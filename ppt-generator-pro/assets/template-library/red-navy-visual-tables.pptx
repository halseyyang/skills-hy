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4.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24.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25.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26.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27.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notesSlides/notesSlide31.xml" ContentType="application/vnd.openxmlformats-officedocument.presentationml.notesSl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notesSlides/notesSlide32.xml" ContentType="application/vnd.openxmlformats-officedocument.presentationml.notesSlid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notesSlides/notesSlide38.xml" ContentType="application/vnd.openxmlformats-officedocument.presentationml.notesSlid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notesSlides/notesSlide39.xml" ContentType="application/vnd.openxmlformats-officedocument.presentationml.notesSlid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Ex1.xml" ContentType="application/vnd.ms-office.chartex+xml"/>
  <Override PartName="/ppt/charts/style30.xml" ContentType="application/vnd.ms-office.chartstyle+xml"/>
  <Override PartName="/ppt/charts/colors30.xml" ContentType="application/vnd.ms-office.chartcolorstyle+xml"/>
  <Override PartName="/ppt/charts/chart30.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Ex2.xml" ContentType="application/vnd.ms-office.chartex+xml"/>
  <Override PartName="/ppt/charts/style32.xml" ContentType="application/vnd.ms-office.chartstyle+xml"/>
  <Override PartName="/ppt/charts/colors32.xml" ContentType="application/vnd.ms-office.chartcolorstyle+xml"/>
  <Override PartName="/ppt/notesSlides/notesSlide45.xml" ContentType="application/vnd.openxmlformats-officedocument.presentationml.notesSlide+xml"/>
  <Override PartName="/ppt/charts/chart31.xml" ContentType="application/vnd.openxmlformats-officedocument.drawingml.chart+xml"/>
  <Override PartName="/ppt/charts/style33.xml" ContentType="application/vnd.ms-office.chartstyle+xml"/>
  <Override PartName="/ppt/charts/colors33.xml" ContentType="application/vnd.ms-office.chartcolorstyl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32.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3.xml" ContentType="application/vnd.openxmlformats-officedocument.drawingml.chart+xml"/>
  <Override PartName="/ppt/charts/style35.xml" ContentType="application/vnd.ms-office.chartstyle+xml"/>
  <Override PartName="/ppt/charts/colors35.xml" ContentType="application/vnd.ms-office.chartcolorstyle+xml"/>
  <Override PartName="/ppt/notesSlides/notesSlide55.xml" ContentType="application/vnd.openxmlformats-officedocument.presentationml.notesSlide+xml"/>
  <Override PartName="/ppt/charts/chart34.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5.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36.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37.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38.xml" ContentType="application/vnd.openxmlformats-officedocument.drawingml.chart+xml"/>
  <Override PartName="/ppt/charts/style40.xml" ContentType="application/vnd.ms-office.chartstyle+xml"/>
  <Override PartName="/ppt/charts/colors40.xml" ContentType="application/vnd.ms-office.chartcolorstyle+xml"/>
  <Override PartName="/ppt/notesSlides/notesSlide56.xml" ContentType="application/vnd.openxmlformats-officedocument.presentationml.notesSlide+xml"/>
  <Override PartName="/ppt/charts/chart39.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0.xml" ContentType="application/vnd.openxmlformats-officedocument.drawingml.chart+xml"/>
  <Override PartName="/ppt/charts/style42.xml" ContentType="application/vnd.ms-office.chartstyle+xml"/>
  <Override PartName="/ppt/charts/colors42.xml" ContentType="application/vnd.ms-office.chartcolorstyle+xml"/>
  <Override PartName="/ppt/notesSlides/notesSlide57.xml" ContentType="application/vnd.openxmlformats-officedocument.presentationml.notesSlide+xml"/>
  <Override PartName="/ppt/charts/chart41.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42.xml" ContentType="application/vnd.openxmlformats-officedocument.drawingml.chart+xml"/>
  <Override PartName="/ppt/charts/style44.xml" ContentType="application/vnd.ms-office.chartstyle+xml"/>
  <Override PartName="/ppt/charts/colors44.xml" ContentType="application/vnd.ms-office.chartcolorstyle+xml"/>
  <Override PartName="/ppt/notesSlides/notesSlide58.xml" ContentType="application/vnd.openxmlformats-officedocument.presentationml.notesSlide+xml"/>
  <Override PartName="/ppt/charts/chart43.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4.xml" ContentType="application/vnd.openxmlformats-officedocument.drawingml.chart+xml"/>
  <Override PartName="/ppt/charts/style46.xml" ContentType="application/vnd.ms-office.chartstyle+xml"/>
  <Override PartName="/ppt/charts/colors46.xml" ContentType="application/vnd.ms-office.chartcolorstyl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charts/chart45.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46.xml" ContentType="application/vnd.openxmlformats-officedocument.drawingml.chart+xml"/>
  <Override PartName="/ppt/charts/style48.xml" ContentType="application/vnd.ms-office.chartstyle+xml"/>
  <Override PartName="/ppt/charts/colors48.xml" ContentType="application/vnd.ms-office.chartcolorstyle+xml"/>
  <Override PartName="/ppt/notesSlides/notesSlide65.xml" ContentType="application/vnd.openxmlformats-officedocument.presentationml.notesSlide+xml"/>
  <Override PartName="/ppt/charts/chart47.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48.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49.xml" ContentType="application/vnd.openxmlformats-officedocument.drawingml.chart+xml"/>
  <Override PartName="/ppt/charts/style51.xml" ContentType="application/vnd.ms-office.chartstyle+xml"/>
  <Override PartName="/ppt/charts/colors51.xml" ContentType="application/vnd.ms-office.chartcolorstyle+xml"/>
  <Override PartName="/ppt/notesSlides/notesSlide66.xml" ContentType="application/vnd.openxmlformats-officedocument.presentationml.notesSlide+xml"/>
  <Override PartName="/ppt/charts/chart50.xml" ContentType="application/vnd.openxmlformats-officedocument.drawingml.chart+xml"/>
  <Override PartName="/ppt/charts/style52.xml" ContentType="application/vnd.ms-office.chartstyle+xml"/>
  <Override PartName="/ppt/charts/colors52.xml" ContentType="application/vnd.ms-office.chartcolorstyl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charts/chart51.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52.xml" ContentType="application/vnd.openxmlformats-officedocument.drawingml.chart+xml"/>
  <Override PartName="/ppt/charts/style54.xml" ContentType="application/vnd.ms-office.chartstyle+xml"/>
  <Override PartName="/ppt/charts/colors54.xml" ContentType="application/vnd.ms-office.chartcolorstyle+xml"/>
  <Override PartName="/ppt/notesSlides/notesSlide69.xml" ContentType="application/vnd.openxmlformats-officedocument.presentationml.notesSlide+xml"/>
  <Override PartName="/ppt/charts/chart53.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4.xml" ContentType="application/vnd.openxmlformats-officedocument.drawingml.chart+xml"/>
  <Override PartName="/ppt/charts/style56.xml" ContentType="application/vnd.ms-office.chartstyle+xml"/>
  <Override PartName="/ppt/charts/colors56.xml" ContentType="application/vnd.ms-office.chartcolorstyl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55.xml" ContentType="application/vnd.openxmlformats-officedocument.drawingml.chart+xml"/>
  <Override PartName="/ppt/charts/style57.xml" ContentType="application/vnd.ms-office.chartstyle+xml"/>
  <Override PartName="/ppt/charts/colors57.xml" ContentType="application/vnd.ms-office.chartcolorstyl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charts/chart56.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57.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58.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59.xml" ContentType="application/vnd.openxmlformats-officedocument.drawingml.chart+xml"/>
  <Override PartName="/ppt/charts/style61.xml" ContentType="application/vnd.ms-office.chartstyle+xml"/>
  <Override PartName="/ppt/charts/colors61.xml" ContentType="application/vnd.ms-office.chartcolorstyl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charts/chart60.xml" ContentType="application/vnd.openxmlformats-officedocument.drawingml.chart+xml"/>
  <Override PartName="/ppt/charts/style62.xml" ContentType="application/vnd.ms-office.chartstyle+xml"/>
  <Override PartName="/ppt/charts/colors62.xml" ContentType="application/vnd.ms-office.chartcolorstyl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charts/chart61.xml" ContentType="application/vnd.openxmlformats-officedocument.drawingml.chart+xml"/>
  <Override PartName="/ppt/charts/style63.xml" ContentType="application/vnd.ms-office.chartstyle+xml"/>
  <Override PartName="/ppt/charts/colors63.xml" ContentType="application/vnd.ms-office.chartcolorstyle+xml"/>
  <Override PartName="/ppt/notesSlides/notesSlide83.xml" ContentType="application/vnd.openxmlformats-officedocument.presentationml.notesSlide+xml"/>
  <Override PartName="/ppt/charts/chart62.xml" ContentType="application/vnd.openxmlformats-officedocument.drawingml.chart+xml"/>
  <Override PartName="/ppt/charts/style64.xml" ContentType="application/vnd.ms-office.chartstyle+xml"/>
  <Override PartName="/ppt/charts/colors64.xml" ContentType="application/vnd.ms-office.chartcolorstyle+xml"/>
  <Override PartName="/ppt/notesSlides/notesSlide84.xml" ContentType="application/vnd.openxmlformats-officedocument.presentationml.notesSlide+xml"/>
  <Override PartName="/ppt/charts/chart63.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Ex3.xml" ContentType="application/vnd.ms-office.chartex+xml"/>
  <Override PartName="/ppt/charts/style66.xml" ContentType="application/vnd.ms-office.chartstyle+xml"/>
  <Override PartName="/ppt/charts/colors66.xml" ContentType="application/vnd.ms-office.chartcolorstyle+xml"/>
  <Override PartName="/ppt/charts/chart64.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65.xml" ContentType="application/vnd.openxmlformats-officedocument.drawingml.chart+xml"/>
  <Override PartName="/ppt/charts/style68.xml" ContentType="application/vnd.ms-office.chartstyle+xml"/>
  <Override PartName="/ppt/charts/colors68.xml" ContentType="application/vnd.ms-office.chartcolorstyle+xml"/>
  <Override PartName="/ppt/charts/chart66.xml" ContentType="application/vnd.openxmlformats-officedocument.drawingml.chart+xml"/>
  <Override PartName="/ppt/charts/style69.xml" ContentType="application/vnd.ms-office.chartstyle+xml"/>
  <Override PartName="/ppt/charts/colors69.xml" ContentType="application/vnd.ms-office.chartcolorstyle+xml"/>
  <Override PartName="/ppt/charts/chartEx4.xml" ContentType="application/vnd.ms-office.chartex+xml"/>
  <Override PartName="/ppt/charts/style70.xml" ContentType="application/vnd.ms-office.chartstyle+xml"/>
  <Override PartName="/ppt/charts/colors70.xml" ContentType="application/vnd.ms-office.chartcolorstyle+xml"/>
  <Override PartName="/ppt/charts/chart67.xml" ContentType="application/vnd.openxmlformats-officedocument.drawingml.chart+xml"/>
  <Override PartName="/ppt/charts/style71.xml" ContentType="application/vnd.ms-office.chartstyle+xml"/>
  <Override PartName="/ppt/charts/colors71.xml" ContentType="application/vnd.ms-office.chartcolorstyle+xml"/>
  <Override PartName="/ppt/charts/chart68.xml" ContentType="application/vnd.openxmlformats-officedocument.drawingml.chart+xml"/>
  <Override PartName="/ppt/charts/style72.xml" ContentType="application/vnd.ms-office.chartstyle+xml"/>
  <Override PartName="/ppt/charts/colors72.xml" ContentType="application/vnd.ms-office.chartcolorstyl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charts/chart69.xml" ContentType="application/vnd.openxmlformats-officedocument.drawingml.chart+xml"/>
  <Override PartName="/ppt/charts/style73.xml" ContentType="application/vnd.ms-office.chartstyle+xml"/>
  <Override PartName="/ppt/charts/colors73.xml" ContentType="application/vnd.ms-office.chartcolorstyle+xml"/>
  <Override PartName="/ppt/charts/chart70.xml" ContentType="application/vnd.openxmlformats-officedocument.drawingml.chart+xml"/>
  <Override PartName="/ppt/charts/style74.xml" ContentType="application/vnd.ms-office.chartstyle+xml"/>
  <Override PartName="/ppt/charts/colors74.xml" ContentType="application/vnd.ms-office.chartcolorstyle+xml"/>
  <Override PartName="/ppt/charts/chart71.xml" ContentType="application/vnd.openxmlformats-officedocument.drawingml.chart+xml"/>
  <Override PartName="/ppt/charts/style75.xml" ContentType="application/vnd.ms-office.chartstyle+xml"/>
  <Override PartName="/ppt/charts/colors75.xml" ContentType="application/vnd.ms-office.chartcolorstyle+xml"/>
  <Override PartName="/ppt/charts/chart72.xml" ContentType="application/vnd.openxmlformats-officedocument.drawingml.chart+xml"/>
  <Override PartName="/ppt/charts/style76.xml" ContentType="application/vnd.ms-office.chartstyle+xml"/>
  <Override PartName="/ppt/charts/colors76.xml" ContentType="application/vnd.ms-office.chartcolorstyle+xml"/>
  <Override PartName="/ppt/charts/chart73.xml" ContentType="application/vnd.openxmlformats-officedocument.drawingml.chart+xml"/>
  <Override PartName="/ppt/charts/style77.xml" ContentType="application/vnd.ms-office.chartstyle+xml"/>
  <Override PartName="/ppt/charts/colors77.xml" ContentType="application/vnd.ms-office.chartcolorstyle+xml"/>
  <Override PartName="/ppt/notesSlides/notesSlide92.xml" ContentType="application/vnd.openxmlformats-officedocument.presentationml.notesSlide+xml"/>
  <Override PartName="/ppt/charts/chart74.xml" ContentType="application/vnd.openxmlformats-officedocument.drawingml.chart+xml"/>
  <Override PartName="/ppt/charts/style78.xml" ContentType="application/vnd.ms-office.chartstyle+xml"/>
  <Override PartName="/ppt/charts/colors78.xml" ContentType="application/vnd.ms-office.chartcolorstyle+xml"/>
  <Override PartName="/ppt/charts/chart75.xml" ContentType="application/vnd.openxmlformats-officedocument.drawingml.chart+xml"/>
  <Override PartName="/ppt/charts/style79.xml" ContentType="application/vnd.ms-office.chartstyle+xml"/>
  <Override PartName="/ppt/charts/colors79.xml" ContentType="application/vnd.ms-office.chartcolorstyle+xml"/>
  <Override PartName="/ppt/charts/chart76.xml" ContentType="application/vnd.openxmlformats-officedocument.drawingml.chart+xml"/>
  <Override PartName="/ppt/charts/style80.xml" ContentType="application/vnd.ms-office.chartstyle+xml"/>
  <Override PartName="/ppt/charts/colors80.xml" ContentType="application/vnd.ms-office.chartcolorstyle+xml"/>
  <Override PartName="/ppt/charts/chart77.xml" ContentType="application/vnd.openxmlformats-officedocument.drawingml.chart+xml"/>
  <Override PartName="/ppt/charts/style81.xml" ContentType="application/vnd.ms-office.chartstyle+xml"/>
  <Override PartName="/ppt/charts/colors81.xml" ContentType="application/vnd.ms-office.chartcolorstyle+xml"/>
  <Override PartName="/ppt/charts/chart78.xml" ContentType="application/vnd.openxmlformats-officedocument.drawingml.chart+xml"/>
  <Override PartName="/ppt/charts/style82.xml" ContentType="application/vnd.ms-office.chartstyle+xml"/>
  <Override PartName="/ppt/charts/colors82.xml" ContentType="application/vnd.ms-office.chartcolorstyle+xml"/>
  <Override PartName="/ppt/notesSlides/notesSlide93.xml" ContentType="application/vnd.openxmlformats-officedocument.presentationml.notesSlide+xml"/>
  <Override PartName="/ppt/charts/chart79.xml" ContentType="application/vnd.openxmlformats-officedocument.drawingml.chart+xml"/>
  <Override PartName="/ppt/charts/style83.xml" ContentType="application/vnd.ms-office.chartstyle+xml"/>
  <Override PartName="/ppt/charts/colors83.xml" ContentType="application/vnd.ms-office.chartcolorstyle+xml"/>
  <Override PartName="/ppt/charts/chart80.xml" ContentType="application/vnd.openxmlformats-officedocument.drawingml.chart+xml"/>
  <Override PartName="/ppt/charts/style84.xml" ContentType="application/vnd.ms-office.chartstyle+xml"/>
  <Override PartName="/ppt/charts/colors84.xml" ContentType="application/vnd.ms-office.chartcolorstyle+xml"/>
  <Override PartName="/ppt/charts/chart81.xml" ContentType="application/vnd.openxmlformats-officedocument.drawingml.chart+xml"/>
  <Override PartName="/ppt/charts/style85.xml" ContentType="application/vnd.ms-office.chartstyle+xml"/>
  <Override PartName="/ppt/charts/colors85.xml" ContentType="application/vnd.ms-office.chartcolorstyle+xml"/>
  <Override PartName="/ppt/charts/chart82.xml" ContentType="application/vnd.openxmlformats-officedocument.drawingml.chart+xml"/>
  <Override PartName="/ppt/charts/style86.xml" ContentType="application/vnd.ms-office.chartstyle+xml"/>
  <Override PartName="/ppt/charts/colors86.xml" ContentType="application/vnd.ms-office.chartcolorstyle+xml"/>
  <Override PartName="/ppt/charts/chart83.xml" ContentType="application/vnd.openxmlformats-officedocument.drawingml.chart+xml"/>
  <Override PartName="/ppt/charts/style87.xml" ContentType="application/vnd.ms-office.chartstyle+xml"/>
  <Override PartName="/ppt/charts/colors87.xml" ContentType="application/vnd.ms-office.chartcolorstyle+xml"/>
  <Override PartName="/ppt/notesSlides/notesSlide94.xml" ContentType="application/vnd.openxmlformats-officedocument.presentationml.notesSlide+xml"/>
  <Override PartName="/ppt/charts/chart84.xml" ContentType="application/vnd.openxmlformats-officedocument.drawingml.chart+xml"/>
  <Override PartName="/ppt/charts/style88.xml" ContentType="application/vnd.ms-office.chartstyle+xml"/>
  <Override PartName="/ppt/charts/colors88.xml" ContentType="application/vnd.ms-office.chartcolorstyl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60" r:id="rId1"/>
    <p:sldMasterId id="2147483672" r:id="rId2"/>
  </p:sldMasterIdLst>
  <p:notesMasterIdLst>
    <p:notesMasterId r:id="rId146"/>
  </p:notesMasterIdLst>
  <p:sldIdLst>
    <p:sldId id="423" r:id="rId3"/>
    <p:sldId id="841" r:id="rId4"/>
    <p:sldId id="844" r:id="rId5"/>
    <p:sldId id="837" r:id="rId6"/>
    <p:sldId id="845" r:id="rId7"/>
    <p:sldId id="843" r:id="rId8"/>
    <p:sldId id="842" r:id="rId9"/>
    <p:sldId id="836" r:id="rId10"/>
    <p:sldId id="840" r:id="rId11"/>
    <p:sldId id="839" r:id="rId12"/>
    <p:sldId id="838" r:id="rId13"/>
    <p:sldId id="829" r:id="rId14"/>
    <p:sldId id="419" r:id="rId15"/>
    <p:sldId id="833" r:id="rId16"/>
    <p:sldId id="828" r:id="rId17"/>
    <p:sldId id="827" r:id="rId18"/>
    <p:sldId id="830" r:id="rId19"/>
    <p:sldId id="434" r:id="rId20"/>
    <p:sldId id="436" r:id="rId21"/>
    <p:sldId id="826" r:id="rId22"/>
    <p:sldId id="435" r:id="rId23"/>
    <p:sldId id="823" r:id="rId24"/>
    <p:sldId id="825" r:id="rId25"/>
    <p:sldId id="824" r:id="rId26"/>
    <p:sldId id="433" r:id="rId27"/>
    <p:sldId id="420" r:id="rId28"/>
    <p:sldId id="421" r:id="rId29"/>
    <p:sldId id="427" r:id="rId30"/>
    <p:sldId id="428" r:id="rId31"/>
    <p:sldId id="425" r:id="rId32"/>
    <p:sldId id="429" r:id="rId33"/>
    <p:sldId id="426" r:id="rId34"/>
    <p:sldId id="430" r:id="rId35"/>
    <p:sldId id="431" r:id="rId36"/>
    <p:sldId id="432" r:id="rId37"/>
    <p:sldId id="422" r:id="rId38"/>
    <p:sldId id="424" r:id="rId39"/>
    <p:sldId id="416" r:id="rId40"/>
    <p:sldId id="417" r:id="rId41"/>
    <p:sldId id="414" r:id="rId42"/>
    <p:sldId id="415" r:id="rId43"/>
    <p:sldId id="404" r:id="rId44"/>
    <p:sldId id="413" r:id="rId45"/>
    <p:sldId id="412" r:id="rId46"/>
    <p:sldId id="408" r:id="rId47"/>
    <p:sldId id="411" r:id="rId48"/>
    <p:sldId id="409" r:id="rId49"/>
    <p:sldId id="410" r:id="rId50"/>
    <p:sldId id="406" r:id="rId51"/>
    <p:sldId id="407" r:id="rId52"/>
    <p:sldId id="396" r:id="rId53"/>
    <p:sldId id="399" r:id="rId54"/>
    <p:sldId id="400" r:id="rId55"/>
    <p:sldId id="401" r:id="rId56"/>
    <p:sldId id="402" r:id="rId57"/>
    <p:sldId id="384" r:id="rId58"/>
    <p:sldId id="379" r:id="rId59"/>
    <p:sldId id="312" r:id="rId60"/>
    <p:sldId id="390" r:id="rId61"/>
    <p:sldId id="369" r:id="rId62"/>
    <p:sldId id="394" r:id="rId63"/>
    <p:sldId id="391" r:id="rId64"/>
    <p:sldId id="392" r:id="rId65"/>
    <p:sldId id="388" r:id="rId66"/>
    <p:sldId id="393" r:id="rId67"/>
    <p:sldId id="395" r:id="rId68"/>
    <p:sldId id="377" r:id="rId69"/>
    <p:sldId id="387" r:id="rId70"/>
    <p:sldId id="372" r:id="rId71"/>
    <p:sldId id="386" r:id="rId72"/>
    <p:sldId id="370" r:id="rId73"/>
    <p:sldId id="371" r:id="rId74"/>
    <p:sldId id="367" r:id="rId75"/>
    <p:sldId id="368" r:id="rId76"/>
    <p:sldId id="364" r:id="rId77"/>
    <p:sldId id="365" r:id="rId78"/>
    <p:sldId id="261" r:id="rId79"/>
    <p:sldId id="353" r:id="rId80"/>
    <p:sldId id="345" r:id="rId81"/>
    <p:sldId id="346" r:id="rId82"/>
    <p:sldId id="354" r:id="rId83"/>
    <p:sldId id="356" r:id="rId84"/>
    <p:sldId id="352" r:id="rId85"/>
    <p:sldId id="310" r:id="rId86"/>
    <p:sldId id="311" r:id="rId87"/>
    <p:sldId id="313" r:id="rId88"/>
    <p:sldId id="314" r:id="rId89"/>
    <p:sldId id="315" r:id="rId90"/>
    <p:sldId id="355" r:id="rId91"/>
    <p:sldId id="256" r:id="rId92"/>
    <p:sldId id="335" r:id="rId93"/>
    <p:sldId id="323" r:id="rId94"/>
    <p:sldId id="385" r:id="rId95"/>
    <p:sldId id="366" r:id="rId96"/>
    <p:sldId id="324" r:id="rId97"/>
    <p:sldId id="328" r:id="rId98"/>
    <p:sldId id="320" r:id="rId99"/>
    <p:sldId id="418" r:id="rId100"/>
    <p:sldId id="329" r:id="rId101"/>
    <p:sldId id="326" r:id="rId102"/>
    <p:sldId id="327" r:id="rId103"/>
    <p:sldId id="319" r:id="rId104"/>
    <p:sldId id="332" r:id="rId105"/>
    <p:sldId id="361" r:id="rId106"/>
    <p:sldId id="331" r:id="rId107"/>
    <p:sldId id="336" r:id="rId108"/>
    <p:sldId id="357" r:id="rId109"/>
    <p:sldId id="270" r:id="rId110"/>
    <p:sldId id="257" r:id="rId111"/>
    <p:sldId id="360" r:id="rId112"/>
    <p:sldId id="266" r:id="rId113"/>
    <p:sldId id="358" r:id="rId114"/>
    <p:sldId id="359" r:id="rId115"/>
    <p:sldId id="260" r:id="rId116"/>
    <p:sldId id="263" r:id="rId117"/>
    <p:sldId id="264" r:id="rId118"/>
    <p:sldId id="268" r:id="rId119"/>
    <p:sldId id="269" r:id="rId120"/>
    <p:sldId id="262" r:id="rId121"/>
    <p:sldId id="271" r:id="rId122"/>
    <p:sldId id="309" r:id="rId123"/>
    <p:sldId id="363" r:id="rId124"/>
    <p:sldId id="288" r:id="rId125"/>
    <p:sldId id="289" r:id="rId126"/>
    <p:sldId id="290" r:id="rId127"/>
    <p:sldId id="291" r:id="rId128"/>
    <p:sldId id="292" r:id="rId129"/>
    <p:sldId id="293" r:id="rId130"/>
    <p:sldId id="294" r:id="rId131"/>
    <p:sldId id="295" r:id="rId132"/>
    <p:sldId id="296" r:id="rId133"/>
    <p:sldId id="297" r:id="rId134"/>
    <p:sldId id="298" r:id="rId135"/>
    <p:sldId id="299" r:id="rId136"/>
    <p:sldId id="300" r:id="rId137"/>
    <p:sldId id="301" r:id="rId138"/>
    <p:sldId id="302" r:id="rId139"/>
    <p:sldId id="303" r:id="rId140"/>
    <p:sldId id="304" r:id="rId141"/>
    <p:sldId id="305" r:id="rId142"/>
    <p:sldId id="306" r:id="rId143"/>
    <p:sldId id="307" r:id="rId144"/>
    <p:sldId id="308" r:id="rId145"/>
  </p:sldIdLst>
  <p:sldSz cx="12192000" cy="6858000"/>
  <p:notesSz cx="6858000" cy="9144000"/>
  <p:embeddedFontLst>
    <p:embeddedFont>
      <p:font typeface="等线" panose="02010600030101010101" pitchFamily="2" charset="-122"/>
      <p:regular r:id="rId147"/>
      <p:bold r:id="rId148"/>
    </p:embeddedFont>
    <p:embeddedFont>
      <p:font typeface="Alibaba PuHuiTi" pitchFamily="18" charset="-122"/>
      <p:regular r:id="rId149"/>
      <p:bold r:id="rId150"/>
    </p:embeddedFont>
    <p:embeddedFont>
      <p:font typeface="Alibaba PuHuiTi Heavy" pitchFamily="18" charset="-122"/>
      <p:bold r:id="rId151"/>
    </p:embeddedFont>
    <p:embeddedFont>
      <p:font typeface="Alibaba PuHuiTi Light" pitchFamily="18" charset="-122"/>
      <p:regular r:id="rId152"/>
    </p:embeddedFont>
    <p:embeddedFont>
      <p:font typeface="Alibaba PuHuiTi Medium" pitchFamily="18" charset="-122"/>
      <p:regular r:id="rId153"/>
    </p:embeddedFont>
    <p:embeddedFont>
      <p:font typeface="Calibri" panose="020F0502020204030204" pitchFamily="34" charset="0"/>
      <p:regular r:id="rId154"/>
      <p:bold r:id="rId155"/>
      <p:italic r:id="rId156"/>
      <p:boldItalic r:id="rId157"/>
    </p:embeddedFont>
    <p:embeddedFont>
      <p:font typeface="Calibri Light" panose="020F0302020204030204" pitchFamily="34" charset="0"/>
      <p:regular r:id="rId158"/>
      <p:italic r:id="rId159"/>
    </p:embeddedFont>
    <p:embeddedFont>
      <p:font typeface="DIN" pitchFamily="2" charset="0"/>
      <p:regular r:id="rId160"/>
      <p:bold r:id="rId161"/>
    </p:embeddedFont>
    <p:embeddedFont>
      <p:font typeface="DIN Condensed" pitchFamily="2" charset="0"/>
      <p:bold r:id="rId162"/>
    </p:embeddedFont>
    <p:embeddedFont>
      <p:font typeface="Karla" pitchFamily="2" charset="0"/>
      <p:regular r:id="rId163"/>
      <p:bold r:id="rId164"/>
    </p:embeddedFont>
    <p:embeddedFont>
      <p:font typeface="Poppins" pitchFamily="2" charset="0"/>
      <p:regular r:id="rId165"/>
      <p:bold r:id="rId166"/>
      <p:italic r:id="rId167"/>
      <p:boldItalic r:id="rId168"/>
    </p:embeddedFont>
    <p:embeddedFont>
      <p:font typeface="Poppins Black" panose="020B0604020202020204" pitchFamily="34" charset="0"/>
      <p:bold r:id="rId169"/>
      <p:italic r:id="rId170"/>
      <p:boldItalic r:id="rId171"/>
    </p:embeddedFont>
  </p:embeddedFont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25680"/>
    <a:srgbClr val="1E344D"/>
    <a:srgbClr val="BB3023"/>
    <a:srgbClr val="7A1F17"/>
    <a:srgbClr val="868E98"/>
    <a:srgbClr val="808E9E"/>
    <a:srgbClr val="FF6F00"/>
    <a:srgbClr val="FF3701"/>
    <a:srgbClr val="2D4F76"/>
    <a:srgbClr val="6C8DB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5854"/>
    <p:restoredTop sz="97248"/>
  </p:normalViewPr>
  <p:slideViewPr>
    <p:cSldViewPr snapToGrid="0" showGuides="1">
      <p:cViewPr varScale="1">
        <p:scale>
          <a:sx n="113" d="100"/>
          <a:sy n="113" d="100"/>
        </p:scale>
        <p:origin x="984" y="184"/>
      </p:cViewPr>
      <p:guideLst/>
    </p:cSldViewPr>
  </p:slideViewPr>
  <p:notesTextViewPr>
    <p:cViewPr>
      <p:scale>
        <a:sx n="1" d="1"/>
        <a:sy n="1" d="1"/>
      </p:scale>
      <p:origin x="0" y="0"/>
    </p:cViewPr>
  </p:notesTextViewPr>
  <p:sorterViewPr>
    <p:cViewPr>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font" Target="fonts/font13.fntdata"/><Relationship Id="rId170" Type="http://schemas.openxmlformats.org/officeDocument/2006/relationships/font" Target="fonts/font24.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font" Target="fonts/font3.fntdata"/><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font" Target="fonts/font14.fntdata"/><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font" Target="fonts/font4.fntdata"/><Relationship Id="rId171" Type="http://schemas.openxmlformats.org/officeDocument/2006/relationships/font" Target="fonts/font25.fntdata"/><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font" Target="fonts/font15.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slide" Target="slides/slide128.xml"/><Relationship Id="rId135" Type="http://schemas.openxmlformats.org/officeDocument/2006/relationships/slide" Target="slides/slide133.xml"/><Relationship Id="rId151" Type="http://schemas.openxmlformats.org/officeDocument/2006/relationships/font" Target="fonts/font5.fntdata"/><Relationship Id="rId156" Type="http://schemas.openxmlformats.org/officeDocument/2006/relationships/font" Target="fonts/font10.fntdata"/><Relationship Id="rId172" Type="http://schemas.openxmlformats.org/officeDocument/2006/relationships/presProps" Target="presProps.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notesMaster" Target="notesMasters/notesMaster1.xml"/><Relationship Id="rId167" Type="http://schemas.openxmlformats.org/officeDocument/2006/relationships/font" Target="fonts/font21.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162" Type="http://schemas.openxmlformats.org/officeDocument/2006/relationships/font" Target="fonts/font16.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font" Target="fonts/font11.fntdata"/><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font" Target="fonts/font6.fntdata"/><Relationship Id="rId173"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font" Target="fonts/font1.fntdata"/><Relationship Id="rId168" Type="http://schemas.openxmlformats.org/officeDocument/2006/relationships/font" Target="fonts/font22.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font" Target="fonts/font17.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font" Target="fonts/font12.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font" Target="fonts/font7.fntdata"/><Relationship Id="rId174" Type="http://schemas.openxmlformats.org/officeDocument/2006/relationships/theme" Target="theme/theme1.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font" Target="fonts/font2.fntdata"/><Relationship Id="rId164" Type="http://schemas.openxmlformats.org/officeDocument/2006/relationships/font" Target="fonts/font18.fntdata"/><Relationship Id="rId169" Type="http://schemas.openxmlformats.org/officeDocument/2006/relationships/font" Target="fonts/font23.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font" Target="fonts/font8.fntdata"/><Relationship Id="rId175" Type="http://schemas.openxmlformats.org/officeDocument/2006/relationships/tableStyles" Target="tableStyles.xml"/><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font" Target="fonts/font19.fntdata"/><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font" Target="fonts/font9.fntdata"/><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font" Target="fonts/font20.fntdata"/></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___.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___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___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___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___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___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___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___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___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___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___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___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___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___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___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___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___16.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___17.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___18.xlsx"/><Relationship Id="rId2" Type="http://schemas.microsoft.com/office/2011/relationships/chartColorStyle" Target="colors19.xml"/><Relationship Id="rId1" Type="http://schemas.microsoft.com/office/2011/relationships/chartStyle" Target="style19.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___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___20.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___21.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___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___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___24.xlsx"/><Relationship Id="rId2" Type="http://schemas.microsoft.com/office/2011/relationships/chartColorStyle" Target="colors25.xml"/><Relationship Id="rId1" Type="http://schemas.microsoft.com/office/2011/relationships/chartStyle" Target="style25.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___25.xlsx"/><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___26.xlsx"/><Relationship Id="rId2" Type="http://schemas.microsoft.com/office/2011/relationships/chartColorStyle" Target="colors27.xml"/><Relationship Id="rId1" Type="http://schemas.microsoft.com/office/2011/relationships/chartStyle" Target="style2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___27.xlsx"/><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___28.xlsx"/><Relationship Id="rId2" Type="http://schemas.microsoft.com/office/2011/relationships/chartColorStyle" Target="colors29.xml"/><Relationship Id="rId1" Type="http://schemas.microsoft.com/office/2011/relationships/chartStyle" Target="style29.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___30.xlsx"/><Relationship Id="rId2" Type="http://schemas.microsoft.com/office/2011/relationships/chartColorStyle" Target="colors31.xml"/><Relationship Id="rId1" Type="http://schemas.microsoft.com/office/2011/relationships/chartStyle" Target="style31.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___32.xlsx"/><Relationship Id="rId2" Type="http://schemas.microsoft.com/office/2011/relationships/chartColorStyle" Target="colors33.xml"/><Relationship Id="rId1" Type="http://schemas.microsoft.com/office/2011/relationships/chartStyle" Target="style33.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___33.xlsx"/><Relationship Id="rId2" Type="http://schemas.microsoft.com/office/2011/relationships/chartColorStyle" Target="colors34.xml"/><Relationship Id="rId1" Type="http://schemas.microsoft.com/office/2011/relationships/chartStyle" Target="style34.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___34.xlsx"/><Relationship Id="rId2" Type="http://schemas.microsoft.com/office/2011/relationships/chartColorStyle" Target="colors35.xml"/><Relationship Id="rId1" Type="http://schemas.microsoft.com/office/2011/relationships/chartStyle" Target="style35.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___35.xlsx"/><Relationship Id="rId2" Type="http://schemas.microsoft.com/office/2011/relationships/chartColorStyle" Target="colors36.xml"/><Relationship Id="rId1" Type="http://schemas.microsoft.com/office/2011/relationships/chartStyle" Target="style36.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___36.xlsx"/><Relationship Id="rId2" Type="http://schemas.microsoft.com/office/2011/relationships/chartColorStyle" Target="colors37.xml"/><Relationship Id="rId1" Type="http://schemas.microsoft.com/office/2011/relationships/chartStyle" Target="style37.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___37.xlsx"/><Relationship Id="rId2" Type="http://schemas.microsoft.com/office/2011/relationships/chartColorStyle" Target="colors38.xml"/><Relationship Id="rId1" Type="http://schemas.microsoft.com/office/2011/relationships/chartStyle" Target="style38.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___38.xlsx"/><Relationship Id="rId2" Type="http://schemas.microsoft.com/office/2011/relationships/chartColorStyle" Target="colors39.xml"/><Relationship Id="rId1" Type="http://schemas.microsoft.com/office/2011/relationships/chartStyle" Target="style39.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___39.xlsx"/><Relationship Id="rId2" Type="http://schemas.microsoft.com/office/2011/relationships/chartColorStyle" Target="colors40.xml"/><Relationship Id="rId1" Type="http://schemas.microsoft.com/office/2011/relationships/chartStyle" Target="style40.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___40.xlsx"/><Relationship Id="rId2" Type="http://schemas.microsoft.com/office/2011/relationships/chartColorStyle" Target="colors41.xml"/><Relationship Id="rId1" Type="http://schemas.microsoft.com/office/2011/relationships/chartStyle" Target="style41.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___41.xlsx"/><Relationship Id="rId2" Type="http://schemas.microsoft.com/office/2011/relationships/chartColorStyle" Target="colors42.xml"/><Relationship Id="rId1" Type="http://schemas.microsoft.com/office/2011/relationships/chartStyle" Target="style42.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___42.xlsx"/><Relationship Id="rId2" Type="http://schemas.microsoft.com/office/2011/relationships/chartColorStyle" Target="colors43.xml"/><Relationship Id="rId1" Type="http://schemas.microsoft.com/office/2011/relationships/chartStyle" Target="style43.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___43.xlsx"/><Relationship Id="rId2" Type="http://schemas.microsoft.com/office/2011/relationships/chartColorStyle" Target="colors44.xml"/><Relationship Id="rId1" Type="http://schemas.microsoft.com/office/2011/relationships/chartStyle" Target="style44.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___44.xlsx"/><Relationship Id="rId2" Type="http://schemas.microsoft.com/office/2011/relationships/chartColorStyle" Target="colors45.xml"/><Relationship Id="rId1" Type="http://schemas.microsoft.com/office/2011/relationships/chartStyle" Target="style45.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___45.xlsx"/><Relationship Id="rId2" Type="http://schemas.microsoft.com/office/2011/relationships/chartColorStyle" Target="colors46.xml"/><Relationship Id="rId1" Type="http://schemas.microsoft.com/office/2011/relationships/chartStyle" Target="style46.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___46.xlsx"/><Relationship Id="rId2" Type="http://schemas.microsoft.com/office/2011/relationships/chartColorStyle" Target="colors47.xml"/><Relationship Id="rId1" Type="http://schemas.microsoft.com/office/2011/relationships/chartStyle" Target="style47.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___47.xlsx"/><Relationship Id="rId2" Type="http://schemas.microsoft.com/office/2011/relationships/chartColorStyle" Target="colors48.xml"/><Relationship Id="rId1" Type="http://schemas.microsoft.com/office/2011/relationships/chartStyle" Target="style48.xml"/></Relationships>
</file>

<file path=ppt/charts/_rels/chart47.xml.rels><?xml version="1.0" encoding="UTF-8" standalone="yes"?>
<Relationships xmlns="http://schemas.openxmlformats.org/package/2006/relationships"><Relationship Id="rId3" Type="http://schemas.openxmlformats.org/officeDocument/2006/relationships/image" Target="../media/image30.png"/><Relationship Id="rId2" Type="http://schemas.microsoft.com/office/2011/relationships/chartColorStyle" Target="colors49.xml"/><Relationship Id="rId1" Type="http://schemas.microsoft.com/office/2011/relationships/chartStyle" Target="style49.xml"/><Relationship Id="rId4" Type="http://schemas.openxmlformats.org/officeDocument/2006/relationships/package" Target="../embeddings/Microsoft_Excel____48.xlsx"/></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___49.xlsx"/><Relationship Id="rId2" Type="http://schemas.microsoft.com/office/2011/relationships/chartColorStyle" Target="colors50.xml"/><Relationship Id="rId1" Type="http://schemas.microsoft.com/office/2011/relationships/chartStyle" Target="style50.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___50.xlsx"/><Relationship Id="rId2" Type="http://schemas.microsoft.com/office/2011/relationships/chartColorStyle" Target="colors51.xml"/><Relationship Id="rId1" Type="http://schemas.microsoft.com/office/2011/relationships/chartStyle" Target="style51.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___51.xlsx"/><Relationship Id="rId2" Type="http://schemas.microsoft.com/office/2011/relationships/chartColorStyle" Target="colors52.xml"/><Relationship Id="rId1" Type="http://schemas.microsoft.com/office/2011/relationships/chartStyle" Target="style52.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___52.xlsx"/><Relationship Id="rId2" Type="http://schemas.microsoft.com/office/2011/relationships/chartColorStyle" Target="colors53.xml"/><Relationship Id="rId1" Type="http://schemas.microsoft.com/office/2011/relationships/chartStyle" Target="style53.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___53.xlsx"/><Relationship Id="rId2" Type="http://schemas.microsoft.com/office/2011/relationships/chartColorStyle" Target="colors54.xml"/><Relationship Id="rId1" Type="http://schemas.microsoft.com/office/2011/relationships/chartStyle" Target="style54.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___54.xlsx"/><Relationship Id="rId2" Type="http://schemas.microsoft.com/office/2011/relationships/chartColorStyle" Target="colors55.xml"/><Relationship Id="rId1" Type="http://schemas.microsoft.com/office/2011/relationships/chartStyle" Target="style55.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___55.xlsx"/><Relationship Id="rId2" Type="http://schemas.microsoft.com/office/2011/relationships/chartColorStyle" Target="colors56.xml"/><Relationship Id="rId1" Type="http://schemas.microsoft.com/office/2011/relationships/chartStyle" Target="style56.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___56.xlsx"/><Relationship Id="rId2" Type="http://schemas.microsoft.com/office/2011/relationships/chartColorStyle" Target="colors57.xml"/><Relationship Id="rId1" Type="http://schemas.microsoft.com/office/2011/relationships/chartStyle" Target="style57.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___57.xlsx"/><Relationship Id="rId2" Type="http://schemas.microsoft.com/office/2011/relationships/chartColorStyle" Target="colors58.xml"/><Relationship Id="rId1" Type="http://schemas.microsoft.com/office/2011/relationships/chartStyle" Target="style58.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___58.xlsx"/><Relationship Id="rId2" Type="http://schemas.microsoft.com/office/2011/relationships/chartColorStyle" Target="colors59.xml"/><Relationship Id="rId1" Type="http://schemas.microsoft.com/office/2011/relationships/chartStyle" Target="style59.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___59.xlsx"/><Relationship Id="rId2" Type="http://schemas.microsoft.com/office/2011/relationships/chartColorStyle" Target="colors60.xml"/><Relationship Id="rId1" Type="http://schemas.microsoft.com/office/2011/relationships/chartStyle" Target="style60.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___60.xlsx"/><Relationship Id="rId2" Type="http://schemas.microsoft.com/office/2011/relationships/chartColorStyle" Target="colors61.xml"/><Relationship Id="rId1" Type="http://schemas.microsoft.com/office/2011/relationships/chartStyle" Target="style61.xml"/></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___61.xlsx"/><Relationship Id="rId2" Type="http://schemas.microsoft.com/office/2011/relationships/chartColorStyle" Target="colors62.xml"/><Relationship Id="rId1" Type="http://schemas.microsoft.com/office/2011/relationships/chartStyle" Target="style62.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___62.xlsx"/><Relationship Id="rId2" Type="http://schemas.microsoft.com/office/2011/relationships/chartColorStyle" Target="colors63.xml"/><Relationship Id="rId1" Type="http://schemas.microsoft.com/office/2011/relationships/chartStyle" Target="style63.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___63.xlsx"/><Relationship Id="rId2" Type="http://schemas.microsoft.com/office/2011/relationships/chartColorStyle" Target="colors64.xml"/><Relationship Id="rId1" Type="http://schemas.microsoft.com/office/2011/relationships/chartStyle" Target="style64.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___64.xlsx"/><Relationship Id="rId2" Type="http://schemas.microsoft.com/office/2011/relationships/chartColorStyle" Target="colors65.xml"/><Relationship Id="rId1" Type="http://schemas.microsoft.com/office/2011/relationships/chartStyle" Target="style65.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___66.xlsx"/><Relationship Id="rId2" Type="http://schemas.microsoft.com/office/2011/relationships/chartColorStyle" Target="colors67.xml"/><Relationship Id="rId1" Type="http://schemas.microsoft.com/office/2011/relationships/chartStyle" Target="style67.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___67.xlsx"/><Relationship Id="rId2" Type="http://schemas.microsoft.com/office/2011/relationships/chartColorStyle" Target="colors68.xml"/><Relationship Id="rId1" Type="http://schemas.microsoft.com/office/2011/relationships/chartStyle" Target="style68.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___68.xlsx"/><Relationship Id="rId2" Type="http://schemas.microsoft.com/office/2011/relationships/chartColorStyle" Target="colors69.xml"/><Relationship Id="rId1" Type="http://schemas.microsoft.com/office/2011/relationships/chartStyle" Target="style69.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___70.xlsx"/><Relationship Id="rId2" Type="http://schemas.microsoft.com/office/2011/relationships/chartColorStyle" Target="colors71.xml"/><Relationship Id="rId1" Type="http://schemas.microsoft.com/office/2011/relationships/chartStyle" Target="style7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___71.xlsx"/><Relationship Id="rId2" Type="http://schemas.microsoft.com/office/2011/relationships/chartColorStyle" Target="colors72.xml"/><Relationship Id="rId1" Type="http://schemas.microsoft.com/office/2011/relationships/chartStyle" Target="style7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___72.xlsx"/><Relationship Id="rId2" Type="http://schemas.microsoft.com/office/2011/relationships/chartColorStyle" Target="colors73.xml"/><Relationship Id="rId1" Type="http://schemas.microsoft.com/office/2011/relationships/chartStyle" Target="style73.xml"/></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___73.xlsx"/><Relationship Id="rId2" Type="http://schemas.microsoft.com/office/2011/relationships/chartColorStyle" Target="colors74.xml"/><Relationship Id="rId1" Type="http://schemas.microsoft.com/office/2011/relationships/chartStyle" Target="style7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___74.xlsx"/><Relationship Id="rId2" Type="http://schemas.microsoft.com/office/2011/relationships/chartColorStyle" Target="colors75.xml"/><Relationship Id="rId1" Type="http://schemas.microsoft.com/office/2011/relationships/chartStyle" Target="style7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___75.xlsx"/><Relationship Id="rId2" Type="http://schemas.microsoft.com/office/2011/relationships/chartColorStyle" Target="colors76.xml"/><Relationship Id="rId1" Type="http://schemas.microsoft.com/office/2011/relationships/chartStyle" Target="style7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___76.xlsx"/><Relationship Id="rId2" Type="http://schemas.microsoft.com/office/2011/relationships/chartColorStyle" Target="colors77.xml"/><Relationship Id="rId1" Type="http://schemas.microsoft.com/office/2011/relationships/chartStyle" Target="style7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___77.xlsx"/><Relationship Id="rId2" Type="http://schemas.microsoft.com/office/2011/relationships/chartColorStyle" Target="colors78.xml"/><Relationship Id="rId1" Type="http://schemas.microsoft.com/office/2011/relationships/chartStyle" Target="style7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___78.xlsx"/><Relationship Id="rId2" Type="http://schemas.microsoft.com/office/2011/relationships/chartColorStyle" Target="colors79.xml"/><Relationship Id="rId1" Type="http://schemas.microsoft.com/office/2011/relationships/chartStyle" Target="style7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___79.xlsx"/><Relationship Id="rId2" Type="http://schemas.microsoft.com/office/2011/relationships/chartColorStyle" Target="colors80.xml"/><Relationship Id="rId1" Type="http://schemas.microsoft.com/office/2011/relationships/chartStyle" Target="style8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___80.xlsx"/><Relationship Id="rId2" Type="http://schemas.microsoft.com/office/2011/relationships/chartColorStyle" Target="colors81.xml"/><Relationship Id="rId1" Type="http://schemas.microsoft.com/office/2011/relationships/chartStyle" Target="style8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___81.xlsx"/><Relationship Id="rId2" Type="http://schemas.microsoft.com/office/2011/relationships/chartColorStyle" Target="colors82.xml"/><Relationship Id="rId1" Type="http://schemas.microsoft.com/office/2011/relationships/chartStyle" Target="style8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___82.xlsx"/><Relationship Id="rId2" Type="http://schemas.microsoft.com/office/2011/relationships/chartColorStyle" Target="colors83.xml"/><Relationship Id="rId1" Type="http://schemas.microsoft.com/office/2011/relationships/chartStyle" Target="style83.xml"/></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___83.xlsx"/><Relationship Id="rId2" Type="http://schemas.microsoft.com/office/2011/relationships/chartColorStyle" Target="colors84.xml"/><Relationship Id="rId1" Type="http://schemas.microsoft.com/office/2011/relationships/chartStyle" Target="style84.xml"/></Relationships>
</file>

<file path=ppt/charts/_rels/chart81.xml.rels><?xml version="1.0" encoding="UTF-8" standalone="yes"?>
<Relationships xmlns="http://schemas.openxmlformats.org/package/2006/relationships"><Relationship Id="rId3" Type="http://schemas.openxmlformats.org/officeDocument/2006/relationships/package" Target="../embeddings/Microsoft_Excel____84.xlsx"/><Relationship Id="rId2" Type="http://schemas.microsoft.com/office/2011/relationships/chartColorStyle" Target="colors85.xml"/><Relationship Id="rId1" Type="http://schemas.microsoft.com/office/2011/relationships/chartStyle" Target="style85.xml"/></Relationships>
</file>

<file path=ppt/charts/_rels/chart82.xml.rels><?xml version="1.0" encoding="UTF-8" standalone="yes"?>
<Relationships xmlns="http://schemas.openxmlformats.org/package/2006/relationships"><Relationship Id="rId3" Type="http://schemas.openxmlformats.org/officeDocument/2006/relationships/package" Target="../embeddings/Microsoft_Excel____85.xlsx"/><Relationship Id="rId2" Type="http://schemas.microsoft.com/office/2011/relationships/chartColorStyle" Target="colors86.xml"/><Relationship Id="rId1" Type="http://schemas.microsoft.com/office/2011/relationships/chartStyle" Target="style86.xml"/></Relationships>
</file>

<file path=ppt/charts/_rels/chart83.xml.rels><?xml version="1.0" encoding="UTF-8" standalone="yes"?>
<Relationships xmlns="http://schemas.openxmlformats.org/package/2006/relationships"><Relationship Id="rId3" Type="http://schemas.openxmlformats.org/officeDocument/2006/relationships/package" Target="../embeddings/Microsoft_Excel____86.xlsx"/><Relationship Id="rId2" Type="http://schemas.microsoft.com/office/2011/relationships/chartColorStyle" Target="colors87.xml"/><Relationship Id="rId1" Type="http://schemas.microsoft.com/office/2011/relationships/chartStyle" Target="style87.xml"/></Relationships>
</file>

<file path=ppt/charts/_rels/chart84.xml.rels><?xml version="1.0" encoding="UTF-8" standalone="yes"?>
<Relationships xmlns="http://schemas.openxmlformats.org/package/2006/relationships"><Relationship Id="rId3" Type="http://schemas.openxmlformats.org/officeDocument/2006/relationships/package" Target="../embeddings/Microsoft_Excel____87.xlsx"/><Relationship Id="rId2" Type="http://schemas.microsoft.com/office/2011/relationships/chartColorStyle" Target="colors88.xml"/><Relationship Id="rId1" Type="http://schemas.microsoft.com/office/2011/relationships/chartStyle" Target="style88.xml"/></Relationships>
</file>

<file path=ppt/charts/_rels/chartEx1.xml.rels><?xml version="1.0" encoding="UTF-8" standalone="yes"?>
<Relationships xmlns="http://schemas.openxmlformats.org/package/2006/relationships"><Relationship Id="rId3" Type="http://schemas.microsoft.com/office/2011/relationships/chartColorStyle" Target="colors30.xml"/><Relationship Id="rId2" Type="http://schemas.microsoft.com/office/2011/relationships/chartStyle" Target="style30.xml"/><Relationship Id="rId1" Type="http://schemas.openxmlformats.org/officeDocument/2006/relationships/package" Target="../embeddings/Microsoft_Excel____29.xlsx"/></Relationships>
</file>

<file path=ppt/charts/_rels/chartEx2.xml.rels><?xml version="1.0" encoding="UTF-8" standalone="yes"?>
<Relationships xmlns="http://schemas.openxmlformats.org/package/2006/relationships"><Relationship Id="rId3" Type="http://schemas.microsoft.com/office/2011/relationships/chartColorStyle" Target="colors32.xml"/><Relationship Id="rId2" Type="http://schemas.microsoft.com/office/2011/relationships/chartStyle" Target="style32.xml"/><Relationship Id="rId1" Type="http://schemas.openxmlformats.org/officeDocument/2006/relationships/package" Target="../embeddings/Microsoft_Excel____31.xlsx"/></Relationships>
</file>

<file path=ppt/charts/_rels/chartEx3.xml.rels><?xml version="1.0" encoding="UTF-8" standalone="yes"?>
<Relationships xmlns="http://schemas.openxmlformats.org/package/2006/relationships"><Relationship Id="rId3" Type="http://schemas.microsoft.com/office/2011/relationships/chartColorStyle" Target="colors66.xml"/><Relationship Id="rId2" Type="http://schemas.microsoft.com/office/2011/relationships/chartStyle" Target="style66.xml"/><Relationship Id="rId1" Type="http://schemas.openxmlformats.org/officeDocument/2006/relationships/package" Target="../embeddings/Microsoft_Excel____65.xlsx"/></Relationships>
</file>

<file path=ppt/charts/_rels/chartEx4.xml.rels><?xml version="1.0" encoding="UTF-8" standalone="yes"?>
<Relationships xmlns="http://schemas.openxmlformats.org/package/2006/relationships"><Relationship Id="rId3" Type="http://schemas.microsoft.com/office/2011/relationships/chartColorStyle" Target="colors70.xml"/><Relationship Id="rId2" Type="http://schemas.microsoft.com/office/2011/relationships/chartStyle" Target="style70.xml"/><Relationship Id="rId1" Type="http://schemas.openxmlformats.org/officeDocument/2006/relationships/package" Target="../embeddings/Microsoft_Excel____69.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9481-9240-A140-F791EEF6F9BA}"/>
            </c:ext>
          </c:extLst>
        </c:ser>
        <c:ser>
          <c:idx val="1"/>
          <c:order val="1"/>
          <c:tx>
            <c:strRef>
              <c:f>Sheet1!$C$1</c:f>
              <c:strCache>
                <c:ptCount val="1"/>
                <c:pt idx="0">
                  <c:v>系列 2</c:v>
                </c:pt>
              </c:strCache>
            </c:strRef>
          </c:tx>
          <c:spPr>
            <a:solidFill>
              <a:srgbClr val="BB3023"/>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9481-9240-A140-F791EEF6F9BA}"/>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chemeClr val="bg1"/>
              </a:solidFill>
              <a:round/>
            </a:ln>
            <a:effectLst/>
          </c:spPr>
          <c:marker>
            <c:symbol val="none"/>
          </c:marker>
          <c:dLbls>
            <c:dLbl>
              <c:idx val="0"/>
              <c:layout>
                <c:manualLayout>
                  <c:x val="0"/>
                  <c:y val="9.13332079941727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481-9240-A140-F791EEF6F9BA}"/>
                </c:ext>
              </c:extLst>
            </c:dLbl>
            <c:dLbl>
              <c:idx val="1"/>
              <c:layout>
                <c:manualLayout>
                  <c:x val="0"/>
                  <c:y val="9.785700856518510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481-9240-A140-F791EEF6F9BA}"/>
                </c:ext>
              </c:extLst>
            </c:dLbl>
            <c:dLbl>
              <c:idx val="2"/>
              <c:layout>
                <c:manualLayout>
                  <c:x val="-6.1734362349483159E-2"/>
                  <c:y val="0.1861152976445483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481-9240-A140-F791EEF6F9B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22225" cap="flat" cmpd="sng" algn="ctr">
                      <a:solidFill>
                        <a:schemeClr val="bg1"/>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5-9481-9240-A140-F791EEF6F9BA}"/>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1F27-2C48-AD39-03461A7D010A}"/>
              </c:ext>
            </c:extLst>
          </c:dPt>
          <c:dPt>
            <c:idx val="1"/>
            <c:invertIfNegative val="0"/>
            <c:bubble3D val="0"/>
            <c:spPr>
              <a:solidFill>
                <a:srgbClr val="1E344D"/>
              </a:solidFill>
              <a:ln>
                <a:noFill/>
              </a:ln>
              <a:effectLst/>
            </c:spPr>
            <c:extLst>
              <c:ext xmlns:c16="http://schemas.microsoft.com/office/drawing/2014/chart" uri="{C3380CC4-5D6E-409C-BE32-E72D297353CC}">
                <c16:uniqueId val="{00000003-1F27-2C48-AD39-03461A7D010A}"/>
              </c:ext>
            </c:extLst>
          </c:dPt>
          <c:dPt>
            <c:idx val="2"/>
            <c:invertIfNegative val="0"/>
            <c:bubble3D val="0"/>
            <c:spPr>
              <a:solidFill>
                <a:srgbClr val="1E344D"/>
              </a:solidFill>
              <a:ln>
                <a:noFill/>
              </a:ln>
              <a:effectLst/>
            </c:spPr>
            <c:extLst>
              <c:ext xmlns:c16="http://schemas.microsoft.com/office/drawing/2014/chart" uri="{C3380CC4-5D6E-409C-BE32-E72D297353CC}">
                <c16:uniqueId val="{00000005-1F27-2C48-AD39-03461A7D010A}"/>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1F27-2C48-AD39-03461A7D010A}"/>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BB3023"/>
              </a:solidFill>
              <a:ln w="19050">
                <a:solidFill>
                  <a:schemeClr val="lt1"/>
                </a:solidFill>
              </a:ln>
              <a:effectLst/>
            </c:spPr>
            <c:extLst>
              <c:ext xmlns:c16="http://schemas.microsoft.com/office/drawing/2014/chart" uri="{C3380CC4-5D6E-409C-BE32-E72D297353CC}">
                <c16:uniqueId val="{00000001-70F8-6E49-9CBD-DDC76A019BAA}"/>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70F8-6E49-9CBD-DDC76A019BAA}"/>
              </c:ext>
            </c:extLst>
          </c:dPt>
          <c:dPt>
            <c:idx val="2"/>
            <c:bubble3D val="0"/>
            <c:explosion val="9"/>
            <c:spPr>
              <a:solidFill>
                <a:srgbClr val="1E344D"/>
              </a:solidFill>
              <a:ln w="19050">
                <a:solidFill>
                  <a:schemeClr val="lt1"/>
                </a:solidFill>
              </a:ln>
              <a:effectLst/>
            </c:spPr>
            <c:extLst>
              <c:ext xmlns:c16="http://schemas.microsoft.com/office/drawing/2014/chart" uri="{C3380CC4-5D6E-409C-BE32-E72D297353CC}">
                <c16:uniqueId val="{00000005-70F8-6E49-9CBD-DDC76A019BAA}"/>
              </c:ext>
            </c:extLst>
          </c:dPt>
          <c:dPt>
            <c:idx val="3"/>
            <c:bubble3D val="0"/>
            <c:spPr>
              <a:solidFill>
                <a:srgbClr val="1E344D"/>
              </a:solidFill>
              <a:ln w="19050">
                <a:solidFill>
                  <a:schemeClr val="lt1"/>
                </a:solidFill>
              </a:ln>
              <a:effectLst/>
            </c:spPr>
            <c:extLst>
              <c:ext xmlns:c16="http://schemas.microsoft.com/office/drawing/2014/chart" uri="{C3380CC4-5D6E-409C-BE32-E72D297353CC}">
                <c16:uniqueId val="{00000007-70F8-6E49-9CBD-DDC76A019BAA}"/>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6.5</c:v>
                </c:pt>
                <c:pt idx="1">
                  <c:v>1.2</c:v>
                </c:pt>
                <c:pt idx="2">
                  <c:v>3.2</c:v>
                </c:pt>
                <c:pt idx="3">
                  <c:v>3.4</c:v>
                </c:pt>
              </c:numCache>
            </c:numRef>
          </c:val>
          <c:extLst>
            <c:ext xmlns:c16="http://schemas.microsoft.com/office/drawing/2014/chart" uri="{C3380CC4-5D6E-409C-BE32-E72D297353CC}">
              <c16:uniqueId val="{00000008-70F8-6E49-9CBD-DDC76A019BAA}"/>
            </c:ext>
          </c:extLst>
        </c:ser>
        <c:dLbls>
          <c:showLegendKey val="0"/>
          <c:showVal val="0"/>
          <c:showCatName val="0"/>
          <c:showSerName val="0"/>
          <c:showPercent val="1"/>
          <c:showBubbleSize val="0"/>
          <c:showLeaderLines val="1"/>
        </c:dLbls>
        <c:firstSliceAng val="189"/>
        <c:holeSize val="5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C8A0-5148-A251-9989D0B2B736}"/>
            </c:ext>
          </c:extLst>
        </c:ser>
        <c:ser>
          <c:idx val="1"/>
          <c:order val="1"/>
          <c:tx>
            <c:strRef>
              <c:f>Sheet1!$C$1</c:f>
              <c:strCache>
                <c:ptCount val="1"/>
                <c:pt idx="0">
                  <c:v>系列 2</c:v>
                </c:pt>
              </c:strCache>
            </c:strRef>
          </c:tx>
          <c:spPr>
            <a:solidFill>
              <a:srgbClr val="BB3023"/>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C8A0-5148-A251-9989D0B2B736}"/>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8A0-5148-A251-9989D0B2B73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C8A0-5148-A251-9989D0B2B736}"/>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C3DB-8B4F-AA21-885DBDC1B689}"/>
            </c:ext>
          </c:extLst>
        </c:ser>
        <c:ser>
          <c:idx val="1"/>
          <c:order val="1"/>
          <c:tx>
            <c:strRef>
              <c:f>Sheet1!$C$1</c:f>
              <c:strCache>
                <c:ptCount val="1"/>
                <c:pt idx="0">
                  <c:v>系列 2</c:v>
                </c:pt>
              </c:strCache>
            </c:strRef>
          </c:tx>
          <c:spPr>
            <a:solidFill>
              <a:schemeClr val="bg1">
                <a:lumMod val="75000"/>
              </a:schemeClr>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C3DB-8B4F-AA21-885DBDC1B689}"/>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3DB-8B4F-AA21-885DBDC1B68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C3DB-8B4F-AA21-885DBDC1B689}"/>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BB3023"/>
              </a:solidFill>
              <a:ln w="19050">
                <a:solidFill>
                  <a:schemeClr val="lt1"/>
                </a:solidFill>
              </a:ln>
              <a:effectLst/>
            </c:spPr>
            <c:extLst>
              <c:ext xmlns:c16="http://schemas.microsoft.com/office/drawing/2014/chart" uri="{C3380CC4-5D6E-409C-BE32-E72D297353CC}">
                <c16:uniqueId val="{00000001-467E-9A4D-967E-862CC85BBFF8}"/>
              </c:ext>
            </c:extLst>
          </c:dPt>
          <c:dPt>
            <c:idx val="1"/>
            <c:bubble3D val="0"/>
            <c:spPr>
              <a:solidFill>
                <a:srgbClr val="1E344D">
                  <a:alpha val="49255"/>
                </a:srgbClr>
              </a:solidFill>
              <a:ln w="19050">
                <a:solidFill>
                  <a:schemeClr val="lt1"/>
                </a:solidFill>
              </a:ln>
              <a:effectLst/>
            </c:spPr>
            <c:extLst>
              <c:ext xmlns:c16="http://schemas.microsoft.com/office/drawing/2014/chart" uri="{C3380CC4-5D6E-409C-BE32-E72D297353CC}">
                <c16:uniqueId val="{00000003-467E-9A4D-967E-862CC85BBFF8}"/>
              </c:ext>
            </c:extLst>
          </c:dPt>
          <c:dPt>
            <c:idx val="2"/>
            <c:bubble3D val="0"/>
            <c:spPr>
              <a:solidFill>
                <a:srgbClr val="1E344D">
                  <a:alpha val="74000"/>
                </a:srgbClr>
              </a:solidFill>
              <a:ln w="19050">
                <a:solidFill>
                  <a:schemeClr val="lt1"/>
                </a:solidFill>
              </a:ln>
              <a:effectLst/>
            </c:spPr>
            <c:extLst>
              <c:ext xmlns:c16="http://schemas.microsoft.com/office/drawing/2014/chart" uri="{C3380CC4-5D6E-409C-BE32-E72D297353CC}">
                <c16:uniqueId val="{00000005-467E-9A4D-967E-862CC85BBFF8}"/>
              </c:ext>
            </c:extLst>
          </c:dPt>
          <c:dPt>
            <c:idx val="3"/>
            <c:bubble3D val="0"/>
            <c:spPr>
              <a:solidFill>
                <a:srgbClr val="1E344D"/>
              </a:solidFill>
              <a:ln w="19050">
                <a:solidFill>
                  <a:schemeClr val="lt1"/>
                </a:solidFill>
              </a:ln>
              <a:effectLst/>
            </c:spPr>
            <c:extLst>
              <c:ext xmlns:c16="http://schemas.microsoft.com/office/drawing/2014/chart" uri="{C3380CC4-5D6E-409C-BE32-E72D297353CC}">
                <c16:uniqueId val="{00000007-467E-9A4D-967E-862CC85BBFF8}"/>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6.5</c:v>
                </c:pt>
                <c:pt idx="1">
                  <c:v>1.2</c:v>
                </c:pt>
                <c:pt idx="2">
                  <c:v>3.2</c:v>
                </c:pt>
                <c:pt idx="3">
                  <c:v>3.4</c:v>
                </c:pt>
              </c:numCache>
            </c:numRef>
          </c:val>
          <c:extLst>
            <c:ext xmlns:c16="http://schemas.microsoft.com/office/drawing/2014/chart" uri="{C3380CC4-5D6E-409C-BE32-E72D297353CC}">
              <c16:uniqueId val="{00000000-0F64-8043-B3B3-133AC05689C2}"/>
            </c:ext>
          </c:extLst>
        </c:ser>
        <c:dLbls>
          <c:showLegendKey val="0"/>
          <c:showVal val="0"/>
          <c:showCatName val="0"/>
          <c:showSerName val="0"/>
          <c:showPercent val="1"/>
          <c:showBubbleSize val="0"/>
          <c:showLeaderLines val="1"/>
        </c:dLbls>
        <c:firstSliceAng val="189"/>
        <c:holeSize val="90"/>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rgbClr val="BB3023"/>
            </a:solidFill>
          </c:spPr>
          <c:dPt>
            <c:idx val="0"/>
            <c:bubble3D val="0"/>
            <c:spPr>
              <a:solidFill>
                <a:srgbClr val="BB3023"/>
              </a:solidFill>
              <a:ln w="19050">
                <a:solidFill>
                  <a:schemeClr val="lt1"/>
                </a:solidFill>
              </a:ln>
              <a:effectLst/>
            </c:spPr>
            <c:extLst>
              <c:ext xmlns:c16="http://schemas.microsoft.com/office/drawing/2014/chart" uri="{C3380CC4-5D6E-409C-BE32-E72D297353CC}">
                <c16:uniqueId val="{00000001-71C0-B14A-BF79-6029746A08D2}"/>
              </c:ext>
            </c:extLst>
          </c:dPt>
          <c:dPt>
            <c:idx val="1"/>
            <c:bubble3D val="0"/>
            <c:spPr>
              <a:solidFill>
                <a:srgbClr val="1E344D"/>
              </a:solidFill>
              <a:ln w="19050">
                <a:solidFill>
                  <a:schemeClr val="lt1"/>
                </a:solidFill>
              </a:ln>
              <a:effectLst/>
            </c:spPr>
            <c:extLst>
              <c:ext xmlns:c16="http://schemas.microsoft.com/office/drawing/2014/chart" uri="{C3380CC4-5D6E-409C-BE32-E72D297353CC}">
                <c16:uniqueId val="{00000001-0F64-8043-B3B3-133AC05689C2}"/>
              </c:ext>
            </c:extLst>
          </c:dPt>
          <c:dPt>
            <c:idx val="2"/>
            <c:bubble3D val="0"/>
            <c:spPr>
              <a:solidFill>
                <a:srgbClr val="4F6682"/>
              </a:solidFill>
              <a:ln w="19050">
                <a:solidFill>
                  <a:schemeClr val="lt1"/>
                </a:solidFill>
              </a:ln>
              <a:effectLst/>
            </c:spPr>
            <c:extLst>
              <c:ext xmlns:c16="http://schemas.microsoft.com/office/drawing/2014/chart" uri="{C3380CC4-5D6E-409C-BE32-E72D297353CC}">
                <c16:uniqueId val="{00000002-0F64-8043-B3B3-133AC05689C2}"/>
              </c:ext>
            </c:extLst>
          </c:dPt>
          <c:dPt>
            <c:idx val="3"/>
            <c:bubble3D val="0"/>
            <c:spPr>
              <a:solidFill>
                <a:srgbClr val="A5B2C1"/>
              </a:solidFill>
              <a:ln w="19050">
                <a:solidFill>
                  <a:schemeClr val="lt1"/>
                </a:solidFill>
              </a:ln>
              <a:effectLst/>
            </c:spPr>
            <c:extLst>
              <c:ext xmlns:c16="http://schemas.microsoft.com/office/drawing/2014/chart" uri="{C3380CC4-5D6E-409C-BE32-E72D297353CC}">
                <c16:uniqueId val="{00000003-0F64-8043-B3B3-133AC05689C2}"/>
              </c:ext>
            </c:extLst>
          </c:dPt>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3</c:v>
                </c:pt>
                <c:pt idx="1">
                  <c:v>3.2</c:v>
                </c:pt>
                <c:pt idx="2">
                  <c:v>1.4</c:v>
                </c:pt>
                <c:pt idx="3">
                  <c:v>1.2</c:v>
                </c:pt>
              </c:numCache>
            </c:numRef>
          </c:val>
          <c:extLst>
            <c:ext xmlns:c16="http://schemas.microsoft.com/office/drawing/2014/chart" uri="{C3380CC4-5D6E-409C-BE32-E72D297353CC}">
              <c16:uniqueId val="{00000000-0F64-8043-B3B3-133AC05689C2}"/>
            </c:ext>
          </c:extLst>
        </c:ser>
        <c:dLbls>
          <c:showLegendKey val="0"/>
          <c:showVal val="0"/>
          <c:showCatName val="0"/>
          <c:showSerName val="0"/>
          <c:showPercent val="1"/>
          <c:showBubbleSize val="0"/>
          <c:showLeaderLines val="1"/>
        </c:dLbls>
        <c:firstSliceAng val="207"/>
        <c:holeSize val="86"/>
      </c:doughnutChart>
      <c:spPr>
        <a:noFill/>
        <a:ln>
          <a:noFill/>
        </a:ln>
        <a:effectLst/>
      </c:spPr>
    </c:plotArea>
    <c:legend>
      <c:legendPos val="r"/>
      <c:layout>
        <c:manualLayout>
          <c:xMode val="edge"/>
          <c:yMode val="edge"/>
          <c:x val="0.89969580489369583"/>
          <c:y val="0.34466394548258539"/>
          <c:w val="0.1003041889534273"/>
          <c:h val="0.18270328695017948"/>
        </c:manualLayout>
      </c:layout>
      <c:overlay val="0"/>
      <c:spPr>
        <a:noFill/>
        <a:ln>
          <a:noFill/>
        </a:ln>
        <a:effectLst/>
      </c:spPr>
      <c:txPr>
        <a:bodyPr rot="0" spcFirstLastPara="1" vertOverflow="ellipsis" vert="horz" wrap="square" anchor="ctr" anchorCtr="1"/>
        <a:lstStyle/>
        <a:p>
          <a:pPr>
            <a:defRPr sz="1197" b="1"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D97A-EF40-BB10-EA607DE1D074}"/>
              </c:ext>
            </c:extLst>
          </c:dPt>
          <c:dPt>
            <c:idx val="1"/>
            <c:invertIfNegative val="0"/>
            <c:bubble3D val="0"/>
            <c:spPr>
              <a:solidFill>
                <a:srgbClr val="BB3023"/>
              </a:solidFill>
              <a:ln>
                <a:noFill/>
              </a:ln>
              <a:effectLst/>
            </c:spPr>
            <c:extLst>
              <c:ext xmlns:c16="http://schemas.microsoft.com/office/drawing/2014/chart" uri="{C3380CC4-5D6E-409C-BE32-E72D297353CC}">
                <c16:uniqueId val="{00000003-D97A-EF40-BB10-EA607DE1D074}"/>
              </c:ext>
            </c:extLst>
          </c:dPt>
          <c:dPt>
            <c:idx val="2"/>
            <c:invertIfNegative val="0"/>
            <c:bubble3D val="0"/>
            <c:spPr>
              <a:solidFill>
                <a:srgbClr val="1E344D"/>
              </a:solidFill>
              <a:ln>
                <a:noFill/>
              </a:ln>
              <a:effectLst/>
            </c:spPr>
            <c:extLst>
              <c:ext xmlns:c16="http://schemas.microsoft.com/office/drawing/2014/chart" uri="{C3380CC4-5D6E-409C-BE32-E72D297353CC}">
                <c16:uniqueId val="{00000005-D97A-EF40-BB10-EA607DE1D074}"/>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D97A-EF40-BB10-EA607DE1D074}"/>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rgbClr val="1E344D"/>
              </a:solidFill>
              <a:ln w="19050">
                <a:solidFill>
                  <a:schemeClr val="lt1"/>
                </a:solidFill>
              </a:ln>
              <a:effectLst/>
            </c:spPr>
            <c:extLst>
              <c:ext xmlns:c16="http://schemas.microsoft.com/office/drawing/2014/chart" uri="{C3380CC4-5D6E-409C-BE32-E72D297353CC}">
                <c16:uniqueId val="{00000001-6FDD-4F44-BB4C-11F9D2CE9F8C}"/>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6FDD-4F44-BB4C-11F9D2CE9F8C}"/>
              </c:ext>
            </c:extLst>
          </c:dPt>
          <c:dPt>
            <c:idx val="2"/>
            <c:bubble3D val="0"/>
            <c:spPr>
              <a:solidFill>
                <a:srgbClr val="1E344D"/>
              </a:solidFill>
              <a:ln w="19050">
                <a:solidFill>
                  <a:schemeClr val="lt1"/>
                </a:solidFill>
              </a:ln>
              <a:effectLst/>
            </c:spPr>
            <c:extLst>
              <c:ext xmlns:c16="http://schemas.microsoft.com/office/drawing/2014/chart" uri="{C3380CC4-5D6E-409C-BE32-E72D297353CC}">
                <c16:uniqueId val="{00000005-6FDD-4F44-BB4C-11F9D2CE9F8C}"/>
              </c:ext>
            </c:extLst>
          </c:dPt>
          <c:dPt>
            <c:idx val="3"/>
            <c:bubble3D val="0"/>
            <c:spPr>
              <a:solidFill>
                <a:srgbClr val="BB3023"/>
              </a:solidFill>
              <a:ln w="19050">
                <a:solidFill>
                  <a:schemeClr val="lt1"/>
                </a:solidFill>
              </a:ln>
              <a:effectLst/>
            </c:spPr>
            <c:extLst>
              <c:ext xmlns:c16="http://schemas.microsoft.com/office/drawing/2014/chart" uri="{C3380CC4-5D6E-409C-BE32-E72D297353CC}">
                <c16:uniqueId val="{00000007-6FDD-4F44-BB4C-11F9D2CE9F8C}"/>
              </c:ext>
            </c:extLst>
          </c:dPt>
          <c:dPt>
            <c:idx val="4"/>
            <c:bubble3D val="0"/>
            <c:spPr>
              <a:solidFill>
                <a:srgbClr val="1E344D"/>
              </a:solidFill>
              <a:ln w="19050">
                <a:solidFill>
                  <a:schemeClr val="lt1"/>
                </a:solidFill>
              </a:ln>
              <a:effectLst/>
            </c:spPr>
            <c:extLst>
              <c:ext xmlns:c16="http://schemas.microsoft.com/office/drawing/2014/chart" uri="{C3380CC4-5D6E-409C-BE32-E72D297353CC}">
                <c16:uniqueId val="{00000009-6FDD-4F44-BB4C-11F9D2CE9F8C}"/>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A-6FDD-4F44-BB4C-11F9D2CE9F8C}"/>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dPt>
            <c:idx val="0"/>
            <c:bubble3D val="0"/>
            <c:spPr>
              <a:solidFill>
                <a:srgbClr val="1E344D"/>
              </a:solidFill>
              <a:ln w="19050">
                <a:solidFill>
                  <a:schemeClr val="lt1"/>
                </a:solidFill>
              </a:ln>
              <a:effectLst/>
            </c:spPr>
            <c:extLst>
              <c:ext xmlns:c16="http://schemas.microsoft.com/office/drawing/2014/chart" uri="{C3380CC4-5D6E-409C-BE32-E72D297353CC}">
                <c16:uniqueId val="{00000001-B6F7-D447-A93D-767C9CBEB233}"/>
              </c:ext>
            </c:extLst>
          </c:dPt>
          <c:dPt>
            <c:idx val="1"/>
            <c:bubble3D val="0"/>
            <c:spPr>
              <a:pattFill prst="wdDnDiag">
                <a:fgClr>
                  <a:srgbClr val="1E344D"/>
                </a:fgClr>
                <a:bgClr>
                  <a:schemeClr val="bg1"/>
                </a:bgClr>
              </a:pattFill>
              <a:ln w="19050">
                <a:solidFill>
                  <a:schemeClr val="lt1"/>
                </a:solidFill>
              </a:ln>
              <a:effectLst/>
            </c:spPr>
            <c:extLst>
              <c:ext xmlns:c16="http://schemas.microsoft.com/office/drawing/2014/chart" uri="{C3380CC4-5D6E-409C-BE32-E72D297353CC}">
                <c16:uniqueId val="{00000003-B6F7-D447-A93D-767C9CBEB233}"/>
              </c:ext>
            </c:extLst>
          </c:dPt>
          <c:dPt>
            <c:idx val="2"/>
            <c:bubble3D val="0"/>
            <c:spPr>
              <a:solidFill>
                <a:srgbClr val="BB3023"/>
              </a:solidFill>
              <a:ln w="19050">
                <a:solidFill>
                  <a:schemeClr val="lt1"/>
                </a:solidFill>
              </a:ln>
              <a:effectLst/>
            </c:spPr>
            <c:extLst>
              <c:ext xmlns:c16="http://schemas.microsoft.com/office/drawing/2014/chart" uri="{C3380CC4-5D6E-409C-BE32-E72D297353CC}">
                <c16:uniqueId val="{00000005-B6F7-D447-A93D-767C9CBEB233}"/>
              </c:ext>
            </c:extLst>
          </c:dPt>
          <c:dPt>
            <c:idx val="3"/>
            <c:bubble3D val="0"/>
            <c:spPr>
              <a:pattFill prst="dkUpDiag">
                <a:fgClr>
                  <a:srgbClr val="1E344D"/>
                </a:fgClr>
                <a:bgClr>
                  <a:schemeClr val="bg1"/>
                </a:bgClr>
              </a:pattFill>
              <a:ln w="19050">
                <a:solidFill>
                  <a:schemeClr val="lt1"/>
                </a:solidFill>
              </a:ln>
              <a:effectLst/>
            </c:spPr>
            <c:extLst>
              <c:ext xmlns:c16="http://schemas.microsoft.com/office/drawing/2014/chart" uri="{C3380CC4-5D6E-409C-BE32-E72D297353CC}">
                <c16:uniqueId val="{00000007-B6F7-D447-A93D-767C9CBEB233}"/>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B6F7-D447-A93D-767C9CBEB233}"/>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B6F7-D447-A93D-767C9CBEB233}"/>
              </c:ext>
            </c:extLst>
          </c:dPt>
          <c:val>
            <c:numRef>
              <c:f>Sheet1!$A$2:$A$7</c:f>
              <c:numCache>
                <c:formatCode>General</c:formatCode>
                <c:ptCount val="6"/>
                <c:pt idx="0">
                  <c:v>99</c:v>
                </c:pt>
                <c:pt idx="1">
                  <c:v>10</c:v>
                </c:pt>
                <c:pt idx="2">
                  <c:v>20</c:v>
                </c:pt>
                <c:pt idx="3">
                  <c:v>12</c:v>
                </c:pt>
              </c:numCache>
            </c:numRef>
          </c:val>
          <c:extLst>
            <c:ext xmlns:c16="http://schemas.microsoft.com/office/drawing/2014/chart" uri="{C3380CC4-5D6E-409C-BE32-E72D297353CC}">
              <c16:uniqueId val="{0000000C-B6F7-D447-A93D-767C9CBEB233}"/>
            </c:ext>
          </c:extLst>
        </c:ser>
        <c:dLbls>
          <c:showLegendKey val="0"/>
          <c:showVal val="0"/>
          <c:showCatName val="0"/>
          <c:showSerName val="0"/>
          <c:showPercent val="0"/>
          <c:showBubbleSize val="0"/>
          <c:showLeaderLines val="1"/>
        </c:dLbls>
        <c:firstSliceAng val="142"/>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explosion val="10"/>
          <c:dPt>
            <c:idx val="0"/>
            <c:bubble3D val="0"/>
            <c:spPr>
              <a:solidFill>
                <a:srgbClr val="BB3023"/>
              </a:solidFill>
              <a:ln w="19050">
                <a:solidFill>
                  <a:schemeClr val="lt1"/>
                </a:solidFill>
              </a:ln>
              <a:effectLst/>
            </c:spPr>
            <c:extLst>
              <c:ext xmlns:c16="http://schemas.microsoft.com/office/drawing/2014/chart" uri="{C3380CC4-5D6E-409C-BE32-E72D297353CC}">
                <c16:uniqueId val="{00000001-3DD6-434F-9074-C8995F24A14B}"/>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3DD6-434F-9074-C8995F24A14B}"/>
              </c:ext>
            </c:extLst>
          </c:dPt>
          <c:dPt>
            <c:idx val="2"/>
            <c:bubble3D val="0"/>
            <c:spPr>
              <a:solidFill>
                <a:srgbClr val="6B9CF9"/>
              </a:solidFill>
              <a:ln w="19050">
                <a:solidFill>
                  <a:schemeClr val="lt1"/>
                </a:solidFill>
              </a:ln>
              <a:effectLst/>
            </c:spPr>
            <c:extLst>
              <c:ext xmlns:c16="http://schemas.microsoft.com/office/drawing/2014/chart" uri="{C3380CC4-5D6E-409C-BE32-E72D297353CC}">
                <c16:uniqueId val="{00000005-3DD6-434F-9074-C8995F24A14B}"/>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3DD6-434F-9074-C8995F24A14B}"/>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3DD6-434F-9074-C8995F24A14B}"/>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3DD6-434F-9074-C8995F24A14B}"/>
              </c:ext>
            </c:extLst>
          </c:dPt>
          <c:dLbls>
            <c:dLbl>
              <c:idx val="0"/>
              <c:layout>
                <c:manualLayout>
                  <c:x val="0.10970288900345611"/>
                  <c:y val="-0.19543695306687817"/>
                </c:manualLayout>
              </c:layout>
              <c:showLegendKey val="0"/>
              <c:showVal val="0"/>
              <c:showCatName val="0"/>
              <c:showSerName val="0"/>
              <c:showPercent val="1"/>
              <c:showBubbleSize val="0"/>
              <c:extLst>
                <c:ext xmlns:c15="http://schemas.microsoft.com/office/drawing/2012/chart" uri="{CE6537A1-D6FC-4f65-9D91-7224C49458BB}">
                  <c15:layout>
                    <c:manualLayout>
                      <c:w val="0.44025410282499122"/>
                      <c:h val="0.36763748049639744"/>
                    </c:manualLayout>
                  </c15:layout>
                </c:ext>
                <c:ext xmlns:c16="http://schemas.microsoft.com/office/drawing/2014/chart" uri="{C3380CC4-5D6E-409C-BE32-E72D297353CC}">
                  <c16:uniqueId val="{00000001-3DD6-434F-9074-C8995F24A14B}"/>
                </c:ext>
              </c:extLst>
            </c:dLbl>
            <c:dLbl>
              <c:idx val="1"/>
              <c:layout>
                <c:manualLayout>
                  <c:x val="-0.13857178318425956"/>
                  <c:y val="0.14976354444988021"/>
                </c:manualLayout>
              </c:layout>
              <c:showLegendKey val="0"/>
              <c:showVal val="0"/>
              <c:showCatName val="0"/>
              <c:showSerName val="0"/>
              <c:showPercent val="1"/>
              <c:showBubbleSize val="0"/>
              <c:extLst>
                <c:ext xmlns:c15="http://schemas.microsoft.com/office/drawing/2012/chart" uri="{CE6537A1-D6FC-4f65-9D91-7224C49458BB}">
                  <c15:layout>
                    <c:manualLayout>
                      <c:w val="0.31322996823942001"/>
                      <c:h val="0.36763748049639744"/>
                    </c:manualLayout>
                  </c15:layout>
                </c:ext>
                <c:ext xmlns:c16="http://schemas.microsoft.com/office/drawing/2014/chart" uri="{C3380CC4-5D6E-409C-BE32-E72D297353CC}">
                  <c16:uniqueId val="{00000003-3DD6-434F-9074-C8995F24A14B}"/>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Alibaba PuHuiTi" pitchFamily="18" charset="-122"/>
                    <a:ea typeface="Alibaba PuHuiTi" pitchFamily="18" charset="-122"/>
                    <a:cs typeface="Alibaba PuHuiTi" pitchFamily="18" charset="-122"/>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Sheet1!$A$2:$A$7</c:f>
              <c:numCache>
                <c:formatCode>General</c:formatCode>
                <c:ptCount val="6"/>
                <c:pt idx="0">
                  <c:v>99</c:v>
                </c:pt>
                <c:pt idx="1">
                  <c:v>66</c:v>
                </c:pt>
              </c:numCache>
            </c:numRef>
          </c:val>
          <c:extLst>
            <c:ext xmlns:c16="http://schemas.microsoft.com/office/drawing/2014/chart" uri="{C3380CC4-5D6E-409C-BE32-E72D297353CC}">
              <c16:uniqueId val="{0000000C-3DD6-434F-9074-C8995F24A14B}"/>
            </c:ext>
          </c:extLst>
        </c:ser>
        <c:dLbls>
          <c:showLegendKey val="0"/>
          <c:showVal val="0"/>
          <c:showCatName val="0"/>
          <c:showSerName val="0"/>
          <c:showPercent val="1"/>
          <c:showBubbleSize val="0"/>
          <c:showLeaderLines val="1"/>
        </c:dLbls>
        <c:firstSliceAng val="153"/>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2618-6443-AE1F-0DBC91710851}"/>
            </c:ext>
          </c:extLst>
        </c:ser>
        <c:ser>
          <c:idx val="1"/>
          <c:order val="1"/>
          <c:tx>
            <c:strRef>
              <c:f>Sheet1!$C$1</c:f>
              <c:strCache>
                <c:ptCount val="1"/>
                <c:pt idx="0">
                  <c:v>系列 2</c:v>
                </c:pt>
              </c:strCache>
            </c:strRef>
          </c:tx>
          <c:spPr>
            <a:solidFill>
              <a:srgbClr val="BB3023"/>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2618-6443-AE1F-0DBC91710851}"/>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18-6443-AE1F-0DBC9171085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2618-6443-AE1F-0DBC91710851}"/>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explosion val="10"/>
          <c:dPt>
            <c:idx val="0"/>
            <c:bubble3D val="0"/>
            <c:spPr>
              <a:solidFill>
                <a:schemeClr val="bg1"/>
              </a:solidFill>
              <a:ln w="19050">
                <a:solidFill>
                  <a:schemeClr val="lt1"/>
                </a:solidFill>
              </a:ln>
              <a:effectLst/>
            </c:spPr>
            <c:extLst>
              <c:ext xmlns:c16="http://schemas.microsoft.com/office/drawing/2014/chart" uri="{C3380CC4-5D6E-409C-BE32-E72D297353CC}">
                <c16:uniqueId val="{00000001-3DD6-434F-9074-C8995F24A14B}"/>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3DD6-434F-9074-C8995F24A14B}"/>
              </c:ext>
            </c:extLst>
          </c:dPt>
          <c:dPt>
            <c:idx val="2"/>
            <c:bubble3D val="0"/>
            <c:spPr>
              <a:solidFill>
                <a:srgbClr val="6B9CF9"/>
              </a:solidFill>
              <a:ln w="19050">
                <a:solidFill>
                  <a:schemeClr val="lt1"/>
                </a:solidFill>
              </a:ln>
              <a:effectLst/>
            </c:spPr>
            <c:extLst>
              <c:ext xmlns:c16="http://schemas.microsoft.com/office/drawing/2014/chart" uri="{C3380CC4-5D6E-409C-BE32-E72D297353CC}">
                <c16:uniqueId val="{00000005-3DD6-434F-9074-C8995F24A14B}"/>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3DD6-434F-9074-C8995F24A14B}"/>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3DD6-434F-9074-C8995F24A14B}"/>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3DD6-434F-9074-C8995F24A14B}"/>
              </c:ext>
            </c:extLst>
          </c:dPt>
          <c:dLbls>
            <c:dLbl>
              <c:idx val="0"/>
              <c:layout>
                <c:manualLayout>
                  <c:x val="0.10970288900345611"/>
                  <c:y val="-0.19543695306687817"/>
                </c:manualLayout>
              </c:layout>
              <c:showLegendKey val="0"/>
              <c:showVal val="0"/>
              <c:showCatName val="0"/>
              <c:showSerName val="0"/>
              <c:showPercent val="1"/>
              <c:showBubbleSize val="0"/>
              <c:extLst>
                <c:ext xmlns:c15="http://schemas.microsoft.com/office/drawing/2012/chart" uri="{CE6537A1-D6FC-4f65-9D91-7224C49458BB}">
                  <c15:layout>
                    <c:manualLayout>
                      <c:w val="0.44025410282499122"/>
                      <c:h val="0.36763748049639744"/>
                    </c:manualLayout>
                  </c15:layout>
                </c:ext>
                <c:ext xmlns:c16="http://schemas.microsoft.com/office/drawing/2014/chart" uri="{C3380CC4-5D6E-409C-BE32-E72D297353CC}">
                  <c16:uniqueId val="{00000001-3DD6-434F-9074-C8995F24A14B}"/>
                </c:ext>
              </c:extLst>
            </c:dLbl>
            <c:dLbl>
              <c:idx val="1"/>
              <c:layout>
                <c:manualLayout>
                  <c:x val="-0.13857178318425956"/>
                  <c:y val="0.14976354444988021"/>
                </c:manualLayout>
              </c:layout>
              <c:showLegendKey val="0"/>
              <c:showVal val="0"/>
              <c:showCatName val="0"/>
              <c:showSerName val="0"/>
              <c:showPercent val="1"/>
              <c:showBubbleSize val="0"/>
              <c:extLst>
                <c:ext xmlns:c15="http://schemas.microsoft.com/office/drawing/2012/chart" uri="{CE6537A1-D6FC-4f65-9D91-7224C49458BB}">
                  <c15:layout>
                    <c:manualLayout>
                      <c:w val="0.31322996823942001"/>
                      <c:h val="0.36763748049639744"/>
                    </c:manualLayout>
                  </c15:layout>
                </c:ext>
                <c:ext xmlns:c16="http://schemas.microsoft.com/office/drawing/2014/chart" uri="{C3380CC4-5D6E-409C-BE32-E72D297353CC}">
                  <c16:uniqueId val="{00000003-3DD6-434F-9074-C8995F24A14B}"/>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1E344D"/>
                    </a:solidFill>
                    <a:latin typeface="Alibaba PuHuiTi" pitchFamily="18" charset="-122"/>
                    <a:ea typeface="Alibaba PuHuiTi" pitchFamily="18" charset="-122"/>
                    <a:cs typeface="Alibaba PuHuiTi" pitchFamily="18" charset="-122"/>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Sheet1!$A$2:$A$7</c:f>
              <c:numCache>
                <c:formatCode>General</c:formatCode>
                <c:ptCount val="6"/>
                <c:pt idx="0">
                  <c:v>99</c:v>
                </c:pt>
                <c:pt idx="1">
                  <c:v>66</c:v>
                </c:pt>
              </c:numCache>
            </c:numRef>
          </c:val>
          <c:extLst>
            <c:ext xmlns:c16="http://schemas.microsoft.com/office/drawing/2014/chart" uri="{C3380CC4-5D6E-409C-BE32-E72D297353CC}">
              <c16:uniqueId val="{0000000C-3DD6-434F-9074-C8995F24A14B}"/>
            </c:ext>
          </c:extLst>
        </c:ser>
        <c:dLbls>
          <c:showLegendKey val="0"/>
          <c:showVal val="0"/>
          <c:showCatName val="0"/>
          <c:showSerName val="0"/>
          <c:showPercent val="1"/>
          <c:showBubbleSize val="0"/>
          <c:showLeaderLines val="1"/>
        </c:dLbls>
        <c:firstSliceAng val="153"/>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chemeClr val="bg1"/>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2618-6443-AE1F-0DBC91710851}"/>
            </c:ext>
          </c:extLst>
        </c:ser>
        <c:ser>
          <c:idx val="1"/>
          <c:order val="1"/>
          <c:tx>
            <c:strRef>
              <c:f>Sheet1!$C$1</c:f>
              <c:strCache>
                <c:ptCount val="1"/>
                <c:pt idx="0">
                  <c:v>系列 2</c:v>
                </c:pt>
              </c:strCache>
            </c:strRef>
          </c:tx>
          <c:spPr>
            <a:solidFill>
              <a:srgbClr val="BB3023"/>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2618-6443-AE1F-0DBC91710851}"/>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rgbClr val="BB3023"/>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18-6443-AE1F-0DBC9171085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2618-6443-AE1F-0DBC91710851}"/>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2"/>
          <c:order val="0"/>
          <c:tx>
            <c:strRef>
              <c:f>Sheet1!$D$1</c:f>
              <c:strCache>
                <c:ptCount val="1"/>
                <c:pt idx="0">
                  <c:v>系列 3</c:v>
                </c:pt>
              </c:strCache>
            </c:strRef>
          </c:tx>
          <c:spPr>
            <a:ln w="41275" cap="rnd">
              <a:solidFill>
                <a:srgbClr val="BB3023"/>
              </a:solidFill>
              <a:round/>
            </a:ln>
            <a:effectLst/>
          </c:spPr>
          <c:marker>
            <c:symbol val="none"/>
          </c:marker>
          <c:dLbls>
            <c:dLbl>
              <c:idx val="0"/>
              <c:layout>
                <c:manualLayout>
                  <c:x val="-3.2644122515705164E-2"/>
                  <c:y val="0.164771007222246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B64-6F4E-8975-C20A73AE22FB}"/>
                </c:ext>
              </c:extLst>
            </c:dLbl>
            <c:dLbl>
              <c:idx val="1"/>
              <c:layout>
                <c:manualLayout>
                  <c:x val="0"/>
                  <c:y val="0.109847338148164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64-6F4E-8975-C20A73AE22FB}"/>
                </c:ext>
              </c:extLst>
            </c:dLbl>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18-6443-AE1F-0DBC9171085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2618-6443-AE1F-0DBC91710851}"/>
            </c:ext>
          </c:extLst>
        </c:ser>
        <c:dLbls>
          <c:showLegendKey val="0"/>
          <c:showVal val="0"/>
          <c:showCatName val="0"/>
          <c:showSerName val="0"/>
          <c:showPercent val="0"/>
          <c:showBubbleSize val="0"/>
        </c:dLbls>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1587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zh-CN"/>
          </a:p>
        </c:txPr>
        <c:crossAx val="2663874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explosion val="10"/>
          <c:dPt>
            <c:idx val="0"/>
            <c:bubble3D val="0"/>
            <c:spPr>
              <a:solidFill>
                <a:schemeClr val="bg1"/>
              </a:solidFill>
              <a:ln w="19050">
                <a:solidFill>
                  <a:schemeClr val="lt1"/>
                </a:solidFill>
              </a:ln>
              <a:effectLst/>
            </c:spPr>
            <c:extLst>
              <c:ext xmlns:c16="http://schemas.microsoft.com/office/drawing/2014/chart" uri="{C3380CC4-5D6E-409C-BE32-E72D297353CC}">
                <c16:uniqueId val="{00000001-3DD6-434F-9074-C8995F24A14B}"/>
              </c:ext>
            </c:extLst>
          </c:dPt>
          <c:dPt>
            <c:idx val="1"/>
            <c:bubble3D val="0"/>
            <c:spPr>
              <a:solidFill>
                <a:schemeClr val="bg1"/>
              </a:solidFill>
              <a:ln w="19050">
                <a:solidFill>
                  <a:schemeClr val="lt1"/>
                </a:solidFill>
              </a:ln>
              <a:effectLst/>
            </c:spPr>
            <c:extLst>
              <c:ext xmlns:c16="http://schemas.microsoft.com/office/drawing/2014/chart" uri="{C3380CC4-5D6E-409C-BE32-E72D297353CC}">
                <c16:uniqueId val="{00000003-3DD6-434F-9074-C8995F24A14B}"/>
              </c:ext>
            </c:extLst>
          </c:dPt>
          <c:dPt>
            <c:idx val="2"/>
            <c:bubble3D val="0"/>
            <c:spPr>
              <a:solidFill>
                <a:srgbClr val="6B9CF9"/>
              </a:solidFill>
              <a:ln w="19050">
                <a:solidFill>
                  <a:schemeClr val="lt1"/>
                </a:solidFill>
              </a:ln>
              <a:effectLst/>
            </c:spPr>
            <c:extLst>
              <c:ext xmlns:c16="http://schemas.microsoft.com/office/drawing/2014/chart" uri="{C3380CC4-5D6E-409C-BE32-E72D297353CC}">
                <c16:uniqueId val="{00000005-3DD6-434F-9074-C8995F24A14B}"/>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3DD6-434F-9074-C8995F24A14B}"/>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3DD6-434F-9074-C8995F24A14B}"/>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3DD6-434F-9074-C8995F24A14B}"/>
              </c:ext>
            </c:extLst>
          </c:dPt>
          <c:dLbls>
            <c:dLbl>
              <c:idx val="0"/>
              <c:layout>
                <c:manualLayout>
                  <c:x val="0.10970288900345611"/>
                  <c:y val="-0.19543695306687817"/>
                </c:manualLayout>
              </c:layout>
              <c:showLegendKey val="0"/>
              <c:showVal val="0"/>
              <c:showCatName val="0"/>
              <c:showSerName val="0"/>
              <c:showPercent val="1"/>
              <c:showBubbleSize val="0"/>
              <c:extLst>
                <c:ext xmlns:c15="http://schemas.microsoft.com/office/drawing/2012/chart" uri="{CE6537A1-D6FC-4f65-9D91-7224C49458BB}">
                  <c15:layout>
                    <c:manualLayout>
                      <c:w val="0.44025410282499122"/>
                      <c:h val="0.36763748049639744"/>
                    </c:manualLayout>
                  </c15:layout>
                </c:ext>
                <c:ext xmlns:c16="http://schemas.microsoft.com/office/drawing/2014/chart" uri="{C3380CC4-5D6E-409C-BE32-E72D297353CC}">
                  <c16:uniqueId val="{00000001-3DD6-434F-9074-C8995F24A14B}"/>
                </c:ext>
              </c:extLst>
            </c:dLbl>
            <c:dLbl>
              <c:idx val="1"/>
              <c:layout>
                <c:manualLayout>
                  <c:x val="-0.13857178318425956"/>
                  <c:y val="0.14976354444988021"/>
                </c:manualLayout>
              </c:layout>
              <c:showLegendKey val="0"/>
              <c:showVal val="0"/>
              <c:showCatName val="0"/>
              <c:showSerName val="0"/>
              <c:showPercent val="1"/>
              <c:showBubbleSize val="0"/>
              <c:extLst>
                <c:ext xmlns:c15="http://schemas.microsoft.com/office/drawing/2012/chart" uri="{CE6537A1-D6FC-4f65-9D91-7224C49458BB}">
                  <c15:layout>
                    <c:manualLayout>
                      <c:w val="0.31322996823942001"/>
                      <c:h val="0.36763748049639744"/>
                    </c:manualLayout>
                  </c15:layout>
                </c:ext>
                <c:ext xmlns:c16="http://schemas.microsoft.com/office/drawing/2014/chart" uri="{C3380CC4-5D6E-409C-BE32-E72D297353CC}">
                  <c16:uniqueId val="{00000003-3DD6-434F-9074-C8995F24A14B}"/>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1E344D"/>
                    </a:solidFill>
                    <a:latin typeface="Alibaba PuHuiTi" pitchFamily="18" charset="-122"/>
                    <a:ea typeface="Alibaba PuHuiTi" pitchFamily="18" charset="-122"/>
                    <a:cs typeface="Alibaba PuHuiTi" pitchFamily="18" charset="-122"/>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Sheet1!$A$2:$A$7</c:f>
              <c:numCache>
                <c:formatCode>General</c:formatCode>
                <c:ptCount val="6"/>
                <c:pt idx="0">
                  <c:v>99</c:v>
                </c:pt>
                <c:pt idx="1">
                  <c:v>66</c:v>
                </c:pt>
              </c:numCache>
            </c:numRef>
          </c:val>
          <c:extLst>
            <c:ext xmlns:c16="http://schemas.microsoft.com/office/drawing/2014/chart" uri="{C3380CC4-5D6E-409C-BE32-E72D297353CC}">
              <c16:uniqueId val="{0000000C-3DD6-434F-9074-C8995F24A14B}"/>
            </c:ext>
          </c:extLst>
        </c:ser>
        <c:dLbls>
          <c:showLegendKey val="0"/>
          <c:showVal val="0"/>
          <c:showCatName val="0"/>
          <c:showSerName val="0"/>
          <c:showPercent val="1"/>
          <c:showBubbleSize val="0"/>
          <c:showLeaderLines val="1"/>
        </c:dLbls>
        <c:firstSliceAng val="153"/>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chemeClr val="bg1"/>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2618-6443-AE1F-0DBC91710851}"/>
            </c:ext>
          </c:extLst>
        </c:ser>
        <c:ser>
          <c:idx val="1"/>
          <c:order val="1"/>
          <c:tx>
            <c:strRef>
              <c:f>Sheet1!$C$1</c:f>
              <c:strCache>
                <c:ptCount val="1"/>
                <c:pt idx="0">
                  <c:v>系列 2</c:v>
                </c:pt>
              </c:strCache>
            </c:strRef>
          </c:tx>
          <c:spPr>
            <a:solidFill>
              <a:schemeClr val="bg1"/>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2618-6443-AE1F-0DBC91710851}"/>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rgbClr val="BB3023"/>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18-6443-AE1F-0DBC9171085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BB3023"/>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2618-6443-AE1F-0DBC91710851}"/>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2"/>
          <c:order val="0"/>
          <c:tx>
            <c:strRef>
              <c:f>Sheet1!$D$1</c:f>
              <c:strCache>
                <c:ptCount val="1"/>
                <c:pt idx="0">
                  <c:v>系列 3</c:v>
                </c:pt>
              </c:strCache>
            </c:strRef>
          </c:tx>
          <c:spPr>
            <a:ln w="41275" cap="rnd">
              <a:solidFill>
                <a:srgbClr val="1E344D"/>
              </a:solidFill>
              <a:round/>
            </a:ln>
            <a:effectLst/>
          </c:spPr>
          <c:marker>
            <c:symbol val="none"/>
          </c:marker>
          <c:dLbls>
            <c:dLbl>
              <c:idx val="0"/>
              <c:layout>
                <c:manualLayout>
                  <c:x val="-3.2644122515705164E-2"/>
                  <c:y val="0.164771007222246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B64-6F4E-8975-C20A73AE22FB}"/>
                </c:ext>
              </c:extLst>
            </c:dLbl>
            <c:dLbl>
              <c:idx val="1"/>
              <c:layout>
                <c:manualLayout>
                  <c:x val="0"/>
                  <c:y val="0.109847338148164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64-6F4E-8975-C20A73AE22FB}"/>
                </c:ext>
              </c:extLst>
            </c:dLbl>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18-6443-AE1F-0DBC9171085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2618-6443-AE1F-0DBC91710851}"/>
            </c:ext>
          </c:extLst>
        </c:ser>
        <c:dLbls>
          <c:showLegendKey val="0"/>
          <c:showVal val="0"/>
          <c:showCatName val="0"/>
          <c:showSerName val="0"/>
          <c:showPercent val="0"/>
          <c:showBubbleSize val="0"/>
        </c:dLbls>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1587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zh-CN"/>
          </a:p>
        </c:txPr>
        <c:crossAx val="266387407"/>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chemeClr val="bg1"/>
            </a:solidFill>
            <a:ln>
              <a:noFill/>
            </a:ln>
            <a:effectLst/>
          </c:spPr>
          <c:invertIfNegative val="0"/>
          <c:dPt>
            <c:idx val="0"/>
            <c:invertIfNegative val="0"/>
            <c:bubble3D val="0"/>
            <c:spPr>
              <a:noFill/>
              <a:ln w="38100">
                <a:solidFill>
                  <a:schemeClr val="bg1"/>
                </a:solidFill>
              </a:ln>
              <a:effectLst/>
            </c:spPr>
            <c:extLst>
              <c:ext xmlns:c16="http://schemas.microsoft.com/office/drawing/2014/chart" uri="{C3380CC4-5D6E-409C-BE32-E72D297353CC}">
                <c16:uniqueId val="{00000001-0A5C-FD4D-B763-95819830E269}"/>
              </c:ext>
            </c:extLst>
          </c:dPt>
          <c:dPt>
            <c:idx val="1"/>
            <c:invertIfNegative val="0"/>
            <c:bubble3D val="0"/>
            <c:spPr>
              <a:noFill/>
              <a:ln w="38100">
                <a:solidFill>
                  <a:schemeClr val="bg1"/>
                </a:solidFill>
              </a:ln>
              <a:effectLst/>
            </c:spPr>
            <c:extLst>
              <c:ext xmlns:c16="http://schemas.microsoft.com/office/drawing/2014/chart" uri="{C3380CC4-5D6E-409C-BE32-E72D297353CC}">
                <c16:uniqueId val="{00000003-0A5C-FD4D-B763-95819830E269}"/>
              </c:ext>
            </c:extLst>
          </c:dPt>
          <c:dPt>
            <c:idx val="2"/>
            <c:invertIfNegative val="0"/>
            <c:bubble3D val="0"/>
            <c:spPr>
              <a:noFill/>
              <a:ln w="38100">
                <a:solidFill>
                  <a:schemeClr val="bg1"/>
                </a:solidFill>
              </a:ln>
              <a:effectLst/>
            </c:spPr>
            <c:extLst>
              <c:ext xmlns:c16="http://schemas.microsoft.com/office/drawing/2014/chart" uri="{C3380CC4-5D6E-409C-BE32-E72D297353CC}">
                <c16:uniqueId val="{00000005-0A5C-FD4D-B763-95819830E269}"/>
              </c:ext>
            </c:extLst>
          </c:dPt>
          <c:cat>
            <c:strRef>
              <c:f>Sheet1!$A$2:$A$7</c:f>
              <c:strCache>
                <c:ptCount val="6"/>
                <c:pt idx="0">
                  <c:v>projectA</c:v>
                </c:pt>
                <c:pt idx="1">
                  <c:v>projectB</c:v>
                </c:pt>
                <c:pt idx="2">
                  <c:v>projectC</c:v>
                </c:pt>
                <c:pt idx="3">
                  <c:v>projectD</c:v>
                </c:pt>
                <c:pt idx="4">
                  <c:v>projectE</c:v>
                </c:pt>
                <c:pt idx="5">
                  <c:v>projectF</c:v>
                </c:pt>
              </c:strCache>
            </c:strRef>
          </c:cat>
          <c:val>
            <c:numRef>
              <c:f>Sheet1!$B$2:$B$7</c:f>
              <c:numCache>
                <c:formatCode>General</c:formatCode>
                <c:ptCount val="6"/>
                <c:pt idx="0">
                  <c:v>1</c:v>
                </c:pt>
                <c:pt idx="1">
                  <c:v>1.2</c:v>
                </c:pt>
                <c:pt idx="2">
                  <c:v>1.2</c:v>
                </c:pt>
                <c:pt idx="3">
                  <c:v>1.3</c:v>
                </c:pt>
                <c:pt idx="4">
                  <c:v>1.32</c:v>
                </c:pt>
                <c:pt idx="5">
                  <c:v>1.5</c:v>
                </c:pt>
              </c:numCache>
            </c:numRef>
          </c:val>
          <c:extLst>
            <c:ext xmlns:c16="http://schemas.microsoft.com/office/drawing/2014/chart" uri="{C3380CC4-5D6E-409C-BE32-E72D297353CC}">
              <c16:uniqueId val="{00000006-0A5C-FD4D-B763-95819830E269}"/>
            </c:ext>
          </c:extLst>
        </c:ser>
        <c:dLbls>
          <c:showLegendKey val="0"/>
          <c:showVal val="0"/>
          <c:showCatName val="0"/>
          <c:showSerName val="0"/>
          <c:showPercent val="0"/>
          <c:showBubbleSize val="0"/>
        </c:dLbls>
        <c:gapWidth val="61"/>
        <c:overlap val="-69"/>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0" cap="flat" cmpd="sng" algn="ctr">
              <a:no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legendEntry>
        <c:idx val="0"/>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Entry>
      <c:legendEntry>
        <c:idx val="1"/>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Entry>
      <c:legendEntry>
        <c:idx val="2"/>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Entry>
      <c:legendEntry>
        <c:idx val="3"/>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Entry>
      <c:legendEntry>
        <c:idx val="4"/>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Entry>
      <c:legendEntry>
        <c:idx val="5"/>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Entry>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dLbls>
          <c:dLblPos val="inEnd"/>
          <c:showLegendKey val="0"/>
          <c:showVal val="0"/>
          <c:showCatName val="0"/>
          <c:showSerName val="0"/>
          <c:showPercent val="1"/>
          <c:showBubbleSize val="0"/>
          <c:showLeaderLines val="0"/>
        </c:dLbls>
        <c:firstSliceAng val="33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5830206723506048E-2"/>
          <c:y val="4.2364557581328462E-2"/>
          <c:w val="0.89271615870099374"/>
          <c:h val="0.89644219257897484"/>
        </c:manualLayout>
      </c:layout>
      <c:pieChart>
        <c:varyColors val="1"/>
        <c:ser>
          <c:idx val="0"/>
          <c:order val="0"/>
          <c:tx>
            <c:strRef>
              <c:f>Sheet1!$A$1</c:f>
              <c:strCache>
                <c:ptCount val="1"/>
                <c:pt idx="0">
                  <c:v>销售额</c:v>
                </c:pt>
              </c:strCache>
            </c:strRef>
          </c:tx>
          <c:spPr>
            <a:solidFill>
              <a:srgbClr val="DBE9FF"/>
            </a:solidFill>
          </c:spPr>
          <c:dPt>
            <c:idx val="0"/>
            <c:bubble3D val="0"/>
            <c:spPr>
              <a:solidFill>
                <a:srgbClr val="1E344D"/>
              </a:solidFill>
              <a:ln w="19050">
                <a:solidFill>
                  <a:schemeClr val="lt1"/>
                </a:solidFill>
              </a:ln>
              <a:effectLst/>
            </c:spPr>
            <c:extLst>
              <c:ext xmlns:c16="http://schemas.microsoft.com/office/drawing/2014/chart" uri="{C3380CC4-5D6E-409C-BE32-E72D297353CC}">
                <c16:uniqueId val="{00000001-AA5D-094A-A723-246F2C011F83}"/>
              </c:ext>
            </c:extLst>
          </c:dPt>
          <c:dPt>
            <c:idx val="1"/>
            <c:bubble3D val="0"/>
            <c:spPr>
              <a:pattFill prst="wdDnDiag">
                <a:fgClr>
                  <a:srgbClr val="1E344D"/>
                </a:fgClr>
                <a:bgClr>
                  <a:schemeClr val="bg1"/>
                </a:bgClr>
              </a:pattFill>
              <a:ln w="19050">
                <a:solidFill>
                  <a:schemeClr val="lt1"/>
                </a:solidFill>
              </a:ln>
              <a:effectLst/>
            </c:spPr>
            <c:extLst>
              <c:ext xmlns:c16="http://schemas.microsoft.com/office/drawing/2014/chart" uri="{C3380CC4-5D6E-409C-BE32-E72D297353CC}">
                <c16:uniqueId val="{00000003-AA5D-094A-A723-246F2C011F83}"/>
              </c:ext>
            </c:extLst>
          </c:dPt>
          <c:dPt>
            <c:idx val="2"/>
            <c:bubble3D val="0"/>
            <c:spPr>
              <a:solidFill>
                <a:srgbClr val="6B9CF9"/>
              </a:solidFill>
              <a:ln w="19050">
                <a:solidFill>
                  <a:schemeClr val="lt1"/>
                </a:solidFill>
              </a:ln>
              <a:effectLst/>
            </c:spPr>
            <c:extLst>
              <c:ext xmlns:c16="http://schemas.microsoft.com/office/drawing/2014/chart" uri="{C3380CC4-5D6E-409C-BE32-E72D297353CC}">
                <c16:uniqueId val="{00000005-AA5D-094A-A723-246F2C011F83}"/>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AA5D-094A-A723-246F2C011F83}"/>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AA5D-094A-A723-246F2C011F83}"/>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AA5D-094A-A723-246F2C011F83}"/>
              </c:ext>
            </c:extLst>
          </c:dPt>
          <c:val>
            <c:numRef>
              <c:f>Sheet1!$A$2:$A$7</c:f>
              <c:numCache>
                <c:formatCode>General</c:formatCode>
                <c:ptCount val="6"/>
                <c:pt idx="0">
                  <c:v>99</c:v>
                </c:pt>
                <c:pt idx="1">
                  <c:v>66</c:v>
                </c:pt>
              </c:numCache>
            </c:numRef>
          </c:val>
          <c:extLst>
            <c:ext xmlns:c16="http://schemas.microsoft.com/office/drawing/2014/chart" uri="{C3380CC4-5D6E-409C-BE32-E72D297353CC}">
              <c16:uniqueId val="{0000000C-AA5D-094A-A723-246F2C011F83}"/>
            </c:ext>
          </c:extLst>
        </c:ser>
        <c:dLbls>
          <c:showLegendKey val="0"/>
          <c:showVal val="0"/>
          <c:showCatName val="0"/>
          <c:showSerName val="0"/>
          <c:showPercent val="0"/>
          <c:showBubbleSize val="0"/>
          <c:showLeaderLines val="1"/>
        </c:dLbls>
        <c:firstSliceAng val="153"/>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dPt>
            <c:idx val="0"/>
            <c:bubble3D val="0"/>
            <c:spPr>
              <a:pattFill prst="wdDnDiag">
                <a:fgClr>
                  <a:srgbClr val="1E344D"/>
                </a:fgClr>
                <a:bgClr>
                  <a:schemeClr val="bg1"/>
                </a:bgClr>
              </a:pattFill>
              <a:ln w="19050">
                <a:solidFill>
                  <a:schemeClr val="lt1"/>
                </a:solidFill>
              </a:ln>
              <a:effectLst/>
            </c:spPr>
            <c:extLst>
              <c:ext xmlns:c16="http://schemas.microsoft.com/office/drawing/2014/chart" uri="{C3380CC4-5D6E-409C-BE32-E72D297353CC}">
                <c16:uniqueId val="{00000001-1399-644A-9EF1-672D3894614B}"/>
              </c:ext>
            </c:extLst>
          </c:dPt>
          <c:dPt>
            <c:idx val="1"/>
            <c:bubble3D val="0"/>
            <c:spPr>
              <a:solidFill>
                <a:srgbClr val="1E344D"/>
              </a:solidFill>
              <a:ln w="19050">
                <a:solidFill>
                  <a:schemeClr val="lt1"/>
                </a:solidFill>
              </a:ln>
              <a:effectLst/>
            </c:spPr>
            <c:extLst>
              <c:ext xmlns:c16="http://schemas.microsoft.com/office/drawing/2014/chart" uri="{C3380CC4-5D6E-409C-BE32-E72D297353CC}">
                <c16:uniqueId val="{00000003-1399-644A-9EF1-672D3894614B}"/>
              </c:ext>
            </c:extLst>
          </c:dPt>
          <c:dPt>
            <c:idx val="2"/>
            <c:bubble3D val="0"/>
            <c:spPr>
              <a:solidFill>
                <a:srgbClr val="BB3023"/>
              </a:solidFill>
              <a:ln w="19050">
                <a:solidFill>
                  <a:schemeClr val="lt1"/>
                </a:solidFill>
              </a:ln>
              <a:effectLst/>
            </c:spPr>
            <c:extLst>
              <c:ext xmlns:c16="http://schemas.microsoft.com/office/drawing/2014/chart" uri="{C3380CC4-5D6E-409C-BE32-E72D297353CC}">
                <c16:uniqueId val="{00000005-1399-644A-9EF1-672D3894614B}"/>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1399-644A-9EF1-672D3894614B}"/>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1399-644A-9EF1-672D3894614B}"/>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1399-644A-9EF1-672D3894614B}"/>
              </c:ext>
            </c:extLst>
          </c:dPt>
          <c:val>
            <c:numRef>
              <c:f>Sheet1!$A$2:$A$7</c:f>
              <c:numCache>
                <c:formatCode>General</c:formatCode>
                <c:ptCount val="6"/>
                <c:pt idx="0">
                  <c:v>99</c:v>
                </c:pt>
                <c:pt idx="1">
                  <c:v>5</c:v>
                </c:pt>
                <c:pt idx="2">
                  <c:v>50</c:v>
                </c:pt>
              </c:numCache>
            </c:numRef>
          </c:val>
          <c:extLst>
            <c:ext xmlns:c16="http://schemas.microsoft.com/office/drawing/2014/chart" uri="{C3380CC4-5D6E-409C-BE32-E72D297353CC}">
              <c16:uniqueId val="{0000000C-1399-644A-9EF1-672D3894614B}"/>
            </c:ext>
          </c:extLst>
        </c:ser>
        <c:dLbls>
          <c:showLegendKey val="0"/>
          <c:showVal val="0"/>
          <c:showCatName val="0"/>
          <c:showSerName val="0"/>
          <c:showPercent val="0"/>
          <c:showBubbleSize val="0"/>
          <c:showLeaderLines val="1"/>
        </c:dLbls>
        <c:firstSliceAng val="151"/>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5830206723506048E-2"/>
          <c:y val="4.2364557581328462E-2"/>
          <c:w val="0.89271615870099374"/>
          <c:h val="0.89644219257897484"/>
        </c:manualLayout>
      </c:layout>
      <c:pieChart>
        <c:varyColors val="1"/>
        <c:ser>
          <c:idx val="0"/>
          <c:order val="0"/>
          <c:tx>
            <c:strRef>
              <c:f>Sheet1!$A$1</c:f>
              <c:strCache>
                <c:ptCount val="1"/>
                <c:pt idx="0">
                  <c:v>销售额</c:v>
                </c:pt>
              </c:strCache>
            </c:strRef>
          </c:tx>
          <c:spPr>
            <a:solidFill>
              <a:srgbClr val="DBE9FF"/>
            </a:solidFill>
          </c:spPr>
          <c:dPt>
            <c:idx val="0"/>
            <c:bubble3D val="0"/>
            <c:spPr>
              <a:solidFill>
                <a:srgbClr val="BB3023"/>
              </a:solidFill>
              <a:ln w="19050">
                <a:solidFill>
                  <a:schemeClr val="lt1"/>
                </a:solidFill>
              </a:ln>
              <a:effectLst/>
            </c:spPr>
            <c:extLst>
              <c:ext xmlns:c16="http://schemas.microsoft.com/office/drawing/2014/chart" uri="{C3380CC4-5D6E-409C-BE32-E72D297353CC}">
                <c16:uniqueId val="{00000001-AA5D-094A-A723-246F2C011F83}"/>
              </c:ext>
            </c:extLst>
          </c:dPt>
          <c:dPt>
            <c:idx val="1"/>
            <c:bubble3D val="0"/>
            <c:spPr>
              <a:solidFill>
                <a:srgbClr val="1E344D"/>
              </a:solidFill>
              <a:ln w="19050">
                <a:solidFill>
                  <a:schemeClr val="lt1"/>
                </a:solidFill>
              </a:ln>
              <a:effectLst/>
            </c:spPr>
            <c:extLst>
              <c:ext xmlns:c16="http://schemas.microsoft.com/office/drawing/2014/chart" uri="{C3380CC4-5D6E-409C-BE32-E72D297353CC}">
                <c16:uniqueId val="{00000003-AA5D-094A-A723-246F2C011F83}"/>
              </c:ext>
            </c:extLst>
          </c:dPt>
          <c:dPt>
            <c:idx val="2"/>
            <c:bubble3D val="0"/>
            <c:spPr>
              <a:solidFill>
                <a:srgbClr val="6B9CF9"/>
              </a:solidFill>
              <a:ln w="19050">
                <a:solidFill>
                  <a:schemeClr val="lt1"/>
                </a:solidFill>
              </a:ln>
              <a:effectLst/>
            </c:spPr>
            <c:extLst>
              <c:ext xmlns:c16="http://schemas.microsoft.com/office/drawing/2014/chart" uri="{C3380CC4-5D6E-409C-BE32-E72D297353CC}">
                <c16:uniqueId val="{00000005-AA5D-094A-A723-246F2C011F83}"/>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AA5D-094A-A723-246F2C011F83}"/>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AA5D-094A-A723-246F2C011F83}"/>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AA5D-094A-A723-246F2C011F83}"/>
              </c:ext>
            </c:extLst>
          </c:dPt>
          <c:val>
            <c:numRef>
              <c:f>Sheet1!$A$2:$A$7</c:f>
              <c:numCache>
                <c:formatCode>General</c:formatCode>
                <c:ptCount val="6"/>
                <c:pt idx="0">
                  <c:v>99</c:v>
                </c:pt>
                <c:pt idx="1">
                  <c:v>66</c:v>
                </c:pt>
              </c:numCache>
            </c:numRef>
          </c:val>
          <c:extLst>
            <c:ext xmlns:c16="http://schemas.microsoft.com/office/drawing/2014/chart" uri="{C3380CC4-5D6E-409C-BE32-E72D297353CC}">
              <c16:uniqueId val="{0000000C-AA5D-094A-A723-246F2C011F83}"/>
            </c:ext>
          </c:extLst>
        </c:ser>
        <c:dLbls>
          <c:showLegendKey val="0"/>
          <c:showVal val="0"/>
          <c:showCatName val="0"/>
          <c:showSerName val="0"/>
          <c:showPercent val="0"/>
          <c:showBubbleSize val="0"/>
          <c:showLeaderLines val="1"/>
        </c:dLbls>
        <c:firstSliceAng val="153"/>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17D4-AD46-A757-1A1C381369A7}"/>
              </c:ext>
            </c:extLst>
          </c:dPt>
          <c:dPt>
            <c:idx val="1"/>
            <c:invertIfNegative val="0"/>
            <c:bubble3D val="0"/>
            <c:spPr>
              <a:solidFill>
                <a:srgbClr val="4F6682"/>
              </a:solidFill>
              <a:ln>
                <a:noFill/>
              </a:ln>
              <a:effectLst/>
            </c:spPr>
            <c:extLst>
              <c:ext xmlns:c16="http://schemas.microsoft.com/office/drawing/2014/chart" uri="{C3380CC4-5D6E-409C-BE32-E72D297353CC}">
                <c16:uniqueId val="{00000003-17D4-AD46-A757-1A1C381369A7}"/>
              </c:ext>
            </c:extLst>
          </c:dPt>
          <c:dPt>
            <c:idx val="2"/>
            <c:invertIfNegative val="0"/>
            <c:bubble3D val="0"/>
            <c:spPr>
              <a:solidFill>
                <a:srgbClr val="1E344D"/>
              </a:solidFill>
              <a:ln>
                <a:noFill/>
              </a:ln>
              <a:effectLst/>
            </c:spPr>
            <c:extLst>
              <c:ext xmlns:c16="http://schemas.microsoft.com/office/drawing/2014/chart" uri="{C3380CC4-5D6E-409C-BE32-E72D297353CC}">
                <c16:uniqueId val="{00000005-17D4-AD46-A757-1A1C381369A7}"/>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17D4-AD46-A757-1A1C381369A7}"/>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noFill/>
            <a:ln w="22225">
              <a:solidFill>
                <a:schemeClr val="tx1"/>
              </a:solidFill>
            </a:ln>
            <a:effectLst/>
          </c:spPr>
          <c:invertIfNegative val="0"/>
          <c:dPt>
            <c:idx val="0"/>
            <c:invertIfNegative val="0"/>
            <c:bubble3D val="0"/>
            <c:spPr>
              <a:noFill/>
              <a:ln w="22225">
                <a:solidFill>
                  <a:schemeClr val="tx1"/>
                </a:solidFill>
              </a:ln>
              <a:effectLst/>
            </c:spPr>
            <c:extLst>
              <c:ext xmlns:c16="http://schemas.microsoft.com/office/drawing/2014/chart" uri="{C3380CC4-5D6E-409C-BE32-E72D297353CC}">
                <c16:uniqueId val="{00000001-40A5-C644-A680-15179207D78E}"/>
              </c:ext>
            </c:extLst>
          </c:dPt>
          <c:dPt>
            <c:idx val="1"/>
            <c:invertIfNegative val="0"/>
            <c:bubble3D val="0"/>
            <c:spPr>
              <a:noFill/>
              <a:ln w="22225">
                <a:solidFill>
                  <a:schemeClr val="tx1"/>
                </a:solidFill>
              </a:ln>
              <a:effectLst/>
            </c:spPr>
            <c:extLst>
              <c:ext xmlns:c16="http://schemas.microsoft.com/office/drawing/2014/chart" uri="{C3380CC4-5D6E-409C-BE32-E72D297353CC}">
                <c16:uniqueId val="{00000003-40A5-C644-A680-15179207D78E}"/>
              </c:ext>
            </c:extLst>
          </c:dPt>
          <c:dPt>
            <c:idx val="2"/>
            <c:invertIfNegative val="0"/>
            <c:bubble3D val="0"/>
            <c:spPr>
              <a:noFill/>
              <a:ln w="22225">
                <a:solidFill>
                  <a:schemeClr val="tx1"/>
                </a:solidFill>
              </a:ln>
              <a:effectLst/>
            </c:spPr>
            <c:extLst>
              <c:ext xmlns:c16="http://schemas.microsoft.com/office/drawing/2014/chart" uri="{C3380CC4-5D6E-409C-BE32-E72D297353CC}">
                <c16:uniqueId val="{00000005-40A5-C644-A680-15179207D78E}"/>
              </c:ext>
            </c:extLst>
          </c:dPt>
          <c:cat>
            <c:strRef>
              <c:f>Sheet1!$A$2:$A$7</c:f>
              <c:strCache>
                <c:ptCount val="6"/>
                <c:pt idx="0">
                  <c:v>projectA</c:v>
                </c:pt>
                <c:pt idx="1">
                  <c:v>projectB</c:v>
                </c:pt>
                <c:pt idx="2">
                  <c:v>projectC</c:v>
                </c:pt>
                <c:pt idx="3">
                  <c:v>projectD</c:v>
                </c:pt>
                <c:pt idx="4">
                  <c:v>projectE</c:v>
                </c:pt>
                <c:pt idx="5">
                  <c:v>projectF</c:v>
                </c:pt>
              </c:strCache>
            </c:strRef>
          </c:cat>
          <c:val>
            <c:numRef>
              <c:f>Sheet1!$B$2:$B$7</c:f>
              <c:numCache>
                <c:formatCode>General</c:formatCode>
                <c:ptCount val="6"/>
                <c:pt idx="0">
                  <c:v>1</c:v>
                </c:pt>
                <c:pt idx="1">
                  <c:v>1.2</c:v>
                </c:pt>
                <c:pt idx="2">
                  <c:v>1</c:v>
                </c:pt>
                <c:pt idx="3">
                  <c:v>1.3</c:v>
                </c:pt>
                <c:pt idx="4">
                  <c:v>1.32</c:v>
                </c:pt>
                <c:pt idx="5">
                  <c:v>2</c:v>
                </c:pt>
              </c:numCache>
            </c:numRef>
          </c:val>
          <c:extLst>
            <c:ext xmlns:c16="http://schemas.microsoft.com/office/drawing/2014/chart" uri="{C3380CC4-5D6E-409C-BE32-E72D297353CC}">
              <c16:uniqueId val="{00000006-40A5-C644-A680-15179207D78E}"/>
            </c:ext>
          </c:extLst>
        </c:ser>
        <c:dLbls>
          <c:showLegendKey val="0"/>
          <c:showVal val="0"/>
          <c:showCatName val="0"/>
          <c:showSerName val="0"/>
          <c:showPercent val="0"/>
          <c:showBubbleSize val="0"/>
        </c:dLbls>
        <c:gapWidth val="61"/>
        <c:overlap val="-69"/>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solidFill>
            <a:schemeClr val="bg1"/>
          </a:solid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libaba PuHuiTi" pitchFamily="18" charset="-122"/>
              <a:ea typeface="Alibaba PuHuiTi" pitchFamily="18" charset="-122"/>
              <a:cs typeface="Alibaba PuHuiTi"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noFill/>
            <a:ln w="22225">
              <a:solidFill>
                <a:schemeClr val="tx1"/>
              </a:solidFill>
            </a:ln>
            <a:effectLst/>
          </c:spPr>
          <c:invertIfNegative val="0"/>
          <c:dPt>
            <c:idx val="0"/>
            <c:invertIfNegative val="0"/>
            <c:bubble3D val="0"/>
            <c:spPr>
              <a:noFill/>
              <a:ln w="22225">
                <a:solidFill>
                  <a:schemeClr val="tx1"/>
                </a:solidFill>
              </a:ln>
              <a:effectLst/>
            </c:spPr>
            <c:extLst>
              <c:ext xmlns:c16="http://schemas.microsoft.com/office/drawing/2014/chart" uri="{C3380CC4-5D6E-409C-BE32-E72D297353CC}">
                <c16:uniqueId val="{00000001-96C3-FA45-8031-F3CEBD9E21B4}"/>
              </c:ext>
            </c:extLst>
          </c:dPt>
          <c:dPt>
            <c:idx val="1"/>
            <c:invertIfNegative val="0"/>
            <c:bubble3D val="0"/>
            <c:spPr>
              <a:noFill/>
              <a:ln w="22225">
                <a:solidFill>
                  <a:schemeClr val="tx1"/>
                </a:solidFill>
              </a:ln>
              <a:effectLst/>
            </c:spPr>
            <c:extLst>
              <c:ext xmlns:c16="http://schemas.microsoft.com/office/drawing/2014/chart" uri="{C3380CC4-5D6E-409C-BE32-E72D297353CC}">
                <c16:uniqueId val="{00000003-96C3-FA45-8031-F3CEBD9E21B4}"/>
              </c:ext>
            </c:extLst>
          </c:dPt>
          <c:dPt>
            <c:idx val="2"/>
            <c:invertIfNegative val="0"/>
            <c:bubble3D val="0"/>
            <c:spPr>
              <a:noFill/>
              <a:ln w="22225">
                <a:solidFill>
                  <a:schemeClr val="tx1"/>
                </a:solidFill>
              </a:ln>
              <a:effectLst/>
            </c:spPr>
            <c:extLst>
              <c:ext xmlns:c16="http://schemas.microsoft.com/office/drawing/2014/chart" uri="{C3380CC4-5D6E-409C-BE32-E72D297353CC}">
                <c16:uniqueId val="{00000005-96C3-FA45-8031-F3CEBD9E21B4}"/>
              </c:ext>
            </c:extLst>
          </c:dPt>
          <c:cat>
            <c:strRef>
              <c:f>Sheet1!$A$2:$A$7</c:f>
              <c:strCache>
                <c:ptCount val="6"/>
                <c:pt idx="0">
                  <c:v>projectA</c:v>
                </c:pt>
                <c:pt idx="1">
                  <c:v>projectB</c:v>
                </c:pt>
                <c:pt idx="2">
                  <c:v>projectC</c:v>
                </c:pt>
                <c:pt idx="3">
                  <c:v>projectD</c:v>
                </c:pt>
                <c:pt idx="4">
                  <c:v>projectE</c:v>
                </c:pt>
                <c:pt idx="5">
                  <c:v>projectF</c:v>
                </c:pt>
              </c:strCache>
            </c:strRef>
          </c:cat>
          <c:val>
            <c:numRef>
              <c:f>Sheet1!$B$2:$B$7</c:f>
              <c:numCache>
                <c:formatCode>General</c:formatCode>
                <c:ptCount val="6"/>
                <c:pt idx="0">
                  <c:v>2</c:v>
                </c:pt>
                <c:pt idx="1">
                  <c:v>1.2</c:v>
                </c:pt>
                <c:pt idx="2">
                  <c:v>1.2</c:v>
                </c:pt>
                <c:pt idx="3">
                  <c:v>1.3</c:v>
                </c:pt>
                <c:pt idx="4">
                  <c:v>1.32</c:v>
                </c:pt>
                <c:pt idx="5">
                  <c:v>1</c:v>
                </c:pt>
              </c:numCache>
            </c:numRef>
          </c:val>
          <c:extLst>
            <c:ext xmlns:c16="http://schemas.microsoft.com/office/drawing/2014/chart" uri="{C3380CC4-5D6E-409C-BE32-E72D297353CC}">
              <c16:uniqueId val="{00000006-96C3-FA45-8031-F3CEBD9E21B4}"/>
            </c:ext>
          </c:extLst>
        </c:ser>
        <c:dLbls>
          <c:showLegendKey val="0"/>
          <c:showVal val="0"/>
          <c:showCatName val="0"/>
          <c:showSerName val="0"/>
          <c:showPercent val="0"/>
          <c:showBubbleSize val="0"/>
        </c:dLbls>
        <c:gapWidth val="61"/>
        <c:overlap val="-69"/>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libaba PuHuiTi" pitchFamily="18" charset="-122"/>
              <a:ea typeface="Alibaba PuHuiTi" pitchFamily="18" charset="-122"/>
              <a:cs typeface="Alibaba PuHuiTi"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0643352335411422"/>
          <c:y val="9.7623451731485164E-2"/>
          <c:w val="0.69356647664588578"/>
          <c:h val="0.29325434920040272"/>
        </c:manualLayout>
      </c:layout>
      <c:barChart>
        <c:barDir val="col"/>
        <c:grouping val="clustered"/>
        <c:varyColors val="0"/>
        <c:ser>
          <c:idx val="0"/>
          <c:order val="0"/>
          <c:tx>
            <c:strRef>
              <c:f>Sheet1!$B$1</c:f>
              <c:strCache>
                <c:ptCount val="1"/>
                <c:pt idx="0">
                  <c:v>系列 1</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01-655F-704C-9ADC-D6EBC9B1BC48}"/>
              </c:ext>
            </c:extLst>
          </c:dPt>
          <c:dPt>
            <c:idx val="1"/>
            <c:invertIfNegative val="0"/>
            <c:bubble3D val="0"/>
            <c:spPr>
              <a:solidFill>
                <a:schemeClr val="bg1"/>
              </a:solidFill>
              <a:ln>
                <a:noFill/>
              </a:ln>
              <a:effectLst/>
            </c:spPr>
            <c:extLst>
              <c:ext xmlns:c16="http://schemas.microsoft.com/office/drawing/2014/chart" uri="{C3380CC4-5D6E-409C-BE32-E72D297353CC}">
                <c16:uniqueId val="{00000003-655F-704C-9ADC-D6EBC9B1BC48}"/>
              </c:ext>
            </c:extLst>
          </c:dPt>
          <c:dPt>
            <c:idx val="2"/>
            <c:invertIfNegative val="0"/>
            <c:bubble3D val="0"/>
            <c:spPr>
              <a:solidFill>
                <a:schemeClr val="bg1"/>
              </a:solidFill>
              <a:ln>
                <a:noFill/>
              </a:ln>
              <a:effectLst/>
            </c:spPr>
            <c:extLst>
              <c:ext xmlns:c16="http://schemas.microsoft.com/office/drawing/2014/chart" uri="{C3380CC4-5D6E-409C-BE32-E72D297353CC}">
                <c16:uniqueId val="{00000005-655F-704C-9ADC-D6EBC9B1BC48}"/>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655F-704C-9ADC-D6EBC9B1BC48}"/>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solidFill>
            <a:schemeClr val="bg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1-9995-0B49-8578-1F6AA2271466}"/>
              </c:ext>
            </c:extLst>
          </c:dPt>
          <c:dPt>
            <c:idx val="1"/>
            <c:invertIfNegative val="0"/>
            <c:bubble3D val="0"/>
            <c:spPr>
              <a:solidFill>
                <a:srgbClr val="1E344D"/>
              </a:solidFill>
              <a:ln>
                <a:noFill/>
              </a:ln>
              <a:effectLst/>
            </c:spPr>
            <c:extLst>
              <c:ext xmlns:c16="http://schemas.microsoft.com/office/drawing/2014/chart" uri="{C3380CC4-5D6E-409C-BE32-E72D297353CC}">
                <c16:uniqueId val="{00000003-9995-0B49-8578-1F6AA2271466}"/>
              </c:ext>
            </c:extLst>
          </c:dPt>
          <c:dPt>
            <c:idx val="2"/>
            <c:invertIfNegative val="0"/>
            <c:bubble3D val="0"/>
            <c:spPr>
              <a:solidFill>
                <a:schemeClr val="bg1">
                  <a:lumMod val="50000"/>
                </a:schemeClr>
              </a:solidFill>
              <a:ln>
                <a:noFill/>
              </a:ln>
              <a:effectLst/>
            </c:spPr>
            <c:extLst>
              <c:ext xmlns:c16="http://schemas.microsoft.com/office/drawing/2014/chart" uri="{C3380CC4-5D6E-409C-BE32-E72D297353CC}">
                <c16:uniqueId val="{00000005-9995-0B49-8578-1F6AA2271466}"/>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9995-0B49-8578-1F6AA2271466}"/>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chemeClr val="bg1">
                  <a:lumMod val="75000"/>
                </a:schemeClr>
              </a:solidFill>
              <a:ln w="19050">
                <a:solidFill>
                  <a:schemeClr val="lt1"/>
                </a:solidFill>
              </a:ln>
              <a:effectLst/>
            </c:spPr>
            <c:extLst>
              <c:ext xmlns:c16="http://schemas.microsoft.com/office/drawing/2014/chart" uri="{C3380CC4-5D6E-409C-BE32-E72D297353CC}">
                <c16:uniqueId val="{00000001-045E-2E45-B07E-98582FDC1870}"/>
              </c:ext>
            </c:extLst>
          </c:dPt>
          <c:dPt>
            <c:idx val="1"/>
            <c:bubble3D val="0"/>
            <c:spPr>
              <a:solidFill>
                <a:srgbClr val="1E344D"/>
              </a:solidFill>
              <a:ln w="19050">
                <a:solidFill>
                  <a:schemeClr val="lt1"/>
                </a:solidFill>
              </a:ln>
              <a:effectLst/>
            </c:spPr>
            <c:extLst>
              <c:ext xmlns:c16="http://schemas.microsoft.com/office/drawing/2014/chart" uri="{C3380CC4-5D6E-409C-BE32-E72D297353CC}">
                <c16:uniqueId val="{00000003-045E-2E45-B07E-98582FDC1870}"/>
              </c:ext>
            </c:extLst>
          </c:dPt>
          <c:dPt>
            <c:idx val="2"/>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5-045E-2E45-B07E-98582FDC1870}"/>
              </c:ext>
            </c:extLst>
          </c:dPt>
          <c:dPt>
            <c:idx val="3"/>
            <c:bubble3D val="0"/>
            <c:spPr>
              <a:solidFill>
                <a:srgbClr val="1E344D"/>
              </a:solidFill>
              <a:ln w="19050">
                <a:solidFill>
                  <a:schemeClr val="lt1"/>
                </a:solidFill>
              </a:ln>
              <a:effectLst/>
            </c:spPr>
            <c:extLst>
              <c:ext xmlns:c16="http://schemas.microsoft.com/office/drawing/2014/chart" uri="{C3380CC4-5D6E-409C-BE32-E72D297353CC}">
                <c16:uniqueId val="{00000007-045E-2E45-B07E-98582FDC1870}"/>
              </c:ext>
            </c:extLst>
          </c:dPt>
          <c:dPt>
            <c:idx val="4"/>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9-045E-2E45-B07E-98582FDC1870}"/>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A-045E-2E45-B07E-98582FDC1870}"/>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legendEntry>
        <c:idx val="0"/>
        <c:txPr>
          <a:bodyPr rot="0" spcFirstLastPara="1" vertOverflow="ellipsis" vert="horz" wrap="square" anchor="ctr" anchorCtr="1"/>
          <a:lstStyle/>
          <a:p>
            <a:pPr>
              <a:defRPr sz="300" b="0" i="0" u="none" strike="noStrike" kern="1200" baseline="0">
                <a:solidFill>
                  <a:schemeClr val="tx1">
                    <a:lumMod val="65000"/>
                    <a:lumOff val="35000"/>
                  </a:schemeClr>
                </a:solidFill>
                <a:latin typeface="+mn-lt"/>
                <a:ea typeface="+mn-ea"/>
                <a:cs typeface="+mn-cs"/>
              </a:defRPr>
            </a:pPr>
            <a:endParaRPr lang="zh-CN"/>
          </a:p>
        </c:txPr>
      </c:legendEntry>
      <c:legendEntry>
        <c:idx val="1"/>
        <c:txPr>
          <a:bodyPr rot="0" spcFirstLastPara="1" vertOverflow="ellipsis" vert="horz" wrap="square" anchor="ctr" anchorCtr="1"/>
          <a:lstStyle/>
          <a:p>
            <a:pPr>
              <a:defRPr sz="500" b="0" i="0" u="none" strike="noStrike" kern="1200" baseline="0">
                <a:solidFill>
                  <a:schemeClr val="tx1">
                    <a:lumMod val="65000"/>
                    <a:lumOff val="35000"/>
                  </a:schemeClr>
                </a:solidFill>
                <a:latin typeface="+mn-lt"/>
                <a:ea typeface="+mn-ea"/>
                <a:cs typeface="+mn-cs"/>
              </a:defRPr>
            </a:pPr>
            <a:endParaRPr lang="zh-CN"/>
          </a:p>
        </c:txPr>
      </c:legendEntry>
      <c:legendEntry>
        <c:idx val="2"/>
        <c:txPr>
          <a:bodyPr rot="0" spcFirstLastPara="1" vertOverflow="ellipsis" vert="horz" wrap="square" anchor="ctr" anchorCtr="1"/>
          <a:lstStyle/>
          <a:p>
            <a:pPr>
              <a:defRPr sz="400" b="0" i="0" u="none" strike="noStrike" kern="1200" baseline="0">
                <a:solidFill>
                  <a:schemeClr val="tx1">
                    <a:lumMod val="65000"/>
                    <a:lumOff val="35000"/>
                  </a:schemeClr>
                </a:solidFill>
                <a:latin typeface="+mn-lt"/>
                <a:ea typeface="+mn-ea"/>
                <a:cs typeface="+mn-cs"/>
              </a:defRPr>
            </a:pPr>
            <a:endParaRPr lang="zh-CN"/>
          </a:p>
        </c:txPr>
      </c:legendEntry>
      <c:legendEntry>
        <c:idx val="3"/>
        <c:txPr>
          <a:bodyPr rot="0" spcFirstLastPara="1" vertOverflow="ellipsis" vert="horz" wrap="square" anchor="ctr" anchorCtr="1"/>
          <a:lstStyle/>
          <a:p>
            <a:pPr>
              <a:defRPr sz="400" b="0" i="0" u="none" strike="noStrike" kern="1200" baseline="0">
                <a:solidFill>
                  <a:schemeClr val="tx1">
                    <a:lumMod val="65000"/>
                    <a:lumOff val="35000"/>
                  </a:schemeClr>
                </a:solidFill>
                <a:latin typeface="+mn-lt"/>
                <a:ea typeface="+mn-ea"/>
                <a:cs typeface="+mn-cs"/>
              </a:defRPr>
            </a:pPr>
            <a:endParaRPr lang="zh-CN"/>
          </a:p>
        </c:txPr>
      </c:legendEntry>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1E344D"/>
            </a:solid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B739-E945-869E-FBF2BBCD2470}"/>
            </c:ext>
          </c:extLst>
        </c:ser>
        <c:ser>
          <c:idx val="1"/>
          <c:order val="1"/>
          <c:tx>
            <c:strRef>
              <c:f>Sheet1!$C$1</c:f>
              <c:strCache>
                <c:ptCount val="1"/>
                <c:pt idx="0">
                  <c:v>系列 2</c:v>
                </c:pt>
              </c:strCache>
            </c:strRef>
          </c:tx>
          <c:spPr>
            <a:solidFill>
              <a:schemeClr val="bg1">
                <a:lumMod val="75000"/>
              </a:schemeClr>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B739-E945-869E-FBF2BBCD2470}"/>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739-E945-869E-FBF2BBCD247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B739-E945-869E-FBF2BBCD2470}"/>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8151741086931076"/>
          <c:y val="0.14520124563909248"/>
          <c:w val="0.69356647664588578"/>
          <c:h val="0.29325434920040272"/>
        </c:manualLayout>
      </c:layout>
      <c:barChart>
        <c:barDir val="col"/>
        <c:grouping val="clustered"/>
        <c:varyColors val="0"/>
        <c:ser>
          <c:idx val="0"/>
          <c:order val="0"/>
          <c:tx>
            <c:strRef>
              <c:f>Sheet1!$B$1</c:f>
              <c:strCache>
                <c:ptCount val="1"/>
                <c:pt idx="0">
                  <c:v>系列 1</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01-2B4E-EB43-82E3-8337FB19DF55}"/>
              </c:ext>
            </c:extLst>
          </c:dPt>
          <c:dPt>
            <c:idx val="1"/>
            <c:invertIfNegative val="0"/>
            <c:bubble3D val="0"/>
            <c:spPr>
              <a:solidFill>
                <a:schemeClr val="bg1"/>
              </a:solidFill>
              <a:ln>
                <a:noFill/>
              </a:ln>
              <a:effectLst/>
            </c:spPr>
            <c:extLst>
              <c:ext xmlns:c16="http://schemas.microsoft.com/office/drawing/2014/chart" uri="{C3380CC4-5D6E-409C-BE32-E72D297353CC}">
                <c16:uniqueId val="{00000003-2B4E-EB43-82E3-8337FB19DF55}"/>
              </c:ext>
            </c:extLst>
          </c:dPt>
          <c:dPt>
            <c:idx val="2"/>
            <c:invertIfNegative val="0"/>
            <c:bubble3D val="0"/>
            <c:spPr>
              <a:solidFill>
                <a:schemeClr val="bg1"/>
              </a:solidFill>
              <a:ln>
                <a:noFill/>
              </a:ln>
              <a:effectLst/>
            </c:spPr>
            <c:extLst>
              <c:ext xmlns:c16="http://schemas.microsoft.com/office/drawing/2014/chart" uri="{C3380CC4-5D6E-409C-BE32-E72D297353CC}">
                <c16:uniqueId val="{00000005-2B4E-EB43-82E3-8337FB19DF55}"/>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2B4E-EB43-82E3-8337FB19DF55}"/>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solidFill>
            <a:schemeClr val="bg1"/>
          </a:solid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BB3023"/>
            </a:solidFill>
            <a:ln>
              <a:noFill/>
            </a:ln>
            <a:effectLst/>
          </c:spPr>
          <c:invertIfNegative val="0"/>
          <c:dPt>
            <c:idx val="0"/>
            <c:invertIfNegative val="0"/>
            <c:bubble3D val="0"/>
            <c:spPr>
              <a:noFill/>
              <a:ln w="38100">
                <a:solidFill>
                  <a:srgbClr val="1E344D"/>
                </a:solidFill>
              </a:ln>
              <a:effectLst/>
            </c:spPr>
            <c:extLst>
              <c:ext xmlns:c16="http://schemas.microsoft.com/office/drawing/2014/chart" uri="{C3380CC4-5D6E-409C-BE32-E72D297353CC}">
                <c16:uniqueId val="{00000001-0649-984E-B576-C25BF32E9C42}"/>
              </c:ext>
            </c:extLst>
          </c:dPt>
          <c:dPt>
            <c:idx val="1"/>
            <c:invertIfNegative val="0"/>
            <c:bubble3D val="0"/>
            <c:spPr>
              <a:noFill/>
              <a:ln w="38100">
                <a:solidFill>
                  <a:srgbClr val="1E344D"/>
                </a:solidFill>
              </a:ln>
              <a:effectLst/>
            </c:spPr>
            <c:extLst>
              <c:ext xmlns:c16="http://schemas.microsoft.com/office/drawing/2014/chart" uri="{C3380CC4-5D6E-409C-BE32-E72D297353CC}">
                <c16:uniqueId val="{00000003-0649-984E-B576-C25BF32E9C42}"/>
              </c:ext>
            </c:extLst>
          </c:dPt>
          <c:dPt>
            <c:idx val="2"/>
            <c:invertIfNegative val="0"/>
            <c:bubble3D val="0"/>
            <c:spPr>
              <a:noFill/>
              <a:ln w="38100">
                <a:solidFill>
                  <a:srgbClr val="1E344D"/>
                </a:solidFill>
              </a:ln>
              <a:effectLst/>
            </c:spPr>
            <c:extLst>
              <c:ext xmlns:c16="http://schemas.microsoft.com/office/drawing/2014/chart" uri="{C3380CC4-5D6E-409C-BE32-E72D297353CC}">
                <c16:uniqueId val="{00000005-0649-984E-B576-C25BF32E9C42}"/>
              </c:ext>
            </c:extLst>
          </c:dPt>
          <c:dPt>
            <c:idx val="3"/>
            <c:invertIfNegative val="0"/>
            <c:bubble3D val="0"/>
            <c:spPr>
              <a:solidFill>
                <a:srgbClr val="1E344D"/>
              </a:solidFill>
              <a:ln>
                <a:noFill/>
              </a:ln>
              <a:effectLst/>
            </c:spPr>
            <c:extLst>
              <c:ext xmlns:c16="http://schemas.microsoft.com/office/drawing/2014/chart" uri="{C3380CC4-5D6E-409C-BE32-E72D297353CC}">
                <c16:uniqueId val="{00000008-8148-AD40-8304-DF09D5BE7B5F}"/>
              </c:ext>
            </c:extLst>
          </c:dPt>
          <c:dPt>
            <c:idx val="4"/>
            <c:invertIfNegative val="0"/>
            <c:bubble3D val="0"/>
            <c:spPr>
              <a:solidFill>
                <a:srgbClr val="1E344D"/>
              </a:solidFill>
              <a:ln>
                <a:noFill/>
              </a:ln>
              <a:effectLst/>
            </c:spPr>
            <c:extLst>
              <c:ext xmlns:c16="http://schemas.microsoft.com/office/drawing/2014/chart" uri="{C3380CC4-5D6E-409C-BE32-E72D297353CC}">
                <c16:uniqueId val="{00000007-8148-AD40-8304-DF09D5BE7B5F}"/>
              </c:ext>
            </c:extLst>
          </c:dPt>
          <c:dPt>
            <c:idx val="5"/>
            <c:invertIfNegative val="0"/>
            <c:bubble3D val="0"/>
            <c:spPr>
              <a:solidFill>
                <a:srgbClr val="1E344D"/>
              </a:solidFill>
              <a:ln>
                <a:noFill/>
              </a:ln>
              <a:effectLst/>
            </c:spPr>
            <c:extLst>
              <c:ext xmlns:c16="http://schemas.microsoft.com/office/drawing/2014/chart" uri="{C3380CC4-5D6E-409C-BE32-E72D297353CC}">
                <c16:uniqueId val="{00000006-8148-AD40-8304-DF09D5BE7B5F}"/>
              </c:ext>
            </c:extLst>
          </c:dPt>
          <c:cat>
            <c:strRef>
              <c:f>Sheet1!$A$2:$A$7</c:f>
              <c:strCache>
                <c:ptCount val="6"/>
                <c:pt idx="0">
                  <c:v>projectA</c:v>
                </c:pt>
                <c:pt idx="1">
                  <c:v>projectB</c:v>
                </c:pt>
                <c:pt idx="2">
                  <c:v>projectC</c:v>
                </c:pt>
                <c:pt idx="3">
                  <c:v>projectD</c:v>
                </c:pt>
                <c:pt idx="4">
                  <c:v>projectE</c:v>
                </c:pt>
                <c:pt idx="5">
                  <c:v>projectF</c:v>
                </c:pt>
              </c:strCache>
            </c:strRef>
          </c:cat>
          <c:val>
            <c:numRef>
              <c:f>Sheet1!$B$2:$B$7</c:f>
              <c:numCache>
                <c:formatCode>General</c:formatCode>
                <c:ptCount val="6"/>
                <c:pt idx="0">
                  <c:v>1</c:v>
                </c:pt>
                <c:pt idx="1">
                  <c:v>1.2</c:v>
                </c:pt>
                <c:pt idx="2">
                  <c:v>1.2</c:v>
                </c:pt>
                <c:pt idx="3">
                  <c:v>1.3</c:v>
                </c:pt>
                <c:pt idx="4">
                  <c:v>1.32</c:v>
                </c:pt>
                <c:pt idx="5">
                  <c:v>1.5</c:v>
                </c:pt>
              </c:numCache>
            </c:numRef>
          </c:val>
          <c:extLst>
            <c:ext xmlns:c16="http://schemas.microsoft.com/office/drawing/2014/chart" uri="{C3380CC4-5D6E-409C-BE32-E72D297353CC}">
              <c16:uniqueId val="{00000006-0649-984E-B576-C25BF32E9C42}"/>
            </c:ext>
          </c:extLst>
        </c:ser>
        <c:dLbls>
          <c:showLegendKey val="0"/>
          <c:showVal val="0"/>
          <c:showCatName val="0"/>
          <c:showSerName val="0"/>
          <c:showPercent val="0"/>
          <c:showBubbleSize val="0"/>
        </c:dLbls>
        <c:gapWidth val="61"/>
        <c:overlap val="-69"/>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solidFill>
            <a:schemeClr val="bg1"/>
          </a:solid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libaba PuHuiTi" pitchFamily="18" charset="-122"/>
              <a:ea typeface="Alibaba PuHuiTi" pitchFamily="18" charset="-122"/>
              <a:cs typeface="Alibaba PuHuiTi"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DEDEDE"/>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063C-1345-BBDC-91EAB39220ED}"/>
              </c:ext>
            </c:extLst>
          </c:dPt>
          <c:dPt>
            <c:idx val="1"/>
            <c:invertIfNegative val="0"/>
            <c:bubble3D val="0"/>
            <c:spPr>
              <a:solidFill>
                <a:srgbClr val="1E344D"/>
              </a:solidFill>
              <a:ln w="44450">
                <a:noFill/>
              </a:ln>
              <a:effectLst/>
            </c:spPr>
            <c:extLst>
              <c:ext xmlns:c16="http://schemas.microsoft.com/office/drawing/2014/chart" uri="{C3380CC4-5D6E-409C-BE32-E72D297353CC}">
                <c16:uniqueId val="{00000003-063C-1345-BBDC-91EAB39220ED}"/>
              </c:ext>
            </c:extLst>
          </c:dPt>
          <c:dPt>
            <c:idx val="2"/>
            <c:invertIfNegative val="0"/>
            <c:bubble3D val="0"/>
            <c:spPr>
              <a:solidFill>
                <a:srgbClr val="1E344D"/>
              </a:solidFill>
              <a:ln>
                <a:noFill/>
              </a:ln>
              <a:effectLst/>
            </c:spPr>
            <c:extLst>
              <c:ext xmlns:c16="http://schemas.microsoft.com/office/drawing/2014/chart" uri="{C3380CC4-5D6E-409C-BE32-E72D297353CC}">
                <c16:uniqueId val="{00000005-063C-1345-BBDC-91EAB39220ED}"/>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1.6</c:v>
                </c:pt>
                <c:pt idx="2">
                  <c:v>1.5</c:v>
                </c:pt>
              </c:numCache>
            </c:numRef>
          </c:val>
          <c:extLst>
            <c:ext xmlns:c16="http://schemas.microsoft.com/office/drawing/2014/chart" uri="{C3380CC4-5D6E-409C-BE32-E72D297353CC}">
              <c16:uniqueId val="{00000006-063C-1345-BBDC-91EAB39220ED}"/>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Alibaba PuHuiTi" pitchFamily="18" charset="-122"/>
              <a:ea typeface="Alibaba PuHuiTi" pitchFamily="18" charset="-122"/>
              <a:cs typeface="Alibaba PuHuiTi"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pattFill prst="wdUpDiag">
              <a:fgClr>
                <a:schemeClr val="accent1"/>
              </a:fgClr>
              <a:bgClr>
                <a:schemeClr val="bg1"/>
              </a:bgClr>
            </a:pattFill>
          </c:spPr>
          <c:dPt>
            <c:idx val="0"/>
            <c:bubble3D val="0"/>
            <c:spPr>
              <a:pattFill prst="wdUpDiag">
                <a:fgClr>
                  <a:srgbClr val="BB3023"/>
                </a:fgClr>
                <a:bgClr>
                  <a:schemeClr val="bg1"/>
                </a:bgClr>
              </a:pattFill>
              <a:ln w="19050">
                <a:solidFill>
                  <a:schemeClr val="lt1"/>
                </a:solidFill>
              </a:ln>
              <a:effectLst/>
            </c:spPr>
            <c:extLst>
              <c:ext xmlns:c16="http://schemas.microsoft.com/office/drawing/2014/chart" uri="{C3380CC4-5D6E-409C-BE32-E72D297353CC}">
                <c16:uniqueId val="{00000001-C47B-7746-8622-E32C5AADB610}"/>
              </c:ext>
            </c:extLst>
          </c:dPt>
          <c:dPt>
            <c:idx val="1"/>
            <c:bubble3D val="0"/>
            <c:spPr>
              <a:solidFill>
                <a:srgbClr val="C26961"/>
              </a:solidFill>
              <a:ln w="19050">
                <a:solidFill>
                  <a:schemeClr val="lt1"/>
                </a:solidFill>
              </a:ln>
              <a:effectLst/>
            </c:spPr>
            <c:extLst>
              <c:ext xmlns:c16="http://schemas.microsoft.com/office/drawing/2014/chart" uri="{C3380CC4-5D6E-409C-BE32-E72D297353CC}">
                <c16:uniqueId val="{00000005-C47B-7746-8622-E32C5AADB610}"/>
              </c:ext>
            </c:extLst>
          </c:dPt>
          <c:dPt>
            <c:idx val="2"/>
            <c:bubble3D val="0"/>
            <c:spPr>
              <a:solidFill>
                <a:srgbClr val="BB3023"/>
              </a:solidFill>
              <a:ln w="19050">
                <a:solidFill>
                  <a:schemeClr val="lt1"/>
                </a:solidFill>
              </a:ln>
              <a:effectLst/>
            </c:spPr>
            <c:extLst>
              <c:ext xmlns:c16="http://schemas.microsoft.com/office/drawing/2014/chart" uri="{C3380CC4-5D6E-409C-BE32-E72D297353CC}">
                <c16:uniqueId val="{00000004-C47B-7746-8622-E32C5AADB610}"/>
              </c:ext>
            </c:extLst>
          </c:dPt>
          <c:dPt>
            <c:idx val="3"/>
            <c:bubble3D val="0"/>
            <c:spPr>
              <a:solidFill>
                <a:srgbClr val="C26961"/>
              </a:solidFill>
              <a:ln w="19050">
                <a:solidFill>
                  <a:schemeClr val="lt1"/>
                </a:solidFill>
              </a:ln>
              <a:effectLst/>
            </c:spPr>
            <c:extLst>
              <c:ext xmlns:c16="http://schemas.microsoft.com/office/drawing/2014/chart" uri="{C3380CC4-5D6E-409C-BE32-E72D297353CC}">
                <c16:uniqueId val="{00000003-C47B-7746-8622-E32C5AADB610}"/>
              </c:ext>
            </c:extLst>
          </c:dPt>
          <c:dPt>
            <c:idx val="4"/>
            <c:bubble3D val="0"/>
            <c:spPr>
              <a:solidFill>
                <a:srgbClr val="BB3023"/>
              </a:solidFill>
              <a:ln w="19050">
                <a:solidFill>
                  <a:schemeClr val="lt1"/>
                </a:solidFill>
              </a:ln>
              <a:effectLst/>
            </c:spPr>
            <c:extLst>
              <c:ext xmlns:c16="http://schemas.microsoft.com/office/drawing/2014/chart" uri="{C3380CC4-5D6E-409C-BE32-E72D297353CC}">
                <c16:uniqueId val="{00000002-C47B-7746-8622-E32C5AADB610}"/>
              </c:ext>
            </c:extLst>
          </c:dPt>
          <c:val>
            <c:numRef>
              <c:f>Sheet1!$A$2:$A$6</c:f>
              <c:numCache>
                <c:formatCode>General</c:formatCode>
                <c:ptCount val="5"/>
                <c:pt idx="0">
                  <c:v>69.569999999999993</c:v>
                </c:pt>
                <c:pt idx="1">
                  <c:v>9.32</c:v>
                </c:pt>
                <c:pt idx="2">
                  <c:v>9.32</c:v>
                </c:pt>
                <c:pt idx="3">
                  <c:v>5</c:v>
                </c:pt>
                <c:pt idx="4">
                  <c:v>4.0999999999999996</c:v>
                </c:pt>
              </c:numCache>
            </c:numRef>
          </c:val>
          <c:extLst>
            <c:ext xmlns:c16="http://schemas.microsoft.com/office/drawing/2014/chart" uri="{C3380CC4-5D6E-409C-BE32-E72D297353CC}">
              <c16:uniqueId val="{00000000-C47B-7746-8622-E32C5AADB610}"/>
            </c:ext>
          </c:extLst>
        </c:ser>
        <c:dLbls>
          <c:showLegendKey val="0"/>
          <c:showVal val="0"/>
          <c:showCatName val="0"/>
          <c:showSerName val="0"/>
          <c:showPercent val="0"/>
          <c:showBubbleSize val="0"/>
          <c:showLeaderLines val="1"/>
        </c:dLbls>
        <c:firstSliceAng val="33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EDBFF"/>
            </a:solidFill>
          </c:spPr>
          <c:dPt>
            <c:idx val="0"/>
            <c:bubble3D val="0"/>
            <c:spPr>
              <a:solidFill>
                <a:srgbClr val="1E344D"/>
              </a:solidFill>
              <a:ln w="19050">
                <a:solidFill>
                  <a:schemeClr val="lt1"/>
                </a:solidFill>
              </a:ln>
              <a:effectLst/>
            </c:spPr>
            <c:extLst>
              <c:ext xmlns:c16="http://schemas.microsoft.com/office/drawing/2014/chart" uri="{C3380CC4-5D6E-409C-BE32-E72D297353CC}">
                <c16:uniqueId val="{00000006-DEB2-A54E-9A4A-5B9AD8035F11}"/>
              </c:ext>
            </c:extLst>
          </c:dPt>
          <c:dPt>
            <c:idx val="1"/>
            <c:bubble3D val="0"/>
            <c:spPr>
              <a:solidFill>
                <a:srgbClr val="4F6682"/>
              </a:solidFill>
              <a:ln w="19050">
                <a:solidFill>
                  <a:schemeClr val="lt1"/>
                </a:solidFill>
              </a:ln>
              <a:effectLst/>
            </c:spPr>
            <c:extLst>
              <c:ext xmlns:c16="http://schemas.microsoft.com/office/drawing/2014/chart" uri="{C3380CC4-5D6E-409C-BE32-E72D297353CC}">
                <c16:uniqueId val="{00000005-DEB2-A54E-9A4A-5B9AD8035F11}"/>
              </c:ext>
            </c:extLst>
          </c:dPt>
          <c:dPt>
            <c:idx val="2"/>
            <c:bubble3D val="0"/>
            <c:spPr>
              <a:solidFill>
                <a:srgbClr val="728AAA"/>
              </a:solidFill>
              <a:ln w="19050">
                <a:solidFill>
                  <a:schemeClr val="lt1"/>
                </a:solidFill>
              </a:ln>
              <a:effectLst/>
            </c:spPr>
            <c:extLst>
              <c:ext xmlns:c16="http://schemas.microsoft.com/office/drawing/2014/chart" uri="{C3380CC4-5D6E-409C-BE32-E72D297353CC}">
                <c16:uniqueId val="{00000004-DEB2-A54E-9A4A-5B9AD8035F11}"/>
              </c:ext>
            </c:extLst>
          </c:dPt>
          <c:dPt>
            <c:idx val="3"/>
            <c:bubble3D val="0"/>
            <c:spPr>
              <a:solidFill>
                <a:srgbClr val="8797AB"/>
              </a:solidFill>
              <a:ln w="19050">
                <a:solidFill>
                  <a:schemeClr val="lt1"/>
                </a:solidFill>
              </a:ln>
              <a:effectLst/>
            </c:spPr>
            <c:extLst>
              <c:ext xmlns:c16="http://schemas.microsoft.com/office/drawing/2014/chart" uri="{C3380CC4-5D6E-409C-BE32-E72D297353CC}">
                <c16:uniqueId val="{00000003-DEB2-A54E-9A4A-5B9AD8035F11}"/>
              </c:ext>
            </c:extLst>
          </c:dPt>
          <c:dPt>
            <c:idx val="4"/>
            <c:bubble3D val="0"/>
            <c:spPr>
              <a:solidFill>
                <a:srgbClr val="B2C5DC"/>
              </a:solidFill>
              <a:ln w="19050">
                <a:solidFill>
                  <a:schemeClr val="lt1"/>
                </a:solidFill>
              </a:ln>
              <a:effectLst/>
            </c:spPr>
            <c:extLst>
              <c:ext xmlns:c16="http://schemas.microsoft.com/office/drawing/2014/chart" uri="{C3380CC4-5D6E-409C-BE32-E72D297353CC}">
                <c16:uniqueId val="{00000002-DEB2-A54E-9A4A-5B9AD8035F11}"/>
              </c:ext>
            </c:extLst>
          </c:dPt>
          <c:dPt>
            <c:idx val="5"/>
            <c:bubble3D val="0"/>
            <c:spPr>
              <a:solidFill>
                <a:srgbClr val="C8D5E5"/>
              </a:solidFill>
              <a:ln w="19050">
                <a:solidFill>
                  <a:schemeClr val="lt1"/>
                </a:solidFill>
              </a:ln>
              <a:effectLst/>
            </c:spPr>
            <c:extLst>
              <c:ext xmlns:c16="http://schemas.microsoft.com/office/drawing/2014/chart" uri="{C3380CC4-5D6E-409C-BE32-E72D297353CC}">
                <c16:uniqueId val="{00000001-DEB2-A54E-9A4A-5B9AD8035F11}"/>
              </c:ext>
            </c:extLst>
          </c:dPt>
          <c:val>
            <c:numRef>
              <c:f>Sheet1!$A$2:$A$7</c:f>
              <c:numCache>
                <c:formatCode>General</c:formatCode>
                <c:ptCount val="6"/>
                <c:pt idx="0">
                  <c:v>55</c:v>
                </c:pt>
                <c:pt idx="1">
                  <c:v>22</c:v>
                </c:pt>
                <c:pt idx="2">
                  <c:v>20</c:v>
                </c:pt>
                <c:pt idx="3">
                  <c:v>30</c:v>
                </c:pt>
                <c:pt idx="4">
                  <c:v>5</c:v>
                </c:pt>
                <c:pt idx="5">
                  <c:v>6</c:v>
                </c:pt>
              </c:numCache>
            </c:numRef>
          </c:val>
          <c:extLst>
            <c:ext xmlns:c16="http://schemas.microsoft.com/office/drawing/2014/chart" uri="{C3380CC4-5D6E-409C-BE32-E72D297353CC}">
              <c16:uniqueId val="{00000000-DEB2-A54E-9A4A-5B9AD8035F1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dPt>
            <c:idx val="0"/>
            <c:bubble3D val="0"/>
            <c:spPr>
              <a:solidFill>
                <a:srgbClr val="BB3023"/>
              </a:solidFill>
              <a:ln w="19050">
                <a:solidFill>
                  <a:schemeClr val="lt1"/>
                </a:solidFill>
              </a:ln>
              <a:effectLst/>
            </c:spPr>
            <c:extLst>
              <c:ext xmlns:c16="http://schemas.microsoft.com/office/drawing/2014/chart" uri="{C3380CC4-5D6E-409C-BE32-E72D297353CC}">
                <c16:uniqueId val="{00000001-B9FF-5744-8ACD-24386ED520C7}"/>
              </c:ext>
            </c:extLst>
          </c:dPt>
          <c:dPt>
            <c:idx val="1"/>
            <c:bubble3D val="0"/>
            <c:spPr>
              <a:solidFill>
                <a:srgbClr val="E1A49E"/>
              </a:solidFill>
              <a:ln w="19050">
                <a:solidFill>
                  <a:schemeClr val="lt1"/>
                </a:solidFill>
              </a:ln>
              <a:effectLst/>
            </c:spPr>
            <c:extLst>
              <c:ext xmlns:c16="http://schemas.microsoft.com/office/drawing/2014/chart" uri="{C3380CC4-5D6E-409C-BE32-E72D297353CC}">
                <c16:uniqueId val="{00000005-DEB2-A54E-9A4A-5B9AD8035F11}"/>
              </c:ext>
            </c:extLst>
          </c:dPt>
          <c:dPt>
            <c:idx val="2"/>
            <c:bubble3D val="0"/>
            <c:spPr>
              <a:solidFill>
                <a:srgbClr val="C26961"/>
              </a:solidFill>
              <a:ln w="19050">
                <a:solidFill>
                  <a:schemeClr val="lt1"/>
                </a:solidFill>
              </a:ln>
              <a:effectLst/>
            </c:spPr>
            <c:extLst>
              <c:ext xmlns:c16="http://schemas.microsoft.com/office/drawing/2014/chart" uri="{C3380CC4-5D6E-409C-BE32-E72D297353CC}">
                <c16:uniqueId val="{00000004-DEB2-A54E-9A4A-5B9AD8035F11}"/>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3-DEB2-A54E-9A4A-5B9AD8035F11}"/>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2-DEB2-A54E-9A4A-5B9AD8035F11}"/>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1-DEB2-A54E-9A4A-5B9AD8035F11}"/>
              </c:ext>
            </c:extLst>
          </c:dPt>
          <c:val>
            <c:numRef>
              <c:f>Sheet1!$A$2:$A$7</c:f>
              <c:numCache>
                <c:formatCode>General</c:formatCode>
                <c:ptCount val="6"/>
                <c:pt idx="0">
                  <c:v>99</c:v>
                </c:pt>
                <c:pt idx="1">
                  <c:v>22</c:v>
                </c:pt>
                <c:pt idx="2">
                  <c:v>20</c:v>
                </c:pt>
              </c:numCache>
            </c:numRef>
          </c:val>
          <c:extLst>
            <c:ext xmlns:c16="http://schemas.microsoft.com/office/drawing/2014/chart" uri="{C3380CC4-5D6E-409C-BE32-E72D297353CC}">
              <c16:uniqueId val="{00000000-DEB2-A54E-9A4A-5B9AD8035F1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1E344D"/>
            </a:solidFill>
          </c:spPr>
          <c:dPt>
            <c:idx val="0"/>
            <c:bubble3D val="0"/>
            <c:spPr>
              <a:solidFill>
                <a:srgbClr val="1E344D"/>
              </a:solidFill>
              <a:ln w="19050">
                <a:solidFill>
                  <a:schemeClr val="lt1"/>
                </a:solidFill>
              </a:ln>
              <a:effectLst/>
            </c:spPr>
            <c:extLst>
              <c:ext xmlns:c16="http://schemas.microsoft.com/office/drawing/2014/chart" uri="{C3380CC4-5D6E-409C-BE32-E72D297353CC}">
                <c16:uniqueId val="{00000001-7CCB-2B4B-AAB2-BF5A21DF9F2B}"/>
              </c:ext>
            </c:extLst>
          </c:dPt>
          <c:dPt>
            <c:idx val="1"/>
            <c:bubble3D val="0"/>
            <c:spPr>
              <a:solidFill>
                <a:srgbClr val="4F6682"/>
              </a:solidFill>
              <a:ln w="19050">
                <a:solidFill>
                  <a:schemeClr val="lt1"/>
                </a:solidFill>
              </a:ln>
              <a:effectLst/>
            </c:spPr>
            <c:extLst>
              <c:ext xmlns:c16="http://schemas.microsoft.com/office/drawing/2014/chart" uri="{C3380CC4-5D6E-409C-BE32-E72D297353CC}">
                <c16:uniqueId val="{00000003-7CCB-2B4B-AAB2-BF5A21DF9F2B}"/>
              </c:ext>
            </c:extLst>
          </c:dPt>
          <c:dPt>
            <c:idx val="2"/>
            <c:bubble3D val="0"/>
            <c:spPr>
              <a:solidFill>
                <a:srgbClr val="1E344D"/>
              </a:solidFill>
              <a:ln w="19050">
                <a:solidFill>
                  <a:schemeClr val="lt1"/>
                </a:solidFill>
              </a:ln>
              <a:effectLst/>
            </c:spPr>
            <c:extLst>
              <c:ext xmlns:c16="http://schemas.microsoft.com/office/drawing/2014/chart" uri="{C3380CC4-5D6E-409C-BE32-E72D297353CC}">
                <c16:uniqueId val="{00000005-7CCB-2B4B-AAB2-BF5A21DF9F2B}"/>
              </c:ext>
            </c:extLst>
          </c:dPt>
          <c:dPt>
            <c:idx val="3"/>
            <c:bubble3D val="0"/>
            <c:spPr>
              <a:solidFill>
                <a:srgbClr val="1E344D"/>
              </a:solidFill>
              <a:ln w="19050">
                <a:solidFill>
                  <a:schemeClr val="lt1"/>
                </a:solidFill>
              </a:ln>
              <a:effectLst/>
            </c:spPr>
            <c:extLst>
              <c:ext xmlns:c16="http://schemas.microsoft.com/office/drawing/2014/chart" uri="{C3380CC4-5D6E-409C-BE32-E72D297353CC}">
                <c16:uniqueId val="{00000007-7CCB-2B4B-AAB2-BF5A21DF9F2B}"/>
              </c:ext>
            </c:extLst>
          </c:dPt>
          <c:dPt>
            <c:idx val="4"/>
            <c:bubble3D val="0"/>
            <c:spPr>
              <a:solidFill>
                <a:srgbClr val="1E344D"/>
              </a:solidFill>
              <a:ln w="19050">
                <a:solidFill>
                  <a:schemeClr val="lt1"/>
                </a:solidFill>
              </a:ln>
              <a:effectLst/>
            </c:spPr>
            <c:extLst>
              <c:ext xmlns:c16="http://schemas.microsoft.com/office/drawing/2014/chart" uri="{C3380CC4-5D6E-409C-BE32-E72D297353CC}">
                <c16:uniqueId val="{00000009-7CCB-2B4B-AAB2-BF5A21DF9F2B}"/>
              </c:ext>
            </c:extLst>
          </c:dPt>
          <c:dPt>
            <c:idx val="5"/>
            <c:bubble3D val="0"/>
            <c:spPr>
              <a:solidFill>
                <a:srgbClr val="1E344D"/>
              </a:solidFill>
              <a:ln w="19050">
                <a:solidFill>
                  <a:schemeClr val="lt1"/>
                </a:solidFill>
              </a:ln>
              <a:effectLst/>
            </c:spPr>
            <c:extLst>
              <c:ext xmlns:c16="http://schemas.microsoft.com/office/drawing/2014/chart" uri="{C3380CC4-5D6E-409C-BE32-E72D297353CC}">
                <c16:uniqueId val="{0000000B-7CCB-2B4B-AAB2-BF5A21DF9F2B}"/>
              </c:ext>
            </c:extLst>
          </c:dPt>
          <c:val>
            <c:numRef>
              <c:f>Sheet1!$A$2:$A$7</c:f>
              <c:numCache>
                <c:formatCode>General</c:formatCode>
                <c:ptCount val="6"/>
                <c:pt idx="0">
                  <c:v>99</c:v>
                </c:pt>
                <c:pt idx="1">
                  <c:v>5</c:v>
                </c:pt>
                <c:pt idx="2">
                  <c:v>2</c:v>
                </c:pt>
              </c:numCache>
            </c:numRef>
          </c:val>
          <c:extLst>
            <c:ext xmlns:c16="http://schemas.microsoft.com/office/drawing/2014/chart" uri="{C3380CC4-5D6E-409C-BE32-E72D297353CC}">
              <c16:uniqueId val="{0000000C-7CCB-2B4B-AAB2-BF5A21DF9F2B}"/>
            </c:ext>
          </c:extLst>
        </c:ser>
        <c:dLbls>
          <c:showLegendKey val="0"/>
          <c:showVal val="0"/>
          <c:showCatName val="0"/>
          <c:showSerName val="0"/>
          <c:showPercent val="0"/>
          <c:showBubbleSize val="0"/>
          <c:showLeaderLines val="1"/>
        </c:dLbls>
        <c:firstSliceAng val="47"/>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dPt>
            <c:idx val="0"/>
            <c:bubble3D val="0"/>
            <c:spPr>
              <a:solidFill>
                <a:srgbClr val="BB3023"/>
              </a:solidFill>
              <a:ln w="19050">
                <a:solidFill>
                  <a:schemeClr val="lt1"/>
                </a:solidFill>
              </a:ln>
              <a:effectLst/>
            </c:spPr>
            <c:extLst>
              <c:ext xmlns:c16="http://schemas.microsoft.com/office/drawing/2014/chart" uri="{C3380CC4-5D6E-409C-BE32-E72D297353CC}">
                <c16:uniqueId val="{00000001-6CEB-7E46-B5B7-E2721F167DA8}"/>
              </c:ext>
            </c:extLst>
          </c:dPt>
          <c:dPt>
            <c:idx val="1"/>
            <c:bubble3D val="0"/>
            <c:spPr>
              <a:solidFill>
                <a:srgbClr val="C26961"/>
              </a:solidFill>
              <a:ln w="19050">
                <a:solidFill>
                  <a:schemeClr val="lt1"/>
                </a:solidFill>
              </a:ln>
              <a:effectLst/>
            </c:spPr>
            <c:extLst>
              <c:ext xmlns:c16="http://schemas.microsoft.com/office/drawing/2014/chart" uri="{C3380CC4-5D6E-409C-BE32-E72D297353CC}">
                <c16:uniqueId val="{00000005-DEB2-A54E-9A4A-5B9AD8035F11}"/>
              </c:ext>
            </c:extLst>
          </c:dPt>
          <c:dPt>
            <c:idx val="2"/>
            <c:bubble3D val="0"/>
            <c:spPr>
              <a:solidFill>
                <a:srgbClr val="E1A49E"/>
              </a:solidFill>
              <a:ln w="19050">
                <a:solidFill>
                  <a:schemeClr val="lt1"/>
                </a:solidFill>
              </a:ln>
              <a:effectLst/>
            </c:spPr>
            <c:extLst>
              <c:ext xmlns:c16="http://schemas.microsoft.com/office/drawing/2014/chart" uri="{C3380CC4-5D6E-409C-BE32-E72D297353CC}">
                <c16:uniqueId val="{00000004-DEB2-A54E-9A4A-5B9AD8035F11}"/>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3-DEB2-A54E-9A4A-5B9AD8035F11}"/>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2-DEB2-A54E-9A4A-5B9AD8035F11}"/>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1-DEB2-A54E-9A4A-5B9AD8035F11}"/>
              </c:ext>
            </c:extLst>
          </c:dPt>
          <c:val>
            <c:numRef>
              <c:f>Sheet1!$A$2:$A$7</c:f>
              <c:numCache>
                <c:formatCode>General</c:formatCode>
                <c:ptCount val="6"/>
                <c:pt idx="0">
                  <c:v>99</c:v>
                </c:pt>
                <c:pt idx="1">
                  <c:v>10</c:v>
                </c:pt>
                <c:pt idx="2">
                  <c:v>5</c:v>
                </c:pt>
              </c:numCache>
            </c:numRef>
          </c:val>
          <c:extLst>
            <c:ext xmlns:c16="http://schemas.microsoft.com/office/drawing/2014/chart" uri="{C3380CC4-5D6E-409C-BE32-E72D297353CC}">
              <c16:uniqueId val="{00000000-DEB2-A54E-9A4A-5B9AD8035F11}"/>
            </c:ext>
          </c:extLst>
        </c:ser>
        <c:dLbls>
          <c:showLegendKey val="0"/>
          <c:showVal val="0"/>
          <c:showCatName val="0"/>
          <c:showSerName val="0"/>
          <c:showPercent val="0"/>
          <c:showBubbleSize val="0"/>
          <c:showLeaderLines val="1"/>
        </c:dLbls>
        <c:firstSliceAng val="103"/>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5976-9841-9C7E-2EB3FADFEE09}"/>
              </c:ext>
            </c:extLst>
          </c:dPt>
          <c:dPt>
            <c:idx val="1"/>
            <c:invertIfNegative val="0"/>
            <c:bubble3D val="0"/>
            <c:spPr>
              <a:solidFill>
                <a:srgbClr val="BB3023"/>
              </a:solidFill>
              <a:ln>
                <a:noFill/>
              </a:ln>
              <a:effectLst/>
            </c:spPr>
            <c:extLst>
              <c:ext xmlns:c16="http://schemas.microsoft.com/office/drawing/2014/chart" uri="{C3380CC4-5D6E-409C-BE32-E72D297353CC}">
                <c16:uniqueId val="{00000003-5976-9841-9C7E-2EB3FADFEE09}"/>
              </c:ext>
            </c:extLst>
          </c:dPt>
          <c:dPt>
            <c:idx val="2"/>
            <c:invertIfNegative val="0"/>
            <c:bubble3D val="0"/>
            <c:spPr>
              <a:solidFill>
                <a:srgbClr val="4F6682"/>
              </a:solidFill>
              <a:ln>
                <a:noFill/>
              </a:ln>
              <a:effectLst/>
            </c:spPr>
            <c:extLst>
              <c:ext xmlns:c16="http://schemas.microsoft.com/office/drawing/2014/chart" uri="{C3380CC4-5D6E-409C-BE32-E72D297353CC}">
                <c16:uniqueId val="{00000005-5976-9841-9C7E-2EB3FADFEE09}"/>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5976-9841-9C7E-2EB3FADFEE09}"/>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rgbClr val="4F6682"/>
              </a:solidFill>
              <a:ln w="19050">
                <a:solidFill>
                  <a:schemeClr val="lt1"/>
                </a:solidFill>
              </a:ln>
              <a:effectLst/>
            </c:spPr>
            <c:extLst>
              <c:ext xmlns:c16="http://schemas.microsoft.com/office/drawing/2014/chart" uri="{C3380CC4-5D6E-409C-BE32-E72D297353CC}">
                <c16:uniqueId val="{00000001-273E-7B4E-827F-6E86A1C2486D}"/>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273E-7B4E-827F-6E86A1C2486D}"/>
              </c:ext>
            </c:extLst>
          </c:dPt>
          <c:dPt>
            <c:idx val="2"/>
            <c:bubble3D val="0"/>
            <c:spPr>
              <a:solidFill>
                <a:srgbClr val="4F6682"/>
              </a:solidFill>
              <a:ln w="19050">
                <a:solidFill>
                  <a:schemeClr val="lt1"/>
                </a:solidFill>
              </a:ln>
              <a:effectLst/>
            </c:spPr>
            <c:extLst>
              <c:ext xmlns:c16="http://schemas.microsoft.com/office/drawing/2014/chart" uri="{C3380CC4-5D6E-409C-BE32-E72D297353CC}">
                <c16:uniqueId val="{00000005-273E-7B4E-827F-6E86A1C2486D}"/>
              </c:ext>
            </c:extLst>
          </c:dPt>
          <c:dPt>
            <c:idx val="3"/>
            <c:bubble3D val="0"/>
            <c:spPr>
              <a:solidFill>
                <a:srgbClr val="BB3023"/>
              </a:solidFill>
              <a:ln w="19050">
                <a:solidFill>
                  <a:schemeClr val="lt1"/>
                </a:solidFill>
              </a:ln>
              <a:effectLst/>
            </c:spPr>
            <c:extLst>
              <c:ext xmlns:c16="http://schemas.microsoft.com/office/drawing/2014/chart" uri="{C3380CC4-5D6E-409C-BE32-E72D297353CC}">
                <c16:uniqueId val="{00000007-273E-7B4E-827F-6E86A1C2486D}"/>
              </c:ext>
            </c:extLst>
          </c:dPt>
          <c:dPt>
            <c:idx val="4"/>
            <c:bubble3D val="0"/>
            <c:spPr>
              <a:solidFill>
                <a:srgbClr val="1E344D"/>
              </a:solidFill>
              <a:ln w="19050">
                <a:solidFill>
                  <a:schemeClr val="lt1"/>
                </a:solidFill>
              </a:ln>
              <a:effectLst/>
            </c:spPr>
            <c:extLst>
              <c:ext xmlns:c16="http://schemas.microsoft.com/office/drawing/2014/chart" uri="{C3380CC4-5D6E-409C-BE32-E72D297353CC}">
                <c16:uniqueId val="{00000009-273E-7B4E-827F-6E86A1C2486D}"/>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A-273E-7B4E-827F-6E86A1C2486D}"/>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5976-9841-9C7E-2EB3FADFEE09}"/>
              </c:ext>
            </c:extLst>
          </c:dPt>
          <c:dPt>
            <c:idx val="1"/>
            <c:invertIfNegative val="0"/>
            <c:bubble3D val="0"/>
            <c:spPr>
              <a:solidFill>
                <a:srgbClr val="BB3023"/>
              </a:solidFill>
              <a:ln>
                <a:noFill/>
              </a:ln>
              <a:effectLst/>
            </c:spPr>
            <c:extLst>
              <c:ext xmlns:c16="http://schemas.microsoft.com/office/drawing/2014/chart" uri="{C3380CC4-5D6E-409C-BE32-E72D297353CC}">
                <c16:uniqueId val="{00000003-5976-9841-9C7E-2EB3FADFEE09}"/>
              </c:ext>
            </c:extLst>
          </c:dPt>
          <c:dPt>
            <c:idx val="2"/>
            <c:invertIfNegative val="0"/>
            <c:bubble3D val="0"/>
            <c:spPr>
              <a:solidFill>
                <a:srgbClr val="4F6682"/>
              </a:solidFill>
              <a:ln>
                <a:noFill/>
              </a:ln>
              <a:effectLst/>
            </c:spPr>
            <c:extLst>
              <c:ext xmlns:c16="http://schemas.microsoft.com/office/drawing/2014/chart" uri="{C3380CC4-5D6E-409C-BE32-E72D297353CC}">
                <c16:uniqueId val="{00000005-5976-9841-9C7E-2EB3FADFEE09}"/>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5976-9841-9C7E-2EB3FADFEE09}"/>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rgbClr val="4F6682"/>
              </a:solidFill>
              <a:ln w="19050">
                <a:solidFill>
                  <a:schemeClr val="lt1"/>
                </a:solidFill>
              </a:ln>
              <a:effectLst/>
            </c:spPr>
            <c:extLst>
              <c:ext xmlns:c16="http://schemas.microsoft.com/office/drawing/2014/chart" uri="{C3380CC4-5D6E-409C-BE32-E72D297353CC}">
                <c16:uniqueId val="{00000001-273E-7B4E-827F-6E86A1C2486D}"/>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273E-7B4E-827F-6E86A1C2486D}"/>
              </c:ext>
            </c:extLst>
          </c:dPt>
          <c:dPt>
            <c:idx val="2"/>
            <c:bubble3D val="0"/>
            <c:spPr>
              <a:solidFill>
                <a:srgbClr val="4F6682"/>
              </a:solidFill>
              <a:ln w="19050">
                <a:solidFill>
                  <a:schemeClr val="lt1"/>
                </a:solidFill>
              </a:ln>
              <a:effectLst/>
            </c:spPr>
            <c:extLst>
              <c:ext xmlns:c16="http://schemas.microsoft.com/office/drawing/2014/chart" uri="{C3380CC4-5D6E-409C-BE32-E72D297353CC}">
                <c16:uniqueId val="{00000005-273E-7B4E-827F-6E86A1C2486D}"/>
              </c:ext>
            </c:extLst>
          </c:dPt>
          <c:dPt>
            <c:idx val="3"/>
            <c:bubble3D val="0"/>
            <c:spPr>
              <a:solidFill>
                <a:srgbClr val="BB3023"/>
              </a:solidFill>
              <a:ln w="19050">
                <a:solidFill>
                  <a:schemeClr val="lt1"/>
                </a:solidFill>
              </a:ln>
              <a:effectLst/>
            </c:spPr>
            <c:extLst>
              <c:ext xmlns:c16="http://schemas.microsoft.com/office/drawing/2014/chart" uri="{C3380CC4-5D6E-409C-BE32-E72D297353CC}">
                <c16:uniqueId val="{00000007-273E-7B4E-827F-6E86A1C2486D}"/>
              </c:ext>
            </c:extLst>
          </c:dPt>
          <c:dPt>
            <c:idx val="4"/>
            <c:bubble3D val="0"/>
            <c:spPr>
              <a:solidFill>
                <a:srgbClr val="1E344D"/>
              </a:solidFill>
              <a:ln w="19050">
                <a:solidFill>
                  <a:schemeClr val="lt1"/>
                </a:solidFill>
              </a:ln>
              <a:effectLst/>
            </c:spPr>
            <c:extLst>
              <c:ext xmlns:c16="http://schemas.microsoft.com/office/drawing/2014/chart" uri="{C3380CC4-5D6E-409C-BE32-E72D297353CC}">
                <c16:uniqueId val="{00000009-273E-7B4E-827F-6E86A1C2486D}"/>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A-273E-7B4E-827F-6E86A1C2486D}"/>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5976-9841-9C7E-2EB3FADFEE09}"/>
              </c:ext>
            </c:extLst>
          </c:dPt>
          <c:dPt>
            <c:idx val="1"/>
            <c:invertIfNegative val="0"/>
            <c:bubble3D val="0"/>
            <c:spPr>
              <a:solidFill>
                <a:srgbClr val="BB3023"/>
              </a:solidFill>
              <a:ln>
                <a:noFill/>
              </a:ln>
              <a:effectLst/>
            </c:spPr>
            <c:extLst>
              <c:ext xmlns:c16="http://schemas.microsoft.com/office/drawing/2014/chart" uri="{C3380CC4-5D6E-409C-BE32-E72D297353CC}">
                <c16:uniqueId val="{00000003-5976-9841-9C7E-2EB3FADFEE09}"/>
              </c:ext>
            </c:extLst>
          </c:dPt>
          <c:dPt>
            <c:idx val="2"/>
            <c:invertIfNegative val="0"/>
            <c:bubble3D val="0"/>
            <c:spPr>
              <a:solidFill>
                <a:srgbClr val="4F6682"/>
              </a:solidFill>
              <a:ln>
                <a:noFill/>
              </a:ln>
              <a:effectLst/>
            </c:spPr>
            <c:extLst>
              <c:ext xmlns:c16="http://schemas.microsoft.com/office/drawing/2014/chart" uri="{C3380CC4-5D6E-409C-BE32-E72D297353CC}">
                <c16:uniqueId val="{00000005-5976-9841-9C7E-2EB3FADFEE09}"/>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5976-9841-9C7E-2EB3FADFEE09}"/>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rgbClr val="4F6682"/>
              </a:solidFill>
              <a:ln w="19050">
                <a:solidFill>
                  <a:schemeClr val="lt1"/>
                </a:solidFill>
              </a:ln>
              <a:effectLst/>
            </c:spPr>
            <c:extLst>
              <c:ext xmlns:c16="http://schemas.microsoft.com/office/drawing/2014/chart" uri="{C3380CC4-5D6E-409C-BE32-E72D297353CC}">
                <c16:uniqueId val="{00000001-273E-7B4E-827F-6E86A1C2486D}"/>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273E-7B4E-827F-6E86A1C2486D}"/>
              </c:ext>
            </c:extLst>
          </c:dPt>
          <c:dPt>
            <c:idx val="2"/>
            <c:bubble3D val="0"/>
            <c:spPr>
              <a:solidFill>
                <a:srgbClr val="4F6682"/>
              </a:solidFill>
              <a:ln w="19050">
                <a:solidFill>
                  <a:schemeClr val="lt1"/>
                </a:solidFill>
              </a:ln>
              <a:effectLst/>
            </c:spPr>
            <c:extLst>
              <c:ext xmlns:c16="http://schemas.microsoft.com/office/drawing/2014/chart" uri="{C3380CC4-5D6E-409C-BE32-E72D297353CC}">
                <c16:uniqueId val="{00000005-273E-7B4E-827F-6E86A1C2486D}"/>
              </c:ext>
            </c:extLst>
          </c:dPt>
          <c:dPt>
            <c:idx val="3"/>
            <c:bubble3D val="0"/>
            <c:spPr>
              <a:solidFill>
                <a:srgbClr val="BB3023"/>
              </a:solidFill>
              <a:ln w="19050">
                <a:solidFill>
                  <a:schemeClr val="lt1"/>
                </a:solidFill>
              </a:ln>
              <a:effectLst/>
            </c:spPr>
            <c:extLst>
              <c:ext xmlns:c16="http://schemas.microsoft.com/office/drawing/2014/chart" uri="{C3380CC4-5D6E-409C-BE32-E72D297353CC}">
                <c16:uniqueId val="{00000007-273E-7B4E-827F-6E86A1C2486D}"/>
              </c:ext>
            </c:extLst>
          </c:dPt>
          <c:dPt>
            <c:idx val="4"/>
            <c:bubble3D val="0"/>
            <c:spPr>
              <a:solidFill>
                <a:srgbClr val="1E344D"/>
              </a:solidFill>
              <a:ln w="19050">
                <a:solidFill>
                  <a:schemeClr val="lt1"/>
                </a:solidFill>
              </a:ln>
              <a:effectLst/>
            </c:spPr>
            <c:extLst>
              <c:ext xmlns:c16="http://schemas.microsoft.com/office/drawing/2014/chart" uri="{C3380CC4-5D6E-409C-BE32-E72D297353CC}">
                <c16:uniqueId val="{00000009-273E-7B4E-827F-6E86A1C2486D}"/>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A-273E-7B4E-827F-6E86A1C2486D}"/>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BB3023"/>
            </a:solidFill>
            <a:ln>
              <a:noFill/>
            </a:ln>
            <a:effectLst/>
          </c:spPr>
          <c:invertIfNegative val="0"/>
          <c:dPt>
            <c:idx val="0"/>
            <c:invertIfNegative val="0"/>
            <c:bubble3D val="0"/>
            <c:spPr>
              <a:noFill/>
              <a:ln w="38100">
                <a:solidFill>
                  <a:srgbClr val="BB3023"/>
                </a:solidFill>
              </a:ln>
              <a:effectLst/>
            </c:spPr>
            <c:extLst>
              <c:ext xmlns:c16="http://schemas.microsoft.com/office/drawing/2014/chart" uri="{C3380CC4-5D6E-409C-BE32-E72D297353CC}">
                <c16:uniqueId val="{00000001-0649-984E-B576-C25BF32E9C42}"/>
              </c:ext>
            </c:extLst>
          </c:dPt>
          <c:dPt>
            <c:idx val="1"/>
            <c:invertIfNegative val="0"/>
            <c:bubble3D val="0"/>
            <c:spPr>
              <a:noFill/>
              <a:ln w="38100">
                <a:solidFill>
                  <a:srgbClr val="BB3023"/>
                </a:solidFill>
              </a:ln>
              <a:effectLst/>
            </c:spPr>
            <c:extLst>
              <c:ext xmlns:c16="http://schemas.microsoft.com/office/drawing/2014/chart" uri="{C3380CC4-5D6E-409C-BE32-E72D297353CC}">
                <c16:uniqueId val="{00000003-0649-984E-B576-C25BF32E9C42}"/>
              </c:ext>
            </c:extLst>
          </c:dPt>
          <c:dPt>
            <c:idx val="2"/>
            <c:invertIfNegative val="0"/>
            <c:bubble3D val="0"/>
            <c:spPr>
              <a:noFill/>
              <a:ln w="38100">
                <a:solidFill>
                  <a:srgbClr val="BB3023"/>
                </a:solidFill>
              </a:ln>
              <a:effectLst/>
            </c:spPr>
            <c:extLst>
              <c:ext xmlns:c16="http://schemas.microsoft.com/office/drawing/2014/chart" uri="{C3380CC4-5D6E-409C-BE32-E72D297353CC}">
                <c16:uniqueId val="{00000005-0649-984E-B576-C25BF32E9C42}"/>
              </c:ext>
            </c:extLst>
          </c:dPt>
          <c:cat>
            <c:strRef>
              <c:f>Sheet1!$A$2:$A$7</c:f>
              <c:strCache>
                <c:ptCount val="6"/>
                <c:pt idx="0">
                  <c:v>projectA</c:v>
                </c:pt>
                <c:pt idx="1">
                  <c:v>projectB</c:v>
                </c:pt>
                <c:pt idx="2">
                  <c:v>projectC</c:v>
                </c:pt>
                <c:pt idx="3">
                  <c:v>projectD</c:v>
                </c:pt>
                <c:pt idx="4">
                  <c:v>projectE</c:v>
                </c:pt>
                <c:pt idx="5">
                  <c:v>projectF</c:v>
                </c:pt>
              </c:strCache>
            </c:strRef>
          </c:cat>
          <c:val>
            <c:numRef>
              <c:f>Sheet1!$B$2:$B$7</c:f>
              <c:numCache>
                <c:formatCode>General</c:formatCode>
                <c:ptCount val="6"/>
                <c:pt idx="0">
                  <c:v>1</c:v>
                </c:pt>
                <c:pt idx="1">
                  <c:v>1.2</c:v>
                </c:pt>
                <c:pt idx="2">
                  <c:v>1.2</c:v>
                </c:pt>
                <c:pt idx="3">
                  <c:v>1.3</c:v>
                </c:pt>
                <c:pt idx="4">
                  <c:v>1.32</c:v>
                </c:pt>
                <c:pt idx="5">
                  <c:v>1.5</c:v>
                </c:pt>
              </c:numCache>
            </c:numRef>
          </c:val>
          <c:extLst>
            <c:ext xmlns:c16="http://schemas.microsoft.com/office/drawing/2014/chart" uri="{C3380CC4-5D6E-409C-BE32-E72D297353CC}">
              <c16:uniqueId val="{00000006-0649-984E-B576-C25BF32E9C42}"/>
            </c:ext>
          </c:extLst>
        </c:ser>
        <c:dLbls>
          <c:showLegendKey val="0"/>
          <c:showVal val="0"/>
          <c:showCatName val="0"/>
          <c:showSerName val="0"/>
          <c:showPercent val="0"/>
          <c:showBubbleSize val="0"/>
        </c:dLbls>
        <c:gapWidth val="61"/>
        <c:overlap val="-69"/>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solidFill>
            <a:schemeClr val="bg1"/>
          </a:solid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libaba PuHuiTi" pitchFamily="18" charset="-122"/>
              <a:ea typeface="Alibaba PuHuiTi" pitchFamily="18" charset="-122"/>
              <a:cs typeface="Alibaba PuHuiTi"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DEDEDE"/>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1-063C-1345-BBDC-91EAB39220ED}"/>
              </c:ext>
            </c:extLst>
          </c:dPt>
          <c:dPt>
            <c:idx val="1"/>
            <c:invertIfNegative val="0"/>
            <c:bubble3D val="0"/>
            <c:spPr>
              <a:solidFill>
                <a:srgbClr val="BB3023"/>
              </a:solidFill>
              <a:ln w="44450">
                <a:noFill/>
              </a:ln>
              <a:effectLst/>
            </c:spPr>
            <c:extLst>
              <c:ext xmlns:c16="http://schemas.microsoft.com/office/drawing/2014/chart" uri="{C3380CC4-5D6E-409C-BE32-E72D297353CC}">
                <c16:uniqueId val="{00000003-063C-1345-BBDC-91EAB39220ED}"/>
              </c:ext>
            </c:extLst>
          </c:dPt>
          <c:dPt>
            <c:idx val="2"/>
            <c:invertIfNegative val="0"/>
            <c:bubble3D val="0"/>
            <c:spPr>
              <a:solidFill>
                <a:srgbClr val="1E344D"/>
              </a:solidFill>
              <a:ln>
                <a:noFill/>
              </a:ln>
              <a:effectLst/>
            </c:spPr>
            <c:extLst>
              <c:ext xmlns:c16="http://schemas.microsoft.com/office/drawing/2014/chart" uri="{C3380CC4-5D6E-409C-BE32-E72D297353CC}">
                <c16:uniqueId val="{00000005-063C-1345-BBDC-91EAB39220ED}"/>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1.6</c:v>
                </c:pt>
                <c:pt idx="2">
                  <c:v>1.5</c:v>
                </c:pt>
              </c:numCache>
            </c:numRef>
          </c:val>
          <c:extLst>
            <c:ext xmlns:c16="http://schemas.microsoft.com/office/drawing/2014/chart" uri="{C3380CC4-5D6E-409C-BE32-E72D297353CC}">
              <c16:uniqueId val="{00000006-063C-1345-BBDC-91EAB39220ED}"/>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Alibaba PuHuiTi" pitchFamily="18" charset="-122"/>
              <a:ea typeface="Alibaba PuHuiTi" pitchFamily="18" charset="-122"/>
              <a:cs typeface="Alibaba PuHuiTi"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blipFill>
              <a:blip xmlns:r="http://schemas.openxmlformats.org/officeDocument/2006/relationships" r:embed="rId3"/>
              <a:tile tx="0" ty="0" sx="100000" sy="100000" flip="none" algn="tl"/>
            </a:blipFill>
          </c:spPr>
          <c:dPt>
            <c:idx val="0"/>
            <c:bubble3D val="0"/>
            <c:spPr>
              <a:pattFill prst="wdUpDiag">
                <a:fgClr>
                  <a:srgbClr val="BB3023"/>
                </a:fgClr>
                <a:bgClr>
                  <a:schemeClr val="bg1"/>
                </a:bgClr>
              </a:patt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1-F3E8-004A-8CDC-557C294F08F2}"/>
              </c:ext>
            </c:extLst>
          </c:dPt>
          <c:dPt>
            <c:idx val="1"/>
            <c:bubble3D val="0"/>
            <c:spPr>
              <a:solidFill>
                <a:srgbClr val="E93D2A"/>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3-F3E8-004A-8CDC-557C294F08F2}"/>
              </c:ext>
            </c:extLst>
          </c:dPt>
          <c:dPt>
            <c:idx val="2"/>
            <c:bubble3D val="0"/>
            <c:spPr>
              <a:solidFill>
                <a:srgbClr val="BB3023"/>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5-F3E8-004A-8CDC-557C294F08F2}"/>
              </c:ext>
            </c:extLst>
          </c:dPt>
          <c:dPt>
            <c:idx val="3"/>
            <c:bubble3D val="0"/>
            <c:spPr>
              <a:solidFill>
                <a:srgbClr val="FA5C4B"/>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7-F3E8-004A-8CDC-557C294F08F2}"/>
              </c:ext>
            </c:extLst>
          </c:dPt>
          <c:dPt>
            <c:idx val="4"/>
            <c:bubble3D val="0"/>
            <c:spPr>
              <a:blipFill>
                <a:blip xmlns:r="http://schemas.openxmlformats.org/officeDocument/2006/relationships" r:embed="rId3"/>
                <a:tile tx="0" ty="0" sx="100000" sy="100000" flip="none" algn="tl"/>
              </a:blip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9-F3E8-004A-8CDC-557C294F08F2}"/>
              </c:ext>
            </c:extLst>
          </c:dPt>
          <c:dLbls>
            <c:dLbl>
              <c:idx val="0"/>
              <c:layout>
                <c:manualLayout>
                  <c:x val="-0.18630542022435448"/>
                  <c:y val="0.19109063170793666"/>
                </c:manualLayout>
              </c:layout>
              <c:tx>
                <c:rich>
                  <a:bodyPr rot="0" spcFirstLastPara="1" vertOverflow="ellipsis" vert="horz" wrap="square" lIns="38100" tIns="19050" rIns="38100" bIns="19050" anchor="ctr" anchorCtr="1">
                    <a:spAutoFit/>
                  </a:bodyPr>
                  <a:lstStyle/>
                  <a:p>
                    <a:pPr>
                      <a:defRPr sz="2800" b="1" i="0" u="none" strike="noStrike" kern="1200" baseline="0">
                        <a:solidFill>
                          <a:srgbClr val="1E344D"/>
                        </a:solidFill>
                        <a:latin typeface="+mn-lt"/>
                        <a:ea typeface="+mn-ea"/>
                        <a:cs typeface="+mn-cs"/>
                      </a:defRPr>
                    </a:pPr>
                    <a:fld id="{B0E5FAF9-45DF-204B-9415-BB52780A0D53}" type="PERCENTAGE">
                      <a:rPr lang="en-US" altLang="zh-CN" sz="2800" baseline="0" smtClean="0">
                        <a:solidFill>
                          <a:srgbClr val="1E344D"/>
                        </a:solidFill>
                      </a:rPr>
                      <a:pPr>
                        <a:defRPr sz="2800">
                          <a:solidFill>
                            <a:srgbClr val="1E344D"/>
                          </a:solidFill>
                        </a:defRPr>
                      </a:pPr>
                      <a:t>[百分比]</a:t>
                    </a:fld>
                    <a:endParaRPr lang="zh-CN" altLang="en-US"/>
                  </a:p>
                </c:rich>
              </c:tx>
              <c:spPr>
                <a:noFill/>
                <a:ln>
                  <a:noFill/>
                </a:ln>
                <a:effectLst/>
              </c:spPr>
              <c:txPr>
                <a:bodyPr rot="0" spcFirstLastPara="1" vertOverflow="ellipsis" vert="horz" wrap="square" lIns="38100" tIns="19050" rIns="38100" bIns="19050" anchor="ctr" anchorCtr="1">
                  <a:spAutoFit/>
                </a:bodyPr>
                <a:lstStyle/>
                <a:p>
                  <a:pPr>
                    <a:defRPr sz="2800" b="1" i="0" u="none" strike="noStrike" kern="1200" baseline="0">
                      <a:solidFill>
                        <a:srgbClr val="1E344D"/>
                      </a:solidFill>
                      <a:latin typeface="+mn-lt"/>
                      <a:ea typeface="+mn-ea"/>
                      <a:cs typeface="+mn-cs"/>
                    </a:defRPr>
                  </a:pPr>
                  <a:endParaRPr lang="zh-CN"/>
                </a:p>
              </c:txPr>
              <c:dLblPos val="bestFit"/>
              <c:showLegendKey val="0"/>
              <c:showVal val="0"/>
              <c:showCatName val="1"/>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F3E8-004A-8CDC-557C294F08F2}"/>
                </c:ext>
              </c:extLst>
            </c:dLbl>
            <c:dLbl>
              <c:idx val="1"/>
              <c:layout>
                <c:manualLayout>
                  <c:x val="-0.16923002174621382"/>
                  <c:y val="-0.23216591556223765"/>
                </c:manualLayout>
              </c:layout>
              <c:tx>
                <c:rich>
                  <a:bodyPr rot="0" spcFirstLastPara="1" vertOverflow="ellipsis" vert="horz" wrap="square" lIns="38100" tIns="19050" rIns="38100" bIns="19050" anchor="ctr" anchorCtr="1">
                    <a:spAutoFit/>
                  </a:bodyPr>
                  <a:lstStyle/>
                  <a:p>
                    <a:pPr>
                      <a:defRPr sz="2400" b="1" i="0" u="none" strike="noStrike" kern="1200" baseline="0">
                        <a:solidFill>
                          <a:schemeClr val="lt1"/>
                        </a:solidFill>
                        <a:latin typeface="+mn-lt"/>
                        <a:ea typeface="+mn-ea"/>
                        <a:cs typeface="+mn-cs"/>
                      </a:defRPr>
                    </a:pPr>
                    <a:fld id="{A9AD7D1C-A4C9-D042-B8BE-FF86AC47D9E4}" type="PERCENTAGE">
                      <a:rPr lang="en-US" altLang="zh-CN" sz="2400" baseline="0" smtClean="0"/>
                      <a:pPr>
                        <a:defRPr sz="2400"/>
                      </a:pPr>
                      <a:t>[百分比]</a:t>
                    </a:fld>
                    <a:endParaRPr lang="zh-CN" altLang="en-US"/>
                  </a:p>
                </c:rich>
              </c:tx>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lt1"/>
                      </a:solidFill>
                      <a:latin typeface="+mn-lt"/>
                      <a:ea typeface="+mn-ea"/>
                      <a:cs typeface="+mn-cs"/>
                    </a:defRPr>
                  </a:pPr>
                  <a:endParaRPr lang="zh-CN"/>
                </a:p>
              </c:txPr>
              <c:dLblPos val="bestFit"/>
              <c:showLegendKey val="0"/>
              <c:showVal val="0"/>
              <c:showCatName val="1"/>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F3E8-004A-8CDC-557C294F08F2}"/>
                </c:ext>
              </c:extLst>
            </c:dLbl>
            <c:dLbl>
              <c:idx val="2"/>
              <c:layout>
                <c:manualLayout>
                  <c:x val="0.20516374275303606"/>
                  <c:y val="-0.11386271594646043"/>
                </c:manualLayout>
              </c:layout>
              <c:tx>
                <c:rich>
                  <a:bodyPr rot="0" spcFirstLastPara="1" vertOverflow="ellipsis" vert="horz" wrap="square" lIns="38100" tIns="19050" rIns="38100" bIns="19050" anchor="ctr" anchorCtr="1">
                    <a:spAutoFit/>
                  </a:bodyPr>
                  <a:lstStyle/>
                  <a:p>
                    <a:pPr>
                      <a:defRPr sz="2400" b="1" i="0" u="none" strike="noStrike" kern="1200" baseline="0">
                        <a:solidFill>
                          <a:schemeClr val="lt1"/>
                        </a:solidFill>
                        <a:latin typeface="+mn-lt"/>
                        <a:ea typeface="+mn-ea"/>
                        <a:cs typeface="+mn-cs"/>
                      </a:defRPr>
                    </a:pPr>
                    <a:fld id="{B3367747-C32F-6645-8E98-5F1940C609CB}" type="PERCENTAGE">
                      <a:rPr lang="en-US" altLang="zh-CN" sz="2400" baseline="0" smtClean="0"/>
                      <a:pPr>
                        <a:defRPr sz="2400"/>
                      </a:pPr>
                      <a:t>[百分比]</a:t>
                    </a:fld>
                    <a:endParaRPr lang="zh-CN" altLang="en-US"/>
                  </a:p>
                </c:rich>
              </c:tx>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lt1"/>
                      </a:solidFill>
                      <a:latin typeface="+mn-lt"/>
                      <a:ea typeface="+mn-ea"/>
                      <a:cs typeface="+mn-cs"/>
                    </a:defRPr>
                  </a:pPr>
                  <a:endParaRPr lang="zh-CN"/>
                </a:p>
              </c:txPr>
              <c:dLblPos val="bestFit"/>
              <c:showLegendKey val="0"/>
              <c:showVal val="0"/>
              <c:showCatName val="1"/>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F3E8-004A-8CDC-557C294F08F2}"/>
                </c:ext>
              </c:extLst>
            </c:dLbl>
            <c:dLbl>
              <c:idx val="3"/>
              <c:tx>
                <c:rich>
                  <a:bodyPr rot="0" spcFirstLastPara="1" vertOverflow="ellipsis" vert="horz" wrap="square" lIns="38100" tIns="19050" rIns="38100" bIns="19050" anchor="ctr" anchorCtr="1">
                    <a:spAutoFit/>
                  </a:bodyPr>
                  <a:lstStyle/>
                  <a:p>
                    <a:pPr>
                      <a:defRPr sz="1800" b="1" i="0" u="none" strike="noStrike" kern="1200" baseline="0">
                        <a:solidFill>
                          <a:schemeClr val="lt1"/>
                        </a:solidFill>
                        <a:latin typeface="+mn-lt"/>
                        <a:ea typeface="+mn-ea"/>
                        <a:cs typeface="+mn-cs"/>
                      </a:defRPr>
                    </a:pPr>
                    <a:fld id="{79274F53-00AA-1E48-9E8A-42D1A2B6278E}" type="PERCENTAGE">
                      <a:rPr lang="en-US" altLang="zh-CN" sz="1800" baseline="0" smtClean="0"/>
                      <a:pPr>
                        <a:defRPr sz="1800"/>
                      </a:pPr>
                      <a:t>[百分比]</a:t>
                    </a:fld>
                    <a:endParaRPr lang="zh-CN" altLang="en-US"/>
                  </a:p>
                </c:rich>
              </c:tx>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lt1"/>
                      </a:solidFill>
                      <a:latin typeface="+mn-lt"/>
                      <a:ea typeface="+mn-ea"/>
                      <a:cs typeface="+mn-cs"/>
                    </a:defRPr>
                  </a:pPr>
                  <a:endParaRPr lang="zh-CN"/>
                </a:p>
              </c:txPr>
              <c:dLblPos val="inEnd"/>
              <c:showLegendKey val="0"/>
              <c:showVal val="0"/>
              <c:showCatName val="1"/>
              <c:showSerName val="0"/>
              <c:showPercent val="1"/>
              <c:showBubbleSize val="0"/>
              <c:extLst>
                <c:ext xmlns:c15="http://schemas.microsoft.com/office/drawing/2012/chart" uri="{CE6537A1-D6FC-4f65-9D91-7224C49458BB}">
                  <c15:layout>
                    <c:manualLayout>
                      <c:w val="0.11332700039244864"/>
                      <c:h val="0.12144215290025839"/>
                    </c:manualLayout>
                  </c15:layout>
                  <c15:dlblFieldTable/>
                  <c15:showDataLabelsRange val="0"/>
                </c:ext>
                <c:ext xmlns:c16="http://schemas.microsoft.com/office/drawing/2014/chart" uri="{C3380CC4-5D6E-409C-BE32-E72D297353CC}">
                  <c16:uniqueId val="{00000007-F3E8-004A-8CDC-557C294F08F2}"/>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zh-CN"/>
              </a:p>
            </c:txPr>
            <c:dLblPos val="inEnd"/>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Sheet1!$A$2:$A$6</c:f>
              <c:numCache>
                <c:formatCode>General</c:formatCode>
                <c:ptCount val="5"/>
                <c:pt idx="0">
                  <c:v>45</c:v>
                </c:pt>
                <c:pt idx="1">
                  <c:v>30</c:v>
                </c:pt>
                <c:pt idx="2">
                  <c:v>25</c:v>
                </c:pt>
                <c:pt idx="3">
                  <c:v>5</c:v>
                </c:pt>
              </c:numCache>
            </c:numRef>
          </c:val>
          <c:extLst>
            <c:ext xmlns:c16="http://schemas.microsoft.com/office/drawing/2014/chart" uri="{C3380CC4-5D6E-409C-BE32-E72D297353CC}">
              <c16:uniqueId val="{0000000A-F3E8-004A-8CDC-557C294F08F2}"/>
            </c:ext>
          </c:extLst>
        </c:ser>
        <c:dLbls>
          <c:dLblPos val="inEnd"/>
          <c:showLegendKey val="0"/>
          <c:showVal val="0"/>
          <c:showCatName val="0"/>
          <c:showSerName val="0"/>
          <c:showPercent val="1"/>
          <c:showBubbleSize val="0"/>
          <c:showLeaderLines val="1"/>
        </c:dLbls>
        <c:firstSliceAng val="304"/>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5830206723506048E-2"/>
          <c:y val="4.2364557581328462E-2"/>
          <c:w val="0.89271615870099374"/>
          <c:h val="0.89644219257897484"/>
        </c:manualLayout>
      </c:layout>
      <c:pieChart>
        <c:varyColors val="1"/>
        <c:ser>
          <c:idx val="0"/>
          <c:order val="0"/>
          <c:tx>
            <c:strRef>
              <c:f>Sheet1!$A$1</c:f>
              <c:strCache>
                <c:ptCount val="1"/>
                <c:pt idx="0">
                  <c:v>销售额</c:v>
                </c:pt>
              </c:strCache>
            </c:strRef>
          </c:tx>
          <c:spPr>
            <a:solidFill>
              <a:srgbClr val="DBE9FF"/>
            </a:solidFill>
          </c:spPr>
          <c:dPt>
            <c:idx val="0"/>
            <c:bubble3D val="0"/>
            <c:spPr>
              <a:solidFill>
                <a:srgbClr val="BB3023"/>
              </a:solidFill>
              <a:ln w="19050">
                <a:solidFill>
                  <a:schemeClr val="lt1"/>
                </a:solidFill>
              </a:ln>
              <a:effectLst/>
            </c:spPr>
            <c:extLst>
              <c:ext xmlns:c16="http://schemas.microsoft.com/office/drawing/2014/chart" uri="{C3380CC4-5D6E-409C-BE32-E72D297353CC}">
                <c16:uniqueId val="{00000001-3DCF-D048-831B-F589DAA64AFA}"/>
              </c:ext>
            </c:extLst>
          </c:dPt>
          <c:dPt>
            <c:idx val="1"/>
            <c:bubble3D val="0"/>
            <c:spPr>
              <a:solidFill>
                <a:srgbClr val="FA5C4B"/>
              </a:solidFill>
              <a:ln w="19050">
                <a:solidFill>
                  <a:schemeClr val="lt1"/>
                </a:solidFill>
              </a:ln>
              <a:effectLst/>
            </c:spPr>
            <c:extLst>
              <c:ext xmlns:c16="http://schemas.microsoft.com/office/drawing/2014/chart" uri="{C3380CC4-5D6E-409C-BE32-E72D297353CC}">
                <c16:uniqueId val="{00000003-3DCF-D048-831B-F589DAA64AFA}"/>
              </c:ext>
            </c:extLst>
          </c:dPt>
          <c:dPt>
            <c:idx val="2"/>
            <c:bubble3D val="0"/>
            <c:spPr>
              <a:solidFill>
                <a:srgbClr val="EFBCB6"/>
              </a:solidFill>
              <a:ln w="19050">
                <a:solidFill>
                  <a:schemeClr val="lt1"/>
                </a:solidFill>
              </a:ln>
              <a:effectLst/>
            </c:spPr>
            <c:extLst>
              <c:ext xmlns:c16="http://schemas.microsoft.com/office/drawing/2014/chart" uri="{C3380CC4-5D6E-409C-BE32-E72D297353CC}">
                <c16:uniqueId val="{00000005-3DCF-D048-831B-F589DAA64AFA}"/>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3DCF-D048-831B-F589DAA64AFA}"/>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3DCF-D048-831B-F589DAA64AFA}"/>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3DCF-D048-831B-F589DAA64AFA}"/>
              </c:ext>
            </c:extLst>
          </c:dPt>
          <c:val>
            <c:numRef>
              <c:f>Sheet1!$A$2:$A$7</c:f>
              <c:numCache>
                <c:formatCode>General</c:formatCode>
                <c:ptCount val="6"/>
                <c:pt idx="0">
                  <c:v>99</c:v>
                </c:pt>
                <c:pt idx="1">
                  <c:v>22</c:v>
                </c:pt>
                <c:pt idx="2">
                  <c:v>20</c:v>
                </c:pt>
              </c:numCache>
            </c:numRef>
          </c:val>
          <c:extLst>
            <c:ext xmlns:c16="http://schemas.microsoft.com/office/drawing/2014/chart" uri="{C3380CC4-5D6E-409C-BE32-E72D297353CC}">
              <c16:uniqueId val="{0000000C-3DCF-D048-831B-F589DAA64AFA}"/>
            </c:ext>
          </c:extLst>
        </c:ser>
        <c:dLbls>
          <c:showLegendKey val="0"/>
          <c:showVal val="0"/>
          <c:showCatName val="0"/>
          <c:showSerName val="0"/>
          <c:showPercent val="0"/>
          <c:showBubbleSize val="0"/>
          <c:showLeaderLines val="1"/>
        </c:dLbls>
        <c:firstSliceAng val="31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Sheet1!$A$1</c:f>
              <c:strCache>
                <c:ptCount val="1"/>
                <c:pt idx="0">
                  <c:v>销售额</c:v>
                </c:pt>
              </c:strCache>
            </c:strRef>
          </c:tx>
          <c:spPr>
            <a:solidFill>
              <a:srgbClr val="DBE9FF"/>
            </a:solidFill>
          </c:spPr>
          <c:dPt>
            <c:idx val="0"/>
            <c:bubble3D val="0"/>
            <c:spPr>
              <a:solidFill>
                <a:srgbClr val="FA5C4B"/>
              </a:solidFill>
              <a:ln w="19050">
                <a:solidFill>
                  <a:schemeClr val="lt1"/>
                </a:solidFill>
              </a:ln>
              <a:effectLst/>
            </c:spPr>
            <c:extLst>
              <c:ext xmlns:c16="http://schemas.microsoft.com/office/drawing/2014/chart" uri="{C3380CC4-5D6E-409C-BE32-E72D297353CC}">
                <c16:uniqueId val="{00000001-E029-6743-A382-167C4835B5B8}"/>
              </c:ext>
            </c:extLst>
          </c:dPt>
          <c:dPt>
            <c:idx val="1"/>
            <c:bubble3D val="0"/>
            <c:spPr>
              <a:solidFill>
                <a:srgbClr val="EFBCB6"/>
              </a:solidFill>
              <a:ln w="19050">
                <a:solidFill>
                  <a:schemeClr val="lt1"/>
                </a:solidFill>
              </a:ln>
              <a:effectLst/>
            </c:spPr>
            <c:extLst>
              <c:ext xmlns:c16="http://schemas.microsoft.com/office/drawing/2014/chart" uri="{C3380CC4-5D6E-409C-BE32-E72D297353CC}">
                <c16:uniqueId val="{00000003-E029-6743-A382-167C4835B5B8}"/>
              </c:ext>
            </c:extLst>
          </c:dPt>
          <c:dPt>
            <c:idx val="2"/>
            <c:bubble3D val="0"/>
            <c:spPr>
              <a:solidFill>
                <a:srgbClr val="BB3023"/>
              </a:solidFill>
              <a:ln w="19050">
                <a:solidFill>
                  <a:schemeClr val="lt1"/>
                </a:solidFill>
              </a:ln>
              <a:effectLst/>
            </c:spPr>
            <c:extLst>
              <c:ext xmlns:c16="http://schemas.microsoft.com/office/drawing/2014/chart" uri="{C3380CC4-5D6E-409C-BE32-E72D297353CC}">
                <c16:uniqueId val="{00000005-E029-6743-A382-167C4835B5B8}"/>
              </c:ext>
            </c:extLst>
          </c:dPt>
          <c:dPt>
            <c:idx val="3"/>
            <c:bubble3D val="0"/>
            <c:spPr>
              <a:solidFill>
                <a:srgbClr val="5280E4"/>
              </a:solidFill>
              <a:ln w="19050">
                <a:solidFill>
                  <a:schemeClr val="lt1"/>
                </a:solidFill>
              </a:ln>
              <a:effectLst/>
            </c:spPr>
            <c:extLst>
              <c:ext xmlns:c16="http://schemas.microsoft.com/office/drawing/2014/chart" uri="{C3380CC4-5D6E-409C-BE32-E72D297353CC}">
                <c16:uniqueId val="{00000007-E029-6743-A382-167C4835B5B8}"/>
              </c:ext>
            </c:extLst>
          </c:dPt>
          <c:dPt>
            <c:idx val="4"/>
            <c:bubble3D val="0"/>
            <c:spPr>
              <a:solidFill>
                <a:srgbClr val="3F73E4"/>
              </a:solidFill>
              <a:ln w="19050">
                <a:solidFill>
                  <a:schemeClr val="lt1"/>
                </a:solidFill>
              </a:ln>
              <a:effectLst/>
            </c:spPr>
            <c:extLst>
              <c:ext xmlns:c16="http://schemas.microsoft.com/office/drawing/2014/chart" uri="{C3380CC4-5D6E-409C-BE32-E72D297353CC}">
                <c16:uniqueId val="{00000009-E029-6743-A382-167C4835B5B8}"/>
              </c:ext>
            </c:extLst>
          </c:dPt>
          <c:dPt>
            <c:idx val="5"/>
            <c:bubble3D val="0"/>
            <c:spPr>
              <a:solidFill>
                <a:srgbClr val="0847D0"/>
              </a:solidFill>
              <a:ln w="19050">
                <a:solidFill>
                  <a:schemeClr val="lt1"/>
                </a:solidFill>
              </a:ln>
              <a:effectLst/>
            </c:spPr>
            <c:extLst>
              <c:ext xmlns:c16="http://schemas.microsoft.com/office/drawing/2014/chart" uri="{C3380CC4-5D6E-409C-BE32-E72D297353CC}">
                <c16:uniqueId val="{0000000B-E029-6743-A382-167C4835B5B8}"/>
              </c:ext>
            </c:extLst>
          </c:dPt>
          <c:val>
            <c:numRef>
              <c:f>Sheet1!$A$2:$A$7</c:f>
              <c:numCache>
                <c:formatCode>General</c:formatCode>
                <c:ptCount val="6"/>
                <c:pt idx="0">
                  <c:v>99</c:v>
                </c:pt>
                <c:pt idx="1">
                  <c:v>5</c:v>
                </c:pt>
                <c:pt idx="2">
                  <c:v>50</c:v>
                </c:pt>
              </c:numCache>
            </c:numRef>
          </c:val>
          <c:extLst>
            <c:ext xmlns:c16="http://schemas.microsoft.com/office/drawing/2014/chart" uri="{C3380CC4-5D6E-409C-BE32-E72D297353CC}">
              <c16:uniqueId val="{0000000C-E029-6743-A382-167C4835B5B8}"/>
            </c:ext>
          </c:extLst>
        </c:ser>
        <c:dLbls>
          <c:showLegendKey val="0"/>
          <c:showVal val="0"/>
          <c:showCatName val="0"/>
          <c:showSerName val="0"/>
          <c:showPercent val="0"/>
          <c:showBubbleSize val="0"/>
          <c:showLeaderLines val="1"/>
        </c:dLbls>
        <c:firstSliceAng val="36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系列 1</c:v>
                </c:pt>
              </c:strCache>
            </c:strRef>
          </c:tx>
          <c:spPr>
            <a:solidFill>
              <a:srgbClr val="1E344D"/>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2022</c:v>
                </c:pt>
                <c:pt idx="1">
                  <c:v>2030</c:v>
                </c:pt>
                <c:pt idx="2">
                  <c:v>2040</c:v>
                </c:pt>
                <c:pt idx="3">
                  <c:v>2050</c:v>
                </c:pt>
                <c:pt idx="4">
                  <c:v>2060</c:v>
                </c:pt>
                <c:pt idx="5">
                  <c:v>2070</c:v>
                </c:pt>
              </c:numCache>
            </c:numRef>
          </c:cat>
          <c:val>
            <c:numRef>
              <c:f>Sheet1!$B$2:$B$7</c:f>
              <c:numCache>
                <c:formatCode>General</c:formatCode>
                <c:ptCount val="6"/>
                <c:pt idx="0">
                  <c:v>1</c:v>
                </c:pt>
                <c:pt idx="1">
                  <c:v>0.8</c:v>
                </c:pt>
                <c:pt idx="2">
                  <c:v>4</c:v>
                </c:pt>
                <c:pt idx="3">
                  <c:v>4</c:v>
                </c:pt>
                <c:pt idx="4">
                  <c:v>5</c:v>
                </c:pt>
                <c:pt idx="5">
                  <c:v>6</c:v>
                </c:pt>
              </c:numCache>
            </c:numRef>
          </c:val>
          <c:extLst>
            <c:ext xmlns:c16="http://schemas.microsoft.com/office/drawing/2014/chart" uri="{C3380CC4-5D6E-409C-BE32-E72D297353CC}">
              <c16:uniqueId val="{00000000-578C-9140-8474-07AB01DD1891}"/>
            </c:ext>
          </c:extLst>
        </c:ser>
        <c:ser>
          <c:idx val="1"/>
          <c:order val="1"/>
          <c:tx>
            <c:strRef>
              <c:f>Sheet1!$C$1</c:f>
              <c:strCache>
                <c:ptCount val="1"/>
                <c:pt idx="0">
                  <c:v>系列 2</c:v>
                </c:pt>
              </c:strCache>
            </c:strRef>
          </c:tx>
          <c:spPr>
            <a:solidFill>
              <a:srgbClr val="BB302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2022</c:v>
                </c:pt>
                <c:pt idx="1">
                  <c:v>2030</c:v>
                </c:pt>
                <c:pt idx="2">
                  <c:v>2040</c:v>
                </c:pt>
                <c:pt idx="3">
                  <c:v>2050</c:v>
                </c:pt>
                <c:pt idx="4">
                  <c:v>2060</c:v>
                </c:pt>
                <c:pt idx="5">
                  <c:v>2070</c:v>
                </c:pt>
              </c:numCache>
            </c:numRef>
          </c:cat>
          <c:val>
            <c:numRef>
              <c:f>Sheet1!$C$2:$C$7</c:f>
              <c:numCache>
                <c:formatCode>General</c:formatCode>
                <c:ptCount val="6"/>
                <c:pt idx="0">
                  <c:v>9</c:v>
                </c:pt>
                <c:pt idx="1">
                  <c:v>4.4000000000000004</c:v>
                </c:pt>
                <c:pt idx="2">
                  <c:v>3.8</c:v>
                </c:pt>
                <c:pt idx="3">
                  <c:v>10</c:v>
                </c:pt>
                <c:pt idx="4">
                  <c:v>6</c:v>
                </c:pt>
                <c:pt idx="5">
                  <c:v>11</c:v>
                </c:pt>
              </c:numCache>
            </c:numRef>
          </c:val>
          <c:extLst>
            <c:ext xmlns:c16="http://schemas.microsoft.com/office/drawing/2014/chart" uri="{C3380CC4-5D6E-409C-BE32-E72D297353CC}">
              <c16:uniqueId val="{00000001-578C-9140-8474-07AB01DD1891}"/>
            </c:ext>
          </c:extLst>
        </c:ser>
        <c:ser>
          <c:idx val="2"/>
          <c:order val="2"/>
          <c:tx>
            <c:strRef>
              <c:f>Sheet1!$D$1</c:f>
              <c:strCache>
                <c:ptCount val="1"/>
                <c:pt idx="0">
                  <c:v>系列 3</c:v>
                </c:pt>
              </c:strCache>
            </c:strRef>
          </c:tx>
          <c:spPr>
            <a:solidFill>
              <a:srgbClr val="FA5C4B"/>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2022</c:v>
                </c:pt>
                <c:pt idx="1">
                  <c:v>2030</c:v>
                </c:pt>
                <c:pt idx="2">
                  <c:v>2040</c:v>
                </c:pt>
                <c:pt idx="3">
                  <c:v>2050</c:v>
                </c:pt>
                <c:pt idx="4">
                  <c:v>2060</c:v>
                </c:pt>
                <c:pt idx="5">
                  <c:v>2070</c:v>
                </c:pt>
              </c:numCache>
            </c:numRef>
          </c:cat>
          <c:val>
            <c:numRef>
              <c:f>Sheet1!$D$2:$D$7</c:f>
              <c:numCache>
                <c:formatCode>General</c:formatCode>
                <c:ptCount val="6"/>
                <c:pt idx="0">
                  <c:v>2</c:v>
                </c:pt>
                <c:pt idx="1">
                  <c:v>2</c:v>
                </c:pt>
                <c:pt idx="2">
                  <c:v>3</c:v>
                </c:pt>
                <c:pt idx="3">
                  <c:v>1</c:v>
                </c:pt>
                <c:pt idx="4">
                  <c:v>4</c:v>
                </c:pt>
                <c:pt idx="5">
                  <c:v>1</c:v>
                </c:pt>
              </c:numCache>
            </c:numRef>
          </c:val>
          <c:extLst>
            <c:ext xmlns:c16="http://schemas.microsoft.com/office/drawing/2014/chart" uri="{C3380CC4-5D6E-409C-BE32-E72D297353CC}">
              <c16:uniqueId val="{00000002-578C-9140-8474-07AB01DD1891}"/>
            </c:ext>
          </c:extLst>
        </c:ser>
        <c:dLbls>
          <c:showLegendKey val="0"/>
          <c:showVal val="1"/>
          <c:showCatName val="0"/>
          <c:showSerName val="0"/>
          <c:showPercent val="0"/>
          <c:showBubbleSize val="0"/>
        </c:dLbls>
        <c:gapWidth val="75"/>
        <c:overlap val="100"/>
        <c:axId val="74092863"/>
        <c:axId val="2080601984"/>
      </c:barChart>
      <c:catAx>
        <c:axId val="74092863"/>
        <c:scaling>
          <c:orientation val="minMax"/>
        </c:scaling>
        <c:delete val="0"/>
        <c:axPos val="b"/>
        <c:numFmt formatCode="General" sourceLinked="1"/>
        <c:majorTickMark val="out"/>
        <c:minorTickMark val="in"/>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crossAx val="2080601984"/>
        <c:crosses val="autoZero"/>
        <c:auto val="1"/>
        <c:lblAlgn val="ctr"/>
        <c:lblOffset val="100"/>
        <c:noMultiLvlLbl val="0"/>
      </c:catAx>
      <c:valAx>
        <c:axId val="208060198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crossAx val="74092863"/>
        <c:crossesAt val="1"/>
        <c:crossBetween val="between"/>
      </c:valAx>
      <c:spPr>
        <a:noFill/>
        <a:ln>
          <a:noFill/>
        </a:ln>
        <a:effectLst/>
      </c:spPr>
    </c:plotArea>
    <c:legend>
      <c:legendPos val="b"/>
      <c:layout>
        <c:manualLayout>
          <c:xMode val="edge"/>
          <c:yMode val="edge"/>
          <c:x val="7.818299274778151E-2"/>
          <c:y val="4.7233197481339771E-2"/>
          <c:w val="0.38870423201480192"/>
          <c:h val="5.8066098296924135E-2"/>
        </c:manualLayout>
      </c:layout>
      <c:overlay val="0"/>
      <c:spPr>
        <a:noFill/>
        <a:ln>
          <a:noFill/>
        </a:ln>
        <a:effectLst/>
      </c:spPr>
      <c:txPr>
        <a:bodyPr rot="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b="0" i="0">
          <a:solidFill>
            <a:srgbClr val="1E344D"/>
          </a:solidFill>
          <a:latin typeface="Alibaba PuHuiTi Medium" pitchFamily="18" charset="-122"/>
          <a:ea typeface="Alibaba PuHuiTi Medium" pitchFamily="18" charset="-122"/>
          <a:cs typeface="Alibaba PuHuiTi Medium" pitchFamily="18" charset="-122"/>
        </a:defRPr>
      </a:pPr>
      <a:endParaRPr lang="zh-CN"/>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系列 1</c:v>
                </c:pt>
              </c:strCache>
            </c:strRef>
          </c:tx>
          <c:spPr>
            <a:solidFill>
              <a:srgbClr val="4F668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2022</c:v>
                </c:pt>
                <c:pt idx="1">
                  <c:v>2030</c:v>
                </c:pt>
                <c:pt idx="2">
                  <c:v>2040</c:v>
                </c:pt>
                <c:pt idx="3">
                  <c:v>2050</c:v>
                </c:pt>
                <c:pt idx="4">
                  <c:v>2060</c:v>
                </c:pt>
                <c:pt idx="5">
                  <c:v>2070</c:v>
                </c:pt>
              </c:numCache>
            </c:numRef>
          </c:cat>
          <c:val>
            <c:numRef>
              <c:f>Sheet1!$B$2:$B$7</c:f>
              <c:numCache>
                <c:formatCode>General</c:formatCode>
                <c:ptCount val="6"/>
                <c:pt idx="0">
                  <c:v>1</c:v>
                </c:pt>
                <c:pt idx="1">
                  <c:v>0.8</c:v>
                </c:pt>
                <c:pt idx="2">
                  <c:v>4</c:v>
                </c:pt>
                <c:pt idx="3">
                  <c:v>4</c:v>
                </c:pt>
                <c:pt idx="4">
                  <c:v>5</c:v>
                </c:pt>
                <c:pt idx="5">
                  <c:v>6</c:v>
                </c:pt>
              </c:numCache>
            </c:numRef>
          </c:val>
          <c:extLst>
            <c:ext xmlns:c16="http://schemas.microsoft.com/office/drawing/2014/chart" uri="{C3380CC4-5D6E-409C-BE32-E72D297353CC}">
              <c16:uniqueId val="{00000000-945D-024B-9D06-D49EDA931999}"/>
            </c:ext>
          </c:extLst>
        </c:ser>
        <c:ser>
          <c:idx val="1"/>
          <c:order val="1"/>
          <c:tx>
            <c:strRef>
              <c:f>Sheet1!$C$1</c:f>
              <c:strCache>
                <c:ptCount val="1"/>
                <c:pt idx="0">
                  <c:v>系列 2</c:v>
                </c:pt>
              </c:strCache>
            </c:strRef>
          </c:tx>
          <c:spPr>
            <a:solidFill>
              <a:srgbClr val="1E344D"/>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2022</c:v>
                </c:pt>
                <c:pt idx="1">
                  <c:v>2030</c:v>
                </c:pt>
                <c:pt idx="2">
                  <c:v>2040</c:v>
                </c:pt>
                <c:pt idx="3">
                  <c:v>2050</c:v>
                </c:pt>
                <c:pt idx="4">
                  <c:v>2060</c:v>
                </c:pt>
                <c:pt idx="5">
                  <c:v>2070</c:v>
                </c:pt>
              </c:numCache>
            </c:numRef>
          </c:cat>
          <c:val>
            <c:numRef>
              <c:f>Sheet1!$C$2:$C$7</c:f>
              <c:numCache>
                <c:formatCode>General</c:formatCode>
                <c:ptCount val="6"/>
                <c:pt idx="0">
                  <c:v>3</c:v>
                </c:pt>
                <c:pt idx="1">
                  <c:v>4.4000000000000004</c:v>
                </c:pt>
                <c:pt idx="2">
                  <c:v>1.8</c:v>
                </c:pt>
                <c:pt idx="3">
                  <c:v>5</c:v>
                </c:pt>
                <c:pt idx="4">
                  <c:v>6</c:v>
                </c:pt>
                <c:pt idx="5">
                  <c:v>7</c:v>
                </c:pt>
              </c:numCache>
            </c:numRef>
          </c:val>
          <c:extLst>
            <c:ext xmlns:c16="http://schemas.microsoft.com/office/drawing/2014/chart" uri="{C3380CC4-5D6E-409C-BE32-E72D297353CC}">
              <c16:uniqueId val="{00000001-945D-024B-9D06-D49EDA931999}"/>
            </c:ext>
          </c:extLst>
        </c:ser>
        <c:ser>
          <c:idx val="2"/>
          <c:order val="2"/>
          <c:tx>
            <c:strRef>
              <c:f>Sheet1!$D$1</c:f>
              <c:strCache>
                <c:ptCount val="1"/>
                <c:pt idx="0">
                  <c:v>系列 3</c:v>
                </c:pt>
              </c:strCache>
            </c:strRef>
          </c:tx>
          <c:spPr>
            <a:solidFill>
              <a:srgbClr val="BB302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2022</c:v>
                </c:pt>
                <c:pt idx="1">
                  <c:v>2030</c:v>
                </c:pt>
                <c:pt idx="2">
                  <c:v>2040</c:v>
                </c:pt>
                <c:pt idx="3">
                  <c:v>2050</c:v>
                </c:pt>
                <c:pt idx="4">
                  <c:v>2060</c:v>
                </c:pt>
                <c:pt idx="5">
                  <c:v>2070</c:v>
                </c:pt>
              </c:numCache>
            </c:numRef>
          </c:cat>
          <c:val>
            <c:numRef>
              <c:f>Sheet1!$D$2:$D$7</c:f>
              <c:numCache>
                <c:formatCode>General</c:formatCode>
                <c:ptCount val="6"/>
                <c:pt idx="0">
                  <c:v>1</c:v>
                </c:pt>
                <c:pt idx="1">
                  <c:v>1</c:v>
                </c:pt>
                <c:pt idx="2">
                  <c:v>5</c:v>
                </c:pt>
                <c:pt idx="3">
                  <c:v>6</c:v>
                </c:pt>
                <c:pt idx="4">
                  <c:v>7</c:v>
                </c:pt>
                <c:pt idx="5">
                  <c:v>8</c:v>
                </c:pt>
              </c:numCache>
            </c:numRef>
          </c:val>
          <c:extLst>
            <c:ext xmlns:c16="http://schemas.microsoft.com/office/drawing/2014/chart" uri="{C3380CC4-5D6E-409C-BE32-E72D297353CC}">
              <c16:uniqueId val="{00000002-945D-024B-9D06-D49EDA931999}"/>
            </c:ext>
          </c:extLst>
        </c:ser>
        <c:dLbls>
          <c:showLegendKey val="0"/>
          <c:showVal val="1"/>
          <c:showCatName val="0"/>
          <c:showSerName val="0"/>
          <c:showPercent val="0"/>
          <c:showBubbleSize val="0"/>
        </c:dLbls>
        <c:gapWidth val="75"/>
        <c:overlap val="100"/>
        <c:axId val="74092863"/>
        <c:axId val="2080601984"/>
      </c:barChart>
      <c:catAx>
        <c:axId val="74092863"/>
        <c:scaling>
          <c:orientation val="minMax"/>
        </c:scaling>
        <c:delete val="0"/>
        <c:axPos val="b"/>
        <c:numFmt formatCode="General" sourceLinked="1"/>
        <c:majorTickMark val="out"/>
        <c:minorTickMark val="in"/>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crossAx val="2080601984"/>
        <c:crosses val="autoZero"/>
        <c:auto val="1"/>
        <c:lblAlgn val="ctr"/>
        <c:lblOffset val="100"/>
        <c:noMultiLvlLbl val="0"/>
      </c:catAx>
      <c:valAx>
        <c:axId val="208060198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crossAx val="74092863"/>
        <c:crossesAt val="1"/>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b="0" i="0">
          <a:solidFill>
            <a:srgbClr val="1E344D"/>
          </a:solidFill>
          <a:latin typeface="Alibaba PuHuiTi Medium" pitchFamily="18" charset="-122"/>
          <a:ea typeface="Alibaba PuHuiTi Medium" pitchFamily="18" charset="-122"/>
          <a:cs typeface="Alibaba PuHuiTi Medium" pitchFamily="18" charset="-122"/>
        </a:defRPr>
      </a:pPr>
      <a:endParaRPr lang="zh-CN"/>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系列 1</c:v>
                </c:pt>
              </c:strCache>
            </c:strRef>
          </c:tx>
          <c:spPr>
            <a:solidFill>
              <a:srgbClr val="4F668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2018</c:v>
                </c:pt>
                <c:pt idx="1">
                  <c:v>2019</c:v>
                </c:pt>
                <c:pt idx="2">
                  <c:v>2020</c:v>
                </c:pt>
                <c:pt idx="3">
                  <c:v>2021</c:v>
                </c:pt>
              </c:numCache>
            </c:numRef>
          </c:cat>
          <c:val>
            <c:numRef>
              <c:f>Sheet1!$B$2:$B$5</c:f>
              <c:numCache>
                <c:formatCode>General</c:formatCode>
                <c:ptCount val="4"/>
                <c:pt idx="0">
                  <c:v>1</c:v>
                </c:pt>
                <c:pt idx="1">
                  <c:v>0.8</c:v>
                </c:pt>
                <c:pt idx="2">
                  <c:v>0.5</c:v>
                </c:pt>
                <c:pt idx="3">
                  <c:v>2</c:v>
                </c:pt>
              </c:numCache>
            </c:numRef>
          </c:val>
          <c:extLst>
            <c:ext xmlns:c16="http://schemas.microsoft.com/office/drawing/2014/chart" uri="{C3380CC4-5D6E-409C-BE32-E72D297353CC}">
              <c16:uniqueId val="{00000000-BA05-8047-B9C7-CE92EAE77C1F}"/>
            </c:ext>
          </c:extLst>
        </c:ser>
        <c:ser>
          <c:idx val="1"/>
          <c:order val="1"/>
          <c:tx>
            <c:strRef>
              <c:f>Sheet1!$C$1</c:f>
              <c:strCache>
                <c:ptCount val="1"/>
                <c:pt idx="0">
                  <c:v>系列 2</c:v>
                </c:pt>
              </c:strCache>
            </c:strRef>
          </c:tx>
          <c:spPr>
            <a:solidFill>
              <a:srgbClr val="1E344D"/>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2018</c:v>
                </c:pt>
                <c:pt idx="1">
                  <c:v>2019</c:v>
                </c:pt>
                <c:pt idx="2">
                  <c:v>2020</c:v>
                </c:pt>
                <c:pt idx="3">
                  <c:v>2021</c:v>
                </c:pt>
              </c:numCache>
            </c:numRef>
          </c:cat>
          <c:val>
            <c:numRef>
              <c:f>Sheet1!$C$2:$C$5</c:f>
              <c:numCache>
                <c:formatCode>General</c:formatCode>
                <c:ptCount val="4"/>
                <c:pt idx="0">
                  <c:v>0.4</c:v>
                </c:pt>
                <c:pt idx="1">
                  <c:v>1</c:v>
                </c:pt>
                <c:pt idx="2">
                  <c:v>1.8</c:v>
                </c:pt>
                <c:pt idx="3">
                  <c:v>1</c:v>
                </c:pt>
              </c:numCache>
            </c:numRef>
          </c:val>
          <c:extLst>
            <c:ext xmlns:c16="http://schemas.microsoft.com/office/drawing/2014/chart" uri="{C3380CC4-5D6E-409C-BE32-E72D297353CC}">
              <c16:uniqueId val="{00000001-BA05-8047-B9C7-CE92EAE77C1F}"/>
            </c:ext>
          </c:extLst>
        </c:ser>
        <c:ser>
          <c:idx val="2"/>
          <c:order val="2"/>
          <c:tx>
            <c:strRef>
              <c:f>Sheet1!$D$1</c:f>
              <c:strCache>
                <c:ptCount val="1"/>
                <c:pt idx="0">
                  <c:v>系列 3</c:v>
                </c:pt>
              </c:strCache>
            </c:strRef>
          </c:tx>
          <c:spPr>
            <a:solidFill>
              <a:srgbClr val="BB302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2018</c:v>
                </c:pt>
                <c:pt idx="1">
                  <c:v>2019</c:v>
                </c:pt>
                <c:pt idx="2">
                  <c:v>2020</c:v>
                </c:pt>
                <c:pt idx="3">
                  <c:v>2021</c:v>
                </c:pt>
              </c:numCache>
            </c:numRef>
          </c:cat>
          <c:val>
            <c:numRef>
              <c:f>Sheet1!$D$2:$D$5</c:f>
              <c:numCache>
                <c:formatCode>General</c:formatCode>
                <c:ptCount val="4"/>
                <c:pt idx="0">
                  <c:v>0.2</c:v>
                </c:pt>
                <c:pt idx="1">
                  <c:v>1</c:v>
                </c:pt>
                <c:pt idx="2">
                  <c:v>4</c:v>
                </c:pt>
                <c:pt idx="3">
                  <c:v>6</c:v>
                </c:pt>
              </c:numCache>
            </c:numRef>
          </c:val>
          <c:extLst>
            <c:ext xmlns:c16="http://schemas.microsoft.com/office/drawing/2014/chart" uri="{C3380CC4-5D6E-409C-BE32-E72D297353CC}">
              <c16:uniqueId val="{00000002-BA05-8047-B9C7-CE92EAE77C1F}"/>
            </c:ext>
          </c:extLst>
        </c:ser>
        <c:dLbls>
          <c:showLegendKey val="0"/>
          <c:showVal val="1"/>
          <c:showCatName val="0"/>
          <c:showSerName val="0"/>
          <c:showPercent val="0"/>
          <c:showBubbleSize val="0"/>
        </c:dLbls>
        <c:gapWidth val="75"/>
        <c:overlap val="100"/>
        <c:axId val="74092863"/>
        <c:axId val="2080601984"/>
      </c:barChart>
      <c:catAx>
        <c:axId val="74092863"/>
        <c:scaling>
          <c:orientation val="minMax"/>
        </c:scaling>
        <c:delete val="0"/>
        <c:axPos val="b"/>
        <c:numFmt formatCode="General" sourceLinked="1"/>
        <c:majorTickMark val="out"/>
        <c:minorTickMark val="out"/>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crossAx val="2080601984"/>
        <c:crosses val="autoZero"/>
        <c:auto val="1"/>
        <c:lblAlgn val="ctr"/>
        <c:lblOffset val="100"/>
        <c:tickLblSkip val="1"/>
        <c:noMultiLvlLbl val="0"/>
      </c:catAx>
      <c:valAx>
        <c:axId val="208060198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crossAx val="7409286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rgbClr val="1E344D"/>
              </a:solidFill>
              <a:latin typeface="Alibaba PuHuiTi Medium" pitchFamily="18" charset="-122"/>
              <a:ea typeface="Alibaba PuHuiTi Medium" pitchFamily="18" charset="-122"/>
              <a:cs typeface="Alibaba PuHuiTi Medium" pitchFamily="18" charset="-122"/>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b="0" i="0">
          <a:solidFill>
            <a:srgbClr val="1E344D"/>
          </a:solidFill>
          <a:latin typeface="Alibaba PuHuiTi Medium" pitchFamily="18" charset="-122"/>
          <a:ea typeface="Alibaba PuHuiTi Medium" pitchFamily="18" charset="-122"/>
          <a:cs typeface="Alibaba PuHuiTi Medium" pitchFamily="18" charset="-122"/>
        </a:defRPr>
      </a:pPr>
      <a:endParaRPr lang="zh-CN"/>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4F6682"/>
              </a:solidFill>
              <a:ln w="19050">
                <a:solidFill>
                  <a:schemeClr val="lt1"/>
                </a:solidFill>
              </a:ln>
              <a:effectLst/>
            </c:spPr>
            <c:extLst>
              <c:ext xmlns:c16="http://schemas.microsoft.com/office/drawing/2014/chart" uri="{C3380CC4-5D6E-409C-BE32-E72D297353CC}">
                <c16:uniqueId val="{00000001-B24A-FC44-A47E-4C2EA7D0EAE5}"/>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B24A-FC44-A47E-4C2EA7D0EAE5}"/>
              </c:ext>
            </c:extLst>
          </c:dPt>
          <c:dPt>
            <c:idx val="2"/>
            <c:bubble3D val="0"/>
            <c:spPr>
              <a:solidFill>
                <a:srgbClr val="1E344D"/>
              </a:solidFill>
              <a:ln w="19050">
                <a:solidFill>
                  <a:schemeClr val="lt1"/>
                </a:solidFill>
              </a:ln>
              <a:effectLst/>
            </c:spPr>
            <c:extLst>
              <c:ext xmlns:c16="http://schemas.microsoft.com/office/drawing/2014/chart" uri="{C3380CC4-5D6E-409C-BE32-E72D297353CC}">
                <c16:uniqueId val="{00000005-B24A-FC44-A47E-4C2EA7D0EAE5}"/>
              </c:ext>
            </c:extLst>
          </c:dPt>
          <c:cat>
            <c:strRef>
              <c:f>Sheet1!$A$2:$A$4</c:f>
              <c:strCache>
                <c:ptCount val="3"/>
                <c:pt idx="0">
                  <c:v>people</c:v>
                </c:pt>
                <c:pt idx="1">
                  <c:v>traffic</c:v>
                </c:pt>
                <c:pt idx="2">
                  <c:v>vehicles</c:v>
                </c:pt>
              </c:strCache>
            </c:strRef>
          </c:cat>
          <c:val>
            <c:numRef>
              <c:f>Sheet1!$B$2:$B$4</c:f>
              <c:numCache>
                <c:formatCode>General</c:formatCode>
                <c:ptCount val="3"/>
                <c:pt idx="0">
                  <c:v>18</c:v>
                </c:pt>
                <c:pt idx="1">
                  <c:v>19</c:v>
                </c:pt>
                <c:pt idx="2">
                  <c:v>50</c:v>
                </c:pt>
              </c:numCache>
            </c:numRef>
          </c:val>
          <c:extLst>
            <c:ext xmlns:c16="http://schemas.microsoft.com/office/drawing/2014/chart" uri="{C3380CC4-5D6E-409C-BE32-E72D297353CC}">
              <c16:uniqueId val="{00000006-B24A-FC44-A47E-4C2EA7D0EAE5}"/>
            </c:ext>
          </c:extLst>
        </c:ser>
        <c:dLbls>
          <c:showLegendKey val="0"/>
          <c:showVal val="0"/>
          <c:showCatName val="0"/>
          <c:showSerName val="0"/>
          <c:showPercent val="0"/>
          <c:showBubbleSize val="0"/>
          <c:showLeaderLines val="1"/>
        </c:dLbls>
        <c:firstSliceAng val="203"/>
        <c:holeSize val="6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solidFill>
              <a:schemeClr val="tx1">
                <a:lumMod val="65000"/>
                <a:lumOff val="35000"/>
              </a:schemeClr>
            </a:solidFill>
          </c:spPr>
          <c:dPt>
            <c:idx val="0"/>
            <c:bubble3D val="0"/>
            <c:spPr>
              <a:solidFill>
                <a:srgbClr val="4F6682"/>
              </a:solidFill>
              <a:ln w="19050">
                <a:solidFill>
                  <a:schemeClr val="lt1"/>
                </a:solidFill>
              </a:ln>
              <a:effectLst/>
            </c:spPr>
            <c:extLst>
              <c:ext xmlns:c16="http://schemas.microsoft.com/office/drawing/2014/chart" uri="{C3380CC4-5D6E-409C-BE32-E72D297353CC}">
                <c16:uniqueId val="{00000001-B24A-FC44-A47E-4C2EA7D0EAE5}"/>
              </c:ext>
            </c:extLst>
          </c:dPt>
          <c:dPt>
            <c:idx val="1"/>
            <c:bubble3D val="0"/>
            <c:spPr>
              <a:solidFill>
                <a:srgbClr val="BB3023"/>
              </a:solidFill>
              <a:ln w="19050">
                <a:solidFill>
                  <a:schemeClr val="lt1"/>
                </a:solidFill>
              </a:ln>
              <a:effectLst/>
            </c:spPr>
            <c:extLst>
              <c:ext xmlns:c16="http://schemas.microsoft.com/office/drawing/2014/chart" uri="{C3380CC4-5D6E-409C-BE32-E72D297353CC}">
                <c16:uniqueId val="{00000003-B24A-FC44-A47E-4C2EA7D0EAE5}"/>
              </c:ext>
            </c:extLst>
          </c:dPt>
          <c:dPt>
            <c:idx val="2"/>
            <c:bubble3D val="0"/>
            <c:spPr>
              <a:solidFill>
                <a:srgbClr val="1E344D"/>
              </a:solidFill>
              <a:ln w="19050">
                <a:solidFill>
                  <a:schemeClr val="lt1"/>
                </a:solidFill>
              </a:ln>
              <a:effectLst/>
            </c:spPr>
            <c:extLst>
              <c:ext xmlns:c16="http://schemas.microsoft.com/office/drawing/2014/chart" uri="{C3380CC4-5D6E-409C-BE32-E72D297353CC}">
                <c16:uniqueId val="{00000005-B24A-FC44-A47E-4C2EA7D0EAE5}"/>
              </c:ext>
            </c:extLst>
          </c:dPt>
          <c:cat>
            <c:strRef>
              <c:f>Sheet1!$A$2:$A$4</c:f>
              <c:strCache>
                <c:ptCount val="3"/>
                <c:pt idx="0">
                  <c:v>people</c:v>
                </c:pt>
                <c:pt idx="1">
                  <c:v>traffic</c:v>
                </c:pt>
                <c:pt idx="2">
                  <c:v>vehicles</c:v>
                </c:pt>
              </c:strCache>
            </c:strRef>
          </c:cat>
          <c:val>
            <c:numRef>
              <c:f>Sheet1!$B$2:$B$4</c:f>
              <c:numCache>
                <c:formatCode>General</c:formatCode>
                <c:ptCount val="3"/>
                <c:pt idx="0">
                  <c:v>11</c:v>
                </c:pt>
                <c:pt idx="1">
                  <c:v>11</c:v>
                </c:pt>
                <c:pt idx="2">
                  <c:v>80</c:v>
                </c:pt>
              </c:numCache>
            </c:numRef>
          </c:val>
          <c:extLst>
            <c:ext xmlns:c16="http://schemas.microsoft.com/office/drawing/2014/chart" uri="{C3380CC4-5D6E-409C-BE32-E72D297353CC}">
              <c16:uniqueId val="{00000006-B24A-FC44-A47E-4C2EA7D0EAE5}"/>
            </c:ext>
          </c:extLst>
        </c:ser>
        <c:dLbls>
          <c:showLegendKey val="0"/>
          <c:showVal val="0"/>
          <c:showCatName val="0"/>
          <c:showSerName val="0"/>
          <c:showPercent val="0"/>
          <c:showBubbleSize val="0"/>
          <c:showLeaderLines val="1"/>
        </c:dLbls>
        <c:firstSliceAng val="279"/>
        <c:holeSize val="6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1E344D"/>
              </a:solidFill>
              <a:ln w="19050">
                <a:solidFill>
                  <a:schemeClr val="lt1"/>
                </a:solidFill>
              </a:ln>
              <a:effectLst/>
            </c:spPr>
            <c:extLst>
              <c:ext xmlns:c16="http://schemas.microsoft.com/office/drawing/2014/chart" uri="{C3380CC4-5D6E-409C-BE32-E72D297353CC}">
                <c16:uniqueId val="{00000001-38E3-1247-9D86-3D205618A97E}"/>
              </c:ext>
            </c:extLst>
          </c:dPt>
          <c:dPt>
            <c:idx val="1"/>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2-38E3-1247-9D86-3D205618A97E}"/>
              </c:ext>
            </c:extLst>
          </c:dPt>
          <c:dPt>
            <c:idx val="2"/>
            <c:bubble3D val="0"/>
            <c:spPr>
              <a:solidFill>
                <a:srgbClr val="4F6682"/>
              </a:solidFill>
              <a:ln w="19050">
                <a:solidFill>
                  <a:schemeClr val="lt1"/>
                </a:solidFill>
              </a:ln>
              <a:effectLst/>
            </c:spPr>
            <c:extLst>
              <c:ext xmlns:c16="http://schemas.microsoft.com/office/drawing/2014/chart" uri="{C3380CC4-5D6E-409C-BE32-E72D297353CC}">
                <c16:uniqueId val="{00000003-38E3-1247-9D86-3D205618A97E}"/>
              </c:ext>
            </c:extLst>
          </c:dPt>
          <c:cat>
            <c:strRef>
              <c:f>Sheet1!$A$2:$A$4</c:f>
              <c:strCache>
                <c:ptCount val="3"/>
                <c:pt idx="0">
                  <c:v>people</c:v>
                </c:pt>
                <c:pt idx="1">
                  <c:v>traffic</c:v>
                </c:pt>
                <c:pt idx="2">
                  <c:v>vehicles</c:v>
                </c:pt>
              </c:strCache>
            </c:strRef>
          </c:cat>
          <c:val>
            <c:numRef>
              <c:f>Sheet1!$B$2:$B$4</c:f>
              <c:numCache>
                <c:formatCode>General</c:formatCode>
                <c:ptCount val="3"/>
                <c:pt idx="0">
                  <c:v>5.2</c:v>
                </c:pt>
                <c:pt idx="1">
                  <c:v>2.2000000000000002</c:v>
                </c:pt>
                <c:pt idx="2">
                  <c:v>4</c:v>
                </c:pt>
              </c:numCache>
            </c:numRef>
          </c:val>
          <c:extLst>
            <c:ext xmlns:c16="http://schemas.microsoft.com/office/drawing/2014/chart" uri="{C3380CC4-5D6E-409C-BE32-E72D297353CC}">
              <c16:uniqueId val="{00000000-38E3-1247-9D86-3D205618A97E}"/>
            </c:ext>
          </c:extLst>
        </c:ser>
        <c:dLbls>
          <c:showLegendKey val="0"/>
          <c:showVal val="0"/>
          <c:showCatName val="0"/>
          <c:showSerName val="0"/>
          <c:showPercent val="0"/>
          <c:showBubbleSize val="0"/>
          <c:showLeaderLines val="1"/>
        </c:dLbls>
        <c:firstSliceAng val="283"/>
        <c:holeSize val="8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2-8260-D14A-A28B-816C49AF117A}"/>
              </c:ext>
            </c:extLst>
          </c:dPt>
          <c:dPt>
            <c:idx val="1"/>
            <c:invertIfNegative val="0"/>
            <c:bubble3D val="0"/>
            <c:spPr>
              <a:solidFill>
                <a:srgbClr val="BB3023"/>
              </a:solidFill>
              <a:ln>
                <a:noFill/>
              </a:ln>
              <a:effectLst/>
            </c:spPr>
            <c:extLst>
              <c:ext xmlns:c16="http://schemas.microsoft.com/office/drawing/2014/chart" uri="{C3380CC4-5D6E-409C-BE32-E72D297353CC}">
                <c16:uniqueId val="{00000001-8260-D14A-A28B-816C49AF117A}"/>
              </c:ext>
            </c:extLst>
          </c:dPt>
          <c:dPt>
            <c:idx val="2"/>
            <c:invertIfNegative val="0"/>
            <c:bubble3D val="0"/>
            <c:spPr>
              <a:solidFill>
                <a:srgbClr val="BB3023"/>
              </a:solidFill>
              <a:ln>
                <a:noFill/>
              </a:ln>
              <a:effectLst/>
            </c:spPr>
            <c:extLst>
              <c:ext xmlns:c16="http://schemas.microsoft.com/office/drawing/2014/chart" uri="{C3380CC4-5D6E-409C-BE32-E72D297353CC}">
                <c16:uniqueId val="{00000000-8260-D14A-A28B-816C49AF117A}"/>
              </c:ext>
            </c:extLst>
          </c:dPt>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8D3E-BE49-A40F-4B691AC71C0E}"/>
            </c:ext>
          </c:extLst>
        </c:ser>
        <c:ser>
          <c:idx val="1"/>
          <c:order val="1"/>
          <c:tx>
            <c:strRef>
              <c:f>Sheet1!$C$1</c:f>
              <c:strCache>
                <c:ptCount val="1"/>
                <c:pt idx="0">
                  <c:v>系列 2</c:v>
                </c:pt>
              </c:strCache>
            </c:strRef>
          </c:tx>
          <c:spPr>
            <a:solidFill>
              <a:schemeClr val="bg1">
                <a:lumMod val="75000"/>
              </a:schemeClr>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8D3E-BE49-A40F-4B691AC71C0E}"/>
            </c:ext>
          </c:extLst>
        </c:ser>
        <c:dLbls>
          <c:showLegendKey val="0"/>
          <c:showVal val="0"/>
          <c:showCatName val="0"/>
          <c:showSerName val="0"/>
          <c:showPercent val="0"/>
          <c:showBubbleSize val="0"/>
        </c:dLbls>
        <c:gapWidth val="75"/>
        <c:overlap val="40"/>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dLbls>
            <c:dLbl>
              <c:idx val="2"/>
              <c:layout>
                <c:manualLayout>
                  <c:x val="-5.9027761639391392E-2"/>
                  <c:y val="6.868689053905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D3E-BE49-A40F-4B691AC71C0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libaba PuHuiTi Medium" pitchFamily="18" charset="-122"/>
                    <a:ea typeface="Alibaba PuHuiTi Medium" pitchFamily="18" charset="-122"/>
                    <a:cs typeface="Alibaba PuHuiTi Medium" pitchFamily="18" charset="-122"/>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3-8D3E-BE49-A40F-4B691AC71C0E}"/>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1"/>
        <c:axPos val="b"/>
        <c:numFmt formatCode="General" sourceLinked="1"/>
        <c:majorTickMark val="none"/>
        <c:minorTickMark val="none"/>
        <c:tickLblPos val="nextTo"/>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chemeClr val="bg1">
                  <a:lumMod val="85000"/>
                </a:schemeClr>
              </a:solidFill>
              <a:ln>
                <a:noFill/>
              </a:ln>
              <a:effectLst/>
            </c:spPr>
            <c:extLst>
              <c:ext xmlns:c16="http://schemas.microsoft.com/office/drawing/2014/chart" uri="{C3380CC4-5D6E-409C-BE32-E72D297353CC}">
                <c16:uniqueId val="{00000001-35E5-F24B-9495-283065106247}"/>
              </c:ext>
            </c:extLst>
          </c:dPt>
          <c:dPt>
            <c:idx val="1"/>
            <c:invertIfNegative val="0"/>
            <c:bubble3D val="0"/>
            <c:spPr>
              <a:solidFill>
                <a:schemeClr val="bg1">
                  <a:lumMod val="75000"/>
                </a:schemeClr>
              </a:solidFill>
              <a:ln>
                <a:noFill/>
              </a:ln>
              <a:effectLst/>
            </c:spPr>
            <c:extLst>
              <c:ext xmlns:c16="http://schemas.microsoft.com/office/drawing/2014/chart" uri="{C3380CC4-5D6E-409C-BE32-E72D297353CC}">
                <c16:uniqueId val="{00000003-35E5-F24B-9495-283065106247}"/>
              </c:ext>
            </c:extLst>
          </c:dPt>
          <c:dPt>
            <c:idx val="2"/>
            <c:invertIfNegative val="0"/>
            <c:bubble3D val="0"/>
            <c:spPr>
              <a:solidFill>
                <a:schemeClr val="bg1">
                  <a:lumMod val="65000"/>
                </a:schemeClr>
              </a:solidFill>
              <a:ln>
                <a:noFill/>
              </a:ln>
              <a:effectLst/>
            </c:spPr>
            <c:extLst>
              <c:ext xmlns:c16="http://schemas.microsoft.com/office/drawing/2014/chart" uri="{C3380CC4-5D6E-409C-BE32-E72D297353CC}">
                <c16:uniqueId val="{00000005-35E5-F24B-9495-283065106247}"/>
              </c:ext>
            </c:extLst>
          </c:dPt>
          <c:dPt>
            <c:idx val="3"/>
            <c:invertIfNegative val="0"/>
            <c:bubble3D val="0"/>
            <c:spPr>
              <a:solidFill>
                <a:srgbClr val="BB3023"/>
              </a:solidFill>
              <a:ln>
                <a:noFill/>
              </a:ln>
              <a:effectLst/>
            </c:spPr>
            <c:extLst>
              <c:ext xmlns:c16="http://schemas.microsoft.com/office/drawing/2014/chart" uri="{C3380CC4-5D6E-409C-BE32-E72D297353CC}">
                <c16:uniqueId val="{00000000-511A-4349-B4A0-B261C27609B7}"/>
              </c:ext>
            </c:extLst>
          </c:dPt>
          <c:dPt>
            <c:idx val="4"/>
            <c:invertIfNegative val="0"/>
            <c:bubble3D val="0"/>
            <c:spPr>
              <a:solidFill>
                <a:srgbClr val="BB3023"/>
              </a:solidFill>
              <a:ln>
                <a:noFill/>
              </a:ln>
              <a:effectLst/>
            </c:spPr>
            <c:extLst>
              <c:ext xmlns:c16="http://schemas.microsoft.com/office/drawing/2014/chart" uri="{C3380CC4-5D6E-409C-BE32-E72D297353CC}">
                <c16:uniqueId val="{00000001-511A-4349-B4A0-B261C27609B7}"/>
              </c:ext>
            </c:extLst>
          </c:dPt>
          <c:dPt>
            <c:idx val="5"/>
            <c:invertIfNegative val="0"/>
            <c:bubble3D val="0"/>
            <c:spPr>
              <a:solidFill>
                <a:srgbClr val="BB3023"/>
              </a:solidFill>
              <a:ln>
                <a:noFill/>
              </a:ln>
              <a:effectLst/>
            </c:spPr>
            <c:extLst>
              <c:ext xmlns:c16="http://schemas.microsoft.com/office/drawing/2014/chart" uri="{C3380CC4-5D6E-409C-BE32-E72D297353CC}">
                <c16:uniqueId val="{00000002-511A-4349-B4A0-B261C27609B7}"/>
              </c:ext>
            </c:extLst>
          </c:dPt>
          <c:cat>
            <c:strRef>
              <c:f>Sheet1!$A$2:$A$7</c:f>
              <c:strCache>
                <c:ptCount val="6"/>
                <c:pt idx="0">
                  <c:v>projectA</c:v>
                </c:pt>
                <c:pt idx="1">
                  <c:v>projectB</c:v>
                </c:pt>
                <c:pt idx="2">
                  <c:v>projectC</c:v>
                </c:pt>
                <c:pt idx="3">
                  <c:v>projectD</c:v>
                </c:pt>
                <c:pt idx="4">
                  <c:v>projectE</c:v>
                </c:pt>
                <c:pt idx="5">
                  <c:v>projectF</c:v>
                </c:pt>
              </c:strCache>
            </c:strRef>
          </c:cat>
          <c:val>
            <c:numRef>
              <c:f>Sheet1!$B$2:$B$7</c:f>
              <c:numCache>
                <c:formatCode>General</c:formatCode>
                <c:ptCount val="6"/>
                <c:pt idx="0">
                  <c:v>1</c:v>
                </c:pt>
                <c:pt idx="1">
                  <c:v>1.2</c:v>
                </c:pt>
                <c:pt idx="2">
                  <c:v>1.2</c:v>
                </c:pt>
                <c:pt idx="3">
                  <c:v>1.3</c:v>
                </c:pt>
                <c:pt idx="4">
                  <c:v>1.32</c:v>
                </c:pt>
                <c:pt idx="5">
                  <c:v>1.5</c:v>
                </c:pt>
              </c:numCache>
            </c:numRef>
          </c:val>
          <c:extLst>
            <c:ext xmlns:c16="http://schemas.microsoft.com/office/drawing/2014/chart" uri="{C3380CC4-5D6E-409C-BE32-E72D297353CC}">
              <c16:uniqueId val="{00000006-35E5-F24B-9495-283065106247}"/>
            </c:ext>
          </c:extLst>
        </c:ser>
        <c:dLbls>
          <c:showLegendKey val="0"/>
          <c:showVal val="0"/>
          <c:showCatName val="0"/>
          <c:showSerName val="0"/>
          <c:showPercent val="0"/>
          <c:showBubbleSize val="0"/>
        </c:dLbls>
        <c:gapWidth val="61"/>
        <c:overlap val="-69"/>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solidFill>
            <a:schemeClr val="bg1"/>
          </a:solid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DEDEDE"/>
            </a:solidFill>
            <a:ln>
              <a:noFill/>
            </a:ln>
            <a:effectLst/>
          </c:spPr>
          <c:invertIfNegative val="0"/>
          <c:dPt>
            <c:idx val="0"/>
            <c:invertIfNegative val="0"/>
            <c:bubble3D val="0"/>
            <c:spPr>
              <a:solidFill>
                <a:srgbClr val="DEDEDE"/>
              </a:solidFill>
              <a:ln>
                <a:noFill/>
              </a:ln>
              <a:effectLst/>
            </c:spPr>
            <c:extLst>
              <c:ext xmlns:c16="http://schemas.microsoft.com/office/drawing/2014/chart" uri="{C3380CC4-5D6E-409C-BE32-E72D297353CC}">
                <c16:uniqueId val="{00000001-35E5-F24B-9495-283065106247}"/>
              </c:ext>
            </c:extLst>
          </c:dPt>
          <c:dPt>
            <c:idx val="1"/>
            <c:invertIfNegative val="0"/>
            <c:bubble3D val="0"/>
            <c:spPr>
              <a:solidFill>
                <a:schemeClr val="bg1">
                  <a:lumMod val="75000"/>
                </a:schemeClr>
              </a:solidFill>
              <a:ln>
                <a:noFill/>
              </a:ln>
              <a:effectLst/>
            </c:spPr>
            <c:extLst>
              <c:ext xmlns:c16="http://schemas.microsoft.com/office/drawing/2014/chart" uri="{C3380CC4-5D6E-409C-BE32-E72D297353CC}">
                <c16:uniqueId val="{00000003-35E5-F24B-9495-283065106247}"/>
              </c:ext>
            </c:extLst>
          </c:dPt>
          <c:dPt>
            <c:idx val="2"/>
            <c:invertIfNegative val="0"/>
            <c:bubble3D val="0"/>
            <c:spPr>
              <a:solidFill>
                <a:srgbClr val="BB3023"/>
              </a:solidFill>
              <a:ln>
                <a:noFill/>
              </a:ln>
              <a:effectLst/>
            </c:spPr>
            <c:extLst>
              <c:ext xmlns:c16="http://schemas.microsoft.com/office/drawing/2014/chart" uri="{C3380CC4-5D6E-409C-BE32-E72D297353CC}">
                <c16:uniqueId val="{00000005-35E5-F24B-9495-283065106247}"/>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1.6</c:v>
                </c:pt>
                <c:pt idx="2">
                  <c:v>1.5</c:v>
                </c:pt>
              </c:numCache>
            </c:numRef>
          </c:val>
          <c:extLst>
            <c:ext xmlns:c16="http://schemas.microsoft.com/office/drawing/2014/chart" uri="{C3380CC4-5D6E-409C-BE32-E72D297353CC}">
              <c16:uniqueId val="{00000006-35E5-F24B-9495-283065106247}"/>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DEDEDE"/>
              </a:solidFill>
              <a:ln>
                <a:noFill/>
              </a:ln>
              <a:effectLst/>
            </c:spPr>
            <c:extLst>
              <c:ext xmlns:c16="http://schemas.microsoft.com/office/drawing/2014/chart" uri="{C3380CC4-5D6E-409C-BE32-E72D297353CC}">
                <c16:uniqueId val="{00000001-35E5-F24B-9495-283065106247}"/>
              </c:ext>
            </c:extLst>
          </c:dPt>
          <c:dPt>
            <c:idx val="1"/>
            <c:invertIfNegative val="0"/>
            <c:bubble3D val="0"/>
            <c:spPr>
              <a:solidFill>
                <a:srgbClr val="DEDEDE"/>
              </a:solidFill>
              <a:ln>
                <a:noFill/>
              </a:ln>
              <a:effectLst/>
            </c:spPr>
            <c:extLst>
              <c:ext xmlns:c16="http://schemas.microsoft.com/office/drawing/2014/chart" uri="{C3380CC4-5D6E-409C-BE32-E72D297353CC}">
                <c16:uniqueId val="{00000003-35E5-F24B-9495-283065106247}"/>
              </c:ext>
            </c:extLst>
          </c:dPt>
          <c:dPt>
            <c:idx val="2"/>
            <c:invertIfNegative val="0"/>
            <c:bubble3D val="0"/>
            <c:spPr>
              <a:solidFill>
                <a:srgbClr val="BB3023"/>
              </a:solidFill>
              <a:ln>
                <a:noFill/>
              </a:ln>
              <a:effectLst/>
            </c:spPr>
            <c:extLst>
              <c:ext xmlns:c16="http://schemas.microsoft.com/office/drawing/2014/chart" uri="{C3380CC4-5D6E-409C-BE32-E72D297353CC}">
                <c16:uniqueId val="{00000005-35E5-F24B-9495-283065106247}"/>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2</c:v>
                </c:pt>
                <c:pt idx="2">
                  <c:v>4</c:v>
                </c:pt>
              </c:numCache>
            </c:numRef>
          </c:val>
          <c:extLst>
            <c:ext xmlns:c16="http://schemas.microsoft.com/office/drawing/2014/chart" uri="{C3380CC4-5D6E-409C-BE32-E72D297353CC}">
              <c16:uniqueId val="{00000006-35E5-F24B-9495-283065106247}"/>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2</c:v>
                </c:pt>
              </c:strCache>
            </c:strRef>
          </c:tx>
          <c:spPr>
            <a:solidFill>
              <a:schemeClr val="bg1">
                <a:lumMod val="50000"/>
              </a:schemeClr>
            </a:solidFill>
            <a:ln>
              <a:noFill/>
            </a:ln>
            <a:effectLst/>
          </c:spPr>
          <c:invertIfNegative val="0"/>
          <c:cat>
            <c:numRef>
              <c:f>Sheet1!$A$2:$A$5</c:f>
              <c:numCache>
                <c:formatCode>General</c:formatCode>
                <c:ptCount val="4"/>
                <c:pt idx="0">
                  <c:v>1</c:v>
                </c:pt>
                <c:pt idx="1">
                  <c:v>1</c:v>
                </c:pt>
                <c:pt idx="2">
                  <c:v>0.5</c:v>
                </c:pt>
              </c:numCache>
            </c:numRef>
          </c:cat>
          <c:val>
            <c:numRef>
              <c:f>Sheet1!$B$2:$B$5</c:f>
              <c:numCache>
                <c:formatCode>General</c:formatCode>
                <c:ptCount val="4"/>
                <c:pt idx="0">
                  <c:v>2</c:v>
                </c:pt>
                <c:pt idx="1">
                  <c:v>3</c:v>
                </c:pt>
                <c:pt idx="2">
                  <c:v>2</c:v>
                </c:pt>
              </c:numCache>
            </c:numRef>
          </c:val>
          <c:extLst>
            <c:ext xmlns:c16="http://schemas.microsoft.com/office/drawing/2014/chart" uri="{C3380CC4-5D6E-409C-BE32-E72D297353CC}">
              <c16:uniqueId val="{00000000-B65C-A64C-B0A5-B41956F64C8E}"/>
            </c:ext>
          </c:extLst>
        </c:ser>
        <c:ser>
          <c:idx val="1"/>
          <c:order val="1"/>
          <c:tx>
            <c:strRef>
              <c:f>Sheet1!$C$1</c:f>
              <c:strCache>
                <c:ptCount val="1"/>
                <c:pt idx="0">
                  <c:v>系列 3</c:v>
                </c:pt>
              </c:strCache>
            </c:strRef>
          </c:tx>
          <c:spPr>
            <a:solidFill>
              <a:srgbClr val="2559CE"/>
            </a:solidFill>
            <a:ln>
              <a:noFill/>
            </a:ln>
            <a:effectLst/>
          </c:spPr>
          <c:invertIfNegative val="0"/>
          <c:dPt>
            <c:idx val="0"/>
            <c:invertIfNegative val="0"/>
            <c:bubble3D val="0"/>
            <c:spPr>
              <a:solidFill>
                <a:srgbClr val="1E344D"/>
              </a:solidFill>
              <a:ln>
                <a:noFill/>
              </a:ln>
              <a:effectLst/>
            </c:spPr>
            <c:extLst>
              <c:ext xmlns:c16="http://schemas.microsoft.com/office/drawing/2014/chart" uri="{C3380CC4-5D6E-409C-BE32-E72D297353CC}">
                <c16:uniqueId val="{00000000-5642-784C-853B-CC29C379BCF9}"/>
              </c:ext>
            </c:extLst>
          </c:dPt>
          <c:dPt>
            <c:idx val="1"/>
            <c:invertIfNegative val="0"/>
            <c:bubble3D val="0"/>
            <c:spPr>
              <a:solidFill>
                <a:srgbClr val="1E344D"/>
              </a:solidFill>
              <a:ln>
                <a:noFill/>
              </a:ln>
              <a:effectLst/>
            </c:spPr>
            <c:extLst>
              <c:ext xmlns:c16="http://schemas.microsoft.com/office/drawing/2014/chart" uri="{C3380CC4-5D6E-409C-BE32-E72D297353CC}">
                <c16:uniqueId val="{00000001-5642-784C-853B-CC29C379BCF9}"/>
              </c:ext>
            </c:extLst>
          </c:dPt>
          <c:dPt>
            <c:idx val="2"/>
            <c:invertIfNegative val="0"/>
            <c:bubble3D val="0"/>
            <c:spPr>
              <a:solidFill>
                <a:srgbClr val="1E344D"/>
              </a:solidFill>
              <a:ln>
                <a:noFill/>
              </a:ln>
              <a:effectLst/>
            </c:spPr>
            <c:extLst>
              <c:ext xmlns:c16="http://schemas.microsoft.com/office/drawing/2014/chart" uri="{C3380CC4-5D6E-409C-BE32-E72D297353CC}">
                <c16:uniqueId val="{00000002-5642-784C-853B-CC29C379BCF9}"/>
              </c:ext>
            </c:extLst>
          </c:dPt>
          <c:cat>
            <c:numRef>
              <c:f>Sheet1!$A$2:$A$5</c:f>
              <c:numCache>
                <c:formatCode>General</c:formatCode>
                <c:ptCount val="4"/>
                <c:pt idx="0">
                  <c:v>1</c:v>
                </c:pt>
                <c:pt idx="1">
                  <c:v>1</c:v>
                </c:pt>
                <c:pt idx="2">
                  <c:v>0.5</c:v>
                </c:pt>
              </c:numCache>
            </c:numRef>
          </c:cat>
          <c:val>
            <c:numRef>
              <c:f>Sheet1!$C$2:$C$5</c:f>
              <c:numCache>
                <c:formatCode>General</c:formatCode>
                <c:ptCount val="4"/>
                <c:pt idx="0">
                  <c:v>3</c:v>
                </c:pt>
                <c:pt idx="1">
                  <c:v>2</c:v>
                </c:pt>
                <c:pt idx="2">
                  <c:v>3</c:v>
                </c:pt>
              </c:numCache>
            </c:numRef>
          </c:val>
          <c:extLst>
            <c:ext xmlns:c16="http://schemas.microsoft.com/office/drawing/2014/chart" uri="{C3380CC4-5D6E-409C-BE32-E72D297353CC}">
              <c16:uniqueId val="{00000001-B65C-A64C-B0A5-B41956F64C8E}"/>
            </c:ext>
          </c:extLst>
        </c:ser>
        <c:ser>
          <c:idx val="2"/>
          <c:order val="2"/>
          <c:tx>
            <c:strRef>
              <c:f>Sheet1!$D$1</c:f>
              <c:strCache>
                <c:ptCount val="1"/>
                <c:pt idx="0">
                  <c:v>系列 4</c:v>
                </c:pt>
              </c:strCache>
            </c:strRef>
          </c:tx>
          <c:spPr>
            <a:solidFill>
              <a:srgbClr val="BB3023"/>
            </a:solidFill>
            <a:ln>
              <a:noFill/>
            </a:ln>
            <a:effectLst/>
          </c:spPr>
          <c:invertIfNegative val="0"/>
          <c:cat>
            <c:numRef>
              <c:f>Sheet1!$A$2:$A$5</c:f>
              <c:numCache>
                <c:formatCode>General</c:formatCode>
                <c:ptCount val="4"/>
                <c:pt idx="0">
                  <c:v>1</c:v>
                </c:pt>
                <c:pt idx="1">
                  <c:v>1</c:v>
                </c:pt>
                <c:pt idx="2">
                  <c:v>0.5</c:v>
                </c:pt>
              </c:numCache>
            </c:numRef>
          </c:cat>
          <c:val>
            <c:numRef>
              <c:f>Sheet1!$D$2:$D$5</c:f>
              <c:numCache>
                <c:formatCode>General</c:formatCode>
                <c:ptCount val="4"/>
                <c:pt idx="0">
                  <c:v>3.2</c:v>
                </c:pt>
                <c:pt idx="1">
                  <c:v>2.4</c:v>
                </c:pt>
                <c:pt idx="2">
                  <c:v>3.2</c:v>
                </c:pt>
              </c:numCache>
            </c:numRef>
          </c:val>
          <c:extLst>
            <c:ext xmlns:c16="http://schemas.microsoft.com/office/drawing/2014/chart" uri="{C3380CC4-5D6E-409C-BE32-E72D297353CC}">
              <c16:uniqueId val="{00000002-B65C-A64C-B0A5-B41956F64C8E}"/>
            </c:ext>
          </c:extLst>
        </c:ser>
        <c:dLbls>
          <c:showLegendKey val="0"/>
          <c:showVal val="0"/>
          <c:showCatName val="0"/>
          <c:showSerName val="0"/>
          <c:showPercent val="0"/>
          <c:showBubbleSize val="0"/>
        </c:dLbls>
        <c:gapWidth val="377"/>
        <c:overlap val="-36"/>
        <c:axId val="535751520"/>
        <c:axId val="856708960"/>
      </c:barChart>
      <c:catAx>
        <c:axId val="53575152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56708960"/>
        <c:crosses val="autoZero"/>
        <c:auto val="1"/>
        <c:lblAlgn val="ctr"/>
        <c:lblOffset val="100"/>
        <c:noMultiLvlLbl val="0"/>
      </c:catAx>
      <c:valAx>
        <c:axId val="856708960"/>
        <c:scaling>
          <c:orientation val="minMax"/>
        </c:scaling>
        <c:delete val="0"/>
        <c:axPos val="l"/>
        <c:majorGridlines>
          <c:spPr>
            <a:ln w="9525" cap="flat" cmpd="sng" algn="ctr">
              <a:solidFill>
                <a:schemeClr val="tx1"/>
              </a:solidFill>
              <a:round/>
            </a:ln>
            <a:effectLst/>
          </c:spPr>
        </c:majorGridlines>
        <c:minorGridlines>
          <c:spPr>
            <a:ln w="9525" cap="flat" cmpd="sng" algn="ctr">
              <a:solidFill>
                <a:schemeClr val="tx1">
                  <a:lumMod val="5000"/>
                  <a:lumOff val="95000"/>
                </a:schemeClr>
              </a:solidFill>
              <a:round/>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535751520"/>
        <c:crosses val="autoZero"/>
        <c:crossBetween val="between"/>
      </c:valAx>
      <c:spPr>
        <a:noFill/>
        <a:ln w="25400">
          <a:noFill/>
        </a:ln>
        <a:effectLst/>
      </c:spPr>
    </c:plotArea>
    <c:legend>
      <c:legendPos val="r"/>
      <c:layout>
        <c:manualLayout>
          <c:xMode val="edge"/>
          <c:yMode val="edge"/>
          <c:x val="0.64946044322052654"/>
          <c:y val="5.3587194923361919E-2"/>
          <c:w val="0.15237265968251687"/>
          <c:h val="0.22230583487695157"/>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lgn="dist">
        <a:defRPr/>
      </a:pPr>
      <a:endParaRPr lang="zh-CN"/>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Sheet1!$A$1</c:f>
              <c:strCache>
                <c:ptCount val="1"/>
                <c:pt idx="0">
                  <c:v>系列 1</c:v>
                </c:pt>
              </c:strCache>
            </c:strRef>
          </c:tx>
          <c:spPr>
            <a:solidFill>
              <a:schemeClr val="tx1">
                <a:lumMod val="65000"/>
                <a:lumOff val="35000"/>
              </a:schemeClr>
            </a:solidFill>
            <a:ln>
              <a:noFill/>
            </a:ln>
            <a:effectLst/>
          </c:spPr>
          <c:invertIfNegative val="0"/>
          <c:dPt>
            <c:idx val="0"/>
            <c:invertIfNegative val="0"/>
            <c:bubble3D val="0"/>
            <c:spPr>
              <a:solidFill>
                <a:srgbClr val="1E334D"/>
              </a:solidFill>
              <a:ln>
                <a:noFill/>
              </a:ln>
              <a:effectLst/>
            </c:spPr>
            <c:extLst>
              <c:ext xmlns:c16="http://schemas.microsoft.com/office/drawing/2014/chart" uri="{C3380CC4-5D6E-409C-BE32-E72D297353CC}">
                <c16:uniqueId val="{0000000A-4040-AC4C-8ED5-D900C6D8DEF7}"/>
              </c:ext>
            </c:extLst>
          </c:dPt>
          <c:dPt>
            <c:idx val="1"/>
            <c:invertIfNegative val="0"/>
            <c:bubble3D val="0"/>
            <c:spPr>
              <a:solidFill>
                <a:srgbClr val="1E334D"/>
              </a:solidFill>
              <a:ln>
                <a:noFill/>
              </a:ln>
              <a:effectLst/>
            </c:spPr>
            <c:extLst>
              <c:ext xmlns:c16="http://schemas.microsoft.com/office/drawing/2014/chart" uri="{C3380CC4-5D6E-409C-BE32-E72D297353CC}">
                <c16:uniqueId val="{00000009-4040-AC4C-8ED5-D900C6D8DEF7}"/>
              </c:ext>
            </c:extLst>
          </c:dPt>
          <c:dPt>
            <c:idx val="2"/>
            <c:invertIfNegative val="0"/>
            <c:bubble3D val="0"/>
            <c:spPr>
              <a:solidFill>
                <a:srgbClr val="1E334D"/>
              </a:solidFill>
              <a:ln>
                <a:noFill/>
              </a:ln>
              <a:effectLst/>
            </c:spPr>
            <c:extLst>
              <c:ext xmlns:c16="http://schemas.microsoft.com/office/drawing/2014/chart" uri="{C3380CC4-5D6E-409C-BE32-E72D297353CC}">
                <c16:uniqueId val="{00000008-4040-AC4C-8ED5-D900C6D8DEF7}"/>
              </c:ext>
            </c:extLst>
          </c:dPt>
          <c:dPt>
            <c:idx val="3"/>
            <c:invertIfNegative val="0"/>
            <c:bubble3D val="0"/>
            <c:spPr>
              <a:solidFill>
                <a:srgbClr val="1E344D"/>
              </a:solidFill>
              <a:ln>
                <a:noFill/>
              </a:ln>
              <a:effectLst/>
            </c:spPr>
            <c:extLst>
              <c:ext xmlns:c16="http://schemas.microsoft.com/office/drawing/2014/chart" uri="{C3380CC4-5D6E-409C-BE32-E72D297353CC}">
                <c16:uniqueId val="{00000007-4040-AC4C-8ED5-D900C6D8DEF7}"/>
              </c:ext>
            </c:extLst>
          </c:dPt>
          <c:dPt>
            <c:idx val="4"/>
            <c:invertIfNegative val="0"/>
            <c:bubble3D val="0"/>
            <c:spPr>
              <a:solidFill>
                <a:srgbClr val="1E334D"/>
              </a:solidFill>
              <a:ln>
                <a:noFill/>
              </a:ln>
              <a:effectLst/>
            </c:spPr>
            <c:extLst>
              <c:ext xmlns:c16="http://schemas.microsoft.com/office/drawing/2014/chart" uri="{C3380CC4-5D6E-409C-BE32-E72D297353CC}">
                <c16:uniqueId val="{00000006-4040-AC4C-8ED5-D900C6D8DEF7}"/>
              </c:ext>
            </c:extLst>
          </c:dPt>
          <c:dPt>
            <c:idx val="5"/>
            <c:invertIfNegative val="0"/>
            <c:bubble3D val="0"/>
            <c:spPr>
              <a:solidFill>
                <a:srgbClr val="1E344D"/>
              </a:solidFill>
              <a:ln>
                <a:noFill/>
              </a:ln>
              <a:effectLst/>
            </c:spPr>
            <c:extLst>
              <c:ext xmlns:c16="http://schemas.microsoft.com/office/drawing/2014/chart" uri="{C3380CC4-5D6E-409C-BE32-E72D297353CC}">
                <c16:uniqueId val="{00000005-4040-AC4C-8ED5-D900C6D8DEF7}"/>
              </c:ext>
            </c:extLst>
          </c:dPt>
          <c:dPt>
            <c:idx val="6"/>
            <c:invertIfNegative val="0"/>
            <c:bubble3D val="0"/>
            <c:spPr>
              <a:solidFill>
                <a:srgbClr val="1E344D"/>
              </a:solidFill>
              <a:ln>
                <a:noFill/>
              </a:ln>
              <a:effectLst/>
            </c:spPr>
            <c:extLst>
              <c:ext xmlns:c16="http://schemas.microsoft.com/office/drawing/2014/chart" uri="{C3380CC4-5D6E-409C-BE32-E72D297353CC}">
                <c16:uniqueId val="{00000004-4040-AC4C-8ED5-D900C6D8DEF7}"/>
              </c:ext>
            </c:extLst>
          </c:dPt>
          <c:dPt>
            <c:idx val="7"/>
            <c:invertIfNegative val="0"/>
            <c:bubble3D val="0"/>
            <c:spPr>
              <a:solidFill>
                <a:srgbClr val="1E344D"/>
              </a:solidFill>
              <a:ln>
                <a:noFill/>
              </a:ln>
              <a:effectLst/>
            </c:spPr>
            <c:extLst>
              <c:ext xmlns:c16="http://schemas.microsoft.com/office/drawing/2014/chart" uri="{C3380CC4-5D6E-409C-BE32-E72D297353CC}">
                <c16:uniqueId val="{00000003-4040-AC4C-8ED5-D900C6D8DEF7}"/>
              </c:ext>
            </c:extLst>
          </c:dPt>
          <c:dPt>
            <c:idx val="8"/>
            <c:invertIfNegative val="0"/>
            <c:bubble3D val="0"/>
            <c:spPr>
              <a:solidFill>
                <a:srgbClr val="1E344D"/>
              </a:solidFill>
              <a:ln>
                <a:noFill/>
              </a:ln>
              <a:effectLst/>
            </c:spPr>
            <c:extLst>
              <c:ext xmlns:c16="http://schemas.microsoft.com/office/drawing/2014/chart" uri="{C3380CC4-5D6E-409C-BE32-E72D297353CC}">
                <c16:uniqueId val="{00000002-4040-AC4C-8ED5-D900C6D8DEF7}"/>
              </c:ext>
            </c:extLst>
          </c:dPt>
          <c:dPt>
            <c:idx val="9"/>
            <c:invertIfNegative val="0"/>
            <c:bubble3D val="0"/>
            <c:spPr>
              <a:solidFill>
                <a:srgbClr val="1E344D"/>
              </a:solidFill>
              <a:ln>
                <a:noFill/>
              </a:ln>
              <a:effectLst/>
            </c:spPr>
            <c:extLst>
              <c:ext xmlns:c16="http://schemas.microsoft.com/office/drawing/2014/chart" uri="{C3380CC4-5D6E-409C-BE32-E72D297353CC}">
                <c16:uniqueId val="{00000001-4040-AC4C-8ED5-D900C6D8DEF7}"/>
              </c:ext>
            </c:extLst>
          </c:dPt>
          <c:dPt>
            <c:idx val="10"/>
            <c:invertIfNegative val="0"/>
            <c:bubble3D val="0"/>
            <c:spPr>
              <a:solidFill>
                <a:srgbClr val="1E344D"/>
              </a:solidFill>
              <a:ln>
                <a:noFill/>
              </a:ln>
              <a:effectLst/>
            </c:spPr>
            <c:extLst>
              <c:ext xmlns:c16="http://schemas.microsoft.com/office/drawing/2014/chart" uri="{C3380CC4-5D6E-409C-BE32-E72D297353CC}">
                <c16:uniqueId val="{00000000-4040-AC4C-8ED5-D900C6D8DEF7}"/>
              </c:ext>
            </c:extLst>
          </c:dPt>
          <c:dPt>
            <c:idx val="11"/>
            <c:invertIfNegative val="0"/>
            <c:bubble3D val="0"/>
            <c:spPr>
              <a:solidFill>
                <a:srgbClr val="BB3023"/>
              </a:solidFill>
              <a:ln>
                <a:noFill/>
              </a:ln>
              <a:effectLst/>
            </c:spPr>
            <c:extLst>
              <c:ext xmlns:c16="http://schemas.microsoft.com/office/drawing/2014/chart" uri="{C3380CC4-5D6E-409C-BE32-E72D297353CC}">
                <c16:uniqueId val="{00000003-B387-F14B-8A2B-5EAB06B8B90B}"/>
              </c:ext>
            </c:extLst>
          </c:dPt>
          <c:val>
            <c:numRef>
              <c:f>Sheet1!$A$2:$A$13</c:f>
              <c:numCache>
                <c:formatCode>General</c:formatCode>
                <c:ptCount val="12"/>
                <c:pt idx="0">
                  <c:v>1.1000000000000001</c:v>
                </c:pt>
                <c:pt idx="1">
                  <c:v>1.4</c:v>
                </c:pt>
                <c:pt idx="2">
                  <c:v>2.2999999999999998</c:v>
                </c:pt>
                <c:pt idx="3">
                  <c:v>2.5</c:v>
                </c:pt>
                <c:pt idx="4">
                  <c:v>2.8</c:v>
                </c:pt>
                <c:pt idx="5">
                  <c:v>3.4</c:v>
                </c:pt>
                <c:pt idx="6">
                  <c:v>3.4</c:v>
                </c:pt>
                <c:pt idx="7">
                  <c:v>3.5</c:v>
                </c:pt>
                <c:pt idx="8">
                  <c:v>3.9</c:v>
                </c:pt>
                <c:pt idx="9">
                  <c:v>4.2</c:v>
                </c:pt>
                <c:pt idx="10">
                  <c:v>4.3</c:v>
                </c:pt>
                <c:pt idx="11">
                  <c:v>4.5999999999999996</c:v>
                </c:pt>
              </c:numCache>
            </c:numRef>
          </c:val>
          <c:extLst>
            <c:ext xmlns:c15="http://schemas.microsoft.com/office/drawing/2012/chart" uri="{02D57815-91ED-43cb-92C2-25804820EDAC}">
              <c15:filteredCategoryTitle>
                <c15:cat>
                  <c:multiLvlStrRef>
                    <c:extLst>
                      <c:ext uri="{02D57815-91ED-43cb-92C2-25804820EDAC}">
                        <c15:formulaRef>
                          <c15:sqref>Sheet1!#REF!</c15:sqref>
                        </c15:formulaRef>
                      </c:ext>
                    </c:extLst>
                  </c:multiLvlStrRef>
                </c15:cat>
              </c15:filteredCategoryTitle>
            </c:ext>
            <c:ext xmlns:c16="http://schemas.microsoft.com/office/drawing/2014/chart" uri="{C3380CC4-5D6E-409C-BE32-E72D297353CC}">
              <c16:uniqueId val="{00000000-B387-F14B-8A2B-5EAB06B8B90B}"/>
            </c:ext>
          </c:extLst>
        </c:ser>
        <c:dLbls>
          <c:showLegendKey val="0"/>
          <c:showVal val="0"/>
          <c:showCatName val="0"/>
          <c:showSerName val="0"/>
          <c:showPercent val="0"/>
          <c:showBubbleSize val="0"/>
        </c:dLbls>
        <c:gapWidth val="79"/>
        <c:overlap val="41"/>
        <c:axId val="442871952"/>
        <c:axId val="442876208"/>
      </c:barChart>
      <c:catAx>
        <c:axId val="4428719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442876208"/>
        <c:crosses val="autoZero"/>
        <c:auto val="1"/>
        <c:lblAlgn val="ctr"/>
        <c:lblOffset val="100"/>
        <c:noMultiLvlLbl val="0"/>
      </c:catAx>
      <c:valAx>
        <c:axId val="442876208"/>
        <c:scaling>
          <c:orientation val="minMax"/>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4428719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b="0" i="0">
          <a:solidFill>
            <a:schemeClr val="tx1"/>
          </a:solidFill>
          <a:latin typeface="Alibaba PuHuiTi Medium" pitchFamily="18" charset="-122"/>
          <a:ea typeface="Alibaba PuHuiTi Medium" pitchFamily="18" charset="-122"/>
          <a:cs typeface="Alibaba PuHuiTi Medium" pitchFamily="18" charset="-122"/>
        </a:defRPr>
      </a:pPr>
      <a:endParaRPr lang="zh-CN"/>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Sheet1!$A$1</c:f>
              <c:strCache>
                <c:ptCount val="1"/>
                <c:pt idx="0">
                  <c:v>系列 1</c:v>
                </c:pt>
              </c:strCache>
            </c:strRef>
          </c:tx>
          <c:spPr>
            <a:solidFill>
              <a:srgbClr val="BB3023"/>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A-4040-AC4C-8ED5-D900C6D8DEF7}"/>
              </c:ext>
            </c:extLst>
          </c:dPt>
          <c:dPt>
            <c:idx val="1"/>
            <c:invertIfNegative val="0"/>
            <c:bubble3D val="0"/>
            <c:spPr>
              <a:solidFill>
                <a:srgbClr val="BB3023"/>
              </a:solidFill>
              <a:ln>
                <a:noFill/>
              </a:ln>
              <a:effectLst/>
            </c:spPr>
            <c:extLst>
              <c:ext xmlns:c16="http://schemas.microsoft.com/office/drawing/2014/chart" uri="{C3380CC4-5D6E-409C-BE32-E72D297353CC}">
                <c16:uniqueId val="{00000009-4040-AC4C-8ED5-D900C6D8DEF7}"/>
              </c:ext>
            </c:extLst>
          </c:dPt>
          <c:dPt>
            <c:idx val="2"/>
            <c:invertIfNegative val="0"/>
            <c:bubble3D val="0"/>
            <c:spPr>
              <a:solidFill>
                <a:srgbClr val="BB3023"/>
              </a:solidFill>
              <a:ln>
                <a:noFill/>
              </a:ln>
              <a:effectLst/>
            </c:spPr>
            <c:extLst>
              <c:ext xmlns:c16="http://schemas.microsoft.com/office/drawing/2014/chart" uri="{C3380CC4-5D6E-409C-BE32-E72D297353CC}">
                <c16:uniqueId val="{00000008-4040-AC4C-8ED5-D900C6D8DEF7}"/>
              </c:ext>
            </c:extLst>
          </c:dPt>
          <c:dPt>
            <c:idx val="3"/>
            <c:invertIfNegative val="0"/>
            <c:bubble3D val="0"/>
            <c:spPr>
              <a:solidFill>
                <a:srgbClr val="BB3023"/>
              </a:solidFill>
              <a:ln>
                <a:noFill/>
              </a:ln>
              <a:effectLst/>
            </c:spPr>
            <c:extLst>
              <c:ext xmlns:c16="http://schemas.microsoft.com/office/drawing/2014/chart" uri="{C3380CC4-5D6E-409C-BE32-E72D297353CC}">
                <c16:uniqueId val="{00000007-4040-AC4C-8ED5-D900C6D8DEF7}"/>
              </c:ext>
            </c:extLst>
          </c:dPt>
          <c:dPt>
            <c:idx val="4"/>
            <c:invertIfNegative val="0"/>
            <c:bubble3D val="0"/>
            <c:spPr>
              <a:solidFill>
                <a:srgbClr val="BB3023"/>
              </a:solidFill>
              <a:ln>
                <a:noFill/>
              </a:ln>
              <a:effectLst/>
            </c:spPr>
            <c:extLst>
              <c:ext xmlns:c16="http://schemas.microsoft.com/office/drawing/2014/chart" uri="{C3380CC4-5D6E-409C-BE32-E72D297353CC}">
                <c16:uniqueId val="{00000006-4040-AC4C-8ED5-D900C6D8DEF7}"/>
              </c:ext>
            </c:extLst>
          </c:dPt>
          <c:dPt>
            <c:idx val="5"/>
            <c:invertIfNegative val="0"/>
            <c:bubble3D val="0"/>
            <c:spPr>
              <a:solidFill>
                <a:srgbClr val="BB3023"/>
              </a:solidFill>
              <a:ln>
                <a:noFill/>
              </a:ln>
              <a:effectLst/>
            </c:spPr>
            <c:extLst>
              <c:ext xmlns:c16="http://schemas.microsoft.com/office/drawing/2014/chart" uri="{C3380CC4-5D6E-409C-BE32-E72D297353CC}">
                <c16:uniqueId val="{00000005-4040-AC4C-8ED5-D900C6D8DEF7}"/>
              </c:ext>
            </c:extLst>
          </c:dPt>
          <c:dPt>
            <c:idx val="6"/>
            <c:invertIfNegative val="0"/>
            <c:bubble3D val="0"/>
            <c:spPr>
              <a:solidFill>
                <a:srgbClr val="BB3023"/>
              </a:solidFill>
              <a:ln>
                <a:noFill/>
              </a:ln>
              <a:effectLst/>
            </c:spPr>
            <c:extLst>
              <c:ext xmlns:c16="http://schemas.microsoft.com/office/drawing/2014/chart" uri="{C3380CC4-5D6E-409C-BE32-E72D297353CC}">
                <c16:uniqueId val="{00000004-4040-AC4C-8ED5-D900C6D8DEF7}"/>
              </c:ext>
            </c:extLst>
          </c:dPt>
          <c:dPt>
            <c:idx val="7"/>
            <c:invertIfNegative val="0"/>
            <c:bubble3D val="0"/>
            <c:spPr>
              <a:solidFill>
                <a:srgbClr val="BB3023"/>
              </a:solidFill>
              <a:ln>
                <a:noFill/>
              </a:ln>
              <a:effectLst/>
            </c:spPr>
            <c:extLst>
              <c:ext xmlns:c16="http://schemas.microsoft.com/office/drawing/2014/chart" uri="{C3380CC4-5D6E-409C-BE32-E72D297353CC}">
                <c16:uniqueId val="{00000003-4040-AC4C-8ED5-D900C6D8DEF7}"/>
              </c:ext>
            </c:extLst>
          </c:dPt>
          <c:dPt>
            <c:idx val="8"/>
            <c:invertIfNegative val="0"/>
            <c:bubble3D val="0"/>
            <c:spPr>
              <a:solidFill>
                <a:srgbClr val="BB3023"/>
              </a:solidFill>
              <a:ln>
                <a:noFill/>
              </a:ln>
              <a:effectLst/>
            </c:spPr>
            <c:extLst>
              <c:ext xmlns:c16="http://schemas.microsoft.com/office/drawing/2014/chart" uri="{C3380CC4-5D6E-409C-BE32-E72D297353CC}">
                <c16:uniqueId val="{00000002-4040-AC4C-8ED5-D900C6D8DEF7}"/>
              </c:ext>
            </c:extLst>
          </c:dPt>
          <c:dPt>
            <c:idx val="9"/>
            <c:invertIfNegative val="0"/>
            <c:bubble3D val="0"/>
            <c:spPr>
              <a:solidFill>
                <a:srgbClr val="BB3023"/>
              </a:solidFill>
              <a:ln>
                <a:noFill/>
              </a:ln>
              <a:effectLst/>
            </c:spPr>
            <c:extLst>
              <c:ext xmlns:c16="http://schemas.microsoft.com/office/drawing/2014/chart" uri="{C3380CC4-5D6E-409C-BE32-E72D297353CC}">
                <c16:uniqueId val="{00000001-4040-AC4C-8ED5-D900C6D8DEF7}"/>
              </c:ext>
            </c:extLst>
          </c:dPt>
          <c:dPt>
            <c:idx val="10"/>
            <c:invertIfNegative val="0"/>
            <c:bubble3D val="0"/>
            <c:spPr>
              <a:solidFill>
                <a:srgbClr val="BB3023"/>
              </a:solidFill>
              <a:ln>
                <a:noFill/>
              </a:ln>
              <a:effectLst/>
            </c:spPr>
            <c:extLst>
              <c:ext xmlns:c16="http://schemas.microsoft.com/office/drawing/2014/chart" uri="{C3380CC4-5D6E-409C-BE32-E72D297353CC}">
                <c16:uniqueId val="{00000000-4040-AC4C-8ED5-D900C6D8DEF7}"/>
              </c:ext>
            </c:extLst>
          </c:dPt>
          <c:dPt>
            <c:idx val="11"/>
            <c:invertIfNegative val="0"/>
            <c:bubble3D val="0"/>
            <c:spPr>
              <a:solidFill>
                <a:srgbClr val="BB3023"/>
              </a:solidFill>
              <a:ln>
                <a:noFill/>
              </a:ln>
              <a:effectLst/>
            </c:spPr>
            <c:extLst>
              <c:ext xmlns:c16="http://schemas.microsoft.com/office/drawing/2014/chart" uri="{C3380CC4-5D6E-409C-BE32-E72D297353CC}">
                <c16:uniqueId val="{00000003-B387-F14B-8A2B-5EAB06B8B90B}"/>
              </c:ext>
            </c:extLst>
          </c:dPt>
          <c:val>
            <c:numRef>
              <c:f>Sheet1!$A$2:$A$13</c:f>
              <c:numCache>
                <c:formatCode>General</c:formatCode>
                <c:ptCount val="12"/>
                <c:pt idx="0">
                  <c:v>1.1000000000000001</c:v>
                </c:pt>
                <c:pt idx="1">
                  <c:v>1.4</c:v>
                </c:pt>
                <c:pt idx="2">
                  <c:v>2.2999999999999998</c:v>
                </c:pt>
                <c:pt idx="3">
                  <c:v>2.5</c:v>
                </c:pt>
                <c:pt idx="4">
                  <c:v>2.8</c:v>
                </c:pt>
                <c:pt idx="5">
                  <c:v>3.4</c:v>
                </c:pt>
                <c:pt idx="6">
                  <c:v>3.4</c:v>
                </c:pt>
                <c:pt idx="7">
                  <c:v>3.5</c:v>
                </c:pt>
                <c:pt idx="8">
                  <c:v>3.9</c:v>
                </c:pt>
                <c:pt idx="9">
                  <c:v>4.2</c:v>
                </c:pt>
                <c:pt idx="10">
                  <c:v>4.3</c:v>
                </c:pt>
                <c:pt idx="11">
                  <c:v>4.5999999999999996</c:v>
                </c:pt>
              </c:numCache>
            </c:numRef>
          </c:val>
          <c:extLst>
            <c:ext xmlns:c15="http://schemas.microsoft.com/office/drawing/2012/chart" uri="{02D57815-91ED-43cb-92C2-25804820EDAC}">
              <c15:filteredCategoryTitle>
                <c15:cat>
                  <c:multiLvlStrRef>
                    <c:extLst>
                      <c:ext uri="{02D57815-91ED-43cb-92C2-25804820EDAC}">
                        <c15:formulaRef>
                          <c15:sqref>Sheet1!#REF!</c15:sqref>
                        </c15:formulaRef>
                      </c:ext>
                    </c:extLst>
                  </c:multiLvlStrRef>
                </c15:cat>
              </c15:filteredCategoryTitle>
            </c:ext>
            <c:ext xmlns:c16="http://schemas.microsoft.com/office/drawing/2014/chart" uri="{C3380CC4-5D6E-409C-BE32-E72D297353CC}">
              <c16:uniqueId val="{00000000-B387-F14B-8A2B-5EAB06B8B90B}"/>
            </c:ext>
          </c:extLst>
        </c:ser>
        <c:dLbls>
          <c:showLegendKey val="0"/>
          <c:showVal val="0"/>
          <c:showCatName val="0"/>
          <c:showSerName val="0"/>
          <c:showPercent val="0"/>
          <c:showBubbleSize val="0"/>
        </c:dLbls>
        <c:gapWidth val="79"/>
        <c:overlap val="41"/>
        <c:axId val="442871952"/>
        <c:axId val="442876208"/>
      </c:barChart>
      <c:catAx>
        <c:axId val="4428719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442876208"/>
        <c:crosses val="autoZero"/>
        <c:auto val="1"/>
        <c:lblAlgn val="ctr"/>
        <c:lblOffset val="100"/>
        <c:noMultiLvlLbl val="0"/>
      </c:catAx>
      <c:valAx>
        <c:axId val="442876208"/>
        <c:scaling>
          <c:orientation val="minMax"/>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4428719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b="0" i="0">
          <a:solidFill>
            <a:schemeClr val="tx1"/>
          </a:solidFill>
          <a:latin typeface="Alibaba PuHuiTi Medium" pitchFamily="18" charset="-122"/>
          <a:ea typeface="Alibaba PuHuiTi Medium" pitchFamily="18" charset="-122"/>
          <a:cs typeface="Alibaba PuHuiTi Medium" pitchFamily="18" charset="-122"/>
        </a:defRPr>
      </a:pPr>
      <a:endParaRPr lang="zh-CN"/>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1-F2AE-AA49-88EC-8A37CFD5FDE5}"/>
              </c:ext>
            </c:extLst>
          </c:dPt>
          <c:dPt>
            <c:idx val="1"/>
            <c:invertIfNegative val="0"/>
            <c:bubble3D val="0"/>
            <c:spPr>
              <a:solidFill>
                <a:srgbClr val="BB3023"/>
              </a:solidFill>
              <a:ln>
                <a:noFill/>
              </a:ln>
              <a:effectLst/>
            </c:spPr>
            <c:extLst>
              <c:ext xmlns:c16="http://schemas.microsoft.com/office/drawing/2014/chart" uri="{C3380CC4-5D6E-409C-BE32-E72D297353CC}">
                <c16:uniqueId val="{00000003-F2AE-AA49-88EC-8A37CFD5FDE5}"/>
              </c:ext>
            </c:extLst>
          </c:dPt>
          <c:dPt>
            <c:idx val="2"/>
            <c:invertIfNegative val="0"/>
            <c:bubble3D val="0"/>
            <c:spPr>
              <a:solidFill>
                <a:schemeClr val="bg1">
                  <a:lumMod val="50000"/>
                </a:schemeClr>
              </a:solidFill>
              <a:ln>
                <a:noFill/>
              </a:ln>
              <a:effectLst/>
            </c:spPr>
            <c:extLst>
              <c:ext xmlns:c16="http://schemas.microsoft.com/office/drawing/2014/chart" uri="{C3380CC4-5D6E-409C-BE32-E72D297353CC}">
                <c16:uniqueId val="{00000005-F2AE-AA49-88EC-8A37CFD5FDE5}"/>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F2AE-AA49-88EC-8A37CFD5FDE5}"/>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41D9-F94F-A88E-B60A47ECA752}"/>
              </c:ext>
            </c:extLst>
          </c:dPt>
          <c:dPt>
            <c:idx val="1"/>
            <c:invertIfNegative val="0"/>
            <c:bubble3D val="0"/>
            <c:spPr>
              <a:solidFill>
                <a:srgbClr val="BB3023"/>
              </a:solidFill>
              <a:ln>
                <a:noFill/>
              </a:ln>
              <a:effectLst/>
            </c:spPr>
            <c:extLst>
              <c:ext xmlns:c16="http://schemas.microsoft.com/office/drawing/2014/chart" uri="{C3380CC4-5D6E-409C-BE32-E72D297353CC}">
                <c16:uniqueId val="{00000001-41D9-F94F-A88E-B60A47ECA752}"/>
              </c:ext>
            </c:extLst>
          </c:dPt>
          <c:dPt>
            <c:idx val="2"/>
            <c:invertIfNegative val="0"/>
            <c:bubble3D val="0"/>
            <c:spPr>
              <a:solidFill>
                <a:srgbClr val="BB3023"/>
              </a:solidFill>
              <a:ln>
                <a:noFill/>
              </a:ln>
              <a:effectLst/>
            </c:spPr>
            <c:extLst>
              <c:ext xmlns:c16="http://schemas.microsoft.com/office/drawing/2014/chart" uri="{C3380CC4-5D6E-409C-BE32-E72D297353CC}">
                <c16:uniqueId val="{00000002-41D9-F94F-A88E-B60A47ECA752}"/>
              </c:ext>
            </c:extLst>
          </c:dPt>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0AD7-524C-86BA-5BB28BE123BC}"/>
            </c:ext>
          </c:extLst>
        </c:ser>
        <c:ser>
          <c:idx val="1"/>
          <c:order val="1"/>
          <c:tx>
            <c:strRef>
              <c:f>Sheet1!$C$1</c:f>
              <c:strCache>
                <c:ptCount val="1"/>
                <c:pt idx="0">
                  <c:v>系列 2</c:v>
                </c:pt>
              </c:strCache>
            </c:strRef>
          </c:tx>
          <c:spPr>
            <a:solidFill>
              <a:schemeClr val="bg1">
                <a:lumMod val="75000"/>
              </a:schemeClr>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0AD7-524C-86BA-5BB28BE123BC}"/>
            </c:ext>
          </c:extLst>
        </c:ser>
        <c:dLbls>
          <c:showLegendKey val="0"/>
          <c:showVal val="0"/>
          <c:showCatName val="0"/>
          <c:showSerName val="0"/>
          <c:showPercent val="0"/>
          <c:showBubbleSize val="0"/>
        </c:dLbls>
        <c:gapWidth val="75"/>
        <c:overlap val="-25"/>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2-0AD7-524C-86BA-5BB28BE123BC}"/>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legend>
      <c:legendPos val="b"/>
      <c:layout>
        <c:manualLayout>
          <c:xMode val="edge"/>
          <c:yMode val="edge"/>
          <c:x val="0.12009732608887627"/>
          <c:y val="0.82963569764135137"/>
          <c:w val="0.74799979549436912"/>
          <c:h val="7.4436081519221847E-2"/>
        </c:manualLayout>
      </c:layout>
      <c:overlay val="0"/>
      <c:spPr>
        <a:noFill/>
        <a:ln>
          <a:noFill/>
        </a:ln>
        <a:effectLst/>
      </c:spPr>
      <c:txPr>
        <a:bodyPr rot="0" spcFirstLastPara="1" vertOverflow="ellipsis" vert="horz" wrap="square" anchor="ctr" anchorCtr="1"/>
        <a:lstStyle/>
        <a:p>
          <a:pPr>
            <a:defRPr sz="4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chemeClr val="bg1">
                  <a:lumMod val="75000"/>
                </a:schemeClr>
              </a:solidFill>
              <a:ln w="19050">
                <a:solidFill>
                  <a:schemeClr val="lt1"/>
                </a:solidFill>
              </a:ln>
              <a:effectLst/>
            </c:spPr>
            <c:extLst>
              <c:ext xmlns:c16="http://schemas.microsoft.com/office/drawing/2014/chart" uri="{C3380CC4-5D6E-409C-BE32-E72D297353CC}">
                <c16:uniqueId val="{00000004-754D-D24E-B9A1-88B6EAF01B45}"/>
              </c:ext>
            </c:extLst>
          </c:dPt>
          <c:dPt>
            <c:idx val="1"/>
            <c:bubble3D val="0"/>
            <c:spPr>
              <a:solidFill>
                <a:srgbClr val="1E344D"/>
              </a:solidFill>
              <a:ln w="19050">
                <a:solidFill>
                  <a:schemeClr val="lt1"/>
                </a:solidFill>
              </a:ln>
              <a:effectLst/>
            </c:spPr>
            <c:extLst>
              <c:ext xmlns:c16="http://schemas.microsoft.com/office/drawing/2014/chart" uri="{C3380CC4-5D6E-409C-BE32-E72D297353CC}">
                <c16:uniqueId val="{00000002-754D-D24E-B9A1-88B6EAF01B45}"/>
              </c:ext>
            </c:extLst>
          </c:dPt>
          <c:dPt>
            <c:idx val="2"/>
            <c:bubble3D val="0"/>
            <c:spPr>
              <a:solidFill>
                <a:srgbClr val="C26961"/>
              </a:solidFill>
              <a:ln w="19050">
                <a:solidFill>
                  <a:schemeClr val="lt1"/>
                </a:solidFill>
              </a:ln>
              <a:effectLst/>
            </c:spPr>
            <c:extLst>
              <c:ext xmlns:c16="http://schemas.microsoft.com/office/drawing/2014/chart" uri="{C3380CC4-5D6E-409C-BE32-E72D297353CC}">
                <c16:uniqueId val="{00000005-1F84-A64C-B601-23A1D1B4EC92}"/>
              </c:ext>
            </c:extLst>
          </c:dPt>
          <c:dPt>
            <c:idx val="3"/>
            <c:bubble3D val="0"/>
            <c:spPr>
              <a:solidFill>
                <a:srgbClr val="BB3023"/>
              </a:solidFill>
              <a:ln w="19050">
                <a:solidFill>
                  <a:schemeClr val="lt1"/>
                </a:solidFill>
              </a:ln>
              <a:effectLst/>
            </c:spPr>
            <c:extLst>
              <c:ext xmlns:c16="http://schemas.microsoft.com/office/drawing/2014/chart" uri="{C3380CC4-5D6E-409C-BE32-E72D297353CC}">
                <c16:uniqueId val="{00000001-754D-D24E-B9A1-88B6EAF01B45}"/>
              </c:ext>
            </c:extLst>
          </c:dPt>
          <c:dPt>
            <c:idx val="4"/>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3-754D-D24E-B9A1-88B6EAF01B45}"/>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0-754D-D24E-B9A1-88B6EAF01B45}"/>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1-0C15-DC4A-BFCF-2205DC6521B0}"/>
              </c:ext>
            </c:extLst>
          </c:dPt>
          <c:dPt>
            <c:idx val="1"/>
            <c:invertIfNegative val="0"/>
            <c:bubble3D val="0"/>
            <c:spPr>
              <a:solidFill>
                <a:srgbClr val="BB3023"/>
              </a:solidFill>
              <a:ln>
                <a:noFill/>
              </a:ln>
              <a:effectLst/>
            </c:spPr>
            <c:extLst>
              <c:ext xmlns:c16="http://schemas.microsoft.com/office/drawing/2014/chart" uri="{C3380CC4-5D6E-409C-BE32-E72D297353CC}">
                <c16:uniqueId val="{00000003-0C15-DC4A-BFCF-2205DC6521B0}"/>
              </c:ext>
            </c:extLst>
          </c:dPt>
          <c:dPt>
            <c:idx val="2"/>
            <c:invertIfNegative val="0"/>
            <c:bubble3D val="0"/>
            <c:spPr>
              <a:solidFill>
                <a:schemeClr val="bg1">
                  <a:lumMod val="50000"/>
                </a:schemeClr>
              </a:solidFill>
              <a:ln>
                <a:noFill/>
              </a:ln>
              <a:effectLst/>
            </c:spPr>
            <c:extLst>
              <c:ext xmlns:c16="http://schemas.microsoft.com/office/drawing/2014/chart" uri="{C3380CC4-5D6E-409C-BE32-E72D297353CC}">
                <c16:uniqueId val="{00000005-0C15-DC4A-BFCF-2205DC6521B0}"/>
              </c:ext>
            </c:extLst>
          </c:dPt>
          <c:cat>
            <c:strRef>
              <c:f>Sheet1!$A$2:$A$4</c:f>
              <c:strCache>
                <c:ptCount val="3"/>
                <c:pt idx="0">
                  <c:v>projectA</c:v>
                </c:pt>
                <c:pt idx="1">
                  <c:v>projectB</c:v>
                </c:pt>
                <c:pt idx="2">
                  <c:v>projectC</c:v>
                </c:pt>
              </c:strCache>
            </c:strRef>
          </c:cat>
          <c:val>
            <c:numRef>
              <c:f>Sheet1!$B$2:$B$4</c:f>
              <c:numCache>
                <c:formatCode>General</c:formatCode>
                <c:ptCount val="3"/>
                <c:pt idx="0">
                  <c:v>1</c:v>
                </c:pt>
                <c:pt idx="1">
                  <c:v>4</c:v>
                </c:pt>
                <c:pt idx="2">
                  <c:v>2</c:v>
                </c:pt>
              </c:numCache>
            </c:numRef>
          </c:val>
          <c:extLst>
            <c:ext xmlns:c16="http://schemas.microsoft.com/office/drawing/2014/chart" uri="{C3380CC4-5D6E-409C-BE32-E72D297353CC}">
              <c16:uniqueId val="{00000006-0C15-DC4A-BFCF-2205DC6521B0}"/>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1-575D-C84B-AF7D-45D69169671F}"/>
              </c:ext>
            </c:extLst>
          </c:dPt>
          <c:dPt>
            <c:idx val="1"/>
            <c:invertIfNegative val="0"/>
            <c:bubble3D val="0"/>
            <c:spPr>
              <a:solidFill>
                <a:srgbClr val="BB3023"/>
              </a:solidFill>
              <a:ln>
                <a:noFill/>
              </a:ln>
              <a:effectLst/>
            </c:spPr>
            <c:extLst>
              <c:ext xmlns:c16="http://schemas.microsoft.com/office/drawing/2014/chart" uri="{C3380CC4-5D6E-409C-BE32-E72D297353CC}">
                <c16:uniqueId val="{00000003-575D-C84B-AF7D-45D69169671F}"/>
              </c:ext>
            </c:extLst>
          </c:dPt>
          <c:dPt>
            <c:idx val="2"/>
            <c:invertIfNegative val="0"/>
            <c:bubble3D val="0"/>
            <c:spPr>
              <a:solidFill>
                <a:srgbClr val="BB3023"/>
              </a:solidFill>
              <a:ln>
                <a:noFill/>
              </a:ln>
              <a:effectLst/>
            </c:spPr>
            <c:extLst>
              <c:ext xmlns:c16="http://schemas.microsoft.com/office/drawing/2014/chart" uri="{C3380CC4-5D6E-409C-BE32-E72D297353CC}">
                <c16:uniqueId val="{00000005-575D-C84B-AF7D-45D69169671F}"/>
              </c:ext>
            </c:extLst>
          </c:dPt>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6-575D-C84B-AF7D-45D69169671F}"/>
            </c:ext>
          </c:extLst>
        </c:ser>
        <c:ser>
          <c:idx val="1"/>
          <c:order val="1"/>
          <c:tx>
            <c:strRef>
              <c:f>Sheet1!$C$1</c:f>
              <c:strCache>
                <c:ptCount val="1"/>
                <c:pt idx="0">
                  <c:v>系列 2</c:v>
                </c:pt>
              </c:strCache>
            </c:strRef>
          </c:tx>
          <c:spPr>
            <a:solidFill>
              <a:schemeClr val="bg1">
                <a:lumMod val="75000"/>
              </a:schemeClr>
            </a:solid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7-575D-C84B-AF7D-45D69169671F}"/>
            </c:ext>
          </c:extLst>
        </c:ser>
        <c:dLbls>
          <c:showLegendKey val="0"/>
          <c:showVal val="0"/>
          <c:showCatName val="0"/>
          <c:showSerName val="0"/>
          <c:showPercent val="0"/>
          <c:showBubbleSize val="0"/>
        </c:dLbls>
        <c:gapWidth val="75"/>
        <c:overlap val="-25"/>
        <c:axId val="266387407"/>
        <c:axId val="266389679"/>
      </c:barChart>
      <c:lineChart>
        <c:grouping val="standard"/>
        <c:varyColors val="0"/>
        <c:ser>
          <c:idx val="2"/>
          <c:order val="2"/>
          <c:tx>
            <c:strRef>
              <c:f>Sheet1!$D$1</c:f>
              <c:strCache>
                <c:ptCount val="1"/>
                <c:pt idx="0">
                  <c:v>系列 3</c:v>
                </c:pt>
              </c:strCache>
            </c:strRef>
          </c:tx>
          <c:spPr>
            <a:ln w="34925" cap="rnd">
              <a:solidFill>
                <a:schemeClr val="tx1"/>
              </a:solidFill>
              <a:round/>
            </a:ln>
            <a:effectLst/>
          </c:spPr>
          <c:marker>
            <c:symbol val="none"/>
          </c:marker>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mooth val="0"/>
          <c:extLst>
            <c:ext xmlns:c16="http://schemas.microsoft.com/office/drawing/2014/chart" uri="{C3380CC4-5D6E-409C-BE32-E72D297353CC}">
              <c16:uniqueId val="{00000008-575D-C84B-AF7D-45D69169671F}"/>
            </c:ext>
          </c:extLst>
        </c:ser>
        <c:dLbls>
          <c:showLegendKey val="0"/>
          <c:showVal val="0"/>
          <c:showCatName val="0"/>
          <c:showSerName val="0"/>
          <c:showPercent val="0"/>
          <c:showBubbleSize val="0"/>
        </c:dLbls>
        <c:marker val="1"/>
        <c:smooth val="0"/>
        <c:axId val="266387407"/>
        <c:axId val="266389679"/>
      </c:lineChart>
      <c:catAx>
        <c:axId val="2663874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9679"/>
        <c:crosses val="autoZero"/>
        <c:auto val="1"/>
        <c:lblAlgn val="ctr"/>
        <c:lblOffset val="100"/>
        <c:noMultiLvlLbl val="0"/>
      </c:catAx>
      <c:valAx>
        <c:axId val="2663896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66387407"/>
        <c:crosses val="autoZero"/>
        <c:crossBetween val="between"/>
      </c:valAx>
      <c:spPr>
        <a:noFill/>
        <a:ln>
          <a:noFill/>
        </a:ln>
        <a:effectLst/>
      </c:spPr>
    </c:plotArea>
    <c:legend>
      <c:legendPos val="b"/>
      <c:layout>
        <c:manualLayout>
          <c:xMode val="edge"/>
          <c:yMode val="edge"/>
          <c:x val="0.12009732608887627"/>
          <c:y val="0.82963569764135137"/>
          <c:w val="0.74799979549436912"/>
          <c:h val="7.4436081519221847E-2"/>
        </c:manualLayout>
      </c:layout>
      <c:overlay val="0"/>
      <c:spPr>
        <a:noFill/>
        <a:ln>
          <a:noFill/>
        </a:ln>
        <a:effectLst/>
      </c:spPr>
      <c:txPr>
        <a:bodyPr rot="0" spcFirstLastPara="1" vertOverflow="ellipsis" vert="horz" wrap="square" anchor="ctr" anchorCtr="1"/>
        <a:lstStyle/>
        <a:p>
          <a:pPr>
            <a:defRPr sz="4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pie"/>
        <c:varyColors val="1"/>
        <c:ser>
          <c:idx val="0"/>
          <c:order val="0"/>
          <c:tx>
            <c:strRef>
              <c:f>Sheet1!$B$1</c:f>
              <c:strCache>
                <c:ptCount val="1"/>
                <c:pt idx="0">
                  <c:v>销售额</c:v>
                </c:pt>
              </c:strCache>
            </c:strRef>
          </c:tx>
          <c:dPt>
            <c:idx val="0"/>
            <c:bubble3D val="0"/>
            <c:spPr>
              <a:solidFill>
                <a:schemeClr val="bg1">
                  <a:lumMod val="75000"/>
                </a:schemeClr>
              </a:solidFill>
              <a:ln w="19050">
                <a:solidFill>
                  <a:schemeClr val="lt1"/>
                </a:solidFill>
              </a:ln>
              <a:effectLst/>
            </c:spPr>
            <c:extLst>
              <c:ext xmlns:c16="http://schemas.microsoft.com/office/drawing/2014/chart" uri="{C3380CC4-5D6E-409C-BE32-E72D297353CC}">
                <c16:uniqueId val="{00000001-632E-B941-A3DD-F0DA0DDB123D}"/>
              </c:ext>
            </c:extLst>
          </c:dPt>
          <c:dPt>
            <c:idx val="1"/>
            <c:bubble3D val="0"/>
            <c:spPr>
              <a:solidFill>
                <a:srgbClr val="1E344D"/>
              </a:solidFill>
              <a:ln w="19050">
                <a:solidFill>
                  <a:schemeClr val="lt1"/>
                </a:solidFill>
              </a:ln>
              <a:effectLst/>
            </c:spPr>
            <c:extLst>
              <c:ext xmlns:c16="http://schemas.microsoft.com/office/drawing/2014/chart" uri="{C3380CC4-5D6E-409C-BE32-E72D297353CC}">
                <c16:uniqueId val="{00000003-632E-B941-A3DD-F0DA0DDB123D}"/>
              </c:ext>
            </c:extLst>
          </c:dPt>
          <c:dPt>
            <c:idx val="2"/>
            <c:bubble3D val="0"/>
            <c:spPr>
              <a:solidFill>
                <a:srgbClr val="C26961"/>
              </a:solidFill>
              <a:ln w="19050">
                <a:solidFill>
                  <a:schemeClr val="lt1"/>
                </a:solidFill>
              </a:ln>
              <a:effectLst/>
            </c:spPr>
            <c:extLst>
              <c:ext xmlns:c16="http://schemas.microsoft.com/office/drawing/2014/chart" uri="{C3380CC4-5D6E-409C-BE32-E72D297353CC}">
                <c16:uniqueId val="{00000005-632E-B941-A3DD-F0DA0DDB123D}"/>
              </c:ext>
            </c:extLst>
          </c:dPt>
          <c:dPt>
            <c:idx val="3"/>
            <c:bubble3D val="0"/>
            <c:spPr>
              <a:solidFill>
                <a:srgbClr val="BB3023"/>
              </a:solidFill>
              <a:ln w="19050">
                <a:solidFill>
                  <a:schemeClr val="lt1"/>
                </a:solidFill>
              </a:ln>
              <a:effectLst/>
            </c:spPr>
            <c:extLst>
              <c:ext xmlns:c16="http://schemas.microsoft.com/office/drawing/2014/chart" uri="{C3380CC4-5D6E-409C-BE32-E72D297353CC}">
                <c16:uniqueId val="{00000007-632E-B941-A3DD-F0DA0DDB123D}"/>
              </c:ext>
            </c:extLst>
          </c:dPt>
          <c:dPt>
            <c:idx val="4"/>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9-632E-B941-A3DD-F0DA0DDB123D}"/>
              </c:ext>
            </c:extLst>
          </c:dPt>
          <c:cat>
            <c:strRef>
              <c:f>Sheet1!$A$2:$A$5</c:f>
              <c:strCache>
                <c:ptCount val="4"/>
                <c:pt idx="0">
                  <c:v>第一季度</c:v>
                </c:pt>
                <c:pt idx="1">
                  <c:v>第二季度</c:v>
                </c:pt>
                <c:pt idx="2">
                  <c:v>第三季度</c:v>
                </c:pt>
                <c:pt idx="3">
                  <c:v>第四季度</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A-632E-B941-A3DD-F0DA0DDB123D}"/>
            </c:ext>
          </c:extLst>
        </c:ser>
        <c:dLbls>
          <c:showLegendKey val="0"/>
          <c:showVal val="0"/>
          <c:showCatName val="0"/>
          <c:showSerName val="0"/>
          <c:showPercent val="0"/>
          <c:showBubbleSize val="0"/>
          <c:showLeaderLines val="1"/>
        </c:dLbls>
        <c:gapWidth val="100"/>
        <c:secondPieSize val="75"/>
        <c:serLines>
          <c:spPr>
            <a:ln w="19050" cap="flat" cmpd="sng" algn="ctr">
              <a:solidFill>
                <a:schemeClr val="tx1"/>
              </a:solidFill>
              <a:round/>
            </a:ln>
            <a:effectLst/>
          </c:spPr>
        </c:serLines>
      </c:ofPieChart>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34D7-834E-8CF5-ABE53F8863E9}"/>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8</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4"/>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D7DC-334A-B5FC-F85DDA4D038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-3</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4727-5A48-87E9-87A31FF7410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4</c:v>
                </c:pt>
                <c:pt idx="1">
                  <c:v>3</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9"/>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C1E4-2946-8EAF-1128A2B90D3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-1</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29"/>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7BFB-EF4D-8FC6-22C91F1D46E3}"/>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8</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24"/>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34D7-834E-8CF5-ABE53F8863E9}"/>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8</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4"/>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D7DC-334A-B5FC-F85DDA4D038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-3</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4727-5A48-87E9-87A31FF7410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4</c:v>
                </c:pt>
                <c:pt idx="1">
                  <c:v>3</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9"/>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C1E4-2946-8EAF-1128A2B90D3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-1</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29"/>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7BFB-EF4D-8FC6-22C91F1D46E3}"/>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8</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24"/>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34D7-834E-8CF5-ABE53F8863E9}"/>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8</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4"/>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D7DC-334A-B5FC-F85DDA4D038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-3</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4727-5A48-87E9-87A31FF7410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4</c:v>
                </c:pt>
                <c:pt idx="1">
                  <c:v>3</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19"/>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C1E4-2946-8EAF-1128A2B90D3A}"/>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-1</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29"/>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0-7BFB-EF4D-8FC6-22C91F1D46E3}"/>
              </c:ext>
            </c:extLst>
          </c:dPt>
          <c:dPt>
            <c:idx val="1"/>
            <c:invertIfNegative val="0"/>
            <c:bubble3D val="0"/>
            <c:spPr>
              <a:solidFill>
                <a:srgbClr val="1E344D"/>
              </a:solidFill>
              <a:ln>
                <a:noFill/>
              </a:ln>
              <a:effectLst/>
            </c:spPr>
            <c:extLst>
              <c:ext xmlns:c16="http://schemas.microsoft.com/office/drawing/2014/chart" uri="{C3380CC4-5D6E-409C-BE32-E72D297353CC}">
                <c16:uniqueId val="{00000003-32A7-3843-9D80-C901B9483681}"/>
              </c:ext>
            </c:extLst>
          </c:dPt>
          <c:cat>
            <c:strRef>
              <c:f>Sheet1!$A$2:$A$3</c:f>
              <c:strCache>
                <c:ptCount val="2"/>
                <c:pt idx="0">
                  <c:v>项目-1</c:v>
                </c:pt>
                <c:pt idx="1">
                  <c:v>项目-2</c:v>
                </c:pt>
              </c:strCache>
            </c:strRef>
          </c:cat>
          <c:val>
            <c:numRef>
              <c:f>Sheet1!$B$2:$B$3</c:f>
              <c:numCache>
                <c:formatCode>General</c:formatCode>
                <c:ptCount val="2"/>
                <c:pt idx="0">
                  <c:v>8</c:v>
                </c:pt>
                <c:pt idx="1">
                  <c:v>2</c:v>
                </c:pt>
              </c:numCache>
            </c:numRef>
          </c:val>
          <c:extLst>
            <c:ext xmlns:c16="http://schemas.microsoft.com/office/drawing/2014/chart" uri="{C3380CC4-5D6E-409C-BE32-E72D297353CC}">
              <c16:uniqueId val="{00000000-32A7-3843-9D80-C901B9483681}"/>
            </c:ext>
          </c:extLst>
        </c:ser>
        <c:dLbls>
          <c:showLegendKey val="0"/>
          <c:showVal val="0"/>
          <c:showCatName val="0"/>
          <c:showSerName val="0"/>
          <c:showPercent val="0"/>
          <c:showBubbleSize val="0"/>
        </c:dLbls>
        <c:gapWidth val="24"/>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2222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00329F"/>
            </a:solidFill>
            <a:ln>
              <a:noFill/>
            </a:ln>
            <a:effectLst/>
          </c:spPr>
          <c:invertIfNegative val="0"/>
          <c:dPt>
            <c:idx val="0"/>
            <c:invertIfNegative val="0"/>
            <c:bubble3D val="0"/>
            <c:spPr>
              <a:solidFill>
                <a:srgbClr val="BB3023"/>
              </a:solidFill>
              <a:ln>
                <a:noFill/>
              </a:ln>
              <a:effectLst/>
            </c:spPr>
            <c:extLst>
              <c:ext xmlns:c16="http://schemas.microsoft.com/office/drawing/2014/chart" uri="{C3380CC4-5D6E-409C-BE32-E72D297353CC}">
                <c16:uniqueId val="{00000003-FA1C-A740-8539-0268928ACEEF}"/>
              </c:ext>
            </c:extLst>
          </c:dPt>
          <c:dPt>
            <c:idx val="1"/>
            <c:invertIfNegative val="0"/>
            <c:bubble3D val="0"/>
            <c:spPr>
              <a:solidFill>
                <a:srgbClr val="BB3023"/>
              </a:solidFill>
              <a:ln>
                <a:noFill/>
              </a:ln>
              <a:effectLst/>
            </c:spPr>
            <c:extLst>
              <c:ext xmlns:c16="http://schemas.microsoft.com/office/drawing/2014/chart" uri="{C3380CC4-5D6E-409C-BE32-E72D297353CC}">
                <c16:uniqueId val="{00000001-FA1C-A740-8539-0268928ACEEF}"/>
              </c:ext>
            </c:extLst>
          </c:dPt>
          <c:dPt>
            <c:idx val="2"/>
            <c:invertIfNegative val="0"/>
            <c:bubble3D val="0"/>
            <c:spPr>
              <a:solidFill>
                <a:srgbClr val="BB3023"/>
              </a:solidFill>
              <a:ln>
                <a:noFill/>
              </a:ln>
              <a:effectLst/>
            </c:spPr>
            <c:extLst>
              <c:ext xmlns:c16="http://schemas.microsoft.com/office/drawing/2014/chart" uri="{C3380CC4-5D6E-409C-BE32-E72D297353CC}">
                <c16:uniqueId val="{00000004-FA1C-A740-8539-0268928ACEEF}"/>
              </c:ext>
            </c:extLst>
          </c:dPt>
          <c:dPt>
            <c:idx val="3"/>
            <c:invertIfNegative val="0"/>
            <c:bubble3D val="0"/>
            <c:spPr>
              <a:solidFill>
                <a:srgbClr val="BB3023"/>
              </a:solidFill>
              <a:ln>
                <a:noFill/>
              </a:ln>
              <a:effectLst/>
            </c:spPr>
            <c:extLst>
              <c:ext xmlns:c16="http://schemas.microsoft.com/office/drawing/2014/chart" uri="{C3380CC4-5D6E-409C-BE32-E72D297353CC}">
                <c16:uniqueId val="{00000000-19B2-1949-9CF9-931F8B7E1731}"/>
              </c:ext>
            </c:extLst>
          </c:dPt>
          <c:cat>
            <c:strRef>
              <c:f>Sheet1!$A$2:$A$5</c:f>
              <c:strCache>
                <c:ptCount val="4"/>
                <c:pt idx="0">
                  <c:v>projectA</c:v>
                </c:pt>
                <c:pt idx="1">
                  <c:v>projectB</c:v>
                </c:pt>
                <c:pt idx="2">
                  <c:v>projectC</c:v>
                </c:pt>
                <c:pt idx="3">
                  <c:v>projectD</c:v>
                </c:pt>
              </c:strCache>
            </c:strRef>
          </c:cat>
          <c:val>
            <c:numRef>
              <c:f>Sheet1!$B$2:$B$5</c:f>
              <c:numCache>
                <c:formatCode>General</c:formatCode>
                <c:ptCount val="4"/>
                <c:pt idx="0">
                  <c:v>1</c:v>
                </c:pt>
                <c:pt idx="1">
                  <c:v>3</c:v>
                </c:pt>
                <c:pt idx="2">
                  <c:v>4</c:v>
                </c:pt>
                <c:pt idx="3">
                  <c:v>6</c:v>
                </c:pt>
              </c:numCache>
            </c:numRef>
          </c:val>
          <c:extLst>
            <c:ext xmlns:c16="http://schemas.microsoft.com/office/drawing/2014/chart" uri="{C3380CC4-5D6E-409C-BE32-E72D297353CC}">
              <c16:uniqueId val="{00000002-FA1C-A740-8539-0268928ACEEF}"/>
            </c:ext>
          </c:extLst>
        </c:ser>
        <c:dLbls>
          <c:showLegendKey val="0"/>
          <c:showVal val="0"/>
          <c:showCatName val="0"/>
          <c:showSerName val="0"/>
          <c:showPercent val="0"/>
          <c:showBubbleSize val="0"/>
        </c:dLbls>
        <c:gapWidth val="17"/>
        <c:overlap val="-25"/>
        <c:axId val="889984736"/>
        <c:axId val="889986464"/>
      </c:barChart>
      <c:catAx>
        <c:axId val="889984736"/>
        <c:scaling>
          <c:orientation val="minMax"/>
        </c:scaling>
        <c:delete val="1"/>
        <c:axPos val="b"/>
        <c:numFmt formatCode="General" sourceLinked="1"/>
        <c:majorTickMark val="none"/>
        <c:minorTickMark val="none"/>
        <c:tickLblPos val="nextTo"/>
        <c:crossAx val="889986464"/>
        <c:crosses val="autoZero"/>
        <c:auto val="1"/>
        <c:lblAlgn val="ctr"/>
        <c:lblOffset val="100"/>
        <c:noMultiLvlLbl val="0"/>
      </c:catAx>
      <c:valAx>
        <c:axId val="889986464"/>
        <c:scaling>
          <c:orientation val="minMax"/>
        </c:scaling>
        <c:delete val="0"/>
        <c:axPos val="l"/>
        <c:majorGridlines>
          <c:spPr>
            <a:ln w="12700"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Alibaba PuHuiTi Medium" pitchFamily="18" charset="-122"/>
                <a:ea typeface="Alibaba PuHuiTi Medium" pitchFamily="18" charset="-122"/>
                <a:cs typeface="Alibaba PuHuiTi Medium" pitchFamily="18" charset="-122"/>
              </a:defRPr>
            </a:pPr>
            <a:endParaRPr lang="zh-CN"/>
          </a:p>
        </c:txPr>
        <c:crossAx val="88998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 dir="row">Sheet1!$A$2:$A$4</cx:f>
        <cx:lvl ptCount="3">
          <cx:pt idx="0">projectA</cx:pt>
          <cx:pt idx="1">projectB</cx:pt>
          <cx:pt idx="2">projectC</cx:pt>
        </cx:lvl>
      </cx:strDim>
      <cx:numDim type="val">
        <cx:f dir="row">Sheet1!$B$2:$B$4</cx:f>
        <cx:lvl ptCount="3" formatCode="General">
          <cx:pt idx="0">1</cx:pt>
          <cx:pt idx="1">4</cx:pt>
          <cx:pt idx="2">2</cx:pt>
        </cx:lvl>
      </cx:numDim>
    </cx:data>
  </cx:chartData>
  <cx:chart>
    <cx:plotArea>
      <cx:plotAreaRegion>
        <cx:plotSurface>
          <cx:spPr>
            <a:ln>
              <a:noFill/>
            </a:ln>
          </cx:spPr>
        </cx:plotSurface>
        <cx:series layoutId="waterfall" uniqueId="{6DEE1C71-5F46-3E4F-B6AD-24FA7C25ED8F}">
          <cx:tx>
            <cx:txData>
              <cx:f>Sheet1!$B$1</cx:f>
              <cx:v>系列 1</cx:v>
            </cx:txData>
          </cx:tx>
          <cx:spPr>
            <a:solidFill>
              <a:srgbClr val="1E344D"/>
            </a:solidFill>
            <a:ln w="57150">
              <a:solidFill>
                <a:srgbClr val="1E344D"/>
              </a:solidFill>
            </a:ln>
          </cx:spPr>
          <cx:dataId val="0"/>
          <cx:layoutPr>
            <cx:visibility connectorLines="1"/>
            <cx:subtotals/>
          </cx:layoutPr>
        </cx:series>
      </cx:plotAreaRegion>
      <cx:axis id="0">
        <cx:catScaling gapWidth="2.19000006"/>
        <cx:tickLabels/>
        <cx:txPr>
          <a:bodyPr spcFirstLastPara="1" vertOverflow="ellipsis" horzOverflow="overflow" wrap="square" lIns="0" tIns="0" rIns="0" bIns="0" anchor="ctr" anchorCtr="1"/>
          <a:lstStyle/>
          <a:p>
            <a:pPr algn="ctr" rtl="0">
              <a:defRPr sz="900" b="0" i="0">
                <a:latin typeface="Alibaba PuHuiTi" pitchFamily="18" charset="-122"/>
                <a:ea typeface="Alibaba PuHuiTi" pitchFamily="18" charset="-122"/>
                <a:cs typeface="Alibaba PuHuiTi" pitchFamily="18" charset="-122"/>
              </a:defRPr>
            </a:pPr>
            <a:endParaRPr lang="zh-CN" altLang="en-US" sz="900" b="0" i="0" u="none" strike="noStrike" kern="1200" baseline="0">
              <a:solidFill>
                <a:prstClr val="black">
                  <a:lumMod val="65000"/>
                  <a:lumOff val="35000"/>
                </a:prstClr>
              </a:solidFill>
              <a:latin typeface="Alibaba PuHuiTi" pitchFamily="18" charset="-122"/>
              <a:ea typeface="Alibaba PuHuiTi" pitchFamily="18" charset="-122"/>
              <a:cs typeface="Alibaba PuHuiTi" pitchFamily="18" charset="-122"/>
            </a:endParaRPr>
          </a:p>
        </cx:txPr>
      </cx:axis>
      <cx:axis id="1">
        <cx:valScaling/>
        <cx:majorGridlines>
          <cx:spPr>
            <a:ln>
              <a:solidFill>
                <a:schemeClr val="tx1"/>
              </a:solidFill>
            </a:ln>
          </cx:spPr>
        </cx:majorGridlines>
        <cx:tickLabels/>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 dir="row">Sheet1!$A$2:$A$4</cx:f>
        <cx:lvl ptCount="3">
          <cx:pt idx="0">projectA</cx:pt>
          <cx:pt idx="1">projectB</cx:pt>
          <cx:pt idx="2">projectC</cx:pt>
        </cx:lvl>
      </cx:strDim>
      <cx:numDim type="val">
        <cx:f dir="row">Sheet1!$B$2:$B$4</cx:f>
        <cx:lvl ptCount="3" formatCode="General">
          <cx:pt idx="0">1</cx:pt>
          <cx:pt idx="1">4</cx:pt>
          <cx:pt idx="2">2</cx:pt>
        </cx:lvl>
      </cx:numDim>
    </cx:data>
  </cx:chartData>
  <cx:chart>
    <cx:plotArea>
      <cx:plotAreaRegion>
        <cx:plotSurface>
          <cx:spPr>
            <a:ln>
              <a:noFill/>
            </a:ln>
          </cx:spPr>
        </cx:plotSurface>
        <cx:series layoutId="waterfall" uniqueId="{6DEE1C71-5F46-3E4F-B6AD-24FA7C25ED8F}">
          <cx:tx>
            <cx:txData>
              <cx:f>Sheet1!$B$1</cx:f>
              <cx:v>系列 1</cx:v>
            </cx:txData>
          </cx:tx>
          <cx:spPr>
            <a:solidFill>
              <a:srgbClr val="1E344D"/>
            </a:solidFill>
            <a:ln w="57150">
              <a:solidFill>
                <a:srgbClr val="1E344D"/>
              </a:solidFill>
            </a:ln>
          </cx:spPr>
          <cx:dataId val="0"/>
          <cx:layoutPr>
            <cx:visibility connectorLines="1"/>
            <cx:subtotals/>
          </cx:layoutPr>
        </cx:series>
      </cx:plotAreaRegion>
      <cx:axis id="0">
        <cx:catScaling gapWidth="2.19000006"/>
        <cx:tickLabels/>
        <cx:txPr>
          <a:bodyPr spcFirstLastPara="1" vertOverflow="ellipsis" horzOverflow="overflow" wrap="square" lIns="0" tIns="0" rIns="0" bIns="0" anchor="ctr" anchorCtr="1"/>
          <a:lstStyle/>
          <a:p>
            <a:pPr algn="ctr" rtl="0">
              <a:defRPr sz="900" b="0" i="0">
                <a:latin typeface="Alibaba PuHuiTi" pitchFamily="18" charset="-122"/>
                <a:ea typeface="Alibaba PuHuiTi" pitchFamily="18" charset="-122"/>
                <a:cs typeface="Alibaba PuHuiTi" pitchFamily="18" charset="-122"/>
              </a:defRPr>
            </a:pPr>
            <a:endParaRPr lang="zh-CN" altLang="en-US" sz="900" b="0" i="0" u="none" strike="noStrike" kern="1200" baseline="0">
              <a:solidFill>
                <a:prstClr val="black">
                  <a:lumMod val="65000"/>
                  <a:lumOff val="35000"/>
                </a:prstClr>
              </a:solidFill>
              <a:latin typeface="Alibaba PuHuiTi" pitchFamily="18" charset="-122"/>
              <a:ea typeface="Alibaba PuHuiTi" pitchFamily="18" charset="-122"/>
              <a:cs typeface="Alibaba PuHuiTi" pitchFamily="18" charset="-122"/>
            </a:endParaRPr>
          </a:p>
        </cx:txPr>
      </cx:axis>
      <cx:axis id="1">
        <cx:valScaling/>
        <cx:majorGridlines>
          <cx:spPr>
            <a:ln>
              <a:solidFill>
                <a:schemeClr val="tx1"/>
              </a:solidFill>
            </a:ln>
          </cx:spPr>
        </cx:majorGridlines>
        <cx:tickLabels/>
      </cx:axis>
    </cx:plotArea>
  </cx:chart>
</cx:chartSpace>
</file>

<file path=ppt/charts/chartEx3.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 dir="row">Sheet1!$A$2:$A$4</cx:f>
        <cx:lvl ptCount="3">
          <cx:pt idx="0">projectA</cx:pt>
          <cx:pt idx="1">projectB</cx:pt>
          <cx:pt idx="2">projectC</cx:pt>
        </cx:lvl>
      </cx:strDim>
      <cx:numDim type="val">
        <cx:f dir="row">Sheet1!$B$2:$B$4</cx:f>
        <cx:lvl ptCount="3" formatCode="General">
          <cx:pt idx="0">1</cx:pt>
          <cx:pt idx="1">4</cx:pt>
          <cx:pt idx="2">2</cx:pt>
        </cx:lvl>
      </cx:numDim>
    </cx:data>
  </cx:chartData>
  <cx:chart>
    <cx:plotArea>
      <cx:plotAreaRegion>
        <cx:plotSurface>
          <cx:spPr>
            <a:ln>
              <a:noFill/>
            </a:ln>
          </cx:spPr>
        </cx:plotSurface>
        <cx:series layoutId="waterfall" uniqueId="{6DEE1C71-5F46-3E4F-B6AD-24FA7C25ED8F}">
          <cx:tx>
            <cx:txData>
              <cx:f>Sheet1!$B$1</cx:f>
              <cx:v>系列 1</cx:v>
            </cx:txData>
          </cx:tx>
          <cx:spPr>
            <a:solidFill>
              <a:srgbClr val="BB3023"/>
            </a:solidFill>
            <a:ln w="57150">
              <a:solidFill>
                <a:srgbClr val="BB3023"/>
              </a:solidFill>
            </a:ln>
          </cx:spPr>
          <cx:dataId val="0"/>
          <cx:layoutPr>
            <cx:visibility connectorLines="1"/>
            <cx:subtotals/>
          </cx:layoutPr>
        </cx:series>
      </cx:plotAreaRegion>
      <cx:axis id="0">
        <cx:catScaling gapWidth="2.19000006"/>
        <cx:tickLabels/>
        <cx:txPr>
          <a:bodyPr spcFirstLastPara="1" vertOverflow="ellipsis" horzOverflow="overflow" wrap="square" lIns="0" tIns="0" rIns="0" bIns="0" anchor="ctr" anchorCtr="1"/>
          <a:lstStyle/>
          <a:p>
            <a:pPr algn="ctr" rtl="0">
              <a:defRPr sz="900" b="0" i="0">
                <a:latin typeface="Alibaba PuHuiTi" pitchFamily="18" charset="-122"/>
                <a:ea typeface="Alibaba PuHuiTi" pitchFamily="18" charset="-122"/>
                <a:cs typeface="Alibaba PuHuiTi" pitchFamily="18" charset="-122"/>
              </a:defRPr>
            </a:pPr>
            <a:endParaRPr lang="zh-CN" altLang="en-US" sz="900" b="0" i="0" u="none" strike="noStrike" kern="1200" baseline="0">
              <a:solidFill>
                <a:prstClr val="black">
                  <a:lumMod val="65000"/>
                  <a:lumOff val="35000"/>
                </a:prstClr>
              </a:solidFill>
              <a:latin typeface="Alibaba PuHuiTi" pitchFamily="18" charset="-122"/>
              <a:ea typeface="Alibaba PuHuiTi" pitchFamily="18" charset="-122"/>
              <a:cs typeface="Alibaba PuHuiTi" pitchFamily="18" charset="-122"/>
            </a:endParaRPr>
          </a:p>
        </cx:txPr>
      </cx:axis>
      <cx:axis id="1">
        <cx:valScaling/>
        <cx:majorGridlines>
          <cx:spPr>
            <a:ln>
              <a:solidFill>
                <a:schemeClr val="tx1"/>
              </a:solidFill>
            </a:ln>
          </cx:spPr>
        </cx:majorGridlines>
        <cx:tickLabels/>
      </cx:axis>
    </cx:plotArea>
  </cx:chart>
</cx:chartSpace>
</file>

<file path=ppt/charts/chartEx4.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 dir="row">Sheet1!$A$2:$A$4</cx:f>
        <cx:lvl ptCount="3">
          <cx:pt idx="0">projectA</cx:pt>
          <cx:pt idx="1">projectB</cx:pt>
          <cx:pt idx="2">projectC</cx:pt>
        </cx:lvl>
      </cx:strDim>
      <cx:numDim type="val">
        <cx:f dir="row">Sheet1!$B$2:$B$4</cx:f>
        <cx:lvl ptCount="3" formatCode="General">
          <cx:pt idx="0">1</cx:pt>
          <cx:pt idx="1">4</cx:pt>
          <cx:pt idx="2">2</cx:pt>
        </cx:lvl>
      </cx:numDim>
    </cx:data>
  </cx:chartData>
  <cx:chart>
    <cx:plotArea>
      <cx:plotAreaRegion>
        <cx:plotSurface>
          <cx:spPr>
            <a:ln>
              <a:noFill/>
            </a:ln>
          </cx:spPr>
        </cx:plotSurface>
        <cx:series layoutId="waterfall" uniqueId="{6DEE1C71-5F46-3E4F-B6AD-24FA7C25ED8F}">
          <cx:tx>
            <cx:txData>
              <cx:f>Sheet1!$B$1</cx:f>
              <cx:v>系列 1</cx:v>
            </cx:txData>
          </cx:tx>
          <cx:spPr>
            <a:solidFill>
              <a:srgbClr val="BB3023"/>
            </a:solidFill>
            <a:ln w="57150">
              <a:solidFill>
                <a:srgbClr val="BB3023"/>
              </a:solidFill>
            </a:ln>
          </cx:spPr>
          <cx:dataId val="0"/>
          <cx:layoutPr>
            <cx:visibility connectorLines="1"/>
            <cx:subtotals/>
          </cx:layoutPr>
        </cx:series>
      </cx:plotAreaRegion>
      <cx:axis id="0">
        <cx:catScaling gapWidth="2.19000006"/>
        <cx:tickLabels/>
        <cx:txPr>
          <a:bodyPr spcFirstLastPara="1" vertOverflow="ellipsis" horzOverflow="overflow" wrap="square" lIns="0" tIns="0" rIns="0" bIns="0" anchor="ctr" anchorCtr="1"/>
          <a:lstStyle/>
          <a:p>
            <a:pPr algn="ctr" rtl="0">
              <a:defRPr sz="900" b="0" i="0">
                <a:latin typeface="Alibaba PuHuiTi" pitchFamily="18" charset="-122"/>
                <a:ea typeface="Alibaba PuHuiTi" pitchFamily="18" charset="-122"/>
                <a:cs typeface="Alibaba PuHuiTi" pitchFamily="18" charset="-122"/>
              </a:defRPr>
            </a:pPr>
            <a:endParaRPr lang="zh-CN" altLang="en-US" sz="900" b="0" i="0" u="none" strike="noStrike" kern="1200" baseline="0">
              <a:solidFill>
                <a:prstClr val="black">
                  <a:lumMod val="65000"/>
                  <a:lumOff val="35000"/>
                </a:prstClr>
              </a:solidFill>
              <a:latin typeface="Alibaba PuHuiTi" pitchFamily="18" charset="-122"/>
              <a:ea typeface="Alibaba PuHuiTi" pitchFamily="18" charset="-122"/>
              <a:cs typeface="Alibaba PuHuiTi" pitchFamily="18" charset="-122"/>
            </a:endParaRPr>
          </a:p>
        </cx:txPr>
      </cx:axis>
      <cx:axis id="1">
        <cx:valScaling/>
        <cx:majorGridlines>
          <cx:spPr>
            <a:ln>
              <a:solidFill>
                <a:schemeClr val="tx1"/>
              </a:solidFill>
            </a:ln>
          </cx:spPr>
        </cx:majorGridlines>
        <cx:tickLabels/>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33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50000"/>
            <a:lumOff val="50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915" b="0" kern="1200" spc="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kumimoji="1"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70F17AE-BB4D-9941-834E-6610F9C5060A}" type="datetimeFigureOut">
              <a:rPr kumimoji="1" lang="zh-CN" altLang="en-US" smtClean="0"/>
              <a:t>2023/9/14</a:t>
            </a:fld>
            <a:endParaRPr kumimoji="1"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kumimoji="1"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961BE85-E618-354F-B308-EE8A38917682}" type="slidenum">
              <a:rPr kumimoji="1" lang="zh-CN" altLang="en-US" smtClean="0"/>
              <a:t>‹#›</a:t>
            </a:fld>
            <a:endParaRPr kumimoji="1" lang="zh-CN" altLang="en-US"/>
          </a:p>
        </p:txBody>
      </p:sp>
    </p:spTree>
    <p:extLst>
      <p:ext uri="{BB962C8B-B14F-4D97-AF65-F5344CB8AC3E}">
        <p14:creationId xmlns:p14="http://schemas.microsoft.com/office/powerpoint/2010/main" val="26553448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a:t>
            </a:fld>
            <a:endParaRPr kumimoji="1" lang="zh-CN" altLang="en-US"/>
          </a:p>
        </p:txBody>
      </p:sp>
    </p:spTree>
    <p:extLst>
      <p:ext uri="{BB962C8B-B14F-4D97-AF65-F5344CB8AC3E}">
        <p14:creationId xmlns:p14="http://schemas.microsoft.com/office/powerpoint/2010/main" val="141327662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a:t>
            </a:fld>
            <a:endParaRPr kumimoji="1" lang="zh-CN" altLang="en-US"/>
          </a:p>
        </p:txBody>
      </p:sp>
    </p:spTree>
    <p:extLst>
      <p:ext uri="{BB962C8B-B14F-4D97-AF65-F5344CB8AC3E}">
        <p14:creationId xmlns:p14="http://schemas.microsoft.com/office/powerpoint/2010/main" val="365595008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a:t>
            </a:fld>
            <a:endParaRPr kumimoji="1" lang="zh-CN" altLang="en-US"/>
          </a:p>
        </p:txBody>
      </p:sp>
    </p:spTree>
    <p:extLst>
      <p:ext uri="{BB962C8B-B14F-4D97-AF65-F5344CB8AC3E}">
        <p14:creationId xmlns:p14="http://schemas.microsoft.com/office/powerpoint/2010/main" val="108409997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a:t>
            </a:fld>
            <a:endParaRPr kumimoji="1" lang="zh-CN" altLang="en-US"/>
          </a:p>
        </p:txBody>
      </p:sp>
    </p:spTree>
    <p:extLst>
      <p:ext uri="{BB962C8B-B14F-4D97-AF65-F5344CB8AC3E}">
        <p14:creationId xmlns:p14="http://schemas.microsoft.com/office/powerpoint/2010/main" val="20412688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a:t>
            </a:fld>
            <a:endParaRPr kumimoji="1" lang="zh-CN" altLang="en-US"/>
          </a:p>
        </p:txBody>
      </p:sp>
    </p:spTree>
    <p:extLst>
      <p:ext uri="{BB962C8B-B14F-4D97-AF65-F5344CB8AC3E}">
        <p14:creationId xmlns:p14="http://schemas.microsoft.com/office/powerpoint/2010/main" val="337835916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a:t>
            </a:fld>
            <a:endParaRPr kumimoji="1" lang="zh-CN" altLang="en-US"/>
          </a:p>
        </p:txBody>
      </p:sp>
    </p:spTree>
    <p:extLst>
      <p:ext uri="{BB962C8B-B14F-4D97-AF65-F5344CB8AC3E}">
        <p14:creationId xmlns:p14="http://schemas.microsoft.com/office/powerpoint/2010/main" val="31346597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a:t>
            </a:fld>
            <a:endParaRPr kumimoji="1" lang="zh-CN" altLang="en-US"/>
          </a:p>
        </p:txBody>
      </p:sp>
    </p:spTree>
    <p:extLst>
      <p:ext uri="{BB962C8B-B14F-4D97-AF65-F5344CB8AC3E}">
        <p14:creationId xmlns:p14="http://schemas.microsoft.com/office/powerpoint/2010/main" val="12974893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a:t>
            </a:fld>
            <a:endParaRPr kumimoji="1" lang="zh-CN" altLang="en-US"/>
          </a:p>
        </p:txBody>
      </p:sp>
    </p:spTree>
    <p:extLst>
      <p:ext uri="{BB962C8B-B14F-4D97-AF65-F5344CB8AC3E}">
        <p14:creationId xmlns:p14="http://schemas.microsoft.com/office/powerpoint/2010/main" val="365595008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9</a:t>
            </a:fld>
            <a:endParaRPr kumimoji="1" lang="zh-CN" altLang="en-US"/>
          </a:p>
        </p:txBody>
      </p:sp>
    </p:spTree>
    <p:extLst>
      <p:ext uri="{BB962C8B-B14F-4D97-AF65-F5344CB8AC3E}">
        <p14:creationId xmlns:p14="http://schemas.microsoft.com/office/powerpoint/2010/main" val="31394992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a:t>
            </a:fld>
            <a:endParaRPr kumimoji="1" lang="zh-CN" altLang="en-US"/>
          </a:p>
        </p:txBody>
      </p:sp>
    </p:spTree>
    <p:extLst>
      <p:ext uri="{BB962C8B-B14F-4D97-AF65-F5344CB8AC3E}">
        <p14:creationId xmlns:p14="http://schemas.microsoft.com/office/powerpoint/2010/main" val="43657475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11</a:t>
            </a:fld>
            <a:endParaRPr kumimoji="1" lang="zh-CN" altLang="en-US"/>
          </a:p>
        </p:txBody>
      </p:sp>
    </p:spTree>
    <p:extLst>
      <p:ext uri="{BB962C8B-B14F-4D97-AF65-F5344CB8AC3E}">
        <p14:creationId xmlns:p14="http://schemas.microsoft.com/office/powerpoint/2010/main" val="341050494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12</a:t>
            </a:fld>
            <a:endParaRPr kumimoji="1" lang="zh-CN" altLang="en-US"/>
          </a:p>
        </p:txBody>
      </p:sp>
    </p:spTree>
    <p:extLst>
      <p:ext uri="{BB962C8B-B14F-4D97-AF65-F5344CB8AC3E}">
        <p14:creationId xmlns:p14="http://schemas.microsoft.com/office/powerpoint/2010/main" val="120338088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13</a:t>
            </a:fld>
            <a:endParaRPr kumimoji="1" lang="zh-CN" altLang="en-US"/>
          </a:p>
        </p:txBody>
      </p:sp>
    </p:spTree>
    <p:extLst>
      <p:ext uri="{BB962C8B-B14F-4D97-AF65-F5344CB8AC3E}">
        <p14:creationId xmlns:p14="http://schemas.microsoft.com/office/powerpoint/2010/main" val="40842048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14</a:t>
            </a:fld>
            <a:endParaRPr kumimoji="1" lang="zh-CN" altLang="en-US"/>
          </a:p>
        </p:txBody>
      </p:sp>
    </p:spTree>
    <p:extLst>
      <p:ext uri="{BB962C8B-B14F-4D97-AF65-F5344CB8AC3E}">
        <p14:creationId xmlns:p14="http://schemas.microsoft.com/office/powerpoint/2010/main" val="201066704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15</a:t>
            </a:fld>
            <a:endParaRPr kumimoji="1" lang="zh-CN" altLang="en-US"/>
          </a:p>
        </p:txBody>
      </p:sp>
    </p:spTree>
    <p:extLst>
      <p:ext uri="{BB962C8B-B14F-4D97-AF65-F5344CB8AC3E}">
        <p14:creationId xmlns:p14="http://schemas.microsoft.com/office/powerpoint/2010/main" val="36875395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16</a:t>
            </a:fld>
            <a:endParaRPr kumimoji="1" lang="zh-CN" altLang="en-US"/>
          </a:p>
        </p:txBody>
      </p:sp>
    </p:spTree>
    <p:extLst>
      <p:ext uri="{BB962C8B-B14F-4D97-AF65-F5344CB8AC3E}">
        <p14:creationId xmlns:p14="http://schemas.microsoft.com/office/powerpoint/2010/main" val="368579835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17</a:t>
            </a:fld>
            <a:endParaRPr kumimoji="1" lang="zh-CN" altLang="en-US"/>
          </a:p>
        </p:txBody>
      </p:sp>
    </p:spTree>
    <p:extLst>
      <p:ext uri="{BB962C8B-B14F-4D97-AF65-F5344CB8AC3E}">
        <p14:creationId xmlns:p14="http://schemas.microsoft.com/office/powerpoint/2010/main" val="35112808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18</a:t>
            </a:fld>
            <a:endParaRPr kumimoji="1" lang="zh-CN" altLang="en-US"/>
          </a:p>
        </p:txBody>
      </p:sp>
    </p:spTree>
    <p:extLst>
      <p:ext uri="{BB962C8B-B14F-4D97-AF65-F5344CB8AC3E}">
        <p14:creationId xmlns:p14="http://schemas.microsoft.com/office/powerpoint/2010/main" val="23013757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19</a:t>
            </a:fld>
            <a:endParaRPr kumimoji="1" lang="zh-CN" altLang="en-US"/>
          </a:p>
        </p:txBody>
      </p:sp>
    </p:spTree>
    <p:extLst>
      <p:ext uri="{BB962C8B-B14F-4D97-AF65-F5344CB8AC3E}">
        <p14:creationId xmlns:p14="http://schemas.microsoft.com/office/powerpoint/2010/main" val="341759103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20</a:t>
            </a:fld>
            <a:endParaRPr kumimoji="1" lang="zh-CN" altLang="en-US"/>
          </a:p>
        </p:txBody>
      </p:sp>
    </p:spTree>
    <p:extLst>
      <p:ext uri="{BB962C8B-B14F-4D97-AF65-F5344CB8AC3E}">
        <p14:creationId xmlns:p14="http://schemas.microsoft.com/office/powerpoint/2010/main" val="16918811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21</a:t>
            </a:fld>
            <a:endParaRPr kumimoji="1" lang="zh-CN" altLang="en-US"/>
          </a:p>
        </p:txBody>
      </p:sp>
    </p:spTree>
    <p:extLst>
      <p:ext uri="{BB962C8B-B14F-4D97-AF65-F5344CB8AC3E}">
        <p14:creationId xmlns:p14="http://schemas.microsoft.com/office/powerpoint/2010/main" val="20624613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25</a:t>
            </a:fld>
            <a:endParaRPr kumimoji="1" lang="zh-CN" altLang="en-US"/>
          </a:p>
        </p:txBody>
      </p:sp>
    </p:spTree>
    <p:extLst>
      <p:ext uri="{BB962C8B-B14F-4D97-AF65-F5344CB8AC3E}">
        <p14:creationId xmlns:p14="http://schemas.microsoft.com/office/powerpoint/2010/main" val="31591231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26</a:t>
            </a:fld>
            <a:endParaRPr kumimoji="1" lang="zh-CN" altLang="en-US"/>
          </a:p>
        </p:txBody>
      </p:sp>
    </p:spTree>
    <p:extLst>
      <p:ext uri="{BB962C8B-B14F-4D97-AF65-F5344CB8AC3E}">
        <p14:creationId xmlns:p14="http://schemas.microsoft.com/office/powerpoint/2010/main" val="306602092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27</a:t>
            </a:fld>
            <a:endParaRPr kumimoji="1" lang="zh-CN" altLang="en-US"/>
          </a:p>
        </p:txBody>
      </p:sp>
    </p:spTree>
    <p:extLst>
      <p:ext uri="{BB962C8B-B14F-4D97-AF65-F5344CB8AC3E}">
        <p14:creationId xmlns:p14="http://schemas.microsoft.com/office/powerpoint/2010/main" val="247795576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28</a:t>
            </a:fld>
            <a:endParaRPr kumimoji="1" lang="zh-CN" altLang="en-US"/>
          </a:p>
        </p:txBody>
      </p:sp>
    </p:spTree>
    <p:extLst>
      <p:ext uri="{BB962C8B-B14F-4D97-AF65-F5344CB8AC3E}">
        <p14:creationId xmlns:p14="http://schemas.microsoft.com/office/powerpoint/2010/main" val="52470691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29</a:t>
            </a:fld>
            <a:endParaRPr kumimoji="1" lang="zh-CN" altLang="en-US"/>
          </a:p>
        </p:txBody>
      </p:sp>
    </p:spTree>
    <p:extLst>
      <p:ext uri="{BB962C8B-B14F-4D97-AF65-F5344CB8AC3E}">
        <p14:creationId xmlns:p14="http://schemas.microsoft.com/office/powerpoint/2010/main" val="218482005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30</a:t>
            </a:fld>
            <a:endParaRPr kumimoji="1" lang="zh-CN" altLang="en-US"/>
          </a:p>
        </p:txBody>
      </p:sp>
    </p:spTree>
    <p:extLst>
      <p:ext uri="{BB962C8B-B14F-4D97-AF65-F5344CB8AC3E}">
        <p14:creationId xmlns:p14="http://schemas.microsoft.com/office/powerpoint/2010/main" val="81486044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31</a:t>
            </a:fld>
            <a:endParaRPr kumimoji="1" lang="zh-CN" altLang="en-US"/>
          </a:p>
        </p:txBody>
      </p:sp>
    </p:spTree>
    <p:extLst>
      <p:ext uri="{BB962C8B-B14F-4D97-AF65-F5344CB8AC3E}">
        <p14:creationId xmlns:p14="http://schemas.microsoft.com/office/powerpoint/2010/main" val="27067342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32</a:t>
            </a:fld>
            <a:endParaRPr kumimoji="1" lang="zh-CN" altLang="en-US"/>
          </a:p>
        </p:txBody>
      </p:sp>
    </p:spTree>
    <p:extLst>
      <p:ext uri="{BB962C8B-B14F-4D97-AF65-F5344CB8AC3E}">
        <p14:creationId xmlns:p14="http://schemas.microsoft.com/office/powerpoint/2010/main" val="408420485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33</a:t>
            </a:fld>
            <a:endParaRPr kumimoji="1" lang="zh-CN" altLang="en-US"/>
          </a:p>
        </p:txBody>
      </p:sp>
    </p:spTree>
    <p:extLst>
      <p:ext uri="{BB962C8B-B14F-4D97-AF65-F5344CB8AC3E}">
        <p14:creationId xmlns:p14="http://schemas.microsoft.com/office/powerpoint/2010/main" val="50352339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34</a:t>
            </a:fld>
            <a:endParaRPr kumimoji="1" lang="zh-CN" altLang="en-US"/>
          </a:p>
        </p:txBody>
      </p:sp>
    </p:spTree>
    <p:extLst>
      <p:ext uri="{BB962C8B-B14F-4D97-AF65-F5344CB8AC3E}">
        <p14:creationId xmlns:p14="http://schemas.microsoft.com/office/powerpoint/2010/main" val="188919539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35</a:t>
            </a:fld>
            <a:endParaRPr kumimoji="1" lang="zh-CN" altLang="en-US"/>
          </a:p>
        </p:txBody>
      </p:sp>
    </p:spTree>
    <p:extLst>
      <p:ext uri="{BB962C8B-B14F-4D97-AF65-F5344CB8AC3E}">
        <p14:creationId xmlns:p14="http://schemas.microsoft.com/office/powerpoint/2010/main" val="287590913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36</a:t>
            </a:fld>
            <a:endParaRPr kumimoji="1" lang="zh-CN" altLang="en-US"/>
          </a:p>
        </p:txBody>
      </p:sp>
    </p:spTree>
    <p:extLst>
      <p:ext uri="{BB962C8B-B14F-4D97-AF65-F5344CB8AC3E}">
        <p14:creationId xmlns:p14="http://schemas.microsoft.com/office/powerpoint/2010/main" val="96026096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37</a:t>
            </a:fld>
            <a:endParaRPr kumimoji="1" lang="zh-CN" altLang="en-US"/>
          </a:p>
        </p:txBody>
      </p:sp>
    </p:spTree>
    <p:extLst>
      <p:ext uri="{BB962C8B-B14F-4D97-AF65-F5344CB8AC3E}">
        <p14:creationId xmlns:p14="http://schemas.microsoft.com/office/powerpoint/2010/main" val="339029654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38</a:t>
            </a:fld>
            <a:endParaRPr kumimoji="1" lang="zh-CN" altLang="en-US"/>
          </a:p>
        </p:txBody>
      </p:sp>
    </p:spTree>
    <p:extLst>
      <p:ext uri="{BB962C8B-B14F-4D97-AF65-F5344CB8AC3E}">
        <p14:creationId xmlns:p14="http://schemas.microsoft.com/office/powerpoint/2010/main" val="40842048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39</a:t>
            </a:fld>
            <a:endParaRPr kumimoji="1" lang="zh-CN" altLang="en-US"/>
          </a:p>
        </p:txBody>
      </p:sp>
    </p:spTree>
    <p:extLst>
      <p:ext uri="{BB962C8B-B14F-4D97-AF65-F5344CB8AC3E}">
        <p14:creationId xmlns:p14="http://schemas.microsoft.com/office/powerpoint/2010/main" val="190244054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40</a:t>
            </a:fld>
            <a:endParaRPr kumimoji="1" lang="zh-CN" altLang="en-US"/>
          </a:p>
        </p:txBody>
      </p:sp>
    </p:spTree>
    <p:extLst>
      <p:ext uri="{BB962C8B-B14F-4D97-AF65-F5344CB8AC3E}">
        <p14:creationId xmlns:p14="http://schemas.microsoft.com/office/powerpoint/2010/main" val="337378566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41</a:t>
            </a:fld>
            <a:endParaRPr kumimoji="1" lang="zh-CN" altLang="en-US"/>
          </a:p>
        </p:txBody>
      </p:sp>
    </p:spTree>
    <p:extLst>
      <p:ext uri="{BB962C8B-B14F-4D97-AF65-F5344CB8AC3E}">
        <p14:creationId xmlns:p14="http://schemas.microsoft.com/office/powerpoint/2010/main" val="110949388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42</a:t>
            </a:fld>
            <a:endParaRPr kumimoji="1" lang="zh-CN" altLang="en-US"/>
          </a:p>
        </p:txBody>
      </p:sp>
    </p:spTree>
    <p:extLst>
      <p:ext uri="{BB962C8B-B14F-4D97-AF65-F5344CB8AC3E}">
        <p14:creationId xmlns:p14="http://schemas.microsoft.com/office/powerpoint/2010/main" val="382448258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43</a:t>
            </a:fld>
            <a:endParaRPr kumimoji="1" lang="zh-CN" altLang="en-US"/>
          </a:p>
        </p:txBody>
      </p:sp>
    </p:spTree>
    <p:extLst>
      <p:ext uri="{BB962C8B-B14F-4D97-AF65-F5344CB8AC3E}">
        <p14:creationId xmlns:p14="http://schemas.microsoft.com/office/powerpoint/2010/main" val="164978669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44</a:t>
            </a:fld>
            <a:endParaRPr kumimoji="1" lang="zh-CN" altLang="en-US"/>
          </a:p>
        </p:txBody>
      </p:sp>
    </p:spTree>
    <p:extLst>
      <p:ext uri="{BB962C8B-B14F-4D97-AF65-F5344CB8AC3E}">
        <p14:creationId xmlns:p14="http://schemas.microsoft.com/office/powerpoint/2010/main" val="316036971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45</a:t>
            </a:fld>
            <a:endParaRPr kumimoji="1" lang="zh-CN" altLang="en-US"/>
          </a:p>
        </p:txBody>
      </p:sp>
    </p:spTree>
    <p:extLst>
      <p:ext uri="{BB962C8B-B14F-4D97-AF65-F5344CB8AC3E}">
        <p14:creationId xmlns:p14="http://schemas.microsoft.com/office/powerpoint/2010/main" val="56789272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46</a:t>
            </a:fld>
            <a:endParaRPr kumimoji="1" lang="zh-CN" altLang="en-US"/>
          </a:p>
        </p:txBody>
      </p:sp>
    </p:spTree>
    <p:extLst>
      <p:ext uri="{BB962C8B-B14F-4D97-AF65-F5344CB8AC3E}">
        <p14:creationId xmlns:p14="http://schemas.microsoft.com/office/powerpoint/2010/main" val="65440819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47</a:t>
            </a:fld>
            <a:endParaRPr kumimoji="1" lang="zh-CN" altLang="en-US"/>
          </a:p>
        </p:txBody>
      </p:sp>
    </p:spTree>
    <p:extLst>
      <p:ext uri="{BB962C8B-B14F-4D97-AF65-F5344CB8AC3E}">
        <p14:creationId xmlns:p14="http://schemas.microsoft.com/office/powerpoint/2010/main" val="423633939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48</a:t>
            </a:fld>
            <a:endParaRPr kumimoji="1" lang="zh-CN" altLang="en-US"/>
          </a:p>
        </p:txBody>
      </p:sp>
    </p:spTree>
    <p:extLst>
      <p:ext uri="{BB962C8B-B14F-4D97-AF65-F5344CB8AC3E}">
        <p14:creationId xmlns:p14="http://schemas.microsoft.com/office/powerpoint/2010/main" val="355384152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49</a:t>
            </a:fld>
            <a:endParaRPr kumimoji="1" lang="zh-CN" altLang="en-US"/>
          </a:p>
        </p:txBody>
      </p:sp>
    </p:spTree>
    <p:extLst>
      <p:ext uri="{BB962C8B-B14F-4D97-AF65-F5344CB8AC3E}">
        <p14:creationId xmlns:p14="http://schemas.microsoft.com/office/powerpoint/2010/main" val="405160468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50</a:t>
            </a:fld>
            <a:endParaRPr kumimoji="1" lang="zh-CN" altLang="en-US"/>
          </a:p>
        </p:txBody>
      </p:sp>
    </p:spTree>
    <p:extLst>
      <p:ext uri="{BB962C8B-B14F-4D97-AF65-F5344CB8AC3E}">
        <p14:creationId xmlns:p14="http://schemas.microsoft.com/office/powerpoint/2010/main" val="2949738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51</a:t>
            </a:fld>
            <a:endParaRPr kumimoji="1" lang="zh-CN" altLang="en-US"/>
          </a:p>
        </p:txBody>
      </p:sp>
    </p:spTree>
    <p:extLst>
      <p:ext uri="{BB962C8B-B14F-4D97-AF65-F5344CB8AC3E}">
        <p14:creationId xmlns:p14="http://schemas.microsoft.com/office/powerpoint/2010/main" val="110949388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52</a:t>
            </a:fld>
            <a:endParaRPr kumimoji="1" lang="zh-CN" altLang="en-US"/>
          </a:p>
        </p:txBody>
      </p:sp>
    </p:spTree>
    <p:extLst>
      <p:ext uri="{BB962C8B-B14F-4D97-AF65-F5344CB8AC3E}">
        <p14:creationId xmlns:p14="http://schemas.microsoft.com/office/powerpoint/2010/main" val="30345465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53</a:t>
            </a:fld>
            <a:endParaRPr kumimoji="1" lang="zh-CN" altLang="en-US"/>
          </a:p>
        </p:txBody>
      </p:sp>
    </p:spTree>
    <p:extLst>
      <p:ext uri="{BB962C8B-B14F-4D97-AF65-F5344CB8AC3E}">
        <p14:creationId xmlns:p14="http://schemas.microsoft.com/office/powerpoint/2010/main" val="133563877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54</a:t>
            </a:fld>
            <a:endParaRPr kumimoji="1" lang="zh-CN" altLang="en-US"/>
          </a:p>
        </p:txBody>
      </p:sp>
    </p:spTree>
    <p:extLst>
      <p:ext uri="{BB962C8B-B14F-4D97-AF65-F5344CB8AC3E}">
        <p14:creationId xmlns:p14="http://schemas.microsoft.com/office/powerpoint/2010/main" val="18027411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55</a:t>
            </a:fld>
            <a:endParaRPr kumimoji="1" lang="zh-CN" altLang="en-US"/>
          </a:p>
        </p:txBody>
      </p:sp>
    </p:spTree>
    <p:extLst>
      <p:ext uri="{BB962C8B-B14F-4D97-AF65-F5344CB8AC3E}">
        <p14:creationId xmlns:p14="http://schemas.microsoft.com/office/powerpoint/2010/main" val="268646572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56</a:t>
            </a:fld>
            <a:endParaRPr kumimoji="1" lang="zh-CN" altLang="en-US"/>
          </a:p>
        </p:txBody>
      </p:sp>
    </p:spTree>
    <p:extLst>
      <p:ext uri="{BB962C8B-B14F-4D97-AF65-F5344CB8AC3E}">
        <p14:creationId xmlns:p14="http://schemas.microsoft.com/office/powerpoint/2010/main" val="208881539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57</a:t>
            </a:fld>
            <a:endParaRPr kumimoji="1" lang="zh-CN" altLang="en-US"/>
          </a:p>
        </p:txBody>
      </p:sp>
    </p:spTree>
    <p:extLst>
      <p:ext uri="{BB962C8B-B14F-4D97-AF65-F5344CB8AC3E}">
        <p14:creationId xmlns:p14="http://schemas.microsoft.com/office/powerpoint/2010/main" val="281003761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58</a:t>
            </a:fld>
            <a:endParaRPr kumimoji="1" lang="zh-CN" altLang="en-US"/>
          </a:p>
        </p:txBody>
      </p:sp>
    </p:spTree>
    <p:extLst>
      <p:ext uri="{BB962C8B-B14F-4D97-AF65-F5344CB8AC3E}">
        <p14:creationId xmlns:p14="http://schemas.microsoft.com/office/powerpoint/2010/main" val="408420485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59</a:t>
            </a:fld>
            <a:endParaRPr kumimoji="1" lang="zh-CN" altLang="en-US"/>
          </a:p>
        </p:txBody>
      </p:sp>
    </p:spTree>
    <p:extLst>
      <p:ext uri="{BB962C8B-B14F-4D97-AF65-F5344CB8AC3E}">
        <p14:creationId xmlns:p14="http://schemas.microsoft.com/office/powerpoint/2010/main" val="47298965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61</a:t>
            </a:fld>
            <a:endParaRPr kumimoji="1" lang="zh-CN" altLang="en-US"/>
          </a:p>
        </p:txBody>
      </p:sp>
    </p:spTree>
    <p:extLst>
      <p:ext uri="{BB962C8B-B14F-4D97-AF65-F5344CB8AC3E}">
        <p14:creationId xmlns:p14="http://schemas.microsoft.com/office/powerpoint/2010/main" val="1398049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62</a:t>
            </a:fld>
            <a:endParaRPr kumimoji="1" lang="zh-CN" altLang="en-US"/>
          </a:p>
        </p:txBody>
      </p:sp>
    </p:spTree>
    <p:extLst>
      <p:ext uri="{BB962C8B-B14F-4D97-AF65-F5344CB8AC3E}">
        <p14:creationId xmlns:p14="http://schemas.microsoft.com/office/powerpoint/2010/main" val="336846372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63</a:t>
            </a:fld>
            <a:endParaRPr kumimoji="1" lang="zh-CN" altLang="en-US"/>
          </a:p>
        </p:txBody>
      </p:sp>
    </p:spTree>
    <p:extLst>
      <p:ext uri="{BB962C8B-B14F-4D97-AF65-F5344CB8AC3E}">
        <p14:creationId xmlns:p14="http://schemas.microsoft.com/office/powerpoint/2010/main" val="39521416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64</a:t>
            </a:fld>
            <a:endParaRPr kumimoji="1" lang="zh-CN" altLang="en-US"/>
          </a:p>
        </p:txBody>
      </p:sp>
    </p:spTree>
    <p:extLst>
      <p:ext uri="{BB962C8B-B14F-4D97-AF65-F5344CB8AC3E}">
        <p14:creationId xmlns:p14="http://schemas.microsoft.com/office/powerpoint/2010/main" val="99429004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65</a:t>
            </a:fld>
            <a:endParaRPr kumimoji="1" lang="zh-CN" altLang="en-US"/>
          </a:p>
        </p:txBody>
      </p:sp>
    </p:spTree>
    <p:extLst>
      <p:ext uri="{BB962C8B-B14F-4D97-AF65-F5344CB8AC3E}">
        <p14:creationId xmlns:p14="http://schemas.microsoft.com/office/powerpoint/2010/main" val="424129347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66</a:t>
            </a:fld>
            <a:endParaRPr kumimoji="1" lang="zh-CN" altLang="en-US"/>
          </a:p>
        </p:txBody>
      </p:sp>
    </p:spTree>
    <p:extLst>
      <p:ext uri="{BB962C8B-B14F-4D97-AF65-F5344CB8AC3E}">
        <p14:creationId xmlns:p14="http://schemas.microsoft.com/office/powerpoint/2010/main" val="261064143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67</a:t>
            </a:fld>
            <a:endParaRPr kumimoji="1" lang="zh-CN" altLang="en-US"/>
          </a:p>
        </p:txBody>
      </p:sp>
    </p:spTree>
    <p:extLst>
      <p:ext uri="{BB962C8B-B14F-4D97-AF65-F5344CB8AC3E}">
        <p14:creationId xmlns:p14="http://schemas.microsoft.com/office/powerpoint/2010/main" val="301871269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68</a:t>
            </a:fld>
            <a:endParaRPr kumimoji="1" lang="zh-CN" altLang="en-US"/>
          </a:p>
        </p:txBody>
      </p:sp>
    </p:spTree>
    <p:extLst>
      <p:ext uri="{BB962C8B-B14F-4D97-AF65-F5344CB8AC3E}">
        <p14:creationId xmlns:p14="http://schemas.microsoft.com/office/powerpoint/2010/main" val="413137468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69</a:t>
            </a:fld>
            <a:endParaRPr kumimoji="1" lang="zh-CN" altLang="en-US"/>
          </a:p>
        </p:txBody>
      </p:sp>
    </p:spTree>
    <p:extLst>
      <p:ext uri="{BB962C8B-B14F-4D97-AF65-F5344CB8AC3E}">
        <p14:creationId xmlns:p14="http://schemas.microsoft.com/office/powerpoint/2010/main" val="131614405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70</a:t>
            </a:fld>
            <a:endParaRPr kumimoji="1" lang="zh-CN" altLang="en-US"/>
          </a:p>
        </p:txBody>
      </p:sp>
    </p:spTree>
    <p:extLst>
      <p:ext uri="{BB962C8B-B14F-4D97-AF65-F5344CB8AC3E}">
        <p14:creationId xmlns:p14="http://schemas.microsoft.com/office/powerpoint/2010/main" val="152172528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71</a:t>
            </a:fld>
            <a:endParaRPr kumimoji="1" lang="zh-CN" altLang="en-US"/>
          </a:p>
        </p:txBody>
      </p:sp>
    </p:spTree>
    <p:extLst>
      <p:ext uri="{BB962C8B-B14F-4D97-AF65-F5344CB8AC3E}">
        <p14:creationId xmlns:p14="http://schemas.microsoft.com/office/powerpoint/2010/main" val="169855242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72</a:t>
            </a:fld>
            <a:endParaRPr kumimoji="1" lang="zh-CN" altLang="en-US"/>
          </a:p>
        </p:txBody>
      </p:sp>
    </p:spTree>
    <p:extLst>
      <p:ext uri="{BB962C8B-B14F-4D97-AF65-F5344CB8AC3E}">
        <p14:creationId xmlns:p14="http://schemas.microsoft.com/office/powerpoint/2010/main" val="167529034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75</a:t>
            </a:fld>
            <a:endParaRPr kumimoji="1" lang="zh-CN" altLang="en-US"/>
          </a:p>
        </p:txBody>
      </p:sp>
    </p:spTree>
    <p:extLst>
      <p:ext uri="{BB962C8B-B14F-4D97-AF65-F5344CB8AC3E}">
        <p14:creationId xmlns:p14="http://schemas.microsoft.com/office/powerpoint/2010/main" val="159110026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76</a:t>
            </a:fld>
            <a:endParaRPr kumimoji="1" lang="zh-CN" altLang="en-US"/>
          </a:p>
        </p:txBody>
      </p:sp>
    </p:spTree>
    <p:extLst>
      <p:ext uri="{BB962C8B-B14F-4D97-AF65-F5344CB8AC3E}">
        <p14:creationId xmlns:p14="http://schemas.microsoft.com/office/powerpoint/2010/main" val="18009515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77</a:t>
            </a:fld>
            <a:endParaRPr kumimoji="1" lang="zh-CN" altLang="en-US"/>
          </a:p>
        </p:txBody>
      </p:sp>
    </p:spTree>
    <p:extLst>
      <p:ext uri="{BB962C8B-B14F-4D97-AF65-F5344CB8AC3E}">
        <p14:creationId xmlns:p14="http://schemas.microsoft.com/office/powerpoint/2010/main" val="203144053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78</a:t>
            </a:fld>
            <a:endParaRPr kumimoji="1" lang="zh-CN" altLang="en-US"/>
          </a:p>
        </p:txBody>
      </p:sp>
    </p:spTree>
    <p:extLst>
      <p:ext uri="{BB962C8B-B14F-4D97-AF65-F5344CB8AC3E}">
        <p14:creationId xmlns:p14="http://schemas.microsoft.com/office/powerpoint/2010/main" val="278449814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79</a:t>
            </a:fld>
            <a:endParaRPr kumimoji="1" lang="zh-CN" altLang="en-US"/>
          </a:p>
        </p:txBody>
      </p:sp>
    </p:spTree>
    <p:extLst>
      <p:ext uri="{BB962C8B-B14F-4D97-AF65-F5344CB8AC3E}">
        <p14:creationId xmlns:p14="http://schemas.microsoft.com/office/powerpoint/2010/main" val="141660990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80</a:t>
            </a:fld>
            <a:endParaRPr kumimoji="1" lang="zh-CN" altLang="en-US"/>
          </a:p>
        </p:txBody>
      </p:sp>
    </p:spTree>
    <p:extLst>
      <p:ext uri="{BB962C8B-B14F-4D97-AF65-F5344CB8AC3E}">
        <p14:creationId xmlns:p14="http://schemas.microsoft.com/office/powerpoint/2010/main" val="288813418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81</a:t>
            </a:fld>
            <a:endParaRPr kumimoji="1" lang="zh-CN" altLang="en-US"/>
          </a:p>
        </p:txBody>
      </p:sp>
    </p:spTree>
    <p:extLst>
      <p:ext uri="{BB962C8B-B14F-4D97-AF65-F5344CB8AC3E}">
        <p14:creationId xmlns:p14="http://schemas.microsoft.com/office/powerpoint/2010/main" val="256970947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82</a:t>
            </a:fld>
            <a:endParaRPr kumimoji="1" lang="zh-CN" altLang="en-US"/>
          </a:p>
        </p:txBody>
      </p:sp>
    </p:spTree>
    <p:extLst>
      <p:ext uri="{BB962C8B-B14F-4D97-AF65-F5344CB8AC3E}">
        <p14:creationId xmlns:p14="http://schemas.microsoft.com/office/powerpoint/2010/main" val="259445562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83</a:t>
            </a:fld>
            <a:endParaRPr kumimoji="1" lang="zh-CN" altLang="en-US"/>
          </a:p>
        </p:txBody>
      </p:sp>
    </p:spTree>
    <p:extLst>
      <p:ext uri="{BB962C8B-B14F-4D97-AF65-F5344CB8AC3E}">
        <p14:creationId xmlns:p14="http://schemas.microsoft.com/office/powerpoint/2010/main" val="427991791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84</a:t>
            </a:fld>
            <a:endParaRPr kumimoji="1" lang="zh-CN" altLang="en-US"/>
          </a:p>
        </p:txBody>
      </p:sp>
    </p:spTree>
    <p:extLst>
      <p:ext uri="{BB962C8B-B14F-4D97-AF65-F5344CB8AC3E}">
        <p14:creationId xmlns:p14="http://schemas.microsoft.com/office/powerpoint/2010/main" val="355711328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85</a:t>
            </a:fld>
            <a:endParaRPr kumimoji="1" lang="zh-CN" altLang="en-US"/>
          </a:p>
        </p:txBody>
      </p:sp>
    </p:spTree>
    <p:extLst>
      <p:ext uri="{BB962C8B-B14F-4D97-AF65-F5344CB8AC3E}">
        <p14:creationId xmlns:p14="http://schemas.microsoft.com/office/powerpoint/2010/main" val="189087769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86</a:t>
            </a:fld>
            <a:endParaRPr kumimoji="1" lang="zh-CN" altLang="en-US"/>
          </a:p>
        </p:txBody>
      </p:sp>
    </p:spTree>
    <p:extLst>
      <p:ext uri="{BB962C8B-B14F-4D97-AF65-F5344CB8AC3E}">
        <p14:creationId xmlns:p14="http://schemas.microsoft.com/office/powerpoint/2010/main" val="236998178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87</a:t>
            </a:fld>
            <a:endParaRPr kumimoji="1" lang="zh-CN" altLang="en-US"/>
          </a:p>
        </p:txBody>
      </p:sp>
    </p:spTree>
    <p:extLst>
      <p:ext uri="{BB962C8B-B14F-4D97-AF65-F5344CB8AC3E}">
        <p14:creationId xmlns:p14="http://schemas.microsoft.com/office/powerpoint/2010/main" val="343875582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88</a:t>
            </a:fld>
            <a:endParaRPr kumimoji="1" lang="zh-CN" altLang="en-US"/>
          </a:p>
        </p:txBody>
      </p:sp>
    </p:spTree>
    <p:extLst>
      <p:ext uri="{BB962C8B-B14F-4D97-AF65-F5344CB8AC3E}">
        <p14:creationId xmlns:p14="http://schemas.microsoft.com/office/powerpoint/2010/main" val="23059502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89</a:t>
            </a:fld>
            <a:endParaRPr kumimoji="1" lang="zh-CN" altLang="en-US"/>
          </a:p>
        </p:txBody>
      </p:sp>
    </p:spTree>
    <p:extLst>
      <p:ext uri="{BB962C8B-B14F-4D97-AF65-F5344CB8AC3E}">
        <p14:creationId xmlns:p14="http://schemas.microsoft.com/office/powerpoint/2010/main" val="322197299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91</a:t>
            </a:fld>
            <a:endParaRPr kumimoji="1" lang="zh-CN" altLang="en-US"/>
          </a:p>
        </p:txBody>
      </p:sp>
    </p:spTree>
    <p:extLst>
      <p:ext uri="{BB962C8B-B14F-4D97-AF65-F5344CB8AC3E}">
        <p14:creationId xmlns:p14="http://schemas.microsoft.com/office/powerpoint/2010/main" val="47365720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96</a:t>
            </a:fld>
            <a:endParaRPr kumimoji="1" lang="zh-CN" altLang="en-US"/>
          </a:p>
        </p:txBody>
      </p:sp>
    </p:spTree>
    <p:extLst>
      <p:ext uri="{BB962C8B-B14F-4D97-AF65-F5344CB8AC3E}">
        <p14:creationId xmlns:p14="http://schemas.microsoft.com/office/powerpoint/2010/main" val="235288986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97</a:t>
            </a:fld>
            <a:endParaRPr kumimoji="1" lang="zh-CN" altLang="en-US"/>
          </a:p>
        </p:txBody>
      </p:sp>
    </p:spTree>
    <p:extLst>
      <p:ext uri="{BB962C8B-B14F-4D97-AF65-F5344CB8AC3E}">
        <p14:creationId xmlns:p14="http://schemas.microsoft.com/office/powerpoint/2010/main" val="119898861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98</a:t>
            </a:fld>
            <a:endParaRPr kumimoji="1" lang="zh-CN" altLang="en-US"/>
          </a:p>
        </p:txBody>
      </p:sp>
    </p:spTree>
    <p:extLst>
      <p:ext uri="{BB962C8B-B14F-4D97-AF65-F5344CB8AC3E}">
        <p14:creationId xmlns:p14="http://schemas.microsoft.com/office/powerpoint/2010/main" val="57406029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99</a:t>
            </a:fld>
            <a:endParaRPr kumimoji="1" lang="zh-CN" altLang="en-US"/>
          </a:p>
        </p:txBody>
      </p:sp>
    </p:spTree>
    <p:extLst>
      <p:ext uri="{BB962C8B-B14F-4D97-AF65-F5344CB8AC3E}">
        <p14:creationId xmlns:p14="http://schemas.microsoft.com/office/powerpoint/2010/main" val="120348880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100</a:t>
            </a:fld>
            <a:endParaRPr kumimoji="1" lang="zh-CN" altLang="en-US"/>
          </a:p>
        </p:txBody>
      </p:sp>
    </p:spTree>
    <p:extLst>
      <p:ext uri="{BB962C8B-B14F-4D97-AF65-F5344CB8AC3E}">
        <p14:creationId xmlns:p14="http://schemas.microsoft.com/office/powerpoint/2010/main" val="35134400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101</a:t>
            </a:fld>
            <a:endParaRPr kumimoji="1" lang="zh-CN" altLang="en-US"/>
          </a:p>
        </p:txBody>
      </p:sp>
    </p:spTree>
    <p:extLst>
      <p:ext uri="{BB962C8B-B14F-4D97-AF65-F5344CB8AC3E}">
        <p14:creationId xmlns:p14="http://schemas.microsoft.com/office/powerpoint/2010/main" val="179109579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102</a:t>
            </a:fld>
            <a:endParaRPr kumimoji="1" lang="zh-CN" altLang="en-US"/>
          </a:p>
        </p:txBody>
      </p:sp>
    </p:spTree>
    <p:extLst>
      <p:ext uri="{BB962C8B-B14F-4D97-AF65-F5344CB8AC3E}">
        <p14:creationId xmlns:p14="http://schemas.microsoft.com/office/powerpoint/2010/main" val="425252440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103</a:t>
            </a:fld>
            <a:endParaRPr kumimoji="1" lang="zh-CN" altLang="en-US"/>
          </a:p>
        </p:txBody>
      </p:sp>
    </p:spTree>
    <p:extLst>
      <p:ext uri="{BB962C8B-B14F-4D97-AF65-F5344CB8AC3E}">
        <p14:creationId xmlns:p14="http://schemas.microsoft.com/office/powerpoint/2010/main" val="97581215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104</a:t>
            </a:fld>
            <a:endParaRPr kumimoji="1" lang="zh-CN" altLang="en-US"/>
          </a:p>
        </p:txBody>
      </p:sp>
    </p:spTree>
    <p:extLst>
      <p:ext uri="{BB962C8B-B14F-4D97-AF65-F5344CB8AC3E}">
        <p14:creationId xmlns:p14="http://schemas.microsoft.com/office/powerpoint/2010/main" val="1288399674"/>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105</a:t>
            </a:fld>
            <a:endParaRPr kumimoji="1" lang="zh-CN" altLang="en-US"/>
          </a:p>
        </p:txBody>
      </p:sp>
    </p:spTree>
    <p:extLst>
      <p:ext uri="{BB962C8B-B14F-4D97-AF65-F5344CB8AC3E}">
        <p14:creationId xmlns:p14="http://schemas.microsoft.com/office/powerpoint/2010/main" val="385000771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106</a:t>
            </a:fld>
            <a:endParaRPr kumimoji="1" lang="zh-CN" altLang="en-US"/>
          </a:p>
        </p:txBody>
      </p:sp>
    </p:spTree>
    <p:extLst>
      <p:ext uri="{BB962C8B-B14F-4D97-AF65-F5344CB8AC3E}">
        <p14:creationId xmlns:p14="http://schemas.microsoft.com/office/powerpoint/2010/main" val="325875625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107</a:t>
            </a:fld>
            <a:endParaRPr kumimoji="1" lang="zh-CN" altLang="en-US"/>
          </a:p>
        </p:txBody>
      </p:sp>
    </p:spTree>
    <p:extLst>
      <p:ext uri="{BB962C8B-B14F-4D97-AF65-F5344CB8AC3E}">
        <p14:creationId xmlns:p14="http://schemas.microsoft.com/office/powerpoint/2010/main" val="204021839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115</a:t>
            </a:fld>
            <a:endParaRPr kumimoji="1" lang="zh-CN" altLang="en-US"/>
          </a:p>
        </p:txBody>
      </p:sp>
    </p:spTree>
    <p:extLst>
      <p:ext uri="{BB962C8B-B14F-4D97-AF65-F5344CB8AC3E}">
        <p14:creationId xmlns:p14="http://schemas.microsoft.com/office/powerpoint/2010/main" val="1563055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116</a:t>
            </a:fld>
            <a:endParaRPr kumimoji="1" lang="zh-CN" altLang="en-US"/>
          </a:p>
        </p:txBody>
      </p:sp>
    </p:spTree>
    <p:extLst>
      <p:ext uri="{BB962C8B-B14F-4D97-AF65-F5344CB8AC3E}">
        <p14:creationId xmlns:p14="http://schemas.microsoft.com/office/powerpoint/2010/main" val="26254455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117</a:t>
            </a:fld>
            <a:endParaRPr kumimoji="1" lang="zh-CN" altLang="en-US"/>
          </a:p>
        </p:txBody>
      </p:sp>
    </p:spTree>
    <p:extLst>
      <p:ext uri="{BB962C8B-B14F-4D97-AF65-F5344CB8AC3E}">
        <p14:creationId xmlns:p14="http://schemas.microsoft.com/office/powerpoint/2010/main" val="114964718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118</a:t>
            </a:fld>
            <a:endParaRPr kumimoji="1" lang="zh-CN" altLang="en-US"/>
          </a:p>
        </p:txBody>
      </p:sp>
    </p:spTree>
    <p:extLst>
      <p:ext uri="{BB962C8B-B14F-4D97-AF65-F5344CB8AC3E}">
        <p14:creationId xmlns:p14="http://schemas.microsoft.com/office/powerpoint/2010/main" val="71065991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1722F5D-0AF2-F64D-B899-A4CBC6D70CFE}" type="slidenum">
              <a:rPr kumimoji="1" lang="zh-CN" altLang="en-US" smtClean="0"/>
              <a:t>119</a:t>
            </a:fld>
            <a:endParaRPr kumimoji="1" lang="zh-CN" altLang="en-US"/>
          </a:p>
        </p:txBody>
      </p:sp>
    </p:spTree>
    <p:extLst>
      <p:ext uri="{BB962C8B-B14F-4D97-AF65-F5344CB8AC3E}">
        <p14:creationId xmlns:p14="http://schemas.microsoft.com/office/powerpoint/2010/main" val="224993859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2"/>
        <p:cNvGrpSpPr/>
        <p:nvPr/>
      </p:nvGrpSpPr>
      <p:grpSpPr>
        <a:xfrm>
          <a:off x="0" y="0"/>
          <a:ext cx="0" cy="0"/>
          <a:chOff x="0" y="0"/>
          <a:chExt cx="0" cy="0"/>
        </a:xfrm>
      </p:grpSpPr>
      <p:sp>
        <p:nvSpPr>
          <p:cNvPr id="1323" name="Google Shape;1323;g1356522fe36_0_101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4" name="Google Shape;1324;g1356522fe36_0_101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8"/>
        <p:cNvGrpSpPr/>
        <p:nvPr/>
      </p:nvGrpSpPr>
      <p:grpSpPr>
        <a:xfrm>
          <a:off x="0" y="0"/>
          <a:ext cx="0" cy="0"/>
          <a:chOff x="0" y="0"/>
          <a:chExt cx="0" cy="0"/>
        </a:xfrm>
      </p:grpSpPr>
      <p:sp>
        <p:nvSpPr>
          <p:cNvPr id="1339" name="Google Shape;1339;g1356522fe36_0_101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0" name="Google Shape;1340;g1356522fe36_0_101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7"/>
        <p:cNvGrpSpPr/>
        <p:nvPr/>
      </p:nvGrpSpPr>
      <p:grpSpPr>
        <a:xfrm>
          <a:off x="0" y="0"/>
          <a:ext cx="0" cy="0"/>
          <a:chOff x="0" y="0"/>
          <a:chExt cx="0" cy="0"/>
        </a:xfrm>
      </p:grpSpPr>
      <p:sp>
        <p:nvSpPr>
          <p:cNvPr id="1678" name="Google Shape;1678;g1356522fe36_0_104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9" name="Google Shape;1679;g1356522fe36_0_104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8"/>
        <p:cNvGrpSpPr/>
        <p:nvPr/>
      </p:nvGrpSpPr>
      <p:grpSpPr>
        <a:xfrm>
          <a:off x="0" y="0"/>
          <a:ext cx="0" cy="0"/>
          <a:chOff x="0" y="0"/>
          <a:chExt cx="0" cy="0"/>
        </a:xfrm>
      </p:grpSpPr>
      <p:sp>
        <p:nvSpPr>
          <p:cNvPr id="3879" name="Google Shape;3879;g1356522fe36_0_1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0" name="Google Shape;3880;g1356522fe36_0_1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7"/>
        <p:cNvGrpSpPr/>
        <p:nvPr/>
      </p:nvGrpSpPr>
      <p:grpSpPr>
        <a:xfrm>
          <a:off x="0" y="0"/>
          <a:ext cx="0" cy="0"/>
          <a:chOff x="0" y="0"/>
          <a:chExt cx="0" cy="0"/>
        </a:xfrm>
      </p:grpSpPr>
      <p:sp>
        <p:nvSpPr>
          <p:cNvPr id="4298" name="Google Shape;4298;g1356522fe36_0_13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9" name="Google Shape;4299;g1356522fe36_0_13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7"/>
        <p:cNvGrpSpPr/>
        <p:nvPr/>
      </p:nvGrpSpPr>
      <p:grpSpPr>
        <a:xfrm>
          <a:off x="0" y="0"/>
          <a:ext cx="0" cy="0"/>
          <a:chOff x="0" y="0"/>
          <a:chExt cx="0" cy="0"/>
        </a:xfrm>
      </p:grpSpPr>
      <p:sp>
        <p:nvSpPr>
          <p:cNvPr id="4468" name="Google Shape;4468;g1356522fe36_0_132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69" name="Google Shape;4469;g1356522fe36_0_132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2"/>
        <p:cNvGrpSpPr/>
        <p:nvPr/>
      </p:nvGrpSpPr>
      <p:grpSpPr>
        <a:xfrm>
          <a:off x="0" y="0"/>
          <a:ext cx="0" cy="0"/>
          <a:chOff x="0" y="0"/>
          <a:chExt cx="0" cy="0"/>
        </a:xfrm>
      </p:grpSpPr>
      <p:sp>
        <p:nvSpPr>
          <p:cNvPr id="4873" name="Google Shape;4873;g1356522fe36_0_136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74" name="Google Shape;4874;g1356522fe36_0_136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52"/>
        <p:cNvGrpSpPr/>
        <p:nvPr/>
      </p:nvGrpSpPr>
      <p:grpSpPr>
        <a:xfrm>
          <a:off x="0" y="0"/>
          <a:ext cx="0" cy="0"/>
          <a:chOff x="0" y="0"/>
          <a:chExt cx="0" cy="0"/>
        </a:xfrm>
      </p:grpSpPr>
      <p:sp>
        <p:nvSpPr>
          <p:cNvPr id="5253" name="Google Shape;5253;g1356522fe36_0_140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54" name="Google Shape;5254;g1356522fe36_0_140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6"/>
        <p:cNvGrpSpPr/>
        <p:nvPr/>
      </p:nvGrpSpPr>
      <p:grpSpPr>
        <a:xfrm>
          <a:off x="0" y="0"/>
          <a:ext cx="0" cy="0"/>
          <a:chOff x="0" y="0"/>
          <a:chExt cx="0" cy="0"/>
        </a:xfrm>
      </p:grpSpPr>
      <p:sp>
        <p:nvSpPr>
          <p:cNvPr id="5667" name="Google Shape;5667;g1356522fe36_0_144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68" name="Google Shape;5668;g1356522fe36_0_144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7"/>
        <p:cNvGrpSpPr/>
        <p:nvPr/>
      </p:nvGrpSpPr>
      <p:grpSpPr>
        <a:xfrm>
          <a:off x="0" y="0"/>
          <a:ext cx="0" cy="0"/>
          <a:chOff x="0" y="0"/>
          <a:chExt cx="0" cy="0"/>
        </a:xfrm>
      </p:grpSpPr>
      <p:sp>
        <p:nvSpPr>
          <p:cNvPr id="6028" name="Google Shape;6028;g1356522fe36_0_148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29" name="Google Shape;6029;g1356522fe36_0_148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37"/>
        <p:cNvGrpSpPr/>
        <p:nvPr/>
      </p:nvGrpSpPr>
      <p:grpSpPr>
        <a:xfrm>
          <a:off x="0" y="0"/>
          <a:ext cx="0" cy="0"/>
          <a:chOff x="0" y="0"/>
          <a:chExt cx="0" cy="0"/>
        </a:xfrm>
      </p:grpSpPr>
      <p:sp>
        <p:nvSpPr>
          <p:cNvPr id="6538" name="Google Shape;6538;g1356522fe36_0_153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39" name="Google Shape;6539;g1356522fe36_0_153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57"/>
        <p:cNvGrpSpPr/>
        <p:nvPr/>
      </p:nvGrpSpPr>
      <p:grpSpPr>
        <a:xfrm>
          <a:off x="0" y="0"/>
          <a:ext cx="0" cy="0"/>
          <a:chOff x="0" y="0"/>
          <a:chExt cx="0" cy="0"/>
        </a:xfrm>
      </p:grpSpPr>
      <p:sp>
        <p:nvSpPr>
          <p:cNvPr id="7158" name="Google Shape;7158;g1356522fe36_0_159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59" name="Google Shape;7159;g1356522fe36_0_159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51"/>
        <p:cNvGrpSpPr/>
        <p:nvPr/>
      </p:nvGrpSpPr>
      <p:grpSpPr>
        <a:xfrm>
          <a:off x="0" y="0"/>
          <a:ext cx="0" cy="0"/>
          <a:chOff x="0" y="0"/>
          <a:chExt cx="0" cy="0"/>
        </a:xfrm>
      </p:grpSpPr>
      <p:sp>
        <p:nvSpPr>
          <p:cNvPr id="7752" name="Google Shape;7752;g1356522fe36_0_165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53" name="Google Shape;7753;g1356522fe36_0_165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72"/>
        <p:cNvGrpSpPr/>
        <p:nvPr/>
      </p:nvGrpSpPr>
      <p:grpSpPr>
        <a:xfrm>
          <a:off x="0" y="0"/>
          <a:ext cx="0" cy="0"/>
          <a:chOff x="0" y="0"/>
          <a:chExt cx="0" cy="0"/>
        </a:xfrm>
      </p:grpSpPr>
      <p:sp>
        <p:nvSpPr>
          <p:cNvPr id="8073" name="Google Shape;8073;g1356522fe36_0_168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74" name="Google Shape;8074;g1356522fe36_0_16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0"/>
        <p:cNvGrpSpPr/>
        <p:nvPr/>
      </p:nvGrpSpPr>
      <p:grpSpPr>
        <a:xfrm>
          <a:off x="0" y="0"/>
          <a:ext cx="0" cy="0"/>
          <a:chOff x="0" y="0"/>
          <a:chExt cx="0" cy="0"/>
        </a:xfrm>
      </p:grpSpPr>
      <p:sp>
        <p:nvSpPr>
          <p:cNvPr id="8381" name="Google Shape;8381;g1356522fe36_0_171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2" name="Google Shape;8382;g1356522fe36_0_171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3"/>
        <p:cNvGrpSpPr/>
        <p:nvPr/>
      </p:nvGrpSpPr>
      <p:grpSpPr>
        <a:xfrm>
          <a:off x="0" y="0"/>
          <a:ext cx="0" cy="0"/>
          <a:chOff x="0" y="0"/>
          <a:chExt cx="0" cy="0"/>
        </a:xfrm>
      </p:grpSpPr>
      <p:sp>
        <p:nvSpPr>
          <p:cNvPr id="8534" name="Google Shape;8534;g1356522fe36_0_173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35" name="Google Shape;8535;g1356522fe36_0_17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76"/>
        <p:cNvGrpSpPr/>
        <p:nvPr/>
      </p:nvGrpSpPr>
      <p:grpSpPr>
        <a:xfrm>
          <a:off x="0" y="0"/>
          <a:ext cx="0" cy="0"/>
          <a:chOff x="0" y="0"/>
          <a:chExt cx="0" cy="0"/>
        </a:xfrm>
      </p:grpSpPr>
      <p:sp>
        <p:nvSpPr>
          <p:cNvPr id="8577" name="Google Shape;8577;g1356522fe36_0_17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78" name="Google Shape;8578;g1356522fe36_0_17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92"/>
        <p:cNvGrpSpPr/>
        <p:nvPr/>
      </p:nvGrpSpPr>
      <p:grpSpPr>
        <a:xfrm>
          <a:off x="0" y="0"/>
          <a:ext cx="0" cy="0"/>
          <a:chOff x="0" y="0"/>
          <a:chExt cx="0" cy="0"/>
        </a:xfrm>
      </p:grpSpPr>
      <p:sp>
        <p:nvSpPr>
          <p:cNvPr id="8793" name="Google Shape;8793;g1356522fe36_0_175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94" name="Google Shape;8794;g1356522fe36_0_17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84"/>
        <p:cNvGrpSpPr/>
        <p:nvPr/>
      </p:nvGrpSpPr>
      <p:grpSpPr>
        <a:xfrm>
          <a:off x="0" y="0"/>
          <a:ext cx="0" cy="0"/>
          <a:chOff x="0" y="0"/>
          <a:chExt cx="0" cy="0"/>
        </a:xfrm>
      </p:grpSpPr>
      <p:sp>
        <p:nvSpPr>
          <p:cNvPr id="9085" name="Google Shape;9085;g1356522fe36_0_178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86" name="Google Shape;9086;g1356522fe36_0_178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55"/>
        <p:cNvGrpSpPr/>
        <p:nvPr/>
      </p:nvGrpSpPr>
      <p:grpSpPr>
        <a:xfrm>
          <a:off x="0" y="0"/>
          <a:ext cx="0" cy="0"/>
          <a:chOff x="0" y="0"/>
          <a:chExt cx="0" cy="0"/>
        </a:xfrm>
      </p:grpSpPr>
      <p:sp>
        <p:nvSpPr>
          <p:cNvPr id="9356" name="Google Shape;9356;g1356522fe36_0_18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57" name="Google Shape;9357;g1356522fe36_0_18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09"/>
        <p:cNvGrpSpPr/>
        <p:nvPr/>
      </p:nvGrpSpPr>
      <p:grpSpPr>
        <a:xfrm>
          <a:off x="0" y="0"/>
          <a:ext cx="0" cy="0"/>
          <a:chOff x="0" y="0"/>
          <a:chExt cx="0" cy="0"/>
        </a:xfrm>
      </p:grpSpPr>
      <p:sp>
        <p:nvSpPr>
          <p:cNvPr id="9710" name="Google Shape;9710;g1356522fe36_0_184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1" name="Google Shape;9711;g1356522fe36_0_184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xml"/><Relationship Id="rId1" Type="http://schemas.openxmlformats.org/officeDocument/2006/relationships/tags" Target="../tags/tag1.xml"/><Relationship Id="rId5" Type="http://schemas.openxmlformats.org/officeDocument/2006/relationships/image" Target="../media/image1.emf"/><Relationship Id="rId4" Type="http://schemas.openxmlformats.org/officeDocument/2006/relationships/oleObject" Target="../embeddings/oleObject1.bin"/></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5" name="Footer Placeholder 4"/>
          <p:cNvSpPr>
            <a:spLocks noGrp="1"/>
          </p:cNvSpPr>
          <p:nvPr>
            <p:ph type="ftr" sz="quarter" idx="11"/>
          </p:nvPr>
        </p:nvSpPr>
        <p:spPr/>
        <p:txBody>
          <a:bodyPr/>
          <a:lstStyle/>
          <a:p>
            <a:endParaRPr kumimoji="1" lang="zh-CN" altLang="en-US"/>
          </a:p>
        </p:txBody>
      </p:sp>
      <p:sp>
        <p:nvSpPr>
          <p:cNvPr id="6" name="Slide Number Placeholder 5"/>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312074407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5" name="Footer Placeholder 4"/>
          <p:cNvSpPr>
            <a:spLocks noGrp="1"/>
          </p:cNvSpPr>
          <p:nvPr>
            <p:ph type="ftr" sz="quarter" idx="11"/>
          </p:nvPr>
        </p:nvSpPr>
        <p:spPr/>
        <p:txBody>
          <a:bodyPr/>
          <a:lstStyle/>
          <a:p>
            <a:endParaRPr kumimoji="1" lang="zh-CN" altLang="en-US"/>
          </a:p>
        </p:txBody>
      </p:sp>
      <p:sp>
        <p:nvSpPr>
          <p:cNvPr id="6" name="Slide Number Placeholder 5"/>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247517222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5" name="Footer Placeholder 4"/>
          <p:cNvSpPr>
            <a:spLocks noGrp="1"/>
          </p:cNvSpPr>
          <p:nvPr>
            <p:ph type="ftr" sz="quarter" idx="11"/>
          </p:nvPr>
        </p:nvSpPr>
        <p:spPr/>
        <p:txBody>
          <a:bodyPr/>
          <a:lstStyle/>
          <a:p>
            <a:endParaRPr kumimoji="1" lang="zh-CN" altLang="en-US"/>
          </a:p>
        </p:txBody>
      </p:sp>
      <p:sp>
        <p:nvSpPr>
          <p:cNvPr id="6" name="Slide Number Placeholder 5"/>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9111682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5" name="Date Placeholder 4"/>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6" name="Footer Placeholder 5"/>
          <p:cNvSpPr>
            <a:spLocks noGrp="1"/>
          </p:cNvSpPr>
          <p:nvPr>
            <p:ph type="ftr" sz="quarter" idx="11"/>
          </p:nvPr>
        </p:nvSpPr>
        <p:spPr/>
        <p:txBody>
          <a:bodyPr/>
          <a:lstStyle/>
          <a:p>
            <a:endParaRPr kumimoji="1" lang="zh-CN" altLang="en-US"/>
          </a:p>
        </p:txBody>
      </p:sp>
      <p:sp>
        <p:nvSpPr>
          <p:cNvPr id="7" name="Slide Number Placeholder 6"/>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247513787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7" name="Date Placeholder 6"/>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8" name="Footer Placeholder 7"/>
          <p:cNvSpPr>
            <a:spLocks noGrp="1"/>
          </p:cNvSpPr>
          <p:nvPr>
            <p:ph type="ftr" sz="quarter" idx="11"/>
          </p:nvPr>
        </p:nvSpPr>
        <p:spPr/>
        <p:txBody>
          <a:bodyPr/>
          <a:lstStyle/>
          <a:p>
            <a:endParaRPr kumimoji="1" lang="zh-CN" altLang="en-US"/>
          </a:p>
        </p:txBody>
      </p:sp>
      <p:sp>
        <p:nvSpPr>
          <p:cNvPr id="9" name="Slide Number Placeholder 8"/>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110356725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4" name="Footer Placeholder 3"/>
          <p:cNvSpPr>
            <a:spLocks noGrp="1"/>
          </p:cNvSpPr>
          <p:nvPr>
            <p:ph type="ftr" sz="quarter" idx="11"/>
          </p:nvPr>
        </p:nvSpPr>
        <p:spPr/>
        <p:txBody>
          <a:bodyPr/>
          <a:lstStyle/>
          <a:p>
            <a:endParaRPr kumimoji="1" lang="zh-CN" altLang="en-US"/>
          </a:p>
        </p:txBody>
      </p:sp>
      <p:sp>
        <p:nvSpPr>
          <p:cNvPr id="5" name="Slide Number Placeholder 4"/>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104123243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3" name="Footer Placeholder 2"/>
          <p:cNvSpPr>
            <a:spLocks noGrp="1"/>
          </p:cNvSpPr>
          <p:nvPr>
            <p:ph type="ftr" sz="quarter" idx="11"/>
          </p:nvPr>
        </p:nvSpPr>
        <p:spPr/>
        <p:txBody>
          <a:bodyPr/>
          <a:lstStyle/>
          <a:p>
            <a:endParaRPr kumimoji="1" lang="zh-CN" altLang="en-US"/>
          </a:p>
        </p:txBody>
      </p:sp>
      <p:sp>
        <p:nvSpPr>
          <p:cNvPr id="4" name="Slide Number Placeholder 3"/>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31187705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6" name="Footer Placeholder 5"/>
          <p:cNvSpPr>
            <a:spLocks noGrp="1"/>
          </p:cNvSpPr>
          <p:nvPr>
            <p:ph type="ftr" sz="quarter" idx="11"/>
          </p:nvPr>
        </p:nvSpPr>
        <p:spPr/>
        <p:txBody>
          <a:bodyPr/>
          <a:lstStyle/>
          <a:p>
            <a:endParaRPr kumimoji="1" lang="zh-CN" altLang="en-US"/>
          </a:p>
        </p:txBody>
      </p:sp>
      <p:sp>
        <p:nvSpPr>
          <p:cNvPr id="7" name="Slide Number Placeholder 6"/>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38678568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6" name="Footer Placeholder 5"/>
          <p:cNvSpPr>
            <a:spLocks noGrp="1"/>
          </p:cNvSpPr>
          <p:nvPr>
            <p:ph type="ftr" sz="quarter" idx="11"/>
          </p:nvPr>
        </p:nvSpPr>
        <p:spPr/>
        <p:txBody>
          <a:bodyPr/>
          <a:lstStyle/>
          <a:p>
            <a:endParaRPr kumimoji="1" lang="zh-CN" altLang="en-US"/>
          </a:p>
        </p:txBody>
      </p:sp>
      <p:sp>
        <p:nvSpPr>
          <p:cNvPr id="7" name="Slide Number Placeholder 6"/>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3684111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5" name="Footer Placeholder 4"/>
          <p:cNvSpPr>
            <a:spLocks noGrp="1"/>
          </p:cNvSpPr>
          <p:nvPr>
            <p:ph type="ftr" sz="quarter" idx="11"/>
          </p:nvPr>
        </p:nvSpPr>
        <p:spPr/>
        <p:txBody>
          <a:bodyPr/>
          <a:lstStyle/>
          <a:p>
            <a:endParaRPr kumimoji="1" lang="zh-CN" altLang="en-US"/>
          </a:p>
        </p:txBody>
      </p:sp>
      <p:sp>
        <p:nvSpPr>
          <p:cNvPr id="6" name="Slide Number Placeholder 5"/>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408840805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10"/>
          </p:nvPr>
        </p:nvSpPr>
        <p:spPr/>
        <p:txBody>
          <a:bodyPr/>
          <a:lstStyle/>
          <a:p>
            <a:fld id="{7CBD5ED9-B70E-884E-91FA-FAFE97DBEACE}" type="datetimeFigureOut">
              <a:rPr kumimoji="1" lang="zh-CN" altLang="en-US" smtClean="0"/>
              <a:t>2023/9/14</a:t>
            </a:fld>
            <a:endParaRPr kumimoji="1" lang="zh-CN" altLang="en-US"/>
          </a:p>
        </p:txBody>
      </p:sp>
      <p:sp>
        <p:nvSpPr>
          <p:cNvPr id="5" name="Footer Placeholder 4"/>
          <p:cNvSpPr>
            <a:spLocks noGrp="1"/>
          </p:cNvSpPr>
          <p:nvPr>
            <p:ph type="ftr" sz="quarter" idx="11"/>
          </p:nvPr>
        </p:nvSpPr>
        <p:spPr/>
        <p:txBody>
          <a:bodyPr/>
          <a:lstStyle/>
          <a:p>
            <a:endParaRPr kumimoji="1" lang="zh-CN" altLang="en-US"/>
          </a:p>
        </p:txBody>
      </p:sp>
      <p:sp>
        <p:nvSpPr>
          <p:cNvPr id="6" name="Slide Number Placeholder 5"/>
          <p:cNvSpPr>
            <a:spLocks noGrp="1"/>
          </p:cNvSpPr>
          <p:nvPr>
            <p:ph type="sldNum" sz="quarter" idx="12"/>
          </p:nvPr>
        </p:nvSpPr>
        <p:spPr/>
        <p:txBody>
          <a:body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144790360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Text Only - 2 Columns">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p:custDataLst>
              <p:tags r:id="rId1"/>
            </p:custDataLst>
            <p:extLst>
              <p:ext uri="{D42A27DB-BD31-4B8C-83A1-F6EECF244321}">
                <p14:modId xmlns:p14="http://schemas.microsoft.com/office/powerpoint/2010/main" val="566598553"/>
              </p:ext>
            </p:extLst>
          </p:nvPr>
        </p:nvGraphicFramePr>
        <p:xfrm>
          <a:off x="1956" y="1589"/>
          <a:ext cx="1953" cy="1587"/>
        </p:xfrm>
        <a:graphic>
          <a:graphicData uri="http://schemas.openxmlformats.org/presentationml/2006/ole">
            <mc:AlternateContent xmlns:mc="http://schemas.openxmlformats.org/markup-compatibility/2006">
              <mc:Choice xmlns:v="urn:schemas-microsoft-com:vml" Requires="v">
                <p:oleObj name="think-cell Slide" r:id="rId4" imgW="572" imgH="429" progId="TCLayout.ActiveDocument.1">
                  <p:embed/>
                </p:oleObj>
              </mc:Choice>
              <mc:Fallback>
                <p:oleObj name="think-cell Slide" r:id="rId4" imgW="572" imgH="429" progId="TCLayout.ActiveDocument.1">
                  <p:embed/>
                  <p:pic>
                    <p:nvPicPr>
                      <p:cNvPr id="3" name="Object 2" hidden="1"/>
                      <p:cNvPicPr/>
                      <p:nvPr/>
                    </p:nvPicPr>
                    <p:blipFill>
                      <a:blip r:embed="rId5"/>
                      <a:stretch>
                        <a:fillRect/>
                      </a:stretch>
                    </p:blipFill>
                    <p:spPr>
                      <a:xfrm>
                        <a:off x="1956" y="1589"/>
                        <a:ext cx="1953" cy="1587"/>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9E1B95B4-61E7-47A7-B1BB-2BD732C55674}"/>
              </a:ext>
            </a:extLst>
          </p:cNvPr>
          <p:cNvSpPr/>
          <p:nvPr userDrawn="1">
            <p:custDataLst>
              <p:tags r:id="rId2"/>
            </p:custDataLst>
          </p:nvPr>
        </p:nvSpPr>
        <p:spPr>
          <a:xfrm>
            <a:off x="0" y="0"/>
            <a:ext cx="211667" cy="211667"/>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wrap="none" lIns="0" tIns="0" rIns="0" bIns="0" numCol="1" spcCol="0" rtlCol="0" anchor="ctr" anchorCtr="0">
            <a:noAutofit/>
          </a:bodyPr>
          <a:lstStyle/>
          <a:p>
            <a:pPr marL="0" lvl="0" indent="0" algn="ctr"/>
            <a:endParaRPr lang="en-GB" sz="2533" b="1" i="0" baseline="0" dirty="0" err="1">
              <a:latin typeface="Arial" panose="020B0604020202020204" pitchFamily="34" charset="0"/>
              <a:ea typeface="Roboto Medium" pitchFamily="2" charset="0"/>
              <a:cs typeface="Arial" panose="020B0604020202020204" pitchFamily="34" charset="0"/>
              <a:sym typeface="Arial" panose="020B0604020202020204" pitchFamily="34" charset="0"/>
            </a:endParaRPr>
          </a:p>
        </p:txBody>
      </p:sp>
      <p:sp>
        <p:nvSpPr>
          <p:cNvPr id="9" name="Slide Number Placeholder 8">
            <a:extLst>
              <a:ext uri="{FF2B5EF4-FFF2-40B4-BE49-F238E27FC236}">
                <a16:creationId xmlns:a16="http://schemas.microsoft.com/office/drawing/2014/main" id="{C2B4905A-3753-64B0-3E93-80C1314148C8}"/>
              </a:ext>
            </a:extLst>
          </p:cNvPr>
          <p:cNvSpPr>
            <a:spLocks noGrp="1"/>
          </p:cNvSpPr>
          <p:nvPr>
            <p:ph type="sldNum" sz="quarter" idx="16"/>
          </p:nvPr>
        </p:nvSpPr>
        <p:spPr>
          <a:xfrm>
            <a:off x="9207500" y="6366049"/>
            <a:ext cx="2743200" cy="263212"/>
          </a:xfrm>
        </p:spPr>
        <p:txBody>
          <a:bodyPr/>
          <a:lstStyle/>
          <a:p>
            <a:fld id="{CC6EE8D8-BDE1-7940-A77B-94F3F186491E}" type="slidenum">
              <a:rPr lang="en-GB" smtClean="0"/>
              <a:pPr/>
              <a:t>‹#›</a:t>
            </a:fld>
            <a:endParaRPr lang="en-GB" dirty="0"/>
          </a:p>
        </p:txBody>
      </p:sp>
      <p:sp>
        <p:nvSpPr>
          <p:cNvPr id="2" name="Text Placeholder 8">
            <a:extLst>
              <a:ext uri="{FF2B5EF4-FFF2-40B4-BE49-F238E27FC236}">
                <a16:creationId xmlns:a16="http://schemas.microsoft.com/office/drawing/2014/main" id="{A64CA487-A64E-93FD-2461-B91486007C7B}"/>
              </a:ext>
            </a:extLst>
          </p:cNvPr>
          <p:cNvSpPr>
            <a:spLocks noGrp="1"/>
          </p:cNvSpPr>
          <p:nvPr>
            <p:ph type="body" idx="1" hasCustomPrompt="1"/>
          </p:nvPr>
        </p:nvSpPr>
        <p:spPr>
          <a:xfrm>
            <a:off x="250069" y="1126517"/>
            <a:ext cx="11272013" cy="366183"/>
          </a:xfrm>
          <a:prstGeom prst="rect">
            <a:avLst/>
          </a:prstGeom>
        </p:spPr>
        <p:txBody>
          <a:bodyPr lIns="0" tIns="0" rIns="0" bIns="0" anchor="t">
            <a:noAutofit/>
          </a:bodyPr>
          <a:lstStyle>
            <a:lvl1pPr marL="0" indent="0">
              <a:buNone/>
              <a:defRPr sz="1867" b="0">
                <a:solidFill>
                  <a:schemeClr val="tx1"/>
                </a:solidFill>
              </a:defRPr>
            </a:lvl1pPr>
          </a:lstStyle>
          <a:p>
            <a:r>
              <a:rPr lang="en-GB" dirty="0"/>
              <a:t>Optional Subtitle Here</a:t>
            </a:r>
          </a:p>
        </p:txBody>
      </p:sp>
      <p:sp>
        <p:nvSpPr>
          <p:cNvPr id="5" name="Title 1">
            <a:extLst>
              <a:ext uri="{FF2B5EF4-FFF2-40B4-BE49-F238E27FC236}">
                <a16:creationId xmlns:a16="http://schemas.microsoft.com/office/drawing/2014/main" id="{176C6047-3C19-4514-EDC0-8E4DFBAA220F}"/>
              </a:ext>
            </a:extLst>
          </p:cNvPr>
          <p:cNvSpPr>
            <a:spLocks noGrp="1"/>
          </p:cNvSpPr>
          <p:nvPr>
            <p:ph type="title" hasCustomPrompt="1"/>
          </p:nvPr>
        </p:nvSpPr>
        <p:spPr>
          <a:xfrm>
            <a:off x="250071" y="536575"/>
            <a:ext cx="11272013" cy="586767"/>
          </a:xfrm>
        </p:spPr>
        <p:txBody>
          <a:bodyPr tIns="0" rIns="0" anchor="t">
            <a:noAutofit/>
          </a:bodyPr>
          <a:lstStyle>
            <a:lvl1pPr>
              <a:defRPr sz="3733"/>
            </a:lvl1pPr>
          </a:lstStyle>
          <a:p>
            <a:r>
              <a:rPr lang="en-GB" dirty="0"/>
              <a:t>Slide title</a:t>
            </a:r>
          </a:p>
        </p:txBody>
      </p:sp>
      <p:sp>
        <p:nvSpPr>
          <p:cNvPr id="7" name="Text Placeholder 8">
            <a:extLst>
              <a:ext uri="{FF2B5EF4-FFF2-40B4-BE49-F238E27FC236}">
                <a16:creationId xmlns:a16="http://schemas.microsoft.com/office/drawing/2014/main" id="{0F54AE9B-810E-B996-752D-70B6538E1879}"/>
              </a:ext>
            </a:extLst>
          </p:cNvPr>
          <p:cNvSpPr>
            <a:spLocks noGrp="1"/>
          </p:cNvSpPr>
          <p:nvPr>
            <p:ph type="body" idx="20" hasCustomPrompt="1"/>
          </p:nvPr>
        </p:nvSpPr>
        <p:spPr>
          <a:xfrm>
            <a:off x="250071" y="1797837"/>
            <a:ext cx="5351997" cy="336000"/>
          </a:xfrm>
          <a:prstGeom prst="rect">
            <a:avLst/>
          </a:prstGeom>
        </p:spPr>
        <p:txBody>
          <a:bodyPr lIns="0" tIns="0" rIns="0" bIns="0" anchor="t">
            <a:noAutofit/>
          </a:bodyPr>
          <a:lstStyle>
            <a:lvl1pPr marL="0" indent="0">
              <a:lnSpc>
                <a:spcPct val="90000"/>
              </a:lnSpc>
              <a:buNone/>
              <a:defRPr sz="1867" b="1">
                <a:solidFill>
                  <a:srgbClr val="0923FF"/>
                </a:solidFill>
              </a:defRPr>
            </a:lvl1pPr>
          </a:lstStyle>
          <a:p>
            <a:r>
              <a:rPr lang="en-GB" dirty="0"/>
              <a:t>Column heading</a:t>
            </a:r>
          </a:p>
        </p:txBody>
      </p:sp>
      <p:sp>
        <p:nvSpPr>
          <p:cNvPr id="11" name="Text Placeholder 29">
            <a:extLst>
              <a:ext uri="{FF2B5EF4-FFF2-40B4-BE49-F238E27FC236}">
                <a16:creationId xmlns:a16="http://schemas.microsoft.com/office/drawing/2014/main" id="{DADE09FA-BE79-4F20-277D-FAAC03245A8F}"/>
              </a:ext>
            </a:extLst>
          </p:cNvPr>
          <p:cNvSpPr>
            <a:spLocks noGrp="1"/>
          </p:cNvSpPr>
          <p:nvPr>
            <p:ph type="body" sz="quarter" idx="27"/>
          </p:nvPr>
        </p:nvSpPr>
        <p:spPr>
          <a:xfrm>
            <a:off x="250068" y="2396357"/>
            <a:ext cx="5352000" cy="3672127"/>
          </a:xfrm>
        </p:spPr>
        <p:txBody>
          <a:bodyPr lIns="0" tIns="0" rIns="0" bIns="0">
            <a:noAutofit/>
          </a:bodyPr>
          <a:lstStyle>
            <a:lvl1pPr>
              <a:buClr>
                <a:schemeClr val="tx2"/>
              </a:buClr>
              <a:defRPr/>
            </a:lvl1pPr>
            <a:lvl2pPr>
              <a:defRPr/>
            </a:lvl2pPr>
            <a:lvl3pPr>
              <a:buSzPct val="110000"/>
              <a:defRPr/>
            </a:lvl3pPr>
          </a:lstStyle>
          <a:p>
            <a:pPr lvl="0"/>
            <a:r>
              <a:rPr lang="en-GB" dirty="0"/>
              <a:t>Click to edit Master text styles</a:t>
            </a:r>
          </a:p>
          <a:p>
            <a:pPr lvl="1"/>
            <a:r>
              <a:rPr lang="en-GB" dirty="0"/>
              <a:t>Second level</a:t>
            </a:r>
          </a:p>
        </p:txBody>
      </p:sp>
      <p:sp>
        <p:nvSpPr>
          <p:cNvPr id="12" name="Text Placeholder 8">
            <a:extLst>
              <a:ext uri="{FF2B5EF4-FFF2-40B4-BE49-F238E27FC236}">
                <a16:creationId xmlns:a16="http://schemas.microsoft.com/office/drawing/2014/main" id="{7B41B6D8-ABC8-39EE-2C35-67402C97902D}"/>
              </a:ext>
            </a:extLst>
          </p:cNvPr>
          <p:cNvSpPr>
            <a:spLocks noGrp="1"/>
          </p:cNvSpPr>
          <p:nvPr>
            <p:ph type="body" idx="28" hasCustomPrompt="1"/>
          </p:nvPr>
        </p:nvSpPr>
        <p:spPr>
          <a:xfrm>
            <a:off x="6170086" y="1797837"/>
            <a:ext cx="5351997" cy="336000"/>
          </a:xfrm>
          <a:prstGeom prst="rect">
            <a:avLst/>
          </a:prstGeom>
        </p:spPr>
        <p:txBody>
          <a:bodyPr lIns="0" tIns="0" rIns="0" bIns="0" anchor="t">
            <a:noAutofit/>
          </a:bodyPr>
          <a:lstStyle>
            <a:lvl1pPr marL="0" indent="0">
              <a:lnSpc>
                <a:spcPct val="90000"/>
              </a:lnSpc>
              <a:buNone/>
              <a:defRPr sz="1867" b="1">
                <a:solidFill>
                  <a:srgbClr val="0923FF"/>
                </a:solidFill>
              </a:defRPr>
            </a:lvl1pPr>
          </a:lstStyle>
          <a:p>
            <a:r>
              <a:rPr lang="en-GB" dirty="0"/>
              <a:t>Column heading</a:t>
            </a:r>
          </a:p>
        </p:txBody>
      </p:sp>
      <p:sp>
        <p:nvSpPr>
          <p:cNvPr id="15" name="Text Placeholder 29">
            <a:extLst>
              <a:ext uri="{FF2B5EF4-FFF2-40B4-BE49-F238E27FC236}">
                <a16:creationId xmlns:a16="http://schemas.microsoft.com/office/drawing/2014/main" id="{E259A088-EEB7-3EF6-C86A-BE3084DAE4EC}"/>
              </a:ext>
            </a:extLst>
          </p:cNvPr>
          <p:cNvSpPr>
            <a:spLocks noGrp="1"/>
          </p:cNvSpPr>
          <p:nvPr>
            <p:ph type="body" sz="quarter" idx="29"/>
          </p:nvPr>
        </p:nvSpPr>
        <p:spPr>
          <a:xfrm>
            <a:off x="6170084" y="2396357"/>
            <a:ext cx="5352000" cy="3672127"/>
          </a:xfrm>
        </p:spPr>
        <p:txBody>
          <a:bodyPr lIns="0" tIns="0" rIns="0" bIns="0">
            <a:noAutofit/>
          </a:bodyPr>
          <a:lstStyle>
            <a:lvl1pPr>
              <a:buClr>
                <a:schemeClr val="tx2"/>
              </a:buClr>
              <a:defRPr/>
            </a:lvl1pPr>
            <a:lvl3pPr>
              <a:buSzPct val="110000"/>
              <a:defRPr/>
            </a:lvl3pPr>
          </a:lstStyle>
          <a:p>
            <a:pPr lvl="0"/>
            <a:r>
              <a:rPr lang="en-GB" dirty="0"/>
              <a:t>Click to edit Master text styles</a:t>
            </a:r>
          </a:p>
          <a:p>
            <a:pPr lvl="1"/>
            <a:r>
              <a:rPr lang="en-GB" dirty="0"/>
              <a:t>Second level</a:t>
            </a:r>
          </a:p>
        </p:txBody>
      </p:sp>
      <p:sp>
        <p:nvSpPr>
          <p:cNvPr id="10" name="Text Placeholder 29">
            <a:extLst>
              <a:ext uri="{FF2B5EF4-FFF2-40B4-BE49-F238E27FC236}">
                <a16:creationId xmlns:a16="http://schemas.microsoft.com/office/drawing/2014/main" id="{660D357D-E0AF-7F9B-47C9-08B091A85032}"/>
              </a:ext>
            </a:extLst>
          </p:cNvPr>
          <p:cNvSpPr>
            <a:spLocks noGrp="1"/>
          </p:cNvSpPr>
          <p:nvPr>
            <p:ph type="body" sz="quarter" idx="30" hasCustomPrompt="1"/>
          </p:nvPr>
        </p:nvSpPr>
        <p:spPr>
          <a:xfrm>
            <a:off x="250069" y="215386"/>
            <a:ext cx="5845929" cy="201627"/>
          </a:xfrm>
        </p:spPr>
        <p:txBody>
          <a:bodyPr lIns="0" tIns="0" rIns="0" bIns="0">
            <a:noAutofit/>
          </a:bodyPr>
          <a:lstStyle>
            <a:lvl1pPr marL="0" indent="0">
              <a:buNone/>
              <a:defRPr sz="933"/>
            </a:lvl1pPr>
            <a:lvl3pPr>
              <a:buSzPct val="110000"/>
              <a:defRPr/>
            </a:lvl3pPr>
          </a:lstStyle>
          <a:p>
            <a:pPr lvl="0"/>
            <a:r>
              <a:rPr lang="en-GB" dirty="0"/>
              <a:t>Click to add section title</a:t>
            </a:r>
            <a:endParaRPr lang="en-US" dirty="0"/>
          </a:p>
        </p:txBody>
      </p:sp>
    </p:spTree>
    <p:extLst>
      <p:ext uri="{BB962C8B-B14F-4D97-AF65-F5344CB8AC3E}">
        <p14:creationId xmlns:p14="http://schemas.microsoft.com/office/powerpoint/2010/main" val="180339801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A109F9E-7EB5-D464-800F-DCF7B71DC31C}"/>
              </a:ext>
            </a:extLst>
          </p:cNvPr>
          <p:cNvSpPr>
            <a:spLocks noGrp="1"/>
          </p:cNvSpPr>
          <p:nvPr>
            <p:ph type="ctrTitle"/>
          </p:nvPr>
        </p:nvSpPr>
        <p:spPr>
          <a:xfrm>
            <a:off x="1524000" y="1122363"/>
            <a:ext cx="9144000" cy="2387600"/>
          </a:xfrm>
        </p:spPr>
        <p:txBody>
          <a:bodyPr anchor="b"/>
          <a:lstStyle>
            <a:lvl1pPr algn="ctr">
              <a:defRPr sz="6000" b="0" i="0">
                <a:latin typeface="Alibaba PuHuiTi" pitchFamily="18" charset="-122"/>
                <a:ea typeface="Alibaba PuHuiTi" pitchFamily="18" charset="-122"/>
              </a:defRPr>
            </a:lvl1pPr>
          </a:lstStyle>
          <a:p>
            <a:r>
              <a:rPr kumimoji="1" lang="zh-CN" altLang="en-US" dirty="0"/>
              <a:t>单击此处编辑母版标题样式</a:t>
            </a:r>
          </a:p>
        </p:txBody>
      </p:sp>
      <p:sp>
        <p:nvSpPr>
          <p:cNvPr id="3" name="副标题 2">
            <a:extLst>
              <a:ext uri="{FF2B5EF4-FFF2-40B4-BE49-F238E27FC236}">
                <a16:creationId xmlns:a16="http://schemas.microsoft.com/office/drawing/2014/main" id="{F56D1C8F-1357-9251-B9A9-7A43910721F2}"/>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zh-CN" altLang="en-US"/>
              <a:t>单击此处编辑母版副标题样式</a:t>
            </a:r>
          </a:p>
        </p:txBody>
      </p:sp>
      <p:sp>
        <p:nvSpPr>
          <p:cNvPr id="4" name="日期占位符 3">
            <a:extLst>
              <a:ext uri="{FF2B5EF4-FFF2-40B4-BE49-F238E27FC236}">
                <a16:creationId xmlns:a16="http://schemas.microsoft.com/office/drawing/2014/main" id="{6A6ACAE3-2266-0EFB-5FE7-55EA6648C029}"/>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5" name="页脚占位符 4">
            <a:extLst>
              <a:ext uri="{FF2B5EF4-FFF2-40B4-BE49-F238E27FC236}">
                <a16:creationId xmlns:a16="http://schemas.microsoft.com/office/drawing/2014/main" id="{06A53F10-E8EE-9416-0FC5-07A34209F57D}"/>
              </a:ext>
            </a:extLst>
          </p:cNvPr>
          <p:cNvSpPr>
            <a:spLocks noGrp="1"/>
          </p:cNvSpPr>
          <p:nvPr>
            <p:ph type="ftr" sz="quarter" idx="11"/>
          </p:nvPr>
        </p:nvSpPr>
        <p:spPr/>
        <p:txBody>
          <a:bodyPr/>
          <a:lstStyle/>
          <a:p>
            <a:endParaRPr kumimoji="1" lang="zh-CN" altLang="en-US"/>
          </a:p>
        </p:txBody>
      </p:sp>
      <p:sp>
        <p:nvSpPr>
          <p:cNvPr id="6" name="灯片编号占位符 5">
            <a:extLst>
              <a:ext uri="{FF2B5EF4-FFF2-40B4-BE49-F238E27FC236}">
                <a16:creationId xmlns:a16="http://schemas.microsoft.com/office/drawing/2014/main" id="{460DB11A-FBE6-7931-6949-ACC36F534963}"/>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329742810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6C73B87-205A-7C14-E526-82B944B7179A}"/>
              </a:ext>
            </a:extLst>
          </p:cNvPr>
          <p:cNvSpPr>
            <a:spLocks noGrp="1"/>
          </p:cNvSpPr>
          <p:nvPr>
            <p:ph type="title"/>
          </p:nvPr>
        </p:nvSpPr>
        <p:spPr/>
        <p:txBody>
          <a:bodyPr/>
          <a:lstStyle>
            <a:lvl1pPr>
              <a:defRPr b="0" i="0">
                <a:latin typeface="Alibaba PuHuiTi" pitchFamily="18" charset="-122"/>
                <a:ea typeface="Alibaba PuHuiTi" pitchFamily="18" charset="-122"/>
              </a:defRPr>
            </a:lvl1pPr>
          </a:lstStyle>
          <a:p>
            <a:r>
              <a:rPr kumimoji="1" lang="zh-CN" altLang="en-US" dirty="0"/>
              <a:t>单击此处编辑母版标题样式</a:t>
            </a:r>
          </a:p>
        </p:txBody>
      </p:sp>
      <p:sp>
        <p:nvSpPr>
          <p:cNvPr id="3" name="内容占位符 2">
            <a:extLst>
              <a:ext uri="{FF2B5EF4-FFF2-40B4-BE49-F238E27FC236}">
                <a16:creationId xmlns:a16="http://schemas.microsoft.com/office/drawing/2014/main" id="{AB639C5A-6FCA-C054-FD6E-C18066901E2B}"/>
              </a:ext>
            </a:extLst>
          </p:cNvPr>
          <p:cNvSpPr>
            <a:spLocks noGrp="1"/>
          </p:cNvSpPr>
          <p:nvPr>
            <p:ph idx="1"/>
          </p:nvPr>
        </p:nvSpPr>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id="{EEDD716F-FBC9-0868-2A0E-C554E179A4D8}"/>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5" name="页脚占位符 4">
            <a:extLst>
              <a:ext uri="{FF2B5EF4-FFF2-40B4-BE49-F238E27FC236}">
                <a16:creationId xmlns:a16="http://schemas.microsoft.com/office/drawing/2014/main" id="{4C1CBBCB-5AB4-8F9E-7237-20312B3A7570}"/>
              </a:ext>
            </a:extLst>
          </p:cNvPr>
          <p:cNvSpPr>
            <a:spLocks noGrp="1"/>
          </p:cNvSpPr>
          <p:nvPr>
            <p:ph type="ftr" sz="quarter" idx="11"/>
          </p:nvPr>
        </p:nvSpPr>
        <p:spPr/>
        <p:txBody>
          <a:bodyPr/>
          <a:lstStyle/>
          <a:p>
            <a:endParaRPr kumimoji="1" lang="zh-CN" altLang="en-US"/>
          </a:p>
        </p:txBody>
      </p:sp>
      <p:sp>
        <p:nvSpPr>
          <p:cNvPr id="6" name="灯片编号占位符 5">
            <a:extLst>
              <a:ext uri="{FF2B5EF4-FFF2-40B4-BE49-F238E27FC236}">
                <a16:creationId xmlns:a16="http://schemas.microsoft.com/office/drawing/2014/main" id="{A0667C20-C599-515D-31C9-1A0E480C2386}"/>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49077710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2D6C2EB-5E11-73F7-E059-4B35D75481D8}"/>
              </a:ext>
            </a:extLst>
          </p:cNvPr>
          <p:cNvSpPr>
            <a:spLocks noGrp="1"/>
          </p:cNvSpPr>
          <p:nvPr>
            <p:ph type="title"/>
          </p:nvPr>
        </p:nvSpPr>
        <p:spPr>
          <a:xfrm>
            <a:off x="831850" y="1709738"/>
            <a:ext cx="10515600" cy="2852737"/>
          </a:xfrm>
        </p:spPr>
        <p:txBody>
          <a:bodyPr anchor="b"/>
          <a:lstStyle>
            <a:lvl1pPr>
              <a:defRPr sz="6000" b="0" i="0">
                <a:latin typeface="Alibaba PuHuiTi" pitchFamily="18" charset="-122"/>
                <a:ea typeface="Alibaba PuHuiTi" pitchFamily="18" charset="-122"/>
              </a:defRPr>
            </a:lvl1pPr>
          </a:lstStyle>
          <a:p>
            <a:r>
              <a:rPr kumimoji="1" lang="zh-CN" altLang="en-US" dirty="0"/>
              <a:t>单击此处编辑母版标题样式</a:t>
            </a:r>
          </a:p>
        </p:txBody>
      </p:sp>
      <p:sp>
        <p:nvSpPr>
          <p:cNvPr id="3" name="文本占位符 2">
            <a:extLst>
              <a:ext uri="{FF2B5EF4-FFF2-40B4-BE49-F238E27FC236}">
                <a16:creationId xmlns:a16="http://schemas.microsoft.com/office/drawing/2014/main" id="{882BBBA2-1E65-804E-EEB8-190EA2228492}"/>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kumimoji="1" lang="zh-CN" altLang="en-US"/>
              <a:t>单击此处编辑母版文本样式</a:t>
            </a:r>
          </a:p>
        </p:txBody>
      </p:sp>
      <p:sp>
        <p:nvSpPr>
          <p:cNvPr id="4" name="日期占位符 3">
            <a:extLst>
              <a:ext uri="{FF2B5EF4-FFF2-40B4-BE49-F238E27FC236}">
                <a16:creationId xmlns:a16="http://schemas.microsoft.com/office/drawing/2014/main" id="{C8C5B09A-D04E-C22E-E49E-F8C40469DD33}"/>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5" name="页脚占位符 4">
            <a:extLst>
              <a:ext uri="{FF2B5EF4-FFF2-40B4-BE49-F238E27FC236}">
                <a16:creationId xmlns:a16="http://schemas.microsoft.com/office/drawing/2014/main" id="{28FC8A83-11C5-40CE-485F-443A4247A33F}"/>
              </a:ext>
            </a:extLst>
          </p:cNvPr>
          <p:cNvSpPr>
            <a:spLocks noGrp="1"/>
          </p:cNvSpPr>
          <p:nvPr>
            <p:ph type="ftr" sz="quarter" idx="11"/>
          </p:nvPr>
        </p:nvSpPr>
        <p:spPr/>
        <p:txBody>
          <a:bodyPr/>
          <a:lstStyle/>
          <a:p>
            <a:endParaRPr kumimoji="1" lang="zh-CN" altLang="en-US"/>
          </a:p>
        </p:txBody>
      </p:sp>
      <p:sp>
        <p:nvSpPr>
          <p:cNvPr id="6" name="灯片编号占位符 5">
            <a:extLst>
              <a:ext uri="{FF2B5EF4-FFF2-40B4-BE49-F238E27FC236}">
                <a16:creationId xmlns:a16="http://schemas.microsoft.com/office/drawing/2014/main" id="{4CF49BB3-973C-A8B5-CB70-4E723AC7640F}"/>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191025395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C82BB1E-164A-F4FF-8DFC-EC4208FC7E2B}"/>
              </a:ext>
            </a:extLst>
          </p:cNvPr>
          <p:cNvSpPr>
            <a:spLocks noGrp="1"/>
          </p:cNvSpPr>
          <p:nvPr>
            <p:ph type="title"/>
          </p:nvPr>
        </p:nvSpPr>
        <p:spPr/>
        <p:txBody>
          <a:bodyPr/>
          <a:lstStyle>
            <a:lvl1pPr>
              <a:defRPr b="0" i="0">
                <a:latin typeface="Alibaba PuHuiTi" pitchFamily="18" charset="-122"/>
                <a:ea typeface="Alibaba PuHuiTi" pitchFamily="18" charset="-122"/>
              </a:defRPr>
            </a:lvl1pPr>
          </a:lstStyle>
          <a:p>
            <a:r>
              <a:rPr kumimoji="1" lang="zh-CN" altLang="en-US" dirty="0"/>
              <a:t>单击此处编辑母版标题样式</a:t>
            </a:r>
          </a:p>
        </p:txBody>
      </p:sp>
      <p:sp>
        <p:nvSpPr>
          <p:cNvPr id="3" name="内容占位符 2">
            <a:extLst>
              <a:ext uri="{FF2B5EF4-FFF2-40B4-BE49-F238E27FC236}">
                <a16:creationId xmlns:a16="http://schemas.microsoft.com/office/drawing/2014/main" id="{791AA183-8650-CEED-FAC5-DCFB5EA41670}"/>
              </a:ext>
            </a:extLst>
          </p:cNvPr>
          <p:cNvSpPr>
            <a:spLocks noGrp="1"/>
          </p:cNvSpPr>
          <p:nvPr>
            <p:ph sz="half" idx="1"/>
          </p:nvPr>
        </p:nvSpPr>
        <p:spPr>
          <a:xfrm>
            <a:off x="838200" y="1825625"/>
            <a:ext cx="5181600" cy="4351338"/>
          </a:xfr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内容占位符 3">
            <a:extLst>
              <a:ext uri="{FF2B5EF4-FFF2-40B4-BE49-F238E27FC236}">
                <a16:creationId xmlns:a16="http://schemas.microsoft.com/office/drawing/2014/main" id="{9D277565-6701-C908-6522-D027AD85C714}"/>
              </a:ext>
            </a:extLst>
          </p:cNvPr>
          <p:cNvSpPr>
            <a:spLocks noGrp="1"/>
          </p:cNvSpPr>
          <p:nvPr>
            <p:ph sz="half" idx="2"/>
          </p:nvPr>
        </p:nvSpPr>
        <p:spPr>
          <a:xfrm>
            <a:off x="6172200" y="1825625"/>
            <a:ext cx="5181600" cy="4351338"/>
          </a:xfr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5" name="日期占位符 4">
            <a:extLst>
              <a:ext uri="{FF2B5EF4-FFF2-40B4-BE49-F238E27FC236}">
                <a16:creationId xmlns:a16="http://schemas.microsoft.com/office/drawing/2014/main" id="{33A5959C-7716-FED8-7DB3-F0B085F19DF1}"/>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6" name="页脚占位符 5">
            <a:extLst>
              <a:ext uri="{FF2B5EF4-FFF2-40B4-BE49-F238E27FC236}">
                <a16:creationId xmlns:a16="http://schemas.microsoft.com/office/drawing/2014/main" id="{D6FB4A4F-B5B9-6D4E-B679-8ECEA010B3A0}"/>
              </a:ext>
            </a:extLst>
          </p:cNvPr>
          <p:cNvSpPr>
            <a:spLocks noGrp="1"/>
          </p:cNvSpPr>
          <p:nvPr>
            <p:ph type="ftr" sz="quarter" idx="11"/>
          </p:nvPr>
        </p:nvSpPr>
        <p:spPr/>
        <p:txBody>
          <a:bodyPr/>
          <a:lstStyle/>
          <a:p>
            <a:endParaRPr kumimoji="1" lang="zh-CN" altLang="en-US"/>
          </a:p>
        </p:txBody>
      </p:sp>
      <p:sp>
        <p:nvSpPr>
          <p:cNvPr id="7" name="灯片编号占位符 6">
            <a:extLst>
              <a:ext uri="{FF2B5EF4-FFF2-40B4-BE49-F238E27FC236}">
                <a16:creationId xmlns:a16="http://schemas.microsoft.com/office/drawing/2014/main" id="{43D0277A-474B-F12E-0A64-E7496AEB0796}"/>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289990491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C09F0DC-A255-D78F-ED94-1DBDA33FD128}"/>
              </a:ext>
            </a:extLst>
          </p:cNvPr>
          <p:cNvSpPr>
            <a:spLocks noGrp="1"/>
          </p:cNvSpPr>
          <p:nvPr>
            <p:ph type="title"/>
          </p:nvPr>
        </p:nvSpPr>
        <p:spPr>
          <a:xfrm>
            <a:off x="839788" y="365125"/>
            <a:ext cx="10515600" cy="1325563"/>
          </a:xfrm>
        </p:spPr>
        <p:txBody>
          <a:bodyPr/>
          <a:lstStyle>
            <a:lvl1pPr>
              <a:defRPr b="0" i="0">
                <a:latin typeface="Alibaba PuHuiTi" pitchFamily="18" charset="-122"/>
                <a:ea typeface="Alibaba PuHuiTi" pitchFamily="18" charset="-122"/>
              </a:defRPr>
            </a:lvl1pPr>
          </a:lstStyle>
          <a:p>
            <a:r>
              <a:rPr kumimoji="1" lang="zh-CN" altLang="en-US" dirty="0"/>
              <a:t>单击此处编辑母版标题样式</a:t>
            </a:r>
          </a:p>
        </p:txBody>
      </p:sp>
      <p:sp>
        <p:nvSpPr>
          <p:cNvPr id="3" name="文本占位符 2">
            <a:extLst>
              <a:ext uri="{FF2B5EF4-FFF2-40B4-BE49-F238E27FC236}">
                <a16:creationId xmlns:a16="http://schemas.microsoft.com/office/drawing/2014/main" id="{507EAAA3-099A-08A2-BC3D-EE42D4639AC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a:t>单击此处编辑母版文本样式</a:t>
            </a:r>
          </a:p>
        </p:txBody>
      </p:sp>
      <p:sp>
        <p:nvSpPr>
          <p:cNvPr id="4" name="内容占位符 3">
            <a:extLst>
              <a:ext uri="{FF2B5EF4-FFF2-40B4-BE49-F238E27FC236}">
                <a16:creationId xmlns:a16="http://schemas.microsoft.com/office/drawing/2014/main" id="{8C9BF085-0754-B4C1-D026-0CD9E3E3699E}"/>
              </a:ext>
            </a:extLst>
          </p:cNvPr>
          <p:cNvSpPr>
            <a:spLocks noGrp="1"/>
          </p:cNvSpPr>
          <p:nvPr>
            <p:ph sz="half" idx="2"/>
          </p:nvPr>
        </p:nvSpPr>
        <p:spPr>
          <a:xfrm>
            <a:off x="839788" y="2505075"/>
            <a:ext cx="5157787" cy="3684588"/>
          </a:xfr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5" name="文本占位符 4">
            <a:extLst>
              <a:ext uri="{FF2B5EF4-FFF2-40B4-BE49-F238E27FC236}">
                <a16:creationId xmlns:a16="http://schemas.microsoft.com/office/drawing/2014/main" id="{D6B3CB5E-38F5-D189-355E-7F779E22404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a:t>单击此处编辑母版文本样式</a:t>
            </a:r>
          </a:p>
        </p:txBody>
      </p:sp>
      <p:sp>
        <p:nvSpPr>
          <p:cNvPr id="6" name="内容占位符 5">
            <a:extLst>
              <a:ext uri="{FF2B5EF4-FFF2-40B4-BE49-F238E27FC236}">
                <a16:creationId xmlns:a16="http://schemas.microsoft.com/office/drawing/2014/main" id="{2CDC1A7C-F182-3958-F565-4299D155FFB3}"/>
              </a:ext>
            </a:extLst>
          </p:cNvPr>
          <p:cNvSpPr>
            <a:spLocks noGrp="1"/>
          </p:cNvSpPr>
          <p:nvPr>
            <p:ph sz="quarter" idx="4"/>
          </p:nvPr>
        </p:nvSpPr>
        <p:spPr>
          <a:xfrm>
            <a:off x="6172200" y="2505075"/>
            <a:ext cx="5183188" cy="3684588"/>
          </a:xfrm>
        </p:spPr>
        <p:txBody>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7" name="日期占位符 6">
            <a:extLst>
              <a:ext uri="{FF2B5EF4-FFF2-40B4-BE49-F238E27FC236}">
                <a16:creationId xmlns:a16="http://schemas.microsoft.com/office/drawing/2014/main" id="{90EE715D-E5CA-7C13-79B8-8803EDD3B3B5}"/>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8" name="页脚占位符 7">
            <a:extLst>
              <a:ext uri="{FF2B5EF4-FFF2-40B4-BE49-F238E27FC236}">
                <a16:creationId xmlns:a16="http://schemas.microsoft.com/office/drawing/2014/main" id="{DF8A9A16-651B-1711-D9DA-F73DD85031A5}"/>
              </a:ext>
            </a:extLst>
          </p:cNvPr>
          <p:cNvSpPr>
            <a:spLocks noGrp="1"/>
          </p:cNvSpPr>
          <p:nvPr>
            <p:ph type="ftr" sz="quarter" idx="11"/>
          </p:nvPr>
        </p:nvSpPr>
        <p:spPr/>
        <p:txBody>
          <a:bodyPr/>
          <a:lstStyle/>
          <a:p>
            <a:endParaRPr kumimoji="1" lang="zh-CN" altLang="en-US"/>
          </a:p>
        </p:txBody>
      </p:sp>
      <p:sp>
        <p:nvSpPr>
          <p:cNvPr id="9" name="灯片编号占位符 8">
            <a:extLst>
              <a:ext uri="{FF2B5EF4-FFF2-40B4-BE49-F238E27FC236}">
                <a16:creationId xmlns:a16="http://schemas.microsoft.com/office/drawing/2014/main" id="{A05A8B64-8755-5432-F5DF-F7F182480A7D}"/>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6974903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A9E32F2-3593-EB83-A15D-17670F4256B8}"/>
              </a:ext>
            </a:extLst>
          </p:cNvPr>
          <p:cNvSpPr>
            <a:spLocks noGrp="1"/>
          </p:cNvSpPr>
          <p:nvPr>
            <p:ph type="title"/>
          </p:nvPr>
        </p:nvSpPr>
        <p:spPr/>
        <p:txBody>
          <a:bodyPr/>
          <a:lstStyle>
            <a:lvl1pPr>
              <a:defRPr b="0" i="0">
                <a:latin typeface="Alibaba PuHuiTi" pitchFamily="18" charset="-122"/>
                <a:ea typeface="Alibaba PuHuiTi" pitchFamily="18" charset="-122"/>
              </a:defRPr>
            </a:lvl1pPr>
          </a:lstStyle>
          <a:p>
            <a:r>
              <a:rPr kumimoji="1" lang="zh-CN" altLang="en-US" dirty="0"/>
              <a:t>单击此处编辑母版标题样式</a:t>
            </a:r>
          </a:p>
        </p:txBody>
      </p:sp>
      <p:sp>
        <p:nvSpPr>
          <p:cNvPr id="3" name="日期占位符 2">
            <a:extLst>
              <a:ext uri="{FF2B5EF4-FFF2-40B4-BE49-F238E27FC236}">
                <a16:creationId xmlns:a16="http://schemas.microsoft.com/office/drawing/2014/main" id="{07C247AE-4D97-EEE5-301F-45BA84A1988D}"/>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4" name="页脚占位符 3">
            <a:extLst>
              <a:ext uri="{FF2B5EF4-FFF2-40B4-BE49-F238E27FC236}">
                <a16:creationId xmlns:a16="http://schemas.microsoft.com/office/drawing/2014/main" id="{29AAD764-4CE0-266E-71FF-62AC63635BD3}"/>
              </a:ext>
            </a:extLst>
          </p:cNvPr>
          <p:cNvSpPr>
            <a:spLocks noGrp="1"/>
          </p:cNvSpPr>
          <p:nvPr>
            <p:ph type="ftr" sz="quarter" idx="11"/>
          </p:nvPr>
        </p:nvSpPr>
        <p:spPr/>
        <p:txBody>
          <a:bodyPr/>
          <a:lstStyle/>
          <a:p>
            <a:endParaRPr kumimoji="1" lang="zh-CN" altLang="en-US"/>
          </a:p>
        </p:txBody>
      </p:sp>
      <p:sp>
        <p:nvSpPr>
          <p:cNvPr id="5" name="灯片编号占位符 4">
            <a:extLst>
              <a:ext uri="{FF2B5EF4-FFF2-40B4-BE49-F238E27FC236}">
                <a16:creationId xmlns:a16="http://schemas.microsoft.com/office/drawing/2014/main" id="{36F93EC6-1034-7EA1-39DB-7E6F468F45AE}"/>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29588262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84EB369F-0741-58E5-B0D0-CC5D033D6995}"/>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3" name="页脚占位符 2">
            <a:extLst>
              <a:ext uri="{FF2B5EF4-FFF2-40B4-BE49-F238E27FC236}">
                <a16:creationId xmlns:a16="http://schemas.microsoft.com/office/drawing/2014/main" id="{27E0F0DC-E2CB-5837-FD5F-2FB9BF6BD6DD}"/>
              </a:ext>
            </a:extLst>
          </p:cNvPr>
          <p:cNvSpPr>
            <a:spLocks noGrp="1"/>
          </p:cNvSpPr>
          <p:nvPr>
            <p:ph type="ftr" sz="quarter" idx="11"/>
          </p:nvPr>
        </p:nvSpPr>
        <p:spPr/>
        <p:txBody>
          <a:bodyPr/>
          <a:lstStyle/>
          <a:p>
            <a:endParaRPr kumimoji="1" lang="zh-CN" altLang="en-US"/>
          </a:p>
        </p:txBody>
      </p:sp>
      <p:sp>
        <p:nvSpPr>
          <p:cNvPr id="4" name="灯片编号占位符 3">
            <a:extLst>
              <a:ext uri="{FF2B5EF4-FFF2-40B4-BE49-F238E27FC236}">
                <a16:creationId xmlns:a16="http://schemas.microsoft.com/office/drawing/2014/main" id="{0196880F-E416-BA00-E8D2-5FB79B08BAA0}"/>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131971089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1E3389-7076-9823-0CBE-8B1CEBA3F6DE}"/>
              </a:ext>
            </a:extLst>
          </p:cNvPr>
          <p:cNvSpPr>
            <a:spLocks noGrp="1"/>
          </p:cNvSpPr>
          <p:nvPr>
            <p:ph type="title"/>
          </p:nvPr>
        </p:nvSpPr>
        <p:spPr>
          <a:xfrm>
            <a:off x="839788" y="457200"/>
            <a:ext cx="3932237" cy="1600200"/>
          </a:xfrm>
        </p:spPr>
        <p:txBody>
          <a:bodyPr anchor="b"/>
          <a:lstStyle>
            <a:lvl1pPr>
              <a:defRPr sz="3200" b="0" i="0">
                <a:latin typeface="Alibaba PuHuiTi" pitchFamily="18" charset="-122"/>
                <a:ea typeface="Alibaba PuHuiTi" pitchFamily="18" charset="-122"/>
              </a:defRPr>
            </a:lvl1pPr>
          </a:lstStyle>
          <a:p>
            <a:r>
              <a:rPr kumimoji="1" lang="zh-CN" altLang="en-US" dirty="0"/>
              <a:t>单击此处编辑母版标题样式</a:t>
            </a:r>
          </a:p>
        </p:txBody>
      </p:sp>
      <p:sp>
        <p:nvSpPr>
          <p:cNvPr id="3" name="内容占位符 2">
            <a:extLst>
              <a:ext uri="{FF2B5EF4-FFF2-40B4-BE49-F238E27FC236}">
                <a16:creationId xmlns:a16="http://schemas.microsoft.com/office/drawing/2014/main" id="{26D229EA-5678-7F47-8D84-4BA30F1F11B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文本占位符 3">
            <a:extLst>
              <a:ext uri="{FF2B5EF4-FFF2-40B4-BE49-F238E27FC236}">
                <a16:creationId xmlns:a16="http://schemas.microsoft.com/office/drawing/2014/main" id="{FE7209D4-525A-1F32-11AD-90E64D25299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a:t>单击此处编辑母版文本样式</a:t>
            </a:r>
          </a:p>
        </p:txBody>
      </p:sp>
      <p:sp>
        <p:nvSpPr>
          <p:cNvPr id="5" name="日期占位符 4">
            <a:extLst>
              <a:ext uri="{FF2B5EF4-FFF2-40B4-BE49-F238E27FC236}">
                <a16:creationId xmlns:a16="http://schemas.microsoft.com/office/drawing/2014/main" id="{EC58ACF2-CADE-750B-8F33-5770A11F7170}"/>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6" name="页脚占位符 5">
            <a:extLst>
              <a:ext uri="{FF2B5EF4-FFF2-40B4-BE49-F238E27FC236}">
                <a16:creationId xmlns:a16="http://schemas.microsoft.com/office/drawing/2014/main" id="{815D8D85-4E1F-A188-FCFD-593AC9726C6B}"/>
              </a:ext>
            </a:extLst>
          </p:cNvPr>
          <p:cNvSpPr>
            <a:spLocks noGrp="1"/>
          </p:cNvSpPr>
          <p:nvPr>
            <p:ph type="ftr" sz="quarter" idx="11"/>
          </p:nvPr>
        </p:nvSpPr>
        <p:spPr/>
        <p:txBody>
          <a:bodyPr/>
          <a:lstStyle/>
          <a:p>
            <a:endParaRPr kumimoji="1" lang="zh-CN" altLang="en-US"/>
          </a:p>
        </p:txBody>
      </p:sp>
      <p:sp>
        <p:nvSpPr>
          <p:cNvPr id="7" name="灯片编号占位符 6">
            <a:extLst>
              <a:ext uri="{FF2B5EF4-FFF2-40B4-BE49-F238E27FC236}">
                <a16:creationId xmlns:a16="http://schemas.microsoft.com/office/drawing/2014/main" id="{06AD70A8-735C-A2B6-3327-6B97ACE653FA}"/>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171527182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2209EC6-1930-5AAD-B625-F0F2DE5F9FD5}"/>
              </a:ext>
            </a:extLst>
          </p:cNvPr>
          <p:cNvSpPr>
            <a:spLocks noGrp="1"/>
          </p:cNvSpPr>
          <p:nvPr>
            <p:ph type="title"/>
          </p:nvPr>
        </p:nvSpPr>
        <p:spPr>
          <a:xfrm>
            <a:off x="839788" y="457200"/>
            <a:ext cx="3932237" cy="1600200"/>
          </a:xfrm>
        </p:spPr>
        <p:txBody>
          <a:bodyPr anchor="b"/>
          <a:lstStyle>
            <a:lvl1pPr>
              <a:defRPr sz="3200" b="0" i="0">
                <a:latin typeface="Alibaba PuHuiTi" pitchFamily="18" charset="-122"/>
                <a:ea typeface="Alibaba PuHuiTi" pitchFamily="18" charset="-122"/>
              </a:defRPr>
            </a:lvl1pPr>
          </a:lstStyle>
          <a:p>
            <a:r>
              <a:rPr kumimoji="1" lang="zh-CN" altLang="en-US" dirty="0"/>
              <a:t>单击此处编辑母版标题样式</a:t>
            </a:r>
          </a:p>
        </p:txBody>
      </p:sp>
      <p:sp>
        <p:nvSpPr>
          <p:cNvPr id="3" name="图片占位符 2">
            <a:extLst>
              <a:ext uri="{FF2B5EF4-FFF2-40B4-BE49-F238E27FC236}">
                <a16:creationId xmlns:a16="http://schemas.microsoft.com/office/drawing/2014/main" id="{E6AB801E-C505-AB4D-E67A-8E3C42EE742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zh-CN" altLang="en-US"/>
          </a:p>
        </p:txBody>
      </p:sp>
      <p:sp>
        <p:nvSpPr>
          <p:cNvPr id="4" name="文本占位符 3">
            <a:extLst>
              <a:ext uri="{FF2B5EF4-FFF2-40B4-BE49-F238E27FC236}">
                <a16:creationId xmlns:a16="http://schemas.microsoft.com/office/drawing/2014/main" id="{1019D18C-5ACF-53C1-523F-8C10249D0CC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a:t>单击此处编辑母版文本样式</a:t>
            </a:r>
          </a:p>
        </p:txBody>
      </p:sp>
      <p:sp>
        <p:nvSpPr>
          <p:cNvPr id="5" name="日期占位符 4">
            <a:extLst>
              <a:ext uri="{FF2B5EF4-FFF2-40B4-BE49-F238E27FC236}">
                <a16:creationId xmlns:a16="http://schemas.microsoft.com/office/drawing/2014/main" id="{13EA1093-94AA-E100-3E74-BE6DB320C0DA}"/>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6" name="页脚占位符 5">
            <a:extLst>
              <a:ext uri="{FF2B5EF4-FFF2-40B4-BE49-F238E27FC236}">
                <a16:creationId xmlns:a16="http://schemas.microsoft.com/office/drawing/2014/main" id="{AFEBC0A2-CAA0-4D42-0798-7F87D58D5B4C}"/>
              </a:ext>
            </a:extLst>
          </p:cNvPr>
          <p:cNvSpPr>
            <a:spLocks noGrp="1"/>
          </p:cNvSpPr>
          <p:nvPr>
            <p:ph type="ftr" sz="quarter" idx="11"/>
          </p:nvPr>
        </p:nvSpPr>
        <p:spPr/>
        <p:txBody>
          <a:bodyPr/>
          <a:lstStyle/>
          <a:p>
            <a:endParaRPr kumimoji="1" lang="zh-CN" altLang="en-US"/>
          </a:p>
        </p:txBody>
      </p:sp>
      <p:sp>
        <p:nvSpPr>
          <p:cNvPr id="7" name="灯片编号占位符 6">
            <a:extLst>
              <a:ext uri="{FF2B5EF4-FFF2-40B4-BE49-F238E27FC236}">
                <a16:creationId xmlns:a16="http://schemas.microsoft.com/office/drawing/2014/main" id="{7D09C20D-DCDB-D130-CA35-41FBE39C0284}"/>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287195110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1D88D49-7084-C3E4-97C9-BB5B19568597}"/>
              </a:ext>
            </a:extLst>
          </p:cNvPr>
          <p:cNvSpPr>
            <a:spLocks noGrp="1"/>
          </p:cNvSpPr>
          <p:nvPr>
            <p:ph type="title"/>
          </p:nvPr>
        </p:nvSpPr>
        <p:spPr/>
        <p:txBody>
          <a:bodyPr/>
          <a:lstStyle>
            <a:lvl1pPr>
              <a:defRPr b="0" i="0">
                <a:latin typeface="Alibaba PuHuiTi" pitchFamily="18" charset="-122"/>
                <a:ea typeface="Alibaba PuHuiTi" pitchFamily="18" charset="-122"/>
              </a:defRPr>
            </a:lvl1pPr>
          </a:lstStyle>
          <a:p>
            <a:r>
              <a:rPr kumimoji="1" lang="zh-CN" altLang="en-US" dirty="0"/>
              <a:t>单击此处编辑母版标题样式</a:t>
            </a:r>
          </a:p>
        </p:txBody>
      </p:sp>
      <p:sp>
        <p:nvSpPr>
          <p:cNvPr id="3" name="竖排文字占位符 2">
            <a:extLst>
              <a:ext uri="{FF2B5EF4-FFF2-40B4-BE49-F238E27FC236}">
                <a16:creationId xmlns:a16="http://schemas.microsoft.com/office/drawing/2014/main" id="{63F57E54-4657-F629-BCAD-A0EA3A6DAE91}"/>
              </a:ext>
            </a:extLst>
          </p:cNvPr>
          <p:cNvSpPr>
            <a:spLocks noGrp="1"/>
          </p:cNvSpPr>
          <p:nvPr>
            <p:ph type="body" orient="vert" idx="1"/>
          </p:nvPr>
        </p:nvSpPr>
        <p:spPr/>
        <p:txBody>
          <a:bodyPr vert="eaVert"/>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id="{3E8D86AA-7644-8080-9DA4-F3BD7038506C}"/>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5" name="页脚占位符 4">
            <a:extLst>
              <a:ext uri="{FF2B5EF4-FFF2-40B4-BE49-F238E27FC236}">
                <a16:creationId xmlns:a16="http://schemas.microsoft.com/office/drawing/2014/main" id="{D410FE9E-4F45-E366-FFC7-524F6B2C86DD}"/>
              </a:ext>
            </a:extLst>
          </p:cNvPr>
          <p:cNvSpPr>
            <a:spLocks noGrp="1"/>
          </p:cNvSpPr>
          <p:nvPr>
            <p:ph type="ftr" sz="quarter" idx="11"/>
          </p:nvPr>
        </p:nvSpPr>
        <p:spPr/>
        <p:txBody>
          <a:bodyPr/>
          <a:lstStyle/>
          <a:p>
            <a:endParaRPr kumimoji="1" lang="zh-CN" altLang="en-US"/>
          </a:p>
        </p:txBody>
      </p:sp>
      <p:sp>
        <p:nvSpPr>
          <p:cNvPr id="6" name="灯片编号占位符 5">
            <a:extLst>
              <a:ext uri="{FF2B5EF4-FFF2-40B4-BE49-F238E27FC236}">
                <a16:creationId xmlns:a16="http://schemas.microsoft.com/office/drawing/2014/main" id="{C5DDF36A-CEEE-4A4C-BD86-F0755E39A5BA}"/>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53136001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CFB5354F-F3F6-5E24-0D2F-0189E8791286}"/>
              </a:ext>
            </a:extLst>
          </p:cNvPr>
          <p:cNvSpPr>
            <a:spLocks noGrp="1"/>
          </p:cNvSpPr>
          <p:nvPr>
            <p:ph type="title" orient="vert"/>
          </p:nvPr>
        </p:nvSpPr>
        <p:spPr>
          <a:xfrm>
            <a:off x="8724900" y="365125"/>
            <a:ext cx="2628900" cy="5811838"/>
          </a:xfrm>
        </p:spPr>
        <p:txBody>
          <a:bodyPr vert="eaVert"/>
          <a:lstStyle>
            <a:lvl1pPr>
              <a:defRPr b="0" i="0">
                <a:latin typeface="Alibaba PuHuiTi" pitchFamily="18" charset="-122"/>
                <a:ea typeface="Alibaba PuHuiTi" pitchFamily="18" charset="-122"/>
              </a:defRPr>
            </a:lvl1pPr>
          </a:lstStyle>
          <a:p>
            <a:r>
              <a:rPr kumimoji="1" lang="zh-CN" altLang="en-US" dirty="0"/>
              <a:t>单击此处编辑母版标题样式</a:t>
            </a:r>
          </a:p>
        </p:txBody>
      </p:sp>
      <p:sp>
        <p:nvSpPr>
          <p:cNvPr id="3" name="竖排文字占位符 2">
            <a:extLst>
              <a:ext uri="{FF2B5EF4-FFF2-40B4-BE49-F238E27FC236}">
                <a16:creationId xmlns:a16="http://schemas.microsoft.com/office/drawing/2014/main" id="{5A8B0AE3-1EAA-6282-FF66-D67FA5D62BF2}"/>
              </a:ext>
            </a:extLst>
          </p:cNvPr>
          <p:cNvSpPr>
            <a:spLocks noGrp="1"/>
          </p:cNvSpPr>
          <p:nvPr>
            <p:ph type="body" orient="vert" idx="1"/>
          </p:nvPr>
        </p:nvSpPr>
        <p:spPr>
          <a:xfrm>
            <a:off x="838200" y="365125"/>
            <a:ext cx="7734300" cy="5811838"/>
          </a:xfrm>
        </p:spPr>
        <p:txBody>
          <a:bodyPr vert="eaVert"/>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id="{5D1618BA-1011-ACE2-A1FA-0A19CBD7AADB}"/>
              </a:ext>
            </a:extLst>
          </p:cNvPr>
          <p:cNvSpPr>
            <a:spLocks noGrp="1"/>
          </p:cNvSpPr>
          <p:nvPr>
            <p:ph type="dt" sz="half" idx="10"/>
          </p:nvPr>
        </p:nvSpPr>
        <p:spPr/>
        <p:txBody>
          <a:bodyPr/>
          <a:lstStyle/>
          <a:p>
            <a:fld id="{CDF438FC-6CC3-EA4C-A292-5FB869EC54BB}" type="datetimeFigureOut">
              <a:rPr kumimoji="1" lang="zh-CN" altLang="en-US" smtClean="0"/>
              <a:t>2023/9/14</a:t>
            </a:fld>
            <a:endParaRPr kumimoji="1" lang="zh-CN" altLang="en-US"/>
          </a:p>
        </p:txBody>
      </p:sp>
      <p:sp>
        <p:nvSpPr>
          <p:cNvPr id="5" name="页脚占位符 4">
            <a:extLst>
              <a:ext uri="{FF2B5EF4-FFF2-40B4-BE49-F238E27FC236}">
                <a16:creationId xmlns:a16="http://schemas.microsoft.com/office/drawing/2014/main" id="{1853DAAD-B085-1E10-42C4-8EF4A69D81AF}"/>
              </a:ext>
            </a:extLst>
          </p:cNvPr>
          <p:cNvSpPr>
            <a:spLocks noGrp="1"/>
          </p:cNvSpPr>
          <p:nvPr>
            <p:ph type="ftr" sz="quarter" idx="11"/>
          </p:nvPr>
        </p:nvSpPr>
        <p:spPr/>
        <p:txBody>
          <a:bodyPr/>
          <a:lstStyle/>
          <a:p>
            <a:endParaRPr kumimoji="1" lang="zh-CN" altLang="en-US"/>
          </a:p>
        </p:txBody>
      </p:sp>
      <p:sp>
        <p:nvSpPr>
          <p:cNvPr id="6" name="灯片编号占位符 5">
            <a:extLst>
              <a:ext uri="{FF2B5EF4-FFF2-40B4-BE49-F238E27FC236}">
                <a16:creationId xmlns:a16="http://schemas.microsoft.com/office/drawing/2014/main" id="{A007B471-630B-4389-2563-89B0FB2FA023}"/>
              </a:ext>
            </a:extLst>
          </p:cNvPr>
          <p:cNvSpPr>
            <a:spLocks noGrp="1"/>
          </p:cNvSpPr>
          <p:nvPr>
            <p:ph type="sldNum" sz="quarter" idx="12"/>
          </p:nvPr>
        </p:nvSpPr>
        <p:spPr/>
        <p:txBody>
          <a:body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162277234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293"/>
        <p:cNvGrpSpPr/>
        <p:nvPr/>
      </p:nvGrpSpPr>
      <p:grpSpPr>
        <a:xfrm>
          <a:off x="0" y="0"/>
          <a:ext cx="0" cy="0"/>
          <a:chOff x="0" y="0"/>
          <a:chExt cx="0" cy="0"/>
        </a:xfrm>
      </p:grpSpPr>
      <p:sp>
        <p:nvSpPr>
          <p:cNvPr id="294" name="Google Shape;294;p36"/>
          <p:cNvSpPr txBox="1">
            <a:spLocks noGrp="1"/>
          </p:cNvSpPr>
          <p:nvPr>
            <p:ph type="title"/>
          </p:nvPr>
        </p:nvSpPr>
        <p:spPr>
          <a:xfrm>
            <a:off x="1397800" y="431800"/>
            <a:ext cx="93964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b="0" i="0">
                <a:latin typeface="Alibaba PuHuiTi" pitchFamily="18" charset="-122"/>
                <a:ea typeface="Alibaba PuHuiTi" pitchFamily="18" charset="-122"/>
                <a:cs typeface="Alibaba PuHuiTi" pitchFamily="18" charset="-122"/>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dirty="0"/>
          </a:p>
        </p:txBody>
      </p:sp>
    </p:spTree>
    <p:extLst>
      <p:ext uri="{BB962C8B-B14F-4D97-AF65-F5344CB8AC3E}">
        <p14:creationId xmlns:p14="http://schemas.microsoft.com/office/powerpoint/2010/main" val="128957387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CBD5ED9-B70E-884E-91FA-FAFE97DBEACE}" type="datetimeFigureOut">
              <a:rPr kumimoji="1" lang="zh-CN" altLang="en-US" smtClean="0"/>
              <a:t>2023/9/14</a:t>
            </a:fld>
            <a:endParaRPr kumimoji="1" lang="zh-CN" alt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zh-CN" alt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5CEC475-891F-B047-9806-385A4FF433D3}" type="slidenum">
              <a:rPr kumimoji="1" lang="zh-CN" altLang="en-US" smtClean="0"/>
              <a:t>‹#›</a:t>
            </a:fld>
            <a:endParaRPr kumimoji="1" lang="zh-CN" altLang="en-US"/>
          </a:p>
        </p:txBody>
      </p:sp>
    </p:spTree>
    <p:extLst>
      <p:ext uri="{BB962C8B-B14F-4D97-AF65-F5344CB8AC3E}">
        <p14:creationId xmlns:p14="http://schemas.microsoft.com/office/powerpoint/2010/main" val="390608113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85"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5CC01DBE-E2F5-0A62-6073-7E4D22DAF94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a:extLst>
              <a:ext uri="{FF2B5EF4-FFF2-40B4-BE49-F238E27FC236}">
                <a16:creationId xmlns:a16="http://schemas.microsoft.com/office/drawing/2014/main" id="{69BCFFB6-9513-AA5F-20C3-9CB8FED255C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zh-CN" altLang="en-US"/>
              <a:t>单击此处编辑母版文本样式</a:t>
            </a:r>
          </a:p>
          <a:p>
            <a:pPr lvl="1"/>
            <a:r>
              <a:rPr kumimoji="1" lang="zh-CN" altLang="en-US"/>
              <a:t>二级</a:t>
            </a:r>
          </a:p>
          <a:p>
            <a:pPr lvl="2"/>
            <a:r>
              <a:rPr kumimoji="1" lang="zh-CN" altLang="en-US"/>
              <a:t>三级</a:t>
            </a:r>
          </a:p>
          <a:p>
            <a:pPr lvl="3"/>
            <a:r>
              <a:rPr kumimoji="1" lang="zh-CN" altLang="en-US"/>
              <a:t>四级</a:t>
            </a:r>
          </a:p>
          <a:p>
            <a:pPr lvl="4"/>
            <a:r>
              <a:rPr kumimoji="1" lang="zh-CN" altLang="en-US"/>
              <a:t>五级</a:t>
            </a:r>
          </a:p>
        </p:txBody>
      </p:sp>
      <p:sp>
        <p:nvSpPr>
          <p:cNvPr id="4" name="日期占位符 3">
            <a:extLst>
              <a:ext uri="{FF2B5EF4-FFF2-40B4-BE49-F238E27FC236}">
                <a16:creationId xmlns:a16="http://schemas.microsoft.com/office/drawing/2014/main" id="{EA88F0BE-6590-64CA-A04E-9D171813B0D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DF438FC-6CC3-EA4C-A292-5FB869EC54BB}" type="datetimeFigureOut">
              <a:rPr kumimoji="1" lang="zh-CN" altLang="en-US" smtClean="0"/>
              <a:t>2023/9/14</a:t>
            </a:fld>
            <a:endParaRPr kumimoji="1" lang="zh-CN" altLang="en-US"/>
          </a:p>
        </p:txBody>
      </p:sp>
      <p:sp>
        <p:nvSpPr>
          <p:cNvPr id="5" name="页脚占位符 4">
            <a:extLst>
              <a:ext uri="{FF2B5EF4-FFF2-40B4-BE49-F238E27FC236}">
                <a16:creationId xmlns:a16="http://schemas.microsoft.com/office/drawing/2014/main" id="{9E934879-3547-8CFD-A9F2-59F48C411F6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zh-CN" altLang="en-US"/>
          </a:p>
        </p:txBody>
      </p:sp>
      <p:sp>
        <p:nvSpPr>
          <p:cNvPr id="6" name="灯片编号占位符 5">
            <a:extLst>
              <a:ext uri="{FF2B5EF4-FFF2-40B4-BE49-F238E27FC236}">
                <a16:creationId xmlns:a16="http://schemas.microsoft.com/office/drawing/2014/main" id="{7F23BE50-A6FF-68F1-A0FF-5F81858660A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835B900-7825-7D4F-AF51-E704C4FFA305}" type="slidenum">
              <a:rPr kumimoji="1" lang="zh-CN" altLang="en-US" smtClean="0"/>
              <a:t>‹#›</a:t>
            </a:fld>
            <a:endParaRPr kumimoji="1" lang="zh-CN" altLang="en-US"/>
          </a:p>
        </p:txBody>
      </p:sp>
    </p:spTree>
    <p:extLst>
      <p:ext uri="{BB962C8B-B14F-4D97-AF65-F5344CB8AC3E}">
        <p14:creationId xmlns:p14="http://schemas.microsoft.com/office/powerpoint/2010/main" val="808826647"/>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Lst>
  <p:txStyles>
    <p:titleStyle>
      <a:lvl1pPr algn="l" defTabSz="914400" rtl="0" eaLnBrk="1" latinLnBrk="0" hangingPunct="1">
        <a:lnSpc>
          <a:spcPct val="90000"/>
        </a:lnSpc>
        <a:spcBef>
          <a:spcPct val="0"/>
        </a:spcBef>
        <a:buNone/>
        <a:defRPr sz="4400" b="0" i="0" kern="1200">
          <a:solidFill>
            <a:schemeClr val="tx1"/>
          </a:solidFill>
          <a:latin typeface="Alibaba PuHuiTi" pitchFamily="18" charset="-122"/>
          <a:ea typeface="Alibaba PuHuiTi" pitchFamily="18" charset="-122"/>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0.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chart" Target="../charts/char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6.xml"/><Relationship Id="rId1" Type="http://schemas.openxmlformats.org/officeDocument/2006/relationships/slideLayout" Target="../slideLayouts/slideLayout1.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8.svg"/><Relationship Id="rId3" Type="http://schemas.openxmlformats.org/officeDocument/2006/relationships/image" Target="../media/image8.svg"/><Relationship Id="rId7" Type="http://schemas.openxmlformats.org/officeDocument/2006/relationships/image" Target="../media/image12.svg"/><Relationship Id="rId12" Type="http://schemas.openxmlformats.org/officeDocument/2006/relationships/image" Target="../media/image17.png"/><Relationship Id="rId2" Type="http://schemas.openxmlformats.org/officeDocument/2006/relationships/image" Target="../media/image7.png"/><Relationship Id="rId16" Type="http://schemas.openxmlformats.org/officeDocument/2006/relationships/chart" Target="../charts/chart10.xml"/><Relationship Id="rId1" Type="http://schemas.openxmlformats.org/officeDocument/2006/relationships/slideLayout" Target="../slideLayouts/slideLayout12.xml"/><Relationship Id="rId6" Type="http://schemas.openxmlformats.org/officeDocument/2006/relationships/image" Target="../media/image11.png"/><Relationship Id="rId11" Type="http://schemas.openxmlformats.org/officeDocument/2006/relationships/image" Target="../media/image16.svg"/><Relationship Id="rId5" Type="http://schemas.openxmlformats.org/officeDocument/2006/relationships/image" Target="../media/image10.svg"/><Relationship Id="rId15" Type="http://schemas.openxmlformats.org/officeDocument/2006/relationships/image" Target="../media/image20.svg"/><Relationship Id="rId10" Type="http://schemas.openxmlformats.org/officeDocument/2006/relationships/image" Target="../media/image15.png"/><Relationship Id="rId4" Type="http://schemas.openxmlformats.org/officeDocument/2006/relationships/image" Target="../media/image9.png"/><Relationship Id="rId9" Type="http://schemas.openxmlformats.org/officeDocument/2006/relationships/image" Target="../media/image14.svg"/><Relationship Id="rId14" Type="http://schemas.openxmlformats.org/officeDocument/2006/relationships/image" Target="../media/image19.png"/></Relationships>
</file>

<file path=ppt/slides/_rels/slide2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2.xml"/><Relationship Id="rId1" Type="http://schemas.openxmlformats.org/officeDocument/2006/relationships/slideLayout" Target="../slideLayouts/slideLayout1.xml"/><Relationship Id="rId4" Type="http://schemas.openxmlformats.org/officeDocument/2006/relationships/image" Target="../media/image22.png"/></Relationships>
</file>

<file path=ppt/slides/_rels/slide26.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8.xml"/><Relationship Id="rId1" Type="http://schemas.openxmlformats.org/officeDocument/2006/relationships/slideLayout" Target="../slideLayouts/slideLayout1.xml"/><Relationship Id="rId4" Type="http://schemas.openxmlformats.org/officeDocument/2006/relationships/image" Target="../media/image24.png"/></Relationships>
</file>

<file path=ppt/slides/_rels/slide3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9.xml"/><Relationship Id="rId1" Type="http://schemas.openxmlformats.org/officeDocument/2006/relationships/slideLayout" Target="../slideLayouts/slideLayout1.xml"/><Relationship Id="rId4" Type="http://schemas.openxmlformats.org/officeDocument/2006/relationships/image" Target="../media/image24.png"/></Relationships>
</file>

<file path=ppt/slides/_rels/slide33.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37.xml"/><Relationship Id="rId1" Type="http://schemas.openxmlformats.org/officeDocument/2006/relationships/slideLayout" Target="../slideLayouts/slideLayout1.xml"/><Relationship Id="rId6" Type="http://schemas.openxmlformats.org/officeDocument/2006/relationships/chart" Target="../charts/chart23.xml"/><Relationship Id="rId5" Type="http://schemas.openxmlformats.org/officeDocument/2006/relationships/chart" Target="../charts/chart22.xml"/><Relationship Id="rId4" Type="http://schemas.openxmlformats.org/officeDocument/2006/relationships/chart" Target="../charts/chart21.xml"/></Relationships>
</file>

<file path=ppt/slides/_rels/slide41.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notesSlide" Target="../notesSlides/notesSlide39.xml"/><Relationship Id="rId1" Type="http://schemas.openxmlformats.org/officeDocument/2006/relationships/slideLayout" Target="../slideLayouts/slideLayout1.xml"/><Relationship Id="rId4" Type="http://schemas.openxmlformats.org/officeDocument/2006/relationships/chart" Target="../charts/chart2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8" Type="http://schemas.openxmlformats.org/officeDocument/2006/relationships/chart" Target="../charts/chart30.xml"/><Relationship Id="rId3" Type="http://schemas.openxmlformats.org/officeDocument/2006/relationships/chart" Target="../charts/chart27.xml"/><Relationship Id="rId7" Type="http://schemas.openxmlformats.org/officeDocument/2006/relationships/image" Target="../media/image100.png"/><Relationship Id="rId2" Type="http://schemas.openxmlformats.org/officeDocument/2006/relationships/notesSlide" Target="../notesSlides/notesSlide44.xml"/><Relationship Id="rId1" Type="http://schemas.openxmlformats.org/officeDocument/2006/relationships/slideLayout" Target="../slideLayouts/slideLayout1.xml"/><Relationship Id="rId6" Type="http://schemas.microsoft.com/office/2014/relationships/chartEx" Target="../charts/chartEx1.xml"/><Relationship Id="rId5" Type="http://schemas.openxmlformats.org/officeDocument/2006/relationships/chart" Target="../charts/chart29.xml"/><Relationship Id="rId10" Type="http://schemas.openxmlformats.org/officeDocument/2006/relationships/image" Target="../media/image28.png"/><Relationship Id="rId4" Type="http://schemas.openxmlformats.org/officeDocument/2006/relationships/chart" Target="../charts/chart28.xml"/><Relationship Id="rId9" Type="http://schemas.microsoft.com/office/2014/relationships/chartEx" Target="../charts/chartEx2.xml"/></Relationships>
</file>

<file path=ppt/slides/_rels/slide48.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chart" Target="../charts/chart33.xml"/></Relationships>
</file>

<file path=ppt/slides/_rels/slide58.xml.rels><?xml version="1.0" encoding="UTF-8" standalone="yes"?>
<Relationships xmlns="http://schemas.openxmlformats.org/package/2006/relationships"><Relationship Id="rId3" Type="http://schemas.openxmlformats.org/officeDocument/2006/relationships/chart" Target="../charts/chart34.xml"/><Relationship Id="rId7" Type="http://schemas.openxmlformats.org/officeDocument/2006/relationships/chart" Target="../charts/chart38.xml"/><Relationship Id="rId2" Type="http://schemas.openxmlformats.org/officeDocument/2006/relationships/notesSlide" Target="../notesSlides/notesSlide55.xml"/><Relationship Id="rId1" Type="http://schemas.openxmlformats.org/officeDocument/2006/relationships/slideLayout" Target="../slideLayouts/slideLayout1.xml"/><Relationship Id="rId6" Type="http://schemas.openxmlformats.org/officeDocument/2006/relationships/chart" Target="../charts/chart37.xml"/><Relationship Id="rId5" Type="http://schemas.openxmlformats.org/officeDocument/2006/relationships/chart" Target="../charts/chart36.xml"/><Relationship Id="rId4" Type="http://schemas.openxmlformats.org/officeDocument/2006/relationships/chart" Target="../charts/chart35.xml"/></Relationships>
</file>

<file path=ppt/slides/_rels/slide59.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chart" Target="../charts/chart40.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chart" Target="../charts/chart42.xml"/></Relationships>
</file>

<file path=ppt/slides/_rels/slide62.xml.rels><?xml version="1.0" encoding="UTF-8" standalone="yes"?>
<Relationships xmlns="http://schemas.openxmlformats.org/package/2006/relationships"><Relationship Id="rId3" Type="http://schemas.openxmlformats.org/officeDocument/2006/relationships/chart" Target="../charts/chart43.xml"/><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chart" Target="../charts/chart44.xml"/></Relationships>
</file>

<file path=ppt/slides/_rels/slide6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59.xml"/><Relationship Id="rId1" Type="http://schemas.openxmlformats.org/officeDocument/2006/relationships/slideLayout" Target="../slideLayouts/slideLayout1.xml"/><Relationship Id="rId4" Type="http://schemas.openxmlformats.org/officeDocument/2006/relationships/image" Target="../media/image26.pn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chart" Target="../charts/chart45.xml"/><Relationship Id="rId2" Type="http://schemas.openxmlformats.org/officeDocument/2006/relationships/notesSlide" Target="../notesSlides/notesSlide64.xml"/><Relationship Id="rId1" Type="http://schemas.openxmlformats.org/officeDocument/2006/relationships/slideLayout" Target="../slideLayouts/slideLayout2.xml"/><Relationship Id="rId4" Type="http://schemas.openxmlformats.org/officeDocument/2006/relationships/chart" Target="../charts/chart46.xml"/></Relationships>
</file>

<file path=ppt/slides/_rels/slide69.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notesSlide" Target="../notesSlides/notesSlide65.xml"/><Relationship Id="rId1" Type="http://schemas.openxmlformats.org/officeDocument/2006/relationships/slideLayout" Target="../slideLayouts/slideLayout2.xml"/><Relationship Id="rId5" Type="http://schemas.openxmlformats.org/officeDocument/2006/relationships/chart" Target="../charts/chart49.xml"/><Relationship Id="rId4" Type="http://schemas.openxmlformats.org/officeDocument/2006/relationships/chart" Target="../charts/chart48.xml"/></Relationships>
</file>

<file path=ppt/slides/_rels/slide70.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chart" Target="../charts/chart53.xml"/><Relationship Id="rId2" Type="http://schemas.openxmlformats.org/officeDocument/2006/relationships/notesSlide" Target="../notesSlides/notesSlide69.xml"/><Relationship Id="rId1" Type="http://schemas.openxmlformats.org/officeDocument/2006/relationships/slideLayout" Target="../slideLayouts/slideLayout1.xml"/><Relationship Id="rId4" Type="http://schemas.openxmlformats.org/officeDocument/2006/relationships/chart" Target="../charts/chart5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notesSlide" Target="../notesSlides/notesSlide72.xml"/><Relationship Id="rId1" Type="http://schemas.openxmlformats.org/officeDocument/2006/relationships/slideLayout" Target="../slideLayouts/slideLayout1.xml"/><Relationship Id="rId6" Type="http://schemas.openxmlformats.org/officeDocument/2006/relationships/image" Target="../media/image33.emf"/><Relationship Id="rId5" Type="http://schemas.openxmlformats.org/officeDocument/2006/relationships/image" Target="../media/image32.emf"/><Relationship Id="rId4" Type="http://schemas.openxmlformats.org/officeDocument/2006/relationships/image" Target="../media/image31.emf"/></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notesSlide" Target="../notesSlides/notesSlide77.xml"/><Relationship Id="rId1" Type="http://schemas.openxmlformats.org/officeDocument/2006/relationships/slideLayout" Target="../slideLayouts/slideLayout1.xml"/><Relationship Id="rId6" Type="http://schemas.openxmlformats.org/officeDocument/2006/relationships/chart" Target="../charts/chart59.xml"/><Relationship Id="rId5" Type="http://schemas.openxmlformats.org/officeDocument/2006/relationships/chart" Target="../charts/chart58.xml"/><Relationship Id="rId4" Type="http://schemas.openxmlformats.org/officeDocument/2006/relationships/chart" Target="../charts/chart5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chart" Target="../charts/chart60.xml"/><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1.xml"/><Relationship Id="rId4" Type="http://schemas.openxmlformats.org/officeDocument/2006/relationships/image" Target="../media/image26.png"/></Relationships>
</file>

<file path=ppt/slides/_rels/slide88.xml.rels><?xml version="1.0" encoding="UTF-8" standalone="yes"?>
<Relationships xmlns="http://schemas.openxmlformats.org/package/2006/relationships"><Relationship Id="rId3" Type="http://schemas.openxmlformats.org/officeDocument/2006/relationships/chart" Target="../charts/chart61.xml"/><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chart" Target="../charts/chart65.xml"/><Relationship Id="rId2" Type="http://schemas.openxmlformats.org/officeDocument/2006/relationships/notesSlide" Target="../notesSlides/notesSlide84.xml"/><Relationship Id="rId1" Type="http://schemas.openxmlformats.org/officeDocument/2006/relationships/slideLayout" Target="../slideLayouts/slideLayout1.xml"/><Relationship Id="rId6" Type="http://schemas.openxmlformats.org/officeDocument/2006/relationships/chart" Target="../charts/chart64.xml"/><Relationship Id="rId5" Type="http://schemas.openxmlformats.org/officeDocument/2006/relationships/image" Target="../media/image110.png"/><Relationship Id="rId4" Type="http://schemas.microsoft.com/office/2014/relationships/chartEx" Target="../charts/chartEx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3" Type="http://schemas.microsoft.com/office/2014/relationships/chartEx" Target="../charts/chartEx4.xml"/><Relationship Id="rId2" Type="http://schemas.openxmlformats.org/officeDocument/2006/relationships/chart" Target="../charts/chart66.xml"/><Relationship Id="rId1" Type="http://schemas.openxmlformats.org/officeDocument/2006/relationships/slideLayout" Target="../slideLayouts/slideLayout1.xml"/><Relationship Id="rId6" Type="http://schemas.openxmlformats.org/officeDocument/2006/relationships/chart" Target="../charts/chart68.xml"/><Relationship Id="rId5" Type="http://schemas.openxmlformats.org/officeDocument/2006/relationships/chart" Target="../charts/chart67.xml"/><Relationship Id="rId4" Type="http://schemas.openxmlformats.org/officeDocument/2006/relationships/image" Target="../media/image110.png"/></Relationships>
</file>

<file path=ppt/slides/_rels/slide9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8" Type="http://schemas.openxmlformats.org/officeDocument/2006/relationships/chart" Target="../charts/chart73.xml"/><Relationship Id="rId3" Type="http://schemas.openxmlformats.org/officeDocument/2006/relationships/image" Target="../media/image34.png"/><Relationship Id="rId7" Type="http://schemas.openxmlformats.org/officeDocument/2006/relationships/chart" Target="../charts/chart72.xml"/><Relationship Id="rId2" Type="http://schemas.openxmlformats.org/officeDocument/2006/relationships/notesSlide" Target="../notesSlides/notesSlide91.xml"/><Relationship Id="rId1" Type="http://schemas.openxmlformats.org/officeDocument/2006/relationships/slideLayout" Target="../slideLayouts/slideLayout1.xml"/><Relationship Id="rId6" Type="http://schemas.openxmlformats.org/officeDocument/2006/relationships/chart" Target="../charts/chart71.xml"/><Relationship Id="rId11" Type="http://schemas.openxmlformats.org/officeDocument/2006/relationships/image" Target="../media/image36.png"/><Relationship Id="rId5" Type="http://schemas.openxmlformats.org/officeDocument/2006/relationships/chart" Target="../charts/chart70.xml"/><Relationship Id="rId10" Type="http://schemas.openxmlformats.org/officeDocument/2006/relationships/image" Target="../media/image35.png"/><Relationship Id="rId4" Type="http://schemas.openxmlformats.org/officeDocument/2006/relationships/chart" Target="../charts/chart69.xml"/><Relationship Id="rId9" Type="http://schemas.openxmlformats.org/officeDocument/2006/relationships/image" Target="../media/image4.png"/></Relationships>
</file>

<file path=ppt/slides/_rels/slide103.xml.rels><?xml version="1.0" encoding="UTF-8" standalone="yes"?>
<Relationships xmlns="http://schemas.openxmlformats.org/package/2006/relationships"><Relationship Id="rId8" Type="http://schemas.openxmlformats.org/officeDocument/2006/relationships/chart" Target="../charts/chart78.xml"/><Relationship Id="rId3" Type="http://schemas.openxmlformats.org/officeDocument/2006/relationships/image" Target="../media/image34.png"/><Relationship Id="rId7" Type="http://schemas.openxmlformats.org/officeDocument/2006/relationships/chart" Target="../charts/chart77.xml"/><Relationship Id="rId2" Type="http://schemas.openxmlformats.org/officeDocument/2006/relationships/notesSlide" Target="../notesSlides/notesSlide92.xml"/><Relationship Id="rId1" Type="http://schemas.openxmlformats.org/officeDocument/2006/relationships/slideLayout" Target="../slideLayouts/slideLayout1.xml"/><Relationship Id="rId6" Type="http://schemas.openxmlformats.org/officeDocument/2006/relationships/chart" Target="../charts/chart76.xml"/><Relationship Id="rId11" Type="http://schemas.openxmlformats.org/officeDocument/2006/relationships/image" Target="../media/image36.png"/><Relationship Id="rId5" Type="http://schemas.openxmlformats.org/officeDocument/2006/relationships/chart" Target="../charts/chart75.xml"/><Relationship Id="rId10" Type="http://schemas.openxmlformats.org/officeDocument/2006/relationships/image" Target="../media/image35.png"/><Relationship Id="rId4" Type="http://schemas.openxmlformats.org/officeDocument/2006/relationships/chart" Target="../charts/chart74.xml"/><Relationship Id="rId9" Type="http://schemas.openxmlformats.org/officeDocument/2006/relationships/image" Target="../media/image4.png"/></Relationships>
</file>

<file path=ppt/slides/_rels/slide104.xml.rels><?xml version="1.0" encoding="UTF-8" standalone="yes"?>
<Relationships xmlns="http://schemas.openxmlformats.org/package/2006/relationships"><Relationship Id="rId8" Type="http://schemas.openxmlformats.org/officeDocument/2006/relationships/chart" Target="../charts/chart83.xml"/><Relationship Id="rId3" Type="http://schemas.openxmlformats.org/officeDocument/2006/relationships/image" Target="../media/image34.png"/><Relationship Id="rId7" Type="http://schemas.openxmlformats.org/officeDocument/2006/relationships/chart" Target="../charts/chart82.xml"/><Relationship Id="rId2" Type="http://schemas.openxmlformats.org/officeDocument/2006/relationships/notesSlide" Target="../notesSlides/notesSlide93.xml"/><Relationship Id="rId1" Type="http://schemas.openxmlformats.org/officeDocument/2006/relationships/slideLayout" Target="../slideLayouts/slideLayout1.xml"/><Relationship Id="rId6" Type="http://schemas.openxmlformats.org/officeDocument/2006/relationships/chart" Target="../charts/chart81.xml"/><Relationship Id="rId11" Type="http://schemas.openxmlformats.org/officeDocument/2006/relationships/image" Target="../media/image38.png"/><Relationship Id="rId5" Type="http://schemas.openxmlformats.org/officeDocument/2006/relationships/chart" Target="../charts/chart80.xml"/><Relationship Id="rId10" Type="http://schemas.openxmlformats.org/officeDocument/2006/relationships/image" Target="../media/image37.png"/><Relationship Id="rId4" Type="http://schemas.openxmlformats.org/officeDocument/2006/relationships/chart" Target="../charts/chart79.xml"/><Relationship Id="rId9" Type="http://schemas.openxmlformats.org/officeDocument/2006/relationships/image" Target="../media/image4.png"/></Relationships>
</file>

<file path=ppt/slides/_rels/slide10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94.xml"/><Relationship Id="rId1" Type="http://schemas.openxmlformats.org/officeDocument/2006/relationships/slideLayout" Target="../slideLayouts/slideLayout1.xml"/><Relationship Id="rId4" Type="http://schemas.openxmlformats.org/officeDocument/2006/relationships/chart" Target="../charts/chart84.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44.png"/><Relationship Id="rId7"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cuate?utm_source=slidesgo_template&amp;utm_medium=referral-link&amp;utm_campaign=slidesgo_final_slides&amp;utm_term=cuate&amp;utm_content=storyset" TargetMode="External"/><Relationship Id="rId2" Type="http://schemas.openxmlformats.org/officeDocument/2006/relationships/notesSlide" Target="../notesSlides/notesSlide102.xml"/><Relationship Id="rId1" Type="http://schemas.openxmlformats.org/officeDocument/2006/relationships/slideLayout" Target="../slideLayouts/slideLayout24.xml"/><Relationship Id="rId6"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image" Target="../media/image48.png"/><Relationship Id="rId5"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image" Target="../media/image47.png"/><Relationship Id="rId4" Type="http://schemas.openxmlformats.org/officeDocument/2006/relationships/hyperlink" Target="https://storyset.com/pana?utm_source=slidesgo_template&amp;utm_medium=referral-link&amp;utm_campaign=slidesgo_final_slides&amp;utm_term=pana&amp;utm_content=storyset" TargetMode="External"/><Relationship Id="rId9" Type="http://schemas.openxmlformats.org/officeDocument/2006/relationships/image" Target="../media/image46.png"/></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4.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9.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9.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9.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9.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9.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4.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9.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9.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9.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9.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9.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4.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4.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4.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4.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4.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4.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12">
            <a:extLst>
              <a:ext uri="{FF2B5EF4-FFF2-40B4-BE49-F238E27FC236}">
                <a16:creationId xmlns:a16="http://schemas.microsoft.com/office/drawing/2014/main" id="{E92316AD-ED4D-7803-415D-A9A191EB63BF}"/>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929F68D7-154B-FDB4-26BD-B2877028C364}"/>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5" name="直线连接符 14">
            <a:extLst>
              <a:ext uri="{FF2B5EF4-FFF2-40B4-BE49-F238E27FC236}">
                <a16:creationId xmlns:a16="http://schemas.microsoft.com/office/drawing/2014/main" id="{51D57F1A-CCE6-A4E2-2306-8C3AA026BA68}"/>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id="{0776D7B1-6D3A-77F5-1E37-AD51F55B15DD}"/>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FDF9AEDF-DBBC-1D83-08D3-AAE08596E69B}"/>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8" name="组合 17">
            <a:extLst>
              <a:ext uri="{FF2B5EF4-FFF2-40B4-BE49-F238E27FC236}">
                <a16:creationId xmlns:a16="http://schemas.microsoft.com/office/drawing/2014/main" id="{EBD33FF9-2705-C4FC-8BBD-DDFD0C4836A5}"/>
              </a:ext>
            </a:extLst>
          </p:cNvPr>
          <p:cNvGrpSpPr/>
          <p:nvPr/>
        </p:nvGrpSpPr>
        <p:grpSpPr>
          <a:xfrm>
            <a:off x="2212826" y="287981"/>
            <a:ext cx="356205" cy="355288"/>
            <a:chOff x="2323294" y="287981"/>
            <a:chExt cx="356205" cy="355288"/>
          </a:xfrm>
        </p:grpSpPr>
        <p:sp>
          <p:nvSpPr>
            <p:cNvPr id="19" name="Google Shape;7166;p80">
              <a:extLst>
                <a:ext uri="{FF2B5EF4-FFF2-40B4-BE49-F238E27FC236}">
                  <a16:creationId xmlns:a16="http://schemas.microsoft.com/office/drawing/2014/main" id="{8224E63F-A4C0-4172-1612-AD3A698A61CB}"/>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7;p80">
              <a:extLst>
                <a:ext uri="{FF2B5EF4-FFF2-40B4-BE49-F238E27FC236}">
                  <a16:creationId xmlns:a16="http://schemas.microsoft.com/office/drawing/2014/main" id="{5B0B4C5E-CAAB-64D0-F45A-54A85438992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8;p80">
              <a:extLst>
                <a:ext uri="{FF2B5EF4-FFF2-40B4-BE49-F238E27FC236}">
                  <a16:creationId xmlns:a16="http://schemas.microsoft.com/office/drawing/2014/main" id="{000F4DBD-B907-4EF4-2AEB-80BB6A6DB2A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9;p80">
              <a:extLst>
                <a:ext uri="{FF2B5EF4-FFF2-40B4-BE49-F238E27FC236}">
                  <a16:creationId xmlns:a16="http://schemas.microsoft.com/office/drawing/2014/main" id="{0904DE5A-34F6-0D91-5C6C-699114D5D30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组合 22">
            <a:extLst>
              <a:ext uri="{FF2B5EF4-FFF2-40B4-BE49-F238E27FC236}">
                <a16:creationId xmlns:a16="http://schemas.microsoft.com/office/drawing/2014/main" id="{DCEF5359-7AA6-A0D6-8CB5-72BC79A84006}"/>
              </a:ext>
            </a:extLst>
          </p:cNvPr>
          <p:cNvGrpSpPr/>
          <p:nvPr/>
        </p:nvGrpSpPr>
        <p:grpSpPr>
          <a:xfrm>
            <a:off x="2776456" y="1126817"/>
            <a:ext cx="6823353" cy="5194469"/>
            <a:chOff x="86593" y="1414801"/>
            <a:chExt cx="4382530" cy="3336324"/>
          </a:xfrm>
        </p:grpSpPr>
        <p:sp>
          <p:nvSpPr>
            <p:cNvPr id="27" name="圆角矩形 14">
              <a:extLst>
                <a:ext uri="{FF2B5EF4-FFF2-40B4-BE49-F238E27FC236}">
                  <a16:creationId xmlns:a16="http://schemas.microsoft.com/office/drawing/2014/main" id="{BE3B6FE6-3FB1-4511-BB8F-099D91603712}"/>
                </a:ext>
              </a:extLst>
            </p:cNvPr>
            <p:cNvSpPr/>
            <p:nvPr/>
          </p:nvSpPr>
          <p:spPr>
            <a:xfrm>
              <a:off x="1837896" y="1414801"/>
              <a:ext cx="2631227" cy="807309"/>
            </a:xfrm>
            <a:custGeom>
              <a:avLst/>
              <a:gdLst>
                <a:gd name="connsiteX0" fmla="*/ 0 w 2405449"/>
                <a:gd name="connsiteY0" fmla="*/ 274598 h 807309"/>
                <a:gd name="connsiteX1" fmla="*/ 274598 w 2405449"/>
                <a:gd name="connsiteY1" fmla="*/ 0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8" fmla="*/ 0 w 2405449"/>
                <a:gd name="connsiteY8" fmla="*/ 274598 h 807309"/>
                <a:gd name="connsiteX0" fmla="*/ 0 w 2405449"/>
                <a:gd name="connsiteY0" fmla="*/ 532711 h 807309"/>
                <a:gd name="connsiteX1" fmla="*/ 274598 w 2405449"/>
                <a:gd name="connsiteY1" fmla="*/ 0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405449"/>
                <a:gd name="connsiteY0" fmla="*/ 532711 h 807309"/>
                <a:gd name="connsiteX1" fmla="*/ 562922 w 2405449"/>
                <a:gd name="connsiteY1" fmla="*/ 8237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405449"/>
                <a:gd name="connsiteY0" fmla="*/ 615723 h 890321"/>
                <a:gd name="connsiteX1" fmla="*/ 562922 w 2405449"/>
                <a:gd name="connsiteY1" fmla="*/ 91249 h 890321"/>
                <a:gd name="connsiteX2" fmla="*/ 2130851 w 2405449"/>
                <a:gd name="connsiteY2" fmla="*/ 83012 h 890321"/>
                <a:gd name="connsiteX3" fmla="*/ 2405449 w 2405449"/>
                <a:gd name="connsiteY3" fmla="*/ 357610 h 890321"/>
                <a:gd name="connsiteX4" fmla="*/ 2405449 w 2405449"/>
                <a:gd name="connsiteY4" fmla="*/ 615723 h 890321"/>
                <a:gd name="connsiteX5" fmla="*/ 2130851 w 2405449"/>
                <a:gd name="connsiteY5" fmla="*/ 890321 h 890321"/>
                <a:gd name="connsiteX6" fmla="*/ 274598 w 2405449"/>
                <a:gd name="connsiteY6" fmla="*/ 890321 h 890321"/>
                <a:gd name="connsiteX7" fmla="*/ 0 w 2405449"/>
                <a:gd name="connsiteY7" fmla="*/ 615723 h 890321"/>
                <a:gd name="connsiteX0" fmla="*/ 0 w 2405449"/>
                <a:gd name="connsiteY0" fmla="*/ 552007 h 826605"/>
                <a:gd name="connsiteX1" fmla="*/ 562922 w 2405449"/>
                <a:gd name="connsiteY1" fmla="*/ 27533 h 826605"/>
                <a:gd name="connsiteX2" fmla="*/ 2130851 w 2405449"/>
                <a:gd name="connsiteY2" fmla="*/ 19296 h 826605"/>
                <a:gd name="connsiteX3" fmla="*/ 2405449 w 2405449"/>
                <a:gd name="connsiteY3" fmla="*/ 293894 h 826605"/>
                <a:gd name="connsiteX4" fmla="*/ 2405449 w 2405449"/>
                <a:gd name="connsiteY4" fmla="*/ 552007 h 826605"/>
                <a:gd name="connsiteX5" fmla="*/ 2130851 w 2405449"/>
                <a:gd name="connsiteY5" fmla="*/ 826605 h 826605"/>
                <a:gd name="connsiteX6" fmla="*/ 274598 w 2405449"/>
                <a:gd name="connsiteY6" fmla="*/ 826605 h 826605"/>
                <a:gd name="connsiteX7" fmla="*/ 0 w 2405449"/>
                <a:gd name="connsiteY7" fmla="*/ 552007 h 826605"/>
                <a:gd name="connsiteX0" fmla="*/ 0 w 2405449"/>
                <a:gd name="connsiteY0" fmla="*/ 532711 h 807309"/>
                <a:gd name="connsiteX1" fmla="*/ 562922 w 2405449"/>
                <a:gd name="connsiteY1" fmla="*/ 8237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603005"/>
                <a:gd name="connsiteY0" fmla="*/ 529770 h 838235"/>
                <a:gd name="connsiteX1" fmla="*/ 760478 w 2603005"/>
                <a:gd name="connsiteY1" fmla="*/ 39163 h 838235"/>
                <a:gd name="connsiteX2" fmla="*/ 2328407 w 2603005"/>
                <a:gd name="connsiteY2" fmla="*/ 30926 h 838235"/>
                <a:gd name="connsiteX3" fmla="*/ 2603005 w 2603005"/>
                <a:gd name="connsiteY3" fmla="*/ 305524 h 838235"/>
                <a:gd name="connsiteX4" fmla="*/ 2603005 w 2603005"/>
                <a:gd name="connsiteY4" fmla="*/ 563637 h 838235"/>
                <a:gd name="connsiteX5" fmla="*/ 2328407 w 2603005"/>
                <a:gd name="connsiteY5" fmla="*/ 838235 h 838235"/>
                <a:gd name="connsiteX6" fmla="*/ 472154 w 2603005"/>
                <a:gd name="connsiteY6" fmla="*/ 838235 h 838235"/>
                <a:gd name="connsiteX7" fmla="*/ 0 w 2603005"/>
                <a:gd name="connsiteY7" fmla="*/ 529770 h 838235"/>
                <a:gd name="connsiteX0" fmla="*/ 0 w 2603005"/>
                <a:gd name="connsiteY0" fmla="*/ 529770 h 838235"/>
                <a:gd name="connsiteX1" fmla="*/ 760478 w 2603005"/>
                <a:gd name="connsiteY1" fmla="*/ 39163 h 838235"/>
                <a:gd name="connsiteX2" fmla="*/ 2328407 w 2603005"/>
                <a:gd name="connsiteY2" fmla="*/ 30926 h 838235"/>
                <a:gd name="connsiteX3" fmla="*/ 2603005 w 2603005"/>
                <a:gd name="connsiteY3" fmla="*/ 305524 h 838235"/>
                <a:gd name="connsiteX4" fmla="*/ 2603005 w 2603005"/>
                <a:gd name="connsiteY4" fmla="*/ 563637 h 838235"/>
                <a:gd name="connsiteX5" fmla="*/ 2328407 w 2603005"/>
                <a:gd name="connsiteY5" fmla="*/ 838235 h 838235"/>
                <a:gd name="connsiteX6" fmla="*/ 472154 w 2603005"/>
                <a:gd name="connsiteY6" fmla="*/ 838235 h 838235"/>
                <a:gd name="connsiteX7" fmla="*/ 0 w 2603005"/>
                <a:gd name="connsiteY7" fmla="*/ 529770 h 838235"/>
                <a:gd name="connsiteX0" fmla="*/ 0 w 2631227"/>
                <a:gd name="connsiteY0" fmla="*/ 420678 h 830743"/>
                <a:gd name="connsiteX1" fmla="*/ 788700 w 2631227"/>
                <a:gd name="connsiteY1" fmla="*/ 31671 h 830743"/>
                <a:gd name="connsiteX2" fmla="*/ 2356629 w 2631227"/>
                <a:gd name="connsiteY2" fmla="*/ 23434 h 830743"/>
                <a:gd name="connsiteX3" fmla="*/ 2631227 w 2631227"/>
                <a:gd name="connsiteY3" fmla="*/ 298032 h 830743"/>
                <a:gd name="connsiteX4" fmla="*/ 2631227 w 2631227"/>
                <a:gd name="connsiteY4" fmla="*/ 556145 h 830743"/>
                <a:gd name="connsiteX5" fmla="*/ 2356629 w 2631227"/>
                <a:gd name="connsiteY5" fmla="*/ 830743 h 830743"/>
                <a:gd name="connsiteX6" fmla="*/ 500376 w 2631227"/>
                <a:gd name="connsiteY6" fmla="*/ 830743 h 830743"/>
                <a:gd name="connsiteX7" fmla="*/ 0 w 2631227"/>
                <a:gd name="connsiteY7" fmla="*/ 420678 h 830743"/>
                <a:gd name="connsiteX0" fmla="*/ 0 w 2631227"/>
                <a:gd name="connsiteY0" fmla="*/ 420678 h 830743"/>
                <a:gd name="connsiteX1" fmla="*/ 788700 w 2631227"/>
                <a:gd name="connsiteY1" fmla="*/ 31671 h 830743"/>
                <a:gd name="connsiteX2" fmla="*/ 2356629 w 2631227"/>
                <a:gd name="connsiteY2" fmla="*/ 23434 h 830743"/>
                <a:gd name="connsiteX3" fmla="*/ 2631227 w 2631227"/>
                <a:gd name="connsiteY3" fmla="*/ 298032 h 830743"/>
                <a:gd name="connsiteX4" fmla="*/ 2631227 w 2631227"/>
                <a:gd name="connsiteY4" fmla="*/ 556145 h 830743"/>
                <a:gd name="connsiteX5" fmla="*/ 2356629 w 2631227"/>
                <a:gd name="connsiteY5" fmla="*/ 830743 h 830743"/>
                <a:gd name="connsiteX6" fmla="*/ 500376 w 2631227"/>
                <a:gd name="connsiteY6" fmla="*/ 830743 h 830743"/>
                <a:gd name="connsiteX7" fmla="*/ 0 w 2631227"/>
                <a:gd name="connsiteY7" fmla="*/ 420678 h 830743"/>
                <a:gd name="connsiteX0" fmla="*/ 0 w 2631227"/>
                <a:gd name="connsiteY0" fmla="*/ 397245 h 807310"/>
                <a:gd name="connsiteX1" fmla="*/ 788700 w 2631227"/>
                <a:gd name="connsiteY1" fmla="*/ 8238 h 807310"/>
                <a:gd name="connsiteX2" fmla="*/ 2356629 w 2631227"/>
                <a:gd name="connsiteY2" fmla="*/ 1 h 807310"/>
                <a:gd name="connsiteX3" fmla="*/ 2631227 w 2631227"/>
                <a:gd name="connsiteY3" fmla="*/ 274599 h 807310"/>
                <a:gd name="connsiteX4" fmla="*/ 2631227 w 2631227"/>
                <a:gd name="connsiteY4" fmla="*/ 532712 h 807310"/>
                <a:gd name="connsiteX5" fmla="*/ 2356629 w 2631227"/>
                <a:gd name="connsiteY5" fmla="*/ 807310 h 807310"/>
                <a:gd name="connsiteX6" fmla="*/ 500376 w 2631227"/>
                <a:gd name="connsiteY6" fmla="*/ 807310 h 807310"/>
                <a:gd name="connsiteX7" fmla="*/ 0 w 2631227"/>
                <a:gd name="connsiteY7" fmla="*/ 397245 h 807310"/>
                <a:gd name="connsiteX0" fmla="*/ 0 w 2631227"/>
                <a:gd name="connsiteY0" fmla="*/ 413897 h 823962"/>
                <a:gd name="connsiteX1" fmla="*/ 788700 w 2631227"/>
                <a:gd name="connsiteY1" fmla="*/ 2312 h 823962"/>
                <a:gd name="connsiteX2" fmla="*/ 2356629 w 2631227"/>
                <a:gd name="connsiteY2" fmla="*/ 16653 h 823962"/>
                <a:gd name="connsiteX3" fmla="*/ 2631227 w 2631227"/>
                <a:gd name="connsiteY3" fmla="*/ 291251 h 823962"/>
                <a:gd name="connsiteX4" fmla="*/ 2631227 w 2631227"/>
                <a:gd name="connsiteY4" fmla="*/ 549364 h 823962"/>
                <a:gd name="connsiteX5" fmla="*/ 2356629 w 2631227"/>
                <a:gd name="connsiteY5" fmla="*/ 823962 h 823962"/>
                <a:gd name="connsiteX6" fmla="*/ 500376 w 2631227"/>
                <a:gd name="connsiteY6" fmla="*/ 823962 h 823962"/>
                <a:gd name="connsiteX7" fmla="*/ 0 w 2631227"/>
                <a:gd name="connsiteY7" fmla="*/ 413897 h 823962"/>
                <a:gd name="connsiteX0" fmla="*/ 0 w 2631227"/>
                <a:gd name="connsiteY0" fmla="*/ 397244 h 807309"/>
                <a:gd name="connsiteX1" fmla="*/ 771767 w 2631227"/>
                <a:gd name="connsiteY1" fmla="*/ 53393 h 807309"/>
                <a:gd name="connsiteX2" fmla="*/ 2356629 w 2631227"/>
                <a:gd name="connsiteY2" fmla="*/ 0 h 807309"/>
                <a:gd name="connsiteX3" fmla="*/ 2631227 w 2631227"/>
                <a:gd name="connsiteY3" fmla="*/ 274598 h 807309"/>
                <a:gd name="connsiteX4" fmla="*/ 2631227 w 2631227"/>
                <a:gd name="connsiteY4" fmla="*/ 532711 h 807309"/>
                <a:gd name="connsiteX5" fmla="*/ 2356629 w 2631227"/>
                <a:gd name="connsiteY5" fmla="*/ 807309 h 807309"/>
                <a:gd name="connsiteX6" fmla="*/ 500376 w 2631227"/>
                <a:gd name="connsiteY6" fmla="*/ 807309 h 807309"/>
                <a:gd name="connsiteX7" fmla="*/ 0 w 2631227"/>
                <a:gd name="connsiteY7" fmla="*/ 397244 h 807309"/>
                <a:gd name="connsiteX0" fmla="*/ 0 w 2631227"/>
                <a:gd name="connsiteY0" fmla="*/ 397244 h 807309"/>
                <a:gd name="connsiteX1" fmla="*/ 777411 w 2631227"/>
                <a:gd name="connsiteY1" fmla="*/ 2593 h 807309"/>
                <a:gd name="connsiteX2" fmla="*/ 2356629 w 2631227"/>
                <a:gd name="connsiteY2" fmla="*/ 0 h 807309"/>
                <a:gd name="connsiteX3" fmla="*/ 2631227 w 2631227"/>
                <a:gd name="connsiteY3" fmla="*/ 274598 h 807309"/>
                <a:gd name="connsiteX4" fmla="*/ 2631227 w 2631227"/>
                <a:gd name="connsiteY4" fmla="*/ 532711 h 807309"/>
                <a:gd name="connsiteX5" fmla="*/ 2356629 w 2631227"/>
                <a:gd name="connsiteY5" fmla="*/ 807309 h 807309"/>
                <a:gd name="connsiteX6" fmla="*/ 500376 w 2631227"/>
                <a:gd name="connsiteY6" fmla="*/ 807309 h 807309"/>
                <a:gd name="connsiteX7" fmla="*/ 0 w 2631227"/>
                <a:gd name="connsiteY7" fmla="*/ 397244 h 8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227" h="807309">
                  <a:moveTo>
                    <a:pt x="0" y="397244"/>
                  </a:moveTo>
                  <a:cubicBezTo>
                    <a:pt x="695642" y="386109"/>
                    <a:pt x="390284" y="12355"/>
                    <a:pt x="777411" y="2593"/>
                  </a:cubicBezTo>
                  <a:lnTo>
                    <a:pt x="2356629" y="0"/>
                  </a:lnTo>
                  <a:cubicBezTo>
                    <a:pt x="2508285" y="0"/>
                    <a:pt x="2631227" y="122942"/>
                    <a:pt x="2631227" y="274598"/>
                  </a:cubicBezTo>
                  <a:lnTo>
                    <a:pt x="2631227" y="532711"/>
                  </a:lnTo>
                  <a:cubicBezTo>
                    <a:pt x="2631227" y="684367"/>
                    <a:pt x="2508285" y="807309"/>
                    <a:pt x="2356629" y="807309"/>
                  </a:cubicBezTo>
                  <a:lnTo>
                    <a:pt x="500376" y="807309"/>
                  </a:lnTo>
                  <a:cubicBezTo>
                    <a:pt x="348720" y="807309"/>
                    <a:pt x="0" y="548900"/>
                    <a:pt x="0" y="397244"/>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圆角矩形 28">
              <a:extLst>
                <a:ext uri="{FF2B5EF4-FFF2-40B4-BE49-F238E27FC236}">
                  <a16:creationId xmlns:a16="http://schemas.microsoft.com/office/drawing/2014/main" id="{6C169C4E-AC82-B160-C51B-C739AAED5561}"/>
                </a:ext>
              </a:extLst>
            </p:cNvPr>
            <p:cNvSpPr/>
            <p:nvPr/>
          </p:nvSpPr>
          <p:spPr>
            <a:xfrm>
              <a:off x="86593" y="1810217"/>
              <a:ext cx="4382530" cy="2940908"/>
            </a:xfrm>
            <a:prstGeom prst="roundRect">
              <a:avLst>
                <a:gd name="adj" fmla="val 7984"/>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0" name="文本框 29">
            <a:extLst>
              <a:ext uri="{FF2B5EF4-FFF2-40B4-BE49-F238E27FC236}">
                <a16:creationId xmlns:a16="http://schemas.microsoft.com/office/drawing/2014/main" id="{2792C437-5F0F-FA18-181F-56351121E516}"/>
              </a:ext>
            </a:extLst>
          </p:cNvPr>
          <p:cNvSpPr txBox="1"/>
          <p:nvPr/>
        </p:nvSpPr>
        <p:spPr>
          <a:xfrm>
            <a:off x="7555669" y="1302256"/>
            <a:ext cx="1402948" cy="400110"/>
          </a:xfrm>
          <a:prstGeom prst="rect">
            <a:avLst/>
          </a:prstGeom>
          <a:noFill/>
        </p:spPr>
        <p:txBody>
          <a:bodyPr wrap="none" rtlCol="0">
            <a:spAutoFit/>
          </a:bodyPr>
          <a:lstStyle/>
          <a:p>
            <a:pPr algn="l"/>
            <a:r>
              <a:rPr kumimoji="1" lang="en-US" altLang="zh-CN" sz="2000" dirty="0">
                <a:solidFill>
                  <a:schemeClr val="bg1"/>
                </a:solidFill>
                <a:latin typeface="Alibaba PuHuiTi" pitchFamily="18" charset="-122"/>
                <a:ea typeface="Alibaba PuHuiTi" pitchFamily="18" charset="-122"/>
                <a:cs typeface="Alibaba PuHuiTi" pitchFamily="18" charset="-122"/>
              </a:rPr>
              <a:t>2023.8.21</a:t>
            </a:r>
            <a:endParaRPr kumimoji="1" lang="zh-CN" altLang="en-US" sz="2000" dirty="0">
              <a:solidFill>
                <a:schemeClr val="bg1"/>
              </a:solidFill>
              <a:latin typeface="Alibaba PuHuiTi" pitchFamily="18" charset="-122"/>
              <a:ea typeface="Alibaba PuHuiTi" pitchFamily="18" charset="-122"/>
              <a:cs typeface="Alibaba PuHuiTi" pitchFamily="18" charset="-122"/>
            </a:endParaRPr>
          </a:p>
        </p:txBody>
      </p:sp>
      <p:sp>
        <p:nvSpPr>
          <p:cNvPr id="31" name="圆角矩形 30">
            <a:extLst>
              <a:ext uri="{FF2B5EF4-FFF2-40B4-BE49-F238E27FC236}">
                <a16:creationId xmlns:a16="http://schemas.microsoft.com/office/drawing/2014/main" id="{43C004E1-BC66-FC98-B604-FDAABC8DDE3F}"/>
              </a:ext>
            </a:extLst>
          </p:cNvPr>
          <p:cNvSpPr/>
          <p:nvPr/>
        </p:nvSpPr>
        <p:spPr>
          <a:xfrm>
            <a:off x="3057637" y="4387538"/>
            <a:ext cx="2530548" cy="659219"/>
          </a:xfrm>
          <a:prstGeom prst="roundRect">
            <a:avLst>
              <a:gd name="adj" fmla="val 50000"/>
            </a:avLst>
          </a:prstGeom>
          <a:solidFill>
            <a:schemeClr val="bg1">
              <a:alpha val="27989"/>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圆角矩形 31">
            <a:extLst>
              <a:ext uri="{FF2B5EF4-FFF2-40B4-BE49-F238E27FC236}">
                <a16:creationId xmlns:a16="http://schemas.microsoft.com/office/drawing/2014/main" id="{269E5B37-7A1F-D3FA-0806-241D1C32709B}"/>
              </a:ext>
            </a:extLst>
          </p:cNvPr>
          <p:cNvSpPr/>
          <p:nvPr/>
        </p:nvSpPr>
        <p:spPr>
          <a:xfrm>
            <a:off x="3057637" y="5214860"/>
            <a:ext cx="4295552" cy="659219"/>
          </a:xfrm>
          <a:prstGeom prst="roundRect">
            <a:avLst>
              <a:gd name="adj" fmla="val 50000"/>
            </a:avLst>
          </a:prstGeom>
          <a:solidFill>
            <a:schemeClr val="bg1">
              <a:alpha val="27989"/>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a:extLst>
              <a:ext uri="{FF2B5EF4-FFF2-40B4-BE49-F238E27FC236}">
                <a16:creationId xmlns:a16="http://schemas.microsoft.com/office/drawing/2014/main" id="{E362278E-B154-FC15-419A-E3CB0D35B7AE}"/>
              </a:ext>
            </a:extLst>
          </p:cNvPr>
          <p:cNvSpPr txBox="1"/>
          <p:nvPr/>
        </p:nvSpPr>
        <p:spPr>
          <a:xfrm>
            <a:off x="3378176" y="5329111"/>
            <a:ext cx="3762362" cy="523220"/>
          </a:xfrm>
          <a:prstGeom prst="rect">
            <a:avLst/>
          </a:prstGeom>
          <a:noFill/>
        </p:spPr>
        <p:txBody>
          <a:bodyPr wrap="square" rtlCol="0">
            <a:spAutoFit/>
          </a:bodyPr>
          <a:lstStyle/>
          <a:p>
            <a:pPr algn="l"/>
            <a:r>
              <a:rPr kumimoji="1" lang="en" altLang="zh-CN" sz="2800" b="1" dirty="0">
                <a:solidFill>
                  <a:schemeClr val="bg1"/>
                </a:solidFill>
                <a:latin typeface="Alibaba PuHuiTi Light" pitchFamily="18" charset="-122"/>
                <a:ea typeface="Alibaba PuHuiTi Light" pitchFamily="18" charset="-122"/>
                <a:cs typeface="Alibaba PuHuiTi Light" pitchFamily="18" charset="-122"/>
              </a:rPr>
              <a:t>Important headlines</a:t>
            </a:r>
            <a:endParaRPr kumimoji="1" lang="zh-CN" altLang="en-US" sz="2800" b="1" dirty="0">
              <a:solidFill>
                <a:schemeClr val="bg1"/>
              </a:solidFill>
              <a:latin typeface="Alibaba PuHuiTi Light" pitchFamily="18" charset="-122"/>
              <a:ea typeface="Alibaba PuHuiTi Light" pitchFamily="18" charset="-122"/>
              <a:cs typeface="Alibaba PuHuiTi Light" pitchFamily="18" charset="-122"/>
            </a:endParaRPr>
          </a:p>
        </p:txBody>
      </p:sp>
      <p:sp>
        <p:nvSpPr>
          <p:cNvPr id="36" name="文本框 35">
            <a:extLst>
              <a:ext uri="{FF2B5EF4-FFF2-40B4-BE49-F238E27FC236}">
                <a16:creationId xmlns:a16="http://schemas.microsoft.com/office/drawing/2014/main" id="{04D9F335-9803-7AA4-2B6C-D01CC2837A50}"/>
              </a:ext>
            </a:extLst>
          </p:cNvPr>
          <p:cNvSpPr txBox="1"/>
          <p:nvPr/>
        </p:nvSpPr>
        <p:spPr>
          <a:xfrm>
            <a:off x="3271561" y="4489940"/>
            <a:ext cx="2002471" cy="461665"/>
          </a:xfrm>
          <a:prstGeom prst="rect">
            <a:avLst/>
          </a:prstGeom>
          <a:noFill/>
        </p:spPr>
        <p:txBody>
          <a:bodyPr wrap="none" rtlCol="0">
            <a:spAutoFit/>
          </a:bodyPr>
          <a:lstStyle/>
          <a:p>
            <a:pPr algn="l"/>
            <a:r>
              <a:rPr kumimoji="1" lang="zh-CN" altLang="en-US" sz="2400" dirty="0">
                <a:solidFill>
                  <a:schemeClr val="bg1"/>
                </a:solidFill>
                <a:latin typeface="Alibaba PuHuiTi" pitchFamily="18" charset="-122"/>
                <a:ea typeface="Alibaba PuHuiTi" pitchFamily="18" charset="-122"/>
                <a:cs typeface="Alibaba PuHuiTi" pitchFamily="18" charset="-122"/>
              </a:rPr>
              <a:t>有脑子皮皮踢</a:t>
            </a:r>
          </a:p>
        </p:txBody>
      </p:sp>
    </p:spTree>
    <p:extLst>
      <p:ext uri="{BB962C8B-B14F-4D97-AF65-F5344CB8AC3E}">
        <p14:creationId xmlns:p14="http://schemas.microsoft.com/office/powerpoint/2010/main" val="405651057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13">
            <a:extLst>
              <a:ext uri="{FF2B5EF4-FFF2-40B4-BE49-F238E27FC236}">
                <a16:creationId xmlns:a16="http://schemas.microsoft.com/office/drawing/2014/main" id="{E6149419-6CA1-CE15-ED09-C92A0C935D94}"/>
              </a:ext>
            </a:extLst>
          </p:cNvPr>
          <p:cNvSpPr txBox="1"/>
          <p:nvPr/>
        </p:nvSpPr>
        <p:spPr>
          <a:xfrm>
            <a:off x="2960700"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A1DCC30E-D6FF-AC82-DAF1-D3868426A147}"/>
              </a:ext>
            </a:extLst>
          </p:cNvPr>
          <p:cNvSpPr txBox="1"/>
          <p:nvPr/>
        </p:nvSpPr>
        <p:spPr>
          <a:xfrm>
            <a:off x="362160"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20" name="直线连接符 19">
            <a:extLst>
              <a:ext uri="{FF2B5EF4-FFF2-40B4-BE49-F238E27FC236}">
                <a16:creationId xmlns:a16="http://schemas.microsoft.com/office/drawing/2014/main" id="{923DDAE8-3AC4-F45C-2B4E-FA36841A1842}"/>
              </a:ext>
            </a:extLst>
          </p:cNvPr>
          <p:cNvCxnSpPr>
            <a:cxnSpLocks/>
          </p:cNvCxnSpPr>
          <p:nvPr/>
        </p:nvCxnSpPr>
        <p:spPr>
          <a:xfrm>
            <a:off x="2050363"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36CF8016-02A9-7E97-1F3F-8508D81A10C7}"/>
              </a:ext>
            </a:extLst>
          </p:cNvPr>
          <p:cNvSpPr txBox="1"/>
          <p:nvPr/>
        </p:nvSpPr>
        <p:spPr>
          <a:xfrm>
            <a:off x="372788"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31" name="组合 30">
            <a:extLst>
              <a:ext uri="{FF2B5EF4-FFF2-40B4-BE49-F238E27FC236}">
                <a16:creationId xmlns:a16="http://schemas.microsoft.com/office/drawing/2014/main" id="{39F15A27-2FA8-2771-C245-32D4A3A31F03}"/>
              </a:ext>
            </a:extLst>
          </p:cNvPr>
          <p:cNvGrpSpPr/>
          <p:nvPr/>
        </p:nvGrpSpPr>
        <p:grpSpPr>
          <a:xfrm>
            <a:off x="2275587" y="287981"/>
            <a:ext cx="356205" cy="355288"/>
            <a:chOff x="416151" y="286059"/>
            <a:chExt cx="356205" cy="355288"/>
          </a:xfrm>
        </p:grpSpPr>
        <p:sp>
          <p:nvSpPr>
            <p:cNvPr id="33" name="Google Shape;7166;p80">
              <a:extLst>
                <a:ext uri="{FF2B5EF4-FFF2-40B4-BE49-F238E27FC236}">
                  <a16:creationId xmlns:a16="http://schemas.microsoft.com/office/drawing/2014/main" id="{A161EA10-EDF0-1F6A-4408-94890793452B}"/>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67;p80">
              <a:extLst>
                <a:ext uri="{FF2B5EF4-FFF2-40B4-BE49-F238E27FC236}">
                  <a16:creationId xmlns:a16="http://schemas.microsoft.com/office/drawing/2014/main" id="{F3DBA15A-395A-8A01-C339-D727C8C3564B}"/>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7168;p80">
              <a:extLst>
                <a:ext uri="{FF2B5EF4-FFF2-40B4-BE49-F238E27FC236}">
                  <a16:creationId xmlns:a16="http://schemas.microsoft.com/office/drawing/2014/main" id="{EB028D88-1F1F-FD0D-CB1D-09381004A594}"/>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69;p80">
              <a:extLst>
                <a:ext uri="{FF2B5EF4-FFF2-40B4-BE49-F238E27FC236}">
                  <a16:creationId xmlns:a16="http://schemas.microsoft.com/office/drawing/2014/main" id="{882569B7-4FC1-68A0-F65C-5C9470EF079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8" name="直线连接符 37">
            <a:extLst>
              <a:ext uri="{FF2B5EF4-FFF2-40B4-BE49-F238E27FC236}">
                <a16:creationId xmlns:a16="http://schemas.microsoft.com/office/drawing/2014/main" id="{308C6DAA-9CEA-D2D6-0F1C-790F233F303C}"/>
              </a:ext>
            </a:extLst>
          </p:cNvPr>
          <p:cNvCxnSpPr>
            <a:cxnSpLocks/>
          </p:cNvCxnSpPr>
          <p:nvPr/>
        </p:nvCxnSpPr>
        <p:spPr>
          <a:xfrm>
            <a:off x="257094"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矩形 1">
            <a:extLst>
              <a:ext uri="{FF2B5EF4-FFF2-40B4-BE49-F238E27FC236}">
                <a16:creationId xmlns:a16="http://schemas.microsoft.com/office/drawing/2014/main" id="{BD59DE18-9834-E654-E58B-1DDBCA82A9E7}"/>
              </a:ext>
            </a:extLst>
          </p:cNvPr>
          <p:cNvSpPr/>
          <p:nvPr/>
        </p:nvSpPr>
        <p:spPr>
          <a:xfrm>
            <a:off x="558045" y="4358919"/>
            <a:ext cx="2007402" cy="2251652"/>
          </a:xfrm>
          <a:prstGeom prst="rect">
            <a:avLst/>
          </a:prstGeom>
          <a:noFill/>
          <a:ln w="22225">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3" name="矩形 2">
            <a:extLst>
              <a:ext uri="{FF2B5EF4-FFF2-40B4-BE49-F238E27FC236}">
                <a16:creationId xmlns:a16="http://schemas.microsoft.com/office/drawing/2014/main" id="{C0592BC2-4863-4C84-BDDF-38D8E20123D9}"/>
              </a:ext>
            </a:extLst>
          </p:cNvPr>
          <p:cNvSpPr/>
          <p:nvPr/>
        </p:nvSpPr>
        <p:spPr>
          <a:xfrm>
            <a:off x="579780" y="1300480"/>
            <a:ext cx="2007402" cy="2219960"/>
          </a:xfrm>
          <a:prstGeom prst="rect">
            <a:avLst/>
          </a:prstGeom>
          <a:noFill/>
          <a:ln w="22225">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矩形 3">
            <a:extLst>
              <a:ext uri="{FF2B5EF4-FFF2-40B4-BE49-F238E27FC236}">
                <a16:creationId xmlns:a16="http://schemas.microsoft.com/office/drawing/2014/main" id="{AB566032-3DFD-6F40-7C49-233EB36DAB54}"/>
              </a:ext>
            </a:extLst>
          </p:cNvPr>
          <p:cNvSpPr/>
          <p:nvPr/>
        </p:nvSpPr>
        <p:spPr>
          <a:xfrm>
            <a:off x="563927" y="1041688"/>
            <a:ext cx="2042160" cy="4572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椭圆 4">
            <a:extLst>
              <a:ext uri="{FF2B5EF4-FFF2-40B4-BE49-F238E27FC236}">
                <a16:creationId xmlns:a16="http://schemas.microsoft.com/office/drawing/2014/main" id="{595EAFBA-C672-99F1-68A2-CAC90F21D1EE}"/>
              </a:ext>
            </a:extLst>
          </p:cNvPr>
          <p:cNvSpPr/>
          <p:nvPr/>
        </p:nvSpPr>
        <p:spPr>
          <a:xfrm>
            <a:off x="3696205" y="2259905"/>
            <a:ext cx="3993267" cy="3993267"/>
          </a:xfrm>
          <a:prstGeom prst="ellipse">
            <a:avLst/>
          </a:prstGeom>
          <a:solidFill>
            <a:srgbClr val="1E344D">
              <a:alpha val="18630"/>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椭圆 5">
            <a:extLst>
              <a:ext uri="{FF2B5EF4-FFF2-40B4-BE49-F238E27FC236}">
                <a16:creationId xmlns:a16="http://schemas.microsoft.com/office/drawing/2014/main" id="{6EDF28A9-0917-4BB5-ED54-F6546511A0D6}"/>
              </a:ext>
            </a:extLst>
          </p:cNvPr>
          <p:cNvSpPr/>
          <p:nvPr/>
        </p:nvSpPr>
        <p:spPr>
          <a:xfrm>
            <a:off x="4020297" y="2896514"/>
            <a:ext cx="3345083" cy="3345083"/>
          </a:xfrm>
          <a:prstGeom prst="ellipse">
            <a:avLst/>
          </a:prstGeom>
          <a:solidFill>
            <a:srgbClr val="1E344D">
              <a:alpha val="14732"/>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椭圆 6">
            <a:extLst>
              <a:ext uri="{FF2B5EF4-FFF2-40B4-BE49-F238E27FC236}">
                <a16:creationId xmlns:a16="http://schemas.microsoft.com/office/drawing/2014/main" id="{D03C141E-93AD-7231-6CF4-6805CAEE90B1}"/>
              </a:ext>
            </a:extLst>
          </p:cNvPr>
          <p:cNvSpPr/>
          <p:nvPr/>
        </p:nvSpPr>
        <p:spPr>
          <a:xfrm>
            <a:off x="4298088" y="3452097"/>
            <a:ext cx="2789500" cy="2789500"/>
          </a:xfrm>
          <a:prstGeom prst="ellipse">
            <a:avLst/>
          </a:prstGeom>
          <a:solidFill>
            <a:srgbClr val="1E344D">
              <a:alpha val="14971"/>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椭圆 7">
            <a:extLst>
              <a:ext uri="{FF2B5EF4-FFF2-40B4-BE49-F238E27FC236}">
                <a16:creationId xmlns:a16="http://schemas.microsoft.com/office/drawing/2014/main" id="{E07DCD86-AB4B-0D91-15D0-D45798B26A89}"/>
              </a:ext>
            </a:extLst>
          </p:cNvPr>
          <p:cNvSpPr/>
          <p:nvPr/>
        </p:nvSpPr>
        <p:spPr>
          <a:xfrm>
            <a:off x="4587456" y="4030832"/>
            <a:ext cx="2210765" cy="2210765"/>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椭圆 8">
            <a:extLst>
              <a:ext uri="{FF2B5EF4-FFF2-40B4-BE49-F238E27FC236}">
                <a16:creationId xmlns:a16="http://schemas.microsoft.com/office/drawing/2014/main" id="{E400CB62-35BA-7E8E-4F1B-D90E8EE538A3}"/>
              </a:ext>
            </a:extLst>
          </p:cNvPr>
          <p:cNvSpPr/>
          <p:nvPr/>
        </p:nvSpPr>
        <p:spPr>
          <a:xfrm>
            <a:off x="4905760" y="4667440"/>
            <a:ext cx="1574157" cy="1574157"/>
          </a:xfrm>
          <a:prstGeom prst="ellipse">
            <a:avLst/>
          </a:prstGeom>
          <a:solidFill>
            <a:srgbClr val="868E9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椭圆 9">
            <a:extLst>
              <a:ext uri="{FF2B5EF4-FFF2-40B4-BE49-F238E27FC236}">
                <a16:creationId xmlns:a16="http://schemas.microsoft.com/office/drawing/2014/main" id="{74F75065-90E7-8CBE-2248-4E594F15A82F}"/>
              </a:ext>
            </a:extLst>
          </p:cNvPr>
          <p:cNvSpPr/>
          <p:nvPr/>
        </p:nvSpPr>
        <p:spPr>
          <a:xfrm>
            <a:off x="5206702" y="5269324"/>
            <a:ext cx="972273" cy="972273"/>
          </a:xfrm>
          <a:prstGeom prst="ellipse">
            <a:avLst/>
          </a:prstGeom>
          <a:solidFill>
            <a:srgbClr val="1E344D">
              <a:alpha val="24976"/>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文本框 47">
            <a:extLst>
              <a:ext uri="{FF2B5EF4-FFF2-40B4-BE49-F238E27FC236}">
                <a16:creationId xmlns:a16="http://schemas.microsoft.com/office/drawing/2014/main" id="{5C94707D-8B55-51F7-985F-E2C261FC6EB9}"/>
              </a:ext>
            </a:extLst>
          </p:cNvPr>
          <p:cNvSpPr txBox="1"/>
          <p:nvPr/>
        </p:nvSpPr>
        <p:spPr>
          <a:xfrm>
            <a:off x="5210521" y="2376242"/>
            <a:ext cx="1184940" cy="261610"/>
          </a:xfrm>
          <a:prstGeom prst="rect">
            <a:avLst/>
          </a:prstGeom>
          <a:noFill/>
        </p:spPr>
        <p:txBody>
          <a:bodyPr wrap="none" rtlCol="0">
            <a:spAutoFit/>
          </a:bodyPr>
          <a:lstStyle/>
          <a:p>
            <a:pPr algn="ctr"/>
            <a:r>
              <a:rPr kumimoji="1" lang="en-US" altLang="zh-CN" sz="1100" dirty="0">
                <a:latin typeface="Alibaba PuHuiTi Medium" pitchFamily="18" charset="-122"/>
                <a:ea typeface="Alibaba PuHuiTi Medium" pitchFamily="18" charset="-122"/>
                <a:cs typeface="Alibaba PuHuiTi Medium" pitchFamily="18" charset="-122"/>
              </a:rPr>
              <a:t>The First Stage</a:t>
            </a:r>
            <a:endParaRPr kumimoji="1" lang="zh-CN" altLang="en-US" sz="1100" dirty="0">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DBE9F126-0533-A3B7-F795-5F6FE399149E}"/>
              </a:ext>
            </a:extLst>
          </p:cNvPr>
          <p:cNvSpPr txBox="1"/>
          <p:nvPr/>
        </p:nvSpPr>
        <p:spPr>
          <a:xfrm>
            <a:off x="5206210" y="2950604"/>
            <a:ext cx="1109599" cy="261610"/>
          </a:xfrm>
          <a:prstGeom prst="rect">
            <a:avLst/>
          </a:prstGeom>
          <a:noFill/>
        </p:spPr>
        <p:txBody>
          <a:bodyPr wrap="none" rtlCol="0">
            <a:spAutoFit/>
          </a:bodyPr>
          <a:lstStyle/>
          <a:p>
            <a:pPr algn="ctr"/>
            <a:r>
              <a:rPr kumimoji="1" lang="en-US" altLang="zh-CN" sz="1050" dirty="0">
                <a:latin typeface="Alibaba PuHuiTi Medium" pitchFamily="18" charset="-122"/>
                <a:ea typeface="Alibaba PuHuiTi Medium" pitchFamily="18" charset="-122"/>
                <a:cs typeface="Alibaba PuHuiTi Medium" pitchFamily="18" charset="-122"/>
              </a:rPr>
              <a:t>Second Stage</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68" name="文本框 67">
            <a:extLst>
              <a:ext uri="{FF2B5EF4-FFF2-40B4-BE49-F238E27FC236}">
                <a16:creationId xmlns:a16="http://schemas.microsoft.com/office/drawing/2014/main" id="{7B360625-69B3-0CA1-EDBD-2DD87AA60523}"/>
              </a:ext>
            </a:extLst>
          </p:cNvPr>
          <p:cNvSpPr txBox="1"/>
          <p:nvPr/>
        </p:nvSpPr>
        <p:spPr>
          <a:xfrm>
            <a:off x="5242236" y="3539799"/>
            <a:ext cx="962122" cy="261610"/>
          </a:xfrm>
          <a:prstGeom prst="rect">
            <a:avLst/>
          </a:prstGeom>
          <a:noFill/>
        </p:spPr>
        <p:txBody>
          <a:bodyPr wrap="none" rtlCol="0">
            <a:spAutoFit/>
          </a:bodyPr>
          <a:lstStyle/>
          <a:p>
            <a:pPr algn="ctr"/>
            <a:r>
              <a:rPr kumimoji="1" lang="en-US" altLang="zh-CN" sz="1050" dirty="0">
                <a:latin typeface="Alibaba PuHuiTi Medium" pitchFamily="18" charset="-122"/>
                <a:ea typeface="Alibaba PuHuiTi Medium" pitchFamily="18" charset="-122"/>
                <a:cs typeface="Alibaba PuHuiTi Medium" pitchFamily="18" charset="-122"/>
              </a:rPr>
              <a:t>Third</a:t>
            </a:r>
            <a:r>
              <a:rPr kumimoji="1" lang="zh-CN" altLang="en-US" sz="1050" dirty="0">
                <a:latin typeface="Alibaba PuHuiTi Medium" pitchFamily="18" charset="-122"/>
                <a:ea typeface="Alibaba PuHuiTi Medium" pitchFamily="18" charset="-122"/>
                <a:cs typeface="Alibaba PuHuiTi Medium" pitchFamily="18" charset="-122"/>
              </a:rPr>
              <a:t> </a:t>
            </a:r>
            <a:r>
              <a:rPr kumimoji="1" lang="en-US" altLang="zh-CN" sz="1050" dirty="0">
                <a:latin typeface="Alibaba PuHuiTi Medium" pitchFamily="18" charset="-122"/>
                <a:ea typeface="Alibaba PuHuiTi Medium" pitchFamily="18" charset="-122"/>
                <a:cs typeface="Alibaba PuHuiTi Medium" pitchFamily="18" charset="-122"/>
              </a:rPr>
              <a:t>Stage</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5BB95B6F-2C90-622E-4176-9393524EF4B7}"/>
              </a:ext>
            </a:extLst>
          </p:cNvPr>
          <p:cNvSpPr txBox="1"/>
          <p:nvPr/>
        </p:nvSpPr>
        <p:spPr>
          <a:xfrm>
            <a:off x="5074341" y="4159822"/>
            <a:ext cx="1292341" cy="307777"/>
          </a:xfrm>
          <a:prstGeom prst="rect">
            <a:avLst/>
          </a:prstGeom>
          <a:noFill/>
        </p:spPr>
        <p:txBody>
          <a:bodyPr wrap="none" rtlCol="0">
            <a:spAutoFit/>
          </a:bodyPr>
          <a:lstStyle/>
          <a:p>
            <a:pPr algn="ct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Fourth Stage</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3" name="文本框 92">
            <a:extLst>
              <a:ext uri="{FF2B5EF4-FFF2-40B4-BE49-F238E27FC236}">
                <a16:creationId xmlns:a16="http://schemas.microsoft.com/office/drawing/2014/main" id="{57678097-46C4-9C3F-A59F-67A3A85715E7}"/>
              </a:ext>
            </a:extLst>
          </p:cNvPr>
          <p:cNvSpPr txBox="1"/>
          <p:nvPr/>
        </p:nvSpPr>
        <p:spPr>
          <a:xfrm>
            <a:off x="5219268" y="4760472"/>
            <a:ext cx="981359" cy="276999"/>
          </a:xfrm>
          <a:prstGeom prst="rect">
            <a:avLst/>
          </a:prstGeom>
          <a:noFill/>
        </p:spPr>
        <p:txBody>
          <a:bodyPr wrap="none" rtlCol="0">
            <a:spAutoFit/>
          </a:bodyPr>
          <a:lstStyle/>
          <a:p>
            <a:pPr algn="ctr"/>
            <a:r>
              <a:rPr kumimoji="1" lang="en-US" altLang="zh-CN" sz="1200" dirty="0">
                <a:latin typeface="Alibaba PuHuiTi Medium" pitchFamily="18" charset="-122"/>
                <a:ea typeface="Alibaba PuHuiTi Medium" pitchFamily="18" charset="-122"/>
                <a:cs typeface="Alibaba PuHuiTi Medium" pitchFamily="18" charset="-122"/>
              </a:rPr>
              <a:t>Fifth Stage</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100" name="文本框 99">
            <a:extLst>
              <a:ext uri="{FF2B5EF4-FFF2-40B4-BE49-F238E27FC236}">
                <a16:creationId xmlns:a16="http://schemas.microsoft.com/office/drawing/2014/main" id="{08D7672D-7463-8A01-EE86-3F0DD88C7939}"/>
              </a:ext>
            </a:extLst>
          </p:cNvPr>
          <p:cNvSpPr txBox="1"/>
          <p:nvPr/>
        </p:nvSpPr>
        <p:spPr>
          <a:xfrm>
            <a:off x="5227210" y="5530643"/>
            <a:ext cx="940189" cy="246221"/>
          </a:xfrm>
          <a:prstGeom prst="rect">
            <a:avLst/>
          </a:prstGeom>
          <a:noFill/>
        </p:spPr>
        <p:txBody>
          <a:bodyPr wrap="square" rtlCol="0">
            <a:spAutoFit/>
          </a:bodyPr>
          <a:lstStyle/>
          <a:p>
            <a:pPr algn="ct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Sixth Stage</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1" name="文本框 100">
            <a:extLst>
              <a:ext uri="{FF2B5EF4-FFF2-40B4-BE49-F238E27FC236}">
                <a16:creationId xmlns:a16="http://schemas.microsoft.com/office/drawing/2014/main" id="{CC0FA536-04F2-3E3E-F3B8-5E4443A6238D}"/>
              </a:ext>
            </a:extLst>
          </p:cNvPr>
          <p:cNvSpPr txBox="1"/>
          <p:nvPr/>
        </p:nvSpPr>
        <p:spPr>
          <a:xfrm>
            <a:off x="4996536" y="2566185"/>
            <a:ext cx="1587742" cy="307777"/>
          </a:xfrm>
          <a:prstGeom prst="rect">
            <a:avLst/>
          </a:prstGeom>
          <a:noFill/>
        </p:spPr>
        <p:txBody>
          <a:bodyPr wrap="square" rtlCol="0">
            <a:spAutoFit/>
          </a:bodyPr>
          <a:lstStyle/>
          <a:p>
            <a:pPr algn="ctr"/>
            <a:r>
              <a:rPr kumimoji="1" lang="en" altLang="zh-CN" sz="700" dirty="0">
                <a:latin typeface="Alibaba PuHuiTi Medium" pitchFamily="18" charset="-122"/>
                <a:ea typeface="Alibaba PuHuiTi Medium" pitchFamily="18" charset="-122"/>
                <a:cs typeface="Alibaba PuHuiTi Medium" pitchFamily="18" charset="-122"/>
              </a:rPr>
              <a:t>Here you can write the </a:t>
            </a:r>
          </a:p>
          <a:p>
            <a:pPr algn="ctr"/>
            <a:r>
              <a:rPr kumimoji="1" lang="en" altLang="zh-CN" sz="700" dirty="0">
                <a:latin typeface="Alibaba PuHuiTi Medium" pitchFamily="18" charset="-122"/>
                <a:ea typeface="Alibaba PuHuiTi Medium" pitchFamily="18" charset="-122"/>
                <a:cs typeface="Alibaba PuHuiTi Medium" pitchFamily="18" charset="-122"/>
              </a:rPr>
              <a:t>think is correct</a:t>
            </a:r>
            <a:endParaRPr kumimoji="1" lang="zh-CN" altLang="en-US" sz="700" dirty="0">
              <a:latin typeface="Alibaba PuHuiTi Medium" pitchFamily="18" charset="-122"/>
              <a:ea typeface="Alibaba PuHuiTi Medium" pitchFamily="18" charset="-122"/>
              <a:cs typeface="Alibaba PuHuiTi Medium" pitchFamily="18" charset="-122"/>
            </a:endParaRPr>
          </a:p>
        </p:txBody>
      </p:sp>
      <p:sp>
        <p:nvSpPr>
          <p:cNvPr id="125" name="文本框 124">
            <a:extLst>
              <a:ext uri="{FF2B5EF4-FFF2-40B4-BE49-F238E27FC236}">
                <a16:creationId xmlns:a16="http://schemas.microsoft.com/office/drawing/2014/main" id="{B92CBCF9-3CCD-E35E-D771-30C64C63F87F}"/>
              </a:ext>
            </a:extLst>
          </p:cNvPr>
          <p:cNvSpPr txBox="1"/>
          <p:nvPr/>
        </p:nvSpPr>
        <p:spPr>
          <a:xfrm>
            <a:off x="4950310" y="3147367"/>
            <a:ext cx="1587742" cy="307777"/>
          </a:xfrm>
          <a:prstGeom prst="rect">
            <a:avLst/>
          </a:prstGeom>
          <a:noFill/>
        </p:spPr>
        <p:txBody>
          <a:bodyPr wrap="square" rtlCol="0">
            <a:spAutoFit/>
          </a:bodyPr>
          <a:lstStyle/>
          <a:p>
            <a:pPr algn="ctr"/>
            <a:r>
              <a:rPr kumimoji="1" lang="en" altLang="zh-CN" sz="700" dirty="0">
                <a:latin typeface="Alibaba PuHuiTi Medium" pitchFamily="18" charset="-122"/>
                <a:ea typeface="Alibaba PuHuiTi Medium" pitchFamily="18" charset="-122"/>
                <a:cs typeface="Alibaba PuHuiTi Medium" pitchFamily="18" charset="-122"/>
              </a:rPr>
              <a:t>Here you can write the </a:t>
            </a:r>
          </a:p>
          <a:p>
            <a:pPr algn="ctr"/>
            <a:r>
              <a:rPr kumimoji="1" lang="en" altLang="zh-CN" sz="700" dirty="0">
                <a:latin typeface="Alibaba PuHuiTi Medium" pitchFamily="18" charset="-122"/>
                <a:ea typeface="Alibaba PuHuiTi Medium" pitchFamily="18" charset="-122"/>
                <a:cs typeface="Alibaba PuHuiTi Medium" pitchFamily="18" charset="-122"/>
              </a:rPr>
              <a:t>think is correct</a:t>
            </a:r>
            <a:endParaRPr kumimoji="1" lang="zh-CN" altLang="en-US" sz="700" dirty="0">
              <a:latin typeface="Alibaba PuHuiTi Medium" pitchFamily="18" charset="-122"/>
              <a:ea typeface="Alibaba PuHuiTi Medium" pitchFamily="18" charset="-122"/>
              <a:cs typeface="Alibaba PuHuiTi Medium" pitchFamily="18" charset="-122"/>
            </a:endParaRPr>
          </a:p>
        </p:txBody>
      </p:sp>
      <p:sp>
        <p:nvSpPr>
          <p:cNvPr id="130" name="文本框 129">
            <a:extLst>
              <a:ext uri="{FF2B5EF4-FFF2-40B4-BE49-F238E27FC236}">
                <a16:creationId xmlns:a16="http://schemas.microsoft.com/office/drawing/2014/main" id="{75B660C4-76AB-641E-8D1C-FD6E54F2B5C1}"/>
              </a:ext>
            </a:extLst>
          </p:cNvPr>
          <p:cNvSpPr txBox="1"/>
          <p:nvPr/>
        </p:nvSpPr>
        <p:spPr>
          <a:xfrm>
            <a:off x="4967674" y="3731154"/>
            <a:ext cx="1485298" cy="307777"/>
          </a:xfrm>
          <a:prstGeom prst="rect">
            <a:avLst/>
          </a:prstGeom>
          <a:noFill/>
        </p:spPr>
        <p:txBody>
          <a:bodyPr wrap="square" rtlCol="0">
            <a:spAutoFit/>
          </a:bodyPr>
          <a:lstStyle/>
          <a:p>
            <a:pPr algn="ctr"/>
            <a:r>
              <a:rPr kumimoji="1" lang="en" altLang="zh-CN" sz="700" dirty="0">
                <a:latin typeface="Alibaba PuHuiTi Medium" pitchFamily="18" charset="-122"/>
                <a:ea typeface="Alibaba PuHuiTi Medium" pitchFamily="18" charset="-122"/>
                <a:cs typeface="Alibaba PuHuiTi Medium" pitchFamily="18" charset="-122"/>
              </a:rPr>
              <a:t>Here you can write the </a:t>
            </a:r>
          </a:p>
          <a:p>
            <a:pPr algn="ctr"/>
            <a:r>
              <a:rPr kumimoji="1" lang="en" altLang="zh-CN" sz="700" dirty="0">
                <a:latin typeface="Alibaba PuHuiTi Medium" pitchFamily="18" charset="-122"/>
                <a:ea typeface="Alibaba PuHuiTi Medium" pitchFamily="18" charset="-122"/>
                <a:cs typeface="Alibaba PuHuiTi Medium" pitchFamily="18" charset="-122"/>
              </a:rPr>
              <a:t>think is correct</a:t>
            </a:r>
            <a:endParaRPr kumimoji="1" lang="zh-CN" altLang="en-US" sz="700" dirty="0">
              <a:latin typeface="Alibaba PuHuiTi Medium" pitchFamily="18" charset="-122"/>
              <a:ea typeface="Alibaba PuHuiTi Medium" pitchFamily="18" charset="-122"/>
              <a:cs typeface="Alibaba PuHuiTi Medium" pitchFamily="18" charset="-122"/>
            </a:endParaRPr>
          </a:p>
        </p:txBody>
      </p:sp>
      <p:sp>
        <p:nvSpPr>
          <p:cNvPr id="145" name="文本框 144">
            <a:extLst>
              <a:ext uri="{FF2B5EF4-FFF2-40B4-BE49-F238E27FC236}">
                <a16:creationId xmlns:a16="http://schemas.microsoft.com/office/drawing/2014/main" id="{B14401CE-039C-1061-69CD-B22BC17B0F80}"/>
              </a:ext>
            </a:extLst>
          </p:cNvPr>
          <p:cNvSpPr txBox="1"/>
          <p:nvPr/>
        </p:nvSpPr>
        <p:spPr>
          <a:xfrm>
            <a:off x="5041291" y="4374045"/>
            <a:ext cx="1374206"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54" name="文本框 153">
            <a:extLst>
              <a:ext uri="{FF2B5EF4-FFF2-40B4-BE49-F238E27FC236}">
                <a16:creationId xmlns:a16="http://schemas.microsoft.com/office/drawing/2014/main" id="{1BB5E4BA-3FC2-3EC3-3E15-3EA9EF4B06D9}"/>
              </a:ext>
            </a:extLst>
          </p:cNvPr>
          <p:cNvSpPr txBox="1"/>
          <p:nvPr/>
        </p:nvSpPr>
        <p:spPr>
          <a:xfrm>
            <a:off x="5149255" y="4952130"/>
            <a:ext cx="1117764" cy="338554"/>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156" name="文本框 155">
            <a:extLst>
              <a:ext uri="{FF2B5EF4-FFF2-40B4-BE49-F238E27FC236}">
                <a16:creationId xmlns:a16="http://schemas.microsoft.com/office/drawing/2014/main" id="{C58181BC-530B-7DBD-4885-44D087C738A6}"/>
              </a:ext>
            </a:extLst>
          </p:cNvPr>
          <p:cNvSpPr txBox="1"/>
          <p:nvPr/>
        </p:nvSpPr>
        <p:spPr>
          <a:xfrm>
            <a:off x="5222052" y="5720735"/>
            <a:ext cx="933774" cy="246221"/>
          </a:xfrm>
          <a:prstGeom prst="rect">
            <a:avLst/>
          </a:prstGeom>
          <a:noFill/>
        </p:spPr>
        <p:txBody>
          <a:bodyPr wrap="square" rtlCol="0">
            <a:spAutoFit/>
          </a:bodyPr>
          <a:lstStyle/>
          <a:p>
            <a:pPr algn="ctr"/>
            <a:r>
              <a:rPr kumimoji="1" lang="en" altLang="zh-CN" sz="500" dirty="0">
                <a:solidFill>
                  <a:schemeClr val="bg1"/>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5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157" name="直线连接符 156">
            <a:extLst>
              <a:ext uri="{FF2B5EF4-FFF2-40B4-BE49-F238E27FC236}">
                <a16:creationId xmlns:a16="http://schemas.microsoft.com/office/drawing/2014/main" id="{3C5196B0-8A5C-4F6F-833D-46A9D9DD69FD}"/>
              </a:ext>
            </a:extLst>
          </p:cNvPr>
          <p:cNvCxnSpPr>
            <a:cxnSpLocks/>
          </p:cNvCxnSpPr>
          <p:nvPr/>
        </p:nvCxnSpPr>
        <p:spPr>
          <a:xfrm flipH="1">
            <a:off x="6178569" y="2045902"/>
            <a:ext cx="925095" cy="201274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直线箭头连接符 157">
            <a:extLst>
              <a:ext uri="{FF2B5EF4-FFF2-40B4-BE49-F238E27FC236}">
                <a16:creationId xmlns:a16="http://schemas.microsoft.com/office/drawing/2014/main" id="{16CA3597-95D7-BFD3-96C0-7BA3A7EF380E}"/>
              </a:ext>
            </a:extLst>
          </p:cNvPr>
          <p:cNvCxnSpPr>
            <a:cxnSpLocks/>
          </p:cNvCxnSpPr>
          <p:nvPr/>
        </p:nvCxnSpPr>
        <p:spPr>
          <a:xfrm>
            <a:off x="7105330" y="2051065"/>
            <a:ext cx="144699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9" name="矩形 158">
            <a:extLst>
              <a:ext uri="{FF2B5EF4-FFF2-40B4-BE49-F238E27FC236}">
                <a16:creationId xmlns:a16="http://schemas.microsoft.com/office/drawing/2014/main" id="{94C69AF4-5406-EAC5-314C-5EAA4EF010CB}"/>
              </a:ext>
            </a:extLst>
          </p:cNvPr>
          <p:cNvSpPr/>
          <p:nvPr/>
        </p:nvSpPr>
        <p:spPr>
          <a:xfrm>
            <a:off x="8895584" y="1475872"/>
            <a:ext cx="2727158" cy="4588041"/>
          </a:xfrm>
          <a:prstGeom prst="rect">
            <a:avLst/>
          </a:prstGeom>
          <a:solidFill>
            <a:srgbClr val="1E344D">
              <a:alpha val="9742"/>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0" name="矩形 159">
            <a:extLst>
              <a:ext uri="{FF2B5EF4-FFF2-40B4-BE49-F238E27FC236}">
                <a16:creationId xmlns:a16="http://schemas.microsoft.com/office/drawing/2014/main" id="{96C40D57-4C84-ABB3-E134-D6EE621B0BF6}"/>
              </a:ext>
            </a:extLst>
          </p:cNvPr>
          <p:cNvSpPr/>
          <p:nvPr/>
        </p:nvSpPr>
        <p:spPr>
          <a:xfrm>
            <a:off x="8751204" y="1764630"/>
            <a:ext cx="3031788" cy="625643"/>
          </a:xfrm>
          <a:prstGeom prst="rect">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1" name="三角形 160">
            <a:extLst>
              <a:ext uri="{FF2B5EF4-FFF2-40B4-BE49-F238E27FC236}">
                <a16:creationId xmlns:a16="http://schemas.microsoft.com/office/drawing/2014/main" id="{C7643A78-D1EC-CB46-5D26-822AE2E7D9F0}"/>
              </a:ext>
            </a:extLst>
          </p:cNvPr>
          <p:cNvSpPr/>
          <p:nvPr/>
        </p:nvSpPr>
        <p:spPr>
          <a:xfrm rot="5400000">
            <a:off x="11592795" y="2418503"/>
            <a:ext cx="222834" cy="167068"/>
          </a:xfrm>
          <a:prstGeom prst="triangle">
            <a:avLst>
              <a:gd name="adj" fmla="val 0"/>
            </a:avLst>
          </a:prstGeom>
          <a:solidFill>
            <a:srgbClr val="7A1F17"/>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2" name="三角形 161">
            <a:extLst>
              <a:ext uri="{FF2B5EF4-FFF2-40B4-BE49-F238E27FC236}">
                <a16:creationId xmlns:a16="http://schemas.microsoft.com/office/drawing/2014/main" id="{DDEA5433-5205-28A9-12A2-446A5D5A43A0}"/>
              </a:ext>
            </a:extLst>
          </p:cNvPr>
          <p:cNvSpPr/>
          <p:nvPr/>
        </p:nvSpPr>
        <p:spPr>
          <a:xfrm rot="5400000" flipV="1">
            <a:off x="8713485" y="2426508"/>
            <a:ext cx="222834" cy="151057"/>
          </a:xfrm>
          <a:prstGeom prst="triangle">
            <a:avLst>
              <a:gd name="adj" fmla="val 0"/>
            </a:avLst>
          </a:prstGeom>
          <a:solidFill>
            <a:srgbClr val="7A1F17"/>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4" name="文本框 163">
            <a:extLst>
              <a:ext uri="{FF2B5EF4-FFF2-40B4-BE49-F238E27FC236}">
                <a16:creationId xmlns:a16="http://schemas.microsoft.com/office/drawing/2014/main" id="{239266CA-2249-866B-F0C3-BA8071A89C44}"/>
              </a:ext>
            </a:extLst>
          </p:cNvPr>
          <p:cNvSpPr txBox="1"/>
          <p:nvPr/>
        </p:nvSpPr>
        <p:spPr>
          <a:xfrm>
            <a:off x="8949994" y="1877346"/>
            <a:ext cx="2656706" cy="369332"/>
          </a:xfrm>
          <a:prstGeom prst="rect">
            <a:avLst/>
          </a:prstGeom>
          <a:noFill/>
        </p:spPr>
        <p:txBody>
          <a:bodyPr wrap="square" rtlCol="0">
            <a:spAutoFit/>
          </a:bodyPr>
          <a:lstStyle/>
          <a:p>
            <a:pPr algn="ctr"/>
            <a:r>
              <a:rPr kumimoji="1" lang="en" altLang="zh-CN"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65" name="文本框 164">
            <a:extLst>
              <a:ext uri="{FF2B5EF4-FFF2-40B4-BE49-F238E27FC236}">
                <a16:creationId xmlns:a16="http://schemas.microsoft.com/office/drawing/2014/main" id="{793DC108-BCAA-F3C7-544D-A8CE7E20BFBA}"/>
              </a:ext>
            </a:extLst>
          </p:cNvPr>
          <p:cNvSpPr txBox="1"/>
          <p:nvPr/>
        </p:nvSpPr>
        <p:spPr>
          <a:xfrm>
            <a:off x="9086782" y="2637116"/>
            <a:ext cx="2391581" cy="3293209"/>
          </a:xfrm>
          <a:prstGeom prst="rect">
            <a:avLst/>
          </a:prstGeom>
          <a:noFill/>
        </p:spPr>
        <p:txBody>
          <a:bodyPr wrap="square" rtlCol="0">
            <a:spAutoFit/>
          </a:bodyPr>
          <a:lstStyle/>
          <a:p>
            <a:pPr marL="171450" indent="-171450">
              <a:buFont typeface="Wingdings" pitchFamily="2" charset="2"/>
              <a:buChar char="l"/>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3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3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171450" indent="-171450">
              <a:buFont typeface="Wingdings" pitchFamily="2" charset="2"/>
              <a:buChar char="l"/>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3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3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3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3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endParaRPr kumimoji="1" lang="zh-CN" altLang="en-US" sz="13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6" name="文本框 165">
            <a:extLst>
              <a:ext uri="{FF2B5EF4-FFF2-40B4-BE49-F238E27FC236}">
                <a16:creationId xmlns:a16="http://schemas.microsoft.com/office/drawing/2014/main" id="{416F3A7A-F9AE-2525-26EC-D5164EE2277E}"/>
              </a:ext>
            </a:extLst>
          </p:cNvPr>
          <p:cNvSpPr txBox="1"/>
          <p:nvPr/>
        </p:nvSpPr>
        <p:spPr>
          <a:xfrm>
            <a:off x="3244210" y="1364907"/>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7" name="文本框 166">
            <a:extLst>
              <a:ext uri="{FF2B5EF4-FFF2-40B4-BE49-F238E27FC236}">
                <a16:creationId xmlns:a16="http://schemas.microsoft.com/office/drawing/2014/main" id="{CF1A65E3-449B-70FD-94F5-06B0D91ED5C7}"/>
              </a:ext>
            </a:extLst>
          </p:cNvPr>
          <p:cNvSpPr txBox="1"/>
          <p:nvPr/>
        </p:nvSpPr>
        <p:spPr>
          <a:xfrm>
            <a:off x="3260563" y="1028984"/>
            <a:ext cx="1620078" cy="461665"/>
          </a:xfrm>
          <a:prstGeom prst="rect">
            <a:avLst/>
          </a:prstGeom>
          <a:noFill/>
        </p:spPr>
        <p:txBody>
          <a:bodyPr wrap="square">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169" name="文本框 168">
            <a:extLst>
              <a:ext uri="{FF2B5EF4-FFF2-40B4-BE49-F238E27FC236}">
                <a16:creationId xmlns:a16="http://schemas.microsoft.com/office/drawing/2014/main" id="{40C1E29B-1035-DA76-2B06-F852B3E1E3FE}"/>
              </a:ext>
            </a:extLst>
          </p:cNvPr>
          <p:cNvSpPr txBox="1"/>
          <p:nvPr/>
        </p:nvSpPr>
        <p:spPr>
          <a:xfrm>
            <a:off x="1239924" y="5855173"/>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0" name="文本框 169">
            <a:extLst>
              <a:ext uri="{FF2B5EF4-FFF2-40B4-BE49-F238E27FC236}">
                <a16:creationId xmlns:a16="http://schemas.microsoft.com/office/drawing/2014/main" id="{A4D87BD0-17A9-B977-A67B-160698BAF56B}"/>
              </a:ext>
            </a:extLst>
          </p:cNvPr>
          <p:cNvSpPr txBox="1"/>
          <p:nvPr/>
        </p:nvSpPr>
        <p:spPr>
          <a:xfrm>
            <a:off x="536918" y="1092877"/>
            <a:ext cx="2152400"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MAIN TITLE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 plan</a:t>
            </a:r>
            <a:r>
              <a:rPr kumimoji="1" lang="zh-CN" altLang="en-US" sz="16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71" name="文本框 170">
            <a:extLst>
              <a:ext uri="{FF2B5EF4-FFF2-40B4-BE49-F238E27FC236}">
                <a16:creationId xmlns:a16="http://schemas.microsoft.com/office/drawing/2014/main" id="{A8A46F01-88DE-E37B-05D8-5C1EB02784B2}"/>
              </a:ext>
            </a:extLst>
          </p:cNvPr>
          <p:cNvSpPr txBox="1"/>
          <p:nvPr/>
        </p:nvSpPr>
        <p:spPr>
          <a:xfrm>
            <a:off x="1290084" y="3463243"/>
            <a:ext cx="492443" cy="707886"/>
          </a:xfrm>
          <a:prstGeom prst="rect">
            <a:avLst/>
          </a:prstGeom>
          <a:noFill/>
        </p:spPr>
        <p:txBody>
          <a:bodyPr wrap="none" rtlCol="0">
            <a:spAutoFit/>
          </a:bodyPr>
          <a:lstStyle/>
          <a:p>
            <a:r>
              <a:rPr kumimoji="1" lang="en-US" altLang="zh-CN" sz="4000" b="1" dirty="0">
                <a:solidFill>
                  <a:srgbClr val="1E344D"/>
                </a:solidFill>
                <a:latin typeface="Alibaba PuHuiTi Heavy" pitchFamily="18" charset="-122"/>
                <a:ea typeface="Alibaba PuHuiTi Heavy" pitchFamily="18" charset="-122"/>
                <a:cs typeface="Alibaba PuHuiTi Heavy" pitchFamily="18" charset="-122"/>
              </a:rPr>
              <a:t>+</a:t>
            </a:r>
            <a:endParaRPr kumimoji="1" lang="zh-CN" altLang="en-US" sz="4000"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172" name="文本框 171">
            <a:extLst>
              <a:ext uri="{FF2B5EF4-FFF2-40B4-BE49-F238E27FC236}">
                <a16:creationId xmlns:a16="http://schemas.microsoft.com/office/drawing/2014/main" id="{044D5E3B-44D6-1D86-2191-E9AF250245B1}"/>
              </a:ext>
            </a:extLst>
          </p:cNvPr>
          <p:cNvSpPr txBox="1"/>
          <p:nvPr/>
        </p:nvSpPr>
        <p:spPr>
          <a:xfrm>
            <a:off x="634028" y="1621552"/>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3" name="文本框 172">
            <a:extLst>
              <a:ext uri="{FF2B5EF4-FFF2-40B4-BE49-F238E27FC236}">
                <a16:creationId xmlns:a16="http://schemas.microsoft.com/office/drawing/2014/main" id="{AB30390A-10C5-0EBB-A1B5-A611E09F50F8}"/>
              </a:ext>
            </a:extLst>
          </p:cNvPr>
          <p:cNvSpPr txBox="1"/>
          <p:nvPr/>
        </p:nvSpPr>
        <p:spPr>
          <a:xfrm>
            <a:off x="634028" y="2248416"/>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4" name="文本框 173">
            <a:extLst>
              <a:ext uri="{FF2B5EF4-FFF2-40B4-BE49-F238E27FC236}">
                <a16:creationId xmlns:a16="http://schemas.microsoft.com/office/drawing/2014/main" id="{EFE4571F-1BD6-6684-0E44-B3B36A2AA756}"/>
              </a:ext>
            </a:extLst>
          </p:cNvPr>
          <p:cNvSpPr txBox="1"/>
          <p:nvPr/>
        </p:nvSpPr>
        <p:spPr>
          <a:xfrm>
            <a:off x="634028" y="2896488"/>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5" name="矩形 174">
            <a:extLst>
              <a:ext uri="{FF2B5EF4-FFF2-40B4-BE49-F238E27FC236}">
                <a16:creationId xmlns:a16="http://schemas.microsoft.com/office/drawing/2014/main" id="{8052324F-70E5-09CA-0C38-37A73A08117D}"/>
              </a:ext>
            </a:extLst>
          </p:cNvPr>
          <p:cNvSpPr/>
          <p:nvPr/>
        </p:nvSpPr>
        <p:spPr>
          <a:xfrm>
            <a:off x="533447" y="4054119"/>
            <a:ext cx="2042160" cy="4572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76" name="文本框 175">
            <a:extLst>
              <a:ext uri="{FF2B5EF4-FFF2-40B4-BE49-F238E27FC236}">
                <a16:creationId xmlns:a16="http://schemas.microsoft.com/office/drawing/2014/main" id="{9C97FF37-1022-E4BC-8135-8D2BBDEC71DC}"/>
              </a:ext>
            </a:extLst>
          </p:cNvPr>
          <p:cNvSpPr txBox="1"/>
          <p:nvPr/>
        </p:nvSpPr>
        <p:spPr>
          <a:xfrm>
            <a:off x="525343" y="4108003"/>
            <a:ext cx="2152400"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MAIN TITLE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 plan</a:t>
            </a:r>
            <a:r>
              <a:rPr kumimoji="1" lang="zh-CN" altLang="en-US" sz="16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B</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77" name="文本框 176">
            <a:extLst>
              <a:ext uri="{FF2B5EF4-FFF2-40B4-BE49-F238E27FC236}">
                <a16:creationId xmlns:a16="http://schemas.microsoft.com/office/drawing/2014/main" id="{D6FFB376-D2B3-8612-BB1B-BAB1BA8BD025}"/>
              </a:ext>
            </a:extLst>
          </p:cNvPr>
          <p:cNvSpPr txBox="1"/>
          <p:nvPr/>
        </p:nvSpPr>
        <p:spPr>
          <a:xfrm>
            <a:off x="622453" y="4690467"/>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8" name="文本框 177">
            <a:extLst>
              <a:ext uri="{FF2B5EF4-FFF2-40B4-BE49-F238E27FC236}">
                <a16:creationId xmlns:a16="http://schemas.microsoft.com/office/drawing/2014/main" id="{6EE7C649-AB76-D4BC-3068-AC2F193973AD}"/>
              </a:ext>
            </a:extLst>
          </p:cNvPr>
          <p:cNvSpPr txBox="1"/>
          <p:nvPr/>
        </p:nvSpPr>
        <p:spPr>
          <a:xfrm>
            <a:off x="622453" y="5317331"/>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38816436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13">
            <a:extLst>
              <a:ext uri="{FF2B5EF4-FFF2-40B4-BE49-F238E27FC236}">
                <a16:creationId xmlns:a16="http://schemas.microsoft.com/office/drawing/2014/main" id="{E6149419-6CA1-CE15-ED09-C92A0C935D94}"/>
              </a:ext>
            </a:extLst>
          </p:cNvPr>
          <p:cNvSpPr txBox="1"/>
          <p:nvPr/>
        </p:nvSpPr>
        <p:spPr>
          <a:xfrm>
            <a:off x="2960700"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A1DCC30E-D6FF-AC82-DAF1-D3868426A147}"/>
              </a:ext>
            </a:extLst>
          </p:cNvPr>
          <p:cNvSpPr txBox="1"/>
          <p:nvPr/>
        </p:nvSpPr>
        <p:spPr>
          <a:xfrm>
            <a:off x="362160"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0" name="直线连接符 19">
            <a:extLst>
              <a:ext uri="{FF2B5EF4-FFF2-40B4-BE49-F238E27FC236}">
                <a16:creationId xmlns:a16="http://schemas.microsoft.com/office/drawing/2014/main" id="{923DDAE8-3AC4-F45C-2B4E-FA36841A1842}"/>
              </a:ext>
            </a:extLst>
          </p:cNvPr>
          <p:cNvCxnSpPr>
            <a:cxnSpLocks/>
          </p:cNvCxnSpPr>
          <p:nvPr/>
        </p:nvCxnSpPr>
        <p:spPr>
          <a:xfrm>
            <a:off x="2050363"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36CF8016-02A9-7E97-1F3F-8508D81A10C7}"/>
              </a:ext>
            </a:extLst>
          </p:cNvPr>
          <p:cNvSpPr txBox="1"/>
          <p:nvPr/>
        </p:nvSpPr>
        <p:spPr>
          <a:xfrm>
            <a:off x="372788"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1" name="组合 30">
            <a:extLst>
              <a:ext uri="{FF2B5EF4-FFF2-40B4-BE49-F238E27FC236}">
                <a16:creationId xmlns:a16="http://schemas.microsoft.com/office/drawing/2014/main" id="{39F15A27-2FA8-2771-C245-32D4A3A31F03}"/>
              </a:ext>
            </a:extLst>
          </p:cNvPr>
          <p:cNvGrpSpPr/>
          <p:nvPr/>
        </p:nvGrpSpPr>
        <p:grpSpPr>
          <a:xfrm>
            <a:off x="2275587" y="287981"/>
            <a:ext cx="356205" cy="355288"/>
            <a:chOff x="416151" y="286059"/>
            <a:chExt cx="356205" cy="355288"/>
          </a:xfrm>
        </p:grpSpPr>
        <p:sp>
          <p:nvSpPr>
            <p:cNvPr id="33" name="Google Shape;7166;p80">
              <a:extLst>
                <a:ext uri="{FF2B5EF4-FFF2-40B4-BE49-F238E27FC236}">
                  <a16:creationId xmlns:a16="http://schemas.microsoft.com/office/drawing/2014/main" id="{A161EA10-EDF0-1F6A-4408-94890793452B}"/>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34" name="Google Shape;7167;p80">
              <a:extLst>
                <a:ext uri="{FF2B5EF4-FFF2-40B4-BE49-F238E27FC236}">
                  <a16:creationId xmlns:a16="http://schemas.microsoft.com/office/drawing/2014/main" id="{F3DBA15A-395A-8A01-C339-D727C8C3564B}"/>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35" name="Google Shape;7168;p80">
              <a:extLst>
                <a:ext uri="{FF2B5EF4-FFF2-40B4-BE49-F238E27FC236}">
                  <a16:creationId xmlns:a16="http://schemas.microsoft.com/office/drawing/2014/main" id="{EB028D88-1F1F-FD0D-CB1D-09381004A594}"/>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36" name="Google Shape;7169;p80">
              <a:extLst>
                <a:ext uri="{FF2B5EF4-FFF2-40B4-BE49-F238E27FC236}">
                  <a16:creationId xmlns:a16="http://schemas.microsoft.com/office/drawing/2014/main" id="{882569B7-4FC1-68A0-F65C-5C9470EF079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grpSp>
      <p:cxnSp>
        <p:nvCxnSpPr>
          <p:cNvPr id="38" name="直线连接符 37">
            <a:extLst>
              <a:ext uri="{FF2B5EF4-FFF2-40B4-BE49-F238E27FC236}">
                <a16:creationId xmlns:a16="http://schemas.microsoft.com/office/drawing/2014/main" id="{308C6DAA-9CEA-D2D6-0F1C-790F233F303C}"/>
              </a:ext>
            </a:extLst>
          </p:cNvPr>
          <p:cNvCxnSpPr>
            <a:cxnSpLocks/>
          </p:cNvCxnSpPr>
          <p:nvPr/>
        </p:nvCxnSpPr>
        <p:spPr>
          <a:xfrm>
            <a:off x="257094"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椭圆 11">
            <a:extLst>
              <a:ext uri="{FF2B5EF4-FFF2-40B4-BE49-F238E27FC236}">
                <a16:creationId xmlns:a16="http://schemas.microsoft.com/office/drawing/2014/main" id="{B23C24CC-E275-745D-1CD4-4F3EE2266B8C}"/>
              </a:ext>
            </a:extLst>
          </p:cNvPr>
          <p:cNvSpPr/>
          <p:nvPr/>
        </p:nvSpPr>
        <p:spPr>
          <a:xfrm>
            <a:off x="585002" y="1061312"/>
            <a:ext cx="416560" cy="416560"/>
          </a:xfrm>
          <a:prstGeom prst="ellipse">
            <a:avLst/>
          </a:prstGeom>
          <a:noFill/>
          <a:ln w="2540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3" name="椭圆 12">
            <a:extLst>
              <a:ext uri="{FF2B5EF4-FFF2-40B4-BE49-F238E27FC236}">
                <a16:creationId xmlns:a16="http://schemas.microsoft.com/office/drawing/2014/main" id="{0F9B065F-6178-BA20-4FA6-B99736FC821B}"/>
              </a:ext>
            </a:extLst>
          </p:cNvPr>
          <p:cNvSpPr/>
          <p:nvPr/>
        </p:nvSpPr>
        <p:spPr>
          <a:xfrm>
            <a:off x="4048408" y="1444013"/>
            <a:ext cx="416560" cy="416560"/>
          </a:xfrm>
          <a:prstGeom prst="ellipse">
            <a:avLst/>
          </a:prstGeom>
          <a:noFill/>
          <a:ln w="2540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5" name="椭圆 14">
            <a:extLst>
              <a:ext uri="{FF2B5EF4-FFF2-40B4-BE49-F238E27FC236}">
                <a16:creationId xmlns:a16="http://schemas.microsoft.com/office/drawing/2014/main" id="{BA99DF47-D006-E7F5-C29B-ABC205DC50C8}"/>
              </a:ext>
            </a:extLst>
          </p:cNvPr>
          <p:cNvSpPr/>
          <p:nvPr/>
        </p:nvSpPr>
        <p:spPr>
          <a:xfrm>
            <a:off x="7782252" y="1083973"/>
            <a:ext cx="416560" cy="416560"/>
          </a:xfrm>
          <a:prstGeom prst="ellipse">
            <a:avLst/>
          </a:prstGeom>
          <a:noFill/>
          <a:ln w="2540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6" name="椭圆 15">
            <a:extLst>
              <a:ext uri="{FF2B5EF4-FFF2-40B4-BE49-F238E27FC236}">
                <a16:creationId xmlns:a16="http://schemas.microsoft.com/office/drawing/2014/main" id="{BCFCDAC5-65F6-335E-92EC-85435525BA6C}"/>
              </a:ext>
            </a:extLst>
          </p:cNvPr>
          <p:cNvSpPr/>
          <p:nvPr/>
        </p:nvSpPr>
        <p:spPr>
          <a:xfrm>
            <a:off x="1014826" y="4036301"/>
            <a:ext cx="416560" cy="416560"/>
          </a:xfrm>
          <a:prstGeom prst="ellipse">
            <a:avLst/>
          </a:prstGeom>
          <a:noFill/>
          <a:ln w="2540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7" name="椭圆 16">
            <a:extLst>
              <a:ext uri="{FF2B5EF4-FFF2-40B4-BE49-F238E27FC236}">
                <a16:creationId xmlns:a16="http://schemas.microsoft.com/office/drawing/2014/main" id="{C6CE1F33-F6FA-3E58-7324-921A2D3A1FFA}"/>
              </a:ext>
            </a:extLst>
          </p:cNvPr>
          <p:cNvSpPr/>
          <p:nvPr/>
        </p:nvSpPr>
        <p:spPr>
          <a:xfrm>
            <a:off x="11243687" y="4124096"/>
            <a:ext cx="416560" cy="416560"/>
          </a:xfrm>
          <a:prstGeom prst="ellipse">
            <a:avLst/>
          </a:prstGeom>
          <a:noFill/>
          <a:ln w="2540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8" name="矩形 17">
            <a:extLst>
              <a:ext uri="{FF2B5EF4-FFF2-40B4-BE49-F238E27FC236}">
                <a16:creationId xmlns:a16="http://schemas.microsoft.com/office/drawing/2014/main" id="{1BC33215-71AF-356D-F262-5A8B0F876B41}"/>
              </a:ext>
            </a:extLst>
          </p:cNvPr>
          <p:cNvSpPr/>
          <p:nvPr/>
        </p:nvSpPr>
        <p:spPr>
          <a:xfrm>
            <a:off x="513882" y="1759522"/>
            <a:ext cx="2926080" cy="1930400"/>
          </a:xfrm>
          <a:prstGeom prst="rect">
            <a:avLst/>
          </a:prstGeom>
          <a:solidFill>
            <a:schemeClr val="bg1"/>
          </a:solidFill>
          <a:ln w="9525">
            <a:solidFill>
              <a:schemeClr val="bg1">
                <a:lumMod val="75000"/>
              </a:schemeClr>
            </a:solidFill>
            <a:prstDash val="solid"/>
          </a:ln>
          <a:effectLst>
            <a:outerShdw blurRad="50800" dist="38100" dir="10800000" sx="98850" sy="9885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21" name="文本框 20">
            <a:extLst>
              <a:ext uri="{FF2B5EF4-FFF2-40B4-BE49-F238E27FC236}">
                <a16:creationId xmlns:a16="http://schemas.microsoft.com/office/drawing/2014/main" id="{7B0EC1A1-140F-DBDD-811B-8785C03423D4}"/>
              </a:ext>
            </a:extLst>
          </p:cNvPr>
          <p:cNvSpPr txBox="1"/>
          <p:nvPr/>
        </p:nvSpPr>
        <p:spPr>
          <a:xfrm>
            <a:off x="901505" y="1046088"/>
            <a:ext cx="2309149" cy="738664"/>
          </a:xfrm>
          <a:prstGeom prst="rect">
            <a:avLst/>
          </a:prstGeom>
          <a:noFill/>
        </p:spPr>
        <p:txBody>
          <a:bodyPr wrap="square">
            <a:spAutoFit/>
          </a:bodyPr>
          <a:lstStyle/>
          <a:p>
            <a:pPr algn="ct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8F3E91D4-8708-58BA-9A2A-82BEBC7CA3BB}"/>
              </a:ext>
            </a:extLst>
          </p:cNvPr>
          <p:cNvSpPr txBox="1"/>
          <p:nvPr/>
        </p:nvSpPr>
        <p:spPr>
          <a:xfrm>
            <a:off x="3829029" y="1938300"/>
            <a:ext cx="939742" cy="1600438"/>
          </a:xfrm>
          <a:prstGeom prst="rect">
            <a:avLst/>
          </a:prstGeom>
          <a:noFill/>
        </p:spPr>
        <p:txBody>
          <a:bodyPr wrap="square">
            <a:spAutoFit/>
          </a:bodyPr>
          <a:lstStyle/>
          <a:p>
            <a:pPr algn="ct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60180DFC-E505-0C7F-89E1-B20F7508713C}"/>
              </a:ext>
            </a:extLst>
          </p:cNvPr>
          <p:cNvSpPr txBox="1"/>
          <p:nvPr/>
        </p:nvSpPr>
        <p:spPr>
          <a:xfrm>
            <a:off x="8142292" y="1057509"/>
            <a:ext cx="3184557" cy="523220"/>
          </a:xfrm>
          <a:prstGeom prst="rect">
            <a:avLst/>
          </a:prstGeom>
          <a:noFill/>
        </p:spPr>
        <p:txBody>
          <a:bodyPr wrap="square">
            <a:spAutoFit/>
          </a:bodyPr>
          <a:lstStyle/>
          <a:p>
            <a:pPr algn="ct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700D7550-4B3E-E543-9AE2-96D80E3F5A60}"/>
              </a:ext>
            </a:extLst>
          </p:cNvPr>
          <p:cNvSpPr txBox="1"/>
          <p:nvPr/>
        </p:nvSpPr>
        <p:spPr>
          <a:xfrm>
            <a:off x="816831" y="4465034"/>
            <a:ext cx="872731" cy="2031325"/>
          </a:xfrm>
          <a:prstGeom prst="rect">
            <a:avLst/>
          </a:prstGeom>
          <a:noFill/>
        </p:spPr>
        <p:txBody>
          <a:bodyPr wrap="square">
            <a:spAutoFit/>
          </a:bodyPr>
          <a:lstStyle/>
          <a:p>
            <a:pPr algn="ct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C869D56C-69AD-DA2E-E4EF-06B8E25AB1E9}"/>
              </a:ext>
            </a:extLst>
          </p:cNvPr>
          <p:cNvSpPr txBox="1"/>
          <p:nvPr/>
        </p:nvSpPr>
        <p:spPr>
          <a:xfrm>
            <a:off x="10960279" y="4617568"/>
            <a:ext cx="939742" cy="1600438"/>
          </a:xfrm>
          <a:prstGeom prst="rect">
            <a:avLst/>
          </a:prstGeom>
          <a:noFill/>
        </p:spPr>
        <p:txBody>
          <a:bodyPr wrap="square">
            <a:spAutoFit/>
          </a:bodyPr>
          <a:lstStyle/>
          <a:p>
            <a:pPr algn="ct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椭圆 25">
            <a:extLst>
              <a:ext uri="{FF2B5EF4-FFF2-40B4-BE49-F238E27FC236}">
                <a16:creationId xmlns:a16="http://schemas.microsoft.com/office/drawing/2014/main" id="{1E235859-87B6-B0A3-46D1-FD889FA1E476}"/>
              </a:ext>
            </a:extLst>
          </p:cNvPr>
          <p:cNvSpPr/>
          <p:nvPr/>
        </p:nvSpPr>
        <p:spPr>
          <a:xfrm>
            <a:off x="8745695" y="1587945"/>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28" name="椭圆 27">
            <a:extLst>
              <a:ext uri="{FF2B5EF4-FFF2-40B4-BE49-F238E27FC236}">
                <a16:creationId xmlns:a16="http://schemas.microsoft.com/office/drawing/2014/main" id="{9C42EA60-2845-BBB1-100D-97A5E46BB8B9}"/>
              </a:ext>
            </a:extLst>
          </p:cNvPr>
          <p:cNvSpPr/>
          <p:nvPr/>
        </p:nvSpPr>
        <p:spPr>
          <a:xfrm>
            <a:off x="9380563" y="1587945"/>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29" name="椭圆 28">
            <a:extLst>
              <a:ext uri="{FF2B5EF4-FFF2-40B4-BE49-F238E27FC236}">
                <a16:creationId xmlns:a16="http://schemas.microsoft.com/office/drawing/2014/main" id="{CE682F62-5371-3D8F-BDD3-EFA6FD7708EE}"/>
              </a:ext>
            </a:extLst>
          </p:cNvPr>
          <p:cNvSpPr/>
          <p:nvPr/>
        </p:nvSpPr>
        <p:spPr>
          <a:xfrm>
            <a:off x="9956627" y="1587945"/>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30" name="椭圆 29">
            <a:extLst>
              <a:ext uri="{FF2B5EF4-FFF2-40B4-BE49-F238E27FC236}">
                <a16:creationId xmlns:a16="http://schemas.microsoft.com/office/drawing/2014/main" id="{22835D0A-1B2E-3D56-6DD0-71B748B91E43}"/>
              </a:ext>
            </a:extLst>
          </p:cNvPr>
          <p:cNvSpPr/>
          <p:nvPr/>
        </p:nvSpPr>
        <p:spPr>
          <a:xfrm>
            <a:off x="10604699" y="1587945"/>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32" name="椭圆 31">
            <a:extLst>
              <a:ext uri="{FF2B5EF4-FFF2-40B4-BE49-F238E27FC236}">
                <a16:creationId xmlns:a16="http://schemas.microsoft.com/office/drawing/2014/main" id="{2246D008-069B-F79D-5CE0-6BC703A0C4C6}"/>
              </a:ext>
            </a:extLst>
          </p:cNvPr>
          <p:cNvSpPr/>
          <p:nvPr/>
        </p:nvSpPr>
        <p:spPr>
          <a:xfrm>
            <a:off x="8732491" y="2641685"/>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37" name="椭圆 36">
            <a:extLst>
              <a:ext uri="{FF2B5EF4-FFF2-40B4-BE49-F238E27FC236}">
                <a16:creationId xmlns:a16="http://schemas.microsoft.com/office/drawing/2014/main" id="{03FFF5DD-B6EF-7163-BE83-06C1971B75B4}"/>
              </a:ext>
            </a:extLst>
          </p:cNvPr>
          <p:cNvSpPr/>
          <p:nvPr/>
        </p:nvSpPr>
        <p:spPr>
          <a:xfrm>
            <a:off x="9367359" y="2641685"/>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0" name="椭圆 39">
            <a:extLst>
              <a:ext uri="{FF2B5EF4-FFF2-40B4-BE49-F238E27FC236}">
                <a16:creationId xmlns:a16="http://schemas.microsoft.com/office/drawing/2014/main" id="{5414D326-9569-71F0-62BF-7A1828B90FFF}"/>
              </a:ext>
            </a:extLst>
          </p:cNvPr>
          <p:cNvSpPr/>
          <p:nvPr/>
        </p:nvSpPr>
        <p:spPr>
          <a:xfrm>
            <a:off x="9943423" y="2641685"/>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1" name="椭圆 40">
            <a:extLst>
              <a:ext uri="{FF2B5EF4-FFF2-40B4-BE49-F238E27FC236}">
                <a16:creationId xmlns:a16="http://schemas.microsoft.com/office/drawing/2014/main" id="{ACF9F4B3-F807-CF2C-7998-4C8F97F9371C}"/>
              </a:ext>
            </a:extLst>
          </p:cNvPr>
          <p:cNvSpPr/>
          <p:nvPr/>
        </p:nvSpPr>
        <p:spPr>
          <a:xfrm>
            <a:off x="10591495" y="2641685"/>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2" name="椭圆 41">
            <a:extLst>
              <a:ext uri="{FF2B5EF4-FFF2-40B4-BE49-F238E27FC236}">
                <a16:creationId xmlns:a16="http://schemas.microsoft.com/office/drawing/2014/main" id="{9DEE943A-0F47-AFE5-80E5-B1D9B807A61B}"/>
              </a:ext>
            </a:extLst>
          </p:cNvPr>
          <p:cNvSpPr/>
          <p:nvPr/>
        </p:nvSpPr>
        <p:spPr>
          <a:xfrm>
            <a:off x="8300443" y="3145741"/>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3" name="椭圆 42">
            <a:extLst>
              <a:ext uri="{FF2B5EF4-FFF2-40B4-BE49-F238E27FC236}">
                <a16:creationId xmlns:a16="http://schemas.microsoft.com/office/drawing/2014/main" id="{7D70B8E2-EE88-A1A9-C541-652D43594B34}"/>
              </a:ext>
            </a:extLst>
          </p:cNvPr>
          <p:cNvSpPr/>
          <p:nvPr/>
        </p:nvSpPr>
        <p:spPr>
          <a:xfrm>
            <a:off x="8935311" y="3145741"/>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4" name="椭圆 43">
            <a:extLst>
              <a:ext uri="{FF2B5EF4-FFF2-40B4-BE49-F238E27FC236}">
                <a16:creationId xmlns:a16="http://schemas.microsoft.com/office/drawing/2014/main" id="{ADB3E366-3303-34A5-23AC-1984B5281115}"/>
              </a:ext>
            </a:extLst>
          </p:cNvPr>
          <p:cNvSpPr/>
          <p:nvPr/>
        </p:nvSpPr>
        <p:spPr>
          <a:xfrm>
            <a:off x="9511375" y="3145741"/>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5" name="椭圆 44">
            <a:extLst>
              <a:ext uri="{FF2B5EF4-FFF2-40B4-BE49-F238E27FC236}">
                <a16:creationId xmlns:a16="http://schemas.microsoft.com/office/drawing/2014/main" id="{293CEB80-7FA1-B810-B5CC-930A42FCC550}"/>
              </a:ext>
            </a:extLst>
          </p:cNvPr>
          <p:cNvSpPr/>
          <p:nvPr/>
        </p:nvSpPr>
        <p:spPr>
          <a:xfrm>
            <a:off x="10159447" y="3145741"/>
            <a:ext cx="520861" cy="520861"/>
          </a:xfrm>
          <a:prstGeom prst="ellipse">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6" name="椭圆 45">
            <a:extLst>
              <a:ext uri="{FF2B5EF4-FFF2-40B4-BE49-F238E27FC236}">
                <a16:creationId xmlns:a16="http://schemas.microsoft.com/office/drawing/2014/main" id="{C06BC247-C5D9-E89F-5A63-2568B774D31A}"/>
              </a:ext>
            </a:extLst>
          </p:cNvPr>
          <p:cNvSpPr/>
          <p:nvPr/>
        </p:nvSpPr>
        <p:spPr>
          <a:xfrm>
            <a:off x="8444459" y="2065621"/>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7" name="椭圆 46">
            <a:extLst>
              <a:ext uri="{FF2B5EF4-FFF2-40B4-BE49-F238E27FC236}">
                <a16:creationId xmlns:a16="http://schemas.microsoft.com/office/drawing/2014/main" id="{8480775C-87EF-F019-E272-A051030801A1}"/>
              </a:ext>
            </a:extLst>
          </p:cNvPr>
          <p:cNvSpPr/>
          <p:nvPr/>
        </p:nvSpPr>
        <p:spPr>
          <a:xfrm>
            <a:off x="9079327" y="2065621"/>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9" name="椭圆 48">
            <a:extLst>
              <a:ext uri="{FF2B5EF4-FFF2-40B4-BE49-F238E27FC236}">
                <a16:creationId xmlns:a16="http://schemas.microsoft.com/office/drawing/2014/main" id="{32FA6449-AD2C-C2A7-C695-60B8AEF883BB}"/>
              </a:ext>
            </a:extLst>
          </p:cNvPr>
          <p:cNvSpPr/>
          <p:nvPr/>
        </p:nvSpPr>
        <p:spPr>
          <a:xfrm>
            <a:off x="9655391" y="2065621"/>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50" name="椭圆 49">
            <a:extLst>
              <a:ext uri="{FF2B5EF4-FFF2-40B4-BE49-F238E27FC236}">
                <a16:creationId xmlns:a16="http://schemas.microsoft.com/office/drawing/2014/main" id="{D415AE55-B6B5-C79E-A672-948FF159D586}"/>
              </a:ext>
            </a:extLst>
          </p:cNvPr>
          <p:cNvSpPr/>
          <p:nvPr/>
        </p:nvSpPr>
        <p:spPr>
          <a:xfrm>
            <a:off x="10303463" y="2065621"/>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51" name="椭圆 50">
            <a:extLst>
              <a:ext uri="{FF2B5EF4-FFF2-40B4-BE49-F238E27FC236}">
                <a16:creationId xmlns:a16="http://schemas.microsoft.com/office/drawing/2014/main" id="{17E642FC-4BFC-D183-CC87-A8255766D4A4}"/>
              </a:ext>
            </a:extLst>
          </p:cNvPr>
          <p:cNvSpPr/>
          <p:nvPr/>
        </p:nvSpPr>
        <p:spPr>
          <a:xfrm>
            <a:off x="10892731" y="2065621"/>
            <a:ext cx="520861" cy="520861"/>
          </a:xfrm>
          <a:prstGeom prst="ellips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cxnSp>
        <p:nvCxnSpPr>
          <p:cNvPr id="52" name="直线连接符 51">
            <a:extLst>
              <a:ext uri="{FF2B5EF4-FFF2-40B4-BE49-F238E27FC236}">
                <a16:creationId xmlns:a16="http://schemas.microsoft.com/office/drawing/2014/main" id="{E7665E3D-719D-84E3-4BAC-F7423D59DC2F}"/>
              </a:ext>
            </a:extLst>
          </p:cNvPr>
          <p:cNvCxnSpPr>
            <a:cxnSpLocks/>
          </p:cNvCxnSpPr>
          <p:nvPr/>
        </p:nvCxnSpPr>
        <p:spPr>
          <a:xfrm>
            <a:off x="8108576" y="2618092"/>
            <a:ext cx="3565514"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53" name="文本框 52">
            <a:extLst>
              <a:ext uri="{FF2B5EF4-FFF2-40B4-BE49-F238E27FC236}">
                <a16:creationId xmlns:a16="http://schemas.microsoft.com/office/drawing/2014/main" id="{C8BD9F30-184B-9057-A635-A2D859789884}"/>
              </a:ext>
            </a:extLst>
          </p:cNvPr>
          <p:cNvSpPr txBox="1"/>
          <p:nvPr/>
        </p:nvSpPr>
        <p:spPr>
          <a:xfrm>
            <a:off x="7157110" y="1914282"/>
            <a:ext cx="1044575" cy="461665"/>
          </a:xfrm>
          <a:prstGeom prst="rect">
            <a:avLst/>
          </a:prstGeom>
          <a:noFill/>
        </p:spPr>
        <p:txBody>
          <a:bodyPr wrap="square" rtlCol="0">
            <a:spAutoFit/>
          </a:bodyPr>
          <a:lstStyle/>
          <a:p>
            <a:pPr algn="ctr"/>
            <a:r>
              <a:rPr kumimoji="1" lang="en" altLang="zh-CN" sz="1200" dirty="0">
                <a:solidFill>
                  <a:srgbClr val="BB3023"/>
                </a:solidFill>
                <a:latin typeface="Alibaba PuHuiTi Medium" pitchFamily="18" charset="-122"/>
                <a:ea typeface="Alibaba PuHuiTi Medium" pitchFamily="18" charset="-122"/>
                <a:cs typeface="Alibaba PuHuiTi Medium" pitchFamily="18" charset="-122"/>
              </a:rPr>
              <a:t>Important </a:t>
            </a:r>
            <a:r>
              <a:rPr kumimoji="1" lang="zh-CN" altLang="en-US" sz="1200" dirty="0">
                <a:solidFill>
                  <a:srgbClr val="BB3023"/>
                </a:solidFill>
                <a:latin typeface="Alibaba PuHuiTi Medium" pitchFamily="18" charset="-122"/>
                <a:ea typeface="Alibaba PuHuiTi Medium" pitchFamily="18" charset="-122"/>
                <a:cs typeface="Alibaba PuHuiTi Medium" pitchFamily="18" charset="-122"/>
              </a:rPr>
              <a:t> </a:t>
            </a:r>
            <a:endParaRPr kumimoji="1" lang="en-US" altLang="zh-CN" sz="1200" dirty="0">
              <a:solidFill>
                <a:srgbClr val="BB3023"/>
              </a:solidFill>
              <a:latin typeface="Alibaba PuHuiTi Medium" pitchFamily="18" charset="-122"/>
              <a:ea typeface="Alibaba PuHuiTi Medium" pitchFamily="18" charset="-122"/>
              <a:cs typeface="Alibaba PuHuiTi Medium" pitchFamily="18" charset="-122"/>
            </a:endParaRPr>
          </a:p>
          <a:p>
            <a:pPr algn="ctr"/>
            <a:r>
              <a:rPr kumimoji="1" lang="en" altLang="zh-CN" sz="1200" dirty="0">
                <a:solidFill>
                  <a:srgbClr val="BB3023"/>
                </a:solidFill>
                <a:latin typeface="Alibaba PuHuiTi Medium" pitchFamily="18" charset="-122"/>
                <a:ea typeface="Alibaba PuHuiTi Medium" pitchFamily="18" charset="-122"/>
                <a:cs typeface="Alibaba PuHuiTi Medium" pitchFamily="18" charset="-122"/>
              </a:rPr>
              <a:t>Headlines</a:t>
            </a:r>
            <a:endParaRPr kumimoji="1" lang="zh-CN" altLang="en-US" sz="1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BB2ECACC-B84B-ED16-DE6D-19D1CA0C6318}"/>
              </a:ext>
            </a:extLst>
          </p:cNvPr>
          <p:cNvSpPr txBox="1"/>
          <p:nvPr/>
        </p:nvSpPr>
        <p:spPr>
          <a:xfrm>
            <a:off x="7157110" y="2929717"/>
            <a:ext cx="1044575"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2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A1A45B22-C0B0-4EFF-B02F-787741AEE38D}"/>
              </a:ext>
            </a:extLst>
          </p:cNvPr>
          <p:cNvSpPr txBox="1"/>
          <p:nvPr/>
        </p:nvSpPr>
        <p:spPr>
          <a:xfrm>
            <a:off x="8691312" y="1680542"/>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5796525D-C466-A101-E9D4-D459B92BE1C5}"/>
              </a:ext>
            </a:extLst>
          </p:cNvPr>
          <p:cNvSpPr txBox="1"/>
          <p:nvPr/>
        </p:nvSpPr>
        <p:spPr>
          <a:xfrm>
            <a:off x="9335489" y="1680542"/>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6F727D97-B932-DBDD-9CF8-AD68EF57A59E}"/>
              </a:ext>
            </a:extLst>
          </p:cNvPr>
          <p:cNvSpPr txBox="1"/>
          <p:nvPr/>
        </p:nvSpPr>
        <p:spPr>
          <a:xfrm>
            <a:off x="9904058" y="1705581"/>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 name="文本框 57">
            <a:extLst>
              <a:ext uri="{FF2B5EF4-FFF2-40B4-BE49-F238E27FC236}">
                <a16:creationId xmlns:a16="http://schemas.microsoft.com/office/drawing/2014/main" id="{7690A78D-0683-2A63-C004-73F35A70F691}"/>
              </a:ext>
            </a:extLst>
          </p:cNvPr>
          <p:cNvSpPr txBox="1"/>
          <p:nvPr/>
        </p:nvSpPr>
        <p:spPr>
          <a:xfrm>
            <a:off x="10559625" y="1705581"/>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C6C7F35B-87AA-FBEE-1A91-9AC8D22670E9}"/>
              </a:ext>
            </a:extLst>
          </p:cNvPr>
          <p:cNvSpPr txBox="1"/>
          <p:nvPr/>
        </p:nvSpPr>
        <p:spPr>
          <a:xfrm>
            <a:off x="10847657" y="2172162"/>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565938D4-5EB3-A364-1DB2-99ABA79D902B}"/>
              </a:ext>
            </a:extLst>
          </p:cNvPr>
          <p:cNvSpPr txBox="1"/>
          <p:nvPr/>
        </p:nvSpPr>
        <p:spPr>
          <a:xfrm>
            <a:off x="10256603" y="2172161"/>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331D63F7-632F-8B79-99DB-CAF825B97D24}"/>
              </a:ext>
            </a:extLst>
          </p:cNvPr>
          <p:cNvSpPr txBox="1"/>
          <p:nvPr/>
        </p:nvSpPr>
        <p:spPr>
          <a:xfrm>
            <a:off x="9618969" y="2179657"/>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1F5BA61C-B591-DE73-20A3-A406AC92B918}"/>
              </a:ext>
            </a:extLst>
          </p:cNvPr>
          <p:cNvSpPr txBox="1"/>
          <p:nvPr/>
        </p:nvSpPr>
        <p:spPr>
          <a:xfrm>
            <a:off x="9015867" y="2187152"/>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55371ED8-D2A7-2644-730C-638397079358}"/>
              </a:ext>
            </a:extLst>
          </p:cNvPr>
          <p:cNvSpPr txBox="1"/>
          <p:nvPr/>
        </p:nvSpPr>
        <p:spPr>
          <a:xfrm>
            <a:off x="8387338" y="2187152"/>
            <a:ext cx="633117" cy="276999"/>
          </a:xfrm>
          <a:prstGeom prst="rect">
            <a:avLst/>
          </a:prstGeom>
          <a:noFill/>
        </p:spPr>
        <p:txBody>
          <a:bodyPr wrap="square" rtlCol="0">
            <a:spAutoFit/>
          </a:bodyPr>
          <a:lstStyle/>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6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2DBC7886-EB64-9F98-7B5A-5B40FBDF566A}"/>
              </a:ext>
            </a:extLst>
          </p:cNvPr>
          <p:cNvSpPr txBox="1"/>
          <p:nvPr/>
        </p:nvSpPr>
        <p:spPr>
          <a:xfrm>
            <a:off x="8682865" y="2763216"/>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4CAC23A2-7AB8-8E73-E768-066609449FAD}"/>
              </a:ext>
            </a:extLst>
          </p:cNvPr>
          <p:cNvSpPr txBox="1"/>
          <p:nvPr/>
        </p:nvSpPr>
        <p:spPr>
          <a:xfrm>
            <a:off x="9298014" y="2763216"/>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5A477961-0495-FA1A-CF19-E36EA91CEF51}"/>
              </a:ext>
            </a:extLst>
          </p:cNvPr>
          <p:cNvSpPr txBox="1"/>
          <p:nvPr/>
        </p:nvSpPr>
        <p:spPr>
          <a:xfrm>
            <a:off x="9889068" y="2763216"/>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4D50B66C-57E2-1417-D7BD-A07146CFAE20}"/>
              </a:ext>
            </a:extLst>
          </p:cNvPr>
          <p:cNvSpPr txBox="1"/>
          <p:nvPr/>
        </p:nvSpPr>
        <p:spPr>
          <a:xfrm>
            <a:off x="10537140" y="2763216"/>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3FADEB81-B4B9-ACB2-B39B-9CFE276A18FB}"/>
              </a:ext>
            </a:extLst>
          </p:cNvPr>
          <p:cNvSpPr txBox="1"/>
          <p:nvPr/>
        </p:nvSpPr>
        <p:spPr>
          <a:xfrm>
            <a:off x="10108034" y="3267272"/>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939AA56B-1B21-09A6-D267-ED09A4195B19}"/>
              </a:ext>
            </a:extLst>
          </p:cNvPr>
          <p:cNvSpPr txBox="1"/>
          <p:nvPr/>
        </p:nvSpPr>
        <p:spPr>
          <a:xfrm>
            <a:off x="9444973" y="3267272"/>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FAD4005E-7D24-EDF0-3671-4D5527AFCFA6}"/>
              </a:ext>
            </a:extLst>
          </p:cNvPr>
          <p:cNvSpPr txBox="1"/>
          <p:nvPr/>
        </p:nvSpPr>
        <p:spPr>
          <a:xfrm>
            <a:off x="8850975" y="3259777"/>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4" name="文本框 73">
            <a:extLst>
              <a:ext uri="{FF2B5EF4-FFF2-40B4-BE49-F238E27FC236}">
                <a16:creationId xmlns:a16="http://schemas.microsoft.com/office/drawing/2014/main" id="{99F29AD3-75B7-88C5-A1FC-F4D629A50072}"/>
              </a:ext>
            </a:extLst>
          </p:cNvPr>
          <p:cNvSpPr txBox="1"/>
          <p:nvPr/>
        </p:nvSpPr>
        <p:spPr>
          <a:xfrm>
            <a:off x="8244931" y="3282262"/>
            <a:ext cx="633117"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6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5" name="矩形 74">
            <a:extLst>
              <a:ext uri="{FF2B5EF4-FFF2-40B4-BE49-F238E27FC236}">
                <a16:creationId xmlns:a16="http://schemas.microsoft.com/office/drawing/2014/main" id="{99C15E5D-17EC-AA44-0C8D-54BEBF29E075}"/>
              </a:ext>
            </a:extLst>
          </p:cNvPr>
          <p:cNvSpPr/>
          <p:nvPr/>
        </p:nvSpPr>
        <p:spPr>
          <a:xfrm>
            <a:off x="4916774" y="1499237"/>
            <a:ext cx="142406" cy="2278505"/>
          </a:xfrm>
          <a:prstGeom prst="rect">
            <a:avLst/>
          </a:prstGeom>
          <a:solidFill>
            <a:schemeClr val="bg1"/>
          </a:solidFill>
          <a:ln w="19050">
            <a:solidFill>
              <a:srgbClr val="1E344D"/>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76" name="矩形 75">
            <a:extLst>
              <a:ext uri="{FF2B5EF4-FFF2-40B4-BE49-F238E27FC236}">
                <a16:creationId xmlns:a16="http://schemas.microsoft.com/office/drawing/2014/main" id="{E6C48127-4E70-FB7C-508D-3232B2470937}"/>
              </a:ext>
            </a:extLst>
          </p:cNvPr>
          <p:cNvSpPr/>
          <p:nvPr/>
        </p:nvSpPr>
        <p:spPr>
          <a:xfrm>
            <a:off x="6528048" y="1499237"/>
            <a:ext cx="142406" cy="2278505"/>
          </a:xfrm>
          <a:prstGeom prst="rect">
            <a:avLst/>
          </a:prstGeom>
          <a:solidFill>
            <a:schemeClr val="bg1"/>
          </a:solidFill>
          <a:ln w="19050">
            <a:solidFill>
              <a:srgbClr val="1E344D"/>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77" name="矩形 76">
            <a:extLst>
              <a:ext uri="{FF2B5EF4-FFF2-40B4-BE49-F238E27FC236}">
                <a16:creationId xmlns:a16="http://schemas.microsoft.com/office/drawing/2014/main" id="{E8AF6685-FCD9-7662-4BC3-7951374D0099}"/>
              </a:ext>
            </a:extLst>
          </p:cNvPr>
          <p:cNvSpPr/>
          <p:nvPr/>
        </p:nvSpPr>
        <p:spPr>
          <a:xfrm rot="5400000">
            <a:off x="5735919" y="931794"/>
            <a:ext cx="112423" cy="1442190"/>
          </a:xfrm>
          <a:prstGeom prst="rect">
            <a:avLst/>
          </a:prstGeom>
          <a:gradFill flip="none" rotWithShape="1">
            <a:gsLst>
              <a:gs pos="0">
                <a:srgbClr val="1E344D">
                  <a:alpha val="0"/>
                </a:srgbClr>
              </a:gs>
              <a:gs pos="99000">
                <a:srgbClr val="1E344D">
                  <a:alpha val="42335"/>
                </a:srgbClr>
              </a:gs>
            </a:gsLst>
            <a:path path="rect">
              <a:fillToRect l="100000" t="100000"/>
            </a:path>
            <a:tileRect r="-100000" b="-100000"/>
          </a:gradFill>
          <a:ln w="9525">
            <a:solidFill>
              <a:schemeClr val="bg1">
                <a:lumMod val="50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78" name="矩形 77">
            <a:extLst>
              <a:ext uri="{FF2B5EF4-FFF2-40B4-BE49-F238E27FC236}">
                <a16:creationId xmlns:a16="http://schemas.microsoft.com/office/drawing/2014/main" id="{5B0BE96F-E4C2-BE12-6517-70E336AB69B0}"/>
              </a:ext>
            </a:extLst>
          </p:cNvPr>
          <p:cNvSpPr/>
          <p:nvPr/>
        </p:nvSpPr>
        <p:spPr>
          <a:xfrm rot="5400000">
            <a:off x="5735919" y="1400738"/>
            <a:ext cx="112423" cy="1442190"/>
          </a:xfrm>
          <a:prstGeom prst="rect">
            <a:avLst/>
          </a:prstGeom>
          <a:gradFill flip="none" rotWithShape="1">
            <a:gsLst>
              <a:gs pos="0">
                <a:srgbClr val="1E344D">
                  <a:alpha val="0"/>
                </a:srgbClr>
              </a:gs>
              <a:gs pos="99000">
                <a:srgbClr val="1E344D">
                  <a:alpha val="42335"/>
                </a:srgbClr>
              </a:gs>
            </a:gsLst>
            <a:path path="rect">
              <a:fillToRect l="100000" t="100000"/>
            </a:path>
            <a:tileRect r="-100000" b="-100000"/>
          </a:gradFill>
          <a:ln w="9525">
            <a:solidFill>
              <a:schemeClr val="bg1">
                <a:lumMod val="50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79" name="矩形 78">
            <a:extLst>
              <a:ext uri="{FF2B5EF4-FFF2-40B4-BE49-F238E27FC236}">
                <a16:creationId xmlns:a16="http://schemas.microsoft.com/office/drawing/2014/main" id="{4ACFA849-A531-67ED-AA51-0E49DBA9DEB9}"/>
              </a:ext>
            </a:extLst>
          </p:cNvPr>
          <p:cNvSpPr/>
          <p:nvPr/>
        </p:nvSpPr>
        <p:spPr>
          <a:xfrm rot="5400000">
            <a:off x="5735919" y="1892747"/>
            <a:ext cx="112423" cy="1442190"/>
          </a:xfrm>
          <a:prstGeom prst="rect">
            <a:avLst/>
          </a:prstGeom>
          <a:gradFill flip="none" rotWithShape="1">
            <a:gsLst>
              <a:gs pos="0">
                <a:srgbClr val="1E344D">
                  <a:alpha val="0"/>
                </a:srgbClr>
              </a:gs>
              <a:gs pos="99000">
                <a:srgbClr val="1E344D">
                  <a:alpha val="42335"/>
                </a:srgbClr>
              </a:gs>
            </a:gsLst>
            <a:path path="rect">
              <a:fillToRect l="100000" t="100000"/>
            </a:path>
            <a:tileRect r="-100000" b="-100000"/>
          </a:gradFill>
          <a:ln w="9525">
            <a:solidFill>
              <a:schemeClr val="bg1">
                <a:lumMod val="50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0" name="矩形 79">
            <a:extLst>
              <a:ext uri="{FF2B5EF4-FFF2-40B4-BE49-F238E27FC236}">
                <a16:creationId xmlns:a16="http://schemas.microsoft.com/office/drawing/2014/main" id="{755A7620-CFCB-7ECA-458D-25CA1F743945}"/>
              </a:ext>
            </a:extLst>
          </p:cNvPr>
          <p:cNvSpPr/>
          <p:nvPr/>
        </p:nvSpPr>
        <p:spPr>
          <a:xfrm rot="5400000">
            <a:off x="5735919" y="2408850"/>
            <a:ext cx="112423" cy="1442190"/>
          </a:xfrm>
          <a:prstGeom prst="rect">
            <a:avLst/>
          </a:prstGeom>
          <a:gradFill flip="none" rotWithShape="1">
            <a:gsLst>
              <a:gs pos="0">
                <a:srgbClr val="1E344D">
                  <a:alpha val="0"/>
                </a:srgbClr>
              </a:gs>
              <a:gs pos="99000">
                <a:srgbClr val="1E344D">
                  <a:alpha val="42335"/>
                </a:srgbClr>
              </a:gs>
            </a:gsLst>
            <a:path path="rect">
              <a:fillToRect l="100000" t="100000"/>
            </a:path>
            <a:tileRect r="-100000" b="-100000"/>
          </a:gradFill>
          <a:ln w="9525">
            <a:solidFill>
              <a:schemeClr val="bg1">
                <a:lumMod val="50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1" name="矩形 80">
            <a:extLst>
              <a:ext uri="{FF2B5EF4-FFF2-40B4-BE49-F238E27FC236}">
                <a16:creationId xmlns:a16="http://schemas.microsoft.com/office/drawing/2014/main" id="{219E9D94-6C10-62CD-AEC8-4361AD08E595}"/>
              </a:ext>
            </a:extLst>
          </p:cNvPr>
          <p:cNvSpPr/>
          <p:nvPr/>
        </p:nvSpPr>
        <p:spPr>
          <a:xfrm rot="5400000">
            <a:off x="5735919" y="2840898"/>
            <a:ext cx="112423" cy="1442190"/>
          </a:xfrm>
          <a:prstGeom prst="rect">
            <a:avLst/>
          </a:prstGeom>
          <a:gradFill flip="none" rotWithShape="1">
            <a:gsLst>
              <a:gs pos="0">
                <a:srgbClr val="1E344D">
                  <a:alpha val="0"/>
                </a:srgbClr>
              </a:gs>
              <a:gs pos="99000">
                <a:srgbClr val="1E344D">
                  <a:alpha val="42335"/>
                </a:srgbClr>
              </a:gs>
            </a:gsLst>
            <a:path path="rect">
              <a:fillToRect l="100000" t="100000"/>
            </a:path>
            <a:tileRect r="-100000" b="-100000"/>
          </a:gradFill>
          <a:ln w="9525">
            <a:solidFill>
              <a:schemeClr val="bg1">
                <a:lumMod val="50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2" name="文本框 81">
            <a:extLst>
              <a:ext uri="{FF2B5EF4-FFF2-40B4-BE49-F238E27FC236}">
                <a16:creationId xmlns:a16="http://schemas.microsoft.com/office/drawing/2014/main" id="{D78F9FAB-301F-8921-478E-D5B01E0FB454}"/>
              </a:ext>
            </a:extLst>
          </p:cNvPr>
          <p:cNvSpPr txBox="1"/>
          <p:nvPr/>
        </p:nvSpPr>
        <p:spPr>
          <a:xfrm>
            <a:off x="5005442" y="1301904"/>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3" name="文本框 82">
            <a:extLst>
              <a:ext uri="{FF2B5EF4-FFF2-40B4-BE49-F238E27FC236}">
                <a16:creationId xmlns:a16="http://schemas.microsoft.com/office/drawing/2014/main" id="{CAE632A6-DDC0-E21B-80DE-34F337E23E35}"/>
              </a:ext>
            </a:extLst>
          </p:cNvPr>
          <p:cNvSpPr txBox="1"/>
          <p:nvPr/>
        </p:nvSpPr>
        <p:spPr>
          <a:xfrm>
            <a:off x="5005442" y="1777589"/>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4" name="文本框 83">
            <a:extLst>
              <a:ext uri="{FF2B5EF4-FFF2-40B4-BE49-F238E27FC236}">
                <a16:creationId xmlns:a16="http://schemas.microsoft.com/office/drawing/2014/main" id="{750788CC-0A7E-E97A-D758-61143CF15EEE}"/>
              </a:ext>
            </a:extLst>
          </p:cNvPr>
          <p:cNvSpPr txBox="1"/>
          <p:nvPr/>
        </p:nvSpPr>
        <p:spPr>
          <a:xfrm>
            <a:off x="5005442" y="2247113"/>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5" name="文本框 84">
            <a:extLst>
              <a:ext uri="{FF2B5EF4-FFF2-40B4-BE49-F238E27FC236}">
                <a16:creationId xmlns:a16="http://schemas.microsoft.com/office/drawing/2014/main" id="{0059F529-8B76-9DB0-064C-C9C3EEC462BD}"/>
              </a:ext>
            </a:extLst>
          </p:cNvPr>
          <p:cNvSpPr txBox="1"/>
          <p:nvPr/>
        </p:nvSpPr>
        <p:spPr>
          <a:xfrm>
            <a:off x="5005442" y="2785701"/>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6" name="文本框 85">
            <a:extLst>
              <a:ext uri="{FF2B5EF4-FFF2-40B4-BE49-F238E27FC236}">
                <a16:creationId xmlns:a16="http://schemas.microsoft.com/office/drawing/2014/main" id="{7CD6AAC7-BB96-5E89-48B5-1F9DA1712C9A}"/>
              </a:ext>
            </a:extLst>
          </p:cNvPr>
          <p:cNvSpPr txBox="1"/>
          <p:nvPr/>
        </p:nvSpPr>
        <p:spPr>
          <a:xfrm>
            <a:off x="5005442" y="3217749"/>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87" name="Google Shape;6256;p78">
            <a:extLst>
              <a:ext uri="{FF2B5EF4-FFF2-40B4-BE49-F238E27FC236}">
                <a16:creationId xmlns:a16="http://schemas.microsoft.com/office/drawing/2014/main" id="{D5A4B3C9-C857-C1C2-CC3F-83F75EC86E27}"/>
              </a:ext>
            </a:extLst>
          </p:cNvPr>
          <p:cNvGrpSpPr/>
          <p:nvPr/>
        </p:nvGrpSpPr>
        <p:grpSpPr>
          <a:xfrm>
            <a:off x="1057858" y="1861379"/>
            <a:ext cx="387851" cy="403904"/>
            <a:chOff x="2404875" y="3592725"/>
            <a:chExt cx="298525" cy="293825"/>
          </a:xfrm>
          <a:solidFill>
            <a:srgbClr val="BB3023"/>
          </a:solidFill>
        </p:grpSpPr>
        <p:sp>
          <p:nvSpPr>
            <p:cNvPr id="88" name="Google Shape;6257;p78">
              <a:extLst>
                <a:ext uri="{FF2B5EF4-FFF2-40B4-BE49-F238E27FC236}">
                  <a16:creationId xmlns:a16="http://schemas.microsoft.com/office/drawing/2014/main" id="{798DB297-5832-A6DF-E521-B82E2EED7DEB}"/>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89" name="Google Shape;6258;p78">
              <a:extLst>
                <a:ext uri="{FF2B5EF4-FFF2-40B4-BE49-F238E27FC236}">
                  <a16:creationId xmlns:a16="http://schemas.microsoft.com/office/drawing/2014/main" id="{2B7AD081-C77F-1041-89B7-2383F5E68241}"/>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90" name="Google Shape;6259;p78">
              <a:extLst>
                <a:ext uri="{FF2B5EF4-FFF2-40B4-BE49-F238E27FC236}">
                  <a16:creationId xmlns:a16="http://schemas.microsoft.com/office/drawing/2014/main" id="{49A38841-2E32-8003-382E-9C2EFF43A2FA}"/>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grpSp>
      <p:sp>
        <p:nvSpPr>
          <p:cNvPr id="91" name="矩形 90">
            <a:extLst>
              <a:ext uri="{FF2B5EF4-FFF2-40B4-BE49-F238E27FC236}">
                <a16:creationId xmlns:a16="http://schemas.microsoft.com/office/drawing/2014/main" id="{20E4E078-DB71-30DD-B099-C852C1743D37}"/>
              </a:ext>
            </a:extLst>
          </p:cNvPr>
          <p:cNvSpPr/>
          <p:nvPr/>
        </p:nvSpPr>
        <p:spPr>
          <a:xfrm>
            <a:off x="513882" y="2309013"/>
            <a:ext cx="2926080" cy="294640"/>
          </a:xfrm>
          <a:prstGeom prst="rect">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2" name="文本框 91">
            <a:extLst>
              <a:ext uri="{FF2B5EF4-FFF2-40B4-BE49-F238E27FC236}">
                <a16:creationId xmlns:a16="http://schemas.microsoft.com/office/drawing/2014/main" id="{BC85D9DC-ACBD-ACDE-BD16-24FC96051847}"/>
              </a:ext>
            </a:extLst>
          </p:cNvPr>
          <p:cNvSpPr txBox="1"/>
          <p:nvPr/>
        </p:nvSpPr>
        <p:spPr>
          <a:xfrm>
            <a:off x="547106" y="2334805"/>
            <a:ext cx="1575240" cy="261610"/>
          </a:xfrm>
          <a:prstGeom prst="rect">
            <a:avLst/>
          </a:prstGeom>
          <a:noFill/>
        </p:spPr>
        <p:txBody>
          <a:bodyPr wrap="square" rtlCol="0">
            <a:spAutoFit/>
          </a:bodyPr>
          <a:lstStyle/>
          <a:p>
            <a:pPr algn="ct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4" name="文本框 93">
            <a:extLst>
              <a:ext uri="{FF2B5EF4-FFF2-40B4-BE49-F238E27FC236}">
                <a16:creationId xmlns:a16="http://schemas.microsoft.com/office/drawing/2014/main" id="{20711803-2952-1252-F5AD-BED3997E7B10}"/>
              </a:ext>
            </a:extLst>
          </p:cNvPr>
          <p:cNvSpPr txBox="1"/>
          <p:nvPr/>
        </p:nvSpPr>
        <p:spPr>
          <a:xfrm>
            <a:off x="1410315" y="1904312"/>
            <a:ext cx="1867088" cy="369332"/>
          </a:xfrm>
          <a:prstGeom prst="rect">
            <a:avLst/>
          </a:prstGeom>
          <a:noFill/>
        </p:spPr>
        <p:txBody>
          <a:bodyPr wrap="square">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5" name="矩形 94">
            <a:extLst>
              <a:ext uri="{FF2B5EF4-FFF2-40B4-BE49-F238E27FC236}">
                <a16:creationId xmlns:a16="http://schemas.microsoft.com/office/drawing/2014/main" id="{5279F87D-718E-9889-FD38-D1CFF497C603}"/>
              </a:ext>
            </a:extLst>
          </p:cNvPr>
          <p:cNvSpPr/>
          <p:nvPr/>
        </p:nvSpPr>
        <p:spPr>
          <a:xfrm>
            <a:off x="518212" y="2596158"/>
            <a:ext cx="2921750" cy="294640"/>
          </a:xfrm>
          <a:prstGeom prst="rect">
            <a:avLst/>
          </a:prstGeom>
          <a:solidFill>
            <a:schemeClr val="bg1">
              <a:lumMod val="85000"/>
            </a:scheme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6" name="矩形 95">
            <a:extLst>
              <a:ext uri="{FF2B5EF4-FFF2-40B4-BE49-F238E27FC236}">
                <a16:creationId xmlns:a16="http://schemas.microsoft.com/office/drawing/2014/main" id="{ECB9B9CA-4266-71A4-55AB-D74F3837CA1E}"/>
              </a:ext>
            </a:extLst>
          </p:cNvPr>
          <p:cNvSpPr/>
          <p:nvPr/>
        </p:nvSpPr>
        <p:spPr>
          <a:xfrm>
            <a:off x="518212" y="2872894"/>
            <a:ext cx="2921750" cy="294640"/>
          </a:xfrm>
          <a:prstGeom prst="rect">
            <a:avLst/>
          </a:prstGeom>
          <a:solidFill>
            <a:schemeClr val="bg1">
              <a:lumMod val="75000"/>
            </a:scheme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7" name="矩形 96">
            <a:extLst>
              <a:ext uri="{FF2B5EF4-FFF2-40B4-BE49-F238E27FC236}">
                <a16:creationId xmlns:a16="http://schemas.microsoft.com/office/drawing/2014/main" id="{43911DAE-9CE5-4A68-1594-22C9864C5758}"/>
              </a:ext>
            </a:extLst>
          </p:cNvPr>
          <p:cNvSpPr/>
          <p:nvPr/>
        </p:nvSpPr>
        <p:spPr>
          <a:xfrm>
            <a:off x="518212" y="3162536"/>
            <a:ext cx="2921750" cy="294640"/>
          </a:xfrm>
          <a:prstGeom prst="rect">
            <a:avLst/>
          </a:prstGeom>
          <a:solidFill>
            <a:schemeClr val="bg1">
              <a:lumMod val="85000"/>
            </a:scheme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8" name="矩形 97">
            <a:extLst>
              <a:ext uri="{FF2B5EF4-FFF2-40B4-BE49-F238E27FC236}">
                <a16:creationId xmlns:a16="http://schemas.microsoft.com/office/drawing/2014/main" id="{A03D4C58-B2B8-34B0-64BC-3C4C69DFD5ED}"/>
              </a:ext>
            </a:extLst>
          </p:cNvPr>
          <p:cNvSpPr/>
          <p:nvPr/>
        </p:nvSpPr>
        <p:spPr>
          <a:xfrm>
            <a:off x="518212" y="3417368"/>
            <a:ext cx="2921750" cy="294640"/>
          </a:xfrm>
          <a:prstGeom prst="rect">
            <a:avLst/>
          </a:prstGeom>
          <a:solidFill>
            <a:schemeClr val="bg1">
              <a:lumMod val="75000"/>
            </a:scheme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9" name="文本框 98">
            <a:extLst>
              <a:ext uri="{FF2B5EF4-FFF2-40B4-BE49-F238E27FC236}">
                <a16:creationId xmlns:a16="http://schemas.microsoft.com/office/drawing/2014/main" id="{73849D32-72A8-F9C1-1EED-C8912DC7FBD2}"/>
              </a:ext>
            </a:extLst>
          </p:cNvPr>
          <p:cNvSpPr txBox="1"/>
          <p:nvPr/>
        </p:nvSpPr>
        <p:spPr>
          <a:xfrm>
            <a:off x="547106" y="2625280"/>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2" name="文本框 101">
            <a:extLst>
              <a:ext uri="{FF2B5EF4-FFF2-40B4-BE49-F238E27FC236}">
                <a16:creationId xmlns:a16="http://schemas.microsoft.com/office/drawing/2014/main" id="{5299792F-A9DD-65D6-F0F6-BEBC26EA7A94}"/>
              </a:ext>
            </a:extLst>
          </p:cNvPr>
          <p:cNvSpPr txBox="1"/>
          <p:nvPr/>
        </p:nvSpPr>
        <p:spPr>
          <a:xfrm>
            <a:off x="547106" y="2913312"/>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3" name="文本框 102">
            <a:extLst>
              <a:ext uri="{FF2B5EF4-FFF2-40B4-BE49-F238E27FC236}">
                <a16:creationId xmlns:a16="http://schemas.microsoft.com/office/drawing/2014/main" id="{B9B1211E-122A-FBAF-43F0-ABC56F4DB473}"/>
              </a:ext>
            </a:extLst>
          </p:cNvPr>
          <p:cNvSpPr txBox="1"/>
          <p:nvPr/>
        </p:nvSpPr>
        <p:spPr>
          <a:xfrm>
            <a:off x="547106" y="3129336"/>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4" name="文本框 103">
            <a:extLst>
              <a:ext uri="{FF2B5EF4-FFF2-40B4-BE49-F238E27FC236}">
                <a16:creationId xmlns:a16="http://schemas.microsoft.com/office/drawing/2014/main" id="{1AC80EEF-B1FD-1B1D-C44B-50B70EA56A88}"/>
              </a:ext>
            </a:extLst>
          </p:cNvPr>
          <p:cNvSpPr txBox="1"/>
          <p:nvPr/>
        </p:nvSpPr>
        <p:spPr>
          <a:xfrm>
            <a:off x="547106" y="3417368"/>
            <a:ext cx="1575240" cy="261610"/>
          </a:xfrm>
          <a:prstGeom prst="rect">
            <a:avLst/>
          </a:prstGeom>
          <a:noFill/>
        </p:spPr>
        <p:txBody>
          <a:bodyPr wrap="square" rtlCol="0">
            <a:spAutoFit/>
          </a:bodyPr>
          <a:lstStyle/>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5" name="矩形 104">
            <a:extLst>
              <a:ext uri="{FF2B5EF4-FFF2-40B4-BE49-F238E27FC236}">
                <a16:creationId xmlns:a16="http://schemas.microsoft.com/office/drawing/2014/main" id="{2DF3BB40-6FF4-1DEC-64C7-524D564D67DF}"/>
              </a:ext>
            </a:extLst>
          </p:cNvPr>
          <p:cNvSpPr/>
          <p:nvPr/>
        </p:nvSpPr>
        <p:spPr>
          <a:xfrm>
            <a:off x="6909266" y="4435758"/>
            <a:ext cx="3860126" cy="2191871"/>
          </a:xfrm>
          <a:prstGeom prst="rect">
            <a:avLst/>
          </a:prstGeom>
          <a:solidFill>
            <a:schemeClr val="bg1"/>
          </a:solidFill>
          <a:ln w="22225">
            <a:solidFill>
              <a:srgbClr val="1E344D"/>
            </a:solidFill>
            <a:prstDash val="solid"/>
          </a:ln>
          <a:effectLst>
            <a:outerShdw blurRad="50800" dist="38100" dir="10800000" sx="98850" sy="9885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06" name="椭圆 105">
            <a:extLst>
              <a:ext uri="{FF2B5EF4-FFF2-40B4-BE49-F238E27FC236}">
                <a16:creationId xmlns:a16="http://schemas.microsoft.com/office/drawing/2014/main" id="{96612D2C-AE8D-139F-BD77-E248FD0C9C4D}"/>
              </a:ext>
            </a:extLst>
          </p:cNvPr>
          <p:cNvSpPr/>
          <p:nvPr/>
        </p:nvSpPr>
        <p:spPr>
          <a:xfrm>
            <a:off x="2501642" y="4429448"/>
            <a:ext cx="1284790" cy="1284790"/>
          </a:xfrm>
          <a:prstGeom prst="ellipse">
            <a:avLst/>
          </a:prstGeom>
          <a:noFill/>
          <a:ln w="19050">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07" name="椭圆 106">
            <a:extLst>
              <a:ext uri="{FF2B5EF4-FFF2-40B4-BE49-F238E27FC236}">
                <a16:creationId xmlns:a16="http://schemas.microsoft.com/office/drawing/2014/main" id="{DEE3A725-F17C-3656-823D-7855E3C5B6E4}"/>
              </a:ext>
            </a:extLst>
          </p:cNvPr>
          <p:cNvSpPr/>
          <p:nvPr/>
        </p:nvSpPr>
        <p:spPr>
          <a:xfrm>
            <a:off x="3230847" y="4429448"/>
            <a:ext cx="1284790" cy="1284790"/>
          </a:xfrm>
          <a:prstGeom prst="ellipse">
            <a:avLst/>
          </a:prstGeom>
          <a:noFill/>
          <a:ln w="19050">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08" name="椭圆 107">
            <a:extLst>
              <a:ext uri="{FF2B5EF4-FFF2-40B4-BE49-F238E27FC236}">
                <a16:creationId xmlns:a16="http://schemas.microsoft.com/office/drawing/2014/main" id="{6EEFAC8A-73C3-966B-A470-EE7B7E6BA7A1}"/>
              </a:ext>
            </a:extLst>
          </p:cNvPr>
          <p:cNvSpPr/>
          <p:nvPr/>
        </p:nvSpPr>
        <p:spPr>
          <a:xfrm>
            <a:off x="2884647" y="5054485"/>
            <a:ext cx="1284790" cy="1284790"/>
          </a:xfrm>
          <a:prstGeom prst="ellipse">
            <a:avLst/>
          </a:prstGeom>
          <a:noFill/>
          <a:ln w="19050">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09" name="文本框 108">
            <a:extLst>
              <a:ext uri="{FF2B5EF4-FFF2-40B4-BE49-F238E27FC236}">
                <a16:creationId xmlns:a16="http://schemas.microsoft.com/office/drawing/2014/main" id="{2A4979A2-FF7D-B8BD-66BF-C95F0AA3DA91}"/>
              </a:ext>
            </a:extLst>
          </p:cNvPr>
          <p:cNvSpPr txBox="1"/>
          <p:nvPr/>
        </p:nvSpPr>
        <p:spPr>
          <a:xfrm>
            <a:off x="2475638" y="4767361"/>
            <a:ext cx="81308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0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0" name="文本框 109">
            <a:extLst>
              <a:ext uri="{FF2B5EF4-FFF2-40B4-BE49-F238E27FC236}">
                <a16:creationId xmlns:a16="http://schemas.microsoft.com/office/drawing/2014/main" id="{762ED084-0CE8-FF68-4CC7-B3DB0CAF0812}"/>
              </a:ext>
            </a:extLst>
          </p:cNvPr>
          <p:cNvSpPr txBox="1"/>
          <p:nvPr/>
        </p:nvSpPr>
        <p:spPr>
          <a:xfrm>
            <a:off x="3100671" y="5774565"/>
            <a:ext cx="81308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0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1" name="文本框 110">
            <a:extLst>
              <a:ext uri="{FF2B5EF4-FFF2-40B4-BE49-F238E27FC236}">
                <a16:creationId xmlns:a16="http://schemas.microsoft.com/office/drawing/2014/main" id="{9F96ECC9-DD41-12A8-C724-2ECD3D0B98D8}"/>
              </a:ext>
            </a:extLst>
          </p:cNvPr>
          <p:cNvSpPr txBox="1"/>
          <p:nvPr/>
        </p:nvSpPr>
        <p:spPr>
          <a:xfrm>
            <a:off x="3714129" y="4802292"/>
            <a:ext cx="81308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0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12" name="直线箭头连接符 111">
            <a:extLst>
              <a:ext uri="{FF2B5EF4-FFF2-40B4-BE49-F238E27FC236}">
                <a16:creationId xmlns:a16="http://schemas.microsoft.com/office/drawing/2014/main" id="{A8716CD9-4FE6-49EC-566C-40214E591587}"/>
              </a:ext>
            </a:extLst>
          </p:cNvPr>
          <p:cNvCxnSpPr/>
          <p:nvPr/>
        </p:nvCxnSpPr>
        <p:spPr>
          <a:xfrm flipH="1">
            <a:off x="3890603" y="5471170"/>
            <a:ext cx="1064871" cy="0"/>
          </a:xfrm>
          <a:prstGeom prst="straightConnector1">
            <a:avLst/>
          </a:prstGeom>
          <a:ln w="31750">
            <a:solidFill>
              <a:srgbClr val="1E344D"/>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直线箭头连接符 112">
            <a:extLst>
              <a:ext uri="{FF2B5EF4-FFF2-40B4-BE49-F238E27FC236}">
                <a16:creationId xmlns:a16="http://schemas.microsoft.com/office/drawing/2014/main" id="{93DBD7E9-FF94-515A-2DB6-52CED06D9A09}"/>
              </a:ext>
            </a:extLst>
          </p:cNvPr>
          <p:cNvCxnSpPr>
            <a:cxnSpLocks/>
          </p:cNvCxnSpPr>
          <p:nvPr/>
        </p:nvCxnSpPr>
        <p:spPr>
          <a:xfrm flipH="1">
            <a:off x="3439191" y="4545196"/>
            <a:ext cx="567159" cy="347240"/>
          </a:xfrm>
          <a:prstGeom prst="straightConnector1">
            <a:avLst/>
          </a:prstGeom>
          <a:ln w="31750">
            <a:solidFill>
              <a:srgbClr val="FF370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直线箭头连接符 113">
            <a:extLst>
              <a:ext uri="{FF2B5EF4-FFF2-40B4-BE49-F238E27FC236}">
                <a16:creationId xmlns:a16="http://schemas.microsoft.com/office/drawing/2014/main" id="{C9CA1553-6338-2191-A98C-33C8D433772D}"/>
              </a:ext>
            </a:extLst>
          </p:cNvPr>
          <p:cNvCxnSpPr>
            <a:cxnSpLocks/>
            <a:stCxn id="131" idx="3"/>
          </p:cNvCxnSpPr>
          <p:nvPr/>
        </p:nvCxnSpPr>
        <p:spPr>
          <a:xfrm flipV="1">
            <a:off x="2540585" y="5517469"/>
            <a:ext cx="690261" cy="271492"/>
          </a:xfrm>
          <a:prstGeom prst="straightConnector1">
            <a:avLst/>
          </a:prstGeom>
          <a:ln w="31750">
            <a:solidFill>
              <a:srgbClr val="BB3023"/>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直线箭头连接符 114">
            <a:extLst>
              <a:ext uri="{FF2B5EF4-FFF2-40B4-BE49-F238E27FC236}">
                <a16:creationId xmlns:a16="http://schemas.microsoft.com/office/drawing/2014/main" id="{5E76D8E0-5DB0-C0CE-D0D8-01A7057883DF}"/>
              </a:ext>
            </a:extLst>
          </p:cNvPr>
          <p:cNvCxnSpPr>
            <a:cxnSpLocks/>
          </p:cNvCxnSpPr>
          <p:nvPr/>
        </p:nvCxnSpPr>
        <p:spPr>
          <a:xfrm flipH="1" flipV="1">
            <a:off x="3473915" y="5297550"/>
            <a:ext cx="983848" cy="682907"/>
          </a:xfrm>
          <a:prstGeom prst="straightConnector1">
            <a:avLst/>
          </a:prstGeom>
          <a:ln w="31750">
            <a:solidFill>
              <a:srgbClr val="FF6F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直线连接符 115">
            <a:extLst>
              <a:ext uri="{FF2B5EF4-FFF2-40B4-BE49-F238E27FC236}">
                <a16:creationId xmlns:a16="http://schemas.microsoft.com/office/drawing/2014/main" id="{9DFE3A7F-4A4E-23CC-2DA1-74B23CF7436A}"/>
              </a:ext>
            </a:extLst>
          </p:cNvPr>
          <p:cNvCxnSpPr>
            <a:cxnSpLocks/>
          </p:cNvCxnSpPr>
          <p:nvPr/>
        </p:nvCxnSpPr>
        <p:spPr>
          <a:xfrm>
            <a:off x="3994775" y="4545196"/>
            <a:ext cx="729205" cy="0"/>
          </a:xfrm>
          <a:prstGeom prst="line">
            <a:avLst/>
          </a:prstGeom>
          <a:ln w="28575">
            <a:solidFill>
              <a:srgbClr val="FF3701"/>
            </a:solidFill>
          </a:ln>
        </p:spPr>
        <p:style>
          <a:lnRef idx="1">
            <a:schemeClr val="accent1"/>
          </a:lnRef>
          <a:fillRef idx="0">
            <a:schemeClr val="accent1"/>
          </a:fillRef>
          <a:effectRef idx="0">
            <a:schemeClr val="accent1"/>
          </a:effectRef>
          <a:fontRef idx="minor">
            <a:schemeClr val="tx1"/>
          </a:fontRef>
        </p:style>
      </p:cxnSp>
      <p:sp>
        <p:nvSpPr>
          <p:cNvPr id="117" name="文本框 116">
            <a:extLst>
              <a:ext uri="{FF2B5EF4-FFF2-40B4-BE49-F238E27FC236}">
                <a16:creationId xmlns:a16="http://schemas.microsoft.com/office/drawing/2014/main" id="{FC56A772-39BF-048A-E173-A2289130A04A}"/>
              </a:ext>
            </a:extLst>
          </p:cNvPr>
          <p:cNvSpPr txBox="1"/>
          <p:nvPr/>
        </p:nvSpPr>
        <p:spPr>
          <a:xfrm>
            <a:off x="616498" y="1044322"/>
            <a:ext cx="370614" cy="461665"/>
          </a:xfrm>
          <a:prstGeom prst="rect">
            <a:avLst/>
          </a:prstGeom>
          <a:noFill/>
        </p:spPr>
        <p:txBody>
          <a:bodyPr wrap="square" rtlCol="0">
            <a:spAutoFit/>
          </a:bodyPr>
          <a:lstStyle/>
          <a:p>
            <a:pPr algn="l"/>
            <a:r>
              <a:rPr kumimoji="1" lang="en-US" altLang="zh-CN" sz="2400" b="1" dirty="0">
                <a:solidFill>
                  <a:srgbClr val="BB3023"/>
                </a:solidFill>
                <a:latin typeface="Alibaba PuHuiTi Medium" pitchFamily="18" charset="-122"/>
                <a:ea typeface="Alibaba PuHuiTi Medium" pitchFamily="18" charset="-122"/>
                <a:cs typeface="Alibaba PuHuiTi Medium" pitchFamily="18" charset="-122"/>
              </a:rPr>
              <a:t>1</a:t>
            </a:r>
            <a:endParaRPr kumimoji="1" lang="zh-CN" altLang="en-US" sz="24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18" name="文本框 117">
            <a:extLst>
              <a:ext uri="{FF2B5EF4-FFF2-40B4-BE49-F238E27FC236}">
                <a16:creationId xmlns:a16="http://schemas.microsoft.com/office/drawing/2014/main" id="{84D604EE-9E1E-33DA-A5ED-7C3799D5BE9F}"/>
              </a:ext>
            </a:extLst>
          </p:cNvPr>
          <p:cNvSpPr txBox="1"/>
          <p:nvPr/>
        </p:nvSpPr>
        <p:spPr>
          <a:xfrm>
            <a:off x="4079776" y="1433452"/>
            <a:ext cx="370614" cy="461665"/>
          </a:xfrm>
          <a:prstGeom prst="rect">
            <a:avLst/>
          </a:prstGeom>
          <a:noFill/>
        </p:spPr>
        <p:txBody>
          <a:bodyPr wrap="none" rtlCol="0">
            <a:spAutoFit/>
          </a:bodyPr>
          <a:lstStyle/>
          <a:p>
            <a:pPr algn="l"/>
            <a:r>
              <a:rPr kumimoji="1" lang="en-US" altLang="zh-CN" sz="2400" b="1" dirty="0">
                <a:solidFill>
                  <a:srgbClr val="BB3023"/>
                </a:solidFill>
                <a:latin typeface="Alibaba PuHuiTi Medium" pitchFamily="18" charset="-122"/>
                <a:ea typeface="Alibaba PuHuiTi Medium" pitchFamily="18" charset="-122"/>
                <a:cs typeface="Alibaba PuHuiTi Medium" pitchFamily="18" charset="-122"/>
              </a:rPr>
              <a:t>2</a:t>
            </a:r>
            <a:endParaRPr kumimoji="1" lang="zh-CN" altLang="en-US" sz="24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19" name="文本框 118">
            <a:extLst>
              <a:ext uri="{FF2B5EF4-FFF2-40B4-BE49-F238E27FC236}">
                <a16:creationId xmlns:a16="http://schemas.microsoft.com/office/drawing/2014/main" id="{B0A20E14-6C6A-F01A-C71B-4DAD2D3F0FB0}"/>
              </a:ext>
            </a:extLst>
          </p:cNvPr>
          <p:cNvSpPr txBox="1"/>
          <p:nvPr/>
        </p:nvSpPr>
        <p:spPr>
          <a:xfrm>
            <a:off x="7823321" y="1075797"/>
            <a:ext cx="370614" cy="461665"/>
          </a:xfrm>
          <a:prstGeom prst="rect">
            <a:avLst/>
          </a:prstGeom>
          <a:noFill/>
        </p:spPr>
        <p:txBody>
          <a:bodyPr wrap="none" rtlCol="0">
            <a:spAutoFit/>
          </a:bodyPr>
          <a:lstStyle/>
          <a:p>
            <a:pPr algn="l"/>
            <a:r>
              <a:rPr kumimoji="1" lang="en-US" altLang="zh-CN" sz="2400" b="1" dirty="0">
                <a:solidFill>
                  <a:srgbClr val="BB3023"/>
                </a:solidFill>
                <a:latin typeface="Alibaba PuHuiTi Medium" pitchFamily="18" charset="-122"/>
                <a:ea typeface="Alibaba PuHuiTi Medium" pitchFamily="18" charset="-122"/>
                <a:cs typeface="Alibaba PuHuiTi Medium" pitchFamily="18" charset="-122"/>
              </a:rPr>
              <a:t>3</a:t>
            </a:r>
            <a:endParaRPr kumimoji="1" lang="zh-CN" altLang="en-US" sz="24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20" name="文本框 119">
            <a:extLst>
              <a:ext uri="{FF2B5EF4-FFF2-40B4-BE49-F238E27FC236}">
                <a16:creationId xmlns:a16="http://schemas.microsoft.com/office/drawing/2014/main" id="{2E8B56CD-2F0D-D95B-77F9-8713B6C2FA24}"/>
              </a:ext>
            </a:extLst>
          </p:cNvPr>
          <p:cNvSpPr txBox="1"/>
          <p:nvPr/>
        </p:nvSpPr>
        <p:spPr>
          <a:xfrm>
            <a:off x="1042258" y="4009837"/>
            <a:ext cx="370614" cy="461665"/>
          </a:xfrm>
          <a:prstGeom prst="rect">
            <a:avLst/>
          </a:prstGeom>
          <a:noFill/>
        </p:spPr>
        <p:txBody>
          <a:bodyPr wrap="none" rtlCol="0">
            <a:spAutoFit/>
          </a:bodyPr>
          <a:lstStyle/>
          <a:p>
            <a:pPr algn="l"/>
            <a:r>
              <a:rPr kumimoji="1" lang="en-US" altLang="zh-CN" sz="2400" b="1" dirty="0">
                <a:solidFill>
                  <a:srgbClr val="BB3023"/>
                </a:solidFill>
                <a:latin typeface="Alibaba PuHuiTi Medium" pitchFamily="18" charset="-122"/>
                <a:ea typeface="Alibaba PuHuiTi Medium" pitchFamily="18" charset="-122"/>
                <a:cs typeface="Alibaba PuHuiTi Medium" pitchFamily="18" charset="-122"/>
              </a:rPr>
              <a:t>5</a:t>
            </a:r>
            <a:endParaRPr kumimoji="1" lang="zh-CN" altLang="en-US" sz="24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21" name="文本框 120">
            <a:extLst>
              <a:ext uri="{FF2B5EF4-FFF2-40B4-BE49-F238E27FC236}">
                <a16:creationId xmlns:a16="http://schemas.microsoft.com/office/drawing/2014/main" id="{0242C503-9C5E-0E85-59A2-B90AD4288F4D}"/>
              </a:ext>
            </a:extLst>
          </p:cNvPr>
          <p:cNvSpPr txBox="1"/>
          <p:nvPr/>
        </p:nvSpPr>
        <p:spPr>
          <a:xfrm>
            <a:off x="11267687" y="4112368"/>
            <a:ext cx="370614" cy="461665"/>
          </a:xfrm>
          <a:prstGeom prst="rect">
            <a:avLst/>
          </a:prstGeom>
          <a:noFill/>
        </p:spPr>
        <p:txBody>
          <a:bodyPr wrap="none" rtlCol="0">
            <a:spAutoFit/>
          </a:bodyPr>
          <a:lstStyle/>
          <a:p>
            <a:pPr algn="l"/>
            <a:r>
              <a:rPr kumimoji="1" lang="en-US" altLang="zh-CN" sz="2400" b="1"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24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22" name="右箭头 121">
            <a:extLst>
              <a:ext uri="{FF2B5EF4-FFF2-40B4-BE49-F238E27FC236}">
                <a16:creationId xmlns:a16="http://schemas.microsoft.com/office/drawing/2014/main" id="{184F768F-DFFD-0953-2280-B8FB9F8D70DD}"/>
              </a:ext>
            </a:extLst>
          </p:cNvPr>
          <p:cNvSpPr/>
          <p:nvPr/>
        </p:nvSpPr>
        <p:spPr>
          <a:xfrm>
            <a:off x="3550024" y="2433918"/>
            <a:ext cx="349623" cy="416859"/>
          </a:xfrm>
          <a:prstGeom prst="rightArrow">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23" name="右箭头 122">
            <a:extLst>
              <a:ext uri="{FF2B5EF4-FFF2-40B4-BE49-F238E27FC236}">
                <a16:creationId xmlns:a16="http://schemas.microsoft.com/office/drawing/2014/main" id="{90FCF9E7-513A-5AB2-0A45-B095B0FB02B0}"/>
              </a:ext>
            </a:extLst>
          </p:cNvPr>
          <p:cNvSpPr/>
          <p:nvPr/>
        </p:nvSpPr>
        <p:spPr>
          <a:xfrm>
            <a:off x="6816080" y="2433918"/>
            <a:ext cx="349623" cy="416859"/>
          </a:xfrm>
          <a:prstGeom prst="rightArrow">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24" name="右箭头 123">
            <a:extLst>
              <a:ext uri="{FF2B5EF4-FFF2-40B4-BE49-F238E27FC236}">
                <a16:creationId xmlns:a16="http://schemas.microsoft.com/office/drawing/2014/main" id="{5B043C56-555D-4167-9C9E-BEF1233A8BE9}"/>
              </a:ext>
            </a:extLst>
          </p:cNvPr>
          <p:cNvSpPr/>
          <p:nvPr/>
        </p:nvSpPr>
        <p:spPr>
          <a:xfrm rot="5400000">
            <a:off x="9768408" y="3901389"/>
            <a:ext cx="349623" cy="416859"/>
          </a:xfrm>
          <a:prstGeom prst="rightArrow">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26" name="右箭头 125">
            <a:extLst>
              <a:ext uri="{FF2B5EF4-FFF2-40B4-BE49-F238E27FC236}">
                <a16:creationId xmlns:a16="http://schemas.microsoft.com/office/drawing/2014/main" id="{0F1A4591-7D99-5937-165A-44DA7739BFF8}"/>
              </a:ext>
            </a:extLst>
          </p:cNvPr>
          <p:cNvSpPr/>
          <p:nvPr/>
        </p:nvSpPr>
        <p:spPr>
          <a:xfrm rot="10800000">
            <a:off x="5881641" y="5251499"/>
            <a:ext cx="470136" cy="416859"/>
          </a:xfrm>
          <a:prstGeom prst="rightArrow">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27" name="矩形 126">
            <a:extLst>
              <a:ext uri="{FF2B5EF4-FFF2-40B4-BE49-F238E27FC236}">
                <a16:creationId xmlns:a16="http://schemas.microsoft.com/office/drawing/2014/main" id="{4E47ECE0-C841-C8EA-5445-1C4383C22FEE}"/>
              </a:ext>
            </a:extLst>
          </p:cNvPr>
          <p:cNvSpPr/>
          <p:nvPr/>
        </p:nvSpPr>
        <p:spPr>
          <a:xfrm>
            <a:off x="4679577" y="4424084"/>
            <a:ext cx="699248" cy="403412"/>
          </a:xfrm>
          <a:prstGeom prst="rect">
            <a:avLst/>
          </a:prstGeom>
          <a:solidFill>
            <a:srgbClr val="FF370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28" name="矩形 127">
            <a:extLst>
              <a:ext uri="{FF2B5EF4-FFF2-40B4-BE49-F238E27FC236}">
                <a16:creationId xmlns:a16="http://schemas.microsoft.com/office/drawing/2014/main" id="{74C354AE-3747-8AC9-0A02-E1E48509487B}"/>
              </a:ext>
            </a:extLst>
          </p:cNvPr>
          <p:cNvSpPr/>
          <p:nvPr/>
        </p:nvSpPr>
        <p:spPr>
          <a:xfrm>
            <a:off x="4704484" y="5323514"/>
            <a:ext cx="653063" cy="425701"/>
          </a:xfrm>
          <a:prstGeom prst="rect">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29" name="矩形 128">
            <a:extLst>
              <a:ext uri="{FF2B5EF4-FFF2-40B4-BE49-F238E27FC236}">
                <a16:creationId xmlns:a16="http://schemas.microsoft.com/office/drawing/2014/main" id="{94DFEE4D-9012-DBD2-A814-9B5342722A9D}"/>
              </a:ext>
            </a:extLst>
          </p:cNvPr>
          <p:cNvSpPr/>
          <p:nvPr/>
        </p:nvSpPr>
        <p:spPr>
          <a:xfrm>
            <a:off x="4235152" y="5913713"/>
            <a:ext cx="820942" cy="433300"/>
          </a:xfrm>
          <a:prstGeom prst="rect">
            <a:avLst/>
          </a:prstGeom>
          <a:solidFill>
            <a:srgbClr val="FF6F00"/>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31" name="矩形 130">
            <a:extLst>
              <a:ext uri="{FF2B5EF4-FFF2-40B4-BE49-F238E27FC236}">
                <a16:creationId xmlns:a16="http://schemas.microsoft.com/office/drawing/2014/main" id="{C364C8CD-D4EB-7D65-320D-EDB0D4454235}"/>
              </a:ext>
            </a:extLst>
          </p:cNvPr>
          <p:cNvSpPr/>
          <p:nvPr/>
        </p:nvSpPr>
        <p:spPr>
          <a:xfrm>
            <a:off x="1801904" y="5553637"/>
            <a:ext cx="738681" cy="470647"/>
          </a:xfrm>
          <a:prstGeom prst="rect">
            <a:avLst/>
          </a:prstGeom>
          <a:noFill/>
          <a:ln w="34925" cmpd="sng">
            <a:solidFill>
              <a:srgbClr val="BB3023"/>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32" name="文本框 131">
            <a:extLst>
              <a:ext uri="{FF2B5EF4-FFF2-40B4-BE49-F238E27FC236}">
                <a16:creationId xmlns:a16="http://schemas.microsoft.com/office/drawing/2014/main" id="{57E69DC0-7323-2944-2E74-72ECE7E98176}"/>
              </a:ext>
            </a:extLst>
          </p:cNvPr>
          <p:cNvSpPr txBox="1"/>
          <p:nvPr/>
        </p:nvSpPr>
        <p:spPr>
          <a:xfrm>
            <a:off x="1642864" y="5615521"/>
            <a:ext cx="1044575" cy="369332"/>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3" name="文本框 132">
            <a:extLst>
              <a:ext uri="{FF2B5EF4-FFF2-40B4-BE49-F238E27FC236}">
                <a16:creationId xmlns:a16="http://schemas.microsoft.com/office/drawing/2014/main" id="{EEB5A262-6419-F046-5B58-90E680FB7EE8}"/>
              </a:ext>
            </a:extLst>
          </p:cNvPr>
          <p:cNvSpPr txBox="1"/>
          <p:nvPr/>
        </p:nvSpPr>
        <p:spPr>
          <a:xfrm>
            <a:off x="4532199" y="4461979"/>
            <a:ext cx="1044575" cy="369332"/>
          </a:xfrm>
          <a:prstGeom prst="rect">
            <a:avLst/>
          </a:prstGeom>
          <a:noFill/>
        </p:spPr>
        <p:txBody>
          <a:bodyPr wrap="square" rtlCol="0">
            <a:spAutoFit/>
          </a:bodyPr>
          <a:lstStyle/>
          <a:p>
            <a:pPr algn="ct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4" name="文本框 133">
            <a:extLst>
              <a:ext uri="{FF2B5EF4-FFF2-40B4-BE49-F238E27FC236}">
                <a16:creationId xmlns:a16="http://schemas.microsoft.com/office/drawing/2014/main" id="{D4778F16-570B-4DDD-7A15-29F2FD7A8BD8}"/>
              </a:ext>
            </a:extLst>
          </p:cNvPr>
          <p:cNvSpPr txBox="1"/>
          <p:nvPr/>
        </p:nvSpPr>
        <p:spPr>
          <a:xfrm>
            <a:off x="4509049" y="5353230"/>
            <a:ext cx="1044575" cy="369332"/>
          </a:xfrm>
          <a:prstGeom prst="rect">
            <a:avLst/>
          </a:prstGeom>
          <a:noFill/>
        </p:spPr>
        <p:txBody>
          <a:bodyPr wrap="square" rtlCol="0">
            <a:spAutoFit/>
          </a:bodyPr>
          <a:lstStyle/>
          <a:p>
            <a:pPr algn="ct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5" name="文本框 134">
            <a:extLst>
              <a:ext uri="{FF2B5EF4-FFF2-40B4-BE49-F238E27FC236}">
                <a16:creationId xmlns:a16="http://schemas.microsoft.com/office/drawing/2014/main" id="{57622C9B-3328-AD3F-B02B-D28016B85CB5}"/>
              </a:ext>
            </a:extLst>
          </p:cNvPr>
          <p:cNvSpPr txBox="1"/>
          <p:nvPr/>
        </p:nvSpPr>
        <p:spPr>
          <a:xfrm>
            <a:off x="4163144" y="5948438"/>
            <a:ext cx="1044575" cy="369332"/>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Important </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6" name="文本框 135">
            <a:extLst>
              <a:ext uri="{FF2B5EF4-FFF2-40B4-BE49-F238E27FC236}">
                <a16:creationId xmlns:a16="http://schemas.microsoft.com/office/drawing/2014/main" id="{F32AA757-923C-D9A8-443C-029397B40847}"/>
              </a:ext>
            </a:extLst>
          </p:cNvPr>
          <p:cNvSpPr txBox="1"/>
          <p:nvPr/>
        </p:nvSpPr>
        <p:spPr>
          <a:xfrm>
            <a:off x="7910445" y="4497830"/>
            <a:ext cx="2720051" cy="2292935"/>
          </a:xfrm>
          <a:prstGeom prst="rect">
            <a:avLst/>
          </a:prstGeom>
          <a:noFill/>
        </p:spPr>
        <p:txBody>
          <a:bodyPr wrap="square" rtlCol="0">
            <a:spAutoFit/>
          </a:bodyPr>
          <a:lstStyle/>
          <a:p>
            <a:pPr marL="285750" indent="-285750">
              <a:buFont typeface="Arial" panose="020B0604020202020204" pitchFamily="34" charset="0"/>
              <a:buChar char="•"/>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3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3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Arial" panose="020B0604020202020204" pitchFamily="34" charset="0"/>
              <a:buChar char="•"/>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285750" indent="-285750">
              <a:buFont typeface="Arial" panose="020B0604020202020204" pitchFamily="34" charset="0"/>
              <a:buChar char="•"/>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3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3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Arial" panose="020B0604020202020204" pitchFamily="34" charset="0"/>
              <a:buChar char="•"/>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3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Arial" panose="020B0604020202020204" pitchFamily="34" charset="0"/>
              <a:buChar char="•"/>
            </a:pPr>
            <a:r>
              <a:rPr kumimoji="1" lang="en" altLang="zh-CN" sz="13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3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Arial" panose="020B0604020202020204" pitchFamily="34" charset="0"/>
              <a:buChar char="•"/>
            </a:pPr>
            <a:endParaRPr kumimoji="1" lang="zh-CN" altLang="en-US" sz="13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7" name="椭圆 136">
            <a:extLst>
              <a:ext uri="{FF2B5EF4-FFF2-40B4-BE49-F238E27FC236}">
                <a16:creationId xmlns:a16="http://schemas.microsoft.com/office/drawing/2014/main" id="{F0E083E1-831C-875C-A698-1AF88BB31D96}"/>
              </a:ext>
            </a:extLst>
          </p:cNvPr>
          <p:cNvSpPr/>
          <p:nvPr/>
        </p:nvSpPr>
        <p:spPr>
          <a:xfrm>
            <a:off x="6712780" y="4737624"/>
            <a:ext cx="382552" cy="382552"/>
          </a:xfrm>
          <a:prstGeom prst="ellipse">
            <a:avLst/>
          </a:prstGeom>
          <a:solidFill>
            <a:schemeClr val="bg1"/>
          </a:solidFill>
          <a:ln w="1905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38" name="文本框 137">
            <a:extLst>
              <a:ext uri="{FF2B5EF4-FFF2-40B4-BE49-F238E27FC236}">
                <a16:creationId xmlns:a16="http://schemas.microsoft.com/office/drawing/2014/main" id="{C77AACF2-D704-DB2C-DEF2-8D25F3B0B295}"/>
              </a:ext>
            </a:extLst>
          </p:cNvPr>
          <p:cNvSpPr txBox="1"/>
          <p:nvPr/>
        </p:nvSpPr>
        <p:spPr>
          <a:xfrm>
            <a:off x="6722778" y="4737096"/>
            <a:ext cx="268079" cy="400110"/>
          </a:xfrm>
          <a:prstGeom prst="rect">
            <a:avLst/>
          </a:prstGeom>
          <a:noFill/>
        </p:spPr>
        <p:txBody>
          <a:bodyPr wrap="square" rtlCol="0">
            <a:spAutoFit/>
          </a:bodyPr>
          <a:lstStyle/>
          <a:p>
            <a:pPr algn="l"/>
            <a:r>
              <a:rPr kumimoji="1" lang="en-US" altLang="zh-CN" sz="2000" b="1" dirty="0">
                <a:solidFill>
                  <a:srgbClr val="BB3023"/>
                </a:solidFill>
                <a:latin typeface="Alibaba PuHuiTi Medium" pitchFamily="18" charset="-122"/>
                <a:ea typeface="Alibaba PuHuiTi Medium" pitchFamily="18" charset="-122"/>
                <a:cs typeface="Alibaba PuHuiTi Medium" pitchFamily="18" charset="-122"/>
              </a:rPr>
              <a:t>A</a:t>
            </a:r>
            <a:endParaRPr kumimoji="1" lang="zh-CN" altLang="en-US" sz="2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39" name="椭圆 138">
            <a:extLst>
              <a:ext uri="{FF2B5EF4-FFF2-40B4-BE49-F238E27FC236}">
                <a16:creationId xmlns:a16="http://schemas.microsoft.com/office/drawing/2014/main" id="{F9F39191-B01E-2C3A-D385-FA96D04F2CDB}"/>
              </a:ext>
            </a:extLst>
          </p:cNvPr>
          <p:cNvSpPr/>
          <p:nvPr/>
        </p:nvSpPr>
        <p:spPr>
          <a:xfrm>
            <a:off x="6712780" y="5322087"/>
            <a:ext cx="382552" cy="382552"/>
          </a:xfrm>
          <a:prstGeom prst="ellipse">
            <a:avLst/>
          </a:prstGeom>
          <a:solidFill>
            <a:schemeClr val="bg1"/>
          </a:solidFill>
          <a:ln w="1905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40" name="文本框 139">
            <a:extLst>
              <a:ext uri="{FF2B5EF4-FFF2-40B4-BE49-F238E27FC236}">
                <a16:creationId xmlns:a16="http://schemas.microsoft.com/office/drawing/2014/main" id="{902DCBC2-D5A4-5808-ACC4-03BB5B2F80A8}"/>
              </a:ext>
            </a:extLst>
          </p:cNvPr>
          <p:cNvSpPr txBox="1"/>
          <p:nvPr/>
        </p:nvSpPr>
        <p:spPr>
          <a:xfrm>
            <a:off x="6740592" y="5321559"/>
            <a:ext cx="268079" cy="400110"/>
          </a:xfrm>
          <a:prstGeom prst="rect">
            <a:avLst/>
          </a:prstGeom>
          <a:noFill/>
        </p:spPr>
        <p:txBody>
          <a:bodyPr wrap="square" rtlCol="0">
            <a:spAutoFit/>
          </a:bodyPr>
          <a:lstStyle/>
          <a:p>
            <a:pPr algn="l"/>
            <a:r>
              <a:rPr kumimoji="1" lang="en-US" altLang="zh-CN" sz="2000" b="1" dirty="0">
                <a:solidFill>
                  <a:srgbClr val="BB3023"/>
                </a:solidFill>
                <a:latin typeface="Alibaba PuHuiTi Medium" pitchFamily="18" charset="-122"/>
                <a:ea typeface="Alibaba PuHuiTi Medium" pitchFamily="18" charset="-122"/>
                <a:cs typeface="Alibaba PuHuiTi Medium" pitchFamily="18" charset="-122"/>
              </a:rPr>
              <a:t>B</a:t>
            </a:r>
            <a:endParaRPr kumimoji="1" lang="zh-CN" altLang="en-US" sz="2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41" name="椭圆 140">
            <a:extLst>
              <a:ext uri="{FF2B5EF4-FFF2-40B4-BE49-F238E27FC236}">
                <a16:creationId xmlns:a16="http://schemas.microsoft.com/office/drawing/2014/main" id="{62DAE2E3-798E-EA81-E3CD-E4F3FDDD54C5}"/>
              </a:ext>
            </a:extLst>
          </p:cNvPr>
          <p:cNvSpPr/>
          <p:nvPr/>
        </p:nvSpPr>
        <p:spPr>
          <a:xfrm>
            <a:off x="6712780" y="5903332"/>
            <a:ext cx="382552" cy="382552"/>
          </a:xfrm>
          <a:prstGeom prst="ellipse">
            <a:avLst/>
          </a:prstGeom>
          <a:solidFill>
            <a:schemeClr val="bg1"/>
          </a:solidFill>
          <a:ln w="19050">
            <a:solidFill>
              <a:schemeClr val="accent1">
                <a:shade val="15000"/>
              </a:schemeClr>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42" name="文本框 141">
            <a:extLst>
              <a:ext uri="{FF2B5EF4-FFF2-40B4-BE49-F238E27FC236}">
                <a16:creationId xmlns:a16="http://schemas.microsoft.com/office/drawing/2014/main" id="{9090FDBF-B972-51D0-6615-069E4C379ACF}"/>
              </a:ext>
            </a:extLst>
          </p:cNvPr>
          <p:cNvSpPr txBox="1"/>
          <p:nvPr/>
        </p:nvSpPr>
        <p:spPr>
          <a:xfrm>
            <a:off x="6740592" y="5902804"/>
            <a:ext cx="268079" cy="400110"/>
          </a:xfrm>
          <a:prstGeom prst="rect">
            <a:avLst/>
          </a:prstGeom>
          <a:noFill/>
        </p:spPr>
        <p:txBody>
          <a:bodyPr wrap="square" rtlCol="0">
            <a:spAutoFit/>
          </a:bodyPr>
          <a:lstStyle/>
          <a:p>
            <a:pPr algn="l"/>
            <a:r>
              <a:rPr kumimoji="1" lang="en-US" altLang="zh-CN" sz="2000" b="1" dirty="0">
                <a:solidFill>
                  <a:srgbClr val="BB3023"/>
                </a:solidFill>
                <a:latin typeface="Alibaba PuHuiTi Medium" pitchFamily="18" charset="-122"/>
                <a:ea typeface="Alibaba PuHuiTi Medium" pitchFamily="18" charset="-122"/>
                <a:cs typeface="Alibaba PuHuiTi Medium" pitchFamily="18" charset="-122"/>
              </a:rPr>
              <a:t>C</a:t>
            </a:r>
            <a:endParaRPr kumimoji="1" lang="zh-CN" altLang="en-US" sz="2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43" name="文本框 142">
            <a:extLst>
              <a:ext uri="{FF2B5EF4-FFF2-40B4-BE49-F238E27FC236}">
                <a16:creationId xmlns:a16="http://schemas.microsoft.com/office/drawing/2014/main" id="{4D70AEF2-040B-4831-7284-72A9F849F527}"/>
              </a:ext>
            </a:extLst>
          </p:cNvPr>
          <p:cNvSpPr txBox="1"/>
          <p:nvPr/>
        </p:nvSpPr>
        <p:spPr>
          <a:xfrm>
            <a:off x="7055731" y="4702773"/>
            <a:ext cx="1069808" cy="415498"/>
          </a:xfrm>
          <a:prstGeom prst="rect">
            <a:avLst/>
          </a:prstGeom>
          <a:noFill/>
        </p:spPr>
        <p:txBody>
          <a:bodyPr wrap="square" rtlCol="0">
            <a:spAutoFit/>
          </a:bodyPr>
          <a:lstStyle/>
          <a:p>
            <a:pPr algn="ct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 </a:t>
            </a:r>
            <a:endParaRPr kumimoji="1" lang="en-US" altLang="zh-CN" sz="1050" dirty="0">
              <a:solidFill>
                <a:srgbClr val="BB3023"/>
              </a:solidFill>
              <a:latin typeface="Alibaba PuHuiTi Medium" pitchFamily="18" charset="-122"/>
              <a:ea typeface="Alibaba PuHuiTi Medium" pitchFamily="18" charset="-122"/>
              <a:cs typeface="Alibaba PuHuiTi Medium" pitchFamily="18" charset="-122"/>
            </a:endParaRPr>
          </a:p>
          <a:p>
            <a:pPr algn="ctr"/>
            <a:r>
              <a:rPr kumimoji="1" lang="en" altLang="zh-CN" sz="1050" dirty="0">
                <a:solidFill>
                  <a:srgbClr val="FF6F00"/>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FF6F00"/>
              </a:solidFill>
              <a:latin typeface="Alibaba PuHuiTi Medium" pitchFamily="18" charset="-122"/>
              <a:ea typeface="Alibaba PuHuiTi Medium" pitchFamily="18" charset="-122"/>
              <a:cs typeface="Alibaba PuHuiTi Medium" pitchFamily="18" charset="-122"/>
            </a:endParaRPr>
          </a:p>
        </p:txBody>
      </p:sp>
      <p:sp>
        <p:nvSpPr>
          <p:cNvPr id="144" name="文本框 143">
            <a:extLst>
              <a:ext uri="{FF2B5EF4-FFF2-40B4-BE49-F238E27FC236}">
                <a16:creationId xmlns:a16="http://schemas.microsoft.com/office/drawing/2014/main" id="{BF0A6436-7192-EFDB-77C7-239061F47BDB}"/>
              </a:ext>
            </a:extLst>
          </p:cNvPr>
          <p:cNvSpPr txBox="1"/>
          <p:nvPr/>
        </p:nvSpPr>
        <p:spPr>
          <a:xfrm>
            <a:off x="7055731" y="5321559"/>
            <a:ext cx="1069808" cy="415498"/>
          </a:xfrm>
          <a:prstGeom prst="rect">
            <a:avLst/>
          </a:prstGeom>
          <a:noFill/>
        </p:spPr>
        <p:txBody>
          <a:bodyPr wrap="square" rtlCol="0">
            <a:spAutoFit/>
          </a:bodyPr>
          <a:lstStyle/>
          <a:p>
            <a:pPr algn="ct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 </a:t>
            </a:r>
            <a:endParaRPr kumimoji="1" lang="en-US" altLang="zh-CN" sz="1050" dirty="0">
              <a:solidFill>
                <a:srgbClr val="BB3023"/>
              </a:solidFill>
              <a:latin typeface="Alibaba PuHuiTi Medium" pitchFamily="18" charset="-122"/>
              <a:ea typeface="Alibaba PuHuiTi Medium" pitchFamily="18" charset="-122"/>
              <a:cs typeface="Alibaba PuHuiTi Medium" pitchFamily="18" charset="-122"/>
            </a:endParaRPr>
          </a:p>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6" name="文本框 145">
            <a:extLst>
              <a:ext uri="{FF2B5EF4-FFF2-40B4-BE49-F238E27FC236}">
                <a16:creationId xmlns:a16="http://schemas.microsoft.com/office/drawing/2014/main" id="{41F60679-EEC1-A710-1053-1DAD936398E0}"/>
              </a:ext>
            </a:extLst>
          </p:cNvPr>
          <p:cNvSpPr txBox="1"/>
          <p:nvPr/>
        </p:nvSpPr>
        <p:spPr>
          <a:xfrm>
            <a:off x="7055731" y="5897623"/>
            <a:ext cx="1069808" cy="415498"/>
          </a:xfrm>
          <a:prstGeom prst="rect">
            <a:avLst/>
          </a:prstGeom>
          <a:noFill/>
        </p:spPr>
        <p:txBody>
          <a:bodyPr wrap="square" rtlCol="0">
            <a:spAutoFit/>
          </a:bodyPr>
          <a:lstStyle/>
          <a:p>
            <a:pPr algn="ct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Important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 </a:t>
            </a:r>
            <a:endParaRPr kumimoji="1" lang="en-US" altLang="zh-CN" sz="1050" dirty="0">
              <a:solidFill>
                <a:srgbClr val="BB3023"/>
              </a:solidFill>
              <a:latin typeface="Alibaba PuHuiTi Medium" pitchFamily="18" charset="-122"/>
              <a:ea typeface="Alibaba PuHuiTi Medium" pitchFamily="18" charset="-122"/>
              <a:cs typeface="Alibaba PuHuiTi Medium" pitchFamily="18" charset="-122"/>
            </a:endParaRPr>
          </a:p>
          <a:p>
            <a:pPr algn="ct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112646881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605CDDBA-2AEB-2C64-FE7D-CF310ECB982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65AEF2AD-DA4D-9AAA-0E75-BB13CCBAD405}"/>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5A166D60-60E9-0F6A-13E0-BE89C48A1816}"/>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9F617D43-A78C-9CC9-087C-B5A563102BA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EFBCA87A-8BBF-23AD-9F69-D0B1E3BD3CA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3283DB8A-FC35-7BBF-0D9A-CE3003F846B5}"/>
              </a:ext>
            </a:extLst>
          </p:cNvPr>
          <p:cNvGrpSpPr/>
          <p:nvPr/>
        </p:nvGrpSpPr>
        <p:grpSpPr>
          <a:xfrm>
            <a:off x="2323294" y="287981"/>
            <a:ext cx="356205" cy="355288"/>
            <a:chOff x="416151" y="286059"/>
            <a:chExt cx="356205" cy="355288"/>
          </a:xfrm>
        </p:grpSpPr>
        <p:sp>
          <p:nvSpPr>
            <p:cNvPr id="8" name="Google Shape;7166;p80">
              <a:extLst>
                <a:ext uri="{FF2B5EF4-FFF2-40B4-BE49-F238E27FC236}">
                  <a16:creationId xmlns:a16="http://schemas.microsoft.com/office/drawing/2014/main" id="{64D3757A-444E-8648-CB20-43900346C2C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9" name="Google Shape;7167;p80">
              <a:extLst>
                <a:ext uri="{FF2B5EF4-FFF2-40B4-BE49-F238E27FC236}">
                  <a16:creationId xmlns:a16="http://schemas.microsoft.com/office/drawing/2014/main" id="{15D99954-31FA-BA89-3003-D7D22A97FB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10" name="Google Shape;7168;p80">
              <a:extLst>
                <a:ext uri="{FF2B5EF4-FFF2-40B4-BE49-F238E27FC236}">
                  <a16:creationId xmlns:a16="http://schemas.microsoft.com/office/drawing/2014/main" id="{D2DE7C29-F5D1-2A71-62B9-6D00AF4D918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11" name="Google Shape;7169;p80">
              <a:extLst>
                <a:ext uri="{FF2B5EF4-FFF2-40B4-BE49-F238E27FC236}">
                  <a16:creationId xmlns:a16="http://schemas.microsoft.com/office/drawing/2014/main" id="{B47FD539-2DB4-3A3A-1818-D023911BAF5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grpSp>
      <p:grpSp>
        <p:nvGrpSpPr>
          <p:cNvPr id="111" name="Google Shape;8161;p82">
            <a:extLst>
              <a:ext uri="{FF2B5EF4-FFF2-40B4-BE49-F238E27FC236}">
                <a16:creationId xmlns:a16="http://schemas.microsoft.com/office/drawing/2014/main" id="{BD7DB648-D72E-75B1-5F4C-A45E1E6AF6D9}"/>
              </a:ext>
            </a:extLst>
          </p:cNvPr>
          <p:cNvGrpSpPr/>
          <p:nvPr/>
        </p:nvGrpSpPr>
        <p:grpSpPr>
          <a:xfrm>
            <a:off x="8830815" y="1453271"/>
            <a:ext cx="694351" cy="692519"/>
            <a:chOff x="-2670575" y="3956600"/>
            <a:chExt cx="293800" cy="293025"/>
          </a:xfrm>
          <a:solidFill>
            <a:srgbClr val="1E344D"/>
          </a:solidFill>
        </p:grpSpPr>
        <p:sp>
          <p:nvSpPr>
            <p:cNvPr id="112" name="Google Shape;8162;p82">
              <a:extLst>
                <a:ext uri="{FF2B5EF4-FFF2-40B4-BE49-F238E27FC236}">
                  <a16:creationId xmlns:a16="http://schemas.microsoft.com/office/drawing/2014/main" id="{5F970A23-3EF2-6849-7D04-0DFF9BA033E5}"/>
                </a:ext>
              </a:extLst>
            </p:cNvPr>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3" name="Google Shape;8163;p82">
              <a:extLst>
                <a:ext uri="{FF2B5EF4-FFF2-40B4-BE49-F238E27FC236}">
                  <a16:creationId xmlns:a16="http://schemas.microsoft.com/office/drawing/2014/main" id="{C208E16D-09EB-F604-4EF8-60D6791B32AF}"/>
                </a:ext>
              </a:extLst>
            </p:cNvPr>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4" name="Google Shape;8164;p82">
              <a:extLst>
                <a:ext uri="{FF2B5EF4-FFF2-40B4-BE49-F238E27FC236}">
                  <a16:creationId xmlns:a16="http://schemas.microsoft.com/office/drawing/2014/main" id="{A4BEAE4C-6A4C-F242-2B68-204418B32524}"/>
                </a:ext>
              </a:extLst>
            </p:cNvPr>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5" name="Google Shape;8165;p82">
              <a:extLst>
                <a:ext uri="{FF2B5EF4-FFF2-40B4-BE49-F238E27FC236}">
                  <a16:creationId xmlns:a16="http://schemas.microsoft.com/office/drawing/2014/main" id="{E34FFCD7-72FF-D15E-37FD-47EC836A2AA2}"/>
                </a:ext>
              </a:extLst>
            </p:cNvPr>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16" name="Google Shape;8166;p82">
            <a:extLst>
              <a:ext uri="{FF2B5EF4-FFF2-40B4-BE49-F238E27FC236}">
                <a16:creationId xmlns:a16="http://schemas.microsoft.com/office/drawing/2014/main" id="{0A9CACB6-D18B-EA0D-3C5C-680AB7EC5C75}"/>
              </a:ext>
            </a:extLst>
          </p:cNvPr>
          <p:cNvGrpSpPr/>
          <p:nvPr/>
        </p:nvGrpSpPr>
        <p:grpSpPr>
          <a:xfrm>
            <a:off x="6856824" y="1458023"/>
            <a:ext cx="699964" cy="686670"/>
            <a:chOff x="-1183550" y="3586525"/>
            <a:chExt cx="296175" cy="290550"/>
          </a:xfrm>
          <a:solidFill>
            <a:srgbClr val="1E344D"/>
          </a:solidFill>
        </p:grpSpPr>
        <p:sp>
          <p:nvSpPr>
            <p:cNvPr id="117" name="Google Shape;8167;p82">
              <a:extLst>
                <a:ext uri="{FF2B5EF4-FFF2-40B4-BE49-F238E27FC236}">
                  <a16:creationId xmlns:a16="http://schemas.microsoft.com/office/drawing/2014/main" id="{21175BCD-DCB6-6FBA-5EBF-6D170329B920}"/>
                </a:ext>
              </a:extLst>
            </p:cNvPr>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8" name="Google Shape;8168;p82">
              <a:extLst>
                <a:ext uri="{FF2B5EF4-FFF2-40B4-BE49-F238E27FC236}">
                  <a16:creationId xmlns:a16="http://schemas.microsoft.com/office/drawing/2014/main" id="{249B8C98-F3B2-FABC-53A0-FF6B5942D7E9}"/>
                </a:ext>
              </a:extLst>
            </p:cNvPr>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9" name="Google Shape;8169;p82">
              <a:extLst>
                <a:ext uri="{FF2B5EF4-FFF2-40B4-BE49-F238E27FC236}">
                  <a16:creationId xmlns:a16="http://schemas.microsoft.com/office/drawing/2014/main" id="{696A2883-C9D1-5DA0-58D7-F4A871214F72}"/>
                </a:ext>
              </a:extLst>
            </p:cNvPr>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0" name="Google Shape;8170;p82">
              <a:extLst>
                <a:ext uri="{FF2B5EF4-FFF2-40B4-BE49-F238E27FC236}">
                  <a16:creationId xmlns:a16="http://schemas.microsoft.com/office/drawing/2014/main" id="{C97E3365-D991-5D48-A195-4A9D51044544}"/>
                </a:ext>
              </a:extLst>
            </p:cNvPr>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2" name="Google Shape;8171;p82">
              <a:extLst>
                <a:ext uri="{FF2B5EF4-FFF2-40B4-BE49-F238E27FC236}">
                  <a16:creationId xmlns:a16="http://schemas.microsoft.com/office/drawing/2014/main" id="{EBCB2D68-8E25-D85D-789E-16BAE8FEC0EE}"/>
                </a:ext>
              </a:extLst>
            </p:cNvPr>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3" name="Google Shape;8172;p82">
              <a:extLst>
                <a:ext uri="{FF2B5EF4-FFF2-40B4-BE49-F238E27FC236}">
                  <a16:creationId xmlns:a16="http://schemas.microsoft.com/office/drawing/2014/main" id="{186E558F-40A3-DEAF-575C-F30B6F171A58}"/>
                </a:ext>
              </a:extLst>
            </p:cNvPr>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4" name="Google Shape;8173;p82">
              <a:extLst>
                <a:ext uri="{FF2B5EF4-FFF2-40B4-BE49-F238E27FC236}">
                  <a16:creationId xmlns:a16="http://schemas.microsoft.com/office/drawing/2014/main" id="{CD8CBE1B-3B70-AC97-A514-FB12BB069452}"/>
                </a:ext>
              </a:extLst>
            </p:cNvPr>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5" name="Google Shape;8174;p82">
              <a:extLst>
                <a:ext uri="{FF2B5EF4-FFF2-40B4-BE49-F238E27FC236}">
                  <a16:creationId xmlns:a16="http://schemas.microsoft.com/office/drawing/2014/main" id="{CA9D38F6-C559-1003-06EA-737AA00AD014}"/>
                </a:ext>
              </a:extLst>
            </p:cNvPr>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6" name="Google Shape;8175;p82">
              <a:extLst>
                <a:ext uri="{FF2B5EF4-FFF2-40B4-BE49-F238E27FC236}">
                  <a16:creationId xmlns:a16="http://schemas.microsoft.com/office/drawing/2014/main" id="{6957823E-8EBA-6D6F-14DF-5A711F17FEEE}"/>
                </a:ext>
              </a:extLst>
            </p:cNvPr>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209" name="Google Shape;8208;p82">
            <a:extLst>
              <a:ext uri="{FF2B5EF4-FFF2-40B4-BE49-F238E27FC236}">
                <a16:creationId xmlns:a16="http://schemas.microsoft.com/office/drawing/2014/main" id="{1A7325BD-20F3-77EE-F817-964120000473}"/>
              </a:ext>
            </a:extLst>
          </p:cNvPr>
          <p:cNvGrpSpPr/>
          <p:nvPr/>
        </p:nvGrpSpPr>
        <p:grpSpPr>
          <a:xfrm>
            <a:off x="3007513" y="1456295"/>
            <a:ext cx="694410" cy="688797"/>
            <a:chOff x="-2310650" y="3958175"/>
            <a:chExt cx="293825" cy="291450"/>
          </a:xfrm>
          <a:solidFill>
            <a:srgbClr val="1E344D"/>
          </a:solidFill>
        </p:grpSpPr>
        <p:sp>
          <p:nvSpPr>
            <p:cNvPr id="210" name="Google Shape;8209;p82">
              <a:extLst>
                <a:ext uri="{FF2B5EF4-FFF2-40B4-BE49-F238E27FC236}">
                  <a16:creationId xmlns:a16="http://schemas.microsoft.com/office/drawing/2014/main" id="{E7F0E9E5-CC8E-A1F3-2758-AFEFDC77DBCC}"/>
                </a:ext>
              </a:extLst>
            </p:cNvPr>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 name="Google Shape;8210;p82">
              <a:extLst>
                <a:ext uri="{FF2B5EF4-FFF2-40B4-BE49-F238E27FC236}">
                  <a16:creationId xmlns:a16="http://schemas.microsoft.com/office/drawing/2014/main" id="{95A75EEA-B0C9-53DC-1E81-BC41D1793545}"/>
                </a:ext>
              </a:extLst>
            </p:cNvPr>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284" name="Google Shape;8276;p82">
            <a:extLst>
              <a:ext uri="{FF2B5EF4-FFF2-40B4-BE49-F238E27FC236}">
                <a16:creationId xmlns:a16="http://schemas.microsoft.com/office/drawing/2014/main" id="{ECD64140-C2E6-8C8E-0F9C-2B5C2D2AC1F5}"/>
              </a:ext>
            </a:extLst>
          </p:cNvPr>
          <p:cNvGrpSpPr/>
          <p:nvPr/>
        </p:nvGrpSpPr>
        <p:grpSpPr>
          <a:xfrm>
            <a:off x="10799193" y="1454039"/>
            <a:ext cx="701795" cy="691574"/>
            <a:chOff x="-5254775" y="3631325"/>
            <a:chExt cx="296950" cy="292625"/>
          </a:xfrm>
          <a:solidFill>
            <a:srgbClr val="1E344D"/>
          </a:solidFill>
        </p:grpSpPr>
        <p:sp>
          <p:nvSpPr>
            <p:cNvPr id="285" name="Google Shape;8277;p82">
              <a:extLst>
                <a:ext uri="{FF2B5EF4-FFF2-40B4-BE49-F238E27FC236}">
                  <a16:creationId xmlns:a16="http://schemas.microsoft.com/office/drawing/2014/main" id="{18AD7E8F-A5F1-C740-F154-96A031751EC0}"/>
                </a:ext>
              </a:extLst>
            </p:cNvPr>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 name="Google Shape;8278;p82">
              <a:extLst>
                <a:ext uri="{FF2B5EF4-FFF2-40B4-BE49-F238E27FC236}">
                  <a16:creationId xmlns:a16="http://schemas.microsoft.com/office/drawing/2014/main" id="{262516B3-E72E-9699-A509-35CAD455A87D}"/>
                </a:ext>
              </a:extLst>
            </p:cNvPr>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 name="Google Shape;8279;p82">
              <a:extLst>
                <a:ext uri="{FF2B5EF4-FFF2-40B4-BE49-F238E27FC236}">
                  <a16:creationId xmlns:a16="http://schemas.microsoft.com/office/drawing/2014/main" id="{50F6B7BD-FF7C-C167-1152-64416CEF80BE}"/>
                </a:ext>
              </a:extLst>
            </p:cNvPr>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 name="Google Shape;8280;p82">
              <a:extLst>
                <a:ext uri="{FF2B5EF4-FFF2-40B4-BE49-F238E27FC236}">
                  <a16:creationId xmlns:a16="http://schemas.microsoft.com/office/drawing/2014/main" id="{5574B51B-AADA-D928-A234-FB9CDE2162E3}"/>
                </a:ext>
              </a:extLst>
            </p:cNvPr>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 name="Google Shape;8281;p82">
              <a:extLst>
                <a:ext uri="{FF2B5EF4-FFF2-40B4-BE49-F238E27FC236}">
                  <a16:creationId xmlns:a16="http://schemas.microsoft.com/office/drawing/2014/main" id="{4ECF9390-BED7-ABAB-FE58-3C4DE2E61A17}"/>
                </a:ext>
              </a:extLst>
            </p:cNvPr>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 name="Google Shape;8282;p82">
              <a:extLst>
                <a:ext uri="{FF2B5EF4-FFF2-40B4-BE49-F238E27FC236}">
                  <a16:creationId xmlns:a16="http://schemas.microsoft.com/office/drawing/2014/main" id="{AD15E235-7FF8-13DD-2F3F-92D46F51D6D9}"/>
                </a:ext>
              </a:extLst>
            </p:cNvPr>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 name="Google Shape;8283;p82">
              <a:extLst>
                <a:ext uri="{FF2B5EF4-FFF2-40B4-BE49-F238E27FC236}">
                  <a16:creationId xmlns:a16="http://schemas.microsoft.com/office/drawing/2014/main" id="{64D092B8-4D0D-4EC3-2350-F278A6610394}"/>
                </a:ext>
              </a:extLst>
            </p:cNvPr>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14" name="Google Shape;8306;p82">
            <a:extLst>
              <a:ext uri="{FF2B5EF4-FFF2-40B4-BE49-F238E27FC236}">
                <a16:creationId xmlns:a16="http://schemas.microsoft.com/office/drawing/2014/main" id="{BA2E9C22-78C1-9382-E4A8-6F19D994BE60}"/>
              </a:ext>
            </a:extLst>
          </p:cNvPr>
          <p:cNvGrpSpPr/>
          <p:nvPr/>
        </p:nvGrpSpPr>
        <p:grpSpPr>
          <a:xfrm>
            <a:off x="1039076" y="1450295"/>
            <a:ext cx="694410" cy="696183"/>
            <a:chOff x="-1591550" y="3597475"/>
            <a:chExt cx="293825" cy="294575"/>
          </a:xfrm>
          <a:solidFill>
            <a:srgbClr val="1E344D"/>
          </a:solidFill>
        </p:grpSpPr>
        <p:sp>
          <p:nvSpPr>
            <p:cNvPr id="315" name="Google Shape;8307;p82">
              <a:extLst>
                <a:ext uri="{FF2B5EF4-FFF2-40B4-BE49-F238E27FC236}">
                  <a16:creationId xmlns:a16="http://schemas.microsoft.com/office/drawing/2014/main" id="{D7D0984A-7C32-4445-13A4-02CF60F93B05}"/>
                </a:ext>
              </a:extLst>
            </p:cNvPr>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 name="Google Shape;8308;p82">
              <a:extLst>
                <a:ext uri="{FF2B5EF4-FFF2-40B4-BE49-F238E27FC236}">
                  <a16:creationId xmlns:a16="http://schemas.microsoft.com/office/drawing/2014/main" id="{BE2EAC54-B176-1FC9-33AF-CB596CA919E1}"/>
                </a:ext>
              </a:extLst>
            </p:cNvPr>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 name="Google Shape;8309;p82">
              <a:extLst>
                <a:ext uri="{FF2B5EF4-FFF2-40B4-BE49-F238E27FC236}">
                  <a16:creationId xmlns:a16="http://schemas.microsoft.com/office/drawing/2014/main" id="{8CFC4F10-5EDA-B55C-E7E5-5808500696F4}"/>
                </a:ext>
              </a:extLst>
            </p:cNvPr>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23" name="Google Shape;8315;p82">
            <a:extLst>
              <a:ext uri="{FF2B5EF4-FFF2-40B4-BE49-F238E27FC236}">
                <a16:creationId xmlns:a16="http://schemas.microsoft.com/office/drawing/2014/main" id="{3C336977-6FCE-994F-9856-ABE627E72337}"/>
              </a:ext>
            </a:extLst>
          </p:cNvPr>
          <p:cNvGrpSpPr/>
          <p:nvPr/>
        </p:nvGrpSpPr>
        <p:grpSpPr>
          <a:xfrm>
            <a:off x="4975950" y="1454807"/>
            <a:ext cx="606847" cy="690629"/>
            <a:chOff x="-778700" y="3612425"/>
            <a:chExt cx="256775" cy="292225"/>
          </a:xfrm>
          <a:solidFill>
            <a:srgbClr val="1E344D"/>
          </a:solidFill>
        </p:grpSpPr>
        <p:sp>
          <p:nvSpPr>
            <p:cNvPr id="324" name="Google Shape;8316;p82">
              <a:extLst>
                <a:ext uri="{FF2B5EF4-FFF2-40B4-BE49-F238E27FC236}">
                  <a16:creationId xmlns:a16="http://schemas.microsoft.com/office/drawing/2014/main" id="{126EEE43-702C-50B2-A22F-AFCD7C467BB7}"/>
                </a:ext>
              </a:extLst>
            </p:cNvPr>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 name="Google Shape;8317;p82">
              <a:extLst>
                <a:ext uri="{FF2B5EF4-FFF2-40B4-BE49-F238E27FC236}">
                  <a16:creationId xmlns:a16="http://schemas.microsoft.com/office/drawing/2014/main" id="{7FE1B97F-0462-6E48-317E-A9EA2502BE5F}"/>
                </a:ext>
              </a:extLst>
            </p:cNvPr>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 name="Google Shape;8318;p82">
              <a:extLst>
                <a:ext uri="{FF2B5EF4-FFF2-40B4-BE49-F238E27FC236}">
                  <a16:creationId xmlns:a16="http://schemas.microsoft.com/office/drawing/2014/main" id="{E8DE88D2-3046-7438-3C57-31E688126D16}"/>
                </a:ext>
              </a:extLst>
            </p:cNvPr>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 name="Google Shape;8319;p82">
              <a:extLst>
                <a:ext uri="{FF2B5EF4-FFF2-40B4-BE49-F238E27FC236}">
                  <a16:creationId xmlns:a16="http://schemas.microsoft.com/office/drawing/2014/main" id="{C93A3F08-9D3D-1864-A039-A796483D3BEA}"/>
                </a:ext>
              </a:extLst>
            </p:cNvPr>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 name="Google Shape;8320;p82">
              <a:extLst>
                <a:ext uri="{FF2B5EF4-FFF2-40B4-BE49-F238E27FC236}">
                  <a16:creationId xmlns:a16="http://schemas.microsoft.com/office/drawing/2014/main" id="{31FF42DB-A3BF-75C1-6937-1A03DFB8EFA5}"/>
                </a:ext>
              </a:extLst>
            </p:cNvPr>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 name="Google Shape;8321;p82">
              <a:extLst>
                <a:ext uri="{FF2B5EF4-FFF2-40B4-BE49-F238E27FC236}">
                  <a16:creationId xmlns:a16="http://schemas.microsoft.com/office/drawing/2014/main" id="{0DCA1E0A-BF79-48D4-FDD9-38A68A21C055}"/>
                </a:ext>
              </a:extLst>
            </p:cNvPr>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89" name="右箭头 388">
            <a:extLst>
              <a:ext uri="{FF2B5EF4-FFF2-40B4-BE49-F238E27FC236}">
                <a16:creationId xmlns:a16="http://schemas.microsoft.com/office/drawing/2014/main" id="{28CE3FB1-7E86-DCC9-750B-0A1107E771B2}"/>
              </a:ext>
            </a:extLst>
          </p:cNvPr>
          <p:cNvSpPr/>
          <p:nvPr/>
        </p:nvSpPr>
        <p:spPr>
          <a:xfrm>
            <a:off x="2017059" y="1648072"/>
            <a:ext cx="497541" cy="349624"/>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392" name="直线箭头连接符 391">
            <a:extLst>
              <a:ext uri="{FF2B5EF4-FFF2-40B4-BE49-F238E27FC236}">
                <a16:creationId xmlns:a16="http://schemas.microsoft.com/office/drawing/2014/main" id="{22659FAB-9F4C-89A5-0964-6C53F4758BBC}"/>
              </a:ext>
            </a:extLst>
          </p:cNvPr>
          <p:cNvCxnSpPr>
            <a:cxnSpLocks/>
          </p:cNvCxnSpPr>
          <p:nvPr/>
        </p:nvCxnSpPr>
        <p:spPr>
          <a:xfrm>
            <a:off x="322729" y="2414554"/>
            <a:ext cx="11564471" cy="0"/>
          </a:xfrm>
          <a:prstGeom prst="straightConnector1">
            <a:avLst/>
          </a:prstGeom>
          <a:ln w="34925">
            <a:solidFill>
              <a:srgbClr val="325680"/>
            </a:solidFill>
            <a:tailEnd type="triangle"/>
          </a:ln>
        </p:spPr>
        <p:style>
          <a:lnRef idx="1">
            <a:schemeClr val="accent1"/>
          </a:lnRef>
          <a:fillRef idx="0">
            <a:schemeClr val="accent1"/>
          </a:fillRef>
          <a:effectRef idx="0">
            <a:schemeClr val="accent1"/>
          </a:effectRef>
          <a:fontRef idx="minor">
            <a:schemeClr val="tx1"/>
          </a:fontRef>
        </p:style>
      </p:cxnSp>
      <p:sp>
        <p:nvSpPr>
          <p:cNvPr id="394" name="右箭头 393">
            <a:extLst>
              <a:ext uri="{FF2B5EF4-FFF2-40B4-BE49-F238E27FC236}">
                <a16:creationId xmlns:a16="http://schemas.microsoft.com/office/drawing/2014/main" id="{3B312479-5B78-D5F9-7416-088A05B80452}"/>
              </a:ext>
            </a:extLst>
          </p:cNvPr>
          <p:cNvSpPr/>
          <p:nvPr/>
        </p:nvSpPr>
        <p:spPr>
          <a:xfrm>
            <a:off x="4079776" y="1648072"/>
            <a:ext cx="497541" cy="349624"/>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5" name="右箭头 394">
            <a:extLst>
              <a:ext uri="{FF2B5EF4-FFF2-40B4-BE49-F238E27FC236}">
                <a16:creationId xmlns:a16="http://schemas.microsoft.com/office/drawing/2014/main" id="{7A896D36-96B9-7BCF-818A-1A9A2E46E964}"/>
              </a:ext>
            </a:extLst>
          </p:cNvPr>
          <p:cNvSpPr/>
          <p:nvPr/>
        </p:nvSpPr>
        <p:spPr>
          <a:xfrm>
            <a:off x="6023992" y="1648072"/>
            <a:ext cx="497541" cy="349624"/>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6" name="右箭头 395">
            <a:extLst>
              <a:ext uri="{FF2B5EF4-FFF2-40B4-BE49-F238E27FC236}">
                <a16:creationId xmlns:a16="http://schemas.microsoft.com/office/drawing/2014/main" id="{881481AE-8B71-07EB-75AE-60B2BACE86C7}"/>
              </a:ext>
            </a:extLst>
          </p:cNvPr>
          <p:cNvSpPr/>
          <p:nvPr/>
        </p:nvSpPr>
        <p:spPr>
          <a:xfrm>
            <a:off x="7968208" y="1648072"/>
            <a:ext cx="497541" cy="349624"/>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7" name="右箭头 396">
            <a:extLst>
              <a:ext uri="{FF2B5EF4-FFF2-40B4-BE49-F238E27FC236}">
                <a16:creationId xmlns:a16="http://schemas.microsoft.com/office/drawing/2014/main" id="{EBFADC7E-FBC2-4BCE-0D83-12A64AE3D537}"/>
              </a:ext>
            </a:extLst>
          </p:cNvPr>
          <p:cNvSpPr/>
          <p:nvPr/>
        </p:nvSpPr>
        <p:spPr>
          <a:xfrm>
            <a:off x="9840416" y="1648072"/>
            <a:ext cx="497541" cy="349624"/>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8" name="椭圆 397">
            <a:extLst>
              <a:ext uri="{FF2B5EF4-FFF2-40B4-BE49-F238E27FC236}">
                <a16:creationId xmlns:a16="http://schemas.microsoft.com/office/drawing/2014/main" id="{7987AA20-EC0B-839A-4286-80C03549535A}"/>
              </a:ext>
            </a:extLst>
          </p:cNvPr>
          <p:cNvSpPr/>
          <p:nvPr/>
        </p:nvSpPr>
        <p:spPr>
          <a:xfrm>
            <a:off x="1156447" y="2306978"/>
            <a:ext cx="201706" cy="201706"/>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9" name="椭圆 398">
            <a:extLst>
              <a:ext uri="{FF2B5EF4-FFF2-40B4-BE49-F238E27FC236}">
                <a16:creationId xmlns:a16="http://schemas.microsoft.com/office/drawing/2014/main" id="{21C28A24-B60D-BB5F-560E-B83A4D1A7693}"/>
              </a:ext>
            </a:extLst>
          </p:cNvPr>
          <p:cNvSpPr/>
          <p:nvPr/>
        </p:nvSpPr>
        <p:spPr>
          <a:xfrm>
            <a:off x="3287688" y="2306978"/>
            <a:ext cx="201706" cy="201706"/>
          </a:xfrm>
          <a:prstGeom prst="ellipse">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0" name="椭圆 399">
            <a:extLst>
              <a:ext uri="{FF2B5EF4-FFF2-40B4-BE49-F238E27FC236}">
                <a16:creationId xmlns:a16="http://schemas.microsoft.com/office/drawing/2014/main" id="{CB3B9104-CA32-90D7-4449-E1F357766031}"/>
              </a:ext>
            </a:extLst>
          </p:cNvPr>
          <p:cNvSpPr/>
          <p:nvPr/>
        </p:nvSpPr>
        <p:spPr>
          <a:xfrm>
            <a:off x="7104112" y="2306978"/>
            <a:ext cx="201706" cy="201706"/>
          </a:xfrm>
          <a:prstGeom prst="ellipse">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1" name="椭圆 400">
            <a:extLst>
              <a:ext uri="{FF2B5EF4-FFF2-40B4-BE49-F238E27FC236}">
                <a16:creationId xmlns:a16="http://schemas.microsoft.com/office/drawing/2014/main" id="{3E85FE53-6813-27C6-F49A-6E65F396D617}"/>
              </a:ext>
            </a:extLst>
          </p:cNvPr>
          <p:cNvSpPr/>
          <p:nvPr/>
        </p:nvSpPr>
        <p:spPr>
          <a:xfrm>
            <a:off x="11064552" y="2306978"/>
            <a:ext cx="201706" cy="201706"/>
          </a:xfrm>
          <a:prstGeom prst="ellipse">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2" name="椭圆 401">
            <a:extLst>
              <a:ext uri="{FF2B5EF4-FFF2-40B4-BE49-F238E27FC236}">
                <a16:creationId xmlns:a16="http://schemas.microsoft.com/office/drawing/2014/main" id="{5F0309BC-FA76-7CEC-162F-DBD5E8A0A323}"/>
              </a:ext>
            </a:extLst>
          </p:cNvPr>
          <p:cNvSpPr/>
          <p:nvPr/>
        </p:nvSpPr>
        <p:spPr>
          <a:xfrm>
            <a:off x="5159896" y="2306978"/>
            <a:ext cx="201706" cy="201706"/>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3" name="椭圆 402">
            <a:extLst>
              <a:ext uri="{FF2B5EF4-FFF2-40B4-BE49-F238E27FC236}">
                <a16:creationId xmlns:a16="http://schemas.microsoft.com/office/drawing/2014/main" id="{4812ACBB-CD02-E38E-2E21-3E1E7FC5F75E}"/>
              </a:ext>
            </a:extLst>
          </p:cNvPr>
          <p:cNvSpPr/>
          <p:nvPr/>
        </p:nvSpPr>
        <p:spPr>
          <a:xfrm>
            <a:off x="8976320" y="2306978"/>
            <a:ext cx="201706" cy="201706"/>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4" name="椭圆 403">
            <a:extLst>
              <a:ext uri="{FF2B5EF4-FFF2-40B4-BE49-F238E27FC236}">
                <a16:creationId xmlns:a16="http://schemas.microsoft.com/office/drawing/2014/main" id="{5A0D080E-2139-200E-23B6-A4669787309D}"/>
              </a:ext>
            </a:extLst>
          </p:cNvPr>
          <p:cNvSpPr/>
          <p:nvPr/>
        </p:nvSpPr>
        <p:spPr>
          <a:xfrm>
            <a:off x="402336" y="978408"/>
            <a:ext cx="347472" cy="34747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8" name="流程 407">
            <a:extLst>
              <a:ext uri="{FF2B5EF4-FFF2-40B4-BE49-F238E27FC236}">
                <a16:creationId xmlns:a16="http://schemas.microsoft.com/office/drawing/2014/main" id="{62D98872-190D-1702-568E-D8BECBB696EC}"/>
              </a:ext>
            </a:extLst>
          </p:cNvPr>
          <p:cNvSpPr/>
          <p:nvPr/>
        </p:nvSpPr>
        <p:spPr>
          <a:xfrm>
            <a:off x="354584" y="3230880"/>
            <a:ext cx="1829816" cy="518160"/>
          </a:xfrm>
          <a:prstGeom prst="flowChartProcess">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9" name="文本框 408">
            <a:extLst>
              <a:ext uri="{FF2B5EF4-FFF2-40B4-BE49-F238E27FC236}">
                <a16:creationId xmlns:a16="http://schemas.microsoft.com/office/drawing/2014/main" id="{58DF386E-0295-0D8F-F7C9-5590D1636320}"/>
              </a:ext>
            </a:extLst>
          </p:cNvPr>
          <p:cNvSpPr txBox="1"/>
          <p:nvPr/>
        </p:nvSpPr>
        <p:spPr>
          <a:xfrm>
            <a:off x="411480" y="969264"/>
            <a:ext cx="319318"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10" name="文本框 409">
            <a:extLst>
              <a:ext uri="{FF2B5EF4-FFF2-40B4-BE49-F238E27FC236}">
                <a16:creationId xmlns:a16="http://schemas.microsoft.com/office/drawing/2014/main" id="{D8FA5F77-0B7E-5AD1-7316-46139AC3BD44}"/>
              </a:ext>
            </a:extLst>
          </p:cNvPr>
          <p:cNvSpPr txBox="1"/>
          <p:nvPr/>
        </p:nvSpPr>
        <p:spPr>
          <a:xfrm>
            <a:off x="2037202" y="953427"/>
            <a:ext cx="2272536" cy="400110"/>
          </a:xfrm>
          <a:prstGeom prst="rect">
            <a:avLst/>
          </a:prstGeom>
          <a:noFill/>
        </p:spPr>
        <p:txBody>
          <a:bodyPr wrap="square" rtlCol="0">
            <a:spAutoFit/>
          </a:bodyPr>
          <a:lstStyle/>
          <a:p>
            <a:r>
              <a:rPr kumimoji="1" lang="en" altLang="zh-CN" sz="2000" b="1" i="1"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b="1" i="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11" name="文本框 410">
            <a:extLst>
              <a:ext uri="{FF2B5EF4-FFF2-40B4-BE49-F238E27FC236}">
                <a16:creationId xmlns:a16="http://schemas.microsoft.com/office/drawing/2014/main" id="{E9F88938-16FE-1F3B-977B-3A7025934C9E}"/>
              </a:ext>
            </a:extLst>
          </p:cNvPr>
          <p:cNvSpPr txBox="1"/>
          <p:nvPr/>
        </p:nvSpPr>
        <p:spPr>
          <a:xfrm>
            <a:off x="755107" y="946688"/>
            <a:ext cx="1620078" cy="400110"/>
          </a:xfrm>
          <a:prstGeom prst="rect">
            <a:avLst/>
          </a:prstGeom>
          <a:noFill/>
        </p:spPr>
        <p:txBody>
          <a:bodyPr wrap="square">
            <a:spAutoFit/>
          </a:bodyPr>
          <a:lstStyle/>
          <a:p>
            <a:r>
              <a:rPr kumimoji="1" lang="en" altLang="zh-CN" sz="2000" b="1" i="1" dirty="0">
                <a:solidFill>
                  <a:srgbClr val="BB3023"/>
                </a:solidFill>
                <a:latin typeface="Alibaba PuHuiTi" pitchFamily="18" charset="-122"/>
                <a:ea typeface="Alibaba PuHuiTi" pitchFamily="18" charset="-122"/>
                <a:cs typeface="Alibaba PuHuiTi" pitchFamily="18" charset="-122"/>
              </a:rPr>
              <a:t>main title</a:t>
            </a:r>
            <a:endParaRPr lang="zh-CN" altLang="en-US" sz="2000" b="1" i="1" dirty="0">
              <a:solidFill>
                <a:srgbClr val="BB3023"/>
              </a:solidFill>
              <a:latin typeface="Alibaba PuHuiTi" pitchFamily="18" charset="-122"/>
              <a:ea typeface="Alibaba PuHuiTi" pitchFamily="18" charset="-122"/>
              <a:cs typeface="Alibaba PuHuiTi" pitchFamily="18" charset="-122"/>
            </a:endParaRPr>
          </a:p>
        </p:txBody>
      </p:sp>
      <p:sp>
        <p:nvSpPr>
          <p:cNvPr id="412" name="椭圆 411">
            <a:extLst>
              <a:ext uri="{FF2B5EF4-FFF2-40B4-BE49-F238E27FC236}">
                <a16:creationId xmlns:a16="http://schemas.microsoft.com/office/drawing/2014/main" id="{23E2A463-ECA5-89BE-7FFD-023572458224}"/>
              </a:ext>
            </a:extLst>
          </p:cNvPr>
          <p:cNvSpPr/>
          <p:nvPr/>
        </p:nvSpPr>
        <p:spPr>
          <a:xfrm>
            <a:off x="402336" y="2669893"/>
            <a:ext cx="347472" cy="34747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3" name="文本框 412">
            <a:extLst>
              <a:ext uri="{FF2B5EF4-FFF2-40B4-BE49-F238E27FC236}">
                <a16:creationId xmlns:a16="http://schemas.microsoft.com/office/drawing/2014/main" id="{86EC4CE2-52CD-D66F-0135-9BEBB93507BF}"/>
              </a:ext>
            </a:extLst>
          </p:cNvPr>
          <p:cNvSpPr txBox="1"/>
          <p:nvPr/>
        </p:nvSpPr>
        <p:spPr>
          <a:xfrm>
            <a:off x="411480" y="2660749"/>
            <a:ext cx="319318"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14" name="文本框 413">
            <a:extLst>
              <a:ext uri="{FF2B5EF4-FFF2-40B4-BE49-F238E27FC236}">
                <a16:creationId xmlns:a16="http://schemas.microsoft.com/office/drawing/2014/main" id="{B9A652A8-D6DD-9E50-E76A-954EAE3D57CA}"/>
              </a:ext>
            </a:extLst>
          </p:cNvPr>
          <p:cNvSpPr txBox="1"/>
          <p:nvPr/>
        </p:nvSpPr>
        <p:spPr>
          <a:xfrm>
            <a:off x="2037202" y="2644912"/>
            <a:ext cx="2272536" cy="400110"/>
          </a:xfrm>
          <a:prstGeom prst="rect">
            <a:avLst/>
          </a:prstGeom>
          <a:noFill/>
        </p:spPr>
        <p:txBody>
          <a:bodyPr wrap="square" rtlCol="0">
            <a:spAutoFit/>
          </a:bodyPr>
          <a:lstStyle/>
          <a:p>
            <a:r>
              <a:rPr kumimoji="1" lang="en" altLang="zh-CN" sz="2000" b="1" i="1"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b="1" i="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15" name="文本框 414">
            <a:extLst>
              <a:ext uri="{FF2B5EF4-FFF2-40B4-BE49-F238E27FC236}">
                <a16:creationId xmlns:a16="http://schemas.microsoft.com/office/drawing/2014/main" id="{130633F6-DBE8-8563-2846-0D9911117901}"/>
              </a:ext>
            </a:extLst>
          </p:cNvPr>
          <p:cNvSpPr txBox="1"/>
          <p:nvPr/>
        </p:nvSpPr>
        <p:spPr>
          <a:xfrm>
            <a:off x="755107" y="2638173"/>
            <a:ext cx="1620078" cy="400110"/>
          </a:xfrm>
          <a:prstGeom prst="rect">
            <a:avLst/>
          </a:prstGeom>
          <a:noFill/>
        </p:spPr>
        <p:txBody>
          <a:bodyPr wrap="square">
            <a:spAutoFit/>
          </a:bodyPr>
          <a:lstStyle/>
          <a:p>
            <a:r>
              <a:rPr kumimoji="1" lang="en" altLang="zh-CN" sz="2000" b="1" i="1" dirty="0">
                <a:solidFill>
                  <a:srgbClr val="BB3023"/>
                </a:solidFill>
                <a:latin typeface="Alibaba PuHuiTi" pitchFamily="18" charset="-122"/>
                <a:ea typeface="Alibaba PuHuiTi" pitchFamily="18" charset="-122"/>
                <a:cs typeface="Alibaba PuHuiTi" pitchFamily="18" charset="-122"/>
              </a:rPr>
              <a:t>main title</a:t>
            </a:r>
            <a:endParaRPr lang="zh-CN" altLang="en-US" sz="2000" b="1" i="1" dirty="0">
              <a:solidFill>
                <a:srgbClr val="BB3023"/>
              </a:solidFill>
              <a:latin typeface="Alibaba PuHuiTi" pitchFamily="18" charset="-122"/>
              <a:ea typeface="Alibaba PuHuiTi" pitchFamily="18" charset="-122"/>
              <a:cs typeface="Alibaba PuHuiTi" pitchFamily="18" charset="-122"/>
            </a:endParaRPr>
          </a:p>
        </p:txBody>
      </p:sp>
      <p:sp>
        <p:nvSpPr>
          <p:cNvPr id="416" name="三角形 415">
            <a:extLst>
              <a:ext uri="{FF2B5EF4-FFF2-40B4-BE49-F238E27FC236}">
                <a16:creationId xmlns:a16="http://schemas.microsoft.com/office/drawing/2014/main" id="{8EF4D547-7E4D-FA33-93B7-5DD4AA111931}"/>
              </a:ext>
            </a:extLst>
          </p:cNvPr>
          <p:cNvSpPr/>
          <p:nvPr/>
        </p:nvSpPr>
        <p:spPr>
          <a:xfrm rot="10800000">
            <a:off x="359875" y="3749998"/>
            <a:ext cx="1816242" cy="234857"/>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5" name="流程 434">
            <a:extLst>
              <a:ext uri="{FF2B5EF4-FFF2-40B4-BE49-F238E27FC236}">
                <a16:creationId xmlns:a16="http://schemas.microsoft.com/office/drawing/2014/main" id="{1976558E-A116-5F33-DDC1-FC5DB787D89B}"/>
              </a:ext>
            </a:extLst>
          </p:cNvPr>
          <p:cNvSpPr/>
          <p:nvPr/>
        </p:nvSpPr>
        <p:spPr>
          <a:xfrm>
            <a:off x="2292254" y="3230880"/>
            <a:ext cx="1829816" cy="518160"/>
          </a:xfrm>
          <a:prstGeom prst="flowChartProcess">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6" name="三角形 435">
            <a:extLst>
              <a:ext uri="{FF2B5EF4-FFF2-40B4-BE49-F238E27FC236}">
                <a16:creationId xmlns:a16="http://schemas.microsoft.com/office/drawing/2014/main" id="{DD275302-5528-F993-7AA7-BDE083CCEE5B}"/>
              </a:ext>
            </a:extLst>
          </p:cNvPr>
          <p:cNvSpPr/>
          <p:nvPr/>
        </p:nvSpPr>
        <p:spPr>
          <a:xfrm rot="10800000">
            <a:off x="2297545" y="3749998"/>
            <a:ext cx="1816242" cy="234857"/>
          </a:xfrm>
          <a:prstGeom prst="triangle">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7" name="流程 436">
            <a:extLst>
              <a:ext uri="{FF2B5EF4-FFF2-40B4-BE49-F238E27FC236}">
                <a16:creationId xmlns:a16="http://schemas.microsoft.com/office/drawing/2014/main" id="{F1B2DEF5-D085-EAC0-F52C-E8AC01453325}"/>
              </a:ext>
            </a:extLst>
          </p:cNvPr>
          <p:cNvSpPr/>
          <p:nvPr/>
        </p:nvSpPr>
        <p:spPr>
          <a:xfrm>
            <a:off x="4240168" y="3230880"/>
            <a:ext cx="1829816" cy="518160"/>
          </a:xfrm>
          <a:prstGeom prst="flowChartProcess">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8" name="三角形 437">
            <a:extLst>
              <a:ext uri="{FF2B5EF4-FFF2-40B4-BE49-F238E27FC236}">
                <a16:creationId xmlns:a16="http://schemas.microsoft.com/office/drawing/2014/main" id="{1AB9FD3C-CDB2-9719-64FB-0C6857E7BA7B}"/>
              </a:ext>
            </a:extLst>
          </p:cNvPr>
          <p:cNvSpPr/>
          <p:nvPr/>
        </p:nvSpPr>
        <p:spPr>
          <a:xfrm rot="10800000">
            <a:off x="4245459" y="3749998"/>
            <a:ext cx="1816242" cy="234857"/>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9" name="流程 438">
            <a:extLst>
              <a:ext uri="{FF2B5EF4-FFF2-40B4-BE49-F238E27FC236}">
                <a16:creationId xmlns:a16="http://schemas.microsoft.com/office/drawing/2014/main" id="{94906604-2F76-203F-9F8E-7EC36019A015}"/>
              </a:ext>
            </a:extLst>
          </p:cNvPr>
          <p:cNvSpPr/>
          <p:nvPr/>
        </p:nvSpPr>
        <p:spPr>
          <a:xfrm>
            <a:off x="6195432" y="3230880"/>
            <a:ext cx="1829816" cy="518160"/>
          </a:xfrm>
          <a:prstGeom prst="flowChartProcess">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0" name="三角形 439">
            <a:extLst>
              <a:ext uri="{FF2B5EF4-FFF2-40B4-BE49-F238E27FC236}">
                <a16:creationId xmlns:a16="http://schemas.microsoft.com/office/drawing/2014/main" id="{41820B5B-9F69-7F06-3080-C102E5232437}"/>
              </a:ext>
            </a:extLst>
          </p:cNvPr>
          <p:cNvSpPr/>
          <p:nvPr/>
        </p:nvSpPr>
        <p:spPr>
          <a:xfrm rot="10800000">
            <a:off x="6200723" y="3749998"/>
            <a:ext cx="1816242" cy="234857"/>
          </a:xfrm>
          <a:prstGeom prst="triangle">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1" name="流程 440">
            <a:extLst>
              <a:ext uri="{FF2B5EF4-FFF2-40B4-BE49-F238E27FC236}">
                <a16:creationId xmlns:a16="http://schemas.microsoft.com/office/drawing/2014/main" id="{E0D5B5A7-EF68-2F69-CC12-792A46F83F27}"/>
              </a:ext>
            </a:extLst>
          </p:cNvPr>
          <p:cNvSpPr/>
          <p:nvPr/>
        </p:nvSpPr>
        <p:spPr>
          <a:xfrm>
            <a:off x="8139648" y="3230880"/>
            <a:ext cx="1829816" cy="518160"/>
          </a:xfrm>
          <a:prstGeom prst="flowChartProcess">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2" name="三角形 441">
            <a:extLst>
              <a:ext uri="{FF2B5EF4-FFF2-40B4-BE49-F238E27FC236}">
                <a16:creationId xmlns:a16="http://schemas.microsoft.com/office/drawing/2014/main" id="{20725328-F137-3C7B-F147-3E116B2E0AB5}"/>
              </a:ext>
            </a:extLst>
          </p:cNvPr>
          <p:cNvSpPr/>
          <p:nvPr/>
        </p:nvSpPr>
        <p:spPr>
          <a:xfrm rot="10800000">
            <a:off x="8144939" y="3749998"/>
            <a:ext cx="1816242" cy="234857"/>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3" name="流程 442">
            <a:extLst>
              <a:ext uri="{FF2B5EF4-FFF2-40B4-BE49-F238E27FC236}">
                <a16:creationId xmlns:a16="http://schemas.microsoft.com/office/drawing/2014/main" id="{987FADD9-006D-65A5-B66E-4E2F6E738E55}"/>
              </a:ext>
            </a:extLst>
          </p:cNvPr>
          <p:cNvSpPr/>
          <p:nvPr/>
        </p:nvSpPr>
        <p:spPr>
          <a:xfrm>
            <a:off x="10083864" y="3230880"/>
            <a:ext cx="1829816" cy="518160"/>
          </a:xfrm>
          <a:prstGeom prst="flowChartProcess">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4" name="三角形 443">
            <a:extLst>
              <a:ext uri="{FF2B5EF4-FFF2-40B4-BE49-F238E27FC236}">
                <a16:creationId xmlns:a16="http://schemas.microsoft.com/office/drawing/2014/main" id="{D0A480CE-59D4-5678-499F-C72B31AEF41A}"/>
              </a:ext>
            </a:extLst>
          </p:cNvPr>
          <p:cNvSpPr/>
          <p:nvPr/>
        </p:nvSpPr>
        <p:spPr>
          <a:xfrm rot="10800000">
            <a:off x="10089155" y="3749998"/>
            <a:ext cx="1816242" cy="234857"/>
          </a:xfrm>
          <a:prstGeom prst="triangle">
            <a:avLst/>
          </a:prstGeom>
          <a:solidFill>
            <a:srgbClr val="32568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0" name="任意形状 449">
            <a:extLst>
              <a:ext uri="{FF2B5EF4-FFF2-40B4-BE49-F238E27FC236}">
                <a16:creationId xmlns:a16="http://schemas.microsoft.com/office/drawing/2014/main" id="{464CE87E-8FB7-55F1-7880-76003739FC6F}"/>
              </a:ext>
            </a:extLst>
          </p:cNvPr>
          <p:cNvSpPr/>
          <p:nvPr/>
        </p:nvSpPr>
        <p:spPr>
          <a:xfrm>
            <a:off x="354584" y="3883194"/>
            <a:ext cx="1829816" cy="2738100"/>
          </a:xfrm>
          <a:custGeom>
            <a:avLst/>
            <a:gdLst>
              <a:gd name="connsiteX0" fmla="*/ 0 w 1829816"/>
              <a:gd name="connsiteY0" fmla="*/ 0 h 2738100"/>
              <a:gd name="connsiteX1" fmla="*/ 254 w 1829816"/>
              <a:gd name="connsiteY1" fmla="*/ 0 h 2738100"/>
              <a:gd name="connsiteX2" fmla="*/ 910653 w 1829816"/>
              <a:gd name="connsiteY2" fmla="*/ 232618 h 2738100"/>
              <a:gd name="connsiteX3" fmla="*/ 1821052 w 1829816"/>
              <a:gd name="connsiteY3" fmla="*/ 0 h 2738100"/>
              <a:gd name="connsiteX4" fmla="*/ 1829816 w 1829816"/>
              <a:gd name="connsiteY4" fmla="*/ 0 h 2738100"/>
              <a:gd name="connsiteX5" fmla="*/ 1829816 w 1829816"/>
              <a:gd name="connsiteY5" fmla="*/ 2738100 h 2738100"/>
              <a:gd name="connsiteX6" fmla="*/ 0 w 1829816"/>
              <a:gd name="connsiteY6" fmla="*/ 2738100 h 27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9816" h="2738100">
                <a:moveTo>
                  <a:pt x="0" y="0"/>
                </a:moveTo>
                <a:lnTo>
                  <a:pt x="254" y="0"/>
                </a:lnTo>
                <a:lnTo>
                  <a:pt x="910653" y="232618"/>
                </a:lnTo>
                <a:lnTo>
                  <a:pt x="1821052" y="0"/>
                </a:lnTo>
                <a:lnTo>
                  <a:pt x="1829816" y="0"/>
                </a:lnTo>
                <a:lnTo>
                  <a:pt x="1829816" y="2738100"/>
                </a:lnTo>
                <a:lnTo>
                  <a:pt x="0" y="2738100"/>
                </a:ln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451" name="任意形状 450">
            <a:extLst>
              <a:ext uri="{FF2B5EF4-FFF2-40B4-BE49-F238E27FC236}">
                <a16:creationId xmlns:a16="http://schemas.microsoft.com/office/drawing/2014/main" id="{405EFE75-DA41-AD60-A951-9BC7A473940D}"/>
              </a:ext>
            </a:extLst>
          </p:cNvPr>
          <p:cNvSpPr/>
          <p:nvPr/>
        </p:nvSpPr>
        <p:spPr>
          <a:xfrm>
            <a:off x="2287814" y="3883194"/>
            <a:ext cx="1829816" cy="2738100"/>
          </a:xfrm>
          <a:custGeom>
            <a:avLst/>
            <a:gdLst>
              <a:gd name="connsiteX0" fmla="*/ 0 w 1829816"/>
              <a:gd name="connsiteY0" fmla="*/ 0 h 2738100"/>
              <a:gd name="connsiteX1" fmla="*/ 254 w 1829816"/>
              <a:gd name="connsiteY1" fmla="*/ 0 h 2738100"/>
              <a:gd name="connsiteX2" fmla="*/ 910653 w 1829816"/>
              <a:gd name="connsiteY2" fmla="*/ 232618 h 2738100"/>
              <a:gd name="connsiteX3" fmla="*/ 1821052 w 1829816"/>
              <a:gd name="connsiteY3" fmla="*/ 0 h 2738100"/>
              <a:gd name="connsiteX4" fmla="*/ 1829816 w 1829816"/>
              <a:gd name="connsiteY4" fmla="*/ 0 h 2738100"/>
              <a:gd name="connsiteX5" fmla="*/ 1829816 w 1829816"/>
              <a:gd name="connsiteY5" fmla="*/ 2738100 h 2738100"/>
              <a:gd name="connsiteX6" fmla="*/ 0 w 1829816"/>
              <a:gd name="connsiteY6" fmla="*/ 2738100 h 27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9816" h="2738100">
                <a:moveTo>
                  <a:pt x="0" y="0"/>
                </a:moveTo>
                <a:lnTo>
                  <a:pt x="254" y="0"/>
                </a:lnTo>
                <a:lnTo>
                  <a:pt x="910653" y="232618"/>
                </a:lnTo>
                <a:lnTo>
                  <a:pt x="1821052" y="0"/>
                </a:lnTo>
                <a:lnTo>
                  <a:pt x="1829816" y="0"/>
                </a:lnTo>
                <a:lnTo>
                  <a:pt x="1829816" y="2738100"/>
                </a:lnTo>
                <a:lnTo>
                  <a:pt x="0" y="2738100"/>
                </a:ln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452" name="任意形状 451">
            <a:extLst>
              <a:ext uri="{FF2B5EF4-FFF2-40B4-BE49-F238E27FC236}">
                <a16:creationId xmlns:a16="http://schemas.microsoft.com/office/drawing/2014/main" id="{B7F21636-AE76-691F-5A84-0938A24F990E}"/>
              </a:ext>
            </a:extLst>
          </p:cNvPr>
          <p:cNvSpPr/>
          <p:nvPr/>
        </p:nvSpPr>
        <p:spPr>
          <a:xfrm>
            <a:off x="4223792" y="3883194"/>
            <a:ext cx="1829816" cy="2738100"/>
          </a:xfrm>
          <a:custGeom>
            <a:avLst/>
            <a:gdLst>
              <a:gd name="connsiteX0" fmla="*/ 0 w 1829816"/>
              <a:gd name="connsiteY0" fmla="*/ 0 h 2738100"/>
              <a:gd name="connsiteX1" fmla="*/ 254 w 1829816"/>
              <a:gd name="connsiteY1" fmla="*/ 0 h 2738100"/>
              <a:gd name="connsiteX2" fmla="*/ 910653 w 1829816"/>
              <a:gd name="connsiteY2" fmla="*/ 232618 h 2738100"/>
              <a:gd name="connsiteX3" fmla="*/ 1821052 w 1829816"/>
              <a:gd name="connsiteY3" fmla="*/ 0 h 2738100"/>
              <a:gd name="connsiteX4" fmla="*/ 1829816 w 1829816"/>
              <a:gd name="connsiteY4" fmla="*/ 0 h 2738100"/>
              <a:gd name="connsiteX5" fmla="*/ 1829816 w 1829816"/>
              <a:gd name="connsiteY5" fmla="*/ 2738100 h 2738100"/>
              <a:gd name="connsiteX6" fmla="*/ 0 w 1829816"/>
              <a:gd name="connsiteY6" fmla="*/ 2738100 h 27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9816" h="2738100">
                <a:moveTo>
                  <a:pt x="0" y="0"/>
                </a:moveTo>
                <a:lnTo>
                  <a:pt x="254" y="0"/>
                </a:lnTo>
                <a:lnTo>
                  <a:pt x="910653" y="232618"/>
                </a:lnTo>
                <a:lnTo>
                  <a:pt x="1821052" y="0"/>
                </a:lnTo>
                <a:lnTo>
                  <a:pt x="1829816" y="0"/>
                </a:lnTo>
                <a:lnTo>
                  <a:pt x="1829816" y="2738100"/>
                </a:lnTo>
                <a:lnTo>
                  <a:pt x="0" y="2738100"/>
                </a:ln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453" name="任意形状 452">
            <a:extLst>
              <a:ext uri="{FF2B5EF4-FFF2-40B4-BE49-F238E27FC236}">
                <a16:creationId xmlns:a16="http://schemas.microsoft.com/office/drawing/2014/main" id="{E752AE62-51E7-28FE-E449-01BDB5BABBEF}"/>
              </a:ext>
            </a:extLst>
          </p:cNvPr>
          <p:cNvSpPr/>
          <p:nvPr/>
        </p:nvSpPr>
        <p:spPr>
          <a:xfrm>
            <a:off x="6184484" y="3883194"/>
            <a:ext cx="1829816" cy="2738100"/>
          </a:xfrm>
          <a:custGeom>
            <a:avLst/>
            <a:gdLst>
              <a:gd name="connsiteX0" fmla="*/ 0 w 1829816"/>
              <a:gd name="connsiteY0" fmla="*/ 0 h 2738100"/>
              <a:gd name="connsiteX1" fmla="*/ 254 w 1829816"/>
              <a:gd name="connsiteY1" fmla="*/ 0 h 2738100"/>
              <a:gd name="connsiteX2" fmla="*/ 910653 w 1829816"/>
              <a:gd name="connsiteY2" fmla="*/ 232618 h 2738100"/>
              <a:gd name="connsiteX3" fmla="*/ 1821052 w 1829816"/>
              <a:gd name="connsiteY3" fmla="*/ 0 h 2738100"/>
              <a:gd name="connsiteX4" fmla="*/ 1829816 w 1829816"/>
              <a:gd name="connsiteY4" fmla="*/ 0 h 2738100"/>
              <a:gd name="connsiteX5" fmla="*/ 1829816 w 1829816"/>
              <a:gd name="connsiteY5" fmla="*/ 2738100 h 2738100"/>
              <a:gd name="connsiteX6" fmla="*/ 0 w 1829816"/>
              <a:gd name="connsiteY6" fmla="*/ 2738100 h 27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9816" h="2738100">
                <a:moveTo>
                  <a:pt x="0" y="0"/>
                </a:moveTo>
                <a:lnTo>
                  <a:pt x="254" y="0"/>
                </a:lnTo>
                <a:lnTo>
                  <a:pt x="910653" y="232618"/>
                </a:lnTo>
                <a:lnTo>
                  <a:pt x="1821052" y="0"/>
                </a:lnTo>
                <a:lnTo>
                  <a:pt x="1829816" y="0"/>
                </a:lnTo>
                <a:lnTo>
                  <a:pt x="1829816" y="2738100"/>
                </a:lnTo>
                <a:lnTo>
                  <a:pt x="0" y="2738100"/>
                </a:ln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454" name="任意形状 453">
            <a:extLst>
              <a:ext uri="{FF2B5EF4-FFF2-40B4-BE49-F238E27FC236}">
                <a16:creationId xmlns:a16="http://schemas.microsoft.com/office/drawing/2014/main" id="{4D2AC24F-325D-8D06-1699-557D44AE94B3}"/>
              </a:ext>
            </a:extLst>
          </p:cNvPr>
          <p:cNvSpPr/>
          <p:nvPr/>
        </p:nvSpPr>
        <p:spPr>
          <a:xfrm>
            <a:off x="8159518" y="3883194"/>
            <a:ext cx="1829816" cy="2738100"/>
          </a:xfrm>
          <a:custGeom>
            <a:avLst/>
            <a:gdLst>
              <a:gd name="connsiteX0" fmla="*/ 0 w 1829816"/>
              <a:gd name="connsiteY0" fmla="*/ 0 h 2738100"/>
              <a:gd name="connsiteX1" fmla="*/ 254 w 1829816"/>
              <a:gd name="connsiteY1" fmla="*/ 0 h 2738100"/>
              <a:gd name="connsiteX2" fmla="*/ 910653 w 1829816"/>
              <a:gd name="connsiteY2" fmla="*/ 232618 h 2738100"/>
              <a:gd name="connsiteX3" fmla="*/ 1821052 w 1829816"/>
              <a:gd name="connsiteY3" fmla="*/ 0 h 2738100"/>
              <a:gd name="connsiteX4" fmla="*/ 1829816 w 1829816"/>
              <a:gd name="connsiteY4" fmla="*/ 0 h 2738100"/>
              <a:gd name="connsiteX5" fmla="*/ 1829816 w 1829816"/>
              <a:gd name="connsiteY5" fmla="*/ 2738100 h 2738100"/>
              <a:gd name="connsiteX6" fmla="*/ 0 w 1829816"/>
              <a:gd name="connsiteY6" fmla="*/ 2738100 h 27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9816" h="2738100">
                <a:moveTo>
                  <a:pt x="0" y="0"/>
                </a:moveTo>
                <a:lnTo>
                  <a:pt x="254" y="0"/>
                </a:lnTo>
                <a:lnTo>
                  <a:pt x="910653" y="232618"/>
                </a:lnTo>
                <a:lnTo>
                  <a:pt x="1821052" y="0"/>
                </a:lnTo>
                <a:lnTo>
                  <a:pt x="1829816" y="0"/>
                </a:lnTo>
                <a:lnTo>
                  <a:pt x="1829816" y="2738100"/>
                </a:lnTo>
                <a:lnTo>
                  <a:pt x="0" y="2738100"/>
                </a:ln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455" name="任意形状 454">
            <a:extLst>
              <a:ext uri="{FF2B5EF4-FFF2-40B4-BE49-F238E27FC236}">
                <a16:creationId xmlns:a16="http://schemas.microsoft.com/office/drawing/2014/main" id="{4E6B1044-6B01-FDEA-D72D-E8979624FD9C}"/>
              </a:ext>
            </a:extLst>
          </p:cNvPr>
          <p:cNvSpPr/>
          <p:nvPr/>
        </p:nvSpPr>
        <p:spPr>
          <a:xfrm>
            <a:off x="10097630" y="3883194"/>
            <a:ext cx="1829816" cy="2738100"/>
          </a:xfrm>
          <a:custGeom>
            <a:avLst/>
            <a:gdLst>
              <a:gd name="connsiteX0" fmla="*/ 0 w 1829816"/>
              <a:gd name="connsiteY0" fmla="*/ 0 h 2738100"/>
              <a:gd name="connsiteX1" fmla="*/ 254 w 1829816"/>
              <a:gd name="connsiteY1" fmla="*/ 0 h 2738100"/>
              <a:gd name="connsiteX2" fmla="*/ 910653 w 1829816"/>
              <a:gd name="connsiteY2" fmla="*/ 232618 h 2738100"/>
              <a:gd name="connsiteX3" fmla="*/ 1821052 w 1829816"/>
              <a:gd name="connsiteY3" fmla="*/ 0 h 2738100"/>
              <a:gd name="connsiteX4" fmla="*/ 1829816 w 1829816"/>
              <a:gd name="connsiteY4" fmla="*/ 0 h 2738100"/>
              <a:gd name="connsiteX5" fmla="*/ 1829816 w 1829816"/>
              <a:gd name="connsiteY5" fmla="*/ 2738100 h 2738100"/>
              <a:gd name="connsiteX6" fmla="*/ 0 w 1829816"/>
              <a:gd name="connsiteY6" fmla="*/ 2738100 h 27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9816" h="2738100">
                <a:moveTo>
                  <a:pt x="0" y="0"/>
                </a:moveTo>
                <a:lnTo>
                  <a:pt x="254" y="0"/>
                </a:lnTo>
                <a:lnTo>
                  <a:pt x="910653" y="232618"/>
                </a:lnTo>
                <a:lnTo>
                  <a:pt x="1821052" y="0"/>
                </a:lnTo>
                <a:lnTo>
                  <a:pt x="1829816" y="0"/>
                </a:lnTo>
                <a:lnTo>
                  <a:pt x="1829816" y="2738100"/>
                </a:lnTo>
                <a:lnTo>
                  <a:pt x="0" y="2738100"/>
                </a:ln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457" name="文本框 456">
            <a:extLst>
              <a:ext uri="{FF2B5EF4-FFF2-40B4-BE49-F238E27FC236}">
                <a16:creationId xmlns:a16="http://schemas.microsoft.com/office/drawing/2014/main" id="{43B93071-1CE9-90A5-CB68-70463029DEC1}"/>
              </a:ext>
            </a:extLst>
          </p:cNvPr>
          <p:cNvSpPr txBox="1"/>
          <p:nvPr/>
        </p:nvSpPr>
        <p:spPr>
          <a:xfrm>
            <a:off x="648863" y="3335653"/>
            <a:ext cx="1196413" cy="430887"/>
          </a:xfrm>
          <a:prstGeom prst="rect">
            <a:avLst/>
          </a:prstGeom>
          <a:noFill/>
        </p:spPr>
        <p:txBody>
          <a:bodyPr wrap="square" rtlCol="0">
            <a:spAutoFit/>
          </a:bodyPr>
          <a:lstStyle/>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8" name="文本框 457">
            <a:extLst>
              <a:ext uri="{FF2B5EF4-FFF2-40B4-BE49-F238E27FC236}">
                <a16:creationId xmlns:a16="http://schemas.microsoft.com/office/drawing/2014/main" id="{34CC1309-8911-6E56-274A-7B77008B1CA2}"/>
              </a:ext>
            </a:extLst>
          </p:cNvPr>
          <p:cNvSpPr txBox="1"/>
          <p:nvPr/>
        </p:nvSpPr>
        <p:spPr>
          <a:xfrm>
            <a:off x="2567608" y="3335653"/>
            <a:ext cx="1196413" cy="430887"/>
          </a:xfrm>
          <a:prstGeom prst="rect">
            <a:avLst/>
          </a:prstGeom>
          <a:noFill/>
        </p:spPr>
        <p:txBody>
          <a:bodyPr wrap="square" rtlCol="0">
            <a:spAutoFit/>
          </a:bodyPr>
          <a:lstStyle/>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9" name="文本框 458">
            <a:extLst>
              <a:ext uri="{FF2B5EF4-FFF2-40B4-BE49-F238E27FC236}">
                <a16:creationId xmlns:a16="http://schemas.microsoft.com/office/drawing/2014/main" id="{CB4DF6F4-6C01-374F-3353-3AE5660FD73D}"/>
              </a:ext>
            </a:extLst>
          </p:cNvPr>
          <p:cNvSpPr txBox="1"/>
          <p:nvPr/>
        </p:nvSpPr>
        <p:spPr>
          <a:xfrm>
            <a:off x="4517929" y="3335653"/>
            <a:ext cx="1196413" cy="430887"/>
          </a:xfrm>
          <a:prstGeom prst="rect">
            <a:avLst/>
          </a:prstGeom>
          <a:noFill/>
        </p:spPr>
        <p:txBody>
          <a:bodyPr wrap="square" rtlCol="0">
            <a:spAutoFit/>
          </a:bodyPr>
          <a:lstStyle/>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0" name="文本框 459">
            <a:extLst>
              <a:ext uri="{FF2B5EF4-FFF2-40B4-BE49-F238E27FC236}">
                <a16:creationId xmlns:a16="http://schemas.microsoft.com/office/drawing/2014/main" id="{23EC8EC3-861B-55F0-234D-FF91703E3280}"/>
              </a:ext>
            </a:extLst>
          </p:cNvPr>
          <p:cNvSpPr txBox="1"/>
          <p:nvPr/>
        </p:nvSpPr>
        <p:spPr>
          <a:xfrm>
            <a:off x="6456040" y="3335653"/>
            <a:ext cx="1196413" cy="430887"/>
          </a:xfrm>
          <a:prstGeom prst="rect">
            <a:avLst/>
          </a:prstGeom>
          <a:noFill/>
        </p:spPr>
        <p:txBody>
          <a:bodyPr wrap="square" rtlCol="0">
            <a:spAutoFit/>
          </a:bodyPr>
          <a:lstStyle/>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1" name="文本框 460">
            <a:extLst>
              <a:ext uri="{FF2B5EF4-FFF2-40B4-BE49-F238E27FC236}">
                <a16:creationId xmlns:a16="http://schemas.microsoft.com/office/drawing/2014/main" id="{7E17C028-0FF0-0C78-34E0-92B74F4F255D}"/>
              </a:ext>
            </a:extLst>
          </p:cNvPr>
          <p:cNvSpPr txBox="1"/>
          <p:nvPr/>
        </p:nvSpPr>
        <p:spPr>
          <a:xfrm>
            <a:off x="8472264" y="3335653"/>
            <a:ext cx="1196413" cy="430887"/>
          </a:xfrm>
          <a:prstGeom prst="rect">
            <a:avLst/>
          </a:prstGeom>
          <a:noFill/>
        </p:spPr>
        <p:txBody>
          <a:bodyPr wrap="square" rtlCol="0">
            <a:spAutoFit/>
          </a:bodyPr>
          <a:lstStyle/>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2" name="文本框 461">
            <a:extLst>
              <a:ext uri="{FF2B5EF4-FFF2-40B4-BE49-F238E27FC236}">
                <a16:creationId xmlns:a16="http://schemas.microsoft.com/office/drawing/2014/main" id="{041DF50D-1157-F1A8-4AA2-D3F82591D2DC}"/>
              </a:ext>
            </a:extLst>
          </p:cNvPr>
          <p:cNvSpPr txBox="1"/>
          <p:nvPr/>
        </p:nvSpPr>
        <p:spPr>
          <a:xfrm>
            <a:off x="10416480" y="3335653"/>
            <a:ext cx="1196413" cy="430887"/>
          </a:xfrm>
          <a:prstGeom prst="rect">
            <a:avLst/>
          </a:prstGeom>
          <a:noFill/>
        </p:spPr>
        <p:txBody>
          <a:bodyPr wrap="square" rtlCol="0">
            <a:spAutoFit/>
          </a:bodyPr>
          <a:lstStyle/>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3" name="文本框 462">
            <a:extLst>
              <a:ext uri="{FF2B5EF4-FFF2-40B4-BE49-F238E27FC236}">
                <a16:creationId xmlns:a16="http://schemas.microsoft.com/office/drawing/2014/main" id="{4EBC404C-17FD-2DB1-045D-719F86C116B4}"/>
              </a:ext>
            </a:extLst>
          </p:cNvPr>
          <p:cNvSpPr txBox="1"/>
          <p:nvPr/>
        </p:nvSpPr>
        <p:spPr>
          <a:xfrm>
            <a:off x="381063" y="4217743"/>
            <a:ext cx="1785490" cy="2308324"/>
          </a:xfrm>
          <a:prstGeom prst="rect">
            <a:avLst/>
          </a:prstGeom>
          <a:noFill/>
        </p:spPr>
        <p:txBody>
          <a:bodyPr wrap="square" rtlCol="0">
            <a:spAutoFit/>
          </a:bodyPr>
          <a:lstStyle/>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4" name="文本框 463">
            <a:extLst>
              <a:ext uri="{FF2B5EF4-FFF2-40B4-BE49-F238E27FC236}">
                <a16:creationId xmlns:a16="http://schemas.microsoft.com/office/drawing/2014/main" id="{9562BB6C-C3BF-F406-9905-B274D559C69C}"/>
              </a:ext>
            </a:extLst>
          </p:cNvPr>
          <p:cNvSpPr txBox="1"/>
          <p:nvPr/>
        </p:nvSpPr>
        <p:spPr>
          <a:xfrm>
            <a:off x="2279576" y="4217743"/>
            <a:ext cx="1785490" cy="1061829"/>
          </a:xfrm>
          <a:prstGeom prst="rect">
            <a:avLst/>
          </a:prstGeom>
          <a:noFill/>
        </p:spPr>
        <p:txBody>
          <a:bodyPr wrap="square" rtlCol="0">
            <a:spAutoFit/>
          </a:bodyPr>
          <a:lstStyle/>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285750" indent="-2857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6" name="文本框 465">
            <a:extLst>
              <a:ext uri="{FF2B5EF4-FFF2-40B4-BE49-F238E27FC236}">
                <a16:creationId xmlns:a16="http://schemas.microsoft.com/office/drawing/2014/main" id="{E017009F-8B7B-082F-9524-B4B640968FBE}"/>
              </a:ext>
            </a:extLst>
          </p:cNvPr>
          <p:cNvSpPr txBox="1"/>
          <p:nvPr/>
        </p:nvSpPr>
        <p:spPr>
          <a:xfrm>
            <a:off x="4229898" y="4217743"/>
            <a:ext cx="1785490" cy="2308324"/>
          </a:xfrm>
          <a:prstGeom prst="rect">
            <a:avLst/>
          </a:prstGeom>
          <a:noFill/>
        </p:spPr>
        <p:txBody>
          <a:bodyPr wrap="square" rtlCol="0">
            <a:spAutoFit/>
          </a:bodyPr>
          <a:lstStyle/>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7" name="文本框 466">
            <a:extLst>
              <a:ext uri="{FF2B5EF4-FFF2-40B4-BE49-F238E27FC236}">
                <a16:creationId xmlns:a16="http://schemas.microsoft.com/office/drawing/2014/main" id="{EC6BFD8F-418F-2B89-070C-21E08C06618F}"/>
              </a:ext>
            </a:extLst>
          </p:cNvPr>
          <p:cNvSpPr txBox="1"/>
          <p:nvPr/>
        </p:nvSpPr>
        <p:spPr>
          <a:xfrm>
            <a:off x="6168008" y="4217743"/>
            <a:ext cx="1785490" cy="1892826"/>
          </a:xfrm>
          <a:prstGeom prst="rect">
            <a:avLst/>
          </a:prstGeom>
          <a:noFill/>
        </p:spPr>
        <p:txBody>
          <a:bodyPr wrap="square" rtlCol="0">
            <a:spAutoFit/>
          </a:bodyPr>
          <a:lstStyle/>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8" name="文本框 467">
            <a:extLst>
              <a:ext uri="{FF2B5EF4-FFF2-40B4-BE49-F238E27FC236}">
                <a16:creationId xmlns:a16="http://schemas.microsoft.com/office/drawing/2014/main" id="{7C942A2E-744C-DEEE-1AB6-A267BEFD9A6E}"/>
              </a:ext>
            </a:extLst>
          </p:cNvPr>
          <p:cNvSpPr txBox="1"/>
          <p:nvPr/>
        </p:nvSpPr>
        <p:spPr>
          <a:xfrm>
            <a:off x="8184232" y="4217743"/>
            <a:ext cx="1785490" cy="784830"/>
          </a:xfrm>
          <a:prstGeom prst="rect">
            <a:avLst/>
          </a:prstGeom>
          <a:noFill/>
        </p:spPr>
        <p:txBody>
          <a:bodyPr wrap="square" rtlCol="0">
            <a:spAutoFit/>
          </a:bodyPr>
          <a:lstStyle/>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9" name="文本框 468">
            <a:extLst>
              <a:ext uri="{FF2B5EF4-FFF2-40B4-BE49-F238E27FC236}">
                <a16:creationId xmlns:a16="http://schemas.microsoft.com/office/drawing/2014/main" id="{B6353CDF-6C10-5E10-AAA9-F37BDFC4D4C1}"/>
              </a:ext>
            </a:extLst>
          </p:cNvPr>
          <p:cNvSpPr txBox="1"/>
          <p:nvPr/>
        </p:nvSpPr>
        <p:spPr>
          <a:xfrm>
            <a:off x="10128448" y="4217743"/>
            <a:ext cx="1785490" cy="1892826"/>
          </a:xfrm>
          <a:prstGeom prst="rect">
            <a:avLst/>
          </a:prstGeom>
          <a:noFill/>
        </p:spPr>
        <p:txBody>
          <a:bodyPr wrap="square" rtlCol="0">
            <a:spAutoFit/>
          </a:bodyPr>
          <a:lstStyle/>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285750" indent="-2857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10042390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605CDDBA-2AEB-2C64-FE7D-CF310ECB982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65AEF2AD-DA4D-9AAA-0E75-BB13CCBAD405}"/>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5A166D60-60E9-0F6A-13E0-BE89C48A1816}"/>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9F617D43-A78C-9CC9-087C-B5A563102BA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EFBCA87A-8BBF-23AD-9F69-D0B1E3BD3CA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3283DB8A-FC35-7BBF-0D9A-CE3003F846B5}"/>
              </a:ext>
            </a:extLst>
          </p:cNvPr>
          <p:cNvGrpSpPr/>
          <p:nvPr/>
        </p:nvGrpSpPr>
        <p:grpSpPr>
          <a:xfrm>
            <a:off x="2323294" y="287981"/>
            <a:ext cx="356205" cy="355288"/>
            <a:chOff x="416151" y="286059"/>
            <a:chExt cx="356205" cy="355288"/>
          </a:xfrm>
        </p:grpSpPr>
        <p:sp>
          <p:nvSpPr>
            <p:cNvPr id="8" name="Google Shape;7166;p80">
              <a:extLst>
                <a:ext uri="{FF2B5EF4-FFF2-40B4-BE49-F238E27FC236}">
                  <a16:creationId xmlns:a16="http://schemas.microsoft.com/office/drawing/2014/main" id="{64D3757A-444E-8648-CB20-43900346C2C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9" name="Google Shape;7167;p80">
              <a:extLst>
                <a:ext uri="{FF2B5EF4-FFF2-40B4-BE49-F238E27FC236}">
                  <a16:creationId xmlns:a16="http://schemas.microsoft.com/office/drawing/2014/main" id="{15D99954-31FA-BA89-3003-D7D22A97FB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10" name="Google Shape;7168;p80">
              <a:extLst>
                <a:ext uri="{FF2B5EF4-FFF2-40B4-BE49-F238E27FC236}">
                  <a16:creationId xmlns:a16="http://schemas.microsoft.com/office/drawing/2014/main" id="{D2DE7C29-F5D1-2A71-62B9-6D00AF4D918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sp>
          <p:nvSpPr>
            <p:cNvPr id="11" name="Google Shape;7169;p80">
              <a:extLst>
                <a:ext uri="{FF2B5EF4-FFF2-40B4-BE49-F238E27FC236}">
                  <a16:creationId xmlns:a16="http://schemas.microsoft.com/office/drawing/2014/main" id="{B47FD539-2DB4-3A3A-1818-D023911BAF5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1E344D"/>
                </a:solidFill>
              </a:endParaRPr>
            </a:p>
          </p:txBody>
        </p:sp>
      </p:grpSp>
      <p:grpSp>
        <p:nvGrpSpPr>
          <p:cNvPr id="24" name="组合 23">
            <a:extLst>
              <a:ext uri="{FF2B5EF4-FFF2-40B4-BE49-F238E27FC236}">
                <a16:creationId xmlns:a16="http://schemas.microsoft.com/office/drawing/2014/main" id="{A020E3D0-50D1-5FBD-D9BF-85442E65F311}"/>
              </a:ext>
            </a:extLst>
          </p:cNvPr>
          <p:cNvGrpSpPr/>
          <p:nvPr/>
        </p:nvGrpSpPr>
        <p:grpSpPr>
          <a:xfrm>
            <a:off x="497710" y="2915827"/>
            <a:ext cx="5287259" cy="3527007"/>
            <a:chOff x="497710" y="3388934"/>
            <a:chExt cx="4289455" cy="2861395"/>
          </a:xfrm>
        </p:grpSpPr>
        <p:sp>
          <p:nvSpPr>
            <p:cNvPr id="23" name="椭圆 22">
              <a:extLst>
                <a:ext uri="{FF2B5EF4-FFF2-40B4-BE49-F238E27FC236}">
                  <a16:creationId xmlns:a16="http://schemas.microsoft.com/office/drawing/2014/main" id="{2E799B11-00F9-5DB7-E822-ACE719E90915}"/>
                </a:ext>
              </a:extLst>
            </p:cNvPr>
            <p:cNvSpPr/>
            <p:nvPr/>
          </p:nvSpPr>
          <p:spPr>
            <a:xfrm>
              <a:off x="1925770" y="3388934"/>
              <a:ext cx="2861395" cy="2861395"/>
            </a:xfrm>
            <a:prstGeom prst="ellipse">
              <a:avLst/>
            </a:prstGeom>
            <a:solidFill>
              <a:srgbClr val="BB3023"/>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8" name="椭圆 17">
              <a:extLst>
                <a:ext uri="{FF2B5EF4-FFF2-40B4-BE49-F238E27FC236}">
                  <a16:creationId xmlns:a16="http://schemas.microsoft.com/office/drawing/2014/main" id="{1350931E-0B3E-FDDF-6663-8331799F591E}"/>
                </a:ext>
              </a:extLst>
            </p:cNvPr>
            <p:cNvSpPr/>
            <p:nvPr/>
          </p:nvSpPr>
          <p:spPr>
            <a:xfrm>
              <a:off x="1153157" y="4220448"/>
              <a:ext cx="2029881" cy="2029881"/>
            </a:xfrm>
            <a:prstGeom prst="ellipse">
              <a:avLst/>
            </a:prstGeom>
            <a:solidFill>
              <a:srgbClr val="FF3700"/>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3" name="椭圆 12">
              <a:extLst>
                <a:ext uri="{FF2B5EF4-FFF2-40B4-BE49-F238E27FC236}">
                  <a16:creationId xmlns:a16="http://schemas.microsoft.com/office/drawing/2014/main" id="{AB1EF3F3-6744-D39C-8AEC-BFEE406024E5}"/>
                </a:ext>
              </a:extLst>
            </p:cNvPr>
            <p:cNvSpPr/>
            <p:nvPr/>
          </p:nvSpPr>
          <p:spPr>
            <a:xfrm>
              <a:off x="497710" y="5046562"/>
              <a:ext cx="1203767" cy="1203767"/>
            </a:xfrm>
            <a:prstGeom prst="ellipse">
              <a:avLst/>
            </a:prstGeom>
            <a:solidFill>
              <a:srgbClr val="FF6E00"/>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grpSp>
      <p:cxnSp>
        <p:nvCxnSpPr>
          <p:cNvPr id="29" name="直线连接符 28">
            <a:extLst>
              <a:ext uri="{FF2B5EF4-FFF2-40B4-BE49-F238E27FC236}">
                <a16:creationId xmlns:a16="http://schemas.microsoft.com/office/drawing/2014/main" id="{DB4A3246-9F56-3144-A3D3-B38D04F1C41E}"/>
              </a:ext>
            </a:extLst>
          </p:cNvPr>
          <p:cNvCxnSpPr/>
          <p:nvPr/>
        </p:nvCxnSpPr>
        <p:spPr>
          <a:xfrm>
            <a:off x="4035287" y="2935705"/>
            <a:ext cx="4273826"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0" name="直线连接符 29">
            <a:extLst>
              <a:ext uri="{FF2B5EF4-FFF2-40B4-BE49-F238E27FC236}">
                <a16:creationId xmlns:a16="http://schemas.microsoft.com/office/drawing/2014/main" id="{4D5E740B-2BAE-11C4-0A6D-D65A49288C35}"/>
              </a:ext>
            </a:extLst>
          </p:cNvPr>
          <p:cNvCxnSpPr>
            <a:cxnSpLocks/>
          </p:cNvCxnSpPr>
          <p:nvPr/>
        </p:nvCxnSpPr>
        <p:spPr>
          <a:xfrm>
            <a:off x="2581055" y="3926271"/>
            <a:ext cx="5801140"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2" name="直线连接符 31">
            <a:extLst>
              <a:ext uri="{FF2B5EF4-FFF2-40B4-BE49-F238E27FC236}">
                <a16:creationId xmlns:a16="http://schemas.microsoft.com/office/drawing/2014/main" id="{D2735F93-6183-7CAA-C8D5-060CFA25AC65}"/>
              </a:ext>
            </a:extLst>
          </p:cNvPr>
          <p:cNvCxnSpPr>
            <a:cxnSpLocks/>
          </p:cNvCxnSpPr>
          <p:nvPr/>
        </p:nvCxnSpPr>
        <p:spPr>
          <a:xfrm>
            <a:off x="1295071" y="4945730"/>
            <a:ext cx="7057527"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527E2486-BA18-78F6-9867-B75DC1553227}"/>
              </a:ext>
            </a:extLst>
          </p:cNvPr>
          <p:cNvSpPr txBox="1"/>
          <p:nvPr/>
        </p:nvSpPr>
        <p:spPr>
          <a:xfrm>
            <a:off x="7367418" y="3002839"/>
            <a:ext cx="1056896" cy="584775"/>
          </a:xfrm>
          <a:prstGeom prst="rect">
            <a:avLst/>
          </a:prstGeom>
          <a:noFill/>
        </p:spPr>
        <p:txBody>
          <a:bodyPr wrap="square" rtlCol="0">
            <a:spAutoFit/>
          </a:bodyPr>
          <a:lstStyle/>
          <a:p>
            <a:pPr algn="l"/>
            <a:r>
              <a:rPr kumimoji="1" lang="en-US" altLang="zh-CN" sz="3200" b="1" i="1" dirty="0">
                <a:solidFill>
                  <a:srgbClr val="1E344D"/>
                </a:solidFill>
                <a:latin typeface="Alibaba PuHuiTi Medium" pitchFamily="18" charset="-122"/>
                <a:ea typeface="Alibaba PuHuiTi Medium" pitchFamily="18" charset="-122"/>
                <a:cs typeface="Alibaba PuHuiTi Medium" pitchFamily="18" charset="-122"/>
              </a:rPr>
              <a:t>70</a:t>
            </a:r>
            <a:r>
              <a:rPr kumimoji="1" lang="en-US" altLang="zh-CN" sz="3200" i="1" dirty="0">
                <a:solidFill>
                  <a:srgbClr val="1E344D"/>
                </a:solidFill>
                <a:latin typeface="Alibaba PuHuiTi" pitchFamily="18" charset="-122"/>
                <a:ea typeface="Alibaba PuHuiTi" pitchFamily="18" charset="-122"/>
                <a:cs typeface="Alibaba PuHuiTi" pitchFamily="18" charset="-122"/>
              </a:rPr>
              <a:t>%</a:t>
            </a:r>
            <a:endParaRPr kumimoji="1" lang="zh-CN" altLang="en-US" sz="3200" i="1" dirty="0">
              <a:solidFill>
                <a:srgbClr val="1E344D"/>
              </a:solidFill>
              <a:latin typeface="Alibaba PuHuiTi" pitchFamily="18" charset="-122"/>
              <a:ea typeface="Alibaba PuHuiTi" pitchFamily="18" charset="-122"/>
              <a:cs typeface="Alibaba PuHuiTi" pitchFamily="18" charset="-122"/>
            </a:endParaRPr>
          </a:p>
        </p:txBody>
      </p:sp>
      <p:sp>
        <p:nvSpPr>
          <p:cNvPr id="35" name="文本框 34">
            <a:extLst>
              <a:ext uri="{FF2B5EF4-FFF2-40B4-BE49-F238E27FC236}">
                <a16:creationId xmlns:a16="http://schemas.microsoft.com/office/drawing/2014/main" id="{0F31A23B-0846-B669-413D-58C3C6973D8D}"/>
              </a:ext>
            </a:extLst>
          </p:cNvPr>
          <p:cNvSpPr txBox="1"/>
          <p:nvPr/>
        </p:nvSpPr>
        <p:spPr>
          <a:xfrm>
            <a:off x="7367418" y="3945976"/>
            <a:ext cx="1056896" cy="584775"/>
          </a:xfrm>
          <a:prstGeom prst="rect">
            <a:avLst/>
          </a:prstGeom>
          <a:noFill/>
        </p:spPr>
        <p:txBody>
          <a:bodyPr wrap="square" rtlCol="0">
            <a:spAutoFit/>
          </a:bodyPr>
          <a:lstStyle/>
          <a:p>
            <a:pPr algn="l"/>
            <a:r>
              <a:rPr kumimoji="1" lang="en-US" altLang="zh-CN" sz="3200" b="1" i="1" dirty="0">
                <a:solidFill>
                  <a:srgbClr val="1E344D"/>
                </a:solidFill>
                <a:latin typeface="Alibaba PuHuiTi Medium" pitchFamily="18" charset="-122"/>
                <a:ea typeface="Alibaba PuHuiTi Medium" pitchFamily="18" charset="-122"/>
                <a:cs typeface="Alibaba PuHuiTi Medium" pitchFamily="18" charset="-122"/>
              </a:rPr>
              <a:t>34</a:t>
            </a:r>
            <a:r>
              <a:rPr kumimoji="1" lang="en-US" altLang="zh-CN" sz="3200" i="1" dirty="0">
                <a:solidFill>
                  <a:srgbClr val="1E344D"/>
                </a:solidFill>
                <a:latin typeface="Alibaba PuHuiTi" pitchFamily="18" charset="-122"/>
                <a:ea typeface="Alibaba PuHuiTi" pitchFamily="18" charset="-122"/>
                <a:cs typeface="Alibaba PuHuiTi" pitchFamily="18" charset="-122"/>
              </a:rPr>
              <a:t>%</a:t>
            </a:r>
            <a:endParaRPr kumimoji="1" lang="zh-CN" altLang="en-US" sz="3200" i="1" dirty="0">
              <a:solidFill>
                <a:srgbClr val="1E344D"/>
              </a:solidFill>
              <a:latin typeface="Alibaba PuHuiTi" pitchFamily="18" charset="-122"/>
              <a:ea typeface="Alibaba PuHuiTi" pitchFamily="18" charset="-122"/>
              <a:cs typeface="Alibaba PuHuiTi" pitchFamily="18" charset="-122"/>
            </a:endParaRPr>
          </a:p>
        </p:txBody>
      </p:sp>
      <p:sp>
        <p:nvSpPr>
          <p:cNvPr id="65" name="文本框 64">
            <a:extLst>
              <a:ext uri="{FF2B5EF4-FFF2-40B4-BE49-F238E27FC236}">
                <a16:creationId xmlns:a16="http://schemas.microsoft.com/office/drawing/2014/main" id="{E43162AC-4D4A-99C3-8F0B-8CE8FA96A248}"/>
              </a:ext>
            </a:extLst>
          </p:cNvPr>
          <p:cNvSpPr txBox="1"/>
          <p:nvPr/>
        </p:nvSpPr>
        <p:spPr>
          <a:xfrm>
            <a:off x="7367418" y="4989657"/>
            <a:ext cx="1056896" cy="584775"/>
          </a:xfrm>
          <a:prstGeom prst="rect">
            <a:avLst/>
          </a:prstGeom>
          <a:noFill/>
        </p:spPr>
        <p:txBody>
          <a:bodyPr wrap="square" rtlCol="0">
            <a:spAutoFit/>
          </a:bodyPr>
          <a:lstStyle/>
          <a:p>
            <a:pPr algn="l"/>
            <a:r>
              <a:rPr kumimoji="1" lang="en-US" altLang="zh-CN" sz="3200" b="1" i="1" dirty="0">
                <a:solidFill>
                  <a:srgbClr val="1E344D"/>
                </a:solidFill>
                <a:latin typeface="Alibaba PuHuiTi Medium" pitchFamily="18" charset="-122"/>
                <a:ea typeface="Alibaba PuHuiTi Medium" pitchFamily="18" charset="-122"/>
                <a:cs typeface="Alibaba PuHuiTi Medium" pitchFamily="18" charset="-122"/>
              </a:rPr>
              <a:t>19</a:t>
            </a:r>
            <a:r>
              <a:rPr kumimoji="1" lang="en-US" altLang="zh-CN" sz="3200" i="1" dirty="0">
                <a:solidFill>
                  <a:srgbClr val="1E344D"/>
                </a:solidFill>
                <a:latin typeface="Alibaba PuHuiTi" pitchFamily="18" charset="-122"/>
                <a:ea typeface="Alibaba PuHuiTi" pitchFamily="18" charset="-122"/>
                <a:cs typeface="Alibaba PuHuiTi" pitchFamily="18" charset="-122"/>
              </a:rPr>
              <a:t>%</a:t>
            </a:r>
            <a:endParaRPr kumimoji="1" lang="zh-CN" altLang="en-US" sz="3200" i="1" dirty="0">
              <a:solidFill>
                <a:srgbClr val="1E344D"/>
              </a:solidFill>
              <a:latin typeface="Alibaba PuHuiTi" pitchFamily="18" charset="-122"/>
              <a:ea typeface="Alibaba PuHuiTi" pitchFamily="18" charset="-122"/>
              <a:cs typeface="Alibaba PuHuiTi" pitchFamily="18" charset="-122"/>
            </a:endParaRPr>
          </a:p>
        </p:txBody>
      </p:sp>
      <p:sp>
        <p:nvSpPr>
          <p:cNvPr id="67" name="文本框 66">
            <a:extLst>
              <a:ext uri="{FF2B5EF4-FFF2-40B4-BE49-F238E27FC236}">
                <a16:creationId xmlns:a16="http://schemas.microsoft.com/office/drawing/2014/main" id="{C15EAF3A-F8A0-7A93-D29C-06A71F4F57D5}"/>
              </a:ext>
            </a:extLst>
          </p:cNvPr>
          <p:cNvSpPr txBox="1"/>
          <p:nvPr/>
        </p:nvSpPr>
        <p:spPr>
          <a:xfrm>
            <a:off x="6800585" y="3500482"/>
            <a:ext cx="1563486" cy="276999"/>
          </a:xfrm>
          <a:prstGeom prst="rect">
            <a:avLst/>
          </a:prstGeom>
          <a:noFill/>
        </p:spPr>
        <p:txBody>
          <a:bodyPr wrap="square">
            <a:spAutoFit/>
          </a:bodyPr>
          <a:lstStyle/>
          <a:p>
            <a:r>
              <a:rPr lang="zh-CN" altLang="en-US" sz="1200" dirty="0">
                <a:solidFill>
                  <a:srgbClr val="1E344D"/>
                </a:solidFill>
                <a:latin typeface="Alibaba PuHuiTi" pitchFamily="18" charset="-122"/>
                <a:ea typeface="Alibaba PuHuiTi" pitchFamily="18" charset="-122"/>
                <a:cs typeface="Alibaba PuHuiTi" pitchFamily="18" charset="-122"/>
              </a:rPr>
              <a:t>Project Description</a:t>
            </a:r>
          </a:p>
        </p:txBody>
      </p:sp>
      <p:sp>
        <p:nvSpPr>
          <p:cNvPr id="68" name="文本框 67">
            <a:extLst>
              <a:ext uri="{FF2B5EF4-FFF2-40B4-BE49-F238E27FC236}">
                <a16:creationId xmlns:a16="http://schemas.microsoft.com/office/drawing/2014/main" id="{58532173-E942-42D3-BC08-B287FF6D03CF}"/>
              </a:ext>
            </a:extLst>
          </p:cNvPr>
          <p:cNvSpPr txBox="1"/>
          <p:nvPr/>
        </p:nvSpPr>
        <p:spPr>
          <a:xfrm>
            <a:off x="6800585" y="4413593"/>
            <a:ext cx="1563486" cy="276999"/>
          </a:xfrm>
          <a:prstGeom prst="rect">
            <a:avLst/>
          </a:prstGeom>
          <a:noFill/>
        </p:spPr>
        <p:txBody>
          <a:bodyPr wrap="square">
            <a:spAutoFit/>
          </a:bodyPr>
          <a:lstStyle/>
          <a:p>
            <a:r>
              <a:rPr lang="zh-CN" altLang="en-US" sz="1200" dirty="0">
                <a:solidFill>
                  <a:srgbClr val="1E344D"/>
                </a:solidFill>
                <a:latin typeface="Alibaba PuHuiTi" pitchFamily="18" charset="-122"/>
                <a:ea typeface="Alibaba PuHuiTi" pitchFamily="18" charset="-122"/>
                <a:cs typeface="Alibaba PuHuiTi" pitchFamily="18" charset="-122"/>
              </a:rPr>
              <a:t>Project Description</a:t>
            </a:r>
          </a:p>
        </p:txBody>
      </p:sp>
      <p:sp>
        <p:nvSpPr>
          <p:cNvPr id="94" name="文本框 93">
            <a:extLst>
              <a:ext uri="{FF2B5EF4-FFF2-40B4-BE49-F238E27FC236}">
                <a16:creationId xmlns:a16="http://schemas.microsoft.com/office/drawing/2014/main" id="{EDD96E61-1DD8-D369-6F3B-96BCE4DACA11}"/>
              </a:ext>
            </a:extLst>
          </p:cNvPr>
          <p:cNvSpPr txBox="1"/>
          <p:nvPr/>
        </p:nvSpPr>
        <p:spPr>
          <a:xfrm>
            <a:off x="6800585" y="5493713"/>
            <a:ext cx="1563486" cy="276999"/>
          </a:xfrm>
          <a:prstGeom prst="rect">
            <a:avLst/>
          </a:prstGeom>
          <a:noFill/>
        </p:spPr>
        <p:txBody>
          <a:bodyPr wrap="square">
            <a:spAutoFit/>
          </a:bodyPr>
          <a:lstStyle/>
          <a:p>
            <a:r>
              <a:rPr lang="zh-CN" altLang="en-US" sz="1200" dirty="0">
                <a:solidFill>
                  <a:srgbClr val="1E344D"/>
                </a:solidFill>
                <a:latin typeface="Alibaba PuHuiTi" pitchFamily="18" charset="-122"/>
                <a:ea typeface="Alibaba PuHuiTi" pitchFamily="18" charset="-122"/>
                <a:cs typeface="Alibaba PuHuiTi" pitchFamily="18" charset="-122"/>
              </a:rPr>
              <a:t>Project Description</a:t>
            </a:r>
          </a:p>
        </p:txBody>
      </p:sp>
      <p:sp>
        <p:nvSpPr>
          <p:cNvPr id="121" name="文本框 120">
            <a:extLst>
              <a:ext uri="{FF2B5EF4-FFF2-40B4-BE49-F238E27FC236}">
                <a16:creationId xmlns:a16="http://schemas.microsoft.com/office/drawing/2014/main" id="{8CD110C3-4F10-09C2-A0A5-A067A0A9676B}"/>
              </a:ext>
            </a:extLst>
          </p:cNvPr>
          <p:cNvSpPr txBox="1"/>
          <p:nvPr/>
        </p:nvSpPr>
        <p:spPr>
          <a:xfrm>
            <a:off x="286870" y="2877543"/>
            <a:ext cx="1878813" cy="584775"/>
          </a:xfrm>
          <a:prstGeom prst="rect">
            <a:avLst/>
          </a:prstGeom>
          <a:noFill/>
        </p:spPr>
        <p:txBody>
          <a:bodyPr wrap="square">
            <a:spAutoFit/>
          </a:bodyPr>
          <a:lstStyle/>
          <a:p>
            <a:r>
              <a:rPr lang="zh-CN" altLang="en-US" sz="1600" b="1" dirty="0">
                <a:solidFill>
                  <a:srgbClr val="1E344D"/>
                </a:solidFill>
                <a:latin typeface="Alibaba PuHuiTi" pitchFamily="18" charset="-122"/>
                <a:ea typeface="Alibaba PuHuiTi" pitchFamily="18" charset="-122"/>
                <a:cs typeface="Alibaba PuHuiTi" pitchFamily="18" charset="-122"/>
              </a:rPr>
              <a:t>Project Description</a:t>
            </a:r>
          </a:p>
        </p:txBody>
      </p:sp>
      <p:sp>
        <p:nvSpPr>
          <p:cNvPr id="133" name="矩形 132">
            <a:extLst>
              <a:ext uri="{FF2B5EF4-FFF2-40B4-BE49-F238E27FC236}">
                <a16:creationId xmlns:a16="http://schemas.microsoft.com/office/drawing/2014/main" id="{4A60AC73-F7FF-3507-E987-BA9A0DBB489C}"/>
              </a:ext>
            </a:extLst>
          </p:cNvPr>
          <p:cNvSpPr/>
          <p:nvPr/>
        </p:nvSpPr>
        <p:spPr>
          <a:xfrm>
            <a:off x="371475" y="1089471"/>
            <a:ext cx="1671638" cy="600075"/>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34" name="矩形 133">
            <a:extLst>
              <a:ext uri="{FF2B5EF4-FFF2-40B4-BE49-F238E27FC236}">
                <a16:creationId xmlns:a16="http://schemas.microsoft.com/office/drawing/2014/main" id="{CDEC6FCE-1D8E-1182-F63F-877AC70FE52D}"/>
              </a:ext>
            </a:extLst>
          </p:cNvPr>
          <p:cNvSpPr/>
          <p:nvPr/>
        </p:nvSpPr>
        <p:spPr>
          <a:xfrm>
            <a:off x="371475" y="1777578"/>
            <a:ext cx="1671638" cy="600075"/>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35" name="矩形 134">
            <a:extLst>
              <a:ext uri="{FF2B5EF4-FFF2-40B4-BE49-F238E27FC236}">
                <a16:creationId xmlns:a16="http://schemas.microsoft.com/office/drawing/2014/main" id="{80F28460-6874-25E4-5DD1-1E1512353E51}"/>
              </a:ext>
            </a:extLst>
          </p:cNvPr>
          <p:cNvSpPr/>
          <p:nvPr/>
        </p:nvSpPr>
        <p:spPr>
          <a:xfrm>
            <a:off x="2557462" y="1118046"/>
            <a:ext cx="1114425"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36" name="矩形 135">
            <a:extLst>
              <a:ext uri="{FF2B5EF4-FFF2-40B4-BE49-F238E27FC236}">
                <a16:creationId xmlns:a16="http://schemas.microsoft.com/office/drawing/2014/main" id="{393A9264-C338-ACE4-17A7-7176A0397B0A}"/>
              </a:ext>
            </a:extLst>
          </p:cNvPr>
          <p:cNvSpPr/>
          <p:nvPr/>
        </p:nvSpPr>
        <p:spPr>
          <a:xfrm>
            <a:off x="4171950" y="1118046"/>
            <a:ext cx="1143000"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37" name="矩形 136">
            <a:extLst>
              <a:ext uri="{FF2B5EF4-FFF2-40B4-BE49-F238E27FC236}">
                <a16:creationId xmlns:a16="http://schemas.microsoft.com/office/drawing/2014/main" id="{1BD06DDA-8AF8-C540-CB7D-6B2239593F33}"/>
              </a:ext>
            </a:extLst>
          </p:cNvPr>
          <p:cNvSpPr/>
          <p:nvPr/>
        </p:nvSpPr>
        <p:spPr>
          <a:xfrm>
            <a:off x="6816079" y="1118046"/>
            <a:ext cx="2142183"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38" name="矩形 137">
            <a:extLst>
              <a:ext uri="{FF2B5EF4-FFF2-40B4-BE49-F238E27FC236}">
                <a16:creationId xmlns:a16="http://schemas.microsoft.com/office/drawing/2014/main" id="{B4DDC1CB-7545-E197-BC90-52DF33F7D4D9}"/>
              </a:ext>
            </a:extLst>
          </p:cNvPr>
          <p:cNvSpPr/>
          <p:nvPr/>
        </p:nvSpPr>
        <p:spPr>
          <a:xfrm>
            <a:off x="9744074" y="1118046"/>
            <a:ext cx="2157413"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39" name="梯形 138">
            <a:extLst>
              <a:ext uri="{FF2B5EF4-FFF2-40B4-BE49-F238E27FC236}">
                <a16:creationId xmlns:a16="http://schemas.microsoft.com/office/drawing/2014/main" id="{0F03CBAE-A253-C7B5-EFE6-C4ED54F1902F}"/>
              </a:ext>
            </a:extLst>
          </p:cNvPr>
          <p:cNvSpPr/>
          <p:nvPr/>
        </p:nvSpPr>
        <p:spPr>
          <a:xfrm rot="5400000">
            <a:off x="4900613" y="1575246"/>
            <a:ext cx="1271588" cy="328612"/>
          </a:xfrm>
          <a:prstGeom prst="trapezoid">
            <a:avLst>
              <a:gd name="adj" fmla="val 92032"/>
            </a:avLst>
          </a:prstGeom>
          <a:gradFill>
            <a:gsLst>
              <a:gs pos="98000">
                <a:srgbClr val="1E344D"/>
              </a:gs>
              <a:gs pos="0">
                <a:srgbClr val="1E344D">
                  <a:alpha val="0"/>
                </a:srgbClr>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140" name="梯形 139">
            <a:extLst>
              <a:ext uri="{FF2B5EF4-FFF2-40B4-BE49-F238E27FC236}">
                <a16:creationId xmlns:a16="http://schemas.microsoft.com/office/drawing/2014/main" id="{1596E32A-5C9E-C66C-7F67-D5A29319739F}"/>
              </a:ext>
            </a:extLst>
          </p:cNvPr>
          <p:cNvSpPr/>
          <p:nvPr/>
        </p:nvSpPr>
        <p:spPr>
          <a:xfrm rot="16200000">
            <a:off x="5948933" y="1584200"/>
            <a:ext cx="1271588" cy="310704"/>
          </a:xfrm>
          <a:prstGeom prst="trapezoid">
            <a:avLst>
              <a:gd name="adj" fmla="val 104840"/>
            </a:avLst>
          </a:prstGeom>
          <a:gradFill>
            <a:gsLst>
              <a:gs pos="98000">
                <a:srgbClr val="1E344D"/>
              </a:gs>
              <a:gs pos="0">
                <a:srgbClr val="1E344D">
                  <a:alpha val="0"/>
                </a:srgbClr>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grpSp>
        <p:nvGrpSpPr>
          <p:cNvPr id="141" name="Google Shape;6075;p78">
            <a:extLst>
              <a:ext uri="{FF2B5EF4-FFF2-40B4-BE49-F238E27FC236}">
                <a16:creationId xmlns:a16="http://schemas.microsoft.com/office/drawing/2014/main" id="{6A6C5B27-EB27-BA49-7F04-567B2C60875B}"/>
              </a:ext>
            </a:extLst>
          </p:cNvPr>
          <p:cNvGrpSpPr/>
          <p:nvPr/>
        </p:nvGrpSpPr>
        <p:grpSpPr>
          <a:xfrm rot="18945360">
            <a:off x="5685279" y="1360932"/>
            <a:ext cx="718537" cy="713500"/>
            <a:chOff x="-64781025" y="3361050"/>
            <a:chExt cx="317425" cy="315200"/>
          </a:xfrm>
          <a:solidFill>
            <a:srgbClr val="1E344D"/>
          </a:solidFill>
        </p:grpSpPr>
        <p:sp>
          <p:nvSpPr>
            <p:cNvPr id="142" name="Google Shape;6076;p78">
              <a:extLst>
                <a:ext uri="{FF2B5EF4-FFF2-40B4-BE49-F238E27FC236}">
                  <a16:creationId xmlns:a16="http://schemas.microsoft.com/office/drawing/2014/main" id="{E96A77EE-DCF9-5FF4-B764-FFD56DCA43FD}"/>
                </a:ext>
              </a:extLst>
            </p:cNvPr>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43" name="Google Shape;6077;p78">
              <a:extLst>
                <a:ext uri="{FF2B5EF4-FFF2-40B4-BE49-F238E27FC236}">
                  <a16:creationId xmlns:a16="http://schemas.microsoft.com/office/drawing/2014/main" id="{E278272D-BD3E-ACE8-7BDE-AF845EDD7E43}"/>
                </a:ext>
              </a:extLst>
            </p:cNvPr>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44" name="Google Shape;6078;p78">
              <a:extLst>
                <a:ext uri="{FF2B5EF4-FFF2-40B4-BE49-F238E27FC236}">
                  <a16:creationId xmlns:a16="http://schemas.microsoft.com/office/drawing/2014/main" id="{0E13639E-FF53-DEB4-CE22-8F15773E480B}"/>
                </a:ext>
              </a:extLst>
            </p:cNvPr>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45" name="Google Shape;6079;p78">
              <a:extLst>
                <a:ext uri="{FF2B5EF4-FFF2-40B4-BE49-F238E27FC236}">
                  <a16:creationId xmlns:a16="http://schemas.microsoft.com/office/drawing/2014/main" id="{472AF254-D285-4BF1-2EEE-12C669B664DA}"/>
                </a:ext>
              </a:extLst>
            </p:cNvPr>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grpSp>
      <p:sp>
        <p:nvSpPr>
          <p:cNvPr id="146" name="文本框 145">
            <a:extLst>
              <a:ext uri="{FF2B5EF4-FFF2-40B4-BE49-F238E27FC236}">
                <a16:creationId xmlns:a16="http://schemas.microsoft.com/office/drawing/2014/main" id="{B5AACC19-5E26-D9E3-A091-BF7728FD043E}"/>
              </a:ext>
            </a:extLst>
          </p:cNvPr>
          <p:cNvSpPr txBox="1"/>
          <p:nvPr/>
        </p:nvSpPr>
        <p:spPr>
          <a:xfrm>
            <a:off x="2072747" y="1340825"/>
            <a:ext cx="522900" cy="769441"/>
          </a:xfrm>
          <a:prstGeom prst="rect">
            <a:avLst/>
          </a:prstGeom>
          <a:noFill/>
        </p:spPr>
        <p:txBody>
          <a:bodyPr wrap="none" rtlCol="0">
            <a:spAutoFit/>
          </a:bodyPr>
          <a:lstStyle/>
          <a:p>
            <a:pPr algn="l"/>
            <a:r>
              <a:rPr kumimoji="1" lang="en-US" altLang="zh-CN" sz="4400" b="1" dirty="0">
                <a:solidFill>
                  <a:srgbClr val="1E344D"/>
                </a:solidFill>
                <a:latin typeface="Alibaba PuHuiTi Heavy" pitchFamily="18" charset="-122"/>
                <a:ea typeface="Alibaba PuHuiTi Heavy" pitchFamily="18" charset="-122"/>
                <a:cs typeface="Alibaba PuHuiTi Heavy" pitchFamily="18" charset="-122"/>
              </a:rPr>
              <a:t>+</a:t>
            </a:r>
            <a:endParaRPr kumimoji="1" lang="zh-CN" altLang="en-US" sz="4400"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147" name="文本框 146">
            <a:extLst>
              <a:ext uri="{FF2B5EF4-FFF2-40B4-BE49-F238E27FC236}">
                <a16:creationId xmlns:a16="http://schemas.microsoft.com/office/drawing/2014/main" id="{E37EE1D0-AFF6-2BD6-CEE5-F0936BD79861}"/>
              </a:ext>
            </a:extLst>
          </p:cNvPr>
          <p:cNvSpPr txBox="1"/>
          <p:nvPr/>
        </p:nvSpPr>
        <p:spPr>
          <a:xfrm>
            <a:off x="3675733" y="1340825"/>
            <a:ext cx="522900" cy="769441"/>
          </a:xfrm>
          <a:prstGeom prst="rect">
            <a:avLst/>
          </a:prstGeom>
          <a:noFill/>
        </p:spPr>
        <p:txBody>
          <a:bodyPr wrap="none" rtlCol="0">
            <a:spAutoFit/>
          </a:bodyPr>
          <a:lstStyle/>
          <a:p>
            <a:pPr algn="l"/>
            <a:r>
              <a:rPr kumimoji="1" lang="en-US" altLang="zh-CN" sz="4400" b="1" dirty="0">
                <a:solidFill>
                  <a:srgbClr val="1E344D"/>
                </a:solidFill>
                <a:latin typeface="Alibaba PuHuiTi Heavy" pitchFamily="18" charset="-122"/>
                <a:ea typeface="Alibaba PuHuiTi Heavy" pitchFamily="18" charset="-122"/>
                <a:cs typeface="Alibaba PuHuiTi Heavy" pitchFamily="18" charset="-122"/>
              </a:rPr>
              <a:t>=</a:t>
            </a:r>
            <a:endParaRPr kumimoji="1" lang="zh-CN" altLang="en-US" sz="4400"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148" name="上下箭头 147">
            <a:extLst>
              <a:ext uri="{FF2B5EF4-FFF2-40B4-BE49-F238E27FC236}">
                <a16:creationId xmlns:a16="http://schemas.microsoft.com/office/drawing/2014/main" id="{EEC9373E-0203-E7CD-C53F-A1AE1F0553EE}"/>
              </a:ext>
            </a:extLst>
          </p:cNvPr>
          <p:cNvSpPr/>
          <p:nvPr/>
        </p:nvSpPr>
        <p:spPr>
          <a:xfrm rot="5400000">
            <a:off x="9201149" y="1403798"/>
            <a:ext cx="285750" cy="717071"/>
          </a:xfrm>
          <a:prstGeom prst="up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grpSp>
        <p:nvGrpSpPr>
          <p:cNvPr id="149" name="Google Shape;6256;p78">
            <a:extLst>
              <a:ext uri="{FF2B5EF4-FFF2-40B4-BE49-F238E27FC236}">
                <a16:creationId xmlns:a16="http://schemas.microsoft.com/office/drawing/2014/main" id="{4339F9F3-BC8F-F59A-9940-C3F6991C5BF2}"/>
              </a:ext>
            </a:extLst>
          </p:cNvPr>
          <p:cNvGrpSpPr/>
          <p:nvPr/>
        </p:nvGrpSpPr>
        <p:grpSpPr>
          <a:xfrm>
            <a:off x="4511825" y="1189485"/>
            <a:ext cx="531663" cy="465540"/>
            <a:chOff x="2404875" y="3592725"/>
            <a:chExt cx="298525" cy="293825"/>
          </a:xfrm>
          <a:solidFill>
            <a:srgbClr val="1E344D"/>
          </a:solidFill>
        </p:grpSpPr>
        <p:sp>
          <p:nvSpPr>
            <p:cNvPr id="150" name="Google Shape;6257;p78">
              <a:extLst>
                <a:ext uri="{FF2B5EF4-FFF2-40B4-BE49-F238E27FC236}">
                  <a16:creationId xmlns:a16="http://schemas.microsoft.com/office/drawing/2014/main" id="{EE1955EC-5D05-6C0B-FD7F-B0FFC1176F07}"/>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51" name="Google Shape;6258;p78">
              <a:extLst>
                <a:ext uri="{FF2B5EF4-FFF2-40B4-BE49-F238E27FC236}">
                  <a16:creationId xmlns:a16="http://schemas.microsoft.com/office/drawing/2014/main" id="{75C658F4-4827-31FD-7DB2-D36DBBB1601B}"/>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52" name="Google Shape;6259;p78">
              <a:extLst>
                <a:ext uri="{FF2B5EF4-FFF2-40B4-BE49-F238E27FC236}">
                  <a16:creationId xmlns:a16="http://schemas.microsoft.com/office/drawing/2014/main" id="{35D3FD0F-7836-510C-6D96-B8CC0E94CAC9}"/>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grpSp>
      <p:sp>
        <p:nvSpPr>
          <p:cNvPr id="153" name="文本框 152">
            <a:extLst>
              <a:ext uri="{FF2B5EF4-FFF2-40B4-BE49-F238E27FC236}">
                <a16:creationId xmlns:a16="http://schemas.microsoft.com/office/drawing/2014/main" id="{C13F99F7-C368-01A3-0A9C-0A7A0E4CEFE5}"/>
              </a:ext>
            </a:extLst>
          </p:cNvPr>
          <p:cNvSpPr txBox="1"/>
          <p:nvPr/>
        </p:nvSpPr>
        <p:spPr>
          <a:xfrm>
            <a:off x="4246125" y="1668969"/>
            <a:ext cx="1068826" cy="707886"/>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4" name="文本框 153">
            <a:extLst>
              <a:ext uri="{FF2B5EF4-FFF2-40B4-BE49-F238E27FC236}">
                <a16:creationId xmlns:a16="http://schemas.microsoft.com/office/drawing/2014/main" id="{91629F8F-0542-334E-FBAE-FBB5ACBA9310}"/>
              </a:ext>
            </a:extLst>
          </p:cNvPr>
          <p:cNvSpPr txBox="1"/>
          <p:nvPr/>
        </p:nvSpPr>
        <p:spPr>
          <a:xfrm>
            <a:off x="2639616" y="1668969"/>
            <a:ext cx="1068826" cy="707886"/>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5" name="Google Shape;6031;p78">
            <a:extLst>
              <a:ext uri="{FF2B5EF4-FFF2-40B4-BE49-F238E27FC236}">
                <a16:creationId xmlns:a16="http://schemas.microsoft.com/office/drawing/2014/main" id="{5CCF8178-0CB5-B0AE-76C0-B53317EFD36C}"/>
              </a:ext>
            </a:extLst>
          </p:cNvPr>
          <p:cNvSpPr/>
          <p:nvPr/>
        </p:nvSpPr>
        <p:spPr>
          <a:xfrm>
            <a:off x="471186" y="1228377"/>
            <a:ext cx="357489" cy="356616"/>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1E344D"/>
              </a:solidFill>
            </a:endParaRPr>
          </a:p>
        </p:txBody>
      </p:sp>
      <p:sp>
        <p:nvSpPr>
          <p:cNvPr id="156" name="文本框 155">
            <a:extLst>
              <a:ext uri="{FF2B5EF4-FFF2-40B4-BE49-F238E27FC236}">
                <a16:creationId xmlns:a16="http://schemas.microsoft.com/office/drawing/2014/main" id="{5AFEB124-D25A-47A1-7BC9-9EB345CD6F03}"/>
              </a:ext>
            </a:extLst>
          </p:cNvPr>
          <p:cNvSpPr txBox="1"/>
          <p:nvPr/>
        </p:nvSpPr>
        <p:spPr>
          <a:xfrm>
            <a:off x="868561" y="1186086"/>
            <a:ext cx="1231701" cy="46166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7" name="文本框 156">
            <a:extLst>
              <a:ext uri="{FF2B5EF4-FFF2-40B4-BE49-F238E27FC236}">
                <a16:creationId xmlns:a16="http://schemas.microsoft.com/office/drawing/2014/main" id="{2D1AC1D4-7CFA-1550-1177-4A39EC5BABB2}"/>
              </a:ext>
            </a:extLst>
          </p:cNvPr>
          <p:cNvSpPr txBox="1"/>
          <p:nvPr/>
        </p:nvSpPr>
        <p:spPr>
          <a:xfrm>
            <a:off x="868561" y="1848446"/>
            <a:ext cx="1231701" cy="46166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8" name="Google Shape;6219;p78">
            <a:extLst>
              <a:ext uri="{FF2B5EF4-FFF2-40B4-BE49-F238E27FC236}">
                <a16:creationId xmlns:a16="http://schemas.microsoft.com/office/drawing/2014/main" id="{6D54CFC3-E984-8531-2C2E-3D96A1E8B59E}"/>
              </a:ext>
            </a:extLst>
          </p:cNvPr>
          <p:cNvSpPr/>
          <p:nvPr/>
        </p:nvSpPr>
        <p:spPr>
          <a:xfrm>
            <a:off x="2902602" y="1176179"/>
            <a:ext cx="488485" cy="463417"/>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1E344D"/>
              </a:solidFill>
            </a:endParaRPr>
          </a:p>
        </p:txBody>
      </p:sp>
      <p:grpSp>
        <p:nvGrpSpPr>
          <p:cNvPr id="159" name="Google Shape;6215;p78">
            <a:extLst>
              <a:ext uri="{FF2B5EF4-FFF2-40B4-BE49-F238E27FC236}">
                <a16:creationId xmlns:a16="http://schemas.microsoft.com/office/drawing/2014/main" id="{6DA3C0B5-07E2-084D-27B1-38B168DD4910}"/>
              </a:ext>
            </a:extLst>
          </p:cNvPr>
          <p:cNvGrpSpPr/>
          <p:nvPr/>
        </p:nvGrpSpPr>
        <p:grpSpPr>
          <a:xfrm>
            <a:off x="453375" y="1846709"/>
            <a:ext cx="448325" cy="449458"/>
            <a:chOff x="-61783350" y="3743950"/>
            <a:chExt cx="316650" cy="317450"/>
          </a:xfrm>
          <a:solidFill>
            <a:srgbClr val="1E344D"/>
          </a:solidFill>
        </p:grpSpPr>
        <p:sp>
          <p:nvSpPr>
            <p:cNvPr id="160" name="Google Shape;6216;p78">
              <a:extLst>
                <a:ext uri="{FF2B5EF4-FFF2-40B4-BE49-F238E27FC236}">
                  <a16:creationId xmlns:a16="http://schemas.microsoft.com/office/drawing/2014/main" id="{E1E4B9EE-4FF1-F002-F5D5-B5D1EB3EC943}"/>
                </a:ext>
              </a:extLst>
            </p:cNvPr>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1" name="Google Shape;6217;p78">
              <a:extLst>
                <a:ext uri="{FF2B5EF4-FFF2-40B4-BE49-F238E27FC236}">
                  <a16:creationId xmlns:a16="http://schemas.microsoft.com/office/drawing/2014/main" id="{A568AAC0-45DB-A332-E3BB-BF681D77090A}"/>
                </a:ext>
              </a:extLst>
            </p:cNvPr>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grpSp>
      <p:grpSp>
        <p:nvGrpSpPr>
          <p:cNvPr id="162" name="Google Shape;6421;p78">
            <a:extLst>
              <a:ext uri="{FF2B5EF4-FFF2-40B4-BE49-F238E27FC236}">
                <a16:creationId xmlns:a16="http://schemas.microsoft.com/office/drawing/2014/main" id="{B950B5C1-D319-538E-504D-4F83C2D58182}"/>
              </a:ext>
            </a:extLst>
          </p:cNvPr>
          <p:cNvGrpSpPr/>
          <p:nvPr/>
        </p:nvGrpSpPr>
        <p:grpSpPr>
          <a:xfrm>
            <a:off x="8003604" y="1372857"/>
            <a:ext cx="759602" cy="759602"/>
            <a:chOff x="3497300" y="3227275"/>
            <a:chExt cx="296175" cy="296175"/>
          </a:xfrm>
          <a:solidFill>
            <a:srgbClr val="1E344D"/>
          </a:solidFill>
        </p:grpSpPr>
        <p:sp>
          <p:nvSpPr>
            <p:cNvPr id="163" name="Google Shape;6422;p78">
              <a:extLst>
                <a:ext uri="{FF2B5EF4-FFF2-40B4-BE49-F238E27FC236}">
                  <a16:creationId xmlns:a16="http://schemas.microsoft.com/office/drawing/2014/main" id="{9A1A3B1D-EF4D-F3DD-FC2B-95D643A86A6C}"/>
                </a:ext>
              </a:extLst>
            </p:cNvPr>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4" name="Google Shape;6423;p78">
              <a:extLst>
                <a:ext uri="{FF2B5EF4-FFF2-40B4-BE49-F238E27FC236}">
                  <a16:creationId xmlns:a16="http://schemas.microsoft.com/office/drawing/2014/main" id="{A8B93568-BC39-6B33-FCF8-5E06C569B118}"/>
                </a:ext>
              </a:extLst>
            </p:cNvPr>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5" name="Google Shape;6424;p78">
              <a:extLst>
                <a:ext uri="{FF2B5EF4-FFF2-40B4-BE49-F238E27FC236}">
                  <a16:creationId xmlns:a16="http://schemas.microsoft.com/office/drawing/2014/main" id="{D9AF62CB-1E9C-F051-6DE8-066A1E47462F}"/>
                </a:ext>
              </a:extLst>
            </p:cNvPr>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6" name="Google Shape;6425;p78">
              <a:extLst>
                <a:ext uri="{FF2B5EF4-FFF2-40B4-BE49-F238E27FC236}">
                  <a16:creationId xmlns:a16="http://schemas.microsoft.com/office/drawing/2014/main" id="{D5B5941D-DB1D-748F-7E8E-DE875B9B82F3}"/>
                </a:ext>
              </a:extLst>
            </p:cNvPr>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7" name="Google Shape;6426;p78">
              <a:extLst>
                <a:ext uri="{FF2B5EF4-FFF2-40B4-BE49-F238E27FC236}">
                  <a16:creationId xmlns:a16="http://schemas.microsoft.com/office/drawing/2014/main" id="{4BDA1385-B935-FB8C-8F3C-AE19DFBED920}"/>
                </a:ext>
              </a:extLst>
            </p:cNvPr>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8" name="Google Shape;6427;p78">
              <a:extLst>
                <a:ext uri="{FF2B5EF4-FFF2-40B4-BE49-F238E27FC236}">
                  <a16:creationId xmlns:a16="http://schemas.microsoft.com/office/drawing/2014/main" id="{C03DDE46-A08E-60D6-F7D7-79FF4C809E6F}"/>
                </a:ext>
              </a:extLst>
            </p:cNvPr>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69" name="Google Shape;6428;p78">
              <a:extLst>
                <a:ext uri="{FF2B5EF4-FFF2-40B4-BE49-F238E27FC236}">
                  <a16:creationId xmlns:a16="http://schemas.microsoft.com/office/drawing/2014/main" id="{61AD6FD9-2438-B838-CE19-B6F075E0F62E}"/>
                </a:ext>
              </a:extLst>
            </p:cNvPr>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70" name="Google Shape;6429;p78">
              <a:extLst>
                <a:ext uri="{FF2B5EF4-FFF2-40B4-BE49-F238E27FC236}">
                  <a16:creationId xmlns:a16="http://schemas.microsoft.com/office/drawing/2014/main" id="{E230F168-9BA9-FD9F-DD88-D4C7A8BEC4B7}"/>
                </a:ext>
              </a:extLst>
            </p:cNvPr>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grpSp>
      <p:sp>
        <p:nvSpPr>
          <p:cNvPr id="171" name="文本框 170">
            <a:extLst>
              <a:ext uri="{FF2B5EF4-FFF2-40B4-BE49-F238E27FC236}">
                <a16:creationId xmlns:a16="http://schemas.microsoft.com/office/drawing/2014/main" id="{9EE4F4EE-F129-CFB4-66D7-84A939818F5E}"/>
              </a:ext>
            </a:extLst>
          </p:cNvPr>
          <p:cNvSpPr txBox="1"/>
          <p:nvPr/>
        </p:nvSpPr>
        <p:spPr>
          <a:xfrm>
            <a:off x="6917233" y="1315244"/>
            <a:ext cx="1068826" cy="900246"/>
          </a:xfrm>
          <a:prstGeom prst="rect">
            <a:avLst/>
          </a:prstGeom>
          <a:noFill/>
        </p:spPr>
        <p:txBody>
          <a:bodyPr wrap="square" rtlCol="0">
            <a:spAutoFit/>
          </a:bodyPr>
          <a:lstStyle/>
          <a:p>
            <a:pPr algn="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172" name="Google Shape;6503;p78">
            <a:extLst>
              <a:ext uri="{FF2B5EF4-FFF2-40B4-BE49-F238E27FC236}">
                <a16:creationId xmlns:a16="http://schemas.microsoft.com/office/drawing/2014/main" id="{5C33205C-6E50-9852-5229-A3EBCE8C7174}"/>
              </a:ext>
            </a:extLst>
          </p:cNvPr>
          <p:cNvGrpSpPr/>
          <p:nvPr/>
        </p:nvGrpSpPr>
        <p:grpSpPr>
          <a:xfrm>
            <a:off x="10944225" y="1318071"/>
            <a:ext cx="814386" cy="853546"/>
            <a:chOff x="3860400" y="3955025"/>
            <a:chExt cx="296175" cy="296175"/>
          </a:xfrm>
          <a:solidFill>
            <a:srgbClr val="1E344D"/>
          </a:solidFill>
        </p:grpSpPr>
        <p:sp>
          <p:nvSpPr>
            <p:cNvPr id="173" name="Google Shape;6504;p78">
              <a:extLst>
                <a:ext uri="{FF2B5EF4-FFF2-40B4-BE49-F238E27FC236}">
                  <a16:creationId xmlns:a16="http://schemas.microsoft.com/office/drawing/2014/main" id="{0D9AA7A3-39F3-C303-A516-C0B15E48F435}"/>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74" name="Google Shape;6505;p78">
              <a:extLst>
                <a:ext uri="{FF2B5EF4-FFF2-40B4-BE49-F238E27FC236}">
                  <a16:creationId xmlns:a16="http://schemas.microsoft.com/office/drawing/2014/main" id="{5CB6FA75-6F0A-4434-2A37-51832B375226}"/>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75" name="Google Shape;6506;p78">
              <a:extLst>
                <a:ext uri="{FF2B5EF4-FFF2-40B4-BE49-F238E27FC236}">
                  <a16:creationId xmlns:a16="http://schemas.microsoft.com/office/drawing/2014/main" id="{C8EB0676-B9B0-7EC2-8DEE-667B4BAFE881}"/>
                </a:ext>
              </a:extLst>
            </p:cNvPr>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76" name="Google Shape;6507;p78">
              <a:extLst>
                <a:ext uri="{FF2B5EF4-FFF2-40B4-BE49-F238E27FC236}">
                  <a16:creationId xmlns:a16="http://schemas.microsoft.com/office/drawing/2014/main" id="{7D54C6E1-9465-AF1F-853D-575BE28A659D}"/>
                </a:ext>
              </a:extLst>
            </p:cNvPr>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sp>
          <p:nvSpPr>
            <p:cNvPr id="177" name="Google Shape;6508;p78">
              <a:extLst>
                <a:ext uri="{FF2B5EF4-FFF2-40B4-BE49-F238E27FC236}">
                  <a16:creationId xmlns:a16="http://schemas.microsoft.com/office/drawing/2014/main" id="{FE509EAA-EB92-19CA-7DAB-AF7EE7D81A2E}"/>
                </a:ext>
              </a:extLst>
            </p:cNvPr>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grpFill/>
            <a:ln>
              <a:noFill/>
            </a:ln>
          </p:spPr>
          <p:txBody>
            <a:bodyPr spcFirstLastPara="1" wrap="square" lIns="121900" tIns="121900" rIns="121900" bIns="121900" anchor="ctr" anchorCtr="0">
              <a:noAutofit/>
            </a:bodyPr>
            <a:lstStyle/>
            <a:p>
              <a:endParaRPr sz="2400">
                <a:solidFill>
                  <a:srgbClr val="1E344D"/>
                </a:solidFill>
              </a:endParaRPr>
            </a:p>
          </p:txBody>
        </p:sp>
      </p:grpSp>
      <p:sp>
        <p:nvSpPr>
          <p:cNvPr id="178" name="文本框 177">
            <a:extLst>
              <a:ext uri="{FF2B5EF4-FFF2-40B4-BE49-F238E27FC236}">
                <a16:creationId xmlns:a16="http://schemas.microsoft.com/office/drawing/2014/main" id="{A05183C4-9D03-DF06-4D1B-BA382A72171A}"/>
              </a:ext>
            </a:extLst>
          </p:cNvPr>
          <p:cNvSpPr txBox="1"/>
          <p:nvPr/>
        </p:nvSpPr>
        <p:spPr>
          <a:xfrm>
            <a:off x="9840416" y="1315814"/>
            <a:ext cx="1068826" cy="900246"/>
          </a:xfrm>
          <a:prstGeom prst="rect">
            <a:avLst/>
          </a:prstGeom>
          <a:noFill/>
        </p:spPr>
        <p:txBody>
          <a:bodyPr wrap="square" rtlCol="0">
            <a:spAutoFit/>
          </a:bodyPr>
          <a:lstStyle/>
          <a:p>
            <a:pPr algn="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1" name="文本框 200">
            <a:extLst>
              <a:ext uri="{FF2B5EF4-FFF2-40B4-BE49-F238E27FC236}">
                <a16:creationId xmlns:a16="http://schemas.microsoft.com/office/drawing/2014/main" id="{C137DC72-8F8E-F09F-A3D7-0D148A08DB3C}"/>
              </a:ext>
            </a:extLst>
          </p:cNvPr>
          <p:cNvSpPr txBox="1"/>
          <p:nvPr/>
        </p:nvSpPr>
        <p:spPr>
          <a:xfrm>
            <a:off x="8851124" y="2872251"/>
            <a:ext cx="3697912"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2" name="文本框 201">
            <a:extLst>
              <a:ext uri="{FF2B5EF4-FFF2-40B4-BE49-F238E27FC236}">
                <a16:creationId xmlns:a16="http://schemas.microsoft.com/office/drawing/2014/main" id="{47CF1A01-0B84-B6E8-5E79-10C0967FB6F8}"/>
              </a:ext>
            </a:extLst>
          </p:cNvPr>
          <p:cNvSpPr txBox="1"/>
          <p:nvPr/>
        </p:nvSpPr>
        <p:spPr>
          <a:xfrm>
            <a:off x="6617343" y="5814346"/>
            <a:ext cx="2978352" cy="369332"/>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8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8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203" name="文本框 202">
            <a:extLst>
              <a:ext uri="{FF2B5EF4-FFF2-40B4-BE49-F238E27FC236}">
                <a16:creationId xmlns:a16="http://schemas.microsoft.com/office/drawing/2014/main" id="{B2EAC604-745A-EF66-1F8E-2F4475E0DF3F}"/>
              </a:ext>
            </a:extLst>
          </p:cNvPr>
          <p:cNvSpPr txBox="1"/>
          <p:nvPr/>
        </p:nvSpPr>
        <p:spPr>
          <a:xfrm>
            <a:off x="8839983" y="3119279"/>
            <a:ext cx="3151389" cy="646331"/>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5" name="文本框 204">
            <a:extLst>
              <a:ext uri="{FF2B5EF4-FFF2-40B4-BE49-F238E27FC236}">
                <a16:creationId xmlns:a16="http://schemas.microsoft.com/office/drawing/2014/main" id="{41B769DE-EDA2-E383-30B4-E65AA7F85727}"/>
              </a:ext>
            </a:extLst>
          </p:cNvPr>
          <p:cNvSpPr txBox="1"/>
          <p:nvPr/>
        </p:nvSpPr>
        <p:spPr>
          <a:xfrm>
            <a:off x="8869991" y="5810566"/>
            <a:ext cx="2969084"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5" name="三角形 214">
            <a:extLst>
              <a:ext uri="{FF2B5EF4-FFF2-40B4-BE49-F238E27FC236}">
                <a16:creationId xmlns:a16="http://schemas.microsoft.com/office/drawing/2014/main" id="{75C90F44-6BDA-8078-0C97-F52030E2A6BD}"/>
              </a:ext>
            </a:extLst>
          </p:cNvPr>
          <p:cNvSpPr/>
          <p:nvPr/>
        </p:nvSpPr>
        <p:spPr>
          <a:xfrm rot="5400000">
            <a:off x="8403220" y="3311517"/>
            <a:ext cx="534750" cy="27547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217" name="三角形 216">
            <a:extLst>
              <a:ext uri="{FF2B5EF4-FFF2-40B4-BE49-F238E27FC236}">
                <a16:creationId xmlns:a16="http://schemas.microsoft.com/office/drawing/2014/main" id="{C7574886-66C1-965C-443E-94A779E3C84A}"/>
              </a:ext>
            </a:extLst>
          </p:cNvPr>
          <p:cNvSpPr/>
          <p:nvPr/>
        </p:nvSpPr>
        <p:spPr>
          <a:xfrm rot="5400000">
            <a:off x="8403220" y="4298148"/>
            <a:ext cx="534750" cy="27547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218" name="三角形 217">
            <a:extLst>
              <a:ext uri="{FF2B5EF4-FFF2-40B4-BE49-F238E27FC236}">
                <a16:creationId xmlns:a16="http://schemas.microsoft.com/office/drawing/2014/main" id="{345B8565-0BE9-406E-73DF-F2D6EC7EC4C6}"/>
              </a:ext>
            </a:extLst>
          </p:cNvPr>
          <p:cNvSpPr/>
          <p:nvPr/>
        </p:nvSpPr>
        <p:spPr>
          <a:xfrm rot="5400000">
            <a:off x="8403220" y="5264732"/>
            <a:ext cx="534750" cy="27547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219" name="文本框 218">
            <a:extLst>
              <a:ext uri="{FF2B5EF4-FFF2-40B4-BE49-F238E27FC236}">
                <a16:creationId xmlns:a16="http://schemas.microsoft.com/office/drawing/2014/main" id="{5A60FFB3-3F7C-981E-2C57-F211FB7CECBA}"/>
              </a:ext>
            </a:extLst>
          </p:cNvPr>
          <p:cNvSpPr txBox="1"/>
          <p:nvPr/>
        </p:nvSpPr>
        <p:spPr>
          <a:xfrm>
            <a:off x="8851124" y="3902052"/>
            <a:ext cx="3697912"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0" name="文本框 219">
            <a:extLst>
              <a:ext uri="{FF2B5EF4-FFF2-40B4-BE49-F238E27FC236}">
                <a16:creationId xmlns:a16="http://schemas.microsoft.com/office/drawing/2014/main" id="{54BAEF1B-DD38-B40B-A592-44EBC432F75E}"/>
              </a:ext>
            </a:extLst>
          </p:cNvPr>
          <p:cNvSpPr txBox="1"/>
          <p:nvPr/>
        </p:nvSpPr>
        <p:spPr>
          <a:xfrm>
            <a:off x="8839983" y="4149080"/>
            <a:ext cx="3151389" cy="646331"/>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1" name="文本框 220">
            <a:extLst>
              <a:ext uri="{FF2B5EF4-FFF2-40B4-BE49-F238E27FC236}">
                <a16:creationId xmlns:a16="http://schemas.microsoft.com/office/drawing/2014/main" id="{08F0AD99-5CE8-FBF2-9809-8C88B8CBA420}"/>
              </a:ext>
            </a:extLst>
          </p:cNvPr>
          <p:cNvSpPr txBox="1"/>
          <p:nvPr/>
        </p:nvSpPr>
        <p:spPr>
          <a:xfrm>
            <a:off x="8851124" y="4838156"/>
            <a:ext cx="3697912"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2" name="文本框 221">
            <a:extLst>
              <a:ext uri="{FF2B5EF4-FFF2-40B4-BE49-F238E27FC236}">
                <a16:creationId xmlns:a16="http://schemas.microsoft.com/office/drawing/2014/main" id="{1E7ECF1E-4980-C614-65E0-9D82C087E739}"/>
              </a:ext>
            </a:extLst>
          </p:cNvPr>
          <p:cNvSpPr txBox="1"/>
          <p:nvPr/>
        </p:nvSpPr>
        <p:spPr>
          <a:xfrm>
            <a:off x="8839983" y="5085184"/>
            <a:ext cx="3151389" cy="646331"/>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18594539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梯形 28">
            <a:extLst>
              <a:ext uri="{FF2B5EF4-FFF2-40B4-BE49-F238E27FC236}">
                <a16:creationId xmlns:a16="http://schemas.microsoft.com/office/drawing/2014/main" id="{5A251554-A5E7-F888-B810-1746A115EE1A}"/>
              </a:ext>
            </a:extLst>
          </p:cNvPr>
          <p:cNvSpPr/>
          <p:nvPr/>
        </p:nvSpPr>
        <p:spPr>
          <a:xfrm rot="16200000">
            <a:off x="3147402" y="3740065"/>
            <a:ext cx="4703402" cy="1143000"/>
          </a:xfrm>
          <a:custGeom>
            <a:avLst/>
            <a:gdLst>
              <a:gd name="connsiteX0" fmla="*/ 0 w 5333999"/>
              <a:gd name="connsiteY0" fmla="*/ 1134533 h 1134533"/>
              <a:gd name="connsiteX1" fmla="*/ 825498 w 5333999"/>
              <a:gd name="connsiteY1" fmla="*/ 0 h 1134533"/>
              <a:gd name="connsiteX2" fmla="*/ 4508501 w 5333999"/>
              <a:gd name="connsiteY2" fmla="*/ 0 h 1134533"/>
              <a:gd name="connsiteX3" fmla="*/ 5333999 w 5333999"/>
              <a:gd name="connsiteY3" fmla="*/ 1134533 h 1134533"/>
              <a:gd name="connsiteX4" fmla="*/ 0 w 5333999"/>
              <a:gd name="connsiteY4" fmla="*/ 1134533 h 1134533"/>
              <a:gd name="connsiteX0" fmla="*/ 0 w 4707466"/>
              <a:gd name="connsiteY0" fmla="*/ 1134533 h 1134533"/>
              <a:gd name="connsiteX1" fmla="*/ 825498 w 4707466"/>
              <a:gd name="connsiteY1" fmla="*/ 0 h 1134533"/>
              <a:gd name="connsiteX2" fmla="*/ 4508501 w 4707466"/>
              <a:gd name="connsiteY2" fmla="*/ 0 h 1134533"/>
              <a:gd name="connsiteX3" fmla="*/ 4707466 w 4707466"/>
              <a:gd name="connsiteY3" fmla="*/ 1117600 h 1134533"/>
              <a:gd name="connsiteX4" fmla="*/ 0 w 4707466"/>
              <a:gd name="connsiteY4" fmla="*/ 1134533 h 1134533"/>
              <a:gd name="connsiteX0" fmla="*/ 0 w 4682066"/>
              <a:gd name="connsiteY0" fmla="*/ 1134533 h 1143000"/>
              <a:gd name="connsiteX1" fmla="*/ 825498 w 4682066"/>
              <a:gd name="connsiteY1" fmla="*/ 0 h 1143000"/>
              <a:gd name="connsiteX2" fmla="*/ 4508501 w 4682066"/>
              <a:gd name="connsiteY2" fmla="*/ 0 h 1143000"/>
              <a:gd name="connsiteX3" fmla="*/ 4682066 w 4682066"/>
              <a:gd name="connsiteY3" fmla="*/ 1143000 h 1143000"/>
              <a:gd name="connsiteX4" fmla="*/ 0 w 4682066"/>
              <a:gd name="connsiteY4" fmla="*/ 1134533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2066" h="1143000">
                <a:moveTo>
                  <a:pt x="0" y="1134533"/>
                </a:moveTo>
                <a:lnTo>
                  <a:pt x="825498" y="0"/>
                </a:lnTo>
                <a:lnTo>
                  <a:pt x="4508501" y="0"/>
                </a:lnTo>
                <a:lnTo>
                  <a:pt x="4682066" y="1143000"/>
                </a:lnTo>
                <a:lnTo>
                  <a:pt x="0" y="1134533"/>
                </a:lnTo>
                <a:close/>
              </a:path>
            </a:pathLst>
          </a:custGeom>
          <a:solidFill>
            <a:srgbClr val="D2D5DC"/>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矩形 14">
            <a:extLst>
              <a:ext uri="{FF2B5EF4-FFF2-40B4-BE49-F238E27FC236}">
                <a16:creationId xmlns:a16="http://schemas.microsoft.com/office/drawing/2014/main" id="{C05DA67D-6E54-68B8-D11A-BA1E2F7182A7}"/>
              </a:ext>
            </a:extLst>
          </p:cNvPr>
          <p:cNvSpPr/>
          <p:nvPr/>
        </p:nvSpPr>
        <p:spPr>
          <a:xfrm>
            <a:off x="415425" y="2126672"/>
            <a:ext cx="1139055" cy="4114800"/>
          </a:xfrm>
          <a:custGeom>
            <a:avLst/>
            <a:gdLst>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4114800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21265 w 1100137"/>
              <a:gd name="connsiteY3" fmla="*/ 3306725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3721394 h 4114800"/>
              <a:gd name="connsiteX4" fmla="*/ 0 w 1100137"/>
              <a:gd name="connsiteY4" fmla="*/ 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137" h="4114800">
                <a:moveTo>
                  <a:pt x="0" y="0"/>
                </a:moveTo>
                <a:lnTo>
                  <a:pt x="1100137" y="0"/>
                </a:lnTo>
                <a:lnTo>
                  <a:pt x="1100137" y="4114800"/>
                </a:lnTo>
                <a:lnTo>
                  <a:pt x="0" y="3721394"/>
                </a:lnTo>
                <a:lnTo>
                  <a:pt x="0" y="0"/>
                </a:lnTo>
                <a:close/>
              </a:path>
            </a:pathLst>
          </a:custGeom>
          <a:solidFill>
            <a:srgbClr val="D33527"/>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2" name="矩形 14">
            <a:extLst>
              <a:ext uri="{FF2B5EF4-FFF2-40B4-BE49-F238E27FC236}">
                <a16:creationId xmlns:a16="http://schemas.microsoft.com/office/drawing/2014/main" id="{96B23796-F6E4-29F1-F826-1225C17FEF4C}"/>
              </a:ext>
            </a:extLst>
          </p:cNvPr>
          <p:cNvSpPr/>
          <p:nvPr/>
        </p:nvSpPr>
        <p:spPr>
          <a:xfrm flipH="1">
            <a:off x="1548270" y="2126672"/>
            <a:ext cx="1139055" cy="4114800"/>
          </a:xfrm>
          <a:custGeom>
            <a:avLst/>
            <a:gdLst>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4114800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21265 w 1100137"/>
              <a:gd name="connsiteY3" fmla="*/ 3306725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3721394 h 4114800"/>
              <a:gd name="connsiteX4" fmla="*/ 0 w 1100137"/>
              <a:gd name="connsiteY4" fmla="*/ 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137" h="4114800">
                <a:moveTo>
                  <a:pt x="0" y="0"/>
                </a:moveTo>
                <a:lnTo>
                  <a:pt x="1100137" y="0"/>
                </a:lnTo>
                <a:lnTo>
                  <a:pt x="1100137" y="4114800"/>
                </a:lnTo>
                <a:lnTo>
                  <a:pt x="0" y="3721394"/>
                </a:lnTo>
                <a:lnTo>
                  <a:pt x="0" y="0"/>
                </a:lnTo>
                <a:close/>
              </a:path>
            </a:pathLst>
          </a:custGeom>
          <a:solidFill>
            <a:srgbClr val="EF3C2C"/>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6" name="三角形 15">
            <a:extLst>
              <a:ext uri="{FF2B5EF4-FFF2-40B4-BE49-F238E27FC236}">
                <a16:creationId xmlns:a16="http://schemas.microsoft.com/office/drawing/2014/main" id="{25B631D3-B9A7-F640-65ED-17B2C30EA060}"/>
              </a:ext>
            </a:extLst>
          </p:cNvPr>
          <p:cNvSpPr/>
          <p:nvPr/>
        </p:nvSpPr>
        <p:spPr>
          <a:xfrm rot="16200000">
            <a:off x="616692" y="1561215"/>
            <a:ext cx="744276" cy="1127051"/>
          </a:xfrm>
          <a:prstGeom prst="triangle">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三角形 16">
            <a:extLst>
              <a:ext uri="{FF2B5EF4-FFF2-40B4-BE49-F238E27FC236}">
                <a16:creationId xmlns:a16="http://schemas.microsoft.com/office/drawing/2014/main" id="{90D17CBF-DF7B-3209-899F-D1664A702E7A}"/>
              </a:ext>
            </a:extLst>
          </p:cNvPr>
          <p:cNvSpPr/>
          <p:nvPr/>
        </p:nvSpPr>
        <p:spPr>
          <a:xfrm rot="5400000">
            <a:off x="1737832" y="1561217"/>
            <a:ext cx="744276" cy="1127051"/>
          </a:xfrm>
          <a:prstGeom prst="triangle">
            <a:avLst/>
          </a:prstGeom>
          <a:solidFill>
            <a:srgbClr val="D6362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平行四边形 12">
            <a:extLst>
              <a:ext uri="{FF2B5EF4-FFF2-40B4-BE49-F238E27FC236}">
                <a16:creationId xmlns:a16="http://schemas.microsoft.com/office/drawing/2014/main" id="{A38345A7-F267-E233-91C6-C0B17A56B27C}"/>
              </a:ext>
            </a:extLst>
          </p:cNvPr>
          <p:cNvSpPr/>
          <p:nvPr/>
        </p:nvSpPr>
        <p:spPr>
          <a:xfrm rot="5400000" flipH="1">
            <a:off x="1282198" y="3774633"/>
            <a:ext cx="1679168" cy="1143082"/>
          </a:xfrm>
          <a:prstGeom prst="parallelogram">
            <a:avLst>
              <a:gd name="adj" fmla="val 24020"/>
            </a:avLst>
          </a:prstGeom>
          <a:solidFill>
            <a:srgbClr val="D6362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平行四边形 17">
            <a:extLst>
              <a:ext uri="{FF2B5EF4-FFF2-40B4-BE49-F238E27FC236}">
                <a16:creationId xmlns:a16="http://schemas.microsoft.com/office/drawing/2014/main" id="{3869B388-6D65-DA0B-FD74-A9821787CDCA}"/>
              </a:ext>
            </a:extLst>
          </p:cNvPr>
          <p:cNvSpPr/>
          <p:nvPr/>
        </p:nvSpPr>
        <p:spPr>
          <a:xfrm rot="16200000">
            <a:off x="145705" y="3781219"/>
            <a:ext cx="1679168" cy="1129911"/>
          </a:xfrm>
          <a:prstGeom prst="parallelogram">
            <a:avLst>
              <a:gd name="adj" fmla="val 24020"/>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矩形 14">
            <a:extLst>
              <a:ext uri="{FF2B5EF4-FFF2-40B4-BE49-F238E27FC236}">
                <a16:creationId xmlns:a16="http://schemas.microsoft.com/office/drawing/2014/main" id="{7E3778B5-6C2C-F2D0-EC5D-0FA72CDD6170}"/>
              </a:ext>
            </a:extLst>
          </p:cNvPr>
          <p:cNvSpPr/>
          <p:nvPr/>
        </p:nvSpPr>
        <p:spPr>
          <a:xfrm>
            <a:off x="2662218" y="2126673"/>
            <a:ext cx="1139055" cy="4114800"/>
          </a:xfrm>
          <a:custGeom>
            <a:avLst/>
            <a:gdLst>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4114800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21265 w 1100137"/>
              <a:gd name="connsiteY3" fmla="*/ 3306725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3721394 h 4114800"/>
              <a:gd name="connsiteX4" fmla="*/ 0 w 1100137"/>
              <a:gd name="connsiteY4" fmla="*/ 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137" h="4114800">
                <a:moveTo>
                  <a:pt x="0" y="0"/>
                </a:moveTo>
                <a:lnTo>
                  <a:pt x="1100137" y="0"/>
                </a:lnTo>
                <a:lnTo>
                  <a:pt x="1100137" y="4114800"/>
                </a:lnTo>
                <a:lnTo>
                  <a:pt x="0" y="3721394"/>
                </a:lnTo>
                <a:lnTo>
                  <a:pt x="0" y="0"/>
                </a:lnTo>
                <a:close/>
              </a:path>
            </a:pathLst>
          </a:custGeom>
          <a:solidFill>
            <a:srgbClr val="254160"/>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22" name="矩形 14">
            <a:extLst>
              <a:ext uri="{FF2B5EF4-FFF2-40B4-BE49-F238E27FC236}">
                <a16:creationId xmlns:a16="http://schemas.microsoft.com/office/drawing/2014/main" id="{A507F17C-8DDA-759B-0659-7099093D9CB0}"/>
              </a:ext>
            </a:extLst>
          </p:cNvPr>
          <p:cNvSpPr/>
          <p:nvPr/>
        </p:nvSpPr>
        <p:spPr>
          <a:xfrm flipH="1">
            <a:off x="3795063" y="2126673"/>
            <a:ext cx="1139055" cy="4114800"/>
          </a:xfrm>
          <a:custGeom>
            <a:avLst/>
            <a:gdLst>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4114800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21265 w 1100137"/>
              <a:gd name="connsiteY3" fmla="*/ 3306725 h 4114800"/>
              <a:gd name="connsiteX4" fmla="*/ 0 w 1100137"/>
              <a:gd name="connsiteY4" fmla="*/ 0 h 4114800"/>
              <a:gd name="connsiteX0" fmla="*/ 0 w 1100137"/>
              <a:gd name="connsiteY0" fmla="*/ 0 h 4114800"/>
              <a:gd name="connsiteX1" fmla="*/ 1100137 w 1100137"/>
              <a:gd name="connsiteY1" fmla="*/ 0 h 4114800"/>
              <a:gd name="connsiteX2" fmla="*/ 1100137 w 1100137"/>
              <a:gd name="connsiteY2" fmla="*/ 4114800 h 4114800"/>
              <a:gd name="connsiteX3" fmla="*/ 0 w 1100137"/>
              <a:gd name="connsiteY3" fmla="*/ 3721394 h 4114800"/>
              <a:gd name="connsiteX4" fmla="*/ 0 w 1100137"/>
              <a:gd name="connsiteY4" fmla="*/ 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137" h="4114800">
                <a:moveTo>
                  <a:pt x="0" y="0"/>
                </a:moveTo>
                <a:lnTo>
                  <a:pt x="1100137" y="0"/>
                </a:lnTo>
                <a:lnTo>
                  <a:pt x="1100137" y="4114800"/>
                </a:lnTo>
                <a:lnTo>
                  <a:pt x="0" y="3721394"/>
                </a:lnTo>
                <a:lnTo>
                  <a:pt x="0" y="0"/>
                </a:lnTo>
                <a:close/>
              </a:path>
            </a:pathLst>
          </a:cu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23" name="三角形 22">
            <a:extLst>
              <a:ext uri="{FF2B5EF4-FFF2-40B4-BE49-F238E27FC236}">
                <a16:creationId xmlns:a16="http://schemas.microsoft.com/office/drawing/2014/main" id="{5D4495DC-A2AB-4291-0DCD-C7A64F16B63D}"/>
              </a:ext>
            </a:extLst>
          </p:cNvPr>
          <p:cNvSpPr/>
          <p:nvPr/>
        </p:nvSpPr>
        <p:spPr>
          <a:xfrm rot="16200000">
            <a:off x="2863485" y="1561216"/>
            <a:ext cx="744276" cy="1127051"/>
          </a:xfrm>
          <a:prstGeom prst="triangle">
            <a:avLst/>
          </a:prstGeom>
          <a:solidFill>
            <a:srgbClr val="2C4C7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 name="三角形 23">
            <a:extLst>
              <a:ext uri="{FF2B5EF4-FFF2-40B4-BE49-F238E27FC236}">
                <a16:creationId xmlns:a16="http://schemas.microsoft.com/office/drawing/2014/main" id="{C9CDAF09-56CA-4F8C-F361-AB7BCC3F7D1A}"/>
              </a:ext>
            </a:extLst>
          </p:cNvPr>
          <p:cNvSpPr/>
          <p:nvPr/>
        </p:nvSpPr>
        <p:spPr>
          <a:xfrm rot="5400000">
            <a:off x="3984625" y="1561218"/>
            <a:ext cx="744276" cy="1127051"/>
          </a:xfrm>
          <a:prstGeom prst="triangle">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平行四边形 24">
            <a:extLst>
              <a:ext uri="{FF2B5EF4-FFF2-40B4-BE49-F238E27FC236}">
                <a16:creationId xmlns:a16="http://schemas.microsoft.com/office/drawing/2014/main" id="{27825253-49F5-5558-2B33-641E0ACDE95F}"/>
              </a:ext>
            </a:extLst>
          </p:cNvPr>
          <p:cNvSpPr/>
          <p:nvPr/>
        </p:nvSpPr>
        <p:spPr>
          <a:xfrm rot="5400000" flipH="1">
            <a:off x="3528991" y="3774634"/>
            <a:ext cx="1679168" cy="1143082"/>
          </a:xfrm>
          <a:prstGeom prst="parallelogram">
            <a:avLst>
              <a:gd name="adj" fmla="val 24020"/>
            </a:avLst>
          </a:prstGeom>
          <a:solidFill>
            <a:srgbClr val="26426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平行四边形 25">
            <a:extLst>
              <a:ext uri="{FF2B5EF4-FFF2-40B4-BE49-F238E27FC236}">
                <a16:creationId xmlns:a16="http://schemas.microsoft.com/office/drawing/2014/main" id="{01431D20-28E7-BC61-54B4-21CD4C36FE8E}"/>
              </a:ext>
            </a:extLst>
          </p:cNvPr>
          <p:cNvSpPr/>
          <p:nvPr/>
        </p:nvSpPr>
        <p:spPr>
          <a:xfrm rot="16200000">
            <a:off x="2392498" y="3781220"/>
            <a:ext cx="1679168" cy="1129911"/>
          </a:xfrm>
          <a:prstGeom prst="parallelogram">
            <a:avLst>
              <a:gd name="adj" fmla="val 24020"/>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三角形 27">
            <a:extLst>
              <a:ext uri="{FF2B5EF4-FFF2-40B4-BE49-F238E27FC236}">
                <a16:creationId xmlns:a16="http://schemas.microsoft.com/office/drawing/2014/main" id="{ED617510-2C58-9997-70DC-68131EB67934}"/>
              </a:ext>
            </a:extLst>
          </p:cNvPr>
          <p:cNvSpPr/>
          <p:nvPr/>
        </p:nvSpPr>
        <p:spPr>
          <a:xfrm rot="16200000">
            <a:off x="5135259" y="1561217"/>
            <a:ext cx="744276" cy="1127051"/>
          </a:xfrm>
          <a:prstGeom prst="triangle">
            <a:avLst/>
          </a:prstGeom>
          <a:solidFill>
            <a:srgbClr val="C6C9CF"/>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矩形 29">
            <a:extLst>
              <a:ext uri="{FF2B5EF4-FFF2-40B4-BE49-F238E27FC236}">
                <a16:creationId xmlns:a16="http://schemas.microsoft.com/office/drawing/2014/main" id="{E8D4155E-1476-DA21-9D99-5D92B332563E}"/>
              </a:ext>
            </a:extLst>
          </p:cNvPr>
          <p:cNvSpPr/>
          <p:nvPr/>
        </p:nvSpPr>
        <p:spPr>
          <a:xfrm>
            <a:off x="6072188" y="1752599"/>
            <a:ext cx="5743575" cy="1196157"/>
          </a:xfrm>
          <a:prstGeom prst="rect">
            <a:avLst/>
          </a:prstGeom>
          <a:solidFill>
            <a:srgbClr val="E8EBF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矩形 31">
            <a:extLst>
              <a:ext uri="{FF2B5EF4-FFF2-40B4-BE49-F238E27FC236}">
                <a16:creationId xmlns:a16="http://schemas.microsoft.com/office/drawing/2014/main" id="{E28955FC-B7E1-EBC4-C995-1ACCFF4C9521}"/>
              </a:ext>
            </a:extLst>
          </p:cNvPr>
          <p:cNvSpPr/>
          <p:nvPr/>
        </p:nvSpPr>
        <p:spPr>
          <a:xfrm>
            <a:off x="6072188" y="2488703"/>
            <a:ext cx="5743575" cy="478335"/>
          </a:xfrm>
          <a:prstGeom prst="rect">
            <a:avLst/>
          </a:prstGeom>
          <a:solidFill>
            <a:srgbClr val="DFE2E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矩形 39">
            <a:extLst>
              <a:ext uri="{FF2B5EF4-FFF2-40B4-BE49-F238E27FC236}">
                <a16:creationId xmlns:a16="http://schemas.microsoft.com/office/drawing/2014/main" id="{A20F8967-BD68-782E-A23F-8780E65F0300}"/>
              </a:ext>
            </a:extLst>
          </p:cNvPr>
          <p:cNvSpPr/>
          <p:nvPr/>
        </p:nvSpPr>
        <p:spPr>
          <a:xfrm>
            <a:off x="6072188" y="2920752"/>
            <a:ext cx="5743575" cy="478335"/>
          </a:xfrm>
          <a:prstGeom prst="rect">
            <a:avLst/>
          </a:prstGeom>
          <a:solidFill>
            <a:srgbClr val="E8EBF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矩形 40">
            <a:extLst>
              <a:ext uri="{FF2B5EF4-FFF2-40B4-BE49-F238E27FC236}">
                <a16:creationId xmlns:a16="http://schemas.microsoft.com/office/drawing/2014/main" id="{3F95F47A-A7A5-BB31-3C5D-DD672C325EE7}"/>
              </a:ext>
            </a:extLst>
          </p:cNvPr>
          <p:cNvSpPr/>
          <p:nvPr/>
        </p:nvSpPr>
        <p:spPr>
          <a:xfrm>
            <a:off x="6072188" y="3352799"/>
            <a:ext cx="5743575" cy="478335"/>
          </a:xfrm>
          <a:prstGeom prst="rect">
            <a:avLst/>
          </a:prstGeom>
          <a:solidFill>
            <a:srgbClr val="DFE2E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矩形 41">
            <a:extLst>
              <a:ext uri="{FF2B5EF4-FFF2-40B4-BE49-F238E27FC236}">
                <a16:creationId xmlns:a16="http://schemas.microsoft.com/office/drawing/2014/main" id="{C301007F-3D64-C6D3-A4A0-850090A07996}"/>
              </a:ext>
            </a:extLst>
          </p:cNvPr>
          <p:cNvSpPr/>
          <p:nvPr/>
        </p:nvSpPr>
        <p:spPr>
          <a:xfrm>
            <a:off x="6072188" y="3784848"/>
            <a:ext cx="5743575" cy="478335"/>
          </a:xfrm>
          <a:prstGeom prst="rect">
            <a:avLst/>
          </a:prstGeom>
          <a:solidFill>
            <a:srgbClr val="E8EBF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矩形 42">
            <a:extLst>
              <a:ext uri="{FF2B5EF4-FFF2-40B4-BE49-F238E27FC236}">
                <a16:creationId xmlns:a16="http://schemas.microsoft.com/office/drawing/2014/main" id="{AB624AC6-6BF3-D5B5-D188-086806FE952F}"/>
              </a:ext>
            </a:extLst>
          </p:cNvPr>
          <p:cNvSpPr/>
          <p:nvPr/>
        </p:nvSpPr>
        <p:spPr>
          <a:xfrm>
            <a:off x="6072188" y="4274615"/>
            <a:ext cx="5743575" cy="478335"/>
          </a:xfrm>
          <a:prstGeom prst="rect">
            <a:avLst/>
          </a:prstGeom>
          <a:solidFill>
            <a:srgbClr val="DFE2E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矩形 43">
            <a:extLst>
              <a:ext uri="{FF2B5EF4-FFF2-40B4-BE49-F238E27FC236}">
                <a16:creationId xmlns:a16="http://schemas.microsoft.com/office/drawing/2014/main" id="{FFF3E422-0F26-B9A1-2307-C6C6A075CD95}"/>
              </a:ext>
            </a:extLst>
          </p:cNvPr>
          <p:cNvSpPr/>
          <p:nvPr/>
        </p:nvSpPr>
        <p:spPr>
          <a:xfrm>
            <a:off x="6072188" y="4706664"/>
            <a:ext cx="5743575" cy="478335"/>
          </a:xfrm>
          <a:prstGeom prst="rect">
            <a:avLst/>
          </a:prstGeom>
          <a:solidFill>
            <a:srgbClr val="E8EBF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 name="矩形 44">
            <a:extLst>
              <a:ext uri="{FF2B5EF4-FFF2-40B4-BE49-F238E27FC236}">
                <a16:creationId xmlns:a16="http://schemas.microsoft.com/office/drawing/2014/main" id="{6554F6D2-19C8-4E33-CDC7-07EAD3383E30}"/>
              </a:ext>
            </a:extLst>
          </p:cNvPr>
          <p:cNvSpPr/>
          <p:nvPr/>
        </p:nvSpPr>
        <p:spPr>
          <a:xfrm>
            <a:off x="6072188" y="5153000"/>
            <a:ext cx="5743575" cy="478335"/>
          </a:xfrm>
          <a:prstGeom prst="rect">
            <a:avLst/>
          </a:prstGeom>
          <a:solidFill>
            <a:srgbClr val="DFE2E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 name="矩形 45">
            <a:extLst>
              <a:ext uri="{FF2B5EF4-FFF2-40B4-BE49-F238E27FC236}">
                <a16:creationId xmlns:a16="http://schemas.microsoft.com/office/drawing/2014/main" id="{7753D56A-CAE8-6A7B-3862-EFDAC88D0A54}"/>
              </a:ext>
            </a:extLst>
          </p:cNvPr>
          <p:cNvSpPr/>
          <p:nvPr/>
        </p:nvSpPr>
        <p:spPr>
          <a:xfrm>
            <a:off x="6072188" y="5585049"/>
            <a:ext cx="5743575" cy="478335"/>
          </a:xfrm>
          <a:prstGeom prst="rect">
            <a:avLst/>
          </a:prstGeom>
          <a:solidFill>
            <a:srgbClr val="E8EBF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 name="矩形 46">
            <a:extLst>
              <a:ext uri="{FF2B5EF4-FFF2-40B4-BE49-F238E27FC236}">
                <a16:creationId xmlns:a16="http://schemas.microsoft.com/office/drawing/2014/main" id="{EA95FA8E-70E3-C23F-7E5D-EBB439D2BAA5}"/>
              </a:ext>
            </a:extLst>
          </p:cNvPr>
          <p:cNvSpPr/>
          <p:nvPr/>
        </p:nvSpPr>
        <p:spPr>
          <a:xfrm>
            <a:off x="6072188" y="6068784"/>
            <a:ext cx="5743575" cy="606336"/>
          </a:xfrm>
          <a:prstGeom prst="rect">
            <a:avLst/>
          </a:prstGeom>
          <a:solidFill>
            <a:srgbClr val="DFE2E8"/>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平行四边形 36">
            <a:extLst>
              <a:ext uri="{FF2B5EF4-FFF2-40B4-BE49-F238E27FC236}">
                <a16:creationId xmlns:a16="http://schemas.microsoft.com/office/drawing/2014/main" id="{E6CBC16C-28E4-176F-95C9-149B96CA89D4}"/>
              </a:ext>
            </a:extLst>
          </p:cNvPr>
          <p:cNvSpPr/>
          <p:nvPr/>
        </p:nvSpPr>
        <p:spPr>
          <a:xfrm rot="5400000">
            <a:off x="7619344" y="2163097"/>
            <a:ext cx="635794" cy="1272126"/>
          </a:xfrm>
          <a:prstGeom prst="parallelogram">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9" name="平行四边形 48">
            <a:extLst>
              <a:ext uri="{FF2B5EF4-FFF2-40B4-BE49-F238E27FC236}">
                <a16:creationId xmlns:a16="http://schemas.microsoft.com/office/drawing/2014/main" id="{1408D077-510A-DC43-793F-7C0C600DD062}"/>
              </a:ext>
            </a:extLst>
          </p:cNvPr>
          <p:cNvSpPr/>
          <p:nvPr/>
        </p:nvSpPr>
        <p:spPr>
          <a:xfrm rot="5400000">
            <a:off x="7619344" y="2636887"/>
            <a:ext cx="635794" cy="1272126"/>
          </a:xfrm>
          <a:prstGeom prst="parallelogram">
            <a:avLst/>
          </a:prstGeom>
          <a:solidFill>
            <a:srgbClr val="26426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0" name="平行四边形 49">
            <a:extLst>
              <a:ext uri="{FF2B5EF4-FFF2-40B4-BE49-F238E27FC236}">
                <a16:creationId xmlns:a16="http://schemas.microsoft.com/office/drawing/2014/main" id="{68AAAF56-FBB7-918E-793F-717DD4B87F12}"/>
              </a:ext>
            </a:extLst>
          </p:cNvPr>
          <p:cNvSpPr/>
          <p:nvPr/>
        </p:nvSpPr>
        <p:spPr>
          <a:xfrm rot="5400000">
            <a:off x="8884323" y="2560844"/>
            <a:ext cx="635794" cy="1272126"/>
          </a:xfrm>
          <a:prstGeom prst="parallelogram">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1" name="平行四边形 50">
            <a:extLst>
              <a:ext uri="{FF2B5EF4-FFF2-40B4-BE49-F238E27FC236}">
                <a16:creationId xmlns:a16="http://schemas.microsoft.com/office/drawing/2014/main" id="{E9B87572-A171-5F66-6301-92A8174F47F7}"/>
              </a:ext>
            </a:extLst>
          </p:cNvPr>
          <p:cNvSpPr/>
          <p:nvPr/>
        </p:nvSpPr>
        <p:spPr>
          <a:xfrm rot="5400000">
            <a:off x="8884323" y="3034634"/>
            <a:ext cx="635794" cy="1272126"/>
          </a:xfrm>
          <a:prstGeom prst="parallelogram">
            <a:avLst/>
          </a:prstGeom>
          <a:solidFill>
            <a:srgbClr val="26426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2" name="平行四边形 51">
            <a:extLst>
              <a:ext uri="{FF2B5EF4-FFF2-40B4-BE49-F238E27FC236}">
                <a16:creationId xmlns:a16="http://schemas.microsoft.com/office/drawing/2014/main" id="{09084D28-D166-2709-3C35-C4275D870188}"/>
              </a:ext>
            </a:extLst>
          </p:cNvPr>
          <p:cNvSpPr/>
          <p:nvPr/>
        </p:nvSpPr>
        <p:spPr>
          <a:xfrm rot="5400000">
            <a:off x="8884323" y="3466682"/>
            <a:ext cx="635794" cy="1272126"/>
          </a:xfrm>
          <a:prstGeom prst="parallelogram">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3" name="平行四边形 52">
            <a:extLst>
              <a:ext uri="{FF2B5EF4-FFF2-40B4-BE49-F238E27FC236}">
                <a16:creationId xmlns:a16="http://schemas.microsoft.com/office/drawing/2014/main" id="{19DFA1E2-9306-4536-3B0D-0E2C7BEC2D95}"/>
              </a:ext>
            </a:extLst>
          </p:cNvPr>
          <p:cNvSpPr/>
          <p:nvPr/>
        </p:nvSpPr>
        <p:spPr>
          <a:xfrm rot="5400000">
            <a:off x="10502943" y="3080368"/>
            <a:ext cx="635794" cy="1961270"/>
          </a:xfrm>
          <a:prstGeom prst="parallelogram">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4" name="平行四边形 53">
            <a:extLst>
              <a:ext uri="{FF2B5EF4-FFF2-40B4-BE49-F238E27FC236}">
                <a16:creationId xmlns:a16="http://schemas.microsoft.com/office/drawing/2014/main" id="{8866E970-05DC-2730-ACD9-994AD7B32D97}"/>
              </a:ext>
            </a:extLst>
          </p:cNvPr>
          <p:cNvSpPr/>
          <p:nvPr/>
        </p:nvSpPr>
        <p:spPr>
          <a:xfrm rot="5400000">
            <a:off x="10502943" y="3554158"/>
            <a:ext cx="635794" cy="1961270"/>
          </a:xfrm>
          <a:prstGeom prst="parallelogram">
            <a:avLst/>
          </a:prstGeom>
          <a:solidFill>
            <a:srgbClr val="26426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5" name="平行四边形 54">
            <a:extLst>
              <a:ext uri="{FF2B5EF4-FFF2-40B4-BE49-F238E27FC236}">
                <a16:creationId xmlns:a16="http://schemas.microsoft.com/office/drawing/2014/main" id="{E7A1AD61-8386-AD32-8224-8E478C7174B9}"/>
              </a:ext>
            </a:extLst>
          </p:cNvPr>
          <p:cNvSpPr/>
          <p:nvPr/>
        </p:nvSpPr>
        <p:spPr>
          <a:xfrm rot="5400000">
            <a:off x="10502943" y="3986206"/>
            <a:ext cx="635794" cy="1961270"/>
          </a:xfrm>
          <a:prstGeom prst="parallelogram">
            <a:avLst/>
          </a:prstGeom>
          <a:solidFill>
            <a:srgbClr val="2D4F76"/>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6" name="平行四边形 55">
            <a:extLst>
              <a:ext uri="{FF2B5EF4-FFF2-40B4-BE49-F238E27FC236}">
                <a16:creationId xmlns:a16="http://schemas.microsoft.com/office/drawing/2014/main" id="{9864A03C-65BD-ADA8-1FEC-D3A492027D62}"/>
              </a:ext>
            </a:extLst>
          </p:cNvPr>
          <p:cNvSpPr/>
          <p:nvPr/>
        </p:nvSpPr>
        <p:spPr>
          <a:xfrm rot="5400000">
            <a:off x="10502943" y="4418254"/>
            <a:ext cx="635794" cy="1961270"/>
          </a:xfrm>
          <a:prstGeom prst="parallelogram">
            <a:avLst/>
          </a:prstGeom>
          <a:solidFill>
            <a:srgbClr val="52709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7" name="文本框 56">
            <a:extLst>
              <a:ext uri="{FF2B5EF4-FFF2-40B4-BE49-F238E27FC236}">
                <a16:creationId xmlns:a16="http://schemas.microsoft.com/office/drawing/2014/main" id="{2141912C-E6BC-631B-9559-17DAA5B4C56B}"/>
              </a:ext>
            </a:extLst>
          </p:cNvPr>
          <p:cNvSpPr txBox="1"/>
          <p:nvPr/>
        </p:nvSpPr>
        <p:spPr>
          <a:xfrm>
            <a:off x="1198802" y="1935480"/>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 name="文本框 57">
            <a:extLst>
              <a:ext uri="{FF2B5EF4-FFF2-40B4-BE49-F238E27FC236}">
                <a16:creationId xmlns:a16="http://schemas.microsoft.com/office/drawing/2014/main" id="{C6CF8027-C0D0-D320-43B7-CD5A1B1C4D7A}"/>
              </a:ext>
            </a:extLst>
          </p:cNvPr>
          <p:cNvSpPr txBox="1"/>
          <p:nvPr/>
        </p:nvSpPr>
        <p:spPr>
          <a:xfrm>
            <a:off x="1559496" y="1935480"/>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F5BE0238-DE3B-2467-5EE7-CEE7F198CCC5}"/>
              </a:ext>
            </a:extLst>
          </p:cNvPr>
          <p:cNvSpPr txBox="1"/>
          <p:nvPr/>
        </p:nvSpPr>
        <p:spPr>
          <a:xfrm>
            <a:off x="3413760" y="1935480"/>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124025F5-245C-DB5D-D158-29BFF1E62E20}"/>
              </a:ext>
            </a:extLst>
          </p:cNvPr>
          <p:cNvSpPr txBox="1"/>
          <p:nvPr/>
        </p:nvSpPr>
        <p:spPr>
          <a:xfrm>
            <a:off x="3827208" y="1935480"/>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4</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BA2BC510-6BF3-5A19-50F9-9F3FD41FEC56}"/>
              </a:ext>
            </a:extLst>
          </p:cNvPr>
          <p:cNvSpPr txBox="1"/>
          <p:nvPr/>
        </p:nvSpPr>
        <p:spPr>
          <a:xfrm>
            <a:off x="5717296" y="1886712"/>
            <a:ext cx="364202" cy="461665"/>
          </a:xfrm>
          <a:prstGeom prst="rect">
            <a:avLst/>
          </a:prstGeom>
          <a:noFill/>
        </p:spPr>
        <p:txBody>
          <a:bodyPr wrap="non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39E4BF19-2A2F-CF3C-7346-A89B7CBF2581}"/>
              </a:ext>
            </a:extLst>
          </p:cNvPr>
          <p:cNvSpPr txBox="1"/>
          <p:nvPr/>
        </p:nvSpPr>
        <p:spPr>
          <a:xfrm>
            <a:off x="1698689" y="1933952"/>
            <a:ext cx="812863" cy="338554"/>
          </a:xfrm>
          <a:prstGeom prst="rect">
            <a:avLst/>
          </a:prstGeom>
          <a:noFill/>
        </p:spPr>
        <p:txBody>
          <a:bodyPr wrap="square" rtlCol="0">
            <a:spAutoFit/>
          </a:bodyPr>
          <a:lstStyle/>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7C32680A-BC86-77D1-9778-579007FAFEB4}"/>
              </a:ext>
            </a:extLst>
          </p:cNvPr>
          <p:cNvSpPr txBox="1"/>
          <p:nvPr/>
        </p:nvSpPr>
        <p:spPr>
          <a:xfrm>
            <a:off x="606951" y="1980987"/>
            <a:ext cx="812863" cy="338554"/>
          </a:xfrm>
          <a:prstGeom prst="rect">
            <a:avLst/>
          </a:prstGeom>
          <a:noFill/>
        </p:spPr>
        <p:txBody>
          <a:bodyPr wrap="square" rtlCol="0">
            <a:spAutoFit/>
          </a:bodyPr>
          <a:lstStyle/>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02331108-38CD-4163-1093-C8A11FB2CED1}"/>
              </a:ext>
            </a:extLst>
          </p:cNvPr>
          <p:cNvSpPr txBox="1"/>
          <p:nvPr/>
        </p:nvSpPr>
        <p:spPr>
          <a:xfrm>
            <a:off x="2845736" y="1973600"/>
            <a:ext cx="812863" cy="307777"/>
          </a:xfrm>
          <a:prstGeom prst="rect">
            <a:avLst/>
          </a:prstGeom>
          <a:noFill/>
        </p:spPr>
        <p:txBody>
          <a:bodyPr wrap="square" rtlCol="0">
            <a:spAutoFit/>
          </a:bodyPr>
          <a:lstStyle/>
          <a:p>
            <a:pPr algn="ctr"/>
            <a:r>
              <a:rPr kumimoji="1" lang="en" altLang="zh-CN" sz="7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7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7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AA72572D-654E-0F68-A4E6-887A203AF2C9}"/>
              </a:ext>
            </a:extLst>
          </p:cNvPr>
          <p:cNvSpPr txBox="1"/>
          <p:nvPr/>
        </p:nvSpPr>
        <p:spPr>
          <a:xfrm>
            <a:off x="3935760" y="1984648"/>
            <a:ext cx="812863" cy="307777"/>
          </a:xfrm>
          <a:prstGeom prst="rect">
            <a:avLst/>
          </a:prstGeom>
          <a:noFill/>
        </p:spPr>
        <p:txBody>
          <a:bodyPr wrap="square" rtlCol="0">
            <a:spAutoFit/>
          </a:bodyPr>
          <a:lstStyle/>
          <a:p>
            <a:pPr algn="ctr"/>
            <a:r>
              <a:rPr kumimoji="1" lang="en" altLang="zh-CN" sz="7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7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7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01B64FF2-92C5-3F37-356E-13C8A56570E5}"/>
              </a:ext>
            </a:extLst>
          </p:cNvPr>
          <p:cNvSpPr txBox="1"/>
          <p:nvPr/>
        </p:nvSpPr>
        <p:spPr>
          <a:xfrm>
            <a:off x="5116848" y="1960264"/>
            <a:ext cx="812863" cy="307777"/>
          </a:xfrm>
          <a:prstGeom prst="rect">
            <a:avLst/>
          </a:prstGeom>
          <a:noFill/>
        </p:spPr>
        <p:txBody>
          <a:bodyPr wrap="square" rtlCol="0">
            <a:spAutoFit/>
          </a:bodyPr>
          <a:lstStyle/>
          <a:p>
            <a:pPr algn="ctr"/>
            <a:r>
              <a:rPr kumimoji="1" lang="en" altLang="zh-CN" sz="7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7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7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70" name="Google Shape;6083;p78">
            <a:extLst>
              <a:ext uri="{FF2B5EF4-FFF2-40B4-BE49-F238E27FC236}">
                <a16:creationId xmlns:a16="http://schemas.microsoft.com/office/drawing/2014/main" id="{E6432A2F-D111-EA82-2A1C-92B3626F151D}"/>
              </a:ext>
            </a:extLst>
          </p:cNvPr>
          <p:cNvGrpSpPr/>
          <p:nvPr/>
        </p:nvGrpSpPr>
        <p:grpSpPr>
          <a:xfrm>
            <a:off x="773580" y="2682960"/>
            <a:ext cx="428405" cy="411666"/>
            <a:chOff x="-62890750" y="3747425"/>
            <a:chExt cx="330825" cy="317900"/>
          </a:xfrm>
          <a:solidFill>
            <a:schemeClr val="bg1"/>
          </a:solidFill>
        </p:grpSpPr>
        <p:sp>
          <p:nvSpPr>
            <p:cNvPr id="71" name="Google Shape;6084;p78">
              <a:extLst>
                <a:ext uri="{FF2B5EF4-FFF2-40B4-BE49-F238E27FC236}">
                  <a16:creationId xmlns:a16="http://schemas.microsoft.com/office/drawing/2014/main" id="{8CFA0724-9497-6563-F1F4-2F2A0510A4F8}"/>
                </a:ext>
              </a:extLst>
            </p:cNvPr>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 name="Google Shape;6085;p78">
              <a:extLst>
                <a:ext uri="{FF2B5EF4-FFF2-40B4-BE49-F238E27FC236}">
                  <a16:creationId xmlns:a16="http://schemas.microsoft.com/office/drawing/2014/main" id="{A375ABFE-CB94-9EED-2758-1E2B13EEF191}"/>
                </a:ext>
              </a:extLst>
            </p:cNvPr>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 name="Google Shape;6086;p78">
              <a:extLst>
                <a:ext uri="{FF2B5EF4-FFF2-40B4-BE49-F238E27FC236}">
                  <a16:creationId xmlns:a16="http://schemas.microsoft.com/office/drawing/2014/main" id="{883FD713-EB2A-CFAB-83D8-1D48264EB04F}"/>
                </a:ext>
              </a:extLst>
            </p:cNvPr>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 name="Google Shape;6087;p78">
              <a:extLst>
                <a:ext uri="{FF2B5EF4-FFF2-40B4-BE49-F238E27FC236}">
                  <a16:creationId xmlns:a16="http://schemas.microsoft.com/office/drawing/2014/main" id="{0CA6FAE4-9580-CDCD-4A50-EE9A7F39E91F}"/>
                </a:ext>
              </a:extLst>
            </p:cNvPr>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 name="Google Shape;6088;p78">
              <a:extLst>
                <a:ext uri="{FF2B5EF4-FFF2-40B4-BE49-F238E27FC236}">
                  <a16:creationId xmlns:a16="http://schemas.microsoft.com/office/drawing/2014/main" id="{CA71A4D1-6BAD-8006-A9CB-4F706DAF8230}"/>
                </a:ext>
              </a:extLst>
            </p:cNvPr>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 name="Google Shape;6089;p78">
              <a:extLst>
                <a:ext uri="{FF2B5EF4-FFF2-40B4-BE49-F238E27FC236}">
                  <a16:creationId xmlns:a16="http://schemas.microsoft.com/office/drawing/2014/main" id="{6F750BD8-C21F-AC87-3C23-5BE6BFD13E83}"/>
                </a:ext>
              </a:extLst>
            </p:cNvPr>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 name="Google Shape;6090;p78">
              <a:extLst>
                <a:ext uri="{FF2B5EF4-FFF2-40B4-BE49-F238E27FC236}">
                  <a16:creationId xmlns:a16="http://schemas.microsoft.com/office/drawing/2014/main" id="{84B54427-A066-E2FC-B203-5D1AE7F21EF1}"/>
                </a:ext>
              </a:extLst>
            </p:cNvPr>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 name="Google Shape;6091;p78">
              <a:extLst>
                <a:ext uri="{FF2B5EF4-FFF2-40B4-BE49-F238E27FC236}">
                  <a16:creationId xmlns:a16="http://schemas.microsoft.com/office/drawing/2014/main" id="{210766C2-40B4-BE99-F7FA-3F4E98D96D5B}"/>
                </a:ext>
              </a:extLst>
            </p:cNvPr>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 name="Google Shape;6092;p78">
              <a:extLst>
                <a:ext uri="{FF2B5EF4-FFF2-40B4-BE49-F238E27FC236}">
                  <a16:creationId xmlns:a16="http://schemas.microsoft.com/office/drawing/2014/main" id="{F3954583-86AE-C9F3-5376-6DA3421EDF20}"/>
                </a:ext>
              </a:extLst>
            </p:cNvPr>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 name="Google Shape;6093;p78">
              <a:extLst>
                <a:ext uri="{FF2B5EF4-FFF2-40B4-BE49-F238E27FC236}">
                  <a16:creationId xmlns:a16="http://schemas.microsoft.com/office/drawing/2014/main" id="{4FD50855-9FDE-000F-3365-484F9AFAC98A}"/>
                </a:ext>
              </a:extLst>
            </p:cNvPr>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 name="Google Shape;6094;p78">
              <a:extLst>
                <a:ext uri="{FF2B5EF4-FFF2-40B4-BE49-F238E27FC236}">
                  <a16:creationId xmlns:a16="http://schemas.microsoft.com/office/drawing/2014/main" id="{5F9159AD-5F99-854E-DE2C-C570D8B73518}"/>
                </a:ext>
              </a:extLst>
            </p:cNvPr>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 name="Google Shape;6095;p78">
              <a:extLst>
                <a:ext uri="{FF2B5EF4-FFF2-40B4-BE49-F238E27FC236}">
                  <a16:creationId xmlns:a16="http://schemas.microsoft.com/office/drawing/2014/main" id="{E369670C-E039-8B41-33F1-887CFA0092BF}"/>
                </a:ext>
              </a:extLst>
            </p:cNvPr>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 name="Google Shape;6096;p78">
              <a:extLst>
                <a:ext uri="{FF2B5EF4-FFF2-40B4-BE49-F238E27FC236}">
                  <a16:creationId xmlns:a16="http://schemas.microsoft.com/office/drawing/2014/main" id="{87054C20-34AF-90BF-D6EF-A4D58CB5BF75}"/>
                </a:ext>
              </a:extLst>
            </p:cNvPr>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 name="Google Shape;6097;p78">
              <a:extLst>
                <a:ext uri="{FF2B5EF4-FFF2-40B4-BE49-F238E27FC236}">
                  <a16:creationId xmlns:a16="http://schemas.microsoft.com/office/drawing/2014/main" id="{3AB211ED-713D-0F1F-BF19-9BDC87BC23B0}"/>
                </a:ext>
              </a:extLst>
            </p:cNvPr>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 name="Google Shape;6207;p78">
            <a:extLst>
              <a:ext uri="{FF2B5EF4-FFF2-40B4-BE49-F238E27FC236}">
                <a16:creationId xmlns:a16="http://schemas.microsoft.com/office/drawing/2014/main" id="{BE6B6686-E681-1A67-5681-1271E65FBA7C}"/>
              </a:ext>
            </a:extLst>
          </p:cNvPr>
          <p:cNvGrpSpPr/>
          <p:nvPr/>
        </p:nvGrpSpPr>
        <p:grpSpPr>
          <a:xfrm>
            <a:off x="1930816" y="2753634"/>
            <a:ext cx="410048" cy="411084"/>
            <a:chOff x="-61784125" y="3377700"/>
            <a:chExt cx="316650" cy="317450"/>
          </a:xfrm>
          <a:solidFill>
            <a:schemeClr val="bg1"/>
          </a:solidFill>
        </p:grpSpPr>
        <p:sp>
          <p:nvSpPr>
            <p:cNvPr id="86" name="Google Shape;6208;p78">
              <a:extLst>
                <a:ext uri="{FF2B5EF4-FFF2-40B4-BE49-F238E27FC236}">
                  <a16:creationId xmlns:a16="http://schemas.microsoft.com/office/drawing/2014/main" id="{24D13063-5B16-9710-5816-B3AC93C21637}"/>
                </a:ext>
              </a:extLst>
            </p:cNvPr>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 name="Google Shape;6209;p78">
              <a:extLst>
                <a:ext uri="{FF2B5EF4-FFF2-40B4-BE49-F238E27FC236}">
                  <a16:creationId xmlns:a16="http://schemas.microsoft.com/office/drawing/2014/main" id="{084A62DA-224A-DFAE-9635-DF1EEFC4D6FA}"/>
                </a:ext>
              </a:extLst>
            </p:cNvPr>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 name="Google Shape;6210;p78">
              <a:extLst>
                <a:ext uri="{FF2B5EF4-FFF2-40B4-BE49-F238E27FC236}">
                  <a16:creationId xmlns:a16="http://schemas.microsoft.com/office/drawing/2014/main" id="{1DE647C5-6CD9-72B2-2D6E-136EA909374D}"/>
                </a:ext>
              </a:extLst>
            </p:cNvPr>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 name="Google Shape;6211;p78">
              <a:extLst>
                <a:ext uri="{FF2B5EF4-FFF2-40B4-BE49-F238E27FC236}">
                  <a16:creationId xmlns:a16="http://schemas.microsoft.com/office/drawing/2014/main" id="{5705BC23-F083-3660-F154-E96A09C8D502}"/>
                </a:ext>
              </a:extLst>
            </p:cNvPr>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 name="Google Shape;6212;p78">
              <a:extLst>
                <a:ext uri="{FF2B5EF4-FFF2-40B4-BE49-F238E27FC236}">
                  <a16:creationId xmlns:a16="http://schemas.microsoft.com/office/drawing/2014/main" id="{0958471C-CD57-CAA1-F830-C02C59C21965}"/>
                </a:ext>
              </a:extLst>
            </p:cNvPr>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 name="Google Shape;6213;p78">
              <a:extLst>
                <a:ext uri="{FF2B5EF4-FFF2-40B4-BE49-F238E27FC236}">
                  <a16:creationId xmlns:a16="http://schemas.microsoft.com/office/drawing/2014/main" id="{DEDF67BA-5058-1084-8A7F-3596D8A68951}"/>
                </a:ext>
              </a:extLst>
            </p:cNvPr>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 name="Google Shape;6214;p78">
              <a:extLst>
                <a:ext uri="{FF2B5EF4-FFF2-40B4-BE49-F238E27FC236}">
                  <a16:creationId xmlns:a16="http://schemas.microsoft.com/office/drawing/2014/main" id="{2ADB801F-6472-1ED6-41CA-B18C9EF448AD}"/>
                </a:ext>
              </a:extLst>
            </p:cNvPr>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4" name="下箭头 93">
            <a:extLst>
              <a:ext uri="{FF2B5EF4-FFF2-40B4-BE49-F238E27FC236}">
                <a16:creationId xmlns:a16="http://schemas.microsoft.com/office/drawing/2014/main" id="{E24A4623-FDD8-178D-ED68-48A9C9945015}"/>
              </a:ext>
            </a:extLst>
          </p:cNvPr>
          <p:cNvSpPr/>
          <p:nvPr/>
        </p:nvSpPr>
        <p:spPr>
          <a:xfrm>
            <a:off x="914401" y="4126360"/>
            <a:ext cx="195072" cy="393824"/>
          </a:xfrm>
          <a:prstGeom prst="downArrow">
            <a:avLst>
              <a:gd name="adj1" fmla="val 24363"/>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95" name="下箭头 94">
            <a:extLst>
              <a:ext uri="{FF2B5EF4-FFF2-40B4-BE49-F238E27FC236}">
                <a16:creationId xmlns:a16="http://schemas.microsoft.com/office/drawing/2014/main" id="{0605FA4C-1407-F7DD-3D25-69B7113AD126}"/>
              </a:ext>
            </a:extLst>
          </p:cNvPr>
          <p:cNvSpPr/>
          <p:nvPr/>
        </p:nvSpPr>
        <p:spPr>
          <a:xfrm>
            <a:off x="1991544" y="4126360"/>
            <a:ext cx="195072" cy="393824"/>
          </a:xfrm>
          <a:prstGeom prst="downArrow">
            <a:avLst>
              <a:gd name="adj1" fmla="val 24363"/>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96" name="下箭头 95">
            <a:extLst>
              <a:ext uri="{FF2B5EF4-FFF2-40B4-BE49-F238E27FC236}">
                <a16:creationId xmlns:a16="http://schemas.microsoft.com/office/drawing/2014/main" id="{90D5B19D-9AC1-1322-CE3E-E089EC63F59E}"/>
              </a:ext>
            </a:extLst>
          </p:cNvPr>
          <p:cNvSpPr/>
          <p:nvPr/>
        </p:nvSpPr>
        <p:spPr>
          <a:xfrm>
            <a:off x="3146649" y="4126360"/>
            <a:ext cx="195072" cy="393824"/>
          </a:xfrm>
          <a:prstGeom prst="downArrow">
            <a:avLst>
              <a:gd name="adj1" fmla="val 24363"/>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97" name="下箭头 96">
            <a:extLst>
              <a:ext uri="{FF2B5EF4-FFF2-40B4-BE49-F238E27FC236}">
                <a16:creationId xmlns:a16="http://schemas.microsoft.com/office/drawing/2014/main" id="{405766A0-34EF-3755-C3AC-89ED15427B1C}"/>
              </a:ext>
            </a:extLst>
          </p:cNvPr>
          <p:cNvSpPr/>
          <p:nvPr/>
        </p:nvSpPr>
        <p:spPr>
          <a:xfrm>
            <a:off x="4223792" y="4126360"/>
            <a:ext cx="195072" cy="393824"/>
          </a:xfrm>
          <a:prstGeom prst="downArrow">
            <a:avLst>
              <a:gd name="adj1" fmla="val 24363"/>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98" name="文本框 97">
            <a:extLst>
              <a:ext uri="{FF2B5EF4-FFF2-40B4-BE49-F238E27FC236}">
                <a16:creationId xmlns:a16="http://schemas.microsoft.com/office/drawing/2014/main" id="{CDADD23B-B138-4B66-E96F-B3E1C64BD14F}"/>
              </a:ext>
            </a:extLst>
          </p:cNvPr>
          <p:cNvSpPr txBox="1"/>
          <p:nvPr/>
        </p:nvSpPr>
        <p:spPr>
          <a:xfrm>
            <a:off x="1716848" y="3220976"/>
            <a:ext cx="812863" cy="338554"/>
          </a:xfrm>
          <a:prstGeom prst="rect">
            <a:avLst/>
          </a:prstGeom>
          <a:noFill/>
        </p:spPr>
        <p:txBody>
          <a:bodyPr wrap="square" rtlCol="0">
            <a:spAutoFit/>
          </a:bodyPr>
          <a:lstStyle/>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9" name="文本框 98">
            <a:extLst>
              <a:ext uri="{FF2B5EF4-FFF2-40B4-BE49-F238E27FC236}">
                <a16:creationId xmlns:a16="http://schemas.microsoft.com/office/drawing/2014/main" id="{96BDCE92-E7AC-89EF-6B96-16BFB69F748E}"/>
              </a:ext>
            </a:extLst>
          </p:cNvPr>
          <p:cNvSpPr txBox="1"/>
          <p:nvPr/>
        </p:nvSpPr>
        <p:spPr>
          <a:xfrm>
            <a:off x="539192" y="3099056"/>
            <a:ext cx="812863" cy="338554"/>
          </a:xfrm>
          <a:prstGeom prst="rect">
            <a:avLst/>
          </a:prstGeom>
          <a:noFill/>
        </p:spPr>
        <p:txBody>
          <a:bodyPr wrap="square" rtlCol="0">
            <a:spAutoFit/>
          </a:bodyPr>
          <a:lstStyle/>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2" name="文本框 101">
            <a:extLst>
              <a:ext uri="{FF2B5EF4-FFF2-40B4-BE49-F238E27FC236}">
                <a16:creationId xmlns:a16="http://schemas.microsoft.com/office/drawing/2014/main" id="{AFD0EE33-FEDA-A8E7-DC91-DA2C43E9442D}"/>
              </a:ext>
            </a:extLst>
          </p:cNvPr>
          <p:cNvSpPr txBox="1"/>
          <p:nvPr/>
        </p:nvSpPr>
        <p:spPr>
          <a:xfrm rot="640525">
            <a:off x="536476" y="5358384"/>
            <a:ext cx="819429" cy="400110"/>
          </a:xfrm>
          <a:prstGeom prst="rect">
            <a:avLst/>
          </a:prstGeom>
          <a:noFill/>
          <a:ln>
            <a:no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103" name="文本框 102">
            <a:extLst>
              <a:ext uri="{FF2B5EF4-FFF2-40B4-BE49-F238E27FC236}">
                <a16:creationId xmlns:a16="http://schemas.microsoft.com/office/drawing/2014/main" id="{07C48839-CF83-485F-1F48-44DA7888BACA}"/>
              </a:ext>
            </a:extLst>
          </p:cNvPr>
          <p:cNvSpPr txBox="1"/>
          <p:nvPr/>
        </p:nvSpPr>
        <p:spPr>
          <a:xfrm rot="20914397">
            <a:off x="1733478" y="5320683"/>
            <a:ext cx="819429" cy="400110"/>
          </a:xfrm>
          <a:prstGeom prst="rect">
            <a:avLst/>
          </a:prstGeom>
          <a:noFill/>
          <a:ln>
            <a:no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104" name="文本框 103">
            <a:extLst>
              <a:ext uri="{FF2B5EF4-FFF2-40B4-BE49-F238E27FC236}">
                <a16:creationId xmlns:a16="http://schemas.microsoft.com/office/drawing/2014/main" id="{7F588F6A-27AE-5240-5940-9DACE18A69DC}"/>
              </a:ext>
            </a:extLst>
          </p:cNvPr>
          <p:cNvSpPr txBox="1"/>
          <p:nvPr/>
        </p:nvSpPr>
        <p:spPr>
          <a:xfrm rot="640525">
            <a:off x="2813600" y="5369451"/>
            <a:ext cx="819429" cy="400110"/>
          </a:xfrm>
          <a:prstGeom prst="rect">
            <a:avLst/>
          </a:prstGeom>
          <a:noFill/>
          <a:ln>
            <a:no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105" name="文本框 104">
            <a:extLst>
              <a:ext uri="{FF2B5EF4-FFF2-40B4-BE49-F238E27FC236}">
                <a16:creationId xmlns:a16="http://schemas.microsoft.com/office/drawing/2014/main" id="{FB33A457-16F5-8F04-4955-1351177A0619}"/>
              </a:ext>
            </a:extLst>
          </p:cNvPr>
          <p:cNvSpPr txBox="1"/>
          <p:nvPr/>
        </p:nvSpPr>
        <p:spPr>
          <a:xfrm rot="21295542">
            <a:off x="4010602" y="5331750"/>
            <a:ext cx="819429" cy="400110"/>
          </a:xfrm>
          <a:prstGeom prst="rect">
            <a:avLst/>
          </a:prstGeom>
          <a:noFill/>
          <a:ln>
            <a:no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grpSp>
        <p:nvGrpSpPr>
          <p:cNvPr id="106" name="Google Shape;6256;p78">
            <a:extLst>
              <a:ext uri="{FF2B5EF4-FFF2-40B4-BE49-F238E27FC236}">
                <a16:creationId xmlns:a16="http://schemas.microsoft.com/office/drawing/2014/main" id="{6D23864B-0A55-7F6F-19E3-759B9E00E319}"/>
              </a:ext>
            </a:extLst>
          </p:cNvPr>
          <p:cNvGrpSpPr/>
          <p:nvPr/>
        </p:nvGrpSpPr>
        <p:grpSpPr>
          <a:xfrm>
            <a:off x="4194833" y="2661669"/>
            <a:ext cx="437723" cy="383283"/>
            <a:chOff x="2404875" y="3592725"/>
            <a:chExt cx="298525" cy="293825"/>
          </a:xfrm>
          <a:solidFill>
            <a:schemeClr val="bg1"/>
          </a:solidFill>
        </p:grpSpPr>
        <p:sp>
          <p:nvSpPr>
            <p:cNvPr id="107" name="Google Shape;6257;p78">
              <a:extLst>
                <a:ext uri="{FF2B5EF4-FFF2-40B4-BE49-F238E27FC236}">
                  <a16:creationId xmlns:a16="http://schemas.microsoft.com/office/drawing/2014/main" id="{05E51071-E205-968D-5971-48EA6AE487E1}"/>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p>
          </p:txBody>
        </p:sp>
        <p:sp>
          <p:nvSpPr>
            <p:cNvPr id="108" name="Google Shape;6258;p78">
              <a:extLst>
                <a:ext uri="{FF2B5EF4-FFF2-40B4-BE49-F238E27FC236}">
                  <a16:creationId xmlns:a16="http://schemas.microsoft.com/office/drawing/2014/main" id="{DB045080-46B7-6ABC-6623-318A203AB516}"/>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p>
          </p:txBody>
        </p:sp>
        <p:sp>
          <p:nvSpPr>
            <p:cNvPr id="109" name="Google Shape;6259;p78">
              <a:extLst>
                <a:ext uri="{FF2B5EF4-FFF2-40B4-BE49-F238E27FC236}">
                  <a16:creationId xmlns:a16="http://schemas.microsoft.com/office/drawing/2014/main" id="{154E43A8-F060-7E66-240F-C3356D011E8A}"/>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110" name="Google Shape;6219;p78">
            <a:extLst>
              <a:ext uri="{FF2B5EF4-FFF2-40B4-BE49-F238E27FC236}">
                <a16:creationId xmlns:a16="http://schemas.microsoft.com/office/drawing/2014/main" id="{50124C16-E588-3758-F797-8379EE49485F}"/>
              </a:ext>
            </a:extLst>
          </p:cNvPr>
          <p:cNvSpPr/>
          <p:nvPr/>
        </p:nvSpPr>
        <p:spPr>
          <a:xfrm>
            <a:off x="3073291" y="2672747"/>
            <a:ext cx="402174" cy="381535"/>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111" name="文本框 110">
            <a:extLst>
              <a:ext uri="{FF2B5EF4-FFF2-40B4-BE49-F238E27FC236}">
                <a16:creationId xmlns:a16="http://schemas.microsoft.com/office/drawing/2014/main" id="{1955B161-70E2-8861-526B-4D1091C72B2A}"/>
              </a:ext>
            </a:extLst>
          </p:cNvPr>
          <p:cNvSpPr txBox="1"/>
          <p:nvPr/>
        </p:nvSpPr>
        <p:spPr>
          <a:xfrm>
            <a:off x="3921280" y="3122296"/>
            <a:ext cx="812863" cy="338554"/>
          </a:xfrm>
          <a:prstGeom prst="rect">
            <a:avLst/>
          </a:prstGeom>
          <a:noFill/>
        </p:spPr>
        <p:txBody>
          <a:bodyPr wrap="square" rtlCol="0">
            <a:spAutoFit/>
          </a:bodyPr>
          <a:lstStyle/>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2" name="文本框 111">
            <a:extLst>
              <a:ext uri="{FF2B5EF4-FFF2-40B4-BE49-F238E27FC236}">
                <a16:creationId xmlns:a16="http://schemas.microsoft.com/office/drawing/2014/main" id="{87A5E0EF-501C-EDAB-F267-01CD89EB31BE}"/>
              </a:ext>
            </a:extLst>
          </p:cNvPr>
          <p:cNvSpPr txBox="1"/>
          <p:nvPr/>
        </p:nvSpPr>
        <p:spPr>
          <a:xfrm>
            <a:off x="2902120" y="3158872"/>
            <a:ext cx="812863" cy="338554"/>
          </a:xfrm>
          <a:prstGeom prst="rect">
            <a:avLst/>
          </a:prstGeom>
          <a:noFill/>
        </p:spPr>
        <p:txBody>
          <a:bodyPr wrap="square" rtlCol="0">
            <a:spAutoFit/>
          </a:bodyPr>
          <a:lstStyle/>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3" name="文本框 112">
            <a:extLst>
              <a:ext uri="{FF2B5EF4-FFF2-40B4-BE49-F238E27FC236}">
                <a16:creationId xmlns:a16="http://schemas.microsoft.com/office/drawing/2014/main" id="{58D130D2-4DAB-5DFE-0332-EDE1B704937E}"/>
              </a:ext>
            </a:extLst>
          </p:cNvPr>
          <p:cNvSpPr txBox="1"/>
          <p:nvPr/>
        </p:nvSpPr>
        <p:spPr>
          <a:xfrm>
            <a:off x="5098936" y="2822072"/>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4" name="文本框 113">
            <a:extLst>
              <a:ext uri="{FF2B5EF4-FFF2-40B4-BE49-F238E27FC236}">
                <a16:creationId xmlns:a16="http://schemas.microsoft.com/office/drawing/2014/main" id="{61E228B2-E282-69B9-705D-226EC725D7D4}"/>
              </a:ext>
            </a:extLst>
          </p:cNvPr>
          <p:cNvSpPr txBox="1"/>
          <p:nvPr/>
        </p:nvSpPr>
        <p:spPr>
          <a:xfrm>
            <a:off x="5087888" y="3640832"/>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5" name="文本框 114">
            <a:extLst>
              <a:ext uri="{FF2B5EF4-FFF2-40B4-BE49-F238E27FC236}">
                <a16:creationId xmlns:a16="http://schemas.microsoft.com/office/drawing/2014/main" id="{2BA816B7-47E0-F64B-FA29-85CFC9C5BEFD}"/>
              </a:ext>
            </a:extLst>
          </p:cNvPr>
          <p:cNvSpPr txBox="1"/>
          <p:nvPr/>
        </p:nvSpPr>
        <p:spPr>
          <a:xfrm>
            <a:off x="5087888" y="4576936"/>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6" name="下箭头 115">
            <a:extLst>
              <a:ext uri="{FF2B5EF4-FFF2-40B4-BE49-F238E27FC236}">
                <a16:creationId xmlns:a16="http://schemas.microsoft.com/office/drawing/2014/main" id="{E835343A-E874-C5DE-302B-4AC1DEC89CBC}"/>
              </a:ext>
            </a:extLst>
          </p:cNvPr>
          <p:cNvSpPr/>
          <p:nvPr/>
        </p:nvSpPr>
        <p:spPr>
          <a:xfrm rot="16682188">
            <a:off x="7402314" y="2585867"/>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17" name="下箭头 116">
            <a:extLst>
              <a:ext uri="{FF2B5EF4-FFF2-40B4-BE49-F238E27FC236}">
                <a16:creationId xmlns:a16="http://schemas.microsoft.com/office/drawing/2014/main" id="{C2F63934-4277-CFAC-7531-B5B099316619}"/>
              </a:ext>
            </a:extLst>
          </p:cNvPr>
          <p:cNvSpPr/>
          <p:nvPr/>
        </p:nvSpPr>
        <p:spPr>
          <a:xfrm rot="16682188">
            <a:off x="7402314" y="3057027"/>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18" name="下箭头 117">
            <a:extLst>
              <a:ext uri="{FF2B5EF4-FFF2-40B4-BE49-F238E27FC236}">
                <a16:creationId xmlns:a16="http://schemas.microsoft.com/office/drawing/2014/main" id="{293BC615-4E22-35CE-9189-57A8584E725C}"/>
              </a:ext>
            </a:extLst>
          </p:cNvPr>
          <p:cNvSpPr/>
          <p:nvPr/>
        </p:nvSpPr>
        <p:spPr>
          <a:xfrm rot="16682188">
            <a:off x="8650902" y="2985018"/>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19" name="下箭头 118">
            <a:extLst>
              <a:ext uri="{FF2B5EF4-FFF2-40B4-BE49-F238E27FC236}">
                <a16:creationId xmlns:a16="http://schemas.microsoft.com/office/drawing/2014/main" id="{59D275A3-BB6C-DCE8-4267-3334E2495D9C}"/>
              </a:ext>
            </a:extLst>
          </p:cNvPr>
          <p:cNvSpPr/>
          <p:nvPr/>
        </p:nvSpPr>
        <p:spPr>
          <a:xfrm rot="16682188">
            <a:off x="8663966" y="3456253"/>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20" name="下箭头 119">
            <a:extLst>
              <a:ext uri="{FF2B5EF4-FFF2-40B4-BE49-F238E27FC236}">
                <a16:creationId xmlns:a16="http://schemas.microsoft.com/office/drawing/2014/main" id="{8F2F5E71-A8F2-917D-3E86-DAB2F94277C8}"/>
              </a:ext>
            </a:extLst>
          </p:cNvPr>
          <p:cNvSpPr/>
          <p:nvPr/>
        </p:nvSpPr>
        <p:spPr>
          <a:xfrm rot="16682188">
            <a:off x="8650902" y="3888467"/>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21" name="下箭头 120">
            <a:extLst>
              <a:ext uri="{FF2B5EF4-FFF2-40B4-BE49-F238E27FC236}">
                <a16:creationId xmlns:a16="http://schemas.microsoft.com/office/drawing/2014/main" id="{B87EE955-B6C3-D774-1623-7463FF725345}"/>
              </a:ext>
            </a:extLst>
          </p:cNvPr>
          <p:cNvSpPr/>
          <p:nvPr/>
        </p:nvSpPr>
        <p:spPr>
          <a:xfrm rot="16682188">
            <a:off x="9947048" y="3849114"/>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22" name="下箭头 121">
            <a:extLst>
              <a:ext uri="{FF2B5EF4-FFF2-40B4-BE49-F238E27FC236}">
                <a16:creationId xmlns:a16="http://schemas.microsoft.com/office/drawing/2014/main" id="{D00E5BC7-C85E-E7A8-E035-5474FBA42A02}"/>
              </a:ext>
            </a:extLst>
          </p:cNvPr>
          <p:cNvSpPr/>
          <p:nvPr/>
        </p:nvSpPr>
        <p:spPr>
          <a:xfrm rot="16682188">
            <a:off x="9940516" y="4280188"/>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23" name="下箭头 122">
            <a:extLst>
              <a:ext uri="{FF2B5EF4-FFF2-40B4-BE49-F238E27FC236}">
                <a16:creationId xmlns:a16="http://schemas.microsoft.com/office/drawing/2014/main" id="{89D97F6E-6225-E447-10BC-DABADDBEA509}"/>
              </a:ext>
            </a:extLst>
          </p:cNvPr>
          <p:cNvSpPr/>
          <p:nvPr/>
        </p:nvSpPr>
        <p:spPr>
          <a:xfrm rot="16682188">
            <a:off x="9947047" y="4713211"/>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24" name="下箭头 123">
            <a:extLst>
              <a:ext uri="{FF2B5EF4-FFF2-40B4-BE49-F238E27FC236}">
                <a16:creationId xmlns:a16="http://schemas.microsoft.com/office/drawing/2014/main" id="{3DA832BA-22E8-62B5-28CA-DB160CBE4BE0}"/>
              </a:ext>
            </a:extLst>
          </p:cNvPr>
          <p:cNvSpPr/>
          <p:nvPr/>
        </p:nvSpPr>
        <p:spPr>
          <a:xfrm rot="16682188">
            <a:off x="9947047" y="5191752"/>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cxnSp>
        <p:nvCxnSpPr>
          <p:cNvPr id="126" name="直线连接符 125">
            <a:extLst>
              <a:ext uri="{FF2B5EF4-FFF2-40B4-BE49-F238E27FC236}">
                <a16:creationId xmlns:a16="http://schemas.microsoft.com/office/drawing/2014/main" id="{39D3FAD8-94EA-98A6-DD96-C937E5B942FE}"/>
              </a:ext>
            </a:extLst>
          </p:cNvPr>
          <p:cNvCxnSpPr/>
          <p:nvPr/>
        </p:nvCxnSpPr>
        <p:spPr>
          <a:xfrm>
            <a:off x="7286626" y="1781175"/>
            <a:ext cx="0" cy="4872038"/>
          </a:xfrm>
          <a:prstGeom prst="line">
            <a:avLst/>
          </a:prstGeom>
          <a:ln w="38100">
            <a:solidFill>
              <a:schemeClr val="tx1">
                <a:alpha val="6888"/>
              </a:schemeClr>
            </a:solidFill>
          </a:ln>
        </p:spPr>
        <p:style>
          <a:lnRef idx="1">
            <a:schemeClr val="accent1"/>
          </a:lnRef>
          <a:fillRef idx="0">
            <a:schemeClr val="accent1"/>
          </a:fillRef>
          <a:effectRef idx="0">
            <a:schemeClr val="accent1"/>
          </a:effectRef>
          <a:fontRef idx="minor">
            <a:schemeClr val="tx1"/>
          </a:fontRef>
        </p:style>
      </p:cxnSp>
      <p:cxnSp>
        <p:nvCxnSpPr>
          <p:cNvPr id="127" name="直线连接符 126">
            <a:extLst>
              <a:ext uri="{FF2B5EF4-FFF2-40B4-BE49-F238E27FC236}">
                <a16:creationId xmlns:a16="http://schemas.microsoft.com/office/drawing/2014/main" id="{CFAD1DC4-D49A-0490-5AC8-A550D9B17642}"/>
              </a:ext>
            </a:extLst>
          </p:cNvPr>
          <p:cNvCxnSpPr/>
          <p:nvPr/>
        </p:nvCxnSpPr>
        <p:spPr>
          <a:xfrm>
            <a:off x="8544272" y="1781175"/>
            <a:ext cx="0" cy="4872038"/>
          </a:xfrm>
          <a:prstGeom prst="line">
            <a:avLst/>
          </a:prstGeom>
          <a:ln w="38100">
            <a:solidFill>
              <a:schemeClr val="tx1">
                <a:alpha val="6888"/>
              </a:schemeClr>
            </a:solidFill>
          </a:ln>
        </p:spPr>
        <p:style>
          <a:lnRef idx="1">
            <a:schemeClr val="accent1"/>
          </a:lnRef>
          <a:fillRef idx="0">
            <a:schemeClr val="accent1"/>
          </a:fillRef>
          <a:effectRef idx="0">
            <a:schemeClr val="accent1"/>
          </a:effectRef>
          <a:fontRef idx="minor">
            <a:schemeClr val="tx1"/>
          </a:fontRef>
        </p:style>
      </p:cxnSp>
      <p:cxnSp>
        <p:nvCxnSpPr>
          <p:cNvPr id="128" name="直线连接符 127">
            <a:extLst>
              <a:ext uri="{FF2B5EF4-FFF2-40B4-BE49-F238E27FC236}">
                <a16:creationId xmlns:a16="http://schemas.microsoft.com/office/drawing/2014/main" id="{3D57802A-C3EE-A11F-5E20-A24C09794A58}"/>
              </a:ext>
            </a:extLst>
          </p:cNvPr>
          <p:cNvCxnSpPr/>
          <p:nvPr/>
        </p:nvCxnSpPr>
        <p:spPr>
          <a:xfrm>
            <a:off x="9840416" y="1781175"/>
            <a:ext cx="0" cy="4872038"/>
          </a:xfrm>
          <a:prstGeom prst="line">
            <a:avLst/>
          </a:prstGeom>
          <a:ln w="38100">
            <a:solidFill>
              <a:schemeClr val="tx1">
                <a:alpha val="6888"/>
              </a:schemeClr>
            </a:solidFill>
          </a:ln>
        </p:spPr>
        <p:style>
          <a:lnRef idx="1">
            <a:schemeClr val="accent1"/>
          </a:lnRef>
          <a:fillRef idx="0">
            <a:schemeClr val="accent1"/>
          </a:fillRef>
          <a:effectRef idx="0">
            <a:schemeClr val="accent1"/>
          </a:effectRef>
          <a:fontRef idx="minor">
            <a:schemeClr val="tx1"/>
          </a:fontRef>
        </p:style>
      </p:cxnSp>
      <p:sp>
        <p:nvSpPr>
          <p:cNvPr id="129" name="平行四边形 128">
            <a:extLst>
              <a:ext uri="{FF2B5EF4-FFF2-40B4-BE49-F238E27FC236}">
                <a16:creationId xmlns:a16="http://schemas.microsoft.com/office/drawing/2014/main" id="{3CE43BBD-76A0-8062-A157-57E150CD8007}"/>
              </a:ext>
            </a:extLst>
          </p:cNvPr>
          <p:cNvSpPr/>
          <p:nvPr/>
        </p:nvSpPr>
        <p:spPr>
          <a:xfrm rot="5400000">
            <a:off x="10486220" y="4905587"/>
            <a:ext cx="669240" cy="1961270"/>
          </a:xfrm>
          <a:prstGeom prst="parallelogram">
            <a:avLst/>
          </a:prstGeom>
          <a:solidFill>
            <a:srgbClr val="6C8DB2"/>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31" name="下箭头 130">
            <a:extLst>
              <a:ext uri="{FF2B5EF4-FFF2-40B4-BE49-F238E27FC236}">
                <a16:creationId xmlns:a16="http://schemas.microsoft.com/office/drawing/2014/main" id="{AF2E08CC-9CB3-BDBC-AD3D-97EDC6B81A72}"/>
              </a:ext>
            </a:extLst>
          </p:cNvPr>
          <p:cNvSpPr/>
          <p:nvPr/>
        </p:nvSpPr>
        <p:spPr>
          <a:xfrm rot="16682188">
            <a:off x="9947047" y="5649315"/>
            <a:ext cx="106078" cy="307530"/>
          </a:xfrm>
          <a:prstGeom prst="downArrow">
            <a:avLst>
              <a:gd name="adj1" fmla="val 17667"/>
              <a:gd name="adj2" fmla="val 50000"/>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132" name="文本框 131">
            <a:extLst>
              <a:ext uri="{FF2B5EF4-FFF2-40B4-BE49-F238E27FC236}">
                <a16:creationId xmlns:a16="http://schemas.microsoft.com/office/drawing/2014/main" id="{AA0261AB-B2E8-B70E-8895-BA167B027994}"/>
              </a:ext>
            </a:extLst>
          </p:cNvPr>
          <p:cNvSpPr txBox="1"/>
          <p:nvPr/>
        </p:nvSpPr>
        <p:spPr>
          <a:xfrm rot="338169">
            <a:off x="7551607" y="2714133"/>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3" name="文本框 132">
            <a:extLst>
              <a:ext uri="{FF2B5EF4-FFF2-40B4-BE49-F238E27FC236}">
                <a16:creationId xmlns:a16="http://schemas.microsoft.com/office/drawing/2014/main" id="{13891BCD-C9E4-011F-4A65-C42FF6A5D7E9}"/>
              </a:ext>
            </a:extLst>
          </p:cNvPr>
          <p:cNvSpPr txBox="1"/>
          <p:nvPr/>
        </p:nvSpPr>
        <p:spPr>
          <a:xfrm rot="338169">
            <a:off x="7542723" y="3187214"/>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4" name="文本框 133">
            <a:extLst>
              <a:ext uri="{FF2B5EF4-FFF2-40B4-BE49-F238E27FC236}">
                <a16:creationId xmlns:a16="http://schemas.microsoft.com/office/drawing/2014/main" id="{6BF7A9A8-024A-34BA-D587-3EB828E43422}"/>
              </a:ext>
            </a:extLst>
          </p:cNvPr>
          <p:cNvSpPr txBox="1"/>
          <p:nvPr/>
        </p:nvSpPr>
        <p:spPr>
          <a:xfrm rot="338169">
            <a:off x="8820015" y="3140080"/>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5" name="文本框 134">
            <a:extLst>
              <a:ext uri="{FF2B5EF4-FFF2-40B4-BE49-F238E27FC236}">
                <a16:creationId xmlns:a16="http://schemas.microsoft.com/office/drawing/2014/main" id="{C42E327D-BDEB-934B-B336-756DF60378AB}"/>
              </a:ext>
            </a:extLst>
          </p:cNvPr>
          <p:cNvSpPr txBox="1"/>
          <p:nvPr/>
        </p:nvSpPr>
        <p:spPr>
          <a:xfrm rot="479766">
            <a:off x="8795141" y="3590980"/>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6" name="文本框 135">
            <a:extLst>
              <a:ext uri="{FF2B5EF4-FFF2-40B4-BE49-F238E27FC236}">
                <a16:creationId xmlns:a16="http://schemas.microsoft.com/office/drawing/2014/main" id="{3629EBCE-094A-CBD4-B17D-C7D4F14F658D}"/>
              </a:ext>
            </a:extLst>
          </p:cNvPr>
          <p:cNvSpPr txBox="1"/>
          <p:nvPr/>
        </p:nvSpPr>
        <p:spPr>
          <a:xfrm rot="479766">
            <a:off x="8768103" y="4000037"/>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7" name="文本框 136">
            <a:extLst>
              <a:ext uri="{FF2B5EF4-FFF2-40B4-BE49-F238E27FC236}">
                <a16:creationId xmlns:a16="http://schemas.microsoft.com/office/drawing/2014/main" id="{5A3D13EB-BC54-8AC6-0335-199DC5EE1F89}"/>
              </a:ext>
            </a:extLst>
          </p:cNvPr>
          <p:cNvSpPr txBox="1"/>
          <p:nvPr/>
        </p:nvSpPr>
        <p:spPr>
          <a:xfrm rot="479766">
            <a:off x="10208264" y="4000039"/>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8" name="文本框 137">
            <a:extLst>
              <a:ext uri="{FF2B5EF4-FFF2-40B4-BE49-F238E27FC236}">
                <a16:creationId xmlns:a16="http://schemas.microsoft.com/office/drawing/2014/main" id="{975D0571-BDE4-CB64-C21D-C046EAF7A013}"/>
              </a:ext>
            </a:extLst>
          </p:cNvPr>
          <p:cNvSpPr txBox="1"/>
          <p:nvPr/>
        </p:nvSpPr>
        <p:spPr>
          <a:xfrm rot="479766">
            <a:off x="10208263" y="4432086"/>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39" name="文本框 138">
            <a:extLst>
              <a:ext uri="{FF2B5EF4-FFF2-40B4-BE49-F238E27FC236}">
                <a16:creationId xmlns:a16="http://schemas.microsoft.com/office/drawing/2014/main" id="{62C5B363-7964-AC08-4E6E-1F279DEEC7B3}"/>
              </a:ext>
            </a:extLst>
          </p:cNvPr>
          <p:cNvSpPr txBox="1"/>
          <p:nvPr/>
        </p:nvSpPr>
        <p:spPr>
          <a:xfrm rot="479766">
            <a:off x="10208264" y="4864134"/>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40" name="文本框 139">
            <a:extLst>
              <a:ext uri="{FF2B5EF4-FFF2-40B4-BE49-F238E27FC236}">
                <a16:creationId xmlns:a16="http://schemas.microsoft.com/office/drawing/2014/main" id="{44EDB0D7-2D24-A92D-A5E0-0C40E5717A40}"/>
              </a:ext>
            </a:extLst>
          </p:cNvPr>
          <p:cNvSpPr txBox="1"/>
          <p:nvPr/>
        </p:nvSpPr>
        <p:spPr>
          <a:xfrm rot="479766">
            <a:off x="10208263" y="5296182"/>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41" name="文本框 140">
            <a:extLst>
              <a:ext uri="{FF2B5EF4-FFF2-40B4-BE49-F238E27FC236}">
                <a16:creationId xmlns:a16="http://schemas.microsoft.com/office/drawing/2014/main" id="{CDF07EF5-7AAD-493A-EF1F-7CD4C6B8B0C3}"/>
              </a:ext>
            </a:extLst>
          </p:cNvPr>
          <p:cNvSpPr txBox="1"/>
          <p:nvPr/>
        </p:nvSpPr>
        <p:spPr>
          <a:xfrm rot="479766">
            <a:off x="10208263" y="5800238"/>
            <a:ext cx="1036211" cy="184666"/>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Important </a:t>
            </a:r>
            <a:r>
              <a:rPr kumimoji="1" lang="zh-CN" altLang="en-US" sz="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Headlines</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42" name="文本框 141">
            <a:extLst>
              <a:ext uri="{FF2B5EF4-FFF2-40B4-BE49-F238E27FC236}">
                <a16:creationId xmlns:a16="http://schemas.microsoft.com/office/drawing/2014/main" id="{464C76A1-46CD-B1BA-92C7-A7C2511BB69E}"/>
              </a:ext>
            </a:extLst>
          </p:cNvPr>
          <p:cNvSpPr txBox="1"/>
          <p:nvPr/>
        </p:nvSpPr>
        <p:spPr>
          <a:xfrm>
            <a:off x="7464152" y="1931494"/>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3" name="文本框 142">
            <a:extLst>
              <a:ext uri="{FF2B5EF4-FFF2-40B4-BE49-F238E27FC236}">
                <a16:creationId xmlns:a16="http://schemas.microsoft.com/office/drawing/2014/main" id="{8664EA89-9CEF-6000-8332-89441F583E5E}"/>
              </a:ext>
            </a:extLst>
          </p:cNvPr>
          <p:cNvSpPr txBox="1"/>
          <p:nvPr/>
        </p:nvSpPr>
        <p:spPr>
          <a:xfrm>
            <a:off x="8760296" y="1928087"/>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4" name="文本框 143">
            <a:extLst>
              <a:ext uri="{FF2B5EF4-FFF2-40B4-BE49-F238E27FC236}">
                <a16:creationId xmlns:a16="http://schemas.microsoft.com/office/drawing/2014/main" id="{933F6F03-5EB4-8785-1543-771275D4DFC6}"/>
              </a:ext>
            </a:extLst>
          </p:cNvPr>
          <p:cNvSpPr txBox="1"/>
          <p:nvPr/>
        </p:nvSpPr>
        <p:spPr>
          <a:xfrm>
            <a:off x="10222716" y="1912640"/>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6" name="文本框 145">
            <a:extLst>
              <a:ext uri="{FF2B5EF4-FFF2-40B4-BE49-F238E27FC236}">
                <a16:creationId xmlns:a16="http://schemas.microsoft.com/office/drawing/2014/main" id="{8E023003-92D6-0C82-7BC6-D6BC309C7F62}"/>
              </a:ext>
            </a:extLst>
          </p:cNvPr>
          <p:cNvSpPr txBox="1"/>
          <p:nvPr/>
        </p:nvSpPr>
        <p:spPr>
          <a:xfrm>
            <a:off x="6312024" y="1923688"/>
            <a:ext cx="812863"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Important </a:t>
            </a:r>
          </a:p>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7" name="文本框 146">
            <a:extLst>
              <a:ext uri="{FF2B5EF4-FFF2-40B4-BE49-F238E27FC236}">
                <a16:creationId xmlns:a16="http://schemas.microsoft.com/office/drawing/2014/main" id="{10524537-8D36-CCC0-B29A-D825B99462CF}"/>
              </a:ext>
            </a:extLst>
          </p:cNvPr>
          <p:cNvSpPr txBox="1"/>
          <p:nvPr/>
        </p:nvSpPr>
        <p:spPr>
          <a:xfrm>
            <a:off x="5941335" y="2581058"/>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48" name="文本框 147">
            <a:extLst>
              <a:ext uri="{FF2B5EF4-FFF2-40B4-BE49-F238E27FC236}">
                <a16:creationId xmlns:a16="http://schemas.microsoft.com/office/drawing/2014/main" id="{36A539C6-E45C-342B-FCB2-B473AD4A71EA}"/>
              </a:ext>
            </a:extLst>
          </p:cNvPr>
          <p:cNvSpPr txBox="1"/>
          <p:nvPr/>
        </p:nvSpPr>
        <p:spPr>
          <a:xfrm>
            <a:off x="5941335" y="2992760"/>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49" name="文本框 148">
            <a:extLst>
              <a:ext uri="{FF2B5EF4-FFF2-40B4-BE49-F238E27FC236}">
                <a16:creationId xmlns:a16="http://schemas.microsoft.com/office/drawing/2014/main" id="{BFDF8648-C8F0-13A0-8A4E-72390DD4B3C1}"/>
              </a:ext>
            </a:extLst>
          </p:cNvPr>
          <p:cNvSpPr txBox="1"/>
          <p:nvPr/>
        </p:nvSpPr>
        <p:spPr>
          <a:xfrm>
            <a:off x="5941335" y="3424808"/>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50" name="文本框 149">
            <a:extLst>
              <a:ext uri="{FF2B5EF4-FFF2-40B4-BE49-F238E27FC236}">
                <a16:creationId xmlns:a16="http://schemas.microsoft.com/office/drawing/2014/main" id="{D6975CE3-435E-B94E-4B69-98E26748F1EC}"/>
              </a:ext>
            </a:extLst>
          </p:cNvPr>
          <p:cNvSpPr txBox="1"/>
          <p:nvPr/>
        </p:nvSpPr>
        <p:spPr>
          <a:xfrm>
            <a:off x="5941335" y="3928864"/>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51" name="文本框 150">
            <a:extLst>
              <a:ext uri="{FF2B5EF4-FFF2-40B4-BE49-F238E27FC236}">
                <a16:creationId xmlns:a16="http://schemas.microsoft.com/office/drawing/2014/main" id="{44B00123-17E8-AFF8-26EE-3B6E63A653D8}"/>
              </a:ext>
            </a:extLst>
          </p:cNvPr>
          <p:cNvSpPr txBox="1"/>
          <p:nvPr/>
        </p:nvSpPr>
        <p:spPr>
          <a:xfrm>
            <a:off x="5941335" y="4360912"/>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52" name="文本框 151">
            <a:extLst>
              <a:ext uri="{FF2B5EF4-FFF2-40B4-BE49-F238E27FC236}">
                <a16:creationId xmlns:a16="http://schemas.microsoft.com/office/drawing/2014/main" id="{EE300E61-C8A5-A74B-80A9-91EA1F00559D}"/>
              </a:ext>
            </a:extLst>
          </p:cNvPr>
          <p:cNvSpPr txBox="1"/>
          <p:nvPr/>
        </p:nvSpPr>
        <p:spPr>
          <a:xfrm>
            <a:off x="5941335" y="4794104"/>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53" name="文本框 152">
            <a:extLst>
              <a:ext uri="{FF2B5EF4-FFF2-40B4-BE49-F238E27FC236}">
                <a16:creationId xmlns:a16="http://schemas.microsoft.com/office/drawing/2014/main" id="{75818D7C-E86B-DA6F-EED2-1097272FCFF9}"/>
              </a:ext>
            </a:extLst>
          </p:cNvPr>
          <p:cNvSpPr txBox="1"/>
          <p:nvPr/>
        </p:nvSpPr>
        <p:spPr>
          <a:xfrm>
            <a:off x="5941335" y="5225008"/>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55" name="文本框 154">
            <a:extLst>
              <a:ext uri="{FF2B5EF4-FFF2-40B4-BE49-F238E27FC236}">
                <a16:creationId xmlns:a16="http://schemas.microsoft.com/office/drawing/2014/main" id="{584DBA1C-0704-565C-0448-20C9353AF102}"/>
              </a:ext>
            </a:extLst>
          </p:cNvPr>
          <p:cNvSpPr txBox="1"/>
          <p:nvPr/>
        </p:nvSpPr>
        <p:spPr>
          <a:xfrm>
            <a:off x="5941335" y="5657056"/>
            <a:ext cx="1436718" cy="246221"/>
          </a:xfrm>
          <a:prstGeom prst="rect">
            <a:avLst/>
          </a:prstGeom>
          <a:noFill/>
          <a:ln>
            <a:noFill/>
          </a:ln>
        </p:spPr>
        <p:txBody>
          <a:bodyPr wrap="square">
            <a:spAutoFit/>
          </a:bodyPr>
          <a:lstStyle/>
          <a:p>
            <a:pPr algn="ct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Complete</a:t>
            </a:r>
            <a:r>
              <a:rPr kumimoji="1"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rPr>
              <a:t> </a:t>
            </a:r>
            <a:r>
              <a:rPr kumimoji="1" lang="en" altLang="zh-CN" sz="1000" dirty="0">
                <a:solidFill>
                  <a:schemeClr val="tx1">
                    <a:lumMod val="95000"/>
                    <a:lumOff val="5000"/>
                  </a:schemeClr>
                </a:solidFill>
                <a:latin typeface="Alibaba PuHuiTi" pitchFamily="18" charset="-122"/>
                <a:ea typeface="Alibaba PuHuiTi" pitchFamily="18" charset="-122"/>
                <a:cs typeface="Alibaba PuHuiTi" pitchFamily="18" charset="-122"/>
              </a:rPr>
              <a:t>project</a:t>
            </a:r>
            <a:endParaRPr lang="zh-CN" altLang="en-US" sz="10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163" name="文本框 162">
            <a:extLst>
              <a:ext uri="{FF2B5EF4-FFF2-40B4-BE49-F238E27FC236}">
                <a16:creationId xmlns:a16="http://schemas.microsoft.com/office/drawing/2014/main" id="{92B3FC77-1DF7-DF06-2C75-8A41D7AD276D}"/>
              </a:ext>
            </a:extLst>
          </p:cNvPr>
          <p:cNvSpPr txBox="1"/>
          <p:nvPr/>
        </p:nvSpPr>
        <p:spPr>
          <a:xfrm>
            <a:off x="270163" y="864533"/>
            <a:ext cx="11700164" cy="954107"/>
          </a:xfrm>
          <a:prstGeom prst="rect">
            <a:avLst/>
          </a:prstGeom>
          <a:noFill/>
        </p:spPr>
        <p:txBody>
          <a:bodyPr wrap="square" rtlCol="0">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2400" b="1" dirty="0">
                <a:solidFill>
                  <a:srgbClr val="1E344D"/>
                </a:solidFill>
                <a:latin typeface="Alibaba PuHuiTi" pitchFamily="18" charset="-122"/>
                <a:ea typeface="Alibaba PuHuiTi" pitchFamily="18" charset="-122"/>
                <a:cs typeface="Alibaba PuHuiTi" pitchFamily="18" charset="-122"/>
              </a:rPr>
              <a:t>.</a:t>
            </a:r>
            <a:r>
              <a:rPr kumimoji="1" lang="en" altLang="zh-CN" sz="2400" b="1" dirty="0">
                <a:solidFill>
                  <a:srgbClr val="1E344D"/>
                </a:solidFill>
                <a:latin typeface="Alibaba PuHuiTi" pitchFamily="18" charset="-122"/>
                <a:ea typeface="Alibaba PuHuiTi" pitchFamily="18" charset="-122"/>
                <a:cs typeface="Alibaba PuHuiTi" pitchFamily="18" charset="-122"/>
              </a:rPr>
              <a:t> </a:t>
            </a:r>
            <a:r>
              <a:rPr kumimoji="1" lang="en" altLang="zh-CN" sz="16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kumimoji="1" lang="zh-CN" altLang="en-US" sz="1600" dirty="0">
              <a:solidFill>
                <a:srgbClr val="1E344D"/>
              </a:solidFill>
              <a:latin typeface="Alibaba PuHuiTi" pitchFamily="18" charset="-122"/>
              <a:ea typeface="Alibaba PuHuiTi" pitchFamily="18" charset="-122"/>
              <a:cs typeface="Alibaba PuHuiTi" pitchFamily="18" charset="-122"/>
            </a:endParaRPr>
          </a:p>
          <a:p>
            <a:endParaRPr kumimoji="1"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14" name="文本框 13">
            <a:extLst>
              <a:ext uri="{FF2B5EF4-FFF2-40B4-BE49-F238E27FC236}">
                <a16:creationId xmlns:a16="http://schemas.microsoft.com/office/drawing/2014/main" id="{E6149419-6CA1-CE15-ED09-C92A0C935D94}"/>
              </a:ext>
            </a:extLst>
          </p:cNvPr>
          <p:cNvSpPr txBox="1"/>
          <p:nvPr/>
        </p:nvSpPr>
        <p:spPr>
          <a:xfrm>
            <a:off x="2960700"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A1DCC30E-D6FF-AC82-DAF1-D3868426A147}"/>
              </a:ext>
            </a:extLst>
          </p:cNvPr>
          <p:cNvSpPr txBox="1"/>
          <p:nvPr/>
        </p:nvSpPr>
        <p:spPr>
          <a:xfrm>
            <a:off x="362160"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20" name="直线连接符 19">
            <a:extLst>
              <a:ext uri="{FF2B5EF4-FFF2-40B4-BE49-F238E27FC236}">
                <a16:creationId xmlns:a16="http://schemas.microsoft.com/office/drawing/2014/main" id="{923DDAE8-3AC4-F45C-2B4E-FA36841A1842}"/>
              </a:ext>
            </a:extLst>
          </p:cNvPr>
          <p:cNvCxnSpPr>
            <a:cxnSpLocks/>
          </p:cNvCxnSpPr>
          <p:nvPr/>
        </p:nvCxnSpPr>
        <p:spPr>
          <a:xfrm>
            <a:off x="2050363"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36CF8016-02A9-7E97-1F3F-8508D81A10C7}"/>
              </a:ext>
            </a:extLst>
          </p:cNvPr>
          <p:cNvSpPr txBox="1"/>
          <p:nvPr/>
        </p:nvSpPr>
        <p:spPr>
          <a:xfrm>
            <a:off x="372788"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31" name="组合 30">
            <a:extLst>
              <a:ext uri="{FF2B5EF4-FFF2-40B4-BE49-F238E27FC236}">
                <a16:creationId xmlns:a16="http://schemas.microsoft.com/office/drawing/2014/main" id="{39F15A27-2FA8-2771-C245-32D4A3A31F03}"/>
              </a:ext>
            </a:extLst>
          </p:cNvPr>
          <p:cNvGrpSpPr/>
          <p:nvPr/>
        </p:nvGrpSpPr>
        <p:grpSpPr>
          <a:xfrm>
            <a:off x="2275587" y="287981"/>
            <a:ext cx="356205" cy="355288"/>
            <a:chOff x="416151" y="286059"/>
            <a:chExt cx="356205" cy="355288"/>
          </a:xfrm>
        </p:grpSpPr>
        <p:sp>
          <p:nvSpPr>
            <p:cNvPr id="33" name="Google Shape;7166;p80">
              <a:extLst>
                <a:ext uri="{FF2B5EF4-FFF2-40B4-BE49-F238E27FC236}">
                  <a16:creationId xmlns:a16="http://schemas.microsoft.com/office/drawing/2014/main" id="{A161EA10-EDF0-1F6A-4408-94890793452B}"/>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67;p80">
              <a:extLst>
                <a:ext uri="{FF2B5EF4-FFF2-40B4-BE49-F238E27FC236}">
                  <a16:creationId xmlns:a16="http://schemas.microsoft.com/office/drawing/2014/main" id="{F3DBA15A-395A-8A01-C339-D727C8C3564B}"/>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7168;p80">
              <a:extLst>
                <a:ext uri="{FF2B5EF4-FFF2-40B4-BE49-F238E27FC236}">
                  <a16:creationId xmlns:a16="http://schemas.microsoft.com/office/drawing/2014/main" id="{EB028D88-1F1F-FD0D-CB1D-09381004A594}"/>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69;p80">
              <a:extLst>
                <a:ext uri="{FF2B5EF4-FFF2-40B4-BE49-F238E27FC236}">
                  <a16:creationId xmlns:a16="http://schemas.microsoft.com/office/drawing/2014/main" id="{882569B7-4FC1-68A0-F65C-5C9470EF079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8" name="直线连接符 37">
            <a:extLst>
              <a:ext uri="{FF2B5EF4-FFF2-40B4-BE49-F238E27FC236}">
                <a16:creationId xmlns:a16="http://schemas.microsoft.com/office/drawing/2014/main" id="{308C6DAA-9CEA-D2D6-0F1C-790F233F303C}"/>
              </a:ext>
            </a:extLst>
          </p:cNvPr>
          <p:cNvCxnSpPr>
            <a:cxnSpLocks/>
          </p:cNvCxnSpPr>
          <p:nvPr/>
        </p:nvCxnSpPr>
        <p:spPr>
          <a:xfrm>
            <a:off x="257094"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206136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 name="矩形 175">
            <a:extLst>
              <a:ext uri="{FF2B5EF4-FFF2-40B4-BE49-F238E27FC236}">
                <a16:creationId xmlns:a16="http://schemas.microsoft.com/office/drawing/2014/main" id="{D5FDC4CF-BCC1-B001-7CC7-97E10B70C34E}"/>
              </a:ext>
            </a:extLst>
          </p:cNvPr>
          <p:cNvSpPr/>
          <p:nvPr/>
        </p:nvSpPr>
        <p:spPr>
          <a:xfrm>
            <a:off x="4585746" y="3337475"/>
            <a:ext cx="6949440" cy="2377440"/>
          </a:xfrm>
          <a:prstGeom prst="rect">
            <a:avLst/>
          </a:prstGeom>
          <a:solidFill>
            <a:srgbClr val="BB3023">
              <a:alpha val="21961"/>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7" name="任意形状 176">
            <a:extLst>
              <a:ext uri="{FF2B5EF4-FFF2-40B4-BE49-F238E27FC236}">
                <a16:creationId xmlns:a16="http://schemas.microsoft.com/office/drawing/2014/main" id="{EFAC3033-1C02-2ECA-D131-37F658A9DCB4}"/>
              </a:ext>
            </a:extLst>
          </p:cNvPr>
          <p:cNvSpPr/>
          <p:nvPr/>
        </p:nvSpPr>
        <p:spPr>
          <a:xfrm>
            <a:off x="4675735" y="3324544"/>
            <a:ext cx="3758540" cy="2375065"/>
          </a:xfrm>
          <a:custGeom>
            <a:avLst/>
            <a:gdLst>
              <a:gd name="connsiteX0" fmla="*/ 3182587 w 3758540"/>
              <a:gd name="connsiteY0" fmla="*/ 5938 h 2375065"/>
              <a:gd name="connsiteX1" fmla="*/ 3336966 w 3758540"/>
              <a:gd name="connsiteY1" fmla="*/ 409699 h 2375065"/>
              <a:gd name="connsiteX2" fmla="*/ 3616036 w 3758540"/>
              <a:gd name="connsiteY2" fmla="*/ 736270 h 2375065"/>
              <a:gd name="connsiteX3" fmla="*/ 3758540 w 3758540"/>
              <a:gd name="connsiteY3" fmla="*/ 1775361 h 2375065"/>
              <a:gd name="connsiteX4" fmla="*/ 3746665 w 3758540"/>
              <a:gd name="connsiteY4" fmla="*/ 2375065 h 2375065"/>
              <a:gd name="connsiteX5" fmla="*/ 71252 w 3758540"/>
              <a:gd name="connsiteY5" fmla="*/ 2375065 h 2375065"/>
              <a:gd name="connsiteX6" fmla="*/ 89065 w 3758540"/>
              <a:gd name="connsiteY6" fmla="*/ 1567543 h 2375065"/>
              <a:gd name="connsiteX7" fmla="*/ 0 w 3758540"/>
              <a:gd name="connsiteY7" fmla="*/ 944088 h 2375065"/>
              <a:gd name="connsiteX8" fmla="*/ 374072 w 3758540"/>
              <a:gd name="connsiteY8" fmla="*/ 712520 h 2375065"/>
              <a:gd name="connsiteX9" fmla="*/ 819397 w 3758540"/>
              <a:gd name="connsiteY9" fmla="*/ 0 h 2375065"/>
              <a:gd name="connsiteX10" fmla="*/ 1413163 w 3758540"/>
              <a:gd name="connsiteY10" fmla="*/ 106878 h 2375065"/>
              <a:gd name="connsiteX11" fmla="*/ 1466602 w 3758540"/>
              <a:gd name="connsiteY11" fmla="*/ 11875 h 2375065"/>
              <a:gd name="connsiteX12" fmla="*/ 3182587 w 3758540"/>
              <a:gd name="connsiteY12" fmla="*/ 5938 h 23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58540" h="2375065">
                <a:moveTo>
                  <a:pt x="3182587" y="5938"/>
                </a:moveTo>
                <a:lnTo>
                  <a:pt x="3336966" y="409699"/>
                </a:lnTo>
                <a:lnTo>
                  <a:pt x="3616036" y="736270"/>
                </a:lnTo>
                <a:lnTo>
                  <a:pt x="3758540" y="1775361"/>
                </a:lnTo>
                <a:lnTo>
                  <a:pt x="3746665" y="2375065"/>
                </a:lnTo>
                <a:lnTo>
                  <a:pt x="71252" y="2375065"/>
                </a:lnTo>
                <a:lnTo>
                  <a:pt x="89065" y="1567543"/>
                </a:lnTo>
                <a:lnTo>
                  <a:pt x="0" y="944088"/>
                </a:lnTo>
                <a:lnTo>
                  <a:pt x="374072" y="712520"/>
                </a:lnTo>
                <a:lnTo>
                  <a:pt x="819397" y="0"/>
                </a:lnTo>
                <a:lnTo>
                  <a:pt x="1413163" y="106878"/>
                </a:lnTo>
                <a:lnTo>
                  <a:pt x="1466602" y="11875"/>
                </a:lnTo>
                <a:lnTo>
                  <a:pt x="3182587" y="5938"/>
                </a:lnTo>
                <a:close/>
              </a:path>
            </a:pathLst>
          </a:custGeom>
          <a:solidFill>
            <a:srgbClr val="BB3023">
              <a:alpha val="26999"/>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70" name="直线连接符 169">
            <a:extLst>
              <a:ext uri="{FF2B5EF4-FFF2-40B4-BE49-F238E27FC236}">
                <a16:creationId xmlns:a16="http://schemas.microsoft.com/office/drawing/2014/main" id="{19896962-49F4-EF62-E416-C98F88104B68}"/>
              </a:ext>
            </a:extLst>
          </p:cNvPr>
          <p:cNvCxnSpPr/>
          <p:nvPr/>
        </p:nvCxnSpPr>
        <p:spPr>
          <a:xfrm>
            <a:off x="4565426" y="3337475"/>
            <a:ext cx="6969760" cy="0"/>
          </a:xfrm>
          <a:prstGeom prst="line">
            <a:avLst/>
          </a:prstGeom>
          <a:ln w="381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71" name="直线连接符 170">
            <a:extLst>
              <a:ext uri="{FF2B5EF4-FFF2-40B4-BE49-F238E27FC236}">
                <a16:creationId xmlns:a16="http://schemas.microsoft.com/office/drawing/2014/main" id="{3473BCB0-7966-31FA-AE15-DDF9AFE5DF57}"/>
              </a:ext>
            </a:extLst>
          </p:cNvPr>
          <p:cNvCxnSpPr/>
          <p:nvPr/>
        </p:nvCxnSpPr>
        <p:spPr>
          <a:xfrm>
            <a:off x="4565426" y="5699387"/>
            <a:ext cx="6969760" cy="0"/>
          </a:xfrm>
          <a:prstGeom prst="line">
            <a:avLst/>
          </a:prstGeom>
          <a:ln w="38100">
            <a:solidFill>
              <a:srgbClr val="BB3023"/>
            </a:solidFill>
          </a:ln>
        </p:spPr>
        <p:style>
          <a:lnRef idx="1">
            <a:schemeClr val="accent1"/>
          </a:lnRef>
          <a:fillRef idx="0">
            <a:schemeClr val="accent1"/>
          </a:fillRef>
          <a:effectRef idx="0">
            <a:schemeClr val="accent1"/>
          </a:effectRef>
          <a:fontRef idx="minor">
            <a:schemeClr val="tx1"/>
          </a:fontRef>
        </p:style>
      </p:cxnSp>
      <p:grpSp>
        <p:nvGrpSpPr>
          <p:cNvPr id="190" name="组合 189">
            <a:extLst>
              <a:ext uri="{FF2B5EF4-FFF2-40B4-BE49-F238E27FC236}">
                <a16:creationId xmlns:a16="http://schemas.microsoft.com/office/drawing/2014/main" id="{BCAD7727-4746-8FBB-BA97-63D269110FBF}"/>
              </a:ext>
            </a:extLst>
          </p:cNvPr>
          <p:cNvGrpSpPr/>
          <p:nvPr/>
        </p:nvGrpSpPr>
        <p:grpSpPr>
          <a:xfrm>
            <a:off x="4670358" y="2160553"/>
            <a:ext cx="3746500" cy="3530600"/>
            <a:chOff x="10704512" y="5517232"/>
            <a:chExt cx="3746500" cy="3530600"/>
          </a:xfrm>
        </p:grpSpPr>
        <p:sp>
          <p:nvSpPr>
            <p:cNvPr id="179" name="任意形状 178">
              <a:extLst>
                <a:ext uri="{FF2B5EF4-FFF2-40B4-BE49-F238E27FC236}">
                  <a16:creationId xmlns:a16="http://schemas.microsoft.com/office/drawing/2014/main" id="{72E92FDA-A64C-3D55-435C-A51E78DFA207}"/>
                </a:ext>
              </a:extLst>
            </p:cNvPr>
            <p:cNvSpPr/>
            <p:nvPr/>
          </p:nvSpPr>
          <p:spPr>
            <a:xfrm>
              <a:off x="10704512" y="5517232"/>
              <a:ext cx="3746500" cy="3530600"/>
            </a:xfrm>
            <a:custGeom>
              <a:avLst/>
              <a:gdLst>
                <a:gd name="connsiteX0" fmla="*/ 1676400 w 3746500"/>
                <a:gd name="connsiteY0" fmla="*/ 850900 h 3530600"/>
                <a:gd name="connsiteX1" fmla="*/ 2146300 w 3746500"/>
                <a:gd name="connsiteY1" fmla="*/ 0 h 3530600"/>
                <a:gd name="connsiteX2" fmla="*/ 2692400 w 3746500"/>
                <a:gd name="connsiteY2" fmla="*/ 914400 h 3530600"/>
                <a:gd name="connsiteX3" fmla="*/ 2959100 w 3746500"/>
                <a:gd name="connsiteY3" fmla="*/ 914400 h 3530600"/>
                <a:gd name="connsiteX4" fmla="*/ 3200400 w 3746500"/>
                <a:gd name="connsiteY4" fmla="*/ 1193800 h 3530600"/>
                <a:gd name="connsiteX5" fmla="*/ 3352800 w 3746500"/>
                <a:gd name="connsiteY5" fmla="*/ 1574800 h 3530600"/>
                <a:gd name="connsiteX6" fmla="*/ 3594100 w 3746500"/>
                <a:gd name="connsiteY6" fmla="*/ 1892300 h 3530600"/>
                <a:gd name="connsiteX7" fmla="*/ 3746500 w 3746500"/>
                <a:gd name="connsiteY7" fmla="*/ 2870200 h 3530600"/>
                <a:gd name="connsiteX8" fmla="*/ 3746500 w 3746500"/>
                <a:gd name="connsiteY8" fmla="*/ 3530600 h 3530600"/>
                <a:gd name="connsiteX9" fmla="*/ 76200 w 3746500"/>
                <a:gd name="connsiteY9" fmla="*/ 3517900 h 3530600"/>
                <a:gd name="connsiteX10" fmla="*/ 88900 w 3746500"/>
                <a:gd name="connsiteY10" fmla="*/ 2717800 h 3530600"/>
                <a:gd name="connsiteX11" fmla="*/ 0 w 3746500"/>
                <a:gd name="connsiteY11" fmla="*/ 2095500 h 3530600"/>
                <a:gd name="connsiteX12" fmla="*/ 368300 w 3746500"/>
                <a:gd name="connsiteY12" fmla="*/ 1866900 h 3530600"/>
                <a:gd name="connsiteX13" fmla="*/ 825500 w 3746500"/>
                <a:gd name="connsiteY13" fmla="*/ 1155700 h 3530600"/>
                <a:gd name="connsiteX14" fmla="*/ 1397000 w 3746500"/>
                <a:gd name="connsiteY14" fmla="*/ 1257300 h 3530600"/>
                <a:gd name="connsiteX15" fmla="*/ 1676400 w 3746500"/>
                <a:gd name="connsiteY15" fmla="*/ 850900 h 353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6500" h="3530600">
                  <a:moveTo>
                    <a:pt x="1676400" y="850900"/>
                  </a:moveTo>
                  <a:lnTo>
                    <a:pt x="2146300" y="0"/>
                  </a:lnTo>
                  <a:lnTo>
                    <a:pt x="2692400" y="914400"/>
                  </a:lnTo>
                  <a:lnTo>
                    <a:pt x="2959100" y="914400"/>
                  </a:lnTo>
                  <a:lnTo>
                    <a:pt x="3200400" y="1193800"/>
                  </a:lnTo>
                  <a:lnTo>
                    <a:pt x="3352800" y="1574800"/>
                  </a:lnTo>
                  <a:lnTo>
                    <a:pt x="3594100" y="1892300"/>
                  </a:lnTo>
                  <a:lnTo>
                    <a:pt x="3746500" y="2870200"/>
                  </a:lnTo>
                  <a:lnTo>
                    <a:pt x="3746500" y="3530600"/>
                  </a:lnTo>
                  <a:lnTo>
                    <a:pt x="76200" y="3517900"/>
                  </a:lnTo>
                  <a:lnTo>
                    <a:pt x="88900" y="2717800"/>
                  </a:lnTo>
                  <a:lnTo>
                    <a:pt x="0" y="2095500"/>
                  </a:lnTo>
                  <a:lnTo>
                    <a:pt x="368300" y="1866900"/>
                  </a:lnTo>
                  <a:lnTo>
                    <a:pt x="825500" y="1155700"/>
                  </a:lnTo>
                  <a:lnTo>
                    <a:pt x="1397000" y="1257300"/>
                  </a:lnTo>
                  <a:lnTo>
                    <a:pt x="1676400" y="850900"/>
                  </a:lnTo>
                  <a:close/>
                </a:path>
              </a:pathLst>
            </a:custGeom>
            <a:noFill/>
            <a:ln w="25400">
              <a:solidFill>
                <a:srgbClr val="BB3023"/>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80" name="直线连接符 179">
              <a:extLst>
                <a:ext uri="{FF2B5EF4-FFF2-40B4-BE49-F238E27FC236}">
                  <a16:creationId xmlns:a16="http://schemas.microsoft.com/office/drawing/2014/main" id="{7DD68D0E-933D-0467-942B-F8E63F980037}"/>
                </a:ext>
              </a:extLst>
            </p:cNvPr>
            <p:cNvCxnSpPr>
              <a:stCxn id="179" idx="1"/>
            </p:cNvCxnSpPr>
            <p:nvPr/>
          </p:nvCxnSpPr>
          <p:spPr>
            <a:xfrm>
              <a:off x="12850812" y="5517232"/>
              <a:ext cx="12700" cy="10287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1" name="直线连接符 180">
              <a:extLst>
                <a:ext uri="{FF2B5EF4-FFF2-40B4-BE49-F238E27FC236}">
                  <a16:creationId xmlns:a16="http://schemas.microsoft.com/office/drawing/2014/main" id="{E7102228-7914-C19E-A91C-E79FA765442C}"/>
                </a:ext>
              </a:extLst>
            </p:cNvPr>
            <p:cNvCxnSpPr>
              <a:stCxn id="179" idx="0"/>
            </p:cNvCxnSpPr>
            <p:nvPr/>
          </p:nvCxnSpPr>
          <p:spPr>
            <a:xfrm>
              <a:off x="12380912" y="6368132"/>
              <a:ext cx="508000" cy="2032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2" name="直线连接符 181">
              <a:extLst>
                <a:ext uri="{FF2B5EF4-FFF2-40B4-BE49-F238E27FC236}">
                  <a16:creationId xmlns:a16="http://schemas.microsoft.com/office/drawing/2014/main" id="{D6841ABA-2AB4-8988-A260-24E53B708B70}"/>
                </a:ext>
              </a:extLst>
            </p:cNvPr>
            <p:cNvCxnSpPr>
              <a:stCxn id="179" idx="4"/>
            </p:cNvCxnSpPr>
            <p:nvPr/>
          </p:nvCxnSpPr>
          <p:spPr>
            <a:xfrm flipH="1" flipV="1">
              <a:off x="12888912" y="6571332"/>
              <a:ext cx="1016000" cy="1397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3" name="直线连接符 182">
              <a:extLst>
                <a:ext uri="{FF2B5EF4-FFF2-40B4-BE49-F238E27FC236}">
                  <a16:creationId xmlns:a16="http://schemas.microsoft.com/office/drawing/2014/main" id="{6C13D235-F0A4-26C1-F61D-BD2D453148EF}"/>
                </a:ext>
              </a:extLst>
            </p:cNvPr>
            <p:cNvCxnSpPr>
              <a:stCxn id="179" idx="14"/>
            </p:cNvCxnSpPr>
            <p:nvPr/>
          </p:nvCxnSpPr>
          <p:spPr>
            <a:xfrm>
              <a:off x="12101512" y="6774532"/>
              <a:ext cx="558800" cy="6477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4" name="直线连接符 183">
              <a:extLst>
                <a:ext uri="{FF2B5EF4-FFF2-40B4-BE49-F238E27FC236}">
                  <a16:creationId xmlns:a16="http://schemas.microsoft.com/office/drawing/2014/main" id="{495A7578-F123-7718-FA35-C1BA5510C00E}"/>
                </a:ext>
              </a:extLst>
            </p:cNvPr>
            <p:cNvCxnSpPr>
              <a:cxnSpLocks/>
            </p:cNvCxnSpPr>
            <p:nvPr/>
          </p:nvCxnSpPr>
          <p:spPr>
            <a:xfrm flipH="1" flipV="1">
              <a:off x="12646944" y="7418699"/>
              <a:ext cx="876968" cy="663933"/>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5" name="直线连接符 184">
              <a:extLst>
                <a:ext uri="{FF2B5EF4-FFF2-40B4-BE49-F238E27FC236}">
                  <a16:creationId xmlns:a16="http://schemas.microsoft.com/office/drawing/2014/main" id="{5F95167C-DCAA-51F6-EE80-25DC40B4B759}"/>
                </a:ext>
              </a:extLst>
            </p:cNvPr>
            <p:cNvCxnSpPr/>
            <p:nvPr/>
          </p:nvCxnSpPr>
          <p:spPr>
            <a:xfrm>
              <a:off x="13511212" y="8057232"/>
              <a:ext cx="0" cy="9652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6" name="直线连接符 185">
              <a:extLst>
                <a:ext uri="{FF2B5EF4-FFF2-40B4-BE49-F238E27FC236}">
                  <a16:creationId xmlns:a16="http://schemas.microsoft.com/office/drawing/2014/main" id="{2782FC5B-7F44-D85D-7C72-FBA214CED019}"/>
                </a:ext>
              </a:extLst>
            </p:cNvPr>
            <p:cNvCxnSpPr>
              <a:cxnSpLocks/>
            </p:cNvCxnSpPr>
            <p:nvPr/>
          </p:nvCxnSpPr>
          <p:spPr>
            <a:xfrm>
              <a:off x="11519984" y="6671216"/>
              <a:ext cx="355600" cy="16002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7" name="直线连接符 186">
              <a:extLst>
                <a:ext uri="{FF2B5EF4-FFF2-40B4-BE49-F238E27FC236}">
                  <a16:creationId xmlns:a16="http://schemas.microsoft.com/office/drawing/2014/main" id="{78B060D6-AAD5-382B-EA3B-00E3426E58A1}"/>
                </a:ext>
              </a:extLst>
            </p:cNvPr>
            <p:cNvCxnSpPr>
              <a:cxnSpLocks/>
            </p:cNvCxnSpPr>
            <p:nvPr/>
          </p:nvCxnSpPr>
          <p:spPr>
            <a:xfrm>
              <a:off x="11872912" y="8250597"/>
              <a:ext cx="0" cy="797235"/>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8" name="直线连接符 187">
              <a:extLst>
                <a:ext uri="{FF2B5EF4-FFF2-40B4-BE49-F238E27FC236}">
                  <a16:creationId xmlns:a16="http://schemas.microsoft.com/office/drawing/2014/main" id="{3CBCE448-2FE5-FE6B-89D2-847ACB6CC162}"/>
                </a:ext>
              </a:extLst>
            </p:cNvPr>
            <p:cNvCxnSpPr>
              <a:cxnSpLocks/>
            </p:cNvCxnSpPr>
            <p:nvPr/>
          </p:nvCxnSpPr>
          <p:spPr>
            <a:xfrm flipV="1">
              <a:off x="12633749" y="6959000"/>
              <a:ext cx="467894" cy="460446"/>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9" name="直线连接符 188">
              <a:extLst>
                <a:ext uri="{FF2B5EF4-FFF2-40B4-BE49-F238E27FC236}">
                  <a16:creationId xmlns:a16="http://schemas.microsoft.com/office/drawing/2014/main" id="{6C4D5195-6DAA-25FD-F959-EF3AD8527EA0}"/>
                </a:ext>
              </a:extLst>
            </p:cNvPr>
            <p:cNvCxnSpPr>
              <a:cxnSpLocks/>
              <a:endCxn id="179" idx="5"/>
            </p:cNvCxnSpPr>
            <p:nvPr/>
          </p:nvCxnSpPr>
          <p:spPr>
            <a:xfrm>
              <a:off x="13079412" y="6965032"/>
              <a:ext cx="977900" cy="12700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grpSp>
      <p:sp>
        <p:nvSpPr>
          <p:cNvPr id="191" name="椭圆 190">
            <a:extLst>
              <a:ext uri="{FF2B5EF4-FFF2-40B4-BE49-F238E27FC236}">
                <a16:creationId xmlns:a16="http://schemas.microsoft.com/office/drawing/2014/main" id="{AF03EC26-D892-BDF0-3D48-762130E58345}"/>
              </a:ext>
            </a:extLst>
          </p:cNvPr>
          <p:cNvSpPr/>
          <p:nvPr/>
        </p:nvSpPr>
        <p:spPr>
          <a:xfrm>
            <a:off x="6961132" y="2391047"/>
            <a:ext cx="334504" cy="244853"/>
          </a:xfrm>
          <a:prstGeom prst="ellipse">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2" name="文本框 191">
            <a:extLst>
              <a:ext uri="{FF2B5EF4-FFF2-40B4-BE49-F238E27FC236}">
                <a16:creationId xmlns:a16="http://schemas.microsoft.com/office/drawing/2014/main" id="{87F40A54-F6A6-4033-03E4-2700CE1C5C8D}"/>
              </a:ext>
            </a:extLst>
          </p:cNvPr>
          <p:cNvSpPr txBox="1"/>
          <p:nvPr/>
        </p:nvSpPr>
        <p:spPr>
          <a:xfrm>
            <a:off x="8483524" y="2552428"/>
            <a:ext cx="1056896" cy="400110"/>
          </a:xfrm>
          <a:prstGeom prst="rect">
            <a:avLst/>
          </a:prstGeom>
          <a:noFill/>
        </p:spPr>
        <p:txBody>
          <a:bodyPr wrap="square" rtlCol="0">
            <a:spAutoFit/>
          </a:bodyPr>
          <a:lstStyle/>
          <a:p>
            <a:pPr algn="l"/>
            <a:r>
              <a:rPr kumimoji="1" lang="en-US" altLang="zh-CN" sz="2000" b="1" i="1" dirty="0">
                <a:solidFill>
                  <a:srgbClr val="1E344D"/>
                </a:solidFill>
                <a:latin typeface="Alibaba PuHuiTi" pitchFamily="18" charset="-122"/>
                <a:ea typeface="Alibaba PuHuiTi" pitchFamily="18" charset="-122"/>
                <a:cs typeface="Alibaba PuHuiTi" pitchFamily="18" charset="-122"/>
              </a:rPr>
              <a:t>4%</a:t>
            </a:r>
            <a:endParaRPr kumimoji="1" lang="zh-CN" altLang="en-US" sz="2000" b="1" i="1" dirty="0">
              <a:solidFill>
                <a:srgbClr val="1E344D"/>
              </a:solidFill>
              <a:latin typeface="Alibaba PuHuiTi" pitchFamily="18" charset="-122"/>
              <a:ea typeface="Alibaba PuHuiTi" pitchFamily="18" charset="-122"/>
              <a:cs typeface="Alibaba PuHuiTi" pitchFamily="18" charset="-122"/>
            </a:endParaRPr>
          </a:p>
        </p:txBody>
      </p:sp>
      <p:sp>
        <p:nvSpPr>
          <p:cNvPr id="193" name="文本框 192">
            <a:extLst>
              <a:ext uri="{FF2B5EF4-FFF2-40B4-BE49-F238E27FC236}">
                <a16:creationId xmlns:a16="http://schemas.microsoft.com/office/drawing/2014/main" id="{83545AC2-1CAD-25A6-F04C-E3B25BABB944}"/>
              </a:ext>
            </a:extLst>
          </p:cNvPr>
          <p:cNvSpPr txBox="1"/>
          <p:nvPr/>
        </p:nvSpPr>
        <p:spPr>
          <a:xfrm>
            <a:off x="8483524" y="3455223"/>
            <a:ext cx="1056896" cy="400110"/>
          </a:xfrm>
          <a:prstGeom prst="rect">
            <a:avLst/>
          </a:prstGeom>
          <a:noFill/>
        </p:spPr>
        <p:txBody>
          <a:bodyPr wrap="square" rtlCol="0">
            <a:spAutoFit/>
          </a:bodyPr>
          <a:lstStyle/>
          <a:p>
            <a:pPr algn="l"/>
            <a:r>
              <a:rPr kumimoji="1" lang="en-US" altLang="zh-CN" sz="2000" b="1" i="1" dirty="0">
                <a:solidFill>
                  <a:srgbClr val="1E344D"/>
                </a:solidFill>
                <a:latin typeface="Alibaba PuHuiTi" pitchFamily="18" charset="-122"/>
                <a:ea typeface="Alibaba PuHuiTi" pitchFamily="18" charset="-122"/>
                <a:cs typeface="Alibaba PuHuiTi" pitchFamily="18" charset="-122"/>
              </a:rPr>
              <a:t>9%</a:t>
            </a:r>
            <a:endParaRPr kumimoji="1" lang="zh-CN" altLang="en-US" sz="2000" b="1" i="1" dirty="0">
              <a:solidFill>
                <a:srgbClr val="1E344D"/>
              </a:solidFill>
              <a:latin typeface="Alibaba PuHuiTi" pitchFamily="18" charset="-122"/>
              <a:ea typeface="Alibaba PuHuiTi" pitchFamily="18" charset="-122"/>
              <a:cs typeface="Alibaba PuHuiTi" pitchFamily="18" charset="-122"/>
            </a:endParaRPr>
          </a:p>
        </p:txBody>
      </p:sp>
      <p:sp>
        <p:nvSpPr>
          <p:cNvPr id="194" name="文本框 193">
            <a:extLst>
              <a:ext uri="{FF2B5EF4-FFF2-40B4-BE49-F238E27FC236}">
                <a16:creationId xmlns:a16="http://schemas.microsoft.com/office/drawing/2014/main" id="{E4222E5B-F9F5-5024-8543-6F2EC1321063}"/>
              </a:ext>
            </a:extLst>
          </p:cNvPr>
          <p:cNvSpPr txBox="1"/>
          <p:nvPr/>
        </p:nvSpPr>
        <p:spPr>
          <a:xfrm>
            <a:off x="8483524" y="4270305"/>
            <a:ext cx="1056896" cy="400110"/>
          </a:xfrm>
          <a:prstGeom prst="rect">
            <a:avLst/>
          </a:prstGeom>
          <a:noFill/>
        </p:spPr>
        <p:txBody>
          <a:bodyPr wrap="square" rtlCol="0">
            <a:spAutoFit/>
          </a:bodyPr>
          <a:lstStyle/>
          <a:p>
            <a:pPr algn="l"/>
            <a:r>
              <a:rPr kumimoji="1" lang="en-US" altLang="zh-CN" sz="2000" b="1" i="1" dirty="0">
                <a:solidFill>
                  <a:srgbClr val="1E344D"/>
                </a:solidFill>
                <a:latin typeface="Alibaba PuHuiTi" pitchFamily="18" charset="-122"/>
                <a:ea typeface="Alibaba PuHuiTi" pitchFamily="18" charset="-122"/>
                <a:cs typeface="Alibaba PuHuiTi" pitchFamily="18" charset="-122"/>
              </a:rPr>
              <a:t>74%</a:t>
            </a:r>
            <a:endParaRPr kumimoji="1" lang="zh-CN" altLang="en-US" sz="2000" b="1" i="1" dirty="0">
              <a:solidFill>
                <a:srgbClr val="1E344D"/>
              </a:solidFill>
              <a:latin typeface="Alibaba PuHuiTi" pitchFamily="18" charset="-122"/>
              <a:ea typeface="Alibaba PuHuiTi" pitchFamily="18" charset="-122"/>
              <a:cs typeface="Alibaba PuHuiTi" pitchFamily="18" charset="-122"/>
            </a:endParaRPr>
          </a:p>
        </p:txBody>
      </p:sp>
      <p:sp>
        <p:nvSpPr>
          <p:cNvPr id="209" name="文本框 208">
            <a:extLst>
              <a:ext uri="{FF2B5EF4-FFF2-40B4-BE49-F238E27FC236}">
                <a16:creationId xmlns:a16="http://schemas.microsoft.com/office/drawing/2014/main" id="{31A0E4BE-C6B7-3BA3-E682-C709ED767DD9}"/>
              </a:ext>
            </a:extLst>
          </p:cNvPr>
          <p:cNvSpPr txBox="1"/>
          <p:nvPr/>
        </p:nvSpPr>
        <p:spPr>
          <a:xfrm>
            <a:off x="8517254" y="3739009"/>
            <a:ext cx="3151389" cy="253916"/>
          </a:xfrm>
          <a:prstGeom prst="rect">
            <a:avLst/>
          </a:prstGeom>
          <a:noFill/>
        </p:spPr>
        <p:txBody>
          <a:bodyPr wrap="square" rtlCol="0">
            <a:spAutoFit/>
          </a:bodyPr>
          <a:lstStyle/>
          <a:p>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11" name="文本框 210">
            <a:extLst>
              <a:ext uri="{FF2B5EF4-FFF2-40B4-BE49-F238E27FC236}">
                <a16:creationId xmlns:a16="http://schemas.microsoft.com/office/drawing/2014/main" id="{A2308F16-6CBC-F3AB-69F7-FF6824151458}"/>
              </a:ext>
            </a:extLst>
          </p:cNvPr>
          <p:cNvSpPr txBox="1"/>
          <p:nvPr/>
        </p:nvSpPr>
        <p:spPr>
          <a:xfrm>
            <a:off x="8517254" y="4553219"/>
            <a:ext cx="3151389" cy="253916"/>
          </a:xfrm>
          <a:prstGeom prst="rect">
            <a:avLst/>
          </a:prstGeom>
          <a:noFill/>
        </p:spPr>
        <p:txBody>
          <a:bodyPr wrap="square" rtlCol="0">
            <a:spAutoFit/>
          </a:bodyPr>
          <a:lstStyle/>
          <a:p>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 case that you correct</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14" name="文本框 213">
            <a:extLst>
              <a:ext uri="{FF2B5EF4-FFF2-40B4-BE49-F238E27FC236}">
                <a16:creationId xmlns:a16="http://schemas.microsoft.com/office/drawing/2014/main" id="{96C5977A-F110-3665-A8CE-3D4BB90F0597}"/>
              </a:ext>
            </a:extLst>
          </p:cNvPr>
          <p:cNvSpPr txBox="1"/>
          <p:nvPr/>
        </p:nvSpPr>
        <p:spPr>
          <a:xfrm>
            <a:off x="8517254" y="2869269"/>
            <a:ext cx="3151389" cy="430887"/>
          </a:xfrm>
          <a:prstGeom prst="rect">
            <a:avLst/>
          </a:prstGeom>
          <a:noFill/>
        </p:spPr>
        <p:txBody>
          <a:bodyPr wrap="square" rtlCol="0">
            <a:spAutoFit/>
          </a:bodyPr>
          <a:lstStyle/>
          <a:p>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15" name="文本框 214">
            <a:extLst>
              <a:ext uri="{FF2B5EF4-FFF2-40B4-BE49-F238E27FC236}">
                <a16:creationId xmlns:a16="http://schemas.microsoft.com/office/drawing/2014/main" id="{BC403691-C209-600B-F987-4BEE3E7B520F}"/>
              </a:ext>
            </a:extLst>
          </p:cNvPr>
          <p:cNvSpPr txBox="1"/>
          <p:nvPr/>
        </p:nvSpPr>
        <p:spPr>
          <a:xfrm>
            <a:off x="8483524" y="5110191"/>
            <a:ext cx="1056896" cy="400110"/>
          </a:xfrm>
          <a:prstGeom prst="rect">
            <a:avLst/>
          </a:prstGeom>
          <a:noFill/>
        </p:spPr>
        <p:txBody>
          <a:bodyPr wrap="square" rtlCol="0">
            <a:spAutoFit/>
          </a:bodyPr>
          <a:lstStyle/>
          <a:p>
            <a:pPr algn="l"/>
            <a:r>
              <a:rPr kumimoji="1" lang="en-US" altLang="zh-CN" sz="2000" b="1" i="1" dirty="0">
                <a:solidFill>
                  <a:srgbClr val="1E344D"/>
                </a:solidFill>
                <a:latin typeface="Alibaba PuHuiTi" pitchFamily="18" charset="-122"/>
                <a:ea typeface="Alibaba PuHuiTi" pitchFamily="18" charset="-122"/>
                <a:cs typeface="Alibaba PuHuiTi" pitchFamily="18" charset="-122"/>
              </a:rPr>
              <a:t>100%</a:t>
            </a:r>
            <a:endParaRPr kumimoji="1" lang="zh-CN" altLang="en-US" sz="2000" b="1" i="1" dirty="0">
              <a:solidFill>
                <a:srgbClr val="1E344D"/>
              </a:solidFill>
              <a:latin typeface="Alibaba PuHuiTi" pitchFamily="18" charset="-122"/>
              <a:ea typeface="Alibaba PuHuiTi" pitchFamily="18" charset="-122"/>
              <a:cs typeface="Alibaba PuHuiTi" pitchFamily="18" charset="-122"/>
            </a:endParaRPr>
          </a:p>
        </p:txBody>
      </p:sp>
      <p:sp>
        <p:nvSpPr>
          <p:cNvPr id="216" name="文本框 215">
            <a:extLst>
              <a:ext uri="{FF2B5EF4-FFF2-40B4-BE49-F238E27FC236}">
                <a16:creationId xmlns:a16="http://schemas.microsoft.com/office/drawing/2014/main" id="{093CBC7C-810D-A242-D72C-5FD7B6BA2ED0}"/>
              </a:ext>
            </a:extLst>
          </p:cNvPr>
          <p:cNvSpPr txBox="1"/>
          <p:nvPr/>
        </p:nvSpPr>
        <p:spPr>
          <a:xfrm>
            <a:off x="8517254" y="5393106"/>
            <a:ext cx="3151389" cy="253916"/>
          </a:xfrm>
          <a:prstGeom prst="rect">
            <a:avLst/>
          </a:prstGeom>
          <a:noFill/>
        </p:spPr>
        <p:txBody>
          <a:bodyPr wrap="square" rtlCol="0">
            <a:spAutoFit/>
          </a:bodyPr>
          <a:lstStyle/>
          <a:p>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 case that you</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18" name="文本框 217">
            <a:extLst>
              <a:ext uri="{FF2B5EF4-FFF2-40B4-BE49-F238E27FC236}">
                <a16:creationId xmlns:a16="http://schemas.microsoft.com/office/drawing/2014/main" id="{382721F6-6C2A-B457-6147-CD0E062FCD2F}"/>
              </a:ext>
            </a:extLst>
          </p:cNvPr>
          <p:cNvSpPr txBox="1"/>
          <p:nvPr/>
        </p:nvSpPr>
        <p:spPr>
          <a:xfrm>
            <a:off x="4571999" y="5780782"/>
            <a:ext cx="7126942" cy="1077218"/>
          </a:xfrm>
          <a:prstGeom prst="rect">
            <a:avLst/>
          </a:prstGeom>
          <a:noFill/>
        </p:spPr>
        <p:txBody>
          <a:bodyPr wrap="square" rtlCol="0">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b="1" dirty="0">
                <a:solidFill>
                  <a:srgbClr val="1E344D"/>
                </a:solidFill>
                <a:latin typeface="Alibaba PuHuiTi" pitchFamily="18" charset="-122"/>
                <a:ea typeface="Alibaba PuHuiTi" pitchFamily="18" charset="-122"/>
                <a:cs typeface="Alibaba PuHuiTi" pitchFamily="18" charset="-122"/>
              </a:rPr>
              <a:t>.</a:t>
            </a:r>
            <a:r>
              <a:rPr kumimoji="1" lang="en" altLang="zh-CN" sz="1600" b="1" dirty="0">
                <a:solidFill>
                  <a:srgbClr val="1E344D"/>
                </a:solidFill>
                <a:latin typeface="Alibaba PuHuiTi" pitchFamily="18" charset="-122"/>
                <a:ea typeface="Alibaba PuHuiTi" pitchFamily="18" charset="-122"/>
                <a:cs typeface="Alibaba PuHuiTi" pitchFamily="18" charset="-122"/>
              </a:rPr>
              <a:t> </a:t>
            </a:r>
            <a:r>
              <a:rPr kumimoji="1" lang="en" altLang="zh-CN" sz="16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kumimoji="1" lang="zh-CN" altLang="en-US" sz="1600" dirty="0">
              <a:solidFill>
                <a:srgbClr val="1E344D"/>
              </a:solidFill>
              <a:latin typeface="Alibaba PuHuiTi" pitchFamily="18" charset="-122"/>
              <a:ea typeface="Alibaba PuHuiTi" pitchFamily="18" charset="-122"/>
              <a:cs typeface="Alibaba PuHuiTi" pitchFamily="18" charset="-122"/>
            </a:endParaRPr>
          </a:p>
          <a:p>
            <a:endParaRPr kumimoji="1"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220" name="文本框 219">
            <a:extLst>
              <a:ext uri="{FF2B5EF4-FFF2-40B4-BE49-F238E27FC236}">
                <a16:creationId xmlns:a16="http://schemas.microsoft.com/office/drawing/2014/main" id="{3ED3404C-72BF-039E-B874-9B3F53004A81}"/>
              </a:ext>
            </a:extLst>
          </p:cNvPr>
          <p:cNvSpPr txBox="1"/>
          <p:nvPr/>
        </p:nvSpPr>
        <p:spPr>
          <a:xfrm>
            <a:off x="4353139" y="1084277"/>
            <a:ext cx="4710179" cy="584775"/>
          </a:xfrm>
          <a:prstGeom prst="rect">
            <a:avLst/>
          </a:prstGeom>
          <a:noFill/>
        </p:spPr>
        <p:txBody>
          <a:bodyPr wrap="square" rtlCol="0">
            <a:spAutoFit/>
          </a:bodyPr>
          <a:lstStyle/>
          <a:p>
            <a:pPr algn="ctr"/>
            <a:r>
              <a:rPr kumimoji="1" lang="en" altLang="zh-CN" sz="3200" dirty="0">
                <a:solidFill>
                  <a:srgbClr val="1E344D"/>
                </a:solidFill>
                <a:latin typeface="Alibaba PuHuiTi" pitchFamily="18" charset="-122"/>
                <a:ea typeface="Alibaba PuHuiTi" pitchFamily="18" charset="-122"/>
                <a:cs typeface="Alibaba PuHuiTi" pitchFamily="18" charset="-122"/>
              </a:rPr>
              <a:t>IMPORTANT HEADLINES</a:t>
            </a:r>
            <a:endParaRPr kumimoji="1" lang="zh-CN" altLang="en-US" sz="3200" dirty="0">
              <a:solidFill>
                <a:srgbClr val="1E344D"/>
              </a:solidFill>
              <a:latin typeface="Alibaba PuHuiTi" pitchFamily="18" charset="-122"/>
              <a:ea typeface="Alibaba PuHuiTi" pitchFamily="18" charset="-122"/>
              <a:cs typeface="Alibaba PuHuiTi" pitchFamily="18" charset="-122"/>
            </a:endParaRPr>
          </a:p>
        </p:txBody>
      </p:sp>
      <p:sp>
        <p:nvSpPr>
          <p:cNvPr id="221" name="文本框 220">
            <a:extLst>
              <a:ext uri="{FF2B5EF4-FFF2-40B4-BE49-F238E27FC236}">
                <a16:creationId xmlns:a16="http://schemas.microsoft.com/office/drawing/2014/main" id="{B54CBD28-68CE-2CF3-34E5-B184FE2488F9}"/>
              </a:ext>
            </a:extLst>
          </p:cNvPr>
          <p:cNvSpPr txBox="1"/>
          <p:nvPr/>
        </p:nvSpPr>
        <p:spPr>
          <a:xfrm>
            <a:off x="726620" y="3484313"/>
            <a:ext cx="2717276"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222" name="组合 221">
            <a:extLst>
              <a:ext uri="{FF2B5EF4-FFF2-40B4-BE49-F238E27FC236}">
                <a16:creationId xmlns:a16="http://schemas.microsoft.com/office/drawing/2014/main" id="{A5AC656F-3377-95DD-841F-A926BDCD077F}"/>
              </a:ext>
            </a:extLst>
          </p:cNvPr>
          <p:cNvGrpSpPr/>
          <p:nvPr/>
        </p:nvGrpSpPr>
        <p:grpSpPr>
          <a:xfrm>
            <a:off x="689515" y="4415438"/>
            <a:ext cx="2794136" cy="1892043"/>
            <a:chOff x="6013462" y="1405142"/>
            <a:chExt cx="5733900" cy="3474130"/>
          </a:xfrm>
        </p:grpSpPr>
        <p:cxnSp>
          <p:nvCxnSpPr>
            <p:cNvPr id="223" name="Google Shape;284;p21">
              <a:extLst>
                <a:ext uri="{FF2B5EF4-FFF2-40B4-BE49-F238E27FC236}">
                  <a16:creationId xmlns:a16="http://schemas.microsoft.com/office/drawing/2014/main" id="{8E0410F6-751A-4F30-FCDB-51B6C1D24745}"/>
                </a:ext>
              </a:extLst>
            </p:cNvPr>
            <p:cNvCxnSpPr>
              <a:cxnSpLocks/>
            </p:cNvCxnSpPr>
            <p:nvPr/>
          </p:nvCxnSpPr>
          <p:spPr>
            <a:xfrm>
              <a:off x="6013462" y="3780220"/>
              <a:ext cx="5733900" cy="0"/>
            </a:xfrm>
            <a:prstGeom prst="straightConnector1">
              <a:avLst/>
            </a:prstGeom>
            <a:noFill/>
            <a:ln w="22225" cap="flat" cmpd="sng">
              <a:solidFill>
                <a:schemeClr val="tx1"/>
              </a:solidFill>
              <a:prstDash val="solid"/>
              <a:round/>
              <a:headEnd type="none" w="med" len="med"/>
              <a:tailEnd type="none" w="med" len="med"/>
            </a:ln>
          </p:spPr>
        </p:cxnSp>
        <p:sp>
          <p:nvSpPr>
            <p:cNvPr id="224" name="Google Shape;285;p21">
              <a:extLst>
                <a:ext uri="{FF2B5EF4-FFF2-40B4-BE49-F238E27FC236}">
                  <a16:creationId xmlns:a16="http://schemas.microsoft.com/office/drawing/2014/main" id="{52403FD4-1995-5D9C-7235-3C85D282AE7E}"/>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40%</a:t>
              </a:r>
              <a:endParaRPr sz="1200" b="1">
                <a:solidFill>
                  <a:srgbClr val="1E344D"/>
                </a:solidFill>
                <a:latin typeface="Poppins"/>
                <a:ea typeface="Poppins"/>
                <a:cs typeface="Poppins"/>
                <a:sym typeface="Poppins"/>
              </a:endParaRPr>
            </a:p>
          </p:txBody>
        </p:sp>
        <p:sp>
          <p:nvSpPr>
            <p:cNvPr id="225" name="Google Shape;286;p21">
              <a:extLst>
                <a:ext uri="{FF2B5EF4-FFF2-40B4-BE49-F238E27FC236}">
                  <a16:creationId xmlns:a16="http://schemas.microsoft.com/office/drawing/2014/main" id="{883B61F2-0F00-967D-626C-6061D61BC34A}"/>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60%</a:t>
              </a:r>
              <a:endParaRPr sz="1200" b="1">
                <a:solidFill>
                  <a:srgbClr val="1E344D"/>
                </a:solidFill>
                <a:latin typeface="Poppins"/>
                <a:ea typeface="Poppins"/>
                <a:cs typeface="Poppins"/>
                <a:sym typeface="Poppins"/>
              </a:endParaRPr>
            </a:p>
          </p:txBody>
        </p:sp>
        <p:sp>
          <p:nvSpPr>
            <p:cNvPr id="226" name="Google Shape;287;p21">
              <a:extLst>
                <a:ext uri="{FF2B5EF4-FFF2-40B4-BE49-F238E27FC236}">
                  <a16:creationId xmlns:a16="http://schemas.microsoft.com/office/drawing/2014/main" id="{E1C2B23D-1455-414D-1080-5EBF31A1E371}"/>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80%</a:t>
              </a:r>
              <a:endParaRPr sz="1200" b="1">
                <a:solidFill>
                  <a:srgbClr val="1E344D"/>
                </a:solidFill>
                <a:latin typeface="Poppins"/>
                <a:ea typeface="Poppins"/>
                <a:cs typeface="Poppins"/>
                <a:sym typeface="Poppins"/>
              </a:endParaRPr>
            </a:p>
          </p:txBody>
        </p:sp>
        <p:sp>
          <p:nvSpPr>
            <p:cNvPr id="227" name="Google Shape;288;p21">
              <a:extLst>
                <a:ext uri="{FF2B5EF4-FFF2-40B4-BE49-F238E27FC236}">
                  <a16:creationId xmlns:a16="http://schemas.microsoft.com/office/drawing/2014/main" id="{967D2958-9F11-6341-4807-7BB2D560776B}"/>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VENUS</a:t>
              </a:r>
              <a:endParaRPr sz="1050" b="1">
                <a:solidFill>
                  <a:srgbClr val="1E344D"/>
                </a:solidFill>
                <a:latin typeface="Karla"/>
                <a:ea typeface="Karla"/>
                <a:cs typeface="Karla"/>
                <a:sym typeface="Karla"/>
              </a:endParaRPr>
            </a:p>
          </p:txBody>
        </p:sp>
        <p:sp>
          <p:nvSpPr>
            <p:cNvPr id="228" name="Google Shape;289;p21">
              <a:extLst>
                <a:ext uri="{FF2B5EF4-FFF2-40B4-BE49-F238E27FC236}">
                  <a16:creationId xmlns:a16="http://schemas.microsoft.com/office/drawing/2014/main" id="{C4A3D6D6-C27F-AA40-E54B-A152EED6773B}"/>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MARS</a:t>
              </a:r>
              <a:endParaRPr sz="1050" b="1">
                <a:solidFill>
                  <a:srgbClr val="1E344D"/>
                </a:solidFill>
                <a:latin typeface="Karla"/>
                <a:ea typeface="Karla"/>
                <a:cs typeface="Karla"/>
                <a:sym typeface="Karla"/>
              </a:endParaRPr>
            </a:p>
          </p:txBody>
        </p:sp>
        <p:sp>
          <p:nvSpPr>
            <p:cNvPr id="229" name="Google Shape;290;p21">
              <a:extLst>
                <a:ext uri="{FF2B5EF4-FFF2-40B4-BE49-F238E27FC236}">
                  <a16:creationId xmlns:a16="http://schemas.microsoft.com/office/drawing/2014/main" id="{96E5D137-01AE-8031-0930-B501B91AD231}"/>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EARTH</a:t>
              </a:r>
              <a:endParaRPr sz="1050" b="1">
                <a:solidFill>
                  <a:srgbClr val="1E344D"/>
                </a:solidFill>
                <a:latin typeface="Karla"/>
                <a:ea typeface="Karla"/>
                <a:cs typeface="Karla"/>
                <a:sym typeface="Karla"/>
              </a:endParaRPr>
            </a:p>
          </p:txBody>
        </p:sp>
        <p:sp>
          <p:nvSpPr>
            <p:cNvPr id="230" name="Google Shape;293;p21">
              <a:extLst>
                <a:ext uri="{FF2B5EF4-FFF2-40B4-BE49-F238E27FC236}">
                  <a16:creationId xmlns:a16="http://schemas.microsoft.com/office/drawing/2014/main" id="{5B69EE53-6EE7-763C-0305-00194DD97D62}"/>
                </a:ext>
              </a:extLst>
            </p:cNvPr>
            <p:cNvSpPr/>
            <p:nvPr/>
          </p:nvSpPr>
          <p:spPr>
            <a:xfrm rot="16200000">
              <a:off x="6489683" y="2953696"/>
              <a:ext cx="932249"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231" name="Google Shape;296;p21">
              <a:extLst>
                <a:ext uri="{FF2B5EF4-FFF2-40B4-BE49-F238E27FC236}">
                  <a16:creationId xmlns:a16="http://schemas.microsoft.com/office/drawing/2014/main" id="{4DC28E29-8558-BE97-96CF-CACE9C9F2879}"/>
                </a:ext>
              </a:extLst>
            </p:cNvPr>
            <p:cNvSpPr/>
            <p:nvPr/>
          </p:nvSpPr>
          <p:spPr>
            <a:xfrm rot="16200000">
              <a:off x="7534144" y="2710846"/>
              <a:ext cx="1417235" cy="474743"/>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232" name="Google Shape;299;p21">
              <a:extLst>
                <a:ext uri="{FF2B5EF4-FFF2-40B4-BE49-F238E27FC236}">
                  <a16:creationId xmlns:a16="http://schemas.microsoft.com/office/drawing/2014/main" id="{0109495A-A5B8-C04A-6B25-9EF4BB183903}"/>
                </a:ext>
              </a:extLst>
            </p:cNvPr>
            <p:cNvSpPr/>
            <p:nvPr/>
          </p:nvSpPr>
          <p:spPr>
            <a:xfrm rot="16200000">
              <a:off x="8540505" y="2430196"/>
              <a:ext cx="1978793"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233" name="Google Shape;302;p21">
              <a:extLst>
                <a:ext uri="{FF2B5EF4-FFF2-40B4-BE49-F238E27FC236}">
                  <a16:creationId xmlns:a16="http://schemas.microsoft.com/office/drawing/2014/main" id="{26DA5D85-828C-501B-DC7B-F00C36467869}"/>
                </a:ext>
              </a:extLst>
            </p:cNvPr>
            <p:cNvSpPr/>
            <p:nvPr/>
          </p:nvSpPr>
          <p:spPr>
            <a:xfrm rot="16200000">
              <a:off x="9686353" y="2286645"/>
              <a:ext cx="2249039" cy="48603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234" name="Google Shape;303;p21">
              <a:extLst>
                <a:ext uri="{FF2B5EF4-FFF2-40B4-BE49-F238E27FC236}">
                  <a16:creationId xmlns:a16="http://schemas.microsoft.com/office/drawing/2014/main" id="{978EDA34-84B8-77AF-890E-1DB5B18E3589}"/>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dirty="0">
                  <a:solidFill>
                    <a:srgbClr val="1E344D"/>
                  </a:solidFill>
                  <a:latin typeface="Poppins"/>
                  <a:ea typeface="Poppins"/>
                  <a:cs typeface="Poppins"/>
                  <a:sym typeface="Poppins"/>
                </a:rPr>
                <a:t>50%</a:t>
              </a:r>
              <a:endParaRPr sz="1200" b="1" dirty="0">
                <a:solidFill>
                  <a:srgbClr val="1E344D"/>
                </a:solidFill>
                <a:latin typeface="Poppins"/>
                <a:ea typeface="Poppins"/>
                <a:cs typeface="Poppins"/>
                <a:sym typeface="Poppins"/>
              </a:endParaRPr>
            </a:p>
          </p:txBody>
        </p:sp>
        <p:sp>
          <p:nvSpPr>
            <p:cNvPr id="235" name="Google Shape;304;p21">
              <a:extLst>
                <a:ext uri="{FF2B5EF4-FFF2-40B4-BE49-F238E27FC236}">
                  <a16:creationId xmlns:a16="http://schemas.microsoft.com/office/drawing/2014/main" id="{573F847E-A567-FFEF-69B7-4CCCD903ABB1}"/>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dirty="0">
                  <a:solidFill>
                    <a:srgbClr val="1E344D"/>
                  </a:solidFill>
                  <a:latin typeface="Karla"/>
                  <a:ea typeface="Karla"/>
                  <a:cs typeface="Karla"/>
                  <a:sym typeface="Karla"/>
                </a:rPr>
                <a:t>JUPITER</a:t>
              </a:r>
              <a:endParaRPr sz="1050" b="1" dirty="0">
                <a:solidFill>
                  <a:srgbClr val="1E344D"/>
                </a:solidFill>
                <a:latin typeface="Karla"/>
                <a:ea typeface="Karla"/>
                <a:cs typeface="Karla"/>
                <a:sym typeface="Karla"/>
              </a:endParaRPr>
            </a:p>
          </p:txBody>
        </p:sp>
      </p:grpSp>
      <p:cxnSp>
        <p:nvCxnSpPr>
          <p:cNvPr id="236" name="直线箭头连接符 235">
            <a:extLst>
              <a:ext uri="{FF2B5EF4-FFF2-40B4-BE49-F238E27FC236}">
                <a16:creationId xmlns:a16="http://schemas.microsoft.com/office/drawing/2014/main" id="{DDF49FD3-C650-DC17-9E0E-730E3E00EE5B}"/>
              </a:ext>
            </a:extLst>
          </p:cNvPr>
          <p:cNvCxnSpPr/>
          <p:nvPr/>
        </p:nvCxnSpPr>
        <p:spPr>
          <a:xfrm flipV="1">
            <a:off x="1058504" y="4051553"/>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7" name="椭圆 236">
            <a:extLst>
              <a:ext uri="{FF2B5EF4-FFF2-40B4-BE49-F238E27FC236}">
                <a16:creationId xmlns:a16="http://schemas.microsoft.com/office/drawing/2014/main" id="{89FACB01-F3C1-C4B9-9668-0B1268F1A39F}"/>
              </a:ext>
            </a:extLst>
          </p:cNvPr>
          <p:cNvSpPr/>
          <p:nvPr/>
        </p:nvSpPr>
        <p:spPr>
          <a:xfrm>
            <a:off x="1555460" y="4210580"/>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8" name="文本框 237">
            <a:extLst>
              <a:ext uri="{FF2B5EF4-FFF2-40B4-BE49-F238E27FC236}">
                <a16:creationId xmlns:a16="http://schemas.microsoft.com/office/drawing/2014/main" id="{CCF276CC-9415-12FE-AEB7-822B7A515005}"/>
              </a:ext>
            </a:extLst>
          </p:cNvPr>
          <p:cNvSpPr txBox="1"/>
          <p:nvPr/>
        </p:nvSpPr>
        <p:spPr>
          <a:xfrm>
            <a:off x="1559194" y="4228867"/>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39" name="Google Shape;776;p29">
            <a:extLst>
              <a:ext uri="{FF2B5EF4-FFF2-40B4-BE49-F238E27FC236}">
                <a16:creationId xmlns:a16="http://schemas.microsoft.com/office/drawing/2014/main" id="{5DB08BD7-4BBD-BA4C-8B66-E084DF8DEF0D}"/>
              </a:ext>
            </a:extLst>
          </p:cNvPr>
          <p:cNvSpPr txBox="1"/>
          <p:nvPr/>
        </p:nvSpPr>
        <p:spPr>
          <a:xfrm>
            <a:off x="1125821" y="1279125"/>
            <a:ext cx="2301135"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1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240" name="Google Shape;777;p29">
            <a:extLst>
              <a:ext uri="{FF2B5EF4-FFF2-40B4-BE49-F238E27FC236}">
                <a16:creationId xmlns:a16="http://schemas.microsoft.com/office/drawing/2014/main" id="{8762320B-DA60-23A8-D344-4CB0000377E2}"/>
              </a:ext>
            </a:extLst>
          </p:cNvPr>
          <p:cNvSpPr txBox="1"/>
          <p:nvPr/>
        </p:nvSpPr>
        <p:spPr>
          <a:xfrm>
            <a:off x="660762" y="1665032"/>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241" name="Google Shape;777;p29">
            <a:extLst>
              <a:ext uri="{FF2B5EF4-FFF2-40B4-BE49-F238E27FC236}">
                <a16:creationId xmlns:a16="http://schemas.microsoft.com/office/drawing/2014/main" id="{706C706D-1684-625F-6588-8D7221511EBC}"/>
              </a:ext>
            </a:extLst>
          </p:cNvPr>
          <p:cNvSpPr txBox="1"/>
          <p:nvPr/>
        </p:nvSpPr>
        <p:spPr>
          <a:xfrm>
            <a:off x="660762" y="2630013"/>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latin typeface="Alibaba PuHuiTi" pitchFamily="18" charset="-122"/>
              <a:ea typeface="Alibaba PuHuiTi" pitchFamily="18" charset="-122"/>
              <a:cs typeface="Alibaba PuHuiTi" pitchFamily="18" charset="-122"/>
              <a:sym typeface="Roboto"/>
            </a:endParaRPr>
          </a:p>
        </p:txBody>
      </p:sp>
      <p:sp>
        <p:nvSpPr>
          <p:cNvPr id="242" name="Google Shape;777;p29">
            <a:extLst>
              <a:ext uri="{FF2B5EF4-FFF2-40B4-BE49-F238E27FC236}">
                <a16:creationId xmlns:a16="http://schemas.microsoft.com/office/drawing/2014/main" id="{46474065-3FC7-8361-B88D-F1D29623C35F}"/>
              </a:ext>
            </a:extLst>
          </p:cNvPr>
          <p:cNvSpPr txBox="1"/>
          <p:nvPr/>
        </p:nvSpPr>
        <p:spPr>
          <a:xfrm>
            <a:off x="660762" y="2202004"/>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243" name="矩形 242">
            <a:extLst>
              <a:ext uri="{FF2B5EF4-FFF2-40B4-BE49-F238E27FC236}">
                <a16:creationId xmlns:a16="http://schemas.microsoft.com/office/drawing/2014/main" id="{45592C8E-A9CA-74F8-56FC-3936557D5E80}"/>
              </a:ext>
            </a:extLst>
          </p:cNvPr>
          <p:cNvSpPr/>
          <p:nvPr/>
        </p:nvSpPr>
        <p:spPr>
          <a:xfrm>
            <a:off x="742010" y="1256548"/>
            <a:ext cx="375304" cy="34705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5" name="矩形 244">
            <a:extLst>
              <a:ext uri="{FF2B5EF4-FFF2-40B4-BE49-F238E27FC236}">
                <a16:creationId xmlns:a16="http://schemas.microsoft.com/office/drawing/2014/main" id="{BA7362FF-EA97-C474-AD69-46B978738854}"/>
              </a:ext>
            </a:extLst>
          </p:cNvPr>
          <p:cNvSpPr/>
          <p:nvPr/>
        </p:nvSpPr>
        <p:spPr>
          <a:xfrm>
            <a:off x="450522" y="1101752"/>
            <a:ext cx="3264226" cy="5372100"/>
          </a:xfrm>
          <a:prstGeom prst="rect">
            <a:avLst/>
          </a:prstGeom>
          <a:noFill/>
          <a:ln w="25400">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7" name="四角星 246">
            <a:extLst>
              <a:ext uri="{FF2B5EF4-FFF2-40B4-BE49-F238E27FC236}">
                <a16:creationId xmlns:a16="http://schemas.microsoft.com/office/drawing/2014/main" id="{535CD53E-A8BE-9DF8-DDFC-1D4D8D1A0E1C}"/>
              </a:ext>
            </a:extLst>
          </p:cNvPr>
          <p:cNvSpPr/>
          <p:nvPr/>
        </p:nvSpPr>
        <p:spPr>
          <a:xfrm>
            <a:off x="794328" y="1300348"/>
            <a:ext cx="250701" cy="253868"/>
          </a:xfrm>
          <a:prstGeom prst="star4">
            <a:avLst>
              <a:gd name="adj" fmla="val 20041"/>
            </a:avLst>
          </a:prstGeom>
          <a:solidFill>
            <a:schemeClr val="bg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文本框 11">
            <a:extLst>
              <a:ext uri="{FF2B5EF4-FFF2-40B4-BE49-F238E27FC236}">
                <a16:creationId xmlns:a16="http://schemas.microsoft.com/office/drawing/2014/main" id="{3A144886-61C6-4BD4-901A-D741BEB3C9D2}"/>
              </a:ext>
            </a:extLst>
          </p:cNvPr>
          <p:cNvSpPr txBox="1"/>
          <p:nvPr/>
        </p:nvSpPr>
        <p:spPr>
          <a:xfrm>
            <a:off x="2960700"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3" name="文本框 12">
            <a:extLst>
              <a:ext uri="{FF2B5EF4-FFF2-40B4-BE49-F238E27FC236}">
                <a16:creationId xmlns:a16="http://schemas.microsoft.com/office/drawing/2014/main" id="{F639B5B4-A27F-B808-548D-105C9D690A1C}"/>
              </a:ext>
            </a:extLst>
          </p:cNvPr>
          <p:cNvSpPr txBox="1"/>
          <p:nvPr/>
        </p:nvSpPr>
        <p:spPr>
          <a:xfrm>
            <a:off x="362160"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14" name="直线连接符 13">
            <a:extLst>
              <a:ext uri="{FF2B5EF4-FFF2-40B4-BE49-F238E27FC236}">
                <a16:creationId xmlns:a16="http://schemas.microsoft.com/office/drawing/2014/main" id="{D30E23E4-3DB1-9725-09C9-EC64077EE8DD}"/>
              </a:ext>
            </a:extLst>
          </p:cNvPr>
          <p:cNvCxnSpPr>
            <a:cxnSpLocks/>
          </p:cNvCxnSpPr>
          <p:nvPr/>
        </p:nvCxnSpPr>
        <p:spPr>
          <a:xfrm>
            <a:off x="2050363"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D475A2CC-367B-1514-CEB8-922522919231}"/>
              </a:ext>
            </a:extLst>
          </p:cNvPr>
          <p:cNvSpPr txBox="1"/>
          <p:nvPr/>
        </p:nvSpPr>
        <p:spPr>
          <a:xfrm>
            <a:off x="372788"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027BAC00-42A0-659F-2070-B43868F64EB9}"/>
              </a:ext>
            </a:extLst>
          </p:cNvPr>
          <p:cNvGrpSpPr/>
          <p:nvPr/>
        </p:nvGrpSpPr>
        <p:grpSpPr>
          <a:xfrm>
            <a:off x="2275587" y="287981"/>
            <a:ext cx="356205" cy="355288"/>
            <a:chOff x="416151" y="286059"/>
            <a:chExt cx="356205" cy="355288"/>
          </a:xfrm>
        </p:grpSpPr>
        <p:sp>
          <p:nvSpPr>
            <p:cNvPr id="17" name="Google Shape;7166;p80">
              <a:extLst>
                <a:ext uri="{FF2B5EF4-FFF2-40B4-BE49-F238E27FC236}">
                  <a16:creationId xmlns:a16="http://schemas.microsoft.com/office/drawing/2014/main" id="{4DFE5B22-E10E-C48E-5B5C-C8B99497C892}"/>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167;p80">
              <a:extLst>
                <a:ext uri="{FF2B5EF4-FFF2-40B4-BE49-F238E27FC236}">
                  <a16:creationId xmlns:a16="http://schemas.microsoft.com/office/drawing/2014/main" id="{1A1C68C0-B74A-E156-2964-4B8F819D9830}"/>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168;p80">
              <a:extLst>
                <a:ext uri="{FF2B5EF4-FFF2-40B4-BE49-F238E27FC236}">
                  <a16:creationId xmlns:a16="http://schemas.microsoft.com/office/drawing/2014/main" id="{71AD5C09-62E2-9C77-50B4-CBE459875D87}"/>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9;p80">
              <a:extLst>
                <a:ext uri="{FF2B5EF4-FFF2-40B4-BE49-F238E27FC236}">
                  <a16:creationId xmlns:a16="http://schemas.microsoft.com/office/drawing/2014/main" id="{8C24862E-A47E-AAC6-1CBA-328B7CDDB3FD}"/>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1" name="直线连接符 20">
            <a:extLst>
              <a:ext uri="{FF2B5EF4-FFF2-40B4-BE49-F238E27FC236}">
                <a16:creationId xmlns:a16="http://schemas.microsoft.com/office/drawing/2014/main" id="{75608DC0-F9DC-E86A-3EAD-B01F08B62AF9}"/>
              </a:ext>
            </a:extLst>
          </p:cNvPr>
          <p:cNvCxnSpPr>
            <a:cxnSpLocks/>
          </p:cNvCxnSpPr>
          <p:nvPr/>
        </p:nvCxnSpPr>
        <p:spPr>
          <a:xfrm>
            <a:off x="257094"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pic>
        <p:nvPicPr>
          <p:cNvPr id="23" name="图片 22">
            <a:extLst>
              <a:ext uri="{FF2B5EF4-FFF2-40B4-BE49-F238E27FC236}">
                <a16:creationId xmlns:a16="http://schemas.microsoft.com/office/drawing/2014/main" id="{CDC7CB51-1FF0-3ED9-1676-56C83E3FB719}"/>
              </a:ext>
            </a:extLst>
          </p:cNvPr>
          <p:cNvPicPr>
            <a:picLocks noChangeAspect="1"/>
          </p:cNvPicPr>
          <p:nvPr/>
        </p:nvPicPr>
        <p:blipFill>
          <a:blip r:embed="rId3"/>
          <a:stretch>
            <a:fillRect/>
          </a:stretch>
        </p:blipFill>
        <p:spPr>
          <a:xfrm>
            <a:off x="6939280" y="2214880"/>
            <a:ext cx="609600" cy="457200"/>
          </a:xfrm>
          <a:prstGeom prst="rect">
            <a:avLst/>
          </a:prstGeom>
        </p:spPr>
      </p:pic>
      <p:pic>
        <p:nvPicPr>
          <p:cNvPr id="24" name="图片 23">
            <a:extLst>
              <a:ext uri="{FF2B5EF4-FFF2-40B4-BE49-F238E27FC236}">
                <a16:creationId xmlns:a16="http://schemas.microsoft.com/office/drawing/2014/main" id="{894883D2-6431-CF8F-E921-ABCF536AC2F9}"/>
              </a:ext>
            </a:extLst>
          </p:cNvPr>
          <p:cNvPicPr>
            <a:picLocks noChangeAspect="1"/>
          </p:cNvPicPr>
          <p:nvPr/>
        </p:nvPicPr>
        <p:blipFill>
          <a:blip r:embed="rId4"/>
          <a:stretch>
            <a:fillRect/>
          </a:stretch>
        </p:blipFill>
        <p:spPr>
          <a:xfrm>
            <a:off x="5179126" y="2799970"/>
            <a:ext cx="584200" cy="533400"/>
          </a:xfrm>
          <a:prstGeom prst="rect">
            <a:avLst/>
          </a:prstGeom>
        </p:spPr>
      </p:pic>
    </p:spTree>
    <p:extLst>
      <p:ext uri="{BB962C8B-B14F-4D97-AF65-F5344CB8AC3E}">
        <p14:creationId xmlns:p14="http://schemas.microsoft.com/office/powerpoint/2010/main" val="183232249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605CDDBA-2AEB-2C64-FE7D-CF310ECB982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65AEF2AD-DA4D-9AAA-0E75-BB13CCBAD405}"/>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5" name="直线连接符 4">
            <a:extLst>
              <a:ext uri="{FF2B5EF4-FFF2-40B4-BE49-F238E27FC236}">
                <a16:creationId xmlns:a16="http://schemas.microsoft.com/office/drawing/2014/main" id="{9F617D43-A78C-9CC9-087C-B5A563102BAD}"/>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EFBCA87A-8BBF-23AD-9F69-D0B1E3BD3CA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3283DB8A-FC35-7BBF-0D9A-CE3003F846B5}"/>
              </a:ext>
            </a:extLst>
          </p:cNvPr>
          <p:cNvGrpSpPr/>
          <p:nvPr/>
        </p:nvGrpSpPr>
        <p:grpSpPr>
          <a:xfrm>
            <a:off x="2323294" y="287981"/>
            <a:ext cx="356205" cy="355288"/>
            <a:chOff x="416151" y="286059"/>
            <a:chExt cx="356205" cy="355288"/>
          </a:xfrm>
        </p:grpSpPr>
        <p:sp>
          <p:nvSpPr>
            <p:cNvPr id="8" name="Google Shape;7166;p80">
              <a:extLst>
                <a:ext uri="{FF2B5EF4-FFF2-40B4-BE49-F238E27FC236}">
                  <a16:creationId xmlns:a16="http://schemas.microsoft.com/office/drawing/2014/main" id="{64D3757A-444E-8648-CB20-43900346C2C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15D99954-31FA-BA89-3003-D7D22A97FB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D2DE7C29-F5D1-2A71-62B9-6D00AF4D918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B47FD539-2DB4-3A3A-1818-D023911BAF5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 name="矩形 11">
            <a:extLst>
              <a:ext uri="{FF2B5EF4-FFF2-40B4-BE49-F238E27FC236}">
                <a16:creationId xmlns:a16="http://schemas.microsoft.com/office/drawing/2014/main" id="{DD6A04DB-A12A-6EC6-1858-E5F3F10E1E02}"/>
              </a:ext>
            </a:extLst>
          </p:cNvPr>
          <p:cNvSpPr/>
          <p:nvPr/>
        </p:nvSpPr>
        <p:spPr>
          <a:xfrm>
            <a:off x="6739128" y="2103120"/>
            <a:ext cx="1216152" cy="2121408"/>
          </a:xfrm>
          <a:prstGeom prst="rect">
            <a:avLst/>
          </a:prstGeom>
          <a:solidFill>
            <a:srgbClr val="1E344D">
              <a:alpha val="35000"/>
            </a:srgb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13" name="Group 3">
            <a:extLst>
              <a:ext uri="{FF2B5EF4-FFF2-40B4-BE49-F238E27FC236}">
                <a16:creationId xmlns:a16="http://schemas.microsoft.com/office/drawing/2014/main" id="{B86704B4-F26E-E136-A5DD-E39788BA03EC}"/>
              </a:ext>
            </a:extLst>
          </p:cNvPr>
          <p:cNvGrpSpPr/>
          <p:nvPr/>
        </p:nvGrpSpPr>
        <p:grpSpPr>
          <a:xfrm>
            <a:off x="2135805" y="1597613"/>
            <a:ext cx="4094814" cy="3226498"/>
            <a:chOff x="6097266" y="1718655"/>
            <a:chExt cx="2666145" cy="2100783"/>
          </a:xfrm>
          <a:solidFill>
            <a:srgbClr val="1E344D">
              <a:alpha val="47384"/>
            </a:srgbClr>
          </a:solidFill>
        </p:grpSpPr>
        <p:grpSp>
          <p:nvGrpSpPr>
            <p:cNvPr id="18" name="Graphic 11">
              <a:extLst>
                <a:ext uri="{FF2B5EF4-FFF2-40B4-BE49-F238E27FC236}">
                  <a16:creationId xmlns:a16="http://schemas.microsoft.com/office/drawing/2014/main" id="{4C1677B2-67EE-3520-6DCE-B74EFFCA477A}"/>
                </a:ext>
              </a:extLst>
            </p:cNvPr>
            <p:cNvGrpSpPr/>
            <p:nvPr/>
          </p:nvGrpSpPr>
          <p:grpSpPr>
            <a:xfrm>
              <a:off x="8300669" y="2982486"/>
              <a:ext cx="51396" cy="65250"/>
              <a:chOff x="6244733" y="2534073"/>
              <a:chExt cx="98675" cy="125273"/>
            </a:xfrm>
            <a:grpFill/>
          </p:grpSpPr>
          <p:sp>
            <p:nvSpPr>
              <p:cNvPr id="186" name="Freeform 965">
                <a:extLst>
                  <a:ext uri="{FF2B5EF4-FFF2-40B4-BE49-F238E27FC236}">
                    <a16:creationId xmlns:a16="http://schemas.microsoft.com/office/drawing/2014/main" id="{EE33A2BD-346F-2EC6-A691-324E841B1664}"/>
                  </a:ext>
                </a:extLst>
              </p:cNvPr>
              <p:cNvSpPr/>
              <p:nvPr/>
            </p:nvSpPr>
            <p:spPr>
              <a:xfrm>
                <a:off x="6258700" y="2534073"/>
                <a:ext cx="72525" cy="34749"/>
              </a:xfrm>
              <a:custGeom>
                <a:avLst/>
                <a:gdLst>
                  <a:gd name="connsiteX0" fmla="*/ 54857 w 72525"/>
                  <a:gd name="connsiteY0" fmla="*/ 34178 h 34749"/>
                  <a:gd name="connsiteX1" fmla="*/ 58626 w 72525"/>
                  <a:gd name="connsiteY1" fmla="*/ 34750 h 34749"/>
                  <a:gd name="connsiteX2" fmla="*/ 68184 w 72525"/>
                  <a:gd name="connsiteY2" fmla="*/ 34750 h 34749"/>
                  <a:gd name="connsiteX3" fmla="*/ 72525 w 72525"/>
                  <a:gd name="connsiteY3" fmla="*/ 31857 h 34749"/>
                  <a:gd name="connsiteX4" fmla="*/ 72525 w 72525"/>
                  <a:gd name="connsiteY4" fmla="*/ 30410 h 34749"/>
                  <a:gd name="connsiteX5" fmla="*/ 68756 w 72525"/>
                  <a:gd name="connsiteY5" fmla="*/ 26071 h 34749"/>
                  <a:gd name="connsiteX6" fmla="*/ 63371 w 72525"/>
                  <a:gd name="connsiteY6" fmla="*/ 24322 h 34749"/>
                  <a:gd name="connsiteX7" fmla="*/ 59467 w 72525"/>
                  <a:gd name="connsiteY7" fmla="*/ 24322 h 34749"/>
                  <a:gd name="connsiteX8" fmla="*/ 54554 w 72525"/>
                  <a:gd name="connsiteY8" fmla="*/ 22303 h 34749"/>
                  <a:gd name="connsiteX9" fmla="*/ 46140 w 72525"/>
                  <a:gd name="connsiteY9" fmla="*/ 17089 h 34749"/>
                  <a:gd name="connsiteX10" fmla="*/ 35135 w 72525"/>
                  <a:gd name="connsiteY10" fmla="*/ 11875 h 34749"/>
                  <a:gd name="connsiteX11" fmla="*/ 29044 w 72525"/>
                  <a:gd name="connsiteY11" fmla="*/ 5786 h 34749"/>
                  <a:gd name="connsiteX12" fmla="*/ 17736 w 72525"/>
                  <a:gd name="connsiteY12" fmla="*/ 0 h 34749"/>
                  <a:gd name="connsiteX13" fmla="*/ 10769 w 72525"/>
                  <a:gd name="connsiteY13" fmla="*/ 0 h 34749"/>
                  <a:gd name="connsiteX14" fmla="*/ 2928 w 72525"/>
                  <a:gd name="connsiteY14" fmla="*/ 4070 h 34749"/>
                  <a:gd name="connsiteX15" fmla="*/ 1178 w 72525"/>
                  <a:gd name="connsiteY15" fmla="*/ 9285 h 34749"/>
                  <a:gd name="connsiteX16" fmla="*/ 0 w 72525"/>
                  <a:gd name="connsiteY16" fmla="*/ 15373 h 34749"/>
                  <a:gd name="connsiteX17" fmla="*/ 4913 w 72525"/>
                  <a:gd name="connsiteY17" fmla="*/ 19444 h 34749"/>
                  <a:gd name="connsiteX18" fmla="*/ 10130 w 72525"/>
                  <a:gd name="connsiteY18" fmla="*/ 21462 h 34749"/>
                  <a:gd name="connsiteX19" fmla="*/ 14774 w 72525"/>
                  <a:gd name="connsiteY19" fmla="*/ 23783 h 34749"/>
                  <a:gd name="connsiteX20" fmla="*/ 24332 w 72525"/>
                  <a:gd name="connsiteY20" fmla="*/ 24961 h 34749"/>
                  <a:gd name="connsiteX21" fmla="*/ 30693 w 72525"/>
                  <a:gd name="connsiteY21" fmla="*/ 26710 h 34749"/>
                  <a:gd name="connsiteX22" fmla="*/ 33587 w 72525"/>
                  <a:gd name="connsiteY22" fmla="*/ 29031 h 34749"/>
                  <a:gd name="connsiteX23" fmla="*/ 39073 w 72525"/>
                  <a:gd name="connsiteY23" fmla="*/ 29334 h 34749"/>
                  <a:gd name="connsiteX24" fmla="*/ 41395 w 72525"/>
                  <a:gd name="connsiteY24" fmla="*/ 30478 h 34749"/>
                  <a:gd name="connsiteX25" fmla="*/ 46914 w 72525"/>
                  <a:gd name="connsiteY25" fmla="*/ 33101 h 34749"/>
                  <a:gd name="connsiteX26" fmla="*/ 54857 w 72525"/>
                  <a:gd name="connsiteY26" fmla="*/ 34178 h 3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525" h="34749">
                    <a:moveTo>
                      <a:pt x="54857" y="34178"/>
                    </a:moveTo>
                    <a:lnTo>
                      <a:pt x="58626" y="34750"/>
                    </a:lnTo>
                    <a:lnTo>
                      <a:pt x="68184" y="34750"/>
                    </a:lnTo>
                    <a:lnTo>
                      <a:pt x="72525" y="31857"/>
                    </a:lnTo>
                    <a:lnTo>
                      <a:pt x="72525" y="30410"/>
                    </a:lnTo>
                    <a:lnTo>
                      <a:pt x="68756" y="26071"/>
                    </a:lnTo>
                    <a:lnTo>
                      <a:pt x="63371" y="24322"/>
                    </a:lnTo>
                    <a:lnTo>
                      <a:pt x="59467" y="24322"/>
                    </a:lnTo>
                    <a:lnTo>
                      <a:pt x="54554" y="22303"/>
                    </a:lnTo>
                    <a:lnTo>
                      <a:pt x="46140" y="17089"/>
                    </a:lnTo>
                    <a:lnTo>
                      <a:pt x="35135" y="11875"/>
                    </a:lnTo>
                    <a:cubicBezTo>
                      <a:pt x="35135" y="11875"/>
                      <a:pt x="30222" y="6661"/>
                      <a:pt x="29044" y="5786"/>
                    </a:cubicBezTo>
                    <a:cubicBezTo>
                      <a:pt x="27899" y="4911"/>
                      <a:pt x="17736" y="0"/>
                      <a:pt x="17736" y="0"/>
                    </a:cubicBezTo>
                    <a:lnTo>
                      <a:pt x="10769" y="0"/>
                    </a:lnTo>
                    <a:lnTo>
                      <a:pt x="2928" y="4070"/>
                    </a:lnTo>
                    <a:lnTo>
                      <a:pt x="1178" y="9285"/>
                    </a:lnTo>
                    <a:lnTo>
                      <a:pt x="0" y="15373"/>
                    </a:lnTo>
                    <a:lnTo>
                      <a:pt x="4913" y="19444"/>
                    </a:lnTo>
                    <a:lnTo>
                      <a:pt x="10130" y="21462"/>
                    </a:lnTo>
                    <a:lnTo>
                      <a:pt x="14774" y="23783"/>
                    </a:lnTo>
                    <a:lnTo>
                      <a:pt x="24332" y="24961"/>
                    </a:lnTo>
                    <a:lnTo>
                      <a:pt x="30693" y="26710"/>
                    </a:lnTo>
                    <a:lnTo>
                      <a:pt x="33587" y="29031"/>
                    </a:lnTo>
                    <a:lnTo>
                      <a:pt x="39073" y="29334"/>
                    </a:lnTo>
                    <a:lnTo>
                      <a:pt x="41395" y="30478"/>
                    </a:lnTo>
                    <a:lnTo>
                      <a:pt x="46914" y="33101"/>
                    </a:lnTo>
                    <a:lnTo>
                      <a:pt x="54857" y="34178"/>
                    </a:lnTo>
                    <a:close/>
                  </a:path>
                </a:pathLst>
              </a:custGeom>
              <a:grpFill/>
              <a:ln w="6350" cap="flat">
                <a:solidFill>
                  <a:schemeClr val="bg1"/>
                </a:solidFill>
                <a:prstDash val="solid"/>
                <a:miter/>
              </a:ln>
            </p:spPr>
            <p:txBody>
              <a:bodyPr rtlCol="0" anchor="ctr"/>
              <a:lstStyle/>
              <a:p>
                <a:endParaRPr lang="en-US"/>
              </a:p>
            </p:txBody>
          </p:sp>
          <p:sp>
            <p:nvSpPr>
              <p:cNvPr id="187" name="Freeform 966">
                <a:extLst>
                  <a:ext uri="{FF2B5EF4-FFF2-40B4-BE49-F238E27FC236}">
                    <a16:creationId xmlns:a16="http://schemas.microsoft.com/office/drawing/2014/main" id="{FF75005A-21E3-3EE9-1F31-DEC3C5966399}"/>
                  </a:ext>
                </a:extLst>
              </p:cNvPr>
              <p:cNvSpPr/>
              <p:nvPr/>
            </p:nvSpPr>
            <p:spPr>
              <a:xfrm>
                <a:off x="6295013" y="2571278"/>
                <a:ext cx="18846" cy="13186"/>
              </a:xfrm>
              <a:custGeom>
                <a:avLst/>
                <a:gdLst>
                  <a:gd name="connsiteX0" fmla="*/ 3399 w 18846"/>
                  <a:gd name="connsiteY0" fmla="*/ 8275 h 13186"/>
                  <a:gd name="connsiteX1" fmla="*/ 8077 w 18846"/>
                  <a:gd name="connsiteY1" fmla="*/ 9419 h 13186"/>
                  <a:gd name="connsiteX2" fmla="*/ 11443 w 18846"/>
                  <a:gd name="connsiteY2" fmla="*/ 10563 h 13186"/>
                  <a:gd name="connsiteX3" fmla="*/ 16154 w 18846"/>
                  <a:gd name="connsiteY3" fmla="*/ 13187 h 13186"/>
                  <a:gd name="connsiteX4" fmla="*/ 18846 w 18846"/>
                  <a:gd name="connsiteY4" fmla="*/ 12312 h 13186"/>
                  <a:gd name="connsiteX5" fmla="*/ 18846 w 18846"/>
                  <a:gd name="connsiteY5" fmla="*/ 10563 h 13186"/>
                  <a:gd name="connsiteX6" fmla="*/ 18846 w 18846"/>
                  <a:gd name="connsiteY6" fmla="*/ 7098 h 13186"/>
                  <a:gd name="connsiteX7" fmla="*/ 17097 w 18846"/>
                  <a:gd name="connsiteY7" fmla="*/ 4945 h 13186"/>
                  <a:gd name="connsiteX8" fmla="*/ 12183 w 18846"/>
                  <a:gd name="connsiteY8" fmla="*/ 2321 h 13186"/>
                  <a:gd name="connsiteX9" fmla="*/ 7101 w 18846"/>
                  <a:gd name="connsiteY9" fmla="*/ 0 h 13186"/>
                  <a:gd name="connsiteX10" fmla="*/ 2457 w 18846"/>
                  <a:gd name="connsiteY10" fmla="*/ 1009 h 13186"/>
                  <a:gd name="connsiteX11" fmla="*/ 0 w 18846"/>
                  <a:gd name="connsiteY11" fmla="*/ 4777 h 13186"/>
                  <a:gd name="connsiteX12" fmla="*/ 1750 w 18846"/>
                  <a:gd name="connsiteY12" fmla="*/ 6593 h 1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46" h="13186">
                    <a:moveTo>
                      <a:pt x="3399" y="8275"/>
                    </a:moveTo>
                    <a:lnTo>
                      <a:pt x="8077" y="9419"/>
                    </a:lnTo>
                    <a:lnTo>
                      <a:pt x="11443" y="10563"/>
                    </a:lnTo>
                    <a:lnTo>
                      <a:pt x="16154" y="13187"/>
                    </a:lnTo>
                    <a:lnTo>
                      <a:pt x="18846" y="12312"/>
                    </a:lnTo>
                    <a:lnTo>
                      <a:pt x="18846" y="10563"/>
                    </a:lnTo>
                    <a:lnTo>
                      <a:pt x="18846" y="7098"/>
                    </a:lnTo>
                    <a:lnTo>
                      <a:pt x="17097" y="4945"/>
                    </a:lnTo>
                    <a:lnTo>
                      <a:pt x="12183" y="2321"/>
                    </a:lnTo>
                    <a:lnTo>
                      <a:pt x="7101" y="0"/>
                    </a:lnTo>
                    <a:lnTo>
                      <a:pt x="2457" y="1009"/>
                    </a:lnTo>
                    <a:lnTo>
                      <a:pt x="0" y="4777"/>
                    </a:lnTo>
                    <a:lnTo>
                      <a:pt x="1750" y="6593"/>
                    </a:lnTo>
                    <a:close/>
                  </a:path>
                </a:pathLst>
              </a:custGeom>
              <a:grpFill/>
              <a:ln w="6350" cap="flat">
                <a:solidFill>
                  <a:schemeClr val="bg1"/>
                </a:solidFill>
                <a:prstDash val="solid"/>
                <a:miter/>
              </a:ln>
            </p:spPr>
            <p:txBody>
              <a:bodyPr rtlCol="0" anchor="ctr"/>
              <a:lstStyle/>
              <a:p>
                <a:endParaRPr lang="en-US"/>
              </a:p>
            </p:txBody>
          </p:sp>
          <p:sp>
            <p:nvSpPr>
              <p:cNvPr id="188" name="Freeform 967">
                <a:extLst>
                  <a:ext uri="{FF2B5EF4-FFF2-40B4-BE49-F238E27FC236}">
                    <a16:creationId xmlns:a16="http://schemas.microsoft.com/office/drawing/2014/main" id="{BC817CBD-F22C-1ECB-76D2-493B3ADF3011}"/>
                  </a:ext>
                </a:extLst>
              </p:cNvPr>
              <p:cNvSpPr/>
              <p:nvPr/>
            </p:nvSpPr>
            <p:spPr>
              <a:xfrm>
                <a:off x="6316687" y="2576964"/>
                <a:ext cx="5855" cy="9587"/>
              </a:xfrm>
              <a:custGeom>
                <a:avLst/>
                <a:gdLst>
                  <a:gd name="connsiteX0" fmla="*/ 0 w 5855"/>
                  <a:gd name="connsiteY0" fmla="*/ 5584 h 9587"/>
                  <a:gd name="connsiteX1" fmla="*/ 3365 w 5855"/>
                  <a:gd name="connsiteY1" fmla="*/ 8645 h 9587"/>
                  <a:gd name="connsiteX2" fmla="*/ 5116 w 5855"/>
                  <a:gd name="connsiteY2" fmla="*/ 9587 h 9587"/>
                  <a:gd name="connsiteX3" fmla="*/ 5856 w 5855"/>
                  <a:gd name="connsiteY3" fmla="*/ 7502 h 9587"/>
                  <a:gd name="connsiteX4" fmla="*/ 5856 w 5855"/>
                  <a:gd name="connsiteY4" fmla="*/ 3162 h 9587"/>
                  <a:gd name="connsiteX5" fmla="*/ 5856 w 5855"/>
                  <a:gd name="connsiteY5" fmla="*/ 1413 h 9587"/>
                  <a:gd name="connsiteX6" fmla="*/ 4812 w 5855"/>
                  <a:gd name="connsiteY6" fmla="*/ 269 h 9587"/>
                  <a:gd name="connsiteX7" fmla="*/ 3399 w 5855"/>
                  <a:gd name="connsiteY7" fmla="*/ 0 h 9587"/>
                  <a:gd name="connsiteX8" fmla="*/ 2120 w 5855"/>
                  <a:gd name="connsiteY8" fmla="*/ 269 h 9587"/>
                  <a:gd name="connsiteX9" fmla="*/ 1110 w 5855"/>
                  <a:gd name="connsiteY9" fmla="*/ 1144 h 9587"/>
                  <a:gd name="connsiteX10" fmla="*/ 538 w 5855"/>
                  <a:gd name="connsiteY10" fmla="*/ 2220 h 9587"/>
                  <a:gd name="connsiteX11" fmla="*/ 404 w 5855"/>
                  <a:gd name="connsiteY11" fmla="*/ 3835 h 9587"/>
                  <a:gd name="connsiteX12" fmla="*/ 0 w 5855"/>
                  <a:gd name="connsiteY12" fmla="*/ 5584 h 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55" h="9587">
                    <a:moveTo>
                      <a:pt x="0" y="5584"/>
                    </a:moveTo>
                    <a:lnTo>
                      <a:pt x="3365" y="8645"/>
                    </a:lnTo>
                    <a:lnTo>
                      <a:pt x="5116" y="9587"/>
                    </a:lnTo>
                    <a:lnTo>
                      <a:pt x="5856" y="7502"/>
                    </a:lnTo>
                    <a:lnTo>
                      <a:pt x="5856" y="3162"/>
                    </a:lnTo>
                    <a:lnTo>
                      <a:pt x="5856" y="1413"/>
                    </a:lnTo>
                    <a:lnTo>
                      <a:pt x="4812" y="269"/>
                    </a:lnTo>
                    <a:lnTo>
                      <a:pt x="3399" y="0"/>
                    </a:lnTo>
                    <a:lnTo>
                      <a:pt x="2120" y="269"/>
                    </a:lnTo>
                    <a:lnTo>
                      <a:pt x="1110" y="1144"/>
                    </a:lnTo>
                    <a:cubicBezTo>
                      <a:pt x="1110" y="1144"/>
                      <a:pt x="538" y="2086"/>
                      <a:pt x="538" y="2220"/>
                    </a:cubicBezTo>
                    <a:cubicBezTo>
                      <a:pt x="538" y="2355"/>
                      <a:pt x="404" y="3835"/>
                      <a:pt x="404" y="3835"/>
                    </a:cubicBezTo>
                    <a:lnTo>
                      <a:pt x="0" y="5584"/>
                    </a:lnTo>
                    <a:close/>
                  </a:path>
                </a:pathLst>
              </a:custGeom>
              <a:grpFill/>
              <a:ln w="6350" cap="flat">
                <a:solidFill>
                  <a:schemeClr val="bg1"/>
                </a:solidFill>
                <a:prstDash val="solid"/>
                <a:miter/>
              </a:ln>
            </p:spPr>
            <p:txBody>
              <a:bodyPr rtlCol="0" anchor="ctr"/>
              <a:lstStyle/>
              <a:p>
                <a:endParaRPr lang="en-US"/>
              </a:p>
            </p:txBody>
          </p:sp>
          <p:sp>
            <p:nvSpPr>
              <p:cNvPr id="189" name="Freeform 968">
                <a:extLst>
                  <a:ext uri="{FF2B5EF4-FFF2-40B4-BE49-F238E27FC236}">
                    <a16:creationId xmlns:a16="http://schemas.microsoft.com/office/drawing/2014/main" id="{DBDBC22A-52E2-C8BF-46EE-C05D5FEB7116}"/>
                  </a:ext>
                </a:extLst>
              </p:cNvPr>
              <p:cNvSpPr/>
              <p:nvPr/>
            </p:nvSpPr>
            <p:spPr>
              <a:xfrm>
                <a:off x="6244733" y="2575786"/>
                <a:ext cx="98675" cy="83560"/>
              </a:xfrm>
              <a:custGeom>
                <a:avLst/>
                <a:gdLst>
                  <a:gd name="connsiteX0" fmla="*/ 12587 w 98675"/>
                  <a:gd name="connsiteY0" fmla="*/ 69533 h 83560"/>
                  <a:gd name="connsiteX1" fmla="*/ 19553 w 98675"/>
                  <a:gd name="connsiteY1" fmla="*/ 69533 h 83560"/>
                  <a:gd name="connsiteX2" fmla="*/ 24635 w 98675"/>
                  <a:gd name="connsiteY2" fmla="*/ 71686 h 83560"/>
                  <a:gd name="connsiteX3" fmla="*/ 27092 w 98675"/>
                  <a:gd name="connsiteY3" fmla="*/ 74310 h 83560"/>
                  <a:gd name="connsiteX4" fmla="*/ 32881 w 98675"/>
                  <a:gd name="connsiteY4" fmla="*/ 73570 h 83560"/>
                  <a:gd name="connsiteX5" fmla="*/ 34765 w 98675"/>
                  <a:gd name="connsiteY5" fmla="*/ 71922 h 83560"/>
                  <a:gd name="connsiteX6" fmla="*/ 37828 w 98675"/>
                  <a:gd name="connsiteY6" fmla="*/ 76328 h 83560"/>
                  <a:gd name="connsiteX7" fmla="*/ 37828 w 98675"/>
                  <a:gd name="connsiteY7" fmla="*/ 79087 h 83560"/>
                  <a:gd name="connsiteX8" fmla="*/ 40991 w 98675"/>
                  <a:gd name="connsiteY8" fmla="*/ 80802 h 83560"/>
                  <a:gd name="connsiteX9" fmla="*/ 45804 w 98675"/>
                  <a:gd name="connsiteY9" fmla="*/ 83561 h 83560"/>
                  <a:gd name="connsiteX10" fmla="*/ 50280 w 98675"/>
                  <a:gd name="connsiteY10" fmla="*/ 79221 h 83560"/>
                  <a:gd name="connsiteX11" fmla="*/ 54049 w 98675"/>
                  <a:gd name="connsiteY11" fmla="*/ 77472 h 83560"/>
                  <a:gd name="connsiteX12" fmla="*/ 56809 w 98675"/>
                  <a:gd name="connsiteY12" fmla="*/ 75151 h 83560"/>
                  <a:gd name="connsiteX13" fmla="*/ 61453 w 98675"/>
                  <a:gd name="connsiteY13" fmla="*/ 72830 h 83560"/>
                  <a:gd name="connsiteX14" fmla="*/ 66939 w 98675"/>
                  <a:gd name="connsiteY14" fmla="*/ 72056 h 83560"/>
                  <a:gd name="connsiteX15" fmla="*/ 71954 w 98675"/>
                  <a:gd name="connsiteY15" fmla="*/ 71249 h 83560"/>
                  <a:gd name="connsiteX16" fmla="*/ 78684 w 98675"/>
                  <a:gd name="connsiteY16" fmla="*/ 71249 h 83560"/>
                  <a:gd name="connsiteX17" fmla="*/ 83329 w 98675"/>
                  <a:gd name="connsiteY17" fmla="*/ 69533 h 83560"/>
                  <a:gd name="connsiteX18" fmla="*/ 87367 w 98675"/>
                  <a:gd name="connsiteY18" fmla="*/ 69533 h 83560"/>
                  <a:gd name="connsiteX19" fmla="*/ 92584 w 98675"/>
                  <a:gd name="connsiteY19" fmla="*/ 69533 h 83560"/>
                  <a:gd name="connsiteX20" fmla="*/ 96286 w 98675"/>
                  <a:gd name="connsiteY20" fmla="*/ 67784 h 83560"/>
                  <a:gd name="connsiteX21" fmla="*/ 98675 w 98675"/>
                  <a:gd name="connsiteY21" fmla="*/ 64453 h 83560"/>
                  <a:gd name="connsiteX22" fmla="*/ 98675 w 98675"/>
                  <a:gd name="connsiteY22" fmla="*/ 59946 h 83560"/>
                  <a:gd name="connsiteX23" fmla="*/ 97531 w 98675"/>
                  <a:gd name="connsiteY23" fmla="*/ 54597 h 83560"/>
                  <a:gd name="connsiteX24" fmla="*/ 96353 w 98675"/>
                  <a:gd name="connsiteY24" fmla="*/ 50392 h 83560"/>
                  <a:gd name="connsiteX25" fmla="*/ 92314 w 98675"/>
                  <a:gd name="connsiteY25" fmla="*/ 41982 h 83560"/>
                  <a:gd name="connsiteX26" fmla="*/ 86492 w 98675"/>
                  <a:gd name="connsiteY26" fmla="*/ 34178 h 83560"/>
                  <a:gd name="connsiteX27" fmla="*/ 81881 w 98675"/>
                  <a:gd name="connsiteY27" fmla="*/ 27786 h 83560"/>
                  <a:gd name="connsiteX28" fmla="*/ 74208 w 98675"/>
                  <a:gd name="connsiteY28" fmla="*/ 20991 h 83560"/>
                  <a:gd name="connsiteX29" fmla="*/ 66501 w 98675"/>
                  <a:gd name="connsiteY29" fmla="*/ 15474 h 83560"/>
                  <a:gd name="connsiteX30" fmla="*/ 57516 w 98675"/>
                  <a:gd name="connsiteY30" fmla="*/ 10765 h 83560"/>
                  <a:gd name="connsiteX31" fmla="*/ 53174 w 98675"/>
                  <a:gd name="connsiteY31" fmla="*/ 8679 h 83560"/>
                  <a:gd name="connsiteX32" fmla="*/ 46948 w 98675"/>
                  <a:gd name="connsiteY32" fmla="*/ 5988 h 83560"/>
                  <a:gd name="connsiteX33" fmla="*/ 40991 w 98675"/>
                  <a:gd name="connsiteY33" fmla="*/ 2018 h 83560"/>
                  <a:gd name="connsiteX34" fmla="*/ 37390 w 98675"/>
                  <a:gd name="connsiteY34" fmla="*/ 0 h 83560"/>
                  <a:gd name="connsiteX35" fmla="*/ 33452 w 98675"/>
                  <a:gd name="connsiteY35" fmla="*/ 0 h 83560"/>
                  <a:gd name="connsiteX36" fmla="*/ 25510 w 98675"/>
                  <a:gd name="connsiteY36" fmla="*/ 1177 h 83560"/>
                  <a:gd name="connsiteX37" fmla="*/ 19553 w 98675"/>
                  <a:gd name="connsiteY37" fmla="*/ 4474 h 83560"/>
                  <a:gd name="connsiteX38" fmla="*/ 14774 w 98675"/>
                  <a:gd name="connsiteY38" fmla="*/ 10765 h 83560"/>
                  <a:gd name="connsiteX39" fmla="*/ 11745 w 98675"/>
                  <a:gd name="connsiteY39" fmla="*/ 14599 h 83560"/>
                  <a:gd name="connsiteX40" fmla="*/ 11745 w 98675"/>
                  <a:gd name="connsiteY40" fmla="*/ 18233 h 83560"/>
                  <a:gd name="connsiteX41" fmla="*/ 16087 w 98675"/>
                  <a:gd name="connsiteY41" fmla="*/ 21294 h 83560"/>
                  <a:gd name="connsiteX42" fmla="*/ 14067 w 98675"/>
                  <a:gd name="connsiteY42" fmla="*/ 23581 h 83560"/>
                  <a:gd name="connsiteX43" fmla="*/ 9861 w 98675"/>
                  <a:gd name="connsiteY43" fmla="*/ 26643 h 83560"/>
                  <a:gd name="connsiteX44" fmla="*/ 11005 w 98675"/>
                  <a:gd name="connsiteY44" fmla="*/ 33740 h 83560"/>
                  <a:gd name="connsiteX45" fmla="*/ 9861 w 98675"/>
                  <a:gd name="connsiteY45" fmla="*/ 36196 h 83560"/>
                  <a:gd name="connsiteX46" fmla="*/ 6091 w 98675"/>
                  <a:gd name="connsiteY46" fmla="*/ 39527 h 83560"/>
                  <a:gd name="connsiteX47" fmla="*/ 2457 w 98675"/>
                  <a:gd name="connsiteY47" fmla="*/ 43866 h 83560"/>
                  <a:gd name="connsiteX48" fmla="*/ 0 w 98675"/>
                  <a:gd name="connsiteY48" fmla="*/ 47365 h 83560"/>
                  <a:gd name="connsiteX49" fmla="*/ 7370 w 98675"/>
                  <a:gd name="connsiteY49" fmla="*/ 48374 h 83560"/>
                  <a:gd name="connsiteX50" fmla="*/ 10433 w 98675"/>
                  <a:gd name="connsiteY50" fmla="*/ 51973 h 83560"/>
                  <a:gd name="connsiteX51" fmla="*/ 10130 w 98675"/>
                  <a:gd name="connsiteY51" fmla="*/ 55606 h 83560"/>
                  <a:gd name="connsiteX52" fmla="*/ 10702 w 98675"/>
                  <a:gd name="connsiteY52" fmla="*/ 59239 h 83560"/>
                  <a:gd name="connsiteX53" fmla="*/ 8245 w 98675"/>
                  <a:gd name="connsiteY53" fmla="*/ 62267 h 83560"/>
                  <a:gd name="connsiteX54" fmla="*/ 8986 w 98675"/>
                  <a:gd name="connsiteY54" fmla="*/ 65463 h 83560"/>
                  <a:gd name="connsiteX55" fmla="*/ 9693 w 98675"/>
                  <a:gd name="connsiteY55" fmla="*/ 69096 h 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675" h="83560">
                    <a:moveTo>
                      <a:pt x="12587" y="69533"/>
                    </a:moveTo>
                    <a:lnTo>
                      <a:pt x="19553" y="69533"/>
                    </a:lnTo>
                    <a:lnTo>
                      <a:pt x="24635" y="71686"/>
                    </a:lnTo>
                    <a:lnTo>
                      <a:pt x="27092" y="74310"/>
                    </a:lnTo>
                    <a:lnTo>
                      <a:pt x="32881" y="73570"/>
                    </a:lnTo>
                    <a:lnTo>
                      <a:pt x="34765" y="71922"/>
                    </a:lnTo>
                    <a:lnTo>
                      <a:pt x="37828" y="76328"/>
                    </a:lnTo>
                    <a:lnTo>
                      <a:pt x="37828" y="79087"/>
                    </a:lnTo>
                    <a:lnTo>
                      <a:pt x="40991" y="80802"/>
                    </a:lnTo>
                    <a:lnTo>
                      <a:pt x="45804" y="83561"/>
                    </a:lnTo>
                    <a:lnTo>
                      <a:pt x="50280" y="79221"/>
                    </a:lnTo>
                    <a:lnTo>
                      <a:pt x="54049" y="77472"/>
                    </a:lnTo>
                    <a:lnTo>
                      <a:pt x="56809" y="75151"/>
                    </a:lnTo>
                    <a:lnTo>
                      <a:pt x="61453" y="72830"/>
                    </a:lnTo>
                    <a:lnTo>
                      <a:pt x="66939" y="72056"/>
                    </a:lnTo>
                    <a:lnTo>
                      <a:pt x="71954" y="71249"/>
                    </a:lnTo>
                    <a:lnTo>
                      <a:pt x="78684" y="71249"/>
                    </a:lnTo>
                    <a:lnTo>
                      <a:pt x="83329" y="69533"/>
                    </a:lnTo>
                    <a:lnTo>
                      <a:pt x="87367" y="69533"/>
                    </a:lnTo>
                    <a:lnTo>
                      <a:pt x="92584" y="69533"/>
                    </a:lnTo>
                    <a:lnTo>
                      <a:pt x="96286" y="67784"/>
                    </a:lnTo>
                    <a:lnTo>
                      <a:pt x="98675" y="64453"/>
                    </a:lnTo>
                    <a:lnTo>
                      <a:pt x="98675" y="59946"/>
                    </a:lnTo>
                    <a:lnTo>
                      <a:pt x="97531" y="54597"/>
                    </a:lnTo>
                    <a:lnTo>
                      <a:pt x="96353" y="50392"/>
                    </a:lnTo>
                    <a:lnTo>
                      <a:pt x="92314" y="41982"/>
                    </a:lnTo>
                    <a:lnTo>
                      <a:pt x="86492" y="34178"/>
                    </a:lnTo>
                    <a:lnTo>
                      <a:pt x="81881" y="27786"/>
                    </a:lnTo>
                    <a:lnTo>
                      <a:pt x="74208" y="20991"/>
                    </a:lnTo>
                    <a:lnTo>
                      <a:pt x="66501" y="15474"/>
                    </a:lnTo>
                    <a:lnTo>
                      <a:pt x="57516" y="10765"/>
                    </a:lnTo>
                    <a:lnTo>
                      <a:pt x="53174" y="8679"/>
                    </a:lnTo>
                    <a:lnTo>
                      <a:pt x="46948" y="5988"/>
                    </a:lnTo>
                    <a:lnTo>
                      <a:pt x="40991" y="2018"/>
                    </a:lnTo>
                    <a:lnTo>
                      <a:pt x="37390" y="0"/>
                    </a:lnTo>
                    <a:lnTo>
                      <a:pt x="33452" y="0"/>
                    </a:lnTo>
                    <a:lnTo>
                      <a:pt x="25510" y="1177"/>
                    </a:lnTo>
                    <a:lnTo>
                      <a:pt x="19553" y="4474"/>
                    </a:lnTo>
                    <a:lnTo>
                      <a:pt x="14774" y="10765"/>
                    </a:lnTo>
                    <a:lnTo>
                      <a:pt x="11745" y="14599"/>
                    </a:lnTo>
                    <a:lnTo>
                      <a:pt x="11745" y="18233"/>
                    </a:lnTo>
                    <a:lnTo>
                      <a:pt x="16087" y="21294"/>
                    </a:lnTo>
                    <a:lnTo>
                      <a:pt x="14067" y="23581"/>
                    </a:lnTo>
                    <a:lnTo>
                      <a:pt x="9861" y="26643"/>
                    </a:lnTo>
                    <a:lnTo>
                      <a:pt x="11005" y="33740"/>
                    </a:lnTo>
                    <a:lnTo>
                      <a:pt x="9861" y="36196"/>
                    </a:lnTo>
                    <a:lnTo>
                      <a:pt x="6091" y="39527"/>
                    </a:lnTo>
                    <a:lnTo>
                      <a:pt x="2457" y="43866"/>
                    </a:lnTo>
                    <a:lnTo>
                      <a:pt x="0" y="47365"/>
                    </a:lnTo>
                    <a:lnTo>
                      <a:pt x="7370" y="48374"/>
                    </a:lnTo>
                    <a:lnTo>
                      <a:pt x="10433" y="51973"/>
                    </a:lnTo>
                    <a:lnTo>
                      <a:pt x="10130" y="55606"/>
                    </a:lnTo>
                    <a:lnTo>
                      <a:pt x="10702" y="59239"/>
                    </a:lnTo>
                    <a:lnTo>
                      <a:pt x="8245" y="62267"/>
                    </a:lnTo>
                    <a:lnTo>
                      <a:pt x="8986" y="65463"/>
                    </a:lnTo>
                    <a:lnTo>
                      <a:pt x="9693" y="69096"/>
                    </a:lnTo>
                    <a:close/>
                  </a:path>
                </a:pathLst>
              </a:custGeom>
              <a:grpFill/>
              <a:ln w="6350" cap="flat">
                <a:solidFill>
                  <a:schemeClr val="bg1"/>
                </a:solidFill>
                <a:prstDash val="solid"/>
                <a:miter/>
              </a:ln>
            </p:spPr>
            <p:txBody>
              <a:bodyPr rtlCol="0" anchor="ctr"/>
              <a:lstStyle/>
              <a:p>
                <a:endParaRPr lang="en-US"/>
              </a:p>
            </p:txBody>
          </p:sp>
        </p:grpSp>
        <p:sp>
          <p:nvSpPr>
            <p:cNvPr id="23" name="Freeform 884">
              <a:extLst>
                <a:ext uri="{FF2B5EF4-FFF2-40B4-BE49-F238E27FC236}">
                  <a16:creationId xmlns:a16="http://schemas.microsoft.com/office/drawing/2014/main" id="{507546C3-5F6F-A96A-D23E-87359BFAAD65}"/>
                </a:ext>
              </a:extLst>
            </p:cNvPr>
            <p:cNvSpPr/>
            <p:nvPr/>
          </p:nvSpPr>
          <p:spPr>
            <a:xfrm>
              <a:off x="8056836" y="2798702"/>
              <a:ext cx="288901" cy="251855"/>
            </a:xfrm>
            <a:custGeom>
              <a:avLst/>
              <a:gdLst>
                <a:gd name="connsiteX0" fmla="*/ 474226 w 554660"/>
                <a:gd name="connsiteY0" fmla="*/ 434086 h 483536"/>
                <a:gd name="connsiteX1" fmla="*/ 477996 w 554660"/>
                <a:gd name="connsiteY1" fmla="*/ 430756 h 483536"/>
                <a:gd name="connsiteX2" fmla="*/ 479140 w 554660"/>
                <a:gd name="connsiteY2" fmla="*/ 428300 h 483536"/>
                <a:gd name="connsiteX3" fmla="*/ 477996 w 554660"/>
                <a:gd name="connsiteY3" fmla="*/ 421202 h 483536"/>
                <a:gd name="connsiteX4" fmla="*/ 482203 w 554660"/>
                <a:gd name="connsiteY4" fmla="*/ 418174 h 483536"/>
                <a:gd name="connsiteX5" fmla="*/ 484222 w 554660"/>
                <a:gd name="connsiteY5" fmla="*/ 415853 h 483536"/>
                <a:gd name="connsiteX6" fmla="*/ 479881 w 554660"/>
                <a:gd name="connsiteY6" fmla="*/ 412826 h 483536"/>
                <a:gd name="connsiteX7" fmla="*/ 479881 w 554660"/>
                <a:gd name="connsiteY7" fmla="*/ 409193 h 483536"/>
                <a:gd name="connsiteX8" fmla="*/ 482910 w 554660"/>
                <a:gd name="connsiteY8" fmla="*/ 405358 h 483536"/>
                <a:gd name="connsiteX9" fmla="*/ 487688 w 554660"/>
                <a:gd name="connsiteY9" fmla="*/ 399067 h 483536"/>
                <a:gd name="connsiteX10" fmla="*/ 493645 w 554660"/>
                <a:gd name="connsiteY10" fmla="*/ 395770 h 483536"/>
                <a:gd name="connsiteX11" fmla="*/ 501621 w 554660"/>
                <a:gd name="connsiteY11" fmla="*/ 394593 h 483536"/>
                <a:gd name="connsiteX12" fmla="*/ 504246 w 554660"/>
                <a:gd name="connsiteY12" fmla="*/ 394593 h 483536"/>
                <a:gd name="connsiteX13" fmla="*/ 504246 w 554660"/>
                <a:gd name="connsiteY13" fmla="*/ 394526 h 483536"/>
                <a:gd name="connsiteX14" fmla="*/ 494352 w 554660"/>
                <a:gd name="connsiteY14" fmla="*/ 385746 h 483536"/>
                <a:gd name="connsiteX15" fmla="*/ 489136 w 554660"/>
                <a:gd name="connsiteY15" fmla="*/ 380532 h 483536"/>
                <a:gd name="connsiteX16" fmla="*/ 485265 w 554660"/>
                <a:gd name="connsiteY16" fmla="*/ 375553 h 483536"/>
                <a:gd name="connsiteX17" fmla="*/ 482135 w 554660"/>
                <a:gd name="connsiteY17" fmla="*/ 372727 h 483536"/>
                <a:gd name="connsiteX18" fmla="*/ 477356 w 554660"/>
                <a:gd name="connsiteY18" fmla="*/ 367950 h 483536"/>
                <a:gd name="connsiteX19" fmla="*/ 474866 w 554660"/>
                <a:gd name="connsiteY19" fmla="*/ 367076 h 483536"/>
                <a:gd name="connsiteX20" fmla="*/ 471400 w 554660"/>
                <a:gd name="connsiteY20" fmla="*/ 366302 h 483536"/>
                <a:gd name="connsiteX21" fmla="*/ 465745 w 554660"/>
                <a:gd name="connsiteY21" fmla="*/ 366302 h 483536"/>
                <a:gd name="connsiteX22" fmla="*/ 458880 w 554660"/>
                <a:gd name="connsiteY22" fmla="*/ 365427 h 483536"/>
                <a:gd name="connsiteX23" fmla="*/ 450063 w 554660"/>
                <a:gd name="connsiteY23" fmla="*/ 363813 h 483536"/>
                <a:gd name="connsiteX24" fmla="*/ 446461 w 554660"/>
                <a:gd name="connsiteY24" fmla="*/ 361323 h 483536"/>
                <a:gd name="connsiteX25" fmla="*/ 443971 w 554660"/>
                <a:gd name="connsiteY25" fmla="*/ 358498 h 483536"/>
                <a:gd name="connsiteX26" fmla="*/ 446461 w 554660"/>
                <a:gd name="connsiteY26" fmla="*/ 356210 h 483536"/>
                <a:gd name="connsiteX27" fmla="*/ 449188 w 554660"/>
                <a:gd name="connsiteY27" fmla="*/ 354696 h 483536"/>
                <a:gd name="connsiteX28" fmla="*/ 454067 w 554660"/>
                <a:gd name="connsiteY28" fmla="*/ 351433 h 483536"/>
                <a:gd name="connsiteX29" fmla="*/ 457231 w 554660"/>
                <a:gd name="connsiteY29" fmla="*/ 351433 h 483536"/>
                <a:gd name="connsiteX30" fmla="*/ 461034 w 554660"/>
                <a:gd name="connsiteY30" fmla="*/ 352846 h 483536"/>
                <a:gd name="connsiteX31" fmla="*/ 465174 w 554660"/>
                <a:gd name="connsiteY31" fmla="*/ 354158 h 483536"/>
                <a:gd name="connsiteX32" fmla="*/ 474731 w 554660"/>
                <a:gd name="connsiteY32" fmla="*/ 355235 h 483536"/>
                <a:gd name="connsiteX33" fmla="*/ 476044 w 554660"/>
                <a:gd name="connsiteY33" fmla="*/ 354259 h 483536"/>
                <a:gd name="connsiteX34" fmla="*/ 480284 w 554660"/>
                <a:gd name="connsiteY34" fmla="*/ 351837 h 483536"/>
                <a:gd name="connsiteX35" fmla="*/ 483650 w 554660"/>
                <a:gd name="connsiteY35" fmla="*/ 351131 h 483536"/>
                <a:gd name="connsiteX36" fmla="*/ 487688 w 554660"/>
                <a:gd name="connsiteY36" fmla="*/ 351131 h 483536"/>
                <a:gd name="connsiteX37" fmla="*/ 493140 w 554660"/>
                <a:gd name="connsiteY37" fmla="*/ 347666 h 483536"/>
                <a:gd name="connsiteX38" fmla="*/ 499871 w 554660"/>
                <a:gd name="connsiteY38" fmla="*/ 347666 h 483536"/>
                <a:gd name="connsiteX39" fmla="*/ 506165 w 554660"/>
                <a:gd name="connsiteY39" fmla="*/ 349617 h 483536"/>
                <a:gd name="connsiteX40" fmla="*/ 511381 w 554660"/>
                <a:gd name="connsiteY40" fmla="*/ 351030 h 483536"/>
                <a:gd name="connsiteX41" fmla="*/ 516934 w 554660"/>
                <a:gd name="connsiteY41" fmla="*/ 355268 h 483536"/>
                <a:gd name="connsiteX42" fmla="*/ 523901 w 554660"/>
                <a:gd name="connsiteY42" fmla="*/ 359070 h 483536"/>
                <a:gd name="connsiteX43" fmla="*/ 531507 w 554660"/>
                <a:gd name="connsiteY43" fmla="*/ 362333 h 483536"/>
                <a:gd name="connsiteX44" fmla="*/ 537261 w 554660"/>
                <a:gd name="connsiteY44" fmla="*/ 363947 h 483536"/>
                <a:gd name="connsiteX45" fmla="*/ 543017 w 554660"/>
                <a:gd name="connsiteY45" fmla="*/ 364586 h 483536"/>
                <a:gd name="connsiteX46" fmla="*/ 549646 w 554660"/>
                <a:gd name="connsiteY46" fmla="*/ 364385 h 483536"/>
                <a:gd name="connsiteX47" fmla="*/ 553786 w 554660"/>
                <a:gd name="connsiteY47" fmla="*/ 362871 h 483536"/>
                <a:gd name="connsiteX48" fmla="*/ 554661 w 554660"/>
                <a:gd name="connsiteY48" fmla="*/ 359070 h 483536"/>
                <a:gd name="connsiteX49" fmla="*/ 552373 w 554660"/>
                <a:gd name="connsiteY49" fmla="*/ 353855 h 483536"/>
                <a:gd name="connsiteX50" fmla="*/ 547358 w 554660"/>
                <a:gd name="connsiteY50" fmla="*/ 343763 h 483536"/>
                <a:gd name="connsiteX51" fmla="*/ 541603 w 554660"/>
                <a:gd name="connsiteY51" fmla="*/ 332461 h 483536"/>
                <a:gd name="connsiteX52" fmla="*/ 534872 w 554660"/>
                <a:gd name="connsiteY52" fmla="*/ 325598 h 483536"/>
                <a:gd name="connsiteX53" fmla="*/ 526930 w 554660"/>
                <a:gd name="connsiteY53" fmla="*/ 321158 h 483536"/>
                <a:gd name="connsiteX54" fmla="*/ 516732 w 554660"/>
                <a:gd name="connsiteY54" fmla="*/ 317693 h 483536"/>
                <a:gd name="connsiteX55" fmla="*/ 510203 w 554660"/>
                <a:gd name="connsiteY55" fmla="*/ 316280 h 483536"/>
                <a:gd name="connsiteX56" fmla="*/ 501823 w 554660"/>
                <a:gd name="connsiteY56" fmla="*/ 313555 h 483536"/>
                <a:gd name="connsiteX57" fmla="*/ 497414 w 554660"/>
                <a:gd name="connsiteY57" fmla="*/ 310527 h 483536"/>
                <a:gd name="connsiteX58" fmla="*/ 495496 w 554660"/>
                <a:gd name="connsiteY58" fmla="*/ 308778 h 483536"/>
                <a:gd name="connsiteX59" fmla="*/ 495496 w 554660"/>
                <a:gd name="connsiteY59" fmla="*/ 287720 h 483536"/>
                <a:gd name="connsiteX60" fmla="*/ 493544 w 554660"/>
                <a:gd name="connsiteY60" fmla="*/ 283818 h 483536"/>
                <a:gd name="connsiteX61" fmla="*/ 488967 w 554660"/>
                <a:gd name="connsiteY61" fmla="*/ 281429 h 483536"/>
                <a:gd name="connsiteX62" fmla="*/ 485064 w 554660"/>
                <a:gd name="connsiteY62" fmla="*/ 277830 h 483536"/>
                <a:gd name="connsiteX63" fmla="*/ 478097 w 554660"/>
                <a:gd name="connsiteY63" fmla="*/ 275374 h 483536"/>
                <a:gd name="connsiteX64" fmla="*/ 472678 w 554660"/>
                <a:gd name="connsiteY64" fmla="*/ 274668 h 483536"/>
                <a:gd name="connsiteX65" fmla="*/ 465072 w 554660"/>
                <a:gd name="connsiteY65" fmla="*/ 274668 h 483536"/>
                <a:gd name="connsiteX66" fmla="*/ 460293 w 554660"/>
                <a:gd name="connsiteY66" fmla="*/ 273894 h 483536"/>
                <a:gd name="connsiteX67" fmla="*/ 452890 w 554660"/>
                <a:gd name="connsiteY67" fmla="*/ 273356 h 483536"/>
                <a:gd name="connsiteX68" fmla="*/ 447336 w 554660"/>
                <a:gd name="connsiteY68" fmla="*/ 271607 h 483536"/>
                <a:gd name="connsiteX69" fmla="*/ 444510 w 554660"/>
                <a:gd name="connsiteY69" fmla="*/ 267267 h 483536"/>
                <a:gd name="connsiteX70" fmla="*/ 443971 w 554660"/>
                <a:gd name="connsiteY70" fmla="*/ 262154 h 483536"/>
                <a:gd name="connsiteX71" fmla="*/ 441582 w 554660"/>
                <a:gd name="connsiteY71" fmla="*/ 255628 h 483536"/>
                <a:gd name="connsiteX72" fmla="*/ 440707 w 554660"/>
                <a:gd name="connsiteY72" fmla="*/ 251187 h 483536"/>
                <a:gd name="connsiteX73" fmla="*/ 437678 w 554660"/>
                <a:gd name="connsiteY73" fmla="*/ 248698 h 483536"/>
                <a:gd name="connsiteX74" fmla="*/ 436163 w 554660"/>
                <a:gd name="connsiteY74" fmla="*/ 245334 h 483536"/>
                <a:gd name="connsiteX75" fmla="*/ 439730 w 554660"/>
                <a:gd name="connsiteY75" fmla="*/ 239918 h 483536"/>
                <a:gd name="connsiteX76" fmla="*/ 441245 w 554660"/>
                <a:gd name="connsiteY76" fmla="*/ 235040 h 483536"/>
                <a:gd name="connsiteX77" fmla="*/ 440808 w 554660"/>
                <a:gd name="connsiteY77" fmla="*/ 233089 h 483536"/>
                <a:gd name="connsiteX78" fmla="*/ 440471 w 554660"/>
                <a:gd name="connsiteY78" fmla="*/ 227438 h 483536"/>
                <a:gd name="connsiteX79" fmla="*/ 439159 w 554660"/>
                <a:gd name="connsiteY79" fmla="*/ 223737 h 483536"/>
                <a:gd name="connsiteX80" fmla="*/ 436668 w 554660"/>
                <a:gd name="connsiteY80" fmla="*/ 219835 h 483536"/>
                <a:gd name="connsiteX81" fmla="*/ 433202 w 554660"/>
                <a:gd name="connsiteY81" fmla="*/ 215058 h 483536"/>
                <a:gd name="connsiteX82" fmla="*/ 427177 w 554660"/>
                <a:gd name="connsiteY82" fmla="*/ 210382 h 483536"/>
                <a:gd name="connsiteX83" fmla="*/ 424182 w 554660"/>
                <a:gd name="connsiteY83" fmla="*/ 206480 h 483536"/>
                <a:gd name="connsiteX84" fmla="*/ 424182 w 554660"/>
                <a:gd name="connsiteY84" fmla="*/ 200829 h 483536"/>
                <a:gd name="connsiteX85" fmla="*/ 424182 w 554660"/>
                <a:gd name="connsiteY85" fmla="*/ 197364 h 483536"/>
                <a:gd name="connsiteX86" fmla="*/ 421557 w 554660"/>
                <a:gd name="connsiteY86" fmla="*/ 192251 h 483536"/>
                <a:gd name="connsiteX87" fmla="*/ 419269 w 554660"/>
                <a:gd name="connsiteY87" fmla="*/ 189324 h 483536"/>
                <a:gd name="connsiteX88" fmla="*/ 415197 w 554660"/>
                <a:gd name="connsiteY88" fmla="*/ 185422 h 483536"/>
                <a:gd name="connsiteX89" fmla="*/ 413716 w 554660"/>
                <a:gd name="connsiteY89" fmla="*/ 180107 h 483536"/>
                <a:gd name="connsiteX90" fmla="*/ 413716 w 554660"/>
                <a:gd name="connsiteY90" fmla="*/ 174792 h 483536"/>
                <a:gd name="connsiteX91" fmla="*/ 411663 w 554660"/>
                <a:gd name="connsiteY91" fmla="*/ 170015 h 483536"/>
                <a:gd name="connsiteX92" fmla="*/ 409071 w 554660"/>
                <a:gd name="connsiteY92" fmla="*/ 166314 h 483536"/>
                <a:gd name="connsiteX93" fmla="*/ 406783 w 554660"/>
                <a:gd name="connsiteY93" fmla="*/ 162278 h 483536"/>
                <a:gd name="connsiteX94" fmla="*/ 401667 w 554660"/>
                <a:gd name="connsiteY94" fmla="*/ 154002 h 483536"/>
                <a:gd name="connsiteX95" fmla="*/ 397763 w 554660"/>
                <a:gd name="connsiteY95" fmla="*/ 147375 h 483536"/>
                <a:gd name="connsiteX96" fmla="*/ 394499 w 554660"/>
                <a:gd name="connsiteY96" fmla="*/ 139773 h 483536"/>
                <a:gd name="connsiteX97" fmla="*/ 391773 w 554660"/>
                <a:gd name="connsiteY97" fmla="*/ 135736 h 483536"/>
                <a:gd name="connsiteX98" fmla="*/ 389383 w 554660"/>
                <a:gd name="connsiteY98" fmla="*/ 132910 h 483536"/>
                <a:gd name="connsiteX99" fmla="*/ 389383 w 554660"/>
                <a:gd name="connsiteY99" fmla="*/ 126081 h 483536"/>
                <a:gd name="connsiteX100" fmla="*/ 388508 w 554660"/>
                <a:gd name="connsiteY100" fmla="*/ 117167 h 483536"/>
                <a:gd name="connsiteX101" fmla="*/ 386321 w 554660"/>
                <a:gd name="connsiteY101" fmla="*/ 111078 h 483536"/>
                <a:gd name="connsiteX102" fmla="*/ 385008 w 554660"/>
                <a:gd name="connsiteY102" fmla="*/ 105662 h 483536"/>
                <a:gd name="connsiteX103" fmla="*/ 375989 w 554660"/>
                <a:gd name="connsiteY103" fmla="*/ 89145 h 483536"/>
                <a:gd name="connsiteX104" fmla="*/ 372085 w 554660"/>
                <a:gd name="connsiteY104" fmla="*/ 81206 h 483536"/>
                <a:gd name="connsiteX105" fmla="*/ 361012 w 554660"/>
                <a:gd name="connsiteY105" fmla="*/ 73604 h 483536"/>
                <a:gd name="connsiteX106" fmla="*/ 343176 w 554660"/>
                <a:gd name="connsiteY106" fmla="*/ 63713 h 483536"/>
                <a:gd name="connsiteX107" fmla="*/ 333921 w 554660"/>
                <a:gd name="connsiteY107" fmla="*/ 62301 h 483536"/>
                <a:gd name="connsiteX108" fmla="*/ 324228 w 554660"/>
                <a:gd name="connsiteY108" fmla="*/ 61426 h 483536"/>
                <a:gd name="connsiteX109" fmla="*/ 318574 w 554660"/>
                <a:gd name="connsiteY109" fmla="*/ 57288 h 483536"/>
                <a:gd name="connsiteX110" fmla="*/ 312045 w 554660"/>
                <a:gd name="connsiteY110" fmla="*/ 56414 h 483536"/>
                <a:gd name="connsiteX111" fmla="*/ 305954 w 554660"/>
                <a:gd name="connsiteY111" fmla="*/ 55337 h 483536"/>
                <a:gd name="connsiteX112" fmla="*/ 300636 w 554660"/>
                <a:gd name="connsiteY112" fmla="*/ 50459 h 483536"/>
                <a:gd name="connsiteX113" fmla="*/ 294343 w 554660"/>
                <a:gd name="connsiteY113" fmla="*/ 43395 h 483536"/>
                <a:gd name="connsiteX114" fmla="*/ 289766 w 554660"/>
                <a:gd name="connsiteY114" fmla="*/ 39695 h 483536"/>
                <a:gd name="connsiteX115" fmla="*/ 281083 w 554660"/>
                <a:gd name="connsiteY115" fmla="*/ 33068 h 483536"/>
                <a:gd name="connsiteX116" fmla="*/ 271525 w 554660"/>
                <a:gd name="connsiteY116" fmla="*/ 32294 h 483536"/>
                <a:gd name="connsiteX117" fmla="*/ 264626 w 554660"/>
                <a:gd name="connsiteY117" fmla="*/ 31756 h 483536"/>
                <a:gd name="connsiteX118" fmla="*/ 262405 w 554660"/>
                <a:gd name="connsiteY118" fmla="*/ 26004 h 483536"/>
                <a:gd name="connsiteX119" fmla="*/ 262405 w 554660"/>
                <a:gd name="connsiteY119" fmla="*/ 20016 h 483536"/>
                <a:gd name="connsiteX120" fmla="*/ 262405 w 554660"/>
                <a:gd name="connsiteY120" fmla="*/ 13052 h 483536"/>
                <a:gd name="connsiteX121" fmla="*/ 265568 w 554660"/>
                <a:gd name="connsiteY121" fmla="*/ 8175 h 483536"/>
                <a:gd name="connsiteX122" fmla="*/ 270246 w 554660"/>
                <a:gd name="connsiteY122" fmla="*/ 4575 h 483536"/>
                <a:gd name="connsiteX123" fmla="*/ 271996 w 554660"/>
                <a:gd name="connsiteY123" fmla="*/ 3263 h 483536"/>
                <a:gd name="connsiteX124" fmla="*/ 273410 w 554660"/>
                <a:gd name="connsiteY124" fmla="*/ 1615 h 483536"/>
                <a:gd name="connsiteX125" fmla="*/ 271458 w 554660"/>
                <a:gd name="connsiteY125" fmla="*/ 0 h 483536"/>
                <a:gd name="connsiteX126" fmla="*/ 261563 w 554660"/>
                <a:gd name="connsiteY126" fmla="*/ 0 h 483536"/>
                <a:gd name="connsiteX127" fmla="*/ 252645 w 554660"/>
                <a:gd name="connsiteY127" fmla="*/ 1413 h 483536"/>
                <a:gd name="connsiteX128" fmla="*/ 247866 w 554660"/>
                <a:gd name="connsiteY128" fmla="*/ 5113 h 483536"/>
                <a:gd name="connsiteX129" fmla="*/ 241875 w 554660"/>
                <a:gd name="connsiteY129" fmla="*/ 7939 h 483536"/>
                <a:gd name="connsiteX130" fmla="*/ 235784 w 554660"/>
                <a:gd name="connsiteY130" fmla="*/ 9352 h 483536"/>
                <a:gd name="connsiteX131" fmla="*/ 226865 w 554660"/>
                <a:gd name="connsiteY131" fmla="*/ 10126 h 483536"/>
                <a:gd name="connsiteX132" fmla="*/ 224510 w 554660"/>
                <a:gd name="connsiteY132" fmla="*/ 15575 h 483536"/>
                <a:gd name="connsiteX133" fmla="*/ 224139 w 554660"/>
                <a:gd name="connsiteY133" fmla="*/ 19276 h 483536"/>
                <a:gd name="connsiteX134" fmla="*/ 224139 w 554660"/>
                <a:gd name="connsiteY134" fmla="*/ 25263 h 483536"/>
                <a:gd name="connsiteX135" fmla="*/ 223500 w 554660"/>
                <a:gd name="connsiteY135" fmla="*/ 29065 h 483536"/>
                <a:gd name="connsiteX136" fmla="*/ 222187 w 554660"/>
                <a:gd name="connsiteY136" fmla="*/ 34279 h 483536"/>
                <a:gd name="connsiteX137" fmla="*/ 218586 w 554660"/>
                <a:gd name="connsiteY137" fmla="*/ 38854 h 483536"/>
                <a:gd name="connsiteX138" fmla="*/ 217610 w 554660"/>
                <a:gd name="connsiteY138" fmla="*/ 44842 h 483536"/>
                <a:gd name="connsiteX139" fmla="*/ 219461 w 554660"/>
                <a:gd name="connsiteY139" fmla="*/ 48441 h 483536"/>
                <a:gd name="connsiteX140" fmla="*/ 215995 w 554660"/>
                <a:gd name="connsiteY140" fmla="*/ 50729 h 483536"/>
                <a:gd name="connsiteX141" fmla="*/ 205226 w 554660"/>
                <a:gd name="connsiteY141" fmla="*/ 51368 h 483536"/>
                <a:gd name="connsiteX142" fmla="*/ 199672 w 554660"/>
                <a:gd name="connsiteY142" fmla="*/ 52680 h 483536"/>
                <a:gd name="connsiteX143" fmla="*/ 196071 w 554660"/>
                <a:gd name="connsiteY143" fmla="*/ 59845 h 483536"/>
                <a:gd name="connsiteX144" fmla="*/ 194658 w 554660"/>
                <a:gd name="connsiteY144" fmla="*/ 65160 h 483536"/>
                <a:gd name="connsiteX145" fmla="*/ 196307 w 554660"/>
                <a:gd name="connsiteY145" fmla="*/ 74075 h 483536"/>
                <a:gd name="connsiteX146" fmla="*/ 194658 w 554660"/>
                <a:gd name="connsiteY146" fmla="*/ 79289 h 483536"/>
                <a:gd name="connsiteX147" fmla="*/ 189980 w 554660"/>
                <a:gd name="connsiteY147" fmla="*/ 85714 h 483536"/>
                <a:gd name="connsiteX148" fmla="*/ 184427 w 554660"/>
                <a:gd name="connsiteY148" fmla="*/ 89179 h 483536"/>
                <a:gd name="connsiteX149" fmla="*/ 175609 w 554660"/>
                <a:gd name="connsiteY149" fmla="*/ 92105 h 483536"/>
                <a:gd name="connsiteX150" fmla="*/ 169417 w 554660"/>
                <a:gd name="connsiteY150" fmla="*/ 89919 h 483536"/>
                <a:gd name="connsiteX151" fmla="*/ 162989 w 554660"/>
                <a:gd name="connsiteY151" fmla="*/ 80903 h 483536"/>
                <a:gd name="connsiteX152" fmla="*/ 163629 w 554660"/>
                <a:gd name="connsiteY152" fmla="*/ 75454 h 483536"/>
                <a:gd name="connsiteX153" fmla="*/ 162989 w 554660"/>
                <a:gd name="connsiteY153" fmla="*/ 69802 h 483536"/>
                <a:gd name="connsiteX154" fmla="*/ 159186 w 554660"/>
                <a:gd name="connsiteY154" fmla="*/ 64386 h 483536"/>
                <a:gd name="connsiteX155" fmla="*/ 155383 w 554660"/>
                <a:gd name="connsiteY155" fmla="*/ 61897 h 483536"/>
                <a:gd name="connsiteX156" fmla="*/ 148652 w 554660"/>
                <a:gd name="connsiteY156" fmla="*/ 59408 h 483536"/>
                <a:gd name="connsiteX157" fmla="*/ 143436 w 554660"/>
                <a:gd name="connsiteY157" fmla="*/ 60282 h 483536"/>
                <a:gd name="connsiteX158" fmla="*/ 136907 w 554660"/>
                <a:gd name="connsiteY158" fmla="*/ 64723 h 483536"/>
                <a:gd name="connsiteX159" fmla="*/ 136368 w 554660"/>
                <a:gd name="connsiteY159" fmla="*/ 69399 h 483536"/>
                <a:gd name="connsiteX160" fmla="*/ 134854 w 554660"/>
                <a:gd name="connsiteY160" fmla="*/ 76362 h 483536"/>
                <a:gd name="connsiteX161" fmla="*/ 130950 w 554660"/>
                <a:gd name="connsiteY161" fmla="*/ 81677 h 483536"/>
                <a:gd name="connsiteX162" fmla="*/ 125834 w 554660"/>
                <a:gd name="connsiteY162" fmla="*/ 82552 h 483536"/>
                <a:gd name="connsiteX163" fmla="*/ 119406 w 554660"/>
                <a:gd name="connsiteY163" fmla="*/ 83628 h 483536"/>
                <a:gd name="connsiteX164" fmla="*/ 113315 w 554660"/>
                <a:gd name="connsiteY164" fmla="*/ 85041 h 483536"/>
                <a:gd name="connsiteX165" fmla="*/ 107762 w 554660"/>
                <a:gd name="connsiteY165" fmla="*/ 83965 h 483536"/>
                <a:gd name="connsiteX166" fmla="*/ 104598 w 554660"/>
                <a:gd name="connsiteY166" fmla="*/ 80601 h 483536"/>
                <a:gd name="connsiteX167" fmla="*/ 93627 w 554660"/>
                <a:gd name="connsiteY167" fmla="*/ 72897 h 483536"/>
                <a:gd name="connsiteX168" fmla="*/ 86661 w 554660"/>
                <a:gd name="connsiteY168" fmla="*/ 76598 h 483536"/>
                <a:gd name="connsiteX169" fmla="*/ 86661 w 554660"/>
                <a:gd name="connsiteY169" fmla="*/ 82686 h 483536"/>
                <a:gd name="connsiteX170" fmla="*/ 84338 w 554660"/>
                <a:gd name="connsiteY170" fmla="*/ 86454 h 483536"/>
                <a:gd name="connsiteX171" fmla="*/ 78247 w 554660"/>
                <a:gd name="connsiteY171" fmla="*/ 91365 h 483536"/>
                <a:gd name="connsiteX172" fmla="*/ 73905 w 554660"/>
                <a:gd name="connsiteY172" fmla="*/ 86454 h 483536"/>
                <a:gd name="connsiteX173" fmla="*/ 70574 w 554660"/>
                <a:gd name="connsiteY173" fmla="*/ 84436 h 483536"/>
                <a:gd name="connsiteX174" fmla="*/ 64044 w 554660"/>
                <a:gd name="connsiteY174" fmla="*/ 77203 h 483536"/>
                <a:gd name="connsiteX175" fmla="*/ 64044 w 554660"/>
                <a:gd name="connsiteY175" fmla="*/ 67077 h 483536"/>
                <a:gd name="connsiteX176" fmla="*/ 64044 w 554660"/>
                <a:gd name="connsiteY176" fmla="*/ 58399 h 483536"/>
                <a:gd name="connsiteX177" fmla="*/ 59400 w 554660"/>
                <a:gd name="connsiteY177" fmla="*/ 55203 h 483536"/>
                <a:gd name="connsiteX178" fmla="*/ 56237 w 554660"/>
                <a:gd name="connsiteY178" fmla="*/ 47970 h 483536"/>
                <a:gd name="connsiteX179" fmla="*/ 52467 w 554660"/>
                <a:gd name="connsiteY179" fmla="*/ 45077 h 483536"/>
                <a:gd name="connsiteX180" fmla="*/ 42910 w 554660"/>
                <a:gd name="connsiteY180" fmla="*/ 42184 h 483536"/>
                <a:gd name="connsiteX181" fmla="*/ 29582 w 554660"/>
                <a:gd name="connsiteY181" fmla="*/ 40166 h 483536"/>
                <a:gd name="connsiteX182" fmla="*/ 17096 w 554660"/>
                <a:gd name="connsiteY182" fmla="*/ 41310 h 483536"/>
                <a:gd name="connsiteX183" fmla="*/ 11308 w 554660"/>
                <a:gd name="connsiteY183" fmla="*/ 45952 h 483536"/>
                <a:gd name="connsiteX184" fmla="*/ 6529 w 554660"/>
                <a:gd name="connsiteY184" fmla="*/ 49417 h 483536"/>
                <a:gd name="connsiteX185" fmla="*/ 1447 w 554660"/>
                <a:gd name="connsiteY185" fmla="*/ 58399 h 483536"/>
                <a:gd name="connsiteX186" fmla="*/ 1447 w 554660"/>
                <a:gd name="connsiteY186" fmla="*/ 63613 h 483536"/>
                <a:gd name="connsiteX187" fmla="*/ 0 w 554660"/>
                <a:gd name="connsiteY187" fmla="*/ 69399 h 483536"/>
                <a:gd name="connsiteX188" fmla="*/ 4341 w 554660"/>
                <a:gd name="connsiteY188" fmla="*/ 73738 h 483536"/>
                <a:gd name="connsiteX189" fmla="*/ 7808 w 554660"/>
                <a:gd name="connsiteY189" fmla="*/ 77203 h 483536"/>
                <a:gd name="connsiteX190" fmla="*/ 22582 w 554660"/>
                <a:gd name="connsiteY190" fmla="*/ 86488 h 483536"/>
                <a:gd name="connsiteX191" fmla="*/ 30423 w 554660"/>
                <a:gd name="connsiteY191" fmla="*/ 90827 h 483536"/>
                <a:gd name="connsiteX192" fmla="*/ 37390 w 554660"/>
                <a:gd name="connsiteY192" fmla="*/ 91702 h 483536"/>
                <a:gd name="connsiteX193" fmla="*/ 44054 w 554660"/>
                <a:gd name="connsiteY193" fmla="*/ 96613 h 483536"/>
                <a:gd name="connsiteX194" fmla="*/ 48967 w 554660"/>
                <a:gd name="connsiteY194" fmla="*/ 100953 h 483536"/>
                <a:gd name="connsiteX195" fmla="*/ 54487 w 554660"/>
                <a:gd name="connsiteY195" fmla="*/ 100953 h 483536"/>
                <a:gd name="connsiteX196" fmla="*/ 58559 w 554660"/>
                <a:gd name="connsiteY196" fmla="*/ 109060 h 483536"/>
                <a:gd name="connsiteX197" fmla="*/ 64044 w 554660"/>
                <a:gd name="connsiteY197" fmla="*/ 119185 h 483536"/>
                <a:gd name="connsiteX198" fmla="*/ 70439 w 554660"/>
                <a:gd name="connsiteY198" fmla="*/ 119488 h 483536"/>
                <a:gd name="connsiteX199" fmla="*/ 71886 w 554660"/>
                <a:gd name="connsiteY199" fmla="*/ 123827 h 483536"/>
                <a:gd name="connsiteX200" fmla="*/ 76800 w 554660"/>
                <a:gd name="connsiteY200" fmla="*/ 129614 h 483536"/>
                <a:gd name="connsiteX201" fmla="*/ 83194 w 554660"/>
                <a:gd name="connsiteY201" fmla="*/ 132069 h 483536"/>
                <a:gd name="connsiteX202" fmla="*/ 97093 w 554660"/>
                <a:gd name="connsiteY202" fmla="*/ 132204 h 483536"/>
                <a:gd name="connsiteX203" fmla="*/ 108401 w 554660"/>
                <a:gd name="connsiteY203" fmla="*/ 132204 h 483536"/>
                <a:gd name="connsiteX204" fmla="*/ 117387 w 554660"/>
                <a:gd name="connsiteY204" fmla="*/ 133650 h 483536"/>
                <a:gd name="connsiteX205" fmla="*/ 123748 w 554660"/>
                <a:gd name="connsiteY205" fmla="*/ 140614 h 483536"/>
                <a:gd name="connsiteX206" fmla="*/ 128089 w 554660"/>
                <a:gd name="connsiteY206" fmla="*/ 144953 h 483536"/>
                <a:gd name="connsiteX207" fmla="*/ 132565 w 554660"/>
                <a:gd name="connsiteY207" fmla="*/ 150739 h 483536"/>
                <a:gd name="connsiteX208" fmla="*/ 133575 w 554660"/>
                <a:gd name="connsiteY208" fmla="*/ 154507 h 483536"/>
                <a:gd name="connsiteX209" fmla="*/ 133575 w 554660"/>
                <a:gd name="connsiteY209" fmla="*/ 164363 h 483536"/>
                <a:gd name="connsiteX210" fmla="*/ 136469 w 554660"/>
                <a:gd name="connsiteY210" fmla="*/ 168434 h 483536"/>
                <a:gd name="connsiteX211" fmla="*/ 145724 w 554660"/>
                <a:gd name="connsiteY211" fmla="*/ 168434 h 483536"/>
                <a:gd name="connsiteX212" fmla="*/ 152388 w 554660"/>
                <a:gd name="connsiteY212" fmla="*/ 164969 h 483536"/>
                <a:gd name="connsiteX213" fmla="*/ 157032 w 554660"/>
                <a:gd name="connsiteY213" fmla="*/ 160898 h 483536"/>
                <a:gd name="connsiteX214" fmla="*/ 162249 w 554660"/>
                <a:gd name="connsiteY214" fmla="*/ 163522 h 483536"/>
                <a:gd name="connsiteX215" fmla="*/ 171806 w 554660"/>
                <a:gd name="connsiteY215" fmla="*/ 165272 h 483536"/>
                <a:gd name="connsiteX216" fmla="*/ 179042 w 554660"/>
                <a:gd name="connsiteY216" fmla="*/ 166146 h 483536"/>
                <a:gd name="connsiteX217" fmla="*/ 178167 w 554660"/>
                <a:gd name="connsiteY217" fmla="*/ 173984 h 483536"/>
                <a:gd name="connsiteX218" fmla="*/ 174095 w 554660"/>
                <a:gd name="connsiteY218" fmla="*/ 179501 h 483536"/>
                <a:gd name="connsiteX219" fmla="*/ 173523 w 554660"/>
                <a:gd name="connsiteY219" fmla="*/ 184413 h 483536"/>
                <a:gd name="connsiteX220" fmla="*/ 171504 w 554660"/>
                <a:gd name="connsiteY220" fmla="*/ 190804 h 483536"/>
                <a:gd name="connsiteX221" fmla="*/ 167432 w 554660"/>
                <a:gd name="connsiteY221" fmla="*/ 197465 h 483536"/>
                <a:gd name="connsiteX222" fmla="*/ 164840 w 554660"/>
                <a:gd name="connsiteY222" fmla="*/ 202107 h 483536"/>
                <a:gd name="connsiteX223" fmla="*/ 162821 w 554660"/>
                <a:gd name="connsiteY223" fmla="*/ 209070 h 483536"/>
                <a:gd name="connsiteX224" fmla="*/ 161071 w 554660"/>
                <a:gd name="connsiteY224" fmla="*/ 222694 h 483536"/>
                <a:gd name="connsiteX225" fmla="*/ 161340 w 554660"/>
                <a:gd name="connsiteY225" fmla="*/ 224444 h 483536"/>
                <a:gd name="connsiteX226" fmla="*/ 165681 w 554660"/>
                <a:gd name="connsiteY226" fmla="*/ 229355 h 483536"/>
                <a:gd name="connsiteX227" fmla="*/ 176114 w 554660"/>
                <a:gd name="connsiteY227" fmla="*/ 228481 h 483536"/>
                <a:gd name="connsiteX228" fmla="*/ 183081 w 554660"/>
                <a:gd name="connsiteY228" fmla="*/ 226159 h 483536"/>
                <a:gd name="connsiteX229" fmla="*/ 185403 w 554660"/>
                <a:gd name="connsiteY229" fmla="*/ 235713 h 483536"/>
                <a:gd name="connsiteX230" fmla="*/ 189475 w 554660"/>
                <a:gd name="connsiteY230" fmla="*/ 244392 h 483536"/>
                <a:gd name="connsiteX231" fmla="*/ 192672 w 554660"/>
                <a:gd name="connsiteY231" fmla="*/ 252802 h 483536"/>
                <a:gd name="connsiteX232" fmla="*/ 191797 w 554660"/>
                <a:gd name="connsiteY232" fmla="*/ 260606 h 483536"/>
                <a:gd name="connsiteX233" fmla="*/ 194692 w 554660"/>
                <a:gd name="connsiteY233" fmla="*/ 268713 h 483536"/>
                <a:gd name="connsiteX234" fmla="*/ 205697 w 554660"/>
                <a:gd name="connsiteY234" fmla="*/ 277123 h 483536"/>
                <a:gd name="connsiteX235" fmla="*/ 211485 w 554660"/>
                <a:gd name="connsiteY235" fmla="*/ 277998 h 483536"/>
                <a:gd name="connsiteX236" fmla="*/ 220168 w 554660"/>
                <a:gd name="connsiteY236" fmla="*/ 275980 h 483536"/>
                <a:gd name="connsiteX237" fmla="*/ 227404 w 554660"/>
                <a:gd name="connsiteY237" fmla="*/ 276282 h 483536"/>
                <a:gd name="connsiteX238" fmla="*/ 234067 w 554660"/>
                <a:gd name="connsiteY238" fmla="*/ 275980 h 483536"/>
                <a:gd name="connsiteX239" fmla="*/ 239284 w 554660"/>
                <a:gd name="connsiteY239" fmla="*/ 273087 h 483536"/>
                <a:gd name="connsiteX240" fmla="*/ 241034 w 554660"/>
                <a:gd name="connsiteY240" fmla="*/ 266998 h 483536"/>
                <a:gd name="connsiteX241" fmla="*/ 245106 w 554660"/>
                <a:gd name="connsiteY241" fmla="*/ 261481 h 483536"/>
                <a:gd name="connsiteX242" fmla="*/ 245409 w 554660"/>
                <a:gd name="connsiteY242" fmla="*/ 250750 h 483536"/>
                <a:gd name="connsiteX243" fmla="*/ 248000 w 554660"/>
                <a:gd name="connsiteY243" fmla="*/ 244661 h 483536"/>
                <a:gd name="connsiteX244" fmla="*/ 256111 w 554660"/>
                <a:gd name="connsiteY244" fmla="*/ 242340 h 483536"/>
                <a:gd name="connsiteX245" fmla="*/ 261631 w 554660"/>
                <a:gd name="connsiteY245" fmla="*/ 248731 h 483536"/>
                <a:gd name="connsiteX246" fmla="*/ 269438 w 554660"/>
                <a:gd name="connsiteY246" fmla="*/ 255392 h 483536"/>
                <a:gd name="connsiteX247" fmla="*/ 281319 w 554660"/>
                <a:gd name="connsiteY247" fmla="*/ 261481 h 483536"/>
                <a:gd name="connsiteX248" fmla="*/ 287982 w 554660"/>
                <a:gd name="connsiteY248" fmla="*/ 266123 h 483536"/>
                <a:gd name="connsiteX249" fmla="*/ 286232 w 554660"/>
                <a:gd name="connsiteY249" fmla="*/ 277426 h 483536"/>
                <a:gd name="connsiteX250" fmla="*/ 283607 w 554660"/>
                <a:gd name="connsiteY250" fmla="*/ 281194 h 483536"/>
                <a:gd name="connsiteX251" fmla="*/ 285054 w 554660"/>
                <a:gd name="connsiteY251" fmla="*/ 289032 h 483536"/>
                <a:gd name="connsiteX252" fmla="*/ 286501 w 554660"/>
                <a:gd name="connsiteY252" fmla="*/ 294818 h 483536"/>
                <a:gd name="connsiteX253" fmla="*/ 281588 w 554660"/>
                <a:gd name="connsiteY253" fmla="*/ 300335 h 483536"/>
                <a:gd name="connsiteX254" fmla="*/ 274352 w 554660"/>
                <a:gd name="connsiteY254" fmla="*/ 304102 h 483536"/>
                <a:gd name="connsiteX255" fmla="*/ 268563 w 554660"/>
                <a:gd name="connsiteY255" fmla="*/ 299191 h 483536"/>
                <a:gd name="connsiteX256" fmla="*/ 260722 w 554660"/>
                <a:gd name="connsiteY256" fmla="*/ 298888 h 483536"/>
                <a:gd name="connsiteX257" fmla="*/ 252039 w 554660"/>
                <a:gd name="connsiteY257" fmla="*/ 297442 h 483536"/>
                <a:gd name="connsiteX258" fmla="*/ 247698 w 554660"/>
                <a:gd name="connsiteY258" fmla="*/ 292530 h 483536"/>
                <a:gd name="connsiteX259" fmla="*/ 239587 w 554660"/>
                <a:gd name="connsiteY259" fmla="*/ 289335 h 483536"/>
                <a:gd name="connsiteX260" fmla="*/ 234101 w 554660"/>
                <a:gd name="connsiteY260" fmla="*/ 293977 h 483536"/>
                <a:gd name="connsiteX261" fmla="*/ 233529 w 554660"/>
                <a:gd name="connsiteY261" fmla="*/ 301512 h 483536"/>
                <a:gd name="connsiteX262" fmla="*/ 236423 w 554660"/>
                <a:gd name="connsiteY262" fmla="*/ 311066 h 483536"/>
                <a:gd name="connsiteX263" fmla="*/ 237568 w 554660"/>
                <a:gd name="connsiteY263" fmla="*/ 317457 h 483536"/>
                <a:gd name="connsiteX264" fmla="*/ 236693 w 554660"/>
                <a:gd name="connsiteY264" fmla="*/ 327314 h 483536"/>
                <a:gd name="connsiteX265" fmla="*/ 233798 w 554660"/>
                <a:gd name="connsiteY265" fmla="*/ 331384 h 483536"/>
                <a:gd name="connsiteX266" fmla="*/ 232351 w 554660"/>
                <a:gd name="connsiteY266" fmla="*/ 336598 h 483536"/>
                <a:gd name="connsiteX267" fmla="*/ 228010 w 554660"/>
                <a:gd name="connsiteY267" fmla="*/ 338045 h 483536"/>
                <a:gd name="connsiteX268" fmla="*/ 222490 w 554660"/>
                <a:gd name="connsiteY268" fmla="*/ 338617 h 483536"/>
                <a:gd name="connsiteX269" fmla="*/ 217846 w 554660"/>
                <a:gd name="connsiteY269" fmla="*/ 345008 h 483536"/>
                <a:gd name="connsiteX270" fmla="*/ 216096 w 554660"/>
                <a:gd name="connsiteY270" fmla="*/ 353115 h 483536"/>
                <a:gd name="connsiteX271" fmla="*/ 211183 w 554660"/>
                <a:gd name="connsiteY271" fmla="*/ 361222 h 483536"/>
                <a:gd name="connsiteX272" fmla="*/ 208860 w 554660"/>
                <a:gd name="connsiteY272" fmla="*/ 367009 h 483536"/>
                <a:gd name="connsiteX273" fmla="*/ 214649 w 554660"/>
                <a:gd name="connsiteY273" fmla="*/ 370473 h 483536"/>
                <a:gd name="connsiteX274" fmla="*/ 219865 w 554660"/>
                <a:gd name="connsiteY274" fmla="*/ 373366 h 483536"/>
                <a:gd name="connsiteX275" fmla="*/ 224510 w 554660"/>
                <a:gd name="connsiteY275" fmla="*/ 379152 h 483536"/>
                <a:gd name="connsiteX276" fmla="*/ 226832 w 554660"/>
                <a:gd name="connsiteY276" fmla="*/ 389581 h 483536"/>
                <a:gd name="connsiteX277" fmla="*/ 229726 w 554660"/>
                <a:gd name="connsiteY277" fmla="*/ 394795 h 483536"/>
                <a:gd name="connsiteX278" fmla="*/ 238712 w 554660"/>
                <a:gd name="connsiteY278" fmla="*/ 395030 h 483536"/>
                <a:gd name="connsiteX279" fmla="*/ 249145 w 554660"/>
                <a:gd name="connsiteY279" fmla="*/ 396578 h 483536"/>
                <a:gd name="connsiteX280" fmla="*/ 259578 w 554660"/>
                <a:gd name="connsiteY280" fmla="*/ 396578 h 483536"/>
                <a:gd name="connsiteX281" fmla="*/ 261328 w 554660"/>
                <a:gd name="connsiteY281" fmla="*/ 401792 h 483536"/>
                <a:gd name="connsiteX282" fmla="*/ 262472 w 554660"/>
                <a:gd name="connsiteY282" fmla="*/ 408183 h 483536"/>
                <a:gd name="connsiteX283" fmla="*/ 263650 w 554660"/>
                <a:gd name="connsiteY283" fmla="*/ 413700 h 483536"/>
                <a:gd name="connsiteX284" fmla="*/ 260452 w 554660"/>
                <a:gd name="connsiteY284" fmla="*/ 421505 h 483536"/>
                <a:gd name="connsiteX285" fmla="*/ 255236 w 554660"/>
                <a:gd name="connsiteY285" fmla="*/ 425844 h 483536"/>
                <a:gd name="connsiteX286" fmla="*/ 247698 w 554660"/>
                <a:gd name="connsiteY286" fmla="*/ 433077 h 483536"/>
                <a:gd name="connsiteX287" fmla="*/ 249717 w 554660"/>
                <a:gd name="connsiteY287" fmla="*/ 438863 h 483536"/>
                <a:gd name="connsiteX288" fmla="*/ 252914 w 554660"/>
                <a:gd name="connsiteY288" fmla="*/ 442193 h 483536"/>
                <a:gd name="connsiteX289" fmla="*/ 261328 w 554660"/>
                <a:gd name="connsiteY289" fmla="*/ 446970 h 483536"/>
                <a:gd name="connsiteX290" fmla="*/ 270011 w 554660"/>
                <a:gd name="connsiteY290" fmla="*/ 446970 h 483536"/>
                <a:gd name="connsiteX291" fmla="*/ 277112 w 554660"/>
                <a:gd name="connsiteY291" fmla="*/ 444952 h 483536"/>
                <a:gd name="connsiteX292" fmla="*/ 284785 w 554660"/>
                <a:gd name="connsiteY292" fmla="*/ 441756 h 483536"/>
                <a:gd name="connsiteX293" fmla="*/ 292020 w 554660"/>
                <a:gd name="connsiteY293" fmla="*/ 440881 h 483536"/>
                <a:gd name="connsiteX294" fmla="*/ 299862 w 554660"/>
                <a:gd name="connsiteY294" fmla="*/ 438829 h 483536"/>
                <a:gd name="connsiteX295" fmla="*/ 310867 w 554660"/>
                <a:gd name="connsiteY295" fmla="*/ 436542 h 483536"/>
                <a:gd name="connsiteX296" fmla="*/ 315209 w 554660"/>
                <a:gd name="connsiteY296" fmla="*/ 436542 h 483536"/>
                <a:gd name="connsiteX297" fmla="*/ 316084 w 554660"/>
                <a:gd name="connsiteY297" fmla="*/ 444649 h 483536"/>
                <a:gd name="connsiteX298" fmla="*/ 316656 w 554660"/>
                <a:gd name="connsiteY298" fmla="*/ 449863 h 483536"/>
                <a:gd name="connsiteX299" fmla="*/ 326786 w 554660"/>
                <a:gd name="connsiteY299" fmla="*/ 448685 h 483536"/>
                <a:gd name="connsiteX300" fmla="*/ 334055 w 554660"/>
                <a:gd name="connsiteY300" fmla="*/ 446667 h 483536"/>
                <a:gd name="connsiteX301" fmla="*/ 337825 w 554660"/>
                <a:gd name="connsiteY301" fmla="*/ 453631 h 483536"/>
                <a:gd name="connsiteX302" fmla="*/ 342738 w 554660"/>
                <a:gd name="connsiteY302" fmla="*/ 447273 h 483536"/>
                <a:gd name="connsiteX303" fmla="*/ 349704 w 554660"/>
                <a:gd name="connsiteY303" fmla="*/ 444380 h 483536"/>
                <a:gd name="connsiteX304" fmla="*/ 360440 w 554660"/>
                <a:gd name="connsiteY304" fmla="*/ 443808 h 483536"/>
                <a:gd name="connsiteX305" fmla="*/ 367676 w 554660"/>
                <a:gd name="connsiteY305" fmla="*/ 448450 h 483536"/>
                <a:gd name="connsiteX306" fmla="*/ 375787 w 554660"/>
                <a:gd name="connsiteY306" fmla="*/ 455985 h 483536"/>
                <a:gd name="connsiteX307" fmla="*/ 380128 w 554660"/>
                <a:gd name="connsiteY307" fmla="*/ 460897 h 483536"/>
                <a:gd name="connsiteX308" fmla="*/ 384200 w 554660"/>
                <a:gd name="connsiteY308" fmla="*/ 463218 h 483536"/>
                <a:gd name="connsiteX309" fmla="*/ 388542 w 554660"/>
                <a:gd name="connsiteY309" fmla="*/ 466985 h 483536"/>
                <a:gd name="connsiteX310" fmla="*/ 398975 w 554660"/>
                <a:gd name="connsiteY310" fmla="*/ 469576 h 483536"/>
                <a:gd name="connsiteX311" fmla="*/ 412605 w 554660"/>
                <a:gd name="connsiteY311" fmla="*/ 469576 h 483536"/>
                <a:gd name="connsiteX312" fmla="*/ 417249 w 554660"/>
                <a:gd name="connsiteY312" fmla="*/ 468432 h 483536"/>
                <a:gd name="connsiteX313" fmla="*/ 421019 w 554660"/>
                <a:gd name="connsiteY313" fmla="*/ 472502 h 483536"/>
                <a:gd name="connsiteX314" fmla="*/ 424216 w 554660"/>
                <a:gd name="connsiteY314" fmla="*/ 479466 h 483536"/>
                <a:gd name="connsiteX315" fmla="*/ 425091 w 554660"/>
                <a:gd name="connsiteY315" fmla="*/ 483536 h 483536"/>
                <a:gd name="connsiteX316" fmla="*/ 431754 w 554660"/>
                <a:gd name="connsiteY316" fmla="*/ 483536 h 483536"/>
                <a:gd name="connsiteX317" fmla="*/ 432629 w 554660"/>
                <a:gd name="connsiteY317" fmla="*/ 476875 h 483536"/>
                <a:gd name="connsiteX318" fmla="*/ 436096 w 554660"/>
                <a:gd name="connsiteY318" fmla="*/ 473411 h 483536"/>
                <a:gd name="connsiteX319" fmla="*/ 443937 w 554660"/>
                <a:gd name="connsiteY319" fmla="*/ 472839 h 483536"/>
                <a:gd name="connsiteX320" fmla="*/ 446260 w 554660"/>
                <a:gd name="connsiteY320" fmla="*/ 466178 h 483536"/>
                <a:gd name="connsiteX321" fmla="*/ 446832 w 554660"/>
                <a:gd name="connsiteY321" fmla="*/ 461267 h 483536"/>
                <a:gd name="connsiteX322" fmla="*/ 444510 w 554660"/>
                <a:gd name="connsiteY322" fmla="*/ 454034 h 483536"/>
                <a:gd name="connsiteX323" fmla="*/ 447976 w 554660"/>
                <a:gd name="connsiteY323" fmla="*/ 449997 h 483536"/>
                <a:gd name="connsiteX324" fmla="*/ 454942 w 554660"/>
                <a:gd name="connsiteY324" fmla="*/ 444783 h 483536"/>
                <a:gd name="connsiteX325" fmla="*/ 462481 w 554660"/>
                <a:gd name="connsiteY325" fmla="*/ 444514 h 483536"/>
                <a:gd name="connsiteX326" fmla="*/ 467832 w 554660"/>
                <a:gd name="connsiteY326" fmla="*/ 442328 h 483536"/>
                <a:gd name="connsiteX327" fmla="*/ 470289 w 554660"/>
                <a:gd name="connsiteY327" fmla="*/ 438863 h 483536"/>
                <a:gd name="connsiteX328" fmla="*/ 474226 w 554660"/>
                <a:gd name="connsiteY328" fmla="*/ 434086 h 48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554660" h="483536">
                  <a:moveTo>
                    <a:pt x="474226" y="434086"/>
                  </a:moveTo>
                  <a:lnTo>
                    <a:pt x="477996" y="430756"/>
                  </a:lnTo>
                  <a:lnTo>
                    <a:pt x="479140" y="428300"/>
                  </a:lnTo>
                  <a:lnTo>
                    <a:pt x="477996" y="421202"/>
                  </a:lnTo>
                  <a:lnTo>
                    <a:pt x="482203" y="418174"/>
                  </a:lnTo>
                  <a:lnTo>
                    <a:pt x="484222" y="415853"/>
                  </a:lnTo>
                  <a:lnTo>
                    <a:pt x="479881" y="412826"/>
                  </a:lnTo>
                  <a:lnTo>
                    <a:pt x="479881" y="409193"/>
                  </a:lnTo>
                  <a:lnTo>
                    <a:pt x="482910" y="405358"/>
                  </a:lnTo>
                  <a:lnTo>
                    <a:pt x="487688" y="399067"/>
                  </a:lnTo>
                  <a:lnTo>
                    <a:pt x="493645" y="395770"/>
                  </a:lnTo>
                  <a:lnTo>
                    <a:pt x="501621" y="394593"/>
                  </a:lnTo>
                  <a:lnTo>
                    <a:pt x="504246" y="394593"/>
                  </a:lnTo>
                  <a:lnTo>
                    <a:pt x="504246" y="394526"/>
                  </a:lnTo>
                  <a:lnTo>
                    <a:pt x="494352" y="385746"/>
                  </a:lnTo>
                  <a:lnTo>
                    <a:pt x="489136" y="380532"/>
                  </a:lnTo>
                  <a:lnTo>
                    <a:pt x="485265" y="375553"/>
                  </a:lnTo>
                  <a:lnTo>
                    <a:pt x="482135" y="372727"/>
                  </a:lnTo>
                  <a:lnTo>
                    <a:pt x="477356" y="367950"/>
                  </a:lnTo>
                  <a:lnTo>
                    <a:pt x="474866" y="367076"/>
                  </a:lnTo>
                  <a:cubicBezTo>
                    <a:pt x="474866" y="367076"/>
                    <a:pt x="471736" y="366437"/>
                    <a:pt x="471400" y="366302"/>
                  </a:cubicBezTo>
                  <a:cubicBezTo>
                    <a:pt x="471063" y="366201"/>
                    <a:pt x="465745" y="366302"/>
                    <a:pt x="465745" y="366302"/>
                  </a:cubicBezTo>
                  <a:cubicBezTo>
                    <a:pt x="465745" y="366302"/>
                    <a:pt x="461269" y="365427"/>
                    <a:pt x="458880" y="365427"/>
                  </a:cubicBezTo>
                  <a:cubicBezTo>
                    <a:pt x="456490" y="365427"/>
                    <a:pt x="450063" y="363813"/>
                    <a:pt x="450063" y="363813"/>
                  </a:cubicBezTo>
                  <a:lnTo>
                    <a:pt x="446461" y="361323"/>
                  </a:lnTo>
                  <a:lnTo>
                    <a:pt x="443971" y="358498"/>
                  </a:lnTo>
                  <a:cubicBezTo>
                    <a:pt x="443971" y="358498"/>
                    <a:pt x="446058" y="356311"/>
                    <a:pt x="446461" y="356210"/>
                  </a:cubicBezTo>
                  <a:cubicBezTo>
                    <a:pt x="446899" y="356109"/>
                    <a:pt x="448211" y="355134"/>
                    <a:pt x="449188" y="354696"/>
                  </a:cubicBezTo>
                  <a:cubicBezTo>
                    <a:pt x="450163" y="354259"/>
                    <a:pt x="453765" y="351433"/>
                    <a:pt x="454067" y="351433"/>
                  </a:cubicBezTo>
                  <a:cubicBezTo>
                    <a:pt x="454370" y="351433"/>
                    <a:pt x="456457" y="351332"/>
                    <a:pt x="457231" y="351433"/>
                  </a:cubicBezTo>
                  <a:cubicBezTo>
                    <a:pt x="458005" y="351534"/>
                    <a:pt x="459957" y="351972"/>
                    <a:pt x="461034" y="352846"/>
                  </a:cubicBezTo>
                  <a:cubicBezTo>
                    <a:pt x="462111" y="353721"/>
                    <a:pt x="463524" y="353822"/>
                    <a:pt x="465174" y="354158"/>
                  </a:cubicBezTo>
                  <a:cubicBezTo>
                    <a:pt x="466823" y="354494"/>
                    <a:pt x="474731" y="355235"/>
                    <a:pt x="474731" y="355235"/>
                  </a:cubicBezTo>
                  <a:cubicBezTo>
                    <a:pt x="474731" y="355235"/>
                    <a:pt x="475606" y="354360"/>
                    <a:pt x="476044" y="354259"/>
                  </a:cubicBezTo>
                  <a:cubicBezTo>
                    <a:pt x="476481" y="354158"/>
                    <a:pt x="478972" y="352005"/>
                    <a:pt x="480284" y="351837"/>
                  </a:cubicBezTo>
                  <a:cubicBezTo>
                    <a:pt x="481597" y="351669"/>
                    <a:pt x="482910" y="351131"/>
                    <a:pt x="483650" y="351131"/>
                  </a:cubicBezTo>
                  <a:cubicBezTo>
                    <a:pt x="484424" y="351131"/>
                    <a:pt x="487688" y="351131"/>
                    <a:pt x="487688" y="351131"/>
                  </a:cubicBezTo>
                  <a:lnTo>
                    <a:pt x="493140" y="347666"/>
                  </a:lnTo>
                  <a:lnTo>
                    <a:pt x="499871" y="347666"/>
                  </a:lnTo>
                  <a:cubicBezTo>
                    <a:pt x="499871" y="347666"/>
                    <a:pt x="505862" y="349516"/>
                    <a:pt x="506165" y="349617"/>
                  </a:cubicBezTo>
                  <a:cubicBezTo>
                    <a:pt x="506501" y="349718"/>
                    <a:pt x="510944" y="351030"/>
                    <a:pt x="511381" y="351030"/>
                  </a:cubicBezTo>
                  <a:cubicBezTo>
                    <a:pt x="511819" y="351030"/>
                    <a:pt x="516934" y="355268"/>
                    <a:pt x="516934" y="355268"/>
                  </a:cubicBezTo>
                  <a:lnTo>
                    <a:pt x="523901" y="359070"/>
                  </a:lnTo>
                  <a:lnTo>
                    <a:pt x="531507" y="362333"/>
                  </a:lnTo>
                  <a:lnTo>
                    <a:pt x="537261" y="363947"/>
                  </a:lnTo>
                  <a:cubicBezTo>
                    <a:pt x="537261" y="363947"/>
                    <a:pt x="542478" y="364586"/>
                    <a:pt x="543017" y="364586"/>
                  </a:cubicBezTo>
                  <a:cubicBezTo>
                    <a:pt x="543555" y="364586"/>
                    <a:pt x="549646" y="364385"/>
                    <a:pt x="549646" y="364385"/>
                  </a:cubicBezTo>
                  <a:lnTo>
                    <a:pt x="553786" y="362871"/>
                  </a:lnTo>
                  <a:lnTo>
                    <a:pt x="554661" y="359070"/>
                  </a:lnTo>
                  <a:lnTo>
                    <a:pt x="552373" y="353855"/>
                  </a:lnTo>
                  <a:lnTo>
                    <a:pt x="547358" y="343763"/>
                  </a:lnTo>
                  <a:lnTo>
                    <a:pt x="541603" y="332461"/>
                  </a:lnTo>
                  <a:lnTo>
                    <a:pt x="534872" y="325598"/>
                  </a:lnTo>
                  <a:cubicBezTo>
                    <a:pt x="534872" y="325598"/>
                    <a:pt x="527805" y="321360"/>
                    <a:pt x="526930" y="321158"/>
                  </a:cubicBezTo>
                  <a:cubicBezTo>
                    <a:pt x="526055" y="320922"/>
                    <a:pt x="516732" y="317693"/>
                    <a:pt x="516732" y="317693"/>
                  </a:cubicBezTo>
                  <a:lnTo>
                    <a:pt x="510203" y="316280"/>
                  </a:lnTo>
                  <a:lnTo>
                    <a:pt x="501823" y="313555"/>
                  </a:lnTo>
                  <a:lnTo>
                    <a:pt x="497414" y="310527"/>
                  </a:lnTo>
                  <a:lnTo>
                    <a:pt x="495496" y="308778"/>
                  </a:lnTo>
                  <a:lnTo>
                    <a:pt x="495496" y="287720"/>
                  </a:lnTo>
                  <a:lnTo>
                    <a:pt x="493544" y="283818"/>
                  </a:lnTo>
                  <a:lnTo>
                    <a:pt x="488967" y="281429"/>
                  </a:lnTo>
                  <a:lnTo>
                    <a:pt x="485064" y="277830"/>
                  </a:lnTo>
                  <a:lnTo>
                    <a:pt x="478097" y="275374"/>
                  </a:lnTo>
                  <a:cubicBezTo>
                    <a:pt x="478097" y="275374"/>
                    <a:pt x="473116" y="274668"/>
                    <a:pt x="472678" y="274668"/>
                  </a:cubicBezTo>
                  <a:cubicBezTo>
                    <a:pt x="472241" y="274668"/>
                    <a:pt x="465072" y="274668"/>
                    <a:pt x="465072" y="274668"/>
                  </a:cubicBezTo>
                  <a:lnTo>
                    <a:pt x="460293" y="273894"/>
                  </a:lnTo>
                  <a:cubicBezTo>
                    <a:pt x="460293" y="273894"/>
                    <a:pt x="453327" y="273356"/>
                    <a:pt x="452890" y="273356"/>
                  </a:cubicBezTo>
                  <a:cubicBezTo>
                    <a:pt x="452452" y="273356"/>
                    <a:pt x="447673" y="272044"/>
                    <a:pt x="447336" y="271607"/>
                  </a:cubicBezTo>
                  <a:cubicBezTo>
                    <a:pt x="447000" y="271169"/>
                    <a:pt x="444711" y="268781"/>
                    <a:pt x="444510" y="267267"/>
                  </a:cubicBezTo>
                  <a:cubicBezTo>
                    <a:pt x="444274" y="265753"/>
                    <a:pt x="443971" y="262154"/>
                    <a:pt x="443971" y="262154"/>
                  </a:cubicBezTo>
                  <a:lnTo>
                    <a:pt x="441582" y="255628"/>
                  </a:lnTo>
                  <a:lnTo>
                    <a:pt x="440707" y="251187"/>
                  </a:lnTo>
                  <a:cubicBezTo>
                    <a:pt x="440707" y="251187"/>
                    <a:pt x="438081" y="249438"/>
                    <a:pt x="437678" y="248698"/>
                  </a:cubicBezTo>
                  <a:cubicBezTo>
                    <a:pt x="437240" y="247924"/>
                    <a:pt x="435625" y="246310"/>
                    <a:pt x="436163" y="245334"/>
                  </a:cubicBezTo>
                  <a:cubicBezTo>
                    <a:pt x="436701" y="244358"/>
                    <a:pt x="439730" y="239918"/>
                    <a:pt x="439730" y="239918"/>
                  </a:cubicBezTo>
                  <a:lnTo>
                    <a:pt x="441245" y="235040"/>
                  </a:lnTo>
                  <a:cubicBezTo>
                    <a:pt x="441245" y="235040"/>
                    <a:pt x="440808" y="233425"/>
                    <a:pt x="440808" y="233089"/>
                  </a:cubicBezTo>
                  <a:cubicBezTo>
                    <a:pt x="440808" y="232753"/>
                    <a:pt x="440471" y="227976"/>
                    <a:pt x="440471" y="227438"/>
                  </a:cubicBezTo>
                  <a:cubicBezTo>
                    <a:pt x="440471" y="226899"/>
                    <a:pt x="439159" y="224175"/>
                    <a:pt x="439159" y="223737"/>
                  </a:cubicBezTo>
                  <a:cubicBezTo>
                    <a:pt x="439159" y="223300"/>
                    <a:pt x="436971" y="221147"/>
                    <a:pt x="436668" y="219835"/>
                  </a:cubicBezTo>
                  <a:cubicBezTo>
                    <a:pt x="436365" y="218523"/>
                    <a:pt x="433202" y="215058"/>
                    <a:pt x="433202" y="215058"/>
                  </a:cubicBezTo>
                  <a:lnTo>
                    <a:pt x="427177" y="210382"/>
                  </a:lnTo>
                  <a:lnTo>
                    <a:pt x="424182" y="206480"/>
                  </a:lnTo>
                  <a:lnTo>
                    <a:pt x="424182" y="200829"/>
                  </a:lnTo>
                  <a:lnTo>
                    <a:pt x="424182" y="197364"/>
                  </a:lnTo>
                  <a:lnTo>
                    <a:pt x="421557" y="192251"/>
                  </a:lnTo>
                  <a:lnTo>
                    <a:pt x="419269" y="189324"/>
                  </a:lnTo>
                  <a:lnTo>
                    <a:pt x="415197" y="185422"/>
                  </a:lnTo>
                  <a:lnTo>
                    <a:pt x="413716" y="180107"/>
                  </a:lnTo>
                  <a:lnTo>
                    <a:pt x="413716" y="174792"/>
                  </a:lnTo>
                  <a:lnTo>
                    <a:pt x="411663" y="170015"/>
                  </a:lnTo>
                  <a:lnTo>
                    <a:pt x="409071" y="166314"/>
                  </a:lnTo>
                  <a:lnTo>
                    <a:pt x="406783" y="162278"/>
                  </a:lnTo>
                  <a:lnTo>
                    <a:pt x="401667" y="154002"/>
                  </a:lnTo>
                  <a:cubicBezTo>
                    <a:pt x="401667" y="154002"/>
                    <a:pt x="397763" y="147813"/>
                    <a:pt x="397763" y="147375"/>
                  </a:cubicBezTo>
                  <a:cubicBezTo>
                    <a:pt x="397763" y="146938"/>
                    <a:pt x="394499" y="139773"/>
                    <a:pt x="394499" y="139773"/>
                  </a:cubicBezTo>
                  <a:lnTo>
                    <a:pt x="391773" y="135736"/>
                  </a:lnTo>
                  <a:lnTo>
                    <a:pt x="389383" y="132910"/>
                  </a:lnTo>
                  <a:lnTo>
                    <a:pt x="389383" y="126081"/>
                  </a:lnTo>
                  <a:lnTo>
                    <a:pt x="388508" y="117167"/>
                  </a:lnTo>
                  <a:lnTo>
                    <a:pt x="386321" y="111078"/>
                  </a:lnTo>
                  <a:lnTo>
                    <a:pt x="385008" y="105662"/>
                  </a:lnTo>
                  <a:lnTo>
                    <a:pt x="375989" y="89145"/>
                  </a:lnTo>
                  <a:lnTo>
                    <a:pt x="372085" y="81206"/>
                  </a:lnTo>
                  <a:lnTo>
                    <a:pt x="361012" y="73604"/>
                  </a:lnTo>
                  <a:lnTo>
                    <a:pt x="343176" y="63713"/>
                  </a:lnTo>
                  <a:lnTo>
                    <a:pt x="333921" y="62301"/>
                  </a:lnTo>
                  <a:lnTo>
                    <a:pt x="324228" y="61426"/>
                  </a:lnTo>
                  <a:lnTo>
                    <a:pt x="318574" y="57288"/>
                  </a:lnTo>
                  <a:lnTo>
                    <a:pt x="312045" y="56414"/>
                  </a:lnTo>
                  <a:cubicBezTo>
                    <a:pt x="312045" y="56414"/>
                    <a:pt x="307165" y="56077"/>
                    <a:pt x="305954" y="55337"/>
                  </a:cubicBezTo>
                  <a:cubicBezTo>
                    <a:pt x="304776" y="54564"/>
                    <a:pt x="301074" y="51099"/>
                    <a:pt x="300636" y="50459"/>
                  </a:cubicBezTo>
                  <a:cubicBezTo>
                    <a:pt x="300199" y="49820"/>
                    <a:pt x="295622" y="44169"/>
                    <a:pt x="294343" y="43395"/>
                  </a:cubicBezTo>
                  <a:cubicBezTo>
                    <a:pt x="293030" y="42622"/>
                    <a:pt x="289766" y="39695"/>
                    <a:pt x="289766" y="39695"/>
                  </a:cubicBezTo>
                  <a:lnTo>
                    <a:pt x="281083" y="33068"/>
                  </a:lnTo>
                  <a:lnTo>
                    <a:pt x="271525" y="32294"/>
                  </a:lnTo>
                  <a:lnTo>
                    <a:pt x="264626" y="31756"/>
                  </a:lnTo>
                  <a:cubicBezTo>
                    <a:pt x="264626" y="31756"/>
                    <a:pt x="262405" y="26340"/>
                    <a:pt x="262405" y="26004"/>
                  </a:cubicBezTo>
                  <a:cubicBezTo>
                    <a:pt x="262405" y="25667"/>
                    <a:pt x="262405" y="20016"/>
                    <a:pt x="262405" y="20016"/>
                  </a:cubicBezTo>
                  <a:lnTo>
                    <a:pt x="262405" y="13052"/>
                  </a:lnTo>
                  <a:cubicBezTo>
                    <a:pt x="262405" y="13052"/>
                    <a:pt x="265130" y="8376"/>
                    <a:pt x="265568" y="8175"/>
                  </a:cubicBezTo>
                  <a:cubicBezTo>
                    <a:pt x="266006" y="7973"/>
                    <a:pt x="270246" y="4575"/>
                    <a:pt x="270246" y="4575"/>
                  </a:cubicBezTo>
                  <a:lnTo>
                    <a:pt x="271996" y="3263"/>
                  </a:lnTo>
                  <a:lnTo>
                    <a:pt x="273410" y="1615"/>
                  </a:lnTo>
                  <a:lnTo>
                    <a:pt x="271458" y="0"/>
                  </a:lnTo>
                  <a:lnTo>
                    <a:pt x="261563" y="0"/>
                  </a:lnTo>
                  <a:lnTo>
                    <a:pt x="252645" y="1413"/>
                  </a:lnTo>
                  <a:lnTo>
                    <a:pt x="247866" y="5113"/>
                  </a:lnTo>
                  <a:lnTo>
                    <a:pt x="241875" y="7939"/>
                  </a:lnTo>
                  <a:cubicBezTo>
                    <a:pt x="241875" y="7939"/>
                    <a:pt x="236221" y="9150"/>
                    <a:pt x="235784" y="9352"/>
                  </a:cubicBezTo>
                  <a:cubicBezTo>
                    <a:pt x="235346" y="9554"/>
                    <a:pt x="226865" y="10126"/>
                    <a:pt x="226865" y="10126"/>
                  </a:cubicBezTo>
                  <a:lnTo>
                    <a:pt x="224510" y="15575"/>
                  </a:lnTo>
                  <a:cubicBezTo>
                    <a:pt x="224510" y="15575"/>
                    <a:pt x="224139" y="18838"/>
                    <a:pt x="224139" y="19276"/>
                  </a:cubicBezTo>
                  <a:cubicBezTo>
                    <a:pt x="224139" y="19713"/>
                    <a:pt x="224139" y="25263"/>
                    <a:pt x="224139" y="25263"/>
                  </a:cubicBezTo>
                  <a:lnTo>
                    <a:pt x="223500" y="29065"/>
                  </a:lnTo>
                  <a:lnTo>
                    <a:pt x="222187" y="34279"/>
                  </a:lnTo>
                  <a:lnTo>
                    <a:pt x="218586" y="38854"/>
                  </a:lnTo>
                  <a:lnTo>
                    <a:pt x="217610" y="44842"/>
                  </a:lnTo>
                  <a:lnTo>
                    <a:pt x="219461" y="48441"/>
                  </a:lnTo>
                  <a:lnTo>
                    <a:pt x="215995" y="50729"/>
                  </a:lnTo>
                  <a:cubicBezTo>
                    <a:pt x="215995" y="50729"/>
                    <a:pt x="206000" y="51166"/>
                    <a:pt x="205226" y="51368"/>
                  </a:cubicBezTo>
                  <a:cubicBezTo>
                    <a:pt x="204452" y="51570"/>
                    <a:pt x="199672" y="52680"/>
                    <a:pt x="199672" y="52680"/>
                  </a:cubicBezTo>
                  <a:lnTo>
                    <a:pt x="196071" y="59845"/>
                  </a:lnTo>
                  <a:lnTo>
                    <a:pt x="194658" y="65160"/>
                  </a:lnTo>
                  <a:lnTo>
                    <a:pt x="196307" y="74075"/>
                  </a:lnTo>
                  <a:cubicBezTo>
                    <a:pt x="196307" y="74075"/>
                    <a:pt x="194893" y="78952"/>
                    <a:pt x="194658" y="79289"/>
                  </a:cubicBezTo>
                  <a:cubicBezTo>
                    <a:pt x="194456" y="79625"/>
                    <a:pt x="189980" y="85714"/>
                    <a:pt x="189980" y="85714"/>
                  </a:cubicBezTo>
                  <a:cubicBezTo>
                    <a:pt x="189980" y="85714"/>
                    <a:pt x="185100" y="88977"/>
                    <a:pt x="184427" y="89179"/>
                  </a:cubicBezTo>
                  <a:cubicBezTo>
                    <a:pt x="183788" y="89414"/>
                    <a:pt x="175609" y="92105"/>
                    <a:pt x="175609" y="92105"/>
                  </a:cubicBezTo>
                  <a:lnTo>
                    <a:pt x="169417" y="89919"/>
                  </a:lnTo>
                  <a:lnTo>
                    <a:pt x="162989" y="80903"/>
                  </a:lnTo>
                  <a:cubicBezTo>
                    <a:pt x="162989" y="80903"/>
                    <a:pt x="163629" y="75891"/>
                    <a:pt x="163629" y="75454"/>
                  </a:cubicBezTo>
                  <a:cubicBezTo>
                    <a:pt x="163629" y="75017"/>
                    <a:pt x="162652" y="70341"/>
                    <a:pt x="162989" y="69802"/>
                  </a:cubicBezTo>
                  <a:cubicBezTo>
                    <a:pt x="163325" y="69264"/>
                    <a:pt x="159186" y="64386"/>
                    <a:pt x="159186" y="64386"/>
                  </a:cubicBezTo>
                  <a:cubicBezTo>
                    <a:pt x="159186" y="64386"/>
                    <a:pt x="156023" y="62200"/>
                    <a:pt x="155383" y="61897"/>
                  </a:cubicBezTo>
                  <a:cubicBezTo>
                    <a:pt x="154744" y="61561"/>
                    <a:pt x="148652" y="59408"/>
                    <a:pt x="148652" y="59408"/>
                  </a:cubicBezTo>
                  <a:lnTo>
                    <a:pt x="143436" y="60282"/>
                  </a:lnTo>
                  <a:lnTo>
                    <a:pt x="136907" y="64723"/>
                  </a:lnTo>
                  <a:lnTo>
                    <a:pt x="136368" y="69399"/>
                  </a:lnTo>
                  <a:lnTo>
                    <a:pt x="134854" y="76362"/>
                  </a:lnTo>
                  <a:lnTo>
                    <a:pt x="130950" y="81677"/>
                  </a:lnTo>
                  <a:cubicBezTo>
                    <a:pt x="130950" y="81677"/>
                    <a:pt x="126272" y="82552"/>
                    <a:pt x="125834" y="82552"/>
                  </a:cubicBezTo>
                  <a:cubicBezTo>
                    <a:pt x="125397" y="82552"/>
                    <a:pt x="119844" y="83325"/>
                    <a:pt x="119406" y="83628"/>
                  </a:cubicBezTo>
                  <a:cubicBezTo>
                    <a:pt x="118969" y="83965"/>
                    <a:pt x="113315" y="85041"/>
                    <a:pt x="113315" y="85041"/>
                  </a:cubicBezTo>
                  <a:cubicBezTo>
                    <a:pt x="113315" y="85041"/>
                    <a:pt x="108099" y="84066"/>
                    <a:pt x="107762" y="83965"/>
                  </a:cubicBezTo>
                  <a:cubicBezTo>
                    <a:pt x="107425" y="83864"/>
                    <a:pt x="104598" y="80601"/>
                    <a:pt x="104598" y="80601"/>
                  </a:cubicBezTo>
                  <a:lnTo>
                    <a:pt x="93627" y="72897"/>
                  </a:lnTo>
                  <a:lnTo>
                    <a:pt x="86661" y="76598"/>
                  </a:lnTo>
                  <a:lnTo>
                    <a:pt x="86661" y="82686"/>
                  </a:lnTo>
                  <a:lnTo>
                    <a:pt x="84338" y="86454"/>
                  </a:lnTo>
                  <a:lnTo>
                    <a:pt x="78247" y="91365"/>
                  </a:lnTo>
                  <a:lnTo>
                    <a:pt x="73905" y="86454"/>
                  </a:lnTo>
                  <a:lnTo>
                    <a:pt x="70574" y="84436"/>
                  </a:lnTo>
                  <a:lnTo>
                    <a:pt x="64044" y="77203"/>
                  </a:lnTo>
                  <a:lnTo>
                    <a:pt x="64044" y="67077"/>
                  </a:lnTo>
                  <a:lnTo>
                    <a:pt x="64044" y="58399"/>
                  </a:lnTo>
                  <a:lnTo>
                    <a:pt x="59400" y="55203"/>
                  </a:lnTo>
                  <a:lnTo>
                    <a:pt x="56237" y="47970"/>
                  </a:lnTo>
                  <a:cubicBezTo>
                    <a:pt x="56237" y="47970"/>
                    <a:pt x="53612" y="45649"/>
                    <a:pt x="52467" y="45077"/>
                  </a:cubicBezTo>
                  <a:cubicBezTo>
                    <a:pt x="51323" y="44505"/>
                    <a:pt x="42910" y="42184"/>
                    <a:pt x="42910" y="42184"/>
                  </a:cubicBezTo>
                  <a:lnTo>
                    <a:pt x="29582" y="40166"/>
                  </a:lnTo>
                  <a:lnTo>
                    <a:pt x="17096" y="41310"/>
                  </a:lnTo>
                  <a:lnTo>
                    <a:pt x="11308" y="45952"/>
                  </a:lnTo>
                  <a:lnTo>
                    <a:pt x="6529" y="49417"/>
                  </a:lnTo>
                  <a:lnTo>
                    <a:pt x="1447" y="58399"/>
                  </a:lnTo>
                  <a:lnTo>
                    <a:pt x="1447" y="63613"/>
                  </a:lnTo>
                  <a:lnTo>
                    <a:pt x="0" y="69399"/>
                  </a:lnTo>
                  <a:lnTo>
                    <a:pt x="4341" y="73738"/>
                  </a:lnTo>
                  <a:lnTo>
                    <a:pt x="7808" y="77203"/>
                  </a:lnTo>
                  <a:lnTo>
                    <a:pt x="22582" y="86488"/>
                  </a:lnTo>
                  <a:lnTo>
                    <a:pt x="30423" y="90827"/>
                  </a:lnTo>
                  <a:lnTo>
                    <a:pt x="37390" y="91702"/>
                  </a:lnTo>
                  <a:lnTo>
                    <a:pt x="44054" y="96613"/>
                  </a:lnTo>
                  <a:lnTo>
                    <a:pt x="48967" y="100953"/>
                  </a:lnTo>
                  <a:lnTo>
                    <a:pt x="54487" y="100953"/>
                  </a:lnTo>
                  <a:lnTo>
                    <a:pt x="58559" y="109060"/>
                  </a:lnTo>
                  <a:lnTo>
                    <a:pt x="64044" y="119185"/>
                  </a:lnTo>
                  <a:lnTo>
                    <a:pt x="70439" y="119488"/>
                  </a:lnTo>
                  <a:lnTo>
                    <a:pt x="71886" y="123827"/>
                  </a:lnTo>
                  <a:lnTo>
                    <a:pt x="76800" y="129614"/>
                  </a:lnTo>
                  <a:lnTo>
                    <a:pt x="83194" y="132069"/>
                  </a:lnTo>
                  <a:lnTo>
                    <a:pt x="97093" y="132204"/>
                  </a:lnTo>
                  <a:lnTo>
                    <a:pt x="108401" y="132204"/>
                  </a:lnTo>
                  <a:lnTo>
                    <a:pt x="117387" y="133650"/>
                  </a:lnTo>
                  <a:lnTo>
                    <a:pt x="123748" y="140614"/>
                  </a:lnTo>
                  <a:lnTo>
                    <a:pt x="128089" y="144953"/>
                  </a:lnTo>
                  <a:lnTo>
                    <a:pt x="132565" y="150739"/>
                  </a:lnTo>
                  <a:lnTo>
                    <a:pt x="133575" y="154507"/>
                  </a:lnTo>
                  <a:lnTo>
                    <a:pt x="133575" y="164363"/>
                  </a:lnTo>
                  <a:lnTo>
                    <a:pt x="136469" y="168434"/>
                  </a:lnTo>
                  <a:cubicBezTo>
                    <a:pt x="136469" y="168434"/>
                    <a:pt x="144580" y="168737"/>
                    <a:pt x="145724" y="168434"/>
                  </a:cubicBezTo>
                  <a:cubicBezTo>
                    <a:pt x="146902" y="168131"/>
                    <a:pt x="152388" y="164969"/>
                    <a:pt x="152388" y="164969"/>
                  </a:cubicBezTo>
                  <a:lnTo>
                    <a:pt x="157032" y="160898"/>
                  </a:lnTo>
                  <a:lnTo>
                    <a:pt x="162249" y="163522"/>
                  </a:lnTo>
                  <a:lnTo>
                    <a:pt x="171806" y="165272"/>
                  </a:lnTo>
                  <a:lnTo>
                    <a:pt x="179042" y="166146"/>
                  </a:lnTo>
                  <a:lnTo>
                    <a:pt x="178167" y="173984"/>
                  </a:lnTo>
                  <a:lnTo>
                    <a:pt x="174095" y="179501"/>
                  </a:lnTo>
                  <a:lnTo>
                    <a:pt x="173523" y="184413"/>
                  </a:lnTo>
                  <a:lnTo>
                    <a:pt x="171504" y="190804"/>
                  </a:lnTo>
                  <a:lnTo>
                    <a:pt x="167432" y="197465"/>
                  </a:lnTo>
                  <a:lnTo>
                    <a:pt x="164840" y="202107"/>
                  </a:lnTo>
                  <a:lnTo>
                    <a:pt x="162821" y="209070"/>
                  </a:lnTo>
                  <a:lnTo>
                    <a:pt x="161071" y="222694"/>
                  </a:lnTo>
                  <a:lnTo>
                    <a:pt x="161340" y="224444"/>
                  </a:lnTo>
                  <a:lnTo>
                    <a:pt x="165681" y="229355"/>
                  </a:lnTo>
                  <a:lnTo>
                    <a:pt x="176114" y="228481"/>
                  </a:lnTo>
                  <a:lnTo>
                    <a:pt x="183081" y="226159"/>
                  </a:lnTo>
                  <a:lnTo>
                    <a:pt x="185403" y="235713"/>
                  </a:lnTo>
                  <a:lnTo>
                    <a:pt x="189475" y="244392"/>
                  </a:lnTo>
                  <a:lnTo>
                    <a:pt x="192672" y="252802"/>
                  </a:lnTo>
                  <a:lnTo>
                    <a:pt x="191797" y="260606"/>
                  </a:lnTo>
                  <a:cubicBezTo>
                    <a:pt x="191797" y="260606"/>
                    <a:pt x="193547" y="268713"/>
                    <a:pt x="194692" y="268713"/>
                  </a:cubicBezTo>
                  <a:cubicBezTo>
                    <a:pt x="195836" y="268713"/>
                    <a:pt x="205697" y="277123"/>
                    <a:pt x="205697" y="277123"/>
                  </a:cubicBezTo>
                  <a:lnTo>
                    <a:pt x="211485" y="277998"/>
                  </a:lnTo>
                  <a:lnTo>
                    <a:pt x="220168" y="275980"/>
                  </a:lnTo>
                  <a:lnTo>
                    <a:pt x="227404" y="276282"/>
                  </a:lnTo>
                  <a:lnTo>
                    <a:pt x="234067" y="275980"/>
                  </a:lnTo>
                  <a:lnTo>
                    <a:pt x="239284" y="273087"/>
                  </a:lnTo>
                  <a:lnTo>
                    <a:pt x="241034" y="266998"/>
                  </a:lnTo>
                  <a:lnTo>
                    <a:pt x="245106" y="261481"/>
                  </a:lnTo>
                  <a:lnTo>
                    <a:pt x="245409" y="250750"/>
                  </a:lnTo>
                  <a:cubicBezTo>
                    <a:pt x="245409" y="250750"/>
                    <a:pt x="245981" y="245839"/>
                    <a:pt x="248000" y="244661"/>
                  </a:cubicBezTo>
                  <a:cubicBezTo>
                    <a:pt x="250020" y="243517"/>
                    <a:pt x="256111" y="242340"/>
                    <a:pt x="256111" y="242340"/>
                  </a:cubicBezTo>
                  <a:lnTo>
                    <a:pt x="261631" y="248731"/>
                  </a:lnTo>
                  <a:lnTo>
                    <a:pt x="269438" y="255392"/>
                  </a:lnTo>
                  <a:lnTo>
                    <a:pt x="281319" y="261481"/>
                  </a:lnTo>
                  <a:lnTo>
                    <a:pt x="287982" y="266123"/>
                  </a:lnTo>
                  <a:lnTo>
                    <a:pt x="286232" y="277426"/>
                  </a:lnTo>
                  <a:lnTo>
                    <a:pt x="283607" y="281194"/>
                  </a:lnTo>
                  <a:lnTo>
                    <a:pt x="285054" y="289032"/>
                  </a:lnTo>
                  <a:lnTo>
                    <a:pt x="286501" y="294818"/>
                  </a:lnTo>
                  <a:lnTo>
                    <a:pt x="281588" y="300335"/>
                  </a:lnTo>
                  <a:lnTo>
                    <a:pt x="274352" y="304102"/>
                  </a:lnTo>
                  <a:lnTo>
                    <a:pt x="268563" y="299191"/>
                  </a:lnTo>
                  <a:lnTo>
                    <a:pt x="260722" y="298888"/>
                  </a:lnTo>
                  <a:lnTo>
                    <a:pt x="252039" y="297442"/>
                  </a:lnTo>
                  <a:cubicBezTo>
                    <a:pt x="252039" y="297442"/>
                    <a:pt x="248842" y="293371"/>
                    <a:pt x="247698" y="292530"/>
                  </a:cubicBezTo>
                  <a:cubicBezTo>
                    <a:pt x="246553" y="291689"/>
                    <a:pt x="239587" y="289335"/>
                    <a:pt x="239587" y="289335"/>
                  </a:cubicBezTo>
                  <a:lnTo>
                    <a:pt x="234101" y="293977"/>
                  </a:lnTo>
                  <a:lnTo>
                    <a:pt x="233529" y="301512"/>
                  </a:lnTo>
                  <a:lnTo>
                    <a:pt x="236423" y="311066"/>
                  </a:lnTo>
                  <a:lnTo>
                    <a:pt x="237568" y="317457"/>
                  </a:lnTo>
                  <a:cubicBezTo>
                    <a:pt x="237568" y="317457"/>
                    <a:pt x="238139" y="326439"/>
                    <a:pt x="236693" y="327314"/>
                  </a:cubicBezTo>
                  <a:cubicBezTo>
                    <a:pt x="235245" y="328188"/>
                    <a:pt x="233798" y="331384"/>
                    <a:pt x="233798" y="331384"/>
                  </a:cubicBezTo>
                  <a:lnTo>
                    <a:pt x="232351" y="336598"/>
                  </a:lnTo>
                  <a:lnTo>
                    <a:pt x="228010" y="338045"/>
                  </a:lnTo>
                  <a:lnTo>
                    <a:pt x="222490" y="338617"/>
                  </a:lnTo>
                  <a:lnTo>
                    <a:pt x="217846" y="345008"/>
                  </a:lnTo>
                  <a:lnTo>
                    <a:pt x="216096" y="353115"/>
                  </a:lnTo>
                  <a:lnTo>
                    <a:pt x="211183" y="361222"/>
                  </a:lnTo>
                  <a:lnTo>
                    <a:pt x="208860" y="367009"/>
                  </a:lnTo>
                  <a:lnTo>
                    <a:pt x="214649" y="370473"/>
                  </a:lnTo>
                  <a:lnTo>
                    <a:pt x="219865" y="373366"/>
                  </a:lnTo>
                  <a:lnTo>
                    <a:pt x="224510" y="379152"/>
                  </a:lnTo>
                  <a:lnTo>
                    <a:pt x="226832" y="389581"/>
                  </a:lnTo>
                  <a:cubicBezTo>
                    <a:pt x="226832" y="389581"/>
                    <a:pt x="228582" y="395636"/>
                    <a:pt x="229726" y="394795"/>
                  </a:cubicBezTo>
                  <a:cubicBezTo>
                    <a:pt x="230870" y="393954"/>
                    <a:pt x="238712" y="395030"/>
                    <a:pt x="238712" y="395030"/>
                  </a:cubicBezTo>
                  <a:lnTo>
                    <a:pt x="249145" y="396578"/>
                  </a:lnTo>
                  <a:lnTo>
                    <a:pt x="259578" y="396578"/>
                  </a:lnTo>
                  <a:lnTo>
                    <a:pt x="261328" y="401792"/>
                  </a:lnTo>
                  <a:lnTo>
                    <a:pt x="262472" y="408183"/>
                  </a:lnTo>
                  <a:lnTo>
                    <a:pt x="263650" y="413700"/>
                  </a:lnTo>
                  <a:lnTo>
                    <a:pt x="260452" y="421505"/>
                  </a:lnTo>
                  <a:lnTo>
                    <a:pt x="255236" y="425844"/>
                  </a:lnTo>
                  <a:lnTo>
                    <a:pt x="247698" y="433077"/>
                  </a:lnTo>
                  <a:lnTo>
                    <a:pt x="249717" y="438863"/>
                  </a:lnTo>
                  <a:lnTo>
                    <a:pt x="252914" y="442193"/>
                  </a:lnTo>
                  <a:lnTo>
                    <a:pt x="261328" y="446970"/>
                  </a:lnTo>
                  <a:lnTo>
                    <a:pt x="270011" y="446970"/>
                  </a:lnTo>
                  <a:lnTo>
                    <a:pt x="277112" y="444952"/>
                  </a:lnTo>
                  <a:lnTo>
                    <a:pt x="284785" y="441756"/>
                  </a:lnTo>
                  <a:lnTo>
                    <a:pt x="292020" y="440881"/>
                  </a:lnTo>
                  <a:lnTo>
                    <a:pt x="299862" y="438829"/>
                  </a:lnTo>
                  <a:lnTo>
                    <a:pt x="310867" y="436542"/>
                  </a:lnTo>
                  <a:lnTo>
                    <a:pt x="315209" y="436542"/>
                  </a:lnTo>
                  <a:lnTo>
                    <a:pt x="316084" y="444649"/>
                  </a:lnTo>
                  <a:lnTo>
                    <a:pt x="316656" y="449863"/>
                  </a:lnTo>
                  <a:lnTo>
                    <a:pt x="326786" y="448685"/>
                  </a:lnTo>
                  <a:lnTo>
                    <a:pt x="334055" y="446667"/>
                  </a:lnTo>
                  <a:cubicBezTo>
                    <a:pt x="334055" y="446667"/>
                    <a:pt x="337522" y="454505"/>
                    <a:pt x="337825" y="453631"/>
                  </a:cubicBezTo>
                  <a:cubicBezTo>
                    <a:pt x="338127" y="452756"/>
                    <a:pt x="342738" y="447273"/>
                    <a:pt x="342738" y="447273"/>
                  </a:cubicBezTo>
                  <a:lnTo>
                    <a:pt x="349704" y="444380"/>
                  </a:lnTo>
                  <a:lnTo>
                    <a:pt x="360440" y="443808"/>
                  </a:lnTo>
                  <a:lnTo>
                    <a:pt x="367676" y="448450"/>
                  </a:lnTo>
                  <a:lnTo>
                    <a:pt x="375787" y="455985"/>
                  </a:lnTo>
                  <a:lnTo>
                    <a:pt x="380128" y="460897"/>
                  </a:lnTo>
                  <a:lnTo>
                    <a:pt x="384200" y="463218"/>
                  </a:lnTo>
                  <a:lnTo>
                    <a:pt x="388542" y="466985"/>
                  </a:lnTo>
                  <a:lnTo>
                    <a:pt x="398975" y="469576"/>
                  </a:lnTo>
                  <a:lnTo>
                    <a:pt x="412605" y="469576"/>
                  </a:lnTo>
                  <a:lnTo>
                    <a:pt x="417249" y="468432"/>
                  </a:lnTo>
                  <a:lnTo>
                    <a:pt x="421019" y="472502"/>
                  </a:lnTo>
                  <a:lnTo>
                    <a:pt x="424216" y="479466"/>
                  </a:lnTo>
                  <a:lnTo>
                    <a:pt x="425091" y="483536"/>
                  </a:lnTo>
                  <a:lnTo>
                    <a:pt x="431754" y="483536"/>
                  </a:lnTo>
                  <a:lnTo>
                    <a:pt x="432629" y="476875"/>
                  </a:lnTo>
                  <a:lnTo>
                    <a:pt x="436096" y="473411"/>
                  </a:lnTo>
                  <a:lnTo>
                    <a:pt x="443937" y="472839"/>
                  </a:lnTo>
                  <a:lnTo>
                    <a:pt x="446260" y="466178"/>
                  </a:lnTo>
                  <a:lnTo>
                    <a:pt x="446832" y="461267"/>
                  </a:lnTo>
                  <a:lnTo>
                    <a:pt x="444510" y="454034"/>
                  </a:lnTo>
                  <a:lnTo>
                    <a:pt x="447976" y="449997"/>
                  </a:lnTo>
                  <a:lnTo>
                    <a:pt x="454942" y="444783"/>
                  </a:lnTo>
                  <a:lnTo>
                    <a:pt x="462481" y="444514"/>
                  </a:lnTo>
                  <a:lnTo>
                    <a:pt x="467832" y="442328"/>
                  </a:lnTo>
                  <a:lnTo>
                    <a:pt x="470289" y="438863"/>
                  </a:lnTo>
                  <a:lnTo>
                    <a:pt x="474226" y="434086"/>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24" name="Graphic 11">
              <a:extLst>
                <a:ext uri="{FF2B5EF4-FFF2-40B4-BE49-F238E27FC236}">
                  <a16:creationId xmlns:a16="http://schemas.microsoft.com/office/drawing/2014/main" id="{9B030C3C-B269-E626-0DDD-183CCEF8C8DA}"/>
                </a:ext>
              </a:extLst>
            </p:cNvPr>
            <p:cNvGrpSpPr/>
            <p:nvPr/>
          </p:nvGrpSpPr>
          <p:grpSpPr>
            <a:xfrm>
              <a:off x="8160908" y="3028866"/>
              <a:ext cx="222219" cy="234106"/>
              <a:chOff x="5976405" y="2623117"/>
              <a:chExt cx="426638" cy="449459"/>
            </a:xfrm>
            <a:grpFill/>
          </p:grpSpPr>
          <p:sp>
            <p:nvSpPr>
              <p:cNvPr id="171" name="Freeform 950">
                <a:extLst>
                  <a:ext uri="{FF2B5EF4-FFF2-40B4-BE49-F238E27FC236}">
                    <a16:creationId xmlns:a16="http://schemas.microsoft.com/office/drawing/2014/main" id="{85EBE44A-6B2D-35B6-015E-C23FD8465333}"/>
                  </a:ext>
                </a:extLst>
              </p:cNvPr>
              <p:cNvSpPr/>
              <p:nvPr/>
            </p:nvSpPr>
            <p:spPr>
              <a:xfrm>
                <a:off x="6350375" y="2836493"/>
                <a:ext cx="6966" cy="8443"/>
              </a:xfrm>
              <a:custGeom>
                <a:avLst/>
                <a:gdLst>
                  <a:gd name="connsiteX0" fmla="*/ 2389 w 6966"/>
                  <a:gd name="connsiteY0" fmla="*/ 7199 h 8443"/>
                  <a:gd name="connsiteX1" fmla="*/ 4442 w 6966"/>
                  <a:gd name="connsiteY1" fmla="*/ 8444 h 8443"/>
                  <a:gd name="connsiteX2" fmla="*/ 6966 w 6966"/>
                  <a:gd name="connsiteY2" fmla="*/ 6223 h 8443"/>
                  <a:gd name="connsiteX3" fmla="*/ 6966 w 6966"/>
                  <a:gd name="connsiteY3" fmla="*/ 4373 h 8443"/>
                  <a:gd name="connsiteX4" fmla="*/ 6966 w 6966"/>
                  <a:gd name="connsiteY4" fmla="*/ 875 h 8443"/>
                  <a:gd name="connsiteX5" fmla="*/ 5856 w 6966"/>
                  <a:gd name="connsiteY5" fmla="*/ 0 h 8443"/>
                  <a:gd name="connsiteX6" fmla="*/ 0 w 6966"/>
                  <a:gd name="connsiteY6" fmla="*/ 0 h 8443"/>
                  <a:gd name="connsiteX7" fmla="*/ 0 w 6966"/>
                  <a:gd name="connsiteY7" fmla="*/ 875 h 8443"/>
                  <a:gd name="connsiteX8" fmla="*/ 1582 w 6966"/>
                  <a:gd name="connsiteY8" fmla="*/ 2186 h 8443"/>
                  <a:gd name="connsiteX9" fmla="*/ 1279 w 6966"/>
                  <a:gd name="connsiteY9" fmla="*/ 4070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6" h="8443">
                    <a:moveTo>
                      <a:pt x="2389" y="7199"/>
                    </a:moveTo>
                    <a:lnTo>
                      <a:pt x="4442" y="8444"/>
                    </a:lnTo>
                    <a:lnTo>
                      <a:pt x="6966" y="6223"/>
                    </a:lnTo>
                    <a:lnTo>
                      <a:pt x="6966" y="4373"/>
                    </a:lnTo>
                    <a:lnTo>
                      <a:pt x="6966" y="875"/>
                    </a:lnTo>
                    <a:lnTo>
                      <a:pt x="5856" y="0"/>
                    </a:lnTo>
                    <a:lnTo>
                      <a:pt x="0" y="0"/>
                    </a:lnTo>
                    <a:lnTo>
                      <a:pt x="0" y="875"/>
                    </a:lnTo>
                    <a:lnTo>
                      <a:pt x="1582" y="2186"/>
                    </a:lnTo>
                    <a:lnTo>
                      <a:pt x="1279" y="4070"/>
                    </a:lnTo>
                    <a:close/>
                  </a:path>
                </a:pathLst>
              </a:custGeom>
              <a:grpFill/>
              <a:ln w="6350" cap="flat">
                <a:solidFill>
                  <a:schemeClr val="bg1"/>
                </a:solidFill>
                <a:prstDash val="solid"/>
                <a:miter/>
              </a:ln>
            </p:spPr>
            <p:txBody>
              <a:bodyPr rtlCol="0" anchor="ctr"/>
              <a:lstStyle/>
              <a:p>
                <a:endParaRPr lang="en-US"/>
              </a:p>
            </p:txBody>
          </p:sp>
          <p:sp>
            <p:nvSpPr>
              <p:cNvPr id="172" name="Freeform 951">
                <a:extLst>
                  <a:ext uri="{FF2B5EF4-FFF2-40B4-BE49-F238E27FC236}">
                    <a16:creationId xmlns:a16="http://schemas.microsoft.com/office/drawing/2014/main" id="{55454A52-DF0D-694E-EFFF-444FDDD38C93}"/>
                  </a:ext>
                </a:extLst>
              </p:cNvPr>
              <p:cNvSpPr/>
              <p:nvPr/>
            </p:nvSpPr>
            <p:spPr>
              <a:xfrm>
                <a:off x="6339942" y="2834038"/>
                <a:ext cx="8615" cy="6559"/>
              </a:xfrm>
              <a:custGeom>
                <a:avLst/>
                <a:gdLst>
                  <a:gd name="connsiteX0" fmla="*/ 4846 w 8615"/>
                  <a:gd name="connsiteY0" fmla="*/ 5618 h 6559"/>
                  <a:gd name="connsiteX1" fmla="*/ 6462 w 8615"/>
                  <a:gd name="connsiteY1" fmla="*/ 6560 h 6559"/>
                  <a:gd name="connsiteX2" fmla="*/ 8616 w 8615"/>
                  <a:gd name="connsiteY2" fmla="*/ 3566 h 6559"/>
                  <a:gd name="connsiteX3" fmla="*/ 5688 w 8615"/>
                  <a:gd name="connsiteY3" fmla="*/ 707 h 6559"/>
                  <a:gd name="connsiteX4" fmla="*/ 0 w 8615"/>
                  <a:gd name="connsiteY4" fmla="*/ 0 h 6559"/>
                  <a:gd name="connsiteX5" fmla="*/ 0 w 8615"/>
                  <a:gd name="connsiteY5" fmla="*/ 1615 h 6559"/>
                  <a:gd name="connsiteX6" fmla="*/ 2760 w 8615"/>
                  <a:gd name="connsiteY6" fmla="*/ 4777 h 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5" h="6559">
                    <a:moveTo>
                      <a:pt x="4846" y="5618"/>
                    </a:moveTo>
                    <a:lnTo>
                      <a:pt x="6462" y="6560"/>
                    </a:lnTo>
                    <a:lnTo>
                      <a:pt x="8616" y="3566"/>
                    </a:lnTo>
                    <a:lnTo>
                      <a:pt x="5688" y="707"/>
                    </a:lnTo>
                    <a:lnTo>
                      <a:pt x="0" y="0"/>
                    </a:lnTo>
                    <a:lnTo>
                      <a:pt x="0" y="1615"/>
                    </a:lnTo>
                    <a:lnTo>
                      <a:pt x="2760" y="4777"/>
                    </a:lnTo>
                    <a:close/>
                  </a:path>
                </a:pathLst>
              </a:custGeom>
              <a:grpFill/>
              <a:ln w="6350" cap="flat">
                <a:solidFill>
                  <a:schemeClr val="bg1"/>
                </a:solidFill>
                <a:prstDash val="solid"/>
                <a:miter/>
              </a:ln>
            </p:spPr>
            <p:txBody>
              <a:bodyPr rtlCol="0" anchor="ctr"/>
              <a:lstStyle/>
              <a:p>
                <a:endParaRPr lang="en-US"/>
              </a:p>
            </p:txBody>
          </p:sp>
          <p:sp>
            <p:nvSpPr>
              <p:cNvPr id="173" name="Freeform 952">
                <a:extLst>
                  <a:ext uri="{FF2B5EF4-FFF2-40B4-BE49-F238E27FC236}">
                    <a16:creationId xmlns:a16="http://schemas.microsoft.com/office/drawing/2014/main" id="{08F0B400-44CF-F2D1-C5C0-CCA4210F7FDB}"/>
                  </a:ext>
                </a:extLst>
              </p:cNvPr>
              <p:cNvSpPr/>
              <p:nvPr/>
            </p:nvSpPr>
            <p:spPr>
              <a:xfrm>
                <a:off x="5976405" y="2623117"/>
                <a:ext cx="401801" cy="449459"/>
              </a:xfrm>
              <a:custGeom>
                <a:avLst/>
                <a:gdLst>
                  <a:gd name="connsiteX0" fmla="*/ 401196 w 401801"/>
                  <a:gd name="connsiteY0" fmla="*/ 126317 h 449459"/>
                  <a:gd name="connsiteX1" fmla="*/ 400186 w 401801"/>
                  <a:gd name="connsiteY1" fmla="*/ 124567 h 449459"/>
                  <a:gd name="connsiteX2" fmla="*/ 397494 w 401801"/>
                  <a:gd name="connsiteY2" fmla="*/ 123693 h 449459"/>
                  <a:gd name="connsiteX3" fmla="*/ 393388 w 401801"/>
                  <a:gd name="connsiteY3" fmla="*/ 123390 h 449459"/>
                  <a:gd name="connsiteX4" fmla="*/ 384167 w 401801"/>
                  <a:gd name="connsiteY4" fmla="*/ 124265 h 449459"/>
                  <a:gd name="connsiteX5" fmla="*/ 379859 w 401801"/>
                  <a:gd name="connsiteY5" fmla="*/ 123390 h 449459"/>
                  <a:gd name="connsiteX6" fmla="*/ 375383 w 401801"/>
                  <a:gd name="connsiteY6" fmla="*/ 122650 h 449459"/>
                  <a:gd name="connsiteX7" fmla="*/ 371917 w 401801"/>
                  <a:gd name="connsiteY7" fmla="*/ 121506 h 449459"/>
                  <a:gd name="connsiteX8" fmla="*/ 365994 w 401801"/>
                  <a:gd name="connsiteY8" fmla="*/ 120194 h 449459"/>
                  <a:gd name="connsiteX9" fmla="*/ 361787 w 401801"/>
                  <a:gd name="connsiteY9" fmla="*/ 119623 h 449459"/>
                  <a:gd name="connsiteX10" fmla="*/ 357748 w 401801"/>
                  <a:gd name="connsiteY10" fmla="*/ 116999 h 449459"/>
                  <a:gd name="connsiteX11" fmla="*/ 354416 w 401801"/>
                  <a:gd name="connsiteY11" fmla="*/ 115418 h 449459"/>
                  <a:gd name="connsiteX12" fmla="*/ 349637 w 401801"/>
                  <a:gd name="connsiteY12" fmla="*/ 112524 h 449459"/>
                  <a:gd name="connsiteX13" fmla="*/ 345868 w 401801"/>
                  <a:gd name="connsiteY13" fmla="*/ 110338 h 449459"/>
                  <a:gd name="connsiteX14" fmla="*/ 344858 w 401801"/>
                  <a:gd name="connsiteY14" fmla="*/ 108589 h 449459"/>
                  <a:gd name="connsiteX15" fmla="*/ 341089 w 401801"/>
                  <a:gd name="connsiteY15" fmla="*/ 105830 h 449459"/>
                  <a:gd name="connsiteX16" fmla="*/ 337454 w 401801"/>
                  <a:gd name="connsiteY16" fmla="*/ 103072 h 449459"/>
                  <a:gd name="connsiteX17" fmla="*/ 334997 w 401801"/>
                  <a:gd name="connsiteY17" fmla="*/ 101760 h 449459"/>
                  <a:gd name="connsiteX18" fmla="*/ 333247 w 401801"/>
                  <a:gd name="connsiteY18" fmla="*/ 100011 h 449459"/>
                  <a:gd name="connsiteX19" fmla="*/ 331498 w 401801"/>
                  <a:gd name="connsiteY19" fmla="*/ 96377 h 449459"/>
                  <a:gd name="connsiteX20" fmla="*/ 330050 w 401801"/>
                  <a:gd name="connsiteY20" fmla="*/ 94056 h 449459"/>
                  <a:gd name="connsiteX21" fmla="*/ 328435 w 401801"/>
                  <a:gd name="connsiteY21" fmla="*/ 92172 h 449459"/>
                  <a:gd name="connsiteX22" fmla="*/ 324968 w 401801"/>
                  <a:gd name="connsiteY22" fmla="*/ 87833 h 449459"/>
                  <a:gd name="connsiteX23" fmla="*/ 322781 w 401801"/>
                  <a:gd name="connsiteY23" fmla="*/ 88136 h 449459"/>
                  <a:gd name="connsiteX24" fmla="*/ 318574 w 401801"/>
                  <a:gd name="connsiteY24" fmla="*/ 88136 h 449459"/>
                  <a:gd name="connsiteX25" fmla="*/ 310464 w 401801"/>
                  <a:gd name="connsiteY25" fmla="*/ 88136 h 449459"/>
                  <a:gd name="connsiteX26" fmla="*/ 304507 w 401801"/>
                  <a:gd name="connsiteY26" fmla="*/ 88136 h 449459"/>
                  <a:gd name="connsiteX27" fmla="*/ 300030 w 401801"/>
                  <a:gd name="connsiteY27" fmla="*/ 88136 h 449459"/>
                  <a:gd name="connsiteX28" fmla="*/ 294679 w 401801"/>
                  <a:gd name="connsiteY28" fmla="*/ 89313 h 449459"/>
                  <a:gd name="connsiteX29" fmla="*/ 291920 w 401801"/>
                  <a:gd name="connsiteY29" fmla="*/ 93215 h 449459"/>
                  <a:gd name="connsiteX30" fmla="*/ 288891 w 401801"/>
                  <a:gd name="connsiteY30" fmla="*/ 96176 h 449459"/>
                  <a:gd name="connsiteX31" fmla="*/ 286703 w 401801"/>
                  <a:gd name="connsiteY31" fmla="*/ 99237 h 449459"/>
                  <a:gd name="connsiteX32" fmla="*/ 284246 w 401801"/>
                  <a:gd name="connsiteY32" fmla="*/ 101659 h 449459"/>
                  <a:gd name="connsiteX33" fmla="*/ 281217 w 401801"/>
                  <a:gd name="connsiteY33" fmla="*/ 104518 h 449459"/>
                  <a:gd name="connsiteX34" fmla="*/ 279198 w 401801"/>
                  <a:gd name="connsiteY34" fmla="*/ 105796 h 449459"/>
                  <a:gd name="connsiteX35" fmla="*/ 274722 w 401801"/>
                  <a:gd name="connsiteY35" fmla="*/ 106671 h 449459"/>
                  <a:gd name="connsiteX36" fmla="*/ 270818 w 401801"/>
                  <a:gd name="connsiteY36" fmla="*/ 108690 h 449459"/>
                  <a:gd name="connsiteX37" fmla="*/ 265164 w 401801"/>
                  <a:gd name="connsiteY37" fmla="*/ 108824 h 449459"/>
                  <a:gd name="connsiteX38" fmla="*/ 261395 w 401801"/>
                  <a:gd name="connsiteY38" fmla="*/ 110405 h 449459"/>
                  <a:gd name="connsiteX39" fmla="*/ 257323 w 401801"/>
                  <a:gd name="connsiteY39" fmla="*/ 112726 h 449459"/>
                  <a:gd name="connsiteX40" fmla="*/ 253688 w 401801"/>
                  <a:gd name="connsiteY40" fmla="*/ 111549 h 449459"/>
                  <a:gd name="connsiteX41" fmla="*/ 251501 w 401801"/>
                  <a:gd name="connsiteY41" fmla="*/ 109228 h 449459"/>
                  <a:gd name="connsiteX42" fmla="*/ 248606 w 401801"/>
                  <a:gd name="connsiteY42" fmla="*/ 103442 h 449459"/>
                  <a:gd name="connsiteX43" fmla="*/ 248169 w 401801"/>
                  <a:gd name="connsiteY43" fmla="*/ 97218 h 449459"/>
                  <a:gd name="connsiteX44" fmla="*/ 247294 w 401801"/>
                  <a:gd name="connsiteY44" fmla="*/ 95032 h 449459"/>
                  <a:gd name="connsiteX45" fmla="*/ 243962 w 401801"/>
                  <a:gd name="connsiteY45" fmla="*/ 92576 h 449459"/>
                  <a:gd name="connsiteX46" fmla="*/ 240058 w 401801"/>
                  <a:gd name="connsiteY46" fmla="*/ 90995 h 449459"/>
                  <a:gd name="connsiteX47" fmla="*/ 235851 w 401801"/>
                  <a:gd name="connsiteY47" fmla="*/ 91702 h 449459"/>
                  <a:gd name="connsiteX48" fmla="*/ 230769 w 401801"/>
                  <a:gd name="connsiteY48" fmla="*/ 94325 h 449459"/>
                  <a:gd name="connsiteX49" fmla="*/ 227707 w 401801"/>
                  <a:gd name="connsiteY49" fmla="*/ 97656 h 449459"/>
                  <a:gd name="connsiteX50" fmla="*/ 223500 w 401801"/>
                  <a:gd name="connsiteY50" fmla="*/ 99977 h 449459"/>
                  <a:gd name="connsiteX51" fmla="*/ 220471 w 401801"/>
                  <a:gd name="connsiteY51" fmla="*/ 97656 h 449459"/>
                  <a:gd name="connsiteX52" fmla="*/ 223365 w 401801"/>
                  <a:gd name="connsiteY52" fmla="*/ 93585 h 449459"/>
                  <a:gd name="connsiteX53" fmla="*/ 226394 w 401801"/>
                  <a:gd name="connsiteY53" fmla="*/ 91567 h 449459"/>
                  <a:gd name="connsiteX54" fmla="*/ 231745 w 401801"/>
                  <a:gd name="connsiteY54" fmla="*/ 88977 h 449459"/>
                  <a:gd name="connsiteX55" fmla="*/ 235515 w 401801"/>
                  <a:gd name="connsiteY55" fmla="*/ 87968 h 449459"/>
                  <a:gd name="connsiteX56" fmla="*/ 238409 w 401801"/>
                  <a:gd name="connsiteY56" fmla="*/ 86387 h 449459"/>
                  <a:gd name="connsiteX57" fmla="*/ 241606 w 401801"/>
                  <a:gd name="connsiteY57" fmla="*/ 85747 h 449459"/>
                  <a:gd name="connsiteX58" fmla="*/ 245510 w 401801"/>
                  <a:gd name="connsiteY58" fmla="*/ 84671 h 449459"/>
                  <a:gd name="connsiteX59" fmla="*/ 251299 w 401801"/>
                  <a:gd name="connsiteY59" fmla="*/ 84671 h 449459"/>
                  <a:gd name="connsiteX60" fmla="*/ 253318 w 401801"/>
                  <a:gd name="connsiteY60" fmla="*/ 84368 h 449459"/>
                  <a:gd name="connsiteX61" fmla="*/ 257087 w 401801"/>
                  <a:gd name="connsiteY61" fmla="*/ 85680 h 449459"/>
                  <a:gd name="connsiteX62" fmla="*/ 260991 w 401801"/>
                  <a:gd name="connsiteY62" fmla="*/ 86925 h 449459"/>
                  <a:gd name="connsiteX63" fmla="*/ 268395 w 401801"/>
                  <a:gd name="connsiteY63" fmla="*/ 86958 h 449459"/>
                  <a:gd name="connsiteX64" fmla="*/ 272467 w 401801"/>
                  <a:gd name="connsiteY64" fmla="*/ 86319 h 449459"/>
                  <a:gd name="connsiteX65" fmla="*/ 276809 w 401801"/>
                  <a:gd name="connsiteY65" fmla="*/ 84267 h 449459"/>
                  <a:gd name="connsiteX66" fmla="*/ 278121 w 401801"/>
                  <a:gd name="connsiteY66" fmla="*/ 81509 h 449459"/>
                  <a:gd name="connsiteX67" fmla="*/ 278996 w 401801"/>
                  <a:gd name="connsiteY67" fmla="*/ 79053 h 449459"/>
                  <a:gd name="connsiteX68" fmla="*/ 280578 w 401801"/>
                  <a:gd name="connsiteY68" fmla="*/ 73536 h 449459"/>
                  <a:gd name="connsiteX69" fmla="*/ 281588 w 401801"/>
                  <a:gd name="connsiteY69" fmla="*/ 71350 h 449459"/>
                  <a:gd name="connsiteX70" fmla="*/ 283910 w 401801"/>
                  <a:gd name="connsiteY70" fmla="*/ 67885 h 449459"/>
                  <a:gd name="connsiteX71" fmla="*/ 286535 w 401801"/>
                  <a:gd name="connsiteY71" fmla="*/ 63982 h 449459"/>
                  <a:gd name="connsiteX72" fmla="*/ 290170 w 401801"/>
                  <a:gd name="connsiteY72" fmla="*/ 60787 h 449459"/>
                  <a:gd name="connsiteX73" fmla="*/ 293501 w 401801"/>
                  <a:gd name="connsiteY73" fmla="*/ 55875 h 449459"/>
                  <a:gd name="connsiteX74" fmla="*/ 300300 w 401801"/>
                  <a:gd name="connsiteY74" fmla="*/ 50661 h 449459"/>
                  <a:gd name="connsiteX75" fmla="*/ 304069 w 401801"/>
                  <a:gd name="connsiteY75" fmla="*/ 47465 h 449459"/>
                  <a:gd name="connsiteX76" fmla="*/ 310160 w 401801"/>
                  <a:gd name="connsiteY76" fmla="*/ 40233 h 449459"/>
                  <a:gd name="connsiteX77" fmla="*/ 311776 w 401801"/>
                  <a:gd name="connsiteY77" fmla="*/ 37340 h 449459"/>
                  <a:gd name="connsiteX78" fmla="*/ 314098 w 401801"/>
                  <a:gd name="connsiteY78" fmla="*/ 36196 h 449459"/>
                  <a:gd name="connsiteX79" fmla="*/ 308444 w 401801"/>
                  <a:gd name="connsiteY79" fmla="*/ 33438 h 449459"/>
                  <a:gd name="connsiteX80" fmla="*/ 304372 w 401801"/>
                  <a:gd name="connsiteY80" fmla="*/ 31688 h 449459"/>
                  <a:gd name="connsiteX81" fmla="*/ 304372 w 401801"/>
                  <a:gd name="connsiteY81" fmla="*/ 28930 h 449459"/>
                  <a:gd name="connsiteX82" fmla="*/ 302184 w 401801"/>
                  <a:gd name="connsiteY82" fmla="*/ 24523 h 449459"/>
                  <a:gd name="connsiteX83" fmla="*/ 300737 w 401801"/>
                  <a:gd name="connsiteY83" fmla="*/ 26205 h 449459"/>
                  <a:gd name="connsiteX84" fmla="*/ 295151 w 401801"/>
                  <a:gd name="connsiteY84" fmla="*/ 26945 h 449459"/>
                  <a:gd name="connsiteX85" fmla="*/ 292795 w 401801"/>
                  <a:gd name="connsiteY85" fmla="*/ 25196 h 449459"/>
                  <a:gd name="connsiteX86" fmla="*/ 287847 w 401801"/>
                  <a:gd name="connsiteY86" fmla="*/ 23884 h 449459"/>
                  <a:gd name="connsiteX87" fmla="*/ 280881 w 401801"/>
                  <a:gd name="connsiteY87" fmla="*/ 23884 h 449459"/>
                  <a:gd name="connsiteX88" fmla="*/ 277987 w 401801"/>
                  <a:gd name="connsiteY88" fmla="*/ 22572 h 449459"/>
                  <a:gd name="connsiteX89" fmla="*/ 277280 w 401801"/>
                  <a:gd name="connsiteY89" fmla="*/ 18502 h 449459"/>
                  <a:gd name="connsiteX90" fmla="*/ 276573 w 401801"/>
                  <a:gd name="connsiteY90" fmla="*/ 15104 h 449459"/>
                  <a:gd name="connsiteX91" fmla="*/ 279030 w 401801"/>
                  <a:gd name="connsiteY91" fmla="*/ 11942 h 449459"/>
                  <a:gd name="connsiteX92" fmla="*/ 278458 w 401801"/>
                  <a:gd name="connsiteY92" fmla="*/ 8275 h 449459"/>
                  <a:gd name="connsiteX93" fmla="*/ 278761 w 401801"/>
                  <a:gd name="connsiteY93" fmla="*/ 4642 h 449459"/>
                  <a:gd name="connsiteX94" fmla="*/ 275698 w 401801"/>
                  <a:gd name="connsiteY94" fmla="*/ 1009 h 449459"/>
                  <a:gd name="connsiteX95" fmla="*/ 268294 w 401801"/>
                  <a:gd name="connsiteY95" fmla="*/ 0 h 449459"/>
                  <a:gd name="connsiteX96" fmla="*/ 262943 w 401801"/>
                  <a:gd name="connsiteY96" fmla="*/ 2153 h 449459"/>
                  <a:gd name="connsiteX97" fmla="*/ 255404 w 401801"/>
                  <a:gd name="connsiteY97" fmla="*/ 2456 h 449459"/>
                  <a:gd name="connsiteX98" fmla="*/ 248438 w 401801"/>
                  <a:gd name="connsiteY98" fmla="*/ 7670 h 449459"/>
                  <a:gd name="connsiteX99" fmla="*/ 244971 w 401801"/>
                  <a:gd name="connsiteY99" fmla="*/ 11707 h 449459"/>
                  <a:gd name="connsiteX100" fmla="*/ 247294 w 401801"/>
                  <a:gd name="connsiteY100" fmla="*/ 18939 h 449459"/>
                  <a:gd name="connsiteX101" fmla="*/ 246722 w 401801"/>
                  <a:gd name="connsiteY101" fmla="*/ 23850 h 449459"/>
                  <a:gd name="connsiteX102" fmla="*/ 244400 w 401801"/>
                  <a:gd name="connsiteY102" fmla="*/ 30511 h 449459"/>
                  <a:gd name="connsiteX103" fmla="*/ 236558 w 401801"/>
                  <a:gd name="connsiteY103" fmla="*/ 31083 h 449459"/>
                  <a:gd name="connsiteX104" fmla="*/ 233092 w 401801"/>
                  <a:gd name="connsiteY104" fmla="*/ 35422 h 449459"/>
                  <a:gd name="connsiteX105" fmla="*/ 232217 w 401801"/>
                  <a:gd name="connsiteY105" fmla="*/ 42958 h 449459"/>
                  <a:gd name="connsiteX106" fmla="*/ 225553 w 401801"/>
                  <a:gd name="connsiteY106" fmla="*/ 42958 h 449459"/>
                  <a:gd name="connsiteX107" fmla="*/ 224678 w 401801"/>
                  <a:gd name="connsiteY107" fmla="*/ 38046 h 449459"/>
                  <a:gd name="connsiteX108" fmla="*/ 221481 w 401801"/>
                  <a:gd name="connsiteY108" fmla="*/ 30646 h 449459"/>
                  <a:gd name="connsiteX109" fmla="*/ 217711 w 401801"/>
                  <a:gd name="connsiteY109" fmla="*/ 27248 h 449459"/>
                  <a:gd name="connsiteX110" fmla="*/ 213067 w 401801"/>
                  <a:gd name="connsiteY110" fmla="*/ 29064 h 449459"/>
                  <a:gd name="connsiteX111" fmla="*/ 199437 w 401801"/>
                  <a:gd name="connsiteY111" fmla="*/ 29064 h 449459"/>
                  <a:gd name="connsiteX112" fmla="*/ 189004 w 401801"/>
                  <a:gd name="connsiteY112" fmla="*/ 25600 h 449459"/>
                  <a:gd name="connsiteX113" fmla="*/ 184663 w 401801"/>
                  <a:gd name="connsiteY113" fmla="*/ 21395 h 449459"/>
                  <a:gd name="connsiteX114" fmla="*/ 180590 w 401801"/>
                  <a:gd name="connsiteY114" fmla="*/ 18872 h 449459"/>
                  <a:gd name="connsiteX115" fmla="*/ 176249 w 401801"/>
                  <a:gd name="connsiteY115" fmla="*/ 13826 h 449459"/>
                  <a:gd name="connsiteX116" fmla="*/ 168138 w 401801"/>
                  <a:gd name="connsiteY116" fmla="*/ 6257 h 449459"/>
                  <a:gd name="connsiteX117" fmla="*/ 160902 w 401801"/>
                  <a:gd name="connsiteY117" fmla="*/ 1581 h 449459"/>
                  <a:gd name="connsiteX118" fmla="*/ 150167 w 401801"/>
                  <a:gd name="connsiteY118" fmla="*/ 2153 h 449459"/>
                  <a:gd name="connsiteX119" fmla="*/ 143200 w 401801"/>
                  <a:gd name="connsiteY119" fmla="*/ 5046 h 449459"/>
                  <a:gd name="connsiteX120" fmla="*/ 138287 w 401801"/>
                  <a:gd name="connsiteY120" fmla="*/ 11404 h 449459"/>
                  <a:gd name="connsiteX121" fmla="*/ 136638 w 401801"/>
                  <a:gd name="connsiteY121" fmla="*/ 10563 h 449459"/>
                  <a:gd name="connsiteX122" fmla="*/ 135661 w 401801"/>
                  <a:gd name="connsiteY122" fmla="*/ 10832 h 449459"/>
                  <a:gd name="connsiteX123" fmla="*/ 135661 w 401801"/>
                  <a:gd name="connsiteY123" fmla="*/ 19511 h 449459"/>
                  <a:gd name="connsiteX124" fmla="*/ 134349 w 401801"/>
                  <a:gd name="connsiteY124" fmla="*/ 36163 h 449459"/>
                  <a:gd name="connsiteX125" fmla="*/ 130882 w 401801"/>
                  <a:gd name="connsiteY125" fmla="*/ 43832 h 449459"/>
                  <a:gd name="connsiteX126" fmla="*/ 125229 w 401801"/>
                  <a:gd name="connsiteY126" fmla="*/ 53823 h 449459"/>
                  <a:gd name="connsiteX127" fmla="*/ 125229 w 401801"/>
                  <a:gd name="connsiteY127" fmla="*/ 64689 h 449459"/>
                  <a:gd name="connsiteX128" fmla="*/ 119574 w 401801"/>
                  <a:gd name="connsiteY128" fmla="*/ 69028 h 449459"/>
                  <a:gd name="connsiteX129" fmla="*/ 112171 w 401801"/>
                  <a:gd name="connsiteY129" fmla="*/ 69028 h 449459"/>
                  <a:gd name="connsiteX130" fmla="*/ 105641 w 401801"/>
                  <a:gd name="connsiteY130" fmla="*/ 76833 h 449459"/>
                  <a:gd name="connsiteX131" fmla="*/ 112372 w 401801"/>
                  <a:gd name="connsiteY131" fmla="*/ 83796 h 449459"/>
                  <a:gd name="connsiteX132" fmla="*/ 116512 w 401801"/>
                  <a:gd name="connsiteY132" fmla="*/ 89010 h 449459"/>
                  <a:gd name="connsiteX133" fmla="*/ 116512 w 401801"/>
                  <a:gd name="connsiteY133" fmla="*/ 97689 h 449459"/>
                  <a:gd name="connsiteX134" fmla="*/ 113483 w 401801"/>
                  <a:gd name="connsiteY134" fmla="*/ 105292 h 449459"/>
                  <a:gd name="connsiteX135" fmla="*/ 103488 w 401801"/>
                  <a:gd name="connsiteY135" fmla="*/ 108992 h 449459"/>
                  <a:gd name="connsiteX136" fmla="*/ 91305 w 401801"/>
                  <a:gd name="connsiteY136" fmla="*/ 108992 h 449459"/>
                  <a:gd name="connsiteX137" fmla="*/ 80872 w 401801"/>
                  <a:gd name="connsiteY137" fmla="*/ 108992 h 449459"/>
                  <a:gd name="connsiteX138" fmla="*/ 77102 w 401801"/>
                  <a:gd name="connsiteY138" fmla="*/ 103778 h 449459"/>
                  <a:gd name="connsiteX139" fmla="*/ 73030 w 401801"/>
                  <a:gd name="connsiteY139" fmla="*/ 103778 h 449459"/>
                  <a:gd name="connsiteX140" fmla="*/ 73030 w 401801"/>
                  <a:gd name="connsiteY140" fmla="*/ 120295 h 449459"/>
                  <a:gd name="connsiteX141" fmla="*/ 73030 w 401801"/>
                  <a:gd name="connsiteY141" fmla="*/ 128974 h 449459"/>
                  <a:gd name="connsiteX142" fmla="*/ 76665 w 401801"/>
                  <a:gd name="connsiteY142" fmla="*/ 134188 h 449459"/>
                  <a:gd name="connsiteX143" fmla="*/ 79559 w 401801"/>
                  <a:gd name="connsiteY143" fmla="*/ 144179 h 449459"/>
                  <a:gd name="connsiteX144" fmla="*/ 73468 w 401801"/>
                  <a:gd name="connsiteY144" fmla="*/ 159385 h 449459"/>
                  <a:gd name="connsiteX145" fmla="*/ 67814 w 401801"/>
                  <a:gd name="connsiteY145" fmla="*/ 162446 h 449459"/>
                  <a:gd name="connsiteX146" fmla="*/ 67814 w 401801"/>
                  <a:gd name="connsiteY146" fmla="*/ 170687 h 449459"/>
                  <a:gd name="connsiteX147" fmla="*/ 64785 w 401801"/>
                  <a:gd name="connsiteY147" fmla="*/ 176574 h 449459"/>
                  <a:gd name="connsiteX148" fmla="*/ 55227 w 401801"/>
                  <a:gd name="connsiteY148" fmla="*/ 181789 h 449459"/>
                  <a:gd name="connsiteX149" fmla="*/ 50448 w 401801"/>
                  <a:gd name="connsiteY149" fmla="*/ 184816 h 449459"/>
                  <a:gd name="connsiteX150" fmla="*/ 46847 w 401801"/>
                  <a:gd name="connsiteY150" fmla="*/ 189828 h 449459"/>
                  <a:gd name="connsiteX151" fmla="*/ 41025 w 401801"/>
                  <a:gd name="connsiteY151" fmla="*/ 194403 h 449459"/>
                  <a:gd name="connsiteX152" fmla="*/ 36279 w 401801"/>
                  <a:gd name="connsiteY152" fmla="*/ 201804 h 449459"/>
                  <a:gd name="connsiteX153" fmla="*/ 30222 w 401801"/>
                  <a:gd name="connsiteY153" fmla="*/ 205504 h 449459"/>
                  <a:gd name="connsiteX154" fmla="*/ 23255 w 401801"/>
                  <a:gd name="connsiteY154" fmla="*/ 211358 h 449459"/>
                  <a:gd name="connsiteX155" fmla="*/ 19116 w 401801"/>
                  <a:gd name="connsiteY155" fmla="*/ 215697 h 449459"/>
                  <a:gd name="connsiteX156" fmla="*/ 17601 w 401801"/>
                  <a:gd name="connsiteY156" fmla="*/ 222425 h 449459"/>
                  <a:gd name="connsiteX157" fmla="*/ 15414 w 401801"/>
                  <a:gd name="connsiteY157" fmla="*/ 226126 h 449459"/>
                  <a:gd name="connsiteX158" fmla="*/ 7808 w 401801"/>
                  <a:gd name="connsiteY158" fmla="*/ 227639 h 449459"/>
                  <a:gd name="connsiteX159" fmla="*/ 3466 w 401801"/>
                  <a:gd name="connsiteY159" fmla="*/ 231979 h 449459"/>
                  <a:gd name="connsiteX160" fmla="*/ 3466 w 401801"/>
                  <a:gd name="connsiteY160" fmla="*/ 240254 h 449459"/>
                  <a:gd name="connsiteX161" fmla="*/ 0 w 401801"/>
                  <a:gd name="connsiteY161" fmla="*/ 242643 h 449459"/>
                  <a:gd name="connsiteX162" fmla="*/ 3466 w 401801"/>
                  <a:gd name="connsiteY162" fmla="*/ 254383 h 449459"/>
                  <a:gd name="connsiteX163" fmla="*/ 9322 w 401801"/>
                  <a:gd name="connsiteY163" fmla="*/ 260472 h 449459"/>
                  <a:gd name="connsiteX164" fmla="*/ 20731 w 401801"/>
                  <a:gd name="connsiteY164" fmla="*/ 267839 h 449459"/>
                  <a:gd name="connsiteX165" fmla="*/ 29279 w 401801"/>
                  <a:gd name="connsiteY165" fmla="*/ 276518 h 449459"/>
                  <a:gd name="connsiteX166" fmla="*/ 37996 w 401801"/>
                  <a:gd name="connsiteY166" fmla="*/ 287383 h 449459"/>
                  <a:gd name="connsiteX167" fmla="*/ 45838 w 401801"/>
                  <a:gd name="connsiteY167" fmla="*/ 297610 h 449459"/>
                  <a:gd name="connsiteX168" fmla="*/ 45198 w 401801"/>
                  <a:gd name="connsiteY168" fmla="*/ 308913 h 449459"/>
                  <a:gd name="connsiteX169" fmla="*/ 47823 w 401801"/>
                  <a:gd name="connsiteY169" fmla="*/ 319778 h 449459"/>
                  <a:gd name="connsiteX170" fmla="*/ 54116 w 401801"/>
                  <a:gd name="connsiteY170" fmla="*/ 325867 h 449459"/>
                  <a:gd name="connsiteX171" fmla="*/ 51087 w 401801"/>
                  <a:gd name="connsiteY171" fmla="*/ 337170 h 449459"/>
                  <a:gd name="connsiteX172" fmla="*/ 47823 w 401801"/>
                  <a:gd name="connsiteY172" fmla="*/ 344133 h 449459"/>
                  <a:gd name="connsiteX173" fmla="*/ 54352 w 401801"/>
                  <a:gd name="connsiteY173" fmla="*/ 346320 h 449459"/>
                  <a:gd name="connsiteX174" fmla="*/ 62395 w 401801"/>
                  <a:gd name="connsiteY174" fmla="*/ 343494 h 449459"/>
                  <a:gd name="connsiteX175" fmla="*/ 72828 w 401801"/>
                  <a:gd name="connsiteY175" fmla="*/ 339357 h 449459"/>
                  <a:gd name="connsiteX176" fmla="*/ 79997 w 401801"/>
                  <a:gd name="connsiteY176" fmla="*/ 338482 h 449459"/>
                  <a:gd name="connsiteX177" fmla="*/ 86963 w 401801"/>
                  <a:gd name="connsiteY177" fmla="*/ 346320 h 449459"/>
                  <a:gd name="connsiteX178" fmla="*/ 85886 w 401801"/>
                  <a:gd name="connsiteY178" fmla="*/ 355874 h 449459"/>
                  <a:gd name="connsiteX179" fmla="*/ 82184 w 401801"/>
                  <a:gd name="connsiteY179" fmla="*/ 363039 h 449459"/>
                  <a:gd name="connsiteX180" fmla="*/ 81107 w 401801"/>
                  <a:gd name="connsiteY180" fmla="*/ 372391 h 449459"/>
                  <a:gd name="connsiteX181" fmla="*/ 90026 w 401801"/>
                  <a:gd name="connsiteY181" fmla="*/ 385645 h 449459"/>
                  <a:gd name="connsiteX182" fmla="*/ 94603 w 401801"/>
                  <a:gd name="connsiteY182" fmla="*/ 395434 h 449459"/>
                  <a:gd name="connsiteX183" fmla="*/ 97665 w 401801"/>
                  <a:gd name="connsiteY183" fmla="*/ 404113 h 449459"/>
                  <a:gd name="connsiteX184" fmla="*/ 100694 w 401801"/>
                  <a:gd name="connsiteY184" fmla="*/ 413465 h 449459"/>
                  <a:gd name="connsiteX185" fmla="*/ 100896 w 401801"/>
                  <a:gd name="connsiteY185" fmla="*/ 423254 h 449459"/>
                  <a:gd name="connsiteX186" fmla="*/ 102209 w 401801"/>
                  <a:gd name="connsiteY186" fmla="*/ 429343 h 449459"/>
                  <a:gd name="connsiteX187" fmla="*/ 109377 w 401801"/>
                  <a:gd name="connsiteY187" fmla="*/ 431933 h 449459"/>
                  <a:gd name="connsiteX188" fmla="*/ 116344 w 401801"/>
                  <a:gd name="connsiteY188" fmla="*/ 429343 h 449459"/>
                  <a:gd name="connsiteX189" fmla="*/ 120921 w 401801"/>
                  <a:gd name="connsiteY189" fmla="*/ 427392 h 449459"/>
                  <a:gd name="connsiteX190" fmla="*/ 130916 w 401801"/>
                  <a:gd name="connsiteY190" fmla="*/ 426954 h 449459"/>
                  <a:gd name="connsiteX191" fmla="*/ 132868 w 401801"/>
                  <a:gd name="connsiteY191" fmla="*/ 431966 h 449459"/>
                  <a:gd name="connsiteX192" fmla="*/ 133507 w 401801"/>
                  <a:gd name="connsiteY192" fmla="*/ 436743 h 449459"/>
                  <a:gd name="connsiteX193" fmla="*/ 140474 w 401801"/>
                  <a:gd name="connsiteY193" fmla="*/ 436743 h 449459"/>
                  <a:gd name="connsiteX194" fmla="*/ 145253 w 401801"/>
                  <a:gd name="connsiteY194" fmla="*/ 433716 h 449459"/>
                  <a:gd name="connsiteX195" fmla="*/ 151345 w 401801"/>
                  <a:gd name="connsiteY195" fmla="*/ 425878 h 449459"/>
                  <a:gd name="connsiteX196" fmla="*/ 151345 w 401801"/>
                  <a:gd name="connsiteY196" fmla="*/ 422850 h 449459"/>
                  <a:gd name="connsiteX197" fmla="*/ 155922 w 401801"/>
                  <a:gd name="connsiteY197" fmla="*/ 419587 h 449459"/>
                  <a:gd name="connsiteX198" fmla="*/ 160499 w 401801"/>
                  <a:gd name="connsiteY198" fmla="*/ 418511 h 449459"/>
                  <a:gd name="connsiteX199" fmla="*/ 164638 w 401801"/>
                  <a:gd name="connsiteY199" fmla="*/ 411985 h 449459"/>
                  <a:gd name="connsiteX200" fmla="*/ 166489 w 401801"/>
                  <a:gd name="connsiteY200" fmla="*/ 406569 h 449459"/>
                  <a:gd name="connsiteX201" fmla="*/ 169148 w 401801"/>
                  <a:gd name="connsiteY201" fmla="*/ 403945 h 449459"/>
                  <a:gd name="connsiteX202" fmla="*/ 175273 w 401801"/>
                  <a:gd name="connsiteY202" fmla="*/ 402868 h 449459"/>
                  <a:gd name="connsiteX203" fmla="*/ 179412 w 401801"/>
                  <a:gd name="connsiteY203" fmla="*/ 409832 h 449459"/>
                  <a:gd name="connsiteX204" fmla="*/ 181364 w 401801"/>
                  <a:gd name="connsiteY204" fmla="*/ 418746 h 449459"/>
                  <a:gd name="connsiteX205" fmla="*/ 185706 w 401801"/>
                  <a:gd name="connsiteY205" fmla="*/ 426349 h 449459"/>
                  <a:gd name="connsiteX206" fmla="*/ 189172 w 401801"/>
                  <a:gd name="connsiteY206" fmla="*/ 433312 h 449459"/>
                  <a:gd name="connsiteX207" fmla="*/ 191764 w 401801"/>
                  <a:gd name="connsiteY207" fmla="*/ 438762 h 449459"/>
                  <a:gd name="connsiteX208" fmla="*/ 198091 w 401801"/>
                  <a:gd name="connsiteY208" fmla="*/ 440511 h 449459"/>
                  <a:gd name="connsiteX209" fmla="*/ 205259 w 401801"/>
                  <a:gd name="connsiteY209" fmla="*/ 439435 h 449459"/>
                  <a:gd name="connsiteX210" fmla="*/ 211990 w 401801"/>
                  <a:gd name="connsiteY210" fmla="*/ 437685 h 449459"/>
                  <a:gd name="connsiteX211" fmla="*/ 215692 w 401801"/>
                  <a:gd name="connsiteY211" fmla="*/ 432269 h 449459"/>
                  <a:gd name="connsiteX212" fmla="*/ 220908 w 401801"/>
                  <a:gd name="connsiteY212" fmla="*/ 425541 h 449459"/>
                  <a:gd name="connsiteX213" fmla="*/ 227202 w 401801"/>
                  <a:gd name="connsiteY213" fmla="*/ 422278 h 449459"/>
                  <a:gd name="connsiteX214" fmla="*/ 238072 w 401801"/>
                  <a:gd name="connsiteY214" fmla="*/ 420764 h 449459"/>
                  <a:gd name="connsiteX215" fmla="*/ 248068 w 401801"/>
                  <a:gd name="connsiteY215" fmla="*/ 422514 h 449459"/>
                  <a:gd name="connsiteX216" fmla="*/ 251097 w 401801"/>
                  <a:gd name="connsiteY216" fmla="*/ 426853 h 449459"/>
                  <a:gd name="connsiteX217" fmla="*/ 251299 w 401801"/>
                  <a:gd name="connsiteY217" fmla="*/ 432269 h 449459"/>
                  <a:gd name="connsiteX218" fmla="*/ 253890 w 401801"/>
                  <a:gd name="connsiteY218" fmla="*/ 438795 h 449459"/>
                  <a:gd name="connsiteX219" fmla="*/ 253890 w 401801"/>
                  <a:gd name="connsiteY219" fmla="*/ 443808 h 449459"/>
                  <a:gd name="connsiteX220" fmla="*/ 258904 w 401801"/>
                  <a:gd name="connsiteY220" fmla="*/ 447710 h 449459"/>
                  <a:gd name="connsiteX221" fmla="*/ 261092 w 401801"/>
                  <a:gd name="connsiteY221" fmla="*/ 449459 h 449459"/>
                  <a:gd name="connsiteX222" fmla="*/ 264895 w 401801"/>
                  <a:gd name="connsiteY222" fmla="*/ 447508 h 449459"/>
                  <a:gd name="connsiteX223" fmla="*/ 269573 w 401801"/>
                  <a:gd name="connsiteY223" fmla="*/ 445759 h 449459"/>
                  <a:gd name="connsiteX224" fmla="*/ 269573 w 401801"/>
                  <a:gd name="connsiteY224" fmla="*/ 440343 h 449459"/>
                  <a:gd name="connsiteX225" fmla="*/ 269371 w 401801"/>
                  <a:gd name="connsiteY225" fmla="*/ 432303 h 449459"/>
                  <a:gd name="connsiteX226" fmla="*/ 267621 w 401801"/>
                  <a:gd name="connsiteY226" fmla="*/ 426012 h 449459"/>
                  <a:gd name="connsiteX227" fmla="*/ 268496 w 401801"/>
                  <a:gd name="connsiteY227" fmla="*/ 421437 h 449459"/>
                  <a:gd name="connsiteX228" fmla="*/ 271222 w 401801"/>
                  <a:gd name="connsiteY228" fmla="*/ 423826 h 449459"/>
                  <a:gd name="connsiteX229" fmla="*/ 274319 w 401801"/>
                  <a:gd name="connsiteY229" fmla="*/ 425340 h 449459"/>
                  <a:gd name="connsiteX230" fmla="*/ 274453 w 401801"/>
                  <a:gd name="connsiteY230" fmla="*/ 423388 h 449459"/>
                  <a:gd name="connsiteX231" fmla="*/ 274789 w 401801"/>
                  <a:gd name="connsiteY231" fmla="*/ 421000 h 449459"/>
                  <a:gd name="connsiteX232" fmla="*/ 274789 w 401801"/>
                  <a:gd name="connsiteY232" fmla="*/ 419486 h 449459"/>
                  <a:gd name="connsiteX233" fmla="*/ 276539 w 401801"/>
                  <a:gd name="connsiteY233" fmla="*/ 416425 h 449459"/>
                  <a:gd name="connsiteX234" fmla="*/ 276539 w 401801"/>
                  <a:gd name="connsiteY234" fmla="*/ 414272 h 449459"/>
                  <a:gd name="connsiteX235" fmla="*/ 275664 w 401801"/>
                  <a:gd name="connsiteY235" fmla="*/ 407981 h 449459"/>
                  <a:gd name="connsiteX236" fmla="*/ 273713 w 401801"/>
                  <a:gd name="connsiteY236" fmla="*/ 403844 h 449459"/>
                  <a:gd name="connsiteX237" fmla="*/ 271525 w 401801"/>
                  <a:gd name="connsiteY237" fmla="*/ 400782 h 449459"/>
                  <a:gd name="connsiteX238" fmla="*/ 272703 w 401801"/>
                  <a:gd name="connsiteY238" fmla="*/ 397721 h 449459"/>
                  <a:gd name="connsiteX239" fmla="*/ 275160 w 401801"/>
                  <a:gd name="connsiteY239" fmla="*/ 396006 h 449459"/>
                  <a:gd name="connsiteX240" fmla="*/ 276506 w 401801"/>
                  <a:gd name="connsiteY240" fmla="*/ 392743 h 449459"/>
                  <a:gd name="connsiteX241" fmla="*/ 276506 w 401801"/>
                  <a:gd name="connsiteY241" fmla="*/ 389917 h 449459"/>
                  <a:gd name="connsiteX242" fmla="*/ 276506 w 401801"/>
                  <a:gd name="connsiteY242" fmla="*/ 382953 h 449459"/>
                  <a:gd name="connsiteX243" fmla="*/ 275631 w 401801"/>
                  <a:gd name="connsiteY243" fmla="*/ 380902 h 449459"/>
                  <a:gd name="connsiteX244" fmla="*/ 281049 w 401801"/>
                  <a:gd name="connsiteY244" fmla="*/ 380363 h 449459"/>
                  <a:gd name="connsiteX245" fmla="*/ 284314 w 401801"/>
                  <a:gd name="connsiteY245" fmla="*/ 380363 h 449459"/>
                  <a:gd name="connsiteX246" fmla="*/ 286939 w 401801"/>
                  <a:gd name="connsiteY246" fmla="*/ 377739 h 449459"/>
                  <a:gd name="connsiteX247" fmla="*/ 286939 w 401801"/>
                  <a:gd name="connsiteY247" fmla="*/ 374174 h 449459"/>
                  <a:gd name="connsiteX248" fmla="*/ 290203 w 401801"/>
                  <a:gd name="connsiteY248" fmla="*/ 369397 h 449459"/>
                  <a:gd name="connsiteX249" fmla="*/ 293468 w 401801"/>
                  <a:gd name="connsiteY249" fmla="*/ 363745 h 449459"/>
                  <a:gd name="connsiteX250" fmla="*/ 292155 w 401801"/>
                  <a:gd name="connsiteY250" fmla="*/ 358094 h 449459"/>
                  <a:gd name="connsiteX251" fmla="*/ 291179 w 401801"/>
                  <a:gd name="connsiteY251" fmla="*/ 355470 h 449459"/>
                  <a:gd name="connsiteX252" fmla="*/ 287545 w 401801"/>
                  <a:gd name="connsiteY252" fmla="*/ 354595 h 449459"/>
                  <a:gd name="connsiteX253" fmla="*/ 281285 w 401801"/>
                  <a:gd name="connsiteY253" fmla="*/ 352644 h 449459"/>
                  <a:gd name="connsiteX254" fmla="*/ 280006 w 401801"/>
                  <a:gd name="connsiteY254" fmla="*/ 350256 h 449459"/>
                  <a:gd name="connsiteX255" fmla="*/ 280006 w 401801"/>
                  <a:gd name="connsiteY255" fmla="*/ 348069 h 449459"/>
                  <a:gd name="connsiteX256" fmla="*/ 283270 w 401801"/>
                  <a:gd name="connsiteY256" fmla="*/ 346993 h 449459"/>
                  <a:gd name="connsiteX257" fmla="*/ 286535 w 401801"/>
                  <a:gd name="connsiteY257" fmla="*/ 346555 h 449459"/>
                  <a:gd name="connsiteX258" fmla="*/ 289564 w 401801"/>
                  <a:gd name="connsiteY258" fmla="*/ 348069 h 449459"/>
                  <a:gd name="connsiteX259" fmla="*/ 291852 w 401801"/>
                  <a:gd name="connsiteY259" fmla="*/ 348507 h 449459"/>
                  <a:gd name="connsiteX260" fmla="*/ 296261 w 401801"/>
                  <a:gd name="connsiteY260" fmla="*/ 350996 h 449459"/>
                  <a:gd name="connsiteX261" fmla="*/ 301545 w 401801"/>
                  <a:gd name="connsiteY261" fmla="*/ 352409 h 449459"/>
                  <a:gd name="connsiteX262" fmla="*/ 305247 w 401801"/>
                  <a:gd name="connsiteY262" fmla="*/ 352409 h 449459"/>
                  <a:gd name="connsiteX263" fmla="*/ 306122 w 401801"/>
                  <a:gd name="connsiteY263" fmla="*/ 346757 h 449459"/>
                  <a:gd name="connsiteX264" fmla="*/ 306122 w 401801"/>
                  <a:gd name="connsiteY264" fmla="*/ 342855 h 449459"/>
                  <a:gd name="connsiteX265" fmla="*/ 306122 w 401801"/>
                  <a:gd name="connsiteY265" fmla="*/ 335892 h 449459"/>
                  <a:gd name="connsiteX266" fmla="*/ 308511 w 401801"/>
                  <a:gd name="connsiteY266" fmla="*/ 332427 h 449459"/>
                  <a:gd name="connsiteX267" fmla="*/ 310901 w 401801"/>
                  <a:gd name="connsiteY267" fmla="*/ 330274 h 449459"/>
                  <a:gd name="connsiteX268" fmla="*/ 313728 w 401801"/>
                  <a:gd name="connsiteY268" fmla="*/ 329399 h 449459"/>
                  <a:gd name="connsiteX269" fmla="*/ 316218 w 401801"/>
                  <a:gd name="connsiteY269" fmla="*/ 325934 h 449459"/>
                  <a:gd name="connsiteX270" fmla="*/ 318877 w 401801"/>
                  <a:gd name="connsiteY270" fmla="*/ 324622 h 449459"/>
                  <a:gd name="connsiteX271" fmla="*/ 320863 w 401801"/>
                  <a:gd name="connsiteY271" fmla="*/ 320922 h 449459"/>
                  <a:gd name="connsiteX272" fmla="*/ 317834 w 401801"/>
                  <a:gd name="connsiteY272" fmla="*/ 317895 h 449459"/>
                  <a:gd name="connsiteX273" fmla="*/ 312954 w 401801"/>
                  <a:gd name="connsiteY273" fmla="*/ 315506 h 449459"/>
                  <a:gd name="connsiteX274" fmla="*/ 309588 w 401801"/>
                  <a:gd name="connsiteY274" fmla="*/ 315069 h 449459"/>
                  <a:gd name="connsiteX275" fmla="*/ 309588 w 401801"/>
                  <a:gd name="connsiteY275" fmla="*/ 313319 h 449459"/>
                  <a:gd name="connsiteX276" fmla="*/ 311776 w 401801"/>
                  <a:gd name="connsiteY276" fmla="*/ 310494 h 449459"/>
                  <a:gd name="connsiteX277" fmla="*/ 314165 w 401801"/>
                  <a:gd name="connsiteY277" fmla="*/ 309619 h 449459"/>
                  <a:gd name="connsiteX278" fmla="*/ 318305 w 401801"/>
                  <a:gd name="connsiteY278" fmla="*/ 307432 h 449459"/>
                  <a:gd name="connsiteX279" fmla="*/ 320795 w 401801"/>
                  <a:gd name="connsiteY279" fmla="*/ 306625 h 449459"/>
                  <a:gd name="connsiteX280" fmla="*/ 323319 w 401801"/>
                  <a:gd name="connsiteY280" fmla="*/ 307702 h 449459"/>
                  <a:gd name="connsiteX281" fmla="*/ 324800 w 401801"/>
                  <a:gd name="connsiteY281" fmla="*/ 309720 h 449459"/>
                  <a:gd name="connsiteX282" fmla="*/ 325238 w 401801"/>
                  <a:gd name="connsiteY282" fmla="*/ 313353 h 449459"/>
                  <a:gd name="connsiteX283" fmla="*/ 325238 w 401801"/>
                  <a:gd name="connsiteY283" fmla="*/ 316683 h 449459"/>
                  <a:gd name="connsiteX284" fmla="*/ 325238 w 401801"/>
                  <a:gd name="connsiteY284" fmla="*/ 320216 h 449459"/>
                  <a:gd name="connsiteX285" fmla="*/ 325238 w 401801"/>
                  <a:gd name="connsiteY285" fmla="*/ 323680 h 449459"/>
                  <a:gd name="connsiteX286" fmla="*/ 323218 w 401801"/>
                  <a:gd name="connsiteY286" fmla="*/ 326506 h 449459"/>
                  <a:gd name="connsiteX287" fmla="*/ 321637 w 401801"/>
                  <a:gd name="connsiteY287" fmla="*/ 328693 h 449459"/>
                  <a:gd name="connsiteX288" fmla="*/ 320829 w 401801"/>
                  <a:gd name="connsiteY288" fmla="*/ 331956 h 449459"/>
                  <a:gd name="connsiteX289" fmla="*/ 319920 w 401801"/>
                  <a:gd name="connsiteY289" fmla="*/ 336026 h 449459"/>
                  <a:gd name="connsiteX290" fmla="*/ 321132 w 401801"/>
                  <a:gd name="connsiteY290" fmla="*/ 338785 h 449459"/>
                  <a:gd name="connsiteX291" fmla="*/ 322478 w 401801"/>
                  <a:gd name="connsiteY291" fmla="*/ 341678 h 449459"/>
                  <a:gd name="connsiteX292" fmla="*/ 324968 w 401801"/>
                  <a:gd name="connsiteY292" fmla="*/ 341913 h 449459"/>
                  <a:gd name="connsiteX293" fmla="*/ 327358 w 401801"/>
                  <a:gd name="connsiteY293" fmla="*/ 342048 h 449459"/>
                  <a:gd name="connsiteX294" fmla="*/ 329545 w 401801"/>
                  <a:gd name="connsiteY294" fmla="*/ 340366 h 449459"/>
                  <a:gd name="connsiteX295" fmla="*/ 331363 w 401801"/>
                  <a:gd name="connsiteY295" fmla="*/ 338415 h 449459"/>
                  <a:gd name="connsiteX296" fmla="*/ 333618 w 401801"/>
                  <a:gd name="connsiteY296" fmla="*/ 336329 h 449459"/>
                  <a:gd name="connsiteX297" fmla="*/ 336882 w 401801"/>
                  <a:gd name="connsiteY297" fmla="*/ 334748 h 449459"/>
                  <a:gd name="connsiteX298" fmla="*/ 340517 w 401801"/>
                  <a:gd name="connsiteY298" fmla="*/ 332629 h 449459"/>
                  <a:gd name="connsiteX299" fmla="*/ 344421 w 401801"/>
                  <a:gd name="connsiteY299" fmla="*/ 332124 h 449459"/>
                  <a:gd name="connsiteX300" fmla="*/ 349637 w 401801"/>
                  <a:gd name="connsiteY300" fmla="*/ 333436 h 449459"/>
                  <a:gd name="connsiteX301" fmla="*/ 353979 w 401801"/>
                  <a:gd name="connsiteY301" fmla="*/ 330846 h 449459"/>
                  <a:gd name="connsiteX302" fmla="*/ 353407 w 401801"/>
                  <a:gd name="connsiteY302" fmla="*/ 325766 h 449459"/>
                  <a:gd name="connsiteX303" fmla="*/ 350512 w 401801"/>
                  <a:gd name="connsiteY303" fmla="*/ 321124 h 449459"/>
                  <a:gd name="connsiteX304" fmla="*/ 346945 w 401801"/>
                  <a:gd name="connsiteY304" fmla="*/ 318803 h 449459"/>
                  <a:gd name="connsiteX305" fmla="*/ 344421 w 401801"/>
                  <a:gd name="connsiteY305" fmla="*/ 315472 h 449459"/>
                  <a:gd name="connsiteX306" fmla="*/ 344421 w 401801"/>
                  <a:gd name="connsiteY306" fmla="*/ 309821 h 449459"/>
                  <a:gd name="connsiteX307" fmla="*/ 346003 w 401801"/>
                  <a:gd name="connsiteY307" fmla="*/ 309821 h 449459"/>
                  <a:gd name="connsiteX308" fmla="*/ 350782 w 401801"/>
                  <a:gd name="connsiteY308" fmla="*/ 308946 h 449459"/>
                  <a:gd name="connsiteX309" fmla="*/ 353979 w 401801"/>
                  <a:gd name="connsiteY309" fmla="*/ 308946 h 449459"/>
                  <a:gd name="connsiteX310" fmla="*/ 359498 w 401801"/>
                  <a:gd name="connsiteY310" fmla="*/ 309384 h 449459"/>
                  <a:gd name="connsiteX311" fmla="*/ 362258 w 401801"/>
                  <a:gd name="connsiteY311" fmla="*/ 314295 h 449459"/>
                  <a:gd name="connsiteX312" fmla="*/ 363133 w 401801"/>
                  <a:gd name="connsiteY312" fmla="*/ 319745 h 449459"/>
                  <a:gd name="connsiteX313" fmla="*/ 364445 w 401801"/>
                  <a:gd name="connsiteY313" fmla="*/ 321225 h 449459"/>
                  <a:gd name="connsiteX314" fmla="*/ 365320 w 401801"/>
                  <a:gd name="connsiteY314" fmla="*/ 319106 h 449459"/>
                  <a:gd name="connsiteX315" fmla="*/ 365320 w 401801"/>
                  <a:gd name="connsiteY315" fmla="*/ 313319 h 449459"/>
                  <a:gd name="connsiteX316" fmla="*/ 368585 w 401801"/>
                  <a:gd name="connsiteY316" fmla="*/ 309417 h 449459"/>
                  <a:gd name="connsiteX317" fmla="*/ 370537 w 401801"/>
                  <a:gd name="connsiteY317" fmla="*/ 305078 h 449459"/>
                  <a:gd name="connsiteX318" fmla="*/ 370537 w 401801"/>
                  <a:gd name="connsiteY318" fmla="*/ 301176 h 449459"/>
                  <a:gd name="connsiteX319" fmla="*/ 365758 w 401801"/>
                  <a:gd name="connsiteY319" fmla="*/ 298417 h 449459"/>
                  <a:gd name="connsiteX320" fmla="*/ 362864 w 401801"/>
                  <a:gd name="connsiteY320" fmla="*/ 294347 h 449459"/>
                  <a:gd name="connsiteX321" fmla="*/ 360171 w 401801"/>
                  <a:gd name="connsiteY321" fmla="*/ 289570 h 449459"/>
                  <a:gd name="connsiteX322" fmla="*/ 356806 w 401801"/>
                  <a:gd name="connsiteY322" fmla="*/ 280891 h 449459"/>
                  <a:gd name="connsiteX323" fmla="*/ 353238 w 401801"/>
                  <a:gd name="connsiteY323" fmla="*/ 275811 h 449459"/>
                  <a:gd name="connsiteX324" fmla="*/ 348762 w 401801"/>
                  <a:gd name="connsiteY324" fmla="*/ 270294 h 449459"/>
                  <a:gd name="connsiteX325" fmla="*/ 348055 w 401801"/>
                  <a:gd name="connsiteY325" fmla="*/ 266830 h 449459"/>
                  <a:gd name="connsiteX326" fmla="*/ 349806 w 401801"/>
                  <a:gd name="connsiteY326" fmla="*/ 263062 h 449459"/>
                  <a:gd name="connsiteX327" fmla="*/ 353710 w 401801"/>
                  <a:gd name="connsiteY327" fmla="*/ 261178 h 449459"/>
                  <a:gd name="connsiteX328" fmla="*/ 357479 w 401801"/>
                  <a:gd name="connsiteY328" fmla="*/ 259597 h 449459"/>
                  <a:gd name="connsiteX329" fmla="*/ 361955 w 401801"/>
                  <a:gd name="connsiteY329" fmla="*/ 258722 h 449459"/>
                  <a:gd name="connsiteX330" fmla="*/ 363705 w 401801"/>
                  <a:gd name="connsiteY330" fmla="*/ 255829 h 449459"/>
                  <a:gd name="connsiteX331" fmla="*/ 365455 w 401801"/>
                  <a:gd name="connsiteY331" fmla="*/ 253508 h 449459"/>
                  <a:gd name="connsiteX332" fmla="*/ 366768 w 401801"/>
                  <a:gd name="connsiteY332" fmla="*/ 252062 h 449459"/>
                  <a:gd name="connsiteX333" fmla="*/ 368787 w 401801"/>
                  <a:gd name="connsiteY333" fmla="*/ 249169 h 449459"/>
                  <a:gd name="connsiteX334" fmla="*/ 368046 w 401801"/>
                  <a:gd name="connsiteY334" fmla="*/ 245704 h 449459"/>
                  <a:gd name="connsiteX335" fmla="*/ 365152 w 401801"/>
                  <a:gd name="connsiteY335" fmla="*/ 243517 h 449459"/>
                  <a:gd name="connsiteX336" fmla="*/ 359363 w 401801"/>
                  <a:gd name="connsiteY336" fmla="*/ 242374 h 449459"/>
                  <a:gd name="connsiteX337" fmla="*/ 356032 w 401801"/>
                  <a:gd name="connsiteY337" fmla="*/ 241499 h 449459"/>
                  <a:gd name="connsiteX338" fmla="*/ 351959 w 401801"/>
                  <a:gd name="connsiteY338" fmla="*/ 238740 h 449459"/>
                  <a:gd name="connsiteX339" fmla="*/ 353407 w 401801"/>
                  <a:gd name="connsiteY339" fmla="*/ 237866 h 449459"/>
                  <a:gd name="connsiteX340" fmla="*/ 354551 w 401801"/>
                  <a:gd name="connsiteY340" fmla="*/ 238236 h 449459"/>
                  <a:gd name="connsiteX341" fmla="*/ 359330 w 401801"/>
                  <a:gd name="connsiteY341" fmla="*/ 239481 h 449459"/>
                  <a:gd name="connsiteX342" fmla="*/ 364412 w 401801"/>
                  <a:gd name="connsiteY342" fmla="*/ 239481 h 449459"/>
                  <a:gd name="connsiteX343" fmla="*/ 369628 w 401801"/>
                  <a:gd name="connsiteY343" fmla="*/ 239481 h 449459"/>
                  <a:gd name="connsiteX344" fmla="*/ 371210 w 401801"/>
                  <a:gd name="connsiteY344" fmla="*/ 236453 h 449459"/>
                  <a:gd name="connsiteX345" fmla="*/ 371345 w 401801"/>
                  <a:gd name="connsiteY345" fmla="*/ 232248 h 449459"/>
                  <a:gd name="connsiteX346" fmla="*/ 368450 w 401801"/>
                  <a:gd name="connsiteY346" fmla="*/ 228850 h 449459"/>
                  <a:gd name="connsiteX347" fmla="*/ 368753 w 401801"/>
                  <a:gd name="connsiteY347" fmla="*/ 226899 h 449459"/>
                  <a:gd name="connsiteX348" fmla="*/ 368753 w 401801"/>
                  <a:gd name="connsiteY348" fmla="*/ 222997 h 449459"/>
                  <a:gd name="connsiteX349" fmla="*/ 370503 w 401801"/>
                  <a:gd name="connsiteY349" fmla="*/ 220407 h 449459"/>
                  <a:gd name="connsiteX350" fmla="*/ 367407 w 401801"/>
                  <a:gd name="connsiteY350" fmla="*/ 220407 h 449459"/>
                  <a:gd name="connsiteX351" fmla="*/ 365152 w 401801"/>
                  <a:gd name="connsiteY351" fmla="*/ 222156 h 449459"/>
                  <a:gd name="connsiteX352" fmla="*/ 362695 w 401801"/>
                  <a:gd name="connsiteY352" fmla="*/ 222156 h 449459"/>
                  <a:gd name="connsiteX353" fmla="*/ 359498 w 401801"/>
                  <a:gd name="connsiteY353" fmla="*/ 220340 h 449459"/>
                  <a:gd name="connsiteX354" fmla="*/ 356166 w 401801"/>
                  <a:gd name="connsiteY354" fmla="*/ 220407 h 449459"/>
                  <a:gd name="connsiteX355" fmla="*/ 352262 w 401801"/>
                  <a:gd name="connsiteY355" fmla="*/ 220407 h 449459"/>
                  <a:gd name="connsiteX356" fmla="*/ 348628 w 401801"/>
                  <a:gd name="connsiteY356" fmla="*/ 219835 h 449459"/>
                  <a:gd name="connsiteX357" fmla="*/ 343411 w 401801"/>
                  <a:gd name="connsiteY357" fmla="*/ 219700 h 449459"/>
                  <a:gd name="connsiteX358" fmla="*/ 340652 w 401801"/>
                  <a:gd name="connsiteY358" fmla="*/ 218187 h 449459"/>
                  <a:gd name="connsiteX359" fmla="*/ 339642 w 401801"/>
                  <a:gd name="connsiteY359" fmla="*/ 213443 h 449459"/>
                  <a:gd name="connsiteX360" fmla="*/ 342839 w 401801"/>
                  <a:gd name="connsiteY360" fmla="*/ 208768 h 449459"/>
                  <a:gd name="connsiteX361" fmla="*/ 345296 w 401801"/>
                  <a:gd name="connsiteY361" fmla="*/ 206715 h 449459"/>
                  <a:gd name="connsiteX362" fmla="*/ 348190 w 401801"/>
                  <a:gd name="connsiteY362" fmla="*/ 203217 h 449459"/>
                  <a:gd name="connsiteX363" fmla="*/ 348459 w 401801"/>
                  <a:gd name="connsiteY363" fmla="*/ 197700 h 449459"/>
                  <a:gd name="connsiteX364" fmla="*/ 348594 w 401801"/>
                  <a:gd name="connsiteY364" fmla="*/ 196085 h 449459"/>
                  <a:gd name="connsiteX365" fmla="*/ 350344 w 401801"/>
                  <a:gd name="connsiteY365" fmla="*/ 196085 h 449459"/>
                  <a:gd name="connsiteX366" fmla="*/ 352229 w 401801"/>
                  <a:gd name="connsiteY366" fmla="*/ 196085 h 449459"/>
                  <a:gd name="connsiteX367" fmla="*/ 354854 w 401801"/>
                  <a:gd name="connsiteY367" fmla="*/ 195076 h 449459"/>
                  <a:gd name="connsiteX368" fmla="*/ 354854 w 401801"/>
                  <a:gd name="connsiteY368" fmla="*/ 198844 h 449459"/>
                  <a:gd name="connsiteX369" fmla="*/ 354854 w 401801"/>
                  <a:gd name="connsiteY369" fmla="*/ 202174 h 449459"/>
                  <a:gd name="connsiteX370" fmla="*/ 354854 w 401801"/>
                  <a:gd name="connsiteY370" fmla="*/ 205639 h 449459"/>
                  <a:gd name="connsiteX371" fmla="*/ 356873 w 401801"/>
                  <a:gd name="connsiteY371" fmla="*/ 206076 h 449459"/>
                  <a:gd name="connsiteX372" fmla="*/ 359767 w 401801"/>
                  <a:gd name="connsiteY372" fmla="*/ 206379 h 449459"/>
                  <a:gd name="connsiteX373" fmla="*/ 362594 w 401801"/>
                  <a:gd name="connsiteY373" fmla="*/ 206682 h 449459"/>
                  <a:gd name="connsiteX374" fmla="*/ 364715 w 401801"/>
                  <a:gd name="connsiteY374" fmla="*/ 206379 h 449459"/>
                  <a:gd name="connsiteX375" fmla="*/ 367239 w 401801"/>
                  <a:gd name="connsiteY375" fmla="*/ 205504 h 449459"/>
                  <a:gd name="connsiteX376" fmla="*/ 368988 w 401801"/>
                  <a:gd name="connsiteY376" fmla="*/ 203755 h 449459"/>
                  <a:gd name="connsiteX377" fmla="*/ 369864 w 401801"/>
                  <a:gd name="connsiteY377" fmla="*/ 201165 h 449459"/>
                  <a:gd name="connsiteX378" fmla="*/ 369729 w 401801"/>
                  <a:gd name="connsiteY378" fmla="*/ 197835 h 449459"/>
                  <a:gd name="connsiteX379" fmla="*/ 368719 w 401801"/>
                  <a:gd name="connsiteY379" fmla="*/ 195514 h 449459"/>
                  <a:gd name="connsiteX380" fmla="*/ 368719 w 401801"/>
                  <a:gd name="connsiteY380" fmla="*/ 191746 h 449459"/>
                  <a:gd name="connsiteX381" fmla="*/ 370873 w 401801"/>
                  <a:gd name="connsiteY381" fmla="*/ 189997 h 449459"/>
                  <a:gd name="connsiteX382" fmla="*/ 370806 w 401801"/>
                  <a:gd name="connsiteY382" fmla="*/ 187675 h 449459"/>
                  <a:gd name="connsiteX383" fmla="*/ 372287 w 401801"/>
                  <a:gd name="connsiteY383" fmla="*/ 187238 h 449459"/>
                  <a:gd name="connsiteX384" fmla="*/ 373095 w 401801"/>
                  <a:gd name="connsiteY384" fmla="*/ 187373 h 449459"/>
                  <a:gd name="connsiteX385" fmla="*/ 374508 w 401801"/>
                  <a:gd name="connsiteY385" fmla="*/ 188819 h 449459"/>
                  <a:gd name="connsiteX386" fmla="*/ 376090 w 401801"/>
                  <a:gd name="connsiteY386" fmla="*/ 189963 h 449459"/>
                  <a:gd name="connsiteX387" fmla="*/ 374912 w 401801"/>
                  <a:gd name="connsiteY387" fmla="*/ 196489 h 449459"/>
                  <a:gd name="connsiteX388" fmla="*/ 373902 w 401801"/>
                  <a:gd name="connsiteY388" fmla="*/ 198810 h 449459"/>
                  <a:gd name="connsiteX389" fmla="*/ 373902 w 401801"/>
                  <a:gd name="connsiteY389" fmla="*/ 202140 h 449459"/>
                  <a:gd name="connsiteX390" fmla="*/ 376224 w 401801"/>
                  <a:gd name="connsiteY390" fmla="*/ 206480 h 449459"/>
                  <a:gd name="connsiteX391" fmla="*/ 378984 w 401801"/>
                  <a:gd name="connsiteY391" fmla="*/ 208229 h 449459"/>
                  <a:gd name="connsiteX392" fmla="*/ 381744 w 401801"/>
                  <a:gd name="connsiteY392" fmla="*/ 208229 h 449459"/>
                  <a:gd name="connsiteX393" fmla="*/ 383124 w 401801"/>
                  <a:gd name="connsiteY393" fmla="*/ 206480 h 449459"/>
                  <a:gd name="connsiteX394" fmla="*/ 384369 w 401801"/>
                  <a:gd name="connsiteY394" fmla="*/ 206480 h 449459"/>
                  <a:gd name="connsiteX395" fmla="*/ 384369 w 401801"/>
                  <a:gd name="connsiteY395" fmla="*/ 209104 h 449459"/>
                  <a:gd name="connsiteX396" fmla="*/ 386994 w 401801"/>
                  <a:gd name="connsiteY396" fmla="*/ 212434 h 449459"/>
                  <a:gd name="connsiteX397" fmla="*/ 388441 w 401801"/>
                  <a:gd name="connsiteY397" fmla="*/ 211291 h 449459"/>
                  <a:gd name="connsiteX398" fmla="*/ 390629 w 401801"/>
                  <a:gd name="connsiteY398" fmla="*/ 209541 h 449459"/>
                  <a:gd name="connsiteX399" fmla="*/ 391335 w 401801"/>
                  <a:gd name="connsiteY399" fmla="*/ 206480 h 449459"/>
                  <a:gd name="connsiteX400" fmla="*/ 391335 w 401801"/>
                  <a:gd name="connsiteY400" fmla="*/ 203890 h 449459"/>
                  <a:gd name="connsiteX401" fmla="*/ 391032 w 401801"/>
                  <a:gd name="connsiteY401" fmla="*/ 200559 h 449459"/>
                  <a:gd name="connsiteX402" fmla="*/ 391167 w 401801"/>
                  <a:gd name="connsiteY402" fmla="*/ 194605 h 449459"/>
                  <a:gd name="connsiteX403" fmla="*/ 391235 w 401801"/>
                  <a:gd name="connsiteY403" fmla="*/ 190838 h 449459"/>
                  <a:gd name="connsiteX404" fmla="*/ 389619 w 401801"/>
                  <a:gd name="connsiteY404" fmla="*/ 186363 h 449459"/>
                  <a:gd name="connsiteX405" fmla="*/ 389383 w 401801"/>
                  <a:gd name="connsiteY405" fmla="*/ 183740 h 449459"/>
                  <a:gd name="connsiteX406" fmla="*/ 386792 w 401801"/>
                  <a:gd name="connsiteY406" fmla="*/ 181284 h 449459"/>
                  <a:gd name="connsiteX407" fmla="*/ 385951 w 401801"/>
                  <a:gd name="connsiteY407" fmla="*/ 178256 h 449459"/>
                  <a:gd name="connsiteX408" fmla="*/ 387835 w 401801"/>
                  <a:gd name="connsiteY408" fmla="*/ 176507 h 449459"/>
                  <a:gd name="connsiteX409" fmla="*/ 388710 w 401801"/>
                  <a:gd name="connsiteY409" fmla="*/ 173480 h 449459"/>
                  <a:gd name="connsiteX410" fmla="*/ 388576 w 401801"/>
                  <a:gd name="connsiteY410" fmla="*/ 169846 h 449459"/>
                  <a:gd name="connsiteX411" fmla="*/ 386691 w 401801"/>
                  <a:gd name="connsiteY411" fmla="*/ 167088 h 449459"/>
                  <a:gd name="connsiteX412" fmla="*/ 384369 w 401801"/>
                  <a:gd name="connsiteY412" fmla="*/ 165507 h 449459"/>
                  <a:gd name="connsiteX413" fmla="*/ 384369 w 401801"/>
                  <a:gd name="connsiteY413" fmla="*/ 163926 h 449459"/>
                  <a:gd name="connsiteX414" fmla="*/ 387128 w 401801"/>
                  <a:gd name="connsiteY414" fmla="*/ 160898 h 449459"/>
                  <a:gd name="connsiteX415" fmla="*/ 387869 w 401801"/>
                  <a:gd name="connsiteY415" fmla="*/ 159317 h 449459"/>
                  <a:gd name="connsiteX416" fmla="*/ 387802 w 401801"/>
                  <a:gd name="connsiteY416" fmla="*/ 156424 h 449459"/>
                  <a:gd name="connsiteX417" fmla="*/ 387330 w 401801"/>
                  <a:gd name="connsiteY417" fmla="*/ 155247 h 449459"/>
                  <a:gd name="connsiteX418" fmla="*/ 384773 w 401801"/>
                  <a:gd name="connsiteY418" fmla="*/ 155112 h 449459"/>
                  <a:gd name="connsiteX419" fmla="*/ 381037 w 401801"/>
                  <a:gd name="connsiteY419" fmla="*/ 154978 h 449459"/>
                  <a:gd name="connsiteX420" fmla="*/ 374676 w 401801"/>
                  <a:gd name="connsiteY420" fmla="*/ 155718 h 449459"/>
                  <a:gd name="connsiteX421" fmla="*/ 371782 w 401801"/>
                  <a:gd name="connsiteY421" fmla="*/ 158039 h 449459"/>
                  <a:gd name="connsiteX422" fmla="*/ 369460 w 401801"/>
                  <a:gd name="connsiteY422" fmla="*/ 162816 h 449459"/>
                  <a:gd name="connsiteX423" fmla="*/ 368585 w 401801"/>
                  <a:gd name="connsiteY423" fmla="*/ 166281 h 449459"/>
                  <a:gd name="connsiteX424" fmla="*/ 368147 w 401801"/>
                  <a:gd name="connsiteY424" fmla="*/ 169308 h 449459"/>
                  <a:gd name="connsiteX425" fmla="*/ 364378 w 401801"/>
                  <a:gd name="connsiteY425" fmla="*/ 169611 h 449459"/>
                  <a:gd name="connsiteX426" fmla="*/ 359599 w 401801"/>
                  <a:gd name="connsiteY426" fmla="*/ 169745 h 449459"/>
                  <a:gd name="connsiteX427" fmla="*/ 355830 w 401801"/>
                  <a:gd name="connsiteY427" fmla="*/ 170048 h 449459"/>
                  <a:gd name="connsiteX428" fmla="*/ 352801 w 401801"/>
                  <a:gd name="connsiteY428" fmla="*/ 171057 h 449459"/>
                  <a:gd name="connsiteX429" fmla="*/ 348459 w 401801"/>
                  <a:gd name="connsiteY429" fmla="*/ 173379 h 449459"/>
                  <a:gd name="connsiteX430" fmla="*/ 346305 w 401801"/>
                  <a:gd name="connsiteY430" fmla="*/ 174522 h 449459"/>
                  <a:gd name="connsiteX431" fmla="*/ 342671 w 401801"/>
                  <a:gd name="connsiteY431" fmla="*/ 175834 h 449459"/>
                  <a:gd name="connsiteX432" fmla="*/ 340483 w 401801"/>
                  <a:gd name="connsiteY432" fmla="*/ 177853 h 449459"/>
                  <a:gd name="connsiteX433" fmla="*/ 337589 w 401801"/>
                  <a:gd name="connsiteY433" fmla="*/ 178425 h 449459"/>
                  <a:gd name="connsiteX434" fmla="*/ 337151 w 401801"/>
                  <a:gd name="connsiteY434" fmla="*/ 177415 h 449459"/>
                  <a:gd name="connsiteX435" fmla="*/ 336849 w 401801"/>
                  <a:gd name="connsiteY435" fmla="*/ 174825 h 449459"/>
                  <a:gd name="connsiteX436" fmla="*/ 337724 w 401801"/>
                  <a:gd name="connsiteY436" fmla="*/ 172067 h 449459"/>
                  <a:gd name="connsiteX437" fmla="*/ 339036 w 401801"/>
                  <a:gd name="connsiteY437" fmla="*/ 170486 h 449459"/>
                  <a:gd name="connsiteX438" fmla="*/ 341190 w 401801"/>
                  <a:gd name="connsiteY438" fmla="*/ 169611 h 449459"/>
                  <a:gd name="connsiteX439" fmla="*/ 343815 w 401801"/>
                  <a:gd name="connsiteY439" fmla="*/ 168165 h 449459"/>
                  <a:gd name="connsiteX440" fmla="*/ 346406 w 401801"/>
                  <a:gd name="connsiteY440" fmla="*/ 166853 h 449459"/>
                  <a:gd name="connsiteX441" fmla="*/ 351488 w 401801"/>
                  <a:gd name="connsiteY441" fmla="*/ 165978 h 449459"/>
                  <a:gd name="connsiteX442" fmla="*/ 355392 w 401801"/>
                  <a:gd name="connsiteY442" fmla="*/ 165843 h 449459"/>
                  <a:gd name="connsiteX443" fmla="*/ 357849 w 401801"/>
                  <a:gd name="connsiteY443" fmla="*/ 162513 h 449459"/>
                  <a:gd name="connsiteX444" fmla="*/ 359296 w 401801"/>
                  <a:gd name="connsiteY444" fmla="*/ 160192 h 449459"/>
                  <a:gd name="connsiteX445" fmla="*/ 364075 w 401801"/>
                  <a:gd name="connsiteY445" fmla="*/ 157299 h 449459"/>
                  <a:gd name="connsiteX446" fmla="*/ 365522 w 401801"/>
                  <a:gd name="connsiteY446" fmla="*/ 155718 h 449459"/>
                  <a:gd name="connsiteX447" fmla="*/ 367272 w 401801"/>
                  <a:gd name="connsiteY447" fmla="*/ 153094 h 449459"/>
                  <a:gd name="connsiteX448" fmla="*/ 369292 w 401801"/>
                  <a:gd name="connsiteY448" fmla="*/ 150066 h 449459"/>
                  <a:gd name="connsiteX449" fmla="*/ 371614 w 401801"/>
                  <a:gd name="connsiteY449" fmla="*/ 146871 h 449459"/>
                  <a:gd name="connsiteX450" fmla="*/ 373364 w 401801"/>
                  <a:gd name="connsiteY450" fmla="*/ 143103 h 449459"/>
                  <a:gd name="connsiteX451" fmla="*/ 376998 w 401801"/>
                  <a:gd name="connsiteY451" fmla="*/ 140075 h 449459"/>
                  <a:gd name="connsiteX452" fmla="*/ 379758 w 401801"/>
                  <a:gd name="connsiteY452" fmla="*/ 137182 h 449459"/>
                  <a:gd name="connsiteX453" fmla="*/ 382955 w 401801"/>
                  <a:gd name="connsiteY453" fmla="*/ 134727 h 449459"/>
                  <a:gd name="connsiteX454" fmla="*/ 387903 w 401801"/>
                  <a:gd name="connsiteY454" fmla="*/ 133583 h 449459"/>
                  <a:gd name="connsiteX455" fmla="*/ 393119 w 401801"/>
                  <a:gd name="connsiteY455" fmla="*/ 133280 h 449459"/>
                  <a:gd name="connsiteX456" fmla="*/ 398470 w 401801"/>
                  <a:gd name="connsiteY456" fmla="*/ 132977 h 449459"/>
                  <a:gd name="connsiteX457" fmla="*/ 400355 w 401801"/>
                  <a:gd name="connsiteY457" fmla="*/ 132675 h 449459"/>
                  <a:gd name="connsiteX458" fmla="*/ 401297 w 401801"/>
                  <a:gd name="connsiteY458" fmla="*/ 131363 h 449459"/>
                  <a:gd name="connsiteX459" fmla="*/ 401802 w 401801"/>
                  <a:gd name="connsiteY459" fmla="*/ 130051 h 449459"/>
                  <a:gd name="connsiteX460" fmla="*/ 401802 w 401801"/>
                  <a:gd name="connsiteY460" fmla="*/ 127460 h 449459"/>
                  <a:gd name="connsiteX461" fmla="*/ 401196 w 401801"/>
                  <a:gd name="connsiteY461" fmla="*/ 126317 h 4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401801" h="449459">
                    <a:moveTo>
                      <a:pt x="401196" y="126317"/>
                    </a:moveTo>
                    <a:lnTo>
                      <a:pt x="400186" y="124567"/>
                    </a:lnTo>
                    <a:cubicBezTo>
                      <a:pt x="400186" y="124567"/>
                      <a:pt x="398100" y="123996"/>
                      <a:pt x="397494" y="123693"/>
                    </a:cubicBezTo>
                    <a:cubicBezTo>
                      <a:pt x="396922" y="123390"/>
                      <a:pt x="393388" y="123390"/>
                      <a:pt x="393388" y="123390"/>
                    </a:cubicBezTo>
                    <a:lnTo>
                      <a:pt x="384167" y="124265"/>
                    </a:lnTo>
                    <a:lnTo>
                      <a:pt x="379859" y="123390"/>
                    </a:lnTo>
                    <a:lnTo>
                      <a:pt x="375383" y="122650"/>
                    </a:lnTo>
                    <a:lnTo>
                      <a:pt x="371917" y="121506"/>
                    </a:lnTo>
                    <a:lnTo>
                      <a:pt x="365994" y="120194"/>
                    </a:lnTo>
                    <a:lnTo>
                      <a:pt x="361787" y="119623"/>
                    </a:lnTo>
                    <a:lnTo>
                      <a:pt x="357748" y="116999"/>
                    </a:lnTo>
                    <a:lnTo>
                      <a:pt x="354416" y="115418"/>
                    </a:lnTo>
                    <a:lnTo>
                      <a:pt x="349637" y="112524"/>
                    </a:lnTo>
                    <a:lnTo>
                      <a:pt x="345868" y="110338"/>
                    </a:lnTo>
                    <a:lnTo>
                      <a:pt x="344858" y="108589"/>
                    </a:lnTo>
                    <a:lnTo>
                      <a:pt x="341089" y="105830"/>
                    </a:lnTo>
                    <a:lnTo>
                      <a:pt x="337454" y="103072"/>
                    </a:lnTo>
                    <a:lnTo>
                      <a:pt x="334997" y="101760"/>
                    </a:lnTo>
                    <a:lnTo>
                      <a:pt x="333247" y="100011"/>
                    </a:lnTo>
                    <a:lnTo>
                      <a:pt x="331498" y="96377"/>
                    </a:lnTo>
                    <a:lnTo>
                      <a:pt x="330050" y="94056"/>
                    </a:lnTo>
                    <a:lnTo>
                      <a:pt x="328435" y="92172"/>
                    </a:lnTo>
                    <a:lnTo>
                      <a:pt x="324968" y="87833"/>
                    </a:lnTo>
                    <a:lnTo>
                      <a:pt x="322781" y="88136"/>
                    </a:lnTo>
                    <a:cubicBezTo>
                      <a:pt x="322781" y="88136"/>
                      <a:pt x="319752" y="88136"/>
                      <a:pt x="318574" y="88136"/>
                    </a:cubicBezTo>
                    <a:cubicBezTo>
                      <a:pt x="317396" y="88136"/>
                      <a:pt x="310464" y="88136"/>
                      <a:pt x="310464" y="88136"/>
                    </a:cubicBezTo>
                    <a:cubicBezTo>
                      <a:pt x="310464" y="88136"/>
                      <a:pt x="305382" y="88136"/>
                      <a:pt x="304507" y="88136"/>
                    </a:cubicBezTo>
                    <a:cubicBezTo>
                      <a:pt x="303632" y="88136"/>
                      <a:pt x="300030" y="88136"/>
                      <a:pt x="300030" y="88136"/>
                    </a:cubicBezTo>
                    <a:lnTo>
                      <a:pt x="294679" y="89313"/>
                    </a:lnTo>
                    <a:lnTo>
                      <a:pt x="291920" y="93215"/>
                    </a:lnTo>
                    <a:lnTo>
                      <a:pt x="288891" y="96176"/>
                    </a:lnTo>
                    <a:lnTo>
                      <a:pt x="286703" y="99237"/>
                    </a:lnTo>
                    <a:lnTo>
                      <a:pt x="284246" y="101659"/>
                    </a:lnTo>
                    <a:lnTo>
                      <a:pt x="281217" y="104518"/>
                    </a:lnTo>
                    <a:lnTo>
                      <a:pt x="279198" y="105796"/>
                    </a:lnTo>
                    <a:lnTo>
                      <a:pt x="274722" y="106671"/>
                    </a:lnTo>
                    <a:lnTo>
                      <a:pt x="270818" y="108690"/>
                    </a:lnTo>
                    <a:lnTo>
                      <a:pt x="265164" y="108824"/>
                    </a:lnTo>
                    <a:lnTo>
                      <a:pt x="261395" y="110405"/>
                    </a:lnTo>
                    <a:lnTo>
                      <a:pt x="257323" y="112726"/>
                    </a:lnTo>
                    <a:lnTo>
                      <a:pt x="253688" y="111549"/>
                    </a:lnTo>
                    <a:cubicBezTo>
                      <a:pt x="253688" y="111549"/>
                      <a:pt x="252376" y="111112"/>
                      <a:pt x="251501" y="109228"/>
                    </a:cubicBezTo>
                    <a:cubicBezTo>
                      <a:pt x="250626" y="107344"/>
                      <a:pt x="248741" y="104014"/>
                      <a:pt x="248606" y="103442"/>
                    </a:cubicBezTo>
                    <a:cubicBezTo>
                      <a:pt x="248472" y="102870"/>
                      <a:pt x="248169" y="97218"/>
                      <a:pt x="248169" y="97218"/>
                    </a:cubicBezTo>
                    <a:cubicBezTo>
                      <a:pt x="248169" y="97218"/>
                      <a:pt x="248472" y="95907"/>
                      <a:pt x="247294" y="95032"/>
                    </a:cubicBezTo>
                    <a:cubicBezTo>
                      <a:pt x="246149" y="94157"/>
                      <a:pt x="243962" y="92576"/>
                      <a:pt x="243962" y="92576"/>
                    </a:cubicBezTo>
                    <a:lnTo>
                      <a:pt x="240058" y="90995"/>
                    </a:lnTo>
                    <a:cubicBezTo>
                      <a:pt x="240058" y="90995"/>
                      <a:pt x="236423" y="91567"/>
                      <a:pt x="235851" y="91702"/>
                    </a:cubicBezTo>
                    <a:cubicBezTo>
                      <a:pt x="235279" y="91836"/>
                      <a:pt x="230769" y="94325"/>
                      <a:pt x="230769" y="94325"/>
                    </a:cubicBezTo>
                    <a:lnTo>
                      <a:pt x="227707" y="97656"/>
                    </a:lnTo>
                    <a:lnTo>
                      <a:pt x="223500" y="99977"/>
                    </a:lnTo>
                    <a:lnTo>
                      <a:pt x="220471" y="97656"/>
                    </a:lnTo>
                    <a:cubicBezTo>
                      <a:pt x="220471" y="97656"/>
                      <a:pt x="222658" y="93888"/>
                      <a:pt x="223365" y="93585"/>
                    </a:cubicBezTo>
                    <a:cubicBezTo>
                      <a:pt x="224072" y="93283"/>
                      <a:pt x="224812" y="92004"/>
                      <a:pt x="226394" y="91567"/>
                    </a:cubicBezTo>
                    <a:cubicBezTo>
                      <a:pt x="227976" y="91130"/>
                      <a:pt x="231745" y="88977"/>
                      <a:pt x="231745" y="88977"/>
                    </a:cubicBezTo>
                    <a:cubicBezTo>
                      <a:pt x="231745" y="88977"/>
                      <a:pt x="234942" y="88102"/>
                      <a:pt x="235515" y="87968"/>
                    </a:cubicBezTo>
                    <a:cubicBezTo>
                      <a:pt x="236087" y="87833"/>
                      <a:pt x="236827" y="86824"/>
                      <a:pt x="238409" y="86387"/>
                    </a:cubicBezTo>
                    <a:cubicBezTo>
                      <a:pt x="240024" y="85949"/>
                      <a:pt x="240428" y="86017"/>
                      <a:pt x="241606" y="85747"/>
                    </a:cubicBezTo>
                    <a:cubicBezTo>
                      <a:pt x="242751" y="85445"/>
                      <a:pt x="242616" y="84671"/>
                      <a:pt x="245510" y="84671"/>
                    </a:cubicBezTo>
                    <a:cubicBezTo>
                      <a:pt x="248404" y="84671"/>
                      <a:pt x="251299" y="84671"/>
                      <a:pt x="251299" y="84671"/>
                    </a:cubicBezTo>
                    <a:cubicBezTo>
                      <a:pt x="251299" y="84671"/>
                      <a:pt x="251871" y="83796"/>
                      <a:pt x="253318" y="84368"/>
                    </a:cubicBezTo>
                    <a:cubicBezTo>
                      <a:pt x="254765" y="84940"/>
                      <a:pt x="257087" y="85680"/>
                      <a:pt x="257087" y="85680"/>
                    </a:cubicBezTo>
                    <a:cubicBezTo>
                      <a:pt x="257087" y="85680"/>
                      <a:pt x="260419" y="86925"/>
                      <a:pt x="260991" y="86925"/>
                    </a:cubicBezTo>
                    <a:cubicBezTo>
                      <a:pt x="261563" y="86925"/>
                      <a:pt x="268395" y="86958"/>
                      <a:pt x="268395" y="86958"/>
                    </a:cubicBezTo>
                    <a:lnTo>
                      <a:pt x="272467" y="86319"/>
                    </a:lnTo>
                    <a:lnTo>
                      <a:pt x="276809" y="84267"/>
                    </a:lnTo>
                    <a:lnTo>
                      <a:pt x="278121" y="81509"/>
                    </a:lnTo>
                    <a:cubicBezTo>
                      <a:pt x="278121" y="81509"/>
                      <a:pt x="278693" y="79625"/>
                      <a:pt x="278996" y="79053"/>
                    </a:cubicBezTo>
                    <a:cubicBezTo>
                      <a:pt x="279299" y="78481"/>
                      <a:pt x="280578" y="73536"/>
                      <a:pt x="280578" y="73536"/>
                    </a:cubicBezTo>
                    <a:lnTo>
                      <a:pt x="281588" y="71350"/>
                    </a:lnTo>
                    <a:cubicBezTo>
                      <a:pt x="281588" y="71350"/>
                      <a:pt x="283775" y="68322"/>
                      <a:pt x="283910" y="67885"/>
                    </a:cubicBezTo>
                    <a:cubicBezTo>
                      <a:pt x="284044" y="67447"/>
                      <a:pt x="286535" y="63982"/>
                      <a:pt x="286535" y="63982"/>
                    </a:cubicBezTo>
                    <a:lnTo>
                      <a:pt x="290170" y="60787"/>
                    </a:lnTo>
                    <a:lnTo>
                      <a:pt x="293501" y="55875"/>
                    </a:lnTo>
                    <a:lnTo>
                      <a:pt x="300300" y="50661"/>
                    </a:lnTo>
                    <a:cubicBezTo>
                      <a:pt x="300300" y="50661"/>
                      <a:pt x="303497" y="47903"/>
                      <a:pt x="304069" y="47465"/>
                    </a:cubicBezTo>
                    <a:cubicBezTo>
                      <a:pt x="304641" y="47028"/>
                      <a:pt x="310160" y="40233"/>
                      <a:pt x="310160" y="40233"/>
                    </a:cubicBezTo>
                    <a:lnTo>
                      <a:pt x="311776" y="37340"/>
                    </a:lnTo>
                    <a:lnTo>
                      <a:pt x="314098" y="36196"/>
                    </a:lnTo>
                    <a:lnTo>
                      <a:pt x="308444" y="33438"/>
                    </a:lnTo>
                    <a:lnTo>
                      <a:pt x="304372" y="31688"/>
                    </a:lnTo>
                    <a:lnTo>
                      <a:pt x="304372" y="28930"/>
                    </a:lnTo>
                    <a:lnTo>
                      <a:pt x="302184" y="24523"/>
                    </a:lnTo>
                    <a:lnTo>
                      <a:pt x="300737" y="26205"/>
                    </a:lnTo>
                    <a:lnTo>
                      <a:pt x="295151" y="26945"/>
                    </a:lnTo>
                    <a:lnTo>
                      <a:pt x="292795" y="25196"/>
                    </a:lnTo>
                    <a:lnTo>
                      <a:pt x="287847" y="23884"/>
                    </a:lnTo>
                    <a:lnTo>
                      <a:pt x="280881" y="23884"/>
                    </a:lnTo>
                    <a:lnTo>
                      <a:pt x="277987" y="22572"/>
                    </a:lnTo>
                    <a:lnTo>
                      <a:pt x="277280" y="18502"/>
                    </a:lnTo>
                    <a:lnTo>
                      <a:pt x="276573" y="15104"/>
                    </a:lnTo>
                    <a:lnTo>
                      <a:pt x="279030" y="11942"/>
                    </a:lnTo>
                    <a:lnTo>
                      <a:pt x="278458" y="8275"/>
                    </a:lnTo>
                    <a:lnTo>
                      <a:pt x="278761" y="4642"/>
                    </a:lnTo>
                    <a:lnTo>
                      <a:pt x="275698" y="1009"/>
                    </a:lnTo>
                    <a:lnTo>
                      <a:pt x="268294" y="0"/>
                    </a:lnTo>
                    <a:lnTo>
                      <a:pt x="262943" y="2153"/>
                    </a:lnTo>
                    <a:lnTo>
                      <a:pt x="255404" y="2456"/>
                    </a:lnTo>
                    <a:lnTo>
                      <a:pt x="248438" y="7670"/>
                    </a:lnTo>
                    <a:lnTo>
                      <a:pt x="244971" y="11707"/>
                    </a:lnTo>
                    <a:lnTo>
                      <a:pt x="247294" y="18939"/>
                    </a:lnTo>
                    <a:lnTo>
                      <a:pt x="246722" y="23850"/>
                    </a:lnTo>
                    <a:lnTo>
                      <a:pt x="244400" y="30511"/>
                    </a:lnTo>
                    <a:lnTo>
                      <a:pt x="236558" y="31083"/>
                    </a:lnTo>
                    <a:lnTo>
                      <a:pt x="233092" y="35422"/>
                    </a:lnTo>
                    <a:lnTo>
                      <a:pt x="232217" y="42958"/>
                    </a:lnTo>
                    <a:lnTo>
                      <a:pt x="225553" y="42958"/>
                    </a:lnTo>
                    <a:lnTo>
                      <a:pt x="224678" y="38046"/>
                    </a:lnTo>
                    <a:lnTo>
                      <a:pt x="221481" y="30646"/>
                    </a:lnTo>
                    <a:lnTo>
                      <a:pt x="217711" y="27248"/>
                    </a:lnTo>
                    <a:lnTo>
                      <a:pt x="213067" y="29064"/>
                    </a:lnTo>
                    <a:lnTo>
                      <a:pt x="199437" y="29064"/>
                    </a:lnTo>
                    <a:lnTo>
                      <a:pt x="189004" y="25600"/>
                    </a:lnTo>
                    <a:lnTo>
                      <a:pt x="184663" y="21395"/>
                    </a:lnTo>
                    <a:lnTo>
                      <a:pt x="180590" y="18872"/>
                    </a:lnTo>
                    <a:lnTo>
                      <a:pt x="176249" y="13826"/>
                    </a:lnTo>
                    <a:lnTo>
                      <a:pt x="168138" y="6257"/>
                    </a:lnTo>
                    <a:lnTo>
                      <a:pt x="160902" y="1581"/>
                    </a:lnTo>
                    <a:lnTo>
                      <a:pt x="150167" y="2153"/>
                    </a:lnTo>
                    <a:lnTo>
                      <a:pt x="143200" y="5046"/>
                    </a:lnTo>
                    <a:cubicBezTo>
                      <a:pt x="143200" y="5046"/>
                      <a:pt x="138556" y="10563"/>
                      <a:pt x="138287" y="11404"/>
                    </a:cubicBezTo>
                    <a:cubicBezTo>
                      <a:pt x="138219" y="11639"/>
                      <a:pt x="137041" y="11236"/>
                      <a:pt x="136638" y="10563"/>
                    </a:cubicBezTo>
                    <a:lnTo>
                      <a:pt x="135661" y="10832"/>
                    </a:lnTo>
                    <a:lnTo>
                      <a:pt x="135661" y="19511"/>
                    </a:lnTo>
                    <a:lnTo>
                      <a:pt x="134349" y="36163"/>
                    </a:lnTo>
                    <a:lnTo>
                      <a:pt x="130882" y="43832"/>
                    </a:lnTo>
                    <a:lnTo>
                      <a:pt x="125229" y="53823"/>
                    </a:lnTo>
                    <a:lnTo>
                      <a:pt x="125229" y="64689"/>
                    </a:lnTo>
                    <a:lnTo>
                      <a:pt x="119574" y="69028"/>
                    </a:lnTo>
                    <a:lnTo>
                      <a:pt x="112171" y="69028"/>
                    </a:lnTo>
                    <a:cubicBezTo>
                      <a:pt x="112171" y="69028"/>
                      <a:pt x="106079" y="74243"/>
                      <a:pt x="105641" y="76833"/>
                    </a:cubicBezTo>
                    <a:cubicBezTo>
                      <a:pt x="105204" y="79457"/>
                      <a:pt x="112372" y="83796"/>
                      <a:pt x="112372" y="83796"/>
                    </a:cubicBezTo>
                    <a:lnTo>
                      <a:pt x="116512" y="89010"/>
                    </a:lnTo>
                    <a:lnTo>
                      <a:pt x="116512" y="97689"/>
                    </a:lnTo>
                    <a:lnTo>
                      <a:pt x="113483" y="105292"/>
                    </a:lnTo>
                    <a:lnTo>
                      <a:pt x="103488" y="108992"/>
                    </a:lnTo>
                    <a:lnTo>
                      <a:pt x="91305" y="108992"/>
                    </a:lnTo>
                    <a:lnTo>
                      <a:pt x="80872" y="108992"/>
                    </a:lnTo>
                    <a:lnTo>
                      <a:pt x="77102" y="103778"/>
                    </a:lnTo>
                    <a:lnTo>
                      <a:pt x="73030" y="103778"/>
                    </a:lnTo>
                    <a:lnTo>
                      <a:pt x="73030" y="120295"/>
                    </a:lnTo>
                    <a:lnTo>
                      <a:pt x="73030" y="128974"/>
                    </a:lnTo>
                    <a:lnTo>
                      <a:pt x="76665" y="134188"/>
                    </a:lnTo>
                    <a:lnTo>
                      <a:pt x="79559" y="144179"/>
                    </a:lnTo>
                    <a:lnTo>
                      <a:pt x="73468" y="159385"/>
                    </a:lnTo>
                    <a:lnTo>
                      <a:pt x="67814" y="162446"/>
                    </a:lnTo>
                    <a:lnTo>
                      <a:pt x="67814" y="170687"/>
                    </a:lnTo>
                    <a:lnTo>
                      <a:pt x="64785" y="176574"/>
                    </a:lnTo>
                    <a:lnTo>
                      <a:pt x="55227" y="181789"/>
                    </a:lnTo>
                    <a:lnTo>
                      <a:pt x="50448" y="184816"/>
                    </a:lnTo>
                    <a:lnTo>
                      <a:pt x="46847" y="189828"/>
                    </a:lnTo>
                    <a:lnTo>
                      <a:pt x="41025" y="194403"/>
                    </a:lnTo>
                    <a:lnTo>
                      <a:pt x="36279" y="201804"/>
                    </a:lnTo>
                    <a:cubicBezTo>
                      <a:pt x="36279" y="201804"/>
                      <a:pt x="31063" y="205269"/>
                      <a:pt x="30222" y="205504"/>
                    </a:cubicBezTo>
                    <a:cubicBezTo>
                      <a:pt x="29347" y="205706"/>
                      <a:pt x="23255" y="211358"/>
                      <a:pt x="23255" y="211358"/>
                    </a:cubicBezTo>
                    <a:lnTo>
                      <a:pt x="19116" y="215697"/>
                    </a:lnTo>
                    <a:lnTo>
                      <a:pt x="17601" y="222425"/>
                    </a:lnTo>
                    <a:lnTo>
                      <a:pt x="15414" y="226126"/>
                    </a:lnTo>
                    <a:lnTo>
                      <a:pt x="7808" y="227639"/>
                    </a:lnTo>
                    <a:lnTo>
                      <a:pt x="3466" y="231979"/>
                    </a:lnTo>
                    <a:lnTo>
                      <a:pt x="3466" y="240254"/>
                    </a:lnTo>
                    <a:lnTo>
                      <a:pt x="0" y="242643"/>
                    </a:lnTo>
                    <a:lnTo>
                      <a:pt x="3466" y="254383"/>
                    </a:lnTo>
                    <a:lnTo>
                      <a:pt x="9322" y="260472"/>
                    </a:lnTo>
                    <a:lnTo>
                      <a:pt x="20731" y="267839"/>
                    </a:lnTo>
                    <a:lnTo>
                      <a:pt x="29279" y="276518"/>
                    </a:lnTo>
                    <a:lnTo>
                      <a:pt x="37996" y="287383"/>
                    </a:lnTo>
                    <a:lnTo>
                      <a:pt x="45838" y="297610"/>
                    </a:lnTo>
                    <a:lnTo>
                      <a:pt x="45198" y="308913"/>
                    </a:lnTo>
                    <a:lnTo>
                      <a:pt x="47823" y="319778"/>
                    </a:lnTo>
                    <a:lnTo>
                      <a:pt x="54116" y="325867"/>
                    </a:lnTo>
                    <a:lnTo>
                      <a:pt x="51087" y="337170"/>
                    </a:lnTo>
                    <a:lnTo>
                      <a:pt x="47823" y="344133"/>
                    </a:lnTo>
                    <a:cubicBezTo>
                      <a:pt x="47823" y="344133"/>
                      <a:pt x="53679" y="346522"/>
                      <a:pt x="54352" y="346320"/>
                    </a:cubicBezTo>
                    <a:cubicBezTo>
                      <a:pt x="54991" y="346085"/>
                      <a:pt x="62395" y="343494"/>
                      <a:pt x="62395" y="343494"/>
                    </a:cubicBezTo>
                    <a:lnTo>
                      <a:pt x="72828" y="339357"/>
                    </a:lnTo>
                    <a:lnTo>
                      <a:pt x="79997" y="338482"/>
                    </a:lnTo>
                    <a:lnTo>
                      <a:pt x="86963" y="346320"/>
                    </a:lnTo>
                    <a:lnTo>
                      <a:pt x="85886" y="355874"/>
                    </a:lnTo>
                    <a:lnTo>
                      <a:pt x="82184" y="363039"/>
                    </a:lnTo>
                    <a:lnTo>
                      <a:pt x="81107" y="372391"/>
                    </a:lnTo>
                    <a:lnTo>
                      <a:pt x="90026" y="385645"/>
                    </a:lnTo>
                    <a:lnTo>
                      <a:pt x="94603" y="395434"/>
                    </a:lnTo>
                    <a:lnTo>
                      <a:pt x="97665" y="404113"/>
                    </a:lnTo>
                    <a:lnTo>
                      <a:pt x="100694" y="413465"/>
                    </a:lnTo>
                    <a:lnTo>
                      <a:pt x="100896" y="423254"/>
                    </a:lnTo>
                    <a:lnTo>
                      <a:pt x="102209" y="429343"/>
                    </a:lnTo>
                    <a:cubicBezTo>
                      <a:pt x="102209" y="429343"/>
                      <a:pt x="108738" y="431933"/>
                      <a:pt x="109377" y="431933"/>
                    </a:cubicBezTo>
                    <a:cubicBezTo>
                      <a:pt x="110017" y="431933"/>
                      <a:pt x="115469" y="429343"/>
                      <a:pt x="116344" y="429343"/>
                    </a:cubicBezTo>
                    <a:cubicBezTo>
                      <a:pt x="117219" y="429343"/>
                      <a:pt x="117420" y="427829"/>
                      <a:pt x="120921" y="427392"/>
                    </a:cubicBezTo>
                    <a:cubicBezTo>
                      <a:pt x="124387" y="426954"/>
                      <a:pt x="130916" y="426954"/>
                      <a:pt x="130916" y="426954"/>
                    </a:cubicBezTo>
                    <a:lnTo>
                      <a:pt x="132868" y="431966"/>
                    </a:lnTo>
                    <a:cubicBezTo>
                      <a:pt x="132868" y="431966"/>
                      <a:pt x="132868" y="436541"/>
                      <a:pt x="133507" y="436743"/>
                    </a:cubicBezTo>
                    <a:cubicBezTo>
                      <a:pt x="134147" y="436945"/>
                      <a:pt x="139599" y="437382"/>
                      <a:pt x="140474" y="436743"/>
                    </a:cubicBezTo>
                    <a:cubicBezTo>
                      <a:pt x="141349" y="436104"/>
                      <a:pt x="144378" y="434153"/>
                      <a:pt x="145253" y="433716"/>
                    </a:cubicBezTo>
                    <a:cubicBezTo>
                      <a:pt x="146128" y="433278"/>
                      <a:pt x="151345" y="427627"/>
                      <a:pt x="151345" y="425878"/>
                    </a:cubicBezTo>
                    <a:cubicBezTo>
                      <a:pt x="151345" y="424128"/>
                      <a:pt x="151345" y="422850"/>
                      <a:pt x="151345" y="422850"/>
                    </a:cubicBezTo>
                    <a:lnTo>
                      <a:pt x="155922" y="419587"/>
                    </a:lnTo>
                    <a:cubicBezTo>
                      <a:pt x="155922" y="419587"/>
                      <a:pt x="159623" y="418511"/>
                      <a:pt x="160499" y="418511"/>
                    </a:cubicBezTo>
                    <a:cubicBezTo>
                      <a:pt x="161374" y="418511"/>
                      <a:pt x="164638" y="411985"/>
                      <a:pt x="164638" y="411985"/>
                    </a:cubicBezTo>
                    <a:lnTo>
                      <a:pt x="166489" y="406569"/>
                    </a:lnTo>
                    <a:lnTo>
                      <a:pt x="169148" y="403945"/>
                    </a:lnTo>
                    <a:lnTo>
                      <a:pt x="175273" y="402868"/>
                    </a:lnTo>
                    <a:lnTo>
                      <a:pt x="179412" y="409832"/>
                    </a:lnTo>
                    <a:lnTo>
                      <a:pt x="181364" y="418746"/>
                    </a:lnTo>
                    <a:lnTo>
                      <a:pt x="185706" y="426349"/>
                    </a:lnTo>
                    <a:lnTo>
                      <a:pt x="189172" y="433312"/>
                    </a:lnTo>
                    <a:lnTo>
                      <a:pt x="191764" y="438762"/>
                    </a:lnTo>
                    <a:lnTo>
                      <a:pt x="198091" y="440511"/>
                    </a:lnTo>
                    <a:cubicBezTo>
                      <a:pt x="198091" y="440511"/>
                      <a:pt x="204620" y="439636"/>
                      <a:pt x="205259" y="439435"/>
                    </a:cubicBezTo>
                    <a:cubicBezTo>
                      <a:pt x="205899" y="439233"/>
                      <a:pt x="211990" y="437685"/>
                      <a:pt x="211990" y="437685"/>
                    </a:cubicBezTo>
                    <a:lnTo>
                      <a:pt x="215692" y="432269"/>
                    </a:lnTo>
                    <a:lnTo>
                      <a:pt x="220908" y="425541"/>
                    </a:lnTo>
                    <a:cubicBezTo>
                      <a:pt x="220908" y="425541"/>
                      <a:pt x="226562" y="422514"/>
                      <a:pt x="227202" y="422278"/>
                    </a:cubicBezTo>
                    <a:cubicBezTo>
                      <a:pt x="227841" y="422076"/>
                      <a:pt x="238072" y="420764"/>
                      <a:pt x="238072" y="420764"/>
                    </a:cubicBezTo>
                    <a:lnTo>
                      <a:pt x="248068" y="422514"/>
                    </a:lnTo>
                    <a:cubicBezTo>
                      <a:pt x="248068" y="422514"/>
                      <a:pt x="250457" y="426214"/>
                      <a:pt x="251097" y="426853"/>
                    </a:cubicBezTo>
                    <a:cubicBezTo>
                      <a:pt x="251736" y="427492"/>
                      <a:pt x="251299" y="432269"/>
                      <a:pt x="251299" y="432269"/>
                    </a:cubicBezTo>
                    <a:lnTo>
                      <a:pt x="253890" y="438795"/>
                    </a:lnTo>
                    <a:lnTo>
                      <a:pt x="253890" y="443808"/>
                    </a:lnTo>
                    <a:lnTo>
                      <a:pt x="258904" y="447710"/>
                    </a:lnTo>
                    <a:lnTo>
                      <a:pt x="261092" y="449459"/>
                    </a:lnTo>
                    <a:lnTo>
                      <a:pt x="264895" y="447508"/>
                    </a:lnTo>
                    <a:lnTo>
                      <a:pt x="269573" y="445759"/>
                    </a:lnTo>
                    <a:lnTo>
                      <a:pt x="269573" y="440343"/>
                    </a:lnTo>
                    <a:lnTo>
                      <a:pt x="269371" y="432303"/>
                    </a:lnTo>
                    <a:lnTo>
                      <a:pt x="267621" y="426012"/>
                    </a:lnTo>
                    <a:lnTo>
                      <a:pt x="268496" y="421437"/>
                    </a:lnTo>
                    <a:lnTo>
                      <a:pt x="271222" y="423826"/>
                    </a:lnTo>
                    <a:lnTo>
                      <a:pt x="274319" y="425340"/>
                    </a:lnTo>
                    <a:lnTo>
                      <a:pt x="274453" y="423388"/>
                    </a:lnTo>
                    <a:lnTo>
                      <a:pt x="274789" y="421000"/>
                    </a:lnTo>
                    <a:lnTo>
                      <a:pt x="274789" y="419486"/>
                    </a:lnTo>
                    <a:lnTo>
                      <a:pt x="276539" y="416425"/>
                    </a:lnTo>
                    <a:lnTo>
                      <a:pt x="276539" y="414272"/>
                    </a:lnTo>
                    <a:lnTo>
                      <a:pt x="275664" y="407981"/>
                    </a:lnTo>
                    <a:lnTo>
                      <a:pt x="273713" y="403844"/>
                    </a:lnTo>
                    <a:lnTo>
                      <a:pt x="271525" y="400782"/>
                    </a:lnTo>
                    <a:lnTo>
                      <a:pt x="272703" y="397721"/>
                    </a:lnTo>
                    <a:lnTo>
                      <a:pt x="275160" y="396006"/>
                    </a:lnTo>
                    <a:lnTo>
                      <a:pt x="276506" y="392743"/>
                    </a:lnTo>
                    <a:lnTo>
                      <a:pt x="276506" y="389917"/>
                    </a:lnTo>
                    <a:lnTo>
                      <a:pt x="276506" y="382953"/>
                    </a:lnTo>
                    <a:lnTo>
                      <a:pt x="275631" y="380902"/>
                    </a:lnTo>
                    <a:lnTo>
                      <a:pt x="281049" y="380363"/>
                    </a:lnTo>
                    <a:lnTo>
                      <a:pt x="284314" y="380363"/>
                    </a:lnTo>
                    <a:lnTo>
                      <a:pt x="286939" y="377739"/>
                    </a:lnTo>
                    <a:lnTo>
                      <a:pt x="286939" y="374174"/>
                    </a:lnTo>
                    <a:lnTo>
                      <a:pt x="290203" y="369397"/>
                    </a:lnTo>
                    <a:lnTo>
                      <a:pt x="293468" y="363745"/>
                    </a:lnTo>
                    <a:lnTo>
                      <a:pt x="292155" y="358094"/>
                    </a:lnTo>
                    <a:lnTo>
                      <a:pt x="291179" y="355470"/>
                    </a:lnTo>
                    <a:lnTo>
                      <a:pt x="287545" y="354595"/>
                    </a:lnTo>
                    <a:lnTo>
                      <a:pt x="281285" y="352644"/>
                    </a:lnTo>
                    <a:lnTo>
                      <a:pt x="280006" y="350256"/>
                    </a:lnTo>
                    <a:lnTo>
                      <a:pt x="280006" y="348069"/>
                    </a:lnTo>
                    <a:lnTo>
                      <a:pt x="283270" y="346993"/>
                    </a:lnTo>
                    <a:lnTo>
                      <a:pt x="286535" y="346555"/>
                    </a:lnTo>
                    <a:lnTo>
                      <a:pt x="289564" y="348069"/>
                    </a:lnTo>
                    <a:lnTo>
                      <a:pt x="291852" y="348507"/>
                    </a:lnTo>
                    <a:cubicBezTo>
                      <a:pt x="291852" y="348507"/>
                      <a:pt x="295386" y="350996"/>
                      <a:pt x="296261" y="350996"/>
                    </a:cubicBezTo>
                    <a:cubicBezTo>
                      <a:pt x="297136" y="350996"/>
                      <a:pt x="301545" y="352409"/>
                      <a:pt x="301545" y="352409"/>
                    </a:cubicBezTo>
                    <a:lnTo>
                      <a:pt x="305247" y="352409"/>
                    </a:lnTo>
                    <a:lnTo>
                      <a:pt x="306122" y="346757"/>
                    </a:lnTo>
                    <a:lnTo>
                      <a:pt x="306122" y="342855"/>
                    </a:lnTo>
                    <a:lnTo>
                      <a:pt x="306122" y="335892"/>
                    </a:lnTo>
                    <a:lnTo>
                      <a:pt x="308511" y="332427"/>
                    </a:lnTo>
                    <a:lnTo>
                      <a:pt x="310901" y="330274"/>
                    </a:lnTo>
                    <a:lnTo>
                      <a:pt x="313728" y="329399"/>
                    </a:lnTo>
                    <a:lnTo>
                      <a:pt x="316218" y="325934"/>
                    </a:lnTo>
                    <a:lnTo>
                      <a:pt x="318877" y="324622"/>
                    </a:lnTo>
                    <a:lnTo>
                      <a:pt x="320863" y="320922"/>
                    </a:lnTo>
                    <a:lnTo>
                      <a:pt x="317834" y="317895"/>
                    </a:lnTo>
                    <a:lnTo>
                      <a:pt x="312954" y="315506"/>
                    </a:lnTo>
                    <a:lnTo>
                      <a:pt x="309588" y="315069"/>
                    </a:lnTo>
                    <a:lnTo>
                      <a:pt x="309588" y="313319"/>
                    </a:lnTo>
                    <a:lnTo>
                      <a:pt x="311776" y="310494"/>
                    </a:lnTo>
                    <a:lnTo>
                      <a:pt x="314165" y="309619"/>
                    </a:lnTo>
                    <a:lnTo>
                      <a:pt x="318305" y="307432"/>
                    </a:lnTo>
                    <a:lnTo>
                      <a:pt x="320795" y="306625"/>
                    </a:lnTo>
                    <a:lnTo>
                      <a:pt x="323319" y="307702"/>
                    </a:lnTo>
                    <a:lnTo>
                      <a:pt x="324800" y="309720"/>
                    </a:lnTo>
                    <a:lnTo>
                      <a:pt x="325238" y="313353"/>
                    </a:lnTo>
                    <a:lnTo>
                      <a:pt x="325238" y="316683"/>
                    </a:lnTo>
                    <a:lnTo>
                      <a:pt x="325238" y="320216"/>
                    </a:lnTo>
                    <a:lnTo>
                      <a:pt x="325238" y="323680"/>
                    </a:lnTo>
                    <a:lnTo>
                      <a:pt x="323218" y="326506"/>
                    </a:lnTo>
                    <a:lnTo>
                      <a:pt x="321637" y="328693"/>
                    </a:lnTo>
                    <a:lnTo>
                      <a:pt x="320829" y="331956"/>
                    </a:lnTo>
                    <a:lnTo>
                      <a:pt x="319920" y="336026"/>
                    </a:lnTo>
                    <a:lnTo>
                      <a:pt x="321132" y="338785"/>
                    </a:lnTo>
                    <a:lnTo>
                      <a:pt x="322478" y="341678"/>
                    </a:lnTo>
                    <a:lnTo>
                      <a:pt x="324968" y="341913"/>
                    </a:lnTo>
                    <a:lnTo>
                      <a:pt x="327358" y="342048"/>
                    </a:lnTo>
                    <a:lnTo>
                      <a:pt x="329545" y="340366"/>
                    </a:lnTo>
                    <a:cubicBezTo>
                      <a:pt x="329545" y="340366"/>
                      <a:pt x="331127" y="338482"/>
                      <a:pt x="331363" y="338415"/>
                    </a:cubicBezTo>
                    <a:cubicBezTo>
                      <a:pt x="331565" y="338347"/>
                      <a:pt x="333113" y="336531"/>
                      <a:pt x="333618" y="336329"/>
                    </a:cubicBezTo>
                    <a:cubicBezTo>
                      <a:pt x="334122" y="336127"/>
                      <a:pt x="336882" y="334748"/>
                      <a:pt x="336882" y="334748"/>
                    </a:cubicBezTo>
                    <a:lnTo>
                      <a:pt x="340517" y="332629"/>
                    </a:lnTo>
                    <a:lnTo>
                      <a:pt x="344421" y="332124"/>
                    </a:lnTo>
                    <a:lnTo>
                      <a:pt x="349637" y="333436"/>
                    </a:lnTo>
                    <a:lnTo>
                      <a:pt x="353979" y="330846"/>
                    </a:lnTo>
                    <a:lnTo>
                      <a:pt x="353407" y="325766"/>
                    </a:lnTo>
                    <a:lnTo>
                      <a:pt x="350512" y="321124"/>
                    </a:lnTo>
                    <a:lnTo>
                      <a:pt x="346945" y="318803"/>
                    </a:lnTo>
                    <a:lnTo>
                      <a:pt x="344421" y="315472"/>
                    </a:lnTo>
                    <a:lnTo>
                      <a:pt x="344421" y="309821"/>
                    </a:lnTo>
                    <a:lnTo>
                      <a:pt x="346003" y="309821"/>
                    </a:lnTo>
                    <a:lnTo>
                      <a:pt x="350782" y="308946"/>
                    </a:lnTo>
                    <a:lnTo>
                      <a:pt x="353979" y="308946"/>
                    </a:lnTo>
                    <a:lnTo>
                      <a:pt x="359498" y="309384"/>
                    </a:lnTo>
                    <a:lnTo>
                      <a:pt x="362258" y="314295"/>
                    </a:lnTo>
                    <a:lnTo>
                      <a:pt x="363133" y="319745"/>
                    </a:lnTo>
                    <a:lnTo>
                      <a:pt x="364445" y="321225"/>
                    </a:lnTo>
                    <a:lnTo>
                      <a:pt x="365320" y="319106"/>
                    </a:lnTo>
                    <a:lnTo>
                      <a:pt x="365320" y="313319"/>
                    </a:lnTo>
                    <a:cubicBezTo>
                      <a:pt x="365320" y="313319"/>
                      <a:pt x="368450" y="309855"/>
                      <a:pt x="368585" y="309417"/>
                    </a:cubicBezTo>
                    <a:cubicBezTo>
                      <a:pt x="368719" y="308980"/>
                      <a:pt x="370537" y="305078"/>
                      <a:pt x="370537" y="305078"/>
                    </a:cubicBezTo>
                    <a:lnTo>
                      <a:pt x="370537" y="301176"/>
                    </a:lnTo>
                    <a:lnTo>
                      <a:pt x="365758" y="298417"/>
                    </a:lnTo>
                    <a:cubicBezTo>
                      <a:pt x="365758" y="298417"/>
                      <a:pt x="363301" y="294784"/>
                      <a:pt x="362864" y="294347"/>
                    </a:cubicBezTo>
                    <a:cubicBezTo>
                      <a:pt x="362426" y="293909"/>
                      <a:pt x="360171" y="289570"/>
                      <a:pt x="360171" y="289570"/>
                    </a:cubicBezTo>
                    <a:lnTo>
                      <a:pt x="356806" y="280891"/>
                    </a:lnTo>
                    <a:lnTo>
                      <a:pt x="353238" y="275811"/>
                    </a:lnTo>
                    <a:lnTo>
                      <a:pt x="348762" y="270294"/>
                    </a:lnTo>
                    <a:lnTo>
                      <a:pt x="348055" y="266830"/>
                    </a:lnTo>
                    <a:lnTo>
                      <a:pt x="349806" y="263062"/>
                    </a:lnTo>
                    <a:lnTo>
                      <a:pt x="353710" y="261178"/>
                    </a:lnTo>
                    <a:lnTo>
                      <a:pt x="357479" y="259597"/>
                    </a:lnTo>
                    <a:lnTo>
                      <a:pt x="361955" y="258722"/>
                    </a:lnTo>
                    <a:lnTo>
                      <a:pt x="363705" y="255829"/>
                    </a:lnTo>
                    <a:lnTo>
                      <a:pt x="365455" y="253508"/>
                    </a:lnTo>
                    <a:lnTo>
                      <a:pt x="366768" y="252062"/>
                    </a:lnTo>
                    <a:lnTo>
                      <a:pt x="368787" y="249169"/>
                    </a:lnTo>
                    <a:lnTo>
                      <a:pt x="368046" y="245704"/>
                    </a:lnTo>
                    <a:lnTo>
                      <a:pt x="365152" y="243517"/>
                    </a:lnTo>
                    <a:lnTo>
                      <a:pt x="359363" y="242374"/>
                    </a:lnTo>
                    <a:cubicBezTo>
                      <a:pt x="359363" y="242374"/>
                      <a:pt x="356469" y="241936"/>
                      <a:pt x="356032" y="241499"/>
                    </a:cubicBezTo>
                    <a:cubicBezTo>
                      <a:pt x="355594" y="241062"/>
                      <a:pt x="351959" y="238740"/>
                      <a:pt x="351959" y="238740"/>
                    </a:cubicBezTo>
                    <a:lnTo>
                      <a:pt x="353407" y="237866"/>
                    </a:lnTo>
                    <a:lnTo>
                      <a:pt x="354551" y="238236"/>
                    </a:lnTo>
                    <a:lnTo>
                      <a:pt x="359330" y="239481"/>
                    </a:lnTo>
                    <a:lnTo>
                      <a:pt x="364412" y="239481"/>
                    </a:lnTo>
                    <a:lnTo>
                      <a:pt x="369628" y="239481"/>
                    </a:lnTo>
                    <a:lnTo>
                      <a:pt x="371210" y="236453"/>
                    </a:lnTo>
                    <a:lnTo>
                      <a:pt x="371345" y="232248"/>
                    </a:lnTo>
                    <a:lnTo>
                      <a:pt x="368450" y="228850"/>
                    </a:lnTo>
                    <a:lnTo>
                      <a:pt x="368753" y="226899"/>
                    </a:lnTo>
                    <a:lnTo>
                      <a:pt x="368753" y="222997"/>
                    </a:lnTo>
                    <a:lnTo>
                      <a:pt x="370503" y="220407"/>
                    </a:lnTo>
                    <a:lnTo>
                      <a:pt x="367407" y="220407"/>
                    </a:lnTo>
                    <a:lnTo>
                      <a:pt x="365152" y="222156"/>
                    </a:lnTo>
                    <a:lnTo>
                      <a:pt x="362695" y="222156"/>
                    </a:lnTo>
                    <a:lnTo>
                      <a:pt x="359498" y="220340"/>
                    </a:lnTo>
                    <a:lnTo>
                      <a:pt x="356166" y="220407"/>
                    </a:lnTo>
                    <a:lnTo>
                      <a:pt x="352262" y="220407"/>
                    </a:lnTo>
                    <a:lnTo>
                      <a:pt x="348628" y="219835"/>
                    </a:lnTo>
                    <a:lnTo>
                      <a:pt x="343411" y="219700"/>
                    </a:lnTo>
                    <a:lnTo>
                      <a:pt x="340652" y="218187"/>
                    </a:lnTo>
                    <a:lnTo>
                      <a:pt x="339642" y="213443"/>
                    </a:lnTo>
                    <a:lnTo>
                      <a:pt x="342839" y="208768"/>
                    </a:lnTo>
                    <a:lnTo>
                      <a:pt x="345296" y="206715"/>
                    </a:lnTo>
                    <a:lnTo>
                      <a:pt x="348190" y="203217"/>
                    </a:lnTo>
                    <a:lnTo>
                      <a:pt x="348459" y="197700"/>
                    </a:lnTo>
                    <a:lnTo>
                      <a:pt x="348594" y="196085"/>
                    </a:lnTo>
                    <a:lnTo>
                      <a:pt x="350344" y="196085"/>
                    </a:lnTo>
                    <a:lnTo>
                      <a:pt x="352229" y="196085"/>
                    </a:lnTo>
                    <a:lnTo>
                      <a:pt x="354854" y="195076"/>
                    </a:lnTo>
                    <a:lnTo>
                      <a:pt x="354854" y="198844"/>
                    </a:lnTo>
                    <a:lnTo>
                      <a:pt x="354854" y="202174"/>
                    </a:lnTo>
                    <a:lnTo>
                      <a:pt x="354854" y="205639"/>
                    </a:lnTo>
                    <a:lnTo>
                      <a:pt x="356873" y="206076"/>
                    </a:lnTo>
                    <a:lnTo>
                      <a:pt x="359767" y="206379"/>
                    </a:lnTo>
                    <a:lnTo>
                      <a:pt x="362594" y="206682"/>
                    </a:lnTo>
                    <a:lnTo>
                      <a:pt x="364715" y="206379"/>
                    </a:lnTo>
                    <a:lnTo>
                      <a:pt x="367239" y="205504"/>
                    </a:lnTo>
                    <a:lnTo>
                      <a:pt x="368988" y="203755"/>
                    </a:lnTo>
                    <a:lnTo>
                      <a:pt x="369864" y="201165"/>
                    </a:lnTo>
                    <a:lnTo>
                      <a:pt x="369729" y="197835"/>
                    </a:lnTo>
                    <a:lnTo>
                      <a:pt x="368719" y="195514"/>
                    </a:lnTo>
                    <a:lnTo>
                      <a:pt x="368719" y="191746"/>
                    </a:lnTo>
                    <a:lnTo>
                      <a:pt x="370873" y="189997"/>
                    </a:lnTo>
                    <a:lnTo>
                      <a:pt x="370806" y="187675"/>
                    </a:lnTo>
                    <a:lnTo>
                      <a:pt x="372287" y="187238"/>
                    </a:lnTo>
                    <a:lnTo>
                      <a:pt x="373095" y="187373"/>
                    </a:lnTo>
                    <a:lnTo>
                      <a:pt x="374508" y="188819"/>
                    </a:lnTo>
                    <a:cubicBezTo>
                      <a:pt x="374508" y="188819"/>
                      <a:pt x="375652" y="189694"/>
                      <a:pt x="376090" y="189963"/>
                    </a:cubicBezTo>
                    <a:cubicBezTo>
                      <a:pt x="376527" y="190266"/>
                      <a:pt x="374912" y="196489"/>
                      <a:pt x="374912" y="196489"/>
                    </a:cubicBezTo>
                    <a:lnTo>
                      <a:pt x="373902" y="198810"/>
                    </a:lnTo>
                    <a:lnTo>
                      <a:pt x="373902" y="202140"/>
                    </a:lnTo>
                    <a:lnTo>
                      <a:pt x="376224" y="206480"/>
                    </a:lnTo>
                    <a:lnTo>
                      <a:pt x="378984" y="208229"/>
                    </a:lnTo>
                    <a:lnTo>
                      <a:pt x="381744" y="208229"/>
                    </a:lnTo>
                    <a:lnTo>
                      <a:pt x="383124" y="206480"/>
                    </a:lnTo>
                    <a:lnTo>
                      <a:pt x="384369" y="206480"/>
                    </a:lnTo>
                    <a:lnTo>
                      <a:pt x="384369" y="209104"/>
                    </a:lnTo>
                    <a:lnTo>
                      <a:pt x="386994" y="212434"/>
                    </a:lnTo>
                    <a:lnTo>
                      <a:pt x="388441" y="211291"/>
                    </a:lnTo>
                    <a:lnTo>
                      <a:pt x="390629" y="209541"/>
                    </a:lnTo>
                    <a:lnTo>
                      <a:pt x="391335" y="206480"/>
                    </a:lnTo>
                    <a:lnTo>
                      <a:pt x="391335" y="203890"/>
                    </a:lnTo>
                    <a:lnTo>
                      <a:pt x="391032" y="200559"/>
                    </a:lnTo>
                    <a:lnTo>
                      <a:pt x="391167" y="194605"/>
                    </a:lnTo>
                    <a:lnTo>
                      <a:pt x="391235" y="190838"/>
                    </a:lnTo>
                    <a:lnTo>
                      <a:pt x="389619" y="186363"/>
                    </a:lnTo>
                    <a:lnTo>
                      <a:pt x="389383" y="183740"/>
                    </a:lnTo>
                    <a:lnTo>
                      <a:pt x="386792" y="181284"/>
                    </a:lnTo>
                    <a:lnTo>
                      <a:pt x="385951" y="178256"/>
                    </a:lnTo>
                    <a:lnTo>
                      <a:pt x="387835" y="176507"/>
                    </a:lnTo>
                    <a:lnTo>
                      <a:pt x="388710" y="173480"/>
                    </a:lnTo>
                    <a:lnTo>
                      <a:pt x="388576" y="169846"/>
                    </a:lnTo>
                    <a:lnTo>
                      <a:pt x="386691" y="167088"/>
                    </a:lnTo>
                    <a:cubicBezTo>
                      <a:pt x="386691" y="167088"/>
                      <a:pt x="384369" y="165944"/>
                      <a:pt x="384369" y="165507"/>
                    </a:cubicBezTo>
                    <a:cubicBezTo>
                      <a:pt x="384369" y="165070"/>
                      <a:pt x="384369" y="163926"/>
                      <a:pt x="384369" y="163926"/>
                    </a:cubicBezTo>
                    <a:lnTo>
                      <a:pt x="387128" y="160898"/>
                    </a:lnTo>
                    <a:lnTo>
                      <a:pt x="387869" y="159317"/>
                    </a:lnTo>
                    <a:lnTo>
                      <a:pt x="387802" y="156424"/>
                    </a:lnTo>
                    <a:lnTo>
                      <a:pt x="387330" y="155247"/>
                    </a:lnTo>
                    <a:lnTo>
                      <a:pt x="384773" y="155112"/>
                    </a:lnTo>
                    <a:lnTo>
                      <a:pt x="381037" y="154978"/>
                    </a:lnTo>
                    <a:lnTo>
                      <a:pt x="374676" y="155718"/>
                    </a:lnTo>
                    <a:cubicBezTo>
                      <a:pt x="374676" y="155718"/>
                      <a:pt x="372220" y="157467"/>
                      <a:pt x="371782" y="158039"/>
                    </a:cubicBezTo>
                    <a:cubicBezTo>
                      <a:pt x="371345" y="158611"/>
                      <a:pt x="369460" y="162816"/>
                      <a:pt x="369460" y="162816"/>
                    </a:cubicBezTo>
                    <a:cubicBezTo>
                      <a:pt x="369460" y="162816"/>
                      <a:pt x="368753" y="165709"/>
                      <a:pt x="368585" y="166281"/>
                    </a:cubicBezTo>
                    <a:cubicBezTo>
                      <a:pt x="368450" y="166853"/>
                      <a:pt x="368147" y="169308"/>
                      <a:pt x="368147" y="169308"/>
                    </a:cubicBezTo>
                    <a:lnTo>
                      <a:pt x="364378" y="169611"/>
                    </a:lnTo>
                    <a:lnTo>
                      <a:pt x="359599" y="169745"/>
                    </a:lnTo>
                    <a:lnTo>
                      <a:pt x="355830" y="170048"/>
                    </a:lnTo>
                    <a:lnTo>
                      <a:pt x="352801" y="171057"/>
                    </a:lnTo>
                    <a:lnTo>
                      <a:pt x="348459" y="173379"/>
                    </a:lnTo>
                    <a:lnTo>
                      <a:pt x="346305" y="174522"/>
                    </a:lnTo>
                    <a:lnTo>
                      <a:pt x="342671" y="175834"/>
                    </a:lnTo>
                    <a:lnTo>
                      <a:pt x="340483" y="177853"/>
                    </a:lnTo>
                    <a:lnTo>
                      <a:pt x="337589" y="178425"/>
                    </a:lnTo>
                    <a:cubicBezTo>
                      <a:pt x="337589" y="178425"/>
                      <a:pt x="337151" y="177987"/>
                      <a:pt x="337151" y="177415"/>
                    </a:cubicBezTo>
                    <a:cubicBezTo>
                      <a:pt x="337151" y="176844"/>
                      <a:pt x="336714" y="175397"/>
                      <a:pt x="336849" y="174825"/>
                    </a:cubicBezTo>
                    <a:cubicBezTo>
                      <a:pt x="336983" y="174253"/>
                      <a:pt x="337724" y="172067"/>
                      <a:pt x="337724" y="172067"/>
                    </a:cubicBezTo>
                    <a:cubicBezTo>
                      <a:pt x="337724" y="172067"/>
                      <a:pt x="338026" y="171192"/>
                      <a:pt x="339036" y="170486"/>
                    </a:cubicBezTo>
                    <a:cubicBezTo>
                      <a:pt x="340046" y="169745"/>
                      <a:pt x="340786" y="169914"/>
                      <a:pt x="341190" y="169611"/>
                    </a:cubicBezTo>
                    <a:cubicBezTo>
                      <a:pt x="341628" y="169308"/>
                      <a:pt x="343075" y="168602"/>
                      <a:pt x="343815" y="168165"/>
                    </a:cubicBezTo>
                    <a:cubicBezTo>
                      <a:pt x="344522" y="167727"/>
                      <a:pt x="345835" y="166853"/>
                      <a:pt x="346406" y="166853"/>
                    </a:cubicBezTo>
                    <a:cubicBezTo>
                      <a:pt x="346979" y="166853"/>
                      <a:pt x="351488" y="165978"/>
                      <a:pt x="351488" y="165978"/>
                    </a:cubicBezTo>
                    <a:cubicBezTo>
                      <a:pt x="351488" y="165978"/>
                      <a:pt x="354820" y="166113"/>
                      <a:pt x="355392" y="165843"/>
                    </a:cubicBezTo>
                    <a:cubicBezTo>
                      <a:pt x="355964" y="165541"/>
                      <a:pt x="357849" y="162513"/>
                      <a:pt x="357849" y="162513"/>
                    </a:cubicBezTo>
                    <a:lnTo>
                      <a:pt x="359296" y="160192"/>
                    </a:lnTo>
                    <a:lnTo>
                      <a:pt x="364075" y="157299"/>
                    </a:lnTo>
                    <a:lnTo>
                      <a:pt x="365522" y="155718"/>
                    </a:lnTo>
                    <a:lnTo>
                      <a:pt x="367272" y="153094"/>
                    </a:lnTo>
                    <a:lnTo>
                      <a:pt x="369292" y="150066"/>
                    </a:lnTo>
                    <a:lnTo>
                      <a:pt x="371614" y="146871"/>
                    </a:lnTo>
                    <a:lnTo>
                      <a:pt x="373364" y="143103"/>
                    </a:lnTo>
                    <a:lnTo>
                      <a:pt x="376998" y="140075"/>
                    </a:lnTo>
                    <a:lnTo>
                      <a:pt x="379758" y="137182"/>
                    </a:lnTo>
                    <a:lnTo>
                      <a:pt x="382955" y="134727"/>
                    </a:lnTo>
                    <a:lnTo>
                      <a:pt x="387903" y="133583"/>
                    </a:lnTo>
                    <a:lnTo>
                      <a:pt x="393119" y="133280"/>
                    </a:lnTo>
                    <a:lnTo>
                      <a:pt x="398470" y="132977"/>
                    </a:lnTo>
                    <a:lnTo>
                      <a:pt x="400355" y="132675"/>
                    </a:lnTo>
                    <a:lnTo>
                      <a:pt x="401297" y="131363"/>
                    </a:lnTo>
                    <a:lnTo>
                      <a:pt x="401802" y="130051"/>
                    </a:lnTo>
                    <a:lnTo>
                      <a:pt x="401802" y="127460"/>
                    </a:lnTo>
                    <a:lnTo>
                      <a:pt x="401196" y="126317"/>
                    </a:lnTo>
                    <a:close/>
                  </a:path>
                </a:pathLst>
              </a:custGeom>
              <a:solidFill>
                <a:srgbClr val="BB3023"/>
              </a:solidFill>
              <a:ln w="6350" cap="flat">
                <a:solidFill>
                  <a:schemeClr val="bg1"/>
                </a:solidFill>
                <a:prstDash val="solid"/>
                <a:miter/>
              </a:ln>
            </p:spPr>
            <p:txBody>
              <a:bodyPr rtlCol="0" anchor="ctr"/>
              <a:lstStyle/>
              <a:p>
                <a:endParaRPr lang="en-US"/>
              </a:p>
            </p:txBody>
          </p:sp>
          <p:sp>
            <p:nvSpPr>
              <p:cNvPr id="174" name="Freeform 953">
                <a:extLst>
                  <a:ext uri="{FF2B5EF4-FFF2-40B4-BE49-F238E27FC236}">
                    <a16:creationId xmlns:a16="http://schemas.microsoft.com/office/drawing/2014/main" id="{69F60620-28C3-F74F-834D-D1C29401415E}"/>
                  </a:ext>
                </a:extLst>
              </p:cNvPr>
              <p:cNvSpPr/>
              <p:nvPr/>
            </p:nvSpPr>
            <p:spPr>
              <a:xfrm>
                <a:off x="6346774" y="2731067"/>
                <a:ext cx="10166" cy="9856"/>
              </a:xfrm>
              <a:custGeom>
                <a:avLst/>
                <a:gdLst>
                  <a:gd name="connsiteX0" fmla="*/ 1346 w 10166"/>
                  <a:gd name="connsiteY0" fmla="*/ 7535 h 9856"/>
                  <a:gd name="connsiteX1" fmla="*/ 4173 w 10166"/>
                  <a:gd name="connsiteY1" fmla="*/ 9856 h 9856"/>
                  <a:gd name="connsiteX2" fmla="*/ 6192 w 10166"/>
                  <a:gd name="connsiteY2" fmla="*/ 9856 h 9856"/>
                  <a:gd name="connsiteX3" fmla="*/ 8649 w 10166"/>
                  <a:gd name="connsiteY3" fmla="*/ 8275 h 9856"/>
                  <a:gd name="connsiteX4" fmla="*/ 10164 w 10166"/>
                  <a:gd name="connsiteY4" fmla="*/ 7132 h 9856"/>
                  <a:gd name="connsiteX5" fmla="*/ 10164 w 10166"/>
                  <a:gd name="connsiteY5" fmla="*/ 5181 h 9856"/>
                  <a:gd name="connsiteX6" fmla="*/ 8919 w 10166"/>
                  <a:gd name="connsiteY6" fmla="*/ 2893 h 9856"/>
                  <a:gd name="connsiteX7" fmla="*/ 6159 w 10166"/>
                  <a:gd name="connsiteY7" fmla="*/ 605 h 9856"/>
                  <a:gd name="connsiteX8" fmla="*/ 3702 w 10166"/>
                  <a:gd name="connsiteY8" fmla="*/ 0 h 9856"/>
                  <a:gd name="connsiteX9" fmla="*/ 1986 w 10166"/>
                  <a:gd name="connsiteY9" fmla="*/ 1076 h 9856"/>
                  <a:gd name="connsiteX10" fmla="*/ 370 w 10166"/>
                  <a:gd name="connsiteY10" fmla="*/ 2960 h 9856"/>
                  <a:gd name="connsiteX11" fmla="*/ 0 w 10166"/>
                  <a:gd name="connsiteY11" fmla="*/ 5046 h 9856"/>
                  <a:gd name="connsiteX12" fmla="*/ 1346 w 10166"/>
                  <a:gd name="connsiteY12" fmla="*/ 7535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66" h="9856">
                    <a:moveTo>
                      <a:pt x="1346" y="7535"/>
                    </a:moveTo>
                    <a:lnTo>
                      <a:pt x="4173" y="9856"/>
                    </a:lnTo>
                    <a:lnTo>
                      <a:pt x="6192" y="9856"/>
                    </a:lnTo>
                    <a:lnTo>
                      <a:pt x="8649" y="8275"/>
                    </a:lnTo>
                    <a:lnTo>
                      <a:pt x="10164" y="7132"/>
                    </a:lnTo>
                    <a:cubicBezTo>
                      <a:pt x="10164" y="7132"/>
                      <a:pt x="10096" y="5483"/>
                      <a:pt x="10164" y="5181"/>
                    </a:cubicBezTo>
                    <a:cubicBezTo>
                      <a:pt x="10231" y="4878"/>
                      <a:pt x="8919" y="2893"/>
                      <a:pt x="8919" y="2893"/>
                    </a:cubicBezTo>
                    <a:lnTo>
                      <a:pt x="6159" y="605"/>
                    </a:lnTo>
                    <a:lnTo>
                      <a:pt x="3702" y="0"/>
                    </a:lnTo>
                    <a:lnTo>
                      <a:pt x="1986" y="1076"/>
                    </a:lnTo>
                    <a:lnTo>
                      <a:pt x="370" y="2960"/>
                    </a:lnTo>
                    <a:lnTo>
                      <a:pt x="0" y="5046"/>
                    </a:lnTo>
                    <a:lnTo>
                      <a:pt x="1346" y="7535"/>
                    </a:lnTo>
                    <a:close/>
                  </a:path>
                </a:pathLst>
              </a:custGeom>
              <a:grpFill/>
              <a:ln w="6350" cap="flat">
                <a:solidFill>
                  <a:schemeClr val="bg1"/>
                </a:solidFill>
                <a:prstDash val="solid"/>
                <a:miter/>
              </a:ln>
            </p:spPr>
            <p:txBody>
              <a:bodyPr rtlCol="0" anchor="ctr"/>
              <a:lstStyle/>
              <a:p>
                <a:endParaRPr lang="en-US"/>
              </a:p>
            </p:txBody>
          </p:sp>
          <p:sp>
            <p:nvSpPr>
              <p:cNvPr id="175" name="Freeform 954">
                <a:extLst>
                  <a:ext uri="{FF2B5EF4-FFF2-40B4-BE49-F238E27FC236}">
                    <a16:creationId xmlns:a16="http://schemas.microsoft.com/office/drawing/2014/main" id="{98741C7A-B856-E533-153A-94130F27AE3F}"/>
                  </a:ext>
                </a:extLst>
              </p:cNvPr>
              <p:cNvSpPr/>
              <p:nvPr/>
            </p:nvSpPr>
            <p:spPr>
              <a:xfrm>
                <a:off x="6354346" y="2718372"/>
                <a:ext cx="41664" cy="22988"/>
              </a:xfrm>
              <a:custGeom>
                <a:avLst/>
                <a:gdLst>
                  <a:gd name="connsiteX0" fmla="*/ 5722 w 41664"/>
                  <a:gd name="connsiteY0" fmla="*/ 13536 h 22988"/>
                  <a:gd name="connsiteX1" fmla="*/ 8313 w 41664"/>
                  <a:gd name="connsiteY1" fmla="*/ 15353 h 22988"/>
                  <a:gd name="connsiteX2" fmla="*/ 11005 w 41664"/>
                  <a:gd name="connsiteY2" fmla="*/ 17808 h 22988"/>
                  <a:gd name="connsiteX3" fmla="*/ 14842 w 41664"/>
                  <a:gd name="connsiteY3" fmla="*/ 18818 h 22988"/>
                  <a:gd name="connsiteX4" fmla="*/ 18039 w 41664"/>
                  <a:gd name="connsiteY4" fmla="*/ 19322 h 22988"/>
                  <a:gd name="connsiteX5" fmla="*/ 21808 w 41664"/>
                  <a:gd name="connsiteY5" fmla="*/ 19322 h 22988"/>
                  <a:gd name="connsiteX6" fmla="*/ 26823 w 41664"/>
                  <a:gd name="connsiteY6" fmla="*/ 19322 h 22988"/>
                  <a:gd name="connsiteX7" fmla="*/ 28977 w 41664"/>
                  <a:gd name="connsiteY7" fmla="*/ 19961 h 22988"/>
                  <a:gd name="connsiteX8" fmla="*/ 30861 w 41664"/>
                  <a:gd name="connsiteY8" fmla="*/ 21475 h 22988"/>
                  <a:gd name="connsiteX9" fmla="*/ 33385 w 41664"/>
                  <a:gd name="connsiteY9" fmla="*/ 22283 h 22988"/>
                  <a:gd name="connsiteX10" fmla="*/ 35640 w 41664"/>
                  <a:gd name="connsiteY10" fmla="*/ 22989 h 22988"/>
                  <a:gd name="connsiteX11" fmla="*/ 41093 w 41664"/>
                  <a:gd name="connsiteY11" fmla="*/ 22686 h 22988"/>
                  <a:gd name="connsiteX12" fmla="*/ 41664 w 41664"/>
                  <a:gd name="connsiteY12" fmla="*/ 19558 h 22988"/>
                  <a:gd name="connsiteX13" fmla="*/ 41159 w 41664"/>
                  <a:gd name="connsiteY13" fmla="*/ 16631 h 22988"/>
                  <a:gd name="connsiteX14" fmla="*/ 39275 w 41664"/>
                  <a:gd name="connsiteY14" fmla="*/ 12897 h 22988"/>
                  <a:gd name="connsiteX15" fmla="*/ 39410 w 41664"/>
                  <a:gd name="connsiteY15" fmla="*/ 9264 h 22988"/>
                  <a:gd name="connsiteX16" fmla="*/ 37222 w 41664"/>
                  <a:gd name="connsiteY16" fmla="*/ 6640 h 22988"/>
                  <a:gd name="connsiteX17" fmla="*/ 33385 w 41664"/>
                  <a:gd name="connsiteY17" fmla="*/ 4824 h 22988"/>
                  <a:gd name="connsiteX18" fmla="*/ 30626 w 41664"/>
                  <a:gd name="connsiteY18" fmla="*/ 5126 h 22988"/>
                  <a:gd name="connsiteX19" fmla="*/ 27631 w 41664"/>
                  <a:gd name="connsiteY19" fmla="*/ 5765 h 22988"/>
                  <a:gd name="connsiteX20" fmla="*/ 22919 w 41664"/>
                  <a:gd name="connsiteY20" fmla="*/ 4016 h 22988"/>
                  <a:gd name="connsiteX21" fmla="*/ 18005 w 41664"/>
                  <a:gd name="connsiteY21" fmla="*/ 2267 h 22988"/>
                  <a:gd name="connsiteX22" fmla="*/ 14606 w 41664"/>
                  <a:gd name="connsiteY22" fmla="*/ 753 h 22988"/>
                  <a:gd name="connsiteX23" fmla="*/ 8582 w 41664"/>
                  <a:gd name="connsiteY23" fmla="*/ 13 h 22988"/>
                  <a:gd name="connsiteX24" fmla="*/ 6125 w 41664"/>
                  <a:gd name="connsiteY24" fmla="*/ 13 h 22988"/>
                  <a:gd name="connsiteX25" fmla="*/ 2087 w 41664"/>
                  <a:gd name="connsiteY25" fmla="*/ 820 h 22988"/>
                  <a:gd name="connsiteX26" fmla="*/ 0 w 41664"/>
                  <a:gd name="connsiteY26" fmla="*/ 3444 h 22988"/>
                  <a:gd name="connsiteX27" fmla="*/ 1245 w 41664"/>
                  <a:gd name="connsiteY27" fmla="*/ 6909 h 22988"/>
                  <a:gd name="connsiteX28" fmla="*/ 1986 w 41664"/>
                  <a:gd name="connsiteY28" fmla="*/ 9600 h 22988"/>
                  <a:gd name="connsiteX29" fmla="*/ 3668 w 41664"/>
                  <a:gd name="connsiteY29" fmla="*/ 12493 h 22988"/>
                  <a:gd name="connsiteX30" fmla="*/ 5722 w 41664"/>
                  <a:gd name="connsiteY30" fmla="*/ 13536 h 2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664" h="22988">
                    <a:moveTo>
                      <a:pt x="5722" y="13536"/>
                    </a:moveTo>
                    <a:lnTo>
                      <a:pt x="8313" y="15353"/>
                    </a:lnTo>
                    <a:lnTo>
                      <a:pt x="11005" y="17808"/>
                    </a:lnTo>
                    <a:lnTo>
                      <a:pt x="14842" y="18818"/>
                    </a:lnTo>
                    <a:lnTo>
                      <a:pt x="18039" y="19322"/>
                    </a:lnTo>
                    <a:cubicBezTo>
                      <a:pt x="18039" y="19322"/>
                      <a:pt x="21573" y="19188"/>
                      <a:pt x="21808" y="19322"/>
                    </a:cubicBezTo>
                    <a:cubicBezTo>
                      <a:pt x="22044" y="19457"/>
                      <a:pt x="26823" y="19322"/>
                      <a:pt x="26823" y="19322"/>
                    </a:cubicBezTo>
                    <a:lnTo>
                      <a:pt x="28977" y="19961"/>
                    </a:lnTo>
                    <a:lnTo>
                      <a:pt x="30861" y="21475"/>
                    </a:lnTo>
                    <a:lnTo>
                      <a:pt x="33385" y="22283"/>
                    </a:lnTo>
                    <a:lnTo>
                      <a:pt x="35640" y="22989"/>
                    </a:lnTo>
                    <a:lnTo>
                      <a:pt x="41093" y="22686"/>
                    </a:lnTo>
                    <a:cubicBezTo>
                      <a:pt x="41093" y="22686"/>
                      <a:pt x="41664" y="19860"/>
                      <a:pt x="41664" y="19558"/>
                    </a:cubicBezTo>
                    <a:cubicBezTo>
                      <a:pt x="41664" y="19255"/>
                      <a:pt x="41294" y="18044"/>
                      <a:pt x="41159" y="16631"/>
                    </a:cubicBezTo>
                    <a:cubicBezTo>
                      <a:pt x="41025" y="15218"/>
                      <a:pt x="39342" y="13200"/>
                      <a:pt x="39275" y="12897"/>
                    </a:cubicBezTo>
                    <a:cubicBezTo>
                      <a:pt x="39208" y="12594"/>
                      <a:pt x="39410" y="9264"/>
                      <a:pt x="39410" y="9264"/>
                    </a:cubicBezTo>
                    <a:lnTo>
                      <a:pt x="37222" y="6640"/>
                    </a:lnTo>
                    <a:lnTo>
                      <a:pt x="33385" y="4824"/>
                    </a:lnTo>
                    <a:cubicBezTo>
                      <a:pt x="33385" y="4824"/>
                      <a:pt x="31299" y="5059"/>
                      <a:pt x="30626" y="5126"/>
                    </a:cubicBezTo>
                    <a:cubicBezTo>
                      <a:pt x="29986" y="5194"/>
                      <a:pt x="27631" y="5765"/>
                      <a:pt x="27631" y="5765"/>
                    </a:cubicBezTo>
                    <a:lnTo>
                      <a:pt x="22919" y="4016"/>
                    </a:lnTo>
                    <a:lnTo>
                      <a:pt x="18005" y="2267"/>
                    </a:lnTo>
                    <a:cubicBezTo>
                      <a:pt x="18005" y="2267"/>
                      <a:pt x="14875" y="753"/>
                      <a:pt x="14606" y="753"/>
                    </a:cubicBezTo>
                    <a:cubicBezTo>
                      <a:pt x="14337" y="753"/>
                      <a:pt x="8582" y="13"/>
                      <a:pt x="8582" y="13"/>
                    </a:cubicBezTo>
                    <a:cubicBezTo>
                      <a:pt x="8582" y="13"/>
                      <a:pt x="6394" y="148"/>
                      <a:pt x="6125" y="13"/>
                    </a:cubicBezTo>
                    <a:cubicBezTo>
                      <a:pt x="5856" y="-122"/>
                      <a:pt x="2087" y="820"/>
                      <a:pt x="2087" y="820"/>
                    </a:cubicBezTo>
                    <a:lnTo>
                      <a:pt x="0" y="3444"/>
                    </a:lnTo>
                    <a:lnTo>
                      <a:pt x="1245" y="6909"/>
                    </a:lnTo>
                    <a:cubicBezTo>
                      <a:pt x="1245" y="6909"/>
                      <a:pt x="1683" y="9365"/>
                      <a:pt x="1986" y="9600"/>
                    </a:cubicBezTo>
                    <a:cubicBezTo>
                      <a:pt x="2289" y="9802"/>
                      <a:pt x="3668" y="12493"/>
                      <a:pt x="3668" y="12493"/>
                    </a:cubicBezTo>
                    <a:lnTo>
                      <a:pt x="5722" y="13536"/>
                    </a:lnTo>
                    <a:close/>
                  </a:path>
                </a:pathLst>
              </a:custGeom>
              <a:grpFill/>
              <a:ln w="6350" cap="flat">
                <a:solidFill>
                  <a:schemeClr val="bg1"/>
                </a:solidFill>
                <a:prstDash val="solid"/>
                <a:miter/>
              </a:ln>
            </p:spPr>
            <p:txBody>
              <a:bodyPr rtlCol="0" anchor="ctr"/>
              <a:lstStyle/>
              <a:p>
                <a:endParaRPr lang="en-US"/>
              </a:p>
            </p:txBody>
          </p:sp>
          <p:sp>
            <p:nvSpPr>
              <p:cNvPr id="176" name="Freeform 955">
                <a:extLst>
                  <a:ext uri="{FF2B5EF4-FFF2-40B4-BE49-F238E27FC236}">
                    <a16:creationId xmlns:a16="http://schemas.microsoft.com/office/drawing/2014/main" id="{1FCB6D64-B1A2-C478-1DD6-992ABCD18B44}"/>
                  </a:ext>
                </a:extLst>
              </p:cNvPr>
              <p:cNvSpPr/>
              <p:nvPr/>
            </p:nvSpPr>
            <p:spPr>
              <a:xfrm>
                <a:off x="6373630" y="2712733"/>
                <a:ext cx="7605" cy="5786"/>
              </a:xfrm>
              <a:custGeom>
                <a:avLst/>
                <a:gdLst>
                  <a:gd name="connsiteX0" fmla="*/ 1885 w 7605"/>
                  <a:gd name="connsiteY0" fmla="*/ 5786 h 5786"/>
                  <a:gd name="connsiteX1" fmla="*/ 4779 w 7605"/>
                  <a:gd name="connsiteY1" fmla="*/ 5147 h 5786"/>
                  <a:gd name="connsiteX2" fmla="*/ 6293 w 7605"/>
                  <a:gd name="connsiteY2" fmla="*/ 4642 h 5786"/>
                  <a:gd name="connsiteX3" fmla="*/ 7606 w 7605"/>
                  <a:gd name="connsiteY3" fmla="*/ 2456 h 5786"/>
                  <a:gd name="connsiteX4" fmla="*/ 5149 w 7605"/>
                  <a:gd name="connsiteY4" fmla="*/ 0 h 5786"/>
                  <a:gd name="connsiteX5" fmla="*/ 1548 w 7605"/>
                  <a:gd name="connsiteY5" fmla="*/ 572 h 5786"/>
                  <a:gd name="connsiteX6" fmla="*/ 0 w 7605"/>
                  <a:gd name="connsiteY6" fmla="*/ 2388 h 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5" h="5786">
                    <a:moveTo>
                      <a:pt x="1885" y="5786"/>
                    </a:moveTo>
                    <a:lnTo>
                      <a:pt x="4779" y="5147"/>
                    </a:lnTo>
                    <a:lnTo>
                      <a:pt x="6293" y="4642"/>
                    </a:lnTo>
                    <a:lnTo>
                      <a:pt x="7606" y="2456"/>
                    </a:lnTo>
                    <a:lnTo>
                      <a:pt x="5149" y="0"/>
                    </a:lnTo>
                    <a:lnTo>
                      <a:pt x="1548" y="572"/>
                    </a:lnTo>
                    <a:lnTo>
                      <a:pt x="0" y="2388"/>
                    </a:lnTo>
                    <a:close/>
                  </a:path>
                </a:pathLst>
              </a:custGeom>
              <a:grpFill/>
              <a:ln w="6350" cap="flat">
                <a:solidFill>
                  <a:schemeClr val="bg1"/>
                </a:solidFill>
                <a:prstDash val="solid"/>
                <a:miter/>
              </a:ln>
            </p:spPr>
            <p:txBody>
              <a:bodyPr rtlCol="0" anchor="ctr"/>
              <a:lstStyle/>
              <a:p>
                <a:endParaRPr lang="en-US"/>
              </a:p>
            </p:txBody>
          </p:sp>
          <p:sp>
            <p:nvSpPr>
              <p:cNvPr id="177" name="Freeform 956">
                <a:extLst>
                  <a:ext uri="{FF2B5EF4-FFF2-40B4-BE49-F238E27FC236}">
                    <a16:creationId xmlns:a16="http://schemas.microsoft.com/office/drawing/2014/main" id="{5408C250-746A-BCC8-D0B6-AAA6AAAD079C}"/>
                  </a:ext>
                </a:extLst>
              </p:cNvPr>
              <p:cNvSpPr/>
              <p:nvPr/>
            </p:nvSpPr>
            <p:spPr>
              <a:xfrm>
                <a:off x="6387630" y="2700993"/>
                <a:ext cx="7605" cy="6727"/>
              </a:xfrm>
              <a:custGeom>
                <a:avLst/>
                <a:gdLst>
                  <a:gd name="connsiteX0" fmla="*/ 3332 w 7605"/>
                  <a:gd name="connsiteY0" fmla="*/ 6728 h 6727"/>
                  <a:gd name="connsiteX1" fmla="*/ 5923 w 7605"/>
                  <a:gd name="connsiteY1" fmla="*/ 5651 h 6727"/>
                  <a:gd name="connsiteX2" fmla="*/ 7606 w 7605"/>
                  <a:gd name="connsiteY2" fmla="*/ 2893 h 6727"/>
                  <a:gd name="connsiteX3" fmla="*/ 5452 w 7605"/>
                  <a:gd name="connsiteY3" fmla="*/ 0 h 6727"/>
                  <a:gd name="connsiteX4" fmla="*/ 2726 w 7605"/>
                  <a:gd name="connsiteY4" fmla="*/ 1009 h 6727"/>
                  <a:gd name="connsiteX5" fmla="*/ 0 w 7605"/>
                  <a:gd name="connsiteY5" fmla="*/ 5012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5" h="6727">
                    <a:moveTo>
                      <a:pt x="3332" y="6728"/>
                    </a:moveTo>
                    <a:lnTo>
                      <a:pt x="5923" y="5651"/>
                    </a:lnTo>
                    <a:lnTo>
                      <a:pt x="7606" y="2893"/>
                    </a:lnTo>
                    <a:lnTo>
                      <a:pt x="5452" y="0"/>
                    </a:lnTo>
                    <a:lnTo>
                      <a:pt x="2726" y="1009"/>
                    </a:lnTo>
                    <a:lnTo>
                      <a:pt x="0" y="5012"/>
                    </a:lnTo>
                    <a:close/>
                  </a:path>
                </a:pathLst>
              </a:custGeom>
              <a:grpFill/>
              <a:ln w="6350" cap="flat">
                <a:solidFill>
                  <a:schemeClr val="bg1"/>
                </a:solidFill>
                <a:prstDash val="solid"/>
                <a:miter/>
              </a:ln>
            </p:spPr>
            <p:txBody>
              <a:bodyPr rtlCol="0" anchor="ctr"/>
              <a:lstStyle/>
              <a:p>
                <a:endParaRPr lang="en-US"/>
              </a:p>
            </p:txBody>
          </p:sp>
          <p:sp>
            <p:nvSpPr>
              <p:cNvPr id="178" name="Freeform 957">
                <a:extLst>
                  <a:ext uri="{FF2B5EF4-FFF2-40B4-BE49-F238E27FC236}">
                    <a16:creationId xmlns:a16="http://schemas.microsoft.com/office/drawing/2014/main" id="{164445E5-519E-BF79-4F79-B06983E118C7}"/>
                  </a:ext>
                </a:extLst>
              </p:cNvPr>
              <p:cNvSpPr/>
              <p:nvPr/>
            </p:nvSpPr>
            <p:spPr>
              <a:xfrm>
                <a:off x="6350375" y="2694332"/>
                <a:ext cx="32813" cy="15479"/>
              </a:xfrm>
              <a:custGeom>
                <a:avLst/>
                <a:gdLst>
                  <a:gd name="connsiteX0" fmla="*/ 32510 w 32813"/>
                  <a:gd name="connsiteY0" fmla="*/ 13759 h 15479"/>
                  <a:gd name="connsiteX1" fmla="*/ 29649 w 32813"/>
                  <a:gd name="connsiteY1" fmla="*/ 10327 h 15479"/>
                  <a:gd name="connsiteX2" fmla="*/ 27799 w 32813"/>
                  <a:gd name="connsiteY2" fmla="*/ 7266 h 15479"/>
                  <a:gd name="connsiteX3" fmla="*/ 27799 w 32813"/>
                  <a:gd name="connsiteY3" fmla="*/ 2254 h 15479"/>
                  <a:gd name="connsiteX4" fmla="*/ 27731 w 32813"/>
                  <a:gd name="connsiteY4" fmla="*/ 1446 h 15479"/>
                  <a:gd name="connsiteX5" fmla="*/ 26620 w 32813"/>
                  <a:gd name="connsiteY5" fmla="*/ 0 h 15479"/>
                  <a:gd name="connsiteX6" fmla="*/ 22380 w 32813"/>
                  <a:gd name="connsiteY6" fmla="*/ 1446 h 15479"/>
                  <a:gd name="connsiteX7" fmla="*/ 21101 w 32813"/>
                  <a:gd name="connsiteY7" fmla="*/ 2590 h 15479"/>
                  <a:gd name="connsiteX8" fmla="*/ 18342 w 32813"/>
                  <a:gd name="connsiteY8" fmla="*/ 2153 h 15479"/>
                  <a:gd name="connsiteX9" fmla="*/ 16693 w 32813"/>
                  <a:gd name="connsiteY9" fmla="*/ 1480 h 15479"/>
                  <a:gd name="connsiteX10" fmla="*/ 13394 w 32813"/>
                  <a:gd name="connsiteY10" fmla="*/ 1379 h 15479"/>
                  <a:gd name="connsiteX11" fmla="*/ 9558 w 32813"/>
                  <a:gd name="connsiteY11" fmla="*/ 1379 h 15479"/>
                  <a:gd name="connsiteX12" fmla="*/ 7606 w 32813"/>
                  <a:gd name="connsiteY12" fmla="*/ 3196 h 15479"/>
                  <a:gd name="connsiteX13" fmla="*/ 4375 w 32813"/>
                  <a:gd name="connsiteY13" fmla="*/ 4777 h 15479"/>
                  <a:gd name="connsiteX14" fmla="*/ 0 w 32813"/>
                  <a:gd name="connsiteY14" fmla="*/ 8679 h 15479"/>
                  <a:gd name="connsiteX15" fmla="*/ 0 w 32813"/>
                  <a:gd name="connsiteY15" fmla="*/ 12649 h 15479"/>
                  <a:gd name="connsiteX16" fmla="*/ 3130 w 32813"/>
                  <a:gd name="connsiteY16" fmla="*/ 12783 h 15479"/>
                  <a:gd name="connsiteX17" fmla="*/ 6765 w 32813"/>
                  <a:gd name="connsiteY17" fmla="*/ 12480 h 15479"/>
                  <a:gd name="connsiteX18" fmla="*/ 9962 w 32813"/>
                  <a:gd name="connsiteY18" fmla="*/ 11471 h 15479"/>
                  <a:gd name="connsiteX19" fmla="*/ 15952 w 32813"/>
                  <a:gd name="connsiteY19" fmla="*/ 10597 h 15479"/>
                  <a:gd name="connsiteX20" fmla="*/ 18241 w 32813"/>
                  <a:gd name="connsiteY20" fmla="*/ 10832 h 15479"/>
                  <a:gd name="connsiteX21" fmla="*/ 22178 w 32813"/>
                  <a:gd name="connsiteY21" fmla="*/ 13725 h 15479"/>
                  <a:gd name="connsiteX22" fmla="*/ 26015 w 32813"/>
                  <a:gd name="connsiteY22" fmla="*/ 14667 h 15479"/>
                  <a:gd name="connsiteX23" fmla="*/ 28270 w 32813"/>
                  <a:gd name="connsiteY23" fmla="*/ 14970 h 15479"/>
                  <a:gd name="connsiteX24" fmla="*/ 31299 w 32813"/>
                  <a:gd name="connsiteY24" fmla="*/ 15474 h 15479"/>
                  <a:gd name="connsiteX25" fmla="*/ 32813 w 32813"/>
                  <a:gd name="connsiteY25" fmla="*/ 14398 h 15479"/>
                  <a:gd name="connsiteX26" fmla="*/ 32510 w 32813"/>
                  <a:gd name="connsiteY26" fmla="*/ 13759 h 1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13" h="15479">
                    <a:moveTo>
                      <a:pt x="32510" y="13759"/>
                    </a:moveTo>
                    <a:cubicBezTo>
                      <a:pt x="32443" y="13523"/>
                      <a:pt x="29649" y="10327"/>
                      <a:pt x="29649" y="10327"/>
                    </a:cubicBezTo>
                    <a:lnTo>
                      <a:pt x="27799" y="7266"/>
                    </a:lnTo>
                    <a:lnTo>
                      <a:pt x="27799" y="2254"/>
                    </a:lnTo>
                    <a:lnTo>
                      <a:pt x="27731" y="1446"/>
                    </a:lnTo>
                    <a:lnTo>
                      <a:pt x="26620" y="0"/>
                    </a:lnTo>
                    <a:lnTo>
                      <a:pt x="22380" y="1446"/>
                    </a:lnTo>
                    <a:lnTo>
                      <a:pt x="21101" y="2590"/>
                    </a:lnTo>
                    <a:lnTo>
                      <a:pt x="18342" y="2153"/>
                    </a:lnTo>
                    <a:lnTo>
                      <a:pt x="16693" y="1480"/>
                    </a:lnTo>
                    <a:lnTo>
                      <a:pt x="13394" y="1379"/>
                    </a:lnTo>
                    <a:lnTo>
                      <a:pt x="9558" y="1379"/>
                    </a:lnTo>
                    <a:cubicBezTo>
                      <a:pt x="9558" y="1379"/>
                      <a:pt x="7673" y="2893"/>
                      <a:pt x="7606" y="3196"/>
                    </a:cubicBezTo>
                    <a:cubicBezTo>
                      <a:pt x="7539" y="3498"/>
                      <a:pt x="4678" y="4440"/>
                      <a:pt x="4375" y="4777"/>
                    </a:cubicBezTo>
                    <a:cubicBezTo>
                      <a:pt x="4106" y="5147"/>
                      <a:pt x="0" y="8679"/>
                      <a:pt x="0" y="8679"/>
                    </a:cubicBezTo>
                    <a:lnTo>
                      <a:pt x="0" y="12649"/>
                    </a:lnTo>
                    <a:lnTo>
                      <a:pt x="3130" y="12783"/>
                    </a:lnTo>
                    <a:lnTo>
                      <a:pt x="6765" y="12480"/>
                    </a:lnTo>
                    <a:lnTo>
                      <a:pt x="9962" y="11471"/>
                    </a:lnTo>
                    <a:lnTo>
                      <a:pt x="15952" y="10597"/>
                    </a:lnTo>
                    <a:lnTo>
                      <a:pt x="18241" y="10832"/>
                    </a:lnTo>
                    <a:lnTo>
                      <a:pt x="22178" y="13725"/>
                    </a:lnTo>
                    <a:cubicBezTo>
                      <a:pt x="22178" y="13725"/>
                      <a:pt x="25745" y="14667"/>
                      <a:pt x="26015" y="14667"/>
                    </a:cubicBezTo>
                    <a:cubicBezTo>
                      <a:pt x="26318" y="14667"/>
                      <a:pt x="28270" y="14970"/>
                      <a:pt x="28270" y="14970"/>
                    </a:cubicBezTo>
                    <a:cubicBezTo>
                      <a:pt x="28270" y="14970"/>
                      <a:pt x="31097" y="15541"/>
                      <a:pt x="31299" y="15474"/>
                    </a:cubicBezTo>
                    <a:cubicBezTo>
                      <a:pt x="31534" y="15407"/>
                      <a:pt x="32813" y="14398"/>
                      <a:pt x="32813" y="14398"/>
                    </a:cubicBezTo>
                    <a:lnTo>
                      <a:pt x="32510" y="13759"/>
                    </a:lnTo>
                    <a:close/>
                  </a:path>
                </a:pathLst>
              </a:custGeom>
              <a:grpFill/>
              <a:ln w="6350" cap="flat">
                <a:solidFill>
                  <a:schemeClr val="bg1"/>
                </a:solidFill>
                <a:prstDash val="solid"/>
                <a:miter/>
              </a:ln>
            </p:spPr>
            <p:txBody>
              <a:bodyPr rtlCol="0" anchor="ctr"/>
              <a:lstStyle/>
              <a:p>
                <a:endParaRPr lang="en-US"/>
              </a:p>
            </p:txBody>
          </p:sp>
          <p:sp>
            <p:nvSpPr>
              <p:cNvPr id="179" name="Freeform 958">
                <a:extLst>
                  <a:ext uri="{FF2B5EF4-FFF2-40B4-BE49-F238E27FC236}">
                    <a16:creationId xmlns:a16="http://schemas.microsoft.com/office/drawing/2014/main" id="{ECDDD08A-4A87-82A0-4BA5-B3A03E8EC7A4}"/>
                  </a:ext>
                </a:extLst>
              </p:cNvPr>
              <p:cNvSpPr/>
              <p:nvPr/>
            </p:nvSpPr>
            <p:spPr>
              <a:xfrm>
                <a:off x="6397323" y="2737492"/>
                <a:ext cx="5721" cy="12379"/>
              </a:xfrm>
              <a:custGeom>
                <a:avLst/>
                <a:gdLst>
                  <a:gd name="connsiteX0" fmla="*/ 0 w 5721"/>
                  <a:gd name="connsiteY0" fmla="*/ 9486 h 12379"/>
                  <a:gd name="connsiteX1" fmla="*/ 0 w 5721"/>
                  <a:gd name="connsiteY1" fmla="*/ 6021 h 12379"/>
                  <a:gd name="connsiteX2" fmla="*/ 0 w 5721"/>
                  <a:gd name="connsiteY2" fmla="*/ 2557 h 12379"/>
                  <a:gd name="connsiteX3" fmla="*/ 1750 w 5721"/>
                  <a:gd name="connsiteY3" fmla="*/ 1177 h 12379"/>
                  <a:gd name="connsiteX4" fmla="*/ 3904 w 5721"/>
                  <a:gd name="connsiteY4" fmla="*/ 0 h 12379"/>
                  <a:gd name="connsiteX5" fmla="*/ 4409 w 5721"/>
                  <a:gd name="connsiteY5" fmla="*/ 1682 h 12379"/>
                  <a:gd name="connsiteX6" fmla="*/ 5217 w 5721"/>
                  <a:gd name="connsiteY6" fmla="*/ 3902 h 12379"/>
                  <a:gd name="connsiteX7" fmla="*/ 5217 w 5721"/>
                  <a:gd name="connsiteY7" fmla="*/ 6021 h 12379"/>
                  <a:gd name="connsiteX8" fmla="*/ 5217 w 5721"/>
                  <a:gd name="connsiteY8" fmla="*/ 9486 h 12379"/>
                  <a:gd name="connsiteX9" fmla="*/ 5721 w 5721"/>
                  <a:gd name="connsiteY9" fmla="*/ 12043 h 12379"/>
                  <a:gd name="connsiteX10" fmla="*/ 3029 w 5721"/>
                  <a:gd name="connsiteY10" fmla="*/ 12379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1" h="12379">
                    <a:moveTo>
                      <a:pt x="0" y="9486"/>
                    </a:moveTo>
                    <a:lnTo>
                      <a:pt x="0" y="6021"/>
                    </a:lnTo>
                    <a:lnTo>
                      <a:pt x="0" y="2557"/>
                    </a:lnTo>
                    <a:lnTo>
                      <a:pt x="1750" y="1177"/>
                    </a:lnTo>
                    <a:lnTo>
                      <a:pt x="3904" y="0"/>
                    </a:lnTo>
                    <a:lnTo>
                      <a:pt x="4409" y="1682"/>
                    </a:lnTo>
                    <a:lnTo>
                      <a:pt x="5217" y="3902"/>
                    </a:lnTo>
                    <a:lnTo>
                      <a:pt x="5217" y="6021"/>
                    </a:lnTo>
                    <a:lnTo>
                      <a:pt x="5217" y="9486"/>
                    </a:lnTo>
                    <a:lnTo>
                      <a:pt x="5721" y="12043"/>
                    </a:lnTo>
                    <a:lnTo>
                      <a:pt x="3029" y="12379"/>
                    </a:lnTo>
                    <a:close/>
                  </a:path>
                </a:pathLst>
              </a:custGeom>
              <a:grpFill/>
              <a:ln w="6350" cap="flat">
                <a:solidFill>
                  <a:schemeClr val="bg1"/>
                </a:solidFill>
                <a:prstDash val="solid"/>
                <a:miter/>
              </a:ln>
            </p:spPr>
            <p:txBody>
              <a:bodyPr rtlCol="0" anchor="ctr"/>
              <a:lstStyle/>
              <a:p>
                <a:endParaRPr lang="en-US"/>
              </a:p>
            </p:txBody>
          </p:sp>
          <p:sp>
            <p:nvSpPr>
              <p:cNvPr id="180" name="Freeform 959">
                <a:extLst>
                  <a:ext uri="{FF2B5EF4-FFF2-40B4-BE49-F238E27FC236}">
                    <a16:creationId xmlns:a16="http://schemas.microsoft.com/office/drawing/2014/main" id="{602566EC-7114-198C-CF7B-EEC12BDB78F1}"/>
                  </a:ext>
                </a:extLst>
              </p:cNvPr>
              <p:cNvSpPr/>
              <p:nvPr/>
            </p:nvSpPr>
            <p:spPr>
              <a:xfrm>
                <a:off x="6390357" y="2746676"/>
                <a:ext cx="4408" cy="3811"/>
              </a:xfrm>
              <a:custGeom>
                <a:avLst/>
                <a:gdLst>
                  <a:gd name="connsiteX0" fmla="*/ 0 w 4408"/>
                  <a:gd name="connsiteY0" fmla="*/ 2691 h 3811"/>
                  <a:gd name="connsiteX1" fmla="*/ 2995 w 4408"/>
                  <a:gd name="connsiteY1" fmla="*/ 3768 h 3811"/>
                  <a:gd name="connsiteX2" fmla="*/ 4409 w 4408"/>
                  <a:gd name="connsiteY2" fmla="*/ 2691 h 3811"/>
                  <a:gd name="connsiteX3" fmla="*/ 3365 w 4408"/>
                  <a:gd name="connsiteY3" fmla="*/ 0 h 3811"/>
                  <a:gd name="connsiteX4" fmla="*/ 0 w 4408"/>
                  <a:gd name="connsiteY4" fmla="*/ 1144 h 3811"/>
                  <a:gd name="connsiteX5" fmla="*/ 0 w 4408"/>
                  <a:gd name="connsiteY5" fmla="*/ 2691 h 3811"/>
                  <a:gd name="connsiteX6" fmla="*/ 0 w 4408"/>
                  <a:gd name="connsiteY6" fmla="*/ 2691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8" h="3811">
                    <a:moveTo>
                      <a:pt x="0" y="2691"/>
                    </a:moveTo>
                    <a:cubicBezTo>
                      <a:pt x="0" y="2691"/>
                      <a:pt x="2995" y="4070"/>
                      <a:pt x="2995" y="3768"/>
                    </a:cubicBezTo>
                    <a:cubicBezTo>
                      <a:pt x="2995" y="3465"/>
                      <a:pt x="4409" y="2691"/>
                      <a:pt x="4409" y="2691"/>
                    </a:cubicBezTo>
                    <a:lnTo>
                      <a:pt x="3365" y="0"/>
                    </a:lnTo>
                    <a:lnTo>
                      <a:pt x="0" y="1144"/>
                    </a:lnTo>
                    <a:lnTo>
                      <a:pt x="0" y="2691"/>
                    </a:lnTo>
                    <a:lnTo>
                      <a:pt x="0" y="2691"/>
                    </a:lnTo>
                    <a:close/>
                  </a:path>
                </a:pathLst>
              </a:custGeom>
              <a:grpFill/>
              <a:ln w="6350" cap="flat">
                <a:solidFill>
                  <a:schemeClr val="bg1"/>
                </a:solidFill>
                <a:prstDash val="solid"/>
                <a:miter/>
              </a:ln>
            </p:spPr>
            <p:txBody>
              <a:bodyPr rtlCol="0" anchor="ctr"/>
              <a:lstStyle/>
              <a:p>
                <a:endParaRPr lang="en-US"/>
              </a:p>
            </p:txBody>
          </p:sp>
          <p:sp>
            <p:nvSpPr>
              <p:cNvPr id="181" name="Freeform 960">
                <a:extLst>
                  <a:ext uri="{FF2B5EF4-FFF2-40B4-BE49-F238E27FC236}">
                    <a16:creationId xmlns:a16="http://schemas.microsoft.com/office/drawing/2014/main" id="{EE7AF78C-F3C8-67FD-12EE-3DBBE1024074}"/>
                  </a:ext>
                </a:extLst>
              </p:cNvPr>
              <p:cNvSpPr/>
              <p:nvPr/>
            </p:nvSpPr>
            <p:spPr>
              <a:xfrm>
                <a:off x="6386890" y="2754211"/>
                <a:ext cx="9973" cy="11673"/>
              </a:xfrm>
              <a:custGeom>
                <a:avLst/>
                <a:gdLst>
                  <a:gd name="connsiteX0" fmla="*/ 2726 w 9973"/>
                  <a:gd name="connsiteY0" fmla="*/ 841 h 11673"/>
                  <a:gd name="connsiteX1" fmla="*/ 1413 w 9973"/>
                  <a:gd name="connsiteY1" fmla="*/ 4070 h 11673"/>
                  <a:gd name="connsiteX2" fmla="*/ 0 w 9973"/>
                  <a:gd name="connsiteY2" fmla="*/ 6089 h 11673"/>
                  <a:gd name="connsiteX3" fmla="*/ 0 w 9973"/>
                  <a:gd name="connsiteY3" fmla="*/ 8410 h 11673"/>
                  <a:gd name="connsiteX4" fmla="*/ 1851 w 9973"/>
                  <a:gd name="connsiteY4" fmla="*/ 11034 h 11673"/>
                  <a:gd name="connsiteX5" fmla="*/ 4342 w 9973"/>
                  <a:gd name="connsiteY5" fmla="*/ 11673 h 11673"/>
                  <a:gd name="connsiteX6" fmla="*/ 5923 w 9973"/>
                  <a:gd name="connsiteY6" fmla="*/ 10933 h 11673"/>
                  <a:gd name="connsiteX7" fmla="*/ 7707 w 9973"/>
                  <a:gd name="connsiteY7" fmla="*/ 10193 h 11673"/>
                  <a:gd name="connsiteX8" fmla="*/ 9053 w 9973"/>
                  <a:gd name="connsiteY8" fmla="*/ 8107 h 11673"/>
                  <a:gd name="connsiteX9" fmla="*/ 9962 w 9973"/>
                  <a:gd name="connsiteY9" fmla="*/ 5786 h 11673"/>
                  <a:gd name="connsiteX10" fmla="*/ 7740 w 9973"/>
                  <a:gd name="connsiteY10" fmla="*/ 2456 h 11673"/>
                  <a:gd name="connsiteX11" fmla="*/ 5587 w 9973"/>
                  <a:gd name="connsiteY11" fmla="*/ 437 h 11673"/>
                  <a:gd name="connsiteX12" fmla="*/ 3702 w 9973"/>
                  <a:gd name="connsiteY12" fmla="*/ 0 h 11673"/>
                  <a:gd name="connsiteX13" fmla="*/ 2726 w 9973"/>
                  <a:gd name="connsiteY13" fmla="*/ 841 h 1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73" h="11673">
                    <a:moveTo>
                      <a:pt x="2726" y="841"/>
                    </a:moveTo>
                    <a:lnTo>
                      <a:pt x="1413" y="4070"/>
                    </a:lnTo>
                    <a:lnTo>
                      <a:pt x="0" y="6089"/>
                    </a:lnTo>
                    <a:lnTo>
                      <a:pt x="0" y="8410"/>
                    </a:lnTo>
                    <a:lnTo>
                      <a:pt x="1851" y="11034"/>
                    </a:lnTo>
                    <a:lnTo>
                      <a:pt x="4342" y="11673"/>
                    </a:lnTo>
                    <a:lnTo>
                      <a:pt x="5923" y="10933"/>
                    </a:lnTo>
                    <a:cubicBezTo>
                      <a:pt x="5923" y="10933"/>
                      <a:pt x="7471" y="10294"/>
                      <a:pt x="7707" y="10193"/>
                    </a:cubicBezTo>
                    <a:cubicBezTo>
                      <a:pt x="7909" y="10126"/>
                      <a:pt x="9053" y="8376"/>
                      <a:pt x="9053" y="8107"/>
                    </a:cubicBezTo>
                    <a:cubicBezTo>
                      <a:pt x="9053" y="7804"/>
                      <a:pt x="10096" y="6089"/>
                      <a:pt x="9962" y="5786"/>
                    </a:cubicBezTo>
                    <a:cubicBezTo>
                      <a:pt x="9827" y="5483"/>
                      <a:pt x="7740" y="2456"/>
                      <a:pt x="7740" y="2456"/>
                    </a:cubicBezTo>
                    <a:lnTo>
                      <a:pt x="5587" y="437"/>
                    </a:lnTo>
                    <a:lnTo>
                      <a:pt x="3702" y="0"/>
                    </a:lnTo>
                    <a:lnTo>
                      <a:pt x="2726" y="841"/>
                    </a:lnTo>
                    <a:close/>
                  </a:path>
                </a:pathLst>
              </a:custGeom>
              <a:grpFill/>
              <a:ln w="6350" cap="flat">
                <a:solidFill>
                  <a:schemeClr val="bg1"/>
                </a:solidFill>
                <a:prstDash val="solid"/>
                <a:miter/>
              </a:ln>
            </p:spPr>
            <p:txBody>
              <a:bodyPr rtlCol="0" anchor="ctr"/>
              <a:lstStyle/>
              <a:p>
                <a:endParaRPr lang="en-US"/>
              </a:p>
            </p:txBody>
          </p:sp>
          <p:sp>
            <p:nvSpPr>
              <p:cNvPr id="182" name="Freeform 961">
                <a:extLst>
                  <a:ext uri="{FF2B5EF4-FFF2-40B4-BE49-F238E27FC236}">
                    <a16:creationId xmlns:a16="http://schemas.microsoft.com/office/drawing/2014/main" id="{4DF76385-C7B9-AC43-9D2E-DB14663CEA47}"/>
                  </a:ext>
                </a:extLst>
              </p:cNvPr>
              <p:cNvSpPr/>
              <p:nvPr/>
            </p:nvSpPr>
            <p:spPr>
              <a:xfrm>
                <a:off x="6369457" y="2761141"/>
                <a:ext cx="13933" cy="13893"/>
              </a:xfrm>
              <a:custGeom>
                <a:avLst/>
                <a:gdLst>
                  <a:gd name="connsiteX0" fmla="*/ 4712 w 13933"/>
                  <a:gd name="connsiteY0" fmla="*/ 0 h 13893"/>
                  <a:gd name="connsiteX1" fmla="*/ 7942 w 13933"/>
                  <a:gd name="connsiteY1" fmla="*/ 1144 h 13893"/>
                  <a:gd name="connsiteX2" fmla="*/ 10029 w 13933"/>
                  <a:gd name="connsiteY2" fmla="*/ 3633 h 13893"/>
                  <a:gd name="connsiteX3" fmla="*/ 11880 w 13933"/>
                  <a:gd name="connsiteY3" fmla="*/ 6392 h 13893"/>
                  <a:gd name="connsiteX4" fmla="*/ 13933 w 13933"/>
                  <a:gd name="connsiteY4" fmla="*/ 9722 h 13893"/>
                  <a:gd name="connsiteX5" fmla="*/ 13933 w 13933"/>
                  <a:gd name="connsiteY5" fmla="*/ 11909 h 13893"/>
                  <a:gd name="connsiteX6" fmla="*/ 13125 w 13933"/>
                  <a:gd name="connsiteY6" fmla="*/ 13591 h 13893"/>
                  <a:gd name="connsiteX7" fmla="*/ 11039 w 13933"/>
                  <a:gd name="connsiteY7" fmla="*/ 13893 h 13893"/>
                  <a:gd name="connsiteX8" fmla="*/ 8212 w 13933"/>
                  <a:gd name="connsiteY8" fmla="*/ 13153 h 13893"/>
                  <a:gd name="connsiteX9" fmla="*/ 6428 w 13933"/>
                  <a:gd name="connsiteY9" fmla="*/ 10765 h 13893"/>
                  <a:gd name="connsiteX10" fmla="*/ 3669 w 13933"/>
                  <a:gd name="connsiteY10" fmla="*/ 7939 h 13893"/>
                  <a:gd name="connsiteX11" fmla="*/ 0 w 13933"/>
                  <a:gd name="connsiteY11" fmla="*/ 4743 h 13893"/>
                  <a:gd name="connsiteX12" fmla="*/ 741 w 13933"/>
                  <a:gd name="connsiteY12" fmla="*/ 2557 h 13893"/>
                  <a:gd name="connsiteX13" fmla="*/ 2322 w 13933"/>
                  <a:gd name="connsiteY13" fmla="*/ 471 h 13893"/>
                  <a:gd name="connsiteX14" fmla="*/ 4712 w 13933"/>
                  <a:gd name="connsiteY14" fmla="*/ 0 h 1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33" h="13893">
                    <a:moveTo>
                      <a:pt x="4712" y="0"/>
                    </a:moveTo>
                    <a:lnTo>
                      <a:pt x="7942" y="1144"/>
                    </a:lnTo>
                    <a:lnTo>
                      <a:pt x="10029" y="3633"/>
                    </a:lnTo>
                    <a:lnTo>
                      <a:pt x="11880" y="6392"/>
                    </a:lnTo>
                    <a:lnTo>
                      <a:pt x="13933" y="9722"/>
                    </a:lnTo>
                    <a:lnTo>
                      <a:pt x="13933" y="11909"/>
                    </a:lnTo>
                    <a:lnTo>
                      <a:pt x="13125" y="13591"/>
                    </a:lnTo>
                    <a:lnTo>
                      <a:pt x="11039" y="13893"/>
                    </a:lnTo>
                    <a:lnTo>
                      <a:pt x="8212" y="13153"/>
                    </a:lnTo>
                    <a:cubicBezTo>
                      <a:pt x="8212" y="13153"/>
                      <a:pt x="6428" y="10967"/>
                      <a:pt x="6428" y="10765"/>
                    </a:cubicBezTo>
                    <a:cubicBezTo>
                      <a:pt x="6428" y="10563"/>
                      <a:pt x="3870" y="8074"/>
                      <a:pt x="3669" y="7939"/>
                    </a:cubicBezTo>
                    <a:cubicBezTo>
                      <a:pt x="3467" y="7804"/>
                      <a:pt x="0" y="4743"/>
                      <a:pt x="0" y="4743"/>
                    </a:cubicBezTo>
                    <a:cubicBezTo>
                      <a:pt x="0" y="4743"/>
                      <a:pt x="505" y="2725"/>
                      <a:pt x="741" y="2557"/>
                    </a:cubicBezTo>
                    <a:cubicBezTo>
                      <a:pt x="942" y="2422"/>
                      <a:pt x="2322" y="471"/>
                      <a:pt x="2322" y="471"/>
                    </a:cubicBezTo>
                    <a:lnTo>
                      <a:pt x="4712" y="0"/>
                    </a:lnTo>
                    <a:close/>
                  </a:path>
                </a:pathLst>
              </a:custGeom>
              <a:grpFill/>
              <a:ln w="6350" cap="flat">
                <a:solidFill>
                  <a:schemeClr val="bg1"/>
                </a:solidFill>
                <a:prstDash val="solid"/>
                <a:miter/>
              </a:ln>
            </p:spPr>
            <p:txBody>
              <a:bodyPr rtlCol="0" anchor="ctr"/>
              <a:lstStyle/>
              <a:p>
                <a:endParaRPr lang="en-US"/>
              </a:p>
            </p:txBody>
          </p:sp>
          <p:sp>
            <p:nvSpPr>
              <p:cNvPr id="183" name="Freeform 962">
                <a:extLst>
                  <a:ext uri="{FF2B5EF4-FFF2-40B4-BE49-F238E27FC236}">
                    <a16:creationId xmlns:a16="http://schemas.microsoft.com/office/drawing/2014/main" id="{861B35FF-C6DD-FE38-4AAA-670479056E37}"/>
                  </a:ext>
                </a:extLst>
              </p:cNvPr>
              <p:cNvSpPr/>
              <p:nvPr/>
            </p:nvSpPr>
            <p:spPr>
              <a:xfrm>
                <a:off x="6383860" y="2679295"/>
                <a:ext cx="13462" cy="7737"/>
              </a:xfrm>
              <a:custGeom>
                <a:avLst/>
                <a:gdLst>
                  <a:gd name="connsiteX0" fmla="*/ 5251 w 13462"/>
                  <a:gd name="connsiteY0" fmla="*/ 6257 h 7737"/>
                  <a:gd name="connsiteX1" fmla="*/ 10367 w 13462"/>
                  <a:gd name="connsiteY1" fmla="*/ 7737 h 7737"/>
                  <a:gd name="connsiteX2" fmla="*/ 13463 w 13462"/>
                  <a:gd name="connsiteY2" fmla="*/ 7737 h 7737"/>
                  <a:gd name="connsiteX3" fmla="*/ 13463 w 13462"/>
                  <a:gd name="connsiteY3" fmla="*/ 5349 h 7737"/>
                  <a:gd name="connsiteX4" fmla="*/ 13463 w 13462"/>
                  <a:gd name="connsiteY4" fmla="*/ 3398 h 7737"/>
                  <a:gd name="connsiteX5" fmla="*/ 12218 w 13462"/>
                  <a:gd name="connsiteY5" fmla="*/ 1514 h 7737"/>
                  <a:gd name="connsiteX6" fmla="*/ 7742 w 13462"/>
                  <a:gd name="connsiteY6" fmla="*/ 0 h 7737"/>
                  <a:gd name="connsiteX7" fmla="*/ 3165 w 13462"/>
                  <a:gd name="connsiteY7" fmla="*/ 1144 h 7737"/>
                  <a:gd name="connsiteX8" fmla="*/ 1 w 13462"/>
                  <a:gd name="connsiteY8" fmla="*/ 2994 h 7737"/>
                  <a:gd name="connsiteX9" fmla="*/ 3165 w 13462"/>
                  <a:gd name="connsiteY9" fmla="*/ 5719 h 7737"/>
                  <a:gd name="connsiteX10" fmla="*/ 5251 w 13462"/>
                  <a:gd name="connsiteY10" fmla="*/ 625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2" h="7737">
                    <a:moveTo>
                      <a:pt x="5251" y="6257"/>
                    </a:moveTo>
                    <a:lnTo>
                      <a:pt x="10367" y="7737"/>
                    </a:lnTo>
                    <a:lnTo>
                      <a:pt x="13463" y="7737"/>
                    </a:lnTo>
                    <a:lnTo>
                      <a:pt x="13463" y="5349"/>
                    </a:lnTo>
                    <a:lnTo>
                      <a:pt x="13463" y="3398"/>
                    </a:lnTo>
                    <a:lnTo>
                      <a:pt x="12218" y="1514"/>
                    </a:lnTo>
                    <a:lnTo>
                      <a:pt x="7742" y="0"/>
                    </a:lnTo>
                    <a:cubicBezTo>
                      <a:pt x="7742" y="0"/>
                      <a:pt x="3400" y="1076"/>
                      <a:pt x="3165" y="1144"/>
                    </a:cubicBezTo>
                    <a:cubicBezTo>
                      <a:pt x="2963" y="1211"/>
                      <a:pt x="-66" y="2153"/>
                      <a:pt x="1" y="2994"/>
                    </a:cubicBezTo>
                    <a:cubicBezTo>
                      <a:pt x="68" y="3835"/>
                      <a:pt x="3165" y="5719"/>
                      <a:pt x="3165" y="5719"/>
                    </a:cubicBezTo>
                    <a:lnTo>
                      <a:pt x="5251" y="6257"/>
                    </a:lnTo>
                    <a:close/>
                  </a:path>
                </a:pathLst>
              </a:custGeom>
              <a:grpFill/>
              <a:ln w="6350" cap="flat">
                <a:solidFill>
                  <a:schemeClr val="bg1"/>
                </a:solidFill>
                <a:prstDash val="solid"/>
                <a:miter/>
              </a:ln>
            </p:spPr>
            <p:txBody>
              <a:bodyPr rtlCol="0" anchor="ctr"/>
              <a:lstStyle/>
              <a:p>
                <a:endParaRPr lang="en-US"/>
              </a:p>
            </p:txBody>
          </p:sp>
          <p:sp>
            <p:nvSpPr>
              <p:cNvPr id="184" name="Freeform 963">
                <a:extLst>
                  <a:ext uri="{FF2B5EF4-FFF2-40B4-BE49-F238E27FC236}">
                    <a16:creationId xmlns:a16="http://schemas.microsoft.com/office/drawing/2014/main" id="{3EB0B0CA-A795-6DC3-B90A-62D536CF567A}"/>
                  </a:ext>
                </a:extLst>
              </p:cNvPr>
              <p:cNvSpPr/>
              <p:nvPr/>
            </p:nvSpPr>
            <p:spPr>
              <a:xfrm>
                <a:off x="6293506" y="2985046"/>
                <a:ext cx="6636" cy="17013"/>
              </a:xfrm>
              <a:custGeom>
                <a:avLst/>
                <a:gdLst>
                  <a:gd name="connsiteX0" fmla="*/ 4637 w 6636"/>
                  <a:gd name="connsiteY0" fmla="*/ 0 h 17013"/>
                  <a:gd name="connsiteX1" fmla="*/ 2584 w 6636"/>
                  <a:gd name="connsiteY1" fmla="*/ 6055 h 17013"/>
                  <a:gd name="connsiteX2" fmla="*/ 26 w 6636"/>
                  <a:gd name="connsiteY2" fmla="*/ 11337 h 17013"/>
                  <a:gd name="connsiteX3" fmla="*/ 1439 w 6636"/>
                  <a:gd name="connsiteY3" fmla="*/ 16652 h 17013"/>
                  <a:gd name="connsiteX4" fmla="*/ 6420 w 6636"/>
                  <a:gd name="connsiteY4" fmla="*/ 16618 h 17013"/>
                  <a:gd name="connsiteX5" fmla="*/ 6353 w 6636"/>
                  <a:gd name="connsiteY5" fmla="*/ 12682 h 17013"/>
                  <a:gd name="connsiteX6" fmla="*/ 6454 w 6636"/>
                  <a:gd name="connsiteY6" fmla="*/ 10058 h 17013"/>
                  <a:gd name="connsiteX7" fmla="*/ 6454 w 6636"/>
                  <a:gd name="connsiteY7" fmla="*/ 5281 h 17013"/>
                  <a:gd name="connsiteX8" fmla="*/ 4637 w 6636"/>
                  <a:gd name="connsiteY8" fmla="*/ 0 h 1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6" h="17013">
                    <a:moveTo>
                      <a:pt x="4637" y="0"/>
                    </a:moveTo>
                    <a:lnTo>
                      <a:pt x="2584" y="6055"/>
                    </a:lnTo>
                    <a:lnTo>
                      <a:pt x="26" y="11337"/>
                    </a:lnTo>
                    <a:cubicBezTo>
                      <a:pt x="26" y="11337"/>
                      <a:pt x="-311" y="16214"/>
                      <a:pt x="1439" y="16652"/>
                    </a:cubicBezTo>
                    <a:cubicBezTo>
                      <a:pt x="3189" y="17089"/>
                      <a:pt x="6286" y="17190"/>
                      <a:pt x="6420" y="16618"/>
                    </a:cubicBezTo>
                    <a:cubicBezTo>
                      <a:pt x="6555" y="16046"/>
                      <a:pt x="5781" y="13994"/>
                      <a:pt x="6353" y="12682"/>
                    </a:cubicBezTo>
                    <a:cubicBezTo>
                      <a:pt x="6925" y="11370"/>
                      <a:pt x="6454" y="11068"/>
                      <a:pt x="6454" y="10058"/>
                    </a:cubicBezTo>
                    <a:cubicBezTo>
                      <a:pt x="6454" y="9049"/>
                      <a:pt x="6454" y="5281"/>
                      <a:pt x="6454" y="5281"/>
                    </a:cubicBezTo>
                    <a:lnTo>
                      <a:pt x="4637" y="0"/>
                    </a:lnTo>
                    <a:close/>
                  </a:path>
                </a:pathLst>
              </a:custGeom>
              <a:grpFill/>
              <a:ln w="6350" cap="flat">
                <a:solidFill>
                  <a:schemeClr val="bg1"/>
                </a:solidFill>
                <a:prstDash val="solid"/>
                <a:miter/>
              </a:ln>
            </p:spPr>
            <p:txBody>
              <a:bodyPr rtlCol="0" anchor="ctr"/>
              <a:lstStyle/>
              <a:p>
                <a:endParaRPr lang="en-US"/>
              </a:p>
            </p:txBody>
          </p:sp>
          <p:sp>
            <p:nvSpPr>
              <p:cNvPr id="185" name="Freeform 964">
                <a:extLst>
                  <a:ext uri="{FF2B5EF4-FFF2-40B4-BE49-F238E27FC236}">
                    <a16:creationId xmlns:a16="http://schemas.microsoft.com/office/drawing/2014/main" id="{A412F234-8E95-0D07-6CE8-B6DD69753557}"/>
                  </a:ext>
                </a:extLst>
              </p:cNvPr>
              <p:cNvSpPr/>
              <p:nvPr/>
            </p:nvSpPr>
            <p:spPr>
              <a:xfrm>
                <a:off x="6303999" y="2993355"/>
                <a:ext cx="8514" cy="10024"/>
              </a:xfrm>
              <a:custGeom>
                <a:avLst/>
                <a:gdLst>
                  <a:gd name="connsiteX0" fmla="*/ 1009 w 8514"/>
                  <a:gd name="connsiteY0" fmla="*/ 1615 h 10024"/>
                  <a:gd name="connsiteX1" fmla="*/ 0 w 8514"/>
                  <a:gd name="connsiteY1" fmla="*/ 6257 h 10024"/>
                  <a:gd name="connsiteX2" fmla="*/ 2591 w 8514"/>
                  <a:gd name="connsiteY2" fmla="*/ 10025 h 10024"/>
                  <a:gd name="connsiteX3" fmla="*/ 5486 w 8514"/>
                  <a:gd name="connsiteY3" fmla="*/ 10025 h 10024"/>
                  <a:gd name="connsiteX4" fmla="*/ 8515 w 8514"/>
                  <a:gd name="connsiteY4" fmla="*/ 3633 h 10024"/>
                  <a:gd name="connsiteX5" fmla="*/ 4241 w 8514"/>
                  <a:gd name="connsiteY5" fmla="*/ 0 h 10024"/>
                  <a:gd name="connsiteX6" fmla="*/ 1009 w 8514"/>
                  <a:gd name="connsiteY6" fmla="*/ 1615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4" h="10024">
                    <a:moveTo>
                      <a:pt x="1009" y="1615"/>
                    </a:moveTo>
                    <a:lnTo>
                      <a:pt x="0" y="6257"/>
                    </a:lnTo>
                    <a:cubicBezTo>
                      <a:pt x="0" y="6257"/>
                      <a:pt x="2188" y="10025"/>
                      <a:pt x="2591" y="10025"/>
                    </a:cubicBezTo>
                    <a:cubicBezTo>
                      <a:pt x="3029" y="10025"/>
                      <a:pt x="5486" y="10025"/>
                      <a:pt x="5486" y="10025"/>
                    </a:cubicBezTo>
                    <a:lnTo>
                      <a:pt x="8515" y="3633"/>
                    </a:lnTo>
                    <a:lnTo>
                      <a:pt x="4241" y="0"/>
                    </a:lnTo>
                    <a:lnTo>
                      <a:pt x="1009" y="1615"/>
                    </a:lnTo>
                    <a:close/>
                  </a:path>
                </a:pathLst>
              </a:custGeom>
              <a:grpFill/>
              <a:ln w="6350" cap="flat">
                <a:solidFill>
                  <a:schemeClr val="bg1"/>
                </a:solidFill>
                <a:prstDash val="solid"/>
                <a:miter/>
              </a:ln>
            </p:spPr>
            <p:txBody>
              <a:bodyPr rtlCol="0" anchor="ctr"/>
              <a:lstStyle/>
              <a:p>
                <a:endParaRPr lang="en-US"/>
              </a:p>
            </p:txBody>
          </p:sp>
        </p:grpSp>
        <p:grpSp>
          <p:nvGrpSpPr>
            <p:cNvPr id="25" name="Graphic 11">
              <a:extLst>
                <a:ext uri="{FF2B5EF4-FFF2-40B4-BE49-F238E27FC236}">
                  <a16:creationId xmlns:a16="http://schemas.microsoft.com/office/drawing/2014/main" id="{B0C9F582-D3D4-8D2A-01B9-FA37BBB4F0A3}"/>
                </a:ext>
              </a:extLst>
            </p:cNvPr>
            <p:cNvGrpSpPr/>
            <p:nvPr/>
          </p:nvGrpSpPr>
          <p:grpSpPr>
            <a:xfrm>
              <a:off x="8062252" y="3205115"/>
              <a:ext cx="235051" cy="285269"/>
              <a:chOff x="5786997" y="2961498"/>
              <a:chExt cx="451274" cy="547687"/>
            </a:xfrm>
            <a:grpFill/>
          </p:grpSpPr>
          <p:sp>
            <p:nvSpPr>
              <p:cNvPr id="165" name="Freeform 944">
                <a:extLst>
                  <a:ext uri="{FF2B5EF4-FFF2-40B4-BE49-F238E27FC236}">
                    <a16:creationId xmlns:a16="http://schemas.microsoft.com/office/drawing/2014/main" id="{BB93A344-7081-2C73-29A4-E9FCB72757DF}"/>
                  </a:ext>
                </a:extLst>
              </p:cNvPr>
              <p:cNvSpPr/>
              <p:nvPr/>
            </p:nvSpPr>
            <p:spPr>
              <a:xfrm>
                <a:off x="5786997" y="2961498"/>
                <a:ext cx="451274" cy="536619"/>
              </a:xfrm>
              <a:custGeom>
                <a:avLst/>
                <a:gdLst>
                  <a:gd name="connsiteX0" fmla="*/ 451005 w 451274"/>
                  <a:gd name="connsiteY0" fmla="*/ 110977 h 536619"/>
                  <a:gd name="connsiteX1" fmla="*/ 449255 w 451274"/>
                  <a:gd name="connsiteY1" fmla="*/ 109228 h 536619"/>
                  <a:gd name="connsiteX2" fmla="*/ 445116 w 451274"/>
                  <a:gd name="connsiteY2" fmla="*/ 105326 h 536619"/>
                  <a:gd name="connsiteX3" fmla="*/ 445116 w 451274"/>
                  <a:gd name="connsiteY3" fmla="*/ 100313 h 536619"/>
                  <a:gd name="connsiteX4" fmla="*/ 441649 w 451274"/>
                  <a:gd name="connsiteY4" fmla="*/ 93787 h 536619"/>
                  <a:gd name="connsiteX5" fmla="*/ 440572 w 451274"/>
                  <a:gd name="connsiteY5" fmla="*/ 88371 h 536619"/>
                  <a:gd name="connsiteX6" fmla="*/ 437510 w 451274"/>
                  <a:gd name="connsiteY6" fmla="*/ 84032 h 536619"/>
                  <a:gd name="connsiteX7" fmla="*/ 427514 w 451274"/>
                  <a:gd name="connsiteY7" fmla="*/ 82283 h 536619"/>
                  <a:gd name="connsiteX8" fmla="*/ 416643 w 451274"/>
                  <a:gd name="connsiteY8" fmla="*/ 83796 h 536619"/>
                  <a:gd name="connsiteX9" fmla="*/ 410350 w 451274"/>
                  <a:gd name="connsiteY9" fmla="*/ 87059 h 536619"/>
                  <a:gd name="connsiteX10" fmla="*/ 405134 w 451274"/>
                  <a:gd name="connsiteY10" fmla="*/ 93787 h 536619"/>
                  <a:gd name="connsiteX11" fmla="*/ 401432 w 451274"/>
                  <a:gd name="connsiteY11" fmla="*/ 99203 h 536619"/>
                  <a:gd name="connsiteX12" fmla="*/ 394701 w 451274"/>
                  <a:gd name="connsiteY12" fmla="*/ 100953 h 536619"/>
                  <a:gd name="connsiteX13" fmla="*/ 387533 w 451274"/>
                  <a:gd name="connsiteY13" fmla="*/ 102029 h 536619"/>
                  <a:gd name="connsiteX14" fmla="*/ 381206 w 451274"/>
                  <a:gd name="connsiteY14" fmla="*/ 100280 h 536619"/>
                  <a:gd name="connsiteX15" fmla="*/ 378580 w 451274"/>
                  <a:gd name="connsiteY15" fmla="*/ 94830 h 536619"/>
                  <a:gd name="connsiteX16" fmla="*/ 375114 w 451274"/>
                  <a:gd name="connsiteY16" fmla="*/ 87867 h 536619"/>
                  <a:gd name="connsiteX17" fmla="*/ 370772 w 451274"/>
                  <a:gd name="connsiteY17" fmla="*/ 80264 h 536619"/>
                  <a:gd name="connsiteX18" fmla="*/ 368820 w 451274"/>
                  <a:gd name="connsiteY18" fmla="*/ 71350 h 536619"/>
                  <a:gd name="connsiteX19" fmla="*/ 364681 w 451274"/>
                  <a:gd name="connsiteY19" fmla="*/ 64386 h 536619"/>
                  <a:gd name="connsiteX20" fmla="*/ 358589 w 451274"/>
                  <a:gd name="connsiteY20" fmla="*/ 65463 h 536619"/>
                  <a:gd name="connsiteX21" fmla="*/ 355965 w 451274"/>
                  <a:gd name="connsiteY21" fmla="*/ 68087 h 536619"/>
                  <a:gd name="connsiteX22" fmla="*/ 354214 w 451274"/>
                  <a:gd name="connsiteY22" fmla="*/ 73503 h 536619"/>
                  <a:gd name="connsiteX23" fmla="*/ 350310 w 451274"/>
                  <a:gd name="connsiteY23" fmla="*/ 80029 h 536619"/>
                  <a:gd name="connsiteX24" fmla="*/ 346171 w 451274"/>
                  <a:gd name="connsiteY24" fmla="*/ 81105 h 536619"/>
                  <a:gd name="connsiteX25" fmla="*/ 342469 w 451274"/>
                  <a:gd name="connsiteY25" fmla="*/ 84368 h 536619"/>
                  <a:gd name="connsiteX26" fmla="*/ 342469 w 451274"/>
                  <a:gd name="connsiteY26" fmla="*/ 87396 h 536619"/>
                  <a:gd name="connsiteX27" fmla="*/ 335502 w 451274"/>
                  <a:gd name="connsiteY27" fmla="*/ 95234 h 536619"/>
                  <a:gd name="connsiteX28" fmla="*/ 329849 w 451274"/>
                  <a:gd name="connsiteY28" fmla="*/ 98261 h 536619"/>
                  <a:gd name="connsiteX29" fmla="*/ 322882 w 451274"/>
                  <a:gd name="connsiteY29" fmla="*/ 98261 h 536619"/>
                  <a:gd name="connsiteX30" fmla="*/ 322243 w 451274"/>
                  <a:gd name="connsiteY30" fmla="*/ 93485 h 536619"/>
                  <a:gd name="connsiteX31" fmla="*/ 320290 w 451274"/>
                  <a:gd name="connsiteY31" fmla="*/ 88472 h 536619"/>
                  <a:gd name="connsiteX32" fmla="*/ 310295 w 451274"/>
                  <a:gd name="connsiteY32" fmla="*/ 88910 h 536619"/>
                  <a:gd name="connsiteX33" fmla="*/ 305718 w 451274"/>
                  <a:gd name="connsiteY33" fmla="*/ 90861 h 536619"/>
                  <a:gd name="connsiteX34" fmla="*/ 298752 w 451274"/>
                  <a:gd name="connsiteY34" fmla="*/ 93451 h 536619"/>
                  <a:gd name="connsiteX35" fmla="*/ 291583 w 451274"/>
                  <a:gd name="connsiteY35" fmla="*/ 90861 h 536619"/>
                  <a:gd name="connsiteX36" fmla="*/ 290271 w 451274"/>
                  <a:gd name="connsiteY36" fmla="*/ 84772 h 536619"/>
                  <a:gd name="connsiteX37" fmla="*/ 290069 w 451274"/>
                  <a:gd name="connsiteY37" fmla="*/ 74983 h 536619"/>
                  <a:gd name="connsiteX38" fmla="*/ 287040 w 451274"/>
                  <a:gd name="connsiteY38" fmla="*/ 65631 h 536619"/>
                  <a:gd name="connsiteX39" fmla="*/ 283977 w 451274"/>
                  <a:gd name="connsiteY39" fmla="*/ 56952 h 536619"/>
                  <a:gd name="connsiteX40" fmla="*/ 279400 w 451274"/>
                  <a:gd name="connsiteY40" fmla="*/ 47163 h 536619"/>
                  <a:gd name="connsiteX41" fmla="*/ 270482 w 451274"/>
                  <a:gd name="connsiteY41" fmla="*/ 33909 h 536619"/>
                  <a:gd name="connsiteX42" fmla="*/ 271559 w 451274"/>
                  <a:gd name="connsiteY42" fmla="*/ 24557 h 536619"/>
                  <a:gd name="connsiteX43" fmla="*/ 275261 w 451274"/>
                  <a:gd name="connsiteY43" fmla="*/ 17392 h 536619"/>
                  <a:gd name="connsiteX44" fmla="*/ 276338 w 451274"/>
                  <a:gd name="connsiteY44" fmla="*/ 7838 h 536619"/>
                  <a:gd name="connsiteX45" fmla="*/ 269371 w 451274"/>
                  <a:gd name="connsiteY45" fmla="*/ 0 h 536619"/>
                  <a:gd name="connsiteX46" fmla="*/ 262203 w 451274"/>
                  <a:gd name="connsiteY46" fmla="*/ 875 h 536619"/>
                  <a:gd name="connsiteX47" fmla="*/ 251770 w 451274"/>
                  <a:gd name="connsiteY47" fmla="*/ 5012 h 536619"/>
                  <a:gd name="connsiteX48" fmla="*/ 243726 w 451274"/>
                  <a:gd name="connsiteY48" fmla="*/ 7838 h 536619"/>
                  <a:gd name="connsiteX49" fmla="*/ 237197 w 451274"/>
                  <a:gd name="connsiteY49" fmla="*/ 5651 h 536619"/>
                  <a:gd name="connsiteX50" fmla="*/ 233496 w 451274"/>
                  <a:gd name="connsiteY50" fmla="*/ 6089 h 536619"/>
                  <a:gd name="connsiteX51" fmla="*/ 231981 w 451274"/>
                  <a:gd name="connsiteY51" fmla="*/ 7603 h 536619"/>
                  <a:gd name="connsiteX52" fmla="*/ 233496 w 451274"/>
                  <a:gd name="connsiteY52" fmla="*/ 13019 h 536619"/>
                  <a:gd name="connsiteX53" fmla="*/ 234135 w 451274"/>
                  <a:gd name="connsiteY53" fmla="*/ 16921 h 536619"/>
                  <a:gd name="connsiteX54" fmla="*/ 233697 w 451274"/>
                  <a:gd name="connsiteY54" fmla="*/ 24322 h 536619"/>
                  <a:gd name="connsiteX55" fmla="*/ 233260 w 451274"/>
                  <a:gd name="connsiteY55" fmla="*/ 24322 h 536619"/>
                  <a:gd name="connsiteX56" fmla="*/ 229995 w 451274"/>
                  <a:gd name="connsiteY56" fmla="*/ 25835 h 536619"/>
                  <a:gd name="connsiteX57" fmla="*/ 225014 w 451274"/>
                  <a:gd name="connsiteY57" fmla="*/ 29536 h 536619"/>
                  <a:gd name="connsiteX58" fmla="*/ 220000 w 451274"/>
                  <a:gd name="connsiteY58" fmla="*/ 29536 h 536619"/>
                  <a:gd name="connsiteX59" fmla="*/ 214582 w 451274"/>
                  <a:gd name="connsiteY59" fmla="*/ 32361 h 536619"/>
                  <a:gd name="connsiteX60" fmla="*/ 212832 w 451274"/>
                  <a:gd name="connsiteY60" fmla="*/ 33673 h 536619"/>
                  <a:gd name="connsiteX61" fmla="*/ 211754 w 451274"/>
                  <a:gd name="connsiteY61" fmla="*/ 39089 h 536619"/>
                  <a:gd name="connsiteX62" fmla="*/ 208726 w 451274"/>
                  <a:gd name="connsiteY62" fmla="*/ 41915 h 536619"/>
                  <a:gd name="connsiteX63" fmla="*/ 205697 w 451274"/>
                  <a:gd name="connsiteY63" fmla="*/ 40166 h 536619"/>
                  <a:gd name="connsiteX64" fmla="*/ 202634 w 451274"/>
                  <a:gd name="connsiteY64" fmla="*/ 37777 h 536619"/>
                  <a:gd name="connsiteX65" fmla="*/ 195466 w 451274"/>
                  <a:gd name="connsiteY65" fmla="*/ 41915 h 536619"/>
                  <a:gd name="connsiteX66" fmla="*/ 185235 w 451274"/>
                  <a:gd name="connsiteY66" fmla="*/ 46927 h 536619"/>
                  <a:gd name="connsiteX67" fmla="*/ 179816 w 451274"/>
                  <a:gd name="connsiteY67" fmla="*/ 52141 h 536619"/>
                  <a:gd name="connsiteX68" fmla="*/ 176788 w 451274"/>
                  <a:gd name="connsiteY68" fmla="*/ 55405 h 536619"/>
                  <a:gd name="connsiteX69" fmla="*/ 170932 w 451274"/>
                  <a:gd name="connsiteY69" fmla="*/ 58230 h 536619"/>
                  <a:gd name="connsiteX70" fmla="*/ 167667 w 451274"/>
                  <a:gd name="connsiteY70" fmla="*/ 60181 h 536619"/>
                  <a:gd name="connsiteX71" fmla="*/ 161576 w 451274"/>
                  <a:gd name="connsiteY71" fmla="*/ 59307 h 536619"/>
                  <a:gd name="connsiteX72" fmla="*/ 158109 w 451274"/>
                  <a:gd name="connsiteY72" fmla="*/ 53016 h 536619"/>
                  <a:gd name="connsiteX73" fmla="*/ 157234 w 451274"/>
                  <a:gd name="connsiteY73" fmla="*/ 47566 h 536619"/>
                  <a:gd name="connsiteX74" fmla="*/ 152017 w 451274"/>
                  <a:gd name="connsiteY74" fmla="*/ 45178 h 536619"/>
                  <a:gd name="connsiteX75" fmla="*/ 150268 w 451274"/>
                  <a:gd name="connsiteY75" fmla="*/ 45178 h 536619"/>
                  <a:gd name="connsiteX76" fmla="*/ 147676 w 451274"/>
                  <a:gd name="connsiteY76" fmla="*/ 48004 h 536619"/>
                  <a:gd name="connsiteX77" fmla="*/ 145287 w 451274"/>
                  <a:gd name="connsiteY77" fmla="*/ 50392 h 536619"/>
                  <a:gd name="connsiteX78" fmla="*/ 140508 w 451274"/>
                  <a:gd name="connsiteY78" fmla="*/ 53218 h 536619"/>
                  <a:gd name="connsiteX79" fmla="*/ 135291 w 451274"/>
                  <a:gd name="connsiteY79" fmla="*/ 54967 h 536619"/>
                  <a:gd name="connsiteX80" fmla="*/ 131589 w 451274"/>
                  <a:gd name="connsiteY80" fmla="*/ 58028 h 536619"/>
                  <a:gd name="connsiteX81" fmla="*/ 130950 w 451274"/>
                  <a:gd name="connsiteY81" fmla="*/ 60215 h 536619"/>
                  <a:gd name="connsiteX82" fmla="*/ 130513 w 451274"/>
                  <a:gd name="connsiteY82" fmla="*/ 67380 h 536619"/>
                  <a:gd name="connsiteX83" fmla="*/ 127685 w 451274"/>
                  <a:gd name="connsiteY83" fmla="*/ 71955 h 536619"/>
                  <a:gd name="connsiteX84" fmla="*/ 120719 w 451274"/>
                  <a:gd name="connsiteY84" fmla="*/ 77169 h 536619"/>
                  <a:gd name="connsiteX85" fmla="*/ 115502 w 451274"/>
                  <a:gd name="connsiteY85" fmla="*/ 79558 h 536619"/>
                  <a:gd name="connsiteX86" fmla="*/ 107896 w 451274"/>
                  <a:gd name="connsiteY86" fmla="*/ 83460 h 536619"/>
                  <a:gd name="connsiteX87" fmla="*/ 103757 w 451274"/>
                  <a:gd name="connsiteY87" fmla="*/ 87598 h 536619"/>
                  <a:gd name="connsiteX88" fmla="*/ 102680 w 451274"/>
                  <a:gd name="connsiteY88" fmla="*/ 92173 h 536619"/>
                  <a:gd name="connsiteX89" fmla="*/ 101368 w 451274"/>
                  <a:gd name="connsiteY89" fmla="*/ 95436 h 536619"/>
                  <a:gd name="connsiteX90" fmla="*/ 107661 w 451274"/>
                  <a:gd name="connsiteY90" fmla="*/ 98901 h 536619"/>
                  <a:gd name="connsiteX91" fmla="*/ 111565 w 451274"/>
                  <a:gd name="connsiteY91" fmla="*/ 100852 h 536619"/>
                  <a:gd name="connsiteX92" fmla="*/ 113752 w 451274"/>
                  <a:gd name="connsiteY92" fmla="*/ 104989 h 536619"/>
                  <a:gd name="connsiteX93" fmla="*/ 113551 w 451274"/>
                  <a:gd name="connsiteY93" fmla="*/ 110843 h 536619"/>
                  <a:gd name="connsiteX94" fmla="*/ 115940 w 451274"/>
                  <a:gd name="connsiteY94" fmla="*/ 114745 h 536619"/>
                  <a:gd name="connsiteX95" fmla="*/ 119204 w 451274"/>
                  <a:gd name="connsiteY95" fmla="*/ 115821 h 536619"/>
                  <a:gd name="connsiteX96" fmla="*/ 121594 w 451274"/>
                  <a:gd name="connsiteY96" fmla="*/ 120834 h 536619"/>
                  <a:gd name="connsiteX97" fmla="*/ 121594 w 451274"/>
                  <a:gd name="connsiteY97" fmla="*/ 124971 h 536619"/>
                  <a:gd name="connsiteX98" fmla="*/ 118666 w 451274"/>
                  <a:gd name="connsiteY98" fmla="*/ 129748 h 536619"/>
                  <a:gd name="connsiteX99" fmla="*/ 114627 w 451274"/>
                  <a:gd name="connsiteY99" fmla="*/ 133650 h 536619"/>
                  <a:gd name="connsiteX100" fmla="*/ 112238 w 451274"/>
                  <a:gd name="connsiteY100" fmla="*/ 139302 h 536619"/>
                  <a:gd name="connsiteX101" fmla="*/ 109646 w 451274"/>
                  <a:gd name="connsiteY101" fmla="*/ 144516 h 536619"/>
                  <a:gd name="connsiteX102" fmla="*/ 106820 w 451274"/>
                  <a:gd name="connsiteY102" fmla="*/ 146904 h 536619"/>
                  <a:gd name="connsiteX103" fmla="*/ 100526 w 451274"/>
                  <a:gd name="connsiteY103" fmla="*/ 153430 h 536619"/>
                  <a:gd name="connsiteX104" fmla="*/ 93997 w 451274"/>
                  <a:gd name="connsiteY104" fmla="*/ 154069 h 536619"/>
                  <a:gd name="connsiteX105" fmla="*/ 84877 w 451274"/>
                  <a:gd name="connsiteY105" fmla="*/ 155146 h 536619"/>
                  <a:gd name="connsiteX106" fmla="*/ 73804 w 451274"/>
                  <a:gd name="connsiteY106" fmla="*/ 162749 h 536619"/>
                  <a:gd name="connsiteX107" fmla="*/ 69463 w 451274"/>
                  <a:gd name="connsiteY107" fmla="*/ 168165 h 536619"/>
                  <a:gd name="connsiteX108" fmla="*/ 64684 w 451274"/>
                  <a:gd name="connsiteY108" fmla="*/ 172504 h 536619"/>
                  <a:gd name="connsiteX109" fmla="*/ 60780 w 451274"/>
                  <a:gd name="connsiteY109" fmla="*/ 180544 h 536619"/>
                  <a:gd name="connsiteX110" fmla="*/ 58593 w 451274"/>
                  <a:gd name="connsiteY110" fmla="*/ 183370 h 536619"/>
                  <a:gd name="connsiteX111" fmla="*/ 54689 w 451274"/>
                  <a:gd name="connsiteY111" fmla="*/ 185556 h 536619"/>
                  <a:gd name="connsiteX112" fmla="*/ 55126 w 451274"/>
                  <a:gd name="connsiteY112" fmla="*/ 191847 h 536619"/>
                  <a:gd name="connsiteX113" fmla="*/ 59703 w 451274"/>
                  <a:gd name="connsiteY113" fmla="*/ 195547 h 536619"/>
                  <a:gd name="connsiteX114" fmla="*/ 63170 w 451274"/>
                  <a:gd name="connsiteY114" fmla="*/ 203150 h 536619"/>
                  <a:gd name="connsiteX115" fmla="*/ 67747 w 451274"/>
                  <a:gd name="connsiteY115" fmla="*/ 209003 h 536619"/>
                  <a:gd name="connsiteX116" fmla="*/ 72088 w 451274"/>
                  <a:gd name="connsiteY116" fmla="*/ 215092 h 536619"/>
                  <a:gd name="connsiteX117" fmla="*/ 72728 w 451274"/>
                  <a:gd name="connsiteY117" fmla="*/ 220945 h 536619"/>
                  <a:gd name="connsiteX118" fmla="*/ 69699 w 451274"/>
                  <a:gd name="connsiteY118" fmla="*/ 225924 h 536619"/>
                  <a:gd name="connsiteX119" fmla="*/ 63843 w 451274"/>
                  <a:gd name="connsiteY119" fmla="*/ 228951 h 536619"/>
                  <a:gd name="connsiteX120" fmla="*/ 60578 w 451274"/>
                  <a:gd name="connsiteY120" fmla="*/ 231777 h 536619"/>
                  <a:gd name="connsiteX121" fmla="*/ 53410 w 451274"/>
                  <a:gd name="connsiteY121" fmla="*/ 236117 h 536619"/>
                  <a:gd name="connsiteX122" fmla="*/ 49708 w 451274"/>
                  <a:gd name="connsiteY122" fmla="*/ 241331 h 536619"/>
                  <a:gd name="connsiteX123" fmla="*/ 46881 w 451274"/>
                  <a:gd name="connsiteY123" fmla="*/ 247621 h 536619"/>
                  <a:gd name="connsiteX124" fmla="*/ 46881 w 451274"/>
                  <a:gd name="connsiteY124" fmla="*/ 250884 h 536619"/>
                  <a:gd name="connsiteX125" fmla="*/ 49506 w 451274"/>
                  <a:gd name="connsiteY125" fmla="*/ 255459 h 536619"/>
                  <a:gd name="connsiteX126" fmla="*/ 54722 w 451274"/>
                  <a:gd name="connsiteY126" fmla="*/ 255459 h 536619"/>
                  <a:gd name="connsiteX127" fmla="*/ 60376 w 451274"/>
                  <a:gd name="connsiteY127" fmla="*/ 255459 h 536619"/>
                  <a:gd name="connsiteX128" fmla="*/ 63203 w 451274"/>
                  <a:gd name="connsiteY128" fmla="*/ 257511 h 536619"/>
                  <a:gd name="connsiteX129" fmla="*/ 61891 w 451274"/>
                  <a:gd name="connsiteY129" fmla="*/ 261548 h 536619"/>
                  <a:gd name="connsiteX130" fmla="*/ 57112 w 451274"/>
                  <a:gd name="connsiteY130" fmla="*/ 264374 h 536619"/>
                  <a:gd name="connsiteX131" fmla="*/ 54958 w 451274"/>
                  <a:gd name="connsiteY131" fmla="*/ 265888 h 536619"/>
                  <a:gd name="connsiteX132" fmla="*/ 53006 w 451274"/>
                  <a:gd name="connsiteY132" fmla="*/ 268713 h 536619"/>
                  <a:gd name="connsiteX133" fmla="*/ 50179 w 451274"/>
                  <a:gd name="connsiteY133" fmla="*/ 274163 h 536619"/>
                  <a:gd name="connsiteX134" fmla="*/ 47352 w 451274"/>
                  <a:gd name="connsiteY134" fmla="*/ 279579 h 536619"/>
                  <a:gd name="connsiteX135" fmla="*/ 42775 w 451274"/>
                  <a:gd name="connsiteY135" fmla="*/ 282842 h 536619"/>
                  <a:gd name="connsiteX136" fmla="*/ 36044 w 451274"/>
                  <a:gd name="connsiteY136" fmla="*/ 287182 h 536619"/>
                  <a:gd name="connsiteX137" fmla="*/ 32342 w 451274"/>
                  <a:gd name="connsiteY137" fmla="*/ 288056 h 536619"/>
                  <a:gd name="connsiteX138" fmla="*/ 28203 w 451274"/>
                  <a:gd name="connsiteY138" fmla="*/ 291084 h 536619"/>
                  <a:gd name="connsiteX139" fmla="*/ 26049 w 451274"/>
                  <a:gd name="connsiteY139" fmla="*/ 296096 h 536619"/>
                  <a:gd name="connsiteX140" fmla="*/ 27361 w 451274"/>
                  <a:gd name="connsiteY140" fmla="*/ 301310 h 536619"/>
                  <a:gd name="connsiteX141" fmla="*/ 23895 w 451274"/>
                  <a:gd name="connsiteY141" fmla="*/ 310427 h 536619"/>
                  <a:gd name="connsiteX142" fmla="*/ 18241 w 451274"/>
                  <a:gd name="connsiteY142" fmla="*/ 313690 h 536619"/>
                  <a:gd name="connsiteX143" fmla="*/ 18443 w 451274"/>
                  <a:gd name="connsiteY143" fmla="*/ 320216 h 536619"/>
                  <a:gd name="connsiteX144" fmla="*/ 20193 w 451274"/>
                  <a:gd name="connsiteY144" fmla="*/ 325665 h 536619"/>
                  <a:gd name="connsiteX145" fmla="*/ 18039 w 451274"/>
                  <a:gd name="connsiteY145" fmla="*/ 331519 h 536619"/>
                  <a:gd name="connsiteX146" fmla="*/ 16928 w 451274"/>
                  <a:gd name="connsiteY146" fmla="*/ 342149 h 536619"/>
                  <a:gd name="connsiteX147" fmla="*/ 13899 w 451274"/>
                  <a:gd name="connsiteY147" fmla="*/ 354091 h 536619"/>
                  <a:gd name="connsiteX148" fmla="*/ 10635 w 451274"/>
                  <a:gd name="connsiteY148" fmla="*/ 361693 h 536619"/>
                  <a:gd name="connsiteX149" fmla="*/ 0 w 451274"/>
                  <a:gd name="connsiteY149" fmla="*/ 369296 h 536619"/>
                  <a:gd name="connsiteX150" fmla="*/ 0 w 451274"/>
                  <a:gd name="connsiteY150" fmla="*/ 376899 h 536619"/>
                  <a:gd name="connsiteX151" fmla="*/ 6966 w 451274"/>
                  <a:gd name="connsiteY151" fmla="*/ 383189 h 536619"/>
                  <a:gd name="connsiteX152" fmla="*/ 6966 w 451274"/>
                  <a:gd name="connsiteY152" fmla="*/ 390590 h 536619"/>
                  <a:gd name="connsiteX153" fmla="*/ 8919 w 451274"/>
                  <a:gd name="connsiteY153" fmla="*/ 400783 h 536619"/>
                  <a:gd name="connsiteX154" fmla="*/ 20664 w 451274"/>
                  <a:gd name="connsiteY154" fmla="*/ 407746 h 536619"/>
                  <a:gd name="connsiteX155" fmla="*/ 31736 w 451274"/>
                  <a:gd name="connsiteY155" fmla="*/ 412523 h 536619"/>
                  <a:gd name="connsiteX156" fmla="*/ 40015 w 451274"/>
                  <a:gd name="connsiteY156" fmla="*/ 412960 h 536619"/>
                  <a:gd name="connsiteX157" fmla="*/ 45905 w 451274"/>
                  <a:gd name="connsiteY157" fmla="*/ 410135 h 536619"/>
                  <a:gd name="connsiteX158" fmla="*/ 53073 w 451274"/>
                  <a:gd name="connsiteY158" fmla="*/ 408183 h 536619"/>
                  <a:gd name="connsiteX159" fmla="*/ 61319 w 451274"/>
                  <a:gd name="connsiteY159" fmla="*/ 410370 h 536619"/>
                  <a:gd name="connsiteX160" fmla="*/ 61319 w 451274"/>
                  <a:gd name="connsiteY160" fmla="*/ 413835 h 536619"/>
                  <a:gd name="connsiteX161" fmla="*/ 65660 w 451274"/>
                  <a:gd name="connsiteY161" fmla="*/ 418612 h 536619"/>
                  <a:gd name="connsiteX162" fmla="*/ 68925 w 451274"/>
                  <a:gd name="connsiteY162" fmla="*/ 424028 h 536619"/>
                  <a:gd name="connsiteX163" fmla="*/ 75218 w 451274"/>
                  <a:gd name="connsiteY163" fmla="*/ 428805 h 536619"/>
                  <a:gd name="connsiteX164" fmla="*/ 78920 w 451274"/>
                  <a:gd name="connsiteY164" fmla="*/ 431832 h 536619"/>
                  <a:gd name="connsiteX165" fmla="*/ 85213 w 451274"/>
                  <a:gd name="connsiteY165" fmla="*/ 428805 h 536619"/>
                  <a:gd name="connsiteX166" fmla="*/ 90228 w 451274"/>
                  <a:gd name="connsiteY166" fmla="*/ 424465 h 536619"/>
                  <a:gd name="connsiteX167" fmla="*/ 95882 w 451274"/>
                  <a:gd name="connsiteY167" fmla="*/ 420125 h 536619"/>
                  <a:gd name="connsiteX168" fmla="*/ 99146 w 451274"/>
                  <a:gd name="connsiteY168" fmla="*/ 416223 h 536619"/>
                  <a:gd name="connsiteX169" fmla="*/ 103925 w 451274"/>
                  <a:gd name="connsiteY169" fmla="*/ 418612 h 536619"/>
                  <a:gd name="connsiteX170" fmla="*/ 104363 w 451274"/>
                  <a:gd name="connsiteY170" fmla="*/ 421437 h 536619"/>
                  <a:gd name="connsiteX171" fmla="*/ 104363 w 451274"/>
                  <a:gd name="connsiteY171" fmla="*/ 426652 h 536619"/>
                  <a:gd name="connsiteX172" fmla="*/ 99146 w 451274"/>
                  <a:gd name="connsiteY172" fmla="*/ 431866 h 536619"/>
                  <a:gd name="connsiteX173" fmla="*/ 99146 w 451274"/>
                  <a:gd name="connsiteY173" fmla="*/ 440343 h 536619"/>
                  <a:gd name="connsiteX174" fmla="*/ 106113 w 451274"/>
                  <a:gd name="connsiteY174" fmla="*/ 445557 h 536619"/>
                  <a:gd name="connsiteX175" fmla="*/ 111969 w 451274"/>
                  <a:gd name="connsiteY175" fmla="*/ 454236 h 536619"/>
                  <a:gd name="connsiteX176" fmla="*/ 115872 w 451274"/>
                  <a:gd name="connsiteY176" fmla="*/ 462478 h 536619"/>
                  <a:gd name="connsiteX177" fmla="*/ 117825 w 451274"/>
                  <a:gd name="connsiteY177" fmla="*/ 466178 h 536619"/>
                  <a:gd name="connsiteX178" fmla="*/ 121728 w 451274"/>
                  <a:gd name="connsiteY178" fmla="*/ 470955 h 536619"/>
                  <a:gd name="connsiteX179" fmla="*/ 123478 w 451274"/>
                  <a:gd name="connsiteY179" fmla="*/ 478793 h 536619"/>
                  <a:gd name="connsiteX180" fmla="*/ 123478 w 451274"/>
                  <a:gd name="connsiteY180" fmla="*/ 484007 h 536619"/>
                  <a:gd name="connsiteX181" fmla="*/ 123478 w 451274"/>
                  <a:gd name="connsiteY181" fmla="*/ 489659 h 536619"/>
                  <a:gd name="connsiteX182" fmla="*/ 126406 w 451274"/>
                  <a:gd name="connsiteY182" fmla="*/ 497699 h 536619"/>
                  <a:gd name="connsiteX183" fmla="*/ 126070 w 451274"/>
                  <a:gd name="connsiteY183" fmla="*/ 502711 h 536619"/>
                  <a:gd name="connsiteX184" fmla="*/ 128695 w 451274"/>
                  <a:gd name="connsiteY184" fmla="*/ 509002 h 536619"/>
                  <a:gd name="connsiteX185" fmla="*/ 130209 w 451274"/>
                  <a:gd name="connsiteY185" fmla="*/ 516604 h 536619"/>
                  <a:gd name="connsiteX186" fmla="*/ 132801 w 451274"/>
                  <a:gd name="connsiteY186" fmla="*/ 524442 h 536619"/>
                  <a:gd name="connsiteX187" fmla="*/ 136940 w 451274"/>
                  <a:gd name="connsiteY187" fmla="*/ 529656 h 536619"/>
                  <a:gd name="connsiteX188" fmla="*/ 144546 w 451274"/>
                  <a:gd name="connsiteY188" fmla="*/ 536620 h 536619"/>
                  <a:gd name="connsiteX189" fmla="*/ 148686 w 451274"/>
                  <a:gd name="connsiteY189" fmla="*/ 535543 h 536619"/>
                  <a:gd name="connsiteX190" fmla="*/ 153700 w 451274"/>
                  <a:gd name="connsiteY190" fmla="*/ 532516 h 536619"/>
                  <a:gd name="connsiteX191" fmla="*/ 154777 w 451274"/>
                  <a:gd name="connsiteY191" fmla="*/ 531002 h 536619"/>
                  <a:gd name="connsiteX192" fmla="*/ 154777 w 451274"/>
                  <a:gd name="connsiteY192" fmla="*/ 527537 h 536619"/>
                  <a:gd name="connsiteX193" fmla="*/ 154777 w 451274"/>
                  <a:gd name="connsiteY193" fmla="*/ 521448 h 536619"/>
                  <a:gd name="connsiteX194" fmla="*/ 156191 w 451274"/>
                  <a:gd name="connsiteY194" fmla="*/ 516671 h 536619"/>
                  <a:gd name="connsiteX195" fmla="*/ 158244 w 451274"/>
                  <a:gd name="connsiteY195" fmla="*/ 519261 h 536619"/>
                  <a:gd name="connsiteX196" fmla="*/ 166927 w 451274"/>
                  <a:gd name="connsiteY196" fmla="*/ 518824 h 536619"/>
                  <a:gd name="connsiteX197" fmla="*/ 170393 w 451274"/>
                  <a:gd name="connsiteY197" fmla="*/ 517075 h 536619"/>
                  <a:gd name="connsiteX198" fmla="*/ 177562 w 451274"/>
                  <a:gd name="connsiteY198" fmla="*/ 513374 h 536619"/>
                  <a:gd name="connsiteX199" fmla="*/ 177763 w 451274"/>
                  <a:gd name="connsiteY199" fmla="*/ 509909 h 536619"/>
                  <a:gd name="connsiteX200" fmla="*/ 175374 w 451274"/>
                  <a:gd name="connsiteY200" fmla="*/ 507084 h 536619"/>
                  <a:gd name="connsiteX201" fmla="*/ 174061 w 451274"/>
                  <a:gd name="connsiteY201" fmla="*/ 503821 h 536619"/>
                  <a:gd name="connsiteX202" fmla="*/ 169047 w 451274"/>
                  <a:gd name="connsiteY202" fmla="*/ 501231 h 536619"/>
                  <a:gd name="connsiteX203" fmla="*/ 178167 w 451274"/>
                  <a:gd name="connsiteY203" fmla="*/ 500154 h 536619"/>
                  <a:gd name="connsiteX204" fmla="*/ 182509 w 451274"/>
                  <a:gd name="connsiteY204" fmla="*/ 501466 h 536619"/>
                  <a:gd name="connsiteX205" fmla="*/ 187725 w 451274"/>
                  <a:gd name="connsiteY205" fmla="*/ 504931 h 536619"/>
                  <a:gd name="connsiteX206" fmla="*/ 187725 w 451274"/>
                  <a:gd name="connsiteY206" fmla="*/ 513610 h 536619"/>
                  <a:gd name="connsiteX207" fmla="*/ 187725 w 451274"/>
                  <a:gd name="connsiteY207" fmla="*/ 518387 h 536619"/>
                  <a:gd name="connsiteX208" fmla="*/ 188600 w 451274"/>
                  <a:gd name="connsiteY208" fmla="*/ 521414 h 536619"/>
                  <a:gd name="connsiteX209" fmla="*/ 192740 w 451274"/>
                  <a:gd name="connsiteY209" fmla="*/ 521414 h 536619"/>
                  <a:gd name="connsiteX210" fmla="*/ 194692 w 451274"/>
                  <a:gd name="connsiteY210" fmla="*/ 517075 h 536619"/>
                  <a:gd name="connsiteX211" fmla="*/ 194692 w 451274"/>
                  <a:gd name="connsiteY211" fmla="*/ 513610 h 536619"/>
                  <a:gd name="connsiteX212" fmla="*/ 196004 w 451274"/>
                  <a:gd name="connsiteY212" fmla="*/ 509473 h 536619"/>
                  <a:gd name="connsiteX213" fmla="*/ 194692 w 451274"/>
                  <a:gd name="connsiteY213" fmla="*/ 506646 h 536619"/>
                  <a:gd name="connsiteX214" fmla="*/ 194692 w 451274"/>
                  <a:gd name="connsiteY214" fmla="*/ 503384 h 536619"/>
                  <a:gd name="connsiteX215" fmla="*/ 194692 w 451274"/>
                  <a:gd name="connsiteY215" fmla="*/ 494906 h 536619"/>
                  <a:gd name="connsiteX216" fmla="*/ 196879 w 451274"/>
                  <a:gd name="connsiteY216" fmla="*/ 491441 h 536619"/>
                  <a:gd name="connsiteX217" fmla="*/ 199908 w 451274"/>
                  <a:gd name="connsiteY217" fmla="*/ 486227 h 536619"/>
                  <a:gd name="connsiteX218" fmla="*/ 203374 w 451274"/>
                  <a:gd name="connsiteY218" fmla="*/ 486025 h 536619"/>
                  <a:gd name="connsiteX219" fmla="*/ 203374 w 451274"/>
                  <a:gd name="connsiteY219" fmla="*/ 488414 h 536619"/>
                  <a:gd name="connsiteX220" fmla="*/ 202836 w 451274"/>
                  <a:gd name="connsiteY220" fmla="*/ 494065 h 536619"/>
                  <a:gd name="connsiteX221" fmla="*/ 202062 w 451274"/>
                  <a:gd name="connsiteY221" fmla="*/ 500154 h 536619"/>
                  <a:gd name="connsiteX222" fmla="*/ 204687 w 451274"/>
                  <a:gd name="connsiteY222" fmla="*/ 502778 h 536619"/>
                  <a:gd name="connsiteX223" fmla="*/ 208154 w 451274"/>
                  <a:gd name="connsiteY223" fmla="*/ 498640 h 536619"/>
                  <a:gd name="connsiteX224" fmla="*/ 214447 w 451274"/>
                  <a:gd name="connsiteY224" fmla="*/ 492989 h 536619"/>
                  <a:gd name="connsiteX225" fmla="*/ 217274 w 451274"/>
                  <a:gd name="connsiteY225" fmla="*/ 487775 h 536619"/>
                  <a:gd name="connsiteX226" fmla="*/ 217274 w 451274"/>
                  <a:gd name="connsiteY226" fmla="*/ 481047 h 536619"/>
                  <a:gd name="connsiteX227" fmla="*/ 218250 w 451274"/>
                  <a:gd name="connsiteY227" fmla="*/ 474958 h 536619"/>
                  <a:gd name="connsiteX228" fmla="*/ 217038 w 451274"/>
                  <a:gd name="connsiteY228" fmla="*/ 472368 h 536619"/>
                  <a:gd name="connsiteX229" fmla="*/ 222894 w 451274"/>
                  <a:gd name="connsiteY229" fmla="*/ 471056 h 536619"/>
                  <a:gd name="connsiteX230" fmla="*/ 231173 w 451274"/>
                  <a:gd name="connsiteY230" fmla="*/ 471056 h 536619"/>
                  <a:gd name="connsiteX231" fmla="*/ 235750 w 451274"/>
                  <a:gd name="connsiteY231" fmla="*/ 467355 h 536619"/>
                  <a:gd name="connsiteX232" fmla="*/ 237500 w 451274"/>
                  <a:gd name="connsiteY232" fmla="*/ 463218 h 536619"/>
                  <a:gd name="connsiteX233" fmla="*/ 238375 w 451274"/>
                  <a:gd name="connsiteY233" fmla="*/ 457566 h 536619"/>
                  <a:gd name="connsiteX234" fmla="*/ 237298 w 451274"/>
                  <a:gd name="connsiteY234" fmla="*/ 453866 h 536619"/>
                  <a:gd name="connsiteX235" fmla="*/ 233597 w 451274"/>
                  <a:gd name="connsiteY235" fmla="*/ 453866 h 536619"/>
                  <a:gd name="connsiteX236" fmla="*/ 233394 w 451274"/>
                  <a:gd name="connsiteY236" fmla="*/ 449728 h 536619"/>
                  <a:gd name="connsiteX237" fmla="*/ 229255 w 451274"/>
                  <a:gd name="connsiteY237" fmla="*/ 446028 h 536619"/>
                  <a:gd name="connsiteX238" fmla="*/ 229693 w 451274"/>
                  <a:gd name="connsiteY238" fmla="*/ 441890 h 536619"/>
                  <a:gd name="connsiteX239" fmla="*/ 230130 w 451274"/>
                  <a:gd name="connsiteY239" fmla="*/ 438863 h 536619"/>
                  <a:gd name="connsiteX240" fmla="*/ 228817 w 451274"/>
                  <a:gd name="connsiteY240" fmla="*/ 435600 h 536619"/>
                  <a:gd name="connsiteX241" fmla="*/ 226866 w 451274"/>
                  <a:gd name="connsiteY241" fmla="*/ 432337 h 536619"/>
                  <a:gd name="connsiteX242" fmla="*/ 222962 w 451274"/>
                  <a:gd name="connsiteY242" fmla="*/ 427123 h 536619"/>
                  <a:gd name="connsiteX243" fmla="*/ 226462 w 451274"/>
                  <a:gd name="connsiteY243" fmla="*/ 424532 h 536619"/>
                  <a:gd name="connsiteX244" fmla="*/ 230164 w 451274"/>
                  <a:gd name="connsiteY244" fmla="*/ 423658 h 536619"/>
                  <a:gd name="connsiteX245" fmla="*/ 234303 w 451274"/>
                  <a:gd name="connsiteY245" fmla="*/ 423859 h 536619"/>
                  <a:gd name="connsiteX246" fmla="*/ 235380 w 451274"/>
                  <a:gd name="connsiteY246" fmla="*/ 428434 h 536619"/>
                  <a:gd name="connsiteX247" fmla="*/ 235380 w 451274"/>
                  <a:gd name="connsiteY247" fmla="*/ 435162 h 536619"/>
                  <a:gd name="connsiteX248" fmla="*/ 237332 w 451274"/>
                  <a:gd name="connsiteY248" fmla="*/ 439939 h 536619"/>
                  <a:gd name="connsiteX249" fmla="*/ 240798 w 451274"/>
                  <a:gd name="connsiteY249" fmla="*/ 439939 h 536619"/>
                  <a:gd name="connsiteX250" fmla="*/ 247529 w 451274"/>
                  <a:gd name="connsiteY250" fmla="*/ 438964 h 536619"/>
                  <a:gd name="connsiteX251" fmla="*/ 248169 w 451274"/>
                  <a:gd name="connsiteY251" fmla="*/ 435600 h 536619"/>
                  <a:gd name="connsiteX252" fmla="*/ 244702 w 451274"/>
                  <a:gd name="connsiteY252" fmla="*/ 429511 h 536619"/>
                  <a:gd name="connsiteX253" fmla="*/ 241875 w 451274"/>
                  <a:gd name="connsiteY253" fmla="*/ 425609 h 536619"/>
                  <a:gd name="connsiteX254" fmla="*/ 239924 w 451274"/>
                  <a:gd name="connsiteY254" fmla="*/ 419318 h 536619"/>
                  <a:gd name="connsiteX255" fmla="*/ 237971 w 451274"/>
                  <a:gd name="connsiteY255" fmla="*/ 413028 h 536619"/>
                  <a:gd name="connsiteX256" fmla="*/ 242313 w 451274"/>
                  <a:gd name="connsiteY256" fmla="*/ 417165 h 536619"/>
                  <a:gd name="connsiteX257" fmla="*/ 249919 w 451274"/>
                  <a:gd name="connsiteY257" fmla="*/ 424330 h 536619"/>
                  <a:gd name="connsiteX258" fmla="*/ 255371 w 451274"/>
                  <a:gd name="connsiteY258" fmla="*/ 423691 h 536619"/>
                  <a:gd name="connsiteX259" fmla="*/ 260587 w 451274"/>
                  <a:gd name="connsiteY259" fmla="*/ 420865 h 536619"/>
                  <a:gd name="connsiteX260" fmla="*/ 268833 w 451274"/>
                  <a:gd name="connsiteY260" fmla="*/ 420865 h 536619"/>
                  <a:gd name="connsiteX261" fmla="*/ 271222 w 451274"/>
                  <a:gd name="connsiteY261" fmla="*/ 421942 h 536619"/>
                  <a:gd name="connsiteX262" fmla="*/ 279266 w 451274"/>
                  <a:gd name="connsiteY262" fmla="*/ 425642 h 536619"/>
                  <a:gd name="connsiteX263" fmla="*/ 285794 w 451274"/>
                  <a:gd name="connsiteY263" fmla="*/ 427593 h 536619"/>
                  <a:gd name="connsiteX264" fmla="*/ 293199 w 451274"/>
                  <a:gd name="connsiteY264" fmla="*/ 425205 h 536619"/>
                  <a:gd name="connsiteX265" fmla="*/ 293838 w 451274"/>
                  <a:gd name="connsiteY265" fmla="*/ 419789 h 536619"/>
                  <a:gd name="connsiteX266" fmla="*/ 294915 w 451274"/>
                  <a:gd name="connsiteY266" fmla="*/ 413700 h 536619"/>
                  <a:gd name="connsiteX267" fmla="*/ 299492 w 451274"/>
                  <a:gd name="connsiteY267" fmla="*/ 408923 h 536619"/>
                  <a:gd name="connsiteX268" fmla="*/ 302756 w 451274"/>
                  <a:gd name="connsiteY268" fmla="*/ 407847 h 536619"/>
                  <a:gd name="connsiteX269" fmla="*/ 305583 w 451274"/>
                  <a:gd name="connsiteY269" fmla="*/ 405021 h 536619"/>
                  <a:gd name="connsiteX270" fmla="*/ 306223 w 451274"/>
                  <a:gd name="connsiteY270" fmla="*/ 400446 h 536619"/>
                  <a:gd name="connsiteX271" fmla="*/ 303194 w 451274"/>
                  <a:gd name="connsiteY271" fmla="*/ 396746 h 536619"/>
                  <a:gd name="connsiteX272" fmla="*/ 294511 w 451274"/>
                  <a:gd name="connsiteY272" fmla="*/ 395669 h 536619"/>
                  <a:gd name="connsiteX273" fmla="*/ 292122 w 451274"/>
                  <a:gd name="connsiteY273" fmla="*/ 392205 h 536619"/>
                  <a:gd name="connsiteX274" fmla="*/ 292122 w 451274"/>
                  <a:gd name="connsiteY274" fmla="*/ 389614 h 536619"/>
                  <a:gd name="connsiteX275" fmla="*/ 299963 w 451274"/>
                  <a:gd name="connsiteY275" fmla="*/ 389614 h 536619"/>
                  <a:gd name="connsiteX276" fmla="*/ 305180 w 451274"/>
                  <a:gd name="connsiteY276" fmla="*/ 389614 h 536619"/>
                  <a:gd name="connsiteX277" fmla="*/ 310396 w 451274"/>
                  <a:gd name="connsiteY277" fmla="*/ 386150 h 536619"/>
                  <a:gd name="connsiteX278" fmla="*/ 322579 w 451274"/>
                  <a:gd name="connsiteY278" fmla="*/ 386150 h 536619"/>
                  <a:gd name="connsiteX279" fmla="*/ 327594 w 451274"/>
                  <a:gd name="connsiteY279" fmla="*/ 386150 h 536619"/>
                  <a:gd name="connsiteX280" fmla="*/ 330623 w 451274"/>
                  <a:gd name="connsiteY280" fmla="*/ 381810 h 536619"/>
                  <a:gd name="connsiteX281" fmla="*/ 331296 w 451274"/>
                  <a:gd name="connsiteY281" fmla="*/ 372256 h 536619"/>
                  <a:gd name="connsiteX282" fmla="*/ 326719 w 451274"/>
                  <a:gd name="connsiteY282" fmla="*/ 367244 h 536619"/>
                  <a:gd name="connsiteX283" fmla="*/ 322579 w 451274"/>
                  <a:gd name="connsiteY283" fmla="*/ 365293 h 536619"/>
                  <a:gd name="connsiteX284" fmla="*/ 316488 w 451274"/>
                  <a:gd name="connsiteY284" fmla="*/ 365293 h 536619"/>
                  <a:gd name="connsiteX285" fmla="*/ 316488 w 451274"/>
                  <a:gd name="connsiteY285" fmla="*/ 360079 h 536619"/>
                  <a:gd name="connsiteX286" fmla="*/ 318541 w 451274"/>
                  <a:gd name="connsiteY286" fmla="*/ 355100 h 536619"/>
                  <a:gd name="connsiteX287" fmla="*/ 319954 w 451274"/>
                  <a:gd name="connsiteY287" fmla="*/ 350525 h 536619"/>
                  <a:gd name="connsiteX288" fmla="*/ 319954 w 451274"/>
                  <a:gd name="connsiteY288" fmla="*/ 345984 h 536619"/>
                  <a:gd name="connsiteX289" fmla="*/ 322680 w 451274"/>
                  <a:gd name="connsiteY289" fmla="*/ 343360 h 536619"/>
                  <a:gd name="connsiteX290" fmla="*/ 326921 w 451274"/>
                  <a:gd name="connsiteY290" fmla="*/ 343595 h 536619"/>
                  <a:gd name="connsiteX291" fmla="*/ 326921 w 451274"/>
                  <a:gd name="connsiteY291" fmla="*/ 348809 h 536619"/>
                  <a:gd name="connsiteX292" fmla="*/ 326921 w 451274"/>
                  <a:gd name="connsiteY292" fmla="*/ 354259 h 536619"/>
                  <a:gd name="connsiteX293" fmla="*/ 331599 w 451274"/>
                  <a:gd name="connsiteY293" fmla="*/ 358599 h 536619"/>
                  <a:gd name="connsiteX294" fmla="*/ 337151 w 451274"/>
                  <a:gd name="connsiteY294" fmla="*/ 357085 h 536619"/>
                  <a:gd name="connsiteX295" fmla="*/ 338901 w 451274"/>
                  <a:gd name="connsiteY295" fmla="*/ 355571 h 536619"/>
                  <a:gd name="connsiteX296" fmla="*/ 338700 w 451274"/>
                  <a:gd name="connsiteY296" fmla="*/ 347531 h 536619"/>
                  <a:gd name="connsiteX297" fmla="*/ 339575 w 451274"/>
                  <a:gd name="connsiteY297" fmla="*/ 344268 h 536619"/>
                  <a:gd name="connsiteX298" fmla="*/ 342200 w 451274"/>
                  <a:gd name="connsiteY298" fmla="*/ 342317 h 536619"/>
                  <a:gd name="connsiteX299" fmla="*/ 346541 w 451274"/>
                  <a:gd name="connsiteY299" fmla="*/ 344705 h 536619"/>
                  <a:gd name="connsiteX300" fmla="*/ 350681 w 451274"/>
                  <a:gd name="connsiteY300" fmla="*/ 347531 h 536619"/>
                  <a:gd name="connsiteX301" fmla="*/ 354585 w 451274"/>
                  <a:gd name="connsiteY301" fmla="*/ 346455 h 536619"/>
                  <a:gd name="connsiteX302" fmla="*/ 357849 w 451274"/>
                  <a:gd name="connsiteY302" fmla="*/ 341240 h 536619"/>
                  <a:gd name="connsiteX303" fmla="*/ 359801 w 451274"/>
                  <a:gd name="connsiteY303" fmla="*/ 337776 h 536619"/>
                  <a:gd name="connsiteX304" fmla="*/ 357412 w 451274"/>
                  <a:gd name="connsiteY304" fmla="*/ 332360 h 536619"/>
                  <a:gd name="connsiteX305" fmla="*/ 347181 w 451274"/>
                  <a:gd name="connsiteY305" fmla="*/ 332360 h 536619"/>
                  <a:gd name="connsiteX306" fmla="*/ 339575 w 451274"/>
                  <a:gd name="connsiteY306" fmla="*/ 326069 h 536619"/>
                  <a:gd name="connsiteX307" fmla="*/ 337185 w 451274"/>
                  <a:gd name="connsiteY307" fmla="*/ 320855 h 536619"/>
                  <a:gd name="connsiteX308" fmla="*/ 338262 w 451274"/>
                  <a:gd name="connsiteY308" fmla="*/ 316717 h 536619"/>
                  <a:gd name="connsiteX309" fmla="*/ 342839 w 451274"/>
                  <a:gd name="connsiteY309" fmla="*/ 316717 h 536619"/>
                  <a:gd name="connsiteX310" fmla="*/ 348291 w 451274"/>
                  <a:gd name="connsiteY310" fmla="*/ 318904 h 536619"/>
                  <a:gd name="connsiteX311" fmla="*/ 353710 w 451274"/>
                  <a:gd name="connsiteY311" fmla="*/ 321292 h 536619"/>
                  <a:gd name="connsiteX312" fmla="*/ 356536 w 451274"/>
                  <a:gd name="connsiteY312" fmla="*/ 321057 h 536619"/>
                  <a:gd name="connsiteX313" fmla="*/ 356536 w 451274"/>
                  <a:gd name="connsiteY313" fmla="*/ 311503 h 536619"/>
                  <a:gd name="connsiteX314" fmla="*/ 361113 w 451274"/>
                  <a:gd name="connsiteY314" fmla="*/ 303026 h 536619"/>
                  <a:gd name="connsiteX315" fmla="*/ 364378 w 451274"/>
                  <a:gd name="connsiteY315" fmla="*/ 305650 h 536619"/>
                  <a:gd name="connsiteX316" fmla="*/ 368282 w 451274"/>
                  <a:gd name="connsiteY316" fmla="*/ 309787 h 536619"/>
                  <a:gd name="connsiteX317" fmla="*/ 371984 w 451274"/>
                  <a:gd name="connsiteY317" fmla="*/ 315002 h 536619"/>
                  <a:gd name="connsiteX318" fmla="*/ 371547 w 451274"/>
                  <a:gd name="connsiteY318" fmla="*/ 320014 h 536619"/>
                  <a:gd name="connsiteX319" fmla="*/ 378278 w 451274"/>
                  <a:gd name="connsiteY319" fmla="*/ 327179 h 536619"/>
                  <a:gd name="connsiteX320" fmla="*/ 388071 w 451274"/>
                  <a:gd name="connsiteY320" fmla="*/ 327179 h 536619"/>
                  <a:gd name="connsiteX321" fmla="*/ 390662 w 451274"/>
                  <a:gd name="connsiteY321" fmla="*/ 324555 h 536619"/>
                  <a:gd name="connsiteX322" fmla="*/ 389350 w 451274"/>
                  <a:gd name="connsiteY322" fmla="*/ 318702 h 536619"/>
                  <a:gd name="connsiteX323" fmla="*/ 385884 w 451274"/>
                  <a:gd name="connsiteY323" fmla="*/ 308913 h 536619"/>
                  <a:gd name="connsiteX324" fmla="*/ 381542 w 451274"/>
                  <a:gd name="connsiteY324" fmla="*/ 304338 h 536619"/>
                  <a:gd name="connsiteX325" fmla="*/ 376527 w 451274"/>
                  <a:gd name="connsiteY325" fmla="*/ 297610 h 536619"/>
                  <a:gd name="connsiteX326" fmla="*/ 383898 w 451274"/>
                  <a:gd name="connsiteY326" fmla="*/ 297610 h 536619"/>
                  <a:gd name="connsiteX327" fmla="*/ 388475 w 451274"/>
                  <a:gd name="connsiteY327" fmla="*/ 295457 h 536619"/>
                  <a:gd name="connsiteX328" fmla="*/ 387600 w 451274"/>
                  <a:gd name="connsiteY328" fmla="*/ 289166 h 536619"/>
                  <a:gd name="connsiteX329" fmla="*/ 386725 w 451274"/>
                  <a:gd name="connsiteY329" fmla="*/ 283952 h 536619"/>
                  <a:gd name="connsiteX330" fmla="*/ 384335 w 451274"/>
                  <a:gd name="connsiteY330" fmla="*/ 275273 h 536619"/>
                  <a:gd name="connsiteX331" fmla="*/ 384537 w 451274"/>
                  <a:gd name="connsiteY331" fmla="*/ 268747 h 536619"/>
                  <a:gd name="connsiteX332" fmla="*/ 385177 w 451274"/>
                  <a:gd name="connsiteY332" fmla="*/ 266359 h 536619"/>
                  <a:gd name="connsiteX333" fmla="*/ 396249 w 451274"/>
                  <a:gd name="connsiteY333" fmla="*/ 266359 h 536619"/>
                  <a:gd name="connsiteX334" fmla="*/ 399749 w 451274"/>
                  <a:gd name="connsiteY334" fmla="*/ 262759 h 536619"/>
                  <a:gd name="connsiteX335" fmla="*/ 398672 w 451274"/>
                  <a:gd name="connsiteY335" fmla="*/ 257444 h 536619"/>
                  <a:gd name="connsiteX336" fmla="*/ 395206 w 451274"/>
                  <a:gd name="connsiteY336" fmla="*/ 251355 h 536619"/>
                  <a:gd name="connsiteX337" fmla="*/ 388677 w 451274"/>
                  <a:gd name="connsiteY337" fmla="*/ 248967 h 536619"/>
                  <a:gd name="connsiteX338" fmla="*/ 379994 w 451274"/>
                  <a:gd name="connsiteY338" fmla="*/ 248967 h 536619"/>
                  <a:gd name="connsiteX339" fmla="*/ 372826 w 451274"/>
                  <a:gd name="connsiteY339" fmla="*/ 248967 h 536619"/>
                  <a:gd name="connsiteX340" fmla="*/ 373902 w 451274"/>
                  <a:gd name="connsiteY340" fmla="*/ 245368 h 536619"/>
                  <a:gd name="connsiteX341" fmla="*/ 380869 w 451274"/>
                  <a:gd name="connsiteY341" fmla="*/ 238539 h 536619"/>
                  <a:gd name="connsiteX342" fmla="*/ 383696 w 451274"/>
                  <a:gd name="connsiteY342" fmla="*/ 234401 h 536619"/>
                  <a:gd name="connsiteX343" fmla="*/ 384571 w 451274"/>
                  <a:gd name="connsiteY343" fmla="*/ 225924 h 536619"/>
                  <a:gd name="connsiteX344" fmla="*/ 388273 w 451274"/>
                  <a:gd name="connsiteY344" fmla="*/ 220272 h 536619"/>
                  <a:gd name="connsiteX345" fmla="*/ 395441 w 451274"/>
                  <a:gd name="connsiteY345" fmla="*/ 218759 h 536619"/>
                  <a:gd name="connsiteX346" fmla="*/ 401095 w 451274"/>
                  <a:gd name="connsiteY346" fmla="*/ 216370 h 536619"/>
                  <a:gd name="connsiteX347" fmla="*/ 405639 w 451274"/>
                  <a:gd name="connsiteY347" fmla="*/ 216370 h 536619"/>
                  <a:gd name="connsiteX348" fmla="*/ 410417 w 451274"/>
                  <a:gd name="connsiteY348" fmla="*/ 213545 h 536619"/>
                  <a:gd name="connsiteX349" fmla="*/ 411730 w 451274"/>
                  <a:gd name="connsiteY349" fmla="*/ 207893 h 536619"/>
                  <a:gd name="connsiteX350" fmla="*/ 407591 w 451274"/>
                  <a:gd name="connsiteY350" fmla="*/ 203755 h 536619"/>
                  <a:gd name="connsiteX351" fmla="*/ 402811 w 451274"/>
                  <a:gd name="connsiteY351" fmla="*/ 202881 h 536619"/>
                  <a:gd name="connsiteX352" fmla="*/ 398033 w 451274"/>
                  <a:gd name="connsiteY352" fmla="*/ 204193 h 536619"/>
                  <a:gd name="connsiteX353" fmla="*/ 394768 w 451274"/>
                  <a:gd name="connsiteY353" fmla="*/ 207893 h 536619"/>
                  <a:gd name="connsiteX354" fmla="*/ 391706 w 451274"/>
                  <a:gd name="connsiteY354" fmla="*/ 211593 h 536619"/>
                  <a:gd name="connsiteX355" fmla="*/ 388677 w 451274"/>
                  <a:gd name="connsiteY355" fmla="*/ 213545 h 536619"/>
                  <a:gd name="connsiteX356" fmla="*/ 385782 w 451274"/>
                  <a:gd name="connsiteY356" fmla="*/ 211291 h 536619"/>
                  <a:gd name="connsiteX357" fmla="*/ 380869 w 451274"/>
                  <a:gd name="connsiteY357" fmla="*/ 208969 h 536619"/>
                  <a:gd name="connsiteX358" fmla="*/ 375652 w 451274"/>
                  <a:gd name="connsiteY358" fmla="*/ 204058 h 536619"/>
                  <a:gd name="connsiteX359" fmla="*/ 374777 w 451274"/>
                  <a:gd name="connsiteY359" fmla="*/ 200593 h 536619"/>
                  <a:gd name="connsiteX360" fmla="*/ 378244 w 451274"/>
                  <a:gd name="connsiteY360" fmla="*/ 198272 h 536619"/>
                  <a:gd name="connsiteX361" fmla="*/ 379994 w 451274"/>
                  <a:gd name="connsiteY361" fmla="*/ 196826 h 536619"/>
                  <a:gd name="connsiteX362" fmla="*/ 383191 w 451274"/>
                  <a:gd name="connsiteY362" fmla="*/ 196826 h 536619"/>
                  <a:gd name="connsiteX363" fmla="*/ 386388 w 451274"/>
                  <a:gd name="connsiteY363" fmla="*/ 200459 h 536619"/>
                  <a:gd name="connsiteX364" fmla="*/ 390461 w 451274"/>
                  <a:gd name="connsiteY364" fmla="*/ 202040 h 536619"/>
                  <a:gd name="connsiteX365" fmla="*/ 395374 w 451274"/>
                  <a:gd name="connsiteY365" fmla="*/ 202040 h 536619"/>
                  <a:gd name="connsiteX366" fmla="*/ 398268 w 451274"/>
                  <a:gd name="connsiteY366" fmla="*/ 199416 h 536619"/>
                  <a:gd name="connsiteX367" fmla="*/ 398268 w 451274"/>
                  <a:gd name="connsiteY367" fmla="*/ 193899 h 536619"/>
                  <a:gd name="connsiteX368" fmla="*/ 395509 w 451274"/>
                  <a:gd name="connsiteY368" fmla="*/ 190703 h 536619"/>
                  <a:gd name="connsiteX369" fmla="*/ 391302 w 451274"/>
                  <a:gd name="connsiteY369" fmla="*/ 185489 h 536619"/>
                  <a:gd name="connsiteX370" fmla="*/ 391302 w 451274"/>
                  <a:gd name="connsiteY370" fmla="*/ 182865 h 536619"/>
                  <a:gd name="connsiteX371" fmla="*/ 385580 w 451274"/>
                  <a:gd name="connsiteY371" fmla="*/ 179400 h 536619"/>
                  <a:gd name="connsiteX372" fmla="*/ 379119 w 451274"/>
                  <a:gd name="connsiteY372" fmla="*/ 178526 h 536619"/>
                  <a:gd name="connsiteX373" fmla="*/ 379119 w 451274"/>
                  <a:gd name="connsiteY373" fmla="*/ 177651 h 536619"/>
                  <a:gd name="connsiteX374" fmla="*/ 381878 w 451274"/>
                  <a:gd name="connsiteY374" fmla="*/ 175330 h 536619"/>
                  <a:gd name="connsiteX375" fmla="*/ 383460 w 451274"/>
                  <a:gd name="connsiteY375" fmla="*/ 172437 h 536619"/>
                  <a:gd name="connsiteX376" fmla="*/ 377941 w 451274"/>
                  <a:gd name="connsiteY376" fmla="*/ 172437 h 536619"/>
                  <a:gd name="connsiteX377" fmla="*/ 372152 w 451274"/>
                  <a:gd name="connsiteY377" fmla="*/ 169813 h 536619"/>
                  <a:gd name="connsiteX378" fmla="*/ 369527 w 451274"/>
                  <a:gd name="connsiteY378" fmla="*/ 165743 h 536619"/>
                  <a:gd name="connsiteX379" fmla="*/ 371849 w 451274"/>
                  <a:gd name="connsiteY379" fmla="*/ 162547 h 536619"/>
                  <a:gd name="connsiteX380" fmla="*/ 376763 w 451274"/>
                  <a:gd name="connsiteY380" fmla="*/ 165743 h 536619"/>
                  <a:gd name="connsiteX381" fmla="*/ 383730 w 451274"/>
                  <a:gd name="connsiteY381" fmla="*/ 168064 h 536619"/>
                  <a:gd name="connsiteX382" fmla="*/ 384032 w 451274"/>
                  <a:gd name="connsiteY382" fmla="*/ 165743 h 536619"/>
                  <a:gd name="connsiteX383" fmla="*/ 382585 w 451274"/>
                  <a:gd name="connsiteY383" fmla="*/ 162850 h 536619"/>
                  <a:gd name="connsiteX384" fmla="*/ 382585 w 451274"/>
                  <a:gd name="connsiteY384" fmla="*/ 157938 h 536619"/>
                  <a:gd name="connsiteX385" fmla="*/ 385042 w 451274"/>
                  <a:gd name="connsiteY385" fmla="*/ 158207 h 536619"/>
                  <a:gd name="connsiteX386" fmla="*/ 386927 w 451274"/>
                  <a:gd name="connsiteY386" fmla="*/ 158779 h 536619"/>
                  <a:gd name="connsiteX387" fmla="*/ 390124 w 451274"/>
                  <a:gd name="connsiteY387" fmla="*/ 156458 h 536619"/>
                  <a:gd name="connsiteX388" fmla="*/ 394768 w 451274"/>
                  <a:gd name="connsiteY388" fmla="*/ 157602 h 536619"/>
                  <a:gd name="connsiteX389" fmla="*/ 394768 w 451274"/>
                  <a:gd name="connsiteY389" fmla="*/ 164565 h 536619"/>
                  <a:gd name="connsiteX390" fmla="*/ 394768 w 451274"/>
                  <a:gd name="connsiteY390" fmla="*/ 170654 h 536619"/>
                  <a:gd name="connsiteX391" fmla="*/ 401735 w 451274"/>
                  <a:gd name="connsiteY391" fmla="*/ 170654 h 536619"/>
                  <a:gd name="connsiteX392" fmla="*/ 405201 w 451274"/>
                  <a:gd name="connsiteY392" fmla="*/ 169645 h 536619"/>
                  <a:gd name="connsiteX393" fmla="*/ 406648 w 451274"/>
                  <a:gd name="connsiteY393" fmla="*/ 166314 h 536619"/>
                  <a:gd name="connsiteX394" fmla="*/ 408667 w 451274"/>
                  <a:gd name="connsiteY394" fmla="*/ 160528 h 536619"/>
                  <a:gd name="connsiteX395" fmla="*/ 410990 w 451274"/>
                  <a:gd name="connsiteY395" fmla="*/ 159082 h 536619"/>
                  <a:gd name="connsiteX396" fmla="*/ 412740 w 451274"/>
                  <a:gd name="connsiteY396" fmla="*/ 159654 h 536619"/>
                  <a:gd name="connsiteX397" fmla="*/ 415062 w 451274"/>
                  <a:gd name="connsiteY397" fmla="*/ 162278 h 536619"/>
                  <a:gd name="connsiteX398" fmla="*/ 414490 w 451274"/>
                  <a:gd name="connsiteY398" fmla="*/ 164868 h 536619"/>
                  <a:gd name="connsiteX399" fmla="*/ 413918 w 451274"/>
                  <a:gd name="connsiteY399" fmla="*/ 167189 h 536619"/>
                  <a:gd name="connsiteX400" fmla="*/ 411293 w 451274"/>
                  <a:gd name="connsiteY400" fmla="*/ 170957 h 536619"/>
                  <a:gd name="connsiteX401" fmla="*/ 408095 w 451274"/>
                  <a:gd name="connsiteY401" fmla="*/ 173547 h 536619"/>
                  <a:gd name="connsiteX402" fmla="*/ 404326 w 451274"/>
                  <a:gd name="connsiteY402" fmla="*/ 177886 h 536619"/>
                  <a:gd name="connsiteX403" fmla="*/ 401701 w 451274"/>
                  <a:gd name="connsiteY403" fmla="*/ 183673 h 536619"/>
                  <a:gd name="connsiteX404" fmla="*/ 401701 w 451274"/>
                  <a:gd name="connsiteY404" fmla="*/ 185994 h 536619"/>
                  <a:gd name="connsiteX405" fmla="*/ 404461 w 451274"/>
                  <a:gd name="connsiteY405" fmla="*/ 190636 h 536619"/>
                  <a:gd name="connsiteX406" fmla="*/ 411562 w 451274"/>
                  <a:gd name="connsiteY406" fmla="*/ 187171 h 536619"/>
                  <a:gd name="connsiteX407" fmla="*/ 423745 w 451274"/>
                  <a:gd name="connsiteY407" fmla="*/ 181385 h 536619"/>
                  <a:gd name="connsiteX408" fmla="*/ 428389 w 451274"/>
                  <a:gd name="connsiteY408" fmla="*/ 174422 h 536619"/>
                  <a:gd name="connsiteX409" fmla="*/ 430409 w 451274"/>
                  <a:gd name="connsiteY409" fmla="*/ 168333 h 536619"/>
                  <a:gd name="connsiteX410" fmla="*/ 422567 w 451274"/>
                  <a:gd name="connsiteY410" fmla="*/ 159351 h 536619"/>
                  <a:gd name="connsiteX411" fmla="*/ 418797 w 451274"/>
                  <a:gd name="connsiteY411" fmla="*/ 152690 h 536619"/>
                  <a:gd name="connsiteX412" fmla="*/ 420817 w 451274"/>
                  <a:gd name="connsiteY412" fmla="*/ 147173 h 536619"/>
                  <a:gd name="connsiteX413" fmla="*/ 420817 w 451274"/>
                  <a:gd name="connsiteY413" fmla="*/ 142834 h 536619"/>
                  <a:gd name="connsiteX414" fmla="*/ 425158 w 451274"/>
                  <a:gd name="connsiteY414" fmla="*/ 140815 h 536619"/>
                  <a:gd name="connsiteX415" fmla="*/ 430375 w 451274"/>
                  <a:gd name="connsiteY415" fmla="*/ 141118 h 536619"/>
                  <a:gd name="connsiteX416" fmla="*/ 433841 w 451274"/>
                  <a:gd name="connsiteY416" fmla="*/ 142868 h 536619"/>
                  <a:gd name="connsiteX417" fmla="*/ 437611 w 451274"/>
                  <a:gd name="connsiteY417" fmla="*/ 142868 h 536619"/>
                  <a:gd name="connsiteX418" fmla="*/ 438890 w 451274"/>
                  <a:gd name="connsiteY418" fmla="*/ 139537 h 536619"/>
                  <a:gd name="connsiteX419" fmla="*/ 437307 w 451274"/>
                  <a:gd name="connsiteY419" fmla="*/ 135904 h 536619"/>
                  <a:gd name="connsiteX420" fmla="*/ 436736 w 451274"/>
                  <a:gd name="connsiteY420" fmla="*/ 133011 h 536619"/>
                  <a:gd name="connsiteX421" fmla="*/ 435288 w 451274"/>
                  <a:gd name="connsiteY421" fmla="*/ 124904 h 536619"/>
                  <a:gd name="connsiteX422" fmla="*/ 438890 w 451274"/>
                  <a:gd name="connsiteY422" fmla="*/ 123155 h 536619"/>
                  <a:gd name="connsiteX423" fmla="*/ 444846 w 451274"/>
                  <a:gd name="connsiteY423" fmla="*/ 120834 h 536619"/>
                  <a:gd name="connsiteX424" fmla="*/ 446293 w 451274"/>
                  <a:gd name="connsiteY424" fmla="*/ 115922 h 536619"/>
                  <a:gd name="connsiteX425" fmla="*/ 441952 w 451274"/>
                  <a:gd name="connsiteY425" fmla="*/ 111583 h 536619"/>
                  <a:gd name="connsiteX426" fmla="*/ 439058 w 451274"/>
                  <a:gd name="connsiteY426" fmla="*/ 108118 h 536619"/>
                  <a:gd name="connsiteX427" fmla="*/ 433841 w 451274"/>
                  <a:gd name="connsiteY427" fmla="*/ 108118 h 536619"/>
                  <a:gd name="connsiteX428" fmla="*/ 426875 w 451274"/>
                  <a:gd name="connsiteY428" fmla="*/ 106369 h 536619"/>
                  <a:gd name="connsiteX429" fmla="*/ 426572 w 451274"/>
                  <a:gd name="connsiteY429" fmla="*/ 106369 h 536619"/>
                  <a:gd name="connsiteX430" fmla="*/ 429466 w 451274"/>
                  <a:gd name="connsiteY430" fmla="*/ 101154 h 536619"/>
                  <a:gd name="connsiteX431" fmla="*/ 438721 w 451274"/>
                  <a:gd name="connsiteY431" fmla="*/ 102904 h 536619"/>
                  <a:gd name="connsiteX432" fmla="*/ 443635 w 451274"/>
                  <a:gd name="connsiteY432" fmla="*/ 108690 h 536619"/>
                  <a:gd name="connsiteX433" fmla="*/ 447673 w 451274"/>
                  <a:gd name="connsiteY433" fmla="*/ 111583 h 536619"/>
                  <a:gd name="connsiteX434" fmla="*/ 451139 w 451274"/>
                  <a:gd name="connsiteY434" fmla="*/ 111583 h 536619"/>
                  <a:gd name="connsiteX435" fmla="*/ 451274 w 451274"/>
                  <a:gd name="connsiteY435" fmla="*/ 111011 h 536619"/>
                  <a:gd name="connsiteX436" fmla="*/ 451005 w 451274"/>
                  <a:gd name="connsiteY436" fmla="*/ 110977 h 53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451274" h="536619">
                    <a:moveTo>
                      <a:pt x="451005" y="110977"/>
                    </a:moveTo>
                    <a:lnTo>
                      <a:pt x="449255" y="109228"/>
                    </a:lnTo>
                    <a:lnTo>
                      <a:pt x="445116" y="105326"/>
                    </a:lnTo>
                    <a:lnTo>
                      <a:pt x="445116" y="100313"/>
                    </a:lnTo>
                    <a:lnTo>
                      <a:pt x="441649" y="93787"/>
                    </a:lnTo>
                    <a:cubicBezTo>
                      <a:pt x="441649" y="93787"/>
                      <a:pt x="441211" y="89011"/>
                      <a:pt x="440572" y="88371"/>
                    </a:cubicBezTo>
                    <a:cubicBezTo>
                      <a:pt x="439899" y="87732"/>
                      <a:pt x="437510" y="84032"/>
                      <a:pt x="437510" y="84032"/>
                    </a:cubicBezTo>
                    <a:lnTo>
                      <a:pt x="427514" y="82283"/>
                    </a:lnTo>
                    <a:cubicBezTo>
                      <a:pt x="427514" y="82283"/>
                      <a:pt x="417283" y="83595"/>
                      <a:pt x="416643" y="83796"/>
                    </a:cubicBezTo>
                    <a:cubicBezTo>
                      <a:pt x="416004" y="83998"/>
                      <a:pt x="410350" y="87059"/>
                      <a:pt x="410350" y="87059"/>
                    </a:cubicBezTo>
                    <a:lnTo>
                      <a:pt x="405134" y="93787"/>
                    </a:lnTo>
                    <a:lnTo>
                      <a:pt x="401432" y="99203"/>
                    </a:lnTo>
                    <a:cubicBezTo>
                      <a:pt x="401432" y="99203"/>
                      <a:pt x="395340" y="100717"/>
                      <a:pt x="394701" y="100953"/>
                    </a:cubicBezTo>
                    <a:cubicBezTo>
                      <a:pt x="394028" y="101188"/>
                      <a:pt x="387533" y="102029"/>
                      <a:pt x="387533" y="102029"/>
                    </a:cubicBezTo>
                    <a:lnTo>
                      <a:pt x="381206" y="100280"/>
                    </a:lnTo>
                    <a:lnTo>
                      <a:pt x="378580" y="94830"/>
                    </a:lnTo>
                    <a:lnTo>
                      <a:pt x="375114" y="87867"/>
                    </a:lnTo>
                    <a:lnTo>
                      <a:pt x="370772" y="80264"/>
                    </a:lnTo>
                    <a:lnTo>
                      <a:pt x="368820" y="71350"/>
                    </a:lnTo>
                    <a:lnTo>
                      <a:pt x="364681" y="64386"/>
                    </a:lnTo>
                    <a:lnTo>
                      <a:pt x="358589" y="65463"/>
                    </a:lnTo>
                    <a:lnTo>
                      <a:pt x="355965" y="68087"/>
                    </a:lnTo>
                    <a:lnTo>
                      <a:pt x="354214" y="73503"/>
                    </a:lnTo>
                    <a:cubicBezTo>
                      <a:pt x="354214" y="73503"/>
                      <a:pt x="351185" y="80029"/>
                      <a:pt x="350310" y="80029"/>
                    </a:cubicBezTo>
                    <a:cubicBezTo>
                      <a:pt x="349435" y="80029"/>
                      <a:pt x="346171" y="81105"/>
                      <a:pt x="346171" y="81105"/>
                    </a:cubicBezTo>
                    <a:lnTo>
                      <a:pt x="342469" y="84368"/>
                    </a:lnTo>
                    <a:cubicBezTo>
                      <a:pt x="342469" y="84368"/>
                      <a:pt x="342469" y="85680"/>
                      <a:pt x="342469" y="87396"/>
                    </a:cubicBezTo>
                    <a:cubicBezTo>
                      <a:pt x="342469" y="89145"/>
                      <a:pt x="336377" y="94796"/>
                      <a:pt x="335502" y="95234"/>
                    </a:cubicBezTo>
                    <a:cubicBezTo>
                      <a:pt x="334627" y="95671"/>
                      <a:pt x="330724" y="97622"/>
                      <a:pt x="329849" y="98261"/>
                    </a:cubicBezTo>
                    <a:cubicBezTo>
                      <a:pt x="328974" y="98901"/>
                      <a:pt x="323555" y="98463"/>
                      <a:pt x="322882" y="98261"/>
                    </a:cubicBezTo>
                    <a:cubicBezTo>
                      <a:pt x="322243" y="98060"/>
                      <a:pt x="322243" y="93485"/>
                      <a:pt x="322243" y="93485"/>
                    </a:cubicBezTo>
                    <a:lnTo>
                      <a:pt x="320290" y="88472"/>
                    </a:lnTo>
                    <a:cubicBezTo>
                      <a:pt x="320290" y="88472"/>
                      <a:pt x="313762" y="88472"/>
                      <a:pt x="310295" y="88910"/>
                    </a:cubicBezTo>
                    <a:cubicBezTo>
                      <a:pt x="306829" y="89347"/>
                      <a:pt x="306593" y="90861"/>
                      <a:pt x="305718" y="90861"/>
                    </a:cubicBezTo>
                    <a:cubicBezTo>
                      <a:pt x="304843" y="90861"/>
                      <a:pt x="299425" y="93451"/>
                      <a:pt x="298752" y="93451"/>
                    </a:cubicBezTo>
                    <a:cubicBezTo>
                      <a:pt x="298112" y="93451"/>
                      <a:pt x="291583" y="90861"/>
                      <a:pt x="291583" y="90861"/>
                    </a:cubicBezTo>
                    <a:lnTo>
                      <a:pt x="290271" y="84772"/>
                    </a:lnTo>
                    <a:lnTo>
                      <a:pt x="290069" y="74983"/>
                    </a:lnTo>
                    <a:lnTo>
                      <a:pt x="287040" y="65631"/>
                    </a:lnTo>
                    <a:lnTo>
                      <a:pt x="283977" y="56952"/>
                    </a:lnTo>
                    <a:lnTo>
                      <a:pt x="279400" y="47163"/>
                    </a:lnTo>
                    <a:lnTo>
                      <a:pt x="270482" y="33909"/>
                    </a:lnTo>
                    <a:lnTo>
                      <a:pt x="271559" y="24557"/>
                    </a:lnTo>
                    <a:lnTo>
                      <a:pt x="275261" y="17392"/>
                    </a:lnTo>
                    <a:lnTo>
                      <a:pt x="276338" y="7838"/>
                    </a:lnTo>
                    <a:lnTo>
                      <a:pt x="269371" y="0"/>
                    </a:lnTo>
                    <a:lnTo>
                      <a:pt x="262203" y="875"/>
                    </a:lnTo>
                    <a:lnTo>
                      <a:pt x="251770" y="5012"/>
                    </a:lnTo>
                    <a:cubicBezTo>
                      <a:pt x="251770" y="5012"/>
                      <a:pt x="244366" y="7603"/>
                      <a:pt x="243726" y="7838"/>
                    </a:cubicBezTo>
                    <a:cubicBezTo>
                      <a:pt x="243087" y="8040"/>
                      <a:pt x="237197" y="5651"/>
                      <a:pt x="237197" y="5651"/>
                    </a:cubicBezTo>
                    <a:lnTo>
                      <a:pt x="233496" y="6089"/>
                    </a:lnTo>
                    <a:lnTo>
                      <a:pt x="231981" y="7603"/>
                    </a:lnTo>
                    <a:lnTo>
                      <a:pt x="233496" y="13019"/>
                    </a:lnTo>
                    <a:lnTo>
                      <a:pt x="234135" y="16921"/>
                    </a:lnTo>
                    <a:lnTo>
                      <a:pt x="233697" y="24322"/>
                    </a:lnTo>
                    <a:lnTo>
                      <a:pt x="233260" y="24322"/>
                    </a:lnTo>
                    <a:lnTo>
                      <a:pt x="229995" y="25835"/>
                    </a:lnTo>
                    <a:lnTo>
                      <a:pt x="225014" y="29536"/>
                    </a:lnTo>
                    <a:cubicBezTo>
                      <a:pt x="225014" y="29536"/>
                      <a:pt x="220875" y="29536"/>
                      <a:pt x="220000" y="29536"/>
                    </a:cubicBezTo>
                    <a:cubicBezTo>
                      <a:pt x="219125" y="29536"/>
                      <a:pt x="214582" y="32361"/>
                      <a:pt x="214582" y="32361"/>
                    </a:cubicBezTo>
                    <a:lnTo>
                      <a:pt x="212832" y="33673"/>
                    </a:lnTo>
                    <a:lnTo>
                      <a:pt x="211754" y="39089"/>
                    </a:lnTo>
                    <a:lnTo>
                      <a:pt x="208726" y="41915"/>
                    </a:lnTo>
                    <a:lnTo>
                      <a:pt x="205697" y="40166"/>
                    </a:lnTo>
                    <a:lnTo>
                      <a:pt x="202634" y="37777"/>
                    </a:lnTo>
                    <a:lnTo>
                      <a:pt x="195466" y="41915"/>
                    </a:lnTo>
                    <a:cubicBezTo>
                      <a:pt x="195466" y="41915"/>
                      <a:pt x="186110" y="46490"/>
                      <a:pt x="185235" y="46927"/>
                    </a:cubicBezTo>
                    <a:cubicBezTo>
                      <a:pt x="184360" y="47365"/>
                      <a:pt x="179816" y="52141"/>
                      <a:pt x="179816" y="52141"/>
                    </a:cubicBezTo>
                    <a:lnTo>
                      <a:pt x="176788" y="55405"/>
                    </a:lnTo>
                    <a:lnTo>
                      <a:pt x="170932" y="58230"/>
                    </a:lnTo>
                    <a:lnTo>
                      <a:pt x="167667" y="60181"/>
                    </a:lnTo>
                    <a:lnTo>
                      <a:pt x="161576" y="59307"/>
                    </a:lnTo>
                    <a:lnTo>
                      <a:pt x="158109" y="53016"/>
                    </a:lnTo>
                    <a:lnTo>
                      <a:pt x="157234" y="47566"/>
                    </a:lnTo>
                    <a:lnTo>
                      <a:pt x="152017" y="45178"/>
                    </a:lnTo>
                    <a:lnTo>
                      <a:pt x="150268" y="45178"/>
                    </a:lnTo>
                    <a:lnTo>
                      <a:pt x="147676" y="48004"/>
                    </a:lnTo>
                    <a:lnTo>
                      <a:pt x="145287" y="50392"/>
                    </a:lnTo>
                    <a:lnTo>
                      <a:pt x="140508" y="53218"/>
                    </a:lnTo>
                    <a:lnTo>
                      <a:pt x="135291" y="54967"/>
                    </a:lnTo>
                    <a:lnTo>
                      <a:pt x="131589" y="58028"/>
                    </a:lnTo>
                    <a:lnTo>
                      <a:pt x="130950" y="60215"/>
                    </a:lnTo>
                    <a:lnTo>
                      <a:pt x="130513" y="67380"/>
                    </a:lnTo>
                    <a:lnTo>
                      <a:pt x="127685" y="71955"/>
                    </a:lnTo>
                    <a:lnTo>
                      <a:pt x="120719" y="77169"/>
                    </a:lnTo>
                    <a:lnTo>
                      <a:pt x="115502" y="79558"/>
                    </a:lnTo>
                    <a:cubicBezTo>
                      <a:pt x="115502" y="79558"/>
                      <a:pt x="108536" y="83258"/>
                      <a:pt x="107896" y="83460"/>
                    </a:cubicBezTo>
                    <a:cubicBezTo>
                      <a:pt x="107223" y="83662"/>
                      <a:pt x="103757" y="87598"/>
                      <a:pt x="103757" y="87598"/>
                    </a:cubicBezTo>
                    <a:lnTo>
                      <a:pt x="102680" y="92173"/>
                    </a:lnTo>
                    <a:lnTo>
                      <a:pt x="101368" y="95436"/>
                    </a:lnTo>
                    <a:lnTo>
                      <a:pt x="107661" y="98901"/>
                    </a:lnTo>
                    <a:lnTo>
                      <a:pt x="111565" y="100852"/>
                    </a:lnTo>
                    <a:lnTo>
                      <a:pt x="113752" y="104989"/>
                    </a:lnTo>
                    <a:cubicBezTo>
                      <a:pt x="113752" y="104989"/>
                      <a:pt x="113551" y="109766"/>
                      <a:pt x="113551" y="110843"/>
                    </a:cubicBezTo>
                    <a:cubicBezTo>
                      <a:pt x="113551" y="111919"/>
                      <a:pt x="115940" y="114745"/>
                      <a:pt x="115940" y="114745"/>
                    </a:cubicBezTo>
                    <a:lnTo>
                      <a:pt x="119204" y="115821"/>
                    </a:lnTo>
                    <a:lnTo>
                      <a:pt x="121594" y="120834"/>
                    </a:lnTo>
                    <a:lnTo>
                      <a:pt x="121594" y="124971"/>
                    </a:lnTo>
                    <a:lnTo>
                      <a:pt x="118666" y="129748"/>
                    </a:lnTo>
                    <a:lnTo>
                      <a:pt x="114627" y="133650"/>
                    </a:lnTo>
                    <a:lnTo>
                      <a:pt x="112238" y="139302"/>
                    </a:lnTo>
                    <a:lnTo>
                      <a:pt x="109646" y="144516"/>
                    </a:lnTo>
                    <a:lnTo>
                      <a:pt x="106820" y="146904"/>
                    </a:lnTo>
                    <a:lnTo>
                      <a:pt x="100526" y="153430"/>
                    </a:lnTo>
                    <a:lnTo>
                      <a:pt x="93997" y="154069"/>
                    </a:lnTo>
                    <a:lnTo>
                      <a:pt x="84877" y="155146"/>
                    </a:lnTo>
                    <a:lnTo>
                      <a:pt x="73804" y="162749"/>
                    </a:lnTo>
                    <a:lnTo>
                      <a:pt x="69463" y="168165"/>
                    </a:lnTo>
                    <a:lnTo>
                      <a:pt x="64684" y="172504"/>
                    </a:lnTo>
                    <a:lnTo>
                      <a:pt x="60780" y="180544"/>
                    </a:lnTo>
                    <a:lnTo>
                      <a:pt x="58593" y="183370"/>
                    </a:lnTo>
                    <a:lnTo>
                      <a:pt x="54689" y="185556"/>
                    </a:lnTo>
                    <a:lnTo>
                      <a:pt x="55126" y="191847"/>
                    </a:lnTo>
                    <a:lnTo>
                      <a:pt x="59703" y="195547"/>
                    </a:lnTo>
                    <a:lnTo>
                      <a:pt x="63170" y="203150"/>
                    </a:lnTo>
                    <a:lnTo>
                      <a:pt x="67747" y="209003"/>
                    </a:lnTo>
                    <a:cubicBezTo>
                      <a:pt x="67747" y="209003"/>
                      <a:pt x="71886" y="214453"/>
                      <a:pt x="72088" y="215092"/>
                    </a:cubicBezTo>
                    <a:cubicBezTo>
                      <a:pt x="72290" y="215731"/>
                      <a:pt x="72728" y="220945"/>
                      <a:pt x="72728" y="220945"/>
                    </a:cubicBezTo>
                    <a:lnTo>
                      <a:pt x="69699" y="225924"/>
                    </a:lnTo>
                    <a:lnTo>
                      <a:pt x="63843" y="228951"/>
                    </a:lnTo>
                    <a:lnTo>
                      <a:pt x="60578" y="231777"/>
                    </a:lnTo>
                    <a:cubicBezTo>
                      <a:pt x="60578" y="231777"/>
                      <a:pt x="54049" y="236117"/>
                      <a:pt x="53410" y="236117"/>
                    </a:cubicBezTo>
                    <a:cubicBezTo>
                      <a:pt x="52770" y="236117"/>
                      <a:pt x="49708" y="241331"/>
                      <a:pt x="49708" y="241331"/>
                    </a:cubicBezTo>
                    <a:lnTo>
                      <a:pt x="46881" y="247621"/>
                    </a:lnTo>
                    <a:lnTo>
                      <a:pt x="46881" y="250884"/>
                    </a:lnTo>
                    <a:lnTo>
                      <a:pt x="49506" y="255459"/>
                    </a:lnTo>
                    <a:lnTo>
                      <a:pt x="54722" y="255459"/>
                    </a:lnTo>
                    <a:lnTo>
                      <a:pt x="60376" y="255459"/>
                    </a:lnTo>
                    <a:lnTo>
                      <a:pt x="63203" y="257511"/>
                    </a:lnTo>
                    <a:lnTo>
                      <a:pt x="61891" y="261548"/>
                    </a:lnTo>
                    <a:lnTo>
                      <a:pt x="57112" y="264374"/>
                    </a:lnTo>
                    <a:lnTo>
                      <a:pt x="54958" y="265888"/>
                    </a:lnTo>
                    <a:lnTo>
                      <a:pt x="53006" y="268713"/>
                    </a:lnTo>
                    <a:lnTo>
                      <a:pt x="50179" y="274163"/>
                    </a:lnTo>
                    <a:lnTo>
                      <a:pt x="47352" y="279579"/>
                    </a:lnTo>
                    <a:lnTo>
                      <a:pt x="42775" y="282842"/>
                    </a:lnTo>
                    <a:cubicBezTo>
                      <a:pt x="42775" y="282842"/>
                      <a:pt x="36885" y="286744"/>
                      <a:pt x="36044" y="287182"/>
                    </a:cubicBezTo>
                    <a:cubicBezTo>
                      <a:pt x="35169" y="287619"/>
                      <a:pt x="32342" y="288056"/>
                      <a:pt x="32342" y="288056"/>
                    </a:cubicBezTo>
                    <a:lnTo>
                      <a:pt x="28203" y="291084"/>
                    </a:lnTo>
                    <a:lnTo>
                      <a:pt x="26049" y="296096"/>
                    </a:lnTo>
                    <a:lnTo>
                      <a:pt x="27361" y="301310"/>
                    </a:lnTo>
                    <a:lnTo>
                      <a:pt x="23895" y="310427"/>
                    </a:lnTo>
                    <a:cubicBezTo>
                      <a:pt x="23895" y="310427"/>
                      <a:pt x="18880" y="313454"/>
                      <a:pt x="18241" y="313690"/>
                    </a:cubicBezTo>
                    <a:cubicBezTo>
                      <a:pt x="17568" y="313891"/>
                      <a:pt x="18443" y="320216"/>
                      <a:pt x="18443" y="320216"/>
                    </a:cubicBezTo>
                    <a:lnTo>
                      <a:pt x="20193" y="325665"/>
                    </a:lnTo>
                    <a:lnTo>
                      <a:pt x="18039" y="331519"/>
                    </a:lnTo>
                    <a:lnTo>
                      <a:pt x="16928" y="342149"/>
                    </a:lnTo>
                    <a:lnTo>
                      <a:pt x="13899" y="354091"/>
                    </a:lnTo>
                    <a:lnTo>
                      <a:pt x="10635" y="361693"/>
                    </a:lnTo>
                    <a:lnTo>
                      <a:pt x="0" y="369296"/>
                    </a:lnTo>
                    <a:lnTo>
                      <a:pt x="0" y="376899"/>
                    </a:lnTo>
                    <a:lnTo>
                      <a:pt x="6966" y="383189"/>
                    </a:lnTo>
                    <a:lnTo>
                      <a:pt x="6966" y="390590"/>
                    </a:lnTo>
                    <a:lnTo>
                      <a:pt x="8919" y="400783"/>
                    </a:lnTo>
                    <a:lnTo>
                      <a:pt x="20664" y="407746"/>
                    </a:lnTo>
                    <a:lnTo>
                      <a:pt x="31736" y="412523"/>
                    </a:lnTo>
                    <a:lnTo>
                      <a:pt x="40015" y="412960"/>
                    </a:lnTo>
                    <a:lnTo>
                      <a:pt x="45905" y="410135"/>
                    </a:lnTo>
                    <a:lnTo>
                      <a:pt x="53073" y="408183"/>
                    </a:lnTo>
                    <a:cubicBezTo>
                      <a:pt x="53073" y="408183"/>
                      <a:pt x="60679" y="409697"/>
                      <a:pt x="61319" y="410370"/>
                    </a:cubicBezTo>
                    <a:cubicBezTo>
                      <a:pt x="61958" y="411009"/>
                      <a:pt x="61319" y="413835"/>
                      <a:pt x="61319" y="413835"/>
                    </a:cubicBezTo>
                    <a:cubicBezTo>
                      <a:pt x="61319" y="413835"/>
                      <a:pt x="64819" y="418612"/>
                      <a:pt x="65660" y="418612"/>
                    </a:cubicBezTo>
                    <a:cubicBezTo>
                      <a:pt x="66535" y="418612"/>
                      <a:pt x="68925" y="424028"/>
                      <a:pt x="68925" y="424028"/>
                    </a:cubicBezTo>
                    <a:cubicBezTo>
                      <a:pt x="68925" y="424028"/>
                      <a:pt x="74579" y="428367"/>
                      <a:pt x="75218" y="428805"/>
                    </a:cubicBezTo>
                    <a:cubicBezTo>
                      <a:pt x="75858" y="429242"/>
                      <a:pt x="78920" y="431832"/>
                      <a:pt x="78920" y="431832"/>
                    </a:cubicBezTo>
                    <a:lnTo>
                      <a:pt x="85213" y="428805"/>
                    </a:lnTo>
                    <a:lnTo>
                      <a:pt x="90228" y="424465"/>
                    </a:lnTo>
                    <a:lnTo>
                      <a:pt x="95882" y="420125"/>
                    </a:lnTo>
                    <a:lnTo>
                      <a:pt x="99146" y="416223"/>
                    </a:lnTo>
                    <a:lnTo>
                      <a:pt x="103925" y="418612"/>
                    </a:lnTo>
                    <a:lnTo>
                      <a:pt x="104363" y="421437"/>
                    </a:lnTo>
                    <a:lnTo>
                      <a:pt x="104363" y="426652"/>
                    </a:lnTo>
                    <a:lnTo>
                      <a:pt x="99146" y="431866"/>
                    </a:lnTo>
                    <a:lnTo>
                      <a:pt x="99146" y="440343"/>
                    </a:lnTo>
                    <a:lnTo>
                      <a:pt x="106113" y="445557"/>
                    </a:lnTo>
                    <a:lnTo>
                      <a:pt x="111969" y="454236"/>
                    </a:lnTo>
                    <a:cubicBezTo>
                      <a:pt x="111969" y="454236"/>
                      <a:pt x="115872" y="461200"/>
                      <a:pt x="115872" y="462478"/>
                    </a:cubicBezTo>
                    <a:cubicBezTo>
                      <a:pt x="115872" y="463790"/>
                      <a:pt x="117589" y="465505"/>
                      <a:pt x="117825" y="466178"/>
                    </a:cubicBezTo>
                    <a:cubicBezTo>
                      <a:pt x="118060" y="466817"/>
                      <a:pt x="121728" y="470955"/>
                      <a:pt x="121728" y="470955"/>
                    </a:cubicBezTo>
                    <a:lnTo>
                      <a:pt x="123478" y="478793"/>
                    </a:lnTo>
                    <a:lnTo>
                      <a:pt x="123478" y="484007"/>
                    </a:lnTo>
                    <a:lnTo>
                      <a:pt x="123478" y="489659"/>
                    </a:lnTo>
                    <a:cubicBezTo>
                      <a:pt x="123478" y="489659"/>
                      <a:pt x="125767" y="496824"/>
                      <a:pt x="126406" y="497699"/>
                    </a:cubicBezTo>
                    <a:cubicBezTo>
                      <a:pt x="127046" y="498573"/>
                      <a:pt x="126070" y="502711"/>
                      <a:pt x="126070" y="502711"/>
                    </a:cubicBezTo>
                    <a:lnTo>
                      <a:pt x="128695" y="509002"/>
                    </a:lnTo>
                    <a:cubicBezTo>
                      <a:pt x="128695" y="509002"/>
                      <a:pt x="130209" y="515729"/>
                      <a:pt x="130209" y="516604"/>
                    </a:cubicBezTo>
                    <a:cubicBezTo>
                      <a:pt x="130209" y="517478"/>
                      <a:pt x="132801" y="524442"/>
                      <a:pt x="132801" y="524442"/>
                    </a:cubicBezTo>
                    <a:lnTo>
                      <a:pt x="136940" y="529656"/>
                    </a:lnTo>
                    <a:lnTo>
                      <a:pt x="144546" y="536620"/>
                    </a:lnTo>
                    <a:lnTo>
                      <a:pt x="148686" y="535543"/>
                    </a:lnTo>
                    <a:lnTo>
                      <a:pt x="153700" y="532516"/>
                    </a:lnTo>
                    <a:lnTo>
                      <a:pt x="154777" y="531002"/>
                    </a:lnTo>
                    <a:lnTo>
                      <a:pt x="154777" y="527537"/>
                    </a:lnTo>
                    <a:lnTo>
                      <a:pt x="154777" y="521448"/>
                    </a:lnTo>
                    <a:lnTo>
                      <a:pt x="156191" y="516671"/>
                    </a:lnTo>
                    <a:lnTo>
                      <a:pt x="158244" y="519261"/>
                    </a:lnTo>
                    <a:lnTo>
                      <a:pt x="166927" y="518824"/>
                    </a:lnTo>
                    <a:lnTo>
                      <a:pt x="170393" y="517075"/>
                    </a:lnTo>
                    <a:lnTo>
                      <a:pt x="177562" y="513374"/>
                    </a:lnTo>
                    <a:lnTo>
                      <a:pt x="177763" y="509909"/>
                    </a:lnTo>
                    <a:lnTo>
                      <a:pt x="175374" y="507084"/>
                    </a:lnTo>
                    <a:lnTo>
                      <a:pt x="174061" y="503821"/>
                    </a:lnTo>
                    <a:lnTo>
                      <a:pt x="169047" y="501231"/>
                    </a:lnTo>
                    <a:lnTo>
                      <a:pt x="178167" y="500154"/>
                    </a:lnTo>
                    <a:lnTo>
                      <a:pt x="182509" y="501466"/>
                    </a:lnTo>
                    <a:lnTo>
                      <a:pt x="187725" y="504931"/>
                    </a:lnTo>
                    <a:lnTo>
                      <a:pt x="187725" y="513610"/>
                    </a:lnTo>
                    <a:lnTo>
                      <a:pt x="187725" y="518387"/>
                    </a:lnTo>
                    <a:lnTo>
                      <a:pt x="188600" y="521414"/>
                    </a:lnTo>
                    <a:lnTo>
                      <a:pt x="192740" y="521414"/>
                    </a:lnTo>
                    <a:lnTo>
                      <a:pt x="194692" y="517075"/>
                    </a:lnTo>
                    <a:lnTo>
                      <a:pt x="194692" y="513610"/>
                    </a:lnTo>
                    <a:lnTo>
                      <a:pt x="196004" y="509473"/>
                    </a:lnTo>
                    <a:lnTo>
                      <a:pt x="194692" y="506646"/>
                    </a:lnTo>
                    <a:lnTo>
                      <a:pt x="194692" y="503384"/>
                    </a:lnTo>
                    <a:lnTo>
                      <a:pt x="194692" y="494906"/>
                    </a:lnTo>
                    <a:lnTo>
                      <a:pt x="196879" y="491441"/>
                    </a:lnTo>
                    <a:lnTo>
                      <a:pt x="199908" y="486227"/>
                    </a:lnTo>
                    <a:lnTo>
                      <a:pt x="203374" y="486025"/>
                    </a:lnTo>
                    <a:lnTo>
                      <a:pt x="203374" y="488414"/>
                    </a:lnTo>
                    <a:lnTo>
                      <a:pt x="202836" y="494065"/>
                    </a:lnTo>
                    <a:lnTo>
                      <a:pt x="202062" y="500154"/>
                    </a:lnTo>
                    <a:lnTo>
                      <a:pt x="204687" y="502778"/>
                    </a:lnTo>
                    <a:lnTo>
                      <a:pt x="208154" y="498640"/>
                    </a:lnTo>
                    <a:lnTo>
                      <a:pt x="214447" y="492989"/>
                    </a:lnTo>
                    <a:lnTo>
                      <a:pt x="217274" y="487775"/>
                    </a:lnTo>
                    <a:lnTo>
                      <a:pt x="217274" y="481047"/>
                    </a:lnTo>
                    <a:lnTo>
                      <a:pt x="218250" y="474958"/>
                    </a:lnTo>
                    <a:lnTo>
                      <a:pt x="217038" y="472368"/>
                    </a:lnTo>
                    <a:lnTo>
                      <a:pt x="222894" y="471056"/>
                    </a:lnTo>
                    <a:cubicBezTo>
                      <a:pt x="222894" y="471056"/>
                      <a:pt x="230500" y="471258"/>
                      <a:pt x="231173" y="471056"/>
                    </a:cubicBezTo>
                    <a:cubicBezTo>
                      <a:pt x="231813" y="470820"/>
                      <a:pt x="235077" y="468028"/>
                      <a:pt x="235750" y="467355"/>
                    </a:cubicBezTo>
                    <a:cubicBezTo>
                      <a:pt x="236390" y="466716"/>
                      <a:pt x="237500" y="463218"/>
                      <a:pt x="237500" y="463218"/>
                    </a:cubicBezTo>
                    <a:lnTo>
                      <a:pt x="238375" y="457566"/>
                    </a:lnTo>
                    <a:lnTo>
                      <a:pt x="237298" y="453866"/>
                    </a:lnTo>
                    <a:lnTo>
                      <a:pt x="233597" y="453866"/>
                    </a:lnTo>
                    <a:lnTo>
                      <a:pt x="233394" y="449728"/>
                    </a:lnTo>
                    <a:lnTo>
                      <a:pt x="229255" y="446028"/>
                    </a:lnTo>
                    <a:lnTo>
                      <a:pt x="229693" y="441890"/>
                    </a:lnTo>
                    <a:lnTo>
                      <a:pt x="230130" y="438863"/>
                    </a:lnTo>
                    <a:lnTo>
                      <a:pt x="228817" y="435600"/>
                    </a:lnTo>
                    <a:lnTo>
                      <a:pt x="226866" y="432337"/>
                    </a:lnTo>
                    <a:lnTo>
                      <a:pt x="222962" y="427123"/>
                    </a:lnTo>
                    <a:lnTo>
                      <a:pt x="226462" y="424532"/>
                    </a:lnTo>
                    <a:lnTo>
                      <a:pt x="230164" y="423658"/>
                    </a:lnTo>
                    <a:cubicBezTo>
                      <a:pt x="230164" y="423658"/>
                      <a:pt x="231914" y="423456"/>
                      <a:pt x="234303" y="423859"/>
                    </a:cubicBezTo>
                    <a:cubicBezTo>
                      <a:pt x="236693" y="424297"/>
                      <a:pt x="234942" y="427762"/>
                      <a:pt x="235380" y="428434"/>
                    </a:cubicBezTo>
                    <a:cubicBezTo>
                      <a:pt x="235817" y="429074"/>
                      <a:pt x="235380" y="432572"/>
                      <a:pt x="235380" y="435162"/>
                    </a:cubicBezTo>
                    <a:cubicBezTo>
                      <a:pt x="235380" y="437786"/>
                      <a:pt x="237332" y="439939"/>
                      <a:pt x="237332" y="439939"/>
                    </a:cubicBezTo>
                    <a:lnTo>
                      <a:pt x="240798" y="439939"/>
                    </a:lnTo>
                    <a:cubicBezTo>
                      <a:pt x="240798" y="439939"/>
                      <a:pt x="245813" y="440040"/>
                      <a:pt x="247529" y="438964"/>
                    </a:cubicBezTo>
                    <a:cubicBezTo>
                      <a:pt x="249246" y="437887"/>
                      <a:pt x="248169" y="435600"/>
                      <a:pt x="248169" y="435600"/>
                    </a:cubicBezTo>
                    <a:lnTo>
                      <a:pt x="244702" y="429511"/>
                    </a:lnTo>
                    <a:lnTo>
                      <a:pt x="241875" y="425609"/>
                    </a:lnTo>
                    <a:lnTo>
                      <a:pt x="239924" y="419318"/>
                    </a:lnTo>
                    <a:lnTo>
                      <a:pt x="237971" y="413028"/>
                    </a:lnTo>
                    <a:lnTo>
                      <a:pt x="242313" y="417165"/>
                    </a:lnTo>
                    <a:cubicBezTo>
                      <a:pt x="242313" y="417165"/>
                      <a:pt x="249481" y="423691"/>
                      <a:pt x="249919" y="424330"/>
                    </a:cubicBezTo>
                    <a:cubicBezTo>
                      <a:pt x="250356" y="424970"/>
                      <a:pt x="255371" y="423691"/>
                      <a:pt x="255371" y="423691"/>
                    </a:cubicBezTo>
                    <a:lnTo>
                      <a:pt x="260587" y="420865"/>
                    </a:lnTo>
                    <a:cubicBezTo>
                      <a:pt x="260587" y="420865"/>
                      <a:pt x="265602" y="420428"/>
                      <a:pt x="268833" y="420865"/>
                    </a:cubicBezTo>
                    <a:cubicBezTo>
                      <a:pt x="272097" y="421303"/>
                      <a:pt x="271222" y="421942"/>
                      <a:pt x="271222" y="421942"/>
                    </a:cubicBezTo>
                    <a:cubicBezTo>
                      <a:pt x="271222" y="421942"/>
                      <a:pt x="278626" y="425642"/>
                      <a:pt x="279266" y="425642"/>
                    </a:cubicBezTo>
                    <a:cubicBezTo>
                      <a:pt x="279905" y="425642"/>
                      <a:pt x="285794" y="427593"/>
                      <a:pt x="285794" y="427593"/>
                    </a:cubicBezTo>
                    <a:cubicBezTo>
                      <a:pt x="285794" y="427593"/>
                      <a:pt x="292963" y="425844"/>
                      <a:pt x="293199" y="425205"/>
                    </a:cubicBezTo>
                    <a:cubicBezTo>
                      <a:pt x="293400" y="424566"/>
                      <a:pt x="293838" y="419789"/>
                      <a:pt x="293838" y="419789"/>
                    </a:cubicBezTo>
                    <a:lnTo>
                      <a:pt x="294915" y="413700"/>
                    </a:lnTo>
                    <a:lnTo>
                      <a:pt x="299492" y="408923"/>
                    </a:lnTo>
                    <a:lnTo>
                      <a:pt x="302756" y="407847"/>
                    </a:lnTo>
                    <a:lnTo>
                      <a:pt x="305583" y="405021"/>
                    </a:lnTo>
                    <a:lnTo>
                      <a:pt x="306223" y="400446"/>
                    </a:lnTo>
                    <a:lnTo>
                      <a:pt x="303194" y="396746"/>
                    </a:lnTo>
                    <a:lnTo>
                      <a:pt x="294511" y="395669"/>
                    </a:lnTo>
                    <a:lnTo>
                      <a:pt x="292122" y="392205"/>
                    </a:lnTo>
                    <a:lnTo>
                      <a:pt x="292122" y="389614"/>
                    </a:lnTo>
                    <a:lnTo>
                      <a:pt x="299963" y="389614"/>
                    </a:lnTo>
                    <a:lnTo>
                      <a:pt x="305180" y="389614"/>
                    </a:lnTo>
                    <a:lnTo>
                      <a:pt x="310396" y="386150"/>
                    </a:lnTo>
                    <a:lnTo>
                      <a:pt x="322579" y="386150"/>
                    </a:lnTo>
                    <a:lnTo>
                      <a:pt x="327594" y="386150"/>
                    </a:lnTo>
                    <a:lnTo>
                      <a:pt x="330623" y="381810"/>
                    </a:lnTo>
                    <a:lnTo>
                      <a:pt x="331296" y="372256"/>
                    </a:lnTo>
                    <a:lnTo>
                      <a:pt x="326719" y="367244"/>
                    </a:lnTo>
                    <a:lnTo>
                      <a:pt x="322579" y="365293"/>
                    </a:lnTo>
                    <a:lnTo>
                      <a:pt x="316488" y="365293"/>
                    </a:lnTo>
                    <a:lnTo>
                      <a:pt x="316488" y="360079"/>
                    </a:lnTo>
                    <a:lnTo>
                      <a:pt x="318541" y="355100"/>
                    </a:lnTo>
                    <a:lnTo>
                      <a:pt x="319954" y="350525"/>
                    </a:lnTo>
                    <a:lnTo>
                      <a:pt x="319954" y="345984"/>
                    </a:lnTo>
                    <a:lnTo>
                      <a:pt x="322680" y="343360"/>
                    </a:lnTo>
                    <a:lnTo>
                      <a:pt x="326921" y="343595"/>
                    </a:lnTo>
                    <a:lnTo>
                      <a:pt x="326921" y="348809"/>
                    </a:lnTo>
                    <a:lnTo>
                      <a:pt x="326921" y="354259"/>
                    </a:lnTo>
                    <a:lnTo>
                      <a:pt x="331599" y="358599"/>
                    </a:lnTo>
                    <a:lnTo>
                      <a:pt x="337151" y="357085"/>
                    </a:lnTo>
                    <a:lnTo>
                      <a:pt x="338901" y="355571"/>
                    </a:lnTo>
                    <a:lnTo>
                      <a:pt x="338700" y="347531"/>
                    </a:lnTo>
                    <a:lnTo>
                      <a:pt x="339575" y="344268"/>
                    </a:lnTo>
                    <a:lnTo>
                      <a:pt x="342200" y="342317"/>
                    </a:lnTo>
                    <a:cubicBezTo>
                      <a:pt x="342200" y="342317"/>
                      <a:pt x="345902" y="344504"/>
                      <a:pt x="346541" y="344705"/>
                    </a:cubicBezTo>
                    <a:cubicBezTo>
                      <a:pt x="347181" y="344907"/>
                      <a:pt x="350681" y="347531"/>
                      <a:pt x="350681" y="347531"/>
                    </a:cubicBezTo>
                    <a:lnTo>
                      <a:pt x="354585" y="346455"/>
                    </a:lnTo>
                    <a:lnTo>
                      <a:pt x="357849" y="341240"/>
                    </a:lnTo>
                    <a:lnTo>
                      <a:pt x="359801" y="337776"/>
                    </a:lnTo>
                    <a:lnTo>
                      <a:pt x="357412" y="332360"/>
                    </a:lnTo>
                    <a:lnTo>
                      <a:pt x="347181" y="332360"/>
                    </a:lnTo>
                    <a:lnTo>
                      <a:pt x="339575" y="326069"/>
                    </a:lnTo>
                    <a:lnTo>
                      <a:pt x="337185" y="320855"/>
                    </a:lnTo>
                    <a:lnTo>
                      <a:pt x="338262" y="316717"/>
                    </a:lnTo>
                    <a:lnTo>
                      <a:pt x="342839" y="316717"/>
                    </a:lnTo>
                    <a:lnTo>
                      <a:pt x="348291" y="318904"/>
                    </a:lnTo>
                    <a:lnTo>
                      <a:pt x="353710" y="321292"/>
                    </a:lnTo>
                    <a:lnTo>
                      <a:pt x="356536" y="321057"/>
                    </a:lnTo>
                    <a:lnTo>
                      <a:pt x="356536" y="311503"/>
                    </a:lnTo>
                    <a:lnTo>
                      <a:pt x="361113" y="303026"/>
                    </a:lnTo>
                    <a:lnTo>
                      <a:pt x="364378" y="305650"/>
                    </a:lnTo>
                    <a:lnTo>
                      <a:pt x="368282" y="309787"/>
                    </a:lnTo>
                    <a:lnTo>
                      <a:pt x="371984" y="315002"/>
                    </a:lnTo>
                    <a:lnTo>
                      <a:pt x="371547" y="320014"/>
                    </a:lnTo>
                    <a:lnTo>
                      <a:pt x="378278" y="327179"/>
                    </a:lnTo>
                    <a:lnTo>
                      <a:pt x="388071" y="327179"/>
                    </a:lnTo>
                    <a:lnTo>
                      <a:pt x="390662" y="324555"/>
                    </a:lnTo>
                    <a:lnTo>
                      <a:pt x="389350" y="318702"/>
                    </a:lnTo>
                    <a:lnTo>
                      <a:pt x="385884" y="308913"/>
                    </a:lnTo>
                    <a:lnTo>
                      <a:pt x="381542" y="304338"/>
                    </a:lnTo>
                    <a:lnTo>
                      <a:pt x="376527" y="297610"/>
                    </a:lnTo>
                    <a:lnTo>
                      <a:pt x="383898" y="297610"/>
                    </a:lnTo>
                    <a:lnTo>
                      <a:pt x="388475" y="295457"/>
                    </a:lnTo>
                    <a:lnTo>
                      <a:pt x="387600" y="289166"/>
                    </a:lnTo>
                    <a:lnTo>
                      <a:pt x="386725" y="283952"/>
                    </a:lnTo>
                    <a:lnTo>
                      <a:pt x="384335" y="275273"/>
                    </a:lnTo>
                    <a:lnTo>
                      <a:pt x="384537" y="268747"/>
                    </a:lnTo>
                    <a:lnTo>
                      <a:pt x="385177" y="266359"/>
                    </a:lnTo>
                    <a:cubicBezTo>
                      <a:pt x="385177" y="266359"/>
                      <a:pt x="394970" y="266359"/>
                      <a:pt x="396249" y="266359"/>
                    </a:cubicBezTo>
                    <a:cubicBezTo>
                      <a:pt x="397562" y="266359"/>
                      <a:pt x="399749" y="262759"/>
                      <a:pt x="399749" y="262759"/>
                    </a:cubicBezTo>
                    <a:lnTo>
                      <a:pt x="398672" y="257444"/>
                    </a:lnTo>
                    <a:lnTo>
                      <a:pt x="395206" y="251355"/>
                    </a:lnTo>
                    <a:lnTo>
                      <a:pt x="388677" y="248967"/>
                    </a:lnTo>
                    <a:lnTo>
                      <a:pt x="379994" y="248967"/>
                    </a:lnTo>
                    <a:lnTo>
                      <a:pt x="372826" y="248967"/>
                    </a:lnTo>
                    <a:lnTo>
                      <a:pt x="373902" y="245368"/>
                    </a:lnTo>
                    <a:lnTo>
                      <a:pt x="380869" y="238539"/>
                    </a:lnTo>
                    <a:lnTo>
                      <a:pt x="383696" y="234401"/>
                    </a:lnTo>
                    <a:lnTo>
                      <a:pt x="384571" y="225924"/>
                    </a:lnTo>
                    <a:lnTo>
                      <a:pt x="388273" y="220272"/>
                    </a:lnTo>
                    <a:lnTo>
                      <a:pt x="395441" y="218759"/>
                    </a:lnTo>
                    <a:cubicBezTo>
                      <a:pt x="395441" y="218759"/>
                      <a:pt x="400220" y="217245"/>
                      <a:pt x="401095" y="216370"/>
                    </a:cubicBezTo>
                    <a:cubicBezTo>
                      <a:pt x="401970" y="215495"/>
                      <a:pt x="405639" y="216370"/>
                      <a:pt x="405639" y="216370"/>
                    </a:cubicBezTo>
                    <a:lnTo>
                      <a:pt x="410417" y="213545"/>
                    </a:lnTo>
                    <a:lnTo>
                      <a:pt x="411730" y="207893"/>
                    </a:lnTo>
                    <a:lnTo>
                      <a:pt x="407591" y="203755"/>
                    </a:lnTo>
                    <a:lnTo>
                      <a:pt x="402811" y="202881"/>
                    </a:lnTo>
                    <a:lnTo>
                      <a:pt x="398033" y="204193"/>
                    </a:lnTo>
                    <a:lnTo>
                      <a:pt x="394768" y="207893"/>
                    </a:lnTo>
                    <a:lnTo>
                      <a:pt x="391706" y="211593"/>
                    </a:lnTo>
                    <a:lnTo>
                      <a:pt x="388677" y="213545"/>
                    </a:lnTo>
                    <a:lnTo>
                      <a:pt x="385782" y="211291"/>
                    </a:lnTo>
                    <a:lnTo>
                      <a:pt x="380869" y="208969"/>
                    </a:lnTo>
                    <a:lnTo>
                      <a:pt x="375652" y="204058"/>
                    </a:lnTo>
                    <a:lnTo>
                      <a:pt x="374777" y="200593"/>
                    </a:lnTo>
                    <a:lnTo>
                      <a:pt x="378244" y="198272"/>
                    </a:lnTo>
                    <a:lnTo>
                      <a:pt x="379994" y="196826"/>
                    </a:lnTo>
                    <a:lnTo>
                      <a:pt x="383191" y="196826"/>
                    </a:lnTo>
                    <a:lnTo>
                      <a:pt x="386388" y="200459"/>
                    </a:lnTo>
                    <a:lnTo>
                      <a:pt x="390461" y="202040"/>
                    </a:lnTo>
                    <a:lnTo>
                      <a:pt x="395374" y="202040"/>
                    </a:lnTo>
                    <a:lnTo>
                      <a:pt x="398268" y="199416"/>
                    </a:lnTo>
                    <a:lnTo>
                      <a:pt x="398268" y="193899"/>
                    </a:lnTo>
                    <a:lnTo>
                      <a:pt x="395509" y="190703"/>
                    </a:lnTo>
                    <a:lnTo>
                      <a:pt x="391302" y="185489"/>
                    </a:lnTo>
                    <a:lnTo>
                      <a:pt x="391302" y="182865"/>
                    </a:lnTo>
                    <a:cubicBezTo>
                      <a:pt x="391302" y="182865"/>
                      <a:pt x="387600" y="179669"/>
                      <a:pt x="385580" y="179400"/>
                    </a:cubicBezTo>
                    <a:cubicBezTo>
                      <a:pt x="383561" y="179097"/>
                      <a:pt x="379119" y="178526"/>
                      <a:pt x="379119" y="178526"/>
                    </a:cubicBezTo>
                    <a:lnTo>
                      <a:pt x="379119" y="177651"/>
                    </a:lnTo>
                    <a:lnTo>
                      <a:pt x="381878" y="175330"/>
                    </a:lnTo>
                    <a:lnTo>
                      <a:pt x="383460" y="172437"/>
                    </a:lnTo>
                    <a:lnTo>
                      <a:pt x="377941" y="172437"/>
                    </a:lnTo>
                    <a:lnTo>
                      <a:pt x="372152" y="169813"/>
                    </a:lnTo>
                    <a:lnTo>
                      <a:pt x="369527" y="165743"/>
                    </a:lnTo>
                    <a:lnTo>
                      <a:pt x="371849" y="162547"/>
                    </a:lnTo>
                    <a:lnTo>
                      <a:pt x="376763" y="165743"/>
                    </a:lnTo>
                    <a:lnTo>
                      <a:pt x="383730" y="168064"/>
                    </a:lnTo>
                    <a:lnTo>
                      <a:pt x="384032" y="165743"/>
                    </a:lnTo>
                    <a:lnTo>
                      <a:pt x="382585" y="162850"/>
                    </a:lnTo>
                    <a:lnTo>
                      <a:pt x="382585" y="157938"/>
                    </a:lnTo>
                    <a:lnTo>
                      <a:pt x="385042" y="158207"/>
                    </a:lnTo>
                    <a:lnTo>
                      <a:pt x="386927" y="158779"/>
                    </a:lnTo>
                    <a:lnTo>
                      <a:pt x="390124" y="156458"/>
                    </a:lnTo>
                    <a:lnTo>
                      <a:pt x="394768" y="157602"/>
                    </a:lnTo>
                    <a:lnTo>
                      <a:pt x="394768" y="164565"/>
                    </a:lnTo>
                    <a:lnTo>
                      <a:pt x="394768" y="170654"/>
                    </a:lnTo>
                    <a:lnTo>
                      <a:pt x="401735" y="170654"/>
                    </a:lnTo>
                    <a:lnTo>
                      <a:pt x="405201" y="169645"/>
                    </a:lnTo>
                    <a:lnTo>
                      <a:pt x="406648" y="166314"/>
                    </a:lnTo>
                    <a:lnTo>
                      <a:pt x="408667" y="160528"/>
                    </a:lnTo>
                    <a:lnTo>
                      <a:pt x="410990" y="159082"/>
                    </a:lnTo>
                    <a:lnTo>
                      <a:pt x="412740" y="159654"/>
                    </a:lnTo>
                    <a:lnTo>
                      <a:pt x="415062" y="162278"/>
                    </a:lnTo>
                    <a:lnTo>
                      <a:pt x="414490" y="164868"/>
                    </a:lnTo>
                    <a:lnTo>
                      <a:pt x="413918" y="167189"/>
                    </a:lnTo>
                    <a:lnTo>
                      <a:pt x="411293" y="170957"/>
                    </a:lnTo>
                    <a:lnTo>
                      <a:pt x="408095" y="173547"/>
                    </a:lnTo>
                    <a:lnTo>
                      <a:pt x="404326" y="177886"/>
                    </a:lnTo>
                    <a:lnTo>
                      <a:pt x="401701" y="183673"/>
                    </a:lnTo>
                    <a:lnTo>
                      <a:pt x="401701" y="185994"/>
                    </a:lnTo>
                    <a:lnTo>
                      <a:pt x="404461" y="190636"/>
                    </a:lnTo>
                    <a:lnTo>
                      <a:pt x="411562" y="187171"/>
                    </a:lnTo>
                    <a:cubicBezTo>
                      <a:pt x="411562" y="187171"/>
                      <a:pt x="422870" y="181654"/>
                      <a:pt x="423745" y="181385"/>
                    </a:cubicBezTo>
                    <a:cubicBezTo>
                      <a:pt x="424620" y="181082"/>
                      <a:pt x="428389" y="174422"/>
                      <a:pt x="428389" y="174422"/>
                    </a:cubicBezTo>
                    <a:lnTo>
                      <a:pt x="430409" y="168333"/>
                    </a:lnTo>
                    <a:lnTo>
                      <a:pt x="422567" y="159351"/>
                    </a:lnTo>
                    <a:lnTo>
                      <a:pt x="418797" y="152690"/>
                    </a:lnTo>
                    <a:lnTo>
                      <a:pt x="420817" y="147173"/>
                    </a:lnTo>
                    <a:lnTo>
                      <a:pt x="420817" y="142834"/>
                    </a:lnTo>
                    <a:lnTo>
                      <a:pt x="425158" y="140815"/>
                    </a:lnTo>
                    <a:lnTo>
                      <a:pt x="430375" y="141118"/>
                    </a:lnTo>
                    <a:lnTo>
                      <a:pt x="433841" y="142868"/>
                    </a:lnTo>
                    <a:lnTo>
                      <a:pt x="437611" y="142868"/>
                    </a:lnTo>
                    <a:lnTo>
                      <a:pt x="438890" y="139537"/>
                    </a:lnTo>
                    <a:lnTo>
                      <a:pt x="437307" y="135904"/>
                    </a:lnTo>
                    <a:lnTo>
                      <a:pt x="436736" y="133011"/>
                    </a:lnTo>
                    <a:lnTo>
                      <a:pt x="435288" y="124904"/>
                    </a:lnTo>
                    <a:cubicBezTo>
                      <a:pt x="435288" y="124904"/>
                      <a:pt x="436736" y="123155"/>
                      <a:pt x="438890" y="123155"/>
                    </a:cubicBezTo>
                    <a:cubicBezTo>
                      <a:pt x="441077" y="123155"/>
                      <a:pt x="444846" y="120834"/>
                      <a:pt x="444846" y="120834"/>
                    </a:cubicBezTo>
                    <a:lnTo>
                      <a:pt x="446293" y="115922"/>
                    </a:lnTo>
                    <a:lnTo>
                      <a:pt x="441952" y="111583"/>
                    </a:lnTo>
                    <a:lnTo>
                      <a:pt x="439058" y="108118"/>
                    </a:lnTo>
                    <a:lnTo>
                      <a:pt x="433841" y="108118"/>
                    </a:lnTo>
                    <a:lnTo>
                      <a:pt x="426875" y="106369"/>
                    </a:lnTo>
                    <a:lnTo>
                      <a:pt x="426572" y="106369"/>
                    </a:lnTo>
                    <a:lnTo>
                      <a:pt x="429466" y="101154"/>
                    </a:lnTo>
                    <a:lnTo>
                      <a:pt x="438721" y="102904"/>
                    </a:lnTo>
                    <a:lnTo>
                      <a:pt x="443635" y="108690"/>
                    </a:lnTo>
                    <a:lnTo>
                      <a:pt x="447673" y="111583"/>
                    </a:lnTo>
                    <a:lnTo>
                      <a:pt x="451139" y="111583"/>
                    </a:lnTo>
                    <a:lnTo>
                      <a:pt x="451274" y="111011"/>
                    </a:lnTo>
                    <a:lnTo>
                      <a:pt x="451005" y="110977"/>
                    </a:lnTo>
                    <a:close/>
                  </a:path>
                </a:pathLst>
              </a:custGeom>
              <a:grpFill/>
              <a:ln w="6350" cap="flat">
                <a:solidFill>
                  <a:schemeClr val="bg1"/>
                </a:solidFill>
                <a:prstDash val="solid"/>
                <a:miter/>
              </a:ln>
            </p:spPr>
            <p:txBody>
              <a:bodyPr rtlCol="0" anchor="ctr"/>
              <a:lstStyle/>
              <a:p>
                <a:endParaRPr lang="en-US"/>
              </a:p>
            </p:txBody>
          </p:sp>
          <p:sp>
            <p:nvSpPr>
              <p:cNvPr id="166" name="Freeform 945">
                <a:extLst>
                  <a:ext uri="{FF2B5EF4-FFF2-40B4-BE49-F238E27FC236}">
                    <a16:creationId xmlns:a16="http://schemas.microsoft.com/office/drawing/2014/main" id="{D72CF19B-6D41-C0C7-5FD7-B9209D97992A}"/>
                  </a:ext>
                </a:extLst>
              </p:cNvPr>
              <p:cNvSpPr/>
              <p:nvPr/>
            </p:nvSpPr>
            <p:spPr>
              <a:xfrm>
                <a:off x="6194083" y="3181973"/>
                <a:ext cx="7168" cy="7804"/>
              </a:xfrm>
              <a:custGeom>
                <a:avLst/>
                <a:gdLst>
                  <a:gd name="connsiteX0" fmla="*/ 1952 w 7168"/>
                  <a:gd name="connsiteY0" fmla="*/ 6291 h 7804"/>
                  <a:gd name="connsiteX1" fmla="*/ 4543 w 7168"/>
                  <a:gd name="connsiteY1" fmla="*/ 7804 h 7804"/>
                  <a:gd name="connsiteX2" fmla="*/ 6092 w 7168"/>
                  <a:gd name="connsiteY2" fmla="*/ 7064 h 7804"/>
                  <a:gd name="connsiteX3" fmla="*/ 7168 w 7168"/>
                  <a:gd name="connsiteY3" fmla="*/ 4575 h 7804"/>
                  <a:gd name="connsiteX4" fmla="*/ 6092 w 7168"/>
                  <a:gd name="connsiteY4" fmla="*/ 874 h 7804"/>
                  <a:gd name="connsiteX5" fmla="*/ 1952 w 7168"/>
                  <a:gd name="connsiteY5" fmla="*/ 0 h 7804"/>
                  <a:gd name="connsiteX6" fmla="*/ 0 w 7168"/>
                  <a:gd name="connsiteY6" fmla="*/ 2624 h 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8" h="7804">
                    <a:moveTo>
                      <a:pt x="1952" y="6291"/>
                    </a:moveTo>
                    <a:lnTo>
                      <a:pt x="4543" y="7804"/>
                    </a:lnTo>
                    <a:lnTo>
                      <a:pt x="6092" y="7064"/>
                    </a:lnTo>
                    <a:lnTo>
                      <a:pt x="7168" y="4575"/>
                    </a:lnTo>
                    <a:lnTo>
                      <a:pt x="6092" y="874"/>
                    </a:lnTo>
                    <a:lnTo>
                      <a:pt x="1952" y="0"/>
                    </a:lnTo>
                    <a:lnTo>
                      <a:pt x="0" y="2624"/>
                    </a:lnTo>
                    <a:close/>
                  </a:path>
                </a:pathLst>
              </a:custGeom>
              <a:grpFill/>
              <a:ln w="6350" cap="flat">
                <a:solidFill>
                  <a:schemeClr val="bg1"/>
                </a:solidFill>
                <a:prstDash val="solid"/>
                <a:miter/>
              </a:ln>
            </p:spPr>
            <p:txBody>
              <a:bodyPr rtlCol="0" anchor="ctr"/>
              <a:lstStyle/>
              <a:p>
                <a:endParaRPr lang="en-US"/>
              </a:p>
            </p:txBody>
          </p:sp>
          <p:sp>
            <p:nvSpPr>
              <p:cNvPr id="167" name="Freeform 946">
                <a:extLst>
                  <a:ext uri="{FF2B5EF4-FFF2-40B4-BE49-F238E27FC236}">
                    <a16:creationId xmlns:a16="http://schemas.microsoft.com/office/drawing/2014/main" id="{C57CB25D-7777-2C7B-B4EF-1E90EB2C220F}"/>
                  </a:ext>
                </a:extLst>
              </p:cNvPr>
              <p:cNvSpPr/>
              <p:nvPr/>
            </p:nvSpPr>
            <p:spPr>
              <a:xfrm>
                <a:off x="6191256" y="3189777"/>
                <a:ext cx="3466" cy="3061"/>
              </a:xfrm>
              <a:custGeom>
                <a:avLst/>
                <a:gdLst>
                  <a:gd name="connsiteX0" fmla="*/ 3467 w 3466"/>
                  <a:gd name="connsiteY0" fmla="*/ 3061 h 3061"/>
                  <a:gd name="connsiteX1" fmla="*/ 0 w 3466"/>
                  <a:gd name="connsiteY1" fmla="*/ 3061 h 3061"/>
                  <a:gd name="connsiteX2" fmla="*/ 0 w 3466"/>
                  <a:gd name="connsiteY2" fmla="*/ 0 h 3061"/>
                  <a:gd name="connsiteX3" fmla="*/ 2827 w 3466"/>
                  <a:gd name="connsiteY3" fmla="*/ 0 h 3061"/>
                </a:gdLst>
                <a:ahLst/>
                <a:cxnLst>
                  <a:cxn ang="0">
                    <a:pos x="connsiteX0" y="connsiteY0"/>
                  </a:cxn>
                  <a:cxn ang="0">
                    <a:pos x="connsiteX1" y="connsiteY1"/>
                  </a:cxn>
                  <a:cxn ang="0">
                    <a:pos x="connsiteX2" y="connsiteY2"/>
                  </a:cxn>
                  <a:cxn ang="0">
                    <a:pos x="connsiteX3" y="connsiteY3"/>
                  </a:cxn>
                </a:cxnLst>
                <a:rect l="l" t="t" r="r" b="b"/>
                <a:pathLst>
                  <a:path w="3466" h="3061">
                    <a:moveTo>
                      <a:pt x="3467" y="3061"/>
                    </a:moveTo>
                    <a:lnTo>
                      <a:pt x="0" y="3061"/>
                    </a:lnTo>
                    <a:lnTo>
                      <a:pt x="0" y="0"/>
                    </a:lnTo>
                    <a:lnTo>
                      <a:pt x="2827" y="0"/>
                    </a:lnTo>
                    <a:close/>
                  </a:path>
                </a:pathLst>
              </a:custGeom>
              <a:grpFill/>
              <a:ln w="6350" cap="flat">
                <a:solidFill>
                  <a:schemeClr val="bg1"/>
                </a:solidFill>
                <a:prstDash val="solid"/>
                <a:miter/>
              </a:ln>
            </p:spPr>
            <p:txBody>
              <a:bodyPr rtlCol="0" anchor="ctr"/>
              <a:lstStyle/>
              <a:p>
                <a:endParaRPr lang="en-US"/>
              </a:p>
            </p:txBody>
          </p:sp>
          <p:sp>
            <p:nvSpPr>
              <p:cNvPr id="168" name="Freeform 947">
                <a:extLst>
                  <a:ext uri="{FF2B5EF4-FFF2-40B4-BE49-F238E27FC236}">
                    <a16:creationId xmlns:a16="http://schemas.microsoft.com/office/drawing/2014/main" id="{F4A0411E-5DF3-A295-0738-7C3EBE8B7305}"/>
                  </a:ext>
                </a:extLst>
              </p:cNvPr>
              <p:cNvSpPr/>
              <p:nvPr/>
            </p:nvSpPr>
            <p:spPr>
              <a:xfrm>
                <a:off x="6178232" y="3255408"/>
                <a:ext cx="23457" cy="25767"/>
              </a:xfrm>
              <a:custGeom>
                <a:avLst/>
                <a:gdLst>
                  <a:gd name="connsiteX0" fmla="*/ 12587 w 23457"/>
                  <a:gd name="connsiteY0" fmla="*/ 0 h 25767"/>
                  <a:gd name="connsiteX1" fmla="*/ 15616 w 23457"/>
                  <a:gd name="connsiteY1" fmla="*/ 2052 h 25767"/>
                  <a:gd name="connsiteX2" fmla="*/ 16491 w 23457"/>
                  <a:gd name="connsiteY2" fmla="*/ 5214 h 25767"/>
                  <a:gd name="connsiteX3" fmla="*/ 23457 w 23457"/>
                  <a:gd name="connsiteY3" fmla="*/ 5214 h 25767"/>
                  <a:gd name="connsiteX4" fmla="*/ 23020 w 23457"/>
                  <a:gd name="connsiteY4" fmla="*/ 10866 h 25767"/>
                  <a:gd name="connsiteX5" fmla="*/ 19015 w 23457"/>
                  <a:gd name="connsiteY5" fmla="*/ 13691 h 25767"/>
                  <a:gd name="connsiteX6" fmla="*/ 15649 w 23457"/>
                  <a:gd name="connsiteY6" fmla="*/ 20857 h 25767"/>
                  <a:gd name="connsiteX7" fmla="*/ 15649 w 23457"/>
                  <a:gd name="connsiteY7" fmla="*/ 25196 h 25767"/>
                  <a:gd name="connsiteX8" fmla="*/ 13899 w 23457"/>
                  <a:gd name="connsiteY8" fmla="*/ 25196 h 25767"/>
                  <a:gd name="connsiteX9" fmla="*/ 10433 w 23457"/>
                  <a:gd name="connsiteY9" fmla="*/ 25196 h 25767"/>
                  <a:gd name="connsiteX10" fmla="*/ 5856 w 23457"/>
                  <a:gd name="connsiteY10" fmla="*/ 20857 h 25767"/>
                  <a:gd name="connsiteX11" fmla="*/ 5856 w 23457"/>
                  <a:gd name="connsiteY11" fmla="*/ 17156 h 25767"/>
                  <a:gd name="connsiteX12" fmla="*/ 5654 w 23457"/>
                  <a:gd name="connsiteY12" fmla="*/ 15407 h 25767"/>
                  <a:gd name="connsiteX13" fmla="*/ 0 w 23457"/>
                  <a:gd name="connsiteY13" fmla="*/ 12750 h 25767"/>
                  <a:gd name="connsiteX14" fmla="*/ 0 w 23457"/>
                  <a:gd name="connsiteY14" fmla="*/ 11269 h 25767"/>
                  <a:gd name="connsiteX15" fmla="*/ 1952 w 23457"/>
                  <a:gd name="connsiteY15" fmla="*/ 6492 h 25767"/>
                  <a:gd name="connsiteX16" fmla="*/ 5856 w 23457"/>
                  <a:gd name="connsiteY16" fmla="*/ 3229 h 25767"/>
                  <a:gd name="connsiteX17" fmla="*/ 6731 w 23457"/>
                  <a:gd name="connsiteY17" fmla="*/ 3028 h 25767"/>
                  <a:gd name="connsiteX18" fmla="*/ 8683 w 23457"/>
                  <a:gd name="connsiteY18" fmla="*/ 0 h 25767"/>
                  <a:gd name="connsiteX19" fmla="*/ 12587 w 23457"/>
                  <a:gd name="connsiteY19" fmla="*/ 0 h 2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57" h="25767">
                    <a:moveTo>
                      <a:pt x="12587" y="0"/>
                    </a:moveTo>
                    <a:lnTo>
                      <a:pt x="15616" y="2052"/>
                    </a:lnTo>
                    <a:lnTo>
                      <a:pt x="16491" y="5214"/>
                    </a:lnTo>
                    <a:lnTo>
                      <a:pt x="23457" y="5214"/>
                    </a:lnTo>
                    <a:lnTo>
                      <a:pt x="23020" y="10866"/>
                    </a:lnTo>
                    <a:lnTo>
                      <a:pt x="19015" y="13691"/>
                    </a:lnTo>
                    <a:lnTo>
                      <a:pt x="15649" y="20857"/>
                    </a:lnTo>
                    <a:lnTo>
                      <a:pt x="15649" y="25196"/>
                    </a:lnTo>
                    <a:cubicBezTo>
                      <a:pt x="15649" y="25196"/>
                      <a:pt x="14572" y="24557"/>
                      <a:pt x="13899" y="25196"/>
                    </a:cubicBezTo>
                    <a:cubicBezTo>
                      <a:pt x="13260" y="25835"/>
                      <a:pt x="12149" y="26071"/>
                      <a:pt x="10433" y="25196"/>
                    </a:cubicBezTo>
                    <a:cubicBezTo>
                      <a:pt x="8683" y="24322"/>
                      <a:pt x="5856" y="20857"/>
                      <a:pt x="5856" y="20857"/>
                    </a:cubicBezTo>
                    <a:cubicBezTo>
                      <a:pt x="5856" y="20857"/>
                      <a:pt x="6058" y="17829"/>
                      <a:pt x="5856" y="17156"/>
                    </a:cubicBezTo>
                    <a:cubicBezTo>
                      <a:pt x="5654" y="16517"/>
                      <a:pt x="5654" y="15407"/>
                      <a:pt x="5654" y="15407"/>
                    </a:cubicBezTo>
                    <a:lnTo>
                      <a:pt x="0" y="12750"/>
                    </a:lnTo>
                    <a:lnTo>
                      <a:pt x="0" y="11269"/>
                    </a:lnTo>
                    <a:cubicBezTo>
                      <a:pt x="0" y="11269"/>
                      <a:pt x="1313" y="6694"/>
                      <a:pt x="1952" y="6492"/>
                    </a:cubicBezTo>
                    <a:cubicBezTo>
                      <a:pt x="2591" y="6291"/>
                      <a:pt x="4981" y="3667"/>
                      <a:pt x="5856" y="3229"/>
                    </a:cubicBezTo>
                    <a:cubicBezTo>
                      <a:pt x="6731" y="2792"/>
                      <a:pt x="6731" y="3028"/>
                      <a:pt x="6731" y="3028"/>
                    </a:cubicBezTo>
                    <a:lnTo>
                      <a:pt x="8683" y="0"/>
                    </a:lnTo>
                    <a:lnTo>
                      <a:pt x="12587" y="0"/>
                    </a:lnTo>
                    <a:close/>
                  </a:path>
                </a:pathLst>
              </a:custGeom>
              <a:grpFill/>
              <a:ln w="6350" cap="flat">
                <a:solidFill>
                  <a:schemeClr val="bg1"/>
                </a:solidFill>
                <a:prstDash val="solid"/>
                <a:miter/>
              </a:ln>
            </p:spPr>
            <p:txBody>
              <a:bodyPr rtlCol="0" anchor="ctr"/>
              <a:lstStyle/>
              <a:p>
                <a:endParaRPr lang="en-US"/>
              </a:p>
            </p:txBody>
          </p:sp>
          <p:sp>
            <p:nvSpPr>
              <p:cNvPr id="169" name="Freeform 948">
                <a:extLst>
                  <a:ext uri="{FF2B5EF4-FFF2-40B4-BE49-F238E27FC236}">
                    <a16:creationId xmlns:a16="http://schemas.microsoft.com/office/drawing/2014/main" id="{CF062029-5DBC-DEFE-F0D0-46C58D97B074}"/>
                  </a:ext>
                </a:extLst>
              </p:cNvPr>
              <p:cNvSpPr/>
              <p:nvPr/>
            </p:nvSpPr>
            <p:spPr>
              <a:xfrm>
                <a:off x="6151476" y="3302335"/>
                <a:ext cx="14539" cy="11134"/>
              </a:xfrm>
              <a:custGeom>
                <a:avLst/>
                <a:gdLst>
                  <a:gd name="connsiteX0" fmla="*/ 4779 w 14539"/>
                  <a:gd name="connsiteY0" fmla="*/ 0 h 11134"/>
                  <a:gd name="connsiteX1" fmla="*/ 8683 w 14539"/>
                  <a:gd name="connsiteY1" fmla="*/ 1514 h 11134"/>
                  <a:gd name="connsiteX2" fmla="*/ 14539 w 14539"/>
                  <a:gd name="connsiteY2" fmla="*/ 4104 h 11134"/>
                  <a:gd name="connsiteX3" fmla="*/ 13024 w 14539"/>
                  <a:gd name="connsiteY3" fmla="*/ 9655 h 11134"/>
                  <a:gd name="connsiteX4" fmla="*/ 9659 w 14539"/>
                  <a:gd name="connsiteY4" fmla="*/ 11135 h 11134"/>
                  <a:gd name="connsiteX5" fmla="*/ 6058 w 14539"/>
                  <a:gd name="connsiteY5" fmla="*/ 7636 h 11134"/>
                  <a:gd name="connsiteX6" fmla="*/ 2154 w 14539"/>
                  <a:gd name="connsiteY6" fmla="*/ 3700 h 11134"/>
                  <a:gd name="connsiteX7" fmla="*/ 0 w 14539"/>
                  <a:gd name="connsiteY7" fmla="*/ 875 h 11134"/>
                  <a:gd name="connsiteX8" fmla="*/ 1952 w 14539"/>
                  <a:gd name="connsiteY8" fmla="*/ 0 h 11134"/>
                  <a:gd name="connsiteX9" fmla="*/ 4779 w 14539"/>
                  <a:gd name="connsiteY9" fmla="*/ 0 h 11134"/>
                  <a:gd name="connsiteX10" fmla="*/ 4779 w 14539"/>
                  <a:gd name="connsiteY10" fmla="*/ 0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39" h="11134">
                    <a:moveTo>
                      <a:pt x="4779" y="0"/>
                    </a:moveTo>
                    <a:lnTo>
                      <a:pt x="8683" y="1514"/>
                    </a:lnTo>
                    <a:lnTo>
                      <a:pt x="14539" y="4104"/>
                    </a:lnTo>
                    <a:lnTo>
                      <a:pt x="13024" y="9655"/>
                    </a:lnTo>
                    <a:lnTo>
                      <a:pt x="9659" y="11135"/>
                    </a:lnTo>
                    <a:cubicBezTo>
                      <a:pt x="9659" y="11135"/>
                      <a:pt x="6933" y="7636"/>
                      <a:pt x="6058" y="7636"/>
                    </a:cubicBezTo>
                    <a:cubicBezTo>
                      <a:pt x="5183" y="7636"/>
                      <a:pt x="2154" y="3700"/>
                      <a:pt x="2154" y="3700"/>
                    </a:cubicBezTo>
                    <a:lnTo>
                      <a:pt x="0" y="875"/>
                    </a:lnTo>
                    <a:lnTo>
                      <a:pt x="1952" y="0"/>
                    </a:lnTo>
                    <a:lnTo>
                      <a:pt x="4779" y="0"/>
                    </a:lnTo>
                    <a:lnTo>
                      <a:pt x="4779" y="0"/>
                    </a:lnTo>
                    <a:close/>
                  </a:path>
                </a:pathLst>
              </a:custGeom>
              <a:grpFill/>
              <a:ln w="6350" cap="flat">
                <a:solidFill>
                  <a:schemeClr val="bg1"/>
                </a:solidFill>
                <a:prstDash val="solid"/>
                <a:miter/>
              </a:ln>
            </p:spPr>
            <p:txBody>
              <a:bodyPr rtlCol="0" anchor="ctr"/>
              <a:lstStyle/>
              <a:p>
                <a:endParaRPr lang="en-US"/>
              </a:p>
            </p:txBody>
          </p:sp>
          <p:sp>
            <p:nvSpPr>
              <p:cNvPr id="170" name="Freeform 949">
                <a:extLst>
                  <a:ext uri="{FF2B5EF4-FFF2-40B4-BE49-F238E27FC236}">
                    <a16:creationId xmlns:a16="http://schemas.microsoft.com/office/drawing/2014/main" id="{C3B62B26-C6A4-EAC3-F7F9-1869769BD119}"/>
                  </a:ext>
                </a:extLst>
              </p:cNvPr>
              <p:cNvSpPr/>
              <p:nvPr/>
            </p:nvSpPr>
            <p:spPr>
              <a:xfrm>
                <a:off x="5947799" y="3484864"/>
                <a:ext cx="28269" cy="24321"/>
              </a:xfrm>
              <a:custGeom>
                <a:avLst/>
                <a:gdLst>
                  <a:gd name="connsiteX0" fmla="*/ 10635 w 28269"/>
                  <a:gd name="connsiteY0" fmla="*/ 24322 h 24321"/>
                  <a:gd name="connsiteX1" fmla="*/ 14774 w 28269"/>
                  <a:gd name="connsiteY1" fmla="*/ 20419 h 24321"/>
                  <a:gd name="connsiteX2" fmla="*/ 14774 w 28269"/>
                  <a:gd name="connsiteY2" fmla="*/ 17358 h 24321"/>
                  <a:gd name="connsiteX3" fmla="*/ 17399 w 28269"/>
                  <a:gd name="connsiteY3" fmla="*/ 17358 h 24321"/>
                  <a:gd name="connsiteX4" fmla="*/ 23895 w 28269"/>
                  <a:gd name="connsiteY4" fmla="*/ 13456 h 24321"/>
                  <a:gd name="connsiteX5" fmla="*/ 28270 w 28269"/>
                  <a:gd name="connsiteY5" fmla="*/ 9991 h 24321"/>
                  <a:gd name="connsiteX6" fmla="*/ 24332 w 28269"/>
                  <a:gd name="connsiteY6" fmla="*/ 5416 h 24321"/>
                  <a:gd name="connsiteX7" fmla="*/ 19553 w 28269"/>
                  <a:gd name="connsiteY7" fmla="*/ 1716 h 24321"/>
                  <a:gd name="connsiteX8" fmla="*/ 13899 w 28269"/>
                  <a:gd name="connsiteY8" fmla="*/ 1716 h 24321"/>
                  <a:gd name="connsiteX9" fmla="*/ 11072 w 28269"/>
                  <a:gd name="connsiteY9" fmla="*/ 0 h 24321"/>
                  <a:gd name="connsiteX10" fmla="*/ 0 w 28269"/>
                  <a:gd name="connsiteY10" fmla="*/ 0 h 24321"/>
                  <a:gd name="connsiteX11" fmla="*/ 4341 w 28269"/>
                  <a:gd name="connsiteY11" fmla="*/ 6930 h 24321"/>
                  <a:gd name="connsiteX12" fmla="*/ 4341 w 28269"/>
                  <a:gd name="connsiteY12" fmla="*/ 13019 h 24321"/>
                  <a:gd name="connsiteX13" fmla="*/ 4341 w 28269"/>
                  <a:gd name="connsiteY13" fmla="*/ 18233 h 24321"/>
                  <a:gd name="connsiteX14" fmla="*/ 5654 w 28269"/>
                  <a:gd name="connsiteY14" fmla="*/ 20419 h 2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69" h="24321">
                    <a:moveTo>
                      <a:pt x="10635" y="24322"/>
                    </a:moveTo>
                    <a:lnTo>
                      <a:pt x="14774" y="20419"/>
                    </a:lnTo>
                    <a:lnTo>
                      <a:pt x="14774" y="17358"/>
                    </a:lnTo>
                    <a:lnTo>
                      <a:pt x="17399" y="17358"/>
                    </a:lnTo>
                    <a:lnTo>
                      <a:pt x="23895" y="13456"/>
                    </a:lnTo>
                    <a:lnTo>
                      <a:pt x="28270" y="9991"/>
                    </a:lnTo>
                    <a:lnTo>
                      <a:pt x="24332" y="5416"/>
                    </a:lnTo>
                    <a:lnTo>
                      <a:pt x="19553" y="1716"/>
                    </a:lnTo>
                    <a:lnTo>
                      <a:pt x="13899" y="1716"/>
                    </a:lnTo>
                    <a:lnTo>
                      <a:pt x="11072" y="0"/>
                    </a:lnTo>
                    <a:lnTo>
                      <a:pt x="0" y="0"/>
                    </a:lnTo>
                    <a:lnTo>
                      <a:pt x="4341" y="6930"/>
                    </a:lnTo>
                    <a:lnTo>
                      <a:pt x="4341" y="13019"/>
                    </a:lnTo>
                    <a:lnTo>
                      <a:pt x="4341" y="18233"/>
                    </a:lnTo>
                    <a:lnTo>
                      <a:pt x="5654" y="20419"/>
                    </a:lnTo>
                    <a:close/>
                  </a:path>
                </a:pathLst>
              </a:custGeom>
              <a:grpFill/>
              <a:ln w="6350" cap="flat">
                <a:solidFill>
                  <a:schemeClr val="bg1"/>
                </a:solidFill>
                <a:prstDash val="solid"/>
                <a:miter/>
              </a:ln>
            </p:spPr>
            <p:txBody>
              <a:bodyPr rtlCol="0" anchor="ctr"/>
              <a:lstStyle/>
              <a:p>
                <a:endParaRPr lang="en-US"/>
              </a:p>
            </p:txBody>
          </p:sp>
        </p:grpSp>
        <p:sp>
          <p:nvSpPr>
            <p:cNvPr id="26" name="Freeform 887">
              <a:extLst>
                <a:ext uri="{FF2B5EF4-FFF2-40B4-BE49-F238E27FC236}">
                  <a16:creationId xmlns:a16="http://schemas.microsoft.com/office/drawing/2014/main" id="{F976927A-DB93-9061-9F34-7F6C323E15E4}"/>
                </a:ext>
              </a:extLst>
            </p:cNvPr>
            <p:cNvSpPr/>
            <p:nvPr/>
          </p:nvSpPr>
          <p:spPr>
            <a:xfrm>
              <a:off x="7987017" y="2835953"/>
              <a:ext cx="245586" cy="305313"/>
            </a:xfrm>
            <a:custGeom>
              <a:avLst/>
              <a:gdLst>
                <a:gd name="connsiteX0" fmla="*/ 342638 w 471500"/>
                <a:gd name="connsiteY0" fmla="*/ 573051 h 586170"/>
                <a:gd name="connsiteX1" fmla="*/ 344388 w 471500"/>
                <a:gd name="connsiteY1" fmla="*/ 580015 h 586170"/>
                <a:gd name="connsiteX2" fmla="*/ 344388 w 471500"/>
                <a:gd name="connsiteY2" fmla="*/ 582908 h 586170"/>
                <a:gd name="connsiteX3" fmla="*/ 353070 w 471500"/>
                <a:gd name="connsiteY3" fmla="*/ 586171 h 586170"/>
                <a:gd name="connsiteX4" fmla="*/ 357210 w 471500"/>
                <a:gd name="connsiteY4" fmla="*/ 581831 h 586170"/>
                <a:gd name="connsiteX5" fmla="*/ 364177 w 471500"/>
                <a:gd name="connsiteY5" fmla="*/ 575978 h 586170"/>
                <a:gd name="connsiteX6" fmla="*/ 370268 w 471500"/>
                <a:gd name="connsiteY6" fmla="*/ 572277 h 586170"/>
                <a:gd name="connsiteX7" fmla="*/ 375047 w 471500"/>
                <a:gd name="connsiteY7" fmla="*/ 564877 h 586170"/>
                <a:gd name="connsiteX8" fmla="*/ 380936 w 471500"/>
                <a:gd name="connsiteY8" fmla="*/ 560302 h 586170"/>
                <a:gd name="connsiteX9" fmla="*/ 384638 w 471500"/>
                <a:gd name="connsiteY9" fmla="*/ 555289 h 586170"/>
                <a:gd name="connsiteX10" fmla="*/ 389619 w 471500"/>
                <a:gd name="connsiteY10" fmla="*/ 552262 h 586170"/>
                <a:gd name="connsiteX11" fmla="*/ 399614 w 471500"/>
                <a:gd name="connsiteY11" fmla="*/ 547048 h 586170"/>
                <a:gd name="connsiteX12" fmla="*/ 403519 w 471500"/>
                <a:gd name="connsiteY12" fmla="*/ 541161 h 586170"/>
                <a:gd name="connsiteX13" fmla="*/ 403519 w 471500"/>
                <a:gd name="connsiteY13" fmla="*/ 532919 h 586170"/>
                <a:gd name="connsiteX14" fmla="*/ 408533 w 471500"/>
                <a:gd name="connsiteY14" fmla="*/ 529858 h 586170"/>
                <a:gd name="connsiteX15" fmla="*/ 413951 w 471500"/>
                <a:gd name="connsiteY15" fmla="*/ 514653 h 586170"/>
                <a:gd name="connsiteX16" fmla="*/ 411495 w 471500"/>
                <a:gd name="connsiteY16" fmla="*/ 504662 h 586170"/>
                <a:gd name="connsiteX17" fmla="*/ 408735 w 471500"/>
                <a:gd name="connsiteY17" fmla="*/ 499448 h 586170"/>
                <a:gd name="connsiteX18" fmla="*/ 408735 w 471500"/>
                <a:gd name="connsiteY18" fmla="*/ 490769 h 586170"/>
                <a:gd name="connsiteX19" fmla="*/ 408735 w 471500"/>
                <a:gd name="connsiteY19" fmla="*/ 474689 h 586170"/>
                <a:gd name="connsiteX20" fmla="*/ 411495 w 471500"/>
                <a:gd name="connsiteY20" fmla="*/ 474252 h 586170"/>
                <a:gd name="connsiteX21" fmla="*/ 414826 w 471500"/>
                <a:gd name="connsiteY21" fmla="*/ 477716 h 586170"/>
                <a:gd name="connsiteX22" fmla="*/ 425259 w 471500"/>
                <a:gd name="connsiteY22" fmla="*/ 477716 h 586170"/>
                <a:gd name="connsiteX23" fmla="*/ 437442 w 471500"/>
                <a:gd name="connsiteY23" fmla="*/ 477716 h 586170"/>
                <a:gd name="connsiteX24" fmla="*/ 448313 w 471500"/>
                <a:gd name="connsiteY24" fmla="*/ 474891 h 586170"/>
                <a:gd name="connsiteX25" fmla="*/ 452217 w 471500"/>
                <a:gd name="connsiteY25" fmla="*/ 468163 h 586170"/>
                <a:gd name="connsiteX26" fmla="*/ 452217 w 471500"/>
                <a:gd name="connsiteY26" fmla="*/ 459484 h 586170"/>
                <a:gd name="connsiteX27" fmla="*/ 447202 w 471500"/>
                <a:gd name="connsiteY27" fmla="*/ 453832 h 586170"/>
                <a:gd name="connsiteX28" fmla="*/ 439596 w 471500"/>
                <a:gd name="connsiteY28" fmla="*/ 446432 h 586170"/>
                <a:gd name="connsiteX29" fmla="*/ 446125 w 471500"/>
                <a:gd name="connsiteY29" fmla="*/ 437753 h 586170"/>
                <a:gd name="connsiteX30" fmla="*/ 453529 w 471500"/>
                <a:gd name="connsiteY30" fmla="*/ 437753 h 586170"/>
                <a:gd name="connsiteX31" fmla="*/ 460933 w 471500"/>
                <a:gd name="connsiteY31" fmla="*/ 435129 h 586170"/>
                <a:gd name="connsiteX32" fmla="*/ 460933 w 471500"/>
                <a:gd name="connsiteY32" fmla="*/ 424263 h 586170"/>
                <a:gd name="connsiteX33" fmla="*/ 466150 w 471500"/>
                <a:gd name="connsiteY33" fmla="*/ 414272 h 586170"/>
                <a:gd name="connsiteX34" fmla="*/ 469212 w 471500"/>
                <a:gd name="connsiteY34" fmla="*/ 406602 h 586170"/>
                <a:gd name="connsiteX35" fmla="*/ 471400 w 471500"/>
                <a:gd name="connsiteY35" fmla="*/ 389951 h 586170"/>
                <a:gd name="connsiteX36" fmla="*/ 471400 w 471500"/>
                <a:gd name="connsiteY36" fmla="*/ 381272 h 586170"/>
                <a:gd name="connsiteX37" fmla="*/ 471501 w 471500"/>
                <a:gd name="connsiteY37" fmla="*/ 381003 h 586170"/>
                <a:gd name="connsiteX38" fmla="*/ 468506 w 471500"/>
                <a:gd name="connsiteY38" fmla="*/ 374880 h 586170"/>
                <a:gd name="connsiteX39" fmla="*/ 461236 w 471500"/>
                <a:gd name="connsiteY39" fmla="*/ 376899 h 586170"/>
                <a:gd name="connsiteX40" fmla="*/ 451106 w 471500"/>
                <a:gd name="connsiteY40" fmla="*/ 378076 h 586170"/>
                <a:gd name="connsiteX41" fmla="*/ 450534 w 471500"/>
                <a:gd name="connsiteY41" fmla="*/ 372862 h 586170"/>
                <a:gd name="connsiteX42" fmla="*/ 449659 w 471500"/>
                <a:gd name="connsiteY42" fmla="*/ 364755 h 586170"/>
                <a:gd name="connsiteX43" fmla="*/ 445318 w 471500"/>
                <a:gd name="connsiteY43" fmla="*/ 364755 h 586170"/>
                <a:gd name="connsiteX44" fmla="*/ 434313 w 471500"/>
                <a:gd name="connsiteY44" fmla="*/ 367042 h 586170"/>
                <a:gd name="connsiteX45" fmla="*/ 426471 w 471500"/>
                <a:gd name="connsiteY45" fmla="*/ 369094 h 586170"/>
                <a:gd name="connsiteX46" fmla="*/ 419235 w 471500"/>
                <a:gd name="connsiteY46" fmla="*/ 369969 h 586170"/>
                <a:gd name="connsiteX47" fmla="*/ 411562 w 471500"/>
                <a:gd name="connsiteY47" fmla="*/ 373164 h 586170"/>
                <a:gd name="connsiteX48" fmla="*/ 404461 w 471500"/>
                <a:gd name="connsiteY48" fmla="*/ 375183 h 586170"/>
                <a:gd name="connsiteX49" fmla="*/ 395778 w 471500"/>
                <a:gd name="connsiteY49" fmla="*/ 375183 h 586170"/>
                <a:gd name="connsiteX50" fmla="*/ 387364 w 471500"/>
                <a:gd name="connsiteY50" fmla="*/ 370406 h 586170"/>
                <a:gd name="connsiteX51" fmla="*/ 384167 w 471500"/>
                <a:gd name="connsiteY51" fmla="*/ 367076 h 586170"/>
                <a:gd name="connsiteX52" fmla="*/ 382148 w 471500"/>
                <a:gd name="connsiteY52" fmla="*/ 361290 h 586170"/>
                <a:gd name="connsiteX53" fmla="*/ 389687 w 471500"/>
                <a:gd name="connsiteY53" fmla="*/ 354057 h 586170"/>
                <a:gd name="connsiteX54" fmla="*/ 394903 w 471500"/>
                <a:gd name="connsiteY54" fmla="*/ 349718 h 586170"/>
                <a:gd name="connsiteX55" fmla="*/ 398100 w 471500"/>
                <a:gd name="connsiteY55" fmla="*/ 341913 h 586170"/>
                <a:gd name="connsiteX56" fmla="*/ 396922 w 471500"/>
                <a:gd name="connsiteY56" fmla="*/ 336396 h 586170"/>
                <a:gd name="connsiteX57" fmla="*/ 395778 w 471500"/>
                <a:gd name="connsiteY57" fmla="*/ 330005 h 586170"/>
                <a:gd name="connsiteX58" fmla="*/ 394028 w 471500"/>
                <a:gd name="connsiteY58" fmla="*/ 324791 h 586170"/>
                <a:gd name="connsiteX59" fmla="*/ 383595 w 471500"/>
                <a:gd name="connsiteY59" fmla="*/ 324791 h 586170"/>
                <a:gd name="connsiteX60" fmla="*/ 373162 w 471500"/>
                <a:gd name="connsiteY60" fmla="*/ 323243 h 586170"/>
                <a:gd name="connsiteX61" fmla="*/ 364177 w 471500"/>
                <a:gd name="connsiteY61" fmla="*/ 323008 h 586170"/>
                <a:gd name="connsiteX62" fmla="*/ 361282 w 471500"/>
                <a:gd name="connsiteY62" fmla="*/ 317794 h 586170"/>
                <a:gd name="connsiteX63" fmla="*/ 358960 w 471500"/>
                <a:gd name="connsiteY63" fmla="*/ 307365 h 586170"/>
                <a:gd name="connsiteX64" fmla="*/ 354316 w 471500"/>
                <a:gd name="connsiteY64" fmla="*/ 301579 h 586170"/>
                <a:gd name="connsiteX65" fmla="*/ 349099 w 471500"/>
                <a:gd name="connsiteY65" fmla="*/ 298686 h 586170"/>
                <a:gd name="connsiteX66" fmla="*/ 343310 w 471500"/>
                <a:gd name="connsiteY66" fmla="*/ 295221 h 586170"/>
                <a:gd name="connsiteX67" fmla="*/ 345633 w 471500"/>
                <a:gd name="connsiteY67" fmla="*/ 289436 h 586170"/>
                <a:gd name="connsiteX68" fmla="*/ 350546 w 471500"/>
                <a:gd name="connsiteY68" fmla="*/ 281328 h 586170"/>
                <a:gd name="connsiteX69" fmla="*/ 352296 w 471500"/>
                <a:gd name="connsiteY69" fmla="*/ 273221 h 586170"/>
                <a:gd name="connsiteX70" fmla="*/ 356941 w 471500"/>
                <a:gd name="connsiteY70" fmla="*/ 266830 h 586170"/>
                <a:gd name="connsiteX71" fmla="*/ 362460 w 471500"/>
                <a:gd name="connsiteY71" fmla="*/ 266258 h 586170"/>
                <a:gd name="connsiteX72" fmla="*/ 366801 w 471500"/>
                <a:gd name="connsiteY72" fmla="*/ 264811 h 586170"/>
                <a:gd name="connsiteX73" fmla="*/ 368249 w 471500"/>
                <a:gd name="connsiteY73" fmla="*/ 259597 h 586170"/>
                <a:gd name="connsiteX74" fmla="*/ 371143 w 471500"/>
                <a:gd name="connsiteY74" fmla="*/ 255527 h 586170"/>
                <a:gd name="connsiteX75" fmla="*/ 372018 w 471500"/>
                <a:gd name="connsiteY75" fmla="*/ 245670 h 586170"/>
                <a:gd name="connsiteX76" fmla="*/ 370874 w 471500"/>
                <a:gd name="connsiteY76" fmla="*/ 239279 h 586170"/>
                <a:gd name="connsiteX77" fmla="*/ 367979 w 471500"/>
                <a:gd name="connsiteY77" fmla="*/ 229725 h 586170"/>
                <a:gd name="connsiteX78" fmla="*/ 368551 w 471500"/>
                <a:gd name="connsiteY78" fmla="*/ 222190 h 586170"/>
                <a:gd name="connsiteX79" fmla="*/ 374037 w 471500"/>
                <a:gd name="connsiteY79" fmla="*/ 217548 h 586170"/>
                <a:gd name="connsiteX80" fmla="*/ 382148 w 471500"/>
                <a:gd name="connsiteY80" fmla="*/ 220743 h 586170"/>
                <a:gd name="connsiteX81" fmla="*/ 386489 w 471500"/>
                <a:gd name="connsiteY81" fmla="*/ 225655 h 586170"/>
                <a:gd name="connsiteX82" fmla="*/ 395172 w 471500"/>
                <a:gd name="connsiteY82" fmla="*/ 227101 h 586170"/>
                <a:gd name="connsiteX83" fmla="*/ 403014 w 471500"/>
                <a:gd name="connsiteY83" fmla="*/ 227404 h 586170"/>
                <a:gd name="connsiteX84" fmla="*/ 408802 w 471500"/>
                <a:gd name="connsiteY84" fmla="*/ 232315 h 586170"/>
                <a:gd name="connsiteX85" fmla="*/ 416038 w 471500"/>
                <a:gd name="connsiteY85" fmla="*/ 228548 h 586170"/>
                <a:gd name="connsiteX86" fmla="*/ 420952 w 471500"/>
                <a:gd name="connsiteY86" fmla="*/ 223031 h 586170"/>
                <a:gd name="connsiteX87" fmla="*/ 419504 w 471500"/>
                <a:gd name="connsiteY87" fmla="*/ 217245 h 586170"/>
                <a:gd name="connsiteX88" fmla="*/ 418057 w 471500"/>
                <a:gd name="connsiteY88" fmla="*/ 209407 h 586170"/>
                <a:gd name="connsiteX89" fmla="*/ 420682 w 471500"/>
                <a:gd name="connsiteY89" fmla="*/ 205639 h 586170"/>
                <a:gd name="connsiteX90" fmla="*/ 422432 w 471500"/>
                <a:gd name="connsiteY90" fmla="*/ 194336 h 586170"/>
                <a:gd name="connsiteX91" fmla="*/ 415769 w 471500"/>
                <a:gd name="connsiteY91" fmla="*/ 189694 h 586170"/>
                <a:gd name="connsiteX92" fmla="*/ 403889 w 471500"/>
                <a:gd name="connsiteY92" fmla="*/ 183605 h 586170"/>
                <a:gd name="connsiteX93" fmla="*/ 396081 w 471500"/>
                <a:gd name="connsiteY93" fmla="*/ 176945 h 586170"/>
                <a:gd name="connsiteX94" fmla="*/ 390562 w 471500"/>
                <a:gd name="connsiteY94" fmla="*/ 170553 h 586170"/>
                <a:gd name="connsiteX95" fmla="*/ 382451 w 471500"/>
                <a:gd name="connsiteY95" fmla="*/ 172874 h 586170"/>
                <a:gd name="connsiteX96" fmla="*/ 379859 w 471500"/>
                <a:gd name="connsiteY96" fmla="*/ 178963 h 586170"/>
                <a:gd name="connsiteX97" fmla="*/ 379556 w 471500"/>
                <a:gd name="connsiteY97" fmla="*/ 189694 h 586170"/>
                <a:gd name="connsiteX98" fmla="*/ 375484 w 471500"/>
                <a:gd name="connsiteY98" fmla="*/ 195211 h 586170"/>
                <a:gd name="connsiteX99" fmla="*/ 373734 w 471500"/>
                <a:gd name="connsiteY99" fmla="*/ 201300 h 586170"/>
                <a:gd name="connsiteX100" fmla="*/ 368518 w 471500"/>
                <a:gd name="connsiteY100" fmla="*/ 204193 h 586170"/>
                <a:gd name="connsiteX101" fmla="*/ 361854 w 471500"/>
                <a:gd name="connsiteY101" fmla="*/ 204495 h 586170"/>
                <a:gd name="connsiteX102" fmla="*/ 354618 w 471500"/>
                <a:gd name="connsiteY102" fmla="*/ 204193 h 586170"/>
                <a:gd name="connsiteX103" fmla="*/ 345936 w 471500"/>
                <a:gd name="connsiteY103" fmla="*/ 206211 h 586170"/>
                <a:gd name="connsiteX104" fmla="*/ 340147 w 471500"/>
                <a:gd name="connsiteY104" fmla="*/ 205336 h 586170"/>
                <a:gd name="connsiteX105" fmla="*/ 329142 w 471500"/>
                <a:gd name="connsiteY105" fmla="*/ 196927 h 586170"/>
                <a:gd name="connsiteX106" fmla="*/ 326248 w 471500"/>
                <a:gd name="connsiteY106" fmla="*/ 188819 h 586170"/>
                <a:gd name="connsiteX107" fmla="*/ 327123 w 471500"/>
                <a:gd name="connsiteY107" fmla="*/ 181015 h 586170"/>
                <a:gd name="connsiteX108" fmla="*/ 323925 w 471500"/>
                <a:gd name="connsiteY108" fmla="*/ 172605 h 586170"/>
                <a:gd name="connsiteX109" fmla="*/ 319853 w 471500"/>
                <a:gd name="connsiteY109" fmla="*/ 163926 h 586170"/>
                <a:gd name="connsiteX110" fmla="*/ 317531 w 471500"/>
                <a:gd name="connsiteY110" fmla="*/ 154372 h 586170"/>
                <a:gd name="connsiteX111" fmla="*/ 310565 w 471500"/>
                <a:gd name="connsiteY111" fmla="*/ 156693 h 586170"/>
                <a:gd name="connsiteX112" fmla="*/ 300132 w 471500"/>
                <a:gd name="connsiteY112" fmla="*/ 157568 h 586170"/>
                <a:gd name="connsiteX113" fmla="*/ 295790 w 471500"/>
                <a:gd name="connsiteY113" fmla="*/ 152657 h 586170"/>
                <a:gd name="connsiteX114" fmla="*/ 295521 w 471500"/>
                <a:gd name="connsiteY114" fmla="*/ 150908 h 586170"/>
                <a:gd name="connsiteX115" fmla="*/ 297271 w 471500"/>
                <a:gd name="connsiteY115" fmla="*/ 137283 h 586170"/>
                <a:gd name="connsiteX116" fmla="*/ 299290 w 471500"/>
                <a:gd name="connsiteY116" fmla="*/ 130320 h 586170"/>
                <a:gd name="connsiteX117" fmla="*/ 301882 w 471500"/>
                <a:gd name="connsiteY117" fmla="*/ 125678 h 586170"/>
                <a:gd name="connsiteX118" fmla="*/ 305954 w 471500"/>
                <a:gd name="connsiteY118" fmla="*/ 119017 h 586170"/>
                <a:gd name="connsiteX119" fmla="*/ 307973 w 471500"/>
                <a:gd name="connsiteY119" fmla="*/ 112626 h 586170"/>
                <a:gd name="connsiteX120" fmla="*/ 308545 w 471500"/>
                <a:gd name="connsiteY120" fmla="*/ 107714 h 586170"/>
                <a:gd name="connsiteX121" fmla="*/ 312617 w 471500"/>
                <a:gd name="connsiteY121" fmla="*/ 102197 h 586170"/>
                <a:gd name="connsiteX122" fmla="*/ 313493 w 471500"/>
                <a:gd name="connsiteY122" fmla="*/ 94359 h 586170"/>
                <a:gd name="connsiteX123" fmla="*/ 306257 w 471500"/>
                <a:gd name="connsiteY123" fmla="*/ 93485 h 586170"/>
                <a:gd name="connsiteX124" fmla="*/ 296699 w 471500"/>
                <a:gd name="connsiteY124" fmla="*/ 91735 h 586170"/>
                <a:gd name="connsiteX125" fmla="*/ 291482 w 471500"/>
                <a:gd name="connsiteY125" fmla="*/ 89111 h 586170"/>
                <a:gd name="connsiteX126" fmla="*/ 286838 w 471500"/>
                <a:gd name="connsiteY126" fmla="*/ 93182 h 586170"/>
                <a:gd name="connsiteX127" fmla="*/ 280174 w 471500"/>
                <a:gd name="connsiteY127" fmla="*/ 96647 h 586170"/>
                <a:gd name="connsiteX128" fmla="*/ 270919 w 471500"/>
                <a:gd name="connsiteY128" fmla="*/ 96647 h 586170"/>
                <a:gd name="connsiteX129" fmla="*/ 268025 w 471500"/>
                <a:gd name="connsiteY129" fmla="*/ 92576 h 586170"/>
                <a:gd name="connsiteX130" fmla="*/ 268025 w 471500"/>
                <a:gd name="connsiteY130" fmla="*/ 82720 h 586170"/>
                <a:gd name="connsiteX131" fmla="*/ 267015 w 471500"/>
                <a:gd name="connsiteY131" fmla="*/ 78952 h 586170"/>
                <a:gd name="connsiteX132" fmla="*/ 262539 w 471500"/>
                <a:gd name="connsiteY132" fmla="*/ 73166 h 586170"/>
                <a:gd name="connsiteX133" fmla="*/ 258198 w 471500"/>
                <a:gd name="connsiteY133" fmla="*/ 68827 h 586170"/>
                <a:gd name="connsiteX134" fmla="*/ 251838 w 471500"/>
                <a:gd name="connsiteY134" fmla="*/ 61863 h 586170"/>
                <a:gd name="connsiteX135" fmla="*/ 242852 w 471500"/>
                <a:gd name="connsiteY135" fmla="*/ 60417 h 586170"/>
                <a:gd name="connsiteX136" fmla="*/ 231544 w 471500"/>
                <a:gd name="connsiteY136" fmla="*/ 60417 h 586170"/>
                <a:gd name="connsiteX137" fmla="*/ 217644 w 471500"/>
                <a:gd name="connsiteY137" fmla="*/ 60282 h 586170"/>
                <a:gd name="connsiteX138" fmla="*/ 211250 w 471500"/>
                <a:gd name="connsiteY138" fmla="*/ 57827 h 586170"/>
                <a:gd name="connsiteX139" fmla="*/ 206336 w 471500"/>
                <a:gd name="connsiteY139" fmla="*/ 52041 h 586170"/>
                <a:gd name="connsiteX140" fmla="*/ 204889 w 471500"/>
                <a:gd name="connsiteY140" fmla="*/ 47701 h 586170"/>
                <a:gd name="connsiteX141" fmla="*/ 198495 w 471500"/>
                <a:gd name="connsiteY141" fmla="*/ 47398 h 586170"/>
                <a:gd name="connsiteX142" fmla="*/ 193009 w 471500"/>
                <a:gd name="connsiteY142" fmla="*/ 37273 h 586170"/>
                <a:gd name="connsiteX143" fmla="*/ 188937 w 471500"/>
                <a:gd name="connsiteY143" fmla="*/ 29166 h 586170"/>
                <a:gd name="connsiteX144" fmla="*/ 183417 w 471500"/>
                <a:gd name="connsiteY144" fmla="*/ 29166 h 586170"/>
                <a:gd name="connsiteX145" fmla="*/ 178504 w 471500"/>
                <a:gd name="connsiteY145" fmla="*/ 24826 h 586170"/>
                <a:gd name="connsiteX146" fmla="*/ 171840 w 471500"/>
                <a:gd name="connsiteY146" fmla="*/ 19915 h 586170"/>
                <a:gd name="connsiteX147" fmla="*/ 164874 w 471500"/>
                <a:gd name="connsiteY147" fmla="*/ 19040 h 586170"/>
                <a:gd name="connsiteX148" fmla="*/ 157032 w 471500"/>
                <a:gd name="connsiteY148" fmla="*/ 14701 h 586170"/>
                <a:gd name="connsiteX149" fmla="*/ 142258 w 471500"/>
                <a:gd name="connsiteY149" fmla="*/ 5416 h 586170"/>
                <a:gd name="connsiteX150" fmla="*/ 138791 w 471500"/>
                <a:gd name="connsiteY150" fmla="*/ 1951 h 586170"/>
                <a:gd name="connsiteX151" fmla="*/ 136840 w 471500"/>
                <a:gd name="connsiteY151" fmla="*/ 0 h 586170"/>
                <a:gd name="connsiteX152" fmla="*/ 135325 w 471500"/>
                <a:gd name="connsiteY152" fmla="*/ 976 h 586170"/>
                <a:gd name="connsiteX153" fmla="*/ 129166 w 471500"/>
                <a:gd name="connsiteY153" fmla="*/ 2859 h 586170"/>
                <a:gd name="connsiteX154" fmla="*/ 120248 w 471500"/>
                <a:gd name="connsiteY154" fmla="*/ 6156 h 586170"/>
                <a:gd name="connsiteX155" fmla="*/ 114594 w 471500"/>
                <a:gd name="connsiteY155" fmla="*/ 8343 h 586170"/>
                <a:gd name="connsiteX156" fmla="*/ 108570 w 471500"/>
                <a:gd name="connsiteY156" fmla="*/ 8343 h 586170"/>
                <a:gd name="connsiteX157" fmla="*/ 109108 w 471500"/>
                <a:gd name="connsiteY157" fmla="*/ 9655 h 586170"/>
                <a:gd name="connsiteX158" fmla="*/ 116647 w 471500"/>
                <a:gd name="connsiteY158" fmla="*/ 26104 h 586170"/>
                <a:gd name="connsiteX159" fmla="*/ 124825 w 471500"/>
                <a:gd name="connsiteY159" fmla="*/ 35053 h 586170"/>
                <a:gd name="connsiteX160" fmla="*/ 137647 w 471500"/>
                <a:gd name="connsiteY160" fmla="*/ 38787 h 586170"/>
                <a:gd name="connsiteX161" fmla="*/ 137647 w 471500"/>
                <a:gd name="connsiteY161" fmla="*/ 45750 h 586170"/>
                <a:gd name="connsiteX162" fmla="*/ 143167 w 471500"/>
                <a:gd name="connsiteY162" fmla="*/ 43429 h 586170"/>
                <a:gd name="connsiteX163" fmla="*/ 149393 w 471500"/>
                <a:gd name="connsiteY163" fmla="*/ 41108 h 586170"/>
                <a:gd name="connsiteX164" fmla="*/ 153297 w 471500"/>
                <a:gd name="connsiteY164" fmla="*/ 41680 h 586170"/>
                <a:gd name="connsiteX165" fmla="*/ 153297 w 471500"/>
                <a:gd name="connsiteY165" fmla="*/ 47466 h 586170"/>
                <a:gd name="connsiteX166" fmla="*/ 153297 w 471500"/>
                <a:gd name="connsiteY166" fmla="*/ 54429 h 586170"/>
                <a:gd name="connsiteX167" fmla="*/ 155922 w 471500"/>
                <a:gd name="connsiteY167" fmla="*/ 64285 h 586170"/>
                <a:gd name="connsiteX168" fmla="*/ 157941 w 471500"/>
                <a:gd name="connsiteY168" fmla="*/ 69802 h 586170"/>
                <a:gd name="connsiteX169" fmla="*/ 163730 w 471500"/>
                <a:gd name="connsiteY169" fmla="*/ 76463 h 586170"/>
                <a:gd name="connsiteX170" fmla="*/ 163730 w 471500"/>
                <a:gd name="connsiteY170" fmla="*/ 82249 h 586170"/>
                <a:gd name="connsiteX171" fmla="*/ 163730 w 471500"/>
                <a:gd name="connsiteY171" fmla="*/ 84873 h 586170"/>
                <a:gd name="connsiteX172" fmla="*/ 159388 w 471500"/>
                <a:gd name="connsiteY172" fmla="*/ 84873 h 586170"/>
                <a:gd name="connsiteX173" fmla="*/ 155922 w 471500"/>
                <a:gd name="connsiteY173" fmla="*/ 84873 h 586170"/>
                <a:gd name="connsiteX174" fmla="*/ 153600 w 471500"/>
                <a:gd name="connsiteY174" fmla="*/ 88069 h 586170"/>
                <a:gd name="connsiteX175" fmla="*/ 150403 w 471500"/>
                <a:gd name="connsiteY175" fmla="*/ 93014 h 586170"/>
                <a:gd name="connsiteX176" fmla="*/ 143739 w 471500"/>
                <a:gd name="connsiteY176" fmla="*/ 97084 h 586170"/>
                <a:gd name="connsiteX177" fmla="*/ 136200 w 471500"/>
                <a:gd name="connsiteY177" fmla="*/ 101592 h 586170"/>
                <a:gd name="connsiteX178" fmla="*/ 130412 w 471500"/>
                <a:gd name="connsiteY178" fmla="*/ 105797 h 586170"/>
                <a:gd name="connsiteX179" fmla="*/ 124623 w 471500"/>
                <a:gd name="connsiteY179" fmla="*/ 105797 h 586170"/>
                <a:gd name="connsiteX180" fmla="*/ 117657 w 471500"/>
                <a:gd name="connsiteY180" fmla="*/ 105797 h 586170"/>
                <a:gd name="connsiteX181" fmla="*/ 115032 w 471500"/>
                <a:gd name="connsiteY181" fmla="*/ 100583 h 586170"/>
                <a:gd name="connsiteX182" fmla="*/ 113012 w 471500"/>
                <a:gd name="connsiteY182" fmla="*/ 92173 h 586170"/>
                <a:gd name="connsiteX183" fmla="*/ 110993 w 471500"/>
                <a:gd name="connsiteY183" fmla="*/ 86959 h 586170"/>
                <a:gd name="connsiteX184" fmla="*/ 104632 w 471500"/>
                <a:gd name="connsiteY184" fmla="*/ 82619 h 586170"/>
                <a:gd name="connsiteX185" fmla="*/ 101132 w 471500"/>
                <a:gd name="connsiteY185" fmla="*/ 78279 h 586170"/>
                <a:gd name="connsiteX186" fmla="*/ 97935 w 471500"/>
                <a:gd name="connsiteY186" fmla="*/ 73940 h 586170"/>
                <a:gd name="connsiteX187" fmla="*/ 89521 w 471500"/>
                <a:gd name="connsiteY187" fmla="*/ 74815 h 586170"/>
                <a:gd name="connsiteX188" fmla="*/ 84305 w 471500"/>
                <a:gd name="connsiteY188" fmla="*/ 71350 h 586170"/>
                <a:gd name="connsiteX189" fmla="*/ 76194 w 471500"/>
                <a:gd name="connsiteY189" fmla="*/ 68154 h 586170"/>
                <a:gd name="connsiteX190" fmla="*/ 68083 w 471500"/>
                <a:gd name="connsiteY190" fmla="*/ 68726 h 586170"/>
                <a:gd name="connsiteX191" fmla="*/ 66064 w 471500"/>
                <a:gd name="connsiteY191" fmla="*/ 75689 h 586170"/>
                <a:gd name="connsiteX192" fmla="*/ 64617 w 471500"/>
                <a:gd name="connsiteY192" fmla="*/ 82922 h 586170"/>
                <a:gd name="connsiteX193" fmla="*/ 64617 w 471500"/>
                <a:gd name="connsiteY193" fmla="*/ 92778 h 586170"/>
                <a:gd name="connsiteX194" fmla="*/ 67511 w 471500"/>
                <a:gd name="connsiteY194" fmla="*/ 95368 h 586170"/>
                <a:gd name="connsiteX195" fmla="*/ 68386 w 471500"/>
                <a:gd name="connsiteY195" fmla="*/ 100583 h 586170"/>
                <a:gd name="connsiteX196" fmla="*/ 66939 w 471500"/>
                <a:gd name="connsiteY196" fmla="*/ 104350 h 586170"/>
                <a:gd name="connsiteX197" fmla="*/ 64617 w 471500"/>
                <a:gd name="connsiteY197" fmla="*/ 105797 h 586170"/>
                <a:gd name="connsiteX198" fmla="*/ 64617 w 471500"/>
                <a:gd name="connsiteY198" fmla="*/ 110136 h 586170"/>
                <a:gd name="connsiteX199" fmla="*/ 67511 w 471500"/>
                <a:gd name="connsiteY199" fmla="*/ 114778 h 586170"/>
                <a:gd name="connsiteX200" fmla="*/ 68386 w 471500"/>
                <a:gd name="connsiteY200" fmla="*/ 121742 h 586170"/>
                <a:gd name="connsiteX201" fmla="*/ 68083 w 471500"/>
                <a:gd name="connsiteY201" fmla="*/ 128403 h 586170"/>
                <a:gd name="connsiteX202" fmla="*/ 58525 w 471500"/>
                <a:gd name="connsiteY202" fmla="*/ 128403 h 586170"/>
                <a:gd name="connsiteX203" fmla="*/ 53309 w 471500"/>
                <a:gd name="connsiteY203" fmla="*/ 128403 h 586170"/>
                <a:gd name="connsiteX204" fmla="*/ 47520 w 471500"/>
                <a:gd name="connsiteY204" fmla="*/ 134491 h 586170"/>
                <a:gd name="connsiteX205" fmla="*/ 43751 w 471500"/>
                <a:gd name="connsiteY205" fmla="*/ 139706 h 586170"/>
                <a:gd name="connsiteX206" fmla="*/ 43751 w 471500"/>
                <a:gd name="connsiteY206" fmla="*/ 148385 h 586170"/>
                <a:gd name="connsiteX207" fmla="*/ 47823 w 471500"/>
                <a:gd name="connsiteY207" fmla="*/ 154171 h 586170"/>
                <a:gd name="connsiteX208" fmla="*/ 48698 w 471500"/>
                <a:gd name="connsiteY208" fmla="*/ 157938 h 586170"/>
                <a:gd name="connsiteX209" fmla="*/ 49270 w 471500"/>
                <a:gd name="connsiteY209" fmla="*/ 164902 h 586170"/>
                <a:gd name="connsiteX210" fmla="*/ 48395 w 471500"/>
                <a:gd name="connsiteY210" fmla="*/ 172134 h 586170"/>
                <a:gd name="connsiteX211" fmla="*/ 46679 w 471500"/>
                <a:gd name="connsiteY211" fmla="*/ 176171 h 586170"/>
                <a:gd name="connsiteX212" fmla="*/ 40588 w 471500"/>
                <a:gd name="connsiteY212" fmla="*/ 178189 h 586170"/>
                <a:gd name="connsiteX213" fmla="*/ 31029 w 471500"/>
                <a:gd name="connsiteY213" fmla="*/ 187171 h 586170"/>
                <a:gd name="connsiteX214" fmla="*/ 20294 w 471500"/>
                <a:gd name="connsiteY214" fmla="*/ 188920 h 586170"/>
                <a:gd name="connsiteX215" fmla="*/ 11611 w 471500"/>
                <a:gd name="connsiteY215" fmla="*/ 184009 h 586170"/>
                <a:gd name="connsiteX216" fmla="*/ 6967 w 471500"/>
                <a:gd name="connsiteY216" fmla="*/ 178795 h 586170"/>
                <a:gd name="connsiteX217" fmla="*/ 2322 w 471500"/>
                <a:gd name="connsiteY217" fmla="*/ 178223 h 586170"/>
                <a:gd name="connsiteX218" fmla="*/ 0 w 471500"/>
                <a:gd name="connsiteY218" fmla="*/ 182562 h 586170"/>
                <a:gd name="connsiteX219" fmla="*/ 3197 w 471500"/>
                <a:gd name="connsiteY219" fmla="*/ 188920 h 586170"/>
                <a:gd name="connsiteX220" fmla="*/ 3769 w 471500"/>
                <a:gd name="connsiteY220" fmla="*/ 192991 h 586170"/>
                <a:gd name="connsiteX221" fmla="*/ 4947 w 471500"/>
                <a:gd name="connsiteY221" fmla="*/ 201670 h 586170"/>
                <a:gd name="connsiteX222" fmla="*/ 9861 w 471500"/>
                <a:gd name="connsiteY222" fmla="*/ 208028 h 586170"/>
                <a:gd name="connsiteX223" fmla="*/ 23760 w 471500"/>
                <a:gd name="connsiteY223" fmla="*/ 209777 h 586170"/>
                <a:gd name="connsiteX224" fmla="*/ 31299 w 471500"/>
                <a:gd name="connsiteY224" fmla="*/ 211795 h 586170"/>
                <a:gd name="connsiteX225" fmla="*/ 36212 w 471500"/>
                <a:gd name="connsiteY225" fmla="*/ 224847 h 586170"/>
                <a:gd name="connsiteX226" fmla="*/ 42001 w 471500"/>
                <a:gd name="connsiteY226" fmla="*/ 240490 h 586170"/>
                <a:gd name="connsiteX227" fmla="*/ 42001 w 471500"/>
                <a:gd name="connsiteY227" fmla="*/ 250918 h 586170"/>
                <a:gd name="connsiteX228" fmla="*/ 48968 w 471500"/>
                <a:gd name="connsiteY228" fmla="*/ 256435 h 586170"/>
                <a:gd name="connsiteX229" fmla="*/ 60275 w 471500"/>
                <a:gd name="connsiteY229" fmla="*/ 251793 h 586170"/>
                <a:gd name="connsiteX230" fmla="*/ 63472 w 471500"/>
                <a:gd name="connsiteY230" fmla="*/ 249774 h 586170"/>
                <a:gd name="connsiteX231" fmla="*/ 71011 w 471500"/>
                <a:gd name="connsiteY231" fmla="*/ 252095 h 586170"/>
                <a:gd name="connsiteX232" fmla="*/ 78819 w 471500"/>
                <a:gd name="connsiteY232" fmla="*/ 258756 h 586170"/>
                <a:gd name="connsiteX233" fmla="*/ 85483 w 471500"/>
                <a:gd name="connsiteY233" fmla="*/ 258756 h 586170"/>
                <a:gd name="connsiteX234" fmla="*/ 89824 w 471500"/>
                <a:gd name="connsiteY234" fmla="*/ 255291 h 586170"/>
                <a:gd name="connsiteX235" fmla="*/ 95613 w 471500"/>
                <a:gd name="connsiteY235" fmla="*/ 251254 h 586170"/>
                <a:gd name="connsiteX236" fmla="*/ 100526 w 471500"/>
                <a:gd name="connsiteY236" fmla="*/ 252129 h 586170"/>
                <a:gd name="connsiteX237" fmla="*/ 104868 w 471500"/>
                <a:gd name="connsiteY237" fmla="*/ 261380 h 586170"/>
                <a:gd name="connsiteX238" fmla="*/ 106315 w 471500"/>
                <a:gd name="connsiteY238" fmla="*/ 270665 h 586170"/>
                <a:gd name="connsiteX239" fmla="*/ 105743 w 471500"/>
                <a:gd name="connsiteY239" fmla="*/ 284289 h 586170"/>
                <a:gd name="connsiteX240" fmla="*/ 108065 w 471500"/>
                <a:gd name="connsiteY240" fmla="*/ 306895 h 586170"/>
                <a:gd name="connsiteX241" fmla="*/ 108368 w 471500"/>
                <a:gd name="connsiteY241" fmla="*/ 321090 h 586170"/>
                <a:gd name="connsiteX242" fmla="*/ 101704 w 471500"/>
                <a:gd name="connsiteY242" fmla="*/ 326607 h 586170"/>
                <a:gd name="connsiteX243" fmla="*/ 99685 w 471500"/>
                <a:gd name="connsiteY243" fmla="*/ 328626 h 586170"/>
                <a:gd name="connsiteX244" fmla="*/ 93896 w 471500"/>
                <a:gd name="connsiteY244" fmla="*/ 332393 h 586170"/>
                <a:gd name="connsiteX245" fmla="*/ 85214 w 471500"/>
                <a:gd name="connsiteY245" fmla="*/ 336161 h 586170"/>
                <a:gd name="connsiteX246" fmla="*/ 79122 w 471500"/>
                <a:gd name="connsiteY246" fmla="*/ 337910 h 586170"/>
                <a:gd name="connsiteX247" fmla="*/ 73031 w 471500"/>
                <a:gd name="connsiteY247" fmla="*/ 341106 h 586170"/>
                <a:gd name="connsiteX248" fmla="*/ 70406 w 471500"/>
                <a:gd name="connsiteY248" fmla="*/ 348069 h 586170"/>
                <a:gd name="connsiteX249" fmla="*/ 63439 w 471500"/>
                <a:gd name="connsiteY249" fmla="*/ 360516 h 586170"/>
                <a:gd name="connsiteX250" fmla="*/ 63136 w 471500"/>
                <a:gd name="connsiteY250" fmla="*/ 368051 h 586170"/>
                <a:gd name="connsiteX251" fmla="*/ 61386 w 471500"/>
                <a:gd name="connsiteY251" fmla="*/ 372122 h 586170"/>
                <a:gd name="connsiteX252" fmla="*/ 58189 w 471500"/>
                <a:gd name="connsiteY252" fmla="*/ 376899 h 586170"/>
                <a:gd name="connsiteX253" fmla="*/ 59064 w 471500"/>
                <a:gd name="connsiteY253" fmla="*/ 382247 h 586170"/>
                <a:gd name="connsiteX254" fmla="*/ 65458 w 471500"/>
                <a:gd name="connsiteY254" fmla="*/ 382247 h 586170"/>
                <a:gd name="connsiteX255" fmla="*/ 67208 w 471500"/>
                <a:gd name="connsiteY255" fmla="*/ 382247 h 586170"/>
                <a:gd name="connsiteX256" fmla="*/ 72862 w 471500"/>
                <a:gd name="connsiteY256" fmla="*/ 387764 h 586170"/>
                <a:gd name="connsiteX257" fmla="*/ 75016 w 471500"/>
                <a:gd name="connsiteY257" fmla="*/ 392104 h 586170"/>
                <a:gd name="connsiteX258" fmla="*/ 75016 w 471500"/>
                <a:gd name="connsiteY258" fmla="*/ 397015 h 586170"/>
                <a:gd name="connsiteX259" fmla="*/ 81814 w 471500"/>
                <a:gd name="connsiteY259" fmla="*/ 401354 h 586170"/>
                <a:gd name="connsiteX260" fmla="*/ 84574 w 471500"/>
                <a:gd name="connsiteY260" fmla="*/ 401354 h 586170"/>
                <a:gd name="connsiteX261" fmla="*/ 87199 w 471500"/>
                <a:gd name="connsiteY261" fmla="*/ 397284 h 586170"/>
                <a:gd name="connsiteX262" fmla="*/ 89824 w 471500"/>
                <a:gd name="connsiteY262" fmla="*/ 395266 h 586170"/>
                <a:gd name="connsiteX263" fmla="*/ 96488 w 471500"/>
                <a:gd name="connsiteY263" fmla="*/ 397890 h 586170"/>
                <a:gd name="connsiteX264" fmla="*/ 100257 w 471500"/>
                <a:gd name="connsiteY264" fmla="*/ 403541 h 586170"/>
                <a:gd name="connsiteX265" fmla="*/ 104599 w 471500"/>
                <a:gd name="connsiteY265" fmla="*/ 406602 h 586170"/>
                <a:gd name="connsiteX266" fmla="*/ 110690 w 471500"/>
                <a:gd name="connsiteY266" fmla="*/ 406602 h 586170"/>
                <a:gd name="connsiteX267" fmla="*/ 114156 w 471500"/>
                <a:gd name="connsiteY267" fmla="*/ 406602 h 586170"/>
                <a:gd name="connsiteX268" fmla="*/ 118229 w 471500"/>
                <a:gd name="connsiteY268" fmla="*/ 411951 h 586170"/>
                <a:gd name="connsiteX269" fmla="*/ 119373 w 471500"/>
                <a:gd name="connsiteY269" fmla="*/ 417031 h 586170"/>
                <a:gd name="connsiteX270" fmla="*/ 124589 w 471500"/>
                <a:gd name="connsiteY270" fmla="*/ 417031 h 586170"/>
                <a:gd name="connsiteX271" fmla="*/ 128359 w 471500"/>
                <a:gd name="connsiteY271" fmla="*/ 419352 h 586170"/>
                <a:gd name="connsiteX272" fmla="*/ 127484 w 471500"/>
                <a:gd name="connsiteY272" fmla="*/ 422245 h 586170"/>
                <a:gd name="connsiteX273" fmla="*/ 122839 w 471500"/>
                <a:gd name="connsiteY273" fmla="*/ 425710 h 586170"/>
                <a:gd name="connsiteX274" fmla="*/ 117926 w 471500"/>
                <a:gd name="connsiteY274" fmla="*/ 429780 h 586170"/>
                <a:gd name="connsiteX275" fmla="*/ 113854 w 471500"/>
                <a:gd name="connsiteY275" fmla="*/ 432673 h 586170"/>
                <a:gd name="connsiteX276" fmla="*/ 108940 w 471500"/>
                <a:gd name="connsiteY276" fmla="*/ 432673 h 586170"/>
                <a:gd name="connsiteX277" fmla="*/ 110084 w 471500"/>
                <a:gd name="connsiteY277" fmla="*/ 437584 h 586170"/>
                <a:gd name="connsiteX278" fmla="*/ 109512 w 471500"/>
                <a:gd name="connsiteY278" fmla="*/ 443101 h 586170"/>
                <a:gd name="connsiteX279" fmla="*/ 107493 w 471500"/>
                <a:gd name="connsiteY279" fmla="*/ 448887 h 586170"/>
                <a:gd name="connsiteX280" fmla="*/ 103724 w 471500"/>
                <a:gd name="connsiteY280" fmla="*/ 452083 h 586170"/>
                <a:gd name="connsiteX281" fmla="*/ 103454 w 471500"/>
                <a:gd name="connsiteY281" fmla="*/ 458744 h 586170"/>
                <a:gd name="connsiteX282" fmla="*/ 108099 w 471500"/>
                <a:gd name="connsiteY282" fmla="*/ 464832 h 586170"/>
                <a:gd name="connsiteX283" fmla="*/ 112440 w 471500"/>
                <a:gd name="connsiteY283" fmla="*/ 470047 h 586170"/>
                <a:gd name="connsiteX284" fmla="*/ 115772 w 471500"/>
                <a:gd name="connsiteY284" fmla="*/ 474117 h 586170"/>
                <a:gd name="connsiteX285" fmla="*/ 118531 w 471500"/>
                <a:gd name="connsiteY285" fmla="*/ 477582 h 586170"/>
                <a:gd name="connsiteX286" fmla="*/ 118531 w 471500"/>
                <a:gd name="connsiteY286" fmla="*/ 482224 h 586170"/>
                <a:gd name="connsiteX287" fmla="*/ 120854 w 471500"/>
                <a:gd name="connsiteY287" fmla="*/ 489457 h 586170"/>
                <a:gd name="connsiteX288" fmla="*/ 116209 w 471500"/>
                <a:gd name="connsiteY288" fmla="*/ 493527 h 586170"/>
                <a:gd name="connsiteX289" fmla="*/ 119104 w 471500"/>
                <a:gd name="connsiteY289" fmla="*/ 496723 h 586170"/>
                <a:gd name="connsiteX290" fmla="*/ 124017 w 471500"/>
                <a:gd name="connsiteY290" fmla="*/ 498169 h 586170"/>
                <a:gd name="connsiteX291" fmla="*/ 128090 w 471500"/>
                <a:gd name="connsiteY291" fmla="*/ 500793 h 586170"/>
                <a:gd name="connsiteX292" fmla="*/ 132734 w 471500"/>
                <a:gd name="connsiteY292" fmla="*/ 508026 h 586170"/>
                <a:gd name="connsiteX293" fmla="*/ 134484 w 471500"/>
                <a:gd name="connsiteY293" fmla="*/ 512096 h 586170"/>
                <a:gd name="connsiteX294" fmla="*/ 136806 w 471500"/>
                <a:gd name="connsiteY294" fmla="*/ 518454 h 586170"/>
                <a:gd name="connsiteX295" fmla="*/ 138253 w 471500"/>
                <a:gd name="connsiteY295" fmla="*/ 523668 h 586170"/>
                <a:gd name="connsiteX296" fmla="*/ 138556 w 471500"/>
                <a:gd name="connsiteY296" fmla="*/ 528580 h 586170"/>
                <a:gd name="connsiteX297" fmla="*/ 138253 w 471500"/>
                <a:gd name="connsiteY297" fmla="*/ 534097 h 586170"/>
                <a:gd name="connsiteX298" fmla="*/ 138556 w 471500"/>
                <a:gd name="connsiteY298" fmla="*/ 539614 h 586170"/>
                <a:gd name="connsiteX299" fmla="*/ 144075 w 471500"/>
                <a:gd name="connsiteY299" fmla="*/ 548023 h 586170"/>
                <a:gd name="connsiteX300" fmla="*/ 144345 w 471500"/>
                <a:gd name="connsiteY300" fmla="*/ 552497 h 586170"/>
                <a:gd name="connsiteX301" fmla="*/ 145792 w 471500"/>
                <a:gd name="connsiteY301" fmla="*/ 557846 h 586170"/>
                <a:gd name="connsiteX302" fmla="*/ 152455 w 471500"/>
                <a:gd name="connsiteY302" fmla="*/ 557846 h 586170"/>
                <a:gd name="connsiteX303" fmla="*/ 161138 w 471500"/>
                <a:gd name="connsiteY303" fmla="*/ 555256 h 586170"/>
                <a:gd name="connsiteX304" fmla="*/ 166927 w 471500"/>
                <a:gd name="connsiteY304" fmla="*/ 552632 h 586170"/>
                <a:gd name="connsiteX305" fmla="*/ 173893 w 471500"/>
                <a:gd name="connsiteY305" fmla="*/ 549436 h 586170"/>
                <a:gd name="connsiteX306" fmla="*/ 177965 w 471500"/>
                <a:gd name="connsiteY306" fmla="*/ 544222 h 586170"/>
                <a:gd name="connsiteX307" fmla="*/ 183754 w 471500"/>
                <a:gd name="connsiteY307" fmla="*/ 538436 h 586170"/>
                <a:gd name="connsiteX308" fmla="*/ 187826 w 471500"/>
                <a:gd name="connsiteY308" fmla="*/ 534971 h 586170"/>
                <a:gd name="connsiteX309" fmla="*/ 190721 w 471500"/>
                <a:gd name="connsiteY309" fmla="*/ 531506 h 586170"/>
                <a:gd name="connsiteX310" fmla="*/ 189577 w 471500"/>
                <a:gd name="connsiteY310" fmla="*/ 524274 h 586170"/>
                <a:gd name="connsiteX311" fmla="*/ 193043 w 471500"/>
                <a:gd name="connsiteY311" fmla="*/ 521953 h 586170"/>
                <a:gd name="connsiteX312" fmla="*/ 197115 w 471500"/>
                <a:gd name="connsiteY312" fmla="*/ 521650 h 586170"/>
                <a:gd name="connsiteX313" fmla="*/ 205663 w 471500"/>
                <a:gd name="connsiteY313" fmla="*/ 520775 h 586170"/>
                <a:gd name="connsiteX314" fmla="*/ 208995 w 471500"/>
                <a:gd name="connsiteY314" fmla="*/ 524240 h 586170"/>
                <a:gd name="connsiteX315" fmla="*/ 208995 w 471500"/>
                <a:gd name="connsiteY315" fmla="*/ 527436 h 586170"/>
                <a:gd name="connsiteX316" fmla="*/ 214952 w 471500"/>
                <a:gd name="connsiteY316" fmla="*/ 532347 h 586170"/>
                <a:gd name="connsiteX317" fmla="*/ 219428 w 471500"/>
                <a:gd name="connsiteY317" fmla="*/ 536115 h 586170"/>
                <a:gd name="connsiteX318" fmla="*/ 219428 w 471500"/>
                <a:gd name="connsiteY318" fmla="*/ 543078 h 586170"/>
                <a:gd name="connsiteX319" fmla="*/ 212764 w 471500"/>
                <a:gd name="connsiteY319" fmla="*/ 547721 h 586170"/>
                <a:gd name="connsiteX320" fmla="*/ 209567 w 471500"/>
                <a:gd name="connsiteY320" fmla="*/ 551488 h 586170"/>
                <a:gd name="connsiteX321" fmla="*/ 204351 w 471500"/>
                <a:gd name="connsiteY321" fmla="*/ 554381 h 586170"/>
                <a:gd name="connsiteX322" fmla="*/ 199134 w 471500"/>
                <a:gd name="connsiteY322" fmla="*/ 557846 h 586170"/>
                <a:gd name="connsiteX323" fmla="*/ 198562 w 471500"/>
                <a:gd name="connsiteY323" fmla="*/ 562186 h 586170"/>
                <a:gd name="connsiteX324" fmla="*/ 198562 w 471500"/>
                <a:gd name="connsiteY324" fmla="*/ 565651 h 586170"/>
                <a:gd name="connsiteX325" fmla="*/ 200009 w 471500"/>
                <a:gd name="connsiteY325" fmla="*/ 570293 h 586170"/>
                <a:gd name="connsiteX326" fmla="*/ 202601 w 471500"/>
                <a:gd name="connsiteY326" fmla="*/ 573926 h 586170"/>
                <a:gd name="connsiteX327" fmla="*/ 206673 w 471500"/>
                <a:gd name="connsiteY327" fmla="*/ 576953 h 586170"/>
                <a:gd name="connsiteX328" fmla="*/ 213336 w 471500"/>
                <a:gd name="connsiteY328" fmla="*/ 576953 h 586170"/>
                <a:gd name="connsiteX329" fmla="*/ 218553 w 471500"/>
                <a:gd name="connsiteY329" fmla="*/ 576953 h 586170"/>
                <a:gd name="connsiteX330" fmla="*/ 222894 w 471500"/>
                <a:gd name="connsiteY330" fmla="*/ 572042 h 586170"/>
                <a:gd name="connsiteX331" fmla="*/ 226092 w 471500"/>
                <a:gd name="connsiteY331" fmla="*/ 568846 h 586170"/>
                <a:gd name="connsiteX332" fmla="*/ 237097 w 471500"/>
                <a:gd name="connsiteY332" fmla="*/ 565381 h 586170"/>
                <a:gd name="connsiteX333" fmla="*/ 238241 w 471500"/>
                <a:gd name="connsiteY333" fmla="*/ 562186 h 586170"/>
                <a:gd name="connsiteX334" fmla="*/ 240260 w 471500"/>
                <a:gd name="connsiteY334" fmla="*/ 557543 h 586170"/>
                <a:gd name="connsiteX335" fmla="*/ 240260 w 471500"/>
                <a:gd name="connsiteY335" fmla="*/ 553473 h 586170"/>
                <a:gd name="connsiteX336" fmla="*/ 240260 w 471500"/>
                <a:gd name="connsiteY336" fmla="*/ 547956 h 586170"/>
                <a:gd name="connsiteX337" fmla="*/ 237366 w 471500"/>
                <a:gd name="connsiteY337" fmla="*/ 543045 h 586170"/>
                <a:gd name="connsiteX338" fmla="*/ 241034 w 471500"/>
                <a:gd name="connsiteY338" fmla="*/ 538705 h 586170"/>
                <a:gd name="connsiteX339" fmla="*/ 244904 w 471500"/>
                <a:gd name="connsiteY339" fmla="*/ 536384 h 586170"/>
                <a:gd name="connsiteX340" fmla="*/ 246655 w 471500"/>
                <a:gd name="connsiteY340" fmla="*/ 534635 h 586170"/>
                <a:gd name="connsiteX341" fmla="*/ 251568 w 471500"/>
                <a:gd name="connsiteY341" fmla="*/ 534938 h 586170"/>
                <a:gd name="connsiteX342" fmla="*/ 256212 w 471500"/>
                <a:gd name="connsiteY342" fmla="*/ 541026 h 586170"/>
                <a:gd name="connsiteX343" fmla="*/ 258804 w 471500"/>
                <a:gd name="connsiteY343" fmla="*/ 544794 h 586170"/>
                <a:gd name="connsiteX344" fmla="*/ 265770 w 471500"/>
                <a:gd name="connsiteY344" fmla="*/ 545669 h 586170"/>
                <a:gd name="connsiteX345" fmla="*/ 269405 w 471500"/>
                <a:gd name="connsiteY345" fmla="*/ 544794 h 586170"/>
                <a:gd name="connsiteX346" fmla="*/ 271593 w 471500"/>
                <a:gd name="connsiteY346" fmla="*/ 547384 h 586170"/>
                <a:gd name="connsiteX347" fmla="*/ 271593 w 471500"/>
                <a:gd name="connsiteY347" fmla="*/ 549974 h 586170"/>
                <a:gd name="connsiteX348" fmla="*/ 271593 w 471500"/>
                <a:gd name="connsiteY348" fmla="*/ 556938 h 586170"/>
                <a:gd name="connsiteX349" fmla="*/ 273780 w 471500"/>
                <a:gd name="connsiteY349" fmla="*/ 562152 h 586170"/>
                <a:gd name="connsiteX350" fmla="*/ 278559 w 471500"/>
                <a:gd name="connsiteY350" fmla="*/ 563599 h 586170"/>
                <a:gd name="connsiteX351" fmla="*/ 278559 w 471500"/>
                <a:gd name="connsiteY351" fmla="*/ 565617 h 586170"/>
                <a:gd name="connsiteX352" fmla="*/ 284348 w 471500"/>
                <a:gd name="connsiteY352" fmla="*/ 567938 h 586170"/>
                <a:gd name="connsiteX353" fmla="*/ 289261 w 471500"/>
                <a:gd name="connsiteY353" fmla="*/ 569956 h 586170"/>
                <a:gd name="connsiteX354" fmla="*/ 297372 w 471500"/>
                <a:gd name="connsiteY354" fmla="*/ 570259 h 586170"/>
                <a:gd name="connsiteX355" fmla="*/ 308377 w 471500"/>
                <a:gd name="connsiteY355" fmla="*/ 571134 h 586170"/>
                <a:gd name="connsiteX356" fmla="*/ 320829 w 471500"/>
                <a:gd name="connsiteY356" fmla="*/ 573152 h 586170"/>
                <a:gd name="connsiteX357" fmla="*/ 328671 w 471500"/>
                <a:gd name="connsiteY357" fmla="*/ 573724 h 586170"/>
                <a:gd name="connsiteX358" fmla="*/ 337657 w 471500"/>
                <a:gd name="connsiteY358" fmla="*/ 572277 h 586170"/>
                <a:gd name="connsiteX359" fmla="*/ 342638 w 471500"/>
                <a:gd name="connsiteY359" fmla="*/ 573051 h 58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471500" h="586170">
                  <a:moveTo>
                    <a:pt x="342638" y="573051"/>
                  </a:moveTo>
                  <a:lnTo>
                    <a:pt x="344388" y="580015"/>
                  </a:lnTo>
                  <a:lnTo>
                    <a:pt x="344388" y="582908"/>
                  </a:lnTo>
                  <a:lnTo>
                    <a:pt x="353070" y="586171"/>
                  </a:lnTo>
                  <a:lnTo>
                    <a:pt x="357210" y="581831"/>
                  </a:lnTo>
                  <a:cubicBezTo>
                    <a:pt x="357210" y="581831"/>
                    <a:pt x="363301" y="576180"/>
                    <a:pt x="364177" y="575978"/>
                  </a:cubicBezTo>
                  <a:cubicBezTo>
                    <a:pt x="365051" y="575776"/>
                    <a:pt x="370268" y="572277"/>
                    <a:pt x="370268" y="572277"/>
                  </a:cubicBezTo>
                  <a:lnTo>
                    <a:pt x="375047" y="564877"/>
                  </a:lnTo>
                  <a:lnTo>
                    <a:pt x="380936" y="560302"/>
                  </a:lnTo>
                  <a:lnTo>
                    <a:pt x="384638" y="555289"/>
                  </a:lnTo>
                  <a:lnTo>
                    <a:pt x="389619" y="552262"/>
                  </a:lnTo>
                  <a:lnTo>
                    <a:pt x="399614" y="547048"/>
                  </a:lnTo>
                  <a:lnTo>
                    <a:pt x="403519" y="541161"/>
                  </a:lnTo>
                  <a:lnTo>
                    <a:pt x="403519" y="532919"/>
                  </a:lnTo>
                  <a:lnTo>
                    <a:pt x="408533" y="529858"/>
                  </a:lnTo>
                  <a:lnTo>
                    <a:pt x="413951" y="514653"/>
                  </a:lnTo>
                  <a:lnTo>
                    <a:pt x="411495" y="504662"/>
                  </a:lnTo>
                  <a:lnTo>
                    <a:pt x="408735" y="499448"/>
                  </a:lnTo>
                  <a:lnTo>
                    <a:pt x="408735" y="490769"/>
                  </a:lnTo>
                  <a:lnTo>
                    <a:pt x="408735" y="474689"/>
                  </a:lnTo>
                  <a:lnTo>
                    <a:pt x="411495" y="474252"/>
                  </a:lnTo>
                  <a:lnTo>
                    <a:pt x="414826" y="477716"/>
                  </a:lnTo>
                  <a:lnTo>
                    <a:pt x="425259" y="477716"/>
                  </a:lnTo>
                  <a:lnTo>
                    <a:pt x="437442" y="477716"/>
                  </a:lnTo>
                  <a:lnTo>
                    <a:pt x="448313" y="474891"/>
                  </a:lnTo>
                  <a:lnTo>
                    <a:pt x="452217" y="468163"/>
                  </a:lnTo>
                  <a:lnTo>
                    <a:pt x="452217" y="459484"/>
                  </a:lnTo>
                  <a:lnTo>
                    <a:pt x="447202" y="453832"/>
                  </a:lnTo>
                  <a:cubicBezTo>
                    <a:pt x="447202" y="453832"/>
                    <a:pt x="439159" y="449055"/>
                    <a:pt x="439596" y="446432"/>
                  </a:cubicBezTo>
                  <a:cubicBezTo>
                    <a:pt x="440034" y="443841"/>
                    <a:pt x="446125" y="437753"/>
                    <a:pt x="446125" y="437753"/>
                  </a:cubicBezTo>
                  <a:lnTo>
                    <a:pt x="453529" y="437753"/>
                  </a:lnTo>
                  <a:lnTo>
                    <a:pt x="460933" y="435129"/>
                  </a:lnTo>
                  <a:lnTo>
                    <a:pt x="460933" y="424263"/>
                  </a:lnTo>
                  <a:lnTo>
                    <a:pt x="466150" y="414272"/>
                  </a:lnTo>
                  <a:lnTo>
                    <a:pt x="469212" y="406602"/>
                  </a:lnTo>
                  <a:lnTo>
                    <a:pt x="471400" y="389951"/>
                  </a:lnTo>
                  <a:lnTo>
                    <a:pt x="471400" y="381272"/>
                  </a:lnTo>
                  <a:lnTo>
                    <a:pt x="471501" y="381003"/>
                  </a:lnTo>
                  <a:cubicBezTo>
                    <a:pt x="470390" y="379119"/>
                    <a:pt x="468506" y="374880"/>
                    <a:pt x="468506" y="374880"/>
                  </a:cubicBezTo>
                  <a:lnTo>
                    <a:pt x="461236" y="376899"/>
                  </a:lnTo>
                  <a:lnTo>
                    <a:pt x="451106" y="378076"/>
                  </a:lnTo>
                  <a:lnTo>
                    <a:pt x="450534" y="372862"/>
                  </a:lnTo>
                  <a:lnTo>
                    <a:pt x="449659" y="364755"/>
                  </a:lnTo>
                  <a:lnTo>
                    <a:pt x="445318" y="364755"/>
                  </a:lnTo>
                  <a:lnTo>
                    <a:pt x="434313" y="367042"/>
                  </a:lnTo>
                  <a:lnTo>
                    <a:pt x="426471" y="369094"/>
                  </a:lnTo>
                  <a:lnTo>
                    <a:pt x="419235" y="369969"/>
                  </a:lnTo>
                  <a:lnTo>
                    <a:pt x="411562" y="373164"/>
                  </a:lnTo>
                  <a:lnTo>
                    <a:pt x="404461" y="375183"/>
                  </a:lnTo>
                  <a:lnTo>
                    <a:pt x="395778" y="375183"/>
                  </a:lnTo>
                  <a:lnTo>
                    <a:pt x="387364" y="370406"/>
                  </a:lnTo>
                  <a:lnTo>
                    <a:pt x="384167" y="367076"/>
                  </a:lnTo>
                  <a:lnTo>
                    <a:pt x="382148" y="361290"/>
                  </a:lnTo>
                  <a:lnTo>
                    <a:pt x="389687" y="354057"/>
                  </a:lnTo>
                  <a:lnTo>
                    <a:pt x="394903" y="349718"/>
                  </a:lnTo>
                  <a:lnTo>
                    <a:pt x="398100" y="341913"/>
                  </a:lnTo>
                  <a:lnTo>
                    <a:pt x="396922" y="336396"/>
                  </a:lnTo>
                  <a:lnTo>
                    <a:pt x="395778" y="330005"/>
                  </a:lnTo>
                  <a:lnTo>
                    <a:pt x="394028" y="324791"/>
                  </a:lnTo>
                  <a:lnTo>
                    <a:pt x="383595" y="324791"/>
                  </a:lnTo>
                  <a:lnTo>
                    <a:pt x="373162" y="323243"/>
                  </a:lnTo>
                  <a:cubicBezTo>
                    <a:pt x="373162" y="323243"/>
                    <a:pt x="365321" y="322167"/>
                    <a:pt x="364177" y="323008"/>
                  </a:cubicBezTo>
                  <a:cubicBezTo>
                    <a:pt x="363032" y="323849"/>
                    <a:pt x="361282" y="317794"/>
                    <a:pt x="361282" y="317794"/>
                  </a:cubicBezTo>
                  <a:lnTo>
                    <a:pt x="358960" y="307365"/>
                  </a:lnTo>
                  <a:lnTo>
                    <a:pt x="354316" y="301579"/>
                  </a:lnTo>
                  <a:lnTo>
                    <a:pt x="349099" y="298686"/>
                  </a:lnTo>
                  <a:lnTo>
                    <a:pt x="343310" y="295221"/>
                  </a:lnTo>
                  <a:lnTo>
                    <a:pt x="345633" y="289436"/>
                  </a:lnTo>
                  <a:lnTo>
                    <a:pt x="350546" y="281328"/>
                  </a:lnTo>
                  <a:lnTo>
                    <a:pt x="352296" y="273221"/>
                  </a:lnTo>
                  <a:lnTo>
                    <a:pt x="356941" y="266830"/>
                  </a:lnTo>
                  <a:lnTo>
                    <a:pt x="362460" y="266258"/>
                  </a:lnTo>
                  <a:lnTo>
                    <a:pt x="366801" y="264811"/>
                  </a:lnTo>
                  <a:lnTo>
                    <a:pt x="368249" y="259597"/>
                  </a:lnTo>
                  <a:cubicBezTo>
                    <a:pt x="368249" y="259597"/>
                    <a:pt x="369696" y="256401"/>
                    <a:pt x="371143" y="255527"/>
                  </a:cubicBezTo>
                  <a:cubicBezTo>
                    <a:pt x="372590" y="254652"/>
                    <a:pt x="372018" y="245670"/>
                    <a:pt x="372018" y="245670"/>
                  </a:cubicBezTo>
                  <a:lnTo>
                    <a:pt x="370874" y="239279"/>
                  </a:lnTo>
                  <a:lnTo>
                    <a:pt x="367979" y="229725"/>
                  </a:lnTo>
                  <a:lnTo>
                    <a:pt x="368551" y="222190"/>
                  </a:lnTo>
                  <a:lnTo>
                    <a:pt x="374037" y="217548"/>
                  </a:lnTo>
                  <a:cubicBezTo>
                    <a:pt x="374037" y="217548"/>
                    <a:pt x="381004" y="219869"/>
                    <a:pt x="382148" y="220743"/>
                  </a:cubicBezTo>
                  <a:cubicBezTo>
                    <a:pt x="383292" y="221618"/>
                    <a:pt x="386489" y="225655"/>
                    <a:pt x="386489" y="225655"/>
                  </a:cubicBezTo>
                  <a:lnTo>
                    <a:pt x="395172" y="227101"/>
                  </a:lnTo>
                  <a:lnTo>
                    <a:pt x="403014" y="227404"/>
                  </a:lnTo>
                  <a:lnTo>
                    <a:pt x="408802" y="232315"/>
                  </a:lnTo>
                  <a:lnTo>
                    <a:pt x="416038" y="228548"/>
                  </a:lnTo>
                  <a:lnTo>
                    <a:pt x="420952" y="223031"/>
                  </a:lnTo>
                  <a:lnTo>
                    <a:pt x="419504" y="217245"/>
                  </a:lnTo>
                  <a:lnTo>
                    <a:pt x="418057" y="209407"/>
                  </a:lnTo>
                  <a:lnTo>
                    <a:pt x="420682" y="205639"/>
                  </a:lnTo>
                  <a:lnTo>
                    <a:pt x="422432" y="194336"/>
                  </a:lnTo>
                  <a:lnTo>
                    <a:pt x="415769" y="189694"/>
                  </a:lnTo>
                  <a:lnTo>
                    <a:pt x="403889" y="183605"/>
                  </a:lnTo>
                  <a:lnTo>
                    <a:pt x="396081" y="176945"/>
                  </a:lnTo>
                  <a:lnTo>
                    <a:pt x="390562" y="170553"/>
                  </a:lnTo>
                  <a:cubicBezTo>
                    <a:pt x="390562" y="170553"/>
                    <a:pt x="384470" y="171730"/>
                    <a:pt x="382451" y="172874"/>
                  </a:cubicBezTo>
                  <a:cubicBezTo>
                    <a:pt x="380432" y="174018"/>
                    <a:pt x="379859" y="178963"/>
                    <a:pt x="379859" y="178963"/>
                  </a:cubicBezTo>
                  <a:lnTo>
                    <a:pt x="379556" y="189694"/>
                  </a:lnTo>
                  <a:lnTo>
                    <a:pt x="375484" y="195211"/>
                  </a:lnTo>
                  <a:lnTo>
                    <a:pt x="373734" y="201300"/>
                  </a:lnTo>
                  <a:lnTo>
                    <a:pt x="368518" y="204193"/>
                  </a:lnTo>
                  <a:lnTo>
                    <a:pt x="361854" y="204495"/>
                  </a:lnTo>
                  <a:lnTo>
                    <a:pt x="354618" y="204193"/>
                  </a:lnTo>
                  <a:lnTo>
                    <a:pt x="345936" y="206211"/>
                  </a:lnTo>
                  <a:lnTo>
                    <a:pt x="340147" y="205336"/>
                  </a:lnTo>
                  <a:cubicBezTo>
                    <a:pt x="340147" y="205336"/>
                    <a:pt x="330286" y="196927"/>
                    <a:pt x="329142" y="196927"/>
                  </a:cubicBezTo>
                  <a:cubicBezTo>
                    <a:pt x="327998" y="196927"/>
                    <a:pt x="326248" y="188819"/>
                    <a:pt x="326248" y="188819"/>
                  </a:cubicBezTo>
                  <a:lnTo>
                    <a:pt x="327123" y="181015"/>
                  </a:lnTo>
                  <a:lnTo>
                    <a:pt x="323925" y="172605"/>
                  </a:lnTo>
                  <a:lnTo>
                    <a:pt x="319853" y="163926"/>
                  </a:lnTo>
                  <a:lnTo>
                    <a:pt x="317531" y="154372"/>
                  </a:lnTo>
                  <a:lnTo>
                    <a:pt x="310565" y="156693"/>
                  </a:lnTo>
                  <a:lnTo>
                    <a:pt x="300132" y="157568"/>
                  </a:lnTo>
                  <a:lnTo>
                    <a:pt x="295790" y="152657"/>
                  </a:lnTo>
                  <a:lnTo>
                    <a:pt x="295521" y="150908"/>
                  </a:lnTo>
                  <a:lnTo>
                    <a:pt x="297271" y="137283"/>
                  </a:lnTo>
                  <a:lnTo>
                    <a:pt x="299290" y="130320"/>
                  </a:lnTo>
                  <a:lnTo>
                    <a:pt x="301882" y="125678"/>
                  </a:lnTo>
                  <a:lnTo>
                    <a:pt x="305954" y="119017"/>
                  </a:lnTo>
                  <a:lnTo>
                    <a:pt x="307973" y="112626"/>
                  </a:lnTo>
                  <a:lnTo>
                    <a:pt x="308545" y="107714"/>
                  </a:lnTo>
                  <a:lnTo>
                    <a:pt x="312617" y="102197"/>
                  </a:lnTo>
                  <a:lnTo>
                    <a:pt x="313493" y="94359"/>
                  </a:lnTo>
                  <a:lnTo>
                    <a:pt x="306257" y="93485"/>
                  </a:lnTo>
                  <a:lnTo>
                    <a:pt x="296699" y="91735"/>
                  </a:lnTo>
                  <a:lnTo>
                    <a:pt x="291482" y="89111"/>
                  </a:lnTo>
                  <a:lnTo>
                    <a:pt x="286838" y="93182"/>
                  </a:lnTo>
                  <a:cubicBezTo>
                    <a:pt x="286838" y="93182"/>
                    <a:pt x="281319" y="96378"/>
                    <a:pt x="280174" y="96647"/>
                  </a:cubicBezTo>
                  <a:cubicBezTo>
                    <a:pt x="279030" y="96949"/>
                    <a:pt x="270919" y="96647"/>
                    <a:pt x="270919" y="96647"/>
                  </a:cubicBezTo>
                  <a:lnTo>
                    <a:pt x="268025" y="92576"/>
                  </a:lnTo>
                  <a:lnTo>
                    <a:pt x="268025" y="82720"/>
                  </a:lnTo>
                  <a:lnTo>
                    <a:pt x="267015" y="78952"/>
                  </a:lnTo>
                  <a:lnTo>
                    <a:pt x="262539" y="73166"/>
                  </a:lnTo>
                  <a:lnTo>
                    <a:pt x="258198" y="68827"/>
                  </a:lnTo>
                  <a:lnTo>
                    <a:pt x="251838" y="61863"/>
                  </a:lnTo>
                  <a:lnTo>
                    <a:pt x="242852" y="60417"/>
                  </a:lnTo>
                  <a:lnTo>
                    <a:pt x="231544" y="60417"/>
                  </a:lnTo>
                  <a:lnTo>
                    <a:pt x="217644" y="60282"/>
                  </a:lnTo>
                  <a:lnTo>
                    <a:pt x="211250" y="57827"/>
                  </a:lnTo>
                  <a:lnTo>
                    <a:pt x="206336" y="52041"/>
                  </a:lnTo>
                  <a:lnTo>
                    <a:pt x="204889" y="47701"/>
                  </a:lnTo>
                  <a:lnTo>
                    <a:pt x="198495" y="47398"/>
                  </a:lnTo>
                  <a:lnTo>
                    <a:pt x="193009" y="37273"/>
                  </a:lnTo>
                  <a:lnTo>
                    <a:pt x="188937" y="29166"/>
                  </a:lnTo>
                  <a:lnTo>
                    <a:pt x="183417" y="29166"/>
                  </a:lnTo>
                  <a:lnTo>
                    <a:pt x="178504" y="24826"/>
                  </a:lnTo>
                  <a:lnTo>
                    <a:pt x="171840" y="19915"/>
                  </a:lnTo>
                  <a:lnTo>
                    <a:pt x="164874" y="19040"/>
                  </a:lnTo>
                  <a:lnTo>
                    <a:pt x="157032" y="14701"/>
                  </a:lnTo>
                  <a:lnTo>
                    <a:pt x="142258" y="5416"/>
                  </a:lnTo>
                  <a:lnTo>
                    <a:pt x="138791" y="1951"/>
                  </a:lnTo>
                  <a:lnTo>
                    <a:pt x="136840" y="0"/>
                  </a:lnTo>
                  <a:lnTo>
                    <a:pt x="135325" y="976"/>
                  </a:lnTo>
                  <a:lnTo>
                    <a:pt x="129166" y="2859"/>
                  </a:lnTo>
                  <a:lnTo>
                    <a:pt x="120248" y="6156"/>
                  </a:lnTo>
                  <a:lnTo>
                    <a:pt x="114594" y="8343"/>
                  </a:lnTo>
                  <a:lnTo>
                    <a:pt x="108570" y="8343"/>
                  </a:lnTo>
                  <a:lnTo>
                    <a:pt x="109108" y="9655"/>
                  </a:lnTo>
                  <a:lnTo>
                    <a:pt x="116647" y="26104"/>
                  </a:lnTo>
                  <a:lnTo>
                    <a:pt x="124825" y="35053"/>
                  </a:lnTo>
                  <a:lnTo>
                    <a:pt x="137647" y="38787"/>
                  </a:lnTo>
                  <a:lnTo>
                    <a:pt x="137647" y="45750"/>
                  </a:lnTo>
                  <a:lnTo>
                    <a:pt x="143167" y="43429"/>
                  </a:lnTo>
                  <a:lnTo>
                    <a:pt x="149393" y="41108"/>
                  </a:lnTo>
                  <a:lnTo>
                    <a:pt x="153297" y="41680"/>
                  </a:lnTo>
                  <a:lnTo>
                    <a:pt x="153297" y="47466"/>
                  </a:lnTo>
                  <a:lnTo>
                    <a:pt x="153297" y="54429"/>
                  </a:lnTo>
                  <a:lnTo>
                    <a:pt x="155922" y="64285"/>
                  </a:lnTo>
                  <a:lnTo>
                    <a:pt x="157941" y="69802"/>
                  </a:lnTo>
                  <a:lnTo>
                    <a:pt x="163730" y="76463"/>
                  </a:lnTo>
                  <a:lnTo>
                    <a:pt x="163730" y="82249"/>
                  </a:lnTo>
                  <a:lnTo>
                    <a:pt x="163730" y="84873"/>
                  </a:lnTo>
                  <a:lnTo>
                    <a:pt x="159388" y="84873"/>
                  </a:lnTo>
                  <a:lnTo>
                    <a:pt x="155922" y="84873"/>
                  </a:lnTo>
                  <a:lnTo>
                    <a:pt x="153600" y="88069"/>
                  </a:lnTo>
                  <a:lnTo>
                    <a:pt x="150403" y="93014"/>
                  </a:lnTo>
                  <a:lnTo>
                    <a:pt x="143739" y="97084"/>
                  </a:lnTo>
                  <a:lnTo>
                    <a:pt x="136200" y="101592"/>
                  </a:lnTo>
                  <a:lnTo>
                    <a:pt x="130412" y="105797"/>
                  </a:lnTo>
                  <a:lnTo>
                    <a:pt x="124623" y="105797"/>
                  </a:lnTo>
                  <a:lnTo>
                    <a:pt x="117657" y="105797"/>
                  </a:lnTo>
                  <a:lnTo>
                    <a:pt x="115032" y="100583"/>
                  </a:lnTo>
                  <a:lnTo>
                    <a:pt x="113012" y="92173"/>
                  </a:lnTo>
                  <a:lnTo>
                    <a:pt x="110993" y="86959"/>
                  </a:lnTo>
                  <a:lnTo>
                    <a:pt x="104632" y="82619"/>
                  </a:lnTo>
                  <a:lnTo>
                    <a:pt x="101132" y="78279"/>
                  </a:lnTo>
                  <a:lnTo>
                    <a:pt x="97935" y="73940"/>
                  </a:lnTo>
                  <a:lnTo>
                    <a:pt x="89521" y="74815"/>
                  </a:lnTo>
                  <a:lnTo>
                    <a:pt x="84305" y="71350"/>
                  </a:lnTo>
                  <a:lnTo>
                    <a:pt x="76194" y="68154"/>
                  </a:lnTo>
                  <a:lnTo>
                    <a:pt x="68083" y="68726"/>
                  </a:lnTo>
                  <a:lnTo>
                    <a:pt x="66064" y="75689"/>
                  </a:lnTo>
                  <a:lnTo>
                    <a:pt x="64617" y="82922"/>
                  </a:lnTo>
                  <a:lnTo>
                    <a:pt x="64617" y="92778"/>
                  </a:lnTo>
                  <a:lnTo>
                    <a:pt x="67511" y="95368"/>
                  </a:lnTo>
                  <a:lnTo>
                    <a:pt x="68386" y="100583"/>
                  </a:lnTo>
                  <a:lnTo>
                    <a:pt x="66939" y="104350"/>
                  </a:lnTo>
                  <a:lnTo>
                    <a:pt x="64617" y="105797"/>
                  </a:lnTo>
                  <a:lnTo>
                    <a:pt x="64617" y="110136"/>
                  </a:lnTo>
                  <a:lnTo>
                    <a:pt x="67511" y="114778"/>
                  </a:lnTo>
                  <a:lnTo>
                    <a:pt x="68386" y="121742"/>
                  </a:lnTo>
                  <a:lnTo>
                    <a:pt x="68083" y="128403"/>
                  </a:lnTo>
                  <a:lnTo>
                    <a:pt x="58525" y="128403"/>
                  </a:lnTo>
                  <a:lnTo>
                    <a:pt x="53309" y="128403"/>
                  </a:lnTo>
                  <a:lnTo>
                    <a:pt x="47520" y="134491"/>
                  </a:lnTo>
                  <a:lnTo>
                    <a:pt x="43751" y="139706"/>
                  </a:lnTo>
                  <a:lnTo>
                    <a:pt x="43751" y="148385"/>
                  </a:lnTo>
                  <a:lnTo>
                    <a:pt x="47823" y="154171"/>
                  </a:lnTo>
                  <a:lnTo>
                    <a:pt x="48698" y="157938"/>
                  </a:lnTo>
                  <a:lnTo>
                    <a:pt x="49270" y="164902"/>
                  </a:lnTo>
                  <a:lnTo>
                    <a:pt x="48395" y="172134"/>
                  </a:lnTo>
                  <a:cubicBezTo>
                    <a:pt x="48395" y="172134"/>
                    <a:pt x="48093" y="175599"/>
                    <a:pt x="46679" y="176171"/>
                  </a:cubicBezTo>
                  <a:cubicBezTo>
                    <a:pt x="45232" y="176743"/>
                    <a:pt x="41463" y="177920"/>
                    <a:pt x="40588" y="178189"/>
                  </a:cubicBezTo>
                  <a:cubicBezTo>
                    <a:pt x="39713" y="178492"/>
                    <a:pt x="31029" y="187171"/>
                    <a:pt x="31029" y="187171"/>
                  </a:cubicBezTo>
                  <a:lnTo>
                    <a:pt x="20294" y="188920"/>
                  </a:lnTo>
                  <a:lnTo>
                    <a:pt x="11611" y="184009"/>
                  </a:lnTo>
                  <a:lnTo>
                    <a:pt x="6967" y="178795"/>
                  </a:lnTo>
                  <a:lnTo>
                    <a:pt x="2322" y="178223"/>
                  </a:lnTo>
                  <a:lnTo>
                    <a:pt x="0" y="182562"/>
                  </a:lnTo>
                  <a:lnTo>
                    <a:pt x="3197" y="188920"/>
                  </a:lnTo>
                  <a:lnTo>
                    <a:pt x="3769" y="192991"/>
                  </a:lnTo>
                  <a:lnTo>
                    <a:pt x="4947" y="201670"/>
                  </a:lnTo>
                  <a:lnTo>
                    <a:pt x="9861" y="208028"/>
                  </a:lnTo>
                  <a:lnTo>
                    <a:pt x="23760" y="209777"/>
                  </a:lnTo>
                  <a:lnTo>
                    <a:pt x="31299" y="211795"/>
                  </a:lnTo>
                  <a:lnTo>
                    <a:pt x="36212" y="224847"/>
                  </a:lnTo>
                  <a:lnTo>
                    <a:pt x="42001" y="240490"/>
                  </a:lnTo>
                  <a:lnTo>
                    <a:pt x="42001" y="250918"/>
                  </a:lnTo>
                  <a:cubicBezTo>
                    <a:pt x="42001" y="250918"/>
                    <a:pt x="46342" y="258756"/>
                    <a:pt x="48968" y="256435"/>
                  </a:cubicBezTo>
                  <a:cubicBezTo>
                    <a:pt x="51559" y="254114"/>
                    <a:pt x="59098" y="252095"/>
                    <a:pt x="60275" y="251793"/>
                  </a:cubicBezTo>
                  <a:cubicBezTo>
                    <a:pt x="61453" y="251490"/>
                    <a:pt x="63472" y="249774"/>
                    <a:pt x="63472" y="249774"/>
                  </a:cubicBezTo>
                  <a:lnTo>
                    <a:pt x="71011" y="252095"/>
                  </a:lnTo>
                  <a:cubicBezTo>
                    <a:pt x="71011" y="252095"/>
                    <a:pt x="77675" y="258453"/>
                    <a:pt x="78819" y="258756"/>
                  </a:cubicBezTo>
                  <a:cubicBezTo>
                    <a:pt x="79963" y="259059"/>
                    <a:pt x="84339" y="257882"/>
                    <a:pt x="85483" y="258756"/>
                  </a:cubicBezTo>
                  <a:cubicBezTo>
                    <a:pt x="86661" y="259631"/>
                    <a:pt x="89252" y="256132"/>
                    <a:pt x="89824" y="255291"/>
                  </a:cubicBezTo>
                  <a:cubicBezTo>
                    <a:pt x="90396" y="254417"/>
                    <a:pt x="95613" y="251254"/>
                    <a:pt x="95613" y="251254"/>
                  </a:cubicBezTo>
                  <a:lnTo>
                    <a:pt x="100526" y="252129"/>
                  </a:lnTo>
                  <a:lnTo>
                    <a:pt x="104868" y="261380"/>
                  </a:lnTo>
                  <a:lnTo>
                    <a:pt x="106315" y="270665"/>
                  </a:lnTo>
                  <a:lnTo>
                    <a:pt x="105743" y="284289"/>
                  </a:lnTo>
                  <a:lnTo>
                    <a:pt x="108065" y="306895"/>
                  </a:lnTo>
                  <a:lnTo>
                    <a:pt x="108368" y="321090"/>
                  </a:lnTo>
                  <a:lnTo>
                    <a:pt x="101704" y="326607"/>
                  </a:lnTo>
                  <a:lnTo>
                    <a:pt x="99685" y="328626"/>
                  </a:lnTo>
                  <a:lnTo>
                    <a:pt x="93896" y="332393"/>
                  </a:lnTo>
                  <a:lnTo>
                    <a:pt x="85214" y="336161"/>
                  </a:lnTo>
                  <a:lnTo>
                    <a:pt x="79122" y="337910"/>
                  </a:lnTo>
                  <a:lnTo>
                    <a:pt x="73031" y="341106"/>
                  </a:lnTo>
                  <a:lnTo>
                    <a:pt x="70406" y="348069"/>
                  </a:lnTo>
                  <a:lnTo>
                    <a:pt x="63439" y="360516"/>
                  </a:lnTo>
                  <a:lnTo>
                    <a:pt x="63136" y="368051"/>
                  </a:lnTo>
                  <a:lnTo>
                    <a:pt x="61386" y="372122"/>
                  </a:lnTo>
                  <a:lnTo>
                    <a:pt x="58189" y="376899"/>
                  </a:lnTo>
                  <a:lnTo>
                    <a:pt x="59064" y="382247"/>
                  </a:lnTo>
                  <a:lnTo>
                    <a:pt x="65458" y="382247"/>
                  </a:lnTo>
                  <a:lnTo>
                    <a:pt x="67208" y="382247"/>
                  </a:lnTo>
                  <a:lnTo>
                    <a:pt x="72862" y="387764"/>
                  </a:lnTo>
                  <a:lnTo>
                    <a:pt x="75016" y="392104"/>
                  </a:lnTo>
                  <a:lnTo>
                    <a:pt x="75016" y="397015"/>
                  </a:lnTo>
                  <a:lnTo>
                    <a:pt x="81814" y="401354"/>
                  </a:lnTo>
                  <a:lnTo>
                    <a:pt x="84574" y="401354"/>
                  </a:lnTo>
                  <a:lnTo>
                    <a:pt x="87199" y="397284"/>
                  </a:lnTo>
                  <a:lnTo>
                    <a:pt x="89824" y="395266"/>
                  </a:lnTo>
                  <a:lnTo>
                    <a:pt x="96488" y="397890"/>
                  </a:lnTo>
                  <a:lnTo>
                    <a:pt x="100257" y="403541"/>
                  </a:lnTo>
                  <a:lnTo>
                    <a:pt x="104599" y="406602"/>
                  </a:lnTo>
                  <a:lnTo>
                    <a:pt x="110690" y="406602"/>
                  </a:lnTo>
                  <a:lnTo>
                    <a:pt x="114156" y="406602"/>
                  </a:lnTo>
                  <a:lnTo>
                    <a:pt x="118229" y="411951"/>
                  </a:lnTo>
                  <a:cubicBezTo>
                    <a:pt x="119979" y="411379"/>
                    <a:pt x="119373" y="417031"/>
                    <a:pt x="119373" y="417031"/>
                  </a:cubicBezTo>
                  <a:lnTo>
                    <a:pt x="124589" y="417031"/>
                  </a:lnTo>
                  <a:lnTo>
                    <a:pt x="128359" y="419352"/>
                  </a:lnTo>
                  <a:lnTo>
                    <a:pt x="127484" y="422245"/>
                  </a:lnTo>
                  <a:lnTo>
                    <a:pt x="122839" y="425710"/>
                  </a:lnTo>
                  <a:lnTo>
                    <a:pt x="117926" y="429780"/>
                  </a:lnTo>
                  <a:lnTo>
                    <a:pt x="113854" y="432673"/>
                  </a:lnTo>
                  <a:lnTo>
                    <a:pt x="108940" y="432673"/>
                  </a:lnTo>
                  <a:lnTo>
                    <a:pt x="110084" y="437584"/>
                  </a:lnTo>
                  <a:lnTo>
                    <a:pt x="109512" y="443101"/>
                  </a:lnTo>
                  <a:lnTo>
                    <a:pt x="107493" y="448887"/>
                  </a:lnTo>
                  <a:lnTo>
                    <a:pt x="103724" y="452083"/>
                  </a:lnTo>
                  <a:lnTo>
                    <a:pt x="103454" y="458744"/>
                  </a:lnTo>
                  <a:lnTo>
                    <a:pt x="108099" y="464832"/>
                  </a:lnTo>
                  <a:lnTo>
                    <a:pt x="112440" y="470047"/>
                  </a:lnTo>
                  <a:lnTo>
                    <a:pt x="115772" y="474117"/>
                  </a:lnTo>
                  <a:lnTo>
                    <a:pt x="118531" y="477582"/>
                  </a:lnTo>
                  <a:lnTo>
                    <a:pt x="118531" y="482224"/>
                  </a:lnTo>
                  <a:lnTo>
                    <a:pt x="120854" y="489457"/>
                  </a:lnTo>
                  <a:lnTo>
                    <a:pt x="116209" y="493527"/>
                  </a:lnTo>
                  <a:lnTo>
                    <a:pt x="119104" y="496723"/>
                  </a:lnTo>
                  <a:lnTo>
                    <a:pt x="124017" y="498169"/>
                  </a:lnTo>
                  <a:lnTo>
                    <a:pt x="128090" y="500793"/>
                  </a:lnTo>
                  <a:lnTo>
                    <a:pt x="132734" y="508026"/>
                  </a:lnTo>
                  <a:lnTo>
                    <a:pt x="134484" y="512096"/>
                  </a:lnTo>
                  <a:lnTo>
                    <a:pt x="136806" y="518454"/>
                  </a:lnTo>
                  <a:lnTo>
                    <a:pt x="138253" y="523668"/>
                  </a:lnTo>
                  <a:lnTo>
                    <a:pt x="138556" y="528580"/>
                  </a:lnTo>
                  <a:lnTo>
                    <a:pt x="138253" y="534097"/>
                  </a:lnTo>
                  <a:lnTo>
                    <a:pt x="138556" y="539614"/>
                  </a:lnTo>
                  <a:lnTo>
                    <a:pt x="144075" y="548023"/>
                  </a:lnTo>
                  <a:lnTo>
                    <a:pt x="144345" y="552497"/>
                  </a:lnTo>
                  <a:lnTo>
                    <a:pt x="145792" y="557846"/>
                  </a:lnTo>
                  <a:lnTo>
                    <a:pt x="152455" y="557846"/>
                  </a:lnTo>
                  <a:lnTo>
                    <a:pt x="161138" y="555256"/>
                  </a:lnTo>
                  <a:cubicBezTo>
                    <a:pt x="161138" y="555256"/>
                    <a:pt x="165210" y="552632"/>
                    <a:pt x="166927" y="552632"/>
                  </a:cubicBezTo>
                  <a:cubicBezTo>
                    <a:pt x="168677" y="552632"/>
                    <a:pt x="173893" y="549436"/>
                    <a:pt x="173893" y="549436"/>
                  </a:cubicBezTo>
                  <a:cubicBezTo>
                    <a:pt x="173893" y="549436"/>
                    <a:pt x="177663" y="545097"/>
                    <a:pt x="177965" y="544222"/>
                  </a:cubicBezTo>
                  <a:cubicBezTo>
                    <a:pt x="178268" y="543347"/>
                    <a:pt x="183754" y="538436"/>
                    <a:pt x="183754" y="538436"/>
                  </a:cubicBezTo>
                  <a:lnTo>
                    <a:pt x="187826" y="534971"/>
                  </a:lnTo>
                  <a:lnTo>
                    <a:pt x="190721" y="531506"/>
                  </a:lnTo>
                  <a:lnTo>
                    <a:pt x="189577" y="524274"/>
                  </a:lnTo>
                  <a:lnTo>
                    <a:pt x="193043" y="521953"/>
                  </a:lnTo>
                  <a:lnTo>
                    <a:pt x="197115" y="521650"/>
                  </a:lnTo>
                  <a:lnTo>
                    <a:pt x="205663" y="520775"/>
                  </a:lnTo>
                  <a:lnTo>
                    <a:pt x="208995" y="524240"/>
                  </a:lnTo>
                  <a:lnTo>
                    <a:pt x="208995" y="527436"/>
                  </a:lnTo>
                  <a:lnTo>
                    <a:pt x="214952" y="532347"/>
                  </a:lnTo>
                  <a:lnTo>
                    <a:pt x="219428" y="536115"/>
                  </a:lnTo>
                  <a:lnTo>
                    <a:pt x="219428" y="543078"/>
                  </a:lnTo>
                  <a:lnTo>
                    <a:pt x="212764" y="547721"/>
                  </a:lnTo>
                  <a:lnTo>
                    <a:pt x="209567" y="551488"/>
                  </a:lnTo>
                  <a:lnTo>
                    <a:pt x="204351" y="554381"/>
                  </a:lnTo>
                  <a:lnTo>
                    <a:pt x="199134" y="557846"/>
                  </a:lnTo>
                  <a:lnTo>
                    <a:pt x="198562" y="562186"/>
                  </a:lnTo>
                  <a:lnTo>
                    <a:pt x="198562" y="565651"/>
                  </a:lnTo>
                  <a:lnTo>
                    <a:pt x="200009" y="570293"/>
                  </a:lnTo>
                  <a:lnTo>
                    <a:pt x="202601" y="573926"/>
                  </a:lnTo>
                  <a:lnTo>
                    <a:pt x="206673" y="576953"/>
                  </a:lnTo>
                  <a:lnTo>
                    <a:pt x="213336" y="576953"/>
                  </a:lnTo>
                  <a:lnTo>
                    <a:pt x="218553" y="576953"/>
                  </a:lnTo>
                  <a:lnTo>
                    <a:pt x="222894" y="572042"/>
                  </a:lnTo>
                  <a:lnTo>
                    <a:pt x="226092" y="568846"/>
                  </a:lnTo>
                  <a:lnTo>
                    <a:pt x="237097" y="565381"/>
                  </a:lnTo>
                  <a:lnTo>
                    <a:pt x="238241" y="562186"/>
                  </a:lnTo>
                  <a:lnTo>
                    <a:pt x="240260" y="557543"/>
                  </a:lnTo>
                  <a:lnTo>
                    <a:pt x="240260" y="553473"/>
                  </a:lnTo>
                  <a:cubicBezTo>
                    <a:pt x="240260" y="553473"/>
                    <a:pt x="242010" y="549133"/>
                    <a:pt x="240260" y="547956"/>
                  </a:cubicBezTo>
                  <a:cubicBezTo>
                    <a:pt x="238510" y="546812"/>
                    <a:pt x="237366" y="543045"/>
                    <a:pt x="237366" y="543045"/>
                  </a:cubicBezTo>
                  <a:lnTo>
                    <a:pt x="241034" y="538705"/>
                  </a:lnTo>
                  <a:lnTo>
                    <a:pt x="244904" y="536384"/>
                  </a:lnTo>
                  <a:lnTo>
                    <a:pt x="246655" y="534635"/>
                  </a:lnTo>
                  <a:lnTo>
                    <a:pt x="251568" y="534938"/>
                  </a:lnTo>
                  <a:lnTo>
                    <a:pt x="256212" y="541026"/>
                  </a:lnTo>
                  <a:lnTo>
                    <a:pt x="258804" y="544794"/>
                  </a:lnTo>
                  <a:lnTo>
                    <a:pt x="265770" y="545669"/>
                  </a:lnTo>
                  <a:lnTo>
                    <a:pt x="269405" y="544794"/>
                  </a:lnTo>
                  <a:lnTo>
                    <a:pt x="271593" y="547384"/>
                  </a:lnTo>
                  <a:lnTo>
                    <a:pt x="271593" y="549974"/>
                  </a:lnTo>
                  <a:lnTo>
                    <a:pt x="271593" y="556938"/>
                  </a:lnTo>
                  <a:lnTo>
                    <a:pt x="273780" y="562152"/>
                  </a:lnTo>
                  <a:lnTo>
                    <a:pt x="278559" y="563599"/>
                  </a:lnTo>
                  <a:lnTo>
                    <a:pt x="278559" y="565617"/>
                  </a:lnTo>
                  <a:lnTo>
                    <a:pt x="284348" y="567938"/>
                  </a:lnTo>
                  <a:lnTo>
                    <a:pt x="289261" y="569956"/>
                  </a:lnTo>
                  <a:lnTo>
                    <a:pt x="297372" y="570259"/>
                  </a:lnTo>
                  <a:lnTo>
                    <a:pt x="308377" y="571134"/>
                  </a:lnTo>
                  <a:lnTo>
                    <a:pt x="320829" y="573152"/>
                  </a:lnTo>
                  <a:lnTo>
                    <a:pt x="328671" y="573724"/>
                  </a:lnTo>
                  <a:lnTo>
                    <a:pt x="337657" y="572277"/>
                  </a:lnTo>
                  <a:lnTo>
                    <a:pt x="342638" y="573051"/>
                  </a:lnTo>
                  <a:close/>
                </a:path>
              </a:pathLst>
            </a:custGeom>
            <a:pattFill prst="wdUpDiag">
              <a:fgClr>
                <a:srgbClr val="BB3023"/>
              </a:fgClr>
              <a:bgClr>
                <a:schemeClr val="bg1"/>
              </a:bgClr>
            </a:pattFill>
            <a:ln w="6350" cap="flat">
              <a:solidFill>
                <a:schemeClr val="bg1"/>
              </a:solidFill>
              <a:prstDash val="solid"/>
              <a:miter/>
            </a:ln>
          </p:spPr>
          <p:txBody>
            <a:bodyPr rtlCol="0" anchor="ctr"/>
            <a:lstStyle/>
            <a:p>
              <a:endParaRPr lang="en-US"/>
            </a:p>
          </p:txBody>
        </p:sp>
        <p:grpSp>
          <p:nvGrpSpPr>
            <p:cNvPr id="28" name="Graphic 11">
              <a:extLst>
                <a:ext uri="{FF2B5EF4-FFF2-40B4-BE49-F238E27FC236}">
                  <a16:creationId xmlns:a16="http://schemas.microsoft.com/office/drawing/2014/main" id="{ACC2B35B-4292-FDDA-AD48-B6ECAF62F328}"/>
                </a:ext>
              </a:extLst>
            </p:cNvPr>
            <p:cNvGrpSpPr/>
            <p:nvPr/>
          </p:nvGrpSpPr>
          <p:grpSpPr>
            <a:xfrm>
              <a:off x="7727196" y="3385710"/>
              <a:ext cx="413482" cy="314600"/>
              <a:chOff x="5143724" y="3308222"/>
              <a:chExt cx="793844" cy="603999"/>
            </a:xfrm>
            <a:grpFill/>
          </p:grpSpPr>
          <p:sp>
            <p:nvSpPr>
              <p:cNvPr id="155" name="Freeform 934">
                <a:extLst>
                  <a:ext uri="{FF2B5EF4-FFF2-40B4-BE49-F238E27FC236}">
                    <a16:creationId xmlns:a16="http://schemas.microsoft.com/office/drawing/2014/main" id="{0DC7A5BC-408C-69E3-040B-92DEE2F6FCDA}"/>
                  </a:ext>
                </a:extLst>
              </p:cNvPr>
              <p:cNvSpPr/>
              <p:nvPr/>
            </p:nvSpPr>
            <p:spPr>
              <a:xfrm>
                <a:off x="5143724" y="3308222"/>
                <a:ext cx="787079" cy="603999"/>
              </a:xfrm>
              <a:custGeom>
                <a:avLst/>
                <a:gdLst>
                  <a:gd name="connsiteX0" fmla="*/ 780147 w 787079"/>
                  <a:gd name="connsiteY0" fmla="*/ 183168 h 603999"/>
                  <a:gd name="connsiteX1" fmla="*/ 776007 w 787079"/>
                  <a:gd name="connsiteY1" fmla="*/ 177954 h 603999"/>
                  <a:gd name="connsiteX2" fmla="*/ 773416 w 787079"/>
                  <a:gd name="connsiteY2" fmla="*/ 170116 h 603999"/>
                  <a:gd name="connsiteX3" fmla="*/ 771901 w 787079"/>
                  <a:gd name="connsiteY3" fmla="*/ 162513 h 603999"/>
                  <a:gd name="connsiteX4" fmla="*/ 769276 w 787079"/>
                  <a:gd name="connsiteY4" fmla="*/ 156222 h 603999"/>
                  <a:gd name="connsiteX5" fmla="*/ 769613 w 787079"/>
                  <a:gd name="connsiteY5" fmla="*/ 151210 h 603999"/>
                  <a:gd name="connsiteX6" fmla="*/ 766685 w 787079"/>
                  <a:gd name="connsiteY6" fmla="*/ 143170 h 603999"/>
                  <a:gd name="connsiteX7" fmla="*/ 766685 w 787079"/>
                  <a:gd name="connsiteY7" fmla="*/ 137519 h 603999"/>
                  <a:gd name="connsiteX8" fmla="*/ 766685 w 787079"/>
                  <a:gd name="connsiteY8" fmla="*/ 132305 h 603999"/>
                  <a:gd name="connsiteX9" fmla="*/ 764935 w 787079"/>
                  <a:gd name="connsiteY9" fmla="*/ 124467 h 603999"/>
                  <a:gd name="connsiteX10" fmla="*/ 761031 w 787079"/>
                  <a:gd name="connsiteY10" fmla="*/ 119690 h 603999"/>
                  <a:gd name="connsiteX11" fmla="*/ 759079 w 787079"/>
                  <a:gd name="connsiteY11" fmla="*/ 115989 h 603999"/>
                  <a:gd name="connsiteX12" fmla="*/ 755175 w 787079"/>
                  <a:gd name="connsiteY12" fmla="*/ 107748 h 603999"/>
                  <a:gd name="connsiteX13" fmla="*/ 749319 w 787079"/>
                  <a:gd name="connsiteY13" fmla="*/ 99069 h 603999"/>
                  <a:gd name="connsiteX14" fmla="*/ 742353 w 787079"/>
                  <a:gd name="connsiteY14" fmla="*/ 93855 h 603999"/>
                  <a:gd name="connsiteX15" fmla="*/ 742353 w 787079"/>
                  <a:gd name="connsiteY15" fmla="*/ 85377 h 603999"/>
                  <a:gd name="connsiteX16" fmla="*/ 747569 w 787079"/>
                  <a:gd name="connsiteY16" fmla="*/ 80163 h 603999"/>
                  <a:gd name="connsiteX17" fmla="*/ 747569 w 787079"/>
                  <a:gd name="connsiteY17" fmla="*/ 74949 h 603999"/>
                  <a:gd name="connsiteX18" fmla="*/ 747132 w 787079"/>
                  <a:gd name="connsiteY18" fmla="*/ 72123 h 603999"/>
                  <a:gd name="connsiteX19" fmla="*/ 742353 w 787079"/>
                  <a:gd name="connsiteY19" fmla="*/ 69735 h 603999"/>
                  <a:gd name="connsiteX20" fmla="*/ 739088 w 787079"/>
                  <a:gd name="connsiteY20" fmla="*/ 73637 h 603999"/>
                  <a:gd name="connsiteX21" fmla="*/ 733434 w 787079"/>
                  <a:gd name="connsiteY21" fmla="*/ 77977 h 603999"/>
                  <a:gd name="connsiteX22" fmla="*/ 728420 w 787079"/>
                  <a:gd name="connsiteY22" fmla="*/ 82316 h 603999"/>
                  <a:gd name="connsiteX23" fmla="*/ 722126 w 787079"/>
                  <a:gd name="connsiteY23" fmla="*/ 85344 h 603999"/>
                  <a:gd name="connsiteX24" fmla="*/ 718424 w 787079"/>
                  <a:gd name="connsiteY24" fmla="*/ 82316 h 603999"/>
                  <a:gd name="connsiteX25" fmla="*/ 712131 w 787079"/>
                  <a:gd name="connsiteY25" fmla="*/ 77539 h 603999"/>
                  <a:gd name="connsiteX26" fmla="*/ 708866 w 787079"/>
                  <a:gd name="connsiteY26" fmla="*/ 72123 h 603999"/>
                  <a:gd name="connsiteX27" fmla="*/ 704525 w 787079"/>
                  <a:gd name="connsiteY27" fmla="*/ 67347 h 603999"/>
                  <a:gd name="connsiteX28" fmla="*/ 704525 w 787079"/>
                  <a:gd name="connsiteY28" fmla="*/ 63882 h 603999"/>
                  <a:gd name="connsiteX29" fmla="*/ 696280 w 787079"/>
                  <a:gd name="connsiteY29" fmla="*/ 61695 h 603999"/>
                  <a:gd name="connsiteX30" fmla="*/ 689111 w 787079"/>
                  <a:gd name="connsiteY30" fmla="*/ 63646 h 603999"/>
                  <a:gd name="connsiteX31" fmla="*/ 683222 w 787079"/>
                  <a:gd name="connsiteY31" fmla="*/ 66472 h 603999"/>
                  <a:gd name="connsiteX32" fmla="*/ 674943 w 787079"/>
                  <a:gd name="connsiteY32" fmla="*/ 66035 h 603999"/>
                  <a:gd name="connsiteX33" fmla="*/ 663870 w 787079"/>
                  <a:gd name="connsiteY33" fmla="*/ 61258 h 603999"/>
                  <a:gd name="connsiteX34" fmla="*/ 652125 w 787079"/>
                  <a:gd name="connsiteY34" fmla="*/ 54294 h 603999"/>
                  <a:gd name="connsiteX35" fmla="*/ 648288 w 787079"/>
                  <a:gd name="connsiteY35" fmla="*/ 56986 h 603999"/>
                  <a:gd name="connsiteX36" fmla="*/ 646403 w 787079"/>
                  <a:gd name="connsiteY36" fmla="*/ 59307 h 603999"/>
                  <a:gd name="connsiteX37" fmla="*/ 643206 w 787079"/>
                  <a:gd name="connsiteY37" fmla="*/ 61493 h 603999"/>
                  <a:gd name="connsiteX38" fmla="*/ 641894 w 787079"/>
                  <a:gd name="connsiteY38" fmla="*/ 63680 h 603999"/>
                  <a:gd name="connsiteX39" fmla="*/ 637990 w 787079"/>
                  <a:gd name="connsiteY39" fmla="*/ 66136 h 603999"/>
                  <a:gd name="connsiteX40" fmla="*/ 635668 w 787079"/>
                  <a:gd name="connsiteY40" fmla="*/ 69163 h 603999"/>
                  <a:gd name="connsiteX41" fmla="*/ 634220 w 787079"/>
                  <a:gd name="connsiteY41" fmla="*/ 74512 h 603999"/>
                  <a:gd name="connsiteX42" fmla="*/ 637283 w 787079"/>
                  <a:gd name="connsiteY42" fmla="*/ 78414 h 603999"/>
                  <a:gd name="connsiteX43" fmla="*/ 639033 w 787079"/>
                  <a:gd name="connsiteY43" fmla="*/ 81038 h 603999"/>
                  <a:gd name="connsiteX44" fmla="*/ 643812 w 787079"/>
                  <a:gd name="connsiteY44" fmla="*/ 86252 h 603999"/>
                  <a:gd name="connsiteX45" fmla="*/ 644250 w 787079"/>
                  <a:gd name="connsiteY45" fmla="*/ 91466 h 603999"/>
                  <a:gd name="connsiteX46" fmla="*/ 643947 w 787079"/>
                  <a:gd name="connsiteY46" fmla="*/ 94494 h 603999"/>
                  <a:gd name="connsiteX47" fmla="*/ 642365 w 787079"/>
                  <a:gd name="connsiteY47" fmla="*/ 98833 h 603999"/>
                  <a:gd name="connsiteX48" fmla="*/ 639471 w 787079"/>
                  <a:gd name="connsiteY48" fmla="*/ 100280 h 603999"/>
                  <a:gd name="connsiteX49" fmla="*/ 635701 w 787079"/>
                  <a:gd name="connsiteY49" fmla="*/ 99405 h 603999"/>
                  <a:gd name="connsiteX50" fmla="*/ 630788 w 787079"/>
                  <a:gd name="connsiteY50" fmla="*/ 97387 h 603999"/>
                  <a:gd name="connsiteX51" fmla="*/ 627456 w 787079"/>
                  <a:gd name="connsiteY51" fmla="*/ 96378 h 603999"/>
                  <a:gd name="connsiteX52" fmla="*/ 623821 w 787079"/>
                  <a:gd name="connsiteY52" fmla="*/ 94191 h 603999"/>
                  <a:gd name="connsiteX53" fmla="*/ 620927 w 787079"/>
                  <a:gd name="connsiteY53" fmla="*/ 91433 h 603999"/>
                  <a:gd name="connsiteX54" fmla="*/ 614970 w 787079"/>
                  <a:gd name="connsiteY54" fmla="*/ 85041 h 603999"/>
                  <a:gd name="connsiteX55" fmla="*/ 608879 w 787079"/>
                  <a:gd name="connsiteY55" fmla="*/ 79692 h 603999"/>
                  <a:gd name="connsiteX56" fmla="*/ 604100 w 787079"/>
                  <a:gd name="connsiteY56" fmla="*/ 75790 h 603999"/>
                  <a:gd name="connsiteX57" fmla="*/ 598883 w 787079"/>
                  <a:gd name="connsiteY57" fmla="*/ 75790 h 603999"/>
                  <a:gd name="connsiteX58" fmla="*/ 597571 w 787079"/>
                  <a:gd name="connsiteY58" fmla="*/ 76867 h 603999"/>
                  <a:gd name="connsiteX59" fmla="*/ 591479 w 787079"/>
                  <a:gd name="connsiteY59" fmla="*/ 79558 h 603999"/>
                  <a:gd name="connsiteX60" fmla="*/ 589157 w 787079"/>
                  <a:gd name="connsiteY60" fmla="*/ 81879 h 603999"/>
                  <a:gd name="connsiteX61" fmla="*/ 584681 w 787079"/>
                  <a:gd name="connsiteY61" fmla="*/ 83897 h 603999"/>
                  <a:gd name="connsiteX62" fmla="*/ 581181 w 787079"/>
                  <a:gd name="connsiteY62" fmla="*/ 84032 h 603999"/>
                  <a:gd name="connsiteX63" fmla="*/ 577411 w 787079"/>
                  <a:gd name="connsiteY63" fmla="*/ 83897 h 603999"/>
                  <a:gd name="connsiteX64" fmla="*/ 572330 w 787079"/>
                  <a:gd name="connsiteY64" fmla="*/ 84200 h 603999"/>
                  <a:gd name="connsiteX65" fmla="*/ 570142 w 787079"/>
                  <a:gd name="connsiteY65" fmla="*/ 84503 h 603999"/>
                  <a:gd name="connsiteX66" fmla="*/ 566104 w 787079"/>
                  <a:gd name="connsiteY66" fmla="*/ 85680 h 603999"/>
                  <a:gd name="connsiteX67" fmla="*/ 564084 w 787079"/>
                  <a:gd name="connsiteY67" fmla="*/ 88001 h 603999"/>
                  <a:gd name="connsiteX68" fmla="*/ 561628 w 787079"/>
                  <a:gd name="connsiteY68" fmla="*/ 88001 h 603999"/>
                  <a:gd name="connsiteX69" fmla="*/ 556983 w 787079"/>
                  <a:gd name="connsiteY69" fmla="*/ 88741 h 603999"/>
                  <a:gd name="connsiteX70" fmla="*/ 554224 w 787079"/>
                  <a:gd name="connsiteY70" fmla="*/ 91063 h 603999"/>
                  <a:gd name="connsiteX71" fmla="*/ 552777 w 787079"/>
                  <a:gd name="connsiteY71" fmla="*/ 92375 h 603999"/>
                  <a:gd name="connsiteX72" fmla="*/ 552777 w 787079"/>
                  <a:gd name="connsiteY72" fmla="*/ 95267 h 603999"/>
                  <a:gd name="connsiteX73" fmla="*/ 552272 w 787079"/>
                  <a:gd name="connsiteY73" fmla="*/ 98160 h 603999"/>
                  <a:gd name="connsiteX74" fmla="*/ 549882 w 787079"/>
                  <a:gd name="connsiteY74" fmla="*/ 100616 h 603999"/>
                  <a:gd name="connsiteX75" fmla="*/ 545675 w 787079"/>
                  <a:gd name="connsiteY75" fmla="*/ 100751 h 603999"/>
                  <a:gd name="connsiteX76" fmla="*/ 543656 w 787079"/>
                  <a:gd name="connsiteY76" fmla="*/ 99439 h 603999"/>
                  <a:gd name="connsiteX77" fmla="*/ 539752 w 787079"/>
                  <a:gd name="connsiteY77" fmla="*/ 98732 h 603999"/>
                  <a:gd name="connsiteX78" fmla="*/ 537733 w 787079"/>
                  <a:gd name="connsiteY78" fmla="*/ 99170 h 603999"/>
                  <a:gd name="connsiteX79" fmla="*/ 536151 w 787079"/>
                  <a:gd name="connsiteY79" fmla="*/ 100482 h 603999"/>
                  <a:gd name="connsiteX80" fmla="*/ 533391 w 787079"/>
                  <a:gd name="connsiteY80" fmla="*/ 102500 h 603999"/>
                  <a:gd name="connsiteX81" fmla="*/ 530362 w 787079"/>
                  <a:gd name="connsiteY81" fmla="*/ 102365 h 603999"/>
                  <a:gd name="connsiteX82" fmla="*/ 526459 w 787079"/>
                  <a:gd name="connsiteY82" fmla="*/ 101356 h 603999"/>
                  <a:gd name="connsiteX83" fmla="*/ 524002 w 787079"/>
                  <a:gd name="connsiteY83" fmla="*/ 103543 h 603999"/>
                  <a:gd name="connsiteX84" fmla="*/ 521680 w 787079"/>
                  <a:gd name="connsiteY84" fmla="*/ 104855 h 603999"/>
                  <a:gd name="connsiteX85" fmla="*/ 518348 w 787079"/>
                  <a:gd name="connsiteY85" fmla="*/ 106167 h 603999"/>
                  <a:gd name="connsiteX86" fmla="*/ 510237 w 787079"/>
                  <a:gd name="connsiteY86" fmla="*/ 107041 h 603999"/>
                  <a:gd name="connsiteX87" fmla="*/ 504886 w 787079"/>
                  <a:gd name="connsiteY87" fmla="*/ 107916 h 603999"/>
                  <a:gd name="connsiteX88" fmla="*/ 499535 w 787079"/>
                  <a:gd name="connsiteY88" fmla="*/ 108219 h 603999"/>
                  <a:gd name="connsiteX89" fmla="*/ 492299 w 787079"/>
                  <a:gd name="connsiteY89" fmla="*/ 104148 h 603999"/>
                  <a:gd name="connsiteX90" fmla="*/ 489405 w 787079"/>
                  <a:gd name="connsiteY90" fmla="*/ 103005 h 603999"/>
                  <a:gd name="connsiteX91" fmla="*/ 487655 w 787079"/>
                  <a:gd name="connsiteY91" fmla="*/ 101995 h 603999"/>
                  <a:gd name="connsiteX92" fmla="*/ 481866 w 787079"/>
                  <a:gd name="connsiteY92" fmla="*/ 98968 h 603999"/>
                  <a:gd name="connsiteX93" fmla="*/ 477962 w 787079"/>
                  <a:gd name="connsiteY93" fmla="*/ 96949 h 603999"/>
                  <a:gd name="connsiteX94" fmla="*/ 476246 w 787079"/>
                  <a:gd name="connsiteY94" fmla="*/ 93316 h 603999"/>
                  <a:gd name="connsiteX95" fmla="*/ 478837 w 787079"/>
                  <a:gd name="connsiteY95" fmla="*/ 90423 h 603999"/>
                  <a:gd name="connsiteX96" fmla="*/ 482169 w 787079"/>
                  <a:gd name="connsiteY96" fmla="*/ 89111 h 603999"/>
                  <a:gd name="connsiteX97" fmla="*/ 486241 w 787079"/>
                  <a:gd name="connsiteY97" fmla="*/ 87665 h 603999"/>
                  <a:gd name="connsiteX98" fmla="*/ 489708 w 787079"/>
                  <a:gd name="connsiteY98" fmla="*/ 84469 h 603999"/>
                  <a:gd name="connsiteX99" fmla="*/ 491727 w 787079"/>
                  <a:gd name="connsiteY99" fmla="*/ 81879 h 603999"/>
                  <a:gd name="connsiteX100" fmla="*/ 495631 w 787079"/>
                  <a:gd name="connsiteY100" fmla="*/ 77371 h 603999"/>
                  <a:gd name="connsiteX101" fmla="*/ 498088 w 787079"/>
                  <a:gd name="connsiteY101" fmla="*/ 68524 h 603999"/>
                  <a:gd name="connsiteX102" fmla="*/ 497953 w 787079"/>
                  <a:gd name="connsiteY102" fmla="*/ 66943 h 603999"/>
                  <a:gd name="connsiteX103" fmla="*/ 498391 w 787079"/>
                  <a:gd name="connsiteY103" fmla="*/ 63613 h 603999"/>
                  <a:gd name="connsiteX104" fmla="*/ 499266 w 787079"/>
                  <a:gd name="connsiteY104" fmla="*/ 60282 h 603999"/>
                  <a:gd name="connsiteX105" fmla="*/ 503910 w 787079"/>
                  <a:gd name="connsiteY105" fmla="*/ 56515 h 603999"/>
                  <a:gd name="connsiteX106" fmla="*/ 506064 w 787079"/>
                  <a:gd name="connsiteY106" fmla="*/ 53924 h 603999"/>
                  <a:gd name="connsiteX107" fmla="*/ 509968 w 787079"/>
                  <a:gd name="connsiteY107" fmla="*/ 49854 h 603999"/>
                  <a:gd name="connsiteX108" fmla="*/ 513434 w 787079"/>
                  <a:gd name="connsiteY108" fmla="*/ 47398 h 603999"/>
                  <a:gd name="connsiteX109" fmla="*/ 515184 w 787079"/>
                  <a:gd name="connsiteY109" fmla="*/ 46961 h 603999"/>
                  <a:gd name="connsiteX110" fmla="*/ 522588 w 787079"/>
                  <a:gd name="connsiteY110" fmla="*/ 44068 h 603999"/>
                  <a:gd name="connsiteX111" fmla="*/ 524204 w 787079"/>
                  <a:gd name="connsiteY111" fmla="*/ 42319 h 603999"/>
                  <a:gd name="connsiteX112" fmla="*/ 528545 w 787079"/>
                  <a:gd name="connsiteY112" fmla="*/ 39863 h 603999"/>
                  <a:gd name="connsiteX113" fmla="*/ 529420 w 787079"/>
                  <a:gd name="connsiteY113" fmla="*/ 38551 h 603999"/>
                  <a:gd name="connsiteX114" fmla="*/ 528848 w 787079"/>
                  <a:gd name="connsiteY114" fmla="*/ 35793 h 603999"/>
                  <a:gd name="connsiteX115" fmla="*/ 527536 w 787079"/>
                  <a:gd name="connsiteY115" fmla="*/ 32765 h 603999"/>
                  <a:gd name="connsiteX116" fmla="*/ 527098 w 787079"/>
                  <a:gd name="connsiteY116" fmla="*/ 30444 h 603999"/>
                  <a:gd name="connsiteX117" fmla="*/ 527805 w 787079"/>
                  <a:gd name="connsiteY117" fmla="*/ 28257 h 603999"/>
                  <a:gd name="connsiteX118" fmla="*/ 527233 w 787079"/>
                  <a:gd name="connsiteY118" fmla="*/ 24355 h 603999"/>
                  <a:gd name="connsiteX119" fmla="*/ 524910 w 787079"/>
                  <a:gd name="connsiteY119" fmla="*/ 20722 h 603999"/>
                  <a:gd name="connsiteX120" fmla="*/ 522891 w 787079"/>
                  <a:gd name="connsiteY120" fmla="*/ 17964 h 603999"/>
                  <a:gd name="connsiteX121" fmla="*/ 520132 w 787079"/>
                  <a:gd name="connsiteY121" fmla="*/ 15643 h 603999"/>
                  <a:gd name="connsiteX122" fmla="*/ 516228 w 787079"/>
                  <a:gd name="connsiteY122" fmla="*/ 11572 h 603999"/>
                  <a:gd name="connsiteX123" fmla="*/ 512761 w 787079"/>
                  <a:gd name="connsiteY123" fmla="*/ 9991 h 603999"/>
                  <a:gd name="connsiteX124" fmla="*/ 508554 w 787079"/>
                  <a:gd name="connsiteY124" fmla="*/ 6223 h 603999"/>
                  <a:gd name="connsiteX125" fmla="*/ 506973 w 787079"/>
                  <a:gd name="connsiteY125" fmla="*/ 6795 h 603999"/>
                  <a:gd name="connsiteX126" fmla="*/ 504516 w 787079"/>
                  <a:gd name="connsiteY126" fmla="*/ 8376 h 603999"/>
                  <a:gd name="connsiteX127" fmla="*/ 501756 w 787079"/>
                  <a:gd name="connsiteY127" fmla="*/ 11572 h 603999"/>
                  <a:gd name="connsiteX128" fmla="*/ 496977 w 787079"/>
                  <a:gd name="connsiteY128" fmla="*/ 14465 h 603999"/>
                  <a:gd name="connsiteX129" fmla="*/ 492905 w 787079"/>
                  <a:gd name="connsiteY129" fmla="*/ 17930 h 603999"/>
                  <a:gd name="connsiteX130" fmla="*/ 488698 w 787079"/>
                  <a:gd name="connsiteY130" fmla="*/ 19242 h 603999"/>
                  <a:gd name="connsiteX131" fmla="*/ 486679 w 787079"/>
                  <a:gd name="connsiteY131" fmla="*/ 18098 h 603999"/>
                  <a:gd name="connsiteX132" fmla="*/ 480890 w 787079"/>
                  <a:gd name="connsiteY132" fmla="*/ 12884 h 603999"/>
                  <a:gd name="connsiteX133" fmla="*/ 477255 w 787079"/>
                  <a:gd name="connsiteY133" fmla="*/ 11707 h 603999"/>
                  <a:gd name="connsiteX134" fmla="*/ 474361 w 787079"/>
                  <a:gd name="connsiteY134" fmla="*/ 13725 h 603999"/>
                  <a:gd name="connsiteX135" fmla="*/ 471164 w 787079"/>
                  <a:gd name="connsiteY135" fmla="*/ 17055 h 603999"/>
                  <a:gd name="connsiteX136" fmla="*/ 465948 w 787079"/>
                  <a:gd name="connsiteY136" fmla="*/ 23279 h 603999"/>
                  <a:gd name="connsiteX137" fmla="*/ 460731 w 787079"/>
                  <a:gd name="connsiteY137" fmla="*/ 23144 h 603999"/>
                  <a:gd name="connsiteX138" fmla="*/ 458712 w 787079"/>
                  <a:gd name="connsiteY138" fmla="*/ 19074 h 603999"/>
                  <a:gd name="connsiteX139" fmla="*/ 459722 w 787079"/>
                  <a:gd name="connsiteY139" fmla="*/ 18199 h 603999"/>
                  <a:gd name="connsiteX140" fmla="*/ 458275 w 787079"/>
                  <a:gd name="connsiteY140" fmla="*/ 11101 h 603999"/>
                  <a:gd name="connsiteX141" fmla="*/ 451611 w 787079"/>
                  <a:gd name="connsiteY141" fmla="*/ 6627 h 603999"/>
                  <a:gd name="connsiteX142" fmla="*/ 446697 w 787079"/>
                  <a:gd name="connsiteY142" fmla="*/ 6324 h 603999"/>
                  <a:gd name="connsiteX143" fmla="*/ 444375 w 787079"/>
                  <a:gd name="connsiteY143" fmla="*/ 9217 h 603999"/>
                  <a:gd name="connsiteX144" fmla="*/ 442793 w 787079"/>
                  <a:gd name="connsiteY144" fmla="*/ 10967 h 603999"/>
                  <a:gd name="connsiteX145" fmla="*/ 439461 w 787079"/>
                  <a:gd name="connsiteY145" fmla="*/ 12850 h 603999"/>
                  <a:gd name="connsiteX146" fmla="*/ 435692 w 787079"/>
                  <a:gd name="connsiteY146" fmla="*/ 15441 h 603999"/>
                  <a:gd name="connsiteX147" fmla="*/ 433808 w 787079"/>
                  <a:gd name="connsiteY147" fmla="*/ 16752 h 603999"/>
                  <a:gd name="connsiteX148" fmla="*/ 426437 w 787079"/>
                  <a:gd name="connsiteY148" fmla="*/ 16752 h 603999"/>
                  <a:gd name="connsiteX149" fmla="*/ 422365 w 787079"/>
                  <a:gd name="connsiteY149" fmla="*/ 17762 h 603999"/>
                  <a:gd name="connsiteX150" fmla="*/ 417283 w 787079"/>
                  <a:gd name="connsiteY150" fmla="*/ 19343 h 603999"/>
                  <a:gd name="connsiteX151" fmla="*/ 409879 w 787079"/>
                  <a:gd name="connsiteY151" fmla="*/ 18031 h 603999"/>
                  <a:gd name="connsiteX152" fmla="*/ 403081 w 787079"/>
                  <a:gd name="connsiteY152" fmla="*/ 17593 h 603999"/>
                  <a:gd name="connsiteX153" fmla="*/ 397999 w 787079"/>
                  <a:gd name="connsiteY153" fmla="*/ 17156 h 603999"/>
                  <a:gd name="connsiteX154" fmla="*/ 392042 w 787079"/>
                  <a:gd name="connsiteY154" fmla="*/ 14566 h 603999"/>
                  <a:gd name="connsiteX155" fmla="*/ 388273 w 787079"/>
                  <a:gd name="connsiteY155" fmla="*/ 10933 h 603999"/>
                  <a:gd name="connsiteX156" fmla="*/ 386388 w 787079"/>
                  <a:gd name="connsiteY156" fmla="*/ 7165 h 603999"/>
                  <a:gd name="connsiteX157" fmla="*/ 383931 w 787079"/>
                  <a:gd name="connsiteY157" fmla="*/ 2826 h 603999"/>
                  <a:gd name="connsiteX158" fmla="*/ 381172 w 787079"/>
                  <a:gd name="connsiteY158" fmla="*/ 0 h 603999"/>
                  <a:gd name="connsiteX159" fmla="*/ 377268 w 787079"/>
                  <a:gd name="connsiteY159" fmla="*/ 67 h 603999"/>
                  <a:gd name="connsiteX160" fmla="*/ 371042 w 787079"/>
                  <a:gd name="connsiteY160" fmla="*/ 67 h 603999"/>
                  <a:gd name="connsiteX161" fmla="*/ 368450 w 787079"/>
                  <a:gd name="connsiteY161" fmla="*/ 2388 h 603999"/>
                  <a:gd name="connsiteX162" fmla="*/ 365825 w 787079"/>
                  <a:gd name="connsiteY162" fmla="*/ 9049 h 603999"/>
                  <a:gd name="connsiteX163" fmla="*/ 364378 w 787079"/>
                  <a:gd name="connsiteY163" fmla="*/ 12817 h 603999"/>
                  <a:gd name="connsiteX164" fmla="*/ 359162 w 787079"/>
                  <a:gd name="connsiteY164" fmla="*/ 18031 h 603999"/>
                  <a:gd name="connsiteX165" fmla="*/ 355695 w 787079"/>
                  <a:gd name="connsiteY165" fmla="*/ 19343 h 603999"/>
                  <a:gd name="connsiteX166" fmla="*/ 354113 w 787079"/>
                  <a:gd name="connsiteY166" fmla="*/ 20083 h 603999"/>
                  <a:gd name="connsiteX167" fmla="*/ 351354 w 787079"/>
                  <a:gd name="connsiteY167" fmla="*/ 21832 h 603999"/>
                  <a:gd name="connsiteX168" fmla="*/ 347585 w 787079"/>
                  <a:gd name="connsiteY168" fmla="*/ 23851 h 603999"/>
                  <a:gd name="connsiteX169" fmla="*/ 344690 w 787079"/>
                  <a:gd name="connsiteY169" fmla="*/ 23851 h 603999"/>
                  <a:gd name="connsiteX170" fmla="*/ 342065 w 787079"/>
                  <a:gd name="connsiteY170" fmla="*/ 25162 h 603999"/>
                  <a:gd name="connsiteX171" fmla="*/ 339743 w 787079"/>
                  <a:gd name="connsiteY171" fmla="*/ 26609 h 603999"/>
                  <a:gd name="connsiteX172" fmla="*/ 340618 w 787079"/>
                  <a:gd name="connsiteY172" fmla="*/ 29805 h 603999"/>
                  <a:gd name="connsiteX173" fmla="*/ 342065 w 787079"/>
                  <a:gd name="connsiteY173" fmla="*/ 31251 h 603999"/>
                  <a:gd name="connsiteX174" fmla="*/ 350041 w 787079"/>
                  <a:gd name="connsiteY174" fmla="*/ 35153 h 603999"/>
                  <a:gd name="connsiteX175" fmla="*/ 351791 w 787079"/>
                  <a:gd name="connsiteY175" fmla="*/ 37340 h 603999"/>
                  <a:gd name="connsiteX176" fmla="*/ 350647 w 787079"/>
                  <a:gd name="connsiteY176" fmla="*/ 39089 h 603999"/>
                  <a:gd name="connsiteX177" fmla="*/ 348762 w 787079"/>
                  <a:gd name="connsiteY177" fmla="*/ 41276 h 603999"/>
                  <a:gd name="connsiteX178" fmla="*/ 346878 w 787079"/>
                  <a:gd name="connsiteY178" fmla="*/ 42453 h 603999"/>
                  <a:gd name="connsiteX179" fmla="*/ 347753 w 787079"/>
                  <a:gd name="connsiteY179" fmla="*/ 45481 h 603999"/>
                  <a:gd name="connsiteX180" fmla="*/ 348325 w 787079"/>
                  <a:gd name="connsiteY180" fmla="*/ 46927 h 603999"/>
                  <a:gd name="connsiteX181" fmla="*/ 350344 w 787079"/>
                  <a:gd name="connsiteY181" fmla="*/ 50258 h 603999"/>
                  <a:gd name="connsiteX182" fmla="*/ 349604 w 787079"/>
                  <a:gd name="connsiteY182" fmla="*/ 53016 h 603999"/>
                  <a:gd name="connsiteX183" fmla="*/ 349166 w 787079"/>
                  <a:gd name="connsiteY183" fmla="*/ 55203 h 603999"/>
                  <a:gd name="connsiteX184" fmla="*/ 349604 w 787079"/>
                  <a:gd name="connsiteY184" fmla="*/ 57793 h 603999"/>
                  <a:gd name="connsiteX185" fmla="*/ 352801 w 787079"/>
                  <a:gd name="connsiteY185" fmla="*/ 61998 h 603999"/>
                  <a:gd name="connsiteX186" fmla="*/ 352498 w 787079"/>
                  <a:gd name="connsiteY186" fmla="*/ 65194 h 603999"/>
                  <a:gd name="connsiteX187" fmla="*/ 351185 w 787079"/>
                  <a:gd name="connsiteY187" fmla="*/ 67649 h 603999"/>
                  <a:gd name="connsiteX188" fmla="*/ 347113 w 787079"/>
                  <a:gd name="connsiteY188" fmla="*/ 68221 h 603999"/>
                  <a:gd name="connsiteX189" fmla="*/ 344084 w 787079"/>
                  <a:gd name="connsiteY189" fmla="*/ 68524 h 603999"/>
                  <a:gd name="connsiteX190" fmla="*/ 340618 w 787079"/>
                  <a:gd name="connsiteY190" fmla="*/ 70542 h 603999"/>
                  <a:gd name="connsiteX191" fmla="*/ 336142 w 787079"/>
                  <a:gd name="connsiteY191" fmla="*/ 71552 h 603999"/>
                  <a:gd name="connsiteX192" fmla="*/ 330791 w 787079"/>
                  <a:gd name="connsiteY192" fmla="*/ 68928 h 603999"/>
                  <a:gd name="connsiteX193" fmla="*/ 326315 w 787079"/>
                  <a:gd name="connsiteY193" fmla="*/ 62536 h 603999"/>
                  <a:gd name="connsiteX194" fmla="*/ 322545 w 787079"/>
                  <a:gd name="connsiteY194" fmla="*/ 56750 h 603999"/>
                  <a:gd name="connsiteX195" fmla="*/ 317901 w 787079"/>
                  <a:gd name="connsiteY195" fmla="*/ 52108 h 603999"/>
                  <a:gd name="connsiteX196" fmla="*/ 311675 w 787079"/>
                  <a:gd name="connsiteY196" fmla="*/ 45885 h 603999"/>
                  <a:gd name="connsiteX197" fmla="*/ 304843 w 787079"/>
                  <a:gd name="connsiteY197" fmla="*/ 44573 h 603999"/>
                  <a:gd name="connsiteX198" fmla="*/ 300939 w 787079"/>
                  <a:gd name="connsiteY198" fmla="*/ 42823 h 603999"/>
                  <a:gd name="connsiteX199" fmla="*/ 295420 w 787079"/>
                  <a:gd name="connsiteY199" fmla="*/ 41242 h 603999"/>
                  <a:gd name="connsiteX200" fmla="*/ 293838 w 787079"/>
                  <a:gd name="connsiteY200" fmla="*/ 42823 h 603999"/>
                  <a:gd name="connsiteX201" fmla="*/ 290809 w 787079"/>
                  <a:gd name="connsiteY201" fmla="*/ 44135 h 603999"/>
                  <a:gd name="connsiteX202" fmla="*/ 285155 w 787079"/>
                  <a:gd name="connsiteY202" fmla="*/ 44135 h 603999"/>
                  <a:gd name="connsiteX203" fmla="*/ 284280 w 787079"/>
                  <a:gd name="connsiteY203" fmla="*/ 42823 h 603999"/>
                  <a:gd name="connsiteX204" fmla="*/ 275597 w 787079"/>
                  <a:gd name="connsiteY204" fmla="*/ 42823 h 603999"/>
                  <a:gd name="connsiteX205" fmla="*/ 268227 w 787079"/>
                  <a:gd name="connsiteY205" fmla="*/ 42823 h 603999"/>
                  <a:gd name="connsiteX206" fmla="*/ 266342 w 787079"/>
                  <a:gd name="connsiteY206" fmla="*/ 43900 h 603999"/>
                  <a:gd name="connsiteX207" fmla="*/ 262270 w 787079"/>
                  <a:gd name="connsiteY207" fmla="*/ 44976 h 603999"/>
                  <a:gd name="connsiteX208" fmla="*/ 260688 w 787079"/>
                  <a:gd name="connsiteY208" fmla="*/ 45851 h 603999"/>
                  <a:gd name="connsiteX209" fmla="*/ 259982 w 787079"/>
                  <a:gd name="connsiteY209" fmla="*/ 47432 h 603999"/>
                  <a:gd name="connsiteX210" fmla="*/ 262136 w 787079"/>
                  <a:gd name="connsiteY210" fmla="*/ 49013 h 603999"/>
                  <a:gd name="connsiteX211" fmla="*/ 262573 w 787079"/>
                  <a:gd name="connsiteY211" fmla="*/ 54093 h 603999"/>
                  <a:gd name="connsiteX212" fmla="*/ 262573 w 787079"/>
                  <a:gd name="connsiteY212" fmla="*/ 56548 h 603999"/>
                  <a:gd name="connsiteX213" fmla="*/ 262573 w 787079"/>
                  <a:gd name="connsiteY213" fmla="*/ 59307 h 603999"/>
                  <a:gd name="connsiteX214" fmla="*/ 262573 w 787079"/>
                  <a:gd name="connsiteY214" fmla="*/ 61493 h 603999"/>
                  <a:gd name="connsiteX215" fmla="*/ 261866 w 787079"/>
                  <a:gd name="connsiteY215" fmla="*/ 64083 h 603999"/>
                  <a:gd name="connsiteX216" fmla="*/ 259982 w 787079"/>
                  <a:gd name="connsiteY216" fmla="*/ 65227 h 603999"/>
                  <a:gd name="connsiteX217" fmla="*/ 258972 w 787079"/>
                  <a:gd name="connsiteY217" fmla="*/ 67986 h 603999"/>
                  <a:gd name="connsiteX218" fmla="*/ 260116 w 787079"/>
                  <a:gd name="connsiteY218" fmla="*/ 69870 h 603999"/>
                  <a:gd name="connsiteX219" fmla="*/ 263886 w 787079"/>
                  <a:gd name="connsiteY219" fmla="*/ 72460 h 603999"/>
                  <a:gd name="connsiteX220" fmla="*/ 265333 w 787079"/>
                  <a:gd name="connsiteY220" fmla="*/ 75656 h 603999"/>
                  <a:gd name="connsiteX221" fmla="*/ 265198 w 787079"/>
                  <a:gd name="connsiteY221" fmla="*/ 77842 h 603999"/>
                  <a:gd name="connsiteX222" fmla="*/ 265064 w 787079"/>
                  <a:gd name="connsiteY222" fmla="*/ 79289 h 603999"/>
                  <a:gd name="connsiteX223" fmla="*/ 263919 w 787079"/>
                  <a:gd name="connsiteY223" fmla="*/ 80601 h 603999"/>
                  <a:gd name="connsiteX224" fmla="*/ 263482 w 787079"/>
                  <a:gd name="connsiteY224" fmla="*/ 82754 h 603999"/>
                  <a:gd name="connsiteX225" fmla="*/ 261159 w 787079"/>
                  <a:gd name="connsiteY225" fmla="*/ 82754 h 603999"/>
                  <a:gd name="connsiteX226" fmla="*/ 258400 w 787079"/>
                  <a:gd name="connsiteY226" fmla="*/ 83628 h 603999"/>
                  <a:gd name="connsiteX227" fmla="*/ 254496 w 787079"/>
                  <a:gd name="connsiteY227" fmla="*/ 85815 h 603999"/>
                  <a:gd name="connsiteX228" fmla="*/ 251467 w 787079"/>
                  <a:gd name="connsiteY228" fmla="*/ 87396 h 603999"/>
                  <a:gd name="connsiteX229" fmla="*/ 247832 w 787079"/>
                  <a:gd name="connsiteY229" fmla="*/ 91029 h 603999"/>
                  <a:gd name="connsiteX230" fmla="*/ 244635 w 787079"/>
                  <a:gd name="connsiteY230" fmla="*/ 94225 h 603999"/>
                  <a:gd name="connsiteX231" fmla="*/ 242751 w 787079"/>
                  <a:gd name="connsiteY231" fmla="*/ 97252 h 603999"/>
                  <a:gd name="connsiteX232" fmla="*/ 241606 w 787079"/>
                  <a:gd name="connsiteY232" fmla="*/ 100280 h 603999"/>
                  <a:gd name="connsiteX233" fmla="*/ 242178 w 787079"/>
                  <a:gd name="connsiteY233" fmla="*/ 103913 h 603999"/>
                  <a:gd name="connsiteX234" fmla="*/ 243491 w 787079"/>
                  <a:gd name="connsiteY234" fmla="*/ 106671 h 603999"/>
                  <a:gd name="connsiteX235" fmla="*/ 245376 w 787079"/>
                  <a:gd name="connsiteY235" fmla="*/ 109564 h 603999"/>
                  <a:gd name="connsiteX236" fmla="*/ 251164 w 787079"/>
                  <a:gd name="connsiteY236" fmla="*/ 114038 h 603999"/>
                  <a:gd name="connsiteX237" fmla="*/ 251736 w 787079"/>
                  <a:gd name="connsiteY237" fmla="*/ 119118 h 603999"/>
                  <a:gd name="connsiteX238" fmla="*/ 251433 w 787079"/>
                  <a:gd name="connsiteY238" fmla="*/ 124197 h 603999"/>
                  <a:gd name="connsiteX239" fmla="*/ 253621 w 787079"/>
                  <a:gd name="connsiteY239" fmla="*/ 130286 h 603999"/>
                  <a:gd name="connsiteX240" fmla="*/ 255506 w 787079"/>
                  <a:gd name="connsiteY240" fmla="*/ 135501 h 603999"/>
                  <a:gd name="connsiteX241" fmla="*/ 252611 w 787079"/>
                  <a:gd name="connsiteY241" fmla="*/ 141152 h 603999"/>
                  <a:gd name="connsiteX242" fmla="*/ 247092 w 787079"/>
                  <a:gd name="connsiteY242" fmla="*/ 143170 h 603999"/>
                  <a:gd name="connsiteX243" fmla="*/ 241303 w 787079"/>
                  <a:gd name="connsiteY243" fmla="*/ 144751 h 603999"/>
                  <a:gd name="connsiteX244" fmla="*/ 235649 w 787079"/>
                  <a:gd name="connsiteY244" fmla="*/ 149226 h 603999"/>
                  <a:gd name="connsiteX245" fmla="*/ 235212 w 787079"/>
                  <a:gd name="connsiteY245" fmla="*/ 154877 h 603999"/>
                  <a:gd name="connsiteX246" fmla="*/ 237803 w 787079"/>
                  <a:gd name="connsiteY246" fmla="*/ 163421 h 603999"/>
                  <a:gd name="connsiteX247" fmla="*/ 239116 w 787079"/>
                  <a:gd name="connsiteY247" fmla="*/ 167054 h 603999"/>
                  <a:gd name="connsiteX248" fmla="*/ 244770 w 787079"/>
                  <a:gd name="connsiteY248" fmla="*/ 174455 h 603999"/>
                  <a:gd name="connsiteX249" fmla="*/ 244635 w 787079"/>
                  <a:gd name="connsiteY249" fmla="*/ 178795 h 603999"/>
                  <a:gd name="connsiteX250" fmla="*/ 242010 w 787079"/>
                  <a:gd name="connsiteY250" fmla="*/ 180107 h 603999"/>
                  <a:gd name="connsiteX251" fmla="*/ 236221 w 787079"/>
                  <a:gd name="connsiteY251" fmla="*/ 182428 h 603999"/>
                  <a:gd name="connsiteX252" fmla="*/ 229120 w 787079"/>
                  <a:gd name="connsiteY252" fmla="*/ 187776 h 603999"/>
                  <a:gd name="connsiteX253" fmla="*/ 226226 w 787079"/>
                  <a:gd name="connsiteY253" fmla="*/ 186464 h 603999"/>
                  <a:gd name="connsiteX254" fmla="*/ 220707 w 787079"/>
                  <a:gd name="connsiteY254" fmla="*/ 186464 h 603999"/>
                  <a:gd name="connsiteX255" fmla="*/ 212899 w 787079"/>
                  <a:gd name="connsiteY255" fmla="*/ 191241 h 603999"/>
                  <a:gd name="connsiteX256" fmla="*/ 209399 w 787079"/>
                  <a:gd name="connsiteY256" fmla="*/ 198474 h 603999"/>
                  <a:gd name="connsiteX257" fmla="*/ 216062 w 787079"/>
                  <a:gd name="connsiteY257" fmla="*/ 203823 h 603999"/>
                  <a:gd name="connsiteX258" fmla="*/ 217947 w 787079"/>
                  <a:gd name="connsiteY258" fmla="*/ 207590 h 603999"/>
                  <a:gd name="connsiteX259" fmla="*/ 215625 w 787079"/>
                  <a:gd name="connsiteY259" fmla="*/ 212670 h 603999"/>
                  <a:gd name="connsiteX260" fmla="*/ 212159 w 787079"/>
                  <a:gd name="connsiteY260" fmla="*/ 215698 h 603999"/>
                  <a:gd name="connsiteX261" fmla="*/ 208389 w 787079"/>
                  <a:gd name="connsiteY261" fmla="*/ 216841 h 603999"/>
                  <a:gd name="connsiteX262" fmla="*/ 204048 w 787079"/>
                  <a:gd name="connsiteY262" fmla="*/ 217547 h 603999"/>
                  <a:gd name="connsiteX263" fmla="*/ 198091 w 787079"/>
                  <a:gd name="connsiteY263" fmla="*/ 221181 h 603999"/>
                  <a:gd name="connsiteX264" fmla="*/ 193749 w 787079"/>
                  <a:gd name="connsiteY264" fmla="*/ 226260 h 603999"/>
                  <a:gd name="connsiteX265" fmla="*/ 192740 w 787079"/>
                  <a:gd name="connsiteY265" fmla="*/ 227269 h 603999"/>
                  <a:gd name="connsiteX266" fmla="*/ 187826 w 787079"/>
                  <a:gd name="connsiteY266" fmla="*/ 229591 h 603999"/>
                  <a:gd name="connsiteX267" fmla="*/ 187826 w 787079"/>
                  <a:gd name="connsiteY267" fmla="*/ 234367 h 603999"/>
                  <a:gd name="connsiteX268" fmla="*/ 187557 w 787079"/>
                  <a:gd name="connsiteY268" fmla="*/ 238438 h 603999"/>
                  <a:gd name="connsiteX269" fmla="*/ 188264 w 787079"/>
                  <a:gd name="connsiteY269" fmla="*/ 246107 h 603999"/>
                  <a:gd name="connsiteX270" fmla="*/ 187254 w 787079"/>
                  <a:gd name="connsiteY270" fmla="*/ 248731 h 603999"/>
                  <a:gd name="connsiteX271" fmla="*/ 184360 w 787079"/>
                  <a:gd name="connsiteY271" fmla="*/ 252364 h 603999"/>
                  <a:gd name="connsiteX272" fmla="*/ 184360 w 787079"/>
                  <a:gd name="connsiteY272" fmla="*/ 255998 h 603999"/>
                  <a:gd name="connsiteX273" fmla="*/ 186817 w 787079"/>
                  <a:gd name="connsiteY273" fmla="*/ 259328 h 603999"/>
                  <a:gd name="connsiteX274" fmla="*/ 188398 w 787079"/>
                  <a:gd name="connsiteY274" fmla="*/ 262221 h 603999"/>
                  <a:gd name="connsiteX275" fmla="*/ 188836 w 787079"/>
                  <a:gd name="connsiteY275" fmla="*/ 269756 h 603999"/>
                  <a:gd name="connsiteX276" fmla="*/ 190418 w 787079"/>
                  <a:gd name="connsiteY276" fmla="*/ 274264 h 603999"/>
                  <a:gd name="connsiteX277" fmla="*/ 193043 w 787079"/>
                  <a:gd name="connsiteY277" fmla="*/ 278335 h 603999"/>
                  <a:gd name="connsiteX278" fmla="*/ 192302 w 787079"/>
                  <a:gd name="connsiteY278" fmla="*/ 287013 h 603999"/>
                  <a:gd name="connsiteX279" fmla="*/ 185504 w 787079"/>
                  <a:gd name="connsiteY279" fmla="*/ 293539 h 603999"/>
                  <a:gd name="connsiteX280" fmla="*/ 184629 w 787079"/>
                  <a:gd name="connsiteY280" fmla="*/ 299056 h 603999"/>
                  <a:gd name="connsiteX281" fmla="*/ 182172 w 787079"/>
                  <a:gd name="connsiteY281" fmla="*/ 302252 h 603999"/>
                  <a:gd name="connsiteX282" fmla="*/ 179850 w 787079"/>
                  <a:gd name="connsiteY282" fmla="*/ 304573 h 603999"/>
                  <a:gd name="connsiteX283" fmla="*/ 175509 w 787079"/>
                  <a:gd name="connsiteY283" fmla="*/ 307903 h 603999"/>
                  <a:gd name="connsiteX284" fmla="*/ 175071 w 787079"/>
                  <a:gd name="connsiteY284" fmla="*/ 310090 h 603999"/>
                  <a:gd name="connsiteX285" fmla="*/ 172009 w 787079"/>
                  <a:gd name="connsiteY285" fmla="*/ 312849 h 603999"/>
                  <a:gd name="connsiteX286" fmla="*/ 169989 w 787079"/>
                  <a:gd name="connsiteY286" fmla="*/ 314026 h 603999"/>
                  <a:gd name="connsiteX287" fmla="*/ 167532 w 787079"/>
                  <a:gd name="connsiteY287" fmla="*/ 314732 h 603999"/>
                  <a:gd name="connsiteX288" fmla="*/ 163023 w 787079"/>
                  <a:gd name="connsiteY288" fmla="*/ 316482 h 603999"/>
                  <a:gd name="connsiteX289" fmla="*/ 159994 w 787079"/>
                  <a:gd name="connsiteY289" fmla="*/ 318063 h 603999"/>
                  <a:gd name="connsiteX290" fmla="*/ 157672 w 787079"/>
                  <a:gd name="connsiteY290" fmla="*/ 318937 h 603999"/>
                  <a:gd name="connsiteX291" fmla="*/ 156662 w 787079"/>
                  <a:gd name="connsiteY291" fmla="*/ 321999 h 603999"/>
                  <a:gd name="connsiteX292" fmla="*/ 155215 w 787079"/>
                  <a:gd name="connsiteY292" fmla="*/ 323580 h 603999"/>
                  <a:gd name="connsiteX293" fmla="*/ 152893 w 787079"/>
                  <a:gd name="connsiteY293" fmla="*/ 326204 h 603999"/>
                  <a:gd name="connsiteX294" fmla="*/ 148820 w 787079"/>
                  <a:gd name="connsiteY294" fmla="*/ 327347 h 603999"/>
                  <a:gd name="connsiteX295" fmla="*/ 143604 w 787079"/>
                  <a:gd name="connsiteY295" fmla="*/ 328222 h 603999"/>
                  <a:gd name="connsiteX296" fmla="*/ 139700 w 787079"/>
                  <a:gd name="connsiteY296" fmla="*/ 331115 h 603999"/>
                  <a:gd name="connsiteX297" fmla="*/ 133609 w 787079"/>
                  <a:gd name="connsiteY297" fmla="*/ 332730 h 603999"/>
                  <a:gd name="connsiteX298" fmla="*/ 127652 w 787079"/>
                  <a:gd name="connsiteY298" fmla="*/ 334748 h 603999"/>
                  <a:gd name="connsiteX299" fmla="*/ 123883 w 787079"/>
                  <a:gd name="connsiteY299" fmla="*/ 339390 h 603999"/>
                  <a:gd name="connsiteX300" fmla="*/ 120988 w 787079"/>
                  <a:gd name="connsiteY300" fmla="*/ 347060 h 603999"/>
                  <a:gd name="connsiteX301" fmla="*/ 118969 w 787079"/>
                  <a:gd name="connsiteY301" fmla="*/ 348809 h 603999"/>
                  <a:gd name="connsiteX302" fmla="*/ 118834 w 787079"/>
                  <a:gd name="connsiteY302" fmla="*/ 352846 h 603999"/>
                  <a:gd name="connsiteX303" fmla="*/ 122469 w 787079"/>
                  <a:gd name="connsiteY303" fmla="*/ 359944 h 603999"/>
                  <a:gd name="connsiteX304" fmla="*/ 123916 w 787079"/>
                  <a:gd name="connsiteY304" fmla="*/ 364587 h 603999"/>
                  <a:gd name="connsiteX305" fmla="*/ 122604 w 787079"/>
                  <a:gd name="connsiteY305" fmla="*/ 367042 h 603999"/>
                  <a:gd name="connsiteX306" fmla="*/ 119575 w 787079"/>
                  <a:gd name="connsiteY306" fmla="*/ 366470 h 603999"/>
                  <a:gd name="connsiteX307" fmla="*/ 114796 w 787079"/>
                  <a:gd name="connsiteY307" fmla="*/ 365024 h 603999"/>
                  <a:gd name="connsiteX308" fmla="*/ 111464 w 787079"/>
                  <a:gd name="connsiteY308" fmla="*/ 365024 h 603999"/>
                  <a:gd name="connsiteX309" fmla="*/ 108704 w 787079"/>
                  <a:gd name="connsiteY309" fmla="*/ 367210 h 603999"/>
                  <a:gd name="connsiteX310" fmla="*/ 108839 w 787079"/>
                  <a:gd name="connsiteY310" fmla="*/ 371685 h 603999"/>
                  <a:gd name="connsiteX311" fmla="*/ 115065 w 787079"/>
                  <a:gd name="connsiteY311" fmla="*/ 375755 h 603999"/>
                  <a:gd name="connsiteX312" fmla="*/ 111430 w 787079"/>
                  <a:gd name="connsiteY312" fmla="*/ 377638 h 603999"/>
                  <a:gd name="connsiteX313" fmla="*/ 107089 w 787079"/>
                  <a:gd name="connsiteY313" fmla="*/ 379388 h 603999"/>
                  <a:gd name="connsiteX314" fmla="*/ 99416 w 787079"/>
                  <a:gd name="connsiteY314" fmla="*/ 382146 h 603999"/>
                  <a:gd name="connsiteX315" fmla="*/ 97262 w 787079"/>
                  <a:gd name="connsiteY315" fmla="*/ 385342 h 603999"/>
                  <a:gd name="connsiteX316" fmla="*/ 90733 w 787079"/>
                  <a:gd name="connsiteY316" fmla="*/ 384030 h 603999"/>
                  <a:gd name="connsiteX317" fmla="*/ 84944 w 787079"/>
                  <a:gd name="connsiteY317" fmla="*/ 379825 h 603999"/>
                  <a:gd name="connsiteX318" fmla="*/ 78718 w 787079"/>
                  <a:gd name="connsiteY318" fmla="*/ 379522 h 603999"/>
                  <a:gd name="connsiteX319" fmla="*/ 75386 w 787079"/>
                  <a:gd name="connsiteY319" fmla="*/ 381709 h 603999"/>
                  <a:gd name="connsiteX320" fmla="*/ 75521 w 787079"/>
                  <a:gd name="connsiteY320" fmla="*/ 387495 h 603999"/>
                  <a:gd name="connsiteX321" fmla="*/ 79290 w 787079"/>
                  <a:gd name="connsiteY321" fmla="*/ 394593 h 603999"/>
                  <a:gd name="connsiteX322" fmla="*/ 85516 w 787079"/>
                  <a:gd name="connsiteY322" fmla="*/ 401691 h 603999"/>
                  <a:gd name="connsiteX323" fmla="*/ 84944 w 787079"/>
                  <a:gd name="connsiteY323" fmla="*/ 407780 h 603999"/>
                  <a:gd name="connsiteX324" fmla="*/ 79593 w 787079"/>
                  <a:gd name="connsiteY324" fmla="*/ 410235 h 603999"/>
                  <a:gd name="connsiteX325" fmla="*/ 72054 w 787079"/>
                  <a:gd name="connsiteY325" fmla="*/ 409663 h 603999"/>
                  <a:gd name="connsiteX326" fmla="*/ 64651 w 787079"/>
                  <a:gd name="connsiteY326" fmla="*/ 410807 h 603999"/>
                  <a:gd name="connsiteX327" fmla="*/ 57246 w 787079"/>
                  <a:gd name="connsiteY327" fmla="*/ 412119 h 603999"/>
                  <a:gd name="connsiteX328" fmla="*/ 50145 w 787079"/>
                  <a:gd name="connsiteY328" fmla="*/ 413431 h 603999"/>
                  <a:gd name="connsiteX329" fmla="*/ 44626 w 787079"/>
                  <a:gd name="connsiteY329" fmla="*/ 413566 h 603999"/>
                  <a:gd name="connsiteX330" fmla="*/ 38400 w 787079"/>
                  <a:gd name="connsiteY330" fmla="*/ 415012 h 603999"/>
                  <a:gd name="connsiteX331" fmla="*/ 34058 w 787079"/>
                  <a:gd name="connsiteY331" fmla="*/ 417636 h 603999"/>
                  <a:gd name="connsiteX332" fmla="*/ 31029 w 787079"/>
                  <a:gd name="connsiteY332" fmla="*/ 422985 h 603999"/>
                  <a:gd name="connsiteX333" fmla="*/ 34058 w 787079"/>
                  <a:gd name="connsiteY333" fmla="*/ 426887 h 603999"/>
                  <a:gd name="connsiteX334" fmla="*/ 35203 w 787079"/>
                  <a:gd name="connsiteY334" fmla="*/ 432404 h 603999"/>
                  <a:gd name="connsiteX335" fmla="*/ 31871 w 787079"/>
                  <a:gd name="connsiteY335" fmla="*/ 439199 h 603999"/>
                  <a:gd name="connsiteX336" fmla="*/ 23457 w 787079"/>
                  <a:gd name="connsiteY336" fmla="*/ 440948 h 603999"/>
                  <a:gd name="connsiteX337" fmla="*/ 17097 w 787079"/>
                  <a:gd name="connsiteY337" fmla="*/ 440948 h 603999"/>
                  <a:gd name="connsiteX338" fmla="*/ 12890 w 787079"/>
                  <a:gd name="connsiteY338" fmla="*/ 443034 h 603999"/>
                  <a:gd name="connsiteX339" fmla="*/ 9995 w 787079"/>
                  <a:gd name="connsiteY339" fmla="*/ 446734 h 603999"/>
                  <a:gd name="connsiteX340" fmla="*/ 7539 w 787079"/>
                  <a:gd name="connsiteY340" fmla="*/ 451377 h 603999"/>
                  <a:gd name="connsiteX341" fmla="*/ 5957 w 787079"/>
                  <a:gd name="connsiteY341" fmla="*/ 454270 h 603999"/>
                  <a:gd name="connsiteX342" fmla="*/ 4947 w 787079"/>
                  <a:gd name="connsiteY342" fmla="*/ 457163 h 603999"/>
                  <a:gd name="connsiteX343" fmla="*/ 7404 w 787079"/>
                  <a:gd name="connsiteY343" fmla="*/ 460055 h 603999"/>
                  <a:gd name="connsiteX344" fmla="*/ 11308 w 787079"/>
                  <a:gd name="connsiteY344" fmla="*/ 461805 h 603999"/>
                  <a:gd name="connsiteX345" fmla="*/ 13933 w 787079"/>
                  <a:gd name="connsiteY345" fmla="*/ 461805 h 603999"/>
                  <a:gd name="connsiteX346" fmla="*/ 20462 w 787079"/>
                  <a:gd name="connsiteY346" fmla="*/ 463554 h 603999"/>
                  <a:gd name="connsiteX347" fmla="*/ 23928 w 787079"/>
                  <a:gd name="connsiteY347" fmla="*/ 464563 h 603999"/>
                  <a:gd name="connsiteX348" fmla="*/ 25813 w 787079"/>
                  <a:gd name="connsiteY348" fmla="*/ 468634 h 603999"/>
                  <a:gd name="connsiteX349" fmla="*/ 28001 w 787079"/>
                  <a:gd name="connsiteY349" fmla="*/ 470955 h 603999"/>
                  <a:gd name="connsiteX350" fmla="*/ 27429 w 787079"/>
                  <a:gd name="connsiteY350" fmla="*/ 474151 h 603999"/>
                  <a:gd name="connsiteX351" fmla="*/ 23222 w 787079"/>
                  <a:gd name="connsiteY351" fmla="*/ 475732 h 603999"/>
                  <a:gd name="connsiteX352" fmla="*/ 20630 w 787079"/>
                  <a:gd name="connsiteY352" fmla="*/ 476875 h 603999"/>
                  <a:gd name="connsiteX353" fmla="*/ 15111 w 787079"/>
                  <a:gd name="connsiteY353" fmla="*/ 479062 h 603999"/>
                  <a:gd name="connsiteX354" fmla="*/ 11039 w 787079"/>
                  <a:gd name="connsiteY354" fmla="*/ 482392 h 603999"/>
                  <a:gd name="connsiteX355" fmla="*/ 7842 w 787079"/>
                  <a:gd name="connsiteY355" fmla="*/ 485588 h 603999"/>
                  <a:gd name="connsiteX356" fmla="*/ 6394 w 787079"/>
                  <a:gd name="connsiteY356" fmla="*/ 491239 h 603999"/>
                  <a:gd name="connsiteX357" fmla="*/ 4072 w 787079"/>
                  <a:gd name="connsiteY357" fmla="*/ 497026 h 603999"/>
                  <a:gd name="connsiteX358" fmla="*/ 2760 w 787079"/>
                  <a:gd name="connsiteY358" fmla="*/ 503417 h 603999"/>
                  <a:gd name="connsiteX359" fmla="*/ 1885 w 787079"/>
                  <a:gd name="connsiteY359" fmla="*/ 509943 h 603999"/>
                  <a:gd name="connsiteX360" fmla="*/ 2019 w 787079"/>
                  <a:gd name="connsiteY360" fmla="*/ 516167 h 603999"/>
                  <a:gd name="connsiteX361" fmla="*/ 0 w 787079"/>
                  <a:gd name="connsiteY361" fmla="*/ 525283 h 603999"/>
                  <a:gd name="connsiteX362" fmla="*/ 0 w 787079"/>
                  <a:gd name="connsiteY362" fmla="*/ 530800 h 603999"/>
                  <a:gd name="connsiteX363" fmla="*/ 1649 w 787079"/>
                  <a:gd name="connsiteY363" fmla="*/ 535879 h 603999"/>
                  <a:gd name="connsiteX364" fmla="*/ 4476 w 787079"/>
                  <a:gd name="connsiteY364" fmla="*/ 538772 h 603999"/>
                  <a:gd name="connsiteX365" fmla="*/ 7101 w 787079"/>
                  <a:gd name="connsiteY365" fmla="*/ 543247 h 603999"/>
                  <a:gd name="connsiteX366" fmla="*/ 8111 w 787079"/>
                  <a:gd name="connsiteY366" fmla="*/ 548764 h 603999"/>
                  <a:gd name="connsiteX367" fmla="*/ 12149 w 787079"/>
                  <a:gd name="connsiteY367" fmla="*/ 549033 h 603999"/>
                  <a:gd name="connsiteX368" fmla="*/ 17500 w 787079"/>
                  <a:gd name="connsiteY368" fmla="*/ 550042 h 603999"/>
                  <a:gd name="connsiteX369" fmla="*/ 18241 w 787079"/>
                  <a:gd name="connsiteY369" fmla="*/ 552800 h 603999"/>
                  <a:gd name="connsiteX370" fmla="*/ 14606 w 787079"/>
                  <a:gd name="connsiteY370" fmla="*/ 553675 h 603999"/>
                  <a:gd name="connsiteX371" fmla="*/ 11577 w 787079"/>
                  <a:gd name="connsiteY371" fmla="*/ 555693 h 603999"/>
                  <a:gd name="connsiteX372" fmla="*/ 8683 w 787079"/>
                  <a:gd name="connsiteY372" fmla="*/ 558149 h 603999"/>
                  <a:gd name="connsiteX373" fmla="*/ 8111 w 787079"/>
                  <a:gd name="connsiteY373" fmla="*/ 560167 h 603999"/>
                  <a:gd name="connsiteX374" fmla="*/ 12149 w 787079"/>
                  <a:gd name="connsiteY374" fmla="*/ 562926 h 603999"/>
                  <a:gd name="connsiteX375" fmla="*/ 14034 w 787079"/>
                  <a:gd name="connsiteY375" fmla="*/ 568005 h 603999"/>
                  <a:gd name="connsiteX376" fmla="*/ 16625 w 787079"/>
                  <a:gd name="connsiteY376" fmla="*/ 572782 h 603999"/>
                  <a:gd name="connsiteX377" fmla="*/ 17366 w 787079"/>
                  <a:gd name="connsiteY377" fmla="*/ 574363 h 603999"/>
                  <a:gd name="connsiteX378" fmla="*/ 20428 w 787079"/>
                  <a:gd name="connsiteY378" fmla="*/ 576819 h 603999"/>
                  <a:gd name="connsiteX379" fmla="*/ 23188 w 787079"/>
                  <a:gd name="connsiteY379" fmla="*/ 578568 h 603999"/>
                  <a:gd name="connsiteX380" fmla="*/ 24500 w 787079"/>
                  <a:gd name="connsiteY380" fmla="*/ 578434 h 603999"/>
                  <a:gd name="connsiteX381" fmla="*/ 26654 w 787079"/>
                  <a:gd name="connsiteY381" fmla="*/ 575978 h 603999"/>
                  <a:gd name="connsiteX382" fmla="*/ 28404 w 787079"/>
                  <a:gd name="connsiteY382" fmla="*/ 573960 h 603999"/>
                  <a:gd name="connsiteX383" fmla="*/ 31029 w 787079"/>
                  <a:gd name="connsiteY383" fmla="*/ 577155 h 603999"/>
                  <a:gd name="connsiteX384" fmla="*/ 33924 w 787079"/>
                  <a:gd name="connsiteY384" fmla="*/ 579611 h 603999"/>
                  <a:gd name="connsiteX385" fmla="*/ 34664 w 787079"/>
                  <a:gd name="connsiteY385" fmla="*/ 580620 h 603999"/>
                  <a:gd name="connsiteX386" fmla="*/ 37558 w 787079"/>
                  <a:gd name="connsiteY386" fmla="*/ 583379 h 603999"/>
                  <a:gd name="connsiteX387" fmla="*/ 37693 w 787079"/>
                  <a:gd name="connsiteY387" fmla="*/ 585700 h 603999"/>
                  <a:gd name="connsiteX388" fmla="*/ 37121 w 787079"/>
                  <a:gd name="connsiteY388" fmla="*/ 587752 h 603999"/>
                  <a:gd name="connsiteX389" fmla="*/ 34092 w 787079"/>
                  <a:gd name="connsiteY389" fmla="*/ 589333 h 603999"/>
                  <a:gd name="connsiteX390" fmla="*/ 31904 w 787079"/>
                  <a:gd name="connsiteY390" fmla="*/ 588593 h 603999"/>
                  <a:gd name="connsiteX391" fmla="*/ 29145 w 787079"/>
                  <a:gd name="connsiteY391" fmla="*/ 586271 h 603999"/>
                  <a:gd name="connsiteX392" fmla="*/ 25510 w 787079"/>
                  <a:gd name="connsiteY392" fmla="*/ 586137 h 603999"/>
                  <a:gd name="connsiteX393" fmla="*/ 24063 w 787079"/>
                  <a:gd name="connsiteY393" fmla="*/ 587012 h 603999"/>
                  <a:gd name="connsiteX394" fmla="*/ 22616 w 787079"/>
                  <a:gd name="connsiteY394" fmla="*/ 589635 h 603999"/>
                  <a:gd name="connsiteX395" fmla="*/ 22616 w 787079"/>
                  <a:gd name="connsiteY395" fmla="*/ 592663 h 603999"/>
                  <a:gd name="connsiteX396" fmla="*/ 23154 w 787079"/>
                  <a:gd name="connsiteY396" fmla="*/ 600468 h 603999"/>
                  <a:gd name="connsiteX397" fmla="*/ 23491 w 787079"/>
                  <a:gd name="connsiteY397" fmla="*/ 602351 h 603999"/>
                  <a:gd name="connsiteX398" fmla="*/ 27126 w 787079"/>
                  <a:gd name="connsiteY398" fmla="*/ 603966 h 603999"/>
                  <a:gd name="connsiteX399" fmla="*/ 29313 w 787079"/>
                  <a:gd name="connsiteY399" fmla="*/ 603226 h 603999"/>
                  <a:gd name="connsiteX400" fmla="*/ 33217 w 787079"/>
                  <a:gd name="connsiteY400" fmla="*/ 599761 h 603999"/>
                  <a:gd name="connsiteX401" fmla="*/ 39174 w 787079"/>
                  <a:gd name="connsiteY401" fmla="*/ 599189 h 603999"/>
                  <a:gd name="connsiteX402" fmla="*/ 42943 w 787079"/>
                  <a:gd name="connsiteY402" fmla="*/ 599189 h 603999"/>
                  <a:gd name="connsiteX403" fmla="*/ 45972 w 787079"/>
                  <a:gd name="connsiteY403" fmla="*/ 600501 h 603999"/>
                  <a:gd name="connsiteX404" fmla="*/ 46713 w 787079"/>
                  <a:gd name="connsiteY404" fmla="*/ 601073 h 603999"/>
                  <a:gd name="connsiteX405" fmla="*/ 51054 w 787079"/>
                  <a:gd name="connsiteY405" fmla="*/ 603832 h 603999"/>
                  <a:gd name="connsiteX406" fmla="*/ 54520 w 787079"/>
                  <a:gd name="connsiteY406" fmla="*/ 603832 h 603999"/>
                  <a:gd name="connsiteX407" fmla="*/ 58020 w 787079"/>
                  <a:gd name="connsiteY407" fmla="*/ 601645 h 603999"/>
                  <a:gd name="connsiteX408" fmla="*/ 62497 w 787079"/>
                  <a:gd name="connsiteY408" fmla="*/ 600064 h 603999"/>
                  <a:gd name="connsiteX409" fmla="*/ 69463 w 787079"/>
                  <a:gd name="connsiteY409" fmla="*/ 598752 h 603999"/>
                  <a:gd name="connsiteX410" fmla="*/ 74680 w 787079"/>
                  <a:gd name="connsiteY410" fmla="*/ 597440 h 603999"/>
                  <a:gd name="connsiteX411" fmla="*/ 78449 w 787079"/>
                  <a:gd name="connsiteY411" fmla="*/ 594412 h 603999"/>
                  <a:gd name="connsiteX412" fmla="*/ 83531 w 787079"/>
                  <a:gd name="connsiteY412" fmla="*/ 592528 h 603999"/>
                  <a:gd name="connsiteX413" fmla="*/ 87165 w 787079"/>
                  <a:gd name="connsiteY413" fmla="*/ 587886 h 603999"/>
                  <a:gd name="connsiteX414" fmla="*/ 89622 w 787079"/>
                  <a:gd name="connsiteY414" fmla="*/ 581966 h 603999"/>
                  <a:gd name="connsiteX415" fmla="*/ 90935 w 787079"/>
                  <a:gd name="connsiteY415" fmla="*/ 577761 h 603999"/>
                  <a:gd name="connsiteX416" fmla="*/ 93391 w 787079"/>
                  <a:gd name="connsiteY416" fmla="*/ 572109 h 603999"/>
                  <a:gd name="connsiteX417" fmla="*/ 91069 w 787079"/>
                  <a:gd name="connsiteY417" fmla="*/ 568342 h 603999"/>
                  <a:gd name="connsiteX418" fmla="*/ 87738 w 787079"/>
                  <a:gd name="connsiteY418" fmla="*/ 563868 h 603999"/>
                  <a:gd name="connsiteX419" fmla="*/ 86156 w 787079"/>
                  <a:gd name="connsiteY419" fmla="*/ 559393 h 603999"/>
                  <a:gd name="connsiteX420" fmla="*/ 84406 w 787079"/>
                  <a:gd name="connsiteY420" fmla="*/ 557947 h 603999"/>
                  <a:gd name="connsiteX421" fmla="*/ 81074 w 787079"/>
                  <a:gd name="connsiteY421" fmla="*/ 559393 h 603999"/>
                  <a:gd name="connsiteX422" fmla="*/ 79189 w 787079"/>
                  <a:gd name="connsiteY422" fmla="*/ 556938 h 603999"/>
                  <a:gd name="connsiteX423" fmla="*/ 77742 w 787079"/>
                  <a:gd name="connsiteY423" fmla="*/ 554347 h 603999"/>
                  <a:gd name="connsiteX424" fmla="*/ 76867 w 787079"/>
                  <a:gd name="connsiteY424" fmla="*/ 554617 h 603999"/>
                  <a:gd name="connsiteX425" fmla="*/ 73973 w 787079"/>
                  <a:gd name="connsiteY425" fmla="*/ 555760 h 603999"/>
                  <a:gd name="connsiteX426" fmla="*/ 71078 w 787079"/>
                  <a:gd name="connsiteY426" fmla="*/ 555760 h 603999"/>
                  <a:gd name="connsiteX427" fmla="*/ 70069 w 787079"/>
                  <a:gd name="connsiteY427" fmla="*/ 552935 h 603999"/>
                  <a:gd name="connsiteX428" fmla="*/ 69328 w 787079"/>
                  <a:gd name="connsiteY428" fmla="*/ 550681 h 603999"/>
                  <a:gd name="connsiteX429" fmla="*/ 70473 w 787079"/>
                  <a:gd name="connsiteY429" fmla="*/ 547048 h 603999"/>
                  <a:gd name="connsiteX430" fmla="*/ 72223 w 787079"/>
                  <a:gd name="connsiteY430" fmla="*/ 547048 h 603999"/>
                  <a:gd name="connsiteX431" fmla="*/ 75992 w 787079"/>
                  <a:gd name="connsiteY431" fmla="*/ 547048 h 603999"/>
                  <a:gd name="connsiteX432" fmla="*/ 77574 w 787079"/>
                  <a:gd name="connsiteY432" fmla="*/ 545736 h 603999"/>
                  <a:gd name="connsiteX433" fmla="*/ 77002 w 787079"/>
                  <a:gd name="connsiteY433" fmla="*/ 543549 h 603999"/>
                  <a:gd name="connsiteX434" fmla="*/ 76564 w 787079"/>
                  <a:gd name="connsiteY434" fmla="*/ 540084 h 603999"/>
                  <a:gd name="connsiteX435" fmla="*/ 74982 w 787079"/>
                  <a:gd name="connsiteY435" fmla="*/ 538201 h 603999"/>
                  <a:gd name="connsiteX436" fmla="*/ 72660 w 787079"/>
                  <a:gd name="connsiteY436" fmla="*/ 535005 h 603999"/>
                  <a:gd name="connsiteX437" fmla="*/ 71482 w 787079"/>
                  <a:gd name="connsiteY437" fmla="*/ 534197 h 603999"/>
                  <a:gd name="connsiteX438" fmla="*/ 67578 w 787079"/>
                  <a:gd name="connsiteY438" fmla="*/ 534130 h 603999"/>
                  <a:gd name="connsiteX439" fmla="*/ 63102 w 787079"/>
                  <a:gd name="connsiteY439" fmla="*/ 534130 h 603999"/>
                  <a:gd name="connsiteX440" fmla="*/ 59905 w 787079"/>
                  <a:gd name="connsiteY440" fmla="*/ 531506 h 603999"/>
                  <a:gd name="connsiteX441" fmla="*/ 56439 w 787079"/>
                  <a:gd name="connsiteY441" fmla="*/ 528613 h 603999"/>
                  <a:gd name="connsiteX442" fmla="*/ 53847 w 787079"/>
                  <a:gd name="connsiteY442" fmla="*/ 525417 h 603999"/>
                  <a:gd name="connsiteX443" fmla="*/ 52838 w 787079"/>
                  <a:gd name="connsiteY443" fmla="*/ 522659 h 603999"/>
                  <a:gd name="connsiteX444" fmla="*/ 52265 w 787079"/>
                  <a:gd name="connsiteY444" fmla="*/ 521785 h 603999"/>
                  <a:gd name="connsiteX445" fmla="*/ 52265 w 787079"/>
                  <a:gd name="connsiteY445" fmla="*/ 518892 h 603999"/>
                  <a:gd name="connsiteX446" fmla="*/ 52703 w 787079"/>
                  <a:gd name="connsiteY446" fmla="*/ 517008 h 603999"/>
                  <a:gd name="connsiteX447" fmla="*/ 55025 w 787079"/>
                  <a:gd name="connsiteY447" fmla="*/ 514115 h 603999"/>
                  <a:gd name="connsiteX448" fmla="*/ 58054 w 787079"/>
                  <a:gd name="connsiteY448" fmla="*/ 511356 h 603999"/>
                  <a:gd name="connsiteX449" fmla="*/ 61958 w 787079"/>
                  <a:gd name="connsiteY449" fmla="*/ 509910 h 603999"/>
                  <a:gd name="connsiteX450" fmla="*/ 68487 w 787079"/>
                  <a:gd name="connsiteY450" fmla="*/ 508329 h 603999"/>
                  <a:gd name="connsiteX451" fmla="*/ 68622 w 787079"/>
                  <a:gd name="connsiteY451" fmla="*/ 511524 h 603999"/>
                  <a:gd name="connsiteX452" fmla="*/ 64852 w 787079"/>
                  <a:gd name="connsiteY452" fmla="*/ 515595 h 603999"/>
                  <a:gd name="connsiteX453" fmla="*/ 67006 w 787079"/>
                  <a:gd name="connsiteY453" fmla="*/ 517479 h 603999"/>
                  <a:gd name="connsiteX454" fmla="*/ 71785 w 787079"/>
                  <a:gd name="connsiteY454" fmla="*/ 517479 h 603999"/>
                  <a:gd name="connsiteX455" fmla="*/ 74545 w 787079"/>
                  <a:gd name="connsiteY455" fmla="*/ 516335 h 603999"/>
                  <a:gd name="connsiteX456" fmla="*/ 77742 w 787079"/>
                  <a:gd name="connsiteY456" fmla="*/ 515460 h 603999"/>
                  <a:gd name="connsiteX457" fmla="*/ 82252 w 787079"/>
                  <a:gd name="connsiteY457" fmla="*/ 518051 h 603999"/>
                  <a:gd name="connsiteX458" fmla="*/ 85718 w 787079"/>
                  <a:gd name="connsiteY458" fmla="*/ 520944 h 603999"/>
                  <a:gd name="connsiteX459" fmla="*/ 91372 w 787079"/>
                  <a:gd name="connsiteY459" fmla="*/ 522659 h 603999"/>
                  <a:gd name="connsiteX460" fmla="*/ 95714 w 787079"/>
                  <a:gd name="connsiteY460" fmla="*/ 522659 h 603999"/>
                  <a:gd name="connsiteX461" fmla="*/ 96016 w 787079"/>
                  <a:gd name="connsiteY461" fmla="*/ 519463 h 603999"/>
                  <a:gd name="connsiteX462" fmla="*/ 96891 w 787079"/>
                  <a:gd name="connsiteY462" fmla="*/ 516570 h 603999"/>
                  <a:gd name="connsiteX463" fmla="*/ 97026 w 787079"/>
                  <a:gd name="connsiteY463" fmla="*/ 513946 h 603999"/>
                  <a:gd name="connsiteX464" fmla="*/ 96319 w 787079"/>
                  <a:gd name="connsiteY464" fmla="*/ 511928 h 603999"/>
                  <a:gd name="connsiteX465" fmla="*/ 94267 w 787079"/>
                  <a:gd name="connsiteY465" fmla="*/ 510179 h 603999"/>
                  <a:gd name="connsiteX466" fmla="*/ 91675 w 787079"/>
                  <a:gd name="connsiteY466" fmla="*/ 508295 h 603999"/>
                  <a:gd name="connsiteX467" fmla="*/ 89050 w 787079"/>
                  <a:gd name="connsiteY467" fmla="*/ 507151 h 603999"/>
                  <a:gd name="connsiteX468" fmla="*/ 85415 w 787079"/>
                  <a:gd name="connsiteY468" fmla="*/ 504527 h 603999"/>
                  <a:gd name="connsiteX469" fmla="*/ 83396 w 787079"/>
                  <a:gd name="connsiteY469" fmla="*/ 503383 h 603999"/>
                  <a:gd name="connsiteX470" fmla="*/ 79761 w 787079"/>
                  <a:gd name="connsiteY470" fmla="*/ 502206 h 603999"/>
                  <a:gd name="connsiteX471" fmla="*/ 80636 w 787079"/>
                  <a:gd name="connsiteY471" fmla="*/ 500760 h 603999"/>
                  <a:gd name="connsiteX472" fmla="*/ 81713 w 787079"/>
                  <a:gd name="connsiteY472" fmla="*/ 499448 h 603999"/>
                  <a:gd name="connsiteX473" fmla="*/ 81814 w 787079"/>
                  <a:gd name="connsiteY473" fmla="*/ 495680 h 603999"/>
                  <a:gd name="connsiteX474" fmla="*/ 81814 w 787079"/>
                  <a:gd name="connsiteY474" fmla="*/ 490331 h 603999"/>
                  <a:gd name="connsiteX475" fmla="*/ 81882 w 787079"/>
                  <a:gd name="connsiteY475" fmla="*/ 486698 h 603999"/>
                  <a:gd name="connsiteX476" fmla="*/ 81814 w 787079"/>
                  <a:gd name="connsiteY476" fmla="*/ 481787 h 603999"/>
                  <a:gd name="connsiteX477" fmla="*/ 81814 w 787079"/>
                  <a:gd name="connsiteY477" fmla="*/ 478322 h 603999"/>
                  <a:gd name="connsiteX478" fmla="*/ 84002 w 787079"/>
                  <a:gd name="connsiteY478" fmla="*/ 478457 h 603999"/>
                  <a:gd name="connsiteX479" fmla="*/ 87636 w 787079"/>
                  <a:gd name="connsiteY479" fmla="*/ 482090 h 603999"/>
                  <a:gd name="connsiteX480" fmla="*/ 89959 w 787079"/>
                  <a:gd name="connsiteY480" fmla="*/ 486295 h 603999"/>
                  <a:gd name="connsiteX481" fmla="*/ 89084 w 787079"/>
                  <a:gd name="connsiteY481" fmla="*/ 491643 h 603999"/>
                  <a:gd name="connsiteX482" fmla="*/ 89084 w 787079"/>
                  <a:gd name="connsiteY482" fmla="*/ 495108 h 603999"/>
                  <a:gd name="connsiteX483" fmla="*/ 91271 w 787079"/>
                  <a:gd name="connsiteY483" fmla="*/ 497295 h 603999"/>
                  <a:gd name="connsiteX484" fmla="*/ 94738 w 787079"/>
                  <a:gd name="connsiteY484" fmla="*/ 503653 h 603999"/>
                  <a:gd name="connsiteX485" fmla="*/ 98945 w 787079"/>
                  <a:gd name="connsiteY485" fmla="*/ 505099 h 603999"/>
                  <a:gd name="connsiteX486" fmla="*/ 101267 w 787079"/>
                  <a:gd name="connsiteY486" fmla="*/ 504224 h 603999"/>
                  <a:gd name="connsiteX487" fmla="*/ 102848 w 787079"/>
                  <a:gd name="connsiteY487" fmla="*/ 502475 h 603999"/>
                  <a:gd name="connsiteX488" fmla="*/ 104430 w 787079"/>
                  <a:gd name="connsiteY488" fmla="*/ 500894 h 603999"/>
                  <a:gd name="connsiteX489" fmla="*/ 104430 w 787079"/>
                  <a:gd name="connsiteY489" fmla="*/ 497429 h 603999"/>
                  <a:gd name="connsiteX490" fmla="*/ 104430 w 787079"/>
                  <a:gd name="connsiteY490" fmla="*/ 492215 h 603999"/>
                  <a:gd name="connsiteX491" fmla="*/ 104430 w 787079"/>
                  <a:gd name="connsiteY491" fmla="*/ 488750 h 603999"/>
                  <a:gd name="connsiteX492" fmla="*/ 104430 w 787079"/>
                  <a:gd name="connsiteY492" fmla="*/ 482662 h 603999"/>
                  <a:gd name="connsiteX493" fmla="*/ 107325 w 787079"/>
                  <a:gd name="connsiteY493" fmla="*/ 480206 h 603999"/>
                  <a:gd name="connsiteX494" fmla="*/ 108772 w 787079"/>
                  <a:gd name="connsiteY494" fmla="*/ 482662 h 603999"/>
                  <a:gd name="connsiteX495" fmla="*/ 113719 w 787079"/>
                  <a:gd name="connsiteY495" fmla="*/ 482662 h 603999"/>
                  <a:gd name="connsiteX496" fmla="*/ 115603 w 787079"/>
                  <a:gd name="connsiteY496" fmla="*/ 479634 h 603999"/>
                  <a:gd name="connsiteX497" fmla="*/ 116478 w 787079"/>
                  <a:gd name="connsiteY497" fmla="*/ 476741 h 603999"/>
                  <a:gd name="connsiteX498" fmla="*/ 118060 w 787079"/>
                  <a:gd name="connsiteY498" fmla="*/ 471964 h 603999"/>
                  <a:gd name="connsiteX499" fmla="*/ 124589 w 787079"/>
                  <a:gd name="connsiteY499" fmla="*/ 468499 h 603999"/>
                  <a:gd name="connsiteX500" fmla="*/ 133138 w 787079"/>
                  <a:gd name="connsiteY500" fmla="*/ 468768 h 603999"/>
                  <a:gd name="connsiteX501" fmla="*/ 139094 w 787079"/>
                  <a:gd name="connsiteY501" fmla="*/ 468768 h 603999"/>
                  <a:gd name="connsiteX502" fmla="*/ 144883 w 787079"/>
                  <a:gd name="connsiteY502" fmla="*/ 469273 h 603999"/>
                  <a:gd name="connsiteX503" fmla="*/ 149224 w 787079"/>
                  <a:gd name="connsiteY503" fmla="*/ 467019 h 603999"/>
                  <a:gd name="connsiteX504" fmla="*/ 156898 w 787079"/>
                  <a:gd name="connsiteY504" fmla="*/ 465270 h 603999"/>
                  <a:gd name="connsiteX505" fmla="*/ 160801 w 787079"/>
                  <a:gd name="connsiteY505" fmla="*/ 464260 h 603999"/>
                  <a:gd name="connsiteX506" fmla="*/ 164268 w 787079"/>
                  <a:gd name="connsiteY506" fmla="*/ 463117 h 603999"/>
                  <a:gd name="connsiteX507" fmla="*/ 163561 w 787079"/>
                  <a:gd name="connsiteY507" fmla="*/ 459214 h 603999"/>
                  <a:gd name="connsiteX508" fmla="*/ 163561 w 787079"/>
                  <a:gd name="connsiteY508" fmla="*/ 457903 h 603999"/>
                  <a:gd name="connsiteX509" fmla="*/ 167263 w 787079"/>
                  <a:gd name="connsiteY509" fmla="*/ 457331 h 603999"/>
                  <a:gd name="connsiteX510" fmla="*/ 169787 w 787079"/>
                  <a:gd name="connsiteY510" fmla="*/ 458643 h 603999"/>
                  <a:gd name="connsiteX511" fmla="*/ 170528 w 787079"/>
                  <a:gd name="connsiteY511" fmla="*/ 460964 h 603999"/>
                  <a:gd name="connsiteX512" fmla="*/ 170528 w 787079"/>
                  <a:gd name="connsiteY512" fmla="*/ 465034 h 603999"/>
                  <a:gd name="connsiteX513" fmla="*/ 171470 w 787079"/>
                  <a:gd name="connsiteY513" fmla="*/ 469677 h 603999"/>
                  <a:gd name="connsiteX514" fmla="*/ 175038 w 787079"/>
                  <a:gd name="connsiteY514" fmla="*/ 470686 h 603999"/>
                  <a:gd name="connsiteX515" fmla="*/ 177225 w 787079"/>
                  <a:gd name="connsiteY515" fmla="*/ 466783 h 603999"/>
                  <a:gd name="connsiteX516" fmla="*/ 178235 w 787079"/>
                  <a:gd name="connsiteY516" fmla="*/ 464160 h 603999"/>
                  <a:gd name="connsiteX517" fmla="*/ 181432 w 787079"/>
                  <a:gd name="connsiteY517" fmla="*/ 461838 h 603999"/>
                  <a:gd name="connsiteX518" fmla="*/ 186783 w 787079"/>
                  <a:gd name="connsiteY518" fmla="*/ 460089 h 603999"/>
                  <a:gd name="connsiteX519" fmla="*/ 188398 w 787079"/>
                  <a:gd name="connsiteY519" fmla="*/ 457331 h 603999"/>
                  <a:gd name="connsiteX520" fmla="*/ 189845 w 787079"/>
                  <a:gd name="connsiteY520" fmla="*/ 454135 h 603999"/>
                  <a:gd name="connsiteX521" fmla="*/ 190418 w 787079"/>
                  <a:gd name="connsiteY521" fmla="*/ 452520 h 603999"/>
                  <a:gd name="connsiteX522" fmla="*/ 195197 w 787079"/>
                  <a:gd name="connsiteY522" fmla="*/ 453967 h 603999"/>
                  <a:gd name="connsiteX523" fmla="*/ 200278 w 787079"/>
                  <a:gd name="connsiteY523" fmla="*/ 456423 h 603999"/>
                  <a:gd name="connsiteX524" fmla="*/ 206235 w 787079"/>
                  <a:gd name="connsiteY524" fmla="*/ 460022 h 603999"/>
                  <a:gd name="connsiteX525" fmla="*/ 210005 w 787079"/>
                  <a:gd name="connsiteY525" fmla="*/ 460022 h 603999"/>
                  <a:gd name="connsiteX526" fmla="*/ 217543 w 787079"/>
                  <a:gd name="connsiteY526" fmla="*/ 457196 h 603999"/>
                  <a:gd name="connsiteX527" fmla="*/ 218284 w 787079"/>
                  <a:gd name="connsiteY527" fmla="*/ 453664 h 603999"/>
                  <a:gd name="connsiteX528" fmla="*/ 220740 w 787079"/>
                  <a:gd name="connsiteY528" fmla="*/ 450771 h 603999"/>
                  <a:gd name="connsiteX529" fmla="*/ 223063 w 787079"/>
                  <a:gd name="connsiteY529" fmla="*/ 447575 h 603999"/>
                  <a:gd name="connsiteX530" fmla="*/ 225250 w 787079"/>
                  <a:gd name="connsiteY530" fmla="*/ 444380 h 603999"/>
                  <a:gd name="connsiteX531" fmla="*/ 224947 w 787079"/>
                  <a:gd name="connsiteY531" fmla="*/ 442799 h 603999"/>
                  <a:gd name="connsiteX532" fmla="*/ 223635 w 787079"/>
                  <a:gd name="connsiteY532" fmla="*/ 439165 h 603999"/>
                  <a:gd name="connsiteX533" fmla="*/ 219562 w 787079"/>
                  <a:gd name="connsiteY533" fmla="*/ 434389 h 603999"/>
                  <a:gd name="connsiteX534" fmla="*/ 217543 w 787079"/>
                  <a:gd name="connsiteY534" fmla="*/ 430049 h 603999"/>
                  <a:gd name="connsiteX535" fmla="*/ 220135 w 787079"/>
                  <a:gd name="connsiteY535" fmla="*/ 429747 h 603999"/>
                  <a:gd name="connsiteX536" fmla="*/ 223029 w 787079"/>
                  <a:gd name="connsiteY536" fmla="*/ 429443 h 603999"/>
                  <a:gd name="connsiteX537" fmla="*/ 226664 w 787079"/>
                  <a:gd name="connsiteY537" fmla="*/ 428737 h 603999"/>
                  <a:gd name="connsiteX538" fmla="*/ 228111 w 787079"/>
                  <a:gd name="connsiteY538" fmla="*/ 427156 h 603999"/>
                  <a:gd name="connsiteX539" fmla="*/ 232183 w 787079"/>
                  <a:gd name="connsiteY539" fmla="*/ 426282 h 603999"/>
                  <a:gd name="connsiteX540" fmla="*/ 234774 w 787079"/>
                  <a:gd name="connsiteY540" fmla="*/ 426416 h 603999"/>
                  <a:gd name="connsiteX541" fmla="*/ 236356 w 787079"/>
                  <a:gd name="connsiteY541" fmla="*/ 429006 h 603999"/>
                  <a:gd name="connsiteX542" fmla="*/ 234774 w 787079"/>
                  <a:gd name="connsiteY542" fmla="*/ 432908 h 603999"/>
                  <a:gd name="connsiteX543" fmla="*/ 234337 w 787079"/>
                  <a:gd name="connsiteY543" fmla="*/ 435230 h 603999"/>
                  <a:gd name="connsiteX544" fmla="*/ 234068 w 787079"/>
                  <a:gd name="connsiteY544" fmla="*/ 439435 h 603999"/>
                  <a:gd name="connsiteX545" fmla="*/ 233193 w 787079"/>
                  <a:gd name="connsiteY545" fmla="*/ 441756 h 603999"/>
                  <a:gd name="connsiteX546" fmla="*/ 233193 w 787079"/>
                  <a:gd name="connsiteY546" fmla="*/ 445086 h 603999"/>
                  <a:gd name="connsiteX547" fmla="*/ 234269 w 787079"/>
                  <a:gd name="connsiteY547" fmla="*/ 448988 h 603999"/>
                  <a:gd name="connsiteX548" fmla="*/ 236794 w 787079"/>
                  <a:gd name="connsiteY548" fmla="*/ 451612 h 603999"/>
                  <a:gd name="connsiteX549" fmla="*/ 241000 w 787079"/>
                  <a:gd name="connsiteY549" fmla="*/ 453631 h 603999"/>
                  <a:gd name="connsiteX550" fmla="*/ 245780 w 787079"/>
                  <a:gd name="connsiteY550" fmla="*/ 452756 h 603999"/>
                  <a:gd name="connsiteX551" fmla="*/ 247799 w 787079"/>
                  <a:gd name="connsiteY551" fmla="*/ 448686 h 603999"/>
                  <a:gd name="connsiteX552" fmla="*/ 251265 w 787079"/>
                  <a:gd name="connsiteY552" fmla="*/ 446230 h 603999"/>
                  <a:gd name="connsiteX553" fmla="*/ 251837 w 787079"/>
                  <a:gd name="connsiteY553" fmla="*/ 440578 h 603999"/>
                  <a:gd name="connsiteX554" fmla="*/ 251703 w 787079"/>
                  <a:gd name="connsiteY554" fmla="*/ 434489 h 603999"/>
                  <a:gd name="connsiteX555" fmla="*/ 251130 w 787079"/>
                  <a:gd name="connsiteY555" fmla="*/ 432303 h 603999"/>
                  <a:gd name="connsiteX556" fmla="*/ 247933 w 787079"/>
                  <a:gd name="connsiteY556" fmla="*/ 428266 h 603999"/>
                  <a:gd name="connsiteX557" fmla="*/ 244029 w 787079"/>
                  <a:gd name="connsiteY557" fmla="*/ 422918 h 603999"/>
                  <a:gd name="connsiteX558" fmla="*/ 246049 w 787079"/>
                  <a:gd name="connsiteY558" fmla="*/ 420025 h 603999"/>
                  <a:gd name="connsiteX559" fmla="*/ 249515 w 787079"/>
                  <a:gd name="connsiteY559" fmla="*/ 420159 h 603999"/>
                  <a:gd name="connsiteX560" fmla="*/ 253587 w 787079"/>
                  <a:gd name="connsiteY560" fmla="*/ 420025 h 603999"/>
                  <a:gd name="connsiteX561" fmla="*/ 255035 w 787079"/>
                  <a:gd name="connsiteY561" fmla="*/ 422043 h 603999"/>
                  <a:gd name="connsiteX562" fmla="*/ 262438 w 787079"/>
                  <a:gd name="connsiteY562" fmla="*/ 423355 h 603999"/>
                  <a:gd name="connsiteX563" fmla="*/ 266510 w 787079"/>
                  <a:gd name="connsiteY563" fmla="*/ 420159 h 603999"/>
                  <a:gd name="connsiteX564" fmla="*/ 269270 w 787079"/>
                  <a:gd name="connsiteY564" fmla="*/ 417973 h 603999"/>
                  <a:gd name="connsiteX565" fmla="*/ 273915 w 787079"/>
                  <a:gd name="connsiteY565" fmla="*/ 416829 h 603999"/>
                  <a:gd name="connsiteX566" fmla="*/ 274621 w 787079"/>
                  <a:gd name="connsiteY566" fmla="*/ 419587 h 603999"/>
                  <a:gd name="connsiteX567" fmla="*/ 273040 w 787079"/>
                  <a:gd name="connsiteY567" fmla="*/ 425508 h 603999"/>
                  <a:gd name="connsiteX568" fmla="*/ 271896 w 787079"/>
                  <a:gd name="connsiteY568" fmla="*/ 429410 h 603999"/>
                  <a:gd name="connsiteX569" fmla="*/ 272905 w 787079"/>
                  <a:gd name="connsiteY569" fmla="*/ 432875 h 603999"/>
                  <a:gd name="connsiteX570" fmla="*/ 277549 w 787079"/>
                  <a:gd name="connsiteY570" fmla="*/ 433884 h 603999"/>
                  <a:gd name="connsiteX571" fmla="*/ 283641 w 787079"/>
                  <a:gd name="connsiteY571" fmla="*/ 433884 h 603999"/>
                  <a:gd name="connsiteX572" fmla="*/ 287982 w 787079"/>
                  <a:gd name="connsiteY572" fmla="*/ 432875 h 603999"/>
                  <a:gd name="connsiteX573" fmla="*/ 290877 w 787079"/>
                  <a:gd name="connsiteY573" fmla="*/ 429242 h 603999"/>
                  <a:gd name="connsiteX574" fmla="*/ 293333 w 787079"/>
                  <a:gd name="connsiteY574" fmla="*/ 425037 h 603999"/>
                  <a:gd name="connsiteX575" fmla="*/ 294780 w 787079"/>
                  <a:gd name="connsiteY575" fmla="*/ 423456 h 603999"/>
                  <a:gd name="connsiteX576" fmla="*/ 296228 w 787079"/>
                  <a:gd name="connsiteY576" fmla="*/ 419823 h 603999"/>
                  <a:gd name="connsiteX577" fmla="*/ 296497 w 787079"/>
                  <a:gd name="connsiteY577" fmla="*/ 414777 h 603999"/>
                  <a:gd name="connsiteX578" fmla="*/ 293468 w 787079"/>
                  <a:gd name="connsiteY578" fmla="*/ 409697 h 603999"/>
                  <a:gd name="connsiteX579" fmla="*/ 292761 w 787079"/>
                  <a:gd name="connsiteY579" fmla="*/ 406232 h 603999"/>
                  <a:gd name="connsiteX580" fmla="*/ 289429 w 787079"/>
                  <a:gd name="connsiteY580" fmla="*/ 402902 h 603999"/>
                  <a:gd name="connsiteX581" fmla="*/ 288723 w 787079"/>
                  <a:gd name="connsiteY581" fmla="*/ 397688 h 603999"/>
                  <a:gd name="connsiteX582" fmla="*/ 289598 w 787079"/>
                  <a:gd name="connsiteY582" fmla="*/ 393617 h 603999"/>
                  <a:gd name="connsiteX583" fmla="*/ 294074 w 787079"/>
                  <a:gd name="connsiteY583" fmla="*/ 398259 h 603999"/>
                  <a:gd name="connsiteX584" fmla="*/ 294074 w 787079"/>
                  <a:gd name="connsiteY584" fmla="*/ 401724 h 603999"/>
                  <a:gd name="connsiteX585" fmla="*/ 297103 w 787079"/>
                  <a:gd name="connsiteY585" fmla="*/ 404046 h 603999"/>
                  <a:gd name="connsiteX586" fmla="*/ 300435 w 787079"/>
                  <a:gd name="connsiteY586" fmla="*/ 406064 h 603999"/>
                  <a:gd name="connsiteX587" fmla="*/ 303632 w 787079"/>
                  <a:gd name="connsiteY587" fmla="*/ 408385 h 603999"/>
                  <a:gd name="connsiteX588" fmla="*/ 302319 w 787079"/>
                  <a:gd name="connsiteY588" fmla="*/ 410269 h 603999"/>
                  <a:gd name="connsiteX589" fmla="*/ 300435 w 787079"/>
                  <a:gd name="connsiteY589" fmla="*/ 415046 h 603999"/>
                  <a:gd name="connsiteX590" fmla="*/ 302319 w 787079"/>
                  <a:gd name="connsiteY590" fmla="*/ 420563 h 603999"/>
                  <a:gd name="connsiteX591" fmla="*/ 308848 w 787079"/>
                  <a:gd name="connsiteY591" fmla="*/ 425071 h 603999"/>
                  <a:gd name="connsiteX592" fmla="*/ 314939 w 787079"/>
                  <a:gd name="connsiteY592" fmla="*/ 424330 h 603999"/>
                  <a:gd name="connsiteX593" fmla="*/ 319146 w 787079"/>
                  <a:gd name="connsiteY593" fmla="*/ 420697 h 603999"/>
                  <a:gd name="connsiteX594" fmla="*/ 324094 w 787079"/>
                  <a:gd name="connsiteY594" fmla="*/ 417502 h 603999"/>
                  <a:gd name="connsiteX595" fmla="*/ 326988 w 787079"/>
                  <a:gd name="connsiteY595" fmla="*/ 414609 h 603999"/>
                  <a:gd name="connsiteX596" fmla="*/ 329007 w 787079"/>
                  <a:gd name="connsiteY596" fmla="*/ 410841 h 603999"/>
                  <a:gd name="connsiteX597" fmla="*/ 330454 w 787079"/>
                  <a:gd name="connsiteY597" fmla="*/ 406064 h 603999"/>
                  <a:gd name="connsiteX598" fmla="*/ 332204 w 787079"/>
                  <a:gd name="connsiteY598" fmla="*/ 401287 h 603999"/>
                  <a:gd name="connsiteX599" fmla="*/ 334527 w 787079"/>
                  <a:gd name="connsiteY599" fmla="*/ 397957 h 603999"/>
                  <a:gd name="connsiteX600" fmla="*/ 336411 w 787079"/>
                  <a:gd name="connsiteY600" fmla="*/ 397385 h 603999"/>
                  <a:gd name="connsiteX601" fmla="*/ 341190 w 787079"/>
                  <a:gd name="connsiteY601" fmla="*/ 402464 h 603999"/>
                  <a:gd name="connsiteX602" fmla="*/ 341190 w 787079"/>
                  <a:gd name="connsiteY602" fmla="*/ 407813 h 603999"/>
                  <a:gd name="connsiteX603" fmla="*/ 341930 w 787079"/>
                  <a:gd name="connsiteY603" fmla="*/ 411715 h 603999"/>
                  <a:gd name="connsiteX604" fmla="*/ 348291 w 787079"/>
                  <a:gd name="connsiteY604" fmla="*/ 416055 h 603999"/>
                  <a:gd name="connsiteX605" fmla="*/ 353373 w 787079"/>
                  <a:gd name="connsiteY605" fmla="*/ 415315 h 603999"/>
                  <a:gd name="connsiteX606" fmla="*/ 360474 w 787079"/>
                  <a:gd name="connsiteY606" fmla="*/ 416055 h 603999"/>
                  <a:gd name="connsiteX607" fmla="*/ 362662 w 787079"/>
                  <a:gd name="connsiteY607" fmla="*/ 415315 h 603999"/>
                  <a:gd name="connsiteX608" fmla="*/ 364412 w 787079"/>
                  <a:gd name="connsiteY608" fmla="*/ 412859 h 603999"/>
                  <a:gd name="connsiteX609" fmla="*/ 360508 w 787079"/>
                  <a:gd name="connsiteY609" fmla="*/ 410101 h 603999"/>
                  <a:gd name="connsiteX610" fmla="*/ 361383 w 787079"/>
                  <a:gd name="connsiteY610" fmla="*/ 406905 h 603999"/>
                  <a:gd name="connsiteX611" fmla="*/ 363133 w 787079"/>
                  <a:gd name="connsiteY611" fmla="*/ 403272 h 603999"/>
                  <a:gd name="connsiteX612" fmla="*/ 364446 w 787079"/>
                  <a:gd name="connsiteY612" fmla="*/ 402128 h 603999"/>
                  <a:gd name="connsiteX613" fmla="*/ 366330 w 787079"/>
                  <a:gd name="connsiteY613" fmla="*/ 402868 h 603999"/>
                  <a:gd name="connsiteX614" fmla="*/ 367912 w 787079"/>
                  <a:gd name="connsiteY614" fmla="*/ 405055 h 603999"/>
                  <a:gd name="connsiteX615" fmla="*/ 373297 w 787079"/>
                  <a:gd name="connsiteY615" fmla="*/ 405055 h 603999"/>
                  <a:gd name="connsiteX616" fmla="*/ 374744 w 787079"/>
                  <a:gd name="connsiteY616" fmla="*/ 405055 h 603999"/>
                  <a:gd name="connsiteX617" fmla="*/ 377806 w 787079"/>
                  <a:gd name="connsiteY617" fmla="*/ 401590 h 603999"/>
                  <a:gd name="connsiteX618" fmla="*/ 381576 w 787079"/>
                  <a:gd name="connsiteY618" fmla="*/ 398529 h 603999"/>
                  <a:gd name="connsiteX619" fmla="*/ 382888 w 787079"/>
                  <a:gd name="connsiteY619" fmla="*/ 393752 h 603999"/>
                  <a:gd name="connsiteX620" fmla="*/ 386523 w 787079"/>
                  <a:gd name="connsiteY620" fmla="*/ 390556 h 603999"/>
                  <a:gd name="connsiteX621" fmla="*/ 388980 w 787079"/>
                  <a:gd name="connsiteY621" fmla="*/ 387798 h 603999"/>
                  <a:gd name="connsiteX622" fmla="*/ 391436 w 787079"/>
                  <a:gd name="connsiteY622" fmla="*/ 384165 h 603999"/>
                  <a:gd name="connsiteX623" fmla="*/ 393321 w 787079"/>
                  <a:gd name="connsiteY623" fmla="*/ 380700 h 603999"/>
                  <a:gd name="connsiteX624" fmla="*/ 394903 w 787079"/>
                  <a:gd name="connsiteY624" fmla="*/ 378076 h 603999"/>
                  <a:gd name="connsiteX625" fmla="*/ 394465 w 787079"/>
                  <a:gd name="connsiteY625" fmla="*/ 373433 h 603999"/>
                  <a:gd name="connsiteX626" fmla="*/ 394331 w 787079"/>
                  <a:gd name="connsiteY626" fmla="*/ 370238 h 603999"/>
                  <a:gd name="connsiteX627" fmla="*/ 391706 w 787079"/>
                  <a:gd name="connsiteY627" fmla="*/ 366168 h 603999"/>
                  <a:gd name="connsiteX628" fmla="*/ 390696 w 787079"/>
                  <a:gd name="connsiteY628" fmla="*/ 361256 h 603999"/>
                  <a:gd name="connsiteX629" fmla="*/ 396922 w 787079"/>
                  <a:gd name="connsiteY629" fmla="*/ 363140 h 603999"/>
                  <a:gd name="connsiteX630" fmla="*/ 395913 w 787079"/>
                  <a:gd name="connsiteY630" fmla="*/ 366033 h 603999"/>
                  <a:gd name="connsiteX631" fmla="*/ 399110 w 787079"/>
                  <a:gd name="connsiteY631" fmla="*/ 368926 h 603999"/>
                  <a:gd name="connsiteX632" fmla="*/ 401566 w 787079"/>
                  <a:gd name="connsiteY632" fmla="*/ 370810 h 603999"/>
                  <a:gd name="connsiteX633" fmla="*/ 403451 w 787079"/>
                  <a:gd name="connsiteY633" fmla="*/ 375015 h 603999"/>
                  <a:gd name="connsiteX634" fmla="*/ 407523 w 787079"/>
                  <a:gd name="connsiteY634" fmla="*/ 379522 h 603999"/>
                  <a:gd name="connsiteX635" fmla="*/ 407086 w 787079"/>
                  <a:gd name="connsiteY635" fmla="*/ 381978 h 603999"/>
                  <a:gd name="connsiteX636" fmla="*/ 409846 w 787079"/>
                  <a:gd name="connsiteY636" fmla="*/ 385174 h 603999"/>
                  <a:gd name="connsiteX637" fmla="*/ 414759 w 787079"/>
                  <a:gd name="connsiteY637" fmla="*/ 385174 h 603999"/>
                  <a:gd name="connsiteX638" fmla="*/ 418831 w 787079"/>
                  <a:gd name="connsiteY638" fmla="*/ 383223 h 603999"/>
                  <a:gd name="connsiteX639" fmla="*/ 420851 w 787079"/>
                  <a:gd name="connsiteY639" fmla="*/ 380969 h 603999"/>
                  <a:gd name="connsiteX640" fmla="*/ 419976 w 787079"/>
                  <a:gd name="connsiteY640" fmla="*/ 377773 h 603999"/>
                  <a:gd name="connsiteX641" fmla="*/ 417788 w 787079"/>
                  <a:gd name="connsiteY641" fmla="*/ 375015 h 603999"/>
                  <a:gd name="connsiteX642" fmla="*/ 417519 w 787079"/>
                  <a:gd name="connsiteY642" fmla="*/ 372828 h 603999"/>
                  <a:gd name="connsiteX643" fmla="*/ 421153 w 787079"/>
                  <a:gd name="connsiteY643" fmla="*/ 370810 h 603999"/>
                  <a:gd name="connsiteX644" fmla="*/ 421423 w 787079"/>
                  <a:gd name="connsiteY644" fmla="*/ 367345 h 603999"/>
                  <a:gd name="connsiteX645" fmla="*/ 421557 w 787079"/>
                  <a:gd name="connsiteY645" fmla="*/ 361122 h 603999"/>
                  <a:gd name="connsiteX646" fmla="*/ 420380 w 787079"/>
                  <a:gd name="connsiteY646" fmla="*/ 351265 h 603999"/>
                  <a:gd name="connsiteX647" fmla="*/ 420817 w 787079"/>
                  <a:gd name="connsiteY647" fmla="*/ 347060 h 603999"/>
                  <a:gd name="connsiteX648" fmla="*/ 418797 w 787079"/>
                  <a:gd name="connsiteY648" fmla="*/ 343595 h 603999"/>
                  <a:gd name="connsiteX649" fmla="*/ 415600 w 787079"/>
                  <a:gd name="connsiteY649" fmla="*/ 340131 h 603999"/>
                  <a:gd name="connsiteX650" fmla="*/ 415028 w 787079"/>
                  <a:gd name="connsiteY650" fmla="*/ 335354 h 603999"/>
                  <a:gd name="connsiteX651" fmla="*/ 415466 w 787079"/>
                  <a:gd name="connsiteY651" fmla="*/ 330711 h 603999"/>
                  <a:gd name="connsiteX652" fmla="*/ 414322 w 787079"/>
                  <a:gd name="connsiteY652" fmla="*/ 326944 h 603999"/>
                  <a:gd name="connsiteX653" fmla="*/ 410687 w 787079"/>
                  <a:gd name="connsiteY653" fmla="*/ 324488 h 603999"/>
                  <a:gd name="connsiteX654" fmla="*/ 404730 w 787079"/>
                  <a:gd name="connsiteY654" fmla="*/ 320586 h 603999"/>
                  <a:gd name="connsiteX655" fmla="*/ 401836 w 787079"/>
                  <a:gd name="connsiteY655" fmla="*/ 316515 h 603999"/>
                  <a:gd name="connsiteX656" fmla="*/ 400220 w 787079"/>
                  <a:gd name="connsiteY656" fmla="*/ 313050 h 603999"/>
                  <a:gd name="connsiteX657" fmla="*/ 400220 w 787079"/>
                  <a:gd name="connsiteY657" fmla="*/ 311301 h 603999"/>
                  <a:gd name="connsiteX658" fmla="*/ 405235 w 787079"/>
                  <a:gd name="connsiteY658" fmla="*/ 315069 h 603999"/>
                  <a:gd name="connsiteX659" fmla="*/ 410519 w 787079"/>
                  <a:gd name="connsiteY659" fmla="*/ 317087 h 603999"/>
                  <a:gd name="connsiteX660" fmla="*/ 413548 w 787079"/>
                  <a:gd name="connsiteY660" fmla="*/ 318836 h 603999"/>
                  <a:gd name="connsiteX661" fmla="*/ 417317 w 787079"/>
                  <a:gd name="connsiteY661" fmla="*/ 318971 h 603999"/>
                  <a:gd name="connsiteX662" fmla="*/ 419067 w 787079"/>
                  <a:gd name="connsiteY662" fmla="*/ 317524 h 603999"/>
                  <a:gd name="connsiteX663" fmla="*/ 419336 w 787079"/>
                  <a:gd name="connsiteY663" fmla="*/ 313050 h 603999"/>
                  <a:gd name="connsiteX664" fmla="*/ 419336 w 787079"/>
                  <a:gd name="connsiteY664" fmla="*/ 307265 h 603999"/>
                  <a:gd name="connsiteX665" fmla="*/ 416879 w 787079"/>
                  <a:gd name="connsiteY665" fmla="*/ 303934 h 603999"/>
                  <a:gd name="connsiteX666" fmla="*/ 412538 w 787079"/>
                  <a:gd name="connsiteY666" fmla="*/ 300604 h 603999"/>
                  <a:gd name="connsiteX667" fmla="*/ 408197 w 787079"/>
                  <a:gd name="connsiteY667" fmla="*/ 295962 h 603999"/>
                  <a:gd name="connsiteX668" fmla="*/ 403720 w 787079"/>
                  <a:gd name="connsiteY668" fmla="*/ 290445 h 603999"/>
                  <a:gd name="connsiteX669" fmla="*/ 403720 w 787079"/>
                  <a:gd name="connsiteY669" fmla="*/ 286980 h 603999"/>
                  <a:gd name="connsiteX670" fmla="*/ 403720 w 787079"/>
                  <a:gd name="connsiteY670" fmla="*/ 281765 h 603999"/>
                  <a:gd name="connsiteX671" fmla="*/ 405672 w 787079"/>
                  <a:gd name="connsiteY671" fmla="*/ 280622 h 603999"/>
                  <a:gd name="connsiteX672" fmla="*/ 410687 w 787079"/>
                  <a:gd name="connsiteY672" fmla="*/ 286408 h 603999"/>
                  <a:gd name="connsiteX673" fmla="*/ 413009 w 787079"/>
                  <a:gd name="connsiteY673" fmla="*/ 291487 h 603999"/>
                  <a:gd name="connsiteX674" fmla="*/ 417519 w 787079"/>
                  <a:gd name="connsiteY674" fmla="*/ 296702 h 603999"/>
                  <a:gd name="connsiteX675" fmla="*/ 421725 w 787079"/>
                  <a:gd name="connsiteY675" fmla="*/ 301041 h 603999"/>
                  <a:gd name="connsiteX676" fmla="*/ 425360 w 787079"/>
                  <a:gd name="connsiteY676" fmla="*/ 306390 h 603999"/>
                  <a:gd name="connsiteX677" fmla="*/ 426673 w 787079"/>
                  <a:gd name="connsiteY677" fmla="*/ 308139 h 603999"/>
                  <a:gd name="connsiteX678" fmla="*/ 432327 w 787079"/>
                  <a:gd name="connsiteY678" fmla="*/ 309283 h 603999"/>
                  <a:gd name="connsiteX679" fmla="*/ 433774 w 787079"/>
                  <a:gd name="connsiteY679" fmla="*/ 311032 h 603999"/>
                  <a:gd name="connsiteX680" fmla="*/ 436837 w 787079"/>
                  <a:gd name="connsiteY680" fmla="*/ 316818 h 603999"/>
                  <a:gd name="connsiteX681" fmla="*/ 438586 w 787079"/>
                  <a:gd name="connsiteY681" fmla="*/ 321326 h 603999"/>
                  <a:gd name="connsiteX682" fmla="*/ 442188 w 787079"/>
                  <a:gd name="connsiteY682" fmla="*/ 328424 h 603999"/>
                  <a:gd name="connsiteX683" fmla="*/ 443500 w 787079"/>
                  <a:gd name="connsiteY683" fmla="*/ 331317 h 603999"/>
                  <a:gd name="connsiteX684" fmla="*/ 444813 w 787079"/>
                  <a:gd name="connsiteY684" fmla="*/ 334647 h 603999"/>
                  <a:gd name="connsiteX685" fmla="*/ 446866 w 787079"/>
                  <a:gd name="connsiteY685" fmla="*/ 337406 h 603999"/>
                  <a:gd name="connsiteX686" fmla="*/ 449895 w 787079"/>
                  <a:gd name="connsiteY686" fmla="*/ 338280 h 603999"/>
                  <a:gd name="connsiteX687" fmla="*/ 455246 w 787079"/>
                  <a:gd name="connsiteY687" fmla="*/ 338280 h 603999"/>
                  <a:gd name="connsiteX688" fmla="*/ 458005 w 787079"/>
                  <a:gd name="connsiteY688" fmla="*/ 337406 h 603999"/>
                  <a:gd name="connsiteX689" fmla="*/ 462347 w 787079"/>
                  <a:gd name="connsiteY689" fmla="*/ 336397 h 603999"/>
                  <a:gd name="connsiteX690" fmla="*/ 466116 w 787079"/>
                  <a:gd name="connsiteY690" fmla="*/ 335959 h 603999"/>
                  <a:gd name="connsiteX691" fmla="*/ 468135 w 787079"/>
                  <a:gd name="connsiteY691" fmla="*/ 334647 h 603999"/>
                  <a:gd name="connsiteX692" fmla="*/ 470895 w 787079"/>
                  <a:gd name="connsiteY692" fmla="*/ 331451 h 603999"/>
                  <a:gd name="connsiteX693" fmla="*/ 474227 w 787079"/>
                  <a:gd name="connsiteY693" fmla="*/ 329568 h 603999"/>
                  <a:gd name="connsiteX694" fmla="*/ 480453 w 787079"/>
                  <a:gd name="connsiteY694" fmla="*/ 329568 h 603999"/>
                  <a:gd name="connsiteX695" fmla="*/ 484525 w 787079"/>
                  <a:gd name="connsiteY695" fmla="*/ 329332 h 603999"/>
                  <a:gd name="connsiteX696" fmla="*/ 487116 w 787079"/>
                  <a:gd name="connsiteY696" fmla="*/ 329837 h 603999"/>
                  <a:gd name="connsiteX697" fmla="*/ 491761 w 787079"/>
                  <a:gd name="connsiteY697" fmla="*/ 329971 h 603999"/>
                  <a:gd name="connsiteX698" fmla="*/ 493646 w 787079"/>
                  <a:gd name="connsiteY698" fmla="*/ 327213 h 603999"/>
                  <a:gd name="connsiteX699" fmla="*/ 498997 w 787079"/>
                  <a:gd name="connsiteY699" fmla="*/ 326775 h 603999"/>
                  <a:gd name="connsiteX700" fmla="*/ 504650 w 787079"/>
                  <a:gd name="connsiteY700" fmla="*/ 328087 h 603999"/>
                  <a:gd name="connsiteX701" fmla="*/ 508252 w 787079"/>
                  <a:gd name="connsiteY701" fmla="*/ 331855 h 603999"/>
                  <a:gd name="connsiteX702" fmla="*/ 510877 w 787079"/>
                  <a:gd name="connsiteY702" fmla="*/ 334883 h 603999"/>
                  <a:gd name="connsiteX703" fmla="*/ 514646 w 787079"/>
                  <a:gd name="connsiteY703" fmla="*/ 338785 h 603999"/>
                  <a:gd name="connsiteX704" fmla="*/ 519559 w 787079"/>
                  <a:gd name="connsiteY704" fmla="*/ 337036 h 603999"/>
                  <a:gd name="connsiteX705" fmla="*/ 523194 w 787079"/>
                  <a:gd name="connsiteY705" fmla="*/ 335724 h 603999"/>
                  <a:gd name="connsiteX706" fmla="*/ 525819 w 787079"/>
                  <a:gd name="connsiteY706" fmla="*/ 333537 h 603999"/>
                  <a:gd name="connsiteX707" fmla="*/ 525684 w 787079"/>
                  <a:gd name="connsiteY707" fmla="*/ 329769 h 603999"/>
                  <a:gd name="connsiteX708" fmla="*/ 523362 w 787079"/>
                  <a:gd name="connsiteY708" fmla="*/ 325867 h 603999"/>
                  <a:gd name="connsiteX709" fmla="*/ 519458 w 787079"/>
                  <a:gd name="connsiteY709" fmla="*/ 322537 h 603999"/>
                  <a:gd name="connsiteX710" fmla="*/ 515252 w 787079"/>
                  <a:gd name="connsiteY710" fmla="*/ 319341 h 603999"/>
                  <a:gd name="connsiteX711" fmla="*/ 512357 w 787079"/>
                  <a:gd name="connsiteY711" fmla="*/ 313690 h 603999"/>
                  <a:gd name="connsiteX712" fmla="*/ 514511 w 787079"/>
                  <a:gd name="connsiteY712" fmla="*/ 309182 h 603999"/>
                  <a:gd name="connsiteX713" fmla="*/ 517540 w 787079"/>
                  <a:gd name="connsiteY713" fmla="*/ 306995 h 603999"/>
                  <a:gd name="connsiteX714" fmla="*/ 523194 w 787079"/>
                  <a:gd name="connsiteY714" fmla="*/ 305986 h 603999"/>
                  <a:gd name="connsiteX715" fmla="*/ 528983 w 787079"/>
                  <a:gd name="connsiteY715" fmla="*/ 303362 h 603999"/>
                  <a:gd name="connsiteX716" fmla="*/ 532449 w 787079"/>
                  <a:gd name="connsiteY716" fmla="*/ 299729 h 603999"/>
                  <a:gd name="connsiteX717" fmla="*/ 535343 w 787079"/>
                  <a:gd name="connsiteY717" fmla="*/ 296533 h 603999"/>
                  <a:gd name="connsiteX718" fmla="*/ 543454 w 787079"/>
                  <a:gd name="connsiteY718" fmla="*/ 296971 h 603999"/>
                  <a:gd name="connsiteX719" fmla="*/ 544329 w 787079"/>
                  <a:gd name="connsiteY719" fmla="*/ 302488 h 603999"/>
                  <a:gd name="connsiteX720" fmla="*/ 544901 w 787079"/>
                  <a:gd name="connsiteY720" fmla="*/ 306558 h 603999"/>
                  <a:gd name="connsiteX721" fmla="*/ 542142 w 787079"/>
                  <a:gd name="connsiteY721" fmla="*/ 309148 h 603999"/>
                  <a:gd name="connsiteX722" fmla="*/ 538945 w 787079"/>
                  <a:gd name="connsiteY722" fmla="*/ 312781 h 603999"/>
                  <a:gd name="connsiteX723" fmla="*/ 536488 w 787079"/>
                  <a:gd name="connsiteY723" fmla="*/ 316852 h 603999"/>
                  <a:gd name="connsiteX724" fmla="*/ 536488 w 787079"/>
                  <a:gd name="connsiteY724" fmla="*/ 320922 h 603999"/>
                  <a:gd name="connsiteX725" fmla="*/ 539247 w 787079"/>
                  <a:gd name="connsiteY725" fmla="*/ 323546 h 603999"/>
                  <a:gd name="connsiteX726" fmla="*/ 544026 w 787079"/>
                  <a:gd name="connsiteY726" fmla="*/ 325127 h 603999"/>
                  <a:gd name="connsiteX727" fmla="*/ 549108 w 787079"/>
                  <a:gd name="connsiteY727" fmla="*/ 326271 h 603999"/>
                  <a:gd name="connsiteX728" fmla="*/ 553753 w 787079"/>
                  <a:gd name="connsiteY728" fmla="*/ 328289 h 603999"/>
                  <a:gd name="connsiteX729" fmla="*/ 556815 w 787079"/>
                  <a:gd name="connsiteY729" fmla="*/ 326843 h 603999"/>
                  <a:gd name="connsiteX730" fmla="*/ 558969 w 787079"/>
                  <a:gd name="connsiteY730" fmla="*/ 323815 h 603999"/>
                  <a:gd name="connsiteX731" fmla="*/ 558531 w 787079"/>
                  <a:gd name="connsiteY731" fmla="*/ 318601 h 603999"/>
                  <a:gd name="connsiteX732" fmla="*/ 558094 w 787079"/>
                  <a:gd name="connsiteY732" fmla="*/ 316414 h 603999"/>
                  <a:gd name="connsiteX733" fmla="*/ 554628 w 787079"/>
                  <a:gd name="connsiteY733" fmla="*/ 309889 h 603999"/>
                  <a:gd name="connsiteX734" fmla="*/ 552440 w 787079"/>
                  <a:gd name="connsiteY734" fmla="*/ 308139 h 603999"/>
                  <a:gd name="connsiteX735" fmla="*/ 555032 w 787079"/>
                  <a:gd name="connsiteY735" fmla="*/ 304674 h 603999"/>
                  <a:gd name="connsiteX736" fmla="*/ 557185 w 787079"/>
                  <a:gd name="connsiteY736" fmla="*/ 306424 h 603999"/>
                  <a:gd name="connsiteX737" fmla="*/ 560248 w 787079"/>
                  <a:gd name="connsiteY737" fmla="*/ 309889 h 603999"/>
                  <a:gd name="connsiteX738" fmla="*/ 562839 w 787079"/>
                  <a:gd name="connsiteY738" fmla="*/ 312041 h 603999"/>
                  <a:gd name="connsiteX739" fmla="*/ 564589 w 787079"/>
                  <a:gd name="connsiteY739" fmla="*/ 312041 h 603999"/>
                  <a:gd name="connsiteX740" fmla="*/ 567181 w 787079"/>
                  <a:gd name="connsiteY740" fmla="*/ 312041 h 603999"/>
                  <a:gd name="connsiteX741" fmla="*/ 567181 w 787079"/>
                  <a:gd name="connsiteY741" fmla="*/ 307702 h 603999"/>
                  <a:gd name="connsiteX742" fmla="*/ 567181 w 787079"/>
                  <a:gd name="connsiteY742" fmla="*/ 304237 h 603999"/>
                  <a:gd name="connsiteX743" fmla="*/ 567181 w 787079"/>
                  <a:gd name="connsiteY743" fmla="*/ 300772 h 603999"/>
                  <a:gd name="connsiteX744" fmla="*/ 567181 w 787079"/>
                  <a:gd name="connsiteY744" fmla="*/ 298182 h 603999"/>
                  <a:gd name="connsiteX745" fmla="*/ 573474 w 787079"/>
                  <a:gd name="connsiteY745" fmla="*/ 296870 h 603999"/>
                  <a:gd name="connsiteX746" fmla="*/ 579768 w 787079"/>
                  <a:gd name="connsiteY746" fmla="*/ 295995 h 603999"/>
                  <a:gd name="connsiteX747" fmla="*/ 584984 w 787079"/>
                  <a:gd name="connsiteY747" fmla="*/ 292093 h 603999"/>
                  <a:gd name="connsiteX748" fmla="*/ 588450 w 787079"/>
                  <a:gd name="connsiteY748" fmla="*/ 291218 h 603999"/>
                  <a:gd name="connsiteX749" fmla="*/ 593229 w 787079"/>
                  <a:gd name="connsiteY749" fmla="*/ 286879 h 603999"/>
                  <a:gd name="connsiteX750" fmla="*/ 596696 w 787079"/>
                  <a:gd name="connsiteY750" fmla="*/ 288628 h 603999"/>
                  <a:gd name="connsiteX751" fmla="*/ 596696 w 787079"/>
                  <a:gd name="connsiteY751" fmla="*/ 290377 h 603999"/>
                  <a:gd name="connsiteX752" fmla="*/ 593229 w 787079"/>
                  <a:gd name="connsiteY752" fmla="*/ 292127 h 603999"/>
                  <a:gd name="connsiteX753" fmla="*/ 593229 w 787079"/>
                  <a:gd name="connsiteY753" fmla="*/ 293876 h 603999"/>
                  <a:gd name="connsiteX754" fmla="*/ 593229 w 787079"/>
                  <a:gd name="connsiteY754" fmla="*/ 299090 h 603999"/>
                  <a:gd name="connsiteX755" fmla="*/ 595619 w 787079"/>
                  <a:gd name="connsiteY755" fmla="*/ 305179 h 603999"/>
                  <a:gd name="connsiteX756" fmla="*/ 602350 w 787079"/>
                  <a:gd name="connsiteY756" fmla="*/ 306491 h 603999"/>
                  <a:gd name="connsiteX757" fmla="*/ 609316 w 787079"/>
                  <a:gd name="connsiteY757" fmla="*/ 307668 h 603999"/>
                  <a:gd name="connsiteX758" fmla="*/ 616720 w 787079"/>
                  <a:gd name="connsiteY758" fmla="*/ 310393 h 603999"/>
                  <a:gd name="connsiteX759" fmla="*/ 625403 w 787079"/>
                  <a:gd name="connsiteY759" fmla="*/ 310393 h 603999"/>
                  <a:gd name="connsiteX760" fmla="*/ 630182 w 787079"/>
                  <a:gd name="connsiteY760" fmla="*/ 307769 h 603999"/>
                  <a:gd name="connsiteX761" fmla="*/ 628432 w 787079"/>
                  <a:gd name="connsiteY761" fmla="*/ 299931 h 603999"/>
                  <a:gd name="connsiteX762" fmla="*/ 626682 w 787079"/>
                  <a:gd name="connsiteY762" fmla="*/ 297744 h 603999"/>
                  <a:gd name="connsiteX763" fmla="*/ 621903 w 787079"/>
                  <a:gd name="connsiteY763" fmla="*/ 292093 h 603999"/>
                  <a:gd name="connsiteX764" fmla="*/ 617562 w 787079"/>
                  <a:gd name="connsiteY764" fmla="*/ 288628 h 603999"/>
                  <a:gd name="connsiteX765" fmla="*/ 617562 w 787079"/>
                  <a:gd name="connsiteY765" fmla="*/ 284288 h 603999"/>
                  <a:gd name="connsiteX766" fmla="*/ 621466 w 787079"/>
                  <a:gd name="connsiteY766" fmla="*/ 282977 h 603999"/>
                  <a:gd name="connsiteX767" fmla="*/ 628869 w 787079"/>
                  <a:gd name="connsiteY767" fmla="*/ 284726 h 603999"/>
                  <a:gd name="connsiteX768" fmla="*/ 631057 w 787079"/>
                  <a:gd name="connsiteY768" fmla="*/ 282539 h 603999"/>
                  <a:gd name="connsiteX769" fmla="*/ 633649 w 787079"/>
                  <a:gd name="connsiteY769" fmla="*/ 277762 h 603999"/>
                  <a:gd name="connsiteX770" fmla="*/ 636711 w 787079"/>
                  <a:gd name="connsiteY770" fmla="*/ 278200 h 603999"/>
                  <a:gd name="connsiteX771" fmla="*/ 636711 w 787079"/>
                  <a:gd name="connsiteY771" fmla="*/ 281665 h 603999"/>
                  <a:gd name="connsiteX772" fmla="*/ 636711 w 787079"/>
                  <a:gd name="connsiteY772" fmla="*/ 287316 h 603999"/>
                  <a:gd name="connsiteX773" fmla="*/ 643240 w 787079"/>
                  <a:gd name="connsiteY773" fmla="*/ 293842 h 603999"/>
                  <a:gd name="connsiteX774" fmla="*/ 650610 w 787079"/>
                  <a:gd name="connsiteY774" fmla="*/ 299931 h 603999"/>
                  <a:gd name="connsiteX775" fmla="*/ 659327 w 787079"/>
                  <a:gd name="connsiteY775" fmla="*/ 294280 h 603999"/>
                  <a:gd name="connsiteX776" fmla="*/ 665418 w 787079"/>
                  <a:gd name="connsiteY776" fmla="*/ 289940 h 603999"/>
                  <a:gd name="connsiteX777" fmla="*/ 671072 w 787079"/>
                  <a:gd name="connsiteY777" fmla="*/ 286038 h 603999"/>
                  <a:gd name="connsiteX778" fmla="*/ 673260 w 787079"/>
                  <a:gd name="connsiteY778" fmla="*/ 283447 h 603999"/>
                  <a:gd name="connsiteX779" fmla="*/ 673260 w 787079"/>
                  <a:gd name="connsiteY779" fmla="*/ 279983 h 603999"/>
                  <a:gd name="connsiteX780" fmla="*/ 673260 w 787079"/>
                  <a:gd name="connsiteY780" fmla="*/ 274399 h 603999"/>
                  <a:gd name="connsiteX781" fmla="*/ 678476 w 787079"/>
                  <a:gd name="connsiteY781" fmla="*/ 276585 h 603999"/>
                  <a:gd name="connsiteX782" fmla="*/ 678476 w 787079"/>
                  <a:gd name="connsiteY782" fmla="*/ 282674 h 603999"/>
                  <a:gd name="connsiteX783" fmla="*/ 683491 w 787079"/>
                  <a:gd name="connsiteY783" fmla="*/ 286139 h 603999"/>
                  <a:gd name="connsiteX784" fmla="*/ 688943 w 787079"/>
                  <a:gd name="connsiteY784" fmla="*/ 282674 h 603999"/>
                  <a:gd name="connsiteX785" fmla="*/ 694159 w 787079"/>
                  <a:gd name="connsiteY785" fmla="*/ 276148 h 603999"/>
                  <a:gd name="connsiteX786" fmla="*/ 698501 w 787079"/>
                  <a:gd name="connsiteY786" fmla="*/ 270496 h 603999"/>
                  <a:gd name="connsiteX787" fmla="*/ 700251 w 787079"/>
                  <a:gd name="connsiteY787" fmla="*/ 270496 h 603999"/>
                  <a:gd name="connsiteX788" fmla="*/ 710684 w 787079"/>
                  <a:gd name="connsiteY788" fmla="*/ 268747 h 603999"/>
                  <a:gd name="connsiteX789" fmla="*/ 720242 w 787079"/>
                  <a:gd name="connsiteY789" fmla="*/ 268747 h 603999"/>
                  <a:gd name="connsiteX790" fmla="*/ 727208 w 787079"/>
                  <a:gd name="connsiteY790" fmla="*/ 262658 h 603999"/>
                  <a:gd name="connsiteX791" fmla="*/ 727208 w 787079"/>
                  <a:gd name="connsiteY791" fmla="*/ 257444 h 603999"/>
                  <a:gd name="connsiteX792" fmla="*/ 727208 w 787079"/>
                  <a:gd name="connsiteY792" fmla="*/ 246578 h 603999"/>
                  <a:gd name="connsiteX793" fmla="*/ 733300 w 787079"/>
                  <a:gd name="connsiteY793" fmla="*/ 240927 h 603999"/>
                  <a:gd name="connsiteX794" fmla="*/ 744170 w 787079"/>
                  <a:gd name="connsiteY794" fmla="*/ 240927 h 603999"/>
                  <a:gd name="connsiteX795" fmla="*/ 751574 w 787079"/>
                  <a:gd name="connsiteY795" fmla="*/ 237900 h 603999"/>
                  <a:gd name="connsiteX796" fmla="*/ 748949 w 787079"/>
                  <a:gd name="connsiteY796" fmla="*/ 232248 h 603999"/>
                  <a:gd name="connsiteX797" fmla="*/ 745920 w 787079"/>
                  <a:gd name="connsiteY797" fmla="*/ 232248 h 603999"/>
                  <a:gd name="connsiteX798" fmla="*/ 745483 w 787079"/>
                  <a:gd name="connsiteY798" fmla="*/ 225722 h 603999"/>
                  <a:gd name="connsiteX799" fmla="*/ 740704 w 787079"/>
                  <a:gd name="connsiteY799" fmla="*/ 222257 h 603999"/>
                  <a:gd name="connsiteX800" fmla="*/ 748545 w 787079"/>
                  <a:gd name="connsiteY800" fmla="*/ 217480 h 603999"/>
                  <a:gd name="connsiteX801" fmla="*/ 750699 w 787079"/>
                  <a:gd name="connsiteY801" fmla="*/ 225318 h 603999"/>
                  <a:gd name="connsiteX802" fmla="*/ 756791 w 787079"/>
                  <a:gd name="connsiteY802" fmla="*/ 225318 h 603999"/>
                  <a:gd name="connsiteX803" fmla="*/ 756791 w 787079"/>
                  <a:gd name="connsiteY803" fmla="*/ 218355 h 603999"/>
                  <a:gd name="connsiteX804" fmla="*/ 764598 w 787079"/>
                  <a:gd name="connsiteY804" fmla="*/ 218355 h 603999"/>
                  <a:gd name="connsiteX805" fmla="*/ 767190 w 787079"/>
                  <a:gd name="connsiteY805" fmla="*/ 212266 h 603999"/>
                  <a:gd name="connsiteX806" fmla="*/ 767190 w 787079"/>
                  <a:gd name="connsiteY806" fmla="*/ 205303 h 603999"/>
                  <a:gd name="connsiteX807" fmla="*/ 767190 w 787079"/>
                  <a:gd name="connsiteY807" fmla="*/ 200963 h 603999"/>
                  <a:gd name="connsiteX808" fmla="*/ 769815 w 787079"/>
                  <a:gd name="connsiteY808" fmla="*/ 195749 h 603999"/>
                  <a:gd name="connsiteX809" fmla="*/ 776781 w 787079"/>
                  <a:gd name="connsiteY809" fmla="*/ 195749 h 603999"/>
                  <a:gd name="connsiteX810" fmla="*/ 784623 w 787079"/>
                  <a:gd name="connsiteY810" fmla="*/ 195749 h 603999"/>
                  <a:gd name="connsiteX811" fmla="*/ 784623 w 787079"/>
                  <a:gd name="connsiteY811" fmla="*/ 193159 h 603999"/>
                  <a:gd name="connsiteX812" fmla="*/ 787080 w 787079"/>
                  <a:gd name="connsiteY812" fmla="*/ 188987 h 603999"/>
                  <a:gd name="connsiteX813" fmla="*/ 780147 w 787079"/>
                  <a:gd name="connsiteY813" fmla="*/ 183168 h 60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Lst>
                <a:rect l="l" t="t" r="r" b="b"/>
                <a:pathLst>
                  <a:path w="787079" h="603999">
                    <a:moveTo>
                      <a:pt x="780147" y="183168"/>
                    </a:moveTo>
                    <a:lnTo>
                      <a:pt x="776007" y="177954"/>
                    </a:lnTo>
                    <a:cubicBezTo>
                      <a:pt x="776007" y="177954"/>
                      <a:pt x="773416" y="170990"/>
                      <a:pt x="773416" y="170116"/>
                    </a:cubicBezTo>
                    <a:cubicBezTo>
                      <a:pt x="773416" y="169241"/>
                      <a:pt x="771901" y="162513"/>
                      <a:pt x="771901" y="162513"/>
                    </a:cubicBezTo>
                    <a:lnTo>
                      <a:pt x="769276" y="156222"/>
                    </a:lnTo>
                    <a:cubicBezTo>
                      <a:pt x="769276" y="156222"/>
                      <a:pt x="770252" y="152085"/>
                      <a:pt x="769613" y="151210"/>
                    </a:cubicBezTo>
                    <a:cubicBezTo>
                      <a:pt x="768974" y="150336"/>
                      <a:pt x="766685" y="143170"/>
                      <a:pt x="766685" y="143170"/>
                    </a:cubicBezTo>
                    <a:lnTo>
                      <a:pt x="766685" y="137519"/>
                    </a:lnTo>
                    <a:lnTo>
                      <a:pt x="766685" y="132305"/>
                    </a:lnTo>
                    <a:lnTo>
                      <a:pt x="764935" y="124467"/>
                    </a:lnTo>
                    <a:cubicBezTo>
                      <a:pt x="764935" y="124467"/>
                      <a:pt x="761233" y="120329"/>
                      <a:pt x="761031" y="119690"/>
                    </a:cubicBezTo>
                    <a:cubicBezTo>
                      <a:pt x="760795" y="119051"/>
                      <a:pt x="759079" y="117301"/>
                      <a:pt x="759079" y="115989"/>
                    </a:cubicBezTo>
                    <a:cubicBezTo>
                      <a:pt x="759079" y="114678"/>
                      <a:pt x="755175" y="107748"/>
                      <a:pt x="755175" y="107748"/>
                    </a:cubicBezTo>
                    <a:lnTo>
                      <a:pt x="749319" y="99069"/>
                    </a:lnTo>
                    <a:lnTo>
                      <a:pt x="742353" y="93855"/>
                    </a:lnTo>
                    <a:lnTo>
                      <a:pt x="742353" y="85377"/>
                    </a:lnTo>
                    <a:lnTo>
                      <a:pt x="747569" y="80163"/>
                    </a:lnTo>
                    <a:lnTo>
                      <a:pt x="747569" y="74949"/>
                    </a:lnTo>
                    <a:lnTo>
                      <a:pt x="747132" y="72123"/>
                    </a:lnTo>
                    <a:lnTo>
                      <a:pt x="742353" y="69735"/>
                    </a:lnTo>
                    <a:lnTo>
                      <a:pt x="739088" y="73637"/>
                    </a:lnTo>
                    <a:lnTo>
                      <a:pt x="733434" y="77977"/>
                    </a:lnTo>
                    <a:lnTo>
                      <a:pt x="728420" y="82316"/>
                    </a:lnTo>
                    <a:lnTo>
                      <a:pt x="722126" y="85344"/>
                    </a:lnTo>
                    <a:cubicBezTo>
                      <a:pt x="722126" y="85344"/>
                      <a:pt x="719098" y="82720"/>
                      <a:pt x="718424" y="82316"/>
                    </a:cubicBezTo>
                    <a:cubicBezTo>
                      <a:pt x="717785" y="81879"/>
                      <a:pt x="712131" y="77539"/>
                      <a:pt x="712131" y="77539"/>
                    </a:cubicBezTo>
                    <a:cubicBezTo>
                      <a:pt x="712131" y="77539"/>
                      <a:pt x="709742" y="72123"/>
                      <a:pt x="708866" y="72123"/>
                    </a:cubicBezTo>
                    <a:cubicBezTo>
                      <a:pt x="707991" y="72123"/>
                      <a:pt x="704525" y="67347"/>
                      <a:pt x="704525" y="67347"/>
                    </a:cubicBezTo>
                    <a:cubicBezTo>
                      <a:pt x="704525" y="67347"/>
                      <a:pt x="705165" y="64521"/>
                      <a:pt x="704525" y="63882"/>
                    </a:cubicBezTo>
                    <a:cubicBezTo>
                      <a:pt x="703886" y="63242"/>
                      <a:pt x="696280" y="61695"/>
                      <a:pt x="696280" y="61695"/>
                    </a:cubicBezTo>
                    <a:lnTo>
                      <a:pt x="689111" y="63646"/>
                    </a:lnTo>
                    <a:lnTo>
                      <a:pt x="683222" y="66472"/>
                    </a:lnTo>
                    <a:lnTo>
                      <a:pt x="674943" y="66035"/>
                    </a:lnTo>
                    <a:lnTo>
                      <a:pt x="663870" y="61258"/>
                    </a:lnTo>
                    <a:lnTo>
                      <a:pt x="652125" y="54294"/>
                    </a:lnTo>
                    <a:lnTo>
                      <a:pt x="648288" y="56986"/>
                    </a:lnTo>
                    <a:cubicBezTo>
                      <a:pt x="648288" y="56986"/>
                      <a:pt x="646841" y="59172"/>
                      <a:pt x="646403" y="59307"/>
                    </a:cubicBezTo>
                    <a:cubicBezTo>
                      <a:pt x="645966" y="59441"/>
                      <a:pt x="643206" y="61493"/>
                      <a:pt x="643206" y="61493"/>
                    </a:cubicBezTo>
                    <a:lnTo>
                      <a:pt x="641894" y="63680"/>
                    </a:lnTo>
                    <a:lnTo>
                      <a:pt x="637990" y="66136"/>
                    </a:lnTo>
                    <a:cubicBezTo>
                      <a:pt x="637990" y="66136"/>
                      <a:pt x="635971" y="68759"/>
                      <a:pt x="635668" y="69163"/>
                    </a:cubicBezTo>
                    <a:cubicBezTo>
                      <a:pt x="635365" y="69600"/>
                      <a:pt x="634355" y="73368"/>
                      <a:pt x="634220" y="74512"/>
                    </a:cubicBezTo>
                    <a:cubicBezTo>
                      <a:pt x="634086" y="75656"/>
                      <a:pt x="635803" y="76833"/>
                      <a:pt x="637283" y="78414"/>
                    </a:cubicBezTo>
                    <a:cubicBezTo>
                      <a:pt x="638730" y="79995"/>
                      <a:pt x="639033" y="81038"/>
                      <a:pt x="639033" y="81038"/>
                    </a:cubicBezTo>
                    <a:lnTo>
                      <a:pt x="643812" y="86252"/>
                    </a:lnTo>
                    <a:cubicBezTo>
                      <a:pt x="643812" y="86252"/>
                      <a:pt x="644250" y="90592"/>
                      <a:pt x="644250" y="91466"/>
                    </a:cubicBezTo>
                    <a:cubicBezTo>
                      <a:pt x="644250" y="92341"/>
                      <a:pt x="644250" y="93787"/>
                      <a:pt x="643947" y="94494"/>
                    </a:cubicBezTo>
                    <a:cubicBezTo>
                      <a:pt x="643644" y="95234"/>
                      <a:pt x="642365" y="98833"/>
                      <a:pt x="642365" y="98833"/>
                    </a:cubicBezTo>
                    <a:lnTo>
                      <a:pt x="639471" y="100280"/>
                    </a:lnTo>
                    <a:cubicBezTo>
                      <a:pt x="639471" y="100280"/>
                      <a:pt x="636846" y="100414"/>
                      <a:pt x="635701" y="99405"/>
                    </a:cubicBezTo>
                    <a:cubicBezTo>
                      <a:pt x="634557" y="98396"/>
                      <a:pt x="631360" y="97387"/>
                      <a:pt x="630788" y="97387"/>
                    </a:cubicBezTo>
                    <a:cubicBezTo>
                      <a:pt x="630216" y="97387"/>
                      <a:pt x="628028" y="96680"/>
                      <a:pt x="627456" y="96378"/>
                    </a:cubicBezTo>
                    <a:cubicBezTo>
                      <a:pt x="626884" y="96075"/>
                      <a:pt x="623821" y="94191"/>
                      <a:pt x="623821" y="94191"/>
                    </a:cubicBezTo>
                    <a:cubicBezTo>
                      <a:pt x="623821" y="94191"/>
                      <a:pt x="621196" y="92173"/>
                      <a:pt x="620927" y="91433"/>
                    </a:cubicBezTo>
                    <a:cubicBezTo>
                      <a:pt x="620624" y="90726"/>
                      <a:pt x="614970" y="85041"/>
                      <a:pt x="614970" y="85041"/>
                    </a:cubicBezTo>
                    <a:lnTo>
                      <a:pt x="608879" y="79692"/>
                    </a:lnTo>
                    <a:lnTo>
                      <a:pt x="604100" y="75790"/>
                    </a:lnTo>
                    <a:lnTo>
                      <a:pt x="598883" y="75790"/>
                    </a:lnTo>
                    <a:lnTo>
                      <a:pt x="597571" y="76867"/>
                    </a:lnTo>
                    <a:lnTo>
                      <a:pt x="591479" y="79558"/>
                    </a:lnTo>
                    <a:cubicBezTo>
                      <a:pt x="591479" y="79558"/>
                      <a:pt x="590167" y="81744"/>
                      <a:pt x="589157" y="81879"/>
                    </a:cubicBezTo>
                    <a:cubicBezTo>
                      <a:pt x="588148" y="82013"/>
                      <a:pt x="585825" y="83763"/>
                      <a:pt x="584681" y="83897"/>
                    </a:cubicBezTo>
                    <a:cubicBezTo>
                      <a:pt x="583537" y="84032"/>
                      <a:pt x="583368" y="84335"/>
                      <a:pt x="581181" y="84032"/>
                    </a:cubicBezTo>
                    <a:cubicBezTo>
                      <a:pt x="579027" y="83729"/>
                      <a:pt x="578724" y="83897"/>
                      <a:pt x="577411" y="83897"/>
                    </a:cubicBezTo>
                    <a:cubicBezTo>
                      <a:pt x="576099" y="83897"/>
                      <a:pt x="573642" y="84200"/>
                      <a:pt x="572330" y="84200"/>
                    </a:cubicBezTo>
                    <a:cubicBezTo>
                      <a:pt x="571017" y="84200"/>
                      <a:pt x="570748" y="84503"/>
                      <a:pt x="570142" y="84503"/>
                    </a:cubicBezTo>
                    <a:cubicBezTo>
                      <a:pt x="569570" y="84503"/>
                      <a:pt x="567382" y="85680"/>
                      <a:pt x="566104" y="85680"/>
                    </a:cubicBezTo>
                    <a:cubicBezTo>
                      <a:pt x="564791" y="85680"/>
                      <a:pt x="564084" y="88001"/>
                      <a:pt x="564084" y="88001"/>
                    </a:cubicBezTo>
                    <a:lnTo>
                      <a:pt x="561628" y="88001"/>
                    </a:lnTo>
                    <a:lnTo>
                      <a:pt x="556983" y="88741"/>
                    </a:lnTo>
                    <a:lnTo>
                      <a:pt x="554224" y="91063"/>
                    </a:lnTo>
                    <a:lnTo>
                      <a:pt x="552777" y="92375"/>
                    </a:lnTo>
                    <a:lnTo>
                      <a:pt x="552777" y="95267"/>
                    </a:lnTo>
                    <a:lnTo>
                      <a:pt x="552272" y="98160"/>
                    </a:lnTo>
                    <a:lnTo>
                      <a:pt x="549882" y="100616"/>
                    </a:lnTo>
                    <a:lnTo>
                      <a:pt x="545675" y="100751"/>
                    </a:lnTo>
                    <a:cubicBezTo>
                      <a:pt x="545675" y="100751"/>
                      <a:pt x="545675" y="100751"/>
                      <a:pt x="543656" y="99439"/>
                    </a:cubicBezTo>
                    <a:cubicBezTo>
                      <a:pt x="541637" y="98127"/>
                      <a:pt x="540627" y="98867"/>
                      <a:pt x="539752" y="98732"/>
                    </a:cubicBezTo>
                    <a:cubicBezTo>
                      <a:pt x="538877" y="98598"/>
                      <a:pt x="537733" y="99170"/>
                      <a:pt x="537733" y="99170"/>
                    </a:cubicBezTo>
                    <a:lnTo>
                      <a:pt x="536151" y="100482"/>
                    </a:lnTo>
                    <a:lnTo>
                      <a:pt x="533391" y="102500"/>
                    </a:lnTo>
                    <a:lnTo>
                      <a:pt x="530362" y="102365"/>
                    </a:lnTo>
                    <a:lnTo>
                      <a:pt x="526459" y="101356"/>
                    </a:lnTo>
                    <a:cubicBezTo>
                      <a:pt x="526459" y="101356"/>
                      <a:pt x="524574" y="103543"/>
                      <a:pt x="524002" y="103543"/>
                    </a:cubicBezTo>
                    <a:cubicBezTo>
                      <a:pt x="523430" y="103543"/>
                      <a:pt x="521680" y="104855"/>
                      <a:pt x="521680" y="104855"/>
                    </a:cubicBezTo>
                    <a:cubicBezTo>
                      <a:pt x="521680" y="104855"/>
                      <a:pt x="519088" y="105864"/>
                      <a:pt x="518348" y="106167"/>
                    </a:cubicBezTo>
                    <a:cubicBezTo>
                      <a:pt x="517608" y="106470"/>
                      <a:pt x="510237" y="107041"/>
                      <a:pt x="510237" y="107041"/>
                    </a:cubicBezTo>
                    <a:cubicBezTo>
                      <a:pt x="510237" y="107041"/>
                      <a:pt x="506030" y="107613"/>
                      <a:pt x="504886" y="107916"/>
                    </a:cubicBezTo>
                    <a:cubicBezTo>
                      <a:pt x="503708" y="108219"/>
                      <a:pt x="499535" y="108219"/>
                      <a:pt x="499535" y="108219"/>
                    </a:cubicBezTo>
                    <a:lnTo>
                      <a:pt x="492299" y="104148"/>
                    </a:lnTo>
                    <a:lnTo>
                      <a:pt x="489405" y="103005"/>
                    </a:lnTo>
                    <a:lnTo>
                      <a:pt x="487655" y="101995"/>
                    </a:lnTo>
                    <a:cubicBezTo>
                      <a:pt x="487655" y="101995"/>
                      <a:pt x="482304" y="99102"/>
                      <a:pt x="481866" y="98968"/>
                    </a:cubicBezTo>
                    <a:cubicBezTo>
                      <a:pt x="481429" y="98833"/>
                      <a:pt x="478400" y="97084"/>
                      <a:pt x="477962" y="96949"/>
                    </a:cubicBezTo>
                    <a:cubicBezTo>
                      <a:pt x="477525" y="96815"/>
                      <a:pt x="476246" y="93888"/>
                      <a:pt x="476246" y="93316"/>
                    </a:cubicBezTo>
                    <a:cubicBezTo>
                      <a:pt x="476246" y="92744"/>
                      <a:pt x="478703" y="90995"/>
                      <a:pt x="478837" y="90423"/>
                    </a:cubicBezTo>
                    <a:cubicBezTo>
                      <a:pt x="478972" y="89852"/>
                      <a:pt x="482035" y="89549"/>
                      <a:pt x="482169" y="89111"/>
                    </a:cubicBezTo>
                    <a:cubicBezTo>
                      <a:pt x="482304" y="88674"/>
                      <a:pt x="486241" y="87665"/>
                      <a:pt x="486241" y="87665"/>
                    </a:cubicBezTo>
                    <a:lnTo>
                      <a:pt x="489708" y="84469"/>
                    </a:lnTo>
                    <a:lnTo>
                      <a:pt x="491727" y="81879"/>
                    </a:lnTo>
                    <a:lnTo>
                      <a:pt x="495631" y="77371"/>
                    </a:lnTo>
                    <a:cubicBezTo>
                      <a:pt x="495631" y="77371"/>
                      <a:pt x="498391" y="68961"/>
                      <a:pt x="498088" y="68524"/>
                    </a:cubicBezTo>
                    <a:cubicBezTo>
                      <a:pt x="497785" y="68087"/>
                      <a:pt x="497953" y="66943"/>
                      <a:pt x="497953" y="66943"/>
                    </a:cubicBezTo>
                    <a:cubicBezTo>
                      <a:pt x="497953" y="66943"/>
                      <a:pt x="498088" y="64319"/>
                      <a:pt x="498391" y="63613"/>
                    </a:cubicBezTo>
                    <a:cubicBezTo>
                      <a:pt x="498694" y="62872"/>
                      <a:pt x="499266" y="60282"/>
                      <a:pt x="499266" y="60282"/>
                    </a:cubicBezTo>
                    <a:cubicBezTo>
                      <a:pt x="499266" y="60282"/>
                      <a:pt x="502901" y="58398"/>
                      <a:pt x="503910" y="56515"/>
                    </a:cubicBezTo>
                    <a:cubicBezTo>
                      <a:pt x="504920" y="54631"/>
                      <a:pt x="506064" y="54496"/>
                      <a:pt x="506064" y="53924"/>
                    </a:cubicBezTo>
                    <a:cubicBezTo>
                      <a:pt x="506064" y="53352"/>
                      <a:pt x="509530" y="50459"/>
                      <a:pt x="509968" y="49854"/>
                    </a:cubicBezTo>
                    <a:cubicBezTo>
                      <a:pt x="510406" y="49282"/>
                      <a:pt x="513030" y="47667"/>
                      <a:pt x="513434" y="47398"/>
                    </a:cubicBezTo>
                    <a:cubicBezTo>
                      <a:pt x="513872" y="47095"/>
                      <a:pt x="515184" y="46961"/>
                      <a:pt x="515184" y="46961"/>
                    </a:cubicBezTo>
                    <a:cubicBezTo>
                      <a:pt x="515184" y="46961"/>
                      <a:pt x="521982" y="44371"/>
                      <a:pt x="522588" y="44068"/>
                    </a:cubicBezTo>
                    <a:cubicBezTo>
                      <a:pt x="523160" y="43765"/>
                      <a:pt x="524204" y="42319"/>
                      <a:pt x="524204" y="42319"/>
                    </a:cubicBezTo>
                    <a:cubicBezTo>
                      <a:pt x="524204" y="42319"/>
                      <a:pt x="528108" y="40300"/>
                      <a:pt x="528545" y="39863"/>
                    </a:cubicBezTo>
                    <a:cubicBezTo>
                      <a:pt x="528983" y="39426"/>
                      <a:pt x="529420" y="38551"/>
                      <a:pt x="529420" y="38551"/>
                    </a:cubicBezTo>
                    <a:cubicBezTo>
                      <a:pt x="529420" y="38551"/>
                      <a:pt x="528983" y="36533"/>
                      <a:pt x="528848" y="35793"/>
                    </a:cubicBezTo>
                    <a:cubicBezTo>
                      <a:pt x="528713" y="35052"/>
                      <a:pt x="528142" y="34211"/>
                      <a:pt x="527536" y="32765"/>
                    </a:cubicBezTo>
                    <a:cubicBezTo>
                      <a:pt x="526963" y="31318"/>
                      <a:pt x="527098" y="30444"/>
                      <a:pt x="527098" y="30444"/>
                    </a:cubicBezTo>
                    <a:cubicBezTo>
                      <a:pt x="527098" y="30444"/>
                      <a:pt x="527805" y="28695"/>
                      <a:pt x="527805" y="28257"/>
                    </a:cubicBezTo>
                    <a:cubicBezTo>
                      <a:pt x="527805" y="27820"/>
                      <a:pt x="527233" y="24355"/>
                      <a:pt x="527233" y="24355"/>
                    </a:cubicBezTo>
                    <a:cubicBezTo>
                      <a:pt x="527233" y="24355"/>
                      <a:pt x="525213" y="21462"/>
                      <a:pt x="524910" y="20722"/>
                    </a:cubicBezTo>
                    <a:cubicBezTo>
                      <a:pt x="524608" y="20016"/>
                      <a:pt x="523329" y="18704"/>
                      <a:pt x="522891" y="17964"/>
                    </a:cubicBezTo>
                    <a:cubicBezTo>
                      <a:pt x="522454" y="17257"/>
                      <a:pt x="520132" y="15643"/>
                      <a:pt x="520132" y="15643"/>
                    </a:cubicBezTo>
                    <a:lnTo>
                      <a:pt x="516228" y="11572"/>
                    </a:lnTo>
                    <a:lnTo>
                      <a:pt x="512761" y="9991"/>
                    </a:lnTo>
                    <a:cubicBezTo>
                      <a:pt x="512761" y="9991"/>
                      <a:pt x="508992" y="6223"/>
                      <a:pt x="508554" y="6223"/>
                    </a:cubicBezTo>
                    <a:cubicBezTo>
                      <a:pt x="508117" y="6223"/>
                      <a:pt x="506973" y="6795"/>
                      <a:pt x="506973" y="6795"/>
                    </a:cubicBezTo>
                    <a:cubicBezTo>
                      <a:pt x="506973" y="6795"/>
                      <a:pt x="504953" y="8376"/>
                      <a:pt x="504516" y="8376"/>
                    </a:cubicBezTo>
                    <a:cubicBezTo>
                      <a:pt x="504078" y="8376"/>
                      <a:pt x="502328" y="11404"/>
                      <a:pt x="501756" y="11572"/>
                    </a:cubicBezTo>
                    <a:cubicBezTo>
                      <a:pt x="501184" y="11707"/>
                      <a:pt x="497415" y="14331"/>
                      <a:pt x="496977" y="14465"/>
                    </a:cubicBezTo>
                    <a:cubicBezTo>
                      <a:pt x="496540" y="14600"/>
                      <a:pt x="493646" y="17661"/>
                      <a:pt x="492905" y="17930"/>
                    </a:cubicBezTo>
                    <a:cubicBezTo>
                      <a:pt x="492165" y="18233"/>
                      <a:pt x="488698" y="19242"/>
                      <a:pt x="488698" y="19242"/>
                    </a:cubicBezTo>
                    <a:lnTo>
                      <a:pt x="486679" y="18098"/>
                    </a:lnTo>
                    <a:cubicBezTo>
                      <a:pt x="486679" y="18098"/>
                      <a:pt x="481328" y="13321"/>
                      <a:pt x="480890" y="12884"/>
                    </a:cubicBezTo>
                    <a:cubicBezTo>
                      <a:pt x="480453" y="12447"/>
                      <a:pt x="477828" y="11707"/>
                      <a:pt x="477255" y="11707"/>
                    </a:cubicBezTo>
                    <a:cubicBezTo>
                      <a:pt x="476684" y="11707"/>
                      <a:pt x="474361" y="13725"/>
                      <a:pt x="474361" y="13725"/>
                    </a:cubicBezTo>
                    <a:cubicBezTo>
                      <a:pt x="474361" y="13725"/>
                      <a:pt x="471736" y="16921"/>
                      <a:pt x="471164" y="17055"/>
                    </a:cubicBezTo>
                    <a:cubicBezTo>
                      <a:pt x="470592" y="17190"/>
                      <a:pt x="465948" y="23279"/>
                      <a:pt x="465948" y="23279"/>
                    </a:cubicBezTo>
                    <a:lnTo>
                      <a:pt x="460731" y="23144"/>
                    </a:lnTo>
                    <a:lnTo>
                      <a:pt x="458712" y="19074"/>
                    </a:lnTo>
                    <a:lnTo>
                      <a:pt x="459722" y="18199"/>
                    </a:lnTo>
                    <a:lnTo>
                      <a:pt x="458275" y="11101"/>
                    </a:lnTo>
                    <a:lnTo>
                      <a:pt x="451611" y="6627"/>
                    </a:lnTo>
                    <a:lnTo>
                      <a:pt x="446697" y="6324"/>
                    </a:lnTo>
                    <a:cubicBezTo>
                      <a:pt x="446697" y="6324"/>
                      <a:pt x="445116" y="8645"/>
                      <a:pt x="444375" y="9217"/>
                    </a:cubicBezTo>
                    <a:cubicBezTo>
                      <a:pt x="443668" y="9789"/>
                      <a:pt x="442793" y="10967"/>
                      <a:pt x="442793" y="10967"/>
                    </a:cubicBezTo>
                    <a:cubicBezTo>
                      <a:pt x="442793" y="10967"/>
                      <a:pt x="439899" y="12716"/>
                      <a:pt x="439461" y="12850"/>
                    </a:cubicBezTo>
                    <a:cubicBezTo>
                      <a:pt x="439024" y="12985"/>
                      <a:pt x="437139" y="15172"/>
                      <a:pt x="435692" y="15441"/>
                    </a:cubicBezTo>
                    <a:cubicBezTo>
                      <a:pt x="434245" y="15743"/>
                      <a:pt x="433808" y="16752"/>
                      <a:pt x="433808" y="16752"/>
                    </a:cubicBezTo>
                    <a:cubicBezTo>
                      <a:pt x="433808" y="16752"/>
                      <a:pt x="427009" y="16752"/>
                      <a:pt x="426437" y="16752"/>
                    </a:cubicBezTo>
                    <a:cubicBezTo>
                      <a:pt x="425865" y="16752"/>
                      <a:pt x="422365" y="17762"/>
                      <a:pt x="422365" y="17762"/>
                    </a:cubicBezTo>
                    <a:lnTo>
                      <a:pt x="417283" y="19343"/>
                    </a:lnTo>
                    <a:lnTo>
                      <a:pt x="409879" y="18031"/>
                    </a:lnTo>
                    <a:cubicBezTo>
                      <a:pt x="409879" y="18031"/>
                      <a:pt x="404225" y="17896"/>
                      <a:pt x="403081" y="17593"/>
                    </a:cubicBezTo>
                    <a:cubicBezTo>
                      <a:pt x="401937" y="17291"/>
                      <a:pt x="398437" y="17156"/>
                      <a:pt x="397999" y="17156"/>
                    </a:cubicBezTo>
                    <a:cubicBezTo>
                      <a:pt x="397562" y="17156"/>
                      <a:pt x="392042" y="14566"/>
                      <a:pt x="392042" y="14566"/>
                    </a:cubicBezTo>
                    <a:cubicBezTo>
                      <a:pt x="392042" y="14566"/>
                      <a:pt x="388576" y="11370"/>
                      <a:pt x="388273" y="10933"/>
                    </a:cubicBezTo>
                    <a:cubicBezTo>
                      <a:pt x="387970" y="10496"/>
                      <a:pt x="386388" y="7603"/>
                      <a:pt x="386388" y="7165"/>
                    </a:cubicBezTo>
                    <a:cubicBezTo>
                      <a:pt x="386388" y="6728"/>
                      <a:pt x="384201" y="3263"/>
                      <a:pt x="383931" y="2826"/>
                    </a:cubicBezTo>
                    <a:cubicBezTo>
                      <a:pt x="383662" y="2388"/>
                      <a:pt x="381172" y="0"/>
                      <a:pt x="381172" y="0"/>
                    </a:cubicBezTo>
                    <a:cubicBezTo>
                      <a:pt x="381172" y="0"/>
                      <a:pt x="379287" y="202"/>
                      <a:pt x="377268" y="67"/>
                    </a:cubicBezTo>
                    <a:cubicBezTo>
                      <a:pt x="375249" y="-67"/>
                      <a:pt x="371614" y="67"/>
                      <a:pt x="371042" y="67"/>
                    </a:cubicBezTo>
                    <a:cubicBezTo>
                      <a:pt x="370469" y="67"/>
                      <a:pt x="368450" y="2388"/>
                      <a:pt x="368450" y="2388"/>
                    </a:cubicBezTo>
                    <a:cubicBezTo>
                      <a:pt x="368450" y="2388"/>
                      <a:pt x="365825" y="8477"/>
                      <a:pt x="365825" y="9049"/>
                    </a:cubicBezTo>
                    <a:cubicBezTo>
                      <a:pt x="365825" y="9621"/>
                      <a:pt x="364378" y="12817"/>
                      <a:pt x="364378" y="12817"/>
                    </a:cubicBezTo>
                    <a:lnTo>
                      <a:pt x="359162" y="18031"/>
                    </a:lnTo>
                    <a:lnTo>
                      <a:pt x="355695" y="19343"/>
                    </a:lnTo>
                    <a:cubicBezTo>
                      <a:pt x="355695" y="19343"/>
                      <a:pt x="354551" y="19915"/>
                      <a:pt x="354113" y="20083"/>
                    </a:cubicBezTo>
                    <a:cubicBezTo>
                      <a:pt x="353676" y="20217"/>
                      <a:pt x="351354" y="21832"/>
                      <a:pt x="351354" y="21832"/>
                    </a:cubicBezTo>
                    <a:cubicBezTo>
                      <a:pt x="351354" y="21832"/>
                      <a:pt x="348022" y="23716"/>
                      <a:pt x="347585" y="23851"/>
                    </a:cubicBezTo>
                    <a:cubicBezTo>
                      <a:pt x="347147" y="23985"/>
                      <a:pt x="345565" y="23851"/>
                      <a:pt x="344690" y="23851"/>
                    </a:cubicBezTo>
                    <a:cubicBezTo>
                      <a:pt x="343815" y="23851"/>
                      <a:pt x="342503" y="24725"/>
                      <a:pt x="342065" y="25162"/>
                    </a:cubicBezTo>
                    <a:cubicBezTo>
                      <a:pt x="341628" y="25600"/>
                      <a:pt x="339743" y="26609"/>
                      <a:pt x="339743" y="26609"/>
                    </a:cubicBezTo>
                    <a:lnTo>
                      <a:pt x="340618" y="29805"/>
                    </a:lnTo>
                    <a:lnTo>
                      <a:pt x="342065" y="31251"/>
                    </a:lnTo>
                    <a:cubicBezTo>
                      <a:pt x="342065" y="31251"/>
                      <a:pt x="349032" y="35019"/>
                      <a:pt x="350041" y="35153"/>
                    </a:cubicBezTo>
                    <a:cubicBezTo>
                      <a:pt x="351051" y="35288"/>
                      <a:pt x="351791" y="37340"/>
                      <a:pt x="351791" y="37340"/>
                    </a:cubicBezTo>
                    <a:lnTo>
                      <a:pt x="350647" y="39089"/>
                    </a:lnTo>
                    <a:lnTo>
                      <a:pt x="348762" y="41276"/>
                    </a:lnTo>
                    <a:lnTo>
                      <a:pt x="346878" y="42453"/>
                    </a:lnTo>
                    <a:lnTo>
                      <a:pt x="347753" y="45481"/>
                    </a:lnTo>
                    <a:lnTo>
                      <a:pt x="348325" y="46927"/>
                    </a:lnTo>
                    <a:lnTo>
                      <a:pt x="350344" y="50258"/>
                    </a:lnTo>
                    <a:lnTo>
                      <a:pt x="349604" y="53016"/>
                    </a:lnTo>
                    <a:cubicBezTo>
                      <a:pt x="349604" y="53016"/>
                      <a:pt x="349166" y="54765"/>
                      <a:pt x="349166" y="55203"/>
                    </a:cubicBezTo>
                    <a:cubicBezTo>
                      <a:pt x="349166" y="55640"/>
                      <a:pt x="349604" y="57793"/>
                      <a:pt x="349604" y="57793"/>
                    </a:cubicBezTo>
                    <a:cubicBezTo>
                      <a:pt x="349604" y="57793"/>
                      <a:pt x="352363" y="61695"/>
                      <a:pt x="352801" y="61998"/>
                    </a:cubicBezTo>
                    <a:cubicBezTo>
                      <a:pt x="353238" y="62301"/>
                      <a:pt x="352498" y="65194"/>
                      <a:pt x="352498" y="65194"/>
                    </a:cubicBezTo>
                    <a:lnTo>
                      <a:pt x="351185" y="67649"/>
                    </a:lnTo>
                    <a:cubicBezTo>
                      <a:pt x="351185" y="67649"/>
                      <a:pt x="347719" y="68221"/>
                      <a:pt x="347113" y="68221"/>
                    </a:cubicBezTo>
                    <a:cubicBezTo>
                      <a:pt x="346541" y="68221"/>
                      <a:pt x="344084" y="68524"/>
                      <a:pt x="344084" y="68524"/>
                    </a:cubicBezTo>
                    <a:cubicBezTo>
                      <a:pt x="344084" y="68524"/>
                      <a:pt x="341762" y="70273"/>
                      <a:pt x="340618" y="70542"/>
                    </a:cubicBezTo>
                    <a:cubicBezTo>
                      <a:pt x="339474" y="70845"/>
                      <a:pt x="336142" y="71552"/>
                      <a:pt x="336142" y="71552"/>
                    </a:cubicBezTo>
                    <a:lnTo>
                      <a:pt x="330791" y="68928"/>
                    </a:lnTo>
                    <a:lnTo>
                      <a:pt x="326315" y="62536"/>
                    </a:lnTo>
                    <a:lnTo>
                      <a:pt x="322545" y="56750"/>
                    </a:lnTo>
                    <a:lnTo>
                      <a:pt x="317901" y="52108"/>
                    </a:lnTo>
                    <a:lnTo>
                      <a:pt x="311675" y="45885"/>
                    </a:lnTo>
                    <a:lnTo>
                      <a:pt x="304843" y="44573"/>
                    </a:lnTo>
                    <a:lnTo>
                      <a:pt x="300939" y="42823"/>
                    </a:lnTo>
                    <a:lnTo>
                      <a:pt x="295420" y="41242"/>
                    </a:lnTo>
                    <a:lnTo>
                      <a:pt x="293838" y="42823"/>
                    </a:lnTo>
                    <a:cubicBezTo>
                      <a:pt x="293838" y="42823"/>
                      <a:pt x="291381" y="43967"/>
                      <a:pt x="290809" y="44135"/>
                    </a:cubicBezTo>
                    <a:cubicBezTo>
                      <a:pt x="290237" y="44270"/>
                      <a:pt x="285155" y="44135"/>
                      <a:pt x="285155" y="44135"/>
                    </a:cubicBezTo>
                    <a:lnTo>
                      <a:pt x="284280" y="42823"/>
                    </a:lnTo>
                    <a:lnTo>
                      <a:pt x="275597" y="42823"/>
                    </a:lnTo>
                    <a:lnTo>
                      <a:pt x="268227" y="42823"/>
                    </a:lnTo>
                    <a:lnTo>
                      <a:pt x="266342" y="43900"/>
                    </a:lnTo>
                    <a:lnTo>
                      <a:pt x="262270" y="44976"/>
                    </a:lnTo>
                    <a:lnTo>
                      <a:pt x="260688" y="45851"/>
                    </a:lnTo>
                    <a:lnTo>
                      <a:pt x="259982" y="47432"/>
                    </a:lnTo>
                    <a:lnTo>
                      <a:pt x="262136" y="49013"/>
                    </a:lnTo>
                    <a:lnTo>
                      <a:pt x="262573" y="54093"/>
                    </a:lnTo>
                    <a:lnTo>
                      <a:pt x="262573" y="56548"/>
                    </a:lnTo>
                    <a:lnTo>
                      <a:pt x="262573" y="59307"/>
                    </a:lnTo>
                    <a:lnTo>
                      <a:pt x="262573" y="61493"/>
                    </a:lnTo>
                    <a:lnTo>
                      <a:pt x="261866" y="64083"/>
                    </a:lnTo>
                    <a:lnTo>
                      <a:pt x="259982" y="65227"/>
                    </a:lnTo>
                    <a:lnTo>
                      <a:pt x="258972" y="67986"/>
                    </a:lnTo>
                    <a:lnTo>
                      <a:pt x="260116" y="69870"/>
                    </a:lnTo>
                    <a:lnTo>
                      <a:pt x="263886" y="72460"/>
                    </a:lnTo>
                    <a:lnTo>
                      <a:pt x="265333" y="75656"/>
                    </a:lnTo>
                    <a:lnTo>
                      <a:pt x="265198" y="77842"/>
                    </a:lnTo>
                    <a:lnTo>
                      <a:pt x="265064" y="79289"/>
                    </a:lnTo>
                    <a:lnTo>
                      <a:pt x="263919" y="80601"/>
                    </a:lnTo>
                    <a:lnTo>
                      <a:pt x="263482" y="82754"/>
                    </a:lnTo>
                    <a:lnTo>
                      <a:pt x="261159" y="82754"/>
                    </a:lnTo>
                    <a:lnTo>
                      <a:pt x="258400" y="83628"/>
                    </a:lnTo>
                    <a:lnTo>
                      <a:pt x="254496" y="85815"/>
                    </a:lnTo>
                    <a:lnTo>
                      <a:pt x="251467" y="87396"/>
                    </a:lnTo>
                    <a:lnTo>
                      <a:pt x="247832" y="91029"/>
                    </a:lnTo>
                    <a:lnTo>
                      <a:pt x="244635" y="94225"/>
                    </a:lnTo>
                    <a:lnTo>
                      <a:pt x="242751" y="97252"/>
                    </a:lnTo>
                    <a:lnTo>
                      <a:pt x="241606" y="100280"/>
                    </a:lnTo>
                    <a:lnTo>
                      <a:pt x="242178" y="103913"/>
                    </a:lnTo>
                    <a:lnTo>
                      <a:pt x="243491" y="106671"/>
                    </a:lnTo>
                    <a:lnTo>
                      <a:pt x="245376" y="109564"/>
                    </a:lnTo>
                    <a:lnTo>
                      <a:pt x="251164" y="114038"/>
                    </a:lnTo>
                    <a:lnTo>
                      <a:pt x="251736" y="119118"/>
                    </a:lnTo>
                    <a:lnTo>
                      <a:pt x="251433" y="124197"/>
                    </a:lnTo>
                    <a:lnTo>
                      <a:pt x="253621" y="130286"/>
                    </a:lnTo>
                    <a:lnTo>
                      <a:pt x="255506" y="135501"/>
                    </a:lnTo>
                    <a:lnTo>
                      <a:pt x="252611" y="141152"/>
                    </a:lnTo>
                    <a:lnTo>
                      <a:pt x="247092" y="143170"/>
                    </a:lnTo>
                    <a:lnTo>
                      <a:pt x="241303" y="144751"/>
                    </a:lnTo>
                    <a:lnTo>
                      <a:pt x="235649" y="149226"/>
                    </a:lnTo>
                    <a:lnTo>
                      <a:pt x="235212" y="154877"/>
                    </a:lnTo>
                    <a:cubicBezTo>
                      <a:pt x="235212" y="154877"/>
                      <a:pt x="237803" y="162849"/>
                      <a:pt x="237803" y="163421"/>
                    </a:cubicBezTo>
                    <a:cubicBezTo>
                      <a:pt x="237803" y="163993"/>
                      <a:pt x="239116" y="167054"/>
                      <a:pt x="239116" y="167054"/>
                    </a:cubicBezTo>
                    <a:cubicBezTo>
                      <a:pt x="239116" y="167054"/>
                      <a:pt x="243895" y="172841"/>
                      <a:pt x="244770" y="174455"/>
                    </a:cubicBezTo>
                    <a:cubicBezTo>
                      <a:pt x="245645" y="176036"/>
                      <a:pt x="244635" y="178795"/>
                      <a:pt x="244635" y="178795"/>
                    </a:cubicBezTo>
                    <a:cubicBezTo>
                      <a:pt x="244635" y="178795"/>
                      <a:pt x="243626" y="179804"/>
                      <a:pt x="242010" y="180107"/>
                    </a:cubicBezTo>
                    <a:cubicBezTo>
                      <a:pt x="240428" y="180410"/>
                      <a:pt x="236928" y="182428"/>
                      <a:pt x="236221" y="182428"/>
                    </a:cubicBezTo>
                    <a:cubicBezTo>
                      <a:pt x="235481" y="182428"/>
                      <a:pt x="229120" y="187776"/>
                      <a:pt x="229120" y="187776"/>
                    </a:cubicBezTo>
                    <a:lnTo>
                      <a:pt x="226226" y="186464"/>
                    </a:lnTo>
                    <a:cubicBezTo>
                      <a:pt x="226226" y="186464"/>
                      <a:pt x="222322" y="186330"/>
                      <a:pt x="220707" y="186464"/>
                    </a:cubicBezTo>
                    <a:cubicBezTo>
                      <a:pt x="219125" y="186599"/>
                      <a:pt x="213740" y="190938"/>
                      <a:pt x="212899" y="191241"/>
                    </a:cubicBezTo>
                    <a:cubicBezTo>
                      <a:pt x="212024" y="191544"/>
                      <a:pt x="209399" y="198474"/>
                      <a:pt x="209399" y="198474"/>
                    </a:cubicBezTo>
                    <a:lnTo>
                      <a:pt x="216062" y="203823"/>
                    </a:lnTo>
                    <a:lnTo>
                      <a:pt x="217947" y="207590"/>
                    </a:lnTo>
                    <a:cubicBezTo>
                      <a:pt x="217947" y="207590"/>
                      <a:pt x="216365" y="212670"/>
                      <a:pt x="215625" y="212670"/>
                    </a:cubicBezTo>
                    <a:cubicBezTo>
                      <a:pt x="214918" y="212670"/>
                      <a:pt x="213303" y="215428"/>
                      <a:pt x="212159" y="215698"/>
                    </a:cubicBezTo>
                    <a:cubicBezTo>
                      <a:pt x="211014" y="216000"/>
                      <a:pt x="208389" y="216841"/>
                      <a:pt x="208389" y="216841"/>
                    </a:cubicBezTo>
                    <a:lnTo>
                      <a:pt x="204048" y="217547"/>
                    </a:lnTo>
                    <a:cubicBezTo>
                      <a:pt x="204048" y="217547"/>
                      <a:pt x="198831" y="221181"/>
                      <a:pt x="198091" y="221181"/>
                    </a:cubicBezTo>
                    <a:cubicBezTo>
                      <a:pt x="197351" y="221181"/>
                      <a:pt x="194894" y="225823"/>
                      <a:pt x="193749" y="226260"/>
                    </a:cubicBezTo>
                    <a:cubicBezTo>
                      <a:pt x="192571" y="226697"/>
                      <a:pt x="192740" y="227269"/>
                      <a:pt x="192740" y="227269"/>
                    </a:cubicBezTo>
                    <a:lnTo>
                      <a:pt x="187826" y="229591"/>
                    </a:lnTo>
                    <a:lnTo>
                      <a:pt x="187826" y="234367"/>
                    </a:lnTo>
                    <a:lnTo>
                      <a:pt x="187557" y="238438"/>
                    </a:lnTo>
                    <a:cubicBezTo>
                      <a:pt x="187557" y="238438"/>
                      <a:pt x="188432" y="245670"/>
                      <a:pt x="188264" y="246107"/>
                    </a:cubicBezTo>
                    <a:cubicBezTo>
                      <a:pt x="188129" y="246545"/>
                      <a:pt x="187826" y="248429"/>
                      <a:pt x="187254" y="248731"/>
                    </a:cubicBezTo>
                    <a:cubicBezTo>
                      <a:pt x="186682" y="249034"/>
                      <a:pt x="185235" y="251322"/>
                      <a:pt x="184360" y="252364"/>
                    </a:cubicBezTo>
                    <a:cubicBezTo>
                      <a:pt x="183485" y="253374"/>
                      <a:pt x="184360" y="254988"/>
                      <a:pt x="184360" y="255998"/>
                    </a:cubicBezTo>
                    <a:cubicBezTo>
                      <a:pt x="184360" y="257007"/>
                      <a:pt x="186817" y="259328"/>
                      <a:pt x="186817" y="259328"/>
                    </a:cubicBezTo>
                    <a:cubicBezTo>
                      <a:pt x="186817" y="259328"/>
                      <a:pt x="188398" y="261784"/>
                      <a:pt x="188398" y="262221"/>
                    </a:cubicBezTo>
                    <a:cubicBezTo>
                      <a:pt x="188398" y="262658"/>
                      <a:pt x="188836" y="268579"/>
                      <a:pt x="188836" y="269756"/>
                    </a:cubicBezTo>
                    <a:cubicBezTo>
                      <a:pt x="188836" y="270900"/>
                      <a:pt x="190418" y="273827"/>
                      <a:pt x="190418" y="274264"/>
                    </a:cubicBezTo>
                    <a:cubicBezTo>
                      <a:pt x="190418" y="274701"/>
                      <a:pt x="193043" y="278335"/>
                      <a:pt x="193043" y="278335"/>
                    </a:cubicBezTo>
                    <a:lnTo>
                      <a:pt x="192302" y="287013"/>
                    </a:lnTo>
                    <a:lnTo>
                      <a:pt x="185504" y="293539"/>
                    </a:lnTo>
                    <a:lnTo>
                      <a:pt x="184629" y="299056"/>
                    </a:lnTo>
                    <a:lnTo>
                      <a:pt x="182172" y="302252"/>
                    </a:lnTo>
                    <a:lnTo>
                      <a:pt x="179850" y="304573"/>
                    </a:lnTo>
                    <a:lnTo>
                      <a:pt x="175509" y="307903"/>
                    </a:lnTo>
                    <a:lnTo>
                      <a:pt x="175071" y="310090"/>
                    </a:lnTo>
                    <a:lnTo>
                      <a:pt x="172009" y="312849"/>
                    </a:lnTo>
                    <a:cubicBezTo>
                      <a:pt x="172009" y="312849"/>
                      <a:pt x="171133" y="313420"/>
                      <a:pt x="169989" y="314026"/>
                    </a:cubicBezTo>
                    <a:cubicBezTo>
                      <a:pt x="168845" y="314598"/>
                      <a:pt x="167532" y="314732"/>
                      <a:pt x="167532" y="314732"/>
                    </a:cubicBezTo>
                    <a:cubicBezTo>
                      <a:pt x="167532" y="314732"/>
                      <a:pt x="164773" y="316044"/>
                      <a:pt x="163023" y="316482"/>
                    </a:cubicBezTo>
                    <a:cubicBezTo>
                      <a:pt x="161273" y="316919"/>
                      <a:pt x="159994" y="318063"/>
                      <a:pt x="159994" y="318063"/>
                    </a:cubicBezTo>
                    <a:lnTo>
                      <a:pt x="157672" y="318937"/>
                    </a:lnTo>
                    <a:lnTo>
                      <a:pt x="156662" y="321999"/>
                    </a:lnTo>
                    <a:lnTo>
                      <a:pt x="155215" y="323580"/>
                    </a:lnTo>
                    <a:lnTo>
                      <a:pt x="152893" y="326204"/>
                    </a:lnTo>
                    <a:cubicBezTo>
                      <a:pt x="152893" y="326204"/>
                      <a:pt x="149426" y="327347"/>
                      <a:pt x="148820" y="327347"/>
                    </a:cubicBezTo>
                    <a:cubicBezTo>
                      <a:pt x="148248" y="327347"/>
                      <a:pt x="144042" y="328054"/>
                      <a:pt x="143604" y="328222"/>
                    </a:cubicBezTo>
                    <a:cubicBezTo>
                      <a:pt x="143167" y="328357"/>
                      <a:pt x="139700" y="331115"/>
                      <a:pt x="139700" y="331115"/>
                    </a:cubicBezTo>
                    <a:lnTo>
                      <a:pt x="133609" y="332730"/>
                    </a:lnTo>
                    <a:lnTo>
                      <a:pt x="127652" y="334748"/>
                    </a:lnTo>
                    <a:lnTo>
                      <a:pt x="123883" y="339390"/>
                    </a:lnTo>
                    <a:lnTo>
                      <a:pt x="120988" y="347060"/>
                    </a:lnTo>
                    <a:lnTo>
                      <a:pt x="118969" y="348809"/>
                    </a:lnTo>
                    <a:lnTo>
                      <a:pt x="118834" y="352846"/>
                    </a:lnTo>
                    <a:cubicBezTo>
                      <a:pt x="118834" y="352846"/>
                      <a:pt x="122301" y="359372"/>
                      <a:pt x="122469" y="359944"/>
                    </a:cubicBezTo>
                    <a:cubicBezTo>
                      <a:pt x="122604" y="360516"/>
                      <a:pt x="123916" y="364587"/>
                      <a:pt x="123916" y="364587"/>
                    </a:cubicBezTo>
                    <a:lnTo>
                      <a:pt x="122604" y="367042"/>
                    </a:lnTo>
                    <a:lnTo>
                      <a:pt x="119575" y="366470"/>
                    </a:lnTo>
                    <a:cubicBezTo>
                      <a:pt x="119575" y="366470"/>
                      <a:pt x="116512" y="365158"/>
                      <a:pt x="114796" y="365024"/>
                    </a:cubicBezTo>
                    <a:cubicBezTo>
                      <a:pt x="113046" y="364889"/>
                      <a:pt x="112036" y="365024"/>
                      <a:pt x="111464" y="365024"/>
                    </a:cubicBezTo>
                    <a:cubicBezTo>
                      <a:pt x="110892" y="365024"/>
                      <a:pt x="108704" y="367210"/>
                      <a:pt x="108704" y="367210"/>
                    </a:cubicBezTo>
                    <a:lnTo>
                      <a:pt x="108839" y="371685"/>
                    </a:lnTo>
                    <a:lnTo>
                      <a:pt x="115065" y="375755"/>
                    </a:lnTo>
                    <a:lnTo>
                      <a:pt x="111430" y="377638"/>
                    </a:lnTo>
                    <a:lnTo>
                      <a:pt x="107089" y="379388"/>
                    </a:lnTo>
                    <a:lnTo>
                      <a:pt x="99416" y="382146"/>
                    </a:lnTo>
                    <a:lnTo>
                      <a:pt x="97262" y="385342"/>
                    </a:lnTo>
                    <a:lnTo>
                      <a:pt x="90733" y="384030"/>
                    </a:lnTo>
                    <a:lnTo>
                      <a:pt x="84944" y="379825"/>
                    </a:lnTo>
                    <a:lnTo>
                      <a:pt x="78718" y="379522"/>
                    </a:lnTo>
                    <a:lnTo>
                      <a:pt x="75386" y="381709"/>
                    </a:lnTo>
                    <a:cubicBezTo>
                      <a:pt x="75386" y="381709"/>
                      <a:pt x="75521" y="386789"/>
                      <a:pt x="75521" y="387495"/>
                    </a:cubicBezTo>
                    <a:cubicBezTo>
                      <a:pt x="75521" y="388201"/>
                      <a:pt x="79290" y="394593"/>
                      <a:pt x="79290" y="394593"/>
                    </a:cubicBezTo>
                    <a:lnTo>
                      <a:pt x="85516" y="401691"/>
                    </a:lnTo>
                    <a:lnTo>
                      <a:pt x="84944" y="407780"/>
                    </a:lnTo>
                    <a:lnTo>
                      <a:pt x="79593" y="410235"/>
                    </a:lnTo>
                    <a:lnTo>
                      <a:pt x="72054" y="409663"/>
                    </a:lnTo>
                    <a:cubicBezTo>
                      <a:pt x="72054" y="409663"/>
                      <a:pt x="65256" y="410807"/>
                      <a:pt x="64651" y="410807"/>
                    </a:cubicBezTo>
                    <a:cubicBezTo>
                      <a:pt x="64078" y="410807"/>
                      <a:pt x="57246" y="412119"/>
                      <a:pt x="57246" y="412119"/>
                    </a:cubicBezTo>
                    <a:lnTo>
                      <a:pt x="50145" y="413431"/>
                    </a:lnTo>
                    <a:lnTo>
                      <a:pt x="44626" y="413566"/>
                    </a:lnTo>
                    <a:lnTo>
                      <a:pt x="38400" y="415012"/>
                    </a:lnTo>
                    <a:lnTo>
                      <a:pt x="34058" y="417636"/>
                    </a:lnTo>
                    <a:lnTo>
                      <a:pt x="31029" y="422985"/>
                    </a:lnTo>
                    <a:lnTo>
                      <a:pt x="34058" y="426887"/>
                    </a:lnTo>
                    <a:lnTo>
                      <a:pt x="35203" y="432404"/>
                    </a:lnTo>
                    <a:lnTo>
                      <a:pt x="31871" y="439199"/>
                    </a:lnTo>
                    <a:lnTo>
                      <a:pt x="23457" y="440948"/>
                    </a:lnTo>
                    <a:cubicBezTo>
                      <a:pt x="23457" y="440948"/>
                      <a:pt x="17669" y="440948"/>
                      <a:pt x="17097" y="440948"/>
                    </a:cubicBezTo>
                    <a:cubicBezTo>
                      <a:pt x="16524" y="440948"/>
                      <a:pt x="12890" y="443034"/>
                      <a:pt x="12890" y="443034"/>
                    </a:cubicBezTo>
                    <a:lnTo>
                      <a:pt x="9995" y="446734"/>
                    </a:lnTo>
                    <a:lnTo>
                      <a:pt x="7539" y="451377"/>
                    </a:lnTo>
                    <a:lnTo>
                      <a:pt x="5957" y="454270"/>
                    </a:lnTo>
                    <a:lnTo>
                      <a:pt x="4947" y="457163"/>
                    </a:lnTo>
                    <a:lnTo>
                      <a:pt x="7404" y="460055"/>
                    </a:lnTo>
                    <a:lnTo>
                      <a:pt x="11308" y="461805"/>
                    </a:lnTo>
                    <a:lnTo>
                      <a:pt x="13933" y="461805"/>
                    </a:lnTo>
                    <a:lnTo>
                      <a:pt x="20462" y="463554"/>
                    </a:lnTo>
                    <a:lnTo>
                      <a:pt x="23928" y="464563"/>
                    </a:lnTo>
                    <a:lnTo>
                      <a:pt x="25813" y="468634"/>
                    </a:lnTo>
                    <a:lnTo>
                      <a:pt x="28001" y="470955"/>
                    </a:lnTo>
                    <a:lnTo>
                      <a:pt x="27429" y="474151"/>
                    </a:lnTo>
                    <a:lnTo>
                      <a:pt x="23222" y="475732"/>
                    </a:lnTo>
                    <a:lnTo>
                      <a:pt x="20630" y="476875"/>
                    </a:lnTo>
                    <a:lnTo>
                      <a:pt x="15111" y="479062"/>
                    </a:lnTo>
                    <a:lnTo>
                      <a:pt x="11039" y="482392"/>
                    </a:lnTo>
                    <a:lnTo>
                      <a:pt x="7842" y="485588"/>
                    </a:lnTo>
                    <a:lnTo>
                      <a:pt x="6394" y="491239"/>
                    </a:lnTo>
                    <a:lnTo>
                      <a:pt x="4072" y="497026"/>
                    </a:lnTo>
                    <a:lnTo>
                      <a:pt x="2760" y="503417"/>
                    </a:lnTo>
                    <a:lnTo>
                      <a:pt x="1885" y="509943"/>
                    </a:lnTo>
                    <a:lnTo>
                      <a:pt x="2019" y="516167"/>
                    </a:lnTo>
                    <a:lnTo>
                      <a:pt x="0" y="525283"/>
                    </a:lnTo>
                    <a:lnTo>
                      <a:pt x="0" y="530800"/>
                    </a:lnTo>
                    <a:lnTo>
                      <a:pt x="1649" y="535879"/>
                    </a:lnTo>
                    <a:lnTo>
                      <a:pt x="4476" y="538772"/>
                    </a:lnTo>
                    <a:lnTo>
                      <a:pt x="7101" y="543247"/>
                    </a:lnTo>
                    <a:lnTo>
                      <a:pt x="8111" y="548764"/>
                    </a:lnTo>
                    <a:lnTo>
                      <a:pt x="12149" y="549033"/>
                    </a:lnTo>
                    <a:lnTo>
                      <a:pt x="17500" y="550042"/>
                    </a:lnTo>
                    <a:lnTo>
                      <a:pt x="18241" y="552800"/>
                    </a:lnTo>
                    <a:cubicBezTo>
                      <a:pt x="18241" y="552800"/>
                      <a:pt x="15178" y="553405"/>
                      <a:pt x="14606" y="553675"/>
                    </a:cubicBezTo>
                    <a:cubicBezTo>
                      <a:pt x="14034" y="553977"/>
                      <a:pt x="11577" y="555693"/>
                      <a:pt x="11577" y="555693"/>
                    </a:cubicBezTo>
                    <a:lnTo>
                      <a:pt x="8683" y="558149"/>
                    </a:lnTo>
                    <a:lnTo>
                      <a:pt x="8111" y="560167"/>
                    </a:lnTo>
                    <a:lnTo>
                      <a:pt x="12149" y="562926"/>
                    </a:lnTo>
                    <a:lnTo>
                      <a:pt x="14034" y="568005"/>
                    </a:lnTo>
                    <a:cubicBezTo>
                      <a:pt x="14034" y="568005"/>
                      <a:pt x="16053" y="571773"/>
                      <a:pt x="16625" y="572782"/>
                    </a:cubicBezTo>
                    <a:cubicBezTo>
                      <a:pt x="17231" y="573791"/>
                      <a:pt x="17366" y="574363"/>
                      <a:pt x="17366" y="574363"/>
                    </a:cubicBezTo>
                    <a:lnTo>
                      <a:pt x="20428" y="576819"/>
                    </a:lnTo>
                    <a:lnTo>
                      <a:pt x="23188" y="578568"/>
                    </a:lnTo>
                    <a:lnTo>
                      <a:pt x="24500" y="578434"/>
                    </a:lnTo>
                    <a:cubicBezTo>
                      <a:pt x="24500" y="578434"/>
                      <a:pt x="26520" y="576415"/>
                      <a:pt x="26654" y="575978"/>
                    </a:cubicBezTo>
                    <a:cubicBezTo>
                      <a:pt x="26789" y="575541"/>
                      <a:pt x="28404" y="573960"/>
                      <a:pt x="28404" y="573960"/>
                    </a:cubicBezTo>
                    <a:lnTo>
                      <a:pt x="31029" y="577155"/>
                    </a:lnTo>
                    <a:lnTo>
                      <a:pt x="33924" y="579611"/>
                    </a:lnTo>
                    <a:lnTo>
                      <a:pt x="34664" y="580620"/>
                    </a:lnTo>
                    <a:lnTo>
                      <a:pt x="37558" y="583379"/>
                    </a:lnTo>
                    <a:lnTo>
                      <a:pt x="37693" y="585700"/>
                    </a:lnTo>
                    <a:lnTo>
                      <a:pt x="37121" y="587752"/>
                    </a:lnTo>
                    <a:cubicBezTo>
                      <a:pt x="37121" y="587752"/>
                      <a:pt x="34664" y="589333"/>
                      <a:pt x="34092" y="589333"/>
                    </a:cubicBezTo>
                    <a:cubicBezTo>
                      <a:pt x="33520" y="589333"/>
                      <a:pt x="31904" y="588593"/>
                      <a:pt x="31904" y="588593"/>
                    </a:cubicBezTo>
                    <a:lnTo>
                      <a:pt x="29145" y="586271"/>
                    </a:lnTo>
                    <a:lnTo>
                      <a:pt x="25510" y="586137"/>
                    </a:lnTo>
                    <a:lnTo>
                      <a:pt x="24063" y="587012"/>
                    </a:lnTo>
                    <a:lnTo>
                      <a:pt x="22616" y="589635"/>
                    </a:lnTo>
                    <a:lnTo>
                      <a:pt x="22616" y="592663"/>
                    </a:lnTo>
                    <a:cubicBezTo>
                      <a:pt x="22616" y="592663"/>
                      <a:pt x="23592" y="598617"/>
                      <a:pt x="23154" y="600468"/>
                    </a:cubicBezTo>
                    <a:cubicBezTo>
                      <a:pt x="22717" y="602351"/>
                      <a:pt x="23491" y="602351"/>
                      <a:pt x="23491" y="602351"/>
                    </a:cubicBezTo>
                    <a:lnTo>
                      <a:pt x="27126" y="603966"/>
                    </a:lnTo>
                    <a:cubicBezTo>
                      <a:pt x="27126" y="603966"/>
                      <a:pt x="28842" y="603226"/>
                      <a:pt x="29313" y="603226"/>
                    </a:cubicBezTo>
                    <a:cubicBezTo>
                      <a:pt x="29751" y="603226"/>
                      <a:pt x="32948" y="600165"/>
                      <a:pt x="33217" y="599761"/>
                    </a:cubicBezTo>
                    <a:cubicBezTo>
                      <a:pt x="33520" y="599324"/>
                      <a:pt x="39174" y="599189"/>
                      <a:pt x="39174" y="599189"/>
                    </a:cubicBezTo>
                    <a:lnTo>
                      <a:pt x="42943" y="599189"/>
                    </a:lnTo>
                    <a:lnTo>
                      <a:pt x="45972" y="600501"/>
                    </a:lnTo>
                    <a:lnTo>
                      <a:pt x="46713" y="601073"/>
                    </a:lnTo>
                    <a:cubicBezTo>
                      <a:pt x="46713" y="601073"/>
                      <a:pt x="50482" y="603966"/>
                      <a:pt x="51054" y="603832"/>
                    </a:cubicBezTo>
                    <a:cubicBezTo>
                      <a:pt x="51626" y="603697"/>
                      <a:pt x="53948" y="604269"/>
                      <a:pt x="54520" y="603832"/>
                    </a:cubicBezTo>
                    <a:cubicBezTo>
                      <a:pt x="55093" y="603394"/>
                      <a:pt x="58020" y="601645"/>
                      <a:pt x="58020" y="601645"/>
                    </a:cubicBezTo>
                    <a:lnTo>
                      <a:pt x="62497" y="600064"/>
                    </a:lnTo>
                    <a:cubicBezTo>
                      <a:pt x="62497" y="600064"/>
                      <a:pt x="68857" y="598752"/>
                      <a:pt x="69463" y="598752"/>
                    </a:cubicBezTo>
                    <a:cubicBezTo>
                      <a:pt x="70035" y="598752"/>
                      <a:pt x="74107" y="597743"/>
                      <a:pt x="74680" y="597440"/>
                    </a:cubicBezTo>
                    <a:cubicBezTo>
                      <a:pt x="75252" y="597137"/>
                      <a:pt x="78449" y="594412"/>
                      <a:pt x="78449" y="594412"/>
                    </a:cubicBezTo>
                    <a:lnTo>
                      <a:pt x="83531" y="592528"/>
                    </a:lnTo>
                    <a:cubicBezTo>
                      <a:pt x="83531" y="592528"/>
                      <a:pt x="86862" y="588323"/>
                      <a:pt x="87165" y="587886"/>
                    </a:cubicBezTo>
                    <a:cubicBezTo>
                      <a:pt x="87468" y="587449"/>
                      <a:pt x="89622" y="581966"/>
                      <a:pt x="89622" y="581966"/>
                    </a:cubicBezTo>
                    <a:lnTo>
                      <a:pt x="90935" y="577761"/>
                    </a:lnTo>
                    <a:lnTo>
                      <a:pt x="93391" y="572109"/>
                    </a:lnTo>
                    <a:lnTo>
                      <a:pt x="91069" y="568342"/>
                    </a:lnTo>
                    <a:lnTo>
                      <a:pt x="87738" y="563868"/>
                    </a:lnTo>
                    <a:lnTo>
                      <a:pt x="86156" y="559393"/>
                    </a:lnTo>
                    <a:lnTo>
                      <a:pt x="84406" y="557947"/>
                    </a:lnTo>
                    <a:lnTo>
                      <a:pt x="81074" y="559393"/>
                    </a:lnTo>
                    <a:lnTo>
                      <a:pt x="79189" y="556938"/>
                    </a:lnTo>
                    <a:lnTo>
                      <a:pt x="77742" y="554347"/>
                    </a:lnTo>
                    <a:lnTo>
                      <a:pt x="76867" y="554617"/>
                    </a:lnTo>
                    <a:lnTo>
                      <a:pt x="73973" y="555760"/>
                    </a:lnTo>
                    <a:lnTo>
                      <a:pt x="71078" y="555760"/>
                    </a:lnTo>
                    <a:lnTo>
                      <a:pt x="70069" y="552935"/>
                    </a:lnTo>
                    <a:lnTo>
                      <a:pt x="69328" y="550681"/>
                    </a:lnTo>
                    <a:lnTo>
                      <a:pt x="70473" y="547048"/>
                    </a:lnTo>
                    <a:lnTo>
                      <a:pt x="72223" y="547048"/>
                    </a:lnTo>
                    <a:lnTo>
                      <a:pt x="75992" y="547048"/>
                    </a:lnTo>
                    <a:lnTo>
                      <a:pt x="77574" y="545736"/>
                    </a:lnTo>
                    <a:lnTo>
                      <a:pt x="77002" y="543549"/>
                    </a:lnTo>
                    <a:lnTo>
                      <a:pt x="76564" y="540084"/>
                    </a:lnTo>
                    <a:lnTo>
                      <a:pt x="74982" y="538201"/>
                    </a:lnTo>
                    <a:lnTo>
                      <a:pt x="72660" y="535005"/>
                    </a:lnTo>
                    <a:lnTo>
                      <a:pt x="71482" y="534197"/>
                    </a:lnTo>
                    <a:cubicBezTo>
                      <a:pt x="71482" y="534197"/>
                      <a:pt x="68723" y="533996"/>
                      <a:pt x="67578" y="534130"/>
                    </a:cubicBezTo>
                    <a:cubicBezTo>
                      <a:pt x="66434" y="534265"/>
                      <a:pt x="63102" y="534130"/>
                      <a:pt x="63102" y="534130"/>
                    </a:cubicBezTo>
                    <a:lnTo>
                      <a:pt x="59905" y="531506"/>
                    </a:lnTo>
                    <a:lnTo>
                      <a:pt x="56439" y="528613"/>
                    </a:lnTo>
                    <a:cubicBezTo>
                      <a:pt x="56439" y="528613"/>
                      <a:pt x="54117" y="525990"/>
                      <a:pt x="53847" y="525417"/>
                    </a:cubicBezTo>
                    <a:cubicBezTo>
                      <a:pt x="53544" y="524845"/>
                      <a:pt x="52838" y="522659"/>
                      <a:pt x="52838" y="522659"/>
                    </a:cubicBezTo>
                    <a:lnTo>
                      <a:pt x="52265" y="521785"/>
                    </a:lnTo>
                    <a:lnTo>
                      <a:pt x="52265" y="518892"/>
                    </a:lnTo>
                    <a:lnTo>
                      <a:pt x="52703" y="517008"/>
                    </a:lnTo>
                    <a:lnTo>
                      <a:pt x="55025" y="514115"/>
                    </a:lnTo>
                    <a:lnTo>
                      <a:pt x="58054" y="511356"/>
                    </a:lnTo>
                    <a:lnTo>
                      <a:pt x="61958" y="509910"/>
                    </a:lnTo>
                    <a:cubicBezTo>
                      <a:pt x="61958" y="509910"/>
                      <a:pt x="66030" y="508766"/>
                      <a:pt x="68487" y="508329"/>
                    </a:cubicBezTo>
                    <a:cubicBezTo>
                      <a:pt x="70944" y="507891"/>
                      <a:pt x="68622" y="511524"/>
                      <a:pt x="68622" y="511524"/>
                    </a:cubicBezTo>
                    <a:cubicBezTo>
                      <a:pt x="68622" y="511524"/>
                      <a:pt x="65290" y="515292"/>
                      <a:pt x="64852" y="515595"/>
                    </a:cubicBezTo>
                    <a:cubicBezTo>
                      <a:pt x="64415" y="515898"/>
                      <a:pt x="67006" y="517479"/>
                      <a:pt x="67006" y="517479"/>
                    </a:cubicBezTo>
                    <a:lnTo>
                      <a:pt x="71785" y="517479"/>
                    </a:lnTo>
                    <a:lnTo>
                      <a:pt x="74545" y="516335"/>
                    </a:lnTo>
                    <a:lnTo>
                      <a:pt x="77742" y="515460"/>
                    </a:lnTo>
                    <a:lnTo>
                      <a:pt x="82252" y="518051"/>
                    </a:lnTo>
                    <a:lnTo>
                      <a:pt x="85718" y="520944"/>
                    </a:lnTo>
                    <a:lnTo>
                      <a:pt x="91372" y="522659"/>
                    </a:lnTo>
                    <a:lnTo>
                      <a:pt x="95714" y="522659"/>
                    </a:lnTo>
                    <a:lnTo>
                      <a:pt x="96016" y="519463"/>
                    </a:lnTo>
                    <a:lnTo>
                      <a:pt x="96891" y="516570"/>
                    </a:lnTo>
                    <a:lnTo>
                      <a:pt x="97026" y="513946"/>
                    </a:lnTo>
                    <a:lnTo>
                      <a:pt x="96319" y="511928"/>
                    </a:lnTo>
                    <a:lnTo>
                      <a:pt x="94267" y="510179"/>
                    </a:lnTo>
                    <a:cubicBezTo>
                      <a:pt x="94267" y="510179"/>
                      <a:pt x="91944" y="508867"/>
                      <a:pt x="91675" y="508295"/>
                    </a:cubicBezTo>
                    <a:cubicBezTo>
                      <a:pt x="91372" y="507723"/>
                      <a:pt x="90531" y="508160"/>
                      <a:pt x="89050" y="507151"/>
                    </a:cubicBezTo>
                    <a:cubicBezTo>
                      <a:pt x="87603" y="506142"/>
                      <a:pt x="86021" y="504830"/>
                      <a:pt x="85415" y="504527"/>
                    </a:cubicBezTo>
                    <a:cubicBezTo>
                      <a:pt x="84843" y="504258"/>
                      <a:pt x="83396" y="503383"/>
                      <a:pt x="83396" y="503383"/>
                    </a:cubicBezTo>
                    <a:lnTo>
                      <a:pt x="79761" y="502206"/>
                    </a:lnTo>
                    <a:lnTo>
                      <a:pt x="80636" y="500760"/>
                    </a:lnTo>
                    <a:lnTo>
                      <a:pt x="81713" y="499448"/>
                    </a:lnTo>
                    <a:lnTo>
                      <a:pt x="81814" y="495680"/>
                    </a:lnTo>
                    <a:lnTo>
                      <a:pt x="81814" y="490331"/>
                    </a:lnTo>
                    <a:cubicBezTo>
                      <a:pt x="81814" y="490331"/>
                      <a:pt x="82184" y="487270"/>
                      <a:pt x="81882" y="486698"/>
                    </a:cubicBezTo>
                    <a:cubicBezTo>
                      <a:pt x="81579" y="486126"/>
                      <a:pt x="81814" y="481787"/>
                      <a:pt x="81814" y="481787"/>
                    </a:cubicBezTo>
                    <a:lnTo>
                      <a:pt x="81814" y="478322"/>
                    </a:lnTo>
                    <a:lnTo>
                      <a:pt x="84002" y="478457"/>
                    </a:lnTo>
                    <a:lnTo>
                      <a:pt x="87636" y="482090"/>
                    </a:lnTo>
                    <a:cubicBezTo>
                      <a:pt x="87636" y="482090"/>
                      <a:pt x="89959" y="485723"/>
                      <a:pt x="89959" y="486295"/>
                    </a:cubicBezTo>
                    <a:cubicBezTo>
                      <a:pt x="89959" y="486867"/>
                      <a:pt x="89521" y="491206"/>
                      <a:pt x="89084" y="491643"/>
                    </a:cubicBezTo>
                    <a:cubicBezTo>
                      <a:pt x="88646" y="492080"/>
                      <a:pt x="89252" y="494671"/>
                      <a:pt x="89084" y="495108"/>
                    </a:cubicBezTo>
                    <a:cubicBezTo>
                      <a:pt x="88949" y="495545"/>
                      <a:pt x="91271" y="497295"/>
                      <a:pt x="91271" y="497295"/>
                    </a:cubicBezTo>
                    <a:lnTo>
                      <a:pt x="94738" y="503653"/>
                    </a:lnTo>
                    <a:cubicBezTo>
                      <a:pt x="94738" y="503653"/>
                      <a:pt x="98372" y="505099"/>
                      <a:pt x="98945" y="505099"/>
                    </a:cubicBezTo>
                    <a:cubicBezTo>
                      <a:pt x="99517" y="505099"/>
                      <a:pt x="101267" y="504662"/>
                      <a:pt x="101267" y="504224"/>
                    </a:cubicBezTo>
                    <a:cubicBezTo>
                      <a:pt x="101267" y="503787"/>
                      <a:pt x="102848" y="502475"/>
                      <a:pt x="102848" y="502475"/>
                    </a:cubicBezTo>
                    <a:lnTo>
                      <a:pt x="104430" y="500894"/>
                    </a:lnTo>
                    <a:lnTo>
                      <a:pt x="104430" y="497429"/>
                    </a:lnTo>
                    <a:lnTo>
                      <a:pt x="104430" y="492215"/>
                    </a:lnTo>
                    <a:lnTo>
                      <a:pt x="104430" y="488750"/>
                    </a:lnTo>
                    <a:lnTo>
                      <a:pt x="104430" y="482662"/>
                    </a:lnTo>
                    <a:lnTo>
                      <a:pt x="107325" y="480206"/>
                    </a:lnTo>
                    <a:lnTo>
                      <a:pt x="108772" y="482662"/>
                    </a:lnTo>
                    <a:lnTo>
                      <a:pt x="113719" y="482662"/>
                    </a:lnTo>
                    <a:lnTo>
                      <a:pt x="115603" y="479634"/>
                    </a:lnTo>
                    <a:lnTo>
                      <a:pt x="116478" y="476741"/>
                    </a:lnTo>
                    <a:lnTo>
                      <a:pt x="118060" y="471964"/>
                    </a:lnTo>
                    <a:lnTo>
                      <a:pt x="124589" y="468499"/>
                    </a:lnTo>
                    <a:lnTo>
                      <a:pt x="133138" y="468768"/>
                    </a:lnTo>
                    <a:lnTo>
                      <a:pt x="139094" y="468768"/>
                    </a:lnTo>
                    <a:lnTo>
                      <a:pt x="144883" y="469273"/>
                    </a:lnTo>
                    <a:lnTo>
                      <a:pt x="149224" y="467019"/>
                    </a:lnTo>
                    <a:lnTo>
                      <a:pt x="156898" y="465270"/>
                    </a:lnTo>
                    <a:lnTo>
                      <a:pt x="160801" y="464260"/>
                    </a:lnTo>
                    <a:lnTo>
                      <a:pt x="164268" y="463117"/>
                    </a:lnTo>
                    <a:lnTo>
                      <a:pt x="163561" y="459214"/>
                    </a:lnTo>
                    <a:lnTo>
                      <a:pt x="163561" y="457903"/>
                    </a:lnTo>
                    <a:lnTo>
                      <a:pt x="167263" y="457331"/>
                    </a:lnTo>
                    <a:lnTo>
                      <a:pt x="169787" y="458643"/>
                    </a:lnTo>
                    <a:lnTo>
                      <a:pt x="170528" y="460964"/>
                    </a:lnTo>
                    <a:lnTo>
                      <a:pt x="170528" y="465034"/>
                    </a:lnTo>
                    <a:lnTo>
                      <a:pt x="171470" y="469677"/>
                    </a:lnTo>
                    <a:lnTo>
                      <a:pt x="175038" y="470686"/>
                    </a:lnTo>
                    <a:cubicBezTo>
                      <a:pt x="175038" y="470686"/>
                      <a:pt x="177057" y="467221"/>
                      <a:pt x="177225" y="466783"/>
                    </a:cubicBezTo>
                    <a:cubicBezTo>
                      <a:pt x="177360" y="466346"/>
                      <a:pt x="178235" y="464160"/>
                      <a:pt x="178235" y="464160"/>
                    </a:cubicBezTo>
                    <a:lnTo>
                      <a:pt x="181432" y="461838"/>
                    </a:lnTo>
                    <a:lnTo>
                      <a:pt x="186783" y="460089"/>
                    </a:lnTo>
                    <a:lnTo>
                      <a:pt x="188398" y="457331"/>
                    </a:lnTo>
                    <a:lnTo>
                      <a:pt x="189845" y="454135"/>
                    </a:lnTo>
                    <a:lnTo>
                      <a:pt x="190418" y="452520"/>
                    </a:lnTo>
                    <a:lnTo>
                      <a:pt x="195197" y="453967"/>
                    </a:lnTo>
                    <a:lnTo>
                      <a:pt x="200278" y="456423"/>
                    </a:lnTo>
                    <a:lnTo>
                      <a:pt x="206235" y="460022"/>
                    </a:lnTo>
                    <a:lnTo>
                      <a:pt x="210005" y="460022"/>
                    </a:lnTo>
                    <a:lnTo>
                      <a:pt x="217543" y="457196"/>
                    </a:lnTo>
                    <a:lnTo>
                      <a:pt x="218284" y="453664"/>
                    </a:lnTo>
                    <a:cubicBezTo>
                      <a:pt x="218284" y="453664"/>
                      <a:pt x="220740" y="451209"/>
                      <a:pt x="220740" y="450771"/>
                    </a:cubicBezTo>
                    <a:cubicBezTo>
                      <a:pt x="220740" y="450334"/>
                      <a:pt x="223063" y="447575"/>
                      <a:pt x="223063" y="447575"/>
                    </a:cubicBezTo>
                    <a:lnTo>
                      <a:pt x="225250" y="444380"/>
                    </a:lnTo>
                    <a:lnTo>
                      <a:pt x="224947" y="442799"/>
                    </a:lnTo>
                    <a:lnTo>
                      <a:pt x="223635" y="439165"/>
                    </a:lnTo>
                    <a:lnTo>
                      <a:pt x="219562" y="434389"/>
                    </a:lnTo>
                    <a:lnTo>
                      <a:pt x="217543" y="430049"/>
                    </a:lnTo>
                    <a:lnTo>
                      <a:pt x="220135" y="429747"/>
                    </a:lnTo>
                    <a:lnTo>
                      <a:pt x="223029" y="429443"/>
                    </a:lnTo>
                    <a:cubicBezTo>
                      <a:pt x="223029" y="429443"/>
                      <a:pt x="226226" y="429006"/>
                      <a:pt x="226664" y="428737"/>
                    </a:cubicBezTo>
                    <a:cubicBezTo>
                      <a:pt x="227101" y="428435"/>
                      <a:pt x="228111" y="427156"/>
                      <a:pt x="228111" y="427156"/>
                    </a:cubicBezTo>
                    <a:lnTo>
                      <a:pt x="232183" y="426282"/>
                    </a:lnTo>
                    <a:lnTo>
                      <a:pt x="234774" y="426416"/>
                    </a:lnTo>
                    <a:lnTo>
                      <a:pt x="236356" y="429006"/>
                    </a:lnTo>
                    <a:lnTo>
                      <a:pt x="234774" y="432908"/>
                    </a:lnTo>
                    <a:lnTo>
                      <a:pt x="234337" y="435230"/>
                    </a:lnTo>
                    <a:lnTo>
                      <a:pt x="234068" y="439435"/>
                    </a:lnTo>
                    <a:lnTo>
                      <a:pt x="233193" y="441756"/>
                    </a:lnTo>
                    <a:lnTo>
                      <a:pt x="233193" y="445086"/>
                    </a:lnTo>
                    <a:lnTo>
                      <a:pt x="234269" y="448988"/>
                    </a:lnTo>
                    <a:lnTo>
                      <a:pt x="236794" y="451612"/>
                    </a:lnTo>
                    <a:lnTo>
                      <a:pt x="241000" y="453631"/>
                    </a:lnTo>
                    <a:lnTo>
                      <a:pt x="245780" y="452756"/>
                    </a:lnTo>
                    <a:lnTo>
                      <a:pt x="247799" y="448686"/>
                    </a:lnTo>
                    <a:lnTo>
                      <a:pt x="251265" y="446230"/>
                    </a:lnTo>
                    <a:cubicBezTo>
                      <a:pt x="251265" y="446230"/>
                      <a:pt x="251568" y="441150"/>
                      <a:pt x="251837" y="440578"/>
                    </a:cubicBezTo>
                    <a:cubicBezTo>
                      <a:pt x="252107" y="440006"/>
                      <a:pt x="251703" y="434489"/>
                      <a:pt x="251703" y="434489"/>
                    </a:cubicBezTo>
                    <a:lnTo>
                      <a:pt x="251130" y="432303"/>
                    </a:lnTo>
                    <a:lnTo>
                      <a:pt x="247933" y="428266"/>
                    </a:lnTo>
                    <a:lnTo>
                      <a:pt x="244029" y="422918"/>
                    </a:lnTo>
                    <a:lnTo>
                      <a:pt x="246049" y="420025"/>
                    </a:lnTo>
                    <a:lnTo>
                      <a:pt x="249515" y="420159"/>
                    </a:lnTo>
                    <a:lnTo>
                      <a:pt x="253587" y="420025"/>
                    </a:lnTo>
                    <a:lnTo>
                      <a:pt x="255035" y="422043"/>
                    </a:lnTo>
                    <a:lnTo>
                      <a:pt x="262438" y="423355"/>
                    </a:lnTo>
                    <a:lnTo>
                      <a:pt x="266510" y="420159"/>
                    </a:lnTo>
                    <a:lnTo>
                      <a:pt x="269270" y="417973"/>
                    </a:lnTo>
                    <a:lnTo>
                      <a:pt x="273915" y="416829"/>
                    </a:lnTo>
                    <a:lnTo>
                      <a:pt x="274621" y="419587"/>
                    </a:lnTo>
                    <a:lnTo>
                      <a:pt x="273040" y="425508"/>
                    </a:lnTo>
                    <a:lnTo>
                      <a:pt x="271896" y="429410"/>
                    </a:lnTo>
                    <a:lnTo>
                      <a:pt x="272905" y="432875"/>
                    </a:lnTo>
                    <a:lnTo>
                      <a:pt x="277549" y="433884"/>
                    </a:lnTo>
                    <a:lnTo>
                      <a:pt x="283641" y="433884"/>
                    </a:lnTo>
                    <a:lnTo>
                      <a:pt x="287982" y="432875"/>
                    </a:lnTo>
                    <a:lnTo>
                      <a:pt x="290877" y="429242"/>
                    </a:lnTo>
                    <a:lnTo>
                      <a:pt x="293333" y="425037"/>
                    </a:lnTo>
                    <a:lnTo>
                      <a:pt x="294780" y="423456"/>
                    </a:lnTo>
                    <a:lnTo>
                      <a:pt x="296228" y="419823"/>
                    </a:lnTo>
                    <a:lnTo>
                      <a:pt x="296497" y="414777"/>
                    </a:lnTo>
                    <a:lnTo>
                      <a:pt x="293468" y="409697"/>
                    </a:lnTo>
                    <a:lnTo>
                      <a:pt x="292761" y="406232"/>
                    </a:lnTo>
                    <a:lnTo>
                      <a:pt x="289429" y="402902"/>
                    </a:lnTo>
                    <a:lnTo>
                      <a:pt x="288723" y="397688"/>
                    </a:lnTo>
                    <a:lnTo>
                      <a:pt x="289598" y="393617"/>
                    </a:lnTo>
                    <a:lnTo>
                      <a:pt x="294074" y="398259"/>
                    </a:lnTo>
                    <a:lnTo>
                      <a:pt x="294074" y="401724"/>
                    </a:lnTo>
                    <a:lnTo>
                      <a:pt x="297103" y="404046"/>
                    </a:lnTo>
                    <a:lnTo>
                      <a:pt x="300435" y="406064"/>
                    </a:lnTo>
                    <a:lnTo>
                      <a:pt x="303632" y="408385"/>
                    </a:lnTo>
                    <a:lnTo>
                      <a:pt x="302319" y="410269"/>
                    </a:lnTo>
                    <a:lnTo>
                      <a:pt x="300435" y="415046"/>
                    </a:lnTo>
                    <a:lnTo>
                      <a:pt x="302319" y="420563"/>
                    </a:lnTo>
                    <a:lnTo>
                      <a:pt x="308848" y="425071"/>
                    </a:lnTo>
                    <a:lnTo>
                      <a:pt x="314939" y="424330"/>
                    </a:lnTo>
                    <a:lnTo>
                      <a:pt x="319146" y="420697"/>
                    </a:lnTo>
                    <a:cubicBezTo>
                      <a:pt x="319146" y="420697"/>
                      <a:pt x="323623" y="417939"/>
                      <a:pt x="324094" y="417502"/>
                    </a:cubicBezTo>
                    <a:cubicBezTo>
                      <a:pt x="324531" y="417064"/>
                      <a:pt x="326416" y="415450"/>
                      <a:pt x="326988" y="414609"/>
                    </a:cubicBezTo>
                    <a:cubicBezTo>
                      <a:pt x="327560" y="413734"/>
                      <a:pt x="329007" y="410841"/>
                      <a:pt x="329007" y="410841"/>
                    </a:cubicBezTo>
                    <a:lnTo>
                      <a:pt x="330454" y="406064"/>
                    </a:lnTo>
                    <a:lnTo>
                      <a:pt x="332204" y="401287"/>
                    </a:lnTo>
                    <a:lnTo>
                      <a:pt x="334527" y="397957"/>
                    </a:lnTo>
                    <a:lnTo>
                      <a:pt x="336411" y="397385"/>
                    </a:lnTo>
                    <a:cubicBezTo>
                      <a:pt x="336411" y="397385"/>
                      <a:pt x="340618" y="401859"/>
                      <a:pt x="341190" y="402464"/>
                    </a:cubicBezTo>
                    <a:cubicBezTo>
                      <a:pt x="341762" y="403036"/>
                      <a:pt x="341055" y="405492"/>
                      <a:pt x="341190" y="407813"/>
                    </a:cubicBezTo>
                    <a:cubicBezTo>
                      <a:pt x="341325" y="410134"/>
                      <a:pt x="341930" y="411715"/>
                      <a:pt x="341930" y="411715"/>
                    </a:cubicBezTo>
                    <a:cubicBezTo>
                      <a:pt x="341930" y="411715"/>
                      <a:pt x="347416" y="416358"/>
                      <a:pt x="348291" y="416055"/>
                    </a:cubicBezTo>
                    <a:cubicBezTo>
                      <a:pt x="349166" y="415752"/>
                      <a:pt x="353373" y="415315"/>
                      <a:pt x="353373" y="415315"/>
                    </a:cubicBezTo>
                    <a:lnTo>
                      <a:pt x="360474" y="416055"/>
                    </a:lnTo>
                    <a:cubicBezTo>
                      <a:pt x="360474" y="416055"/>
                      <a:pt x="362662" y="415752"/>
                      <a:pt x="362662" y="415315"/>
                    </a:cubicBezTo>
                    <a:cubicBezTo>
                      <a:pt x="362662" y="414878"/>
                      <a:pt x="364412" y="412859"/>
                      <a:pt x="364412" y="412859"/>
                    </a:cubicBezTo>
                    <a:lnTo>
                      <a:pt x="360508" y="410101"/>
                    </a:lnTo>
                    <a:lnTo>
                      <a:pt x="361383" y="406905"/>
                    </a:lnTo>
                    <a:cubicBezTo>
                      <a:pt x="361383" y="406905"/>
                      <a:pt x="363133" y="403877"/>
                      <a:pt x="363133" y="403272"/>
                    </a:cubicBezTo>
                    <a:cubicBezTo>
                      <a:pt x="363133" y="402700"/>
                      <a:pt x="364446" y="402128"/>
                      <a:pt x="364446" y="402128"/>
                    </a:cubicBezTo>
                    <a:lnTo>
                      <a:pt x="366330" y="402868"/>
                    </a:lnTo>
                    <a:lnTo>
                      <a:pt x="367912" y="405055"/>
                    </a:lnTo>
                    <a:cubicBezTo>
                      <a:pt x="367912" y="405055"/>
                      <a:pt x="372691" y="405627"/>
                      <a:pt x="373297" y="405055"/>
                    </a:cubicBezTo>
                    <a:cubicBezTo>
                      <a:pt x="373869" y="404483"/>
                      <a:pt x="374744" y="405055"/>
                      <a:pt x="374744" y="405055"/>
                    </a:cubicBezTo>
                    <a:cubicBezTo>
                      <a:pt x="374744" y="405055"/>
                      <a:pt x="377638" y="402027"/>
                      <a:pt x="377806" y="401590"/>
                    </a:cubicBezTo>
                    <a:cubicBezTo>
                      <a:pt x="377941" y="401153"/>
                      <a:pt x="381138" y="399269"/>
                      <a:pt x="381576" y="398529"/>
                    </a:cubicBezTo>
                    <a:cubicBezTo>
                      <a:pt x="382013" y="397822"/>
                      <a:pt x="382888" y="393752"/>
                      <a:pt x="382888" y="393752"/>
                    </a:cubicBezTo>
                    <a:lnTo>
                      <a:pt x="386523" y="390556"/>
                    </a:lnTo>
                    <a:lnTo>
                      <a:pt x="388980" y="387798"/>
                    </a:lnTo>
                    <a:lnTo>
                      <a:pt x="391436" y="384165"/>
                    </a:lnTo>
                    <a:lnTo>
                      <a:pt x="393321" y="380700"/>
                    </a:lnTo>
                    <a:lnTo>
                      <a:pt x="394903" y="378076"/>
                    </a:lnTo>
                    <a:lnTo>
                      <a:pt x="394465" y="373433"/>
                    </a:lnTo>
                    <a:lnTo>
                      <a:pt x="394331" y="370238"/>
                    </a:lnTo>
                    <a:lnTo>
                      <a:pt x="391706" y="366168"/>
                    </a:lnTo>
                    <a:lnTo>
                      <a:pt x="390696" y="361256"/>
                    </a:lnTo>
                    <a:lnTo>
                      <a:pt x="396922" y="363140"/>
                    </a:lnTo>
                    <a:lnTo>
                      <a:pt x="395913" y="366033"/>
                    </a:lnTo>
                    <a:lnTo>
                      <a:pt x="399110" y="368926"/>
                    </a:lnTo>
                    <a:lnTo>
                      <a:pt x="401566" y="370810"/>
                    </a:lnTo>
                    <a:lnTo>
                      <a:pt x="403451" y="375015"/>
                    </a:lnTo>
                    <a:lnTo>
                      <a:pt x="407523" y="379522"/>
                    </a:lnTo>
                    <a:lnTo>
                      <a:pt x="407086" y="381978"/>
                    </a:lnTo>
                    <a:lnTo>
                      <a:pt x="409846" y="385174"/>
                    </a:lnTo>
                    <a:lnTo>
                      <a:pt x="414759" y="385174"/>
                    </a:lnTo>
                    <a:lnTo>
                      <a:pt x="418831" y="383223"/>
                    </a:lnTo>
                    <a:lnTo>
                      <a:pt x="420851" y="380969"/>
                    </a:lnTo>
                    <a:lnTo>
                      <a:pt x="419976" y="377773"/>
                    </a:lnTo>
                    <a:lnTo>
                      <a:pt x="417788" y="375015"/>
                    </a:lnTo>
                    <a:lnTo>
                      <a:pt x="417519" y="372828"/>
                    </a:lnTo>
                    <a:lnTo>
                      <a:pt x="421153" y="370810"/>
                    </a:lnTo>
                    <a:lnTo>
                      <a:pt x="421423" y="367345"/>
                    </a:lnTo>
                    <a:lnTo>
                      <a:pt x="421557" y="361122"/>
                    </a:lnTo>
                    <a:lnTo>
                      <a:pt x="420380" y="351265"/>
                    </a:lnTo>
                    <a:lnTo>
                      <a:pt x="420817" y="347060"/>
                    </a:lnTo>
                    <a:lnTo>
                      <a:pt x="418797" y="343595"/>
                    </a:lnTo>
                    <a:lnTo>
                      <a:pt x="415600" y="340131"/>
                    </a:lnTo>
                    <a:lnTo>
                      <a:pt x="415028" y="335354"/>
                    </a:lnTo>
                    <a:lnTo>
                      <a:pt x="415466" y="330711"/>
                    </a:lnTo>
                    <a:lnTo>
                      <a:pt x="414322" y="326944"/>
                    </a:lnTo>
                    <a:lnTo>
                      <a:pt x="410687" y="324488"/>
                    </a:lnTo>
                    <a:cubicBezTo>
                      <a:pt x="410687" y="324488"/>
                      <a:pt x="405168" y="320855"/>
                      <a:pt x="404730" y="320586"/>
                    </a:cubicBezTo>
                    <a:cubicBezTo>
                      <a:pt x="404293" y="320283"/>
                      <a:pt x="401836" y="316515"/>
                      <a:pt x="401836" y="316515"/>
                    </a:cubicBezTo>
                    <a:lnTo>
                      <a:pt x="400220" y="313050"/>
                    </a:lnTo>
                    <a:lnTo>
                      <a:pt x="400220" y="311301"/>
                    </a:lnTo>
                    <a:lnTo>
                      <a:pt x="405235" y="315069"/>
                    </a:lnTo>
                    <a:lnTo>
                      <a:pt x="410519" y="317087"/>
                    </a:lnTo>
                    <a:lnTo>
                      <a:pt x="413548" y="318836"/>
                    </a:lnTo>
                    <a:lnTo>
                      <a:pt x="417317" y="318971"/>
                    </a:lnTo>
                    <a:lnTo>
                      <a:pt x="419067" y="317524"/>
                    </a:lnTo>
                    <a:lnTo>
                      <a:pt x="419336" y="313050"/>
                    </a:lnTo>
                    <a:lnTo>
                      <a:pt x="419336" y="307265"/>
                    </a:lnTo>
                    <a:lnTo>
                      <a:pt x="416879" y="303934"/>
                    </a:lnTo>
                    <a:lnTo>
                      <a:pt x="412538" y="300604"/>
                    </a:lnTo>
                    <a:lnTo>
                      <a:pt x="408197" y="295962"/>
                    </a:lnTo>
                    <a:lnTo>
                      <a:pt x="403720" y="290445"/>
                    </a:lnTo>
                    <a:lnTo>
                      <a:pt x="403720" y="286980"/>
                    </a:lnTo>
                    <a:lnTo>
                      <a:pt x="403720" y="281765"/>
                    </a:lnTo>
                    <a:lnTo>
                      <a:pt x="405672" y="280622"/>
                    </a:lnTo>
                    <a:cubicBezTo>
                      <a:pt x="405672" y="280622"/>
                      <a:pt x="410081" y="285970"/>
                      <a:pt x="410687" y="286408"/>
                    </a:cubicBezTo>
                    <a:cubicBezTo>
                      <a:pt x="411259" y="286845"/>
                      <a:pt x="413009" y="291487"/>
                      <a:pt x="413009" y="291487"/>
                    </a:cubicBezTo>
                    <a:lnTo>
                      <a:pt x="417519" y="296702"/>
                    </a:lnTo>
                    <a:lnTo>
                      <a:pt x="421725" y="301041"/>
                    </a:lnTo>
                    <a:lnTo>
                      <a:pt x="425360" y="306390"/>
                    </a:lnTo>
                    <a:lnTo>
                      <a:pt x="426673" y="308139"/>
                    </a:lnTo>
                    <a:lnTo>
                      <a:pt x="432327" y="309283"/>
                    </a:lnTo>
                    <a:lnTo>
                      <a:pt x="433774" y="311032"/>
                    </a:lnTo>
                    <a:cubicBezTo>
                      <a:pt x="433774" y="311032"/>
                      <a:pt x="436533" y="316246"/>
                      <a:pt x="436837" y="316818"/>
                    </a:cubicBezTo>
                    <a:cubicBezTo>
                      <a:pt x="437106" y="317390"/>
                      <a:pt x="438586" y="321326"/>
                      <a:pt x="438586" y="321326"/>
                    </a:cubicBezTo>
                    <a:cubicBezTo>
                      <a:pt x="438586" y="321326"/>
                      <a:pt x="441918" y="326977"/>
                      <a:pt x="442188" y="328424"/>
                    </a:cubicBezTo>
                    <a:cubicBezTo>
                      <a:pt x="442490" y="329870"/>
                      <a:pt x="443500" y="331317"/>
                      <a:pt x="443500" y="331317"/>
                    </a:cubicBezTo>
                    <a:cubicBezTo>
                      <a:pt x="443500" y="331317"/>
                      <a:pt x="444678" y="334210"/>
                      <a:pt x="444813" y="334647"/>
                    </a:cubicBezTo>
                    <a:cubicBezTo>
                      <a:pt x="444947" y="335085"/>
                      <a:pt x="446866" y="337406"/>
                      <a:pt x="446866" y="337406"/>
                    </a:cubicBezTo>
                    <a:lnTo>
                      <a:pt x="449895" y="338280"/>
                    </a:lnTo>
                    <a:lnTo>
                      <a:pt x="455246" y="338280"/>
                    </a:lnTo>
                    <a:cubicBezTo>
                      <a:pt x="455246" y="338280"/>
                      <a:pt x="457568" y="337708"/>
                      <a:pt x="458005" y="337406"/>
                    </a:cubicBezTo>
                    <a:cubicBezTo>
                      <a:pt x="458443" y="337103"/>
                      <a:pt x="462347" y="336397"/>
                      <a:pt x="462347" y="336397"/>
                    </a:cubicBezTo>
                    <a:lnTo>
                      <a:pt x="466116" y="335959"/>
                    </a:lnTo>
                    <a:lnTo>
                      <a:pt x="468135" y="334647"/>
                    </a:lnTo>
                    <a:lnTo>
                      <a:pt x="470895" y="331451"/>
                    </a:lnTo>
                    <a:lnTo>
                      <a:pt x="474227" y="329568"/>
                    </a:lnTo>
                    <a:lnTo>
                      <a:pt x="480453" y="329568"/>
                    </a:lnTo>
                    <a:lnTo>
                      <a:pt x="484525" y="329332"/>
                    </a:lnTo>
                    <a:lnTo>
                      <a:pt x="487116" y="329837"/>
                    </a:lnTo>
                    <a:lnTo>
                      <a:pt x="491761" y="329971"/>
                    </a:lnTo>
                    <a:lnTo>
                      <a:pt x="493646" y="327213"/>
                    </a:lnTo>
                    <a:lnTo>
                      <a:pt x="498997" y="326775"/>
                    </a:lnTo>
                    <a:lnTo>
                      <a:pt x="504650" y="328087"/>
                    </a:lnTo>
                    <a:lnTo>
                      <a:pt x="508252" y="331855"/>
                    </a:lnTo>
                    <a:lnTo>
                      <a:pt x="510877" y="334883"/>
                    </a:lnTo>
                    <a:lnTo>
                      <a:pt x="514646" y="338785"/>
                    </a:lnTo>
                    <a:lnTo>
                      <a:pt x="519559" y="337036"/>
                    </a:lnTo>
                    <a:lnTo>
                      <a:pt x="523194" y="335724"/>
                    </a:lnTo>
                    <a:lnTo>
                      <a:pt x="525819" y="333537"/>
                    </a:lnTo>
                    <a:lnTo>
                      <a:pt x="525684" y="329769"/>
                    </a:lnTo>
                    <a:lnTo>
                      <a:pt x="523362" y="325867"/>
                    </a:lnTo>
                    <a:lnTo>
                      <a:pt x="519458" y="322537"/>
                    </a:lnTo>
                    <a:lnTo>
                      <a:pt x="515252" y="319341"/>
                    </a:lnTo>
                    <a:lnTo>
                      <a:pt x="512357" y="313690"/>
                    </a:lnTo>
                    <a:lnTo>
                      <a:pt x="514511" y="309182"/>
                    </a:lnTo>
                    <a:lnTo>
                      <a:pt x="517540" y="306995"/>
                    </a:lnTo>
                    <a:lnTo>
                      <a:pt x="523194" y="305986"/>
                    </a:lnTo>
                    <a:lnTo>
                      <a:pt x="528983" y="303362"/>
                    </a:lnTo>
                    <a:lnTo>
                      <a:pt x="532449" y="299729"/>
                    </a:lnTo>
                    <a:lnTo>
                      <a:pt x="535343" y="296533"/>
                    </a:lnTo>
                    <a:lnTo>
                      <a:pt x="543454" y="296971"/>
                    </a:lnTo>
                    <a:lnTo>
                      <a:pt x="544329" y="302488"/>
                    </a:lnTo>
                    <a:lnTo>
                      <a:pt x="544901" y="306558"/>
                    </a:lnTo>
                    <a:lnTo>
                      <a:pt x="542142" y="309148"/>
                    </a:lnTo>
                    <a:lnTo>
                      <a:pt x="538945" y="312781"/>
                    </a:lnTo>
                    <a:cubicBezTo>
                      <a:pt x="538945" y="312781"/>
                      <a:pt x="537060" y="316246"/>
                      <a:pt x="536488" y="316852"/>
                    </a:cubicBezTo>
                    <a:cubicBezTo>
                      <a:pt x="535916" y="317457"/>
                      <a:pt x="536488" y="320922"/>
                      <a:pt x="536488" y="320922"/>
                    </a:cubicBezTo>
                    <a:lnTo>
                      <a:pt x="539247" y="323546"/>
                    </a:lnTo>
                    <a:lnTo>
                      <a:pt x="544026" y="325127"/>
                    </a:lnTo>
                    <a:lnTo>
                      <a:pt x="549108" y="326271"/>
                    </a:lnTo>
                    <a:lnTo>
                      <a:pt x="553753" y="328289"/>
                    </a:lnTo>
                    <a:lnTo>
                      <a:pt x="556815" y="326843"/>
                    </a:lnTo>
                    <a:lnTo>
                      <a:pt x="558969" y="323815"/>
                    </a:lnTo>
                    <a:lnTo>
                      <a:pt x="558531" y="318601"/>
                    </a:lnTo>
                    <a:lnTo>
                      <a:pt x="558094" y="316414"/>
                    </a:lnTo>
                    <a:lnTo>
                      <a:pt x="554628" y="309889"/>
                    </a:lnTo>
                    <a:lnTo>
                      <a:pt x="552440" y="308139"/>
                    </a:lnTo>
                    <a:lnTo>
                      <a:pt x="555032" y="304674"/>
                    </a:lnTo>
                    <a:lnTo>
                      <a:pt x="557185" y="306424"/>
                    </a:lnTo>
                    <a:lnTo>
                      <a:pt x="560248" y="309889"/>
                    </a:lnTo>
                    <a:lnTo>
                      <a:pt x="562839" y="312041"/>
                    </a:lnTo>
                    <a:lnTo>
                      <a:pt x="564589" y="312041"/>
                    </a:lnTo>
                    <a:lnTo>
                      <a:pt x="567181" y="312041"/>
                    </a:lnTo>
                    <a:lnTo>
                      <a:pt x="567181" y="307702"/>
                    </a:lnTo>
                    <a:lnTo>
                      <a:pt x="567181" y="304237"/>
                    </a:lnTo>
                    <a:lnTo>
                      <a:pt x="567181" y="300772"/>
                    </a:lnTo>
                    <a:lnTo>
                      <a:pt x="567181" y="298182"/>
                    </a:lnTo>
                    <a:lnTo>
                      <a:pt x="573474" y="296870"/>
                    </a:lnTo>
                    <a:lnTo>
                      <a:pt x="579768" y="295995"/>
                    </a:lnTo>
                    <a:lnTo>
                      <a:pt x="584984" y="292093"/>
                    </a:lnTo>
                    <a:lnTo>
                      <a:pt x="588450" y="291218"/>
                    </a:lnTo>
                    <a:lnTo>
                      <a:pt x="593229" y="286879"/>
                    </a:lnTo>
                    <a:lnTo>
                      <a:pt x="596696" y="288628"/>
                    </a:lnTo>
                    <a:lnTo>
                      <a:pt x="596696" y="290377"/>
                    </a:lnTo>
                    <a:lnTo>
                      <a:pt x="593229" y="292127"/>
                    </a:lnTo>
                    <a:lnTo>
                      <a:pt x="593229" y="293876"/>
                    </a:lnTo>
                    <a:lnTo>
                      <a:pt x="593229" y="299090"/>
                    </a:lnTo>
                    <a:lnTo>
                      <a:pt x="595619" y="305179"/>
                    </a:lnTo>
                    <a:lnTo>
                      <a:pt x="602350" y="306491"/>
                    </a:lnTo>
                    <a:lnTo>
                      <a:pt x="609316" y="307668"/>
                    </a:lnTo>
                    <a:lnTo>
                      <a:pt x="616720" y="310393"/>
                    </a:lnTo>
                    <a:lnTo>
                      <a:pt x="625403" y="310393"/>
                    </a:lnTo>
                    <a:lnTo>
                      <a:pt x="630182" y="307769"/>
                    </a:lnTo>
                    <a:lnTo>
                      <a:pt x="628432" y="299931"/>
                    </a:lnTo>
                    <a:lnTo>
                      <a:pt x="626682" y="297744"/>
                    </a:lnTo>
                    <a:lnTo>
                      <a:pt x="621903" y="292093"/>
                    </a:lnTo>
                    <a:lnTo>
                      <a:pt x="617562" y="288628"/>
                    </a:lnTo>
                    <a:lnTo>
                      <a:pt x="617562" y="284288"/>
                    </a:lnTo>
                    <a:lnTo>
                      <a:pt x="621466" y="282977"/>
                    </a:lnTo>
                    <a:lnTo>
                      <a:pt x="628869" y="284726"/>
                    </a:lnTo>
                    <a:lnTo>
                      <a:pt x="631057" y="282539"/>
                    </a:lnTo>
                    <a:lnTo>
                      <a:pt x="633649" y="277762"/>
                    </a:lnTo>
                    <a:lnTo>
                      <a:pt x="636711" y="278200"/>
                    </a:lnTo>
                    <a:lnTo>
                      <a:pt x="636711" y="281665"/>
                    </a:lnTo>
                    <a:lnTo>
                      <a:pt x="636711" y="287316"/>
                    </a:lnTo>
                    <a:lnTo>
                      <a:pt x="643240" y="293842"/>
                    </a:lnTo>
                    <a:lnTo>
                      <a:pt x="650610" y="299931"/>
                    </a:lnTo>
                    <a:lnTo>
                      <a:pt x="659327" y="294280"/>
                    </a:lnTo>
                    <a:lnTo>
                      <a:pt x="665418" y="289940"/>
                    </a:lnTo>
                    <a:lnTo>
                      <a:pt x="671072" y="286038"/>
                    </a:lnTo>
                    <a:lnTo>
                      <a:pt x="673260" y="283447"/>
                    </a:lnTo>
                    <a:lnTo>
                      <a:pt x="673260" y="279983"/>
                    </a:lnTo>
                    <a:lnTo>
                      <a:pt x="673260" y="274399"/>
                    </a:lnTo>
                    <a:lnTo>
                      <a:pt x="678476" y="276585"/>
                    </a:lnTo>
                    <a:lnTo>
                      <a:pt x="678476" y="282674"/>
                    </a:lnTo>
                    <a:lnTo>
                      <a:pt x="683491" y="286139"/>
                    </a:lnTo>
                    <a:lnTo>
                      <a:pt x="688943" y="282674"/>
                    </a:lnTo>
                    <a:lnTo>
                      <a:pt x="694159" y="276148"/>
                    </a:lnTo>
                    <a:lnTo>
                      <a:pt x="698501" y="270496"/>
                    </a:lnTo>
                    <a:lnTo>
                      <a:pt x="700251" y="270496"/>
                    </a:lnTo>
                    <a:lnTo>
                      <a:pt x="710684" y="268747"/>
                    </a:lnTo>
                    <a:lnTo>
                      <a:pt x="720242" y="268747"/>
                    </a:lnTo>
                    <a:lnTo>
                      <a:pt x="727208" y="262658"/>
                    </a:lnTo>
                    <a:lnTo>
                      <a:pt x="727208" y="257444"/>
                    </a:lnTo>
                    <a:lnTo>
                      <a:pt x="727208" y="246578"/>
                    </a:lnTo>
                    <a:lnTo>
                      <a:pt x="733300" y="240927"/>
                    </a:lnTo>
                    <a:lnTo>
                      <a:pt x="744170" y="240927"/>
                    </a:lnTo>
                    <a:lnTo>
                      <a:pt x="751574" y="237900"/>
                    </a:lnTo>
                    <a:lnTo>
                      <a:pt x="748949" y="232248"/>
                    </a:lnTo>
                    <a:lnTo>
                      <a:pt x="745920" y="232248"/>
                    </a:lnTo>
                    <a:lnTo>
                      <a:pt x="745483" y="225722"/>
                    </a:lnTo>
                    <a:lnTo>
                      <a:pt x="740704" y="222257"/>
                    </a:lnTo>
                    <a:lnTo>
                      <a:pt x="748545" y="217480"/>
                    </a:lnTo>
                    <a:lnTo>
                      <a:pt x="750699" y="225318"/>
                    </a:lnTo>
                    <a:lnTo>
                      <a:pt x="756791" y="225318"/>
                    </a:lnTo>
                    <a:lnTo>
                      <a:pt x="756791" y="218355"/>
                    </a:lnTo>
                    <a:lnTo>
                      <a:pt x="764598" y="218355"/>
                    </a:lnTo>
                    <a:lnTo>
                      <a:pt x="767190" y="212266"/>
                    </a:lnTo>
                    <a:lnTo>
                      <a:pt x="767190" y="205303"/>
                    </a:lnTo>
                    <a:lnTo>
                      <a:pt x="767190" y="200963"/>
                    </a:lnTo>
                    <a:lnTo>
                      <a:pt x="769815" y="195749"/>
                    </a:lnTo>
                    <a:lnTo>
                      <a:pt x="776781" y="195749"/>
                    </a:lnTo>
                    <a:lnTo>
                      <a:pt x="784623" y="195749"/>
                    </a:lnTo>
                    <a:lnTo>
                      <a:pt x="784623" y="193159"/>
                    </a:lnTo>
                    <a:lnTo>
                      <a:pt x="787080" y="188987"/>
                    </a:lnTo>
                    <a:lnTo>
                      <a:pt x="780147" y="183168"/>
                    </a:lnTo>
                    <a:close/>
                  </a:path>
                </a:pathLst>
              </a:custGeom>
              <a:grpFill/>
              <a:ln w="6350" cap="flat">
                <a:solidFill>
                  <a:schemeClr val="bg1"/>
                </a:solidFill>
                <a:prstDash val="solid"/>
                <a:miter/>
              </a:ln>
            </p:spPr>
            <p:txBody>
              <a:bodyPr rtlCol="0" anchor="ctr"/>
              <a:lstStyle/>
              <a:p>
                <a:endParaRPr lang="en-US"/>
              </a:p>
            </p:txBody>
          </p:sp>
          <p:sp>
            <p:nvSpPr>
              <p:cNvPr id="156" name="Freeform 935">
                <a:extLst>
                  <a:ext uri="{FF2B5EF4-FFF2-40B4-BE49-F238E27FC236}">
                    <a16:creationId xmlns:a16="http://schemas.microsoft.com/office/drawing/2014/main" id="{72C9340F-BCF5-E0CB-EAF2-0B03D8D1858F}"/>
                  </a:ext>
                </a:extLst>
              </p:cNvPr>
              <p:cNvSpPr/>
              <p:nvPr/>
            </p:nvSpPr>
            <p:spPr>
              <a:xfrm>
                <a:off x="5379137" y="3766461"/>
                <a:ext cx="7841" cy="6761"/>
              </a:xfrm>
              <a:custGeom>
                <a:avLst/>
                <a:gdLst>
                  <a:gd name="connsiteX0" fmla="*/ 1414 w 7841"/>
                  <a:gd name="connsiteY0" fmla="*/ 4878 h 6761"/>
                  <a:gd name="connsiteX1" fmla="*/ 4846 w 7841"/>
                  <a:gd name="connsiteY1" fmla="*/ 6762 h 6761"/>
                  <a:gd name="connsiteX2" fmla="*/ 7842 w 7841"/>
                  <a:gd name="connsiteY2" fmla="*/ 5416 h 6761"/>
                  <a:gd name="connsiteX3" fmla="*/ 7842 w 7841"/>
                  <a:gd name="connsiteY3" fmla="*/ 2590 h 6761"/>
                  <a:gd name="connsiteX4" fmla="*/ 6092 w 7841"/>
                  <a:gd name="connsiteY4" fmla="*/ 0 h 6761"/>
                  <a:gd name="connsiteX5" fmla="*/ 1750 w 7841"/>
                  <a:gd name="connsiteY5" fmla="*/ 0 h 6761"/>
                  <a:gd name="connsiteX6" fmla="*/ 0 w 7841"/>
                  <a:gd name="connsiteY6" fmla="*/ 2153 h 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1" h="6761">
                    <a:moveTo>
                      <a:pt x="1414" y="4878"/>
                    </a:moveTo>
                    <a:lnTo>
                      <a:pt x="4846" y="6762"/>
                    </a:lnTo>
                    <a:lnTo>
                      <a:pt x="7842" y="5416"/>
                    </a:lnTo>
                    <a:lnTo>
                      <a:pt x="7842" y="2590"/>
                    </a:lnTo>
                    <a:lnTo>
                      <a:pt x="6092" y="0"/>
                    </a:lnTo>
                    <a:lnTo>
                      <a:pt x="1750" y="0"/>
                    </a:lnTo>
                    <a:lnTo>
                      <a:pt x="0" y="2153"/>
                    </a:lnTo>
                    <a:close/>
                  </a:path>
                </a:pathLst>
              </a:custGeom>
              <a:grpFill/>
              <a:ln w="6350" cap="flat">
                <a:solidFill>
                  <a:schemeClr val="bg1"/>
                </a:solidFill>
                <a:prstDash val="solid"/>
                <a:miter/>
              </a:ln>
            </p:spPr>
            <p:txBody>
              <a:bodyPr rtlCol="0" anchor="ctr"/>
              <a:lstStyle/>
              <a:p>
                <a:endParaRPr lang="en-US"/>
              </a:p>
            </p:txBody>
          </p:sp>
          <p:sp>
            <p:nvSpPr>
              <p:cNvPr id="157" name="Freeform 936">
                <a:extLst>
                  <a:ext uri="{FF2B5EF4-FFF2-40B4-BE49-F238E27FC236}">
                    <a16:creationId xmlns:a16="http://schemas.microsoft.com/office/drawing/2014/main" id="{A61644E7-8D8C-3E2B-8226-8542A835228F}"/>
                  </a:ext>
                </a:extLst>
              </p:cNvPr>
              <p:cNvSpPr/>
              <p:nvPr/>
            </p:nvSpPr>
            <p:spPr>
              <a:xfrm>
                <a:off x="5440658" y="3744730"/>
                <a:ext cx="3701" cy="3902"/>
              </a:xfrm>
              <a:custGeom>
                <a:avLst/>
                <a:gdLst>
                  <a:gd name="connsiteX0" fmla="*/ 3702 w 3701"/>
                  <a:gd name="connsiteY0" fmla="*/ 1716 h 3902"/>
                  <a:gd name="connsiteX1" fmla="*/ 3702 w 3701"/>
                  <a:gd name="connsiteY1" fmla="*/ 0 h 3902"/>
                  <a:gd name="connsiteX2" fmla="*/ 0 w 3701"/>
                  <a:gd name="connsiteY2" fmla="*/ 1716 h 3902"/>
                  <a:gd name="connsiteX3" fmla="*/ 1851 w 3701"/>
                  <a:gd name="connsiteY3" fmla="*/ 3902 h 3902"/>
                </a:gdLst>
                <a:ahLst/>
                <a:cxnLst>
                  <a:cxn ang="0">
                    <a:pos x="connsiteX0" y="connsiteY0"/>
                  </a:cxn>
                  <a:cxn ang="0">
                    <a:pos x="connsiteX1" y="connsiteY1"/>
                  </a:cxn>
                  <a:cxn ang="0">
                    <a:pos x="connsiteX2" y="connsiteY2"/>
                  </a:cxn>
                  <a:cxn ang="0">
                    <a:pos x="connsiteX3" y="connsiteY3"/>
                  </a:cxn>
                </a:cxnLst>
                <a:rect l="l" t="t" r="r" b="b"/>
                <a:pathLst>
                  <a:path w="3701" h="3902">
                    <a:moveTo>
                      <a:pt x="3702" y="1716"/>
                    </a:moveTo>
                    <a:lnTo>
                      <a:pt x="3702" y="0"/>
                    </a:lnTo>
                    <a:lnTo>
                      <a:pt x="0" y="1716"/>
                    </a:lnTo>
                    <a:lnTo>
                      <a:pt x="1851" y="3902"/>
                    </a:lnTo>
                    <a:close/>
                  </a:path>
                </a:pathLst>
              </a:custGeom>
              <a:grpFill/>
              <a:ln w="6350" cap="flat">
                <a:solidFill>
                  <a:schemeClr val="bg1"/>
                </a:solidFill>
                <a:prstDash val="solid"/>
                <a:miter/>
              </a:ln>
            </p:spPr>
            <p:txBody>
              <a:bodyPr rtlCol="0" anchor="ctr"/>
              <a:lstStyle/>
              <a:p>
                <a:endParaRPr lang="en-US"/>
              </a:p>
            </p:txBody>
          </p:sp>
          <p:sp>
            <p:nvSpPr>
              <p:cNvPr id="158" name="Freeform 937">
                <a:extLst>
                  <a:ext uri="{FF2B5EF4-FFF2-40B4-BE49-F238E27FC236}">
                    <a16:creationId xmlns:a16="http://schemas.microsoft.com/office/drawing/2014/main" id="{BED07BF3-0053-0D13-7C43-1B7217B274CE}"/>
                  </a:ext>
                </a:extLst>
              </p:cNvPr>
              <p:cNvSpPr/>
              <p:nvPr/>
            </p:nvSpPr>
            <p:spPr>
              <a:xfrm>
                <a:off x="5451326" y="3743822"/>
                <a:ext cx="10466" cy="8712"/>
              </a:xfrm>
              <a:custGeom>
                <a:avLst/>
                <a:gdLst>
                  <a:gd name="connsiteX0" fmla="*/ 0 w 10466"/>
                  <a:gd name="connsiteY0" fmla="*/ 4373 h 8712"/>
                  <a:gd name="connsiteX1" fmla="*/ 0 w 10466"/>
                  <a:gd name="connsiteY1" fmla="*/ 8713 h 8712"/>
                  <a:gd name="connsiteX2" fmla="*/ 3062 w 10466"/>
                  <a:gd name="connsiteY2" fmla="*/ 8713 h 8712"/>
                  <a:gd name="connsiteX3" fmla="*/ 6327 w 10466"/>
                  <a:gd name="connsiteY3" fmla="*/ 6526 h 8712"/>
                  <a:gd name="connsiteX4" fmla="*/ 8615 w 10466"/>
                  <a:gd name="connsiteY4" fmla="*/ 4777 h 8712"/>
                  <a:gd name="connsiteX5" fmla="*/ 10467 w 10466"/>
                  <a:gd name="connsiteY5" fmla="*/ 2826 h 8712"/>
                  <a:gd name="connsiteX6" fmla="*/ 10467 w 10466"/>
                  <a:gd name="connsiteY6" fmla="*/ 875 h 8712"/>
                  <a:gd name="connsiteX7" fmla="*/ 10467 w 10466"/>
                  <a:gd name="connsiteY7" fmla="*/ 0 h 8712"/>
                  <a:gd name="connsiteX8" fmla="*/ 4375 w 10466"/>
                  <a:gd name="connsiteY8" fmla="*/ 0 h 8712"/>
                  <a:gd name="connsiteX9" fmla="*/ 2625 w 10466"/>
                  <a:gd name="connsiteY9" fmla="*/ 0 h 8712"/>
                  <a:gd name="connsiteX10" fmla="*/ 2423 w 10466"/>
                  <a:gd name="connsiteY10" fmla="*/ 2826 h 8712"/>
                  <a:gd name="connsiteX11" fmla="*/ 0 w 10466"/>
                  <a:gd name="connsiteY11" fmla="*/ 4373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66" h="8712">
                    <a:moveTo>
                      <a:pt x="0" y="4373"/>
                    </a:moveTo>
                    <a:lnTo>
                      <a:pt x="0" y="8713"/>
                    </a:lnTo>
                    <a:lnTo>
                      <a:pt x="3062" y="8713"/>
                    </a:lnTo>
                    <a:cubicBezTo>
                      <a:pt x="3062" y="8713"/>
                      <a:pt x="5452" y="5887"/>
                      <a:pt x="6327" y="6526"/>
                    </a:cubicBezTo>
                    <a:cubicBezTo>
                      <a:pt x="7202" y="7199"/>
                      <a:pt x="8615" y="4777"/>
                      <a:pt x="8615" y="4777"/>
                    </a:cubicBezTo>
                    <a:lnTo>
                      <a:pt x="10467" y="2826"/>
                    </a:lnTo>
                    <a:lnTo>
                      <a:pt x="10467" y="875"/>
                    </a:lnTo>
                    <a:lnTo>
                      <a:pt x="10467" y="0"/>
                    </a:lnTo>
                    <a:lnTo>
                      <a:pt x="4375" y="0"/>
                    </a:lnTo>
                    <a:lnTo>
                      <a:pt x="2625" y="0"/>
                    </a:lnTo>
                    <a:lnTo>
                      <a:pt x="2423" y="2826"/>
                    </a:lnTo>
                    <a:lnTo>
                      <a:pt x="0" y="4373"/>
                    </a:lnTo>
                    <a:close/>
                  </a:path>
                </a:pathLst>
              </a:custGeom>
              <a:grpFill/>
              <a:ln w="6350" cap="flat">
                <a:solidFill>
                  <a:schemeClr val="bg1"/>
                </a:solidFill>
                <a:prstDash val="solid"/>
                <a:miter/>
              </a:ln>
            </p:spPr>
            <p:txBody>
              <a:bodyPr rtlCol="0" anchor="ctr"/>
              <a:lstStyle/>
              <a:p>
                <a:endParaRPr lang="en-US"/>
              </a:p>
            </p:txBody>
          </p:sp>
          <p:sp>
            <p:nvSpPr>
              <p:cNvPr id="159" name="Freeform 938">
                <a:extLst>
                  <a:ext uri="{FF2B5EF4-FFF2-40B4-BE49-F238E27FC236}">
                    <a16:creationId xmlns:a16="http://schemas.microsoft.com/office/drawing/2014/main" id="{12ED4E21-760B-3E36-61E0-92D840F283F4}"/>
                  </a:ext>
                </a:extLst>
              </p:cNvPr>
              <p:cNvSpPr/>
              <p:nvPr/>
            </p:nvSpPr>
            <p:spPr>
              <a:xfrm>
                <a:off x="5469803" y="3733427"/>
                <a:ext cx="18038" cy="22572"/>
              </a:xfrm>
              <a:custGeom>
                <a:avLst/>
                <a:gdLst>
                  <a:gd name="connsiteX0" fmla="*/ 2692 w 18038"/>
                  <a:gd name="connsiteY0" fmla="*/ 17257 h 22572"/>
                  <a:gd name="connsiteX1" fmla="*/ 6226 w 18038"/>
                  <a:gd name="connsiteY1" fmla="*/ 20789 h 22572"/>
                  <a:gd name="connsiteX2" fmla="*/ 7808 w 18038"/>
                  <a:gd name="connsiteY2" fmla="*/ 22572 h 22572"/>
                  <a:gd name="connsiteX3" fmla="*/ 10197 w 18038"/>
                  <a:gd name="connsiteY3" fmla="*/ 22572 h 22572"/>
                  <a:gd name="connsiteX4" fmla="*/ 11510 w 18038"/>
                  <a:gd name="connsiteY4" fmla="*/ 19713 h 22572"/>
                  <a:gd name="connsiteX5" fmla="*/ 10197 w 18038"/>
                  <a:gd name="connsiteY5" fmla="*/ 15205 h 22572"/>
                  <a:gd name="connsiteX6" fmla="*/ 11510 w 18038"/>
                  <a:gd name="connsiteY6" fmla="*/ 13254 h 22572"/>
                  <a:gd name="connsiteX7" fmla="*/ 13899 w 18038"/>
                  <a:gd name="connsiteY7" fmla="*/ 10866 h 22572"/>
                  <a:gd name="connsiteX8" fmla="*/ 16962 w 18038"/>
                  <a:gd name="connsiteY8" fmla="*/ 6930 h 22572"/>
                  <a:gd name="connsiteX9" fmla="*/ 18039 w 18038"/>
                  <a:gd name="connsiteY9" fmla="*/ 6930 h 22572"/>
                  <a:gd name="connsiteX10" fmla="*/ 18039 w 18038"/>
                  <a:gd name="connsiteY10" fmla="*/ 2590 h 22572"/>
                  <a:gd name="connsiteX11" fmla="*/ 16087 w 18038"/>
                  <a:gd name="connsiteY11" fmla="*/ 0 h 22572"/>
                  <a:gd name="connsiteX12" fmla="*/ 11947 w 18038"/>
                  <a:gd name="connsiteY12" fmla="*/ 0 h 22572"/>
                  <a:gd name="connsiteX13" fmla="*/ 8481 w 18038"/>
                  <a:gd name="connsiteY13" fmla="*/ 0 h 22572"/>
                  <a:gd name="connsiteX14" fmla="*/ 6091 w 18038"/>
                  <a:gd name="connsiteY14" fmla="*/ 2590 h 22572"/>
                  <a:gd name="connsiteX15" fmla="*/ 4981 w 18038"/>
                  <a:gd name="connsiteY15" fmla="*/ 6291 h 22572"/>
                  <a:gd name="connsiteX16" fmla="*/ 2692 w 18038"/>
                  <a:gd name="connsiteY16" fmla="*/ 10429 h 22572"/>
                  <a:gd name="connsiteX17" fmla="*/ 0 w 18038"/>
                  <a:gd name="connsiteY17" fmla="*/ 11303 h 22572"/>
                  <a:gd name="connsiteX18" fmla="*/ 1313 w 18038"/>
                  <a:gd name="connsiteY18" fmla="*/ 13254 h 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38" h="22572">
                    <a:moveTo>
                      <a:pt x="2692" y="17257"/>
                    </a:moveTo>
                    <a:lnTo>
                      <a:pt x="6226" y="20789"/>
                    </a:lnTo>
                    <a:lnTo>
                      <a:pt x="7808" y="22572"/>
                    </a:lnTo>
                    <a:lnTo>
                      <a:pt x="10197" y="22572"/>
                    </a:lnTo>
                    <a:lnTo>
                      <a:pt x="11510" y="19713"/>
                    </a:lnTo>
                    <a:lnTo>
                      <a:pt x="10197" y="15205"/>
                    </a:lnTo>
                    <a:lnTo>
                      <a:pt x="11510" y="13254"/>
                    </a:lnTo>
                    <a:lnTo>
                      <a:pt x="13899" y="10866"/>
                    </a:lnTo>
                    <a:lnTo>
                      <a:pt x="16962" y="6930"/>
                    </a:lnTo>
                    <a:lnTo>
                      <a:pt x="18039" y="6930"/>
                    </a:lnTo>
                    <a:lnTo>
                      <a:pt x="18039" y="2590"/>
                    </a:lnTo>
                    <a:lnTo>
                      <a:pt x="16087" y="0"/>
                    </a:lnTo>
                    <a:lnTo>
                      <a:pt x="11947" y="0"/>
                    </a:lnTo>
                    <a:lnTo>
                      <a:pt x="8481" y="0"/>
                    </a:lnTo>
                    <a:lnTo>
                      <a:pt x="6091" y="2590"/>
                    </a:lnTo>
                    <a:lnTo>
                      <a:pt x="4981" y="6291"/>
                    </a:lnTo>
                    <a:lnTo>
                      <a:pt x="2692" y="10429"/>
                    </a:lnTo>
                    <a:lnTo>
                      <a:pt x="0" y="11303"/>
                    </a:lnTo>
                    <a:lnTo>
                      <a:pt x="1313" y="13254"/>
                    </a:lnTo>
                    <a:close/>
                  </a:path>
                </a:pathLst>
              </a:custGeom>
              <a:grpFill/>
              <a:ln w="6350" cap="flat">
                <a:solidFill>
                  <a:schemeClr val="bg1"/>
                </a:solidFill>
                <a:prstDash val="solid"/>
                <a:miter/>
              </a:ln>
            </p:spPr>
            <p:txBody>
              <a:bodyPr rtlCol="0" anchor="ctr"/>
              <a:lstStyle/>
              <a:p>
                <a:endParaRPr lang="en-US"/>
              </a:p>
            </p:txBody>
          </p:sp>
          <p:sp>
            <p:nvSpPr>
              <p:cNvPr id="160" name="Freeform 939">
                <a:extLst>
                  <a:ext uri="{FF2B5EF4-FFF2-40B4-BE49-F238E27FC236}">
                    <a16:creationId xmlns:a16="http://schemas.microsoft.com/office/drawing/2014/main" id="{34120D6C-9B9C-6300-24B0-C76889DA954C}"/>
                  </a:ext>
                </a:extLst>
              </p:cNvPr>
              <p:cNvSpPr/>
              <p:nvPr/>
            </p:nvSpPr>
            <p:spPr>
              <a:xfrm>
                <a:off x="5489592" y="3748632"/>
                <a:ext cx="3668" cy="5920"/>
              </a:xfrm>
              <a:custGeom>
                <a:avLst/>
                <a:gdLst>
                  <a:gd name="connsiteX0" fmla="*/ 0 w 3668"/>
                  <a:gd name="connsiteY0" fmla="*/ 5921 h 5920"/>
                  <a:gd name="connsiteX1" fmla="*/ 3668 w 3668"/>
                  <a:gd name="connsiteY1" fmla="*/ 3936 h 5920"/>
                  <a:gd name="connsiteX2" fmla="*/ 0 w 3668"/>
                  <a:gd name="connsiteY2" fmla="*/ 0 h 5920"/>
                  <a:gd name="connsiteX3" fmla="*/ 0 w 3668"/>
                  <a:gd name="connsiteY3" fmla="*/ 3028 h 5920"/>
                </a:gdLst>
                <a:ahLst/>
                <a:cxnLst>
                  <a:cxn ang="0">
                    <a:pos x="connsiteX0" y="connsiteY0"/>
                  </a:cxn>
                  <a:cxn ang="0">
                    <a:pos x="connsiteX1" y="connsiteY1"/>
                  </a:cxn>
                  <a:cxn ang="0">
                    <a:pos x="connsiteX2" y="connsiteY2"/>
                  </a:cxn>
                  <a:cxn ang="0">
                    <a:pos x="connsiteX3" y="connsiteY3"/>
                  </a:cxn>
                </a:cxnLst>
                <a:rect l="l" t="t" r="r" b="b"/>
                <a:pathLst>
                  <a:path w="3668" h="5920">
                    <a:moveTo>
                      <a:pt x="0" y="5921"/>
                    </a:moveTo>
                    <a:lnTo>
                      <a:pt x="3668" y="3936"/>
                    </a:lnTo>
                    <a:lnTo>
                      <a:pt x="0" y="0"/>
                    </a:lnTo>
                    <a:lnTo>
                      <a:pt x="0" y="3028"/>
                    </a:lnTo>
                    <a:close/>
                  </a:path>
                </a:pathLst>
              </a:custGeom>
              <a:grpFill/>
              <a:ln w="6350" cap="flat">
                <a:solidFill>
                  <a:schemeClr val="bg1"/>
                </a:solidFill>
                <a:prstDash val="solid"/>
                <a:miter/>
              </a:ln>
            </p:spPr>
            <p:txBody>
              <a:bodyPr rtlCol="0" anchor="ctr"/>
              <a:lstStyle/>
              <a:p>
                <a:endParaRPr lang="en-US"/>
              </a:p>
            </p:txBody>
          </p:sp>
          <p:sp>
            <p:nvSpPr>
              <p:cNvPr id="161" name="Freeform 940">
                <a:extLst>
                  <a:ext uri="{FF2B5EF4-FFF2-40B4-BE49-F238E27FC236}">
                    <a16:creationId xmlns:a16="http://schemas.microsoft.com/office/drawing/2014/main" id="{C4E6D73E-4E06-FB17-D2D8-6F6ABB77DF31}"/>
                  </a:ext>
                </a:extLst>
              </p:cNvPr>
              <p:cNvSpPr/>
              <p:nvPr/>
            </p:nvSpPr>
            <p:spPr>
              <a:xfrm>
                <a:off x="5514799" y="3717852"/>
                <a:ext cx="7740" cy="5146"/>
              </a:xfrm>
              <a:custGeom>
                <a:avLst/>
                <a:gdLst>
                  <a:gd name="connsiteX0" fmla="*/ 0 w 7740"/>
                  <a:gd name="connsiteY0" fmla="*/ 5147 h 5146"/>
                  <a:gd name="connsiteX1" fmla="*/ 3467 w 7740"/>
                  <a:gd name="connsiteY1" fmla="*/ 5147 h 5146"/>
                  <a:gd name="connsiteX2" fmla="*/ 5216 w 7740"/>
                  <a:gd name="connsiteY2" fmla="*/ 5147 h 5146"/>
                  <a:gd name="connsiteX3" fmla="*/ 6933 w 7740"/>
                  <a:gd name="connsiteY3" fmla="*/ 3667 h 5146"/>
                  <a:gd name="connsiteX4" fmla="*/ 7740 w 7740"/>
                  <a:gd name="connsiteY4" fmla="*/ 1817 h 5146"/>
                  <a:gd name="connsiteX5" fmla="*/ 6798 w 7740"/>
                  <a:gd name="connsiteY5" fmla="*/ 404 h 5146"/>
                  <a:gd name="connsiteX6" fmla="*/ 3837 w 7740"/>
                  <a:gd name="connsiteY6" fmla="*/ 0 h 5146"/>
                  <a:gd name="connsiteX7" fmla="*/ 2457 w 7740"/>
                  <a:gd name="connsiteY7" fmla="*/ 505 h 5146"/>
                  <a:gd name="connsiteX8" fmla="*/ 1380 w 7740"/>
                  <a:gd name="connsiteY8" fmla="*/ 1985 h 5146"/>
                  <a:gd name="connsiteX9" fmla="*/ 774 w 7740"/>
                  <a:gd name="connsiteY9" fmla="*/ 3230 h 5146"/>
                  <a:gd name="connsiteX10" fmla="*/ 0 w 7740"/>
                  <a:gd name="connsiteY10" fmla="*/ 5147 h 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40" h="5146">
                    <a:moveTo>
                      <a:pt x="0" y="5147"/>
                    </a:moveTo>
                    <a:lnTo>
                      <a:pt x="3467" y="5147"/>
                    </a:lnTo>
                    <a:lnTo>
                      <a:pt x="5216" y="5147"/>
                    </a:lnTo>
                    <a:cubicBezTo>
                      <a:pt x="5216" y="5147"/>
                      <a:pt x="6798" y="3734"/>
                      <a:pt x="6933" y="3667"/>
                    </a:cubicBezTo>
                    <a:cubicBezTo>
                      <a:pt x="7101" y="3633"/>
                      <a:pt x="7740" y="1817"/>
                      <a:pt x="7740" y="1817"/>
                    </a:cubicBezTo>
                    <a:lnTo>
                      <a:pt x="6798" y="404"/>
                    </a:lnTo>
                    <a:lnTo>
                      <a:pt x="3837" y="0"/>
                    </a:lnTo>
                    <a:lnTo>
                      <a:pt x="2457" y="505"/>
                    </a:lnTo>
                    <a:lnTo>
                      <a:pt x="1380" y="1985"/>
                    </a:lnTo>
                    <a:lnTo>
                      <a:pt x="774" y="3230"/>
                    </a:lnTo>
                    <a:lnTo>
                      <a:pt x="0" y="5147"/>
                    </a:lnTo>
                    <a:close/>
                  </a:path>
                </a:pathLst>
              </a:custGeom>
              <a:grpFill/>
              <a:ln w="6350" cap="flat">
                <a:solidFill>
                  <a:schemeClr val="bg1"/>
                </a:solidFill>
                <a:prstDash val="solid"/>
                <a:miter/>
              </a:ln>
            </p:spPr>
            <p:txBody>
              <a:bodyPr rtlCol="0" anchor="ctr"/>
              <a:lstStyle/>
              <a:p>
                <a:endParaRPr lang="en-US"/>
              </a:p>
            </p:txBody>
          </p:sp>
          <p:sp>
            <p:nvSpPr>
              <p:cNvPr id="162" name="Freeform 941">
                <a:extLst>
                  <a:ext uri="{FF2B5EF4-FFF2-40B4-BE49-F238E27FC236}">
                    <a16:creationId xmlns:a16="http://schemas.microsoft.com/office/drawing/2014/main" id="{39902DA5-668D-A04C-7AEA-90B565A07B46}"/>
                  </a:ext>
                </a:extLst>
              </p:cNvPr>
              <p:cNvSpPr/>
              <p:nvPr/>
            </p:nvSpPr>
            <p:spPr>
              <a:xfrm>
                <a:off x="5920808" y="3516149"/>
                <a:ext cx="16759" cy="13994"/>
              </a:xfrm>
              <a:custGeom>
                <a:avLst/>
                <a:gdLst>
                  <a:gd name="connsiteX0" fmla="*/ 34 w 16759"/>
                  <a:gd name="connsiteY0" fmla="*/ 9621 h 13994"/>
                  <a:gd name="connsiteX1" fmla="*/ 7707 w 16759"/>
                  <a:gd name="connsiteY1" fmla="*/ 13994 h 13994"/>
                  <a:gd name="connsiteX2" fmla="*/ 12486 w 16759"/>
                  <a:gd name="connsiteY2" fmla="*/ 11841 h 13994"/>
                  <a:gd name="connsiteX3" fmla="*/ 16760 w 16759"/>
                  <a:gd name="connsiteY3" fmla="*/ 5853 h 13994"/>
                  <a:gd name="connsiteX4" fmla="*/ 14942 w 16759"/>
                  <a:gd name="connsiteY4" fmla="*/ 0 h 13994"/>
                  <a:gd name="connsiteX5" fmla="*/ 6091 w 16759"/>
                  <a:gd name="connsiteY5" fmla="*/ 0 h 13994"/>
                  <a:gd name="connsiteX6" fmla="*/ 1548 w 16759"/>
                  <a:gd name="connsiteY6" fmla="*/ 4205 h 13994"/>
                  <a:gd name="connsiteX7" fmla="*/ 0 w 16759"/>
                  <a:gd name="connsiteY7" fmla="*/ 8275 h 13994"/>
                  <a:gd name="connsiteX8" fmla="*/ 0 w 16759"/>
                  <a:gd name="connsiteY8" fmla="*/ 9621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9" h="13994">
                    <a:moveTo>
                      <a:pt x="34" y="9621"/>
                    </a:moveTo>
                    <a:lnTo>
                      <a:pt x="7707" y="13994"/>
                    </a:lnTo>
                    <a:cubicBezTo>
                      <a:pt x="7707" y="13994"/>
                      <a:pt x="12217" y="12413"/>
                      <a:pt x="12486" y="11841"/>
                    </a:cubicBezTo>
                    <a:cubicBezTo>
                      <a:pt x="12755" y="11269"/>
                      <a:pt x="16760" y="6560"/>
                      <a:pt x="16760" y="5853"/>
                    </a:cubicBezTo>
                    <a:cubicBezTo>
                      <a:pt x="16760" y="5113"/>
                      <a:pt x="14942" y="0"/>
                      <a:pt x="14942" y="0"/>
                    </a:cubicBezTo>
                    <a:lnTo>
                      <a:pt x="6091" y="0"/>
                    </a:lnTo>
                    <a:lnTo>
                      <a:pt x="1548" y="4205"/>
                    </a:lnTo>
                    <a:lnTo>
                      <a:pt x="0" y="8275"/>
                    </a:lnTo>
                    <a:lnTo>
                      <a:pt x="0" y="9621"/>
                    </a:lnTo>
                    <a:close/>
                  </a:path>
                </a:pathLst>
              </a:custGeom>
              <a:grpFill/>
              <a:ln w="6350" cap="flat">
                <a:solidFill>
                  <a:schemeClr val="bg1"/>
                </a:solidFill>
                <a:prstDash val="solid"/>
                <a:miter/>
              </a:ln>
            </p:spPr>
            <p:txBody>
              <a:bodyPr rtlCol="0" anchor="ctr"/>
              <a:lstStyle/>
              <a:p>
                <a:endParaRPr lang="en-US"/>
              </a:p>
            </p:txBody>
          </p:sp>
          <p:sp>
            <p:nvSpPr>
              <p:cNvPr id="163" name="Freeform 942">
                <a:extLst>
                  <a:ext uri="{FF2B5EF4-FFF2-40B4-BE49-F238E27FC236}">
                    <a16:creationId xmlns:a16="http://schemas.microsoft.com/office/drawing/2014/main" id="{F14FBD81-1AAB-38B7-BE4C-93FD5BB2F929}"/>
                  </a:ext>
                </a:extLst>
              </p:cNvPr>
              <p:cNvSpPr/>
              <p:nvPr/>
            </p:nvSpPr>
            <p:spPr>
              <a:xfrm>
                <a:off x="5238865" y="3831621"/>
                <a:ext cx="8985" cy="11235"/>
              </a:xfrm>
              <a:custGeom>
                <a:avLst/>
                <a:gdLst>
                  <a:gd name="connsiteX0" fmla="*/ 1615 w 8985"/>
                  <a:gd name="connsiteY0" fmla="*/ 5651 h 11235"/>
                  <a:gd name="connsiteX1" fmla="*/ 6899 w 8985"/>
                  <a:gd name="connsiteY1" fmla="*/ 11236 h 11235"/>
                  <a:gd name="connsiteX2" fmla="*/ 8986 w 8985"/>
                  <a:gd name="connsiteY2" fmla="*/ 8107 h 11235"/>
                  <a:gd name="connsiteX3" fmla="*/ 8986 w 8985"/>
                  <a:gd name="connsiteY3" fmla="*/ 1749 h 11235"/>
                  <a:gd name="connsiteX4" fmla="*/ 2894 w 8985"/>
                  <a:gd name="connsiteY4" fmla="*/ 0 h 11235"/>
                  <a:gd name="connsiteX5" fmla="*/ 0 w 8985"/>
                  <a:gd name="connsiteY5" fmla="*/ 5618 h 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5" h="11235">
                    <a:moveTo>
                      <a:pt x="1615" y="5651"/>
                    </a:moveTo>
                    <a:lnTo>
                      <a:pt x="6899" y="11236"/>
                    </a:lnTo>
                    <a:lnTo>
                      <a:pt x="8986" y="8107"/>
                    </a:lnTo>
                    <a:lnTo>
                      <a:pt x="8986" y="1749"/>
                    </a:lnTo>
                    <a:lnTo>
                      <a:pt x="2894" y="0"/>
                    </a:lnTo>
                    <a:lnTo>
                      <a:pt x="0" y="5618"/>
                    </a:lnTo>
                    <a:close/>
                  </a:path>
                </a:pathLst>
              </a:custGeom>
              <a:grpFill/>
              <a:ln w="6350" cap="flat">
                <a:solidFill>
                  <a:schemeClr val="bg1"/>
                </a:solidFill>
                <a:prstDash val="solid"/>
                <a:miter/>
              </a:ln>
            </p:spPr>
            <p:txBody>
              <a:bodyPr rtlCol="0" anchor="ctr"/>
              <a:lstStyle/>
              <a:p>
                <a:endParaRPr lang="en-US"/>
              </a:p>
            </p:txBody>
          </p:sp>
          <p:sp>
            <p:nvSpPr>
              <p:cNvPr id="164" name="Freeform 943">
                <a:extLst>
                  <a:ext uri="{FF2B5EF4-FFF2-40B4-BE49-F238E27FC236}">
                    <a16:creationId xmlns:a16="http://schemas.microsoft.com/office/drawing/2014/main" id="{9763CEEB-E7D0-D20F-89EF-75463B8640A2}"/>
                  </a:ext>
                </a:extLst>
              </p:cNvPr>
              <p:cNvSpPr/>
              <p:nvPr/>
            </p:nvSpPr>
            <p:spPr>
              <a:xfrm>
                <a:off x="5235668" y="3866404"/>
                <a:ext cx="3870" cy="6088"/>
              </a:xfrm>
              <a:custGeom>
                <a:avLst/>
                <a:gdLst>
                  <a:gd name="connsiteX0" fmla="*/ 0 w 3870"/>
                  <a:gd name="connsiteY0" fmla="*/ 0 h 6088"/>
                  <a:gd name="connsiteX1" fmla="*/ 0 w 3870"/>
                  <a:gd name="connsiteY1" fmla="*/ 3465 h 6088"/>
                  <a:gd name="connsiteX2" fmla="*/ 740 w 3870"/>
                  <a:gd name="connsiteY2" fmla="*/ 6089 h 6088"/>
                  <a:gd name="connsiteX3" fmla="*/ 2625 w 3870"/>
                  <a:gd name="connsiteY3" fmla="*/ 6089 h 6088"/>
                  <a:gd name="connsiteX4" fmla="*/ 3500 w 3870"/>
                  <a:gd name="connsiteY4" fmla="*/ 4171 h 6088"/>
                  <a:gd name="connsiteX5" fmla="*/ 3870 w 3870"/>
                  <a:gd name="connsiteY5" fmla="*/ 3028 h 6088"/>
                  <a:gd name="connsiteX6" fmla="*/ 3197 w 3870"/>
                  <a:gd name="connsiteY6" fmla="*/ 1077 h 6088"/>
                  <a:gd name="connsiteX7" fmla="*/ 2255 w 3870"/>
                  <a:gd name="connsiteY7" fmla="*/ 572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 h="6088">
                    <a:moveTo>
                      <a:pt x="0" y="0"/>
                    </a:moveTo>
                    <a:lnTo>
                      <a:pt x="0" y="3465"/>
                    </a:lnTo>
                    <a:lnTo>
                      <a:pt x="740" y="6089"/>
                    </a:lnTo>
                    <a:lnTo>
                      <a:pt x="2625" y="6089"/>
                    </a:lnTo>
                    <a:lnTo>
                      <a:pt x="3500" y="4171"/>
                    </a:lnTo>
                    <a:lnTo>
                      <a:pt x="3870" y="3028"/>
                    </a:lnTo>
                    <a:lnTo>
                      <a:pt x="3197" y="1077"/>
                    </a:lnTo>
                    <a:lnTo>
                      <a:pt x="2255" y="572"/>
                    </a:lnTo>
                    <a:close/>
                  </a:path>
                </a:pathLst>
              </a:custGeom>
              <a:grpFill/>
              <a:ln w="6350" cap="flat">
                <a:solidFill>
                  <a:schemeClr val="bg1"/>
                </a:solidFill>
                <a:prstDash val="solid"/>
                <a:miter/>
              </a:ln>
            </p:spPr>
            <p:txBody>
              <a:bodyPr rtlCol="0" anchor="ctr"/>
              <a:lstStyle/>
              <a:p>
                <a:endParaRPr lang="en-US"/>
              </a:p>
            </p:txBody>
          </p:sp>
        </p:grpSp>
        <p:sp>
          <p:nvSpPr>
            <p:cNvPr id="29" name="Freeform 889">
              <a:extLst>
                <a:ext uri="{FF2B5EF4-FFF2-40B4-BE49-F238E27FC236}">
                  <a16:creationId xmlns:a16="http://schemas.microsoft.com/office/drawing/2014/main" id="{85B34403-43B8-B0AF-EB6C-6411964F160E}"/>
                </a:ext>
              </a:extLst>
            </p:cNvPr>
            <p:cNvSpPr/>
            <p:nvPr/>
          </p:nvSpPr>
          <p:spPr>
            <a:xfrm>
              <a:off x="7450776" y="3336519"/>
              <a:ext cx="409397" cy="292566"/>
            </a:xfrm>
            <a:custGeom>
              <a:avLst/>
              <a:gdLst>
                <a:gd name="connsiteX0" fmla="*/ 537464 w 786002"/>
                <a:gd name="connsiteY0" fmla="*/ 558770 h 561696"/>
                <a:gd name="connsiteX1" fmla="*/ 537464 w 786002"/>
                <a:gd name="connsiteY1" fmla="*/ 555305 h 561696"/>
                <a:gd name="connsiteX2" fmla="*/ 538877 w 786002"/>
                <a:gd name="connsiteY2" fmla="*/ 554868 h 561696"/>
                <a:gd name="connsiteX3" fmla="*/ 537901 w 786002"/>
                <a:gd name="connsiteY3" fmla="*/ 554430 h 561696"/>
                <a:gd name="connsiteX4" fmla="*/ 535444 w 786002"/>
                <a:gd name="connsiteY4" fmla="*/ 551537 h 561696"/>
                <a:gd name="connsiteX5" fmla="*/ 536454 w 786002"/>
                <a:gd name="connsiteY5" fmla="*/ 548644 h 561696"/>
                <a:gd name="connsiteX6" fmla="*/ 538036 w 786002"/>
                <a:gd name="connsiteY6" fmla="*/ 545751 h 561696"/>
                <a:gd name="connsiteX7" fmla="*/ 540493 w 786002"/>
                <a:gd name="connsiteY7" fmla="*/ 541109 h 561696"/>
                <a:gd name="connsiteX8" fmla="*/ 543387 w 786002"/>
                <a:gd name="connsiteY8" fmla="*/ 537408 h 561696"/>
                <a:gd name="connsiteX9" fmla="*/ 547594 w 786002"/>
                <a:gd name="connsiteY9" fmla="*/ 535323 h 561696"/>
                <a:gd name="connsiteX10" fmla="*/ 553954 w 786002"/>
                <a:gd name="connsiteY10" fmla="*/ 535323 h 561696"/>
                <a:gd name="connsiteX11" fmla="*/ 562368 w 786002"/>
                <a:gd name="connsiteY11" fmla="*/ 533573 h 561696"/>
                <a:gd name="connsiteX12" fmla="*/ 565700 w 786002"/>
                <a:gd name="connsiteY12" fmla="*/ 526778 h 561696"/>
                <a:gd name="connsiteX13" fmla="*/ 564556 w 786002"/>
                <a:gd name="connsiteY13" fmla="*/ 521262 h 561696"/>
                <a:gd name="connsiteX14" fmla="*/ 561527 w 786002"/>
                <a:gd name="connsiteY14" fmla="*/ 517359 h 561696"/>
                <a:gd name="connsiteX15" fmla="*/ 564556 w 786002"/>
                <a:gd name="connsiteY15" fmla="*/ 512011 h 561696"/>
                <a:gd name="connsiteX16" fmla="*/ 568897 w 786002"/>
                <a:gd name="connsiteY16" fmla="*/ 509387 h 561696"/>
                <a:gd name="connsiteX17" fmla="*/ 575123 w 786002"/>
                <a:gd name="connsiteY17" fmla="*/ 507940 h 561696"/>
                <a:gd name="connsiteX18" fmla="*/ 580642 w 786002"/>
                <a:gd name="connsiteY18" fmla="*/ 507806 h 561696"/>
                <a:gd name="connsiteX19" fmla="*/ 587744 w 786002"/>
                <a:gd name="connsiteY19" fmla="*/ 506494 h 561696"/>
                <a:gd name="connsiteX20" fmla="*/ 595148 w 786002"/>
                <a:gd name="connsiteY20" fmla="*/ 505182 h 561696"/>
                <a:gd name="connsiteX21" fmla="*/ 602552 w 786002"/>
                <a:gd name="connsiteY21" fmla="*/ 504038 h 561696"/>
                <a:gd name="connsiteX22" fmla="*/ 610090 w 786002"/>
                <a:gd name="connsiteY22" fmla="*/ 504610 h 561696"/>
                <a:gd name="connsiteX23" fmla="*/ 615441 w 786002"/>
                <a:gd name="connsiteY23" fmla="*/ 502154 h 561696"/>
                <a:gd name="connsiteX24" fmla="*/ 616013 w 786002"/>
                <a:gd name="connsiteY24" fmla="*/ 496065 h 561696"/>
                <a:gd name="connsiteX25" fmla="*/ 609787 w 786002"/>
                <a:gd name="connsiteY25" fmla="*/ 488967 h 561696"/>
                <a:gd name="connsiteX26" fmla="*/ 606018 w 786002"/>
                <a:gd name="connsiteY26" fmla="*/ 481869 h 561696"/>
                <a:gd name="connsiteX27" fmla="*/ 605883 w 786002"/>
                <a:gd name="connsiteY27" fmla="*/ 476083 h 561696"/>
                <a:gd name="connsiteX28" fmla="*/ 609215 w 786002"/>
                <a:gd name="connsiteY28" fmla="*/ 473897 h 561696"/>
                <a:gd name="connsiteX29" fmla="*/ 615441 w 786002"/>
                <a:gd name="connsiteY29" fmla="*/ 474199 h 561696"/>
                <a:gd name="connsiteX30" fmla="*/ 621230 w 786002"/>
                <a:gd name="connsiteY30" fmla="*/ 478404 h 561696"/>
                <a:gd name="connsiteX31" fmla="*/ 627759 w 786002"/>
                <a:gd name="connsiteY31" fmla="*/ 479716 h 561696"/>
                <a:gd name="connsiteX32" fmla="*/ 629913 w 786002"/>
                <a:gd name="connsiteY32" fmla="*/ 476521 h 561696"/>
                <a:gd name="connsiteX33" fmla="*/ 637586 w 786002"/>
                <a:gd name="connsiteY33" fmla="*/ 473762 h 561696"/>
                <a:gd name="connsiteX34" fmla="*/ 641927 w 786002"/>
                <a:gd name="connsiteY34" fmla="*/ 472013 h 561696"/>
                <a:gd name="connsiteX35" fmla="*/ 645562 w 786002"/>
                <a:gd name="connsiteY35" fmla="*/ 470129 h 561696"/>
                <a:gd name="connsiteX36" fmla="*/ 639336 w 786002"/>
                <a:gd name="connsiteY36" fmla="*/ 466059 h 561696"/>
                <a:gd name="connsiteX37" fmla="*/ 639201 w 786002"/>
                <a:gd name="connsiteY37" fmla="*/ 461585 h 561696"/>
                <a:gd name="connsiteX38" fmla="*/ 641961 w 786002"/>
                <a:gd name="connsiteY38" fmla="*/ 459398 h 561696"/>
                <a:gd name="connsiteX39" fmla="*/ 645293 w 786002"/>
                <a:gd name="connsiteY39" fmla="*/ 459398 h 561696"/>
                <a:gd name="connsiteX40" fmla="*/ 650072 w 786002"/>
                <a:gd name="connsiteY40" fmla="*/ 460845 h 561696"/>
                <a:gd name="connsiteX41" fmla="*/ 653101 w 786002"/>
                <a:gd name="connsiteY41" fmla="*/ 461417 h 561696"/>
                <a:gd name="connsiteX42" fmla="*/ 654413 w 786002"/>
                <a:gd name="connsiteY42" fmla="*/ 458961 h 561696"/>
                <a:gd name="connsiteX43" fmla="*/ 652966 w 786002"/>
                <a:gd name="connsiteY43" fmla="*/ 454319 h 561696"/>
                <a:gd name="connsiteX44" fmla="*/ 649332 w 786002"/>
                <a:gd name="connsiteY44" fmla="*/ 447221 h 561696"/>
                <a:gd name="connsiteX45" fmla="*/ 649466 w 786002"/>
                <a:gd name="connsiteY45" fmla="*/ 443184 h 561696"/>
                <a:gd name="connsiteX46" fmla="*/ 651485 w 786002"/>
                <a:gd name="connsiteY46" fmla="*/ 441434 h 561696"/>
                <a:gd name="connsiteX47" fmla="*/ 654380 w 786002"/>
                <a:gd name="connsiteY47" fmla="*/ 433765 h 561696"/>
                <a:gd name="connsiteX48" fmla="*/ 658149 w 786002"/>
                <a:gd name="connsiteY48" fmla="*/ 429123 h 561696"/>
                <a:gd name="connsiteX49" fmla="*/ 664106 w 786002"/>
                <a:gd name="connsiteY49" fmla="*/ 427104 h 561696"/>
                <a:gd name="connsiteX50" fmla="*/ 670197 w 786002"/>
                <a:gd name="connsiteY50" fmla="*/ 425489 h 561696"/>
                <a:gd name="connsiteX51" fmla="*/ 674101 w 786002"/>
                <a:gd name="connsiteY51" fmla="*/ 422596 h 561696"/>
                <a:gd name="connsiteX52" fmla="*/ 679318 w 786002"/>
                <a:gd name="connsiteY52" fmla="*/ 421722 h 561696"/>
                <a:gd name="connsiteX53" fmla="*/ 683390 w 786002"/>
                <a:gd name="connsiteY53" fmla="*/ 420578 h 561696"/>
                <a:gd name="connsiteX54" fmla="*/ 685712 w 786002"/>
                <a:gd name="connsiteY54" fmla="*/ 417954 h 561696"/>
                <a:gd name="connsiteX55" fmla="*/ 687159 w 786002"/>
                <a:gd name="connsiteY55" fmla="*/ 416373 h 561696"/>
                <a:gd name="connsiteX56" fmla="*/ 688169 w 786002"/>
                <a:gd name="connsiteY56" fmla="*/ 413312 h 561696"/>
                <a:gd name="connsiteX57" fmla="*/ 690491 w 786002"/>
                <a:gd name="connsiteY57" fmla="*/ 412437 h 561696"/>
                <a:gd name="connsiteX58" fmla="*/ 693520 w 786002"/>
                <a:gd name="connsiteY58" fmla="*/ 410856 h 561696"/>
                <a:gd name="connsiteX59" fmla="*/ 698030 w 786002"/>
                <a:gd name="connsiteY59" fmla="*/ 409107 h 561696"/>
                <a:gd name="connsiteX60" fmla="*/ 700487 w 786002"/>
                <a:gd name="connsiteY60" fmla="*/ 408401 h 561696"/>
                <a:gd name="connsiteX61" fmla="*/ 702506 w 786002"/>
                <a:gd name="connsiteY61" fmla="*/ 407223 h 561696"/>
                <a:gd name="connsiteX62" fmla="*/ 705568 w 786002"/>
                <a:gd name="connsiteY62" fmla="*/ 404465 h 561696"/>
                <a:gd name="connsiteX63" fmla="*/ 706006 w 786002"/>
                <a:gd name="connsiteY63" fmla="*/ 402278 h 561696"/>
                <a:gd name="connsiteX64" fmla="*/ 710347 w 786002"/>
                <a:gd name="connsiteY64" fmla="*/ 398948 h 561696"/>
                <a:gd name="connsiteX65" fmla="*/ 712669 w 786002"/>
                <a:gd name="connsiteY65" fmla="*/ 396627 h 561696"/>
                <a:gd name="connsiteX66" fmla="*/ 715126 w 786002"/>
                <a:gd name="connsiteY66" fmla="*/ 393431 h 561696"/>
                <a:gd name="connsiteX67" fmla="*/ 716001 w 786002"/>
                <a:gd name="connsiteY67" fmla="*/ 387914 h 561696"/>
                <a:gd name="connsiteX68" fmla="*/ 722800 w 786002"/>
                <a:gd name="connsiteY68" fmla="*/ 381388 h 561696"/>
                <a:gd name="connsiteX69" fmla="*/ 723540 w 786002"/>
                <a:gd name="connsiteY69" fmla="*/ 372709 h 561696"/>
                <a:gd name="connsiteX70" fmla="*/ 720915 w 786002"/>
                <a:gd name="connsiteY70" fmla="*/ 368638 h 561696"/>
                <a:gd name="connsiteX71" fmla="*/ 719333 w 786002"/>
                <a:gd name="connsiteY71" fmla="*/ 364131 h 561696"/>
                <a:gd name="connsiteX72" fmla="*/ 718895 w 786002"/>
                <a:gd name="connsiteY72" fmla="*/ 356595 h 561696"/>
                <a:gd name="connsiteX73" fmla="*/ 717314 w 786002"/>
                <a:gd name="connsiteY73" fmla="*/ 353702 h 561696"/>
                <a:gd name="connsiteX74" fmla="*/ 714857 w 786002"/>
                <a:gd name="connsiteY74" fmla="*/ 350372 h 561696"/>
                <a:gd name="connsiteX75" fmla="*/ 714857 w 786002"/>
                <a:gd name="connsiteY75" fmla="*/ 346739 h 561696"/>
                <a:gd name="connsiteX76" fmla="*/ 717751 w 786002"/>
                <a:gd name="connsiteY76" fmla="*/ 343106 h 561696"/>
                <a:gd name="connsiteX77" fmla="*/ 718761 w 786002"/>
                <a:gd name="connsiteY77" fmla="*/ 340482 h 561696"/>
                <a:gd name="connsiteX78" fmla="*/ 718054 w 786002"/>
                <a:gd name="connsiteY78" fmla="*/ 332812 h 561696"/>
                <a:gd name="connsiteX79" fmla="*/ 718323 w 786002"/>
                <a:gd name="connsiteY79" fmla="*/ 328742 h 561696"/>
                <a:gd name="connsiteX80" fmla="*/ 718323 w 786002"/>
                <a:gd name="connsiteY80" fmla="*/ 323965 h 561696"/>
                <a:gd name="connsiteX81" fmla="*/ 723237 w 786002"/>
                <a:gd name="connsiteY81" fmla="*/ 321644 h 561696"/>
                <a:gd name="connsiteX82" fmla="*/ 724247 w 786002"/>
                <a:gd name="connsiteY82" fmla="*/ 320635 h 561696"/>
                <a:gd name="connsiteX83" fmla="*/ 728588 w 786002"/>
                <a:gd name="connsiteY83" fmla="*/ 315555 h 561696"/>
                <a:gd name="connsiteX84" fmla="*/ 734545 w 786002"/>
                <a:gd name="connsiteY84" fmla="*/ 311922 h 561696"/>
                <a:gd name="connsiteX85" fmla="*/ 738886 w 786002"/>
                <a:gd name="connsiteY85" fmla="*/ 311216 h 561696"/>
                <a:gd name="connsiteX86" fmla="*/ 742656 w 786002"/>
                <a:gd name="connsiteY86" fmla="*/ 310072 h 561696"/>
                <a:gd name="connsiteX87" fmla="*/ 746122 w 786002"/>
                <a:gd name="connsiteY87" fmla="*/ 307044 h 561696"/>
                <a:gd name="connsiteX88" fmla="*/ 748444 w 786002"/>
                <a:gd name="connsiteY88" fmla="*/ 301965 h 561696"/>
                <a:gd name="connsiteX89" fmla="*/ 746560 w 786002"/>
                <a:gd name="connsiteY89" fmla="*/ 298197 h 561696"/>
                <a:gd name="connsiteX90" fmla="*/ 739896 w 786002"/>
                <a:gd name="connsiteY90" fmla="*/ 292848 h 561696"/>
                <a:gd name="connsiteX91" fmla="*/ 743396 w 786002"/>
                <a:gd name="connsiteY91" fmla="*/ 285616 h 561696"/>
                <a:gd name="connsiteX92" fmla="*/ 751204 w 786002"/>
                <a:gd name="connsiteY92" fmla="*/ 280839 h 561696"/>
                <a:gd name="connsiteX93" fmla="*/ 756723 w 786002"/>
                <a:gd name="connsiteY93" fmla="*/ 280839 h 561696"/>
                <a:gd name="connsiteX94" fmla="*/ 759618 w 786002"/>
                <a:gd name="connsiteY94" fmla="*/ 282151 h 561696"/>
                <a:gd name="connsiteX95" fmla="*/ 766719 w 786002"/>
                <a:gd name="connsiteY95" fmla="*/ 276802 h 561696"/>
                <a:gd name="connsiteX96" fmla="*/ 772507 w 786002"/>
                <a:gd name="connsiteY96" fmla="*/ 274481 h 561696"/>
                <a:gd name="connsiteX97" fmla="*/ 775132 w 786002"/>
                <a:gd name="connsiteY97" fmla="*/ 273169 h 561696"/>
                <a:gd name="connsiteX98" fmla="*/ 775267 w 786002"/>
                <a:gd name="connsiteY98" fmla="*/ 268830 h 561696"/>
                <a:gd name="connsiteX99" fmla="*/ 769613 w 786002"/>
                <a:gd name="connsiteY99" fmla="*/ 261429 h 561696"/>
                <a:gd name="connsiteX100" fmla="*/ 768300 w 786002"/>
                <a:gd name="connsiteY100" fmla="*/ 257796 h 561696"/>
                <a:gd name="connsiteX101" fmla="*/ 765709 w 786002"/>
                <a:gd name="connsiteY101" fmla="*/ 249251 h 561696"/>
                <a:gd name="connsiteX102" fmla="*/ 766146 w 786002"/>
                <a:gd name="connsiteY102" fmla="*/ 243600 h 561696"/>
                <a:gd name="connsiteX103" fmla="*/ 771801 w 786002"/>
                <a:gd name="connsiteY103" fmla="*/ 239126 h 561696"/>
                <a:gd name="connsiteX104" fmla="*/ 777589 w 786002"/>
                <a:gd name="connsiteY104" fmla="*/ 237545 h 561696"/>
                <a:gd name="connsiteX105" fmla="*/ 783108 w 786002"/>
                <a:gd name="connsiteY105" fmla="*/ 235526 h 561696"/>
                <a:gd name="connsiteX106" fmla="*/ 786003 w 786002"/>
                <a:gd name="connsiteY106" fmla="*/ 229875 h 561696"/>
                <a:gd name="connsiteX107" fmla="*/ 784118 w 786002"/>
                <a:gd name="connsiteY107" fmla="*/ 224661 h 561696"/>
                <a:gd name="connsiteX108" fmla="*/ 781931 w 786002"/>
                <a:gd name="connsiteY108" fmla="*/ 218572 h 561696"/>
                <a:gd name="connsiteX109" fmla="*/ 782233 w 786002"/>
                <a:gd name="connsiteY109" fmla="*/ 213492 h 561696"/>
                <a:gd name="connsiteX110" fmla="*/ 781661 w 786002"/>
                <a:gd name="connsiteY110" fmla="*/ 208413 h 561696"/>
                <a:gd name="connsiteX111" fmla="*/ 775873 w 786002"/>
                <a:gd name="connsiteY111" fmla="*/ 203939 h 561696"/>
                <a:gd name="connsiteX112" fmla="*/ 773988 w 786002"/>
                <a:gd name="connsiteY112" fmla="*/ 201046 h 561696"/>
                <a:gd name="connsiteX113" fmla="*/ 772676 w 786002"/>
                <a:gd name="connsiteY113" fmla="*/ 198287 h 561696"/>
                <a:gd name="connsiteX114" fmla="*/ 772103 w 786002"/>
                <a:gd name="connsiteY114" fmla="*/ 194654 h 561696"/>
                <a:gd name="connsiteX115" fmla="*/ 773248 w 786002"/>
                <a:gd name="connsiteY115" fmla="*/ 191627 h 561696"/>
                <a:gd name="connsiteX116" fmla="*/ 775132 w 786002"/>
                <a:gd name="connsiteY116" fmla="*/ 188599 h 561696"/>
                <a:gd name="connsiteX117" fmla="*/ 778329 w 786002"/>
                <a:gd name="connsiteY117" fmla="*/ 185403 h 561696"/>
                <a:gd name="connsiteX118" fmla="*/ 781964 w 786002"/>
                <a:gd name="connsiteY118" fmla="*/ 181770 h 561696"/>
                <a:gd name="connsiteX119" fmla="*/ 778633 w 786002"/>
                <a:gd name="connsiteY119" fmla="*/ 181030 h 561696"/>
                <a:gd name="connsiteX120" fmla="*/ 774863 w 786002"/>
                <a:gd name="connsiteY120" fmla="*/ 181602 h 561696"/>
                <a:gd name="connsiteX121" fmla="*/ 770219 w 786002"/>
                <a:gd name="connsiteY121" fmla="*/ 182174 h 561696"/>
                <a:gd name="connsiteX122" fmla="*/ 765575 w 786002"/>
                <a:gd name="connsiteY122" fmla="*/ 181165 h 561696"/>
                <a:gd name="connsiteX123" fmla="*/ 761368 w 786002"/>
                <a:gd name="connsiteY123" fmla="*/ 180862 h 561696"/>
                <a:gd name="connsiteX124" fmla="*/ 757733 w 786002"/>
                <a:gd name="connsiteY124" fmla="*/ 180727 h 561696"/>
                <a:gd name="connsiteX125" fmla="*/ 754401 w 786002"/>
                <a:gd name="connsiteY125" fmla="*/ 180727 h 561696"/>
                <a:gd name="connsiteX126" fmla="*/ 750766 w 786002"/>
                <a:gd name="connsiteY126" fmla="*/ 181737 h 561696"/>
                <a:gd name="connsiteX127" fmla="*/ 746122 w 786002"/>
                <a:gd name="connsiteY127" fmla="*/ 183318 h 561696"/>
                <a:gd name="connsiteX128" fmla="*/ 742218 w 786002"/>
                <a:gd name="connsiteY128" fmla="*/ 186345 h 561696"/>
                <a:gd name="connsiteX129" fmla="*/ 738314 w 786002"/>
                <a:gd name="connsiteY129" fmla="*/ 187926 h 561696"/>
                <a:gd name="connsiteX130" fmla="*/ 733098 w 786002"/>
                <a:gd name="connsiteY130" fmla="*/ 191694 h 561696"/>
                <a:gd name="connsiteX131" fmla="*/ 729631 w 786002"/>
                <a:gd name="connsiteY131" fmla="*/ 191694 h 561696"/>
                <a:gd name="connsiteX132" fmla="*/ 728050 w 786002"/>
                <a:gd name="connsiteY132" fmla="*/ 190819 h 561696"/>
                <a:gd name="connsiteX133" fmla="*/ 723708 w 786002"/>
                <a:gd name="connsiteY133" fmla="*/ 188633 h 561696"/>
                <a:gd name="connsiteX134" fmla="*/ 719939 w 786002"/>
                <a:gd name="connsiteY134" fmla="*/ 186312 h 561696"/>
                <a:gd name="connsiteX135" fmla="*/ 719064 w 786002"/>
                <a:gd name="connsiteY135" fmla="*/ 183856 h 561696"/>
                <a:gd name="connsiteX136" fmla="*/ 719501 w 786002"/>
                <a:gd name="connsiteY136" fmla="*/ 181097 h 561696"/>
                <a:gd name="connsiteX137" fmla="*/ 719636 w 786002"/>
                <a:gd name="connsiteY137" fmla="*/ 175177 h 561696"/>
                <a:gd name="connsiteX138" fmla="*/ 720074 w 786002"/>
                <a:gd name="connsiteY138" fmla="*/ 170669 h 561696"/>
                <a:gd name="connsiteX139" fmla="*/ 719939 w 786002"/>
                <a:gd name="connsiteY139" fmla="*/ 167339 h 561696"/>
                <a:gd name="connsiteX140" fmla="*/ 720074 w 786002"/>
                <a:gd name="connsiteY140" fmla="*/ 164143 h 561696"/>
                <a:gd name="connsiteX141" fmla="*/ 720074 w 786002"/>
                <a:gd name="connsiteY141" fmla="*/ 161519 h 561696"/>
                <a:gd name="connsiteX142" fmla="*/ 720646 w 786002"/>
                <a:gd name="connsiteY142" fmla="*/ 155565 h 561696"/>
                <a:gd name="connsiteX143" fmla="*/ 720074 w 786002"/>
                <a:gd name="connsiteY143" fmla="*/ 151797 h 561696"/>
                <a:gd name="connsiteX144" fmla="*/ 720074 w 786002"/>
                <a:gd name="connsiteY144" fmla="*/ 148602 h 561696"/>
                <a:gd name="connsiteX145" fmla="*/ 718761 w 786002"/>
                <a:gd name="connsiteY145" fmla="*/ 144094 h 561696"/>
                <a:gd name="connsiteX146" fmla="*/ 717011 w 786002"/>
                <a:gd name="connsiteY146" fmla="*/ 143219 h 561696"/>
                <a:gd name="connsiteX147" fmla="*/ 713107 w 786002"/>
                <a:gd name="connsiteY147" fmla="*/ 142076 h 561696"/>
                <a:gd name="connsiteX148" fmla="*/ 708765 w 786002"/>
                <a:gd name="connsiteY148" fmla="*/ 141504 h 561696"/>
                <a:gd name="connsiteX149" fmla="*/ 705299 w 786002"/>
                <a:gd name="connsiteY149" fmla="*/ 142244 h 561696"/>
                <a:gd name="connsiteX150" fmla="*/ 702539 w 786002"/>
                <a:gd name="connsiteY150" fmla="*/ 142244 h 561696"/>
                <a:gd name="connsiteX151" fmla="*/ 700352 w 786002"/>
                <a:gd name="connsiteY151" fmla="*/ 143993 h 561696"/>
                <a:gd name="connsiteX152" fmla="*/ 699208 w 786002"/>
                <a:gd name="connsiteY152" fmla="*/ 145170 h 561696"/>
                <a:gd name="connsiteX153" fmla="*/ 697054 w 786002"/>
                <a:gd name="connsiteY153" fmla="*/ 147626 h 561696"/>
                <a:gd name="connsiteX154" fmla="*/ 693587 w 786002"/>
                <a:gd name="connsiteY154" fmla="*/ 149813 h 561696"/>
                <a:gd name="connsiteX155" fmla="*/ 690693 w 786002"/>
                <a:gd name="connsiteY155" fmla="*/ 151562 h 561696"/>
                <a:gd name="connsiteX156" fmla="*/ 688068 w 786002"/>
                <a:gd name="connsiteY156" fmla="*/ 154589 h 561696"/>
                <a:gd name="connsiteX157" fmla="*/ 688203 w 786002"/>
                <a:gd name="connsiteY157" fmla="*/ 159501 h 561696"/>
                <a:gd name="connsiteX158" fmla="*/ 688068 w 786002"/>
                <a:gd name="connsiteY158" fmla="*/ 162091 h 561696"/>
                <a:gd name="connsiteX159" fmla="*/ 685746 w 786002"/>
                <a:gd name="connsiteY159" fmla="*/ 166565 h 561696"/>
                <a:gd name="connsiteX160" fmla="*/ 680529 w 786002"/>
                <a:gd name="connsiteY160" fmla="*/ 167742 h 561696"/>
                <a:gd name="connsiteX161" fmla="*/ 675178 w 786002"/>
                <a:gd name="connsiteY161" fmla="*/ 165724 h 561696"/>
                <a:gd name="connsiteX162" fmla="*/ 672284 w 786002"/>
                <a:gd name="connsiteY162" fmla="*/ 162394 h 561696"/>
                <a:gd name="connsiteX163" fmla="*/ 671409 w 786002"/>
                <a:gd name="connsiteY163" fmla="*/ 158929 h 561696"/>
                <a:gd name="connsiteX164" fmla="*/ 671274 w 786002"/>
                <a:gd name="connsiteY164" fmla="*/ 155027 h 561696"/>
                <a:gd name="connsiteX165" fmla="*/ 670837 w 786002"/>
                <a:gd name="connsiteY165" fmla="*/ 151999 h 561696"/>
                <a:gd name="connsiteX166" fmla="*/ 670702 w 786002"/>
                <a:gd name="connsiteY166" fmla="*/ 148097 h 561696"/>
                <a:gd name="connsiteX167" fmla="*/ 671005 w 786002"/>
                <a:gd name="connsiteY167" fmla="*/ 143758 h 561696"/>
                <a:gd name="connsiteX168" fmla="*/ 676087 w 786002"/>
                <a:gd name="connsiteY168" fmla="*/ 137534 h 561696"/>
                <a:gd name="connsiteX169" fmla="*/ 676524 w 786002"/>
                <a:gd name="connsiteY169" fmla="*/ 137400 h 561696"/>
                <a:gd name="connsiteX170" fmla="*/ 677669 w 786002"/>
                <a:gd name="connsiteY170" fmla="*/ 134069 h 561696"/>
                <a:gd name="connsiteX171" fmla="*/ 681741 w 786002"/>
                <a:gd name="connsiteY171" fmla="*/ 131311 h 561696"/>
                <a:gd name="connsiteX172" fmla="*/ 683053 w 786002"/>
                <a:gd name="connsiteY172" fmla="*/ 130167 h 561696"/>
                <a:gd name="connsiteX173" fmla="*/ 688842 w 786002"/>
                <a:gd name="connsiteY173" fmla="*/ 128283 h 561696"/>
                <a:gd name="connsiteX174" fmla="*/ 688707 w 786002"/>
                <a:gd name="connsiteY174" fmla="*/ 125828 h 561696"/>
                <a:gd name="connsiteX175" fmla="*/ 688842 w 786002"/>
                <a:gd name="connsiteY175" fmla="*/ 123237 h 561696"/>
                <a:gd name="connsiteX176" fmla="*/ 689145 w 786002"/>
                <a:gd name="connsiteY176" fmla="*/ 121353 h 561696"/>
                <a:gd name="connsiteX177" fmla="*/ 691030 w 786002"/>
                <a:gd name="connsiteY177" fmla="*/ 118326 h 561696"/>
                <a:gd name="connsiteX178" fmla="*/ 691332 w 786002"/>
                <a:gd name="connsiteY178" fmla="*/ 117889 h 561696"/>
                <a:gd name="connsiteX179" fmla="*/ 695236 w 786002"/>
                <a:gd name="connsiteY179" fmla="*/ 116005 h 561696"/>
                <a:gd name="connsiteX180" fmla="*/ 697693 w 786002"/>
                <a:gd name="connsiteY180" fmla="*/ 113684 h 561696"/>
                <a:gd name="connsiteX181" fmla="*/ 699578 w 786002"/>
                <a:gd name="connsiteY181" fmla="*/ 111800 h 561696"/>
                <a:gd name="connsiteX182" fmla="*/ 701765 w 786002"/>
                <a:gd name="connsiteY182" fmla="*/ 111228 h 561696"/>
                <a:gd name="connsiteX183" fmla="*/ 704660 w 786002"/>
                <a:gd name="connsiteY183" fmla="*/ 109647 h 561696"/>
                <a:gd name="connsiteX184" fmla="*/ 706241 w 786002"/>
                <a:gd name="connsiteY184" fmla="*/ 107628 h 561696"/>
                <a:gd name="connsiteX185" fmla="*/ 706814 w 786002"/>
                <a:gd name="connsiteY185" fmla="*/ 106047 h 561696"/>
                <a:gd name="connsiteX186" fmla="*/ 707823 w 786002"/>
                <a:gd name="connsiteY186" fmla="*/ 101405 h 561696"/>
                <a:gd name="connsiteX187" fmla="*/ 708530 w 786002"/>
                <a:gd name="connsiteY187" fmla="*/ 95888 h 561696"/>
                <a:gd name="connsiteX188" fmla="*/ 705636 w 786002"/>
                <a:gd name="connsiteY188" fmla="*/ 85157 h 561696"/>
                <a:gd name="connsiteX189" fmla="*/ 706208 w 786002"/>
                <a:gd name="connsiteY189" fmla="*/ 80818 h 561696"/>
                <a:gd name="connsiteX190" fmla="*/ 706645 w 786002"/>
                <a:gd name="connsiteY190" fmla="*/ 77050 h 561696"/>
                <a:gd name="connsiteX191" fmla="*/ 708833 w 786002"/>
                <a:gd name="connsiteY191" fmla="*/ 74022 h 561696"/>
                <a:gd name="connsiteX192" fmla="*/ 710583 w 786002"/>
                <a:gd name="connsiteY192" fmla="*/ 71399 h 561696"/>
                <a:gd name="connsiteX193" fmla="*/ 712468 w 786002"/>
                <a:gd name="connsiteY193" fmla="*/ 69380 h 561696"/>
                <a:gd name="connsiteX194" fmla="*/ 714790 w 786002"/>
                <a:gd name="connsiteY194" fmla="*/ 67799 h 561696"/>
                <a:gd name="connsiteX195" fmla="*/ 716371 w 786002"/>
                <a:gd name="connsiteY195" fmla="*/ 67059 h 561696"/>
                <a:gd name="connsiteX196" fmla="*/ 717987 w 786002"/>
                <a:gd name="connsiteY196" fmla="*/ 66353 h 561696"/>
                <a:gd name="connsiteX197" fmla="*/ 719434 w 786002"/>
                <a:gd name="connsiteY197" fmla="*/ 64166 h 561696"/>
                <a:gd name="connsiteX198" fmla="*/ 721891 w 786002"/>
                <a:gd name="connsiteY198" fmla="*/ 61542 h 561696"/>
                <a:gd name="connsiteX199" fmla="*/ 721891 w 786002"/>
                <a:gd name="connsiteY199" fmla="*/ 57472 h 561696"/>
                <a:gd name="connsiteX200" fmla="*/ 719939 w 786002"/>
                <a:gd name="connsiteY200" fmla="*/ 55722 h 561696"/>
                <a:gd name="connsiteX201" fmla="*/ 717549 w 786002"/>
                <a:gd name="connsiteY201" fmla="*/ 54579 h 561696"/>
                <a:gd name="connsiteX202" fmla="*/ 715227 w 786002"/>
                <a:gd name="connsiteY202" fmla="*/ 54007 h 561696"/>
                <a:gd name="connsiteX203" fmla="*/ 712468 w 786002"/>
                <a:gd name="connsiteY203" fmla="*/ 54007 h 561696"/>
                <a:gd name="connsiteX204" fmla="*/ 710145 w 786002"/>
                <a:gd name="connsiteY204" fmla="*/ 53872 h 561696"/>
                <a:gd name="connsiteX205" fmla="*/ 706241 w 786002"/>
                <a:gd name="connsiteY205" fmla="*/ 54310 h 561696"/>
                <a:gd name="connsiteX206" fmla="*/ 704222 w 786002"/>
                <a:gd name="connsiteY206" fmla="*/ 54747 h 561696"/>
                <a:gd name="connsiteX207" fmla="*/ 701025 w 786002"/>
                <a:gd name="connsiteY207" fmla="*/ 55891 h 561696"/>
                <a:gd name="connsiteX208" fmla="*/ 698265 w 786002"/>
                <a:gd name="connsiteY208" fmla="*/ 55016 h 561696"/>
                <a:gd name="connsiteX209" fmla="*/ 696381 w 786002"/>
                <a:gd name="connsiteY209" fmla="*/ 52392 h 561696"/>
                <a:gd name="connsiteX210" fmla="*/ 694933 w 786002"/>
                <a:gd name="connsiteY210" fmla="*/ 50206 h 561696"/>
                <a:gd name="connsiteX211" fmla="*/ 693789 w 786002"/>
                <a:gd name="connsiteY211" fmla="*/ 48456 h 561696"/>
                <a:gd name="connsiteX212" fmla="*/ 693520 w 786002"/>
                <a:gd name="connsiteY212" fmla="*/ 44823 h 561696"/>
                <a:gd name="connsiteX213" fmla="*/ 695102 w 786002"/>
                <a:gd name="connsiteY213" fmla="*/ 40484 h 561696"/>
                <a:gd name="connsiteX214" fmla="*/ 697121 w 786002"/>
                <a:gd name="connsiteY214" fmla="*/ 37591 h 561696"/>
                <a:gd name="connsiteX215" fmla="*/ 698131 w 786002"/>
                <a:gd name="connsiteY215" fmla="*/ 35572 h 561696"/>
                <a:gd name="connsiteX216" fmla="*/ 700285 w 786002"/>
                <a:gd name="connsiteY216" fmla="*/ 32511 h 561696"/>
                <a:gd name="connsiteX217" fmla="*/ 700015 w 786002"/>
                <a:gd name="connsiteY217" fmla="*/ 31065 h 561696"/>
                <a:gd name="connsiteX218" fmla="*/ 699578 w 786002"/>
                <a:gd name="connsiteY218" fmla="*/ 28037 h 561696"/>
                <a:gd name="connsiteX219" fmla="*/ 699275 w 786002"/>
                <a:gd name="connsiteY219" fmla="*/ 25279 h 561696"/>
                <a:gd name="connsiteX220" fmla="*/ 700150 w 786002"/>
                <a:gd name="connsiteY220" fmla="*/ 22251 h 561696"/>
                <a:gd name="connsiteX221" fmla="*/ 701025 w 786002"/>
                <a:gd name="connsiteY221" fmla="*/ 18046 h 561696"/>
                <a:gd name="connsiteX222" fmla="*/ 701025 w 786002"/>
                <a:gd name="connsiteY222" fmla="*/ 14144 h 561696"/>
                <a:gd name="connsiteX223" fmla="*/ 699510 w 786002"/>
                <a:gd name="connsiteY223" fmla="*/ 11957 h 561696"/>
                <a:gd name="connsiteX224" fmla="*/ 696852 w 786002"/>
                <a:gd name="connsiteY224" fmla="*/ 8930 h 561696"/>
                <a:gd name="connsiteX225" fmla="*/ 693789 w 786002"/>
                <a:gd name="connsiteY225" fmla="*/ 6306 h 561696"/>
                <a:gd name="connsiteX226" fmla="*/ 690020 w 786002"/>
                <a:gd name="connsiteY226" fmla="*/ 7181 h 561696"/>
                <a:gd name="connsiteX227" fmla="*/ 688270 w 786002"/>
                <a:gd name="connsiteY227" fmla="*/ 8930 h 561696"/>
                <a:gd name="connsiteX228" fmla="*/ 684669 w 786002"/>
                <a:gd name="connsiteY228" fmla="*/ 9064 h 561696"/>
                <a:gd name="connsiteX229" fmla="*/ 678712 w 786002"/>
                <a:gd name="connsiteY229" fmla="*/ 6609 h 561696"/>
                <a:gd name="connsiteX230" fmla="*/ 676524 w 786002"/>
                <a:gd name="connsiteY230" fmla="*/ 4590 h 561696"/>
                <a:gd name="connsiteX231" fmla="*/ 673495 w 786002"/>
                <a:gd name="connsiteY231" fmla="*/ 2572 h 561696"/>
                <a:gd name="connsiteX232" fmla="*/ 670601 w 786002"/>
                <a:gd name="connsiteY232" fmla="*/ 116 h 561696"/>
                <a:gd name="connsiteX233" fmla="*/ 668582 w 786002"/>
                <a:gd name="connsiteY233" fmla="*/ 1428 h 561696"/>
                <a:gd name="connsiteX234" fmla="*/ 668010 w 786002"/>
                <a:gd name="connsiteY234" fmla="*/ 2303 h 561696"/>
                <a:gd name="connsiteX235" fmla="*/ 666697 w 786002"/>
                <a:gd name="connsiteY235" fmla="*/ 4759 h 561696"/>
                <a:gd name="connsiteX236" fmla="*/ 665519 w 786002"/>
                <a:gd name="connsiteY236" fmla="*/ 8089 h 561696"/>
                <a:gd name="connsiteX237" fmla="*/ 664813 w 786002"/>
                <a:gd name="connsiteY237" fmla="*/ 10107 h 561696"/>
                <a:gd name="connsiteX238" fmla="*/ 663063 w 786002"/>
                <a:gd name="connsiteY238" fmla="*/ 12294 h 561696"/>
                <a:gd name="connsiteX239" fmla="*/ 659865 w 786002"/>
                <a:gd name="connsiteY239" fmla="*/ 14312 h 561696"/>
                <a:gd name="connsiteX240" fmla="*/ 654077 w 786002"/>
                <a:gd name="connsiteY240" fmla="*/ 14615 h 561696"/>
                <a:gd name="connsiteX241" fmla="*/ 651889 w 786002"/>
                <a:gd name="connsiteY241" fmla="*/ 13606 h 561696"/>
                <a:gd name="connsiteX242" fmla="*/ 646538 w 786002"/>
                <a:gd name="connsiteY242" fmla="*/ 8257 h 561696"/>
                <a:gd name="connsiteX243" fmla="*/ 644519 w 786002"/>
                <a:gd name="connsiteY243" fmla="*/ 6811 h 561696"/>
                <a:gd name="connsiteX244" fmla="*/ 641322 w 786002"/>
                <a:gd name="connsiteY244" fmla="*/ 6811 h 561696"/>
                <a:gd name="connsiteX245" fmla="*/ 637687 w 786002"/>
                <a:gd name="connsiteY245" fmla="*/ 8627 h 561696"/>
                <a:gd name="connsiteX246" fmla="*/ 629711 w 786002"/>
                <a:gd name="connsiteY246" fmla="*/ 9569 h 561696"/>
                <a:gd name="connsiteX247" fmla="*/ 628836 w 786002"/>
                <a:gd name="connsiteY247" fmla="*/ 14346 h 561696"/>
                <a:gd name="connsiteX248" fmla="*/ 627389 w 786002"/>
                <a:gd name="connsiteY248" fmla="*/ 17811 h 561696"/>
                <a:gd name="connsiteX249" fmla="*/ 623922 w 786002"/>
                <a:gd name="connsiteY249" fmla="*/ 20838 h 561696"/>
                <a:gd name="connsiteX250" fmla="*/ 620288 w 786002"/>
                <a:gd name="connsiteY250" fmla="*/ 22857 h 561696"/>
                <a:gd name="connsiteX251" fmla="*/ 617965 w 786002"/>
                <a:gd name="connsiteY251" fmla="*/ 25480 h 561696"/>
                <a:gd name="connsiteX252" fmla="*/ 616081 w 786002"/>
                <a:gd name="connsiteY252" fmla="*/ 26490 h 561696"/>
                <a:gd name="connsiteX253" fmla="*/ 613893 w 786002"/>
                <a:gd name="connsiteY253" fmla="*/ 27936 h 561696"/>
                <a:gd name="connsiteX254" fmla="*/ 612143 w 786002"/>
                <a:gd name="connsiteY254" fmla="*/ 29685 h 561696"/>
                <a:gd name="connsiteX255" fmla="*/ 610561 w 786002"/>
                <a:gd name="connsiteY255" fmla="*/ 32444 h 561696"/>
                <a:gd name="connsiteX256" fmla="*/ 609686 w 786002"/>
                <a:gd name="connsiteY256" fmla="*/ 35640 h 561696"/>
                <a:gd name="connsiteX257" fmla="*/ 608239 w 786002"/>
                <a:gd name="connsiteY257" fmla="*/ 38095 h 561696"/>
                <a:gd name="connsiteX258" fmla="*/ 607364 w 786002"/>
                <a:gd name="connsiteY258" fmla="*/ 43007 h 561696"/>
                <a:gd name="connsiteX259" fmla="*/ 605648 w 786002"/>
                <a:gd name="connsiteY259" fmla="*/ 45328 h 561696"/>
                <a:gd name="connsiteX260" fmla="*/ 602451 w 786002"/>
                <a:gd name="connsiteY260" fmla="*/ 45631 h 561696"/>
                <a:gd name="connsiteX261" fmla="*/ 600566 w 786002"/>
                <a:gd name="connsiteY261" fmla="*/ 43040 h 561696"/>
                <a:gd name="connsiteX262" fmla="*/ 599388 w 786002"/>
                <a:gd name="connsiteY262" fmla="*/ 40585 h 561696"/>
                <a:gd name="connsiteX263" fmla="*/ 598076 w 786002"/>
                <a:gd name="connsiteY263" fmla="*/ 38701 h 561696"/>
                <a:gd name="connsiteX264" fmla="*/ 594609 w 786002"/>
                <a:gd name="connsiteY264" fmla="*/ 37254 h 561696"/>
                <a:gd name="connsiteX265" fmla="*/ 592724 w 786002"/>
                <a:gd name="connsiteY265" fmla="*/ 37389 h 561696"/>
                <a:gd name="connsiteX266" fmla="*/ 591580 w 786002"/>
                <a:gd name="connsiteY266" fmla="*/ 38970 h 561696"/>
                <a:gd name="connsiteX267" fmla="*/ 586061 w 786002"/>
                <a:gd name="connsiteY267" fmla="*/ 41426 h 561696"/>
                <a:gd name="connsiteX268" fmla="*/ 583604 w 786002"/>
                <a:gd name="connsiteY268" fmla="*/ 38230 h 561696"/>
                <a:gd name="connsiteX269" fmla="*/ 582729 w 786002"/>
                <a:gd name="connsiteY269" fmla="*/ 33722 h 561696"/>
                <a:gd name="connsiteX270" fmla="*/ 582729 w 786002"/>
                <a:gd name="connsiteY270" fmla="*/ 27062 h 561696"/>
                <a:gd name="connsiteX271" fmla="*/ 574181 w 786002"/>
                <a:gd name="connsiteY271" fmla="*/ 23866 h 561696"/>
                <a:gd name="connsiteX272" fmla="*/ 571859 w 786002"/>
                <a:gd name="connsiteY272" fmla="*/ 22857 h 561696"/>
                <a:gd name="connsiteX273" fmla="*/ 567080 w 786002"/>
                <a:gd name="connsiteY273" fmla="*/ 24606 h 561696"/>
                <a:gd name="connsiteX274" fmla="*/ 561863 w 786002"/>
                <a:gd name="connsiteY274" fmla="*/ 29080 h 561696"/>
                <a:gd name="connsiteX275" fmla="*/ 560281 w 786002"/>
                <a:gd name="connsiteY275" fmla="*/ 31401 h 561696"/>
                <a:gd name="connsiteX276" fmla="*/ 560281 w 786002"/>
                <a:gd name="connsiteY276" fmla="*/ 37860 h 561696"/>
                <a:gd name="connsiteX277" fmla="*/ 559272 w 786002"/>
                <a:gd name="connsiteY277" fmla="*/ 40215 h 561696"/>
                <a:gd name="connsiteX278" fmla="*/ 557690 w 786002"/>
                <a:gd name="connsiteY278" fmla="*/ 41527 h 561696"/>
                <a:gd name="connsiteX279" fmla="*/ 554055 w 786002"/>
                <a:gd name="connsiteY279" fmla="*/ 45429 h 561696"/>
                <a:gd name="connsiteX280" fmla="*/ 553483 w 786002"/>
                <a:gd name="connsiteY280" fmla="*/ 46001 h 561696"/>
                <a:gd name="connsiteX281" fmla="*/ 553887 w 786002"/>
                <a:gd name="connsiteY281" fmla="*/ 50643 h 561696"/>
                <a:gd name="connsiteX282" fmla="*/ 554156 w 786002"/>
                <a:gd name="connsiteY282" fmla="*/ 51518 h 561696"/>
                <a:gd name="connsiteX283" fmla="*/ 555334 w 786002"/>
                <a:gd name="connsiteY283" fmla="*/ 53704 h 561696"/>
                <a:gd name="connsiteX284" fmla="*/ 556007 w 786002"/>
                <a:gd name="connsiteY284" fmla="*/ 54377 h 561696"/>
                <a:gd name="connsiteX285" fmla="*/ 554459 w 786002"/>
                <a:gd name="connsiteY285" fmla="*/ 57304 h 561696"/>
                <a:gd name="connsiteX286" fmla="*/ 552272 w 786002"/>
                <a:gd name="connsiteY286" fmla="*/ 58178 h 561696"/>
                <a:gd name="connsiteX287" fmla="*/ 547190 w 786002"/>
                <a:gd name="connsiteY287" fmla="*/ 58616 h 561696"/>
                <a:gd name="connsiteX288" fmla="*/ 540829 w 786002"/>
                <a:gd name="connsiteY288" fmla="*/ 57304 h 561696"/>
                <a:gd name="connsiteX289" fmla="*/ 538069 w 786002"/>
                <a:gd name="connsiteY289" fmla="*/ 53671 h 561696"/>
                <a:gd name="connsiteX290" fmla="*/ 539954 w 786002"/>
                <a:gd name="connsiteY290" fmla="*/ 50912 h 561696"/>
                <a:gd name="connsiteX291" fmla="*/ 544868 w 786002"/>
                <a:gd name="connsiteY291" fmla="*/ 47010 h 561696"/>
                <a:gd name="connsiteX292" fmla="*/ 543993 w 786002"/>
                <a:gd name="connsiteY292" fmla="*/ 43680 h 561696"/>
                <a:gd name="connsiteX293" fmla="*/ 538473 w 786002"/>
                <a:gd name="connsiteY293" fmla="*/ 41493 h 561696"/>
                <a:gd name="connsiteX294" fmla="*/ 535848 w 786002"/>
                <a:gd name="connsiteY294" fmla="*/ 39306 h 561696"/>
                <a:gd name="connsiteX295" fmla="*/ 531507 w 786002"/>
                <a:gd name="connsiteY295" fmla="*/ 41493 h 561696"/>
                <a:gd name="connsiteX296" fmla="*/ 526997 w 786002"/>
                <a:gd name="connsiteY296" fmla="*/ 41627 h 561696"/>
                <a:gd name="connsiteX297" fmla="*/ 524540 w 786002"/>
                <a:gd name="connsiteY297" fmla="*/ 40753 h 561696"/>
                <a:gd name="connsiteX298" fmla="*/ 523665 w 786002"/>
                <a:gd name="connsiteY298" fmla="*/ 37995 h 561696"/>
                <a:gd name="connsiteX299" fmla="*/ 519189 w 786002"/>
                <a:gd name="connsiteY299" fmla="*/ 37995 h 561696"/>
                <a:gd name="connsiteX300" fmla="*/ 516598 w 786002"/>
                <a:gd name="connsiteY300" fmla="*/ 37995 h 561696"/>
                <a:gd name="connsiteX301" fmla="*/ 514276 w 786002"/>
                <a:gd name="connsiteY301" fmla="*/ 39138 h 561696"/>
                <a:gd name="connsiteX302" fmla="*/ 513973 w 786002"/>
                <a:gd name="connsiteY302" fmla="*/ 46371 h 561696"/>
                <a:gd name="connsiteX303" fmla="*/ 511785 w 786002"/>
                <a:gd name="connsiteY303" fmla="*/ 49129 h 561696"/>
                <a:gd name="connsiteX304" fmla="*/ 508891 w 786002"/>
                <a:gd name="connsiteY304" fmla="*/ 52325 h 561696"/>
                <a:gd name="connsiteX305" fmla="*/ 506737 w 786002"/>
                <a:gd name="connsiteY305" fmla="*/ 55790 h 561696"/>
                <a:gd name="connsiteX306" fmla="*/ 505593 w 786002"/>
                <a:gd name="connsiteY306" fmla="*/ 58986 h 561696"/>
                <a:gd name="connsiteX307" fmla="*/ 505021 w 786002"/>
                <a:gd name="connsiteY307" fmla="*/ 60869 h 561696"/>
                <a:gd name="connsiteX308" fmla="*/ 502698 w 786002"/>
                <a:gd name="connsiteY308" fmla="*/ 62181 h 561696"/>
                <a:gd name="connsiteX309" fmla="*/ 501386 w 786002"/>
                <a:gd name="connsiteY309" fmla="*/ 64065 h 561696"/>
                <a:gd name="connsiteX310" fmla="*/ 501689 w 786002"/>
                <a:gd name="connsiteY310" fmla="*/ 64940 h 561696"/>
                <a:gd name="connsiteX311" fmla="*/ 503439 w 786002"/>
                <a:gd name="connsiteY311" fmla="*/ 66958 h 561696"/>
                <a:gd name="connsiteX312" fmla="*/ 503574 w 786002"/>
                <a:gd name="connsiteY312" fmla="*/ 67967 h 561696"/>
                <a:gd name="connsiteX313" fmla="*/ 503708 w 786002"/>
                <a:gd name="connsiteY313" fmla="*/ 70154 h 561696"/>
                <a:gd name="connsiteX314" fmla="*/ 502698 w 786002"/>
                <a:gd name="connsiteY314" fmla="*/ 70591 h 561696"/>
                <a:gd name="connsiteX315" fmla="*/ 501386 w 786002"/>
                <a:gd name="connsiteY315" fmla="*/ 73350 h 561696"/>
                <a:gd name="connsiteX316" fmla="*/ 498357 w 786002"/>
                <a:gd name="connsiteY316" fmla="*/ 73787 h 561696"/>
                <a:gd name="connsiteX317" fmla="*/ 494722 w 786002"/>
                <a:gd name="connsiteY317" fmla="*/ 73215 h 561696"/>
                <a:gd name="connsiteX318" fmla="*/ 491088 w 786002"/>
                <a:gd name="connsiteY318" fmla="*/ 72778 h 561696"/>
                <a:gd name="connsiteX319" fmla="*/ 488765 w 786002"/>
                <a:gd name="connsiteY319" fmla="*/ 72038 h 561696"/>
                <a:gd name="connsiteX320" fmla="*/ 486881 w 786002"/>
                <a:gd name="connsiteY320" fmla="*/ 71028 h 561696"/>
                <a:gd name="connsiteX321" fmla="*/ 484996 w 786002"/>
                <a:gd name="connsiteY321" fmla="*/ 69145 h 561696"/>
                <a:gd name="connsiteX322" fmla="*/ 482809 w 786002"/>
                <a:gd name="connsiteY322" fmla="*/ 66386 h 561696"/>
                <a:gd name="connsiteX323" fmla="*/ 482102 w 786002"/>
                <a:gd name="connsiteY323" fmla="*/ 64940 h 561696"/>
                <a:gd name="connsiteX324" fmla="*/ 480924 w 786002"/>
                <a:gd name="connsiteY324" fmla="*/ 64065 h 561696"/>
                <a:gd name="connsiteX325" fmla="*/ 478770 w 786002"/>
                <a:gd name="connsiteY325" fmla="*/ 64065 h 561696"/>
                <a:gd name="connsiteX326" fmla="*/ 476717 w 786002"/>
                <a:gd name="connsiteY326" fmla="*/ 64637 h 561696"/>
                <a:gd name="connsiteX327" fmla="*/ 475135 w 786002"/>
                <a:gd name="connsiteY327" fmla="*/ 65512 h 561696"/>
                <a:gd name="connsiteX328" fmla="*/ 472376 w 786002"/>
                <a:gd name="connsiteY328" fmla="*/ 67261 h 561696"/>
                <a:gd name="connsiteX329" fmla="*/ 470929 w 786002"/>
                <a:gd name="connsiteY329" fmla="*/ 68136 h 561696"/>
                <a:gd name="connsiteX330" fmla="*/ 466587 w 786002"/>
                <a:gd name="connsiteY330" fmla="*/ 70457 h 561696"/>
                <a:gd name="connsiteX331" fmla="*/ 464433 w 786002"/>
                <a:gd name="connsiteY331" fmla="*/ 71769 h 561696"/>
                <a:gd name="connsiteX332" fmla="*/ 462851 w 786002"/>
                <a:gd name="connsiteY332" fmla="*/ 72778 h 561696"/>
                <a:gd name="connsiteX333" fmla="*/ 461404 w 786002"/>
                <a:gd name="connsiteY333" fmla="*/ 74090 h 561696"/>
                <a:gd name="connsiteX334" fmla="*/ 459957 w 786002"/>
                <a:gd name="connsiteY334" fmla="*/ 75402 h 561696"/>
                <a:gd name="connsiteX335" fmla="*/ 459217 w 786002"/>
                <a:gd name="connsiteY335" fmla="*/ 77151 h 561696"/>
                <a:gd name="connsiteX336" fmla="*/ 459217 w 786002"/>
                <a:gd name="connsiteY336" fmla="*/ 78463 h 561696"/>
                <a:gd name="connsiteX337" fmla="*/ 461034 w 786002"/>
                <a:gd name="connsiteY337" fmla="*/ 79035 h 561696"/>
                <a:gd name="connsiteX338" fmla="*/ 462986 w 786002"/>
                <a:gd name="connsiteY338" fmla="*/ 78732 h 561696"/>
                <a:gd name="connsiteX339" fmla="*/ 466621 w 786002"/>
                <a:gd name="connsiteY339" fmla="*/ 77857 h 561696"/>
                <a:gd name="connsiteX340" fmla="*/ 470828 w 786002"/>
                <a:gd name="connsiteY340" fmla="*/ 78867 h 561696"/>
                <a:gd name="connsiteX341" fmla="*/ 471703 w 786002"/>
                <a:gd name="connsiteY341" fmla="*/ 81457 h 561696"/>
                <a:gd name="connsiteX342" fmla="*/ 471837 w 786002"/>
                <a:gd name="connsiteY342" fmla="*/ 84484 h 561696"/>
                <a:gd name="connsiteX343" fmla="*/ 470659 w 786002"/>
                <a:gd name="connsiteY343" fmla="*/ 88689 h 561696"/>
                <a:gd name="connsiteX344" fmla="*/ 468909 w 786002"/>
                <a:gd name="connsiteY344" fmla="*/ 91717 h 561696"/>
                <a:gd name="connsiteX345" fmla="*/ 467765 w 786002"/>
                <a:gd name="connsiteY345" fmla="*/ 92289 h 561696"/>
                <a:gd name="connsiteX346" fmla="*/ 463861 w 786002"/>
                <a:gd name="connsiteY346" fmla="*/ 96494 h 561696"/>
                <a:gd name="connsiteX347" fmla="*/ 458510 w 786002"/>
                <a:gd name="connsiteY347" fmla="*/ 96931 h 561696"/>
                <a:gd name="connsiteX348" fmla="*/ 454034 w 786002"/>
                <a:gd name="connsiteY348" fmla="*/ 96797 h 561696"/>
                <a:gd name="connsiteX349" fmla="*/ 449390 w 786002"/>
                <a:gd name="connsiteY349" fmla="*/ 92322 h 561696"/>
                <a:gd name="connsiteX350" fmla="*/ 449524 w 786002"/>
                <a:gd name="connsiteY350" fmla="*/ 88252 h 561696"/>
                <a:gd name="connsiteX351" fmla="*/ 448212 w 786002"/>
                <a:gd name="connsiteY351" fmla="*/ 85796 h 561696"/>
                <a:gd name="connsiteX352" fmla="*/ 445317 w 786002"/>
                <a:gd name="connsiteY352" fmla="*/ 84484 h 561696"/>
                <a:gd name="connsiteX353" fmla="*/ 443433 w 786002"/>
                <a:gd name="connsiteY353" fmla="*/ 85359 h 561696"/>
                <a:gd name="connsiteX354" fmla="*/ 442120 w 786002"/>
                <a:gd name="connsiteY354" fmla="*/ 86099 h 561696"/>
                <a:gd name="connsiteX355" fmla="*/ 436769 w 786002"/>
                <a:gd name="connsiteY355" fmla="*/ 92020 h 561696"/>
                <a:gd name="connsiteX356" fmla="*/ 436635 w 786002"/>
                <a:gd name="connsiteY356" fmla="*/ 95922 h 561696"/>
                <a:gd name="connsiteX357" fmla="*/ 433875 w 786002"/>
                <a:gd name="connsiteY357" fmla="*/ 98243 h 561696"/>
                <a:gd name="connsiteX358" fmla="*/ 431687 w 786002"/>
                <a:gd name="connsiteY358" fmla="*/ 100261 h 561696"/>
                <a:gd name="connsiteX359" fmla="*/ 429937 w 786002"/>
                <a:gd name="connsiteY359" fmla="*/ 102448 h 561696"/>
                <a:gd name="connsiteX360" fmla="*/ 429634 w 786002"/>
                <a:gd name="connsiteY360" fmla="*/ 106653 h 561696"/>
                <a:gd name="connsiteX361" fmla="*/ 429634 w 786002"/>
                <a:gd name="connsiteY361" fmla="*/ 109714 h 561696"/>
                <a:gd name="connsiteX362" fmla="*/ 429769 w 786002"/>
                <a:gd name="connsiteY362" fmla="*/ 112035 h 561696"/>
                <a:gd name="connsiteX363" fmla="*/ 429197 w 786002"/>
                <a:gd name="connsiteY363" fmla="*/ 115803 h 561696"/>
                <a:gd name="connsiteX364" fmla="*/ 428322 w 786002"/>
                <a:gd name="connsiteY364" fmla="*/ 118427 h 561696"/>
                <a:gd name="connsiteX365" fmla="*/ 425562 w 786002"/>
                <a:gd name="connsiteY365" fmla="*/ 118999 h 561696"/>
                <a:gd name="connsiteX366" fmla="*/ 424250 w 786002"/>
                <a:gd name="connsiteY366" fmla="*/ 118427 h 561696"/>
                <a:gd name="connsiteX367" fmla="*/ 421793 w 786002"/>
                <a:gd name="connsiteY367" fmla="*/ 114659 h 561696"/>
                <a:gd name="connsiteX368" fmla="*/ 420783 w 786002"/>
                <a:gd name="connsiteY368" fmla="*/ 111463 h 561696"/>
                <a:gd name="connsiteX369" fmla="*/ 417149 w 786002"/>
                <a:gd name="connsiteY369" fmla="*/ 109580 h 561696"/>
                <a:gd name="connsiteX370" fmla="*/ 414389 w 786002"/>
                <a:gd name="connsiteY370" fmla="*/ 106821 h 561696"/>
                <a:gd name="connsiteX371" fmla="*/ 408735 w 786002"/>
                <a:gd name="connsiteY371" fmla="*/ 102919 h 561696"/>
                <a:gd name="connsiteX372" fmla="*/ 403216 w 786002"/>
                <a:gd name="connsiteY372" fmla="*/ 99017 h 561696"/>
                <a:gd name="connsiteX373" fmla="*/ 398302 w 786002"/>
                <a:gd name="connsiteY373" fmla="*/ 96258 h 561696"/>
                <a:gd name="connsiteX374" fmla="*/ 390898 w 786002"/>
                <a:gd name="connsiteY374" fmla="*/ 99454 h 561696"/>
                <a:gd name="connsiteX375" fmla="*/ 385681 w 786002"/>
                <a:gd name="connsiteY375" fmla="*/ 103962 h 561696"/>
                <a:gd name="connsiteX376" fmla="*/ 382484 w 786002"/>
                <a:gd name="connsiteY376" fmla="*/ 108739 h 561696"/>
                <a:gd name="connsiteX377" fmla="*/ 381172 w 786002"/>
                <a:gd name="connsiteY377" fmla="*/ 110925 h 561696"/>
                <a:gd name="connsiteX378" fmla="*/ 379994 w 786002"/>
                <a:gd name="connsiteY378" fmla="*/ 116005 h 561696"/>
                <a:gd name="connsiteX379" fmla="*/ 380129 w 786002"/>
                <a:gd name="connsiteY379" fmla="*/ 119772 h 561696"/>
                <a:gd name="connsiteX380" fmla="*/ 381138 w 786002"/>
                <a:gd name="connsiteY380" fmla="*/ 124280 h 561696"/>
                <a:gd name="connsiteX381" fmla="*/ 380263 w 786002"/>
                <a:gd name="connsiteY381" fmla="*/ 127913 h 561696"/>
                <a:gd name="connsiteX382" fmla="*/ 376359 w 786002"/>
                <a:gd name="connsiteY382" fmla="*/ 131378 h 561696"/>
                <a:gd name="connsiteX383" fmla="*/ 373027 w 786002"/>
                <a:gd name="connsiteY383" fmla="*/ 134574 h 561696"/>
                <a:gd name="connsiteX384" fmla="*/ 367373 w 786002"/>
                <a:gd name="connsiteY384" fmla="*/ 136458 h 561696"/>
                <a:gd name="connsiteX385" fmla="*/ 361585 w 786002"/>
                <a:gd name="connsiteY385" fmla="*/ 137198 h 561696"/>
                <a:gd name="connsiteX386" fmla="*/ 354921 w 786002"/>
                <a:gd name="connsiteY386" fmla="*/ 138510 h 561696"/>
                <a:gd name="connsiteX387" fmla="*/ 351455 w 786002"/>
                <a:gd name="connsiteY387" fmla="*/ 139216 h 561696"/>
                <a:gd name="connsiteX388" fmla="*/ 348258 w 786002"/>
                <a:gd name="connsiteY388" fmla="*/ 138644 h 561696"/>
                <a:gd name="connsiteX389" fmla="*/ 343613 w 786002"/>
                <a:gd name="connsiteY389" fmla="*/ 137063 h 561696"/>
                <a:gd name="connsiteX390" fmla="*/ 340281 w 786002"/>
                <a:gd name="connsiteY390" fmla="*/ 135751 h 561696"/>
                <a:gd name="connsiteX391" fmla="*/ 337690 w 786002"/>
                <a:gd name="connsiteY391" fmla="*/ 131849 h 561696"/>
                <a:gd name="connsiteX392" fmla="*/ 336108 w 786002"/>
                <a:gd name="connsiteY392" fmla="*/ 128216 h 561696"/>
                <a:gd name="connsiteX393" fmla="*/ 335233 w 786002"/>
                <a:gd name="connsiteY393" fmla="*/ 124314 h 561696"/>
                <a:gd name="connsiteX394" fmla="*/ 329579 w 786002"/>
                <a:gd name="connsiteY394" fmla="*/ 121993 h 561696"/>
                <a:gd name="connsiteX395" fmla="*/ 328132 w 786002"/>
                <a:gd name="connsiteY395" fmla="*/ 122867 h 561696"/>
                <a:gd name="connsiteX396" fmla="*/ 325541 w 786002"/>
                <a:gd name="connsiteY396" fmla="*/ 125626 h 561696"/>
                <a:gd name="connsiteX397" fmla="*/ 321637 w 786002"/>
                <a:gd name="connsiteY397" fmla="*/ 127644 h 561696"/>
                <a:gd name="connsiteX398" fmla="*/ 318743 w 786002"/>
                <a:gd name="connsiteY398" fmla="*/ 128081 h 561696"/>
                <a:gd name="connsiteX399" fmla="*/ 315108 w 786002"/>
                <a:gd name="connsiteY399" fmla="*/ 128519 h 561696"/>
                <a:gd name="connsiteX400" fmla="*/ 311473 w 786002"/>
                <a:gd name="connsiteY400" fmla="*/ 127644 h 561696"/>
                <a:gd name="connsiteX401" fmla="*/ 308579 w 786002"/>
                <a:gd name="connsiteY401" fmla="*/ 122733 h 561696"/>
                <a:gd name="connsiteX402" fmla="*/ 308713 w 786002"/>
                <a:gd name="connsiteY402" fmla="*/ 116779 h 561696"/>
                <a:gd name="connsiteX403" fmla="*/ 301747 w 786002"/>
                <a:gd name="connsiteY403" fmla="*/ 111127 h 561696"/>
                <a:gd name="connsiteX404" fmla="*/ 300569 w 786002"/>
                <a:gd name="connsiteY404" fmla="*/ 105038 h 561696"/>
                <a:gd name="connsiteX405" fmla="*/ 298112 w 786002"/>
                <a:gd name="connsiteY405" fmla="*/ 99118 h 561696"/>
                <a:gd name="connsiteX406" fmla="*/ 293199 w 786002"/>
                <a:gd name="connsiteY406" fmla="*/ 93769 h 561696"/>
                <a:gd name="connsiteX407" fmla="*/ 289732 w 786002"/>
                <a:gd name="connsiteY407" fmla="*/ 90001 h 561696"/>
                <a:gd name="connsiteX408" fmla="*/ 287107 w 786002"/>
                <a:gd name="connsiteY408" fmla="*/ 89261 h 561696"/>
                <a:gd name="connsiteX409" fmla="*/ 280578 w 786002"/>
                <a:gd name="connsiteY409" fmla="*/ 89261 h 561696"/>
                <a:gd name="connsiteX410" fmla="*/ 273612 w 786002"/>
                <a:gd name="connsiteY410" fmla="*/ 92020 h 561696"/>
                <a:gd name="connsiteX411" fmla="*/ 268698 w 786002"/>
                <a:gd name="connsiteY411" fmla="*/ 95350 h 561696"/>
                <a:gd name="connsiteX412" fmla="*/ 266073 w 786002"/>
                <a:gd name="connsiteY412" fmla="*/ 98680 h 561696"/>
                <a:gd name="connsiteX413" fmla="*/ 261563 w 786002"/>
                <a:gd name="connsiteY413" fmla="*/ 102145 h 561696"/>
                <a:gd name="connsiteX414" fmla="*/ 260823 w 786002"/>
                <a:gd name="connsiteY414" fmla="*/ 106485 h 561696"/>
                <a:gd name="connsiteX415" fmla="*/ 262573 w 786002"/>
                <a:gd name="connsiteY415" fmla="*/ 110824 h 561696"/>
                <a:gd name="connsiteX416" fmla="*/ 263885 w 786002"/>
                <a:gd name="connsiteY416" fmla="*/ 113583 h 561696"/>
                <a:gd name="connsiteX417" fmla="*/ 264020 w 786002"/>
                <a:gd name="connsiteY417" fmla="*/ 118057 h 561696"/>
                <a:gd name="connsiteX418" fmla="*/ 263583 w 786002"/>
                <a:gd name="connsiteY418" fmla="*/ 122396 h 561696"/>
                <a:gd name="connsiteX419" fmla="*/ 261261 w 786002"/>
                <a:gd name="connsiteY419" fmla="*/ 125424 h 561696"/>
                <a:gd name="connsiteX420" fmla="*/ 256044 w 786002"/>
                <a:gd name="connsiteY420" fmla="*/ 130504 h 561696"/>
                <a:gd name="connsiteX421" fmla="*/ 254597 w 786002"/>
                <a:gd name="connsiteY421" fmla="*/ 131244 h 561696"/>
                <a:gd name="connsiteX422" fmla="*/ 252140 w 786002"/>
                <a:gd name="connsiteY422" fmla="*/ 133262 h 561696"/>
                <a:gd name="connsiteX423" fmla="*/ 243592 w 786002"/>
                <a:gd name="connsiteY423" fmla="*/ 134002 h 561696"/>
                <a:gd name="connsiteX424" fmla="*/ 235481 w 786002"/>
                <a:gd name="connsiteY424" fmla="*/ 135146 h 561696"/>
                <a:gd name="connsiteX425" fmla="*/ 231274 w 786002"/>
                <a:gd name="connsiteY425" fmla="*/ 135146 h 561696"/>
                <a:gd name="connsiteX426" fmla="*/ 228952 w 786002"/>
                <a:gd name="connsiteY426" fmla="*/ 136895 h 561696"/>
                <a:gd name="connsiteX427" fmla="*/ 223298 w 786002"/>
                <a:gd name="connsiteY427" fmla="*/ 140663 h 561696"/>
                <a:gd name="connsiteX428" fmla="*/ 219966 w 786002"/>
                <a:gd name="connsiteY428" fmla="*/ 142546 h 561696"/>
                <a:gd name="connsiteX429" fmla="*/ 217375 w 786002"/>
                <a:gd name="connsiteY429" fmla="*/ 143556 h 561696"/>
                <a:gd name="connsiteX430" fmla="*/ 212731 w 786002"/>
                <a:gd name="connsiteY430" fmla="*/ 145305 h 561696"/>
                <a:gd name="connsiteX431" fmla="*/ 206639 w 786002"/>
                <a:gd name="connsiteY431" fmla="*/ 148770 h 561696"/>
                <a:gd name="connsiteX432" fmla="*/ 204317 w 786002"/>
                <a:gd name="connsiteY432" fmla="*/ 150216 h 561696"/>
                <a:gd name="connsiteX433" fmla="*/ 201995 w 786002"/>
                <a:gd name="connsiteY433" fmla="*/ 152672 h 561696"/>
                <a:gd name="connsiteX434" fmla="*/ 198528 w 786002"/>
                <a:gd name="connsiteY434" fmla="*/ 155128 h 561696"/>
                <a:gd name="connsiteX435" fmla="*/ 187086 w 786002"/>
                <a:gd name="connsiteY435" fmla="*/ 155430 h 561696"/>
                <a:gd name="connsiteX436" fmla="*/ 182307 w 786002"/>
                <a:gd name="connsiteY436" fmla="*/ 156002 h 561696"/>
                <a:gd name="connsiteX437" fmla="*/ 179985 w 786002"/>
                <a:gd name="connsiteY437" fmla="*/ 157449 h 561696"/>
                <a:gd name="connsiteX438" fmla="*/ 178538 w 786002"/>
                <a:gd name="connsiteY438" fmla="*/ 161217 h 561696"/>
                <a:gd name="connsiteX439" fmla="*/ 179985 w 786002"/>
                <a:gd name="connsiteY439" fmla="*/ 162663 h 561696"/>
                <a:gd name="connsiteX440" fmla="*/ 183889 w 786002"/>
                <a:gd name="connsiteY440" fmla="*/ 166868 h 561696"/>
                <a:gd name="connsiteX441" fmla="*/ 185201 w 786002"/>
                <a:gd name="connsiteY441" fmla="*/ 172385 h 561696"/>
                <a:gd name="connsiteX442" fmla="*/ 181163 w 786002"/>
                <a:gd name="connsiteY442" fmla="*/ 174841 h 561696"/>
                <a:gd name="connsiteX443" fmla="*/ 177662 w 786002"/>
                <a:gd name="connsiteY443" fmla="*/ 182241 h 561696"/>
                <a:gd name="connsiteX444" fmla="*/ 175340 w 786002"/>
                <a:gd name="connsiteY444" fmla="*/ 185000 h 561696"/>
                <a:gd name="connsiteX445" fmla="*/ 170124 w 786002"/>
                <a:gd name="connsiteY445" fmla="*/ 192535 h 561696"/>
                <a:gd name="connsiteX446" fmla="*/ 164907 w 786002"/>
                <a:gd name="connsiteY446" fmla="*/ 193982 h 561696"/>
                <a:gd name="connsiteX447" fmla="*/ 160398 w 786002"/>
                <a:gd name="connsiteY447" fmla="*/ 193107 h 561696"/>
                <a:gd name="connsiteX448" fmla="*/ 156628 w 786002"/>
                <a:gd name="connsiteY448" fmla="*/ 191223 h 561696"/>
                <a:gd name="connsiteX449" fmla="*/ 155181 w 786002"/>
                <a:gd name="connsiteY449" fmla="*/ 187758 h 561696"/>
                <a:gd name="connsiteX450" fmla="*/ 152994 w 786002"/>
                <a:gd name="connsiteY450" fmla="*/ 183116 h 561696"/>
                <a:gd name="connsiteX451" fmla="*/ 150974 w 786002"/>
                <a:gd name="connsiteY451" fmla="*/ 182981 h 561696"/>
                <a:gd name="connsiteX452" fmla="*/ 148080 w 786002"/>
                <a:gd name="connsiteY452" fmla="*/ 183553 h 561696"/>
                <a:gd name="connsiteX453" fmla="*/ 143301 w 786002"/>
                <a:gd name="connsiteY453" fmla="*/ 184428 h 561696"/>
                <a:gd name="connsiteX454" fmla="*/ 138219 w 786002"/>
                <a:gd name="connsiteY454" fmla="*/ 184125 h 561696"/>
                <a:gd name="connsiteX455" fmla="*/ 137075 w 786002"/>
                <a:gd name="connsiteY455" fmla="*/ 182678 h 561696"/>
                <a:gd name="connsiteX456" fmla="*/ 135190 w 786002"/>
                <a:gd name="connsiteY456" fmla="*/ 180088 h 561696"/>
                <a:gd name="connsiteX457" fmla="*/ 133878 w 786002"/>
                <a:gd name="connsiteY457" fmla="*/ 179214 h 561696"/>
                <a:gd name="connsiteX458" fmla="*/ 127786 w 786002"/>
                <a:gd name="connsiteY458" fmla="*/ 175143 h 561696"/>
                <a:gd name="connsiteX459" fmla="*/ 125902 w 786002"/>
                <a:gd name="connsiteY459" fmla="*/ 174269 h 561696"/>
                <a:gd name="connsiteX460" fmla="*/ 121695 w 786002"/>
                <a:gd name="connsiteY460" fmla="*/ 174000 h 561696"/>
                <a:gd name="connsiteX461" fmla="*/ 115906 w 786002"/>
                <a:gd name="connsiteY461" fmla="*/ 172990 h 561696"/>
                <a:gd name="connsiteX462" fmla="*/ 111868 w 786002"/>
                <a:gd name="connsiteY462" fmla="*/ 170232 h 561696"/>
                <a:gd name="connsiteX463" fmla="*/ 109849 w 786002"/>
                <a:gd name="connsiteY463" fmla="*/ 167911 h 561696"/>
                <a:gd name="connsiteX464" fmla="*/ 106820 w 786002"/>
                <a:gd name="connsiteY464" fmla="*/ 164278 h 561696"/>
                <a:gd name="connsiteX465" fmla="*/ 105238 w 786002"/>
                <a:gd name="connsiteY465" fmla="*/ 161519 h 561696"/>
                <a:gd name="connsiteX466" fmla="*/ 104800 w 786002"/>
                <a:gd name="connsiteY466" fmla="*/ 157886 h 561696"/>
                <a:gd name="connsiteX467" fmla="*/ 105507 w 786002"/>
                <a:gd name="connsiteY467" fmla="*/ 156742 h 561696"/>
                <a:gd name="connsiteX468" fmla="*/ 106820 w 786002"/>
                <a:gd name="connsiteY468" fmla="*/ 154118 h 561696"/>
                <a:gd name="connsiteX469" fmla="*/ 105238 w 786002"/>
                <a:gd name="connsiteY469" fmla="*/ 152672 h 561696"/>
                <a:gd name="connsiteX470" fmla="*/ 100762 w 786002"/>
                <a:gd name="connsiteY470" fmla="*/ 152975 h 561696"/>
                <a:gd name="connsiteX471" fmla="*/ 98574 w 786002"/>
                <a:gd name="connsiteY471" fmla="*/ 154118 h 561696"/>
                <a:gd name="connsiteX472" fmla="*/ 93795 w 786002"/>
                <a:gd name="connsiteY472" fmla="*/ 155868 h 561696"/>
                <a:gd name="connsiteX473" fmla="*/ 88579 w 786002"/>
                <a:gd name="connsiteY473" fmla="*/ 156002 h 561696"/>
                <a:gd name="connsiteX474" fmla="*/ 84810 w 786002"/>
                <a:gd name="connsiteY474" fmla="*/ 154993 h 561696"/>
                <a:gd name="connsiteX475" fmla="*/ 84675 w 786002"/>
                <a:gd name="connsiteY475" fmla="*/ 152235 h 561696"/>
                <a:gd name="connsiteX476" fmla="*/ 84810 w 786002"/>
                <a:gd name="connsiteY476" fmla="*/ 149207 h 561696"/>
                <a:gd name="connsiteX477" fmla="*/ 84237 w 786002"/>
                <a:gd name="connsiteY477" fmla="*/ 145742 h 561696"/>
                <a:gd name="connsiteX478" fmla="*/ 81781 w 786002"/>
                <a:gd name="connsiteY478" fmla="*/ 143152 h 561696"/>
                <a:gd name="connsiteX479" fmla="*/ 78583 w 786002"/>
                <a:gd name="connsiteY479" fmla="*/ 141403 h 561696"/>
                <a:gd name="connsiteX480" fmla="*/ 77439 w 786002"/>
                <a:gd name="connsiteY480" fmla="*/ 142546 h 561696"/>
                <a:gd name="connsiteX481" fmla="*/ 72795 w 786002"/>
                <a:gd name="connsiteY481" fmla="*/ 146449 h 561696"/>
                <a:gd name="connsiteX482" fmla="*/ 69901 w 786002"/>
                <a:gd name="connsiteY482" fmla="*/ 148333 h 561696"/>
                <a:gd name="connsiteX483" fmla="*/ 67309 w 786002"/>
                <a:gd name="connsiteY483" fmla="*/ 150351 h 561696"/>
                <a:gd name="connsiteX484" fmla="*/ 61083 w 786002"/>
                <a:gd name="connsiteY484" fmla="*/ 152369 h 561696"/>
                <a:gd name="connsiteX485" fmla="*/ 59064 w 786002"/>
                <a:gd name="connsiteY485" fmla="*/ 153378 h 561696"/>
                <a:gd name="connsiteX486" fmla="*/ 60208 w 786002"/>
                <a:gd name="connsiteY486" fmla="*/ 155700 h 561696"/>
                <a:gd name="connsiteX487" fmla="*/ 62362 w 786002"/>
                <a:gd name="connsiteY487" fmla="*/ 157449 h 561696"/>
                <a:gd name="connsiteX488" fmla="*/ 62665 w 786002"/>
                <a:gd name="connsiteY488" fmla="*/ 158155 h 561696"/>
                <a:gd name="connsiteX489" fmla="*/ 59905 w 786002"/>
                <a:gd name="connsiteY489" fmla="*/ 161923 h 561696"/>
                <a:gd name="connsiteX490" fmla="*/ 51794 w 786002"/>
                <a:gd name="connsiteY490" fmla="*/ 169895 h 561696"/>
                <a:gd name="connsiteX491" fmla="*/ 50482 w 786002"/>
                <a:gd name="connsiteY491" fmla="*/ 171577 h 561696"/>
                <a:gd name="connsiteX492" fmla="*/ 47722 w 786002"/>
                <a:gd name="connsiteY492" fmla="*/ 173831 h 561696"/>
                <a:gd name="connsiteX493" fmla="*/ 46477 w 786002"/>
                <a:gd name="connsiteY493" fmla="*/ 175211 h 561696"/>
                <a:gd name="connsiteX494" fmla="*/ 45232 w 786002"/>
                <a:gd name="connsiteY494" fmla="*/ 177229 h 561696"/>
                <a:gd name="connsiteX495" fmla="*/ 44491 w 786002"/>
                <a:gd name="connsiteY495" fmla="*/ 179415 h 561696"/>
                <a:gd name="connsiteX496" fmla="*/ 43785 w 786002"/>
                <a:gd name="connsiteY496" fmla="*/ 183049 h 561696"/>
                <a:gd name="connsiteX497" fmla="*/ 42640 w 786002"/>
                <a:gd name="connsiteY497" fmla="*/ 184125 h 561696"/>
                <a:gd name="connsiteX498" fmla="*/ 40015 w 786002"/>
                <a:gd name="connsiteY498" fmla="*/ 184125 h 561696"/>
                <a:gd name="connsiteX499" fmla="*/ 37323 w 786002"/>
                <a:gd name="connsiteY499" fmla="*/ 184293 h 561696"/>
                <a:gd name="connsiteX500" fmla="*/ 34630 w 786002"/>
                <a:gd name="connsiteY500" fmla="*/ 184630 h 561696"/>
                <a:gd name="connsiteX501" fmla="*/ 30861 w 786002"/>
                <a:gd name="connsiteY501" fmla="*/ 186076 h 561696"/>
                <a:gd name="connsiteX502" fmla="*/ 27529 w 786002"/>
                <a:gd name="connsiteY502" fmla="*/ 188162 h 561696"/>
                <a:gd name="connsiteX503" fmla="*/ 24770 w 786002"/>
                <a:gd name="connsiteY503" fmla="*/ 188801 h 561696"/>
                <a:gd name="connsiteX504" fmla="*/ 23525 w 786002"/>
                <a:gd name="connsiteY504" fmla="*/ 188734 h 561696"/>
                <a:gd name="connsiteX505" fmla="*/ 20327 w 786002"/>
                <a:gd name="connsiteY505" fmla="*/ 185841 h 561696"/>
                <a:gd name="connsiteX506" fmla="*/ 17702 w 786002"/>
                <a:gd name="connsiteY506" fmla="*/ 183452 h 561696"/>
                <a:gd name="connsiteX507" fmla="*/ 14303 w 786002"/>
                <a:gd name="connsiteY507" fmla="*/ 179113 h 561696"/>
                <a:gd name="connsiteX508" fmla="*/ 12351 w 786002"/>
                <a:gd name="connsiteY508" fmla="*/ 176926 h 561696"/>
                <a:gd name="connsiteX509" fmla="*/ 10197 w 786002"/>
                <a:gd name="connsiteY509" fmla="*/ 175850 h 561696"/>
                <a:gd name="connsiteX510" fmla="*/ 6058 w 786002"/>
                <a:gd name="connsiteY510" fmla="*/ 177431 h 561696"/>
                <a:gd name="connsiteX511" fmla="*/ 4745 w 786002"/>
                <a:gd name="connsiteY511" fmla="*/ 178440 h 561696"/>
                <a:gd name="connsiteX512" fmla="*/ 2423 w 786002"/>
                <a:gd name="connsiteY512" fmla="*/ 179886 h 561696"/>
                <a:gd name="connsiteX513" fmla="*/ 1716 w 786002"/>
                <a:gd name="connsiteY513" fmla="*/ 181467 h 561696"/>
                <a:gd name="connsiteX514" fmla="*/ 1716 w 786002"/>
                <a:gd name="connsiteY514" fmla="*/ 184663 h 561696"/>
                <a:gd name="connsiteX515" fmla="*/ 639 w 786002"/>
                <a:gd name="connsiteY515" fmla="*/ 187254 h 561696"/>
                <a:gd name="connsiteX516" fmla="*/ 0 w 786002"/>
                <a:gd name="connsiteY516" fmla="*/ 190147 h 561696"/>
                <a:gd name="connsiteX517" fmla="*/ 0 w 786002"/>
                <a:gd name="connsiteY517" fmla="*/ 192165 h 561696"/>
                <a:gd name="connsiteX518" fmla="*/ 1750 w 786002"/>
                <a:gd name="connsiteY518" fmla="*/ 193611 h 561696"/>
                <a:gd name="connsiteX519" fmla="*/ 1750 w 786002"/>
                <a:gd name="connsiteY519" fmla="*/ 195495 h 561696"/>
                <a:gd name="connsiteX520" fmla="*/ 3500 w 786002"/>
                <a:gd name="connsiteY520" fmla="*/ 198691 h 561696"/>
                <a:gd name="connsiteX521" fmla="*/ 2322 w 786002"/>
                <a:gd name="connsiteY521" fmla="*/ 201584 h 561696"/>
                <a:gd name="connsiteX522" fmla="*/ 3500 w 786002"/>
                <a:gd name="connsiteY522" fmla="*/ 205486 h 561696"/>
                <a:gd name="connsiteX523" fmla="*/ 5688 w 786002"/>
                <a:gd name="connsiteY523" fmla="*/ 209119 h 561696"/>
                <a:gd name="connsiteX524" fmla="*/ 7707 w 786002"/>
                <a:gd name="connsiteY524" fmla="*/ 211743 h 561696"/>
                <a:gd name="connsiteX525" fmla="*/ 10904 w 786002"/>
                <a:gd name="connsiteY525" fmla="*/ 214199 h 561696"/>
                <a:gd name="connsiteX526" fmla="*/ 14539 w 786002"/>
                <a:gd name="connsiteY526" fmla="*/ 217664 h 561696"/>
                <a:gd name="connsiteX527" fmla="*/ 16693 w 786002"/>
                <a:gd name="connsiteY527" fmla="*/ 222306 h 561696"/>
                <a:gd name="connsiteX528" fmla="*/ 22649 w 786002"/>
                <a:gd name="connsiteY528" fmla="*/ 223181 h 561696"/>
                <a:gd name="connsiteX529" fmla="*/ 22649 w 786002"/>
                <a:gd name="connsiteY529" fmla="*/ 215780 h 561696"/>
                <a:gd name="connsiteX530" fmla="*/ 23726 w 786002"/>
                <a:gd name="connsiteY530" fmla="*/ 211709 h 561696"/>
                <a:gd name="connsiteX531" fmla="*/ 27698 w 786002"/>
                <a:gd name="connsiteY531" fmla="*/ 208951 h 561696"/>
                <a:gd name="connsiteX532" fmla="*/ 31770 w 786002"/>
                <a:gd name="connsiteY532" fmla="*/ 208379 h 561696"/>
                <a:gd name="connsiteX533" fmla="*/ 35102 w 786002"/>
                <a:gd name="connsiteY533" fmla="*/ 208379 h 561696"/>
                <a:gd name="connsiteX534" fmla="*/ 37727 w 786002"/>
                <a:gd name="connsiteY534" fmla="*/ 209523 h 561696"/>
                <a:gd name="connsiteX535" fmla="*/ 41193 w 786002"/>
                <a:gd name="connsiteY535" fmla="*/ 212147 h 561696"/>
                <a:gd name="connsiteX536" fmla="*/ 43515 w 786002"/>
                <a:gd name="connsiteY536" fmla="*/ 212281 h 561696"/>
                <a:gd name="connsiteX537" fmla="*/ 47991 w 786002"/>
                <a:gd name="connsiteY537" fmla="*/ 211272 h 561696"/>
                <a:gd name="connsiteX538" fmla="*/ 52333 w 786002"/>
                <a:gd name="connsiteY538" fmla="*/ 211138 h 561696"/>
                <a:gd name="connsiteX539" fmla="*/ 59131 w 786002"/>
                <a:gd name="connsiteY539" fmla="*/ 209557 h 561696"/>
                <a:gd name="connsiteX540" fmla="*/ 64785 w 786002"/>
                <a:gd name="connsiteY540" fmla="*/ 211878 h 561696"/>
                <a:gd name="connsiteX541" fmla="*/ 70001 w 786002"/>
                <a:gd name="connsiteY541" fmla="*/ 214905 h 561696"/>
                <a:gd name="connsiteX542" fmla="*/ 73636 w 786002"/>
                <a:gd name="connsiteY542" fmla="*/ 220422 h 561696"/>
                <a:gd name="connsiteX543" fmla="*/ 72929 w 786002"/>
                <a:gd name="connsiteY543" fmla="*/ 224190 h 561696"/>
                <a:gd name="connsiteX544" fmla="*/ 72627 w 786002"/>
                <a:gd name="connsiteY544" fmla="*/ 229976 h 561696"/>
                <a:gd name="connsiteX545" fmla="*/ 74949 w 786002"/>
                <a:gd name="connsiteY545" fmla="*/ 231725 h 561696"/>
                <a:gd name="connsiteX546" fmla="*/ 75958 w 786002"/>
                <a:gd name="connsiteY546" fmla="*/ 234046 h 561696"/>
                <a:gd name="connsiteX547" fmla="*/ 75655 w 786002"/>
                <a:gd name="connsiteY547" fmla="*/ 236367 h 561696"/>
                <a:gd name="connsiteX548" fmla="*/ 74208 w 786002"/>
                <a:gd name="connsiteY548" fmla="*/ 239126 h 561696"/>
                <a:gd name="connsiteX549" fmla="*/ 72324 w 786002"/>
                <a:gd name="connsiteY549" fmla="*/ 240135 h 561696"/>
                <a:gd name="connsiteX550" fmla="*/ 71011 w 786002"/>
                <a:gd name="connsiteY550" fmla="*/ 241279 h 561696"/>
                <a:gd name="connsiteX551" fmla="*/ 69564 w 786002"/>
                <a:gd name="connsiteY551" fmla="*/ 242860 h 561696"/>
                <a:gd name="connsiteX552" fmla="*/ 67814 w 786002"/>
                <a:gd name="connsiteY552" fmla="*/ 244004 h 561696"/>
                <a:gd name="connsiteX553" fmla="*/ 67814 w 786002"/>
                <a:gd name="connsiteY553" fmla="*/ 245719 h 561696"/>
                <a:gd name="connsiteX554" fmla="*/ 69631 w 786002"/>
                <a:gd name="connsiteY554" fmla="*/ 247469 h 561696"/>
                <a:gd name="connsiteX555" fmla="*/ 73030 w 786002"/>
                <a:gd name="connsiteY555" fmla="*/ 250227 h 561696"/>
                <a:gd name="connsiteX556" fmla="*/ 76059 w 786002"/>
                <a:gd name="connsiteY556" fmla="*/ 252548 h 561696"/>
                <a:gd name="connsiteX557" fmla="*/ 79122 w 786002"/>
                <a:gd name="connsiteY557" fmla="*/ 253557 h 561696"/>
                <a:gd name="connsiteX558" fmla="*/ 83194 w 786002"/>
                <a:gd name="connsiteY558" fmla="*/ 253557 h 561696"/>
                <a:gd name="connsiteX559" fmla="*/ 87536 w 786002"/>
                <a:gd name="connsiteY559" fmla="*/ 253625 h 561696"/>
                <a:gd name="connsiteX560" fmla="*/ 90161 w 786002"/>
                <a:gd name="connsiteY560" fmla="*/ 253995 h 561696"/>
                <a:gd name="connsiteX561" fmla="*/ 92752 w 786002"/>
                <a:gd name="connsiteY561" fmla="*/ 255441 h 561696"/>
                <a:gd name="connsiteX562" fmla="*/ 96656 w 786002"/>
                <a:gd name="connsiteY562" fmla="*/ 258906 h 561696"/>
                <a:gd name="connsiteX563" fmla="*/ 97800 w 786002"/>
                <a:gd name="connsiteY563" fmla="*/ 260218 h 561696"/>
                <a:gd name="connsiteX564" fmla="*/ 100122 w 786002"/>
                <a:gd name="connsiteY564" fmla="*/ 262539 h 561696"/>
                <a:gd name="connsiteX565" fmla="*/ 102142 w 786002"/>
                <a:gd name="connsiteY565" fmla="*/ 260218 h 561696"/>
                <a:gd name="connsiteX566" fmla="*/ 103723 w 786002"/>
                <a:gd name="connsiteY566" fmla="*/ 257459 h 561696"/>
                <a:gd name="connsiteX567" fmla="*/ 106348 w 786002"/>
                <a:gd name="connsiteY567" fmla="*/ 255138 h 561696"/>
                <a:gd name="connsiteX568" fmla="*/ 108805 w 786002"/>
                <a:gd name="connsiteY568" fmla="*/ 251808 h 561696"/>
                <a:gd name="connsiteX569" fmla="*/ 112440 w 786002"/>
                <a:gd name="connsiteY569" fmla="*/ 250664 h 561696"/>
                <a:gd name="connsiteX570" fmla="*/ 114762 w 786002"/>
                <a:gd name="connsiteY570" fmla="*/ 251976 h 561696"/>
                <a:gd name="connsiteX571" fmla="*/ 117387 w 786002"/>
                <a:gd name="connsiteY571" fmla="*/ 257056 h 561696"/>
                <a:gd name="connsiteX572" fmla="*/ 119137 w 786002"/>
                <a:gd name="connsiteY572" fmla="*/ 257056 h 561696"/>
                <a:gd name="connsiteX573" fmla="*/ 122907 w 786002"/>
                <a:gd name="connsiteY573" fmla="*/ 256114 h 561696"/>
                <a:gd name="connsiteX574" fmla="*/ 126979 w 786002"/>
                <a:gd name="connsiteY574" fmla="*/ 254869 h 561696"/>
                <a:gd name="connsiteX575" fmla="*/ 131185 w 786002"/>
                <a:gd name="connsiteY575" fmla="*/ 255172 h 561696"/>
                <a:gd name="connsiteX576" fmla="*/ 133945 w 786002"/>
                <a:gd name="connsiteY576" fmla="*/ 255744 h 561696"/>
                <a:gd name="connsiteX577" fmla="*/ 136402 w 786002"/>
                <a:gd name="connsiteY577" fmla="*/ 258502 h 561696"/>
                <a:gd name="connsiteX578" fmla="*/ 138590 w 786002"/>
                <a:gd name="connsiteY578" fmla="*/ 259209 h 561696"/>
                <a:gd name="connsiteX579" fmla="*/ 141215 w 786002"/>
                <a:gd name="connsiteY579" fmla="*/ 258637 h 561696"/>
                <a:gd name="connsiteX580" fmla="*/ 142359 w 786002"/>
                <a:gd name="connsiteY580" fmla="*/ 254869 h 561696"/>
                <a:gd name="connsiteX581" fmla="*/ 143368 w 786002"/>
                <a:gd name="connsiteY581" fmla="*/ 252851 h 561696"/>
                <a:gd name="connsiteX582" fmla="*/ 144378 w 786002"/>
                <a:gd name="connsiteY582" fmla="*/ 249958 h 561696"/>
                <a:gd name="connsiteX583" fmla="*/ 147575 w 786002"/>
                <a:gd name="connsiteY583" fmla="*/ 248377 h 561696"/>
                <a:gd name="connsiteX584" fmla="*/ 150200 w 786002"/>
                <a:gd name="connsiteY584" fmla="*/ 246190 h 561696"/>
                <a:gd name="connsiteX585" fmla="*/ 152220 w 786002"/>
                <a:gd name="connsiteY585" fmla="*/ 246190 h 561696"/>
                <a:gd name="connsiteX586" fmla="*/ 156292 w 786002"/>
                <a:gd name="connsiteY586" fmla="*/ 248949 h 561696"/>
                <a:gd name="connsiteX587" fmla="*/ 157604 w 786002"/>
                <a:gd name="connsiteY587" fmla="*/ 252414 h 561696"/>
                <a:gd name="connsiteX588" fmla="*/ 159354 w 786002"/>
                <a:gd name="connsiteY588" fmla="*/ 256753 h 561696"/>
                <a:gd name="connsiteX589" fmla="*/ 162552 w 786002"/>
                <a:gd name="connsiteY589" fmla="*/ 260958 h 561696"/>
                <a:gd name="connsiteX590" fmla="*/ 165008 w 786002"/>
                <a:gd name="connsiteY590" fmla="*/ 262404 h 561696"/>
                <a:gd name="connsiteX591" fmla="*/ 165883 w 786002"/>
                <a:gd name="connsiteY591" fmla="*/ 264591 h 561696"/>
                <a:gd name="connsiteX592" fmla="*/ 165446 w 786002"/>
                <a:gd name="connsiteY592" fmla="*/ 267619 h 561696"/>
                <a:gd name="connsiteX593" fmla="*/ 164739 w 786002"/>
                <a:gd name="connsiteY593" fmla="*/ 270074 h 561696"/>
                <a:gd name="connsiteX594" fmla="*/ 165042 w 786002"/>
                <a:gd name="connsiteY594" fmla="*/ 272967 h 561696"/>
                <a:gd name="connsiteX595" fmla="*/ 167364 w 786002"/>
                <a:gd name="connsiteY595" fmla="*/ 273674 h 561696"/>
                <a:gd name="connsiteX596" fmla="*/ 171706 w 786002"/>
                <a:gd name="connsiteY596" fmla="*/ 277139 h 561696"/>
                <a:gd name="connsiteX597" fmla="*/ 174903 w 786002"/>
                <a:gd name="connsiteY597" fmla="*/ 279897 h 561696"/>
                <a:gd name="connsiteX598" fmla="*/ 173590 w 786002"/>
                <a:gd name="connsiteY598" fmla="*/ 282218 h 561696"/>
                <a:gd name="connsiteX599" fmla="*/ 170831 w 786002"/>
                <a:gd name="connsiteY599" fmla="*/ 286121 h 561696"/>
                <a:gd name="connsiteX600" fmla="*/ 169821 w 786002"/>
                <a:gd name="connsiteY600" fmla="*/ 289888 h 561696"/>
                <a:gd name="connsiteX601" fmla="*/ 170393 w 786002"/>
                <a:gd name="connsiteY601" fmla="*/ 294227 h 561696"/>
                <a:gd name="connsiteX602" fmla="*/ 170528 w 786002"/>
                <a:gd name="connsiteY602" fmla="*/ 298298 h 561696"/>
                <a:gd name="connsiteX603" fmla="*/ 167061 w 786002"/>
                <a:gd name="connsiteY603" fmla="*/ 301326 h 561696"/>
                <a:gd name="connsiteX604" fmla="*/ 167061 w 786002"/>
                <a:gd name="connsiteY604" fmla="*/ 304219 h 561696"/>
                <a:gd name="connsiteX605" fmla="*/ 167061 w 786002"/>
                <a:gd name="connsiteY605" fmla="*/ 308289 h 561696"/>
                <a:gd name="connsiteX606" fmla="*/ 167061 w 786002"/>
                <a:gd name="connsiteY606" fmla="*/ 311047 h 561696"/>
                <a:gd name="connsiteX607" fmla="*/ 166254 w 786002"/>
                <a:gd name="connsiteY607" fmla="*/ 314950 h 561696"/>
                <a:gd name="connsiteX608" fmla="*/ 164436 w 786002"/>
                <a:gd name="connsiteY608" fmla="*/ 316968 h 561696"/>
                <a:gd name="connsiteX609" fmla="*/ 160801 w 786002"/>
                <a:gd name="connsiteY609" fmla="*/ 320735 h 561696"/>
                <a:gd name="connsiteX610" fmla="*/ 156898 w 786002"/>
                <a:gd name="connsiteY610" fmla="*/ 323629 h 561696"/>
                <a:gd name="connsiteX611" fmla="*/ 154575 w 786002"/>
                <a:gd name="connsiteY611" fmla="*/ 323326 h 561696"/>
                <a:gd name="connsiteX612" fmla="*/ 151681 w 786002"/>
                <a:gd name="connsiteY612" fmla="*/ 322317 h 561696"/>
                <a:gd name="connsiteX613" fmla="*/ 149225 w 786002"/>
                <a:gd name="connsiteY613" fmla="*/ 320298 h 561696"/>
                <a:gd name="connsiteX614" fmla="*/ 145893 w 786002"/>
                <a:gd name="connsiteY614" fmla="*/ 317540 h 561696"/>
                <a:gd name="connsiteX615" fmla="*/ 141854 w 786002"/>
                <a:gd name="connsiteY615" fmla="*/ 316093 h 561696"/>
                <a:gd name="connsiteX616" fmla="*/ 140844 w 786002"/>
                <a:gd name="connsiteY616" fmla="*/ 316093 h 561696"/>
                <a:gd name="connsiteX617" fmla="*/ 139835 w 786002"/>
                <a:gd name="connsiteY617" fmla="*/ 319424 h 561696"/>
                <a:gd name="connsiteX618" fmla="*/ 135628 w 786002"/>
                <a:gd name="connsiteY618" fmla="*/ 322047 h 561696"/>
                <a:gd name="connsiteX619" fmla="*/ 130546 w 786002"/>
                <a:gd name="connsiteY619" fmla="*/ 325512 h 561696"/>
                <a:gd name="connsiteX620" fmla="*/ 124758 w 786002"/>
                <a:gd name="connsiteY620" fmla="*/ 328271 h 561696"/>
                <a:gd name="connsiteX621" fmla="*/ 120854 w 786002"/>
                <a:gd name="connsiteY621" fmla="*/ 329415 h 561696"/>
                <a:gd name="connsiteX622" fmla="*/ 119406 w 786002"/>
                <a:gd name="connsiteY622" fmla="*/ 330558 h 561696"/>
                <a:gd name="connsiteX623" fmla="*/ 118969 w 786002"/>
                <a:gd name="connsiteY623" fmla="*/ 332880 h 561696"/>
                <a:gd name="connsiteX624" fmla="*/ 120416 w 786002"/>
                <a:gd name="connsiteY624" fmla="*/ 334629 h 561696"/>
                <a:gd name="connsiteX625" fmla="*/ 121998 w 786002"/>
                <a:gd name="connsiteY625" fmla="*/ 335773 h 561696"/>
                <a:gd name="connsiteX626" fmla="*/ 120248 w 786002"/>
                <a:gd name="connsiteY626" fmla="*/ 338666 h 561696"/>
                <a:gd name="connsiteX627" fmla="*/ 118229 w 786002"/>
                <a:gd name="connsiteY627" fmla="*/ 338968 h 561696"/>
                <a:gd name="connsiteX628" fmla="*/ 117219 w 786002"/>
                <a:gd name="connsiteY628" fmla="*/ 337219 h 561696"/>
                <a:gd name="connsiteX629" fmla="*/ 110252 w 786002"/>
                <a:gd name="connsiteY629" fmla="*/ 339540 h 561696"/>
                <a:gd name="connsiteX630" fmla="*/ 107358 w 786002"/>
                <a:gd name="connsiteY630" fmla="*/ 344183 h 561696"/>
                <a:gd name="connsiteX631" fmla="*/ 103454 w 786002"/>
                <a:gd name="connsiteY631" fmla="*/ 347950 h 561696"/>
                <a:gd name="connsiteX632" fmla="*/ 99954 w 786002"/>
                <a:gd name="connsiteY632" fmla="*/ 350541 h 561696"/>
                <a:gd name="connsiteX633" fmla="*/ 96757 w 786002"/>
                <a:gd name="connsiteY633" fmla="*/ 354308 h 561696"/>
                <a:gd name="connsiteX634" fmla="*/ 95444 w 786002"/>
                <a:gd name="connsiteY634" fmla="*/ 359387 h 561696"/>
                <a:gd name="connsiteX635" fmla="*/ 97026 w 786002"/>
                <a:gd name="connsiteY635" fmla="*/ 363727 h 561696"/>
                <a:gd name="connsiteX636" fmla="*/ 99483 w 786002"/>
                <a:gd name="connsiteY636" fmla="*/ 364736 h 561696"/>
                <a:gd name="connsiteX637" fmla="*/ 100930 w 786002"/>
                <a:gd name="connsiteY637" fmla="*/ 365611 h 561696"/>
                <a:gd name="connsiteX638" fmla="*/ 100930 w 786002"/>
                <a:gd name="connsiteY638" fmla="*/ 369816 h 561696"/>
                <a:gd name="connsiteX639" fmla="*/ 105002 w 786002"/>
                <a:gd name="connsiteY639" fmla="*/ 371834 h 561696"/>
                <a:gd name="connsiteX640" fmla="*/ 109647 w 786002"/>
                <a:gd name="connsiteY640" fmla="*/ 372709 h 561696"/>
                <a:gd name="connsiteX641" fmla="*/ 117623 w 786002"/>
                <a:gd name="connsiteY641" fmla="*/ 374155 h 561696"/>
                <a:gd name="connsiteX642" fmla="*/ 120214 w 786002"/>
                <a:gd name="connsiteY642" fmla="*/ 376477 h 561696"/>
                <a:gd name="connsiteX643" fmla="*/ 122671 w 786002"/>
                <a:gd name="connsiteY643" fmla="*/ 378663 h 561696"/>
                <a:gd name="connsiteX644" fmla="*/ 127450 w 786002"/>
                <a:gd name="connsiteY644" fmla="*/ 383743 h 561696"/>
                <a:gd name="connsiteX645" fmla="*/ 132532 w 786002"/>
                <a:gd name="connsiteY645" fmla="*/ 385626 h 561696"/>
                <a:gd name="connsiteX646" fmla="*/ 137748 w 786002"/>
                <a:gd name="connsiteY646" fmla="*/ 386366 h 561696"/>
                <a:gd name="connsiteX647" fmla="*/ 143402 w 786002"/>
                <a:gd name="connsiteY647" fmla="*/ 388385 h 561696"/>
                <a:gd name="connsiteX648" fmla="*/ 147744 w 786002"/>
                <a:gd name="connsiteY648" fmla="*/ 387376 h 561696"/>
                <a:gd name="connsiteX649" fmla="*/ 153970 w 786002"/>
                <a:gd name="connsiteY649" fmla="*/ 385626 h 561696"/>
                <a:gd name="connsiteX650" fmla="*/ 161508 w 786002"/>
                <a:gd name="connsiteY650" fmla="*/ 385626 h 561696"/>
                <a:gd name="connsiteX651" fmla="*/ 164537 w 786002"/>
                <a:gd name="connsiteY651" fmla="*/ 387006 h 561696"/>
                <a:gd name="connsiteX652" fmla="*/ 168609 w 786002"/>
                <a:gd name="connsiteY652" fmla="*/ 391412 h 561696"/>
                <a:gd name="connsiteX653" fmla="*/ 174836 w 786002"/>
                <a:gd name="connsiteY653" fmla="*/ 395483 h 561696"/>
                <a:gd name="connsiteX654" fmla="*/ 181062 w 786002"/>
                <a:gd name="connsiteY654" fmla="*/ 401404 h 561696"/>
                <a:gd name="connsiteX655" fmla="*/ 185841 w 786002"/>
                <a:gd name="connsiteY655" fmla="*/ 399822 h 561696"/>
                <a:gd name="connsiteX656" fmla="*/ 190620 w 786002"/>
                <a:gd name="connsiteY656" fmla="*/ 395786 h 561696"/>
                <a:gd name="connsiteX657" fmla="*/ 195398 w 786002"/>
                <a:gd name="connsiteY657" fmla="*/ 395920 h 561696"/>
                <a:gd name="connsiteX658" fmla="*/ 196980 w 786002"/>
                <a:gd name="connsiteY658" fmla="*/ 394911 h 561696"/>
                <a:gd name="connsiteX659" fmla="*/ 199168 w 786002"/>
                <a:gd name="connsiteY659" fmla="*/ 390841 h 561696"/>
                <a:gd name="connsiteX660" fmla="*/ 202803 w 786002"/>
                <a:gd name="connsiteY660" fmla="*/ 390841 h 561696"/>
                <a:gd name="connsiteX661" fmla="*/ 210207 w 786002"/>
                <a:gd name="connsiteY661" fmla="*/ 392859 h 561696"/>
                <a:gd name="connsiteX662" fmla="*/ 215995 w 786002"/>
                <a:gd name="connsiteY662" fmla="*/ 394743 h 561696"/>
                <a:gd name="connsiteX663" fmla="*/ 221514 w 786002"/>
                <a:gd name="connsiteY663" fmla="*/ 396492 h 561696"/>
                <a:gd name="connsiteX664" fmla="*/ 224543 w 786002"/>
                <a:gd name="connsiteY664" fmla="*/ 398948 h 561696"/>
                <a:gd name="connsiteX665" fmla="*/ 229322 w 786002"/>
                <a:gd name="connsiteY665" fmla="*/ 402884 h 561696"/>
                <a:gd name="connsiteX666" fmla="*/ 228010 w 786002"/>
                <a:gd name="connsiteY666" fmla="*/ 410284 h 561696"/>
                <a:gd name="connsiteX667" fmla="*/ 226125 w 786002"/>
                <a:gd name="connsiteY667" fmla="*/ 411596 h 561696"/>
                <a:gd name="connsiteX668" fmla="*/ 222221 w 786002"/>
                <a:gd name="connsiteY668" fmla="*/ 416238 h 561696"/>
                <a:gd name="connsiteX669" fmla="*/ 221514 w 786002"/>
                <a:gd name="connsiteY669" fmla="*/ 420141 h 561696"/>
                <a:gd name="connsiteX670" fmla="*/ 221380 w 786002"/>
                <a:gd name="connsiteY670" fmla="*/ 425052 h 561696"/>
                <a:gd name="connsiteX671" fmla="*/ 219058 w 786002"/>
                <a:gd name="connsiteY671" fmla="*/ 427945 h 561696"/>
                <a:gd name="connsiteX672" fmla="*/ 215591 w 786002"/>
                <a:gd name="connsiteY672" fmla="*/ 429694 h 561696"/>
                <a:gd name="connsiteX673" fmla="*/ 211384 w 786002"/>
                <a:gd name="connsiteY673" fmla="*/ 430569 h 561696"/>
                <a:gd name="connsiteX674" fmla="*/ 207750 w 786002"/>
                <a:gd name="connsiteY674" fmla="*/ 431713 h 561696"/>
                <a:gd name="connsiteX675" fmla="*/ 207312 w 786002"/>
                <a:gd name="connsiteY675" fmla="*/ 434034 h 561696"/>
                <a:gd name="connsiteX676" fmla="*/ 206606 w 786002"/>
                <a:gd name="connsiteY676" fmla="*/ 438104 h 561696"/>
                <a:gd name="connsiteX677" fmla="*/ 204014 w 786002"/>
                <a:gd name="connsiteY677" fmla="*/ 442444 h 561696"/>
                <a:gd name="connsiteX678" fmla="*/ 201995 w 786002"/>
                <a:gd name="connsiteY678" fmla="*/ 448532 h 561696"/>
                <a:gd name="connsiteX679" fmla="*/ 203004 w 786002"/>
                <a:gd name="connsiteY679" fmla="*/ 451863 h 561696"/>
                <a:gd name="connsiteX680" fmla="*/ 204755 w 786002"/>
                <a:gd name="connsiteY680" fmla="*/ 454890 h 561696"/>
                <a:gd name="connsiteX681" fmla="*/ 207952 w 786002"/>
                <a:gd name="connsiteY681" fmla="*/ 456640 h 561696"/>
                <a:gd name="connsiteX682" fmla="*/ 211418 w 786002"/>
                <a:gd name="connsiteY682" fmla="*/ 460407 h 561696"/>
                <a:gd name="connsiteX683" fmla="*/ 213740 w 786002"/>
                <a:gd name="connsiteY683" fmla="*/ 465050 h 561696"/>
                <a:gd name="connsiteX684" fmla="*/ 215759 w 786002"/>
                <a:gd name="connsiteY684" fmla="*/ 469827 h 561696"/>
                <a:gd name="connsiteX685" fmla="*/ 216466 w 786002"/>
                <a:gd name="connsiteY685" fmla="*/ 476218 h 561696"/>
                <a:gd name="connsiteX686" fmla="*/ 216601 w 786002"/>
                <a:gd name="connsiteY686" fmla="*/ 482441 h 561696"/>
                <a:gd name="connsiteX687" fmla="*/ 215726 w 786002"/>
                <a:gd name="connsiteY687" fmla="*/ 489102 h 561696"/>
                <a:gd name="connsiteX688" fmla="*/ 215726 w 786002"/>
                <a:gd name="connsiteY688" fmla="*/ 493744 h 561696"/>
                <a:gd name="connsiteX689" fmla="*/ 222894 w 786002"/>
                <a:gd name="connsiteY689" fmla="*/ 496335 h 561696"/>
                <a:gd name="connsiteX690" fmla="*/ 229188 w 786002"/>
                <a:gd name="connsiteY690" fmla="*/ 497781 h 561696"/>
                <a:gd name="connsiteX691" fmla="*/ 232520 w 786002"/>
                <a:gd name="connsiteY691" fmla="*/ 502995 h 561696"/>
                <a:gd name="connsiteX692" fmla="*/ 234842 w 786002"/>
                <a:gd name="connsiteY692" fmla="*/ 502558 h 561696"/>
                <a:gd name="connsiteX693" fmla="*/ 236861 w 786002"/>
                <a:gd name="connsiteY693" fmla="*/ 500237 h 561696"/>
                <a:gd name="connsiteX694" fmla="*/ 239183 w 786002"/>
                <a:gd name="connsiteY694" fmla="*/ 498622 h 561696"/>
                <a:gd name="connsiteX695" fmla="*/ 242515 w 786002"/>
                <a:gd name="connsiteY695" fmla="*/ 498622 h 561696"/>
                <a:gd name="connsiteX696" fmla="*/ 249044 w 786002"/>
                <a:gd name="connsiteY696" fmla="*/ 501178 h 561696"/>
                <a:gd name="connsiteX697" fmla="*/ 251938 w 786002"/>
                <a:gd name="connsiteY697" fmla="*/ 502558 h 561696"/>
                <a:gd name="connsiteX698" fmla="*/ 254126 w 786002"/>
                <a:gd name="connsiteY698" fmla="*/ 507032 h 561696"/>
                <a:gd name="connsiteX699" fmla="*/ 252679 w 786002"/>
                <a:gd name="connsiteY699" fmla="*/ 508041 h 561696"/>
                <a:gd name="connsiteX700" fmla="*/ 249784 w 786002"/>
                <a:gd name="connsiteY700" fmla="*/ 510059 h 561696"/>
                <a:gd name="connsiteX701" fmla="*/ 249784 w 786002"/>
                <a:gd name="connsiteY701" fmla="*/ 513827 h 561696"/>
                <a:gd name="connsiteX702" fmla="*/ 252847 w 786002"/>
                <a:gd name="connsiteY702" fmla="*/ 518032 h 561696"/>
                <a:gd name="connsiteX703" fmla="*/ 257491 w 786002"/>
                <a:gd name="connsiteY703" fmla="*/ 520219 h 561696"/>
                <a:gd name="connsiteX704" fmla="*/ 261126 w 786002"/>
                <a:gd name="connsiteY704" fmla="*/ 523986 h 561696"/>
                <a:gd name="connsiteX705" fmla="*/ 265333 w 786002"/>
                <a:gd name="connsiteY705" fmla="*/ 527317 h 561696"/>
                <a:gd name="connsiteX706" fmla="*/ 269102 w 786002"/>
                <a:gd name="connsiteY706" fmla="*/ 532094 h 561696"/>
                <a:gd name="connsiteX707" fmla="*/ 271424 w 786002"/>
                <a:gd name="connsiteY707" fmla="*/ 534247 h 561696"/>
                <a:gd name="connsiteX708" fmla="*/ 271424 w 786002"/>
                <a:gd name="connsiteY708" fmla="*/ 530647 h 561696"/>
                <a:gd name="connsiteX709" fmla="*/ 276068 w 786002"/>
                <a:gd name="connsiteY709" fmla="*/ 528898 h 561696"/>
                <a:gd name="connsiteX710" fmla="*/ 280275 w 786002"/>
                <a:gd name="connsiteY710" fmla="*/ 532800 h 561696"/>
                <a:gd name="connsiteX711" fmla="*/ 287377 w 786002"/>
                <a:gd name="connsiteY711" fmla="*/ 538720 h 561696"/>
                <a:gd name="connsiteX712" fmla="*/ 293333 w 786002"/>
                <a:gd name="connsiteY712" fmla="*/ 539595 h 561696"/>
                <a:gd name="connsiteX713" fmla="*/ 295353 w 786002"/>
                <a:gd name="connsiteY713" fmla="*/ 539292 h 561696"/>
                <a:gd name="connsiteX714" fmla="*/ 302891 w 786002"/>
                <a:gd name="connsiteY714" fmla="*/ 538418 h 561696"/>
                <a:gd name="connsiteX715" fmla="*/ 308411 w 786002"/>
                <a:gd name="connsiteY715" fmla="*/ 540301 h 561696"/>
                <a:gd name="connsiteX716" fmla="*/ 313190 w 786002"/>
                <a:gd name="connsiteY716" fmla="*/ 544776 h 561696"/>
                <a:gd name="connsiteX717" fmla="*/ 317968 w 786002"/>
                <a:gd name="connsiteY717" fmla="*/ 546357 h 561696"/>
                <a:gd name="connsiteX718" fmla="*/ 320863 w 786002"/>
                <a:gd name="connsiteY718" fmla="*/ 541580 h 561696"/>
                <a:gd name="connsiteX719" fmla="*/ 323185 w 786002"/>
                <a:gd name="connsiteY719" fmla="*/ 539999 h 561696"/>
                <a:gd name="connsiteX720" fmla="*/ 331430 w 786002"/>
                <a:gd name="connsiteY720" fmla="*/ 538552 h 561696"/>
                <a:gd name="connsiteX721" fmla="*/ 336075 w 786002"/>
                <a:gd name="connsiteY721" fmla="*/ 538552 h 561696"/>
                <a:gd name="connsiteX722" fmla="*/ 340281 w 786002"/>
                <a:gd name="connsiteY722" fmla="*/ 539124 h 561696"/>
                <a:gd name="connsiteX723" fmla="*/ 344185 w 786002"/>
                <a:gd name="connsiteY723" fmla="*/ 541142 h 561696"/>
                <a:gd name="connsiteX724" fmla="*/ 348392 w 786002"/>
                <a:gd name="connsiteY724" fmla="*/ 544170 h 561696"/>
                <a:gd name="connsiteX725" fmla="*/ 349133 w 786002"/>
                <a:gd name="connsiteY725" fmla="*/ 546491 h 561696"/>
                <a:gd name="connsiteX726" fmla="*/ 354046 w 786002"/>
                <a:gd name="connsiteY726" fmla="*/ 547231 h 561696"/>
                <a:gd name="connsiteX727" fmla="*/ 357311 w 786002"/>
                <a:gd name="connsiteY727" fmla="*/ 547231 h 561696"/>
                <a:gd name="connsiteX728" fmla="*/ 360407 w 786002"/>
                <a:gd name="connsiteY728" fmla="*/ 546424 h 561696"/>
                <a:gd name="connsiteX729" fmla="*/ 362494 w 786002"/>
                <a:gd name="connsiteY729" fmla="*/ 548005 h 561696"/>
                <a:gd name="connsiteX730" fmla="*/ 365018 w 786002"/>
                <a:gd name="connsiteY730" fmla="*/ 550663 h 561696"/>
                <a:gd name="connsiteX731" fmla="*/ 367609 w 786002"/>
                <a:gd name="connsiteY731" fmla="*/ 551403 h 561696"/>
                <a:gd name="connsiteX732" fmla="*/ 368922 w 786002"/>
                <a:gd name="connsiteY732" fmla="*/ 549384 h 561696"/>
                <a:gd name="connsiteX733" fmla="*/ 371614 w 786002"/>
                <a:gd name="connsiteY733" fmla="*/ 546188 h 561696"/>
                <a:gd name="connsiteX734" fmla="*/ 374508 w 786002"/>
                <a:gd name="connsiteY734" fmla="*/ 542723 h 561696"/>
                <a:gd name="connsiteX735" fmla="*/ 376696 w 786002"/>
                <a:gd name="connsiteY735" fmla="*/ 540470 h 561696"/>
                <a:gd name="connsiteX736" fmla="*/ 379321 w 786002"/>
                <a:gd name="connsiteY736" fmla="*/ 537072 h 561696"/>
                <a:gd name="connsiteX737" fmla="*/ 380768 w 786002"/>
                <a:gd name="connsiteY737" fmla="*/ 537005 h 561696"/>
                <a:gd name="connsiteX738" fmla="*/ 381912 w 786002"/>
                <a:gd name="connsiteY738" fmla="*/ 540705 h 561696"/>
                <a:gd name="connsiteX739" fmla="*/ 381845 w 786002"/>
                <a:gd name="connsiteY739" fmla="*/ 544540 h 561696"/>
                <a:gd name="connsiteX740" fmla="*/ 380229 w 786002"/>
                <a:gd name="connsiteY740" fmla="*/ 546794 h 561696"/>
                <a:gd name="connsiteX741" fmla="*/ 383292 w 786002"/>
                <a:gd name="connsiteY741" fmla="*/ 551571 h 561696"/>
                <a:gd name="connsiteX742" fmla="*/ 387936 w 786002"/>
                <a:gd name="connsiteY742" fmla="*/ 555473 h 561696"/>
                <a:gd name="connsiteX743" fmla="*/ 390898 w 786002"/>
                <a:gd name="connsiteY743" fmla="*/ 556785 h 561696"/>
                <a:gd name="connsiteX744" fmla="*/ 391201 w 786002"/>
                <a:gd name="connsiteY744" fmla="*/ 555776 h 561696"/>
                <a:gd name="connsiteX745" fmla="*/ 392480 w 786002"/>
                <a:gd name="connsiteY745" fmla="*/ 550259 h 561696"/>
                <a:gd name="connsiteX746" fmla="*/ 393489 w 786002"/>
                <a:gd name="connsiteY746" fmla="*/ 546928 h 561696"/>
                <a:gd name="connsiteX747" fmla="*/ 392547 w 786002"/>
                <a:gd name="connsiteY747" fmla="*/ 543531 h 561696"/>
                <a:gd name="connsiteX748" fmla="*/ 391235 w 786002"/>
                <a:gd name="connsiteY748" fmla="*/ 538956 h 561696"/>
                <a:gd name="connsiteX749" fmla="*/ 391235 w 786002"/>
                <a:gd name="connsiteY749" fmla="*/ 536197 h 561696"/>
                <a:gd name="connsiteX750" fmla="*/ 392749 w 786002"/>
                <a:gd name="connsiteY750" fmla="*/ 532867 h 561696"/>
                <a:gd name="connsiteX751" fmla="*/ 393826 w 786002"/>
                <a:gd name="connsiteY751" fmla="*/ 531050 h 561696"/>
                <a:gd name="connsiteX752" fmla="*/ 395340 w 786002"/>
                <a:gd name="connsiteY752" fmla="*/ 530681 h 561696"/>
                <a:gd name="connsiteX753" fmla="*/ 397326 w 786002"/>
                <a:gd name="connsiteY753" fmla="*/ 532127 h 561696"/>
                <a:gd name="connsiteX754" fmla="*/ 398437 w 786002"/>
                <a:gd name="connsiteY754" fmla="*/ 537038 h 561696"/>
                <a:gd name="connsiteX755" fmla="*/ 398066 w 786002"/>
                <a:gd name="connsiteY755" fmla="*/ 539292 h 561696"/>
                <a:gd name="connsiteX756" fmla="*/ 397326 w 786002"/>
                <a:gd name="connsiteY756" fmla="*/ 542488 h 561696"/>
                <a:gd name="connsiteX757" fmla="*/ 397629 w 786002"/>
                <a:gd name="connsiteY757" fmla="*/ 547769 h 561696"/>
                <a:gd name="connsiteX758" fmla="*/ 401465 w 786002"/>
                <a:gd name="connsiteY758" fmla="*/ 550091 h 561696"/>
                <a:gd name="connsiteX759" fmla="*/ 403485 w 786002"/>
                <a:gd name="connsiteY759" fmla="*/ 550091 h 561696"/>
                <a:gd name="connsiteX760" fmla="*/ 408331 w 786002"/>
                <a:gd name="connsiteY760" fmla="*/ 546188 h 561696"/>
                <a:gd name="connsiteX761" fmla="*/ 410283 w 786002"/>
                <a:gd name="connsiteY761" fmla="*/ 543127 h 561696"/>
                <a:gd name="connsiteX762" fmla="*/ 412672 w 786002"/>
                <a:gd name="connsiteY762" fmla="*/ 538586 h 561696"/>
                <a:gd name="connsiteX763" fmla="*/ 412740 w 786002"/>
                <a:gd name="connsiteY763" fmla="*/ 535390 h 561696"/>
                <a:gd name="connsiteX764" fmla="*/ 411360 w 786002"/>
                <a:gd name="connsiteY764" fmla="*/ 531623 h 561696"/>
                <a:gd name="connsiteX765" fmla="*/ 410620 w 786002"/>
                <a:gd name="connsiteY765" fmla="*/ 529234 h 561696"/>
                <a:gd name="connsiteX766" fmla="*/ 408668 w 786002"/>
                <a:gd name="connsiteY766" fmla="*/ 527216 h 561696"/>
                <a:gd name="connsiteX767" fmla="*/ 408668 w 786002"/>
                <a:gd name="connsiteY767" fmla="*/ 523751 h 561696"/>
                <a:gd name="connsiteX768" fmla="*/ 408668 w 786002"/>
                <a:gd name="connsiteY768" fmla="*/ 518537 h 561696"/>
                <a:gd name="connsiteX769" fmla="*/ 408668 w 786002"/>
                <a:gd name="connsiteY769" fmla="*/ 513322 h 561696"/>
                <a:gd name="connsiteX770" fmla="*/ 408668 w 786002"/>
                <a:gd name="connsiteY770" fmla="*/ 510699 h 561696"/>
                <a:gd name="connsiteX771" fmla="*/ 416475 w 786002"/>
                <a:gd name="connsiteY771" fmla="*/ 510699 h 561696"/>
                <a:gd name="connsiteX772" fmla="*/ 418226 w 786002"/>
                <a:gd name="connsiteY772" fmla="*/ 510699 h 561696"/>
                <a:gd name="connsiteX773" fmla="*/ 421120 w 786002"/>
                <a:gd name="connsiteY773" fmla="*/ 510699 h 561696"/>
                <a:gd name="connsiteX774" fmla="*/ 420817 w 786002"/>
                <a:gd name="connsiteY774" fmla="*/ 513322 h 561696"/>
                <a:gd name="connsiteX775" fmla="*/ 419067 w 786002"/>
                <a:gd name="connsiteY775" fmla="*/ 518537 h 561696"/>
                <a:gd name="connsiteX776" fmla="*/ 419067 w 786002"/>
                <a:gd name="connsiteY776" fmla="*/ 521127 h 561696"/>
                <a:gd name="connsiteX777" fmla="*/ 421827 w 786002"/>
                <a:gd name="connsiteY777" fmla="*/ 527788 h 561696"/>
                <a:gd name="connsiteX778" fmla="*/ 426606 w 786002"/>
                <a:gd name="connsiteY778" fmla="*/ 531858 h 561696"/>
                <a:gd name="connsiteX779" fmla="*/ 430947 w 786002"/>
                <a:gd name="connsiteY779" fmla="*/ 538249 h 561696"/>
                <a:gd name="connsiteX780" fmla="*/ 437038 w 786002"/>
                <a:gd name="connsiteY780" fmla="*/ 539696 h 561696"/>
                <a:gd name="connsiteX781" fmla="*/ 440808 w 786002"/>
                <a:gd name="connsiteY781" fmla="*/ 540268 h 561696"/>
                <a:gd name="connsiteX782" fmla="*/ 444577 w 786002"/>
                <a:gd name="connsiteY782" fmla="*/ 540268 h 561696"/>
                <a:gd name="connsiteX783" fmla="*/ 441986 w 786002"/>
                <a:gd name="connsiteY783" fmla="*/ 533305 h 561696"/>
                <a:gd name="connsiteX784" fmla="*/ 438216 w 786002"/>
                <a:gd name="connsiteY784" fmla="*/ 527788 h 561696"/>
                <a:gd name="connsiteX785" fmla="*/ 439966 w 786002"/>
                <a:gd name="connsiteY785" fmla="*/ 520252 h 561696"/>
                <a:gd name="connsiteX786" fmla="*/ 439966 w 786002"/>
                <a:gd name="connsiteY786" fmla="*/ 519378 h 561696"/>
                <a:gd name="connsiteX787" fmla="*/ 442591 w 786002"/>
                <a:gd name="connsiteY787" fmla="*/ 517628 h 561696"/>
                <a:gd name="connsiteX788" fmla="*/ 444341 w 786002"/>
                <a:gd name="connsiteY788" fmla="*/ 517628 h 561696"/>
                <a:gd name="connsiteX789" fmla="*/ 445519 w 786002"/>
                <a:gd name="connsiteY789" fmla="*/ 517628 h 561696"/>
                <a:gd name="connsiteX790" fmla="*/ 448717 w 786002"/>
                <a:gd name="connsiteY790" fmla="*/ 519075 h 561696"/>
                <a:gd name="connsiteX791" fmla="*/ 448717 w 786002"/>
                <a:gd name="connsiteY791" fmla="*/ 523717 h 561696"/>
                <a:gd name="connsiteX792" fmla="*/ 448717 w 786002"/>
                <a:gd name="connsiteY792" fmla="*/ 529806 h 561696"/>
                <a:gd name="connsiteX793" fmla="*/ 450601 w 786002"/>
                <a:gd name="connsiteY793" fmla="*/ 534718 h 561696"/>
                <a:gd name="connsiteX794" fmla="*/ 453933 w 786002"/>
                <a:gd name="connsiteY794" fmla="*/ 537038 h 561696"/>
                <a:gd name="connsiteX795" fmla="*/ 457130 w 786002"/>
                <a:gd name="connsiteY795" fmla="*/ 539931 h 561696"/>
                <a:gd name="connsiteX796" fmla="*/ 461775 w 786002"/>
                <a:gd name="connsiteY796" fmla="*/ 543699 h 561696"/>
                <a:gd name="connsiteX797" fmla="*/ 467866 w 786002"/>
                <a:gd name="connsiteY797" fmla="*/ 543699 h 561696"/>
                <a:gd name="connsiteX798" fmla="*/ 471332 w 786002"/>
                <a:gd name="connsiteY798" fmla="*/ 546458 h 561696"/>
                <a:gd name="connsiteX799" fmla="*/ 474799 w 786002"/>
                <a:gd name="connsiteY799" fmla="*/ 548072 h 561696"/>
                <a:gd name="connsiteX800" fmla="*/ 474799 w 786002"/>
                <a:gd name="connsiteY800" fmla="*/ 549822 h 561696"/>
                <a:gd name="connsiteX801" fmla="*/ 474799 w 786002"/>
                <a:gd name="connsiteY801" fmla="*/ 554464 h 561696"/>
                <a:gd name="connsiteX802" fmla="*/ 477559 w 786002"/>
                <a:gd name="connsiteY802" fmla="*/ 557929 h 561696"/>
                <a:gd name="connsiteX803" fmla="*/ 483213 w 786002"/>
                <a:gd name="connsiteY803" fmla="*/ 561696 h 561696"/>
                <a:gd name="connsiteX804" fmla="*/ 492198 w 786002"/>
                <a:gd name="connsiteY804" fmla="*/ 560250 h 561696"/>
                <a:gd name="connsiteX805" fmla="*/ 500309 w 786002"/>
                <a:gd name="connsiteY805" fmla="*/ 561696 h 561696"/>
                <a:gd name="connsiteX806" fmla="*/ 508420 w 786002"/>
                <a:gd name="connsiteY806" fmla="*/ 556785 h 561696"/>
                <a:gd name="connsiteX807" fmla="*/ 515083 w 786002"/>
                <a:gd name="connsiteY807" fmla="*/ 554767 h 561696"/>
                <a:gd name="connsiteX808" fmla="*/ 518281 w 786002"/>
                <a:gd name="connsiteY808" fmla="*/ 551571 h 561696"/>
                <a:gd name="connsiteX809" fmla="*/ 518281 w 786002"/>
                <a:gd name="connsiteY809" fmla="*/ 534179 h 561696"/>
                <a:gd name="connsiteX810" fmla="*/ 518281 w 786002"/>
                <a:gd name="connsiteY810" fmla="*/ 528864 h 561696"/>
                <a:gd name="connsiteX811" fmla="*/ 518819 w 786002"/>
                <a:gd name="connsiteY811" fmla="*/ 526913 h 561696"/>
                <a:gd name="connsiteX812" fmla="*/ 519896 w 786002"/>
                <a:gd name="connsiteY812" fmla="*/ 524626 h 561696"/>
                <a:gd name="connsiteX813" fmla="*/ 521949 w 786002"/>
                <a:gd name="connsiteY813" fmla="*/ 524087 h 561696"/>
                <a:gd name="connsiteX814" fmla="*/ 523463 w 786002"/>
                <a:gd name="connsiteY814" fmla="*/ 526913 h 561696"/>
                <a:gd name="connsiteX815" fmla="*/ 524103 w 786002"/>
                <a:gd name="connsiteY815" fmla="*/ 533843 h 561696"/>
                <a:gd name="connsiteX816" fmla="*/ 523463 w 786002"/>
                <a:gd name="connsiteY816" fmla="*/ 541142 h 561696"/>
                <a:gd name="connsiteX817" fmla="*/ 523463 w 786002"/>
                <a:gd name="connsiteY817" fmla="*/ 546020 h 561696"/>
                <a:gd name="connsiteX818" fmla="*/ 525079 w 786002"/>
                <a:gd name="connsiteY818" fmla="*/ 550057 h 561696"/>
                <a:gd name="connsiteX819" fmla="*/ 528444 w 786002"/>
                <a:gd name="connsiteY819" fmla="*/ 555069 h 561696"/>
                <a:gd name="connsiteX820" fmla="*/ 533762 w 786002"/>
                <a:gd name="connsiteY820" fmla="*/ 560485 h 561696"/>
                <a:gd name="connsiteX821" fmla="*/ 537464 w 786002"/>
                <a:gd name="connsiteY821" fmla="*/ 558770 h 56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786002" h="561696">
                  <a:moveTo>
                    <a:pt x="537464" y="558770"/>
                  </a:moveTo>
                  <a:lnTo>
                    <a:pt x="537464" y="555305"/>
                  </a:lnTo>
                  <a:lnTo>
                    <a:pt x="538877" y="554868"/>
                  </a:lnTo>
                  <a:lnTo>
                    <a:pt x="537901" y="554430"/>
                  </a:lnTo>
                  <a:lnTo>
                    <a:pt x="535444" y="551537"/>
                  </a:lnTo>
                  <a:lnTo>
                    <a:pt x="536454" y="548644"/>
                  </a:lnTo>
                  <a:lnTo>
                    <a:pt x="538036" y="545751"/>
                  </a:lnTo>
                  <a:lnTo>
                    <a:pt x="540493" y="541109"/>
                  </a:lnTo>
                  <a:lnTo>
                    <a:pt x="543387" y="537408"/>
                  </a:lnTo>
                  <a:cubicBezTo>
                    <a:pt x="543387" y="537408"/>
                    <a:pt x="547022" y="535323"/>
                    <a:pt x="547594" y="535323"/>
                  </a:cubicBezTo>
                  <a:cubicBezTo>
                    <a:pt x="548166" y="535323"/>
                    <a:pt x="553954" y="535323"/>
                    <a:pt x="553954" y="535323"/>
                  </a:cubicBezTo>
                  <a:lnTo>
                    <a:pt x="562368" y="533573"/>
                  </a:lnTo>
                  <a:lnTo>
                    <a:pt x="565700" y="526778"/>
                  </a:lnTo>
                  <a:lnTo>
                    <a:pt x="564556" y="521262"/>
                  </a:lnTo>
                  <a:lnTo>
                    <a:pt x="561527" y="517359"/>
                  </a:lnTo>
                  <a:lnTo>
                    <a:pt x="564556" y="512011"/>
                  </a:lnTo>
                  <a:lnTo>
                    <a:pt x="568897" y="509387"/>
                  </a:lnTo>
                  <a:lnTo>
                    <a:pt x="575123" y="507940"/>
                  </a:lnTo>
                  <a:lnTo>
                    <a:pt x="580642" y="507806"/>
                  </a:lnTo>
                  <a:lnTo>
                    <a:pt x="587744" y="506494"/>
                  </a:lnTo>
                  <a:cubicBezTo>
                    <a:pt x="587744" y="506494"/>
                    <a:pt x="594575" y="505182"/>
                    <a:pt x="595148" y="505182"/>
                  </a:cubicBezTo>
                  <a:cubicBezTo>
                    <a:pt x="595720" y="505182"/>
                    <a:pt x="602552" y="504038"/>
                    <a:pt x="602552" y="504038"/>
                  </a:cubicBezTo>
                  <a:lnTo>
                    <a:pt x="610090" y="504610"/>
                  </a:lnTo>
                  <a:lnTo>
                    <a:pt x="615441" y="502154"/>
                  </a:lnTo>
                  <a:lnTo>
                    <a:pt x="616013" y="496065"/>
                  </a:lnTo>
                  <a:lnTo>
                    <a:pt x="609787" y="488967"/>
                  </a:lnTo>
                  <a:cubicBezTo>
                    <a:pt x="609787" y="488967"/>
                    <a:pt x="606018" y="482609"/>
                    <a:pt x="606018" y="481869"/>
                  </a:cubicBezTo>
                  <a:cubicBezTo>
                    <a:pt x="606018" y="481129"/>
                    <a:pt x="605883" y="476083"/>
                    <a:pt x="605883" y="476083"/>
                  </a:cubicBezTo>
                  <a:lnTo>
                    <a:pt x="609215" y="473897"/>
                  </a:lnTo>
                  <a:lnTo>
                    <a:pt x="615441" y="474199"/>
                  </a:lnTo>
                  <a:lnTo>
                    <a:pt x="621230" y="478404"/>
                  </a:lnTo>
                  <a:lnTo>
                    <a:pt x="627759" y="479716"/>
                  </a:lnTo>
                  <a:lnTo>
                    <a:pt x="629913" y="476521"/>
                  </a:lnTo>
                  <a:lnTo>
                    <a:pt x="637586" y="473762"/>
                  </a:lnTo>
                  <a:lnTo>
                    <a:pt x="641927" y="472013"/>
                  </a:lnTo>
                  <a:lnTo>
                    <a:pt x="645562" y="470129"/>
                  </a:lnTo>
                  <a:lnTo>
                    <a:pt x="639336" y="466059"/>
                  </a:lnTo>
                  <a:lnTo>
                    <a:pt x="639201" y="461585"/>
                  </a:lnTo>
                  <a:cubicBezTo>
                    <a:pt x="639201" y="461585"/>
                    <a:pt x="641389" y="459398"/>
                    <a:pt x="641961" y="459398"/>
                  </a:cubicBezTo>
                  <a:cubicBezTo>
                    <a:pt x="642533" y="459398"/>
                    <a:pt x="643543" y="459264"/>
                    <a:pt x="645293" y="459398"/>
                  </a:cubicBezTo>
                  <a:cubicBezTo>
                    <a:pt x="647043" y="459533"/>
                    <a:pt x="650072" y="460845"/>
                    <a:pt x="650072" y="460845"/>
                  </a:cubicBezTo>
                  <a:lnTo>
                    <a:pt x="653101" y="461417"/>
                  </a:lnTo>
                  <a:lnTo>
                    <a:pt x="654413" y="458961"/>
                  </a:lnTo>
                  <a:cubicBezTo>
                    <a:pt x="654413" y="458961"/>
                    <a:pt x="653101" y="454890"/>
                    <a:pt x="652966" y="454319"/>
                  </a:cubicBezTo>
                  <a:cubicBezTo>
                    <a:pt x="652832" y="453747"/>
                    <a:pt x="649332" y="447221"/>
                    <a:pt x="649332" y="447221"/>
                  </a:cubicBezTo>
                  <a:lnTo>
                    <a:pt x="649466" y="443184"/>
                  </a:lnTo>
                  <a:lnTo>
                    <a:pt x="651485" y="441434"/>
                  </a:lnTo>
                  <a:lnTo>
                    <a:pt x="654380" y="433765"/>
                  </a:lnTo>
                  <a:lnTo>
                    <a:pt x="658149" y="429123"/>
                  </a:lnTo>
                  <a:lnTo>
                    <a:pt x="664106" y="427104"/>
                  </a:lnTo>
                  <a:lnTo>
                    <a:pt x="670197" y="425489"/>
                  </a:lnTo>
                  <a:cubicBezTo>
                    <a:pt x="670197" y="425489"/>
                    <a:pt x="673664" y="422731"/>
                    <a:pt x="674101" y="422596"/>
                  </a:cubicBezTo>
                  <a:cubicBezTo>
                    <a:pt x="674539" y="422462"/>
                    <a:pt x="678746" y="421722"/>
                    <a:pt x="679318" y="421722"/>
                  </a:cubicBezTo>
                  <a:cubicBezTo>
                    <a:pt x="679890" y="421722"/>
                    <a:pt x="683390" y="420578"/>
                    <a:pt x="683390" y="420578"/>
                  </a:cubicBezTo>
                  <a:lnTo>
                    <a:pt x="685712" y="417954"/>
                  </a:lnTo>
                  <a:lnTo>
                    <a:pt x="687159" y="416373"/>
                  </a:lnTo>
                  <a:lnTo>
                    <a:pt x="688169" y="413312"/>
                  </a:lnTo>
                  <a:lnTo>
                    <a:pt x="690491" y="412437"/>
                  </a:lnTo>
                  <a:cubicBezTo>
                    <a:pt x="690491" y="412437"/>
                    <a:pt x="691804" y="411260"/>
                    <a:pt x="693520" y="410856"/>
                  </a:cubicBezTo>
                  <a:cubicBezTo>
                    <a:pt x="695270" y="410419"/>
                    <a:pt x="698030" y="409107"/>
                    <a:pt x="698030" y="409107"/>
                  </a:cubicBezTo>
                  <a:cubicBezTo>
                    <a:pt x="698030" y="409107"/>
                    <a:pt x="699342" y="408973"/>
                    <a:pt x="700487" y="408401"/>
                  </a:cubicBezTo>
                  <a:cubicBezTo>
                    <a:pt x="701631" y="407828"/>
                    <a:pt x="702506" y="407223"/>
                    <a:pt x="702506" y="407223"/>
                  </a:cubicBezTo>
                  <a:lnTo>
                    <a:pt x="705568" y="404465"/>
                  </a:lnTo>
                  <a:lnTo>
                    <a:pt x="706006" y="402278"/>
                  </a:lnTo>
                  <a:lnTo>
                    <a:pt x="710347" y="398948"/>
                  </a:lnTo>
                  <a:lnTo>
                    <a:pt x="712669" y="396627"/>
                  </a:lnTo>
                  <a:lnTo>
                    <a:pt x="715126" y="393431"/>
                  </a:lnTo>
                  <a:lnTo>
                    <a:pt x="716001" y="387914"/>
                  </a:lnTo>
                  <a:lnTo>
                    <a:pt x="722800" y="381388"/>
                  </a:lnTo>
                  <a:lnTo>
                    <a:pt x="723540" y="372709"/>
                  </a:lnTo>
                  <a:cubicBezTo>
                    <a:pt x="723540" y="372709"/>
                    <a:pt x="720915" y="369076"/>
                    <a:pt x="720915" y="368638"/>
                  </a:cubicBezTo>
                  <a:cubicBezTo>
                    <a:pt x="720915" y="368201"/>
                    <a:pt x="719333" y="365308"/>
                    <a:pt x="719333" y="364131"/>
                  </a:cubicBezTo>
                  <a:cubicBezTo>
                    <a:pt x="719333" y="362987"/>
                    <a:pt x="718895" y="357033"/>
                    <a:pt x="718895" y="356595"/>
                  </a:cubicBezTo>
                  <a:cubicBezTo>
                    <a:pt x="718895" y="356158"/>
                    <a:pt x="717314" y="353702"/>
                    <a:pt x="717314" y="353702"/>
                  </a:cubicBezTo>
                  <a:cubicBezTo>
                    <a:pt x="717314" y="353702"/>
                    <a:pt x="714857" y="351381"/>
                    <a:pt x="714857" y="350372"/>
                  </a:cubicBezTo>
                  <a:cubicBezTo>
                    <a:pt x="714857" y="349363"/>
                    <a:pt x="713982" y="347748"/>
                    <a:pt x="714857" y="346739"/>
                  </a:cubicBezTo>
                  <a:cubicBezTo>
                    <a:pt x="715732" y="345730"/>
                    <a:pt x="717179" y="343409"/>
                    <a:pt x="717751" y="343106"/>
                  </a:cubicBezTo>
                  <a:cubicBezTo>
                    <a:pt x="718323" y="342803"/>
                    <a:pt x="718626" y="340919"/>
                    <a:pt x="718761" y="340482"/>
                  </a:cubicBezTo>
                  <a:cubicBezTo>
                    <a:pt x="718895" y="340045"/>
                    <a:pt x="718054" y="332812"/>
                    <a:pt x="718054" y="332812"/>
                  </a:cubicBezTo>
                  <a:lnTo>
                    <a:pt x="718323" y="328742"/>
                  </a:lnTo>
                  <a:lnTo>
                    <a:pt x="718323" y="323965"/>
                  </a:lnTo>
                  <a:lnTo>
                    <a:pt x="723237" y="321644"/>
                  </a:lnTo>
                  <a:cubicBezTo>
                    <a:pt x="723237" y="321644"/>
                    <a:pt x="723102" y="321072"/>
                    <a:pt x="724247" y="320635"/>
                  </a:cubicBezTo>
                  <a:cubicBezTo>
                    <a:pt x="725391" y="320197"/>
                    <a:pt x="727881" y="315555"/>
                    <a:pt x="728588" y="315555"/>
                  </a:cubicBezTo>
                  <a:cubicBezTo>
                    <a:pt x="729295" y="315555"/>
                    <a:pt x="734545" y="311922"/>
                    <a:pt x="734545" y="311922"/>
                  </a:cubicBezTo>
                  <a:lnTo>
                    <a:pt x="738886" y="311216"/>
                  </a:lnTo>
                  <a:cubicBezTo>
                    <a:pt x="738886" y="311216"/>
                    <a:pt x="741511" y="310341"/>
                    <a:pt x="742656" y="310072"/>
                  </a:cubicBezTo>
                  <a:cubicBezTo>
                    <a:pt x="743800" y="309769"/>
                    <a:pt x="745416" y="307044"/>
                    <a:pt x="746122" y="307044"/>
                  </a:cubicBezTo>
                  <a:cubicBezTo>
                    <a:pt x="746862" y="307044"/>
                    <a:pt x="748444" y="301965"/>
                    <a:pt x="748444" y="301965"/>
                  </a:cubicBezTo>
                  <a:lnTo>
                    <a:pt x="746560" y="298197"/>
                  </a:lnTo>
                  <a:lnTo>
                    <a:pt x="739896" y="292848"/>
                  </a:lnTo>
                  <a:cubicBezTo>
                    <a:pt x="739896" y="292848"/>
                    <a:pt x="742521" y="285885"/>
                    <a:pt x="743396" y="285616"/>
                  </a:cubicBezTo>
                  <a:cubicBezTo>
                    <a:pt x="744271" y="285313"/>
                    <a:pt x="749622" y="280974"/>
                    <a:pt x="751204" y="280839"/>
                  </a:cubicBezTo>
                  <a:cubicBezTo>
                    <a:pt x="752786" y="280705"/>
                    <a:pt x="756723" y="280839"/>
                    <a:pt x="756723" y="280839"/>
                  </a:cubicBezTo>
                  <a:lnTo>
                    <a:pt x="759618" y="282151"/>
                  </a:lnTo>
                  <a:cubicBezTo>
                    <a:pt x="759618" y="282151"/>
                    <a:pt x="765978" y="276802"/>
                    <a:pt x="766719" y="276802"/>
                  </a:cubicBezTo>
                  <a:cubicBezTo>
                    <a:pt x="767425" y="276802"/>
                    <a:pt x="770926" y="274784"/>
                    <a:pt x="772507" y="274481"/>
                  </a:cubicBezTo>
                  <a:cubicBezTo>
                    <a:pt x="774089" y="274178"/>
                    <a:pt x="775132" y="273169"/>
                    <a:pt x="775132" y="273169"/>
                  </a:cubicBezTo>
                  <a:cubicBezTo>
                    <a:pt x="775132" y="273169"/>
                    <a:pt x="776142" y="270411"/>
                    <a:pt x="775267" y="268830"/>
                  </a:cubicBezTo>
                  <a:cubicBezTo>
                    <a:pt x="774392" y="267249"/>
                    <a:pt x="769613" y="261429"/>
                    <a:pt x="769613" y="261429"/>
                  </a:cubicBezTo>
                  <a:cubicBezTo>
                    <a:pt x="769613" y="261429"/>
                    <a:pt x="768300" y="258401"/>
                    <a:pt x="768300" y="257796"/>
                  </a:cubicBezTo>
                  <a:cubicBezTo>
                    <a:pt x="768300" y="257224"/>
                    <a:pt x="765709" y="249251"/>
                    <a:pt x="765709" y="249251"/>
                  </a:cubicBezTo>
                  <a:lnTo>
                    <a:pt x="766146" y="243600"/>
                  </a:lnTo>
                  <a:lnTo>
                    <a:pt x="771801" y="239126"/>
                  </a:lnTo>
                  <a:lnTo>
                    <a:pt x="777589" y="237545"/>
                  </a:lnTo>
                  <a:lnTo>
                    <a:pt x="783108" y="235526"/>
                  </a:lnTo>
                  <a:lnTo>
                    <a:pt x="786003" y="229875"/>
                  </a:lnTo>
                  <a:lnTo>
                    <a:pt x="784118" y="224661"/>
                  </a:lnTo>
                  <a:lnTo>
                    <a:pt x="781931" y="218572"/>
                  </a:lnTo>
                  <a:lnTo>
                    <a:pt x="782233" y="213492"/>
                  </a:lnTo>
                  <a:lnTo>
                    <a:pt x="781661" y="208413"/>
                  </a:lnTo>
                  <a:lnTo>
                    <a:pt x="775873" y="203939"/>
                  </a:lnTo>
                  <a:lnTo>
                    <a:pt x="773988" y="201046"/>
                  </a:lnTo>
                  <a:lnTo>
                    <a:pt x="772676" y="198287"/>
                  </a:lnTo>
                  <a:lnTo>
                    <a:pt x="772103" y="194654"/>
                  </a:lnTo>
                  <a:lnTo>
                    <a:pt x="773248" y="191627"/>
                  </a:lnTo>
                  <a:lnTo>
                    <a:pt x="775132" y="188599"/>
                  </a:lnTo>
                  <a:lnTo>
                    <a:pt x="778329" y="185403"/>
                  </a:lnTo>
                  <a:lnTo>
                    <a:pt x="781964" y="181770"/>
                  </a:lnTo>
                  <a:lnTo>
                    <a:pt x="778633" y="181030"/>
                  </a:lnTo>
                  <a:cubicBezTo>
                    <a:pt x="778633" y="181030"/>
                    <a:pt x="776310" y="181333"/>
                    <a:pt x="774863" y="181602"/>
                  </a:cubicBezTo>
                  <a:cubicBezTo>
                    <a:pt x="773416" y="181905"/>
                    <a:pt x="771666" y="182174"/>
                    <a:pt x="770219" y="182174"/>
                  </a:cubicBezTo>
                  <a:cubicBezTo>
                    <a:pt x="768772" y="182174"/>
                    <a:pt x="766584" y="181467"/>
                    <a:pt x="765575" y="181165"/>
                  </a:cubicBezTo>
                  <a:cubicBezTo>
                    <a:pt x="764565" y="180862"/>
                    <a:pt x="761940" y="180862"/>
                    <a:pt x="761368" y="180862"/>
                  </a:cubicBezTo>
                  <a:cubicBezTo>
                    <a:pt x="760795" y="180862"/>
                    <a:pt x="757733" y="180727"/>
                    <a:pt x="757733" y="180727"/>
                  </a:cubicBezTo>
                  <a:cubicBezTo>
                    <a:pt x="757733" y="180727"/>
                    <a:pt x="755411" y="180862"/>
                    <a:pt x="754401" y="180727"/>
                  </a:cubicBezTo>
                  <a:cubicBezTo>
                    <a:pt x="753392" y="180593"/>
                    <a:pt x="751372" y="181165"/>
                    <a:pt x="750766" y="181737"/>
                  </a:cubicBezTo>
                  <a:cubicBezTo>
                    <a:pt x="750194" y="182308"/>
                    <a:pt x="748310" y="182746"/>
                    <a:pt x="746122" y="183318"/>
                  </a:cubicBezTo>
                  <a:cubicBezTo>
                    <a:pt x="743968" y="183890"/>
                    <a:pt x="743800" y="185639"/>
                    <a:pt x="742218" y="186345"/>
                  </a:cubicBezTo>
                  <a:cubicBezTo>
                    <a:pt x="740603" y="187052"/>
                    <a:pt x="740165" y="186783"/>
                    <a:pt x="738314" y="187926"/>
                  </a:cubicBezTo>
                  <a:cubicBezTo>
                    <a:pt x="736430" y="189104"/>
                    <a:pt x="735555" y="190247"/>
                    <a:pt x="733098" y="191694"/>
                  </a:cubicBezTo>
                  <a:cubicBezTo>
                    <a:pt x="730641" y="193141"/>
                    <a:pt x="730641" y="191829"/>
                    <a:pt x="729631" y="191694"/>
                  </a:cubicBezTo>
                  <a:cubicBezTo>
                    <a:pt x="728622" y="191559"/>
                    <a:pt x="728319" y="191257"/>
                    <a:pt x="728050" y="190819"/>
                  </a:cubicBezTo>
                  <a:cubicBezTo>
                    <a:pt x="727780" y="190382"/>
                    <a:pt x="725021" y="189373"/>
                    <a:pt x="723708" y="188633"/>
                  </a:cubicBezTo>
                  <a:cubicBezTo>
                    <a:pt x="722429" y="187926"/>
                    <a:pt x="721251" y="187186"/>
                    <a:pt x="719939" y="186312"/>
                  </a:cubicBezTo>
                  <a:cubicBezTo>
                    <a:pt x="718626" y="185437"/>
                    <a:pt x="719064" y="184428"/>
                    <a:pt x="719064" y="183856"/>
                  </a:cubicBezTo>
                  <a:cubicBezTo>
                    <a:pt x="719064" y="183284"/>
                    <a:pt x="719198" y="181535"/>
                    <a:pt x="719501" y="181097"/>
                  </a:cubicBezTo>
                  <a:cubicBezTo>
                    <a:pt x="719804" y="180660"/>
                    <a:pt x="719636" y="176455"/>
                    <a:pt x="719636" y="175177"/>
                  </a:cubicBezTo>
                  <a:cubicBezTo>
                    <a:pt x="719636" y="173865"/>
                    <a:pt x="719636" y="172116"/>
                    <a:pt x="720074" y="170669"/>
                  </a:cubicBezTo>
                  <a:cubicBezTo>
                    <a:pt x="720511" y="169223"/>
                    <a:pt x="719939" y="167339"/>
                    <a:pt x="719939" y="167339"/>
                  </a:cubicBezTo>
                  <a:cubicBezTo>
                    <a:pt x="719939" y="167339"/>
                    <a:pt x="719939" y="165018"/>
                    <a:pt x="720074" y="164143"/>
                  </a:cubicBezTo>
                  <a:cubicBezTo>
                    <a:pt x="720208" y="163269"/>
                    <a:pt x="720074" y="161519"/>
                    <a:pt x="720074" y="161519"/>
                  </a:cubicBezTo>
                  <a:lnTo>
                    <a:pt x="720646" y="155565"/>
                  </a:lnTo>
                  <a:lnTo>
                    <a:pt x="720074" y="151797"/>
                  </a:lnTo>
                  <a:lnTo>
                    <a:pt x="720074" y="148602"/>
                  </a:lnTo>
                  <a:lnTo>
                    <a:pt x="718761" y="144094"/>
                  </a:lnTo>
                  <a:lnTo>
                    <a:pt x="717011" y="143219"/>
                  </a:lnTo>
                  <a:lnTo>
                    <a:pt x="713107" y="142076"/>
                  </a:lnTo>
                  <a:cubicBezTo>
                    <a:pt x="713107" y="142076"/>
                    <a:pt x="709338" y="141504"/>
                    <a:pt x="708765" y="141504"/>
                  </a:cubicBezTo>
                  <a:cubicBezTo>
                    <a:pt x="708193" y="141504"/>
                    <a:pt x="705299" y="142244"/>
                    <a:pt x="705299" y="142244"/>
                  </a:cubicBezTo>
                  <a:lnTo>
                    <a:pt x="702539" y="142244"/>
                  </a:lnTo>
                  <a:cubicBezTo>
                    <a:pt x="702539" y="142244"/>
                    <a:pt x="701395" y="143118"/>
                    <a:pt x="700352" y="143993"/>
                  </a:cubicBezTo>
                  <a:cubicBezTo>
                    <a:pt x="699342" y="144868"/>
                    <a:pt x="700352" y="143690"/>
                    <a:pt x="699208" y="145170"/>
                  </a:cubicBezTo>
                  <a:cubicBezTo>
                    <a:pt x="698063" y="146617"/>
                    <a:pt x="697895" y="146314"/>
                    <a:pt x="697054" y="147626"/>
                  </a:cubicBezTo>
                  <a:cubicBezTo>
                    <a:pt x="696179" y="148938"/>
                    <a:pt x="693587" y="149813"/>
                    <a:pt x="693587" y="149813"/>
                  </a:cubicBezTo>
                  <a:lnTo>
                    <a:pt x="690693" y="151562"/>
                  </a:lnTo>
                  <a:cubicBezTo>
                    <a:pt x="690693" y="151562"/>
                    <a:pt x="689549" y="151562"/>
                    <a:pt x="688068" y="154589"/>
                  </a:cubicBezTo>
                  <a:cubicBezTo>
                    <a:pt x="686621" y="157617"/>
                    <a:pt x="687799" y="157348"/>
                    <a:pt x="688203" y="159501"/>
                  </a:cubicBezTo>
                  <a:cubicBezTo>
                    <a:pt x="688640" y="161687"/>
                    <a:pt x="688068" y="161519"/>
                    <a:pt x="688068" y="162091"/>
                  </a:cubicBezTo>
                  <a:cubicBezTo>
                    <a:pt x="688068" y="162663"/>
                    <a:pt x="687058" y="163975"/>
                    <a:pt x="685746" y="166565"/>
                  </a:cubicBezTo>
                  <a:cubicBezTo>
                    <a:pt x="684433" y="169189"/>
                    <a:pt x="681977" y="167742"/>
                    <a:pt x="680529" y="167742"/>
                  </a:cubicBezTo>
                  <a:cubicBezTo>
                    <a:pt x="679082" y="167742"/>
                    <a:pt x="677063" y="166565"/>
                    <a:pt x="675178" y="165724"/>
                  </a:cubicBezTo>
                  <a:cubicBezTo>
                    <a:pt x="673294" y="164849"/>
                    <a:pt x="673597" y="163975"/>
                    <a:pt x="672284" y="162394"/>
                  </a:cubicBezTo>
                  <a:cubicBezTo>
                    <a:pt x="670971" y="160813"/>
                    <a:pt x="671409" y="158929"/>
                    <a:pt x="671409" y="158929"/>
                  </a:cubicBezTo>
                  <a:cubicBezTo>
                    <a:pt x="671409" y="158929"/>
                    <a:pt x="671409" y="155901"/>
                    <a:pt x="671274" y="155027"/>
                  </a:cubicBezTo>
                  <a:cubicBezTo>
                    <a:pt x="671140" y="154152"/>
                    <a:pt x="670837" y="151999"/>
                    <a:pt x="670837" y="151999"/>
                  </a:cubicBezTo>
                  <a:lnTo>
                    <a:pt x="670702" y="148097"/>
                  </a:lnTo>
                  <a:lnTo>
                    <a:pt x="671005" y="143758"/>
                  </a:lnTo>
                  <a:lnTo>
                    <a:pt x="676087" y="137534"/>
                  </a:lnTo>
                  <a:cubicBezTo>
                    <a:pt x="676087" y="137534"/>
                    <a:pt x="676087" y="137534"/>
                    <a:pt x="676524" y="137400"/>
                  </a:cubicBezTo>
                  <a:cubicBezTo>
                    <a:pt x="676962" y="137265"/>
                    <a:pt x="676962" y="134809"/>
                    <a:pt x="677669" y="134069"/>
                  </a:cubicBezTo>
                  <a:cubicBezTo>
                    <a:pt x="678409" y="133363"/>
                    <a:pt x="680260" y="131883"/>
                    <a:pt x="681741" y="131311"/>
                  </a:cubicBezTo>
                  <a:cubicBezTo>
                    <a:pt x="683188" y="130739"/>
                    <a:pt x="683053" y="130167"/>
                    <a:pt x="683053" y="130167"/>
                  </a:cubicBezTo>
                  <a:lnTo>
                    <a:pt x="688842" y="128283"/>
                  </a:lnTo>
                  <a:cubicBezTo>
                    <a:pt x="688842" y="128283"/>
                    <a:pt x="688539" y="126265"/>
                    <a:pt x="688707" y="125828"/>
                  </a:cubicBezTo>
                  <a:cubicBezTo>
                    <a:pt x="688842" y="125390"/>
                    <a:pt x="688842" y="123237"/>
                    <a:pt x="688842" y="123237"/>
                  </a:cubicBezTo>
                  <a:lnTo>
                    <a:pt x="689145" y="121353"/>
                  </a:lnTo>
                  <a:lnTo>
                    <a:pt x="691030" y="118326"/>
                  </a:lnTo>
                  <a:cubicBezTo>
                    <a:pt x="691030" y="118326"/>
                    <a:pt x="691030" y="118326"/>
                    <a:pt x="691332" y="117889"/>
                  </a:cubicBezTo>
                  <a:cubicBezTo>
                    <a:pt x="691635" y="117451"/>
                    <a:pt x="694530" y="116442"/>
                    <a:pt x="695236" y="116005"/>
                  </a:cubicBezTo>
                  <a:cubicBezTo>
                    <a:pt x="695943" y="115568"/>
                    <a:pt x="696852" y="114558"/>
                    <a:pt x="697693" y="113684"/>
                  </a:cubicBezTo>
                  <a:cubicBezTo>
                    <a:pt x="698568" y="112809"/>
                    <a:pt x="699578" y="111800"/>
                    <a:pt x="699578" y="111800"/>
                  </a:cubicBezTo>
                  <a:lnTo>
                    <a:pt x="701765" y="111228"/>
                  </a:lnTo>
                  <a:cubicBezTo>
                    <a:pt x="701765" y="111228"/>
                    <a:pt x="704222" y="109781"/>
                    <a:pt x="704660" y="109647"/>
                  </a:cubicBezTo>
                  <a:cubicBezTo>
                    <a:pt x="705097" y="109512"/>
                    <a:pt x="706241" y="107628"/>
                    <a:pt x="706241" y="107628"/>
                  </a:cubicBezTo>
                  <a:lnTo>
                    <a:pt x="706814" y="106047"/>
                  </a:lnTo>
                  <a:lnTo>
                    <a:pt x="707823" y="101405"/>
                  </a:lnTo>
                  <a:lnTo>
                    <a:pt x="708530" y="95888"/>
                  </a:lnTo>
                  <a:lnTo>
                    <a:pt x="705636" y="85157"/>
                  </a:lnTo>
                  <a:lnTo>
                    <a:pt x="706208" y="80818"/>
                  </a:lnTo>
                  <a:lnTo>
                    <a:pt x="706645" y="77050"/>
                  </a:lnTo>
                  <a:cubicBezTo>
                    <a:pt x="706645" y="77050"/>
                    <a:pt x="708665" y="74460"/>
                    <a:pt x="708833" y="74022"/>
                  </a:cubicBezTo>
                  <a:cubicBezTo>
                    <a:pt x="708967" y="73585"/>
                    <a:pt x="710583" y="71399"/>
                    <a:pt x="710583" y="71399"/>
                  </a:cubicBezTo>
                  <a:lnTo>
                    <a:pt x="712468" y="69380"/>
                  </a:lnTo>
                  <a:lnTo>
                    <a:pt x="714790" y="67799"/>
                  </a:lnTo>
                  <a:lnTo>
                    <a:pt x="716371" y="67059"/>
                  </a:lnTo>
                  <a:lnTo>
                    <a:pt x="717987" y="66353"/>
                  </a:lnTo>
                  <a:lnTo>
                    <a:pt x="719434" y="64166"/>
                  </a:lnTo>
                  <a:lnTo>
                    <a:pt x="721891" y="61542"/>
                  </a:lnTo>
                  <a:cubicBezTo>
                    <a:pt x="721891" y="61542"/>
                    <a:pt x="721891" y="58077"/>
                    <a:pt x="721891" y="57472"/>
                  </a:cubicBezTo>
                  <a:cubicBezTo>
                    <a:pt x="721891" y="56900"/>
                    <a:pt x="720511" y="55891"/>
                    <a:pt x="719939" y="55722"/>
                  </a:cubicBezTo>
                  <a:cubicBezTo>
                    <a:pt x="719367" y="55588"/>
                    <a:pt x="717549" y="54579"/>
                    <a:pt x="717549" y="54579"/>
                  </a:cubicBezTo>
                  <a:cubicBezTo>
                    <a:pt x="717549" y="54579"/>
                    <a:pt x="715833" y="54142"/>
                    <a:pt x="715227" y="54007"/>
                  </a:cubicBezTo>
                  <a:cubicBezTo>
                    <a:pt x="714655" y="53872"/>
                    <a:pt x="713040" y="54007"/>
                    <a:pt x="712468" y="54007"/>
                  </a:cubicBezTo>
                  <a:cubicBezTo>
                    <a:pt x="711895" y="54007"/>
                    <a:pt x="710145" y="53872"/>
                    <a:pt x="710145" y="53872"/>
                  </a:cubicBezTo>
                  <a:cubicBezTo>
                    <a:pt x="710145" y="53872"/>
                    <a:pt x="706814" y="54175"/>
                    <a:pt x="706241" y="54310"/>
                  </a:cubicBezTo>
                  <a:cubicBezTo>
                    <a:pt x="705669" y="54444"/>
                    <a:pt x="704222" y="54747"/>
                    <a:pt x="704222" y="54747"/>
                  </a:cubicBezTo>
                  <a:cubicBezTo>
                    <a:pt x="704222" y="54747"/>
                    <a:pt x="702472" y="55622"/>
                    <a:pt x="701025" y="55891"/>
                  </a:cubicBezTo>
                  <a:cubicBezTo>
                    <a:pt x="699578" y="56193"/>
                    <a:pt x="698703" y="55151"/>
                    <a:pt x="698265" y="55016"/>
                  </a:cubicBezTo>
                  <a:cubicBezTo>
                    <a:pt x="697828" y="54881"/>
                    <a:pt x="696953" y="52560"/>
                    <a:pt x="696381" y="52392"/>
                  </a:cubicBezTo>
                  <a:cubicBezTo>
                    <a:pt x="695808" y="52258"/>
                    <a:pt x="694933" y="50206"/>
                    <a:pt x="694933" y="50206"/>
                  </a:cubicBezTo>
                  <a:lnTo>
                    <a:pt x="693789" y="48456"/>
                  </a:lnTo>
                  <a:lnTo>
                    <a:pt x="693520" y="44823"/>
                  </a:lnTo>
                  <a:cubicBezTo>
                    <a:pt x="693520" y="44823"/>
                    <a:pt x="694664" y="41056"/>
                    <a:pt x="695102" y="40484"/>
                  </a:cubicBezTo>
                  <a:cubicBezTo>
                    <a:pt x="695539" y="39912"/>
                    <a:pt x="696549" y="38600"/>
                    <a:pt x="697121" y="37591"/>
                  </a:cubicBezTo>
                  <a:cubicBezTo>
                    <a:pt x="697693" y="36582"/>
                    <a:pt x="697559" y="36413"/>
                    <a:pt x="698131" y="35572"/>
                  </a:cubicBezTo>
                  <a:cubicBezTo>
                    <a:pt x="698703" y="34698"/>
                    <a:pt x="700285" y="33251"/>
                    <a:pt x="700285" y="32511"/>
                  </a:cubicBezTo>
                  <a:cubicBezTo>
                    <a:pt x="700285" y="31805"/>
                    <a:pt x="700285" y="31637"/>
                    <a:pt x="700015" y="31065"/>
                  </a:cubicBezTo>
                  <a:cubicBezTo>
                    <a:pt x="699712" y="30493"/>
                    <a:pt x="699712" y="28474"/>
                    <a:pt x="699578" y="28037"/>
                  </a:cubicBezTo>
                  <a:cubicBezTo>
                    <a:pt x="699443" y="27600"/>
                    <a:pt x="699140" y="26153"/>
                    <a:pt x="699275" y="25279"/>
                  </a:cubicBezTo>
                  <a:cubicBezTo>
                    <a:pt x="699410" y="24404"/>
                    <a:pt x="700150" y="22251"/>
                    <a:pt x="700150" y="22251"/>
                  </a:cubicBezTo>
                  <a:lnTo>
                    <a:pt x="701025" y="18046"/>
                  </a:lnTo>
                  <a:lnTo>
                    <a:pt x="701025" y="14144"/>
                  </a:lnTo>
                  <a:cubicBezTo>
                    <a:pt x="701025" y="14144"/>
                    <a:pt x="700217" y="12126"/>
                    <a:pt x="699510" y="11957"/>
                  </a:cubicBezTo>
                  <a:cubicBezTo>
                    <a:pt x="698770" y="11823"/>
                    <a:pt x="697996" y="9367"/>
                    <a:pt x="696852" y="8930"/>
                  </a:cubicBezTo>
                  <a:cubicBezTo>
                    <a:pt x="695707" y="8493"/>
                    <a:pt x="693789" y="6306"/>
                    <a:pt x="693789" y="6306"/>
                  </a:cubicBezTo>
                  <a:cubicBezTo>
                    <a:pt x="693789" y="6306"/>
                    <a:pt x="690592" y="7046"/>
                    <a:pt x="690020" y="7181"/>
                  </a:cubicBezTo>
                  <a:cubicBezTo>
                    <a:pt x="689448" y="7315"/>
                    <a:pt x="688573" y="8324"/>
                    <a:pt x="688270" y="8930"/>
                  </a:cubicBezTo>
                  <a:cubicBezTo>
                    <a:pt x="687967" y="9502"/>
                    <a:pt x="684669" y="9064"/>
                    <a:pt x="684669" y="9064"/>
                  </a:cubicBezTo>
                  <a:lnTo>
                    <a:pt x="678712" y="6609"/>
                  </a:lnTo>
                  <a:cubicBezTo>
                    <a:pt x="678712" y="6609"/>
                    <a:pt x="677399" y="4859"/>
                    <a:pt x="676524" y="4590"/>
                  </a:cubicBezTo>
                  <a:cubicBezTo>
                    <a:pt x="675649" y="4288"/>
                    <a:pt x="673495" y="2572"/>
                    <a:pt x="673495" y="2572"/>
                  </a:cubicBezTo>
                  <a:cubicBezTo>
                    <a:pt x="673495" y="2572"/>
                    <a:pt x="671611" y="688"/>
                    <a:pt x="670601" y="116"/>
                  </a:cubicBezTo>
                  <a:cubicBezTo>
                    <a:pt x="669592" y="-456"/>
                    <a:pt x="669289" y="1260"/>
                    <a:pt x="668582" y="1428"/>
                  </a:cubicBezTo>
                  <a:cubicBezTo>
                    <a:pt x="667875" y="1563"/>
                    <a:pt x="668582" y="1428"/>
                    <a:pt x="668010" y="2303"/>
                  </a:cubicBezTo>
                  <a:cubicBezTo>
                    <a:pt x="667438" y="3177"/>
                    <a:pt x="666697" y="3615"/>
                    <a:pt x="666697" y="4759"/>
                  </a:cubicBezTo>
                  <a:cubicBezTo>
                    <a:pt x="666697" y="5902"/>
                    <a:pt x="665822" y="6777"/>
                    <a:pt x="665519" y="8089"/>
                  </a:cubicBezTo>
                  <a:cubicBezTo>
                    <a:pt x="665216" y="9401"/>
                    <a:pt x="664947" y="9535"/>
                    <a:pt x="664813" y="10107"/>
                  </a:cubicBezTo>
                  <a:cubicBezTo>
                    <a:pt x="664678" y="10679"/>
                    <a:pt x="663500" y="11856"/>
                    <a:pt x="663063" y="12294"/>
                  </a:cubicBezTo>
                  <a:cubicBezTo>
                    <a:pt x="662625" y="12731"/>
                    <a:pt x="661043" y="14178"/>
                    <a:pt x="659865" y="14312"/>
                  </a:cubicBezTo>
                  <a:cubicBezTo>
                    <a:pt x="658721" y="14447"/>
                    <a:pt x="654514" y="14749"/>
                    <a:pt x="654077" y="14615"/>
                  </a:cubicBezTo>
                  <a:cubicBezTo>
                    <a:pt x="653639" y="14480"/>
                    <a:pt x="652461" y="13740"/>
                    <a:pt x="651889" y="13606"/>
                  </a:cubicBezTo>
                  <a:cubicBezTo>
                    <a:pt x="651317" y="13471"/>
                    <a:pt x="646538" y="8257"/>
                    <a:pt x="646538" y="8257"/>
                  </a:cubicBezTo>
                  <a:lnTo>
                    <a:pt x="644519" y="6811"/>
                  </a:lnTo>
                  <a:lnTo>
                    <a:pt x="641322" y="6811"/>
                  </a:lnTo>
                  <a:lnTo>
                    <a:pt x="637687" y="8627"/>
                  </a:lnTo>
                  <a:lnTo>
                    <a:pt x="629711" y="9569"/>
                  </a:lnTo>
                  <a:cubicBezTo>
                    <a:pt x="629711" y="9569"/>
                    <a:pt x="628971" y="12462"/>
                    <a:pt x="628836" y="14346"/>
                  </a:cubicBezTo>
                  <a:cubicBezTo>
                    <a:pt x="628701" y="16230"/>
                    <a:pt x="627523" y="16936"/>
                    <a:pt x="627389" y="17811"/>
                  </a:cubicBezTo>
                  <a:cubicBezTo>
                    <a:pt x="627254" y="18685"/>
                    <a:pt x="624494" y="20266"/>
                    <a:pt x="623922" y="20838"/>
                  </a:cubicBezTo>
                  <a:cubicBezTo>
                    <a:pt x="623350" y="21410"/>
                    <a:pt x="621600" y="22722"/>
                    <a:pt x="620288" y="22857"/>
                  </a:cubicBezTo>
                  <a:cubicBezTo>
                    <a:pt x="618975" y="22991"/>
                    <a:pt x="618840" y="24741"/>
                    <a:pt x="617965" y="25480"/>
                  </a:cubicBezTo>
                  <a:cubicBezTo>
                    <a:pt x="617090" y="26221"/>
                    <a:pt x="616821" y="26221"/>
                    <a:pt x="616081" y="26490"/>
                  </a:cubicBezTo>
                  <a:cubicBezTo>
                    <a:pt x="615374" y="26792"/>
                    <a:pt x="614499" y="27633"/>
                    <a:pt x="613893" y="27936"/>
                  </a:cubicBezTo>
                  <a:cubicBezTo>
                    <a:pt x="613321" y="28239"/>
                    <a:pt x="612749" y="29248"/>
                    <a:pt x="612143" y="29685"/>
                  </a:cubicBezTo>
                  <a:cubicBezTo>
                    <a:pt x="611571" y="30123"/>
                    <a:pt x="610831" y="31267"/>
                    <a:pt x="610561" y="32444"/>
                  </a:cubicBezTo>
                  <a:cubicBezTo>
                    <a:pt x="610259" y="33588"/>
                    <a:pt x="609686" y="35202"/>
                    <a:pt x="609686" y="35640"/>
                  </a:cubicBezTo>
                  <a:cubicBezTo>
                    <a:pt x="609686" y="36077"/>
                    <a:pt x="608239" y="37658"/>
                    <a:pt x="608239" y="38095"/>
                  </a:cubicBezTo>
                  <a:cubicBezTo>
                    <a:pt x="608239" y="38533"/>
                    <a:pt x="607667" y="41998"/>
                    <a:pt x="607364" y="43007"/>
                  </a:cubicBezTo>
                  <a:cubicBezTo>
                    <a:pt x="607061" y="44016"/>
                    <a:pt x="605648" y="45328"/>
                    <a:pt x="605648" y="45328"/>
                  </a:cubicBezTo>
                  <a:cubicBezTo>
                    <a:pt x="605648" y="45328"/>
                    <a:pt x="603629" y="45900"/>
                    <a:pt x="602451" y="45631"/>
                  </a:cubicBezTo>
                  <a:cubicBezTo>
                    <a:pt x="601306" y="45328"/>
                    <a:pt x="601004" y="43612"/>
                    <a:pt x="600566" y="43040"/>
                  </a:cubicBezTo>
                  <a:cubicBezTo>
                    <a:pt x="600129" y="42468"/>
                    <a:pt x="599556" y="41022"/>
                    <a:pt x="599388" y="40585"/>
                  </a:cubicBezTo>
                  <a:cubicBezTo>
                    <a:pt x="599220" y="40147"/>
                    <a:pt x="598076" y="38701"/>
                    <a:pt x="598076" y="38701"/>
                  </a:cubicBezTo>
                  <a:lnTo>
                    <a:pt x="594609" y="37254"/>
                  </a:lnTo>
                  <a:lnTo>
                    <a:pt x="592724" y="37389"/>
                  </a:lnTo>
                  <a:lnTo>
                    <a:pt x="591580" y="38970"/>
                  </a:lnTo>
                  <a:cubicBezTo>
                    <a:pt x="591580" y="38970"/>
                    <a:pt x="586667" y="41426"/>
                    <a:pt x="586061" y="41426"/>
                  </a:cubicBezTo>
                  <a:cubicBezTo>
                    <a:pt x="585489" y="41426"/>
                    <a:pt x="583873" y="38667"/>
                    <a:pt x="583604" y="38230"/>
                  </a:cubicBezTo>
                  <a:cubicBezTo>
                    <a:pt x="583301" y="37793"/>
                    <a:pt x="582729" y="33722"/>
                    <a:pt x="582729" y="33722"/>
                  </a:cubicBezTo>
                  <a:lnTo>
                    <a:pt x="582729" y="27062"/>
                  </a:lnTo>
                  <a:lnTo>
                    <a:pt x="574181" y="23866"/>
                  </a:lnTo>
                  <a:lnTo>
                    <a:pt x="571859" y="22857"/>
                  </a:lnTo>
                  <a:lnTo>
                    <a:pt x="567080" y="24606"/>
                  </a:lnTo>
                  <a:cubicBezTo>
                    <a:pt x="567080" y="24606"/>
                    <a:pt x="562301" y="28811"/>
                    <a:pt x="561863" y="29080"/>
                  </a:cubicBezTo>
                  <a:cubicBezTo>
                    <a:pt x="561426" y="29383"/>
                    <a:pt x="560685" y="29955"/>
                    <a:pt x="560281" y="31401"/>
                  </a:cubicBezTo>
                  <a:cubicBezTo>
                    <a:pt x="559844" y="32848"/>
                    <a:pt x="560113" y="36313"/>
                    <a:pt x="560281" y="37860"/>
                  </a:cubicBezTo>
                  <a:cubicBezTo>
                    <a:pt x="560416" y="39407"/>
                    <a:pt x="559272" y="40215"/>
                    <a:pt x="559272" y="40215"/>
                  </a:cubicBezTo>
                  <a:cubicBezTo>
                    <a:pt x="559272" y="40215"/>
                    <a:pt x="558128" y="41089"/>
                    <a:pt x="557690" y="41527"/>
                  </a:cubicBezTo>
                  <a:cubicBezTo>
                    <a:pt x="557253" y="41964"/>
                    <a:pt x="555671" y="43848"/>
                    <a:pt x="554055" y="45429"/>
                  </a:cubicBezTo>
                  <a:cubicBezTo>
                    <a:pt x="553752" y="45732"/>
                    <a:pt x="553618" y="45866"/>
                    <a:pt x="553483" y="46001"/>
                  </a:cubicBezTo>
                  <a:cubicBezTo>
                    <a:pt x="553248" y="46976"/>
                    <a:pt x="553517" y="50273"/>
                    <a:pt x="553887" y="50643"/>
                  </a:cubicBezTo>
                  <a:cubicBezTo>
                    <a:pt x="554325" y="51080"/>
                    <a:pt x="554156" y="51518"/>
                    <a:pt x="554156" y="51518"/>
                  </a:cubicBezTo>
                  <a:cubicBezTo>
                    <a:pt x="554156" y="51518"/>
                    <a:pt x="554291" y="52527"/>
                    <a:pt x="555334" y="53704"/>
                  </a:cubicBezTo>
                  <a:cubicBezTo>
                    <a:pt x="555704" y="54142"/>
                    <a:pt x="555906" y="54310"/>
                    <a:pt x="556007" y="54377"/>
                  </a:cubicBezTo>
                  <a:cubicBezTo>
                    <a:pt x="555806" y="54814"/>
                    <a:pt x="554964" y="56429"/>
                    <a:pt x="554459" y="57304"/>
                  </a:cubicBezTo>
                  <a:cubicBezTo>
                    <a:pt x="553887" y="58313"/>
                    <a:pt x="552877" y="57741"/>
                    <a:pt x="552272" y="58178"/>
                  </a:cubicBezTo>
                  <a:cubicBezTo>
                    <a:pt x="551700" y="58616"/>
                    <a:pt x="548940" y="58616"/>
                    <a:pt x="547190" y="58616"/>
                  </a:cubicBezTo>
                  <a:cubicBezTo>
                    <a:pt x="545440" y="58616"/>
                    <a:pt x="541401" y="57304"/>
                    <a:pt x="540829" y="57304"/>
                  </a:cubicBezTo>
                  <a:cubicBezTo>
                    <a:pt x="540257" y="57304"/>
                    <a:pt x="538069" y="53671"/>
                    <a:pt x="538069" y="53671"/>
                  </a:cubicBezTo>
                  <a:cubicBezTo>
                    <a:pt x="538069" y="53671"/>
                    <a:pt x="539517" y="51080"/>
                    <a:pt x="539954" y="50912"/>
                  </a:cubicBezTo>
                  <a:cubicBezTo>
                    <a:pt x="540392" y="50778"/>
                    <a:pt x="544868" y="47010"/>
                    <a:pt x="544868" y="47010"/>
                  </a:cubicBezTo>
                  <a:lnTo>
                    <a:pt x="543993" y="43680"/>
                  </a:lnTo>
                  <a:lnTo>
                    <a:pt x="538473" y="41493"/>
                  </a:lnTo>
                  <a:cubicBezTo>
                    <a:pt x="538473" y="41493"/>
                    <a:pt x="536454" y="39172"/>
                    <a:pt x="535848" y="39306"/>
                  </a:cubicBezTo>
                  <a:cubicBezTo>
                    <a:pt x="535276" y="39441"/>
                    <a:pt x="532819" y="41190"/>
                    <a:pt x="531507" y="41493"/>
                  </a:cubicBezTo>
                  <a:cubicBezTo>
                    <a:pt x="530194" y="41796"/>
                    <a:pt x="526997" y="41627"/>
                    <a:pt x="526997" y="41627"/>
                  </a:cubicBezTo>
                  <a:lnTo>
                    <a:pt x="524540" y="40753"/>
                  </a:lnTo>
                  <a:lnTo>
                    <a:pt x="523665" y="37995"/>
                  </a:lnTo>
                  <a:cubicBezTo>
                    <a:pt x="523665" y="37995"/>
                    <a:pt x="519761" y="37557"/>
                    <a:pt x="519189" y="37995"/>
                  </a:cubicBezTo>
                  <a:cubicBezTo>
                    <a:pt x="518617" y="38432"/>
                    <a:pt x="516598" y="37995"/>
                    <a:pt x="516598" y="37995"/>
                  </a:cubicBezTo>
                  <a:lnTo>
                    <a:pt x="514276" y="39138"/>
                  </a:lnTo>
                  <a:cubicBezTo>
                    <a:pt x="514276" y="39138"/>
                    <a:pt x="513973" y="45227"/>
                    <a:pt x="513973" y="46371"/>
                  </a:cubicBezTo>
                  <a:cubicBezTo>
                    <a:pt x="513973" y="47548"/>
                    <a:pt x="512357" y="48557"/>
                    <a:pt x="511785" y="49129"/>
                  </a:cubicBezTo>
                  <a:cubicBezTo>
                    <a:pt x="511213" y="49701"/>
                    <a:pt x="510170" y="50878"/>
                    <a:pt x="508891" y="52325"/>
                  </a:cubicBezTo>
                  <a:cubicBezTo>
                    <a:pt x="507578" y="53772"/>
                    <a:pt x="507006" y="55218"/>
                    <a:pt x="506737" y="55790"/>
                  </a:cubicBezTo>
                  <a:cubicBezTo>
                    <a:pt x="506434" y="56362"/>
                    <a:pt x="505727" y="58111"/>
                    <a:pt x="505593" y="58986"/>
                  </a:cubicBezTo>
                  <a:cubicBezTo>
                    <a:pt x="505458" y="59860"/>
                    <a:pt x="505155" y="60432"/>
                    <a:pt x="505021" y="60869"/>
                  </a:cubicBezTo>
                  <a:cubicBezTo>
                    <a:pt x="504886" y="61307"/>
                    <a:pt x="503136" y="62181"/>
                    <a:pt x="502698" y="62181"/>
                  </a:cubicBezTo>
                  <a:cubicBezTo>
                    <a:pt x="502261" y="62181"/>
                    <a:pt x="501386" y="63056"/>
                    <a:pt x="501386" y="64065"/>
                  </a:cubicBezTo>
                  <a:cubicBezTo>
                    <a:pt x="501386" y="65074"/>
                    <a:pt x="501689" y="64940"/>
                    <a:pt x="501689" y="64940"/>
                  </a:cubicBezTo>
                  <a:cubicBezTo>
                    <a:pt x="501689" y="64940"/>
                    <a:pt x="502698" y="66824"/>
                    <a:pt x="503439" y="66958"/>
                  </a:cubicBezTo>
                  <a:cubicBezTo>
                    <a:pt x="504146" y="67093"/>
                    <a:pt x="503574" y="67967"/>
                    <a:pt x="503574" y="67967"/>
                  </a:cubicBezTo>
                  <a:lnTo>
                    <a:pt x="503708" y="70154"/>
                  </a:lnTo>
                  <a:lnTo>
                    <a:pt x="502698" y="70591"/>
                  </a:lnTo>
                  <a:lnTo>
                    <a:pt x="501386" y="73350"/>
                  </a:lnTo>
                  <a:cubicBezTo>
                    <a:pt x="501386" y="73350"/>
                    <a:pt x="499198" y="73787"/>
                    <a:pt x="498357" y="73787"/>
                  </a:cubicBezTo>
                  <a:cubicBezTo>
                    <a:pt x="497482" y="73787"/>
                    <a:pt x="495900" y="73484"/>
                    <a:pt x="494722" y="73215"/>
                  </a:cubicBezTo>
                  <a:cubicBezTo>
                    <a:pt x="493578" y="72912"/>
                    <a:pt x="492266" y="72778"/>
                    <a:pt x="491088" y="72778"/>
                  </a:cubicBezTo>
                  <a:cubicBezTo>
                    <a:pt x="489943" y="72778"/>
                    <a:pt x="489371" y="72206"/>
                    <a:pt x="488765" y="72038"/>
                  </a:cubicBezTo>
                  <a:cubicBezTo>
                    <a:pt x="488193" y="71903"/>
                    <a:pt x="486881" y="71028"/>
                    <a:pt x="486881" y="71028"/>
                  </a:cubicBezTo>
                  <a:lnTo>
                    <a:pt x="484996" y="69145"/>
                  </a:lnTo>
                  <a:lnTo>
                    <a:pt x="482809" y="66386"/>
                  </a:lnTo>
                  <a:lnTo>
                    <a:pt x="482102" y="64940"/>
                  </a:lnTo>
                  <a:lnTo>
                    <a:pt x="480924" y="64065"/>
                  </a:lnTo>
                  <a:cubicBezTo>
                    <a:pt x="480924" y="64065"/>
                    <a:pt x="479174" y="64065"/>
                    <a:pt x="478770" y="64065"/>
                  </a:cubicBezTo>
                  <a:cubicBezTo>
                    <a:pt x="478333" y="64065"/>
                    <a:pt x="477323" y="64368"/>
                    <a:pt x="476717" y="64637"/>
                  </a:cubicBezTo>
                  <a:cubicBezTo>
                    <a:pt x="476145" y="64940"/>
                    <a:pt x="476010" y="65209"/>
                    <a:pt x="475135" y="65512"/>
                  </a:cubicBezTo>
                  <a:cubicBezTo>
                    <a:pt x="474260" y="65814"/>
                    <a:pt x="473251" y="66655"/>
                    <a:pt x="472376" y="67261"/>
                  </a:cubicBezTo>
                  <a:cubicBezTo>
                    <a:pt x="471501" y="67833"/>
                    <a:pt x="470929" y="68136"/>
                    <a:pt x="470929" y="68136"/>
                  </a:cubicBezTo>
                  <a:cubicBezTo>
                    <a:pt x="470929" y="68136"/>
                    <a:pt x="467159" y="70154"/>
                    <a:pt x="466587" y="70457"/>
                  </a:cubicBezTo>
                  <a:cubicBezTo>
                    <a:pt x="466015" y="70760"/>
                    <a:pt x="465005" y="71601"/>
                    <a:pt x="464433" y="71769"/>
                  </a:cubicBezTo>
                  <a:cubicBezTo>
                    <a:pt x="463861" y="71903"/>
                    <a:pt x="463121" y="72340"/>
                    <a:pt x="462851" y="72778"/>
                  </a:cubicBezTo>
                  <a:cubicBezTo>
                    <a:pt x="462549" y="73215"/>
                    <a:pt x="461842" y="73652"/>
                    <a:pt x="461404" y="74090"/>
                  </a:cubicBezTo>
                  <a:cubicBezTo>
                    <a:pt x="460967" y="74527"/>
                    <a:pt x="460395" y="75233"/>
                    <a:pt x="459957" y="75402"/>
                  </a:cubicBezTo>
                  <a:cubicBezTo>
                    <a:pt x="459520" y="75536"/>
                    <a:pt x="459217" y="77151"/>
                    <a:pt x="459217" y="77151"/>
                  </a:cubicBezTo>
                  <a:lnTo>
                    <a:pt x="459217" y="78463"/>
                  </a:lnTo>
                  <a:lnTo>
                    <a:pt x="461034" y="79035"/>
                  </a:lnTo>
                  <a:lnTo>
                    <a:pt x="462986" y="78732"/>
                  </a:lnTo>
                  <a:cubicBezTo>
                    <a:pt x="462986" y="78732"/>
                    <a:pt x="465746" y="77857"/>
                    <a:pt x="466621" y="77857"/>
                  </a:cubicBezTo>
                  <a:cubicBezTo>
                    <a:pt x="467496" y="77857"/>
                    <a:pt x="470255" y="78564"/>
                    <a:pt x="470828" y="78867"/>
                  </a:cubicBezTo>
                  <a:cubicBezTo>
                    <a:pt x="471400" y="79169"/>
                    <a:pt x="471703" y="81457"/>
                    <a:pt x="471703" y="81457"/>
                  </a:cubicBezTo>
                  <a:lnTo>
                    <a:pt x="471837" y="84484"/>
                  </a:lnTo>
                  <a:cubicBezTo>
                    <a:pt x="471837" y="84484"/>
                    <a:pt x="471097" y="87243"/>
                    <a:pt x="470659" y="88689"/>
                  </a:cubicBezTo>
                  <a:cubicBezTo>
                    <a:pt x="470222" y="90136"/>
                    <a:pt x="469347" y="91448"/>
                    <a:pt x="468909" y="91717"/>
                  </a:cubicBezTo>
                  <a:cubicBezTo>
                    <a:pt x="468472" y="92020"/>
                    <a:pt x="467765" y="92289"/>
                    <a:pt x="467765" y="92289"/>
                  </a:cubicBezTo>
                  <a:cubicBezTo>
                    <a:pt x="467765" y="92289"/>
                    <a:pt x="464568" y="95485"/>
                    <a:pt x="463861" y="96494"/>
                  </a:cubicBezTo>
                  <a:cubicBezTo>
                    <a:pt x="463121" y="97503"/>
                    <a:pt x="459351" y="96628"/>
                    <a:pt x="458510" y="96931"/>
                  </a:cubicBezTo>
                  <a:cubicBezTo>
                    <a:pt x="457635" y="97234"/>
                    <a:pt x="454034" y="96797"/>
                    <a:pt x="454034" y="96797"/>
                  </a:cubicBezTo>
                  <a:cubicBezTo>
                    <a:pt x="454034" y="96797"/>
                    <a:pt x="449524" y="93163"/>
                    <a:pt x="449390" y="92322"/>
                  </a:cubicBezTo>
                  <a:cubicBezTo>
                    <a:pt x="449255" y="91448"/>
                    <a:pt x="449524" y="88252"/>
                    <a:pt x="449524" y="88252"/>
                  </a:cubicBezTo>
                  <a:lnTo>
                    <a:pt x="448212" y="85796"/>
                  </a:lnTo>
                  <a:lnTo>
                    <a:pt x="445317" y="84484"/>
                  </a:lnTo>
                  <a:lnTo>
                    <a:pt x="443433" y="85359"/>
                  </a:lnTo>
                  <a:cubicBezTo>
                    <a:pt x="443433" y="85359"/>
                    <a:pt x="442726" y="85796"/>
                    <a:pt x="442120" y="86099"/>
                  </a:cubicBezTo>
                  <a:cubicBezTo>
                    <a:pt x="441548" y="86402"/>
                    <a:pt x="436904" y="91448"/>
                    <a:pt x="436769" y="92020"/>
                  </a:cubicBezTo>
                  <a:cubicBezTo>
                    <a:pt x="436635" y="92592"/>
                    <a:pt x="436635" y="95922"/>
                    <a:pt x="436635" y="95922"/>
                  </a:cubicBezTo>
                  <a:lnTo>
                    <a:pt x="433875" y="98243"/>
                  </a:lnTo>
                  <a:cubicBezTo>
                    <a:pt x="433875" y="98243"/>
                    <a:pt x="432125" y="99690"/>
                    <a:pt x="431687" y="100261"/>
                  </a:cubicBezTo>
                  <a:cubicBezTo>
                    <a:pt x="431250" y="100833"/>
                    <a:pt x="430375" y="101842"/>
                    <a:pt x="429937" y="102448"/>
                  </a:cubicBezTo>
                  <a:cubicBezTo>
                    <a:pt x="429500" y="103020"/>
                    <a:pt x="429634" y="106653"/>
                    <a:pt x="429634" y="106653"/>
                  </a:cubicBezTo>
                  <a:lnTo>
                    <a:pt x="429634" y="109714"/>
                  </a:lnTo>
                  <a:lnTo>
                    <a:pt x="429769" y="112035"/>
                  </a:lnTo>
                  <a:lnTo>
                    <a:pt x="429197" y="115803"/>
                  </a:lnTo>
                  <a:lnTo>
                    <a:pt x="428322" y="118427"/>
                  </a:lnTo>
                  <a:lnTo>
                    <a:pt x="425562" y="118999"/>
                  </a:lnTo>
                  <a:lnTo>
                    <a:pt x="424250" y="118427"/>
                  </a:lnTo>
                  <a:lnTo>
                    <a:pt x="421793" y="114659"/>
                  </a:lnTo>
                  <a:lnTo>
                    <a:pt x="420783" y="111463"/>
                  </a:lnTo>
                  <a:cubicBezTo>
                    <a:pt x="420783" y="111463"/>
                    <a:pt x="417889" y="109714"/>
                    <a:pt x="417149" y="109580"/>
                  </a:cubicBezTo>
                  <a:cubicBezTo>
                    <a:pt x="416442" y="109445"/>
                    <a:pt x="414389" y="106821"/>
                    <a:pt x="414389" y="106821"/>
                  </a:cubicBezTo>
                  <a:lnTo>
                    <a:pt x="408735" y="102919"/>
                  </a:lnTo>
                  <a:lnTo>
                    <a:pt x="403216" y="99017"/>
                  </a:lnTo>
                  <a:lnTo>
                    <a:pt x="398302" y="96258"/>
                  </a:lnTo>
                  <a:lnTo>
                    <a:pt x="390898" y="99454"/>
                  </a:lnTo>
                  <a:lnTo>
                    <a:pt x="385681" y="103962"/>
                  </a:lnTo>
                  <a:lnTo>
                    <a:pt x="382484" y="108739"/>
                  </a:lnTo>
                  <a:lnTo>
                    <a:pt x="381172" y="110925"/>
                  </a:lnTo>
                  <a:cubicBezTo>
                    <a:pt x="381172" y="110925"/>
                    <a:pt x="379994" y="115130"/>
                    <a:pt x="379994" y="116005"/>
                  </a:cubicBezTo>
                  <a:cubicBezTo>
                    <a:pt x="379994" y="116879"/>
                    <a:pt x="380129" y="119772"/>
                    <a:pt x="380129" y="119772"/>
                  </a:cubicBezTo>
                  <a:cubicBezTo>
                    <a:pt x="380129" y="119772"/>
                    <a:pt x="381138" y="123237"/>
                    <a:pt x="381138" y="124280"/>
                  </a:cubicBezTo>
                  <a:cubicBezTo>
                    <a:pt x="381138" y="125289"/>
                    <a:pt x="380701" y="127308"/>
                    <a:pt x="380263" y="127913"/>
                  </a:cubicBezTo>
                  <a:cubicBezTo>
                    <a:pt x="379826" y="128485"/>
                    <a:pt x="378076" y="130672"/>
                    <a:pt x="376359" y="131378"/>
                  </a:cubicBezTo>
                  <a:cubicBezTo>
                    <a:pt x="374609" y="132085"/>
                    <a:pt x="373465" y="134406"/>
                    <a:pt x="373027" y="134574"/>
                  </a:cubicBezTo>
                  <a:cubicBezTo>
                    <a:pt x="372590" y="134708"/>
                    <a:pt x="370571" y="136155"/>
                    <a:pt x="367373" y="136458"/>
                  </a:cubicBezTo>
                  <a:cubicBezTo>
                    <a:pt x="364176" y="136760"/>
                    <a:pt x="364176" y="137030"/>
                    <a:pt x="361585" y="137198"/>
                  </a:cubicBezTo>
                  <a:cubicBezTo>
                    <a:pt x="358960" y="137332"/>
                    <a:pt x="356368" y="138207"/>
                    <a:pt x="354921" y="138510"/>
                  </a:cubicBezTo>
                  <a:cubicBezTo>
                    <a:pt x="353474" y="138812"/>
                    <a:pt x="351892" y="139216"/>
                    <a:pt x="351455" y="139216"/>
                  </a:cubicBezTo>
                  <a:cubicBezTo>
                    <a:pt x="351017" y="139216"/>
                    <a:pt x="348695" y="138779"/>
                    <a:pt x="348258" y="138644"/>
                  </a:cubicBezTo>
                  <a:cubicBezTo>
                    <a:pt x="347820" y="138510"/>
                    <a:pt x="344488" y="137500"/>
                    <a:pt x="343613" y="137063"/>
                  </a:cubicBezTo>
                  <a:cubicBezTo>
                    <a:pt x="342738" y="136626"/>
                    <a:pt x="341022" y="136189"/>
                    <a:pt x="340281" y="135751"/>
                  </a:cubicBezTo>
                  <a:cubicBezTo>
                    <a:pt x="339575" y="135314"/>
                    <a:pt x="337690" y="131849"/>
                    <a:pt x="337690" y="131849"/>
                  </a:cubicBezTo>
                  <a:lnTo>
                    <a:pt x="336108" y="128216"/>
                  </a:lnTo>
                  <a:cubicBezTo>
                    <a:pt x="336108" y="128216"/>
                    <a:pt x="335536" y="124886"/>
                    <a:pt x="335233" y="124314"/>
                  </a:cubicBezTo>
                  <a:cubicBezTo>
                    <a:pt x="334930" y="123742"/>
                    <a:pt x="329579" y="121993"/>
                    <a:pt x="329579" y="121993"/>
                  </a:cubicBezTo>
                  <a:lnTo>
                    <a:pt x="328132" y="122867"/>
                  </a:lnTo>
                  <a:cubicBezTo>
                    <a:pt x="328132" y="122867"/>
                    <a:pt x="326550" y="125054"/>
                    <a:pt x="325541" y="125626"/>
                  </a:cubicBezTo>
                  <a:cubicBezTo>
                    <a:pt x="324531" y="126198"/>
                    <a:pt x="323353" y="127072"/>
                    <a:pt x="321637" y="127644"/>
                  </a:cubicBezTo>
                  <a:cubicBezTo>
                    <a:pt x="319887" y="128216"/>
                    <a:pt x="318743" y="128081"/>
                    <a:pt x="318743" y="128081"/>
                  </a:cubicBezTo>
                  <a:cubicBezTo>
                    <a:pt x="318743" y="128081"/>
                    <a:pt x="315714" y="128519"/>
                    <a:pt x="315108" y="128519"/>
                  </a:cubicBezTo>
                  <a:cubicBezTo>
                    <a:pt x="314536" y="128519"/>
                    <a:pt x="311473" y="127644"/>
                    <a:pt x="311473" y="127644"/>
                  </a:cubicBezTo>
                  <a:lnTo>
                    <a:pt x="308579" y="122733"/>
                  </a:lnTo>
                  <a:lnTo>
                    <a:pt x="308713" y="116779"/>
                  </a:lnTo>
                  <a:cubicBezTo>
                    <a:pt x="308713" y="116779"/>
                    <a:pt x="302319" y="111262"/>
                    <a:pt x="301747" y="111127"/>
                  </a:cubicBezTo>
                  <a:cubicBezTo>
                    <a:pt x="301175" y="110992"/>
                    <a:pt x="300872" y="105778"/>
                    <a:pt x="300569" y="105038"/>
                  </a:cubicBezTo>
                  <a:cubicBezTo>
                    <a:pt x="300266" y="104332"/>
                    <a:pt x="298819" y="100396"/>
                    <a:pt x="298112" y="99118"/>
                  </a:cubicBezTo>
                  <a:cubicBezTo>
                    <a:pt x="297406" y="97806"/>
                    <a:pt x="293906" y="94206"/>
                    <a:pt x="293199" y="93769"/>
                  </a:cubicBezTo>
                  <a:cubicBezTo>
                    <a:pt x="292458" y="93332"/>
                    <a:pt x="289732" y="90001"/>
                    <a:pt x="289732" y="90001"/>
                  </a:cubicBezTo>
                  <a:cubicBezTo>
                    <a:pt x="289732" y="90001"/>
                    <a:pt x="287713" y="89127"/>
                    <a:pt x="287107" y="89261"/>
                  </a:cubicBezTo>
                  <a:cubicBezTo>
                    <a:pt x="286535" y="89396"/>
                    <a:pt x="281016" y="89127"/>
                    <a:pt x="280578" y="89261"/>
                  </a:cubicBezTo>
                  <a:cubicBezTo>
                    <a:pt x="280141" y="89396"/>
                    <a:pt x="273612" y="92020"/>
                    <a:pt x="273612" y="92020"/>
                  </a:cubicBezTo>
                  <a:lnTo>
                    <a:pt x="268698" y="95350"/>
                  </a:lnTo>
                  <a:lnTo>
                    <a:pt x="266073" y="98680"/>
                  </a:lnTo>
                  <a:cubicBezTo>
                    <a:pt x="266073" y="98680"/>
                    <a:pt x="262607" y="101708"/>
                    <a:pt x="261563" y="102145"/>
                  </a:cubicBezTo>
                  <a:cubicBezTo>
                    <a:pt x="260554" y="102582"/>
                    <a:pt x="260823" y="104601"/>
                    <a:pt x="260823" y="106485"/>
                  </a:cubicBezTo>
                  <a:cubicBezTo>
                    <a:pt x="260823" y="108369"/>
                    <a:pt x="261563" y="109075"/>
                    <a:pt x="262573" y="110824"/>
                  </a:cubicBezTo>
                  <a:cubicBezTo>
                    <a:pt x="263583" y="112574"/>
                    <a:pt x="263011" y="111531"/>
                    <a:pt x="263885" y="113583"/>
                  </a:cubicBezTo>
                  <a:cubicBezTo>
                    <a:pt x="264761" y="115601"/>
                    <a:pt x="264020" y="116610"/>
                    <a:pt x="264020" y="118057"/>
                  </a:cubicBezTo>
                  <a:cubicBezTo>
                    <a:pt x="264020" y="119503"/>
                    <a:pt x="263717" y="121522"/>
                    <a:pt x="263583" y="122396"/>
                  </a:cubicBezTo>
                  <a:cubicBezTo>
                    <a:pt x="263448" y="123271"/>
                    <a:pt x="262270" y="124583"/>
                    <a:pt x="261261" y="125424"/>
                  </a:cubicBezTo>
                  <a:cubicBezTo>
                    <a:pt x="260251" y="126299"/>
                    <a:pt x="257491" y="129192"/>
                    <a:pt x="256044" y="130504"/>
                  </a:cubicBezTo>
                  <a:cubicBezTo>
                    <a:pt x="254597" y="131815"/>
                    <a:pt x="254597" y="131244"/>
                    <a:pt x="254597" y="131244"/>
                  </a:cubicBezTo>
                  <a:lnTo>
                    <a:pt x="252140" y="133262"/>
                  </a:lnTo>
                  <a:cubicBezTo>
                    <a:pt x="252140" y="133262"/>
                    <a:pt x="244164" y="133834"/>
                    <a:pt x="243592" y="134002"/>
                  </a:cubicBezTo>
                  <a:cubicBezTo>
                    <a:pt x="243020" y="134136"/>
                    <a:pt x="235919" y="135011"/>
                    <a:pt x="235481" y="135146"/>
                  </a:cubicBezTo>
                  <a:cubicBezTo>
                    <a:pt x="235044" y="135280"/>
                    <a:pt x="231274" y="135146"/>
                    <a:pt x="231274" y="135146"/>
                  </a:cubicBezTo>
                  <a:cubicBezTo>
                    <a:pt x="231274" y="135146"/>
                    <a:pt x="230130" y="136289"/>
                    <a:pt x="228952" y="136895"/>
                  </a:cubicBezTo>
                  <a:cubicBezTo>
                    <a:pt x="227808" y="137467"/>
                    <a:pt x="224476" y="139923"/>
                    <a:pt x="223298" y="140663"/>
                  </a:cubicBezTo>
                  <a:cubicBezTo>
                    <a:pt x="222154" y="141403"/>
                    <a:pt x="221413" y="142244"/>
                    <a:pt x="219966" y="142546"/>
                  </a:cubicBezTo>
                  <a:cubicBezTo>
                    <a:pt x="218519" y="142849"/>
                    <a:pt x="217375" y="143556"/>
                    <a:pt x="217375" y="143556"/>
                  </a:cubicBezTo>
                  <a:cubicBezTo>
                    <a:pt x="217375" y="143556"/>
                    <a:pt x="213606" y="144699"/>
                    <a:pt x="212731" y="145305"/>
                  </a:cubicBezTo>
                  <a:cubicBezTo>
                    <a:pt x="211856" y="145877"/>
                    <a:pt x="207649" y="147929"/>
                    <a:pt x="206639" y="148770"/>
                  </a:cubicBezTo>
                  <a:cubicBezTo>
                    <a:pt x="205629" y="149644"/>
                    <a:pt x="204317" y="150216"/>
                    <a:pt x="204317" y="150216"/>
                  </a:cubicBezTo>
                  <a:lnTo>
                    <a:pt x="201995" y="152672"/>
                  </a:lnTo>
                  <a:lnTo>
                    <a:pt x="198528" y="155128"/>
                  </a:lnTo>
                  <a:cubicBezTo>
                    <a:pt x="198528" y="155128"/>
                    <a:pt x="187961" y="155430"/>
                    <a:pt x="187086" y="155430"/>
                  </a:cubicBezTo>
                  <a:cubicBezTo>
                    <a:pt x="186211" y="155430"/>
                    <a:pt x="182879" y="155733"/>
                    <a:pt x="182307" y="156002"/>
                  </a:cubicBezTo>
                  <a:cubicBezTo>
                    <a:pt x="181735" y="156305"/>
                    <a:pt x="181163" y="156440"/>
                    <a:pt x="179985" y="157449"/>
                  </a:cubicBezTo>
                  <a:cubicBezTo>
                    <a:pt x="178841" y="158458"/>
                    <a:pt x="178403" y="160073"/>
                    <a:pt x="178538" y="161217"/>
                  </a:cubicBezTo>
                  <a:cubicBezTo>
                    <a:pt x="178672" y="162360"/>
                    <a:pt x="178538" y="161217"/>
                    <a:pt x="179985" y="162663"/>
                  </a:cubicBezTo>
                  <a:cubicBezTo>
                    <a:pt x="181432" y="164109"/>
                    <a:pt x="182744" y="164984"/>
                    <a:pt x="183889" y="166868"/>
                  </a:cubicBezTo>
                  <a:cubicBezTo>
                    <a:pt x="185033" y="168752"/>
                    <a:pt x="185201" y="171779"/>
                    <a:pt x="185201" y="172385"/>
                  </a:cubicBezTo>
                  <a:cubicBezTo>
                    <a:pt x="185201" y="172957"/>
                    <a:pt x="181163" y="174841"/>
                    <a:pt x="181163" y="174841"/>
                  </a:cubicBezTo>
                  <a:lnTo>
                    <a:pt x="177662" y="182241"/>
                  </a:lnTo>
                  <a:lnTo>
                    <a:pt x="175340" y="185000"/>
                  </a:lnTo>
                  <a:cubicBezTo>
                    <a:pt x="175340" y="185000"/>
                    <a:pt x="170561" y="191963"/>
                    <a:pt x="170124" y="192535"/>
                  </a:cubicBezTo>
                  <a:cubicBezTo>
                    <a:pt x="169686" y="193107"/>
                    <a:pt x="166085" y="193982"/>
                    <a:pt x="164907" y="193982"/>
                  </a:cubicBezTo>
                  <a:cubicBezTo>
                    <a:pt x="163730" y="193982"/>
                    <a:pt x="161273" y="193409"/>
                    <a:pt x="160398" y="193107"/>
                  </a:cubicBezTo>
                  <a:cubicBezTo>
                    <a:pt x="159523" y="192804"/>
                    <a:pt x="157369" y="191963"/>
                    <a:pt x="156628" y="191223"/>
                  </a:cubicBezTo>
                  <a:cubicBezTo>
                    <a:pt x="155922" y="190483"/>
                    <a:pt x="155181" y="187758"/>
                    <a:pt x="155181" y="187758"/>
                  </a:cubicBezTo>
                  <a:cubicBezTo>
                    <a:pt x="155181" y="187758"/>
                    <a:pt x="153600" y="183419"/>
                    <a:pt x="152994" y="183116"/>
                  </a:cubicBezTo>
                  <a:cubicBezTo>
                    <a:pt x="152422" y="182813"/>
                    <a:pt x="150974" y="182981"/>
                    <a:pt x="150974" y="182981"/>
                  </a:cubicBezTo>
                  <a:cubicBezTo>
                    <a:pt x="150974" y="182981"/>
                    <a:pt x="148652" y="183419"/>
                    <a:pt x="148080" y="183553"/>
                  </a:cubicBezTo>
                  <a:cubicBezTo>
                    <a:pt x="147508" y="183688"/>
                    <a:pt x="143739" y="184428"/>
                    <a:pt x="143301" y="184428"/>
                  </a:cubicBezTo>
                  <a:cubicBezTo>
                    <a:pt x="142864" y="184428"/>
                    <a:pt x="138960" y="184125"/>
                    <a:pt x="138219" y="184125"/>
                  </a:cubicBezTo>
                  <a:cubicBezTo>
                    <a:pt x="137513" y="184125"/>
                    <a:pt x="137075" y="182678"/>
                    <a:pt x="137075" y="182678"/>
                  </a:cubicBezTo>
                  <a:cubicBezTo>
                    <a:pt x="137075" y="182678"/>
                    <a:pt x="135763" y="180492"/>
                    <a:pt x="135190" y="180088"/>
                  </a:cubicBezTo>
                  <a:cubicBezTo>
                    <a:pt x="134618" y="179651"/>
                    <a:pt x="133878" y="179214"/>
                    <a:pt x="133878" y="179214"/>
                  </a:cubicBezTo>
                  <a:cubicBezTo>
                    <a:pt x="133878" y="179214"/>
                    <a:pt x="128661" y="175883"/>
                    <a:pt x="127786" y="175143"/>
                  </a:cubicBezTo>
                  <a:cubicBezTo>
                    <a:pt x="126912" y="174403"/>
                    <a:pt x="125902" y="174269"/>
                    <a:pt x="125902" y="174269"/>
                  </a:cubicBezTo>
                  <a:cubicBezTo>
                    <a:pt x="125902" y="174269"/>
                    <a:pt x="123142" y="174000"/>
                    <a:pt x="121695" y="174000"/>
                  </a:cubicBezTo>
                  <a:cubicBezTo>
                    <a:pt x="120248" y="174000"/>
                    <a:pt x="117051" y="173562"/>
                    <a:pt x="115906" y="172990"/>
                  </a:cubicBezTo>
                  <a:cubicBezTo>
                    <a:pt x="114762" y="172418"/>
                    <a:pt x="112877" y="171106"/>
                    <a:pt x="111868" y="170232"/>
                  </a:cubicBezTo>
                  <a:cubicBezTo>
                    <a:pt x="110858" y="169357"/>
                    <a:pt x="109849" y="167911"/>
                    <a:pt x="109849" y="167911"/>
                  </a:cubicBezTo>
                  <a:cubicBezTo>
                    <a:pt x="109849" y="167911"/>
                    <a:pt x="107392" y="164849"/>
                    <a:pt x="106820" y="164278"/>
                  </a:cubicBezTo>
                  <a:cubicBezTo>
                    <a:pt x="106248" y="163706"/>
                    <a:pt x="105507" y="162091"/>
                    <a:pt x="105238" y="161519"/>
                  </a:cubicBezTo>
                  <a:cubicBezTo>
                    <a:pt x="104935" y="160947"/>
                    <a:pt x="104800" y="157886"/>
                    <a:pt x="104800" y="157886"/>
                  </a:cubicBezTo>
                  <a:lnTo>
                    <a:pt x="105507" y="156742"/>
                  </a:lnTo>
                  <a:lnTo>
                    <a:pt x="106820" y="154118"/>
                  </a:lnTo>
                  <a:lnTo>
                    <a:pt x="105238" y="152672"/>
                  </a:lnTo>
                  <a:cubicBezTo>
                    <a:pt x="105238" y="152672"/>
                    <a:pt x="101771" y="152672"/>
                    <a:pt x="100762" y="152975"/>
                  </a:cubicBezTo>
                  <a:cubicBezTo>
                    <a:pt x="99752" y="153277"/>
                    <a:pt x="99012" y="153681"/>
                    <a:pt x="98574" y="154118"/>
                  </a:cubicBezTo>
                  <a:cubicBezTo>
                    <a:pt x="98137" y="154556"/>
                    <a:pt x="95108" y="155700"/>
                    <a:pt x="93795" y="155868"/>
                  </a:cubicBezTo>
                  <a:cubicBezTo>
                    <a:pt x="92483" y="156002"/>
                    <a:pt x="89454" y="156002"/>
                    <a:pt x="88579" y="156002"/>
                  </a:cubicBezTo>
                  <a:cubicBezTo>
                    <a:pt x="87704" y="156002"/>
                    <a:pt x="84810" y="154993"/>
                    <a:pt x="84810" y="154993"/>
                  </a:cubicBezTo>
                  <a:lnTo>
                    <a:pt x="84675" y="152235"/>
                  </a:lnTo>
                  <a:lnTo>
                    <a:pt x="84810" y="149207"/>
                  </a:lnTo>
                  <a:lnTo>
                    <a:pt x="84237" y="145742"/>
                  </a:lnTo>
                  <a:lnTo>
                    <a:pt x="81781" y="143152"/>
                  </a:lnTo>
                  <a:lnTo>
                    <a:pt x="78583" y="141403"/>
                  </a:lnTo>
                  <a:cubicBezTo>
                    <a:pt x="78583" y="141403"/>
                    <a:pt x="77574" y="142143"/>
                    <a:pt x="77439" y="142546"/>
                  </a:cubicBezTo>
                  <a:cubicBezTo>
                    <a:pt x="77304" y="142984"/>
                    <a:pt x="73232" y="146180"/>
                    <a:pt x="72795" y="146449"/>
                  </a:cubicBezTo>
                  <a:cubicBezTo>
                    <a:pt x="72357" y="146751"/>
                    <a:pt x="70775" y="148030"/>
                    <a:pt x="69901" y="148333"/>
                  </a:cubicBezTo>
                  <a:cubicBezTo>
                    <a:pt x="69026" y="148635"/>
                    <a:pt x="67309" y="150351"/>
                    <a:pt x="67309" y="150351"/>
                  </a:cubicBezTo>
                  <a:cubicBezTo>
                    <a:pt x="67309" y="150351"/>
                    <a:pt x="62396" y="151932"/>
                    <a:pt x="61083" y="152369"/>
                  </a:cubicBezTo>
                  <a:cubicBezTo>
                    <a:pt x="59771" y="152807"/>
                    <a:pt x="59064" y="153378"/>
                    <a:pt x="59064" y="153378"/>
                  </a:cubicBezTo>
                  <a:lnTo>
                    <a:pt x="60208" y="155700"/>
                  </a:lnTo>
                  <a:lnTo>
                    <a:pt x="62362" y="157449"/>
                  </a:lnTo>
                  <a:lnTo>
                    <a:pt x="62665" y="158155"/>
                  </a:lnTo>
                  <a:lnTo>
                    <a:pt x="59905" y="161923"/>
                  </a:lnTo>
                  <a:lnTo>
                    <a:pt x="51794" y="169895"/>
                  </a:lnTo>
                  <a:lnTo>
                    <a:pt x="50482" y="171577"/>
                  </a:lnTo>
                  <a:cubicBezTo>
                    <a:pt x="50482" y="171577"/>
                    <a:pt x="48092" y="173529"/>
                    <a:pt x="47722" y="173831"/>
                  </a:cubicBezTo>
                  <a:cubicBezTo>
                    <a:pt x="47352" y="174134"/>
                    <a:pt x="46477" y="175211"/>
                    <a:pt x="46477" y="175211"/>
                  </a:cubicBezTo>
                  <a:cubicBezTo>
                    <a:pt x="46477" y="175211"/>
                    <a:pt x="45333" y="177027"/>
                    <a:pt x="45232" y="177229"/>
                  </a:cubicBezTo>
                  <a:cubicBezTo>
                    <a:pt x="45164" y="177431"/>
                    <a:pt x="44491" y="179046"/>
                    <a:pt x="44491" y="179415"/>
                  </a:cubicBezTo>
                  <a:cubicBezTo>
                    <a:pt x="44491" y="179785"/>
                    <a:pt x="43785" y="183049"/>
                    <a:pt x="43785" y="183049"/>
                  </a:cubicBezTo>
                  <a:lnTo>
                    <a:pt x="42640" y="184125"/>
                  </a:lnTo>
                  <a:cubicBezTo>
                    <a:pt x="42640" y="184125"/>
                    <a:pt x="40991" y="184125"/>
                    <a:pt x="40015" y="184125"/>
                  </a:cubicBezTo>
                  <a:cubicBezTo>
                    <a:pt x="39073" y="184125"/>
                    <a:pt x="37929" y="184159"/>
                    <a:pt x="37323" y="184293"/>
                  </a:cubicBezTo>
                  <a:cubicBezTo>
                    <a:pt x="36751" y="184428"/>
                    <a:pt x="35135" y="184630"/>
                    <a:pt x="34630" y="184630"/>
                  </a:cubicBezTo>
                  <a:cubicBezTo>
                    <a:pt x="34126" y="184630"/>
                    <a:pt x="31130" y="185773"/>
                    <a:pt x="30861" y="186076"/>
                  </a:cubicBezTo>
                  <a:cubicBezTo>
                    <a:pt x="30558" y="186379"/>
                    <a:pt x="27900" y="187893"/>
                    <a:pt x="27529" y="188162"/>
                  </a:cubicBezTo>
                  <a:cubicBezTo>
                    <a:pt x="27159" y="188465"/>
                    <a:pt x="26082" y="188801"/>
                    <a:pt x="24770" y="188801"/>
                  </a:cubicBezTo>
                  <a:cubicBezTo>
                    <a:pt x="23457" y="188801"/>
                    <a:pt x="23828" y="188734"/>
                    <a:pt x="23525" y="188734"/>
                  </a:cubicBezTo>
                  <a:cubicBezTo>
                    <a:pt x="23222" y="188734"/>
                    <a:pt x="20327" y="185841"/>
                    <a:pt x="20327" y="185841"/>
                  </a:cubicBezTo>
                  <a:lnTo>
                    <a:pt x="17702" y="183452"/>
                  </a:lnTo>
                  <a:lnTo>
                    <a:pt x="14303" y="179113"/>
                  </a:lnTo>
                  <a:lnTo>
                    <a:pt x="12351" y="176926"/>
                  </a:lnTo>
                  <a:lnTo>
                    <a:pt x="10197" y="175850"/>
                  </a:lnTo>
                  <a:cubicBezTo>
                    <a:pt x="10197" y="175850"/>
                    <a:pt x="6798" y="176859"/>
                    <a:pt x="6058" y="177431"/>
                  </a:cubicBezTo>
                  <a:cubicBezTo>
                    <a:pt x="5351" y="178003"/>
                    <a:pt x="5183" y="177868"/>
                    <a:pt x="4745" y="178440"/>
                  </a:cubicBezTo>
                  <a:cubicBezTo>
                    <a:pt x="4308" y="179012"/>
                    <a:pt x="2423" y="179886"/>
                    <a:pt x="2423" y="179886"/>
                  </a:cubicBezTo>
                  <a:lnTo>
                    <a:pt x="1716" y="181467"/>
                  </a:lnTo>
                  <a:cubicBezTo>
                    <a:pt x="1716" y="181467"/>
                    <a:pt x="1716" y="184058"/>
                    <a:pt x="1716" y="184663"/>
                  </a:cubicBezTo>
                  <a:cubicBezTo>
                    <a:pt x="1716" y="185235"/>
                    <a:pt x="774" y="186850"/>
                    <a:pt x="639" y="187254"/>
                  </a:cubicBezTo>
                  <a:cubicBezTo>
                    <a:pt x="505" y="187691"/>
                    <a:pt x="0" y="190147"/>
                    <a:pt x="0" y="190147"/>
                  </a:cubicBezTo>
                  <a:cubicBezTo>
                    <a:pt x="0" y="190147"/>
                    <a:pt x="0" y="191728"/>
                    <a:pt x="0" y="192165"/>
                  </a:cubicBezTo>
                  <a:cubicBezTo>
                    <a:pt x="0" y="192602"/>
                    <a:pt x="1750" y="193611"/>
                    <a:pt x="1750" y="193611"/>
                  </a:cubicBezTo>
                  <a:lnTo>
                    <a:pt x="1750" y="195495"/>
                  </a:lnTo>
                  <a:lnTo>
                    <a:pt x="3500" y="198691"/>
                  </a:lnTo>
                  <a:cubicBezTo>
                    <a:pt x="3500" y="198691"/>
                    <a:pt x="2490" y="201012"/>
                    <a:pt x="2322" y="201584"/>
                  </a:cubicBezTo>
                  <a:cubicBezTo>
                    <a:pt x="2188" y="202156"/>
                    <a:pt x="3500" y="205486"/>
                    <a:pt x="3500" y="205486"/>
                  </a:cubicBezTo>
                  <a:cubicBezTo>
                    <a:pt x="3500" y="205486"/>
                    <a:pt x="5519" y="208514"/>
                    <a:pt x="5688" y="209119"/>
                  </a:cubicBezTo>
                  <a:cubicBezTo>
                    <a:pt x="5822" y="209691"/>
                    <a:pt x="7707" y="211743"/>
                    <a:pt x="7707" y="211743"/>
                  </a:cubicBezTo>
                  <a:lnTo>
                    <a:pt x="10904" y="214199"/>
                  </a:lnTo>
                  <a:lnTo>
                    <a:pt x="14539" y="217664"/>
                  </a:lnTo>
                  <a:lnTo>
                    <a:pt x="16693" y="222306"/>
                  </a:lnTo>
                  <a:lnTo>
                    <a:pt x="22649" y="223181"/>
                  </a:lnTo>
                  <a:lnTo>
                    <a:pt x="22649" y="215780"/>
                  </a:lnTo>
                  <a:lnTo>
                    <a:pt x="23726" y="211709"/>
                  </a:lnTo>
                  <a:lnTo>
                    <a:pt x="27698" y="208951"/>
                  </a:lnTo>
                  <a:cubicBezTo>
                    <a:pt x="27698" y="208951"/>
                    <a:pt x="29010" y="208077"/>
                    <a:pt x="31770" y="208379"/>
                  </a:cubicBezTo>
                  <a:cubicBezTo>
                    <a:pt x="34530" y="208682"/>
                    <a:pt x="34361" y="208077"/>
                    <a:pt x="35102" y="208379"/>
                  </a:cubicBezTo>
                  <a:cubicBezTo>
                    <a:pt x="35842" y="208682"/>
                    <a:pt x="37121" y="209086"/>
                    <a:pt x="37727" y="209523"/>
                  </a:cubicBezTo>
                  <a:cubicBezTo>
                    <a:pt x="38299" y="209927"/>
                    <a:pt x="40621" y="211575"/>
                    <a:pt x="41193" y="212147"/>
                  </a:cubicBezTo>
                  <a:cubicBezTo>
                    <a:pt x="41765" y="212719"/>
                    <a:pt x="42943" y="212281"/>
                    <a:pt x="43515" y="212281"/>
                  </a:cubicBezTo>
                  <a:cubicBezTo>
                    <a:pt x="44087" y="212281"/>
                    <a:pt x="47991" y="211272"/>
                    <a:pt x="47991" y="211272"/>
                  </a:cubicBezTo>
                  <a:lnTo>
                    <a:pt x="52333" y="211138"/>
                  </a:lnTo>
                  <a:cubicBezTo>
                    <a:pt x="52333" y="211138"/>
                    <a:pt x="58727" y="209254"/>
                    <a:pt x="59131" y="209557"/>
                  </a:cubicBezTo>
                  <a:cubicBezTo>
                    <a:pt x="59569" y="209859"/>
                    <a:pt x="64785" y="211878"/>
                    <a:pt x="64785" y="211878"/>
                  </a:cubicBezTo>
                  <a:lnTo>
                    <a:pt x="70001" y="214905"/>
                  </a:lnTo>
                  <a:lnTo>
                    <a:pt x="73636" y="220422"/>
                  </a:lnTo>
                  <a:lnTo>
                    <a:pt x="72929" y="224190"/>
                  </a:lnTo>
                  <a:lnTo>
                    <a:pt x="72627" y="229976"/>
                  </a:lnTo>
                  <a:lnTo>
                    <a:pt x="74949" y="231725"/>
                  </a:lnTo>
                  <a:lnTo>
                    <a:pt x="75958" y="234046"/>
                  </a:lnTo>
                  <a:lnTo>
                    <a:pt x="75655" y="236367"/>
                  </a:lnTo>
                  <a:lnTo>
                    <a:pt x="74208" y="239126"/>
                  </a:lnTo>
                  <a:lnTo>
                    <a:pt x="72324" y="240135"/>
                  </a:lnTo>
                  <a:lnTo>
                    <a:pt x="71011" y="241279"/>
                  </a:lnTo>
                  <a:lnTo>
                    <a:pt x="69564" y="242860"/>
                  </a:lnTo>
                  <a:lnTo>
                    <a:pt x="67814" y="244004"/>
                  </a:lnTo>
                  <a:lnTo>
                    <a:pt x="67814" y="245719"/>
                  </a:lnTo>
                  <a:lnTo>
                    <a:pt x="69631" y="247469"/>
                  </a:lnTo>
                  <a:lnTo>
                    <a:pt x="73030" y="250227"/>
                  </a:lnTo>
                  <a:lnTo>
                    <a:pt x="76059" y="252548"/>
                  </a:lnTo>
                  <a:lnTo>
                    <a:pt x="79122" y="253557"/>
                  </a:lnTo>
                  <a:lnTo>
                    <a:pt x="83194" y="253557"/>
                  </a:lnTo>
                  <a:lnTo>
                    <a:pt x="87536" y="253625"/>
                  </a:lnTo>
                  <a:lnTo>
                    <a:pt x="90161" y="253995"/>
                  </a:lnTo>
                  <a:lnTo>
                    <a:pt x="92752" y="255441"/>
                  </a:lnTo>
                  <a:cubicBezTo>
                    <a:pt x="92752" y="255441"/>
                    <a:pt x="96219" y="258771"/>
                    <a:pt x="96656" y="258906"/>
                  </a:cubicBezTo>
                  <a:cubicBezTo>
                    <a:pt x="97093" y="259040"/>
                    <a:pt x="97800" y="260218"/>
                    <a:pt x="97800" y="260218"/>
                  </a:cubicBezTo>
                  <a:lnTo>
                    <a:pt x="100122" y="262539"/>
                  </a:lnTo>
                  <a:lnTo>
                    <a:pt x="102142" y="260218"/>
                  </a:lnTo>
                  <a:lnTo>
                    <a:pt x="103723" y="257459"/>
                  </a:lnTo>
                  <a:cubicBezTo>
                    <a:pt x="103723" y="257459"/>
                    <a:pt x="106180" y="255575"/>
                    <a:pt x="106348" y="255138"/>
                  </a:cubicBezTo>
                  <a:cubicBezTo>
                    <a:pt x="106483" y="254701"/>
                    <a:pt x="108805" y="251808"/>
                    <a:pt x="108805" y="251808"/>
                  </a:cubicBezTo>
                  <a:cubicBezTo>
                    <a:pt x="108805" y="251808"/>
                    <a:pt x="112002" y="250496"/>
                    <a:pt x="112440" y="250664"/>
                  </a:cubicBezTo>
                  <a:cubicBezTo>
                    <a:pt x="112877" y="250799"/>
                    <a:pt x="114762" y="251976"/>
                    <a:pt x="114762" y="251976"/>
                  </a:cubicBezTo>
                  <a:lnTo>
                    <a:pt x="117387" y="257056"/>
                  </a:lnTo>
                  <a:lnTo>
                    <a:pt x="119137" y="257056"/>
                  </a:lnTo>
                  <a:lnTo>
                    <a:pt x="122907" y="256114"/>
                  </a:lnTo>
                  <a:lnTo>
                    <a:pt x="126979" y="254869"/>
                  </a:lnTo>
                  <a:lnTo>
                    <a:pt x="131185" y="255172"/>
                  </a:lnTo>
                  <a:cubicBezTo>
                    <a:pt x="131185" y="255172"/>
                    <a:pt x="132633" y="255609"/>
                    <a:pt x="133945" y="255744"/>
                  </a:cubicBezTo>
                  <a:cubicBezTo>
                    <a:pt x="135258" y="255879"/>
                    <a:pt x="136402" y="258502"/>
                    <a:pt x="136402" y="258502"/>
                  </a:cubicBezTo>
                  <a:lnTo>
                    <a:pt x="138590" y="259209"/>
                  </a:lnTo>
                  <a:lnTo>
                    <a:pt x="141215" y="258637"/>
                  </a:lnTo>
                  <a:lnTo>
                    <a:pt x="142359" y="254869"/>
                  </a:lnTo>
                  <a:lnTo>
                    <a:pt x="143368" y="252851"/>
                  </a:lnTo>
                  <a:lnTo>
                    <a:pt x="144378" y="249958"/>
                  </a:lnTo>
                  <a:lnTo>
                    <a:pt x="147575" y="248377"/>
                  </a:lnTo>
                  <a:cubicBezTo>
                    <a:pt x="147575" y="248377"/>
                    <a:pt x="149460" y="247233"/>
                    <a:pt x="150200" y="246190"/>
                  </a:cubicBezTo>
                  <a:cubicBezTo>
                    <a:pt x="150907" y="245181"/>
                    <a:pt x="151648" y="246190"/>
                    <a:pt x="152220" y="246190"/>
                  </a:cubicBezTo>
                  <a:cubicBezTo>
                    <a:pt x="152792" y="246190"/>
                    <a:pt x="154845" y="247771"/>
                    <a:pt x="156292" y="248949"/>
                  </a:cubicBezTo>
                  <a:cubicBezTo>
                    <a:pt x="157739" y="250092"/>
                    <a:pt x="157604" y="252414"/>
                    <a:pt x="157604" y="252414"/>
                  </a:cubicBezTo>
                  <a:lnTo>
                    <a:pt x="159354" y="256753"/>
                  </a:lnTo>
                  <a:lnTo>
                    <a:pt x="162552" y="260958"/>
                  </a:lnTo>
                  <a:lnTo>
                    <a:pt x="165008" y="262404"/>
                  </a:lnTo>
                  <a:lnTo>
                    <a:pt x="165883" y="264591"/>
                  </a:lnTo>
                  <a:lnTo>
                    <a:pt x="165446" y="267619"/>
                  </a:lnTo>
                  <a:lnTo>
                    <a:pt x="164739" y="270074"/>
                  </a:lnTo>
                  <a:lnTo>
                    <a:pt x="165042" y="272967"/>
                  </a:lnTo>
                  <a:lnTo>
                    <a:pt x="167364" y="273674"/>
                  </a:lnTo>
                  <a:lnTo>
                    <a:pt x="171706" y="277139"/>
                  </a:lnTo>
                  <a:lnTo>
                    <a:pt x="174903" y="279897"/>
                  </a:lnTo>
                  <a:lnTo>
                    <a:pt x="173590" y="282218"/>
                  </a:lnTo>
                  <a:cubicBezTo>
                    <a:pt x="173590" y="282218"/>
                    <a:pt x="171403" y="285549"/>
                    <a:pt x="170831" y="286121"/>
                  </a:cubicBezTo>
                  <a:cubicBezTo>
                    <a:pt x="170259" y="286692"/>
                    <a:pt x="169821" y="289888"/>
                    <a:pt x="169821" y="289888"/>
                  </a:cubicBezTo>
                  <a:lnTo>
                    <a:pt x="170393" y="294227"/>
                  </a:lnTo>
                  <a:lnTo>
                    <a:pt x="170528" y="298298"/>
                  </a:lnTo>
                  <a:lnTo>
                    <a:pt x="167061" y="301326"/>
                  </a:lnTo>
                  <a:lnTo>
                    <a:pt x="167061" y="304219"/>
                  </a:lnTo>
                  <a:lnTo>
                    <a:pt x="167061" y="308289"/>
                  </a:lnTo>
                  <a:lnTo>
                    <a:pt x="167061" y="311047"/>
                  </a:lnTo>
                  <a:lnTo>
                    <a:pt x="166254" y="314950"/>
                  </a:lnTo>
                  <a:cubicBezTo>
                    <a:pt x="166254" y="314950"/>
                    <a:pt x="165177" y="316699"/>
                    <a:pt x="164436" y="316968"/>
                  </a:cubicBezTo>
                  <a:cubicBezTo>
                    <a:pt x="163730" y="317271"/>
                    <a:pt x="162114" y="319558"/>
                    <a:pt x="160801" y="320735"/>
                  </a:cubicBezTo>
                  <a:cubicBezTo>
                    <a:pt x="159489" y="321913"/>
                    <a:pt x="156898" y="323629"/>
                    <a:pt x="156898" y="323629"/>
                  </a:cubicBezTo>
                  <a:lnTo>
                    <a:pt x="154575" y="323326"/>
                  </a:lnTo>
                  <a:cubicBezTo>
                    <a:pt x="154575" y="323326"/>
                    <a:pt x="152825" y="322888"/>
                    <a:pt x="151681" y="322317"/>
                  </a:cubicBezTo>
                  <a:cubicBezTo>
                    <a:pt x="150537" y="321745"/>
                    <a:pt x="149225" y="320298"/>
                    <a:pt x="149225" y="320298"/>
                  </a:cubicBezTo>
                  <a:cubicBezTo>
                    <a:pt x="149225" y="320298"/>
                    <a:pt x="146465" y="317977"/>
                    <a:pt x="145893" y="317540"/>
                  </a:cubicBezTo>
                  <a:cubicBezTo>
                    <a:pt x="145320" y="317102"/>
                    <a:pt x="141854" y="316093"/>
                    <a:pt x="141854" y="316093"/>
                  </a:cubicBezTo>
                  <a:lnTo>
                    <a:pt x="140844" y="316093"/>
                  </a:lnTo>
                  <a:lnTo>
                    <a:pt x="139835" y="319424"/>
                  </a:lnTo>
                  <a:cubicBezTo>
                    <a:pt x="139835" y="319424"/>
                    <a:pt x="136200" y="322047"/>
                    <a:pt x="135628" y="322047"/>
                  </a:cubicBezTo>
                  <a:cubicBezTo>
                    <a:pt x="135056" y="322047"/>
                    <a:pt x="130546" y="325512"/>
                    <a:pt x="130546" y="325512"/>
                  </a:cubicBezTo>
                  <a:lnTo>
                    <a:pt x="124758" y="328271"/>
                  </a:lnTo>
                  <a:lnTo>
                    <a:pt x="120854" y="329415"/>
                  </a:lnTo>
                  <a:lnTo>
                    <a:pt x="119406" y="330558"/>
                  </a:lnTo>
                  <a:lnTo>
                    <a:pt x="118969" y="332880"/>
                  </a:lnTo>
                  <a:lnTo>
                    <a:pt x="120416" y="334629"/>
                  </a:lnTo>
                  <a:lnTo>
                    <a:pt x="121998" y="335773"/>
                  </a:lnTo>
                  <a:cubicBezTo>
                    <a:pt x="121998" y="335773"/>
                    <a:pt x="120685" y="338531"/>
                    <a:pt x="120248" y="338666"/>
                  </a:cubicBezTo>
                  <a:cubicBezTo>
                    <a:pt x="119810" y="338800"/>
                    <a:pt x="118229" y="338968"/>
                    <a:pt x="118229" y="338968"/>
                  </a:cubicBezTo>
                  <a:lnTo>
                    <a:pt x="117219" y="337219"/>
                  </a:lnTo>
                  <a:cubicBezTo>
                    <a:pt x="117219" y="337219"/>
                    <a:pt x="111430" y="338968"/>
                    <a:pt x="110252" y="339540"/>
                  </a:cubicBezTo>
                  <a:cubicBezTo>
                    <a:pt x="109108" y="340112"/>
                    <a:pt x="107358" y="344183"/>
                    <a:pt x="107358" y="344183"/>
                  </a:cubicBezTo>
                  <a:lnTo>
                    <a:pt x="103454" y="347950"/>
                  </a:lnTo>
                  <a:lnTo>
                    <a:pt x="99954" y="350541"/>
                  </a:lnTo>
                  <a:lnTo>
                    <a:pt x="96757" y="354308"/>
                  </a:lnTo>
                  <a:lnTo>
                    <a:pt x="95444" y="359387"/>
                  </a:lnTo>
                  <a:lnTo>
                    <a:pt x="97026" y="363727"/>
                  </a:lnTo>
                  <a:lnTo>
                    <a:pt x="99483" y="364736"/>
                  </a:lnTo>
                  <a:lnTo>
                    <a:pt x="100930" y="365611"/>
                  </a:lnTo>
                  <a:lnTo>
                    <a:pt x="100930" y="369816"/>
                  </a:lnTo>
                  <a:cubicBezTo>
                    <a:pt x="100930" y="369816"/>
                    <a:pt x="104397" y="371700"/>
                    <a:pt x="105002" y="371834"/>
                  </a:cubicBezTo>
                  <a:cubicBezTo>
                    <a:pt x="105574" y="371969"/>
                    <a:pt x="109209" y="372843"/>
                    <a:pt x="109647" y="372709"/>
                  </a:cubicBezTo>
                  <a:cubicBezTo>
                    <a:pt x="110084" y="372574"/>
                    <a:pt x="115873" y="374155"/>
                    <a:pt x="117623" y="374155"/>
                  </a:cubicBezTo>
                  <a:cubicBezTo>
                    <a:pt x="119373" y="374155"/>
                    <a:pt x="119642" y="375905"/>
                    <a:pt x="120214" y="376477"/>
                  </a:cubicBezTo>
                  <a:cubicBezTo>
                    <a:pt x="120786" y="377048"/>
                    <a:pt x="122671" y="378663"/>
                    <a:pt x="122671" y="378663"/>
                  </a:cubicBezTo>
                  <a:cubicBezTo>
                    <a:pt x="122671" y="378663"/>
                    <a:pt x="127012" y="383137"/>
                    <a:pt x="127450" y="383743"/>
                  </a:cubicBezTo>
                  <a:cubicBezTo>
                    <a:pt x="127887" y="384314"/>
                    <a:pt x="131926" y="385761"/>
                    <a:pt x="132532" y="385626"/>
                  </a:cubicBezTo>
                  <a:cubicBezTo>
                    <a:pt x="133138" y="385492"/>
                    <a:pt x="137748" y="386366"/>
                    <a:pt x="137748" y="386366"/>
                  </a:cubicBezTo>
                  <a:cubicBezTo>
                    <a:pt x="137748" y="386366"/>
                    <a:pt x="142830" y="388385"/>
                    <a:pt x="143402" y="388385"/>
                  </a:cubicBezTo>
                  <a:cubicBezTo>
                    <a:pt x="143974" y="388385"/>
                    <a:pt x="147744" y="387376"/>
                    <a:pt x="147744" y="387376"/>
                  </a:cubicBezTo>
                  <a:lnTo>
                    <a:pt x="153970" y="385626"/>
                  </a:lnTo>
                  <a:lnTo>
                    <a:pt x="161508" y="385626"/>
                  </a:lnTo>
                  <a:lnTo>
                    <a:pt x="164537" y="387006"/>
                  </a:lnTo>
                  <a:lnTo>
                    <a:pt x="168609" y="391412"/>
                  </a:lnTo>
                  <a:lnTo>
                    <a:pt x="174836" y="395483"/>
                  </a:lnTo>
                  <a:lnTo>
                    <a:pt x="181062" y="401404"/>
                  </a:lnTo>
                  <a:cubicBezTo>
                    <a:pt x="181062" y="401404"/>
                    <a:pt x="184393" y="401134"/>
                    <a:pt x="185841" y="399822"/>
                  </a:cubicBezTo>
                  <a:cubicBezTo>
                    <a:pt x="187288" y="398510"/>
                    <a:pt x="188735" y="396358"/>
                    <a:pt x="190620" y="395786"/>
                  </a:cubicBezTo>
                  <a:cubicBezTo>
                    <a:pt x="192504" y="395214"/>
                    <a:pt x="195398" y="395920"/>
                    <a:pt x="195398" y="395920"/>
                  </a:cubicBezTo>
                  <a:cubicBezTo>
                    <a:pt x="195398" y="395920"/>
                    <a:pt x="196846" y="395483"/>
                    <a:pt x="196980" y="394911"/>
                  </a:cubicBezTo>
                  <a:cubicBezTo>
                    <a:pt x="197115" y="394339"/>
                    <a:pt x="199168" y="390841"/>
                    <a:pt x="199168" y="390841"/>
                  </a:cubicBezTo>
                  <a:lnTo>
                    <a:pt x="202803" y="390841"/>
                  </a:lnTo>
                  <a:cubicBezTo>
                    <a:pt x="202803" y="390841"/>
                    <a:pt x="209601" y="392859"/>
                    <a:pt x="210207" y="392859"/>
                  </a:cubicBezTo>
                  <a:cubicBezTo>
                    <a:pt x="210779" y="392859"/>
                    <a:pt x="215995" y="394743"/>
                    <a:pt x="215995" y="394743"/>
                  </a:cubicBezTo>
                  <a:lnTo>
                    <a:pt x="221514" y="396492"/>
                  </a:lnTo>
                  <a:lnTo>
                    <a:pt x="224543" y="398948"/>
                  </a:lnTo>
                  <a:lnTo>
                    <a:pt x="229322" y="402884"/>
                  </a:lnTo>
                  <a:cubicBezTo>
                    <a:pt x="229322" y="402884"/>
                    <a:pt x="228447" y="409981"/>
                    <a:pt x="228010" y="410284"/>
                  </a:cubicBezTo>
                  <a:cubicBezTo>
                    <a:pt x="227572" y="410587"/>
                    <a:pt x="226697" y="411596"/>
                    <a:pt x="226125" y="411596"/>
                  </a:cubicBezTo>
                  <a:cubicBezTo>
                    <a:pt x="225553" y="411596"/>
                    <a:pt x="222793" y="415229"/>
                    <a:pt x="222221" y="416238"/>
                  </a:cubicBezTo>
                  <a:cubicBezTo>
                    <a:pt x="221649" y="417248"/>
                    <a:pt x="221514" y="420141"/>
                    <a:pt x="221514" y="420141"/>
                  </a:cubicBezTo>
                  <a:lnTo>
                    <a:pt x="221380" y="425052"/>
                  </a:lnTo>
                  <a:cubicBezTo>
                    <a:pt x="221380" y="425052"/>
                    <a:pt x="220067" y="427508"/>
                    <a:pt x="219058" y="427945"/>
                  </a:cubicBezTo>
                  <a:cubicBezTo>
                    <a:pt x="218048" y="428382"/>
                    <a:pt x="215591" y="429694"/>
                    <a:pt x="215591" y="429694"/>
                  </a:cubicBezTo>
                  <a:lnTo>
                    <a:pt x="211384" y="430569"/>
                  </a:lnTo>
                  <a:lnTo>
                    <a:pt x="207750" y="431713"/>
                  </a:lnTo>
                  <a:lnTo>
                    <a:pt x="207312" y="434034"/>
                  </a:lnTo>
                  <a:lnTo>
                    <a:pt x="206606" y="438104"/>
                  </a:lnTo>
                  <a:cubicBezTo>
                    <a:pt x="206606" y="438104"/>
                    <a:pt x="204586" y="441434"/>
                    <a:pt x="204014" y="442444"/>
                  </a:cubicBezTo>
                  <a:cubicBezTo>
                    <a:pt x="203442" y="443453"/>
                    <a:pt x="201995" y="447221"/>
                    <a:pt x="201995" y="448532"/>
                  </a:cubicBezTo>
                  <a:cubicBezTo>
                    <a:pt x="201995" y="449844"/>
                    <a:pt x="203004" y="451863"/>
                    <a:pt x="203004" y="451863"/>
                  </a:cubicBezTo>
                  <a:cubicBezTo>
                    <a:pt x="203004" y="451863"/>
                    <a:pt x="204317" y="454319"/>
                    <a:pt x="204755" y="454890"/>
                  </a:cubicBezTo>
                  <a:cubicBezTo>
                    <a:pt x="205192" y="455462"/>
                    <a:pt x="206774" y="456337"/>
                    <a:pt x="207952" y="456640"/>
                  </a:cubicBezTo>
                  <a:cubicBezTo>
                    <a:pt x="209130" y="456942"/>
                    <a:pt x="209971" y="458961"/>
                    <a:pt x="211418" y="460407"/>
                  </a:cubicBezTo>
                  <a:cubicBezTo>
                    <a:pt x="212865" y="461854"/>
                    <a:pt x="213437" y="464041"/>
                    <a:pt x="213740" y="465050"/>
                  </a:cubicBezTo>
                  <a:cubicBezTo>
                    <a:pt x="214043" y="466059"/>
                    <a:pt x="215490" y="468649"/>
                    <a:pt x="215759" y="469827"/>
                  </a:cubicBezTo>
                  <a:cubicBezTo>
                    <a:pt x="216062" y="470970"/>
                    <a:pt x="216466" y="475781"/>
                    <a:pt x="216466" y="476218"/>
                  </a:cubicBezTo>
                  <a:cubicBezTo>
                    <a:pt x="216466" y="476655"/>
                    <a:pt x="216601" y="481869"/>
                    <a:pt x="216601" y="482441"/>
                  </a:cubicBezTo>
                  <a:cubicBezTo>
                    <a:pt x="216601" y="483013"/>
                    <a:pt x="215726" y="489102"/>
                    <a:pt x="215726" y="489102"/>
                  </a:cubicBezTo>
                  <a:lnTo>
                    <a:pt x="215726" y="493744"/>
                  </a:lnTo>
                  <a:lnTo>
                    <a:pt x="222894" y="496335"/>
                  </a:lnTo>
                  <a:cubicBezTo>
                    <a:pt x="222894" y="496335"/>
                    <a:pt x="227471" y="497647"/>
                    <a:pt x="229188" y="497781"/>
                  </a:cubicBezTo>
                  <a:cubicBezTo>
                    <a:pt x="230938" y="497916"/>
                    <a:pt x="232520" y="502995"/>
                    <a:pt x="232520" y="502995"/>
                  </a:cubicBezTo>
                  <a:cubicBezTo>
                    <a:pt x="232520" y="502995"/>
                    <a:pt x="233832" y="502995"/>
                    <a:pt x="234842" y="502558"/>
                  </a:cubicBezTo>
                  <a:cubicBezTo>
                    <a:pt x="235851" y="502120"/>
                    <a:pt x="236726" y="500674"/>
                    <a:pt x="236861" y="500237"/>
                  </a:cubicBezTo>
                  <a:cubicBezTo>
                    <a:pt x="236996" y="499800"/>
                    <a:pt x="239183" y="498622"/>
                    <a:pt x="239183" y="498622"/>
                  </a:cubicBezTo>
                  <a:cubicBezTo>
                    <a:pt x="239183" y="498622"/>
                    <a:pt x="241943" y="498622"/>
                    <a:pt x="242515" y="498622"/>
                  </a:cubicBezTo>
                  <a:cubicBezTo>
                    <a:pt x="243087" y="498622"/>
                    <a:pt x="247731" y="500876"/>
                    <a:pt x="249044" y="501178"/>
                  </a:cubicBezTo>
                  <a:cubicBezTo>
                    <a:pt x="250356" y="501482"/>
                    <a:pt x="251063" y="502120"/>
                    <a:pt x="251938" y="502558"/>
                  </a:cubicBezTo>
                  <a:cubicBezTo>
                    <a:pt x="252813" y="502995"/>
                    <a:pt x="254126" y="506023"/>
                    <a:pt x="254126" y="507032"/>
                  </a:cubicBezTo>
                  <a:cubicBezTo>
                    <a:pt x="254126" y="508041"/>
                    <a:pt x="253419" y="508041"/>
                    <a:pt x="252679" y="508041"/>
                  </a:cubicBezTo>
                  <a:cubicBezTo>
                    <a:pt x="251938" y="508041"/>
                    <a:pt x="251366" y="509353"/>
                    <a:pt x="249784" y="510059"/>
                  </a:cubicBezTo>
                  <a:cubicBezTo>
                    <a:pt x="248169" y="510766"/>
                    <a:pt x="249784" y="513255"/>
                    <a:pt x="249784" y="513827"/>
                  </a:cubicBezTo>
                  <a:cubicBezTo>
                    <a:pt x="249784" y="514399"/>
                    <a:pt x="252847" y="518032"/>
                    <a:pt x="252847" y="518032"/>
                  </a:cubicBezTo>
                  <a:cubicBezTo>
                    <a:pt x="252847" y="518032"/>
                    <a:pt x="256885" y="519781"/>
                    <a:pt x="257491" y="520219"/>
                  </a:cubicBezTo>
                  <a:cubicBezTo>
                    <a:pt x="258063" y="520656"/>
                    <a:pt x="260251" y="522977"/>
                    <a:pt x="261126" y="523986"/>
                  </a:cubicBezTo>
                  <a:cubicBezTo>
                    <a:pt x="262001" y="524996"/>
                    <a:pt x="265333" y="527317"/>
                    <a:pt x="265333" y="527317"/>
                  </a:cubicBezTo>
                  <a:lnTo>
                    <a:pt x="269102" y="532094"/>
                  </a:lnTo>
                  <a:lnTo>
                    <a:pt x="271424" y="534247"/>
                  </a:lnTo>
                  <a:lnTo>
                    <a:pt x="271424" y="530647"/>
                  </a:lnTo>
                  <a:cubicBezTo>
                    <a:pt x="271424" y="530647"/>
                    <a:pt x="275631" y="528629"/>
                    <a:pt x="276068" y="528898"/>
                  </a:cubicBezTo>
                  <a:cubicBezTo>
                    <a:pt x="276506" y="529201"/>
                    <a:pt x="280275" y="532800"/>
                    <a:pt x="280275" y="532800"/>
                  </a:cubicBezTo>
                  <a:cubicBezTo>
                    <a:pt x="280275" y="532800"/>
                    <a:pt x="287377" y="538317"/>
                    <a:pt x="287377" y="538720"/>
                  </a:cubicBezTo>
                  <a:cubicBezTo>
                    <a:pt x="287377" y="539158"/>
                    <a:pt x="293333" y="539595"/>
                    <a:pt x="293333" y="539595"/>
                  </a:cubicBezTo>
                  <a:lnTo>
                    <a:pt x="295353" y="539292"/>
                  </a:lnTo>
                  <a:cubicBezTo>
                    <a:pt x="295353" y="539292"/>
                    <a:pt x="302151" y="538418"/>
                    <a:pt x="302891" y="538418"/>
                  </a:cubicBezTo>
                  <a:cubicBezTo>
                    <a:pt x="303598" y="538418"/>
                    <a:pt x="308411" y="540301"/>
                    <a:pt x="308411" y="540301"/>
                  </a:cubicBezTo>
                  <a:cubicBezTo>
                    <a:pt x="308411" y="540301"/>
                    <a:pt x="312887" y="544372"/>
                    <a:pt x="313190" y="544776"/>
                  </a:cubicBezTo>
                  <a:cubicBezTo>
                    <a:pt x="313493" y="545213"/>
                    <a:pt x="317968" y="546357"/>
                    <a:pt x="317968" y="546357"/>
                  </a:cubicBezTo>
                  <a:lnTo>
                    <a:pt x="320863" y="541580"/>
                  </a:lnTo>
                  <a:lnTo>
                    <a:pt x="323185" y="539999"/>
                  </a:lnTo>
                  <a:lnTo>
                    <a:pt x="331430" y="538552"/>
                  </a:lnTo>
                  <a:lnTo>
                    <a:pt x="336075" y="538552"/>
                  </a:lnTo>
                  <a:lnTo>
                    <a:pt x="340281" y="539124"/>
                  </a:lnTo>
                  <a:lnTo>
                    <a:pt x="344185" y="541142"/>
                  </a:lnTo>
                  <a:lnTo>
                    <a:pt x="348392" y="544170"/>
                  </a:lnTo>
                  <a:lnTo>
                    <a:pt x="349133" y="546491"/>
                  </a:lnTo>
                  <a:lnTo>
                    <a:pt x="354046" y="547231"/>
                  </a:lnTo>
                  <a:lnTo>
                    <a:pt x="357311" y="547231"/>
                  </a:lnTo>
                  <a:lnTo>
                    <a:pt x="360407" y="546424"/>
                  </a:lnTo>
                  <a:cubicBezTo>
                    <a:pt x="360407" y="546424"/>
                    <a:pt x="362157" y="547669"/>
                    <a:pt x="362494" y="548005"/>
                  </a:cubicBezTo>
                  <a:cubicBezTo>
                    <a:pt x="362864" y="548375"/>
                    <a:pt x="364580" y="549956"/>
                    <a:pt x="365018" y="550663"/>
                  </a:cubicBezTo>
                  <a:cubicBezTo>
                    <a:pt x="365455" y="551403"/>
                    <a:pt x="366532" y="551470"/>
                    <a:pt x="367609" y="551403"/>
                  </a:cubicBezTo>
                  <a:cubicBezTo>
                    <a:pt x="368686" y="551335"/>
                    <a:pt x="368922" y="549384"/>
                    <a:pt x="368922" y="549384"/>
                  </a:cubicBezTo>
                  <a:cubicBezTo>
                    <a:pt x="368922" y="549384"/>
                    <a:pt x="371311" y="546424"/>
                    <a:pt x="371614" y="546188"/>
                  </a:cubicBezTo>
                  <a:cubicBezTo>
                    <a:pt x="371917" y="545953"/>
                    <a:pt x="374508" y="542925"/>
                    <a:pt x="374508" y="542723"/>
                  </a:cubicBezTo>
                  <a:cubicBezTo>
                    <a:pt x="374508" y="542488"/>
                    <a:pt x="376696" y="540470"/>
                    <a:pt x="376696" y="540470"/>
                  </a:cubicBezTo>
                  <a:lnTo>
                    <a:pt x="379321" y="537072"/>
                  </a:lnTo>
                  <a:lnTo>
                    <a:pt x="380768" y="537005"/>
                  </a:lnTo>
                  <a:lnTo>
                    <a:pt x="381912" y="540705"/>
                  </a:lnTo>
                  <a:lnTo>
                    <a:pt x="381845" y="544540"/>
                  </a:lnTo>
                  <a:lnTo>
                    <a:pt x="380229" y="546794"/>
                  </a:lnTo>
                  <a:lnTo>
                    <a:pt x="383292" y="551571"/>
                  </a:lnTo>
                  <a:lnTo>
                    <a:pt x="387936" y="555473"/>
                  </a:lnTo>
                  <a:lnTo>
                    <a:pt x="390898" y="556785"/>
                  </a:lnTo>
                  <a:cubicBezTo>
                    <a:pt x="390898" y="556785"/>
                    <a:pt x="391268" y="556079"/>
                    <a:pt x="391201" y="555776"/>
                  </a:cubicBezTo>
                  <a:cubicBezTo>
                    <a:pt x="391133" y="555473"/>
                    <a:pt x="392480" y="550562"/>
                    <a:pt x="392480" y="550259"/>
                  </a:cubicBezTo>
                  <a:cubicBezTo>
                    <a:pt x="392480" y="549956"/>
                    <a:pt x="393489" y="547231"/>
                    <a:pt x="393489" y="546928"/>
                  </a:cubicBezTo>
                  <a:cubicBezTo>
                    <a:pt x="393489" y="546626"/>
                    <a:pt x="392783" y="543598"/>
                    <a:pt x="392547" y="543531"/>
                  </a:cubicBezTo>
                  <a:cubicBezTo>
                    <a:pt x="392345" y="543464"/>
                    <a:pt x="391235" y="539460"/>
                    <a:pt x="391235" y="538956"/>
                  </a:cubicBezTo>
                  <a:cubicBezTo>
                    <a:pt x="391235" y="538451"/>
                    <a:pt x="391100" y="536500"/>
                    <a:pt x="391235" y="536197"/>
                  </a:cubicBezTo>
                  <a:cubicBezTo>
                    <a:pt x="391369" y="535895"/>
                    <a:pt x="392682" y="533136"/>
                    <a:pt x="392749" y="532867"/>
                  </a:cubicBezTo>
                  <a:cubicBezTo>
                    <a:pt x="392816" y="532565"/>
                    <a:pt x="393826" y="531050"/>
                    <a:pt x="393826" y="531050"/>
                  </a:cubicBezTo>
                  <a:lnTo>
                    <a:pt x="395340" y="530681"/>
                  </a:lnTo>
                  <a:lnTo>
                    <a:pt x="397326" y="532127"/>
                  </a:lnTo>
                  <a:cubicBezTo>
                    <a:pt x="397326" y="532127"/>
                    <a:pt x="398437" y="536635"/>
                    <a:pt x="398437" y="537038"/>
                  </a:cubicBezTo>
                  <a:cubicBezTo>
                    <a:pt x="398437" y="537476"/>
                    <a:pt x="398134" y="538922"/>
                    <a:pt x="398066" y="539292"/>
                  </a:cubicBezTo>
                  <a:cubicBezTo>
                    <a:pt x="397999" y="539662"/>
                    <a:pt x="397494" y="542118"/>
                    <a:pt x="397326" y="542488"/>
                  </a:cubicBezTo>
                  <a:cubicBezTo>
                    <a:pt x="397191" y="542858"/>
                    <a:pt x="397629" y="547568"/>
                    <a:pt x="397629" y="547769"/>
                  </a:cubicBezTo>
                  <a:cubicBezTo>
                    <a:pt x="397629" y="548005"/>
                    <a:pt x="401264" y="550158"/>
                    <a:pt x="401465" y="550091"/>
                  </a:cubicBezTo>
                  <a:cubicBezTo>
                    <a:pt x="401667" y="550023"/>
                    <a:pt x="403216" y="550091"/>
                    <a:pt x="403485" y="550091"/>
                  </a:cubicBezTo>
                  <a:cubicBezTo>
                    <a:pt x="403788" y="550091"/>
                    <a:pt x="407994" y="546558"/>
                    <a:pt x="408331" y="546188"/>
                  </a:cubicBezTo>
                  <a:cubicBezTo>
                    <a:pt x="408701" y="545818"/>
                    <a:pt x="410283" y="543127"/>
                    <a:pt x="410283" y="543127"/>
                  </a:cubicBezTo>
                  <a:lnTo>
                    <a:pt x="412672" y="538586"/>
                  </a:lnTo>
                  <a:lnTo>
                    <a:pt x="412740" y="535390"/>
                  </a:lnTo>
                  <a:lnTo>
                    <a:pt x="411360" y="531623"/>
                  </a:lnTo>
                  <a:lnTo>
                    <a:pt x="410620" y="529234"/>
                  </a:lnTo>
                  <a:lnTo>
                    <a:pt x="408668" y="527216"/>
                  </a:lnTo>
                  <a:lnTo>
                    <a:pt x="408668" y="523751"/>
                  </a:lnTo>
                  <a:lnTo>
                    <a:pt x="408668" y="518537"/>
                  </a:lnTo>
                  <a:lnTo>
                    <a:pt x="408668" y="513322"/>
                  </a:lnTo>
                  <a:lnTo>
                    <a:pt x="408668" y="510699"/>
                  </a:lnTo>
                  <a:lnTo>
                    <a:pt x="416475" y="510699"/>
                  </a:lnTo>
                  <a:lnTo>
                    <a:pt x="418226" y="510699"/>
                  </a:lnTo>
                  <a:lnTo>
                    <a:pt x="421120" y="510699"/>
                  </a:lnTo>
                  <a:lnTo>
                    <a:pt x="420817" y="513322"/>
                  </a:lnTo>
                  <a:lnTo>
                    <a:pt x="419067" y="518537"/>
                  </a:lnTo>
                  <a:lnTo>
                    <a:pt x="419067" y="521127"/>
                  </a:lnTo>
                  <a:lnTo>
                    <a:pt x="421827" y="527788"/>
                  </a:lnTo>
                  <a:lnTo>
                    <a:pt x="426606" y="531858"/>
                  </a:lnTo>
                  <a:lnTo>
                    <a:pt x="430947" y="538249"/>
                  </a:lnTo>
                  <a:lnTo>
                    <a:pt x="437038" y="539696"/>
                  </a:lnTo>
                  <a:lnTo>
                    <a:pt x="440808" y="540268"/>
                  </a:lnTo>
                  <a:lnTo>
                    <a:pt x="444577" y="540268"/>
                  </a:lnTo>
                  <a:lnTo>
                    <a:pt x="441986" y="533305"/>
                  </a:lnTo>
                  <a:lnTo>
                    <a:pt x="438216" y="527788"/>
                  </a:lnTo>
                  <a:lnTo>
                    <a:pt x="439966" y="520252"/>
                  </a:lnTo>
                  <a:lnTo>
                    <a:pt x="439966" y="519378"/>
                  </a:lnTo>
                  <a:lnTo>
                    <a:pt x="442591" y="517628"/>
                  </a:lnTo>
                  <a:lnTo>
                    <a:pt x="444341" y="517628"/>
                  </a:lnTo>
                  <a:lnTo>
                    <a:pt x="445519" y="517628"/>
                  </a:lnTo>
                  <a:cubicBezTo>
                    <a:pt x="445519" y="517628"/>
                    <a:pt x="445519" y="517628"/>
                    <a:pt x="448717" y="519075"/>
                  </a:cubicBezTo>
                  <a:cubicBezTo>
                    <a:pt x="451914" y="520521"/>
                    <a:pt x="448717" y="523717"/>
                    <a:pt x="448717" y="523717"/>
                  </a:cubicBezTo>
                  <a:lnTo>
                    <a:pt x="448717" y="529806"/>
                  </a:lnTo>
                  <a:lnTo>
                    <a:pt x="450601" y="534718"/>
                  </a:lnTo>
                  <a:lnTo>
                    <a:pt x="453933" y="537038"/>
                  </a:lnTo>
                  <a:lnTo>
                    <a:pt x="457130" y="539931"/>
                  </a:lnTo>
                  <a:lnTo>
                    <a:pt x="461775" y="543699"/>
                  </a:lnTo>
                  <a:lnTo>
                    <a:pt x="467866" y="543699"/>
                  </a:lnTo>
                  <a:lnTo>
                    <a:pt x="471332" y="546458"/>
                  </a:lnTo>
                  <a:lnTo>
                    <a:pt x="474799" y="548072"/>
                  </a:lnTo>
                  <a:lnTo>
                    <a:pt x="474799" y="549822"/>
                  </a:lnTo>
                  <a:lnTo>
                    <a:pt x="474799" y="554464"/>
                  </a:lnTo>
                  <a:lnTo>
                    <a:pt x="477559" y="557929"/>
                  </a:lnTo>
                  <a:lnTo>
                    <a:pt x="483213" y="561696"/>
                  </a:lnTo>
                  <a:lnTo>
                    <a:pt x="492198" y="560250"/>
                  </a:lnTo>
                  <a:lnTo>
                    <a:pt x="500309" y="561696"/>
                  </a:lnTo>
                  <a:lnTo>
                    <a:pt x="508420" y="556785"/>
                  </a:lnTo>
                  <a:lnTo>
                    <a:pt x="515083" y="554767"/>
                  </a:lnTo>
                  <a:lnTo>
                    <a:pt x="518281" y="551571"/>
                  </a:lnTo>
                  <a:lnTo>
                    <a:pt x="518281" y="534179"/>
                  </a:lnTo>
                  <a:lnTo>
                    <a:pt x="518281" y="528864"/>
                  </a:lnTo>
                  <a:lnTo>
                    <a:pt x="518819" y="526913"/>
                  </a:lnTo>
                  <a:lnTo>
                    <a:pt x="519896" y="524626"/>
                  </a:lnTo>
                  <a:lnTo>
                    <a:pt x="521949" y="524087"/>
                  </a:lnTo>
                  <a:lnTo>
                    <a:pt x="523463" y="526913"/>
                  </a:lnTo>
                  <a:lnTo>
                    <a:pt x="524103" y="533843"/>
                  </a:lnTo>
                  <a:lnTo>
                    <a:pt x="523463" y="541142"/>
                  </a:lnTo>
                  <a:lnTo>
                    <a:pt x="523463" y="546020"/>
                  </a:lnTo>
                  <a:lnTo>
                    <a:pt x="525079" y="550057"/>
                  </a:lnTo>
                  <a:lnTo>
                    <a:pt x="528444" y="555069"/>
                  </a:lnTo>
                  <a:lnTo>
                    <a:pt x="533762" y="560485"/>
                  </a:lnTo>
                  <a:lnTo>
                    <a:pt x="537464" y="558770"/>
                  </a:lnTo>
                  <a:close/>
                </a:path>
              </a:pathLst>
            </a:custGeom>
            <a:grpFill/>
            <a:ln w="6350" cap="flat">
              <a:solidFill>
                <a:schemeClr val="bg1"/>
              </a:solidFill>
              <a:prstDash val="solid"/>
              <a:miter/>
            </a:ln>
          </p:spPr>
          <p:txBody>
            <a:bodyPr rtlCol="0" anchor="ctr"/>
            <a:lstStyle/>
            <a:p>
              <a:endParaRPr lang="en-US"/>
            </a:p>
          </p:txBody>
        </p:sp>
        <p:sp>
          <p:nvSpPr>
            <p:cNvPr id="30" name="Freeform 890">
              <a:extLst>
                <a:ext uri="{FF2B5EF4-FFF2-40B4-BE49-F238E27FC236}">
                  <a16:creationId xmlns:a16="http://schemas.microsoft.com/office/drawing/2014/main" id="{9B0855D4-2FF3-0331-CD46-D988D1853433}"/>
                </a:ext>
              </a:extLst>
            </p:cNvPr>
            <p:cNvSpPr/>
            <p:nvPr/>
          </p:nvSpPr>
          <p:spPr>
            <a:xfrm>
              <a:off x="7934866" y="3107135"/>
              <a:ext cx="254192" cy="334977"/>
            </a:xfrm>
            <a:custGeom>
              <a:avLst/>
              <a:gdLst>
                <a:gd name="connsiteX0" fmla="*/ 481900 w 488025"/>
                <a:gd name="connsiteY0" fmla="*/ 169577 h 643122"/>
                <a:gd name="connsiteX1" fmla="*/ 479275 w 488025"/>
                <a:gd name="connsiteY1" fmla="*/ 158712 h 643122"/>
                <a:gd name="connsiteX2" fmla="*/ 479914 w 488025"/>
                <a:gd name="connsiteY2" fmla="*/ 147409 h 643122"/>
                <a:gd name="connsiteX3" fmla="*/ 472073 w 488025"/>
                <a:gd name="connsiteY3" fmla="*/ 137182 h 643122"/>
                <a:gd name="connsiteX4" fmla="*/ 463390 w 488025"/>
                <a:gd name="connsiteY4" fmla="*/ 126317 h 643122"/>
                <a:gd name="connsiteX5" fmla="*/ 454909 w 488025"/>
                <a:gd name="connsiteY5" fmla="*/ 117638 h 643122"/>
                <a:gd name="connsiteX6" fmla="*/ 443601 w 488025"/>
                <a:gd name="connsiteY6" fmla="*/ 110271 h 643122"/>
                <a:gd name="connsiteX7" fmla="*/ 437947 w 488025"/>
                <a:gd name="connsiteY7" fmla="*/ 104182 h 643122"/>
                <a:gd name="connsiteX8" fmla="*/ 434918 w 488025"/>
                <a:gd name="connsiteY8" fmla="*/ 92442 h 643122"/>
                <a:gd name="connsiteX9" fmla="*/ 439260 w 488025"/>
                <a:gd name="connsiteY9" fmla="*/ 90053 h 643122"/>
                <a:gd name="connsiteX10" fmla="*/ 439260 w 488025"/>
                <a:gd name="connsiteY10" fmla="*/ 81778 h 643122"/>
                <a:gd name="connsiteX11" fmla="*/ 442726 w 488025"/>
                <a:gd name="connsiteY11" fmla="*/ 77439 h 643122"/>
                <a:gd name="connsiteX12" fmla="*/ 449457 w 488025"/>
                <a:gd name="connsiteY12" fmla="*/ 75925 h 643122"/>
                <a:gd name="connsiteX13" fmla="*/ 451645 w 488025"/>
                <a:gd name="connsiteY13" fmla="*/ 72224 h 643122"/>
                <a:gd name="connsiteX14" fmla="*/ 453159 w 488025"/>
                <a:gd name="connsiteY14" fmla="*/ 65496 h 643122"/>
                <a:gd name="connsiteX15" fmla="*/ 444476 w 488025"/>
                <a:gd name="connsiteY15" fmla="*/ 62233 h 643122"/>
                <a:gd name="connsiteX16" fmla="*/ 444476 w 488025"/>
                <a:gd name="connsiteY16" fmla="*/ 59340 h 643122"/>
                <a:gd name="connsiteX17" fmla="*/ 442726 w 488025"/>
                <a:gd name="connsiteY17" fmla="*/ 52377 h 643122"/>
                <a:gd name="connsiteX18" fmla="*/ 437510 w 488025"/>
                <a:gd name="connsiteY18" fmla="*/ 51502 h 643122"/>
                <a:gd name="connsiteX19" fmla="*/ 428524 w 488025"/>
                <a:gd name="connsiteY19" fmla="*/ 52949 h 643122"/>
                <a:gd name="connsiteX20" fmla="*/ 420682 w 488025"/>
                <a:gd name="connsiteY20" fmla="*/ 52377 h 643122"/>
                <a:gd name="connsiteX21" fmla="*/ 408230 w 488025"/>
                <a:gd name="connsiteY21" fmla="*/ 50358 h 643122"/>
                <a:gd name="connsiteX22" fmla="*/ 397225 w 488025"/>
                <a:gd name="connsiteY22" fmla="*/ 49484 h 643122"/>
                <a:gd name="connsiteX23" fmla="*/ 389114 w 488025"/>
                <a:gd name="connsiteY23" fmla="*/ 49181 h 643122"/>
                <a:gd name="connsiteX24" fmla="*/ 384201 w 488025"/>
                <a:gd name="connsiteY24" fmla="*/ 47163 h 643122"/>
                <a:gd name="connsiteX25" fmla="*/ 378412 w 488025"/>
                <a:gd name="connsiteY25" fmla="*/ 44842 h 643122"/>
                <a:gd name="connsiteX26" fmla="*/ 378412 w 488025"/>
                <a:gd name="connsiteY26" fmla="*/ 42823 h 643122"/>
                <a:gd name="connsiteX27" fmla="*/ 373633 w 488025"/>
                <a:gd name="connsiteY27" fmla="*/ 41377 h 643122"/>
                <a:gd name="connsiteX28" fmla="*/ 371446 w 488025"/>
                <a:gd name="connsiteY28" fmla="*/ 36163 h 643122"/>
                <a:gd name="connsiteX29" fmla="*/ 371446 w 488025"/>
                <a:gd name="connsiteY29" fmla="*/ 29199 h 643122"/>
                <a:gd name="connsiteX30" fmla="*/ 371446 w 488025"/>
                <a:gd name="connsiteY30" fmla="*/ 26609 h 643122"/>
                <a:gd name="connsiteX31" fmla="*/ 369258 w 488025"/>
                <a:gd name="connsiteY31" fmla="*/ 24019 h 643122"/>
                <a:gd name="connsiteX32" fmla="*/ 365623 w 488025"/>
                <a:gd name="connsiteY32" fmla="*/ 24893 h 643122"/>
                <a:gd name="connsiteX33" fmla="*/ 358657 w 488025"/>
                <a:gd name="connsiteY33" fmla="*/ 24019 h 643122"/>
                <a:gd name="connsiteX34" fmla="*/ 356066 w 488025"/>
                <a:gd name="connsiteY34" fmla="*/ 20251 h 643122"/>
                <a:gd name="connsiteX35" fmla="*/ 351421 w 488025"/>
                <a:gd name="connsiteY35" fmla="*/ 14162 h 643122"/>
                <a:gd name="connsiteX36" fmla="*/ 346508 w 488025"/>
                <a:gd name="connsiteY36" fmla="*/ 13860 h 643122"/>
                <a:gd name="connsiteX37" fmla="*/ 344758 w 488025"/>
                <a:gd name="connsiteY37" fmla="*/ 15609 h 643122"/>
                <a:gd name="connsiteX38" fmla="*/ 340887 w 488025"/>
                <a:gd name="connsiteY38" fmla="*/ 17930 h 643122"/>
                <a:gd name="connsiteX39" fmla="*/ 337219 w 488025"/>
                <a:gd name="connsiteY39" fmla="*/ 22269 h 643122"/>
                <a:gd name="connsiteX40" fmla="*/ 340113 w 488025"/>
                <a:gd name="connsiteY40" fmla="*/ 27181 h 643122"/>
                <a:gd name="connsiteX41" fmla="*/ 340113 w 488025"/>
                <a:gd name="connsiteY41" fmla="*/ 32698 h 643122"/>
                <a:gd name="connsiteX42" fmla="*/ 340113 w 488025"/>
                <a:gd name="connsiteY42" fmla="*/ 36768 h 643122"/>
                <a:gd name="connsiteX43" fmla="*/ 338094 w 488025"/>
                <a:gd name="connsiteY43" fmla="*/ 41410 h 643122"/>
                <a:gd name="connsiteX44" fmla="*/ 336950 w 488025"/>
                <a:gd name="connsiteY44" fmla="*/ 44606 h 643122"/>
                <a:gd name="connsiteX45" fmla="*/ 325945 w 488025"/>
                <a:gd name="connsiteY45" fmla="*/ 48071 h 643122"/>
                <a:gd name="connsiteX46" fmla="*/ 322748 w 488025"/>
                <a:gd name="connsiteY46" fmla="*/ 51267 h 643122"/>
                <a:gd name="connsiteX47" fmla="*/ 318406 w 488025"/>
                <a:gd name="connsiteY47" fmla="*/ 56178 h 643122"/>
                <a:gd name="connsiteX48" fmla="*/ 313190 w 488025"/>
                <a:gd name="connsiteY48" fmla="*/ 56178 h 643122"/>
                <a:gd name="connsiteX49" fmla="*/ 306526 w 488025"/>
                <a:gd name="connsiteY49" fmla="*/ 56178 h 643122"/>
                <a:gd name="connsiteX50" fmla="*/ 302454 w 488025"/>
                <a:gd name="connsiteY50" fmla="*/ 53151 h 643122"/>
                <a:gd name="connsiteX51" fmla="*/ 299862 w 488025"/>
                <a:gd name="connsiteY51" fmla="*/ 49517 h 643122"/>
                <a:gd name="connsiteX52" fmla="*/ 298415 w 488025"/>
                <a:gd name="connsiteY52" fmla="*/ 44875 h 643122"/>
                <a:gd name="connsiteX53" fmla="*/ 298415 w 488025"/>
                <a:gd name="connsiteY53" fmla="*/ 41410 h 643122"/>
                <a:gd name="connsiteX54" fmla="*/ 298987 w 488025"/>
                <a:gd name="connsiteY54" fmla="*/ 37071 h 643122"/>
                <a:gd name="connsiteX55" fmla="*/ 304204 w 488025"/>
                <a:gd name="connsiteY55" fmla="*/ 33606 h 643122"/>
                <a:gd name="connsiteX56" fmla="*/ 309420 w 488025"/>
                <a:gd name="connsiteY56" fmla="*/ 30713 h 643122"/>
                <a:gd name="connsiteX57" fmla="*/ 312617 w 488025"/>
                <a:gd name="connsiteY57" fmla="*/ 26945 h 643122"/>
                <a:gd name="connsiteX58" fmla="*/ 319281 w 488025"/>
                <a:gd name="connsiteY58" fmla="*/ 22303 h 643122"/>
                <a:gd name="connsiteX59" fmla="*/ 319281 w 488025"/>
                <a:gd name="connsiteY59" fmla="*/ 15340 h 643122"/>
                <a:gd name="connsiteX60" fmla="*/ 314805 w 488025"/>
                <a:gd name="connsiteY60" fmla="*/ 11572 h 643122"/>
                <a:gd name="connsiteX61" fmla="*/ 308848 w 488025"/>
                <a:gd name="connsiteY61" fmla="*/ 6661 h 643122"/>
                <a:gd name="connsiteX62" fmla="*/ 308848 w 488025"/>
                <a:gd name="connsiteY62" fmla="*/ 3465 h 643122"/>
                <a:gd name="connsiteX63" fmla="*/ 305516 w 488025"/>
                <a:gd name="connsiteY63" fmla="*/ 0 h 643122"/>
                <a:gd name="connsiteX64" fmla="*/ 296968 w 488025"/>
                <a:gd name="connsiteY64" fmla="*/ 875 h 643122"/>
                <a:gd name="connsiteX65" fmla="*/ 292896 w 488025"/>
                <a:gd name="connsiteY65" fmla="*/ 1177 h 643122"/>
                <a:gd name="connsiteX66" fmla="*/ 289429 w 488025"/>
                <a:gd name="connsiteY66" fmla="*/ 3498 h 643122"/>
                <a:gd name="connsiteX67" fmla="*/ 290574 w 488025"/>
                <a:gd name="connsiteY67" fmla="*/ 10731 h 643122"/>
                <a:gd name="connsiteX68" fmla="*/ 287679 w 488025"/>
                <a:gd name="connsiteY68" fmla="*/ 14196 h 643122"/>
                <a:gd name="connsiteX69" fmla="*/ 283607 w 488025"/>
                <a:gd name="connsiteY69" fmla="*/ 17661 h 643122"/>
                <a:gd name="connsiteX70" fmla="*/ 277819 w 488025"/>
                <a:gd name="connsiteY70" fmla="*/ 23447 h 643122"/>
                <a:gd name="connsiteX71" fmla="*/ 273746 w 488025"/>
                <a:gd name="connsiteY71" fmla="*/ 28661 h 643122"/>
                <a:gd name="connsiteX72" fmla="*/ 266780 w 488025"/>
                <a:gd name="connsiteY72" fmla="*/ 31857 h 643122"/>
                <a:gd name="connsiteX73" fmla="*/ 260991 w 488025"/>
                <a:gd name="connsiteY73" fmla="*/ 34481 h 643122"/>
                <a:gd name="connsiteX74" fmla="*/ 252308 w 488025"/>
                <a:gd name="connsiteY74" fmla="*/ 37071 h 643122"/>
                <a:gd name="connsiteX75" fmla="*/ 245645 w 488025"/>
                <a:gd name="connsiteY75" fmla="*/ 37071 h 643122"/>
                <a:gd name="connsiteX76" fmla="*/ 245409 w 488025"/>
                <a:gd name="connsiteY76" fmla="*/ 36196 h 643122"/>
                <a:gd name="connsiteX77" fmla="*/ 243592 w 488025"/>
                <a:gd name="connsiteY77" fmla="*/ 38652 h 643122"/>
                <a:gd name="connsiteX78" fmla="*/ 238476 w 488025"/>
                <a:gd name="connsiteY78" fmla="*/ 40670 h 643122"/>
                <a:gd name="connsiteX79" fmla="*/ 230736 w 488025"/>
                <a:gd name="connsiteY79" fmla="*/ 44068 h 643122"/>
                <a:gd name="connsiteX80" fmla="*/ 227101 w 488025"/>
                <a:gd name="connsiteY80" fmla="*/ 45716 h 643122"/>
                <a:gd name="connsiteX81" fmla="*/ 217543 w 488025"/>
                <a:gd name="connsiteY81" fmla="*/ 45716 h 643122"/>
                <a:gd name="connsiteX82" fmla="*/ 212764 w 488025"/>
                <a:gd name="connsiteY82" fmla="*/ 38316 h 643122"/>
                <a:gd name="connsiteX83" fmla="*/ 209937 w 488025"/>
                <a:gd name="connsiteY83" fmla="*/ 35591 h 643122"/>
                <a:gd name="connsiteX84" fmla="*/ 204721 w 488025"/>
                <a:gd name="connsiteY84" fmla="*/ 33539 h 643122"/>
                <a:gd name="connsiteX85" fmla="*/ 193211 w 488025"/>
                <a:gd name="connsiteY85" fmla="*/ 33539 h 643122"/>
                <a:gd name="connsiteX86" fmla="*/ 186918 w 488025"/>
                <a:gd name="connsiteY86" fmla="*/ 34851 h 643122"/>
                <a:gd name="connsiteX87" fmla="*/ 178975 w 488025"/>
                <a:gd name="connsiteY87" fmla="*/ 35288 h 643122"/>
                <a:gd name="connsiteX88" fmla="*/ 176687 w 488025"/>
                <a:gd name="connsiteY88" fmla="*/ 39627 h 643122"/>
                <a:gd name="connsiteX89" fmla="*/ 176687 w 488025"/>
                <a:gd name="connsiteY89" fmla="*/ 43092 h 643122"/>
                <a:gd name="connsiteX90" fmla="*/ 174061 w 488025"/>
                <a:gd name="connsiteY90" fmla="*/ 47869 h 643122"/>
                <a:gd name="connsiteX91" fmla="*/ 171235 w 488025"/>
                <a:gd name="connsiteY91" fmla="*/ 51771 h 643122"/>
                <a:gd name="connsiteX92" fmla="*/ 167533 w 488025"/>
                <a:gd name="connsiteY92" fmla="*/ 54160 h 643122"/>
                <a:gd name="connsiteX93" fmla="*/ 162956 w 488025"/>
                <a:gd name="connsiteY93" fmla="*/ 55472 h 643122"/>
                <a:gd name="connsiteX94" fmla="*/ 156426 w 488025"/>
                <a:gd name="connsiteY94" fmla="*/ 58096 h 643122"/>
                <a:gd name="connsiteX95" fmla="*/ 153398 w 488025"/>
                <a:gd name="connsiteY95" fmla="*/ 64184 h 643122"/>
                <a:gd name="connsiteX96" fmla="*/ 152321 w 488025"/>
                <a:gd name="connsiteY96" fmla="*/ 68524 h 643122"/>
                <a:gd name="connsiteX97" fmla="*/ 145792 w 488025"/>
                <a:gd name="connsiteY97" fmla="*/ 71989 h 643122"/>
                <a:gd name="connsiteX98" fmla="*/ 138388 w 488025"/>
                <a:gd name="connsiteY98" fmla="*/ 67010 h 643122"/>
                <a:gd name="connsiteX99" fmla="*/ 132936 w 488025"/>
                <a:gd name="connsiteY99" fmla="*/ 63545 h 643122"/>
                <a:gd name="connsiteX100" fmla="*/ 128157 w 488025"/>
                <a:gd name="connsiteY100" fmla="*/ 67683 h 643122"/>
                <a:gd name="connsiteX101" fmla="*/ 126205 w 488025"/>
                <a:gd name="connsiteY101" fmla="*/ 70946 h 643122"/>
                <a:gd name="connsiteX102" fmla="*/ 122065 w 488025"/>
                <a:gd name="connsiteY102" fmla="*/ 75084 h 643122"/>
                <a:gd name="connsiteX103" fmla="*/ 126407 w 488025"/>
                <a:gd name="connsiteY103" fmla="*/ 83023 h 643122"/>
                <a:gd name="connsiteX104" fmla="*/ 122065 w 488025"/>
                <a:gd name="connsiteY104" fmla="*/ 87463 h 643122"/>
                <a:gd name="connsiteX105" fmla="*/ 114897 w 488025"/>
                <a:gd name="connsiteY105" fmla="*/ 87463 h 643122"/>
                <a:gd name="connsiteX106" fmla="*/ 106214 w 488025"/>
                <a:gd name="connsiteY106" fmla="*/ 87463 h 643122"/>
                <a:gd name="connsiteX107" fmla="*/ 95781 w 488025"/>
                <a:gd name="connsiteY107" fmla="*/ 87463 h 643122"/>
                <a:gd name="connsiteX108" fmla="*/ 92752 w 488025"/>
                <a:gd name="connsiteY108" fmla="*/ 90289 h 643122"/>
                <a:gd name="connsiteX109" fmla="*/ 88848 w 488025"/>
                <a:gd name="connsiteY109" fmla="*/ 94628 h 643122"/>
                <a:gd name="connsiteX110" fmla="*/ 85382 w 488025"/>
                <a:gd name="connsiteY110" fmla="*/ 96142 h 643122"/>
                <a:gd name="connsiteX111" fmla="*/ 77574 w 488025"/>
                <a:gd name="connsiteY111" fmla="*/ 97891 h 643122"/>
                <a:gd name="connsiteX112" fmla="*/ 64516 w 488025"/>
                <a:gd name="connsiteY112" fmla="*/ 97891 h 643122"/>
                <a:gd name="connsiteX113" fmla="*/ 61049 w 488025"/>
                <a:gd name="connsiteY113" fmla="*/ 97891 h 643122"/>
                <a:gd name="connsiteX114" fmla="*/ 60174 w 488025"/>
                <a:gd name="connsiteY114" fmla="*/ 101794 h 643122"/>
                <a:gd name="connsiteX115" fmla="*/ 60174 w 488025"/>
                <a:gd name="connsiteY115" fmla="*/ 103980 h 643122"/>
                <a:gd name="connsiteX116" fmla="*/ 60174 w 488025"/>
                <a:gd name="connsiteY116" fmla="*/ 109194 h 643122"/>
                <a:gd name="connsiteX117" fmla="*/ 57987 w 488025"/>
                <a:gd name="connsiteY117" fmla="*/ 110506 h 643122"/>
                <a:gd name="connsiteX118" fmla="*/ 52568 w 488025"/>
                <a:gd name="connsiteY118" fmla="*/ 111583 h 643122"/>
                <a:gd name="connsiteX119" fmla="*/ 52434 w 488025"/>
                <a:gd name="connsiteY119" fmla="*/ 111650 h 643122"/>
                <a:gd name="connsiteX120" fmla="*/ 50179 w 488025"/>
                <a:gd name="connsiteY120" fmla="*/ 111583 h 643122"/>
                <a:gd name="connsiteX121" fmla="*/ 44087 w 488025"/>
                <a:gd name="connsiteY121" fmla="*/ 111650 h 643122"/>
                <a:gd name="connsiteX122" fmla="*/ 41261 w 488025"/>
                <a:gd name="connsiteY122" fmla="*/ 116158 h 643122"/>
                <a:gd name="connsiteX123" fmla="*/ 38871 w 488025"/>
                <a:gd name="connsiteY123" fmla="*/ 119421 h 643122"/>
                <a:gd name="connsiteX124" fmla="*/ 34092 w 488025"/>
                <a:gd name="connsiteY124" fmla="*/ 123760 h 643122"/>
                <a:gd name="connsiteX125" fmla="*/ 34092 w 488025"/>
                <a:gd name="connsiteY125" fmla="*/ 126586 h 643122"/>
                <a:gd name="connsiteX126" fmla="*/ 35842 w 488025"/>
                <a:gd name="connsiteY126" fmla="*/ 133314 h 643122"/>
                <a:gd name="connsiteX127" fmla="*/ 35842 w 488025"/>
                <a:gd name="connsiteY127" fmla="*/ 140479 h 643122"/>
                <a:gd name="connsiteX128" fmla="*/ 37592 w 488025"/>
                <a:gd name="connsiteY128" fmla="*/ 145929 h 643122"/>
                <a:gd name="connsiteX129" fmla="*/ 45198 w 488025"/>
                <a:gd name="connsiteY129" fmla="*/ 148317 h 643122"/>
                <a:gd name="connsiteX130" fmla="*/ 48900 w 488025"/>
                <a:gd name="connsiteY130" fmla="*/ 148317 h 643122"/>
                <a:gd name="connsiteX131" fmla="*/ 56708 w 488025"/>
                <a:gd name="connsiteY131" fmla="*/ 153969 h 643122"/>
                <a:gd name="connsiteX132" fmla="*/ 57819 w 488025"/>
                <a:gd name="connsiteY132" fmla="*/ 156357 h 643122"/>
                <a:gd name="connsiteX133" fmla="*/ 56069 w 488025"/>
                <a:gd name="connsiteY133" fmla="*/ 166348 h 643122"/>
                <a:gd name="connsiteX134" fmla="*/ 52165 w 488025"/>
                <a:gd name="connsiteY134" fmla="*/ 175262 h 643122"/>
                <a:gd name="connsiteX135" fmla="*/ 49775 w 488025"/>
                <a:gd name="connsiteY135" fmla="*/ 184379 h 643122"/>
                <a:gd name="connsiteX136" fmla="*/ 49775 w 488025"/>
                <a:gd name="connsiteY136" fmla="*/ 188281 h 643122"/>
                <a:gd name="connsiteX137" fmla="*/ 55194 w 488025"/>
                <a:gd name="connsiteY137" fmla="*/ 194807 h 643122"/>
                <a:gd name="connsiteX138" fmla="*/ 62160 w 488025"/>
                <a:gd name="connsiteY138" fmla="*/ 194841 h 643122"/>
                <a:gd name="connsiteX139" fmla="*/ 65189 w 488025"/>
                <a:gd name="connsiteY139" fmla="*/ 196994 h 643122"/>
                <a:gd name="connsiteX140" fmla="*/ 66064 w 488025"/>
                <a:gd name="connsiteY140" fmla="*/ 200694 h 643122"/>
                <a:gd name="connsiteX141" fmla="*/ 65425 w 488025"/>
                <a:gd name="connsiteY141" fmla="*/ 203284 h 643122"/>
                <a:gd name="connsiteX142" fmla="*/ 64112 w 488025"/>
                <a:gd name="connsiteY142" fmla="*/ 206312 h 643122"/>
                <a:gd name="connsiteX143" fmla="*/ 59771 w 488025"/>
                <a:gd name="connsiteY143" fmla="*/ 208498 h 643122"/>
                <a:gd name="connsiteX144" fmla="*/ 62800 w 488025"/>
                <a:gd name="connsiteY144" fmla="*/ 213511 h 643122"/>
                <a:gd name="connsiteX145" fmla="*/ 57348 w 488025"/>
                <a:gd name="connsiteY145" fmla="*/ 220474 h 643122"/>
                <a:gd name="connsiteX146" fmla="*/ 47352 w 488025"/>
                <a:gd name="connsiteY146" fmla="*/ 228077 h 643122"/>
                <a:gd name="connsiteX147" fmla="*/ 40184 w 488025"/>
                <a:gd name="connsiteY147" fmla="*/ 231777 h 643122"/>
                <a:gd name="connsiteX148" fmla="*/ 40823 w 488025"/>
                <a:gd name="connsiteY148" fmla="*/ 235242 h 643122"/>
                <a:gd name="connsiteX149" fmla="*/ 45400 w 488025"/>
                <a:gd name="connsiteY149" fmla="*/ 235242 h 643122"/>
                <a:gd name="connsiteX150" fmla="*/ 47790 w 488025"/>
                <a:gd name="connsiteY150" fmla="*/ 239380 h 643122"/>
                <a:gd name="connsiteX151" fmla="*/ 44962 w 488025"/>
                <a:gd name="connsiteY151" fmla="*/ 244796 h 643122"/>
                <a:gd name="connsiteX152" fmla="*/ 41934 w 488025"/>
                <a:gd name="connsiteY152" fmla="*/ 248260 h 643122"/>
                <a:gd name="connsiteX153" fmla="*/ 34126 w 488025"/>
                <a:gd name="connsiteY153" fmla="*/ 250447 h 643122"/>
                <a:gd name="connsiteX154" fmla="*/ 30861 w 488025"/>
                <a:gd name="connsiteY154" fmla="*/ 251961 h 643122"/>
                <a:gd name="connsiteX155" fmla="*/ 25847 w 488025"/>
                <a:gd name="connsiteY155" fmla="*/ 253037 h 643122"/>
                <a:gd name="connsiteX156" fmla="*/ 22145 w 488025"/>
                <a:gd name="connsiteY156" fmla="*/ 255426 h 643122"/>
                <a:gd name="connsiteX157" fmla="*/ 19755 w 488025"/>
                <a:gd name="connsiteY157" fmla="*/ 258487 h 643122"/>
                <a:gd name="connsiteX158" fmla="*/ 18443 w 488025"/>
                <a:gd name="connsiteY158" fmla="*/ 260875 h 643122"/>
                <a:gd name="connsiteX159" fmla="*/ 18443 w 488025"/>
                <a:gd name="connsiteY159" fmla="*/ 263903 h 643122"/>
                <a:gd name="connsiteX160" fmla="*/ 18443 w 488025"/>
                <a:gd name="connsiteY160" fmla="*/ 269117 h 643122"/>
                <a:gd name="connsiteX161" fmla="*/ 18443 w 488025"/>
                <a:gd name="connsiteY161" fmla="*/ 276081 h 643122"/>
                <a:gd name="connsiteX162" fmla="*/ 16928 w 488025"/>
                <a:gd name="connsiteY162" fmla="*/ 278032 h 643122"/>
                <a:gd name="connsiteX163" fmla="*/ 15616 w 488025"/>
                <a:gd name="connsiteY163" fmla="*/ 280218 h 643122"/>
                <a:gd name="connsiteX164" fmla="*/ 12149 w 488025"/>
                <a:gd name="connsiteY164" fmla="*/ 283279 h 643122"/>
                <a:gd name="connsiteX165" fmla="*/ 9760 w 488025"/>
                <a:gd name="connsiteY165" fmla="*/ 286542 h 643122"/>
                <a:gd name="connsiteX166" fmla="*/ 8683 w 488025"/>
                <a:gd name="connsiteY166" fmla="*/ 289133 h 643122"/>
                <a:gd name="connsiteX167" fmla="*/ 6731 w 488025"/>
                <a:gd name="connsiteY167" fmla="*/ 294549 h 643122"/>
                <a:gd name="connsiteX168" fmla="*/ 3264 w 488025"/>
                <a:gd name="connsiteY168" fmla="*/ 298014 h 643122"/>
                <a:gd name="connsiteX169" fmla="*/ 1750 w 488025"/>
                <a:gd name="connsiteY169" fmla="*/ 299527 h 643122"/>
                <a:gd name="connsiteX170" fmla="*/ 0 w 488025"/>
                <a:gd name="connsiteY170" fmla="*/ 302151 h 643122"/>
                <a:gd name="connsiteX171" fmla="*/ 2625 w 488025"/>
                <a:gd name="connsiteY171" fmla="*/ 305179 h 643122"/>
                <a:gd name="connsiteX172" fmla="*/ 3063 w 488025"/>
                <a:gd name="connsiteY172" fmla="*/ 311032 h 643122"/>
                <a:gd name="connsiteX173" fmla="*/ 3938 w 488025"/>
                <a:gd name="connsiteY173" fmla="*/ 316684 h 643122"/>
                <a:gd name="connsiteX174" fmla="*/ 4577 w 488025"/>
                <a:gd name="connsiteY174" fmla="*/ 317995 h 643122"/>
                <a:gd name="connsiteX175" fmla="*/ 4577 w 488025"/>
                <a:gd name="connsiteY175" fmla="*/ 322133 h 643122"/>
                <a:gd name="connsiteX176" fmla="*/ 7168 w 488025"/>
                <a:gd name="connsiteY176" fmla="*/ 322133 h 643122"/>
                <a:gd name="connsiteX177" fmla="*/ 10669 w 488025"/>
                <a:gd name="connsiteY177" fmla="*/ 324320 h 643122"/>
                <a:gd name="connsiteX178" fmla="*/ 15683 w 488025"/>
                <a:gd name="connsiteY178" fmla="*/ 325632 h 643122"/>
                <a:gd name="connsiteX179" fmla="*/ 19385 w 488025"/>
                <a:gd name="connsiteY179" fmla="*/ 325632 h 643122"/>
                <a:gd name="connsiteX180" fmla="*/ 24837 w 488025"/>
                <a:gd name="connsiteY180" fmla="*/ 321292 h 643122"/>
                <a:gd name="connsiteX181" fmla="*/ 30929 w 488025"/>
                <a:gd name="connsiteY181" fmla="*/ 320418 h 643122"/>
                <a:gd name="connsiteX182" fmla="*/ 34832 w 488025"/>
                <a:gd name="connsiteY182" fmla="*/ 320619 h 643122"/>
                <a:gd name="connsiteX183" fmla="*/ 34597 w 488025"/>
                <a:gd name="connsiteY183" fmla="*/ 322571 h 643122"/>
                <a:gd name="connsiteX184" fmla="*/ 34159 w 488025"/>
                <a:gd name="connsiteY184" fmla="*/ 327347 h 643122"/>
                <a:gd name="connsiteX185" fmla="*/ 33083 w 488025"/>
                <a:gd name="connsiteY185" fmla="*/ 331485 h 643122"/>
                <a:gd name="connsiteX186" fmla="*/ 31770 w 488025"/>
                <a:gd name="connsiteY186" fmla="*/ 335623 h 643122"/>
                <a:gd name="connsiteX187" fmla="*/ 28741 w 488025"/>
                <a:gd name="connsiteY187" fmla="*/ 338246 h 643122"/>
                <a:gd name="connsiteX188" fmla="*/ 26116 w 488025"/>
                <a:gd name="connsiteY188" fmla="*/ 341711 h 643122"/>
                <a:gd name="connsiteX189" fmla="*/ 24164 w 488025"/>
                <a:gd name="connsiteY189" fmla="*/ 344537 h 643122"/>
                <a:gd name="connsiteX190" fmla="*/ 23727 w 488025"/>
                <a:gd name="connsiteY190" fmla="*/ 349751 h 643122"/>
                <a:gd name="connsiteX191" fmla="*/ 25477 w 488025"/>
                <a:gd name="connsiteY191" fmla="*/ 354965 h 643122"/>
                <a:gd name="connsiteX192" fmla="*/ 30255 w 488025"/>
                <a:gd name="connsiteY192" fmla="*/ 360180 h 643122"/>
                <a:gd name="connsiteX193" fmla="*/ 39174 w 488025"/>
                <a:gd name="connsiteY193" fmla="*/ 364755 h 643122"/>
                <a:gd name="connsiteX194" fmla="*/ 40688 w 488025"/>
                <a:gd name="connsiteY194" fmla="*/ 368892 h 643122"/>
                <a:gd name="connsiteX195" fmla="*/ 36347 w 488025"/>
                <a:gd name="connsiteY195" fmla="*/ 374308 h 643122"/>
                <a:gd name="connsiteX196" fmla="*/ 35472 w 488025"/>
                <a:gd name="connsiteY196" fmla="*/ 378009 h 643122"/>
                <a:gd name="connsiteX197" fmla="*/ 35236 w 488025"/>
                <a:gd name="connsiteY197" fmla="*/ 384535 h 643122"/>
                <a:gd name="connsiteX198" fmla="*/ 33049 w 488025"/>
                <a:gd name="connsiteY198" fmla="*/ 388437 h 643122"/>
                <a:gd name="connsiteX199" fmla="*/ 31972 w 488025"/>
                <a:gd name="connsiteY199" fmla="*/ 389749 h 643122"/>
                <a:gd name="connsiteX200" fmla="*/ 31333 w 488025"/>
                <a:gd name="connsiteY200" fmla="*/ 393449 h 643122"/>
                <a:gd name="connsiteX201" fmla="*/ 32208 w 488025"/>
                <a:gd name="connsiteY201" fmla="*/ 397587 h 643122"/>
                <a:gd name="connsiteX202" fmla="*/ 32409 w 488025"/>
                <a:gd name="connsiteY202" fmla="*/ 402599 h 643122"/>
                <a:gd name="connsiteX203" fmla="*/ 34799 w 488025"/>
                <a:gd name="connsiteY203" fmla="*/ 404416 h 643122"/>
                <a:gd name="connsiteX204" fmla="*/ 46612 w 488025"/>
                <a:gd name="connsiteY204" fmla="*/ 405660 h 643122"/>
                <a:gd name="connsiteX205" fmla="*/ 52400 w 488025"/>
                <a:gd name="connsiteY205" fmla="*/ 405660 h 643122"/>
                <a:gd name="connsiteX206" fmla="*/ 58492 w 488025"/>
                <a:gd name="connsiteY206" fmla="*/ 414070 h 643122"/>
                <a:gd name="connsiteX207" fmla="*/ 60242 w 488025"/>
                <a:gd name="connsiteY207" fmla="*/ 417535 h 643122"/>
                <a:gd name="connsiteX208" fmla="*/ 60545 w 488025"/>
                <a:gd name="connsiteY208" fmla="*/ 424196 h 643122"/>
                <a:gd name="connsiteX209" fmla="*/ 57650 w 488025"/>
                <a:gd name="connsiteY209" fmla="*/ 429107 h 643122"/>
                <a:gd name="connsiteX210" fmla="*/ 55900 w 488025"/>
                <a:gd name="connsiteY210" fmla="*/ 432875 h 643122"/>
                <a:gd name="connsiteX211" fmla="*/ 54150 w 488025"/>
                <a:gd name="connsiteY211" fmla="*/ 438964 h 643122"/>
                <a:gd name="connsiteX212" fmla="*/ 53578 w 488025"/>
                <a:gd name="connsiteY212" fmla="*/ 445624 h 643122"/>
                <a:gd name="connsiteX213" fmla="*/ 49237 w 488025"/>
                <a:gd name="connsiteY213" fmla="*/ 448820 h 643122"/>
                <a:gd name="connsiteX214" fmla="*/ 47217 w 488025"/>
                <a:gd name="connsiteY214" fmla="*/ 452016 h 643122"/>
                <a:gd name="connsiteX215" fmla="*/ 46342 w 488025"/>
                <a:gd name="connsiteY215" fmla="*/ 456591 h 643122"/>
                <a:gd name="connsiteX216" fmla="*/ 46915 w 488025"/>
                <a:gd name="connsiteY216" fmla="*/ 459551 h 643122"/>
                <a:gd name="connsiteX217" fmla="*/ 50684 w 488025"/>
                <a:gd name="connsiteY217" fmla="*/ 459551 h 643122"/>
                <a:gd name="connsiteX218" fmla="*/ 56472 w 488025"/>
                <a:gd name="connsiteY218" fmla="*/ 456725 h 643122"/>
                <a:gd name="connsiteX219" fmla="*/ 64886 w 488025"/>
                <a:gd name="connsiteY219" fmla="*/ 453160 h 643122"/>
                <a:gd name="connsiteX220" fmla="*/ 69228 w 488025"/>
                <a:gd name="connsiteY220" fmla="*/ 452285 h 643122"/>
                <a:gd name="connsiteX221" fmla="*/ 72997 w 488025"/>
                <a:gd name="connsiteY221" fmla="*/ 452588 h 643122"/>
                <a:gd name="connsiteX222" fmla="*/ 75891 w 488025"/>
                <a:gd name="connsiteY222" fmla="*/ 456725 h 643122"/>
                <a:gd name="connsiteX223" fmla="*/ 74747 w 488025"/>
                <a:gd name="connsiteY223" fmla="*/ 459551 h 643122"/>
                <a:gd name="connsiteX224" fmla="*/ 71852 w 488025"/>
                <a:gd name="connsiteY224" fmla="*/ 463016 h 643122"/>
                <a:gd name="connsiteX225" fmla="*/ 66636 w 488025"/>
                <a:gd name="connsiteY225" fmla="*/ 465640 h 643122"/>
                <a:gd name="connsiteX226" fmla="*/ 61117 w 488025"/>
                <a:gd name="connsiteY226" fmla="*/ 467658 h 643122"/>
                <a:gd name="connsiteX227" fmla="*/ 54150 w 488025"/>
                <a:gd name="connsiteY227" fmla="*/ 471123 h 643122"/>
                <a:gd name="connsiteX228" fmla="*/ 52131 w 488025"/>
                <a:gd name="connsiteY228" fmla="*/ 476337 h 643122"/>
                <a:gd name="connsiteX229" fmla="*/ 52400 w 488025"/>
                <a:gd name="connsiteY229" fmla="*/ 483570 h 643122"/>
                <a:gd name="connsiteX230" fmla="*/ 52972 w 488025"/>
                <a:gd name="connsiteY230" fmla="*/ 487909 h 643122"/>
                <a:gd name="connsiteX231" fmla="*/ 51391 w 488025"/>
                <a:gd name="connsiteY231" fmla="*/ 491105 h 643122"/>
                <a:gd name="connsiteX232" fmla="*/ 48059 w 488025"/>
                <a:gd name="connsiteY232" fmla="*/ 497766 h 643122"/>
                <a:gd name="connsiteX233" fmla="*/ 48059 w 488025"/>
                <a:gd name="connsiteY233" fmla="*/ 500356 h 643122"/>
                <a:gd name="connsiteX234" fmla="*/ 45736 w 488025"/>
                <a:gd name="connsiteY234" fmla="*/ 504998 h 643122"/>
                <a:gd name="connsiteX235" fmla="*/ 45165 w 488025"/>
                <a:gd name="connsiteY235" fmla="*/ 510515 h 643122"/>
                <a:gd name="connsiteX236" fmla="*/ 44862 w 488025"/>
                <a:gd name="connsiteY236" fmla="*/ 513711 h 643122"/>
                <a:gd name="connsiteX237" fmla="*/ 45434 w 488025"/>
                <a:gd name="connsiteY237" fmla="*/ 519800 h 643122"/>
                <a:gd name="connsiteX238" fmla="*/ 48631 w 488025"/>
                <a:gd name="connsiteY238" fmla="*/ 521818 h 643122"/>
                <a:gd name="connsiteX239" fmla="*/ 49775 w 488025"/>
                <a:gd name="connsiteY239" fmla="*/ 524711 h 643122"/>
                <a:gd name="connsiteX240" fmla="*/ 48631 w 488025"/>
                <a:gd name="connsiteY240" fmla="*/ 529622 h 643122"/>
                <a:gd name="connsiteX241" fmla="*/ 47487 w 488025"/>
                <a:gd name="connsiteY241" fmla="*/ 533390 h 643122"/>
                <a:gd name="connsiteX242" fmla="*/ 48934 w 488025"/>
                <a:gd name="connsiteY242" fmla="*/ 536586 h 643122"/>
                <a:gd name="connsiteX243" fmla="*/ 47924 w 488025"/>
                <a:gd name="connsiteY243" fmla="*/ 541228 h 643122"/>
                <a:gd name="connsiteX244" fmla="*/ 52838 w 488025"/>
                <a:gd name="connsiteY244" fmla="*/ 541531 h 643122"/>
                <a:gd name="connsiteX245" fmla="*/ 59501 w 488025"/>
                <a:gd name="connsiteY245" fmla="*/ 546005 h 643122"/>
                <a:gd name="connsiteX246" fmla="*/ 60948 w 488025"/>
                <a:gd name="connsiteY246" fmla="*/ 553103 h 643122"/>
                <a:gd name="connsiteX247" fmla="*/ 59939 w 488025"/>
                <a:gd name="connsiteY247" fmla="*/ 553977 h 643122"/>
                <a:gd name="connsiteX248" fmla="*/ 61958 w 488025"/>
                <a:gd name="connsiteY248" fmla="*/ 558048 h 643122"/>
                <a:gd name="connsiteX249" fmla="*/ 67175 w 488025"/>
                <a:gd name="connsiteY249" fmla="*/ 558182 h 643122"/>
                <a:gd name="connsiteX250" fmla="*/ 72391 w 488025"/>
                <a:gd name="connsiteY250" fmla="*/ 551959 h 643122"/>
                <a:gd name="connsiteX251" fmla="*/ 75588 w 488025"/>
                <a:gd name="connsiteY251" fmla="*/ 548629 h 643122"/>
                <a:gd name="connsiteX252" fmla="*/ 78483 w 488025"/>
                <a:gd name="connsiteY252" fmla="*/ 546610 h 643122"/>
                <a:gd name="connsiteX253" fmla="*/ 82117 w 488025"/>
                <a:gd name="connsiteY253" fmla="*/ 547788 h 643122"/>
                <a:gd name="connsiteX254" fmla="*/ 87906 w 488025"/>
                <a:gd name="connsiteY254" fmla="*/ 553002 h 643122"/>
                <a:gd name="connsiteX255" fmla="*/ 89925 w 488025"/>
                <a:gd name="connsiteY255" fmla="*/ 554146 h 643122"/>
                <a:gd name="connsiteX256" fmla="*/ 94132 w 488025"/>
                <a:gd name="connsiteY256" fmla="*/ 552834 h 643122"/>
                <a:gd name="connsiteX257" fmla="*/ 98204 w 488025"/>
                <a:gd name="connsiteY257" fmla="*/ 549369 h 643122"/>
                <a:gd name="connsiteX258" fmla="*/ 102983 w 488025"/>
                <a:gd name="connsiteY258" fmla="*/ 546476 h 643122"/>
                <a:gd name="connsiteX259" fmla="*/ 105743 w 488025"/>
                <a:gd name="connsiteY259" fmla="*/ 543280 h 643122"/>
                <a:gd name="connsiteX260" fmla="*/ 108200 w 488025"/>
                <a:gd name="connsiteY260" fmla="*/ 541699 h 643122"/>
                <a:gd name="connsiteX261" fmla="*/ 109781 w 488025"/>
                <a:gd name="connsiteY261" fmla="*/ 541127 h 643122"/>
                <a:gd name="connsiteX262" fmla="*/ 113988 w 488025"/>
                <a:gd name="connsiteY262" fmla="*/ 544895 h 643122"/>
                <a:gd name="connsiteX263" fmla="*/ 117455 w 488025"/>
                <a:gd name="connsiteY263" fmla="*/ 546476 h 643122"/>
                <a:gd name="connsiteX264" fmla="*/ 121359 w 488025"/>
                <a:gd name="connsiteY264" fmla="*/ 550546 h 643122"/>
                <a:gd name="connsiteX265" fmla="*/ 124118 w 488025"/>
                <a:gd name="connsiteY265" fmla="*/ 552867 h 643122"/>
                <a:gd name="connsiteX266" fmla="*/ 126137 w 488025"/>
                <a:gd name="connsiteY266" fmla="*/ 555626 h 643122"/>
                <a:gd name="connsiteX267" fmla="*/ 128460 w 488025"/>
                <a:gd name="connsiteY267" fmla="*/ 559259 h 643122"/>
                <a:gd name="connsiteX268" fmla="*/ 129032 w 488025"/>
                <a:gd name="connsiteY268" fmla="*/ 563161 h 643122"/>
                <a:gd name="connsiteX269" fmla="*/ 128325 w 488025"/>
                <a:gd name="connsiteY269" fmla="*/ 565348 h 643122"/>
                <a:gd name="connsiteX270" fmla="*/ 128762 w 488025"/>
                <a:gd name="connsiteY270" fmla="*/ 567669 h 643122"/>
                <a:gd name="connsiteX271" fmla="*/ 130075 w 488025"/>
                <a:gd name="connsiteY271" fmla="*/ 570696 h 643122"/>
                <a:gd name="connsiteX272" fmla="*/ 130647 w 488025"/>
                <a:gd name="connsiteY272" fmla="*/ 573455 h 643122"/>
                <a:gd name="connsiteX273" fmla="*/ 129772 w 488025"/>
                <a:gd name="connsiteY273" fmla="*/ 574767 h 643122"/>
                <a:gd name="connsiteX274" fmla="*/ 125431 w 488025"/>
                <a:gd name="connsiteY274" fmla="*/ 577223 h 643122"/>
                <a:gd name="connsiteX275" fmla="*/ 123815 w 488025"/>
                <a:gd name="connsiteY275" fmla="*/ 578972 h 643122"/>
                <a:gd name="connsiteX276" fmla="*/ 116411 w 488025"/>
                <a:gd name="connsiteY276" fmla="*/ 581865 h 643122"/>
                <a:gd name="connsiteX277" fmla="*/ 114661 w 488025"/>
                <a:gd name="connsiteY277" fmla="*/ 582302 h 643122"/>
                <a:gd name="connsiteX278" fmla="*/ 111195 w 488025"/>
                <a:gd name="connsiteY278" fmla="*/ 584758 h 643122"/>
                <a:gd name="connsiteX279" fmla="*/ 107291 w 488025"/>
                <a:gd name="connsiteY279" fmla="*/ 588828 h 643122"/>
                <a:gd name="connsiteX280" fmla="*/ 105137 w 488025"/>
                <a:gd name="connsiteY280" fmla="*/ 591418 h 643122"/>
                <a:gd name="connsiteX281" fmla="*/ 100493 w 488025"/>
                <a:gd name="connsiteY281" fmla="*/ 595186 h 643122"/>
                <a:gd name="connsiteX282" fmla="*/ 99617 w 488025"/>
                <a:gd name="connsiteY282" fmla="*/ 598516 h 643122"/>
                <a:gd name="connsiteX283" fmla="*/ 99180 w 488025"/>
                <a:gd name="connsiteY283" fmla="*/ 601847 h 643122"/>
                <a:gd name="connsiteX284" fmla="*/ 99315 w 488025"/>
                <a:gd name="connsiteY284" fmla="*/ 603428 h 643122"/>
                <a:gd name="connsiteX285" fmla="*/ 96858 w 488025"/>
                <a:gd name="connsiteY285" fmla="*/ 612275 h 643122"/>
                <a:gd name="connsiteX286" fmla="*/ 92954 w 488025"/>
                <a:gd name="connsiteY286" fmla="*/ 616783 h 643122"/>
                <a:gd name="connsiteX287" fmla="*/ 90935 w 488025"/>
                <a:gd name="connsiteY287" fmla="*/ 619373 h 643122"/>
                <a:gd name="connsiteX288" fmla="*/ 87468 w 488025"/>
                <a:gd name="connsiteY288" fmla="*/ 622569 h 643122"/>
                <a:gd name="connsiteX289" fmla="*/ 83396 w 488025"/>
                <a:gd name="connsiteY289" fmla="*/ 624015 h 643122"/>
                <a:gd name="connsiteX290" fmla="*/ 80064 w 488025"/>
                <a:gd name="connsiteY290" fmla="*/ 625327 h 643122"/>
                <a:gd name="connsiteX291" fmla="*/ 77473 w 488025"/>
                <a:gd name="connsiteY291" fmla="*/ 628220 h 643122"/>
                <a:gd name="connsiteX292" fmla="*/ 79189 w 488025"/>
                <a:gd name="connsiteY292" fmla="*/ 631853 h 643122"/>
                <a:gd name="connsiteX293" fmla="*/ 83093 w 488025"/>
                <a:gd name="connsiteY293" fmla="*/ 633872 h 643122"/>
                <a:gd name="connsiteX294" fmla="*/ 88882 w 488025"/>
                <a:gd name="connsiteY294" fmla="*/ 636899 h 643122"/>
                <a:gd name="connsiteX295" fmla="*/ 90632 w 488025"/>
                <a:gd name="connsiteY295" fmla="*/ 637908 h 643122"/>
                <a:gd name="connsiteX296" fmla="*/ 93526 w 488025"/>
                <a:gd name="connsiteY296" fmla="*/ 639052 h 643122"/>
                <a:gd name="connsiteX297" fmla="*/ 100762 w 488025"/>
                <a:gd name="connsiteY297" fmla="*/ 643123 h 643122"/>
                <a:gd name="connsiteX298" fmla="*/ 106113 w 488025"/>
                <a:gd name="connsiteY298" fmla="*/ 642820 h 643122"/>
                <a:gd name="connsiteX299" fmla="*/ 111464 w 488025"/>
                <a:gd name="connsiteY299" fmla="*/ 641945 h 643122"/>
                <a:gd name="connsiteX300" fmla="*/ 119575 w 488025"/>
                <a:gd name="connsiteY300" fmla="*/ 641071 h 643122"/>
                <a:gd name="connsiteX301" fmla="*/ 122907 w 488025"/>
                <a:gd name="connsiteY301" fmla="*/ 639759 h 643122"/>
                <a:gd name="connsiteX302" fmla="*/ 125229 w 488025"/>
                <a:gd name="connsiteY302" fmla="*/ 638447 h 643122"/>
                <a:gd name="connsiteX303" fmla="*/ 127686 w 488025"/>
                <a:gd name="connsiteY303" fmla="*/ 636260 h 643122"/>
                <a:gd name="connsiteX304" fmla="*/ 131589 w 488025"/>
                <a:gd name="connsiteY304" fmla="*/ 637269 h 643122"/>
                <a:gd name="connsiteX305" fmla="*/ 134618 w 488025"/>
                <a:gd name="connsiteY305" fmla="*/ 637404 h 643122"/>
                <a:gd name="connsiteX306" fmla="*/ 137378 w 488025"/>
                <a:gd name="connsiteY306" fmla="*/ 635385 h 643122"/>
                <a:gd name="connsiteX307" fmla="*/ 138960 w 488025"/>
                <a:gd name="connsiteY307" fmla="*/ 634073 h 643122"/>
                <a:gd name="connsiteX308" fmla="*/ 140979 w 488025"/>
                <a:gd name="connsiteY308" fmla="*/ 633636 h 643122"/>
                <a:gd name="connsiteX309" fmla="*/ 144883 w 488025"/>
                <a:gd name="connsiteY309" fmla="*/ 634343 h 643122"/>
                <a:gd name="connsiteX310" fmla="*/ 146902 w 488025"/>
                <a:gd name="connsiteY310" fmla="*/ 635655 h 643122"/>
                <a:gd name="connsiteX311" fmla="*/ 151109 w 488025"/>
                <a:gd name="connsiteY311" fmla="*/ 635520 h 643122"/>
                <a:gd name="connsiteX312" fmla="*/ 153499 w 488025"/>
                <a:gd name="connsiteY312" fmla="*/ 633064 h 643122"/>
                <a:gd name="connsiteX313" fmla="*/ 154003 w 488025"/>
                <a:gd name="connsiteY313" fmla="*/ 630171 h 643122"/>
                <a:gd name="connsiteX314" fmla="*/ 154003 w 488025"/>
                <a:gd name="connsiteY314" fmla="*/ 627278 h 643122"/>
                <a:gd name="connsiteX315" fmla="*/ 155451 w 488025"/>
                <a:gd name="connsiteY315" fmla="*/ 625966 h 643122"/>
                <a:gd name="connsiteX316" fmla="*/ 158210 w 488025"/>
                <a:gd name="connsiteY316" fmla="*/ 623645 h 643122"/>
                <a:gd name="connsiteX317" fmla="*/ 162855 w 488025"/>
                <a:gd name="connsiteY317" fmla="*/ 622905 h 643122"/>
                <a:gd name="connsiteX318" fmla="*/ 165311 w 488025"/>
                <a:gd name="connsiteY318" fmla="*/ 622905 h 643122"/>
                <a:gd name="connsiteX319" fmla="*/ 167330 w 488025"/>
                <a:gd name="connsiteY319" fmla="*/ 620584 h 643122"/>
                <a:gd name="connsiteX320" fmla="*/ 171369 w 488025"/>
                <a:gd name="connsiteY320" fmla="*/ 619407 h 643122"/>
                <a:gd name="connsiteX321" fmla="*/ 173557 w 488025"/>
                <a:gd name="connsiteY321" fmla="*/ 619104 h 643122"/>
                <a:gd name="connsiteX322" fmla="*/ 178639 w 488025"/>
                <a:gd name="connsiteY322" fmla="*/ 618801 h 643122"/>
                <a:gd name="connsiteX323" fmla="*/ 182408 w 488025"/>
                <a:gd name="connsiteY323" fmla="*/ 618936 h 643122"/>
                <a:gd name="connsiteX324" fmla="*/ 185908 w 488025"/>
                <a:gd name="connsiteY324" fmla="*/ 618801 h 643122"/>
                <a:gd name="connsiteX325" fmla="*/ 190384 w 488025"/>
                <a:gd name="connsiteY325" fmla="*/ 616783 h 643122"/>
                <a:gd name="connsiteX326" fmla="*/ 192706 w 488025"/>
                <a:gd name="connsiteY326" fmla="*/ 614461 h 643122"/>
                <a:gd name="connsiteX327" fmla="*/ 198798 w 488025"/>
                <a:gd name="connsiteY327" fmla="*/ 611770 h 643122"/>
                <a:gd name="connsiteX328" fmla="*/ 200110 w 488025"/>
                <a:gd name="connsiteY328" fmla="*/ 610694 h 643122"/>
                <a:gd name="connsiteX329" fmla="*/ 205327 w 488025"/>
                <a:gd name="connsiteY329" fmla="*/ 610694 h 643122"/>
                <a:gd name="connsiteX330" fmla="*/ 210106 w 488025"/>
                <a:gd name="connsiteY330" fmla="*/ 614596 h 643122"/>
                <a:gd name="connsiteX331" fmla="*/ 216197 w 488025"/>
                <a:gd name="connsiteY331" fmla="*/ 619945 h 643122"/>
                <a:gd name="connsiteX332" fmla="*/ 222154 w 488025"/>
                <a:gd name="connsiteY332" fmla="*/ 626336 h 643122"/>
                <a:gd name="connsiteX333" fmla="*/ 225048 w 488025"/>
                <a:gd name="connsiteY333" fmla="*/ 629095 h 643122"/>
                <a:gd name="connsiteX334" fmla="*/ 228683 w 488025"/>
                <a:gd name="connsiteY334" fmla="*/ 631281 h 643122"/>
                <a:gd name="connsiteX335" fmla="*/ 232015 w 488025"/>
                <a:gd name="connsiteY335" fmla="*/ 632291 h 643122"/>
                <a:gd name="connsiteX336" fmla="*/ 236928 w 488025"/>
                <a:gd name="connsiteY336" fmla="*/ 634309 h 643122"/>
                <a:gd name="connsiteX337" fmla="*/ 240698 w 488025"/>
                <a:gd name="connsiteY337" fmla="*/ 635184 h 643122"/>
                <a:gd name="connsiteX338" fmla="*/ 243592 w 488025"/>
                <a:gd name="connsiteY338" fmla="*/ 633737 h 643122"/>
                <a:gd name="connsiteX339" fmla="*/ 245174 w 488025"/>
                <a:gd name="connsiteY339" fmla="*/ 629397 h 643122"/>
                <a:gd name="connsiteX340" fmla="*/ 245477 w 488025"/>
                <a:gd name="connsiteY340" fmla="*/ 626370 h 643122"/>
                <a:gd name="connsiteX341" fmla="*/ 245039 w 488025"/>
                <a:gd name="connsiteY341" fmla="*/ 621156 h 643122"/>
                <a:gd name="connsiteX342" fmla="*/ 240260 w 488025"/>
                <a:gd name="connsiteY342" fmla="*/ 615942 h 643122"/>
                <a:gd name="connsiteX343" fmla="*/ 238510 w 488025"/>
                <a:gd name="connsiteY343" fmla="*/ 613318 h 643122"/>
                <a:gd name="connsiteX344" fmla="*/ 235448 w 488025"/>
                <a:gd name="connsiteY344" fmla="*/ 609416 h 643122"/>
                <a:gd name="connsiteX345" fmla="*/ 236895 w 488025"/>
                <a:gd name="connsiteY345" fmla="*/ 604067 h 643122"/>
                <a:gd name="connsiteX346" fmla="*/ 239217 w 488025"/>
                <a:gd name="connsiteY346" fmla="*/ 601039 h 643122"/>
                <a:gd name="connsiteX347" fmla="*/ 243121 w 488025"/>
                <a:gd name="connsiteY347" fmla="*/ 598584 h 643122"/>
                <a:gd name="connsiteX348" fmla="*/ 244433 w 488025"/>
                <a:gd name="connsiteY348" fmla="*/ 596397 h 643122"/>
                <a:gd name="connsiteX349" fmla="*/ 247631 w 488025"/>
                <a:gd name="connsiteY349" fmla="*/ 594211 h 643122"/>
                <a:gd name="connsiteX350" fmla="*/ 249515 w 488025"/>
                <a:gd name="connsiteY350" fmla="*/ 591889 h 643122"/>
                <a:gd name="connsiteX351" fmla="*/ 253352 w 488025"/>
                <a:gd name="connsiteY351" fmla="*/ 589198 h 643122"/>
                <a:gd name="connsiteX352" fmla="*/ 251400 w 488025"/>
                <a:gd name="connsiteY352" fmla="*/ 579005 h 643122"/>
                <a:gd name="connsiteX353" fmla="*/ 251400 w 488025"/>
                <a:gd name="connsiteY353" fmla="*/ 571605 h 643122"/>
                <a:gd name="connsiteX354" fmla="*/ 244433 w 488025"/>
                <a:gd name="connsiteY354" fmla="*/ 565314 h 643122"/>
                <a:gd name="connsiteX355" fmla="*/ 244433 w 488025"/>
                <a:gd name="connsiteY355" fmla="*/ 557711 h 643122"/>
                <a:gd name="connsiteX356" fmla="*/ 255068 w 488025"/>
                <a:gd name="connsiteY356" fmla="*/ 550109 h 643122"/>
                <a:gd name="connsiteX357" fmla="*/ 258333 w 488025"/>
                <a:gd name="connsiteY357" fmla="*/ 542506 h 643122"/>
                <a:gd name="connsiteX358" fmla="*/ 261362 w 488025"/>
                <a:gd name="connsiteY358" fmla="*/ 530564 h 643122"/>
                <a:gd name="connsiteX359" fmla="*/ 262472 w 488025"/>
                <a:gd name="connsiteY359" fmla="*/ 519934 h 643122"/>
                <a:gd name="connsiteX360" fmla="*/ 264626 w 488025"/>
                <a:gd name="connsiteY360" fmla="*/ 514081 h 643122"/>
                <a:gd name="connsiteX361" fmla="*/ 262876 w 488025"/>
                <a:gd name="connsiteY361" fmla="*/ 508631 h 643122"/>
                <a:gd name="connsiteX362" fmla="*/ 262674 w 488025"/>
                <a:gd name="connsiteY362" fmla="*/ 502105 h 643122"/>
                <a:gd name="connsiteX363" fmla="*/ 268328 w 488025"/>
                <a:gd name="connsiteY363" fmla="*/ 498842 h 643122"/>
                <a:gd name="connsiteX364" fmla="*/ 271794 w 488025"/>
                <a:gd name="connsiteY364" fmla="*/ 489726 h 643122"/>
                <a:gd name="connsiteX365" fmla="*/ 270482 w 488025"/>
                <a:gd name="connsiteY365" fmla="*/ 484512 h 643122"/>
                <a:gd name="connsiteX366" fmla="*/ 272636 w 488025"/>
                <a:gd name="connsiteY366" fmla="*/ 479499 h 643122"/>
                <a:gd name="connsiteX367" fmla="*/ 276775 w 488025"/>
                <a:gd name="connsiteY367" fmla="*/ 476472 h 643122"/>
                <a:gd name="connsiteX368" fmla="*/ 280477 w 488025"/>
                <a:gd name="connsiteY368" fmla="*/ 475597 h 643122"/>
                <a:gd name="connsiteX369" fmla="*/ 287208 w 488025"/>
                <a:gd name="connsiteY369" fmla="*/ 471258 h 643122"/>
                <a:gd name="connsiteX370" fmla="*/ 291785 w 488025"/>
                <a:gd name="connsiteY370" fmla="*/ 467995 h 643122"/>
                <a:gd name="connsiteX371" fmla="*/ 294612 w 488025"/>
                <a:gd name="connsiteY371" fmla="*/ 462579 h 643122"/>
                <a:gd name="connsiteX372" fmla="*/ 297439 w 488025"/>
                <a:gd name="connsiteY372" fmla="*/ 457163 h 643122"/>
                <a:gd name="connsiteX373" fmla="*/ 299391 w 488025"/>
                <a:gd name="connsiteY373" fmla="*/ 454337 h 643122"/>
                <a:gd name="connsiteX374" fmla="*/ 301545 w 488025"/>
                <a:gd name="connsiteY374" fmla="*/ 452823 h 643122"/>
                <a:gd name="connsiteX375" fmla="*/ 306324 w 488025"/>
                <a:gd name="connsiteY375" fmla="*/ 449997 h 643122"/>
                <a:gd name="connsiteX376" fmla="*/ 307637 w 488025"/>
                <a:gd name="connsiteY376" fmla="*/ 445994 h 643122"/>
                <a:gd name="connsiteX377" fmla="*/ 304810 w 488025"/>
                <a:gd name="connsiteY377" fmla="*/ 443942 h 643122"/>
                <a:gd name="connsiteX378" fmla="*/ 299156 w 488025"/>
                <a:gd name="connsiteY378" fmla="*/ 443942 h 643122"/>
                <a:gd name="connsiteX379" fmla="*/ 293939 w 488025"/>
                <a:gd name="connsiteY379" fmla="*/ 443942 h 643122"/>
                <a:gd name="connsiteX380" fmla="*/ 291314 w 488025"/>
                <a:gd name="connsiteY380" fmla="*/ 439367 h 643122"/>
                <a:gd name="connsiteX381" fmla="*/ 291314 w 488025"/>
                <a:gd name="connsiteY381" fmla="*/ 436104 h 643122"/>
                <a:gd name="connsiteX382" fmla="*/ 294141 w 488025"/>
                <a:gd name="connsiteY382" fmla="*/ 429814 h 643122"/>
                <a:gd name="connsiteX383" fmla="*/ 297843 w 488025"/>
                <a:gd name="connsiteY383" fmla="*/ 424599 h 643122"/>
                <a:gd name="connsiteX384" fmla="*/ 305011 w 488025"/>
                <a:gd name="connsiteY384" fmla="*/ 420260 h 643122"/>
                <a:gd name="connsiteX385" fmla="*/ 308276 w 488025"/>
                <a:gd name="connsiteY385" fmla="*/ 417434 h 643122"/>
                <a:gd name="connsiteX386" fmla="*/ 314132 w 488025"/>
                <a:gd name="connsiteY386" fmla="*/ 414407 h 643122"/>
                <a:gd name="connsiteX387" fmla="*/ 317161 w 488025"/>
                <a:gd name="connsiteY387" fmla="*/ 409428 h 643122"/>
                <a:gd name="connsiteX388" fmla="*/ 316522 w 488025"/>
                <a:gd name="connsiteY388" fmla="*/ 403575 h 643122"/>
                <a:gd name="connsiteX389" fmla="*/ 312180 w 488025"/>
                <a:gd name="connsiteY389" fmla="*/ 397486 h 643122"/>
                <a:gd name="connsiteX390" fmla="*/ 307603 w 488025"/>
                <a:gd name="connsiteY390" fmla="*/ 391633 h 643122"/>
                <a:gd name="connsiteX391" fmla="*/ 304136 w 488025"/>
                <a:gd name="connsiteY391" fmla="*/ 384030 h 643122"/>
                <a:gd name="connsiteX392" fmla="*/ 299559 w 488025"/>
                <a:gd name="connsiteY392" fmla="*/ 380330 h 643122"/>
                <a:gd name="connsiteX393" fmla="*/ 299122 w 488025"/>
                <a:gd name="connsiteY393" fmla="*/ 374039 h 643122"/>
                <a:gd name="connsiteX394" fmla="*/ 303026 w 488025"/>
                <a:gd name="connsiteY394" fmla="*/ 371852 h 643122"/>
                <a:gd name="connsiteX395" fmla="*/ 305214 w 488025"/>
                <a:gd name="connsiteY395" fmla="*/ 369027 h 643122"/>
                <a:gd name="connsiteX396" fmla="*/ 309117 w 488025"/>
                <a:gd name="connsiteY396" fmla="*/ 360987 h 643122"/>
                <a:gd name="connsiteX397" fmla="*/ 313896 w 488025"/>
                <a:gd name="connsiteY397" fmla="*/ 356647 h 643122"/>
                <a:gd name="connsiteX398" fmla="*/ 318238 w 488025"/>
                <a:gd name="connsiteY398" fmla="*/ 351231 h 643122"/>
                <a:gd name="connsiteX399" fmla="*/ 329310 w 488025"/>
                <a:gd name="connsiteY399" fmla="*/ 343629 h 643122"/>
                <a:gd name="connsiteX400" fmla="*/ 338431 w 488025"/>
                <a:gd name="connsiteY400" fmla="*/ 342552 h 643122"/>
                <a:gd name="connsiteX401" fmla="*/ 344959 w 488025"/>
                <a:gd name="connsiteY401" fmla="*/ 341913 h 643122"/>
                <a:gd name="connsiteX402" fmla="*/ 351253 w 488025"/>
                <a:gd name="connsiteY402" fmla="*/ 335387 h 643122"/>
                <a:gd name="connsiteX403" fmla="*/ 354080 w 488025"/>
                <a:gd name="connsiteY403" fmla="*/ 332999 h 643122"/>
                <a:gd name="connsiteX404" fmla="*/ 356671 w 488025"/>
                <a:gd name="connsiteY404" fmla="*/ 327785 h 643122"/>
                <a:gd name="connsiteX405" fmla="*/ 359061 w 488025"/>
                <a:gd name="connsiteY405" fmla="*/ 322133 h 643122"/>
                <a:gd name="connsiteX406" fmla="*/ 363099 w 488025"/>
                <a:gd name="connsiteY406" fmla="*/ 318231 h 643122"/>
                <a:gd name="connsiteX407" fmla="*/ 366027 w 488025"/>
                <a:gd name="connsiteY407" fmla="*/ 313454 h 643122"/>
                <a:gd name="connsiteX408" fmla="*/ 366027 w 488025"/>
                <a:gd name="connsiteY408" fmla="*/ 309316 h 643122"/>
                <a:gd name="connsiteX409" fmla="*/ 363638 w 488025"/>
                <a:gd name="connsiteY409" fmla="*/ 304304 h 643122"/>
                <a:gd name="connsiteX410" fmla="*/ 360374 w 488025"/>
                <a:gd name="connsiteY410" fmla="*/ 303228 h 643122"/>
                <a:gd name="connsiteX411" fmla="*/ 357984 w 488025"/>
                <a:gd name="connsiteY411" fmla="*/ 299325 h 643122"/>
                <a:gd name="connsiteX412" fmla="*/ 358186 w 488025"/>
                <a:gd name="connsiteY412" fmla="*/ 293472 h 643122"/>
                <a:gd name="connsiteX413" fmla="*/ 355998 w 488025"/>
                <a:gd name="connsiteY413" fmla="*/ 289335 h 643122"/>
                <a:gd name="connsiteX414" fmla="*/ 352094 w 488025"/>
                <a:gd name="connsiteY414" fmla="*/ 287383 h 643122"/>
                <a:gd name="connsiteX415" fmla="*/ 345801 w 488025"/>
                <a:gd name="connsiteY415" fmla="*/ 283919 h 643122"/>
                <a:gd name="connsiteX416" fmla="*/ 347113 w 488025"/>
                <a:gd name="connsiteY416" fmla="*/ 280655 h 643122"/>
                <a:gd name="connsiteX417" fmla="*/ 348191 w 488025"/>
                <a:gd name="connsiteY417" fmla="*/ 276081 h 643122"/>
                <a:gd name="connsiteX418" fmla="*/ 352330 w 488025"/>
                <a:gd name="connsiteY418" fmla="*/ 271943 h 643122"/>
                <a:gd name="connsiteX419" fmla="*/ 359936 w 488025"/>
                <a:gd name="connsiteY419" fmla="*/ 268041 h 643122"/>
                <a:gd name="connsiteX420" fmla="*/ 365152 w 488025"/>
                <a:gd name="connsiteY420" fmla="*/ 265652 h 643122"/>
                <a:gd name="connsiteX421" fmla="*/ 372119 w 488025"/>
                <a:gd name="connsiteY421" fmla="*/ 260438 h 643122"/>
                <a:gd name="connsiteX422" fmla="*/ 374946 w 488025"/>
                <a:gd name="connsiteY422" fmla="*/ 255863 h 643122"/>
                <a:gd name="connsiteX423" fmla="*/ 375383 w 488025"/>
                <a:gd name="connsiteY423" fmla="*/ 248698 h 643122"/>
                <a:gd name="connsiteX424" fmla="*/ 376023 w 488025"/>
                <a:gd name="connsiteY424" fmla="*/ 246511 h 643122"/>
                <a:gd name="connsiteX425" fmla="*/ 379725 w 488025"/>
                <a:gd name="connsiteY425" fmla="*/ 243450 h 643122"/>
                <a:gd name="connsiteX426" fmla="*/ 384941 w 488025"/>
                <a:gd name="connsiteY426" fmla="*/ 241701 h 643122"/>
                <a:gd name="connsiteX427" fmla="*/ 389720 w 488025"/>
                <a:gd name="connsiteY427" fmla="*/ 238875 h 643122"/>
                <a:gd name="connsiteX428" fmla="*/ 392110 w 488025"/>
                <a:gd name="connsiteY428" fmla="*/ 236487 h 643122"/>
                <a:gd name="connsiteX429" fmla="*/ 394701 w 488025"/>
                <a:gd name="connsiteY429" fmla="*/ 233661 h 643122"/>
                <a:gd name="connsiteX430" fmla="*/ 396451 w 488025"/>
                <a:gd name="connsiteY430" fmla="*/ 233661 h 643122"/>
                <a:gd name="connsiteX431" fmla="*/ 401667 w 488025"/>
                <a:gd name="connsiteY431" fmla="*/ 236049 h 643122"/>
                <a:gd name="connsiteX432" fmla="*/ 402542 w 488025"/>
                <a:gd name="connsiteY432" fmla="*/ 241499 h 643122"/>
                <a:gd name="connsiteX433" fmla="*/ 406009 w 488025"/>
                <a:gd name="connsiteY433" fmla="*/ 247789 h 643122"/>
                <a:gd name="connsiteX434" fmla="*/ 412101 w 488025"/>
                <a:gd name="connsiteY434" fmla="*/ 248664 h 643122"/>
                <a:gd name="connsiteX435" fmla="*/ 415365 w 488025"/>
                <a:gd name="connsiteY435" fmla="*/ 246713 h 643122"/>
                <a:gd name="connsiteX436" fmla="*/ 421255 w 488025"/>
                <a:gd name="connsiteY436" fmla="*/ 243887 h 643122"/>
                <a:gd name="connsiteX437" fmla="*/ 424284 w 488025"/>
                <a:gd name="connsiteY437" fmla="*/ 240624 h 643122"/>
                <a:gd name="connsiteX438" fmla="*/ 429702 w 488025"/>
                <a:gd name="connsiteY438" fmla="*/ 235410 h 643122"/>
                <a:gd name="connsiteX439" fmla="*/ 439933 w 488025"/>
                <a:gd name="connsiteY439" fmla="*/ 230398 h 643122"/>
                <a:gd name="connsiteX440" fmla="*/ 447101 w 488025"/>
                <a:gd name="connsiteY440" fmla="*/ 226260 h 643122"/>
                <a:gd name="connsiteX441" fmla="*/ 450164 w 488025"/>
                <a:gd name="connsiteY441" fmla="*/ 228648 h 643122"/>
                <a:gd name="connsiteX442" fmla="*/ 453193 w 488025"/>
                <a:gd name="connsiteY442" fmla="*/ 230398 h 643122"/>
                <a:gd name="connsiteX443" fmla="*/ 456222 w 488025"/>
                <a:gd name="connsiteY443" fmla="*/ 227572 h 643122"/>
                <a:gd name="connsiteX444" fmla="*/ 457332 w 488025"/>
                <a:gd name="connsiteY444" fmla="*/ 222156 h 643122"/>
                <a:gd name="connsiteX445" fmla="*/ 459082 w 488025"/>
                <a:gd name="connsiteY445" fmla="*/ 220844 h 643122"/>
                <a:gd name="connsiteX446" fmla="*/ 464501 w 488025"/>
                <a:gd name="connsiteY446" fmla="*/ 218018 h 643122"/>
                <a:gd name="connsiteX447" fmla="*/ 469515 w 488025"/>
                <a:gd name="connsiteY447" fmla="*/ 218018 h 643122"/>
                <a:gd name="connsiteX448" fmla="*/ 474530 w 488025"/>
                <a:gd name="connsiteY448" fmla="*/ 214318 h 643122"/>
                <a:gd name="connsiteX449" fmla="*/ 477794 w 488025"/>
                <a:gd name="connsiteY449" fmla="*/ 212804 h 643122"/>
                <a:gd name="connsiteX450" fmla="*/ 478232 w 488025"/>
                <a:gd name="connsiteY450" fmla="*/ 212804 h 643122"/>
                <a:gd name="connsiteX451" fmla="*/ 478669 w 488025"/>
                <a:gd name="connsiteY451" fmla="*/ 205404 h 643122"/>
                <a:gd name="connsiteX452" fmla="*/ 478030 w 488025"/>
                <a:gd name="connsiteY452" fmla="*/ 201501 h 643122"/>
                <a:gd name="connsiteX453" fmla="*/ 476515 w 488025"/>
                <a:gd name="connsiteY453" fmla="*/ 196085 h 643122"/>
                <a:gd name="connsiteX454" fmla="*/ 478030 w 488025"/>
                <a:gd name="connsiteY454" fmla="*/ 194572 h 643122"/>
                <a:gd name="connsiteX455" fmla="*/ 481732 w 488025"/>
                <a:gd name="connsiteY455" fmla="*/ 194134 h 643122"/>
                <a:gd name="connsiteX456" fmla="*/ 484996 w 488025"/>
                <a:gd name="connsiteY456" fmla="*/ 187171 h 643122"/>
                <a:gd name="connsiteX457" fmla="*/ 488025 w 488025"/>
                <a:gd name="connsiteY457" fmla="*/ 175868 h 643122"/>
                <a:gd name="connsiteX458" fmla="*/ 481900 w 488025"/>
                <a:gd name="connsiteY458" fmla="*/ 169577 h 64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488025" h="643122">
                  <a:moveTo>
                    <a:pt x="481900" y="169577"/>
                  </a:moveTo>
                  <a:lnTo>
                    <a:pt x="479275" y="158712"/>
                  </a:lnTo>
                  <a:lnTo>
                    <a:pt x="479914" y="147409"/>
                  </a:lnTo>
                  <a:lnTo>
                    <a:pt x="472073" y="137182"/>
                  </a:lnTo>
                  <a:lnTo>
                    <a:pt x="463390" y="126317"/>
                  </a:lnTo>
                  <a:lnTo>
                    <a:pt x="454909" y="117638"/>
                  </a:lnTo>
                  <a:lnTo>
                    <a:pt x="443601" y="110271"/>
                  </a:lnTo>
                  <a:lnTo>
                    <a:pt x="437947" y="104182"/>
                  </a:lnTo>
                  <a:lnTo>
                    <a:pt x="434918" y="92442"/>
                  </a:lnTo>
                  <a:lnTo>
                    <a:pt x="439260" y="90053"/>
                  </a:lnTo>
                  <a:lnTo>
                    <a:pt x="439260" y="81778"/>
                  </a:lnTo>
                  <a:lnTo>
                    <a:pt x="442726" y="77439"/>
                  </a:lnTo>
                  <a:lnTo>
                    <a:pt x="449457" y="75925"/>
                  </a:lnTo>
                  <a:lnTo>
                    <a:pt x="451645" y="72224"/>
                  </a:lnTo>
                  <a:lnTo>
                    <a:pt x="453159" y="65496"/>
                  </a:lnTo>
                  <a:lnTo>
                    <a:pt x="444476" y="62233"/>
                  </a:lnTo>
                  <a:lnTo>
                    <a:pt x="444476" y="59340"/>
                  </a:lnTo>
                  <a:lnTo>
                    <a:pt x="442726" y="52377"/>
                  </a:lnTo>
                  <a:lnTo>
                    <a:pt x="437510" y="51502"/>
                  </a:lnTo>
                  <a:lnTo>
                    <a:pt x="428524" y="52949"/>
                  </a:lnTo>
                  <a:lnTo>
                    <a:pt x="420682" y="52377"/>
                  </a:lnTo>
                  <a:lnTo>
                    <a:pt x="408230" y="50358"/>
                  </a:lnTo>
                  <a:lnTo>
                    <a:pt x="397225" y="49484"/>
                  </a:lnTo>
                  <a:lnTo>
                    <a:pt x="389114" y="49181"/>
                  </a:lnTo>
                  <a:lnTo>
                    <a:pt x="384201" y="47163"/>
                  </a:lnTo>
                  <a:lnTo>
                    <a:pt x="378412" y="44842"/>
                  </a:lnTo>
                  <a:lnTo>
                    <a:pt x="378412" y="42823"/>
                  </a:lnTo>
                  <a:lnTo>
                    <a:pt x="373633" y="41377"/>
                  </a:lnTo>
                  <a:lnTo>
                    <a:pt x="371446" y="36163"/>
                  </a:lnTo>
                  <a:lnTo>
                    <a:pt x="371446" y="29199"/>
                  </a:lnTo>
                  <a:lnTo>
                    <a:pt x="371446" y="26609"/>
                  </a:lnTo>
                  <a:lnTo>
                    <a:pt x="369258" y="24019"/>
                  </a:lnTo>
                  <a:lnTo>
                    <a:pt x="365623" y="24893"/>
                  </a:lnTo>
                  <a:lnTo>
                    <a:pt x="358657" y="24019"/>
                  </a:lnTo>
                  <a:lnTo>
                    <a:pt x="356066" y="20251"/>
                  </a:lnTo>
                  <a:lnTo>
                    <a:pt x="351421" y="14162"/>
                  </a:lnTo>
                  <a:lnTo>
                    <a:pt x="346508" y="13860"/>
                  </a:lnTo>
                  <a:lnTo>
                    <a:pt x="344758" y="15609"/>
                  </a:lnTo>
                  <a:lnTo>
                    <a:pt x="340887" y="17930"/>
                  </a:lnTo>
                  <a:lnTo>
                    <a:pt x="337219" y="22269"/>
                  </a:lnTo>
                  <a:cubicBezTo>
                    <a:pt x="337219" y="22269"/>
                    <a:pt x="338363" y="26037"/>
                    <a:pt x="340113" y="27181"/>
                  </a:cubicBezTo>
                  <a:cubicBezTo>
                    <a:pt x="341864" y="28325"/>
                    <a:pt x="340113" y="32698"/>
                    <a:pt x="340113" y="32698"/>
                  </a:cubicBezTo>
                  <a:lnTo>
                    <a:pt x="340113" y="36768"/>
                  </a:lnTo>
                  <a:lnTo>
                    <a:pt x="338094" y="41410"/>
                  </a:lnTo>
                  <a:lnTo>
                    <a:pt x="336950" y="44606"/>
                  </a:lnTo>
                  <a:lnTo>
                    <a:pt x="325945" y="48071"/>
                  </a:lnTo>
                  <a:lnTo>
                    <a:pt x="322748" y="51267"/>
                  </a:lnTo>
                  <a:lnTo>
                    <a:pt x="318406" y="56178"/>
                  </a:lnTo>
                  <a:lnTo>
                    <a:pt x="313190" y="56178"/>
                  </a:lnTo>
                  <a:lnTo>
                    <a:pt x="306526" y="56178"/>
                  </a:lnTo>
                  <a:lnTo>
                    <a:pt x="302454" y="53151"/>
                  </a:lnTo>
                  <a:lnTo>
                    <a:pt x="299862" y="49517"/>
                  </a:lnTo>
                  <a:lnTo>
                    <a:pt x="298415" y="44875"/>
                  </a:lnTo>
                  <a:lnTo>
                    <a:pt x="298415" y="41410"/>
                  </a:lnTo>
                  <a:lnTo>
                    <a:pt x="298987" y="37071"/>
                  </a:lnTo>
                  <a:lnTo>
                    <a:pt x="304204" y="33606"/>
                  </a:lnTo>
                  <a:lnTo>
                    <a:pt x="309420" y="30713"/>
                  </a:lnTo>
                  <a:lnTo>
                    <a:pt x="312617" y="26945"/>
                  </a:lnTo>
                  <a:lnTo>
                    <a:pt x="319281" y="22303"/>
                  </a:lnTo>
                  <a:lnTo>
                    <a:pt x="319281" y="15340"/>
                  </a:lnTo>
                  <a:lnTo>
                    <a:pt x="314805" y="11572"/>
                  </a:lnTo>
                  <a:lnTo>
                    <a:pt x="308848" y="6661"/>
                  </a:lnTo>
                  <a:lnTo>
                    <a:pt x="308848" y="3465"/>
                  </a:lnTo>
                  <a:lnTo>
                    <a:pt x="305516" y="0"/>
                  </a:lnTo>
                  <a:lnTo>
                    <a:pt x="296968" y="875"/>
                  </a:lnTo>
                  <a:lnTo>
                    <a:pt x="292896" y="1177"/>
                  </a:lnTo>
                  <a:lnTo>
                    <a:pt x="289429" y="3498"/>
                  </a:lnTo>
                  <a:lnTo>
                    <a:pt x="290574" y="10731"/>
                  </a:lnTo>
                  <a:lnTo>
                    <a:pt x="287679" y="14196"/>
                  </a:lnTo>
                  <a:lnTo>
                    <a:pt x="283607" y="17661"/>
                  </a:lnTo>
                  <a:cubicBezTo>
                    <a:pt x="283607" y="17661"/>
                    <a:pt x="278088" y="22572"/>
                    <a:pt x="277819" y="23447"/>
                  </a:cubicBezTo>
                  <a:cubicBezTo>
                    <a:pt x="277549" y="24321"/>
                    <a:pt x="273746" y="28661"/>
                    <a:pt x="273746" y="28661"/>
                  </a:cubicBezTo>
                  <a:cubicBezTo>
                    <a:pt x="273746" y="28661"/>
                    <a:pt x="268530" y="31857"/>
                    <a:pt x="266780" y="31857"/>
                  </a:cubicBezTo>
                  <a:cubicBezTo>
                    <a:pt x="265030" y="31857"/>
                    <a:pt x="260991" y="34481"/>
                    <a:pt x="260991" y="34481"/>
                  </a:cubicBezTo>
                  <a:lnTo>
                    <a:pt x="252308" y="37071"/>
                  </a:lnTo>
                  <a:lnTo>
                    <a:pt x="245645" y="37071"/>
                  </a:lnTo>
                  <a:lnTo>
                    <a:pt x="245409" y="36196"/>
                  </a:lnTo>
                  <a:lnTo>
                    <a:pt x="243592" y="38652"/>
                  </a:lnTo>
                  <a:lnTo>
                    <a:pt x="238476" y="40670"/>
                  </a:lnTo>
                  <a:lnTo>
                    <a:pt x="230736" y="44068"/>
                  </a:lnTo>
                  <a:lnTo>
                    <a:pt x="227101" y="45716"/>
                  </a:lnTo>
                  <a:lnTo>
                    <a:pt x="217543" y="45716"/>
                  </a:lnTo>
                  <a:lnTo>
                    <a:pt x="212764" y="38316"/>
                  </a:lnTo>
                  <a:lnTo>
                    <a:pt x="209937" y="35591"/>
                  </a:lnTo>
                  <a:lnTo>
                    <a:pt x="204721" y="33539"/>
                  </a:lnTo>
                  <a:lnTo>
                    <a:pt x="193211" y="33539"/>
                  </a:lnTo>
                  <a:lnTo>
                    <a:pt x="186918" y="34851"/>
                  </a:lnTo>
                  <a:lnTo>
                    <a:pt x="178975" y="35288"/>
                  </a:lnTo>
                  <a:lnTo>
                    <a:pt x="176687" y="39627"/>
                  </a:lnTo>
                  <a:lnTo>
                    <a:pt x="176687" y="43092"/>
                  </a:lnTo>
                  <a:lnTo>
                    <a:pt x="174061" y="47869"/>
                  </a:lnTo>
                  <a:lnTo>
                    <a:pt x="171235" y="51771"/>
                  </a:lnTo>
                  <a:lnTo>
                    <a:pt x="167533" y="54160"/>
                  </a:lnTo>
                  <a:lnTo>
                    <a:pt x="162956" y="55472"/>
                  </a:lnTo>
                  <a:lnTo>
                    <a:pt x="156426" y="58096"/>
                  </a:lnTo>
                  <a:lnTo>
                    <a:pt x="153398" y="64184"/>
                  </a:lnTo>
                  <a:cubicBezTo>
                    <a:pt x="153398" y="64184"/>
                    <a:pt x="152960" y="68087"/>
                    <a:pt x="152321" y="68524"/>
                  </a:cubicBezTo>
                  <a:cubicBezTo>
                    <a:pt x="151681" y="68961"/>
                    <a:pt x="145792" y="71989"/>
                    <a:pt x="145792" y="71989"/>
                  </a:cubicBezTo>
                  <a:lnTo>
                    <a:pt x="138388" y="67010"/>
                  </a:lnTo>
                  <a:lnTo>
                    <a:pt x="132936" y="63545"/>
                  </a:lnTo>
                  <a:lnTo>
                    <a:pt x="128157" y="67683"/>
                  </a:lnTo>
                  <a:cubicBezTo>
                    <a:pt x="128157" y="67683"/>
                    <a:pt x="126407" y="70071"/>
                    <a:pt x="126205" y="70946"/>
                  </a:cubicBezTo>
                  <a:cubicBezTo>
                    <a:pt x="126003" y="71821"/>
                    <a:pt x="121864" y="73772"/>
                    <a:pt x="122065" y="75084"/>
                  </a:cubicBezTo>
                  <a:cubicBezTo>
                    <a:pt x="122267" y="76396"/>
                    <a:pt x="126407" y="83023"/>
                    <a:pt x="126407" y="83023"/>
                  </a:cubicBezTo>
                  <a:lnTo>
                    <a:pt x="122065" y="87463"/>
                  </a:lnTo>
                  <a:lnTo>
                    <a:pt x="114897" y="87463"/>
                  </a:lnTo>
                  <a:lnTo>
                    <a:pt x="106214" y="87463"/>
                  </a:lnTo>
                  <a:lnTo>
                    <a:pt x="95781" y="87463"/>
                  </a:lnTo>
                  <a:cubicBezTo>
                    <a:pt x="95781" y="87463"/>
                    <a:pt x="93156" y="89414"/>
                    <a:pt x="92752" y="90289"/>
                  </a:cubicBezTo>
                  <a:cubicBezTo>
                    <a:pt x="92315" y="91163"/>
                    <a:pt x="89487" y="94191"/>
                    <a:pt x="88848" y="94628"/>
                  </a:cubicBezTo>
                  <a:cubicBezTo>
                    <a:pt x="88209" y="95066"/>
                    <a:pt x="85382" y="96142"/>
                    <a:pt x="85382" y="96142"/>
                  </a:cubicBezTo>
                  <a:lnTo>
                    <a:pt x="77574" y="97891"/>
                  </a:lnTo>
                  <a:lnTo>
                    <a:pt x="64516" y="97891"/>
                  </a:lnTo>
                  <a:lnTo>
                    <a:pt x="61049" y="97891"/>
                  </a:lnTo>
                  <a:lnTo>
                    <a:pt x="60174" y="101794"/>
                  </a:lnTo>
                  <a:lnTo>
                    <a:pt x="60174" y="103980"/>
                  </a:lnTo>
                  <a:lnTo>
                    <a:pt x="60174" y="109194"/>
                  </a:lnTo>
                  <a:cubicBezTo>
                    <a:pt x="60174" y="109194"/>
                    <a:pt x="58660" y="110069"/>
                    <a:pt x="57987" y="110506"/>
                  </a:cubicBezTo>
                  <a:cubicBezTo>
                    <a:pt x="57348" y="110943"/>
                    <a:pt x="53208" y="111381"/>
                    <a:pt x="52568" y="111583"/>
                  </a:cubicBezTo>
                  <a:cubicBezTo>
                    <a:pt x="52501" y="111616"/>
                    <a:pt x="52434" y="111616"/>
                    <a:pt x="52434" y="111650"/>
                  </a:cubicBezTo>
                  <a:cubicBezTo>
                    <a:pt x="52501" y="111616"/>
                    <a:pt x="52568" y="111448"/>
                    <a:pt x="50179" y="111583"/>
                  </a:cubicBezTo>
                  <a:cubicBezTo>
                    <a:pt x="46679" y="111784"/>
                    <a:pt x="44087" y="111650"/>
                    <a:pt x="44087" y="111650"/>
                  </a:cubicBezTo>
                  <a:lnTo>
                    <a:pt x="41261" y="116158"/>
                  </a:lnTo>
                  <a:cubicBezTo>
                    <a:pt x="41261" y="116158"/>
                    <a:pt x="40184" y="118109"/>
                    <a:pt x="38871" y="119421"/>
                  </a:cubicBezTo>
                  <a:cubicBezTo>
                    <a:pt x="37559" y="120733"/>
                    <a:pt x="34092" y="123760"/>
                    <a:pt x="34092" y="123760"/>
                  </a:cubicBezTo>
                  <a:lnTo>
                    <a:pt x="34092" y="126586"/>
                  </a:lnTo>
                  <a:lnTo>
                    <a:pt x="35842" y="133314"/>
                  </a:lnTo>
                  <a:lnTo>
                    <a:pt x="35842" y="140479"/>
                  </a:lnTo>
                  <a:lnTo>
                    <a:pt x="37592" y="145929"/>
                  </a:lnTo>
                  <a:lnTo>
                    <a:pt x="45198" y="148317"/>
                  </a:lnTo>
                  <a:lnTo>
                    <a:pt x="48900" y="148317"/>
                  </a:lnTo>
                  <a:lnTo>
                    <a:pt x="56708" y="153969"/>
                  </a:lnTo>
                  <a:lnTo>
                    <a:pt x="57819" y="156357"/>
                  </a:lnTo>
                  <a:lnTo>
                    <a:pt x="56069" y="166348"/>
                  </a:lnTo>
                  <a:lnTo>
                    <a:pt x="52165" y="175262"/>
                  </a:lnTo>
                  <a:lnTo>
                    <a:pt x="49775" y="184379"/>
                  </a:lnTo>
                  <a:cubicBezTo>
                    <a:pt x="49775" y="184379"/>
                    <a:pt x="49136" y="186128"/>
                    <a:pt x="49775" y="188281"/>
                  </a:cubicBezTo>
                  <a:cubicBezTo>
                    <a:pt x="50414" y="190468"/>
                    <a:pt x="53679" y="195244"/>
                    <a:pt x="55194" y="194807"/>
                  </a:cubicBezTo>
                  <a:cubicBezTo>
                    <a:pt x="56708" y="194370"/>
                    <a:pt x="62160" y="194841"/>
                    <a:pt x="62160" y="194841"/>
                  </a:cubicBezTo>
                  <a:lnTo>
                    <a:pt x="65189" y="196994"/>
                  </a:lnTo>
                  <a:lnTo>
                    <a:pt x="66064" y="200694"/>
                  </a:lnTo>
                  <a:lnTo>
                    <a:pt x="65425" y="203284"/>
                  </a:lnTo>
                  <a:lnTo>
                    <a:pt x="64112" y="206312"/>
                  </a:lnTo>
                  <a:lnTo>
                    <a:pt x="59771" y="208498"/>
                  </a:lnTo>
                  <a:cubicBezTo>
                    <a:pt x="59771" y="208498"/>
                    <a:pt x="63035" y="212636"/>
                    <a:pt x="62800" y="213511"/>
                  </a:cubicBezTo>
                  <a:cubicBezTo>
                    <a:pt x="62597" y="214385"/>
                    <a:pt x="64112" y="215899"/>
                    <a:pt x="57348" y="220474"/>
                  </a:cubicBezTo>
                  <a:cubicBezTo>
                    <a:pt x="50617" y="225049"/>
                    <a:pt x="47352" y="228077"/>
                    <a:pt x="47352" y="228077"/>
                  </a:cubicBezTo>
                  <a:lnTo>
                    <a:pt x="40184" y="231777"/>
                  </a:lnTo>
                  <a:lnTo>
                    <a:pt x="40823" y="235242"/>
                  </a:lnTo>
                  <a:lnTo>
                    <a:pt x="45400" y="235242"/>
                  </a:lnTo>
                  <a:lnTo>
                    <a:pt x="47790" y="239380"/>
                  </a:lnTo>
                  <a:lnTo>
                    <a:pt x="44962" y="244796"/>
                  </a:lnTo>
                  <a:lnTo>
                    <a:pt x="41934" y="248260"/>
                  </a:lnTo>
                  <a:lnTo>
                    <a:pt x="34126" y="250447"/>
                  </a:lnTo>
                  <a:lnTo>
                    <a:pt x="30861" y="251961"/>
                  </a:lnTo>
                  <a:lnTo>
                    <a:pt x="25847" y="253037"/>
                  </a:lnTo>
                  <a:lnTo>
                    <a:pt x="22145" y="255426"/>
                  </a:lnTo>
                  <a:lnTo>
                    <a:pt x="19755" y="258487"/>
                  </a:lnTo>
                  <a:lnTo>
                    <a:pt x="18443" y="260875"/>
                  </a:lnTo>
                  <a:lnTo>
                    <a:pt x="18443" y="263903"/>
                  </a:lnTo>
                  <a:lnTo>
                    <a:pt x="18443" y="269117"/>
                  </a:lnTo>
                  <a:lnTo>
                    <a:pt x="18443" y="276081"/>
                  </a:lnTo>
                  <a:lnTo>
                    <a:pt x="16928" y="278032"/>
                  </a:lnTo>
                  <a:lnTo>
                    <a:pt x="15616" y="280218"/>
                  </a:lnTo>
                  <a:lnTo>
                    <a:pt x="12149" y="283279"/>
                  </a:lnTo>
                  <a:lnTo>
                    <a:pt x="9760" y="286542"/>
                  </a:lnTo>
                  <a:cubicBezTo>
                    <a:pt x="9760" y="286542"/>
                    <a:pt x="8683" y="287182"/>
                    <a:pt x="8683" y="289133"/>
                  </a:cubicBezTo>
                  <a:cubicBezTo>
                    <a:pt x="8683" y="291084"/>
                    <a:pt x="6731" y="294549"/>
                    <a:pt x="6731" y="294549"/>
                  </a:cubicBezTo>
                  <a:lnTo>
                    <a:pt x="3264" y="298014"/>
                  </a:lnTo>
                  <a:lnTo>
                    <a:pt x="1750" y="299527"/>
                  </a:lnTo>
                  <a:lnTo>
                    <a:pt x="0" y="302151"/>
                  </a:lnTo>
                  <a:lnTo>
                    <a:pt x="2625" y="305179"/>
                  </a:lnTo>
                  <a:lnTo>
                    <a:pt x="3063" y="311032"/>
                  </a:lnTo>
                  <a:lnTo>
                    <a:pt x="3938" y="316684"/>
                  </a:lnTo>
                  <a:lnTo>
                    <a:pt x="4577" y="317995"/>
                  </a:lnTo>
                  <a:lnTo>
                    <a:pt x="4577" y="322133"/>
                  </a:lnTo>
                  <a:lnTo>
                    <a:pt x="7168" y="322133"/>
                  </a:lnTo>
                  <a:lnTo>
                    <a:pt x="10669" y="324320"/>
                  </a:lnTo>
                  <a:lnTo>
                    <a:pt x="15683" y="325632"/>
                  </a:lnTo>
                  <a:lnTo>
                    <a:pt x="19385" y="325632"/>
                  </a:lnTo>
                  <a:lnTo>
                    <a:pt x="24837" y="321292"/>
                  </a:lnTo>
                  <a:lnTo>
                    <a:pt x="30929" y="320418"/>
                  </a:lnTo>
                  <a:lnTo>
                    <a:pt x="34832" y="320619"/>
                  </a:lnTo>
                  <a:lnTo>
                    <a:pt x="34597" y="322571"/>
                  </a:lnTo>
                  <a:lnTo>
                    <a:pt x="34159" y="327347"/>
                  </a:lnTo>
                  <a:lnTo>
                    <a:pt x="33083" y="331485"/>
                  </a:lnTo>
                  <a:lnTo>
                    <a:pt x="31770" y="335623"/>
                  </a:lnTo>
                  <a:lnTo>
                    <a:pt x="28741" y="338246"/>
                  </a:lnTo>
                  <a:lnTo>
                    <a:pt x="26116" y="341711"/>
                  </a:lnTo>
                  <a:lnTo>
                    <a:pt x="24164" y="344537"/>
                  </a:lnTo>
                  <a:cubicBezTo>
                    <a:pt x="24164" y="344537"/>
                    <a:pt x="23727" y="349112"/>
                    <a:pt x="23727" y="349751"/>
                  </a:cubicBezTo>
                  <a:cubicBezTo>
                    <a:pt x="23727" y="350390"/>
                    <a:pt x="25477" y="354965"/>
                    <a:pt x="25477" y="354965"/>
                  </a:cubicBezTo>
                  <a:lnTo>
                    <a:pt x="30255" y="360180"/>
                  </a:lnTo>
                  <a:lnTo>
                    <a:pt x="39174" y="364755"/>
                  </a:lnTo>
                  <a:lnTo>
                    <a:pt x="40688" y="368892"/>
                  </a:lnTo>
                  <a:lnTo>
                    <a:pt x="36347" y="374308"/>
                  </a:lnTo>
                  <a:lnTo>
                    <a:pt x="35472" y="378009"/>
                  </a:lnTo>
                  <a:lnTo>
                    <a:pt x="35236" y="384535"/>
                  </a:lnTo>
                  <a:lnTo>
                    <a:pt x="33049" y="388437"/>
                  </a:lnTo>
                  <a:lnTo>
                    <a:pt x="31972" y="389749"/>
                  </a:lnTo>
                  <a:lnTo>
                    <a:pt x="31333" y="393449"/>
                  </a:lnTo>
                  <a:lnTo>
                    <a:pt x="32208" y="397587"/>
                  </a:lnTo>
                  <a:lnTo>
                    <a:pt x="32409" y="402599"/>
                  </a:lnTo>
                  <a:lnTo>
                    <a:pt x="34799" y="404416"/>
                  </a:lnTo>
                  <a:lnTo>
                    <a:pt x="46612" y="405660"/>
                  </a:lnTo>
                  <a:lnTo>
                    <a:pt x="52400" y="405660"/>
                  </a:lnTo>
                  <a:lnTo>
                    <a:pt x="58492" y="414070"/>
                  </a:lnTo>
                  <a:lnTo>
                    <a:pt x="60242" y="417535"/>
                  </a:lnTo>
                  <a:lnTo>
                    <a:pt x="60545" y="424196"/>
                  </a:lnTo>
                  <a:lnTo>
                    <a:pt x="57650" y="429107"/>
                  </a:lnTo>
                  <a:lnTo>
                    <a:pt x="55900" y="432875"/>
                  </a:lnTo>
                  <a:cubicBezTo>
                    <a:pt x="55900" y="432875"/>
                    <a:pt x="54150" y="437214"/>
                    <a:pt x="54150" y="438964"/>
                  </a:cubicBezTo>
                  <a:cubicBezTo>
                    <a:pt x="54150" y="440713"/>
                    <a:pt x="53578" y="445624"/>
                    <a:pt x="53578" y="445624"/>
                  </a:cubicBezTo>
                  <a:cubicBezTo>
                    <a:pt x="53578" y="445624"/>
                    <a:pt x="50112" y="447945"/>
                    <a:pt x="49237" y="448820"/>
                  </a:cubicBezTo>
                  <a:cubicBezTo>
                    <a:pt x="48362" y="449695"/>
                    <a:pt x="47217" y="452016"/>
                    <a:pt x="47217" y="452016"/>
                  </a:cubicBezTo>
                  <a:lnTo>
                    <a:pt x="46342" y="456591"/>
                  </a:lnTo>
                  <a:lnTo>
                    <a:pt x="46915" y="459551"/>
                  </a:lnTo>
                  <a:lnTo>
                    <a:pt x="50684" y="459551"/>
                  </a:lnTo>
                  <a:cubicBezTo>
                    <a:pt x="50684" y="459551"/>
                    <a:pt x="55328" y="457365"/>
                    <a:pt x="56472" y="456725"/>
                  </a:cubicBezTo>
                  <a:cubicBezTo>
                    <a:pt x="57617" y="456086"/>
                    <a:pt x="64886" y="453160"/>
                    <a:pt x="64886" y="453160"/>
                  </a:cubicBezTo>
                  <a:lnTo>
                    <a:pt x="69228" y="452285"/>
                  </a:lnTo>
                  <a:lnTo>
                    <a:pt x="72997" y="452588"/>
                  </a:lnTo>
                  <a:lnTo>
                    <a:pt x="75891" y="456725"/>
                  </a:lnTo>
                  <a:lnTo>
                    <a:pt x="74747" y="459551"/>
                  </a:lnTo>
                  <a:lnTo>
                    <a:pt x="71852" y="463016"/>
                  </a:lnTo>
                  <a:lnTo>
                    <a:pt x="66636" y="465640"/>
                  </a:lnTo>
                  <a:cubicBezTo>
                    <a:pt x="66636" y="465640"/>
                    <a:pt x="62564" y="466784"/>
                    <a:pt x="61117" y="467658"/>
                  </a:cubicBezTo>
                  <a:cubicBezTo>
                    <a:pt x="59670" y="468533"/>
                    <a:pt x="54150" y="471123"/>
                    <a:pt x="54150" y="471123"/>
                  </a:cubicBezTo>
                  <a:lnTo>
                    <a:pt x="52131" y="476337"/>
                  </a:lnTo>
                  <a:lnTo>
                    <a:pt x="52400" y="483570"/>
                  </a:lnTo>
                  <a:lnTo>
                    <a:pt x="52972" y="487909"/>
                  </a:lnTo>
                  <a:lnTo>
                    <a:pt x="51391" y="491105"/>
                  </a:lnTo>
                  <a:lnTo>
                    <a:pt x="48059" y="497766"/>
                  </a:lnTo>
                  <a:lnTo>
                    <a:pt x="48059" y="500356"/>
                  </a:lnTo>
                  <a:lnTo>
                    <a:pt x="45736" y="504998"/>
                  </a:lnTo>
                  <a:lnTo>
                    <a:pt x="45165" y="510515"/>
                  </a:lnTo>
                  <a:lnTo>
                    <a:pt x="44862" y="513711"/>
                  </a:lnTo>
                  <a:lnTo>
                    <a:pt x="45434" y="519800"/>
                  </a:lnTo>
                  <a:lnTo>
                    <a:pt x="48631" y="521818"/>
                  </a:lnTo>
                  <a:lnTo>
                    <a:pt x="49775" y="524711"/>
                  </a:lnTo>
                  <a:lnTo>
                    <a:pt x="48631" y="529622"/>
                  </a:lnTo>
                  <a:lnTo>
                    <a:pt x="47487" y="533390"/>
                  </a:lnTo>
                  <a:lnTo>
                    <a:pt x="48934" y="536586"/>
                  </a:lnTo>
                  <a:lnTo>
                    <a:pt x="47924" y="541228"/>
                  </a:lnTo>
                  <a:lnTo>
                    <a:pt x="52838" y="541531"/>
                  </a:lnTo>
                  <a:lnTo>
                    <a:pt x="59501" y="546005"/>
                  </a:lnTo>
                  <a:lnTo>
                    <a:pt x="60948" y="553103"/>
                  </a:lnTo>
                  <a:lnTo>
                    <a:pt x="59939" y="553977"/>
                  </a:lnTo>
                  <a:lnTo>
                    <a:pt x="61958" y="558048"/>
                  </a:lnTo>
                  <a:lnTo>
                    <a:pt x="67175" y="558182"/>
                  </a:lnTo>
                  <a:cubicBezTo>
                    <a:pt x="67175" y="558182"/>
                    <a:pt x="71819" y="552094"/>
                    <a:pt x="72391" y="551959"/>
                  </a:cubicBezTo>
                  <a:cubicBezTo>
                    <a:pt x="72963" y="551825"/>
                    <a:pt x="75588" y="548629"/>
                    <a:pt x="75588" y="548629"/>
                  </a:cubicBezTo>
                  <a:cubicBezTo>
                    <a:pt x="75588" y="548629"/>
                    <a:pt x="77910" y="546610"/>
                    <a:pt x="78483" y="546610"/>
                  </a:cubicBezTo>
                  <a:cubicBezTo>
                    <a:pt x="79055" y="546610"/>
                    <a:pt x="81680" y="547351"/>
                    <a:pt x="82117" y="547788"/>
                  </a:cubicBezTo>
                  <a:cubicBezTo>
                    <a:pt x="82555" y="548225"/>
                    <a:pt x="87906" y="553002"/>
                    <a:pt x="87906" y="553002"/>
                  </a:cubicBezTo>
                  <a:lnTo>
                    <a:pt x="89925" y="554146"/>
                  </a:lnTo>
                  <a:cubicBezTo>
                    <a:pt x="89925" y="554146"/>
                    <a:pt x="93391" y="553137"/>
                    <a:pt x="94132" y="552834"/>
                  </a:cubicBezTo>
                  <a:cubicBezTo>
                    <a:pt x="94839" y="552531"/>
                    <a:pt x="97767" y="549503"/>
                    <a:pt x="98204" y="549369"/>
                  </a:cubicBezTo>
                  <a:cubicBezTo>
                    <a:pt x="98642" y="549234"/>
                    <a:pt x="102411" y="546610"/>
                    <a:pt x="102983" y="546476"/>
                  </a:cubicBezTo>
                  <a:cubicBezTo>
                    <a:pt x="103555" y="546341"/>
                    <a:pt x="105305" y="543280"/>
                    <a:pt x="105743" y="543280"/>
                  </a:cubicBezTo>
                  <a:cubicBezTo>
                    <a:pt x="106180" y="543280"/>
                    <a:pt x="108200" y="541699"/>
                    <a:pt x="108200" y="541699"/>
                  </a:cubicBezTo>
                  <a:cubicBezTo>
                    <a:pt x="108200" y="541699"/>
                    <a:pt x="109344" y="541127"/>
                    <a:pt x="109781" y="541127"/>
                  </a:cubicBezTo>
                  <a:cubicBezTo>
                    <a:pt x="110219" y="541127"/>
                    <a:pt x="113988" y="544895"/>
                    <a:pt x="113988" y="544895"/>
                  </a:cubicBezTo>
                  <a:lnTo>
                    <a:pt x="117455" y="546476"/>
                  </a:lnTo>
                  <a:lnTo>
                    <a:pt x="121359" y="550546"/>
                  </a:lnTo>
                  <a:cubicBezTo>
                    <a:pt x="121359" y="550546"/>
                    <a:pt x="123681" y="552127"/>
                    <a:pt x="124118" y="552867"/>
                  </a:cubicBezTo>
                  <a:cubicBezTo>
                    <a:pt x="124556" y="553608"/>
                    <a:pt x="125868" y="554886"/>
                    <a:pt x="126137" y="555626"/>
                  </a:cubicBezTo>
                  <a:cubicBezTo>
                    <a:pt x="126440" y="556366"/>
                    <a:pt x="128460" y="559259"/>
                    <a:pt x="128460" y="559259"/>
                  </a:cubicBezTo>
                  <a:cubicBezTo>
                    <a:pt x="128460" y="559259"/>
                    <a:pt x="129032" y="562724"/>
                    <a:pt x="129032" y="563161"/>
                  </a:cubicBezTo>
                  <a:cubicBezTo>
                    <a:pt x="129032" y="563598"/>
                    <a:pt x="128325" y="565348"/>
                    <a:pt x="128325" y="565348"/>
                  </a:cubicBezTo>
                  <a:cubicBezTo>
                    <a:pt x="128325" y="565348"/>
                    <a:pt x="128190" y="566222"/>
                    <a:pt x="128762" y="567669"/>
                  </a:cubicBezTo>
                  <a:cubicBezTo>
                    <a:pt x="129335" y="569115"/>
                    <a:pt x="129907" y="569990"/>
                    <a:pt x="130075" y="570696"/>
                  </a:cubicBezTo>
                  <a:cubicBezTo>
                    <a:pt x="130210" y="571436"/>
                    <a:pt x="130647" y="573455"/>
                    <a:pt x="130647" y="573455"/>
                  </a:cubicBezTo>
                  <a:cubicBezTo>
                    <a:pt x="130647" y="573455"/>
                    <a:pt x="130210" y="574329"/>
                    <a:pt x="129772" y="574767"/>
                  </a:cubicBezTo>
                  <a:cubicBezTo>
                    <a:pt x="129335" y="575204"/>
                    <a:pt x="125431" y="577223"/>
                    <a:pt x="125431" y="577223"/>
                  </a:cubicBezTo>
                  <a:cubicBezTo>
                    <a:pt x="125431" y="577223"/>
                    <a:pt x="124421" y="578669"/>
                    <a:pt x="123815" y="578972"/>
                  </a:cubicBezTo>
                  <a:cubicBezTo>
                    <a:pt x="123243" y="579275"/>
                    <a:pt x="116411" y="581865"/>
                    <a:pt x="116411" y="581865"/>
                  </a:cubicBezTo>
                  <a:cubicBezTo>
                    <a:pt x="116411" y="581865"/>
                    <a:pt x="115099" y="581999"/>
                    <a:pt x="114661" y="582302"/>
                  </a:cubicBezTo>
                  <a:cubicBezTo>
                    <a:pt x="114224" y="582605"/>
                    <a:pt x="111632" y="584186"/>
                    <a:pt x="111195" y="584758"/>
                  </a:cubicBezTo>
                  <a:cubicBezTo>
                    <a:pt x="110757" y="585330"/>
                    <a:pt x="107291" y="588223"/>
                    <a:pt x="107291" y="588828"/>
                  </a:cubicBezTo>
                  <a:cubicBezTo>
                    <a:pt x="107291" y="589400"/>
                    <a:pt x="106147" y="589568"/>
                    <a:pt x="105137" y="591418"/>
                  </a:cubicBezTo>
                  <a:cubicBezTo>
                    <a:pt x="104127" y="593302"/>
                    <a:pt x="100493" y="595186"/>
                    <a:pt x="100493" y="595186"/>
                  </a:cubicBezTo>
                  <a:cubicBezTo>
                    <a:pt x="100493" y="595186"/>
                    <a:pt x="99921" y="597776"/>
                    <a:pt x="99617" y="598516"/>
                  </a:cubicBezTo>
                  <a:cubicBezTo>
                    <a:pt x="99315" y="599223"/>
                    <a:pt x="99180" y="601847"/>
                    <a:pt x="99180" y="601847"/>
                  </a:cubicBezTo>
                  <a:cubicBezTo>
                    <a:pt x="99180" y="601847"/>
                    <a:pt x="99046" y="602990"/>
                    <a:pt x="99315" y="603428"/>
                  </a:cubicBezTo>
                  <a:cubicBezTo>
                    <a:pt x="99617" y="603865"/>
                    <a:pt x="96858" y="612275"/>
                    <a:pt x="96858" y="612275"/>
                  </a:cubicBezTo>
                  <a:lnTo>
                    <a:pt x="92954" y="616783"/>
                  </a:lnTo>
                  <a:lnTo>
                    <a:pt x="90935" y="619373"/>
                  </a:lnTo>
                  <a:lnTo>
                    <a:pt x="87468" y="622569"/>
                  </a:lnTo>
                  <a:cubicBezTo>
                    <a:pt x="87468" y="622569"/>
                    <a:pt x="83565" y="623578"/>
                    <a:pt x="83396" y="624015"/>
                  </a:cubicBezTo>
                  <a:cubicBezTo>
                    <a:pt x="83261" y="624453"/>
                    <a:pt x="80199" y="624722"/>
                    <a:pt x="80064" y="625327"/>
                  </a:cubicBezTo>
                  <a:cubicBezTo>
                    <a:pt x="79930" y="625899"/>
                    <a:pt x="77473" y="627648"/>
                    <a:pt x="77473" y="628220"/>
                  </a:cubicBezTo>
                  <a:cubicBezTo>
                    <a:pt x="77473" y="628792"/>
                    <a:pt x="78785" y="631685"/>
                    <a:pt x="79189" y="631853"/>
                  </a:cubicBezTo>
                  <a:cubicBezTo>
                    <a:pt x="79627" y="631988"/>
                    <a:pt x="82656" y="633737"/>
                    <a:pt x="83093" y="633872"/>
                  </a:cubicBezTo>
                  <a:cubicBezTo>
                    <a:pt x="83531" y="634006"/>
                    <a:pt x="88882" y="636899"/>
                    <a:pt x="88882" y="636899"/>
                  </a:cubicBezTo>
                  <a:lnTo>
                    <a:pt x="90632" y="637908"/>
                  </a:lnTo>
                  <a:lnTo>
                    <a:pt x="93526" y="639052"/>
                  </a:lnTo>
                  <a:lnTo>
                    <a:pt x="100762" y="643123"/>
                  </a:lnTo>
                  <a:cubicBezTo>
                    <a:pt x="100762" y="643123"/>
                    <a:pt x="104969" y="643123"/>
                    <a:pt x="106113" y="642820"/>
                  </a:cubicBezTo>
                  <a:cubicBezTo>
                    <a:pt x="107257" y="642517"/>
                    <a:pt x="111464" y="641945"/>
                    <a:pt x="111464" y="641945"/>
                  </a:cubicBezTo>
                  <a:cubicBezTo>
                    <a:pt x="111464" y="641945"/>
                    <a:pt x="118868" y="641373"/>
                    <a:pt x="119575" y="641071"/>
                  </a:cubicBezTo>
                  <a:cubicBezTo>
                    <a:pt x="120315" y="640768"/>
                    <a:pt x="122907" y="639759"/>
                    <a:pt x="122907" y="639759"/>
                  </a:cubicBezTo>
                  <a:cubicBezTo>
                    <a:pt x="122907" y="639759"/>
                    <a:pt x="124657" y="638447"/>
                    <a:pt x="125229" y="638447"/>
                  </a:cubicBezTo>
                  <a:cubicBezTo>
                    <a:pt x="125801" y="638447"/>
                    <a:pt x="127686" y="636260"/>
                    <a:pt x="127686" y="636260"/>
                  </a:cubicBezTo>
                  <a:lnTo>
                    <a:pt x="131589" y="637269"/>
                  </a:lnTo>
                  <a:lnTo>
                    <a:pt x="134618" y="637404"/>
                  </a:lnTo>
                  <a:lnTo>
                    <a:pt x="137378" y="635385"/>
                  </a:lnTo>
                  <a:lnTo>
                    <a:pt x="138960" y="634073"/>
                  </a:lnTo>
                  <a:cubicBezTo>
                    <a:pt x="138960" y="634073"/>
                    <a:pt x="140138" y="633502"/>
                    <a:pt x="140979" y="633636"/>
                  </a:cubicBezTo>
                  <a:cubicBezTo>
                    <a:pt x="141854" y="633771"/>
                    <a:pt x="142864" y="633064"/>
                    <a:pt x="144883" y="634343"/>
                  </a:cubicBezTo>
                  <a:cubicBezTo>
                    <a:pt x="146902" y="635655"/>
                    <a:pt x="146902" y="635655"/>
                    <a:pt x="146902" y="635655"/>
                  </a:cubicBezTo>
                  <a:lnTo>
                    <a:pt x="151109" y="635520"/>
                  </a:lnTo>
                  <a:lnTo>
                    <a:pt x="153499" y="633064"/>
                  </a:lnTo>
                  <a:lnTo>
                    <a:pt x="154003" y="630171"/>
                  </a:lnTo>
                  <a:lnTo>
                    <a:pt x="154003" y="627278"/>
                  </a:lnTo>
                  <a:lnTo>
                    <a:pt x="155451" y="625966"/>
                  </a:lnTo>
                  <a:lnTo>
                    <a:pt x="158210" y="623645"/>
                  </a:lnTo>
                  <a:lnTo>
                    <a:pt x="162855" y="622905"/>
                  </a:lnTo>
                  <a:lnTo>
                    <a:pt x="165311" y="622905"/>
                  </a:lnTo>
                  <a:cubicBezTo>
                    <a:pt x="165311" y="622905"/>
                    <a:pt x="166052" y="620584"/>
                    <a:pt x="167330" y="620584"/>
                  </a:cubicBezTo>
                  <a:cubicBezTo>
                    <a:pt x="168643" y="620584"/>
                    <a:pt x="170797" y="619407"/>
                    <a:pt x="171369" y="619407"/>
                  </a:cubicBezTo>
                  <a:cubicBezTo>
                    <a:pt x="171941" y="619407"/>
                    <a:pt x="172244" y="619104"/>
                    <a:pt x="173557" y="619104"/>
                  </a:cubicBezTo>
                  <a:cubicBezTo>
                    <a:pt x="174869" y="619104"/>
                    <a:pt x="177326" y="618801"/>
                    <a:pt x="178639" y="618801"/>
                  </a:cubicBezTo>
                  <a:cubicBezTo>
                    <a:pt x="179951" y="618801"/>
                    <a:pt x="180220" y="618666"/>
                    <a:pt x="182408" y="618936"/>
                  </a:cubicBezTo>
                  <a:cubicBezTo>
                    <a:pt x="184595" y="619238"/>
                    <a:pt x="184730" y="618936"/>
                    <a:pt x="185908" y="618801"/>
                  </a:cubicBezTo>
                  <a:cubicBezTo>
                    <a:pt x="187086" y="618666"/>
                    <a:pt x="189374" y="616917"/>
                    <a:pt x="190384" y="616783"/>
                  </a:cubicBezTo>
                  <a:cubicBezTo>
                    <a:pt x="191394" y="616648"/>
                    <a:pt x="192706" y="614461"/>
                    <a:pt x="192706" y="614461"/>
                  </a:cubicBezTo>
                  <a:lnTo>
                    <a:pt x="198798" y="611770"/>
                  </a:lnTo>
                  <a:lnTo>
                    <a:pt x="200110" y="610694"/>
                  </a:lnTo>
                  <a:lnTo>
                    <a:pt x="205327" y="610694"/>
                  </a:lnTo>
                  <a:lnTo>
                    <a:pt x="210106" y="614596"/>
                  </a:lnTo>
                  <a:lnTo>
                    <a:pt x="216197" y="619945"/>
                  </a:lnTo>
                  <a:cubicBezTo>
                    <a:pt x="216197" y="619945"/>
                    <a:pt x="221851" y="625596"/>
                    <a:pt x="222154" y="626336"/>
                  </a:cubicBezTo>
                  <a:cubicBezTo>
                    <a:pt x="222423" y="627076"/>
                    <a:pt x="225048" y="629095"/>
                    <a:pt x="225048" y="629095"/>
                  </a:cubicBezTo>
                  <a:cubicBezTo>
                    <a:pt x="225048" y="629095"/>
                    <a:pt x="228077" y="630979"/>
                    <a:pt x="228683" y="631281"/>
                  </a:cubicBezTo>
                  <a:cubicBezTo>
                    <a:pt x="229255" y="631584"/>
                    <a:pt x="231443" y="632291"/>
                    <a:pt x="232015" y="632291"/>
                  </a:cubicBezTo>
                  <a:cubicBezTo>
                    <a:pt x="232587" y="632291"/>
                    <a:pt x="235784" y="633300"/>
                    <a:pt x="236928" y="634309"/>
                  </a:cubicBezTo>
                  <a:cubicBezTo>
                    <a:pt x="238072" y="635318"/>
                    <a:pt x="240698" y="635184"/>
                    <a:pt x="240698" y="635184"/>
                  </a:cubicBezTo>
                  <a:lnTo>
                    <a:pt x="243592" y="633737"/>
                  </a:lnTo>
                  <a:cubicBezTo>
                    <a:pt x="243592" y="633737"/>
                    <a:pt x="244904" y="630104"/>
                    <a:pt x="245174" y="629397"/>
                  </a:cubicBezTo>
                  <a:cubicBezTo>
                    <a:pt x="245477" y="628658"/>
                    <a:pt x="245477" y="627211"/>
                    <a:pt x="245477" y="626370"/>
                  </a:cubicBezTo>
                  <a:cubicBezTo>
                    <a:pt x="245477" y="625495"/>
                    <a:pt x="245039" y="621156"/>
                    <a:pt x="245039" y="621156"/>
                  </a:cubicBezTo>
                  <a:lnTo>
                    <a:pt x="240260" y="615942"/>
                  </a:lnTo>
                  <a:cubicBezTo>
                    <a:pt x="240260" y="615942"/>
                    <a:pt x="239957" y="614932"/>
                    <a:pt x="238510" y="613318"/>
                  </a:cubicBezTo>
                  <a:cubicBezTo>
                    <a:pt x="237063" y="611737"/>
                    <a:pt x="235313" y="610559"/>
                    <a:pt x="235448" y="609416"/>
                  </a:cubicBezTo>
                  <a:cubicBezTo>
                    <a:pt x="235582" y="608238"/>
                    <a:pt x="236592" y="604504"/>
                    <a:pt x="236895" y="604067"/>
                  </a:cubicBezTo>
                  <a:cubicBezTo>
                    <a:pt x="237197" y="603630"/>
                    <a:pt x="239217" y="601039"/>
                    <a:pt x="239217" y="601039"/>
                  </a:cubicBezTo>
                  <a:lnTo>
                    <a:pt x="243121" y="598584"/>
                  </a:lnTo>
                  <a:lnTo>
                    <a:pt x="244433" y="596397"/>
                  </a:lnTo>
                  <a:cubicBezTo>
                    <a:pt x="244433" y="596397"/>
                    <a:pt x="247193" y="594379"/>
                    <a:pt x="247631" y="594211"/>
                  </a:cubicBezTo>
                  <a:cubicBezTo>
                    <a:pt x="248068" y="594076"/>
                    <a:pt x="249515" y="591889"/>
                    <a:pt x="249515" y="591889"/>
                  </a:cubicBezTo>
                  <a:lnTo>
                    <a:pt x="253352" y="589198"/>
                  </a:lnTo>
                  <a:lnTo>
                    <a:pt x="251400" y="579005"/>
                  </a:lnTo>
                  <a:lnTo>
                    <a:pt x="251400" y="571605"/>
                  </a:lnTo>
                  <a:lnTo>
                    <a:pt x="244433" y="565314"/>
                  </a:lnTo>
                  <a:lnTo>
                    <a:pt x="244433" y="557711"/>
                  </a:lnTo>
                  <a:lnTo>
                    <a:pt x="255068" y="550109"/>
                  </a:lnTo>
                  <a:lnTo>
                    <a:pt x="258333" y="542506"/>
                  </a:lnTo>
                  <a:lnTo>
                    <a:pt x="261362" y="530564"/>
                  </a:lnTo>
                  <a:lnTo>
                    <a:pt x="262472" y="519934"/>
                  </a:lnTo>
                  <a:lnTo>
                    <a:pt x="264626" y="514081"/>
                  </a:lnTo>
                  <a:lnTo>
                    <a:pt x="262876" y="508631"/>
                  </a:lnTo>
                  <a:cubicBezTo>
                    <a:pt x="262876" y="508631"/>
                    <a:pt x="262001" y="502341"/>
                    <a:pt x="262674" y="502105"/>
                  </a:cubicBezTo>
                  <a:cubicBezTo>
                    <a:pt x="263313" y="501870"/>
                    <a:pt x="268328" y="498842"/>
                    <a:pt x="268328" y="498842"/>
                  </a:cubicBezTo>
                  <a:lnTo>
                    <a:pt x="271794" y="489726"/>
                  </a:lnTo>
                  <a:lnTo>
                    <a:pt x="270482" y="484512"/>
                  </a:lnTo>
                  <a:lnTo>
                    <a:pt x="272636" y="479499"/>
                  </a:lnTo>
                  <a:lnTo>
                    <a:pt x="276775" y="476472"/>
                  </a:lnTo>
                  <a:cubicBezTo>
                    <a:pt x="276775" y="476472"/>
                    <a:pt x="279603" y="476035"/>
                    <a:pt x="280477" y="475597"/>
                  </a:cubicBezTo>
                  <a:cubicBezTo>
                    <a:pt x="281352" y="475160"/>
                    <a:pt x="287208" y="471258"/>
                    <a:pt x="287208" y="471258"/>
                  </a:cubicBezTo>
                  <a:lnTo>
                    <a:pt x="291785" y="467995"/>
                  </a:lnTo>
                  <a:lnTo>
                    <a:pt x="294612" y="462579"/>
                  </a:lnTo>
                  <a:lnTo>
                    <a:pt x="297439" y="457163"/>
                  </a:lnTo>
                  <a:lnTo>
                    <a:pt x="299391" y="454337"/>
                  </a:lnTo>
                  <a:lnTo>
                    <a:pt x="301545" y="452823"/>
                  </a:lnTo>
                  <a:lnTo>
                    <a:pt x="306324" y="449997"/>
                  </a:lnTo>
                  <a:lnTo>
                    <a:pt x="307637" y="445994"/>
                  </a:lnTo>
                  <a:lnTo>
                    <a:pt x="304810" y="443942"/>
                  </a:lnTo>
                  <a:lnTo>
                    <a:pt x="299156" y="443942"/>
                  </a:lnTo>
                  <a:lnTo>
                    <a:pt x="293939" y="443942"/>
                  </a:lnTo>
                  <a:lnTo>
                    <a:pt x="291314" y="439367"/>
                  </a:lnTo>
                  <a:lnTo>
                    <a:pt x="291314" y="436104"/>
                  </a:lnTo>
                  <a:lnTo>
                    <a:pt x="294141" y="429814"/>
                  </a:lnTo>
                  <a:cubicBezTo>
                    <a:pt x="294141" y="429814"/>
                    <a:pt x="297204" y="424599"/>
                    <a:pt x="297843" y="424599"/>
                  </a:cubicBezTo>
                  <a:cubicBezTo>
                    <a:pt x="298483" y="424599"/>
                    <a:pt x="305011" y="420260"/>
                    <a:pt x="305011" y="420260"/>
                  </a:cubicBezTo>
                  <a:lnTo>
                    <a:pt x="308276" y="417434"/>
                  </a:lnTo>
                  <a:lnTo>
                    <a:pt x="314132" y="414407"/>
                  </a:lnTo>
                  <a:lnTo>
                    <a:pt x="317161" y="409428"/>
                  </a:lnTo>
                  <a:cubicBezTo>
                    <a:pt x="317161" y="409428"/>
                    <a:pt x="316723" y="404214"/>
                    <a:pt x="316522" y="403575"/>
                  </a:cubicBezTo>
                  <a:cubicBezTo>
                    <a:pt x="316286" y="402935"/>
                    <a:pt x="312180" y="397486"/>
                    <a:pt x="312180" y="397486"/>
                  </a:cubicBezTo>
                  <a:lnTo>
                    <a:pt x="307603" y="391633"/>
                  </a:lnTo>
                  <a:lnTo>
                    <a:pt x="304136" y="384030"/>
                  </a:lnTo>
                  <a:lnTo>
                    <a:pt x="299559" y="380330"/>
                  </a:lnTo>
                  <a:lnTo>
                    <a:pt x="299122" y="374039"/>
                  </a:lnTo>
                  <a:lnTo>
                    <a:pt x="303026" y="371852"/>
                  </a:lnTo>
                  <a:lnTo>
                    <a:pt x="305214" y="369027"/>
                  </a:lnTo>
                  <a:lnTo>
                    <a:pt x="309117" y="360987"/>
                  </a:lnTo>
                  <a:lnTo>
                    <a:pt x="313896" y="356647"/>
                  </a:lnTo>
                  <a:lnTo>
                    <a:pt x="318238" y="351231"/>
                  </a:lnTo>
                  <a:lnTo>
                    <a:pt x="329310" y="343629"/>
                  </a:lnTo>
                  <a:lnTo>
                    <a:pt x="338431" y="342552"/>
                  </a:lnTo>
                  <a:lnTo>
                    <a:pt x="344959" y="341913"/>
                  </a:lnTo>
                  <a:lnTo>
                    <a:pt x="351253" y="335387"/>
                  </a:lnTo>
                  <a:lnTo>
                    <a:pt x="354080" y="332999"/>
                  </a:lnTo>
                  <a:lnTo>
                    <a:pt x="356671" y="327785"/>
                  </a:lnTo>
                  <a:lnTo>
                    <a:pt x="359061" y="322133"/>
                  </a:lnTo>
                  <a:lnTo>
                    <a:pt x="363099" y="318231"/>
                  </a:lnTo>
                  <a:lnTo>
                    <a:pt x="366027" y="313454"/>
                  </a:lnTo>
                  <a:lnTo>
                    <a:pt x="366027" y="309316"/>
                  </a:lnTo>
                  <a:lnTo>
                    <a:pt x="363638" y="304304"/>
                  </a:lnTo>
                  <a:lnTo>
                    <a:pt x="360374" y="303228"/>
                  </a:lnTo>
                  <a:cubicBezTo>
                    <a:pt x="360374" y="303228"/>
                    <a:pt x="357984" y="300402"/>
                    <a:pt x="357984" y="299325"/>
                  </a:cubicBezTo>
                  <a:cubicBezTo>
                    <a:pt x="357984" y="298249"/>
                    <a:pt x="358186" y="293472"/>
                    <a:pt x="358186" y="293472"/>
                  </a:cubicBezTo>
                  <a:lnTo>
                    <a:pt x="355998" y="289335"/>
                  </a:lnTo>
                  <a:lnTo>
                    <a:pt x="352094" y="287383"/>
                  </a:lnTo>
                  <a:lnTo>
                    <a:pt x="345801" y="283919"/>
                  </a:lnTo>
                  <a:lnTo>
                    <a:pt x="347113" y="280655"/>
                  </a:lnTo>
                  <a:lnTo>
                    <a:pt x="348191" y="276081"/>
                  </a:lnTo>
                  <a:cubicBezTo>
                    <a:pt x="348191" y="276081"/>
                    <a:pt x="351657" y="272178"/>
                    <a:pt x="352330" y="271943"/>
                  </a:cubicBezTo>
                  <a:cubicBezTo>
                    <a:pt x="352969" y="271741"/>
                    <a:pt x="359936" y="268041"/>
                    <a:pt x="359936" y="268041"/>
                  </a:cubicBezTo>
                  <a:lnTo>
                    <a:pt x="365152" y="265652"/>
                  </a:lnTo>
                  <a:lnTo>
                    <a:pt x="372119" y="260438"/>
                  </a:lnTo>
                  <a:lnTo>
                    <a:pt x="374946" y="255863"/>
                  </a:lnTo>
                  <a:lnTo>
                    <a:pt x="375383" y="248698"/>
                  </a:lnTo>
                  <a:lnTo>
                    <a:pt x="376023" y="246511"/>
                  </a:lnTo>
                  <a:lnTo>
                    <a:pt x="379725" y="243450"/>
                  </a:lnTo>
                  <a:lnTo>
                    <a:pt x="384941" y="241701"/>
                  </a:lnTo>
                  <a:lnTo>
                    <a:pt x="389720" y="238875"/>
                  </a:lnTo>
                  <a:lnTo>
                    <a:pt x="392110" y="236487"/>
                  </a:lnTo>
                  <a:lnTo>
                    <a:pt x="394701" y="233661"/>
                  </a:lnTo>
                  <a:lnTo>
                    <a:pt x="396451" y="233661"/>
                  </a:lnTo>
                  <a:lnTo>
                    <a:pt x="401667" y="236049"/>
                  </a:lnTo>
                  <a:lnTo>
                    <a:pt x="402542" y="241499"/>
                  </a:lnTo>
                  <a:lnTo>
                    <a:pt x="406009" y="247789"/>
                  </a:lnTo>
                  <a:lnTo>
                    <a:pt x="412101" y="248664"/>
                  </a:lnTo>
                  <a:lnTo>
                    <a:pt x="415365" y="246713"/>
                  </a:lnTo>
                  <a:lnTo>
                    <a:pt x="421255" y="243887"/>
                  </a:lnTo>
                  <a:lnTo>
                    <a:pt x="424284" y="240624"/>
                  </a:lnTo>
                  <a:cubicBezTo>
                    <a:pt x="424284" y="240624"/>
                    <a:pt x="428861" y="235847"/>
                    <a:pt x="429702" y="235410"/>
                  </a:cubicBezTo>
                  <a:cubicBezTo>
                    <a:pt x="430577" y="234973"/>
                    <a:pt x="439933" y="230398"/>
                    <a:pt x="439933" y="230398"/>
                  </a:cubicBezTo>
                  <a:lnTo>
                    <a:pt x="447101" y="226260"/>
                  </a:lnTo>
                  <a:lnTo>
                    <a:pt x="450164" y="228648"/>
                  </a:lnTo>
                  <a:lnTo>
                    <a:pt x="453193" y="230398"/>
                  </a:lnTo>
                  <a:lnTo>
                    <a:pt x="456222" y="227572"/>
                  </a:lnTo>
                  <a:lnTo>
                    <a:pt x="457332" y="222156"/>
                  </a:lnTo>
                  <a:lnTo>
                    <a:pt x="459082" y="220844"/>
                  </a:lnTo>
                  <a:cubicBezTo>
                    <a:pt x="459082" y="220844"/>
                    <a:pt x="463659" y="218018"/>
                    <a:pt x="464501" y="218018"/>
                  </a:cubicBezTo>
                  <a:cubicBezTo>
                    <a:pt x="465376" y="218018"/>
                    <a:pt x="469515" y="218018"/>
                    <a:pt x="469515" y="218018"/>
                  </a:cubicBezTo>
                  <a:lnTo>
                    <a:pt x="474530" y="214318"/>
                  </a:lnTo>
                  <a:lnTo>
                    <a:pt x="477794" y="212804"/>
                  </a:lnTo>
                  <a:lnTo>
                    <a:pt x="478232" y="212804"/>
                  </a:lnTo>
                  <a:lnTo>
                    <a:pt x="478669" y="205404"/>
                  </a:lnTo>
                  <a:lnTo>
                    <a:pt x="478030" y="201501"/>
                  </a:lnTo>
                  <a:lnTo>
                    <a:pt x="476515" y="196085"/>
                  </a:lnTo>
                  <a:lnTo>
                    <a:pt x="478030" y="194572"/>
                  </a:lnTo>
                  <a:lnTo>
                    <a:pt x="481732" y="194134"/>
                  </a:lnTo>
                  <a:lnTo>
                    <a:pt x="484996" y="187171"/>
                  </a:lnTo>
                  <a:lnTo>
                    <a:pt x="488025" y="175868"/>
                  </a:lnTo>
                  <a:lnTo>
                    <a:pt x="481900" y="169577"/>
                  </a:lnTo>
                  <a:close/>
                </a:path>
              </a:pathLst>
            </a:custGeom>
            <a:grpFill/>
            <a:ln w="6350" cap="flat">
              <a:solidFill>
                <a:schemeClr val="bg1"/>
              </a:solidFill>
              <a:prstDash val="solid"/>
              <a:miter/>
            </a:ln>
          </p:spPr>
          <p:txBody>
            <a:bodyPr rtlCol="0" anchor="ctr"/>
            <a:lstStyle/>
            <a:p>
              <a:endParaRPr lang="en-US"/>
            </a:p>
          </p:txBody>
        </p:sp>
        <p:sp>
          <p:nvSpPr>
            <p:cNvPr id="31" name="Freeform 891">
              <a:extLst>
                <a:ext uri="{FF2B5EF4-FFF2-40B4-BE49-F238E27FC236}">
                  <a16:creationId xmlns:a16="http://schemas.microsoft.com/office/drawing/2014/main" id="{359EBB0C-15E4-AFCA-6714-D830986A66F9}"/>
                </a:ext>
              </a:extLst>
            </p:cNvPr>
            <p:cNvSpPr/>
            <p:nvPr/>
          </p:nvSpPr>
          <p:spPr>
            <a:xfrm>
              <a:off x="7686318" y="3112847"/>
              <a:ext cx="288042" cy="323922"/>
            </a:xfrm>
            <a:custGeom>
              <a:avLst/>
              <a:gdLst>
                <a:gd name="connsiteX0" fmla="*/ 524607 w 553012"/>
                <a:gd name="connsiteY0" fmla="*/ 522356 h 621896"/>
                <a:gd name="connsiteX1" fmla="*/ 525752 w 553012"/>
                <a:gd name="connsiteY1" fmla="*/ 518589 h 621896"/>
                <a:gd name="connsiteX2" fmla="*/ 526896 w 553012"/>
                <a:gd name="connsiteY2" fmla="*/ 513677 h 621896"/>
                <a:gd name="connsiteX3" fmla="*/ 525752 w 553012"/>
                <a:gd name="connsiteY3" fmla="*/ 510784 h 621896"/>
                <a:gd name="connsiteX4" fmla="*/ 522555 w 553012"/>
                <a:gd name="connsiteY4" fmla="*/ 508766 h 621896"/>
                <a:gd name="connsiteX5" fmla="*/ 521983 w 553012"/>
                <a:gd name="connsiteY5" fmla="*/ 502677 h 621896"/>
                <a:gd name="connsiteX6" fmla="*/ 522285 w 553012"/>
                <a:gd name="connsiteY6" fmla="*/ 499481 h 621896"/>
                <a:gd name="connsiteX7" fmla="*/ 522858 w 553012"/>
                <a:gd name="connsiteY7" fmla="*/ 493964 h 621896"/>
                <a:gd name="connsiteX8" fmla="*/ 525180 w 553012"/>
                <a:gd name="connsiteY8" fmla="*/ 489322 h 621896"/>
                <a:gd name="connsiteX9" fmla="*/ 525180 w 553012"/>
                <a:gd name="connsiteY9" fmla="*/ 486732 h 621896"/>
                <a:gd name="connsiteX10" fmla="*/ 528511 w 553012"/>
                <a:gd name="connsiteY10" fmla="*/ 480071 h 621896"/>
                <a:gd name="connsiteX11" fmla="*/ 530093 w 553012"/>
                <a:gd name="connsiteY11" fmla="*/ 476875 h 621896"/>
                <a:gd name="connsiteX12" fmla="*/ 529521 w 553012"/>
                <a:gd name="connsiteY12" fmla="*/ 472536 h 621896"/>
                <a:gd name="connsiteX13" fmla="*/ 529252 w 553012"/>
                <a:gd name="connsiteY13" fmla="*/ 465303 h 621896"/>
                <a:gd name="connsiteX14" fmla="*/ 531271 w 553012"/>
                <a:gd name="connsiteY14" fmla="*/ 460089 h 621896"/>
                <a:gd name="connsiteX15" fmla="*/ 538238 w 553012"/>
                <a:gd name="connsiteY15" fmla="*/ 456624 h 621896"/>
                <a:gd name="connsiteX16" fmla="*/ 543757 w 553012"/>
                <a:gd name="connsiteY16" fmla="*/ 454606 h 621896"/>
                <a:gd name="connsiteX17" fmla="*/ 548974 w 553012"/>
                <a:gd name="connsiteY17" fmla="*/ 451982 h 621896"/>
                <a:gd name="connsiteX18" fmla="*/ 551868 w 553012"/>
                <a:gd name="connsiteY18" fmla="*/ 448517 h 621896"/>
                <a:gd name="connsiteX19" fmla="*/ 553012 w 553012"/>
                <a:gd name="connsiteY19" fmla="*/ 445691 h 621896"/>
                <a:gd name="connsiteX20" fmla="*/ 550118 w 553012"/>
                <a:gd name="connsiteY20" fmla="*/ 441554 h 621896"/>
                <a:gd name="connsiteX21" fmla="*/ 546349 w 553012"/>
                <a:gd name="connsiteY21" fmla="*/ 441251 h 621896"/>
                <a:gd name="connsiteX22" fmla="*/ 542007 w 553012"/>
                <a:gd name="connsiteY22" fmla="*/ 442126 h 621896"/>
                <a:gd name="connsiteX23" fmla="*/ 533593 w 553012"/>
                <a:gd name="connsiteY23" fmla="*/ 445691 h 621896"/>
                <a:gd name="connsiteX24" fmla="*/ 527805 w 553012"/>
                <a:gd name="connsiteY24" fmla="*/ 448517 h 621896"/>
                <a:gd name="connsiteX25" fmla="*/ 524036 w 553012"/>
                <a:gd name="connsiteY25" fmla="*/ 448517 h 621896"/>
                <a:gd name="connsiteX26" fmla="*/ 523463 w 553012"/>
                <a:gd name="connsiteY26" fmla="*/ 445557 h 621896"/>
                <a:gd name="connsiteX27" fmla="*/ 524338 w 553012"/>
                <a:gd name="connsiteY27" fmla="*/ 440982 h 621896"/>
                <a:gd name="connsiteX28" fmla="*/ 526358 w 553012"/>
                <a:gd name="connsiteY28" fmla="*/ 437786 h 621896"/>
                <a:gd name="connsiteX29" fmla="*/ 530699 w 553012"/>
                <a:gd name="connsiteY29" fmla="*/ 434590 h 621896"/>
                <a:gd name="connsiteX30" fmla="*/ 531271 w 553012"/>
                <a:gd name="connsiteY30" fmla="*/ 427930 h 621896"/>
                <a:gd name="connsiteX31" fmla="*/ 533021 w 553012"/>
                <a:gd name="connsiteY31" fmla="*/ 421841 h 621896"/>
                <a:gd name="connsiteX32" fmla="*/ 534771 w 553012"/>
                <a:gd name="connsiteY32" fmla="*/ 418073 h 621896"/>
                <a:gd name="connsiteX33" fmla="*/ 537665 w 553012"/>
                <a:gd name="connsiteY33" fmla="*/ 413162 h 621896"/>
                <a:gd name="connsiteX34" fmla="*/ 537363 w 553012"/>
                <a:gd name="connsiteY34" fmla="*/ 406501 h 621896"/>
                <a:gd name="connsiteX35" fmla="*/ 535613 w 553012"/>
                <a:gd name="connsiteY35" fmla="*/ 403036 h 621896"/>
                <a:gd name="connsiteX36" fmla="*/ 529521 w 553012"/>
                <a:gd name="connsiteY36" fmla="*/ 394627 h 621896"/>
                <a:gd name="connsiteX37" fmla="*/ 523733 w 553012"/>
                <a:gd name="connsiteY37" fmla="*/ 394627 h 621896"/>
                <a:gd name="connsiteX38" fmla="*/ 511920 w 553012"/>
                <a:gd name="connsiteY38" fmla="*/ 393382 h 621896"/>
                <a:gd name="connsiteX39" fmla="*/ 509530 w 553012"/>
                <a:gd name="connsiteY39" fmla="*/ 391565 h 621896"/>
                <a:gd name="connsiteX40" fmla="*/ 509329 w 553012"/>
                <a:gd name="connsiteY40" fmla="*/ 386553 h 621896"/>
                <a:gd name="connsiteX41" fmla="*/ 508453 w 553012"/>
                <a:gd name="connsiteY41" fmla="*/ 382415 h 621896"/>
                <a:gd name="connsiteX42" fmla="*/ 509093 w 553012"/>
                <a:gd name="connsiteY42" fmla="*/ 378715 h 621896"/>
                <a:gd name="connsiteX43" fmla="*/ 510170 w 553012"/>
                <a:gd name="connsiteY43" fmla="*/ 377403 h 621896"/>
                <a:gd name="connsiteX44" fmla="*/ 512358 w 553012"/>
                <a:gd name="connsiteY44" fmla="*/ 373501 h 621896"/>
                <a:gd name="connsiteX45" fmla="*/ 512593 w 553012"/>
                <a:gd name="connsiteY45" fmla="*/ 366975 h 621896"/>
                <a:gd name="connsiteX46" fmla="*/ 513468 w 553012"/>
                <a:gd name="connsiteY46" fmla="*/ 363274 h 621896"/>
                <a:gd name="connsiteX47" fmla="*/ 517810 w 553012"/>
                <a:gd name="connsiteY47" fmla="*/ 357858 h 621896"/>
                <a:gd name="connsiteX48" fmla="*/ 516295 w 553012"/>
                <a:gd name="connsiteY48" fmla="*/ 353721 h 621896"/>
                <a:gd name="connsiteX49" fmla="*/ 507376 w 553012"/>
                <a:gd name="connsiteY49" fmla="*/ 349146 h 621896"/>
                <a:gd name="connsiteX50" fmla="*/ 502598 w 553012"/>
                <a:gd name="connsiteY50" fmla="*/ 343932 h 621896"/>
                <a:gd name="connsiteX51" fmla="*/ 500848 w 553012"/>
                <a:gd name="connsiteY51" fmla="*/ 338717 h 621896"/>
                <a:gd name="connsiteX52" fmla="*/ 501285 w 553012"/>
                <a:gd name="connsiteY52" fmla="*/ 333503 h 621896"/>
                <a:gd name="connsiteX53" fmla="*/ 503237 w 553012"/>
                <a:gd name="connsiteY53" fmla="*/ 330678 h 621896"/>
                <a:gd name="connsiteX54" fmla="*/ 505862 w 553012"/>
                <a:gd name="connsiteY54" fmla="*/ 327213 h 621896"/>
                <a:gd name="connsiteX55" fmla="*/ 508891 w 553012"/>
                <a:gd name="connsiteY55" fmla="*/ 324589 h 621896"/>
                <a:gd name="connsiteX56" fmla="*/ 510204 w 553012"/>
                <a:gd name="connsiteY56" fmla="*/ 320451 h 621896"/>
                <a:gd name="connsiteX57" fmla="*/ 511280 w 553012"/>
                <a:gd name="connsiteY57" fmla="*/ 316313 h 621896"/>
                <a:gd name="connsiteX58" fmla="*/ 511718 w 553012"/>
                <a:gd name="connsiteY58" fmla="*/ 311537 h 621896"/>
                <a:gd name="connsiteX59" fmla="*/ 511954 w 553012"/>
                <a:gd name="connsiteY59" fmla="*/ 309585 h 621896"/>
                <a:gd name="connsiteX60" fmla="*/ 508050 w 553012"/>
                <a:gd name="connsiteY60" fmla="*/ 309384 h 621896"/>
                <a:gd name="connsiteX61" fmla="*/ 501958 w 553012"/>
                <a:gd name="connsiteY61" fmla="*/ 310258 h 621896"/>
                <a:gd name="connsiteX62" fmla="*/ 496506 w 553012"/>
                <a:gd name="connsiteY62" fmla="*/ 314598 h 621896"/>
                <a:gd name="connsiteX63" fmla="*/ 492804 w 553012"/>
                <a:gd name="connsiteY63" fmla="*/ 314598 h 621896"/>
                <a:gd name="connsiteX64" fmla="*/ 487790 w 553012"/>
                <a:gd name="connsiteY64" fmla="*/ 313286 h 621896"/>
                <a:gd name="connsiteX65" fmla="*/ 484289 w 553012"/>
                <a:gd name="connsiteY65" fmla="*/ 311099 h 621896"/>
                <a:gd name="connsiteX66" fmla="*/ 481698 w 553012"/>
                <a:gd name="connsiteY66" fmla="*/ 311099 h 621896"/>
                <a:gd name="connsiteX67" fmla="*/ 481698 w 553012"/>
                <a:gd name="connsiteY67" fmla="*/ 306962 h 621896"/>
                <a:gd name="connsiteX68" fmla="*/ 481059 w 553012"/>
                <a:gd name="connsiteY68" fmla="*/ 305650 h 621896"/>
                <a:gd name="connsiteX69" fmla="*/ 480184 w 553012"/>
                <a:gd name="connsiteY69" fmla="*/ 299998 h 621896"/>
                <a:gd name="connsiteX70" fmla="*/ 479746 w 553012"/>
                <a:gd name="connsiteY70" fmla="*/ 294145 h 621896"/>
                <a:gd name="connsiteX71" fmla="*/ 477121 w 553012"/>
                <a:gd name="connsiteY71" fmla="*/ 291117 h 621896"/>
                <a:gd name="connsiteX72" fmla="*/ 478871 w 553012"/>
                <a:gd name="connsiteY72" fmla="*/ 288494 h 621896"/>
                <a:gd name="connsiteX73" fmla="*/ 480386 w 553012"/>
                <a:gd name="connsiteY73" fmla="*/ 286980 h 621896"/>
                <a:gd name="connsiteX74" fmla="*/ 483852 w 553012"/>
                <a:gd name="connsiteY74" fmla="*/ 283515 h 621896"/>
                <a:gd name="connsiteX75" fmla="*/ 485804 w 553012"/>
                <a:gd name="connsiteY75" fmla="*/ 278099 h 621896"/>
                <a:gd name="connsiteX76" fmla="*/ 486881 w 553012"/>
                <a:gd name="connsiteY76" fmla="*/ 275508 h 621896"/>
                <a:gd name="connsiteX77" fmla="*/ 489270 w 553012"/>
                <a:gd name="connsiteY77" fmla="*/ 272246 h 621896"/>
                <a:gd name="connsiteX78" fmla="*/ 492737 w 553012"/>
                <a:gd name="connsiteY78" fmla="*/ 269184 h 621896"/>
                <a:gd name="connsiteX79" fmla="*/ 494049 w 553012"/>
                <a:gd name="connsiteY79" fmla="*/ 266998 h 621896"/>
                <a:gd name="connsiteX80" fmla="*/ 495564 w 553012"/>
                <a:gd name="connsiteY80" fmla="*/ 265047 h 621896"/>
                <a:gd name="connsiteX81" fmla="*/ 495564 w 553012"/>
                <a:gd name="connsiteY81" fmla="*/ 258083 h 621896"/>
                <a:gd name="connsiteX82" fmla="*/ 495564 w 553012"/>
                <a:gd name="connsiteY82" fmla="*/ 252869 h 621896"/>
                <a:gd name="connsiteX83" fmla="*/ 495564 w 553012"/>
                <a:gd name="connsiteY83" fmla="*/ 249841 h 621896"/>
                <a:gd name="connsiteX84" fmla="*/ 496876 w 553012"/>
                <a:gd name="connsiteY84" fmla="*/ 247453 h 621896"/>
                <a:gd name="connsiteX85" fmla="*/ 499266 w 553012"/>
                <a:gd name="connsiteY85" fmla="*/ 244392 h 621896"/>
                <a:gd name="connsiteX86" fmla="*/ 502968 w 553012"/>
                <a:gd name="connsiteY86" fmla="*/ 242004 h 621896"/>
                <a:gd name="connsiteX87" fmla="*/ 507982 w 553012"/>
                <a:gd name="connsiteY87" fmla="*/ 240927 h 621896"/>
                <a:gd name="connsiteX88" fmla="*/ 511247 w 553012"/>
                <a:gd name="connsiteY88" fmla="*/ 239413 h 621896"/>
                <a:gd name="connsiteX89" fmla="*/ 519055 w 553012"/>
                <a:gd name="connsiteY89" fmla="*/ 237227 h 621896"/>
                <a:gd name="connsiteX90" fmla="*/ 522083 w 553012"/>
                <a:gd name="connsiteY90" fmla="*/ 233762 h 621896"/>
                <a:gd name="connsiteX91" fmla="*/ 524911 w 553012"/>
                <a:gd name="connsiteY91" fmla="*/ 228346 h 621896"/>
                <a:gd name="connsiteX92" fmla="*/ 522521 w 553012"/>
                <a:gd name="connsiteY92" fmla="*/ 224208 h 621896"/>
                <a:gd name="connsiteX93" fmla="*/ 517944 w 553012"/>
                <a:gd name="connsiteY93" fmla="*/ 224208 h 621896"/>
                <a:gd name="connsiteX94" fmla="*/ 517305 w 553012"/>
                <a:gd name="connsiteY94" fmla="*/ 220743 h 621896"/>
                <a:gd name="connsiteX95" fmla="*/ 524473 w 553012"/>
                <a:gd name="connsiteY95" fmla="*/ 217043 h 621896"/>
                <a:gd name="connsiteX96" fmla="*/ 534468 w 553012"/>
                <a:gd name="connsiteY96" fmla="*/ 209440 h 621896"/>
                <a:gd name="connsiteX97" fmla="*/ 539920 w 553012"/>
                <a:gd name="connsiteY97" fmla="*/ 202477 h 621896"/>
                <a:gd name="connsiteX98" fmla="*/ 536891 w 553012"/>
                <a:gd name="connsiteY98" fmla="*/ 197465 h 621896"/>
                <a:gd name="connsiteX99" fmla="*/ 541233 w 553012"/>
                <a:gd name="connsiteY99" fmla="*/ 195278 h 621896"/>
                <a:gd name="connsiteX100" fmla="*/ 542546 w 553012"/>
                <a:gd name="connsiteY100" fmla="*/ 192250 h 621896"/>
                <a:gd name="connsiteX101" fmla="*/ 543185 w 553012"/>
                <a:gd name="connsiteY101" fmla="*/ 189660 h 621896"/>
                <a:gd name="connsiteX102" fmla="*/ 542310 w 553012"/>
                <a:gd name="connsiteY102" fmla="*/ 185960 h 621896"/>
                <a:gd name="connsiteX103" fmla="*/ 539281 w 553012"/>
                <a:gd name="connsiteY103" fmla="*/ 183807 h 621896"/>
                <a:gd name="connsiteX104" fmla="*/ 532314 w 553012"/>
                <a:gd name="connsiteY104" fmla="*/ 183773 h 621896"/>
                <a:gd name="connsiteX105" fmla="*/ 526896 w 553012"/>
                <a:gd name="connsiteY105" fmla="*/ 177247 h 621896"/>
                <a:gd name="connsiteX106" fmla="*/ 526896 w 553012"/>
                <a:gd name="connsiteY106" fmla="*/ 173345 h 621896"/>
                <a:gd name="connsiteX107" fmla="*/ 529285 w 553012"/>
                <a:gd name="connsiteY107" fmla="*/ 164229 h 621896"/>
                <a:gd name="connsiteX108" fmla="*/ 533190 w 553012"/>
                <a:gd name="connsiteY108" fmla="*/ 155314 h 621896"/>
                <a:gd name="connsiteX109" fmla="*/ 534940 w 553012"/>
                <a:gd name="connsiteY109" fmla="*/ 145323 h 621896"/>
                <a:gd name="connsiteX110" fmla="*/ 533829 w 553012"/>
                <a:gd name="connsiteY110" fmla="*/ 142935 h 621896"/>
                <a:gd name="connsiteX111" fmla="*/ 526021 w 553012"/>
                <a:gd name="connsiteY111" fmla="*/ 137283 h 621896"/>
                <a:gd name="connsiteX112" fmla="*/ 522319 w 553012"/>
                <a:gd name="connsiteY112" fmla="*/ 137283 h 621896"/>
                <a:gd name="connsiteX113" fmla="*/ 514713 w 553012"/>
                <a:gd name="connsiteY113" fmla="*/ 134895 h 621896"/>
                <a:gd name="connsiteX114" fmla="*/ 512963 w 553012"/>
                <a:gd name="connsiteY114" fmla="*/ 129445 h 621896"/>
                <a:gd name="connsiteX115" fmla="*/ 512963 w 553012"/>
                <a:gd name="connsiteY115" fmla="*/ 122280 h 621896"/>
                <a:gd name="connsiteX116" fmla="*/ 511213 w 553012"/>
                <a:gd name="connsiteY116" fmla="*/ 115552 h 621896"/>
                <a:gd name="connsiteX117" fmla="*/ 511213 w 553012"/>
                <a:gd name="connsiteY117" fmla="*/ 112726 h 621896"/>
                <a:gd name="connsiteX118" fmla="*/ 508016 w 553012"/>
                <a:gd name="connsiteY118" fmla="*/ 115418 h 621896"/>
                <a:gd name="connsiteX119" fmla="*/ 506434 w 553012"/>
                <a:gd name="connsiteY119" fmla="*/ 120497 h 621896"/>
                <a:gd name="connsiteX120" fmla="*/ 502799 w 553012"/>
                <a:gd name="connsiteY120" fmla="*/ 120363 h 621896"/>
                <a:gd name="connsiteX121" fmla="*/ 501083 w 553012"/>
                <a:gd name="connsiteY121" fmla="*/ 121809 h 621896"/>
                <a:gd name="connsiteX122" fmla="*/ 497314 w 553012"/>
                <a:gd name="connsiteY122" fmla="*/ 118344 h 621896"/>
                <a:gd name="connsiteX123" fmla="*/ 497314 w 553012"/>
                <a:gd name="connsiteY123" fmla="*/ 115586 h 621896"/>
                <a:gd name="connsiteX124" fmla="*/ 497314 w 553012"/>
                <a:gd name="connsiteY124" fmla="*/ 114005 h 621896"/>
                <a:gd name="connsiteX125" fmla="*/ 495497 w 553012"/>
                <a:gd name="connsiteY125" fmla="*/ 111549 h 621896"/>
                <a:gd name="connsiteX126" fmla="*/ 493982 w 553012"/>
                <a:gd name="connsiteY126" fmla="*/ 112121 h 621896"/>
                <a:gd name="connsiteX127" fmla="*/ 492838 w 553012"/>
                <a:gd name="connsiteY127" fmla="*/ 113870 h 621896"/>
                <a:gd name="connsiteX128" fmla="*/ 491256 w 553012"/>
                <a:gd name="connsiteY128" fmla="*/ 115451 h 621896"/>
                <a:gd name="connsiteX129" fmla="*/ 488631 w 553012"/>
                <a:gd name="connsiteY129" fmla="*/ 116763 h 621896"/>
                <a:gd name="connsiteX130" fmla="*/ 486309 w 553012"/>
                <a:gd name="connsiteY130" fmla="*/ 117200 h 621896"/>
                <a:gd name="connsiteX131" fmla="*/ 483987 w 553012"/>
                <a:gd name="connsiteY131" fmla="*/ 116326 h 621896"/>
                <a:gd name="connsiteX132" fmla="*/ 480958 w 553012"/>
                <a:gd name="connsiteY132" fmla="*/ 113298 h 621896"/>
                <a:gd name="connsiteX133" fmla="*/ 479073 w 553012"/>
                <a:gd name="connsiteY133" fmla="*/ 111986 h 621896"/>
                <a:gd name="connsiteX134" fmla="*/ 478063 w 553012"/>
                <a:gd name="connsiteY134" fmla="*/ 109093 h 621896"/>
                <a:gd name="connsiteX135" fmla="*/ 478636 w 553012"/>
                <a:gd name="connsiteY135" fmla="*/ 107075 h 621896"/>
                <a:gd name="connsiteX136" fmla="*/ 480655 w 553012"/>
                <a:gd name="connsiteY136" fmla="*/ 104888 h 621896"/>
                <a:gd name="connsiteX137" fmla="*/ 483549 w 553012"/>
                <a:gd name="connsiteY137" fmla="*/ 103745 h 621896"/>
                <a:gd name="connsiteX138" fmla="*/ 486006 w 553012"/>
                <a:gd name="connsiteY138" fmla="*/ 102601 h 621896"/>
                <a:gd name="connsiteX139" fmla="*/ 486881 w 553012"/>
                <a:gd name="connsiteY139" fmla="*/ 100145 h 621896"/>
                <a:gd name="connsiteX140" fmla="*/ 483414 w 553012"/>
                <a:gd name="connsiteY140" fmla="*/ 99573 h 621896"/>
                <a:gd name="connsiteX141" fmla="*/ 480217 w 553012"/>
                <a:gd name="connsiteY141" fmla="*/ 98833 h 621896"/>
                <a:gd name="connsiteX142" fmla="*/ 476145 w 553012"/>
                <a:gd name="connsiteY142" fmla="*/ 98699 h 621896"/>
                <a:gd name="connsiteX143" fmla="*/ 475438 w 553012"/>
                <a:gd name="connsiteY143" fmla="*/ 96512 h 621896"/>
                <a:gd name="connsiteX144" fmla="*/ 476313 w 553012"/>
                <a:gd name="connsiteY144" fmla="*/ 93619 h 621896"/>
                <a:gd name="connsiteX145" fmla="*/ 477121 w 553012"/>
                <a:gd name="connsiteY145" fmla="*/ 90154 h 621896"/>
                <a:gd name="connsiteX146" fmla="*/ 478636 w 553012"/>
                <a:gd name="connsiteY146" fmla="*/ 88405 h 621896"/>
                <a:gd name="connsiteX147" fmla="*/ 480386 w 553012"/>
                <a:gd name="connsiteY147" fmla="*/ 86521 h 621896"/>
                <a:gd name="connsiteX148" fmla="*/ 482708 w 553012"/>
                <a:gd name="connsiteY148" fmla="*/ 84940 h 621896"/>
                <a:gd name="connsiteX149" fmla="*/ 484592 w 553012"/>
                <a:gd name="connsiteY149" fmla="*/ 82753 h 621896"/>
                <a:gd name="connsiteX150" fmla="*/ 486914 w 553012"/>
                <a:gd name="connsiteY150" fmla="*/ 80163 h 621896"/>
                <a:gd name="connsiteX151" fmla="*/ 487487 w 553012"/>
                <a:gd name="connsiteY151" fmla="*/ 79289 h 621896"/>
                <a:gd name="connsiteX152" fmla="*/ 488059 w 553012"/>
                <a:gd name="connsiteY152" fmla="*/ 77842 h 621896"/>
                <a:gd name="connsiteX153" fmla="*/ 488631 w 553012"/>
                <a:gd name="connsiteY153" fmla="*/ 75656 h 621896"/>
                <a:gd name="connsiteX154" fmla="*/ 488631 w 553012"/>
                <a:gd name="connsiteY154" fmla="*/ 73469 h 621896"/>
                <a:gd name="connsiteX155" fmla="*/ 486309 w 553012"/>
                <a:gd name="connsiteY155" fmla="*/ 70004 h 621896"/>
                <a:gd name="connsiteX156" fmla="*/ 484862 w 553012"/>
                <a:gd name="connsiteY156" fmla="*/ 68995 h 621896"/>
                <a:gd name="connsiteX157" fmla="*/ 481530 w 553012"/>
                <a:gd name="connsiteY157" fmla="*/ 70004 h 621896"/>
                <a:gd name="connsiteX158" fmla="*/ 481261 w 553012"/>
                <a:gd name="connsiteY158" fmla="*/ 68558 h 621896"/>
                <a:gd name="connsiteX159" fmla="*/ 479813 w 553012"/>
                <a:gd name="connsiteY159" fmla="*/ 66976 h 621896"/>
                <a:gd name="connsiteX160" fmla="*/ 480116 w 553012"/>
                <a:gd name="connsiteY160" fmla="*/ 65664 h 621896"/>
                <a:gd name="connsiteX161" fmla="*/ 480991 w 553012"/>
                <a:gd name="connsiteY161" fmla="*/ 64790 h 621896"/>
                <a:gd name="connsiteX162" fmla="*/ 482439 w 553012"/>
                <a:gd name="connsiteY162" fmla="*/ 63478 h 621896"/>
                <a:gd name="connsiteX163" fmla="*/ 483448 w 553012"/>
                <a:gd name="connsiteY163" fmla="*/ 61729 h 621896"/>
                <a:gd name="connsiteX164" fmla="*/ 483448 w 553012"/>
                <a:gd name="connsiteY164" fmla="*/ 58533 h 621896"/>
                <a:gd name="connsiteX165" fmla="*/ 481833 w 553012"/>
                <a:gd name="connsiteY165" fmla="*/ 56784 h 621896"/>
                <a:gd name="connsiteX166" fmla="*/ 479813 w 553012"/>
                <a:gd name="connsiteY166" fmla="*/ 54900 h 621896"/>
                <a:gd name="connsiteX167" fmla="*/ 476179 w 553012"/>
                <a:gd name="connsiteY167" fmla="*/ 51570 h 621896"/>
                <a:gd name="connsiteX168" fmla="*/ 474732 w 553012"/>
                <a:gd name="connsiteY168" fmla="*/ 51132 h 621896"/>
                <a:gd name="connsiteX169" fmla="*/ 472410 w 553012"/>
                <a:gd name="connsiteY169" fmla="*/ 48676 h 621896"/>
                <a:gd name="connsiteX170" fmla="*/ 468943 w 553012"/>
                <a:gd name="connsiteY170" fmla="*/ 46355 h 621896"/>
                <a:gd name="connsiteX171" fmla="*/ 468236 w 553012"/>
                <a:gd name="connsiteY171" fmla="*/ 45918 h 621896"/>
                <a:gd name="connsiteX172" fmla="*/ 466217 w 553012"/>
                <a:gd name="connsiteY172" fmla="*/ 44169 h 621896"/>
                <a:gd name="connsiteX173" fmla="*/ 464029 w 553012"/>
                <a:gd name="connsiteY173" fmla="*/ 44034 h 621896"/>
                <a:gd name="connsiteX174" fmla="*/ 461135 w 553012"/>
                <a:gd name="connsiteY174" fmla="*/ 45044 h 621896"/>
                <a:gd name="connsiteX175" fmla="*/ 458106 w 553012"/>
                <a:gd name="connsiteY175" fmla="*/ 46490 h 621896"/>
                <a:gd name="connsiteX176" fmla="*/ 456222 w 553012"/>
                <a:gd name="connsiteY176" fmla="*/ 47230 h 621896"/>
                <a:gd name="connsiteX177" fmla="*/ 451746 w 553012"/>
                <a:gd name="connsiteY177" fmla="*/ 50863 h 621896"/>
                <a:gd name="connsiteX178" fmla="*/ 450164 w 553012"/>
                <a:gd name="connsiteY178" fmla="*/ 51738 h 621896"/>
                <a:gd name="connsiteX179" fmla="*/ 448717 w 553012"/>
                <a:gd name="connsiteY179" fmla="*/ 53756 h 621896"/>
                <a:gd name="connsiteX180" fmla="*/ 444947 w 553012"/>
                <a:gd name="connsiteY180" fmla="*/ 57961 h 621896"/>
                <a:gd name="connsiteX181" fmla="*/ 442793 w 553012"/>
                <a:gd name="connsiteY181" fmla="*/ 61594 h 621896"/>
                <a:gd name="connsiteX182" fmla="*/ 438014 w 553012"/>
                <a:gd name="connsiteY182" fmla="*/ 65227 h 621896"/>
                <a:gd name="connsiteX183" fmla="*/ 430610 w 553012"/>
                <a:gd name="connsiteY183" fmla="*/ 71181 h 621896"/>
                <a:gd name="connsiteX184" fmla="*/ 428726 w 553012"/>
                <a:gd name="connsiteY184" fmla="*/ 74377 h 621896"/>
                <a:gd name="connsiteX185" fmla="*/ 426841 w 553012"/>
                <a:gd name="connsiteY185" fmla="*/ 75689 h 621896"/>
                <a:gd name="connsiteX186" fmla="*/ 423812 w 553012"/>
                <a:gd name="connsiteY186" fmla="*/ 78448 h 621896"/>
                <a:gd name="connsiteX187" fmla="*/ 420918 w 553012"/>
                <a:gd name="connsiteY187" fmla="*/ 79188 h 621896"/>
                <a:gd name="connsiteX188" fmla="*/ 420918 w 553012"/>
                <a:gd name="connsiteY188" fmla="*/ 75723 h 621896"/>
                <a:gd name="connsiteX189" fmla="*/ 420918 w 553012"/>
                <a:gd name="connsiteY189" fmla="*/ 72695 h 621896"/>
                <a:gd name="connsiteX190" fmla="*/ 419975 w 553012"/>
                <a:gd name="connsiteY190" fmla="*/ 70811 h 621896"/>
                <a:gd name="connsiteX191" fmla="*/ 417586 w 553012"/>
                <a:gd name="connsiteY191" fmla="*/ 70240 h 621896"/>
                <a:gd name="connsiteX192" fmla="*/ 415264 w 553012"/>
                <a:gd name="connsiteY192" fmla="*/ 72561 h 621896"/>
                <a:gd name="connsiteX193" fmla="*/ 413077 w 553012"/>
                <a:gd name="connsiteY193" fmla="*/ 73570 h 621896"/>
                <a:gd name="connsiteX194" fmla="*/ 409745 w 553012"/>
                <a:gd name="connsiteY194" fmla="*/ 72392 h 621896"/>
                <a:gd name="connsiteX195" fmla="*/ 407860 w 553012"/>
                <a:gd name="connsiteY195" fmla="*/ 70206 h 621896"/>
                <a:gd name="connsiteX196" fmla="*/ 405639 w 553012"/>
                <a:gd name="connsiteY196" fmla="*/ 67750 h 621896"/>
                <a:gd name="connsiteX197" fmla="*/ 404966 w 553012"/>
                <a:gd name="connsiteY197" fmla="*/ 63982 h 621896"/>
                <a:gd name="connsiteX198" fmla="*/ 405504 w 553012"/>
                <a:gd name="connsiteY198" fmla="*/ 59643 h 621896"/>
                <a:gd name="connsiteX199" fmla="*/ 405369 w 553012"/>
                <a:gd name="connsiteY199" fmla="*/ 56178 h 621896"/>
                <a:gd name="connsiteX200" fmla="*/ 405235 w 553012"/>
                <a:gd name="connsiteY200" fmla="*/ 51099 h 621896"/>
                <a:gd name="connsiteX201" fmla="*/ 405235 w 553012"/>
                <a:gd name="connsiteY201" fmla="*/ 49652 h 621896"/>
                <a:gd name="connsiteX202" fmla="*/ 405235 w 553012"/>
                <a:gd name="connsiteY202" fmla="*/ 44438 h 621896"/>
                <a:gd name="connsiteX203" fmla="*/ 405235 w 553012"/>
                <a:gd name="connsiteY203" fmla="*/ 41242 h 621896"/>
                <a:gd name="connsiteX204" fmla="*/ 404427 w 553012"/>
                <a:gd name="connsiteY204" fmla="*/ 38215 h 621896"/>
                <a:gd name="connsiteX205" fmla="*/ 403619 w 553012"/>
                <a:gd name="connsiteY205" fmla="*/ 37643 h 621896"/>
                <a:gd name="connsiteX206" fmla="*/ 402038 w 553012"/>
                <a:gd name="connsiteY206" fmla="*/ 35624 h 621896"/>
                <a:gd name="connsiteX207" fmla="*/ 399850 w 553012"/>
                <a:gd name="connsiteY207" fmla="*/ 35624 h 621896"/>
                <a:gd name="connsiteX208" fmla="*/ 396384 w 553012"/>
                <a:gd name="connsiteY208" fmla="*/ 35624 h 621896"/>
                <a:gd name="connsiteX209" fmla="*/ 391436 w 553012"/>
                <a:gd name="connsiteY209" fmla="*/ 36768 h 621896"/>
                <a:gd name="connsiteX210" fmla="*/ 389552 w 553012"/>
                <a:gd name="connsiteY210" fmla="*/ 38652 h 621896"/>
                <a:gd name="connsiteX211" fmla="*/ 387667 w 553012"/>
                <a:gd name="connsiteY211" fmla="*/ 41680 h 621896"/>
                <a:gd name="connsiteX212" fmla="*/ 385648 w 553012"/>
                <a:gd name="connsiteY212" fmla="*/ 44707 h 621896"/>
                <a:gd name="connsiteX213" fmla="*/ 383595 w 553012"/>
                <a:gd name="connsiteY213" fmla="*/ 47903 h 621896"/>
                <a:gd name="connsiteX214" fmla="*/ 382013 w 553012"/>
                <a:gd name="connsiteY214" fmla="*/ 50796 h 621896"/>
                <a:gd name="connsiteX215" fmla="*/ 378547 w 553012"/>
                <a:gd name="connsiteY215" fmla="*/ 53992 h 621896"/>
                <a:gd name="connsiteX216" fmla="*/ 376090 w 553012"/>
                <a:gd name="connsiteY216" fmla="*/ 51805 h 621896"/>
                <a:gd name="connsiteX217" fmla="*/ 371311 w 553012"/>
                <a:gd name="connsiteY217" fmla="*/ 52242 h 621896"/>
                <a:gd name="connsiteX218" fmla="*/ 368114 w 553012"/>
                <a:gd name="connsiteY218" fmla="*/ 52242 h 621896"/>
                <a:gd name="connsiteX219" fmla="*/ 364344 w 553012"/>
                <a:gd name="connsiteY219" fmla="*/ 54563 h 621896"/>
                <a:gd name="connsiteX220" fmla="*/ 361888 w 553012"/>
                <a:gd name="connsiteY220" fmla="*/ 55135 h 621896"/>
                <a:gd name="connsiteX221" fmla="*/ 359263 w 553012"/>
                <a:gd name="connsiteY221" fmla="*/ 59777 h 621896"/>
                <a:gd name="connsiteX222" fmla="*/ 356940 w 553012"/>
                <a:gd name="connsiteY222" fmla="*/ 62099 h 621896"/>
                <a:gd name="connsiteX223" fmla="*/ 355056 w 553012"/>
                <a:gd name="connsiteY223" fmla="*/ 64420 h 621896"/>
                <a:gd name="connsiteX224" fmla="*/ 351286 w 553012"/>
                <a:gd name="connsiteY224" fmla="*/ 66573 h 621896"/>
                <a:gd name="connsiteX225" fmla="*/ 348392 w 553012"/>
                <a:gd name="connsiteY225" fmla="*/ 66876 h 621896"/>
                <a:gd name="connsiteX226" fmla="*/ 346070 w 553012"/>
                <a:gd name="connsiteY226" fmla="*/ 65429 h 621896"/>
                <a:gd name="connsiteX227" fmla="*/ 344320 w 553012"/>
                <a:gd name="connsiteY227" fmla="*/ 61796 h 621896"/>
                <a:gd name="connsiteX228" fmla="*/ 344320 w 553012"/>
                <a:gd name="connsiteY228" fmla="*/ 60047 h 621896"/>
                <a:gd name="connsiteX229" fmla="*/ 341931 w 553012"/>
                <a:gd name="connsiteY229" fmla="*/ 57288 h 621896"/>
                <a:gd name="connsiteX230" fmla="*/ 340854 w 553012"/>
                <a:gd name="connsiteY230" fmla="*/ 58298 h 621896"/>
                <a:gd name="connsiteX231" fmla="*/ 340854 w 553012"/>
                <a:gd name="connsiteY231" fmla="*/ 60753 h 621896"/>
                <a:gd name="connsiteX232" fmla="*/ 337892 w 553012"/>
                <a:gd name="connsiteY232" fmla="*/ 64958 h 621896"/>
                <a:gd name="connsiteX233" fmla="*/ 336378 w 553012"/>
                <a:gd name="connsiteY233" fmla="*/ 65395 h 621896"/>
                <a:gd name="connsiteX234" fmla="*/ 335065 w 553012"/>
                <a:gd name="connsiteY234" fmla="*/ 63377 h 621896"/>
                <a:gd name="connsiteX235" fmla="*/ 332743 w 553012"/>
                <a:gd name="connsiteY235" fmla="*/ 55976 h 621896"/>
                <a:gd name="connsiteX236" fmla="*/ 327829 w 553012"/>
                <a:gd name="connsiteY236" fmla="*/ 51906 h 621896"/>
                <a:gd name="connsiteX237" fmla="*/ 324363 w 553012"/>
                <a:gd name="connsiteY237" fmla="*/ 49316 h 621896"/>
                <a:gd name="connsiteX238" fmla="*/ 322343 w 553012"/>
                <a:gd name="connsiteY238" fmla="*/ 43530 h 621896"/>
                <a:gd name="connsiteX239" fmla="*/ 315377 w 553012"/>
                <a:gd name="connsiteY239" fmla="*/ 41209 h 621896"/>
                <a:gd name="connsiteX240" fmla="*/ 308714 w 553012"/>
                <a:gd name="connsiteY240" fmla="*/ 35994 h 621896"/>
                <a:gd name="connsiteX241" fmla="*/ 305247 w 553012"/>
                <a:gd name="connsiteY241" fmla="*/ 34817 h 621896"/>
                <a:gd name="connsiteX242" fmla="*/ 298886 w 553012"/>
                <a:gd name="connsiteY242" fmla="*/ 30747 h 621896"/>
                <a:gd name="connsiteX243" fmla="*/ 294545 w 553012"/>
                <a:gd name="connsiteY243" fmla="*/ 28728 h 621896"/>
                <a:gd name="connsiteX244" fmla="*/ 291348 w 553012"/>
                <a:gd name="connsiteY244" fmla="*/ 26104 h 621896"/>
                <a:gd name="connsiteX245" fmla="*/ 288454 w 553012"/>
                <a:gd name="connsiteY245" fmla="*/ 26104 h 621896"/>
                <a:gd name="connsiteX246" fmla="*/ 281790 w 553012"/>
                <a:gd name="connsiteY246" fmla="*/ 26811 h 621896"/>
                <a:gd name="connsiteX247" fmla="*/ 275698 w 553012"/>
                <a:gd name="connsiteY247" fmla="*/ 27820 h 621896"/>
                <a:gd name="connsiteX248" fmla="*/ 270179 w 553012"/>
                <a:gd name="connsiteY248" fmla="*/ 27820 h 621896"/>
                <a:gd name="connsiteX249" fmla="*/ 265838 w 553012"/>
                <a:gd name="connsiteY249" fmla="*/ 28257 h 621896"/>
                <a:gd name="connsiteX250" fmla="*/ 257727 w 553012"/>
                <a:gd name="connsiteY250" fmla="*/ 25230 h 621896"/>
                <a:gd name="connsiteX251" fmla="*/ 255977 w 553012"/>
                <a:gd name="connsiteY251" fmla="*/ 22337 h 621896"/>
                <a:gd name="connsiteX252" fmla="*/ 252780 w 553012"/>
                <a:gd name="connsiteY252" fmla="*/ 20890 h 621896"/>
                <a:gd name="connsiteX253" fmla="*/ 246419 w 553012"/>
                <a:gd name="connsiteY253" fmla="*/ 19141 h 621896"/>
                <a:gd name="connsiteX254" fmla="*/ 239149 w 553012"/>
                <a:gd name="connsiteY254" fmla="*/ 15945 h 621896"/>
                <a:gd name="connsiteX255" fmla="*/ 235380 w 553012"/>
                <a:gd name="connsiteY255" fmla="*/ 13927 h 621896"/>
                <a:gd name="connsiteX256" fmla="*/ 231039 w 553012"/>
                <a:gd name="connsiteY256" fmla="*/ 10159 h 621896"/>
                <a:gd name="connsiteX257" fmla="*/ 226967 w 553012"/>
                <a:gd name="connsiteY257" fmla="*/ 12178 h 621896"/>
                <a:gd name="connsiteX258" fmla="*/ 218856 w 553012"/>
                <a:gd name="connsiteY258" fmla="*/ 14499 h 621896"/>
                <a:gd name="connsiteX259" fmla="*/ 213067 w 553012"/>
                <a:gd name="connsiteY259" fmla="*/ 15945 h 621896"/>
                <a:gd name="connsiteX260" fmla="*/ 209601 w 553012"/>
                <a:gd name="connsiteY260" fmla="*/ 13052 h 621896"/>
                <a:gd name="connsiteX261" fmla="*/ 207279 w 553012"/>
                <a:gd name="connsiteY261" fmla="*/ 8107 h 621896"/>
                <a:gd name="connsiteX262" fmla="*/ 204081 w 553012"/>
                <a:gd name="connsiteY262" fmla="*/ 1446 h 621896"/>
                <a:gd name="connsiteX263" fmla="*/ 200884 w 553012"/>
                <a:gd name="connsiteY263" fmla="*/ 0 h 621896"/>
                <a:gd name="connsiteX264" fmla="*/ 199437 w 553012"/>
                <a:gd name="connsiteY264" fmla="*/ 0 h 621896"/>
                <a:gd name="connsiteX265" fmla="*/ 196812 w 553012"/>
                <a:gd name="connsiteY265" fmla="*/ 3465 h 621896"/>
                <a:gd name="connsiteX266" fmla="*/ 194490 w 553012"/>
                <a:gd name="connsiteY266" fmla="*/ 6661 h 621896"/>
                <a:gd name="connsiteX267" fmla="*/ 190720 w 553012"/>
                <a:gd name="connsiteY267" fmla="*/ 9789 h 621896"/>
                <a:gd name="connsiteX268" fmla="*/ 184057 w 553012"/>
                <a:gd name="connsiteY268" fmla="*/ 10025 h 621896"/>
                <a:gd name="connsiteX269" fmla="*/ 179716 w 553012"/>
                <a:gd name="connsiteY269" fmla="*/ 10025 h 621896"/>
                <a:gd name="connsiteX270" fmla="*/ 178268 w 553012"/>
                <a:gd name="connsiteY270" fmla="*/ 10025 h 621896"/>
                <a:gd name="connsiteX271" fmla="*/ 170730 w 553012"/>
                <a:gd name="connsiteY271" fmla="*/ 10159 h 621896"/>
                <a:gd name="connsiteX272" fmla="*/ 166388 w 553012"/>
                <a:gd name="connsiteY272" fmla="*/ 10159 h 621896"/>
                <a:gd name="connsiteX273" fmla="*/ 165210 w 553012"/>
                <a:gd name="connsiteY273" fmla="*/ 12178 h 621896"/>
                <a:gd name="connsiteX274" fmla="*/ 165513 w 553012"/>
                <a:gd name="connsiteY274" fmla="*/ 17963 h 621896"/>
                <a:gd name="connsiteX275" fmla="*/ 165210 w 553012"/>
                <a:gd name="connsiteY275" fmla="*/ 22606 h 621896"/>
                <a:gd name="connsiteX276" fmla="*/ 164638 w 553012"/>
                <a:gd name="connsiteY276" fmla="*/ 25499 h 621896"/>
                <a:gd name="connsiteX277" fmla="*/ 166658 w 553012"/>
                <a:gd name="connsiteY277" fmla="*/ 29569 h 621896"/>
                <a:gd name="connsiteX278" fmla="*/ 168980 w 553012"/>
                <a:gd name="connsiteY278" fmla="*/ 32462 h 621896"/>
                <a:gd name="connsiteX279" fmla="*/ 170999 w 553012"/>
                <a:gd name="connsiteY279" fmla="*/ 32462 h 621896"/>
                <a:gd name="connsiteX280" fmla="*/ 174465 w 553012"/>
                <a:gd name="connsiteY280" fmla="*/ 34783 h 621896"/>
                <a:gd name="connsiteX281" fmla="*/ 177662 w 553012"/>
                <a:gd name="connsiteY281" fmla="*/ 36230 h 621896"/>
                <a:gd name="connsiteX282" fmla="*/ 179413 w 553012"/>
                <a:gd name="connsiteY282" fmla="*/ 37407 h 621896"/>
                <a:gd name="connsiteX283" fmla="*/ 180860 w 553012"/>
                <a:gd name="connsiteY283" fmla="*/ 39157 h 621896"/>
                <a:gd name="connsiteX284" fmla="*/ 180860 w 553012"/>
                <a:gd name="connsiteY284" fmla="*/ 43126 h 621896"/>
                <a:gd name="connsiteX285" fmla="*/ 177662 w 553012"/>
                <a:gd name="connsiteY285" fmla="*/ 46120 h 621896"/>
                <a:gd name="connsiteX286" fmla="*/ 174196 w 553012"/>
                <a:gd name="connsiteY286" fmla="*/ 48441 h 621896"/>
                <a:gd name="connsiteX287" fmla="*/ 168677 w 553012"/>
                <a:gd name="connsiteY287" fmla="*/ 51334 h 621896"/>
                <a:gd name="connsiteX288" fmla="*/ 166085 w 553012"/>
                <a:gd name="connsiteY288" fmla="*/ 56245 h 621896"/>
                <a:gd name="connsiteX289" fmla="*/ 158547 w 553012"/>
                <a:gd name="connsiteY289" fmla="*/ 61191 h 621896"/>
                <a:gd name="connsiteX290" fmla="*/ 153330 w 553012"/>
                <a:gd name="connsiteY290" fmla="*/ 58869 h 621896"/>
                <a:gd name="connsiteX291" fmla="*/ 150705 w 553012"/>
                <a:gd name="connsiteY291" fmla="*/ 55102 h 621896"/>
                <a:gd name="connsiteX292" fmla="*/ 148080 w 553012"/>
                <a:gd name="connsiteY292" fmla="*/ 51906 h 621896"/>
                <a:gd name="connsiteX293" fmla="*/ 144311 w 553012"/>
                <a:gd name="connsiteY293" fmla="*/ 49013 h 621896"/>
                <a:gd name="connsiteX294" fmla="*/ 142292 w 553012"/>
                <a:gd name="connsiteY294" fmla="*/ 47869 h 621896"/>
                <a:gd name="connsiteX295" fmla="*/ 138522 w 553012"/>
                <a:gd name="connsiteY295" fmla="*/ 45245 h 621896"/>
                <a:gd name="connsiteX296" fmla="*/ 130681 w 553012"/>
                <a:gd name="connsiteY296" fmla="*/ 44673 h 621896"/>
                <a:gd name="connsiteX297" fmla="*/ 125161 w 553012"/>
                <a:gd name="connsiteY297" fmla="*/ 44371 h 621896"/>
                <a:gd name="connsiteX298" fmla="*/ 119642 w 553012"/>
                <a:gd name="connsiteY298" fmla="*/ 43496 h 621896"/>
                <a:gd name="connsiteX299" fmla="*/ 115570 w 553012"/>
                <a:gd name="connsiteY299" fmla="*/ 43496 h 621896"/>
                <a:gd name="connsiteX300" fmla="*/ 110353 w 553012"/>
                <a:gd name="connsiteY300" fmla="*/ 43496 h 621896"/>
                <a:gd name="connsiteX301" fmla="*/ 107459 w 553012"/>
                <a:gd name="connsiteY301" fmla="*/ 43496 h 621896"/>
                <a:gd name="connsiteX302" fmla="*/ 100493 w 553012"/>
                <a:gd name="connsiteY302" fmla="*/ 47701 h 621896"/>
                <a:gd name="connsiteX303" fmla="*/ 98473 w 553012"/>
                <a:gd name="connsiteY303" fmla="*/ 50157 h 621896"/>
                <a:gd name="connsiteX304" fmla="*/ 94704 w 553012"/>
                <a:gd name="connsiteY304" fmla="*/ 52478 h 621896"/>
                <a:gd name="connsiteX305" fmla="*/ 92113 w 553012"/>
                <a:gd name="connsiteY305" fmla="*/ 55674 h 621896"/>
                <a:gd name="connsiteX306" fmla="*/ 87771 w 553012"/>
                <a:gd name="connsiteY306" fmla="*/ 58567 h 621896"/>
                <a:gd name="connsiteX307" fmla="*/ 84305 w 553012"/>
                <a:gd name="connsiteY307" fmla="*/ 58567 h 621896"/>
                <a:gd name="connsiteX308" fmla="*/ 79358 w 553012"/>
                <a:gd name="connsiteY308" fmla="*/ 58264 h 621896"/>
                <a:gd name="connsiteX309" fmla="*/ 77338 w 553012"/>
                <a:gd name="connsiteY309" fmla="*/ 55674 h 621896"/>
                <a:gd name="connsiteX310" fmla="*/ 70372 w 553012"/>
                <a:gd name="connsiteY310" fmla="*/ 55674 h 621896"/>
                <a:gd name="connsiteX311" fmla="*/ 70675 w 553012"/>
                <a:gd name="connsiteY311" fmla="*/ 60316 h 621896"/>
                <a:gd name="connsiteX312" fmla="*/ 71550 w 553012"/>
                <a:gd name="connsiteY312" fmla="*/ 65227 h 621896"/>
                <a:gd name="connsiteX313" fmla="*/ 70405 w 553012"/>
                <a:gd name="connsiteY313" fmla="*/ 69298 h 621896"/>
                <a:gd name="connsiteX314" fmla="*/ 67511 w 553012"/>
                <a:gd name="connsiteY314" fmla="*/ 72493 h 621896"/>
                <a:gd name="connsiteX315" fmla="*/ 62295 w 553012"/>
                <a:gd name="connsiteY315" fmla="*/ 74512 h 621896"/>
                <a:gd name="connsiteX316" fmla="*/ 60275 w 553012"/>
                <a:gd name="connsiteY316" fmla="*/ 77977 h 621896"/>
                <a:gd name="connsiteX317" fmla="*/ 59131 w 553012"/>
                <a:gd name="connsiteY317" fmla="*/ 86084 h 621896"/>
                <a:gd name="connsiteX318" fmla="*/ 57684 w 553012"/>
                <a:gd name="connsiteY318" fmla="*/ 91601 h 621896"/>
                <a:gd name="connsiteX319" fmla="*/ 54217 w 553012"/>
                <a:gd name="connsiteY319" fmla="*/ 96512 h 621896"/>
                <a:gd name="connsiteX320" fmla="*/ 50145 w 553012"/>
                <a:gd name="connsiteY320" fmla="*/ 100582 h 621896"/>
                <a:gd name="connsiteX321" fmla="*/ 47823 w 553012"/>
                <a:gd name="connsiteY321" fmla="*/ 106099 h 621896"/>
                <a:gd name="connsiteX322" fmla="*/ 45804 w 553012"/>
                <a:gd name="connsiteY322" fmla="*/ 111011 h 621896"/>
                <a:gd name="connsiteX323" fmla="*/ 44626 w 553012"/>
                <a:gd name="connsiteY323" fmla="*/ 115653 h 621896"/>
                <a:gd name="connsiteX324" fmla="*/ 46376 w 553012"/>
                <a:gd name="connsiteY324" fmla="*/ 121742 h 621896"/>
                <a:gd name="connsiteX325" fmla="*/ 49876 w 553012"/>
                <a:gd name="connsiteY325" fmla="*/ 125812 h 621896"/>
                <a:gd name="connsiteX326" fmla="*/ 50448 w 553012"/>
                <a:gd name="connsiteY326" fmla="*/ 132473 h 621896"/>
                <a:gd name="connsiteX327" fmla="*/ 46679 w 553012"/>
                <a:gd name="connsiteY327" fmla="*/ 137990 h 621896"/>
                <a:gd name="connsiteX328" fmla="*/ 44087 w 553012"/>
                <a:gd name="connsiteY328" fmla="*/ 142632 h 621896"/>
                <a:gd name="connsiteX329" fmla="*/ 43515 w 553012"/>
                <a:gd name="connsiteY329" fmla="*/ 145222 h 621896"/>
                <a:gd name="connsiteX330" fmla="*/ 43515 w 553012"/>
                <a:gd name="connsiteY330" fmla="*/ 149293 h 621896"/>
                <a:gd name="connsiteX331" fmla="*/ 44087 w 553012"/>
                <a:gd name="connsiteY331" fmla="*/ 152489 h 621896"/>
                <a:gd name="connsiteX332" fmla="*/ 47285 w 553012"/>
                <a:gd name="connsiteY332" fmla="*/ 155381 h 621896"/>
                <a:gd name="connsiteX333" fmla="*/ 49304 w 553012"/>
                <a:gd name="connsiteY333" fmla="*/ 156525 h 621896"/>
                <a:gd name="connsiteX334" fmla="*/ 49001 w 553012"/>
                <a:gd name="connsiteY334" fmla="*/ 160865 h 621896"/>
                <a:gd name="connsiteX335" fmla="*/ 48429 w 553012"/>
                <a:gd name="connsiteY335" fmla="*/ 163758 h 621896"/>
                <a:gd name="connsiteX336" fmla="*/ 45804 w 553012"/>
                <a:gd name="connsiteY336" fmla="*/ 165776 h 621896"/>
                <a:gd name="connsiteX337" fmla="*/ 43482 w 553012"/>
                <a:gd name="connsiteY337" fmla="*/ 168097 h 621896"/>
                <a:gd name="connsiteX338" fmla="*/ 40015 w 553012"/>
                <a:gd name="connsiteY338" fmla="*/ 169544 h 621896"/>
                <a:gd name="connsiteX339" fmla="*/ 40015 w 553012"/>
                <a:gd name="connsiteY339" fmla="*/ 172168 h 621896"/>
                <a:gd name="connsiteX340" fmla="*/ 42338 w 553012"/>
                <a:gd name="connsiteY340" fmla="*/ 175061 h 621896"/>
                <a:gd name="connsiteX341" fmla="*/ 46107 w 553012"/>
                <a:gd name="connsiteY341" fmla="*/ 176507 h 621896"/>
                <a:gd name="connsiteX342" fmla="*/ 48732 w 553012"/>
                <a:gd name="connsiteY342" fmla="*/ 176507 h 621896"/>
                <a:gd name="connsiteX343" fmla="*/ 48732 w 553012"/>
                <a:gd name="connsiteY343" fmla="*/ 178526 h 621896"/>
                <a:gd name="connsiteX344" fmla="*/ 48597 w 553012"/>
                <a:gd name="connsiteY344" fmla="*/ 181990 h 621896"/>
                <a:gd name="connsiteX345" fmla="*/ 48160 w 553012"/>
                <a:gd name="connsiteY345" fmla="*/ 185455 h 621896"/>
                <a:gd name="connsiteX346" fmla="*/ 47016 w 553012"/>
                <a:gd name="connsiteY346" fmla="*/ 187776 h 621896"/>
                <a:gd name="connsiteX347" fmla="*/ 46443 w 553012"/>
                <a:gd name="connsiteY347" fmla="*/ 191544 h 621896"/>
                <a:gd name="connsiteX348" fmla="*/ 47318 w 553012"/>
                <a:gd name="connsiteY348" fmla="*/ 197633 h 621896"/>
                <a:gd name="connsiteX349" fmla="*/ 45871 w 553012"/>
                <a:gd name="connsiteY349" fmla="*/ 202847 h 621896"/>
                <a:gd name="connsiteX350" fmla="*/ 46746 w 553012"/>
                <a:gd name="connsiteY350" fmla="*/ 209508 h 621896"/>
                <a:gd name="connsiteX351" fmla="*/ 47890 w 553012"/>
                <a:gd name="connsiteY351" fmla="*/ 214150 h 621896"/>
                <a:gd name="connsiteX352" fmla="*/ 52535 w 553012"/>
                <a:gd name="connsiteY352" fmla="*/ 217917 h 621896"/>
                <a:gd name="connsiteX353" fmla="*/ 53107 w 553012"/>
                <a:gd name="connsiteY353" fmla="*/ 219095 h 621896"/>
                <a:gd name="connsiteX354" fmla="*/ 54251 w 553012"/>
                <a:gd name="connsiteY354" fmla="*/ 223434 h 621896"/>
                <a:gd name="connsiteX355" fmla="*/ 52501 w 553012"/>
                <a:gd name="connsiteY355" fmla="*/ 227774 h 621896"/>
                <a:gd name="connsiteX356" fmla="*/ 49607 w 553012"/>
                <a:gd name="connsiteY356" fmla="*/ 232416 h 621896"/>
                <a:gd name="connsiteX357" fmla="*/ 50751 w 553012"/>
                <a:gd name="connsiteY357" fmla="*/ 235612 h 621896"/>
                <a:gd name="connsiteX358" fmla="*/ 52770 w 553012"/>
                <a:gd name="connsiteY358" fmla="*/ 241970 h 621896"/>
                <a:gd name="connsiteX359" fmla="*/ 51020 w 553012"/>
                <a:gd name="connsiteY359" fmla="*/ 245737 h 621896"/>
                <a:gd name="connsiteX360" fmla="*/ 50448 w 553012"/>
                <a:gd name="connsiteY360" fmla="*/ 246881 h 621896"/>
                <a:gd name="connsiteX361" fmla="*/ 49001 w 553012"/>
                <a:gd name="connsiteY361" fmla="*/ 250649 h 621896"/>
                <a:gd name="connsiteX362" fmla="*/ 51323 w 553012"/>
                <a:gd name="connsiteY362" fmla="*/ 254114 h 621896"/>
                <a:gd name="connsiteX363" fmla="*/ 51054 w 553012"/>
                <a:gd name="connsiteY363" fmla="*/ 259025 h 621896"/>
                <a:gd name="connsiteX364" fmla="*/ 50751 w 553012"/>
                <a:gd name="connsiteY364" fmla="*/ 265114 h 621896"/>
                <a:gd name="connsiteX365" fmla="*/ 52501 w 553012"/>
                <a:gd name="connsiteY365" fmla="*/ 270328 h 621896"/>
                <a:gd name="connsiteX366" fmla="*/ 55126 w 553012"/>
                <a:gd name="connsiteY366" fmla="*/ 274668 h 621896"/>
                <a:gd name="connsiteX367" fmla="*/ 57718 w 553012"/>
                <a:gd name="connsiteY367" fmla="*/ 276686 h 621896"/>
                <a:gd name="connsiteX368" fmla="*/ 62059 w 553012"/>
                <a:gd name="connsiteY368" fmla="*/ 282203 h 621896"/>
                <a:gd name="connsiteX369" fmla="*/ 64381 w 553012"/>
                <a:gd name="connsiteY369" fmla="*/ 285399 h 621896"/>
                <a:gd name="connsiteX370" fmla="*/ 64078 w 553012"/>
                <a:gd name="connsiteY370" fmla="*/ 291185 h 621896"/>
                <a:gd name="connsiteX371" fmla="*/ 63775 w 553012"/>
                <a:gd name="connsiteY371" fmla="*/ 296971 h 621896"/>
                <a:gd name="connsiteX372" fmla="*/ 62597 w 553012"/>
                <a:gd name="connsiteY372" fmla="*/ 300166 h 621896"/>
                <a:gd name="connsiteX373" fmla="*/ 60881 w 553012"/>
                <a:gd name="connsiteY373" fmla="*/ 302488 h 621896"/>
                <a:gd name="connsiteX374" fmla="*/ 55665 w 553012"/>
                <a:gd name="connsiteY374" fmla="*/ 304809 h 621896"/>
                <a:gd name="connsiteX375" fmla="*/ 51626 w 553012"/>
                <a:gd name="connsiteY375" fmla="*/ 307130 h 621896"/>
                <a:gd name="connsiteX376" fmla="*/ 49001 w 553012"/>
                <a:gd name="connsiteY376" fmla="*/ 308576 h 621896"/>
                <a:gd name="connsiteX377" fmla="*/ 44087 w 553012"/>
                <a:gd name="connsiteY377" fmla="*/ 311200 h 621896"/>
                <a:gd name="connsiteX378" fmla="*/ 40890 w 553012"/>
                <a:gd name="connsiteY378" fmla="*/ 311200 h 621896"/>
                <a:gd name="connsiteX379" fmla="*/ 36381 w 553012"/>
                <a:gd name="connsiteY379" fmla="*/ 311200 h 621896"/>
                <a:gd name="connsiteX380" fmla="*/ 34193 w 553012"/>
                <a:gd name="connsiteY380" fmla="*/ 312647 h 621896"/>
                <a:gd name="connsiteX381" fmla="*/ 31568 w 553012"/>
                <a:gd name="connsiteY381" fmla="*/ 316112 h 621896"/>
                <a:gd name="connsiteX382" fmla="*/ 30121 w 553012"/>
                <a:gd name="connsiteY382" fmla="*/ 320451 h 621896"/>
                <a:gd name="connsiteX383" fmla="*/ 29852 w 553012"/>
                <a:gd name="connsiteY383" fmla="*/ 324521 h 621896"/>
                <a:gd name="connsiteX384" fmla="*/ 28404 w 553012"/>
                <a:gd name="connsiteY384" fmla="*/ 325968 h 621896"/>
                <a:gd name="connsiteX385" fmla="*/ 25510 w 553012"/>
                <a:gd name="connsiteY385" fmla="*/ 327145 h 621896"/>
                <a:gd name="connsiteX386" fmla="*/ 20597 w 553012"/>
                <a:gd name="connsiteY386" fmla="*/ 328895 h 621896"/>
                <a:gd name="connsiteX387" fmla="*/ 18846 w 553012"/>
                <a:gd name="connsiteY387" fmla="*/ 330341 h 621896"/>
                <a:gd name="connsiteX388" fmla="*/ 17097 w 553012"/>
                <a:gd name="connsiteY388" fmla="*/ 332931 h 621896"/>
                <a:gd name="connsiteX389" fmla="*/ 15952 w 553012"/>
                <a:gd name="connsiteY389" fmla="*/ 335253 h 621896"/>
                <a:gd name="connsiteX390" fmla="*/ 9861 w 553012"/>
                <a:gd name="connsiteY390" fmla="*/ 340769 h 621896"/>
                <a:gd name="connsiteX391" fmla="*/ 5789 w 553012"/>
                <a:gd name="connsiteY391" fmla="*/ 344840 h 621896"/>
                <a:gd name="connsiteX392" fmla="*/ 2591 w 553012"/>
                <a:gd name="connsiteY392" fmla="*/ 347430 h 621896"/>
                <a:gd name="connsiteX393" fmla="*/ 0 w 553012"/>
                <a:gd name="connsiteY393" fmla="*/ 350323 h 621896"/>
                <a:gd name="connsiteX394" fmla="*/ 0 w 553012"/>
                <a:gd name="connsiteY394" fmla="*/ 354393 h 621896"/>
                <a:gd name="connsiteX395" fmla="*/ 7842 w 553012"/>
                <a:gd name="connsiteY395" fmla="*/ 352947 h 621896"/>
                <a:gd name="connsiteX396" fmla="*/ 14202 w 553012"/>
                <a:gd name="connsiteY396" fmla="*/ 351803 h 621896"/>
                <a:gd name="connsiteX397" fmla="*/ 15952 w 553012"/>
                <a:gd name="connsiteY397" fmla="*/ 351231 h 621896"/>
                <a:gd name="connsiteX398" fmla="*/ 22616 w 553012"/>
                <a:gd name="connsiteY398" fmla="*/ 349482 h 621896"/>
                <a:gd name="connsiteX399" fmla="*/ 27260 w 553012"/>
                <a:gd name="connsiteY399" fmla="*/ 346286 h 621896"/>
                <a:gd name="connsiteX400" fmla="*/ 30155 w 553012"/>
                <a:gd name="connsiteY400" fmla="*/ 345412 h 621896"/>
                <a:gd name="connsiteX401" fmla="*/ 33049 w 553012"/>
                <a:gd name="connsiteY401" fmla="*/ 345109 h 621896"/>
                <a:gd name="connsiteX402" fmla="*/ 33049 w 553012"/>
                <a:gd name="connsiteY402" fmla="*/ 346858 h 621896"/>
                <a:gd name="connsiteX403" fmla="*/ 34933 w 553012"/>
                <a:gd name="connsiteY403" fmla="*/ 349179 h 621896"/>
                <a:gd name="connsiteX404" fmla="*/ 38837 w 553012"/>
                <a:gd name="connsiteY404" fmla="*/ 348608 h 621896"/>
                <a:gd name="connsiteX405" fmla="*/ 41159 w 553012"/>
                <a:gd name="connsiteY405" fmla="*/ 346286 h 621896"/>
                <a:gd name="connsiteX406" fmla="*/ 43482 w 553012"/>
                <a:gd name="connsiteY406" fmla="*/ 343091 h 621896"/>
                <a:gd name="connsiteX407" fmla="*/ 46039 w 553012"/>
                <a:gd name="connsiteY407" fmla="*/ 342519 h 621896"/>
                <a:gd name="connsiteX408" fmla="*/ 53040 w 553012"/>
                <a:gd name="connsiteY408" fmla="*/ 340769 h 621896"/>
                <a:gd name="connsiteX409" fmla="*/ 57381 w 553012"/>
                <a:gd name="connsiteY409" fmla="*/ 340769 h 621896"/>
                <a:gd name="connsiteX410" fmla="*/ 63775 w 553012"/>
                <a:gd name="connsiteY410" fmla="*/ 344403 h 621896"/>
                <a:gd name="connsiteX411" fmla="*/ 63203 w 553012"/>
                <a:gd name="connsiteY411" fmla="*/ 349179 h 621896"/>
                <a:gd name="connsiteX412" fmla="*/ 66670 w 553012"/>
                <a:gd name="connsiteY412" fmla="*/ 353519 h 621896"/>
                <a:gd name="connsiteX413" fmla="*/ 71011 w 553012"/>
                <a:gd name="connsiteY413" fmla="*/ 357286 h 621896"/>
                <a:gd name="connsiteX414" fmla="*/ 72761 w 553012"/>
                <a:gd name="connsiteY414" fmla="*/ 361626 h 621896"/>
                <a:gd name="connsiteX415" fmla="*/ 70439 w 553012"/>
                <a:gd name="connsiteY415" fmla="*/ 365091 h 621896"/>
                <a:gd name="connsiteX416" fmla="*/ 69295 w 553012"/>
                <a:gd name="connsiteY416" fmla="*/ 365091 h 621896"/>
                <a:gd name="connsiteX417" fmla="*/ 65223 w 553012"/>
                <a:gd name="connsiteY417" fmla="*/ 367984 h 621896"/>
                <a:gd name="connsiteX418" fmla="*/ 63472 w 553012"/>
                <a:gd name="connsiteY418" fmla="*/ 371449 h 621896"/>
                <a:gd name="connsiteX419" fmla="*/ 63472 w 553012"/>
                <a:gd name="connsiteY419" fmla="*/ 373770 h 621896"/>
                <a:gd name="connsiteX420" fmla="*/ 64920 w 553012"/>
                <a:gd name="connsiteY420" fmla="*/ 373770 h 621896"/>
                <a:gd name="connsiteX421" fmla="*/ 69564 w 553012"/>
                <a:gd name="connsiteY421" fmla="*/ 375082 h 621896"/>
                <a:gd name="connsiteX422" fmla="*/ 72761 w 553012"/>
                <a:gd name="connsiteY422" fmla="*/ 377538 h 621896"/>
                <a:gd name="connsiteX423" fmla="*/ 71011 w 553012"/>
                <a:gd name="connsiteY423" fmla="*/ 381608 h 621896"/>
                <a:gd name="connsiteX424" fmla="*/ 64348 w 553012"/>
                <a:gd name="connsiteY424" fmla="*/ 386250 h 621896"/>
                <a:gd name="connsiteX425" fmla="*/ 60881 w 553012"/>
                <a:gd name="connsiteY425" fmla="*/ 387697 h 621896"/>
                <a:gd name="connsiteX426" fmla="*/ 56943 w 553012"/>
                <a:gd name="connsiteY426" fmla="*/ 388840 h 621896"/>
                <a:gd name="connsiteX427" fmla="*/ 49876 w 553012"/>
                <a:gd name="connsiteY427" fmla="*/ 392305 h 621896"/>
                <a:gd name="connsiteX428" fmla="*/ 46073 w 553012"/>
                <a:gd name="connsiteY428" fmla="*/ 396073 h 621896"/>
                <a:gd name="connsiteX429" fmla="*/ 48429 w 553012"/>
                <a:gd name="connsiteY429" fmla="*/ 398697 h 621896"/>
                <a:gd name="connsiteX430" fmla="*/ 52198 w 553012"/>
                <a:gd name="connsiteY430" fmla="*/ 401590 h 621896"/>
                <a:gd name="connsiteX431" fmla="*/ 56977 w 553012"/>
                <a:gd name="connsiteY431" fmla="*/ 408251 h 621896"/>
                <a:gd name="connsiteX432" fmla="*/ 56977 w 553012"/>
                <a:gd name="connsiteY432" fmla="*/ 411144 h 621896"/>
                <a:gd name="connsiteX433" fmla="*/ 55126 w 553012"/>
                <a:gd name="connsiteY433" fmla="*/ 416930 h 621896"/>
                <a:gd name="connsiteX434" fmla="*/ 51929 w 553012"/>
                <a:gd name="connsiteY434" fmla="*/ 421269 h 621896"/>
                <a:gd name="connsiteX435" fmla="*/ 48463 w 553012"/>
                <a:gd name="connsiteY435" fmla="*/ 426181 h 621896"/>
                <a:gd name="connsiteX436" fmla="*/ 46107 w 553012"/>
                <a:gd name="connsiteY436" fmla="*/ 431966 h 621896"/>
                <a:gd name="connsiteX437" fmla="*/ 46141 w 553012"/>
                <a:gd name="connsiteY437" fmla="*/ 439771 h 621896"/>
                <a:gd name="connsiteX438" fmla="*/ 47588 w 553012"/>
                <a:gd name="connsiteY438" fmla="*/ 442361 h 621896"/>
                <a:gd name="connsiteX439" fmla="*/ 52501 w 553012"/>
                <a:gd name="connsiteY439" fmla="*/ 446129 h 621896"/>
                <a:gd name="connsiteX440" fmla="*/ 55126 w 553012"/>
                <a:gd name="connsiteY440" fmla="*/ 442933 h 621896"/>
                <a:gd name="connsiteX441" fmla="*/ 58323 w 553012"/>
                <a:gd name="connsiteY441" fmla="*/ 439737 h 621896"/>
                <a:gd name="connsiteX442" fmla="*/ 63102 w 553012"/>
                <a:gd name="connsiteY442" fmla="*/ 439737 h 621896"/>
                <a:gd name="connsiteX443" fmla="*/ 65862 w 553012"/>
                <a:gd name="connsiteY443" fmla="*/ 442496 h 621896"/>
                <a:gd name="connsiteX444" fmla="*/ 59501 w 553012"/>
                <a:gd name="connsiteY444" fmla="*/ 446701 h 621896"/>
                <a:gd name="connsiteX445" fmla="*/ 58357 w 553012"/>
                <a:gd name="connsiteY445" fmla="*/ 450737 h 621896"/>
                <a:gd name="connsiteX446" fmla="*/ 65896 w 553012"/>
                <a:gd name="connsiteY446" fmla="*/ 454808 h 621896"/>
                <a:gd name="connsiteX447" fmla="*/ 67915 w 553012"/>
                <a:gd name="connsiteY447" fmla="*/ 461468 h 621896"/>
                <a:gd name="connsiteX448" fmla="*/ 67915 w 553012"/>
                <a:gd name="connsiteY448" fmla="*/ 467389 h 621896"/>
                <a:gd name="connsiteX449" fmla="*/ 71550 w 553012"/>
                <a:gd name="connsiteY449" fmla="*/ 467557 h 621896"/>
                <a:gd name="connsiteX450" fmla="*/ 72425 w 553012"/>
                <a:gd name="connsiteY450" fmla="*/ 470316 h 621896"/>
                <a:gd name="connsiteX451" fmla="*/ 74881 w 553012"/>
                <a:gd name="connsiteY451" fmla="*/ 471190 h 621896"/>
                <a:gd name="connsiteX452" fmla="*/ 79391 w 553012"/>
                <a:gd name="connsiteY452" fmla="*/ 471056 h 621896"/>
                <a:gd name="connsiteX453" fmla="*/ 83733 w 553012"/>
                <a:gd name="connsiteY453" fmla="*/ 468869 h 621896"/>
                <a:gd name="connsiteX454" fmla="*/ 86358 w 553012"/>
                <a:gd name="connsiteY454" fmla="*/ 471056 h 621896"/>
                <a:gd name="connsiteX455" fmla="*/ 91877 w 553012"/>
                <a:gd name="connsiteY455" fmla="*/ 473242 h 621896"/>
                <a:gd name="connsiteX456" fmla="*/ 92752 w 553012"/>
                <a:gd name="connsiteY456" fmla="*/ 476573 h 621896"/>
                <a:gd name="connsiteX457" fmla="*/ 87838 w 553012"/>
                <a:gd name="connsiteY457" fmla="*/ 480475 h 621896"/>
                <a:gd name="connsiteX458" fmla="*/ 85954 w 553012"/>
                <a:gd name="connsiteY458" fmla="*/ 483233 h 621896"/>
                <a:gd name="connsiteX459" fmla="*/ 88713 w 553012"/>
                <a:gd name="connsiteY459" fmla="*/ 486866 h 621896"/>
                <a:gd name="connsiteX460" fmla="*/ 95074 w 553012"/>
                <a:gd name="connsiteY460" fmla="*/ 488178 h 621896"/>
                <a:gd name="connsiteX461" fmla="*/ 100156 w 553012"/>
                <a:gd name="connsiteY461" fmla="*/ 487741 h 621896"/>
                <a:gd name="connsiteX462" fmla="*/ 102343 w 553012"/>
                <a:gd name="connsiteY462" fmla="*/ 486866 h 621896"/>
                <a:gd name="connsiteX463" fmla="*/ 103892 w 553012"/>
                <a:gd name="connsiteY463" fmla="*/ 483940 h 621896"/>
                <a:gd name="connsiteX464" fmla="*/ 103219 w 553012"/>
                <a:gd name="connsiteY464" fmla="*/ 483233 h 621896"/>
                <a:gd name="connsiteX465" fmla="*/ 102041 w 553012"/>
                <a:gd name="connsiteY465" fmla="*/ 481047 h 621896"/>
                <a:gd name="connsiteX466" fmla="*/ 101771 w 553012"/>
                <a:gd name="connsiteY466" fmla="*/ 480172 h 621896"/>
                <a:gd name="connsiteX467" fmla="*/ 101368 w 553012"/>
                <a:gd name="connsiteY467" fmla="*/ 475530 h 621896"/>
                <a:gd name="connsiteX468" fmla="*/ 101401 w 553012"/>
                <a:gd name="connsiteY468" fmla="*/ 475462 h 621896"/>
                <a:gd name="connsiteX469" fmla="*/ 101502 w 553012"/>
                <a:gd name="connsiteY469" fmla="*/ 475261 h 621896"/>
                <a:gd name="connsiteX470" fmla="*/ 101401 w 553012"/>
                <a:gd name="connsiteY470" fmla="*/ 475462 h 621896"/>
                <a:gd name="connsiteX471" fmla="*/ 101368 w 553012"/>
                <a:gd name="connsiteY471" fmla="*/ 475530 h 621896"/>
                <a:gd name="connsiteX472" fmla="*/ 101940 w 553012"/>
                <a:gd name="connsiteY472" fmla="*/ 474958 h 621896"/>
                <a:gd name="connsiteX473" fmla="*/ 105574 w 553012"/>
                <a:gd name="connsiteY473" fmla="*/ 471056 h 621896"/>
                <a:gd name="connsiteX474" fmla="*/ 107156 w 553012"/>
                <a:gd name="connsiteY474" fmla="*/ 469744 h 621896"/>
                <a:gd name="connsiteX475" fmla="*/ 108166 w 553012"/>
                <a:gd name="connsiteY475" fmla="*/ 467389 h 621896"/>
                <a:gd name="connsiteX476" fmla="*/ 108166 w 553012"/>
                <a:gd name="connsiteY476" fmla="*/ 460930 h 621896"/>
                <a:gd name="connsiteX477" fmla="*/ 109748 w 553012"/>
                <a:gd name="connsiteY477" fmla="*/ 458609 h 621896"/>
                <a:gd name="connsiteX478" fmla="*/ 114964 w 553012"/>
                <a:gd name="connsiteY478" fmla="*/ 454135 h 621896"/>
                <a:gd name="connsiteX479" fmla="*/ 119743 w 553012"/>
                <a:gd name="connsiteY479" fmla="*/ 452386 h 621896"/>
                <a:gd name="connsiteX480" fmla="*/ 122065 w 553012"/>
                <a:gd name="connsiteY480" fmla="*/ 453395 h 621896"/>
                <a:gd name="connsiteX481" fmla="*/ 130613 w 553012"/>
                <a:gd name="connsiteY481" fmla="*/ 456591 h 621896"/>
                <a:gd name="connsiteX482" fmla="*/ 130613 w 553012"/>
                <a:gd name="connsiteY482" fmla="*/ 463251 h 621896"/>
                <a:gd name="connsiteX483" fmla="*/ 131488 w 553012"/>
                <a:gd name="connsiteY483" fmla="*/ 467759 h 621896"/>
                <a:gd name="connsiteX484" fmla="*/ 133945 w 553012"/>
                <a:gd name="connsiteY484" fmla="*/ 470955 h 621896"/>
                <a:gd name="connsiteX485" fmla="*/ 139465 w 553012"/>
                <a:gd name="connsiteY485" fmla="*/ 468499 h 621896"/>
                <a:gd name="connsiteX486" fmla="*/ 140609 w 553012"/>
                <a:gd name="connsiteY486" fmla="*/ 466918 h 621896"/>
                <a:gd name="connsiteX487" fmla="*/ 142494 w 553012"/>
                <a:gd name="connsiteY487" fmla="*/ 466784 h 621896"/>
                <a:gd name="connsiteX488" fmla="*/ 145960 w 553012"/>
                <a:gd name="connsiteY488" fmla="*/ 468230 h 621896"/>
                <a:gd name="connsiteX489" fmla="*/ 147272 w 553012"/>
                <a:gd name="connsiteY489" fmla="*/ 470114 h 621896"/>
                <a:gd name="connsiteX490" fmla="*/ 148450 w 553012"/>
                <a:gd name="connsiteY490" fmla="*/ 472570 h 621896"/>
                <a:gd name="connsiteX491" fmla="*/ 150335 w 553012"/>
                <a:gd name="connsiteY491" fmla="*/ 475160 h 621896"/>
                <a:gd name="connsiteX492" fmla="*/ 153532 w 553012"/>
                <a:gd name="connsiteY492" fmla="*/ 474857 h 621896"/>
                <a:gd name="connsiteX493" fmla="*/ 155249 w 553012"/>
                <a:gd name="connsiteY493" fmla="*/ 472536 h 621896"/>
                <a:gd name="connsiteX494" fmla="*/ 156124 w 553012"/>
                <a:gd name="connsiteY494" fmla="*/ 467625 h 621896"/>
                <a:gd name="connsiteX495" fmla="*/ 157571 w 553012"/>
                <a:gd name="connsiteY495" fmla="*/ 465169 h 621896"/>
                <a:gd name="connsiteX496" fmla="*/ 158446 w 553012"/>
                <a:gd name="connsiteY496" fmla="*/ 461973 h 621896"/>
                <a:gd name="connsiteX497" fmla="*/ 160027 w 553012"/>
                <a:gd name="connsiteY497" fmla="*/ 459215 h 621896"/>
                <a:gd name="connsiteX498" fmla="*/ 161778 w 553012"/>
                <a:gd name="connsiteY498" fmla="*/ 457465 h 621896"/>
                <a:gd name="connsiteX499" fmla="*/ 163965 w 553012"/>
                <a:gd name="connsiteY499" fmla="*/ 456019 h 621896"/>
                <a:gd name="connsiteX500" fmla="*/ 165850 w 553012"/>
                <a:gd name="connsiteY500" fmla="*/ 455010 h 621896"/>
                <a:gd name="connsiteX501" fmla="*/ 168172 w 553012"/>
                <a:gd name="connsiteY501" fmla="*/ 452386 h 621896"/>
                <a:gd name="connsiteX502" fmla="*/ 171807 w 553012"/>
                <a:gd name="connsiteY502" fmla="*/ 450367 h 621896"/>
                <a:gd name="connsiteX503" fmla="*/ 175273 w 553012"/>
                <a:gd name="connsiteY503" fmla="*/ 447340 h 621896"/>
                <a:gd name="connsiteX504" fmla="*/ 176720 w 553012"/>
                <a:gd name="connsiteY504" fmla="*/ 443875 h 621896"/>
                <a:gd name="connsiteX505" fmla="*/ 177595 w 553012"/>
                <a:gd name="connsiteY505" fmla="*/ 439098 h 621896"/>
                <a:gd name="connsiteX506" fmla="*/ 185571 w 553012"/>
                <a:gd name="connsiteY506" fmla="*/ 438156 h 621896"/>
                <a:gd name="connsiteX507" fmla="*/ 189206 w 553012"/>
                <a:gd name="connsiteY507" fmla="*/ 436340 h 621896"/>
                <a:gd name="connsiteX508" fmla="*/ 192403 w 553012"/>
                <a:gd name="connsiteY508" fmla="*/ 436340 h 621896"/>
                <a:gd name="connsiteX509" fmla="*/ 194423 w 553012"/>
                <a:gd name="connsiteY509" fmla="*/ 437786 h 621896"/>
                <a:gd name="connsiteX510" fmla="*/ 199774 w 553012"/>
                <a:gd name="connsiteY510" fmla="*/ 443135 h 621896"/>
                <a:gd name="connsiteX511" fmla="*/ 201961 w 553012"/>
                <a:gd name="connsiteY511" fmla="*/ 444144 h 621896"/>
                <a:gd name="connsiteX512" fmla="*/ 207750 w 553012"/>
                <a:gd name="connsiteY512" fmla="*/ 443841 h 621896"/>
                <a:gd name="connsiteX513" fmla="*/ 210947 w 553012"/>
                <a:gd name="connsiteY513" fmla="*/ 441823 h 621896"/>
                <a:gd name="connsiteX514" fmla="*/ 212697 w 553012"/>
                <a:gd name="connsiteY514" fmla="*/ 439636 h 621896"/>
                <a:gd name="connsiteX515" fmla="*/ 213404 w 553012"/>
                <a:gd name="connsiteY515" fmla="*/ 437618 h 621896"/>
                <a:gd name="connsiteX516" fmla="*/ 214582 w 553012"/>
                <a:gd name="connsiteY516" fmla="*/ 434288 h 621896"/>
                <a:gd name="connsiteX517" fmla="*/ 215894 w 553012"/>
                <a:gd name="connsiteY517" fmla="*/ 431832 h 621896"/>
                <a:gd name="connsiteX518" fmla="*/ 216466 w 553012"/>
                <a:gd name="connsiteY518" fmla="*/ 430957 h 621896"/>
                <a:gd name="connsiteX519" fmla="*/ 218485 w 553012"/>
                <a:gd name="connsiteY519" fmla="*/ 429645 h 621896"/>
                <a:gd name="connsiteX520" fmla="*/ 221380 w 553012"/>
                <a:gd name="connsiteY520" fmla="*/ 432101 h 621896"/>
                <a:gd name="connsiteX521" fmla="*/ 224409 w 553012"/>
                <a:gd name="connsiteY521" fmla="*/ 434119 h 621896"/>
                <a:gd name="connsiteX522" fmla="*/ 226596 w 553012"/>
                <a:gd name="connsiteY522" fmla="*/ 436138 h 621896"/>
                <a:gd name="connsiteX523" fmla="*/ 232553 w 553012"/>
                <a:gd name="connsiteY523" fmla="*/ 438594 h 621896"/>
                <a:gd name="connsiteX524" fmla="*/ 236154 w 553012"/>
                <a:gd name="connsiteY524" fmla="*/ 438459 h 621896"/>
                <a:gd name="connsiteX525" fmla="*/ 237904 w 553012"/>
                <a:gd name="connsiteY525" fmla="*/ 436710 h 621896"/>
                <a:gd name="connsiteX526" fmla="*/ 241674 w 553012"/>
                <a:gd name="connsiteY526" fmla="*/ 435835 h 621896"/>
                <a:gd name="connsiteX527" fmla="*/ 244736 w 553012"/>
                <a:gd name="connsiteY527" fmla="*/ 438459 h 621896"/>
                <a:gd name="connsiteX528" fmla="*/ 247395 w 553012"/>
                <a:gd name="connsiteY528" fmla="*/ 441487 h 621896"/>
                <a:gd name="connsiteX529" fmla="*/ 248909 w 553012"/>
                <a:gd name="connsiteY529" fmla="*/ 443673 h 621896"/>
                <a:gd name="connsiteX530" fmla="*/ 248909 w 553012"/>
                <a:gd name="connsiteY530" fmla="*/ 447575 h 621896"/>
                <a:gd name="connsiteX531" fmla="*/ 248034 w 553012"/>
                <a:gd name="connsiteY531" fmla="*/ 451780 h 621896"/>
                <a:gd name="connsiteX532" fmla="*/ 247159 w 553012"/>
                <a:gd name="connsiteY532" fmla="*/ 454808 h 621896"/>
                <a:gd name="connsiteX533" fmla="*/ 247462 w 553012"/>
                <a:gd name="connsiteY533" fmla="*/ 457566 h 621896"/>
                <a:gd name="connsiteX534" fmla="*/ 247900 w 553012"/>
                <a:gd name="connsiteY534" fmla="*/ 460594 h 621896"/>
                <a:gd name="connsiteX535" fmla="*/ 248169 w 553012"/>
                <a:gd name="connsiteY535" fmla="*/ 462040 h 621896"/>
                <a:gd name="connsiteX536" fmla="*/ 246015 w 553012"/>
                <a:gd name="connsiteY536" fmla="*/ 465102 h 621896"/>
                <a:gd name="connsiteX537" fmla="*/ 245005 w 553012"/>
                <a:gd name="connsiteY537" fmla="*/ 467120 h 621896"/>
                <a:gd name="connsiteX538" fmla="*/ 242986 w 553012"/>
                <a:gd name="connsiteY538" fmla="*/ 470013 h 621896"/>
                <a:gd name="connsiteX539" fmla="*/ 241404 w 553012"/>
                <a:gd name="connsiteY539" fmla="*/ 474353 h 621896"/>
                <a:gd name="connsiteX540" fmla="*/ 241674 w 553012"/>
                <a:gd name="connsiteY540" fmla="*/ 477985 h 621896"/>
                <a:gd name="connsiteX541" fmla="*/ 242818 w 553012"/>
                <a:gd name="connsiteY541" fmla="*/ 479735 h 621896"/>
                <a:gd name="connsiteX542" fmla="*/ 244265 w 553012"/>
                <a:gd name="connsiteY542" fmla="*/ 481921 h 621896"/>
                <a:gd name="connsiteX543" fmla="*/ 246150 w 553012"/>
                <a:gd name="connsiteY543" fmla="*/ 484545 h 621896"/>
                <a:gd name="connsiteX544" fmla="*/ 248909 w 553012"/>
                <a:gd name="connsiteY544" fmla="*/ 485420 h 621896"/>
                <a:gd name="connsiteX545" fmla="*/ 252106 w 553012"/>
                <a:gd name="connsiteY545" fmla="*/ 484276 h 621896"/>
                <a:gd name="connsiteX546" fmla="*/ 254126 w 553012"/>
                <a:gd name="connsiteY546" fmla="*/ 483839 h 621896"/>
                <a:gd name="connsiteX547" fmla="*/ 258030 w 553012"/>
                <a:gd name="connsiteY547" fmla="*/ 483402 h 621896"/>
                <a:gd name="connsiteX548" fmla="*/ 260352 w 553012"/>
                <a:gd name="connsiteY548" fmla="*/ 483536 h 621896"/>
                <a:gd name="connsiteX549" fmla="*/ 263112 w 553012"/>
                <a:gd name="connsiteY549" fmla="*/ 483536 h 621896"/>
                <a:gd name="connsiteX550" fmla="*/ 265434 w 553012"/>
                <a:gd name="connsiteY550" fmla="*/ 484108 h 621896"/>
                <a:gd name="connsiteX551" fmla="*/ 267823 w 553012"/>
                <a:gd name="connsiteY551" fmla="*/ 485252 h 621896"/>
                <a:gd name="connsiteX552" fmla="*/ 269775 w 553012"/>
                <a:gd name="connsiteY552" fmla="*/ 487001 h 621896"/>
                <a:gd name="connsiteX553" fmla="*/ 269775 w 553012"/>
                <a:gd name="connsiteY553" fmla="*/ 491071 h 621896"/>
                <a:gd name="connsiteX554" fmla="*/ 267318 w 553012"/>
                <a:gd name="connsiteY554" fmla="*/ 493695 h 621896"/>
                <a:gd name="connsiteX555" fmla="*/ 265871 w 553012"/>
                <a:gd name="connsiteY555" fmla="*/ 495882 h 621896"/>
                <a:gd name="connsiteX556" fmla="*/ 264256 w 553012"/>
                <a:gd name="connsiteY556" fmla="*/ 496588 h 621896"/>
                <a:gd name="connsiteX557" fmla="*/ 262674 w 553012"/>
                <a:gd name="connsiteY557" fmla="*/ 497328 h 621896"/>
                <a:gd name="connsiteX558" fmla="*/ 260352 w 553012"/>
                <a:gd name="connsiteY558" fmla="*/ 498909 h 621896"/>
                <a:gd name="connsiteX559" fmla="*/ 258467 w 553012"/>
                <a:gd name="connsiteY559" fmla="*/ 500928 h 621896"/>
                <a:gd name="connsiteX560" fmla="*/ 256717 w 553012"/>
                <a:gd name="connsiteY560" fmla="*/ 503552 h 621896"/>
                <a:gd name="connsiteX561" fmla="*/ 254530 w 553012"/>
                <a:gd name="connsiteY561" fmla="*/ 506579 h 621896"/>
                <a:gd name="connsiteX562" fmla="*/ 254092 w 553012"/>
                <a:gd name="connsiteY562" fmla="*/ 510347 h 621896"/>
                <a:gd name="connsiteX563" fmla="*/ 253520 w 553012"/>
                <a:gd name="connsiteY563" fmla="*/ 514686 h 621896"/>
                <a:gd name="connsiteX564" fmla="*/ 256414 w 553012"/>
                <a:gd name="connsiteY564" fmla="*/ 525417 h 621896"/>
                <a:gd name="connsiteX565" fmla="*/ 255707 w 553012"/>
                <a:gd name="connsiteY565" fmla="*/ 530934 h 621896"/>
                <a:gd name="connsiteX566" fmla="*/ 254698 w 553012"/>
                <a:gd name="connsiteY566" fmla="*/ 535577 h 621896"/>
                <a:gd name="connsiteX567" fmla="*/ 254126 w 553012"/>
                <a:gd name="connsiteY567" fmla="*/ 537158 h 621896"/>
                <a:gd name="connsiteX568" fmla="*/ 252544 w 553012"/>
                <a:gd name="connsiteY568" fmla="*/ 539176 h 621896"/>
                <a:gd name="connsiteX569" fmla="*/ 249650 w 553012"/>
                <a:gd name="connsiteY569" fmla="*/ 540757 h 621896"/>
                <a:gd name="connsiteX570" fmla="*/ 247462 w 553012"/>
                <a:gd name="connsiteY570" fmla="*/ 541329 h 621896"/>
                <a:gd name="connsiteX571" fmla="*/ 245578 w 553012"/>
                <a:gd name="connsiteY571" fmla="*/ 543213 h 621896"/>
                <a:gd name="connsiteX572" fmla="*/ 243121 w 553012"/>
                <a:gd name="connsiteY572" fmla="*/ 545534 h 621896"/>
                <a:gd name="connsiteX573" fmla="*/ 239217 w 553012"/>
                <a:gd name="connsiteY573" fmla="*/ 547418 h 621896"/>
                <a:gd name="connsiteX574" fmla="*/ 238914 w 553012"/>
                <a:gd name="connsiteY574" fmla="*/ 547855 h 621896"/>
                <a:gd name="connsiteX575" fmla="*/ 237029 w 553012"/>
                <a:gd name="connsiteY575" fmla="*/ 550883 h 621896"/>
                <a:gd name="connsiteX576" fmla="*/ 236726 w 553012"/>
                <a:gd name="connsiteY576" fmla="*/ 552767 h 621896"/>
                <a:gd name="connsiteX577" fmla="*/ 236592 w 553012"/>
                <a:gd name="connsiteY577" fmla="*/ 555357 h 621896"/>
                <a:gd name="connsiteX578" fmla="*/ 236726 w 553012"/>
                <a:gd name="connsiteY578" fmla="*/ 557812 h 621896"/>
                <a:gd name="connsiteX579" fmla="*/ 230938 w 553012"/>
                <a:gd name="connsiteY579" fmla="*/ 559696 h 621896"/>
                <a:gd name="connsiteX580" fmla="*/ 229625 w 553012"/>
                <a:gd name="connsiteY580" fmla="*/ 560840 h 621896"/>
                <a:gd name="connsiteX581" fmla="*/ 225553 w 553012"/>
                <a:gd name="connsiteY581" fmla="*/ 563598 h 621896"/>
                <a:gd name="connsiteX582" fmla="*/ 224409 w 553012"/>
                <a:gd name="connsiteY582" fmla="*/ 566929 h 621896"/>
                <a:gd name="connsiteX583" fmla="*/ 223971 w 553012"/>
                <a:gd name="connsiteY583" fmla="*/ 567063 h 621896"/>
                <a:gd name="connsiteX584" fmla="*/ 218889 w 553012"/>
                <a:gd name="connsiteY584" fmla="*/ 573287 h 621896"/>
                <a:gd name="connsiteX585" fmla="*/ 218587 w 553012"/>
                <a:gd name="connsiteY585" fmla="*/ 577626 h 621896"/>
                <a:gd name="connsiteX586" fmla="*/ 218721 w 553012"/>
                <a:gd name="connsiteY586" fmla="*/ 581528 h 621896"/>
                <a:gd name="connsiteX587" fmla="*/ 219159 w 553012"/>
                <a:gd name="connsiteY587" fmla="*/ 584556 h 621896"/>
                <a:gd name="connsiteX588" fmla="*/ 219293 w 553012"/>
                <a:gd name="connsiteY588" fmla="*/ 588458 h 621896"/>
                <a:gd name="connsiteX589" fmla="*/ 220168 w 553012"/>
                <a:gd name="connsiteY589" fmla="*/ 591923 h 621896"/>
                <a:gd name="connsiteX590" fmla="*/ 223063 w 553012"/>
                <a:gd name="connsiteY590" fmla="*/ 595253 h 621896"/>
                <a:gd name="connsiteX591" fmla="*/ 228414 w 553012"/>
                <a:gd name="connsiteY591" fmla="*/ 597272 h 621896"/>
                <a:gd name="connsiteX592" fmla="*/ 233630 w 553012"/>
                <a:gd name="connsiteY592" fmla="*/ 596094 h 621896"/>
                <a:gd name="connsiteX593" fmla="*/ 235952 w 553012"/>
                <a:gd name="connsiteY593" fmla="*/ 591620 h 621896"/>
                <a:gd name="connsiteX594" fmla="*/ 236087 w 553012"/>
                <a:gd name="connsiteY594" fmla="*/ 589030 h 621896"/>
                <a:gd name="connsiteX595" fmla="*/ 235952 w 553012"/>
                <a:gd name="connsiteY595" fmla="*/ 584119 h 621896"/>
                <a:gd name="connsiteX596" fmla="*/ 238577 w 553012"/>
                <a:gd name="connsiteY596" fmla="*/ 581091 h 621896"/>
                <a:gd name="connsiteX597" fmla="*/ 241472 w 553012"/>
                <a:gd name="connsiteY597" fmla="*/ 579342 h 621896"/>
                <a:gd name="connsiteX598" fmla="*/ 244938 w 553012"/>
                <a:gd name="connsiteY598" fmla="*/ 577155 h 621896"/>
                <a:gd name="connsiteX599" fmla="*/ 247092 w 553012"/>
                <a:gd name="connsiteY599" fmla="*/ 574699 h 621896"/>
                <a:gd name="connsiteX600" fmla="*/ 248236 w 553012"/>
                <a:gd name="connsiteY600" fmla="*/ 573522 h 621896"/>
                <a:gd name="connsiteX601" fmla="*/ 250424 w 553012"/>
                <a:gd name="connsiteY601" fmla="*/ 571773 h 621896"/>
                <a:gd name="connsiteX602" fmla="*/ 253183 w 553012"/>
                <a:gd name="connsiteY602" fmla="*/ 571773 h 621896"/>
                <a:gd name="connsiteX603" fmla="*/ 256650 w 553012"/>
                <a:gd name="connsiteY603" fmla="*/ 571033 h 621896"/>
                <a:gd name="connsiteX604" fmla="*/ 260991 w 553012"/>
                <a:gd name="connsiteY604" fmla="*/ 571605 h 621896"/>
                <a:gd name="connsiteX605" fmla="*/ 264895 w 553012"/>
                <a:gd name="connsiteY605" fmla="*/ 572748 h 621896"/>
                <a:gd name="connsiteX606" fmla="*/ 266645 w 553012"/>
                <a:gd name="connsiteY606" fmla="*/ 573623 h 621896"/>
                <a:gd name="connsiteX607" fmla="*/ 267958 w 553012"/>
                <a:gd name="connsiteY607" fmla="*/ 578131 h 621896"/>
                <a:gd name="connsiteX608" fmla="*/ 267958 w 553012"/>
                <a:gd name="connsiteY608" fmla="*/ 581327 h 621896"/>
                <a:gd name="connsiteX609" fmla="*/ 268530 w 553012"/>
                <a:gd name="connsiteY609" fmla="*/ 585094 h 621896"/>
                <a:gd name="connsiteX610" fmla="*/ 267958 w 553012"/>
                <a:gd name="connsiteY610" fmla="*/ 591048 h 621896"/>
                <a:gd name="connsiteX611" fmla="*/ 267958 w 553012"/>
                <a:gd name="connsiteY611" fmla="*/ 593672 h 621896"/>
                <a:gd name="connsiteX612" fmla="*/ 267823 w 553012"/>
                <a:gd name="connsiteY612" fmla="*/ 596868 h 621896"/>
                <a:gd name="connsiteX613" fmla="*/ 267958 w 553012"/>
                <a:gd name="connsiteY613" fmla="*/ 600198 h 621896"/>
                <a:gd name="connsiteX614" fmla="*/ 267520 w 553012"/>
                <a:gd name="connsiteY614" fmla="*/ 604706 h 621896"/>
                <a:gd name="connsiteX615" fmla="*/ 267386 w 553012"/>
                <a:gd name="connsiteY615" fmla="*/ 610627 h 621896"/>
                <a:gd name="connsiteX616" fmla="*/ 266948 w 553012"/>
                <a:gd name="connsiteY616" fmla="*/ 613385 h 621896"/>
                <a:gd name="connsiteX617" fmla="*/ 267823 w 553012"/>
                <a:gd name="connsiteY617" fmla="*/ 615841 h 621896"/>
                <a:gd name="connsiteX618" fmla="*/ 271593 w 553012"/>
                <a:gd name="connsiteY618" fmla="*/ 618162 h 621896"/>
                <a:gd name="connsiteX619" fmla="*/ 275934 w 553012"/>
                <a:gd name="connsiteY619" fmla="*/ 620348 h 621896"/>
                <a:gd name="connsiteX620" fmla="*/ 277516 w 553012"/>
                <a:gd name="connsiteY620" fmla="*/ 621223 h 621896"/>
                <a:gd name="connsiteX621" fmla="*/ 280982 w 553012"/>
                <a:gd name="connsiteY621" fmla="*/ 621223 h 621896"/>
                <a:gd name="connsiteX622" fmla="*/ 286198 w 553012"/>
                <a:gd name="connsiteY622" fmla="*/ 617455 h 621896"/>
                <a:gd name="connsiteX623" fmla="*/ 290103 w 553012"/>
                <a:gd name="connsiteY623" fmla="*/ 615875 h 621896"/>
                <a:gd name="connsiteX624" fmla="*/ 294007 w 553012"/>
                <a:gd name="connsiteY624" fmla="*/ 612847 h 621896"/>
                <a:gd name="connsiteX625" fmla="*/ 298651 w 553012"/>
                <a:gd name="connsiteY625" fmla="*/ 611266 h 621896"/>
                <a:gd name="connsiteX626" fmla="*/ 302285 w 553012"/>
                <a:gd name="connsiteY626" fmla="*/ 610257 h 621896"/>
                <a:gd name="connsiteX627" fmla="*/ 305617 w 553012"/>
                <a:gd name="connsiteY627" fmla="*/ 610257 h 621896"/>
                <a:gd name="connsiteX628" fmla="*/ 309252 w 553012"/>
                <a:gd name="connsiteY628" fmla="*/ 610391 h 621896"/>
                <a:gd name="connsiteX629" fmla="*/ 313459 w 553012"/>
                <a:gd name="connsiteY629" fmla="*/ 610694 h 621896"/>
                <a:gd name="connsiteX630" fmla="*/ 318103 w 553012"/>
                <a:gd name="connsiteY630" fmla="*/ 611703 h 621896"/>
                <a:gd name="connsiteX631" fmla="*/ 322747 w 553012"/>
                <a:gd name="connsiteY631" fmla="*/ 611131 h 621896"/>
                <a:gd name="connsiteX632" fmla="*/ 326517 w 553012"/>
                <a:gd name="connsiteY632" fmla="*/ 610559 h 621896"/>
                <a:gd name="connsiteX633" fmla="*/ 329848 w 553012"/>
                <a:gd name="connsiteY633" fmla="*/ 611299 h 621896"/>
                <a:gd name="connsiteX634" fmla="*/ 332877 w 553012"/>
                <a:gd name="connsiteY634" fmla="*/ 609718 h 621896"/>
                <a:gd name="connsiteX635" fmla="*/ 336781 w 553012"/>
                <a:gd name="connsiteY635" fmla="*/ 607532 h 621896"/>
                <a:gd name="connsiteX636" fmla="*/ 339541 w 553012"/>
                <a:gd name="connsiteY636" fmla="*/ 606657 h 621896"/>
                <a:gd name="connsiteX637" fmla="*/ 341863 w 553012"/>
                <a:gd name="connsiteY637" fmla="*/ 606657 h 621896"/>
                <a:gd name="connsiteX638" fmla="*/ 342301 w 553012"/>
                <a:gd name="connsiteY638" fmla="*/ 604504 h 621896"/>
                <a:gd name="connsiteX639" fmla="*/ 343445 w 553012"/>
                <a:gd name="connsiteY639" fmla="*/ 603192 h 621896"/>
                <a:gd name="connsiteX640" fmla="*/ 343580 w 553012"/>
                <a:gd name="connsiteY640" fmla="*/ 601746 h 621896"/>
                <a:gd name="connsiteX641" fmla="*/ 343714 w 553012"/>
                <a:gd name="connsiteY641" fmla="*/ 599559 h 621896"/>
                <a:gd name="connsiteX642" fmla="*/ 342267 w 553012"/>
                <a:gd name="connsiteY642" fmla="*/ 596363 h 621896"/>
                <a:gd name="connsiteX643" fmla="*/ 338498 w 553012"/>
                <a:gd name="connsiteY643" fmla="*/ 593773 h 621896"/>
                <a:gd name="connsiteX644" fmla="*/ 337354 w 553012"/>
                <a:gd name="connsiteY644" fmla="*/ 591889 h 621896"/>
                <a:gd name="connsiteX645" fmla="*/ 338363 w 553012"/>
                <a:gd name="connsiteY645" fmla="*/ 589131 h 621896"/>
                <a:gd name="connsiteX646" fmla="*/ 340248 w 553012"/>
                <a:gd name="connsiteY646" fmla="*/ 587987 h 621896"/>
                <a:gd name="connsiteX647" fmla="*/ 340955 w 553012"/>
                <a:gd name="connsiteY647" fmla="*/ 585397 h 621896"/>
                <a:gd name="connsiteX648" fmla="*/ 340955 w 553012"/>
                <a:gd name="connsiteY648" fmla="*/ 583210 h 621896"/>
                <a:gd name="connsiteX649" fmla="*/ 340955 w 553012"/>
                <a:gd name="connsiteY649" fmla="*/ 580452 h 621896"/>
                <a:gd name="connsiteX650" fmla="*/ 340955 w 553012"/>
                <a:gd name="connsiteY650" fmla="*/ 577996 h 621896"/>
                <a:gd name="connsiteX651" fmla="*/ 340517 w 553012"/>
                <a:gd name="connsiteY651" fmla="*/ 572917 h 621896"/>
                <a:gd name="connsiteX652" fmla="*/ 338363 w 553012"/>
                <a:gd name="connsiteY652" fmla="*/ 571335 h 621896"/>
                <a:gd name="connsiteX653" fmla="*/ 339070 w 553012"/>
                <a:gd name="connsiteY653" fmla="*/ 569754 h 621896"/>
                <a:gd name="connsiteX654" fmla="*/ 340652 w 553012"/>
                <a:gd name="connsiteY654" fmla="*/ 568880 h 621896"/>
                <a:gd name="connsiteX655" fmla="*/ 344724 w 553012"/>
                <a:gd name="connsiteY655" fmla="*/ 567803 h 621896"/>
                <a:gd name="connsiteX656" fmla="*/ 346609 w 553012"/>
                <a:gd name="connsiteY656" fmla="*/ 566727 h 621896"/>
                <a:gd name="connsiteX657" fmla="*/ 353979 w 553012"/>
                <a:gd name="connsiteY657" fmla="*/ 566727 h 621896"/>
                <a:gd name="connsiteX658" fmla="*/ 362662 w 553012"/>
                <a:gd name="connsiteY658" fmla="*/ 566727 h 621896"/>
                <a:gd name="connsiteX659" fmla="*/ 363537 w 553012"/>
                <a:gd name="connsiteY659" fmla="*/ 568039 h 621896"/>
                <a:gd name="connsiteX660" fmla="*/ 369191 w 553012"/>
                <a:gd name="connsiteY660" fmla="*/ 568039 h 621896"/>
                <a:gd name="connsiteX661" fmla="*/ 372220 w 553012"/>
                <a:gd name="connsiteY661" fmla="*/ 566727 h 621896"/>
                <a:gd name="connsiteX662" fmla="*/ 373801 w 553012"/>
                <a:gd name="connsiteY662" fmla="*/ 565146 h 621896"/>
                <a:gd name="connsiteX663" fmla="*/ 379321 w 553012"/>
                <a:gd name="connsiteY663" fmla="*/ 566727 h 621896"/>
                <a:gd name="connsiteX664" fmla="*/ 383225 w 553012"/>
                <a:gd name="connsiteY664" fmla="*/ 568476 h 621896"/>
                <a:gd name="connsiteX665" fmla="*/ 390056 w 553012"/>
                <a:gd name="connsiteY665" fmla="*/ 569788 h 621896"/>
                <a:gd name="connsiteX666" fmla="*/ 396283 w 553012"/>
                <a:gd name="connsiteY666" fmla="*/ 576011 h 621896"/>
                <a:gd name="connsiteX667" fmla="*/ 400927 w 553012"/>
                <a:gd name="connsiteY667" fmla="*/ 580654 h 621896"/>
                <a:gd name="connsiteX668" fmla="*/ 404697 w 553012"/>
                <a:gd name="connsiteY668" fmla="*/ 586440 h 621896"/>
                <a:gd name="connsiteX669" fmla="*/ 409172 w 553012"/>
                <a:gd name="connsiteY669" fmla="*/ 592831 h 621896"/>
                <a:gd name="connsiteX670" fmla="*/ 414523 w 553012"/>
                <a:gd name="connsiteY670" fmla="*/ 595455 h 621896"/>
                <a:gd name="connsiteX671" fmla="*/ 419000 w 553012"/>
                <a:gd name="connsiteY671" fmla="*/ 594446 h 621896"/>
                <a:gd name="connsiteX672" fmla="*/ 422466 w 553012"/>
                <a:gd name="connsiteY672" fmla="*/ 592428 h 621896"/>
                <a:gd name="connsiteX673" fmla="*/ 425495 w 553012"/>
                <a:gd name="connsiteY673" fmla="*/ 592125 h 621896"/>
                <a:gd name="connsiteX674" fmla="*/ 429567 w 553012"/>
                <a:gd name="connsiteY674" fmla="*/ 591553 h 621896"/>
                <a:gd name="connsiteX675" fmla="*/ 430880 w 553012"/>
                <a:gd name="connsiteY675" fmla="*/ 589097 h 621896"/>
                <a:gd name="connsiteX676" fmla="*/ 431183 w 553012"/>
                <a:gd name="connsiteY676" fmla="*/ 585901 h 621896"/>
                <a:gd name="connsiteX677" fmla="*/ 427985 w 553012"/>
                <a:gd name="connsiteY677" fmla="*/ 581697 h 621896"/>
                <a:gd name="connsiteX678" fmla="*/ 427548 w 553012"/>
                <a:gd name="connsiteY678" fmla="*/ 579106 h 621896"/>
                <a:gd name="connsiteX679" fmla="*/ 427985 w 553012"/>
                <a:gd name="connsiteY679" fmla="*/ 576920 h 621896"/>
                <a:gd name="connsiteX680" fmla="*/ 428726 w 553012"/>
                <a:gd name="connsiteY680" fmla="*/ 574161 h 621896"/>
                <a:gd name="connsiteX681" fmla="*/ 426706 w 553012"/>
                <a:gd name="connsiteY681" fmla="*/ 570831 h 621896"/>
                <a:gd name="connsiteX682" fmla="*/ 426135 w 553012"/>
                <a:gd name="connsiteY682" fmla="*/ 569385 h 621896"/>
                <a:gd name="connsiteX683" fmla="*/ 425259 w 553012"/>
                <a:gd name="connsiteY683" fmla="*/ 566357 h 621896"/>
                <a:gd name="connsiteX684" fmla="*/ 427144 w 553012"/>
                <a:gd name="connsiteY684" fmla="*/ 565180 h 621896"/>
                <a:gd name="connsiteX685" fmla="*/ 429029 w 553012"/>
                <a:gd name="connsiteY685" fmla="*/ 562993 h 621896"/>
                <a:gd name="connsiteX686" fmla="*/ 430173 w 553012"/>
                <a:gd name="connsiteY686" fmla="*/ 561244 h 621896"/>
                <a:gd name="connsiteX687" fmla="*/ 428423 w 553012"/>
                <a:gd name="connsiteY687" fmla="*/ 559057 h 621896"/>
                <a:gd name="connsiteX688" fmla="*/ 420447 w 553012"/>
                <a:gd name="connsiteY688" fmla="*/ 555155 h 621896"/>
                <a:gd name="connsiteX689" fmla="*/ 419000 w 553012"/>
                <a:gd name="connsiteY689" fmla="*/ 553708 h 621896"/>
                <a:gd name="connsiteX690" fmla="*/ 418125 w 553012"/>
                <a:gd name="connsiteY690" fmla="*/ 550513 h 621896"/>
                <a:gd name="connsiteX691" fmla="*/ 420447 w 553012"/>
                <a:gd name="connsiteY691" fmla="*/ 549066 h 621896"/>
                <a:gd name="connsiteX692" fmla="*/ 423072 w 553012"/>
                <a:gd name="connsiteY692" fmla="*/ 547754 h 621896"/>
                <a:gd name="connsiteX693" fmla="*/ 425966 w 553012"/>
                <a:gd name="connsiteY693" fmla="*/ 547754 h 621896"/>
                <a:gd name="connsiteX694" fmla="*/ 429735 w 553012"/>
                <a:gd name="connsiteY694" fmla="*/ 545736 h 621896"/>
                <a:gd name="connsiteX695" fmla="*/ 432495 w 553012"/>
                <a:gd name="connsiteY695" fmla="*/ 543986 h 621896"/>
                <a:gd name="connsiteX696" fmla="*/ 434077 w 553012"/>
                <a:gd name="connsiteY696" fmla="*/ 543246 h 621896"/>
                <a:gd name="connsiteX697" fmla="*/ 437543 w 553012"/>
                <a:gd name="connsiteY697" fmla="*/ 541934 h 621896"/>
                <a:gd name="connsiteX698" fmla="*/ 442760 w 553012"/>
                <a:gd name="connsiteY698" fmla="*/ 536720 h 621896"/>
                <a:gd name="connsiteX699" fmla="*/ 444207 w 553012"/>
                <a:gd name="connsiteY699" fmla="*/ 532953 h 621896"/>
                <a:gd name="connsiteX700" fmla="*/ 446832 w 553012"/>
                <a:gd name="connsiteY700" fmla="*/ 526292 h 621896"/>
                <a:gd name="connsiteX701" fmla="*/ 449423 w 553012"/>
                <a:gd name="connsiteY701" fmla="*/ 523971 h 621896"/>
                <a:gd name="connsiteX702" fmla="*/ 455649 w 553012"/>
                <a:gd name="connsiteY702" fmla="*/ 523971 h 621896"/>
                <a:gd name="connsiteX703" fmla="*/ 459553 w 553012"/>
                <a:gd name="connsiteY703" fmla="*/ 523904 h 621896"/>
                <a:gd name="connsiteX704" fmla="*/ 462313 w 553012"/>
                <a:gd name="connsiteY704" fmla="*/ 526729 h 621896"/>
                <a:gd name="connsiteX705" fmla="*/ 464770 w 553012"/>
                <a:gd name="connsiteY705" fmla="*/ 531069 h 621896"/>
                <a:gd name="connsiteX706" fmla="*/ 466654 w 553012"/>
                <a:gd name="connsiteY706" fmla="*/ 534837 h 621896"/>
                <a:gd name="connsiteX707" fmla="*/ 470424 w 553012"/>
                <a:gd name="connsiteY707" fmla="*/ 538470 h 621896"/>
                <a:gd name="connsiteX708" fmla="*/ 476381 w 553012"/>
                <a:gd name="connsiteY708" fmla="*/ 541060 h 621896"/>
                <a:gd name="connsiteX709" fmla="*/ 481462 w 553012"/>
                <a:gd name="connsiteY709" fmla="*/ 541497 h 621896"/>
                <a:gd name="connsiteX710" fmla="*/ 488261 w 553012"/>
                <a:gd name="connsiteY710" fmla="*/ 541934 h 621896"/>
                <a:gd name="connsiteX711" fmla="*/ 495665 w 553012"/>
                <a:gd name="connsiteY711" fmla="*/ 543246 h 621896"/>
                <a:gd name="connsiteX712" fmla="*/ 500746 w 553012"/>
                <a:gd name="connsiteY712" fmla="*/ 541665 h 621896"/>
                <a:gd name="connsiteX713" fmla="*/ 504819 w 553012"/>
                <a:gd name="connsiteY713" fmla="*/ 540656 h 621896"/>
                <a:gd name="connsiteX714" fmla="*/ 512189 w 553012"/>
                <a:gd name="connsiteY714" fmla="*/ 540656 h 621896"/>
                <a:gd name="connsiteX715" fmla="*/ 514074 w 553012"/>
                <a:gd name="connsiteY715" fmla="*/ 539344 h 621896"/>
                <a:gd name="connsiteX716" fmla="*/ 517843 w 553012"/>
                <a:gd name="connsiteY716" fmla="*/ 536754 h 621896"/>
                <a:gd name="connsiteX717" fmla="*/ 521175 w 553012"/>
                <a:gd name="connsiteY717" fmla="*/ 534870 h 621896"/>
                <a:gd name="connsiteX718" fmla="*/ 522757 w 553012"/>
                <a:gd name="connsiteY718" fmla="*/ 533121 h 621896"/>
                <a:gd name="connsiteX719" fmla="*/ 525079 w 553012"/>
                <a:gd name="connsiteY719" fmla="*/ 530228 h 621896"/>
                <a:gd name="connsiteX720" fmla="*/ 526088 w 553012"/>
                <a:gd name="connsiteY720" fmla="*/ 525586 h 621896"/>
                <a:gd name="connsiteX721" fmla="*/ 524607 w 553012"/>
                <a:gd name="connsiteY721" fmla="*/ 522356 h 62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553012" h="621896">
                  <a:moveTo>
                    <a:pt x="524607" y="522356"/>
                  </a:moveTo>
                  <a:lnTo>
                    <a:pt x="525752" y="518589"/>
                  </a:lnTo>
                  <a:lnTo>
                    <a:pt x="526896" y="513677"/>
                  </a:lnTo>
                  <a:lnTo>
                    <a:pt x="525752" y="510784"/>
                  </a:lnTo>
                  <a:lnTo>
                    <a:pt x="522555" y="508766"/>
                  </a:lnTo>
                  <a:lnTo>
                    <a:pt x="521983" y="502677"/>
                  </a:lnTo>
                  <a:lnTo>
                    <a:pt x="522285" y="499481"/>
                  </a:lnTo>
                  <a:lnTo>
                    <a:pt x="522858" y="493964"/>
                  </a:lnTo>
                  <a:lnTo>
                    <a:pt x="525180" y="489322"/>
                  </a:lnTo>
                  <a:lnTo>
                    <a:pt x="525180" y="486732"/>
                  </a:lnTo>
                  <a:lnTo>
                    <a:pt x="528511" y="480071"/>
                  </a:lnTo>
                  <a:lnTo>
                    <a:pt x="530093" y="476875"/>
                  </a:lnTo>
                  <a:lnTo>
                    <a:pt x="529521" y="472536"/>
                  </a:lnTo>
                  <a:lnTo>
                    <a:pt x="529252" y="465303"/>
                  </a:lnTo>
                  <a:lnTo>
                    <a:pt x="531271" y="460089"/>
                  </a:lnTo>
                  <a:cubicBezTo>
                    <a:pt x="531271" y="460089"/>
                    <a:pt x="536791" y="457465"/>
                    <a:pt x="538238" y="456624"/>
                  </a:cubicBezTo>
                  <a:cubicBezTo>
                    <a:pt x="539685" y="455750"/>
                    <a:pt x="543757" y="454606"/>
                    <a:pt x="543757" y="454606"/>
                  </a:cubicBezTo>
                  <a:lnTo>
                    <a:pt x="548974" y="451982"/>
                  </a:lnTo>
                  <a:lnTo>
                    <a:pt x="551868" y="448517"/>
                  </a:lnTo>
                  <a:lnTo>
                    <a:pt x="553012" y="445691"/>
                  </a:lnTo>
                  <a:lnTo>
                    <a:pt x="550118" y="441554"/>
                  </a:lnTo>
                  <a:lnTo>
                    <a:pt x="546349" y="441251"/>
                  </a:lnTo>
                  <a:lnTo>
                    <a:pt x="542007" y="442126"/>
                  </a:lnTo>
                  <a:cubicBezTo>
                    <a:pt x="542007" y="442126"/>
                    <a:pt x="534771" y="445019"/>
                    <a:pt x="533593" y="445691"/>
                  </a:cubicBezTo>
                  <a:cubicBezTo>
                    <a:pt x="532449" y="446331"/>
                    <a:pt x="527805" y="448517"/>
                    <a:pt x="527805" y="448517"/>
                  </a:cubicBezTo>
                  <a:lnTo>
                    <a:pt x="524036" y="448517"/>
                  </a:lnTo>
                  <a:lnTo>
                    <a:pt x="523463" y="445557"/>
                  </a:lnTo>
                  <a:lnTo>
                    <a:pt x="524338" y="440982"/>
                  </a:lnTo>
                  <a:cubicBezTo>
                    <a:pt x="524338" y="440982"/>
                    <a:pt x="525483" y="438661"/>
                    <a:pt x="526358" y="437786"/>
                  </a:cubicBezTo>
                  <a:cubicBezTo>
                    <a:pt x="527233" y="436912"/>
                    <a:pt x="530699" y="434590"/>
                    <a:pt x="530699" y="434590"/>
                  </a:cubicBezTo>
                  <a:cubicBezTo>
                    <a:pt x="530699" y="434590"/>
                    <a:pt x="531271" y="429679"/>
                    <a:pt x="531271" y="427930"/>
                  </a:cubicBezTo>
                  <a:cubicBezTo>
                    <a:pt x="531271" y="426181"/>
                    <a:pt x="533021" y="421841"/>
                    <a:pt x="533021" y="421841"/>
                  </a:cubicBezTo>
                  <a:lnTo>
                    <a:pt x="534771" y="418073"/>
                  </a:lnTo>
                  <a:lnTo>
                    <a:pt x="537665" y="413162"/>
                  </a:lnTo>
                  <a:lnTo>
                    <a:pt x="537363" y="406501"/>
                  </a:lnTo>
                  <a:lnTo>
                    <a:pt x="535613" y="403036"/>
                  </a:lnTo>
                  <a:lnTo>
                    <a:pt x="529521" y="394627"/>
                  </a:lnTo>
                  <a:lnTo>
                    <a:pt x="523733" y="394627"/>
                  </a:lnTo>
                  <a:lnTo>
                    <a:pt x="511920" y="393382"/>
                  </a:lnTo>
                  <a:lnTo>
                    <a:pt x="509530" y="391565"/>
                  </a:lnTo>
                  <a:lnTo>
                    <a:pt x="509329" y="386553"/>
                  </a:lnTo>
                  <a:lnTo>
                    <a:pt x="508453" y="382415"/>
                  </a:lnTo>
                  <a:lnTo>
                    <a:pt x="509093" y="378715"/>
                  </a:lnTo>
                  <a:lnTo>
                    <a:pt x="510170" y="377403"/>
                  </a:lnTo>
                  <a:lnTo>
                    <a:pt x="512358" y="373501"/>
                  </a:lnTo>
                  <a:lnTo>
                    <a:pt x="512593" y="366975"/>
                  </a:lnTo>
                  <a:lnTo>
                    <a:pt x="513468" y="363274"/>
                  </a:lnTo>
                  <a:lnTo>
                    <a:pt x="517810" y="357858"/>
                  </a:lnTo>
                  <a:lnTo>
                    <a:pt x="516295" y="353721"/>
                  </a:lnTo>
                  <a:lnTo>
                    <a:pt x="507376" y="349146"/>
                  </a:lnTo>
                  <a:lnTo>
                    <a:pt x="502598" y="343932"/>
                  </a:lnTo>
                  <a:cubicBezTo>
                    <a:pt x="502598" y="343932"/>
                    <a:pt x="500848" y="339357"/>
                    <a:pt x="500848" y="338717"/>
                  </a:cubicBezTo>
                  <a:cubicBezTo>
                    <a:pt x="500848" y="338078"/>
                    <a:pt x="501285" y="333503"/>
                    <a:pt x="501285" y="333503"/>
                  </a:cubicBezTo>
                  <a:lnTo>
                    <a:pt x="503237" y="330678"/>
                  </a:lnTo>
                  <a:lnTo>
                    <a:pt x="505862" y="327213"/>
                  </a:lnTo>
                  <a:lnTo>
                    <a:pt x="508891" y="324589"/>
                  </a:lnTo>
                  <a:lnTo>
                    <a:pt x="510204" y="320451"/>
                  </a:lnTo>
                  <a:lnTo>
                    <a:pt x="511280" y="316313"/>
                  </a:lnTo>
                  <a:lnTo>
                    <a:pt x="511718" y="311537"/>
                  </a:lnTo>
                  <a:lnTo>
                    <a:pt x="511954" y="309585"/>
                  </a:lnTo>
                  <a:lnTo>
                    <a:pt x="508050" y="309384"/>
                  </a:lnTo>
                  <a:lnTo>
                    <a:pt x="501958" y="310258"/>
                  </a:lnTo>
                  <a:lnTo>
                    <a:pt x="496506" y="314598"/>
                  </a:lnTo>
                  <a:lnTo>
                    <a:pt x="492804" y="314598"/>
                  </a:lnTo>
                  <a:lnTo>
                    <a:pt x="487790" y="313286"/>
                  </a:lnTo>
                  <a:lnTo>
                    <a:pt x="484289" y="311099"/>
                  </a:lnTo>
                  <a:lnTo>
                    <a:pt x="481698" y="311099"/>
                  </a:lnTo>
                  <a:lnTo>
                    <a:pt x="481698" y="306962"/>
                  </a:lnTo>
                  <a:lnTo>
                    <a:pt x="481059" y="305650"/>
                  </a:lnTo>
                  <a:lnTo>
                    <a:pt x="480184" y="299998"/>
                  </a:lnTo>
                  <a:lnTo>
                    <a:pt x="479746" y="294145"/>
                  </a:lnTo>
                  <a:lnTo>
                    <a:pt x="477121" y="291117"/>
                  </a:lnTo>
                  <a:lnTo>
                    <a:pt x="478871" y="288494"/>
                  </a:lnTo>
                  <a:lnTo>
                    <a:pt x="480386" y="286980"/>
                  </a:lnTo>
                  <a:lnTo>
                    <a:pt x="483852" y="283515"/>
                  </a:lnTo>
                  <a:cubicBezTo>
                    <a:pt x="483852" y="283515"/>
                    <a:pt x="485804" y="280050"/>
                    <a:pt x="485804" y="278099"/>
                  </a:cubicBezTo>
                  <a:cubicBezTo>
                    <a:pt x="485804" y="276148"/>
                    <a:pt x="486881" y="275508"/>
                    <a:pt x="486881" y="275508"/>
                  </a:cubicBezTo>
                  <a:lnTo>
                    <a:pt x="489270" y="272246"/>
                  </a:lnTo>
                  <a:lnTo>
                    <a:pt x="492737" y="269184"/>
                  </a:lnTo>
                  <a:lnTo>
                    <a:pt x="494049" y="266998"/>
                  </a:lnTo>
                  <a:lnTo>
                    <a:pt x="495564" y="265047"/>
                  </a:lnTo>
                  <a:lnTo>
                    <a:pt x="495564" y="258083"/>
                  </a:lnTo>
                  <a:lnTo>
                    <a:pt x="495564" y="252869"/>
                  </a:lnTo>
                  <a:lnTo>
                    <a:pt x="495564" y="249841"/>
                  </a:lnTo>
                  <a:lnTo>
                    <a:pt x="496876" y="247453"/>
                  </a:lnTo>
                  <a:lnTo>
                    <a:pt x="499266" y="244392"/>
                  </a:lnTo>
                  <a:lnTo>
                    <a:pt x="502968" y="242004"/>
                  </a:lnTo>
                  <a:lnTo>
                    <a:pt x="507982" y="240927"/>
                  </a:lnTo>
                  <a:lnTo>
                    <a:pt x="511247" y="239413"/>
                  </a:lnTo>
                  <a:lnTo>
                    <a:pt x="519055" y="237227"/>
                  </a:lnTo>
                  <a:lnTo>
                    <a:pt x="522083" y="233762"/>
                  </a:lnTo>
                  <a:lnTo>
                    <a:pt x="524911" y="228346"/>
                  </a:lnTo>
                  <a:lnTo>
                    <a:pt x="522521" y="224208"/>
                  </a:lnTo>
                  <a:lnTo>
                    <a:pt x="517944" y="224208"/>
                  </a:lnTo>
                  <a:lnTo>
                    <a:pt x="517305" y="220743"/>
                  </a:lnTo>
                  <a:lnTo>
                    <a:pt x="524473" y="217043"/>
                  </a:lnTo>
                  <a:cubicBezTo>
                    <a:pt x="524473" y="217043"/>
                    <a:pt x="527738" y="214015"/>
                    <a:pt x="534468" y="209440"/>
                  </a:cubicBezTo>
                  <a:cubicBezTo>
                    <a:pt x="541199" y="204865"/>
                    <a:pt x="539685" y="203352"/>
                    <a:pt x="539920" y="202477"/>
                  </a:cubicBezTo>
                  <a:cubicBezTo>
                    <a:pt x="540123" y="201602"/>
                    <a:pt x="536891" y="197465"/>
                    <a:pt x="536891" y="197465"/>
                  </a:cubicBezTo>
                  <a:lnTo>
                    <a:pt x="541233" y="195278"/>
                  </a:lnTo>
                  <a:lnTo>
                    <a:pt x="542546" y="192250"/>
                  </a:lnTo>
                  <a:lnTo>
                    <a:pt x="543185" y="189660"/>
                  </a:lnTo>
                  <a:lnTo>
                    <a:pt x="542310" y="185960"/>
                  </a:lnTo>
                  <a:lnTo>
                    <a:pt x="539281" y="183807"/>
                  </a:lnTo>
                  <a:cubicBezTo>
                    <a:pt x="539281" y="183807"/>
                    <a:pt x="533829" y="183336"/>
                    <a:pt x="532314" y="183773"/>
                  </a:cubicBezTo>
                  <a:cubicBezTo>
                    <a:pt x="530800" y="184211"/>
                    <a:pt x="527536" y="179434"/>
                    <a:pt x="526896" y="177247"/>
                  </a:cubicBezTo>
                  <a:cubicBezTo>
                    <a:pt x="526257" y="175061"/>
                    <a:pt x="526896" y="173345"/>
                    <a:pt x="526896" y="173345"/>
                  </a:cubicBezTo>
                  <a:lnTo>
                    <a:pt x="529285" y="164229"/>
                  </a:lnTo>
                  <a:lnTo>
                    <a:pt x="533190" y="155314"/>
                  </a:lnTo>
                  <a:lnTo>
                    <a:pt x="534940" y="145323"/>
                  </a:lnTo>
                  <a:lnTo>
                    <a:pt x="533829" y="142935"/>
                  </a:lnTo>
                  <a:lnTo>
                    <a:pt x="526021" y="137283"/>
                  </a:lnTo>
                  <a:lnTo>
                    <a:pt x="522319" y="137283"/>
                  </a:lnTo>
                  <a:lnTo>
                    <a:pt x="514713" y="134895"/>
                  </a:lnTo>
                  <a:lnTo>
                    <a:pt x="512963" y="129445"/>
                  </a:lnTo>
                  <a:lnTo>
                    <a:pt x="512963" y="122280"/>
                  </a:lnTo>
                  <a:lnTo>
                    <a:pt x="511213" y="115552"/>
                  </a:lnTo>
                  <a:lnTo>
                    <a:pt x="511213" y="112726"/>
                  </a:lnTo>
                  <a:lnTo>
                    <a:pt x="508016" y="115418"/>
                  </a:lnTo>
                  <a:lnTo>
                    <a:pt x="506434" y="120497"/>
                  </a:lnTo>
                  <a:lnTo>
                    <a:pt x="502799" y="120363"/>
                  </a:lnTo>
                  <a:lnTo>
                    <a:pt x="501083" y="121809"/>
                  </a:lnTo>
                  <a:cubicBezTo>
                    <a:pt x="501083" y="121809"/>
                    <a:pt x="498626" y="119353"/>
                    <a:pt x="497314" y="118344"/>
                  </a:cubicBezTo>
                  <a:cubicBezTo>
                    <a:pt x="496001" y="117335"/>
                    <a:pt x="497314" y="115586"/>
                    <a:pt x="497314" y="115586"/>
                  </a:cubicBezTo>
                  <a:lnTo>
                    <a:pt x="497314" y="114005"/>
                  </a:lnTo>
                  <a:lnTo>
                    <a:pt x="495497" y="111549"/>
                  </a:lnTo>
                  <a:cubicBezTo>
                    <a:pt x="495497" y="111549"/>
                    <a:pt x="494419" y="111986"/>
                    <a:pt x="493982" y="112121"/>
                  </a:cubicBezTo>
                  <a:cubicBezTo>
                    <a:pt x="493544" y="112255"/>
                    <a:pt x="492838" y="113870"/>
                    <a:pt x="492838" y="113870"/>
                  </a:cubicBezTo>
                  <a:lnTo>
                    <a:pt x="491256" y="115451"/>
                  </a:lnTo>
                  <a:lnTo>
                    <a:pt x="488631" y="116763"/>
                  </a:lnTo>
                  <a:cubicBezTo>
                    <a:pt x="488631" y="116763"/>
                    <a:pt x="486746" y="117066"/>
                    <a:pt x="486309" y="117200"/>
                  </a:cubicBezTo>
                  <a:cubicBezTo>
                    <a:pt x="485871" y="117335"/>
                    <a:pt x="484424" y="116763"/>
                    <a:pt x="483987" y="116326"/>
                  </a:cubicBezTo>
                  <a:cubicBezTo>
                    <a:pt x="483549" y="115889"/>
                    <a:pt x="481395" y="113702"/>
                    <a:pt x="480958" y="113298"/>
                  </a:cubicBezTo>
                  <a:cubicBezTo>
                    <a:pt x="480520" y="112861"/>
                    <a:pt x="479073" y="111986"/>
                    <a:pt x="479073" y="111986"/>
                  </a:cubicBezTo>
                  <a:cubicBezTo>
                    <a:pt x="479073" y="111986"/>
                    <a:pt x="478063" y="109665"/>
                    <a:pt x="478063" y="109093"/>
                  </a:cubicBezTo>
                  <a:cubicBezTo>
                    <a:pt x="478063" y="108521"/>
                    <a:pt x="478366" y="107949"/>
                    <a:pt x="478636" y="107075"/>
                  </a:cubicBezTo>
                  <a:cubicBezTo>
                    <a:pt x="478938" y="106200"/>
                    <a:pt x="479948" y="105326"/>
                    <a:pt x="480655" y="104888"/>
                  </a:cubicBezTo>
                  <a:cubicBezTo>
                    <a:pt x="481395" y="104451"/>
                    <a:pt x="482977" y="104148"/>
                    <a:pt x="483549" y="103745"/>
                  </a:cubicBezTo>
                  <a:cubicBezTo>
                    <a:pt x="484121" y="103307"/>
                    <a:pt x="485434" y="102601"/>
                    <a:pt x="486006" y="102601"/>
                  </a:cubicBezTo>
                  <a:cubicBezTo>
                    <a:pt x="486578" y="102601"/>
                    <a:pt x="486881" y="100145"/>
                    <a:pt x="486881" y="100145"/>
                  </a:cubicBezTo>
                  <a:cubicBezTo>
                    <a:pt x="486881" y="100145"/>
                    <a:pt x="485131" y="99573"/>
                    <a:pt x="483414" y="99573"/>
                  </a:cubicBezTo>
                  <a:cubicBezTo>
                    <a:pt x="481665" y="99573"/>
                    <a:pt x="480217" y="98833"/>
                    <a:pt x="480217" y="98833"/>
                  </a:cubicBezTo>
                  <a:cubicBezTo>
                    <a:pt x="480217" y="98833"/>
                    <a:pt x="476751" y="98699"/>
                    <a:pt x="476145" y="98699"/>
                  </a:cubicBezTo>
                  <a:cubicBezTo>
                    <a:pt x="475573" y="98699"/>
                    <a:pt x="475438" y="96512"/>
                    <a:pt x="475438" y="96512"/>
                  </a:cubicBezTo>
                  <a:lnTo>
                    <a:pt x="476313" y="93619"/>
                  </a:lnTo>
                  <a:lnTo>
                    <a:pt x="477121" y="90154"/>
                  </a:lnTo>
                  <a:lnTo>
                    <a:pt x="478636" y="88405"/>
                  </a:lnTo>
                  <a:lnTo>
                    <a:pt x="480386" y="86521"/>
                  </a:lnTo>
                  <a:lnTo>
                    <a:pt x="482708" y="84940"/>
                  </a:lnTo>
                  <a:lnTo>
                    <a:pt x="484592" y="82753"/>
                  </a:lnTo>
                  <a:lnTo>
                    <a:pt x="486914" y="80163"/>
                  </a:lnTo>
                  <a:lnTo>
                    <a:pt x="487487" y="79289"/>
                  </a:lnTo>
                  <a:lnTo>
                    <a:pt x="488059" y="77842"/>
                  </a:lnTo>
                  <a:lnTo>
                    <a:pt x="488631" y="75656"/>
                  </a:lnTo>
                  <a:lnTo>
                    <a:pt x="488631" y="73469"/>
                  </a:lnTo>
                  <a:lnTo>
                    <a:pt x="486309" y="70004"/>
                  </a:lnTo>
                  <a:lnTo>
                    <a:pt x="484862" y="68995"/>
                  </a:lnTo>
                  <a:cubicBezTo>
                    <a:pt x="484862" y="68995"/>
                    <a:pt x="481967" y="69735"/>
                    <a:pt x="481530" y="70004"/>
                  </a:cubicBezTo>
                  <a:cubicBezTo>
                    <a:pt x="481092" y="70307"/>
                    <a:pt x="481261" y="68558"/>
                    <a:pt x="481261" y="68558"/>
                  </a:cubicBezTo>
                  <a:lnTo>
                    <a:pt x="479813" y="66976"/>
                  </a:lnTo>
                  <a:cubicBezTo>
                    <a:pt x="479813" y="66976"/>
                    <a:pt x="479813" y="66102"/>
                    <a:pt x="480116" y="65664"/>
                  </a:cubicBezTo>
                  <a:cubicBezTo>
                    <a:pt x="480386" y="65227"/>
                    <a:pt x="480991" y="64790"/>
                    <a:pt x="480991" y="64790"/>
                  </a:cubicBezTo>
                  <a:lnTo>
                    <a:pt x="482439" y="63478"/>
                  </a:lnTo>
                  <a:lnTo>
                    <a:pt x="483448" y="61729"/>
                  </a:lnTo>
                  <a:lnTo>
                    <a:pt x="483448" y="58533"/>
                  </a:lnTo>
                  <a:lnTo>
                    <a:pt x="481833" y="56784"/>
                  </a:lnTo>
                  <a:lnTo>
                    <a:pt x="479813" y="54900"/>
                  </a:lnTo>
                  <a:lnTo>
                    <a:pt x="476179" y="51570"/>
                  </a:lnTo>
                  <a:lnTo>
                    <a:pt x="474732" y="51132"/>
                  </a:lnTo>
                  <a:lnTo>
                    <a:pt x="472410" y="48676"/>
                  </a:lnTo>
                  <a:cubicBezTo>
                    <a:pt x="472410" y="48676"/>
                    <a:pt x="469515" y="46355"/>
                    <a:pt x="468943" y="46355"/>
                  </a:cubicBezTo>
                  <a:cubicBezTo>
                    <a:pt x="468371" y="46355"/>
                    <a:pt x="468236" y="45918"/>
                    <a:pt x="468236" y="45918"/>
                  </a:cubicBezTo>
                  <a:lnTo>
                    <a:pt x="466217" y="44169"/>
                  </a:lnTo>
                  <a:lnTo>
                    <a:pt x="464029" y="44034"/>
                  </a:lnTo>
                  <a:lnTo>
                    <a:pt x="461135" y="45044"/>
                  </a:lnTo>
                  <a:cubicBezTo>
                    <a:pt x="461135" y="45044"/>
                    <a:pt x="458544" y="46355"/>
                    <a:pt x="458106" y="46490"/>
                  </a:cubicBezTo>
                  <a:cubicBezTo>
                    <a:pt x="457669" y="46624"/>
                    <a:pt x="456222" y="47230"/>
                    <a:pt x="456222" y="47230"/>
                  </a:cubicBezTo>
                  <a:cubicBezTo>
                    <a:pt x="456222" y="47230"/>
                    <a:pt x="453193" y="49988"/>
                    <a:pt x="451746" y="50863"/>
                  </a:cubicBezTo>
                  <a:cubicBezTo>
                    <a:pt x="450298" y="51738"/>
                    <a:pt x="450736" y="51570"/>
                    <a:pt x="450164" y="51738"/>
                  </a:cubicBezTo>
                  <a:cubicBezTo>
                    <a:pt x="449592" y="51906"/>
                    <a:pt x="449289" y="53487"/>
                    <a:pt x="448717" y="53756"/>
                  </a:cubicBezTo>
                  <a:cubicBezTo>
                    <a:pt x="448144" y="54059"/>
                    <a:pt x="445957" y="56952"/>
                    <a:pt x="444947" y="57961"/>
                  </a:cubicBezTo>
                  <a:cubicBezTo>
                    <a:pt x="443938" y="58970"/>
                    <a:pt x="442928" y="61157"/>
                    <a:pt x="442793" y="61594"/>
                  </a:cubicBezTo>
                  <a:cubicBezTo>
                    <a:pt x="442659" y="62031"/>
                    <a:pt x="438452" y="64790"/>
                    <a:pt x="438014" y="65227"/>
                  </a:cubicBezTo>
                  <a:cubicBezTo>
                    <a:pt x="437577" y="65664"/>
                    <a:pt x="430610" y="71181"/>
                    <a:pt x="430610" y="71181"/>
                  </a:cubicBezTo>
                  <a:cubicBezTo>
                    <a:pt x="430610" y="71181"/>
                    <a:pt x="429433" y="73065"/>
                    <a:pt x="428726" y="74377"/>
                  </a:cubicBezTo>
                  <a:cubicBezTo>
                    <a:pt x="428019" y="75689"/>
                    <a:pt x="427279" y="75084"/>
                    <a:pt x="426841" y="75689"/>
                  </a:cubicBezTo>
                  <a:cubicBezTo>
                    <a:pt x="426404" y="76261"/>
                    <a:pt x="424653" y="78145"/>
                    <a:pt x="423812" y="78448"/>
                  </a:cubicBezTo>
                  <a:cubicBezTo>
                    <a:pt x="422937" y="78750"/>
                    <a:pt x="420918" y="79188"/>
                    <a:pt x="420918" y="79188"/>
                  </a:cubicBezTo>
                  <a:lnTo>
                    <a:pt x="420918" y="75723"/>
                  </a:lnTo>
                  <a:lnTo>
                    <a:pt x="420918" y="72695"/>
                  </a:lnTo>
                  <a:lnTo>
                    <a:pt x="419975" y="70811"/>
                  </a:lnTo>
                  <a:lnTo>
                    <a:pt x="417586" y="70240"/>
                  </a:lnTo>
                  <a:lnTo>
                    <a:pt x="415264" y="72561"/>
                  </a:lnTo>
                  <a:cubicBezTo>
                    <a:pt x="415264" y="72561"/>
                    <a:pt x="413952" y="73301"/>
                    <a:pt x="413077" y="73570"/>
                  </a:cubicBezTo>
                  <a:cubicBezTo>
                    <a:pt x="412201" y="73873"/>
                    <a:pt x="409879" y="72830"/>
                    <a:pt x="409745" y="72392"/>
                  </a:cubicBezTo>
                  <a:cubicBezTo>
                    <a:pt x="409610" y="71955"/>
                    <a:pt x="407860" y="70206"/>
                    <a:pt x="407860" y="70206"/>
                  </a:cubicBezTo>
                  <a:cubicBezTo>
                    <a:pt x="407860" y="70206"/>
                    <a:pt x="406547" y="68759"/>
                    <a:pt x="405639" y="67750"/>
                  </a:cubicBezTo>
                  <a:cubicBezTo>
                    <a:pt x="404730" y="66741"/>
                    <a:pt x="404966" y="64857"/>
                    <a:pt x="404966" y="63982"/>
                  </a:cubicBezTo>
                  <a:cubicBezTo>
                    <a:pt x="404966" y="63108"/>
                    <a:pt x="404966" y="60350"/>
                    <a:pt x="405504" y="59643"/>
                  </a:cubicBezTo>
                  <a:cubicBezTo>
                    <a:pt x="406042" y="58937"/>
                    <a:pt x="404966" y="57019"/>
                    <a:pt x="405369" y="56178"/>
                  </a:cubicBezTo>
                  <a:cubicBezTo>
                    <a:pt x="405773" y="55304"/>
                    <a:pt x="404932" y="51973"/>
                    <a:pt x="405235" y="51099"/>
                  </a:cubicBezTo>
                  <a:cubicBezTo>
                    <a:pt x="405504" y="50224"/>
                    <a:pt x="405235" y="49652"/>
                    <a:pt x="405235" y="49652"/>
                  </a:cubicBezTo>
                  <a:lnTo>
                    <a:pt x="405235" y="44438"/>
                  </a:lnTo>
                  <a:cubicBezTo>
                    <a:pt x="405235" y="44438"/>
                    <a:pt x="405235" y="42117"/>
                    <a:pt x="405235" y="41242"/>
                  </a:cubicBezTo>
                  <a:cubicBezTo>
                    <a:pt x="405235" y="40368"/>
                    <a:pt x="404595" y="38652"/>
                    <a:pt x="404427" y="38215"/>
                  </a:cubicBezTo>
                  <a:cubicBezTo>
                    <a:pt x="404292" y="37777"/>
                    <a:pt x="403619" y="37643"/>
                    <a:pt x="403619" y="37643"/>
                  </a:cubicBezTo>
                  <a:lnTo>
                    <a:pt x="402038" y="35624"/>
                  </a:lnTo>
                  <a:cubicBezTo>
                    <a:pt x="402038" y="35624"/>
                    <a:pt x="400456" y="35490"/>
                    <a:pt x="399850" y="35624"/>
                  </a:cubicBezTo>
                  <a:cubicBezTo>
                    <a:pt x="399278" y="35759"/>
                    <a:pt x="397091" y="35624"/>
                    <a:pt x="396384" y="35624"/>
                  </a:cubicBezTo>
                  <a:cubicBezTo>
                    <a:pt x="395643" y="35624"/>
                    <a:pt x="392480" y="36364"/>
                    <a:pt x="391436" y="36768"/>
                  </a:cubicBezTo>
                  <a:cubicBezTo>
                    <a:pt x="390427" y="37205"/>
                    <a:pt x="390292" y="37508"/>
                    <a:pt x="389552" y="38652"/>
                  </a:cubicBezTo>
                  <a:cubicBezTo>
                    <a:pt x="388845" y="39796"/>
                    <a:pt x="387970" y="41108"/>
                    <a:pt x="387667" y="41680"/>
                  </a:cubicBezTo>
                  <a:cubicBezTo>
                    <a:pt x="387364" y="42251"/>
                    <a:pt x="385782" y="44270"/>
                    <a:pt x="385648" y="44707"/>
                  </a:cubicBezTo>
                  <a:cubicBezTo>
                    <a:pt x="385513" y="45144"/>
                    <a:pt x="383898" y="47297"/>
                    <a:pt x="383595" y="47903"/>
                  </a:cubicBezTo>
                  <a:cubicBezTo>
                    <a:pt x="383326" y="48475"/>
                    <a:pt x="382451" y="50661"/>
                    <a:pt x="382013" y="50796"/>
                  </a:cubicBezTo>
                  <a:cubicBezTo>
                    <a:pt x="381575" y="50930"/>
                    <a:pt x="379119" y="54126"/>
                    <a:pt x="378547" y="53992"/>
                  </a:cubicBezTo>
                  <a:cubicBezTo>
                    <a:pt x="377975" y="53857"/>
                    <a:pt x="376965" y="52848"/>
                    <a:pt x="376090" y="51805"/>
                  </a:cubicBezTo>
                  <a:cubicBezTo>
                    <a:pt x="375215" y="50796"/>
                    <a:pt x="371311" y="52242"/>
                    <a:pt x="371311" y="52242"/>
                  </a:cubicBezTo>
                  <a:lnTo>
                    <a:pt x="368114" y="52242"/>
                  </a:lnTo>
                  <a:cubicBezTo>
                    <a:pt x="368114" y="52242"/>
                    <a:pt x="364917" y="54126"/>
                    <a:pt x="364344" y="54563"/>
                  </a:cubicBezTo>
                  <a:cubicBezTo>
                    <a:pt x="363772" y="55001"/>
                    <a:pt x="362325" y="54866"/>
                    <a:pt x="361888" y="55135"/>
                  </a:cubicBezTo>
                  <a:cubicBezTo>
                    <a:pt x="361450" y="55438"/>
                    <a:pt x="359263" y="59340"/>
                    <a:pt x="359263" y="59777"/>
                  </a:cubicBezTo>
                  <a:cubicBezTo>
                    <a:pt x="359263" y="60215"/>
                    <a:pt x="356940" y="62099"/>
                    <a:pt x="356940" y="62099"/>
                  </a:cubicBezTo>
                  <a:cubicBezTo>
                    <a:pt x="356940" y="62099"/>
                    <a:pt x="355796" y="63545"/>
                    <a:pt x="355056" y="64420"/>
                  </a:cubicBezTo>
                  <a:cubicBezTo>
                    <a:pt x="354349" y="65294"/>
                    <a:pt x="352868" y="65429"/>
                    <a:pt x="351286" y="66573"/>
                  </a:cubicBezTo>
                  <a:cubicBezTo>
                    <a:pt x="349671" y="67750"/>
                    <a:pt x="348392" y="66876"/>
                    <a:pt x="348392" y="66876"/>
                  </a:cubicBezTo>
                  <a:lnTo>
                    <a:pt x="346070" y="65429"/>
                  </a:lnTo>
                  <a:lnTo>
                    <a:pt x="344320" y="61796"/>
                  </a:lnTo>
                  <a:lnTo>
                    <a:pt x="344320" y="60047"/>
                  </a:lnTo>
                  <a:cubicBezTo>
                    <a:pt x="344320" y="60047"/>
                    <a:pt x="342503" y="57288"/>
                    <a:pt x="341931" y="57288"/>
                  </a:cubicBezTo>
                  <a:cubicBezTo>
                    <a:pt x="341358" y="57288"/>
                    <a:pt x="340854" y="58298"/>
                    <a:pt x="340854" y="58298"/>
                  </a:cubicBezTo>
                  <a:cubicBezTo>
                    <a:pt x="340854" y="58298"/>
                    <a:pt x="340854" y="60181"/>
                    <a:pt x="340854" y="60753"/>
                  </a:cubicBezTo>
                  <a:cubicBezTo>
                    <a:pt x="340854" y="61325"/>
                    <a:pt x="338329" y="64823"/>
                    <a:pt x="337892" y="64958"/>
                  </a:cubicBezTo>
                  <a:cubicBezTo>
                    <a:pt x="337454" y="65093"/>
                    <a:pt x="336378" y="65395"/>
                    <a:pt x="336378" y="65395"/>
                  </a:cubicBezTo>
                  <a:cubicBezTo>
                    <a:pt x="336378" y="65395"/>
                    <a:pt x="334627" y="63377"/>
                    <a:pt x="335065" y="63377"/>
                  </a:cubicBezTo>
                  <a:cubicBezTo>
                    <a:pt x="335503" y="63377"/>
                    <a:pt x="332743" y="55976"/>
                    <a:pt x="332743" y="55976"/>
                  </a:cubicBezTo>
                  <a:lnTo>
                    <a:pt x="327829" y="51906"/>
                  </a:lnTo>
                  <a:lnTo>
                    <a:pt x="324363" y="49316"/>
                  </a:lnTo>
                  <a:lnTo>
                    <a:pt x="322343" y="43530"/>
                  </a:lnTo>
                  <a:lnTo>
                    <a:pt x="315377" y="41209"/>
                  </a:lnTo>
                  <a:cubicBezTo>
                    <a:pt x="315377" y="41209"/>
                    <a:pt x="309589" y="36263"/>
                    <a:pt x="308714" y="35994"/>
                  </a:cubicBezTo>
                  <a:cubicBezTo>
                    <a:pt x="307839" y="35692"/>
                    <a:pt x="305247" y="34817"/>
                    <a:pt x="305247" y="34817"/>
                  </a:cubicBezTo>
                  <a:cubicBezTo>
                    <a:pt x="305247" y="34817"/>
                    <a:pt x="299728" y="31049"/>
                    <a:pt x="298886" y="30747"/>
                  </a:cubicBezTo>
                  <a:cubicBezTo>
                    <a:pt x="298011" y="30478"/>
                    <a:pt x="294545" y="28728"/>
                    <a:pt x="294545" y="28728"/>
                  </a:cubicBezTo>
                  <a:lnTo>
                    <a:pt x="291348" y="26104"/>
                  </a:lnTo>
                  <a:cubicBezTo>
                    <a:pt x="291348" y="26104"/>
                    <a:pt x="289598" y="26104"/>
                    <a:pt x="288454" y="26104"/>
                  </a:cubicBezTo>
                  <a:cubicBezTo>
                    <a:pt x="287309" y="26104"/>
                    <a:pt x="282665" y="26542"/>
                    <a:pt x="281790" y="26811"/>
                  </a:cubicBezTo>
                  <a:cubicBezTo>
                    <a:pt x="280915" y="27114"/>
                    <a:pt x="276876" y="27820"/>
                    <a:pt x="275698" y="27820"/>
                  </a:cubicBezTo>
                  <a:cubicBezTo>
                    <a:pt x="274554" y="27820"/>
                    <a:pt x="271357" y="27820"/>
                    <a:pt x="270179" y="27820"/>
                  </a:cubicBezTo>
                  <a:cubicBezTo>
                    <a:pt x="269035" y="27820"/>
                    <a:pt x="265838" y="28257"/>
                    <a:pt x="265838" y="28257"/>
                  </a:cubicBezTo>
                  <a:lnTo>
                    <a:pt x="257727" y="25230"/>
                  </a:lnTo>
                  <a:lnTo>
                    <a:pt x="255977" y="22337"/>
                  </a:lnTo>
                  <a:lnTo>
                    <a:pt x="252780" y="20890"/>
                  </a:lnTo>
                  <a:lnTo>
                    <a:pt x="246419" y="19141"/>
                  </a:lnTo>
                  <a:lnTo>
                    <a:pt x="239149" y="15945"/>
                  </a:lnTo>
                  <a:lnTo>
                    <a:pt x="235380" y="13927"/>
                  </a:lnTo>
                  <a:lnTo>
                    <a:pt x="231039" y="10159"/>
                  </a:lnTo>
                  <a:lnTo>
                    <a:pt x="226967" y="12178"/>
                  </a:lnTo>
                  <a:lnTo>
                    <a:pt x="218856" y="14499"/>
                  </a:lnTo>
                  <a:lnTo>
                    <a:pt x="213067" y="15945"/>
                  </a:lnTo>
                  <a:lnTo>
                    <a:pt x="209601" y="13052"/>
                  </a:lnTo>
                  <a:lnTo>
                    <a:pt x="207279" y="8107"/>
                  </a:lnTo>
                  <a:cubicBezTo>
                    <a:pt x="207279" y="8107"/>
                    <a:pt x="204956" y="2018"/>
                    <a:pt x="204081" y="1446"/>
                  </a:cubicBezTo>
                  <a:cubicBezTo>
                    <a:pt x="203206" y="875"/>
                    <a:pt x="200884" y="0"/>
                    <a:pt x="200884" y="0"/>
                  </a:cubicBezTo>
                  <a:lnTo>
                    <a:pt x="199437" y="0"/>
                  </a:lnTo>
                  <a:cubicBezTo>
                    <a:pt x="199437" y="0"/>
                    <a:pt x="197115" y="2590"/>
                    <a:pt x="196812" y="3465"/>
                  </a:cubicBezTo>
                  <a:cubicBezTo>
                    <a:pt x="196543" y="4339"/>
                    <a:pt x="195062" y="4911"/>
                    <a:pt x="194490" y="6661"/>
                  </a:cubicBezTo>
                  <a:cubicBezTo>
                    <a:pt x="193918" y="8410"/>
                    <a:pt x="193043" y="8982"/>
                    <a:pt x="190720" y="9789"/>
                  </a:cubicBezTo>
                  <a:cubicBezTo>
                    <a:pt x="188398" y="10596"/>
                    <a:pt x="187523" y="10159"/>
                    <a:pt x="184057" y="10025"/>
                  </a:cubicBezTo>
                  <a:cubicBezTo>
                    <a:pt x="180590" y="9890"/>
                    <a:pt x="180860" y="9587"/>
                    <a:pt x="179716" y="10025"/>
                  </a:cubicBezTo>
                  <a:cubicBezTo>
                    <a:pt x="178571" y="10462"/>
                    <a:pt x="178268" y="10025"/>
                    <a:pt x="178268" y="10025"/>
                  </a:cubicBezTo>
                  <a:lnTo>
                    <a:pt x="170730" y="10159"/>
                  </a:lnTo>
                  <a:cubicBezTo>
                    <a:pt x="170730" y="10159"/>
                    <a:pt x="167533" y="9856"/>
                    <a:pt x="166388" y="10159"/>
                  </a:cubicBezTo>
                  <a:cubicBezTo>
                    <a:pt x="165244" y="10428"/>
                    <a:pt x="165210" y="11034"/>
                    <a:pt x="165210" y="12178"/>
                  </a:cubicBezTo>
                  <a:cubicBezTo>
                    <a:pt x="165210" y="13321"/>
                    <a:pt x="165210" y="16248"/>
                    <a:pt x="165513" y="17963"/>
                  </a:cubicBezTo>
                  <a:cubicBezTo>
                    <a:pt x="165783" y="19713"/>
                    <a:pt x="165513" y="21159"/>
                    <a:pt x="165210" y="22606"/>
                  </a:cubicBezTo>
                  <a:cubicBezTo>
                    <a:pt x="164907" y="24052"/>
                    <a:pt x="164638" y="24624"/>
                    <a:pt x="164638" y="25499"/>
                  </a:cubicBezTo>
                  <a:cubicBezTo>
                    <a:pt x="164638" y="26373"/>
                    <a:pt x="166085" y="28392"/>
                    <a:pt x="166658" y="29569"/>
                  </a:cubicBezTo>
                  <a:cubicBezTo>
                    <a:pt x="167230" y="30713"/>
                    <a:pt x="168105" y="31016"/>
                    <a:pt x="168980" y="32462"/>
                  </a:cubicBezTo>
                  <a:cubicBezTo>
                    <a:pt x="169855" y="33909"/>
                    <a:pt x="170999" y="32462"/>
                    <a:pt x="170999" y="32462"/>
                  </a:cubicBezTo>
                  <a:lnTo>
                    <a:pt x="174465" y="34783"/>
                  </a:lnTo>
                  <a:lnTo>
                    <a:pt x="177662" y="36230"/>
                  </a:lnTo>
                  <a:lnTo>
                    <a:pt x="179413" y="37407"/>
                  </a:lnTo>
                  <a:lnTo>
                    <a:pt x="180860" y="39157"/>
                  </a:lnTo>
                  <a:cubicBezTo>
                    <a:pt x="180860" y="39157"/>
                    <a:pt x="180860" y="42050"/>
                    <a:pt x="180860" y="43126"/>
                  </a:cubicBezTo>
                  <a:cubicBezTo>
                    <a:pt x="180860" y="44169"/>
                    <a:pt x="177662" y="46120"/>
                    <a:pt x="177662" y="46120"/>
                  </a:cubicBezTo>
                  <a:lnTo>
                    <a:pt x="174196" y="48441"/>
                  </a:lnTo>
                  <a:lnTo>
                    <a:pt x="168677" y="51334"/>
                  </a:lnTo>
                  <a:lnTo>
                    <a:pt x="166085" y="56245"/>
                  </a:lnTo>
                  <a:cubicBezTo>
                    <a:pt x="166085" y="56245"/>
                    <a:pt x="159422" y="61191"/>
                    <a:pt x="158547" y="61191"/>
                  </a:cubicBezTo>
                  <a:cubicBezTo>
                    <a:pt x="157672" y="61191"/>
                    <a:pt x="153330" y="58869"/>
                    <a:pt x="153330" y="58869"/>
                  </a:cubicBezTo>
                  <a:lnTo>
                    <a:pt x="150705" y="55102"/>
                  </a:lnTo>
                  <a:cubicBezTo>
                    <a:pt x="150705" y="55102"/>
                    <a:pt x="149258" y="52209"/>
                    <a:pt x="148080" y="51906"/>
                  </a:cubicBezTo>
                  <a:cubicBezTo>
                    <a:pt x="146936" y="51637"/>
                    <a:pt x="144311" y="49013"/>
                    <a:pt x="144311" y="49013"/>
                  </a:cubicBezTo>
                  <a:cubicBezTo>
                    <a:pt x="144311" y="49013"/>
                    <a:pt x="144311" y="49013"/>
                    <a:pt x="142292" y="47869"/>
                  </a:cubicBezTo>
                  <a:cubicBezTo>
                    <a:pt x="140239" y="46726"/>
                    <a:pt x="138522" y="45245"/>
                    <a:pt x="138522" y="45245"/>
                  </a:cubicBezTo>
                  <a:lnTo>
                    <a:pt x="130681" y="44673"/>
                  </a:lnTo>
                  <a:cubicBezTo>
                    <a:pt x="130681" y="44673"/>
                    <a:pt x="126339" y="44371"/>
                    <a:pt x="125161" y="44371"/>
                  </a:cubicBezTo>
                  <a:cubicBezTo>
                    <a:pt x="124017" y="44371"/>
                    <a:pt x="121392" y="44371"/>
                    <a:pt x="119642" y="43496"/>
                  </a:cubicBezTo>
                  <a:cubicBezTo>
                    <a:pt x="117892" y="42621"/>
                    <a:pt x="115570" y="43496"/>
                    <a:pt x="115570" y="43496"/>
                  </a:cubicBezTo>
                  <a:lnTo>
                    <a:pt x="110353" y="43496"/>
                  </a:lnTo>
                  <a:lnTo>
                    <a:pt x="107459" y="43496"/>
                  </a:lnTo>
                  <a:cubicBezTo>
                    <a:pt x="107459" y="43496"/>
                    <a:pt x="101368" y="47129"/>
                    <a:pt x="100493" y="47701"/>
                  </a:cubicBezTo>
                  <a:cubicBezTo>
                    <a:pt x="99617" y="48273"/>
                    <a:pt x="99315" y="49282"/>
                    <a:pt x="98473" y="50157"/>
                  </a:cubicBezTo>
                  <a:cubicBezTo>
                    <a:pt x="97598" y="51031"/>
                    <a:pt x="95848" y="52175"/>
                    <a:pt x="94704" y="52478"/>
                  </a:cubicBezTo>
                  <a:cubicBezTo>
                    <a:pt x="93560" y="52781"/>
                    <a:pt x="92113" y="55674"/>
                    <a:pt x="92113" y="55674"/>
                  </a:cubicBezTo>
                  <a:cubicBezTo>
                    <a:pt x="92113" y="55674"/>
                    <a:pt x="89790" y="58264"/>
                    <a:pt x="87771" y="58567"/>
                  </a:cubicBezTo>
                  <a:cubicBezTo>
                    <a:pt x="85752" y="58869"/>
                    <a:pt x="87771" y="58567"/>
                    <a:pt x="84305" y="58567"/>
                  </a:cubicBezTo>
                  <a:cubicBezTo>
                    <a:pt x="80805" y="58567"/>
                    <a:pt x="80805" y="58264"/>
                    <a:pt x="79358" y="58264"/>
                  </a:cubicBezTo>
                  <a:cubicBezTo>
                    <a:pt x="77910" y="58264"/>
                    <a:pt x="77338" y="55674"/>
                    <a:pt x="77338" y="55674"/>
                  </a:cubicBezTo>
                  <a:lnTo>
                    <a:pt x="70372" y="55674"/>
                  </a:lnTo>
                  <a:lnTo>
                    <a:pt x="70675" y="60316"/>
                  </a:lnTo>
                  <a:lnTo>
                    <a:pt x="71550" y="65227"/>
                  </a:lnTo>
                  <a:cubicBezTo>
                    <a:pt x="71550" y="65227"/>
                    <a:pt x="70405" y="68120"/>
                    <a:pt x="70405" y="69298"/>
                  </a:cubicBezTo>
                  <a:cubicBezTo>
                    <a:pt x="70405" y="70441"/>
                    <a:pt x="68958" y="71047"/>
                    <a:pt x="67511" y="72493"/>
                  </a:cubicBezTo>
                  <a:cubicBezTo>
                    <a:pt x="66064" y="73940"/>
                    <a:pt x="63170" y="74243"/>
                    <a:pt x="62295" y="74512"/>
                  </a:cubicBezTo>
                  <a:cubicBezTo>
                    <a:pt x="61420" y="74815"/>
                    <a:pt x="60275" y="77977"/>
                    <a:pt x="60275" y="77977"/>
                  </a:cubicBezTo>
                  <a:cubicBezTo>
                    <a:pt x="60275" y="77977"/>
                    <a:pt x="59400" y="82619"/>
                    <a:pt x="59131" y="86084"/>
                  </a:cubicBezTo>
                  <a:cubicBezTo>
                    <a:pt x="58828" y="89549"/>
                    <a:pt x="58256" y="90726"/>
                    <a:pt x="57684" y="91601"/>
                  </a:cubicBezTo>
                  <a:cubicBezTo>
                    <a:pt x="57112" y="92475"/>
                    <a:pt x="55665" y="93922"/>
                    <a:pt x="54217" y="96512"/>
                  </a:cubicBezTo>
                  <a:cubicBezTo>
                    <a:pt x="52770" y="99136"/>
                    <a:pt x="51895" y="98530"/>
                    <a:pt x="50145" y="100582"/>
                  </a:cubicBezTo>
                  <a:cubicBezTo>
                    <a:pt x="48395" y="102601"/>
                    <a:pt x="48395" y="104922"/>
                    <a:pt x="47823" y="106099"/>
                  </a:cubicBezTo>
                  <a:cubicBezTo>
                    <a:pt x="47251" y="107243"/>
                    <a:pt x="46073" y="109867"/>
                    <a:pt x="45804" y="111011"/>
                  </a:cubicBezTo>
                  <a:cubicBezTo>
                    <a:pt x="45501" y="112188"/>
                    <a:pt x="44626" y="115653"/>
                    <a:pt x="44626" y="115653"/>
                  </a:cubicBezTo>
                  <a:lnTo>
                    <a:pt x="46376" y="121742"/>
                  </a:lnTo>
                  <a:lnTo>
                    <a:pt x="49876" y="125812"/>
                  </a:lnTo>
                  <a:lnTo>
                    <a:pt x="50448" y="132473"/>
                  </a:lnTo>
                  <a:cubicBezTo>
                    <a:pt x="50448" y="132473"/>
                    <a:pt x="47857" y="135938"/>
                    <a:pt x="46679" y="137990"/>
                  </a:cubicBezTo>
                  <a:cubicBezTo>
                    <a:pt x="45535" y="140008"/>
                    <a:pt x="44087" y="142632"/>
                    <a:pt x="44087" y="142632"/>
                  </a:cubicBezTo>
                  <a:lnTo>
                    <a:pt x="43515" y="145222"/>
                  </a:lnTo>
                  <a:lnTo>
                    <a:pt x="43515" y="149293"/>
                  </a:lnTo>
                  <a:lnTo>
                    <a:pt x="44087" y="152489"/>
                  </a:lnTo>
                  <a:lnTo>
                    <a:pt x="47285" y="155381"/>
                  </a:lnTo>
                  <a:lnTo>
                    <a:pt x="49304" y="156525"/>
                  </a:lnTo>
                  <a:lnTo>
                    <a:pt x="49001" y="160865"/>
                  </a:lnTo>
                  <a:lnTo>
                    <a:pt x="48429" y="163758"/>
                  </a:lnTo>
                  <a:cubicBezTo>
                    <a:pt x="48429" y="163758"/>
                    <a:pt x="46679" y="164901"/>
                    <a:pt x="45804" y="165776"/>
                  </a:cubicBezTo>
                  <a:cubicBezTo>
                    <a:pt x="44929" y="166651"/>
                    <a:pt x="44054" y="166954"/>
                    <a:pt x="43482" y="168097"/>
                  </a:cubicBezTo>
                  <a:cubicBezTo>
                    <a:pt x="42910" y="169241"/>
                    <a:pt x="40015" y="169544"/>
                    <a:pt x="40015" y="169544"/>
                  </a:cubicBezTo>
                  <a:cubicBezTo>
                    <a:pt x="40015" y="169544"/>
                    <a:pt x="40015" y="171293"/>
                    <a:pt x="40015" y="172168"/>
                  </a:cubicBezTo>
                  <a:cubicBezTo>
                    <a:pt x="40015" y="173042"/>
                    <a:pt x="42338" y="175061"/>
                    <a:pt x="42338" y="175061"/>
                  </a:cubicBezTo>
                  <a:cubicBezTo>
                    <a:pt x="42338" y="175061"/>
                    <a:pt x="44660" y="176204"/>
                    <a:pt x="46107" y="176507"/>
                  </a:cubicBezTo>
                  <a:cubicBezTo>
                    <a:pt x="47554" y="176810"/>
                    <a:pt x="48732" y="176507"/>
                    <a:pt x="48732" y="176507"/>
                  </a:cubicBezTo>
                  <a:lnTo>
                    <a:pt x="48732" y="178526"/>
                  </a:lnTo>
                  <a:cubicBezTo>
                    <a:pt x="48732" y="178526"/>
                    <a:pt x="48867" y="180847"/>
                    <a:pt x="48597" y="181990"/>
                  </a:cubicBezTo>
                  <a:cubicBezTo>
                    <a:pt x="48294" y="183134"/>
                    <a:pt x="48463" y="184311"/>
                    <a:pt x="48160" y="185455"/>
                  </a:cubicBezTo>
                  <a:cubicBezTo>
                    <a:pt x="47890" y="186599"/>
                    <a:pt x="47016" y="187776"/>
                    <a:pt x="47016" y="187776"/>
                  </a:cubicBezTo>
                  <a:lnTo>
                    <a:pt x="46443" y="191544"/>
                  </a:lnTo>
                  <a:cubicBezTo>
                    <a:pt x="46443" y="191544"/>
                    <a:pt x="47016" y="194740"/>
                    <a:pt x="47318" y="197633"/>
                  </a:cubicBezTo>
                  <a:cubicBezTo>
                    <a:pt x="47621" y="200526"/>
                    <a:pt x="46174" y="199954"/>
                    <a:pt x="45871" y="202847"/>
                  </a:cubicBezTo>
                  <a:cubicBezTo>
                    <a:pt x="45568" y="205740"/>
                    <a:pt x="46443" y="206917"/>
                    <a:pt x="46746" y="209508"/>
                  </a:cubicBezTo>
                  <a:cubicBezTo>
                    <a:pt x="47049" y="212098"/>
                    <a:pt x="47621" y="211257"/>
                    <a:pt x="47890" y="214150"/>
                  </a:cubicBezTo>
                  <a:cubicBezTo>
                    <a:pt x="48193" y="217043"/>
                    <a:pt x="52535" y="217917"/>
                    <a:pt x="52535" y="217917"/>
                  </a:cubicBezTo>
                  <a:cubicBezTo>
                    <a:pt x="52535" y="217917"/>
                    <a:pt x="52535" y="217917"/>
                    <a:pt x="53107" y="219095"/>
                  </a:cubicBezTo>
                  <a:cubicBezTo>
                    <a:pt x="53679" y="220239"/>
                    <a:pt x="54251" y="222291"/>
                    <a:pt x="54251" y="223434"/>
                  </a:cubicBezTo>
                  <a:cubicBezTo>
                    <a:pt x="54251" y="224578"/>
                    <a:pt x="52501" y="225453"/>
                    <a:pt x="52501" y="227774"/>
                  </a:cubicBezTo>
                  <a:cubicBezTo>
                    <a:pt x="52501" y="230095"/>
                    <a:pt x="50751" y="230095"/>
                    <a:pt x="49607" y="232416"/>
                  </a:cubicBezTo>
                  <a:cubicBezTo>
                    <a:pt x="48463" y="234737"/>
                    <a:pt x="49910" y="234737"/>
                    <a:pt x="50751" y="235612"/>
                  </a:cubicBezTo>
                  <a:cubicBezTo>
                    <a:pt x="51626" y="236487"/>
                    <a:pt x="52770" y="238808"/>
                    <a:pt x="52770" y="241970"/>
                  </a:cubicBezTo>
                  <a:cubicBezTo>
                    <a:pt x="52770" y="245166"/>
                    <a:pt x="52198" y="243988"/>
                    <a:pt x="51020" y="245737"/>
                  </a:cubicBezTo>
                  <a:cubicBezTo>
                    <a:pt x="49876" y="247487"/>
                    <a:pt x="51020" y="245737"/>
                    <a:pt x="50448" y="246881"/>
                  </a:cubicBezTo>
                  <a:cubicBezTo>
                    <a:pt x="49876" y="248059"/>
                    <a:pt x="48698" y="249774"/>
                    <a:pt x="49001" y="250649"/>
                  </a:cubicBezTo>
                  <a:cubicBezTo>
                    <a:pt x="49304" y="251523"/>
                    <a:pt x="50145" y="252398"/>
                    <a:pt x="51323" y="254114"/>
                  </a:cubicBezTo>
                  <a:cubicBezTo>
                    <a:pt x="52468" y="255863"/>
                    <a:pt x="51323" y="258184"/>
                    <a:pt x="51054" y="259025"/>
                  </a:cubicBezTo>
                  <a:cubicBezTo>
                    <a:pt x="50751" y="259900"/>
                    <a:pt x="50751" y="263936"/>
                    <a:pt x="50751" y="265114"/>
                  </a:cubicBezTo>
                  <a:cubicBezTo>
                    <a:pt x="50751" y="266291"/>
                    <a:pt x="52501" y="269184"/>
                    <a:pt x="52501" y="270328"/>
                  </a:cubicBezTo>
                  <a:cubicBezTo>
                    <a:pt x="52501" y="271472"/>
                    <a:pt x="54251" y="273524"/>
                    <a:pt x="55126" y="274668"/>
                  </a:cubicBezTo>
                  <a:cubicBezTo>
                    <a:pt x="56001" y="275845"/>
                    <a:pt x="57718" y="276686"/>
                    <a:pt x="57718" y="276686"/>
                  </a:cubicBezTo>
                  <a:lnTo>
                    <a:pt x="62059" y="282203"/>
                  </a:lnTo>
                  <a:lnTo>
                    <a:pt x="64381" y="285399"/>
                  </a:lnTo>
                  <a:lnTo>
                    <a:pt x="64078" y="291185"/>
                  </a:lnTo>
                  <a:cubicBezTo>
                    <a:pt x="64078" y="291185"/>
                    <a:pt x="63775" y="294649"/>
                    <a:pt x="63775" y="296971"/>
                  </a:cubicBezTo>
                  <a:cubicBezTo>
                    <a:pt x="63775" y="299292"/>
                    <a:pt x="62597" y="300166"/>
                    <a:pt x="62597" y="300166"/>
                  </a:cubicBezTo>
                  <a:cubicBezTo>
                    <a:pt x="62597" y="300166"/>
                    <a:pt x="61723" y="302185"/>
                    <a:pt x="60881" y="302488"/>
                  </a:cubicBezTo>
                  <a:cubicBezTo>
                    <a:pt x="60006" y="302790"/>
                    <a:pt x="56809" y="304506"/>
                    <a:pt x="55665" y="304809"/>
                  </a:cubicBezTo>
                  <a:cubicBezTo>
                    <a:pt x="54520" y="305112"/>
                    <a:pt x="53915" y="306558"/>
                    <a:pt x="51626" y="307130"/>
                  </a:cubicBezTo>
                  <a:cubicBezTo>
                    <a:pt x="49304" y="307702"/>
                    <a:pt x="50179" y="308274"/>
                    <a:pt x="49001" y="308576"/>
                  </a:cubicBezTo>
                  <a:cubicBezTo>
                    <a:pt x="47857" y="308879"/>
                    <a:pt x="45232" y="310326"/>
                    <a:pt x="44087" y="311200"/>
                  </a:cubicBezTo>
                  <a:cubicBezTo>
                    <a:pt x="42910" y="312075"/>
                    <a:pt x="40890" y="311200"/>
                    <a:pt x="40890" y="311200"/>
                  </a:cubicBezTo>
                  <a:cubicBezTo>
                    <a:pt x="40890" y="311200"/>
                    <a:pt x="38265" y="311200"/>
                    <a:pt x="36381" y="311200"/>
                  </a:cubicBezTo>
                  <a:cubicBezTo>
                    <a:pt x="34496" y="311200"/>
                    <a:pt x="35068" y="312647"/>
                    <a:pt x="34193" y="312647"/>
                  </a:cubicBezTo>
                  <a:cubicBezTo>
                    <a:pt x="33318" y="312647"/>
                    <a:pt x="32443" y="315271"/>
                    <a:pt x="31568" y="316112"/>
                  </a:cubicBezTo>
                  <a:cubicBezTo>
                    <a:pt x="30693" y="316986"/>
                    <a:pt x="30121" y="319307"/>
                    <a:pt x="30121" y="320451"/>
                  </a:cubicBezTo>
                  <a:cubicBezTo>
                    <a:pt x="30121" y="321595"/>
                    <a:pt x="29852" y="323344"/>
                    <a:pt x="29852" y="324521"/>
                  </a:cubicBezTo>
                  <a:cubicBezTo>
                    <a:pt x="29852" y="325665"/>
                    <a:pt x="28404" y="325968"/>
                    <a:pt x="28404" y="325968"/>
                  </a:cubicBezTo>
                  <a:lnTo>
                    <a:pt x="25510" y="327145"/>
                  </a:lnTo>
                  <a:cubicBezTo>
                    <a:pt x="25510" y="327145"/>
                    <a:pt x="21741" y="328592"/>
                    <a:pt x="20597" y="328895"/>
                  </a:cubicBezTo>
                  <a:cubicBezTo>
                    <a:pt x="19419" y="329197"/>
                    <a:pt x="18846" y="330341"/>
                    <a:pt x="18846" y="330341"/>
                  </a:cubicBezTo>
                  <a:lnTo>
                    <a:pt x="17097" y="332931"/>
                  </a:lnTo>
                  <a:lnTo>
                    <a:pt x="15952" y="335253"/>
                  </a:lnTo>
                  <a:lnTo>
                    <a:pt x="9861" y="340769"/>
                  </a:lnTo>
                  <a:cubicBezTo>
                    <a:pt x="9861" y="340769"/>
                    <a:pt x="6664" y="343662"/>
                    <a:pt x="5789" y="344840"/>
                  </a:cubicBezTo>
                  <a:cubicBezTo>
                    <a:pt x="4914" y="345984"/>
                    <a:pt x="2591" y="347430"/>
                    <a:pt x="2591" y="347430"/>
                  </a:cubicBezTo>
                  <a:lnTo>
                    <a:pt x="0" y="350323"/>
                  </a:lnTo>
                  <a:lnTo>
                    <a:pt x="0" y="354393"/>
                  </a:lnTo>
                  <a:lnTo>
                    <a:pt x="7842" y="352947"/>
                  </a:lnTo>
                  <a:lnTo>
                    <a:pt x="14202" y="351803"/>
                  </a:lnTo>
                  <a:lnTo>
                    <a:pt x="15952" y="351231"/>
                  </a:lnTo>
                  <a:lnTo>
                    <a:pt x="22616" y="349482"/>
                  </a:lnTo>
                  <a:lnTo>
                    <a:pt x="27260" y="346286"/>
                  </a:lnTo>
                  <a:lnTo>
                    <a:pt x="30155" y="345412"/>
                  </a:lnTo>
                  <a:lnTo>
                    <a:pt x="33049" y="345109"/>
                  </a:lnTo>
                  <a:lnTo>
                    <a:pt x="33049" y="346858"/>
                  </a:lnTo>
                  <a:lnTo>
                    <a:pt x="34933" y="349179"/>
                  </a:lnTo>
                  <a:lnTo>
                    <a:pt x="38837" y="348608"/>
                  </a:lnTo>
                  <a:lnTo>
                    <a:pt x="41159" y="346286"/>
                  </a:lnTo>
                  <a:lnTo>
                    <a:pt x="43482" y="343091"/>
                  </a:lnTo>
                  <a:lnTo>
                    <a:pt x="46039" y="342519"/>
                  </a:lnTo>
                  <a:lnTo>
                    <a:pt x="53040" y="340769"/>
                  </a:lnTo>
                  <a:lnTo>
                    <a:pt x="57381" y="340769"/>
                  </a:lnTo>
                  <a:lnTo>
                    <a:pt x="63775" y="344403"/>
                  </a:lnTo>
                  <a:lnTo>
                    <a:pt x="63203" y="349179"/>
                  </a:lnTo>
                  <a:lnTo>
                    <a:pt x="66670" y="353519"/>
                  </a:lnTo>
                  <a:lnTo>
                    <a:pt x="71011" y="357286"/>
                  </a:lnTo>
                  <a:lnTo>
                    <a:pt x="72761" y="361626"/>
                  </a:lnTo>
                  <a:lnTo>
                    <a:pt x="70439" y="365091"/>
                  </a:lnTo>
                  <a:lnTo>
                    <a:pt x="69295" y="365091"/>
                  </a:lnTo>
                  <a:lnTo>
                    <a:pt x="65223" y="367984"/>
                  </a:lnTo>
                  <a:cubicBezTo>
                    <a:pt x="65223" y="367984"/>
                    <a:pt x="64348" y="369699"/>
                    <a:pt x="63472" y="371449"/>
                  </a:cubicBezTo>
                  <a:cubicBezTo>
                    <a:pt x="62597" y="373198"/>
                    <a:pt x="63472" y="373770"/>
                    <a:pt x="63472" y="373770"/>
                  </a:cubicBezTo>
                  <a:lnTo>
                    <a:pt x="64920" y="373770"/>
                  </a:lnTo>
                  <a:lnTo>
                    <a:pt x="69564" y="375082"/>
                  </a:lnTo>
                  <a:lnTo>
                    <a:pt x="72761" y="377538"/>
                  </a:lnTo>
                  <a:lnTo>
                    <a:pt x="71011" y="381608"/>
                  </a:lnTo>
                  <a:cubicBezTo>
                    <a:pt x="71011" y="381608"/>
                    <a:pt x="66939" y="384804"/>
                    <a:pt x="64348" y="386250"/>
                  </a:cubicBezTo>
                  <a:cubicBezTo>
                    <a:pt x="61723" y="387697"/>
                    <a:pt x="60881" y="387697"/>
                    <a:pt x="60881" y="387697"/>
                  </a:cubicBezTo>
                  <a:lnTo>
                    <a:pt x="56943" y="388840"/>
                  </a:lnTo>
                  <a:lnTo>
                    <a:pt x="49876" y="392305"/>
                  </a:lnTo>
                  <a:lnTo>
                    <a:pt x="46073" y="396073"/>
                  </a:lnTo>
                  <a:cubicBezTo>
                    <a:pt x="46073" y="396073"/>
                    <a:pt x="46982" y="398394"/>
                    <a:pt x="48429" y="398697"/>
                  </a:cubicBezTo>
                  <a:cubicBezTo>
                    <a:pt x="49876" y="399000"/>
                    <a:pt x="52198" y="401590"/>
                    <a:pt x="52198" y="401590"/>
                  </a:cubicBezTo>
                  <a:cubicBezTo>
                    <a:pt x="52198" y="401590"/>
                    <a:pt x="54823" y="407107"/>
                    <a:pt x="56977" y="408251"/>
                  </a:cubicBezTo>
                  <a:cubicBezTo>
                    <a:pt x="59131" y="409394"/>
                    <a:pt x="55968" y="410000"/>
                    <a:pt x="56977" y="411144"/>
                  </a:cubicBezTo>
                  <a:cubicBezTo>
                    <a:pt x="57953" y="412287"/>
                    <a:pt x="55126" y="416930"/>
                    <a:pt x="55126" y="416930"/>
                  </a:cubicBezTo>
                  <a:lnTo>
                    <a:pt x="51929" y="421269"/>
                  </a:lnTo>
                  <a:lnTo>
                    <a:pt x="48463" y="426181"/>
                  </a:lnTo>
                  <a:lnTo>
                    <a:pt x="46107" y="431966"/>
                  </a:lnTo>
                  <a:cubicBezTo>
                    <a:pt x="46107" y="431966"/>
                    <a:pt x="46443" y="436878"/>
                    <a:pt x="46141" y="439771"/>
                  </a:cubicBezTo>
                  <a:cubicBezTo>
                    <a:pt x="45838" y="442664"/>
                    <a:pt x="47588" y="442361"/>
                    <a:pt x="47588" y="442361"/>
                  </a:cubicBezTo>
                  <a:cubicBezTo>
                    <a:pt x="47588" y="442361"/>
                    <a:pt x="51660" y="446431"/>
                    <a:pt x="52501" y="446129"/>
                  </a:cubicBezTo>
                  <a:cubicBezTo>
                    <a:pt x="53376" y="445826"/>
                    <a:pt x="55126" y="442933"/>
                    <a:pt x="55126" y="442933"/>
                  </a:cubicBezTo>
                  <a:lnTo>
                    <a:pt x="58323" y="439737"/>
                  </a:lnTo>
                  <a:lnTo>
                    <a:pt x="63102" y="439737"/>
                  </a:lnTo>
                  <a:lnTo>
                    <a:pt x="65862" y="442496"/>
                  </a:lnTo>
                  <a:cubicBezTo>
                    <a:pt x="65862" y="442496"/>
                    <a:pt x="59771" y="445826"/>
                    <a:pt x="59501" y="446701"/>
                  </a:cubicBezTo>
                  <a:cubicBezTo>
                    <a:pt x="59199" y="447575"/>
                    <a:pt x="58357" y="450737"/>
                    <a:pt x="58357" y="450737"/>
                  </a:cubicBezTo>
                  <a:lnTo>
                    <a:pt x="65896" y="454808"/>
                  </a:lnTo>
                  <a:lnTo>
                    <a:pt x="67915" y="461468"/>
                  </a:lnTo>
                  <a:lnTo>
                    <a:pt x="67915" y="467389"/>
                  </a:lnTo>
                  <a:cubicBezTo>
                    <a:pt x="69261" y="467322"/>
                    <a:pt x="71550" y="467557"/>
                    <a:pt x="71550" y="467557"/>
                  </a:cubicBezTo>
                  <a:lnTo>
                    <a:pt x="72425" y="470316"/>
                  </a:lnTo>
                  <a:lnTo>
                    <a:pt x="74881" y="471190"/>
                  </a:lnTo>
                  <a:cubicBezTo>
                    <a:pt x="74881" y="471190"/>
                    <a:pt x="78079" y="471325"/>
                    <a:pt x="79391" y="471056"/>
                  </a:cubicBezTo>
                  <a:cubicBezTo>
                    <a:pt x="80704" y="470753"/>
                    <a:pt x="83161" y="469037"/>
                    <a:pt x="83733" y="468869"/>
                  </a:cubicBezTo>
                  <a:cubicBezTo>
                    <a:pt x="84305" y="468735"/>
                    <a:pt x="86358" y="471056"/>
                    <a:pt x="86358" y="471056"/>
                  </a:cubicBezTo>
                  <a:lnTo>
                    <a:pt x="91877" y="473242"/>
                  </a:lnTo>
                  <a:lnTo>
                    <a:pt x="92752" y="476573"/>
                  </a:lnTo>
                  <a:cubicBezTo>
                    <a:pt x="92752" y="476573"/>
                    <a:pt x="88276" y="480340"/>
                    <a:pt x="87838" y="480475"/>
                  </a:cubicBezTo>
                  <a:cubicBezTo>
                    <a:pt x="87401" y="480609"/>
                    <a:pt x="85954" y="483233"/>
                    <a:pt x="85954" y="483233"/>
                  </a:cubicBezTo>
                  <a:cubicBezTo>
                    <a:pt x="85954" y="483233"/>
                    <a:pt x="88141" y="486866"/>
                    <a:pt x="88713" y="486866"/>
                  </a:cubicBezTo>
                  <a:cubicBezTo>
                    <a:pt x="89286" y="486866"/>
                    <a:pt x="93358" y="488178"/>
                    <a:pt x="95074" y="488178"/>
                  </a:cubicBezTo>
                  <a:cubicBezTo>
                    <a:pt x="96824" y="488178"/>
                    <a:pt x="99584" y="488178"/>
                    <a:pt x="100156" y="487741"/>
                  </a:cubicBezTo>
                  <a:cubicBezTo>
                    <a:pt x="100728" y="487304"/>
                    <a:pt x="101738" y="487876"/>
                    <a:pt x="102343" y="486866"/>
                  </a:cubicBezTo>
                  <a:cubicBezTo>
                    <a:pt x="102848" y="485992"/>
                    <a:pt x="103656" y="484377"/>
                    <a:pt x="103892" y="483940"/>
                  </a:cubicBezTo>
                  <a:cubicBezTo>
                    <a:pt x="103791" y="483872"/>
                    <a:pt x="103589" y="483671"/>
                    <a:pt x="103219" y="483233"/>
                  </a:cubicBezTo>
                  <a:cubicBezTo>
                    <a:pt x="102209" y="482090"/>
                    <a:pt x="102041" y="481047"/>
                    <a:pt x="102041" y="481047"/>
                  </a:cubicBezTo>
                  <a:cubicBezTo>
                    <a:pt x="102041" y="481047"/>
                    <a:pt x="102175" y="480609"/>
                    <a:pt x="101771" y="480172"/>
                  </a:cubicBezTo>
                  <a:cubicBezTo>
                    <a:pt x="101401" y="479802"/>
                    <a:pt x="101132" y="476505"/>
                    <a:pt x="101368" y="475530"/>
                  </a:cubicBezTo>
                  <a:cubicBezTo>
                    <a:pt x="101098" y="475799"/>
                    <a:pt x="101233" y="475631"/>
                    <a:pt x="101401" y="475462"/>
                  </a:cubicBezTo>
                  <a:cubicBezTo>
                    <a:pt x="101435" y="475362"/>
                    <a:pt x="101469" y="475294"/>
                    <a:pt x="101502" y="475261"/>
                  </a:cubicBezTo>
                  <a:cubicBezTo>
                    <a:pt x="101671" y="475160"/>
                    <a:pt x="101536" y="475328"/>
                    <a:pt x="101401" y="475462"/>
                  </a:cubicBezTo>
                  <a:cubicBezTo>
                    <a:pt x="101401" y="475496"/>
                    <a:pt x="101368" y="475496"/>
                    <a:pt x="101368" y="475530"/>
                  </a:cubicBezTo>
                  <a:cubicBezTo>
                    <a:pt x="101469" y="475429"/>
                    <a:pt x="101637" y="475261"/>
                    <a:pt x="101940" y="474958"/>
                  </a:cubicBezTo>
                  <a:cubicBezTo>
                    <a:pt x="103522" y="473377"/>
                    <a:pt x="105137" y="471493"/>
                    <a:pt x="105574" y="471056"/>
                  </a:cubicBezTo>
                  <a:cubicBezTo>
                    <a:pt x="106012" y="470618"/>
                    <a:pt x="107156" y="469744"/>
                    <a:pt x="107156" y="469744"/>
                  </a:cubicBezTo>
                  <a:cubicBezTo>
                    <a:pt x="107156" y="469744"/>
                    <a:pt x="108300" y="468936"/>
                    <a:pt x="108166" y="467389"/>
                  </a:cubicBezTo>
                  <a:cubicBezTo>
                    <a:pt x="108031" y="465842"/>
                    <a:pt x="107762" y="462377"/>
                    <a:pt x="108166" y="460930"/>
                  </a:cubicBezTo>
                  <a:cubicBezTo>
                    <a:pt x="108570" y="459484"/>
                    <a:pt x="109310" y="458912"/>
                    <a:pt x="109748" y="458609"/>
                  </a:cubicBezTo>
                  <a:cubicBezTo>
                    <a:pt x="110185" y="458306"/>
                    <a:pt x="114964" y="454135"/>
                    <a:pt x="114964" y="454135"/>
                  </a:cubicBezTo>
                  <a:lnTo>
                    <a:pt x="119743" y="452386"/>
                  </a:lnTo>
                  <a:lnTo>
                    <a:pt x="122065" y="453395"/>
                  </a:lnTo>
                  <a:lnTo>
                    <a:pt x="130613" y="456591"/>
                  </a:lnTo>
                  <a:lnTo>
                    <a:pt x="130613" y="463251"/>
                  </a:lnTo>
                  <a:cubicBezTo>
                    <a:pt x="130613" y="463251"/>
                    <a:pt x="131185" y="467322"/>
                    <a:pt x="131488" y="467759"/>
                  </a:cubicBezTo>
                  <a:cubicBezTo>
                    <a:pt x="131758" y="468196"/>
                    <a:pt x="133373" y="470955"/>
                    <a:pt x="133945" y="470955"/>
                  </a:cubicBezTo>
                  <a:cubicBezTo>
                    <a:pt x="134517" y="470955"/>
                    <a:pt x="139465" y="468499"/>
                    <a:pt x="139465" y="468499"/>
                  </a:cubicBezTo>
                  <a:lnTo>
                    <a:pt x="140609" y="466918"/>
                  </a:lnTo>
                  <a:lnTo>
                    <a:pt x="142494" y="466784"/>
                  </a:lnTo>
                  <a:lnTo>
                    <a:pt x="145960" y="468230"/>
                  </a:lnTo>
                  <a:cubicBezTo>
                    <a:pt x="145960" y="468230"/>
                    <a:pt x="147104" y="469677"/>
                    <a:pt x="147272" y="470114"/>
                  </a:cubicBezTo>
                  <a:cubicBezTo>
                    <a:pt x="147407" y="470551"/>
                    <a:pt x="148013" y="471998"/>
                    <a:pt x="148450" y="472570"/>
                  </a:cubicBezTo>
                  <a:cubicBezTo>
                    <a:pt x="148888" y="473141"/>
                    <a:pt x="149157" y="474891"/>
                    <a:pt x="150335" y="475160"/>
                  </a:cubicBezTo>
                  <a:cubicBezTo>
                    <a:pt x="151513" y="475462"/>
                    <a:pt x="153532" y="474857"/>
                    <a:pt x="153532" y="474857"/>
                  </a:cubicBezTo>
                  <a:cubicBezTo>
                    <a:pt x="153532" y="474857"/>
                    <a:pt x="154979" y="473545"/>
                    <a:pt x="155249" y="472536"/>
                  </a:cubicBezTo>
                  <a:cubicBezTo>
                    <a:pt x="155552" y="471527"/>
                    <a:pt x="156124" y="468028"/>
                    <a:pt x="156124" y="467625"/>
                  </a:cubicBezTo>
                  <a:cubicBezTo>
                    <a:pt x="156124" y="467187"/>
                    <a:pt x="157571" y="465606"/>
                    <a:pt x="157571" y="465169"/>
                  </a:cubicBezTo>
                  <a:cubicBezTo>
                    <a:pt x="157571" y="464731"/>
                    <a:pt x="158143" y="463150"/>
                    <a:pt x="158446" y="461973"/>
                  </a:cubicBezTo>
                  <a:cubicBezTo>
                    <a:pt x="158749" y="460829"/>
                    <a:pt x="159455" y="459652"/>
                    <a:pt x="160027" y="459215"/>
                  </a:cubicBezTo>
                  <a:cubicBezTo>
                    <a:pt x="160600" y="458777"/>
                    <a:pt x="161206" y="457768"/>
                    <a:pt x="161778" y="457465"/>
                  </a:cubicBezTo>
                  <a:cubicBezTo>
                    <a:pt x="162350" y="457163"/>
                    <a:pt x="163225" y="456288"/>
                    <a:pt x="163965" y="456019"/>
                  </a:cubicBezTo>
                  <a:cubicBezTo>
                    <a:pt x="164706" y="455716"/>
                    <a:pt x="164975" y="455716"/>
                    <a:pt x="165850" y="455010"/>
                  </a:cubicBezTo>
                  <a:cubicBezTo>
                    <a:pt x="166725" y="454270"/>
                    <a:pt x="166859" y="452554"/>
                    <a:pt x="168172" y="452386"/>
                  </a:cubicBezTo>
                  <a:cubicBezTo>
                    <a:pt x="169484" y="452251"/>
                    <a:pt x="171235" y="450939"/>
                    <a:pt x="171807" y="450367"/>
                  </a:cubicBezTo>
                  <a:cubicBezTo>
                    <a:pt x="172379" y="449795"/>
                    <a:pt x="175138" y="448214"/>
                    <a:pt x="175273" y="447340"/>
                  </a:cubicBezTo>
                  <a:cubicBezTo>
                    <a:pt x="175408" y="446465"/>
                    <a:pt x="176586" y="445759"/>
                    <a:pt x="176720" y="443875"/>
                  </a:cubicBezTo>
                  <a:cubicBezTo>
                    <a:pt x="176855" y="441991"/>
                    <a:pt x="177595" y="439098"/>
                    <a:pt x="177595" y="439098"/>
                  </a:cubicBezTo>
                  <a:lnTo>
                    <a:pt x="185571" y="438156"/>
                  </a:lnTo>
                  <a:lnTo>
                    <a:pt x="189206" y="436340"/>
                  </a:lnTo>
                  <a:lnTo>
                    <a:pt x="192403" y="436340"/>
                  </a:lnTo>
                  <a:lnTo>
                    <a:pt x="194423" y="437786"/>
                  </a:lnTo>
                  <a:cubicBezTo>
                    <a:pt x="194423" y="437786"/>
                    <a:pt x="199201" y="443000"/>
                    <a:pt x="199774" y="443135"/>
                  </a:cubicBezTo>
                  <a:cubicBezTo>
                    <a:pt x="200346" y="443269"/>
                    <a:pt x="201524" y="444010"/>
                    <a:pt x="201961" y="444144"/>
                  </a:cubicBezTo>
                  <a:cubicBezTo>
                    <a:pt x="202399" y="444279"/>
                    <a:pt x="206606" y="444010"/>
                    <a:pt x="207750" y="443841"/>
                  </a:cubicBezTo>
                  <a:cubicBezTo>
                    <a:pt x="208894" y="443707"/>
                    <a:pt x="210509" y="442260"/>
                    <a:pt x="210947" y="441823"/>
                  </a:cubicBezTo>
                  <a:cubicBezTo>
                    <a:pt x="211384" y="441386"/>
                    <a:pt x="212562" y="440242"/>
                    <a:pt x="212697" y="439636"/>
                  </a:cubicBezTo>
                  <a:cubicBezTo>
                    <a:pt x="212832" y="439064"/>
                    <a:pt x="213135" y="438896"/>
                    <a:pt x="213404" y="437618"/>
                  </a:cubicBezTo>
                  <a:cubicBezTo>
                    <a:pt x="213707" y="436306"/>
                    <a:pt x="214582" y="435431"/>
                    <a:pt x="214582" y="434288"/>
                  </a:cubicBezTo>
                  <a:cubicBezTo>
                    <a:pt x="214582" y="433144"/>
                    <a:pt x="215288" y="432707"/>
                    <a:pt x="215894" y="431832"/>
                  </a:cubicBezTo>
                  <a:cubicBezTo>
                    <a:pt x="216466" y="430957"/>
                    <a:pt x="215759" y="431092"/>
                    <a:pt x="216466" y="430957"/>
                  </a:cubicBezTo>
                  <a:cubicBezTo>
                    <a:pt x="217173" y="430823"/>
                    <a:pt x="217476" y="429074"/>
                    <a:pt x="218485" y="429645"/>
                  </a:cubicBezTo>
                  <a:cubicBezTo>
                    <a:pt x="219495" y="430217"/>
                    <a:pt x="221380" y="432101"/>
                    <a:pt x="221380" y="432101"/>
                  </a:cubicBezTo>
                  <a:cubicBezTo>
                    <a:pt x="221380" y="432101"/>
                    <a:pt x="223567" y="433850"/>
                    <a:pt x="224409" y="434119"/>
                  </a:cubicBezTo>
                  <a:cubicBezTo>
                    <a:pt x="225284" y="434422"/>
                    <a:pt x="226596" y="436138"/>
                    <a:pt x="226596" y="436138"/>
                  </a:cubicBezTo>
                  <a:lnTo>
                    <a:pt x="232553" y="438594"/>
                  </a:lnTo>
                  <a:cubicBezTo>
                    <a:pt x="232553" y="438594"/>
                    <a:pt x="235885" y="439031"/>
                    <a:pt x="236154" y="438459"/>
                  </a:cubicBezTo>
                  <a:cubicBezTo>
                    <a:pt x="236457" y="437887"/>
                    <a:pt x="237298" y="436878"/>
                    <a:pt x="237904" y="436710"/>
                  </a:cubicBezTo>
                  <a:cubicBezTo>
                    <a:pt x="238476" y="436575"/>
                    <a:pt x="241674" y="435835"/>
                    <a:pt x="241674" y="435835"/>
                  </a:cubicBezTo>
                  <a:cubicBezTo>
                    <a:pt x="241674" y="435835"/>
                    <a:pt x="243558" y="438022"/>
                    <a:pt x="244736" y="438459"/>
                  </a:cubicBezTo>
                  <a:cubicBezTo>
                    <a:pt x="245880" y="438896"/>
                    <a:pt x="246688" y="441352"/>
                    <a:pt x="247395" y="441487"/>
                  </a:cubicBezTo>
                  <a:cubicBezTo>
                    <a:pt x="248102" y="441621"/>
                    <a:pt x="248909" y="443673"/>
                    <a:pt x="248909" y="443673"/>
                  </a:cubicBezTo>
                  <a:lnTo>
                    <a:pt x="248909" y="447575"/>
                  </a:lnTo>
                  <a:lnTo>
                    <a:pt x="248034" y="451780"/>
                  </a:lnTo>
                  <a:cubicBezTo>
                    <a:pt x="248034" y="451780"/>
                    <a:pt x="247294" y="453967"/>
                    <a:pt x="247159" y="454808"/>
                  </a:cubicBezTo>
                  <a:cubicBezTo>
                    <a:pt x="247025" y="455682"/>
                    <a:pt x="247294" y="457129"/>
                    <a:pt x="247462" y="457566"/>
                  </a:cubicBezTo>
                  <a:cubicBezTo>
                    <a:pt x="247597" y="458004"/>
                    <a:pt x="247597" y="460022"/>
                    <a:pt x="247900" y="460594"/>
                  </a:cubicBezTo>
                  <a:cubicBezTo>
                    <a:pt x="248169" y="461166"/>
                    <a:pt x="248169" y="461300"/>
                    <a:pt x="248169" y="462040"/>
                  </a:cubicBezTo>
                  <a:cubicBezTo>
                    <a:pt x="248169" y="462780"/>
                    <a:pt x="246587" y="464227"/>
                    <a:pt x="246015" y="465102"/>
                  </a:cubicBezTo>
                  <a:cubicBezTo>
                    <a:pt x="245443" y="465976"/>
                    <a:pt x="245578" y="466111"/>
                    <a:pt x="245005" y="467120"/>
                  </a:cubicBezTo>
                  <a:cubicBezTo>
                    <a:pt x="244433" y="468129"/>
                    <a:pt x="243424" y="469441"/>
                    <a:pt x="242986" y="470013"/>
                  </a:cubicBezTo>
                  <a:cubicBezTo>
                    <a:pt x="242549" y="470585"/>
                    <a:pt x="241404" y="474353"/>
                    <a:pt x="241404" y="474353"/>
                  </a:cubicBezTo>
                  <a:lnTo>
                    <a:pt x="241674" y="477985"/>
                  </a:lnTo>
                  <a:lnTo>
                    <a:pt x="242818" y="479735"/>
                  </a:lnTo>
                  <a:cubicBezTo>
                    <a:pt x="242818" y="479735"/>
                    <a:pt x="243693" y="481753"/>
                    <a:pt x="244265" y="481921"/>
                  </a:cubicBezTo>
                  <a:cubicBezTo>
                    <a:pt x="244837" y="482056"/>
                    <a:pt x="245712" y="484377"/>
                    <a:pt x="246150" y="484545"/>
                  </a:cubicBezTo>
                  <a:cubicBezTo>
                    <a:pt x="246587" y="484680"/>
                    <a:pt x="247462" y="485689"/>
                    <a:pt x="248909" y="485420"/>
                  </a:cubicBezTo>
                  <a:cubicBezTo>
                    <a:pt x="250356" y="485117"/>
                    <a:pt x="252106" y="484276"/>
                    <a:pt x="252106" y="484276"/>
                  </a:cubicBezTo>
                  <a:cubicBezTo>
                    <a:pt x="252106" y="484276"/>
                    <a:pt x="253554" y="483973"/>
                    <a:pt x="254126" y="483839"/>
                  </a:cubicBezTo>
                  <a:cubicBezTo>
                    <a:pt x="254698" y="483704"/>
                    <a:pt x="258030" y="483402"/>
                    <a:pt x="258030" y="483402"/>
                  </a:cubicBezTo>
                  <a:cubicBezTo>
                    <a:pt x="258030" y="483402"/>
                    <a:pt x="259780" y="483536"/>
                    <a:pt x="260352" y="483536"/>
                  </a:cubicBezTo>
                  <a:cubicBezTo>
                    <a:pt x="260924" y="483536"/>
                    <a:pt x="262539" y="483402"/>
                    <a:pt x="263112" y="483536"/>
                  </a:cubicBezTo>
                  <a:cubicBezTo>
                    <a:pt x="263684" y="483671"/>
                    <a:pt x="265434" y="484108"/>
                    <a:pt x="265434" y="484108"/>
                  </a:cubicBezTo>
                  <a:cubicBezTo>
                    <a:pt x="265434" y="484108"/>
                    <a:pt x="267251" y="485117"/>
                    <a:pt x="267823" y="485252"/>
                  </a:cubicBezTo>
                  <a:cubicBezTo>
                    <a:pt x="268395" y="485386"/>
                    <a:pt x="269775" y="486429"/>
                    <a:pt x="269775" y="487001"/>
                  </a:cubicBezTo>
                  <a:cubicBezTo>
                    <a:pt x="269775" y="487573"/>
                    <a:pt x="269775" y="491071"/>
                    <a:pt x="269775" y="491071"/>
                  </a:cubicBezTo>
                  <a:lnTo>
                    <a:pt x="267318" y="493695"/>
                  </a:lnTo>
                  <a:lnTo>
                    <a:pt x="265871" y="495882"/>
                  </a:lnTo>
                  <a:lnTo>
                    <a:pt x="264256" y="496588"/>
                  </a:lnTo>
                  <a:lnTo>
                    <a:pt x="262674" y="497328"/>
                  </a:lnTo>
                  <a:lnTo>
                    <a:pt x="260352" y="498909"/>
                  </a:lnTo>
                  <a:lnTo>
                    <a:pt x="258467" y="500928"/>
                  </a:lnTo>
                  <a:cubicBezTo>
                    <a:pt x="258467" y="500928"/>
                    <a:pt x="256885" y="503114"/>
                    <a:pt x="256717" y="503552"/>
                  </a:cubicBezTo>
                  <a:cubicBezTo>
                    <a:pt x="256583" y="503989"/>
                    <a:pt x="254530" y="506579"/>
                    <a:pt x="254530" y="506579"/>
                  </a:cubicBezTo>
                  <a:lnTo>
                    <a:pt x="254092" y="510347"/>
                  </a:lnTo>
                  <a:lnTo>
                    <a:pt x="253520" y="514686"/>
                  </a:lnTo>
                  <a:lnTo>
                    <a:pt x="256414" y="525417"/>
                  </a:lnTo>
                  <a:lnTo>
                    <a:pt x="255707" y="530934"/>
                  </a:lnTo>
                  <a:lnTo>
                    <a:pt x="254698" y="535577"/>
                  </a:lnTo>
                  <a:lnTo>
                    <a:pt x="254126" y="537158"/>
                  </a:lnTo>
                  <a:cubicBezTo>
                    <a:pt x="254126" y="537158"/>
                    <a:pt x="252981" y="539041"/>
                    <a:pt x="252544" y="539176"/>
                  </a:cubicBezTo>
                  <a:cubicBezTo>
                    <a:pt x="252106" y="539311"/>
                    <a:pt x="249650" y="540757"/>
                    <a:pt x="249650" y="540757"/>
                  </a:cubicBezTo>
                  <a:lnTo>
                    <a:pt x="247462" y="541329"/>
                  </a:lnTo>
                  <a:cubicBezTo>
                    <a:pt x="247462" y="541329"/>
                    <a:pt x="246452" y="542338"/>
                    <a:pt x="245578" y="543213"/>
                  </a:cubicBezTo>
                  <a:cubicBezTo>
                    <a:pt x="244703" y="544087"/>
                    <a:pt x="243827" y="545097"/>
                    <a:pt x="243121" y="545534"/>
                  </a:cubicBezTo>
                  <a:cubicBezTo>
                    <a:pt x="242414" y="545971"/>
                    <a:pt x="239486" y="546980"/>
                    <a:pt x="239217" y="547418"/>
                  </a:cubicBezTo>
                  <a:cubicBezTo>
                    <a:pt x="238914" y="547855"/>
                    <a:pt x="238914" y="547855"/>
                    <a:pt x="238914" y="547855"/>
                  </a:cubicBezTo>
                  <a:lnTo>
                    <a:pt x="237029" y="550883"/>
                  </a:lnTo>
                  <a:lnTo>
                    <a:pt x="236726" y="552767"/>
                  </a:lnTo>
                  <a:cubicBezTo>
                    <a:pt x="236726" y="552767"/>
                    <a:pt x="236726" y="554953"/>
                    <a:pt x="236592" y="555357"/>
                  </a:cubicBezTo>
                  <a:cubicBezTo>
                    <a:pt x="236457" y="555794"/>
                    <a:pt x="236726" y="557812"/>
                    <a:pt x="236726" y="557812"/>
                  </a:cubicBezTo>
                  <a:lnTo>
                    <a:pt x="230938" y="559696"/>
                  </a:lnTo>
                  <a:cubicBezTo>
                    <a:pt x="230938" y="559696"/>
                    <a:pt x="231072" y="560268"/>
                    <a:pt x="229625" y="560840"/>
                  </a:cubicBezTo>
                  <a:cubicBezTo>
                    <a:pt x="228178" y="561412"/>
                    <a:pt x="226293" y="562858"/>
                    <a:pt x="225553" y="563598"/>
                  </a:cubicBezTo>
                  <a:cubicBezTo>
                    <a:pt x="224813" y="564339"/>
                    <a:pt x="224813" y="566794"/>
                    <a:pt x="224409" y="566929"/>
                  </a:cubicBezTo>
                  <a:cubicBezTo>
                    <a:pt x="223971" y="567063"/>
                    <a:pt x="223971" y="567063"/>
                    <a:pt x="223971" y="567063"/>
                  </a:cubicBezTo>
                  <a:lnTo>
                    <a:pt x="218889" y="573287"/>
                  </a:lnTo>
                  <a:lnTo>
                    <a:pt x="218587" y="577626"/>
                  </a:lnTo>
                  <a:lnTo>
                    <a:pt x="218721" y="581528"/>
                  </a:lnTo>
                  <a:cubicBezTo>
                    <a:pt x="218721" y="581528"/>
                    <a:pt x="219024" y="583715"/>
                    <a:pt x="219159" y="584556"/>
                  </a:cubicBezTo>
                  <a:cubicBezTo>
                    <a:pt x="219293" y="585430"/>
                    <a:pt x="219293" y="588458"/>
                    <a:pt x="219293" y="588458"/>
                  </a:cubicBezTo>
                  <a:cubicBezTo>
                    <a:pt x="219293" y="588458"/>
                    <a:pt x="218856" y="590342"/>
                    <a:pt x="220168" y="591923"/>
                  </a:cubicBezTo>
                  <a:cubicBezTo>
                    <a:pt x="221481" y="593504"/>
                    <a:pt x="221178" y="594379"/>
                    <a:pt x="223063" y="595253"/>
                  </a:cubicBezTo>
                  <a:cubicBezTo>
                    <a:pt x="224947" y="596128"/>
                    <a:pt x="226967" y="597272"/>
                    <a:pt x="228414" y="597272"/>
                  </a:cubicBezTo>
                  <a:cubicBezTo>
                    <a:pt x="229861" y="597272"/>
                    <a:pt x="232318" y="598718"/>
                    <a:pt x="233630" y="596094"/>
                  </a:cubicBezTo>
                  <a:cubicBezTo>
                    <a:pt x="234943" y="593504"/>
                    <a:pt x="235952" y="592192"/>
                    <a:pt x="235952" y="591620"/>
                  </a:cubicBezTo>
                  <a:cubicBezTo>
                    <a:pt x="235952" y="591048"/>
                    <a:pt x="236525" y="591183"/>
                    <a:pt x="236087" y="589030"/>
                  </a:cubicBezTo>
                  <a:cubicBezTo>
                    <a:pt x="235649" y="586843"/>
                    <a:pt x="234505" y="587146"/>
                    <a:pt x="235952" y="584119"/>
                  </a:cubicBezTo>
                  <a:cubicBezTo>
                    <a:pt x="237399" y="581091"/>
                    <a:pt x="238577" y="581091"/>
                    <a:pt x="238577" y="581091"/>
                  </a:cubicBezTo>
                  <a:lnTo>
                    <a:pt x="241472" y="579342"/>
                  </a:lnTo>
                  <a:cubicBezTo>
                    <a:pt x="241472" y="579342"/>
                    <a:pt x="244097" y="578467"/>
                    <a:pt x="244938" y="577155"/>
                  </a:cubicBezTo>
                  <a:cubicBezTo>
                    <a:pt x="245813" y="575843"/>
                    <a:pt x="245948" y="576146"/>
                    <a:pt x="247092" y="574699"/>
                  </a:cubicBezTo>
                  <a:cubicBezTo>
                    <a:pt x="248236" y="573253"/>
                    <a:pt x="247227" y="574397"/>
                    <a:pt x="248236" y="573522"/>
                  </a:cubicBezTo>
                  <a:cubicBezTo>
                    <a:pt x="249246" y="572647"/>
                    <a:pt x="250424" y="571773"/>
                    <a:pt x="250424" y="571773"/>
                  </a:cubicBezTo>
                  <a:lnTo>
                    <a:pt x="253183" y="571773"/>
                  </a:lnTo>
                  <a:cubicBezTo>
                    <a:pt x="253183" y="571773"/>
                    <a:pt x="256078" y="571033"/>
                    <a:pt x="256650" y="571033"/>
                  </a:cubicBezTo>
                  <a:cubicBezTo>
                    <a:pt x="257222" y="571033"/>
                    <a:pt x="260991" y="571605"/>
                    <a:pt x="260991" y="571605"/>
                  </a:cubicBezTo>
                  <a:lnTo>
                    <a:pt x="264895" y="572748"/>
                  </a:lnTo>
                  <a:lnTo>
                    <a:pt x="266645" y="573623"/>
                  </a:lnTo>
                  <a:lnTo>
                    <a:pt x="267958" y="578131"/>
                  </a:lnTo>
                  <a:lnTo>
                    <a:pt x="267958" y="581327"/>
                  </a:lnTo>
                  <a:lnTo>
                    <a:pt x="268530" y="585094"/>
                  </a:lnTo>
                  <a:lnTo>
                    <a:pt x="267958" y="591048"/>
                  </a:lnTo>
                  <a:cubicBezTo>
                    <a:pt x="267958" y="591048"/>
                    <a:pt x="268092" y="592798"/>
                    <a:pt x="267958" y="593672"/>
                  </a:cubicBezTo>
                  <a:cubicBezTo>
                    <a:pt x="267823" y="594547"/>
                    <a:pt x="267823" y="596868"/>
                    <a:pt x="267823" y="596868"/>
                  </a:cubicBezTo>
                  <a:cubicBezTo>
                    <a:pt x="267823" y="596868"/>
                    <a:pt x="268395" y="598752"/>
                    <a:pt x="267958" y="600198"/>
                  </a:cubicBezTo>
                  <a:cubicBezTo>
                    <a:pt x="267520" y="601645"/>
                    <a:pt x="267520" y="603394"/>
                    <a:pt x="267520" y="604706"/>
                  </a:cubicBezTo>
                  <a:cubicBezTo>
                    <a:pt x="267520" y="606018"/>
                    <a:pt x="267655" y="610189"/>
                    <a:pt x="267386" y="610627"/>
                  </a:cubicBezTo>
                  <a:cubicBezTo>
                    <a:pt x="267083" y="611064"/>
                    <a:pt x="266948" y="612813"/>
                    <a:pt x="266948" y="613385"/>
                  </a:cubicBezTo>
                  <a:cubicBezTo>
                    <a:pt x="266948" y="613957"/>
                    <a:pt x="266511" y="614966"/>
                    <a:pt x="267823" y="615841"/>
                  </a:cubicBezTo>
                  <a:cubicBezTo>
                    <a:pt x="269136" y="616715"/>
                    <a:pt x="270280" y="617422"/>
                    <a:pt x="271593" y="618162"/>
                  </a:cubicBezTo>
                  <a:cubicBezTo>
                    <a:pt x="272905" y="618868"/>
                    <a:pt x="275665" y="619911"/>
                    <a:pt x="275934" y="620348"/>
                  </a:cubicBezTo>
                  <a:cubicBezTo>
                    <a:pt x="276203" y="620786"/>
                    <a:pt x="276506" y="621089"/>
                    <a:pt x="277516" y="621223"/>
                  </a:cubicBezTo>
                  <a:cubicBezTo>
                    <a:pt x="278525" y="621358"/>
                    <a:pt x="278525" y="622670"/>
                    <a:pt x="280982" y="621223"/>
                  </a:cubicBezTo>
                  <a:cubicBezTo>
                    <a:pt x="283439" y="619777"/>
                    <a:pt x="284314" y="618599"/>
                    <a:pt x="286198" y="617455"/>
                  </a:cubicBezTo>
                  <a:cubicBezTo>
                    <a:pt x="288083" y="616312"/>
                    <a:pt x="288521" y="616581"/>
                    <a:pt x="290103" y="615875"/>
                  </a:cubicBezTo>
                  <a:cubicBezTo>
                    <a:pt x="291684" y="615168"/>
                    <a:pt x="291853" y="613419"/>
                    <a:pt x="294007" y="612847"/>
                  </a:cubicBezTo>
                  <a:cubicBezTo>
                    <a:pt x="296194" y="612275"/>
                    <a:pt x="298079" y="611838"/>
                    <a:pt x="298651" y="611266"/>
                  </a:cubicBezTo>
                  <a:cubicBezTo>
                    <a:pt x="299223" y="610694"/>
                    <a:pt x="301276" y="610122"/>
                    <a:pt x="302285" y="610257"/>
                  </a:cubicBezTo>
                  <a:cubicBezTo>
                    <a:pt x="303295" y="610391"/>
                    <a:pt x="305617" y="610257"/>
                    <a:pt x="305617" y="610257"/>
                  </a:cubicBezTo>
                  <a:cubicBezTo>
                    <a:pt x="305617" y="610257"/>
                    <a:pt x="308646" y="610391"/>
                    <a:pt x="309252" y="610391"/>
                  </a:cubicBezTo>
                  <a:cubicBezTo>
                    <a:pt x="309824" y="610391"/>
                    <a:pt x="312449" y="610391"/>
                    <a:pt x="313459" y="610694"/>
                  </a:cubicBezTo>
                  <a:cubicBezTo>
                    <a:pt x="314468" y="610997"/>
                    <a:pt x="316656" y="611703"/>
                    <a:pt x="318103" y="611703"/>
                  </a:cubicBezTo>
                  <a:cubicBezTo>
                    <a:pt x="319550" y="611703"/>
                    <a:pt x="321300" y="611400"/>
                    <a:pt x="322747" y="611131"/>
                  </a:cubicBezTo>
                  <a:cubicBezTo>
                    <a:pt x="324195" y="610829"/>
                    <a:pt x="326517" y="610559"/>
                    <a:pt x="326517" y="610559"/>
                  </a:cubicBezTo>
                  <a:lnTo>
                    <a:pt x="329848" y="611299"/>
                  </a:lnTo>
                  <a:lnTo>
                    <a:pt x="332877" y="609718"/>
                  </a:lnTo>
                  <a:lnTo>
                    <a:pt x="336781" y="607532"/>
                  </a:lnTo>
                  <a:lnTo>
                    <a:pt x="339541" y="606657"/>
                  </a:lnTo>
                  <a:lnTo>
                    <a:pt x="341863" y="606657"/>
                  </a:lnTo>
                  <a:lnTo>
                    <a:pt x="342301" y="604504"/>
                  </a:lnTo>
                  <a:lnTo>
                    <a:pt x="343445" y="603192"/>
                  </a:lnTo>
                  <a:lnTo>
                    <a:pt x="343580" y="601746"/>
                  </a:lnTo>
                  <a:lnTo>
                    <a:pt x="343714" y="599559"/>
                  </a:lnTo>
                  <a:lnTo>
                    <a:pt x="342267" y="596363"/>
                  </a:lnTo>
                  <a:lnTo>
                    <a:pt x="338498" y="593773"/>
                  </a:lnTo>
                  <a:lnTo>
                    <a:pt x="337354" y="591889"/>
                  </a:lnTo>
                  <a:lnTo>
                    <a:pt x="338363" y="589131"/>
                  </a:lnTo>
                  <a:lnTo>
                    <a:pt x="340248" y="587987"/>
                  </a:lnTo>
                  <a:lnTo>
                    <a:pt x="340955" y="585397"/>
                  </a:lnTo>
                  <a:lnTo>
                    <a:pt x="340955" y="583210"/>
                  </a:lnTo>
                  <a:lnTo>
                    <a:pt x="340955" y="580452"/>
                  </a:lnTo>
                  <a:lnTo>
                    <a:pt x="340955" y="577996"/>
                  </a:lnTo>
                  <a:lnTo>
                    <a:pt x="340517" y="572917"/>
                  </a:lnTo>
                  <a:lnTo>
                    <a:pt x="338363" y="571335"/>
                  </a:lnTo>
                  <a:lnTo>
                    <a:pt x="339070" y="569754"/>
                  </a:lnTo>
                  <a:lnTo>
                    <a:pt x="340652" y="568880"/>
                  </a:lnTo>
                  <a:lnTo>
                    <a:pt x="344724" y="567803"/>
                  </a:lnTo>
                  <a:lnTo>
                    <a:pt x="346609" y="566727"/>
                  </a:lnTo>
                  <a:lnTo>
                    <a:pt x="353979" y="566727"/>
                  </a:lnTo>
                  <a:lnTo>
                    <a:pt x="362662" y="566727"/>
                  </a:lnTo>
                  <a:lnTo>
                    <a:pt x="363537" y="568039"/>
                  </a:lnTo>
                  <a:cubicBezTo>
                    <a:pt x="363537" y="568039"/>
                    <a:pt x="368585" y="568173"/>
                    <a:pt x="369191" y="568039"/>
                  </a:cubicBezTo>
                  <a:cubicBezTo>
                    <a:pt x="369763" y="567904"/>
                    <a:pt x="372220" y="566727"/>
                    <a:pt x="372220" y="566727"/>
                  </a:cubicBezTo>
                  <a:lnTo>
                    <a:pt x="373801" y="565146"/>
                  </a:lnTo>
                  <a:lnTo>
                    <a:pt x="379321" y="566727"/>
                  </a:lnTo>
                  <a:lnTo>
                    <a:pt x="383225" y="568476"/>
                  </a:lnTo>
                  <a:lnTo>
                    <a:pt x="390056" y="569788"/>
                  </a:lnTo>
                  <a:lnTo>
                    <a:pt x="396283" y="576011"/>
                  </a:lnTo>
                  <a:lnTo>
                    <a:pt x="400927" y="580654"/>
                  </a:lnTo>
                  <a:lnTo>
                    <a:pt x="404697" y="586440"/>
                  </a:lnTo>
                  <a:lnTo>
                    <a:pt x="409172" y="592831"/>
                  </a:lnTo>
                  <a:lnTo>
                    <a:pt x="414523" y="595455"/>
                  </a:lnTo>
                  <a:cubicBezTo>
                    <a:pt x="414523" y="595455"/>
                    <a:pt x="417855" y="594715"/>
                    <a:pt x="419000" y="594446"/>
                  </a:cubicBezTo>
                  <a:cubicBezTo>
                    <a:pt x="420144" y="594143"/>
                    <a:pt x="422466" y="592428"/>
                    <a:pt x="422466" y="592428"/>
                  </a:cubicBezTo>
                  <a:cubicBezTo>
                    <a:pt x="422466" y="592428"/>
                    <a:pt x="424923" y="592125"/>
                    <a:pt x="425495" y="592125"/>
                  </a:cubicBezTo>
                  <a:cubicBezTo>
                    <a:pt x="426067" y="592125"/>
                    <a:pt x="429567" y="591553"/>
                    <a:pt x="429567" y="591553"/>
                  </a:cubicBezTo>
                  <a:lnTo>
                    <a:pt x="430880" y="589097"/>
                  </a:lnTo>
                  <a:cubicBezTo>
                    <a:pt x="430880" y="589097"/>
                    <a:pt x="431587" y="586204"/>
                    <a:pt x="431183" y="585901"/>
                  </a:cubicBezTo>
                  <a:cubicBezTo>
                    <a:pt x="430745" y="585599"/>
                    <a:pt x="427985" y="581697"/>
                    <a:pt x="427985" y="581697"/>
                  </a:cubicBezTo>
                  <a:cubicBezTo>
                    <a:pt x="427985" y="581697"/>
                    <a:pt x="427548" y="579510"/>
                    <a:pt x="427548" y="579106"/>
                  </a:cubicBezTo>
                  <a:cubicBezTo>
                    <a:pt x="427548" y="578669"/>
                    <a:pt x="427985" y="576920"/>
                    <a:pt x="427985" y="576920"/>
                  </a:cubicBezTo>
                  <a:lnTo>
                    <a:pt x="428726" y="574161"/>
                  </a:lnTo>
                  <a:lnTo>
                    <a:pt x="426706" y="570831"/>
                  </a:lnTo>
                  <a:lnTo>
                    <a:pt x="426135" y="569385"/>
                  </a:lnTo>
                  <a:lnTo>
                    <a:pt x="425259" y="566357"/>
                  </a:lnTo>
                  <a:lnTo>
                    <a:pt x="427144" y="565180"/>
                  </a:lnTo>
                  <a:lnTo>
                    <a:pt x="429029" y="562993"/>
                  </a:lnTo>
                  <a:lnTo>
                    <a:pt x="430173" y="561244"/>
                  </a:lnTo>
                  <a:cubicBezTo>
                    <a:pt x="430173" y="561244"/>
                    <a:pt x="429433" y="559225"/>
                    <a:pt x="428423" y="559057"/>
                  </a:cubicBezTo>
                  <a:cubicBezTo>
                    <a:pt x="427413" y="558922"/>
                    <a:pt x="420447" y="555155"/>
                    <a:pt x="420447" y="555155"/>
                  </a:cubicBezTo>
                  <a:lnTo>
                    <a:pt x="419000" y="553708"/>
                  </a:lnTo>
                  <a:lnTo>
                    <a:pt x="418125" y="550513"/>
                  </a:lnTo>
                  <a:cubicBezTo>
                    <a:pt x="418125" y="550513"/>
                    <a:pt x="420009" y="549503"/>
                    <a:pt x="420447" y="549066"/>
                  </a:cubicBezTo>
                  <a:cubicBezTo>
                    <a:pt x="420884" y="548629"/>
                    <a:pt x="422197" y="547754"/>
                    <a:pt x="423072" y="547754"/>
                  </a:cubicBezTo>
                  <a:cubicBezTo>
                    <a:pt x="423947" y="547754"/>
                    <a:pt x="425529" y="547889"/>
                    <a:pt x="425966" y="547754"/>
                  </a:cubicBezTo>
                  <a:cubicBezTo>
                    <a:pt x="426404" y="547620"/>
                    <a:pt x="429735" y="545736"/>
                    <a:pt x="429735" y="545736"/>
                  </a:cubicBezTo>
                  <a:cubicBezTo>
                    <a:pt x="429735" y="545736"/>
                    <a:pt x="432057" y="544155"/>
                    <a:pt x="432495" y="543986"/>
                  </a:cubicBezTo>
                  <a:cubicBezTo>
                    <a:pt x="432932" y="543852"/>
                    <a:pt x="434077" y="543246"/>
                    <a:pt x="434077" y="543246"/>
                  </a:cubicBezTo>
                  <a:lnTo>
                    <a:pt x="437543" y="541934"/>
                  </a:lnTo>
                  <a:lnTo>
                    <a:pt x="442760" y="536720"/>
                  </a:lnTo>
                  <a:cubicBezTo>
                    <a:pt x="442760" y="536720"/>
                    <a:pt x="444207" y="533525"/>
                    <a:pt x="444207" y="532953"/>
                  </a:cubicBezTo>
                  <a:cubicBezTo>
                    <a:pt x="444207" y="532381"/>
                    <a:pt x="446832" y="526292"/>
                    <a:pt x="446832" y="526292"/>
                  </a:cubicBezTo>
                  <a:cubicBezTo>
                    <a:pt x="446832" y="526292"/>
                    <a:pt x="448851" y="523971"/>
                    <a:pt x="449423" y="523971"/>
                  </a:cubicBezTo>
                  <a:cubicBezTo>
                    <a:pt x="449995" y="523971"/>
                    <a:pt x="453630" y="523836"/>
                    <a:pt x="455649" y="523971"/>
                  </a:cubicBezTo>
                  <a:cubicBezTo>
                    <a:pt x="457669" y="524105"/>
                    <a:pt x="459553" y="523904"/>
                    <a:pt x="459553" y="523904"/>
                  </a:cubicBezTo>
                  <a:cubicBezTo>
                    <a:pt x="459553" y="523904"/>
                    <a:pt x="462010" y="526292"/>
                    <a:pt x="462313" y="526729"/>
                  </a:cubicBezTo>
                  <a:cubicBezTo>
                    <a:pt x="462616" y="527167"/>
                    <a:pt x="464770" y="530632"/>
                    <a:pt x="464770" y="531069"/>
                  </a:cubicBezTo>
                  <a:cubicBezTo>
                    <a:pt x="464770" y="531506"/>
                    <a:pt x="466352" y="534399"/>
                    <a:pt x="466654" y="534837"/>
                  </a:cubicBezTo>
                  <a:cubicBezTo>
                    <a:pt x="466958" y="535274"/>
                    <a:pt x="470424" y="538470"/>
                    <a:pt x="470424" y="538470"/>
                  </a:cubicBezTo>
                  <a:cubicBezTo>
                    <a:pt x="470424" y="538470"/>
                    <a:pt x="475943" y="541060"/>
                    <a:pt x="476381" y="541060"/>
                  </a:cubicBezTo>
                  <a:cubicBezTo>
                    <a:pt x="476818" y="541060"/>
                    <a:pt x="480285" y="541194"/>
                    <a:pt x="481462" y="541497"/>
                  </a:cubicBezTo>
                  <a:cubicBezTo>
                    <a:pt x="482607" y="541800"/>
                    <a:pt x="488261" y="541934"/>
                    <a:pt x="488261" y="541934"/>
                  </a:cubicBezTo>
                  <a:lnTo>
                    <a:pt x="495665" y="543246"/>
                  </a:lnTo>
                  <a:lnTo>
                    <a:pt x="500746" y="541665"/>
                  </a:lnTo>
                  <a:cubicBezTo>
                    <a:pt x="500746" y="541665"/>
                    <a:pt x="504213" y="540656"/>
                    <a:pt x="504819" y="540656"/>
                  </a:cubicBezTo>
                  <a:cubicBezTo>
                    <a:pt x="505391" y="540656"/>
                    <a:pt x="512189" y="540656"/>
                    <a:pt x="512189" y="540656"/>
                  </a:cubicBezTo>
                  <a:cubicBezTo>
                    <a:pt x="512189" y="540656"/>
                    <a:pt x="512627" y="539647"/>
                    <a:pt x="514074" y="539344"/>
                  </a:cubicBezTo>
                  <a:cubicBezTo>
                    <a:pt x="515521" y="539041"/>
                    <a:pt x="517406" y="536889"/>
                    <a:pt x="517843" y="536754"/>
                  </a:cubicBezTo>
                  <a:cubicBezTo>
                    <a:pt x="518281" y="536619"/>
                    <a:pt x="521175" y="534870"/>
                    <a:pt x="521175" y="534870"/>
                  </a:cubicBezTo>
                  <a:cubicBezTo>
                    <a:pt x="521175" y="534870"/>
                    <a:pt x="522050" y="533726"/>
                    <a:pt x="522757" y="533121"/>
                  </a:cubicBezTo>
                  <a:cubicBezTo>
                    <a:pt x="523497" y="532549"/>
                    <a:pt x="525079" y="530228"/>
                    <a:pt x="525079" y="530228"/>
                  </a:cubicBezTo>
                  <a:lnTo>
                    <a:pt x="526088" y="525586"/>
                  </a:lnTo>
                  <a:lnTo>
                    <a:pt x="524607" y="522356"/>
                  </a:lnTo>
                  <a:close/>
                </a:path>
              </a:pathLst>
            </a:custGeom>
            <a:grpFill/>
            <a:ln w="6350" cap="flat">
              <a:solidFill>
                <a:schemeClr val="bg1"/>
              </a:solidFill>
              <a:prstDash val="solid"/>
              <a:miter/>
            </a:ln>
          </p:spPr>
          <p:txBody>
            <a:bodyPr rtlCol="0" anchor="ctr"/>
            <a:lstStyle/>
            <a:p>
              <a:endParaRPr lang="en-US"/>
            </a:p>
          </p:txBody>
        </p:sp>
        <p:sp>
          <p:nvSpPr>
            <p:cNvPr id="32" name="Freeform 892">
              <a:extLst>
                <a:ext uri="{FF2B5EF4-FFF2-40B4-BE49-F238E27FC236}">
                  <a16:creationId xmlns:a16="http://schemas.microsoft.com/office/drawing/2014/main" id="{071C5E78-2211-AAF3-8129-AB236376BF57}"/>
                </a:ext>
              </a:extLst>
            </p:cNvPr>
            <p:cNvSpPr/>
            <p:nvPr/>
          </p:nvSpPr>
          <p:spPr>
            <a:xfrm>
              <a:off x="7665171" y="2926925"/>
              <a:ext cx="397556" cy="249384"/>
            </a:xfrm>
            <a:custGeom>
              <a:avLst/>
              <a:gdLst>
                <a:gd name="connsiteX0" fmla="*/ 761719 w 763267"/>
                <a:gd name="connsiteY0" fmla="*/ 373164 h 478792"/>
                <a:gd name="connsiteX1" fmla="*/ 756200 w 763267"/>
                <a:gd name="connsiteY1" fmla="*/ 364755 h 478792"/>
                <a:gd name="connsiteX2" fmla="*/ 755897 w 763267"/>
                <a:gd name="connsiteY2" fmla="*/ 359238 h 478792"/>
                <a:gd name="connsiteX3" fmla="*/ 756200 w 763267"/>
                <a:gd name="connsiteY3" fmla="*/ 353721 h 478792"/>
                <a:gd name="connsiteX4" fmla="*/ 755897 w 763267"/>
                <a:gd name="connsiteY4" fmla="*/ 348809 h 478792"/>
                <a:gd name="connsiteX5" fmla="*/ 754450 w 763267"/>
                <a:gd name="connsiteY5" fmla="*/ 343595 h 478792"/>
                <a:gd name="connsiteX6" fmla="*/ 752128 w 763267"/>
                <a:gd name="connsiteY6" fmla="*/ 337237 h 478792"/>
                <a:gd name="connsiteX7" fmla="*/ 750377 w 763267"/>
                <a:gd name="connsiteY7" fmla="*/ 333167 h 478792"/>
                <a:gd name="connsiteX8" fmla="*/ 745733 w 763267"/>
                <a:gd name="connsiteY8" fmla="*/ 325934 h 478792"/>
                <a:gd name="connsiteX9" fmla="*/ 741661 w 763267"/>
                <a:gd name="connsiteY9" fmla="*/ 323310 h 478792"/>
                <a:gd name="connsiteX10" fmla="*/ 736748 w 763267"/>
                <a:gd name="connsiteY10" fmla="*/ 321864 h 478792"/>
                <a:gd name="connsiteX11" fmla="*/ 733853 w 763267"/>
                <a:gd name="connsiteY11" fmla="*/ 318668 h 478792"/>
                <a:gd name="connsiteX12" fmla="*/ 738498 w 763267"/>
                <a:gd name="connsiteY12" fmla="*/ 314598 h 478792"/>
                <a:gd name="connsiteX13" fmla="*/ 736175 w 763267"/>
                <a:gd name="connsiteY13" fmla="*/ 307365 h 478792"/>
                <a:gd name="connsiteX14" fmla="*/ 736175 w 763267"/>
                <a:gd name="connsiteY14" fmla="*/ 302723 h 478792"/>
                <a:gd name="connsiteX15" fmla="*/ 733416 w 763267"/>
                <a:gd name="connsiteY15" fmla="*/ 299258 h 478792"/>
                <a:gd name="connsiteX16" fmla="*/ 730084 w 763267"/>
                <a:gd name="connsiteY16" fmla="*/ 295188 h 478792"/>
                <a:gd name="connsiteX17" fmla="*/ 725742 w 763267"/>
                <a:gd name="connsiteY17" fmla="*/ 289973 h 478792"/>
                <a:gd name="connsiteX18" fmla="*/ 721098 w 763267"/>
                <a:gd name="connsiteY18" fmla="*/ 283885 h 478792"/>
                <a:gd name="connsiteX19" fmla="*/ 721367 w 763267"/>
                <a:gd name="connsiteY19" fmla="*/ 277224 h 478792"/>
                <a:gd name="connsiteX20" fmla="*/ 725136 w 763267"/>
                <a:gd name="connsiteY20" fmla="*/ 274028 h 478792"/>
                <a:gd name="connsiteX21" fmla="*/ 727156 w 763267"/>
                <a:gd name="connsiteY21" fmla="*/ 268242 h 478792"/>
                <a:gd name="connsiteX22" fmla="*/ 727728 w 763267"/>
                <a:gd name="connsiteY22" fmla="*/ 262725 h 478792"/>
                <a:gd name="connsiteX23" fmla="*/ 726584 w 763267"/>
                <a:gd name="connsiteY23" fmla="*/ 257814 h 478792"/>
                <a:gd name="connsiteX24" fmla="*/ 731497 w 763267"/>
                <a:gd name="connsiteY24" fmla="*/ 257814 h 478792"/>
                <a:gd name="connsiteX25" fmla="*/ 735570 w 763267"/>
                <a:gd name="connsiteY25" fmla="*/ 254921 h 478792"/>
                <a:gd name="connsiteX26" fmla="*/ 740483 w 763267"/>
                <a:gd name="connsiteY26" fmla="*/ 250851 h 478792"/>
                <a:gd name="connsiteX27" fmla="*/ 745127 w 763267"/>
                <a:gd name="connsiteY27" fmla="*/ 247386 h 478792"/>
                <a:gd name="connsiteX28" fmla="*/ 746003 w 763267"/>
                <a:gd name="connsiteY28" fmla="*/ 244493 h 478792"/>
                <a:gd name="connsiteX29" fmla="*/ 742233 w 763267"/>
                <a:gd name="connsiteY29" fmla="*/ 242172 h 478792"/>
                <a:gd name="connsiteX30" fmla="*/ 737017 w 763267"/>
                <a:gd name="connsiteY30" fmla="*/ 242172 h 478792"/>
                <a:gd name="connsiteX31" fmla="*/ 735872 w 763267"/>
                <a:gd name="connsiteY31" fmla="*/ 237092 h 478792"/>
                <a:gd name="connsiteX32" fmla="*/ 731800 w 763267"/>
                <a:gd name="connsiteY32" fmla="*/ 231743 h 478792"/>
                <a:gd name="connsiteX33" fmla="*/ 728334 w 763267"/>
                <a:gd name="connsiteY33" fmla="*/ 231743 h 478792"/>
                <a:gd name="connsiteX34" fmla="*/ 722242 w 763267"/>
                <a:gd name="connsiteY34" fmla="*/ 231743 h 478792"/>
                <a:gd name="connsiteX35" fmla="*/ 717901 w 763267"/>
                <a:gd name="connsiteY35" fmla="*/ 228682 h 478792"/>
                <a:gd name="connsiteX36" fmla="*/ 714131 w 763267"/>
                <a:gd name="connsiteY36" fmla="*/ 223031 h 478792"/>
                <a:gd name="connsiteX37" fmla="*/ 707468 w 763267"/>
                <a:gd name="connsiteY37" fmla="*/ 220407 h 478792"/>
                <a:gd name="connsiteX38" fmla="*/ 704843 w 763267"/>
                <a:gd name="connsiteY38" fmla="*/ 222425 h 478792"/>
                <a:gd name="connsiteX39" fmla="*/ 702218 w 763267"/>
                <a:gd name="connsiteY39" fmla="*/ 226496 h 478792"/>
                <a:gd name="connsiteX40" fmla="*/ 699458 w 763267"/>
                <a:gd name="connsiteY40" fmla="*/ 226496 h 478792"/>
                <a:gd name="connsiteX41" fmla="*/ 692660 w 763267"/>
                <a:gd name="connsiteY41" fmla="*/ 222156 h 478792"/>
                <a:gd name="connsiteX42" fmla="*/ 692660 w 763267"/>
                <a:gd name="connsiteY42" fmla="*/ 217245 h 478792"/>
                <a:gd name="connsiteX43" fmla="*/ 690506 w 763267"/>
                <a:gd name="connsiteY43" fmla="*/ 212905 h 478792"/>
                <a:gd name="connsiteX44" fmla="*/ 684852 w 763267"/>
                <a:gd name="connsiteY44" fmla="*/ 207388 h 478792"/>
                <a:gd name="connsiteX45" fmla="*/ 683102 w 763267"/>
                <a:gd name="connsiteY45" fmla="*/ 207388 h 478792"/>
                <a:gd name="connsiteX46" fmla="*/ 676707 w 763267"/>
                <a:gd name="connsiteY46" fmla="*/ 207388 h 478792"/>
                <a:gd name="connsiteX47" fmla="*/ 675833 w 763267"/>
                <a:gd name="connsiteY47" fmla="*/ 202040 h 478792"/>
                <a:gd name="connsiteX48" fmla="*/ 673510 w 763267"/>
                <a:gd name="connsiteY48" fmla="*/ 202510 h 478792"/>
                <a:gd name="connsiteX49" fmla="*/ 671760 w 763267"/>
                <a:gd name="connsiteY49" fmla="*/ 203049 h 478792"/>
                <a:gd name="connsiteX50" fmla="*/ 669270 w 763267"/>
                <a:gd name="connsiteY50" fmla="*/ 202174 h 478792"/>
                <a:gd name="connsiteX51" fmla="*/ 666544 w 763267"/>
                <a:gd name="connsiteY51" fmla="*/ 203251 h 478792"/>
                <a:gd name="connsiteX52" fmla="*/ 663078 w 763267"/>
                <a:gd name="connsiteY52" fmla="*/ 203150 h 478792"/>
                <a:gd name="connsiteX53" fmla="*/ 661429 w 763267"/>
                <a:gd name="connsiteY53" fmla="*/ 201064 h 478792"/>
                <a:gd name="connsiteX54" fmla="*/ 663078 w 763267"/>
                <a:gd name="connsiteY54" fmla="*/ 197801 h 478792"/>
                <a:gd name="connsiteX55" fmla="*/ 663078 w 763267"/>
                <a:gd name="connsiteY55" fmla="*/ 194336 h 478792"/>
                <a:gd name="connsiteX56" fmla="*/ 663078 w 763267"/>
                <a:gd name="connsiteY56" fmla="*/ 192587 h 478792"/>
                <a:gd name="connsiteX57" fmla="*/ 663078 w 763267"/>
                <a:gd name="connsiteY57" fmla="*/ 187373 h 478792"/>
                <a:gd name="connsiteX58" fmla="*/ 663078 w 763267"/>
                <a:gd name="connsiteY58" fmla="*/ 183908 h 478792"/>
                <a:gd name="connsiteX59" fmla="*/ 658601 w 763267"/>
                <a:gd name="connsiteY59" fmla="*/ 181957 h 478792"/>
                <a:gd name="connsiteX60" fmla="*/ 655808 w 763267"/>
                <a:gd name="connsiteY60" fmla="*/ 180880 h 478792"/>
                <a:gd name="connsiteX61" fmla="*/ 653924 w 763267"/>
                <a:gd name="connsiteY61" fmla="*/ 183134 h 478792"/>
                <a:gd name="connsiteX62" fmla="*/ 650659 w 763267"/>
                <a:gd name="connsiteY62" fmla="*/ 190737 h 478792"/>
                <a:gd name="connsiteX63" fmla="*/ 645880 w 763267"/>
                <a:gd name="connsiteY63" fmla="*/ 194067 h 478792"/>
                <a:gd name="connsiteX64" fmla="*/ 639149 w 763267"/>
                <a:gd name="connsiteY64" fmla="*/ 196388 h 478792"/>
                <a:gd name="connsiteX65" fmla="*/ 633630 w 763267"/>
                <a:gd name="connsiteY65" fmla="*/ 197969 h 478792"/>
                <a:gd name="connsiteX66" fmla="*/ 629490 w 763267"/>
                <a:gd name="connsiteY66" fmla="*/ 197969 h 478792"/>
                <a:gd name="connsiteX67" fmla="*/ 623635 w 763267"/>
                <a:gd name="connsiteY67" fmla="*/ 195076 h 478792"/>
                <a:gd name="connsiteX68" fmla="*/ 619428 w 763267"/>
                <a:gd name="connsiteY68" fmla="*/ 192049 h 478792"/>
                <a:gd name="connsiteX69" fmla="*/ 614144 w 763267"/>
                <a:gd name="connsiteY69" fmla="*/ 189795 h 478792"/>
                <a:gd name="connsiteX70" fmla="*/ 610004 w 763267"/>
                <a:gd name="connsiteY70" fmla="*/ 185085 h 478792"/>
                <a:gd name="connsiteX71" fmla="*/ 604047 w 763267"/>
                <a:gd name="connsiteY71" fmla="*/ 184076 h 478792"/>
                <a:gd name="connsiteX72" fmla="*/ 601018 w 763267"/>
                <a:gd name="connsiteY72" fmla="*/ 182394 h 478792"/>
                <a:gd name="connsiteX73" fmla="*/ 600749 w 763267"/>
                <a:gd name="connsiteY73" fmla="*/ 179871 h 478792"/>
                <a:gd name="connsiteX74" fmla="*/ 601759 w 763267"/>
                <a:gd name="connsiteY74" fmla="*/ 177045 h 478792"/>
                <a:gd name="connsiteX75" fmla="*/ 603206 w 763267"/>
                <a:gd name="connsiteY75" fmla="*/ 174590 h 478792"/>
                <a:gd name="connsiteX76" fmla="*/ 603846 w 763267"/>
                <a:gd name="connsiteY76" fmla="*/ 171764 h 478792"/>
                <a:gd name="connsiteX77" fmla="*/ 603846 w 763267"/>
                <a:gd name="connsiteY77" fmla="*/ 169073 h 478792"/>
                <a:gd name="connsiteX78" fmla="*/ 602634 w 763267"/>
                <a:gd name="connsiteY78" fmla="*/ 165305 h 478792"/>
                <a:gd name="connsiteX79" fmla="*/ 600009 w 763267"/>
                <a:gd name="connsiteY79" fmla="*/ 163926 h 478792"/>
                <a:gd name="connsiteX80" fmla="*/ 598057 w 763267"/>
                <a:gd name="connsiteY80" fmla="*/ 162177 h 478792"/>
                <a:gd name="connsiteX81" fmla="*/ 594725 w 763267"/>
                <a:gd name="connsiteY81" fmla="*/ 163758 h 478792"/>
                <a:gd name="connsiteX82" fmla="*/ 589744 w 763267"/>
                <a:gd name="connsiteY82" fmla="*/ 165339 h 478792"/>
                <a:gd name="connsiteX83" fmla="*/ 582004 w 763267"/>
                <a:gd name="connsiteY83" fmla="*/ 166483 h 478792"/>
                <a:gd name="connsiteX84" fmla="*/ 577157 w 763267"/>
                <a:gd name="connsiteY84" fmla="*/ 165473 h 478792"/>
                <a:gd name="connsiteX85" fmla="*/ 574701 w 763267"/>
                <a:gd name="connsiteY85" fmla="*/ 162278 h 478792"/>
                <a:gd name="connsiteX86" fmla="*/ 571369 w 763267"/>
                <a:gd name="connsiteY86" fmla="*/ 158644 h 478792"/>
                <a:gd name="connsiteX87" fmla="*/ 567397 w 763267"/>
                <a:gd name="connsiteY87" fmla="*/ 155179 h 478792"/>
                <a:gd name="connsiteX88" fmla="*/ 564638 w 763267"/>
                <a:gd name="connsiteY88" fmla="*/ 153161 h 478792"/>
                <a:gd name="connsiteX89" fmla="*/ 562888 w 763267"/>
                <a:gd name="connsiteY89" fmla="*/ 152522 h 478792"/>
                <a:gd name="connsiteX90" fmla="*/ 557099 w 763267"/>
                <a:gd name="connsiteY90" fmla="*/ 152589 h 478792"/>
                <a:gd name="connsiteX91" fmla="*/ 555955 w 763267"/>
                <a:gd name="connsiteY91" fmla="*/ 153397 h 478792"/>
                <a:gd name="connsiteX92" fmla="*/ 554272 w 763267"/>
                <a:gd name="connsiteY92" fmla="*/ 155987 h 478792"/>
                <a:gd name="connsiteX93" fmla="*/ 552522 w 763267"/>
                <a:gd name="connsiteY93" fmla="*/ 158880 h 478792"/>
                <a:gd name="connsiteX94" fmla="*/ 550133 w 763267"/>
                <a:gd name="connsiteY94" fmla="*/ 161134 h 478792"/>
                <a:gd name="connsiteX95" fmla="*/ 548753 w 763267"/>
                <a:gd name="connsiteY95" fmla="*/ 162883 h 478792"/>
                <a:gd name="connsiteX96" fmla="*/ 546733 w 763267"/>
                <a:gd name="connsiteY96" fmla="*/ 165339 h 478792"/>
                <a:gd name="connsiteX97" fmla="*/ 545522 w 763267"/>
                <a:gd name="connsiteY97" fmla="*/ 167592 h 478792"/>
                <a:gd name="connsiteX98" fmla="*/ 544950 w 763267"/>
                <a:gd name="connsiteY98" fmla="*/ 170216 h 478792"/>
                <a:gd name="connsiteX99" fmla="*/ 543705 w 763267"/>
                <a:gd name="connsiteY99" fmla="*/ 171528 h 478792"/>
                <a:gd name="connsiteX100" fmla="*/ 542123 w 763267"/>
                <a:gd name="connsiteY100" fmla="*/ 172538 h 478792"/>
                <a:gd name="connsiteX101" fmla="*/ 539666 w 763267"/>
                <a:gd name="connsiteY101" fmla="*/ 171327 h 478792"/>
                <a:gd name="connsiteX102" fmla="*/ 537478 w 763267"/>
                <a:gd name="connsiteY102" fmla="*/ 170250 h 478792"/>
                <a:gd name="connsiteX103" fmla="*/ 536603 w 763267"/>
                <a:gd name="connsiteY103" fmla="*/ 166550 h 478792"/>
                <a:gd name="connsiteX104" fmla="*/ 539666 w 763267"/>
                <a:gd name="connsiteY104" fmla="*/ 163085 h 478792"/>
                <a:gd name="connsiteX105" fmla="*/ 539666 w 763267"/>
                <a:gd name="connsiteY105" fmla="*/ 159620 h 478792"/>
                <a:gd name="connsiteX106" fmla="*/ 539666 w 763267"/>
                <a:gd name="connsiteY106" fmla="*/ 157232 h 478792"/>
                <a:gd name="connsiteX107" fmla="*/ 536738 w 763267"/>
                <a:gd name="connsiteY107" fmla="*/ 158745 h 478792"/>
                <a:gd name="connsiteX108" fmla="*/ 534685 w 763267"/>
                <a:gd name="connsiteY108" fmla="*/ 158106 h 478792"/>
                <a:gd name="connsiteX109" fmla="*/ 533474 w 763267"/>
                <a:gd name="connsiteY109" fmla="*/ 156895 h 478792"/>
                <a:gd name="connsiteX110" fmla="*/ 530647 w 763267"/>
                <a:gd name="connsiteY110" fmla="*/ 153195 h 478792"/>
                <a:gd name="connsiteX111" fmla="*/ 527382 w 763267"/>
                <a:gd name="connsiteY111" fmla="*/ 151143 h 478792"/>
                <a:gd name="connsiteX112" fmla="*/ 524252 w 763267"/>
                <a:gd name="connsiteY112" fmla="*/ 149730 h 478792"/>
                <a:gd name="connsiteX113" fmla="*/ 520551 w 763267"/>
                <a:gd name="connsiteY113" fmla="*/ 144415 h 478792"/>
                <a:gd name="connsiteX114" fmla="*/ 521291 w 763267"/>
                <a:gd name="connsiteY114" fmla="*/ 141926 h 478792"/>
                <a:gd name="connsiteX115" fmla="*/ 524219 w 763267"/>
                <a:gd name="connsiteY115" fmla="*/ 137250 h 478792"/>
                <a:gd name="connsiteX116" fmla="*/ 520315 w 763267"/>
                <a:gd name="connsiteY116" fmla="*/ 135299 h 478792"/>
                <a:gd name="connsiteX117" fmla="*/ 515974 w 763267"/>
                <a:gd name="connsiteY117" fmla="*/ 130623 h 478792"/>
                <a:gd name="connsiteX118" fmla="*/ 515872 w 763267"/>
                <a:gd name="connsiteY118" fmla="*/ 127360 h 478792"/>
                <a:gd name="connsiteX119" fmla="*/ 517387 w 763267"/>
                <a:gd name="connsiteY119" fmla="*/ 126283 h 478792"/>
                <a:gd name="connsiteX120" fmla="*/ 519776 w 763267"/>
                <a:gd name="connsiteY120" fmla="*/ 125207 h 478792"/>
                <a:gd name="connsiteX121" fmla="*/ 522065 w 763267"/>
                <a:gd name="connsiteY121" fmla="*/ 123155 h 478792"/>
                <a:gd name="connsiteX122" fmla="*/ 522704 w 763267"/>
                <a:gd name="connsiteY122" fmla="*/ 118479 h 478792"/>
                <a:gd name="connsiteX123" fmla="*/ 517925 w 763267"/>
                <a:gd name="connsiteY123" fmla="*/ 114577 h 478792"/>
                <a:gd name="connsiteX124" fmla="*/ 516041 w 763267"/>
                <a:gd name="connsiteY124" fmla="*/ 113063 h 478792"/>
                <a:gd name="connsiteX125" fmla="*/ 515334 w 763267"/>
                <a:gd name="connsiteY125" fmla="*/ 111011 h 478792"/>
                <a:gd name="connsiteX126" fmla="*/ 515334 w 763267"/>
                <a:gd name="connsiteY126" fmla="*/ 107546 h 478792"/>
                <a:gd name="connsiteX127" fmla="*/ 515603 w 763267"/>
                <a:gd name="connsiteY127" fmla="*/ 103846 h 478792"/>
                <a:gd name="connsiteX128" fmla="*/ 515974 w 763267"/>
                <a:gd name="connsiteY128" fmla="*/ 97992 h 478792"/>
                <a:gd name="connsiteX129" fmla="*/ 515974 w 763267"/>
                <a:gd name="connsiteY129" fmla="*/ 94527 h 478792"/>
                <a:gd name="connsiteX130" fmla="*/ 511867 w 763267"/>
                <a:gd name="connsiteY130" fmla="*/ 92341 h 478792"/>
                <a:gd name="connsiteX131" fmla="*/ 508603 w 763267"/>
                <a:gd name="connsiteY131" fmla="*/ 93215 h 478792"/>
                <a:gd name="connsiteX132" fmla="*/ 505978 w 763267"/>
                <a:gd name="connsiteY132" fmla="*/ 94965 h 478792"/>
                <a:gd name="connsiteX133" fmla="*/ 504228 w 763267"/>
                <a:gd name="connsiteY133" fmla="*/ 96916 h 478792"/>
                <a:gd name="connsiteX134" fmla="*/ 502916 w 763267"/>
                <a:gd name="connsiteY134" fmla="*/ 99741 h 478792"/>
                <a:gd name="connsiteX135" fmla="*/ 500324 w 763267"/>
                <a:gd name="connsiteY135" fmla="*/ 101928 h 478792"/>
                <a:gd name="connsiteX136" fmla="*/ 498372 w 763267"/>
                <a:gd name="connsiteY136" fmla="*/ 102803 h 478792"/>
                <a:gd name="connsiteX137" fmla="*/ 495343 w 763267"/>
                <a:gd name="connsiteY137" fmla="*/ 103677 h 478792"/>
                <a:gd name="connsiteX138" fmla="*/ 493391 w 763267"/>
                <a:gd name="connsiteY138" fmla="*/ 104754 h 478792"/>
                <a:gd name="connsiteX139" fmla="*/ 491641 w 763267"/>
                <a:gd name="connsiteY139" fmla="*/ 106267 h 478792"/>
                <a:gd name="connsiteX140" fmla="*/ 488814 w 763267"/>
                <a:gd name="connsiteY140" fmla="*/ 108656 h 478792"/>
                <a:gd name="connsiteX141" fmla="*/ 487501 w 763267"/>
                <a:gd name="connsiteY141" fmla="*/ 109531 h 478792"/>
                <a:gd name="connsiteX142" fmla="*/ 484675 w 763267"/>
                <a:gd name="connsiteY142" fmla="*/ 108891 h 478792"/>
                <a:gd name="connsiteX143" fmla="*/ 482049 w 763267"/>
                <a:gd name="connsiteY143" fmla="*/ 108252 h 478792"/>
                <a:gd name="connsiteX144" fmla="*/ 479223 w 763267"/>
                <a:gd name="connsiteY144" fmla="*/ 105225 h 478792"/>
                <a:gd name="connsiteX145" fmla="*/ 477035 w 763267"/>
                <a:gd name="connsiteY145" fmla="*/ 104148 h 478792"/>
                <a:gd name="connsiteX146" fmla="*/ 473535 w 763267"/>
                <a:gd name="connsiteY146" fmla="*/ 100683 h 478792"/>
                <a:gd name="connsiteX147" fmla="*/ 473535 w 763267"/>
                <a:gd name="connsiteY147" fmla="*/ 98732 h 478792"/>
                <a:gd name="connsiteX148" fmla="*/ 474747 w 763267"/>
                <a:gd name="connsiteY148" fmla="*/ 94393 h 478792"/>
                <a:gd name="connsiteX149" fmla="*/ 473535 w 763267"/>
                <a:gd name="connsiteY149" fmla="*/ 92442 h 478792"/>
                <a:gd name="connsiteX150" fmla="*/ 468319 w 763267"/>
                <a:gd name="connsiteY150" fmla="*/ 92004 h 478792"/>
                <a:gd name="connsiteX151" fmla="*/ 468319 w 763267"/>
                <a:gd name="connsiteY151" fmla="*/ 93955 h 478792"/>
                <a:gd name="connsiteX152" fmla="*/ 465492 w 763267"/>
                <a:gd name="connsiteY152" fmla="*/ 95705 h 478792"/>
                <a:gd name="connsiteX153" fmla="*/ 460713 w 763267"/>
                <a:gd name="connsiteY153" fmla="*/ 96781 h 478792"/>
                <a:gd name="connsiteX154" fmla="*/ 457011 w 763267"/>
                <a:gd name="connsiteY154" fmla="*/ 96344 h 478792"/>
                <a:gd name="connsiteX155" fmla="*/ 454621 w 763267"/>
                <a:gd name="connsiteY155" fmla="*/ 96344 h 478792"/>
                <a:gd name="connsiteX156" fmla="*/ 450044 w 763267"/>
                <a:gd name="connsiteY156" fmla="*/ 97319 h 478792"/>
                <a:gd name="connsiteX157" fmla="*/ 445501 w 763267"/>
                <a:gd name="connsiteY157" fmla="*/ 98093 h 478792"/>
                <a:gd name="connsiteX158" fmla="*/ 441799 w 763267"/>
                <a:gd name="connsiteY158" fmla="*/ 98295 h 478792"/>
                <a:gd name="connsiteX159" fmla="*/ 436582 w 763267"/>
                <a:gd name="connsiteY159" fmla="*/ 98295 h 478792"/>
                <a:gd name="connsiteX160" fmla="*/ 433318 w 763267"/>
                <a:gd name="connsiteY160" fmla="*/ 99607 h 478792"/>
                <a:gd name="connsiteX161" fmla="*/ 425039 w 763267"/>
                <a:gd name="connsiteY161" fmla="*/ 101793 h 478792"/>
                <a:gd name="connsiteX162" fmla="*/ 420024 w 763267"/>
                <a:gd name="connsiteY162" fmla="*/ 101356 h 478792"/>
                <a:gd name="connsiteX163" fmla="*/ 409154 w 763267"/>
                <a:gd name="connsiteY163" fmla="*/ 100044 h 478792"/>
                <a:gd name="connsiteX164" fmla="*/ 406562 w 763267"/>
                <a:gd name="connsiteY164" fmla="*/ 101558 h 478792"/>
                <a:gd name="connsiteX165" fmla="*/ 399832 w 763267"/>
                <a:gd name="connsiteY165" fmla="*/ 101558 h 478792"/>
                <a:gd name="connsiteX166" fmla="*/ 393740 w 763267"/>
                <a:gd name="connsiteY166" fmla="*/ 102769 h 478792"/>
                <a:gd name="connsiteX167" fmla="*/ 390038 w 763267"/>
                <a:gd name="connsiteY167" fmla="*/ 102231 h 478792"/>
                <a:gd name="connsiteX168" fmla="*/ 388288 w 763267"/>
                <a:gd name="connsiteY168" fmla="*/ 102668 h 478792"/>
                <a:gd name="connsiteX169" fmla="*/ 385225 w 763267"/>
                <a:gd name="connsiteY169" fmla="*/ 103980 h 478792"/>
                <a:gd name="connsiteX170" fmla="*/ 383273 w 763267"/>
                <a:gd name="connsiteY170" fmla="*/ 104619 h 478792"/>
                <a:gd name="connsiteX171" fmla="*/ 380446 w 763267"/>
                <a:gd name="connsiteY171" fmla="*/ 105696 h 478792"/>
                <a:gd name="connsiteX172" fmla="*/ 376980 w 763267"/>
                <a:gd name="connsiteY172" fmla="*/ 105057 h 478792"/>
                <a:gd name="connsiteX173" fmla="*/ 375028 w 763267"/>
                <a:gd name="connsiteY173" fmla="*/ 105057 h 478792"/>
                <a:gd name="connsiteX174" fmla="*/ 372638 w 763267"/>
                <a:gd name="connsiteY174" fmla="*/ 103005 h 478792"/>
                <a:gd name="connsiteX175" fmla="*/ 369812 w 763267"/>
                <a:gd name="connsiteY175" fmla="*/ 100515 h 478792"/>
                <a:gd name="connsiteX176" fmla="*/ 367860 w 763267"/>
                <a:gd name="connsiteY176" fmla="*/ 99876 h 478792"/>
                <a:gd name="connsiteX177" fmla="*/ 365032 w 763267"/>
                <a:gd name="connsiteY177" fmla="*/ 99641 h 478792"/>
                <a:gd name="connsiteX178" fmla="*/ 360893 w 763267"/>
                <a:gd name="connsiteY178" fmla="*/ 98766 h 478792"/>
                <a:gd name="connsiteX179" fmla="*/ 357426 w 763267"/>
                <a:gd name="connsiteY179" fmla="*/ 97017 h 478792"/>
                <a:gd name="connsiteX180" fmla="*/ 354600 w 763267"/>
                <a:gd name="connsiteY180" fmla="*/ 96142 h 478792"/>
                <a:gd name="connsiteX181" fmla="*/ 352849 w 763267"/>
                <a:gd name="connsiteY181" fmla="*/ 93316 h 478792"/>
                <a:gd name="connsiteX182" fmla="*/ 350898 w 763267"/>
                <a:gd name="connsiteY182" fmla="*/ 92004 h 478792"/>
                <a:gd name="connsiteX183" fmla="*/ 348306 w 763267"/>
                <a:gd name="connsiteY183" fmla="*/ 91365 h 478792"/>
                <a:gd name="connsiteX184" fmla="*/ 343292 w 763267"/>
                <a:gd name="connsiteY184" fmla="*/ 90289 h 478792"/>
                <a:gd name="connsiteX185" fmla="*/ 341104 w 763267"/>
                <a:gd name="connsiteY185" fmla="*/ 89650 h 478792"/>
                <a:gd name="connsiteX186" fmla="*/ 339791 w 763267"/>
                <a:gd name="connsiteY186" fmla="*/ 89010 h 478792"/>
                <a:gd name="connsiteX187" fmla="*/ 335013 w 763267"/>
                <a:gd name="connsiteY187" fmla="*/ 87698 h 478792"/>
                <a:gd name="connsiteX188" fmla="*/ 333061 w 763267"/>
                <a:gd name="connsiteY188" fmla="*/ 86824 h 478792"/>
                <a:gd name="connsiteX189" fmla="*/ 330234 w 763267"/>
                <a:gd name="connsiteY189" fmla="*/ 85949 h 478792"/>
                <a:gd name="connsiteX190" fmla="*/ 328046 w 763267"/>
                <a:gd name="connsiteY190" fmla="*/ 84873 h 478792"/>
                <a:gd name="connsiteX191" fmla="*/ 326734 w 763267"/>
                <a:gd name="connsiteY191" fmla="*/ 82922 h 478792"/>
                <a:gd name="connsiteX192" fmla="*/ 324984 w 763267"/>
                <a:gd name="connsiteY192" fmla="*/ 78347 h 478792"/>
                <a:gd name="connsiteX193" fmla="*/ 323032 w 763267"/>
                <a:gd name="connsiteY193" fmla="*/ 74646 h 478792"/>
                <a:gd name="connsiteX194" fmla="*/ 321719 w 763267"/>
                <a:gd name="connsiteY194" fmla="*/ 74209 h 478792"/>
                <a:gd name="connsiteX195" fmla="*/ 318017 w 763267"/>
                <a:gd name="connsiteY195" fmla="*/ 74646 h 478792"/>
                <a:gd name="connsiteX196" fmla="*/ 316065 w 763267"/>
                <a:gd name="connsiteY196" fmla="*/ 76160 h 478792"/>
                <a:gd name="connsiteX197" fmla="*/ 312363 w 763267"/>
                <a:gd name="connsiteY197" fmla="*/ 75521 h 478792"/>
                <a:gd name="connsiteX198" fmla="*/ 305834 w 763267"/>
                <a:gd name="connsiteY198" fmla="*/ 74007 h 478792"/>
                <a:gd name="connsiteX199" fmla="*/ 301493 w 763267"/>
                <a:gd name="connsiteY199" fmla="*/ 72695 h 478792"/>
                <a:gd name="connsiteX200" fmla="*/ 299103 w 763267"/>
                <a:gd name="connsiteY200" fmla="*/ 70307 h 478792"/>
                <a:gd name="connsiteX201" fmla="*/ 297791 w 763267"/>
                <a:gd name="connsiteY201" fmla="*/ 67918 h 478792"/>
                <a:gd name="connsiteX202" fmla="*/ 296478 w 763267"/>
                <a:gd name="connsiteY202" fmla="*/ 65294 h 478792"/>
                <a:gd name="connsiteX203" fmla="*/ 294728 w 763267"/>
                <a:gd name="connsiteY203" fmla="*/ 59879 h 478792"/>
                <a:gd name="connsiteX204" fmla="*/ 292339 w 763267"/>
                <a:gd name="connsiteY204" fmla="*/ 56178 h 478792"/>
                <a:gd name="connsiteX205" fmla="*/ 286483 w 763267"/>
                <a:gd name="connsiteY205" fmla="*/ 51401 h 478792"/>
                <a:gd name="connsiteX206" fmla="*/ 278641 w 763267"/>
                <a:gd name="connsiteY206" fmla="*/ 49652 h 478792"/>
                <a:gd name="connsiteX207" fmla="*/ 276454 w 763267"/>
                <a:gd name="connsiteY207" fmla="*/ 45952 h 478792"/>
                <a:gd name="connsiteX208" fmla="*/ 275713 w 763267"/>
                <a:gd name="connsiteY208" fmla="*/ 41377 h 478792"/>
                <a:gd name="connsiteX209" fmla="*/ 276454 w 763267"/>
                <a:gd name="connsiteY209" fmla="*/ 36701 h 478792"/>
                <a:gd name="connsiteX210" fmla="*/ 274939 w 763267"/>
                <a:gd name="connsiteY210" fmla="*/ 32462 h 478792"/>
                <a:gd name="connsiteX211" fmla="*/ 270261 w 763267"/>
                <a:gd name="connsiteY211" fmla="*/ 24624 h 478792"/>
                <a:gd name="connsiteX212" fmla="*/ 267872 w 763267"/>
                <a:gd name="connsiteY212" fmla="*/ 18973 h 478792"/>
                <a:gd name="connsiteX213" fmla="*/ 265583 w 763267"/>
                <a:gd name="connsiteY213" fmla="*/ 16483 h 478792"/>
                <a:gd name="connsiteX214" fmla="*/ 262655 w 763267"/>
                <a:gd name="connsiteY214" fmla="*/ 11807 h 478792"/>
                <a:gd name="connsiteX215" fmla="*/ 259626 w 763267"/>
                <a:gd name="connsiteY215" fmla="*/ 5954 h 478792"/>
                <a:gd name="connsiteX216" fmla="*/ 257876 w 763267"/>
                <a:gd name="connsiteY216" fmla="*/ 2590 h 478792"/>
                <a:gd name="connsiteX217" fmla="*/ 256900 w 763267"/>
                <a:gd name="connsiteY217" fmla="*/ 538 h 478792"/>
                <a:gd name="connsiteX218" fmla="*/ 254948 w 763267"/>
                <a:gd name="connsiteY218" fmla="*/ 0 h 478792"/>
                <a:gd name="connsiteX219" fmla="*/ 249833 w 763267"/>
                <a:gd name="connsiteY219" fmla="*/ 3902 h 478792"/>
                <a:gd name="connsiteX220" fmla="*/ 246467 w 763267"/>
                <a:gd name="connsiteY220" fmla="*/ 6089 h 478792"/>
                <a:gd name="connsiteX221" fmla="*/ 241890 w 763267"/>
                <a:gd name="connsiteY221" fmla="*/ 7838 h 478792"/>
                <a:gd name="connsiteX222" fmla="*/ 239501 w 763267"/>
                <a:gd name="connsiteY222" fmla="*/ 10125 h 478792"/>
                <a:gd name="connsiteX223" fmla="*/ 237650 w 763267"/>
                <a:gd name="connsiteY223" fmla="*/ 12514 h 478792"/>
                <a:gd name="connsiteX224" fmla="*/ 235261 w 763267"/>
                <a:gd name="connsiteY224" fmla="*/ 14364 h 478792"/>
                <a:gd name="connsiteX225" fmla="*/ 232097 w 763267"/>
                <a:gd name="connsiteY225" fmla="*/ 16551 h 478792"/>
                <a:gd name="connsiteX226" fmla="*/ 228832 w 763267"/>
                <a:gd name="connsiteY226" fmla="*/ 16988 h 478792"/>
                <a:gd name="connsiteX227" fmla="*/ 226746 w 763267"/>
                <a:gd name="connsiteY227" fmla="*/ 16887 h 478792"/>
                <a:gd name="connsiteX228" fmla="*/ 223044 w 763267"/>
                <a:gd name="connsiteY228" fmla="*/ 15911 h 478792"/>
                <a:gd name="connsiteX229" fmla="*/ 219577 w 763267"/>
                <a:gd name="connsiteY229" fmla="*/ 13422 h 478792"/>
                <a:gd name="connsiteX230" fmla="*/ 216751 w 763267"/>
                <a:gd name="connsiteY230" fmla="*/ 10596 h 478792"/>
                <a:gd name="connsiteX231" fmla="*/ 216212 w 763267"/>
                <a:gd name="connsiteY231" fmla="*/ 8107 h 478792"/>
                <a:gd name="connsiteX232" fmla="*/ 216751 w 763267"/>
                <a:gd name="connsiteY232" fmla="*/ 4945 h 478792"/>
                <a:gd name="connsiteX233" fmla="*/ 215976 w 763267"/>
                <a:gd name="connsiteY233" fmla="*/ 3095 h 478792"/>
                <a:gd name="connsiteX234" fmla="*/ 213923 w 763267"/>
                <a:gd name="connsiteY234" fmla="*/ 2119 h 478792"/>
                <a:gd name="connsiteX235" fmla="*/ 211299 w 763267"/>
                <a:gd name="connsiteY235" fmla="*/ 2321 h 478792"/>
                <a:gd name="connsiteX236" fmla="*/ 208471 w 763267"/>
                <a:gd name="connsiteY236" fmla="*/ 5920 h 478792"/>
                <a:gd name="connsiteX237" fmla="*/ 205745 w 763267"/>
                <a:gd name="connsiteY237" fmla="*/ 7973 h 478792"/>
                <a:gd name="connsiteX238" fmla="*/ 199452 w 763267"/>
                <a:gd name="connsiteY238" fmla="*/ 10596 h 478792"/>
                <a:gd name="connsiteX239" fmla="*/ 189255 w 763267"/>
                <a:gd name="connsiteY239" fmla="*/ 10798 h 478792"/>
                <a:gd name="connsiteX240" fmla="*/ 186630 w 763267"/>
                <a:gd name="connsiteY240" fmla="*/ 12312 h 478792"/>
                <a:gd name="connsiteX241" fmla="*/ 178788 w 763267"/>
                <a:gd name="connsiteY241" fmla="*/ 13725 h 478792"/>
                <a:gd name="connsiteX242" fmla="*/ 168927 w 763267"/>
                <a:gd name="connsiteY242" fmla="*/ 12110 h 478792"/>
                <a:gd name="connsiteX243" fmla="*/ 159470 w 763267"/>
                <a:gd name="connsiteY243" fmla="*/ 9722 h 478792"/>
                <a:gd name="connsiteX244" fmla="*/ 152201 w 763267"/>
                <a:gd name="connsiteY244" fmla="*/ 7771 h 478792"/>
                <a:gd name="connsiteX245" fmla="*/ 144797 w 763267"/>
                <a:gd name="connsiteY245" fmla="*/ 5281 h 478792"/>
                <a:gd name="connsiteX246" fmla="*/ 139378 w 763267"/>
                <a:gd name="connsiteY246" fmla="*/ 2792 h 478792"/>
                <a:gd name="connsiteX247" fmla="*/ 135138 w 763267"/>
                <a:gd name="connsiteY247" fmla="*/ 841 h 478792"/>
                <a:gd name="connsiteX248" fmla="*/ 131234 w 763267"/>
                <a:gd name="connsiteY248" fmla="*/ 841 h 478792"/>
                <a:gd name="connsiteX249" fmla="*/ 126253 w 763267"/>
                <a:gd name="connsiteY249" fmla="*/ 2960 h 478792"/>
                <a:gd name="connsiteX250" fmla="*/ 121676 w 763267"/>
                <a:gd name="connsiteY250" fmla="*/ 4306 h 478792"/>
                <a:gd name="connsiteX251" fmla="*/ 117335 w 763267"/>
                <a:gd name="connsiteY251" fmla="*/ 4306 h 478792"/>
                <a:gd name="connsiteX252" fmla="*/ 112758 w 763267"/>
                <a:gd name="connsiteY252" fmla="*/ 6257 h 478792"/>
                <a:gd name="connsiteX253" fmla="*/ 111681 w 763267"/>
                <a:gd name="connsiteY253" fmla="*/ 7333 h 478792"/>
                <a:gd name="connsiteX254" fmla="*/ 108955 w 763267"/>
                <a:gd name="connsiteY254" fmla="*/ 10697 h 478792"/>
                <a:gd name="connsiteX255" fmla="*/ 108181 w 763267"/>
                <a:gd name="connsiteY255" fmla="*/ 13624 h 478792"/>
                <a:gd name="connsiteX256" fmla="*/ 109056 w 763267"/>
                <a:gd name="connsiteY256" fmla="*/ 15575 h 478792"/>
                <a:gd name="connsiteX257" fmla="*/ 117739 w 763267"/>
                <a:gd name="connsiteY257" fmla="*/ 19645 h 478792"/>
                <a:gd name="connsiteX258" fmla="*/ 121508 w 763267"/>
                <a:gd name="connsiteY258" fmla="*/ 21126 h 478792"/>
                <a:gd name="connsiteX259" fmla="*/ 126422 w 763267"/>
                <a:gd name="connsiteY259" fmla="*/ 21395 h 478792"/>
                <a:gd name="connsiteX260" fmla="*/ 131335 w 763267"/>
                <a:gd name="connsiteY260" fmla="*/ 21395 h 478792"/>
                <a:gd name="connsiteX261" fmla="*/ 137427 w 763267"/>
                <a:gd name="connsiteY261" fmla="*/ 24288 h 478792"/>
                <a:gd name="connsiteX262" fmla="*/ 137999 w 763267"/>
                <a:gd name="connsiteY262" fmla="*/ 28930 h 478792"/>
                <a:gd name="connsiteX263" fmla="*/ 138571 w 763267"/>
                <a:gd name="connsiteY263" fmla="*/ 33841 h 478792"/>
                <a:gd name="connsiteX264" fmla="*/ 136383 w 763267"/>
                <a:gd name="connsiteY264" fmla="*/ 37912 h 478792"/>
                <a:gd name="connsiteX265" fmla="*/ 136080 w 763267"/>
                <a:gd name="connsiteY265" fmla="*/ 42689 h 478792"/>
                <a:gd name="connsiteX266" fmla="*/ 141028 w 763267"/>
                <a:gd name="connsiteY266" fmla="*/ 47768 h 478792"/>
                <a:gd name="connsiteX267" fmla="*/ 145100 w 763267"/>
                <a:gd name="connsiteY267" fmla="*/ 47465 h 478792"/>
                <a:gd name="connsiteX268" fmla="*/ 151898 w 763267"/>
                <a:gd name="connsiteY268" fmla="*/ 46759 h 478792"/>
                <a:gd name="connsiteX269" fmla="*/ 160446 w 763267"/>
                <a:gd name="connsiteY269" fmla="*/ 48205 h 478792"/>
                <a:gd name="connsiteX270" fmla="*/ 165663 w 763267"/>
                <a:gd name="connsiteY270" fmla="*/ 51536 h 478792"/>
                <a:gd name="connsiteX271" fmla="*/ 173336 w 763267"/>
                <a:gd name="connsiteY271" fmla="*/ 57019 h 478792"/>
                <a:gd name="connsiteX272" fmla="*/ 174783 w 763267"/>
                <a:gd name="connsiteY272" fmla="*/ 62670 h 478792"/>
                <a:gd name="connsiteX273" fmla="*/ 173336 w 763267"/>
                <a:gd name="connsiteY273" fmla="*/ 67447 h 478792"/>
                <a:gd name="connsiteX274" fmla="*/ 170442 w 763267"/>
                <a:gd name="connsiteY274" fmla="*/ 72359 h 478792"/>
                <a:gd name="connsiteX275" fmla="*/ 164350 w 763267"/>
                <a:gd name="connsiteY275" fmla="*/ 75554 h 478792"/>
                <a:gd name="connsiteX276" fmla="*/ 155802 w 763267"/>
                <a:gd name="connsiteY276" fmla="*/ 77304 h 478792"/>
                <a:gd name="connsiteX277" fmla="*/ 151158 w 763267"/>
                <a:gd name="connsiteY277" fmla="*/ 77304 h 478792"/>
                <a:gd name="connsiteX278" fmla="*/ 142744 w 763267"/>
                <a:gd name="connsiteY278" fmla="*/ 80197 h 478792"/>
                <a:gd name="connsiteX279" fmla="*/ 133624 w 763267"/>
                <a:gd name="connsiteY279" fmla="*/ 80634 h 478792"/>
                <a:gd name="connsiteX280" fmla="*/ 128138 w 763267"/>
                <a:gd name="connsiteY280" fmla="*/ 77304 h 478792"/>
                <a:gd name="connsiteX281" fmla="*/ 121744 w 763267"/>
                <a:gd name="connsiteY281" fmla="*/ 77304 h 478792"/>
                <a:gd name="connsiteX282" fmla="*/ 119421 w 763267"/>
                <a:gd name="connsiteY282" fmla="*/ 80129 h 478792"/>
                <a:gd name="connsiteX283" fmla="*/ 116393 w 763267"/>
                <a:gd name="connsiteY283" fmla="*/ 81206 h 478792"/>
                <a:gd name="connsiteX284" fmla="*/ 115518 w 763267"/>
                <a:gd name="connsiteY284" fmla="*/ 91197 h 478792"/>
                <a:gd name="connsiteX285" fmla="*/ 114811 w 763267"/>
                <a:gd name="connsiteY285" fmla="*/ 99001 h 478792"/>
                <a:gd name="connsiteX286" fmla="*/ 111613 w 763267"/>
                <a:gd name="connsiteY286" fmla="*/ 102769 h 478792"/>
                <a:gd name="connsiteX287" fmla="*/ 107710 w 763267"/>
                <a:gd name="connsiteY287" fmla="*/ 109732 h 478792"/>
                <a:gd name="connsiteX288" fmla="*/ 108282 w 763267"/>
                <a:gd name="connsiteY288" fmla="*/ 114375 h 478792"/>
                <a:gd name="connsiteX289" fmla="*/ 113936 w 763267"/>
                <a:gd name="connsiteY289" fmla="*/ 121170 h 478792"/>
                <a:gd name="connsiteX290" fmla="*/ 118277 w 763267"/>
                <a:gd name="connsiteY290" fmla="*/ 125947 h 478792"/>
                <a:gd name="connsiteX291" fmla="*/ 120465 w 763267"/>
                <a:gd name="connsiteY291" fmla="*/ 131295 h 478792"/>
                <a:gd name="connsiteX292" fmla="*/ 120599 w 763267"/>
                <a:gd name="connsiteY292" fmla="*/ 139537 h 478792"/>
                <a:gd name="connsiteX293" fmla="*/ 120162 w 763267"/>
                <a:gd name="connsiteY293" fmla="*/ 148384 h 478792"/>
                <a:gd name="connsiteX294" fmla="*/ 119724 w 763267"/>
                <a:gd name="connsiteY294" fmla="*/ 156626 h 478792"/>
                <a:gd name="connsiteX295" fmla="*/ 120027 w 763267"/>
                <a:gd name="connsiteY295" fmla="*/ 163287 h 478792"/>
                <a:gd name="connsiteX296" fmla="*/ 123797 w 763267"/>
                <a:gd name="connsiteY296" fmla="*/ 174287 h 478792"/>
                <a:gd name="connsiteX297" fmla="*/ 124941 w 763267"/>
                <a:gd name="connsiteY297" fmla="*/ 178492 h 478792"/>
                <a:gd name="connsiteX298" fmla="*/ 128340 w 763267"/>
                <a:gd name="connsiteY298" fmla="*/ 181519 h 478792"/>
                <a:gd name="connsiteX299" fmla="*/ 132479 w 763267"/>
                <a:gd name="connsiteY299" fmla="*/ 183269 h 478792"/>
                <a:gd name="connsiteX300" fmla="*/ 135071 w 763267"/>
                <a:gd name="connsiteY300" fmla="*/ 187171 h 478792"/>
                <a:gd name="connsiteX301" fmla="*/ 132244 w 763267"/>
                <a:gd name="connsiteY301" fmla="*/ 192183 h 478792"/>
                <a:gd name="connsiteX302" fmla="*/ 130292 w 763267"/>
                <a:gd name="connsiteY302" fmla="*/ 197835 h 478792"/>
                <a:gd name="connsiteX303" fmla="*/ 135071 w 763267"/>
                <a:gd name="connsiteY303" fmla="*/ 198911 h 478792"/>
                <a:gd name="connsiteX304" fmla="*/ 145504 w 763267"/>
                <a:gd name="connsiteY304" fmla="*/ 198911 h 478792"/>
                <a:gd name="connsiteX305" fmla="*/ 147658 w 763267"/>
                <a:gd name="connsiteY305" fmla="*/ 198911 h 478792"/>
                <a:gd name="connsiteX306" fmla="*/ 148970 w 763267"/>
                <a:gd name="connsiteY306" fmla="*/ 202275 h 478792"/>
                <a:gd name="connsiteX307" fmla="*/ 154389 w 763267"/>
                <a:gd name="connsiteY307" fmla="*/ 207590 h 478792"/>
                <a:gd name="connsiteX308" fmla="*/ 158965 w 763267"/>
                <a:gd name="connsiteY308" fmla="*/ 210180 h 478792"/>
                <a:gd name="connsiteX309" fmla="*/ 165259 w 763267"/>
                <a:gd name="connsiteY309" fmla="*/ 213006 h 478792"/>
                <a:gd name="connsiteX310" fmla="*/ 167648 w 763267"/>
                <a:gd name="connsiteY310" fmla="*/ 214755 h 478792"/>
                <a:gd name="connsiteX311" fmla="*/ 169836 w 763267"/>
                <a:gd name="connsiteY311" fmla="*/ 216942 h 478792"/>
                <a:gd name="connsiteX312" fmla="*/ 173538 w 763267"/>
                <a:gd name="connsiteY312" fmla="*/ 221921 h 478792"/>
                <a:gd name="connsiteX313" fmla="*/ 172461 w 763267"/>
                <a:gd name="connsiteY313" fmla="*/ 227572 h 478792"/>
                <a:gd name="connsiteX314" fmla="*/ 172461 w 763267"/>
                <a:gd name="connsiteY314" fmla="*/ 230835 h 478792"/>
                <a:gd name="connsiteX315" fmla="*/ 173774 w 763267"/>
                <a:gd name="connsiteY315" fmla="*/ 234535 h 478792"/>
                <a:gd name="connsiteX316" fmla="*/ 175961 w 763267"/>
                <a:gd name="connsiteY316" fmla="*/ 239750 h 478792"/>
                <a:gd name="connsiteX317" fmla="*/ 175961 w 763267"/>
                <a:gd name="connsiteY317" fmla="*/ 241499 h 478792"/>
                <a:gd name="connsiteX318" fmla="*/ 175961 w 763267"/>
                <a:gd name="connsiteY318" fmla="*/ 243887 h 478792"/>
                <a:gd name="connsiteX319" fmla="*/ 172427 w 763267"/>
                <a:gd name="connsiteY319" fmla="*/ 245636 h 478792"/>
                <a:gd name="connsiteX320" fmla="*/ 171182 w 763267"/>
                <a:gd name="connsiteY320" fmla="*/ 248260 h 478792"/>
                <a:gd name="connsiteX321" fmla="*/ 172057 w 763267"/>
                <a:gd name="connsiteY321" fmla="*/ 251086 h 478792"/>
                <a:gd name="connsiteX322" fmla="*/ 173807 w 763267"/>
                <a:gd name="connsiteY322" fmla="*/ 257814 h 478792"/>
                <a:gd name="connsiteX323" fmla="*/ 175120 w 763267"/>
                <a:gd name="connsiteY323" fmla="*/ 264105 h 478792"/>
                <a:gd name="connsiteX324" fmla="*/ 175120 w 763267"/>
                <a:gd name="connsiteY324" fmla="*/ 268882 h 478792"/>
                <a:gd name="connsiteX325" fmla="*/ 172528 w 763267"/>
                <a:gd name="connsiteY325" fmla="*/ 274533 h 478792"/>
                <a:gd name="connsiteX326" fmla="*/ 172528 w 763267"/>
                <a:gd name="connsiteY326" fmla="*/ 277224 h 478792"/>
                <a:gd name="connsiteX327" fmla="*/ 169365 w 763267"/>
                <a:gd name="connsiteY327" fmla="*/ 281126 h 478792"/>
                <a:gd name="connsiteX328" fmla="*/ 165562 w 763267"/>
                <a:gd name="connsiteY328" fmla="*/ 282203 h 478792"/>
                <a:gd name="connsiteX329" fmla="*/ 162095 w 763267"/>
                <a:gd name="connsiteY329" fmla="*/ 281328 h 478792"/>
                <a:gd name="connsiteX330" fmla="*/ 162095 w 763267"/>
                <a:gd name="connsiteY330" fmla="*/ 278502 h 478792"/>
                <a:gd name="connsiteX331" fmla="*/ 160379 w 763267"/>
                <a:gd name="connsiteY331" fmla="*/ 274365 h 478792"/>
                <a:gd name="connsiteX332" fmla="*/ 160379 w 763267"/>
                <a:gd name="connsiteY332" fmla="*/ 271775 h 478792"/>
                <a:gd name="connsiteX333" fmla="*/ 158191 w 763267"/>
                <a:gd name="connsiteY333" fmla="*/ 271775 h 478792"/>
                <a:gd name="connsiteX334" fmla="*/ 154288 w 763267"/>
                <a:gd name="connsiteY334" fmla="*/ 273524 h 478792"/>
                <a:gd name="connsiteX335" fmla="*/ 149071 w 763267"/>
                <a:gd name="connsiteY335" fmla="*/ 273524 h 478792"/>
                <a:gd name="connsiteX336" fmla="*/ 142340 w 763267"/>
                <a:gd name="connsiteY336" fmla="*/ 273524 h 478792"/>
                <a:gd name="connsiteX337" fmla="*/ 134970 w 763267"/>
                <a:gd name="connsiteY337" fmla="*/ 275374 h 478792"/>
                <a:gd name="connsiteX338" fmla="*/ 131066 w 763267"/>
                <a:gd name="connsiteY338" fmla="*/ 278536 h 478792"/>
                <a:gd name="connsiteX339" fmla="*/ 128037 w 763267"/>
                <a:gd name="connsiteY339" fmla="*/ 281160 h 478792"/>
                <a:gd name="connsiteX340" fmla="*/ 125210 w 763267"/>
                <a:gd name="connsiteY340" fmla="*/ 285298 h 478792"/>
                <a:gd name="connsiteX341" fmla="*/ 122585 w 763267"/>
                <a:gd name="connsiteY341" fmla="*/ 289637 h 478792"/>
                <a:gd name="connsiteX342" fmla="*/ 121508 w 763267"/>
                <a:gd name="connsiteY342" fmla="*/ 291824 h 478792"/>
                <a:gd name="connsiteX343" fmla="*/ 119556 w 763267"/>
                <a:gd name="connsiteY343" fmla="*/ 295289 h 478792"/>
                <a:gd name="connsiteX344" fmla="*/ 118244 w 763267"/>
                <a:gd name="connsiteY344" fmla="*/ 297038 h 478792"/>
                <a:gd name="connsiteX345" fmla="*/ 113229 w 763267"/>
                <a:gd name="connsiteY345" fmla="*/ 298787 h 478792"/>
                <a:gd name="connsiteX346" fmla="*/ 110200 w 763267"/>
                <a:gd name="connsiteY346" fmla="*/ 301411 h 478792"/>
                <a:gd name="connsiteX347" fmla="*/ 106296 w 763267"/>
                <a:gd name="connsiteY347" fmla="*/ 304237 h 478792"/>
                <a:gd name="connsiteX348" fmla="*/ 103032 w 763267"/>
                <a:gd name="connsiteY348" fmla="*/ 307500 h 478792"/>
                <a:gd name="connsiteX349" fmla="*/ 103032 w 763267"/>
                <a:gd name="connsiteY349" fmla="*/ 312714 h 478792"/>
                <a:gd name="connsiteX350" fmla="*/ 103032 w 763267"/>
                <a:gd name="connsiteY350" fmla="*/ 318130 h 478792"/>
                <a:gd name="connsiteX351" fmla="*/ 101315 w 763267"/>
                <a:gd name="connsiteY351" fmla="*/ 323983 h 478792"/>
                <a:gd name="connsiteX352" fmla="*/ 97176 w 763267"/>
                <a:gd name="connsiteY352" fmla="*/ 327448 h 478792"/>
                <a:gd name="connsiteX353" fmla="*/ 96065 w 763267"/>
                <a:gd name="connsiteY353" fmla="*/ 324858 h 478792"/>
                <a:gd name="connsiteX354" fmla="*/ 96065 w 763267"/>
                <a:gd name="connsiteY354" fmla="*/ 317895 h 478792"/>
                <a:gd name="connsiteX355" fmla="*/ 96065 w 763267"/>
                <a:gd name="connsiteY355" fmla="*/ 312680 h 478792"/>
                <a:gd name="connsiteX356" fmla="*/ 96065 w 763267"/>
                <a:gd name="connsiteY356" fmla="*/ 309215 h 478792"/>
                <a:gd name="connsiteX357" fmla="*/ 96065 w 763267"/>
                <a:gd name="connsiteY357" fmla="*/ 305750 h 478792"/>
                <a:gd name="connsiteX358" fmla="*/ 92262 w 763267"/>
                <a:gd name="connsiteY358" fmla="*/ 303127 h 478792"/>
                <a:gd name="connsiteX359" fmla="*/ 89099 w 763267"/>
                <a:gd name="connsiteY359" fmla="*/ 302252 h 478792"/>
                <a:gd name="connsiteX360" fmla="*/ 89099 w 763267"/>
                <a:gd name="connsiteY360" fmla="*/ 304439 h 478792"/>
                <a:gd name="connsiteX361" fmla="*/ 87685 w 763267"/>
                <a:gd name="connsiteY361" fmla="*/ 307062 h 478792"/>
                <a:gd name="connsiteX362" fmla="*/ 84387 w 763267"/>
                <a:gd name="connsiteY362" fmla="*/ 310763 h 478792"/>
                <a:gd name="connsiteX363" fmla="*/ 81291 w 763267"/>
                <a:gd name="connsiteY363" fmla="*/ 312512 h 478792"/>
                <a:gd name="connsiteX364" fmla="*/ 77824 w 763267"/>
                <a:gd name="connsiteY364" fmla="*/ 312748 h 478792"/>
                <a:gd name="connsiteX365" fmla="*/ 74762 w 763267"/>
                <a:gd name="connsiteY365" fmla="*/ 307096 h 478792"/>
                <a:gd name="connsiteX366" fmla="*/ 72170 w 763267"/>
                <a:gd name="connsiteY366" fmla="*/ 304069 h 478792"/>
                <a:gd name="connsiteX367" fmla="*/ 68031 w 763267"/>
                <a:gd name="connsiteY367" fmla="*/ 302757 h 478792"/>
                <a:gd name="connsiteX368" fmla="*/ 63891 w 763267"/>
                <a:gd name="connsiteY368" fmla="*/ 301445 h 478792"/>
                <a:gd name="connsiteX369" fmla="*/ 59314 w 763267"/>
                <a:gd name="connsiteY369" fmla="*/ 301445 h 478792"/>
                <a:gd name="connsiteX370" fmla="*/ 58237 w 763267"/>
                <a:gd name="connsiteY370" fmla="*/ 302757 h 478792"/>
                <a:gd name="connsiteX371" fmla="*/ 56723 w 763267"/>
                <a:gd name="connsiteY371" fmla="*/ 304708 h 478792"/>
                <a:gd name="connsiteX372" fmla="*/ 53458 w 763267"/>
                <a:gd name="connsiteY372" fmla="*/ 306659 h 478792"/>
                <a:gd name="connsiteX373" fmla="*/ 50631 w 763267"/>
                <a:gd name="connsiteY373" fmla="*/ 307971 h 478792"/>
                <a:gd name="connsiteX374" fmla="*/ 49554 w 763267"/>
                <a:gd name="connsiteY374" fmla="*/ 310157 h 478792"/>
                <a:gd name="connsiteX375" fmla="*/ 49117 w 763267"/>
                <a:gd name="connsiteY375" fmla="*/ 312108 h 478792"/>
                <a:gd name="connsiteX376" fmla="*/ 48040 w 763267"/>
                <a:gd name="connsiteY376" fmla="*/ 313622 h 478792"/>
                <a:gd name="connsiteX377" fmla="*/ 46324 w 763267"/>
                <a:gd name="connsiteY377" fmla="*/ 316246 h 478792"/>
                <a:gd name="connsiteX378" fmla="*/ 43261 w 763267"/>
                <a:gd name="connsiteY378" fmla="*/ 316885 h 478792"/>
                <a:gd name="connsiteX379" fmla="*/ 40434 w 763267"/>
                <a:gd name="connsiteY379" fmla="*/ 312748 h 478792"/>
                <a:gd name="connsiteX380" fmla="*/ 34545 w 763267"/>
                <a:gd name="connsiteY380" fmla="*/ 306221 h 478792"/>
                <a:gd name="connsiteX381" fmla="*/ 29126 w 763267"/>
                <a:gd name="connsiteY381" fmla="*/ 301445 h 478792"/>
                <a:gd name="connsiteX382" fmla="*/ 27376 w 763267"/>
                <a:gd name="connsiteY382" fmla="*/ 301445 h 478792"/>
                <a:gd name="connsiteX383" fmla="*/ 24785 w 763267"/>
                <a:gd name="connsiteY383" fmla="*/ 305784 h 478792"/>
                <a:gd name="connsiteX384" fmla="*/ 24785 w 763267"/>
                <a:gd name="connsiteY384" fmla="*/ 308812 h 478792"/>
                <a:gd name="connsiteX385" fmla="*/ 24347 w 763267"/>
                <a:gd name="connsiteY385" fmla="*/ 312277 h 478792"/>
                <a:gd name="connsiteX386" fmla="*/ 24549 w 763267"/>
                <a:gd name="connsiteY386" fmla="*/ 316784 h 478792"/>
                <a:gd name="connsiteX387" fmla="*/ 17145 w 763267"/>
                <a:gd name="connsiteY387" fmla="*/ 317087 h 478792"/>
                <a:gd name="connsiteX388" fmla="*/ 13443 w 763267"/>
                <a:gd name="connsiteY388" fmla="*/ 317087 h 478792"/>
                <a:gd name="connsiteX389" fmla="*/ 11693 w 763267"/>
                <a:gd name="connsiteY389" fmla="*/ 317087 h 478792"/>
                <a:gd name="connsiteX390" fmla="*/ 8227 w 763267"/>
                <a:gd name="connsiteY390" fmla="*/ 317087 h 478792"/>
                <a:gd name="connsiteX391" fmla="*/ 4962 w 763267"/>
                <a:gd name="connsiteY391" fmla="*/ 317087 h 478792"/>
                <a:gd name="connsiteX392" fmla="*/ 3448 w 763267"/>
                <a:gd name="connsiteY392" fmla="*/ 318836 h 478792"/>
                <a:gd name="connsiteX393" fmla="*/ 2337 w 763267"/>
                <a:gd name="connsiteY393" fmla="*/ 323613 h 478792"/>
                <a:gd name="connsiteX394" fmla="*/ 3650 w 763267"/>
                <a:gd name="connsiteY394" fmla="*/ 329265 h 478792"/>
                <a:gd name="connsiteX395" fmla="*/ 6039 w 763267"/>
                <a:gd name="connsiteY395" fmla="*/ 336665 h 478792"/>
                <a:gd name="connsiteX396" fmla="*/ 11929 w 763267"/>
                <a:gd name="connsiteY396" fmla="*/ 340130 h 478792"/>
                <a:gd name="connsiteX397" fmla="*/ 14756 w 763267"/>
                <a:gd name="connsiteY397" fmla="*/ 343831 h 478792"/>
                <a:gd name="connsiteX398" fmla="*/ 15631 w 763267"/>
                <a:gd name="connsiteY398" fmla="*/ 350996 h 478792"/>
                <a:gd name="connsiteX399" fmla="*/ 17381 w 763267"/>
                <a:gd name="connsiteY399" fmla="*/ 357085 h 478792"/>
                <a:gd name="connsiteX400" fmla="*/ 16943 w 763267"/>
                <a:gd name="connsiteY400" fmla="*/ 362501 h 478792"/>
                <a:gd name="connsiteX401" fmla="*/ 14554 w 763267"/>
                <a:gd name="connsiteY401" fmla="*/ 363577 h 478792"/>
                <a:gd name="connsiteX402" fmla="*/ 9337 w 763267"/>
                <a:gd name="connsiteY402" fmla="*/ 366403 h 478792"/>
                <a:gd name="connsiteX403" fmla="*/ 8260 w 763267"/>
                <a:gd name="connsiteY403" fmla="*/ 369430 h 478792"/>
                <a:gd name="connsiteX404" fmla="*/ 13039 w 763267"/>
                <a:gd name="connsiteY404" fmla="*/ 371617 h 478792"/>
                <a:gd name="connsiteX405" fmla="*/ 19131 w 763267"/>
                <a:gd name="connsiteY405" fmla="*/ 374443 h 478792"/>
                <a:gd name="connsiteX406" fmla="*/ 15866 w 763267"/>
                <a:gd name="connsiteY406" fmla="*/ 377067 h 478792"/>
                <a:gd name="connsiteX407" fmla="*/ 15664 w 763267"/>
                <a:gd name="connsiteY407" fmla="*/ 380330 h 478792"/>
                <a:gd name="connsiteX408" fmla="*/ 16102 w 763267"/>
                <a:gd name="connsiteY408" fmla="*/ 387932 h 478792"/>
                <a:gd name="connsiteX409" fmla="*/ 12635 w 763267"/>
                <a:gd name="connsiteY409" fmla="*/ 388134 h 478792"/>
                <a:gd name="connsiteX410" fmla="*/ 6981 w 763267"/>
                <a:gd name="connsiteY410" fmla="*/ 384669 h 478792"/>
                <a:gd name="connsiteX411" fmla="*/ 2405 w 763267"/>
                <a:gd name="connsiteY411" fmla="*/ 386856 h 478792"/>
                <a:gd name="connsiteX412" fmla="*/ 15 w 763267"/>
                <a:gd name="connsiteY412" fmla="*/ 389244 h 478792"/>
                <a:gd name="connsiteX413" fmla="*/ 15 w 763267"/>
                <a:gd name="connsiteY413" fmla="*/ 394458 h 478792"/>
                <a:gd name="connsiteX414" fmla="*/ 3279 w 763267"/>
                <a:gd name="connsiteY414" fmla="*/ 400110 h 478792"/>
                <a:gd name="connsiteX415" fmla="*/ 6746 w 763267"/>
                <a:gd name="connsiteY415" fmla="*/ 404012 h 478792"/>
                <a:gd name="connsiteX416" fmla="*/ 13477 w 763267"/>
                <a:gd name="connsiteY416" fmla="*/ 402935 h 478792"/>
                <a:gd name="connsiteX417" fmla="*/ 15664 w 763267"/>
                <a:gd name="connsiteY417" fmla="*/ 401186 h 478792"/>
                <a:gd name="connsiteX418" fmla="*/ 17852 w 763267"/>
                <a:gd name="connsiteY418" fmla="*/ 399672 h 478792"/>
                <a:gd name="connsiteX419" fmla="*/ 17852 w 763267"/>
                <a:gd name="connsiteY419" fmla="*/ 394458 h 478792"/>
                <a:gd name="connsiteX420" fmla="*/ 22092 w 763267"/>
                <a:gd name="connsiteY420" fmla="*/ 392709 h 478792"/>
                <a:gd name="connsiteX421" fmla="*/ 25256 w 763267"/>
                <a:gd name="connsiteY421" fmla="*/ 394862 h 478792"/>
                <a:gd name="connsiteX422" fmla="*/ 26568 w 763267"/>
                <a:gd name="connsiteY422" fmla="*/ 399639 h 478792"/>
                <a:gd name="connsiteX423" fmla="*/ 26568 w 763267"/>
                <a:gd name="connsiteY423" fmla="*/ 406165 h 478792"/>
                <a:gd name="connsiteX424" fmla="*/ 32021 w 763267"/>
                <a:gd name="connsiteY424" fmla="*/ 408553 h 478792"/>
                <a:gd name="connsiteX425" fmla="*/ 40502 w 763267"/>
                <a:gd name="connsiteY425" fmla="*/ 413566 h 478792"/>
                <a:gd name="connsiteX426" fmla="*/ 47468 w 763267"/>
                <a:gd name="connsiteY426" fmla="*/ 419217 h 478792"/>
                <a:gd name="connsiteX427" fmla="*/ 49420 w 763267"/>
                <a:gd name="connsiteY427" fmla="*/ 422917 h 478792"/>
                <a:gd name="connsiteX428" fmla="*/ 48780 w 763267"/>
                <a:gd name="connsiteY428" fmla="*/ 427055 h 478792"/>
                <a:gd name="connsiteX429" fmla="*/ 47468 w 763267"/>
                <a:gd name="connsiteY429" fmla="*/ 432706 h 478792"/>
                <a:gd name="connsiteX430" fmla="*/ 47468 w 763267"/>
                <a:gd name="connsiteY430" fmla="*/ 435532 h 478792"/>
                <a:gd name="connsiteX431" fmla="*/ 52684 w 763267"/>
                <a:gd name="connsiteY431" fmla="*/ 439872 h 478792"/>
                <a:gd name="connsiteX432" fmla="*/ 52684 w 763267"/>
                <a:gd name="connsiteY432" fmla="*/ 441621 h 478792"/>
                <a:gd name="connsiteX433" fmla="*/ 51271 w 763267"/>
                <a:gd name="connsiteY433" fmla="*/ 443370 h 478792"/>
                <a:gd name="connsiteX434" fmla="*/ 52684 w 763267"/>
                <a:gd name="connsiteY434" fmla="*/ 448147 h 478792"/>
                <a:gd name="connsiteX435" fmla="*/ 57261 w 763267"/>
                <a:gd name="connsiteY435" fmla="*/ 450737 h 478792"/>
                <a:gd name="connsiteX436" fmla="*/ 64665 w 763267"/>
                <a:gd name="connsiteY436" fmla="*/ 445523 h 478792"/>
                <a:gd name="connsiteX437" fmla="*/ 70118 w 763267"/>
                <a:gd name="connsiteY437" fmla="*/ 446600 h 478792"/>
                <a:gd name="connsiteX438" fmla="*/ 71867 w 763267"/>
                <a:gd name="connsiteY438" fmla="*/ 450939 h 478792"/>
                <a:gd name="connsiteX439" fmla="*/ 73819 w 763267"/>
                <a:gd name="connsiteY439" fmla="*/ 457230 h 478792"/>
                <a:gd name="connsiteX440" fmla="*/ 70118 w 763267"/>
                <a:gd name="connsiteY440" fmla="*/ 458744 h 478792"/>
                <a:gd name="connsiteX441" fmla="*/ 70118 w 763267"/>
                <a:gd name="connsiteY441" fmla="*/ 463520 h 478792"/>
                <a:gd name="connsiteX442" fmla="*/ 71733 w 763267"/>
                <a:gd name="connsiteY442" fmla="*/ 468129 h 478792"/>
                <a:gd name="connsiteX443" fmla="*/ 78127 w 763267"/>
                <a:gd name="connsiteY443" fmla="*/ 470988 h 478792"/>
                <a:gd name="connsiteX444" fmla="*/ 84252 w 763267"/>
                <a:gd name="connsiteY444" fmla="*/ 473680 h 478792"/>
                <a:gd name="connsiteX445" fmla="*/ 85599 w 763267"/>
                <a:gd name="connsiteY445" fmla="*/ 474016 h 478792"/>
                <a:gd name="connsiteX446" fmla="*/ 85195 w 763267"/>
                <a:gd name="connsiteY446" fmla="*/ 472637 h 478792"/>
                <a:gd name="connsiteX447" fmla="*/ 86373 w 763267"/>
                <a:gd name="connsiteY447" fmla="*/ 467995 h 478792"/>
                <a:gd name="connsiteX448" fmla="*/ 88392 w 763267"/>
                <a:gd name="connsiteY448" fmla="*/ 463083 h 478792"/>
                <a:gd name="connsiteX449" fmla="*/ 90714 w 763267"/>
                <a:gd name="connsiteY449" fmla="*/ 457566 h 478792"/>
                <a:gd name="connsiteX450" fmla="*/ 94786 w 763267"/>
                <a:gd name="connsiteY450" fmla="*/ 453496 h 478792"/>
                <a:gd name="connsiteX451" fmla="*/ 98253 w 763267"/>
                <a:gd name="connsiteY451" fmla="*/ 448584 h 478792"/>
                <a:gd name="connsiteX452" fmla="*/ 99700 w 763267"/>
                <a:gd name="connsiteY452" fmla="*/ 443068 h 478792"/>
                <a:gd name="connsiteX453" fmla="*/ 100844 w 763267"/>
                <a:gd name="connsiteY453" fmla="*/ 434960 h 478792"/>
                <a:gd name="connsiteX454" fmla="*/ 102863 w 763267"/>
                <a:gd name="connsiteY454" fmla="*/ 431495 h 478792"/>
                <a:gd name="connsiteX455" fmla="*/ 108080 w 763267"/>
                <a:gd name="connsiteY455" fmla="*/ 429477 h 478792"/>
                <a:gd name="connsiteX456" fmla="*/ 110974 w 763267"/>
                <a:gd name="connsiteY456" fmla="*/ 426281 h 478792"/>
                <a:gd name="connsiteX457" fmla="*/ 112118 w 763267"/>
                <a:gd name="connsiteY457" fmla="*/ 422211 h 478792"/>
                <a:gd name="connsiteX458" fmla="*/ 111243 w 763267"/>
                <a:gd name="connsiteY458" fmla="*/ 417300 h 478792"/>
                <a:gd name="connsiteX459" fmla="*/ 110941 w 763267"/>
                <a:gd name="connsiteY459" fmla="*/ 412657 h 478792"/>
                <a:gd name="connsiteX460" fmla="*/ 117907 w 763267"/>
                <a:gd name="connsiteY460" fmla="*/ 412657 h 478792"/>
                <a:gd name="connsiteX461" fmla="*/ 119926 w 763267"/>
                <a:gd name="connsiteY461" fmla="*/ 415248 h 478792"/>
                <a:gd name="connsiteX462" fmla="*/ 124873 w 763267"/>
                <a:gd name="connsiteY462" fmla="*/ 415550 h 478792"/>
                <a:gd name="connsiteX463" fmla="*/ 128340 w 763267"/>
                <a:gd name="connsiteY463" fmla="*/ 415550 h 478792"/>
                <a:gd name="connsiteX464" fmla="*/ 132681 w 763267"/>
                <a:gd name="connsiteY464" fmla="*/ 412657 h 478792"/>
                <a:gd name="connsiteX465" fmla="*/ 135273 w 763267"/>
                <a:gd name="connsiteY465" fmla="*/ 409462 h 478792"/>
                <a:gd name="connsiteX466" fmla="*/ 139042 w 763267"/>
                <a:gd name="connsiteY466" fmla="*/ 407140 h 478792"/>
                <a:gd name="connsiteX467" fmla="*/ 141061 w 763267"/>
                <a:gd name="connsiteY467" fmla="*/ 404685 h 478792"/>
                <a:gd name="connsiteX468" fmla="*/ 148028 w 763267"/>
                <a:gd name="connsiteY468" fmla="*/ 400480 h 478792"/>
                <a:gd name="connsiteX469" fmla="*/ 150922 w 763267"/>
                <a:gd name="connsiteY469" fmla="*/ 400480 h 478792"/>
                <a:gd name="connsiteX470" fmla="*/ 156139 w 763267"/>
                <a:gd name="connsiteY470" fmla="*/ 400480 h 478792"/>
                <a:gd name="connsiteX471" fmla="*/ 160211 w 763267"/>
                <a:gd name="connsiteY471" fmla="*/ 400480 h 478792"/>
                <a:gd name="connsiteX472" fmla="*/ 165730 w 763267"/>
                <a:gd name="connsiteY472" fmla="*/ 401354 h 478792"/>
                <a:gd name="connsiteX473" fmla="*/ 171249 w 763267"/>
                <a:gd name="connsiteY473" fmla="*/ 401657 h 478792"/>
                <a:gd name="connsiteX474" fmla="*/ 179091 w 763267"/>
                <a:gd name="connsiteY474" fmla="*/ 402229 h 478792"/>
                <a:gd name="connsiteX475" fmla="*/ 182860 w 763267"/>
                <a:gd name="connsiteY475" fmla="*/ 404853 h 478792"/>
                <a:gd name="connsiteX476" fmla="*/ 184880 w 763267"/>
                <a:gd name="connsiteY476" fmla="*/ 405997 h 478792"/>
                <a:gd name="connsiteX477" fmla="*/ 188649 w 763267"/>
                <a:gd name="connsiteY477" fmla="*/ 408890 h 478792"/>
                <a:gd name="connsiteX478" fmla="*/ 191274 w 763267"/>
                <a:gd name="connsiteY478" fmla="*/ 412086 h 478792"/>
                <a:gd name="connsiteX479" fmla="*/ 193899 w 763267"/>
                <a:gd name="connsiteY479" fmla="*/ 415853 h 478792"/>
                <a:gd name="connsiteX480" fmla="*/ 199115 w 763267"/>
                <a:gd name="connsiteY480" fmla="*/ 418174 h 478792"/>
                <a:gd name="connsiteX481" fmla="*/ 206654 w 763267"/>
                <a:gd name="connsiteY481" fmla="*/ 413229 h 478792"/>
                <a:gd name="connsiteX482" fmla="*/ 209245 w 763267"/>
                <a:gd name="connsiteY482" fmla="*/ 408318 h 478792"/>
                <a:gd name="connsiteX483" fmla="*/ 214765 w 763267"/>
                <a:gd name="connsiteY483" fmla="*/ 405425 h 478792"/>
                <a:gd name="connsiteX484" fmla="*/ 218231 w 763267"/>
                <a:gd name="connsiteY484" fmla="*/ 403104 h 478792"/>
                <a:gd name="connsiteX485" fmla="*/ 221428 w 763267"/>
                <a:gd name="connsiteY485" fmla="*/ 400110 h 478792"/>
                <a:gd name="connsiteX486" fmla="*/ 221428 w 763267"/>
                <a:gd name="connsiteY486" fmla="*/ 396140 h 478792"/>
                <a:gd name="connsiteX487" fmla="*/ 219981 w 763267"/>
                <a:gd name="connsiteY487" fmla="*/ 394391 h 478792"/>
                <a:gd name="connsiteX488" fmla="*/ 218231 w 763267"/>
                <a:gd name="connsiteY488" fmla="*/ 393214 h 478792"/>
                <a:gd name="connsiteX489" fmla="*/ 215034 w 763267"/>
                <a:gd name="connsiteY489" fmla="*/ 391767 h 478792"/>
                <a:gd name="connsiteX490" fmla="*/ 211568 w 763267"/>
                <a:gd name="connsiteY490" fmla="*/ 389446 h 478792"/>
                <a:gd name="connsiteX491" fmla="*/ 209548 w 763267"/>
                <a:gd name="connsiteY491" fmla="*/ 389446 h 478792"/>
                <a:gd name="connsiteX492" fmla="*/ 207226 w 763267"/>
                <a:gd name="connsiteY492" fmla="*/ 386553 h 478792"/>
                <a:gd name="connsiteX493" fmla="*/ 205207 w 763267"/>
                <a:gd name="connsiteY493" fmla="*/ 382482 h 478792"/>
                <a:gd name="connsiteX494" fmla="*/ 205779 w 763267"/>
                <a:gd name="connsiteY494" fmla="*/ 379590 h 478792"/>
                <a:gd name="connsiteX495" fmla="*/ 206082 w 763267"/>
                <a:gd name="connsiteY495" fmla="*/ 374947 h 478792"/>
                <a:gd name="connsiteX496" fmla="*/ 205779 w 763267"/>
                <a:gd name="connsiteY496" fmla="*/ 369161 h 478792"/>
                <a:gd name="connsiteX497" fmla="*/ 206957 w 763267"/>
                <a:gd name="connsiteY497" fmla="*/ 367143 h 478792"/>
                <a:gd name="connsiteX498" fmla="*/ 211299 w 763267"/>
                <a:gd name="connsiteY498" fmla="*/ 367143 h 478792"/>
                <a:gd name="connsiteX499" fmla="*/ 218837 w 763267"/>
                <a:gd name="connsiteY499" fmla="*/ 367008 h 478792"/>
                <a:gd name="connsiteX500" fmla="*/ 220284 w 763267"/>
                <a:gd name="connsiteY500" fmla="*/ 367008 h 478792"/>
                <a:gd name="connsiteX501" fmla="*/ 224626 w 763267"/>
                <a:gd name="connsiteY501" fmla="*/ 367008 h 478792"/>
                <a:gd name="connsiteX502" fmla="*/ 231289 w 763267"/>
                <a:gd name="connsiteY502" fmla="*/ 366773 h 478792"/>
                <a:gd name="connsiteX503" fmla="*/ 235059 w 763267"/>
                <a:gd name="connsiteY503" fmla="*/ 363644 h 478792"/>
                <a:gd name="connsiteX504" fmla="*/ 237381 w 763267"/>
                <a:gd name="connsiteY504" fmla="*/ 360449 h 478792"/>
                <a:gd name="connsiteX505" fmla="*/ 240006 w 763267"/>
                <a:gd name="connsiteY505" fmla="*/ 356984 h 478792"/>
                <a:gd name="connsiteX506" fmla="*/ 241453 w 763267"/>
                <a:gd name="connsiteY506" fmla="*/ 356984 h 478792"/>
                <a:gd name="connsiteX507" fmla="*/ 244650 w 763267"/>
                <a:gd name="connsiteY507" fmla="*/ 358430 h 478792"/>
                <a:gd name="connsiteX508" fmla="*/ 247847 w 763267"/>
                <a:gd name="connsiteY508" fmla="*/ 365091 h 478792"/>
                <a:gd name="connsiteX509" fmla="*/ 250170 w 763267"/>
                <a:gd name="connsiteY509" fmla="*/ 370036 h 478792"/>
                <a:gd name="connsiteX510" fmla="*/ 253636 w 763267"/>
                <a:gd name="connsiteY510" fmla="*/ 372929 h 478792"/>
                <a:gd name="connsiteX511" fmla="*/ 259425 w 763267"/>
                <a:gd name="connsiteY511" fmla="*/ 371482 h 478792"/>
                <a:gd name="connsiteX512" fmla="*/ 267535 w 763267"/>
                <a:gd name="connsiteY512" fmla="*/ 369161 h 478792"/>
                <a:gd name="connsiteX513" fmla="*/ 271607 w 763267"/>
                <a:gd name="connsiteY513" fmla="*/ 367143 h 478792"/>
                <a:gd name="connsiteX514" fmla="*/ 275949 w 763267"/>
                <a:gd name="connsiteY514" fmla="*/ 370910 h 478792"/>
                <a:gd name="connsiteX515" fmla="*/ 279718 w 763267"/>
                <a:gd name="connsiteY515" fmla="*/ 372929 h 478792"/>
                <a:gd name="connsiteX516" fmla="*/ 286988 w 763267"/>
                <a:gd name="connsiteY516" fmla="*/ 376125 h 478792"/>
                <a:gd name="connsiteX517" fmla="*/ 293348 w 763267"/>
                <a:gd name="connsiteY517" fmla="*/ 377874 h 478792"/>
                <a:gd name="connsiteX518" fmla="*/ 296545 w 763267"/>
                <a:gd name="connsiteY518" fmla="*/ 379320 h 478792"/>
                <a:gd name="connsiteX519" fmla="*/ 298296 w 763267"/>
                <a:gd name="connsiteY519" fmla="*/ 382214 h 478792"/>
                <a:gd name="connsiteX520" fmla="*/ 306406 w 763267"/>
                <a:gd name="connsiteY520" fmla="*/ 385241 h 478792"/>
                <a:gd name="connsiteX521" fmla="*/ 310748 w 763267"/>
                <a:gd name="connsiteY521" fmla="*/ 384804 h 478792"/>
                <a:gd name="connsiteX522" fmla="*/ 316267 w 763267"/>
                <a:gd name="connsiteY522" fmla="*/ 384804 h 478792"/>
                <a:gd name="connsiteX523" fmla="*/ 322359 w 763267"/>
                <a:gd name="connsiteY523" fmla="*/ 383794 h 478792"/>
                <a:gd name="connsiteX524" fmla="*/ 329022 w 763267"/>
                <a:gd name="connsiteY524" fmla="*/ 383088 h 478792"/>
                <a:gd name="connsiteX525" fmla="*/ 331916 w 763267"/>
                <a:gd name="connsiteY525" fmla="*/ 383088 h 478792"/>
                <a:gd name="connsiteX526" fmla="*/ 335113 w 763267"/>
                <a:gd name="connsiteY526" fmla="*/ 385712 h 478792"/>
                <a:gd name="connsiteX527" fmla="*/ 339455 w 763267"/>
                <a:gd name="connsiteY527" fmla="*/ 387730 h 478792"/>
                <a:gd name="connsiteX528" fmla="*/ 345816 w 763267"/>
                <a:gd name="connsiteY528" fmla="*/ 391801 h 478792"/>
                <a:gd name="connsiteX529" fmla="*/ 349282 w 763267"/>
                <a:gd name="connsiteY529" fmla="*/ 392978 h 478792"/>
                <a:gd name="connsiteX530" fmla="*/ 355946 w 763267"/>
                <a:gd name="connsiteY530" fmla="*/ 398192 h 478792"/>
                <a:gd name="connsiteX531" fmla="*/ 362912 w 763267"/>
                <a:gd name="connsiteY531" fmla="*/ 400513 h 478792"/>
                <a:gd name="connsiteX532" fmla="*/ 364932 w 763267"/>
                <a:gd name="connsiteY532" fmla="*/ 406299 h 478792"/>
                <a:gd name="connsiteX533" fmla="*/ 368398 w 763267"/>
                <a:gd name="connsiteY533" fmla="*/ 408890 h 478792"/>
                <a:gd name="connsiteX534" fmla="*/ 373312 w 763267"/>
                <a:gd name="connsiteY534" fmla="*/ 412960 h 478792"/>
                <a:gd name="connsiteX535" fmla="*/ 375634 w 763267"/>
                <a:gd name="connsiteY535" fmla="*/ 420361 h 478792"/>
                <a:gd name="connsiteX536" fmla="*/ 376946 w 763267"/>
                <a:gd name="connsiteY536" fmla="*/ 422379 h 478792"/>
                <a:gd name="connsiteX537" fmla="*/ 378461 w 763267"/>
                <a:gd name="connsiteY537" fmla="*/ 421942 h 478792"/>
                <a:gd name="connsiteX538" fmla="*/ 381422 w 763267"/>
                <a:gd name="connsiteY538" fmla="*/ 417737 h 478792"/>
                <a:gd name="connsiteX539" fmla="*/ 381422 w 763267"/>
                <a:gd name="connsiteY539" fmla="*/ 415281 h 478792"/>
                <a:gd name="connsiteX540" fmla="*/ 382499 w 763267"/>
                <a:gd name="connsiteY540" fmla="*/ 414272 h 478792"/>
                <a:gd name="connsiteX541" fmla="*/ 384889 w 763267"/>
                <a:gd name="connsiteY541" fmla="*/ 417030 h 478792"/>
                <a:gd name="connsiteX542" fmla="*/ 384889 w 763267"/>
                <a:gd name="connsiteY542" fmla="*/ 418780 h 478792"/>
                <a:gd name="connsiteX543" fmla="*/ 386639 w 763267"/>
                <a:gd name="connsiteY543" fmla="*/ 422413 h 478792"/>
                <a:gd name="connsiteX544" fmla="*/ 388961 w 763267"/>
                <a:gd name="connsiteY544" fmla="*/ 423859 h 478792"/>
                <a:gd name="connsiteX545" fmla="*/ 391855 w 763267"/>
                <a:gd name="connsiteY545" fmla="*/ 423557 h 478792"/>
                <a:gd name="connsiteX546" fmla="*/ 395625 w 763267"/>
                <a:gd name="connsiteY546" fmla="*/ 421404 h 478792"/>
                <a:gd name="connsiteX547" fmla="*/ 397509 w 763267"/>
                <a:gd name="connsiteY547" fmla="*/ 419082 h 478792"/>
                <a:gd name="connsiteX548" fmla="*/ 399832 w 763267"/>
                <a:gd name="connsiteY548" fmla="*/ 416761 h 478792"/>
                <a:gd name="connsiteX549" fmla="*/ 402456 w 763267"/>
                <a:gd name="connsiteY549" fmla="*/ 412119 h 478792"/>
                <a:gd name="connsiteX550" fmla="*/ 404913 w 763267"/>
                <a:gd name="connsiteY550" fmla="*/ 411547 h 478792"/>
                <a:gd name="connsiteX551" fmla="*/ 408683 w 763267"/>
                <a:gd name="connsiteY551" fmla="*/ 409226 h 478792"/>
                <a:gd name="connsiteX552" fmla="*/ 411880 w 763267"/>
                <a:gd name="connsiteY552" fmla="*/ 409226 h 478792"/>
                <a:gd name="connsiteX553" fmla="*/ 416659 w 763267"/>
                <a:gd name="connsiteY553" fmla="*/ 408789 h 478792"/>
                <a:gd name="connsiteX554" fmla="*/ 419116 w 763267"/>
                <a:gd name="connsiteY554" fmla="*/ 410975 h 478792"/>
                <a:gd name="connsiteX555" fmla="*/ 422582 w 763267"/>
                <a:gd name="connsiteY555" fmla="*/ 407780 h 478792"/>
                <a:gd name="connsiteX556" fmla="*/ 424164 w 763267"/>
                <a:gd name="connsiteY556" fmla="*/ 404887 h 478792"/>
                <a:gd name="connsiteX557" fmla="*/ 426183 w 763267"/>
                <a:gd name="connsiteY557" fmla="*/ 401691 h 478792"/>
                <a:gd name="connsiteX558" fmla="*/ 428202 w 763267"/>
                <a:gd name="connsiteY558" fmla="*/ 398663 h 478792"/>
                <a:gd name="connsiteX559" fmla="*/ 430087 w 763267"/>
                <a:gd name="connsiteY559" fmla="*/ 395636 h 478792"/>
                <a:gd name="connsiteX560" fmla="*/ 431971 w 763267"/>
                <a:gd name="connsiteY560" fmla="*/ 393752 h 478792"/>
                <a:gd name="connsiteX561" fmla="*/ 436885 w 763267"/>
                <a:gd name="connsiteY561" fmla="*/ 392608 h 478792"/>
                <a:gd name="connsiteX562" fmla="*/ 440351 w 763267"/>
                <a:gd name="connsiteY562" fmla="*/ 392608 h 478792"/>
                <a:gd name="connsiteX563" fmla="*/ 442539 w 763267"/>
                <a:gd name="connsiteY563" fmla="*/ 392608 h 478792"/>
                <a:gd name="connsiteX564" fmla="*/ 444121 w 763267"/>
                <a:gd name="connsiteY564" fmla="*/ 394627 h 478792"/>
                <a:gd name="connsiteX565" fmla="*/ 444895 w 763267"/>
                <a:gd name="connsiteY565" fmla="*/ 395198 h 478792"/>
                <a:gd name="connsiteX566" fmla="*/ 445703 w 763267"/>
                <a:gd name="connsiteY566" fmla="*/ 398226 h 478792"/>
                <a:gd name="connsiteX567" fmla="*/ 445703 w 763267"/>
                <a:gd name="connsiteY567" fmla="*/ 401422 h 478792"/>
                <a:gd name="connsiteX568" fmla="*/ 445703 w 763267"/>
                <a:gd name="connsiteY568" fmla="*/ 406636 h 478792"/>
                <a:gd name="connsiteX569" fmla="*/ 445703 w 763267"/>
                <a:gd name="connsiteY569" fmla="*/ 408082 h 478792"/>
                <a:gd name="connsiteX570" fmla="*/ 445837 w 763267"/>
                <a:gd name="connsiteY570" fmla="*/ 413162 h 478792"/>
                <a:gd name="connsiteX571" fmla="*/ 445972 w 763267"/>
                <a:gd name="connsiteY571" fmla="*/ 416627 h 478792"/>
                <a:gd name="connsiteX572" fmla="*/ 445433 w 763267"/>
                <a:gd name="connsiteY572" fmla="*/ 420966 h 478792"/>
                <a:gd name="connsiteX573" fmla="*/ 446140 w 763267"/>
                <a:gd name="connsiteY573" fmla="*/ 424734 h 478792"/>
                <a:gd name="connsiteX574" fmla="*/ 448361 w 763267"/>
                <a:gd name="connsiteY574" fmla="*/ 427190 h 478792"/>
                <a:gd name="connsiteX575" fmla="*/ 450246 w 763267"/>
                <a:gd name="connsiteY575" fmla="*/ 429376 h 478792"/>
                <a:gd name="connsiteX576" fmla="*/ 453578 w 763267"/>
                <a:gd name="connsiteY576" fmla="*/ 430554 h 478792"/>
                <a:gd name="connsiteX577" fmla="*/ 455765 w 763267"/>
                <a:gd name="connsiteY577" fmla="*/ 429545 h 478792"/>
                <a:gd name="connsiteX578" fmla="*/ 458087 w 763267"/>
                <a:gd name="connsiteY578" fmla="*/ 427223 h 478792"/>
                <a:gd name="connsiteX579" fmla="*/ 460477 w 763267"/>
                <a:gd name="connsiteY579" fmla="*/ 427795 h 478792"/>
                <a:gd name="connsiteX580" fmla="*/ 461419 w 763267"/>
                <a:gd name="connsiteY580" fmla="*/ 429679 h 478792"/>
                <a:gd name="connsiteX581" fmla="*/ 461419 w 763267"/>
                <a:gd name="connsiteY581" fmla="*/ 432706 h 478792"/>
                <a:gd name="connsiteX582" fmla="*/ 461419 w 763267"/>
                <a:gd name="connsiteY582" fmla="*/ 436171 h 478792"/>
                <a:gd name="connsiteX583" fmla="*/ 464313 w 763267"/>
                <a:gd name="connsiteY583" fmla="*/ 435431 h 478792"/>
                <a:gd name="connsiteX584" fmla="*/ 467342 w 763267"/>
                <a:gd name="connsiteY584" fmla="*/ 432673 h 478792"/>
                <a:gd name="connsiteX585" fmla="*/ 469227 w 763267"/>
                <a:gd name="connsiteY585" fmla="*/ 431361 h 478792"/>
                <a:gd name="connsiteX586" fmla="*/ 471112 w 763267"/>
                <a:gd name="connsiteY586" fmla="*/ 428165 h 478792"/>
                <a:gd name="connsiteX587" fmla="*/ 478516 w 763267"/>
                <a:gd name="connsiteY587" fmla="*/ 422211 h 478792"/>
                <a:gd name="connsiteX588" fmla="*/ 483295 w 763267"/>
                <a:gd name="connsiteY588" fmla="*/ 418578 h 478792"/>
                <a:gd name="connsiteX589" fmla="*/ 485449 w 763267"/>
                <a:gd name="connsiteY589" fmla="*/ 414945 h 478792"/>
                <a:gd name="connsiteX590" fmla="*/ 489218 w 763267"/>
                <a:gd name="connsiteY590" fmla="*/ 410740 h 478792"/>
                <a:gd name="connsiteX591" fmla="*/ 490665 w 763267"/>
                <a:gd name="connsiteY591" fmla="*/ 408722 h 478792"/>
                <a:gd name="connsiteX592" fmla="*/ 492247 w 763267"/>
                <a:gd name="connsiteY592" fmla="*/ 407847 h 478792"/>
                <a:gd name="connsiteX593" fmla="*/ 496723 w 763267"/>
                <a:gd name="connsiteY593" fmla="*/ 404214 h 478792"/>
                <a:gd name="connsiteX594" fmla="*/ 498608 w 763267"/>
                <a:gd name="connsiteY594" fmla="*/ 403474 h 478792"/>
                <a:gd name="connsiteX595" fmla="*/ 501637 w 763267"/>
                <a:gd name="connsiteY595" fmla="*/ 402027 h 478792"/>
                <a:gd name="connsiteX596" fmla="*/ 504531 w 763267"/>
                <a:gd name="connsiteY596" fmla="*/ 401018 h 478792"/>
                <a:gd name="connsiteX597" fmla="*/ 506719 w 763267"/>
                <a:gd name="connsiteY597" fmla="*/ 401153 h 478792"/>
                <a:gd name="connsiteX598" fmla="*/ 508738 w 763267"/>
                <a:gd name="connsiteY598" fmla="*/ 402902 h 478792"/>
                <a:gd name="connsiteX599" fmla="*/ 509444 w 763267"/>
                <a:gd name="connsiteY599" fmla="*/ 403339 h 478792"/>
                <a:gd name="connsiteX600" fmla="*/ 512911 w 763267"/>
                <a:gd name="connsiteY600" fmla="*/ 405660 h 478792"/>
                <a:gd name="connsiteX601" fmla="*/ 515233 w 763267"/>
                <a:gd name="connsiteY601" fmla="*/ 408116 h 478792"/>
                <a:gd name="connsiteX602" fmla="*/ 516680 w 763267"/>
                <a:gd name="connsiteY602" fmla="*/ 408553 h 478792"/>
                <a:gd name="connsiteX603" fmla="*/ 520315 w 763267"/>
                <a:gd name="connsiteY603" fmla="*/ 411884 h 478792"/>
                <a:gd name="connsiteX604" fmla="*/ 522334 w 763267"/>
                <a:gd name="connsiteY604" fmla="*/ 413768 h 478792"/>
                <a:gd name="connsiteX605" fmla="*/ 523950 w 763267"/>
                <a:gd name="connsiteY605" fmla="*/ 415517 h 478792"/>
                <a:gd name="connsiteX606" fmla="*/ 523950 w 763267"/>
                <a:gd name="connsiteY606" fmla="*/ 418712 h 478792"/>
                <a:gd name="connsiteX607" fmla="*/ 522940 w 763267"/>
                <a:gd name="connsiteY607" fmla="*/ 420462 h 478792"/>
                <a:gd name="connsiteX608" fmla="*/ 521493 w 763267"/>
                <a:gd name="connsiteY608" fmla="*/ 421774 h 478792"/>
                <a:gd name="connsiteX609" fmla="*/ 520617 w 763267"/>
                <a:gd name="connsiteY609" fmla="*/ 422648 h 478792"/>
                <a:gd name="connsiteX610" fmla="*/ 520315 w 763267"/>
                <a:gd name="connsiteY610" fmla="*/ 423960 h 478792"/>
                <a:gd name="connsiteX611" fmla="*/ 521762 w 763267"/>
                <a:gd name="connsiteY611" fmla="*/ 425541 h 478792"/>
                <a:gd name="connsiteX612" fmla="*/ 522031 w 763267"/>
                <a:gd name="connsiteY612" fmla="*/ 426988 h 478792"/>
                <a:gd name="connsiteX613" fmla="*/ 525363 w 763267"/>
                <a:gd name="connsiteY613" fmla="*/ 425979 h 478792"/>
                <a:gd name="connsiteX614" fmla="*/ 526810 w 763267"/>
                <a:gd name="connsiteY614" fmla="*/ 426988 h 478792"/>
                <a:gd name="connsiteX615" fmla="*/ 529132 w 763267"/>
                <a:gd name="connsiteY615" fmla="*/ 430453 h 478792"/>
                <a:gd name="connsiteX616" fmla="*/ 529132 w 763267"/>
                <a:gd name="connsiteY616" fmla="*/ 432639 h 478792"/>
                <a:gd name="connsiteX617" fmla="*/ 528560 w 763267"/>
                <a:gd name="connsiteY617" fmla="*/ 434826 h 478792"/>
                <a:gd name="connsiteX618" fmla="*/ 527988 w 763267"/>
                <a:gd name="connsiteY618" fmla="*/ 436272 h 478792"/>
                <a:gd name="connsiteX619" fmla="*/ 527416 w 763267"/>
                <a:gd name="connsiteY619" fmla="*/ 437147 h 478792"/>
                <a:gd name="connsiteX620" fmla="*/ 525094 w 763267"/>
                <a:gd name="connsiteY620" fmla="*/ 439737 h 478792"/>
                <a:gd name="connsiteX621" fmla="*/ 523209 w 763267"/>
                <a:gd name="connsiteY621" fmla="*/ 441924 h 478792"/>
                <a:gd name="connsiteX622" fmla="*/ 520887 w 763267"/>
                <a:gd name="connsiteY622" fmla="*/ 443505 h 478792"/>
                <a:gd name="connsiteX623" fmla="*/ 519137 w 763267"/>
                <a:gd name="connsiteY623" fmla="*/ 445389 h 478792"/>
                <a:gd name="connsiteX624" fmla="*/ 517623 w 763267"/>
                <a:gd name="connsiteY624" fmla="*/ 447138 h 478792"/>
                <a:gd name="connsiteX625" fmla="*/ 516815 w 763267"/>
                <a:gd name="connsiteY625" fmla="*/ 450603 h 478792"/>
                <a:gd name="connsiteX626" fmla="*/ 515940 w 763267"/>
                <a:gd name="connsiteY626" fmla="*/ 453496 h 478792"/>
                <a:gd name="connsiteX627" fmla="*/ 516646 w 763267"/>
                <a:gd name="connsiteY627" fmla="*/ 455682 h 478792"/>
                <a:gd name="connsiteX628" fmla="*/ 520719 w 763267"/>
                <a:gd name="connsiteY628" fmla="*/ 455817 h 478792"/>
                <a:gd name="connsiteX629" fmla="*/ 523916 w 763267"/>
                <a:gd name="connsiteY629" fmla="*/ 456557 h 478792"/>
                <a:gd name="connsiteX630" fmla="*/ 527382 w 763267"/>
                <a:gd name="connsiteY630" fmla="*/ 457129 h 478792"/>
                <a:gd name="connsiteX631" fmla="*/ 526507 w 763267"/>
                <a:gd name="connsiteY631" fmla="*/ 459585 h 478792"/>
                <a:gd name="connsiteX632" fmla="*/ 524050 w 763267"/>
                <a:gd name="connsiteY632" fmla="*/ 460728 h 478792"/>
                <a:gd name="connsiteX633" fmla="*/ 521156 w 763267"/>
                <a:gd name="connsiteY633" fmla="*/ 461872 h 478792"/>
                <a:gd name="connsiteX634" fmla="*/ 519137 w 763267"/>
                <a:gd name="connsiteY634" fmla="*/ 464059 h 478792"/>
                <a:gd name="connsiteX635" fmla="*/ 518565 w 763267"/>
                <a:gd name="connsiteY635" fmla="*/ 466077 h 478792"/>
                <a:gd name="connsiteX636" fmla="*/ 519574 w 763267"/>
                <a:gd name="connsiteY636" fmla="*/ 468970 h 478792"/>
                <a:gd name="connsiteX637" fmla="*/ 521459 w 763267"/>
                <a:gd name="connsiteY637" fmla="*/ 470282 h 478792"/>
                <a:gd name="connsiteX638" fmla="*/ 524488 w 763267"/>
                <a:gd name="connsiteY638" fmla="*/ 473309 h 478792"/>
                <a:gd name="connsiteX639" fmla="*/ 526810 w 763267"/>
                <a:gd name="connsiteY639" fmla="*/ 474184 h 478792"/>
                <a:gd name="connsiteX640" fmla="*/ 529132 w 763267"/>
                <a:gd name="connsiteY640" fmla="*/ 473747 h 478792"/>
                <a:gd name="connsiteX641" fmla="*/ 531757 w 763267"/>
                <a:gd name="connsiteY641" fmla="*/ 472435 h 478792"/>
                <a:gd name="connsiteX642" fmla="*/ 533339 w 763267"/>
                <a:gd name="connsiteY642" fmla="*/ 470854 h 478792"/>
                <a:gd name="connsiteX643" fmla="*/ 534484 w 763267"/>
                <a:gd name="connsiteY643" fmla="*/ 469105 h 478792"/>
                <a:gd name="connsiteX644" fmla="*/ 535998 w 763267"/>
                <a:gd name="connsiteY644" fmla="*/ 468533 h 478792"/>
                <a:gd name="connsiteX645" fmla="*/ 537815 w 763267"/>
                <a:gd name="connsiteY645" fmla="*/ 470988 h 478792"/>
                <a:gd name="connsiteX646" fmla="*/ 537815 w 763267"/>
                <a:gd name="connsiteY646" fmla="*/ 472570 h 478792"/>
                <a:gd name="connsiteX647" fmla="*/ 537815 w 763267"/>
                <a:gd name="connsiteY647" fmla="*/ 475328 h 478792"/>
                <a:gd name="connsiteX648" fmla="*/ 541585 w 763267"/>
                <a:gd name="connsiteY648" fmla="*/ 478793 h 478792"/>
                <a:gd name="connsiteX649" fmla="*/ 543301 w 763267"/>
                <a:gd name="connsiteY649" fmla="*/ 477346 h 478792"/>
                <a:gd name="connsiteX650" fmla="*/ 546936 w 763267"/>
                <a:gd name="connsiteY650" fmla="*/ 477481 h 478792"/>
                <a:gd name="connsiteX651" fmla="*/ 548517 w 763267"/>
                <a:gd name="connsiteY651" fmla="*/ 472401 h 478792"/>
                <a:gd name="connsiteX652" fmla="*/ 551715 w 763267"/>
                <a:gd name="connsiteY652" fmla="*/ 469710 h 478792"/>
                <a:gd name="connsiteX653" fmla="*/ 556493 w 763267"/>
                <a:gd name="connsiteY653" fmla="*/ 465371 h 478792"/>
                <a:gd name="connsiteX654" fmla="*/ 558883 w 763267"/>
                <a:gd name="connsiteY654" fmla="*/ 462108 h 478792"/>
                <a:gd name="connsiteX655" fmla="*/ 561710 w 763267"/>
                <a:gd name="connsiteY655" fmla="*/ 457600 h 478792"/>
                <a:gd name="connsiteX656" fmla="*/ 567801 w 763267"/>
                <a:gd name="connsiteY656" fmla="*/ 457533 h 478792"/>
                <a:gd name="connsiteX657" fmla="*/ 570056 w 763267"/>
                <a:gd name="connsiteY657" fmla="*/ 457600 h 478792"/>
                <a:gd name="connsiteX658" fmla="*/ 570191 w 763267"/>
                <a:gd name="connsiteY658" fmla="*/ 457533 h 478792"/>
                <a:gd name="connsiteX659" fmla="*/ 575609 w 763267"/>
                <a:gd name="connsiteY659" fmla="*/ 456456 h 478792"/>
                <a:gd name="connsiteX660" fmla="*/ 577797 w 763267"/>
                <a:gd name="connsiteY660" fmla="*/ 455144 h 478792"/>
                <a:gd name="connsiteX661" fmla="*/ 577797 w 763267"/>
                <a:gd name="connsiteY661" fmla="*/ 449930 h 478792"/>
                <a:gd name="connsiteX662" fmla="*/ 577797 w 763267"/>
                <a:gd name="connsiteY662" fmla="*/ 447743 h 478792"/>
                <a:gd name="connsiteX663" fmla="*/ 578672 w 763267"/>
                <a:gd name="connsiteY663" fmla="*/ 443841 h 478792"/>
                <a:gd name="connsiteX664" fmla="*/ 582138 w 763267"/>
                <a:gd name="connsiteY664" fmla="*/ 443841 h 478792"/>
                <a:gd name="connsiteX665" fmla="*/ 595196 w 763267"/>
                <a:gd name="connsiteY665" fmla="*/ 443841 h 478792"/>
                <a:gd name="connsiteX666" fmla="*/ 603004 w 763267"/>
                <a:gd name="connsiteY666" fmla="*/ 442092 h 478792"/>
                <a:gd name="connsiteX667" fmla="*/ 606470 w 763267"/>
                <a:gd name="connsiteY667" fmla="*/ 440578 h 478792"/>
                <a:gd name="connsiteX668" fmla="*/ 610374 w 763267"/>
                <a:gd name="connsiteY668" fmla="*/ 436239 h 478792"/>
                <a:gd name="connsiteX669" fmla="*/ 613403 w 763267"/>
                <a:gd name="connsiteY669" fmla="*/ 433413 h 478792"/>
                <a:gd name="connsiteX670" fmla="*/ 623836 w 763267"/>
                <a:gd name="connsiteY670" fmla="*/ 433413 h 478792"/>
                <a:gd name="connsiteX671" fmla="*/ 632519 w 763267"/>
                <a:gd name="connsiteY671" fmla="*/ 433413 h 478792"/>
                <a:gd name="connsiteX672" fmla="*/ 639687 w 763267"/>
                <a:gd name="connsiteY672" fmla="*/ 433413 h 478792"/>
                <a:gd name="connsiteX673" fmla="*/ 644029 w 763267"/>
                <a:gd name="connsiteY673" fmla="*/ 428972 h 478792"/>
                <a:gd name="connsiteX674" fmla="*/ 639687 w 763267"/>
                <a:gd name="connsiteY674" fmla="*/ 421034 h 478792"/>
                <a:gd name="connsiteX675" fmla="*/ 643827 w 763267"/>
                <a:gd name="connsiteY675" fmla="*/ 416896 h 478792"/>
                <a:gd name="connsiteX676" fmla="*/ 645779 w 763267"/>
                <a:gd name="connsiteY676" fmla="*/ 413633 h 478792"/>
                <a:gd name="connsiteX677" fmla="*/ 650558 w 763267"/>
                <a:gd name="connsiteY677" fmla="*/ 409495 h 478792"/>
                <a:gd name="connsiteX678" fmla="*/ 656010 w 763267"/>
                <a:gd name="connsiteY678" fmla="*/ 412960 h 478792"/>
                <a:gd name="connsiteX679" fmla="*/ 663414 w 763267"/>
                <a:gd name="connsiteY679" fmla="*/ 417939 h 478792"/>
                <a:gd name="connsiteX680" fmla="*/ 669943 w 763267"/>
                <a:gd name="connsiteY680" fmla="*/ 414474 h 478792"/>
                <a:gd name="connsiteX681" fmla="*/ 671020 w 763267"/>
                <a:gd name="connsiteY681" fmla="*/ 410134 h 478792"/>
                <a:gd name="connsiteX682" fmla="*/ 674049 w 763267"/>
                <a:gd name="connsiteY682" fmla="*/ 404046 h 478792"/>
                <a:gd name="connsiteX683" fmla="*/ 680578 w 763267"/>
                <a:gd name="connsiteY683" fmla="*/ 401422 h 478792"/>
                <a:gd name="connsiteX684" fmla="*/ 685155 w 763267"/>
                <a:gd name="connsiteY684" fmla="*/ 400110 h 478792"/>
                <a:gd name="connsiteX685" fmla="*/ 688857 w 763267"/>
                <a:gd name="connsiteY685" fmla="*/ 397721 h 478792"/>
                <a:gd name="connsiteX686" fmla="*/ 691684 w 763267"/>
                <a:gd name="connsiteY686" fmla="*/ 393819 h 478792"/>
                <a:gd name="connsiteX687" fmla="*/ 694309 w 763267"/>
                <a:gd name="connsiteY687" fmla="*/ 389042 h 478792"/>
                <a:gd name="connsiteX688" fmla="*/ 694309 w 763267"/>
                <a:gd name="connsiteY688" fmla="*/ 385577 h 478792"/>
                <a:gd name="connsiteX689" fmla="*/ 696597 w 763267"/>
                <a:gd name="connsiteY689" fmla="*/ 381238 h 478792"/>
                <a:gd name="connsiteX690" fmla="*/ 704540 w 763267"/>
                <a:gd name="connsiteY690" fmla="*/ 380801 h 478792"/>
                <a:gd name="connsiteX691" fmla="*/ 710833 w 763267"/>
                <a:gd name="connsiteY691" fmla="*/ 379489 h 478792"/>
                <a:gd name="connsiteX692" fmla="*/ 722343 w 763267"/>
                <a:gd name="connsiteY692" fmla="*/ 379489 h 478792"/>
                <a:gd name="connsiteX693" fmla="*/ 727560 w 763267"/>
                <a:gd name="connsiteY693" fmla="*/ 381541 h 478792"/>
                <a:gd name="connsiteX694" fmla="*/ 730387 w 763267"/>
                <a:gd name="connsiteY694" fmla="*/ 384265 h 478792"/>
                <a:gd name="connsiteX695" fmla="*/ 735165 w 763267"/>
                <a:gd name="connsiteY695" fmla="*/ 391666 h 478792"/>
                <a:gd name="connsiteX696" fmla="*/ 744724 w 763267"/>
                <a:gd name="connsiteY696" fmla="*/ 391666 h 478792"/>
                <a:gd name="connsiteX697" fmla="*/ 748358 w 763267"/>
                <a:gd name="connsiteY697" fmla="*/ 390018 h 478792"/>
                <a:gd name="connsiteX698" fmla="*/ 756099 w 763267"/>
                <a:gd name="connsiteY698" fmla="*/ 386620 h 478792"/>
                <a:gd name="connsiteX699" fmla="*/ 761214 w 763267"/>
                <a:gd name="connsiteY699" fmla="*/ 384602 h 478792"/>
                <a:gd name="connsiteX700" fmla="*/ 763032 w 763267"/>
                <a:gd name="connsiteY700" fmla="*/ 382146 h 478792"/>
                <a:gd name="connsiteX701" fmla="*/ 763267 w 763267"/>
                <a:gd name="connsiteY701" fmla="*/ 383021 h 478792"/>
                <a:gd name="connsiteX702" fmla="*/ 761820 w 763267"/>
                <a:gd name="connsiteY702" fmla="*/ 377672 h 478792"/>
                <a:gd name="connsiteX703" fmla="*/ 761719 w 763267"/>
                <a:gd name="connsiteY703" fmla="*/ 373164 h 47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63267" h="478792">
                  <a:moveTo>
                    <a:pt x="761719" y="373164"/>
                  </a:moveTo>
                  <a:lnTo>
                    <a:pt x="756200" y="364755"/>
                  </a:lnTo>
                  <a:lnTo>
                    <a:pt x="755897" y="359238"/>
                  </a:lnTo>
                  <a:lnTo>
                    <a:pt x="756200" y="353721"/>
                  </a:lnTo>
                  <a:lnTo>
                    <a:pt x="755897" y="348809"/>
                  </a:lnTo>
                  <a:lnTo>
                    <a:pt x="754450" y="343595"/>
                  </a:lnTo>
                  <a:lnTo>
                    <a:pt x="752128" y="337237"/>
                  </a:lnTo>
                  <a:lnTo>
                    <a:pt x="750377" y="333167"/>
                  </a:lnTo>
                  <a:lnTo>
                    <a:pt x="745733" y="325934"/>
                  </a:lnTo>
                  <a:lnTo>
                    <a:pt x="741661" y="323310"/>
                  </a:lnTo>
                  <a:lnTo>
                    <a:pt x="736748" y="321864"/>
                  </a:lnTo>
                  <a:lnTo>
                    <a:pt x="733853" y="318668"/>
                  </a:lnTo>
                  <a:lnTo>
                    <a:pt x="738498" y="314598"/>
                  </a:lnTo>
                  <a:lnTo>
                    <a:pt x="736175" y="307365"/>
                  </a:lnTo>
                  <a:lnTo>
                    <a:pt x="736175" y="302723"/>
                  </a:lnTo>
                  <a:lnTo>
                    <a:pt x="733416" y="299258"/>
                  </a:lnTo>
                  <a:lnTo>
                    <a:pt x="730084" y="295188"/>
                  </a:lnTo>
                  <a:lnTo>
                    <a:pt x="725742" y="289973"/>
                  </a:lnTo>
                  <a:lnTo>
                    <a:pt x="721098" y="283885"/>
                  </a:lnTo>
                  <a:lnTo>
                    <a:pt x="721367" y="277224"/>
                  </a:lnTo>
                  <a:lnTo>
                    <a:pt x="725136" y="274028"/>
                  </a:lnTo>
                  <a:lnTo>
                    <a:pt x="727156" y="268242"/>
                  </a:lnTo>
                  <a:lnTo>
                    <a:pt x="727728" y="262725"/>
                  </a:lnTo>
                  <a:lnTo>
                    <a:pt x="726584" y="257814"/>
                  </a:lnTo>
                  <a:lnTo>
                    <a:pt x="731497" y="257814"/>
                  </a:lnTo>
                  <a:lnTo>
                    <a:pt x="735570" y="254921"/>
                  </a:lnTo>
                  <a:lnTo>
                    <a:pt x="740483" y="250851"/>
                  </a:lnTo>
                  <a:lnTo>
                    <a:pt x="745127" y="247386"/>
                  </a:lnTo>
                  <a:lnTo>
                    <a:pt x="746003" y="244493"/>
                  </a:lnTo>
                  <a:lnTo>
                    <a:pt x="742233" y="242172"/>
                  </a:lnTo>
                  <a:lnTo>
                    <a:pt x="737017" y="242172"/>
                  </a:lnTo>
                  <a:cubicBezTo>
                    <a:pt x="737017" y="242172"/>
                    <a:pt x="737589" y="236520"/>
                    <a:pt x="735872" y="237092"/>
                  </a:cubicBezTo>
                  <a:lnTo>
                    <a:pt x="731800" y="231743"/>
                  </a:lnTo>
                  <a:lnTo>
                    <a:pt x="728334" y="231743"/>
                  </a:lnTo>
                  <a:lnTo>
                    <a:pt x="722242" y="231743"/>
                  </a:lnTo>
                  <a:lnTo>
                    <a:pt x="717901" y="228682"/>
                  </a:lnTo>
                  <a:lnTo>
                    <a:pt x="714131" y="223031"/>
                  </a:lnTo>
                  <a:lnTo>
                    <a:pt x="707468" y="220407"/>
                  </a:lnTo>
                  <a:lnTo>
                    <a:pt x="704843" y="222425"/>
                  </a:lnTo>
                  <a:lnTo>
                    <a:pt x="702218" y="226496"/>
                  </a:lnTo>
                  <a:lnTo>
                    <a:pt x="699458" y="226496"/>
                  </a:lnTo>
                  <a:lnTo>
                    <a:pt x="692660" y="222156"/>
                  </a:lnTo>
                  <a:lnTo>
                    <a:pt x="692660" y="217245"/>
                  </a:lnTo>
                  <a:lnTo>
                    <a:pt x="690506" y="212905"/>
                  </a:lnTo>
                  <a:lnTo>
                    <a:pt x="684852" y="207388"/>
                  </a:lnTo>
                  <a:lnTo>
                    <a:pt x="683102" y="207388"/>
                  </a:lnTo>
                  <a:lnTo>
                    <a:pt x="676707" y="207388"/>
                  </a:lnTo>
                  <a:lnTo>
                    <a:pt x="675833" y="202040"/>
                  </a:lnTo>
                  <a:lnTo>
                    <a:pt x="673510" y="202510"/>
                  </a:lnTo>
                  <a:lnTo>
                    <a:pt x="671760" y="203049"/>
                  </a:lnTo>
                  <a:lnTo>
                    <a:pt x="669270" y="202174"/>
                  </a:lnTo>
                  <a:lnTo>
                    <a:pt x="666544" y="203251"/>
                  </a:lnTo>
                  <a:lnTo>
                    <a:pt x="663078" y="203150"/>
                  </a:lnTo>
                  <a:lnTo>
                    <a:pt x="661429" y="201064"/>
                  </a:lnTo>
                  <a:lnTo>
                    <a:pt x="663078" y="197801"/>
                  </a:lnTo>
                  <a:lnTo>
                    <a:pt x="663078" y="194336"/>
                  </a:lnTo>
                  <a:lnTo>
                    <a:pt x="663078" y="192587"/>
                  </a:lnTo>
                  <a:lnTo>
                    <a:pt x="663078" y="187373"/>
                  </a:lnTo>
                  <a:lnTo>
                    <a:pt x="663078" y="183908"/>
                  </a:lnTo>
                  <a:lnTo>
                    <a:pt x="658601" y="181957"/>
                  </a:lnTo>
                  <a:lnTo>
                    <a:pt x="655808" y="180880"/>
                  </a:lnTo>
                  <a:cubicBezTo>
                    <a:pt x="655808" y="180880"/>
                    <a:pt x="653924" y="182899"/>
                    <a:pt x="653924" y="183134"/>
                  </a:cubicBezTo>
                  <a:cubicBezTo>
                    <a:pt x="653924" y="183369"/>
                    <a:pt x="650962" y="190030"/>
                    <a:pt x="650659" y="190737"/>
                  </a:cubicBezTo>
                  <a:cubicBezTo>
                    <a:pt x="650356" y="191443"/>
                    <a:pt x="646957" y="192991"/>
                    <a:pt x="645880" y="194067"/>
                  </a:cubicBezTo>
                  <a:cubicBezTo>
                    <a:pt x="644803" y="195143"/>
                    <a:pt x="640091" y="195884"/>
                    <a:pt x="639149" y="196388"/>
                  </a:cubicBezTo>
                  <a:cubicBezTo>
                    <a:pt x="638207" y="196893"/>
                    <a:pt x="634000" y="197902"/>
                    <a:pt x="633630" y="197969"/>
                  </a:cubicBezTo>
                  <a:cubicBezTo>
                    <a:pt x="633260" y="198037"/>
                    <a:pt x="630601" y="198272"/>
                    <a:pt x="629490" y="197969"/>
                  </a:cubicBezTo>
                  <a:cubicBezTo>
                    <a:pt x="628413" y="197666"/>
                    <a:pt x="624206" y="195345"/>
                    <a:pt x="623635" y="195076"/>
                  </a:cubicBezTo>
                  <a:cubicBezTo>
                    <a:pt x="623062" y="194807"/>
                    <a:pt x="620000" y="192486"/>
                    <a:pt x="619428" y="192049"/>
                  </a:cubicBezTo>
                  <a:cubicBezTo>
                    <a:pt x="618855" y="191611"/>
                    <a:pt x="614716" y="190165"/>
                    <a:pt x="614144" y="189795"/>
                  </a:cubicBezTo>
                  <a:cubicBezTo>
                    <a:pt x="613572" y="189425"/>
                    <a:pt x="610307" y="185724"/>
                    <a:pt x="610004" y="185085"/>
                  </a:cubicBezTo>
                  <a:cubicBezTo>
                    <a:pt x="609701" y="184446"/>
                    <a:pt x="605595" y="184143"/>
                    <a:pt x="604047" y="184076"/>
                  </a:cubicBezTo>
                  <a:cubicBezTo>
                    <a:pt x="602533" y="184009"/>
                    <a:pt x="601893" y="183571"/>
                    <a:pt x="601018" y="182394"/>
                  </a:cubicBezTo>
                  <a:cubicBezTo>
                    <a:pt x="600143" y="181250"/>
                    <a:pt x="600749" y="180376"/>
                    <a:pt x="600749" y="179871"/>
                  </a:cubicBezTo>
                  <a:cubicBezTo>
                    <a:pt x="600749" y="179366"/>
                    <a:pt x="601389" y="177415"/>
                    <a:pt x="601759" y="177045"/>
                  </a:cubicBezTo>
                  <a:cubicBezTo>
                    <a:pt x="602129" y="176675"/>
                    <a:pt x="602466" y="175733"/>
                    <a:pt x="603206" y="174590"/>
                  </a:cubicBezTo>
                  <a:cubicBezTo>
                    <a:pt x="603946" y="173446"/>
                    <a:pt x="603341" y="172638"/>
                    <a:pt x="603846" y="171764"/>
                  </a:cubicBezTo>
                  <a:cubicBezTo>
                    <a:pt x="604350" y="170889"/>
                    <a:pt x="603778" y="169375"/>
                    <a:pt x="603846" y="169073"/>
                  </a:cubicBezTo>
                  <a:cubicBezTo>
                    <a:pt x="603913" y="168770"/>
                    <a:pt x="602634" y="165305"/>
                    <a:pt x="602634" y="165305"/>
                  </a:cubicBezTo>
                  <a:lnTo>
                    <a:pt x="600009" y="163926"/>
                  </a:lnTo>
                  <a:lnTo>
                    <a:pt x="598057" y="162177"/>
                  </a:lnTo>
                  <a:cubicBezTo>
                    <a:pt x="598057" y="162177"/>
                    <a:pt x="596374" y="162816"/>
                    <a:pt x="594725" y="163758"/>
                  </a:cubicBezTo>
                  <a:cubicBezTo>
                    <a:pt x="593076" y="164700"/>
                    <a:pt x="590653" y="165002"/>
                    <a:pt x="589744" y="165339"/>
                  </a:cubicBezTo>
                  <a:cubicBezTo>
                    <a:pt x="588802" y="165709"/>
                    <a:pt x="583215" y="166348"/>
                    <a:pt x="582004" y="166483"/>
                  </a:cubicBezTo>
                  <a:cubicBezTo>
                    <a:pt x="580759" y="166617"/>
                    <a:pt x="578302" y="165978"/>
                    <a:pt x="577157" y="165473"/>
                  </a:cubicBezTo>
                  <a:cubicBezTo>
                    <a:pt x="576013" y="164969"/>
                    <a:pt x="574835" y="162648"/>
                    <a:pt x="574701" y="162278"/>
                  </a:cubicBezTo>
                  <a:cubicBezTo>
                    <a:pt x="574566" y="161907"/>
                    <a:pt x="571504" y="158947"/>
                    <a:pt x="571369" y="158644"/>
                  </a:cubicBezTo>
                  <a:cubicBezTo>
                    <a:pt x="571234" y="158342"/>
                    <a:pt x="568340" y="156121"/>
                    <a:pt x="567397" y="155179"/>
                  </a:cubicBezTo>
                  <a:cubicBezTo>
                    <a:pt x="566455" y="154238"/>
                    <a:pt x="564638" y="153161"/>
                    <a:pt x="564638" y="153161"/>
                  </a:cubicBezTo>
                  <a:lnTo>
                    <a:pt x="562888" y="152522"/>
                  </a:lnTo>
                  <a:cubicBezTo>
                    <a:pt x="562888" y="152522"/>
                    <a:pt x="557368" y="152589"/>
                    <a:pt x="557099" y="152589"/>
                  </a:cubicBezTo>
                  <a:cubicBezTo>
                    <a:pt x="556796" y="152589"/>
                    <a:pt x="556157" y="153228"/>
                    <a:pt x="555955" y="153397"/>
                  </a:cubicBezTo>
                  <a:cubicBezTo>
                    <a:pt x="555719" y="153531"/>
                    <a:pt x="554643" y="154978"/>
                    <a:pt x="554272" y="155987"/>
                  </a:cubicBezTo>
                  <a:cubicBezTo>
                    <a:pt x="553902" y="156996"/>
                    <a:pt x="552522" y="158611"/>
                    <a:pt x="552522" y="158880"/>
                  </a:cubicBezTo>
                  <a:cubicBezTo>
                    <a:pt x="552522" y="159183"/>
                    <a:pt x="550705" y="160764"/>
                    <a:pt x="550133" y="161134"/>
                  </a:cubicBezTo>
                  <a:cubicBezTo>
                    <a:pt x="549561" y="161504"/>
                    <a:pt x="549123" y="162311"/>
                    <a:pt x="548753" y="162883"/>
                  </a:cubicBezTo>
                  <a:cubicBezTo>
                    <a:pt x="548383" y="163455"/>
                    <a:pt x="547575" y="164397"/>
                    <a:pt x="546733" y="165339"/>
                  </a:cubicBezTo>
                  <a:cubicBezTo>
                    <a:pt x="545858" y="166281"/>
                    <a:pt x="545858" y="166483"/>
                    <a:pt x="545522" y="167592"/>
                  </a:cubicBezTo>
                  <a:cubicBezTo>
                    <a:pt x="545152" y="168669"/>
                    <a:pt x="545152" y="169039"/>
                    <a:pt x="544950" y="170216"/>
                  </a:cubicBezTo>
                  <a:cubicBezTo>
                    <a:pt x="544748" y="171360"/>
                    <a:pt x="544142" y="171360"/>
                    <a:pt x="543705" y="171528"/>
                  </a:cubicBezTo>
                  <a:cubicBezTo>
                    <a:pt x="543267" y="171663"/>
                    <a:pt x="542123" y="172538"/>
                    <a:pt x="542123" y="172538"/>
                  </a:cubicBezTo>
                  <a:lnTo>
                    <a:pt x="539666" y="171327"/>
                  </a:lnTo>
                  <a:lnTo>
                    <a:pt x="537478" y="170250"/>
                  </a:lnTo>
                  <a:lnTo>
                    <a:pt x="536603" y="166550"/>
                  </a:lnTo>
                  <a:lnTo>
                    <a:pt x="539666" y="163085"/>
                  </a:lnTo>
                  <a:cubicBezTo>
                    <a:pt x="539666" y="163085"/>
                    <a:pt x="539666" y="160461"/>
                    <a:pt x="539666" y="159620"/>
                  </a:cubicBezTo>
                  <a:cubicBezTo>
                    <a:pt x="539666" y="158745"/>
                    <a:pt x="539666" y="157232"/>
                    <a:pt x="539666" y="157232"/>
                  </a:cubicBezTo>
                  <a:cubicBezTo>
                    <a:pt x="539666" y="157232"/>
                    <a:pt x="537378" y="158745"/>
                    <a:pt x="536738" y="158745"/>
                  </a:cubicBezTo>
                  <a:cubicBezTo>
                    <a:pt x="536099" y="158745"/>
                    <a:pt x="534685" y="158106"/>
                    <a:pt x="534685" y="158106"/>
                  </a:cubicBezTo>
                  <a:lnTo>
                    <a:pt x="533474" y="156895"/>
                  </a:lnTo>
                  <a:lnTo>
                    <a:pt x="530647" y="153195"/>
                  </a:lnTo>
                  <a:lnTo>
                    <a:pt x="527382" y="151143"/>
                  </a:lnTo>
                  <a:lnTo>
                    <a:pt x="524252" y="149730"/>
                  </a:lnTo>
                  <a:lnTo>
                    <a:pt x="520551" y="144415"/>
                  </a:lnTo>
                  <a:lnTo>
                    <a:pt x="521291" y="141926"/>
                  </a:lnTo>
                  <a:lnTo>
                    <a:pt x="524219" y="137250"/>
                  </a:lnTo>
                  <a:cubicBezTo>
                    <a:pt x="524219" y="137250"/>
                    <a:pt x="521055" y="136173"/>
                    <a:pt x="520315" y="135299"/>
                  </a:cubicBezTo>
                  <a:cubicBezTo>
                    <a:pt x="519541" y="134424"/>
                    <a:pt x="516175" y="131396"/>
                    <a:pt x="515974" y="130623"/>
                  </a:cubicBezTo>
                  <a:cubicBezTo>
                    <a:pt x="515771" y="129849"/>
                    <a:pt x="515872" y="127360"/>
                    <a:pt x="515872" y="127360"/>
                  </a:cubicBezTo>
                  <a:cubicBezTo>
                    <a:pt x="515872" y="127360"/>
                    <a:pt x="516646" y="126283"/>
                    <a:pt x="517387" y="126283"/>
                  </a:cubicBezTo>
                  <a:cubicBezTo>
                    <a:pt x="518127" y="126283"/>
                    <a:pt x="519776" y="125207"/>
                    <a:pt x="519776" y="125207"/>
                  </a:cubicBezTo>
                  <a:lnTo>
                    <a:pt x="522065" y="123155"/>
                  </a:lnTo>
                  <a:lnTo>
                    <a:pt x="522704" y="118479"/>
                  </a:lnTo>
                  <a:lnTo>
                    <a:pt x="517925" y="114577"/>
                  </a:lnTo>
                  <a:lnTo>
                    <a:pt x="516041" y="113063"/>
                  </a:lnTo>
                  <a:lnTo>
                    <a:pt x="515334" y="111011"/>
                  </a:lnTo>
                  <a:lnTo>
                    <a:pt x="515334" y="107546"/>
                  </a:lnTo>
                  <a:lnTo>
                    <a:pt x="515603" y="103846"/>
                  </a:lnTo>
                  <a:cubicBezTo>
                    <a:pt x="515603" y="103846"/>
                    <a:pt x="516209" y="99270"/>
                    <a:pt x="515974" y="97992"/>
                  </a:cubicBezTo>
                  <a:cubicBezTo>
                    <a:pt x="515771" y="96680"/>
                    <a:pt x="515974" y="94527"/>
                    <a:pt x="515974" y="94527"/>
                  </a:cubicBezTo>
                  <a:cubicBezTo>
                    <a:pt x="515974" y="94527"/>
                    <a:pt x="512507" y="92341"/>
                    <a:pt x="511867" y="92341"/>
                  </a:cubicBezTo>
                  <a:cubicBezTo>
                    <a:pt x="511194" y="92341"/>
                    <a:pt x="508603" y="93215"/>
                    <a:pt x="508603" y="93215"/>
                  </a:cubicBezTo>
                  <a:cubicBezTo>
                    <a:pt x="508603" y="93215"/>
                    <a:pt x="506651" y="94729"/>
                    <a:pt x="505978" y="94965"/>
                  </a:cubicBezTo>
                  <a:cubicBezTo>
                    <a:pt x="505339" y="95166"/>
                    <a:pt x="504228" y="96916"/>
                    <a:pt x="504228" y="96916"/>
                  </a:cubicBezTo>
                  <a:cubicBezTo>
                    <a:pt x="504228" y="96916"/>
                    <a:pt x="502916" y="98867"/>
                    <a:pt x="502916" y="99741"/>
                  </a:cubicBezTo>
                  <a:cubicBezTo>
                    <a:pt x="502916" y="100616"/>
                    <a:pt x="500324" y="101928"/>
                    <a:pt x="500324" y="101928"/>
                  </a:cubicBezTo>
                  <a:lnTo>
                    <a:pt x="498372" y="102803"/>
                  </a:lnTo>
                  <a:lnTo>
                    <a:pt x="495343" y="103677"/>
                  </a:lnTo>
                  <a:lnTo>
                    <a:pt x="493391" y="104754"/>
                  </a:lnTo>
                  <a:lnTo>
                    <a:pt x="491641" y="106267"/>
                  </a:lnTo>
                  <a:lnTo>
                    <a:pt x="488814" y="108656"/>
                  </a:lnTo>
                  <a:lnTo>
                    <a:pt x="487501" y="109531"/>
                  </a:lnTo>
                  <a:cubicBezTo>
                    <a:pt x="487501" y="109531"/>
                    <a:pt x="485987" y="109531"/>
                    <a:pt x="484675" y="108891"/>
                  </a:cubicBezTo>
                  <a:cubicBezTo>
                    <a:pt x="483362" y="108252"/>
                    <a:pt x="483160" y="108690"/>
                    <a:pt x="482049" y="108252"/>
                  </a:cubicBezTo>
                  <a:cubicBezTo>
                    <a:pt x="480939" y="107815"/>
                    <a:pt x="480535" y="107176"/>
                    <a:pt x="479223" y="105225"/>
                  </a:cubicBezTo>
                  <a:cubicBezTo>
                    <a:pt x="477910" y="103274"/>
                    <a:pt x="477910" y="104586"/>
                    <a:pt x="477035" y="104148"/>
                  </a:cubicBezTo>
                  <a:cubicBezTo>
                    <a:pt x="476160" y="103711"/>
                    <a:pt x="473535" y="100683"/>
                    <a:pt x="473535" y="100683"/>
                  </a:cubicBezTo>
                  <a:lnTo>
                    <a:pt x="473535" y="98732"/>
                  </a:lnTo>
                  <a:cubicBezTo>
                    <a:pt x="473535" y="98732"/>
                    <a:pt x="474747" y="95469"/>
                    <a:pt x="474747" y="94393"/>
                  </a:cubicBezTo>
                  <a:cubicBezTo>
                    <a:pt x="474747" y="93316"/>
                    <a:pt x="473535" y="92442"/>
                    <a:pt x="473535" y="92442"/>
                  </a:cubicBezTo>
                  <a:lnTo>
                    <a:pt x="468319" y="92004"/>
                  </a:lnTo>
                  <a:lnTo>
                    <a:pt x="468319" y="93955"/>
                  </a:lnTo>
                  <a:lnTo>
                    <a:pt x="465492" y="95705"/>
                  </a:lnTo>
                  <a:cubicBezTo>
                    <a:pt x="465492" y="95705"/>
                    <a:pt x="462867" y="96344"/>
                    <a:pt x="460713" y="96781"/>
                  </a:cubicBezTo>
                  <a:cubicBezTo>
                    <a:pt x="458525" y="97218"/>
                    <a:pt x="457011" y="96344"/>
                    <a:pt x="457011" y="96344"/>
                  </a:cubicBezTo>
                  <a:lnTo>
                    <a:pt x="454621" y="96344"/>
                  </a:lnTo>
                  <a:cubicBezTo>
                    <a:pt x="454621" y="96344"/>
                    <a:pt x="450919" y="96882"/>
                    <a:pt x="450044" y="97319"/>
                  </a:cubicBezTo>
                  <a:cubicBezTo>
                    <a:pt x="449169" y="97757"/>
                    <a:pt x="445501" y="98093"/>
                    <a:pt x="445501" y="98093"/>
                  </a:cubicBezTo>
                  <a:lnTo>
                    <a:pt x="441799" y="98295"/>
                  </a:lnTo>
                  <a:cubicBezTo>
                    <a:pt x="441799" y="98295"/>
                    <a:pt x="437457" y="98093"/>
                    <a:pt x="436582" y="98295"/>
                  </a:cubicBezTo>
                  <a:cubicBezTo>
                    <a:pt x="435707" y="98497"/>
                    <a:pt x="433318" y="99607"/>
                    <a:pt x="433318" y="99607"/>
                  </a:cubicBezTo>
                  <a:lnTo>
                    <a:pt x="425039" y="101793"/>
                  </a:lnTo>
                  <a:lnTo>
                    <a:pt x="420024" y="101356"/>
                  </a:lnTo>
                  <a:lnTo>
                    <a:pt x="409154" y="100044"/>
                  </a:lnTo>
                  <a:lnTo>
                    <a:pt x="406562" y="101558"/>
                  </a:lnTo>
                  <a:lnTo>
                    <a:pt x="399832" y="101558"/>
                  </a:lnTo>
                  <a:lnTo>
                    <a:pt x="393740" y="102769"/>
                  </a:lnTo>
                  <a:cubicBezTo>
                    <a:pt x="393740" y="102769"/>
                    <a:pt x="390913" y="102231"/>
                    <a:pt x="390038" y="102231"/>
                  </a:cubicBezTo>
                  <a:cubicBezTo>
                    <a:pt x="389163" y="102231"/>
                    <a:pt x="388288" y="102668"/>
                    <a:pt x="388288" y="102668"/>
                  </a:cubicBezTo>
                  <a:lnTo>
                    <a:pt x="385225" y="103980"/>
                  </a:lnTo>
                  <a:lnTo>
                    <a:pt x="383273" y="104619"/>
                  </a:lnTo>
                  <a:cubicBezTo>
                    <a:pt x="383273" y="104619"/>
                    <a:pt x="381086" y="105696"/>
                    <a:pt x="380446" y="105696"/>
                  </a:cubicBezTo>
                  <a:cubicBezTo>
                    <a:pt x="379807" y="105696"/>
                    <a:pt x="376980" y="105057"/>
                    <a:pt x="376980" y="105057"/>
                  </a:cubicBezTo>
                  <a:lnTo>
                    <a:pt x="375028" y="105057"/>
                  </a:lnTo>
                  <a:cubicBezTo>
                    <a:pt x="375028" y="105057"/>
                    <a:pt x="372841" y="103644"/>
                    <a:pt x="372638" y="103005"/>
                  </a:cubicBezTo>
                  <a:cubicBezTo>
                    <a:pt x="372403" y="102365"/>
                    <a:pt x="370451" y="101827"/>
                    <a:pt x="369812" y="100515"/>
                  </a:cubicBezTo>
                  <a:cubicBezTo>
                    <a:pt x="369139" y="99203"/>
                    <a:pt x="368499" y="99876"/>
                    <a:pt x="367860" y="99876"/>
                  </a:cubicBezTo>
                  <a:cubicBezTo>
                    <a:pt x="367220" y="99876"/>
                    <a:pt x="365672" y="99876"/>
                    <a:pt x="365032" y="99641"/>
                  </a:cubicBezTo>
                  <a:cubicBezTo>
                    <a:pt x="364393" y="99439"/>
                    <a:pt x="360893" y="98766"/>
                    <a:pt x="360893" y="98766"/>
                  </a:cubicBezTo>
                  <a:lnTo>
                    <a:pt x="357426" y="97017"/>
                  </a:lnTo>
                  <a:lnTo>
                    <a:pt x="354600" y="96142"/>
                  </a:lnTo>
                  <a:lnTo>
                    <a:pt x="352849" y="93316"/>
                  </a:lnTo>
                  <a:lnTo>
                    <a:pt x="350898" y="92004"/>
                  </a:lnTo>
                  <a:lnTo>
                    <a:pt x="348306" y="91365"/>
                  </a:lnTo>
                  <a:cubicBezTo>
                    <a:pt x="348306" y="91365"/>
                    <a:pt x="344368" y="90289"/>
                    <a:pt x="343292" y="90289"/>
                  </a:cubicBezTo>
                  <a:cubicBezTo>
                    <a:pt x="342215" y="90289"/>
                    <a:pt x="341104" y="89650"/>
                    <a:pt x="341104" y="89650"/>
                  </a:cubicBezTo>
                  <a:lnTo>
                    <a:pt x="339791" y="89010"/>
                  </a:lnTo>
                  <a:cubicBezTo>
                    <a:pt x="339791" y="89010"/>
                    <a:pt x="335450" y="88371"/>
                    <a:pt x="335013" y="87698"/>
                  </a:cubicBezTo>
                  <a:cubicBezTo>
                    <a:pt x="334575" y="87059"/>
                    <a:pt x="333061" y="86824"/>
                    <a:pt x="333061" y="86824"/>
                  </a:cubicBezTo>
                  <a:cubicBezTo>
                    <a:pt x="333061" y="86824"/>
                    <a:pt x="331310" y="86824"/>
                    <a:pt x="330234" y="85949"/>
                  </a:cubicBezTo>
                  <a:cubicBezTo>
                    <a:pt x="329157" y="85075"/>
                    <a:pt x="328046" y="84873"/>
                    <a:pt x="328046" y="84873"/>
                  </a:cubicBezTo>
                  <a:lnTo>
                    <a:pt x="326734" y="82922"/>
                  </a:lnTo>
                  <a:lnTo>
                    <a:pt x="324984" y="78347"/>
                  </a:lnTo>
                  <a:cubicBezTo>
                    <a:pt x="324984" y="78347"/>
                    <a:pt x="324109" y="76597"/>
                    <a:pt x="323032" y="74646"/>
                  </a:cubicBezTo>
                  <a:lnTo>
                    <a:pt x="321719" y="74209"/>
                  </a:lnTo>
                  <a:lnTo>
                    <a:pt x="318017" y="74646"/>
                  </a:lnTo>
                  <a:cubicBezTo>
                    <a:pt x="318017" y="74646"/>
                    <a:pt x="316940" y="75958"/>
                    <a:pt x="316065" y="76160"/>
                  </a:cubicBezTo>
                  <a:cubicBezTo>
                    <a:pt x="315190" y="76362"/>
                    <a:pt x="313238" y="75958"/>
                    <a:pt x="312363" y="75521"/>
                  </a:cubicBezTo>
                  <a:cubicBezTo>
                    <a:pt x="311488" y="75083"/>
                    <a:pt x="305834" y="74007"/>
                    <a:pt x="305834" y="74007"/>
                  </a:cubicBezTo>
                  <a:cubicBezTo>
                    <a:pt x="305834" y="74007"/>
                    <a:pt x="302368" y="72695"/>
                    <a:pt x="301493" y="72695"/>
                  </a:cubicBezTo>
                  <a:cubicBezTo>
                    <a:pt x="300618" y="72695"/>
                    <a:pt x="299103" y="70307"/>
                    <a:pt x="299103" y="70307"/>
                  </a:cubicBezTo>
                  <a:lnTo>
                    <a:pt x="297791" y="67918"/>
                  </a:lnTo>
                  <a:lnTo>
                    <a:pt x="296478" y="65294"/>
                  </a:lnTo>
                  <a:lnTo>
                    <a:pt x="294728" y="59879"/>
                  </a:lnTo>
                  <a:lnTo>
                    <a:pt x="292339" y="56178"/>
                  </a:lnTo>
                  <a:lnTo>
                    <a:pt x="286483" y="51401"/>
                  </a:lnTo>
                  <a:lnTo>
                    <a:pt x="278641" y="49652"/>
                  </a:lnTo>
                  <a:lnTo>
                    <a:pt x="276454" y="45952"/>
                  </a:lnTo>
                  <a:lnTo>
                    <a:pt x="275713" y="41377"/>
                  </a:lnTo>
                  <a:lnTo>
                    <a:pt x="276454" y="36701"/>
                  </a:lnTo>
                  <a:cubicBezTo>
                    <a:pt x="276454" y="36701"/>
                    <a:pt x="275276" y="32799"/>
                    <a:pt x="274939" y="32462"/>
                  </a:cubicBezTo>
                  <a:cubicBezTo>
                    <a:pt x="274603" y="32126"/>
                    <a:pt x="270699" y="25734"/>
                    <a:pt x="270261" y="24624"/>
                  </a:cubicBezTo>
                  <a:cubicBezTo>
                    <a:pt x="269824" y="23548"/>
                    <a:pt x="267872" y="18973"/>
                    <a:pt x="267872" y="18973"/>
                  </a:cubicBezTo>
                  <a:lnTo>
                    <a:pt x="265583" y="16483"/>
                  </a:lnTo>
                  <a:cubicBezTo>
                    <a:pt x="265583" y="16483"/>
                    <a:pt x="262958" y="12447"/>
                    <a:pt x="262655" y="11807"/>
                  </a:cubicBezTo>
                  <a:cubicBezTo>
                    <a:pt x="262319" y="11168"/>
                    <a:pt x="260266" y="7232"/>
                    <a:pt x="259626" y="5954"/>
                  </a:cubicBezTo>
                  <a:cubicBezTo>
                    <a:pt x="258987" y="4642"/>
                    <a:pt x="257876" y="2590"/>
                    <a:pt x="257876" y="2590"/>
                  </a:cubicBezTo>
                  <a:cubicBezTo>
                    <a:pt x="257876" y="2590"/>
                    <a:pt x="256900" y="942"/>
                    <a:pt x="256900" y="538"/>
                  </a:cubicBezTo>
                  <a:cubicBezTo>
                    <a:pt x="256900" y="101"/>
                    <a:pt x="254948" y="0"/>
                    <a:pt x="254948" y="0"/>
                  </a:cubicBezTo>
                  <a:cubicBezTo>
                    <a:pt x="254948" y="0"/>
                    <a:pt x="250607" y="2826"/>
                    <a:pt x="249833" y="3902"/>
                  </a:cubicBezTo>
                  <a:cubicBezTo>
                    <a:pt x="249093" y="4979"/>
                    <a:pt x="247342" y="5416"/>
                    <a:pt x="246467" y="6089"/>
                  </a:cubicBezTo>
                  <a:cubicBezTo>
                    <a:pt x="245592" y="6728"/>
                    <a:pt x="243304" y="7401"/>
                    <a:pt x="241890" y="7838"/>
                  </a:cubicBezTo>
                  <a:cubicBezTo>
                    <a:pt x="240477" y="8275"/>
                    <a:pt x="240039" y="9587"/>
                    <a:pt x="239501" y="10125"/>
                  </a:cubicBezTo>
                  <a:cubicBezTo>
                    <a:pt x="238962" y="10664"/>
                    <a:pt x="238087" y="12178"/>
                    <a:pt x="237650" y="12514"/>
                  </a:cubicBezTo>
                  <a:cubicBezTo>
                    <a:pt x="237212" y="12850"/>
                    <a:pt x="235698" y="13826"/>
                    <a:pt x="235261" y="14364"/>
                  </a:cubicBezTo>
                  <a:cubicBezTo>
                    <a:pt x="234823" y="14902"/>
                    <a:pt x="232770" y="16315"/>
                    <a:pt x="232097" y="16551"/>
                  </a:cubicBezTo>
                  <a:cubicBezTo>
                    <a:pt x="231458" y="16786"/>
                    <a:pt x="229707" y="16988"/>
                    <a:pt x="228832" y="16988"/>
                  </a:cubicBezTo>
                  <a:cubicBezTo>
                    <a:pt x="227957" y="16988"/>
                    <a:pt x="226746" y="16887"/>
                    <a:pt x="226746" y="16887"/>
                  </a:cubicBezTo>
                  <a:cubicBezTo>
                    <a:pt x="226746" y="16887"/>
                    <a:pt x="223380" y="16113"/>
                    <a:pt x="223044" y="15911"/>
                  </a:cubicBezTo>
                  <a:cubicBezTo>
                    <a:pt x="222707" y="15710"/>
                    <a:pt x="220318" y="14061"/>
                    <a:pt x="219577" y="13422"/>
                  </a:cubicBezTo>
                  <a:cubicBezTo>
                    <a:pt x="218803" y="12783"/>
                    <a:pt x="217726" y="11471"/>
                    <a:pt x="216751" y="10596"/>
                  </a:cubicBezTo>
                  <a:cubicBezTo>
                    <a:pt x="215774" y="9722"/>
                    <a:pt x="216212" y="8107"/>
                    <a:pt x="216212" y="8107"/>
                  </a:cubicBezTo>
                  <a:lnTo>
                    <a:pt x="216751" y="4945"/>
                  </a:lnTo>
                  <a:lnTo>
                    <a:pt x="215976" y="3095"/>
                  </a:lnTo>
                  <a:lnTo>
                    <a:pt x="213923" y="2119"/>
                  </a:lnTo>
                  <a:lnTo>
                    <a:pt x="211299" y="2321"/>
                  </a:lnTo>
                  <a:lnTo>
                    <a:pt x="208471" y="5920"/>
                  </a:lnTo>
                  <a:cubicBezTo>
                    <a:pt x="208471" y="5920"/>
                    <a:pt x="206183" y="7333"/>
                    <a:pt x="205745" y="7973"/>
                  </a:cubicBezTo>
                  <a:cubicBezTo>
                    <a:pt x="205308" y="8612"/>
                    <a:pt x="199452" y="10596"/>
                    <a:pt x="199452" y="10596"/>
                  </a:cubicBezTo>
                  <a:lnTo>
                    <a:pt x="189255" y="10798"/>
                  </a:lnTo>
                  <a:lnTo>
                    <a:pt x="186630" y="12312"/>
                  </a:lnTo>
                  <a:cubicBezTo>
                    <a:pt x="186630" y="12312"/>
                    <a:pt x="179798" y="13389"/>
                    <a:pt x="178788" y="13725"/>
                  </a:cubicBezTo>
                  <a:cubicBezTo>
                    <a:pt x="177812" y="14061"/>
                    <a:pt x="169903" y="12110"/>
                    <a:pt x="168927" y="12110"/>
                  </a:cubicBezTo>
                  <a:cubicBezTo>
                    <a:pt x="167951" y="12110"/>
                    <a:pt x="160547" y="9722"/>
                    <a:pt x="159470" y="9722"/>
                  </a:cubicBezTo>
                  <a:cubicBezTo>
                    <a:pt x="158393" y="9722"/>
                    <a:pt x="153480" y="7973"/>
                    <a:pt x="152201" y="7771"/>
                  </a:cubicBezTo>
                  <a:cubicBezTo>
                    <a:pt x="150889" y="7569"/>
                    <a:pt x="145470" y="5483"/>
                    <a:pt x="144797" y="5281"/>
                  </a:cubicBezTo>
                  <a:cubicBezTo>
                    <a:pt x="144158" y="5079"/>
                    <a:pt x="139378" y="2792"/>
                    <a:pt x="139378" y="2792"/>
                  </a:cubicBezTo>
                  <a:lnTo>
                    <a:pt x="135138" y="841"/>
                  </a:lnTo>
                  <a:lnTo>
                    <a:pt x="131234" y="841"/>
                  </a:lnTo>
                  <a:cubicBezTo>
                    <a:pt x="131234" y="841"/>
                    <a:pt x="126893" y="2523"/>
                    <a:pt x="126253" y="2960"/>
                  </a:cubicBezTo>
                  <a:cubicBezTo>
                    <a:pt x="125614" y="3397"/>
                    <a:pt x="122787" y="3768"/>
                    <a:pt x="121676" y="4306"/>
                  </a:cubicBezTo>
                  <a:cubicBezTo>
                    <a:pt x="120599" y="4844"/>
                    <a:pt x="117974" y="4306"/>
                    <a:pt x="117335" y="4306"/>
                  </a:cubicBezTo>
                  <a:cubicBezTo>
                    <a:pt x="116695" y="4306"/>
                    <a:pt x="113767" y="5719"/>
                    <a:pt x="112758" y="6257"/>
                  </a:cubicBezTo>
                  <a:cubicBezTo>
                    <a:pt x="111782" y="6795"/>
                    <a:pt x="111883" y="6896"/>
                    <a:pt x="111681" y="7333"/>
                  </a:cubicBezTo>
                  <a:cubicBezTo>
                    <a:pt x="111479" y="7771"/>
                    <a:pt x="109291" y="10496"/>
                    <a:pt x="108955" y="10697"/>
                  </a:cubicBezTo>
                  <a:cubicBezTo>
                    <a:pt x="108618" y="10899"/>
                    <a:pt x="108181" y="13187"/>
                    <a:pt x="108181" y="13624"/>
                  </a:cubicBezTo>
                  <a:cubicBezTo>
                    <a:pt x="108181" y="14061"/>
                    <a:pt x="109056" y="15575"/>
                    <a:pt x="109056" y="15575"/>
                  </a:cubicBezTo>
                  <a:cubicBezTo>
                    <a:pt x="109056" y="15575"/>
                    <a:pt x="117167" y="18771"/>
                    <a:pt x="117739" y="19645"/>
                  </a:cubicBezTo>
                  <a:cubicBezTo>
                    <a:pt x="118311" y="20520"/>
                    <a:pt x="118883" y="19948"/>
                    <a:pt x="121508" y="21126"/>
                  </a:cubicBezTo>
                  <a:cubicBezTo>
                    <a:pt x="124133" y="22303"/>
                    <a:pt x="126422" y="21395"/>
                    <a:pt x="126422" y="21395"/>
                  </a:cubicBezTo>
                  <a:cubicBezTo>
                    <a:pt x="126422" y="21395"/>
                    <a:pt x="129888" y="20823"/>
                    <a:pt x="131335" y="21395"/>
                  </a:cubicBezTo>
                  <a:cubicBezTo>
                    <a:pt x="132782" y="21967"/>
                    <a:pt x="137427" y="24288"/>
                    <a:pt x="137427" y="24288"/>
                  </a:cubicBezTo>
                  <a:lnTo>
                    <a:pt x="137999" y="28930"/>
                  </a:lnTo>
                  <a:lnTo>
                    <a:pt x="138571" y="33841"/>
                  </a:lnTo>
                  <a:cubicBezTo>
                    <a:pt x="138571" y="33841"/>
                    <a:pt x="136552" y="37474"/>
                    <a:pt x="136383" y="37912"/>
                  </a:cubicBezTo>
                  <a:cubicBezTo>
                    <a:pt x="136249" y="38349"/>
                    <a:pt x="136080" y="40368"/>
                    <a:pt x="136080" y="42689"/>
                  </a:cubicBezTo>
                  <a:cubicBezTo>
                    <a:pt x="136080" y="45010"/>
                    <a:pt x="138840" y="45716"/>
                    <a:pt x="141028" y="47768"/>
                  </a:cubicBezTo>
                  <a:cubicBezTo>
                    <a:pt x="143215" y="49787"/>
                    <a:pt x="142475" y="47768"/>
                    <a:pt x="145100" y="47465"/>
                  </a:cubicBezTo>
                  <a:cubicBezTo>
                    <a:pt x="147691" y="47163"/>
                    <a:pt x="147254" y="46894"/>
                    <a:pt x="151898" y="46759"/>
                  </a:cubicBezTo>
                  <a:cubicBezTo>
                    <a:pt x="156542" y="46624"/>
                    <a:pt x="157687" y="47768"/>
                    <a:pt x="160446" y="48205"/>
                  </a:cubicBezTo>
                  <a:cubicBezTo>
                    <a:pt x="163206" y="48643"/>
                    <a:pt x="164519" y="50796"/>
                    <a:pt x="165663" y="51536"/>
                  </a:cubicBezTo>
                  <a:cubicBezTo>
                    <a:pt x="166807" y="52242"/>
                    <a:pt x="171451" y="55573"/>
                    <a:pt x="173336" y="57019"/>
                  </a:cubicBezTo>
                  <a:cubicBezTo>
                    <a:pt x="175221" y="58465"/>
                    <a:pt x="174480" y="60215"/>
                    <a:pt x="174783" y="62670"/>
                  </a:cubicBezTo>
                  <a:cubicBezTo>
                    <a:pt x="175052" y="65126"/>
                    <a:pt x="173908" y="66304"/>
                    <a:pt x="173336" y="67447"/>
                  </a:cubicBezTo>
                  <a:cubicBezTo>
                    <a:pt x="172764" y="68591"/>
                    <a:pt x="171148" y="71484"/>
                    <a:pt x="170442" y="72359"/>
                  </a:cubicBezTo>
                  <a:cubicBezTo>
                    <a:pt x="169735" y="73233"/>
                    <a:pt x="166100" y="74949"/>
                    <a:pt x="164350" y="75554"/>
                  </a:cubicBezTo>
                  <a:cubicBezTo>
                    <a:pt x="162600" y="76126"/>
                    <a:pt x="157990" y="78750"/>
                    <a:pt x="155802" y="77304"/>
                  </a:cubicBezTo>
                  <a:cubicBezTo>
                    <a:pt x="153615" y="75857"/>
                    <a:pt x="151158" y="77304"/>
                    <a:pt x="151158" y="77304"/>
                  </a:cubicBezTo>
                  <a:cubicBezTo>
                    <a:pt x="151158" y="77304"/>
                    <a:pt x="143754" y="79928"/>
                    <a:pt x="142744" y="80197"/>
                  </a:cubicBezTo>
                  <a:cubicBezTo>
                    <a:pt x="141734" y="80500"/>
                    <a:pt x="133624" y="80634"/>
                    <a:pt x="133624" y="80634"/>
                  </a:cubicBezTo>
                  <a:lnTo>
                    <a:pt x="128138" y="77304"/>
                  </a:lnTo>
                  <a:lnTo>
                    <a:pt x="121744" y="77304"/>
                  </a:lnTo>
                  <a:lnTo>
                    <a:pt x="119421" y="80129"/>
                  </a:lnTo>
                  <a:lnTo>
                    <a:pt x="116393" y="81206"/>
                  </a:lnTo>
                  <a:lnTo>
                    <a:pt x="115518" y="91197"/>
                  </a:lnTo>
                  <a:cubicBezTo>
                    <a:pt x="115518" y="91197"/>
                    <a:pt x="115383" y="98598"/>
                    <a:pt x="114811" y="99001"/>
                  </a:cubicBezTo>
                  <a:cubicBezTo>
                    <a:pt x="114239" y="99439"/>
                    <a:pt x="112791" y="101625"/>
                    <a:pt x="111613" y="102769"/>
                  </a:cubicBezTo>
                  <a:cubicBezTo>
                    <a:pt x="110469" y="103913"/>
                    <a:pt x="108147" y="107983"/>
                    <a:pt x="107710" y="109732"/>
                  </a:cubicBezTo>
                  <a:cubicBezTo>
                    <a:pt x="107272" y="111482"/>
                    <a:pt x="107844" y="113803"/>
                    <a:pt x="108282" y="114375"/>
                  </a:cubicBezTo>
                  <a:cubicBezTo>
                    <a:pt x="108719" y="114947"/>
                    <a:pt x="112623" y="119589"/>
                    <a:pt x="113936" y="121170"/>
                  </a:cubicBezTo>
                  <a:cubicBezTo>
                    <a:pt x="115248" y="122751"/>
                    <a:pt x="117268" y="125240"/>
                    <a:pt x="118277" y="125947"/>
                  </a:cubicBezTo>
                  <a:cubicBezTo>
                    <a:pt x="119287" y="126687"/>
                    <a:pt x="120465" y="131295"/>
                    <a:pt x="120465" y="131295"/>
                  </a:cubicBezTo>
                  <a:cubicBezTo>
                    <a:pt x="120465" y="131295"/>
                    <a:pt x="120465" y="138091"/>
                    <a:pt x="120599" y="139537"/>
                  </a:cubicBezTo>
                  <a:cubicBezTo>
                    <a:pt x="120734" y="140984"/>
                    <a:pt x="120162" y="147813"/>
                    <a:pt x="120162" y="148384"/>
                  </a:cubicBezTo>
                  <a:cubicBezTo>
                    <a:pt x="120162" y="148956"/>
                    <a:pt x="119724" y="156054"/>
                    <a:pt x="119724" y="156626"/>
                  </a:cubicBezTo>
                  <a:cubicBezTo>
                    <a:pt x="119724" y="157198"/>
                    <a:pt x="120027" y="163287"/>
                    <a:pt x="120027" y="163287"/>
                  </a:cubicBezTo>
                  <a:cubicBezTo>
                    <a:pt x="120027" y="163287"/>
                    <a:pt x="123359" y="173715"/>
                    <a:pt x="123797" y="174287"/>
                  </a:cubicBezTo>
                  <a:cubicBezTo>
                    <a:pt x="124234" y="174859"/>
                    <a:pt x="124941" y="178492"/>
                    <a:pt x="124941" y="178492"/>
                  </a:cubicBezTo>
                  <a:lnTo>
                    <a:pt x="128340" y="181519"/>
                  </a:lnTo>
                  <a:cubicBezTo>
                    <a:pt x="128340" y="181519"/>
                    <a:pt x="131604" y="183269"/>
                    <a:pt x="132479" y="183269"/>
                  </a:cubicBezTo>
                  <a:cubicBezTo>
                    <a:pt x="133354" y="183269"/>
                    <a:pt x="135071" y="187171"/>
                    <a:pt x="135071" y="187171"/>
                  </a:cubicBezTo>
                  <a:cubicBezTo>
                    <a:pt x="135071" y="187171"/>
                    <a:pt x="132883" y="190636"/>
                    <a:pt x="132244" y="192183"/>
                  </a:cubicBezTo>
                  <a:cubicBezTo>
                    <a:pt x="131604" y="193697"/>
                    <a:pt x="130292" y="197835"/>
                    <a:pt x="130292" y="197835"/>
                  </a:cubicBezTo>
                  <a:lnTo>
                    <a:pt x="135071" y="198911"/>
                  </a:lnTo>
                  <a:lnTo>
                    <a:pt x="145504" y="198911"/>
                  </a:lnTo>
                  <a:lnTo>
                    <a:pt x="147658" y="198911"/>
                  </a:lnTo>
                  <a:lnTo>
                    <a:pt x="148970" y="202275"/>
                  </a:lnTo>
                  <a:lnTo>
                    <a:pt x="154389" y="207590"/>
                  </a:lnTo>
                  <a:cubicBezTo>
                    <a:pt x="154389" y="207590"/>
                    <a:pt x="157653" y="209979"/>
                    <a:pt x="158965" y="210180"/>
                  </a:cubicBezTo>
                  <a:cubicBezTo>
                    <a:pt x="160278" y="210382"/>
                    <a:pt x="165259" y="213006"/>
                    <a:pt x="165259" y="213006"/>
                  </a:cubicBezTo>
                  <a:lnTo>
                    <a:pt x="167648" y="214755"/>
                  </a:lnTo>
                  <a:lnTo>
                    <a:pt x="169836" y="216942"/>
                  </a:lnTo>
                  <a:cubicBezTo>
                    <a:pt x="169836" y="216942"/>
                    <a:pt x="173100" y="221281"/>
                    <a:pt x="173538" y="221921"/>
                  </a:cubicBezTo>
                  <a:cubicBezTo>
                    <a:pt x="173976" y="222560"/>
                    <a:pt x="172461" y="227572"/>
                    <a:pt x="172461" y="227572"/>
                  </a:cubicBezTo>
                  <a:lnTo>
                    <a:pt x="172461" y="230835"/>
                  </a:lnTo>
                  <a:lnTo>
                    <a:pt x="173774" y="234535"/>
                  </a:lnTo>
                  <a:lnTo>
                    <a:pt x="175961" y="239750"/>
                  </a:lnTo>
                  <a:lnTo>
                    <a:pt x="175961" y="241499"/>
                  </a:lnTo>
                  <a:lnTo>
                    <a:pt x="175961" y="243887"/>
                  </a:lnTo>
                  <a:lnTo>
                    <a:pt x="172427" y="245636"/>
                  </a:lnTo>
                  <a:lnTo>
                    <a:pt x="171182" y="248260"/>
                  </a:lnTo>
                  <a:lnTo>
                    <a:pt x="172057" y="251086"/>
                  </a:lnTo>
                  <a:cubicBezTo>
                    <a:pt x="172057" y="251086"/>
                    <a:pt x="172495" y="257175"/>
                    <a:pt x="173807" y="257814"/>
                  </a:cubicBezTo>
                  <a:cubicBezTo>
                    <a:pt x="175120" y="258453"/>
                    <a:pt x="174884" y="263028"/>
                    <a:pt x="175120" y="264105"/>
                  </a:cubicBezTo>
                  <a:cubicBezTo>
                    <a:pt x="175355" y="265181"/>
                    <a:pt x="175120" y="268882"/>
                    <a:pt x="175120" y="268882"/>
                  </a:cubicBezTo>
                  <a:lnTo>
                    <a:pt x="172528" y="274533"/>
                  </a:lnTo>
                  <a:lnTo>
                    <a:pt x="172528" y="277224"/>
                  </a:lnTo>
                  <a:lnTo>
                    <a:pt x="169365" y="281126"/>
                  </a:lnTo>
                  <a:lnTo>
                    <a:pt x="165562" y="282203"/>
                  </a:lnTo>
                  <a:lnTo>
                    <a:pt x="162095" y="281328"/>
                  </a:lnTo>
                  <a:lnTo>
                    <a:pt x="162095" y="278502"/>
                  </a:lnTo>
                  <a:lnTo>
                    <a:pt x="160379" y="274365"/>
                  </a:lnTo>
                  <a:lnTo>
                    <a:pt x="160379" y="271775"/>
                  </a:lnTo>
                  <a:lnTo>
                    <a:pt x="158191" y="271775"/>
                  </a:lnTo>
                  <a:lnTo>
                    <a:pt x="154288" y="273524"/>
                  </a:lnTo>
                  <a:lnTo>
                    <a:pt x="149071" y="273524"/>
                  </a:lnTo>
                  <a:lnTo>
                    <a:pt x="142340" y="273524"/>
                  </a:lnTo>
                  <a:cubicBezTo>
                    <a:pt x="142340" y="273524"/>
                    <a:pt x="135811" y="274937"/>
                    <a:pt x="134970" y="275374"/>
                  </a:cubicBezTo>
                  <a:cubicBezTo>
                    <a:pt x="134095" y="275811"/>
                    <a:pt x="131066" y="278536"/>
                    <a:pt x="131066" y="278536"/>
                  </a:cubicBezTo>
                  <a:lnTo>
                    <a:pt x="128037" y="281160"/>
                  </a:lnTo>
                  <a:lnTo>
                    <a:pt x="125210" y="285298"/>
                  </a:lnTo>
                  <a:cubicBezTo>
                    <a:pt x="125210" y="285298"/>
                    <a:pt x="122820" y="288998"/>
                    <a:pt x="122585" y="289637"/>
                  </a:cubicBezTo>
                  <a:cubicBezTo>
                    <a:pt x="122383" y="290276"/>
                    <a:pt x="121508" y="291824"/>
                    <a:pt x="121508" y="291824"/>
                  </a:cubicBezTo>
                  <a:lnTo>
                    <a:pt x="119556" y="295289"/>
                  </a:lnTo>
                  <a:lnTo>
                    <a:pt x="118244" y="297038"/>
                  </a:lnTo>
                  <a:lnTo>
                    <a:pt x="113229" y="298787"/>
                  </a:lnTo>
                  <a:lnTo>
                    <a:pt x="110200" y="301411"/>
                  </a:lnTo>
                  <a:cubicBezTo>
                    <a:pt x="110200" y="301411"/>
                    <a:pt x="107171" y="303800"/>
                    <a:pt x="106296" y="304237"/>
                  </a:cubicBezTo>
                  <a:cubicBezTo>
                    <a:pt x="105421" y="304674"/>
                    <a:pt x="103032" y="307500"/>
                    <a:pt x="103032" y="307500"/>
                  </a:cubicBezTo>
                  <a:lnTo>
                    <a:pt x="103032" y="312714"/>
                  </a:lnTo>
                  <a:lnTo>
                    <a:pt x="103032" y="318130"/>
                  </a:lnTo>
                  <a:lnTo>
                    <a:pt x="101315" y="323983"/>
                  </a:lnTo>
                  <a:cubicBezTo>
                    <a:pt x="101315" y="323983"/>
                    <a:pt x="98051" y="327448"/>
                    <a:pt x="97176" y="327448"/>
                  </a:cubicBezTo>
                  <a:cubicBezTo>
                    <a:pt x="96301" y="327448"/>
                    <a:pt x="96065" y="324858"/>
                    <a:pt x="96065" y="324858"/>
                  </a:cubicBezTo>
                  <a:lnTo>
                    <a:pt x="96065" y="317895"/>
                  </a:lnTo>
                  <a:lnTo>
                    <a:pt x="96065" y="312680"/>
                  </a:lnTo>
                  <a:lnTo>
                    <a:pt x="96065" y="309215"/>
                  </a:lnTo>
                  <a:lnTo>
                    <a:pt x="96065" y="305750"/>
                  </a:lnTo>
                  <a:lnTo>
                    <a:pt x="92262" y="303127"/>
                  </a:lnTo>
                  <a:lnTo>
                    <a:pt x="89099" y="302252"/>
                  </a:lnTo>
                  <a:lnTo>
                    <a:pt x="89099" y="304439"/>
                  </a:lnTo>
                  <a:lnTo>
                    <a:pt x="87685" y="307062"/>
                  </a:lnTo>
                  <a:cubicBezTo>
                    <a:pt x="87685" y="307062"/>
                    <a:pt x="85195" y="310090"/>
                    <a:pt x="84387" y="310763"/>
                  </a:cubicBezTo>
                  <a:cubicBezTo>
                    <a:pt x="83579" y="311402"/>
                    <a:pt x="81291" y="312512"/>
                    <a:pt x="81291" y="312512"/>
                  </a:cubicBezTo>
                  <a:lnTo>
                    <a:pt x="77824" y="312748"/>
                  </a:lnTo>
                  <a:lnTo>
                    <a:pt x="74762" y="307096"/>
                  </a:lnTo>
                  <a:lnTo>
                    <a:pt x="72170" y="304069"/>
                  </a:lnTo>
                  <a:lnTo>
                    <a:pt x="68031" y="302757"/>
                  </a:lnTo>
                  <a:lnTo>
                    <a:pt x="63891" y="301445"/>
                  </a:lnTo>
                  <a:lnTo>
                    <a:pt x="59314" y="301445"/>
                  </a:lnTo>
                  <a:lnTo>
                    <a:pt x="58237" y="302757"/>
                  </a:lnTo>
                  <a:lnTo>
                    <a:pt x="56723" y="304708"/>
                  </a:lnTo>
                  <a:lnTo>
                    <a:pt x="53458" y="306659"/>
                  </a:lnTo>
                  <a:cubicBezTo>
                    <a:pt x="53458" y="306659"/>
                    <a:pt x="51271" y="307971"/>
                    <a:pt x="50631" y="307971"/>
                  </a:cubicBezTo>
                  <a:cubicBezTo>
                    <a:pt x="49992" y="307971"/>
                    <a:pt x="49554" y="310157"/>
                    <a:pt x="49554" y="310157"/>
                  </a:cubicBezTo>
                  <a:lnTo>
                    <a:pt x="49117" y="312108"/>
                  </a:lnTo>
                  <a:lnTo>
                    <a:pt x="48040" y="313622"/>
                  </a:lnTo>
                  <a:cubicBezTo>
                    <a:pt x="48040" y="313622"/>
                    <a:pt x="46728" y="315573"/>
                    <a:pt x="46324" y="316246"/>
                  </a:cubicBezTo>
                  <a:cubicBezTo>
                    <a:pt x="45886" y="316885"/>
                    <a:pt x="43261" y="316885"/>
                    <a:pt x="43261" y="316885"/>
                  </a:cubicBezTo>
                  <a:lnTo>
                    <a:pt x="40434" y="312748"/>
                  </a:lnTo>
                  <a:lnTo>
                    <a:pt x="34545" y="306221"/>
                  </a:lnTo>
                  <a:lnTo>
                    <a:pt x="29126" y="301445"/>
                  </a:lnTo>
                  <a:lnTo>
                    <a:pt x="27376" y="301445"/>
                  </a:lnTo>
                  <a:lnTo>
                    <a:pt x="24785" y="305784"/>
                  </a:lnTo>
                  <a:lnTo>
                    <a:pt x="24785" y="308812"/>
                  </a:lnTo>
                  <a:lnTo>
                    <a:pt x="24347" y="312277"/>
                  </a:lnTo>
                  <a:cubicBezTo>
                    <a:pt x="24347" y="312277"/>
                    <a:pt x="24549" y="315304"/>
                    <a:pt x="24549" y="316784"/>
                  </a:cubicBezTo>
                  <a:cubicBezTo>
                    <a:pt x="24549" y="318231"/>
                    <a:pt x="18020" y="317726"/>
                    <a:pt x="17145" y="317087"/>
                  </a:cubicBezTo>
                  <a:cubicBezTo>
                    <a:pt x="16270" y="316448"/>
                    <a:pt x="13443" y="317087"/>
                    <a:pt x="13443" y="317087"/>
                  </a:cubicBezTo>
                  <a:lnTo>
                    <a:pt x="11693" y="317087"/>
                  </a:lnTo>
                  <a:lnTo>
                    <a:pt x="8227" y="317087"/>
                  </a:lnTo>
                  <a:lnTo>
                    <a:pt x="4962" y="317087"/>
                  </a:lnTo>
                  <a:lnTo>
                    <a:pt x="3448" y="318836"/>
                  </a:lnTo>
                  <a:lnTo>
                    <a:pt x="2337" y="323613"/>
                  </a:lnTo>
                  <a:lnTo>
                    <a:pt x="3650" y="329265"/>
                  </a:lnTo>
                  <a:lnTo>
                    <a:pt x="6039" y="336665"/>
                  </a:lnTo>
                  <a:lnTo>
                    <a:pt x="11929" y="340130"/>
                  </a:lnTo>
                  <a:lnTo>
                    <a:pt x="14756" y="343831"/>
                  </a:lnTo>
                  <a:lnTo>
                    <a:pt x="15631" y="350996"/>
                  </a:lnTo>
                  <a:cubicBezTo>
                    <a:pt x="15631" y="350996"/>
                    <a:pt x="16708" y="356210"/>
                    <a:pt x="17381" y="357085"/>
                  </a:cubicBezTo>
                  <a:cubicBezTo>
                    <a:pt x="18020" y="357959"/>
                    <a:pt x="16943" y="362501"/>
                    <a:pt x="16943" y="362501"/>
                  </a:cubicBezTo>
                  <a:lnTo>
                    <a:pt x="14554" y="363577"/>
                  </a:lnTo>
                  <a:cubicBezTo>
                    <a:pt x="14554" y="363577"/>
                    <a:pt x="9977" y="365966"/>
                    <a:pt x="9337" y="366403"/>
                  </a:cubicBezTo>
                  <a:cubicBezTo>
                    <a:pt x="8698" y="366840"/>
                    <a:pt x="8260" y="369430"/>
                    <a:pt x="8260" y="369430"/>
                  </a:cubicBezTo>
                  <a:cubicBezTo>
                    <a:pt x="8260" y="369430"/>
                    <a:pt x="11289" y="372021"/>
                    <a:pt x="13039" y="371617"/>
                  </a:cubicBezTo>
                  <a:cubicBezTo>
                    <a:pt x="14789" y="371180"/>
                    <a:pt x="19131" y="374443"/>
                    <a:pt x="19131" y="374443"/>
                  </a:cubicBezTo>
                  <a:cubicBezTo>
                    <a:pt x="19131" y="374443"/>
                    <a:pt x="16304" y="376394"/>
                    <a:pt x="15866" y="377067"/>
                  </a:cubicBezTo>
                  <a:cubicBezTo>
                    <a:pt x="15429" y="377739"/>
                    <a:pt x="15664" y="380330"/>
                    <a:pt x="15664" y="380330"/>
                  </a:cubicBezTo>
                  <a:lnTo>
                    <a:pt x="16102" y="387932"/>
                  </a:lnTo>
                  <a:lnTo>
                    <a:pt x="12635" y="388134"/>
                  </a:lnTo>
                  <a:cubicBezTo>
                    <a:pt x="12635" y="388134"/>
                    <a:pt x="8496" y="384669"/>
                    <a:pt x="6981" y="384669"/>
                  </a:cubicBezTo>
                  <a:cubicBezTo>
                    <a:pt x="5467" y="384669"/>
                    <a:pt x="2405" y="386856"/>
                    <a:pt x="2405" y="386856"/>
                  </a:cubicBezTo>
                  <a:cubicBezTo>
                    <a:pt x="2405" y="386856"/>
                    <a:pt x="-221" y="389446"/>
                    <a:pt x="15" y="389244"/>
                  </a:cubicBezTo>
                  <a:cubicBezTo>
                    <a:pt x="217" y="389042"/>
                    <a:pt x="15" y="394458"/>
                    <a:pt x="15" y="394458"/>
                  </a:cubicBezTo>
                  <a:lnTo>
                    <a:pt x="3279" y="400110"/>
                  </a:lnTo>
                  <a:lnTo>
                    <a:pt x="6746" y="404012"/>
                  </a:lnTo>
                  <a:cubicBezTo>
                    <a:pt x="6746" y="404012"/>
                    <a:pt x="13039" y="403575"/>
                    <a:pt x="13477" y="402935"/>
                  </a:cubicBezTo>
                  <a:cubicBezTo>
                    <a:pt x="13914" y="402296"/>
                    <a:pt x="15429" y="401859"/>
                    <a:pt x="15664" y="401186"/>
                  </a:cubicBezTo>
                  <a:cubicBezTo>
                    <a:pt x="15866" y="400547"/>
                    <a:pt x="17852" y="399672"/>
                    <a:pt x="17852" y="399672"/>
                  </a:cubicBezTo>
                  <a:lnTo>
                    <a:pt x="17852" y="394458"/>
                  </a:lnTo>
                  <a:lnTo>
                    <a:pt x="22092" y="392709"/>
                  </a:lnTo>
                  <a:lnTo>
                    <a:pt x="25256" y="394862"/>
                  </a:lnTo>
                  <a:lnTo>
                    <a:pt x="26568" y="399639"/>
                  </a:lnTo>
                  <a:lnTo>
                    <a:pt x="26568" y="406165"/>
                  </a:lnTo>
                  <a:cubicBezTo>
                    <a:pt x="26568" y="406165"/>
                    <a:pt x="31145" y="408351"/>
                    <a:pt x="32021" y="408553"/>
                  </a:cubicBezTo>
                  <a:cubicBezTo>
                    <a:pt x="32896" y="408755"/>
                    <a:pt x="40502" y="413566"/>
                    <a:pt x="40502" y="413566"/>
                  </a:cubicBezTo>
                  <a:lnTo>
                    <a:pt x="47468" y="419217"/>
                  </a:lnTo>
                  <a:lnTo>
                    <a:pt x="49420" y="422917"/>
                  </a:lnTo>
                  <a:lnTo>
                    <a:pt x="48780" y="427055"/>
                  </a:lnTo>
                  <a:lnTo>
                    <a:pt x="47468" y="432706"/>
                  </a:lnTo>
                  <a:lnTo>
                    <a:pt x="47468" y="435532"/>
                  </a:lnTo>
                  <a:lnTo>
                    <a:pt x="52684" y="439872"/>
                  </a:lnTo>
                  <a:lnTo>
                    <a:pt x="52684" y="441621"/>
                  </a:lnTo>
                  <a:cubicBezTo>
                    <a:pt x="52684" y="441621"/>
                    <a:pt x="51708" y="442698"/>
                    <a:pt x="51271" y="443370"/>
                  </a:cubicBezTo>
                  <a:cubicBezTo>
                    <a:pt x="50833" y="444010"/>
                    <a:pt x="52684" y="448147"/>
                    <a:pt x="52684" y="448147"/>
                  </a:cubicBezTo>
                  <a:lnTo>
                    <a:pt x="57261" y="450737"/>
                  </a:lnTo>
                  <a:lnTo>
                    <a:pt x="64665" y="445523"/>
                  </a:lnTo>
                  <a:cubicBezTo>
                    <a:pt x="64665" y="445523"/>
                    <a:pt x="68805" y="445288"/>
                    <a:pt x="70118" y="446600"/>
                  </a:cubicBezTo>
                  <a:cubicBezTo>
                    <a:pt x="71430" y="447912"/>
                    <a:pt x="71867" y="450939"/>
                    <a:pt x="71867" y="450939"/>
                  </a:cubicBezTo>
                  <a:cubicBezTo>
                    <a:pt x="71867" y="450939"/>
                    <a:pt x="74021" y="456591"/>
                    <a:pt x="73819" y="457230"/>
                  </a:cubicBezTo>
                  <a:cubicBezTo>
                    <a:pt x="73618" y="457869"/>
                    <a:pt x="70118" y="458744"/>
                    <a:pt x="70118" y="458744"/>
                  </a:cubicBezTo>
                  <a:cubicBezTo>
                    <a:pt x="70118" y="458744"/>
                    <a:pt x="70118" y="462646"/>
                    <a:pt x="70118" y="463520"/>
                  </a:cubicBezTo>
                  <a:cubicBezTo>
                    <a:pt x="70118" y="464395"/>
                    <a:pt x="71733" y="468129"/>
                    <a:pt x="71733" y="468129"/>
                  </a:cubicBezTo>
                  <a:lnTo>
                    <a:pt x="78127" y="470988"/>
                  </a:lnTo>
                  <a:lnTo>
                    <a:pt x="84252" y="473680"/>
                  </a:lnTo>
                  <a:lnTo>
                    <a:pt x="85599" y="474016"/>
                  </a:lnTo>
                  <a:lnTo>
                    <a:pt x="85195" y="472637"/>
                  </a:lnTo>
                  <a:cubicBezTo>
                    <a:pt x="85195" y="472637"/>
                    <a:pt x="86070" y="469172"/>
                    <a:pt x="86373" y="467995"/>
                  </a:cubicBezTo>
                  <a:cubicBezTo>
                    <a:pt x="86676" y="466851"/>
                    <a:pt x="87820" y="464227"/>
                    <a:pt x="88392" y="463083"/>
                  </a:cubicBezTo>
                  <a:cubicBezTo>
                    <a:pt x="88964" y="461939"/>
                    <a:pt x="88964" y="459618"/>
                    <a:pt x="90714" y="457566"/>
                  </a:cubicBezTo>
                  <a:cubicBezTo>
                    <a:pt x="92464" y="455548"/>
                    <a:pt x="93305" y="456120"/>
                    <a:pt x="94786" y="453496"/>
                  </a:cubicBezTo>
                  <a:cubicBezTo>
                    <a:pt x="96234" y="450872"/>
                    <a:pt x="97681" y="449425"/>
                    <a:pt x="98253" y="448584"/>
                  </a:cubicBezTo>
                  <a:cubicBezTo>
                    <a:pt x="98825" y="447710"/>
                    <a:pt x="99431" y="446566"/>
                    <a:pt x="99700" y="443068"/>
                  </a:cubicBezTo>
                  <a:cubicBezTo>
                    <a:pt x="100003" y="439603"/>
                    <a:pt x="100844" y="434960"/>
                    <a:pt x="100844" y="434960"/>
                  </a:cubicBezTo>
                  <a:cubicBezTo>
                    <a:pt x="100844" y="434960"/>
                    <a:pt x="101988" y="431765"/>
                    <a:pt x="102863" y="431495"/>
                  </a:cubicBezTo>
                  <a:cubicBezTo>
                    <a:pt x="103738" y="431193"/>
                    <a:pt x="106633" y="430924"/>
                    <a:pt x="108080" y="429477"/>
                  </a:cubicBezTo>
                  <a:cubicBezTo>
                    <a:pt x="109527" y="428031"/>
                    <a:pt x="110974" y="427459"/>
                    <a:pt x="110974" y="426281"/>
                  </a:cubicBezTo>
                  <a:cubicBezTo>
                    <a:pt x="110974" y="425138"/>
                    <a:pt x="112118" y="422211"/>
                    <a:pt x="112118" y="422211"/>
                  </a:cubicBezTo>
                  <a:lnTo>
                    <a:pt x="111243" y="417300"/>
                  </a:lnTo>
                  <a:lnTo>
                    <a:pt x="110941" y="412657"/>
                  </a:lnTo>
                  <a:lnTo>
                    <a:pt x="117907" y="412657"/>
                  </a:lnTo>
                  <a:cubicBezTo>
                    <a:pt x="117907" y="412657"/>
                    <a:pt x="118479" y="415248"/>
                    <a:pt x="119926" y="415248"/>
                  </a:cubicBezTo>
                  <a:cubicBezTo>
                    <a:pt x="121373" y="415248"/>
                    <a:pt x="121373" y="415550"/>
                    <a:pt x="124873" y="415550"/>
                  </a:cubicBezTo>
                  <a:cubicBezTo>
                    <a:pt x="128340" y="415550"/>
                    <a:pt x="126321" y="415853"/>
                    <a:pt x="128340" y="415550"/>
                  </a:cubicBezTo>
                  <a:cubicBezTo>
                    <a:pt x="130359" y="415248"/>
                    <a:pt x="132681" y="412657"/>
                    <a:pt x="132681" y="412657"/>
                  </a:cubicBezTo>
                  <a:cubicBezTo>
                    <a:pt x="132681" y="412657"/>
                    <a:pt x="134128" y="409764"/>
                    <a:pt x="135273" y="409462"/>
                  </a:cubicBezTo>
                  <a:cubicBezTo>
                    <a:pt x="136417" y="409159"/>
                    <a:pt x="138167" y="408015"/>
                    <a:pt x="139042" y="407140"/>
                  </a:cubicBezTo>
                  <a:cubicBezTo>
                    <a:pt x="139917" y="406266"/>
                    <a:pt x="140186" y="405257"/>
                    <a:pt x="141061" y="404685"/>
                  </a:cubicBezTo>
                  <a:cubicBezTo>
                    <a:pt x="141936" y="404113"/>
                    <a:pt x="148028" y="400480"/>
                    <a:pt x="148028" y="400480"/>
                  </a:cubicBezTo>
                  <a:lnTo>
                    <a:pt x="150922" y="400480"/>
                  </a:lnTo>
                  <a:lnTo>
                    <a:pt x="156139" y="400480"/>
                  </a:lnTo>
                  <a:cubicBezTo>
                    <a:pt x="156139" y="400480"/>
                    <a:pt x="158461" y="399605"/>
                    <a:pt x="160211" y="400480"/>
                  </a:cubicBezTo>
                  <a:cubicBezTo>
                    <a:pt x="161961" y="401354"/>
                    <a:pt x="164552" y="401354"/>
                    <a:pt x="165730" y="401354"/>
                  </a:cubicBezTo>
                  <a:cubicBezTo>
                    <a:pt x="166908" y="401354"/>
                    <a:pt x="171249" y="401657"/>
                    <a:pt x="171249" y="401657"/>
                  </a:cubicBezTo>
                  <a:lnTo>
                    <a:pt x="179091" y="402229"/>
                  </a:lnTo>
                  <a:cubicBezTo>
                    <a:pt x="179091" y="402229"/>
                    <a:pt x="180841" y="403676"/>
                    <a:pt x="182860" y="404853"/>
                  </a:cubicBezTo>
                  <a:cubicBezTo>
                    <a:pt x="184880" y="405997"/>
                    <a:pt x="184880" y="405997"/>
                    <a:pt x="184880" y="405997"/>
                  </a:cubicBezTo>
                  <a:cubicBezTo>
                    <a:pt x="184880" y="405997"/>
                    <a:pt x="187471" y="408621"/>
                    <a:pt x="188649" y="408890"/>
                  </a:cubicBezTo>
                  <a:cubicBezTo>
                    <a:pt x="189827" y="409192"/>
                    <a:pt x="191274" y="412086"/>
                    <a:pt x="191274" y="412086"/>
                  </a:cubicBezTo>
                  <a:lnTo>
                    <a:pt x="193899" y="415853"/>
                  </a:lnTo>
                  <a:cubicBezTo>
                    <a:pt x="193899" y="415853"/>
                    <a:pt x="198241" y="418174"/>
                    <a:pt x="199115" y="418174"/>
                  </a:cubicBezTo>
                  <a:cubicBezTo>
                    <a:pt x="199990" y="418174"/>
                    <a:pt x="206654" y="413229"/>
                    <a:pt x="206654" y="413229"/>
                  </a:cubicBezTo>
                  <a:lnTo>
                    <a:pt x="209245" y="408318"/>
                  </a:lnTo>
                  <a:lnTo>
                    <a:pt x="214765" y="405425"/>
                  </a:lnTo>
                  <a:lnTo>
                    <a:pt x="218231" y="403104"/>
                  </a:lnTo>
                  <a:cubicBezTo>
                    <a:pt x="218231" y="403104"/>
                    <a:pt x="221428" y="401186"/>
                    <a:pt x="221428" y="400110"/>
                  </a:cubicBezTo>
                  <a:cubicBezTo>
                    <a:pt x="221428" y="399033"/>
                    <a:pt x="221428" y="396140"/>
                    <a:pt x="221428" y="396140"/>
                  </a:cubicBezTo>
                  <a:lnTo>
                    <a:pt x="219981" y="394391"/>
                  </a:lnTo>
                  <a:lnTo>
                    <a:pt x="218231" y="393214"/>
                  </a:lnTo>
                  <a:lnTo>
                    <a:pt x="215034" y="391767"/>
                  </a:lnTo>
                  <a:lnTo>
                    <a:pt x="211568" y="389446"/>
                  </a:lnTo>
                  <a:cubicBezTo>
                    <a:pt x="211568" y="389446"/>
                    <a:pt x="210423" y="390892"/>
                    <a:pt x="209548" y="389446"/>
                  </a:cubicBezTo>
                  <a:cubicBezTo>
                    <a:pt x="208673" y="387999"/>
                    <a:pt x="207798" y="387697"/>
                    <a:pt x="207226" y="386553"/>
                  </a:cubicBezTo>
                  <a:cubicBezTo>
                    <a:pt x="206654" y="385409"/>
                    <a:pt x="205207" y="383357"/>
                    <a:pt x="205207" y="382482"/>
                  </a:cubicBezTo>
                  <a:cubicBezTo>
                    <a:pt x="205207" y="381608"/>
                    <a:pt x="205510" y="381036"/>
                    <a:pt x="205779" y="379590"/>
                  </a:cubicBezTo>
                  <a:cubicBezTo>
                    <a:pt x="206082" y="378143"/>
                    <a:pt x="206351" y="376697"/>
                    <a:pt x="206082" y="374947"/>
                  </a:cubicBezTo>
                  <a:cubicBezTo>
                    <a:pt x="205779" y="373198"/>
                    <a:pt x="205779" y="370305"/>
                    <a:pt x="205779" y="369161"/>
                  </a:cubicBezTo>
                  <a:cubicBezTo>
                    <a:pt x="205779" y="368017"/>
                    <a:pt x="205779" y="367412"/>
                    <a:pt x="206957" y="367143"/>
                  </a:cubicBezTo>
                  <a:cubicBezTo>
                    <a:pt x="208101" y="366840"/>
                    <a:pt x="211299" y="367143"/>
                    <a:pt x="211299" y="367143"/>
                  </a:cubicBezTo>
                  <a:lnTo>
                    <a:pt x="218837" y="367008"/>
                  </a:lnTo>
                  <a:cubicBezTo>
                    <a:pt x="218837" y="367008"/>
                    <a:pt x="219140" y="367446"/>
                    <a:pt x="220284" y="367008"/>
                  </a:cubicBezTo>
                  <a:cubicBezTo>
                    <a:pt x="221428" y="366571"/>
                    <a:pt x="221159" y="366874"/>
                    <a:pt x="224626" y="367008"/>
                  </a:cubicBezTo>
                  <a:cubicBezTo>
                    <a:pt x="228092" y="367143"/>
                    <a:pt x="228967" y="367580"/>
                    <a:pt x="231289" y="366773"/>
                  </a:cubicBezTo>
                  <a:cubicBezTo>
                    <a:pt x="233611" y="365966"/>
                    <a:pt x="234486" y="365394"/>
                    <a:pt x="235059" y="363644"/>
                  </a:cubicBezTo>
                  <a:cubicBezTo>
                    <a:pt x="235631" y="361895"/>
                    <a:pt x="237078" y="361323"/>
                    <a:pt x="237381" y="360449"/>
                  </a:cubicBezTo>
                  <a:cubicBezTo>
                    <a:pt x="237684" y="359574"/>
                    <a:pt x="240006" y="356984"/>
                    <a:pt x="240006" y="356984"/>
                  </a:cubicBezTo>
                  <a:lnTo>
                    <a:pt x="241453" y="356984"/>
                  </a:lnTo>
                  <a:cubicBezTo>
                    <a:pt x="241453" y="356984"/>
                    <a:pt x="243775" y="357858"/>
                    <a:pt x="244650" y="358430"/>
                  </a:cubicBezTo>
                  <a:cubicBezTo>
                    <a:pt x="245525" y="359002"/>
                    <a:pt x="247847" y="365091"/>
                    <a:pt x="247847" y="365091"/>
                  </a:cubicBezTo>
                  <a:lnTo>
                    <a:pt x="250170" y="370036"/>
                  </a:lnTo>
                  <a:lnTo>
                    <a:pt x="253636" y="372929"/>
                  </a:lnTo>
                  <a:lnTo>
                    <a:pt x="259425" y="371482"/>
                  </a:lnTo>
                  <a:lnTo>
                    <a:pt x="267535" y="369161"/>
                  </a:lnTo>
                  <a:lnTo>
                    <a:pt x="271607" y="367143"/>
                  </a:lnTo>
                  <a:lnTo>
                    <a:pt x="275949" y="370910"/>
                  </a:lnTo>
                  <a:lnTo>
                    <a:pt x="279718" y="372929"/>
                  </a:lnTo>
                  <a:lnTo>
                    <a:pt x="286988" y="376125"/>
                  </a:lnTo>
                  <a:lnTo>
                    <a:pt x="293348" y="377874"/>
                  </a:lnTo>
                  <a:lnTo>
                    <a:pt x="296545" y="379320"/>
                  </a:lnTo>
                  <a:lnTo>
                    <a:pt x="298296" y="382214"/>
                  </a:lnTo>
                  <a:lnTo>
                    <a:pt x="306406" y="385241"/>
                  </a:lnTo>
                  <a:cubicBezTo>
                    <a:pt x="306406" y="385241"/>
                    <a:pt x="309603" y="384804"/>
                    <a:pt x="310748" y="384804"/>
                  </a:cubicBezTo>
                  <a:cubicBezTo>
                    <a:pt x="311892" y="384804"/>
                    <a:pt x="315089" y="384804"/>
                    <a:pt x="316267" y="384804"/>
                  </a:cubicBezTo>
                  <a:cubicBezTo>
                    <a:pt x="317445" y="384804"/>
                    <a:pt x="321484" y="384097"/>
                    <a:pt x="322359" y="383794"/>
                  </a:cubicBezTo>
                  <a:cubicBezTo>
                    <a:pt x="323234" y="383492"/>
                    <a:pt x="327878" y="383088"/>
                    <a:pt x="329022" y="383088"/>
                  </a:cubicBezTo>
                  <a:cubicBezTo>
                    <a:pt x="330166" y="383088"/>
                    <a:pt x="331916" y="383088"/>
                    <a:pt x="331916" y="383088"/>
                  </a:cubicBezTo>
                  <a:lnTo>
                    <a:pt x="335113" y="385712"/>
                  </a:lnTo>
                  <a:cubicBezTo>
                    <a:pt x="335113" y="385712"/>
                    <a:pt x="338580" y="387461"/>
                    <a:pt x="339455" y="387730"/>
                  </a:cubicBezTo>
                  <a:cubicBezTo>
                    <a:pt x="340330" y="388033"/>
                    <a:pt x="345816" y="391801"/>
                    <a:pt x="345816" y="391801"/>
                  </a:cubicBezTo>
                  <a:cubicBezTo>
                    <a:pt x="345816" y="391801"/>
                    <a:pt x="348441" y="392675"/>
                    <a:pt x="349282" y="392978"/>
                  </a:cubicBezTo>
                  <a:cubicBezTo>
                    <a:pt x="350157" y="393247"/>
                    <a:pt x="355946" y="398192"/>
                    <a:pt x="355946" y="398192"/>
                  </a:cubicBezTo>
                  <a:lnTo>
                    <a:pt x="362912" y="400513"/>
                  </a:lnTo>
                  <a:lnTo>
                    <a:pt x="364932" y="406299"/>
                  </a:lnTo>
                  <a:lnTo>
                    <a:pt x="368398" y="408890"/>
                  </a:lnTo>
                  <a:lnTo>
                    <a:pt x="373312" y="412960"/>
                  </a:lnTo>
                  <a:cubicBezTo>
                    <a:pt x="373312" y="412960"/>
                    <a:pt x="376071" y="420361"/>
                    <a:pt x="375634" y="420361"/>
                  </a:cubicBezTo>
                  <a:cubicBezTo>
                    <a:pt x="375196" y="420361"/>
                    <a:pt x="376946" y="422379"/>
                    <a:pt x="376946" y="422379"/>
                  </a:cubicBezTo>
                  <a:cubicBezTo>
                    <a:pt x="376946" y="422379"/>
                    <a:pt x="378023" y="422076"/>
                    <a:pt x="378461" y="421942"/>
                  </a:cubicBezTo>
                  <a:cubicBezTo>
                    <a:pt x="378898" y="421807"/>
                    <a:pt x="381422" y="418309"/>
                    <a:pt x="381422" y="417737"/>
                  </a:cubicBezTo>
                  <a:cubicBezTo>
                    <a:pt x="381422" y="417165"/>
                    <a:pt x="381422" y="415281"/>
                    <a:pt x="381422" y="415281"/>
                  </a:cubicBezTo>
                  <a:cubicBezTo>
                    <a:pt x="381422" y="415281"/>
                    <a:pt x="381927" y="414272"/>
                    <a:pt x="382499" y="414272"/>
                  </a:cubicBezTo>
                  <a:cubicBezTo>
                    <a:pt x="383071" y="414272"/>
                    <a:pt x="384889" y="417030"/>
                    <a:pt x="384889" y="417030"/>
                  </a:cubicBezTo>
                  <a:lnTo>
                    <a:pt x="384889" y="418780"/>
                  </a:lnTo>
                  <a:lnTo>
                    <a:pt x="386639" y="422413"/>
                  </a:lnTo>
                  <a:lnTo>
                    <a:pt x="388961" y="423859"/>
                  </a:lnTo>
                  <a:cubicBezTo>
                    <a:pt x="388961" y="423859"/>
                    <a:pt x="390273" y="424734"/>
                    <a:pt x="391855" y="423557"/>
                  </a:cubicBezTo>
                  <a:cubicBezTo>
                    <a:pt x="393437" y="422413"/>
                    <a:pt x="394918" y="422245"/>
                    <a:pt x="395625" y="421404"/>
                  </a:cubicBezTo>
                  <a:cubicBezTo>
                    <a:pt x="396365" y="420529"/>
                    <a:pt x="397509" y="419082"/>
                    <a:pt x="397509" y="419082"/>
                  </a:cubicBezTo>
                  <a:cubicBezTo>
                    <a:pt x="397509" y="419082"/>
                    <a:pt x="399832" y="417199"/>
                    <a:pt x="399832" y="416761"/>
                  </a:cubicBezTo>
                  <a:cubicBezTo>
                    <a:pt x="399832" y="416324"/>
                    <a:pt x="401985" y="412422"/>
                    <a:pt x="402456" y="412119"/>
                  </a:cubicBezTo>
                  <a:cubicBezTo>
                    <a:pt x="402894" y="411850"/>
                    <a:pt x="404341" y="411985"/>
                    <a:pt x="404913" y="411547"/>
                  </a:cubicBezTo>
                  <a:cubicBezTo>
                    <a:pt x="405485" y="411110"/>
                    <a:pt x="408683" y="409226"/>
                    <a:pt x="408683" y="409226"/>
                  </a:cubicBezTo>
                  <a:lnTo>
                    <a:pt x="411880" y="409226"/>
                  </a:lnTo>
                  <a:cubicBezTo>
                    <a:pt x="411880" y="409226"/>
                    <a:pt x="415784" y="407780"/>
                    <a:pt x="416659" y="408789"/>
                  </a:cubicBezTo>
                  <a:cubicBezTo>
                    <a:pt x="417534" y="409798"/>
                    <a:pt x="418543" y="410807"/>
                    <a:pt x="419116" y="410975"/>
                  </a:cubicBezTo>
                  <a:cubicBezTo>
                    <a:pt x="419687" y="411110"/>
                    <a:pt x="422145" y="407948"/>
                    <a:pt x="422582" y="407780"/>
                  </a:cubicBezTo>
                  <a:cubicBezTo>
                    <a:pt x="423019" y="407645"/>
                    <a:pt x="423894" y="405458"/>
                    <a:pt x="424164" y="404887"/>
                  </a:cubicBezTo>
                  <a:cubicBezTo>
                    <a:pt x="424467" y="404315"/>
                    <a:pt x="426048" y="402128"/>
                    <a:pt x="426183" y="401691"/>
                  </a:cubicBezTo>
                  <a:cubicBezTo>
                    <a:pt x="426318" y="401253"/>
                    <a:pt x="427933" y="399235"/>
                    <a:pt x="428202" y="398663"/>
                  </a:cubicBezTo>
                  <a:cubicBezTo>
                    <a:pt x="428505" y="398091"/>
                    <a:pt x="429346" y="396779"/>
                    <a:pt x="430087" y="395636"/>
                  </a:cubicBezTo>
                  <a:cubicBezTo>
                    <a:pt x="430827" y="394492"/>
                    <a:pt x="430962" y="394189"/>
                    <a:pt x="431971" y="393752"/>
                  </a:cubicBezTo>
                  <a:cubicBezTo>
                    <a:pt x="432981" y="393315"/>
                    <a:pt x="436178" y="392608"/>
                    <a:pt x="436885" y="392608"/>
                  </a:cubicBezTo>
                  <a:cubicBezTo>
                    <a:pt x="437592" y="392608"/>
                    <a:pt x="439780" y="392743"/>
                    <a:pt x="440351" y="392608"/>
                  </a:cubicBezTo>
                  <a:cubicBezTo>
                    <a:pt x="440924" y="392474"/>
                    <a:pt x="442539" y="392608"/>
                    <a:pt x="442539" y="392608"/>
                  </a:cubicBezTo>
                  <a:lnTo>
                    <a:pt x="444121" y="394627"/>
                  </a:lnTo>
                  <a:cubicBezTo>
                    <a:pt x="444121" y="394627"/>
                    <a:pt x="444760" y="394761"/>
                    <a:pt x="444895" y="395198"/>
                  </a:cubicBezTo>
                  <a:cubicBezTo>
                    <a:pt x="445029" y="395636"/>
                    <a:pt x="445703" y="397385"/>
                    <a:pt x="445703" y="398226"/>
                  </a:cubicBezTo>
                  <a:cubicBezTo>
                    <a:pt x="445703" y="399100"/>
                    <a:pt x="445703" y="401422"/>
                    <a:pt x="445703" y="401422"/>
                  </a:cubicBezTo>
                  <a:lnTo>
                    <a:pt x="445703" y="406636"/>
                  </a:lnTo>
                  <a:cubicBezTo>
                    <a:pt x="445703" y="406636"/>
                    <a:pt x="446006" y="407208"/>
                    <a:pt x="445703" y="408082"/>
                  </a:cubicBezTo>
                  <a:cubicBezTo>
                    <a:pt x="445400" y="408957"/>
                    <a:pt x="446241" y="412287"/>
                    <a:pt x="445837" y="413162"/>
                  </a:cubicBezTo>
                  <a:cubicBezTo>
                    <a:pt x="445433" y="414036"/>
                    <a:pt x="446510" y="415920"/>
                    <a:pt x="445972" y="416627"/>
                  </a:cubicBezTo>
                  <a:cubicBezTo>
                    <a:pt x="445433" y="417333"/>
                    <a:pt x="445433" y="420092"/>
                    <a:pt x="445433" y="420966"/>
                  </a:cubicBezTo>
                  <a:cubicBezTo>
                    <a:pt x="445433" y="421841"/>
                    <a:pt x="445232" y="423725"/>
                    <a:pt x="446140" y="424734"/>
                  </a:cubicBezTo>
                  <a:cubicBezTo>
                    <a:pt x="447049" y="425743"/>
                    <a:pt x="448361" y="427190"/>
                    <a:pt x="448361" y="427190"/>
                  </a:cubicBezTo>
                  <a:cubicBezTo>
                    <a:pt x="448361" y="427190"/>
                    <a:pt x="450111" y="428939"/>
                    <a:pt x="450246" y="429376"/>
                  </a:cubicBezTo>
                  <a:cubicBezTo>
                    <a:pt x="450380" y="429813"/>
                    <a:pt x="452703" y="430823"/>
                    <a:pt x="453578" y="430554"/>
                  </a:cubicBezTo>
                  <a:cubicBezTo>
                    <a:pt x="454453" y="430251"/>
                    <a:pt x="455765" y="429545"/>
                    <a:pt x="455765" y="429545"/>
                  </a:cubicBezTo>
                  <a:lnTo>
                    <a:pt x="458087" y="427223"/>
                  </a:lnTo>
                  <a:lnTo>
                    <a:pt x="460477" y="427795"/>
                  </a:lnTo>
                  <a:lnTo>
                    <a:pt x="461419" y="429679"/>
                  </a:lnTo>
                  <a:lnTo>
                    <a:pt x="461419" y="432706"/>
                  </a:lnTo>
                  <a:lnTo>
                    <a:pt x="461419" y="436171"/>
                  </a:lnTo>
                  <a:cubicBezTo>
                    <a:pt x="461419" y="436171"/>
                    <a:pt x="463438" y="435734"/>
                    <a:pt x="464313" y="435431"/>
                  </a:cubicBezTo>
                  <a:cubicBezTo>
                    <a:pt x="465188" y="435129"/>
                    <a:pt x="466939" y="433245"/>
                    <a:pt x="467342" y="432673"/>
                  </a:cubicBezTo>
                  <a:cubicBezTo>
                    <a:pt x="467780" y="432101"/>
                    <a:pt x="468520" y="432673"/>
                    <a:pt x="469227" y="431361"/>
                  </a:cubicBezTo>
                  <a:cubicBezTo>
                    <a:pt x="469934" y="430049"/>
                    <a:pt x="471112" y="428165"/>
                    <a:pt x="471112" y="428165"/>
                  </a:cubicBezTo>
                  <a:cubicBezTo>
                    <a:pt x="471112" y="428165"/>
                    <a:pt x="478078" y="422648"/>
                    <a:pt x="478516" y="422211"/>
                  </a:cubicBezTo>
                  <a:cubicBezTo>
                    <a:pt x="478954" y="421774"/>
                    <a:pt x="483160" y="419015"/>
                    <a:pt x="483295" y="418578"/>
                  </a:cubicBezTo>
                  <a:cubicBezTo>
                    <a:pt x="483429" y="418141"/>
                    <a:pt x="484439" y="415988"/>
                    <a:pt x="485449" y="414945"/>
                  </a:cubicBezTo>
                  <a:cubicBezTo>
                    <a:pt x="486458" y="413936"/>
                    <a:pt x="488646" y="411043"/>
                    <a:pt x="489218" y="410740"/>
                  </a:cubicBezTo>
                  <a:cubicBezTo>
                    <a:pt x="489790" y="410437"/>
                    <a:pt x="490093" y="408856"/>
                    <a:pt x="490665" y="408722"/>
                  </a:cubicBezTo>
                  <a:cubicBezTo>
                    <a:pt x="491237" y="408587"/>
                    <a:pt x="490800" y="408722"/>
                    <a:pt x="492247" y="407847"/>
                  </a:cubicBezTo>
                  <a:cubicBezTo>
                    <a:pt x="493694" y="406972"/>
                    <a:pt x="496723" y="404214"/>
                    <a:pt x="496723" y="404214"/>
                  </a:cubicBezTo>
                  <a:cubicBezTo>
                    <a:pt x="496723" y="404214"/>
                    <a:pt x="498170" y="403642"/>
                    <a:pt x="498608" y="403474"/>
                  </a:cubicBezTo>
                  <a:cubicBezTo>
                    <a:pt x="499045" y="403339"/>
                    <a:pt x="501637" y="402027"/>
                    <a:pt x="501637" y="402027"/>
                  </a:cubicBezTo>
                  <a:lnTo>
                    <a:pt x="504531" y="401018"/>
                  </a:lnTo>
                  <a:lnTo>
                    <a:pt x="506719" y="401153"/>
                  </a:lnTo>
                  <a:lnTo>
                    <a:pt x="508738" y="402902"/>
                  </a:lnTo>
                  <a:cubicBezTo>
                    <a:pt x="508738" y="402902"/>
                    <a:pt x="508872" y="403339"/>
                    <a:pt x="509444" y="403339"/>
                  </a:cubicBezTo>
                  <a:cubicBezTo>
                    <a:pt x="510017" y="403339"/>
                    <a:pt x="512911" y="405660"/>
                    <a:pt x="512911" y="405660"/>
                  </a:cubicBezTo>
                  <a:lnTo>
                    <a:pt x="515233" y="408116"/>
                  </a:lnTo>
                  <a:lnTo>
                    <a:pt x="516680" y="408553"/>
                  </a:lnTo>
                  <a:lnTo>
                    <a:pt x="520315" y="411884"/>
                  </a:lnTo>
                  <a:lnTo>
                    <a:pt x="522334" y="413768"/>
                  </a:lnTo>
                  <a:lnTo>
                    <a:pt x="523950" y="415517"/>
                  </a:lnTo>
                  <a:lnTo>
                    <a:pt x="523950" y="418712"/>
                  </a:lnTo>
                  <a:lnTo>
                    <a:pt x="522940" y="420462"/>
                  </a:lnTo>
                  <a:lnTo>
                    <a:pt x="521493" y="421774"/>
                  </a:lnTo>
                  <a:cubicBezTo>
                    <a:pt x="521493" y="421774"/>
                    <a:pt x="520921" y="422211"/>
                    <a:pt x="520617" y="422648"/>
                  </a:cubicBezTo>
                  <a:cubicBezTo>
                    <a:pt x="520315" y="423086"/>
                    <a:pt x="520315" y="423960"/>
                    <a:pt x="520315" y="423960"/>
                  </a:cubicBezTo>
                  <a:lnTo>
                    <a:pt x="521762" y="425541"/>
                  </a:lnTo>
                  <a:cubicBezTo>
                    <a:pt x="521762" y="425541"/>
                    <a:pt x="521627" y="427291"/>
                    <a:pt x="522031" y="426988"/>
                  </a:cubicBezTo>
                  <a:cubicBezTo>
                    <a:pt x="522469" y="426685"/>
                    <a:pt x="525363" y="425979"/>
                    <a:pt x="525363" y="425979"/>
                  </a:cubicBezTo>
                  <a:lnTo>
                    <a:pt x="526810" y="426988"/>
                  </a:lnTo>
                  <a:lnTo>
                    <a:pt x="529132" y="430453"/>
                  </a:lnTo>
                  <a:lnTo>
                    <a:pt x="529132" y="432639"/>
                  </a:lnTo>
                  <a:lnTo>
                    <a:pt x="528560" y="434826"/>
                  </a:lnTo>
                  <a:lnTo>
                    <a:pt x="527988" y="436272"/>
                  </a:lnTo>
                  <a:lnTo>
                    <a:pt x="527416" y="437147"/>
                  </a:lnTo>
                  <a:lnTo>
                    <a:pt x="525094" y="439737"/>
                  </a:lnTo>
                  <a:lnTo>
                    <a:pt x="523209" y="441924"/>
                  </a:lnTo>
                  <a:lnTo>
                    <a:pt x="520887" y="443505"/>
                  </a:lnTo>
                  <a:lnTo>
                    <a:pt x="519137" y="445389"/>
                  </a:lnTo>
                  <a:lnTo>
                    <a:pt x="517623" y="447138"/>
                  </a:lnTo>
                  <a:lnTo>
                    <a:pt x="516815" y="450603"/>
                  </a:lnTo>
                  <a:lnTo>
                    <a:pt x="515940" y="453496"/>
                  </a:lnTo>
                  <a:cubicBezTo>
                    <a:pt x="515940" y="453496"/>
                    <a:pt x="516074" y="455682"/>
                    <a:pt x="516646" y="455682"/>
                  </a:cubicBezTo>
                  <a:cubicBezTo>
                    <a:pt x="517219" y="455682"/>
                    <a:pt x="520719" y="455817"/>
                    <a:pt x="520719" y="455817"/>
                  </a:cubicBezTo>
                  <a:cubicBezTo>
                    <a:pt x="520719" y="455817"/>
                    <a:pt x="522166" y="456557"/>
                    <a:pt x="523916" y="456557"/>
                  </a:cubicBezTo>
                  <a:cubicBezTo>
                    <a:pt x="525666" y="456557"/>
                    <a:pt x="527382" y="457129"/>
                    <a:pt x="527382" y="457129"/>
                  </a:cubicBezTo>
                  <a:cubicBezTo>
                    <a:pt x="527382" y="457129"/>
                    <a:pt x="527113" y="459585"/>
                    <a:pt x="526507" y="459585"/>
                  </a:cubicBezTo>
                  <a:cubicBezTo>
                    <a:pt x="525935" y="459585"/>
                    <a:pt x="524623" y="460291"/>
                    <a:pt x="524050" y="460728"/>
                  </a:cubicBezTo>
                  <a:cubicBezTo>
                    <a:pt x="523478" y="461166"/>
                    <a:pt x="521863" y="461435"/>
                    <a:pt x="521156" y="461872"/>
                  </a:cubicBezTo>
                  <a:cubicBezTo>
                    <a:pt x="520449" y="462309"/>
                    <a:pt x="519440" y="463184"/>
                    <a:pt x="519137" y="464059"/>
                  </a:cubicBezTo>
                  <a:cubicBezTo>
                    <a:pt x="518834" y="464933"/>
                    <a:pt x="518565" y="465505"/>
                    <a:pt x="518565" y="466077"/>
                  </a:cubicBezTo>
                  <a:cubicBezTo>
                    <a:pt x="518565" y="466649"/>
                    <a:pt x="519574" y="468970"/>
                    <a:pt x="519574" y="468970"/>
                  </a:cubicBezTo>
                  <a:cubicBezTo>
                    <a:pt x="519574" y="468970"/>
                    <a:pt x="521022" y="469845"/>
                    <a:pt x="521459" y="470282"/>
                  </a:cubicBezTo>
                  <a:cubicBezTo>
                    <a:pt x="521896" y="470719"/>
                    <a:pt x="524084" y="472872"/>
                    <a:pt x="524488" y="473309"/>
                  </a:cubicBezTo>
                  <a:cubicBezTo>
                    <a:pt x="524925" y="473747"/>
                    <a:pt x="526373" y="474319"/>
                    <a:pt x="526810" y="474184"/>
                  </a:cubicBezTo>
                  <a:cubicBezTo>
                    <a:pt x="527248" y="474050"/>
                    <a:pt x="529132" y="473747"/>
                    <a:pt x="529132" y="473747"/>
                  </a:cubicBezTo>
                  <a:lnTo>
                    <a:pt x="531757" y="472435"/>
                  </a:lnTo>
                  <a:lnTo>
                    <a:pt x="533339" y="470854"/>
                  </a:lnTo>
                  <a:cubicBezTo>
                    <a:pt x="533339" y="470854"/>
                    <a:pt x="534046" y="469273"/>
                    <a:pt x="534484" y="469105"/>
                  </a:cubicBezTo>
                  <a:cubicBezTo>
                    <a:pt x="534921" y="468970"/>
                    <a:pt x="535998" y="468533"/>
                    <a:pt x="535998" y="468533"/>
                  </a:cubicBezTo>
                  <a:lnTo>
                    <a:pt x="537815" y="470988"/>
                  </a:lnTo>
                  <a:lnTo>
                    <a:pt x="537815" y="472570"/>
                  </a:lnTo>
                  <a:cubicBezTo>
                    <a:pt x="537815" y="472570"/>
                    <a:pt x="536503" y="474319"/>
                    <a:pt x="537815" y="475328"/>
                  </a:cubicBezTo>
                  <a:cubicBezTo>
                    <a:pt x="539128" y="476337"/>
                    <a:pt x="541585" y="478793"/>
                    <a:pt x="541585" y="478793"/>
                  </a:cubicBezTo>
                  <a:lnTo>
                    <a:pt x="543301" y="477346"/>
                  </a:lnTo>
                  <a:lnTo>
                    <a:pt x="546936" y="477481"/>
                  </a:lnTo>
                  <a:lnTo>
                    <a:pt x="548517" y="472401"/>
                  </a:lnTo>
                  <a:lnTo>
                    <a:pt x="551715" y="469710"/>
                  </a:lnTo>
                  <a:cubicBezTo>
                    <a:pt x="551715" y="469710"/>
                    <a:pt x="555181" y="466683"/>
                    <a:pt x="556493" y="465371"/>
                  </a:cubicBezTo>
                  <a:cubicBezTo>
                    <a:pt x="557806" y="464059"/>
                    <a:pt x="558883" y="462108"/>
                    <a:pt x="558883" y="462108"/>
                  </a:cubicBezTo>
                  <a:lnTo>
                    <a:pt x="561710" y="457600"/>
                  </a:lnTo>
                  <a:cubicBezTo>
                    <a:pt x="561710" y="457600"/>
                    <a:pt x="564301" y="457768"/>
                    <a:pt x="567801" y="457533"/>
                  </a:cubicBezTo>
                  <a:cubicBezTo>
                    <a:pt x="570157" y="457398"/>
                    <a:pt x="570124" y="457533"/>
                    <a:pt x="570056" y="457600"/>
                  </a:cubicBezTo>
                  <a:cubicBezTo>
                    <a:pt x="570090" y="457600"/>
                    <a:pt x="570124" y="457566"/>
                    <a:pt x="570191" y="457533"/>
                  </a:cubicBezTo>
                  <a:cubicBezTo>
                    <a:pt x="570830" y="457297"/>
                    <a:pt x="574970" y="456893"/>
                    <a:pt x="575609" y="456456"/>
                  </a:cubicBezTo>
                  <a:cubicBezTo>
                    <a:pt x="576249" y="456019"/>
                    <a:pt x="577797" y="455144"/>
                    <a:pt x="577797" y="455144"/>
                  </a:cubicBezTo>
                  <a:lnTo>
                    <a:pt x="577797" y="449930"/>
                  </a:lnTo>
                  <a:lnTo>
                    <a:pt x="577797" y="447743"/>
                  </a:lnTo>
                  <a:lnTo>
                    <a:pt x="578672" y="443841"/>
                  </a:lnTo>
                  <a:lnTo>
                    <a:pt x="582138" y="443841"/>
                  </a:lnTo>
                  <a:lnTo>
                    <a:pt x="595196" y="443841"/>
                  </a:lnTo>
                  <a:lnTo>
                    <a:pt x="603004" y="442092"/>
                  </a:lnTo>
                  <a:cubicBezTo>
                    <a:pt x="603004" y="442092"/>
                    <a:pt x="605831" y="441016"/>
                    <a:pt x="606470" y="440578"/>
                  </a:cubicBezTo>
                  <a:cubicBezTo>
                    <a:pt x="607110" y="440141"/>
                    <a:pt x="609937" y="437113"/>
                    <a:pt x="610374" y="436239"/>
                  </a:cubicBezTo>
                  <a:cubicBezTo>
                    <a:pt x="610812" y="435364"/>
                    <a:pt x="613403" y="433413"/>
                    <a:pt x="613403" y="433413"/>
                  </a:cubicBezTo>
                  <a:lnTo>
                    <a:pt x="623836" y="433413"/>
                  </a:lnTo>
                  <a:lnTo>
                    <a:pt x="632519" y="433413"/>
                  </a:lnTo>
                  <a:lnTo>
                    <a:pt x="639687" y="433413"/>
                  </a:lnTo>
                  <a:lnTo>
                    <a:pt x="644029" y="428972"/>
                  </a:lnTo>
                  <a:cubicBezTo>
                    <a:pt x="644029" y="428972"/>
                    <a:pt x="639890" y="422346"/>
                    <a:pt x="639687" y="421034"/>
                  </a:cubicBezTo>
                  <a:cubicBezTo>
                    <a:pt x="639486" y="419722"/>
                    <a:pt x="643591" y="417771"/>
                    <a:pt x="643827" y="416896"/>
                  </a:cubicBezTo>
                  <a:cubicBezTo>
                    <a:pt x="644029" y="416021"/>
                    <a:pt x="645779" y="413633"/>
                    <a:pt x="645779" y="413633"/>
                  </a:cubicBezTo>
                  <a:lnTo>
                    <a:pt x="650558" y="409495"/>
                  </a:lnTo>
                  <a:lnTo>
                    <a:pt x="656010" y="412960"/>
                  </a:lnTo>
                  <a:lnTo>
                    <a:pt x="663414" y="417939"/>
                  </a:lnTo>
                  <a:cubicBezTo>
                    <a:pt x="663414" y="417939"/>
                    <a:pt x="669270" y="414911"/>
                    <a:pt x="669943" y="414474"/>
                  </a:cubicBezTo>
                  <a:cubicBezTo>
                    <a:pt x="670583" y="414036"/>
                    <a:pt x="671020" y="410134"/>
                    <a:pt x="671020" y="410134"/>
                  </a:cubicBezTo>
                  <a:lnTo>
                    <a:pt x="674049" y="404046"/>
                  </a:lnTo>
                  <a:lnTo>
                    <a:pt x="680578" y="401422"/>
                  </a:lnTo>
                  <a:lnTo>
                    <a:pt x="685155" y="400110"/>
                  </a:lnTo>
                  <a:lnTo>
                    <a:pt x="688857" y="397721"/>
                  </a:lnTo>
                  <a:lnTo>
                    <a:pt x="691684" y="393819"/>
                  </a:lnTo>
                  <a:lnTo>
                    <a:pt x="694309" y="389042"/>
                  </a:lnTo>
                  <a:lnTo>
                    <a:pt x="694309" y="385577"/>
                  </a:lnTo>
                  <a:lnTo>
                    <a:pt x="696597" y="381238"/>
                  </a:lnTo>
                  <a:lnTo>
                    <a:pt x="704540" y="380801"/>
                  </a:lnTo>
                  <a:lnTo>
                    <a:pt x="710833" y="379489"/>
                  </a:lnTo>
                  <a:lnTo>
                    <a:pt x="722343" y="379489"/>
                  </a:lnTo>
                  <a:lnTo>
                    <a:pt x="727560" y="381541"/>
                  </a:lnTo>
                  <a:lnTo>
                    <a:pt x="730387" y="384265"/>
                  </a:lnTo>
                  <a:lnTo>
                    <a:pt x="735165" y="391666"/>
                  </a:lnTo>
                  <a:lnTo>
                    <a:pt x="744724" y="391666"/>
                  </a:lnTo>
                  <a:lnTo>
                    <a:pt x="748358" y="390018"/>
                  </a:lnTo>
                  <a:lnTo>
                    <a:pt x="756099" y="386620"/>
                  </a:lnTo>
                  <a:lnTo>
                    <a:pt x="761214" y="384602"/>
                  </a:lnTo>
                  <a:lnTo>
                    <a:pt x="763032" y="382146"/>
                  </a:lnTo>
                  <a:lnTo>
                    <a:pt x="763267" y="383021"/>
                  </a:lnTo>
                  <a:lnTo>
                    <a:pt x="761820" y="377672"/>
                  </a:lnTo>
                  <a:lnTo>
                    <a:pt x="761719" y="373164"/>
                  </a:lnTo>
                  <a:close/>
                </a:path>
              </a:pathLst>
            </a:custGeom>
            <a:grpFill/>
            <a:ln w="6350" cap="flat">
              <a:solidFill>
                <a:schemeClr val="bg1"/>
              </a:solidFill>
              <a:prstDash val="solid"/>
              <a:miter/>
            </a:ln>
          </p:spPr>
          <p:txBody>
            <a:bodyPr rtlCol="0" anchor="ctr"/>
            <a:lstStyle/>
            <a:p>
              <a:endParaRPr lang="en-US"/>
            </a:p>
          </p:txBody>
        </p:sp>
        <p:sp>
          <p:nvSpPr>
            <p:cNvPr id="33" name="Freeform 893">
              <a:extLst>
                <a:ext uri="{FF2B5EF4-FFF2-40B4-BE49-F238E27FC236}">
                  <a16:creationId xmlns:a16="http://schemas.microsoft.com/office/drawing/2014/main" id="{2A408885-4827-B964-CEAA-2027DE13A3F7}"/>
                </a:ext>
              </a:extLst>
            </p:cNvPr>
            <p:cNvSpPr/>
            <p:nvPr/>
          </p:nvSpPr>
          <p:spPr>
            <a:xfrm>
              <a:off x="7073510" y="3140268"/>
              <a:ext cx="468366" cy="490722"/>
            </a:xfrm>
            <a:custGeom>
              <a:avLst/>
              <a:gdLst>
                <a:gd name="connsiteX0" fmla="*/ 821072 w 899217"/>
                <a:gd name="connsiteY0" fmla="*/ 731292 h 942137"/>
                <a:gd name="connsiteX1" fmla="*/ 824269 w 899217"/>
                <a:gd name="connsiteY1" fmla="*/ 727524 h 942137"/>
                <a:gd name="connsiteX2" fmla="*/ 827736 w 899217"/>
                <a:gd name="connsiteY2" fmla="*/ 724934 h 942137"/>
                <a:gd name="connsiteX3" fmla="*/ 831640 w 899217"/>
                <a:gd name="connsiteY3" fmla="*/ 721167 h 942137"/>
                <a:gd name="connsiteX4" fmla="*/ 834534 w 899217"/>
                <a:gd name="connsiteY4" fmla="*/ 716524 h 942137"/>
                <a:gd name="connsiteX5" fmla="*/ 841500 w 899217"/>
                <a:gd name="connsiteY5" fmla="*/ 714203 h 942137"/>
                <a:gd name="connsiteX6" fmla="*/ 842510 w 899217"/>
                <a:gd name="connsiteY6" fmla="*/ 715953 h 942137"/>
                <a:gd name="connsiteX7" fmla="*/ 844529 w 899217"/>
                <a:gd name="connsiteY7" fmla="*/ 715650 h 942137"/>
                <a:gd name="connsiteX8" fmla="*/ 846279 w 899217"/>
                <a:gd name="connsiteY8" fmla="*/ 712757 h 942137"/>
                <a:gd name="connsiteX9" fmla="*/ 844698 w 899217"/>
                <a:gd name="connsiteY9" fmla="*/ 711613 h 942137"/>
                <a:gd name="connsiteX10" fmla="*/ 843250 w 899217"/>
                <a:gd name="connsiteY10" fmla="*/ 709864 h 942137"/>
                <a:gd name="connsiteX11" fmla="*/ 843688 w 899217"/>
                <a:gd name="connsiteY11" fmla="*/ 707543 h 942137"/>
                <a:gd name="connsiteX12" fmla="*/ 845135 w 899217"/>
                <a:gd name="connsiteY12" fmla="*/ 706399 h 942137"/>
                <a:gd name="connsiteX13" fmla="*/ 849039 w 899217"/>
                <a:gd name="connsiteY13" fmla="*/ 705255 h 942137"/>
                <a:gd name="connsiteX14" fmla="*/ 854827 w 899217"/>
                <a:gd name="connsiteY14" fmla="*/ 702497 h 942137"/>
                <a:gd name="connsiteX15" fmla="*/ 859909 w 899217"/>
                <a:gd name="connsiteY15" fmla="*/ 699032 h 942137"/>
                <a:gd name="connsiteX16" fmla="*/ 864116 w 899217"/>
                <a:gd name="connsiteY16" fmla="*/ 696408 h 942137"/>
                <a:gd name="connsiteX17" fmla="*/ 865126 w 899217"/>
                <a:gd name="connsiteY17" fmla="*/ 693078 h 942137"/>
                <a:gd name="connsiteX18" fmla="*/ 866135 w 899217"/>
                <a:gd name="connsiteY18" fmla="*/ 693078 h 942137"/>
                <a:gd name="connsiteX19" fmla="*/ 870208 w 899217"/>
                <a:gd name="connsiteY19" fmla="*/ 694524 h 942137"/>
                <a:gd name="connsiteX20" fmla="*/ 873540 w 899217"/>
                <a:gd name="connsiteY20" fmla="*/ 697282 h 942137"/>
                <a:gd name="connsiteX21" fmla="*/ 875996 w 899217"/>
                <a:gd name="connsiteY21" fmla="*/ 699301 h 942137"/>
                <a:gd name="connsiteX22" fmla="*/ 878891 w 899217"/>
                <a:gd name="connsiteY22" fmla="*/ 700310 h 942137"/>
                <a:gd name="connsiteX23" fmla="*/ 881213 w 899217"/>
                <a:gd name="connsiteY23" fmla="*/ 700613 h 942137"/>
                <a:gd name="connsiteX24" fmla="*/ 885117 w 899217"/>
                <a:gd name="connsiteY24" fmla="*/ 697720 h 942137"/>
                <a:gd name="connsiteX25" fmla="*/ 888751 w 899217"/>
                <a:gd name="connsiteY25" fmla="*/ 693952 h 942137"/>
                <a:gd name="connsiteX26" fmla="*/ 890569 w 899217"/>
                <a:gd name="connsiteY26" fmla="*/ 691934 h 942137"/>
                <a:gd name="connsiteX27" fmla="*/ 891376 w 899217"/>
                <a:gd name="connsiteY27" fmla="*/ 688032 h 942137"/>
                <a:gd name="connsiteX28" fmla="*/ 891376 w 899217"/>
                <a:gd name="connsiteY28" fmla="*/ 685273 h 942137"/>
                <a:gd name="connsiteX29" fmla="*/ 891376 w 899217"/>
                <a:gd name="connsiteY29" fmla="*/ 681203 h 942137"/>
                <a:gd name="connsiteX30" fmla="*/ 891376 w 899217"/>
                <a:gd name="connsiteY30" fmla="*/ 678310 h 942137"/>
                <a:gd name="connsiteX31" fmla="*/ 894843 w 899217"/>
                <a:gd name="connsiteY31" fmla="*/ 675282 h 942137"/>
                <a:gd name="connsiteX32" fmla="*/ 894708 w 899217"/>
                <a:gd name="connsiteY32" fmla="*/ 671212 h 942137"/>
                <a:gd name="connsiteX33" fmla="*/ 894136 w 899217"/>
                <a:gd name="connsiteY33" fmla="*/ 666872 h 942137"/>
                <a:gd name="connsiteX34" fmla="*/ 895146 w 899217"/>
                <a:gd name="connsiteY34" fmla="*/ 663104 h 942137"/>
                <a:gd name="connsiteX35" fmla="*/ 897905 w 899217"/>
                <a:gd name="connsiteY35" fmla="*/ 659203 h 942137"/>
                <a:gd name="connsiteX36" fmla="*/ 899218 w 899217"/>
                <a:gd name="connsiteY36" fmla="*/ 656881 h 942137"/>
                <a:gd name="connsiteX37" fmla="*/ 896021 w 899217"/>
                <a:gd name="connsiteY37" fmla="*/ 654123 h 942137"/>
                <a:gd name="connsiteX38" fmla="*/ 891679 w 899217"/>
                <a:gd name="connsiteY38" fmla="*/ 650658 h 942137"/>
                <a:gd name="connsiteX39" fmla="*/ 889357 w 899217"/>
                <a:gd name="connsiteY39" fmla="*/ 649952 h 942137"/>
                <a:gd name="connsiteX40" fmla="*/ 889054 w 899217"/>
                <a:gd name="connsiteY40" fmla="*/ 647058 h 942137"/>
                <a:gd name="connsiteX41" fmla="*/ 889761 w 899217"/>
                <a:gd name="connsiteY41" fmla="*/ 644603 h 942137"/>
                <a:gd name="connsiteX42" fmla="*/ 890198 w 899217"/>
                <a:gd name="connsiteY42" fmla="*/ 641575 h 942137"/>
                <a:gd name="connsiteX43" fmla="*/ 889323 w 899217"/>
                <a:gd name="connsiteY43" fmla="*/ 639389 h 942137"/>
                <a:gd name="connsiteX44" fmla="*/ 886867 w 899217"/>
                <a:gd name="connsiteY44" fmla="*/ 637942 h 942137"/>
                <a:gd name="connsiteX45" fmla="*/ 883669 w 899217"/>
                <a:gd name="connsiteY45" fmla="*/ 633737 h 942137"/>
                <a:gd name="connsiteX46" fmla="*/ 881919 w 899217"/>
                <a:gd name="connsiteY46" fmla="*/ 629397 h 942137"/>
                <a:gd name="connsiteX47" fmla="*/ 880607 w 899217"/>
                <a:gd name="connsiteY47" fmla="*/ 625933 h 942137"/>
                <a:gd name="connsiteX48" fmla="*/ 876568 w 899217"/>
                <a:gd name="connsiteY48" fmla="*/ 623174 h 942137"/>
                <a:gd name="connsiteX49" fmla="*/ 874549 w 899217"/>
                <a:gd name="connsiteY49" fmla="*/ 623174 h 942137"/>
                <a:gd name="connsiteX50" fmla="*/ 871924 w 899217"/>
                <a:gd name="connsiteY50" fmla="*/ 625361 h 942137"/>
                <a:gd name="connsiteX51" fmla="*/ 868727 w 899217"/>
                <a:gd name="connsiteY51" fmla="*/ 626942 h 942137"/>
                <a:gd name="connsiteX52" fmla="*/ 867717 w 899217"/>
                <a:gd name="connsiteY52" fmla="*/ 629835 h 942137"/>
                <a:gd name="connsiteX53" fmla="*/ 866708 w 899217"/>
                <a:gd name="connsiteY53" fmla="*/ 631854 h 942137"/>
                <a:gd name="connsiteX54" fmla="*/ 865563 w 899217"/>
                <a:gd name="connsiteY54" fmla="*/ 635621 h 942137"/>
                <a:gd name="connsiteX55" fmla="*/ 862938 w 899217"/>
                <a:gd name="connsiteY55" fmla="*/ 636193 h 942137"/>
                <a:gd name="connsiteX56" fmla="*/ 860751 w 899217"/>
                <a:gd name="connsiteY56" fmla="*/ 635486 h 942137"/>
                <a:gd name="connsiteX57" fmla="*/ 858294 w 899217"/>
                <a:gd name="connsiteY57" fmla="*/ 632728 h 942137"/>
                <a:gd name="connsiteX58" fmla="*/ 855534 w 899217"/>
                <a:gd name="connsiteY58" fmla="*/ 632156 h 942137"/>
                <a:gd name="connsiteX59" fmla="*/ 851327 w 899217"/>
                <a:gd name="connsiteY59" fmla="*/ 631854 h 942137"/>
                <a:gd name="connsiteX60" fmla="*/ 847255 w 899217"/>
                <a:gd name="connsiteY60" fmla="*/ 633098 h 942137"/>
                <a:gd name="connsiteX61" fmla="*/ 843486 w 899217"/>
                <a:gd name="connsiteY61" fmla="*/ 634040 h 942137"/>
                <a:gd name="connsiteX62" fmla="*/ 841736 w 899217"/>
                <a:gd name="connsiteY62" fmla="*/ 634040 h 942137"/>
                <a:gd name="connsiteX63" fmla="*/ 839111 w 899217"/>
                <a:gd name="connsiteY63" fmla="*/ 628960 h 942137"/>
                <a:gd name="connsiteX64" fmla="*/ 836789 w 899217"/>
                <a:gd name="connsiteY64" fmla="*/ 627649 h 942137"/>
                <a:gd name="connsiteX65" fmla="*/ 833154 w 899217"/>
                <a:gd name="connsiteY65" fmla="*/ 628792 h 942137"/>
                <a:gd name="connsiteX66" fmla="*/ 830697 w 899217"/>
                <a:gd name="connsiteY66" fmla="*/ 632123 h 942137"/>
                <a:gd name="connsiteX67" fmla="*/ 828072 w 899217"/>
                <a:gd name="connsiteY67" fmla="*/ 634443 h 942137"/>
                <a:gd name="connsiteX68" fmla="*/ 826490 w 899217"/>
                <a:gd name="connsiteY68" fmla="*/ 637202 h 942137"/>
                <a:gd name="connsiteX69" fmla="*/ 824471 w 899217"/>
                <a:gd name="connsiteY69" fmla="*/ 639523 h 942137"/>
                <a:gd name="connsiteX70" fmla="*/ 822149 w 899217"/>
                <a:gd name="connsiteY70" fmla="*/ 637202 h 942137"/>
                <a:gd name="connsiteX71" fmla="*/ 821005 w 899217"/>
                <a:gd name="connsiteY71" fmla="*/ 635890 h 942137"/>
                <a:gd name="connsiteX72" fmla="*/ 817101 w 899217"/>
                <a:gd name="connsiteY72" fmla="*/ 632425 h 942137"/>
                <a:gd name="connsiteX73" fmla="*/ 814509 w 899217"/>
                <a:gd name="connsiteY73" fmla="*/ 630979 h 942137"/>
                <a:gd name="connsiteX74" fmla="*/ 811884 w 899217"/>
                <a:gd name="connsiteY74" fmla="*/ 630609 h 942137"/>
                <a:gd name="connsiteX75" fmla="*/ 807543 w 899217"/>
                <a:gd name="connsiteY75" fmla="*/ 630542 h 942137"/>
                <a:gd name="connsiteX76" fmla="*/ 803471 w 899217"/>
                <a:gd name="connsiteY76" fmla="*/ 630542 h 942137"/>
                <a:gd name="connsiteX77" fmla="*/ 800408 w 899217"/>
                <a:gd name="connsiteY77" fmla="*/ 629532 h 942137"/>
                <a:gd name="connsiteX78" fmla="*/ 797379 w 899217"/>
                <a:gd name="connsiteY78" fmla="*/ 627211 h 942137"/>
                <a:gd name="connsiteX79" fmla="*/ 793980 w 899217"/>
                <a:gd name="connsiteY79" fmla="*/ 624453 h 942137"/>
                <a:gd name="connsiteX80" fmla="*/ 792163 w 899217"/>
                <a:gd name="connsiteY80" fmla="*/ 622703 h 942137"/>
                <a:gd name="connsiteX81" fmla="*/ 792163 w 899217"/>
                <a:gd name="connsiteY81" fmla="*/ 620988 h 942137"/>
                <a:gd name="connsiteX82" fmla="*/ 793913 w 899217"/>
                <a:gd name="connsiteY82" fmla="*/ 619844 h 942137"/>
                <a:gd name="connsiteX83" fmla="*/ 795360 w 899217"/>
                <a:gd name="connsiteY83" fmla="*/ 618263 h 942137"/>
                <a:gd name="connsiteX84" fmla="*/ 796672 w 899217"/>
                <a:gd name="connsiteY84" fmla="*/ 617119 h 942137"/>
                <a:gd name="connsiteX85" fmla="*/ 798557 w 899217"/>
                <a:gd name="connsiteY85" fmla="*/ 616110 h 942137"/>
                <a:gd name="connsiteX86" fmla="*/ 800004 w 899217"/>
                <a:gd name="connsiteY86" fmla="*/ 613352 h 942137"/>
                <a:gd name="connsiteX87" fmla="*/ 800307 w 899217"/>
                <a:gd name="connsiteY87" fmla="*/ 611030 h 942137"/>
                <a:gd name="connsiteX88" fmla="*/ 799297 w 899217"/>
                <a:gd name="connsiteY88" fmla="*/ 608709 h 942137"/>
                <a:gd name="connsiteX89" fmla="*/ 796975 w 899217"/>
                <a:gd name="connsiteY89" fmla="*/ 606960 h 942137"/>
                <a:gd name="connsiteX90" fmla="*/ 797278 w 899217"/>
                <a:gd name="connsiteY90" fmla="*/ 601174 h 942137"/>
                <a:gd name="connsiteX91" fmla="*/ 797985 w 899217"/>
                <a:gd name="connsiteY91" fmla="*/ 597406 h 942137"/>
                <a:gd name="connsiteX92" fmla="*/ 794350 w 899217"/>
                <a:gd name="connsiteY92" fmla="*/ 591889 h 942137"/>
                <a:gd name="connsiteX93" fmla="*/ 789134 w 899217"/>
                <a:gd name="connsiteY93" fmla="*/ 588862 h 942137"/>
                <a:gd name="connsiteX94" fmla="*/ 783480 w 899217"/>
                <a:gd name="connsiteY94" fmla="*/ 586541 h 942137"/>
                <a:gd name="connsiteX95" fmla="*/ 776682 w 899217"/>
                <a:gd name="connsiteY95" fmla="*/ 588122 h 942137"/>
                <a:gd name="connsiteX96" fmla="*/ 772340 w 899217"/>
                <a:gd name="connsiteY96" fmla="*/ 588256 h 942137"/>
                <a:gd name="connsiteX97" fmla="*/ 767864 w 899217"/>
                <a:gd name="connsiteY97" fmla="*/ 589266 h 942137"/>
                <a:gd name="connsiteX98" fmla="*/ 765542 w 899217"/>
                <a:gd name="connsiteY98" fmla="*/ 589131 h 942137"/>
                <a:gd name="connsiteX99" fmla="*/ 762075 w 899217"/>
                <a:gd name="connsiteY99" fmla="*/ 586507 h 942137"/>
                <a:gd name="connsiteX100" fmla="*/ 759450 w 899217"/>
                <a:gd name="connsiteY100" fmla="*/ 585363 h 942137"/>
                <a:gd name="connsiteX101" fmla="*/ 756119 w 899217"/>
                <a:gd name="connsiteY101" fmla="*/ 585363 h 942137"/>
                <a:gd name="connsiteX102" fmla="*/ 752046 w 899217"/>
                <a:gd name="connsiteY102" fmla="*/ 585935 h 942137"/>
                <a:gd name="connsiteX103" fmla="*/ 748075 w 899217"/>
                <a:gd name="connsiteY103" fmla="*/ 588694 h 942137"/>
                <a:gd name="connsiteX104" fmla="*/ 746998 w 899217"/>
                <a:gd name="connsiteY104" fmla="*/ 592764 h 942137"/>
                <a:gd name="connsiteX105" fmla="*/ 746998 w 899217"/>
                <a:gd name="connsiteY105" fmla="*/ 600165 h 942137"/>
                <a:gd name="connsiteX106" fmla="*/ 741041 w 899217"/>
                <a:gd name="connsiteY106" fmla="*/ 599290 h 942137"/>
                <a:gd name="connsiteX107" fmla="*/ 738888 w 899217"/>
                <a:gd name="connsiteY107" fmla="*/ 594648 h 942137"/>
                <a:gd name="connsiteX108" fmla="*/ 735253 w 899217"/>
                <a:gd name="connsiteY108" fmla="*/ 591183 h 942137"/>
                <a:gd name="connsiteX109" fmla="*/ 732056 w 899217"/>
                <a:gd name="connsiteY109" fmla="*/ 588727 h 942137"/>
                <a:gd name="connsiteX110" fmla="*/ 730036 w 899217"/>
                <a:gd name="connsiteY110" fmla="*/ 586104 h 942137"/>
                <a:gd name="connsiteX111" fmla="*/ 727849 w 899217"/>
                <a:gd name="connsiteY111" fmla="*/ 582470 h 942137"/>
                <a:gd name="connsiteX112" fmla="*/ 726671 w 899217"/>
                <a:gd name="connsiteY112" fmla="*/ 578568 h 942137"/>
                <a:gd name="connsiteX113" fmla="*/ 727849 w 899217"/>
                <a:gd name="connsiteY113" fmla="*/ 575675 h 942137"/>
                <a:gd name="connsiteX114" fmla="*/ 726099 w 899217"/>
                <a:gd name="connsiteY114" fmla="*/ 572479 h 942137"/>
                <a:gd name="connsiteX115" fmla="*/ 726099 w 899217"/>
                <a:gd name="connsiteY115" fmla="*/ 570595 h 942137"/>
                <a:gd name="connsiteX116" fmla="*/ 724349 w 899217"/>
                <a:gd name="connsiteY116" fmla="*/ 569149 h 942137"/>
                <a:gd name="connsiteX117" fmla="*/ 724349 w 899217"/>
                <a:gd name="connsiteY117" fmla="*/ 567131 h 942137"/>
                <a:gd name="connsiteX118" fmla="*/ 724988 w 899217"/>
                <a:gd name="connsiteY118" fmla="*/ 564238 h 942137"/>
                <a:gd name="connsiteX119" fmla="*/ 726065 w 899217"/>
                <a:gd name="connsiteY119" fmla="*/ 561647 h 942137"/>
                <a:gd name="connsiteX120" fmla="*/ 726065 w 899217"/>
                <a:gd name="connsiteY120" fmla="*/ 558452 h 942137"/>
                <a:gd name="connsiteX121" fmla="*/ 726772 w 899217"/>
                <a:gd name="connsiteY121" fmla="*/ 556871 h 942137"/>
                <a:gd name="connsiteX122" fmla="*/ 729094 w 899217"/>
                <a:gd name="connsiteY122" fmla="*/ 555424 h 942137"/>
                <a:gd name="connsiteX123" fmla="*/ 730407 w 899217"/>
                <a:gd name="connsiteY123" fmla="*/ 554415 h 942137"/>
                <a:gd name="connsiteX124" fmla="*/ 734546 w 899217"/>
                <a:gd name="connsiteY124" fmla="*/ 552834 h 942137"/>
                <a:gd name="connsiteX125" fmla="*/ 732291 w 899217"/>
                <a:gd name="connsiteY125" fmla="*/ 550075 h 942137"/>
                <a:gd name="connsiteX126" fmla="*/ 732796 w 899217"/>
                <a:gd name="connsiteY126" fmla="*/ 545870 h 942137"/>
                <a:gd name="connsiteX127" fmla="*/ 734546 w 899217"/>
                <a:gd name="connsiteY127" fmla="*/ 540858 h 942137"/>
                <a:gd name="connsiteX128" fmla="*/ 736498 w 899217"/>
                <a:gd name="connsiteY128" fmla="*/ 537595 h 942137"/>
                <a:gd name="connsiteX129" fmla="*/ 741950 w 899217"/>
                <a:gd name="connsiteY129" fmla="*/ 534332 h 942137"/>
                <a:gd name="connsiteX130" fmla="*/ 746089 w 899217"/>
                <a:gd name="connsiteY130" fmla="*/ 530632 h 942137"/>
                <a:gd name="connsiteX131" fmla="*/ 746965 w 899217"/>
                <a:gd name="connsiteY131" fmla="*/ 528041 h 942137"/>
                <a:gd name="connsiteX132" fmla="*/ 747604 w 899217"/>
                <a:gd name="connsiteY132" fmla="*/ 521953 h 942137"/>
                <a:gd name="connsiteX133" fmla="*/ 746291 w 899217"/>
                <a:gd name="connsiteY133" fmla="*/ 520203 h 942137"/>
                <a:gd name="connsiteX134" fmla="*/ 744541 w 899217"/>
                <a:gd name="connsiteY134" fmla="*/ 516940 h 942137"/>
                <a:gd name="connsiteX135" fmla="*/ 741512 w 899217"/>
                <a:gd name="connsiteY135" fmla="*/ 510852 h 942137"/>
                <a:gd name="connsiteX136" fmla="*/ 743902 w 899217"/>
                <a:gd name="connsiteY136" fmla="*/ 509540 h 942137"/>
                <a:gd name="connsiteX137" fmla="*/ 749994 w 899217"/>
                <a:gd name="connsiteY137" fmla="*/ 511726 h 942137"/>
                <a:gd name="connsiteX138" fmla="*/ 753258 w 899217"/>
                <a:gd name="connsiteY138" fmla="*/ 508900 h 942137"/>
                <a:gd name="connsiteX139" fmla="*/ 756085 w 899217"/>
                <a:gd name="connsiteY139" fmla="*/ 507387 h 942137"/>
                <a:gd name="connsiteX140" fmla="*/ 759114 w 899217"/>
                <a:gd name="connsiteY140" fmla="*/ 505436 h 942137"/>
                <a:gd name="connsiteX141" fmla="*/ 761503 w 899217"/>
                <a:gd name="connsiteY141" fmla="*/ 504359 h 942137"/>
                <a:gd name="connsiteX142" fmla="*/ 764768 w 899217"/>
                <a:gd name="connsiteY142" fmla="*/ 500221 h 942137"/>
                <a:gd name="connsiteX143" fmla="*/ 766080 w 899217"/>
                <a:gd name="connsiteY143" fmla="*/ 497396 h 942137"/>
                <a:gd name="connsiteX144" fmla="*/ 766282 w 899217"/>
                <a:gd name="connsiteY144" fmla="*/ 493258 h 942137"/>
                <a:gd name="connsiteX145" fmla="*/ 766484 w 899217"/>
                <a:gd name="connsiteY145" fmla="*/ 490634 h 942137"/>
                <a:gd name="connsiteX146" fmla="*/ 763455 w 899217"/>
                <a:gd name="connsiteY146" fmla="*/ 488044 h 942137"/>
                <a:gd name="connsiteX147" fmla="*/ 757801 w 899217"/>
                <a:gd name="connsiteY147" fmla="*/ 488044 h 942137"/>
                <a:gd name="connsiteX148" fmla="*/ 751710 w 899217"/>
                <a:gd name="connsiteY148" fmla="*/ 489019 h 942137"/>
                <a:gd name="connsiteX149" fmla="*/ 747133 w 899217"/>
                <a:gd name="connsiteY149" fmla="*/ 488683 h 942137"/>
                <a:gd name="connsiteX150" fmla="*/ 746493 w 899217"/>
                <a:gd name="connsiteY150" fmla="*/ 486295 h 942137"/>
                <a:gd name="connsiteX151" fmla="*/ 742589 w 899217"/>
                <a:gd name="connsiteY151" fmla="*/ 480441 h 942137"/>
                <a:gd name="connsiteX152" fmla="*/ 739763 w 899217"/>
                <a:gd name="connsiteY152" fmla="*/ 477414 h 942137"/>
                <a:gd name="connsiteX153" fmla="*/ 738248 w 899217"/>
                <a:gd name="connsiteY153" fmla="*/ 475463 h 942137"/>
                <a:gd name="connsiteX154" fmla="*/ 738686 w 899217"/>
                <a:gd name="connsiteY154" fmla="*/ 470955 h 942137"/>
                <a:gd name="connsiteX155" fmla="*/ 741075 w 899217"/>
                <a:gd name="connsiteY155" fmla="*/ 467658 h 942137"/>
                <a:gd name="connsiteX156" fmla="*/ 740873 w 899217"/>
                <a:gd name="connsiteY156" fmla="*/ 463319 h 942137"/>
                <a:gd name="connsiteX157" fmla="*/ 738248 w 899217"/>
                <a:gd name="connsiteY157" fmla="*/ 461368 h 942137"/>
                <a:gd name="connsiteX158" fmla="*/ 734983 w 899217"/>
                <a:gd name="connsiteY158" fmla="*/ 462242 h 942137"/>
                <a:gd name="connsiteX159" fmla="*/ 732359 w 899217"/>
                <a:gd name="connsiteY159" fmla="*/ 464429 h 942137"/>
                <a:gd name="connsiteX160" fmla="*/ 729330 w 899217"/>
                <a:gd name="connsiteY160" fmla="*/ 465943 h 942137"/>
                <a:gd name="connsiteX161" fmla="*/ 724315 w 899217"/>
                <a:gd name="connsiteY161" fmla="*/ 466582 h 942137"/>
                <a:gd name="connsiteX162" fmla="*/ 726940 w 899217"/>
                <a:gd name="connsiteY162" fmla="*/ 461805 h 942137"/>
                <a:gd name="connsiteX163" fmla="*/ 727579 w 899217"/>
                <a:gd name="connsiteY163" fmla="*/ 455716 h 942137"/>
                <a:gd name="connsiteX164" fmla="*/ 724315 w 899217"/>
                <a:gd name="connsiteY164" fmla="*/ 454404 h 942137"/>
                <a:gd name="connsiteX165" fmla="*/ 721488 w 899217"/>
                <a:gd name="connsiteY165" fmla="*/ 453765 h 942137"/>
                <a:gd name="connsiteX166" fmla="*/ 717786 w 899217"/>
                <a:gd name="connsiteY166" fmla="*/ 448551 h 942137"/>
                <a:gd name="connsiteX167" fmla="*/ 713647 w 899217"/>
                <a:gd name="connsiteY167" fmla="*/ 446162 h 942137"/>
                <a:gd name="connsiteX168" fmla="*/ 713209 w 899217"/>
                <a:gd name="connsiteY168" fmla="*/ 441150 h 942137"/>
                <a:gd name="connsiteX169" fmla="*/ 713849 w 899217"/>
                <a:gd name="connsiteY169" fmla="*/ 439401 h 942137"/>
                <a:gd name="connsiteX170" fmla="*/ 717550 w 899217"/>
                <a:gd name="connsiteY170" fmla="*/ 437013 h 942137"/>
                <a:gd name="connsiteX171" fmla="*/ 720579 w 899217"/>
                <a:gd name="connsiteY171" fmla="*/ 435499 h 942137"/>
                <a:gd name="connsiteX172" fmla="*/ 724281 w 899217"/>
                <a:gd name="connsiteY172" fmla="*/ 435701 h 942137"/>
                <a:gd name="connsiteX173" fmla="*/ 726469 w 899217"/>
                <a:gd name="connsiteY173" fmla="*/ 434187 h 942137"/>
                <a:gd name="connsiteX174" fmla="*/ 727108 w 899217"/>
                <a:gd name="connsiteY174" fmla="*/ 429410 h 942137"/>
                <a:gd name="connsiteX175" fmla="*/ 727748 w 899217"/>
                <a:gd name="connsiteY175" fmla="*/ 424633 h 942137"/>
                <a:gd name="connsiteX176" fmla="*/ 727748 w 899217"/>
                <a:gd name="connsiteY176" fmla="*/ 418107 h 942137"/>
                <a:gd name="connsiteX177" fmla="*/ 727512 w 899217"/>
                <a:gd name="connsiteY177" fmla="*/ 413969 h 942137"/>
                <a:gd name="connsiteX178" fmla="*/ 729262 w 899217"/>
                <a:gd name="connsiteY178" fmla="*/ 410505 h 942137"/>
                <a:gd name="connsiteX179" fmla="*/ 730777 w 899217"/>
                <a:gd name="connsiteY179" fmla="*/ 408553 h 942137"/>
                <a:gd name="connsiteX180" fmla="*/ 731854 w 899217"/>
                <a:gd name="connsiteY180" fmla="*/ 406804 h 942137"/>
                <a:gd name="connsiteX181" fmla="*/ 733368 w 899217"/>
                <a:gd name="connsiteY181" fmla="*/ 404214 h 942137"/>
                <a:gd name="connsiteX182" fmla="*/ 734883 w 899217"/>
                <a:gd name="connsiteY182" fmla="*/ 401825 h 942137"/>
                <a:gd name="connsiteX183" fmla="*/ 736633 w 899217"/>
                <a:gd name="connsiteY183" fmla="*/ 396376 h 942137"/>
                <a:gd name="connsiteX184" fmla="*/ 737070 w 899217"/>
                <a:gd name="connsiteY184" fmla="*/ 391162 h 942137"/>
                <a:gd name="connsiteX185" fmla="*/ 739022 w 899217"/>
                <a:gd name="connsiteY185" fmla="*/ 386587 h 942137"/>
                <a:gd name="connsiteX186" fmla="*/ 741647 w 899217"/>
                <a:gd name="connsiteY186" fmla="*/ 382886 h 942137"/>
                <a:gd name="connsiteX187" fmla="*/ 742724 w 899217"/>
                <a:gd name="connsiteY187" fmla="*/ 380498 h 942137"/>
                <a:gd name="connsiteX188" fmla="*/ 747503 w 899217"/>
                <a:gd name="connsiteY188" fmla="*/ 376966 h 942137"/>
                <a:gd name="connsiteX189" fmla="*/ 748580 w 899217"/>
                <a:gd name="connsiteY189" fmla="*/ 374409 h 942137"/>
                <a:gd name="connsiteX190" fmla="*/ 752921 w 899217"/>
                <a:gd name="connsiteY190" fmla="*/ 368119 h 942137"/>
                <a:gd name="connsiteX191" fmla="*/ 753561 w 899217"/>
                <a:gd name="connsiteY191" fmla="*/ 365730 h 942137"/>
                <a:gd name="connsiteX192" fmla="*/ 754873 w 899217"/>
                <a:gd name="connsiteY192" fmla="*/ 363981 h 942137"/>
                <a:gd name="connsiteX193" fmla="*/ 755950 w 899217"/>
                <a:gd name="connsiteY193" fmla="*/ 358128 h 942137"/>
                <a:gd name="connsiteX194" fmla="*/ 754873 w 899217"/>
                <a:gd name="connsiteY194" fmla="*/ 355537 h 942137"/>
                <a:gd name="connsiteX195" fmla="*/ 750296 w 899217"/>
                <a:gd name="connsiteY195" fmla="*/ 351635 h 942137"/>
                <a:gd name="connsiteX196" fmla="*/ 750296 w 899217"/>
                <a:gd name="connsiteY196" fmla="*/ 344907 h 942137"/>
                <a:gd name="connsiteX197" fmla="*/ 745517 w 899217"/>
                <a:gd name="connsiteY197" fmla="*/ 341005 h 942137"/>
                <a:gd name="connsiteX198" fmla="*/ 743565 w 899217"/>
                <a:gd name="connsiteY198" fmla="*/ 339054 h 942137"/>
                <a:gd name="connsiteX199" fmla="*/ 740099 w 899217"/>
                <a:gd name="connsiteY199" fmla="*/ 337742 h 942137"/>
                <a:gd name="connsiteX200" fmla="*/ 736397 w 899217"/>
                <a:gd name="connsiteY200" fmla="*/ 335993 h 942137"/>
                <a:gd name="connsiteX201" fmla="*/ 736397 w 899217"/>
                <a:gd name="connsiteY201" fmla="*/ 333806 h 942137"/>
                <a:gd name="connsiteX202" fmla="*/ 738147 w 899217"/>
                <a:gd name="connsiteY202" fmla="*/ 332494 h 942137"/>
                <a:gd name="connsiteX203" fmla="*/ 738147 w 899217"/>
                <a:gd name="connsiteY203" fmla="*/ 328794 h 942137"/>
                <a:gd name="connsiteX204" fmla="*/ 737171 w 899217"/>
                <a:gd name="connsiteY204" fmla="*/ 325531 h 942137"/>
                <a:gd name="connsiteX205" fmla="*/ 734883 w 899217"/>
                <a:gd name="connsiteY205" fmla="*/ 323142 h 942137"/>
                <a:gd name="connsiteX206" fmla="*/ 730743 w 899217"/>
                <a:gd name="connsiteY206" fmla="*/ 322066 h 942137"/>
                <a:gd name="connsiteX207" fmla="*/ 728993 w 899217"/>
                <a:gd name="connsiteY207" fmla="*/ 321864 h 942137"/>
                <a:gd name="connsiteX208" fmla="*/ 727041 w 899217"/>
                <a:gd name="connsiteY208" fmla="*/ 323613 h 942137"/>
                <a:gd name="connsiteX209" fmla="*/ 725527 w 899217"/>
                <a:gd name="connsiteY209" fmla="*/ 324252 h 942137"/>
                <a:gd name="connsiteX210" fmla="*/ 724214 w 899217"/>
                <a:gd name="connsiteY210" fmla="*/ 325564 h 942137"/>
                <a:gd name="connsiteX211" fmla="*/ 724214 w 899217"/>
                <a:gd name="connsiteY211" fmla="*/ 326876 h 942137"/>
                <a:gd name="connsiteX212" fmla="*/ 723137 w 899217"/>
                <a:gd name="connsiteY212" fmla="*/ 328827 h 942137"/>
                <a:gd name="connsiteX213" fmla="*/ 722060 w 899217"/>
                <a:gd name="connsiteY213" fmla="*/ 330779 h 942137"/>
                <a:gd name="connsiteX214" fmla="*/ 719469 w 899217"/>
                <a:gd name="connsiteY214" fmla="*/ 333167 h 942137"/>
                <a:gd name="connsiteX215" fmla="*/ 716002 w 899217"/>
                <a:gd name="connsiteY215" fmla="*/ 334681 h 942137"/>
                <a:gd name="connsiteX216" fmla="*/ 714488 w 899217"/>
                <a:gd name="connsiteY216" fmla="*/ 335320 h 942137"/>
                <a:gd name="connsiteX217" fmla="*/ 709911 w 899217"/>
                <a:gd name="connsiteY217" fmla="*/ 335118 h 942137"/>
                <a:gd name="connsiteX218" fmla="*/ 707723 w 899217"/>
                <a:gd name="connsiteY218" fmla="*/ 335118 h 942137"/>
                <a:gd name="connsiteX219" fmla="*/ 702709 w 899217"/>
                <a:gd name="connsiteY219" fmla="*/ 335118 h 942137"/>
                <a:gd name="connsiteX220" fmla="*/ 700319 w 899217"/>
                <a:gd name="connsiteY220" fmla="*/ 334916 h 942137"/>
                <a:gd name="connsiteX221" fmla="*/ 698367 w 899217"/>
                <a:gd name="connsiteY221" fmla="*/ 335118 h 942137"/>
                <a:gd name="connsiteX222" fmla="*/ 697930 w 899217"/>
                <a:gd name="connsiteY222" fmla="*/ 336632 h 942137"/>
                <a:gd name="connsiteX223" fmla="*/ 696180 w 899217"/>
                <a:gd name="connsiteY223" fmla="*/ 338146 h 942137"/>
                <a:gd name="connsiteX224" fmla="*/ 694867 w 899217"/>
                <a:gd name="connsiteY224" fmla="*/ 340332 h 942137"/>
                <a:gd name="connsiteX225" fmla="*/ 693790 w 899217"/>
                <a:gd name="connsiteY225" fmla="*/ 343158 h 942137"/>
                <a:gd name="connsiteX226" fmla="*/ 692040 w 899217"/>
                <a:gd name="connsiteY226" fmla="*/ 343797 h 942137"/>
                <a:gd name="connsiteX227" fmla="*/ 686824 w 899217"/>
                <a:gd name="connsiteY227" fmla="*/ 343797 h 942137"/>
                <a:gd name="connsiteX228" fmla="*/ 683357 w 899217"/>
                <a:gd name="connsiteY228" fmla="*/ 343797 h 942137"/>
                <a:gd name="connsiteX229" fmla="*/ 678578 w 899217"/>
                <a:gd name="connsiteY229" fmla="*/ 343797 h 942137"/>
                <a:gd name="connsiteX230" fmla="*/ 673362 w 899217"/>
                <a:gd name="connsiteY230" fmla="*/ 342922 h 942137"/>
                <a:gd name="connsiteX231" fmla="*/ 669021 w 899217"/>
                <a:gd name="connsiteY231" fmla="*/ 340736 h 942137"/>
                <a:gd name="connsiteX232" fmla="*/ 666631 w 899217"/>
                <a:gd name="connsiteY232" fmla="*/ 337910 h 942137"/>
                <a:gd name="connsiteX233" fmla="*/ 663367 w 899217"/>
                <a:gd name="connsiteY233" fmla="*/ 331821 h 942137"/>
                <a:gd name="connsiteX234" fmla="*/ 660203 w 899217"/>
                <a:gd name="connsiteY234" fmla="*/ 328996 h 942137"/>
                <a:gd name="connsiteX235" fmla="*/ 660001 w 899217"/>
                <a:gd name="connsiteY235" fmla="*/ 326607 h 942137"/>
                <a:gd name="connsiteX236" fmla="*/ 660641 w 899217"/>
                <a:gd name="connsiteY236" fmla="*/ 322705 h 942137"/>
                <a:gd name="connsiteX237" fmla="*/ 660741 w 899217"/>
                <a:gd name="connsiteY237" fmla="*/ 319106 h 942137"/>
                <a:gd name="connsiteX238" fmla="*/ 661179 w 899217"/>
                <a:gd name="connsiteY238" fmla="*/ 315203 h 942137"/>
                <a:gd name="connsiteX239" fmla="*/ 661381 w 899217"/>
                <a:gd name="connsiteY239" fmla="*/ 312916 h 942137"/>
                <a:gd name="connsiteX240" fmla="*/ 662020 w 899217"/>
                <a:gd name="connsiteY240" fmla="*/ 310427 h 942137"/>
                <a:gd name="connsiteX241" fmla="*/ 662895 w 899217"/>
                <a:gd name="connsiteY241" fmla="*/ 309787 h 942137"/>
                <a:gd name="connsiteX242" fmla="*/ 663535 w 899217"/>
                <a:gd name="connsiteY242" fmla="*/ 308812 h 942137"/>
                <a:gd name="connsiteX243" fmla="*/ 664847 w 899217"/>
                <a:gd name="connsiteY243" fmla="*/ 307500 h 942137"/>
                <a:gd name="connsiteX244" fmla="*/ 665924 w 899217"/>
                <a:gd name="connsiteY244" fmla="*/ 305549 h 942137"/>
                <a:gd name="connsiteX245" fmla="*/ 666160 w 899217"/>
                <a:gd name="connsiteY245" fmla="*/ 302622 h 942137"/>
                <a:gd name="connsiteX246" fmla="*/ 665083 w 899217"/>
                <a:gd name="connsiteY246" fmla="*/ 301209 h 942137"/>
                <a:gd name="connsiteX247" fmla="*/ 665083 w 899217"/>
                <a:gd name="connsiteY247" fmla="*/ 299460 h 942137"/>
                <a:gd name="connsiteX248" fmla="*/ 665689 w 899217"/>
                <a:gd name="connsiteY248" fmla="*/ 296971 h 942137"/>
                <a:gd name="connsiteX249" fmla="*/ 666597 w 899217"/>
                <a:gd name="connsiteY249" fmla="*/ 295356 h 942137"/>
                <a:gd name="connsiteX250" fmla="*/ 667136 w 899217"/>
                <a:gd name="connsiteY250" fmla="*/ 292631 h 942137"/>
                <a:gd name="connsiteX251" fmla="*/ 666698 w 899217"/>
                <a:gd name="connsiteY251" fmla="*/ 290243 h 942137"/>
                <a:gd name="connsiteX252" fmla="*/ 665487 w 899217"/>
                <a:gd name="connsiteY252" fmla="*/ 287215 h 942137"/>
                <a:gd name="connsiteX253" fmla="*/ 662222 w 899217"/>
                <a:gd name="connsiteY253" fmla="*/ 285365 h 942137"/>
                <a:gd name="connsiteX254" fmla="*/ 660809 w 899217"/>
                <a:gd name="connsiteY254" fmla="*/ 285567 h 942137"/>
                <a:gd name="connsiteX255" fmla="*/ 659092 w 899217"/>
                <a:gd name="connsiteY255" fmla="*/ 286206 h 942137"/>
                <a:gd name="connsiteX256" fmla="*/ 658217 w 899217"/>
                <a:gd name="connsiteY256" fmla="*/ 287081 h 942137"/>
                <a:gd name="connsiteX257" fmla="*/ 655054 w 899217"/>
                <a:gd name="connsiteY257" fmla="*/ 288595 h 942137"/>
                <a:gd name="connsiteX258" fmla="*/ 652227 w 899217"/>
                <a:gd name="connsiteY258" fmla="*/ 288157 h 942137"/>
                <a:gd name="connsiteX259" fmla="*/ 651150 w 899217"/>
                <a:gd name="connsiteY259" fmla="*/ 284692 h 942137"/>
                <a:gd name="connsiteX260" fmla="*/ 651789 w 899217"/>
                <a:gd name="connsiteY260" fmla="*/ 282943 h 942137"/>
                <a:gd name="connsiteX261" fmla="*/ 656568 w 899217"/>
                <a:gd name="connsiteY261" fmla="*/ 281631 h 942137"/>
                <a:gd name="connsiteX262" fmla="*/ 656770 w 899217"/>
                <a:gd name="connsiteY262" fmla="*/ 280555 h 942137"/>
                <a:gd name="connsiteX263" fmla="*/ 656333 w 899217"/>
                <a:gd name="connsiteY263" fmla="*/ 278603 h 942137"/>
                <a:gd name="connsiteX264" fmla="*/ 656333 w 899217"/>
                <a:gd name="connsiteY264" fmla="*/ 272515 h 942137"/>
                <a:gd name="connsiteX265" fmla="*/ 660573 w 899217"/>
                <a:gd name="connsiteY265" fmla="*/ 271640 h 942137"/>
                <a:gd name="connsiteX266" fmla="*/ 663501 w 899217"/>
                <a:gd name="connsiteY266" fmla="*/ 267301 h 942137"/>
                <a:gd name="connsiteX267" fmla="*/ 668280 w 899217"/>
                <a:gd name="connsiteY267" fmla="*/ 264710 h 942137"/>
                <a:gd name="connsiteX268" fmla="*/ 669357 w 899217"/>
                <a:gd name="connsiteY268" fmla="*/ 262759 h 942137"/>
                <a:gd name="connsiteX269" fmla="*/ 670434 w 899217"/>
                <a:gd name="connsiteY269" fmla="*/ 261246 h 942137"/>
                <a:gd name="connsiteX270" fmla="*/ 673160 w 899217"/>
                <a:gd name="connsiteY270" fmla="*/ 258521 h 942137"/>
                <a:gd name="connsiteX271" fmla="*/ 675112 w 899217"/>
                <a:gd name="connsiteY271" fmla="*/ 257007 h 942137"/>
                <a:gd name="connsiteX272" fmla="*/ 676290 w 899217"/>
                <a:gd name="connsiteY272" fmla="*/ 256031 h 942137"/>
                <a:gd name="connsiteX273" fmla="*/ 678242 w 899217"/>
                <a:gd name="connsiteY273" fmla="*/ 254417 h 942137"/>
                <a:gd name="connsiteX274" fmla="*/ 680093 w 899217"/>
                <a:gd name="connsiteY274" fmla="*/ 251927 h 942137"/>
                <a:gd name="connsiteX275" fmla="*/ 681069 w 899217"/>
                <a:gd name="connsiteY275" fmla="*/ 248664 h 942137"/>
                <a:gd name="connsiteX276" fmla="*/ 683256 w 899217"/>
                <a:gd name="connsiteY276" fmla="*/ 244628 h 942137"/>
                <a:gd name="connsiteX277" fmla="*/ 684233 w 899217"/>
                <a:gd name="connsiteY277" fmla="*/ 241701 h 942137"/>
                <a:gd name="connsiteX278" fmla="*/ 685444 w 899217"/>
                <a:gd name="connsiteY278" fmla="*/ 239649 h 942137"/>
                <a:gd name="connsiteX279" fmla="*/ 686420 w 899217"/>
                <a:gd name="connsiteY279" fmla="*/ 238438 h 942137"/>
                <a:gd name="connsiteX280" fmla="*/ 688372 w 899217"/>
                <a:gd name="connsiteY280" fmla="*/ 238539 h 942137"/>
                <a:gd name="connsiteX281" fmla="*/ 689348 w 899217"/>
                <a:gd name="connsiteY281" fmla="*/ 240389 h 942137"/>
                <a:gd name="connsiteX282" fmla="*/ 689348 w 899217"/>
                <a:gd name="connsiteY282" fmla="*/ 242340 h 942137"/>
                <a:gd name="connsiteX283" fmla="*/ 690391 w 899217"/>
                <a:gd name="connsiteY283" fmla="*/ 242878 h 942137"/>
                <a:gd name="connsiteX284" fmla="*/ 692175 w 899217"/>
                <a:gd name="connsiteY284" fmla="*/ 242676 h 942137"/>
                <a:gd name="connsiteX285" fmla="*/ 694127 w 899217"/>
                <a:gd name="connsiteY285" fmla="*/ 243013 h 942137"/>
                <a:gd name="connsiteX286" fmla="*/ 695978 w 899217"/>
                <a:gd name="connsiteY286" fmla="*/ 244964 h 942137"/>
                <a:gd name="connsiteX287" fmla="*/ 696214 w 899217"/>
                <a:gd name="connsiteY287" fmla="*/ 246141 h 942137"/>
                <a:gd name="connsiteX288" fmla="*/ 698266 w 899217"/>
                <a:gd name="connsiteY288" fmla="*/ 248092 h 942137"/>
                <a:gd name="connsiteX289" fmla="*/ 700656 w 899217"/>
                <a:gd name="connsiteY289" fmla="*/ 251019 h 942137"/>
                <a:gd name="connsiteX290" fmla="*/ 702944 w 899217"/>
                <a:gd name="connsiteY290" fmla="*/ 253845 h 942137"/>
                <a:gd name="connsiteX291" fmla="*/ 706108 w 899217"/>
                <a:gd name="connsiteY291" fmla="*/ 257209 h 942137"/>
                <a:gd name="connsiteX292" fmla="*/ 708598 w 899217"/>
                <a:gd name="connsiteY292" fmla="*/ 259698 h 942137"/>
                <a:gd name="connsiteX293" fmla="*/ 711089 w 899217"/>
                <a:gd name="connsiteY293" fmla="*/ 262087 h 942137"/>
                <a:gd name="connsiteX294" fmla="*/ 714151 w 899217"/>
                <a:gd name="connsiteY294" fmla="*/ 262087 h 942137"/>
                <a:gd name="connsiteX295" fmla="*/ 717517 w 899217"/>
                <a:gd name="connsiteY295" fmla="*/ 260337 h 942137"/>
                <a:gd name="connsiteX296" fmla="*/ 719132 w 899217"/>
                <a:gd name="connsiteY296" fmla="*/ 257848 h 942137"/>
                <a:gd name="connsiteX297" fmla="*/ 722397 w 899217"/>
                <a:gd name="connsiteY297" fmla="*/ 254820 h 942137"/>
                <a:gd name="connsiteX298" fmla="*/ 725661 w 899217"/>
                <a:gd name="connsiteY298" fmla="*/ 252768 h 942137"/>
                <a:gd name="connsiteX299" fmla="*/ 728253 w 899217"/>
                <a:gd name="connsiteY299" fmla="*/ 247554 h 942137"/>
                <a:gd name="connsiteX300" fmla="*/ 729128 w 899217"/>
                <a:gd name="connsiteY300" fmla="*/ 245166 h 942137"/>
                <a:gd name="connsiteX301" fmla="*/ 731416 w 899217"/>
                <a:gd name="connsiteY301" fmla="*/ 242542 h 942137"/>
                <a:gd name="connsiteX302" fmla="*/ 733806 w 899217"/>
                <a:gd name="connsiteY302" fmla="*/ 241465 h 942137"/>
                <a:gd name="connsiteX303" fmla="*/ 737609 w 899217"/>
                <a:gd name="connsiteY303" fmla="*/ 243417 h 942137"/>
                <a:gd name="connsiteX304" fmla="*/ 739897 w 899217"/>
                <a:gd name="connsiteY304" fmla="*/ 245166 h 942137"/>
                <a:gd name="connsiteX305" fmla="*/ 743162 w 899217"/>
                <a:gd name="connsiteY305" fmla="*/ 248530 h 942137"/>
                <a:gd name="connsiteX306" fmla="*/ 743599 w 899217"/>
                <a:gd name="connsiteY306" fmla="*/ 250380 h 942137"/>
                <a:gd name="connsiteX307" fmla="*/ 743263 w 899217"/>
                <a:gd name="connsiteY307" fmla="*/ 252566 h 942137"/>
                <a:gd name="connsiteX308" fmla="*/ 743363 w 899217"/>
                <a:gd name="connsiteY308" fmla="*/ 255729 h 942137"/>
                <a:gd name="connsiteX309" fmla="*/ 745854 w 899217"/>
                <a:gd name="connsiteY309" fmla="*/ 258353 h 942137"/>
                <a:gd name="connsiteX310" fmla="*/ 748041 w 899217"/>
                <a:gd name="connsiteY310" fmla="*/ 259126 h 942137"/>
                <a:gd name="connsiteX311" fmla="*/ 749892 w 899217"/>
                <a:gd name="connsiteY311" fmla="*/ 258689 h 942137"/>
                <a:gd name="connsiteX312" fmla="*/ 753258 w 899217"/>
                <a:gd name="connsiteY312" fmla="*/ 257074 h 942137"/>
                <a:gd name="connsiteX313" fmla="*/ 756287 w 899217"/>
                <a:gd name="connsiteY313" fmla="*/ 256872 h 942137"/>
                <a:gd name="connsiteX314" fmla="*/ 763893 w 899217"/>
                <a:gd name="connsiteY314" fmla="*/ 256536 h 942137"/>
                <a:gd name="connsiteX315" fmla="*/ 769446 w 899217"/>
                <a:gd name="connsiteY315" fmla="*/ 256536 h 942137"/>
                <a:gd name="connsiteX316" fmla="*/ 773484 w 899217"/>
                <a:gd name="connsiteY316" fmla="*/ 258285 h 942137"/>
                <a:gd name="connsiteX317" fmla="*/ 777725 w 899217"/>
                <a:gd name="connsiteY317" fmla="*/ 261313 h 942137"/>
                <a:gd name="connsiteX318" fmla="*/ 780013 w 899217"/>
                <a:gd name="connsiteY318" fmla="*/ 260337 h 942137"/>
                <a:gd name="connsiteX319" fmla="*/ 782840 w 899217"/>
                <a:gd name="connsiteY319" fmla="*/ 257175 h 942137"/>
                <a:gd name="connsiteX320" fmla="*/ 785028 w 899217"/>
                <a:gd name="connsiteY320" fmla="*/ 254248 h 942137"/>
                <a:gd name="connsiteX321" fmla="*/ 788393 w 899217"/>
                <a:gd name="connsiteY321" fmla="*/ 251524 h 942137"/>
                <a:gd name="connsiteX322" fmla="*/ 793273 w 899217"/>
                <a:gd name="connsiteY322" fmla="*/ 249472 h 942137"/>
                <a:gd name="connsiteX323" fmla="*/ 794922 w 899217"/>
                <a:gd name="connsiteY323" fmla="*/ 249034 h 942137"/>
                <a:gd name="connsiteX324" fmla="*/ 799062 w 899217"/>
                <a:gd name="connsiteY324" fmla="*/ 248933 h 942137"/>
                <a:gd name="connsiteX325" fmla="*/ 803302 w 899217"/>
                <a:gd name="connsiteY325" fmla="*/ 248294 h 942137"/>
                <a:gd name="connsiteX326" fmla="*/ 808418 w 899217"/>
                <a:gd name="connsiteY326" fmla="*/ 248294 h 942137"/>
                <a:gd name="connsiteX327" fmla="*/ 812456 w 899217"/>
                <a:gd name="connsiteY327" fmla="*/ 248294 h 942137"/>
                <a:gd name="connsiteX328" fmla="*/ 814745 w 899217"/>
                <a:gd name="connsiteY328" fmla="*/ 248294 h 942137"/>
                <a:gd name="connsiteX329" fmla="*/ 816697 w 899217"/>
                <a:gd name="connsiteY329" fmla="*/ 245906 h 942137"/>
                <a:gd name="connsiteX330" fmla="*/ 818211 w 899217"/>
                <a:gd name="connsiteY330" fmla="*/ 243719 h 942137"/>
                <a:gd name="connsiteX331" fmla="*/ 819827 w 899217"/>
                <a:gd name="connsiteY331" fmla="*/ 242205 h 942137"/>
                <a:gd name="connsiteX332" fmla="*/ 819827 w 899217"/>
                <a:gd name="connsiteY332" fmla="*/ 239817 h 942137"/>
                <a:gd name="connsiteX333" fmla="*/ 818077 w 899217"/>
                <a:gd name="connsiteY333" fmla="*/ 236991 h 942137"/>
                <a:gd name="connsiteX334" fmla="*/ 818077 w 899217"/>
                <a:gd name="connsiteY334" fmla="*/ 235377 h 942137"/>
                <a:gd name="connsiteX335" fmla="*/ 819053 w 899217"/>
                <a:gd name="connsiteY335" fmla="*/ 231777 h 942137"/>
                <a:gd name="connsiteX336" fmla="*/ 821240 w 899217"/>
                <a:gd name="connsiteY336" fmla="*/ 229591 h 942137"/>
                <a:gd name="connsiteX337" fmla="*/ 822990 w 899217"/>
                <a:gd name="connsiteY337" fmla="*/ 227101 h 942137"/>
                <a:gd name="connsiteX338" fmla="*/ 826591 w 899217"/>
                <a:gd name="connsiteY338" fmla="*/ 223737 h 942137"/>
                <a:gd name="connsiteX339" fmla="*/ 826793 w 899217"/>
                <a:gd name="connsiteY339" fmla="*/ 220474 h 942137"/>
                <a:gd name="connsiteX340" fmla="*/ 827231 w 899217"/>
                <a:gd name="connsiteY340" fmla="*/ 217850 h 942137"/>
                <a:gd name="connsiteX341" fmla="*/ 826793 w 899217"/>
                <a:gd name="connsiteY341" fmla="*/ 216673 h 942137"/>
                <a:gd name="connsiteX342" fmla="*/ 823899 w 899217"/>
                <a:gd name="connsiteY342" fmla="*/ 215092 h 942137"/>
                <a:gd name="connsiteX343" fmla="*/ 823764 w 899217"/>
                <a:gd name="connsiteY343" fmla="*/ 213645 h 942137"/>
                <a:gd name="connsiteX344" fmla="*/ 825077 w 899217"/>
                <a:gd name="connsiteY344" fmla="*/ 210181 h 942137"/>
                <a:gd name="connsiteX345" fmla="*/ 829856 w 899217"/>
                <a:gd name="connsiteY345" fmla="*/ 208734 h 942137"/>
                <a:gd name="connsiteX346" fmla="*/ 832043 w 899217"/>
                <a:gd name="connsiteY346" fmla="*/ 207422 h 942137"/>
                <a:gd name="connsiteX347" fmla="*/ 832043 w 899217"/>
                <a:gd name="connsiteY347" fmla="*/ 203957 h 942137"/>
                <a:gd name="connsiteX348" fmla="*/ 832043 w 899217"/>
                <a:gd name="connsiteY348" fmla="*/ 203385 h 942137"/>
                <a:gd name="connsiteX349" fmla="*/ 831168 w 899217"/>
                <a:gd name="connsiteY349" fmla="*/ 201367 h 942137"/>
                <a:gd name="connsiteX350" fmla="*/ 825817 w 899217"/>
                <a:gd name="connsiteY350" fmla="*/ 201367 h 942137"/>
                <a:gd name="connsiteX351" fmla="*/ 822788 w 899217"/>
                <a:gd name="connsiteY351" fmla="*/ 201232 h 942137"/>
                <a:gd name="connsiteX352" fmla="*/ 823091 w 899217"/>
                <a:gd name="connsiteY352" fmla="*/ 198037 h 942137"/>
                <a:gd name="connsiteX353" fmla="*/ 823529 w 899217"/>
                <a:gd name="connsiteY353" fmla="*/ 195278 h 942137"/>
                <a:gd name="connsiteX354" fmla="*/ 825279 w 899217"/>
                <a:gd name="connsiteY354" fmla="*/ 193832 h 942137"/>
                <a:gd name="connsiteX355" fmla="*/ 826860 w 899217"/>
                <a:gd name="connsiteY355" fmla="*/ 191813 h 942137"/>
                <a:gd name="connsiteX356" fmla="*/ 826860 w 899217"/>
                <a:gd name="connsiteY356" fmla="*/ 188920 h 942137"/>
                <a:gd name="connsiteX357" fmla="*/ 826793 w 899217"/>
                <a:gd name="connsiteY357" fmla="*/ 185018 h 942137"/>
                <a:gd name="connsiteX358" fmla="*/ 824134 w 899217"/>
                <a:gd name="connsiteY358" fmla="*/ 182260 h 942137"/>
                <a:gd name="connsiteX359" fmla="*/ 820937 w 899217"/>
                <a:gd name="connsiteY359" fmla="*/ 181385 h 942137"/>
                <a:gd name="connsiteX360" fmla="*/ 818750 w 899217"/>
                <a:gd name="connsiteY360" fmla="*/ 180510 h 942137"/>
                <a:gd name="connsiteX361" fmla="*/ 815856 w 899217"/>
                <a:gd name="connsiteY361" fmla="*/ 179804 h 942137"/>
                <a:gd name="connsiteX362" fmla="*/ 813399 w 899217"/>
                <a:gd name="connsiteY362" fmla="*/ 178189 h 942137"/>
                <a:gd name="connsiteX363" fmla="*/ 810067 w 899217"/>
                <a:gd name="connsiteY363" fmla="*/ 176171 h 942137"/>
                <a:gd name="connsiteX364" fmla="*/ 808620 w 899217"/>
                <a:gd name="connsiteY364" fmla="*/ 174724 h 942137"/>
                <a:gd name="connsiteX365" fmla="*/ 807879 w 899217"/>
                <a:gd name="connsiteY365" fmla="*/ 171259 h 942137"/>
                <a:gd name="connsiteX366" fmla="*/ 807004 w 899217"/>
                <a:gd name="connsiteY366" fmla="*/ 168501 h 942137"/>
                <a:gd name="connsiteX367" fmla="*/ 804413 w 899217"/>
                <a:gd name="connsiteY367" fmla="*/ 165473 h 942137"/>
                <a:gd name="connsiteX368" fmla="*/ 801519 w 899217"/>
                <a:gd name="connsiteY368" fmla="*/ 163724 h 942137"/>
                <a:gd name="connsiteX369" fmla="*/ 799062 w 899217"/>
                <a:gd name="connsiteY369" fmla="*/ 166045 h 942137"/>
                <a:gd name="connsiteX370" fmla="*/ 796874 w 899217"/>
                <a:gd name="connsiteY370" fmla="*/ 168938 h 942137"/>
                <a:gd name="connsiteX371" fmla="*/ 794990 w 899217"/>
                <a:gd name="connsiteY371" fmla="*/ 171394 h 942137"/>
                <a:gd name="connsiteX372" fmla="*/ 794249 w 899217"/>
                <a:gd name="connsiteY372" fmla="*/ 173278 h 942137"/>
                <a:gd name="connsiteX373" fmla="*/ 792667 w 899217"/>
                <a:gd name="connsiteY373" fmla="*/ 175868 h 942137"/>
                <a:gd name="connsiteX374" fmla="*/ 790917 w 899217"/>
                <a:gd name="connsiteY374" fmla="*/ 178458 h 942137"/>
                <a:gd name="connsiteX375" fmla="*/ 790042 w 899217"/>
                <a:gd name="connsiteY375" fmla="*/ 180342 h 942137"/>
                <a:gd name="connsiteX376" fmla="*/ 788158 w 899217"/>
                <a:gd name="connsiteY376" fmla="*/ 182361 h 942137"/>
                <a:gd name="connsiteX377" fmla="*/ 787148 w 899217"/>
                <a:gd name="connsiteY377" fmla="*/ 183942 h 942137"/>
                <a:gd name="connsiteX378" fmla="*/ 786273 w 899217"/>
                <a:gd name="connsiteY378" fmla="*/ 186263 h 942137"/>
                <a:gd name="connsiteX379" fmla="*/ 784691 w 899217"/>
                <a:gd name="connsiteY379" fmla="*/ 188584 h 942137"/>
                <a:gd name="connsiteX380" fmla="*/ 782369 w 899217"/>
                <a:gd name="connsiteY380" fmla="*/ 189156 h 942137"/>
                <a:gd name="connsiteX381" fmla="*/ 780619 w 899217"/>
                <a:gd name="connsiteY381" fmla="*/ 188853 h 942137"/>
                <a:gd name="connsiteX382" fmla="*/ 778297 w 899217"/>
                <a:gd name="connsiteY382" fmla="*/ 187978 h 942137"/>
                <a:gd name="connsiteX383" fmla="*/ 776278 w 899217"/>
                <a:gd name="connsiteY383" fmla="*/ 187978 h 942137"/>
                <a:gd name="connsiteX384" fmla="*/ 774090 w 899217"/>
                <a:gd name="connsiteY384" fmla="*/ 188281 h 942137"/>
                <a:gd name="connsiteX385" fmla="*/ 773653 w 899217"/>
                <a:gd name="connsiteY385" fmla="*/ 190737 h 942137"/>
                <a:gd name="connsiteX386" fmla="*/ 772071 w 899217"/>
                <a:gd name="connsiteY386" fmla="*/ 193764 h 942137"/>
                <a:gd name="connsiteX387" fmla="*/ 766989 w 899217"/>
                <a:gd name="connsiteY387" fmla="*/ 196355 h 942137"/>
                <a:gd name="connsiteX388" fmla="*/ 763354 w 899217"/>
                <a:gd name="connsiteY388" fmla="*/ 195648 h 942137"/>
                <a:gd name="connsiteX389" fmla="*/ 760325 w 899217"/>
                <a:gd name="connsiteY389" fmla="*/ 194504 h 942137"/>
                <a:gd name="connsiteX390" fmla="*/ 755546 w 899217"/>
                <a:gd name="connsiteY390" fmla="*/ 194807 h 942137"/>
                <a:gd name="connsiteX391" fmla="*/ 754099 w 899217"/>
                <a:gd name="connsiteY391" fmla="*/ 195951 h 942137"/>
                <a:gd name="connsiteX392" fmla="*/ 749186 w 899217"/>
                <a:gd name="connsiteY392" fmla="*/ 196523 h 942137"/>
                <a:gd name="connsiteX393" fmla="*/ 746729 w 899217"/>
                <a:gd name="connsiteY393" fmla="*/ 195345 h 942137"/>
                <a:gd name="connsiteX394" fmla="*/ 746594 w 899217"/>
                <a:gd name="connsiteY394" fmla="*/ 193899 h 942137"/>
                <a:gd name="connsiteX395" fmla="*/ 746022 w 899217"/>
                <a:gd name="connsiteY395" fmla="*/ 191881 h 942137"/>
                <a:gd name="connsiteX396" fmla="*/ 744878 w 899217"/>
                <a:gd name="connsiteY396" fmla="*/ 189694 h 942137"/>
                <a:gd name="connsiteX397" fmla="*/ 742556 w 899217"/>
                <a:gd name="connsiteY397" fmla="*/ 186667 h 942137"/>
                <a:gd name="connsiteX398" fmla="*/ 738921 w 899217"/>
                <a:gd name="connsiteY398" fmla="*/ 184783 h 942137"/>
                <a:gd name="connsiteX399" fmla="*/ 736599 w 899217"/>
                <a:gd name="connsiteY399" fmla="*/ 184480 h 942137"/>
                <a:gd name="connsiteX400" fmla="*/ 734142 w 899217"/>
                <a:gd name="connsiteY400" fmla="*/ 182899 h 942137"/>
                <a:gd name="connsiteX401" fmla="*/ 730373 w 899217"/>
                <a:gd name="connsiteY401" fmla="*/ 180006 h 942137"/>
                <a:gd name="connsiteX402" fmla="*/ 730238 w 899217"/>
                <a:gd name="connsiteY402" fmla="*/ 178257 h 942137"/>
                <a:gd name="connsiteX403" fmla="*/ 730373 w 899217"/>
                <a:gd name="connsiteY403" fmla="*/ 175801 h 942137"/>
                <a:gd name="connsiteX404" fmla="*/ 735152 w 899217"/>
                <a:gd name="connsiteY404" fmla="*/ 172336 h 942137"/>
                <a:gd name="connsiteX405" fmla="*/ 737474 w 899217"/>
                <a:gd name="connsiteY405" fmla="*/ 170587 h 942137"/>
                <a:gd name="connsiteX406" fmla="*/ 739931 w 899217"/>
                <a:gd name="connsiteY406" fmla="*/ 169712 h 942137"/>
                <a:gd name="connsiteX407" fmla="*/ 743700 w 899217"/>
                <a:gd name="connsiteY407" fmla="*/ 166382 h 942137"/>
                <a:gd name="connsiteX408" fmla="*/ 743835 w 899217"/>
                <a:gd name="connsiteY408" fmla="*/ 161605 h 942137"/>
                <a:gd name="connsiteX409" fmla="*/ 743094 w 899217"/>
                <a:gd name="connsiteY409" fmla="*/ 159586 h 942137"/>
                <a:gd name="connsiteX410" fmla="*/ 740772 w 899217"/>
                <a:gd name="connsiteY410" fmla="*/ 158712 h 942137"/>
                <a:gd name="connsiteX411" fmla="*/ 738585 w 899217"/>
                <a:gd name="connsiteY411" fmla="*/ 158140 h 942137"/>
                <a:gd name="connsiteX412" fmla="*/ 739022 w 899217"/>
                <a:gd name="connsiteY412" fmla="*/ 156391 h 942137"/>
                <a:gd name="connsiteX413" fmla="*/ 740166 w 899217"/>
                <a:gd name="connsiteY413" fmla="*/ 153363 h 942137"/>
                <a:gd name="connsiteX414" fmla="*/ 742489 w 899217"/>
                <a:gd name="connsiteY414" fmla="*/ 151883 h 942137"/>
                <a:gd name="connsiteX415" fmla="*/ 740974 w 899217"/>
                <a:gd name="connsiteY415" fmla="*/ 147409 h 942137"/>
                <a:gd name="connsiteX416" fmla="*/ 737911 w 899217"/>
                <a:gd name="connsiteY416" fmla="*/ 143372 h 942137"/>
                <a:gd name="connsiteX417" fmla="*/ 735421 w 899217"/>
                <a:gd name="connsiteY417" fmla="*/ 141858 h 942137"/>
                <a:gd name="connsiteX418" fmla="*/ 732056 w 899217"/>
                <a:gd name="connsiteY418" fmla="*/ 141858 h 942137"/>
                <a:gd name="connsiteX419" fmla="*/ 725964 w 899217"/>
                <a:gd name="connsiteY419" fmla="*/ 139134 h 942137"/>
                <a:gd name="connsiteX420" fmla="*/ 724012 w 899217"/>
                <a:gd name="connsiteY420" fmla="*/ 136409 h 942137"/>
                <a:gd name="connsiteX421" fmla="*/ 723810 w 899217"/>
                <a:gd name="connsiteY421" fmla="*/ 134660 h 942137"/>
                <a:gd name="connsiteX422" fmla="*/ 723608 w 899217"/>
                <a:gd name="connsiteY422" fmla="*/ 128806 h 942137"/>
                <a:gd name="connsiteX423" fmla="*/ 723810 w 899217"/>
                <a:gd name="connsiteY423" fmla="*/ 125005 h 942137"/>
                <a:gd name="connsiteX424" fmla="*/ 724786 w 899217"/>
                <a:gd name="connsiteY424" fmla="*/ 123794 h 942137"/>
                <a:gd name="connsiteX425" fmla="*/ 727277 w 899217"/>
                <a:gd name="connsiteY425" fmla="*/ 121607 h 942137"/>
                <a:gd name="connsiteX426" fmla="*/ 729229 w 899217"/>
                <a:gd name="connsiteY426" fmla="*/ 119656 h 942137"/>
                <a:gd name="connsiteX427" fmla="*/ 731416 w 899217"/>
                <a:gd name="connsiteY427" fmla="*/ 117470 h 942137"/>
                <a:gd name="connsiteX428" fmla="*/ 733267 w 899217"/>
                <a:gd name="connsiteY428" fmla="*/ 116057 h 942137"/>
                <a:gd name="connsiteX429" fmla="*/ 735859 w 899217"/>
                <a:gd name="connsiteY429" fmla="*/ 114745 h 942137"/>
                <a:gd name="connsiteX430" fmla="*/ 739325 w 899217"/>
                <a:gd name="connsiteY430" fmla="*/ 114207 h 942137"/>
                <a:gd name="connsiteX431" fmla="*/ 742253 w 899217"/>
                <a:gd name="connsiteY431" fmla="*/ 111919 h 942137"/>
                <a:gd name="connsiteX432" fmla="*/ 743666 w 899217"/>
                <a:gd name="connsiteY432" fmla="*/ 110843 h 942137"/>
                <a:gd name="connsiteX433" fmla="*/ 744306 w 899217"/>
                <a:gd name="connsiteY433" fmla="*/ 106705 h 942137"/>
                <a:gd name="connsiteX434" fmla="*/ 741041 w 899217"/>
                <a:gd name="connsiteY434" fmla="*/ 103442 h 942137"/>
                <a:gd name="connsiteX435" fmla="*/ 736700 w 899217"/>
                <a:gd name="connsiteY435" fmla="*/ 104317 h 942137"/>
                <a:gd name="connsiteX436" fmla="*/ 730508 w 899217"/>
                <a:gd name="connsiteY436" fmla="*/ 104956 h 942137"/>
                <a:gd name="connsiteX437" fmla="*/ 723002 w 899217"/>
                <a:gd name="connsiteY437" fmla="*/ 106369 h 942137"/>
                <a:gd name="connsiteX438" fmla="*/ 718964 w 899217"/>
                <a:gd name="connsiteY438" fmla="*/ 104754 h 942137"/>
                <a:gd name="connsiteX439" fmla="*/ 714623 w 899217"/>
                <a:gd name="connsiteY439" fmla="*/ 102164 h 942137"/>
                <a:gd name="connsiteX440" fmla="*/ 712570 w 899217"/>
                <a:gd name="connsiteY440" fmla="*/ 102164 h 942137"/>
                <a:gd name="connsiteX441" fmla="*/ 710079 w 899217"/>
                <a:gd name="connsiteY441" fmla="*/ 102971 h 942137"/>
                <a:gd name="connsiteX442" fmla="*/ 708565 w 899217"/>
                <a:gd name="connsiteY442" fmla="*/ 105427 h 942137"/>
                <a:gd name="connsiteX443" fmla="*/ 704560 w 899217"/>
                <a:gd name="connsiteY443" fmla="*/ 105629 h 942137"/>
                <a:gd name="connsiteX444" fmla="*/ 701632 w 899217"/>
                <a:gd name="connsiteY444" fmla="*/ 105965 h 942137"/>
                <a:gd name="connsiteX445" fmla="*/ 699007 w 899217"/>
                <a:gd name="connsiteY445" fmla="*/ 105629 h 942137"/>
                <a:gd name="connsiteX446" fmla="*/ 697593 w 899217"/>
                <a:gd name="connsiteY446" fmla="*/ 105629 h 942137"/>
                <a:gd name="connsiteX447" fmla="*/ 693790 w 899217"/>
                <a:gd name="connsiteY447" fmla="*/ 105561 h 942137"/>
                <a:gd name="connsiteX448" fmla="*/ 691401 w 899217"/>
                <a:gd name="connsiteY448" fmla="*/ 104855 h 942137"/>
                <a:gd name="connsiteX449" fmla="*/ 690425 w 899217"/>
                <a:gd name="connsiteY449" fmla="*/ 103543 h 942137"/>
                <a:gd name="connsiteX450" fmla="*/ 688910 w 899217"/>
                <a:gd name="connsiteY450" fmla="*/ 100818 h 942137"/>
                <a:gd name="connsiteX451" fmla="*/ 686622 w 899217"/>
                <a:gd name="connsiteY451" fmla="*/ 100919 h 942137"/>
                <a:gd name="connsiteX452" fmla="*/ 685848 w 899217"/>
                <a:gd name="connsiteY452" fmla="*/ 101020 h 942137"/>
                <a:gd name="connsiteX453" fmla="*/ 684434 w 899217"/>
                <a:gd name="connsiteY453" fmla="*/ 103207 h 942137"/>
                <a:gd name="connsiteX454" fmla="*/ 684098 w 899217"/>
                <a:gd name="connsiteY454" fmla="*/ 105494 h 942137"/>
                <a:gd name="connsiteX455" fmla="*/ 682785 w 899217"/>
                <a:gd name="connsiteY455" fmla="*/ 107983 h 942137"/>
                <a:gd name="connsiteX456" fmla="*/ 682146 w 899217"/>
                <a:gd name="connsiteY456" fmla="*/ 110473 h 942137"/>
                <a:gd name="connsiteX457" fmla="*/ 679958 w 899217"/>
                <a:gd name="connsiteY457" fmla="*/ 114610 h 942137"/>
                <a:gd name="connsiteX458" fmla="*/ 678982 w 899217"/>
                <a:gd name="connsiteY458" fmla="*/ 117201 h 942137"/>
                <a:gd name="connsiteX459" fmla="*/ 679319 w 899217"/>
                <a:gd name="connsiteY459" fmla="*/ 119387 h 942137"/>
                <a:gd name="connsiteX460" fmla="*/ 681271 w 899217"/>
                <a:gd name="connsiteY460" fmla="*/ 121136 h 942137"/>
                <a:gd name="connsiteX461" fmla="*/ 683425 w 899217"/>
                <a:gd name="connsiteY461" fmla="*/ 122448 h 942137"/>
                <a:gd name="connsiteX462" fmla="*/ 684939 w 899217"/>
                <a:gd name="connsiteY462" fmla="*/ 125375 h 942137"/>
                <a:gd name="connsiteX463" fmla="*/ 686588 w 899217"/>
                <a:gd name="connsiteY463" fmla="*/ 128302 h 942137"/>
                <a:gd name="connsiteX464" fmla="*/ 687026 w 899217"/>
                <a:gd name="connsiteY464" fmla="*/ 130926 h 942137"/>
                <a:gd name="connsiteX465" fmla="*/ 686925 w 899217"/>
                <a:gd name="connsiteY465" fmla="*/ 133650 h 942137"/>
                <a:gd name="connsiteX466" fmla="*/ 686689 w 899217"/>
                <a:gd name="connsiteY466" fmla="*/ 137452 h 942137"/>
                <a:gd name="connsiteX467" fmla="*/ 685612 w 899217"/>
                <a:gd name="connsiteY467" fmla="*/ 139840 h 942137"/>
                <a:gd name="connsiteX468" fmla="*/ 684199 w 899217"/>
                <a:gd name="connsiteY468" fmla="*/ 142127 h 942137"/>
                <a:gd name="connsiteX469" fmla="*/ 681809 w 899217"/>
                <a:gd name="connsiteY469" fmla="*/ 144852 h 942137"/>
                <a:gd name="connsiteX470" fmla="*/ 678444 w 899217"/>
                <a:gd name="connsiteY470" fmla="*/ 147779 h 942137"/>
                <a:gd name="connsiteX471" fmla="*/ 674978 w 899217"/>
                <a:gd name="connsiteY471" fmla="*/ 149966 h 942137"/>
                <a:gd name="connsiteX472" fmla="*/ 672487 w 899217"/>
                <a:gd name="connsiteY472" fmla="*/ 149966 h 942137"/>
                <a:gd name="connsiteX473" fmla="*/ 669862 w 899217"/>
                <a:gd name="connsiteY473" fmla="*/ 148990 h 942137"/>
                <a:gd name="connsiteX474" fmla="*/ 669088 w 899217"/>
                <a:gd name="connsiteY474" fmla="*/ 148654 h 942137"/>
                <a:gd name="connsiteX475" fmla="*/ 665285 w 899217"/>
                <a:gd name="connsiteY475" fmla="*/ 145391 h 942137"/>
                <a:gd name="connsiteX476" fmla="*/ 662458 w 899217"/>
                <a:gd name="connsiteY476" fmla="*/ 145592 h 942137"/>
                <a:gd name="connsiteX477" fmla="*/ 661280 w 899217"/>
                <a:gd name="connsiteY477" fmla="*/ 145592 h 942137"/>
                <a:gd name="connsiteX478" fmla="*/ 659194 w 899217"/>
                <a:gd name="connsiteY478" fmla="*/ 147611 h 942137"/>
                <a:gd name="connsiteX479" fmla="*/ 656905 w 899217"/>
                <a:gd name="connsiteY479" fmla="*/ 149192 h 942137"/>
                <a:gd name="connsiteX480" fmla="*/ 656131 w 899217"/>
                <a:gd name="connsiteY480" fmla="*/ 150706 h 942137"/>
                <a:gd name="connsiteX481" fmla="*/ 653304 w 899217"/>
                <a:gd name="connsiteY481" fmla="*/ 152892 h 942137"/>
                <a:gd name="connsiteX482" fmla="*/ 650039 w 899217"/>
                <a:gd name="connsiteY482" fmla="*/ 154843 h 942137"/>
                <a:gd name="connsiteX483" fmla="*/ 648727 w 899217"/>
                <a:gd name="connsiteY483" fmla="*/ 155819 h 942137"/>
                <a:gd name="connsiteX484" fmla="*/ 646236 w 899217"/>
                <a:gd name="connsiteY484" fmla="*/ 157770 h 942137"/>
                <a:gd name="connsiteX485" fmla="*/ 644587 w 899217"/>
                <a:gd name="connsiteY485" fmla="*/ 160259 h 942137"/>
                <a:gd name="connsiteX486" fmla="*/ 643510 w 899217"/>
                <a:gd name="connsiteY486" fmla="*/ 162210 h 942137"/>
                <a:gd name="connsiteX487" fmla="*/ 642736 w 899217"/>
                <a:gd name="connsiteY487" fmla="*/ 163859 h 942137"/>
                <a:gd name="connsiteX488" fmla="*/ 642198 w 899217"/>
                <a:gd name="connsiteY488" fmla="*/ 165709 h 942137"/>
                <a:gd name="connsiteX489" fmla="*/ 642299 w 899217"/>
                <a:gd name="connsiteY489" fmla="*/ 167761 h 942137"/>
                <a:gd name="connsiteX490" fmla="*/ 644150 w 899217"/>
                <a:gd name="connsiteY490" fmla="*/ 169174 h 942137"/>
                <a:gd name="connsiteX491" fmla="*/ 647313 w 899217"/>
                <a:gd name="connsiteY491" fmla="*/ 171663 h 942137"/>
                <a:gd name="connsiteX492" fmla="*/ 649804 w 899217"/>
                <a:gd name="connsiteY492" fmla="*/ 173715 h 942137"/>
                <a:gd name="connsiteX493" fmla="*/ 651554 w 899217"/>
                <a:gd name="connsiteY493" fmla="*/ 174489 h 942137"/>
                <a:gd name="connsiteX494" fmla="*/ 652429 w 899217"/>
                <a:gd name="connsiteY494" fmla="*/ 175027 h 942137"/>
                <a:gd name="connsiteX495" fmla="*/ 654280 w 899217"/>
                <a:gd name="connsiteY495" fmla="*/ 177853 h 942137"/>
                <a:gd name="connsiteX496" fmla="*/ 654179 w 899217"/>
                <a:gd name="connsiteY496" fmla="*/ 178929 h 942137"/>
                <a:gd name="connsiteX497" fmla="*/ 653102 w 899217"/>
                <a:gd name="connsiteY497" fmla="*/ 180342 h 942137"/>
                <a:gd name="connsiteX498" fmla="*/ 650914 w 899217"/>
                <a:gd name="connsiteY498" fmla="*/ 182091 h 942137"/>
                <a:gd name="connsiteX499" fmla="*/ 649938 w 899217"/>
                <a:gd name="connsiteY499" fmla="*/ 183067 h 942137"/>
                <a:gd name="connsiteX500" fmla="*/ 649602 w 899217"/>
                <a:gd name="connsiteY500" fmla="*/ 185657 h 942137"/>
                <a:gd name="connsiteX501" fmla="*/ 649063 w 899217"/>
                <a:gd name="connsiteY501" fmla="*/ 188920 h 942137"/>
                <a:gd name="connsiteX502" fmla="*/ 648188 w 899217"/>
                <a:gd name="connsiteY502" fmla="*/ 191208 h 942137"/>
                <a:gd name="connsiteX503" fmla="*/ 646236 w 899217"/>
                <a:gd name="connsiteY503" fmla="*/ 194572 h 942137"/>
                <a:gd name="connsiteX504" fmla="*/ 642534 w 899217"/>
                <a:gd name="connsiteY504" fmla="*/ 198609 h 942137"/>
                <a:gd name="connsiteX505" fmla="*/ 639505 w 899217"/>
                <a:gd name="connsiteY505" fmla="*/ 200559 h 942137"/>
                <a:gd name="connsiteX506" fmla="*/ 638092 w 899217"/>
                <a:gd name="connsiteY506" fmla="*/ 200997 h 942137"/>
                <a:gd name="connsiteX507" fmla="*/ 636679 w 899217"/>
                <a:gd name="connsiteY507" fmla="*/ 201973 h 942137"/>
                <a:gd name="connsiteX508" fmla="*/ 634491 w 899217"/>
                <a:gd name="connsiteY508" fmla="*/ 203722 h 942137"/>
                <a:gd name="connsiteX509" fmla="*/ 632101 w 899217"/>
                <a:gd name="connsiteY509" fmla="*/ 206211 h 942137"/>
                <a:gd name="connsiteX510" fmla="*/ 630150 w 899217"/>
                <a:gd name="connsiteY510" fmla="*/ 208162 h 942137"/>
                <a:gd name="connsiteX511" fmla="*/ 628635 w 899217"/>
                <a:gd name="connsiteY511" fmla="*/ 210551 h 942137"/>
                <a:gd name="connsiteX512" fmla="*/ 627121 w 899217"/>
                <a:gd name="connsiteY512" fmla="*/ 213141 h 942137"/>
                <a:gd name="connsiteX513" fmla="*/ 624933 w 899217"/>
                <a:gd name="connsiteY513" fmla="*/ 217379 h 942137"/>
                <a:gd name="connsiteX514" fmla="*/ 624058 w 899217"/>
                <a:gd name="connsiteY514" fmla="*/ 218456 h 942137"/>
                <a:gd name="connsiteX515" fmla="*/ 621669 w 899217"/>
                <a:gd name="connsiteY515" fmla="*/ 219095 h 942137"/>
                <a:gd name="connsiteX516" fmla="*/ 619178 w 899217"/>
                <a:gd name="connsiteY516" fmla="*/ 220071 h 942137"/>
                <a:gd name="connsiteX517" fmla="*/ 615914 w 899217"/>
                <a:gd name="connsiteY517" fmla="*/ 222459 h 942137"/>
                <a:gd name="connsiteX518" fmla="*/ 614164 w 899217"/>
                <a:gd name="connsiteY518" fmla="*/ 225184 h 942137"/>
                <a:gd name="connsiteX519" fmla="*/ 610798 w 899217"/>
                <a:gd name="connsiteY519" fmla="*/ 229523 h 942137"/>
                <a:gd name="connsiteX520" fmla="*/ 608308 w 899217"/>
                <a:gd name="connsiteY520" fmla="*/ 232248 h 942137"/>
                <a:gd name="connsiteX521" fmla="*/ 602889 w 899217"/>
                <a:gd name="connsiteY521" fmla="*/ 237227 h 942137"/>
                <a:gd name="connsiteX522" fmla="*/ 599423 w 899217"/>
                <a:gd name="connsiteY522" fmla="*/ 238875 h 942137"/>
                <a:gd name="connsiteX523" fmla="*/ 596798 w 899217"/>
                <a:gd name="connsiteY523" fmla="*/ 243349 h 942137"/>
                <a:gd name="connsiteX524" fmla="*/ 592793 w 899217"/>
                <a:gd name="connsiteY524" fmla="*/ 244527 h 942137"/>
                <a:gd name="connsiteX525" fmla="*/ 591144 w 899217"/>
                <a:gd name="connsiteY525" fmla="*/ 243013 h 942137"/>
                <a:gd name="connsiteX526" fmla="*/ 590370 w 899217"/>
                <a:gd name="connsiteY526" fmla="*/ 239212 h 942137"/>
                <a:gd name="connsiteX527" fmla="*/ 589495 w 899217"/>
                <a:gd name="connsiteY527" fmla="*/ 236285 h 942137"/>
                <a:gd name="connsiteX528" fmla="*/ 587442 w 899217"/>
                <a:gd name="connsiteY528" fmla="*/ 234872 h 942137"/>
                <a:gd name="connsiteX529" fmla="*/ 585793 w 899217"/>
                <a:gd name="connsiteY529" fmla="*/ 235208 h 942137"/>
                <a:gd name="connsiteX530" fmla="*/ 585355 w 899217"/>
                <a:gd name="connsiteY530" fmla="*/ 239111 h 942137"/>
                <a:gd name="connsiteX531" fmla="*/ 585019 w 899217"/>
                <a:gd name="connsiteY531" fmla="*/ 243248 h 942137"/>
                <a:gd name="connsiteX532" fmla="*/ 583168 w 899217"/>
                <a:gd name="connsiteY532" fmla="*/ 245536 h 942137"/>
                <a:gd name="connsiteX533" fmla="*/ 580442 w 899217"/>
                <a:gd name="connsiteY533" fmla="*/ 248025 h 942137"/>
                <a:gd name="connsiteX534" fmla="*/ 578490 w 899217"/>
                <a:gd name="connsiteY534" fmla="*/ 251187 h 942137"/>
                <a:gd name="connsiteX535" fmla="*/ 578490 w 899217"/>
                <a:gd name="connsiteY535" fmla="*/ 253475 h 942137"/>
                <a:gd name="connsiteX536" fmla="*/ 580004 w 899217"/>
                <a:gd name="connsiteY536" fmla="*/ 254349 h 942137"/>
                <a:gd name="connsiteX537" fmla="*/ 582932 w 899217"/>
                <a:gd name="connsiteY537" fmla="*/ 257612 h 942137"/>
                <a:gd name="connsiteX538" fmla="*/ 583134 w 899217"/>
                <a:gd name="connsiteY538" fmla="*/ 259564 h 942137"/>
                <a:gd name="connsiteX539" fmla="*/ 582798 w 899217"/>
                <a:gd name="connsiteY539" fmla="*/ 263365 h 942137"/>
                <a:gd name="connsiteX540" fmla="*/ 584110 w 899217"/>
                <a:gd name="connsiteY540" fmla="*/ 268041 h 942137"/>
                <a:gd name="connsiteX541" fmla="*/ 583235 w 899217"/>
                <a:gd name="connsiteY541" fmla="*/ 273356 h 942137"/>
                <a:gd name="connsiteX542" fmla="*/ 583235 w 899217"/>
                <a:gd name="connsiteY542" fmla="*/ 275408 h 942137"/>
                <a:gd name="connsiteX543" fmla="*/ 582461 w 899217"/>
                <a:gd name="connsiteY543" fmla="*/ 281160 h 942137"/>
                <a:gd name="connsiteX544" fmla="*/ 581485 w 899217"/>
                <a:gd name="connsiteY544" fmla="*/ 285062 h 942137"/>
                <a:gd name="connsiteX545" fmla="*/ 580172 w 899217"/>
                <a:gd name="connsiteY545" fmla="*/ 287787 h 942137"/>
                <a:gd name="connsiteX546" fmla="*/ 577783 w 899217"/>
                <a:gd name="connsiteY546" fmla="*/ 291824 h 942137"/>
                <a:gd name="connsiteX547" fmla="*/ 578321 w 899217"/>
                <a:gd name="connsiteY547" fmla="*/ 296399 h 942137"/>
                <a:gd name="connsiteX548" fmla="*/ 579197 w 899217"/>
                <a:gd name="connsiteY548" fmla="*/ 298350 h 942137"/>
                <a:gd name="connsiteX549" fmla="*/ 581687 w 899217"/>
                <a:gd name="connsiteY549" fmla="*/ 301176 h 942137"/>
                <a:gd name="connsiteX550" fmla="*/ 582461 w 899217"/>
                <a:gd name="connsiteY550" fmla="*/ 303463 h 942137"/>
                <a:gd name="connsiteX551" fmla="*/ 584110 w 899217"/>
                <a:gd name="connsiteY551" fmla="*/ 309552 h 942137"/>
                <a:gd name="connsiteX552" fmla="*/ 583235 w 899217"/>
                <a:gd name="connsiteY552" fmla="*/ 313353 h 942137"/>
                <a:gd name="connsiteX553" fmla="*/ 583235 w 899217"/>
                <a:gd name="connsiteY553" fmla="*/ 319879 h 942137"/>
                <a:gd name="connsiteX554" fmla="*/ 583572 w 899217"/>
                <a:gd name="connsiteY554" fmla="*/ 321629 h 942137"/>
                <a:gd name="connsiteX555" fmla="*/ 585221 w 899217"/>
                <a:gd name="connsiteY555" fmla="*/ 325228 h 942137"/>
                <a:gd name="connsiteX556" fmla="*/ 587273 w 899217"/>
                <a:gd name="connsiteY556" fmla="*/ 328054 h 942137"/>
                <a:gd name="connsiteX557" fmla="*/ 589562 w 899217"/>
                <a:gd name="connsiteY557" fmla="*/ 330880 h 942137"/>
                <a:gd name="connsiteX558" fmla="*/ 591211 w 899217"/>
                <a:gd name="connsiteY558" fmla="*/ 332393 h 942137"/>
                <a:gd name="connsiteX559" fmla="*/ 591211 w 899217"/>
                <a:gd name="connsiteY559" fmla="*/ 334782 h 942137"/>
                <a:gd name="connsiteX560" fmla="*/ 590572 w 899217"/>
                <a:gd name="connsiteY560" fmla="*/ 338045 h 942137"/>
                <a:gd name="connsiteX561" fmla="*/ 589394 w 899217"/>
                <a:gd name="connsiteY561" fmla="*/ 340299 h 942137"/>
                <a:gd name="connsiteX562" fmla="*/ 587004 w 899217"/>
                <a:gd name="connsiteY562" fmla="*/ 340299 h 942137"/>
                <a:gd name="connsiteX563" fmla="*/ 584817 w 899217"/>
                <a:gd name="connsiteY563" fmla="*/ 340534 h 942137"/>
                <a:gd name="connsiteX564" fmla="*/ 582966 w 899217"/>
                <a:gd name="connsiteY564" fmla="*/ 341274 h 942137"/>
                <a:gd name="connsiteX565" fmla="*/ 584649 w 899217"/>
                <a:gd name="connsiteY565" fmla="*/ 344806 h 942137"/>
                <a:gd name="connsiteX566" fmla="*/ 586230 w 899217"/>
                <a:gd name="connsiteY566" fmla="*/ 350525 h 942137"/>
                <a:gd name="connsiteX567" fmla="*/ 585658 w 899217"/>
                <a:gd name="connsiteY567" fmla="*/ 355235 h 942137"/>
                <a:gd name="connsiteX568" fmla="*/ 584076 w 899217"/>
                <a:gd name="connsiteY568" fmla="*/ 358935 h 942137"/>
                <a:gd name="connsiteX569" fmla="*/ 581821 w 899217"/>
                <a:gd name="connsiteY569" fmla="*/ 360684 h 942137"/>
                <a:gd name="connsiteX570" fmla="*/ 578557 w 899217"/>
                <a:gd name="connsiteY570" fmla="*/ 361828 h 942137"/>
                <a:gd name="connsiteX571" fmla="*/ 574283 w 899217"/>
                <a:gd name="connsiteY571" fmla="*/ 361963 h 942137"/>
                <a:gd name="connsiteX572" fmla="*/ 570581 w 899217"/>
                <a:gd name="connsiteY572" fmla="*/ 361963 h 942137"/>
                <a:gd name="connsiteX573" fmla="*/ 567989 w 899217"/>
                <a:gd name="connsiteY573" fmla="*/ 363409 h 942137"/>
                <a:gd name="connsiteX574" fmla="*/ 564220 w 899217"/>
                <a:gd name="connsiteY574" fmla="*/ 364553 h 942137"/>
                <a:gd name="connsiteX575" fmla="*/ 558936 w 899217"/>
                <a:gd name="connsiteY575" fmla="*/ 366067 h 942137"/>
                <a:gd name="connsiteX576" fmla="*/ 555167 w 899217"/>
                <a:gd name="connsiteY576" fmla="*/ 368085 h 942137"/>
                <a:gd name="connsiteX577" fmla="*/ 552845 w 899217"/>
                <a:gd name="connsiteY577" fmla="*/ 369834 h 942137"/>
                <a:gd name="connsiteX578" fmla="*/ 549076 w 899217"/>
                <a:gd name="connsiteY578" fmla="*/ 369834 h 942137"/>
                <a:gd name="connsiteX579" fmla="*/ 545003 w 899217"/>
                <a:gd name="connsiteY579" fmla="*/ 367244 h 942137"/>
                <a:gd name="connsiteX580" fmla="*/ 545003 w 899217"/>
                <a:gd name="connsiteY580" fmla="*/ 364048 h 942137"/>
                <a:gd name="connsiteX581" fmla="*/ 548032 w 899217"/>
                <a:gd name="connsiteY581" fmla="*/ 358262 h 942137"/>
                <a:gd name="connsiteX582" fmla="*/ 546720 w 899217"/>
                <a:gd name="connsiteY582" fmla="*/ 356244 h 942137"/>
                <a:gd name="connsiteX583" fmla="*/ 541806 w 899217"/>
                <a:gd name="connsiteY583" fmla="*/ 357388 h 942137"/>
                <a:gd name="connsiteX584" fmla="*/ 538037 w 899217"/>
                <a:gd name="connsiteY584" fmla="*/ 361155 h 942137"/>
                <a:gd name="connsiteX585" fmla="*/ 532248 w 899217"/>
                <a:gd name="connsiteY585" fmla="*/ 366369 h 942137"/>
                <a:gd name="connsiteX586" fmla="*/ 528479 w 899217"/>
                <a:gd name="connsiteY586" fmla="*/ 369834 h 942137"/>
                <a:gd name="connsiteX587" fmla="*/ 525585 w 899217"/>
                <a:gd name="connsiteY587" fmla="*/ 369834 h 942137"/>
                <a:gd name="connsiteX588" fmla="*/ 520234 w 899217"/>
                <a:gd name="connsiteY588" fmla="*/ 370473 h 942137"/>
                <a:gd name="connsiteX589" fmla="*/ 514714 w 899217"/>
                <a:gd name="connsiteY589" fmla="*/ 371415 h 942137"/>
                <a:gd name="connsiteX590" fmla="*/ 512392 w 899217"/>
                <a:gd name="connsiteY590" fmla="*/ 372559 h 942137"/>
                <a:gd name="connsiteX591" fmla="*/ 510373 w 899217"/>
                <a:gd name="connsiteY591" fmla="*/ 375015 h 942137"/>
                <a:gd name="connsiteX592" fmla="*/ 507916 w 899217"/>
                <a:gd name="connsiteY592" fmla="*/ 376327 h 942137"/>
                <a:gd name="connsiteX593" fmla="*/ 503575 w 899217"/>
                <a:gd name="connsiteY593" fmla="*/ 380532 h 942137"/>
                <a:gd name="connsiteX594" fmla="*/ 498930 w 899217"/>
                <a:gd name="connsiteY594" fmla="*/ 383727 h 942137"/>
                <a:gd name="connsiteX595" fmla="*/ 493411 w 899217"/>
                <a:gd name="connsiteY595" fmla="*/ 383727 h 942137"/>
                <a:gd name="connsiteX596" fmla="*/ 486310 w 899217"/>
                <a:gd name="connsiteY596" fmla="*/ 387428 h 942137"/>
                <a:gd name="connsiteX597" fmla="*/ 481834 w 899217"/>
                <a:gd name="connsiteY597" fmla="*/ 389816 h 942137"/>
                <a:gd name="connsiteX598" fmla="*/ 475305 w 899217"/>
                <a:gd name="connsiteY598" fmla="*/ 392844 h 942137"/>
                <a:gd name="connsiteX599" fmla="*/ 468776 w 899217"/>
                <a:gd name="connsiteY599" fmla="*/ 392272 h 942137"/>
                <a:gd name="connsiteX600" fmla="*/ 465747 w 899217"/>
                <a:gd name="connsiteY600" fmla="*/ 390388 h 942137"/>
                <a:gd name="connsiteX601" fmla="*/ 465309 w 899217"/>
                <a:gd name="connsiteY601" fmla="*/ 386183 h 942137"/>
                <a:gd name="connsiteX602" fmla="*/ 465007 w 899217"/>
                <a:gd name="connsiteY602" fmla="*/ 382853 h 942137"/>
                <a:gd name="connsiteX603" fmla="*/ 465007 w 899217"/>
                <a:gd name="connsiteY603" fmla="*/ 377773 h 942137"/>
                <a:gd name="connsiteX604" fmla="*/ 463862 w 899217"/>
                <a:gd name="connsiteY604" fmla="*/ 375587 h 942137"/>
                <a:gd name="connsiteX605" fmla="*/ 460800 w 899217"/>
                <a:gd name="connsiteY605" fmla="*/ 373265 h 942137"/>
                <a:gd name="connsiteX606" fmla="*/ 459353 w 899217"/>
                <a:gd name="connsiteY606" fmla="*/ 368354 h 942137"/>
                <a:gd name="connsiteX607" fmla="*/ 458780 w 899217"/>
                <a:gd name="connsiteY607" fmla="*/ 363275 h 942137"/>
                <a:gd name="connsiteX608" fmla="*/ 457333 w 899217"/>
                <a:gd name="connsiteY608" fmla="*/ 360651 h 942137"/>
                <a:gd name="connsiteX609" fmla="*/ 455314 w 899217"/>
                <a:gd name="connsiteY609" fmla="*/ 362097 h 942137"/>
                <a:gd name="connsiteX610" fmla="*/ 452857 w 899217"/>
                <a:gd name="connsiteY610" fmla="*/ 363846 h 942137"/>
                <a:gd name="connsiteX611" fmla="*/ 450266 w 899217"/>
                <a:gd name="connsiteY611" fmla="*/ 366302 h 942137"/>
                <a:gd name="connsiteX612" fmla="*/ 445049 w 899217"/>
                <a:gd name="connsiteY612" fmla="*/ 366302 h 942137"/>
                <a:gd name="connsiteX613" fmla="*/ 439968 w 899217"/>
                <a:gd name="connsiteY613" fmla="*/ 363981 h 942137"/>
                <a:gd name="connsiteX614" fmla="*/ 438655 w 899217"/>
                <a:gd name="connsiteY614" fmla="*/ 359070 h 942137"/>
                <a:gd name="connsiteX615" fmla="*/ 439665 w 899217"/>
                <a:gd name="connsiteY615" fmla="*/ 353553 h 942137"/>
                <a:gd name="connsiteX616" fmla="*/ 442862 w 899217"/>
                <a:gd name="connsiteY616" fmla="*/ 353418 h 942137"/>
                <a:gd name="connsiteX617" fmla="*/ 449223 w 899217"/>
                <a:gd name="connsiteY617" fmla="*/ 352106 h 942137"/>
                <a:gd name="connsiteX618" fmla="*/ 451107 w 899217"/>
                <a:gd name="connsiteY618" fmla="*/ 348910 h 942137"/>
                <a:gd name="connsiteX619" fmla="*/ 447203 w 899217"/>
                <a:gd name="connsiteY619" fmla="*/ 342384 h 942137"/>
                <a:gd name="connsiteX620" fmla="*/ 444006 w 899217"/>
                <a:gd name="connsiteY620" fmla="*/ 337608 h 942137"/>
                <a:gd name="connsiteX621" fmla="*/ 443131 w 899217"/>
                <a:gd name="connsiteY621" fmla="*/ 335589 h 942137"/>
                <a:gd name="connsiteX622" fmla="*/ 439799 w 899217"/>
                <a:gd name="connsiteY622" fmla="*/ 332393 h 942137"/>
                <a:gd name="connsiteX623" fmla="*/ 432833 w 899217"/>
                <a:gd name="connsiteY623" fmla="*/ 329198 h 942137"/>
                <a:gd name="connsiteX624" fmla="*/ 426472 w 899217"/>
                <a:gd name="connsiteY624" fmla="*/ 325127 h 942137"/>
                <a:gd name="connsiteX625" fmla="*/ 424722 w 899217"/>
                <a:gd name="connsiteY625" fmla="*/ 320350 h 942137"/>
                <a:gd name="connsiteX626" fmla="*/ 424587 w 899217"/>
                <a:gd name="connsiteY626" fmla="*/ 316717 h 942137"/>
                <a:gd name="connsiteX627" fmla="*/ 426775 w 899217"/>
                <a:gd name="connsiteY627" fmla="*/ 314699 h 942137"/>
                <a:gd name="connsiteX628" fmla="*/ 430847 w 899217"/>
                <a:gd name="connsiteY628" fmla="*/ 313690 h 942137"/>
                <a:gd name="connsiteX629" fmla="*/ 434616 w 899217"/>
                <a:gd name="connsiteY629" fmla="*/ 311503 h 942137"/>
                <a:gd name="connsiteX630" fmla="*/ 436939 w 899217"/>
                <a:gd name="connsiteY630" fmla="*/ 309182 h 942137"/>
                <a:gd name="connsiteX631" fmla="*/ 438251 w 899217"/>
                <a:gd name="connsiteY631" fmla="*/ 306726 h 942137"/>
                <a:gd name="connsiteX632" fmla="*/ 440708 w 899217"/>
                <a:gd name="connsiteY632" fmla="*/ 299326 h 942137"/>
                <a:gd name="connsiteX633" fmla="*/ 438823 w 899217"/>
                <a:gd name="connsiteY633" fmla="*/ 298888 h 942137"/>
                <a:gd name="connsiteX634" fmla="*/ 431419 w 899217"/>
                <a:gd name="connsiteY634" fmla="*/ 303093 h 942137"/>
                <a:gd name="connsiteX635" fmla="*/ 427953 w 899217"/>
                <a:gd name="connsiteY635" fmla="*/ 302353 h 942137"/>
                <a:gd name="connsiteX636" fmla="*/ 427515 w 899217"/>
                <a:gd name="connsiteY636" fmla="*/ 299897 h 942137"/>
                <a:gd name="connsiteX637" fmla="*/ 428390 w 899217"/>
                <a:gd name="connsiteY637" fmla="*/ 297576 h 942137"/>
                <a:gd name="connsiteX638" fmla="*/ 428828 w 899217"/>
                <a:gd name="connsiteY638" fmla="*/ 294112 h 942137"/>
                <a:gd name="connsiteX639" fmla="*/ 428962 w 899217"/>
                <a:gd name="connsiteY639" fmla="*/ 292530 h 942137"/>
                <a:gd name="connsiteX640" fmla="*/ 428087 w 899217"/>
                <a:gd name="connsiteY640" fmla="*/ 286307 h 942137"/>
                <a:gd name="connsiteX641" fmla="*/ 424890 w 899217"/>
                <a:gd name="connsiteY641" fmla="*/ 281967 h 942137"/>
                <a:gd name="connsiteX642" fmla="*/ 422568 w 899217"/>
                <a:gd name="connsiteY642" fmla="*/ 280790 h 942137"/>
                <a:gd name="connsiteX643" fmla="*/ 419808 w 899217"/>
                <a:gd name="connsiteY643" fmla="*/ 279915 h 942137"/>
                <a:gd name="connsiteX644" fmla="*/ 414020 w 899217"/>
                <a:gd name="connsiteY644" fmla="*/ 277729 h 942137"/>
                <a:gd name="connsiteX645" fmla="*/ 411395 w 899217"/>
                <a:gd name="connsiteY645" fmla="*/ 273827 h 942137"/>
                <a:gd name="connsiteX646" fmla="*/ 409005 w 899217"/>
                <a:gd name="connsiteY646" fmla="*/ 269050 h 942137"/>
                <a:gd name="connsiteX647" fmla="*/ 406616 w 899217"/>
                <a:gd name="connsiteY647" fmla="*/ 263096 h 942137"/>
                <a:gd name="connsiteX648" fmla="*/ 405875 w 899217"/>
                <a:gd name="connsiteY648" fmla="*/ 261077 h 942137"/>
                <a:gd name="connsiteX649" fmla="*/ 405875 w 899217"/>
                <a:gd name="connsiteY649" fmla="*/ 258487 h 942137"/>
                <a:gd name="connsiteX650" fmla="*/ 406380 w 899217"/>
                <a:gd name="connsiteY650" fmla="*/ 252533 h 942137"/>
                <a:gd name="connsiteX651" fmla="*/ 406313 w 899217"/>
                <a:gd name="connsiteY651" fmla="*/ 250346 h 942137"/>
                <a:gd name="connsiteX652" fmla="*/ 400524 w 899217"/>
                <a:gd name="connsiteY652" fmla="*/ 247890 h 942137"/>
                <a:gd name="connsiteX653" fmla="*/ 398337 w 899217"/>
                <a:gd name="connsiteY653" fmla="*/ 244560 h 942137"/>
                <a:gd name="connsiteX654" fmla="*/ 396890 w 899217"/>
                <a:gd name="connsiteY654" fmla="*/ 241230 h 942137"/>
                <a:gd name="connsiteX655" fmla="*/ 394298 w 899217"/>
                <a:gd name="connsiteY655" fmla="*/ 229355 h 942137"/>
                <a:gd name="connsiteX656" fmla="*/ 393726 w 899217"/>
                <a:gd name="connsiteY656" fmla="*/ 223838 h 942137"/>
                <a:gd name="connsiteX657" fmla="*/ 392279 w 899217"/>
                <a:gd name="connsiteY657" fmla="*/ 218187 h 942137"/>
                <a:gd name="connsiteX658" fmla="*/ 387635 w 899217"/>
                <a:gd name="connsiteY658" fmla="*/ 218489 h 942137"/>
                <a:gd name="connsiteX659" fmla="*/ 385010 w 899217"/>
                <a:gd name="connsiteY659" fmla="*/ 218489 h 942137"/>
                <a:gd name="connsiteX660" fmla="*/ 380231 w 899217"/>
                <a:gd name="connsiteY660" fmla="*/ 213847 h 942137"/>
                <a:gd name="connsiteX661" fmla="*/ 380533 w 899217"/>
                <a:gd name="connsiteY661" fmla="*/ 209945 h 942137"/>
                <a:gd name="connsiteX662" fmla="*/ 379793 w 899217"/>
                <a:gd name="connsiteY662" fmla="*/ 203722 h 942137"/>
                <a:gd name="connsiteX663" fmla="*/ 379793 w 899217"/>
                <a:gd name="connsiteY663" fmla="*/ 197364 h 942137"/>
                <a:gd name="connsiteX664" fmla="*/ 378918 w 899217"/>
                <a:gd name="connsiteY664" fmla="*/ 194471 h 942137"/>
                <a:gd name="connsiteX665" fmla="*/ 374442 w 899217"/>
                <a:gd name="connsiteY665" fmla="*/ 187945 h 942137"/>
                <a:gd name="connsiteX666" fmla="*/ 371413 w 899217"/>
                <a:gd name="connsiteY666" fmla="*/ 183303 h 942137"/>
                <a:gd name="connsiteX667" fmla="*/ 369226 w 899217"/>
                <a:gd name="connsiteY667" fmla="*/ 177214 h 942137"/>
                <a:gd name="connsiteX668" fmla="*/ 367341 w 899217"/>
                <a:gd name="connsiteY668" fmla="*/ 170688 h 942137"/>
                <a:gd name="connsiteX669" fmla="*/ 366903 w 899217"/>
                <a:gd name="connsiteY669" fmla="*/ 165608 h 942137"/>
                <a:gd name="connsiteX670" fmla="*/ 363706 w 899217"/>
                <a:gd name="connsiteY670" fmla="*/ 162580 h 942137"/>
                <a:gd name="connsiteX671" fmla="*/ 361384 w 899217"/>
                <a:gd name="connsiteY671" fmla="*/ 161706 h 942137"/>
                <a:gd name="connsiteX672" fmla="*/ 358187 w 899217"/>
                <a:gd name="connsiteY672" fmla="*/ 162715 h 942137"/>
                <a:gd name="connsiteX673" fmla="*/ 357043 w 899217"/>
                <a:gd name="connsiteY673" fmla="*/ 163287 h 942137"/>
                <a:gd name="connsiteX674" fmla="*/ 354148 w 899217"/>
                <a:gd name="connsiteY674" fmla="*/ 167795 h 942137"/>
                <a:gd name="connsiteX675" fmla="*/ 349908 w 899217"/>
                <a:gd name="connsiteY675" fmla="*/ 166348 h 942137"/>
                <a:gd name="connsiteX676" fmla="*/ 346105 w 899217"/>
                <a:gd name="connsiteY676" fmla="*/ 164061 h 942137"/>
                <a:gd name="connsiteX677" fmla="*/ 345465 w 899217"/>
                <a:gd name="connsiteY677" fmla="*/ 162210 h 942137"/>
                <a:gd name="connsiteX678" fmla="*/ 343076 w 899217"/>
                <a:gd name="connsiteY678" fmla="*/ 162009 h 942137"/>
                <a:gd name="connsiteX679" fmla="*/ 341763 w 899217"/>
                <a:gd name="connsiteY679" fmla="*/ 162648 h 942137"/>
                <a:gd name="connsiteX680" fmla="*/ 340013 w 899217"/>
                <a:gd name="connsiteY680" fmla="*/ 165272 h 942137"/>
                <a:gd name="connsiteX681" fmla="*/ 336210 w 899217"/>
                <a:gd name="connsiteY681" fmla="*/ 169611 h 942137"/>
                <a:gd name="connsiteX682" fmla="*/ 332307 w 899217"/>
                <a:gd name="connsiteY682" fmla="*/ 170587 h 942137"/>
                <a:gd name="connsiteX683" fmla="*/ 326215 w 899217"/>
                <a:gd name="connsiteY683" fmla="*/ 169948 h 942137"/>
                <a:gd name="connsiteX684" fmla="*/ 321638 w 899217"/>
                <a:gd name="connsiteY684" fmla="*/ 166920 h 942137"/>
                <a:gd name="connsiteX685" fmla="*/ 317297 w 899217"/>
                <a:gd name="connsiteY685" fmla="*/ 160932 h 942137"/>
                <a:gd name="connsiteX686" fmla="*/ 314671 w 899217"/>
                <a:gd name="connsiteY686" fmla="*/ 156155 h 942137"/>
                <a:gd name="connsiteX687" fmla="*/ 312820 w 899217"/>
                <a:gd name="connsiteY687" fmla="*/ 151816 h 942137"/>
                <a:gd name="connsiteX688" fmla="*/ 309994 w 899217"/>
                <a:gd name="connsiteY688" fmla="*/ 147039 h 942137"/>
                <a:gd name="connsiteX689" fmla="*/ 307166 w 899217"/>
                <a:gd name="connsiteY689" fmla="*/ 144112 h 942137"/>
                <a:gd name="connsiteX690" fmla="*/ 304979 w 899217"/>
                <a:gd name="connsiteY690" fmla="*/ 139975 h 942137"/>
                <a:gd name="connsiteX691" fmla="*/ 303902 w 899217"/>
                <a:gd name="connsiteY691" fmla="*/ 136072 h 942137"/>
                <a:gd name="connsiteX692" fmla="*/ 302388 w 899217"/>
                <a:gd name="connsiteY692" fmla="*/ 132036 h 942137"/>
                <a:gd name="connsiteX693" fmla="*/ 302388 w 899217"/>
                <a:gd name="connsiteY693" fmla="*/ 129109 h 942137"/>
                <a:gd name="connsiteX694" fmla="*/ 304239 w 899217"/>
                <a:gd name="connsiteY694" fmla="*/ 128234 h 942137"/>
                <a:gd name="connsiteX695" fmla="*/ 306089 w 899217"/>
                <a:gd name="connsiteY695" fmla="*/ 127797 h 942137"/>
                <a:gd name="connsiteX696" fmla="*/ 311643 w 899217"/>
                <a:gd name="connsiteY696" fmla="*/ 126821 h 942137"/>
                <a:gd name="connsiteX697" fmla="*/ 314234 w 899217"/>
                <a:gd name="connsiteY697" fmla="*/ 126182 h 942137"/>
                <a:gd name="connsiteX698" fmla="*/ 315748 w 899217"/>
                <a:gd name="connsiteY698" fmla="*/ 125409 h 942137"/>
                <a:gd name="connsiteX699" fmla="*/ 317936 w 899217"/>
                <a:gd name="connsiteY699" fmla="*/ 122583 h 942137"/>
                <a:gd name="connsiteX700" fmla="*/ 318710 w 899217"/>
                <a:gd name="connsiteY700" fmla="*/ 120531 h 942137"/>
                <a:gd name="connsiteX701" fmla="*/ 319047 w 899217"/>
                <a:gd name="connsiteY701" fmla="*/ 116730 h 942137"/>
                <a:gd name="connsiteX702" fmla="*/ 318710 w 899217"/>
                <a:gd name="connsiteY702" fmla="*/ 114644 h 942137"/>
                <a:gd name="connsiteX703" fmla="*/ 318071 w 899217"/>
                <a:gd name="connsiteY703" fmla="*/ 113029 h 942137"/>
                <a:gd name="connsiteX704" fmla="*/ 315143 w 899217"/>
                <a:gd name="connsiteY704" fmla="*/ 110977 h 942137"/>
                <a:gd name="connsiteX705" fmla="*/ 313090 w 899217"/>
                <a:gd name="connsiteY705" fmla="*/ 109901 h 942137"/>
                <a:gd name="connsiteX706" fmla="*/ 310061 w 899217"/>
                <a:gd name="connsiteY706" fmla="*/ 105898 h 942137"/>
                <a:gd name="connsiteX707" fmla="*/ 308849 w 899217"/>
                <a:gd name="connsiteY707" fmla="*/ 102096 h 942137"/>
                <a:gd name="connsiteX708" fmla="*/ 308748 w 899217"/>
                <a:gd name="connsiteY708" fmla="*/ 99069 h 942137"/>
                <a:gd name="connsiteX709" fmla="*/ 304844 w 899217"/>
                <a:gd name="connsiteY709" fmla="*/ 92442 h 942137"/>
                <a:gd name="connsiteX710" fmla="*/ 301681 w 899217"/>
                <a:gd name="connsiteY710" fmla="*/ 84402 h 942137"/>
                <a:gd name="connsiteX711" fmla="*/ 300469 w 899217"/>
                <a:gd name="connsiteY711" fmla="*/ 80062 h 942137"/>
                <a:gd name="connsiteX712" fmla="*/ 298517 w 899217"/>
                <a:gd name="connsiteY712" fmla="*/ 77472 h 942137"/>
                <a:gd name="connsiteX713" fmla="*/ 293200 w 899217"/>
                <a:gd name="connsiteY713" fmla="*/ 77808 h 942137"/>
                <a:gd name="connsiteX714" fmla="*/ 289397 w 899217"/>
                <a:gd name="connsiteY714" fmla="*/ 74882 h 942137"/>
                <a:gd name="connsiteX715" fmla="*/ 287445 w 899217"/>
                <a:gd name="connsiteY715" fmla="*/ 71182 h 942137"/>
                <a:gd name="connsiteX716" fmla="*/ 284180 w 899217"/>
                <a:gd name="connsiteY716" fmla="*/ 68019 h 942137"/>
                <a:gd name="connsiteX717" fmla="*/ 282531 w 899217"/>
                <a:gd name="connsiteY717" fmla="*/ 64655 h 942137"/>
                <a:gd name="connsiteX718" fmla="*/ 281555 w 899217"/>
                <a:gd name="connsiteY718" fmla="*/ 62031 h 942137"/>
                <a:gd name="connsiteX719" fmla="*/ 281118 w 899217"/>
                <a:gd name="connsiteY719" fmla="*/ 58028 h 942137"/>
                <a:gd name="connsiteX720" fmla="*/ 281757 w 899217"/>
                <a:gd name="connsiteY720" fmla="*/ 55304 h 942137"/>
                <a:gd name="connsiteX721" fmla="*/ 282969 w 899217"/>
                <a:gd name="connsiteY721" fmla="*/ 52915 h 942137"/>
                <a:gd name="connsiteX722" fmla="*/ 283844 w 899217"/>
                <a:gd name="connsiteY722" fmla="*/ 51502 h 942137"/>
                <a:gd name="connsiteX723" fmla="*/ 281892 w 899217"/>
                <a:gd name="connsiteY723" fmla="*/ 48777 h 942137"/>
                <a:gd name="connsiteX724" fmla="*/ 279940 w 899217"/>
                <a:gd name="connsiteY724" fmla="*/ 48576 h 942137"/>
                <a:gd name="connsiteX725" fmla="*/ 276137 w 899217"/>
                <a:gd name="connsiteY725" fmla="*/ 49013 h 942137"/>
                <a:gd name="connsiteX726" fmla="*/ 274185 w 899217"/>
                <a:gd name="connsiteY726" fmla="*/ 49787 h 942137"/>
                <a:gd name="connsiteX727" fmla="*/ 273209 w 899217"/>
                <a:gd name="connsiteY727" fmla="*/ 50863 h 942137"/>
                <a:gd name="connsiteX728" fmla="*/ 271594 w 899217"/>
                <a:gd name="connsiteY728" fmla="*/ 53252 h 942137"/>
                <a:gd name="connsiteX729" fmla="*/ 270718 w 899217"/>
                <a:gd name="connsiteY729" fmla="*/ 54664 h 942137"/>
                <a:gd name="connsiteX730" fmla="*/ 270382 w 899217"/>
                <a:gd name="connsiteY730" fmla="*/ 58264 h 942137"/>
                <a:gd name="connsiteX731" fmla="*/ 267017 w 899217"/>
                <a:gd name="connsiteY731" fmla="*/ 61426 h 942137"/>
                <a:gd name="connsiteX732" fmla="*/ 265502 w 899217"/>
                <a:gd name="connsiteY732" fmla="*/ 63041 h 942137"/>
                <a:gd name="connsiteX733" fmla="*/ 263988 w 899217"/>
                <a:gd name="connsiteY733" fmla="*/ 67279 h 942137"/>
                <a:gd name="connsiteX734" fmla="*/ 261262 w 899217"/>
                <a:gd name="connsiteY734" fmla="*/ 70980 h 942137"/>
                <a:gd name="connsiteX735" fmla="*/ 259613 w 899217"/>
                <a:gd name="connsiteY735" fmla="*/ 73469 h 942137"/>
                <a:gd name="connsiteX736" fmla="*/ 256886 w 899217"/>
                <a:gd name="connsiteY736" fmla="*/ 76396 h 942137"/>
                <a:gd name="connsiteX737" fmla="*/ 254262 w 899217"/>
                <a:gd name="connsiteY737" fmla="*/ 79020 h 942137"/>
                <a:gd name="connsiteX738" fmla="*/ 252848 w 899217"/>
                <a:gd name="connsiteY738" fmla="*/ 79894 h 942137"/>
                <a:gd name="connsiteX739" fmla="*/ 249482 w 899217"/>
                <a:gd name="connsiteY739" fmla="*/ 80769 h 942137"/>
                <a:gd name="connsiteX740" fmla="*/ 245343 w 899217"/>
                <a:gd name="connsiteY740" fmla="*/ 81004 h 942137"/>
                <a:gd name="connsiteX741" fmla="*/ 242853 w 899217"/>
                <a:gd name="connsiteY741" fmla="*/ 82619 h 942137"/>
                <a:gd name="connsiteX742" fmla="*/ 241978 w 899217"/>
                <a:gd name="connsiteY742" fmla="*/ 84469 h 942137"/>
                <a:gd name="connsiteX743" fmla="*/ 241439 w 899217"/>
                <a:gd name="connsiteY743" fmla="*/ 86656 h 942137"/>
                <a:gd name="connsiteX744" fmla="*/ 240699 w 899217"/>
                <a:gd name="connsiteY744" fmla="*/ 90894 h 942137"/>
                <a:gd name="connsiteX745" fmla="*/ 240699 w 899217"/>
                <a:gd name="connsiteY745" fmla="*/ 93485 h 942137"/>
                <a:gd name="connsiteX746" fmla="*/ 242449 w 899217"/>
                <a:gd name="connsiteY746" fmla="*/ 99573 h 942137"/>
                <a:gd name="connsiteX747" fmla="*/ 242449 w 899217"/>
                <a:gd name="connsiteY747" fmla="*/ 103476 h 942137"/>
                <a:gd name="connsiteX748" fmla="*/ 241574 w 899217"/>
                <a:gd name="connsiteY748" fmla="*/ 111414 h 942137"/>
                <a:gd name="connsiteX749" fmla="*/ 240396 w 899217"/>
                <a:gd name="connsiteY749" fmla="*/ 116090 h 942137"/>
                <a:gd name="connsiteX750" fmla="*/ 234304 w 899217"/>
                <a:gd name="connsiteY750" fmla="*/ 116427 h 942137"/>
                <a:gd name="connsiteX751" fmla="*/ 229424 w 899217"/>
                <a:gd name="connsiteY751" fmla="*/ 110002 h 942137"/>
                <a:gd name="connsiteX752" fmla="*/ 225621 w 899217"/>
                <a:gd name="connsiteY752" fmla="*/ 105561 h 942137"/>
                <a:gd name="connsiteX753" fmla="*/ 220607 w 899217"/>
                <a:gd name="connsiteY753" fmla="*/ 98497 h 942137"/>
                <a:gd name="connsiteX754" fmla="*/ 219092 w 899217"/>
                <a:gd name="connsiteY754" fmla="*/ 89582 h 942137"/>
                <a:gd name="connsiteX755" fmla="*/ 218217 w 899217"/>
                <a:gd name="connsiteY755" fmla="*/ 85142 h 942137"/>
                <a:gd name="connsiteX756" fmla="*/ 218554 w 899217"/>
                <a:gd name="connsiteY756" fmla="*/ 79490 h 942137"/>
                <a:gd name="connsiteX757" fmla="*/ 219092 w 899217"/>
                <a:gd name="connsiteY757" fmla="*/ 76665 h 942137"/>
                <a:gd name="connsiteX758" fmla="*/ 220169 w 899217"/>
                <a:gd name="connsiteY758" fmla="*/ 72763 h 942137"/>
                <a:gd name="connsiteX759" fmla="*/ 219833 w 899217"/>
                <a:gd name="connsiteY759" fmla="*/ 70038 h 942137"/>
                <a:gd name="connsiteX760" fmla="*/ 219833 w 899217"/>
                <a:gd name="connsiteY760" fmla="*/ 62099 h 942137"/>
                <a:gd name="connsiteX761" fmla="*/ 219294 w 899217"/>
                <a:gd name="connsiteY761" fmla="*/ 58836 h 942137"/>
                <a:gd name="connsiteX762" fmla="*/ 218958 w 899217"/>
                <a:gd name="connsiteY762" fmla="*/ 55035 h 942137"/>
                <a:gd name="connsiteX763" fmla="*/ 218083 w 899217"/>
                <a:gd name="connsiteY763" fmla="*/ 50897 h 942137"/>
                <a:gd name="connsiteX764" fmla="*/ 218083 w 899217"/>
                <a:gd name="connsiteY764" fmla="*/ 47297 h 942137"/>
                <a:gd name="connsiteX765" fmla="*/ 220203 w 899217"/>
                <a:gd name="connsiteY765" fmla="*/ 43732 h 942137"/>
                <a:gd name="connsiteX766" fmla="*/ 222323 w 899217"/>
                <a:gd name="connsiteY766" fmla="*/ 37004 h 942137"/>
                <a:gd name="connsiteX767" fmla="*/ 224915 w 899217"/>
                <a:gd name="connsiteY767" fmla="*/ 31251 h 942137"/>
                <a:gd name="connsiteX768" fmla="*/ 226429 w 899217"/>
                <a:gd name="connsiteY768" fmla="*/ 24523 h 942137"/>
                <a:gd name="connsiteX769" fmla="*/ 227304 w 899217"/>
                <a:gd name="connsiteY769" fmla="*/ 21496 h 942137"/>
                <a:gd name="connsiteX770" fmla="*/ 227742 w 899217"/>
                <a:gd name="connsiteY770" fmla="*/ 18872 h 942137"/>
                <a:gd name="connsiteX771" fmla="*/ 227102 w 899217"/>
                <a:gd name="connsiteY771" fmla="*/ 9318 h 942137"/>
                <a:gd name="connsiteX772" fmla="*/ 226766 w 899217"/>
                <a:gd name="connsiteY772" fmla="*/ 5618 h 942137"/>
                <a:gd name="connsiteX773" fmla="*/ 223165 w 899217"/>
                <a:gd name="connsiteY773" fmla="*/ 1379 h 942137"/>
                <a:gd name="connsiteX774" fmla="*/ 221549 w 899217"/>
                <a:gd name="connsiteY774" fmla="*/ 1178 h 942137"/>
                <a:gd name="connsiteX775" fmla="*/ 219496 w 899217"/>
                <a:gd name="connsiteY775" fmla="*/ 538 h 942137"/>
                <a:gd name="connsiteX776" fmla="*/ 215256 w 899217"/>
                <a:gd name="connsiteY776" fmla="*/ 0 h 942137"/>
                <a:gd name="connsiteX777" fmla="*/ 211890 w 899217"/>
                <a:gd name="connsiteY777" fmla="*/ 538 h 942137"/>
                <a:gd name="connsiteX778" fmla="*/ 208525 w 899217"/>
                <a:gd name="connsiteY778" fmla="*/ 2388 h 942137"/>
                <a:gd name="connsiteX779" fmla="*/ 205900 w 899217"/>
                <a:gd name="connsiteY779" fmla="*/ 4037 h 942137"/>
                <a:gd name="connsiteX780" fmla="*/ 205900 w 899217"/>
                <a:gd name="connsiteY780" fmla="*/ 4575 h 942137"/>
                <a:gd name="connsiteX781" fmla="*/ 209602 w 899217"/>
                <a:gd name="connsiteY781" fmla="*/ 9251 h 942137"/>
                <a:gd name="connsiteX782" fmla="*/ 210241 w 899217"/>
                <a:gd name="connsiteY782" fmla="*/ 11000 h 942137"/>
                <a:gd name="connsiteX783" fmla="*/ 208727 w 899217"/>
                <a:gd name="connsiteY783" fmla="*/ 11774 h 942137"/>
                <a:gd name="connsiteX784" fmla="*/ 207414 w 899217"/>
                <a:gd name="connsiteY784" fmla="*/ 13826 h 942137"/>
                <a:gd name="connsiteX785" fmla="*/ 207852 w 899217"/>
                <a:gd name="connsiteY785" fmla="*/ 14701 h 942137"/>
                <a:gd name="connsiteX786" fmla="*/ 209501 w 899217"/>
                <a:gd name="connsiteY786" fmla="*/ 16114 h 942137"/>
                <a:gd name="connsiteX787" fmla="*/ 210140 w 899217"/>
                <a:gd name="connsiteY787" fmla="*/ 17426 h 942137"/>
                <a:gd name="connsiteX788" fmla="*/ 210241 w 899217"/>
                <a:gd name="connsiteY788" fmla="*/ 20049 h 942137"/>
                <a:gd name="connsiteX789" fmla="*/ 209905 w 899217"/>
                <a:gd name="connsiteY789" fmla="*/ 22236 h 942137"/>
                <a:gd name="connsiteX790" fmla="*/ 207414 w 899217"/>
                <a:gd name="connsiteY790" fmla="*/ 22337 h 942137"/>
                <a:gd name="connsiteX791" fmla="*/ 204486 w 899217"/>
                <a:gd name="connsiteY791" fmla="*/ 22438 h 942137"/>
                <a:gd name="connsiteX792" fmla="*/ 203275 w 899217"/>
                <a:gd name="connsiteY792" fmla="*/ 23851 h 942137"/>
                <a:gd name="connsiteX793" fmla="*/ 205227 w 899217"/>
                <a:gd name="connsiteY793" fmla="*/ 26441 h 942137"/>
                <a:gd name="connsiteX794" fmla="*/ 204587 w 899217"/>
                <a:gd name="connsiteY794" fmla="*/ 27517 h 942137"/>
                <a:gd name="connsiteX795" fmla="*/ 201424 w 899217"/>
                <a:gd name="connsiteY795" fmla="*/ 28829 h 942137"/>
                <a:gd name="connsiteX796" fmla="*/ 200549 w 899217"/>
                <a:gd name="connsiteY796" fmla="*/ 31218 h 942137"/>
                <a:gd name="connsiteX797" fmla="*/ 200751 w 899217"/>
                <a:gd name="connsiteY797" fmla="*/ 34144 h 942137"/>
                <a:gd name="connsiteX798" fmla="*/ 200953 w 899217"/>
                <a:gd name="connsiteY798" fmla="*/ 36331 h 942137"/>
                <a:gd name="connsiteX799" fmla="*/ 201929 w 899217"/>
                <a:gd name="connsiteY799" fmla="*/ 39897 h 942137"/>
                <a:gd name="connsiteX800" fmla="*/ 201289 w 899217"/>
                <a:gd name="connsiteY800" fmla="*/ 41209 h 942137"/>
                <a:gd name="connsiteX801" fmla="*/ 199001 w 899217"/>
                <a:gd name="connsiteY801" fmla="*/ 42823 h 942137"/>
                <a:gd name="connsiteX802" fmla="*/ 196308 w 899217"/>
                <a:gd name="connsiteY802" fmla="*/ 43160 h 942137"/>
                <a:gd name="connsiteX803" fmla="*/ 193683 w 899217"/>
                <a:gd name="connsiteY803" fmla="*/ 43160 h 942137"/>
                <a:gd name="connsiteX804" fmla="*/ 192371 w 899217"/>
                <a:gd name="connsiteY804" fmla="*/ 42790 h 942137"/>
                <a:gd name="connsiteX805" fmla="*/ 191058 w 899217"/>
                <a:gd name="connsiteY805" fmla="*/ 42521 h 942137"/>
                <a:gd name="connsiteX806" fmla="*/ 190183 w 899217"/>
                <a:gd name="connsiteY806" fmla="*/ 40569 h 942137"/>
                <a:gd name="connsiteX807" fmla="*/ 190183 w 899217"/>
                <a:gd name="connsiteY807" fmla="*/ 38181 h 942137"/>
                <a:gd name="connsiteX808" fmla="*/ 190284 w 899217"/>
                <a:gd name="connsiteY808" fmla="*/ 35692 h 942137"/>
                <a:gd name="connsiteX809" fmla="*/ 190722 w 899217"/>
                <a:gd name="connsiteY809" fmla="*/ 32092 h 942137"/>
                <a:gd name="connsiteX810" fmla="*/ 191260 w 899217"/>
                <a:gd name="connsiteY810" fmla="*/ 28930 h 942137"/>
                <a:gd name="connsiteX811" fmla="*/ 190284 w 899217"/>
                <a:gd name="connsiteY811" fmla="*/ 23178 h 942137"/>
                <a:gd name="connsiteX812" fmla="*/ 189510 w 899217"/>
                <a:gd name="connsiteY812" fmla="*/ 21597 h 942137"/>
                <a:gd name="connsiteX813" fmla="*/ 185371 w 899217"/>
                <a:gd name="connsiteY813" fmla="*/ 21597 h 942137"/>
                <a:gd name="connsiteX814" fmla="*/ 184159 w 899217"/>
                <a:gd name="connsiteY814" fmla="*/ 24591 h 942137"/>
                <a:gd name="connsiteX815" fmla="*/ 183082 w 899217"/>
                <a:gd name="connsiteY815" fmla="*/ 24490 h 942137"/>
                <a:gd name="connsiteX816" fmla="*/ 182005 w 899217"/>
                <a:gd name="connsiteY816" fmla="*/ 23716 h 942137"/>
                <a:gd name="connsiteX817" fmla="*/ 181231 w 899217"/>
                <a:gd name="connsiteY817" fmla="*/ 21967 h 942137"/>
                <a:gd name="connsiteX818" fmla="*/ 178943 w 899217"/>
                <a:gd name="connsiteY818" fmla="*/ 21967 h 942137"/>
                <a:gd name="connsiteX819" fmla="*/ 177866 w 899217"/>
                <a:gd name="connsiteY819" fmla="*/ 22606 h 942137"/>
                <a:gd name="connsiteX820" fmla="*/ 175240 w 899217"/>
                <a:gd name="connsiteY820" fmla="*/ 24120 h 942137"/>
                <a:gd name="connsiteX821" fmla="*/ 173928 w 899217"/>
                <a:gd name="connsiteY821" fmla="*/ 24994 h 942137"/>
                <a:gd name="connsiteX822" fmla="*/ 173726 w 899217"/>
                <a:gd name="connsiteY822" fmla="*/ 26306 h 942137"/>
                <a:gd name="connsiteX823" fmla="*/ 175342 w 899217"/>
                <a:gd name="connsiteY823" fmla="*/ 29233 h 942137"/>
                <a:gd name="connsiteX824" fmla="*/ 175880 w 899217"/>
                <a:gd name="connsiteY824" fmla="*/ 32496 h 942137"/>
                <a:gd name="connsiteX825" fmla="*/ 175678 w 899217"/>
                <a:gd name="connsiteY825" fmla="*/ 35658 h 942137"/>
                <a:gd name="connsiteX826" fmla="*/ 174702 w 899217"/>
                <a:gd name="connsiteY826" fmla="*/ 37508 h 942137"/>
                <a:gd name="connsiteX827" fmla="*/ 173289 w 899217"/>
                <a:gd name="connsiteY827" fmla="*/ 39897 h 942137"/>
                <a:gd name="connsiteX828" fmla="*/ 171236 w 899217"/>
                <a:gd name="connsiteY828" fmla="*/ 41545 h 942137"/>
                <a:gd name="connsiteX829" fmla="*/ 171337 w 899217"/>
                <a:gd name="connsiteY829" fmla="*/ 43496 h 942137"/>
                <a:gd name="connsiteX830" fmla="*/ 173928 w 899217"/>
                <a:gd name="connsiteY830" fmla="*/ 46759 h 942137"/>
                <a:gd name="connsiteX831" fmla="*/ 174904 w 899217"/>
                <a:gd name="connsiteY831" fmla="*/ 49820 h 942137"/>
                <a:gd name="connsiteX832" fmla="*/ 174904 w 899217"/>
                <a:gd name="connsiteY832" fmla="*/ 52982 h 942137"/>
                <a:gd name="connsiteX833" fmla="*/ 172178 w 899217"/>
                <a:gd name="connsiteY833" fmla="*/ 55270 h 942137"/>
                <a:gd name="connsiteX834" fmla="*/ 170327 w 899217"/>
                <a:gd name="connsiteY834" fmla="*/ 57558 h 942137"/>
                <a:gd name="connsiteX835" fmla="*/ 168139 w 899217"/>
                <a:gd name="connsiteY835" fmla="*/ 59744 h 942137"/>
                <a:gd name="connsiteX836" fmla="*/ 168039 w 899217"/>
                <a:gd name="connsiteY836" fmla="*/ 61594 h 942137"/>
                <a:gd name="connsiteX837" fmla="*/ 167937 w 899217"/>
                <a:gd name="connsiteY837" fmla="*/ 65194 h 942137"/>
                <a:gd name="connsiteX838" fmla="*/ 168375 w 899217"/>
                <a:gd name="connsiteY838" fmla="*/ 68558 h 942137"/>
                <a:gd name="connsiteX839" fmla="*/ 168577 w 899217"/>
                <a:gd name="connsiteY839" fmla="*/ 72359 h 942137"/>
                <a:gd name="connsiteX840" fmla="*/ 168779 w 899217"/>
                <a:gd name="connsiteY840" fmla="*/ 76699 h 942137"/>
                <a:gd name="connsiteX841" fmla="*/ 168981 w 899217"/>
                <a:gd name="connsiteY841" fmla="*/ 78751 h 942137"/>
                <a:gd name="connsiteX842" fmla="*/ 170394 w 899217"/>
                <a:gd name="connsiteY842" fmla="*/ 82013 h 942137"/>
                <a:gd name="connsiteX843" fmla="*/ 171808 w 899217"/>
                <a:gd name="connsiteY843" fmla="*/ 85377 h 942137"/>
                <a:gd name="connsiteX844" fmla="*/ 173558 w 899217"/>
                <a:gd name="connsiteY844" fmla="*/ 89078 h 942137"/>
                <a:gd name="connsiteX845" fmla="*/ 174736 w 899217"/>
                <a:gd name="connsiteY845" fmla="*/ 94931 h 942137"/>
                <a:gd name="connsiteX846" fmla="*/ 174399 w 899217"/>
                <a:gd name="connsiteY846" fmla="*/ 101558 h 942137"/>
                <a:gd name="connsiteX847" fmla="*/ 173962 w 899217"/>
                <a:gd name="connsiteY847" fmla="*/ 103610 h 942137"/>
                <a:gd name="connsiteX848" fmla="*/ 172111 w 899217"/>
                <a:gd name="connsiteY848" fmla="*/ 109060 h 942137"/>
                <a:gd name="connsiteX849" fmla="*/ 170495 w 899217"/>
                <a:gd name="connsiteY849" fmla="*/ 111885 h 942137"/>
                <a:gd name="connsiteX850" fmla="*/ 167668 w 899217"/>
                <a:gd name="connsiteY850" fmla="*/ 114711 h 942137"/>
                <a:gd name="connsiteX851" fmla="*/ 164841 w 899217"/>
                <a:gd name="connsiteY851" fmla="*/ 114610 h 942137"/>
                <a:gd name="connsiteX852" fmla="*/ 163327 w 899217"/>
                <a:gd name="connsiteY852" fmla="*/ 113971 h 942137"/>
                <a:gd name="connsiteX853" fmla="*/ 161476 w 899217"/>
                <a:gd name="connsiteY853" fmla="*/ 112659 h 942137"/>
                <a:gd name="connsiteX854" fmla="*/ 157908 w 899217"/>
                <a:gd name="connsiteY854" fmla="*/ 111011 h 942137"/>
                <a:gd name="connsiteX855" fmla="*/ 154981 w 899217"/>
                <a:gd name="connsiteY855" fmla="*/ 111011 h 942137"/>
                <a:gd name="connsiteX856" fmla="*/ 153029 w 899217"/>
                <a:gd name="connsiteY856" fmla="*/ 111885 h 942137"/>
                <a:gd name="connsiteX857" fmla="*/ 151817 w 899217"/>
                <a:gd name="connsiteY857" fmla="*/ 113399 h 942137"/>
                <a:gd name="connsiteX858" fmla="*/ 150942 w 899217"/>
                <a:gd name="connsiteY858" fmla="*/ 114913 h 942137"/>
                <a:gd name="connsiteX859" fmla="*/ 148552 w 899217"/>
                <a:gd name="connsiteY859" fmla="*/ 116326 h 942137"/>
                <a:gd name="connsiteX860" fmla="*/ 145288 w 899217"/>
                <a:gd name="connsiteY860" fmla="*/ 118176 h 942137"/>
                <a:gd name="connsiteX861" fmla="*/ 142898 w 899217"/>
                <a:gd name="connsiteY861" fmla="*/ 118075 h 942137"/>
                <a:gd name="connsiteX862" fmla="*/ 140846 w 899217"/>
                <a:gd name="connsiteY862" fmla="*/ 116662 h 942137"/>
                <a:gd name="connsiteX863" fmla="*/ 139230 w 899217"/>
                <a:gd name="connsiteY863" fmla="*/ 115687 h 942137"/>
                <a:gd name="connsiteX864" fmla="*/ 138692 w 899217"/>
                <a:gd name="connsiteY864" fmla="*/ 113937 h 942137"/>
                <a:gd name="connsiteX865" fmla="*/ 137918 w 899217"/>
                <a:gd name="connsiteY865" fmla="*/ 111885 h 942137"/>
                <a:gd name="connsiteX866" fmla="*/ 137918 w 899217"/>
                <a:gd name="connsiteY866" fmla="*/ 108286 h 942137"/>
                <a:gd name="connsiteX867" fmla="*/ 138961 w 899217"/>
                <a:gd name="connsiteY867" fmla="*/ 106537 h 942137"/>
                <a:gd name="connsiteX868" fmla="*/ 139129 w 899217"/>
                <a:gd name="connsiteY868" fmla="*/ 103375 h 942137"/>
                <a:gd name="connsiteX869" fmla="*/ 138692 w 899217"/>
                <a:gd name="connsiteY869" fmla="*/ 100448 h 942137"/>
                <a:gd name="connsiteX870" fmla="*/ 138894 w 899217"/>
                <a:gd name="connsiteY870" fmla="*/ 98396 h 942137"/>
                <a:gd name="connsiteX871" fmla="*/ 139870 w 899217"/>
                <a:gd name="connsiteY871" fmla="*/ 95671 h 942137"/>
                <a:gd name="connsiteX872" fmla="*/ 139668 w 899217"/>
                <a:gd name="connsiteY872" fmla="*/ 93518 h 942137"/>
                <a:gd name="connsiteX873" fmla="*/ 138254 w 899217"/>
                <a:gd name="connsiteY873" fmla="*/ 89616 h 942137"/>
                <a:gd name="connsiteX874" fmla="*/ 137480 w 899217"/>
                <a:gd name="connsiteY874" fmla="*/ 87430 h 942137"/>
                <a:gd name="connsiteX875" fmla="*/ 136605 w 899217"/>
                <a:gd name="connsiteY875" fmla="*/ 85579 h 942137"/>
                <a:gd name="connsiteX876" fmla="*/ 134216 w 899217"/>
                <a:gd name="connsiteY876" fmla="*/ 84234 h 942137"/>
                <a:gd name="connsiteX877" fmla="*/ 132466 w 899217"/>
                <a:gd name="connsiteY877" fmla="*/ 84267 h 942137"/>
                <a:gd name="connsiteX878" fmla="*/ 129639 w 899217"/>
                <a:gd name="connsiteY878" fmla="*/ 84267 h 942137"/>
                <a:gd name="connsiteX879" fmla="*/ 126374 w 899217"/>
                <a:gd name="connsiteY879" fmla="*/ 85344 h 942137"/>
                <a:gd name="connsiteX880" fmla="*/ 125398 w 899217"/>
                <a:gd name="connsiteY880" fmla="*/ 86555 h 942137"/>
                <a:gd name="connsiteX881" fmla="*/ 123985 w 899217"/>
                <a:gd name="connsiteY881" fmla="*/ 89280 h 942137"/>
                <a:gd name="connsiteX882" fmla="*/ 123985 w 899217"/>
                <a:gd name="connsiteY882" fmla="*/ 91769 h 942137"/>
                <a:gd name="connsiteX883" fmla="*/ 126441 w 899217"/>
                <a:gd name="connsiteY883" fmla="*/ 94595 h 942137"/>
                <a:gd name="connsiteX884" fmla="*/ 126812 w 899217"/>
                <a:gd name="connsiteY884" fmla="*/ 97757 h 942137"/>
                <a:gd name="connsiteX885" fmla="*/ 127014 w 899217"/>
                <a:gd name="connsiteY885" fmla="*/ 101895 h 942137"/>
                <a:gd name="connsiteX886" fmla="*/ 125263 w 899217"/>
                <a:gd name="connsiteY886" fmla="*/ 104518 h 942137"/>
                <a:gd name="connsiteX887" fmla="*/ 122975 w 899217"/>
                <a:gd name="connsiteY887" fmla="*/ 106032 h 942137"/>
                <a:gd name="connsiteX888" fmla="*/ 120686 w 899217"/>
                <a:gd name="connsiteY888" fmla="*/ 107983 h 942137"/>
                <a:gd name="connsiteX889" fmla="*/ 118095 w 899217"/>
                <a:gd name="connsiteY889" fmla="*/ 109598 h 942137"/>
                <a:gd name="connsiteX890" fmla="*/ 116244 w 899217"/>
                <a:gd name="connsiteY890" fmla="*/ 110473 h 942137"/>
                <a:gd name="connsiteX891" fmla="*/ 114191 w 899217"/>
                <a:gd name="connsiteY891" fmla="*/ 111448 h 942137"/>
                <a:gd name="connsiteX892" fmla="*/ 112004 w 899217"/>
                <a:gd name="connsiteY892" fmla="*/ 112861 h 942137"/>
                <a:gd name="connsiteX893" fmla="*/ 109816 w 899217"/>
                <a:gd name="connsiteY893" fmla="*/ 114812 h 942137"/>
                <a:gd name="connsiteX894" fmla="*/ 108302 w 899217"/>
                <a:gd name="connsiteY894" fmla="*/ 115990 h 942137"/>
                <a:gd name="connsiteX895" fmla="*/ 106249 w 899217"/>
                <a:gd name="connsiteY895" fmla="*/ 118378 h 942137"/>
                <a:gd name="connsiteX896" fmla="*/ 105710 w 899217"/>
                <a:gd name="connsiteY896" fmla="*/ 120430 h 942137"/>
                <a:gd name="connsiteX897" fmla="*/ 104835 w 899217"/>
                <a:gd name="connsiteY897" fmla="*/ 122482 h 942137"/>
                <a:gd name="connsiteX898" fmla="*/ 104499 w 899217"/>
                <a:gd name="connsiteY898" fmla="*/ 124130 h 942137"/>
                <a:gd name="connsiteX899" fmla="*/ 104263 w 899217"/>
                <a:gd name="connsiteY899" fmla="*/ 127292 h 942137"/>
                <a:gd name="connsiteX900" fmla="*/ 104499 w 899217"/>
                <a:gd name="connsiteY900" fmla="*/ 128705 h 942137"/>
                <a:gd name="connsiteX901" fmla="*/ 104835 w 899217"/>
                <a:gd name="connsiteY901" fmla="*/ 130455 h 942137"/>
                <a:gd name="connsiteX902" fmla="*/ 106249 w 899217"/>
                <a:gd name="connsiteY902" fmla="*/ 133381 h 942137"/>
                <a:gd name="connsiteX903" fmla="*/ 107561 w 899217"/>
                <a:gd name="connsiteY903" fmla="*/ 137418 h 942137"/>
                <a:gd name="connsiteX904" fmla="*/ 108537 w 899217"/>
                <a:gd name="connsiteY904" fmla="*/ 139907 h 942137"/>
                <a:gd name="connsiteX905" fmla="*/ 109176 w 899217"/>
                <a:gd name="connsiteY905" fmla="*/ 143709 h 942137"/>
                <a:gd name="connsiteX906" fmla="*/ 110253 w 899217"/>
                <a:gd name="connsiteY906" fmla="*/ 148284 h 942137"/>
                <a:gd name="connsiteX907" fmla="*/ 110455 w 899217"/>
                <a:gd name="connsiteY907" fmla="*/ 152825 h 942137"/>
                <a:gd name="connsiteX908" fmla="*/ 109479 w 899217"/>
                <a:gd name="connsiteY908" fmla="*/ 155449 h 942137"/>
                <a:gd name="connsiteX909" fmla="*/ 108167 w 899217"/>
                <a:gd name="connsiteY909" fmla="*/ 158712 h 942137"/>
                <a:gd name="connsiteX910" fmla="*/ 108369 w 899217"/>
                <a:gd name="connsiteY910" fmla="*/ 162311 h 942137"/>
                <a:gd name="connsiteX911" fmla="*/ 109984 w 899217"/>
                <a:gd name="connsiteY911" fmla="*/ 166752 h 942137"/>
                <a:gd name="connsiteX912" fmla="*/ 112912 w 899217"/>
                <a:gd name="connsiteY912" fmla="*/ 168602 h 942137"/>
                <a:gd name="connsiteX913" fmla="*/ 113552 w 899217"/>
                <a:gd name="connsiteY913" fmla="*/ 171764 h 942137"/>
                <a:gd name="connsiteX914" fmla="*/ 113451 w 899217"/>
                <a:gd name="connsiteY914" fmla="*/ 173715 h 942137"/>
                <a:gd name="connsiteX915" fmla="*/ 113552 w 899217"/>
                <a:gd name="connsiteY915" fmla="*/ 175767 h 942137"/>
                <a:gd name="connsiteX916" fmla="*/ 115302 w 899217"/>
                <a:gd name="connsiteY916" fmla="*/ 179669 h 942137"/>
                <a:gd name="connsiteX917" fmla="*/ 117153 w 899217"/>
                <a:gd name="connsiteY917" fmla="*/ 182394 h 942137"/>
                <a:gd name="connsiteX918" fmla="*/ 120754 w 899217"/>
                <a:gd name="connsiteY918" fmla="*/ 185758 h 942137"/>
                <a:gd name="connsiteX919" fmla="*/ 122807 w 899217"/>
                <a:gd name="connsiteY919" fmla="*/ 187709 h 942137"/>
                <a:gd name="connsiteX920" fmla="*/ 125836 w 899217"/>
                <a:gd name="connsiteY920" fmla="*/ 187911 h 942137"/>
                <a:gd name="connsiteX921" fmla="*/ 128326 w 899217"/>
                <a:gd name="connsiteY921" fmla="*/ 187137 h 942137"/>
                <a:gd name="connsiteX922" fmla="*/ 129201 w 899217"/>
                <a:gd name="connsiteY922" fmla="*/ 185085 h 942137"/>
                <a:gd name="connsiteX923" fmla="*/ 129840 w 899217"/>
                <a:gd name="connsiteY923" fmla="*/ 182260 h 942137"/>
                <a:gd name="connsiteX924" fmla="*/ 131893 w 899217"/>
                <a:gd name="connsiteY924" fmla="*/ 180309 h 942137"/>
                <a:gd name="connsiteX925" fmla="*/ 133744 w 899217"/>
                <a:gd name="connsiteY925" fmla="*/ 180510 h 942137"/>
                <a:gd name="connsiteX926" fmla="*/ 135595 w 899217"/>
                <a:gd name="connsiteY926" fmla="*/ 180948 h 942137"/>
                <a:gd name="connsiteX927" fmla="*/ 136369 w 899217"/>
                <a:gd name="connsiteY927" fmla="*/ 179871 h 942137"/>
                <a:gd name="connsiteX928" fmla="*/ 136706 w 899217"/>
                <a:gd name="connsiteY928" fmla="*/ 178021 h 942137"/>
                <a:gd name="connsiteX929" fmla="*/ 140307 w 899217"/>
                <a:gd name="connsiteY929" fmla="*/ 177247 h 942137"/>
                <a:gd name="connsiteX930" fmla="*/ 141821 w 899217"/>
                <a:gd name="connsiteY930" fmla="*/ 177786 h 942137"/>
                <a:gd name="connsiteX931" fmla="*/ 143672 w 899217"/>
                <a:gd name="connsiteY931" fmla="*/ 179838 h 942137"/>
                <a:gd name="connsiteX932" fmla="*/ 143773 w 899217"/>
                <a:gd name="connsiteY932" fmla="*/ 181150 h 942137"/>
                <a:gd name="connsiteX933" fmla="*/ 144985 w 899217"/>
                <a:gd name="connsiteY933" fmla="*/ 183975 h 942137"/>
                <a:gd name="connsiteX934" fmla="*/ 147375 w 899217"/>
                <a:gd name="connsiteY934" fmla="*/ 183975 h 942137"/>
                <a:gd name="connsiteX935" fmla="*/ 149125 w 899217"/>
                <a:gd name="connsiteY935" fmla="*/ 183975 h 942137"/>
                <a:gd name="connsiteX936" fmla="*/ 149899 w 899217"/>
                <a:gd name="connsiteY936" fmla="*/ 183975 h 942137"/>
                <a:gd name="connsiteX937" fmla="*/ 153264 w 899217"/>
                <a:gd name="connsiteY937" fmla="*/ 185422 h 942137"/>
                <a:gd name="connsiteX938" fmla="*/ 153466 w 899217"/>
                <a:gd name="connsiteY938" fmla="*/ 190030 h 942137"/>
                <a:gd name="connsiteX939" fmla="*/ 153466 w 899217"/>
                <a:gd name="connsiteY939" fmla="*/ 194605 h 942137"/>
                <a:gd name="connsiteX940" fmla="*/ 155216 w 899217"/>
                <a:gd name="connsiteY940" fmla="*/ 206985 h 942137"/>
                <a:gd name="connsiteX941" fmla="*/ 154139 w 899217"/>
                <a:gd name="connsiteY941" fmla="*/ 211560 h 942137"/>
                <a:gd name="connsiteX942" fmla="*/ 151009 w 899217"/>
                <a:gd name="connsiteY942" fmla="*/ 219465 h 942137"/>
                <a:gd name="connsiteX943" fmla="*/ 150437 w 899217"/>
                <a:gd name="connsiteY943" fmla="*/ 224242 h 942137"/>
                <a:gd name="connsiteX944" fmla="*/ 151750 w 899217"/>
                <a:gd name="connsiteY944" fmla="*/ 232652 h 942137"/>
                <a:gd name="connsiteX945" fmla="*/ 152490 w 899217"/>
                <a:gd name="connsiteY945" fmla="*/ 235242 h 942137"/>
                <a:gd name="connsiteX946" fmla="*/ 152355 w 899217"/>
                <a:gd name="connsiteY946" fmla="*/ 243921 h 942137"/>
                <a:gd name="connsiteX947" fmla="*/ 151783 w 899217"/>
                <a:gd name="connsiteY947" fmla="*/ 248832 h 942137"/>
                <a:gd name="connsiteX948" fmla="*/ 151649 w 899217"/>
                <a:gd name="connsiteY948" fmla="*/ 255190 h 942137"/>
                <a:gd name="connsiteX949" fmla="*/ 151783 w 899217"/>
                <a:gd name="connsiteY949" fmla="*/ 259530 h 942137"/>
                <a:gd name="connsiteX950" fmla="*/ 151783 w 899217"/>
                <a:gd name="connsiteY950" fmla="*/ 264441 h 942137"/>
                <a:gd name="connsiteX951" fmla="*/ 151918 w 899217"/>
                <a:gd name="connsiteY951" fmla="*/ 266325 h 942137"/>
                <a:gd name="connsiteX952" fmla="*/ 151480 w 899217"/>
                <a:gd name="connsiteY952" fmla="*/ 270093 h 942137"/>
                <a:gd name="connsiteX953" fmla="*/ 149899 w 899217"/>
                <a:gd name="connsiteY953" fmla="*/ 272683 h 942137"/>
                <a:gd name="connsiteX954" fmla="*/ 148452 w 899217"/>
                <a:gd name="connsiteY954" fmla="*/ 275273 h 942137"/>
                <a:gd name="connsiteX955" fmla="*/ 149461 w 899217"/>
                <a:gd name="connsiteY955" fmla="*/ 279915 h 942137"/>
                <a:gd name="connsiteX956" fmla="*/ 151043 w 899217"/>
                <a:gd name="connsiteY956" fmla="*/ 283246 h 942137"/>
                <a:gd name="connsiteX957" fmla="*/ 151918 w 899217"/>
                <a:gd name="connsiteY957" fmla="*/ 289604 h 942137"/>
                <a:gd name="connsiteX958" fmla="*/ 152658 w 899217"/>
                <a:gd name="connsiteY958" fmla="*/ 299023 h 942137"/>
                <a:gd name="connsiteX959" fmla="*/ 149899 w 899217"/>
                <a:gd name="connsiteY959" fmla="*/ 304674 h 942137"/>
                <a:gd name="connsiteX960" fmla="*/ 148855 w 899217"/>
                <a:gd name="connsiteY960" fmla="*/ 309888 h 942137"/>
                <a:gd name="connsiteX961" fmla="*/ 146028 w 899217"/>
                <a:gd name="connsiteY961" fmla="*/ 312714 h 942137"/>
                <a:gd name="connsiteX962" fmla="*/ 144177 w 899217"/>
                <a:gd name="connsiteY962" fmla="*/ 315876 h 942137"/>
                <a:gd name="connsiteX963" fmla="*/ 144615 w 899217"/>
                <a:gd name="connsiteY963" fmla="*/ 318601 h 942137"/>
                <a:gd name="connsiteX964" fmla="*/ 145793 w 899217"/>
                <a:gd name="connsiteY964" fmla="*/ 321662 h 942137"/>
                <a:gd name="connsiteX965" fmla="*/ 146432 w 899217"/>
                <a:gd name="connsiteY965" fmla="*/ 324387 h 942137"/>
                <a:gd name="connsiteX966" fmla="*/ 144043 w 899217"/>
                <a:gd name="connsiteY966" fmla="*/ 326002 h 942137"/>
                <a:gd name="connsiteX967" fmla="*/ 141552 w 899217"/>
                <a:gd name="connsiteY967" fmla="*/ 328289 h 942137"/>
                <a:gd name="connsiteX968" fmla="*/ 138456 w 899217"/>
                <a:gd name="connsiteY968" fmla="*/ 331115 h 942137"/>
                <a:gd name="connsiteX969" fmla="*/ 136942 w 899217"/>
                <a:gd name="connsiteY969" fmla="*/ 332427 h 942137"/>
                <a:gd name="connsiteX970" fmla="*/ 136302 w 899217"/>
                <a:gd name="connsiteY970" fmla="*/ 333941 h 942137"/>
                <a:gd name="connsiteX971" fmla="*/ 136538 w 899217"/>
                <a:gd name="connsiteY971" fmla="*/ 335623 h 942137"/>
                <a:gd name="connsiteX972" fmla="*/ 138120 w 899217"/>
                <a:gd name="connsiteY972" fmla="*/ 337843 h 942137"/>
                <a:gd name="connsiteX973" fmla="*/ 138759 w 899217"/>
                <a:gd name="connsiteY973" fmla="*/ 338617 h 942137"/>
                <a:gd name="connsiteX974" fmla="*/ 140509 w 899217"/>
                <a:gd name="connsiteY974" fmla="*/ 338617 h 942137"/>
                <a:gd name="connsiteX975" fmla="*/ 141754 w 899217"/>
                <a:gd name="connsiteY975" fmla="*/ 338617 h 942137"/>
                <a:gd name="connsiteX976" fmla="*/ 143370 w 899217"/>
                <a:gd name="connsiteY976" fmla="*/ 341644 h 942137"/>
                <a:gd name="connsiteX977" fmla="*/ 143908 w 899217"/>
                <a:gd name="connsiteY977" fmla="*/ 343831 h 942137"/>
                <a:gd name="connsiteX978" fmla="*/ 144009 w 899217"/>
                <a:gd name="connsiteY978" fmla="*/ 346488 h 942137"/>
                <a:gd name="connsiteX979" fmla="*/ 143908 w 899217"/>
                <a:gd name="connsiteY979" fmla="*/ 348944 h 942137"/>
                <a:gd name="connsiteX980" fmla="*/ 143370 w 899217"/>
                <a:gd name="connsiteY980" fmla="*/ 349650 h 942137"/>
                <a:gd name="connsiteX981" fmla="*/ 141317 w 899217"/>
                <a:gd name="connsiteY981" fmla="*/ 350458 h 942137"/>
                <a:gd name="connsiteX982" fmla="*/ 138591 w 899217"/>
                <a:gd name="connsiteY982" fmla="*/ 350458 h 942137"/>
                <a:gd name="connsiteX983" fmla="*/ 136571 w 899217"/>
                <a:gd name="connsiteY983" fmla="*/ 349650 h 942137"/>
                <a:gd name="connsiteX984" fmla="*/ 135595 w 899217"/>
                <a:gd name="connsiteY984" fmla="*/ 348305 h 942137"/>
                <a:gd name="connsiteX985" fmla="*/ 134788 w 899217"/>
                <a:gd name="connsiteY985" fmla="*/ 346455 h 942137"/>
                <a:gd name="connsiteX986" fmla="*/ 133273 w 899217"/>
                <a:gd name="connsiteY986" fmla="*/ 344672 h 942137"/>
                <a:gd name="connsiteX987" fmla="*/ 131792 w 899217"/>
                <a:gd name="connsiteY987" fmla="*/ 343831 h 942137"/>
                <a:gd name="connsiteX988" fmla="*/ 130042 w 899217"/>
                <a:gd name="connsiteY988" fmla="*/ 343831 h 942137"/>
                <a:gd name="connsiteX989" fmla="*/ 127922 w 899217"/>
                <a:gd name="connsiteY989" fmla="*/ 343831 h 942137"/>
                <a:gd name="connsiteX990" fmla="*/ 125364 w 899217"/>
                <a:gd name="connsiteY990" fmla="*/ 343932 h 942137"/>
                <a:gd name="connsiteX991" fmla="*/ 124994 w 899217"/>
                <a:gd name="connsiteY991" fmla="*/ 344504 h 942137"/>
                <a:gd name="connsiteX992" fmla="*/ 125701 w 899217"/>
                <a:gd name="connsiteY992" fmla="*/ 346791 h 942137"/>
                <a:gd name="connsiteX993" fmla="*/ 126340 w 899217"/>
                <a:gd name="connsiteY993" fmla="*/ 349247 h 942137"/>
                <a:gd name="connsiteX994" fmla="*/ 125802 w 899217"/>
                <a:gd name="connsiteY994" fmla="*/ 350323 h 942137"/>
                <a:gd name="connsiteX995" fmla="*/ 125162 w 899217"/>
                <a:gd name="connsiteY995" fmla="*/ 351131 h 942137"/>
                <a:gd name="connsiteX996" fmla="*/ 124254 w 899217"/>
                <a:gd name="connsiteY996" fmla="*/ 352745 h 942137"/>
                <a:gd name="connsiteX997" fmla="*/ 124254 w 899217"/>
                <a:gd name="connsiteY997" fmla="*/ 355201 h 942137"/>
                <a:gd name="connsiteX998" fmla="*/ 124624 w 899217"/>
                <a:gd name="connsiteY998" fmla="*/ 356345 h 942137"/>
                <a:gd name="connsiteX999" fmla="*/ 126576 w 899217"/>
                <a:gd name="connsiteY999" fmla="*/ 357657 h 942137"/>
                <a:gd name="connsiteX1000" fmla="*/ 129066 w 899217"/>
                <a:gd name="connsiteY1000" fmla="*/ 360819 h 942137"/>
                <a:gd name="connsiteX1001" fmla="*/ 130817 w 899217"/>
                <a:gd name="connsiteY1001" fmla="*/ 362669 h 942137"/>
                <a:gd name="connsiteX1002" fmla="*/ 132230 w 899217"/>
                <a:gd name="connsiteY1002" fmla="*/ 364620 h 942137"/>
                <a:gd name="connsiteX1003" fmla="*/ 134417 w 899217"/>
                <a:gd name="connsiteY1003" fmla="*/ 369094 h 942137"/>
                <a:gd name="connsiteX1004" fmla="*/ 134417 w 899217"/>
                <a:gd name="connsiteY1004" fmla="*/ 372357 h 942137"/>
                <a:gd name="connsiteX1005" fmla="*/ 133442 w 899217"/>
                <a:gd name="connsiteY1005" fmla="*/ 375183 h 942137"/>
                <a:gd name="connsiteX1006" fmla="*/ 132365 w 899217"/>
                <a:gd name="connsiteY1006" fmla="*/ 378782 h 942137"/>
                <a:gd name="connsiteX1007" fmla="*/ 131927 w 899217"/>
                <a:gd name="connsiteY1007" fmla="*/ 380834 h 942137"/>
                <a:gd name="connsiteX1008" fmla="*/ 130413 w 899217"/>
                <a:gd name="connsiteY1008" fmla="*/ 382886 h 942137"/>
                <a:gd name="connsiteX1009" fmla="*/ 125095 w 899217"/>
                <a:gd name="connsiteY1009" fmla="*/ 380935 h 942137"/>
                <a:gd name="connsiteX1010" fmla="*/ 122908 w 899217"/>
                <a:gd name="connsiteY1010" fmla="*/ 379085 h 942137"/>
                <a:gd name="connsiteX1011" fmla="*/ 119643 w 899217"/>
                <a:gd name="connsiteY1011" fmla="*/ 376899 h 942137"/>
                <a:gd name="connsiteX1012" fmla="*/ 116480 w 899217"/>
                <a:gd name="connsiteY1012" fmla="*/ 376899 h 942137"/>
                <a:gd name="connsiteX1013" fmla="*/ 113215 w 899217"/>
                <a:gd name="connsiteY1013" fmla="*/ 378211 h 942137"/>
                <a:gd name="connsiteX1014" fmla="*/ 112239 w 899217"/>
                <a:gd name="connsiteY1014" fmla="*/ 380263 h 942137"/>
                <a:gd name="connsiteX1015" fmla="*/ 111028 w 899217"/>
                <a:gd name="connsiteY1015" fmla="*/ 382752 h 942137"/>
                <a:gd name="connsiteX1016" fmla="*/ 109951 w 899217"/>
                <a:gd name="connsiteY1016" fmla="*/ 386755 h 942137"/>
                <a:gd name="connsiteX1017" fmla="*/ 109614 w 899217"/>
                <a:gd name="connsiteY1017" fmla="*/ 390455 h 942137"/>
                <a:gd name="connsiteX1018" fmla="*/ 104398 w 899217"/>
                <a:gd name="connsiteY1018" fmla="*/ 396544 h 942137"/>
                <a:gd name="connsiteX1019" fmla="*/ 101806 w 899217"/>
                <a:gd name="connsiteY1019" fmla="*/ 399370 h 942137"/>
                <a:gd name="connsiteX1020" fmla="*/ 100393 w 899217"/>
                <a:gd name="connsiteY1020" fmla="*/ 400682 h 942137"/>
                <a:gd name="connsiteX1021" fmla="*/ 98878 w 899217"/>
                <a:gd name="connsiteY1021" fmla="*/ 401994 h 942137"/>
                <a:gd name="connsiteX1022" fmla="*/ 96825 w 899217"/>
                <a:gd name="connsiteY1022" fmla="*/ 403205 h 942137"/>
                <a:gd name="connsiteX1023" fmla="*/ 93561 w 899217"/>
                <a:gd name="connsiteY1023" fmla="*/ 405055 h 942137"/>
                <a:gd name="connsiteX1024" fmla="*/ 91508 w 899217"/>
                <a:gd name="connsiteY1024" fmla="*/ 404618 h 942137"/>
                <a:gd name="connsiteX1025" fmla="*/ 90532 w 899217"/>
                <a:gd name="connsiteY1025" fmla="*/ 404281 h 942137"/>
                <a:gd name="connsiteX1026" fmla="*/ 85753 w 899217"/>
                <a:gd name="connsiteY1026" fmla="*/ 400682 h 942137"/>
                <a:gd name="connsiteX1027" fmla="*/ 83363 w 899217"/>
                <a:gd name="connsiteY1027" fmla="*/ 397755 h 942137"/>
                <a:gd name="connsiteX1028" fmla="*/ 81411 w 899217"/>
                <a:gd name="connsiteY1028" fmla="*/ 397755 h 942137"/>
                <a:gd name="connsiteX1029" fmla="*/ 79224 w 899217"/>
                <a:gd name="connsiteY1029" fmla="*/ 397755 h 942137"/>
                <a:gd name="connsiteX1030" fmla="*/ 77710 w 899217"/>
                <a:gd name="connsiteY1030" fmla="*/ 398832 h 942137"/>
                <a:gd name="connsiteX1031" fmla="*/ 77171 w 899217"/>
                <a:gd name="connsiteY1031" fmla="*/ 400783 h 942137"/>
                <a:gd name="connsiteX1032" fmla="*/ 77508 w 899217"/>
                <a:gd name="connsiteY1032" fmla="*/ 402296 h 942137"/>
                <a:gd name="connsiteX1033" fmla="*/ 79560 w 899217"/>
                <a:gd name="connsiteY1033" fmla="*/ 404348 h 942137"/>
                <a:gd name="connsiteX1034" fmla="*/ 81176 w 899217"/>
                <a:gd name="connsiteY1034" fmla="*/ 407813 h 942137"/>
                <a:gd name="connsiteX1035" fmla="*/ 81411 w 899217"/>
                <a:gd name="connsiteY1035" fmla="*/ 408991 h 942137"/>
                <a:gd name="connsiteX1036" fmla="*/ 79662 w 899217"/>
                <a:gd name="connsiteY1036" fmla="*/ 411615 h 942137"/>
                <a:gd name="connsiteX1037" fmla="*/ 78046 w 899217"/>
                <a:gd name="connsiteY1037" fmla="*/ 411615 h 942137"/>
                <a:gd name="connsiteX1038" fmla="*/ 76532 w 899217"/>
                <a:gd name="connsiteY1038" fmla="*/ 409865 h 942137"/>
                <a:gd name="connsiteX1039" fmla="*/ 74782 w 899217"/>
                <a:gd name="connsiteY1039" fmla="*/ 408991 h 942137"/>
                <a:gd name="connsiteX1040" fmla="*/ 73267 w 899217"/>
                <a:gd name="connsiteY1040" fmla="*/ 410740 h 942137"/>
                <a:gd name="connsiteX1041" fmla="*/ 73065 w 899217"/>
                <a:gd name="connsiteY1041" fmla="*/ 413330 h 942137"/>
                <a:gd name="connsiteX1042" fmla="*/ 73503 w 899217"/>
                <a:gd name="connsiteY1042" fmla="*/ 415618 h 942137"/>
                <a:gd name="connsiteX1043" fmla="*/ 74041 w 899217"/>
                <a:gd name="connsiteY1043" fmla="*/ 416392 h 942137"/>
                <a:gd name="connsiteX1044" fmla="*/ 74142 w 899217"/>
                <a:gd name="connsiteY1044" fmla="*/ 418881 h 942137"/>
                <a:gd name="connsiteX1045" fmla="*/ 74479 w 899217"/>
                <a:gd name="connsiteY1045" fmla="*/ 420294 h 942137"/>
                <a:gd name="connsiteX1046" fmla="*/ 72964 w 899217"/>
                <a:gd name="connsiteY1046" fmla="*/ 422682 h 942137"/>
                <a:gd name="connsiteX1047" fmla="*/ 70373 w 899217"/>
                <a:gd name="connsiteY1047" fmla="*/ 426382 h 942137"/>
                <a:gd name="connsiteX1048" fmla="*/ 66671 w 899217"/>
                <a:gd name="connsiteY1048" fmla="*/ 428132 h 942137"/>
                <a:gd name="connsiteX1049" fmla="*/ 61017 w 899217"/>
                <a:gd name="connsiteY1049" fmla="*/ 431832 h 942137"/>
                <a:gd name="connsiteX1050" fmla="*/ 58426 w 899217"/>
                <a:gd name="connsiteY1050" fmla="*/ 434220 h 942137"/>
                <a:gd name="connsiteX1051" fmla="*/ 56675 w 899217"/>
                <a:gd name="connsiteY1051" fmla="*/ 436172 h 942137"/>
                <a:gd name="connsiteX1052" fmla="*/ 54925 w 899217"/>
                <a:gd name="connsiteY1052" fmla="*/ 439435 h 942137"/>
                <a:gd name="connsiteX1053" fmla="*/ 51223 w 899217"/>
                <a:gd name="connsiteY1053" fmla="*/ 443337 h 942137"/>
                <a:gd name="connsiteX1054" fmla="*/ 47959 w 899217"/>
                <a:gd name="connsiteY1054" fmla="*/ 442900 h 942137"/>
                <a:gd name="connsiteX1055" fmla="*/ 44930 w 899217"/>
                <a:gd name="connsiteY1055" fmla="*/ 439435 h 942137"/>
                <a:gd name="connsiteX1056" fmla="*/ 39714 w 899217"/>
                <a:gd name="connsiteY1056" fmla="*/ 439435 h 942137"/>
                <a:gd name="connsiteX1057" fmla="*/ 36887 w 899217"/>
                <a:gd name="connsiteY1057" fmla="*/ 439435 h 942137"/>
                <a:gd name="connsiteX1058" fmla="*/ 35810 w 899217"/>
                <a:gd name="connsiteY1058" fmla="*/ 440948 h 942137"/>
                <a:gd name="connsiteX1059" fmla="*/ 33622 w 899217"/>
                <a:gd name="connsiteY1059" fmla="*/ 444212 h 942137"/>
                <a:gd name="connsiteX1060" fmla="*/ 30795 w 899217"/>
                <a:gd name="connsiteY1060" fmla="*/ 450065 h 942137"/>
                <a:gd name="connsiteX1061" fmla="*/ 29045 w 899217"/>
                <a:gd name="connsiteY1061" fmla="*/ 453967 h 942137"/>
                <a:gd name="connsiteX1062" fmla="*/ 27093 w 899217"/>
                <a:gd name="connsiteY1062" fmla="*/ 458307 h 942137"/>
                <a:gd name="connsiteX1063" fmla="*/ 25579 w 899217"/>
                <a:gd name="connsiteY1063" fmla="*/ 460897 h 942137"/>
                <a:gd name="connsiteX1064" fmla="*/ 24502 w 899217"/>
                <a:gd name="connsiteY1064" fmla="*/ 463722 h 942137"/>
                <a:gd name="connsiteX1065" fmla="*/ 24939 w 899217"/>
                <a:gd name="connsiteY1065" fmla="*/ 466346 h 942137"/>
                <a:gd name="connsiteX1066" fmla="*/ 24939 w 899217"/>
                <a:gd name="connsiteY1066" fmla="*/ 470921 h 942137"/>
                <a:gd name="connsiteX1067" fmla="*/ 28641 w 899217"/>
                <a:gd name="connsiteY1067" fmla="*/ 477649 h 942137"/>
                <a:gd name="connsiteX1068" fmla="*/ 31670 w 899217"/>
                <a:gd name="connsiteY1068" fmla="*/ 479600 h 942137"/>
                <a:gd name="connsiteX1069" fmla="*/ 29281 w 899217"/>
                <a:gd name="connsiteY1069" fmla="*/ 484175 h 942137"/>
                <a:gd name="connsiteX1070" fmla="*/ 26016 w 899217"/>
                <a:gd name="connsiteY1070" fmla="*/ 484175 h 942137"/>
                <a:gd name="connsiteX1071" fmla="*/ 21035 w 899217"/>
                <a:gd name="connsiteY1071" fmla="*/ 486564 h 942137"/>
                <a:gd name="connsiteX1072" fmla="*/ 17131 w 899217"/>
                <a:gd name="connsiteY1072" fmla="*/ 488078 h 942137"/>
                <a:gd name="connsiteX1073" fmla="*/ 16054 w 899217"/>
                <a:gd name="connsiteY1073" fmla="*/ 488078 h 942137"/>
                <a:gd name="connsiteX1074" fmla="*/ 13026 w 899217"/>
                <a:gd name="connsiteY1074" fmla="*/ 489390 h 942137"/>
                <a:gd name="connsiteX1075" fmla="*/ 11073 w 899217"/>
                <a:gd name="connsiteY1075" fmla="*/ 491340 h 942137"/>
                <a:gd name="connsiteX1076" fmla="*/ 8684 w 899217"/>
                <a:gd name="connsiteY1076" fmla="*/ 493292 h 942137"/>
                <a:gd name="connsiteX1077" fmla="*/ 6497 w 899217"/>
                <a:gd name="connsiteY1077" fmla="*/ 494604 h 942137"/>
                <a:gd name="connsiteX1078" fmla="*/ 3468 w 899217"/>
                <a:gd name="connsiteY1078" fmla="*/ 496790 h 942137"/>
                <a:gd name="connsiteX1079" fmla="*/ 3030 w 899217"/>
                <a:gd name="connsiteY1079" fmla="*/ 498102 h 942137"/>
                <a:gd name="connsiteX1080" fmla="*/ 1280 w 899217"/>
                <a:gd name="connsiteY1080" fmla="*/ 503955 h 942137"/>
                <a:gd name="connsiteX1081" fmla="*/ 1078 w 899217"/>
                <a:gd name="connsiteY1081" fmla="*/ 506781 h 942137"/>
                <a:gd name="connsiteX1082" fmla="*/ 1280 w 899217"/>
                <a:gd name="connsiteY1082" fmla="*/ 510919 h 942137"/>
                <a:gd name="connsiteX1083" fmla="*/ 640 w 899217"/>
                <a:gd name="connsiteY1083" fmla="*/ 513307 h 942137"/>
                <a:gd name="connsiteX1084" fmla="*/ 640 w 899217"/>
                <a:gd name="connsiteY1084" fmla="*/ 519396 h 942137"/>
                <a:gd name="connsiteX1085" fmla="*/ 102 w 899217"/>
                <a:gd name="connsiteY1085" fmla="*/ 521986 h 942137"/>
                <a:gd name="connsiteX1086" fmla="*/ 775 w 899217"/>
                <a:gd name="connsiteY1086" fmla="*/ 523937 h 942137"/>
                <a:gd name="connsiteX1087" fmla="*/ 775 w 899217"/>
                <a:gd name="connsiteY1087" fmla="*/ 529589 h 942137"/>
                <a:gd name="connsiteX1088" fmla="*/ 4982 w 899217"/>
                <a:gd name="connsiteY1088" fmla="*/ 533289 h 942137"/>
                <a:gd name="connsiteX1089" fmla="*/ 12588 w 899217"/>
                <a:gd name="connsiteY1089" fmla="*/ 533289 h 942137"/>
                <a:gd name="connsiteX1090" fmla="*/ 13026 w 899217"/>
                <a:gd name="connsiteY1090" fmla="*/ 536990 h 942137"/>
                <a:gd name="connsiteX1091" fmla="*/ 15213 w 899217"/>
                <a:gd name="connsiteY1091" fmla="*/ 542843 h 942137"/>
                <a:gd name="connsiteX1092" fmla="*/ 14338 w 899217"/>
                <a:gd name="connsiteY1092" fmla="*/ 547182 h 942137"/>
                <a:gd name="connsiteX1093" fmla="*/ 14977 w 899217"/>
                <a:gd name="connsiteY1093" fmla="*/ 551757 h 942137"/>
                <a:gd name="connsiteX1094" fmla="*/ 18444 w 899217"/>
                <a:gd name="connsiteY1094" fmla="*/ 554146 h 942137"/>
                <a:gd name="connsiteX1095" fmla="*/ 22348 w 899217"/>
                <a:gd name="connsiteY1095" fmla="*/ 556097 h 942137"/>
                <a:gd name="connsiteX1096" fmla="*/ 22583 w 899217"/>
                <a:gd name="connsiteY1096" fmla="*/ 558485 h 942137"/>
                <a:gd name="connsiteX1097" fmla="*/ 20194 w 899217"/>
                <a:gd name="connsiteY1097" fmla="*/ 563060 h 942137"/>
                <a:gd name="connsiteX1098" fmla="*/ 17367 w 899217"/>
                <a:gd name="connsiteY1098" fmla="*/ 565886 h 942137"/>
                <a:gd name="connsiteX1099" fmla="*/ 14102 w 899217"/>
                <a:gd name="connsiteY1099" fmla="*/ 566963 h 942137"/>
                <a:gd name="connsiteX1100" fmla="*/ 10636 w 899217"/>
                <a:gd name="connsiteY1100" fmla="*/ 569788 h 942137"/>
                <a:gd name="connsiteX1101" fmla="*/ 8684 w 899217"/>
                <a:gd name="connsiteY1101" fmla="*/ 572412 h 942137"/>
                <a:gd name="connsiteX1102" fmla="*/ 5857 w 899217"/>
                <a:gd name="connsiteY1102" fmla="*/ 575002 h 942137"/>
                <a:gd name="connsiteX1103" fmla="*/ 1078 w 899217"/>
                <a:gd name="connsiteY1103" fmla="*/ 580217 h 942137"/>
                <a:gd name="connsiteX1104" fmla="*/ 1078 w 899217"/>
                <a:gd name="connsiteY1104" fmla="*/ 585868 h 942137"/>
                <a:gd name="connsiteX1105" fmla="*/ 2155 w 899217"/>
                <a:gd name="connsiteY1105" fmla="*/ 588256 h 942137"/>
                <a:gd name="connsiteX1106" fmla="*/ 7371 w 899217"/>
                <a:gd name="connsiteY1106" fmla="*/ 591082 h 942137"/>
                <a:gd name="connsiteX1107" fmla="*/ 15415 w 899217"/>
                <a:gd name="connsiteY1107" fmla="*/ 592394 h 942137"/>
                <a:gd name="connsiteX1108" fmla="*/ 20631 w 899217"/>
                <a:gd name="connsiteY1108" fmla="*/ 592394 h 942137"/>
                <a:gd name="connsiteX1109" fmla="*/ 24098 w 899217"/>
                <a:gd name="connsiteY1109" fmla="*/ 589568 h 942137"/>
                <a:gd name="connsiteX1110" fmla="*/ 28237 w 899217"/>
                <a:gd name="connsiteY1110" fmla="*/ 586945 h 942137"/>
                <a:gd name="connsiteX1111" fmla="*/ 34329 w 899217"/>
                <a:gd name="connsiteY1111" fmla="*/ 585868 h 942137"/>
                <a:gd name="connsiteX1112" fmla="*/ 39343 w 899217"/>
                <a:gd name="connsiteY1112" fmla="*/ 582840 h 942137"/>
                <a:gd name="connsiteX1113" fmla="*/ 48699 w 899217"/>
                <a:gd name="connsiteY1113" fmla="*/ 581091 h 942137"/>
                <a:gd name="connsiteX1114" fmla="*/ 54791 w 899217"/>
                <a:gd name="connsiteY1114" fmla="*/ 577391 h 942137"/>
                <a:gd name="connsiteX1115" fmla="*/ 61522 w 899217"/>
                <a:gd name="connsiteY1115" fmla="*/ 577189 h 942137"/>
                <a:gd name="connsiteX1116" fmla="*/ 69363 w 899217"/>
                <a:gd name="connsiteY1116" fmla="*/ 578064 h 942137"/>
                <a:gd name="connsiteX1117" fmla="*/ 76767 w 899217"/>
                <a:gd name="connsiteY1117" fmla="*/ 578064 h 942137"/>
                <a:gd name="connsiteX1118" fmla="*/ 81546 w 899217"/>
                <a:gd name="connsiteY1118" fmla="*/ 576112 h 942137"/>
                <a:gd name="connsiteX1119" fmla="*/ 86763 w 899217"/>
                <a:gd name="connsiteY1119" fmla="*/ 571537 h 942137"/>
                <a:gd name="connsiteX1120" fmla="*/ 93729 w 899217"/>
                <a:gd name="connsiteY1120" fmla="*/ 569788 h 942137"/>
                <a:gd name="connsiteX1121" fmla="*/ 98946 w 899217"/>
                <a:gd name="connsiteY1121" fmla="*/ 569788 h 942137"/>
                <a:gd name="connsiteX1122" fmla="*/ 100023 w 899217"/>
                <a:gd name="connsiteY1122" fmla="*/ 571639 h 942137"/>
                <a:gd name="connsiteX1123" fmla="*/ 103489 w 899217"/>
                <a:gd name="connsiteY1123" fmla="*/ 576953 h 942137"/>
                <a:gd name="connsiteX1124" fmla="*/ 106955 w 899217"/>
                <a:gd name="connsiteY1124" fmla="*/ 579981 h 942137"/>
                <a:gd name="connsiteX1125" fmla="*/ 111869 w 899217"/>
                <a:gd name="connsiteY1125" fmla="*/ 577593 h 942137"/>
                <a:gd name="connsiteX1126" fmla="*/ 119138 w 899217"/>
                <a:gd name="connsiteY1126" fmla="*/ 574565 h 942137"/>
                <a:gd name="connsiteX1127" fmla="*/ 124792 w 899217"/>
                <a:gd name="connsiteY1127" fmla="*/ 574565 h 942137"/>
                <a:gd name="connsiteX1128" fmla="*/ 128259 w 899217"/>
                <a:gd name="connsiteY1128" fmla="*/ 574565 h 942137"/>
                <a:gd name="connsiteX1129" fmla="*/ 132600 w 899217"/>
                <a:gd name="connsiteY1129" fmla="*/ 576314 h 942137"/>
                <a:gd name="connsiteX1130" fmla="*/ 133240 w 899217"/>
                <a:gd name="connsiteY1130" fmla="*/ 579376 h 942137"/>
                <a:gd name="connsiteX1131" fmla="*/ 130413 w 899217"/>
                <a:gd name="connsiteY1131" fmla="*/ 582639 h 942137"/>
                <a:gd name="connsiteX1132" fmla="*/ 126273 w 899217"/>
                <a:gd name="connsiteY1132" fmla="*/ 587415 h 942137"/>
                <a:gd name="connsiteX1133" fmla="*/ 123244 w 899217"/>
                <a:gd name="connsiteY1133" fmla="*/ 588929 h 942137"/>
                <a:gd name="connsiteX1134" fmla="*/ 119542 w 899217"/>
                <a:gd name="connsiteY1134" fmla="*/ 591519 h 942137"/>
                <a:gd name="connsiteX1135" fmla="*/ 114965 w 899217"/>
                <a:gd name="connsiteY1135" fmla="*/ 593471 h 942137"/>
                <a:gd name="connsiteX1136" fmla="*/ 111835 w 899217"/>
                <a:gd name="connsiteY1136" fmla="*/ 596296 h 942137"/>
                <a:gd name="connsiteX1137" fmla="*/ 111936 w 899217"/>
                <a:gd name="connsiteY1137" fmla="*/ 599997 h 942137"/>
                <a:gd name="connsiteX1138" fmla="*/ 111936 w 899217"/>
                <a:gd name="connsiteY1138" fmla="*/ 608911 h 942137"/>
                <a:gd name="connsiteX1139" fmla="*/ 111936 w 899217"/>
                <a:gd name="connsiteY1139" fmla="*/ 612376 h 942137"/>
                <a:gd name="connsiteX1140" fmla="*/ 114561 w 899217"/>
                <a:gd name="connsiteY1140" fmla="*/ 616716 h 942137"/>
                <a:gd name="connsiteX1141" fmla="*/ 116076 w 899217"/>
                <a:gd name="connsiteY1141" fmla="*/ 616716 h 942137"/>
                <a:gd name="connsiteX1142" fmla="*/ 120215 w 899217"/>
                <a:gd name="connsiteY1142" fmla="*/ 619440 h 942137"/>
                <a:gd name="connsiteX1143" fmla="*/ 123682 w 899217"/>
                <a:gd name="connsiteY1143" fmla="*/ 624554 h 942137"/>
                <a:gd name="connsiteX1144" fmla="*/ 127148 w 899217"/>
                <a:gd name="connsiteY1144" fmla="*/ 627817 h 942137"/>
                <a:gd name="connsiteX1145" fmla="*/ 126509 w 899217"/>
                <a:gd name="connsiteY1145" fmla="*/ 633031 h 942137"/>
                <a:gd name="connsiteX1146" fmla="*/ 125533 w 899217"/>
                <a:gd name="connsiteY1146" fmla="*/ 640734 h 942137"/>
                <a:gd name="connsiteX1147" fmla="*/ 124994 w 899217"/>
                <a:gd name="connsiteY1147" fmla="*/ 642248 h 942137"/>
                <a:gd name="connsiteX1148" fmla="*/ 123581 w 899217"/>
                <a:gd name="connsiteY1148" fmla="*/ 644737 h 942137"/>
                <a:gd name="connsiteX1149" fmla="*/ 122369 w 899217"/>
                <a:gd name="connsiteY1149" fmla="*/ 647126 h 942137"/>
                <a:gd name="connsiteX1150" fmla="*/ 122369 w 899217"/>
                <a:gd name="connsiteY1150" fmla="*/ 650288 h 942137"/>
                <a:gd name="connsiteX1151" fmla="*/ 124052 w 899217"/>
                <a:gd name="connsiteY1151" fmla="*/ 654527 h 942137"/>
                <a:gd name="connsiteX1152" fmla="*/ 126172 w 899217"/>
                <a:gd name="connsiteY1152" fmla="*/ 657891 h 942137"/>
                <a:gd name="connsiteX1153" fmla="*/ 129100 w 899217"/>
                <a:gd name="connsiteY1153" fmla="*/ 660615 h 942137"/>
                <a:gd name="connsiteX1154" fmla="*/ 128663 w 899217"/>
                <a:gd name="connsiteY1154" fmla="*/ 663542 h 942137"/>
                <a:gd name="connsiteX1155" fmla="*/ 125196 w 899217"/>
                <a:gd name="connsiteY1155" fmla="*/ 664517 h 942137"/>
                <a:gd name="connsiteX1156" fmla="*/ 125196 w 899217"/>
                <a:gd name="connsiteY1156" fmla="*/ 666367 h 942137"/>
                <a:gd name="connsiteX1157" fmla="*/ 128461 w 899217"/>
                <a:gd name="connsiteY1157" fmla="*/ 667141 h 942137"/>
                <a:gd name="connsiteX1158" fmla="*/ 133139 w 899217"/>
                <a:gd name="connsiteY1158" fmla="*/ 667141 h 942137"/>
                <a:gd name="connsiteX1159" fmla="*/ 134350 w 899217"/>
                <a:gd name="connsiteY1159" fmla="*/ 668049 h 942137"/>
                <a:gd name="connsiteX1160" fmla="*/ 134115 w 899217"/>
                <a:gd name="connsiteY1160" fmla="*/ 669294 h 942137"/>
                <a:gd name="connsiteX1161" fmla="*/ 133139 w 899217"/>
                <a:gd name="connsiteY1161" fmla="*/ 670808 h 942137"/>
                <a:gd name="connsiteX1162" fmla="*/ 131826 w 899217"/>
                <a:gd name="connsiteY1162" fmla="*/ 672221 h 942137"/>
                <a:gd name="connsiteX1163" fmla="*/ 129975 w 899217"/>
                <a:gd name="connsiteY1163" fmla="*/ 673196 h 942137"/>
                <a:gd name="connsiteX1164" fmla="*/ 127350 w 899217"/>
                <a:gd name="connsiteY1164" fmla="*/ 674811 h 942137"/>
                <a:gd name="connsiteX1165" fmla="*/ 128124 w 899217"/>
                <a:gd name="connsiteY1165" fmla="*/ 676998 h 942137"/>
                <a:gd name="connsiteX1166" fmla="*/ 131052 w 899217"/>
                <a:gd name="connsiteY1166" fmla="*/ 678411 h 942137"/>
                <a:gd name="connsiteX1167" fmla="*/ 131052 w 899217"/>
                <a:gd name="connsiteY1167" fmla="*/ 679924 h 942137"/>
                <a:gd name="connsiteX1168" fmla="*/ 128865 w 899217"/>
                <a:gd name="connsiteY1168" fmla="*/ 680698 h 942137"/>
                <a:gd name="connsiteX1169" fmla="*/ 128091 w 899217"/>
                <a:gd name="connsiteY1169" fmla="*/ 682010 h 942137"/>
                <a:gd name="connsiteX1170" fmla="*/ 126340 w 899217"/>
                <a:gd name="connsiteY1170" fmla="*/ 685038 h 942137"/>
                <a:gd name="connsiteX1171" fmla="*/ 127114 w 899217"/>
                <a:gd name="connsiteY1171" fmla="*/ 687964 h 942137"/>
                <a:gd name="connsiteX1172" fmla="*/ 130715 w 899217"/>
                <a:gd name="connsiteY1172" fmla="*/ 688503 h 942137"/>
                <a:gd name="connsiteX1173" fmla="*/ 137884 w 899217"/>
                <a:gd name="connsiteY1173" fmla="*/ 689579 h 942137"/>
                <a:gd name="connsiteX1174" fmla="*/ 141249 w 899217"/>
                <a:gd name="connsiteY1174" fmla="*/ 692203 h 942137"/>
                <a:gd name="connsiteX1175" fmla="*/ 145288 w 899217"/>
                <a:gd name="connsiteY1175" fmla="*/ 693817 h 942137"/>
                <a:gd name="connsiteX1176" fmla="*/ 151144 w 899217"/>
                <a:gd name="connsiteY1176" fmla="*/ 694793 h 942137"/>
                <a:gd name="connsiteX1177" fmla="*/ 155182 w 899217"/>
                <a:gd name="connsiteY1177" fmla="*/ 696441 h 942137"/>
                <a:gd name="connsiteX1178" fmla="*/ 166255 w 899217"/>
                <a:gd name="connsiteY1178" fmla="*/ 698830 h 942137"/>
                <a:gd name="connsiteX1179" fmla="*/ 168745 w 899217"/>
                <a:gd name="connsiteY1179" fmla="*/ 699469 h 942137"/>
                <a:gd name="connsiteX1180" fmla="*/ 176452 w 899217"/>
                <a:gd name="connsiteY1180" fmla="*/ 701218 h 942137"/>
                <a:gd name="connsiteX1181" fmla="*/ 183856 w 899217"/>
                <a:gd name="connsiteY1181" fmla="*/ 701857 h 942137"/>
                <a:gd name="connsiteX1182" fmla="*/ 189712 w 899217"/>
                <a:gd name="connsiteY1182" fmla="*/ 702497 h 942137"/>
                <a:gd name="connsiteX1183" fmla="*/ 191126 w 899217"/>
                <a:gd name="connsiteY1183" fmla="*/ 705659 h 942137"/>
                <a:gd name="connsiteX1184" fmla="*/ 190149 w 899217"/>
                <a:gd name="connsiteY1184" fmla="*/ 711411 h 942137"/>
                <a:gd name="connsiteX1185" fmla="*/ 190149 w 899217"/>
                <a:gd name="connsiteY1185" fmla="*/ 713699 h 942137"/>
                <a:gd name="connsiteX1186" fmla="*/ 189611 w 899217"/>
                <a:gd name="connsiteY1186" fmla="*/ 717164 h 942137"/>
                <a:gd name="connsiteX1187" fmla="*/ 187996 w 899217"/>
                <a:gd name="connsiteY1187" fmla="*/ 718375 h 942137"/>
                <a:gd name="connsiteX1188" fmla="*/ 184630 w 899217"/>
                <a:gd name="connsiteY1188" fmla="*/ 720662 h 942137"/>
                <a:gd name="connsiteX1189" fmla="*/ 180053 w 899217"/>
                <a:gd name="connsiteY1189" fmla="*/ 722815 h 942137"/>
                <a:gd name="connsiteX1190" fmla="*/ 176452 w 899217"/>
                <a:gd name="connsiteY1190" fmla="*/ 725842 h 942137"/>
                <a:gd name="connsiteX1191" fmla="*/ 172986 w 899217"/>
                <a:gd name="connsiteY1191" fmla="*/ 728668 h 942137"/>
                <a:gd name="connsiteX1192" fmla="*/ 171774 w 899217"/>
                <a:gd name="connsiteY1192" fmla="*/ 730518 h 942137"/>
                <a:gd name="connsiteX1193" fmla="*/ 169587 w 899217"/>
                <a:gd name="connsiteY1193" fmla="*/ 734421 h 942137"/>
                <a:gd name="connsiteX1194" fmla="*/ 168173 w 899217"/>
                <a:gd name="connsiteY1194" fmla="*/ 736910 h 942137"/>
                <a:gd name="connsiteX1195" fmla="*/ 166962 w 899217"/>
                <a:gd name="connsiteY1195" fmla="*/ 740072 h 942137"/>
                <a:gd name="connsiteX1196" fmla="*/ 166086 w 899217"/>
                <a:gd name="connsiteY1196" fmla="*/ 742561 h 942137"/>
                <a:gd name="connsiteX1197" fmla="*/ 165750 w 899217"/>
                <a:gd name="connsiteY1197" fmla="*/ 744613 h 942137"/>
                <a:gd name="connsiteX1198" fmla="*/ 168476 w 899217"/>
                <a:gd name="connsiteY1198" fmla="*/ 747338 h 942137"/>
                <a:gd name="connsiteX1199" fmla="*/ 169014 w 899217"/>
                <a:gd name="connsiteY1199" fmla="*/ 748953 h 942137"/>
                <a:gd name="connsiteX1200" fmla="*/ 169351 w 899217"/>
                <a:gd name="connsiteY1200" fmla="*/ 751341 h 942137"/>
                <a:gd name="connsiteX1201" fmla="*/ 169149 w 899217"/>
                <a:gd name="connsiteY1201" fmla="*/ 753528 h 942137"/>
                <a:gd name="connsiteX1202" fmla="*/ 168072 w 899217"/>
                <a:gd name="connsiteY1202" fmla="*/ 754840 h 942137"/>
                <a:gd name="connsiteX1203" fmla="*/ 167971 w 899217"/>
                <a:gd name="connsiteY1203" fmla="*/ 757464 h 942137"/>
                <a:gd name="connsiteX1204" fmla="*/ 166995 w 899217"/>
                <a:gd name="connsiteY1204" fmla="*/ 761500 h 942137"/>
                <a:gd name="connsiteX1205" fmla="*/ 164808 w 899217"/>
                <a:gd name="connsiteY1205" fmla="*/ 765941 h 942137"/>
                <a:gd name="connsiteX1206" fmla="*/ 162620 w 899217"/>
                <a:gd name="connsiteY1206" fmla="*/ 771592 h 942137"/>
                <a:gd name="connsiteX1207" fmla="*/ 160130 w 899217"/>
                <a:gd name="connsiteY1207" fmla="*/ 773644 h 942137"/>
                <a:gd name="connsiteX1208" fmla="*/ 157538 w 899217"/>
                <a:gd name="connsiteY1208" fmla="*/ 775596 h 942137"/>
                <a:gd name="connsiteX1209" fmla="*/ 155923 w 899217"/>
                <a:gd name="connsiteY1209" fmla="*/ 778085 h 942137"/>
                <a:gd name="connsiteX1210" fmla="*/ 153971 w 899217"/>
                <a:gd name="connsiteY1210" fmla="*/ 780810 h 942137"/>
                <a:gd name="connsiteX1211" fmla="*/ 153668 w 899217"/>
                <a:gd name="connsiteY1211" fmla="*/ 784376 h 942137"/>
                <a:gd name="connsiteX1212" fmla="*/ 153668 w 899217"/>
                <a:gd name="connsiteY1212" fmla="*/ 786562 h 942137"/>
                <a:gd name="connsiteX1213" fmla="*/ 152086 w 899217"/>
                <a:gd name="connsiteY1213" fmla="*/ 788849 h 942137"/>
                <a:gd name="connsiteX1214" fmla="*/ 150605 w 899217"/>
                <a:gd name="connsiteY1214" fmla="*/ 791137 h 942137"/>
                <a:gd name="connsiteX1215" fmla="*/ 147879 w 899217"/>
                <a:gd name="connsiteY1215" fmla="*/ 792886 h 942137"/>
                <a:gd name="connsiteX1216" fmla="*/ 144716 w 899217"/>
                <a:gd name="connsiteY1216" fmla="*/ 795073 h 942137"/>
                <a:gd name="connsiteX1217" fmla="*/ 142596 w 899217"/>
                <a:gd name="connsiteY1217" fmla="*/ 797798 h 942137"/>
                <a:gd name="connsiteX1218" fmla="*/ 142663 w 899217"/>
                <a:gd name="connsiteY1218" fmla="*/ 801263 h 942137"/>
                <a:gd name="connsiteX1219" fmla="*/ 142663 w 899217"/>
                <a:gd name="connsiteY1219" fmla="*/ 803012 h 942137"/>
                <a:gd name="connsiteX1220" fmla="*/ 145826 w 899217"/>
                <a:gd name="connsiteY1220" fmla="*/ 806174 h 942137"/>
                <a:gd name="connsiteX1221" fmla="*/ 150504 w 899217"/>
                <a:gd name="connsiteY1221" fmla="*/ 809202 h 942137"/>
                <a:gd name="connsiteX1222" fmla="*/ 157134 w 899217"/>
                <a:gd name="connsiteY1222" fmla="*/ 809975 h 942137"/>
                <a:gd name="connsiteX1223" fmla="*/ 169519 w 899217"/>
                <a:gd name="connsiteY1223" fmla="*/ 810312 h 942137"/>
                <a:gd name="connsiteX1224" fmla="*/ 177361 w 899217"/>
                <a:gd name="connsiteY1224" fmla="*/ 810850 h 942137"/>
                <a:gd name="connsiteX1225" fmla="*/ 185404 w 899217"/>
                <a:gd name="connsiteY1225" fmla="*/ 811624 h 942137"/>
                <a:gd name="connsiteX1226" fmla="*/ 191159 w 899217"/>
                <a:gd name="connsiteY1226" fmla="*/ 813810 h 942137"/>
                <a:gd name="connsiteX1227" fmla="*/ 195736 w 899217"/>
                <a:gd name="connsiteY1227" fmla="*/ 817813 h 942137"/>
                <a:gd name="connsiteX1228" fmla="*/ 201592 w 899217"/>
                <a:gd name="connsiteY1228" fmla="*/ 819764 h 942137"/>
                <a:gd name="connsiteX1229" fmla="*/ 205496 w 899217"/>
                <a:gd name="connsiteY1229" fmla="*/ 820101 h 942137"/>
                <a:gd name="connsiteX1230" fmla="*/ 207986 w 899217"/>
                <a:gd name="connsiteY1230" fmla="*/ 821715 h 942137"/>
                <a:gd name="connsiteX1231" fmla="*/ 212126 w 899217"/>
                <a:gd name="connsiteY1231" fmla="*/ 824205 h 942137"/>
                <a:gd name="connsiteX1232" fmla="*/ 216467 w 899217"/>
                <a:gd name="connsiteY1232" fmla="*/ 824978 h 942137"/>
                <a:gd name="connsiteX1233" fmla="*/ 220607 w 899217"/>
                <a:gd name="connsiteY1233" fmla="*/ 823566 h 942137"/>
                <a:gd name="connsiteX1234" fmla="*/ 225722 w 899217"/>
                <a:gd name="connsiteY1234" fmla="*/ 823566 h 942137"/>
                <a:gd name="connsiteX1235" fmla="*/ 228987 w 899217"/>
                <a:gd name="connsiteY1235" fmla="*/ 823498 h 942137"/>
                <a:gd name="connsiteX1236" fmla="*/ 230501 w 899217"/>
                <a:gd name="connsiteY1236" fmla="*/ 826021 h 942137"/>
                <a:gd name="connsiteX1237" fmla="*/ 230602 w 899217"/>
                <a:gd name="connsiteY1237" fmla="*/ 828342 h 942137"/>
                <a:gd name="connsiteX1238" fmla="*/ 230064 w 899217"/>
                <a:gd name="connsiteY1238" fmla="*/ 830193 h 942137"/>
                <a:gd name="connsiteX1239" fmla="*/ 228751 w 899217"/>
                <a:gd name="connsiteY1239" fmla="*/ 832144 h 942137"/>
                <a:gd name="connsiteX1240" fmla="*/ 228314 w 899217"/>
                <a:gd name="connsiteY1240" fmla="*/ 832917 h 942137"/>
                <a:gd name="connsiteX1241" fmla="*/ 227001 w 899217"/>
                <a:gd name="connsiteY1241" fmla="*/ 835844 h 942137"/>
                <a:gd name="connsiteX1242" fmla="*/ 226126 w 899217"/>
                <a:gd name="connsiteY1242" fmla="*/ 839208 h 942137"/>
                <a:gd name="connsiteX1243" fmla="*/ 224915 w 899217"/>
                <a:gd name="connsiteY1243" fmla="*/ 841832 h 942137"/>
                <a:gd name="connsiteX1244" fmla="*/ 224915 w 899217"/>
                <a:gd name="connsiteY1244" fmla="*/ 845196 h 942137"/>
                <a:gd name="connsiteX1245" fmla="*/ 224915 w 899217"/>
                <a:gd name="connsiteY1245" fmla="*/ 849233 h 942137"/>
                <a:gd name="connsiteX1246" fmla="*/ 224040 w 899217"/>
                <a:gd name="connsiteY1246" fmla="*/ 853707 h 942137"/>
                <a:gd name="connsiteX1247" fmla="*/ 222189 w 899217"/>
                <a:gd name="connsiteY1247" fmla="*/ 855893 h 942137"/>
                <a:gd name="connsiteX1248" fmla="*/ 222189 w 899217"/>
                <a:gd name="connsiteY1248" fmla="*/ 858080 h 942137"/>
                <a:gd name="connsiteX1249" fmla="*/ 223400 w 899217"/>
                <a:gd name="connsiteY1249" fmla="*/ 860266 h 942137"/>
                <a:gd name="connsiteX1250" fmla="*/ 225891 w 899217"/>
                <a:gd name="connsiteY1250" fmla="*/ 863429 h 942137"/>
                <a:gd name="connsiteX1251" fmla="*/ 226968 w 899217"/>
                <a:gd name="connsiteY1251" fmla="*/ 865279 h 942137"/>
                <a:gd name="connsiteX1252" fmla="*/ 229256 w 899217"/>
                <a:gd name="connsiteY1252" fmla="*/ 867129 h 942137"/>
                <a:gd name="connsiteX1253" fmla="*/ 232857 w 899217"/>
                <a:gd name="connsiteY1253" fmla="*/ 867129 h 942137"/>
                <a:gd name="connsiteX1254" fmla="*/ 234910 w 899217"/>
                <a:gd name="connsiteY1254" fmla="*/ 866961 h 942137"/>
                <a:gd name="connsiteX1255" fmla="*/ 237401 w 899217"/>
                <a:gd name="connsiteY1255" fmla="*/ 866591 h 942137"/>
                <a:gd name="connsiteX1256" fmla="*/ 240227 w 899217"/>
                <a:gd name="connsiteY1256" fmla="*/ 867566 h 942137"/>
                <a:gd name="connsiteX1257" fmla="*/ 241978 w 899217"/>
                <a:gd name="connsiteY1257" fmla="*/ 868979 h 942137"/>
                <a:gd name="connsiteX1258" fmla="*/ 242617 w 899217"/>
                <a:gd name="connsiteY1258" fmla="*/ 870392 h 942137"/>
                <a:gd name="connsiteX1259" fmla="*/ 242819 w 899217"/>
                <a:gd name="connsiteY1259" fmla="*/ 873117 h 942137"/>
                <a:gd name="connsiteX1260" fmla="*/ 242617 w 899217"/>
                <a:gd name="connsiteY1260" fmla="*/ 874328 h 942137"/>
                <a:gd name="connsiteX1261" fmla="*/ 241204 w 899217"/>
                <a:gd name="connsiteY1261" fmla="*/ 877389 h 942137"/>
                <a:gd name="connsiteX1262" fmla="*/ 241338 w 899217"/>
                <a:gd name="connsiteY1262" fmla="*/ 879138 h 942137"/>
                <a:gd name="connsiteX1263" fmla="*/ 241338 w 899217"/>
                <a:gd name="connsiteY1263" fmla="*/ 883377 h 942137"/>
                <a:gd name="connsiteX1264" fmla="*/ 241338 w 899217"/>
                <a:gd name="connsiteY1264" fmla="*/ 885664 h 942137"/>
                <a:gd name="connsiteX1265" fmla="*/ 242213 w 899217"/>
                <a:gd name="connsiteY1265" fmla="*/ 887313 h 942137"/>
                <a:gd name="connsiteX1266" fmla="*/ 244704 w 899217"/>
                <a:gd name="connsiteY1266" fmla="*/ 890576 h 942137"/>
                <a:gd name="connsiteX1267" fmla="*/ 246992 w 899217"/>
                <a:gd name="connsiteY1267" fmla="*/ 890138 h 942137"/>
                <a:gd name="connsiteX1268" fmla="*/ 249382 w 899217"/>
                <a:gd name="connsiteY1268" fmla="*/ 888288 h 942137"/>
                <a:gd name="connsiteX1269" fmla="*/ 253959 w 899217"/>
                <a:gd name="connsiteY1269" fmla="*/ 887851 h 942137"/>
                <a:gd name="connsiteX1270" fmla="*/ 257324 w 899217"/>
                <a:gd name="connsiteY1270" fmla="*/ 889499 h 942137"/>
                <a:gd name="connsiteX1271" fmla="*/ 260589 w 899217"/>
                <a:gd name="connsiteY1271" fmla="*/ 888826 h 942137"/>
                <a:gd name="connsiteX1272" fmla="*/ 262540 w 899217"/>
                <a:gd name="connsiteY1272" fmla="*/ 885025 h 942137"/>
                <a:gd name="connsiteX1273" fmla="*/ 271459 w 899217"/>
                <a:gd name="connsiteY1273" fmla="*/ 884588 h 942137"/>
                <a:gd name="connsiteX1274" fmla="*/ 275700 w 899217"/>
                <a:gd name="connsiteY1274" fmla="*/ 887615 h 942137"/>
                <a:gd name="connsiteX1275" fmla="*/ 281454 w 899217"/>
                <a:gd name="connsiteY1275" fmla="*/ 891753 h 942137"/>
                <a:gd name="connsiteX1276" fmla="*/ 285897 w 899217"/>
                <a:gd name="connsiteY1276" fmla="*/ 892628 h 942137"/>
                <a:gd name="connsiteX1277" fmla="*/ 292089 w 899217"/>
                <a:gd name="connsiteY1277" fmla="*/ 892729 h 942137"/>
                <a:gd name="connsiteX1278" fmla="*/ 299157 w 899217"/>
                <a:gd name="connsiteY1278" fmla="*/ 890239 h 942137"/>
                <a:gd name="connsiteX1279" fmla="*/ 304272 w 899217"/>
                <a:gd name="connsiteY1279" fmla="*/ 886875 h 942137"/>
                <a:gd name="connsiteX1280" fmla="*/ 310902 w 899217"/>
                <a:gd name="connsiteY1280" fmla="*/ 882435 h 942137"/>
                <a:gd name="connsiteX1281" fmla="*/ 319854 w 899217"/>
                <a:gd name="connsiteY1281" fmla="*/ 875270 h 942137"/>
                <a:gd name="connsiteX1282" fmla="*/ 326080 w 899217"/>
                <a:gd name="connsiteY1282" fmla="*/ 871199 h 942137"/>
                <a:gd name="connsiteX1283" fmla="*/ 334191 w 899217"/>
                <a:gd name="connsiteY1283" fmla="*/ 869383 h 942137"/>
                <a:gd name="connsiteX1284" fmla="*/ 340922 w 899217"/>
                <a:gd name="connsiteY1284" fmla="*/ 867936 h 942137"/>
                <a:gd name="connsiteX1285" fmla="*/ 343682 w 899217"/>
                <a:gd name="connsiteY1285" fmla="*/ 864606 h 942137"/>
                <a:gd name="connsiteX1286" fmla="*/ 348091 w 899217"/>
                <a:gd name="connsiteY1286" fmla="*/ 861343 h 942137"/>
                <a:gd name="connsiteX1287" fmla="*/ 352230 w 899217"/>
                <a:gd name="connsiteY1287" fmla="*/ 859325 h 942137"/>
                <a:gd name="connsiteX1288" fmla="*/ 354418 w 899217"/>
                <a:gd name="connsiteY1288" fmla="*/ 859392 h 942137"/>
                <a:gd name="connsiteX1289" fmla="*/ 355865 w 899217"/>
                <a:gd name="connsiteY1289" fmla="*/ 859762 h 942137"/>
                <a:gd name="connsiteX1290" fmla="*/ 356504 w 899217"/>
                <a:gd name="connsiteY1290" fmla="*/ 861646 h 942137"/>
                <a:gd name="connsiteX1291" fmla="*/ 355562 w 899217"/>
                <a:gd name="connsiteY1291" fmla="*/ 864539 h 942137"/>
                <a:gd name="connsiteX1292" fmla="*/ 354552 w 899217"/>
                <a:gd name="connsiteY1292" fmla="*/ 866355 h 942137"/>
                <a:gd name="connsiteX1293" fmla="*/ 353374 w 899217"/>
                <a:gd name="connsiteY1293" fmla="*/ 867230 h 942137"/>
                <a:gd name="connsiteX1294" fmla="*/ 351557 w 899217"/>
                <a:gd name="connsiteY1294" fmla="*/ 869753 h 942137"/>
                <a:gd name="connsiteX1295" fmla="*/ 351119 w 899217"/>
                <a:gd name="connsiteY1295" fmla="*/ 870930 h 942137"/>
                <a:gd name="connsiteX1296" fmla="*/ 352869 w 899217"/>
                <a:gd name="connsiteY1296" fmla="*/ 873319 h 942137"/>
                <a:gd name="connsiteX1297" fmla="*/ 354620 w 899217"/>
                <a:gd name="connsiteY1297" fmla="*/ 874193 h 942137"/>
                <a:gd name="connsiteX1298" fmla="*/ 354047 w 899217"/>
                <a:gd name="connsiteY1298" fmla="*/ 877221 h 942137"/>
                <a:gd name="connsiteX1299" fmla="*/ 351018 w 899217"/>
                <a:gd name="connsiteY1299" fmla="*/ 880114 h 942137"/>
                <a:gd name="connsiteX1300" fmla="*/ 350143 w 899217"/>
                <a:gd name="connsiteY1300" fmla="*/ 883747 h 942137"/>
                <a:gd name="connsiteX1301" fmla="*/ 350143 w 899217"/>
                <a:gd name="connsiteY1301" fmla="*/ 888255 h 942137"/>
                <a:gd name="connsiteX1302" fmla="*/ 354215 w 899217"/>
                <a:gd name="connsiteY1302" fmla="*/ 890273 h 942137"/>
                <a:gd name="connsiteX1303" fmla="*/ 353913 w 899217"/>
                <a:gd name="connsiteY1303" fmla="*/ 892729 h 942137"/>
                <a:gd name="connsiteX1304" fmla="*/ 353038 w 899217"/>
                <a:gd name="connsiteY1304" fmla="*/ 895622 h 942137"/>
                <a:gd name="connsiteX1305" fmla="*/ 350446 w 899217"/>
                <a:gd name="connsiteY1305" fmla="*/ 897808 h 942137"/>
                <a:gd name="connsiteX1306" fmla="*/ 348124 w 899217"/>
                <a:gd name="connsiteY1306" fmla="*/ 899389 h 942137"/>
                <a:gd name="connsiteX1307" fmla="*/ 351153 w 899217"/>
                <a:gd name="connsiteY1307" fmla="*/ 902148 h 942137"/>
                <a:gd name="connsiteX1308" fmla="*/ 353610 w 899217"/>
                <a:gd name="connsiteY1308" fmla="*/ 904604 h 942137"/>
                <a:gd name="connsiteX1309" fmla="*/ 353610 w 899217"/>
                <a:gd name="connsiteY1309" fmla="*/ 908943 h 942137"/>
                <a:gd name="connsiteX1310" fmla="*/ 354990 w 899217"/>
                <a:gd name="connsiteY1310" fmla="*/ 914023 h 942137"/>
                <a:gd name="connsiteX1311" fmla="*/ 355360 w 899217"/>
                <a:gd name="connsiteY1311" fmla="*/ 917925 h 942137"/>
                <a:gd name="connsiteX1312" fmla="*/ 356807 w 899217"/>
                <a:gd name="connsiteY1312" fmla="*/ 925023 h 942137"/>
                <a:gd name="connsiteX1313" fmla="*/ 358557 w 899217"/>
                <a:gd name="connsiteY1313" fmla="*/ 928925 h 942137"/>
                <a:gd name="connsiteX1314" fmla="*/ 362192 w 899217"/>
                <a:gd name="connsiteY1314" fmla="*/ 932255 h 942137"/>
                <a:gd name="connsiteX1315" fmla="*/ 365524 w 899217"/>
                <a:gd name="connsiteY1315" fmla="*/ 932962 h 942137"/>
                <a:gd name="connsiteX1316" fmla="*/ 369427 w 899217"/>
                <a:gd name="connsiteY1316" fmla="*/ 933096 h 942137"/>
                <a:gd name="connsiteX1317" fmla="*/ 372759 w 899217"/>
                <a:gd name="connsiteY1317" fmla="*/ 931650 h 942137"/>
                <a:gd name="connsiteX1318" fmla="*/ 375216 w 899217"/>
                <a:gd name="connsiteY1318" fmla="*/ 928622 h 942137"/>
                <a:gd name="connsiteX1319" fmla="*/ 378851 w 899217"/>
                <a:gd name="connsiteY1319" fmla="*/ 926301 h 942137"/>
                <a:gd name="connsiteX1320" fmla="*/ 384067 w 899217"/>
                <a:gd name="connsiteY1320" fmla="*/ 926301 h 942137"/>
                <a:gd name="connsiteX1321" fmla="*/ 390596 w 899217"/>
                <a:gd name="connsiteY1321" fmla="*/ 926873 h 942137"/>
                <a:gd name="connsiteX1322" fmla="*/ 395947 w 899217"/>
                <a:gd name="connsiteY1322" fmla="*/ 931078 h 942137"/>
                <a:gd name="connsiteX1323" fmla="*/ 399582 w 899217"/>
                <a:gd name="connsiteY1323" fmla="*/ 935552 h 942137"/>
                <a:gd name="connsiteX1324" fmla="*/ 406549 w 899217"/>
                <a:gd name="connsiteY1324" fmla="*/ 941943 h 942137"/>
                <a:gd name="connsiteX1325" fmla="*/ 409140 w 899217"/>
                <a:gd name="connsiteY1325" fmla="*/ 941943 h 942137"/>
                <a:gd name="connsiteX1326" fmla="*/ 410722 w 899217"/>
                <a:gd name="connsiteY1326" fmla="*/ 939488 h 942137"/>
                <a:gd name="connsiteX1327" fmla="*/ 413178 w 899217"/>
                <a:gd name="connsiteY1327" fmla="*/ 937907 h 942137"/>
                <a:gd name="connsiteX1328" fmla="*/ 416207 w 899217"/>
                <a:gd name="connsiteY1328" fmla="*/ 937907 h 942137"/>
                <a:gd name="connsiteX1329" fmla="*/ 418832 w 899217"/>
                <a:gd name="connsiteY1329" fmla="*/ 934577 h 942137"/>
                <a:gd name="connsiteX1330" fmla="*/ 419405 w 899217"/>
                <a:gd name="connsiteY1330" fmla="*/ 931381 h 942137"/>
                <a:gd name="connsiteX1331" fmla="*/ 417520 w 899217"/>
                <a:gd name="connsiteY1331" fmla="*/ 927479 h 942137"/>
                <a:gd name="connsiteX1332" fmla="*/ 414626 w 899217"/>
                <a:gd name="connsiteY1332" fmla="*/ 924585 h 942137"/>
                <a:gd name="connsiteX1333" fmla="*/ 412169 w 899217"/>
                <a:gd name="connsiteY1333" fmla="*/ 922399 h 942137"/>
                <a:gd name="connsiteX1334" fmla="*/ 411731 w 899217"/>
                <a:gd name="connsiteY1334" fmla="*/ 916747 h 942137"/>
                <a:gd name="connsiteX1335" fmla="*/ 411866 w 899217"/>
                <a:gd name="connsiteY1335" fmla="*/ 912105 h 942137"/>
                <a:gd name="connsiteX1336" fmla="*/ 412303 w 899217"/>
                <a:gd name="connsiteY1336" fmla="*/ 906757 h 942137"/>
                <a:gd name="connsiteX1337" fmla="*/ 412606 w 899217"/>
                <a:gd name="connsiteY1337" fmla="*/ 903561 h 942137"/>
                <a:gd name="connsiteX1338" fmla="*/ 413919 w 899217"/>
                <a:gd name="connsiteY1338" fmla="*/ 899221 h 942137"/>
                <a:gd name="connsiteX1339" fmla="*/ 414356 w 899217"/>
                <a:gd name="connsiteY1339" fmla="*/ 895016 h 942137"/>
                <a:gd name="connsiteX1340" fmla="*/ 416376 w 899217"/>
                <a:gd name="connsiteY1340" fmla="*/ 891417 h 942137"/>
                <a:gd name="connsiteX1341" fmla="*/ 419135 w 899217"/>
                <a:gd name="connsiteY1341" fmla="*/ 887649 h 942137"/>
                <a:gd name="connsiteX1342" fmla="*/ 421592 w 899217"/>
                <a:gd name="connsiteY1342" fmla="*/ 885025 h 942137"/>
                <a:gd name="connsiteX1343" fmla="*/ 421155 w 899217"/>
                <a:gd name="connsiteY1343" fmla="*/ 881123 h 942137"/>
                <a:gd name="connsiteX1344" fmla="*/ 419707 w 899217"/>
                <a:gd name="connsiteY1344" fmla="*/ 877793 h 942137"/>
                <a:gd name="connsiteX1345" fmla="*/ 417957 w 899217"/>
                <a:gd name="connsiteY1345" fmla="*/ 875034 h 942137"/>
                <a:gd name="connsiteX1346" fmla="*/ 417957 w 899217"/>
                <a:gd name="connsiteY1346" fmla="*/ 871704 h 942137"/>
                <a:gd name="connsiteX1347" fmla="*/ 415501 w 899217"/>
                <a:gd name="connsiteY1347" fmla="*/ 863731 h 942137"/>
                <a:gd name="connsiteX1348" fmla="*/ 412169 w 899217"/>
                <a:gd name="connsiteY1348" fmla="*/ 856499 h 942137"/>
                <a:gd name="connsiteX1349" fmla="*/ 405068 w 899217"/>
                <a:gd name="connsiteY1349" fmla="*/ 846373 h 942137"/>
                <a:gd name="connsiteX1350" fmla="*/ 404058 w 899217"/>
                <a:gd name="connsiteY1350" fmla="*/ 838569 h 942137"/>
                <a:gd name="connsiteX1351" fmla="*/ 404058 w 899217"/>
                <a:gd name="connsiteY1351" fmla="*/ 834936 h 942137"/>
                <a:gd name="connsiteX1352" fmla="*/ 403351 w 899217"/>
                <a:gd name="connsiteY1352" fmla="*/ 830159 h 942137"/>
                <a:gd name="connsiteX1353" fmla="*/ 401164 w 899217"/>
                <a:gd name="connsiteY1353" fmla="*/ 823633 h 942137"/>
                <a:gd name="connsiteX1354" fmla="*/ 399144 w 899217"/>
                <a:gd name="connsiteY1354" fmla="*/ 819865 h 942137"/>
                <a:gd name="connsiteX1355" fmla="*/ 396822 w 899217"/>
                <a:gd name="connsiteY1355" fmla="*/ 816232 h 942137"/>
                <a:gd name="connsiteX1356" fmla="*/ 402039 w 899217"/>
                <a:gd name="connsiteY1356" fmla="*/ 812902 h 942137"/>
                <a:gd name="connsiteX1357" fmla="*/ 405808 w 899217"/>
                <a:gd name="connsiteY1357" fmla="*/ 810446 h 942137"/>
                <a:gd name="connsiteX1358" fmla="*/ 410150 w 899217"/>
                <a:gd name="connsiteY1358" fmla="*/ 803214 h 942137"/>
                <a:gd name="connsiteX1359" fmla="*/ 409409 w 899217"/>
                <a:gd name="connsiteY1359" fmla="*/ 796688 h 942137"/>
                <a:gd name="connsiteX1360" fmla="*/ 412001 w 899217"/>
                <a:gd name="connsiteY1360" fmla="*/ 790901 h 942137"/>
                <a:gd name="connsiteX1361" fmla="*/ 416476 w 899217"/>
                <a:gd name="connsiteY1361" fmla="*/ 788278 h 942137"/>
                <a:gd name="connsiteX1362" fmla="*/ 420683 w 899217"/>
                <a:gd name="connsiteY1362" fmla="*/ 788849 h 942137"/>
                <a:gd name="connsiteX1363" fmla="*/ 427078 w 899217"/>
                <a:gd name="connsiteY1363" fmla="*/ 794635 h 942137"/>
                <a:gd name="connsiteX1364" fmla="*/ 436770 w 899217"/>
                <a:gd name="connsiteY1364" fmla="*/ 795342 h 942137"/>
                <a:gd name="connsiteX1365" fmla="*/ 450670 w 899217"/>
                <a:gd name="connsiteY1365" fmla="*/ 798975 h 942137"/>
                <a:gd name="connsiteX1366" fmla="*/ 464569 w 899217"/>
                <a:gd name="connsiteY1366" fmla="*/ 803886 h 942137"/>
                <a:gd name="connsiteX1367" fmla="*/ 470357 w 899217"/>
                <a:gd name="connsiteY1367" fmla="*/ 797226 h 942137"/>
                <a:gd name="connsiteX1368" fmla="*/ 476584 w 899217"/>
                <a:gd name="connsiteY1368" fmla="*/ 788984 h 942137"/>
                <a:gd name="connsiteX1369" fmla="*/ 480925 w 899217"/>
                <a:gd name="connsiteY1369" fmla="*/ 778556 h 942137"/>
                <a:gd name="connsiteX1370" fmla="*/ 492368 w 899217"/>
                <a:gd name="connsiteY1370" fmla="*/ 768699 h 942137"/>
                <a:gd name="connsiteX1371" fmla="*/ 496844 w 899217"/>
                <a:gd name="connsiteY1371" fmla="*/ 761299 h 942137"/>
                <a:gd name="connsiteX1372" fmla="*/ 503373 w 899217"/>
                <a:gd name="connsiteY1372" fmla="*/ 762745 h 942137"/>
                <a:gd name="connsiteX1373" fmla="*/ 512224 w 899217"/>
                <a:gd name="connsiteY1373" fmla="*/ 765638 h 942137"/>
                <a:gd name="connsiteX1374" fmla="*/ 517878 w 899217"/>
                <a:gd name="connsiteY1374" fmla="*/ 771727 h 942137"/>
                <a:gd name="connsiteX1375" fmla="*/ 528681 w 899217"/>
                <a:gd name="connsiteY1375" fmla="*/ 778320 h 942137"/>
                <a:gd name="connsiteX1376" fmla="*/ 533460 w 899217"/>
                <a:gd name="connsiteY1376" fmla="*/ 783602 h 942137"/>
                <a:gd name="connsiteX1377" fmla="*/ 538676 w 899217"/>
                <a:gd name="connsiteY1377" fmla="*/ 788109 h 942137"/>
                <a:gd name="connsiteX1378" fmla="*/ 539383 w 899217"/>
                <a:gd name="connsiteY1378" fmla="*/ 792953 h 942137"/>
                <a:gd name="connsiteX1379" fmla="*/ 536994 w 899217"/>
                <a:gd name="connsiteY1379" fmla="*/ 796654 h 942137"/>
                <a:gd name="connsiteX1380" fmla="*/ 541402 w 899217"/>
                <a:gd name="connsiteY1380" fmla="*/ 797730 h 942137"/>
                <a:gd name="connsiteX1381" fmla="*/ 545676 w 899217"/>
                <a:gd name="connsiteY1381" fmla="*/ 802877 h 942137"/>
                <a:gd name="connsiteX1382" fmla="*/ 549479 w 899217"/>
                <a:gd name="connsiteY1382" fmla="*/ 802877 h 942137"/>
                <a:gd name="connsiteX1383" fmla="*/ 554629 w 899217"/>
                <a:gd name="connsiteY1383" fmla="*/ 802406 h 942137"/>
                <a:gd name="connsiteX1384" fmla="*/ 557927 w 899217"/>
                <a:gd name="connsiteY1384" fmla="*/ 800960 h 942137"/>
                <a:gd name="connsiteX1385" fmla="*/ 561932 w 899217"/>
                <a:gd name="connsiteY1385" fmla="*/ 799311 h 942137"/>
                <a:gd name="connsiteX1386" fmla="*/ 567316 w 899217"/>
                <a:gd name="connsiteY1386" fmla="*/ 796553 h 942137"/>
                <a:gd name="connsiteX1387" fmla="*/ 569874 w 899217"/>
                <a:gd name="connsiteY1387" fmla="*/ 794602 h 942137"/>
                <a:gd name="connsiteX1388" fmla="*/ 570682 w 899217"/>
                <a:gd name="connsiteY1388" fmla="*/ 793189 h 942137"/>
                <a:gd name="connsiteX1389" fmla="*/ 570244 w 899217"/>
                <a:gd name="connsiteY1389" fmla="*/ 787537 h 942137"/>
                <a:gd name="connsiteX1390" fmla="*/ 571725 w 899217"/>
                <a:gd name="connsiteY1390" fmla="*/ 783366 h 942137"/>
                <a:gd name="connsiteX1391" fmla="*/ 574754 w 899217"/>
                <a:gd name="connsiteY1391" fmla="*/ 779330 h 942137"/>
                <a:gd name="connsiteX1392" fmla="*/ 579533 w 899217"/>
                <a:gd name="connsiteY1392" fmla="*/ 774216 h 942137"/>
                <a:gd name="connsiteX1393" fmla="*/ 582293 w 899217"/>
                <a:gd name="connsiteY1393" fmla="*/ 771323 h 942137"/>
                <a:gd name="connsiteX1394" fmla="*/ 584682 w 899217"/>
                <a:gd name="connsiteY1394" fmla="*/ 770516 h 942137"/>
                <a:gd name="connsiteX1395" fmla="*/ 587947 w 899217"/>
                <a:gd name="connsiteY1395" fmla="*/ 771323 h 942137"/>
                <a:gd name="connsiteX1396" fmla="*/ 592086 w 899217"/>
                <a:gd name="connsiteY1396" fmla="*/ 775226 h 942137"/>
                <a:gd name="connsiteX1397" fmla="*/ 596091 w 899217"/>
                <a:gd name="connsiteY1397" fmla="*/ 778690 h 942137"/>
                <a:gd name="connsiteX1398" fmla="*/ 598144 w 899217"/>
                <a:gd name="connsiteY1398" fmla="*/ 782155 h 942137"/>
                <a:gd name="connsiteX1399" fmla="*/ 602048 w 899217"/>
                <a:gd name="connsiteY1399" fmla="*/ 787807 h 942137"/>
                <a:gd name="connsiteX1400" fmla="*/ 604707 w 899217"/>
                <a:gd name="connsiteY1400" fmla="*/ 788883 h 942137"/>
                <a:gd name="connsiteX1401" fmla="*/ 607298 w 899217"/>
                <a:gd name="connsiteY1401" fmla="*/ 788883 h 942137"/>
                <a:gd name="connsiteX1402" fmla="*/ 610361 w 899217"/>
                <a:gd name="connsiteY1402" fmla="*/ 787403 h 942137"/>
                <a:gd name="connsiteX1403" fmla="*/ 612649 w 899217"/>
                <a:gd name="connsiteY1403" fmla="*/ 784644 h 942137"/>
                <a:gd name="connsiteX1404" fmla="*/ 616015 w 899217"/>
                <a:gd name="connsiteY1404" fmla="*/ 775831 h 942137"/>
                <a:gd name="connsiteX1405" fmla="*/ 616015 w 899217"/>
                <a:gd name="connsiteY1405" fmla="*/ 770079 h 942137"/>
                <a:gd name="connsiteX1406" fmla="*/ 615039 w 899217"/>
                <a:gd name="connsiteY1406" fmla="*/ 763653 h 942137"/>
                <a:gd name="connsiteX1407" fmla="*/ 615914 w 899217"/>
                <a:gd name="connsiteY1407" fmla="*/ 759314 h 942137"/>
                <a:gd name="connsiteX1408" fmla="*/ 618640 w 899217"/>
                <a:gd name="connsiteY1408" fmla="*/ 758338 h 942137"/>
                <a:gd name="connsiteX1409" fmla="*/ 619851 w 899217"/>
                <a:gd name="connsiteY1409" fmla="*/ 758574 h 942137"/>
                <a:gd name="connsiteX1410" fmla="*/ 624092 w 899217"/>
                <a:gd name="connsiteY1410" fmla="*/ 761736 h 942137"/>
                <a:gd name="connsiteX1411" fmla="*/ 628332 w 899217"/>
                <a:gd name="connsiteY1411" fmla="*/ 766748 h 942137"/>
                <a:gd name="connsiteX1412" fmla="*/ 630284 w 899217"/>
                <a:gd name="connsiteY1412" fmla="*/ 770785 h 942137"/>
                <a:gd name="connsiteX1413" fmla="*/ 633650 w 899217"/>
                <a:gd name="connsiteY1413" fmla="*/ 775360 h 942137"/>
                <a:gd name="connsiteX1414" fmla="*/ 639203 w 899217"/>
                <a:gd name="connsiteY1414" fmla="*/ 779801 h 942137"/>
                <a:gd name="connsiteX1415" fmla="*/ 644857 w 899217"/>
                <a:gd name="connsiteY1415" fmla="*/ 784039 h 942137"/>
                <a:gd name="connsiteX1416" fmla="*/ 650073 w 899217"/>
                <a:gd name="connsiteY1416" fmla="*/ 789690 h 942137"/>
                <a:gd name="connsiteX1417" fmla="*/ 651386 w 899217"/>
                <a:gd name="connsiteY1417" fmla="*/ 793391 h 942137"/>
                <a:gd name="connsiteX1418" fmla="*/ 653573 w 899217"/>
                <a:gd name="connsiteY1418" fmla="*/ 796755 h 942137"/>
                <a:gd name="connsiteX1419" fmla="*/ 658150 w 899217"/>
                <a:gd name="connsiteY1419" fmla="*/ 798067 h 942137"/>
                <a:gd name="connsiteX1420" fmla="*/ 661516 w 899217"/>
                <a:gd name="connsiteY1420" fmla="*/ 798067 h 942137"/>
                <a:gd name="connsiteX1421" fmla="*/ 662828 w 899217"/>
                <a:gd name="connsiteY1421" fmla="*/ 797091 h 942137"/>
                <a:gd name="connsiteX1422" fmla="*/ 664578 w 899217"/>
                <a:gd name="connsiteY1422" fmla="*/ 793492 h 942137"/>
                <a:gd name="connsiteX1423" fmla="*/ 666530 w 899217"/>
                <a:gd name="connsiteY1423" fmla="*/ 788042 h 942137"/>
                <a:gd name="connsiteX1424" fmla="*/ 666530 w 899217"/>
                <a:gd name="connsiteY1424" fmla="*/ 784577 h 942137"/>
                <a:gd name="connsiteX1425" fmla="*/ 666530 w 899217"/>
                <a:gd name="connsiteY1425" fmla="*/ 779363 h 942137"/>
                <a:gd name="connsiteX1426" fmla="*/ 666530 w 899217"/>
                <a:gd name="connsiteY1426" fmla="*/ 775226 h 942137"/>
                <a:gd name="connsiteX1427" fmla="*/ 668213 w 899217"/>
                <a:gd name="connsiteY1427" fmla="*/ 768699 h 942137"/>
                <a:gd name="connsiteX1428" fmla="*/ 672723 w 899217"/>
                <a:gd name="connsiteY1428" fmla="*/ 766210 h 942137"/>
                <a:gd name="connsiteX1429" fmla="*/ 679252 w 899217"/>
                <a:gd name="connsiteY1429" fmla="*/ 766109 h 942137"/>
                <a:gd name="connsiteX1430" fmla="*/ 684367 w 899217"/>
                <a:gd name="connsiteY1430" fmla="*/ 771424 h 942137"/>
                <a:gd name="connsiteX1431" fmla="*/ 685814 w 899217"/>
                <a:gd name="connsiteY1431" fmla="*/ 774519 h 942137"/>
                <a:gd name="connsiteX1432" fmla="*/ 687564 w 899217"/>
                <a:gd name="connsiteY1432" fmla="*/ 780103 h 942137"/>
                <a:gd name="connsiteX1433" fmla="*/ 692713 w 899217"/>
                <a:gd name="connsiteY1433" fmla="*/ 781483 h 942137"/>
                <a:gd name="connsiteX1434" fmla="*/ 697863 w 899217"/>
                <a:gd name="connsiteY1434" fmla="*/ 781483 h 942137"/>
                <a:gd name="connsiteX1435" fmla="*/ 701699 w 899217"/>
                <a:gd name="connsiteY1435" fmla="*/ 778421 h 942137"/>
                <a:gd name="connsiteX1436" fmla="*/ 704964 w 899217"/>
                <a:gd name="connsiteY1436" fmla="*/ 775596 h 942137"/>
                <a:gd name="connsiteX1437" fmla="*/ 705334 w 899217"/>
                <a:gd name="connsiteY1437" fmla="*/ 770953 h 942137"/>
                <a:gd name="connsiteX1438" fmla="*/ 708464 w 899217"/>
                <a:gd name="connsiteY1438" fmla="*/ 767757 h 942137"/>
                <a:gd name="connsiteX1439" fmla="*/ 711223 w 899217"/>
                <a:gd name="connsiteY1439" fmla="*/ 765672 h 942137"/>
                <a:gd name="connsiteX1440" fmla="*/ 714387 w 899217"/>
                <a:gd name="connsiteY1440" fmla="*/ 767186 h 942137"/>
                <a:gd name="connsiteX1441" fmla="*/ 716137 w 899217"/>
                <a:gd name="connsiteY1441" fmla="*/ 768060 h 942137"/>
                <a:gd name="connsiteX1442" fmla="*/ 723104 w 899217"/>
                <a:gd name="connsiteY1442" fmla="*/ 768060 h 942137"/>
                <a:gd name="connsiteX1443" fmla="*/ 727748 w 899217"/>
                <a:gd name="connsiteY1443" fmla="*/ 768060 h 942137"/>
                <a:gd name="connsiteX1444" fmla="*/ 733839 w 899217"/>
                <a:gd name="connsiteY1444" fmla="*/ 766748 h 942137"/>
                <a:gd name="connsiteX1445" fmla="*/ 736162 w 899217"/>
                <a:gd name="connsiteY1445" fmla="*/ 763990 h 942137"/>
                <a:gd name="connsiteX1446" fmla="*/ 742556 w 899217"/>
                <a:gd name="connsiteY1446" fmla="*/ 758776 h 942137"/>
                <a:gd name="connsiteX1447" fmla="*/ 746897 w 899217"/>
                <a:gd name="connsiteY1447" fmla="*/ 758776 h 942137"/>
                <a:gd name="connsiteX1448" fmla="*/ 750094 w 899217"/>
                <a:gd name="connsiteY1448" fmla="*/ 753259 h 942137"/>
                <a:gd name="connsiteX1449" fmla="*/ 750094 w 899217"/>
                <a:gd name="connsiteY1449" fmla="*/ 750366 h 942137"/>
                <a:gd name="connsiteX1450" fmla="*/ 747066 w 899217"/>
                <a:gd name="connsiteY1450" fmla="*/ 746901 h 942137"/>
                <a:gd name="connsiteX1451" fmla="*/ 743734 w 899217"/>
                <a:gd name="connsiteY1451" fmla="*/ 742831 h 942137"/>
                <a:gd name="connsiteX1452" fmla="*/ 742589 w 899217"/>
                <a:gd name="connsiteY1452" fmla="*/ 736473 h 942137"/>
                <a:gd name="connsiteX1453" fmla="*/ 749825 w 899217"/>
                <a:gd name="connsiteY1453" fmla="*/ 734454 h 942137"/>
                <a:gd name="connsiteX1454" fmla="*/ 756186 w 899217"/>
                <a:gd name="connsiteY1454" fmla="*/ 731696 h 942137"/>
                <a:gd name="connsiteX1455" fmla="*/ 762850 w 899217"/>
                <a:gd name="connsiteY1455" fmla="*/ 727491 h 942137"/>
                <a:gd name="connsiteX1456" fmla="*/ 770085 w 899217"/>
                <a:gd name="connsiteY1456" fmla="*/ 722848 h 942137"/>
                <a:gd name="connsiteX1457" fmla="*/ 776480 w 899217"/>
                <a:gd name="connsiteY1457" fmla="*/ 722848 h 942137"/>
                <a:gd name="connsiteX1458" fmla="*/ 782268 w 899217"/>
                <a:gd name="connsiteY1458" fmla="*/ 728634 h 942137"/>
                <a:gd name="connsiteX1459" fmla="*/ 784288 w 899217"/>
                <a:gd name="connsiteY1459" fmla="*/ 722848 h 942137"/>
                <a:gd name="connsiteX1460" fmla="*/ 786038 w 899217"/>
                <a:gd name="connsiteY1460" fmla="*/ 723151 h 942137"/>
                <a:gd name="connsiteX1461" fmla="*/ 791826 w 899217"/>
                <a:gd name="connsiteY1461" fmla="*/ 722008 h 942137"/>
                <a:gd name="connsiteX1462" fmla="*/ 791826 w 899217"/>
                <a:gd name="connsiteY1462" fmla="*/ 713329 h 942137"/>
                <a:gd name="connsiteX1463" fmla="*/ 792802 w 899217"/>
                <a:gd name="connsiteY1463" fmla="*/ 711075 h 942137"/>
                <a:gd name="connsiteX1464" fmla="*/ 797547 w 899217"/>
                <a:gd name="connsiteY1464" fmla="*/ 713766 h 942137"/>
                <a:gd name="connsiteX1465" fmla="*/ 814745 w 899217"/>
                <a:gd name="connsiteY1465" fmla="*/ 733041 h 942137"/>
                <a:gd name="connsiteX1466" fmla="*/ 820130 w 899217"/>
                <a:gd name="connsiteY1466" fmla="*/ 733613 h 942137"/>
                <a:gd name="connsiteX1467" fmla="*/ 821072 w 899217"/>
                <a:gd name="connsiteY1467" fmla="*/ 731292 h 94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Lst>
              <a:rect l="l" t="t" r="r" b="b"/>
              <a:pathLst>
                <a:path w="899217" h="942137">
                  <a:moveTo>
                    <a:pt x="821072" y="731292"/>
                  </a:moveTo>
                  <a:lnTo>
                    <a:pt x="824269" y="727524"/>
                  </a:lnTo>
                  <a:lnTo>
                    <a:pt x="827736" y="724934"/>
                  </a:lnTo>
                  <a:lnTo>
                    <a:pt x="831640" y="721167"/>
                  </a:lnTo>
                  <a:cubicBezTo>
                    <a:pt x="831640" y="721167"/>
                    <a:pt x="833389" y="717096"/>
                    <a:pt x="834534" y="716524"/>
                  </a:cubicBezTo>
                  <a:cubicBezTo>
                    <a:pt x="835678" y="715953"/>
                    <a:pt x="841500" y="714203"/>
                    <a:pt x="841500" y="714203"/>
                  </a:cubicBezTo>
                  <a:lnTo>
                    <a:pt x="842510" y="715953"/>
                  </a:lnTo>
                  <a:cubicBezTo>
                    <a:pt x="842510" y="715953"/>
                    <a:pt x="844092" y="715818"/>
                    <a:pt x="844529" y="715650"/>
                  </a:cubicBezTo>
                  <a:cubicBezTo>
                    <a:pt x="844967" y="715515"/>
                    <a:pt x="846279" y="712757"/>
                    <a:pt x="846279" y="712757"/>
                  </a:cubicBezTo>
                  <a:lnTo>
                    <a:pt x="844698" y="711613"/>
                  </a:lnTo>
                  <a:lnTo>
                    <a:pt x="843250" y="709864"/>
                  </a:lnTo>
                  <a:lnTo>
                    <a:pt x="843688" y="707543"/>
                  </a:lnTo>
                  <a:lnTo>
                    <a:pt x="845135" y="706399"/>
                  </a:lnTo>
                  <a:lnTo>
                    <a:pt x="849039" y="705255"/>
                  </a:lnTo>
                  <a:lnTo>
                    <a:pt x="854827" y="702497"/>
                  </a:lnTo>
                  <a:cubicBezTo>
                    <a:pt x="854827" y="702497"/>
                    <a:pt x="859304" y="699032"/>
                    <a:pt x="859909" y="699032"/>
                  </a:cubicBezTo>
                  <a:cubicBezTo>
                    <a:pt x="860482" y="699032"/>
                    <a:pt x="864116" y="696408"/>
                    <a:pt x="864116" y="696408"/>
                  </a:cubicBezTo>
                  <a:lnTo>
                    <a:pt x="865126" y="693078"/>
                  </a:lnTo>
                  <a:lnTo>
                    <a:pt x="866135" y="693078"/>
                  </a:lnTo>
                  <a:cubicBezTo>
                    <a:pt x="866135" y="693078"/>
                    <a:pt x="869602" y="694087"/>
                    <a:pt x="870208" y="694524"/>
                  </a:cubicBezTo>
                  <a:cubicBezTo>
                    <a:pt x="870780" y="694961"/>
                    <a:pt x="873540" y="697282"/>
                    <a:pt x="873540" y="697282"/>
                  </a:cubicBezTo>
                  <a:cubicBezTo>
                    <a:pt x="873540" y="697282"/>
                    <a:pt x="874852" y="698729"/>
                    <a:pt x="875996" y="699301"/>
                  </a:cubicBezTo>
                  <a:cubicBezTo>
                    <a:pt x="877140" y="699873"/>
                    <a:pt x="878891" y="700310"/>
                    <a:pt x="878891" y="700310"/>
                  </a:cubicBezTo>
                  <a:lnTo>
                    <a:pt x="881213" y="700613"/>
                  </a:lnTo>
                  <a:cubicBezTo>
                    <a:pt x="881213" y="700613"/>
                    <a:pt x="883838" y="698863"/>
                    <a:pt x="885117" y="697720"/>
                  </a:cubicBezTo>
                  <a:cubicBezTo>
                    <a:pt x="886429" y="696576"/>
                    <a:pt x="888011" y="694255"/>
                    <a:pt x="888751" y="693952"/>
                  </a:cubicBezTo>
                  <a:cubicBezTo>
                    <a:pt x="889492" y="693650"/>
                    <a:pt x="890569" y="691934"/>
                    <a:pt x="890569" y="691934"/>
                  </a:cubicBezTo>
                  <a:lnTo>
                    <a:pt x="891376" y="688032"/>
                  </a:lnTo>
                  <a:lnTo>
                    <a:pt x="891376" y="685273"/>
                  </a:lnTo>
                  <a:lnTo>
                    <a:pt x="891376" y="681203"/>
                  </a:lnTo>
                  <a:lnTo>
                    <a:pt x="891376" y="678310"/>
                  </a:lnTo>
                  <a:lnTo>
                    <a:pt x="894843" y="675282"/>
                  </a:lnTo>
                  <a:lnTo>
                    <a:pt x="894708" y="671212"/>
                  </a:lnTo>
                  <a:lnTo>
                    <a:pt x="894136" y="666872"/>
                  </a:lnTo>
                  <a:cubicBezTo>
                    <a:pt x="894136" y="666872"/>
                    <a:pt x="894574" y="663676"/>
                    <a:pt x="895146" y="663104"/>
                  </a:cubicBezTo>
                  <a:cubicBezTo>
                    <a:pt x="895718" y="662533"/>
                    <a:pt x="897905" y="659203"/>
                    <a:pt x="897905" y="659203"/>
                  </a:cubicBezTo>
                  <a:lnTo>
                    <a:pt x="899218" y="656881"/>
                  </a:lnTo>
                  <a:lnTo>
                    <a:pt x="896021" y="654123"/>
                  </a:lnTo>
                  <a:lnTo>
                    <a:pt x="891679" y="650658"/>
                  </a:lnTo>
                  <a:lnTo>
                    <a:pt x="889357" y="649952"/>
                  </a:lnTo>
                  <a:lnTo>
                    <a:pt x="889054" y="647058"/>
                  </a:lnTo>
                  <a:lnTo>
                    <a:pt x="889761" y="644603"/>
                  </a:lnTo>
                  <a:lnTo>
                    <a:pt x="890198" y="641575"/>
                  </a:lnTo>
                  <a:lnTo>
                    <a:pt x="889323" y="639389"/>
                  </a:lnTo>
                  <a:lnTo>
                    <a:pt x="886867" y="637942"/>
                  </a:lnTo>
                  <a:lnTo>
                    <a:pt x="883669" y="633737"/>
                  </a:lnTo>
                  <a:lnTo>
                    <a:pt x="881919" y="629397"/>
                  </a:lnTo>
                  <a:cubicBezTo>
                    <a:pt x="881919" y="629397"/>
                    <a:pt x="882054" y="627077"/>
                    <a:pt x="880607" y="625933"/>
                  </a:cubicBezTo>
                  <a:cubicBezTo>
                    <a:pt x="879160" y="624789"/>
                    <a:pt x="877140" y="623174"/>
                    <a:pt x="876568" y="623174"/>
                  </a:cubicBezTo>
                  <a:cubicBezTo>
                    <a:pt x="875996" y="623174"/>
                    <a:pt x="875256" y="622165"/>
                    <a:pt x="874549" y="623174"/>
                  </a:cubicBezTo>
                  <a:cubicBezTo>
                    <a:pt x="873809" y="624184"/>
                    <a:pt x="871924" y="625361"/>
                    <a:pt x="871924" y="625361"/>
                  </a:cubicBezTo>
                  <a:lnTo>
                    <a:pt x="868727" y="626942"/>
                  </a:lnTo>
                  <a:lnTo>
                    <a:pt x="867717" y="629835"/>
                  </a:lnTo>
                  <a:lnTo>
                    <a:pt x="866708" y="631854"/>
                  </a:lnTo>
                  <a:lnTo>
                    <a:pt x="865563" y="635621"/>
                  </a:lnTo>
                  <a:lnTo>
                    <a:pt x="862938" y="636193"/>
                  </a:lnTo>
                  <a:lnTo>
                    <a:pt x="860751" y="635486"/>
                  </a:lnTo>
                  <a:cubicBezTo>
                    <a:pt x="860751" y="635486"/>
                    <a:pt x="859606" y="632862"/>
                    <a:pt x="858294" y="632728"/>
                  </a:cubicBezTo>
                  <a:cubicBezTo>
                    <a:pt x="856981" y="632594"/>
                    <a:pt x="855534" y="632156"/>
                    <a:pt x="855534" y="632156"/>
                  </a:cubicBezTo>
                  <a:lnTo>
                    <a:pt x="851327" y="631854"/>
                  </a:lnTo>
                  <a:lnTo>
                    <a:pt x="847255" y="633098"/>
                  </a:lnTo>
                  <a:lnTo>
                    <a:pt x="843486" y="634040"/>
                  </a:lnTo>
                  <a:lnTo>
                    <a:pt x="841736" y="634040"/>
                  </a:lnTo>
                  <a:lnTo>
                    <a:pt x="839111" y="628960"/>
                  </a:lnTo>
                  <a:cubicBezTo>
                    <a:pt x="839111" y="628960"/>
                    <a:pt x="837226" y="627817"/>
                    <a:pt x="836789" y="627649"/>
                  </a:cubicBezTo>
                  <a:cubicBezTo>
                    <a:pt x="836351" y="627514"/>
                    <a:pt x="833154" y="628792"/>
                    <a:pt x="833154" y="628792"/>
                  </a:cubicBezTo>
                  <a:cubicBezTo>
                    <a:pt x="833154" y="628792"/>
                    <a:pt x="830832" y="631685"/>
                    <a:pt x="830697" y="632123"/>
                  </a:cubicBezTo>
                  <a:cubicBezTo>
                    <a:pt x="830563" y="632560"/>
                    <a:pt x="828072" y="634443"/>
                    <a:pt x="828072" y="634443"/>
                  </a:cubicBezTo>
                  <a:lnTo>
                    <a:pt x="826490" y="637202"/>
                  </a:lnTo>
                  <a:lnTo>
                    <a:pt x="824471" y="639523"/>
                  </a:lnTo>
                  <a:lnTo>
                    <a:pt x="822149" y="637202"/>
                  </a:lnTo>
                  <a:cubicBezTo>
                    <a:pt x="822149" y="637202"/>
                    <a:pt x="821442" y="636025"/>
                    <a:pt x="821005" y="635890"/>
                  </a:cubicBezTo>
                  <a:cubicBezTo>
                    <a:pt x="820567" y="635755"/>
                    <a:pt x="817101" y="632425"/>
                    <a:pt x="817101" y="632425"/>
                  </a:cubicBezTo>
                  <a:lnTo>
                    <a:pt x="814509" y="630979"/>
                  </a:lnTo>
                  <a:lnTo>
                    <a:pt x="811884" y="630609"/>
                  </a:lnTo>
                  <a:lnTo>
                    <a:pt x="807543" y="630542"/>
                  </a:lnTo>
                  <a:lnTo>
                    <a:pt x="803471" y="630542"/>
                  </a:lnTo>
                  <a:lnTo>
                    <a:pt x="800408" y="629532"/>
                  </a:lnTo>
                  <a:lnTo>
                    <a:pt x="797379" y="627211"/>
                  </a:lnTo>
                  <a:lnTo>
                    <a:pt x="793980" y="624453"/>
                  </a:lnTo>
                  <a:lnTo>
                    <a:pt x="792163" y="622703"/>
                  </a:lnTo>
                  <a:lnTo>
                    <a:pt x="792163" y="620988"/>
                  </a:lnTo>
                  <a:lnTo>
                    <a:pt x="793913" y="619844"/>
                  </a:lnTo>
                  <a:lnTo>
                    <a:pt x="795360" y="618263"/>
                  </a:lnTo>
                  <a:lnTo>
                    <a:pt x="796672" y="617119"/>
                  </a:lnTo>
                  <a:lnTo>
                    <a:pt x="798557" y="616110"/>
                  </a:lnTo>
                  <a:lnTo>
                    <a:pt x="800004" y="613352"/>
                  </a:lnTo>
                  <a:lnTo>
                    <a:pt x="800307" y="611030"/>
                  </a:lnTo>
                  <a:lnTo>
                    <a:pt x="799297" y="608709"/>
                  </a:lnTo>
                  <a:lnTo>
                    <a:pt x="796975" y="606960"/>
                  </a:lnTo>
                  <a:lnTo>
                    <a:pt x="797278" y="601174"/>
                  </a:lnTo>
                  <a:lnTo>
                    <a:pt x="797985" y="597406"/>
                  </a:lnTo>
                  <a:lnTo>
                    <a:pt x="794350" y="591889"/>
                  </a:lnTo>
                  <a:lnTo>
                    <a:pt x="789134" y="588862"/>
                  </a:lnTo>
                  <a:cubicBezTo>
                    <a:pt x="789134" y="588862"/>
                    <a:pt x="783917" y="586843"/>
                    <a:pt x="783480" y="586541"/>
                  </a:cubicBezTo>
                  <a:cubicBezTo>
                    <a:pt x="783042" y="586238"/>
                    <a:pt x="776682" y="588122"/>
                    <a:pt x="776682" y="588122"/>
                  </a:cubicBezTo>
                  <a:lnTo>
                    <a:pt x="772340" y="588256"/>
                  </a:lnTo>
                  <a:cubicBezTo>
                    <a:pt x="772340" y="588256"/>
                    <a:pt x="768436" y="589266"/>
                    <a:pt x="767864" y="589266"/>
                  </a:cubicBezTo>
                  <a:cubicBezTo>
                    <a:pt x="767292" y="589266"/>
                    <a:pt x="766114" y="589703"/>
                    <a:pt x="765542" y="589131"/>
                  </a:cubicBezTo>
                  <a:cubicBezTo>
                    <a:pt x="764970" y="588559"/>
                    <a:pt x="762648" y="586911"/>
                    <a:pt x="762075" y="586507"/>
                  </a:cubicBezTo>
                  <a:cubicBezTo>
                    <a:pt x="761503" y="586104"/>
                    <a:pt x="760191" y="585666"/>
                    <a:pt x="759450" y="585363"/>
                  </a:cubicBezTo>
                  <a:cubicBezTo>
                    <a:pt x="758710" y="585061"/>
                    <a:pt x="758878" y="585666"/>
                    <a:pt x="756119" y="585363"/>
                  </a:cubicBezTo>
                  <a:cubicBezTo>
                    <a:pt x="753359" y="585061"/>
                    <a:pt x="752046" y="585935"/>
                    <a:pt x="752046" y="585935"/>
                  </a:cubicBezTo>
                  <a:lnTo>
                    <a:pt x="748075" y="588694"/>
                  </a:lnTo>
                  <a:lnTo>
                    <a:pt x="746998" y="592764"/>
                  </a:lnTo>
                  <a:lnTo>
                    <a:pt x="746998" y="600165"/>
                  </a:lnTo>
                  <a:lnTo>
                    <a:pt x="741041" y="599290"/>
                  </a:lnTo>
                  <a:lnTo>
                    <a:pt x="738888" y="594648"/>
                  </a:lnTo>
                  <a:lnTo>
                    <a:pt x="735253" y="591183"/>
                  </a:lnTo>
                  <a:lnTo>
                    <a:pt x="732056" y="588727"/>
                  </a:lnTo>
                  <a:cubicBezTo>
                    <a:pt x="732056" y="588727"/>
                    <a:pt x="730171" y="586709"/>
                    <a:pt x="730036" y="586104"/>
                  </a:cubicBezTo>
                  <a:cubicBezTo>
                    <a:pt x="729902" y="585531"/>
                    <a:pt x="727849" y="582470"/>
                    <a:pt x="727849" y="582470"/>
                  </a:cubicBezTo>
                  <a:cubicBezTo>
                    <a:pt x="727849" y="582470"/>
                    <a:pt x="726536" y="579140"/>
                    <a:pt x="726671" y="578568"/>
                  </a:cubicBezTo>
                  <a:cubicBezTo>
                    <a:pt x="726805" y="577996"/>
                    <a:pt x="727849" y="575675"/>
                    <a:pt x="727849" y="575675"/>
                  </a:cubicBezTo>
                  <a:lnTo>
                    <a:pt x="726099" y="572479"/>
                  </a:lnTo>
                  <a:lnTo>
                    <a:pt x="726099" y="570595"/>
                  </a:lnTo>
                  <a:cubicBezTo>
                    <a:pt x="726099" y="570595"/>
                    <a:pt x="724349" y="569586"/>
                    <a:pt x="724349" y="569149"/>
                  </a:cubicBezTo>
                  <a:cubicBezTo>
                    <a:pt x="724349" y="568712"/>
                    <a:pt x="724349" y="567131"/>
                    <a:pt x="724349" y="567131"/>
                  </a:cubicBezTo>
                  <a:cubicBezTo>
                    <a:pt x="724349" y="567131"/>
                    <a:pt x="724853" y="564675"/>
                    <a:pt x="724988" y="564238"/>
                  </a:cubicBezTo>
                  <a:cubicBezTo>
                    <a:pt x="725123" y="563800"/>
                    <a:pt x="726065" y="562219"/>
                    <a:pt x="726065" y="561647"/>
                  </a:cubicBezTo>
                  <a:cubicBezTo>
                    <a:pt x="726065" y="561076"/>
                    <a:pt x="726065" y="558452"/>
                    <a:pt x="726065" y="558452"/>
                  </a:cubicBezTo>
                  <a:lnTo>
                    <a:pt x="726772" y="556871"/>
                  </a:lnTo>
                  <a:cubicBezTo>
                    <a:pt x="726772" y="556871"/>
                    <a:pt x="728656" y="555996"/>
                    <a:pt x="729094" y="555424"/>
                  </a:cubicBezTo>
                  <a:cubicBezTo>
                    <a:pt x="729531" y="554852"/>
                    <a:pt x="729666" y="554987"/>
                    <a:pt x="730407" y="554415"/>
                  </a:cubicBezTo>
                  <a:cubicBezTo>
                    <a:pt x="731113" y="553843"/>
                    <a:pt x="734546" y="552834"/>
                    <a:pt x="734546" y="552834"/>
                  </a:cubicBezTo>
                  <a:lnTo>
                    <a:pt x="732291" y="550075"/>
                  </a:lnTo>
                  <a:lnTo>
                    <a:pt x="732796" y="545870"/>
                  </a:lnTo>
                  <a:cubicBezTo>
                    <a:pt x="732796" y="545870"/>
                    <a:pt x="734108" y="541733"/>
                    <a:pt x="734546" y="540858"/>
                  </a:cubicBezTo>
                  <a:cubicBezTo>
                    <a:pt x="734983" y="539983"/>
                    <a:pt x="735421" y="538470"/>
                    <a:pt x="736498" y="537595"/>
                  </a:cubicBezTo>
                  <a:cubicBezTo>
                    <a:pt x="737575" y="536721"/>
                    <a:pt x="740200" y="535409"/>
                    <a:pt x="741950" y="534332"/>
                  </a:cubicBezTo>
                  <a:cubicBezTo>
                    <a:pt x="743700" y="533256"/>
                    <a:pt x="746089" y="530632"/>
                    <a:pt x="746089" y="530632"/>
                  </a:cubicBezTo>
                  <a:lnTo>
                    <a:pt x="746965" y="528041"/>
                  </a:lnTo>
                  <a:lnTo>
                    <a:pt x="747604" y="521953"/>
                  </a:lnTo>
                  <a:lnTo>
                    <a:pt x="746291" y="520203"/>
                  </a:lnTo>
                  <a:lnTo>
                    <a:pt x="744541" y="516940"/>
                  </a:lnTo>
                  <a:cubicBezTo>
                    <a:pt x="744541" y="516940"/>
                    <a:pt x="741714" y="511928"/>
                    <a:pt x="741512" y="510852"/>
                  </a:cubicBezTo>
                  <a:cubicBezTo>
                    <a:pt x="741311" y="509775"/>
                    <a:pt x="743027" y="509540"/>
                    <a:pt x="743902" y="509540"/>
                  </a:cubicBezTo>
                  <a:cubicBezTo>
                    <a:pt x="744777" y="509540"/>
                    <a:pt x="748243" y="510852"/>
                    <a:pt x="749994" y="511726"/>
                  </a:cubicBezTo>
                  <a:cubicBezTo>
                    <a:pt x="751744" y="512601"/>
                    <a:pt x="753258" y="508900"/>
                    <a:pt x="753258" y="508900"/>
                  </a:cubicBezTo>
                  <a:lnTo>
                    <a:pt x="756085" y="507387"/>
                  </a:lnTo>
                  <a:cubicBezTo>
                    <a:pt x="756085" y="507387"/>
                    <a:pt x="758273" y="506075"/>
                    <a:pt x="759114" y="505436"/>
                  </a:cubicBezTo>
                  <a:cubicBezTo>
                    <a:pt x="759989" y="504796"/>
                    <a:pt x="761503" y="504359"/>
                    <a:pt x="761503" y="504359"/>
                  </a:cubicBezTo>
                  <a:cubicBezTo>
                    <a:pt x="761503" y="504359"/>
                    <a:pt x="763455" y="501332"/>
                    <a:pt x="764768" y="500221"/>
                  </a:cubicBezTo>
                  <a:cubicBezTo>
                    <a:pt x="766080" y="499145"/>
                    <a:pt x="765845" y="498035"/>
                    <a:pt x="766080" y="497396"/>
                  </a:cubicBezTo>
                  <a:cubicBezTo>
                    <a:pt x="766282" y="496757"/>
                    <a:pt x="766282" y="493258"/>
                    <a:pt x="766282" y="493258"/>
                  </a:cubicBezTo>
                  <a:lnTo>
                    <a:pt x="766484" y="490634"/>
                  </a:lnTo>
                  <a:lnTo>
                    <a:pt x="763455" y="488044"/>
                  </a:lnTo>
                  <a:cubicBezTo>
                    <a:pt x="763455" y="488044"/>
                    <a:pt x="758676" y="488044"/>
                    <a:pt x="757801" y="488044"/>
                  </a:cubicBezTo>
                  <a:cubicBezTo>
                    <a:pt x="756926" y="488044"/>
                    <a:pt x="753897" y="488380"/>
                    <a:pt x="751710" y="489019"/>
                  </a:cubicBezTo>
                  <a:cubicBezTo>
                    <a:pt x="749522" y="489659"/>
                    <a:pt x="747133" y="488683"/>
                    <a:pt x="747133" y="488683"/>
                  </a:cubicBezTo>
                  <a:lnTo>
                    <a:pt x="746493" y="486295"/>
                  </a:lnTo>
                  <a:cubicBezTo>
                    <a:pt x="746493" y="486295"/>
                    <a:pt x="743902" y="481955"/>
                    <a:pt x="742589" y="480441"/>
                  </a:cubicBezTo>
                  <a:cubicBezTo>
                    <a:pt x="741277" y="478927"/>
                    <a:pt x="739763" y="477414"/>
                    <a:pt x="739763" y="477414"/>
                  </a:cubicBezTo>
                  <a:lnTo>
                    <a:pt x="738248" y="475463"/>
                  </a:lnTo>
                  <a:lnTo>
                    <a:pt x="738686" y="470955"/>
                  </a:lnTo>
                  <a:cubicBezTo>
                    <a:pt x="738686" y="470955"/>
                    <a:pt x="740637" y="468533"/>
                    <a:pt x="741075" y="467658"/>
                  </a:cubicBezTo>
                  <a:cubicBezTo>
                    <a:pt x="741512" y="466784"/>
                    <a:pt x="740873" y="463319"/>
                    <a:pt x="740873" y="463319"/>
                  </a:cubicBezTo>
                  <a:lnTo>
                    <a:pt x="738248" y="461368"/>
                  </a:lnTo>
                  <a:lnTo>
                    <a:pt x="734983" y="462242"/>
                  </a:lnTo>
                  <a:cubicBezTo>
                    <a:pt x="734983" y="462242"/>
                    <a:pt x="733032" y="464193"/>
                    <a:pt x="732359" y="464429"/>
                  </a:cubicBezTo>
                  <a:cubicBezTo>
                    <a:pt x="731719" y="464631"/>
                    <a:pt x="730171" y="465943"/>
                    <a:pt x="729330" y="465943"/>
                  </a:cubicBezTo>
                  <a:cubicBezTo>
                    <a:pt x="728454" y="465943"/>
                    <a:pt x="723911" y="468567"/>
                    <a:pt x="724315" y="466582"/>
                  </a:cubicBezTo>
                  <a:cubicBezTo>
                    <a:pt x="724753" y="464631"/>
                    <a:pt x="726940" y="461805"/>
                    <a:pt x="726940" y="461805"/>
                  </a:cubicBezTo>
                  <a:lnTo>
                    <a:pt x="727579" y="455716"/>
                  </a:lnTo>
                  <a:lnTo>
                    <a:pt x="724315" y="454404"/>
                  </a:lnTo>
                  <a:cubicBezTo>
                    <a:pt x="724315" y="454404"/>
                    <a:pt x="721690" y="454606"/>
                    <a:pt x="721488" y="453765"/>
                  </a:cubicBezTo>
                  <a:cubicBezTo>
                    <a:pt x="721286" y="452890"/>
                    <a:pt x="717786" y="448551"/>
                    <a:pt x="717786" y="448551"/>
                  </a:cubicBezTo>
                  <a:cubicBezTo>
                    <a:pt x="717786" y="448551"/>
                    <a:pt x="714084" y="446802"/>
                    <a:pt x="713647" y="446162"/>
                  </a:cubicBezTo>
                  <a:cubicBezTo>
                    <a:pt x="713209" y="445523"/>
                    <a:pt x="713209" y="442025"/>
                    <a:pt x="713209" y="441150"/>
                  </a:cubicBezTo>
                  <a:cubicBezTo>
                    <a:pt x="713209" y="440276"/>
                    <a:pt x="713849" y="439401"/>
                    <a:pt x="713849" y="439401"/>
                  </a:cubicBezTo>
                  <a:lnTo>
                    <a:pt x="717550" y="437013"/>
                  </a:lnTo>
                  <a:lnTo>
                    <a:pt x="720579" y="435499"/>
                  </a:lnTo>
                  <a:lnTo>
                    <a:pt x="724281" y="435701"/>
                  </a:lnTo>
                  <a:lnTo>
                    <a:pt x="726469" y="434187"/>
                  </a:lnTo>
                  <a:lnTo>
                    <a:pt x="727108" y="429410"/>
                  </a:lnTo>
                  <a:lnTo>
                    <a:pt x="727748" y="424633"/>
                  </a:lnTo>
                  <a:lnTo>
                    <a:pt x="727748" y="418107"/>
                  </a:lnTo>
                  <a:lnTo>
                    <a:pt x="727512" y="413969"/>
                  </a:lnTo>
                  <a:lnTo>
                    <a:pt x="729262" y="410505"/>
                  </a:lnTo>
                  <a:lnTo>
                    <a:pt x="730777" y="408553"/>
                  </a:lnTo>
                  <a:lnTo>
                    <a:pt x="731854" y="406804"/>
                  </a:lnTo>
                  <a:lnTo>
                    <a:pt x="733368" y="404214"/>
                  </a:lnTo>
                  <a:lnTo>
                    <a:pt x="734883" y="401825"/>
                  </a:lnTo>
                  <a:cubicBezTo>
                    <a:pt x="734883" y="401825"/>
                    <a:pt x="736195" y="398125"/>
                    <a:pt x="736633" y="396376"/>
                  </a:cubicBezTo>
                  <a:cubicBezTo>
                    <a:pt x="737070" y="394627"/>
                    <a:pt x="737070" y="391162"/>
                    <a:pt x="737070" y="391162"/>
                  </a:cubicBezTo>
                  <a:lnTo>
                    <a:pt x="739022" y="386587"/>
                  </a:lnTo>
                  <a:cubicBezTo>
                    <a:pt x="739022" y="386587"/>
                    <a:pt x="740974" y="383761"/>
                    <a:pt x="741647" y="382886"/>
                  </a:cubicBezTo>
                  <a:cubicBezTo>
                    <a:pt x="742287" y="382012"/>
                    <a:pt x="742724" y="380498"/>
                    <a:pt x="742724" y="380498"/>
                  </a:cubicBezTo>
                  <a:cubicBezTo>
                    <a:pt x="742724" y="380498"/>
                    <a:pt x="747066" y="377672"/>
                    <a:pt x="747503" y="376966"/>
                  </a:cubicBezTo>
                  <a:cubicBezTo>
                    <a:pt x="747941" y="376259"/>
                    <a:pt x="748580" y="374409"/>
                    <a:pt x="748580" y="374409"/>
                  </a:cubicBezTo>
                  <a:cubicBezTo>
                    <a:pt x="748580" y="374409"/>
                    <a:pt x="752484" y="368993"/>
                    <a:pt x="752921" y="368119"/>
                  </a:cubicBezTo>
                  <a:cubicBezTo>
                    <a:pt x="753359" y="367244"/>
                    <a:pt x="753561" y="365730"/>
                    <a:pt x="753561" y="365730"/>
                  </a:cubicBezTo>
                  <a:cubicBezTo>
                    <a:pt x="753561" y="365730"/>
                    <a:pt x="753561" y="365730"/>
                    <a:pt x="754873" y="363981"/>
                  </a:cubicBezTo>
                  <a:cubicBezTo>
                    <a:pt x="756186" y="362232"/>
                    <a:pt x="755950" y="358767"/>
                    <a:pt x="755950" y="358128"/>
                  </a:cubicBezTo>
                  <a:cubicBezTo>
                    <a:pt x="755950" y="357488"/>
                    <a:pt x="754873" y="355537"/>
                    <a:pt x="754873" y="355537"/>
                  </a:cubicBezTo>
                  <a:lnTo>
                    <a:pt x="750296" y="351635"/>
                  </a:lnTo>
                  <a:lnTo>
                    <a:pt x="750296" y="344907"/>
                  </a:lnTo>
                  <a:lnTo>
                    <a:pt x="745517" y="341005"/>
                  </a:lnTo>
                  <a:lnTo>
                    <a:pt x="743565" y="339054"/>
                  </a:lnTo>
                  <a:cubicBezTo>
                    <a:pt x="743565" y="339054"/>
                    <a:pt x="741176" y="338415"/>
                    <a:pt x="740099" y="337742"/>
                  </a:cubicBezTo>
                  <a:cubicBezTo>
                    <a:pt x="739022" y="337103"/>
                    <a:pt x="736397" y="335993"/>
                    <a:pt x="736397" y="335993"/>
                  </a:cubicBezTo>
                  <a:lnTo>
                    <a:pt x="736397" y="333806"/>
                  </a:lnTo>
                  <a:lnTo>
                    <a:pt x="738147" y="332494"/>
                  </a:lnTo>
                  <a:lnTo>
                    <a:pt x="738147" y="328794"/>
                  </a:lnTo>
                  <a:cubicBezTo>
                    <a:pt x="738147" y="328794"/>
                    <a:pt x="737373" y="326204"/>
                    <a:pt x="737171" y="325531"/>
                  </a:cubicBezTo>
                  <a:cubicBezTo>
                    <a:pt x="736969" y="324892"/>
                    <a:pt x="734883" y="323142"/>
                    <a:pt x="734883" y="323142"/>
                  </a:cubicBezTo>
                  <a:cubicBezTo>
                    <a:pt x="734883" y="323142"/>
                    <a:pt x="731854" y="322066"/>
                    <a:pt x="730743" y="322066"/>
                  </a:cubicBezTo>
                  <a:cubicBezTo>
                    <a:pt x="729666" y="322066"/>
                    <a:pt x="728993" y="321864"/>
                    <a:pt x="728993" y="321864"/>
                  </a:cubicBezTo>
                  <a:lnTo>
                    <a:pt x="727041" y="323613"/>
                  </a:lnTo>
                  <a:lnTo>
                    <a:pt x="725527" y="324252"/>
                  </a:lnTo>
                  <a:lnTo>
                    <a:pt x="724214" y="325564"/>
                  </a:lnTo>
                  <a:lnTo>
                    <a:pt x="724214" y="326876"/>
                  </a:lnTo>
                  <a:cubicBezTo>
                    <a:pt x="724214" y="326876"/>
                    <a:pt x="723339" y="328188"/>
                    <a:pt x="723137" y="328827"/>
                  </a:cubicBezTo>
                  <a:cubicBezTo>
                    <a:pt x="722935" y="329467"/>
                    <a:pt x="722498" y="330139"/>
                    <a:pt x="722060" y="330779"/>
                  </a:cubicBezTo>
                  <a:cubicBezTo>
                    <a:pt x="721623" y="331418"/>
                    <a:pt x="719469" y="333167"/>
                    <a:pt x="719469" y="333167"/>
                  </a:cubicBezTo>
                  <a:lnTo>
                    <a:pt x="716002" y="334681"/>
                  </a:lnTo>
                  <a:lnTo>
                    <a:pt x="714488" y="335320"/>
                  </a:lnTo>
                  <a:cubicBezTo>
                    <a:pt x="714488" y="335320"/>
                    <a:pt x="710584" y="335320"/>
                    <a:pt x="709911" y="335118"/>
                  </a:cubicBezTo>
                  <a:cubicBezTo>
                    <a:pt x="709271" y="334916"/>
                    <a:pt x="707723" y="335118"/>
                    <a:pt x="707723" y="335118"/>
                  </a:cubicBezTo>
                  <a:cubicBezTo>
                    <a:pt x="707723" y="335118"/>
                    <a:pt x="703584" y="335118"/>
                    <a:pt x="702709" y="335118"/>
                  </a:cubicBezTo>
                  <a:cubicBezTo>
                    <a:pt x="701834" y="335118"/>
                    <a:pt x="700319" y="334916"/>
                    <a:pt x="700319" y="334916"/>
                  </a:cubicBezTo>
                  <a:lnTo>
                    <a:pt x="698367" y="335118"/>
                  </a:lnTo>
                  <a:lnTo>
                    <a:pt x="697930" y="336632"/>
                  </a:lnTo>
                  <a:cubicBezTo>
                    <a:pt x="697930" y="336632"/>
                    <a:pt x="696853" y="337069"/>
                    <a:pt x="696180" y="338146"/>
                  </a:cubicBezTo>
                  <a:cubicBezTo>
                    <a:pt x="695540" y="339222"/>
                    <a:pt x="695103" y="339660"/>
                    <a:pt x="694867" y="340332"/>
                  </a:cubicBezTo>
                  <a:cubicBezTo>
                    <a:pt x="694632" y="340971"/>
                    <a:pt x="694228" y="342283"/>
                    <a:pt x="693790" y="343158"/>
                  </a:cubicBezTo>
                  <a:cubicBezTo>
                    <a:pt x="693353" y="344033"/>
                    <a:pt x="692040" y="343797"/>
                    <a:pt x="692040" y="343797"/>
                  </a:cubicBezTo>
                  <a:lnTo>
                    <a:pt x="686824" y="343797"/>
                  </a:lnTo>
                  <a:lnTo>
                    <a:pt x="683357" y="343797"/>
                  </a:lnTo>
                  <a:lnTo>
                    <a:pt x="678578" y="343797"/>
                  </a:lnTo>
                  <a:lnTo>
                    <a:pt x="673362" y="342922"/>
                  </a:lnTo>
                  <a:lnTo>
                    <a:pt x="669021" y="340736"/>
                  </a:lnTo>
                  <a:lnTo>
                    <a:pt x="666631" y="337910"/>
                  </a:lnTo>
                  <a:lnTo>
                    <a:pt x="663367" y="331821"/>
                  </a:lnTo>
                  <a:lnTo>
                    <a:pt x="660203" y="328996"/>
                  </a:lnTo>
                  <a:lnTo>
                    <a:pt x="660001" y="326607"/>
                  </a:lnTo>
                  <a:cubicBezTo>
                    <a:pt x="660001" y="326607"/>
                    <a:pt x="660641" y="323445"/>
                    <a:pt x="660641" y="322705"/>
                  </a:cubicBezTo>
                  <a:cubicBezTo>
                    <a:pt x="660641" y="321931"/>
                    <a:pt x="660741" y="319106"/>
                    <a:pt x="660741" y="319106"/>
                  </a:cubicBezTo>
                  <a:lnTo>
                    <a:pt x="661179" y="315203"/>
                  </a:lnTo>
                  <a:lnTo>
                    <a:pt x="661381" y="312916"/>
                  </a:lnTo>
                  <a:lnTo>
                    <a:pt x="662020" y="310427"/>
                  </a:lnTo>
                  <a:cubicBezTo>
                    <a:pt x="662020" y="310427"/>
                    <a:pt x="662559" y="309888"/>
                    <a:pt x="662895" y="309787"/>
                  </a:cubicBezTo>
                  <a:cubicBezTo>
                    <a:pt x="663232" y="309686"/>
                    <a:pt x="663535" y="308812"/>
                    <a:pt x="663535" y="308812"/>
                  </a:cubicBezTo>
                  <a:lnTo>
                    <a:pt x="664847" y="307500"/>
                  </a:lnTo>
                  <a:lnTo>
                    <a:pt x="665924" y="305549"/>
                  </a:lnTo>
                  <a:lnTo>
                    <a:pt x="666160" y="302622"/>
                  </a:lnTo>
                  <a:lnTo>
                    <a:pt x="665083" y="301209"/>
                  </a:lnTo>
                  <a:lnTo>
                    <a:pt x="665083" y="299460"/>
                  </a:lnTo>
                  <a:lnTo>
                    <a:pt x="665689" y="296971"/>
                  </a:lnTo>
                  <a:lnTo>
                    <a:pt x="666597" y="295356"/>
                  </a:lnTo>
                  <a:cubicBezTo>
                    <a:pt x="666597" y="295356"/>
                    <a:pt x="667136" y="292968"/>
                    <a:pt x="667136" y="292631"/>
                  </a:cubicBezTo>
                  <a:cubicBezTo>
                    <a:pt x="667136" y="292295"/>
                    <a:pt x="666698" y="290243"/>
                    <a:pt x="666698" y="290243"/>
                  </a:cubicBezTo>
                  <a:lnTo>
                    <a:pt x="665487" y="287215"/>
                  </a:lnTo>
                  <a:lnTo>
                    <a:pt x="662222" y="285365"/>
                  </a:lnTo>
                  <a:lnTo>
                    <a:pt x="660809" y="285567"/>
                  </a:lnTo>
                  <a:cubicBezTo>
                    <a:pt x="660809" y="285567"/>
                    <a:pt x="659631" y="286004"/>
                    <a:pt x="659092" y="286206"/>
                  </a:cubicBezTo>
                  <a:cubicBezTo>
                    <a:pt x="658554" y="286408"/>
                    <a:pt x="658217" y="287081"/>
                    <a:pt x="658217" y="287081"/>
                  </a:cubicBezTo>
                  <a:lnTo>
                    <a:pt x="655054" y="288595"/>
                  </a:lnTo>
                  <a:lnTo>
                    <a:pt x="652227" y="288157"/>
                  </a:lnTo>
                  <a:lnTo>
                    <a:pt x="651150" y="284692"/>
                  </a:lnTo>
                  <a:lnTo>
                    <a:pt x="651789" y="282943"/>
                  </a:lnTo>
                  <a:lnTo>
                    <a:pt x="656568" y="281631"/>
                  </a:lnTo>
                  <a:lnTo>
                    <a:pt x="656770" y="280555"/>
                  </a:lnTo>
                  <a:lnTo>
                    <a:pt x="656333" y="278603"/>
                  </a:lnTo>
                  <a:lnTo>
                    <a:pt x="656333" y="272515"/>
                  </a:lnTo>
                  <a:lnTo>
                    <a:pt x="660573" y="271640"/>
                  </a:lnTo>
                  <a:lnTo>
                    <a:pt x="663501" y="267301"/>
                  </a:lnTo>
                  <a:cubicBezTo>
                    <a:pt x="663501" y="267301"/>
                    <a:pt x="668179" y="265114"/>
                    <a:pt x="668280" y="264710"/>
                  </a:cubicBezTo>
                  <a:cubicBezTo>
                    <a:pt x="668381" y="264273"/>
                    <a:pt x="669357" y="262759"/>
                    <a:pt x="669357" y="262759"/>
                  </a:cubicBezTo>
                  <a:lnTo>
                    <a:pt x="670434" y="261246"/>
                  </a:lnTo>
                  <a:lnTo>
                    <a:pt x="673160" y="258521"/>
                  </a:lnTo>
                  <a:cubicBezTo>
                    <a:pt x="673160" y="258521"/>
                    <a:pt x="674675" y="257209"/>
                    <a:pt x="675112" y="257007"/>
                  </a:cubicBezTo>
                  <a:cubicBezTo>
                    <a:pt x="675550" y="256805"/>
                    <a:pt x="676290" y="256031"/>
                    <a:pt x="676290" y="256031"/>
                  </a:cubicBezTo>
                  <a:lnTo>
                    <a:pt x="678242" y="254417"/>
                  </a:lnTo>
                  <a:lnTo>
                    <a:pt x="680093" y="251927"/>
                  </a:lnTo>
                  <a:cubicBezTo>
                    <a:pt x="680093" y="251927"/>
                    <a:pt x="680968" y="249202"/>
                    <a:pt x="681069" y="248664"/>
                  </a:cubicBezTo>
                  <a:lnTo>
                    <a:pt x="683256" y="244628"/>
                  </a:lnTo>
                  <a:cubicBezTo>
                    <a:pt x="683256" y="244628"/>
                    <a:pt x="684030" y="242340"/>
                    <a:pt x="684233" y="241701"/>
                  </a:cubicBezTo>
                  <a:cubicBezTo>
                    <a:pt x="684434" y="241062"/>
                    <a:pt x="685444" y="239649"/>
                    <a:pt x="685444" y="239649"/>
                  </a:cubicBezTo>
                  <a:cubicBezTo>
                    <a:pt x="685444" y="239649"/>
                    <a:pt x="685781" y="238572"/>
                    <a:pt x="686420" y="238438"/>
                  </a:cubicBezTo>
                  <a:cubicBezTo>
                    <a:pt x="687059" y="238337"/>
                    <a:pt x="688069" y="238438"/>
                    <a:pt x="688372" y="238539"/>
                  </a:cubicBezTo>
                  <a:cubicBezTo>
                    <a:pt x="688708" y="238640"/>
                    <a:pt x="689348" y="240389"/>
                    <a:pt x="689348" y="240389"/>
                  </a:cubicBezTo>
                  <a:lnTo>
                    <a:pt x="689348" y="242340"/>
                  </a:lnTo>
                  <a:lnTo>
                    <a:pt x="690391" y="242878"/>
                  </a:lnTo>
                  <a:cubicBezTo>
                    <a:pt x="690391" y="242878"/>
                    <a:pt x="691771" y="242676"/>
                    <a:pt x="692175" y="242676"/>
                  </a:cubicBezTo>
                  <a:cubicBezTo>
                    <a:pt x="692612" y="242676"/>
                    <a:pt x="694127" y="243013"/>
                    <a:pt x="694127" y="243013"/>
                  </a:cubicBezTo>
                  <a:lnTo>
                    <a:pt x="695978" y="244964"/>
                  </a:lnTo>
                  <a:lnTo>
                    <a:pt x="696214" y="246141"/>
                  </a:lnTo>
                  <a:lnTo>
                    <a:pt x="698266" y="248092"/>
                  </a:lnTo>
                  <a:cubicBezTo>
                    <a:pt x="698266" y="248092"/>
                    <a:pt x="700319" y="250582"/>
                    <a:pt x="700656" y="251019"/>
                  </a:cubicBezTo>
                  <a:cubicBezTo>
                    <a:pt x="700992" y="251456"/>
                    <a:pt x="702271" y="253307"/>
                    <a:pt x="702944" y="253845"/>
                  </a:cubicBezTo>
                  <a:cubicBezTo>
                    <a:pt x="703584" y="254383"/>
                    <a:pt x="705973" y="256771"/>
                    <a:pt x="706108" y="257209"/>
                  </a:cubicBezTo>
                  <a:cubicBezTo>
                    <a:pt x="706209" y="257646"/>
                    <a:pt x="708060" y="259294"/>
                    <a:pt x="708598" y="259698"/>
                  </a:cubicBezTo>
                  <a:cubicBezTo>
                    <a:pt x="709137" y="260135"/>
                    <a:pt x="711089" y="262087"/>
                    <a:pt x="711089" y="262087"/>
                  </a:cubicBezTo>
                  <a:lnTo>
                    <a:pt x="714151" y="262087"/>
                  </a:lnTo>
                  <a:lnTo>
                    <a:pt x="717517" y="260337"/>
                  </a:lnTo>
                  <a:lnTo>
                    <a:pt x="719132" y="257848"/>
                  </a:lnTo>
                  <a:lnTo>
                    <a:pt x="722397" y="254820"/>
                  </a:lnTo>
                  <a:cubicBezTo>
                    <a:pt x="722397" y="254820"/>
                    <a:pt x="725022" y="253206"/>
                    <a:pt x="725661" y="252768"/>
                  </a:cubicBezTo>
                  <a:cubicBezTo>
                    <a:pt x="726301" y="252331"/>
                    <a:pt x="728253" y="247554"/>
                    <a:pt x="728253" y="247554"/>
                  </a:cubicBezTo>
                  <a:cubicBezTo>
                    <a:pt x="728253" y="247554"/>
                    <a:pt x="729027" y="245502"/>
                    <a:pt x="729128" y="245166"/>
                  </a:cubicBezTo>
                  <a:cubicBezTo>
                    <a:pt x="729229" y="244829"/>
                    <a:pt x="731416" y="242542"/>
                    <a:pt x="731416" y="242542"/>
                  </a:cubicBezTo>
                  <a:lnTo>
                    <a:pt x="733806" y="241465"/>
                  </a:lnTo>
                  <a:cubicBezTo>
                    <a:pt x="733806" y="241465"/>
                    <a:pt x="736532" y="243215"/>
                    <a:pt x="737609" y="243417"/>
                  </a:cubicBezTo>
                  <a:cubicBezTo>
                    <a:pt x="738686" y="243618"/>
                    <a:pt x="739897" y="245166"/>
                    <a:pt x="739897" y="245166"/>
                  </a:cubicBezTo>
                  <a:lnTo>
                    <a:pt x="743162" y="248530"/>
                  </a:lnTo>
                  <a:cubicBezTo>
                    <a:pt x="743162" y="248530"/>
                    <a:pt x="743599" y="249943"/>
                    <a:pt x="743599" y="250380"/>
                  </a:cubicBezTo>
                  <a:cubicBezTo>
                    <a:pt x="743599" y="250817"/>
                    <a:pt x="743599" y="251692"/>
                    <a:pt x="743263" y="252566"/>
                  </a:cubicBezTo>
                  <a:cubicBezTo>
                    <a:pt x="742926" y="253441"/>
                    <a:pt x="743263" y="254955"/>
                    <a:pt x="743363" y="255729"/>
                  </a:cubicBezTo>
                  <a:cubicBezTo>
                    <a:pt x="743465" y="256502"/>
                    <a:pt x="744777" y="257141"/>
                    <a:pt x="745854" y="258353"/>
                  </a:cubicBezTo>
                  <a:cubicBezTo>
                    <a:pt x="746931" y="259530"/>
                    <a:pt x="748041" y="259126"/>
                    <a:pt x="748041" y="259126"/>
                  </a:cubicBezTo>
                  <a:lnTo>
                    <a:pt x="749892" y="258689"/>
                  </a:lnTo>
                  <a:lnTo>
                    <a:pt x="753258" y="257074"/>
                  </a:lnTo>
                  <a:lnTo>
                    <a:pt x="756287" y="256872"/>
                  </a:lnTo>
                  <a:cubicBezTo>
                    <a:pt x="756287" y="256872"/>
                    <a:pt x="763018" y="256771"/>
                    <a:pt x="763893" y="256536"/>
                  </a:cubicBezTo>
                  <a:cubicBezTo>
                    <a:pt x="764768" y="256334"/>
                    <a:pt x="769109" y="256536"/>
                    <a:pt x="769446" y="256536"/>
                  </a:cubicBezTo>
                  <a:cubicBezTo>
                    <a:pt x="769782" y="256536"/>
                    <a:pt x="773047" y="258285"/>
                    <a:pt x="773484" y="258285"/>
                  </a:cubicBezTo>
                  <a:cubicBezTo>
                    <a:pt x="773922" y="258285"/>
                    <a:pt x="777725" y="261313"/>
                    <a:pt x="777725" y="261313"/>
                  </a:cubicBezTo>
                  <a:lnTo>
                    <a:pt x="780013" y="260337"/>
                  </a:lnTo>
                  <a:cubicBezTo>
                    <a:pt x="780013" y="260337"/>
                    <a:pt x="781965" y="257612"/>
                    <a:pt x="782840" y="257175"/>
                  </a:cubicBezTo>
                  <a:cubicBezTo>
                    <a:pt x="783715" y="256738"/>
                    <a:pt x="784927" y="254686"/>
                    <a:pt x="785028" y="254248"/>
                  </a:cubicBezTo>
                  <a:cubicBezTo>
                    <a:pt x="785129" y="253811"/>
                    <a:pt x="787518" y="252062"/>
                    <a:pt x="788393" y="251524"/>
                  </a:cubicBezTo>
                  <a:cubicBezTo>
                    <a:pt x="789268" y="250985"/>
                    <a:pt x="793273" y="249472"/>
                    <a:pt x="793273" y="249472"/>
                  </a:cubicBezTo>
                  <a:lnTo>
                    <a:pt x="794922" y="249034"/>
                  </a:lnTo>
                  <a:cubicBezTo>
                    <a:pt x="794922" y="249034"/>
                    <a:pt x="797749" y="248933"/>
                    <a:pt x="799062" y="248933"/>
                  </a:cubicBezTo>
                  <a:cubicBezTo>
                    <a:pt x="800374" y="248933"/>
                    <a:pt x="803302" y="248294"/>
                    <a:pt x="803302" y="248294"/>
                  </a:cubicBezTo>
                  <a:cubicBezTo>
                    <a:pt x="803302" y="248294"/>
                    <a:pt x="806567" y="248294"/>
                    <a:pt x="808418" y="248294"/>
                  </a:cubicBezTo>
                  <a:cubicBezTo>
                    <a:pt x="810269" y="248294"/>
                    <a:pt x="812456" y="248294"/>
                    <a:pt x="812456" y="248294"/>
                  </a:cubicBezTo>
                  <a:cubicBezTo>
                    <a:pt x="812456" y="248294"/>
                    <a:pt x="814408" y="248294"/>
                    <a:pt x="814745" y="248294"/>
                  </a:cubicBezTo>
                  <a:cubicBezTo>
                    <a:pt x="815081" y="248294"/>
                    <a:pt x="816360" y="246242"/>
                    <a:pt x="816697" y="245906"/>
                  </a:cubicBezTo>
                  <a:cubicBezTo>
                    <a:pt x="817033" y="245569"/>
                    <a:pt x="818110" y="244056"/>
                    <a:pt x="818211" y="243719"/>
                  </a:cubicBezTo>
                  <a:cubicBezTo>
                    <a:pt x="818312" y="243383"/>
                    <a:pt x="819827" y="242205"/>
                    <a:pt x="819827" y="242205"/>
                  </a:cubicBezTo>
                  <a:lnTo>
                    <a:pt x="819827" y="239817"/>
                  </a:lnTo>
                  <a:lnTo>
                    <a:pt x="818077" y="236991"/>
                  </a:lnTo>
                  <a:lnTo>
                    <a:pt x="818077" y="235377"/>
                  </a:lnTo>
                  <a:lnTo>
                    <a:pt x="819053" y="231777"/>
                  </a:lnTo>
                  <a:lnTo>
                    <a:pt x="821240" y="229591"/>
                  </a:lnTo>
                  <a:lnTo>
                    <a:pt x="822990" y="227101"/>
                  </a:lnTo>
                  <a:lnTo>
                    <a:pt x="826591" y="223737"/>
                  </a:lnTo>
                  <a:lnTo>
                    <a:pt x="826793" y="220474"/>
                  </a:lnTo>
                  <a:cubicBezTo>
                    <a:pt x="826793" y="220474"/>
                    <a:pt x="827231" y="218456"/>
                    <a:pt x="827231" y="217850"/>
                  </a:cubicBezTo>
                  <a:cubicBezTo>
                    <a:pt x="827231" y="217278"/>
                    <a:pt x="826793" y="216673"/>
                    <a:pt x="826793" y="216673"/>
                  </a:cubicBezTo>
                  <a:cubicBezTo>
                    <a:pt x="826793" y="216673"/>
                    <a:pt x="824471" y="215361"/>
                    <a:pt x="823899" y="215092"/>
                  </a:cubicBezTo>
                  <a:cubicBezTo>
                    <a:pt x="823327" y="214789"/>
                    <a:pt x="823764" y="213645"/>
                    <a:pt x="823764" y="213645"/>
                  </a:cubicBezTo>
                  <a:lnTo>
                    <a:pt x="825077" y="210181"/>
                  </a:lnTo>
                  <a:lnTo>
                    <a:pt x="829856" y="208734"/>
                  </a:lnTo>
                  <a:lnTo>
                    <a:pt x="832043" y="207422"/>
                  </a:lnTo>
                  <a:lnTo>
                    <a:pt x="832043" y="203957"/>
                  </a:lnTo>
                  <a:lnTo>
                    <a:pt x="832043" y="203385"/>
                  </a:lnTo>
                  <a:lnTo>
                    <a:pt x="831168" y="201367"/>
                  </a:lnTo>
                  <a:cubicBezTo>
                    <a:pt x="831168" y="201367"/>
                    <a:pt x="826389" y="201367"/>
                    <a:pt x="825817" y="201367"/>
                  </a:cubicBezTo>
                  <a:cubicBezTo>
                    <a:pt x="825245" y="201367"/>
                    <a:pt x="823360" y="201367"/>
                    <a:pt x="822788" y="201232"/>
                  </a:cubicBezTo>
                  <a:cubicBezTo>
                    <a:pt x="822216" y="201098"/>
                    <a:pt x="823091" y="198037"/>
                    <a:pt x="823091" y="198037"/>
                  </a:cubicBezTo>
                  <a:lnTo>
                    <a:pt x="823529" y="195278"/>
                  </a:lnTo>
                  <a:lnTo>
                    <a:pt x="825279" y="193832"/>
                  </a:lnTo>
                  <a:lnTo>
                    <a:pt x="826860" y="191813"/>
                  </a:lnTo>
                  <a:lnTo>
                    <a:pt x="826860" y="188920"/>
                  </a:lnTo>
                  <a:lnTo>
                    <a:pt x="826793" y="185018"/>
                  </a:lnTo>
                  <a:cubicBezTo>
                    <a:pt x="826793" y="185018"/>
                    <a:pt x="827163" y="183572"/>
                    <a:pt x="824134" y="182260"/>
                  </a:cubicBezTo>
                  <a:cubicBezTo>
                    <a:pt x="821106" y="180948"/>
                    <a:pt x="820937" y="181385"/>
                    <a:pt x="820937" y="181385"/>
                  </a:cubicBezTo>
                  <a:lnTo>
                    <a:pt x="818750" y="180510"/>
                  </a:lnTo>
                  <a:cubicBezTo>
                    <a:pt x="818750" y="180510"/>
                    <a:pt x="816731" y="180510"/>
                    <a:pt x="815856" y="179804"/>
                  </a:cubicBezTo>
                  <a:cubicBezTo>
                    <a:pt x="814980" y="179064"/>
                    <a:pt x="814105" y="178492"/>
                    <a:pt x="813399" y="178189"/>
                  </a:cubicBezTo>
                  <a:cubicBezTo>
                    <a:pt x="812692" y="177886"/>
                    <a:pt x="810942" y="176743"/>
                    <a:pt x="810067" y="176171"/>
                  </a:cubicBezTo>
                  <a:cubicBezTo>
                    <a:pt x="809192" y="175599"/>
                    <a:pt x="808620" y="174724"/>
                    <a:pt x="808620" y="174724"/>
                  </a:cubicBezTo>
                  <a:cubicBezTo>
                    <a:pt x="808620" y="174724"/>
                    <a:pt x="808317" y="172134"/>
                    <a:pt x="807879" y="171259"/>
                  </a:cubicBezTo>
                  <a:cubicBezTo>
                    <a:pt x="807442" y="170385"/>
                    <a:pt x="807004" y="168501"/>
                    <a:pt x="807004" y="168501"/>
                  </a:cubicBezTo>
                  <a:lnTo>
                    <a:pt x="804413" y="165473"/>
                  </a:lnTo>
                  <a:cubicBezTo>
                    <a:pt x="804413" y="165473"/>
                    <a:pt x="801519" y="164599"/>
                    <a:pt x="801519" y="163724"/>
                  </a:cubicBezTo>
                  <a:cubicBezTo>
                    <a:pt x="801519" y="162850"/>
                    <a:pt x="799062" y="166045"/>
                    <a:pt x="799062" y="166045"/>
                  </a:cubicBezTo>
                  <a:cubicBezTo>
                    <a:pt x="799062" y="166045"/>
                    <a:pt x="797177" y="168501"/>
                    <a:pt x="796874" y="168938"/>
                  </a:cubicBezTo>
                  <a:cubicBezTo>
                    <a:pt x="796571" y="169376"/>
                    <a:pt x="794990" y="171394"/>
                    <a:pt x="794990" y="171394"/>
                  </a:cubicBezTo>
                  <a:lnTo>
                    <a:pt x="794249" y="173278"/>
                  </a:lnTo>
                  <a:cubicBezTo>
                    <a:pt x="794249" y="173278"/>
                    <a:pt x="792937" y="175296"/>
                    <a:pt x="792667" y="175868"/>
                  </a:cubicBezTo>
                  <a:cubicBezTo>
                    <a:pt x="792365" y="176440"/>
                    <a:pt x="790917" y="178458"/>
                    <a:pt x="790917" y="178458"/>
                  </a:cubicBezTo>
                  <a:cubicBezTo>
                    <a:pt x="790917" y="178458"/>
                    <a:pt x="790042" y="179905"/>
                    <a:pt x="790042" y="180342"/>
                  </a:cubicBezTo>
                  <a:cubicBezTo>
                    <a:pt x="790042" y="180780"/>
                    <a:pt x="788158" y="182361"/>
                    <a:pt x="788158" y="182361"/>
                  </a:cubicBezTo>
                  <a:lnTo>
                    <a:pt x="787148" y="183942"/>
                  </a:lnTo>
                  <a:cubicBezTo>
                    <a:pt x="787148" y="183942"/>
                    <a:pt x="786408" y="185691"/>
                    <a:pt x="786273" y="186263"/>
                  </a:cubicBezTo>
                  <a:cubicBezTo>
                    <a:pt x="786138" y="186835"/>
                    <a:pt x="785129" y="188281"/>
                    <a:pt x="784691" y="188584"/>
                  </a:cubicBezTo>
                  <a:cubicBezTo>
                    <a:pt x="784254" y="188887"/>
                    <a:pt x="782369" y="189156"/>
                    <a:pt x="782369" y="189156"/>
                  </a:cubicBezTo>
                  <a:lnTo>
                    <a:pt x="780619" y="188853"/>
                  </a:lnTo>
                  <a:cubicBezTo>
                    <a:pt x="780619" y="188853"/>
                    <a:pt x="779037" y="188416"/>
                    <a:pt x="778297" y="187978"/>
                  </a:cubicBezTo>
                  <a:cubicBezTo>
                    <a:pt x="777557" y="187541"/>
                    <a:pt x="776278" y="187978"/>
                    <a:pt x="776278" y="187978"/>
                  </a:cubicBezTo>
                  <a:lnTo>
                    <a:pt x="774090" y="188281"/>
                  </a:lnTo>
                  <a:lnTo>
                    <a:pt x="773653" y="190737"/>
                  </a:lnTo>
                  <a:lnTo>
                    <a:pt x="772071" y="193764"/>
                  </a:lnTo>
                  <a:cubicBezTo>
                    <a:pt x="772071" y="193764"/>
                    <a:pt x="768167" y="196355"/>
                    <a:pt x="766989" y="196355"/>
                  </a:cubicBezTo>
                  <a:cubicBezTo>
                    <a:pt x="765845" y="196355"/>
                    <a:pt x="763792" y="195648"/>
                    <a:pt x="763354" y="195648"/>
                  </a:cubicBezTo>
                  <a:cubicBezTo>
                    <a:pt x="762917" y="195648"/>
                    <a:pt x="760898" y="194504"/>
                    <a:pt x="760325" y="194504"/>
                  </a:cubicBezTo>
                  <a:cubicBezTo>
                    <a:pt x="759753" y="194504"/>
                    <a:pt x="755546" y="194807"/>
                    <a:pt x="755546" y="194807"/>
                  </a:cubicBezTo>
                  <a:lnTo>
                    <a:pt x="754099" y="195951"/>
                  </a:lnTo>
                  <a:lnTo>
                    <a:pt x="749186" y="196523"/>
                  </a:lnTo>
                  <a:lnTo>
                    <a:pt x="746729" y="195345"/>
                  </a:lnTo>
                  <a:lnTo>
                    <a:pt x="746594" y="193899"/>
                  </a:lnTo>
                  <a:lnTo>
                    <a:pt x="746022" y="191881"/>
                  </a:lnTo>
                  <a:lnTo>
                    <a:pt x="744878" y="189694"/>
                  </a:lnTo>
                  <a:lnTo>
                    <a:pt x="742556" y="186667"/>
                  </a:lnTo>
                  <a:lnTo>
                    <a:pt x="738921" y="184783"/>
                  </a:lnTo>
                  <a:lnTo>
                    <a:pt x="736599" y="184480"/>
                  </a:lnTo>
                  <a:lnTo>
                    <a:pt x="734142" y="182899"/>
                  </a:lnTo>
                  <a:cubicBezTo>
                    <a:pt x="734142" y="182899"/>
                    <a:pt x="730945" y="181318"/>
                    <a:pt x="730373" y="180006"/>
                  </a:cubicBezTo>
                  <a:cubicBezTo>
                    <a:pt x="729801" y="178694"/>
                    <a:pt x="730238" y="178862"/>
                    <a:pt x="730238" y="178257"/>
                  </a:cubicBezTo>
                  <a:cubicBezTo>
                    <a:pt x="730238" y="177685"/>
                    <a:pt x="730373" y="175801"/>
                    <a:pt x="730373" y="175801"/>
                  </a:cubicBezTo>
                  <a:lnTo>
                    <a:pt x="735152" y="172336"/>
                  </a:lnTo>
                  <a:cubicBezTo>
                    <a:pt x="735152" y="172336"/>
                    <a:pt x="736464" y="171327"/>
                    <a:pt x="737474" y="170587"/>
                  </a:cubicBezTo>
                  <a:cubicBezTo>
                    <a:pt x="738484" y="169880"/>
                    <a:pt x="739931" y="169712"/>
                    <a:pt x="739931" y="169712"/>
                  </a:cubicBezTo>
                  <a:cubicBezTo>
                    <a:pt x="739931" y="169712"/>
                    <a:pt x="743565" y="166954"/>
                    <a:pt x="743700" y="166382"/>
                  </a:cubicBezTo>
                  <a:cubicBezTo>
                    <a:pt x="743835" y="165810"/>
                    <a:pt x="743835" y="161605"/>
                    <a:pt x="743835" y="161605"/>
                  </a:cubicBezTo>
                  <a:lnTo>
                    <a:pt x="743094" y="159586"/>
                  </a:lnTo>
                  <a:cubicBezTo>
                    <a:pt x="743094" y="159586"/>
                    <a:pt x="740907" y="159149"/>
                    <a:pt x="740772" y="158712"/>
                  </a:cubicBezTo>
                  <a:cubicBezTo>
                    <a:pt x="740637" y="158275"/>
                    <a:pt x="738585" y="158140"/>
                    <a:pt x="738585" y="158140"/>
                  </a:cubicBezTo>
                  <a:lnTo>
                    <a:pt x="739022" y="156391"/>
                  </a:lnTo>
                  <a:lnTo>
                    <a:pt x="740166" y="153363"/>
                  </a:lnTo>
                  <a:cubicBezTo>
                    <a:pt x="740166" y="153363"/>
                    <a:pt x="742589" y="152320"/>
                    <a:pt x="742489" y="151883"/>
                  </a:cubicBezTo>
                  <a:cubicBezTo>
                    <a:pt x="742354" y="151446"/>
                    <a:pt x="740974" y="147409"/>
                    <a:pt x="740974" y="147409"/>
                  </a:cubicBezTo>
                  <a:lnTo>
                    <a:pt x="737911" y="143372"/>
                  </a:lnTo>
                  <a:cubicBezTo>
                    <a:pt x="737911" y="143372"/>
                    <a:pt x="736296" y="142060"/>
                    <a:pt x="735421" y="141858"/>
                  </a:cubicBezTo>
                  <a:cubicBezTo>
                    <a:pt x="734546" y="141623"/>
                    <a:pt x="734008" y="141858"/>
                    <a:pt x="732056" y="141858"/>
                  </a:cubicBezTo>
                  <a:cubicBezTo>
                    <a:pt x="730104" y="141858"/>
                    <a:pt x="726402" y="139134"/>
                    <a:pt x="725964" y="139134"/>
                  </a:cubicBezTo>
                  <a:cubicBezTo>
                    <a:pt x="725527" y="139134"/>
                    <a:pt x="724248" y="137082"/>
                    <a:pt x="724012" y="136409"/>
                  </a:cubicBezTo>
                  <a:cubicBezTo>
                    <a:pt x="723810" y="135770"/>
                    <a:pt x="723810" y="134660"/>
                    <a:pt x="723810" y="134660"/>
                  </a:cubicBezTo>
                  <a:cubicBezTo>
                    <a:pt x="723810" y="134660"/>
                    <a:pt x="723608" y="129244"/>
                    <a:pt x="723608" y="128806"/>
                  </a:cubicBezTo>
                  <a:cubicBezTo>
                    <a:pt x="723608" y="128369"/>
                    <a:pt x="723810" y="125005"/>
                    <a:pt x="723810" y="125005"/>
                  </a:cubicBezTo>
                  <a:lnTo>
                    <a:pt x="724786" y="123794"/>
                  </a:lnTo>
                  <a:cubicBezTo>
                    <a:pt x="724786" y="123794"/>
                    <a:pt x="727075" y="121944"/>
                    <a:pt x="727277" y="121607"/>
                  </a:cubicBezTo>
                  <a:cubicBezTo>
                    <a:pt x="727479" y="121271"/>
                    <a:pt x="729027" y="119993"/>
                    <a:pt x="729229" y="119656"/>
                  </a:cubicBezTo>
                  <a:cubicBezTo>
                    <a:pt x="729431" y="119320"/>
                    <a:pt x="731416" y="117470"/>
                    <a:pt x="731416" y="117470"/>
                  </a:cubicBezTo>
                  <a:lnTo>
                    <a:pt x="733267" y="116057"/>
                  </a:lnTo>
                  <a:lnTo>
                    <a:pt x="735859" y="114745"/>
                  </a:lnTo>
                  <a:cubicBezTo>
                    <a:pt x="735859" y="114745"/>
                    <a:pt x="738686" y="114207"/>
                    <a:pt x="739325" y="114207"/>
                  </a:cubicBezTo>
                  <a:cubicBezTo>
                    <a:pt x="739965" y="114207"/>
                    <a:pt x="742253" y="111919"/>
                    <a:pt x="742253" y="111919"/>
                  </a:cubicBezTo>
                  <a:lnTo>
                    <a:pt x="743666" y="110843"/>
                  </a:lnTo>
                  <a:lnTo>
                    <a:pt x="744306" y="106705"/>
                  </a:lnTo>
                  <a:cubicBezTo>
                    <a:pt x="744306" y="106705"/>
                    <a:pt x="741378" y="103442"/>
                    <a:pt x="741041" y="103442"/>
                  </a:cubicBezTo>
                  <a:cubicBezTo>
                    <a:pt x="740705" y="103442"/>
                    <a:pt x="737676" y="103879"/>
                    <a:pt x="736700" y="104317"/>
                  </a:cubicBezTo>
                  <a:cubicBezTo>
                    <a:pt x="735724" y="104754"/>
                    <a:pt x="730508" y="104956"/>
                    <a:pt x="730508" y="104956"/>
                  </a:cubicBezTo>
                  <a:cubicBezTo>
                    <a:pt x="730508" y="104956"/>
                    <a:pt x="723339" y="106268"/>
                    <a:pt x="723002" y="106369"/>
                  </a:cubicBezTo>
                  <a:cubicBezTo>
                    <a:pt x="722666" y="106470"/>
                    <a:pt x="718964" y="104754"/>
                    <a:pt x="718964" y="104754"/>
                  </a:cubicBezTo>
                  <a:lnTo>
                    <a:pt x="714623" y="102164"/>
                  </a:lnTo>
                  <a:cubicBezTo>
                    <a:pt x="714623" y="102164"/>
                    <a:pt x="713007" y="102164"/>
                    <a:pt x="712570" y="102164"/>
                  </a:cubicBezTo>
                  <a:cubicBezTo>
                    <a:pt x="712132" y="102164"/>
                    <a:pt x="710079" y="102971"/>
                    <a:pt x="710079" y="102971"/>
                  </a:cubicBezTo>
                  <a:cubicBezTo>
                    <a:pt x="710079" y="102971"/>
                    <a:pt x="708867" y="105427"/>
                    <a:pt x="708565" y="105427"/>
                  </a:cubicBezTo>
                  <a:cubicBezTo>
                    <a:pt x="708228" y="105427"/>
                    <a:pt x="705738" y="105629"/>
                    <a:pt x="704560" y="105629"/>
                  </a:cubicBezTo>
                  <a:cubicBezTo>
                    <a:pt x="703348" y="105629"/>
                    <a:pt x="701632" y="105965"/>
                    <a:pt x="701632" y="105965"/>
                  </a:cubicBezTo>
                  <a:lnTo>
                    <a:pt x="699007" y="105629"/>
                  </a:lnTo>
                  <a:lnTo>
                    <a:pt x="697593" y="105629"/>
                  </a:lnTo>
                  <a:cubicBezTo>
                    <a:pt x="697593" y="105629"/>
                    <a:pt x="694228" y="105561"/>
                    <a:pt x="693790" y="105561"/>
                  </a:cubicBezTo>
                  <a:cubicBezTo>
                    <a:pt x="693353" y="105561"/>
                    <a:pt x="691401" y="104855"/>
                    <a:pt x="691401" y="104855"/>
                  </a:cubicBezTo>
                  <a:lnTo>
                    <a:pt x="690425" y="103543"/>
                  </a:lnTo>
                  <a:lnTo>
                    <a:pt x="688910" y="100818"/>
                  </a:lnTo>
                  <a:cubicBezTo>
                    <a:pt x="688910" y="100818"/>
                    <a:pt x="687160" y="100919"/>
                    <a:pt x="686622" y="100919"/>
                  </a:cubicBezTo>
                  <a:cubicBezTo>
                    <a:pt x="686083" y="100919"/>
                    <a:pt x="685848" y="101020"/>
                    <a:pt x="685848" y="101020"/>
                  </a:cubicBezTo>
                  <a:lnTo>
                    <a:pt x="684434" y="103207"/>
                  </a:lnTo>
                  <a:lnTo>
                    <a:pt x="684098" y="105494"/>
                  </a:lnTo>
                  <a:lnTo>
                    <a:pt x="682785" y="107983"/>
                  </a:lnTo>
                  <a:lnTo>
                    <a:pt x="682146" y="110473"/>
                  </a:lnTo>
                  <a:cubicBezTo>
                    <a:pt x="682146" y="110473"/>
                    <a:pt x="682146" y="110473"/>
                    <a:pt x="679958" y="114610"/>
                  </a:cubicBezTo>
                  <a:cubicBezTo>
                    <a:pt x="677771" y="118748"/>
                    <a:pt x="678982" y="116797"/>
                    <a:pt x="678982" y="117201"/>
                  </a:cubicBezTo>
                  <a:cubicBezTo>
                    <a:pt x="678982" y="117638"/>
                    <a:pt x="679184" y="118613"/>
                    <a:pt x="679319" y="119387"/>
                  </a:cubicBezTo>
                  <a:cubicBezTo>
                    <a:pt x="679420" y="120161"/>
                    <a:pt x="680396" y="120262"/>
                    <a:pt x="681271" y="121136"/>
                  </a:cubicBezTo>
                  <a:cubicBezTo>
                    <a:pt x="682146" y="122011"/>
                    <a:pt x="683122" y="122347"/>
                    <a:pt x="683425" y="122448"/>
                  </a:cubicBezTo>
                  <a:cubicBezTo>
                    <a:pt x="683761" y="122549"/>
                    <a:pt x="684401" y="124400"/>
                    <a:pt x="684939" y="125375"/>
                  </a:cubicBezTo>
                  <a:cubicBezTo>
                    <a:pt x="685478" y="126350"/>
                    <a:pt x="686454" y="127999"/>
                    <a:pt x="686588" y="128302"/>
                  </a:cubicBezTo>
                  <a:cubicBezTo>
                    <a:pt x="686689" y="128638"/>
                    <a:pt x="686790" y="129614"/>
                    <a:pt x="687026" y="130926"/>
                  </a:cubicBezTo>
                  <a:cubicBezTo>
                    <a:pt x="687228" y="132237"/>
                    <a:pt x="687026" y="132439"/>
                    <a:pt x="686925" y="133650"/>
                  </a:cubicBezTo>
                  <a:cubicBezTo>
                    <a:pt x="686824" y="134828"/>
                    <a:pt x="686689" y="136678"/>
                    <a:pt x="686689" y="137452"/>
                  </a:cubicBezTo>
                  <a:cubicBezTo>
                    <a:pt x="686689" y="138225"/>
                    <a:pt x="685915" y="138965"/>
                    <a:pt x="685612" y="139840"/>
                  </a:cubicBezTo>
                  <a:cubicBezTo>
                    <a:pt x="685276" y="140715"/>
                    <a:pt x="684737" y="141455"/>
                    <a:pt x="684199" y="142127"/>
                  </a:cubicBezTo>
                  <a:cubicBezTo>
                    <a:pt x="683660" y="142767"/>
                    <a:pt x="682348" y="144415"/>
                    <a:pt x="681809" y="144852"/>
                  </a:cubicBezTo>
                  <a:cubicBezTo>
                    <a:pt x="681271" y="145290"/>
                    <a:pt x="679756" y="146501"/>
                    <a:pt x="678444" y="147779"/>
                  </a:cubicBezTo>
                  <a:cubicBezTo>
                    <a:pt x="677131" y="149091"/>
                    <a:pt x="676256" y="149629"/>
                    <a:pt x="674978" y="149966"/>
                  </a:cubicBezTo>
                  <a:cubicBezTo>
                    <a:pt x="673665" y="150302"/>
                    <a:pt x="672487" y="149966"/>
                    <a:pt x="672487" y="149966"/>
                  </a:cubicBezTo>
                  <a:lnTo>
                    <a:pt x="669862" y="148990"/>
                  </a:lnTo>
                  <a:lnTo>
                    <a:pt x="669088" y="148654"/>
                  </a:lnTo>
                  <a:lnTo>
                    <a:pt x="665285" y="145391"/>
                  </a:lnTo>
                  <a:lnTo>
                    <a:pt x="662458" y="145592"/>
                  </a:lnTo>
                  <a:lnTo>
                    <a:pt x="661280" y="145592"/>
                  </a:lnTo>
                  <a:lnTo>
                    <a:pt x="659194" y="147611"/>
                  </a:lnTo>
                  <a:lnTo>
                    <a:pt x="656905" y="149192"/>
                  </a:lnTo>
                  <a:lnTo>
                    <a:pt x="656131" y="150706"/>
                  </a:lnTo>
                  <a:cubicBezTo>
                    <a:pt x="656131" y="150706"/>
                    <a:pt x="654818" y="151917"/>
                    <a:pt x="653304" y="152892"/>
                  </a:cubicBezTo>
                  <a:cubicBezTo>
                    <a:pt x="651789" y="153868"/>
                    <a:pt x="650813" y="154507"/>
                    <a:pt x="650039" y="154843"/>
                  </a:cubicBezTo>
                  <a:cubicBezTo>
                    <a:pt x="649265" y="155180"/>
                    <a:pt x="648727" y="155819"/>
                    <a:pt x="648727" y="155819"/>
                  </a:cubicBezTo>
                  <a:cubicBezTo>
                    <a:pt x="648727" y="155819"/>
                    <a:pt x="646876" y="157131"/>
                    <a:pt x="646236" y="157770"/>
                  </a:cubicBezTo>
                  <a:cubicBezTo>
                    <a:pt x="645597" y="158409"/>
                    <a:pt x="644823" y="159957"/>
                    <a:pt x="644587" y="160259"/>
                  </a:cubicBezTo>
                  <a:cubicBezTo>
                    <a:pt x="644385" y="160596"/>
                    <a:pt x="643510" y="162210"/>
                    <a:pt x="643510" y="162210"/>
                  </a:cubicBezTo>
                  <a:lnTo>
                    <a:pt x="642736" y="163859"/>
                  </a:lnTo>
                  <a:lnTo>
                    <a:pt x="642198" y="165709"/>
                  </a:lnTo>
                  <a:cubicBezTo>
                    <a:pt x="642198" y="165709"/>
                    <a:pt x="642198" y="167458"/>
                    <a:pt x="642299" y="167761"/>
                  </a:cubicBezTo>
                  <a:cubicBezTo>
                    <a:pt x="642400" y="168097"/>
                    <a:pt x="643073" y="168737"/>
                    <a:pt x="644150" y="169174"/>
                  </a:cubicBezTo>
                  <a:cubicBezTo>
                    <a:pt x="645227" y="169611"/>
                    <a:pt x="646640" y="171327"/>
                    <a:pt x="647313" y="171663"/>
                  </a:cubicBezTo>
                  <a:cubicBezTo>
                    <a:pt x="647953" y="171999"/>
                    <a:pt x="649501" y="173614"/>
                    <a:pt x="649804" y="173715"/>
                  </a:cubicBezTo>
                  <a:cubicBezTo>
                    <a:pt x="650140" y="173816"/>
                    <a:pt x="650780" y="174253"/>
                    <a:pt x="651554" y="174489"/>
                  </a:cubicBezTo>
                  <a:cubicBezTo>
                    <a:pt x="652328" y="174724"/>
                    <a:pt x="652429" y="175027"/>
                    <a:pt x="652429" y="175027"/>
                  </a:cubicBezTo>
                  <a:cubicBezTo>
                    <a:pt x="652429" y="175027"/>
                    <a:pt x="653405" y="176978"/>
                    <a:pt x="654280" y="177853"/>
                  </a:cubicBezTo>
                  <a:cubicBezTo>
                    <a:pt x="655155" y="178727"/>
                    <a:pt x="654179" y="178929"/>
                    <a:pt x="654179" y="178929"/>
                  </a:cubicBezTo>
                  <a:cubicBezTo>
                    <a:pt x="654179" y="178929"/>
                    <a:pt x="653405" y="180006"/>
                    <a:pt x="653102" y="180342"/>
                  </a:cubicBezTo>
                  <a:cubicBezTo>
                    <a:pt x="652765" y="180679"/>
                    <a:pt x="651588" y="181217"/>
                    <a:pt x="650914" y="182091"/>
                  </a:cubicBezTo>
                  <a:cubicBezTo>
                    <a:pt x="650241" y="182966"/>
                    <a:pt x="649938" y="183067"/>
                    <a:pt x="649938" y="183067"/>
                  </a:cubicBezTo>
                  <a:cubicBezTo>
                    <a:pt x="649938" y="183067"/>
                    <a:pt x="649602" y="185355"/>
                    <a:pt x="649602" y="185657"/>
                  </a:cubicBezTo>
                  <a:cubicBezTo>
                    <a:pt x="649602" y="185994"/>
                    <a:pt x="649063" y="188584"/>
                    <a:pt x="649063" y="188920"/>
                  </a:cubicBezTo>
                  <a:cubicBezTo>
                    <a:pt x="649063" y="189257"/>
                    <a:pt x="648188" y="191208"/>
                    <a:pt x="648188" y="191208"/>
                  </a:cubicBezTo>
                  <a:cubicBezTo>
                    <a:pt x="648188" y="191208"/>
                    <a:pt x="646438" y="194235"/>
                    <a:pt x="646236" y="194572"/>
                  </a:cubicBezTo>
                  <a:cubicBezTo>
                    <a:pt x="646001" y="194908"/>
                    <a:pt x="642534" y="198609"/>
                    <a:pt x="642534" y="198609"/>
                  </a:cubicBezTo>
                  <a:lnTo>
                    <a:pt x="639505" y="200559"/>
                  </a:lnTo>
                  <a:lnTo>
                    <a:pt x="638092" y="200997"/>
                  </a:lnTo>
                  <a:lnTo>
                    <a:pt x="636679" y="201973"/>
                  </a:lnTo>
                  <a:cubicBezTo>
                    <a:pt x="636679" y="201973"/>
                    <a:pt x="635029" y="203385"/>
                    <a:pt x="634491" y="203722"/>
                  </a:cubicBezTo>
                  <a:cubicBezTo>
                    <a:pt x="633953" y="204058"/>
                    <a:pt x="632438" y="206110"/>
                    <a:pt x="632101" y="206211"/>
                  </a:cubicBezTo>
                  <a:cubicBezTo>
                    <a:pt x="631765" y="206312"/>
                    <a:pt x="630587" y="207960"/>
                    <a:pt x="630150" y="208162"/>
                  </a:cubicBezTo>
                  <a:cubicBezTo>
                    <a:pt x="629712" y="208398"/>
                    <a:pt x="629275" y="209575"/>
                    <a:pt x="628635" y="210551"/>
                  </a:cubicBezTo>
                  <a:cubicBezTo>
                    <a:pt x="627996" y="211526"/>
                    <a:pt x="627558" y="212603"/>
                    <a:pt x="627121" y="213141"/>
                  </a:cubicBezTo>
                  <a:cubicBezTo>
                    <a:pt x="626683" y="213679"/>
                    <a:pt x="625370" y="216303"/>
                    <a:pt x="624933" y="217379"/>
                  </a:cubicBezTo>
                  <a:cubicBezTo>
                    <a:pt x="624496" y="218456"/>
                    <a:pt x="624058" y="218456"/>
                    <a:pt x="624058" y="218456"/>
                  </a:cubicBezTo>
                  <a:cubicBezTo>
                    <a:pt x="624058" y="218456"/>
                    <a:pt x="622544" y="218994"/>
                    <a:pt x="621669" y="219095"/>
                  </a:cubicBezTo>
                  <a:cubicBezTo>
                    <a:pt x="620794" y="219196"/>
                    <a:pt x="619818" y="219970"/>
                    <a:pt x="619178" y="220071"/>
                  </a:cubicBezTo>
                  <a:cubicBezTo>
                    <a:pt x="618539" y="220171"/>
                    <a:pt x="616351" y="221820"/>
                    <a:pt x="615914" y="222459"/>
                  </a:cubicBezTo>
                  <a:cubicBezTo>
                    <a:pt x="615476" y="223098"/>
                    <a:pt x="614601" y="224511"/>
                    <a:pt x="614164" y="225184"/>
                  </a:cubicBezTo>
                  <a:cubicBezTo>
                    <a:pt x="613726" y="225823"/>
                    <a:pt x="610798" y="229523"/>
                    <a:pt x="610798" y="229523"/>
                  </a:cubicBezTo>
                  <a:lnTo>
                    <a:pt x="608308" y="232248"/>
                  </a:lnTo>
                  <a:lnTo>
                    <a:pt x="602889" y="237227"/>
                  </a:lnTo>
                  <a:lnTo>
                    <a:pt x="599423" y="238875"/>
                  </a:lnTo>
                  <a:cubicBezTo>
                    <a:pt x="599423" y="238875"/>
                    <a:pt x="597134" y="243215"/>
                    <a:pt x="596798" y="243349"/>
                  </a:cubicBezTo>
                  <a:cubicBezTo>
                    <a:pt x="596461" y="243450"/>
                    <a:pt x="593769" y="244527"/>
                    <a:pt x="592793" y="244527"/>
                  </a:cubicBezTo>
                  <a:cubicBezTo>
                    <a:pt x="591817" y="244527"/>
                    <a:pt x="591144" y="243013"/>
                    <a:pt x="591144" y="243013"/>
                  </a:cubicBezTo>
                  <a:cubicBezTo>
                    <a:pt x="591144" y="243013"/>
                    <a:pt x="590605" y="239649"/>
                    <a:pt x="590370" y="239212"/>
                  </a:cubicBezTo>
                  <a:cubicBezTo>
                    <a:pt x="590168" y="238774"/>
                    <a:pt x="589495" y="236285"/>
                    <a:pt x="589495" y="236285"/>
                  </a:cubicBezTo>
                  <a:cubicBezTo>
                    <a:pt x="589495" y="236285"/>
                    <a:pt x="588182" y="234872"/>
                    <a:pt x="587442" y="234872"/>
                  </a:cubicBezTo>
                  <a:cubicBezTo>
                    <a:pt x="586668" y="234872"/>
                    <a:pt x="585793" y="235208"/>
                    <a:pt x="585793" y="235208"/>
                  </a:cubicBezTo>
                  <a:cubicBezTo>
                    <a:pt x="585793" y="235208"/>
                    <a:pt x="585456" y="238673"/>
                    <a:pt x="585355" y="239111"/>
                  </a:cubicBezTo>
                  <a:cubicBezTo>
                    <a:pt x="585254" y="239548"/>
                    <a:pt x="585019" y="243248"/>
                    <a:pt x="585019" y="243248"/>
                  </a:cubicBezTo>
                  <a:lnTo>
                    <a:pt x="583168" y="245536"/>
                  </a:lnTo>
                  <a:lnTo>
                    <a:pt x="580442" y="248025"/>
                  </a:lnTo>
                  <a:cubicBezTo>
                    <a:pt x="580442" y="248025"/>
                    <a:pt x="579365" y="249438"/>
                    <a:pt x="578490" y="251187"/>
                  </a:cubicBezTo>
                  <a:cubicBezTo>
                    <a:pt x="577615" y="252936"/>
                    <a:pt x="578490" y="253475"/>
                    <a:pt x="578490" y="253475"/>
                  </a:cubicBezTo>
                  <a:cubicBezTo>
                    <a:pt x="578490" y="253475"/>
                    <a:pt x="579028" y="254013"/>
                    <a:pt x="580004" y="254349"/>
                  </a:cubicBezTo>
                  <a:cubicBezTo>
                    <a:pt x="580980" y="254686"/>
                    <a:pt x="582495" y="256973"/>
                    <a:pt x="582932" y="257612"/>
                  </a:cubicBezTo>
                  <a:cubicBezTo>
                    <a:pt x="583370" y="258252"/>
                    <a:pt x="583134" y="259564"/>
                    <a:pt x="583134" y="259564"/>
                  </a:cubicBezTo>
                  <a:lnTo>
                    <a:pt x="582798" y="263365"/>
                  </a:lnTo>
                  <a:cubicBezTo>
                    <a:pt x="582798" y="263365"/>
                    <a:pt x="583875" y="267704"/>
                    <a:pt x="584110" y="268041"/>
                  </a:cubicBezTo>
                  <a:cubicBezTo>
                    <a:pt x="584312" y="268377"/>
                    <a:pt x="583235" y="273356"/>
                    <a:pt x="583235" y="273356"/>
                  </a:cubicBezTo>
                  <a:lnTo>
                    <a:pt x="583235" y="275408"/>
                  </a:lnTo>
                  <a:cubicBezTo>
                    <a:pt x="583235" y="275408"/>
                    <a:pt x="582697" y="280723"/>
                    <a:pt x="582461" y="281160"/>
                  </a:cubicBezTo>
                  <a:cubicBezTo>
                    <a:pt x="582225" y="281597"/>
                    <a:pt x="581485" y="285062"/>
                    <a:pt x="581485" y="285062"/>
                  </a:cubicBezTo>
                  <a:cubicBezTo>
                    <a:pt x="581485" y="285062"/>
                    <a:pt x="580408" y="286913"/>
                    <a:pt x="580172" y="287787"/>
                  </a:cubicBezTo>
                  <a:cubicBezTo>
                    <a:pt x="579970" y="288662"/>
                    <a:pt x="577783" y="291387"/>
                    <a:pt x="577783" y="291824"/>
                  </a:cubicBezTo>
                  <a:cubicBezTo>
                    <a:pt x="577783" y="292261"/>
                    <a:pt x="578221" y="296062"/>
                    <a:pt x="578321" y="296399"/>
                  </a:cubicBezTo>
                  <a:cubicBezTo>
                    <a:pt x="578423" y="296735"/>
                    <a:pt x="578759" y="298585"/>
                    <a:pt x="579197" y="298350"/>
                  </a:cubicBezTo>
                  <a:cubicBezTo>
                    <a:pt x="579634" y="298148"/>
                    <a:pt x="581687" y="301176"/>
                    <a:pt x="581687" y="301176"/>
                  </a:cubicBezTo>
                  <a:lnTo>
                    <a:pt x="582461" y="303463"/>
                  </a:lnTo>
                  <a:cubicBezTo>
                    <a:pt x="582461" y="303463"/>
                    <a:pt x="584110" y="309115"/>
                    <a:pt x="584110" y="309552"/>
                  </a:cubicBezTo>
                  <a:cubicBezTo>
                    <a:pt x="584110" y="309989"/>
                    <a:pt x="583235" y="313353"/>
                    <a:pt x="583235" y="313353"/>
                  </a:cubicBezTo>
                  <a:cubicBezTo>
                    <a:pt x="583235" y="313353"/>
                    <a:pt x="583235" y="318769"/>
                    <a:pt x="583235" y="319879"/>
                  </a:cubicBezTo>
                  <a:cubicBezTo>
                    <a:pt x="583235" y="320956"/>
                    <a:pt x="583572" y="321629"/>
                    <a:pt x="583572" y="321629"/>
                  </a:cubicBezTo>
                  <a:cubicBezTo>
                    <a:pt x="583572" y="321629"/>
                    <a:pt x="584884" y="324993"/>
                    <a:pt x="585221" y="325228"/>
                  </a:cubicBezTo>
                  <a:cubicBezTo>
                    <a:pt x="585557" y="325430"/>
                    <a:pt x="586634" y="327415"/>
                    <a:pt x="587273" y="328054"/>
                  </a:cubicBezTo>
                  <a:cubicBezTo>
                    <a:pt x="587913" y="328693"/>
                    <a:pt x="589024" y="330240"/>
                    <a:pt x="589562" y="330880"/>
                  </a:cubicBezTo>
                  <a:cubicBezTo>
                    <a:pt x="590101" y="331519"/>
                    <a:pt x="590875" y="332292"/>
                    <a:pt x="591211" y="332393"/>
                  </a:cubicBezTo>
                  <a:cubicBezTo>
                    <a:pt x="591548" y="332494"/>
                    <a:pt x="591211" y="334344"/>
                    <a:pt x="591211" y="334782"/>
                  </a:cubicBezTo>
                  <a:cubicBezTo>
                    <a:pt x="591211" y="335219"/>
                    <a:pt x="590572" y="337507"/>
                    <a:pt x="590572" y="338045"/>
                  </a:cubicBezTo>
                  <a:cubicBezTo>
                    <a:pt x="590572" y="338583"/>
                    <a:pt x="589394" y="340299"/>
                    <a:pt x="589394" y="340299"/>
                  </a:cubicBezTo>
                  <a:cubicBezTo>
                    <a:pt x="589394" y="340299"/>
                    <a:pt x="587442" y="340299"/>
                    <a:pt x="587004" y="340299"/>
                  </a:cubicBezTo>
                  <a:cubicBezTo>
                    <a:pt x="586567" y="340299"/>
                    <a:pt x="585591" y="340299"/>
                    <a:pt x="584817" y="340534"/>
                  </a:cubicBezTo>
                  <a:cubicBezTo>
                    <a:pt x="584043" y="340736"/>
                    <a:pt x="582966" y="341274"/>
                    <a:pt x="582966" y="341274"/>
                  </a:cubicBezTo>
                  <a:lnTo>
                    <a:pt x="584649" y="344806"/>
                  </a:lnTo>
                  <a:lnTo>
                    <a:pt x="586230" y="350525"/>
                  </a:lnTo>
                  <a:cubicBezTo>
                    <a:pt x="586230" y="350525"/>
                    <a:pt x="585658" y="354865"/>
                    <a:pt x="585658" y="355235"/>
                  </a:cubicBezTo>
                  <a:cubicBezTo>
                    <a:pt x="585658" y="355605"/>
                    <a:pt x="584581" y="357690"/>
                    <a:pt x="584076" y="358935"/>
                  </a:cubicBezTo>
                  <a:cubicBezTo>
                    <a:pt x="583572" y="360180"/>
                    <a:pt x="582057" y="360684"/>
                    <a:pt x="581821" y="360684"/>
                  </a:cubicBezTo>
                  <a:cubicBezTo>
                    <a:pt x="581586" y="360684"/>
                    <a:pt x="579365" y="361761"/>
                    <a:pt x="578557" y="361828"/>
                  </a:cubicBezTo>
                  <a:cubicBezTo>
                    <a:pt x="577749" y="361895"/>
                    <a:pt x="574855" y="361828"/>
                    <a:pt x="574283" y="361963"/>
                  </a:cubicBezTo>
                  <a:cubicBezTo>
                    <a:pt x="573711" y="362097"/>
                    <a:pt x="570581" y="361963"/>
                    <a:pt x="570581" y="361963"/>
                  </a:cubicBezTo>
                  <a:cubicBezTo>
                    <a:pt x="570581" y="361963"/>
                    <a:pt x="568259" y="363409"/>
                    <a:pt x="567989" y="363409"/>
                  </a:cubicBezTo>
                  <a:cubicBezTo>
                    <a:pt x="567687" y="363409"/>
                    <a:pt x="564220" y="364553"/>
                    <a:pt x="564220" y="364553"/>
                  </a:cubicBezTo>
                  <a:lnTo>
                    <a:pt x="558936" y="366067"/>
                  </a:lnTo>
                  <a:lnTo>
                    <a:pt x="555167" y="368085"/>
                  </a:lnTo>
                  <a:lnTo>
                    <a:pt x="552845" y="369834"/>
                  </a:lnTo>
                  <a:lnTo>
                    <a:pt x="549076" y="369834"/>
                  </a:lnTo>
                  <a:lnTo>
                    <a:pt x="545003" y="367244"/>
                  </a:lnTo>
                  <a:lnTo>
                    <a:pt x="545003" y="364048"/>
                  </a:lnTo>
                  <a:cubicBezTo>
                    <a:pt x="545003" y="364048"/>
                    <a:pt x="548032" y="359406"/>
                    <a:pt x="548032" y="358262"/>
                  </a:cubicBezTo>
                  <a:cubicBezTo>
                    <a:pt x="548032" y="357118"/>
                    <a:pt x="546720" y="356244"/>
                    <a:pt x="546720" y="356244"/>
                  </a:cubicBezTo>
                  <a:lnTo>
                    <a:pt x="541806" y="357388"/>
                  </a:lnTo>
                  <a:lnTo>
                    <a:pt x="538037" y="361155"/>
                  </a:lnTo>
                  <a:lnTo>
                    <a:pt x="532248" y="366369"/>
                  </a:lnTo>
                  <a:lnTo>
                    <a:pt x="528479" y="369834"/>
                  </a:lnTo>
                  <a:lnTo>
                    <a:pt x="525585" y="369834"/>
                  </a:lnTo>
                  <a:cubicBezTo>
                    <a:pt x="525585" y="369834"/>
                    <a:pt x="521378" y="370473"/>
                    <a:pt x="520234" y="370473"/>
                  </a:cubicBezTo>
                  <a:cubicBezTo>
                    <a:pt x="519089" y="370473"/>
                    <a:pt x="515589" y="371415"/>
                    <a:pt x="514714" y="371415"/>
                  </a:cubicBezTo>
                  <a:cubicBezTo>
                    <a:pt x="513839" y="371415"/>
                    <a:pt x="512392" y="372559"/>
                    <a:pt x="512392" y="372559"/>
                  </a:cubicBezTo>
                  <a:cubicBezTo>
                    <a:pt x="512392" y="372559"/>
                    <a:pt x="510810" y="374880"/>
                    <a:pt x="510373" y="375015"/>
                  </a:cubicBezTo>
                  <a:cubicBezTo>
                    <a:pt x="509935" y="375149"/>
                    <a:pt x="508488" y="376327"/>
                    <a:pt x="507916" y="376327"/>
                  </a:cubicBezTo>
                  <a:cubicBezTo>
                    <a:pt x="507344" y="376327"/>
                    <a:pt x="504012" y="380397"/>
                    <a:pt x="503575" y="380532"/>
                  </a:cubicBezTo>
                  <a:cubicBezTo>
                    <a:pt x="503137" y="380666"/>
                    <a:pt x="498930" y="383727"/>
                    <a:pt x="498930" y="383727"/>
                  </a:cubicBezTo>
                  <a:lnTo>
                    <a:pt x="493411" y="383727"/>
                  </a:lnTo>
                  <a:cubicBezTo>
                    <a:pt x="493411" y="383727"/>
                    <a:pt x="487454" y="387125"/>
                    <a:pt x="486310" y="387428"/>
                  </a:cubicBezTo>
                  <a:cubicBezTo>
                    <a:pt x="485166" y="387730"/>
                    <a:pt x="482978" y="388941"/>
                    <a:pt x="481834" y="389816"/>
                  </a:cubicBezTo>
                  <a:cubicBezTo>
                    <a:pt x="480689" y="390691"/>
                    <a:pt x="475877" y="392844"/>
                    <a:pt x="475305" y="392844"/>
                  </a:cubicBezTo>
                  <a:cubicBezTo>
                    <a:pt x="474733" y="392844"/>
                    <a:pt x="470829" y="392541"/>
                    <a:pt x="468776" y="392272"/>
                  </a:cubicBezTo>
                  <a:cubicBezTo>
                    <a:pt x="466756" y="391969"/>
                    <a:pt x="465747" y="390388"/>
                    <a:pt x="465747" y="390388"/>
                  </a:cubicBezTo>
                  <a:lnTo>
                    <a:pt x="465309" y="386183"/>
                  </a:lnTo>
                  <a:lnTo>
                    <a:pt x="465007" y="382853"/>
                  </a:lnTo>
                  <a:lnTo>
                    <a:pt x="465007" y="377773"/>
                  </a:lnTo>
                  <a:lnTo>
                    <a:pt x="463862" y="375587"/>
                  </a:lnTo>
                  <a:lnTo>
                    <a:pt x="460800" y="373265"/>
                  </a:lnTo>
                  <a:lnTo>
                    <a:pt x="459353" y="368354"/>
                  </a:lnTo>
                  <a:lnTo>
                    <a:pt x="458780" y="363275"/>
                  </a:lnTo>
                  <a:lnTo>
                    <a:pt x="457333" y="360651"/>
                  </a:lnTo>
                  <a:lnTo>
                    <a:pt x="455314" y="362097"/>
                  </a:lnTo>
                  <a:cubicBezTo>
                    <a:pt x="455314" y="362097"/>
                    <a:pt x="453732" y="363409"/>
                    <a:pt x="452857" y="363846"/>
                  </a:cubicBezTo>
                  <a:cubicBezTo>
                    <a:pt x="451982" y="364284"/>
                    <a:pt x="450266" y="366302"/>
                    <a:pt x="450266" y="366302"/>
                  </a:cubicBezTo>
                  <a:cubicBezTo>
                    <a:pt x="450266" y="366302"/>
                    <a:pt x="445924" y="366302"/>
                    <a:pt x="445049" y="366302"/>
                  </a:cubicBezTo>
                  <a:cubicBezTo>
                    <a:pt x="444174" y="366302"/>
                    <a:pt x="439968" y="363981"/>
                    <a:pt x="439968" y="363981"/>
                  </a:cubicBezTo>
                  <a:lnTo>
                    <a:pt x="438655" y="359070"/>
                  </a:lnTo>
                  <a:lnTo>
                    <a:pt x="439665" y="353553"/>
                  </a:lnTo>
                  <a:lnTo>
                    <a:pt x="442862" y="353418"/>
                  </a:lnTo>
                  <a:lnTo>
                    <a:pt x="449223" y="352106"/>
                  </a:lnTo>
                  <a:lnTo>
                    <a:pt x="451107" y="348910"/>
                  </a:lnTo>
                  <a:lnTo>
                    <a:pt x="447203" y="342384"/>
                  </a:lnTo>
                  <a:lnTo>
                    <a:pt x="444006" y="337608"/>
                  </a:lnTo>
                  <a:lnTo>
                    <a:pt x="443131" y="335589"/>
                  </a:lnTo>
                  <a:lnTo>
                    <a:pt x="439799" y="332393"/>
                  </a:lnTo>
                  <a:lnTo>
                    <a:pt x="432833" y="329198"/>
                  </a:lnTo>
                  <a:lnTo>
                    <a:pt x="426472" y="325127"/>
                  </a:lnTo>
                  <a:cubicBezTo>
                    <a:pt x="426472" y="325127"/>
                    <a:pt x="425025" y="320922"/>
                    <a:pt x="424722" y="320350"/>
                  </a:cubicBezTo>
                  <a:cubicBezTo>
                    <a:pt x="424419" y="319778"/>
                    <a:pt x="424587" y="316717"/>
                    <a:pt x="424587" y="316717"/>
                  </a:cubicBezTo>
                  <a:cubicBezTo>
                    <a:pt x="424587" y="316717"/>
                    <a:pt x="425900" y="315136"/>
                    <a:pt x="426775" y="314699"/>
                  </a:cubicBezTo>
                  <a:cubicBezTo>
                    <a:pt x="427650" y="314262"/>
                    <a:pt x="429972" y="313690"/>
                    <a:pt x="430847" y="313690"/>
                  </a:cubicBezTo>
                  <a:cubicBezTo>
                    <a:pt x="431722" y="313690"/>
                    <a:pt x="434616" y="311503"/>
                    <a:pt x="434616" y="311503"/>
                  </a:cubicBezTo>
                  <a:lnTo>
                    <a:pt x="436939" y="309182"/>
                  </a:lnTo>
                  <a:lnTo>
                    <a:pt x="438251" y="306726"/>
                  </a:lnTo>
                  <a:lnTo>
                    <a:pt x="440708" y="299326"/>
                  </a:lnTo>
                  <a:lnTo>
                    <a:pt x="438823" y="298888"/>
                  </a:lnTo>
                  <a:cubicBezTo>
                    <a:pt x="438823" y="298888"/>
                    <a:pt x="433169" y="303093"/>
                    <a:pt x="431419" y="303093"/>
                  </a:cubicBezTo>
                  <a:cubicBezTo>
                    <a:pt x="429669" y="303093"/>
                    <a:pt x="427953" y="302353"/>
                    <a:pt x="427953" y="302353"/>
                  </a:cubicBezTo>
                  <a:lnTo>
                    <a:pt x="427515" y="299897"/>
                  </a:lnTo>
                  <a:lnTo>
                    <a:pt x="428390" y="297576"/>
                  </a:lnTo>
                  <a:lnTo>
                    <a:pt x="428828" y="294112"/>
                  </a:lnTo>
                  <a:lnTo>
                    <a:pt x="428962" y="292530"/>
                  </a:lnTo>
                  <a:lnTo>
                    <a:pt x="428087" y="286307"/>
                  </a:lnTo>
                  <a:lnTo>
                    <a:pt x="424890" y="281967"/>
                  </a:lnTo>
                  <a:lnTo>
                    <a:pt x="422568" y="280790"/>
                  </a:lnTo>
                  <a:lnTo>
                    <a:pt x="419808" y="279915"/>
                  </a:lnTo>
                  <a:lnTo>
                    <a:pt x="414020" y="277729"/>
                  </a:lnTo>
                  <a:lnTo>
                    <a:pt x="411395" y="273827"/>
                  </a:lnTo>
                  <a:lnTo>
                    <a:pt x="409005" y="269050"/>
                  </a:lnTo>
                  <a:lnTo>
                    <a:pt x="406616" y="263096"/>
                  </a:lnTo>
                  <a:lnTo>
                    <a:pt x="405875" y="261077"/>
                  </a:lnTo>
                  <a:lnTo>
                    <a:pt x="405875" y="258487"/>
                  </a:lnTo>
                  <a:lnTo>
                    <a:pt x="406380" y="252533"/>
                  </a:lnTo>
                  <a:lnTo>
                    <a:pt x="406313" y="250346"/>
                  </a:lnTo>
                  <a:lnTo>
                    <a:pt x="400524" y="247890"/>
                  </a:lnTo>
                  <a:lnTo>
                    <a:pt x="398337" y="244560"/>
                  </a:lnTo>
                  <a:lnTo>
                    <a:pt x="396890" y="241230"/>
                  </a:lnTo>
                  <a:cubicBezTo>
                    <a:pt x="396890" y="241230"/>
                    <a:pt x="394568" y="229927"/>
                    <a:pt x="394298" y="229355"/>
                  </a:cubicBezTo>
                  <a:cubicBezTo>
                    <a:pt x="393995" y="228783"/>
                    <a:pt x="393726" y="223838"/>
                    <a:pt x="393726" y="223838"/>
                  </a:cubicBezTo>
                  <a:lnTo>
                    <a:pt x="392279" y="218187"/>
                  </a:lnTo>
                  <a:lnTo>
                    <a:pt x="387635" y="218489"/>
                  </a:lnTo>
                  <a:cubicBezTo>
                    <a:pt x="387635" y="218489"/>
                    <a:pt x="385750" y="218489"/>
                    <a:pt x="385010" y="218489"/>
                  </a:cubicBezTo>
                  <a:cubicBezTo>
                    <a:pt x="384269" y="218489"/>
                    <a:pt x="380231" y="213847"/>
                    <a:pt x="380231" y="213847"/>
                  </a:cubicBezTo>
                  <a:lnTo>
                    <a:pt x="380533" y="209945"/>
                  </a:lnTo>
                  <a:lnTo>
                    <a:pt x="379793" y="203722"/>
                  </a:lnTo>
                  <a:lnTo>
                    <a:pt x="379793" y="197364"/>
                  </a:lnTo>
                  <a:lnTo>
                    <a:pt x="378918" y="194471"/>
                  </a:lnTo>
                  <a:lnTo>
                    <a:pt x="374442" y="187945"/>
                  </a:lnTo>
                  <a:lnTo>
                    <a:pt x="371413" y="183303"/>
                  </a:lnTo>
                  <a:lnTo>
                    <a:pt x="369226" y="177214"/>
                  </a:lnTo>
                  <a:lnTo>
                    <a:pt x="367341" y="170688"/>
                  </a:lnTo>
                  <a:lnTo>
                    <a:pt x="366903" y="165608"/>
                  </a:lnTo>
                  <a:lnTo>
                    <a:pt x="363706" y="162580"/>
                  </a:lnTo>
                  <a:lnTo>
                    <a:pt x="361384" y="161706"/>
                  </a:lnTo>
                  <a:lnTo>
                    <a:pt x="358187" y="162715"/>
                  </a:lnTo>
                  <a:lnTo>
                    <a:pt x="357043" y="163287"/>
                  </a:lnTo>
                  <a:lnTo>
                    <a:pt x="354148" y="167795"/>
                  </a:lnTo>
                  <a:lnTo>
                    <a:pt x="349908" y="166348"/>
                  </a:lnTo>
                  <a:lnTo>
                    <a:pt x="346105" y="164061"/>
                  </a:lnTo>
                  <a:lnTo>
                    <a:pt x="345465" y="162210"/>
                  </a:lnTo>
                  <a:lnTo>
                    <a:pt x="343076" y="162009"/>
                  </a:lnTo>
                  <a:cubicBezTo>
                    <a:pt x="343076" y="162009"/>
                    <a:pt x="341999" y="162345"/>
                    <a:pt x="341763" y="162648"/>
                  </a:cubicBezTo>
                  <a:cubicBezTo>
                    <a:pt x="341562" y="162984"/>
                    <a:pt x="340350" y="164834"/>
                    <a:pt x="340013" y="165272"/>
                  </a:cubicBezTo>
                  <a:cubicBezTo>
                    <a:pt x="339677" y="165709"/>
                    <a:pt x="336850" y="169308"/>
                    <a:pt x="336210" y="169611"/>
                  </a:cubicBezTo>
                  <a:cubicBezTo>
                    <a:pt x="335571" y="169948"/>
                    <a:pt x="332307" y="170587"/>
                    <a:pt x="332307" y="170587"/>
                  </a:cubicBezTo>
                  <a:lnTo>
                    <a:pt x="326215" y="169948"/>
                  </a:lnTo>
                  <a:lnTo>
                    <a:pt x="321638" y="166920"/>
                  </a:lnTo>
                  <a:lnTo>
                    <a:pt x="317297" y="160932"/>
                  </a:lnTo>
                  <a:lnTo>
                    <a:pt x="314671" y="156155"/>
                  </a:lnTo>
                  <a:lnTo>
                    <a:pt x="312820" y="151816"/>
                  </a:lnTo>
                  <a:cubicBezTo>
                    <a:pt x="312820" y="151816"/>
                    <a:pt x="310869" y="147140"/>
                    <a:pt x="309994" y="147039"/>
                  </a:cubicBezTo>
                  <a:cubicBezTo>
                    <a:pt x="309118" y="146938"/>
                    <a:pt x="307604" y="144449"/>
                    <a:pt x="307166" y="144112"/>
                  </a:cubicBezTo>
                  <a:cubicBezTo>
                    <a:pt x="306729" y="143776"/>
                    <a:pt x="305315" y="140109"/>
                    <a:pt x="304979" y="139975"/>
                  </a:cubicBezTo>
                  <a:cubicBezTo>
                    <a:pt x="304642" y="139874"/>
                    <a:pt x="304743" y="137586"/>
                    <a:pt x="303902" y="136072"/>
                  </a:cubicBezTo>
                  <a:cubicBezTo>
                    <a:pt x="303027" y="134559"/>
                    <a:pt x="302488" y="132473"/>
                    <a:pt x="302388" y="132036"/>
                  </a:cubicBezTo>
                  <a:cubicBezTo>
                    <a:pt x="302286" y="131598"/>
                    <a:pt x="302286" y="129412"/>
                    <a:pt x="302388" y="129109"/>
                  </a:cubicBezTo>
                  <a:cubicBezTo>
                    <a:pt x="302488" y="128773"/>
                    <a:pt x="303801" y="128234"/>
                    <a:pt x="304239" y="128234"/>
                  </a:cubicBezTo>
                  <a:cubicBezTo>
                    <a:pt x="304676" y="128234"/>
                    <a:pt x="306089" y="127797"/>
                    <a:pt x="306089" y="127797"/>
                  </a:cubicBezTo>
                  <a:cubicBezTo>
                    <a:pt x="306089" y="127797"/>
                    <a:pt x="307301" y="127360"/>
                    <a:pt x="311643" y="126821"/>
                  </a:cubicBezTo>
                  <a:cubicBezTo>
                    <a:pt x="315984" y="126283"/>
                    <a:pt x="313931" y="126283"/>
                    <a:pt x="314234" y="126182"/>
                  </a:cubicBezTo>
                  <a:cubicBezTo>
                    <a:pt x="314571" y="126081"/>
                    <a:pt x="315008" y="125745"/>
                    <a:pt x="315748" y="125409"/>
                  </a:cubicBezTo>
                  <a:cubicBezTo>
                    <a:pt x="316523" y="125072"/>
                    <a:pt x="317498" y="123121"/>
                    <a:pt x="317936" y="122583"/>
                  </a:cubicBezTo>
                  <a:cubicBezTo>
                    <a:pt x="318373" y="122045"/>
                    <a:pt x="318474" y="120968"/>
                    <a:pt x="318710" y="120531"/>
                  </a:cubicBezTo>
                  <a:cubicBezTo>
                    <a:pt x="318912" y="120094"/>
                    <a:pt x="319047" y="117167"/>
                    <a:pt x="319047" y="116730"/>
                  </a:cubicBezTo>
                  <a:cubicBezTo>
                    <a:pt x="319047" y="116292"/>
                    <a:pt x="319047" y="115081"/>
                    <a:pt x="318710" y="114644"/>
                  </a:cubicBezTo>
                  <a:cubicBezTo>
                    <a:pt x="318373" y="114207"/>
                    <a:pt x="318071" y="113029"/>
                    <a:pt x="318071" y="113029"/>
                  </a:cubicBezTo>
                  <a:cubicBezTo>
                    <a:pt x="318071" y="113029"/>
                    <a:pt x="315580" y="110977"/>
                    <a:pt x="315143" y="110977"/>
                  </a:cubicBezTo>
                  <a:cubicBezTo>
                    <a:pt x="314705" y="110977"/>
                    <a:pt x="313090" y="109901"/>
                    <a:pt x="313090" y="109901"/>
                  </a:cubicBezTo>
                  <a:lnTo>
                    <a:pt x="310061" y="105898"/>
                  </a:lnTo>
                  <a:lnTo>
                    <a:pt x="308849" y="102096"/>
                  </a:lnTo>
                  <a:lnTo>
                    <a:pt x="308748" y="99069"/>
                  </a:lnTo>
                  <a:lnTo>
                    <a:pt x="304844" y="92442"/>
                  </a:lnTo>
                  <a:lnTo>
                    <a:pt x="301681" y="84402"/>
                  </a:lnTo>
                  <a:lnTo>
                    <a:pt x="300469" y="80062"/>
                  </a:lnTo>
                  <a:lnTo>
                    <a:pt x="298517" y="77472"/>
                  </a:lnTo>
                  <a:cubicBezTo>
                    <a:pt x="298517" y="77472"/>
                    <a:pt x="293637" y="77808"/>
                    <a:pt x="293200" y="77808"/>
                  </a:cubicBezTo>
                  <a:cubicBezTo>
                    <a:pt x="292762" y="77808"/>
                    <a:pt x="289397" y="74882"/>
                    <a:pt x="289397" y="74882"/>
                  </a:cubicBezTo>
                  <a:lnTo>
                    <a:pt x="287445" y="71182"/>
                  </a:lnTo>
                  <a:cubicBezTo>
                    <a:pt x="287445" y="71182"/>
                    <a:pt x="284719" y="68793"/>
                    <a:pt x="284180" y="68019"/>
                  </a:cubicBezTo>
                  <a:cubicBezTo>
                    <a:pt x="283642" y="67246"/>
                    <a:pt x="282969" y="65295"/>
                    <a:pt x="282531" y="64655"/>
                  </a:cubicBezTo>
                  <a:cubicBezTo>
                    <a:pt x="282094" y="64016"/>
                    <a:pt x="281555" y="62031"/>
                    <a:pt x="281555" y="62031"/>
                  </a:cubicBezTo>
                  <a:cubicBezTo>
                    <a:pt x="281555" y="62031"/>
                    <a:pt x="281118" y="58668"/>
                    <a:pt x="281118" y="58028"/>
                  </a:cubicBezTo>
                  <a:cubicBezTo>
                    <a:pt x="281118" y="57389"/>
                    <a:pt x="281757" y="55304"/>
                    <a:pt x="281757" y="55304"/>
                  </a:cubicBezTo>
                  <a:cubicBezTo>
                    <a:pt x="281757" y="55304"/>
                    <a:pt x="282531" y="53554"/>
                    <a:pt x="282969" y="52915"/>
                  </a:cubicBezTo>
                  <a:cubicBezTo>
                    <a:pt x="283406" y="52276"/>
                    <a:pt x="283844" y="51502"/>
                    <a:pt x="283844" y="51502"/>
                  </a:cubicBezTo>
                  <a:cubicBezTo>
                    <a:pt x="283844" y="51502"/>
                    <a:pt x="282228" y="48777"/>
                    <a:pt x="281892" y="48777"/>
                  </a:cubicBezTo>
                  <a:cubicBezTo>
                    <a:pt x="281555" y="48777"/>
                    <a:pt x="279940" y="48576"/>
                    <a:pt x="279940" y="48576"/>
                  </a:cubicBezTo>
                  <a:cubicBezTo>
                    <a:pt x="279940" y="48576"/>
                    <a:pt x="277012" y="49013"/>
                    <a:pt x="276137" y="49013"/>
                  </a:cubicBezTo>
                  <a:cubicBezTo>
                    <a:pt x="275262" y="49013"/>
                    <a:pt x="274521" y="49652"/>
                    <a:pt x="274185" y="49787"/>
                  </a:cubicBezTo>
                  <a:cubicBezTo>
                    <a:pt x="273849" y="49888"/>
                    <a:pt x="273209" y="50863"/>
                    <a:pt x="273209" y="50863"/>
                  </a:cubicBezTo>
                  <a:cubicBezTo>
                    <a:pt x="273209" y="50863"/>
                    <a:pt x="271897" y="52915"/>
                    <a:pt x="271594" y="53252"/>
                  </a:cubicBezTo>
                  <a:cubicBezTo>
                    <a:pt x="271257" y="53588"/>
                    <a:pt x="270718" y="54664"/>
                    <a:pt x="270718" y="54664"/>
                  </a:cubicBezTo>
                  <a:lnTo>
                    <a:pt x="270382" y="58264"/>
                  </a:lnTo>
                  <a:cubicBezTo>
                    <a:pt x="270382" y="58264"/>
                    <a:pt x="267791" y="61292"/>
                    <a:pt x="267017" y="61426"/>
                  </a:cubicBezTo>
                  <a:cubicBezTo>
                    <a:pt x="266243" y="61527"/>
                    <a:pt x="265502" y="63041"/>
                    <a:pt x="265502" y="63041"/>
                  </a:cubicBezTo>
                  <a:cubicBezTo>
                    <a:pt x="265502" y="63041"/>
                    <a:pt x="264291" y="66741"/>
                    <a:pt x="263988" y="67279"/>
                  </a:cubicBezTo>
                  <a:cubicBezTo>
                    <a:pt x="263651" y="67818"/>
                    <a:pt x="261262" y="70980"/>
                    <a:pt x="261262" y="70980"/>
                  </a:cubicBezTo>
                  <a:cubicBezTo>
                    <a:pt x="261262" y="70980"/>
                    <a:pt x="260084" y="72931"/>
                    <a:pt x="259613" y="73469"/>
                  </a:cubicBezTo>
                  <a:cubicBezTo>
                    <a:pt x="259175" y="74007"/>
                    <a:pt x="257223" y="76059"/>
                    <a:pt x="256886" y="76396"/>
                  </a:cubicBezTo>
                  <a:cubicBezTo>
                    <a:pt x="256550" y="76732"/>
                    <a:pt x="255574" y="78145"/>
                    <a:pt x="254262" y="79020"/>
                  </a:cubicBezTo>
                  <a:cubicBezTo>
                    <a:pt x="252949" y="79894"/>
                    <a:pt x="253185" y="79793"/>
                    <a:pt x="252848" y="79894"/>
                  </a:cubicBezTo>
                  <a:cubicBezTo>
                    <a:pt x="252511" y="79995"/>
                    <a:pt x="251334" y="80231"/>
                    <a:pt x="249482" y="80769"/>
                  </a:cubicBezTo>
                  <a:cubicBezTo>
                    <a:pt x="247631" y="81307"/>
                    <a:pt x="245882" y="80769"/>
                    <a:pt x="245343" y="81004"/>
                  </a:cubicBezTo>
                  <a:cubicBezTo>
                    <a:pt x="244805" y="81240"/>
                    <a:pt x="243055" y="82182"/>
                    <a:pt x="242853" y="82619"/>
                  </a:cubicBezTo>
                  <a:cubicBezTo>
                    <a:pt x="242651" y="83056"/>
                    <a:pt x="241978" y="84133"/>
                    <a:pt x="241978" y="84469"/>
                  </a:cubicBezTo>
                  <a:cubicBezTo>
                    <a:pt x="241978" y="84806"/>
                    <a:pt x="241540" y="85781"/>
                    <a:pt x="241439" y="86656"/>
                  </a:cubicBezTo>
                  <a:cubicBezTo>
                    <a:pt x="241338" y="87530"/>
                    <a:pt x="240699" y="90894"/>
                    <a:pt x="240699" y="90894"/>
                  </a:cubicBezTo>
                  <a:cubicBezTo>
                    <a:pt x="240699" y="90894"/>
                    <a:pt x="240699" y="92408"/>
                    <a:pt x="240699" y="93485"/>
                  </a:cubicBezTo>
                  <a:cubicBezTo>
                    <a:pt x="240699" y="94561"/>
                    <a:pt x="242449" y="99573"/>
                    <a:pt x="242449" y="99573"/>
                  </a:cubicBezTo>
                  <a:cubicBezTo>
                    <a:pt x="242449" y="99573"/>
                    <a:pt x="242449" y="102399"/>
                    <a:pt x="242449" y="103476"/>
                  </a:cubicBezTo>
                  <a:cubicBezTo>
                    <a:pt x="242449" y="104552"/>
                    <a:pt x="241574" y="110977"/>
                    <a:pt x="241574" y="111414"/>
                  </a:cubicBezTo>
                  <a:cubicBezTo>
                    <a:pt x="241574" y="111852"/>
                    <a:pt x="240497" y="115653"/>
                    <a:pt x="240396" y="116090"/>
                  </a:cubicBezTo>
                  <a:cubicBezTo>
                    <a:pt x="240295" y="116528"/>
                    <a:pt x="234304" y="116427"/>
                    <a:pt x="234304" y="116427"/>
                  </a:cubicBezTo>
                  <a:lnTo>
                    <a:pt x="229424" y="110002"/>
                  </a:lnTo>
                  <a:lnTo>
                    <a:pt x="225621" y="105561"/>
                  </a:lnTo>
                  <a:lnTo>
                    <a:pt x="220607" y="98497"/>
                  </a:lnTo>
                  <a:lnTo>
                    <a:pt x="219092" y="89582"/>
                  </a:lnTo>
                  <a:lnTo>
                    <a:pt x="218217" y="85142"/>
                  </a:lnTo>
                  <a:lnTo>
                    <a:pt x="218554" y="79490"/>
                  </a:lnTo>
                  <a:lnTo>
                    <a:pt x="219092" y="76665"/>
                  </a:lnTo>
                  <a:lnTo>
                    <a:pt x="220169" y="72763"/>
                  </a:lnTo>
                  <a:lnTo>
                    <a:pt x="219833" y="70038"/>
                  </a:lnTo>
                  <a:lnTo>
                    <a:pt x="219833" y="62099"/>
                  </a:lnTo>
                  <a:lnTo>
                    <a:pt x="219294" y="58836"/>
                  </a:lnTo>
                  <a:lnTo>
                    <a:pt x="218958" y="55035"/>
                  </a:lnTo>
                  <a:lnTo>
                    <a:pt x="218083" y="50897"/>
                  </a:lnTo>
                  <a:lnTo>
                    <a:pt x="218083" y="47297"/>
                  </a:lnTo>
                  <a:lnTo>
                    <a:pt x="220203" y="43732"/>
                  </a:lnTo>
                  <a:lnTo>
                    <a:pt x="222323" y="37004"/>
                  </a:lnTo>
                  <a:lnTo>
                    <a:pt x="224915" y="31251"/>
                  </a:lnTo>
                  <a:lnTo>
                    <a:pt x="226429" y="24523"/>
                  </a:lnTo>
                  <a:lnTo>
                    <a:pt x="227304" y="21496"/>
                  </a:lnTo>
                  <a:lnTo>
                    <a:pt x="227742" y="18872"/>
                  </a:lnTo>
                  <a:lnTo>
                    <a:pt x="227102" y="9318"/>
                  </a:lnTo>
                  <a:lnTo>
                    <a:pt x="226766" y="5618"/>
                  </a:lnTo>
                  <a:cubicBezTo>
                    <a:pt x="226766" y="5618"/>
                    <a:pt x="223602" y="1379"/>
                    <a:pt x="223165" y="1379"/>
                  </a:cubicBezTo>
                  <a:cubicBezTo>
                    <a:pt x="222727" y="1379"/>
                    <a:pt x="221549" y="1178"/>
                    <a:pt x="221549" y="1178"/>
                  </a:cubicBezTo>
                  <a:cubicBezTo>
                    <a:pt x="221549" y="1178"/>
                    <a:pt x="220035" y="639"/>
                    <a:pt x="219496" y="538"/>
                  </a:cubicBezTo>
                  <a:cubicBezTo>
                    <a:pt x="218958" y="437"/>
                    <a:pt x="216333" y="0"/>
                    <a:pt x="215256" y="0"/>
                  </a:cubicBezTo>
                  <a:cubicBezTo>
                    <a:pt x="214179" y="0"/>
                    <a:pt x="213203" y="538"/>
                    <a:pt x="211890" y="538"/>
                  </a:cubicBezTo>
                  <a:cubicBezTo>
                    <a:pt x="210578" y="538"/>
                    <a:pt x="208525" y="2388"/>
                    <a:pt x="208525" y="2388"/>
                  </a:cubicBezTo>
                  <a:lnTo>
                    <a:pt x="205900" y="4037"/>
                  </a:lnTo>
                  <a:lnTo>
                    <a:pt x="205900" y="4575"/>
                  </a:lnTo>
                  <a:lnTo>
                    <a:pt x="209602" y="9251"/>
                  </a:lnTo>
                  <a:cubicBezTo>
                    <a:pt x="209602" y="9251"/>
                    <a:pt x="210578" y="10899"/>
                    <a:pt x="210241" y="11000"/>
                  </a:cubicBezTo>
                  <a:cubicBezTo>
                    <a:pt x="209905" y="11101"/>
                    <a:pt x="209063" y="11539"/>
                    <a:pt x="208727" y="11774"/>
                  </a:cubicBezTo>
                  <a:cubicBezTo>
                    <a:pt x="208390" y="12009"/>
                    <a:pt x="207414" y="13826"/>
                    <a:pt x="207414" y="13826"/>
                  </a:cubicBezTo>
                  <a:lnTo>
                    <a:pt x="207852" y="14701"/>
                  </a:lnTo>
                  <a:lnTo>
                    <a:pt x="209501" y="16114"/>
                  </a:lnTo>
                  <a:lnTo>
                    <a:pt x="210140" y="17426"/>
                  </a:lnTo>
                  <a:cubicBezTo>
                    <a:pt x="210140" y="17426"/>
                    <a:pt x="210241" y="19612"/>
                    <a:pt x="210241" y="20049"/>
                  </a:cubicBezTo>
                  <a:cubicBezTo>
                    <a:pt x="210241" y="20487"/>
                    <a:pt x="209905" y="22236"/>
                    <a:pt x="209905" y="22236"/>
                  </a:cubicBezTo>
                  <a:lnTo>
                    <a:pt x="207414" y="22337"/>
                  </a:lnTo>
                  <a:cubicBezTo>
                    <a:pt x="207414" y="22337"/>
                    <a:pt x="204789" y="22438"/>
                    <a:pt x="204486" y="22438"/>
                  </a:cubicBezTo>
                  <a:cubicBezTo>
                    <a:pt x="204150" y="22438"/>
                    <a:pt x="203275" y="23851"/>
                    <a:pt x="203275" y="23851"/>
                  </a:cubicBezTo>
                  <a:lnTo>
                    <a:pt x="205227" y="26441"/>
                  </a:lnTo>
                  <a:lnTo>
                    <a:pt x="204587" y="27517"/>
                  </a:lnTo>
                  <a:lnTo>
                    <a:pt x="201424" y="28829"/>
                  </a:lnTo>
                  <a:lnTo>
                    <a:pt x="200549" y="31218"/>
                  </a:lnTo>
                  <a:cubicBezTo>
                    <a:pt x="200549" y="31218"/>
                    <a:pt x="200751" y="33707"/>
                    <a:pt x="200751" y="34144"/>
                  </a:cubicBezTo>
                  <a:cubicBezTo>
                    <a:pt x="200751" y="34582"/>
                    <a:pt x="200953" y="36331"/>
                    <a:pt x="200953" y="36331"/>
                  </a:cubicBezTo>
                  <a:lnTo>
                    <a:pt x="201929" y="39897"/>
                  </a:lnTo>
                  <a:cubicBezTo>
                    <a:pt x="201929" y="39897"/>
                    <a:pt x="201727" y="40973"/>
                    <a:pt x="201289" y="41209"/>
                  </a:cubicBezTo>
                  <a:cubicBezTo>
                    <a:pt x="200852" y="41444"/>
                    <a:pt x="199001" y="42823"/>
                    <a:pt x="199001" y="42823"/>
                  </a:cubicBezTo>
                  <a:lnTo>
                    <a:pt x="196308" y="43160"/>
                  </a:lnTo>
                  <a:lnTo>
                    <a:pt x="193683" y="43160"/>
                  </a:lnTo>
                  <a:cubicBezTo>
                    <a:pt x="193683" y="43160"/>
                    <a:pt x="192707" y="42790"/>
                    <a:pt x="192371" y="42790"/>
                  </a:cubicBezTo>
                  <a:cubicBezTo>
                    <a:pt x="192034" y="42790"/>
                    <a:pt x="191058" y="42521"/>
                    <a:pt x="191058" y="42521"/>
                  </a:cubicBezTo>
                  <a:lnTo>
                    <a:pt x="190183" y="40569"/>
                  </a:lnTo>
                  <a:lnTo>
                    <a:pt x="190183" y="38181"/>
                  </a:lnTo>
                  <a:lnTo>
                    <a:pt x="190284" y="35692"/>
                  </a:lnTo>
                  <a:lnTo>
                    <a:pt x="190722" y="32092"/>
                  </a:lnTo>
                  <a:lnTo>
                    <a:pt x="191260" y="28930"/>
                  </a:lnTo>
                  <a:lnTo>
                    <a:pt x="190284" y="23178"/>
                  </a:lnTo>
                  <a:lnTo>
                    <a:pt x="189510" y="21597"/>
                  </a:lnTo>
                  <a:cubicBezTo>
                    <a:pt x="189510" y="21597"/>
                    <a:pt x="186044" y="21428"/>
                    <a:pt x="185371" y="21597"/>
                  </a:cubicBezTo>
                  <a:cubicBezTo>
                    <a:pt x="185371" y="21597"/>
                    <a:pt x="184495" y="24389"/>
                    <a:pt x="184159" y="24591"/>
                  </a:cubicBezTo>
                  <a:cubicBezTo>
                    <a:pt x="183823" y="24792"/>
                    <a:pt x="183082" y="24490"/>
                    <a:pt x="183082" y="24490"/>
                  </a:cubicBezTo>
                  <a:cubicBezTo>
                    <a:pt x="183082" y="24490"/>
                    <a:pt x="183082" y="24490"/>
                    <a:pt x="182005" y="23716"/>
                  </a:cubicBezTo>
                  <a:cubicBezTo>
                    <a:pt x="180928" y="22942"/>
                    <a:pt x="181366" y="22841"/>
                    <a:pt x="181231" y="21967"/>
                  </a:cubicBezTo>
                  <a:cubicBezTo>
                    <a:pt x="181130" y="21092"/>
                    <a:pt x="178943" y="21967"/>
                    <a:pt x="178943" y="21967"/>
                  </a:cubicBezTo>
                  <a:lnTo>
                    <a:pt x="177866" y="22606"/>
                  </a:lnTo>
                  <a:cubicBezTo>
                    <a:pt x="177866" y="22606"/>
                    <a:pt x="175914" y="23918"/>
                    <a:pt x="175240" y="24120"/>
                  </a:cubicBezTo>
                  <a:cubicBezTo>
                    <a:pt x="174601" y="24322"/>
                    <a:pt x="173928" y="24994"/>
                    <a:pt x="173928" y="24994"/>
                  </a:cubicBezTo>
                  <a:lnTo>
                    <a:pt x="173726" y="26306"/>
                  </a:lnTo>
                  <a:cubicBezTo>
                    <a:pt x="173726" y="26306"/>
                    <a:pt x="175039" y="29031"/>
                    <a:pt x="175342" y="29233"/>
                  </a:cubicBezTo>
                  <a:cubicBezTo>
                    <a:pt x="175678" y="29468"/>
                    <a:pt x="175880" y="32059"/>
                    <a:pt x="175880" y="32496"/>
                  </a:cubicBezTo>
                  <a:cubicBezTo>
                    <a:pt x="175880" y="32933"/>
                    <a:pt x="175678" y="35221"/>
                    <a:pt x="175678" y="35658"/>
                  </a:cubicBezTo>
                  <a:cubicBezTo>
                    <a:pt x="175678" y="36095"/>
                    <a:pt x="175039" y="37407"/>
                    <a:pt x="174702" y="37508"/>
                  </a:cubicBezTo>
                  <a:cubicBezTo>
                    <a:pt x="174366" y="37609"/>
                    <a:pt x="173289" y="39897"/>
                    <a:pt x="173289" y="39897"/>
                  </a:cubicBezTo>
                  <a:lnTo>
                    <a:pt x="171236" y="41545"/>
                  </a:lnTo>
                  <a:cubicBezTo>
                    <a:pt x="171236" y="41545"/>
                    <a:pt x="171236" y="43193"/>
                    <a:pt x="171337" y="43496"/>
                  </a:cubicBezTo>
                  <a:cubicBezTo>
                    <a:pt x="171437" y="43833"/>
                    <a:pt x="173928" y="46759"/>
                    <a:pt x="173928" y="46759"/>
                  </a:cubicBezTo>
                  <a:cubicBezTo>
                    <a:pt x="173928" y="46759"/>
                    <a:pt x="174803" y="49047"/>
                    <a:pt x="174904" y="49820"/>
                  </a:cubicBezTo>
                  <a:cubicBezTo>
                    <a:pt x="175005" y="50594"/>
                    <a:pt x="174904" y="52982"/>
                    <a:pt x="174904" y="52982"/>
                  </a:cubicBezTo>
                  <a:lnTo>
                    <a:pt x="172178" y="55270"/>
                  </a:lnTo>
                  <a:lnTo>
                    <a:pt x="170327" y="57558"/>
                  </a:lnTo>
                  <a:cubicBezTo>
                    <a:pt x="170327" y="57558"/>
                    <a:pt x="168274" y="59408"/>
                    <a:pt x="168139" y="59744"/>
                  </a:cubicBezTo>
                  <a:cubicBezTo>
                    <a:pt x="168039" y="60081"/>
                    <a:pt x="168039" y="61258"/>
                    <a:pt x="168039" y="61594"/>
                  </a:cubicBezTo>
                  <a:cubicBezTo>
                    <a:pt x="168039" y="61931"/>
                    <a:pt x="167937" y="64218"/>
                    <a:pt x="167937" y="65194"/>
                  </a:cubicBezTo>
                  <a:cubicBezTo>
                    <a:pt x="167937" y="66169"/>
                    <a:pt x="168375" y="68558"/>
                    <a:pt x="168375" y="68558"/>
                  </a:cubicBezTo>
                  <a:cubicBezTo>
                    <a:pt x="168375" y="68558"/>
                    <a:pt x="168577" y="71282"/>
                    <a:pt x="168577" y="72359"/>
                  </a:cubicBezTo>
                  <a:cubicBezTo>
                    <a:pt x="168577" y="73435"/>
                    <a:pt x="168779" y="75723"/>
                    <a:pt x="168779" y="76699"/>
                  </a:cubicBezTo>
                  <a:cubicBezTo>
                    <a:pt x="168779" y="77674"/>
                    <a:pt x="168981" y="78751"/>
                    <a:pt x="168981" y="78751"/>
                  </a:cubicBezTo>
                  <a:lnTo>
                    <a:pt x="170394" y="82013"/>
                  </a:lnTo>
                  <a:cubicBezTo>
                    <a:pt x="170394" y="82013"/>
                    <a:pt x="171572" y="84940"/>
                    <a:pt x="171808" y="85377"/>
                  </a:cubicBezTo>
                  <a:cubicBezTo>
                    <a:pt x="172043" y="85815"/>
                    <a:pt x="173558" y="89078"/>
                    <a:pt x="173558" y="89078"/>
                  </a:cubicBezTo>
                  <a:lnTo>
                    <a:pt x="174736" y="94931"/>
                  </a:lnTo>
                  <a:lnTo>
                    <a:pt x="174399" y="101558"/>
                  </a:lnTo>
                  <a:lnTo>
                    <a:pt x="173962" y="103610"/>
                  </a:lnTo>
                  <a:cubicBezTo>
                    <a:pt x="173962" y="103610"/>
                    <a:pt x="172212" y="108723"/>
                    <a:pt x="172111" y="109060"/>
                  </a:cubicBezTo>
                  <a:cubicBezTo>
                    <a:pt x="172010" y="109396"/>
                    <a:pt x="170899" y="111785"/>
                    <a:pt x="170495" y="111885"/>
                  </a:cubicBezTo>
                  <a:cubicBezTo>
                    <a:pt x="170058" y="111986"/>
                    <a:pt x="167668" y="114711"/>
                    <a:pt x="167668" y="114711"/>
                  </a:cubicBezTo>
                  <a:lnTo>
                    <a:pt x="164841" y="114610"/>
                  </a:lnTo>
                  <a:lnTo>
                    <a:pt x="163327" y="113971"/>
                  </a:lnTo>
                  <a:lnTo>
                    <a:pt x="161476" y="112659"/>
                  </a:lnTo>
                  <a:lnTo>
                    <a:pt x="157908" y="111011"/>
                  </a:lnTo>
                  <a:lnTo>
                    <a:pt x="154981" y="111011"/>
                  </a:lnTo>
                  <a:lnTo>
                    <a:pt x="153029" y="111885"/>
                  </a:lnTo>
                  <a:lnTo>
                    <a:pt x="151817" y="113399"/>
                  </a:lnTo>
                  <a:lnTo>
                    <a:pt x="150942" y="114913"/>
                  </a:lnTo>
                  <a:lnTo>
                    <a:pt x="148552" y="116326"/>
                  </a:lnTo>
                  <a:lnTo>
                    <a:pt x="145288" y="118176"/>
                  </a:lnTo>
                  <a:lnTo>
                    <a:pt x="142898" y="118075"/>
                  </a:lnTo>
                  <a:lnTo>
                    <a:pt x="140846" y="116662"/>
                  </a:lnTo>
                  <a:lnTo>
                    <a:pt x="139230" y="115687"/>
                  </a:lnTo>
                  <a:lnTo>
                    <a:pt x="138692" y="113937"/>
                  </a:lnTo>
                  <a:lnTo>
                    <a:pt x="137918" y="111885"/>
                  </a:lnTo>
                  <a:lnTo>
                    <a:pt x="137918" y="108286"/>
                  </a:lnTo>
                  <a:lnTo>
                    <a:pt x="138961" y="106537"/>
                  </a:lnTo>
                  <a:cubicBezTo>
                    <a:pt x="138961" y="106537"/>
                    <a:pt x="139567" y="104048"/>
                    <a:pt x="139129" y="103375"/>
                  </a:cubicBezTo>
                  <a:cubicBezTo>
                    <a:pt x="138692" y="102736"/>
                    <a:pt x="138692" y="100448"/>
                    <a:pt x="138692" y="100448"/>
                  </a:cubicBezTo>
                  <a:cubicBezTo>
                    <a:pt x="138692" y="100448"/>
                    <a:pt x="138894" y="98833"/>
                    <a:pt x="138894" y="98396"/>
                  </a:cubicBezTo>
                  <a:cubicBezTo>
                    <a:pt x="138894" y="97959"/>
                    <a:pt x="139870" y="96108"/>
                    <a:pt x="139870" y="95671"/>
                  </a:cubicBezTo>
                  <a:cubicBezTo>
                    <a:pt x="139870" y="95234"/>
                    <a:pt x="139668" y="93518"/>
                    <a:pt x="139668" y="93518"/>
                  </a:cubicBezTo>
                  <a:lnTo>
                    <a:pt x="138254" y="89616"/>
                  </a:lnTo>
                  <a:cubicBezTo>
                    <a:pt x="138254" y="89616"/>
                    <a:pt x="137480" y="87867"/>
                    <a:pt x="137480" y="87430"/>
                  </a:cubicBezTo>
                  <a:cubicBezTo>
                    <a:pt x="137480" y="86992"/>
                    <a:pt x="136605" y="85579"/>
                    <a:pt x="136605" y="85579"/>
                  </a:cubicBezTo>
                  <a:cubicBezTo>
                    <a:pt x="136605" y="85579"/>
                    <a:pt x="134855" y="83830"/>
                    <a:pt x="134216" y="84234"/>
                  </a:cubicBezTo>
                  <a:cubicBezTo>
                    <a:pt x="133576" y="84637"/>
                    <a:pt x="132466" y="84267"/>
                    <a:pt x="132466" y="84267"/>
                  </a:cubicBezTo>
                  <a:cubicBezTo>
                    <a:pt x="132466" y="84267"/>
                    <a:pt x="130278" y="84166"/>
                    <a:pt x="129639" y="84267"/>
                  </a:cubicBezTo>
                  <a:cubicBezTo>
                    <a:pt x="128999" y="84368"/>
                    <a:pt x="126374" y="85344"/>
                    <a:pt x="126374" y="85344"/>
                  </a:cubicBezTo>
                  <a:lnTo>
                    <a:pt x="125398" y="86555"/>
                  </a:lnTo>
                  <a:lnTo>
                    <a:pt x="123985" y="89280"/>
                  </a:lnTo>
                  <a:cubicBezTo>
                    <a:pt x="123985" y="89280"/>
                    <a:pt x="123985" y="91231"/>
                    <a:pt x="123985" y="91769"/>
                  </a:cubicBezTo>
                  <a:cubicBezTo>
                    <a:pt x="123985" y="92307"/>
                    <a:pt x="126105" y="94258"/>
                    <a:pt x="126441" y="94595"/>
                  </a:cubicBezTo>
                  <a:cubicBezTo>
                    <a:pt x="126778" y="94931"/>
                    <a:pt x="126812" y="97757"/>
                    <a:pt x="126812" y="97757"/>
                  </a:cubicBezTo>
                  <a:cubicBezTo>
                    <a:pt x="126812" y="97757"/>
                    <a:pt x="127350" y="101121"/>
                    <a:pt x="127014" y="101895"/>
                  </a:cubicBezTo>
                  <a:cubicBezTo>
                    <a:pt x="126677" y="102668"/>
                    <a:pt x="125701" y="103947"/>
                    <a:pt x="125263" y="104518"/>
                  </a:cubicBezTo>
                  <a:cubicBezTo>
                    <a:pt x="124826" y="105057"/>
                    <a:pt x="123413" y="105830"/>
                    <a:pt x="122975" y="106032"/>
                  </a:cubicBezTo>
                  <a:cubicBezTo>
                    <a:pt x="122537" y="106234"/>
                    <a:pt x="120686" y="107983"/>
                    <a:pt x="120686" y="107983"/>
                  </a:cubicBezTo>
                  <a:cubicBezTo>
                    <a:pt x="120686" y="107983"/>
                    <a:pt x="118499" y="109598"/>
                    <a:pt x="118095" y="109598"/>
                  </a:cubicBezTo>
                  <a:cubicBezTo>
                    <a:pt x="117658" y="109598"/>
                    <a:pt x="116244" y="110473"/>
                    <a:pt x="116244" y="110473"/>
                  </a:cubicBezTo>
                  <a:cubicBezTo>
                    <a:pt x="116244" y="110473"/>
                    <a:pt x="114629" y="111448"/>
                    <a:pt x="114191" y="111448"/>
                  </a:cubicBezTo>
                  <a:cubicBezTo>
                    <a:pt x="113754" y="111448"/>
                    <a:pt x="112340" y="112861"/>
                    <a:pt x="112004" y="112861"/>
                  </a:cubicBezTo>
                  <a:cubicBezTo>
                    <a:pt x="111667" y="112861"/>
                    <a:pt x="109816" y="114812"/>
                    <a:pt x="109816" y="114812"/>
                  </a:cubicBezTo>
                  <a:lnTo>
                    <a:pt x="108302" y="115990"/>
                  </a:lnTo>
                  <a:cubicBezTo>
                    <a:pt x="108302" y="115990"/>
                    <a:pt x="106686" y="118042"/>
                    <a:pt x="106249" y="118378"/>
                  </a:cubicBezTo>
                  <a:cubicBezTo>
                    <a:pt x="105811" y="118714"/>
                    <a:pt x="105710" y="120430"/>
                    <a:pt x="105710" y="120430"/>
                  </a:cubicBezTo>
                  <a:cubicBezTo>
                    <a:pt x="105710" y="120430"/>
                    <a:pt x="105172" y="122045"/>
                    <a:pt x="104835" y="122482"/>
                  </a:cubicBezTo>
                  <a:cubicBezTo>
                    <a:pt x="104499" y="122919"/>
                    <a:pt x="104633" y="123559"/>
                    <a:pt x="104499" y="124130"/>
                  </a:cubicBezTo>
                  <a:cubicBezTo>
                    <a:pt x="104398" y="124668"/>
                    <a:pt x="104263" y="126182"/>
                    <a:pt x="104263" y="127292"/>
                  </a:cubicBezTo>
                  <a:cubicBezTo>
                    <a:pt x="104263" y="128369"/>
                    <a:pt x="104364" y="128369"/>
                    <a:pt x="104499" y="128705"/>
                  </a:cubicBezTo>
                  <a:cubicBezTo>
                    <a:pt x="104600" y="129042"/>
                    <a:pt x="104835" y="130455"/>
                    <a:pt x="104835" y="130455"/>
                  </a:cubicBezTo>
                  <a:cubicBezTo>
                    <a:pt x="104835" y="130455"/>
                    <a:pt x="106047" y="132944"/>
                    <a:pt x="106249" y="133381"/>
                  </a:cubicBezTo>
                  <a:cubicBezTo>
                    <a:pt x="106450" y="133819"/>
                    <a:pt x="107225" y="136308"/>
                    <a:pt x="107561" y="137418"/>
                  </a:cubicBezTo>
                  <a:cubicBezTo>
                    <a:pt x="107898" y="138495"/>
                    <a:pt x="108537" y="139470"/>
                    <a:pt x="108537" y="139907"/>
                  </a:cubicBezTo>
                  <a:cubicBezTo>
                    <a:pt x="108537" y="140345"/>
                    <a:pt x="108975" y="143271"/>
                    <a:pt x="109176" y="143709"/>
                  </a:cubicBezTo>
                  <a:cubicBezTo>
                    <a:pt x="109412" y="144146"/>
                    <a:pt x="109951" y="146736"/>
                    <a:pt x="110253" y="148284"/>
                  </a:cubicBezTo>
                  <a:cubicBezTo>
                    <a:pt x="110590" y="149797"/>
                    <a:pt x="110455" y="151547"/>
                    <a:pt x="110455" y="152825"/>
                  </a:cubicBezTo>
                  <a:cubicBezTo>
                    <a:pt x="110455" y="154137"/>
                    <a:pt x="110018" y="154036"/>
                    <a:pt x="109479" y="155449"/>
                  </a:cubicBezTo>
                  <a:cubicBezTo>
                    <a:pt x="108941" y="156862"/>
                    <a:pt x="108268" y="158375"/>
                    <a:pt x="108167" y="158712"/>
                  </a:cubicBezTo>
                  <a:cubicBezTo>
                    <a:pt x="108066" y="159048"/>
                    <a:pt x="108268" y="161975"/>
                    <a:pt x="108369" y="162311"/>
                  </a:cubicBezTo>
                  <a:cubicBezTo>
                    <a:pt x="108470" y="162648"/>
                    <a:pt x="109984" y="166752"/>
                    <a:pt x="109984" y="166752"/>
                  </a:cubicBezTo>
                  <a:lnTo>
                    <a:pt x="112912" y="168602"/>
                  </a:lnTo>
                  <a:cubicBezTo>
                    <a:pt x="112912" y="168602"/>
                    <a:pt x="113552" y="171428"/>
                    <a:pt x="113552" y="171764"/>
                  </a:cubicBezTo>
                  <a:cubicBezTo>
                    <a:pt x="113552" y="172100"/>
                    <a:pt x="113451" y="173715"/>
                    <a:pt x="113451" y="173715"/>
                  </a:cubicBezTo>
                  <a:cubicBezTo>
                    <a:pt x="113451" y="173715"/>
                    <a:pt x="113451" y="175330"/>
                    <a:pt x="113552" y="175767"/>
                  </a:cubicBezTo>
                  <a:cubicBezTo>
                    <a:pt x="113653" y="176204"/>
                    <a:pt x="115066" y="178795"/>
                    <a:pt x="115302" y="179669"/>
                  </a:cubicBezTo>
                  <a:cubicBezTo>
                    <a:pt x="115537" y="180544"/>
                    <a:pt x="116951" y="182058"/>
                    <a:pt x="117153" y="182394"/>
                  </a:cubicBezTo>
                  <a:cubicBezTo>
                    <a:pt x="117355" y="182731"/>
                    <a:pt x="118667" y="184144"/>
                    <a:pt x="120754" y="185758"/>
                  </a:cubicBezTo>
                  <a:cubicBezTo>
                    <a:pt x="122807" y="187373"/>
                    <a:pt x="122807" y="187709"/>
                    <a:pt x="122807" y="187709"/>
                  </a:cubicBezTo>
                  <a:cubicBezTo>
                    <a:pt x="122807" y="187709"/>
                    <a:pt x="124456" y="188046"/>
                    <a:pt x="125836" y="187911"/>
                  </a:cubicBezTo>
                  <a:cubicBezTo>
                    <a:pt x="127249" y="187810"/>
                    <a:pt x="128225" y="187474"/>
                    <a:pt x="128326" y="187137"/>
                  </a:cubicBezTo>
                  <a:cubicBezTo>
                    <a:pt x="128427" y="186801"/>
                    <a:pt x="128965" y="186061"/>
                    <a:pt x="129201" y="185085"/>
                  </a:cubicBezTo>
                  <a:cubicBezTo>
                    <a:pt x="129403" y="184110"/>
                    <a:pt x="129840" y="182260"/>
                    <a:pt x="129840" y="182260"/>
                  </a:cubicBezTo>
                  <a:lnTo>
                    <a:pt x="131893" y="180309"/>
                  </a:lnTo>
                  <a:cubicBezTo>
                    <a:pt x="131893" y="180309"/>
                    <a:pt x="132970" y="180510"/>
                    <a:pt x="133744" y="180510"/>
                  </a:cubicBezTo>
                  <a:cubicBezTo>
                    <a:pt x="134518" y="180510"/>
                    <a:pt x="135595" y="180948"/>
                    <a:pt x="135595" y="180948"/>
                  </a:cubicBezTo>
                  <a:cubicBezTo>
                    <a:pt x="135595" y="180948"/>
                    <a:pt x="136369" y="180309"/>
                    <a:pt x="136369" y="179871"/>
                  </a:cubicBezTo>
                  <a:cubicBezTo>
                    <a:pt x="136369" y="179434"/>
                    <a:pt x="136706" y="178021"/>
                    <a:pt x="136706" y="178021"/>
                  </a:cubicBezTo>
                  <a:lnTo>
                    <a:pt x="140307" y="177247"/>
                  </a:lnTo>
                  <a:lnTo>
                    <a:pt x="141821" y="177786"/>
                  </a:lnTo>
                  <a:cubicBezTo>
                    <a:pt x="141821" y="177786"/>
                    <a:pt x="143336" y="179434"/>
                    <a:pt x="143672" y="179838"/>
                  </a:cubicBezTo>
                  <a:cubicBezTo>
                    <a:pt x="144009" y="180275"/>
                    <a:pt x="143773" y="181150"/>
                    <a:pt x="143773" y="181150"/>
                  </a:cubicBezTo>
                  <a:cubicBezTo>
                    <a:pt x="143773" y="181150"/>
                    <a:pt x="144211" y="182764"/>
                    <a:pt x="144985" y="183975"/>
                  </a:cubicBezTo>
                  <a:cubicBezTo>
                    <a:pt x="145759" y="185186"/>
                    <a:pt x="147375" y="183975"/>
                    <a:pt x="147375" y="183975"/>
                  </a:cubicBezTo>
                  <a:lnTo>
                    <a:pt x="149125" y="183975"/>
                  </a:lnTo>
                  <a:lnTo>
                    <a:pt x="149899" y="183975"/>
                  </a:lnTo>
                  <a:lnTo>
                    <a:pt x="153264" y="185422"/>
                  </a:lnTo>
                  <a:lnTo>
                    <a:pt x="153466" y="190030"/>
                  </a:lnTo>
                  <a:lnTo>
                    <a:pt x="153466" y="194605"/>
                  </a:lnTo>
                  <a:cubicBezTo>
                    <a:pt x="153466" y="194605"/>
                    <a:pt x="155216" y="206110"/>
                    <a:pt x="155216" y="206985"/>
                  </a:cubicBezTo>
                  <a:cubicBezTo>
                    <a:pt x="155216" y="207859"/>
                    <a:pt x="154139" y="211560"/>
                    <a:pt x="154139" y="211560"/>
                  </a:cubicBezTo>
                  <a:lnTo>
                    <a:pt x="151009" y="219465"/>
                  </a:lnTo>
                  <a:cubicBezTo>
                    <a:pt x="151009" y="219465"/>
                    <a:pt x="150437" y="222930"/>
                    <a:pt x="150437" y="224242"/>
                  </a:cubicBezTo>
                  <a:cubicBezTo>
                    <a:pt x="150437" y="225554"/>
                    <a:pt x="151312" y="232349"/>
                    <a:pt x="151750" y="232652"/>
                  </a:cubicBezTo>
                  <a:cubicBezTo>
                    <a:pt x="152187" y="232921"/>
                    <a:pt x="152490" y="235242"/>
                    <a:pt x="152490" y="235242"/>
                  </a:cubicBezTo>
                  <a:lnTo>
                    <a:pt x="152355" y="243921"/>
                  </a:lnTo>
                  <a:lnTo>
                    <a:pt x="151783" y="248832"/>
                  </a:lnTo>
                  <a:lnTo>
                    <a:pt x="151649" y="255190"/>
                  </a:lnTo>
                  <a:lnTo>
                    <a:pt x="151783" y="259530"/>
                  </a:lnTo>
                  <a:cubicBezTo>
                    <a:pt x="151783" y="259530"/>
                    <a:pt x="151783" y="264038"/>
                    <a:pt x="151783" y="264441"/>
                  </a:cubicBezTo>
                  <a:cubicBezTo>
                    <a:pt x="151783" y="264879"/>
                    <a:pt x="152086" y="265888"/>
                    <a:pt x="151918" y="266325"/>
                  </a:cubicBezTo>
                  <a:cubicBezTo>
                    <a:pt x="151783" y="266762"/>
                    <a:pt x="151480" y="270093"/>
                    <a:pt x="151480" y="270093"/>
                  </a:cubicBezTo>
                  <a:cubicBezTo>
                    <a:pt x="151480" y="270093"/>
                    <a:pt x="150302" y="272279"/>
                    <a:pt x="149899" y="272683"/>
                  </a:cubicBezTo>
                  <a:cubicBezTo>
                    <a:pt x="149495" y="273087"/>
                    <a:pt x="148452" y="275273"/>
                    <a:pt x="148452" y="275273"/>
                  </a:cubicBezTo>
                  <a:cubicBezTo>
                    <a:pt x="148452" y="275273"/>
                    <a:pt x="148754" y="278738"/>
                    <a:pt x="149461" y="279915"/>
                  </a:cubicBezTo>
                  <a:cubicBezTo>
                    <a:pt x="150168" y="281093"/>
                    <a:pt x="151043" y="282674"/>
                    <a:pt x="151043" y="283246"/>
                  </a:cubicBezTo>
                  <a:cubicBezTo>
                    <a:pt x="151043" y="283818"/>
                    <a:pt x="151918" y="289032"/>
                    <a:pt x="151918" y="289604"/>
                  </a:cubicBezTo>
                  <a:cubicBezTo>
                    <a:pt x="151918" y="290176"/>
                    <a:pt x="152658" y="298451"/>
                    <a:pt x="152658" y="299023"/>
                  </a:cubicBezTo>
                  <a:cubicBezTo>
                    <a:pt x="152658" y="299595"/>
                    <a:pt x="149899" y="304674"/>
                    <a:pt x="149899" y="304674"/>
                  </a:cubicBezTo>
                  <a:cubicBezTo>
                    <a:pt x="149899" y="304674"/>
                    <a:pt x="149394" y="309014"/>
                    <a:pt x="148855" y="309888"/>
                  </a:cubicBezTo>
                  <a:cubicBezTo>
                    <a:pt x="148317" y="310763"/>
                    <a:pt x="146264" y="312378"/>
                    <a:pt x="146028" y="312714"/>
                  </a:cubicBezTo>
                  <a:cubicBezTo>
                    <a:pt x="145826" y="313050"/>
                    <a:pt x="144850" y="314564"/>
                    <a:pt x="144177" y="315876"/>
                  </a:cubicBezTo>
                  <a:cubicBezTo>
                    <a:pt x="143538" y="317188"/>
                    <a:pt x="144177" y="317726"/>
                    <a:pt x="144615" y="318601"/>
                  </a:cubicBezTo>
                  <a:cubicBezTo>
                    <a:pt x="145052" y="319476"/>
                    <a:pt x="145490" y="320990"/>
                    <a:pt x="145793" y="321662"/>
                  </a:cubicBezTo>
                  <a:cubicBezTo>
                    <a:pt x="146129" y="322301"/>
                    <a:pt x="146567" y="323849"/>
                    <a:pt x="146432" y="324387"/>
                  </a:cubicBezTo>
                  <a:cubicBezTo>
                    <a:pt x="146331" y="324925"/>
                    <a:pt x="144581" y="325800"/>
                    <a:pt x="144043" y="326002"/>
                  </a:cubicBezTo>
                  <a:cubicBezTo>
                    <a:pt x="143504" y="326237"/>
                    <a:pt x="141552" y="328289"/>
                    <a:pt x="141552" y="328289"/>
                  </a:cubicBezTo>
                  <a:lnTo>
                    <a:pt x="138456" y="331115"/>
                  </a:lnTo>
                  <a:cubicBezTo>
                    <a:pt x="138456" y="331115"/>
                    <a:pt x="137110" y="332360"/>
                    <a:pt x="136942" y="332427"/>
                  </a:cubicBezTo>
                  <a:cubicBezTo>
                    <a:pt x="136773" y="332494"/>
                    <a:pt x="136336" y="333739"/>
                    <a:pt x="136302" y="333941"/>
                  </a:cubicBezTo>
                  <a:cubicBezTo>
                    <a:pt x="136269" y="334143"/>
                    <a:pt x="136538" y="335623"/>
                    <a:pt x="136538" y="335623"/>
                  </a:cubicBezTo>
                  <a:lnTo>
                    <a:pt x="138120" y="337843"/>
                  </a:lnTo>
                  <a:lnTo>
                    <a:pt x="138759" y="338617"/>
                  </a:lnTo>
                  <a:lnTo>
                    <a:pt x="140509" y="338617"/>
                  </a:lnTo>
                  <a:lnTo>
                    <a:pt x="141754" y="338617"/>
                  </a:lnTo>
                  <a:lnTo>
                    <a:pt x="143370" y="341644"/>
                  </a:lnTo>
                  <a:cubicBezTo>
                    <a:pt x="143370" y="341644"/>
                    <a:pt x="143740" y="343461"/>
                    <a:pt x="143908" y="343831"/>
                  </a:cubicBezTo>
                  <a:cubicBezTo>
                    <a:pt x="144076" y="344201"/>
                    <a:pt x="144076" y="345580"/>
                    <a:pt x="144009" y="346488"/>
                  </a:cubicBezTo>
                  <a:cubicBezTo>
                    <a:pt x="143942" y="347397"/>
                    <a:pt x="143908" y="348170"/>
                    <a:pt x="143908" y="348944"/>
                  </a:cubicBezTo>
                  <a:cubicBezTo>
                    <a:pt x="143908" y="349718"/>
                    <a:pt x="143370" y="349650"/>
                    <a:pt x="143370" y="349650"/>
                  </a:cubicBezTo>
                  <a:cubicBezTo>
                    <a:pt x="143370" y="349650"/>
                    <a:pt x="141754" y="350290"/>
                    <a:pt x="141317" y="350458"/>
                  </a:cubicBezTo>
                  <a:cubicBezTo>
                    <a:pt x="140879" y="350626"/>
                    <a:pt x="138826" y="350458"/>
                    <a:pt x="138591" y="350458"/>
                  </a:cubicBezTo>
                  <a:cubicBezTo>
                    <a:pt x="138389" y="350458"/>
                    <a:pt x="136807" y="349819"/>
                    <a:pt x="136571" y="349650"/>
                  </a:cubicBezTo>
                  <a:cubicBezTo>
                    <a:pt x="136369" y="349482"/>
                    <a:pt x="135696" y="348507"/>
                    <a:pt x="135595" y="348305"/>
                  </a:cubicBezTo>
                  <a:cubicBezTo>
                    <a:pt x="135494" y="348103"/>
                    <a:pt x="134788" y="346623"/>
                    <a:pt x="134788" y="346455"/>
                  </a:cubicBezTo>
                  <a:cubicBezTo>
                    <a:pt x="134788" y="346286"/>
                    <a:pt x="133711" y="344975"/>
                    <a:pt x="133273" y="344672"/>
                  </a:cubicBezTo>
                  <a:cubicBezTo>
                    <a:pt x="132836" y="344335"/>
                    <a:pt x="131792" y="343831"/>
                    <a:pt x="131792" y="343831"/>
                  </a:cubicBezTo>
                  <a:lnTo>
                    <a:pt x="130042" y="343831"/>
                  </a:lnTo>
                  <a:lnTo>
                    <a:pt x="127922" y="343831"/>
                  </a:lnTo>
                  <a:cubicBezTo>
                    <a:pt x="127922" y="343831"/>
                    <a:pt x="125701" y="343932"/>
                    <a:pt x="125364" y="343932"/>
                  </a:cubicBezTo>
                  <a:cubicBezTo>
                    <a:pt x="125028" y="343932"/>
                    <a:pt x="124927" y="344268"/>
                    <a:pt x="124994" y="344504"/>
                  </a:cubicBezTo>
                  <a:cubicBezTo>
                    <a:pt x="125062" y="344739"/>
                    <a:pt x="125701" y="346017"/>
                    <a:pt x="125701" y="346791"/>
                  </a:cubicBezTo>
                  <a:cubicBezTo>
                    <a:pt x="125701" y="347565"/>
                    <a:pt x="126340" y="348406"/>
                    <a:pt x="126340" y="349247"/>
                  </a:cubicBezTo>
                  <a:cubicBezTo>
                    <a:pt x="126340" y="350088"/>
                    <a:pt x="125802" y="350323"/>
                    <a:pt x="125802" y="350323"/>
                  </a:cubicBezTo>
                  <a:lnTo>
                    <a:pt x="125162" y="351131"/>
                  </a:lnTo>
                  <a:cubicBezTo>
                    <a:pt x="125162" y="351131"/>
                    <a:pt x="124288" y="352611"/>
                    <a:pt x="124254" y="352745"/>
                  </a:cubicBezTo>
                  <a:cubicBezTo>
                    <a:pt x="124186" y="352914"/>
                    <a:pt x="124254" y="355201"/>
                    <a:pt x="124254" y="355201"/>
                  </a:cubicBezTo>
                  <a:lnTo>
                    <a:pt x="124624" y="356345"/>
                  </a:lnTo>
                  <a:lnTo>
                    <a:pt x="126576" y="357657"/>
                  </a:lnTo>
                  <a:cubicBezTo>
                    <a:pt x="126576" y="357657"/>
                    <a:pt x="128427" y="360482"/>
                    <a:pt x="129066" y="360819"/>
                  </a:cubicBezTo>
                  <a:cubicBezTo>
                    <a:pt x="129706" y="361155"/>
                    <a:pt x="130817" y="362669"/>
                    <a:pt x="130817" y="362669"/>
                  </a:cubicBezTo>
                  <a:lnTo>
                    <a:pt x="132230" y="364620"/>
                  </a:lnTo>
                  <a:lnTo>
                    <a:pt x="134417" y="369094"/>
                  </a:lnTo>
                  <a:cubicBezTo>
                    <a:pt x="134417" y="369094"/>
                    <a:pt x="134417" y="371920"/>
                    <a:pt x="134417" y="372357"/>
                  </a:cubicBezTo>
                  <a:cubicBezTo>
                    <a:pt x="134417" y="372794"/>
                    <a:pt x="133543" y="374847"/>
                    <a:pt x="133442" y="375183"/>
                  </a:cubicBezTo>
                  <a:cubicBezTo>
                    <a:pt x="133341" y="375519"/>
                    <a:pt x="132365" y="378782"/>
                    <a:pt x="132365" y="378782"/>
                  </a:cubicBezTo>
                  <a:lnTo>
                    <a:pt x="131927" y="380834"/>
                  </a:lnTo>
                  <a:lnTo>
                    <a:pt x="130413" y="382886"/>
                  </a:lnTo>
                  <a:cubicBezTo>
                    <a:pt x="130413" y="382886"/>
                    <a:pt x="126071" y="381575"/>
                    <a:pt x="125095" y="380935"/>
                  </a:cubicBezTo>
                  <a:cubicBezTo>
                    <a:pt x="124119" y="380296"/>
                    <a:pt x="122908" y="379085"/>
                    <a:pt x="122908" y="379085"/>
                  </a:cubicBezTo>
                  <a:lnTo>
                    <a:pt x="119643" y="376899"/>
                  </a:lnTo>
                  <a:lnTo>
                    <a:pt x="116480" y="376899"/>
                  </a:lnTo>
                  <a:lnTo>
                    <a:pt x="113215" y="378211"/>
                  </a:lnTo>
                  <a:cubicBezTo>
                    <a:pt x="113215" y="378211"/>
                    <a:pt x="112239" y="379859"/>
                    <a:pt x="112239" y="380263"/>
                  </a:cubicBezTo>
                  <a:cubicBezTo>
                    <a:pt x="112239" y="380700"/>
                    <a:pt x="111028" y="382315"/>
                    <a:pt x="111028" y="382752"/>
                  </a:cubicBezTo>
                  <a:cubicBezTo>
                    <a:pt x="111028" y="383189"/>
                    <a:pt x="109951" y="386755"/>
                    <a:pt x="109951" y="386755"/>
                  </a:cubicBezTo>
                  <a:lnTo>
                    <a:pt x="109614" y="390455"/>
                  </a:lnTo>
                  <a:lnTo>
                    <a:pt x="104398" y="396544"/>
                  </a:lnTo>
                  <a:cubicBezTo>
                    <a:pt x="104398" y="396544"/>
                    <a:pt x="102109" y="399370"/>
                    <a:pt x="101806" y="399370"/>
                  </a:cubicBezTo>
                  <a:cubicBezTo>
                    <a:pt x="101470" y="399370"/>
                    <a:pt x="100729" y="400446"/>
                    <a:pt x="100393" y="400682"/>
                  </a:cubicBezTo>
                  <a:cubicBezTo>
                    <a:pt x="100056" y="400884"/>
                    <a:pt x="99316" y="401994"/>
                    <a:pt x="98878" y="401994"/>
                  </a:cubicBezTo>
                  <a:cubicBezTo>
                    <a:pt x="98441" y="401994"/>
                    <a:pt x="96825" y="403205"/>
                    <a:pt x="96825" y="403205"/>
                  </a:cubicBezTo>
                  <a:cubicBezTo>
                    <a:pt x="96825" y="403205"/>
                    <a:pt x="94234" y="405055"/>
                    <a:pt x="93561" y="405055"/>
                  </a:cubicBezTo>
                  <a:cubicBezTo>
                    <a:pt x="92921" y="405055"/>
                    <a:pt x="91811" y="404718"/>
                    <a:pt x="91508" y="404618"/>
                  </a:cubicBezTo>
                  <a:cubicBezTo>
                    <a:pt x="91171" y="404517"/>
                    <a:pt x="90532" y="404281"/>
                    <a:pt x="90532" y="404281"/>
                  </a:cubicBezTo>
                  <a:lnTo>
                    <a:pt x="85753" y="400682"/>
                  </a:lnTo>
                  <a:cubicBezTo>
                    <a:pt x="85753" y="400682"/>
                    <a:pt x="83801" y="397419"/>
                    <a:pt x="83363" y="397755"/>
                  </a:cubicBezTo>
                  <a:cubicBezTo>
                    <a:pt x="82926" y="398092"/>
                    <a:pt x="81411" y="397755"/>
                    <a:pt x="81411" y="397755"/>
                  </a:cubicBezTo>
                  <a:lnTo>
                    <a:pt x="79224" y="397755"/>
                  </a:lnTo>
                  <a:lnTo>
                    <a:pt x="77710" y="398832"/>
                  </a:lnTo>
                  <a:cubicBezTo>
                    <a:pt x="77710" y="398832"/>
                    <a:pt x="77171" y="400345"/>
                    <a:pt x="77171" y="400783"/>
                  </a:cubicBezTo>
                  <a:cubicBezTo>
                    <a:pt x="77171" y="401220"/>
                    <a:pt x="77508" y="402296"/>
                    <a:pt x="77508" y="402296"/>
                  </a:cubicBezTo>
                  <a:lnTo>
                    <a:pt x="79560" y="404348"/>
                  </a:lnTo>
                  <a:lnTo>
                    <a:pt x="81176" y="407813"/>
                  </a:lnTo>
                  <a:lnTo>
                    <a:pt x="81411" y="408991"/>
                  </a:lnTo>
                  <a:lnTo>
                    <a:pt x="79662" y="411615"/>
                  </a:lnTo>
                  <a:lnTo>
                    <a:pt x="78046" y="411615"/>
                  </a:lnTo>
                  <a:lnTo>
                    <a:pt x="76532" y="409865"/>
                  </a:lnTo>
                  <a:lnTo>
                    <a:pt x="74782" y="408991"/>
                  </a:lnTo>
                  <a:lnTo>
                    <a:pt x="73267" y="410740"/>
                  </a:lnTo>
                  <a:cubicBezTo>
                    <a:pt x="73267" y="410740"/>
                    <a:pt x="73065" y="412254"/>
                    <a:pt x="73065" y="413330"/>
                  </a:cubicBezTo>
                  <a:cubicBezTo>
                    <a:pt x="73065" y="414407"/>
                    <a:pt x="73503" y="415618"/>
                    <a:pt x="73503" y="415618"/>
                  </a:cubicBezTo>
                  <a:lnTo>
                    <a:pt x="74041" y="416392"/>
                  </a:lnTo>
                  <a:lnTo>
                    <a:pt x="74142" y="418881"/>
                  </a:lnTo>
                  <a:lnTo>
                    <a:pt x="74479" y="420294"/>
                  </a:lnTo>
                  <a:lnTo>
                    <a:pt x="72964" y="422682"/>
                  </a:lnTo>
                  <a:lnTo>
                    <a:pt x="70373" y="426382"/>
                  </a:lnTo>
                  <a:cubicBezTo>
                    <a:pt x="70373" y="426382"/>
                    <a:pt x="67310" y="428132"/>
                    <a:pt x="66671" y="428132"/>
                  </a:cubicBezTo>
                  <a:cubicBezTo>
                    <a:pt x="66031" y="428132"/>
                    <a:pt x="61017" y="431832"/>
                    <a:pt x="61017" y="431832"/>
                  </a:cubicBezTo>
                  <a:lnTo>
                    <a:pt x="58426" y="434220"/>
                  </a:lnTo>
                  <a:cubicBezTo>
                    <a:pt x="58426" y="434220"/>
                    <a:pt x="57349" y="435970"/>
                    <a:pt x="56675" y="436172"/>
                  </a:cubicBezTo>
                  <a:cubicBezTo>
                    <a:pt x="56036" y="436407"/>
                    <a:pt x="54925" y="439435"/>
                    <a:pt x="54925" y="439435"/>
                  </a:cubicBezTo>
                  <a:lnTo>
                    <a:pt x="51223" y="443337"/>
                  </a:lnTo>
                  <a:lnTo>
                    <a:pt x="47959" y="442900"/>
                  </a:lnTo>
                  <a:lnTo>
                    <a:pt x="44930" y="439435"/>
                  </a:lnTo>
                  <a:lnTo>
                    <a:pt x="39714" y="439435"/>
                  </a:lnTo>
                  <a:lnTo>
                    <a:pt x="36887" y="439435"/>
                  </a:lnTo>
                  <a:cubicBezTo>
                    <a:pt x="36887" y="439435"/>
                    <a:pt x="36011" y="440309"/>
                    <a:pt x="35810" y="440948"/>
                  </a:cubicBezTo>
                  <a:cubicBezTo>
                    <a:pt x="35608" y="441588"/>
                    <a:pt x="33622" y="444212"/>
                    <a:pt x="33622" y="444212"/>
                  </a:cubicBezTo>
                  <a:lnTo>
                    <a:pt x="30795" y="450065"/>
                  </a:lnTo>
                  <a:lnTo>
                    <a:pt x="29045" y="453967"/>
                  </a:lnTo>
                  <a:lnTo>
                    <a:pt x="27093" y="458307"/>
                  </a:lnTo>
                  <a:lnTo>
                    <a:pt x="25579" y="460897"/>
                  </a:lnTo>
                  <a:lnTo>
                    <a:pt x="24502" y="463722"/>
                  </a:lnTo>
                  <a:lnTo>
                    <a:pt x="24939" y="466346"/>
                  </a:lnTo>
                  <a:cubicBezTo>
                    <a:pt x="24939" y="466346"/>
                    <a:pt x="24939" y="470249"/>
                    <a:pt x="24939" y="470921"/>
                  </a:cubicBezTo>
                  <a:cubicBezTo>
                    <a:pt x="24939" y="471561"/>
                    <a:pt x="26891" y="476775"/>
                    <a:pt x="28641" y="477649"/>
                  </a:cubicBezTo>
                  <a:cubicBezTo>
                    <a:pt x="30391" y="478524"/>
                    <a:pt x="31670" y="479600"/>
                    <a:pt x="31670" y="479600"/>
                  </a:cubicBezTo>
                  <a:cubicBezTo>
                    <a:pt x="31670" y="479600"/>
                    <a:pt x="29920" y="482863"/>
                    <a:pt x="29281" y="484175"/>
                  </a:cubicBezTo>
                  <a:cubicBezTo>
                    <a:pt x="28641" y="485487"/>
                    <a:pt x="26016" y="484175"/>
                    <a:pt x="26016" y="484175"/>
                  </a:cubicBezTo>
                  <a:lnTo>
                    <a:pt x="21035" y="486564"/>
                  </a:lnTo>
                  <a:lnTo>
                    <a:pt x="17131" y="488078"/>
                  </a:lnTo>
                  <a:lnTo>
                    <a:pt x="16054" y="488078"/>
                  </a:lnTo>
                  <a:lnTo>
                    <a:pt x="13026" y="489390"/>
                  </a:lnTo>
                  <a:lnTo>
                    <a:pt x="11073" y="491340"/>
                  </a:lnTo>
                  <a:cubicBezTo>
                    <a:pt x="11073" y="491340"/>
                    <a:pt x="9559" y="493292"/>
                    <a:pt x="8684" y="493292"/>
                  </a:cubicBezTo>
                  <a:cubicBezTo>
                    <a:pt x="7809" y="493292"/>
                    <a:pt x="6497" y="494604"/>
                    <a:pt x="6497" y="494604"/>
                  </a:cubicBezTo>
                  <a:lnTo>
                    <a:pt x="3468" y="496790"/>
                  </a:lnTo>
                  <a:lnTo>
                    <a:pt x="3030" y="498102"/>
                  </a:lnTo>
                  <a:lnTo>
                    <a:pt x="1280" y="503955"/>
                  </a:lnTo>
                  <a:cubicBezTo>
                    <a:pt x="1280" y="503955"/>
                    <a:pt x="1078" y="505907"/>
                    <a:pt x="1078" y="506781"/>
                  </a:cubicBezTo>
                  <a:cubicBezTo>
                    <a:pt x="1078" y="507656"/>
                    <a:pt x="1280" y="510246"/>
                    <a:pt x="1280" y="510919"/>
                  </a:cubicBezTo>
                  <a:cubicBezTo>
                    <a:pt x="1280" y="511558"/>
                    <a:pt x="640" y="513307"/>
                    <a:pt x="640" y="513307"/>
                  </a:cubicBezTo>
                  <a:cubicBezTo>
                    <a:pt x="640" y="513307"/>
                    <a:pt x="640" y="518521"/>
                    <a:pt x="640" y="519396"/>
                  </a:cubicBezTo>
                  <a:cubicBezTo>
                    <a:pt x="640" y="520271"/>
                    <a:pt x="540" y="520708"/>
                    <a:pt x="102" y="521986"/>
                  </a:cubicBezTo>
                  <a:cubicBezTo>
                    <a:pt x="-335" y="523298"/>
                    <a:pt x="775" y="523937"/>
                    <a:pt x="775" y="523937"/>
                  </a:cubicBezTo>
                  <a:cubicBezTo>
                    <a:pt x="775" y="523937"/>
                    <a:pt x="-32" y="527402"/>
                    <a:pt x="775" y="529589"/>
                  </a:cubicBezTo>
                  <a:cubicBezTo>
                    <a:pt x="1583" y="531775"/>
                    <a:pt x="4982" y="533289"/>
                    <a:pt x="4982" y="533289"/>
                  </a:cubicBezTo>
                  <a:cubicBezTo>
                    <a:pt x="4982" y="533289"/>
                    <a:pt x="10838" y="533289"/>
                    <a:pt x="12588" y="533289"/>
                  </a:cubicBezTo>
                  <a:cubicBezTo>
                    <a:pt x="14338" y="533289"/>
                    <a:pt x="13026" y="536990"/>
                    <a:pt x="13026" y="536990"/>
                  </a:cubicBezTo>
                  <a:cubicBezTo>
                    <a:pt x="13026" y="536990"/>
                    <a:pt x="14540" y="542204"/>
                    <a:pt x="15213" y="542843"/>
                  </a:cubicBezTo>
                  <a:cubicBezTo>
                    <a:pt x="15852" y="543482"/>
                    <a:pt x="14338" y="547182"/>
                    <a:pt x="14338" y="547182"/>
                  </a:cubicBezTo>
                  <a:lnTo>
                    <a:pt x="14977" y="551757"/>
                  </a:lnTo>
                  <a:cubicBezTo>
                    <a:pt x="14977" y="551757"/>
                    <a:pt x="17602" y="553271"/>
                    <a:pt x="18444" y="554146"/>
                  </a:cubicBezTo>
                  <a:cubicBezTo>
                    <a:pt x="19319" y="555021"/>
                    <a:pt x="21708" y="555895"/>
                    <a:pt x="22348" y="556097"/>
                  </a:cubicBezTo>
                  <a:cubicBezTo>
                    <a:pt x="22987" y="556332"/>
                    <a:pt x="22583" y="557611"/>
                    <a:pt x="22583" y="558485"/>
                  </a:cubicBezTo>
                  <a:cubicBezTo>
                    <a:pt x="22583" y="559360"/>
                    <a:pt x="22583" y="560672"/>
                    <a:pt x="20194" y="563060"/>
                  </a:cubicBezTo>
                  <a:cubicBezTo>
                    <a:pt x="17804" y="565449"/>
                    <a:pt x="17367" y="565886"/>
                    <a:pt x="17367" y="565886"/>
                  </a:cubicBezTo>
                  <a:cubicBezTo>
                    <a:pt x="17367" y="565886"/>
                    <a:pt x="15852" y="566963"/>
                    <a:pt x="14102" y="566963"/>
                  </a:cubicBezTo>
                  <a:cubicBezTo>
                    <a:pt x="12352" y="566963"/>
                    <a:pt x="11275" y="569351"/>
                    <a:pt x="10636" y="569788"/>
                  </a:cubicBezTo>
                  <a:cubicBezTo>
                    <a:pt x="9997" y="570225"/>
                    <a:pt x="9323" y="572177"/>
                    <a:pt x="8684" y="572412"/>
                  </a:cubicBezTo>
                  <a:cubicBezTo>
                    <a:pt x="8045" y="572614"/>
                    <a:pt x="6497" y="574599"/>
                    <a:pt x="5857" y="575002"/>
                  </a:cubicBezTo>
                  <a:cubicBezTo>
                    <a:pt x="5218" y="575440"/>
                    <a:pt x="1717" y="578905"/>
                    <a:pt x="1078" y="580217"/>
                  </a:cubicBezTo>
                  <a:cubicBezTo>
                    <a:pt x="439" y="581528"/>
                    <a:pt x="1078" y="582605"/>
                    <a:pt x="1078" y="585868"/>
                  </a:cubicBezTo>
                  <a:cubicBezTo>
                    <a:pt x="1078" y="589131"/>
                    <a:pt x="1717" y="587617"/>
                    <a:pt x="2155" y="588256"/>
                  </a:cubicBezTo>
                  <a:cubicBezTo>
                    <a:pt x="2592" y="588895"/>
                    <a:pt x="5857" y="590645"/>
                    <a:pt x="7371" y="591082"/>
                  </a:cubicBezTo>
                  <a:cubicBezTo>
                    <a:pt x="8886" y="591519"/>
                    <a:pt x="15415" y="592394"/>
                    <a:pt x="15415" y="592394"/>
                  </a:cubicBezTo>
                  <a:cubicBezTo>
                    <a:pt x="15415" y="592394"/>
                    <a:pt x="18679" y="592394"/>
                    <a:pt x="20631" y="592394"/>
                  </a:cubicBezTo>
                  <a:cubicBezTo>
                    <a:pt x="22583" y="592394"/>
                    <a:pt x="24098" y="589568"/>
                    <a:pt x="24098" y="589568"/>
                  </a:cubicBezTo>
                  <a:lnTo>
                    <a:pt x="28237" y="586945"/>
                  </a:lnTo>
                  <a:lnTo>
                    <a:pt x="34329" y="585868"/>
                  </a:lnTo>
                  <a:lnTo>
                    <a:pt x="39343" y="582840"/>
                  </a:lnTo>
                  <a:lnTo>
                    <a:pt x="48699" y="581091"/>
                  </a:lnTo>
                  <a:lnTo>
                    <a:pt x="54791" y="577391"/>
                  </a:lnTo>
                  <a:cubicBezTo>
                    <a:pt x="54791" y="577391"/>
                    <a:pt x="60647" y="577189"/>
                    <a:pt x="61522" y="577189"/>
                  </a:cubicBezTo>
                  <a:cubicBezTo>
                    <a:pt x="62397" y="577189"/>
                    <a:pt x="66301" y="578064"/>
                    <a:pt x="69363" y="578064"/>
                  </a:cubicBezTo>
                  <a:cubicBezTo>
                    <a:pt x="72392" y="578064"/>
                    <a:pt x="76094" y="578265"/>
                    <a:pt x="76767" y="578064"/>
                  </a:cubicBezTo>
                  <a:cubicBezTo>
                    <a:pt x="77407" y="577862"/>
                    <a:pt x="81344" y="576987"/>
                    <a:pt x="81546" y="576112"/>
                  </a:cubicBezTo>
                  <a:cubicBezTo>
                    <a:pt x="81782" y="575238"/>
                    <a:pt x="85013" y="572210"/>
                    <a:pt x="86763" y="571537"/>
                  </a:cubicBezTo>
                  <a:cubicBezTo>
                    <a:pt x="88513" y="570898"/>
                    <a:pt x="93729" y="569788"/>
                    <a:pt x="93729" y="569788"/>
                  </a:cubicBezTo>
                  <a:lnTo>
                    <a:pt x="98946" y="569788"/>
                  </a:lnTo>
                  <a:lnTo>
                    <a:pt x="100023" y="571639"/>
                  </a:lnTo>
                  <a:cubicBezTo>
                    <a:pt x="100023" y="571639"/>
                    <a:pt x="102850" y="576314"/>
                    <a:pt x="103489" y="576953"/>
                  </a:cubicBezTo>
                  <a:cubicBezTo>
                    <a:pt x="104128" y="577593"/>
                    <a:pt x="106955" y="579981"/>
                    <a:pt x="106955" y="579981"/>
                  </a:cubicBezTo>
                  <a:lnTo>
                    <a:pt x="111869" y="577593"/>
                  </a:lnTo>
                  <a:cubicBezTo>
                    <a:pt x="111869" y="577593"/>
                    <a:pt x="118061" y="574767"/>
                    <a:pt x="119138" y="574565"/>
                  </a:cubicBezTo>
                  <a:cubicBezTo>
                    <a:pt x="120215" y="574330"/>
                    <a:pt x="122840" y="574330"/>
                    <a:pt x="124792" y="574565"/>
                  </a:cubicBezTo>
                  <a:cubicBezTo>
                    <a:pt x="126744" y="574767"/>
                    <a:pt x="128259" y="574565"/>
                    <a:pt x="128259" y="574565"/>
                  </a:cubicBezTo>
                  <a:cubicBezTo>
                    <a:pt x="128259" y="574565"/>
                    <a:pt x="131961" y="576079"/>
                    <a:pt x="132600" y="576314"/>
                  </a:cubicBezTo>
                  <a:cubicBezTo>
                    <a:pt x="133240" y="576516"/>
                    <a:pt x="133240" y="579376"/>
                    <a:pt x="133240" y="579376"/>
                  </a:cubicBezTo>
                  <a:cubicBezTo>
                    <a:pt x="133240" y="579376"/>
                    <a:pt x="131086" y="582403"/>
                    <a:pt x="130413" y="582639"/>
                  </a:cubicBezTo>
                  <a:cubicBezTo>
                    <a:pt x="129773" y="582840"/>
                    <a:pt x="126273" y="587415"/>
                    <a:pt x="126273" y="587415"/>
                  </a:cubicBezTo>
                  <a:lnTo>
                    <a:pt x="123244" y="588929"/>
                  </a:lnTo>
                  <a:cubicBezTo>
                    <a:pt x="123244" y="588929"/>
                    <a:pt x="120215" y="591318"/>
                    <a:pt x="119542" y="591519"/>
                  </a:cubicBezTo>
                  <a:cubicBezTo>
                    <a:pt x="118903" y="591721"/>
                    <a:pt x="115840" y="593033"/>
                    <a:pt x="114965" y="593471"/>
                  </a:cubicBezTo>
                  <a:cubicBezTo>
                    <a:pt x="114090" y="593908"/>
                    <a:pt x="111835" y="596296"/>
                    <a:pt x="111835" y="596296"/>
                  </a:cubicBezTo>
                  <a:cubicBezTo>
                    <a:pt x="111835" y="596296"/>
                    <a:pt x="112138" y="599122"/>
                    <a:pt x="111936" y="599997"/>
                  </a:cubicBezTo>
                  <a:cubicBezTo>
                    <a:pt x="111734" y="600871"/>
                    <a:pt x="111936" y="608911"/>
                    <a:pt x="111936" y="608911"/>
                  </a:cubicBezTo>
                  <a:lnTo>
                    <a:pt x="111936" y="612376"/>
                  </a:lnTo>
                  <a:lnTo>
                    <a:pt x="114561" y="616716"/>
                  </a:lnTo>
                  <a:lnTo>
                    <a:pt x="116076" y="616716"/>
                  </a:lnTo>
                  <a:lnTo>
                    <a:pt x="120215" y="619440"/>
                  </a:lnTo>
                  <a:cubicBezTo>
                    <a:pt x="120215" y="619440"/>
                    <a:pt x="123042" y="624116"/>
                    <a:pt x="123682" y="624554"/>
                  </a:cubicBezTo>
                  <a:cubicBezTo>
                    <a:pt x="124321" y="624991"/>
                    <a:pt x="126307" y="626942"/>
                    <a:pt x="127148" y="627817"/>
                  </a:cubicBezTo>
                  <a:cubicBezTo>
                    <a:pt x="128023" y="628691"/>
                    <a:pt x="126509" y="633031"/>
                    <a:pt x="126509" y="633031"/>
                  </a:cubicBezTo>
                  <a:cubicBezTo>
                    <a:pt x="126509" y="633031"/>
                    <a:pt x="125634" y="640297"/>
                    <a:pt x="125533" y="640734"/>
                  </a:cubicBezTo>
                  <a:cubicBezTo>
                    <a:pt x="125432" y="641171"/>
                    <a:pt x="124994" y="642248"/>
                    <a:pt x="124994" y="642248"/>
                  </a:cubicBezTo>
                  <a:cubicBezTo>
                    <a:pt x="124994" y="642248"/>
                    <a:pt x="123783" y="644300"/>
                    <a:pt x="123581" y="644737"/>
                  </a:cubicBezTo>
                  <a:cubicBezTo>
                    <a:pt x="123345" y="645175"/>
                    <a:pt x="122369" y="647126"/>
                    <a:pt x="122369" y="647126"/>
                  </a:cubicBezTo>
                  <a:lnTo>
                    <a:pt x="122369" y="650288"/>
                  </a:lnTo>
                  <a:lnTo>
                    <a:pt x="124052" y="654527"/>
                  </a:lnTo>
                  <a:lnTo>
                    <a:pt x="126172" y="657891"/>
                  </a:lnTo>
                  <a:lnTo>
                    <a:pt x="129100" y="660615"/>
                  </a:lnTo>
                  <a:lnTo>
                    <a:pt x="128663" y="663542"/>
                  </a:lnTo>
                  <a:cubicBezTo>
                    <a:pt x="128663" y="663542"/>
                    <a:pt x="125836" y="664416"/>
                    <a:pt x="125196" y="664517"/>
                  </a:cubicBezTo>
                  <a:cubicBezTo>
                    <a:pt x="124557" y="664619"/>
                    <a:pt x="125196" y="666367"/>
                    <a:pt x="125196" y="666367"/>
                  </a:cubicBezTo>
                  <a:lnTo>
                    <a:pt x="128461" y="667141"/>
                  </a:lnTo>
                  <a:lnTo>
                    <a:pt x="133139" y="667141"/>
                  </a:lnTo>
                  <a:lnTo>
                    <a:pt x="134350" y="668049"/>
                  </a:lnTo>
                  <a:lnTo>
                    <a:pt x="134115" y="669294"/>
                  </a:lnTo>
                  <a:cubicBezTo>
                    <a:pt x="134115" y="669294"/>
                    <a:pt x="133341" y="670472"/>
                    <a:pt x="133139" y="670808"/>
                  </a:cubicBezTo>
                  <a:cubicBezTo>
                    <a:pt x="132937" y="671144"/>
                    <a:pt x="131826" y="672221"/>
                    <a:pt x="131826" y="672221"/>
                  </a:cubicBezTo>
                  <a:cubicBezTo>
                    <a:pt x="131826" y="672221"/>
                    <a:pt x="130312" y="673095"/>
                    <a:pt x="129975" y="673196"/>
                  </a:cubicBezTo>
                  <a:cubicBezTo>
                    <a:pt x="129639" y="673297"/>
                    <a:pt x="127788" y="674811"/>
                    <a:pt x="127350" y="674811"/>
                  </a:cubicBezTo>
                  <a:cubicBezTo>
                    <a:pt x="126913" y="674811"/>
                    <a:pt x="127888" y="676661"/>
                    <a:pt x="128124" y="676998"/>
                  </a:cubicBezTo>
                  <a:cubicBezTo>
                    <a:pt x="128326" y="677334"/>
                    <a:pt x="131052" y="678411"/>
                    <a:pt x="131052" y="678411"/>
                  </a:cubicBezTo>
                  <a:lnTo>
                    <a:pt x="131052" y="679924"/>
                  </a:lnTo>
                  <a:lnTo>
                    <a:pt x="128865" y="680698"/>
                  </a:lnTo>
                  <a:cubicBezTo>
                    <a:pt x="128865" y="680698"/>
                    <a:pt x="128225" y="681674"/>
                    <a:pt x="128091" y="682010"/>
                  </a:cubicBezTo>
                  <a:cubicBezTo>
                    <a:pt x="127989" y="682346"/>
                    <a:pt x="126340" y="684634"/>
                    <a:pt x="126340" y="685038"/>
                  </a:cubicBezTo>
                  <a:cubicBezTo>
                    <a:pt x="126340" y="685475"/>
                    <a:pt x="127114" y="687964"/>
                    <a:pt x="127114" y="687964"/>
                  </a:cubicBezTo>
                  <a:lnTo>
                    <a:pt x="130715" y="688503"/>
                  </a:lnTo>
                  <a:lnTo>
                    <a:pt x="137884" y="689579"/>
                  </a:lnTo>
                  <a:lnTo>
                    <a:pt x="141249" y="692203"/>
                  </a:lnTo>
                  <a:lnTo>
                    <a:pt x="145288" y="693817"/>
                  </a:lnTo>
                  <a:lnTo>
                    <a:pt x="151144" y="694793"/>
                  </a:lnTo>
                  <a:lnTo>
                    <a:pt x="155182" y="696441"/>
                  </a:lnTo>
                  <a:lnTo>
                    <a:pt x="166255" y="698830"/>
                  </a:lnTo>
                  <a:lnTo>
                    <a:pt x="168745" y="699469"/>
                  </a:lnTo>
                  <a:cubicBezTo>
                    <a:pt x="168745" y="699469"/>
                    <a:pt x="176015" y="701218"/>
                    <a:pt x="176452" y="701218"/>
                  </a:cubicBezTo>
                  <a:cubicBezTo>
                    <a:pt x="176890" y="701218"/>
                    <a:pt x="182106" y="701656"/>
                    <a:pt x="183856" y="701857"/>
                  </a:cubicBezTo>
                  <a:cubicBezTo>
                    <a:pt x="185606" y="702059"/>
                    <a:pt x="189409" y="702396"/>
                    <a:pt x="189712" y="702497"/>
                  </a:cubicBezTo>
                  <a:cubicBezTo>
                    <a:pt x="190049" y="702597"/>
                    <a:pt x="191024" y="705322"/>
                    <a:pt x="191126" y="705659"/>
                  </a:cubicBezTo>
                  <a:cubicBezTo>
                    <a:pt x="191226" y="705995"/>
                    <a:pt x="190149" y="711411"/>
                    <a:pt x="190149" y="711411"/>
                  </a:cubicBezTo>
                  <a:cubicBezTo>
                    <a:pt x="190149" y="711411"/>
                    <a:pt x="190149" y="713261"/>
                    <a:pt x="190149" y="713699"/>
                  </a:cubicBezTo>
                  <a:cubicBezTo>
                    <a:pt x="190149" y="714136"/>
                    <a:pt x="189611" y="717164"/>
                    <a:pt x="189611" y="717164"/>
                  </a:cubicBezTo>
                  <a:lnTo>
                    <a:pt x="187996" y="718375"/>
                  </a:lnTo>
                  <a:cubicBezTo>
                    <a:pt x="187996" y="718375"/>
                    <a:pt x="185169" y="720326"/>
                    <a:pt x="184630" y="720662"/>
                  </a:cubicBezTo>
                  <a:cubicBezTo>
                    <a:pt x="184092" y="720999"/>
                    <a:pt x="180928" y="722512"/>
                    <a:pt x="180053" y="722815"/>
                  </a:cubicBezTo>
                  <a:cubicBezTo>
                    <a:pt x="179178" y="723151"/>
                    <a:pt x="176452" y="725842"/>
                    <a:pt x="176452" y="725842"/>
                  </a:cubicBezTo>
                  <a:cubicBezTo>
                    <a:pt x="176452" y="725842"/>
                    <a:pt x="173289" y="728466"/>
                    <a:pt x="172986" y="728668"/>
                  </a:cubicBezTo>
                  <a:cubicBezTo>
                    <a:pt x="172649" y="728870"/>
                    <a:pt x="172111" y="730417"/>
                    <a:pt x="171774" y="730518"/>
                  </a:cubicBezTo>
                  <a:cubicBezTo>
                    <a:pt x="171437" y="730619"/>
                    <a:pt x="169822" y="733580"/>
                    <a:pt x="169587" y="734421"/>
                  </a:cubicBezTo>
                  <a:cubicBezTo>
                    <a:pt x="169351" y="735295"/>
                    <a:pt x="168173" y="736910"/>
                    <a:pt x="168173" y="736910"/>
                  </a:cubicBezTo>
                  <a:cubicBezTo>
                    <a:pt x="168173" y="736910"/>
                    <a:pt x="166962" y="739635"/>
                    <a:pt x="166962" y="740072"/>
                  </a:cubicBezTo>
                  <a:cubicBezTo>
                    <a:pt x="166962" y="740509"/>
                    <a:pt x="166086" y="742259"/>
                    <a:pt x="166086" y="742561"/>
                  </a:cubicBezTo>
                  <a:cubicBezTo>
                    <a:pt x="166086" y="742898"/>
                    <a:pt x="165750" y="744613"/>
                    <a:pt x="165750" y="744613"/>
                  </a:cubicBezTo>
                  <a:lnTo>
                    <a:pt x="168476" y="747338"/>
                  </a:lnTo>
                  <a:lnTo>
                    <a:pt x="169014" y="748953"/>
                  </a:lnTo>
                  <a:lnTo>
                    <a:pt x="169351" y="751341"/>
                  </a:lnTo>
                  <a:lnTo>
                    <a:pt x="169149" y="753528"/>
                  </a:lnTo>
                  <a:cubicBezTo>
                    <a:pt x="169149" y="753528"/>
                    <a:pt x="168072" y="754402"/>
                    <a:pt x="168072" y="754840"/>
                  </a:cubicBezTo>
                  <a:cubicBezTo>
                    <a:pt x="168072" y="755277"/>
                    <a:pt x="167971" y="757464"/>
                    <a:pt x="167971" y="757464"/>
                  </a:cubicBezTo>
                  <a:cubicBezTo>
                    <a:pt x="167971" y="757464"/>
                    <a:pt x="166995" y="761063"/>
                    <a:pt x="166995" y="761500"/>
                  </a:cubicBezTo>
                  <a:cubicBezTo>
                    <a:pt x="166995" y="761938"/>
                    <a:pt x="164808" y="765941"/>
                    <a:pt x="164808" y="765941"/>
                  </a:cubicBezTo>
                  <a:lnTo>
                    <a:pt x="162620" y="771592"/>
                  </a:lnTo>
                  <a:cubicBezTo>
                    <a:pt x="162620" y="771592"/>
                    <a:pt x="160668" y="773207"/>
                    <a:pt x="160130" y="773644"/>
                  </a:cubicBezTo>
                  <a:cubicBezTo>
                    <a:pt x="159591" y="774082"/>
                    <a:pt x="157841" y="775495"/>
                    <a:pt x="157538" y="775596"/>
                  </a:cubicBezTo>
                  <a:cubicBezTo>
                    <a:pt x="157202" y="775696"/>
                    <a:pt x="155923" y="778085"/>
                    <a:pt x="155923" y="778085"/>
                  </a:cubicBezTo>
                  <a:lnTo>
                    <a:pt x="153971" y="780810"/>
                  </a:lnTo>
                  <a:lnTo>
                    <a:pt x="153668" y="784376"/>
                  </a:lnTo>
                  <a:lnTo>
                    <a:pt x="153668" y="786562"/>
                  </a:lnTo>
                  <a:lnTo>
                    <a:pt x="152086" y="788849"/>
                  </a:lnTo>
                  <a:lnTo>
                    <a:pt x="150605" y="791137"/>
                  </a:lnTo>
                  <a:lnTo>
                    <a:pt x="147879" y="792886"/>
                  </a:lnTo>
                  <a:lnTo>
                    <a:pt x="144716" y="795073"/>
                  </a:lnTo>
                  <a:lnTo>
                    <a:pt x="142596" y="797798"/>
                  </a:lnTo>
                  <a:cubicBezTo>
                    <a:pt x="142596" y="797798"/>
                    <a:pt x="142427" y="800859"/>
                    <a:pt x="142663" y="801263"/>
                  </a:cubicBezTo>
                  <a:cubicBezTo>
                    <a:pt x="142865" y="801700"/>
                    <a:pt x="142427" y="802675"/>
                    <a:pt x="142663" y="803012"/>
                  </a:cubicBezTo>
                  <a:cubicBezTo>
                    <a:pt x="142865" y="803348"/>
                    <a:pt x="145692" y="805838"/>
                    <a:pt x="145826" y="806174"/>
                  </a:cubicBezTo>
                  <a:cubicBezTo>
                    <a:pt x="145927" y="806510"/>
                    <a:pt x="150269" y="808899"/>
                    <a:pt x="150504" y="809202"/>
                  </a:cubicBezTo>
                  <a:cubicBezTo>
                    <a:pt x="150740" y="809538"/>
                    <a:pt x="157134" y="809975"/>
                    <a:pt x="157134" y="809975"/>
                  </a:cubicBezTo>
                  <a:lnTo>
                    <a:pt x="169519" y="810312"/>
                  </a:lnTo>
                  <a:lnTo>
                    <a:pt x="177361" y="810850"/>
                  </a:lnTo>
                  <a:cubicBezTo>
                    <a:pt x="177361" y="810850"/>
                    <a:pt x="184967" y="811624"/>
                    <a:pt x="185404" y="811624"/>
                  </a:cubicBezTo>
                  <a:cubicBezTo>
                    <a:pt x="185842" y="811624"/>
                    <a:pt x="191159" y="813810"/>
                    <a:pt x="191159" y="813810"/>
                  </a:cubicBezTo>
                  <a:cubicBezTo>
                    <a:pt x="191159" y="813810"/>
                    <a:pt x="195299" y="817510"/>
                    <a:pt x="195736" y="817813"/>
                  </a:cubicBezTo>
                  <a:cubicBezTo>
                    <a:pt x="196174" y="818150"/>
                    <a:pt x="201592" y="819764"/>
                    <a:pt x="201592" y="819764"/>
                  </a:cubicBezTo>
                  <a:lnTo>
                    <a:pt x="205496" y="820101"/>
                  </a:lnTo>
                  <a:cubicBezTo>
                    <a:pt x="205496" y="820101"/>
                    <a:pt x="207684" y="821715"/>
                    <a:pt x="207986" y="821715"/>
                  </a:cubicBezTo>
                  <a:cubicBezTo>
                    <a:pt x="208323" y="821715"/>
                    <a:pt x="211352" y="823666"/>
                    <a:pt x="212126" y="824205"/>
                  </a:cubicBezTo>
                  <a:cubicBezTo>
                    <a:pt x="212900" y="824743"/>
                    <a:pt x="215727" y="825079"/>
                    <a:pt x="216467" y="824978"/>
                  </a:cubicBezTo>
                  <a:cubicBezTo>
                    <a:pt x="217242" y="824878"/>
                    <a:pt x="220607" y="823566"/>
                    <a:pt x="220607" y="823566"/>
                  </a:cubicBezTo>
                  <a:lnTo>
                    <a:pt x="225722" y="823566"/>
                  </a:lnTo>
                  <a:lnTo>
                    <a:pt x="228987" y="823498"/>
                  </a:lnTo>
                  <a:lnTo>
                    <a:pt x="230501" y="826021"/>
                  </a:lnTo>
                  <a:lnTo>
                    <a:pt x="230602" y="828342"/>
                  </a:lnTo>
                  <a:lnTo>
                    <a:pt x="230064" y="830193"/>
                  </a:lnTo>
                  <a:lnTo>
                    <a:pt x="228751" y="832144"/>
                  </a:lnTo>
                  <a:lnTo>
                    <a:pt x="228314" y="832917"/>
                  </a:lnTo>
                  <a:cubicBezTo>
                    <a:pt x="228314" y="832917"/>
                    <a:pt x="227338" y="835407"/>
                    <a:pt x="227001" y="835844"/>
                  </a:cubicBezTo>
                  <a:cubicBezTo>
                    <a:pt x="226665" y="836281"/>
                    <a:pt x="226126" y="839208"/>
                    <a:pt x="226126" y="839208"/>
                  </a:cubicBezTo>
                  <a:lnTo>
                    <a:pt x="224915" y="841832"/>
                  </a:lnTo>
                  <a:lnTo>
                    <a:pt x="224915" y="845196"/>
                  </a:lnTo>
                  <a:lnTo>
                    <a:pt x="224915" y="849233"/>
                  </a:lnTo>
                  <a:cubicBezTo>
                    <a:pt x="224915" y="849233"/>
                    <a:pt x="224376" y="853471"/>
                    <a:pt x="224040" y="853707"/>
                  </a:cubicBezTo>
                  <a:cubicBezTo>
                    <a:pt x="223703" y="853908"/>
                    <a:pt x="223165" y="855019"/>
                    <a:pt x="222189" y="855893"/>
                  </a:cubicBezTo>
                  <a:cubicBezTo>
                    <a:pt x="221213" y="856768"/>
                    <a:pt x="222189" y="858080"/>
                    <a:pt x="222189" y="858080"/>
                  </a:cubicBezTo>
                  <a:lnTo>
                    <a:pt x="223400" y="860266"/>
                  </a:lnTo>
                  <a:lnTo>
                    <a:pt x="225891" y="863429"/>
                  </a:lnTo>
                  <a:cubicBezTo>
                    <a:pt x="225891" y="863429"/>
                    <a:pt x="226530" y="865178"/>
                    <a:pt x="226968" y="865279"/>
                  </a:cubicBezTo>
                  <a:cubicBezTo>
                    <a:pt x="227405" y="865380"/>
                    <a:pt x="229256" y="867129"/>
                    <a:pt x="229256" y="867129"/>
                  </a:cubicBezTo>
                  <a:cubicBezTo>
                    <a:pt x="229256" y="867129"/>
                    <a:pt x="232420" y="867129"/>
                    <a:pt x="232857" y="867129"/>
                  </a:cubicBezTo>
                  <a:cubicBezTo>
                    <a:pt x="233295" y="867129"/>
                    <a:pt x="234910" y="866961"/>
                    <a:pt x="234910" y="866961"/>
                  </a:cubicBezTo>
                  <a:cubicBezTo>
                    <a:pt x="234910" y="866961"/>
                    <a:pt x="236526" y="866591"/>
                    <a:pt x="237401" y="866591"/>
                  </a:cubicBezTo>
                  <a:cubicBezTo>
                    <a:pt x="238276" y="866591"/>
                    <a:pt x="239689" y="867465"/>
                    <a:pt x="240227" y="867566"/>
                  </a:cubicBezTo>
                  <a:cubicBezTo>
                    <a:pt x="240766" y="867667"/>
                    <a:pt x="241540" y="868643"/>
                    <a:pt x="241978" y="868979"/>
                  </a:cubicBezTo>
                  <a:cubicBezTo>
                    <a:pt x="242415" y="869316"/>
                    <a:pt x="242617" y="870392"/>
                    <a:pt x="242617" y="870392"/>
                  </a:cubicBezTo>
                  <a:lnTo>
                    <a:pt x="242819" y="873117"/>
                  </a:lnTo>
                  <a:lnTo>
                    <a:pt x="242617" y="874328"/>
                  </a:lnTo>
                  <a:cubicBezTo>
                    <a:pt x="242617" y="874328"/>
                    <a:pt x="241540" y="876851"/>
                    <a:pt x="241204" y="877389"/>
                  </a:cubicBezTo>
                  <a:cubicBezTo>
                    <a:pt x="240867" y="877927"/>
                    <a:pt x="240901" y="878264"/>
                    <a:pt x="241338" y="879138"/>
                  </a:cubicBezTo>
                  <a:cubicBezTo>
                    <a:pt x="241776" y="880013"/>
                    <a:pt x="240901" y="882401"/>
                    <a:pt x="241338" y="883377"/>
                  </a:cubicBezTo>
                  <a:cubicBezTo>
                    <a:pt x="241776" y="884352"/>
                    <a:pt x="241338" y="884790"/>
                    <a:pt x="241338" y="885664"/>
                  </a:cubicBezTo>
                  <a:cubicBezTo>
                    <a:pt x="241338" y="886539"/>
                    <a:pt x="242213" y="887313"/>
                    <a:pt x="242213" y="887313"/>
                  </a:cubicBezTo>
                  <a:cubicBezTo>
                    <a:pt x="242213" y="887313"/>
                    <a:pt x="243425" y="889701"/>
                    <a:pt x="244704" y="890576"/>
                  </a:cubicBezTo>
                  <a:cubicBezTo>
                    <a:pt x="246016" y="891450"/>
                    <a:pt x="246319" y="890475"/>
                    <a:pt x="246992" y="890138"/>
                  </a:cubicBezTo>
                  <a:cubicBezTo>
                    <a:pt x="247631" y="889802"/>
                    <a:pt x="249382" y="888288"/>
                    <a:pt x="249382" y="888288"/>
                  </a:cubicBezTo>
                  <a:lnTo>
                    <a:pt x="253959" y="887851"/>
                  </a:lnTo>
                  <a:lnTo>
                    <a:pt x="257324" y="889499"/>
                  </a:lnTo>
                  <a:lnTo>
                    <a:pt x="260589" y="888826"/>
                  </a:lnTo>
                  <a:lnTo>
                    <a:pt x="262540" y="885025"/>
                  </a:lnTo>
                  <a:cubicBezTo>
                    <a:pt x="262540" y="885025"/>
                    <a:pt x="269709" y="884386"/>
                    <a:pt x="271459" y="884588"/>
                  </a:cubicBezTo>
                  <a:cubicBezTo>
                    <a:pt x="273209" y="884790"/>
                    <a:pt x="275700" y="887615"/>
                    <a:pt x="275700" y="887615"/>
                  </a:cubicBezTo>
                  <a:cubicBezTo>
                    <a:pt x="275700" y="887615"/>
                    <a:pt x="281017" y="891753"/>
                    <a:pt x="281454" y="891753"/>
                  </a:cubicBezTo>
                  <a:cubicBezTo>
                    <a:pt x="281892" y="891753"/>
                    <a:pt x="285897" y="892628"/>
                    <a:pt x="285897" y="892628"/>
                  </a:cubicBezTo>
                  <a:cubicBezTo>
                    <a:pt x="285897" y="892628"/>
                    <a:pt x="291214" y="892729"/>
                    <a:pt x="292089" y="892729"/>
                  </a:cubicBezTo>
                  <a:cubicBezTo>
                    <a:pt x="292964" y="892729"/>
                    <a:pt x="299157" y="890239"/>
                    <a:pt x="299157" y="890239"/>
                  </a:cubicBezTo>
                  <a:lnTo>
                    <a:pt x="304272" y="886875"/>
                  </a:lnTo>
                  <a:lnTo>
                    <a:pt x="310902" y="882435"/>
                  </a:lnTo>
                  <a:cubicBezTo>
                    <a:pt x="310902" y="882435"/>
                    <a:pt x="319484" y="875539"/>
                    <a:pt x="319854" y="875270"/>
                  </a:cubicBezTo>
                  <a:cubicBezTo>
                    <a:pt x="320224" y="874967"/>
                    <a:pt x="325374" y="871300"/>
                    <a:pt x="326080" y="871199"/>
                  </a:cubicBezTo>
                  <a:cubicBezTo>
                    <a:pt x="326821" y="871132"/>
                    <a:pt x="333484" y="869517"/>
                    <a:pt x="334191" y="869383"/>
                  </a:cubicBezTo>
                  <a:cubicBezTo>
                    <a:pt x="334931" y="869248"/>
                    <a:pt x="340922" y="867936"/>
                    <a:pt x="340922" y="867936"/>
                  </a:cubicBezTo>
                  <a:lnTo>
                    <a:pt x="343682" y="864606"/>
                  </a:lnTo>
                  <a:cubicBezTo>
                    <a:pt x="343682" y="864606"/>
                    <a:pt x="348259" y="861646"/>
                    <a:pt x="348091" y="861343"/>
                  </a:cubicBezTo>
                  <a:cubicBezTo>
                    <a:pt x="347956" y="861040"/>
                    <a:pt x="352230" y="859325"/>
                    <a:pt x="352230" y="859325"/>
                  </a:cubicBezTo>
                  <a:lnTo>
                    <a:pt x="354418" y="859392"/>
                  </a:lnTo>
                  <a:lnTo>
                    <a:pt x="355865" y="859762"/>
                  </a:lnTo>
                  <a:lnTo>
                    <a:pt x="356504" y="861646"/>
                  </a:lnTo>
                  <a:cubicBezTo>
                    <a:pt x="356504" y="861646"/>
                    <a:pt x="355764" y="864404"/>
                    <a:pt x="355562" y="864539"/>
                  </a:cubicBezTo>
                  <a:cubicBezTo>
                    <a:pt x="355360" y="864673"/>
                    <a:pt x="354990" y="865783"/>
                    <a:pt x="354552" y="866355"/>
                  </a:cubicBezTo>
                  <a:cubicBezTo>
                    <a:pt x="354115" y="866927"/>
                    <a:pt x="353374" y="867230"/>
                    <a:pt x="353374" y="867230"/>
                  </a:cubicBezTo>
                  <a:cubicBezTo>
                    <a:pt x="353374" y="867230"/>
                    <a:pt x="351860" y="869181"/>
                    <a:pt x="351557" y="869753"/>
                  </a:cubicBezTo>
                  <a:cubicBezTo>
                    <a:pt x="351254" y="870325"/>
                    <a:pt x="351119" y="870930"/>
                    <a:pt x="351119" y="870930"/>
                  </a:cubicBezTo>
                  <a:lnTo>
                    <a:pt x="352869" y="873319"/>
                  </a:lnTo>
                  <a:lnTo>
                    <a:pt x="354620" y="874193"/>
                  </a:lnTo>
                  <a:lnTo>
                    <a:pt x="354047" y="877221"/>
                  </a:lnTo>
                  <a:cubicBezTo>
                    <a:pt x="354047" y="877221"/>
                    <a:pt x="351288" y="879542"/>
                    <a:pt x="351018" y="880114"/>
                  </a:cubicBezTo>
                  <a:cubicBezTo>
                    <a:pt x="350715" y="880686"/>
                    <a:pt x="350143" y="883747"/>
                    <a:pt x="350143" y="883747"/>
                  </a:cubicBezTo>
                  <a:lnTo>
                    <a:pt x="350143" y="888255"/>
                  </a:lnTo>
                  <a:lnTo>
                    <a:pt x="354215" y="890273"/>
                  </a:lnTo>
                  <a:lnTo>
                    <a:pt x="353913" y="892729"/>
                  </a:lnTo>
                  <a:lnTo>
                    <a:pt x="353038" y="895622"/>
                  </a:lnTo>
                  <a:cubicBezTo>
                    <a:pt x="353038" y="895622"/>
                    <a:pt x="350850" y="897640"/>
                    <a:pt x="350446" y="897808"/>
                  </a:cubicBezTo>
                  <a:cubicBezTo>
                    <a:pt x="350009" y="897943"/>
                    <a:pt x="348124" y="899389"/>
                    <a:pt x="348124" y="899389"/>
                  </a:cubicBezTo>
                  <a:lnTo>
                    <a:pt x="351153" y="902148"/>
                  </a:lnTo>
                  <a:lnTo>
                    <a:pt x="353610" y="904604"/>
                  </a:lnTo>
                  <a:lnTo>
                    <a:pt x="353610" y="908943"/>
                  </a:lnTo>
                  <a:lnTo>
                    <a:pt x="354990" y="914023"/>
                  </a:lnTo>
                  <a:lnTo>
                    <a:pt x="355360" y="917925"/>
                  </a:lnTo>
                  <a:cubicBezTo>
                    <a:pt x="355360" y="917925"/>
                    <a:pt x="356672" y="924451"/>
                    <a:pt x="356807" y="925023"/>
                  </a:cubicBezTo>
                  <a:cubicBezTo>
                    <a:pt x="356942" y="925595"/>
                    <a:pt x="358254" y="928353"/>
                    <a:pt x="358557" y="928925"/>
                  </a:cubicBezTo>
                  <a:cubicBezTo>
                    <a:pt x="358860" y="929497"/>
                    <a:pt x="362192" y="932255"/>
                    <a:pt x="362192" y="932255"/>
                  </a:cubicBezTo>
                  <a:cubicBezTo>
                    <a:pt x="362192" y="932255"/>
                    <a:pt x="364951" y="932962"/>
                    <a:pt x="365524" y="932962"/>
                  </a:cubicBezTo>
                  <a:cubicBezTo>
                    <a:pt x="366096" y="932962"/>
                    <a:pt x="368721" y="933096"/>
                    <a:pt x="369427" y="933096"/>
                  </a:cubicBezTo>
                  <a:cubicBezTo>
                    <a:pt x="370168" y="933096"/>
                    <a:pt x="372759" y="931650"/>
                    <a:pt x="372759" y="931650"/>
                  </a:cubicBezTo>
                  <a:lnTo>
                    <a:pt x="375216" y="928622"/>
                  </a:lnTo>
                  <a:lnTo>
                    <a:pt x="378851" y="926301"/>
                  </a:lnTo>
                  <a:lnTo>
                    <a:pt x="384067" y="926301"/>
                  </a:lnTo>
                  <a:lnTo>
                    <a:pt x="390596" y="926873"/>
                  </a:lnTo>
                  <a:lnTo>
                    <a:pt x="395947" y="931078"/>
                  </a:lnTo>
                  <a:lnTo>
                    <a:pt x="399582" y="935552"/>
                  </a:lnTo>
                  <a:cubicBezTo>
                    <a:pt x="399582" y="935552"/>
                    <a:pt x="405943" y="941506"/>
                    <a:pt x="406549" y="941943"/>
                  </a:cubicBezTo>
                  <a:cubicBezTo>
                    <a:pt x="407121" y="942381"/>
                    <a:pt x="409140" y="941943"/>
                    <a:pt x="409140" y="941943"/>
                  </a:cubicBezTo>
                  <a:lnTo>
                    <a:pt x="410722" y="939488"/>
                  </a:lnTo>
                  <a:lnTo>
                    <a:pt x="413178" y="937907"/>
                  </a:lnTo>
                  <a:cubicBezTo>
                    <a:pt x="413178" y="937907"/>
                    <a:pt x="415501" y="938344"/>
                    <a:pt x="416207" y="937907"/>
                  </a:cubicBezTo>
                  <a:cubicBezTo>
                    <a:pt x="416948" y="937470"/>
                    <a:pt x="418227" y="935317"/>
                    <a:pt x="418832" y="934577"/>
                  </a:cubicBezTo>
                  <a:cubicBezTo>
                    <a:pt x="419405" y="933836"/>
                    <a:pt x="419405" y="931381"/>
                    <a:pt x="419405" y="931381"/>
                  </a:cubicBezTo>
                  <a:lnTo>
                    <a:pt x="417520" y="927479"/>
                  </a:lnTo>
                  <a:lnTo>
                    <a:pt x="414626" y="924585"/>
                  </a:lnTo>
                  <a:lnTo>
                    <a:pt x="412169" y="922399"/>
                  </a:lnTo>
                  <a:lnTo>
                    <a:pt x="411731" y="916747"/>
                  </a:lnTo>
                  <a:cubicBezTo>
                    <a:pt x="411731" y="916747"/>
                    <a:pt x="411866" y="912677"/>
                    <a:pt x="411866" y="912105"/>
                  </a:cubicBezTo>
                  <a:cubicBezTo>
                    <a:pt x="411866" y="911533"/>
                    <a:pt x="412303" y="906757"/>
                    <a:pt x="412303" y="906757"/>
                  </a:cubicBezTo>
                  <a:lnTo>
                    <a:pt x="412606" y="903561"/>
                  </a:lnTo>
                  <a:lnTo>
                    <a:pt x="413919" y="899221"/>
                  </a:lnTo>
                  <a:lnTo>
                    <a:pt x="414356" y="895016"/>
                  </a:lnTo>
                  <a:lnTo>
                    <a:pt x="416376" y="891417"/>
                  </a:lnTo>
                  <a:cubicBezTo>
                    <a:pt x="416376" y="891417"/>
                    <a:pt x="418563" y="888658"/>
                    <a:pt x="419135" y="887649"/>
                  </a:cubicBezTo>
                  <a:cubicBezTo>
                    <a:pt x="419707" y="886640"/>
                    <a:pt x="421592" y="885025"/>
                    <a:pt x="421592" y="885025"/>
                  </a:cubicBezTo>
                  <a:lnTo>
                    <a:pt x="421155" y="881123"/>
                  </a:lnTo>
                  <a:lnTo>
                    <a:pt x="419707" y="877793"/>
                  </a:lnTo>
                  <a:lnTo>
                    <a:pt x="417957" y="875034"/>
                  </a:lnTo>
                  <a:lnTo>
                    <a:pt x="417957" y="871704"/>
                  </a:lnTo>
                  <a:lnTo>
                    <a:pt x="415501" y="863731"/>
                  </a:lnTo>
                  <a:lnTo>
                    <a:pt x="412169" y="856499"/>
                  </a:lnTo>
                  <a:lnTo>
                    <a:pt x="405068" y="846373"/>
                  </a:lnTo>
                  <a:lnTo>
                    <a:pt x="404058" y="838569"/>
                  </a:lnTo>
                  <a:lnTo>
                    <a:pt x="404058" y="834936"/>
                  </a:lnTo>
                  <a:lnTo>
                    <a:pt x="403351" y="830159"/>
                  </a:lnTo>
                  <a:lnTo>
                    <a:pt x="401164" y="823633"/>
                  </a:lnTo>
                  <a:lnTo>
                    <a:pt x="399144" y="819865"/>
                  </a:lnTo>
                  <a:lnTo>
                    <a:pt x="396822" y="816232"/>
                  </a:lnTo>
                  <a:lnTo>
                    <a:pt x="402039" y="812902"/>
                  </a:lnTo>
                  <a:lnTo>
                    <a:pt x="405808" y="810446"/>
                  </a:lnTo>
                  <a:lnTo>
                    <a:pt x="410150" y="803214"/>
                  </a:lnTo>
                  <a:lnTo>
                    <a:pt x="409409" y="796688"/>
                  </a:lnTo>
                  <a:lnTo>
                    <a:pt x="412001" y="790901"/>
                  </a:lnTo>
                  <a:lnTo>
                    <a:pt x="416476" y="788278"/>
                  </a:lnTo>
                  <a:cubicBezTo>
                    <a:pt x="416476" y="788278"/>
                    <a:pt x="420111" y="788715"/>
                    <a:pt x="420683" y="788849"/>
                  </a:cubicBezTo>
                  <a:cubicBezTo>
                    <a:pt x="421256" y="788984"/>
                    <a:pt x="426640" y="794804"/>
                    <a:pt x="427078" y="794635"/>
                  </a:cubicBezTo>
                  <a:cubicBezTo>
                    <a:pt x="427515" y="794501"/>
                    <a:pt x="436198" y="795342"/>
                    <a:pt x="436770" y="795342"/>
                  </a:cubicBezTo>
                  <a:cubicBezTo>
                    <a:pt x="437342" y="795342"/>
                    <a:pt x="448381" y="798807"/>
                    <a:pt x="450670" y="798975"/>
                  </a:cubicBezTo>
                  <a:cubicBezTo>
                    <a:pt x="452992" y="799110"/>
                    <a:pt x="463425" y="803886"/>
                    <a:pt x="464569" y="803886"/>
                  </a:cubicBezTo>
                  <a:cubicBezTo>
                    <a:pt x="465713" y="803886"/>
                    <a:pt x="470357" y="797226"/>
                    <a:pt x="470357" y="797226"/>
                  </a:cubicBezTo>
                  <a:lnTo>
                    <a:pt x="476584" y="788984"/>
                  </a:lnTo>
                  <a:lnTo>
                    <a:pt x="480925" y="778556"/>
                  </a:lnTo>
                  <a:lnTo>
                    <a:pt x="492368" y="768699"/>
                  </a:lnTo>
                  <a:lnTo>
                    <a:pt x="496844" y="761299"/>
                  </a:lnTo>
                  <a:lnTo>
                    <a:pt x="503373" y="762745"/>
                  </a:lnTo>
                  <a:lnTo>
                    <a:pt x="512224" y="765638"/>
                  </a:lnTo>
                  <a:lnTo>
                    <a:pt x="517878" y="771727"/>
                  </a:lnTo>
                  <a:lnTo>
                    <a:pt x="528681" y="778320"/>
                  </a:lnTo>
                  <a:lnTo>
                    <a:pt x="533460" y="783602"/>
                  </a:lnTo>
                  <a:lnTo>
                    <a:pt x="538676" y="788109"/>
                  </a:lnTo>
                  <a:lnTo>
                    <a:pt x="539383" y="792953"/>
                  </a:lnTo>
                  <a:lnTo>
                    <a:pt x="536994" y="796654"/>
                  </a:lnTo>
                  <a:cubicBezTo>
                    <a:pt x="536994" y="796654"/>
                    <a:pt x="541234" y="797663"/>
                    <a:pt x="541402" y="797730"/>
                  </a:cubicBezTo>
                  <a:cubicBezTo>
                    <a:pt x="541571" y="797798"/>
                    <a:pt x="545676" y="802877"/>
                    <a:pt x="545676" y="802877"/>
                  </a:cubicBezTo>
                  <a:lnTo>
                    <a:pt x="549479" y="802877"/>
                  </a:lnTo>
                  <a:lnTo>
                    <a:pt x="554629" y="802406"/>
                  </a:lnTo>
                  <a:lnTo>
                    <a:pt x="557927" y="800960"/>
                  </a:lnTo>
                  <a:lnTo>
                    <a:pt x="561932" y="799311"/>
                  </a:lnTo>
                  <a:lnTo>
                    <a:pt x="567316" y="796553"/>
                  </a:lnTo>
                  <a:lnTo>
                    <a:pt x="569874" y="794602"/>
                  </a:lnTo>
                  <a:lnTo>
                    <a:pt x="570682" y="793189"/>
                  </a:lnTo>
                  <a:lnTo>
                    <a:pt x="570244" y="787537"/>
                  </a:lnTo>
                  <a:lnTo>
                    <a:pt x="571725" y="783366"/>
                  </a:lnTo>
                  <a:lnTo>
                    <a:pt x="574754" y="779330"/>
                  </a:lnTo>
                  <a:lnTo>
                    <a:pt x="579533" y="774216"/>
                  </a:lnTo>
                  <a:cubicBezTo>
                    <a:pt x="579533" y="774216"/>
                    <a:pt x="582124" y="771491"/>
                    <a:pt x="582293" y="771323"/>
                  </a:cubicBezTo>
                  <a:cubicBezTo>
                    <a:pt x="582461" y="771155"/>
                    <a:pt x="584682" y="770516"/>
                    <a:pt x="584682" y="770516"/>
                  </a:cubicBezTo>
                  <a:lnTo>
                    <a:pt x="587947" y="771323"/>
                  </a:lnTo>
                  <a:lnTo>
                    <a:pt x="592086" y="775226"/>
                  </a:lnTo>
                  <a:lnTo>
                    <a:pt x="596091" y="778690"/>
                  </a:lnTo>
                  <a:lnTo>
                    <a:pt x="598144" y="782155"/>
                  </a:lnTo>
                  <a:lnTo>
                    <a:pt x="602048" y="787807"/>
                  </a:lnTo>
                  <a:lnTo>
                    <a:pt x="604707" y="788883"/>
                  </a:lnTo>
                  <a:lnTo>
                    <a:pt x="607298" y="788883"/>
                  </a:lnTo>
                  <a:lnTo>
                    <a:pt x="610361" y="787403"/>
                  </a:lnTo>
                  <a:lnTo>
                    <a:pt x="612649" y="784644"/>
                  </a:lnTo>
                  <a:lnTo>
                    <a:pt x="616015" y="775831"/>
                  </a:lnTo>
                  <a:lnTo>
                    <a:pt x="616015" y="770079"/>
                  </a:lnTo>
                  <a:lnTo>
                    <a:pt x="615039" y="763653"/>
                  </a:lnTo>
                  <a:lnTo>
                    <a:pt x="615914" y="759314"/>
                  </a:lnTo>
                  <a:lnTo>
                    <a:pt x="618640" y="758338"/>
                  </a:lnTo>
                  <a:cubicBezTo>
                    <a:pt x="618640" y="758338"/>
                    <a:pt x="619515" y="758439"/>
                    <a:pt x="619851" y="758574"/>
                  </a:cubicBezTo>
                  <a:cubicBezTo>
                    <a:pt x="620188" y="758675"/>
                    <a:pt x="624092" y="761736"/>
                    <a:pt x="624092" y="761736"/>
                  </a:cubicBezTo>
                  <a:cubicBezTo>
                    <a:pt x="624092" y="761736"/>
                    <a:pt x="627558" y="765537"/>
                    <a:pt x="628332" y="766748"/>
                  </a:cubicBezTo>
                  <a:cubicBezTo>
                    <a:pt x="629106" y="767926"/>
                    <a:pt x="630284" y="770348"/>
                    <a:pt x="630284" y="770785"/>
                  </a:cubicBezTo>
                  <a:cubicBezTo>
                    <a:pt x="630284" y="771222"/>
                    <a:pt x="633650" y="775360"/>
                    <a:pt x="633650" y="775360"/>
                  </a:cubicBezTo>
                  <a:cubicBezTo>
                    <a:pt x="633650" y="775360"/>
                    <a:pt x="638765" y="779700"/>
                    <a:pt x="639203" y="779801"/>
                  </a:cubicBezTo>
                  <a:cubicBezTo>
                    <a:pt x="639640" y="779901"/>
                    <a:pt x="644857" y="784039"/>
                    <a:pt x="644857" y="784039"/>
                  </a:cubicBezTo>
                  <a:lnTo>
                    <a:pt x="650073" y="789690"/>
                  </a:lnTo>
                  <a:cubicBezTo>
                    <a:pt x="650073" y="789690"/>
                    <a:pt x="651386" y="792953"/>
                    <a:pt x="651386" y="793391"/>
                  </a:cubicBezTo>
                  <a:cubicBezTo>
                    <a:pt x="651386" y="793828"/>
                    <a:pt x="653573" y="796755"/>
                    <a:pt x="653573" y="796755"/>
                  </a:cubicBezTo>
                  <a:cubicBezTo>
                    <a:pt x="653573" y="796755"/>
                    <a:pt x="657814" y="798470"/>
                    <a:pt x="658150" y="798067"/>
                  </a:cubicBezTo>
                  <a:cubicBezTo>
                    <a:pt x="658487" y="797629"/>
                    <a:pt x="661179" y="798168"/>
                    <a:pt x="661516" y="798067"/>
                  </a:cubicBezTo>
                  <a:cubicBezTo>
                    <a:pt x="661852" y="797966"/>
                    <a:pt x="662828" y="797091"/>
                    <a:pt x="662828" y="797091"/>
                  </a:cubicBezTo>
                  <a:cubicBezTo>
                    <a:pt x="662828" y="797091"/>
                    <a:pt x="664242" y="793727"/>
                    <a:pt x="664578" y="793492"/>
                  </a:cubicBezTo>
                  <a:cubicBezTo>
                    <a:pt x="664915" y="793256"/>
                    <a:pt x="666530" y="788042"/>
                    <a:pt x="666530" y="788042"/>
                  </a:cubicBezTo>
                  <a:lnTo>
                    <a:pt x="666530" y="784577"/>
                  </a:lnTo>
                  <a:lnTo>
                    <a:pt x="666530" y="779363"/>
                  </a:lnTo>
                  <a:lnTo>
                    <a:pt x="666530" y="775226"/>
                  </a:lnTo>
                  <a:cubicBezTo>
                    <a:pt x="666530" y="775226"/>
                    <a:pt x="668213" y="769238"/>
                    <a:pt x="668213" y="768699"/>
                  </a:cubicBezTo>
                  <a:cubicBezTo>
                    <a:pt x="668213" y="768161"/>
                    <a:pt x="671982" y="766311"/>
                    <a:pt x="672723" y="766210"/>
                  </a:cubicBezTo>
                  <a:cubicBezTo>
                    <a:pt x="673497" y="766109"/>
                    <a:pt x="678814" y="766109"/>
                    <a:pt x="679252" y="766109"/>
                  </a:cubicBezTo>
                  <a:cubicBezTo>
                    <a:pt x="679689" y="766109"/>
                    <a:pt x="684367" y="771424"/>
                    <a:pt x="684367" y="771424"/>
                  </a:cubicBezTo>
                  <a:cubicBezTo>
                    <a:pt x="684367" y="771424"/>
                    <a:pt x="685175" y="773544"/>
                    <a:pt x="685814" y="774519"/>
                  </a:cubicBezTo>
                  <a:cubicBezTo>
                    <a:pt x="686454" y="775461"/>
                    <a:pt x="687497" y="779868"/>
                    <a:pt x="687564" y="780103"/>
                  </a:cubicBezTo>
                  <a:cubicBezTo>
                    <a:pt x="687631" y="780339"/>
                    <a:pt x="690963" y="781415"/>
                    <a:pt x="692713" y="781483"/>
                  </a:cubicBezTo>
                  <a:cubicBezTo>
                    <a:pt x="694463" y="781550"/>
                    <a:pt x="696685" y="781483"/>
                    <a:pt x="697863" y="781483"/>
                  </a:cubicBezTo>
                  <a:cubicBezTo>
                    <a:pt x="699007" y="781483"/>
                    <a:pt x="701699" y="778421"/>
                    <a:pt x="701699" y="778421"/>
                  </a:cubicBezTo>
                  <a:lnTo>
                    <a:pt x="704964" y="775596"/>
                  </a:lnTo>
                  <a:lnTo>
                    <a:pt x="705334" y="770953"/>
                  </a:lnTo>
                  <a:lnTo>
                    <a:pt x="708464" y="767757"/>
                  </a:lnTo>
                  <a:lnTo>
                    <a:pt x="711223" y="765672"/>
                  </a:lnTo>
                  <a:lnTo>
                    <a:pt x="714387" y="767186"/>
                  </a:lnTo>
                  <a:lnTo>
                    <a:pt x="716137" y="768060"/>
                  </a:lnTo>
                  <a:lnTo>
                    <a:pt x="723104" y="768060"/>
                  </a:lnTo>
                  <a:lnTo>
                    <a:pt x="727748" y="768060"/>
                  </a:lnTo>
                  <a:lnTo>
                    <a:pt x="733839" y="766748"/>
                  </a:lnTo>
                  <a:lnTo>
                    <a:pt x="736162" y="763990"/>
                  </a:lnTo>
                  <a:cubicBezTo>
                    <a:pt x="736162" y="763990"/>
                    <a:pt x="741950" y="759919"/>
                    <a:pt x="742556" y="758776"/>
                  </a:cubicBezTo>
                  <a:cubicBezTo>
                    <a:pt x="743128" y="757632"/>
                    <a:pt x="746897" y="758776"/>
                    <a:pt x="746897" y="758776"/>
                  </a:cubicBezTo>
                  <a:lnTo>
                    <a:pt x="750094" y="753259"/>
                  </a:lnTo>
                  <a:lnTo>
                    <a:pt x="750094" y="750366"/>
                  </a:lnTo>
                  <a:lnTo>
                    <a:pt x="747066" y="746901"/>
                  </a:lnTo>
                  <a:lnTo>
                    <a:pt x="743734" y="742831"/>
                  </a:lnTo>
                  <a:lnTo>
                    <a:pt x="742589" y="736473"/>
                  </a:lnTo>
                  <a:lnTo>
                    <a:pt x="749825" y="734454"/>
                  </a:lnTo>
                  <a:lnTo>
                    <a:pt x="756186" y="731696"/>
                  </a:lnTo>
                  <a:lnTo>
                    <a:pt x="762850" y="727491"/>
                  </a:lnTo>
                  <a:lnTo>
                    <a:pt x="770085" y="722848"/>
                  </a:lnTo>
                  <a:lnTo>
                    <a:pt x="776480" y="722848"/>
                  </a:lnTo>
                  <a:lnTo>
                    <a:pt x="782268" y="728634"/>
                  </a:lnTo>
                  <a:lnTo>
                    <a:pt x="784288" y="722848"/>
                  </a:lnTo>
                  <a:lnTo>
                    <a:pt x="786038" y="723151"/>
                  </a:lnTo>
                  <a:lnTo>
                    <a:pt x="791826" y="722008"/>
                  </a:lnTo>
                  <a:lnTo>
                    <a:pt x="791826" y="713329"/>
                  </a:lnTo>
                  <a:lnTo>
                    <a:pt x="792802" y="711075"/>
                  </a:lnTo>
                  <a:lnTo>
                    <a:pt x="797547" y="713766"/>
                  </a:lnTo>
                  <a:lnTo>
                    <a:pt x="814745" y="733041"/>
                  </a:lnTo>
                  <a:lnTo>
                    <a:pt x="820130" y="733613"/>
                  </a:lnTo>
                  <a:lnTo>
                    <a:pt x="821072" y="731292"/>
                  </a:lnTo>
                  <a:close/>
                </a:path>
              </a:pathLst>
            </a:custGeom>
            <a:grpFill/>
            <a:ln w="6350" cap="flat">
              <a:solidFill>
                <a:schemeClr val="bg1"/>
              </a:solidFill>
              <a:prstDash val="solid"/>
              <a:miter/>
            </a:ln>
          </p:spPr>
          <p:txBody>
            <a:bodyPr rtlCol="0" anchor="ctr"/>
            <a:lstStyle/>
            <a:p>
              <a:endParaRPr lang="en-US"/>
            </a:p>
          </p:txBody>
        </p:sp>
        <p:sp>
          <p:nvSpPr>
            <p:cNvPr id="34" name="Freeform 894">
              <a:extLst>
                <a:ext uri="{FF2B5EF4-FFF2-40B4-BE49-F238E27FC236}">
                  <a16:creationId xmlns:a16="http://schemas.microsoft.com/office/drawing/2014/main" id="{432225A2-F3C4-8476-C25B-FF59D4038F4F}"/>
                </a:ext>
              </a:extLst>
            </p:cNvPr>
            <p:cNvSpPr/>
            <p:nvPr/>
          </p:nvSpPr>
          <p:spPr>
            <a:xfrm>
              <a:off x="7412913" y="3167111"/>
              <a:ext cx="311268" cy="270392"/>
            </a:xfrm>
            <a:custGeom>
              <a:avLst/>
              <a:gdLst>
                <a:gd name="connsiteX0" fmla="*/ 592758 w 597604"/>
                <a:gd name="connsiteY0" fmla="*/ 357320 h 519126"/>
                <a:gd name="connsiteX1" fmla="*/ 590739 w 597604"/>
                <a:gd name="connsiteY1" fmla="*/ 350660 h 519126"/>
                <a:gd name="connsiteX2" fmla="*/ 583200 w 597604"/>
                <a:gd name="connsiteY2" fmla="*/ 346589 h 519126"/>
                <a:gd name="connsiteX3" fmla="*/ 584344 w 597604"/>
                <a:gd name="connsiteY3" fmla="*/ 342552 h 519126"/>
                <a:gd name="connsiteX4" fmla="*/ 590705 w 597604"/>
                <a:gd name="connsiteY4" fmla="*/ 338348 h 519126"/>
                <a:gd name="connsiteX5" fmla="*/ 587945 w 597604"/>
                <a:gd name="connsiteY5" fmla="*/ 335589 h 519126"/>
                <a:gd name="connsiteX6" fmla="*/ 583167 w 597604"/>
                <a:gd name="connsiteY6" fmla="*/ 335589 h 519126"/>
                <a:gd name="connsiteX7" fmla="*/ 579969 w 597604"/>
                <a:gd name="connsiteY7" fmla="*/ 338785 h 519126"/>
                <a:gd name="connsiteX8" fmla="*/ 577344 w 597604"/>
                <a:gd name="connsiteY8" fmla="*/ 341981 h 519126"/>
                <a:gd name="connsiteX9" fmla="*/ 572431 w 597604"/>
                <a:gd name="connsiteY9" fmla="*/ 338213 h 519126"/>
                <a:gd name="connsiteX10" fmla="*/ 570984 w 597604"/>
                <a:gd name="connsiteY10" fmla="*/ 335623 h 519126"/>
                <a:gd name="connsiteX11" fmla="*/ 570950 w 597604"/>
                <a:gd name="connsiteY11" fmla="*/ 327818 h 519126"/>
                <a:gd name="connsiteX12" fmla="*/ 573306 w 597604"/>
                <a:gd name="connsiteY12" fmla="*/ 322032 h 519126"/>
                <a:gd name="connsiteX13" fmla="*/ 576772 w 597604"/>
                <a:gd name="connsiteY13" fmla="*/ 317121 h 519126"/>
                <a:gd name="connsiteX14" fmla="*/ 579969 w 597604"/>
                <a:gd name="connsiteY14" fmla="*/ 312781 h 519126"/>
                <a:gd name="connsiteX15" fmla="*/ 581820 w 597604"/>
                <a:gd name="connsiteY15" fmla="*/ 306995 h 519126"/>
                <a:gd name="connsiteX16" fmla="*/ 581820 w 597604"/>
                <a:gd name="connsiteY16" fmla="*/ 304102 h 519126"/>
                <a:gd name="connsiteX17" fmla="*/ 577041 w 597604"/>
                <a:gd name="connsiteY17" fmla="*/ 297442 h 519126"/>
                <a:gd name="connsiteX18" fmla="*/ 573272 w 597604"/>
                <a:gd name="connsiteY18" fmla="*/ 294549 h 519126"/>
                <a:gd name="connsiteX19" fmla="*/ 570916 w 597604"/>
                <a:gd name="connsiteY19" fmla="*/ 291925 h 519126"/>
                <a:gd name="connsiteX20" fmla="*/ 574719 w 597604"/>
                <a:gd name="connsiteY20" fmla="*/ 288157 h 519126"/>
                <a:gd name="connsiteX21" fmla="*/ 581787 w 597604"/>
                <a:gd name="connsiteY21" fmla="*/ 284692 h 519126"/>
                <a:gd name="connsiteX22" fmla="*/ 585724 w 597604"/>
                <a:gd name="connsiteY22" fmla="*/ 283549 h 519126"/>
                <a:gd name="connsiteX23" fmla="*/ 589191 w 597604"/>
                <a:gd name="connsiteY23" fmla="*/ 282102 h 519126"/>
                <a:gd name="connsiteX24" fmla="*/ 595854 w 597604"/>
                <a:gd name="connsiteY24" fmla="*/ 277460 h 519126"/>
                <a:gd name="connsiteX25" fmla="*/ 597604 w 597604"/>
                <a:gd name="connsiteY25" fmla="*/ 273389 h 519126"/>
                <a:gd name="connsiteX26" fmla="*/ 594407 w 597604"/>
                <a:gd name="connsiteY26" fmla="*/ 270934 h 519126"/>
                <a:gd name="connsiteX27" fmla="*/ 589763 w 597604"/>
                <a:gd name="connsiteY27" fmla="*/ 269622 h 519126"/>
                <a:gd name="connsiteX28" fmla="*/ 588316 w 597604"/>
                <a:gd name="connsiteY28" fmla="*/ 269622 h 519126"/>
                <a:gd name="connsiteX29" fmla="*/ 588316 w 597604"/>
                <a:gd name="connsiteY29" fmla="*/ 267301 h 519126"/>
                <a:gd name="connsiteX30" fmla="*/ 590066 w 597604"/>
                <a:gd name="connsiteY30" fmla="*/ 263836 h 519126"/>
                <a:gd name="connsiteX31" fmla="*/ 594138 w 597604"/>
                <a:gd name="connsiteY31" fmla="*/ 260943 h 519126"/>
                <a:gd name="connsiteX32" fmla="*/ 595282 w 597604"/>
                <a:gd name="connsiteY32" fmla="*/ 260943 h 519126"/>
                <a:gd name="connsiteX33" fmla="*/ 597604 w 597604"/>
                <a:gd name="connsiteY33" fmla="*/ 257478 h 519126"/>
                <a:gd name="connsiteX34" fmla="*/ 595854 w 597604"/>
                <a:gd name="connsiteY34" fmla="*/ 253138 h 519126"/>
                <a:gd name="connsiteX35" fmla="*/ 591513 w 597604"/>
                <a:gd name="connsiteY35" fmla="*/ 249371 h 519126"/>
                <a:gd name="connsiteX36" fmla="*/ 588046 w 597604"/>
                <a:gd name="connsiteY36" fmla="*/ 245031 h 519126"/>
                <a:gd name="connsiteX37" fmla="*/ 588619 w 597604"/>
                <a:gd name="connsiteY37" fmla="*/ 240254 h 519126"/>
                <a:gd name="connsiteX38" fmla="*/ 582224 w 597604"/>
                <a:gd name="connsiteY38" fmla="*/ 236621 h 519126"/>
                <a:gd name="connsiteX39" fmla="*/ 577883 w 597604"/>
                <a:gd name="connsiteY39" fmla="*/ 236621 h 519126"/>
                <a:gd name="connsiteX40" fmla="*/ 570882 w 597604"/>
                <a:gd name="connsiteY40" fmla="*/ 238371 h 519126"/>
                <a:gd name="connsiteX41" fmla="*/ 568325 w 597604"/>
                <a:gd name="connsiteY41" fmla="*/ 238942 h 519126"/>
                <a:gd name="connsiteX42" fmla="*/ 566003 w 597604"/>
                <a:gd name="connsiteY42" fmla="*/ 242138 h 519126"/>
                <a:gd name="connsiteX43" fmla="*/ 563681 w 597604"/>
                <a:gd name="connsiteY43" fmla="*/ 244459 h 519126"/>
                <a:gd name="connsiteX44" fmla="*/ 559777 w 597604"/>
                <a:gd name="connsiteY44" fmla="*/ 245031 h 519126"/>
                <a:gd name="connsiteX45" fmla="*/ 557892 w 597604"/>
                <a:gd name="connsiteY45" fmla="*/ 242710 h 519126"/>
                <a:gd name="connsiteX46" fmla="*/ 557892 w 597604"/>
                <a:gd name="connsiteY46" fmla="*/ 240961 h 519126"/>
                <a:gd name="connsiteX47" fmla="*/ 554998 w 597604"/>
                <a:gd name="connsiteY47" fmla="*/ 241264 h 519126"/>
                <a:gd name="connsiteX48" fmla="*/ 552103 w 597604"/>
                <a:gd name="connsiteY48" fmla="*/ 242138 h 519126"/>
                <a:gd name="connsiteX49" fmla="*/ 547459 w 597604"/>
                <a:gd name="connsiteY49" fmla="*/ 245334 h 519126"/>
                <a:gd name="connsiteX50" fmla="*/ 540796 w 597604"/>
                <a:gd name="connsiteY50" fmla="*/ 247083 h 519126"/>
                <a:gd name="connsiteX51" fmla="*/ 539045 w 597604"/>
                <a:gd name="connsiteY51" fmla="*/ 247655 h 519126"/>
                <a:gd name="connsiteX52" fmla="*/ 532685 w 597604"/>
                <a:gd name="connsiteY52" fmla="*/ 248799 h 519126"/>
                <a:gd name="connsiteX53" fmla="*/ 524843 w 597604"/>
                <a:gd name="connsiteY53" fmla="*/ 250245 h 519126"/>
                <a:gd name="connsiteX54" fmla="*/ 524843 w 597604"/>
                <a:gd name="connsiteY54" fmla="*/ 246175 h 519126"/>
                <a:gd name="connsiteX55" fmla="*/ 527435 w 597604"/>
                <a:gd name="connsiteY55" fmla="*/ 243282 h 519126"/>
                <a:gd name="connsiteX56" fmla="*/ 530632 w 597604"/>
                <a:gd name="connsiteY56" fmla="*/ 240692 h 519126"/>
                <a:gd name="connsiteX57" fmla="*/ 534704 w 597604"/>
                <a:gd name="connsiteY57" fmla="*/ 236621 h 519126"/>
                <a:gd name="connsiteX58" fmla="*/ 540796 w 597604"/>
                <a:gd name="connsiteY58" fmla="*/ 231104 h 519126"/>
                <a:gd name="connsiteX59" fmla="*/ 541940 w 597604"/>
                <a:gd name="connsiteY59" fmla="*/ 228783 h 519126"/>
                <a:gd name="connsiteX60" fmla="*/ 543690 w 597604"/>
                <a:gd name="connsiteY60" fmla="*/ 226193 h 519126"/>
                <a:gd name="connsiteX61" fmla="*/ 545440 w 597604"/>
                <a:gd name="connsiteY61" fmla="*/ 224746 h 519126"/>
                <a:gd name="connsiteX62" fmla="*/ 550353 w 597604"/>
                <a:gd name="connsiteY62" fmla="*/ 222997 h 519126"/>
                <a:gd name="connsiteX63" fmla="*/ 553248 w 597604"/>
                <a:gd name="connsiteY63" fmla="*/ 221820 h 519126"/>
                <a:gd name="connsiteX64" fmla="*/ 554695 w 597604"/>
                <a:gd name="connsiteY64" fmla="*/ 220373 h 519126"/>
                <a:gd name="connsiteX65" fmla="*/ 554964 w 597604"/>
                <a:gd name="connsiteY65" fmla="*/ 216303 h 519126"/>
                <a:gd name="connsiteX66" fmla="*/ 556411 w 597604"/>
                <a:gd name="connsiteY66" fmla="*/ 211963 h 519126"/>
                <a:gd name="connsiteX67" fmla="*/ 559036 w 597604"/>
                <a:gd name="connsiteY67" fmla="*/ 208499 h 519126"/>
                <a:gd name="connsiteX68" fmla="*/ 561224 w 597604"/>
                <a:gd name="connsiteY68" fmla="*/ 207052 h 519126"/>
                <a:gd name="connsiteX69" fmla="*/ 565733 w 597604"/>
                <a:gd name="connsiteY69" fmla="*/ 207052 h 519126"/>
                <a:gd name="connsiteX70" fmla="*/ 568931 w 597604"/>
                <a:gd name="connsiteY70" fmla="*/ 207052 h 519126"/>
                <a:gd name="connsiteX71" fmla="*/ 573844 w 597604"/>
                <a:gd name="connsiteY71" fmla="*/ 204428 h 519126"/>
                <a:gd name="connsiteX72" fmla="*/ 576469 w 597604"/>
                <a:gd name="connsiteY72" fmla="*/ 202982 h 519126"/>
                <a:gd name="connsiteX73" fmla="*/ 580508 w 597604"/>
                <a:gd name="connsiteY73" fmla="*/ 200661 h 519126"/>
                <a:gd name="connsiteX74" fmla="*/ 585724 w 597604"/>
                <a:gd name="connsiteY74" fmla="*/ 198339 h 519126"/>
                <a:gd name="connsiteX75" fmla="*/ 587441 w 597604"/>
                <a:gd name="connsiteY75" fmla="*/ 196018 h 519126"/>
                <a:gd name="connsiteX76" fmla="*/ 588619 w 597604"/>
                <a:gd name="connsiteY76" fmla="*/ 192822 h 519126"/>
                <a:gd name="connsiteX77" fmla="*/ 588922 w 597604"/>
                <a:gd name="connsiteY77" fmla="*/ 187036 h 519126"/>
                <a:gd name="connsiteX78" fmla="*/ 589224 w 597604"/>
                <a:gd name="connsiteY78" fmla="*/ 181250 h 519126"/>
                <a:gd name="connsiteX79" fmla="*/ 586902 w 597604"/>
                <a:gd name="connsiteY79" fmla="*/ 178055 h 519126"/>
                <a:gd name="connsiteX80" fmla="*/ 582561 w 597604"/>
                <a:gd name="connsiteY80" fmla="*/ 172538 h 519126"/>
                <a:gd name="connsiteX81" fmla="*/ 579969 w 597604"/>
                <a:gd name="connsiteY81" fmla="*/ 170519 h 519126"/>
                <a:gd name="connsiteX82" fmla="*/ 577344 w 597604"/>
                <a:gd name="connsiteY82" fmla="*/ 166180 h 519126"/>
                <a:gd name="connsiteX83" fmla="*/ 575594 w 597604"/>
                <a:gd name="connsiteY83" fmla="*/ 160966 h 519126"/>
                <a:gd name="connsiteX84" fmla="*/ 575897 w 597604"/>
                <a:gd name="connsiteY84" fmla="*/ 154877 h 519126"/>
                <a:gd name="connsiteX85" fmla="*/ 576166 w 597604"/>
                <a:gd name="connsiteY85" fmla="*/ 149966 h 519126"/>
                <a:gd name="connsiteX86" fmla="*/ 573844 w 597604"/>
                <a:gd name="connsiteY86" fmla="*/ 146501 h 519126"/>
                <a:gd name="connsiteX87" fmla="*/ 575291 w 597604"/>
                <a:gd name="connsiteY87" fmla="*/ 142733 h 519126"/>
                <a:gd name="connsiteX88" fmla="*/ 575864 w 597604"/>
                <a:gd name="connsiteY88" fmla="*/ 141589 h 519126"/>
                <a:gd name="connsiteX89" fmla="*/ 577613 w 597604"/>
                <a:gd name="connsiteY89" fmla="*/ 137822 h 519126"/>
                <a:gd name="connsiteX90" fmla="*/ 575594 w 597604"/>
                <a:gd name="connsiteY90" fmla="*/ 131464 h 519126"/>
                <a:gd name="connsiteX91" fmla="*/ 574450 w 597604"/>
                <a:gd name="connsiteY91" fmla="*/ 128268 h 519126"/>
                <a:gd name="connsiteX92" fmla="*/ 577344 w 597604"/>
                <a:gd name="connsiteY92" fmla="*/ 123626 h 519126"/>
                <a:gd name="connsiteX93" fmla="*/ 579094 w 597604"/>
                <a:gd name="connsiteY93" fmla="*/ 119286 h 519126"/>
                <a:gd name="connsiteX94" fmla="*/ 577950 w 597604"/>
                <a:gd name="connsiteY94" fmla="*/ 114947 h 519126"/>
                <a:gd name="connsiteX95" fmla="*/ 577378 w 597604"/>
                <a:gd name="connsiteY95" fmla="*/ 113769 h 519126"/>
                <a:gd name="connsiteX96" fmla="*/ 572734 w 597604"/>
                <a:gd name="connsiteY96" fmla="*/ 110002 h 519126"/>
                <a:gd name="connsiteX97" fmla="*/ 571589 w 597604"/>
                <a:gd name="connsiteY97" fmla="*/ 105359 h 519126"/>
                <a:gd name="connsiteX98" fmla="*/ 570714 w 597604"/>
                <a:gd name="connsiteY98" fmla="*/ 98699 h 519126"/>
                <a:gd name="connsiteX99" fmla="*/ 572161 w 597604"/>
                <a:gd name="connsiteY99" fmla="*/ 93485 h 519126"/>
                <a:gd name="connsiteX100" fmla="*/ 571354 w 597604"/>
                <a:gd name="connsiteY100" fmla="*/ 87833 h 519126"/>
                <a:gd name="connsiteX101" fmla="*/ 571354 w 597604"/>
                <a:gd name="connsiteY101" fmla="*/ 87833 h 519126"/>
                <a:gd name="connsiteX102" fmla="*/ 568594 w 597604"/>
                <a:gd name="connsiteY102" fmla="*/ 87530 h 519126"/>
                <a:gd name="connsiteX103" fmla="*/ 567517 w 597604"/>
                <a:gd name="connsiteY103" fmla="*/ 88842 h 519126"/>
                <a:gd name="connsiteX104" fmla="*/ 564690 w 597604"/>
                <a:gd name="connsiteY104" fmla="*/ 88842 h 519126"/>
                <a:gd name="connsiteX105" fmla="*/ 562738 w 597604"/>
                <a:gd name="connsiteY105" fmla="*/ 90154 h 519126"/>
                <a:gd name="connsiteX106" fmla="*/ 560887 w 597604"/>
                <a:gd name="connsiteY106" fmla="*/ 92980 h 519126"/>
                <a:gd name="connsiteX107" fmla="*/ 559474 w 597604"/>
                <a:gd name="connsiteY107" fmla="*/ 94931 h 519126"/>
                <a:gd name="connsiteX108" fmla="*/ 558969 w 597604"/>
                <a:gd name="connsiteY108" fmla="*/ 97656 h 519126"/>
                <a:gd name="connsiteX109" fmla="*/ 558935 w 597604"/>
                <a:gd name="connsiteY109" fmla="*/ 100044 h 519126"/>
                <a:gd name="connsiteX110" fmla="*/ 558935 w 597604"/>
                <a:gd name="connsiteY110" fmla="*/ 101794 h 519126"/>
                <a:gd name="connsiteX111" fmla="*/ 558935 w 597604"/>
                <a:gd name="connsiteY111" fmla="*/ 103543 h 519126"/>
                <a:gd name="connsiteX112" fmla="*/ 558060 w 597604"/>
                <a:gd name="connsiteY112" fmla="*/ 106369 h 519126"/>
                <a:gd name="connsiteX113" fmla="*/ 557286 w 597604"/>
                <a:gd name="connsiteY113" fmla="*/ 107681 h 519126"/>
                <a:gd name="connsiteX114" fmla="*/ 556209 w 597604"/>
                <a:gd name="connsiteY114" fmla="*/ 109430 h 519126"/>
                <a:gd name="connsiteX115" fmla="*/ 555031 w 597604"/>
                <a:gd name="connsiteY115" fmla="*/ 111919 h 519126"/>
                <a:gd name="connsiteX116" fmla="*/ 554998 w 597604"/>
                <a:gd name="connsiteY116" fmla="*/ 113870 h 519126"/>
                <a:gd name="connsiteX117" fmla="*/ 554998 w 597604"/>
                <a:gd name="connsiteY117" fmla="*/ 116898 h 519126"/>
                <a:gd name="connsiteX118" fmla="*/ 553921 w 597604"/>
                <a:gd name="connsiteY118" fmla="*/ 118748 h 519126"/>
                <a:gd name="connsiteX119" fmla="*/ 552406 w 597604"/>
                <a:gd name="connsiteY119" fmla="*/ 119084 h 519126"/>
                <a:gd name="connsiteX120" fmla="*/ 550454 w 597604"/>
                <a:gd name="connsiteY120" fmla="*/ 118983 h 519126"/>
                <a:gd name="connsiteX121" fmla="*/ 548166 w 597604"/>
                <a:gd name="connsiteY121" fmla="*/ 117772 h 519126"/>
                <a:gd name="connsiteX122" fmla="*/ 546651 w 597604"/>
                <a:gd name="connsiteY122" fmla="*/ 117436 h 519126"/>
                <a:gd name="connsiteX123" fmla="*/ 544901 w 597604"/>
                <a:gd name="connsiteY123" fmla="*/ 120161 h 519126"/>
                <a:gd name="connsiteX124" fmla="*/ 540762 w 597604"/>
                <a:gd name="connsiteY124" fmla="*/ 120161 h 519126"/>
                <a:gd name="connsiteX125" fmla="*/ 538036 w 597604"/>
                <a:gd name="connsiteY125" fmla="*/ 119724 h 519126"/>
                <a:gd name="connsiteX126" fmla="*/ 533930 w 597604"/>
                <a:gd name="connsiteY126" fmla="*/ 116696 h 519126"/>
                <a:gd name="connsiteX127" fmla="*/ 530766 w 597604"/>
                <a:gd name="connsiteY127" fmla="*/ 112895 h 519126"/>
                <a:gd name="connsiteX128" fmla="*/ 528141 w 597604"/>
                <a:gd name="connsiteY128" fmla="*/ 111482 h 519126"/>
                <a:gd name="connsiteX129" fmla="*/ 527064 w 597604"/>
                <a:gd name="connsiteY129" fmla="*/ 112121 h 519126"/>
                <a:gd name="connsiteX130" fmla="*/ 525987 w 597604"/>
                <a:gd name="connsiteY130" fmla="*/ 114308 h 519126"/>
                <a:gd name="connsiteX131" fmla="*/ 522958 w 597604"/>
                <a:gd name="connsiteY131" fmla="*/ 116360 h 519126"/>
                <a:gd name="connsiteX132" fmla="*/ 521242 w 597604"/>
                <a:gd name="connsiteY132" fmla="*/ 115821 h 519126"/>
                <a:gd name="connsiteX133" fmla="*/ 519694 w 597604"/>
                <a:gd name="connsiteY133" fmla="*/ 114072 h 519126"/>
                <a:gd name="connsiteX134" fmla="*/ 519694 w 597604"/>
                <a:gd name="connsiteY134" fmla="*/ 110170 h 519126"/>
                <a:gd name="connsiteX135" fmla="*/ 520805 w 597604"/>
                <a:gd name="connsiteY135" fmla="*/ 106907 h 519126"/>
                <a:gd name="connsiteX136" fmla="*/ 521208 w 597604"/>
                <a:gd name="connsiteY136" fmla="*/ 103307 h 519126"/>
                <a:gd name="connsiteX137" fmla="*/ 521107 w 597604"/>
                <a:gd name="connsiteY137" fmla="*/ 100482 h 519126"/>
                <a:gd name="connsiteX138" fmla="*/ 521107 w 597604"/>
                <a:gd name="connsiteY138" fmla="*/ 95267 h 519126"/>
                <a:gd name="connsiteX139" fmla="*/ 521107 w 597604"/>
                <a:gd name="connsiteY139" fmla="*/ 93216 h 519126"/>
                <a:gd name="connsiteX140" fmla="*/ 520434 w 597604"/>
                <a:gd name="connsiteY140" fmla="*/ 91164 h 519126"/>
                <a:gd name="connsiteX141" fmla="*/ 519122 w 597604"/>
                <a:gd name="connsiteY141" fmla="*/ 88977 h 519126"/>
                <a:gd name="connsiteX142" fmla="*/ 516497 w 597604"/>
                <a:gd name="connsiteY142" fmla="*/ 86689 h 519126"/>
                <a:gd name="connsiteX143" fmla="*/ 514208 w 597604"/>
                <a:gd name="connsiteY143" fmla="*/ 87329 h 519126"/>
                <a:gd name="connsiteX144" fmla="*/ 512357 w 597604"/>
                <a:gd name="connsiteY144" fmla="*/ 88102 h 519126"/>
                <a:gd name="connsiteX145" fmla="*/ 510304 w 597604"/>
                <a:gd name="connsiteY145" fmla="*/ 88977 h 519126"/>
                <a:gd name="connsiteX146" fmla="*/ 509968 w 597604"/>
                <a:gd name="connsiteY146" fmla="*/ 89616 h 519126"/>
                <a:gd name="connsiteX147" fmla="*/ 510069 w 597604"/>
                <a:gd name="connsiteY147" fmla="*/ 92005 h 519126"/>
                <a:gd name="connsiteX148" fmla="*/ 510977 w 597604"/>
                <a:gd name="connsiteY148" fmla="*/ 93855 h 519126"/>
                <a:gd name="connsiteX149" fmla="*/ 510944 w 597604"/>
                <a:gd name="connsiteY149" fmla="*/ 95066 h 519126"/>
                <a:gd name="connsiteX150" fmla="*/ 510944 w 597604"/>
                <a:gd name="connsiteY150" fmla="*/ 98430 h 519126"/>
                <a:gd name="connsiteX151" fmla="*/ 510944 w 597604"/>
                <a:gd name="connsiteY151" fmla="*/ 100482 h 519126"/>
                <a:gd name="connsiteX152" fmla="*/ 509631 w 597604"/>
                <a:gd name="connsiteY152" fmla="*/ 101895 h 519126"/>
                <a:gd name="connsiteX153" fmla="*/ 504415 w 597604"/>
                <a:gd name="connsiteY153" fmla="*/ 101356 h 519126"/>
                <a:gd name="connsiteX154" fmla="*/ 502025 w 597604"/>
                <a:gd name="connsiteY154" fmla="*/ 98295 h 519126"/>
                <a:gd name="connsiteX155" fmla="*/ 502362 w 597604"/>
                <a:gd name="connsiteY155" fmla="*/ 92846 h 519126"/>
                <a:gd name="connsiteX156" fmla="*/ 502025 w 597604"/>
                <a:gd name="connsiteY156" fmla="*/ 89482 h 519126"/>
                <a:gd name="connsiteX157" fmla="*/ 502799 w 597604"/>
                <a:gd name="connsiteY157" fmla="*/ 85781 h 519126"/>
                <a:gd name="connsiteX158" fmla="*/ 503641 w 597604"/>
                <a:gd name="connsiteY158" fmla="*/ 81374 h 519126"/>
                <a:gd name="connsiteX159" fmla="*/ 504583 w 597604"/>
                <a:gd name="connsiteY159" fmla="*/ 79928 h 519126"/>
                <a:gd name="connsiteX160" fmla="*/ 505895 w 597604"/>
                <a:gd name="connsiteY160" fmla="*/ 78044 h 519126"/>
                <a:gd name="connsiteX161" fmla="*/ 507780 w 597604"/>
                <a:gd name="connsiteY161" fmla="*/ 76968 h 519126"/>
                <a:gd name="connsiteX162" fmla="*/ 509530 w 597604"/>
                <a:gd name="connsiteY162" fmla="*/ 74781 h 519126"/>
                <a:gd name="connsiteX163" fmla="*/ 510271 w 597604"/>
                <a:gd name="connsiteY163" fmla="*/ 73469 h 519126"/>
                <a:gd name="connsiteX164" fmla="*/ 510977 w 597604"/>
                <a:gd name="connsiteY164" fmla="*/ 68827 h 519126"/>
                <a:gd name="connsiteX165" fmla="*/ 510977 w 597604"/>
                <a:gd name="connsiteY165" fmla="*/ 65496 h 519126"/>
                <a:gd name="connsiteX166" fmla="*/ 510775 w 597604"/>
                <a:gd name="connsiteY166" fmla="*/ 63175 h 519126"/>
                <a:gd name="connsiteX167" fmla="*/ 507511 w 597604"/>
                <a:gd name="connsiteY167" fmla="*/ 60417 h 519126"/>
                <a:gd name="connsiteX168" fmla="*/ 504549 w 597604"/>
                <a:gd name="connsiteY168" fmla="*/ 59408 h 519126"/>
                <a:gd name="connsiteX169" fmla="*/ 501924 w 597604"/>
                <a:gd name="connsiteY169" fmla="*/ 59038 h 519126"/>
                <a:gd name="connsiteX170" fmla="*/ 500107 w 597604"/>
                <a:gd name="connsiteY170" fmla="*/ 61056 h 519126"/>
                <a:gd name="connsiteX171" fmla="*/ 498929 w 597604"/>
                <a:gd name="connsiteY171" fmla="*/ 63579 h 519126"/>
                <a:gd name="connsiteX172" fmla="*/ 498559 w 597604"/>
                <a:gd name="connsiteY172" fmla="*/ 65530 h 519126"/>
                <a:gd name="connsiteX173" fmla="*/ 498559 w 597604"/>
                <a:gd name="connsiteY173" fmla="*/ 67212 h 519126"/>
                <a:gd name="connsiteX174" fmla="*/ 497549 w 597604"/>
                <a:gd name="connsiteY174" fmla="*/ 69903 h 519126"/>
                <a:gd name="connsiteX175" fmla="*/ 496742 w 597604"/>
                <a:gd name="connsiteY175" fmla="*/ 71652 h 519126"/>
                <a:gd name="connsiteX176" fmla="*/ 495362 w 597604"/>
                <a:gd name="connsiteY176" fmla="*/ 73974 h 519126"/>
                <a:gd name="connsiteX177" fmla="*/ 491727 w 597604"/>
                <a:gd name="connsiteY177" fmla="*/ 73604 h 519126"/>
                <a:gd name="connsiteX178" fmla="*/ 487655 w 597604"/>
                <a:gd name="connsiteY178" fmla="*/ 70778 h 519126"/>
                <a:gd name="connsiteX179" fmla="*/ 483583 w 597604"/>
                <a:gd name="connsiteY179" fmla="*/ 66775 h 519126"/>
                <a:gd name="connsiteX180" fmla="*/ 479881 w 597604"/>
                <a:gd name="connsiteY180" fmla="*/ 63142 h 519126"/>
                <a:gd name="connsiteX181" fmla="*/ 478736 w 597604"/>
                <a:gd name="connsiteY181" fmla="*/ 59811 h 519126"/>
                <a:gd name="connsiteX182" fmla="*/ 479376 w 597604"/>
                <a:gd name="connsiteY182" fmla="*/ 57356 h 519126"/>
                <a:gd name="connsiteX183" fmla="*/ 481563 w 597604"/>
                <a:gd name="connsiteY183" fmla="*/ 55270 h 519126"/>
                <a:gd name="connsiteX184" fmla="*/ 483583 w 597604"/>
                <a:gd name="connsiteY184" fmla="*/ 53016 h 519126"/>
                <a:gd name="connsiteX185" fmla="*/ 482640 w 597604"/>
                <a:gd name="connsiteY185" fmla="*/ 49753 h 519126"/>
                <a:gd name="connsiteX186" fmla="*/ 481261 w 597604"/>
                <a:gd name="connsiteY186" fmla="*/ 47869 h 519126"/>
                <a:gd name="connsiteX187" fmla="*/ 478635 w 597604"/>
                <a:gd name="connsiteY187" fmla="*/ 43025 h 519126"/>
                <a:gd name="connsiteX188" fmla="*/ 477256 w 597604"/>
                <a:gd name="connsiteY188" fmla="*/ 38820 h 519126"/>
                <a:gd name="connsiteX189" fmla="*/ 478332 w 597604"/>
                <a:gd name="connsiteY189" fmla="*/ 37643 h 519126"/>
                <a:gd name="connsiteX190" fmla="*/ 479578 w 597604"/>
                <a:gd name="connsiteY190" fmla="*/ 35759 h 519126"/>
                <a:gd name="connsiteX191" fmla="*/ 479578 w 597604"/>
                <a:gd name="connsiteY191" fmla="*/ 33303 h 519126"/>
                <a:gd name="connsiteX192" fmla="*/ 479409 w 597604"/>
                <a:gd name="connsiteY192" fmla="*/ 30175 h 519126"/>
                <a:gd name="connsiteX193" fmla="*/ 477626 w 597604"/>
                <a:gd name="connsiteY193" fmla="*/ 25533 h 519126"/>
                <a:gd name="connsiteX194" fmla="*/ 477626 w 597604"/>
                <a:gd name="connsiteY194" fmla="*/ 23279 h 519126"/>
                <a:gd name="connsiteX195" fmla="*/ 477188 w 597604"/>
                <a:gd name="connsiteY195" fmla="*/ 20453 h 519126"/>
                <a:gd name="connsiteX196" fmla="*/ 475741 w 597604"/>
                <a:gd name="connsiteY196" fmla="*/ 18132 h 519126"/>
                <a:gd name="connsiteX197" fmla="*/ 473991 w 597604"/>
                <a:gd name="connsiteY197" fmla="*/ 16820 h 519126"/>
                <a:gd name="connsiteX198" fmla="*/ 472039 w 597604"/>
                <a:gd name="connsiteY198" fmla="*/ 16753 h 519126"/>
                <a:gd name="connsiteX199" fmla="*/ 469784 w 597604"/>
                <a:gd name="connsiteY199" fmla="*/ 18132 h 519126"/>
                <a:gd name="connsiteX200" fmla="*/ 467529 w 597604"/>
                <a:gd name="connsiteY200" fmla="*/ 19444 h 519126"/>
                <a:gd name="connsiteX201" fmla="*/ 464198 w 597604"/>
                <a:gd name="connsiteY201" fmla="*/ 19242 h 519126"/>
                <a:gd name="connsiteX202" fmla="*/ 461741 w 597604"/>
                <a:gd name="connsiteY202" fmla="*/ 18872 h 519126"/>
                <a:gd name="connsiteX203" fmla="*/ 458409 w 597604"/>
                <a:gd name="connsiteY203" fmla="*/ 17627 h 519126"/>
                <a:gd name="connsiteX204" fmla="*/ 455649 w 597604"/>
                <a:gd name="connsiteY204" fmla="*/ 16618 h 519126"/>
                <a:gd name="connsiteX205" fmla="*/ 452553 w 597604"/>
                <a:gd name="connsiteY205" fmla="*/ 16753 h 519126"/>
                <a:gd name="connsiteX206" fmla="*/ 450096 w 597604"/>
                <a:gd name="connsiteY206" fmla="*/ 18334 h 519126"/>
                <a:gd name="connsiteX207" fmla="*/ 448144 w 597604"/>
                <a:gd name="connsiteY207" fmla="*/ 20352 h 519126"/>
                <a:gd name="connsiteX208" fmla="*/ 445822 w 597604"/>
                <a:gd name="connsiteY208" fmla="*/ 21597 h 519126"/>
                <a:gd name="connsiteX209" fmla="*/ 440740 w 597604"/>
                <a:gd name="connsiteY209" fmla="*/ 21967 h 519126"/>
                <a:gd name="connsiteX210" fmla="*/ 438822 w 597604"/>
                <a:gd name="connsiteY210" fmla="*/ 24019 h 519126"/>
                <a:gd name="connsiteX211" fmla="*/ 437038 w 597604"/>
                <a:gd name="connsiteY211" fmla="*/ 24826 h 519126"/>
                <a:gd name="connsiteX212" fmla="*/ 435995 w 597604"/>
                <a:gd name="connsiteY212" fmla="*/ 26609 h 519126"/>
                <a:gd name="connsiteX213" fmla="*/ 433505 w 597604"/>
                <a:gd name="connsiteY213" fmla="*/ 28392 h 519126"/>
                <a:gd name="connsiteX214" fmla="*/ 432192 w 597604"/>
                <a:gd name="connsiteY214" fmla="*/ 28493 h 519126"/>
                <a:gd name="connsiteX215" fmla="*/ 429365 w 597604"/>
                <a:gd name="connsiteY215" fmla="*/ 27786 h 519126"/>
                <a:gd name="connsiteX216" fmla="*/ 428221 w 597604"/>
                <a:gd name="connsiteY216" fmla="*/ 27618 h 519126"/>
                <a:gd name="connsiteX217" fmla="*/ 426706 w 597604"/>
                <a:gd name="connsiteY217" fmla="*/ 25869 h 519126"/>
                <a:gd name="connsiteX218" fmla="*/ 426000 w 597604"/>
                <a:gd name="connsiteY218" fmla="*/ 24288 h 519126"/>
                <a:gd name="connsiteX219" fmla="*/ 425360 w 597604"/>
                <a:gd name="connsiteY219" fmla="*/ 22370 h 519126"/>
                <a:gd name="connsiteX220" fmla="*/ 425024 w 597604"/>
                <a:gd name="connsiteY220" fmla="*/ 20789 h 519126"/>
                <a:gd name="connsiteX221" fmla="*/ 425663 w 597604"/>
                <a:gd name="connsiteY221" fmla="*/ 18233 h 519126"/>
                <a:gd name="connsiteX222" fmla="*/ 425663 w 597604"/>
                <a:gd name="connsiteY222" fmla="*/ 17459 h 519126"/>
                <a:gd name="connsiteX223" fmla="*/ 425899 w 597604"/>
                <a:gd name="connsiteY223" fmla="*/ 15777 h 519126"/>
                <a:gd name="connsiteX224" fmla="*/ 426235 w 597604"/>
                <a:gd name="connsiteY224" fmla="*/ 13927 h 519126"/>
                <a:gd name="connsiteX225" fmla="*/ 425663 w 597604"/>
                <a:gd name="connsiteY225" fmla="*/ 11269 h 519126"/>
                <a:gd name="connsiteX226" fmla="*/ 425663 w 597604"/>
                <a:gd name="connsiteY226" fmla="*/ 8982 h 519126"/>
                <a:gd name="connsiteX227" fmla="*/ 424990 w 597604"/>
                <a:gd name="connsiteY227" fmla="*/ 6963 h 519126"/>
                <a:gd name="connsiteX228" fmla="*/ 424317 w 597604"/>
                <a:gd name="connsiteY228" fmla="*/ 4844 h 519126"/>
                <a:gd name="connsiteX229" fmla="*/ 422971 w 597604"/>
                <a:gd name="connsiteY229" fmla="*/ 3768 h 519126"/>
                <a:gd name="connsiteX230" fmla="*/ 420918 w 597604"/>
                <a:gd name="connsiteY230" fmla="*/ 3061 h 519126"/>
                <a:gd name="connsiteX231" fmla="*/ 418360 w 597604"/>
                <a:gd name="connsiteY231" fmla="*/ 3162 h 519126"/>
                <a:gd name="connsiteX232" fmla="*/ 417048 w 597604"/>
                <a:gd name="connsiteY232" fmla="*/ 3667 h 519126"/>
                <a:gd name="connsiteX233" fmla="*/ 415264 w 597604"/>
                <a:gd name="connsiteY233" fmla="*/ 5147 h 519126"/>
                <a:gd name="connsiteX234" fmla="*/ 413110 w 597604"/>
                <a:gd name="connsiteY234" fmla="*/ 6795 h 519126"/>
                <a:gd name="connsiteX235" fmla="*/ 407456 w 597604"/>
                <a:gd name="connsiteY235" fmla="*/ 5214 h 519126"/>
                <a:gd name="connsiteX236" fmla="*/ 405134 w 597604"/>
                <a:gd name="connsiteY236" fmla="*/ 3768 h 519126"/>
                <a:gd name="connsiteX237" fmla="*/ 403821 w 597604"/>
                <a:gd name="connsiteY237" fmla="*/ 2758 h 519126"/>
                <a:gd name="connsiteX238" fmla="*/ 400927 w 597604"/>
                <a:gd name="connsiteY238" fmla="*/ 875 h 519126"/>
                <a:gd name="connsiteX239" fmla="*/ 398739 w 597604"/>
                <a:gd name="connsiteY239" fmla="*/ 0 h 519126"/>
                <a:gd name="connsiteX240" fmla="*/ 396821 w 597604"/>
                <a:gd name="connsiteY240" fmla="*/ 0 h 519126"/>
                <a:gd name="connsiteX241" fmla="*/ 394364 w 597604"/>
                <a:gd name="connsiteY241" fmla="*/ 1884 h 519126"/>
                <a:gd name="connsiteX242" fmla="*/ 392782 w 597604"/>
                <a:gd name="connsiteY242" fmla="*/ 4642 h 519126"/>
                <a:gd name="connsiteX243" fmla="*/ 389148 w 597604"/>
                <a:gd name="connsiteY243" fmla="*/ 7670 h 519126"/>
                <a:gd name="connsiteX244" fmla="*/ 386691 w 597604"/>
                <a:gd name="connsiteY244" fmla="*/ 8679 h 519126"/>
                <a:gd name="connsiteX245" fmla="*/ 386119 w 597604"/>
                <a:gd name="connsiteY245" fmla="*/ 11303 h 519126"/>
                <a:gd name="connsiteX246" fmla="*/ 385244 w 597604"/>
                <a:gd name="connsiteY246" fmla="*/ 16080 h 519126"/>
                <a:gd name="connsiteX247" fmla="*/ 385816 w 597604"/>
                <a:gd name="connsiteY247" fmla="*/ 19982 h 519126"/>
                <a:gd name="connsiteX248" fmla="*/ 385816 w 597604"/>
                <a:gd name="connsiteY248" fmla="*/ 21866 h 519126"/>
                <a:gd name="connsiteX249" fmla="*/ 387196 w 597604"/>
                <a:gd name="connsiteY249" fmla="*/ 24456 h 519126"/>
                <a:gd name="connsiteX250" fmla="*/ 391033 w 597604"/>
                <a:gd name="connsiteY250" fmla="*/ 25331 h 519126"/>
                <a:gd name="connsiteX251" fmla="*/ 392782 w 597604"/>
                <a:gd name="connsiteY251" fmla="*/ 28661 h 519126"/>
                <a:gd name="connsiteX252" fmla="*/ 392782 w 597604"/>
                <a:gd name="connsiteY252" fmla="*/ 32126 h 519126"/>
                <a:gd name="connsiteX253" fmla="*/ 392782 w 597604"/>
                <a:gd name="connsiteY253" fmla="*/ 34312 h 519126"/>
                <a:gd name="connsiteX254" fmla="*/ 391706 w 597604"/>
                <a:gd name="connsiteY254" fmla="*/ 36499 h 519126"/>
                <a:gd name="connsiteX255" fmla="*/ 389585 w 597604"/>
                <a:gd name="connsiteY255" fmla="*/ 38517 h 519126"/>
                <a:gd name="connsiteX256" fmla="*/ 387129 w 597604"/>
                <a:gd name="connsiteY256" fmla="*/ 39829 h 519126"/>
                <a:gd name="connsiteX257" fmla="*/ 384672 w 597604"/>
                <a:gd name="connsiteY257" fmla="*/ 40704 h 519126"/>
                <a:gd name="connsiteX258" fmla="*/ 382215 w 597604"/>
                <a:gd name="connsiteY258" fmla="*/ 41713 h 519126"/>
                <a:gd name="connsiteX259" fmla="*/ 380465 w 597604"/>
                <a:gd name="connsiteY259" fmla="*/ 43160 h 519126"/>
                <a:gd name="connsiteX260" fmla="*/ 379152 w 597604"/>
                <a:gd name="connsiteY260" fmla="*/ 44741 h 519126"/>
                <a:gd name="connsiteX261" fmla="*/ 377133 w 597604"/>
                <a:gd name="connsiteY261" fmla="*/ 47634 h 519126"/>
                <a:gd name="connsiteX262" fmla="*/ 375551 w 597604"/>
                <a:gd name="connsiteY262" fmla="*/ 49652 h 519126"/>
                <a:gd name="connsiteX263" fmla="*/ 373229 w 597604"/>
                <a:gd name="connsiteY263" fmla="*/ 49787 h 519126"/>
                <a:gd name="connsiteX264" fmla="*/ 371917 w 597604"/>
                <a:gd name="connsiteY264" fmla="*/ 49349 h 519126"/>
                <a:gd name="connsiteX265" fmla="*/ 370469 w 597604"/>
                <a:gd name="connsiteY265" fmla="*/ 45279 h 519126"/>
                <a:gd name="connsiteX266" fmla="*/ 370469 w 597604"/>
                <a:gd name="connsiteY266" fmla="*/ 41949 h 519126"/>
                <a:gd name="connsiteX267" fmla="*/ 367272 w 597604"/>
                <a:gd name="connsiteY267" fmla="*/ 37172 h 519126"/>
                <a:gd name="connsiteX268" fmla="*/ 362359 w 597604"/>
                <a:gd name="connsiteY268" fmla="*/ 36432 h 519126"/>
                <a:gd name="connsiteX269" fmla="*/ 357580 w 597604"/>
                <a:gd name="connsiteY269" fmla="*/ 36432 h 519126"/>
                <a:gd name="connsiteX270" fmla="*/ 353810 w 597604"/>
                <a:gd name="connsiteY270" fmla="*/ 37676 h 519126"/>
                <a:gd name="connsiteX271" fmla="*/ 349402 w 597604"/>
                <a:gd name="connsiteY271" fmla="*/ 39056 h 519126"/>
                <a:gd name="connsiteX272" fmla="*/ 348392 w 597604"/>
                <a:gd name="connsiteY272" fmla="*/ 39493 h 519126"/>
                <a:gd name="connsiteX273" fmla="*/ 347753 w 597604"/>
                <a:gd name="connsiteY273" fmla="*/ 41074 h 519126"/>
                <a:gd name="connsiteX274" fmla="*/ 347181 w 597604"/>
                <a:gd name="connsiteY274" fmla="*/ 43597 h 519126"/>
                <a:gd name="connsiteX275" fmla="*/ 346306 w 597604"/>
                <a:gd name="connsiteY275" fmla="*/ 46793 h 519126"/>
                <a:gd name="connsiteX276" fmla="*/ 344926 w 597604"/>
                <a:gd name="connsiteY276" fmla="*/ 48407 h 519126"/>
                <a:gd name="connsiteX277" fmla="*/ 343277 w 597604"/>
                <a:gd name="connsiteY277" fmla="*/ 47533 h 519126"/>
                <a:gd name="connsiteX278" fmla="*/ 339642 w 597604"/>
                <a:gd name="connsiteY278" fmla="*/ 45851 h 519126"/>
                <a:gd name="connsiteX279" fmla="*/ 337690 w 597604"/>
                <a:gd name="connsiteY279" fmla="*/ 45414 h 519126"/>
                <a:gd name="connsiteX280" fmla="*/ 335940 w 597604"/>
                <a:gd name="connsiteY280" fmla="*/ 45986 h 519126"/>
                <a:gd name="connsiteX281" fmla="*/ 333853 w 597604"/>
                <a:gd name="connsiteY281" fmla="*/ 47230 h 519126"/>
                <a:gd name="connsiteX282" fmla="*/ 330387 w 597604"/>
                <a:gd name="connsiteY282" fmla="*/ 49417 h 519126"/>
                <a:gd name="connsiteX283" fmla="*/ 327796 w 597604"/>
                <a:gd name="connsiteY283" fmla="*/ 53117 h 519126"/>
                <a:gd name="connsiteX284" fmla="*/ 329512 w 597604"/>
                <a:gd name="connsiteY284" fmla="*/ 55068 h 519126"/>
                <a:gd name="connsiteX285" fmla="*/ 333147 w 597604"/>
                <a:gd name="connsiteY285" fmla="*/ 58903 h 519126"/>
                <a:gd name="connsiteX286" fmla="*/ 333954 w 597604"/>
                <a:gd name="connsiteY286" fmla="*/ 61729 h 519126"/>
                <a:gd name="connsiteX287" fmla="*/ 333584 w 597604"/>
                <a:gd name="connsiteY287" fmla="*/ 65059 h 519126"/>
                <a:gd name="connsiteX288" fmla="*/ 332204 w 597604"/>
                <a:gd name="connsiteY288" fmla="*/ 66741 h 519126"/>
                <a:gd name="connsiteX289" fmla="*/ 330050 w 597604"/>
                <a:gd name="connsiteY289" fmla="*/ 69264 h 519126"/>
                <a:gd name="connsiteX290" fmla="*/ 326853 w 597604"/>
                <a:gd name="connsiteY290" fmla="*/ 69062 h 519126"/>
                <a:gd name="connsiteX291" fmla="*/ 324094 w 597604"/>
                <a:gd name="connsiteY291" fmla="*/ 67178 h 519126"/>
                <a:gd name="connsiteX292" fmla="*/ 322209 w 597604"/>
                <a:gd name="connsiteY292" fmla="*/ 66236 h 519126"/>
                <a:gd name="connsiteX293" fmla="*/ 320829 w 597604"/>
                <a:gd name="connsiteY293" fmla="*/ 65597 h 519126"/>
                <a:gd name="connsiteX294" fmla="*/ 319887 w 597604"/>
                <a:gd name="connsiteY294" fmla="*/ 66539 h 519126"/>
                <a:gd name="connsiteX295" fmla="*/ 320391 w 597604"/>
                <a:gd name="connsiteY295" fmla="*/ 68793 h 519126"/>
                <a:gd name="connsiteX296" fmla="*/ 320694 w 597604"/>
                <a:gd name="connsiteY296" fmla="*/ 70744 h 519126"/>
                <a:gd name="connsiteX297" fmla="*/ 321805 w 597604"/>
                <a:gd name="connsiteY297" fmla="*/ 72998 h 519126"/>
                <a:gd name="connsiteX298" fmla="*/ 321704 w 597604"/>
                <a:gd name="connsiteY298" fmla="*/ 75387 h 519126"/>
                <a:gd name="connsiteX299" fmla="*/ 321704 w 597604"/>
                <a:gd name="connsiteY299" fmla="*/ 77203 h 519126"/>
                <a:gd name="connsiteX300" fmla="*/ 321603 w 597604"/>
                <a:gd name="connsiteY300" fmla="*/ 79154 h 519126"/>
                <a:gd name="connsiteX301" fmla="*/ 321603 w 597604"/>
                <a:gd name="connsiteY301" fmla="*/ 80971 h 519126"/>
                <a:gd name="connsiteX302" fmla="*/ 320291 w 597604"/>
                <a:gd name="connsiteY302" fmla="*/ 83729 h 519126"/>
                <a:gd name="connsiteX303" fmla="*/ 318642 w 597604"/>
                <a:gd name="connsiteY303" fmla="*/ 85478 h 519126"/>
                <a:gd name="connsiteX304" fmla="*/ 316622 w 597604"/>
                <a:gd name="connsiteY304" fmla="*/ 84604 h 519126"/>
                <a:gd name="connsiteX305" fmla="*/ 316050 w 597604"/>
                <a:gd name="connsiteY305" fmla="*/ 83292 h 519126"/>
                <a:gd name="connsiteX306" fmla="*/ 314603 w 597604"/>
                <a:gd name="connsiteY306" fmla="*/ 79659 h 519126"/>
                <a:gd name="connsiteX307" fmla="*/ 314031 w 597604"/>
                <a:gd name="connsiteY307" fmla="*/ 79087 h 519126"/>
                <a:gd name="connsiteX308" fmla="*/ 310766 w 597604"/>
                <a:gd name="connsiteY308" fmla="*/ 78649 h 519126"/>
                <a:gd name="connsiteX309" fmla="*/ 307939 w 597604"/>
                <a:gd name="connsiteY309" fmla="*/ 78448 h 519126"/>
                <a:gd name="connsiteX310" fmla="*/ 306290 w 597604"/>
                <a:gd name="connsiteY310" fmla="*/ 76127 h 519126"/>
                <a:gd name="connsiteX311" fmla="*/ 306156 w 597604"/>
                <a:gd name="connsiteY311" fmla="*/ 74445 h 519126"/>
                <a:gd name="connsiteX312" fmla="*/ 306526 w 597604"/>
                <a:gd name="connsiteY312" fmla="*/ 73133 h 519126"/>
                <a:gd name="connsiteX313" fmla="*/ 306829 w 597604"/>
                <a:gd name="connsiteY313" fmla="*/ 71989 h 519126"/>
                <a:gd name="connsiteX314" fmla="*/ 307535 w 597604"/>
                <a:gd name="connsiteY314" fmla="*/ 70542 h 519126"/>
                <a:gd name="connsiteX315" fmla="*/ 307973 w 597604"/>
                <a:gd name="connsiteY315" fmla="*/ 69668 h 519126"/>
                <a:gd name="connsiteX316" fmla="*/ 309218 w 597604"/>
                <a:gd name="connsiteY316" fmla="*/ 67717 h 519126"/>
                <a:gd name="connsiteX317" fmla="*/ 310161 w 597604"/>
                <a:gd name="connsiteY317" fmla="*/ 66707 h 519126"/>
                <a:gd name="connsiteX318" fmla="*/ 311036 w 597604"/>
                <a:gd name="connsiteY318" fmla="*/ 65631 h 519126"/>
                <a:gd name="connsiteX319" fmla="*/ 311473 w 597604"/>
                <a:gd name="connsiteY319" fmla="*/ 64252 h 519126"/>
                <a:gd name="connsiteX320" fmla="*/ 311911 w 597604"/>
                <a:gd name="connsiteY320" fmla="*/ 63310 h 519126"/>
                <a:gd name="connsiteX321" fmla="*/ 312415 w 597604"/>
                <a:gd name="connsiteY321" fmla="*/ 62233 h 519126"/>
                <a:gd name="connsiteX322" fmla="*/ 312920 w 597604"/>
                <a:gd name="connsiteY322" fmla="*/ 59980 h 519126"/>
                <a:gd name="connsiteX323" fmla="*/ 312920 w 597604"/>
                <a:gd name="connsiteY323" fmla="*/ 58903 h 519126"/>
                <a:gd name="connsiteX324" fmla="*/ 312718 w 597604"/>
                <a:gd name="connsiteY324" fmla="*/ 56885 h 519126"/>
                <a:gd name="connsiteX325" fmla="*/ 313391 w 597604"/>
                <a:gd name="connsiteY325" fmla="*/ 54934 h 519126"/>
                <a:gd name="connsiteX326" fmla="*/ 311439 w 597604"/>
                <a:gd name="connsiteY326" fmla="*/ 54227 h 519126"/>
                <a:gd name="connsiteX327" fmla="*/ 310632 w 597604"/>
                <a:gd name="connsiteY327" fmla="*/ 54093 h 519126"/>
                <a:gd name="connsiteX328" fmla="*/ 308949 w 597604"/>
                <a:gd name="connsiteY328" fmla="*/ 53958 h 519126"/>
                <a:gd name="connsiteX329" fmla="*/ 305886 w 597604"/>
                <a:gd name="connsiteY329" fmla="*/ 51940 h 519126"/>
                <a:gd name="connsiteX330" fmla="*/ 304742 w 597604"/>
                <a:gd name="connsiteY330" fmla="*/ 49989 h 519126"/>
                <a:gd name="connsiteX331" fmla="*/ 302285 w 597604"/>
                <a:gd name="connsiteY331" fmla="*/ 49114 h 519126"/>
                <a:gd name="connsiteX332" fmla="*/ 301141 w 597604"/>
                <a:gd name="connsiteY332" fmla="*/ 47297 h 519126"/>
                <a:gd name="connsiteX333" fmla="*/ 300232 w 597604"/>
                <a:gd name="connsiteY333" fmla="*/ 46793 h 519126"/>
                <a:gd name="connsiteX334" fmla="*/ 298886 w 597604"/>
                <a:gd name="connsiteY334" fmla="*/ 43160 h 519126"/>
                <a:gd name="connsiteX335" fmla="*/ 297204 w 597604"/>
                <a:gd name="connsiteY335" fmla="*/ 41579 h 519126"/>
                <a:gd name="connsiteX336" fmla="*/ 295958 w 597604"/>
                <a:gd name="connsiteY336" fmla="*/ 40569 h 519126"/>
                <a:gd name="connsiteX337" fmla="*/ 294949 w 597604"/>
                <a:gd name="connsiteY337" fmla="*/ 39325 h 519126"/>
                <a:gd name="connsiteX338" fmla="*/ 292929 w 597604"/>
                <a:gd name="connsiteY338" fmla="*/ 38316 h 519126"/>
                <a:gd name="connsiteX339" fmla="*/ 291920 w 597604"/>
                <a:gd name="connsiteY339" fmla="*/ 38316 h 519126"/>
                <a:gd name="connsiteX340" fmla="*/ 290977 w 597604"/>
                <a:gd name="connsiteY340" fmla="*/ 39829 h 519126"/>
                <a:gd name="connsiteX341" fmla="*/ 290237 w 597604"/>
                <a:gd name="connsiteY341" fmla="*/ 40973 h 519126"/>
                <a:gd name="connsiteX342" fmla="*/ 289968 w 597604"/>
                <a:gd name="connsiteY342" fmla="*/ 43933 h 519126"/>
                <a:gd name="connsiteX343" fmla="*/ 289968 w 597604"/>
                <a:gd name="connsiteY343" fmla="*/ 46187 h 519126"/>
                <a:gd name="connsiteX344" fmla="*/ 291415 w 597604"/>
                <a:gd name="connsiteY344" fmla="*/ 48811 h 519126"/>
                <a:gd name="connsiteX345" fmla="*/ 292795 w 597604"/>
                <a:gd name="connsiteY345" fmla="*/ 50830 h 519126"/>
                <a:gd name="connsiteX346" fmla="*/ 295050 w 597604"/>
                <a:gd name="connsiteY346" fmla="*/ 52646 h 519126"/>
                <a:gd name="connsiteX347" fmla="*/ 296127 w 597604"/>
                <a:gd name="connsiteY347" fmla="*/ 53891 h 519126"/>
                <a:gd name="connsiteX348" fmla="*/ 298449 w 597604"/>
                <a:gd name="connsiteY348" fmla="*/ 55909 h 519126"/>
                <a:gd name="connsiteX349" fmla="*/ 299896 w 597604"/>
                <a:gd name="connsiteY349" fmla="*/ 58735 h 519126"/>
                <a:gd name="connsiteX350" fmla="*/ 300199 w 597604"/>
                <a:gd name="connsiteY350" fmla="*/ 60417 h 519126"/>
                <a:gd name="connsiteX351" fmla="*/ 299627 w 597604"/>
                <a:gd name="connsiteY351" fmla="*/ 62805 h 519126"/>
                <a:gd name="connsiteX352" fmla="*/ 297944 w 597604"/>
                <a:gd name="connsiteY352" fmla="*/ 63747 h 519126"/>
                <a:gd name="connsiteX353" fmla="*/ 297439 w 597604"/>
                <a:gd name="connsiteY353" fmla="*/ 64117 h 519126"/>
                <a:gd name="connsiteX354" fmla="*/ 295117 w 597604"/>
                <a:gd name="connsiteY354" fmla="*/ 65261 h 519126"/>
                <a:gd name="connsiteX355" fmla="*/ 293434 w 597604"/>
                <a:gd name="connsiteY355" fmla="*/ 66405 h 519126"/>
                <a:gd name="connsiteX356" fmla="*/ 292795 w 597604"/>
                <a:gd name="connsiteY356" fmla="*/ 67481 h 519126"/>
                <a:gd name="connsiteX357" fmla="*/ 293165 w 597604"/>
                <a:gd name="connsiteY357" fmla="*/ 68995 h 519126"/>
                <a:gd name="connsiteX358" fmla="*/ 293804 w 597604"/>
                <a:gd name="connsiteY358" fmla="*/ 69432 h 519126"/>
                <a:gd name="connsiteX359" fmla="*/ 294107 w 597604"/>
                <a:gd name="connsiteY359" fmla="*/ 70576 h 519126"/>
                <a:gd name="connsiteX360" fmla="*/ 294107 w 597604"/>
                <a:gd name="connsiteY360" fmla="*/ 71652 h 519126"/>
                <a:gd name="connsiteX361" fmla="*/ 293165 w 597604"/>
                <a:gd name="connsiteY361" fmla="*/ 72729 h 519126"/>
                <a:gd name="connsiteX362" fmla="*/ 292391 w 597604"/>
                <a:gd name="connsiteY362" fmla="*/ 73032 h 519126"/>
                <a:gd name="connsiteX363" fmla="*/ 291213 w 597604"/>
                <a:gd name="connsiteY363" fmla="*/ 73469 h 519126"/>
                <a:gd name="connsiteX364" fmla="*/ 289396 w 597604"/>
                <a:gd name="connsiteY364" fmla="*/ 71585 h 519126"/>
                <a:gd name="connsiteX365" fmla="*/ 288386 w 597604"/>
                <a:gd name="connsiteY365" fmla="*/ 70946 h 519126"/>
                <a:gd name="connsiteX366" fmla="*/ 287511 w 597604"/>
                <a:gd name="connsiteY366" fmla="*/ 70374 h 519126"/>
                <a:gd name="connsiteX367" fmla="*/ 286939 w 597604"/>
                <a:gd name="connsiteY367" fmla="*/ 69802 h 519126"/>
                <a:gd name="connsiteX368" fmla="*/ 285694 w 597604"/>
                <a:gd name="connsiteY368" fmla="*/ 69500 h 519126"/>
                <a:gd name="connsiteX369" fmla="*/ 284751 w 597604"/>
                <a:gd name="connsiteY369" fmla="*/ 69634 h 519126"/>
                <a:gd name="connsiteX370" fmla="*/ 283371 w 597604"/>
                <a:gd name="connsiteY370" fmla="*/ 70879 h 519126"/>
                <a:gd name="connsiteX371" fmla="*/ 283573 w 597604"/>
                <a:gd name="connsiteY371" fmla="*/ 72695 h 519126"/>
                <a:gd name="connsiteX372" fmla="*/ 285155 w 597604"/>
                <a:gd name="connsiteY372" fmla="*/ 74276 h 519126"/>
                <a:gd name="connsiteX373" fmla="*/ 284213 w 597604"/>
                <a:gd name="connsiteY373" fmla="*/ 77102 h 519126"/>
                <a:gd name="connsiteX374" fmla="*/ 282799 w 597604"/>
                <a:gd name="connsiteY374" fmla="*/ 78582 h 519126"/>
                <a:gd name="connsiteX375" fmla="*/ 281049 w 597604"/>
                <a:gd name="connsiteY375" fmla="*/ 78347 h 519126"/>
                <a:gd name="connsiteX376" fmla="*/ 279198 w 597604"/>
                <a:gd name="connsiteY376" fmla="*/ 77708 h 519126"/>
                <a:gd name="connsiteX377" fmla="*/ 277583 w 597604"/>
                <a:gd name="connsiteY377" fmla="*/ 76934 h 519126"/>
                <a:gd name="connsiteX378" fmla="*/ 275732 w 597604"/>
                <a:gd name="connsiteY378" fmla="*/ 75319 h 519126"/>
                <a:gd name="connsiteX379" fmla="*/ 274756 w 597604"/>
                <a:gd name="connsiteY379" fmla="*/ 73705 h 519126"/>
                <a:gd name="connsiteX380" fmla="*/ 273982 w 597604"/>
                <a:gd name="connsiteY380" fmla="*/ 72090 h 519126"/>
                <a:gd name="connsiteX381" fmla="*/ 272804 w 597604"/>
                <a:gd name="connsiteY381" fmla="*/ 70879 h 519126"/>
                <a:gd name="connsiteX382" fmla="*/ 270717 w 597604"/>
                <a:gd name="connsiteY382" fmla="*/ 71215 h 519126"/>
                <a:gd name="connsiteX383" fmla="*/ 269641 w 597604"/>
                <a:gd name="connsiteY383" fmla="*/ 68928 h 519126"/>
                <a:gd name="connsiteX384" fmla="*/ 268866 w 597604"/>
                <a:gd name="connsiteY384" fmla="*/ 67077 h 519126"/>
                <a:gd name="connsiteX385" fmla="*/ 266813 w 597604"/>
                <a:gd name="connsiteY385" fmla="*/ 62940 h 519126"/>
                <a:gd name="connsiteX386" fmla="*/ 264188 w 597604"/>
                <a:gd name="connsiteY386" fmla="*/ 61628 h 519126"/>
                <a:gd name="connsiteX387" fmla="*/ 262775 w 597604"/>
                <a:gd name="connsiteY387" fmla="*/ 61830 h 519126"/>
                <a:gd name="connsiteX388" fmla="*/ 261260 w 597604"/>
                <a:gd name="connsiteY388" fmla="*/ 62166 h 519126"/>
                <a:gd name="connsiteX389" fmla="*/ 258534 w 597604"/>
                <a:gd name="connsiteY389" fmla="*/ 61964 h 519126"/>
                <a:gd name="connsiteX390" fmla="*/ 256044 w 597604"/>
                <a:gd name="connsiteY390" fmla="*/ 59475 h 519126"/>
                <a:gd name="connsiteX391" fmla="*/ 253991 w 597604"/>
                <a:gd name="connsiteY391" fmla="*/ 56750 h 519126"/>
                <a:gd name="connsiteX392" fmla="*/ 250525 w 597604"/>
                <a:gd name="connsiteY392" fmla="*/ 53386 h 519126"/>
                <a:gd name="connsiteX393" fmla="*/ 249212 w 597604"/>
                <a:gd name="connsiteY393" fmla="*/ 50560 h 519126"/>
                <a:gd name="connsiteX394" fmla="*/ 248438 w 597604"/>
                <a:gd name="connsiteY394" fmla="*/ 47836 h 519126"/>
                <a:gd name="connsiteX395" fmla="*/ 245948 w 597604"/>
                <a:gd name="connsiteY395" fmla="*/ 46961 h 519126"/>
                <a:gd name="connsiteX396" fmla="*/ 243895 w 597604"/>
                <a:gd name="connsiteY396" fmla="*/ 46961 h 519126"/>
                <a:gd name="connsiteX397" fmla="*/ 241606 w 597604"/>
                <a:gd name="connsiteY397" fmla="*/ 50392 h 519126"/>
                <a:gd name="connsiteX398" fmla="*/ 239553 w 597604"/>
                <a:gd name="connsiteY398" fmla="*/ 52512 h 519126"/>
                <a:gd name="connsiteX399" fmla="*/ 238140 w 597604"/>
                <a:gd name="connsiteY399" fmla="*/ 54799 h 519126"/>
                <a:gd name="connsiteX400" fmla="*/ 238140 w 597604"/>
                <a:gd name="connsiteY400" fmla="*/ 55976 h 519126"/>
                <a:gd name="connsiteX401" fmla="*/ 238577 w 597604"/>
                <a:gd name="connsiteY401" fmla="*/ 62065 h 519126"/>
                <a:gd name="connsiteX402" fmla="*/ 236962 w 597604"/>
                <a:gd name="connsiteY402" fmla="*/ 64891 h 519126"/>
                <a:gd name="connsiteX403" fmla="*/ 235212 w 597604"/>
                <a:gd name="connsiteY403" fmla="*/ 65227 h 519126"/>
                <a:gd name="connsiteX404" fmla="*/ 231611 w 597604"/>
                <a:gd name="connsiteY404" fmla="*/ 65126 h 519126"/>
                <a:gd name="connsiteX405" fmla="*/ 229423 w 597604"/>
                <a:gd name="connsiteY405" fmla="*/ 64252 h 519126"/>
                <a:gd name="connsiteX406" fmla="*/ 226832 w 597604"/>
                <a:gd name="connsiteY406" fmla="*/ 62637 h 519126"/>
                <a:gd name="connsiteX407" fmla="*/ 223668 w 597604"/>
                <a:gd name="connsiteY407" fmla="*/ 62637 h 519126"/>
                <a:gd name="connsiteX408" fmla="*/ 220639 w 597604"/>
                <a:gd name="connsiteY408" fmla="*/ 63613 h 519126"/>
                <a:gd name="connsiteX409" fmla="*/ 219125 w 597604"/>
                <a:gd name="connsiteY409" fmla="*/ 64487 h 519126"/>
                <a:gd name="connsiteX410" fmla="*/ 217610 w 597604"/>
                <a:gd name="connsiteY410" fmla="*/ 65799 h 519126"/>
                <a:gd name="connsiteX411" fmla="*/ 216735 w 597604"/>
                <a:gd name="connsiteY411" fmla="*/ 66438 h 519126"/>
                <a:gd name="connsiteX412" fmla="*/ 215658 w 597604"/>
                <a:gd name="connsiteY412" fmla="*/ 67515 h 519126"/>
                <a:gd name="connsiteX413" fmla="*/ 212932 w 597604"/>
                <a:gd name="connsiteY413" fmla="*/ 70441 h 519126"/>
                <a:gd name="connsiteX414" fmla="*/ 211755 w 597604"/>
                <a:gd name="connsiteY414" fmla="*/ 71417 h 519126"/>
                <a:gd name="connsiteX415" fmla="*/ 210678 w 597604"/>
                <a:gd name="connsiteY415" fmla="*/ 73604 h 519126"/>
                <a:gd name="connsiteX416" fmla="*/ 209365 w 597604"/>
                <a:gd name="connsiteY416" fmla="*/ 75454 h 519126"/>
                <a:gd name="connsiteX417" fmla="*/ 207615 w 597604"/>
                <a:gd name="connsiteY417" fmla="*/ 77405 h 519126"/>
                <a:gd name="connsiteX418" fmla="*/ 207278 w 597604"/>
                <a:gd name="connsiteY418" fmla="*/ 79692 h 519126"/>
                <a:gd name="connsiteX419" fmla="*/ 208793 w 597604"/>
                <a:gd name="connsiteY419" fmla="*/ 81442 h 519126"/>
                <a:gd name="connsiteX420" fmla="*/ 212057 w 597604"/>
                <a:gd name="connsiteY420" fmla="*/ 84368 h 519126"/>
                <a:gd name="connsiteX421" fmla="*/ 212057 w 597604"/>
                <a:gd name="connsiteY421" fmla="*/ 86858 h 519126"/>
                <a:gd name="connsiteX422" fmla="*/ 211048 w 597604"/>
                <a:gd name="connsiteY422" fmla="*/ 92846 h 519126"/>
                <a:gd name="connsiteX423" fmla="*/ 211115 w 597604"/>
                <a:gd name="connsiteY423" fmla="*/ 96176 h 519126"/>
                <a:gd name="connsiteX424" fmla="*/ 210678 w 597604"/>
                <a:gd name="connsiteY424" fmla="*/ 98934 h 519126"/>
                <a:gd name="connsiteX425" fmla="*/ 212495 w 597604"/>
                <a:gd name="connsiteY425" fmla="*/ 100583 h 519126"/>
                <a:gd name="connsiteX426" fmla="*/ 213235 w 597604"/>
                <a:gd name="connsiteY426" fmla="*/ 102063 h 519126"/>
                <a:gd name="connsiteX427" fmla="*/ 215423 w 597604"/>
                <a:gd name="connsiteY427" fmla="*/ 104249 h 519126"/>
                <a:gd name="connsiteX428" fmla="*/ 217442 w 597604"/>
                <a:gd name="connsiteY428" fmla="*/ 102937 h 519126"/>
                <a:gd name="connsiteX429" fmla="*/ 222356 w 597604"/>
                <a:gd name="connsiteY429" fmla="*/ 100852 h 519126"/>
                <a:gd name="connsiteX430" fmla="*/ 226125 w 597604"/>
                <a:gd name="connsiteY430" fmla="*/ 100919 h 519126"/>
                <a:gd name="connsiteX431" fmla="*/ 226832 w 597604"/>
                <a:gd name="connsiteY431" fmla="*/ 100919 h 519126"/>
                <a:gd name="connsiteX432" fmla="*/ 227707 w 597604"/>
                <a:gd name="connsiteY432" fmla="*/ 102298 h 519126"/>
                <a:gd name="connsiteX433" fmla="*/ 229019 w 597604"/>
                <a:gd name="connsiteY433" fmla="*/ 104115 h 519126"/>
                <a:gd name="connsiteX434" fmla="*/ 231779 w 597604"/>
                <a:gd name="connsiteY434" fmla="*/ 107008 h 519126"/>
                <a:gd name="connsiteX435" fmla="*/ 232789 w 597604"/>
                <a:gd name="connsiteY435" fmla="*/ 111078 h 519126"/>
                <a:gd name="connsiteX436" fmla="*/ 233091 w 597604"/>
                <a:gd name="connsiteY436" fmla="*/ 115855 h 519126"/>
                <a:gd name="connsiteX437" fmla="*/ 234236 w 597604"/>
                <a:gd name="connsiteY437" fmla="*/ 118883 h 519126"/>
                <a:gd name="connsiteX438" fmla="*/ 233226 w 597604"/>
                <a:gd name="connsiteY438" fmla="*/ 121069 h 519126"/>
                <a:gd name="connsiteX439" fmla="*/ 232519 w 597604"/>
                <a:gd name="connsiteY439" fmla="*/ 122650 h 519126"/>
                <a:gd name="connsiteX440" fmla="*/ 232654 w 597604"/>
                <a:gd name="connsiteY440" fmla="*/ 125678 h 519126"/>
                <a:gd name="connsiteX441" fmla="*/ 233798 w 597604"/>
                <a:gd name="connsiteY441" fmla="*/ 126990 h 519126"/>
                <a:gd name="connsiteX442" fmla="*/ 236996 w 597604"/>
                <a:gd name="connsiteY442" fmla="*/ 126990 h 519126"/>
                <a:gd name="connsiteX443" fmla="*/ 242952 w 597604"/>
                <a:gd name="connsiteY443" fmla="*/ 126418 h 519126"/>
                <a:gd name="connsiteX444" fmla="*/ 246419 w 597604"/>
                <a:gd name="connsiteY444" fmla="*/ 125543 h 519126"/>
                <a:gd name="connsiteX445" fmla="*/ 248741 w 597604"/>
                <a:gd name="connsiteY445" fmla="*/ 124097 h 519126"/>
                <a:gd name="connsiteX446" fmla="*/ 250760 w 597604"/>
                <a:gd name="connsiteY446" fmla="*/ 122852 h 519126"/>
                <a:gd name="connsiteX447" fmla="*/ 253587 w 597604"/>
                <a:gd name="connsiteY447" fmla="*/ 121843 h 519126"/>
                <a:gd name="connsiteX448" fmla="*/ 254900 w 597604"/>
                <a:gd name="connsiteY448" fmla="*/ 120329 h 519126"/>
                <a:gd name="connsiteX449" fmla="*/ 256414 w 597604"/>
                <a:gd name="connsiteY449" fmla="*/ 120026 h 519126"/>
                <a:gd name="connsiteX450" fmla="*/ 260554 w 597604"/>
                <a:gd name="connsiteY450" fmla="*/ 120026 h 519126"/>
                <a:gd name="connsiteX451" fmla="*/ 261799 w 597604"/>
                <a:gd name="connsiteY451" fmla="*/ 120363 h 519126"/>
                <a:gd name="connsiteX452" fmla="*/ 263414 w 597604"/>
                <a:gd name="connsiteY452" fmla="*/ 121776 h 519126"/>
                <a:gd name="connsiteX453" fmla="*/ 265568 w 597604"/>
                <a:gd name="connsiteY453" fmla="*/ 121776 h 519126"/>
                <a:gd name="connsiteX454" fmla="*/ 268328 w 597604"/>
                <a:gd name="connsiteY454" fmla="*/ 123222 h 519126"/>
                <a:gd name="connsiteX455" fmla="*/ 270616 w 597604"/>
                <a:gd name="connsiteY455" fmla="*/ 124265 h 519126"/>
                <a:gd name="connsiteX456" fmla="*/ 271592 w 597604"/>
                <a:gd name="connsiteY456" fmla="*/ 126182 h 519126"/>
                <a:gd name="connsiteX457" fmla="*/ 271592 w 597604"/>
                <a:gd name="connsiteY457" fmla="*/ 128302 h 519126"/>
                <a:gd name="connsiteX458" fmla="*/ 271121 w 597604"/>
                <a:gd name="connsiteY458" fmla="*/ 130253 h 519126"/>
                <a:gd name="connsiteX459" fmla="*/ 270313 w 597604"/>
                <a:gd name="connsiteY459" fmla="*/ 131127 h 519126"/>
                <a:gd name="connsiteX460" fmla="*/ 269506 w 597604"/>
                <a:gd name="connsiteY460" fmla="*/ 132540 h 519126"/>
                <a:gd name="connsiteX461" fmla="*/ 269506 w 597604"/>
                <a:gd name="connsiteY461" fmla="*/ 134559 h 519126"/>
                <a:gd name="connsiteX462" fmla="*/ 272333 w 597604"/>
                <a:gd name="connsiteY462" fmla="*/ 136611 h 519126"/>
                <a:gd name="connsiteX463" fmla="*/ 273847 w 597604"/>
                <a:gd name="connsiteY463" fmla="*/ 137654 h 519126"/>
                <a:gd name="connsiteX464" fmla="*/ 274520 w 597604"/>
                <a:gd name="connsiteY464" fmla="*/ 140042 h 519126"/>
                <a:gd name="connsiteX465" fmla="*/ 276472 w 597604"/>
                <a:gd name="connsiteY465" fmla="*/ 141791 h 519126"/>
                <a:gd name="connsiteX466" fmla="*/ 276472 w 597604"/>
                <a:gd name="connsiteY466" fmla="*/ 144180 h 519126"/>
                <a:gd name="connsiteX467" fmla="*/ 276169 w 597604"/>
                <a:gd name="connsiteY467" fmla="*/ 147005 h 519126"/>
                <a:gd name="connsiteX468" fmla="*/ 276035 w 597604"/>
                <a:gd name="connsiteY468" fmla="*/ 150268 h 519126"/>
                <a:gd name="connsiteX469" fmla="*/ 275900 w 597604"/>
                <a:gd name="connsiteY469" fmla="*/ 151580 h 519126"/>
                <a:gd name="connsiteX470" fmla="*/ 275597 w 597604"/>
                <a:gd name="connsiteY470" fmla="*/ 153531 h 519126"/>
                <a:gd name="connsiteX471" fmla="*/ 275597 w 597604"/>
                <a:gd name="connsiteY471" fmla="*/ 155920 h 519126"/>
                <a:gd name="connsiteX472" fmla="*/ 274285 w 597604"/>
                <a:gd name="connsiteY472" fmla="*/ 157433 h 519126"/>
                <a:gd name="connsiteX473" fmla="*/ 272535 w 597604"/>
                <a:gd name="connsiteY473" fmla="*/ 160697 h 519126"/>
                <a:gd name="connsiteX474" fmla="*/ 270583 w 597604"/>
                <a:gd name="connsiteY474" fmla="*/ 163186 h 519126"/>
                <a:gd name="connsiteX475" fmla="*/ 266679 w 597604"/>
                <a:gd name="connsiteY475" fmla="*/ 165036 h 519126"/>
                <a:gd name="connsiteX476" fmla="*/ 263212 w 597604"/>
                <a:gd name="connsiteY476" fmla="*/ 163186 h 519126"/>
                <a:gd name="connsiteX477" fmla="*/ 261025 w 597604"/>
                <a:gd name="connsiteY477" fmla="*/ 158745 h 519126"/>
                <a:gd name="connsiteX478" fmla="*/ 255573 w 597604"/>
                <a:gd name="connsiteY478" fmla="*/ 157433 h 519126"/>
                <a:gd name="connsiteX479" fmla="*/ 255573 w 597604"/>
                <a:gd name="connsiteY479" fmla="*/ 158005 h 519126"/>
                <a:gd name="connsiteX480" fmla="*/ 253082 w 597604"/>
                <a:gd name="connsiteY480" fmla="*/ 161336 h 519126"/>
                <a:gd name="connsiteX481" fmla="*/ 250154 w 597604"/>
                <a:gd name="connsiteY481" fmla="*/ 163455 h 519126"/>
                <a:gd name="connsiteX482" fmla="*/ 238846 w 597604"/>
                <a:gd name="connsiteY482" fmla="*/ 162210 h 519126"/>
                <a:gd name="connsiteX483" fmla="*/ 233832 w 597604"/>
                <a:gd name="connsiteY483" fmla="*/ 161773 h 519126"/>
                <a:gd name="connsiteX484" fmla="*/ 224476 w 597604"/>
                <a:gd name="connsiteY484" fmla="*/ 161773 h 519126"/>
                <a:gd name="connsiteX485" fmla="*/ 222524 w 597604"/>
                <a:gd name="connsiteY485" fmla="*/ 164700 h 519126"/>
                <a:gd name="connsiteX486" fmla="*/ 219933 w 597604"/>
                <a:gd name="connsiteY486" fmla="*/ 168737 h 519126"/>
                <a:gd name="connsiteX487" fmla="*/ 211250 w 597604"/>
                <a:gd name="connsiteY487" fmla="*/ 168737 h 519126"/>
                <a:gd name="connsiteX488" fmla="*/ 207110 w 597604"/>
                <a:gd name="connsiteY488" fmla="*/ 168737 h 519126"/>
                <a:gd name="connsiteX489" fmla="*/ 200514 w 597604"/>
                <a:gd name="connsiteY489" fmla="*/ 165272 h 519126"/>
                <a:gd name="connsiteX490" fmla="*/ 197620 w 597604"/>
                <a:gd name="connsiteY490" fmla="*/ 163825 h 519126"/>
                <a:gd name="connsiteX491" fmla="*/ 195870 w 597604"/>
                <a:gd name="connsiteY491" fmla="*/ 159755 h 519126"/>
                <a:gd name="connsiteX492" fmla="*/ 193547 w 597604"/>
                <a:gd name="connsiteY492" fmla="*/ 158005 h 519126"/>
                <a:gd name="connsiteX493" fmla="*/ 190350 w 597604"/>
                <a:gd name="connsiteY493" fmla="*/ 160024 h 519126"/>
                <a:gd name="connsiteX494" fmla="*/ 185437 w 597604"/>
                <a:gd name="connsiteY494" fmla="*/ 160024 h 519126"/>
                <a:gd name="connsiteX495" fmla="*/ 179917 w 597604"/>
                <a:gd name="connsiteY495" fmla="*/ 165238 h 519126"/>
                <a:gd name="connsiteX496" fmla="*/ 175744 w 597604"/>
                <a:gd name="connsiteY496" fmla="*/ 165238 h 519126"/>
                <a:gd name="connsiteX497" fmla="*/ 176013 w 597604"/>
                <a:gd name="connsiteY497" fmla="*/ 166113 h 519126"/>
                <a:gd name="connsiteX498" fmla="*/ 175576 w 597604"/>
                <a:gd name="connsiteY498" fmla="*/ 168703 h 519126"/>
                <a:gd name="connsiteX499" fmla="*/ 175374 w 597604"/>
                <a:gd name="connsiteY499" fmla="*/ 171966 h 519126"/>
                <a:gd name="connsiteX500" fmla="*/ 171773 w 597604"/>
                <a:gd name="connsiteY500" fmla="*/ 175330 h 519126"/>
                <a:gd name="connsiteX501" fmla="*/ 170023 w 597604"/>
                <a:gd name="connsiteY501" fmla="*/ 177819 h 519126"/>
                <a:gd name="connsiteX502" fmla="*/ 167869 w 597604"/>
                <a:gd name="connsiteY502" fmla="*/ 180006 h 519126"/>
                <a:gd name="connsiteX503" fmla="*/ 166893 w 597604"/>
                <a:gd name="connsiteY503" fmla="*/ 183605 h 519126"/>
                <a:gd name="connsiteX504" fmla="*/ 166893 w 597604"/>
                <a:gd name="connsiteY504" fmla="*/ 185220 h 519126"/>
                <a:gd name="connsiteX505" fmla="*/ 168643 w 597604"/>
                <a:gd name="connsiteY505" fmla="*/ 188046 h 519126"/>
                <a:gd name="connsiteX506" fmla="*/ 168643 w 597604"/>
                <a:gd name="connsiteY506" fmla="*/ 190434 h 519126"/>
                <a:gd name="connsiteX507" fmla="*/ 166994 w 597604"/>
                <a:gd name="connsiteY507" fmla="*/ 191948 h 519126"/>
                <a:gd name="connsiteX508" fmla="*/ 165480 w 597604"/>
                <a:gd name="connsiteY508" fmla="*/ 194134 h 519126"/>
                <a:gd name="connsiteX509" fmla="*/ 163528 w 597604"/>
                <a:gd name="connsiteY509" fmla="*/ 196523 h 519126"/>
                <a:gd name="connsiteX510" fmla="*/ 161239 w 597604"/>
                <a:gd name="connsiteY510" fmla="*/ 196523 h 519126"/>
                <a:gd name="connsiteX511" fmla="*/ 157200 w 597604"/>
                <a:gd name="connsiteY511" fmla="*/ 196523 h 519126"/>
                <a:gd name="connsiteX512" fmla="*/ 152085 w 597604"/>
                <a:gd name="connsiteY512" fmla="*/ 196523 h 519126"/>
                <a:gd name="connsiteX513" fmla="*/ 147845 w 597604"/>
                <a:gd name="connsiteY513" fmla="*/ 197162 h 519126"/>
                <a:gd name="connsiteX514" fmla="*/ 143705 w 597604"/>
                <a:gd name="connsiteY514" fmla="*/ 197263 h 519126"/>
                <a:gd name="connsiteX515" fmla="*/ 142090 w 597604"/>
                <a:gd name="connsiteY515" fmla="*/ 197700 h 519126"/>
                <a:gd name="connsiteX516" fmla="*/ 137210 w 597604"/>
                <a:gd name="connsiteY516" fmla="*/ 199752 h 519126"/>
                <a:gd name="connsiteX517" fmla="*/ 133844 w 597604"/>
                <a:gd name="connsiteY517" fmla="*/ 202477 h 519126"/>
                <a:gd name="connsiteX518" fmla="*/ 131657 w 597604"/>
                <a:gd name="connsiteY518" fmla="*/ 205404 h 519126"/>
                <a:gd name="connsiteX519" fmla="*/ 128830 w 597604"/>
                <a:gd name="connsiteY519" fmla="*/ 208566 h 519126"/>
                <a:gd name="connsiteX520" fmla="*/ 126541 w 597604"/>
                <a:gd name="connsiteY520" fmla="*/ 209541 h 519126"/>
                <a:gd name="connsiteX521" fmla="*/ 122301 w 597604"/>
                <a:gd name="connsiteY521" fmla="*/ 206480 h 519126"/>
                <a:gd name="connsiteX522" fmla="*/ 118296 w 597604"/>
                <a:gd name="connsiteY522" fmla="*/ 204731 h 519126"/>
                <a:gd name="connsiteX523" fmla="*/ 112743 w 597604"/>
                <a:gd name="connsiteY523" fmla="*/ 204731 h 519126"/>
                <a:gd name="connsiteX524" fmla="*/ 105137 w 597604"/>
                <a:gd name="connsiteY524" fmla="*/ 205067 h 519126"/>
                <a:gd name="connsiteX525" fmla="*/ 102108 w 597604"/>
                <a:gd name="connsiteY525" fmla="*/ 205269 h 519126"/>
                <a:gd name="connsiteX526" fmla="*/ 98742 w 597604"/>
                <a:gd name="connsiteY526" fmla="*/ 206884 h 519126"/>
                <a:gd name="connsiteX527" fmla="*/ 96891 w 597604"/>
                <a:gd name="connsiteY527" fmla="*/ 207321 h 519126"/>
                <a:gd name="connsiteX528" fmla="*/ 94704 w 597604"/>
                <a:gd name="connsiteY528" fmla="*/ 206547 h 519126"/>
                <a:gd name="connsiteX529" fmla="*/ 92213 w 597604"/>
                <a:gd name="connsiteY529" fmla="*/ 203923 h 519126"/>
                <a:gd name="connsiteX530" fmla="*/ 92113 w 597604"/>
                <a:gd name="connsiteY530" fmla="*/ 200761 h 519126"/>
                <a:gd name="connsiteX531" fmla="*/ 92449 w 597604"/>
                <a:gd name="connsiteY531" fmla="*/ 198575 h 519126"/>
                <a:gd name="connsiteX532" fmla="*/ 92012 w 597604"/>
                <a:gd name="connsiteY532" fmla="*/ 196725 h 519126"/>
                <a:gd name="connsiteX533" fmla="*/ 88747 w 597604"/>
                <a:gd name="connsiteY533" fmla="*/ 193361 h 519126"/>
                <a:gd name="connsiteX534" fmla="*/ 86459 w 597604"/>
                <a:gd name="connsiteY534" fmla="*/ 191611 h 519126"/>
                <a:gd name="connsiteX535" fmla="*/ 82656 w 597604"/>
                <a:gd name="connsiteY535" fmla="*/ 189660 h 519126"/>
                <a:gd name="connsiteX536" fmla="*/ 80266 w 597604"/>
                <a:gd name="connsiteY536" fmla="*/ 190737 h 519126"/>
                <a:gd name="connsiteX537" fmla="*/ 77978 w 597604"/>
                <a:gd name="connsiteY537" fmla="*/ 193361 h 519126"/>
                <a:gd name="connsiteX538" fmla="*/ 77103 w 597604"/>
                <a:gd name="connsiteY538" fmla="*/ 195749 h 519126"/>
                <a:gd name="connsiteX539" fmla="*/ 74477 w 597604"/>
                <a:gd name="connsiteY539" fmla="*/ 200963 h 519126"/>
                <a:gd name="connsiteX540" fmla="*/ 71213 w 597604"/>
                <a:gd name="connsiteY540" fmla="*/ 203015 h 519126"/>
                <a:gd name="connsiteX541" fmla="*/ 67949 w 597604"/>
                <a:gd name="connsiteY541" fmla="*/ 206043 h 519126"/>
                <a:gd name="connsiteX542" fmla="*/ 66299 w 597604"/>
                <a:gd name="connsiteY542" fmla="*/ 208532 h 519126"/>
                <a:gd name="connsiteX543" fmla="*/ 62934 w 597604"/>
                <a:gd name="connsiteY543" fmla="*/ 210281 h 519126"/>
                <a:gd name="connsiteX544" fmla="*/ 59905 w 597604"/>
                <a:gd name="connsiteY544" fmla="*/ 210281 h 519126"/>
                <a:gd name="connsiteX545" fmla="*/ 57415 w 597604"/>
                <a:gd name="connsiteY545" fmla="*/ 207893 h 519126"/>
                <a:gd name="connsiteX546" fmla="*/ 54924 w 597604"/>
                <a:gd name="connsiteY546" fmla="*/ 205404 h 519126"/>
                <a:gd name="connsiteX547" fmla="*/ 51761 w 597604"/>
                <a:gd name="connsiteY547" fmla="*/ 202040 h 519126"/>
                <a:gd name="connsiteX548" fmla="*/ 49472 w 597604"/>
                <a:gd name="connsiteY548" fmla="*/ 199214 h 519126"/>
                <a:gd name="connsiteX549" fmla="*/ 47083 w 597604"/>
                <a:gd name="connsiteY549" fmla="*/ 196287 h 519126"/>
                <a:gd name="connsiteX550" fmla="*/ 45030 w 597604"/>
                <a:gd name="connsiteY550" fmla="*/ 194336 h 519126"/>
                <a:gd name="connsiteX551" fmla="*/ 44828 w 597604"/>
                <a:gd name="connsiteY551" fmla="*/ 193125 h 519126"/>
                <a:gd name="connsiteX552" fmla="*/ 42977 w 597604"/>
                <a:gd name="connsiteY552" fmla="*/ 191174 h 519126"/>
                <a:gd name="connsiteX553" fmla="*/ 41025 w 597604"/>
                <a:gd name="connsiteY553" fmla="*/ 190838 h 519126"/>
                <a:gd name="connsiteX554" fmla="*/ 39241 w 597604"/>
                <a:gd name="connsiteY554" fmla="*/ 191040 h 519126"/>
                <a:gd name="connsiteX555" fmla="*/ 38232 w 597604"/>
                <a:gd name="connsiteY555" fmla="*/ 190501 h 519126"/>
                <a:gd name="connsiteX556" fmla="*/ 38232 w 597604"/>
                <a:gd name="connsiteY556" fmla="*/ 188550 h 519126"/>
                <a:gd name="connsiteX557" fmla="*/ 37255 w 597604"/>
                <a:gd name="connsiteY557" fmla="*/ 186700 h 519126"/>
                <a:gd name="connsiteX558" fmla="*/ 35304 w 597604"/>
                <a:gd name="connsiteY558" fmla="*/ 186599 h 519126"/>
                <a:gd name="connsiteX559" fmla="*/ 34328 w 597604"/>
                <a:gd name="connsiteY559" fmla="*/ 187810 h 519126"/>
                <a:gd name="connsiteX560" fmla="*/ 33116 w 597604"/>
                <a:gd name="connsiteY560" fmla="*/ 189862 h 519126"/>
                <a:gd name="connsiteX561" fmla="*/ 32140 w 597604"/>
                <a:gd name="connsiteY561" fmla="*/ 192789 h 519126"/>
                <a:gd name="connsiteX562" fmla="*/ 29952 w 597604"/>
                <a:gd name="connsiteY562" fmla="*/ 196826 h 519126"/>
                <a:gd name="connsiteX563" fmla="*/ 28977 w 597604"/>
                <a:gd name="connsiteY563" fmla="*/ 200089 h 519126"/>
                <a:gd name="connsiteX564" fmla="*/ 27126 w 597604"/>
                <a:gd name="connsiteY564" fmla="*/ 202578 h 519126"/>
                <a:gd name="connsiteX565" fmla="*/ 25174 w 597604"/>
                <a:gd name="connsiteY565" fmla="*/ 204193 h 519126"/>
                <a:gd name="connsiteX566" fmla="*/ 23996 w 597604"/>
                <a:gd name="connsiteY566" fmla="*/ 205168 h 519126"/>
                <a:gd name="connsiteX567" fmla="*/ 22044 w 597604"/>
                <a:gd name="connsiteY567" fmla="*/ 206682 h 519126"/>
                <a:gd name="connsiteX568" fmla="*/ 19318 w 597604"/>
                <a:gd name="connsiteY568" fmla="*/ 209407 h 519126"/>
                <a:gd name="connsiteX569" fmla="*/ 18241 w 597604"/>
                <a:gd name="connsiteY569" fmla="*/ 210921 h 519126"/>
                <a:gd name="connsiteX570" fmla="*/ 17164 w 597604"/>
                <a:gd name="connsiteY570" fmla="*/ 212872 h 519126"/>
                <a:gd name="connsiteX571" fmla="*/ 12385 w 597604"/>
                <a:gd name="connsiteY571" fmla="*/ 215495 h 519126"/>
                <a:gd name="connsiteX572" fmla="*/ 9457 w 597604"/>
                <a:gd name="connsiteY572" fmla="*/ 219835 h 519126"/>
                <a:gd name="connsiteX573" fmla="*/ 5216 w 597604"/>
                <a:gd name="connsiteY573" fmla="*/ 220710 h 519126"/>
                <a:gd name="connsiteX574" fmla="*/ 5216 w 597604"/>
                <a:gd name="connsiteY574" fmla="*/ 226799 h 519126"/>
                <a:gd name="connsiteX575" fmla="*/ 5654 w 597604"/>
                <a:gd name="connsiteY575" fmla="*/ 228750 h 519126"/>
                <a:gd name="connsiteX576" fmla="*/ 5418 w 597604"/>
                <a:gd name="connsiteY576" fmla="*/ 229826 h 519126"/>
                <a:gd name="connsiteX577" fmla="*/ 639 w 597604"/>
                <a:gd name="connsiteY577" fmla="*/ 231138 h 519126"/>
                <a:gd name="connsiteX578" fmla="*/ 0 w 597604"/>
                <a:gd name="connsiteY578" fmla="*/ 232887 h 519126"/>
                <a:gd name="connsiteX579" fmla="*/ 1077 w 597604"/>
                <a:gd name="connsiteY579" fmla="*/ 236352 h 519126"/>
                <a:gd name="connsiteX580" fmla="*/ 3904 w 597604"/>
                <a:gd name="connsiteY580" fmla="*/ 236789 h 519126"/>
                <a:gd name="connsiteX581" fmla="*/ 7067 w 597604"/>
                <a:gd name="connsiteY581" fmla="*/ 235276 h 519126"/>
                <a:gd name="connsiteX582" fmla="*/ 7942 w 597604"/>
                <a:gd name="connsiteY582" fmla="*/ 234401 h 519126"/>
                <a:gd name="connsiteX583" fmla="*/ 9692 w 597604"/>
                <a:gd name="connsiteY583" fmla="*/ 233762 h 519126"/>
                <a:gd name="connsiteX584" fmla="*/ 11106 w 597604"/>
                <a:gd name="connsiteY584" fmla="*/ 233526 h 519126"/>
                <a:gd name="connsiteX585" fmla="*/ 14370 w 597604"/>
                <a:gd name="connsiteY585" fmla="*/ 235377 h 519126"/>
                <a:gd name="connsiteX586" fmla="*/ 15582 w 597604"/>
                <a:gd name="connsiteY586" fmla="*/ 238404 h 519126"/>
                <a:gd name="connsiteX587" fmla="*/ 16019 w 597604"/>
                <a:gd name="connsiteY587" fmla="*/ 240793 h 519126"/>
                <a:gd name="connsiteX588" fmla="*/ 15481 w 597604"/>
                <a:gd name="connsiteY588" fmla="*/ 243517 h 519126"/>
                <a:gd name="connsiteX589" fmla="*/ 14572 w 597604"/>
                <a:gd name="connsiteY589" fmla="*/ 245132 h 519126"/>
                <a:gd name="connsiteX590" fmla="*/ 13967 w 597604"/>
                <a:gd name="connsiteY590" fmla="*/ 247622 h 519126"/>
                <a:gd name="connsiteX591" fmla="*/ 13967 w 597604"/>
                <a:gd name="connsiteY591" fmla="*/ 249371 h 519126"/>
                <a:gd name="connsiteX592" fmla="*/ 15043 w 597604"/>
                <a:gd name="connsiteY592" fmla="*/ 250783 h 519126"/>
                <a:gd name="connsiteX593" fmla="*/ 14842 w 597604"/>
                <a:gd name="connsiteY593" fmla="*/ 253710 h 519126"/>
                <a:gd name="connsiteX594" fmla="*/ 13765 w 597604"/>
                <a:gd name="connsiteY594" fmla="*/ 255661 h 519126"/>
                <a:gd name="connsiteX595" fmla="*/ 12452 w 597604"/>
                <a:gd name="connsiteY595" fmla="*/ 256973 h 519126"/>
                <a:gd name="connsiteX596" fmla="*/ 11813 w 597604"/>
                <a:gd name="connsiteY596" fmla="*/ 257949 h 519126"/>
                <a:gd name="connsiteX597" fmla="*/ 10938 w 597604"/>
                <a:gd name="connsiteY597" fmla="*/ 258588 h 519126"/>
                <a:gd name="connsiteX598" fmla="*/ 10265 w 597604"/>
                <a:gd name="connsiteY598" fmla="*/ 261077 h 519126"/>
                <a:gd name="connsiteX599" fmla="*/ 10063 w 597604"/>
                <a:gd name="connsiteY599" fmla="*/ 263365 h 519126"/>
                <a:gd name="connsiteX600" fmla="*/ 9625 w 597604"/>
                <a:gd name="connsiteY600" fmla="*/ 267267 h 519126"/>
                <a:gd name="connsiteX601" fmla="*/ 9524 w 597604"/>
                <a:gd name="connsiteY601" fmla="*/ 270866 h 519126"/>
                <a:gd name="connsiteX602" fmla="*/ 8885 w 597604"/>
                <a:gd name="connsiteY602" fmla="*/ 274769 h 519126"/>
                <a:gd name="connsiteX603" fmla="*/ 9087 w 597604"/>
                <a:gd name="connsiteY603" fmla="*/ 277157 h 519126"/>
                <a:gd name="connsiteX604" fmla="*/ 12250 w 597604"/>
                <a:gd name="connsiteY604" fmla="*/ 279983 h 519126"/>
                <a:gd name="connsiteX605" fmla="*/ 15515 w 597604"/>
                <a:gd name="connsiteY605" fmla="*/ 286072 h 519126"/>
                <a:gd name="connsiteX606" fmla="*/ 17904 w 597604"/>
                <a:gd name="connsiteY606" fmla="*/ 288897 h 519126"/>
                <a:gd name="connsiteX607" fmla="*/ 22246 w 597604"/>
                <a:gd name="connsiteY607" fmla="*/ 291084 h 519126"/>
                <a:gd name="connsiteX608" fmla="*/ 27462 w 597604"/>
                <a:gd name="connsiteY608" fmla="*/ 291959 h 519126"/>
                <a:gd name="connsiteX609" fmla="*/ 32241 w 597604"/>
                <a:gd name="connsiteY609" fmla="*/ 291959 h 519126"/>
                <a:gd name="connsiteX610" fmla="*/ 35707 w 597604"/>
                <a:gd name="connsiteY610" fmla="*/ 291959 h 519126"/>
                <a:gd name="connsiteX611" fmla="*/ 40924 w 597604"/>
                <a:gd name="connsiteY611" fmla="*/ 291959 h 519126"/>
                <a:gd name="connsiteX612" fmla="*/ 42674 w 597604"/>
                <a:gd name="connsiteY612" fmla="*/ 291319 h 519126"/>
                <a:gd name="connsiteX613" fmla="*/ 43751 w 597604"/>
                <a:gd name="connsiteY613" fmla="*/ 288494 h 519126"/>
                <a:gd name="connsiteX614" fmla="*/ 45063 w 597604"/>
                <a:gd name="connsiteY614" fmla="*/ 286307 h 519126"/>
                <a:gd name="connsiteX615" fmla="*/ 46813 w 597604"/>
                <a:gd name="connsiteY615" fmla="*/ 284793 h 519126"/>
                <a:gd name="connsiteX616" fmla="*/ 47251 w 597604"/>
                <a:gd name="connsiteY616" fmla="*/ 283279 h 519126"/>
                <a:gd name="connsiteX617" fmla="*/ 49203 w 597604"/>
                <a:gd name="connsiteY617" fmla="*/ 283044 h 519126"/>
                <a:gd name="connsiteX618" fmla="*/ 51592 w 597604"/>
                <a:gd name="connsiteY618" fmla="*/ 283279 h 519126"/>
                <a:gd name="connsiteX619" fmla="*/ 56607 w 597604"/>
                <a:gd name="connsiteY619" fmla="*/ 283279 h 519126"/>
                <a:gd name="connsiteX620" fmla="*/ 58794 w 597604"/>
                <a:gd name="connsiteY620" fmla="*/ 283279 h 519126"/>
                <a:gd name="connsiteX621" fmla="*/ 63371 w 597604"/>
                <a:gd name="connsiteY621" fmla="*/ 283481 h 519126"/>
                <a:gd name="connsiteX622" fmla="*/ 64886 w 597604"/>
                <a:gd name="connsiteY622" fmla="*/ 282842 h 519126"/>
                <a:gd name="connsiteX623" fmla="*/ 68352 w 597604"/>
                <a:gd name="connsiteY623" fmla="*/ 281328 h 519126"/>
                <a:gd name="connsiteX624" fmla="*/ 70977 w 597604"/>
                <a:gd name="connsiteY624" fmla="*/ 278940 h 519126"/>
                <a:gd name="connsiteX625" fmla="*/ 72054 w 597604"/>
                <a:gd name="connsiteY625" fmla="*/ 276989 h 519126"/>
                <a:gd name="connsiteX626" fmla="*/ 73131 w 597604"/>
                <a:gd name="connsiteY626" fmla="*/ 275038 h 519126"/>
                <a:gd name="connsiteX627" fmla="*/ 73131 w 597604"/>
                <a:gd name="connsiteY627" fmla="*/ 273726 h 519126"/>
                <a:gd name="connsiteX628" fmla="*/ 74444 w 597604"/>
                <a:gd name="connsiteY628" fmla="*/ 272414 h 519126"/>
                <a:gd name="connsiteX629" fmla="*/ 75958 w 597604"/>
                <a:gd name="connsiteY629" fmla="*/ 271775 h 519126"/>
                <a:gd name="connsiteX630" fmla="*/ 77910 w 597604"/>
                <a:gd name="connsiteY630" fmla="*/ 270025 h 519126"/>
                <a:gd name="connsiteX631" fmla="*/ 79660 w 597604"/>
                <a:gd name="connsiteY631" fmla="*/ 270227 h 519126"/>
                <a:gd name="connsiteX632" fmla="*/ 83800 w 597604"/>
                <a:gd name="connsiteY632" fmla="*/ 271304 h 519126"/>
                <a:gd name="connsiteX633" fmla="*/ 86088 w 597604"/>
                <a:gd name="connsiteY633" fmla="*/ 273692 h 519126"/>
                <a:gd name="connsiteX634" fmla="*/ 87064 w 597604"/>
                <a:gd name="connsiteY634" fmla="*/ 276955 h 519126"/>
                <a:gd name="connsiteX635" fmla="*/ 87064 w 597604"/>
                <a:gd name="connsiteY635" fmla="*/ 280655 h 519126"/>
                <a:gd name="connsiteX636" fmla="*/ 85314 w 597604"/>
                <a:gd name="connsiteY636" fmla="*/ 281967 h 519126"/>
                <a:gd name="connsiteX637" fmla="*/ 85314 w 597604"/>
                <a:gd name="connsiteY637" fmla="*/ 284154 h 519126"/>
                <a:gd name="connsiteX638" fmla="*/ 89016 w 597604"/>
                <a:gd name="connsiteY638" fmla="*/ 285903 h 519126"/>
                <a:gd name="connsiteX639" fmla="*/ 92483 w 597604"/>
                <a:gd name="connsiteY639" fmla="*/ 287215 h 519126"/>
                <a:gd name="connsiteX640" fmla="*/ 94435 w 597604"/>
                <a:gd name="connsiteY640" fmla="*/ 289166 h 519126"/>
                <a:gd name="connsiteX641" fmla="*/ 99214 w 597604"/>
                <a:gd name="connsiteY641" fmla="*/ 293068 h 519126"/>
                <a:gd name="connsiteX642" fmla="*/ 99214 w 597604"/>
                <a:gd name="connsiteY642" fmla="*/ 299796 h 519126"/>
                <a:gd name="connsiteX643" fmla="*/ 103791 w 597604"/>
                <a:gd name="connsiteY643" fmla="*/ 303699 h 519126"/>
                <a:gd name="connsiteX644" fmla="*/ 104868 w 597604"/>
                <a:gd name="connsiteY644" fmla="*/ 306289 h 519126"/>
                <a:gd name="connsiteX645" fmla="*/ 103791 w 597604"/>
                <a:gd name="connsiteY645" fmla="*/ 312142 h 519126"/>
                <a:gd name="connsiteX646" fmla="*/ 102478 w 597604"/>
                <a:gd name="connsiteY646" fmla="*/ 313891 h 519126"/>
                <a:gd name="connsiteX647" fmla="*/ 101839 w 597604"/>
                <a:gd name="connsiteY647" fmla="*/ 316280 h 519126"/>
                <a:gd name="connsiteX648" fmla="*/ 97497 w 597604"/>
                <a:gd name="connsiteY648" fmla="*/ 322571 h 519126"/>
                <a:gd name="connsiteX649" fmla="*/ 96420 w 597604"/>
                <a:gd name="connsiteY649" fmla="*/ 325127 h 519126"/>
                <a:gd name="connsiteX650" fmla="*/ 91641 w 597604"/>
                <a:gd name="connsiteY650" fmla="*/ 328659 h 519126"/>
                <a:gd name="connsiteX651" fmla="*/ 90564 w 597604"/>
                <a:gd name="connsiteY651" fmla="*/ 331048 h 519126"/>
                <a:gd name="connsiteX652" fmla="*/ 87939 w 597604"/>
                <a:gd name="connsiteY652" fmla="*/ 334748 h 519126"/>
                <a:gd name="connsiteX653" fmla="*/ 85987 w 597604"/>
                <a:gd name="connsiteY653" fmla="*/ 339323 h 519126"/>
                <a:gd name="connsiteX654" fmla="*/ 85550 w 597604"/>
                <a:gd name="connsiteY654" fmla="*/ 344537 h 519126"/>
                <a:gd name="connsiteX655" fmla="*/ 83800 w 597604"/>
                <a:gd name="connsiteY655" fmla="*/ 349987 h 519126"/>
                <a:gd name="connsiteX656" fmla="*/ 82285 w 597604"/>
                <a:gd name="connsiteY656" fmla="*/ 352375 h 519126"/>
                <a:gd name="connsiteX657" fmla="*/ 80771 w 597604"/>
                <a:gd name="connsiteY657" fmla="*/ 354965 h 519126"/>
                <a:gd name="connsiteX658" fmla="*/ 79694 w 597604"/>
                <a:gd name="connsiteY658" fmla="*/ 356715 h 519126"/>
                <a:gd name="connsiteX659" fmla="*/ 78180 w 597604"/>
                <a:gd name="connsiteY659" fmla="*/ 358666 h 519126"/>
                <a:gd name="connsiteX660" fmla="*/ 76429 w 597604"/>
                <a:gd name="connsiteY660" fmla="*/ 362131 h 519126"/>
                <a:gd name="connsiteX661" fmla="*/ 76665 w 597604"/>
                <a:gd name="connsiteY661" fmla="*/ 366268 h 519126"/>
                <a:gd name="connsiteX662" fmla="*/ 76665 w 597604"/>
                <a:gd name="connsiteY662" fmla="*/ 372794 h 519126"/>
                <a:gd name="connsiteX663" fmla="*/ 76026 w 597604"/>
                <a:gd name="connsiteY663" fmla="*/ 377571 h 519126"/>
                <a:gd name="connsiteX664" fmla="*/ 75386 w 597604"/>
                <a:gd name="connsiteY664" fmla="*/ 382348 h 519126"/>
                <a:gd name="connsiteX665" fmla="*/ 73199 w 597604"/>
                <a:gd name="connsiteY665" fmla="*/ 383862 h 519126"/>
                <a:gd name="connsiteX666" fmla="*/ 69497 w 597604"/>
                <a:gd name="connsiteY666" fmla="*/ 383660 h 519126"/>
                <a:gd name="connsiteX667" fmla="*/ 66434 w 597604"/>
                <a:gd name="connsiteY667" fmla="*/ 385174 h 519126"/>
                <a:gd name="connsiteX668" fmla="*/ 62732 w 597604"/>
                <a:gd name="connsiteY668" fmla="*/ 387562 h 519126"/>
                <a:gd name="connsiteX669" fmla="*/ 62093 w 597604"/>
                <a:gd name="connsiteY669" fmla="*/ 389312 h 519126"/>
                <a:gd name="connsiteX670" fmla="*/ 62530 w 597604"/>
                <a:gd name="connsiteY670" fmla="*/ 394324 h 519126"/>
                <a:gd name="connsiteX671" fmla="*/ 66670 w 597604"/>
                <a:gd name="connsiteY671" fmla="*/ 396712 h 519126"/>
                <a:gd name="connsiteX672" fmla="*/ 70372 w 597604"/>
                <a:gd name="connsiteY672" fmla="*/ 401926 h 519126"/>
                <a:gd name="connsiteX673" fmla="*/ 73199 w 597604"/>
                <a:gd name="connsiteY673" fmla="*/ 402566 h 519126"/>
                <a:gd name="connsiteX674" fmla="*/ 76463 w 597604"/>
                <a:gd name="connsiteY674" fmla="*/ 403877 h 519126"/>
                <a:gd name="connsiteX675" fmla="*/ 75824 w 597604"/>
                <a:gd name="connsiteY675" fmla="*/ 409966 h 519126"/>
                <a:gd name="connsiteX676" fmla="*/ 73199 w 597604"/>
                <a:gd name="connsiteY676" fmla="*/ 414743 h 519126"/>
                <a:gd name="connsiteX677" fmla="*/ 78213 w 597604"/>
                <a:gd name="connsiteY677" fmla="*/ 414104 h 519126"/>
                <a:gd name="connsiteX678" fmla="*/ 81242 w 597604"/>
                <a:gd name="connsiteY678" fmla="*/ 412590 h 519126"/>
                <a:gd name="connsiteX679" fmla="*/ 83867 w 597604"/>
                <a:gd name="connsiteY679" fmla="*/ 410404 h 519126"/>
                <a:gd name="connsiteX680" fmla="*/ 87132 w 597604"/>
                <a:gd name="connsiteY680" fmla="*/ 409529 h 519126"/>
                <a:gd name="connsiteX681" fmla="*/ 89757 w 597604"/>
                <a:gd name="connsiteY681" fmla="*/ 411480 h 519126"/>
                <a:gd name="connsiteX682" fmla="*/ 89992 w 597604"/>
                <a:gd name="connsiteY682" fmla="*/ 415820 h 519126"/>
                <a:gd name="connsiteX683" fmla="*/ 87603 w 597604"/>
                <a:gd name="connsiteY683" fmla="*/ 419116 h 519126"/>
                <a:gd name="connsiteX684" fmla="*/ 87165 w 597604"/>
                <a:gd name="connsiteY684" fmla="*/ 423624 h 519126"/>
                <a:gd name="connsiteX685" fmla="*/ 88680 w 597604"/>
                <a:gd name="connsiteY685" fmla="*/ 425575 h 519126"/>
                <a:gd name="connsiteX686" fmla="*/ 91507 w 597604"/>
                <a:gd name="connsiteY686" fmla="*/ 428603 h 519126"/>
                <a:gd name="connsiteX687" fmla="*/ 95411 w 597604"/>
                <a:gd name="connsiteY687" fmla="*/ 434456 h 519126"/>
                <a:gd name="connsiteX688" fmla="*/ 96050 w 597604"/>
                <a:gd name="connsiteY688" fmla="*/ 436844 h 519126"/>
                <a:gd name="connsiteX689" fmla="*/ 100627 w 597604"/>
                <a:gd name="connsiteY689" fmla="*/ 437181 h 519126"/>
                <a:gd name="connsiteX690" fmla="*/ 106719 w 597604"/>
                <a:gd name="connsiteY690" fmla="*/ 436205 h 519126"/>
                <a:gd name="connsiteX691" fmla="*/ 112372 w 597604"/>
                <a:gd name="connsiteY691" fmla="*/ 436205 h 519126"/>
                <a:gd name="connsiteX692" fmla="*/ 115401 w 597604"/>
                <a:gd name="connsiteY692" fmla="*/ 438795 h 519126"/>
                <a:gd name="connsiteX693" fmla="*/ 115200 w 597604"/>
                <a:gd name="connsiteY693" fmla="*/ 441419 h 519126"/>
                <a:gd name="connsiteX694" fmla="*/ 114964 w 597604"/>
                <a:gd name="connsiteY694" fmla="*/ 445557 h 519126"/>
                <a:gd name="connsiteX695" fmla="*/ 113651 w 597604"/>
                <a:gd name="connsiteY695" fmla="*/ 448383 h 519126"/>
                <a:gd name="connsiteX696" fmla="*/ 110387 w 597604"/>
                <a:gd name="connsiteY696" fmla="*/ 452520 h 519126"/>
                <a:gd name="connsiteX697" fmla="*/ 107997 w 597604"/>
                <a:gd name="connsiteY697" fmla="*/ 453597 h 519126"/>
                <a:gd name="connsiteX698" fmla="*/ 104969 w 597604"/>
                <a:gd name="connsiteY698" fmla="*/ 455548 h 519126"/>
                <a:gd name="connsiteX699" fmla="*/ 102142 w 597604"/>
                <a:gd name="connsiteY699" fmla="*/ 457062 h 519126"/>
                <a:gd name="connsiteX700" fmla="*/ 98877 w 597604"/>
                <a:gd name="connsiteY700" fmla="*/ 459888 h 519126"/>
                <a:gd name="connsiteX701" fmla="*/ 92786 w 597604"/>
                <a:gd name="connsiteY701" fmla="*/ 457701 h 519126"/>
                <a:gd name="connsiteX702" fmla="*/ 90396 w 597604"/>
                <a:gd name="connsiteY702" fmla="*/ 459013 h 519126"/>
                <a:gd name="connsiteX703" fmla="*/ 93425 w 597604"/>
                <a:gd name="connsiteY703" fmla="*/ 465102 h 519126"/>
                <a:gd name="connsiteX704" fmla="*/ 95175 w 597604"/>
                <a:gd name="connsiteY704" fmla="*/ 468365 h 519126"/>
                <a:gd name="connsiteX705" fmla="*/ 96488 w 597604"/>
                <a:gd name="connsiteY705" fmla="*/ 470114 h 519126"/>
                <a:gd name="connsiteX706" fmla="*/ 95848 w 597604"/>
                <a:gd name="connsiteY706" fmla="*/ 476203 h 519126"/>
                <a:gd name="connsiteX707" fmla="*/ 94973 w 597604"/>
                <a:gd name="connsiteY707" fmla="*/ 478793 h 519126"/>
                <a:gd name="connsiteX708" fmla="*/ 90834 w 597604"/>
                <a:gd name="connsiteY708" fmla="*/ 482493 h 519126"/>
                <a:gd name="connsiteX709" fmla="*/ 85382 w 597604"/>
                <a:gd name="connsiteY709" fmla="*/ 485756 h 519126"/>
                <a:gd name="connsiteX710" fmla="*/ 83430 w 597604"/>
                <a:gd name="connsiteY710" fmla="*/ 489019 h 519126"/>
                <a:gd name="connsiteX711" fmla="*/ 81680 w 597604"/>
                <a:gd name="connsiteY711" fmla="*/ 494032 h 519126"/>
                <a:gd name="connsiteX712" fmla="*/ 81175 w 597604"/>
                <a:gd name="connsiteY712" fmla="*/ 498237 h 519126"/>
                <a:gd name="connsiteX713" fmla="*/ 83430 w 597604"/>
                <a:gd name="connsiteY713" fmla="*/ 500995 h 519126"/>
                <a:gd name="connsiteX714" fmla="*/ 85617 w 597604"/>
                <a:gd name="connsiteY714" fmla="*/ 502072 h 519126"/>
                <a:gd name="connsiteX715" fmla="*/ 87569 w 597604"/>
                <a:gd name="connsiteY715" fmla="*/ 504258 h 519126"/>
                <a:gd name="connsiteX716" fmla="*/ 90968 w 597604"/>
                <a:gd name="connsiteY716" fmla="*/ 508598 h 519126"/>
                <a:gd name="connsiteX717" fmla="*/ 93593 w 597604"/>
                <a:gd name="connsiteY717" fmla="*/ 510986 h 519126"/>
                <a:gd name="connsiteX718" fmla="*/ 96790 w 597604"/>
                <a:gd name="connsiteY718" fmla="*/ 513879 h 519126"/>
                <a:gd name="connsiteX719" fmla="*/ 98036 w 597604"/>
                <a:gd name="connsiteY719" fmla="*/ 513946 h 519126"/>
                <a:gd name="connsiteX720" fmla="*/ 100795 w 597604"/>
                <a:gd name="connsiteY720" fmla="*/ 513307 h 519126"/>
                <a:gd name="connsiteX721" fmla="*/ 104127 w 597604"/>
                <a:gd name="connsiteY721" fmla="*/ 511222 h 519126"/>
                <a:gd name="connsiteX722" fmla="*/ 107897 w 597604"/>
                <a:gd name="connsiteY722" fmla="*/ 509775 h 519126"/>
                <a:gd name="connsiteX723" fmla="*/ 110589 w 597604"/>
                <a:gd name="connsiteY723" fmla="*/ 509439 h 519126"/>
                <a:gd name="connsiteX724" fmla="*/ 113281 w 597604"/>
                <a:gd name="connsiteY724" fmla="*/ 509270 h 519126"/>
                <a:gd name="connsiteX725" fmla="*/ 115906 w 597604"/>
                <a:gd name="connsiteY725" fmla="*/ 509270 h 519126"/>
                <a:gd name="connsiteX726" fmla="*/ 117051 w 597604"/>
                <a:gd name="connsiteY726" fmla="*/ 508194 h 519126"/>
                <a:gd name="connsiteX727" fmla="*/ 117757 w 597604"/>
                <a:gd name="connsiteY727" fmla="*/ 504561 h 519126"/>
                <a:gd name="connsiteX728" fmla="*/ 118498 w 597604"/>
                <a:gd name="connsiteY728" fmla="*/ 502374 h 519126"/>
                <a:gd name="connsiteX729" fmla="*/ 119743 w 597604"/>
                <a:gd name="connsiteY729" fmla="*/ 500356 h 519126"/>
                <a:gd name="connsiteX730" fmla="*/ 120988 w 597604"/>
                <a:gd name="connsiteY730" fmla="*/ 498977 h 519126"/>
                <a:gd name="connsiteX731" fmla="*/ 123748 w 597604"/>
                <a:gd name="connsiteY731" fmla="*/ 496723 h 519126"/>
                <a:gd name="connsiteX732" fmla="*/ 125060 w 597604"/>
                <a:gd name="connsiteY732" fmla="*/ 495041 h 519126"/>
                <a:gd name="connsiteX733" fmla="*/ 133171 w 597604"/>
                <a:gd name="connsiteY733" fmla="*/ 487068 h 519126"/>
                <a:gd name="connsiteX734" fmla="*/ 135931 w 597604"/>
                <a:gd name="connsiteY734" fmla="*/ 483301 h 519126"/>
                <a:gd name="connsiteX735" fmla="*/ 135628 w 597604"/>
                <a:gd name="connsiteY735" fmla="*/ 482594 h 519126"/>
                <a:gd name="connsiteX736" fmla="*/ 133474 w 597604"/>
                <a:gd name="connsiteY736" fmla="*/ 480845 h 519126"/>
                <a:gd name="connsiteX737" fmla="*/ 132296 w 597604"/>
                <a:gd name="connsiteY737" fmla="*/ 478524 h 519126"/>
                <a:gd name="connsiteX738" fmla="*/ 134315 w 597604"/>
                <a:gd name="connsiteY738" fmla="*/ 477515 h 519126"/>
                <a:gd name="connsiteX739" fmla="*/ 140541 w 597604"/>
                <a:gd name="connsiteY739" fmla="*/ 475496 h 519126"/>
                <a:gd name="connsiteX740" fmla="*/ 143133 w 597604"/>
                <a:gd name="connsiteY740" fmla="*/ 473478 h 519126"/>
                <a:gd name="connsiteX741" fmla="*/ 146027 w 597604"/>
                <a:gd name="connsiteY741" fmla="*/ 471594 h 519126"/>
                <a:gd name="connsiteX742" fmla="*/ 150671 w 597604"/>
                <a:gd name="connsiteY742" fmla="*/ 467692 h 519126"/>
                <a:gd name="connsiteX743" fmla="*/ 151816 w 597604"/>
                <a:gd name="connsiteY743" fmla="*/ 466548 h 519126"/>
                <a:gd name="connsiteX744" fmla="*/ 155013 w 597604"/>
                <a:gd name="connsiteY744" fmla="*/ 468297 h 519126"/>
                <a:gd name="connsiteX745" fmla="*/ 157470 w 597604"/>
                <a:gd name="connsiteY745" fmla="*/ 470888 h 519126"/>
                <a:gd name="connsiteX746" fmla="*/ 158042 w 597604"/>
                <a:gd name="connsiteY746" fmla="*/ 474353 h 519126"/>
                <a:gd name="connsiteX747" fmla="*/ 157907 w 597604"/>
                <a:gd name="connsiteY747" fmla="*/ 477380 h 519126"/>
                <a:gd name="connsiteX748" fmla="*/ 158042 w 597604"/>
                <a:gd name="connsiteY748" fmla="*/ 480139 h 519126"/>
                <a:gd name="connsiteX749" fmla="*/ 161811 w 597604"/>
                <a:gd name="connsiteY749" fmla="*/ 481148 h 519126"/>
                <a:gd name="connsiteX750" fmla="*/ 167028 w 597604"/>
                <a:gd name="connsiteY750" fmla="*/ 481013 h 519126"/>
                <a:gd name="connsiteX751" fmla="*/ 171807 w 597604"/>
                <a:gd name="connsiteY751" fmla="*/ 479264 h 519126"/>
                <a:gd name="connsiteX752" fmla="*/ 173994 w 597604"/>
                <a:gd name="connsiteY752" fmla="*/ 478120 h 519126"/>
                <a:gd name="connsiteX753" fmla="*/ 178470 w 597604"/>
                <a:gd name="connsiteY753" fmla="*/ 477818 h 519126"/>
                <a:gd name="connsiteX754" fmla="*/ 180052 w 597604"/>
                <a:gd name="connsiteY754" fmla="*/ 479264 h 519126"/>
                <a:gd name="connsiteX755" fmla="*/ 178739 w 597604"/>
                <a:gd name="connsiteY755" fmla="*/ 481888 h 519126"/>
                <a:gd name="connsiteX756" fmla="*/ 177999 w 597604"/>
                <a:gd name="connsiteY756" fmla="*/ 483032 h 519126"/>
                <a:gd name="connsiteX757" fmla="*/ 178436 w 597604"/>
                <a:gd name="connsiteY757" fmla="*/ 486665 h 519126"/>
                <a:gd name="connsiteX758" fmla="*/ 180018 w 597604"/>
                <a:gd name="connsiteY758" fmla="*/ 489423 h 519126"/>
                <a:gd name="connsiteX759" fmla="*/ 183047 w 597604"/>
                <a:gd name="connsiteY759" fmla="*/ 493056 h 519126"/>
                <a:gd name="connsiteX760" fmla="*/ 185067 w 597604"/>
                <a:gd name="connsiteY760" fmla="*/ 495377 h 519126"/>
                <a:gd name="connsiteX761" fmla="*/ 189139 w 597604"/>
                <a:gd name="connsiteY761" fmla="*/ 498136 h 519126"/>
                <a:gd name="connsiteX762" fmla="*/ 194927 w 597604"/>
                <a:gd name="connsiteY762" fmla="*/ 499145 h 519126"/>
                <a:gd name="connsiteX763" fmla="*/ 199134 w 597604"/>
                <a:gd name="connsiteY763" fmla="*/ 499414 h 519126"/>
                <a:gd name="connsiteX764" fmla="*/ 201019 w 597604"/>
                <a:gd name="connsiteY764" fmla="*/ 500289 h 519126"/>
                <a:gd name="connsiteX765" fmla="*/ 207110 w 597604"/>
                <a:gd name="connsiteY765" fmla="*/ 504359 h 519126"/>
                <a:gd name="connsiteX766" fmla="*/ 208423 w 597604"/>
                <a:gd name="connsiteY766" fmla="*/ 505234 h 519126"/>
                <a:gd name="connsiteX767" fmla="*/ 210307 w 597604"/>
                <a:gd name="connsiteY767" fmla="*/ 507824 h 519126"/>
                <a:gd name="connsiteX768" fmla="*/ 211452 w 597604"/>
                <a:gd name="connsiteY768" fmla="*/ 509270 h 519126"/>
                <a:gd name="connsiteX769" fmla="*/ 216533 w 597604"/>
                <a:gd name="connsiteY769" fmla="*/ 509573 h 519126"/>
                <a:gd name="connsiteX770" fmla="*/ 221312 w 597604"/>
                <a:gd name="connsiteY770" fmla="*/ 508699 h 519126"/>
                <a:gd name="connsiteX771" fmla="*/ 224207 w 597604"/>
                <a:gd name="connsiteY771" fmla="*/ 508127 h 519126"/>
                <a:gd name="connsiteX772" fmla="*/ 226226 w 597604"/>
                <a:gd name="connsiteY772" fmla="*/ 508261 h 519126"/>
                <a:gd name="connsiteX773" fmla="*/ 228414 w 597604"/>
                <a:gd name="connsiteY773" fmla="*/ 512904 h 519126"/>
                <a:gd name="connsiteX774" fmla="*/ 229861 w 597604"/>
                <a:gd name="connsiteY774" fmla="*/ 516368 h 519126"/>
                <a:gd name="connsiteX775" fmla="*/ 233630 w 597604"/>
                <a:gd name="connsiteY775" fmla="*/ 518252 h 519126"/>
                <a:gd name="connsiteX776" fmla="*/ 238140 w 597604"/>
                <a:gd name="connsiteY776" fmla="*/ 519127 h 519126"/>
                <a:gd name="connsiteX777" fmla="*/ 243356 w 597604"/>
                <a:gd name="connsiteY777" fmla="*/ 517680 h 519126"/>
                <a:gd name="connsiteX778" fmla="*/ 248573 w 597604"/>
                <a:gd name="connsiteY778" fmla="*/ 510145 h 519126"/>
                <a:gd name="connsiteX779" fmla="*/ 250895 w 597604"/>
                <a:gd name="connsiteY779" fmla="*/ 507387 h 519126"/>
                <a:gd name="connsiteX780" fmla="*/ 254361 w 597604"/>
                <a:gd name="connsiteY780" fmla="*/ 499986 h 519126"/>
                <a:gd name="connsiteX781" fmla="*/ 258433 w 597604"/>
                <a:gd name="connsiteY781" fmla="*/ 497530 h 519126"/>
                <a:gd name="connsiteX782" fmla="*/ 257121 w 597604"/>
                <a:gd name="connsiteY782" fmla="*/ 492013 h 519126"/>
                <a:gd name="connsiteX783" fmla="*/ 253217 w 597604"/>
                <a:gd name="connsiteY783" fmla="*/ 487808 h 519126"/>
                <a:gd name="connsiteX784" fmla="*/ 251770 w 597604"/>
                <a:gd name="connsiteY784" fmla="*/ 486362 h 519126"/>
                <a:gd name="connsiteX785" fmla="*/ 253217 w 597604"/>
                <a:gd name="connsiteY785" fmla="*/ 482594 h 519126"/>
                <a:gd name="connsiteX786" fmla="*/ 255539 w 597604"/>
                <a:gd name="connsiteY786" fmla="*/ 481148 h 519126"/>
                <a:gd name="connsiteX787" fmla="*/ 260318 w 597604"/>
                <a:gd name="connsiteY787" fmla="*/ 480576 h 519126"/>
                <a:gd name="connsiteX788" fmla="*/ 271761 w 597604"/>
                <a:gd name="connsiteY788" fmla="*/ 480273 h 519126"/>
                <a:gd name="connsiteX789" fmla="*/ 275227 w 597604"/>
                <a:gd name="connsiteY789" fmla="*/ 477818 h 519126"/>
                <a:gd name="connsiteX790" fmla="*/ 277549 w 597604"/>
                <a:gd name="connsiteY790" fmla="*/ 475362 h 519126"/>
                <a:gd name="connsiteX791" fmla="*/ 279871 w 597604"/>
                <a:gd name="connsiteY791" fmla="*/ 473915 h 519126"/>
                <a:gd name="connsiteX792" fmla="*/ 285963 w 597604"/>
                <a:gd name="connsiteY792" fmla="*/ 470450 h 519126"/>
                <a:gd name="connsiteX793" fmla="*/ 290607 w 597604"/>
                <a:gd name="connsiteY793" fmla="*/ 468701 h 519126"/>
                <a:gd name="connsiteX794" fmla="*/ 293199 w 597604"/>
                <a:gd name="connsiteY794" fmla="*/ 467692 h 519126"/>
                <a:gd name="connsiteX795" fmla="*/ 296530 w 597604"/>
                <a:gd name="connsiteY795" fmla="*/ 465808 h 519126"/>
                <a:gd name="connsiteX796" fmla="*/ 302184 w 597604"/>
                <a:gd name="connsiteY796" fmla="*/ 462041 h 519126"/>
                <a:gd name="connsiteX797" fmla="*/ 304507 w 597604"/>
                <a:gd name="connsiteY797" fmla="*/ 460291 h 519126"/>
                <a:gd name="connsiteX798" fmla="*/ 308713 w 597604"/>
                <a:gd name="connsiteY798" fmla="*/ 460291 h 519126"/>
                <a:gd name="connsiteX799" fmla="*/ 316824 w 597604"/>
                <a:gd name="connsiteY799" fmla="*/ 459147 h 519126"/>
                <a:gd name="connsiteX800" fmla="*/ 325372 w 597604"/>
                <a:gd name="connsiteY800" fmla="*/ 458407 h 519126"/>
                <a:gd name="connsiteX801" fmla="*/ 327829 w 597604"/>
                <a:gd name="connsiteY801" fmla="*/ 456389 h 519126"/>
                <a:gd name="connsiteX802" fmla="*/ 329276 w 597604"/>
                <a:gd name="connsiteY802" fmla="*/ 455649 h 519126"/>
                <a:gd name="connsiteX803" fmla="*/ 334493 w 597604"/>
                <a:gd name="connsiteY803" fmla="*/ 450569 h 519126"/>
                <a:gd name="connsiteX804" fmla="*/ 336815 w 597604"/>
                <a:gd name="connsiteY804" fmla="*/ 447542 h 519126"/>
                <a:gd name="connsiteX805" fmla="*/ 337252 w 597604"/>
                <a:gd name="connsiteY805" fmla="*/ 443202 h 519126"/>
                <a:gd name="connsiteX806" fmla="*/ 337118 w 597604"/>
                <a:gd name="connsiteY806" fmla="*/ 438728 h 519126"/>
                <a:gd name="connsiteX807" fmla="*/ 335805 w 597604"/>
                <a:gd name="connsiteY807" fmla="*/ 435970 h 519126"/>
                <a:gd name="connsiteX808" fmla="*/ 334055 w 597604"/>
                <a:gd name="connsiteY808" fmla="*/ 431630 h 519126"/>
                <a:gd name="connsiteX809" fmla="*/ 334762 w 597604"/>
                <a:gd name="connsiteY809" fmla="*/ 427291 h 519126"/>
                <a:gd name="connsiteX810" fmla="*/ 339272 w 597604"/>
                <a:gd name="connsiteY810" fmla="*/ 423826 h 519126"/>
                <a:gd name="connsiteX811" fmla="*/ 341897 w 597604"/>
                <a:gd name="connsiteY811" fmla="*/ 420495 h 519126"/>
                <a:gd name="connsiteX812" fmla="*/ 346810 w 597604"/>
                <a:gd name="connsiteY812" fmla="*/ 417165 h 519126"/>
                <a:gd name="connsiteX813" fmla="*/ 353777 w 597604"/>
                <a:gd name="connsiteY813" fmla="*/ 414407 h 519126"/>
                <a:gd name="connsiteX814" fmla="*/ 360306 w 597604"/>
                <a:gd name="connsiteY814" fmla="*/ 414407 h 519126"/>
                <a:gd name="connsiteX815" fmla="*/ 362931 w 597604"/>
                <a:gd name="connsiteY815" fmla="*/ 415147 h 519126"/>
                <a:gd name="connsiteX816" fmla="*/ 366397 w 597604"/>
                <a:gd name="connsiteY816" fmla="*/ 418914 h 519126"/>
                <a:gd name="connsiteX817" fmla="*/ 371311 w 597604"/>
                <a:gd name="connsiteY817" fmla="*/ 424263 h 519126"/>
                <a:gd name="connsiteX818" fmla="*/ 373768 w 597604"/>
                <a:gd name="connsiteY818" fmla="*/ 430184 h 519126"/>
                <a:gd name="connsiteX819" fmla="*/ 374912 w 597604"/>
                <a:gd name="connsiteY819" fmla="*/ 436272 h 519126"/>
                <a:gd name="connsiteX820" fmla="*/ 381878 w 597604"/>
                <a:gd name="connsiteY820" fmla="*/ 441924 h 519126"/>
                <a:gd name="connsiteX821" fmla="*/ 381744 w 597604"/>
                <a:gd name="connsiteY821" fmla="*/ 447878 h 519126"/>
                <a:gd name="connsiteX822" fmla="*/ 384638 w 597604"/>
                <a:gd name="connsiteY822" fmla="*/ 452790 h 519126"/>
                <a:gd name="connsiteX823" fmla="*/ 388273 w 597604"/>
                <a:gd name="connsiteY823" fmla="*/ 453664 h 519126"/>
                <a:gd name="connsiteX824" fmla="*/ 391907 w 597604"/>
                <a:gd name="connsiteY824" fmla="*/ 453227 h 519126"/>
                <a:gd name="connsiteX825" fmla="*/ 394802 w 597604"/>
                <a:gd name="connsiteY825" fmla="*/ 452790 h 519126"/>
                <a:gd name="connsiteX826" fmla="*/ 398706 w 597604"/>
                <a:gd name="connsiteY826" fmla="*/ 450771 h 519126"/>
                <a:gd name="connsiteX827" fmla="*/ 401297 w 597604"/>
                <a:gd name="connsiteY827" fmla="*/ 448013 h 519126"/>
                <a:gd name="connsiteX828" fmla="*/ 402744 w 597604"/>
                <a:gd name="connsiteY828" fmla="*/ 447138 h 519126"/>
                <a:gd name="connsiteX829" fmla="*/ 408398 w 597604"/>
                <a:gd name="connsiteY829" fmla="*/ 449459 h 519126"/>
                <a:gd name="connsiteX830" fmla="*/ 409273 w 597604"/>
                <a:gd name="connsiteY830" fmla="*/ 453361 h 519126"/>
                <a:gd name="connsiteX831" fmla="*/ 410855 w 597604"/>
                <a:gd name="connsiteY831" fmla="*/ 456995 h 519126"/>
                <a:gd name="connsiteX832" fmla="*/ 413446 w 597604"/>
                <a:gd name="connsiteY832" fmla="*/ 460897 h 519126"/>
                <a:gd name="connsiteX833" fmla="*/ 416778 w 597604"/>
                <a:gd name="connsiteY833" fmla="*/ 462209 h 519126"/>
                <a:gd name="connsiteX834" fmla="*/ 421423 w 597604"/>
                <a:gd name="connsiteY834" fmla="*/ 463790 h 519126"/>
                <a:gd name="connsiteX835" fmla="*/ 424620 w 597604"/>
                <a:gd name="connsiteY835" fmla="*/ 464362 h 519126"/>
                <a:gd name="connsiteX836" fmla="*/ 428086 w 597604"/>
                <a:gd name="connsiteY836" fmla="*/ 463655 h 519126"/>
                <a:gd name="connsiteX837" fmla="*/ 434750 w 597604"/>
                <a:gd name="connsiteY837" fmla="*/ 462343 h 519126"/>
                <a:gd name="connsiteX838" fmla="*/ 440538 w 597604"/>
                <a:gd name="connsiteY838" fmla="*/ 461603 h 519126"/>
                <a:gd name="connsiteX839" fmla="*/ 446192 w 597604"/>
                <a:gd name="connsiteY839" fmla="*/ 459719 h 519126"/>
                <a:gd name="connsiteX840" fmla="*/ 449524 w 597604"/>
                <a:gd name="connsiteY840" fmla="*/ 456524 h 519126"/>
                <a:gd name="connsiteX841" fmla="*/ 453428 w 597604"/>
                <a:gd name="connsiteY841" fmla="*/ 453059 h 519126"/>
                <a:gd name="connsiteX842" fmla="*/ 454303 w 597604"/>
                <a:gd name="connsiteY842" fmla="*/ 449426 h 519126"/>
                <a:gd name="connsiteX843" fmla="*/ 453294 w 597604"/>
                <a:gd name="connsiteY843" fmla="*/ 444918 h 519126"/>
                <a:gd name="connsiteX844" fmla="*/ 453159 w 597604"/>
                <a:gd name="connsiteY844" fmla="*/ 441150 h 519126"/>
                <a:gd name="connsiteX845" fmla="*/ 454337 w 597604"/>
                <a:gd name="connsiteY845" fmla="*/ 436071 h 519126"/>
                <a:gd name="connsiteX846" fmla="*/ 455649 w 597604"/>
                <a:gd name="connsiteY846" fmla="*/ 433884 h 519126"/>
                <a:gd name="connsiteX847" fmla="*/ 458846 w 597604"/>
                <a:gd name="connsiteY847" fmla="*/ 429107 h 519126"/>
                <a:gd name="connsiteX848" fmla="*/ 464063 w 597604"/>
                <a:gd name="connsiteY848" fmla="*/ 424600 h 519126"/>
                <a:gd name="connsiteX849" fmla="*/ 471467 w 597604"/>
                <a:gd name="connsiteY849" fmla="*/ 421404 h 519126"/>
                <a:gd name="connsiteX850" fmla="*/ 476381 w 597604"/>
                <a:gd name="connsiteY850" fmla="*/ 424162 h 519126"/>
                <a:gd name="connsiteX851" fmla="*/ 481866 w 597604"/>
                <a:gd name="connsiteY851" fmla="*/ 428064 h 519126"/>
                <a:gd name="connsiteX852" fmla="*/ 487520 w 597604"/>
                <a:gd name="connsiteY852" fmla="*/ 431967 h 519126"/>
                <a:gd name="connsiteX853" fmla="*/ 490280 w 597604"/>
                <a:gd name="connsiteY853" fmla="*/ 434725 h 519126"/>
                <a:gd name="connsiteX854" fmla="*/ 493914 w 597604"/>
                <a:gd name="connsiteY854" fmla="*/ 436609 h 519126"/>
                <a:gd name="connsiteX855" fmla="*/ 494924 w 597604"/>
                <a:gd name="connsiteY855" fmla="*/ 439805 h 519126"/>
                <a:gd name="connsiteX856" fmla="*/ 497381 w 597604"/>
                <a:gd name="connsiteY856" fmla="*/ 443572 h 519126"/>
                <a:gd name="connsiteX857" fmla="*/ 498694 w 597604"/>
                <a:gd name="connsiteY857" fmla="*/ 444144 h 519126"/>
                <a:gd name="connsiteX858" fmla="*/ 501453 w 597604"/>
                <a:gd name="connsiteY858" fmla="*/ 443572 h 519126"/>
                <a:gd name="connsiteX859" fmla="*/ 502328 w 597604"/>
                <a:gd name="connsiteY859" fmla="*/ 440948 h 519126"/>
                <a:gd name="connsiteX860" fmla="*/ 502900 w 597604"/>
                <a:gd name="connsiteY860" fmla="*/ 437181 h 519126"/>
                <a:gd name="connsiteX861" fmla="*/ 502766 w 597604"/>
                <a:gd name="connsiteY861" fmla="*/ 434860 h 519126"/>
                <a:gd name="connsiteX862" fmla="*/ 502766 w 597604"/>
                <a:gd name="connsiteY862" fmla="*/ 431799 h 519126"/>
                <a:gd name="connsiteX863" fmla="*/ 503069 w 597604"/>
                <a:gd name="connsiteY863" fmla="*/ 427594 h 519126"/>
                <a:gd name="connsiteX864" fmla="*/ 504819 w 597604"/>
                <a:gd name="connsiteY864" fmla="*/ 425407 h 519126"/>
                <a:gd name="connsiteX865" fmla="*/ 507006 w 597604"/>
                <a:gd name="connsiteY865" fmla="*/ 423389 h 519126"/>
                <a:gd name="connsiteX866" fmla="*/ 509766 w 597604"/>
                <a:gd name="connsiteY866" fmla="*/ 421067 h 519126"/>
                <a:gd name="connsiteX867" fmla="*/ 509900 w 597604"/>
                <a:gd name="connsiteY867" fmla="*/ 417165 h 519126"/>
                <a:gd name="connsiteX868" fmla="*/ 515252 w 597604"/>
                <a:gd name="connsiteY868" fmla="*/ 411245 h 519126"/>
                <a:gd name="connsiteX869" fmla="*/ 516564 w 597604"/>
                <a:gd name="connsiteY869" fmla="*/ 410505 h 519126"/>
                <a:gd name="connsiteX870" fmla="*/ 518449 w 597604"/>
                <a:gd name="connsiteY870" fmla="*/ 409630 h 519126"/>
                <a:gd name="connsiteX871" fmla="*/ 521343 w 597604"/>
                <a:gd name="connsiteY871" fmla="*/ 410942 h 519126"/>
                <a:gd name="connsiteX872" fmla="*/ 522656 w 597604"/>
                <a:gd name="connsiteY872" fmla="*/ 413398 h 519126"/>
                <a:gd name="connsiteX873" fmla="*/ 522521 w 597604"/>
                <a:gd name="connsiteY873" fmla="*/ 417468 h 519126"/>
                <a:gd name="connsiteX874" fmla="*/ 527165 w 597604"/>
                <a:gd name="connsiteY874" fmla="*/ 421942 h 519126"/>
                <a:gd name="connsiteX875" fmla="*/ 531641 w 597604"/>
                <a:gd name="connsiteY875" fmla="*/ 422077 h 519126"/>
                <a:gd name="connsiteX876" fmla="*/ 536993 w 597604"/>
                <a:gd name="connsiteY876" fmla="*/ 421639 h 519126"/>
                <a:gd name="connsiteX877" fmla="*/ 540896 w 597604"/>
                <a:gd name="connsiteY877" fmla="*/ 417434 h 519126"/>
                <a:gd name="connsiteX878" fmla="*/ 542041 w 597604"/>
                <a:gd name="connsiteY878" fmla="*/ 416863 h 519126"/>
                <a:gd name="connsiteX879" fmla="*/ 543791 w 597604"/>
                <a:gd name="connsiteY879" fmla="*/ 413835 h 519126"/>
                <a:gd name="connsiteX880" fmla="*/ 544935 w 597604"/>
                <a:gd name="connsiteY880" fmla="*/ 409630 h 519126"/>
                <a:gd name="connsiteX881" fmla="*/ 544800 w 597604"/>
                <a:gd name="connsiteY881" fmla="*/ 406602 h 519126"/>
                <a:gd name="connsiteX882" fmla="*/ 543925 w 597604"/>
                <a:gd name="connsiteY882" fmla="*/ 404012 h 519126"/>
                <a:gd name="connsiteX883" fmla="*/ 539719 w 597604"/>
                <a:gd name="connsiteY883" fmla="*/ 403003 h 519126"/>
                <a:gd name="connsiteX884" fmla="*/ 536084 w 597604"/>
                <a:gd name="connsiteY884" fmla="*/ 403877 h 519126"/>
                <a:gd name="connsiteX885" fmla="*/ 534132 w 597604"/>
                <a:gd name="connsiteY885" fmla="*/ 404180 h 519126"/>
                <a:gd name="connsiteX886" fmla="*/ 532314 w 597604"/>
                <a:gd name="connsiteY886" fmla="*/ 403608 h 519126"/>
                <a:gd name="connsiteX887" fmla="*/ 532314 w 597604"/>
                <a:gd name="connsiteY887" fmla="*/ 402296 h 519126"/>
                <a:gd name="connsiteX888" fmla="*/ 533055 w 597604"/>
                <a:gd name="connsiteY888" fmla="*/ 400547 h 519126"/>
                <a:gd name="connsiteX889" fmla="*/ 534502 w 597604"/>
                <a:gd name="connsiteY889" fmla="*/ 399235 h 519126"/>
                <a:gd name="connsiteX890" fmla="*/ 535949 w 597604"/>
                <a:gd name="connsiteY890" fmla="*/ 397923 h 519126"/>
                <a:gd name="connsiteX891" fmla="*/ 537531 w 597604"/>
                <a:gd name="connsiteY891" fmla="*/ 396914 h 519126"/>
                <a:gd name="connsiteX892" fmla="*/ 539685 w 597604"/>
                <a:gd name="connsiteY892" fmla="*/ 395602 h 519126"/>
                <a:gd name="connsiteX893" fmla="*/ 544026 w 597604"/>
                <a:gd name="connsiteY893" fmla="*/ 393281 h 519126"/>
                <a:gd name="connsiteX894" fmla="*/ 545473 w 597604"/>
                <a:gd name="connsiteY894" fmla="*/ 392406 h 519126"/>
                <a:gd name="connsiteX895" fmla="*/ 548233 w 597604"/>
                <a:gd name="connsiteY895" fmla="*/ 390657 h 519126"/>
                <a:gd name="connsiteX896" fmla="*/ 549848 w 597604"/>
                <a:gd name="connsiteY896" fmla="*/ 389782 h 519126"/>
                <a:gd name="connsiteX897" fmla="*/ 551868 w 597604"/>
                <a:gd name="connsiteY897" fmla="*/ 389211 h 519126"/>
                <a:gd name="connsiteX898" fmla="*/ 554055 w 597604"/>
                <a:gd name="connsiteY898" fmla="*/ 389211 h 519126"/>
                <a:gd name="connsiteX899" fmla="*/ 555200 w 597604"/>
                <a:gd name="connsiteY899" fmla="*/ 390085 h 519126"/>
                <a:gd name="connsiteX900" fmla="*/ 555906 w 597604"/>
                <a:gd name="connsiteY900" fmla="*/ 391532 h 519126"/>
                <a:gd name="connsiteX901" fmla="*/ 558094 w 597604"/>
                <a:gd name="connsiteY901" fmla="*/ 394290 h 519126"/>
                <a:gd name="connsiteX902" fmla="*/ 559978 w 597604"/>
                <a:gd name="connsiteY902" fmla="*/ 396174 h 519126"/>
                <a:gd name="connsiteX903" fmla="*/ 561863 w 597604"/>
                <a:gd name="connsiteY903" fmla="*/ 397183 h 519126"/>
                <a:gd name="connsiteX904" fmla="*/ 564185 w 597604"/>
                <a:gd name="connsiteY904" fmla="*/ 397923 h 519126"/>
                <a:gd name="connsiteX905" fmla="*/ 567786 w 597604"/>
                <a:gd name="connsiteY905" fmla="*/ 398361 h 519126"/>
                <a:gd name="connsiteX906" fmla="*/ 571421 w 597604"/>
                <a:gd name="connsiteY906" fmla="*/ 398933 h 519126"/>
                <a:gd name="connsiteX907" fmla="*/ 574450 w 597604"/>
                <a:gd name="connsiteY907" fmla="*/ 398495 h 519126"/>
                <a:gd name="connsiteX908" fmla="*/ 575762 w 597604"/>
                <a:gd name="connsiteY908" fmla="*/ 395737 h 519126"/>
                <a:gd name="connsiteX909" fmla="*/ 576772 w 597604"/>
                <a:gd name="connsiteY909" fmla="*/ 395299 h 519126"/>
                <a:gd name="connsiteX910" fmla="*/ 576638 w 597604"/>
                <a:gd name="connsiteY910" fmla="*/ 393146 h 519126"/>
                <a:gd name="connsiteX911" fmla="*/ 576503 w 597604"/>
                <a:gd name="connsiteY911" fmla="*/ 392137 h 519126"/>
                <a:gd name="connsiteX912" fmla="*/ 574753 w 597604"/>
                <a:gd name="connsiteY912" fmla="*/ 390119 h 519126"/>
                <a:gd name="connsiteX913" fmla="*/ 574450 w 597604"/>
                <a:gd name="connsiteY913" fmla="*/ 389244 h 519126"/>
                <a:gd name="connsiteX914" fmla="*/ 575762 w 597604"/>
                <a:gd name="connsiteY914" fmla="*/ 387360 h 519126"/>
                <a:gd name="connsiteX915" fmla="*/ 578085 w 597604"/>
                <a:gd name="connsiteY915" fmla="*/ 386048 h 519126"/>
                <a:gd name="connsiteX916" fmla="*/ 578657 w 597604"/>
                <a:gd name="connsiteY916" fmla="*/ 384165 h 519126"/>
                <a:gd name="connsiteX917" fmla="*/ 579801 w 597604"/>
                <a:gd name="connsiteY917" fmla="*/ 380969 h 519126"/>
                <a:gd name="connsiteX918" fmla="*/ 581989 w 597604"/>
                <a:gd name="connsiteY918" fmla="*/ 377504 h 519126"/>
                <a:gd name="connsiteX919" fmla="*/ 584883 w 597604"/>
                <a:gd name="connsiteY919" fmla="*/ 374308 h 519126"/>
                <a:gd name="connsiteX920" fmla="*/ 587071 w 597604"/>
                <a:gd name="connsiteY920" fmla="*/ 371550 h 519126"/>
                <a:gd name="connsiteX921" fmla="*/ 587373 w 597604"/>
                <a:gd name="connsiteY921" fmla="*/ 364317 h 519126"/>
                <a:gd name="connsiteX922" fmla="*/ 589696 w 597604"/>
                <a:gd name="connsiteY922" fmla="*/ 363174 h 519126"/>
                <a:gd name="connsiteX923" fmla="*/ 592287 w 597604"/>
                <a:gd name="connsiteY923" fmla="*/ 363174 h 519126"/>
                <a:gd name="connsiteX924" fmla="*/ 593162 w 597604"/>
                <a:gd name="connsiteY924" fmla="*/ 363005 h 519126"/>
                <a:gd name="connsiteX925" fmla="*/ 592758 w 597604"/>
                <a:gd name="connsiteY925" fmla="*/ 357320 h 519126"/>
                <a:gd name="connsiteX926" fmla="*/ 592758 w 597604"/>
                <a:gd name="connsiteY926" fmla="*/ 357320 h 51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Lst>
              <a:rect l="l" t="t" r="r" b="b"/>
              <a:pathLst>
                <a:path w="597604" h="519126">
                  <a:moveTo>
                    <a:pt x="592758" y="357320"/>
                  </a:moveTo>
                  <a:lnTo>
                    <a:pt x="590739" y="350660"/>
                  </a:lnTo>
                  <a:lnTo>
                    <a:pt x="583200" y="346589"/>
                  </a:lnTo>
                  <a:cubicBezTo>
                    <a:pt x="583200" y="346589"/>
                    <a:pt x="584075" y="343393"/>
                    <a:pt x="584344" y="342552"/>
                  </a:cubicBezTo>
                  <a:cubicBezTo>
                    <a:pt x="584647" y="341678"/>
                    <a:pt x="590705" y="338348"/>
                    <a:pt x="590705" y="338348"/>
                  </a:cubicBezTo>
                  <a:lnTo>
                    <a:pt x="587945" y="335589"/>
                  </a:lnTo>
                  <a:lnTo>
                    <a:pt x="583167" y="335589"/>
                  </a:lnTo>
                  <a:lnTo>
                    <a:pt x="579969" y="338785"/>
                  </a:lnTo>
                  <a:cubicBezTo>
                    <a:pt x="579969" y="338785"/>
                    <a:pt x="578219" y="341678"/>
                    <a:pt x="577344" y="341981"/>
                  </a:cubicBezTo>
                  <a:cubicBezTo>
                    <a:pt x="576469" y="342283"/>
                    <a:pt x="572431" y="338213"/>
                    <a:pt x="572431" y="338213"/>
                  </a:cubicBezTo>
                  <a:cubicBezTo>
                    <a:pt x="572431" y="338213"/>
                    <a:pt x="570681" y="338516"/>
                    <a:pt x="570984" y="335623"/>
                  </a:cubicBezTo>
                  <a:cubicBezTo>
                    <a:pt x="571287" y="332730"/>
                    <a:pt x="570950" y="327818"/>
                    <a:pt x="570950" y="327818"/>
                  </a:cubicBezTo>
                  <a:lnTo>
                    <a:pt x="573306" y="322032"/>
                  </a:lnTo>
                  <a:lnTo>
                    <a:pt x="576772" y="317121"/>
                  </a:lnTo>
                  <a:lnTo>
                    <a:pt x="579969" y="312781"/>
                  </a:lnTo>
                  <a:cubicBezTo>
                    <a:pt x="579969" y="312781"/>
                    <a:pt x="582830" y="308139"/>
                    <a:pt x="581820" y="306995"/>
                  </a:cubicBezTo>
                  <a:cubicBezTo>
                    <a:pt x="580811" y="305852"/>
                    <a:pt x="583974" y="305246"/>
                    <a:pt x="581820" y="304102"/>
                  </a:cubicBezTo>
                  <a:cubicBezTo>
                    <a:pt x="579667" y="302959"/>
                    <a:pt x="577041" y="297442"/>
                    <a:pt x="577041" y="297442"/>
                  </a:cubicBezTo>
                  <a:cubicBezTo>
                    <a:pt x="577041" y="297442"/>
                    <a:pt x="574719" y="294851"/>
                    <a:pt x="573272" y="294549"/>
                  </a:cubicBezTo>
                  <a:cubicBezTo>
                    <a:pt x="571825" y="294246"/>
                    <a:pt x="570916" y="291925"/>
                    <a:pt x="570916" y="291925"/>
                  </a:cubicBezTo>
                  <a:lnTo>
                    <a:pt x="574719" y="288157"/>
                  </a:lnTo>
                  <a:lnTo>
                    <a:pt x="581787" y="284692"/>
                  </a:lnTo>
                  <a:lnTo>
                    <a:pt x="585724" y="283549"/>
                  </a:lnTo>
                  <a:cubicBezTo>
                    <a:pt x="585724" y="283549"/>
                    <a:pt x="586599" y="283549"/>
                    <a:pt x="589191" y="282102"/>
                  </a:cubicBezTo>
                  <a:cubicBezTo>
                    <a:pt x="591782" y="280655"/>
                    <a:pt x="595854" y="277460"/>
                    <a:pt x="595854" y="277460"/>
                  </a:cubicBezTo>
                  <a:lnTo>
                    <a:pt x="597604" y="273389"/>
                  </a:lnTo>
                  <a:lnTo>
                    <a:pt x="594407" y="270934"/>
                  </a:lnTo>
                  <a:lnTo>
                    <a:pt x="589763" y="269622"/>
                  </a:lnTo>
                  <a:lnTo>
                    <a:pt x="588316" y="269622"/>
                  </a:lnTo>
                  <a:cubicBezTo>
                    <a:pt x="588316" y="269622"/>
                    <a:pt x="587441" y="269050"/>
                    <a:pt x="588316" y="267301"/>
                  </a:cubicBezTo>
                  <a:cubicBezTo>
                    <a:pt x="589191" y="265551"/>
                    <a:pt x="590066" y="263836"/>
                    <a:pt x="590066" y="263836"/>
                  </a:cubicBezTo>
                  <a:lnTo>
                    <a:pt x="594138" y="260943"/>
                  </a:lnTo>
                  <a:lnTo>
                    <a:pt x="595282" y="260943"/>
                  </a:lnTo>
                  <a:lnTo>
                    <a:pt x="597604" y="257478"/>
                  </a:lnTo>
                  <a:lnTo>
                    <a:pt x="595854" y="253138"/>
                  </a:lnTo>
                  <a:lnTo>
                    <a:pt x="591513" y="249371"/>
                  </a:lnTo>
                  <a:lnTo>
                    <a:pt x="588046" y="245031"/>
                  </a:lnTo>
                  <a:lnTo>
                    <a:pt x="588619" y="240254"/>
                  </a:lnTo>
                  <a:lnTo>
                    <a:pt x="582224" y="236621"/>
                  </a:lnTo>
                  <a:lnTo>
                    <a:pt x="577883" y="236621"/>
                  </a:lnTo>
                  <a:lnTo>
                    <a:pt x="570882" y="238371"/>
                  </a:lnTo>
                  <a:lnTo>
                    <a:pt x="568325" y="238942"/>
                  </a:lnTo>
                  <a:lnTo>
                    <a:pt x="566003" y="242138"/>
                  </a:lnTo>
                  <a:lnTo>
                    <a:pt x="563681" y="244459"/>
                  </a:lnTo>
                  <a:lnTo>
                    <a:pt x="559777" y="245031"/>
                  </a:lnTo>
                  <a:lnTo>
                    <a:pt x="557892" y="242710"/>
                  </a:lnTo>
                  <a:lnTo>
                    <a:pt x="557892" y="240961"/>
                  </a:lnTo>
                  <a:lnTo>
                    <a:pt x="554998" y="241264"/>
                  </a:lnTo>
                  <a:lnTo>
                    <a:pt x="552103" y="242138"/>
                  </a:lnTo>
                  <a:lnTo>
                    <a:pt x="547459" y="245334"/>
                  </a:lnTo>
                  <a:lnTo>
                    <a:pt x="540796" y="247083"/>
                  </a:lnTo>
                  <a:lnTo>
                    <a:pt x="539045" y="247655"/>
                  </a:lnTo>
                  <a:lnTo>
                    <a:pt x="532685" y="248799"/>
                  </a:lnTo>
                  <a:lnTo>
                    <a:pt x="524843" y="250245"/>
                  </a:lnTo>
                  <a:lnTo>
                    <a:pt x="524843" y="246175"/>
                  </a:lnTo>
                  <a:lnTo>
                    <a:pt x="527435" y="243282"/>
                  </a:lnTo>
                  <a:cubicBezTo>
                    <a:pt x="527435" y="243282"/>
                    <a:pt x="529757" y="241835"/>
                    <a:pt x="530632" y="240692"/>
                  </a:cubicBezTo>
                  <a:cubicBezTo>
                    <a:pt x="531507" y="239548"/>
                    <a:pt x="534704" y="236621"/>
                    <a:pt x="534704" y="236621"/>
                  </a:cubicBezTo>
                  <a:lnTo>
                    <a:pt x="540796" y="231104"/>
                  </a:lnTo>
                  <a:lnTo>
                    <a:pt x="541940" y="228783"/>
                  </a:lnTo>
                  <a:lnTo>
                    <a:pt x="543690" y="226193"/>
                  </a:lnTo>
                  <a:cubicBezTo>
                    <a:pt x="543690" y="226193"/>
                    <a:pt x="544262" y="225049"/>
                    <a:pt x="545440" y="224746"/>
                  </a:cubicBezTo>
                  <a:cubicBezTo>
                    <a:pt x="546584" y="224444"/>
                    <a:pt x="550353" y="222997"/>
                    <a:pt x="550353" y="222997"/>
                  </a:cubicBezTo>
                  <a:lnTo>
                    <a:pt x="553248" y="221820"/>
                  </a:lnTo>
                  <a:cubicBezTo>
                    <a:pt x="553248" y="221820"/>
                    <a:pt x="554695" y="221517"/>
                    <a:pt x="554695" y="220373"/>
                  </a:cubicBezTo>
                  <a:cubicBezTo>
                    <a:pt x="554695" y="219230"/>
                    <a:pt x="554964" y="217480"/>
                    <a:pt x="554964" y="216303"/>
                  </a:cubicBezTo>
                  <a:cubicBezTo>
                    <a:pt x="554964" y="215159"/>
                    <a:pt x="555536" y="212838"/>
                    <a:pt x="556411" y="211963"/>
                  </a:cubicBezTo>
                  <a:cubicBezTo>
                    <a:pt x="557286" y="211089"/>
                    <a:pt x="558161" y="208499"/>
                    <a:pt x="559036" y="208499"/>
                  </a:cubicBezTo>
                  <a:cubicBezTo>
                    <a:pt x="559911" y="208499"/>
                    <a:pt x="559339" y="207052"/>
                    <a:pt x="561224" y="207052"/>
                  </a:cubicBezTo>
                  <a:cubicBezTo>
                    <a:pt x="563108" y="207052"/>
                    <a:pt x="565733" y="207052"/>
                    <a:pt x="565733" y="207052"/>
                  </a:cubicBezTo>
                  <a:cubicBezTo>
                    <a:pt x="565733" y="207052"/>
                    <a:pt x="567753" y="207927"/>
                    <a:pt x="568931" y="207052"/>
                  </a:cubicBezTo>
                  <a:cubicBezTo>
                    <a:pt x="570075" y="206177"/>
                    <a:pt x="572700" y="204731"/>
                    <a:pt x="573844" y="204428"/>
                  </a:cubicBezTo>
                  <a:cubicBezTo>
                    <a:pt x="574988" y="204125"/>
                    <a:pt x="574147" y="203553"/>
                    <a:pt x="576469" y="202982"/>
                  </a:cubicBezTo>
                  <a:cubicBezTo>
                    <a:pt x="578791" y="202410"/>
                    <a:pt x="579364" y="200963"/>
                    <a:pt x="580508" y="200661"/>
                  </a:cubicBezTo>
                  <a:cubicBezTo>
                    <a:pt x="581686" y="200358"/>
                    <a:pt x="584849" y="198642"/>
                    <a:pt x="585724" y="198339"/>
                  </a:cubicBezTo>
                  <a:cubicBezTo>
                    <a:pt x="586599" y="198037"/>
                    <a:pt x="587441" y="196018"/>
                    <a:pt x="587441" y="196018"/>
                  </a:cubicBezTo>
                  <a:cubicBezTo>
                    <a:pt x="587441" y="196018"/>
                    <a:pt x="588619" y="195144"/>
                    <a:pt x="588619" y="192822"/>
                  </a:cubicBezTo>
                  <a:cubicBezTo>
                    <a:pt x="588619" y="190501"/>
                    <a:pt x="588922" y="187036"/>
                    <a:pt x="588922" y="187036"/>
                  </a:cubicBezTo>
                  <a:lnTo>
                    <a:pt x="589224" y="181250"/>
                  </a:lnTo>
                  <a:lnTo>
                    <a:pt x="586902" y="178055"/>
                  </a:lnTo>
                  <a:lnTo>
                    <a:pt x="582561" y="172538"/>
                  </a:lnTo>
                  <a:cubicBezTo>
                    <a:pt x="582561" y="172538"/>
                    <a:pt x="580811" y="171663"/>
                    <a:pt x="579969" y="170519"/>
                  </a:cubicBezTo>
                  <a:cubicBezTo>
                    <a:pt x="579094" y="169376"/>
                    <a:pt x="577344" y="167324"/>
                    <a:pt x="577344" y="166180"/>
                  </a:cubicBezTo>
                  <a:cubicBezTo>
                    <a:pt x="577344" y="165036"/>
                    <a:pt x="575594" y="162109"/>
                    <a:pt x="575594" y="160966"/>
                  </a:cubicBezTo>
                  <a:cubicBezTo>
                    <a:pt x="575594" y="159822"/>
                    <a:pt x="575594" y="155751"/>
                    <a:pt x="575897" y="154877"/>
                  </a:cubicBezTo>
                  <a:cubicBezTo>
                    <a:pt x="576166" y="154002"/>
                    <a:pt x="577344" y="151681"/>
                    <a:pt x="576166" y="149966"/>
                  </a:cubicBezTo>
                  <a:cubicBezTo>
                    <a:pt x="575022" y="148216"/>
                    <a:pt x="574147" y="147375"/>
                    <a:pt x="573844" y="146501"/>
                  </a:cubicBezTo>
                  <a:cubicBezTo>
                    <a:pt x="573541" y="145626"/>
                    <a:pt x="574719" y="143910"/>
                    <a:pt x="575291" y="142733"/>
                  </a:cubicBezTo>
                  <a:cubicBezTo>
                    <a:pt x="575864" y="141589"/>
                    <a:pt x="574719" y="143305"/>
                    <a:pt x="575864" y="141589"/>
                  </a:cubicBezTo>
                  <a:cubicBezTo>
                    <a:pt x="577008" y="139840"/>
                    <a:pt x="577613" y="141018"/>
                    <a:pt x="577613" y="137822"/>
                  </a:cubicBezTo>
                  <a:cubicBezTo>
                    <a:pt x="577613" y="134626"/>
                    <a:pt x="576436" y="132305"/>
                    <a:pt x="575594" y="131464"/>
                  </a:cubicBezTo>
                  <a:cubicBezTo>
                    <a:pt x="574719" y="130589"/>
                    <a:pt x="573272" y="130589"/>
                    <a:pt x="574450" y="128268"/>
                  </a:cubicBezTo>
                  <a:cubicBezTo>
                    <a:pt x="575594" y="125947"/>
                    <a:pt x="577344" y="125947"/>
                    <a:pt x="577344" y="123626"/>
                  </a:cubicBezTo>
                  <a:cubicBezTo>
                    <a:pt x="577344" y="121305"/>
                    <a:pt x="579094" y="120430"/>
                    <a:pt x="579094" y="119286"/>
                  </a:cubicBezTo>
                  <a:cubicBezTo>
                    <a:pt x="579094" y="118142"/>
                    <a:pt x="578522" y="116090"/>
                    <a:pt x="577950" y="114947"/>
                  </a:cubicBezTo>
                  <a:cubicBezTo>
                    <a:pt x="577378" y="113769"/>
                    <a:pt x="577378" y="113769"/>
                    <a:pt x="577378" y="113769"/>
                  </a:cubicBezTo>
                  <a:cubicBezTo>
                    <a:pt x="577378" y="113769"/>
                    <a:pt x="573036" y="112895"/>
                    <a:pt x="572734" y="110002"/>
                  </a:cubicBezTo>
                  <a:cubicBezTo>
                    <a:pt x="572464" y="107109"/>
                    <a:pt x="571859" y="107983"/>
                    <a:pt x="571589" y="105359"/>
                  </a:cubicBezTo>
                  <a:cubicBezTo>
                    <a:pt x="571287" y="102736"/>
                    <a:pt x="570445" y="101592"/>
                    <a:pt x="570714" y="98699"/>
                  </a:cubicBezTo>
                  <a:cubicBezTo>
                    <a:pt x="571017" y="95806"/>
                    <a:pt x="572464" y="96378"/>
                    <a:pt x="572161" y="93485"/>
                  </a:cubicBezTo>
                  <a:cubicBezTo>
                    <a:pt x="571926" y="91197"/>
                    <a:pt x="571522" y="88775"/>
                    <a:pt x="571354" y="87833"/>
                  </a:cubicBezTo>
                  <a:lnTo>
                    <a:pt x="571354" y="87833"/>
                  </a:lnTo>
                  <a:lnTo>
                    <a:pt x="568594" y="87530"/>
                  </a:lnTo>
                  <a:lnTo>
                    <a:pt x="567517" y="88842"/>
                  </a:lnTo>
                  <a:lnTo>
                    <a:pt x="564690" y="88842"/>
                  </a:lnTo>
                  <a:lnTo>
                    <a:pt x="562738" y="90154"/>
                  </a:lnTo>
                  <a:cubicBezTo>
                    <a:pt x="562738" y="90154"/>
                    <a:pt x="561325" y="92206"/>
                    <a:pt x="560887" y="92980"/>
                  </a:cubicBezTo>
                  <a:cubicBezTo>
                    <a:pt x="560450" y="93754"/>
                    <a:pt x="559474" y="94931"/>
                    <a:pt x="559474" y="94931"/>
                  </a:cubicBezTo>
                  <a:lnTo>
                    <a:pt x="558969" y="97656"/>
                  </a:lnTo>
                  <a:cubicBezTo>
                    <a:pt x="558969" y="97656"/>
                    <a:pt x="559036" y="99506"/>
                    <a:pt x="558935" y="100044"/>
                  </a:cubicBezTo>
                  <a:cubicBezTo>
                    <a:pt x="558834" y="100583"/>
                    <a:pt x="559036" y="101121"/>
                    <a:pt x="558935" y="101794"/>
                  </a:cubicBezTo>
                  <a:cubicBezTo>
                    <a:pt x="558834" y="102433"/>
                    <a:pt x="558935" y="103543"/>
                    <a:pt x="558935" y="103543"/>
                  </a:cubicBezTo>
                  <a:cubicBezTo>
                    <a:pt x="558935" y="103543"/>
                    <a:pt x="558060" y="106032"/>
                    <a:pt x="558060" y="106369"/>
                  </a:cubicBezTo>
                  <a:cubicBezTo>
                    <a:pt x="558060" y="106705"/>
                    <a:pt x="557286" y="107681"/>
                    <a:pt x="557286" y="107681"/>
                  </a:cubicBezTo>
                  <a:cubicBezTo>
                    <a:pt x="557286" y="107681"/>
                    <a:pt x="556411" y="109093"/>
                    <a:pt x="556209" y="109430"/>
                  </a:cubicBezTo>
                  <a:cubicBezTo>
                    <a:pt x="556007" y="109766"/>
                    <a:pt x="555031" y="111919"/>
                    <a:pt x="555031" y="111919"/>
                  </a:cubicBezTo>
                  <a:cubicBezTo>
                    <a:pt x="555031" y="111919"/>
                    <a:pt x="555132" y="113433"/>
                    <a:pt x="554998" y="113870"/>
                  </a:cubicBezTo>
                  <a:cubicBezTo>
                    <a:pt x="554897" y="114308"/>
                    <a:pt x="555099" y="116494"/>
                    <a:pt x="554998" y="116898"/>
                  </a:cubicBezTo>
                  <a:cubicBezTo>
                    <a:pt x="554897" y="117335"/>
                    <a:pt x="554123" y="118412"/>
                    <a:pt x="553921" y="118748"/>
                  </a:cubicBezTo>
                  <a:cubicBezTo>
                    <a:pt x="553685" y="119084"/>
                    <a:pt x="552844" y="119084"/>
                    <a:pt x="552406" y="119084"/>
                  </a:cubicBezTo>
                  <a:cubicBezTo>
                    <a:pt x="551969" y="119084"/>
                    <a:pt x="550454" y="118983"/>
                    <a:pt x="550454" y="118983"/>
                  </a:cubicBezTo>
                  <a:lnTo>
                    <a:pt x="548166" y="117772"/>
                  </a:lnTo>
                  <a:lnTo>
                    <a:pt x="546651" y="117436"/>
                  </a:lnTo>
                  <a:lnTo>
                    <a:pt x="544901" y="120161"/>
                  </a:lnTo>
                  <a:lnTo>
                    <a:pt x="540762" y="120161"/>
                  </a:lnTo>
                  <a:lnTo>
                    <a:pt x="538036" y="119724"/>
                  </a:lnTo>
                  <a:lnTo>
                    <a:pt x="533930" y="116696"/>
                  </a:lnTo>
                  <a:lnTo>
                    <a:pt x="530766" y="112895"/>
                  </a:lnTo>
                  <a:lnTo>
                    <a:pt x="528141" y="111482"/>
                  </a:lnTo>
                  <a:cubicBezTo>
                    <a:pt x="528141" y="111482"/>
                    <a:pt x="527367" y="112020"/>
                    <a:pt x="527064" y="112121"/>
                  </a:cubicBezTo>
                  <a:cubicBezTo>
                    <a:pt x="526728" y="112222"/>
                    <a:pt x="526425" y="113332"/>
                    <a:pt x="525987" y="114308"/>
                  </a:cubicBezTo>
                  <a:cubicBezTo>
                    <a:pt x="525550" y="115283"/>
                    <a:pt x="524237" y="115720"/>
                    <a:pt x="522958" y="116360"/>
                  </a:cubicBezTo>
                  <a:cubicBezTo>
                    <a:pt x="521646" y="116999"/>
                    <a:pt x="521007" y="116158"/>
                    <a:pt x="521242" y="115821"/>
                  </a:cubicBezTo>
                  <a:cubicBezTo>
                    <a:pt x="521478" y="115485"/>
                    <a:pt x="519694" y="114072"/>
                    <a:pt x="519694" y="114072"/>
                  </a:cubicBezTo>
                  <a:lnTo>
                    <a:pt x="519694" y="110170"/>
                  </a:lnTo>
                  <a:cubicBezTo>
                    <a:pt x="519694" y="110170"/>
                    <a:pt x="520569" y="107344"/>
                    <a:pt x="520805" y="106907"/>
                  </a:cubicBezTo>
                  <a:cubicBezTo>
                    <a:pt x="521040" y="106470"/>
                    <a:pt x="521107" y="104418"/>
                    <a:pt x="521208" y="103307"/>
                  </a:cubicBezTo>
                  <a:cubicBezTo>
                    <a:pt x="521309" y="102231"/>
                    <a:pt x="521107" y="100482"/>
                    <a:pt x="521107" y="100482"/>
                  </a:cubicBezTo>
                  <a:cubicBezTo>
                    <a:pt x="521107" y="100482"/>
                    <a:pt x="521309" y="95907"/>
                    <a:pt x="521107" y="95267"/>
                  </a:cubicBezTo>
                  <a:cubicBezTo>
                    <a:pt x="520872" y="94628"/>
                    <a:pt x="521107" y="93216"/>
                    <a:pt x="521107" y="93216"/>
                  </a:cubicBezTo>
                  <a:lnTo>
                    <a:pt x="520434" y="91164"/>
                  </a:lnTo>
                  <a:lnTo>
                    <a:pt x="519122" y="88977"/>
                  </a:lnTo>
                  <a:lnTo>
                    <a:pt x="516497" y="86689"/>
                  </a:lnTo>
                  <a:lnTo>
                    <a:pt x="514208" y="87329"/>
                  </a:lnTo>
                  <a:cubicBezTo>
                    <a:pt x="514208" y="87329"/>
                    <a:pt x="512694" y="88102"/>
                    <a:pt x="512357" y="88102"/>
                  </a:cubicBezTo>
                  <a:cubicBezTo>
                    <a:pt x="512021" y="88102"/>
                    <a:pt x="510304" y="88977"/>
                    <a:pt x="510304" y="88977"/>
                  </a:cubicBezTo>
                  <a:lnTo>
                    <a:pt x="509968" y="89616"/>
                  </a:lnTo>
                  <a:cubicBezTo>
                    <a:pt x="509968" y="89616"/>
                    <a:pt x="509968" y="91668"/>
                    <a:pt x="510069" y="92005"/>
                  </a:cubicBezTo>
                  <a:cubicBezTo>
                    <a:pt x="510170" y="92341"/>
                    <a:pt x="510607" y="93417"/>
                    <a:pt x="510977" y="93855"/>
                  </a:cubicBezTo>
                  <a:cubicBezTo>
                    <a:pt x="511348" y="94292"/>
                    <a:pt x="510809" y="94729"/>
                    <a:pt x="510944" y="95066"/>
                  </a:cubicBezTo>
                  <a:cubicBezTo>
                    <a:pt x="511045" y="95402"/>
                    <a:pt x="510944" y="98430"/>
                    <a:pt x="510944" y="98430"/>
                  </a:cubicBezTo>
                  <a:lnTo>
                    <a:pt x="510944" y="100482"/>
                  </a:lnTo>
                  <a:cubicBezTo>
                    <a:pt x="510944" y="100482"/>
                    <a:pt x="510069" y="101895"/>
                    <a:pt x="509631" y="101895"/>
                  </a:cubicBezTo>
                  <a:cubicBezTo>
                    <a:pt x="509194" y="101895"/>
                    <a:pt x="504852" y="101457"/>
                    <a:pt x="504415" y="101356"/>
                  </a:cubicBezTo>
                  <a:cubicBezTo>
                    <a:pt x="503977" y="101255"/>
                    <a:pt x="502025" y="98295"/>
                    <a:pt x="502025" y="98295"/>
                  </a:cubicBezTo>
                  <a:lnTo>
                    <a:pt x="502362" y="92846"/>
                  </a:lnTo>
                  <a:lnTo>
                    <a:pt x="502025" y="89482"/>
                  </a:lnTo>
                  <a:lnTo>
                    <a:pt x="502799" y="85781"/>
                  </a:lnTo>
                  <a:lnTo>
                    <a:pt x="503641" y="81374"/>
                  </a:lnTo>
                  <a:lnTo>
                    <a:pt x="504583" y="79928"/>
                  </a:lnTo>
                  <a:cubicBezTo>
                    <a:pt x="504583" y="79928"/>
                    <a:pt x="505593" y="78111"/>
                    <a:pt x="505895" y="78044"/>
                  </a:cubicBezTo>
                  <a:cubicBezTo>
                    <a:pt x="506198" y="77977"/>
                    <a:pt x="507713" y="77169"/>
                    <a:pt x="507780" y="76968"/>
                  </a:cubicBezTo>
                  <a:cubicBezTo>
                    <a:pt x="507848" y="76766"/>
                    <a:pt x="509160" y="75084"/>
                    <a:pt x="509530" y="74781"/>
                  </a:cubicBezTo>
                  <a:cubicBezTo>
                    <a:pt x="509900" y="74478"/>
                    <a:pt x="510271" y="73469"/>
                    <a:pt x="510271" y="73469"/>
                  </a:cubicBezTo>
                  <a:lnTo>
                    <a:pt x="510977" y="68827"/>
                  </a:lnTo>
                  <a:lnTo>
                    <a:pt x="510977" y="65496"/>
                  </a:lnTo>
                  <a:lnTo>
                    <a:pt x="510775" y="63175"/>
                  </a:lnTo>
                  <a:cubicBezTo>
                    <a:pt x="510775" y="63175"/>
                    <a:pt x="507747" y="60585"/>
                    <a:pt x="507511" y="60417"/>
                  </a:cubicBezTo>
                  <a:cubicBezTo>
                    <a:pt x="507309" y="60282"/>
                    <a:pt x="505424" y="59475"/>
                    <a:pt x="504549" y="59408"/>
                  </a:cubicBezTo>
                  <a:cubicBezTo>
                    <a:pt x="503674" y="59340"/>
                    <a:pt x="501924" y="59038"/>
                    <a:pt x="501924" y="59038"/>
                  </a:cubicBezTo>
                  <a:cubicBezTo>
                    <a:pt x="501924" y="59038"/>
                    <a:pt x="500477" y="60551"/>
                    <a:pt x="500107" y="61056"/>
                  </a:cubicBezTo>
                  <a:cubicBezTo>
                    <a:pt x="499737" y="61560"/>
                    <a:pt x="499097" y="62570"/>
                    <a:pt x="498929" y="63579"/>
                  </a:cubicBezTo>
                  <a:cubicBezTo>
                    <a:pt x="498794" y="64588"/>
                    <a:pt x="498559" y="65093"/>
                    <a:pt x="498559" y="65530"/>
                  </a:cubicBezTo>
                  <a:cubicBezTo>
                    <a:pt x="498559" y="65967"/>
                    <a:pt x="498626" y="66977"/>
                    <a:pt x="498559" y="67212"/>
                  </a:cubicBezTo>
                  <a:cubicBezTo>
                    <a:pt x="498492" y="67414"/>
                    <a:pt x="497919" y="69163"/>
                    <a:pt x="497549" y="69903"/>
                  </a:cubicBezTo>
                  <a:cubicBezTo>
                    <a:pt x="497179" y="70643"/>
                    <a:pt x="496977" y="71484"/>
                    <a:pt x="496742" y="71652"/>
                  </a:cubicBezTo>
                  <a:cubicBezTo>
                    <a:pt x="496506" y="71787"/>
                    <a:pt x="495866" y="73974"/>
                    <a:pt x="495362" y="73974"/>
                  </a:cubicBezTo>
                  <a:cubicBezTo>
                    <a:pt x="494857" y="73974"/>
                    <a:pt x="491727" y="73604"/>
                    <a:pt x="491727" y="73604"/>
                  </a:cubicBezTo>
                  <a:lnTo>
                    <a:pt x="487655" y="70778"/>
                  </a:lnTo>
                  <a:lnTo>
                    <a:pt x="483583" y="66775"/>
                  </a:lnTo>
                  <a:lnTo>
                    <a:pt x="479881" y="63142"/>
                  </a:lnTo>
                  <a:lnTo>
                    <a:pt x="478736" y="59811"/>
                  </a:lnTo>
                  <a:lnTo>
                    <a:pt x="479376" y="57356"/>
                  </a:lnTo>
                  <a:lnTo>
                    <a:pt x="481563" y="55270"/>
                  </a:lnTo>
                  <a:lnTo>
                    <a:pt x="483583" y="53016"/>
                  </a:lnTo>
                  <a:lnTo>
                    <a:pt x="482640" y="49753"/>
                  </a:lnTo>
                  <a:lnTo>
                    <a:pt x="481261" y="47869"/>
                  </a:lnTo>
                  <a:lnTo>
                    <a:pt x="478635" y="43025"/>
                  </a:lnTo>
                  <a:cubicBezTo>
                    <a:pt x="478635" y="43025"/>
                    <a:pt x="477256" y="39123"/>
                    <a:pt x="477256" y="38820"/>
                  </a:cubicBezTo>
                  <a:cubicBezTo>
                    <a:pt x="477256" y="38517"/>
                    <a:pt x="477828" y="37811"/>
                    <a:pt x="478332" y="37643"/>
                  </a:cubicBezTo>
                  <a:cubicBezTo>
                    <a:pt x="478837" y="37508"/>
                    <a:pt x="479578" y="35759"/>
                    <a:pt x="479578" y="35759"/>
                  </a:cubicBezTo>
                  <a:cubicBezTo>
                    <a:pt x="479578" y="35759"/>
                    <a:pt x="479578" y="33505"/>
                    <a:pt x="479578" y="33303"/>
                  </a:cubicBezTo>
                  <a:cubicBezTo>
                    <a:pt x="479578" y="33101"/>
                    <a:pt x="479409" y="30478"/>
                    <a:pt x="479409" y="30175"/>
                  </a:cubicBezTo>
                  <a:cubicBezTo>
                    <a:pt x="479409" y="29872"/>
                    <a:pt x="477626" y="25768"/>
                    <a:pt x="477626" y="25533"/>
                  </a:cubicBezTo>
                  <a:cubicBezTo>
                    <a:pt x="477626" y="25331"/>
                    <a:pt x="477693" y="23649"/>
                    <a:pt x="477626" y="23279"/>
                  </a:cubicBezTo>
                  <a:cubicBezTo>
                    <a:pt x="477558" y="22909"/>
                    <a:pt x="477188" y="20756"/>
                    <a:pt x="477188" y="20453"/>
                  </a:cubicBezTo>
                  <a:cubicBezTo>
                    <a:pt x="477188" y="20150"/>
                    <a:pt x="475741" y="18132"/>
                    <a:pt x="475741" y="18132"/>
                  </a:cubicBezTo>
                  <a:cubicBezTo>
                    <a:pt x="475741" y="18132"/>
                    <a:pt x="474294" y="16820"/>
                    <a:pt x="473991" y="16820"/>
                  </a:cubicBezTo>
                  <a:cubicBezTo>
                    <a:pt x="473688" y="16820"/>
                    <a:pt x="472308" y="16753"/>
                    <a:pt x="472039" y="16753"/>
                  </a:cubicBezTo>
                  <a:cubicBezTo>
                    <a:pt x="471736" y="16753"/>
                    <a:pt x="470592" y="17762"/>
                    <a:pt x="469784" y="18132"/>
                  </a:cubicBezTo>
                  <a:cubicBezTo>
                    <a:pt x="468977" y="18502"/>
                    <a:pt x="467967" y="19376"/>
                    <a:pt x="467529" y="19444"/>
                  </a:cubicBezTo>
                  <a:cubicBezTo>
                    <a:pt x="467092" y="19511"/>
                    <a:pt x="465140" y="19242"/>
                    <a:pt x="464198" y="19242"/>
                  </a:cubicBezTo>
                  <a:cubicBezTo>
                    <a:pt x="463255" y="19242"/>
                    <a:pt x="462010" y="18939"/>
                    <a:pt x="461741" y="18872"/>
                  </a:cubicBezTo>
                  <a:cubicBezTo>
                    <a:pt x="461438" y="18805"/>
                    <a:pt x="458914" y="17728"/>
                    <a:pt x="458409" y="17627"/>
                  </a:cubicBezTo>
                  <a:cubicBezTo>
                    <a:pt x="457904" y="17560"/>
                    <a:pt x="455885" y="16618"/>
                    <a:pt x="455649" y="16618"/>
                  </a:cubicBezTo>
                  <a:cubicBezTo>
                    <a:pt x="455447" y="16618"/>
                    <a:pt x="452890" y="16685"/>
                    <a:pt x="452553" y="16753"/>
                  </a:cubicBezTo>
                  <a:cubicBezTo>
                    <a:pt x="452183" y="16820"/>
                    <a:pt x="450601" y="17997"/>
                    <a:pt x="450096" y="18334"/>
                  </a:cubicBezTo>
                  <a:cubicBezTo>
                    <a:pt x="449591" y="18704"/>
                    <a:pt x="448144" y="20352"/>
                    <a:pt x="448144" y="20352"/>
                  </a:cubicBezTo>
                  <a:lnTo>
                    <a:pt x="445822" y="21597"/>
                  </a:lnTo>
                  <a:lnTo>
                    <a:pt x="440740" y="21967"/>
                  </a:lnTo>
                  <a:cubicBezTo>
                    <a:pt x="440740" y="21967"/>
                    <a:pt x="439529" y="23581"/>
                    <a:pt x="438822" y="24019"/>
                  </a:cubicBezTo>
                  <a:cubicBezTo>
                    <a:pt x="438115" y="24456"/>
                    <a:pt x="437240" y="24725"/>
                    <a:pt x="437038" y="24826"/>
                  </a:cubicBezTo>
                  <a:cubicBezTo>
                    <a:pt x="436803" y="24927"/>
                    <a:pt x="436163" y="26037"/>
                    <a:pt x="435995" y="26609"/>
                  </a:cubicBezTo>
                  <a:cubicBezTo>
                    <a:pt x="435827" y="27215"/>
                    <a:pt x="434144" y="28123"/>
                    <a:pt x="433505" y="28392"/>
                  </a:cubicBezTo>
                  <a:cubicBezTo>
                    <a:pt x="432865" y="28661"/>
                    <a:pt x="432192" y="28493"/>
                    <a:pt x="432192" y="28493"/>
                  </a:cubicBezTo>
                  <a:lnTo>
                    <a:pt x="429365" y="27786"/>
                  </a:lnTo>
                  <a:lnTo>
                    <a:pt x="428221" y="27618"/>
                  </a:lnTo>
                  <a:lnTo>
                    <a:pt x="426706" y="25869"/>
                  </a:lnTo>
                  <a:lnTo>
                    <a:pt x="426000" y="24288"/>
                  </a:lnTo>
                  <a:lnTo>
                    <a:pt x="425360" y="22370"/>
                  </a:lnTo>
                  <a:lnTo>
                    <a:pt x="425024" y="20789"/>
                  </a:lnTo>
                  <a:lnTo>
                    <a:pt x="425663" y="18233"/>
                  </a:lnTo>
                  <a:lnTo>
                    <a:pt x="425663" y="17459"/>
                  </a:lnTo>
                  <a:cubicBezTo>
                    <a:pt x="425663" y="17459"/>
                    <a:pt x="425899" y="15945"/>
                    <a:pt x="425899" y="15777"/>
                  </a:cubicBezTo>
                  <a:cubicBezTo>
                    <a:pt x="425899" y="15609"/>
                    <a:pt x="426235" y="14162"/>
                    <a:pt x="426235" y="13927"/>
                  </a:cubicBezTo>
                  <a:cubicBezTo>
                    <a:pt x="426235" y="13691"/>
                    <a:pt x="425663" y="11269"/>
                    <a:pt x="425663" y="11269"/>
                  </a:cubicBezTo>
                  <a:lnTo>
                    <a:pt x="425663" y="8982"/>
                  </a:lnTo>
                  <a:lnTo>
                    <a:pt x="424990" y="6963"/>
                  </a:lnTo>
                  <a:lnTo>
                    <a:pt x="424317" y="4844"/>
                  </a:lnTo>
                  <a:cubicBezTo>
                    <a:pt x="424317" y="4844"/>
                    <a:pt x="423173" y="3869"/>
                    <a:pt x="422971" y="3768"/>
                  </a:cubicBezTo>
                  <a:cubicBezTo>
                    <a:pt x="422735" y="3667"/>
                    <a:pt x="420918" y="3061"/>
                    <a:pt x="420918" y="3061"/>
                  </a:cubicBezTo>
                  <a:cubicBezTo>
                    <a:pt x="420918" y="3061"/>
                    <a:pt x="418528" y="3128"/>
                    <a:pt x="418360" y="3162"/>
                  </a:cubicBezTo>
                  <a:cubicBezTo>
                    <a:pt x="418192" y="3229"/>
                    <a:pt x="417048" y="3667"/>
                    <a:pt x="417048" y="3667"/>
                  </a:cubicBezTo>
                  <a:lnTo>
                    <a:pt x="415264" y="5147"/>
                  </a:lnTo>
                  <a:lnTo>
                    <a:pt x="413110" y="6795"/>
                  </a:lnTo>
                  <a:cubicBezTo>
                    <a:pt x="413110" y="6795"/>
                    <a:pt x="409610" y="5921"/>
                    <a:pt x="407456" y="5214"/>
                  </a:cubicBezTo>
                  <a:cubicBezTo>
                    <a:pt x="405268" y="4508"/>
                    <a:pt x="405437" y="4205"/>
                    <a:pt x="405134" y="3768"/>
                  </a:cubicBezTo>
                  <a:cubicBezTo>
                    <a:pt x="404831" y="3330"/>
                    <a:pt x="404259" y="2893"/>
                    <a:pt x="403821" y="2758"/>
                  </a:cubicBezTo>
                  <a:cubicBezTo>
                    <a:pt x="403384" y="2624"/>
                    <a:pt x="400927" y="875"/>
                    <a:pt x="400927" y="875"/>
                  </a:cubicBezTo>
                  <a:lnTo>
                    <a:pt x="398739" y="0"/>
                  </a:lnTo>
                  <a:lnTo>
                    <a:pt x="396821" y="0"/>
                  </a:lnTo>
                  <a:lnTo>
                    <a:pt x="394364" y="1884"/>
                  </a:lnTo>
                  <a:lnTo>
                    <a:pt x="392782" y="4642"/>
                  </a:lnTo>
                  <a:lnTo>
                    <a:pt x="389148" y="7670"/>
                  </a:lnTo>
                  <a:lnTo>
                    <a:pt x="386691" y="8679"/>
                  </a:lnTo>
                  <a:lnTo>
                    <a:pt x="386119" y="11303"/>
                  </a:lnTo>
                  <a:cubicBezTo>
                    <a:pt x="386119" y="11303"/>
                    <a:pt x="385244" y="15643"/>
                    <a:pt x="385244" y="16080"/>
                  </a:cubicBezTo>
                  <a:cubicBezTo>
                    <a:pt x="385244" y="16517"/>
                    <a:pt x="385816" y="19982"/>
                    <a:pt x="385816" y="19982"/>
                  </a:cubicBezTo>
                  <a:lnTo>
                    <a:pt x="385816" y="21866"/>
                  </a:lnTo>
                  <a:lnTo>
                    <a:pt x="387196" y="24456"/>
                  </a:lnTo>
                  <a:lnTo>
                    <a:pt x="391033" y="25331"/>
                  </a:lnTo>
                  <a:lnTo>
                    <a:pt x="392782" y="28661"/>
                  </a:lnTo>
                  <a:lnTo>
                    <a:pt x="392782" y="32126"/>
                  </a:lnTo>
                  <a:lnTo>
                    <a:pt x="392782" y="34312"/>
                  </a:lnTo>
                  <a:lnTo>
                    <a:pt x="391706" y="36499"/>
                  </a:lnTo>
                  <a:cubicBezTo>
                    <a:pt x="391706" y="36499"/>
                    <a:pt x="390023" y="38383"/>
                    <a:pt x="389585" y="38517"/>
                  </a:cubicBezTo>
                  <a:cubicBezTo>
                    <a:pt x="389148" y="38652"/>
                    <a:pt x="387701" y="39829"/>
                    <a:pt x="387129" y="39829"/>
                  </a:cubicBezTo>
                  <a:cubicBezTo>
                    <a:pt x="386556" y="39829"/>
                    <a:pt x="384672" y="40704"/>
                    <a:pt x="384672" y="40704"/>
                  </a:cubicBezTo>
                  <a:cubicBezTo>
                    <a:pt x="384672" y="40704"/>
                    <a:pt x="382787" y="41713"/>
                    <a:pt x="382215" y="41713"/>
                  </a:cubicBezTo>
                  <a:cubicBezTo>
                    <a:pt x="381643" y="41713"/>
                    <a:pt x="380465" y="43160"/>
                    <a:pt x="380465" y="43160"/>
                  </a:cubicBezTo>
                  <a:cubicBezTo>
                    <a:pt x="380465" y="43160"/>
                    <a:pt x="379758" y="44472"/>
                    <a:pt x="379152" y="44741"/>
                  </a:cubicBezTo>
                  <a:cubicBezTo>
                    <a:pt x="378580" y="45044"/>
                    <a:pt x="377571" y="47197"/>
                    <a:pt x="377133" y="47634"/>
                  </a:cubicBezTo>
                  <a:cubicBezTo>
                    <a:pt x="376696" y="48071"/>
                    <a:pt x="376123" y="49518"/>
                    <a:pt x="375551" y="49652"/>
                  </a:cubicBezTo>
                  <a:cubicBezTo>
                    <a:pt x="374979" y="49787"/>
                    <a:pt x="373229" y="49787"/>
                    <a:pt x="373229" y="49787"/>
                  </a:cubicBezTo>
                  <a:lnTo>
                    <a:pt x="371917" y="49349"/>
                  </a:lnTo>
                  <a:cubicBezTo>
                    <a:pt x="371917" y="49349"/>
                    <a:pt x="371210" y="45716"/>
                    <a:pt x="370469" y="45279"/>
                  </a:cubicBezTo>
                  <a:cubicBezTo>
                    <a:pt x="369763" y="44842"/>
                    <a:pt x="370772" y="42521"/>
                    <a:pt x="370469" y="41949"/>
                  </a:cubicBezTo>
                  <a:cubicBezTo>
                    <a:pt x="370200" y="41377"/>
                    <a:pt x="367272" y="37172"/>
                    <a:pt x="367272" y="37172"/>
                  </a:cubicBezTo>
                  <a:lnTo>
                    <a:pt x="362359" y="36432"/>
                  </a:lnTo>
                  <a:lnTo>
                    <a:pt x="357580" y="36432"/>
                  </a:lnTo>
                  <a:lnTo>
                    <a:pt x="353810" y="37676"/>
                  </a:lnTo>
                  <a:cubicBezTo>
                    <a:pt x="353810" y="37676"/>
                    <a:pt x="350109" y="38854"/>
                    <a:pt x="349402" y="39056"/>
                  </a:cubicBezTo>
                  <a:cubicBezTo>
                    <a:pt x="348661" y="39258"/>
                    <a:pt x="348392" y="39493"/>
                    <a:pt x="348392" y="39493"/>
                  </a:cubicBezTo>
                  <a:cubicBezTo>
                    <a:pt x="348392" y="39493"/>
                    <a:pt x="347753" y="40805"/>
                    <a:pt x="347753" y="41074"/>
                  </a:cubicBezTo>
                  <a:cubicBezTo>
                    <a:pt x="347753" y="41343"/>
                    <a:pt x="347181" y="42655"/>
                    <a:pt x="347181" y="43597"/>
                  </a:cubicBezTo>
                  <a:cubicBezTo>
                    <a:pt x="347181" y="44539"/>
                    <a:pt x="346541" y="46557"/>
                    <a:pt x="346306" y="46793"/>
                  </a:cubicBezTo>
                  <a:cubicBezTo>
                    <a:pt x="346104" y="47028"/>
                    <a:pt x="344926" y="48407"/>
                    <a:pt x="344926" y="48407"/>
                  </a:cubicBezTo>
                  <a:lnTo>
                    <a:pt x="343277" y="47533"/>
                  </a:lnTo>
                  <a:lnTo>
                    <a:pt x="339642" y="45851"/>
                  </a:lnTo>
                  <a:cubicBezTo>
                    <a:pt x="339642" y="45851"/>
                    <a:pt x="337959" y="45414"/>
                    <a:pt x="337690" y="45414"/>
                  </a:cubicBezTo>
                  <a:cubicBezTo>
                    <a:pt x="337387" y="45414"/>
                    <a:pt x="335940" y="45986"/>
                    <a:pt x="335940" y="45986"/>
                  </a:cubicBezTo>
                  <a:cubicBezTo>
                    <a:pt x="335940" y="45986"/>
                    <a:pt x="334055" y="47230"/>
                    <a:pt x="333853" y="47230"/>
                  </a:cubicBezTo>
                  <a:cubicBezTo>
                    <a:pt x="333618" y="47230"/>
                    <a:pt x="331397" y="48609"/>
                    <a:pt x="330387" y="49417"/>
                  </a:cubicBezTo>
                  <a:cubicBezTo>
                    <a:pt x="329377" y="50224"/>
                    <a:pt x="327493" y="51940"/>
                    <a:pt x="327796" y="53117"/>
                  </a:cubicBezTo>
                  <a:cubicBezTo>
                    <a:pt x="328098" y="54261"/>
                    <a:pt x="328671" y="54261"/>
                    <a:pt x="329512" y="55068"/>
                  </a:cubicBezTo>
                  <a:cubicBezTo>
                    <a:pt x="330387" y="55876"/>
                    <a:pt x="330589" y="56380"/>
                    <a:pt x="333147" y="58903"/>
                  </a:cubicBezTo>
                  <a:cubicBezTo>
                    <a:pt x="335671" y="61426"/>
                    <a:pt x="333719" y="60047"/>
                    <a:pt x="333954" y="61729"/>
                  </a:cubicBezTo>
                  <a:cubicBezTo>
                    <a:pt x="334156" y="63377"/>
                    <a:pt x="333954" y="63814"/>
                    <a:pt x="333584" y="65059"/>
                  </a:cubicBezTo>
                  <a:cubicBezTo>
                    <a:pt x="333214" y="66270"/>
                    <a:pt x="332642" y="66136"/>
                    <a:pt x="332204" y="66741"/>
                  </a:cubicBezTo>
                  <a:cubicBezTo>
                    <a:pt x="331767" y="67313"/>
                    <a:pt x="330623" y="68995"/>
                    <a:pt x="330050" y="69264"/>
                  </a:cubicBezTo>
                  <a:cubicBezTo>
                    <a:pt x="329478" y="69567"/>
                    <a:pt x="327358" y="69264"/>
                    <a:pt x="326853" y="69062"/>
                  </a:cubicBezTo>
                  <a:cubicBezTo>
                    <a:pt x="326348" y="68827"/>
                    <a:pt x="324666" y="67683"/>
                    <a:pt x="324094" y="67178"/>
                  </a:cubicBezTo>
                  <a:cubicBezTo>
                    <a:pt x="323521" y="66674"/>
                    <a:pt x="322209" y="66236"/>
                    <a:pt x="322209" y="66236"/>
                  </a:cubicBezTo>
                  <a:cubicBezTo>
                    <a:pt x="322209" y="66236"/>
                    <a:pt x="321065" y="65530"/>
                    <a:pt x="320829" y="65597"/>
                  </a:cubicBezTo>
                  <a:cubicBezTo>
                    <a:pt x="320627" y="65665"/>
                    <a:pt x="319887" y="66539"/>
                    <a:pt x="319887" y="66539"/>
                  </a:cubicBezTo>
                  <a:cubicBezTo>
                    <a:pt x="319887" y="66539"/>
                    <a:pt x="320257" y="68558"/>
                    <a:pt x="320391" y="68793"/>
                  </a:cubicBezTo>
                  <a:cubicBezTo>
                    <a:pt x="320526" y="69029"/>
                    <a:pt x="320694" y="70744"/>
                    <a:pt x="320694" y="70744"/>
                  </a:cubicBezTo>
                  <a:lnTo>
                    <a:pt x="321805" y="72998"/>
                  </a:lnTo>
                  <a:cubicBezTo>
                    <a:pt x="321805" y="72998"/>
                    <a:pt x="321906" y="74579"/>
                    <a:pt x="321704" y="75387"/>
                  </a:cubicBezTo>
                  <a:cubicBezTo>
                    <a:pt x="321502" y="76194"/>
                    <a:pt x="321973" y="76026"/>
                    <a:pt x="321704" y="77203"/>
                  </a:cubicBezTo>
                  <a:cubicBezTo>
                    <a:pt x="321435" y="78347"/>
                    <a:pt x="321401" y="78279"/>
                    <a:pt x="321603" y="79154"/>
                  </a:cubicBezTo>
                  <a:cubicBezTo>
                    <a:pt x="321839" y="80029"/>
                    <a:pt x="321603" y="80533"/>
                    <a:pt x="321603" y="80971"/>
                  </a:cubicBezTo>
                  <a:cubicBezTo>
                    <a:pt x="321603" y="81408"/>
                    <a:pt x="320526" y="82854"/>
                    <a:pt x="320291" y="83729"/>
                  </a:cubicBezTo>
                  <a:cubicBezTo>
                    <a:pt x="320089" y="84604"/>
                    <a:pt x="319214" y="84671"/>
                    <a:pt x="318642" y="85478"/>
                  </a:cubicBezTo>
                  <a:cubicBezTo>
                    <a:pt x="318069" y="86286"/>
                    <a:pt x="316824" y="84839"/>
                    <a:pt x="316622" y="84604"/>
                  </a:cubicBezTo>
                  <a:cubicBezTo>
                    <a:pt x="316387" y="84368"/>
                    <a:pt x="316050" y="83292"/>
                    <a:pt x="316050" y="83292"/>
                  </a:cubicBezTo>
                  <a:lnTo>
                    <a:pt x="314603" y="79659"/>
                  </a:lnTo>
                  <a:lnTo>
                    <a:pt x="314031" y="79087"/>
                  </a:lnTo>
                  <a:cubicBezTo>
                    <a:pt x="314031" y="79087"/>
                    <a:pt x="311709" y="78717"/>
                    <a:pt x="310766" y="78649"/>
                  </a:cubicBezTo>
                  <a:cubicBezTo>
                    <a:pt x="309824" y="78582"/>
                    <a:pt x="308512" y="78448"/>
                    <a:pt x="307939" y="78448"/>
                  </a:cubicBezTo>
                  <a:cubicBezTo>
                    <a:pt x="307367" y="78448"/>
                    <a:pt x="306425" y="76698"/>
                    <a:pt x="306290" y="76127"/>
                  </a:cubicBezTo>
                  <a:cubicBezTo>
                    <a:pt x="306156" y="75555"/>
                    <a:pt x="306156" y="74445"/>
                    <a:pt x="306156" y="74445"/>
                  </a:cubicBezTo>
                  <a:lnTo>
                    <a:pt x="306526" y="73133"/>
                  </a:lnTo>
                  <a:lnTo>
                    <a:pt x="306829" y="71989"/>
                  </a:lnTo>
                  <a:lnTo>
                    <a:pt x="307535" y="70542"/>
                  </a:lnTo>
                  <a:lnTo>
                    <a:pt x="307973" y="69668"/>
                  </a:lnTo>
                  <a:cubicBezTo>
                    <a:pt x="307973" y="69668"/>
                    <a:pt x="308848" y="67986"/>
                    <a:pt x="309218" y="67717"/>
                  </a:cubicBezTo>
                  <a:cubicBezTo>
                    <a:pt x="309588" y="67414"/>
                    <a:pt x="310161" y="66707"/>
                    <a:pt x="310161" y="66707"/>
                  </a:cubicBezTo>
                  <a:lnTo>
                    <a:pt x="311036" y="65631"/>
                  </a:lnTo>
                  <a:lnTo>
                    <a:pt x="311473" y="64252"/>
                  </a:lnTo>
                  <a:lnTo>
                    <a:pt x="311911" y="63310"/>
                  </a:lnTo>
                  <a:lnTo>
                    <a:pt x="312415" y="62233"/>
                  </a:lnTo>
                  <a:lnTo>
                    <a:pt x="312920" y="59980"/>
                  </a:lnTo>
                  <a:lnTo>
                    <a:pt x="312920" y="58903"/>
                  </a:lnTo>
                  <a:lnTo>
                    <a:pt x="312718" y="56885"/>
                  </a:lnTo>
                  <a:lnTo>
                    <a:pt x="313391" y="54934"/>
                  </a:lnTo>
                  <a:lnTo>
                    <a:pt x="311439" y="54227"/>
                  </a:lnTo>
                  <a:lnTo>
                    <a:pt x="310632" y="54093"/>
                  </a:lnTo>
                  <a:lnTo>
                    <a:pt x="308949" y="53958"/>
                  </a:lnTo>
                  <a:lnTo>
                    <a:pt x="305886" y="51940"/>
                  </a:lnTo>
                  <a:lnTo>
                    <a:pt x="304742" y="49989"/>
                  </a:lnTo>
                  <a:lnTo>
                    <a:pt x="302285" y="49114"/>
                  </a:lnTo>
                  <a:lnTo>
                    <a:pt x="301141" y="47297"/>
                  </a:lnTo>
                  <a:lnTo>
                    <a:pt x="300232" y="46793"/>
                  </a:lnTo>
                  <a:cubicBezTo>
                    <a:pt x="300232" y="46793"/>
                    <a:pt x="298886" y="43463"/>
                    <a:pt x="298886" y="43160"/>
                  </a:cubicBezTo>
                  <a:cubicBezTo>
                    <a:pt x="298886" y="42857"/>
                    <a:pt x="297204" y="41579"/>
                    <a:pt x="297204" y="41579"/>
                  </a:cubicBezTo>
                  <a:lnTo>
                    <a:pt x="295958" y="40569"/>
                  </a:lnTo>
                  <a:cubicBezTo>
                    <a:pt x="295958" y="40569"/>
                    <a:pt x="295386" y="39695"/>
                    <a:pt x="294949" y="39325"/>
                  </a:cubicBezTo>
                  <a:cubicBezTo>
                    <a:pt x="294511" y="38955"/>
                    <a:pt x="292929" y="38316"/>
                    <a:pt x="292929" y="38316"/>
                  </a:cubicBezTo>
                  <a:cubicBezTo>
                    <a:pt x="292929" y="38316"/>
                    <a:pt x="292223" y="38316"/>
                    <a:pt x="291920" y="38316"/>
                  </a:cubicBezTo>
                  <a:cubicBezTo>
                    <a:pt x="291617" y="38316"/>
                    <a:pt x="291280" y="39459"/>
                    <a:pt x="290977" y="39829"/>
                  </a:cubicBezTo>
                  <a:cubicBezTo>
                    <a:pt x="290675" y="40199"/>
                    <a:pt x="290473" y="40704"/>
                    <a:pt x="290237" y="40973"/>
                  </a:cubicBezTo>
                  <a:cubicBezTo>
                    <a:pt x="290035" y="41276"/>
                    <a:pt x="289867" y="43059"/>
                    <a:pt x="289968" y="43933"/>
                  </a:cubicBezTo>
                  <a:cubicBezTo>
                    <a:pt x="290035" y="44808"/>
                    <a:pt x="289968" y="45615"/>
                    <a:pt x="289968" y="46187"/>
                  </a:cubicBezTo>
                  <a:cubicBezTo>
                    <a:pt x="289968" y="46759"/>
                    <a:pt x="290977" y="48004"/>
                    <a:pt x="291415" y="48811"/>
                  </a:cubicBezTo>
                  <a:cubicBezTo>
                    <a:pt x="291852" y="49618"/>
                    <a:pt x="291987" y="49686"/>
                    <a:pt x="292795" y="50830"/>
                  </a:cubicBezTo>
                  <a:cubicBezTo>
                    <a:pt x="293603" y="51973"/>
                    <a:pt x="294747" y="52276"/>
                    <a:pt x="295050" y="52646"/>
                  </a:cubicBezTo>
                  <a:cubicBezTo>
                    <a:pt x="295352" y="53016"/>
                    <a:pt x="295487" y="53353"/>
                    <a:pt x="296127" y="53891"/>
                  </a:cubicBezTo>
                  <a:cubicBezTo>
                    <a:pt x="296766" y="54395"/>
                    <a:pt x="297877" y="55035"/>
                    <a:pt x="298449" y="55909"/>
                  </a:cubicBezTo>
                  <a:cubicBezTo>
                    <a:pt x="299021" y="56784"/>
                    <a:pt x="299391" y="57658"/>
                    <a:pt x="299896" y="58735"/>
                  </a:cubicBezTo>
                  <a:cubicBezTo>
                    <a:pt x="300401" y="59811"/>
                    <a:pt x="300199" y="60114"/>
                    <a:pt x="300199" y="60417"/>
                  </a:cubicBezTo>
                  <a:cubicBezTo>
                    <a:pt x="300199" y="60719"/>
                    <a:pt x="299761" y="62233"/>
                    <a:pt x="299627" y="62805"/>
                  </a:cubicBezTo>
                  <a:cubicBezTo>
                    <a:pt x="299492" y="63377"/>
                    <a:pt x="297944" y="63747"/>
                    <a:pt x="297944" y="63747"/>
                  </a:cubicBezTo>
                  <a:lnTo>
                    <a:pt x="297439" y="64117"/>
                  </a:lnTo>
                  <a:lnTo>
                    <a:pt x="295117" y="65261"/>
                  </a:lnTo>
                  <a:cubicBezTo>
                    <a:pt x="295117" y="65261"/>
                    <a:pt x="293535" y="66136"/>
                    <a:pt x="293434" y="66405"/>
                  </a:cubicBezTo>
                  <a:cubicBezTo>
                    <a:pt x="293367" y="66707"/>
                    <a:pt x="292795" y="67212"/>
                    <a:pt x="292795" y="67481"/>
                  </a:cubicBezTo>
                  <a:cubicBezTo>
                    <a:pt x="292795" y="67784"/>
                    <a:pt x="292795" y="68356"/>
                    <a:pt x="293165" y="68995"/>
                  </a:cubicBezTo>
                  <a:cubicBezTo>
                    <a:pt x="293535" y="69634"/>
                    <a:pt x="293804" y="69432"/>
                    <a:pt x="293804" y="69432"/>
                  </a:cubicBezTo>
                  <a:cubicBezTo>
                    <a:pt x="293804" y="69432"/>
                    <a:pt x="294242" y="70172"/>
                    <a:pt x="294107" y="70576"/>
                  </a:cubicBezTo>
                  <a:cubicBezTo>
                    <a:pt x="293973" y="71013"/>
                    <a:pt x="294107" y="71652"/>
                    <a:pt x="294107" y="71652"/>
                  </a:cubicBezTo>
                  <a:lnTo>
                    <a:pt x="293165" y="72729"/>
                  </a:lnTo>
                  <a:cubicBezTo>
                    <a:pt x="293165" y="72729"/>
                    <a:pt x="292660" y="72931"/>
                    <a:pt x="292391" y="73032"/>
                  </a:cubicBezTo>
                  <a:cubicBezTo>
                    <a:pt x="292088" y="73099"/>
                    <a:pt x="291213" y="73469"/>
                    <a:pt x="291213" y="73469"/>
                  </a:cubicBezTo>
                  <a:lnTo>
                    <a:pt x="289396" y="71585"/>
                  </a:lnTo>
                  <a:cubicBezTo>
                    <a:pt x="289396" y="71585"/>
                    <a:pt x="288588" y="70946"/>
                    <a:pt x="288386" y="70946"/>
                  </a:cubicBezTo>
                  <a:cubicBezTo>
                    <a:pt x="288151" y="70946"/>
                    <a:pt x="287511" y="70374"/>
                    <a:pt x="287511" y="70374"/>
                  </a:cubicBezTo>
                  <a:lnTo>
                    <a:pt x="286939" y="69802"/>
                  </a:lnTo>
                  <a:lnTo>
                    <a:pt x="285694" y="69500"/>
                  </a:lnTo>
                  <a:cubicBezTo>
                    <a:pt x="285694" y="69500"/>
                    <a:pt x="284987" y="69567"/>
                    <a:pt x="284751" y="69634"/>
                  </a:cubicBezTo>
                  <a:cubicBezTo>
                    <a:pt x="284549" y="69701"/>
                    <a:pt x="283371" y="70879"/>
                    <a:pt x="283371" y="70879"/>
                  </a:cubicBezTo>
                  <a:cubicBezTo>
                    <a:pt x="283371" y="70879"/>
                    <a:pt x="283069" y="72258"/>
                    <a:pt x="283573" y="72695"/>
                  </a:cubicBezTo>
                  <a:cubicBezTo>
                    <a:pt x="284078" y="73133"/>
                    <a:pt x="285155" y="74276"/>
                    <a:pt x="285155" y="74276"/>
                  </a:cubicBezTo>
                  <a:lnTo>
                    <a:pt x="284213" y="77102"/>
                  </a:lnTo>
                  <a:cubicBezTo>
                    <a:pt x="284213" y="77102"/>
                    <a:pt x="283775" y="78145"/>
                    <a:pt x="282799" y="78582"/>
                  </a:cubicBezTo>
                  <a:cubicBezTo>
                    <a:pt x="281823" y="79019"/>
                    <a:pt x="281049" y="78347"/>
                    <a:pt x="281049" y="78347"/>
                  </a:cubicBezTo>
                  <a:lnTo>
                    <a:pt x="279198" y="77708"/>
                  </a:lnTo>
                  <a:lnTo>
                    <a:pt x="277583" y="76934"/>
                  </a:lnTo>
                  <a:lnTo>
                    <a:pt x="275732" y="75319"/>
                  </a:lnTo>
                  <a:lnTo>
                    <a:pt x="274756" y="73705"/>
                  </a:lnTo>
                  <a:lnTo>
                    <a:pt x="273982" y="72090"/>
                  </a:lnTo>
                  <a:lnTo>
                    <a:pt x="272804" y="70879"/>
                  </a:lnTo>
                  <a:lnTo>
                    <a:pt x="270717" y="71215"/>
                  </a:lnTo>
                  <a:lnTo>
                    <a:pt x="269641" y="68928"/>
                  </a:lnTo>
                  <a:lnTo>
                    <a:pt x="268866" y="67077"/>
                  </a:lnTo>
                  <a:lnTo>
                    <a:pt x="266813" y="62940"/>
                  </a:lnTo>
                  <a:lnTo>
                    <a:pt x="264188" y="61628"/>
                  </a:lnTo>
                  <a:lnTo>
                    <a:pt x="262775" y="61830"/>
                  </a:lnTo>
                  <a:lnTo>
                    <a:pt x="261260" y="62166"/>
                  </a:lnTo>
                  <a:lnTo>
                    <a:pt x="258534" y="61964"/>
                  </a:lnTo>
                  <a:lnTo>
                    <a:pt x="256044" y="59475"/>
                  </a:lnTo>
                  <a:lnTo>
                    <a:pt x="253991" y="56750"/>
                  </a:lnTo>
                  <a:lnTo>
                    <a:pt x="250525" y="53386"/>
                  </a:lnTo>
                  <a:lnTo>
                    <a:pt x="249212" y="50560"/>
                  </a:lnTo>
                  <a:lnTo>
                    <a:pt x="248438" y="47836"/>
                  </a:lnTo>
                  <a:lnTo>
                    <a:pt x="245948" y="46961"/>
                  </a:lnTo>
                  <a:lnTo>
                    <a:pt x="243895" y="46961"/>
                  </a:lnTo>
                  <a:lnTo>
                    <a:pt x="241606" y="50392"/>
                  </a:lnTo>
                  <a:lnTo>
                    <a:pt x="239553" y="52512"/>
                  </a:lnTo>
                  <a:lnTo>
                    <a:pt x="238140" y="54799"/>
                  </a:lnTo>
                  <a:lnTo>
                    <a:pt x="238140" y="55976"/>
                  </a:lnTo>
                  <a:cubicBezTo>
                    <a:pt x="238140" y="55976"/>
                    <a:pt x="238577" y="61628"/>
                    <a:pt x="238577" y="62065"/>
                  </a:cubicBezTo>
                  <a:cubicBezTo>
                    <a:pt x="238577" y="62502"/>
                    <a:pt x="238039" y="63041"/>
                    <a:pt x="236962" y="64891"/>
                  </a:cubicBezTo>
                  <a:cubicBezTo>
                    <a:pt x="235885" y="66741"/>
                    <a:pt x="235649" y="65227"/>
                    <a:pt x="235212" y="65227"/>
                  </a:cubicBezTo>
                  <a:cubicBezTo>
                    <a:pt x="234774" y="65227"/>
                    <a:pt x="232149" y="65227"/>
                    <a:pt x="231611" y="65126"/>
                  </a:cubicBezTo>
                  <a:cubicBezTo>
                    <a:pt x="231072" y="65025"/>
                    <a:pt x="229861" y="64588"/>
                    <a:pt x="229423" y="64252"/>
                  </a:cubicBezTo>
                  <a:cubicBezTo>
                    <a:pt x="228986" y="63915"/>
                    <a:pt x="226832" y="62637"/>
                    <a:pt x="226832" y="62637"/>
                  </a:cubicBezTo>
                  <a:cubicBezTo>
                    <a:pt x="226832" y="62637"/>
                    <a:pt x="224106" y="62637"/>
                    <a:pt x="223668" y="62637"/>
                  </a:cubicBezTo>
                  <a:cubicBezTo>
                    <a:pt x="223231" y="62637"/>
                    <a:pt x="221481" y="63613"/>
                    <a:pt x="220639" y="63613"/>
                  </a:cubicBezTo>
                  <a:cubicBezTo>
                    <a:pt x="219764" y="63613"/>
                    <a:pt x="219125" y="64487"/>
                    <a:pt x="219125" y="64487"/>
                  </a:cubicBezTo>
                  <a:lnTo>
                    <a:pt x="217610" y="65799"/>
                  </a:lnTo>
                  <a:lnTo>
                    <a:pt x="216735" y="66438"/>
                  </a:lnTo>
                  <a:lnTo>
                    <a:pt x="215658" y="67515"/>
                  </a:lnTo>
                  <a:cubicBezTo>
                    <a:pt x="215658" y="67515"/>
                    <a:pt x="213807" y="69903"/>
                    <a:pt x="212932" y="70441"/>
                  </a:cubicBezTo>
                  <a:cubicBezTo>
                    <a:pt x="212057" y="70980"/>
                    <a:pt x="212057" y="71316"/>
                    <a:pt x="211755" y="71417"/>
                  </a:cubicBezTo>
                  <a:cubicBezTo>
                    <a:pt x="211418" y="71518"/>
                    <a:pt x="210678" y="73604"/>
                    <a:pt x="210678" y="73604"/>
                  </a:cubicBezTo>
                  <a:cubicBezTo>
                    <a:pt x="210678" y="73604"/>
                    <a:pt x="209702" y="75353"/>
                    <a:pt x="209365" y="75454"/>
                  </a:cubicBezTo>
                  <a:cubicBezTo>
                    <a:pt x="209029" y="75555"/>
                    <a:pt x="208154" y="76968"/>
                    <a:pt x="207615" y="77405"/>
                  </a:cubicBezTo>
                  <a:cubicBezTo>
                    <a:pt x="207077" y="77842"/>
                    <a:pt x="207278" y="79692"/>
                    <a:pt x="207278" y="79692"/>
                  </a:cubicBezTo>
                  <a:cubicBezTo>
                    <a:pt x="207278" y="79692"/>
                    <a:pt x="208355" y="81105"/>
                    <a:pt x="208793" y="81442"/>
                  </a:cubicBezTo>
                  <a:cubicBezTo>
                    <a:pt x="209230" y="81778"/>
                    <a:pt x="212057" y="84368"/>
                    <a:pt x="212057" y="84368"/>
                  </a:cubicBezTo>
                  <a:lnTo>
                    <a:pt x="212057" y="86858"/>
                  </a:lnTo>
                  <a:lnTo>
                    <a:pt x="211048" y="92846"/>
                  </a:lnTo>
                  <a:cubicBezTo>
                    <a:pt x="211048" y="92846"/>
                    <a:pt x="211115" y="95873"/>
                    <a:pt x="211115" y="96176"/>
                  </a:cubicBezTo>
                  <a:cubicBezTo>
                    <a:pt x="211115" y="96478"/>
                    <a:pt x="210678" y="98934"/>
                    <a:pt x="210678" y="98934"/>
                  </a:cubicBezTo>
                  <a:lnTo>
                    <a:pt x="212495" y="100583"/>
                  </a:lnTo>
                  <a:lnTo>
                    <a:pt x="213235" y="102063"/>
                  </a:lnTo>
                  <a:cubicBezTo>
                    <a:pt x="213235" y="102063"/>
                    <a:pt x="215120" y="103812"/>
                    <a:pt x="215423" y="104249"/>
                  </a:cubicBezTo>
                  <a:cubicBezTo>
                    <a:pt x="215726" y="104687"/>
                    <a:pt x="217442" y="103543"/>
                    <a:pt x="217442" y="102937"/>
                  </a:cubicBezTo>
                  <a:cubicBezTo>
                    <a:pt x="217442" y="102365"/>
                    <a:pt x="220505" y="101491"/>
                    <a:pt x="222356" y="100852"/>
                  </a:cubicBezTo>
                  <a:cubicBezTo>
                    <a:pt x="224240" y="100213"/>
                    <a:pt x="225250" y="101054"/>
                    <a:pt x="226125" y="100919"/>
                  </a:cubicBezTo>
                  <a:cubicBezTo>
                    <a:pt x="227000" y="100784"/>
                    <a:pt x="226832" y="100919"/>
                    <a:pt x="226832" y="100919"/>
                  </a:cubicBezTo>
                  <a:cubicBezTo>
                    <a:pt x="227404" y="100919"/>
                    <a:pt x="227707" y="102298"/>
                    <a:pt x="227707" y="102298"/>
                  </a:cubicBezTo>
                  <a:lnTo>
                    <a:pt x="229019" y="104115"/>
                  </a:lnTo>
                  <a:cubicBezTo>
                    <a:pt x="229019" y="104115"/>
                    <a:pt x="231207" y="106873"/>
                    <a:pt x="231779" y="107008"/>
                  </a:cubicBezTo>
                  <a:cubicBezTo>
                    <a:pt x="232351" y="107142"/>
                    <a:pt x="232654" y="109632"/>
                    <a:pt x="232789" y="111078"/>
                  </a:cubicBezTo>
                  <a:cubicBezTo>
                    <a:pt x="232923" y="112525"/>
                    <a:pt x="232789" y="113096"/>
                    <a:pt x="233091" y="115855"/>
                  </a:cubicBezTo>
                  <a:cubicBezTo>
                    <a:pt x="233394" y="118613"/>
                    <a:pt x="234404" y="118445"/>
                    <a:pt x="234236" y="118883"/>
                  </a:cubicBezTo>
                  <a:cubicBezTo>
                    <a:pt x="234101" y="119320"/>
                    <a:pt x="233226" y="121069"/>
                    <a:pt x="233226" y="121069"/>
                  </a:cubicBezTo>
                  <a:cubicBezTo>
                    <a:pt x="233226" y="121069"/>
                    <a:pt x="232519" y="122213"/>
                    <a:pt x="232519" y="122650"/>
                  </a:cubicBezTo>
                  <a:cubicBezTo>
                    <a:pt x="232519" y="123088"/>
                    <a:pt x="232519" y="125240"/>
                    <a:pt x="232654" y="125678"/>
                  </a:cubicBezTo>
                  <a:cubicBezTo>
                    <a:pt x="232789" y="126115"/>
                    <a:pt x="233798" y="126990"/>
                    <a:pt x="233798" y="126990"/>
                  </a:cubicBezTo>
                  <a:lnTo>
                    <a:pt x="236996" y="126990"/>
                  </a:lnTo>
                  <a:lnTo>
                    <a:pt x="242952" y="126418"/>
                  </a:lnTo>
                  <a:lnTo>
                    <a:pt x="246419" y="125543"/>
                  </a:lnTo>
                  <a:lnTo>
                    <a:pt x="248741" y="124097"/>
                  </a:lnTo>
                  <a:lnTo>
                    <a:pt x="250760" y="122852"/>
                  </a:lnTo>
                  <a:lnTo>
                    <a:pt x="253587" y="121843"/>
                  </a:lnTo>
                  <a:lnTo>
                    <a:pt x="254900" y="120329"/>
                  </a:lnTo>
                  <a:lnTo>
                    <a:pt x="256414" y="120026"/>
                  </a:lnTo>
                  <a:lnTo>
                    <a:pt x="260554" y="120026"/>
                  </a:lnTo>
                  <a:lnTo>
                    <a:pt x="261799" y="120363"/>
                  </a:lnTo>
                  <a:lnTo>
                    <a:pt x="263414" y="121776"/>
                  </a:lnTo>
                  <a:lnTo>
                    <a:pt x="265568" y="121776"/>
                  </a:lnTo>
                  <a:cubicBezTo>
                    <a:pt x="265568" y="121776"/>
                    <a:pt x="267688" y="122381"/>
                    <a:pt x="268328" y="123222"/>
                  </a:cubicBezTo>
                  <a:cubicBezTo>
                    <a:pt x="268967" y="124029"/>
                    <a:pt x="269842" y="123861"/>
                    <a:pt x="270616" y="124265"/>
                  </a:cubicBezTo>
                  <a:cubicBezTo>
                    <a:pt x="271390" y="124702"/>
                    <a:pt x="271491" y="125509"/>
                    <a:pt x="271592" y="126182"/>
                  </a:cubicBezTo>
                  <a:cubicBezTo>
                    <a:pt x="271693" y="126821"/>
                    <a:pt x="271592" y="127259"/>
                    <a:pt x="271592" y="128302"/>
                  </a:cubicBezTo>
                  <a:cubicBezTo>
                    <a:pt x="271592" y="129344"/>
                    <a:pt x="271390" y="129782"/>
                    <a:pt x="271121" y="130253"/>
                  </a:cubicBezTo>
                  <a:cubicBezTo>
                    <a:pt x="270852" y="130724"/>
                    <a:pt x="270515" y="130858"/>
                    <a:pt x="270313" y="131127"/>
                  </a:cubicBezTo>
                  <a:cubicBezTo>
                    <a:pt x="270112" y="131396"/>
                    <a:pt x="269539" y="132305"/>
                    <a:pt x="269506" y="132540"/>
                  </a:cubicBezTo>
                  <a:cubicBezTo>
                    <a:pt x="269439" y="132776"/>
                    <a:pt x="269506" y="134559"/>
                    <a:pt x="269506" y="134559"/>
                  </a:cubicBezTo>
                  <a:lnTo>
                    <a:pt x="272333" y="136611"/>
                  </a:lnTo>
                  <a:lnTo>
                    <a:pt x="273847" y="137654"/>
                  </a:lnTo>
                  <a:cubicBezTo>
                    <a:pt x="273847" y="137654"/>
                    <a:pt x="274285" y="139403"/>
                    <a:pt x="274520" y="140042"/>
                  </a:cubicBezTo>
                  <a:cubicBezTo>
                    <a:pt x="274722" y="140681"/>
                    <a:pt x="276472" y="141791"/>
                    <a:pt x="276472" y="141791"/>
                  </a:cubicBezTo>
                  <a:lnTo>
                    <a:pt x="276472" y="144180"/>
                  </a:lnTo>
                  <a:lnTo>
                    <a:pt x="276169" y="147005"/>
                  </a:lnTo>
                  <a:cubicBezTo>
                    <a:pt x="276169" y="147005"/>
                    <a:pt x="276472" y="148755"/>
                    <a:pt x="276035" y="150268"/>
                  </a:cubicBezTo>
                  <a:cubicBezTo>
                    <a:pt x="275597" y="151782"/>
                    <a:pt x="276035" y="150268"/>
                    <a:pt x="275900" y="151580"/>
                  </a:cubicBezTo>
                  <a:cubicBezTo>
                    <a:pt x="275766" y="152892"/>
                    <a:pt x="274958" y="152892"/>
                    <a:pt x="275597" y="153531"/>
                  </a:cubicBezTo>
                  <a:cubicBezTo>
                    <a:pt x="276237" y="154171"/>
                    <a:pt x="275597" y="155920"/>
                    <a:pt x="275597" y="155920"/>
                  </a:cubicBezTo>
                  <a:cubicBezTo>
                    <a:pt x="275597" y="155920"/>
                    <a:pt x="274722" y="157232"/>
                    <a:pt x="274285" y="157433"/>
                  </a:cubicBezTo>
                  <a:cubicBezTo>
                    <a:pt x="273847" y="157635"/>
                    <a:pt x="273847" y="159385"/>
                    <a:pt x="272535" y="160697"/>
                  </a:cubicBezTo>
                  <a:cubicBezTo>
                    <a:pt x="271222" y="162009"/>
                    <a:pt x="271222" y="162446"/>
                    <a:pt x="270583" y="163186"/>
                  </a:cubicBezTo>
                  <a:cubicBezTo>
                    <a:pt x="269943" y="163926"/>
                    <a:pt x="267520" y="165036"/>
                    <a:pt x="266679" y="165036"/>
                  </a:cubicBezTo>
                  <a:cubicBezTo>
                    <a:pt x="265804" y="165036"/>
                    <a:pt x="263212" y="163186"/>
                    <a:pt x="263212" y="163186"/>
                  </a:cubicBezTo>
                  <a:lnTo>
                    <a:pt x="261025" y="158745"/>
                  </a:lnTo>
                  <a:lnTo>
                    <a:pt x="255573" y="157433"/>
                  </a:lnTo>
                  <a:lnTo>
                    <a:pt x="255573" y="158005"/>
                  </a:lnTo>
                  <a:cubicBezTo>
                    <a:pt x="255573" y="158005"/>
                    <a:pt x="254799" y="158712"/>
                    <a:pt x="253082" y="161336"/>
                  </a:cubicBezTo>
                  <a:cubicBezTo>
                    <a:pt x="251332" y="163960"/>
                    <a:pt x="251029" y="162648"/>
                    <a:pt x="250154" y="163455"/>
                  </a:cubicBezTo>
                  <a:cubicBezTo>
                    <a:pt x="249279" y="164262"/>
                    <a:pt x="238846" y="162210"/>
                    <a:pt x="238846" y="162210"/>
                  </a:cubicBezTo>
                  <a:lnTo>
                    <a:pt x="233832" y="161773"/>
                  </a:lnTo>
                  <a:lnTo>
                    <a:pt x="224476" y="161773"/>
                  </a:lnTo>
                  <a:lnTo>
                    <a:pt x="222524" y="164700"/>
                  </a:lnTo>
                  <a:cubicBezTo>
                    <a:pt x="222524" y="164700"/>
                    <a:pt x="220572" y="168299"/>
                    <a:pt x="219933" y="168737"/>
                  </a:cubicBezTo>
                  <a:cubicBezTo>
                    <a:pt x="219293" y="169174"/>
                    <a:pt x="211250" y="168737"/>
                    <a:pt x="211250" y="168737"/>
                  </a:cubicBezTo>
                  <a:lnTo>
                    <a:pt x="207110" y="168737"/>
                  </a:lnTo>
                  <a:lnTo>
                    <a:pt x="200514" y="165272"/>
                  </a:lnTo>
                  <a:lnTo>
                    <a:pt x="197620" y="163825"/>
                  </a:lnTo>
                  <a:lnTo>
                    <a:pt x="195870" y="159755"/>
                  </a:lnTo>
                  <a:lnTo>
                    <a:pt x="193547" y="158005"/>
                  </a:lnTo>
                  <a:lnTo>
                    <a:pt x="190350" y="160024"/>
                  </a:lnTo>
                  <a:lnTo>
                    <a:pt x="185437" y="160024"/>
                  </a:lnTo>
                  <a:lnTo>
                    <a:pt x="179917" y="165238"/>
                  </a:lnTo>
                  <a:lnTo>
                    <a:pt x="175744" y="165238"/>
                  </a:lnTo>
                  <a:cubicBezTo>
                    <a:pt x="175879" y="165473"/>
                    <a:pt x="176013" y="165776"/>
                    <a:pt x="176013" y="166113"/>
                  </a:cubicBezTo>
                  <a:cubicBezTo>
                    <a:pt x="176013" y="166684"/>
                    <a:pt x="175576" y="168703"/>
                    <a:pt x="175576" y="168703"/>
                  </a:cubicBezTo>
                  <a:lnTo>
                    <a:pt x="175374" y="171966"/>
                  </a:lnTo>
                  <a:lnTo>
                    <a:pt x="171773" y="175330"/>
                  </a:lnTo>
                  <a:lnTo>
                    <a:pt x="170023" y="177819"/>
                  </a:lnTo>
                  <a:lnTo>
                    <a:pt x="167869" y="180006"/>
                  </a:lnTo>
                  <a:lnTo>
                    <a:pt x="166893" y="183605"/>
                  </a:lnTo>
                  <a:lnTo>
                    <a:pt x="166893" y="185220"/>
                  </a:lnTo>
                  <a:lnTo>
                    <a:pt x="168643" y="188046"/>
                  </a:lnTo>
                  <a:lnTo>
                    <a:pt x="168643" y="190434"/>
                  </a:lnTo>
                  <a:cubicBezTo>
                    <a:pt x="168643" y="190434"/>
                    <a:pt x="167129" y="191611"/>
                    <a:pt x="166994" y="191948"/>
                  </a:cubicBezTo>
                  <a:cubicBezTo>
                    <a:pt x="166893" y="192284"/>
                    <a:pt x="165816" y="193798"/>
                    <a:pt x="165480" y="194134"/>
                  </a:cubicBezTo>
                  <a:cubicBezTo>
                    <a:pt x="165143" y="194471"/>
                    <a:pt x="163864" y="196523"/>
                    <a:pt x="163528" y="196523"/>
                  </a:cubicBezTo>
                  <a:cubicBezTo>
                    <a:pt x="163191" y="196523"/>
                    <a:pt x="161239" y="196523"/>
                    <a:pt x="161239" y="196523"/>
                  </a:cubicBezTo>
                  <a:cubicBezTo>
                    <a:pt x="161239" y="196523"/>
                    <a:pt x="159051" y="196523"/>
                    <a:pt x="157200" y="196523"/>
                  </a:cubicBezTo>
                  <a:cubicBezTo>
                    <a:pt x="155349" y="196523"/>
                    <a:pt x="152085" y="196523"/>
                    <a:pt x="152085" y="196523"/>
                  </a:cubicBezTo>
                  <a:cubicBezTo>
                    <a:pt x="152085" y="196523"/>
                    <a:pt x="149157" y="197162"/>
                    <a:pt x="147845" y="197162"/>
                  </a:cubicBezTo>
                  <a:cubicBezTo>
                    <a:pt x="146532" y="197162"/>
                    <a:pt x="143705" y="197263"/>
                    <a:pt x="143705" y="197263"/>
                  </a:cubicBezTo>
                  <a:lnTo>
                    <a:pt x="142090" y="197700"/>
                  </a:lnTo>
                  <a:cubicBezTo>
                    <a:pt x="142090" y="197700"/>
                    <a:pt x="138085" y="199214"/>
                    <a:pt x="137210" y="199752"/>
                  </a:cubicBezTo>
                  <a:cubicBezTo>
                    <a:pt x="136335" y="200291"/>
                    <a:pt x="133945" y="202040"/>
                    <a:pt x="133844" y="202477"/>
                  </a:cubicBezTo>
                  <a:cubicBezTo>
                    <a:pt x="133743" y="202914"/>
                    <a:pt x="132532" y="204966"/>
                    <a:pt x="131657" y="205404"/>
                  </a:cubicBezTo>
                  <a:cubicBezTo>
                    <a:pt x="130782" y="205841"/>
                    <a:pt x="128830" y="208566"/>
                    <a:pt x="128830" y="208566"/>
                  </a:cubicBezTo>
                  <a:lnTo>
                    <a:pt x="126541" y="209541"/>
                  </a:lnTo>
                  <a:cubicBezTo>
                    <a:pt x="126541" y="209541"/>
                    <a:pt x="122738" y="206480"/>
                    <a:pt x="122301" y="206480"/>
                  </a:cubicBezTo>
                  <a:cubicBezTo>
                    <a:pt x="121863" y="206480"/>
                    <a:pt x="118599" y="204731"/>
                    <a:pt x="118296" y="204731"/>
                  </a:cubicBezTo>
                  <a:cubicBezTo>
                    <a:pt x="117959" y="204731"/>
                    <a:pt x="113618" y="204529"/>
                    <a:pt x="112743" y="204731"/>
                  </a:cubicBezTo>
                  <a:cubicBezTo>
                    <a:pt x="111868" y="204966"/>
                    <a:pt x="105137" y="205067"/>
                    <a:pt x="105137" y="205067"/>
                  </a:cubicBezTo>
                  <a:lnTo>
                    <a:pt x="102108" y="205269"/>
                  </a:lnTo>
                  <a:lnTo>
                    <a:pt x="98742" y="206884"/>
                  </a:lnTo>
                  <a:lnTo>
                    <a:pt x="96891" y="207321"/>
                  </a:lnTo>
                  <a:cubicBezTo>
                    <a:pt x="96891" y="207321"/>
                    <a:pt x="95814" y="207758"/>
                    <a:pt x="94704" y="206547"/>
                  </a:cubicBezTo>
                  <a:cubicBezTo>
                    <a:pt x="93627" y="205370"/>
                    <a:pt x="92314" y="204697"/>
                    <a:pt x="92213" y="203923"/>
                  </a:cubicBezTo>
                  <a:cubicBezTo>
                    <a:pt x="92113" y="203150"/>
                    <a:pt x="91776" y="201636"/>
                    <a:pt x="92113" y="200761"/>
                  </a:cubicBezTo>
                  <a:cubicBezTo>
                    <a:pt x="92449" y="199887"/>
                    <a:pt x="92449" y="199012"/>
                    <a:pt x="92449" y="198575"/>
                  </a:cubicBezTo>
                  <a:cubicBezTo>
                    <a:pt x="92449" y="198138"/>
                    <a:pt x="92012" y="196725"/>
                    <a:pt x="92012" y="196725"/>
                  </a:cubicBezTo>
                  <a:lnTo>
                    <a:pt x="88747" y="193361"/>
                  </a:lnTo>
                  <a:cubicBezTo>
                    <a:pt x="88747" y="193361"/>
                    <a:pt x="87535" y="191847"/>
                    <a:pt x="86459" y="191611"/>
                  </a:cubicBezTo>
                  <a:cubicBezTo>
                    <a:pt x="85382" y="191410"/>
                    <a:pt x="82656" y="189660"/>
                    <a:pt x="82656" y="189660"/>
                  </a:cubicBezTo>
                  <a:lnTo>
                    <a:pt x="80266" y="190737"/>
                  </a:lnTo>
                  <a:cubicBezTo>
                    <a:pt x="80266" y="190737"/>
                    <a:pt x="78078" y="193024"/>
                    <a:pt x="77978" y="193361"/>
                  </a:cubicBezTo>
                  <a:cubicBezTo>
                    <a:pt x="77877" y="193697"/>
                    <a:pt x="77103" y="195749"/>
                    <a:pt x="77103" y="195749"/>
                  </a:cubicBezTo>
                  <a:cubicBezTo>
                    <a:pt x="77103" y="195749"/>
                    <a:pt x="75151" y="200526"/>
                    <a:pt x="74477" y="200963"/>
                  </a:cubicBezTo>
                  <a:cubicBezTo>
                    <a:pt x="73838" y="201400"/>
                    <a:pt x="71213" y="203015"/>
                    <a:pt x="71213" y="203015"/>
                  </a:cubicBezTo>
                  <a:lnTo>
                    <a:pt x="67949" y="206043"/>
                  </a:lnTo>
                  <a:lnTo>
                    <a:pt x="66299" y="208532"/>
                  </a:lnTo>
                  <a:lnTo>
                    <a:pt x="62934" y="210281"/>
                  </a:lnTo>
                  <a:lnTo>
                    <a:pt x="59905" y="210281"/>
                  </a:lnTo>
                  <a:cubicBezTo>
                    <a:pt x="59905" y="210281"/>
                    <a:pt x="57953" y="208330"/>
                    <a:pt x="57415" y="207893"/>
                  </a:cubicBezTo>
                  <a:cubicBezTo>
                    <a:pt x="56876" y="207456"/>
                    <a:pt x="55025" y="205841"/>
                    <a:pt x="54924" y="205404"/>
                  </a:cubicBezTo>
                  <a:cubicBezTo>
                    <a:pt x="54823" y="204966"/>
                    <a:pt x="52434" y="202578"/>
                    <a:pt x="51761" y="202040"/>
                  </a:cubicBezTo>
                  <a:cubicBezTo>
                    <a:pt x="51121" y="201501"/>
                    <a:pt x="49809" y="199651"/>
                    <a:pt x="49472" y="199214"/>
                  </a:cubicBezTo>
                  <a:cubicBezTo>
                    <a:pt x="49136" y="198777"/>
                    <a:pt x="47083" y="196287"/>
                    <a:pt x="47083" y="196287"/>
                  </a:cubicBezTo>
                  <a:lnTo>
                    <a:pt x="45030" y="194336"/>
                  </a:lnTo>
                  <a:lnTo>
                    <a:pt x="44828" y="193125"/>
                  </a:lnTo>
                  <a:lnTo>
                    <a:pt x="42977" y="191174"/>
                  </a:lnTo>
                  <a:cubicBezTo>
                    <a:pt x="42977" y="191174"/>
                    <a:pt x="41462" y="190838"/>
                    <a:pt x="41025" y="190838"/>
                  </a:cubicBezTo>
                  <a:cubicBezTo>
                    <a:pt x="40587" y="190838"/>
                    <a:pt x="39241" y="191040"/>
                    <a:pt x="39241" y="191040"/>
                  </a:cubicBezTo>
                  <a:lnTo>
                    <a:pt x="38232" y="190501"/>
                  </a:lnTo>
                  <a:lnTo>
                    <a:pt x="38232" y="188550"/>
                  </a:lnTo>
                  <a:cubicBezTo>
                    <a:pt x="38232" y="188550"/>
                    <a:pt x="37592" y="186801"/>
                    <a:pt x="37255" y="186700"/>
                  </a:cubicBezTo>
                  <a:cubicBezTo>
                    <a:pt x="36919" y="186599"/>
                    <a:pt x="35943" y="186498"/>
                    <a:pt x="35304" y="186599"/>
                  </a:cubicBezTo>
                  <a:cubicBezTo>
                    <a:pt x="34664" y="186700"/>
                    <a:pt x="34328" y="187810"/>
                    <a:pt x="34328" y="187810"/>
                  </a:cubicBezTo>
                  <a:cubicBezTo>
                    <a:pt x="34328" y="187810"/>
                    <a:pt x="33352" y="189223"/>
                    <a:pt x="33116" y="189862"/>
                  </a:cubicBezTo>
                  <a:cubicBezTo>
                    <a:pt x="32914" y="190501"/>
                    <a:pt x="32140" y="192789"/>
                    <a:pt x="32140" y="192789"/>
                  </a:cubicBezTo>
                  <a:lnTo>
                    <a:pt x="29952" y="196826"/>
                  </a:lnTo>
                  <a:cubicBezTo>
                    <a:pt x="29852" y="197364"/>
                    <a:pt x="28977" y="200089"/>
                    <a:pt x="28977" y="200089"/>
                  </a:cubicBezTo>
                  <a:lnTo>
                    <a:pt x="27126" y="202578"/>
                  </a:lnTo>
                  <a:lnTo>
                    <a:pt x="25174" y="204193"/>
                  </a:lnTo>
                  <a:cubicBezTo>
                    <a:pt x="25174" y="204193"/>
                    <a:pt x="24400" y="204966"/>
                    <a:pt x="23996" y="205168"/>
                  </a:cubicBezTo>
                  <a:cubicBezTo>
                    <a:pt x="23558" y="205370"/>
                    <a:pt x="22044" y="206682"/>
                    <a:pt x="22044" y="206682"/>
                  </a:cubicBezTo>
                  <a:lnTo>
                    <a:pt x="19318" y="209407"/>
                  </a:lnTo>
                  <a:lnTo>
                    <a:pt x="18241" y="210921"/>
                  </a:lnTo>
                  <a:cubicBezTo>
                    <a:pt x="18241" y="210921"/>
                    <a:pt x="17265" y="212434"/>
                    <a:pt x="17164" y="212872"/>
                  </a:cubicBezTo>
                  <a:cubicBezTo>
                    <a:pt x="17063" y="213309"/>
                    <a:pt x="12385" y="215495"/>
                    <a:pt x="12385" y="215495"/>
                  </a:cubicBezTo>
                  <a:lnTo>
                    <a:pt x="9457" y="219835"/>
                  </a:lnTo>
                  <a:lnTo>
                    <a:pt x="5216" y="220710"/>
                  </a:lnTo>
                  <a:lnTo>
                    <a:pt x="5216" y="226799"/>
                  </a:lnTo>
                  <a:lnTo>
                    <a:pt x="5654" y="228750"/>
                  </a:lnTo>
                  <a:lnTo>
                    <a:pt x="5418" y="229826"/>
                  </a:lnTo>
                  <a:lnTo>
                    <a:pt x="639" y="231138"/>
                  </a:lnTo>
                  <a:lnTo>
                    <a:pt x="0" y="232887"/>
                  </a:lnTo>
                  <a:lnTo>
                    <a:pt x="1077" y="236352"/>
                  </a:lnTo>
                  <a:lnTo>
                    <a:pt x="3904" y="236789"/>
                  </a:lnTo>
                  <a:lnTo>
                    <a:pt x="7067" y="235276"/>
                  </a:lnTo>
                  <a:cubicBezTo>
                    <a:pt x="7067" y="235276"/>
                    <a:pt x="7404" y="234636"/>
                    <a:pt x="7942" y="234401"/>
                  </a:cubicBezTo>
                  <a:cubicBezTo>
                    <a:pt x="8481" y="234166"/>
                    <a:pt x="9692" y="233762"/>
                    <a:pt x="9692" y="233762"/>
                  </a:cubicBezTo>
                  <a:lnTo>
                    <a:pt x="11106" y="233526"/>
                  </a:lnTo>
                  <a:lnTo>
                    <a:pt x="14370" y="235377"/>
                  </a:lnTo>
                  <a:lnTo>
                    <a:pt x="15582" y="238404"/>
                  </a:lnTo>
                  <a:cubicBezTo>
                    <a:pt x="15582" y="238404"/>
                    <a:pt x="16019" y="240456"/>
                    <a:pt x="16019" y="240793"/>
                  </a:cubicBezTo>
                  <a:cubicBezTo>
                    <a:pt x="16019" y="241129"/>
                    <a:pt x="15481" y="243517"/>
                    <a:pt x="15481" y="243517"/>
                  </a:cubicBezTo>
                  <a:lnTo>
                    <a:pt x="14572" y="245132"/>
                  </a:lnTo>
                  <a:lnTo>
                    <a:pt x="13967" y="247622"/>
                  </a:lnTo>
                  <a:lnTo>
                    <a:pt x="13967" y="249371"/>
                  </a:lnTo>
                  <a:lnTo>
                    <a:pt x="15043" y="250783"/>
                  </a:lnTo>
                  <a:lnTo>
                    <a:pt x="14842" y="253710"/>
                  </a:lnTo>
                  <a:lnTo>
                    <a:pt x="13765" y="255661"/>
                  </a:lnTo>
                  <a:lnTo>
                    <a:pt x="12452" y="256973"/>
                  </a:lnTo>
                  <a:cubicBezTo>
                    <a:pt x="12452" y="256973"/>
                    <a:pt x="12116" y="257848"/>
                    <a:pt x="11813" y="257949"/>
                  </a:cubicBezTo>
                  <a:cubicBezTo>
                    <a:pt x="11476" y="258050"/>
                    <a:pt x="10938" y="258588"/>
                    <a:pt x="10938" y="258588"/>
                  </a:cubicBezTo>
                  <a:lnTo>
                    <a:pt x="10265" y="261077"/>
                  </a:lnTo>
                  <a:lnTo>
                    <a:pt x="10063" y="263365"/>
                  </a:lnTo>
                  <a:lnTo>
                    <a:pt x="9625" y="267267"/>
                  </a:lnTo>
                  <a:cubicBezTo>
                    <a:pt x="9625" y="267267"/>
                    <a:pt x="9524" y="270093"/>
                    <a:pt x="9524" y="270866"/>
                  </a:cubicBezTo>
                  <a:cubicBezTo>
                    <a:pt x="9524" y="271640"/>
                    <a:pt x="8885" y="274769"/>
                    <a:pt x="8885" y="274769"/>
                  </a:cubicBezTo>
                  <a:lnTo>
                    <a:pt x="9087" y="277157"/>
                  </a:lnTo>
                  <a:lnTo>
                    <a:pt x="12250" y="279983"/>
                  </a:lnTo>
                  <a:lnTo>
                    <a:pt x="15515" y="286072"/>
                  </a:lnTo>
                  <a:lnTo>
                    <a:pt x="17904" y="288897"/>
                  </a:lnTo>
                  <a:lnTo>
                    <a:pt x="22246" y="291084"/>
                  </a:lnTo>
                  <a:lnTo>
                    <a:pt x="27462" y="291959"/>
                  </a:lnTo>
                  <a:lnTo>
                    <a:pt x="32241" y="291959"/>
                  </a:lnTo>
                  <a:lnTo>
                    <a:pt x="35707" y="291959"/>
                  </a:lnTo>
                  <a:lnTo>
                    <a:pt x="40924" y="291959"/>
                  </a:lnTo>
                  <a:cubicBezTo>
                    <a:pt x="40924" y="291959"/>
                    <a:pt x="42236" y="292194"/>
                    <a:pt x="42674" y="291319"/>
                  </a:cubicBezTo>
                  <a:cubicBezTo>
                    <a:pt x="43112" y="290445"/>
                    <a:pt x="43549" y="289133"/>
                    <a:pt x="43751" y="288494"/>
                  </a:cubicBezTo>
                  <a:cubicBezTo>
                    <a:pt x="43953" y="287854"/>
                    <a:pt x="44390" y="287417"/>
                    <a:pt x="45063" y="286307"/>
                  </a:cubicBezTo>
                  <a:cubicBezTo>
                    <a:pt x="45703" y="285231"/>
                    <a:pt x="46813" y="284793"/>
                    <a:pt x="46813" y="284793"/>
                  </a:cubicBezTo>
                  <a:lnTo>
                    <a:pt x="47251" y="283279"/>
                  </a:lnTo>
                  <a:lnTo>
                    <a:pt x="49203" y="283044"/>
                  </a:lnTo>
                  <a:cubicBezTo>
                    <a:pt x="49203" y="283044"/>
                    <a:pt x="50717" y="283279"/>
                    <a:pt x="51592" y="283279"/>
                  </a:cubicBezTo>
                  <a:cubicBezTo>
                    <a:pt x="52467" y="283279"/>
                    <a:pt x="56607" y="283279"/>
                    <a:pt x="56607" y="283279"/>
                  </a:cubicBezTo>
                  <a:cubicBezTo>
                    <a:pt x="56607" y="283279"/>
                    <a:pt x="58121" y="283044"/>
                    <a:pt x="58794" y="283279"/>
                  </a:cubicBezTo>
                  <a:cubicBezTo>
                    <a:pt x="59434" y="283481"/>
                    <a:pt x="63371" y="283481"/>
                    <a:pt x="63371" y="283481"/>
                  </a:cubicBezTo>
                  <a:lnTo>
                    <a:pt x="64886" y="282842"/>
                  </a:lnTo>
                  <a:lnTo>
                    <a:pt x="68352" y="281328"/>
                  </a:lnTo>
                  <a:cubicBezTo>
                    <a:pt x="68352" y="281328"/>
                    <a:pt x="70506" y="279579"/>
                    <a:pt x="70977" y="278940"/>
                  </a:cubicBezTo>
                  <a:cubicBezTo>
                    <a:pt x="71415" y="278301"/>
                    <a:pt x="71852" y="277628"/>
                    <a:pt x="72054" y="276989"/>
                  </a:cubicBezTo>
                  <a:cubicBezTo>
                    <a:pt x="72256" y="276350"/>
                    <a:pt x="73131" y="275038"/>
                    <a:pt x="73131" y="275038"/>
                  </a:cubicBezTo>
                  <a:lnTo>
                    <a:pt x="73131" y="273726"/>
                  </a:lnTo>
                  <a:lnTo>
                    <a:pt x="74444" y="272414"/>
                  </a:lnTo>
                  <a:lnTo>
                    <a:pt x="75958" y="271775"/>
                  </a:lnTo>
                  <a:lnTo>
                    <a:pt x="77910" y="270025"/>
                  </a:lnTo>
                  <a:cubicBezTo>
                    <a:pt x="77910" y="270025"/>
                    <a:pt x="78550" y="270227"/>
                    <a:pt x="79660" y="270227"/>
                  </a:cubicBezTo>
                  <a:cubicBezTo>
                    <a:pt x="80737" y="270227"/>
                    <a:pt x="83800" y="271304"/>
                    <a:pt x="83800" y="271304"/>
                  </a:cubicBezTo>
                  <a:cubicBezTo>
                    <a:pt x="83800" y="271304"/>
                    <a:pt x="85853" y="273053"/>
                    <a:pt x="86088" y="273692"/>
                  </a:cubicBezTo>
                  <a:cubicBezTo>
                    <a:pt x="86290" y="274331"/>
                    <a:pt x="87064" y="276955"/>
                    <a:pt x="87064" y="276955"/>
                  </a:cubicBezTo>
                  <a:lnTo>
                    <a:pt x="87064" y="280655"/>
                  </a:lnTo>
                  <a:lnTo>
                    <a:pt x="85314" y="281967"/>
                  </a:lnTo>
                  <a:lnTo>
                    <a:pt x="85314" y="284154"/>
                  </a:lnTo>
                  <a:cubicBezTo>
                    <a:pt x="85314" y="284154"/>
                    <a:pt x="87939" y="285231"/>
                    <a:pt x="89016" y="285903"/>
                  </a:cubicBezTo>
                  <a:cubicBezTo>
                    <a:pt x="90093" y="286542"/>
                    <a:pt x="92483" y="287215"/>
                    <a:pt x="92483" y="287215"/>
                  </a:cubicBezTo>
                  <a:lnTo>
                    <a:pt x="94435" y="289166"/>
                  </a:lnTo>
                  <a:lnTo>
                    <a:pt x="99214" y="293068"/>
                  </a:lnTo>
                  <a:lnTo>
                    <a:pt x="99214" y="299796"/>
                  </a:lnTo>
                  <a:lnTo>
                    <a:pt x="103791" y="303699"/>
                  </a:lnTo>
                  <a:cubicBezTo>
                    <a:pt x="103791" y="303699"/>
                    <a:pt x="104868" y="305650"/>
                    <a:pt x="104868" y="306289"/>
                  </a:cubicBezTo>
                  <a:cubicBezTo>
                    <a:pt x="104868" y="306928"/>
                    <a:pt x="105070" y="310427"/>
                    <a:pt x="103791" y="312142"/>
                  </a:cubicBezTo>
                  <a:cubicBezTo>
                    <a:pt x="102478" y="313891"/>
                    <a:pt x="102478" y="313891"/>
                    <a:pt x="102478" y="313891"/>
                  </a:cubicBezTo>
                  <a:cubicBezTo>
                    <a:pt x="102478" y="313891"/>
                    <a:pt x="102276" y="315405"/>
                    <a:pt x="101839" y="316280"/>
                  </a:cubicBezTo>
                  <a:cubicBezTo>
                    <a:pt x="101401" y="317155"/>
                    <a:pt x="97497" y="322571"/>
                    <a:pt x="97497" y="322571"/>
                  </a:cubicBezTo>
                  <a:cubicBezTo>
                    <a:pt x="97497" y="322571"/>
                    <a:pt x="96858" y="324454"/>
                    <a:pt x="96420" y="325127"/>
                  </a:cubicBezTo>
                  <a:cubicBezTo>
                    <a:pt x="95983" y="325834"/>
                    <a:pt x="91641" y="328659"/>
                    <a:pt x="91641" y="328659"/>
                  </a:cubicBezTo>
                  <a:cubicBezTo>
                    <a:pt x="91641" y="328659"/>
                    <a:pt x="91204" y="330173"/>
                    <a:pt x="90564" y="331048"/>
                  </a:cubicBezTo>
                  <a:cubicBezTo>
                    <a:pt x="89925" y="331922"/>
                    <a:pt x="87939" y="334748"/>
                    <a:pt x="87939" y="334748"/>
                  </a:cubicBezTo>
                  <a:lnTo>
                    <a:pt x="85987" y="339323"/>
                  </a:lnTo>
                  <a:cubicBezTo>
                    <a:pt x="85987" y="339323"/>
                    <a:pt x="85987" y="342788"/>
                    <a:pt x="85550" y="344537"/>
                  </a:cubicBezTo>
                  <a:cubicBezTo>
                    <a:pt x="85112" y="346286"/>
                    <a:pt x="83800" y="349987"/>
                    <a:pt x="83800" y="349987"/>
                  </a:cubicBezTo>
                  <a:lnTo>
                    <a:pt x="82285" y="352375"/>
                  </a:lnTo>
                  <a:lnTo>
                    <a:pt x="80771" y="354965"/>
                  </a:lnTo>
                  <a:lnTo>
                    <a:pt x="79694" y="356715"/>
                  </a:lnTo>
                  <a:lnTo>
                    <a:pt x="78180" y="358666"/>
                  </a:lnTo>
                  <a:lnTo>
                    <a:pt x="76429" y="362131"/>
                  </a:lnTo>
                  <a:lnTo>
                    <a:pt x="76665" y="366268"/>
                  </a:lnTo>
                  <a:lnTo>
                    <a:pt x="76665" y="372794"/>
                  </a:lnTo>
                  <a:lnTo>
                    <a:pt x="76026" y="377571"/>
                  </a:lnTo>
                  <a:lnTo>
                    <a:pt x="75386" y="382348"/>
                  </a:lnTo>
                  <a:lnTo>
                    <a:pt x="73199" y="383862"/>
                  </a:lnTo>
                  <a:lnTo>
                    <a:pt x="69497" y="383660"/>
                  </a:lnTo>
                  <a:lnTo>
                    <a:pt x="66434" y="385174"/>
                  </a:lnTo>
                  <a:lnTo>
                    <a:pt x="62732" y="387562"/>
                  </a:lnTo>
                  <a:cubicBezTo>
                    <a:pt x="62732" y="387562"/>
                    <a:pt x="62093" y="388437"/>
                    <a:pt x="62093" y="389312"/>
                  </a:cubicBezTo>
                  <a:cubicBezTo>
                    <a:pt x="62093" y="390186"/>
                    <a:pt x="62093" y="393651"/>
                    <a:pt x="62530" y="394324"/>
                  </a:cubicBezTo>
                  <a:cubicBezTo>
                    <a:pt x="62968" y="394963"/>
                    <a:pt x="66670" y="396712"/>
                    <a:pt x="66670" y="396712"/>
                  </a:cubicBezTo>
                  <a:cubicBezTo>
                    <a:pt x="66670" y="396712"/>
                    <a:pt x="70136" y="401052"/>
                    <a:pt x="70372" y="401926"/>
                  </a:cubicBezTo>
                  <a:cubicBezTo>
                    <a:pt x="70607" y="402801"/>
                    <a:pt x="73199" y="402566"/>
                    <a:pt x="73199" y="402566"/>
                  </a:cubicBezTo>
                  <a:lnTo>
                    <a:pt x="76463" y="403877"/>
                  </a:lnTo>
                  <a:lnTo>
                    <a:pt x="75824" y="409966"/>
                  </a:lnTo>
                  <a:cubicBezTo>
                    <a:pt x="75824" y="409966"/>
                    <a:pt x="73636" y="412792"/>
                    <a:pt x="73199" y="414743"/>
                  </a:cubicBezTo>
                  <a:cubicBezTo>
                    <a:pt x="72761" y="416694"/>
                    <a:pt x="77338" y="414104"/>
                    <a:pt x="78213" y="414104"/>
                  </a:cubicBezTo>
                  <a:cubicBezTo>
                    <a:pt x="79088" y="414104"/>
                    <a:pt x="80603" y="412792"/>
                    <a:pt x="81242" y="412590"/>
                  </a:cubicBezTo>
                  <a:cubicBezTo>
                    <a:pt x="81881" y="412355"/>
                    <a:pt x="83867" y="410404"/>
                    <a:pt x="83867" y="410404"/>
                  </a:cubicBezTo>
                  <a:lnTo>
                    <a:pt x="87132" y="409529"/>
                  </a:lnTo>
                  <a:lnTo>
                    <a:pt x="89757" y="411480"/>
                  </a:lnTo>
                  <a:cubicBezTo>
                    <a:pt x="89757" y="411480"/>
                    <a:pt x="90396" y="414945"/>
                    <a:pt x="89992" y="415820"/>
                  </a:cubicBezTo>
                  <a:cubicBezTo>
                    <a:pt x="89555" y="416694"/>
                    <a:pt x="87603" y="419116"/>
                    <a:pt x="87603" y="419116"/>
                  </a:cubicBezTo>
                  <a:lnTo>
                    <a:pt x="87165" y="423624"/>
                  </a:lnTo>
                  <a:lnTo>
                    <a:pt x="88680" y="425575"/>
                  </a:lnTo>
                  <a:cubicBezTo>
                    <a:pt x="88680" y="425575"/>
                    <a:pt x="90194" y="427089"/>
                    <a:pt x="91507" y="428603"/>
                  </a:cubicBezTo>
                  <a:cubicBezTo>
                    <a:pt x="92819" y="430117"/>
                    <a:pt x="95411" y="434456"/>
                    <a:pt x="95411" y="434456"/>
                  </a:cubicBezTo>
                  <a:lnTo>
                    <a:pt x="96050" y="436844"/>
                  </a:lnTo>
                  <a:cubicBezTo>
                    <a:pt x="96050" y="436844"/>
                    <a:pt x="98440" y="437820"/>
                    <a:pt x="100627" y="437181"/>
                  </a:cubicBezTo>
                  <a:cubicBezTo>
                    <a:pt x="102781" y="436542"/>
                    <a:pt x="105843" y="436205"/>
                    <a:pt x="106719" y="436205"/>
                  </a:cubicBezTo>
                  <a:cubicBezTo>
                    <a:pt x="107594" y="436205"/>
                    <a:pt x="112372" y="436205"/>
                    <a:pt x="112372" y="436205"/>
                  </a:cubicBezTo>
                  <a:lnTo>
                    <a:pt x="115401" y="438795"/>
                  </a:lnTo>
                  <a:lnTo>
                    <a:pt x="115200" y="441419"/>
                  </a:lnTo>
                  <a:cubicBezTo>
                    <a:pt x="115200" y="441419"/>
                    <a:pt x="115200" y="444884"/>
                    <a:pt x="114964" y="445557"/>
                  </a:cubicBezTo>
                  <a:cubicBezTo>
                    <a:pt x="114728" y="446196"/>
                    <a:pt x="114964" y="447306"/>
                    <a:pt x="113651" y="448383"/>
                  </a:cubicBezTo>
                  <a:cubicBezTo>
                    <a:pt x="112339" y="449459"/>
                    <a:pt x="110387" y="452520"/>
                    <a:pt x="110387" y="452520"/>
                  </a:cubicBezTo>
                  <a:cubicBezTo>
                    <a:pt x="110387" y="452520"/>
                    <a:pt x="108872" y="452958"/>
                    <a:pt x="107997" y="453597"/>
                  </a:cubicBezTo>
                  <a:cubicBezTo>
                    <a:pt x="107122" y="454236"/>
                    <a:pt x="104969" y="455548"/>
                    <a:pt x="104969" y="455548"/>
                  </a:cubicBezTo>
                  <a:lnTo>
                    <a:pt x="102142" y="457062"/>
                  </a:lnTo>
                  <a:cubicBezTo>
                    <a:pt x="102142" y="457062"/>
                    <a:pt x="100627" y="460762"/>
                    <a:pt x="98877" y="459888"/>
                  </a:cubicBezTo>
                  <a:cubicBezTo>
                    <a:pt x="97127" y="459013"/>
                    <a:pt x="93661" y="457701"/>
                    <a:pt x="92786" y="457701"/>
                  </a:cubicBezTo>
                  <a:cubicBezTo>
                    <a:pt x="91911" y="457701"/>
                    <a:pt x="90194" y="457903"/>
                    <a:pt x="90396" y="459013"/>
                  </a:cubicBezTo>
                  <a:cubicBezTo>
                    <a:pt x="90598" y="460089"/>
                    <a:pt x="93425" y="465102"/>
                    <a:pt x="93425" y="465102"/>
                  </a:cubicBezTo>
                  <a:lnTo>
                    <a:pt x="95175" y="468365"/>
                  </a:lnTo>
                  <a:lnTo>
                    <a:pt x="96488" y="470114"/>
                  </a:lnTo>
                  <a:lnTo>
                    <a:pt x="95848" y="476203"/>
                  </a:lnTo>
                  <a:lnTo>
                    <a:pt x="94973" y="478793"/>
                  </a:lnTo>
                  <a:cubicBezTo>
                    <a:pt x="94973" y="478793"/>
                    <a:pt x="92584" y="481417"/>
                    <a:pt x="90834" y="482493"/>
                  </a:cubicBezTo>
                  <a:cubicBezTo>
                    <a:pt x="89084" y="483570"/>
                    <a:pt x="86492" y="484882"/>
                    <a:pt x="85382" y="485756"/>
                  </a:cubicBezTo>
                  <a:cubicBezTo>
                    <a:pt x="84305" y="486631"/>
                    <a:pt x="83867" y="488145"/>
                    <a:pt x="83430" y="489019"/>
                  </a:cubicBezTo>
                  <a:cubicBezTo>
                    <a:pt x="82992" y="489894"/>
                    <a:pt x="81680" y="494032"/>
                    <a:pt x="81680" y="494032"/>
                  </a:cubicBezTo>
                  <a:lnTo>
                    <a:pt x="81175" y="498237"/>
                  </a:lnTo>
                  <a:lnTo>
                    <a:pt x="83430" y="500995"/>
                  </a:lnTo>
                  <a:lnTo>
                    <a:pt x="85617" y="502072"/>
                  </a:lnTo>
                  <a:lnTo>
                    <a:pt x="87569" y="504258"/>
                  </a:lnTo>
                  <a:lnTo>
                    <a:pt x="90968" y="508598"/>
                  </a:lnTo>
                  <a:lnTo>
                    <a:pt x="93593" y="510986"/>
                  </a:lnTo>
                  <a:cubicBezTo>
                    <a:pt x="93593" y="510986"/>
                    <a:pt x="96488" y="513879"/>
                    <a:pt x="96790" y="513879"/>
                  </a:cubicBezTo>
                  <a:cubicBezTo>
                    <a:pt x="97093" y="513879"/>
                    <a:pt x="96723" y="513946"/>
                    <a:pt x="98036" y="513946"/>
                  </a:cubicBezTo>
                  <a:cubicBezTo>
                    <a:pt x="99348" y="513946"/>
                    <a:pt x="100425" y="513576"/>
                    <a:pt x="100795" y="513307"/>
                  </a:cubicBezTo>
                  <a:cubicBezTo>
                    <a:pt x="101166" y="513004"/>
                    <a:pt x="103858" y="511491"/>
                    <a:pt x="104127" y="511222"/>
                  </a:cubicBezTo>
                  <a:cubicBezTo>
                    <a:pt x="104430" y="510919"/>
                    <a:pt x="107392" y="509775"/>
                    <a:pt x="107897" y="509775"/>
                  </a:cubicBezTo>
                  <a:cubicBezTo>
                    <a:pt x="108401" y="509775"/>
                    <a:pt x="109983" y="509607"/>
                    <a:pt x="110589" y="509439"/>
                  </a:cubicBezTo>
                  <a:cubicBezTo>
                    <a:pt x="111161" y="509304"/>
                    <a:pt x="112339" y="509270"/>
                    <a:pt x="113281" y="509270"/>
                  </a:cubicBezTo>
                  <a:cubicBezTo>
                    <a:pt x="114224" y="509270"/>
                    <a:pt x="115906" y="509270"/>
                    <a:pt x="115906" y="509270"/>
                  </a:cubicBezTo>
                  <a:lnTo>
                    <a:pt x="117051" y="508194"/>
                  </a:lnTo>
                  <a:cubicBezTo>
                    <a:pt x="117051" y="508194"/>
                    <a:pt x="117757" y="504931"/>
                    <a:pt x="117757" y="504561"/>
                  </a:cubicBezTo>
                  <a:cubicBezTo>
                    <a:pt x="117757" y="504191"/>
                    <a:pt x="118397" y="502610"/>
                    <a:pt x="118498" y="502374"/>
                  </a:cubicBezTo>
                  <a:cubicBezTo>
                    <a:pt x="118565" y="502139"/>
                    <a:pt x="119743" y="500356"/>
                    <a:pt x="119743" y="500356"/>
                  </a:cubicBezTo>
                  <a:cubicBezTo>
                    <a:pt x="119743" y="500356"/>
                    <a:pt x="120618" y="499280"/>
                    <a:pt x="120988" y="498977"/>
                  </a:cubicBezTo>
                  <a:cubicBezTo>
                    <a:pt x="121358" y="498674"/>
                    <a:pt x="123748" y="496723"/>
                    <a:pt x="123748" y="496723"/>
                  </a:cubicBezTo>
                  <a:lnTo>
                    <a:pt x="125060" y="495041"/>
                  </a:lnTo>
                  <a:lnTo>
                    <a:pt x="133171" y="487068"/>
                  </a:lnTo>
                  <a:lnTo>
                    <a:pt x="135931" y="483301"/>
                  </a:lnTo>
                  <a:lnTo>
                    <a:pt x="135628" y="482594"/>
                  </a:lnTo>
                  <a:lnTo>
                    <a:pt x="133474" y="480845"/>
                  </a:lnTo>
                  <a:lnTo>
                    <a:pt x="132296" y="478524"/>
                  </a:lnTo>
                  <a:cubicBezTo>
                    <a:pt x="132296" y="478524"/>
                    <a:pt x="133036" y="477952"/>
                    <a:pt x="134315" y="477515"/>
                  </a:cubicBezTo>
                  <a:cubicBezTo>
                    <a:pt x="135628" y="477077"/>
                    <a:pt x="140541" y="475496"/>
                    <a:pt x="140541" y="475496"/>
                  </a:cubicBezTo>
                  <a:cubicBezTo>
                    <a:pt x="140541" y="475496"/>
                    <a:pt x="142291" y="473747"/>
                    <a:pt x="143133" y="473478"/>
                  </a:cubicBezTo>
                  <a:cubicBezTo>
                    <a:pt x="144008" y="473175"/>
                    <a:pt x="145590" y="471897"/>
                    <a:pt x="146027" y="471594"/>
                  </a:cubicBezTo>
                  <a:cubicBezTo>
                    <a:pt x="146465" y="471291"/>
                    <a:pt x="150503" y="468129"/>
                    <a:pt x="150671" y="467692"/>
                  </a:cubicBezTo>
                  <a:cubicBezTo>
                    <a:pt x="150806" y="467255"/>
                    <a:pt x="151816" y="466548"/>
                    <a:pt x="151816" y="466548"/>
                  </a:cubicBezTo>
                  <a:lnTo>
                    <a:pt x="155013" y="468297"/>
                  </a:lnTo>
                  <a:lnTo>
                    <a:pt x="157470" y="470888"/>
                  </a:lnTo>
                  <a:lnTo>
                    <a:pt x="158042" y="474353"/>
                  </a:lnTo>
                  <a:lnTo>
                    <a:pt x="157907" y="477380"/>
                  </a:lnTo>
                  <a:lnTo>
                    <a:pt x="158042" y="480139"/>
                  </a:lnTo>
                  <a:cubicBezTo>
                    <a:pt x="158042" y="480139"/>
                    <a:pt x="160936" y="481148"/>
                    <a:pt x="161811" y="481148"/>
                  </a:cubicBezTo>
                  <a:cubicBezTo>
                    <a:pt x="162686" y="481148"/>
                    <a:pt x="165715" y="481148"/>
                    <a:pt x="167028" y="481013"/>
                  </a:cubicBezTo>
                  <a:cubicBezTo>
                    <a:pt x="168340" y="480879"/>
                    <a:pt x="171369" y="479701"/>
                    <a:pt x="171807" y="479264"/>
                  </a:cubicBezTo>
                  <a:cubicBezTo>
                    <a:pt x="172244" y="478827"/>
                    <a:pt x="172984" y="478389"/>
                    <a:pt x="173994" y="478120"/>
                  </a:cubicBezTo>
                  <a:cubicBezTo>
                    <a:pt x="175004" y="477818"/>
                    <a:pt x="178470" y="477818"/>
                    <a:pt x="178470" y="477818"/>
                  </a:cubicBezTo>
                  <a:lnTo>
                    <a:pt x="180052" y="479264"/>
                  </a:lnTo>
                  <a:lnTo>
                    <a:pt x="178739" y="481888"/>
                  </a:lnTo>
                  <a:lnTo>
                    <a:pt x="177999" y="483032"/>
                  </a:lnTo>
                  <a:cubicBezTo>
                    <a:pt x="177999" y="483032"/>
                    <a:pt x="178134" y="486059"/>
                    <a:pt x="178436" y="486665"/>
                  </a:cubicBezTo>
                  <a:cubicBezTo>
                    <a:pt x="178739" y="487237"/>
                    <a:pt x="179446" y="488851"/>
                    <a:pt x="180018" y="489423"/>
                  </a:cubicBezTo>
                  <a:cubicBezTo>
                    <a:pt x="180590" y="489995"/>
                    <a:pt x="183047" y="493056"/>
                    <a:pt x="183047" y="493056"/>
                  </a:cubicBezTo>
                  <a:cubicBezTo>
                    <a:pt x="183047" y="493056"/>
                    <a:pt x="184057" y="494503"/>
                    <a:pt x="185067" y="495377"/>
                  </a:cubicBezTo>
                  <a:cubicBezTo>
                    <a:pt x="186076" y="496252"/>
                    <a:pt x="187961" y="497564"/>
                    <a:pt x="189139" y="498136"/>
                  </a:cubicBezTo>
                  <a:cubicBezTo>
                    <a:pt x="190283" y="498708"/>
                    <a:pt x="193480" y="499145"/>
                    <a:pt x="194927" y="499145"/>
                  </a:cubicBezTo>
                  <a:cubicBezTo>
                    <a:pt x="196374" y="499145"/>
                    <a:pt x="199134" y="499414"/>
                    <a:pt x="199134" y="499414"/>
                  </a:cubicBezTo>
                  <a:cubicBezTo>
                    <a:pt x="199134" y="499414"/>
                    <a:pt x="200144" y="499549"/>
                    <a:pt x="201019" y="500289"/>
                  </a:cubicBezTo>
                  <a:cubicBezTo>
                    <a:pt x="201894" y="501029"/>
                    <a:pt x="207110" y="504359"/>
                    <a:pt x="207110" y="504359"/>
                  </a:cubicBezTo>
                  <a:cubicBezTo>
                    <a:pt x="207110" y="504359"/>
                    <a:pt x="207817" y="504796"/>
                    <a:pt x="208423" y="505234"/>
                  </a:cubicBezTo>
                  <a:cubicBezTo>
                    <a:pt x="208995" y="505671"/>
                    <a:pt x="210307" y="507824"/>
                    <a:pt x="210307" y="507824"/>
                  </a:cubicBezTo>
                  <a:cubicBezTo>
                    <a:pt x="210307" y="507824"/>
                    <a:pt x="210745" y="509270"/>
                    <a:pt x="211452" y="509270"/>
                  </a:cubicBezTo>
                  <a:cubicBezTo>
                    <a:pt x="212158" y="509270"/>
                    <a:pt x="216096" y="509573"/>
                    <a:pt x="216533" y="509573"/>
                  </a:cubicBezTo>
                  <a:cubicBezTo>
                    <a:pt x="216971" y="509573"/>
                    <a:pt x="220740" y="508867"/>
                    <a:pt x="221312" y="508699"/>
                  </a:cubicBezTo>
                  <a:cubicBezTo>
                    <a:pt x="221885" y="508564"/>
                    <a:pt x="224207" y="508127"/>
                    <a:pt x="224207" y="508127"/>
                  </a:cubicBezTo>
                  <a:cubicBezTo>
                    <a:pt x="224207" y="508127"/>
                    <a:pt x="225654" y="507992"/>
                    <a:pt x="226226" y="508261"/>
                  </a:cubicBezTo>
                  <a:cubicBezTo>
                    <a:pt x="226798" y="508531"/>
                    <a:pt x="228414" y="512904"/>
                    <a:pt x="228414" y="512904"/>
                  </a:cubicBezTo>
                  <a:cubicBezTo>
                    <a:pt x="228414" y="512904"/>
                    <a:pt x="229120" y="515662"/>
                    <a:pt x="229861" y="516368"/>
                  </a:cubicBezTo>
                  <a:cubicBezTo>
                    <a:pt x="230601" y="517109"/>
                    <a:pt x="232755" y="517950"/>
                    <a:pt x="233630" y="518252"/>
                  </a:cubicBezTo>
                  <a:cubicBezTo>
                    <a:pt x="234505" y="518555"/>
                    <a:pt x="236962" y="519127"/>
                    <a:pt x="238140" y="519127"/>
                  </a:cubicBezTo>
                  <a:cubicBezTo>
                    <a:pt x="239284" y="519127"/>
                    <a:pt x="242919" y="518252"/>
                    <a:pt x="243356" y="517680"/>
                  </a:cubicBezTo>
                  <a:cubicBezTo>
                    <a:pt x="243794" y="517109"/>
                    <a:pt x="248573" y="510145"/>
                    <a:pt x="248573" y="510145"/>
                  </a:cubicBezTo>
                  <a:lnTo>
                    <a:pt x="250895" y="507387"/>
                  </a:lnTo>
                  <a:lnTo>
                    <a:pt x="254361" y="499986"/>
                  </a:lnTo>
                  <a:cubicBezTo>
                    <a:pt x="254361" y="499986"/>
                    <a:pt x="258433" y="498102"/>
                    <a:pt x="258433" y="497530"/>
                  </a:cubicBezTo>
                  <a:cubicBezTo>
                    <a:pt x="258433" y="496958"/>
                    <a:pt x="258299" y="493897"/>
                    <a:pt x="257121" y="492013"/>
                  </a:cubicBezTo>
                  <a:cubicBezTo>
                    <a:pt x="255977" y="490130"/>
                    <a:pt x="254664" y="489255"/>
                    <a:pt x="253217" y="487808"/>
                  </a:cubicBezTo>
                  <a:cubicBezTo>
                    <a:pt x="251770" y="486362"/>
                    <a:pt x="251904" y="487506"/>
                    <a:pt x="251770" y="486362"/>
                  </a:cubicBezTo>
                  <a:cubicBezTo>
                    <a:pt x="251635" y="485218"/>
                    <a:pt x="252039" y="483603"/>
                    <a:pt x="253217" y="482594"/>
                  </a:cubicBezTo>
                  <a:cubicBezTo>
                    <a:pt x="254395" y="481585"/>
                    <a:pt x="254967" y="481417"/>
                    <a:pt x="255539" y="481148"/>
                  </a:cubicBezTo>
                  <a:cubicBezTo>
                    <a:pt x="256111" y="480845"/>
                    <a:pt x="259443" y="480576"/>
                    <a:pt x="260318" y="480576"/>
                  </a:cubicBezTo>
                  <a:cubicBezTo>
                    <a:pt x="261193" y="480576"/>
                    <a:pt x="271761" y="480273"/>
                    <a:pt x="271761" y="480273"/>
                  </a:cubicBezTo>
                  <a:lnTo>
                    <a:pt x="275227" y="477818"/>
                  </a:lnTo>
                  <a:lnTo>
                    <a:pt x="277549" y="475362"/>
                  </a:lnTo>
                  <a:cubicBezTo>
                    <a:pt x="277549" y="475362"/>
                    <a:pt x="278862" y="474790"/>
                    <a:pt x="279871" y="473915"/>
                  </a:cubicBezTo>
                  <a:cubicBezTo>
                    <a:pt x="280881" y="473041"/>
                    <a:pt x="285088" y="471022"/>
                    <a:pt x="285963" y="470450"/>
                  </a:cubicBezTo>
                  <a:cubicBezTo>
                    <a:pt x="286838" y="469878"/>
                    <a:pt x="290607" y="468701"/>
                    <a:pt x="290607" y="468701"/>
                  </a:cubicBezTo>
                  <a:cubicBezTo>
                    <a:pt x="290607" y="468701"/>
                    <a:pt x="291752" y="467961"/>
                    <a:pt x="293199" y="467692"/>
                  </a:cubicBezTo>
                  <a:cubicBezTo>
                    <a:pt x="294646" y="467389"/>
                    <a:pt x="295386" y="466548"/>
                    <a:pt x="296530" y="465808"/>
                  </a:cubicBezTo>
                  <a:cubicBezTo>
                    <a:pt x="297675" y="465068"/>
                    <a:pt x="301040" y="462612"/>
                    <a:pt x="302184" y="462041"/>
                  </a:cubicBezTo>
                  <a:cubicBezTo>
                    <a:pt x="303329" y="461468"/>
                    <a:pt x="304507" y="460291"/>
                    <a:pt x="304507" y="460291"/>
                  </a:cubicBezTo>
                  <a:cubicBezTo>
                    <a:pt x="304507" y="460291"/>
                    <a:pt x="308276" y="460426"/>
                    <a:pt x="308713" y="460291"/>
                  </a:cubicBezTo>
                  <a:cubicBezTo>
                    <a:pt x="309151" y="460157"/>
                    <a:pt x="316252" y="459282"/>
                    <a:pt x="316824" y="459147"/>
                  </a:cubicBezTo>
                  <a:cubicBezTo>
                    <a:pt x="317396" y="459013"/>
                    <a:pt x="325372" y="458407"/>
                    <a:pt x="325372" y="458407"/>
                  </a:cubicBezTo>
                  <a:lnTo>
                    <a:pt x="327829" y="456389"/>
                  </a:lnTo>
                  <a:cubicBezTo>
                    <a:pt x="327829" y="456389"/>
                    <a:pt x="327829" y="456961"/>
                    <a:pt x="329276" y="455649"/>
                  </a:cubicBezTo>
                  <a:cubicBezTo>
                    <a:pt x="330723" y="454337"/>
                    <a:pt x="333483" y="451444"/>
                    <a:pt x="334493" y="450569"/>
                  </a:cubicBezTo>
                  <a:cubicBezTo>
                    <a:pt x="335503" y="449695"/>
                    <a:pt x="336680" y="448383"/>
                    <a:pt x="336815" y="447542"/>
                  </a:cubicBezTo>
                  <a:cubicBezTo>
                    <a:pt x="336950" y="446667"/>
                    <a:pt x="337252" y="444649"/>
                    <a:pt x="337252" y="443202"/>
                  </a:cubicBezTo>
                  <a:cubicBezTo>
                    <a:pt x="337252" y="441756"/>
                    <a:pt x="337959" y="440747"/>
                    <a:pt x="337118" y="438728"/>
                  </a:cubicBezTo>
                  <a:cubicBezTo>
                    <a:pt x="336243" y="436710"/>
                    <a:pt x="336815" y="437719"/>
                    <a:pt x="335805" y="435970"/>
                  </a:cubicBezTo>
                  <a:cubicBezTo>
                    <a:pt x="334796" y="434220"/>
                    <a:pt x="334055" y="433514"/>
                    <a:pt x="334055" y="431630"/>
                  </a:cubicBezTo>
                  <a:cubicBezTo>
                    <a:pt x="334055" y="429746"/>
                    <a:pt x="333752" y="427728"/>
                    <a:pt x="334762" y="427291"/>
                  </a:cubicBezTo>
                  <a:cubicBezTo>
                    <a:pt x="335772" y="426853"/>
                    <a:pt x="339272" y="423826"/>
                    <a:pt x="339272" y="423826"/>
                  </a:cubicBezTo>
                  <a:lnTo>
                    <a:pt x="341897" y="420495"/>
                  </a:lnTo>
                  <a:lnTo>
                    <a:pt x="346810" y="417165"/>
                  </a:lnTo>
                  <a:cubicBezTo>
                    <a:pt x="346810" y="417165"/>
                    <a:pt x="353339" y="414575"/>
                    <a:pt x="353777" y="414407"/>
                  </a:cubicBezTo>
                  <a:cubicBezTo>
                    <a:pt x="354214" y="414272"/>
                    <a:pt x="359734" y="414541"/>
                    <a:pt x="360306" y="414407"/>
                  </a:cubicBezTo>
                  <a:cubicBezTo>
                    <a:pt x="360878" y="414272"/>
                    <a:pt x="362931" y="415147"/>
                    <a:pt x="362931" y="415147"/>
                  </a:cubicBezTo>
                  <a:cubicBezTo>
                    <a:pt x="362931" y="415147"/>
                    <a:pt x="365691" y="418477"/>
                    <a:pt x="366397" y="418914"/>
                  </a:cubicBezTo>
                  <a:cubicBezTo>
                    <a:pt x="367104" y="419352"/>
                    <a:pt x="370604" y="422985"/>
                    <a:pt x="371311" y="424263"/>
                  </a:cubicBezTo>
                  <a:cubicBezTo>
                    <a:pt x="372018" y="425575"/>
                    <a:pt x="373498" y="429477"/>
                    <a:pt x="373768" y="430184"/>
                  </a:cubicBezTo>
                  <a:cubicBezTo>
                    <a:pt x="374037" y="430924"/>
                    <a:pt x="374340" y="436138"/>
                    <a:pt x="374912" y="436272"/>
                  </a:cubicBezTo>
                  <a:cubicBezTo>
                    <a:pt x="375484" y="436407"/>
                    <a:pt x="381878" y="441924"/>
                    <a:pt x="381878" y="441924"/>
                  </a:cubicBezTo>
                  <a:lnTo>
                    <a:pt x="381744" y="447878"/>
                  </a:lnTo>
                  <a:lnTo>
                    <a:pt x="384638" y="452790"/>
                  </a:lnTo>
                  <a:cubicBezTo>
                    <a:pt x="384638" y="452790"/>
                    <a:pt x="387667" y="453664"/>
                    <a:pt x="388273" y="453664"/>
                  </a:cubicBezTo>
                  <a:cubicBezTo>
                    <a:pt x="388845" y="453664"/>
                    <a:pt x="391907" y="453227"/>
                    <a:pt x="391907" y="453227"/>
                  </a:cubicBezTo>
                  <a:cubicBezTo>
                    <a:pt x="391907" y="453227"/>
                    <a:pt x="393052" y="453361"/>
                    <a:pt x="394802" y="452790"/>
                  </a:cubicBezTo>
                  <a:cubicBezTo>
                    <a:pt x="396552" y="452218"/>
                    <a:pt x="397696" y="451343"/>
                    <a:pt x="398706" y="450771"/>
                  </a:cubicBezTo>
                  <a:cubicBezTo>
                    <a:pt x="399715" y="450199"/>
                    <a:pt x="401297" y="448013"/>
                    <a:pt x="401297" y="448013"/>
                  </a:cubicBezTo>
                  <a:lnTo>
                    <a:pt x="402744" y="447138"/>
                  </a:lnTo>
                  <a:cubicBezTo>
                    <a:pt x="402744" y="447138"/>
                    <a:pt x="408095" y="448887"/>
                    <a:pt x="408398" y="449459"/>
                  </a:cubicBezTo>
                  <a:cubicBezTo>
                    <a:pt x="408701" y="450031"/>
                    <a:pt x="409273" y="453361"/>
                    <a:pt x="409273" y="453361"/>
                  </a:cubicBezTo>
                  <a:lnTo>
                    <a:pt x="410855" y="456995"/>
                  </a:lnTo>
                  <a:cubicBezTo>
                    <a:pt x="410855" y="456995"/>
                    <a:pt x="412740" y="460459"/>
                    <a:pt x="413446" y="460897"/>
                  </a:cubicBezTo>
                  <a:cubicBezTo>
                    <a:pt x="414187" y="461334"/>
                    <a:pt x="415903" y="461771"/>
                    <a:pt x="416778" y="462209"/>
                  </a:cubicBezTo>
                  <a:cubicBezTo>
                    <a:pt x="417653" y="462646"/>
                    <a:pt x="420985" y="463655"/>
                    <a:pt x="421423" y="463790"/>
                  </a:cubicBezTo>
                  <a:cubicBezTo>
                    <a:pt x="421860" y="463924"/>
                    <a:pt x="424182" y="464362"/>
                    <a:pt x="424620" y="464362"/>
                  </a:cubicBezTo>
                  <a:cubicBezTo>
                    <a:pt x="425057" y="464362"/>
                    <a:pt x="426639" y="463924"/>
                    <a:pt x="428086" y="463655"/>
                  </a:cubicBezTo>
                  <a:cubicBezTo>
                    <a:pt x="429533" y="463352"/>
                    <a:pt x="432125" y="462511"/>
                    <a:pt x="434750" y="462343"/>
                  </a:cubicBezTo>
                  <a:cubicBezTo>
                    <a:pt x="437375" y="462209"/>
                    <a:pt x="437375" y="461906"/>
                    <a:pt x="440538" y="461603"/>
                  </a:cubicBezTo>
                  <a:cubicBezTo>
                    <a:pt x="443736" y="461300"/>
                    <a:pt x="445755" y="459854"/>
                    <a:pt x="446192" y="459719"/>
                  </a:cubicBezTo>
                  <a:cubicBezTo>
                    <a:pt x="446630" y="459585"/>
                    <a:pt x="447774" y="457264"/>
                    <a:pt x="449524" y="456524"/>
                  </a:cubicBezTo>
                  <a:cubicBezTo>
                    <a:pt x="451274" y="455817"/>
                    <a:pt x="452991" y="453631"/>
                    <a:pt x="453428" y="453059"/>
                  </a:cubicBezTo>
                  <a:cubicBezTo>
                    <a:pt x="453866" y="452487"/>
                    <a:pt x="454303" y="450468"/>
                    <a:pt x="454303" y="449426"/>
                  </a:cubicBezTo>
                  <a:cubicBezTo>
                    <a:pt x="454303" y="448416"/>
                    <a:pt x="453294" y="444918"/>
                    <a:pt x="453294" y="444918"/>
                  </a:cubicBezTo>
                  <a:cubicBezTo>
                    <a:pt x="453294" y="444918"/>
                    <a:pt x="453159" y="442025"/>
                    <a:pt x="453159" y="441150"/>
                  </a:cubicBezTo>
                  <a:cubicBezTo>
                    <a:pt x="453159" y="440276"/>
                    <a:pt x="454337" y="436071"/>
                    <a:pt x="454337" y="436071"/>
                  </a:cubicBezTo>
                  <a:lnTo>
                    <a:pt x="455649" y="433884"/>
                  </a:lnTo>
                  <a:lnTo>
                    <a:pt x="458846" y="429107"/>
                  </a:lnTo>
                  <a:lnTo>
                    <a:pt x="464063" y="424600"/>
                  </a:lnTo>
                  <a:lnTo>
                    <a:pt x="471467" y="421404"/>
                  </a:lnTo>
                  <a:lnTo>
                    <a:pt x="476381" y="424162"/>
                  </a:lnTo>
                  <a:lnTo>
                    <a:pt x="481866" y="428064"/>
                  </a:lnTo>
                  <a:lnTo>
                    <a:pt x="487520" y="431967"/>
                  </a:lnTo>
                  <a:cubicBezTo>
                    <a:pt x="487520" y="431967"/>
                    <a:pt x="489539" y="434557"/>
                    <a:pt x="490280" y="434725"/>
                  </a:cubicBezTo>
                  <a:cubicBezTo>
                    <a:pt x="490987" y="434860"/>
                    <a:pt x="493914" y="436609"/>
                    <a:pt x="493914" y="436609"/>
                  </a:cubicBezTo>
                  <a:lnTo>
                    <a:pt x="494924" y="439805"/>
                  </a:lnTo>
                  <a:lnTo>
                    <a:pt x="497381" y="443572"/>
                  </a:lnTo>
                  <a:lnTo>
                    <a:pt x="498694" y="444144"/>
                  </a:lnTo>
                  <a:lnTo>
                    <a:pt x="501453" y="443572"/>
                  </a:lnTo>
                  <a:lnTo>
                    <a:pt x="502328" y="440948"/>
                  </a:lnTo>
                  <a:lnTo>
                    <a:pt x="502900" y="437181"/>
                  </a:lnTo>
                  <a:lnTo>
                    <a:pt x="502766" y="434860"/>
                  </a:lnTo>
                  <a:lnTo>
                    <a:pt x="502766" y="431799"/>
                  </a:lnTo>
                  <a:cubicBezTo>
                    <a:pt x="502766" y="431799"/>
                    <a:pt x="502631" y="428165"/>
                    <a:pt x="503069" y="427594"/>
                  </a:cubicBezTo>
                  <a:cubicBezTo>
                    <a:pt x="503506" y="427022"/>
                    <a:pt x="504381" y="426012"/>
                    <a:pt x="504819" y="425407"/>
                  </a:cubicBezTo>
                  <a:cubicBezTo>
                    <a:pt x="505256" y="424835"/>
                    <a:pt x="507006" y="423389"/>
                    <a:pt x="507006" y="423389"/>
                  </a:cubicBezTo>
                  <a:lnTo>
                    <a:pt x="509766" y="421067"/>
                  </a:lnTo>
                  <a:cubicBezTo>
                    <a:pt x="509766" y="421067"/>
                    <a:pt x="509766" y="417737"/>
                    <a:pt x="509900" y="417165"/>
                  </a:cubicBezTo>
                  <a:cubicBezTo>
                    <a:pt x="510035" y="416593"/>
                    <a:pt x="514679" y="411514"/>
                    <a:pt x="515252" y="411245"/>
                  </a:cubicBezTo>
                  <a:cubicBezTo>
                    <a:pt x="515824" y="410942"/>
                    <a:pt x="516564" y="410505"/>
                    <a:pt x="516564" y="410505"/>
                  </a:cubicBezTo>
                  <a:lnTo>
                    <a:pt x="518449" y="409630"/>
                  </a:lnTo>
                  <a:lnTo>
                    <a:pt x="521343" y="410942"/>
                  </a:lnTo>
                  <a:lnTo>
                    <a:pt x="522656" y="413398"/>
                  </a:lnTo>
                  <a:cubicBezTo>
                    <a:pt x="522656" y="413398"/>
                    <a:pt x="522353" y="416593"/>
                    <a:pt x="522521" y="417468"/>
                  </a:cubicBezTo>
                  <a:cubicBezTo>
                    <a:pt x="522656" y="418343"/>
                    <a:pt x="527165" y="421942"/>
                    <a:pt x="527165" y="421942"/>
                  </a:cubicBezTo>
                  <a:cubicBezTo>
                    <a:pt x="527165" y="421942"/>
                    <a:pt x="530800" y="422379"/>
                    <a:pt x="531641" y="422077"/>
                  </a:cubicBezTo>
                  <a:cubicBezTo>
                    <a:pt x="532516" y="421774"/>
                    <a:pt x="536286" y="422648"/>
                    <a:pt x="536993" y="421639"/>
                  </a:cubicBezTo>
                  <a:cubicBezTo>
                    <a:pt x="537699" y="420630"/>
                    <a:pt x="540896" y="417434"/>
                    <a:pt x="540896" y="417434"/>
                  </a:cubicBezTo>
                  <a:cubicBezTo>
                    <a:pt x="540896" y="417434"/>
                    <a:pt x="541603" y="417131"/>
                    <a:pt x="542041" y="416863"/>
                  </a:cubicBezTo>
                  <a:cubicBezTo>
                    <a:pt x="542478" y="416560"/>
                    <a:pt x="543353" y="415281"/>
                    <a:pt x="543791" y="413835"/>
                  </a:cubicBezTo>
                  <a:cubicBezTo>
                    <a:pt x="544228" y="412388"/>
                    <a:pt x="544935" y="409630"/>
                    <a:pt x="544935" y="409630"/>
                  </a:cubicBezTo>
                  <a:lnTo>
                    <a:pt x="544800" y="406602"/>
                  </a:lnTo>
                  <a:cubicBezTo>
                    <a:pt x="544800" y="406602"/>
                    <a:pt x="544531" y="404281"/>
                    <a:pt x="543925" y="404012"/>
                  </a:cubicBezTo>
                  <a:cubicBezTo>
                    <a:pt x="543353" y="403709"/>
                    <a:pt x="540593" y="403003"/>
                    <a:pt x="539719" y="403003"/>
                  </a:cubicBezTo>
                  <a:cubicBezTo>
                    <a:pt x="538843" y="403003"/>
                    <a:pt x="536084" y="403877"/>
                    <a:pt x="536084" y="403877"/>
                  </a:cubicBezTo>
                  <a:lnTo>
                    <a:pt x="534132" y="404180"/>
                  </a:lnTo>
                  <a:lnTo>
                    <a:pt x="532314" y="403608"/>
                  </a:lnTo>
                  <a:lnTo>
                    <a:pt x="532314" y="402296"/>
                  </a:lnTo>
                  <a:cubicBezTo>
                    <a:pt x="532314" y="402296"/>
                    <a:pt x="532617" y="400715"/>
                    <a:pt x="533055" y="400547"/>
                  </a:cubicBezTo>
                  <a:cubicBezTo>
                    <a:pt x="533492" y="400413"/>
                    <a:pt x="534065" y="399672"/>
                    <a:pt x="534502" y="399235"/>
                  </a:cubicBezTo>
                  <a:cubicBezTo>
                    <a:pt x="534939" y="398798"/>
                    <a:pt x="535646" y="398361"/>
                    <a:pt x="535949" y="397923"/>
                  </a:cubicBezTo>
                  <a:cubicBezTo>
                    <a:pt x="536252" y="397486"/>
                    <a:pt x="536959" y="397049"/>
                    <a:pt x="537531" y="396914"/>
                  </a:cubicBezTo>
                  <a:cubicBezTo>
                    <a:pt x="538103" y="396780"/>
                    <a:pt x="539113" y="395905"/>
                    <a:pt x="539685" y="395602"/>
                  </a:cubicBezTo>
                  <a:cubicBezTo>
                    <a:pt x="540257" y="395299"/>
                    <a:pt x="544026" y="393281"/>
                    <a:pt x="544026" y="393281"/>
                  </a:cubicBezTo>
                  <a:cubicBezTo>
                    <a:pt x="544026" y="393281"/>
                    <a:pt x="544598" y="392978"/>
                    <a:pt x="545473" y="392406"/>
                  </a:cubicBezTo>
                  <a:cubicBezTo>
                    <a:pt x="546348" y="391835"/>
                    <a:pt x="547358" y="390960"/>
                    <a:pt x="548233" y="390657"/>
                  </a:cubicBezTo>
                  <a:cubicBezTo>
                    <a:pt x="549108" y="390354"/>
                    <a:pt x="549243" y="390085"/>
                    <a:pt x="549848" y="389782"/>
                  </a:cubicBezTo>
                  <a:cubicBezTo>
                    <a:pt x="550421" y="389480"/>
                    <a:pt x="551430" y="389211"/>
                    <a:pt x="551868" y="389211"/>
                  </a:cubicBezTo>
                  <a:cubicBezTo>
                    <a:pt x="552305" y="389211"/>
                    <a:pt x="554055" y="389211"/>
                    <a:pt x="554055" y="389211"/>
                  </a:cubicBezTo>
                  <a:lnTo>
                    <a:pt x="555200" y="390085"/>
                  </a:lnTo>
                  <a:lnTo>
                    <a:pt x="555906" y="391532"/>
                  </a:lnTo>
                  <a:lnTo>
                    <a:pt x="558094" y="394290"/>
                  </a:lnTo>
                  <a:lnTo>
                    <a:pt x="559978" y="396174"/>
                  </a:lnTo>
                  <a:cubicBezTo>
                    <a:pt x="559978" y="396174"/>
                    <a:pt x="561291" y="397049"/>
                    <a:pt x="561863" y="397183"/>
                  </a:cubicBezTo>
                  <a:cubicBezTo>
                    <a:pt x="562435" y="397318"/>
                    <a:pt x="563007" y="397923"/>
                    <a:pt x="564185" y="397923"/>
                  </a:cubicBezTo>
                  <a:cubicBezTo>
                    <a:pt x="565363" y="397923"/>
                    <a:pt x="566642" y="398058"/>
                    <a:pt x="567786" y="398361"/>
                  </a:cubicBezTo>
                  <a:cubicBezTo>
                    <a:pt x="568964" y="398663"/>
                    <a:pt x="570546" y="398933"/>
                    <a:pt x="571421" y="398933"/>
                  </a:cubicBezTo>
                  <a:cubicBezTo>
                    <a:pt x="572296" y="398933"/>
                    <a:pt x="574450" y="398495"/>
                    <a:pt x="574450" y="398495"/>
                  </a:cubicBezTo>
                  <a:lnTo>
                    <a:pt x="575762" y="395737"/>
                  </a:lnTo>
                  <a:lnTo>
                    <a:pt x="576772" y="395299"/>
                  </a:lnTo>
                  <a:lnTo>
                    <a:pt x="576638" y="393146"/>
                  </a:lnTo>
                  <a:cubicBezTo>
                    <a:pt x="576638" y="393146"/>
                    <a:pt x="577210" y="392272"/>
                    <a:pt x="576503" y="392137"/>
                  </a:cubicBezTo>
                  <a:cubicBezTo>
                    <a:pt x="575762" y="392003"/>
                    <a:pt x="574753" y="390119"/>
                    <a:pt x="574753" y="390119"/>
                  </a:cubicBezTo>
                  <a:cubicBezTo>
                    <a:pt x="574753" y="390119"/>
                    <a:pt x="574450" y="390253"/>
                    <a:pt x="574450" y="389244"/>
                  </a:cubicBezTo>
                  <a:cubicBezTo>
                    <a:pt x="574450" y="388235"/>
                    <a:pt x="575325" y="387360"/>
                    <a:pt x="575762" y="387360"/>
                  </a:cubicBezTo>
                  <a:cubicBezTo>
                    <a:pt x="576200" y="387360"/>
                    <a:pt x="577950" y="386486"/>
                    <a:pt x="578085" y="386048"/>
                  </a:cubicBezTo>
                  <a:cubicBezTo>
                    <a:pt x="578219" y="385611"/>
                    <a:pt x="578522" y="385039"/>
                    <a:pt x="578657" y="384165"/>
                  </a:cubicBezTo>
                  <a:cubicBezTo>
                    <a:pt x="578791" y="383290"/>
                    <a:pt x="579532" y="381574"/>
                    <a:pt x="579801" y="380969"/>
                  </a:cubicBezTo>
                  <a:cubicBezTo>
                    <a:pt x="580070" y="380397"/>
                    <a:pt x="580676" y="378951"/>
                    <a:pt x="581989" y="377504"/>
                  </a:cubicBezTo>
                  <a:cubicBezTo>
                    <a:pt x="583301" y="376058"/>
                    <a:pt x="584311" y="374880"/>
                    <a:pt x="584883" y="374308"/>
                  </a:cubicBezTo>
                  <a:cubicBezTo>
                    <a:pt x="585455" y="373736"/>
                    <a:pt x="587071" y="372727"/>
                    <a:pt x="587071" y="371550"/>
                  </a:cubicBezTo>
                  <a:cubicBezTo>
                    <a:pt x="587071" y="370406"/>
                    <a:pt x="587373" y="364317"/>
                    <a:pt x="587373" y="364317"/>
                  </a:cubicBezTo>
                  <a:lnTo>
                    <a:pt x="589696" y="363174"/>
                  </a:lnTo>
                  <a:cubicBezTo>
                    <a:pt x="589696" y="363174"/>
                    <a:pt x="591715" y="363611"/>
                    <a:pt x="592287" y="363174"/>
                  </a:cubicBezTo>
                  <a:cubicBezTo>
                    <a:pt x="592422" y="363073"/>
                    <a:pt x="592758" y="363039"/>
                    <a:pt x="593162" y="363005"/>
                  </a:cubicBezTo>
                  <a:lnTo>
                    <a:pt x="592758" y="357320"/>
                  </a:lnTo>
                  <a:lnTo>
                    <a:pt x="592758" y="357320"/>
                  </a:lnTo>
                  <a:close/>
                </a:path>
              </a:pathLst>
            </a:custGeom>
            <a:grpFill/>
            <a:ln w="6350" cap="flat">
              <a:solidFill>
                <a:schemeClr val="bg1"/>
              </a:solidFill>
              <a:prstDash val="solid"/>
              <a:miter/>
            </a:ln>
          </p:spPr>
          <p:txBody>
            <a:bodyPr rtlCol="0" anchor="ctr"/>
            <a:lstStyle/>
            <a:p>
              <a:endParaRPr lang="en-US"/>
            </a:p>
          </p:txBody>
        </p:sp>
        <p:sp>
          <p:nvSpPr>
            <p:cNvPr id="35" name="Freeform 895">
              <a:extLst>
                <a:ext uri="{FF2B5EF4-FFF2-40B4-BE49-F238E27FC236}">
                  <a16:creationId xmlns:a16="http://schemas.microsoft.com/office/drawing/2014/main" id="{AF9A9D15-D6E0-A5E0-8AF2-2745BCBDAEFA}"/>
                </a:ext>
              </a:extLst>
            </p:cNvPr>
            <p:cNvSpPr/>
            <p:nvPr/>
          </p:nvSpPr>
          <p:spPr>
            <a:xfrm>
              <a:off x="7510745" y="2987813"/>
              <a:ext cx="246129" cy="241815"/>
            </a:xfrm>
            <a:custGeom>
              <a:avLst/>
              <a:gdLst>
                <a:gd name="connsiteX0" fmla="*/ 338195 w 472543"/>
                <a:gd name="connsiteY0" fmla="*/ 458407 h 464260"/>
                <a:gd name="connsiteX1" fmla="*/ 339272 w 472543"/>
                <a:gd name="connsiteY1" fmla="*/ 456221 h 464260"/>
                <a:gd name="connsiteX2" fmla="*/ 340349 w 472543"/>
                <a:gd name="connsiteY2" fmla="*/ 455582 h 464260"/>
                <a:gd name="connsiteX3" fmla="*/ 342974 w 472543"/>
                <a:gd name="connsiteY3" fmla="*/ 456994 h 464260"/>
                <a:gd name="connsiteX4" fmla="*/ 346137 w 472543"/>
                <a:gd name="connsiteY4" fmla="*/ 460796 h 464260"/>
                <a:gd name="connsiteX5" fmla="*/ 350277 w 472543"/>
                <a:gd name="connsiteY5" fmla="*/ 463823 h 464260"/>
                <a:gd name="connsiteX6" fmla="*/ 353003 w 472543"/>
                <a:gd name="connsiteY6" fmla="*/ 464260 h 464260"/>
                <a:gd name="connsiteX7" fmla="*/ 357142 w 472543"/>
                <a:gd name="connsiteY7" fmla="*/ 464260 h 464260"/>
                <a:gd name="connsiteX8" fmla="*/ 358892 w 472543"/>
                <a:gd name="connsiteY8" fmla="*/ 461536 h 464260"/>
                <a:gd name="connsiteX9" fmla="*/ 360407 w 472543"/>
                <a:gd name="connsiteY9" fmla="*/ 461872 h 464260"/>
                <a:gd name="connsiteX10" fmla="*/ 362695 w 472543"/>
                <a:gd name="connsiteY10" fmla="*/ 463083 h 464260"/>
                <a:gd name="connsiteX11" fmla="*/ 364647 w 472543"/>
                <a:gd name="connsiteY11" fmla="*/ 463184 h 464260"/>
                <a:gd name="connsiteX12" fmla="*/ 366162 w 472543"/>
                <a:gd name="connsiteY12" fmla="*/ 462848 h 464260"/>
                <a:gd name="connsiteX13" fmla="*/ 367239 w 472543"/>
                <a:gd name="connsiteY13" fmla="*/ 460997 h 464260"/>
                <a:gd name="connsiteX14" fmla="*/ 367239 w 472543"/>
                <a:gd name="connsiteY14" fmla="*/ 457970 h 464260"/>
                <a:gd name="connsiteX15" fmla="*/ 367272 w 472543"/>
                <a:gd name="connsiteY15" fmla="*/ 456019 h 464260"/>
                <a:gd name="connsiteX16" fmla="*/ 368450 w 472543"/>
                <a:gd name="connsiteY16" fmla="*/ 453529 h 464260"/>
                <a:gd name="connsiteX17" fmla="*/ 369527 w 472543"/>
                <a:gd name="connsiteY17" fmla="*/ 451780 h 464260"/>
                <a:gd name="connsiteX18" fmla="*/ 370301 w 472543"/>
                <a:gd name="connsiteY18" fmla="*/ 450468 h 464260"/>
                <a:gd name="connsiteX19" fmla="*/ 371176 w 472543"/>
                <a:gd name="connsiteY19" fmla="*/ 447642 h 464260"/>
                <a:gd name="connsiteX20" fmla="*/ 371176 w 472543"/>
                <a:gd name="connsiteY20" fmla="*/ 445893 h 464260"/>
                <a:gd name="connsiteX21" fmla="*/ 371176 w 472543"/>
                <a:gd name="connsiteY21" fmla="*/ 444144 h 464260"/>
                <a:gd name="connsiteX22" fmla="*/ 371210 w 472543"/>
                <a:gd name="connsiteY22" fmla="*/ 441756 h 464260"/>
                <a:gd name="connsiteX23" fmla="*/ 371715 w 472543"/>
                <a:gd name="connsiteY23" fmla="*/ 439031 h 464260"/>
                <a:gd name="connsiteX24" fmla="*/ 373128 w 472543"/>
                <a:gd name="connsiteY24" fmla="*/ 437080 h 464260"/>
                <a:gd name="connsiteX25" fmla="*/ 374979 w 472543"/>
                <a:gd name="connsiteY25" fmla="*/ 434254 h 464260"/>
                <a:gd name="connsiteX26" fmla="*/ 376931 w 472543"/>
                <a:gd name="connsiteY26" fmla="*/ 432942 h 464260"/>
                <a:gd name="connsiteX27" fmla="*/ 379758 w 472543"/>
                <a:gd name="connsiteY27" fmla="*/ 432942 h 464260"/>
                <a:gd name="connsiteX28" fmla="*/ 380835 w 472543"/>
                <a:gd name="connsiteY28" fmla="*/ 431630 h 464260"/>
                <a:gd name="connsiteX29" fmla="*/ 383595 w 472543"/>
                <a:gd name="connsiteY29" fmla="*/ 431933 h 464260"/>
                <a:gd name="connsiteX30" fmla="*/ 383662 w 472543"/>
                <a:gd name="connsiteY30" fmla="*/ 432336 h 464260"/>
                <a:gd name="connsiteX31" fmla="*/ 383527 w 472543"/>
                <a:gd name="connsiteY31" fmla="*/ 431495 h 464260"/>
                <a:gd name="connsiteX32" fmla="*/ 384100 w 472543"/>
                <a:gd name="connsiteY32" fmla="*/ 427728 h 464260"/>
                <a:gd name="connsiteX33" fmla="*/ 385244 w 472543"/>
                <a:gd name="connsiteY33" fmla="*/ 425407 h 464260"/>
                <a:gd name="connsiteX34" fmla="*/ 385681 w 472543"/>
                <a:gd name="connsiteY34" fmla="*/ 421942 h 464260"/>
                <a:gd name="connsiteX35" fmla="*/ 385816 w 472543"/>
                <a:gd name="connsiteY35" fmla="*/ 418477 h 464260"/>
                <a:gd name="connsiteX36" fmla="*/ 385816 w 472543"/>
                <a:gd name="connsiteY36" fmla="*/ 416459 h 464260"/>
                <a:gd name="connsiteX37" fmla="*/ 383191 w 472543"/>
                <a:gd name="connsiteY37" fmla="*/ 416459 h 464260"/>
                <a:gd name="connsiteX38" fmla="*/ 379422 w 472543"/>
                <a:gd name="connsiteY38" fmla="*/ 415012 h 464260"/>
                <a:gd name="connsiteX39" fmla="*/ 377100 w 472543"/>
                <a:gd name="connsiteY39" fmla="*/ 412119 h 464260"/>
                <a:gd name="connsiteX40" fmla="*/ 377100 w 472543"/>
                <a:gd name="connsiteY40" fmla="*/ 409495 h 464260"/>
                <a:gd name="connsiteX41" fmla="*/ 380566 w 472543"/>
                <a:gd name="connsiteY41" fmla="*/ 408049 h 464260"/>
                <a:gd name="connsiteX42" fmla="*/ 382888 w 472543"/>
                <a:gd name="connsiteY42" fmla="*/ 405728 h 464260"/>
                <a:gd name="connsiteX43" fmla="*/ 385513 w 472543"/>
                <a:gd name="connsiteY43" fmla="*/ 403709 h 464260"/>
                <a:gd name="connsiteX44" fmla="*/ 386085 w 472543"/>
                <a:gd name="connsiteY44" fmla="*/ 400816 h 464260"/>
                <a:gd name="connsiteX45" fmla="*/ 386388 w 472543"/>
                <a:gd name="connsiteY45" fmla="*/ 396477 h 464260"/>
                <a:gd name="connsiteX46" fmla="*/ 384369 w 472543"/>
                <a:gd name="connsiteY46" fmla="*/ 395333 h 464260"/>
                <a:gd name="connsiteX47" fmla="*/ 381172 w 472543"/>
                <a:gd name="connsiteY47" fmla="*/ 392440 h 464260"/>
                <a:gd name="connsiteX48" fmla="*/ 380600 w 472543"/>
                <a:gd name="connsiteY48" fmla="*/ 389244 h 464260"/>
                <a:gd name="connsiteX49" fmla="*/ 380600 w 472543"/>
                <a:gd name="connsiteY49" fmla="*/ 385174 h 464260"/>
                <a:gd name="connsiteX50" fmla="*/ 381172 w 472543"/>
                <a:gd name="connsiteY50" fmla="*/ 382584 h 464260"/>
                <a:gd name="connsiteX51" fmla="*/ 383763 w 472543"/>
                <a:gd name="connsiteY51" fmla="*/ 377941 h 464260"/>
                <a:gd name="connsiteX52" fmla="*/ 387532 w 472543"/>
                <a:gd name="connsiteY52" fmla="*/ 372424 h 464260"/>
                <a:gd name="connsiteX53" fmla="*/ 386960 w 472543"/>
                <a:gd name="connsiteY53" fmla="*/ 365764 h 464260"/>
                <a:gd name="connsiteX54" fmla="*/ 383460 w 472543"/>
                <a:gd name="connsiteY54" fmla="*/ 361693 h 464260"/>
                <a:gd name="connsiteX55" fmla="*/ 382114 w 472543"/>
                <a:gd name="connsiteY55" fmla="*/ 356984 h 464260"/>
                <a:gd name="connsiteX56" fmla="*/ 380768 w 472543"/>
                <a:gd name="connsiteY56" fmla="*/ 356647 h 464260"/>
                <a:gd name="connsiteX57" fmla="*/ 374643 w 472543"/>
                <a:gd name="connsiteY57" fmla="*/ 353956 h 464260"/>
                <a:gd name="connsiteX58" fmla="*/ 368248 w 472543"/>
                <a:gd name="connsiteY58" fmla="*/ 351097 h 464260"/>
                <a:gd name="connsiteX59" fmla="*/ 366633 w 472543"/>
                <a:gd name="connsiteY59" fmla="*/ 346488 h 464260"/>
                <a:gd name="connsiteX60" fmla="*/ 366633 w 472543"/>
                <a:gd name="connsiteY60" fmla="*/ 341711 h 464260"/>
                <a:gd name="connsiteX61" fmla="*/ 370335 w 472543"/>
                <a:gd name="connsiteY61" fmla="*/ 340197 h 464260"/>
                <a:gd name="connsiteX62" fmla="*/ 368383 w 472543"/>
                <a:gd name="connsiteY62" fmla="*/ 333907 h 464260"/>
                <a:gd name="connsiteX63" fmla="*/ 366633 w 472543"/>
                <a:gd name="connsiteY63" fmla="*/ 329567 h 464260"/>
                <a:gd name="connsiteX64" fmla="*/ 361181 w 472543"/>
                <a:gd name="connsiteY64" fmla="*/ 328491 h 464260"/>
                <a:gd name="connsiteX65" fmla="*/ 353777 w 472543"/>
                <a:gd name="connsiteY65" fmla="*/ 333705 h 464260"/>
                <a:gd name="connsiteX66" fmla="*/ 349200 w 472543"/>
                <a:gd name="connsiteY66" fmla="*/ 331115 h 464260"/>
                <a:gd name="connsiteX67" fmla="*/ 347786 w 472543"/>
                <a:gd name="connsiteY67" fmla="*/ 326338 h 464260"/>
                <a:gd name="connsiteX68" fmla="*/ 349200 w 472543"/>
                <a:gd name="connsiteY68" fmla="*/ 324589 h 464260"/>
                <a:gd name="connsiteX69" fmla="*/ 349200 w 472543"/>
                <a:gd name="connsiteY69" fmla="*/ 322839 h 464260"/>
                <a:gd name="connsiteX70" fmla="*/ 343983 w 472543"/>
                <a:gd name="connsiteY70" fmla="*/ 318500 h 464260"/>
                <a:gd name="connsiteX71" fmla="*/ 343983 w 472543"/>
                <a:gd name="connsiteY71" fmla="*/ 315674 h 464260"/>
                <a:gd name="connsiteX72" fmla="*/ 345296 w 472543"/>
                <a:gd name="connsiteY72" fmla="*/ 310023 h 464260"/>
                <a:gd name="connsiteX73" fmla="*/ 345935 w 472543"/>
                <a:gd name="connsiteY73" fmla="*/ 305885 h 464260"/>
                <a:gd name="connsiteX74" fmla="*/ 343983 w 472543"/>
                <a:gd name="connsiteY74" fmla="*/ 302185 h 464260"/>
                <a:gd name="connsiteX75" fmla="*/ 337017 w 472543"/>
                <a:gd name="connsiteY75" fmla="*/ 296533 h 464260"/>
                <a:gd name="connsiteX76" fmla="*/ 328536 w 472543"/>
                <a:gd name="connsiteY76" fmla="*/ 291521 h 464260"/>
                <a:gd name="connsiteX77" fmla="*/ 323084 w 472543"/>
                <a:gd name="connsiteY77" fmla="*/ 289133 h 464260"/>
                <a:gd name="connsiteX78" fmla="*/ 323084 w 472543"/>
                <a:gd name="connsiteY78" fmla="*/ 282606 h 464260"/>
                <a:gd name="connsiteX79" fmla="*/ 321771 w 472543"/>
                <a:gd name="connsiteY79" fmla="*/ 277830 h 464260"/>
                <a:gd name="connsiteX80" fmla="*/ 318608 w 472543"/>
                <a:gd name="connsiteY80" fmla="*/ 275677 h 464260"/>
                <a:gd name="connsiteX81" fmla="*/ 314367 w 472543"/>
                <a:gd name="connsiteY81" fmla="*/ 277426 h 464260"/>
                <a:gd name="connsiteX82" fmla="*/ 314367 w 472543"/>
                <a:gd name="connsiteY82" fmla="*/ 282640 h 464260"/>
                <a:gd name="connsiteX83" fmla="*/ 312180 w 472543"/>
                <a:gd name="connsiteY83" fmla="*/ 284154 h 464260"/>
                <a:gd name="connsiteX84" fmla="*/ 309992 w 472543"/>
                <a:gd name="connsiteY84" fmla="*/ 285903 h 464260"/>
                <a:gd name="connsiteX85" fmla="*/ 303261 w 472543"/>
                <a:gd name="connsiteY85" fmla="*/ 286980 h 464260"/>
                <a:gd name="connsiteX86" fmla="*/ 299795 w 472543"/>
                <a:gd name="connsiteY86" fmla="*/ 283077 h 464260"/>
                <a:gd name="connsiteX87" fmla="*/ 296530 w 472543"/>
                <a:gd name="connsiteY87" fmla="*/ 277426 h 464260"/>
                <a:gd name="connsiteX88" fmla="*/ 296530 w 472543"/>
                <a:gd name="connsiteY88" fmla="*/ 272212 h 464260"/>
                <a:gd name="connsiteX89" fmla="*/ 298920 w 472543"/>
                <a:gd name="connsiteY89" fmla="*/ 269823 h 464260"/>
                <a:gd name="connsiteX90" fmla="*/ 303497 w 472543"/>
                <a:gd name="connsiteY90" fmla="*/ 267637 h 464260"/>
                <a:gd name="connsiteX91" fmla="*/ 309151 w 472543"/>
                <a:gd name="connsiteY91" fmla="*/ 271102 h 464260"/>
                <a:gd name="connsiteX92" fmla="*/ 312617 w 472543"/>
                <a:gd name="connsiteY92" fmla="*/ 270900 h 464260"/>
                <a:gd name="connsiteX93" fmla="*/ 312180 w 472543"/>
                <a:gd name="connsiteY93" fmla="*/ 263297 h 464260"/>
                <a:gd name="connsiteX94" fmla="*/ 312382 w 472543"/>
                <a:gd name="connsiteY94" fmla="*/ 260034 h 464260"/>
                <a:gd name="connsiteX95" fmla="*/ 315646 w 472543"/>
                <a:gd name="connsiteY95" fmla="*/ 257410 h 464260"/>
                <a:gd name="connsiteX96" fmla="*/ 309555 w 472543"/>
                <a:gd name="connsiteY96" fmla="*/ 254585 h 464260"/>
                <a:gd name="connsiteX97" fmla="*/ 304776 w 472543"/>
                <a:gd name="connsiteY97" fmla="*/ 252398 h 464260"/>
                <a:gd name="connsiteX98" fmla="*/ 305853 w 472543"/>
                <a:gd name="connsiteY98" fmla="*/ 249370 h 464260"/>
                <a:gd name="connsiteX99" fmla="*/ 311069 w 472543"/>
                <a:gd name="connsiteY99" fmla="*/ 246545 h 464260"/>
                <a:gd name="connsiteX100" fmla="*/ 313459 w 472543"/>
                <a:gd name="connsiteY100" fmla="*/ 245468 h 464260"/>
                <a:gd name="connsiteX101" fmla="*/ 313896 w 472543"/>
                <a:gd name="connsiteY101" fmla="*/ 240052 h 464260"/>
                <a:gd name="connsiteX102" fmla="*/ 312146 w 472543"/>
                <a:gd name="connsiteY102" fmla="*/ 233964 h 464260"/>
                <a:gd name="connsiteX103" fmla="*/ 311271 w 472543"/>
                <a:gd name="connsiteY103" fmla="*/ 226798 h 464260"/>
                <a:gd name="connsiteX104" fmla="*/ 308444 w 472543"/>
                <a:gd name="connsiteY104" fmla="*/ 223098 h 464260"/>
                <a:gd name="connsiteX105" fmla="*/ 302555 w 472543"/>
                <a:gd name="connsiteY105" fmla="*/ 219633 h 464260"/>
                <a:gd name="connsiteX106" fmla="*/ 300165 w 472543"/>
                <a:gd name="connsiteY106" fmla="*/ 212232 h 464260"/>
                <a:gd name="connsiteX107" fmla="*/ 298853 w 472543"/>
                <a:gd name="connsiteY107" fmla="*/ 206581 h 464260"/>
                <a:gd name="connsiteX108" fmla="*/ 299963 w 472543"/>
                <a:gd name="connsiteY108" fmla="*/ 201804 h 464260"/>
                <a:gd name="connsiteX109" fmla="*/ 301478 w 472543"/>
                <a:gd name="connsiteY109" fmla="*/ 200055 h 464260"/>
                <a:gd name="connsiteX110" fmla="*/ 304742 w 472543"/>
                <a:gd name="connsiteY110" fmla="*/ 200055 h 464260"/>
                <a:gd name="connsiteX111" fmla="*/ 308209 w 472543"/>
                <a:gd name="connsiteY111" fmla="*/ 200055 h 464260"/>
                <a:gd name="connsiteX112" fmla="*/ 309959 w 472543"/>
                <a:gd name="connsiteY112" fmla="*/ 200055 h 464260"/>
                <a:gd name="connsiteX113" fmla="*/ 313661 w 472543"/>
                <a:gd name="connsiteY113" fmla="*/ 200055 h 464260"/>
                <a:gd name="connsiteX114" fmla="*/ 321065 w 472543"/>
                <a:gd name="connsiteY114" fmla="*/ 199752 h 464260"/>
                <a:gd name="connsiteX115" fmla="*/ 320863 w 472543"/>
                <a:gd name="connsiteY115" fmla="*/ 195244 h 464260"/>
                <a:gd name="connsiteX116" fmla="*/ 321300 w 472543"/>
                <a:gd name="connsiteY116" fmla="*/ 191779 h 464260"/>
                <a:gd name="connsiteX117" fmla="*/ 321300 w 472543"/>
                <a:gd name="connsiteY117" fmla="*/ 188752 h 464260"/>
                <a:gd name="connsiteX118" fmla="*/ 323892 w 472543"/>
                <a:gd name="connsiteY118" fmla="*/ 184412 h 464260"/>
                <a:gd name="connsiteX119" fmla="*/ 325642 w 472543"/>
                <a:gd name="connsiteY119" fmla="*/ 184412 h 464260"/>
                <a:gd name="connsiteX120" fmla="*/ 331060 w 472543"/>
                <a:gd name="connsiteY120" fmla="*/ 189189 h 464260"/>
                <a:gd name="connsiteX121" fmla="*/ 336950 w 472543"/>
                <a:gd name="connsiteY121" fmla="*/ 195715 h 464260"/>
                <a:gd name="connsiteX122" fmla="*/ 339777 w 472543"/>
                <a:gd name="connsiteY122" fmla="*/ 199853 h 464260"/>
                <a:gd name="connsiteX123" fmla="*/ 342839 w 472543"/>
                <a:gd name="connsiteY123" fmla="*/ 199214 h 464260"/>
                <a:gd name="connsiteX124" fmla="*/ 344556 w 472543"/>
                <a:gd name="connsiteY124" fmla="*/ 196590 h 464260"/>
                <a:gd name="connsiteX125" fmla="*/ 345632 w 472543"/>
                <a:gd name="connsiteY125" fmla="*/ 195076 h 464260"/>
                <a:gd name="connsiteX126" fmla="*/ 346070 w 472543"/>
                <a:gd name="connsiteY126" fmla="*/ 193125 h 464260"/>
                <a:gd name="connsiteX127" fmla="*/ 347147 w 472543"/>
                <a:gd name="connsiteY127" fmla="*/ 190938 h 464260"/>
                <a:gd name="connsiteX128" fmla="*/ 349974 w 472543"/>
                <a:gd name="connsiteY128" fmla="*/ 189627 h 464260"/>
                <a:gd name="connsiteX129" fmla="*/ 353238 w 472543"/>
                <a:gd name="connsiteY129" fmla="*/ 187675 h 464260"/>
                <a:gd name="connsiteX130" fmla="*/ 354753 w 472543"/>
                <a:gd name="connsiteY130" fmla="*/ 185724 h 464260"/>
                <a:gd name="connsiteX131" fmla="*/ 355830 w 472543"/>
                <a:gd name="connsiteY131" fmla="*/ 184412 h 464260"/>
                <a:gd name="connsiteX132" fmla="*/ 360407 w 472543"/>
                <a:gd name="connsiteY132" fmla="*/ 184412 h 464260"/>
                <a:gd name="connsiteX133" fmla="*/ 364546 w 472543"/>
                <a:gd name="connsiteY133" fmla="*/ 185724 h 464260"/>
                <a:gd name="connsiteX134" fmla="*/ 368686 w 472543"/>
                <a:gd name="connsiteY134" fmla="*/ 187036 h 464260"/>
                <a:gd name="connsiteX135" fmla="*/ 371277 w 472543"/>
                <a:gd name="connsiteY135" fmla="*/ 190064 h 464260"/>
                <a:gd name="connsiteX136" fmla="*/ 374340 w 472543"/>
                <a:gd name="connsiteY136" fmla="*/ 195715 h 464260"/>
                <a:gd name="connsiteX137" fmla="*/ 377806 w 472543"/>
                <a:gd name="connsiteY137" fmla="*/ 195480 h 464260"/>
                <a:gd name="connsiteX138" fmla="*/ 380903 w 472543"/>
                <a:gd name="connsiteY138" fmla="*/ 193731 h 464260"/>
                <a:gd name="connsiteX139" fmla="*/ 384201 w 472543"/>
                <a:gd name="connsiteY139" fmla="*/ 190030 h 464260"/>
                <a:gd name="connsiteX140" fmla="*/ 385614 w 472543"/>
                <a:gd name="connsiteY140" fmla="*/ 187406 h 464260"/>
                <a:gd name="connsiteX141" fmla="*/ 385614 w 472543"/>
                <a:gd name="connsiteY141" fmla="*/ 185220 h 464260"/>
                <a:gd name="connsiteX142" fmla="*/ 388778 w 472543"/>
                <a:gd name="connsiteY142" fmla="*/ 186094 h 464260"/>
                <a:gd name="connsiteX143" fmla="*/ 392581 w 472543"/>
                <a:gd name="connsiteY143" fmla="*/ 188718 h 464260"/>
                <a:gd name="connsiteX144" fmla="*/ 392581 w 472543"/>
                <a:gd name="connsiteY144" fmla="*/ 192183 h 464260"/>
                <a:gd name="connsiteX145" fmla="*/ 392581 w 472543"/>
                <a:gd name="connsiteY145" fmla="*/ 195648 h 464260"/>
                <a:gd name="connsiteX146" fmla="*/ 392581 w 472543"/>
                <a:gd name="connsiteY146" fmla="*/ 200862 h 464260"/>
                <a:gd name="connsiteX147" fmla="*/ 392581 w 472543"/>
                <a:gd name="connsiteY147" fmla="*/ 207826 h 464260"/>
                <a:gd name="connsiteX148" fmla="*/ 393658 w 472543"/>
                <a:gd name="connsiteY148" fmla="*/ 210416 h 464260"/>
                <a:gd name="connsiteX149" fmla="*/ 397797 w 472543"/>
                <a:gd name="connsiteY149" fmla="*/ 206951 h 464260"/>
                <a:gd name="connsiteX150" fmla="*/ 399547 w 472543"/>
                <a:gd name="connsiteY150" fmla="*/ 201098 h 464260"/>
                <a:gd name="connsiteX151" fmla="*/ 399547 w 472543"/>
                <a:gd name="connsiteY151" fmla="*/ 195682 h 464260"/>
                <a:gd name="connsiteX152" fmla="*/ 399547 w 472543"/>
                <a:gd name="connsiteY152" fmla="*/ 190468 h 464260"/>
                <a:gd name="connsiteX153" fmla="*/ 402812 w 472543"/>
                <a:gd name="connsiteY153" fmla="*/ 187204 h 464260"/>
                <a:gd name="connsiteX154" fmla="*/ 406716 w 472543"/>
                <a:gd name="connsiteY154" fmla="*/ 184379 h 464260"/>
                <a:gd name="connsiteX155" fmla="*/ 409745 w 472543"/>
                <a:gd name="connsiteY155" fmla="*/ 181755 h 464260"/>
                <a:gd name="connsiteX156" fmla="*/ 414759 w 472543"/>
                <a:gd name="connsiteY156" fmla="*/ 180006 h 464260"/>
                <a:gd name="connsiteX157" fmla="*/ 416072 w 472543"/>
                <a:gd name="connsiteY157" fmla="*/ 178256 h 464260"/>
                <a:gd name="connsiteX158" fmla="*/ 418023 w 472543"/>
                <a:gd name="connsiteY158" fmla="*/ 174791 h 464260"/>
                <a:gd name="connsiteX159" fmla="*/ 419100 w 472543"/>
                <a:gd name="connsiteY159" fmla="*/ 172605 h 464260"/>
                <a:gd name="connsiteX160" fmla="*/ 421726 w 472543"/>
                <a:gd name="connsiteY160" fmla="*/ 168265 h 464260"/>
                <a:gd name="connsiteX161" fmla="*/ 424552 w 472543"/>
                <a:gd name="connsiteY161" fmla="*/ 164128 h 464260"/>
                <a:gd name="connsiteX162" fmla="*/ 427581 w 472543"/>
                <a:gd name="connsiteY162" fmla="*/ 161504 h 464260"/>
                <a:gd name="connsiteX163" fmla="*/ 431485 w 472543"/>
                <a:gd name="connsiteY163" fmla="*/ 158342 h 464260"/>
                <a:gd name="connsiteX164" fmla="*/ 438889 w 472543"/>
                <a:gd name="connsiteY164" fmla="*/ 156491 h 464260"/>
                <a:gd name="connsiteX165" fmla="*/ 445620 w 472543"/>
                <a:gd name="connsiteY165" fmla="*/ 156491 h 464260"/>
                <a:gd name="connsiteX166" fmla="*/ 450837 w 472543"/>
                <a:gd name="connsiteY166" fmla="*/ 156491 h 464260"/>
                <a:gd name="connsiteX167" fmla="*/ 454741 w 472543"/>
                <a:gd name="connsiteY167" fmla="*/ 154742 h 464260"/>
                <a:gd name="connsiteX168" fmla="*/ 456928 w 472543"/>
                <a:gd name="connsiteY168" fmla="*/ 154742 h 464260"/>
                <a:gd name="connsiteX169" fmla="*/ 456928 w 472543"/>
                <a:gd name="connsiteY169" fmla="*/ 157332 h 464260"/>
                <a:gd name="connsiteX170" fmla="*/ 458645 w 472543"/>
                <a:gd name="connsiteY170" fmla="*/ 161470 h 464260"/>
                <a:gd name="connsiteX171" fmla="*/ 458645 w 472543"/>
                <a:gd name="connsiteY171" fmla="*/ 164296 h 464260"/>
                <a:gd name="connsiteX172" fmla="*/ 462111 w 472543"/>
                <a:gd name="connsiteY172" fmla="*/ 165171 h 464260"/>
                <a:gd name="connsiteX173" fmla="*/ 465914 w 472543"/>
                <a:gd name="connsiteY173" fmla="*/ 164094 h 464260"/>
                <a:gd name="connsiteX174" fmla="*/ 469078 w 472543"/>
                <a:gd name="connsiteY174" fmla="*/ 160192 h 464260"/>
                <a:gd name="connsiteX175" fmla="*/ 469078 w 472543"/>
                <a:gd name="connsiteY175" fmla="*/ 157366 h 464260"/>
                <a:gd name="connsiteX176" fmla="*/ 471703 w 472543"/>
                <a:gd name="connsiteY176" fmla="*/ 151715 h 464260"/>
                <a:gd name="connsiteX177" fmla="*/ 471703 w 472543"/>
                <a:gd name="connsiteY177" fmla="*/ 146938 h 464260"/>
                <a:gd name="connsiteX178" fmla="*/ 470390 w 472543"/>
                <a:gd name="connsiteY178" fmla="*/ 140647 h 464260"/>
                <a:gd name="connsiteX179" fmla="*/ 468640 w 472543"/>
                <a:gd name="connsiteY179" fmla="*/ 133919 h 464260"/>
                <a:gd name="connsiteX180" fmla="*/ 467765 w 472543"/>
                <a:gd name="connsiteY180" fmla="*/ 131094 h 464260"/>
                <a:gd name="connsiteX181" fmla="*/ 469010 w 472543"/>
                <a:gd name="connsiteY181" fmla="*/ 128470 h 464260"/>
                <a:gd name="connsiteX182" fmla="*/ 472544 w 472543"/>
                <a:gd name="connsiteY182" fmla="*/ 126720 h 464260"/>
                <a:gd name="connsiteX183" fmla="*/ 472544 w 472543"/>
                <a:gd name="connsiteY183" fmla="*/ 124332 h 464260"/>
                <a:gd name="connsiteX184" fmla="*/ 472544 w 472543"/>
                <a:gd name="connsiteY184" fmla="*/ 122583 h 464260"/>
                <a:gd name="connsiteX185" fmla="*/ 470356 w 472543"/>
                <a:gd name="connsiteY185" fmla="*/ 117369 h 464260"/>
                <a:gd name="connsiteX186" fmla="*/ 469044 w 472543"/>
                <a:gd name="connsiteY186" fmla="*/ 113668 h 464260"/>
                <a:gd name="connsiteX187" fmla="*/ 469044 w 472543"/>
                <a:gd name="connsiteY187" fmla="*/ 110405 h 464260"/>
                <a:gd name="connsiteX188" fmla="*/ 470121 w 472543"/>
                <a:gd name="connsiteY188" fmla="*/ 104754 h 464260"/>
                <a:gd name="connsiteX189" fmla="*/ 466419 w 472543"/>
                <a:gd name="connsiteY189" fmla="*/ 99741 h 464260"/>
                <a:gd name="connsiteX190" fmla="*/ 464231 w 472543"/>
                <a:gd name="connsiteY190" fmla="*/ 97555 h 464260"/>
                <a:gd name="connsiteX191" fmla="*/ 461842 w 472543"/>
                <a:gd name="connsiteY191" fmla="*/ 95806 h 464260"/>
                <a:gd name="connsiteX192" fmla="*/ 455548 w 472543"/>
                <a:gd name="connsiteY192" fmla="*/ 92980 h 464260"/>
                <a:gd name="connsiteX193" fmla="*/ 450971 w 472543"/>
                <a:gd name="connsiteY193" fmla="*/ 90390 h 464260"/>
                <a:gd name="connsiteX194" fmla="*/ 445553 w 472543"/>
                <a:gd name="connsiteY194" fmla="*/ 85075 h 464260"/>
                <a:gd name="connsiteX195" fmla="*/ 444240 w 472543"/>
                <a:gd name="connsiteY195" fmla="*/ 81711 h 464260"/>
                <a:gd name="connsiteX196" fmla="*/ 442053 w 472543"/>
                <a:gd name="connsiteY196" fmla="*/ 81711 h 464260"/>
                <a:gd name="connsiteX197" fmla="*/ 431620 w 472543"/>
                <a:gd name="connsiteY197" fmla="*/ 81711 h 464260"/>
                <a:gd name="connsiteX198" fmla="*/ 426841 w 472543"/>
                <a:gd name="connsiteY198" fmla="*/ 80634 h 464260"/>
                <a:gd name="connsiteX199" fmla="*/ 428793 w 472543"/>
                <a:gd name="connsiteY199" fmla="*/ 74983 h 464260"/>
                <a:gd name="connsiteX200" fmla="*/ 431620 w 472543"/>
                <a:gd name="connsiteY200" fmla="*/ 69970 h 464260"/>
                <a:gd name="connsiteX201" fmla="*/ 429029 w 472543"/>
                <a:gd name="connsiteY201" fmla="*/ 66068 h 464260"/>
                <a:gd name="connsiteX202" fmla="*/ 424889 w 472543"/>
                <a:gd name="connsiteY202" fmla="*/ 64319 h 464260"/>
                <a:gd name="connsiteX203" fmla="*/ 421490 w 472543"/>
                <a:gd name="connsiteY203" fmla="*/ 61291 h 464260"/>
                <a:gd name="connsiteX204" fmla="*/ 415971 w 472543"/>
                <a:gd name="connsiteY204" fmla="*/ 60854 h 464260"/>
                <a:gd name="connsiteX205" fmla="*/ 412504 w 472543"/>
                <a:gd name="connsiteY205" fmla="*/ 60854 h 464260"/>
                <a:gd name="connsiteX206" fmla="*/ 406413 w 472543"/>
                <a:gd name="connsiteY206" fmla="*/ 60854 h 464260"/>
                <a:gd name="connsiteX207" fmla="*/ 399884 w 472543"/>
                <a:gd name="connsiteY207" fmla="*/ 61493 h 464260"/>
                <a:gd name="connsiteX208" fmla="*/ 396821 w 472543"/>
                <a:gd name="connsiteY208" fmla="*/ 62570 h 464260"/>
                <a:gd name="connsiteX209" fmla="*/ 389720 w 472543"/>
                <a:gd name="connsiteY209" fmla="*/ 62570 h 464260"/>
                <a:gd name="connsiteX210" fmla="*/ 386085 w 472543"/>
                <a:gd name="connsiteY210" fmla="*/ 58365 h 464260"/>
                <a:gd name="connsiteX211" fmla="*/ 384201 w 472543"/>
                <a:gd name="connsiteY211" fmla="*/ 54732 h 464260"/>
                <a:gd name="connsiteX212" fmla="*/ 379253 w 472543"/>
                <a:gd name="connsiteY212" fmla="*/ 50527 h 464260"/>
                <a:gd name="connsiteX213" fmla="*/ 377369 w 472543"/>
                <a:gd name="connsiteY213" fmla="*/ 47062 h 464260"/>
                <a:gd name="connsiteX214" fmla="*/ 376494 w 472543"/>
                <a:gd name="connsiteY214" fmla="*/ 44303 h 464260"/>
                <a:gd name="connsiteX215" fmla="*/ 373027 w 472543"/>
                <a:gd name="connsiteY215" fmla="*/ 41545 h 464260"/>
                <a:gd name="connsiteX216" fmla="*/ 371715 w 472543"/>
                <a:gd name="connsiteY216" fmla="*/ 40233 h 464260"/>
                <a:gd name="connsiteX217" fmla="*/ 368686 w 472543"/>
                <a:gd name="connsiteY217" fmla="*/ 36768 h 464260"/>
                <a:gd name="connsiteX218" fmla="*/ 366667 w 472543"/>
                <a:gd name="connsiteY218" fmla="*/ 35624 h 464260"/>
                <a:gd name="connsiteX219" fmla="*/ 364647 w 472543"/>
                <a:gd name="connsiteY219" fmla="*/ 33303 h 464260"/>
                <a:gd name="connsiteX220" fmla="*/ 363772 w 472543"/>
                <a:gd name="connsiteY220" fmla="*/ 31554 h 464260"/>
                <a:gd name="connsiteX221" fmla="*/ 361181 w 472543"/>
                <a:gd name="connsiteY221" fmla="*/ 30982 h 464260"/>
                <a:gd name="connsiteX222" fmla="*/ 357714 w 472543"/>
                <a:gd name="connsiteY222" fmla="*/ 30847 h 464260"/>
                <a:gd name="connsiteX223" fmla="*/ 354820 w 472543"/>
                <a:gd name="connsiteY223" fmla="*/ 30713 h 464260"/>
                <a:gd name="connsiteX224" fmla="*/ 351354 w 472543"/>
                <a:gd name="connsiteY224" fmla="*/ 28964 h 464260"/>
                <a:gd name="connsiteX225" fmla="*/ 349469 w 472543"/>
                <a:gd name="connsiteY225" fmla="*/ 26945 h 464260"/>
                <a:gd name="connsiteX226" fmla="*/ 346137 w 472543"/>
                <a:gd name="connsiteY226" fmla="*/ 24624 h 464260"/>
                <a:gd name="connsiteX227" fmla="*/ 339777 w 472543"/>
                <a:gd name="connsiteY227" fmla="*/ 20722 h 464260"/>
                <a:gd name="connsiteX228" fmla="*/ 336748 w 472543"/>
                <a:gd name="connsiteY228" fmla="*/ 18535 h 464260"/>
                <a:gd name="connsiteX229" fmla="*/ 333719 w 472543"/>
                <a:gd name="connsiteY229" fmla="*/ 15070 h 464260"/>
                <a:gd name="connsiteX230" fmla="*/ 327055 w 472543"/>
                <a:gd name="connsiteY230" fmla="*/ 11740 h 464260"/>
                <a:gd name="connsiteX231" fmla="*/ 321536 w 472543"/>
                <a:gd name="connsiteY231" fmla="*/ 8713 h 464260"/>
                <a:gd name="connsiteX232" fmla="*/ 318069 w 472543"/>
                <a:gd name="connsiteY232" fmla="*/ 5954 h 464260"/>
                <a:gd name="connsiteX233" fmla="*/ 316117 w 472543"/>
                <a:gd name="connsiteY233" fmla="*/ 2758 h 464260"/>
                <a:gd name="connsiteX234" fmla="*/ 313425 w 472543"/>
                <a:gd name="connsiteY234" fmla="*/ 0 h 464260"/>
                <a:gd name="connsiteX235" fmla="*/ 311675 w 472543"/>
                <a:gd name="connsiteY235" fmla="*/ 0 h 464260"/>
                <a:gd name="connsiteX236" fmla="*/ 306459 w 472543"/>
                <a:gd name="connsiteY236" fmla="*/ 0 h 464260"/>
                <a:gd name="connsiteX237" fmla="*/ 304709 w 472543"/>
                <a:gd name="connsiteY237" fmla="*/ 1682 h 464260"/>
                <a:gd name="connsiteX238" fmla="*/ 302386 w 472543"/>
                <a:gd name="connsiteY238" fmla="*/ 4070 h 464260"/>
                <a:gd name="connsiteX239" fmla="*/ 301949 w 472543"/>
                <a:gd name="connsiteY239" fmla="*/ 5954 h 464260"/>
                <a:gd name="connsiteX240" fmla="*/ 301646 w 472543"/>
                <a:gd name="connsiteY240" fmla="*/ 7703 h 464260"/>
                <a:gd name="connsiteX241" fmla="*/ 301074 w 472543"/>
                <a:gd name="connsiteY241" fmla="*/ 9722 h 464260"/>
                <a:gd name="connsiteX242" fmla="*/ 302386 w 472543"/>
                <a:gd name="connsiteY242" fmla="*/ 11303 h 464260"/>
                <a:gd name="connsiteX243" fmla="*/ 304136 w 472543"/>
                <a:gd name="connsiteY243" fmla="*/ 12312 h 464260"/>
                <a:gd name="connsiteX244" fmla="*/ 306459 w 472543"/>
                <a:gd name="connsiteY244" fmla="*/ 14768 h 464260"/>
                <a:gd name="connsiteX245" fmla="*/ 307603 w 472543"/>
                <a:gd name="connsiteY245" fmla="*/ 14768 h 464260"/>
                <a:gd name="connsiteX246" fmla="*/ 307300 w 472543"/>
                <a:gd name="connsiteY246" fmla="*/ 18233 h 464260"/>
                <a:gd name="connsiteX247" fmla="*/ 307300 w 472543"/>
                <a:gd name="connsiteY247" fmla="*/ 19107 h 464260"/>
                <a:gd name="connsiteX248" fmla="*/ 306425 w 472543"/>
                <a:gd name="connsiteY248" fmla="*/ 20856 h 464260"/>
                <a:gd name="connsiteX249" fmla="*/ 304675 w 472543"/>
                <a:gd name="connsiteY249" fmla="*/ 20856 h 464260"/>
                <a:gd name="connsiteX250" fmla="*/ 303093 w 472543"/>
                <a:gd name="connsiteY250" fmla="*/ 20856 h 464260"/>
                <a:gd name="connsiteX251" fmla="*/ 301646 w 472543"/>
                <a:gd name="connsiteY251" fmla="*/ 21428 h 464260"/>
                <a:gd name="connsiteX252" fmla="*/ 301343 w 472543"/>
                <a:gd name="connsiteY252" fmla="*/ 24187 h 464260"/>
                <a:gd name="connsiteX253" fmla="*/ 300636 w 472543"/>
                <a:gd name="connsiteY253" fmla="*/ 29973 h 464260"/>
                <a:gd name="connsiteX254" fmla="*/ 299055 w 472543"/>
                <a:gd name="connsiteY254" fmla="*/ 30847 h 464260"/>
                <a:gd name="connsiteX255" fmla="*/ 296429 w 472543"/>
                <a:gd name="connsiteY255" fmla="*/ 27214 h 464260"/>
                <a:gd name="connsiteX256" fmla="*/ 291516 w 472543"/>
                <a:gd name="connsiteY256" fmla="*/ 27214 h 464260"/>
                <a:gd name="connsiteX257" fmla="*/ 291651 w 472543"/>
                <a:gd name="connsiteY257" fmla="*/ 28661 h 464260"/>
                <a:gd name="connsiteX258" fmla="*/ 291651 w 472543"/>
                <a:gd name="connsiteY258" fmla="*/ 34581 h 464260"/>
                <a:gd name="connsiteX259" fmla="*/ 291718 w 472543"/>
                <a:gd name="connsiteY259" fmla="*/ 38484 h 464260"/>
                <a:gd name="connsiteX260" fmla="*/ 293098 w 472543"/>
                <a:gd name="connsiteY260" fmla="*/ 39930 h 464260"/>
                <a:gd name="connsiteX261" fmla="*/ 296429 w 472543"/>
                <a:gd name="connsiteY261" fmla="*/ 42386 h 464260"/>
                <a:gd name="connsiteX262" fmla="*/ 297304 w 472543"/>
                <a:gd name="connsiteY262" fmla="*/ 45582 h 464260"/>
                <a:gd name="connsiteX263" fmla="*/ 300939 w 472543"/>
                <a:gd name="connsiteY263" fmla="*/ 47465 h 464260"/>
                <a:gd name="connsiteX264" fmla="*/ 303968 w 472543"/>
                <a:gd name="connsiteY264" fmla="*/ 48912 h 464260"/>
                <a:gd name="connsiteX265" fmla="*/ 310329 w 472543"/>
                <a:gd name="connsiteY265" fmla="*/ 52108 h 464260"/>
                <a:gd name="connsiteX266" fmla="*/ 314401 w 472543"/>
                <a:gd name="connsiteY266" fmla="*/ 55169 h 464260"/>
                <a:gd name="connsiteX267" fmla="*/ 315983 w 472543"/>
                <a:gd name="connsiteY267" fmla="*/ 59811 h 464260"/>
                <a:gd name="connsiteX268" fmla="*/ 315983 w 472543"/>
                <a:gd name="connsiteY268" fmla="*/ 63579 h 464260"/>
                <a:gd name="connsiteX269" fmla="*/ 315983 w 472543"/>
                <a:gd name="connsiteY269" fmla="*/ 65765 h 464260"/>
                <a:gd name="connsiteX270" fmla="*/ 314401 w 472543"/>
                <a:gd name="connsiteY270" fmla="*/ 68221 h 464260"/>
                <a:gd name="connsiteX271" fmla="*/ 312213 w 472543"/>
                <a:gd name="connsiteY271" fmla="*/ 69668 h 464260"/>
                <a:gd name="connsiteX272" fmla="*/ 307872 w 472543"/>
                <a:gd name="connsiteY272" fmla="*/ 71417 h 464260"/>
                <a:gd name="connsiteX273" fmla="*/ 306290 w 472543"/>
                <a:gd name="connsiteY273" fmla="*/ 71417 h 464260"/>
                <a:gd name="connsiteX274" fmla="*/ 302824 w 472543"/>
                <a:gd name="connsiteY274" fmla="*/ 72426 h 464260"/>
                <a:gd name="connsiteX275" fmla="*/ 302117 w 472543"/>
                <a:gd name="connsiteY275" fmla="*/ 73873 h 464260"/>
                <a:gd name="connsiteX276" fmla="*/ 302117 w 472543"/>
                <a:gd name="connsiteY276" fmla="*/ 74882 h 464260"/>
                <a:gd name="connsiteX277" fmla="*/ 301175 w 472543"/>
                <a:gd name="connsiteY277" fmla="*/ 78077 h 464260"/>
                <a:gd name="connsiteX278" fmla="*/ 298213 w 472543"/>
                <a:gd name="connsiteY278" fmla="*/ 81273 h 464260"/>
                <a:gd name="connsiteX279" fmla="*/ 295756 w 472543"/>
                <a:gd name="connsiteY279" fmla="*/ 83729 h 464260"/>
                <a:gd name="connsiteX280" fmla="*/ 291718 w 472543"/>
                <a:gd name="connsiteY280" fmla="*/ 84435 h 464260"/>
                <a:gd name="connsiteX281" fmla="*/ 288958 w 472543"/>
                <a:gd name="connsiteY281" fmla="*/ 84435 h 464260"/>
                <a:gd name="connsiteX282" fmla="*/ 286636 w 472543"/>
                <a:gd name="connsiteY282" fmla="*/ 84435 h 464260"/>
                <a:gd name="connsiteX283" fmla="*/ 284583 w 472543"/>
                <a:gd name="connsiteY283" fmla="*/ 86622 h 464260"/>
                <a:gd name="connsiteX284" fmla="*/ 284448 w 472543"/>
                <a:gd name="connsiteY284" fmla="*/ 88371 h 464260"/>
                <a:gd name="connsiteX285" fmla="*/ 284448 w 472543"/>
                <a:gd name="connsiteY285" fmla="*/ 91130 h 464260"/>
                <a:gd name="connsiteX286" fmla="*/ 284448 w 472543"/>
                <a:gd name="connsiteY286" fmla="*/ 94023 h 464260"/>
                <a:gd name="connsiteX287" fmla="*/ 283304 w 472543"/>
                <a:gd name="connsiteY287" fmla="*/ 97353 h 464260"/>
                <a:gd name="connsiteX288" fmla="*/ 281722 w 472543"/>
                <a:gd name="connsiteY288" fmla="*/ 100683 h 464260"/>
                <a:gd name="connsiteX289" fmla="*/ 280713 w 472543"/>
                <a:gd name="connsiteY289" fmla="*/ 104148 h 464260"/>
                <a:gd name="connsiteX290" fmla="*/ 278256 w 472543"/>
                <a:gd name="connsiteY290" fmla="*/ 107916 h 464260"/>
                <a:gd name="connsiteX291" fmla="*/ 274352 w 472543"/>
                <a:gd name="connsiteY291" fmla="*/ 110102 h 464260"/>
                <a:gd name="connsiteX292" fmla="*/ 269136 w 472543"/>
                <a:gd name="connsiteY292" fmla="*/ 112121 h 464260"/>
                <a:gd name="connsiteX293" fmla="*/ 268126 w 472543"/>
                <a:gd name="connsiteY293" fmla="*/ 115317 h 464260"/>
                <a:gd name="connsiteX294" fmla="*/ 269270 w 472543"/>
                <a:gd name="connsiteY294" fmla="*/ 117200 h 464260"/>
                <a:gd name="connsiteX295" fmla="*/ 272467 w 472543"/>
                <a:gd name="connsiteY295" fmla="*/ 120834 h 464260"/>
                <a:gd name="connsiteX296" fmla="*/ 269439 w 472543"/>
                <a:gd name="connsiteY296" fmla="*/ 124298 h 464260"/>
                <a:gd name="connsiteX297" fmla="*/ 266107 w 472543"/>
                <a:gd name="connsiteY297" fmla="*/ 125879 h 464260"/>
                <a:gd name="connsiteX298" fmla="*/ 264962 w 472543"/>
                <a:gd name="connsiteY298" fmla="*/ 127898 h 464260"/>
                <a:gd name="connsiteX299" fmla="*/ 265535 w 472543"/>
                <a:gd name="connsiteY299" fmla="*/ 130219 h 464260"/>
                <a:gd name="connsiteX300" fmla="*/ 267991 w 472543"/>
                <a:gd name="connsiteY300" fmla="*/ 131968 h 464260"/>
                <a:gd name="connsiteX301" fmla="*/ 265669 w 472543"/>
                <a:gd name="connsiteY301" fmla="*/ 135736 h 464260"/>
                <a:gd name="connsiteX302" fmla="*/ 262640 w 472543"/>
                <a:gd name="connsiteY302" fmla="*/ 138763 h 464260"/>
                <a:gd name="connsiteX303" fmla="*/ 260318 w 472543"/>
                <a:gd name="connsiteY303" fmla="*/ 139638 h 464260"/>
                <a:gd name="connsiteX304" fmla="*/ 257727 w 472543"/>
                <a:gd name="connsiteY304" fmla="*/ 142396 h 464260"/>
                <a:gd name="connsiteX305" fmla="*/ 256583 w 472543"/>
                <a:gd name="connsiteY305" fmla="*/ 145592 h 464260"/>
                <a:gd name="connsiteX306" fmla="*/ 257458 w 472543"/>
                <a:gd name="connsiteY306" fmla="*/ 148923 h 464260"/>
                <a:gd name="connsiteX307" fmla="*/ 260352 w 472543"/>
                <a:gd name="connsiteY307" fmla="*/ 152690 h 464260"/>
                <a:gd name="connsiteX308" fmla="*/ 256448 w 472543"/>
                <a:gd name="connsiteY308" fmla="*/ 157198 h 464260"/>
                <a:gd name="connsiteX309" fmla="*/ 255438 w 472543"/>
                <a:gd name="connsiteY309" fmla="*/ 158644 h 464260"/>
                <a:gd name="connsiteX310" fmla="*/ 253419 w 472543"/>
                <a:gd name="connsiteY310" fmla="*/ 160225 h 464260"/>
                <a:gd name="connsiteX311" fmla="*/ 251837 w 472543"/>
                <a:gd name="connsiteY311" fmla="*/ 160663 h 464260"/>
                <a:gd name="connsiteX312" fmla="*/ 249818 w 472543"/>
                <a:gd name="connsiteY312" fmla="*/ 162412 h 464260"/>
                <a:gd name="connsiteX313" fmla="*/ 247496 w 472543"/>
                <a:gd name="connsiteY313" fmla="*/ 163421 h 464260"/>
                <a:gd name="connsiteX314" fmla="*/ 244904 w 472543"/>
                <a:gd name="connsiteY314" fmla="*/ 163421 h 464260"/>
                <a:gd name="connsiteX315" fmla="*/ 243154 w 472543"/>
                <a:gd name="connsiteY315" fmla="*/ 162412 h 464260"/>
                <a:gd name="connsiteX316" fmla="*/ 240529 w 472543"/>
                <a:gd name="connsiteY316" fmla="*/ 159082 h 464260"/>
                <a:gd name="connsiteX317" fmla="*/ 239822 w 472543"/>
                <a:gd name="connsiteY317" fmla="*/ 156054 h 464260"/>
                <a:gd name="connsiteX318" fmla="*/ 238678 w 472543"/>
                <a:gd name="connsiteY318" fmla="*/ 155617 h 464260"/>
                <a:gd name="connsiteX319" fmla="*/ 236794 w 472543"/>
                <a:gd name="connsiteY319" fmla="*/ 156189 h 464260"/>
                <a:gd name="connsiteX320" fmla="*/ 234034 w 472543"/>
                <a:gd name="connsiteY320" fmla="*/ 158813 h 464260"/>
                <a:gd name="connsiteX321" fmla="*/ 231274 w 472543"/>
                <a:gd name="connsiteY321" fmla="*/ 158947 h 464260"/>
                <a:gd name="connsiteX322" fmla="*/ 228077 w 472543"/>
                <a:gd name="connsiteY322" fmla="*/ 157803 h 464260"/>
                <a:gd name="connsiteX323" fmla="*/ 226630 w 472543"/>
                <a:gd name="connsiteY323" fmla="*/ 156660 h 464260"/>
                <a:gd name="connsiteX324" fmla="*/ 224745 w 472543"/>
                <a:gd name="connsiteY324" fmla="*/ 154776 h 464260"/>
                <a:gd name="connsiteX325" fmla="*/ 221413 w 472543"/>
                <a:gd name="connsiteY325" fmla="*/ 154776 h 464260"/>
                <a:gd name="connsiteX326" fmla="*/ 219663 w 472543"/>
                <a:gd name="connsiteY326" fmla="*/ 154776 h 464260"/>
                <a:gd name="connsiteX327" fmla="*/ 216466 w 472543"/>
                <a:gd name="connsiteY327" fmla="*/ 154776 h 464260"/>
                <a:gd name="connsiteX328" fmla="*/ 215322 w 472543"/>
                <a:gd name="connsiteY328" fmla="*/ 157030 h 464260"/>
                <a:gd name="connsiteX329" fmla="*/ 214178 w 472543"/>
                <a:gd name="connsiteY329" fmla="*/ 158981 h 464260"/>
                <a:gd name="connsiteX330" fmla="*/ 215322 w 472543"/>
                <a:gd name="connsiteY330" fmla="*/ 160865 h 464260"/>
                <a:gd name="connsiteX331" fmla="*/ 215322 w 472543"/>
                <a:gd name="connsiteY331" fmla="*/ 163623 h 464260"/>
                <a:gd name="connsiteX332" fmla="*/ 213370 w 472543"/>
                <a:gd name="connsiteY332" fmla="*/ 165070 h 464260"/>
                <a:gd name="connsiteX333" fmla="*/ 211115 w 472543"/>
                <a:gd name="connsiteY333" fmla="*/ 166651 h 464260"/>
                <a:gd name="connsiteX334" fmla="*/ 209096 w 472543"/>
                <a:gd name="connsiteY334" fmla="*/ 169846 h 464260"/>
                <a:gd name="connsiteX335" fmla="*/ 207952 w 472543"/>
                <a:gd name="connsiteY335" fmla="*/ 172874 h 464260"/>
                <a:gd name="connsiteX336" fmla="*/ 210711 w 472543"/>
                <a:gd name="connsiteY336" fmla="*/ 175195 h 464260"/>
                <a:gd name="connsiteX337" fmla="*/ 213606 w 472543"/>
                <a:gd name="connsiteY337" fmla="*/ 178828 h 464260"/>
                <a:gd name="connsiteX338" fmla="*/ 213606 w 472543"/>
                <a:gd name="connsiteY338" fmla="*/ 181721 h 464260"/>
                <a:gd name="connsiteX339" fmla="*/ 213606 w 472543"/>
                <a:gd name="connsiteY339" fmla="*/ 182865 h 464260"/>
                <a:gd name="connsiteX340" fmla="*/ 211855 w 472543"/>
                <a:gd name="connsiteY340" fmla="*/ 185186 h 464260"/>
                <a:gd name="connsiteX341" fmla="*/ 211855 w 472543"/>
                <a:gd name="connsiteY341" fmla="*/ 186061 h 464260"/>
                <a:gd name="connsiteX342" fmla="*/ 208961 w 472543"/>
                <a:gd name="connsiteY342" fmla="*/ 186061 h 464260"/>
                <a:gd name="connsiteX343" fmla="*/ 207514 w 472543"/>
                <a:gd name="connsiteY343" fmla="*/ 187642 h 464260"/>
                <a:gd name="connsiteX344" fmla="*/ 206201 w 472543"/>
                <a:gd name="connsiteY344" fmla="*/ 190972 h 464260"/>
                <a:gd name="connsiteX345" fmla="*/ 204620 w 472543"/>
                <a:gd name="connsiteY345" fmla="*/ 192856 h 464260"/>
                <a:gd name="connsiteX346" fmla="*/ 203038 w 472543"/>
                <a:gd name="connsiteY346" fmla="*/ 194302 h 464260"/>
                <a:gd name="connsiteX347" fmla="*/ 201019 w 472543"/>
                <a:gd name="connsiteY347" fmla="*/ 198440 h 464260"/>
                <a:gd name="connsiteX348" fmla="*/ 200009 w 472543"/>
                <a:gd name="connsiteY348" fmla="*/ 201266 h 464260"/>
                <a:gd name="connsiteX349" fmla="*/ 198562 w 472543"/>
                <a:gd name="connsiteY349" fmla="*/ 205605 h 464260"/>
                <a:gd name="connsiteX350" fmla="*/ 196980 w 472543"/>
                <a:gd name="connsiteY350" fmla="*/ 208936 h 464260"/>
                <a:gd name="connsiteX351" fmla="*/ 193514 w 472543"/>
                <a:gd name="connsiteY351" fmla="*/ 210954 h 464260"/>
                <a:gd name="connsiteX352" fmla="*/ 190451 w 472543"/>
                <a:gd name="connsiteY352" fmla="*/ 216471 h 464260"/>
                <a:gd name="connsiteX353" fmla="*/ 188701 w 472543"/>
                <a:gd name="connsiteY353" fmla="*/ 222694 h 464260"/>
                <a:gd name="connsiteX354" fmla="*/ 185235 w 472543"/>
                <a:gd name="connsiteY354" fmla="*/ 227034 h 464260"/>
                <a:gd name="connsiteX355" fmla="*/ 183350 w 472543"/>
                <a:gd name="connsiteY355" fmla="*/ 228918 h 464260"/>
                <a:gd name="connsiteX356" fmla="*/ 181465 w 472543"/>
                <a:gd name="connsiteY356" fmla="*/ 231239 h 464260"/>
                <a:gd name="connsiteX357" fmla="*/ 180590 w 472543"/>
                <a:gd name="connsiteY357" fmla="*/ 233829 h 464260"/>
                <a:gd name="connsiteX358" fmla="*/ 180590 w 472543"/>
                <a:gd name="connsiteY358" fmla="*/ 235578 h 464260"/>
                <a:gd name="connsiteX359" fmla="*/ 178638 w 472543"/>
                <a:gd name="connsiteY359" fmla="*/ 239043 h 464260"/>
                <a:gd name="connsiteX360" fmla="*/ 175374 w 472543"/>
                <a:gd name="connsiteY360" fmla="*/ 241802 h 464260"/>
                <a:gd name="connsiteX361" fmla="*/ 170595 w 472543"/>
                <a:gd name="connsiteY361" fmla="*/ 244257 h 464260"/>
                <a:gd name="connsiteX362" fmla="*/ 167263 w 472543"/>
                <a:gd name="connsiteY362" fmla="*/ 245401 h 464260"/>
                <a:gd name="connsiteX363" fmla="*/ 165076 w 472543"/>
                <a:gd name="connsiteY363" fmla="*/ 246410 h 464260"/>
                <a:gd name="connsiteX364" fmla="*/ 162316 w 472543"/>
                <a:gd name="connsiteY364" fmla="*/ 248597 h 464260"/>
                <a:gd name="connsiteX365" fmla="*/ 157234 w 472543"/>
                <a:gd name="connsiteY365" fmla="*/ 248597 h 464260"/>
                <a:gd name="connsiteX366" fmla="*/ 151883 w 472543"/>
                <a:gd name="connsiteY366" fmla="*/ 248597 h 464260"/>
                <a:gd name="connsiteX367" fmla="*/ 148114 w 472543"/>
                <a:gd name="connsiteY367" fmla="*/ 248597 h 464260"/>
                <a:gd name="connsiteX368" fmla="*/ 143200 w 472543"/>
                <a:gd name="connsiteY368" fmla="*/ 248092 h 464260"/>
                <a:gd name="connsiteX369" fmla="*/ 140743 w 472543"/>
                <a:gd name="connsiteY369" fmla="*/ 247588 h 464260"/>
                <a:gd name="connsiteX370" fmla="*/ 135830 w 472543"/>
                <a:gd name="connsiteY370" fmla="*/ 244392 h 464260"/>
                <a:gd name="connsiteX371" fmla="*/ 134955 w 472543"/>
                <a:gd name="connsiteY371" fmla="*/ 241196 h 464260"/>
                <a:gd name="connsiteX372" fmla="*/ 131926 w 472543"/>
                <a:gd name="connsiteY372" fmla="*/ 239010 h 464260"/>
                <a:gd name="connsiteX373" fmla="*/ 131926 w 472543"/>
                <a:gd name="connsiteY373" fmla="*/ 236117 h 464260"/>
                <a:gd name="connsiteX374" fmla="*/ 131421 w 472543"/>
                <a:gd name="connsiteY374" fmla="*/ 231474 h 464260"/>
                <a:gd name="connsiteX375" fmla="*/ 131791 w 472543"/>
                <a:gd name="connsiteY375" fmla="*/ 225688 h 464260"/>
                <a:gd name="connsiteX376" fmla="*/ 131084 w 472543"/>
                <a:gd name="connsiteY376" fmla="*/ 221921 h 464260"/>
                <a:gd name="connsiteX377" fmla="*/ 124555 w 472543"/>
                <a:gd name="connsiteY377" fmla="*/ 217850 h 464260"/>
                <a:gd name="connsiteX378" fmla="*/ 122099 w 472543"/>
                <a:gd name="connsiteY378" fmla="*/ 216538 h 464260"/>
                <a:gd name="connsiteX379" fmla="*/ 120652 w 472543"/>
                <a:gd name="connsiteY379" fmla="*/ 217245 h 464260"/>
                <a:gd name="connsiteX380" fmla="*/ 116310 w 472543"/>
                <a:gd name="connsiteY380" fmla="*/ 217245 h 464260"/>
                <a:gd name="connsiteX381" fmla="*/ 113281 w 472543"/>
                <a:gd name="connsiteY381" fmla="*/ 218052 h 464260"/>
                <a:gd name="connsiteX382" fmla="*/ 112272 w 472543"/>
                <a:gd name="connsiteY382" fmla="*/ 219297 h 464260"/>
                <a:gd name="connsiteX383" fmla="*/ 111094 w 472543"/>
                <a:gd name="connsiteY383" fmla="*/ 221046 h 464260"/>
                <a:gd name="connsiteX384" fmla="*/ 109344 w 472543"/>
                <a:gd name="connsiteY384" fmla="*/ 223636 h 464260"/>
                <a:gd name="connsiteX385" fmla="*/ 108469 w 472543"/>
                <a:gd name="connsiteY385" fmla="*/ 224208 h 464260"/>
                <a:gd name="connsiteX386" fmla="*/ 105271 w 472543"/>
                <a:gd name="connsiteY386" fmla="*/ 224208 h 464260"/>
                <a:gd name="connsiteX387" fmla="*/ 103521 w 472543"/>
                <a:gd name="connsiteY387" fmla="*/ 224141 h 464260"/>
                <a:gd name="connsiteX388" fmla="*/ 102209 w 472543"/>
                <a:gd name="connsiteY388" fmla="*/ 224645 h 464260"/>
                <a:gd name="connsiteX389" fmla="*/ 100762 w 472543"/>
                <a:gd name="connsiteY389" fmla="*/ 226664 h 464260"/>
                <a:gd name="connsiteX390" fmla="*/ 98002 w 472543"/>
                <a:gd name="connsiteY390" fmla="*/ 228245 h 464260"/>
                <a:gd name="connsiteX391" fmla="*/ 95444 w 472543"/>
                <a:gd name="connsiteY391" fmla="*/ 228379 h 464260"/>
                <a:gd name="connsiteX392" fmla="*/ 91069 w 472543"/>
                <a:gd name="connsiteY392" fmla="*/ 228245 h 464260"/>
                <a:gd name="connsiteX393" fmla="*/ 87603 w 472543"/>
                <a:gd name="connsiteY393" fmla="*/ 224915 h 464260"/>
                <a:gd name="connsiteX394" fmla="*/ 85651 w 472543"/>
                <a:gd name="connsiteY394" fmla="*/ 221147 h 464260"/>
                <a:gd name="connsiteX395" fmla="*/ 81747 w 472543"/>
                <a:gd name="connsiteY395" fmla="*/ 217884 h 464260"/>
                <a:gd name="connsiteX396" fmla="*/ 78920 w 472543"/>
                <a:gd name="connsiteY396" fmla="*/ 215495 h 464260"/>
                <a:gd name="connsiteX397" fmla="*/ 75218 w 472543"/>
                <a:gd name="connsiteY397" fmla="*/ 215495 h 464260"/>
                <a:gd name="connsiteX398" fmla="*/ 73030 w 472543"/>
                <a:gd name="connsiteY398" fmla="*/ 212670 h 464260"/>
                <a:gd name="connsiteX399" fmla="*/ 70843 w 472543"/>
                <a:gd name="connsiteY399" fmla="*/ 209407 h 464260"/>
                <a:gd name="connsiteX400" fmla="*/ 67376 w 472543"/>
                <a:gd name="connsiteY400" fmla="*/ 207657 h 464260"/>
                <a:gd name="connsiteX401" fmla="*/ 64987 w 472543"/>
                <a:gd name="connsiteY401" fmla="*/ 206581 h 464260"/>
                <a:gd name="connsiteX402" fmla="*/ 61285 w 472543"/>
                <a:gd name="connsiteY402" fmla="*/ 204394 h 464260"/>
                <a:gd name="connsiteX403" fmla="*/ 57381 w 472543"/>
                <a:gd name="connsiteY403" fmla="*/ 203755 h 464260"/>
                <a:gd name="connsiteX404" fmla="*/ 54116 w 472543"/>
                <a:gd name="connsiteY404" fmla="*/ 200728 h 464260"/>
                <a:gd name="connsiteX405" fmla="*/ 50852 w 472543"/>
                <a:gd name="connsiteY405" fmla="*/ 198339 h 464260"/>
                <a:gd name="connsiteX406" fmla="*/ 47823 w 472543"/>
                <a:gd name="connsiteY406" fmla="*/ 200526 h 464260"/>
                <a:gd name="connsiteX407" fmla="*/ 44996 w 472543"/>
                <a:gd name="connsiteY407" fmla="*/ 204865 h 464260"/>
                <a:gd name="connsiteX408" fmla="*/ 41294 w 472543"/>
                <a:gd name="connsiteY408" fmla="*/ 210079 h 464260"/>
                <a:gd name="connsiteX409" fmla="*/ 38030 w 472543"/>
                <a:gd name="connsiteY409" fmla="*/ 216168 h 464260"/>
                <a:gd name="connsiteX410" fmla="*/ 35842 w 472543"/>
                <a:gd name="connsiteY410" fmla="*/ 216168 h 464260"/>
                <a:gd name="connsiteX411" fmla="*/ 32140 w 472543"/>
                <a:gd name="connsiteY411" fmla="*/ 216168 h 464260"/>
                <a:gd name="connsiteX412" fmla="*/ 29313 w 472543"/>
                <a:gd name="connsiteY412" fmla="*/ 217245 h 464260"/>
                <a:gd name="connsiteX413" fmla="*/ 31938 w 472543"/>
                <a:gd name="connsiteY413" fmla="*/ 221382 h 464260"/>
                <a:gd name="connsiteX414" fmla="*/ 31063 w 472543"/>
                <a:gd name="connsiteY414" fmla="*/ 224645 h 464260"/>
                <a:gd name="connsiteX415" fmla="*/ 26722 w 472543"/>
                <a:gd name="connsiteY415" fmla="*/ 222459 h 464260"/>
                <a:gd name="connsiteX416" fmla="*/ 21943 w 472543"/>
                <a:gd name="connsiteY416" fmla="*/ 222459 h 464260"/>
                <a:gd name="connsiteX417" fmla="*/ 21303 w 472543"/>
                <a:gd name="connsiteY417" fmla="*/ 225621 h 464260"/>
                <a:gd name="connsiteX418" fmla="*/ 21539 w 472543"/>
                <a:gd name="connsiteY418" fmla="*/ 230061 h 464260"/>
                <a:gd name="connsiteX419" fmla="*/ 23928 w 472543"/>
                <a:gd name="connsiteY419" fmla="*/ 234199 h 464260"/>
                <a:gd name="connsiteX420" fmla="*/ 29347 w 472543"/>
                <a:gd name="connsiteY420" fmla="*/ 237462 h 464260"/>
                <a:gd name="connsiteX421" fmla="*/ 35674 w 472543"/>
                <a:gd name="connsiteY421" fmla="*/ 239851 h 464260"/>
                <a:gd name="connsiteX422" fmla="*/ 38299 w 472543"/>
                <a:gd name="connsiteY422" fmla="*/ 244863 h 464260"/>
                <a:gd name="connsiteX423" fmla="*/ 39376 w 472543"/>
                <a:gd name="connsiteY423" fmla="*/ 248328 h 464260"/>
                <a:gd name="connsiteX424" fmla="*/ 38501 w 472543"/>
                <a:gd name="connsiteY424" fmla="*/ 251591 h 464260"/>
                <a:gd name="connsiteX425" fmla="*/ 38063 w 472543"/>
                <a:gd name="connsiteY425" fmla="*/ 254618 h 464260"/>
                <a:gd name="connsiteX426" fmla="*/ 37188 w 472543"/>
                <a:gd name="connsiteY426" fmla="*/ 258521 h 464260"/>
                <a:gd name="connsiteX427" fmla="*/ 35876 w 472543"/>
                <a:gd name="connsiteY427" fmla="*/ 262860 h 464260"/>
                <a:gd name="connsiteX428" fmla="*/ 34563 w 472543"/>
                <a:gd name="connsiteY428" fmla="*/ 265888 h 464260"/>
                <a:gd name="connsiteX429" fmla="*/ 31534 w 472543"/>
                <a:gd name="connsiteY429" fmla="*/ 267637 h 464260"/>
                <a:gd name="connsiteX430" fmla="*/ 28472 w 472543"/>
                <a:gd name="connsiteY430" fmla="*/ 267637 h 464260"/>
                <a:gd name="connsiteX431" fmla="*/ 26082 w 472543"/>
                <a:gd name="connsiteY431" fmla="*/ 267637 h 464260"/>
                <a:gd name="connsiteX432" fmla="*/ 25207 w 472543"/>
                <a:gd name="connsiteY432" fmla="*/ 272111 h 464260"/>
                <a:gd name="connsiteX433" fmla="*/ 23255 w 472543"/>
                <a:gd name="connsiteY433" fmla="*/ 278738 h 464260"/>
                <a:gd name="connsiteX434" fmla="*/ 20428 w 472543"/>
                <a:gd name="connsiteY434" fmla="*/ 281564 h 464260"/>
                <a:gd name="connsiteX435" fmla="*/ 14976 w 472543"/>
                <a:gd name="connsiteY435" fmla="*/ 283313 h 464260"/>
                <a:gd name="connsiteX436" fmla="*/ 9120 w 472543"/>
                <a:gd name="connsiteY436" fmla="*/ 286778 h 464260"/>
                <a:gd name="connsiteX437" fmla="*/ 4139 w 472543"/>
                <a:gd name="connsiteY437" fmla="*/ 292328 h 464260"/>
                <a:gd name="connsiteX438" fmla="*/ 0 w 472543"/>
                <a:gd name="connsiteY438" fmla="*/ 294616 h 464260"/>
                <a:gd name="connsiteX439" fmla="*/ 1312 w 472543"/>
                <a:gd name="connsiteY439" fmla="*/ 299830 h 464260"/>
                <a:gd name="connsiteX440" fmla="*/ 0 w 472543"/>
                <a:gd name="connsiteY440" fmla="*/ 306558 h 464260"/>
                <a:gd name="connsiteX441" fmla="*/ 1077 w 472543"/>
                <a:gd name="connsiteY441" fmla="*/ 309585 h 464260"/>
                <a:gd name="connsiteX442" fmla="*/ 5216 w 472543"/>
                <a:gd name="connsiteY442" fmla="*/ 314800 h 464260"/>
                <a:gd name="connsiteX443" fmla="*/ 6731 w 472543"/>
                <a:gd name="connsiteY443" fmla="*/ 316313 h 464260"/>
                <a:gd name="connsiteX444" fmla="*/ 6293 w 472543"/>
                <a:gd name="connsiteY444" fmla="*/ 318702 h 464260"/>
                <a:gd name="connsiteX445" fmla="*/ 5216 w 472543"/>
                <a:gd name="connsiteY445" fmla="*/ 322839 h 464260"/>
                <a:gd name="connsiteX446" fmla="*/ 7606 w 472543"/>
                <a:gd name="connsiteY446" fmla="*/ 326304 h 464260"/>
                <a:gd name="connsiteX447" fmla="*/ 11072 w 472543"/>
                <a:gd name="connsiteY447" fmla="*/ 329130 h 464260"/>
                <a:gd name="connsiteX448" fmla="*/ 18039 w 472543"/>
                <a:gd name="connsiteY448" fmla="*/ 330207 h 464260"/>
                <a:gd name="connsiteX449" fmla="*/ 21303 w 472543"/>
                <a:gd name="connsiteY449" fmla="*/ 330207 h 464260"/>
                <a:gd name="connsiteX450" fmla="*/ 26520 w 472543"/>
                <a:gd name="connsiteY450" fmla="*/ 327583 h 464260"/>
                <a:gd name="connsiteX451" fmla="*/ 29784 w 472543"/>
                <a:gd name="connsiteY451" fmla="*/ 325833 h 464260"/>
                <a:gd name="connsiteX452" fmla="*/ 35001 w 472543"/>
                <a:gd name="connsiteY452" fmla="*/ 324757 h 464260"/>
                <a:gd name="connsiteX453" fmla="*/ 37188 w 472543"/>
                <a:gd name="connsiteY453" fmla="*/ 329769 h 464260"/>
                <a:gd name="connsiteX454" fmla="*/ 34799 w 472543"/>
                <a:gd name="connsiteY454" fmla="*/ 332595 h 464260"/>
                <a:gd name="connsiteX455" fmla="*/ 34361 w 472543"/>
                <a:gd name="connsiteY455" fmla="*/ 335219 h 464260"/>
                <a:gd name="connsiteX456" fmla="*/ 33924 w 472543"/>
                <a:gd name="connsiteY456" fmla="*/ 338482 h 464260"/>
                <a:gd name="connsiteX457" fmla="*/ 31972 w 472543"/>
                <a:gd name="connsiteY457" fmla="*/ 341106 h 464260"/>
                <a:gd name="connsiteX458" fmla="*/ 30895 w 472543"/>
                <a:gd name="connsiteY458" fmla="*/ 344133 h 464260"/>
                <a:gd name="connsiteX459" fmla="*/ 29818 w 472543"/>
                <a:gd name="connsiteY459" fmla="*/ 346757 h 464260"/>
                <a:gd name="connsiteX460" fmla="*/ 31770 w 472543"/>
                <a:gd name="connsiteY460" fmla="*/ 350458 h 464260"/>
                <a:gd name="connsiteX461" fmla="*/ 34597 w 472543"/>
                <a:gd name="connsiteY461" fmla="*/ 355436 h 464260"/>
                <a:gd name="connsiteX462" fmla="*/ 34597 w 472543"/>
                <a:gd name="connsiteY462" fmla="*/ 360650 h 464260"/>
                <a:gd name="connsiteX463" fmla="*/ 34597 w 472543"/>
                <a:gd name="connsiteY463" fmla="*/ 366167 h 464260"/>
                <a:gd name="connsiteX464" fmla="*/ 39073 w 472543"/>
                <a:gd name="connsiteY464" fmla="*/ 372122 h 464260"/>
                <a:gd name="connsiteX465" fmla="*/ 44155 w 472543"/>
                <a:gd name="connsiteY465" fmla="*/ 372559 h 464260"/>
                <a:gd name="connsiteX466" fmla="*/ 50953 w 472543"/>
                <a:gd name="connsiteY466" fmla="*/ 369969 h 464260"/>
                <a:gd name="connsiteX467" fmla="*/ 58929 w 472543"/>
                <a:gd name="connsiteY467" fmla="*/ 368657 h 464260"/>
                <a:gd name="connsiteX468" fmla="*/ 62261 w 472543"/>
                <a:gd name="connsiteY468" fmla="*/ 370406 h 464260"/>
                <a:gd name="connsiteX469" fmla="*/ 66737 w 472543"/>
                <a:gd name="connsiteY469" fmla="*/ 375620 h 464260"/>
                <a:gd name="connsiteX470" fmla="*/ 72526 w 472543"/>
                <a:gd name="connsiteY470" fmla="*/ 377638 h 464260"/>
                <a:gd name="connsiteX471" fmla="*/ 78482 w 472543"/>
                <a:gd name="connsiteY471" fmla="*/ 376629 h 464260"/>
                <a:gd name="connsiteX472" fmla="*/ 82521 w 472543"/>
                <a:gd name="connsiteY472" fmla="*/ 380834 h 464260"/>
                <a:gd name="connsiteX473" fmla="*/ 84978 w 472543"/>
                <a:gd name="connsiteY473" fmla="*/ 383290 h 464260"/>
                <a:gd name="connsiteX474" fmla="*/ 84978 w 472543"/>
                <a:gd name="connsiteY474" fmla="*/ 387192 h 464260"/>
                <a:gd name="connsiteX475" fmla="*/ 86055 w 472543"/>
                <a:gd name="connsiteY475" fmla="*/ 392541 h 464260"/>
                <a:gd name="connsiteX476" fmla="*/ 88882 w 472543"/>
                <a:gd name="connsiteY476" fmla="*/ 394862 h 464260"/>
                <a:gd name="connsiteX477" fmla="*/ 89757 w 472543"/>
                <a:gd name="connsiteY477" fmla="*/ 399067 h 464260"/>
                <a:gd name="connsiteX478" fmla="*/ 91944 w 472543"/>
                <a:gd name="connsiteY478" fmla="*/ 404146 h 464260"/>
                <a:gd name="connsiteX479" fmla="*/ 91944 w 472543"/>
                <a:gd name="connsiteY479" fmla="*/ 405391 h 464260"/>
                <a:gd name="connsiteX480" fmla="*/ 92550 w 472543"/>
                <a:gd name="connsiteY480" fmla="*/ 408722 h 464260"/>
                <a:gd name="connsiteX481" fmla="*/ 93694 w 472543"/>
                <a:gd name="connsiteY481" fmla="*/ 411110 h 464260"/>
                <a:gd name="connsiteX482" fmla="*/ 93694 w 472543"/>
                <a:gd name="connsiteY482" fmla="*/ 416324 h 464260"/>
                <a:gd name="connsiteX483" fmla="*/ 95848 w 472543"/>
                <a:gd name="connsiteY483" fmla="*/ 421942 h 464260"/>
                <a:gd name="connsiteX484" fmla="*/ 96286 w 472543"/>
                <a:gd name="connsiteY484" fmla="*/ 421269 h 464260"/>
                <a:gd name="connsiteX485" fmla="*/ 97228 w 472543"/>
                <a:gd name="connsiteY485" fmla="*/ 418443 h 464260"/>
                <a:gd name="connsiteX486" fmla="*/ 95646 w 472543"/>
                <a:gd name="connsiteY486" fmla="*/ 416829 h 464260"/>
                <a:gd name="connsiteX487" fmla="*/ 95444 w 472543"/>
                <a:gd name="connsiteY487" fmla="*/ 415012 h 464260"/>
                <a:gd name="connsiteX488" fmla="*/ 96824 w 472543"/>
                <a:gd name="connsiteY488" fmla="*/ 413768 h 464260"/>
                <a:gd name="connsiteX489" fmla="*/ 97767 w 472543"/>
                <a:gd name="connsiteY489" fmla="*/ 413633 h 464260"/>
                <a:gd name="connsiteX490" fmla="*/ 99012 w 472543"/>
                <a:gd name="connsiteY490" fmla="*/ 413936 h 464260"/>
                <a:gd name="connsiteX491" fmla="*/ 99584 w 472543"/>
                <a:gd name="connsiteY491" fmla="*/ 414507 h 464260"/>
                <a:gd name="connsiteX492" fmla="*/ 100459 w 472543"/>
                <a:gd name="connsiteY492" fmla="*/ 415079 h 464260"/>
                <a:gd name="connsiteX493" fmla="*/ 101468 w 472543"/>
                <a:gd name="connsiteY493" fmla="*/ 415718 h 464260"/>
                <a:gd name="connsiteX494" fmla="*/ 103286 w 472543"/>
                <a:gd name="connsiteY494" fmla="*/ 417602 h 464260"/>
                <a:gd name="connsiteX495" fmla="*/ 104464 w 472543"/>
                <a:gd name="connsiteY495" fmla="*/ 417165 h 464260"/>
                <a:gd name="connsiteX496" fmla="*/ 105238 w 472543"/>
                <a:gd name="connsiteY496" fmla="*/ 416862 h 464260"/>
                <a:gd name="connsiteX497" fmla="*/ 106180 w 472543"/>
                <a:gd name="connsiteY497" fmla="*/ 415786 h 464260"/>
                <a:gd name="connsiteX498" fmla="*/ 106180 w 472543"/>
                <a:gd name="connsiteY498" fmla="*/ 414709 h 464260"/>
                <a:gd name="connsiteX499" fmla="*/ 105877 w 472543"/>
                <a:gd name="connsiteY499" fmla="*/ 413566 h 464260"/>
                <a:gd name="connsiteX500" fmla="*/ 105238 w 472543"/>
                <a:gd name="connsiteY500" fmla="*/ 413128 h 464260"/>
                <a:gd name="connsiteX501" fmla="*/ 104868 w 472543"/>
                <a:gd name="connsiteY501" fmla="*/ 411615 h 464260"/>
                <a:gd name="connsiteX502" fmla="*/ 105507 w 472543"/>
                <a:gd name="connsiteY502" fmla="*/ 410538 h 464260"/>
                <a:gd name="connsiteX503" fmla="*/ 107190 w 472543"/>
                <a:gd name="connsiteY503" fmla="*/ 409394 h 464260"/>
                <a:gd name="connsiteX504" fmla="*/ 109512 w 472543"/>
                <a:gd name="connsiteY504" fmla="*/ 408251 h 464260"/>
                <a:gd name="connsiteX505" fmla="*/ 110017 w 472543"/>
                <a:gd name="connsiteY505" fmla="*/ 407881 h 464260"/>
                <a:gd name="connsiteX506" fmla="*/ 111700 w 472543"/>
                <a:gd name="connsiteY506" fmla="*/ 406939 h 464260"/>
                <a:gd name="connsiteX507" fmla="*/ 112272 w 472543"/>
                <a:gd name="connsiteY507" fmla="*/ 404550 h 464260"/>
                <a:gd name="connsiteX508" fmla="*/ 111969 w 472543"/>
                <a:gd name="connsiteY508" fmla="*/ 402868 h 464260"/>
                <a:gd name="connsiteX509" fmla="*/ 110522 w 472543"/>
                <a:gd name="connsiteY509" fmla="*/ 400042 h 464260"/>
                <a:gd name="connsiteX510" fmla="*/ 108199 w 472543"/>
                <a:gd name="connsiteY510" fmla="*/ 398024 h 464260"/>
                <a:gd name="connsiteX511" fmla="*/ 107122 w 472543"/>
                <a:gd name="connsiteY511" fmla="*/ 396779 h 464260"/>
                <a:gd name="connsiteX512" fmla="*/ 104868 w 472543"/>
                <a:gd name="connsiteY512" fmla="*/ 394963 h 464260"/>
                <a:gd name="connsiteX513" fmla="*/ 103488 w 472543"/>
                <a:gd name="connsiteY513" fmla="*/ 392945 h 464260"/>
                <a:gd name="connsiteX514" fmla="*/ 102041 w 472543"/>
                <a:gd name="connsiteY514" fmla="*/ 390321 h 464260"/>
                <a:gd name="connsiteX515" fmla="*/ 102041 w 472543"/>
                <a:gd name="connsiteY515" fmla="*/ 388067 h 464260"/>
                <a:gd name="connsiteX516" fmla="*/ 102310 w 472543"/>
                <a:gd name="connsiteY516" fmla="*/ 385106 h 464260"/>
                <a:gd name="connsiteX517" fmla="*/ 103050 w 472543"/>
                <a:gd name="connsiteY517" fmla="*/ 383963 h 464260"/>
                <a:gd name="connsiteX518" fmla="*/ 103993 w 472543"/>
                <a:gd name="connsiteY518" fmla="*/ 382449 h 464260"/>
                <a:gd name="connsiteX519" fmla="*/ 105002 w 472543"/>
                <a:gd name="connsiteY519" fmla="*/ 382449 h 464260"/>
                <a:gd name="connsiteX520" fmla="*/ 107022 w 472543"/>
                <a:gd name="connsiteY520" fmla="*/ 383458 h 464260"/>
                <a:gd name="connsiteX521" fmla="*/ 108031 w 472543"/>
                <a:gd name="connsiteY521" fmla="*/ 384703 h 464260"/>
                <a:gd name="connsiteX522" fmla="*/ 109276 w 472543"/>
                <a:gd name="connsiteY522" fmla="*/ 385712 h 464260"/>
                <a:gd name="connsiteX523" fmla="*/ 110959 w 472543"/>
                <a:gd name="connsiteY523" fmla="*/ 387293 h 464260"/>
                <a:gd name="connsiteX524" fmla="*/ 112305 w 472543"/>
                <a:gd name="connsiteY524" fmla="*/ 390926 h 464260"/>
                <a:gd name="connsiteX525" fmla="*/ 113214 w 472543"/>
                <a:gd name="connsiteY525" fmla="*/ 391431 h 464260"/>
                <a:gd name="connsiteX526" fmla="*/ 114358 w 472543"/>
                <a:gd name="connsiteY526" fmla="*/ 393247 h 464260"/>
                <a:gd name="connsiteX527" fmla="*/ 116815 w 472543"/>
                <a:gd name="connsiteY527" fmla="*/ 394122 h 464260"/>
                <a:gd name="connsiteX528" fmla="*/ 117959 w 472543"/>
                <a:gd name="connsiteY528" fmla="*/ 396073 h 464260"/>
                <a:gd name="connsiteX529" fmla="*/ 121022 w 472543"/>
                <a:gd name="connsiteY529" fmla="*/ 398091 h 464260"/>
                <a:gd name="connsiteX530" fmla="*/ 122704 w 472543"/>
                <a:gd name="connsiteY530" fmla="*/ 398226 h 464260"/>
                <a:gd name="connsiteX531" fmla="*/ 123512 w 472543"/>
                <a:gd name="connsiteY531" fmla="*/ 398361 h 464260"/>
                <a:gd name="connsiteX532" fmla="*/ 125464 w 472543"/>
                <a:gd name="connsiteY532" fmla="*/ 399100 h 464260"/>
                <a:gd name="connsiteX533" fmla="*/ 124791 w 472543"/>
                <a:gd name="connsiteY533" fmla="*/ 401052 h 464260"/>
                <a:gd name="connsiteX534" fmla="*/ 124993 w 472543"/>
                <a:gd name="connsiteY534" fmla="*/ 403070 h 464260"/>
                <a:gd name="connsiteX535" fmla="*/ 124993 w 472543"/>
                <a:gd name="connsiteY535" fmla="*/ 404146 h 464260"/>
                <a:gd name="connsiteX536" fmla="*/ 124488 w 472543"/>
                <a:gd name="connsiteY536" fmla="*/ 406400 h 464260"/>
                <a:gd name="connsiteX537" fmla="*/ 123983 w 472543"/>
                <a:gd name="connsiteY537" fmla="*/ 407477 h 464260"/>
                <a:gd name="connsiteX538" fmla="*/ 123546 w 472543"/>
                <a:gd name="connsiteY538" fmla="*/ 408419 h 464260"/>
                <a:gd name="connsiteX539" fmla="*/ 123108 w 472543"/>
                <a:gd name="connsiteY539" fmla="*/ 409798 h 464260"/>
                <a:gd name="connsiteX540" fmla="*/ 122233 w 472543"/>
                <a:gd name="connsiteY540" fmla="*/ 410874 h 464260"/>
                <a:gd name="connsiteX541" fmla="*/ 121291 w 472543"/>
                <a:gd name="connsiteY541" fmla="*/ 411884 h 464260"/>
                <a:gd name="connsiteX542" fmla="*/ 120046 w 472543"/>
                <a:gd name="connsiteY542" fmla="*/ 413835 h 464260"/>
                <a:gd name="connsiteX543" fmla="*/ 119608 w 472543"/>
                <a:gd name="connsiteY543" fmla="*/ 414709 h 464260"/>
                <a:gd name="connsiteX544" fmla="*/ 118901 w 472543"/>
                <a:gd name="connsiteY544" fmla="*/ 416156 h 464260"/>
                <a:gd name="connsiteX545" fmla="*/ 118599 w 472543"/>
                <a:gd name="connsiteY545" fmla="*/ 417300 h 464260"/>
                <a:gd name="connsiteX546" fmla="*/ 118229 w 472543"/>
                <a:gd name="connsiteY546" fmla="*/ 418612 h 464260"/>
                <a:gd name="connsiteX547" fmla="*/ 118363 w 472543"/>
                <a:gd name="connsiteY547" fmla="*/ 420294 h 464260"/>
                <a:gd name="connsiteX548" fmla="*/ 120012 w 472543"/>
                <a:gd name="connsiteY548" fmla="*/ 422615 h 464260"/>
                <a:gd name="connsiteX549" fmla="*/ 122839 w 472543"/>
                <a:gd name="connsiteY549" fmla="*/ 422817 h 464260"/>
                <a:gd name="connsiteX550" fmla="*/ 126104 w 472543"/>
                <a:gd name="connsiteY550" fmla="*/ 423254 h 464260"/>
                <a:gd name="connsiteX551" fmla="*/ 126676 w 472543"/>
                <a:gd name="connsiteY551" fmla="*/ 423826 h 464260"/>
                <a:gd name="connsiteX552" fmla="*/ 128123 w 472543"/>
                <a:gd name="connsiteY552" fmla="*/ 427459 h 464260"/>
                <a:gd name="connsiteX553" fmla="*/ 128695 w 472543"/>
                <a:gd name="connsiteY553" fmla="*/ 428771 h 464260"/>
                <a:gd name="connsiteX554" fmla="*/ 130714 w 472543"/>
                <a:gd name="connsiteY554" fmla="*/ 429645 h 464260"/>
                <a:gd name="connsiteX555" fmla="*/ 132363 w 472543"/>
                <a:gd name="connsiteY555" fmla="*/ 427896 h 464260"/>
                <a:gd name="connsiteX556" fmla="*/ 133676 w 472543"/>
                <a:gd name="connsiteY556" fmla="*/ 425138 h 464260"/>
                <a:gd name="connsiteX557" fmla="*/ 133676 w 472543"/>
                <a:gd name="connsiteY557" fmla="*/ 423321 h 464260"/>
                <a:gd name="connsiteX558" fmla="*/ 133777 w 472543"/>
                <a:gd name="connsiteY558" fmla="*/ 421370 h 464260"/>
                <a:gd name="connsiteX559" fmla="*/ 133777 w 472543"/>
                <a:gd name="connsiteY559" fmla="*/ 419553 h 464260"/>
                <a:gd name="connsiteX560" fmla="*/ 133878 w 472543"/>
                <a:gd name="connsiteY560" fmla="*/ 417165 h 464260"/>
                <a:gd name="connsiteX561" fmla="*/ 132767 w 472543"/>
                <a:gd name="connsiteY561" fmla="*/ 414911 h 464260"/>
                <a:gd name="connsiteX562" fmla="*/ 132464 w 472543"/>
                <a:gd name="connsiteY562" fmla="*/ 412960 h 464260"/>
                <a:gd name="connsiteX563" fmla="*/ 131959 w 472543"/>
                <a:gd name="connsiteY563" fmla="*/ 410706 h 464260"/>
                <a:gd name="connsiteX564" fmla="*/ 132902 w 472543"/>
                <a:gd name="connsiteY564" fmla="*/ 409764 h 464260"/>
                <a:gd name="connsiteX565" fmla="*/ 134282 w 472543"/>
                <a:gd name="connsiteY565" fmla="*/ 410404 h 464260"/>
                <a:gd name="connsiteX566" fmla="*/ 136166 w 472543"/>
                <a:gd name="connsiteY566" fmla="*/ 411345 h 464260"/>
                <a:gd name="connsiteX567" fmla="*/ 138926 w 472543"/>
                <a:gd name="connsiteY567" fmla="*/ 413229 h 464260"/>
                <a:gd name="connsiteX568" fmla="*/ 142123 w 472543"/>
                <a:gd name="connsiteY568" fmla="*/ 413431 h 464260"/>
                <a:gd name="connsiteX569" fmla="*/ 144277 w 472543"/>
                <a:gd name="connsiteY569" fmla="*/ 410908 h 464260"/>
                <a:gd name="connsiteX570" fmla="*/ 145657 w 472543"/>
                <a:gd name="connsiteY570" fmla="*/ 409226 h 464260"/>
                <a:gd name="connsiteX571" fmla="*/ 146027 w 472543"/>
                <a:gd name="connsiteY571" fmla="*/ 405896 h 464260"/>
                <a:gd name="connsiteX572" fmla="*/ 145219 w 472543"/>
                <a:gd name="connsiteY572" fmla="*/ 403070 h 464260"/>
                <a:gd name="connsiteX573" fmla="*/ 141585 w 472543"/>
                <a:gd name="connsiteY573" fmla="*/ 399235 h 464260"/>
                <a:gd name="connsiteX574" fmla="*/ 139868 w 472543"/>
                <a:gd name="connsiteY574" fmla="*/ 397284 h 464260"/>
                <a:gd name="connsiteX575" fmla="*/ 142460 w 472543"/>
                <a:gd name="connsiteY575" fmla="*/ 393584 h 464260"/>
                <a:gd name="connsiteX576" fmla="*/ 145926 w 472543"/>
                <a:gd name="connsiteY576" fmla="*/ 391397 h 464260"/>
                <a:gd name="connsiteX577" fmla="*/ 148013 w 472543"/>
                <a:gd name="connsiteY577" fmla="*/ 390152 h 464260"/>
                <a:gd name="connsiteX578" fmla="*/ 149763 w 472543"/>
                <a:gd name="connsiteY578" fmla="*/ 389581 h 464260"/>
                <a:gd name="connsiteX579" fmla="*/ 151715 w 472543"/>
                <a:gd name="connsiteY579" fmla="*/ 390018 h 464260"/>
                <a:gd name="connsiteX580" fmla="*/ 155349 w 472543"/>
                <a:gd name="connsiteY580" fmla="*/ 391700 h 464260"/>
                <a:gd name="connsiteX581" fmla="*/ 156999 w 472543"/>
                <a:gd name="connsiteY581" fmla="*/ 392574 h 464260"/>
                <a:gd name="connsiteX582" fmla="*/ 158378 w 472543"/>
                <a:gd name="connsiteY582" fmla="*/ 390960 h 464260"/>
                <a:gd name="connsiteX583" fmla="*/ 159253 w 472543"/>
                <a:gd name="connsiteY583" fmla="*/ 387764 h 464260"/>
                <a:gd name="connsiteX584" fmla="*/ 159826 w 472543"/>
                <a:gd name="connsiteY584" fmla="*/ 385241 h 464260"/>
                <a:gd name="connsiteX585" fmla="*/ 160465 w 472543"/>
                <a:gd name="connsiteY585" fmla="*/ 383660 h 464260"/>
                <a:gd name="connsiteX586" fmla="*/ 161475 w 472543"/>
                <a:gd name="connsiteY586" fmla="*/ 383223 h 464260"/>
                <a:gd name="connsiteX587" fmla="*/ 165883 w 472543"/>
                <a:gd name="connsiteY587" fmla="*/ 381843 h 464260"/>
                <a:gd name="connsiteX588" fmla="*/ 169653 w 472543"/>
                <a:gd name="connsiteY588" fmla="*/ 380599 h 464260"/>
                <a:gd name="connsiteX589" fmla="*/ 174432 w 472543"/>
                <a:gd name="connsiteY589" fmla="*/ 380599 h 464260"/>
                <a:gd name="connsiteX590" fmla="*/ 179345 w 472543"/>
                <a:gd name="connsiteY590" fmla="*/ 381339 h 464260"/>
                <a:gd name="connsiteX591" fmla="*/ 182542 w 472543"/>
                <a:gd name="connsiteY591" fmla="*/ 386116 h 464260"/>
                <a:gd name="connsiteX592" fmla="*/ 182542 w 472543"/>
                <a:gd name="connsiteY592" fmla="*/ 389446 h 464260"/>
                <a:gd name="connsiteX593" fmla="*/ 183990 w 472543"/>
                <a:gd name="connsiteY593" fmla="*/ 393516 h 464260"/>
                <a:gd name="connsiteX594" fmla="*/ 185302 w 472543"/>
                <a:gd name="connsiteY594" fmla="*/ 393954 h 464260"/>
                <a:gd name="connsiteX595" fmla="*/ 187624 w 472543"/>
                <a:gd name="connsiteY595" fmla="*/ 393819 h 464260"/>
                <a:gd name="connsiteX596" fmla="*/ 189206 w 472543"/>
                <a:gd name="connsiteY596" fmla="*/ 391801 h 464260"/>
                <a:gd name="connsiteX597" fmla="*/ 191225 w 472543"/>
                <a:gd name="connsiteY597" fmla="*/ 388908 h 464260"/>
                <a:gd name="connsiteX598" fmla="*/ 192538 w 472543"/>
                <a:gd name="connsiteY598" fmla="*/ 387327 h 464260"/>
                <a:gd name="connsiteX599" fmla="*/ 194288 w 472543"/>
                <a:gd name="connsiteY599" fmla="*/ 385880 h 464260"/>
                <a:gd name="connsiteX600" fmla="*/ 196745 w 472543"/>
                <a:gd name="connsiteY600" fmla="*/ 384871 h 464260"/>
                <a:gd name="connsiteX601" fmla="*/ 199201 w 472543"/>
                <a:gd name="connsiteY601" fmla="*/ 383996 h 464260"/>
                <a:gd name="connsiteX602" fmla="*/ 201658 w 472543"/>
                <a:gd name="connsiteY602" fmla="*/ 382684 h 464260"/>
                <a:gd name="connsiteX603" fmla="*/ 203745 w 472543"/>
                <a:gd name="connsiteY603" fmla="*/ 380666 h 464260"/>
                <a:gd name="connsiteX604" fmla="*/ 204822 w 472543"/>
                <a:gd name="connsiteY604" fmla="*/ 378479 h 464260"/>
                <a:gd name="connsiteX605" fmla="*/ 204822 w 472543"/>
                <a:gd name="connsiteY605" fmla="*/ 376293 h 464260"/>
                <a:gd name="connsiteX606" fmla="*/ 204822 w 472543"/>
                <a:gd name="connsiteY606" fmla="*/ 372828 h 464260"/>
                <a:gd name="connsiteX607" fmla="*/ 203072 w 472543"/>
                <a:gd name="connsiteY607" fmla="*/ 369498 h 464260"/>
                <a:gd name="connsiteX608" fmla="*/ 199235 w 472543"/>
                <a:gd name="connsiteY608" fmla="*/ 368623 h 464260"/>
                <a:gd name="connsiteX609" fmla="*/ 197855 w 472543"/>
                <a:gd name="connsiteY609" fmla="*/ 366033 h 464260"/>
                <a:gd name="connsiteX610" fmla="*/ 197855 w 472543"/>
                <a:gd name="connsiteY610" fmla="*/ 364149 h 464260"/>
                <a:gd name="connsiteX611" fmla="*/ 197283 w 472543"/>
                <a:gd name="connsiteY611" fmla="*/ 360247 h 464260"/>
                <a:gd name="connsiteX612" fmla="*/ 198158 w 472543"/>
                <a:gd name="connsiteY612" fmla="*/ 355470 h 464260"/>
                <a:gd name="connsiteX613" fmla="*/ 198730 w 472543"/>
                <a:gd name="connsiteY613" fmla="*/ 352846 h 464260"/>
                <a:gd name="connsiteX614" fmla="*/ 201187 w 472543"/>
                <a:gd name="connsiteY614" fmla="*/ 351837 h 464260"/>
                <a:gd name="connsiteX615" fmla="*/ 204822 w 472543"/>
                <a:gd name="connsiteY615" fmla="*/ 348809 h 464260"/>
                <a:gd name="connsiteX616" fmla="*/ 206403 w 472543"/>
                <a:gd name="connsiteY616" fmla="*/ 346051 h 464260"/>
                <a:gd name="connsiteX617" fmla="*/ 208860 w 472543"/>
                <a:gd name="connsiteY617" fmla="*/ 344167 h 464260"/>
                <a:gd name="connsiteX618" fmla="*/ 210880 w 472543"/>
                <a:gd name="connsiteY618" fmla="*/ 344167 h 464260"/>
                <a:gd name="connsiteX619" fmla="*/ 213067 w 472543"/>
                <a:gd name="connsiteY619" fmla="*/ 345042 h 464260"/>
                <a:gd name="connsiteX620" fmla="*/ 215961 w 472543"/>
                <a:gd name="connsiteY620" fmla="*/ 346925 h 464260"/>
                <a:gd name="connsiteX621" fmla="*/ 217274 w 472543"/>
                <a:gd name="connsiteY621" fmla="*/ 347935 h 464260"/>
                <a:gd name="connsiteX622" fmla="*/ 219596 w 472543"/>
                <a:gd name="connsiteY622" fmla="*/ 349381 h 464260"/>
                <a:gd name="connsiteX623" fmla="*/ 225250 w 472543"/>
                <a:gd name="connsiteY623" fmla="*/ 350962 h 464260"/>
                <a:gd name="connsiteX624" fmla="*/ 227404 w 472543"/>
                <a:gd name="connsiteY624" fmla="*/ 349314 h 464260"/>
                <a:gd name="connsiteX625" fmla="*/ 229188 w 472543"/>
                <a:gd name="connsiteY625" fmla="*/ 347834 h 464260"/>
                <a:gd name="connsiteX626" fmla="*/ 230500 w 472543"/>
                <a:gd name="connsiteY626" fmla="*/ 347329 h 464260"/>
                <a:gd name="connsiteX627" fmla="*/ 233058 w 472543"/>
                <a:gd name="connsiteY627" fmla="*/ 347228 h 464260"/>
                <a:gd name="connsiteX628" fmla="*/ 235111 w 472543"/>
                <a:gd name="connsiteY628" fmla="*/ 347935 h 464260"/>
                <a:gd name="connsiteX629" fmla="*/ 236457 w 472543"/>
                <a:gd name="connsiteY629" fmla="*/ 349011 h 464260"/>
                <a:gd name="connsiteX630" fmla="*/ 237130 w 472543"/>
                <a:gd name="connsiteY630" fmla="*/ 351130 h 464260"/>
                <a:gd name="connsiteX631" fmla="*/ 237803 w 472543"/>
                <a:gd name="connsiteY631" fmla="*/ 353149 h 464260"/>
                <a:gd name="connsiteX632" fmla="*/ 237803 w 472543"/>
                <a:gd name="connsiteY632" fmla="*/ 355436 h 464260"/>
                <a:gd name="connsiteX633" fmla="*/ 238409 w 472543"/>
                <a:gd name="connsiteY633" fmla="*/ 358094 h 464260"/>
                <a:gd name="connsiteX634" fmla="*/ 238072 w 472543"/>
                <a:gd name="connsiteY634" fmla="*/ 359944 h 464260"/>
                <a:gd name="connsiteX635" fmla="*/ 237837 w 472543"/>
                <a:gd name="connsiteY635" fmla="*/ 361626 h 464260"/>
                <a:gd name="connsiteX636" fmla="*/ 237837 w 472543"/>
                <a:gd name="connsiteY636" fmla="*/ 362400 h 464260"/>
                <a:gd name="connsiteX637" fmla="*/ 237197 w 472543"/>
                <a:gd name="connsiteY637" fmla="*/ 364956 h 464260"/>
                <a:gd name="connsiteX638" fmla="*/ 237534 w 472543"/>
                <a:gd name="connsiteY638" fmla="*/ 366537 h 464260"/>
                <a:gd name="connsiteX639" fmla="*/ 238173 w 472543"/>
                <a:gd name="connsiteY639" fmla="*/ 368455 h 464260"/>
                <a:gd name="connsiteX640" fmla="*/ 238880 w 472543"/>
                <a:gd name="connsiteY640" fmla="*/ 370036 h 464260"/>
                <a:gd name="connsiteX641" fmla="*/ 240395 w 472543"/>
                <a:gd name="connsiteY641" fmla="*/ 371785 h 464260"/>
                <a:gd name="connsiteX642" fmla="*/ 241539 w 472543"/>
                <a:gd name="connsiteY642" fmla="*/ 371953 h 464260"/>
                <a:gd name="connsiteX643" fmla="*/ 244366 w 472543"/>
                <a:gd name="connsiteY643" fmla="*/ 372660 h 464260"/>
                <a:gd name="connsiteX644" fmla="*/ 245678 w 472543"/>
                <a:gd name="connsiteY644" fmla="*/ 372559 h 464260"/>
                <a:gd name="connsiteX645" fmla="*/ 248169 w 472543"/>
                <a:gd name="connsiteY645" fmla="*/ 370776 h 464260"/>
                <a:gd name="connsiteX646" fmla="*/ 249212 w 472543"/>
                <a:gd name="connsiteY646" fmla="*/ 368993 h 464260"/>
                <a:gd name="connsiteX647" fmla="*/ 250996 w 472543"/>
                <a:gd name="connsiteY647" fmla="*/ 368186 h 464260"/>
                <a:gd name="connsiteX648" fmla="*/ 252914 w 472543"/>
                <a:gd name="connsiteY648" fmla="*/ 366134 h 464260"/>
                <a:gd name="connsiteX649" fmla="*/ 257996 w 472543"/>
                <a:gd name="connsiteY649" fmla="*/ 365764 h 464260"/>
                <a:gd name="connsiteX650" fmla="*/ 260318 w 472543"/>
                <a:gd name="connsiteY650" fmla="*/ 364519 h 464260"/>
                <a:gd name="connsiteX651" fmla="*/ 262270 w 472543"/>
                <a:gd name="connsiteY651" fmla="*/ 362501 h 464260"/>
                <a:gd name="connsiteX652" fmla="*/ 264727 w 472543"/>
                <a:gd name="connsiteY652" fmla="*/ 360920 h 464260"/>
                <a:gd name="connsiteX653" fmla="*/ 267857 w 472543"/>
                <a:gd name="connsiteY653" fmla="*/ 360785 h 464260"/>
                <a:gd name="connsiteX654" fmla="*/ 270616 w 472543"/>
                <a:gd name="connsiteY654" fmla="*/ 361794 h 464260"/>
                <a:gd name="connsiteX655" fmla="*/ 273948 w 472543"/>
                <a:gd name="connsiteY655" fmla="*/ 363039 h 464260"/>
                <a:gd name="connsiteX656" fmla="*/ 276405 w 472543"/>
                <a:gd name="connsiteY656" fmla="*/ 363409 h 464260"/>
                <a:gd name="connsiteX657" fmla="*/ 279737 w 472543"/>
                <a:gd name="connsiteY657" fmla="*/ 363611 h 464260"/>
                <a:gd name="connsiteX658" fmla="*/ 281992 w 472543"/>
                <a:gd name="connsiteY658" fmla="*/ 362299 h 464260"/>
                <a:gd name="connsiteX659" fmla="*/ 284246 w 472543"/>
                <a:gd name="connsiteY659" fmla="*/ 360920 h 464260"/>
                <a:gd name="connsiteX660" fmla="*/ 286198 w 472543"/>
                <a:gd name="connsiteY660" fmla="*/ 360987 h 464260"/>
                <a:gd name="connsiteX661" fmla="*/ 287949 w 472543"/>
                <a:gd name="connsiteY661" fmla="*/ 362299 h 464260"/>
                <a:gd name="connsiteX662" fmla="*/ 289396 w 472543"/>
                <a:gd name="connsiteY662" fmla="*/ 364620 h 464260"/>
                <a:gd name="connsiteX663" fmla="*/ 289833 w 472543"/>
                <a:gd name="connsiteY663" fmla="*/ 367446 h 464260"/>
                <a:gd name="connsiteX664" fmla="*/ 289833 w 472543"/>
                <a:gd name="connsiteY664" fmla="*/ 369699 h 464260"/>
                <a:gd name="connsiteX665" fmla="*/ 291617 w 472543"/>
                <a:gd name="connsiteY665" fmla="*/ 374342 h 464260"/>
                <a:gd name="connsiteX666" fmla="*/ 291785 w 472543"/>
                <a:gd name="connsiteY666" fmla="*/ 377470 h 464260"/>
                <a:gd name="connsiteX667" fmla="*/ 291785 w 472543"/>
                <a:gd name="connsiteY667" fmla="*/ 379926 h 464260"/>
                <a:gd name="connsiteX668" fmla="*/ 290540 w 472543"/>
                <a:gd name="connsiteY668" fmla="*/ 381810 h 464260"/>
                <a:gd name="connsiteX669" fmla="*/ 289429 w 472543"/>
                <a:gd name="connsiteY669" fmla="*/ 382953 h 464260"/>
                <a:gd name="connsiteX670" fmla="*/ 290809 w 472543"/>
                <a:gd name="connsiteY670" fmla="*/ 387158 h 464260"/>
                <a:gd name="connsiteX671" fmla="*/ 293434 w 472543"/>
                <a:gd name="connsiteY671" fmla="*/ 392003 h 464260"/>
                <a:gd name="connsiteX672" fmla="*/ 294814 w 472543"/>
                <a:gd name="connsiteY672" fmla="*/ 393886 h 464260"/>
                <a:gd name="connsiteX673" fmla="*/ 295756 w 472543"/>
                <a:gd name="connsiteY673" fmla="*/ 397150 h 464260"/>
                <a:gd name="connsiteX674" fmla="*/ 293737 w 472543"/>
                <a:gd name="connsiteY674" fmla="*/ 399403 h 464260"/>
                <a:gd name="connsiteX675" fmla="*/ 291550 w 472543"/>
                <a:gd name="connsiteY675" fmla="*/ 401489 h 464260"/>
                <a:gd name="connsiteX676" fmla="*/ 290877 w 472543"/>
                <a:gd name="connsiteY676" fmla="*/ 403945 h 464260"/>
                <a:gd name="connsiteX677" fmla="*/ 292021 w 472543"/>
                <a:gd name="connsiteY677" fmla="*/ 407275 h 464260"/>
                <a:gd name="connsiteX678" fmla="*/ 295723 w 472543"/>
                <a:gd name="connsiteY678" fmla="*/ 410908 h 464260"/>
                <a:gd name="connsiteX679" fmla="*/ 299795 w 472543"/>
                <a:gd name="connsiteY679" fmla="*/ 414911 h 464260"/>
                <a:gd name="connsiteX680" fmla="*/ 303867 w 472543"/>
                <a:gd name="connsiteY680" fmla="*/ 417737 h 464260"/>
                <a:gd name="connsiteX681" fmla="*/ 307502 w 472543"/>
                <a:gd name="connsiteY681" fmla="*/ 418107 h 464260"/>
                <a:gd name="connsiteX682" fmla="*/ 308882 w 472543"/>
                <a:gd name="connsiteY682" fmla="*/ 415786 h 464260"/>
                <a:gd name="connsiteX683" fmla="*/ 309689 w 472543"/>
                <a:gd name="connsiteY683" fmla="*/ 414036 h 464260"/>
                <a:gd name="connsiteX684" fmla="*/ 310699 w 472543"/>
                <a:gd name="connsiteY684" fmla="*/ 411345 h 464260"/>
                <a:gd name="connsiteX685" fmla="*/ 310699 w 472543"/>
                <a:gd name="connsiteY685" fmla="*/ 409663 h 464260"/>
                <a:gd name="connsiteX686" fmla="*/ 311069 w 472543"/>
                <a:gd name="connsiteY686" fmla="*/ 407712 h 464260"/>
                <a:gd name="connsiteX687" fmla="*/ 312213 w 472543"/>
                <a:gd name="connsiteY687" fmla="*/ 405189 h 464260"/>
                <a:gd name="connsiteX688" fmla="*/ 314031 w 472543"/>
                <a:gd name="connsiteY688" fmla="*/ 403171 h 464260"/>
                <a:gd name="connsiteX689" fmla="*/ 316622 w 472543"/>
                <a:gd name="connsiteY689" fmla="*/ 403541 h 464260"/>
                <a:gd name="connsiteX690" fmla="*/ 319584 w 472543"/>
                <a:gd name="connsiteY690" fmla="*/ 404550 h 464260"/>
                <a:gd name="connsiteX691" fmla="*/ 322848 w 472543"/>
                <a:gd name="connsiteY691" fmla="*/ 407309 h 464260"/>
                <a:gd name="connsiteX692" fmla="*/ 323050 w 472543"/>
                <a:gd name="connsiteY692" fmla="*/ 409630 h 464260"/>
                <a:gd name="connsiteX693" fmla="*/ 323050 w 472543"/>
                <a:gd name="connsiteY693" fmla="*/ 412960 h 464260"/>
                <a:gd name="connsiteX694" fmla="*/ 322343 w 472543"/>
                <a:gd name="connsiteY694" fmla="*/ 417602 h 464260"/>
                <a:gd name="connsiteX695" fmla="*/ 321603 w 472543"/>
                <a:gd name="connsiteY695" fmla="*/ 418914 h 464260"/>
                <a:gd name="connsiteX696" fmla="*/ 319853 w 472543"/>
                <a:gd name="connsiteY696" fmla="*/ 421101 h 464260"/>
                <a:gd name="connsiteX697" fmla="*/ 317968 w 472543"/>
                <a:gd name="connsiteY697" fmla="*/ 422177 h 464260"/>
                <a:gd name="connsiteX698" fmla="*/ 316656 w 472543"/>
                <a:gd name="connsiteY698" fmla="*/ 424061 h 464260"/>
                <a:gd name="connsiteX699" fmla="*/ 315714 w 472543"/>
                <a:gd name="connsiteY699" fmla="*/ 425508 h 464260"/>
                <a:gd name="connsiteX700" fmla="*/ 314872 w 472543"/>
                <a:gd name="connsiteY700" fmla="*/ 429914 h 464260"/>
                <a:gd name="connsiteX701" fmla="*/ 314098 w 472543"/>
                <a:gd name="connsiteY701" fmla="*/ 433615 h 464260"/>
                <a:gd name="connsiteX702" fmla="*/ 314435 w 472543"/>
                <a:gd name="connsiteY702" fmla="*/ 436979 h 464260"/>
                <a:gd name="connsiteX703" fmla="*/ 314098 w 472543"/>
                <a:gd name="connsiteY703" fmla="*/ 442428 h 464260"/>
                <a:gd name="connsiteX704" fmla="*/ 316488 w 472543"/>
                <a:gd name="connsiteY704" fmla="*/ 445490 h 464260"/>
                <a:gd name="connsiteX705" fmla="*/ 321704 w 472543"/>
                <a:gd name="connsiteY705" fmla="*/ 446028 h 464260"/>
                <a:gd name="connsiteX706" fmla="*/ 323017 w 472543"/>
                <a:gd name="connsiteY706" fmla="*/ 444615 h 464260"/>
                <a:gd name="connsiteX707" fmla="*/ 323017 w 472543"/>
                <a:gd name="connsiteY707" fmla="*/ 442563 h 464260"/>
                <a:gd name="connsiteX708" fmla="*/ 323017 w 472543"/>
                <a:gd name="connsiteY708" fmla="*/ 439199 h 464260"/>
                <a:gd name="connsiteX709" fmla="*/ 323050 w 472543"/>
                <a:gd name="connsiteY709" fmla="*/ 437988 h 464260"/>
                <a:gd name="connsiteX710" fmla="*/ 322142 w 472543"/>
                <a:gd name="connsiteY710" fmla="*/ 436138 h 464260"/>
                <a:gd name="connsiteX711" fmla="*/ 322041 w 472543"/>
                <a:gd name="connsiteY711" fmla="*/ 433749 h 464260"/>
                <a:gd name="connsiteX712" fmla="*/ 322377 w 472543"/>
                <a:gd name="connsiteY712" fmla="*/ 433110 h 464260"/>
                <a:gd name="connsiteX713" fmla="*/ 324430 w 472543"/>
                <a:gd name="connsiteY713" fmla="*/ 432236 h 464260"/>
                <a:gd name="connsiteX714" fmla="*/ 326281 w 472543"/>
                <a:gd name="connsiteY714" fmla="*/ 431462 h 464260"/>
                <a:gd name="connsiteX715" fmla="*/ 328570 w 472543"/>
                <a:gd name="connsiteY715" fmla="*/ 430823 h 464260"/>
                <a:gd name="connsiteX716" fmla="*/ 331195 w 472543"/>
                <a:gd name="connsiteY716" fmla="*/ 433110 h 464260"/>
                <a:gd name="connsiteX717" fmla="*/ 332507 w 472543"/>
                <a:gd name="connsiteY717" fmla="*/ 435297 h 464260"/>
                <a:gd name="connsiteX718" fmla="*/ 333147 w 472543"/>
                <a:gd name="connsiteY718" fmla="*/ 437349 h 464260"/>
                <a:gd name="connsiteX719" fmla="*/ 333147 w 472543"/>
                <a:gd name="connsiteY719" fmla="*/ 439401 h 464260"/>
                <a:gd name="connsiteX720" fmla="*/ 333147 w 472543"/>
                <a:gd name="connsiteY720" fmla="*/ 444615 h 464260"/>
                <a:gd name="connsiteX721" fmla="*/ 333248 w 472543"/>
                <a:gd name="connsiteY721" fmla="*/ 447441 h 464260"/>
                <a:gd name="connsiteX722" fmla="*/ 332844 w 472543"/>
                <a:gd name="connsiteY722" fmla="*/ 451040 h 464260"/>
                <a:gd name="connsiteX723" fmla="*/ 331733 w 472543"/>
                <a:gd name="connsiteY723" fmla="*/ 454303 h 464260"/>
                <a:gd name="connsiteX724" fmla="*/ 331733 w 472543"/>
                <a:gd name="connsiteY724" fmla="*/ 458205 h 464260"/>
                <a:gd name="connsiteX725" fmla="*/ 333281 w 472543"/>
                <a:gd name="connsiteY725" fmla="*/ 459955 h 464260"/>
                <a:gd name="connsiteX726" fmla="*/ 334998 w 472543"/>
                <a:gd name="connsiteY726" fmla="*/ 460493 h 464260"/>
                <a:gd name="connsiteX727" fmla="*/ 338195 w 472543"/>
                <a:gd name="connsiteY727" fmla="*/ 458407 h 46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Lst>
              <a:rect l="l" t="t" r="r" b="b"/>
              <a:pathLst>
                <a:path w="472543" h="464260">
                  <a:moveTo>
                    <a:pt x="338195" y="458407"/>
                  </a:moveTo>
                  <a:cubicBezTo>
                    <a:pt x="338632" y="457432"/>
                    <a:pt x="338969" y="456355"/>
                    <a:pt x="339272" y="456221"/>
                  </a:cubicBezTo>
                  <a:cubicBezTo>
                    <a:pt x="339608" y="456120"/>
                    <a:pt x="340349" y="455582"/>
                    <a:pt x="340349" y="455582"/>
                  </a:cubicBezTo>
                  <a:lnTo>
                    <a:pt x="342974" y="456994"/>
                  </a:lnTo>
                  <a:lnTo>
                    <a:pt x="346137" y="460796"/>
                  </a:lnTo>
                  <a:lnTo>
                    <a:pt x="350277" y="463823"/>
                  </a:lnTo>
                  <a:lnTo>
                    <a:pt x="353003" y="464260"/>
                  </a:lnTo>
                  <a:lnTo>
                    <a:pt x="357142" y="464260"/>
                  </a:lnTo>
                  <a:lnTo>
                    <a:pt x="358892" y="461536"/>
                  </a:lnTo>
                  <a:lnTo>
                    <a:pt x="360407" y="461872"/>
                  </a:lnTo>
                  <a:lnTo>
                    <a:pt x="362695" y="463083"/>
                  </a:lnTo>
                  <a:cubicBezTo>
                    <a:pt x="362695" y="463083"/>
                    <a:pt x="364210" y="463184"/>
                    <a:pt x="364647" y="463184"/>
                  </a:cubicBezTo>
                  <a:cubicBezTo>
                    <a:pt x="365085" y="463184"/>
                    <a:pt x="365960" y="463184"/>
                    <a:pt x="366162" y="462848"/>
                  </a:cubicBezTo>
                  <a:cubicBezTo>
                    <a:pt x="366364" y="462511"/>
                    <a:pt x="367138" y="461435"/>
                    <a:pt x="367239" y="460997"/>
                  </a:cubicBezTo>
                  <a:cubicBezTo>
                    <a:pt x="367340" y="460560"/>
                    <a:pt x="367138" y="458407"/>
                    <a:pt x="367239" y="457970"/>
                  </a:cubicBezTo>
                  <a:cubicBezTo>
                    <a:pt x="367340" y="457533"/>
                    <a:pt x="367272" y="456019"/>
                    <a:pt x="367272" y="456019"/>
                  </a:cubicBezTo>
                  <a:cubicBezTo>
                    <a:pt x="367272" y="456019"/>
                    <a:pt x="368215" y="453866"/>
                    <a:pt x="368450" y="453529"/>
                  </a:cubicBezTo>
                  <a:cubicBezTo>
                    <a:pt x="368652" y="453193"/>
                    <a:pt x="369527" y="451780"/>
                    <a:pt x="369527" y="451780"/>
                  </a:cubicBezTo>
                  <a:cubicBezTo>
                    <a:pt x="369527" y="451780"/>
                    <a:pt x="370301" y="450805"/>
                    <a:pt x="370301" y="450468"/>
                  </a:cubicBezTo>
                  <a:cubicBezTo>
                    <a:pt x="370301" y="450132"/>
                    <a:pt x="371176" y="447642"/>
                    <a:pt x="371176" y="447642"/>
                  </a:cubicBezTo>
                  <a:cubicBezTo>
                    <a:pt x="371176" y="447642"/>
                    <a:pt x="371075" y="446566"/>
                    <a:pt x="371176" y="445893"/>
                  </a:cubicBezTo>
                  <a:cubicBezTo>
                    <a:pt x="371277" y="445254"/>
                    <a:pt x="371075" y="444682"/>
                    <a:pt x="371176" y="444144"/>
                  </a:cubicBezTo>
                  <a:cubicBezTo>
                    <a:pt x="371277" y="443606"/>
                    <a:pt x="371210" y="441756"/>
                    <a:pt x="371210" y="441756"/>
                  </a:cubicBezTo>
                  <a:lnTo>
                    <a:pt x="371715" y="439031"/>
                  </a:lnTo>
                  <a:cubicBezTo>
                    <a:pt x="371715" y="439031"/>
                    <a:pt x="372691" y="437820"/>
                    <a:pt x="373128" y="437080"/>
                  </a:cubicBezTo>
                  <a:cubicBezTo>
                    <a:pt x="373566" y="436306"/>
                    <a:pt x="374979" y="434254"/>
                    <a:pt x="374979" y="434254"/>
                  </a:cubicBezTo>
                  <a:lnTo>
                    <a:pt x="376931" y="432942"/>
                  </a:lnTo>
                  <a:lnTo>
                    <a:pt x="379758" y="432942"/>
                  </a:lnTo>
                  <a:lnTo>
                    <a:pt x="380835" y="431630"/>
                  </a:lnTo>
                  <a:lnTo>
                    <a:pt x="383595" y="431933"/>
                  </a:lnTo>
                  <a:cubicBezTo>
                    <a:pt x="383629" y="432067"/>
                    <a:pt x="383629" y="432202"/>
                    <a:pt x="383662" y="432336"/>
                  </a:cubicBezTo>
                  <a:cubicBezTo>
                    <a:pt x="383561" y="431832"/>
                    <a:pt x="383527" y="431495"/>
                    <a:pt x="383527" y="431495"/>
                  </a:cubicBezTo>
                  <a:lnTo>
                    <a:pt x="384100" y="427728"/>
                  </a:lnTo>
                  <a:cubicBezTo>
                    <a:pt x="384100" y="427728"/>
                    <a:pt x="384975" y="426584"/>
                    <a:pt x="385244" y="425407"/>
                  </a:cubicBezTo>
                  <a:cubicBezTo>
                    <a:pt x="385547" y="424229"/>
                    <a:pt x="385412" y="423086"/>
                    <a:pt x="385681" y="421942"/>
                  </a:cubicBezTo>
                  <a:cubicBezTo>
                    <a:pt x="385951" y="420798"/>
                    <a:pt x="385816" y="418477"/>
                    <a:pt x="385816" y="418477"/>
                  </a:cubicBezTo>
                  <a:lnTo>
                    <a:pt x="385816" y="416459"/>
                  </a:lnTo>
                  <a:cubicBezTo>
                    <a:pt x="385816" y="416459"/>
                    <a:pt x="384672" y="416761"/>
                    <a:pt x="383191" y="416459"/>
                  </a:cubicBezTo>
                  <a:cubicBezTo>
                    <a:pt x="381710" y="416156"/>
                    <a:pt x="379422" y="415012"/>
                    <a:pt x="379422" y="415012"/>
                  </a:cubicBezTo>
                  <a:cubicBezTo>
                    <a:pt x="379422" y="415012"/>
                    <a:pt x="377100" y="412994"/>
                    <a:pt x="377100" y="412119"/>
                  </a:cubicBezTo>
                  <a:cubicBezTo>
                    <a:pt x="377100" y="411245"/>
                    <a:pt x="377100" y="409495"/>
                    <a:pt x="377100" y="409495"/>
                  </a:cubicBezTo>
                  <a:cubicBezTo>
                    <a:pt x="377100" y="409495"/>
                    <a:pt x="379994" y="409192"/>
                    <a:pt x="380566" y="408049"/>
                  </a:cubicBezTo>
                  <a:cubicBezTo>
                    <a:pt x="381138" y="406871"/>
                    <a:pt x="382013" y="406602"/>
                    <a:pt x="382888" y="405728"/>
                  </a:cubicBezTo>
                  <a:cubicBezTo>
                    <a:pt x="383763" y="404853"/>
                    <a:pt x="385513" y="403709"/>
                    <a:pt x="385513" y="403709"/>
                  </a:cubicBezTo>
                  <a:lnTo>
                    <a:pt x="386085" y="400816"/>
                  </a:lnTo>
                  <a:lnTo>
                    <a:pt x="386388" y="396477"/>
                  </a:lnTo>
                  <a:lnTo>
                    <a:pt x="384369" y="395333"/>
                  </a:lnTo>
                  <a:lnTo>
                    <a:pt x="381172" y="392440"/>
                  </a:lnTo>
                  <a:lnTo>
                    <a:pt x="380600" y="389244"/>
                  </a:lnTo>
                  <a:lnTo>
                    <a:pt x="380600" y="385174"/>
                  </a:lnTo>
                  <a:lnTo>
                    <a:pt x="381172" y="382584"/>
                  </a:lnTo>
                  <a:cubicBezTo>
                    <a:pt x="381172" y="382584"/>
                    <a:pt x="382619" y="379960"/>
                    <a:pt x="383763" y="377941"/>
                  </a:cubicBezTo>
                  <a:cubicBezTo>
                    <a:pt x="384907" y="375923"/>
                    <a:pt x="387532" y="372424"/>
                    <a:pt x="387532" y="372424"/>
                  </a:cubicBezTo>
                  <a:lnTo>
                    <a:pt x="386960" y="365764"/>
                  </a:lnTo>
                  <a:lnTo>
                    <a:pt x="383460" y="361693"/>
                  </a:lnTo>
                  <a:lnTo>
                    <a:pt x="382114" y="356984"/>
                  </a:lnTo>
                  <a:lnTo>
                    <a:pt x="380768" y="356647"/>
                  </a:lnTo>
                  <a:lnTo>
                    <a:pt x="374643" y="353956"/>
                  </a:lnTo>
                  <a:lnTo>
                    <a:pt x="368248" y="351097"/>
                  </a:lnTo>
                  <a:cubicBezTo>
                    <a:pt x="368248" y="351097"/>
                    <a:pt x="366633" y="347363"/>
                    <a:pt x="366633" y="346488"/>
                  </a:cubicBezTo>
                  <a:cubicBezTo>
                    <a:pt x="366633" y="345614"/>
                    <a:pt x="366633" y="341711"/>
                    <a:pt x="366633" y="341711"/>
                  </a:cubicBezTo>
                  <a:cubicBezTo>
                    <a:pt x="366633" y="341711"/>
                    <a:pt x="370099" y="340837"/>
                    <a:pt x="370335" y="340197"/>
                  </a:cubicBezTo>
                  <a:cubicBezTo>
                    <a:pt x="370537" y="339558"/>
                    <a:pt x="368383" y="333907"/>
                    <a:pt x="368383" y="333907"/>
                  </a:cubicBezTo>
                  <a:cubicBezTo>
                    <a:pt x="368383" y="333907"/>
                    <a:pt x="367945" y="330879"/>
                    <a:pt x="366633" y="329567"/>
                  </a:cubicBezTo>
                  <a:cubicBezTo>
                    <a:pt x="365320" y="328255"/>
                    <a:pt x="361181" y="328491"/>
                    <a:pt x="361181" y="328491"/>
                  </a:cubicBezTo>
                  <a:lnTo>
                    <a:pt x="353777" y="333705"/>
                  </a:lnTo>
                  <a:lnTo>
                    <a:pt x="349200" y="331115"/>
                  </a:lnTo>
                  <a:cubicBezTo>
                    <a:pt x="349200" y="331115"/>
                    <a:pt x="347349" y="326977"/>
                    <a:pt x="347786" y="326338"/>
                  </a:cubicBezTo>
                  <a:cubicBezTo>
                    <a:pt x="348224" y="325699"/>
                    <a:pt x="349200" y="324589"/>
                    <a:pt x="349200" y="324589"/>
                  </a:cubicBezTo>
                  <a:lnTo>
                    <a:pt x="349200" y="322839"/>
                  </a:lnTo>
                  <a:lnTo>
                    <a:pt x="343983" y="318500"/>
                  </a:lnTo>
                  <a:lnTo>
                    <a:pt x="343983" y="315674"/>
                  </a:lnTo>
                  <a:lnTo>
                    <a:pt x="345296" y="310023"/>
                  </a:lnTo>
                  <a:lnTo>
                    <a:pt x="345935" y="305885"/>
                  </a:lnTo>
                  <a:lnTo>
                    <a:pt x="343983" y="302185"/>
                  </a:lnTo>
                  <a:lnTo>
                    <a:pt x="337017" y="296533"/>
                  </a:lnTo>
                  <a:cubicBezTo>
                    <a:pt x="337017" y="296533"/>
                    <a:pt x="329411" y="291756"/>
                    <a:pt x="328536" y="291521"/>
                  </a:cubicBezTo>
                  <a:cubicBezTo>
                    <a:pt x="327661" y="291319"/>
                    <a:pt x="323084" y="289133"/>
                    <a:pt x="323084" y="289133"/>
                  </a:cubicBezTo>
                  <a:lnTo>
                    <a:pt x="323084" y="282606"/>
                  </a:lnTo>
                  <a:lnTo>
                    <a:pt x="321771" y="277830"/>
                  </a:lnTo>
                  <a:lnTo>
                    <a:pt x="318608" y="275677"/>
                  </a:lnTo>
                  <a:lnTo>
                    <a:pt x="314367" y="277426"/>
                  </a:lnTo>
                  <a:lnTo>
                    <a:pt x="314367" y="282640"/>
                  </a:lnTo>
                  <a:cubicBezTo>
                    <a:pt x="314367" y="282640"/>
                    <a:pt x="312415" y="283515"/>
                    <a:pt x="312180" y="284154"/>
                  </a:cubicBezTo>
                  <a:cubicBezTo>
                    <a:pt x="311978" y="284793"/>
                    <a:pt x="310430" y="285230"/>
                    <a:pt x="309992" y="285903"/>
                  </a:cubicBezTo>
                  <a:cubicBezTo>
                    <a:pt x="309555" y="286542"/>
                    <a:pt x="303261" y="286980"/>
                    <a:pt x="303261" y="286980"/>
                  </a:cubicBezTo>
                  <a:lnTo>
                    <a:pt x="299795" y="283077"/>
                  </a:lnTo>
                  <a:lnTo>
                    <a:pt x="296530" y="277426"/>
                  </a:lnTo>
                  <a:cubicBezTo>
                    <a:pt x="296530" y="277426"/>
                    <a:pt x="296732" y="271976"/>
                    <a:pt x="296530" y="272212"/>
                  </a:cubicBezTo>
                  <a:cubicBezTo>
                    <a:pt x="296295" y="272414"/>
                    <a:pt x="298920" y="269823"/>
                    <a:pt x="298920" y="269823"/>
                  </a:cubicBezTo>
                  <a:cubicBezTo>
                    <a:pt x="298920" y="269823"/>
                    <a:pt x="301983" y="267637"/>
                    <a:pt x="303497" y="267637"/>
                  </a:cubicBezTo>
                  <a:cubicBezTo>
                    <a:pt x="305011" y="267637"/>
                    <a:pt x="309151" y="271102"/>
                    <a:pt x="309151" y="271102"/>
                  </a:cubicBezTo>
                  <a:lnTo>
                    <a:pt x="312617" y="270900"/>
                  </a:lnTo>
                  <a:lnTo>
                    <a:pt x="312180" y="263297"/>
                  </a:lnTo>
                  <a:cubicBezTo>
                    <a:pt x="312180" y="263297"/>
                    <a:pt x="311978" y="260707"/>
                    <a:pt x="312382" y="260034"/>
                  </a:cubicBezTo>
                  <a:cubicBezTo>
                    <a:pt x="312819" y="259395"/>
                    <a:pt x="315646" y="257410"/>
                    <a:pt x="315646" y="257410"/>
                  </a:cubicBezTo>
                  <a:cubicBezTo>
                    <a:pt x="315646" y="257410"/>
                    <a:pt x="311305" y="254147"/>
                    <a:pt x="309555" y="254585"/>
                  </a:cubicBezTo>
                  <a:cubicBezTo>
                    <a:pt x="307805" y="255022"/>
                    <a:pt x="304776" y="252398"/>
                    <a:pt x="304776" y="252398"/>
                  </a:cubicBezTo>
                  <a:cubicBezTo>
                    <a:pt x="304776" y="252398"/>
                    <a:pt x="305213" y="249774"/>
                    <a:pt x="305853" y="249370"/>
                  </a:cubicBezTo>
                  <a:cubicBezTo>
                    <a:pt x="306492" y="248933"/>
                    <a:pt x="311069" y="246545"/>
                    <a:pt x="311069" y="246545"/>
                  </a:cubicBezTo>
                  <a:lnTo>
                    <a:pt x="313459" y="245468"/>
                  </a:lnTo>
                  <a:cubicBezTo>
                    <a:pt x="313459" y="245468"/>
                    <a:pt x="314536" y="240893"/>
                    <a:pt x="313896" y="240052"/>
                  </a:cubicBezTo>
                  <a:cubicBezTo>
                    <a:pt x="313257" y="239178"/>
                    <a:pt x="312146" y="233964"/>
                    <a:pt x="312146" y="233964"/>
                  </a:cubicBezTo>
                  <a:lnTo>
                    <a:pt x="311271" y="226798"/>
                  </a:lnTo>
                  <a:lnTo>
                    <a:pt x="308444" y="223098"/>
                  </a:lnTo>
                  <a:lnTo>
                    <a:pt x="302555" y="219633"/>
                  </a:lnTo>
                  <a:lnTo>
                    <a:pt x="300165" y="212232"/>
                  </a:lnTo>
                  <a:lnTo>
                    <a:pt x="298853" y="206581"/>
                  </a:lnTo>
                  <a:lnTo>
                    <a:pt x="299963" y="201804"/>
                  </a:lnTo>
                  <a:lnTo>
                    <a:pt x="301478" y="200055"/>
                  </a:lnTo>
                  <a:lnTo>
                    <a:pt x="304742" y="200055"/>
                  </a:lnTo>
                  <a:lnTo>
                    <a:pt x="308209" y="200055"/>
                  </a:lnTo>
                  <a:lnTo>
                    <a:pt x="309959" y="200055"/>
                  </a:lnTo>
                  <a:cubicBezTo>
                    <a:pt x="309959" y="200055"/>
                    <a:pt x="312786" y="199416"/>
                    <a:pt x="313661" y="200055"/>
                  </a:cubicBezTo>
                  <a:cubicBezTo>
                    <a:pt x="314536" y="200694"/>
                    <a:pt x="321065" y="201199"/>
                    <a:pt x="321065" y="199752"/>
                  </a:cubicBezTo>
                  <a:cubicBezTo>
                    <a:pt x="321065" y="198305"/>
                    <a:pt x="320863" y="195244"/>
                    <a:pt x="320863" y="195244"/>
                  </a:cubicBezTo>
                  <a:lnTo>
                    <a:pt x="321300" y="191779"/>
                  </a:lnTo>
                  <a:lnTo>
                    <a:pt x="321300" y="188752"/>
                  </a:lnTo>
                  <a:lnTo>
                    <a:pt x="323892" y="184412"/>
                  </a:lnTo>
                  <a:lnTo>
                    <a:pt x="325642" y="184412"/>
                  </a:lnTo>
                  <a:lnTo>
                    <a:pt x="331060" y="189189"/>
                  </a:lnTo>
                  <a:lnTo>
                    <a:pt x="336950" y="195715"/>
                  </a:lnTo>
                  <a:lnTo>
                    <a:pt x="339777" y="199853"/>
                  </a:lnTo>
                  <a:cubicBezTo>
                    <a:pt x="339777" y="199853"/>
                    <a:pt x="342402" y="199853"/>
                    <a:pt x="342839" y="199214"/>
                  </a:cubicBezTo>
                  <a:cubicBezTo>
                    <a:pt x="343277" y="198575"/>
                    <a:pt x="344556" y="196590"/>
                    <a:pt x="344556" y="196590"/>
                  </a:cubicBezTo>
                  <a:lnTo>
                    <a:pt x="345632" y="195076"/>
                  </a:lnTo>
                  <a:lnTo>
                    <a:pt x="346070" y="193125"/>
                  </a:lnTo>
                  <a:cubicBezTo>
                    <a:pt x="346070" y="193125"/>
                    <a:pt x="346507" y="190938"/>
                    <a:pt x="347147" y="190938"/>
                  </a:cubicBezTo>
                  <a:cubicBezTo>
                    <a:pt x="347786" y="190938"/>
                    <a:pt x="349974" y="189627"/>
                    <a:pt x="349974" y="189627"/>
                  </a:cubicBezTo>
                  <a:lnTo>
                    <a:pt x="353238" y="187675"/>
                  </a:lnTo>
                  <a:lnTo>
                    <a:pt x="354753" y="185724"/>
                  </a:lnTo>
                  <a:lnTo>
                    <a:pt x="355830" y="184412"/>
                  </a:lnTo>
                  <a:lnTo>
                    <a:pt x="360407" y="184412"/>
                  </a:lnTo>
                  <a:lnTo>
                    <a:pt x="364546" y="185724"/>
                  </a:lnTo>
                  <a:lnTo>
                    <a:pt x="368686" y="187036"/>
                  </a:lnTo>
                  <a:lnTo>
                    <a:pt x="371277" y="190064"/>
                  </a:lnTo>
                  <a:lnTo>
                    <a:pt x="374340" y="195715"/>
                  </a:lnTo>
                  <a:lnTo>
                    <a:pt x="377806" y="195480"/>
                  </a:lnTo>
                  <a:cubicBezTo>
                    <a:pt x="377806" y="195480"/>
                    <a:pt x="380128" y="194403"/>
                    <a:pt x="380903" y="193731"/>
                  </a:cubicBezTo>
                  <a:cubicBezTo>
                    <a:pt x="381710" y="193091"/>
                    <a:pt x="384201" y="190030"/>
                    <a:pt x="384201" y="190030"/>
                  </a:cubicBezTo>
                  <a:lnTo>
                    <a:pt x="385614" y="187406"/>
                  </a:lnTo>
                  <a:lnTo>
                    <a:pt x="385614" y="185220"/>
                  </a:lnTo>
                  <a:lnTo>
                    <a:pt x="388778" y="186094"/>
                  </a:lnTo>
                  <a:lnTo>
                    <a:pt x="392581" y="188718"/>
                  </a:lnTo>
                  <a:lnTo>
                    <a:pt x="392581" y="192183"/>
                  </a:lnTo>
                  <a:lnTo>
                    <a:pt x="392581" y="195648"/>
                  </a:lnTo>
                  <a:lnTo>
                    <a:pt x="392581" y="200862"/>
                  </a:lnTo>
                  <a:lnTo>
                    <a:pt x="392581" y="207826"/>
                  </a:lnTo>
                  <a:cubicBezTo>
                    <a:pt x="392581" y="207826"/>
                    <a:pt x="392782" y="210416"/>
                    <a:pt x="393658" y="210416"/>
                  </a:cubicBezTo>
                  <a:cubicBezTo>
                    <a:pt x="394533" y="210416"/>
                    <a:pt x="397797" y="206951"/>
                    <a:pt x="397797" y="206951"/>
                  </a:cubicBezTo>
                  <a:lnTo>
                    <a:pt x="399547" y="201098"/>
                  </a:lnTo>
                  <a:lnTo>
                    <a:pt x="399547" y="195682"/>
                  </a:lnTo>
                  <a:lnTo>
                    <a:pt x="399547" y="190468"/>
                  </a:lnTo>
                  <a:cubicBezTo>
                    <a:pt x="399547" y="190468"/>
                    <a:pt x="401937" y="187642"/>
                    <a:pt x="402812" y="187204"/>
                  </a:cubicBezTo>
                  <a:cubicBezTo>
                    <a:pt x="403687" y="186767"/>
                    <a:pt x="406716" y="184379"/>
                    <a:pt x="406716" y="184379"/>
                  </a:cubicBezTo>
                  <a:lnTo>
                    <a:pt x="409745" y="181755"/>
                  </a:lnTo>
                  <a:lnTo>
                    <a:pt x="414759" y="180006"/>
                  </a:lnTo>
                  <a:lnTo>
                    <a:pt x="416072" y="178256"/>
                  </a:lnTo>
                  <a:lnTo>
                    <a:pt x="418023" y="174791"/>
                  </a:lnTo>
                  <a:cubicBezTo>
                    <a:pt x="418023" y="174791"/>
                    <a:pt x="418898" y="173278"/>
                    <a:pt x="419100" y="172605"/>
                  </a:cubicBezTo>
                  <a:cubicBezTo>
                    <a:pt x="419336" y="171966"/>
                    <a:pt x="421726" y="168265"/>
                    <a:pt x="421726" y="168265"/>
                  </a:cubicBezTo>
                  <a:lnTo>
                    <a:pt x="424552" y="164128"/>
                  </a:lnTo>
                  <a:lnTo>
                    <a:pt x="427581" y="161504"/>
                  </a:lnTo>
                  <a:cubicBezTo>
                    <a:pt x="427581" y="161504"/>
                    <a:pt x="430644" y="158779"/>
                    <a:pt x="431485" y="158342"/>
                  </a:cubicBezTo>
                  <a:cubicBezTo>
                    <a:pt x="432360" y="157904"/>
                    <a:pt x="438889" y="156491"/>
                    <a:pt x="438889" y="156491"/>
                  </a:cubicBezTo>
                  <a:lnTo>
                    <a:pt x="445620" y="156491"/>
                  </a:lnTo>
                  <a:lnTo>
                    <a:pt x="450837" y="156491"/>
                  </a:lnTo>
                  <a:lnTo>
                    <a:pt x="454741" y="154742"/>
                  </a:lnTo>
                  <a:lnTo>
                    <a:pt x="456928" y="154742"/>
                  </a:lnTo>
                  <a:lnTo>
                    <a:pt x="456928" y="157332"/>
                  </a:lnTo>
                  <a:lnTo>
                    <a:pt x="458645" y="161470"/>
                  </a:lnTo>
                  <a:lnTo>
                    <a:pt x="458645" y="164296"/>
                  </a:lnTo>
                  <a:lnTo>
                    <a:pt x="462111" y="165171"/>
                  </a:lnTo>
                  <a:lnTo>
                    <a:pt x="465914" y="164094"/>
                  </a:lnTo>
                  <a:lnTo>
                    <a:pt x="469078" y="160192"/>
                  </a:lnTo>
                  <a:lnTo>
                    <a:pt x="469078" y="157366"/>
                  </a:lnTo>
                  <a:lnTo>
                    <a:pt x="471703" y="151715"/>
                  </a:lnTo>
                  <a:cubicBezTo>
                    <a:pt x="471703" y="151715"/>
                    <a:pt x="471938" y="148014"/>
                    <a:pt x="471703" y="146938"/>
                  </a:cubicBezTo>
                  <a:cubicBezTo>
                    <a:pt x="471467" y="145861"/>
                    <a:pt x="471703" y="141286"/>
                    <a:pt x="470390" y="140647"/>
                  </a:cubicBezTo>
                  <a:cubicBezTo>
                    <a:pt x="469078" y="140008"/>
                    <a:pt x="468640" y="133919"/>
                    <a:pt x="468640" y="133919"/>
                  </a:cubicBezTo>
                  <a:lnTo>
                    <a:pt x="467765" y="131094"/>
                  </a:lnTo>
                  <a:lnTo>
                    <a:pt x="469010" y="128470"/>
                  </a:lnTo>
                  <a:lnTo>
                    <a:pt x="472544" y="126720"/>
                  </a:lnTo>
                  <a:lnTo>
                    <a:pt x="472544" y="124332"/>
                  </a:lnTo>
                  <a:lnTo>
                    <a:pt x="472544" y="122583"/>
                  </a:lnTo>
                  <a:lnTo>
                    <a:pt x="470356" y="117369"/>
                  </a:lnTo>
                  <a:lnTo>
                    <a:pt x="469044" y="113668"/>
                  </a:lnTo>
                  <a:lnTo>
                    <a:pt x="469044" y="110405"/>
                  </a:lnTo>
                  <a:cubicBezTo>
                    <a:pt x="469044" y="110405"/>
                    <a:pt x="470558" y="105393"/>
                    <a:pt x="470121" y="104754"/>
                  </a:cubicBezTo>
                  <a:cubicBezTo>
                    <a:pt x="469683" y="104115"/>
                    <a:pt x="466419" y="99741"/>
                    <a:pt x="466419" y="99741"/>
                  </a:cubicBezTo>
                  <a:lnTo>
                    <a:pt x="464231" y="97555"/>
                  </a:lnTo>
                  <a:lnTo>
                    <a:pt x="461842" y="95806"/>
                  </a:lnTo>
                  <a:cubicBezTo>
                    <a:pt x="461842" y="95806"/>
                    <a:pt x="456827" y="93215"/>
                    <a:pt x="455548" y="92980"/>
                  </a:cubicBezTo>
                  <a:cubicBezTo>
                    <a:pt x="454236" y="92778"/>
                    <a:pt x="450971" y="90390"/>
                    <a:pt x="450971" y="90390"/>
                  </a:cubicBezTo>
                  <a:lnTo>
                    <a:pt x="445553" y="85075"/>
                  </a:lnTo>
                  <a:lnTo>
                    <a:pt x="444240" y="81711"/>
                  </a:lnTo>
                  <a:lnTo>
                    <a:pt x="442053" y="81711"/>
                  </a:lnTo>
                  <a:lnTo>
                    <a:pt x="431620" y="81711"/>
                  </a:lnTo>
                  <a:lnTo>
                    <a:pt x="426841" y="80634"/>
                  </a:lnTo>
                  <a:cubicBezTo>
                    <a:pt x="426841" y="80634"/>
                    <a:pt x="428153" y="76496"/>
                    <a:pt x="428793" y="74983"/>
                  </a:cubicBezTo>
                  <a:cubicBezTo>
                    <a:pt x="429466" y="73469"/>
                    <a:pt x="431620" y="69970"/>
                    <a:pt x="431620" y="69970"/>
                  </a:cubicBezTo>
                  <a:cubicBezTo>
                    <a:pt x="431620" y="69970"/>
                    <a:pt x="429870" y="66068"/>
                    <a:pt x="429029" y="66068"/>
                  </a:cubicBezTo>
                  <a:cubicBezTo>
                    <a:pt x="428153" y="66068"/>
                    <a:pt x="424889" y="64319"/>
                    <a:pt x="424889" y="64319"/>
                  </a:cubicBezTo>
                  <a:lnTo>
                    <a:pt x="421490" y="61291"/>
                  </a:lnTo>
                  <a:lnTo>
                    <a:pt x="415971" y="60854"/>
                  </a:lnTo>
                  <a:lnTo>
                    <a:pt x="412504" y="60854"/>
                  </a:lnTo>
                  <a:lnTo>
                    <a:pt x="406413" y="60854"/>
                  </a:lnTo>
                  <a:lnTo>
                    <a:pt x="399884" y="61493"/>
                  </a:lnTo>
                  <a:lnTo>
                    <a:pt x="396821" y="62570"/>
                  </a:lnTo>
                  <a:lnTo>
                    <a:pt x="389720" y="62570"/>
                  </a:lnTo>
                  <a:lnTo>
                    <a:pt x="386085" y="58365"/>
                  </a:lnTo>
                  <a:lnTo>
                    <a:pt x="384201" y="54732"/>
                  </a:lnTo>
                  <a:cubicBezTo>
                    <a:pt x="384201" y="54732"/>
                    <a:pt x="380297" y="51973"/>
                    <a:pt x="379253" y="50527"/>
                  </a:cubicBezTo>
                  <a:cubicBezTo>
                    <a:pt x="378244" y="49080"/>
                    <a:pt x="377369" y="47062"/>
                    <a:pt x="377369" y="47062"/>
                  </a:cubicBezTo>
                  <a:lnTo>
                    <a:pt x="376494" y="44303"/>
                  </a:lnTo>
                  <a:lnTo>
                    <a:pt x="373027" y="41545"/>
                  </a:lnTo>
                  <a:lnTo>
                    <a:pt x="371715" y="40233"/>
                  </a:lnTo>
                  <a:cubicBezTo>
                    <a:pt x="371715" y="40233"/>
                    <a:pt x="369393" y="37643"/>
                    <a:pt x="368686" y="36768"/>
                  </a:cubicBezTo>
                  <a:cubicBezTo>
                    <a:pt x="367979" y="35893"/>
                    <a:pt x="367239" y="35759"/>
                    <a:pt x="366667" y="35624"/>
                  </a:cubicBezTo>
                  <a:cubicBezTo>
                    <a:pt x="366094" y="35490"/>
                    <a:pt x="364647" y="33303"/>
                    <a:pt x="364647" y="33303"/>
                  </a:cubicBezTo>
                  <a:lnTo>
                    <a:pt x="363772" y="31554"/>
                  </a:lnTo>
                  <a:cubicBezTo>
                    <a:pt x="363772" y="31554"/>
                    <a:pt x="361753" y="30982"/>
                    <a:pt x="361181" y="30982"/>
                  </a:cubicBezTo>
                  <a:cubicBezTo>
                    <a:pt x="360609" y="30982"/>
                    <a:pt x="359296" y="30847"/>
                    <a:pt x="357714" y="30847"/>
                  </a:cubicBezTo>
                  <a:cubicBezTo>
                    <a:pt x="356099" y="30847"/>
                    <a:pt x="354820" y="30713"/>
                    <a:pt x="354820" y="30713"/>
                  </a:cubicBezTo>
                  <a:lnTo>
                    <a:pt x="351354" y="28964"/>
                  </a:lnTo>
                  <a:lnTo>
                    <a:pt x="349469" y="26945"/>
                  </a:lnTo>
                  <a:lnTo>
                    <a:pt x="346137" y="24624"/>
                  </a:lnTo>
                  <a:lnTo>
                    <a:pt x="339777" y="20722"/>
                  </a:lnTo>
                  <a:lnTo>
                    <a:pt x="336748" y="18535"/>
                  </a:lnTo>
                  <a:lnTo>
                    <a:pt x="333719" y="15070"/>
                  </a:lnTo>
                  <a:lnTo>
                    <a:pt x="327055" y="11740"/>
                  </a:lnTo>
                  <a:cubicBezTo>
                    <a:pt x="327055" y="11740"/>
                    <a:pt x="321973" y="8982"/>
                    <a:pt x="321536" y="8713"/>
                  </a:cubicBezTo>
                  <a:cubicBezTo>
                    <a:pt x="321098" y="8410"/>
                    <a:pt x="318069" y="5954"/>
                    <a:pt x="318069" y="5954"/>
                  </a:cubicBezTo>
                  <a:cubicBezTo>
                    <a:pt x="318069" y="5954"/>
                    <a:pt x="315916" y="3196"/>
                    <a:pt x="316117" y="2758"/>
                  </a:cubicBezTo>
                  <a:cubicBezTo>
                    <a:pt x="316319" y="2321"/>
                    <a:pt x="313425" y="0"/>
                    <a:pt x="313425" y="0"/>
                  </a:cubicBezTo>
                  <a:lnTo>
                    <a:pt x="311675" y="0"/>
                  </a:lnTo>
                  <a:lnTo>
                    <a:pt x="306459" y="0"/>
                  </a:lnTo>
                  <a:lnTo>
                    <a:pt x="304709" y="1682"/>
                  </a:lnTo>
                  <a:lnTo>
                    <a:pt x="302386" y="4070"/>
                  </a:lnTo>
                  <a:lnTo>
                    <a:pt x="301949" y="5954"/>
                  </a:lnTo>
                  <a:lnTo>
                    <a:pt x="301646" y="7703"/>
                  </a:lnTo>
                  <a:cubicBezTo>
                    <a:pt x="301646" y="7703"/>
                    <a:pt x="301074" y="9284"/>
                    <a:pt x="301074" y="9722"/>
                  </a:cubicBezTo>
                  <a:cubicBezTo>
                    <a:pt x="301074" y="10159"/>
                    <a:pt x="302386" y="11303"/>
                    <a:pt x="302386" y="11303"/>
                  </a:cubicBezTo>
                  <a:lnTo>
                    <a:pt x="304136" y="12312"/>
                  </a:lnTo>
                  <a:cubicBezTo>
                    <a:pt x="304136" y="12312"/>
                    <a:pt x="306021" y="14330"/>
                    <a:pt x="306459" y="14768"/>
                  </a:cubicBezTo>
                  <a:cubicBezTo>
                    <a:pt x="306896" y="15205"/>
                    <a:pt x="307603" y="14768"/>
                    <a:pt x="307603" y="14768"/>
                  </a:cubicBezTo>
                  <a:lnTo>
                    <a:pt x="307300" y="18233"/>
                  </a:lnTo>
                  <a:lnTo>
                    <a:pt x="307300" y="19107"/>
                  </a:lnTo>
                  <a:lnTo>
                    <a:pt x="306425" y="20856"/>
                  </a:lnTo>
                  <a:lnTo>
                    <a:pt x="304675" y="20856"/>
                  </a:lnTo>
                  <a:lnTo>
                    <a:pt x="303093" y="20856"/>
                  </a:lnTo>
                  <a:cubicBezTo>
                    <a:pt x="303093" y="20856"/>
                    <a:pt x="301781" y="20991"/>
                    <a:pt x="301646" y="21428"/>
                  </a:cubicBezTo>
                  <a:cubicBezTo>
                    <a:pt x="301511" y="21866"/>
                    <a:pt x="301343" y="23615"/>
                    <a:pt x="301343" y="24187"/>
                  </a:cubicBezTo>
                  <a:cubicBezTo>
                    <a:pt x="301343" y="24759"/>
                    <a:pt x="300636" y="29973"/>
                    <a:pt x="300636" y="29973"/>
                  </a:cubicBezTo>
                  <a:lnTo>
                    <a:pt x="299055" y="30847"/>
                  </a:lnTo>
                  <a:cubicBezTo>
                    <a:pt x="299055" y="30847"/>
                    <a:pt x="297304" y="27383"/>
                    <a:pt x="296429" y="27214"/>
                  </a:cubicBezTo>
                  <a:cubicBezTo>
                    <a:pt x="295554" y="27080"/>
                    <a:pt x="291516" y="27214"/>
                    <a:pt x="291516" y="27214"/>
                  </a:cubicBezTo>
                  <a:lnTo>
                    <a:pt x="291651" y="28661"/>
                  </a:lnTo>
                  <a:lnTo>
                    <a:pt x="291651" y="34581"/>
                  </a:lnTo>
                  <a:cubicBezTo>
                    <a:pt x="291651" y="34581"/>
                    <a:pt x="291583" y="37912"/>
                    <a:pt x="291718" y="38484"/>
                  </a:cubicBezTo>
                  <a:cubicBezTo>
                    <a:pt x="291852" y="39056"/>
                    <a:pt x="293098" y="39930"/>
                    <a:pt x="293098" y="39930"/>
                  </a:cubicBezTo>
                  <a:cubicBezTo>
                    <a:pt x="293098" y="39930"/>
                    <a:pt x="295420" y="42251"/>
                    <a:pt x="296429" y="42386"/>
                  </a:cubicBezTo>
                  <a:cubicBezTo>
                    <a:pt x="297439" y="42520"/>
                    <a:pt x="297304" y="45582"/>
                    <a:pt x="297304" y="45582"/>
                  </a:cubicBezTo>
                  <a:lnTo>
                    <a:pt x="300939" y="47465"/>
                  </a:lnTo>
                  <a:lnTo>
                    <a:pt x="303968" y="48912"/>
                  </a:lnTo>
                  <a:lnTo>
                    <a:pt x="310329" y="52108"/>
                  </a:lnTo>
                  <a:lnTo>
                    <a:pt x="314401" y="55169"/>
                  </a:lnTo>
                  <a:lnTo>
                    <a:pt x="315983" y="59811"/>
                  </a:lnTo>
                  <a:cubicBezTo>
                    <a:pt x="315983" y="59811"/>
                    <a:pt x="316117" y="63007"/>
                    <a:pt x="315983" y="63579"/>
                  </a:cubicBezTo>
                  <a:cubicBezTo>
                    <a:pt x="315848" y="64151"/>
                    <a:pt x="315983" y="65765"/>
                    <a:pt x="315983" y="65765"/>
                  </a:cubicBezTo>
                  <a:cubicBezTo>
                    <a:pt x="315983" y="65765"/>
                    <a:pt x="314839" y="68221"/>
                    <a:pt x="314401" y="68221"/>
                  </a:cubicBezTo>
                  <a:cubicBezTo>
                    <a:pt x="313964" y="68221"/>
                    <a:pt x="312651" y="69668"/>
                    <a:pt x="312213" y="69668"/>
                  </a:cubicBezTo>
                  <a:cubicBezTo>
                    <a:pt x="311776" y="69668"/>
                    <a:pt x="308444" y="71249"/>
                    <a:pt x="307872" y="71417"/>
                  </a:cubicBezTo>
                  <a:cubicBezTo>
                    <a:pt x="307300" y="71551"/>
                    <a:pt x="306862" y="71417"/>
                    <a:pt x="306290" y="71417"/>
                  </a:cubicBezTo>
                  <a:cubicBezTo>
                    <a:pt x="305718" y="71417"/>
                    <a:pt x="302824" y="72426"/>
                    <a:pt x="302824" y="72426"/>
                  </a:cubicBezTo>
                  <a:lnTo>
                    <a:pt x="302117" y="73873"/>
                  </a:lnTo>
                  <a:lnTo>
                    <a:pt x="302117" y="74882"/>
                  </a:lnTo>
                  <a:cubicBezTo>
                    <a:pt x="302117" y="74882"/>
                    <a:pt x="301175" y="77506"/>
                    <a:pt x="301175" y="78077"/>
                  </a:cubicBezTo>
                  <a:cubicBezTo>
                    <a:pt x="301175" y="78649"/>
                    <a:pt x="299795" y="80533"/>
                    <a:pt x="298213" y="81273"/>
                  </a:cubicBezTo>
                  <a:cubicBezTo>
                    <a:pt x="296631" y="82013"/>
                    <a:pt x="295756" y="83729"/>
                    <a:pt x="295756" y="83729"/>
                  </a:cubicBezTo>
                  <a:cubicBezTo>
                    <a:pt x="295756" y="83729"/>
                    <a:pt x="292997" y="84301"/>
                    <a:pt x="291718" y="84435"/>
                  </a:cubicBezTo>
                  <a:cubicBezTo>
                    <a:pt x="290405" y="84570"/>
                    <a:pt x="289530" y="84301"/>
                    <a:pt x="288958" y="84435"/>
                  </a:cubicBezTo>
                  <a:cubicBezTo>
                    <a:pt x="288386" y="84570"/>
                    <a:pt x="286636" y="84435"/>
                    <a:pt x="286636" y="84435"/>
                  </a:cubicBezTo>
                  <a:cubicBezTo>
                    <a:pt x="286636" y="84435"/>
                    <a:pt x="285323" y="86185"/>
                    <a:pt x="284583" y="86622"/>
                  </a:cubicBezTo>
                  <a:cubicBezTo>
                    <a:pt x="283843" y="87059"/>
                    <a:pt x="284448" y="88371"/>
                    <a:pt x="284448" y="88371"/>
                  </a:cubicBezTo>
                  <a:cubicBezTo>
                    <a:pt x="284448" y="88371"/>
                    <a:pt x="284751" y="90692"/>
                    <a:pt x="284448" y="91130"/>
                  </a:cubicBezTo>
                  <a:cubicBezTo>
                    <a:pt x="284146" y="91567"/>
                    <a:pt x="284448" y="94023"/>
                    <a:pt x="284448" y="94023"/>
                  </a:cubicBezTo>
                  <a:cubicBezTo>
                    <a:pt x="284448" y="94023"/>
                    <a:pt x="283304" y="96781"/>
                    <a:pt x="283304" y="97353"/>
                  </a:cubicBezTo>
                  <a:cubicBezTo>
                    <a:pt x="283304" y="97925"/>
                    <a:pt x="281722" y="100683"/>
                    <a:pt x="281722" y="100683"/>
                  </a:cubicBezTo>
                  <a:lnTo>
                    <a:pt x="280713" y="104148"/>
                  </a:lnTo>
                  <a:lnTo>
                    <a:pt x="278256" y="107916"/>
                  </a:lnTo>
                  <a:lnTo>
                    <a:pt x="274352" y="110102"/>
                  </a:lnTo>
                  <a:cubicBezTo>
                    <a:pt x="274352" y="110102"/>
                    <a:pt x="269573" y="111986"/>
                    <a:pt x="269136" y="112121"/>
                  </a:cubicBezTo>
                  <a:cubicBezTo>
                    <a:pt x="268698" y="112255"/>
                    <a:pt x="268126" y="115317"/>
                    <a:pt x="268126" y="115317"/>
                  </a:cubicBezTo>
                  <a:lnTo>
                    <a:pt x="269270" y="117200"/>
                  </a:lnTo>
                  <a:lnTo>
                    <a:pt x="272467" y="120834"/>
                  </a:lnTo>
                  <a:lnTo>
                    <a:pt x="269439" y="124298"/>
                  </a:lnTo>
                  <a:lnTo>
                    <a:pt x="266107" y="125879"/>
                  </a:lnTo>
                  <a:lnTo>
                    <a:pt x="264962" y="127898"/>
                  </a:lnTo>
                  <a:lnTo>
                    <a:pt x="265535" y="130219"/>
                  </a:lnTo>
                  <a:lnTo>
                    <a:pt x="267991" y="131968"/>
                  </a:lnTo>
                  <a:cubicBezTo>
                    <a:pt x="267991" y="131968"/>
                    <a:pt x="266241" y="134424"/>
                    <a:pt x="265669" y="135736"/>
                  </a:cubicBezTo>
                  <a:cubicBezTo>
                    <a:pt x="265097" y="137048"/>
                    <a:pt x="262640" y="138763"/>
                    <a:pt x="262640" y="138763"/>
                  </a:cubicBezTo>
                  <a:lnTo>
                    <a:pt x="260318" y="139638"/>
                  </a:lnTo>
                  <a:cubicBezTo>
                    <a:pt x="260318" y="139638"/>
                    <a:pt x="258568" y="141656"/>
                    <a:pt x="257727" y="142396"/>
                  </a:cubicBezTo>
                  <a:cubicBezTo>
                    <a:pt x="256852" y="143137"/>
                    <a:pt x="256717" y="144718"/>
                    <a:pt x="256583" y="145592"/>
                  </a:cubicBezTo>
                  <a:cubicBezTo>
                    <a:pt x="256448" y="146467"/>
                    <a:pt x="257458" y="148923"/>
                    <a:pt x="257458" y="148923"/>
                  </a:cubicBezTo>
                  <a:lnTo>
                    <a:pt x="260352" y="152690"/>
                  </a:lnTo>
                  <a:lnTo>
                    <a:pt x="256448" y="157198"/>
                  </a:lnTo>
                  <a:cubicBezTo>
                    <a:pt x="256448" y="157198"/>
                    <a:pt x="255876" y="158342"/>
                    <a:pt x="255438" y="158644"/>
                  </a:cubicBezTo>
                  <a:cubicBezTo>
                    <a:pt x="255001" y="158947"/>
                    <a:pt x="253856" y="159956"/>
                    <a:pt x="253419" y="160225"/>
                  </a:cubicBezTo>
                  <a:cubicBezTo>
                    <a:pt x="252981" y="160528"/>
                    <a:pt x="251837" y="160663"/>
                    <a:pt x="251837" y="160663"/>
                  </a:cubicBezTo>
                  <a:lnTo>
                    <a:pt x="249818" y="162412"/>
                  </a:lnTo>
                  <a:lnTo>
                    <a:pt x="247496" y="163421"/>
                  </a:lnTo>
                  <a:lnTo>
                    <a:pt x="244904" y="163421"/>
                  </a:lnTo>
                  <a:lnTo>
                    <a:pt x="243154" y="162412"/>
                  </a:lnTo>
                  <a:cubicBezTo>
                    <a:pt x="243154" y="162412"/>
                    <a:pt x="240967" y="159519"/>
                    <a:pt x="240529" y="159082"/>
                  </a:cubicBezTo>
                  <a:cubicBezTo>
                    <a:pt x="240092" y="158644"/>
                    <a:pt x="239822" y="156054"/>
                    <a:pt x="239822" y="156054"/>
                  </a:cubicBezTo>
                  <a:lnTo>
                    <a:pt x="238678" y="155617"/>
                  </a:lnTo>
                  <a:cubicBezTo>
                    <a:pt x="238678" y="155617"/>
                    <a:pt x="237366" y="156189"/>
                    <a:pt x="236794" y="156189"/>
                  </a:cubicBezTo>
                  <a:cubicBezTo>
                    <a:pt x="236222" y="156189"/>
                    <a:pt x="234774" y="158073"/>
                    <a:pt x="234034" y="158813"/>
                  </a:cubicBezTo>
                  <a:cubicBezTo>
                    <a:pt x="233293" y="159519"/>
                    <a:pt x="232015" y="158947"/>
                    <a:pt x="231274" y="158947"/>
                  </a:cubicBezTo>
                  <a:cubicBezTo>
                    <a:pt x="230534" y="158947"/>
                    <a:pt x="228952" y="158375"/>
                    <a:pt x="228077" y="157803"/>
                  </a:cubicBezTo>
                  <a:cubicBezTo>
                    <a:pt x="227202" y="157232"/>
                    <a:pt x="226630" y="156660"/>
                    <a:pt x="226630" y="156660"/>
                  </a:cubicBezTo>
                  <a:cubicBezTo>
                    <a:pt x="226630" y="156660"/>
                    <a:pt x="225620" y="155348"/>
                    <a:pt x="224745" y="154776"/>
                  </a:cubicBezTo>
                  <a:cubicBezTo>
                    <a:pt x="223870" y="154204"/>
                    <a:pt x="221413" y="154776"/>
                    <a:pt x="221413" y="154776"/>
                  </a:cubicBezTo>
                  <a:lnTo>
                    <a:pt x="219663" y="154776"/>
                  </a:lnTo>
                  <a:lnTo>
                    <a:pt x="216466" y="154776"/>
                  </a:lnTo>
                  <a:cubicBezTo>
                    <a:pt x="216466" y="154776"/>
                    <a:pt x="215591" y="156895"/>
                    <a:pt x="215322" y="157030"/>
                  </a:cubicBezTo>
                  <a:cubicBezTo>
                    <a:pt x="215019" y="157164"/>
                    <a:pt x="214581" y="158846"/>
                    <a:pt x="214178" y="158981"/>
                  </a:cubicBezTo>
                  <a:cubicBezTo>
                    <a:pt x="213740" y="159115"/>
                    <a:pt x="215322" y="160865"/>
                    <a:pt x="215322" y="160865"/>
                  </a:cubicBezTo>
                  <a:lnTo>
                    <a:pt x="215322" y="163623"/>
                  </a:lnTo>
                  <a:lnTo>
                    <a:pt x="213370" y="165070"/>
                  </a:lnTo>
                  <a:lnTo>
                    <a:pt x="211115" y="166651"/>
                  </a:lnTo>
                  <a:lnTo>
                    <a:pt x="209096" y="169846"/>
                  </a:lnTo>
                  <a:lnTo>
                    <a:pt x="207952" y="172874"/>
                  </a:lnTo>
                  <a:lnTo>
                    <a:pt x="210711" y="175195"/>
                  </a:lnTo>
                  <a:cubicBezTo>
                    <a:pt x="210711" y="175195"/>
                    <a:pt x="213740" y="178391"/>
                    <a:pt x="213606" y="178828"/>
                  </a:cubicBezTo>
                  <a:cubicBezTo>
                    <a:pt x="213471" y="179266"/>
                    <a:pt x="213606" y="181721"/>
                    <a:pt x="213606" y="181721"/>
                  </a:cubicBezTo>
                  <a:lnTo>
                    <a:pt x="213606" y="182865"/>
                  </a:lnTo>
                  <a:lnTo>
                    <a:pt x="211855" y="185186"/>
                  </a:lnTo>
                  <a:lnTo>
                    <a:pt x="211855" y="186061"/>
                  </a:lnTo>
                  <a:cubicBezTo>
                    <a:pt x="211855" y="186061"/>
                    <a:pt x="210543" y="186061"/>
                    <a:pt x="208961" y="186061"/>
                  </a:cubicBezTo>
                  <a:cubicBezTo>
                    <a:pt x="207380" y="186061"/>
                    <a:pt x="207514" y="187642"/>
                    <a:pt x="207514" y="187642"/>
                  </a:cubicBezTo>
                  <a:lnTo>
                    <a:pt x="206201" y="190972"/>
                  </a:lnTo>
                  <a:cubicBezTo>
                    <a:pt x="206201" y="190972"/>
                    <a:pt x="204754" y="192419"/>
                    <a:pt x="204620" y="192856"/>
                  </a:cubicBezTo>
                  <a:cubicBezTo>
                    <a:pt x="204485" y="193293"/>
                    <a:pt x="203038" y="194302"/>
                    <a:pt x="203038" y="194302"/>
                  </a:cubicBezTo>
                  <a:cubicBezTo>
                    <a:pt x="203038" y="194302"/>
                    <a:pt x="201456" y="197935"/>
                    <a:pt x="201019" y="198440"/>
                  </a:cubicBezTo>
                  <a:cubicBezTo>
                    <a:pt x="200581" y="198945"/>
                    <a:pt x="200009" y="201266"/>
                    <a:pt x="200009" y="201266"/>
                  </a:cubicBezTo>
                  <a:lnTo>
                    <a:pt x="198562" y="205605"/>
                  </a:lnTo>
                  <a:lnTo>
                    <a:pt x="196980" y="208936"/>
                  </a:lnTo>
                  <a:cubicBezTo>
                    <a:pt x="196980" y="208936"/>
                    <a:pt x="194220" y="210954"/>
                    <a:pt x="193514" y="210954"/>
                  </a:cubicBezTo>
                  <a:cubicBezTo>
                    <a:pt x="192773" y="210954"/>
                    <a:pt x="190451" y="216471"/>
                    <a:pt x="190451" y="216471"/>
                  </a:cubicBezTo>
                  <a:lnTo>
                    <a:pt x="188701" y="222694"/>
                  </a:lnTo>
                  <a:lnTo>
                    <a:pt x="185235" y="227034"/>
                  </a:lnTo>
                  <a:lnTo>
                    <a:pt x="183350" y="228918"/>
                  </a:lnTo>
                  <a:lnTo>
                    <a:pt x="181465" y="231239"/>
                  </a:lnTo>
                  <a:lnTo>
                    <a:pt x="180590" y="233829"/>
                  </a:lnTo>
                  <a:lnTo>
                    <a:pt x="180590" y="235578"/>
                  </a:lnTo>
                  <a:cubicBezTo>
                    <a:pt x="180590" y="235578"/>
                    <a:pt x="179076" y="239043"/>
                    <a:pt x="178638" y="239043"/>
                  </a:cubicBezTo>
                  <a:cubicBezTo>
                    <a:pt x="178201" y="239043"/>
                    <a:pt x="175980" y="241633"/>
                    <a:pt x="175374" y="241802"/>
                  </a:cubicBezTo>
                  <a:cubicBezTo>
                    <a:pt x="174802" y="241936"/>
                    <a:pt x="171167" y="244257"/>
                    <a:pt x="170595" y="244257"/>
                  </a:cubicBezTo>
                  <a:cubicBezTo>
                    <a:pt x="170023" y="244257"/>
                    <a:pt x="167263" y="245401"/>
                    <a:pt x="167263" y="245401"/>
                  </a:cubicBezTo>
                  <a:lnTo>
                    <a:pt x="165076" y="246410"/>
                  </a:lnTo>
                  <a:lnTo>
                    <a:pt x="162316" y="248597"/>
                  </a:lnTo>
                  <a:cubicBezTo>
                    <a:pt x="162316" y="248597"/>
                    <a:pt x="158681" y="248597"/>
                    <a:pt x="157234" y="248597"/>
                  </a:cubicBezTo>
                  <a:cubicBezTo>
                    <a:pt x="155787" y="248597"/>
                    <a:pt x="151883" y="248597"/>
                    <a:pt x="151883" y="248597"/>
                  </a:cubicBezTo>
                  <a:cubicBezTo>
                    <a:pt x="151883" y="248597"/>
                    <a:pt x="148686" y="248597"/>
                    <a:pt x="148114" y="248597"/>
                  </a:cubicBezTo>
                  <a:cubicBezTo>
                    <a:pt x="147542" y="248597"/>
                    <a:pt x="144647" y="248395"/>
                    <a:pt x="143200" y="248092"/>
                  </a:cubicBezTo>
                  <a:cubicBezTo>
                    <a:pt x="141753" y="247789"/>
                    <a:pt x="141585" y="247857"/>
                    <a:pt x="140743" y="247588"/>
                  </a:cubicBezTo>
                  <a:cubicBezTo>
                    <a:pt x="139868" y="247285"/>
                    <a:pt x="135830" y="244392"/>
                    <a:pt x="135830" y="244392"/>
                  </a:cubicBezTo>
                  <a:lnTo>
                    <a:pt x="134955" y="241196"/>
                  </a:lnTo>
                  <a:lnTo>
                    <a:pt x="131926" y="239010"/>
                  </a:lnTo>
                  <a:lnTo>
                    <a:pt x="131926" y="236117"/>
                  </a:lnTo>
                  <a:cubicBezTo>
                    <a:pt x="131926" y="236117"/>
                    <a:pt x="131724" y="232080"/>
                    <a:pt x="131421" y="231474"/>
                  </a:cubicBezTo>
                  <a:cubicBezTo>
                    <a:pt x="131118" y="230902"/>
                    <a:pt x="131791" y="225688"/>
                    <a:pt x="131791" y="225688"/>
                  </a:cubicBezTo>
                  <a:lnTo>
                    <a:pt x="131084" y="221921"/>
                  </a:lnTo>
                  <a:cubicBezTo>
                    <a:pt x="131084" y="221921"/>
                    <a:pt x="126003" y="218725"/>
                    <a:pt x="124555" y="217850"/>
                  </a:cubicBezTo>
                  <a:cubicBezTo>
                    <a:pt x="123108" y="216976"/>
                    <a:pt x="122099" y="216538"/>
                    <a:pt x="122099" y="216538"/>
                  </a:cubicBezTo>
                  <a:lnTo>
                    <a:pt x="120652" y="217245"/>
                  </a:lnTo>
                  <a:lnTo>
                    <a:pt x="116310" y="217245"/>
                  </a:lnTo>
                  <a:lnTo>
                    <a:pt x="113281" y="218052"/>
                  </a:lnTo>
                  <a:lnTo>
                    <a:pt x="112272" y="219297"/>
                  </a:lnTo>
                  <a:cubicBezTo>
                    <a:pt x="112272" y="219297"/>
                    <a:pt x="111565" y="220609"/>
                    <a:pt x="111094" y="221046"/>
                  </a:cubicBezTo>
                  <a:cubicBezTo>
                    <a:pt x="110656" y="221483"/>
                    <a:pt x="109344" y="223636"/>
                    <a:pt x="109344" y="223636"/>
                  </a:cubicBezTo>
                  <a:lnTo>
                    <a:pt x="108469" y="224208"/>
                  </a:lnTo>
                  <a:cubicBezTo>
                    <a:pt x="108469" y="224208"/>
                    <a:pt x="105709" y="224208"/>
                    <a:pt x="105271" y="224208"/>
                  </a:cubicBezTo>
                  <a:cubicBezTo>
                    <a:pt x="104834" y="224208"/>
                    <a:pt x="103521" y="224141"/>
                    <a:pt x="103521" y="224141"/>
                  </a:cubicBezTo>
                  <a:lnTo>
                    <a:pt x="102209" y="224645"/>
                  </a:lnTo>
                  <a:lnTo>
                    <a:pt x="100762" y="226664"/>
                  </a:lnTo>
                  <a:cubicBezTo>
                    <a:pt x="100762" y="226664"/>
                    <a:pt x="98440" y="228110"/>
                    <a:pt x="98002" y="228245"/>
                  </a:cubicBezTo>
                  <a:cubicBezTo>
                    <a:pt x="97565" y="228379"/>
                    <a:pt x="95545" y="228379"/>
                    <a:pt x="95444" y="228379"/>
                  </a:cubicBezTo>
                  <a:cubicBezTo>
                    <a:pt x="95343" y="228379"/>
                    <a:pt x="91069" y="228245"/>
                    <a:pt x="91069" y="228245"/>
                  </a:cubicBezTo>
                  <a:lnTo>
                    <a:pt x="87603" y="224915"/>
                  </a:lnTo>
                  <a:lnTo>
                    <a:pt x="85651" y="221147"/>
                  </a:lnTo>
                  <a:lnTo>
                    <a:pt x="81747" y="217884"/>
                  </a:lnTo>
                  <a:lnTo>
                    <a:pt x="78920" y="215495"/>
                  </a:lnTo>
                  <a:lnTo>
                    <a:pt x="75218" y="215495"/>
                  </a:lnTo>
                  <a:lnTo>
                    <a:pt x="73030" y="212670"/>
                  </a:lnTo>
                  <a:lnTo>
                    <a:pt x="70843" y="209407"/>
                  </a:lnTo>
                  <a:lnTo>
                    <a:pt x="67376" y="207657"/>
                  </a:lnTo>
                  <a:lnTo>
                    <a:pt x="64987" y="206581"/>
                  </a:lnTo>
                  <a:cubicBezTo>
                    <a:pt x="64987" y="206581"/>
                    <a:pt x="61958" y="204630"/>
                    <a:pt x="61285" y="204394"/>
                  </a:cubicBezTo>
                  <a:cubicBezTo>
                    <a:pt x="60645" y="204192"/>
                    <a:pt x="57381" y="203755"/>
                    <a:pt x="57381" y="203755"/>
                  </a:cubicBezTo>
                  <a:cubicBezTo>
                    <a:pt x="57381" y="203755"/>
                    <a:pt x="54756" y="200929"/>
                    <a:pt x="54116" y="200728"/>
                  </a:cubicBezTo>
                  <a:cubicBezTo>
                    <a:pt x="53477" y="200492"/>
                    <a:pt x="50852" y="198339"/>
                    <a:pt x="50852" y="198339"/>
                  </a:cubicBezTo>
                  <a:cubicBezTo>
                    <a:pt x="50852" y="198339"/>
                    <a:pt x="48462" y="200526"/>
                    <a:pt x="47823" y="200526"/>
                  </a:cubicBezTo>
                  <a:cubicBezTo>
                    <a:pt x="47184" y="200526"/>
                    <a:pt x="45636" y="203991"/>
                    <a:pt x="44996" y="204865"/>
                  </a:cubicBezTo>
                  <a:cubicBezTo>
                    <a:pt x="44357" y="205740"/>
                    <a:pt x="41294" y="210079"/>
                    <a:pt x="41294" y="210079"/>
                  </a:cubicBezTo>
                  <a:lnTo>
                    <a:pt x="38030" y="216168"/>
                  </a:lnTo>
                  <a:cubicBezTo>
                    <a:pt x="38030" y="216168"/>
                    <a:pt x="36717" y="215731"/>
                    <a:pt x="35842" y="216168"/>
                  </a:cubicBezTo>
                  <a:cubicBezTo>
                    <a:pt x="34967" y="216605"/>
                    <a:pt x="32140" y="216168"/>
                    <a:pt x="32140" y="216168"/>
                  </a:cubicBezTo>
                  <a:lnTo>
                    <a:pt x="29313" y="217245"/>
                  </a:lnTo>
                  <a:lnTo>
                    <a:pt x="31938" y="221382"/>
                  </a:lnTo>
                  <a:lnTo>
                    <a:pt x="31063" y="224645"/>
                  </a:lnTo>
                  <a:lnTo>
                    <a:pt x="26722" y="222459"/>
                  </a:lnTo>
                  <a:lnTo>
                    <a:pt x="21943" y="222459"/>
                  </a:lnTo>
                  <a:lnTo>
                    <a:pt x="21303" y="225621"/>
                  </a:lnTo>
                  <a:lnTo>
                    <a:pt x="21539" y="230061"/>
                  </a:lnTo>
                  <a:cubicBezTo>
                    <a:pt x="21539" y="230061"/>
                    <a:pt x="23289" y="233964"/>
                    <a:pt x="23928" y="234199"/>
                  </a:cubicBezTo>
                  <a:cubicBezTo>
                    <a:pt x="24568" y="234401"/>
                    <a:pt x="26755" y="237025"/>
                    <a:pt x="29347" y="237462"/>
                  </a:cubicBezTo>
                  <a:cubicBezTo>
                    <a:pt x="31972" y="237899"/>
                    <a:pt x="33924" y="238774"/>
                    <a:pt x="35674" y="239851"/>
                  </a:cubicBezTo>
                  <a:cubicBezTo>
                    <a:pt x="37424" y="240927"/>
                    <a:pt x="37626" y="244627"/>
                    <a:pt x="38299" y="244863"/>
                  </a:cubicBezTo>
                  <a:cubicBezTo>
                    <a:pt x="38938" y="245065"/>
                    <a:pt x="38938" y="247453"/>
                    <a:pt x="39376" y="248328"/>
                  </a:cubicBezTo>
                  <a:cubicBezTo>
                    <a:pt x="39813" y="249202"/>
                    <a:pt x="38501" y="250716"/>
                    <a:pt x="38501" y="251591"/>
                  </a:cubicBezTo>
                  <a:cubicBezTo>
                    <a:pt x="38501" y="252465"/>
                    <a:pt x="38063" y="254618"/>
                    <a:pt x="38063" y="254618"/>
                  </a:cubicBezTo>
                  <a:cubicBezTo>
                    <a:pt x="38063" y="254618"/>
                    <a:pt x="37188" y="257646"/>
                    <a:pt x="37188" y="258521"/>
                  </a:cubicBezTo>
                  <a:cubicBezTo>
                    <a:pt x="37188" y="259395"/>
                    <a:pt x="36313" y="262221"/>
                    <a:pt x="35876" y="262860"/>
                  </a:cubicBezTo>
                  <a:cubicBezTo>
                    <a:pt x="35438" y="263499"/>
                    <a:pt x="35236" y="265248"/>
                    <a:pt x="34563" y="265888"/>
                  </a:cubicBezTo>
                  <a:cubicBezTo>
                    <a:pt x="33924" y="266527"/>
                    <a:pt x="33049" y="267401"/>
                    <a:pt x="31534" y="267637"/>
                  </a:cubicBezTo>
                  <a:cubicBezTo>
                    <a:pt x="30020" y="267872"/>
                    <a:pt x="28472" y="267637"/>
                    <a:pt x="28472" y="267637"/>
                  </a:cubicBezTo>
                  <a:lnTo>
                    <a:pt x="26082" y="267637"/>
                  </a:lnTo>
                  <a:cubicBezTo>
                    <a:pt x="26082" y="267637"/>
                    <a:pt x="25207" y="271236"/>
                    <a:pt x="25207" y="272111"/>
                  </a:cubicBezTo>
                  <a:cubicBezTo>
                    <a:pt x="25207" y="272986"/>
                    <a:pt x="23255" y="277863"/>
                    <a:pt x="23255" y="278738"/>
                  </a:cubicBezTo>
                  <a:cubicBezTo>
                    <a:pt x="23255" y="279613"/>
                    <a:pt x="21068" y="281328"/>
                    <a:pt x="20428" y="281564"/>
                  </a:cubicBezTo>
                  <a:cubicBezTo>
                    <a:pt x="19789" y="281799"/>
                    <a:pt x="15414" y="282640"/>
                    <a:pt x="14976" y="283313"/>
                  </a:cubicBezTo>
                  <a:cubicBezTo>
                    <a:pt x="14539" y="283952"/>
                    <a:pt x="9120" y="286778"/>
                    <a:pt x="9120" y="286778"/>
                  </a:cubicBezTo>
                  <a:cubicBezTo>
                    <a:pt x="9120" y="286778"/>
                    <a:pt x="4779" y="292429"/>
                    <a:pt x="4139" y="292328"/>
                  </a:cubicBezTo>
                  <a:cubicBezTo>
                    <a:pt x="3500" y="292227"/>
                    <a:pt x="0" y="294616"/>
                    <a:pt x="0" y="294616"/>
                  </a:cubicBezTo>
                  <a:cubicBezTo>
                    <a:pt x="0" y="294616"/>
                    <a:pt x="1952" y="299628"/>
                    <a:pt x="1312" y="299830"/>
                  </a:cubicBezTo>
                  <a:cubicBezTo>
                    <a:pt x="673" y="300065"/>
                    <a:pt x="0" y="305919"/>
                    <a:pt x="0" y="306558"/>
                  </a:cubicBezTo>
                  <a:cubicBezTo>
                    <a:pt x="0" y="307197"/>
                    <a:pt x="1077" y="309585"/>
                    <a:pt x="1077" y="309585"/>
                  </a:cubicBezTo>
                  <a:lnTo>
                    <a:pt x="5216" y="314800"/>
                  </a:lnTo>
                  <a:lnTo>
                    <a:pt x="6731" y="316313"/>
                  </a:lnTo>
                  <a:lnTo>
                    <a:pt x="6293" y="318702"/>
                  </a:lnTo>
                  <a:lnTo>
                    <a:pt x="5216" y="322839"/>
                  </a:lnTo>
                  <a:lnTo>
                    <a:pt x="7606" y="326304"/>
                  </a:lnTo>
                  <a:lnTo>
                    <a:pt x="11072" y="329130"/>
                  </a:lnTo>
                  <a:lnTo>
                    <a:pt x="18039" y="330207"/>
                  </a:lnTo>
                  <a:lnTo>
                    <a:pt x="21303" y="330207"/>
                  </a:lnTo>
                  <a:cubicBezTo>
                    <a:pt x="21303" y="330207"/>
                    <a:pt x="25880" y="328255"/>
                    <a:pt x="26520" y="327583"/>
                  </a:cubicBezTo>
                  <a:cubicBezTo>
                    <a:pt x="27159" y="326944"/>
                    <a:pt x="29784" y="325833"/>
                    <a:pt x="29784" y="325833"/>
                  </a:cubicBezTo>
                  <a:lnTo>
                    <a:pt x="35001" y="324757"/>
                  </a:lnTo>
                  <a:lnTo>
                    <a:pt x="37188" y="329769"/>
                  </a:lnTo>
                  <a:lnTo>
                    <a:pt x="34799" y="332595"/>
                  </a:lnTo>
                  <a:lnTo>
                    <a:pt x="34361" y="335219"/>
                  </a:lnTo>
                  <a:lnTo>
                    <a:pt x="33924" y="338482"/>
                  </a:lnTo>
                  <a:cubicBezTo>
                    <a:pt x="33924" y="338482"/>
                    <a:pt x="31972" y="340231"/>
                    <a:pt x="31972" y="341106"/>
                  </a:cubicBezTo>
                  <a:cubicBezTo>
                    <a:pt x="31972" y="341980"/>
                    <a:pt x="31097" y="343057"/>
                    <a:pt x="30895" y="344133"/>
                  </a:cubicBezTo>
                  <a:cubicBezTo>
                    <a:pt x="30693" y="345210"/>
                    <a:pt x="29818" y="345883"/>
                    <a:pt x="29818" y="346757"/>
                  </a:cubicBezTo>
                  <a:cubicBezTo>
                    <a:pt x="29818" y="347632"/>
                    <a:pt x="30895" y="349785"/>
                    <a:pt x="31770" y="350458"/>
                  </a:cubicBezTo>
                  <a:cubicBezTo>
                    <a:pt x="32645" y="351097"/>
                    <a:pt x="34597" y="355436"/>
                    <a:pt x="34597" y="355436"/>
                  </a:cubicBezTo>
                  <a:lnTo>
                    <a:pt x="34597" y="360650"/>
                  </a:lnTo>
                  <a:lnTo>
                    <a:pt x="34597" y="366167"/>
                  </a:lnTo>
                  <a:cubicBezTo>
                    <a:pt x="34597" y="366167"/>
                    <a:pt x="38669" y="371953"/>
                    <a:pt x="39073" y="372122"/>
                  </a:cubicBezTo>
                  <a:cubicBezTo>
                    <a:pt x="39510" y="372256"/>
                    <a:pt x="43717" y="372693"/>
                    <a:pt x="44155" y="372559"/>
                  </a:cubicBezTo>
                  <a:cubicBezTo>
                    <a:pt x="44592" y="372424"/>
                    <a:pt x="50953" y="369969"/>
                    <a:pt x="50953" y="369969"/>
                  </a:cubicBezTo>
                  <a:lnTo>
                    <a:pt x="58929" y="368657"/>
                  </a:lnTo>
                  <a:lnTo>
                    <a:pt x="62261" y="370406"/>
                  </a:lnTo>
                  <a:cubicBezTo>
                    <a:pt x="62261" y="370406"/>
                    <a:pt x="65896" y="374308"/>
                    <a:pt x="66737" y="375620"/>
                  </a:cubicBezTo>
                  <a:cubicBezTo>
                    <a:pt x="67612" y="376932"/>
                    <a:pt x="71381" y="377638"/>
                    <a:pt x="72526" y="377638"/>
                  </a:cubicBezTo>
                  <a:cubicBezTo>
                    <a:pt x="73670" y="377638"/>
                    <a:pt x="78482" y="376629"/>
                    <a:pt x="78482" y="376629"/>
                  </a:cubicBezTo>
                  <a:cubicBezTo>
                    <a:pt x="78482" y="376629"/>
                    <a:pt x="81949" y="380834"/>
                    <a:pt x="82521" y="380834"/>
                  </a:cubicBezTo>
                  <a:cubicBezTo>
                    <a:pt x="83093" y="380834"/>
                    <a:pt x="84978" y="383290"/>
                    <a:pt x="84978" y="383290"/>
                  </a:cubicBezTo>
                  <a:lnTo>
                    <a:pt x="84978" y="387192"/>
                  </a:lnTo>
                  <a:lnTo>
                    <a:pt x="86055" y="392541"/>
                  </a:lnTo>
                  <a:lnTo>
                    <a:pt x="88882" y="394862"/>
                  </a:lnTo>
                  <a:cubicBezTo>
                    <a:pt x="88882" y="394862"/>
                    <a:pt x="89757" y="398630"/>
                    <a:pt x="89757" y="399067"/>
                  </a:cubicBezTo>
                  <a:cubicBezTo>
                    <a:pt x="89757" y="399504"/>
                    <a:pt x="91944" y="404146"/>
                    <a:pt x="91944" y="404146"/>
                  </a:cubicBezTo>
                  <a:lnTo>
                    <a:pt x="91944" y="405391"/>
                  </a:lnTo>
                  <a:lnTo>
                    <a:pt x="92550" y="408722"/>
                  </a:lnTo>
                  <a:lnTo>
                    <a:pt x="93694" y="411110"/>
                  </a:lnTo>
                  <a:lnTo>
                    <a:pt x="93694" y="416324"/>
                  </a:lnTo>
                  <a:lnTo>
                    <a:pt x="95848" y="421942"/>
                  </a:lnTo>
                  <a:cubicBezTo>
                    <a:pt x="96151" y="421572"/>
                    <a:pt x="96286" y="421269"/>
                    <a:pt x="96286" y="421269"/>
                  </a:cubicBezTo>
                  <a:lnTo>
                    <a:pt x="97228" y="418443"/>
                  </a:lnTo>
                  <a:cubicBezTo>
                    <a:pt x="97228" y="418443"/>
                    <a:pt x="96151" y="417300"/>
                    <a:pt x="95646" y="416829"/>
                  </a:cubicBezTo>
                  <a:cubicBezTo>
                    <a:pt x="95141" y="416391"/>
                    <a:pt x="95444" y="415012"/>
                    <a:pt x="95444" y="415012"/>
                  </a:cubicBezTo>
                  <a:cubicBezTo>
                    <a:pt x="95444" y="415012"/>
                    <a:pt x="96588" y="413868"/>
                    <a:pt x="96824" y="413768"/>
                  </a:cubicBezTo>
                  <a:cubicBezTo>
                    <a:pt x="97060" y="413700"/>
                    <a:pt x="97767" y="413633"/>
                    <a:pt x="97767" y="413633"/>
                  </a:cubicBezTo>
                  <a:lnTo>
                    <a:pt x="99012" y="413936"/>
                  </a:lnTo>
                  <a:lnTo>
                    <a:pt x="99584" y="414507"/>
                  </a:lnTo>
                  <a:cubicBezTo>
                    <a:pt x="99584" y="414507"/>
                    <a:pt x="100223" y="415079"/>
                    <a:pt x="100459" y="415079"/>
                  </a:cubicBezTo>
                  <a:cubicBezTo>
                    <a:pt x="100661" y="415079"/>
                    <a:pt x="101468" y="415718"/>
                    <a:pt x="101468" y="415718"/>
                  </a:cubicBezTo>
                  <a:lnTo>
                    <a:pt x="103286" y="417602"/>
                  </a:lnTo>
                  <a:cubicBezTo>
                    <a:pt x="103286" y="417602"/>
                    <a:pt x="104161" y="417232"/>
                    <a:pt x="104464" y="417165"/>
                  </a:cubicBezTo>
                  <a:cubicBezTo>
                    <a:pt x="104733" y="417098"/>
                    <a:pt x="105238" y="416862"/>
                    <a:pt x="105238" y="416862"/>
                  </a:cubicBezTo>
                  <a:lnTo>
                    <a:pt x="106180" y="415786"/>
                  </a:lnTo>
                  <a:cubicBezTo>
                    <a:pt x="106180" y="415786"/>
                    <a:pt x="106045" y="415147"/>
                    <a:pt x="106180" y="414709"/>
                  </a:cubicBezTo>
                  <a:cubicBezTo>
                    <a:pt x="106315" y="414272"/>
                    <a:pt x="105877" y="413566"/>
                    <a:pt x="105877" y="413566"/>
                  </a:cubicBezTo>
                  <a:cubicBezTo>
                    <a:pt x="105877" y="413566"/>
                    <a:pt x="105608" y="413768"/>
                    <a:pt x="105238" y="413128"/>
                  </a:cubicBezTo>
                  <a:cubicBezTo>
                    <a:pt x="104868" y="412489"/>
                    <a:pt x="104868" y="411884"/>
                    <a:pt x="104868" y="411615"/>
                  </a:cubicBezTo>
                  <a:cubicBezTo>
                    <a:pt x="104868" y="411345"/>
                    <a:pt x="105440" y="410807"/>
                    <a:pt x="105507" y="410538"/>
                  </a:cubicBezTo>
                  <a:cubicBezTo>
                    <a:pt x="105574" y="410235"/>
                    <a:pt x="107190" y="409394"/>
                    <a:pt x="107190" y="409394"/>
                  </a:cubicBezTo>
                  <a:lnTo>
                    <a:pt x="109512" y="408251"/>
                  </a:lnTo>
                  <a:lnTo>
                    <a:pt x="110017" y="407881"/>
                  </a:lnTo>
                  <a:cubicBezTo>
                    <a:pt x="110017" y="407881"/>
                    <a:pt x="111531" y="407510"/>
                    <a:pt x="111700" y="406939"/>
                  </a:cubicBezTo>
                  <a:cubicBezTo>
                    <a:pt x="111834" y="406367"/>
                    <a:pt x="112272" y="404853"/>
                    <a:pt x="112272" y="404550"/>
                  </a:cubicBezTo>
                  <a:cubicBezTo>
                    <a:pt x="112272" y="404247"/>
                    <a:pt x="112507" y="403978"/>
                    <a:pt x="111969" y="402868"/>
                  </a:cubicBezTo>
                  <a:cubicBezTo>
                    <a:pt x="111464" y="401792"/>
                    <a:pt x="111094" y="400917"/>
                    <a:pt x="110522" y="400042"/>
                  </a:cubicBezTo>
                  <a:cubicBezTo>
                    <a:pt x="109949" y="399168"/>
                    <a:pt x="108839" y="398529"/>
                    <a:pt x="108199" y="398024"/>
                  </a:cubicBezTo>
                  <a:cubicBezTo>
                    <a:pt x="107560" y="397520"/>
                    <a:pt x="107392" y="397150"/>
                    <a:pt x="107122" y="396779"/>
                  </a:cubicBezTo>
                  <a:cubicBezTo>
                    <a:pt x="106820" y="396409"/>
                    <a:pt x="105675" y="396140"/>
                    <a:pt x="104868" y="394963"/>
                  </a:cubicBezTo>
                  <a:cubicBezTo>
                    <a:pt x="104060" y="393819"/>
                    <a:pt x="103925" y="393718"/>
                    <a:pt x="103488" y="392945"/>
                  </a:cubicBezTo>
                  <a:cubicBezTo>
                    <a:pt x="103050" y="392137"/>
                    <a:pt x="102041" y="390926"/>
                    <a:pt x="102041" y="390321"/>
                  </a:cubicBezTo>
                  <a:cubicBezTo>
                    <a:pt x="102041" y="389749"/>
                    <a:pt x="102108" y="388941"/>
                    <a:pt x="102041" y="388067"/>
                  </a:cubicBezTo>
                  <a:cubicBezTo>
                    <a:pt x="101973" y="387192"/>
                    <a:pt x="102108" y="385376"/>
                    <a:pt x="102310" y="385106"/>
                  </a:cubicBezTo>
                  <a:cubicBezTo>
                    <a:pt x="102545" y="384804"/>
                    <a:pt x="102747" y="384299"/>
                    <a:pt x="103050" y="383963"/>
                  </a:cubicBezTo>
                  <a:cubicBezTo>
                    <a:pt x="103353" y="383593"/>
                    <a:pt x="103690" y="382449"/>
                    <a:pt x="103993" y="382449"/>
                  </a:cubicBezTo>
                  <a:cubicBezTo>
                    <a:pt x="104296" y="382449"/>
                    <a:pt x="105002" y="382449"/>
                    <a:pt x="105002" y="382449"/>
                  </a:cubicBezTo>
                  <a:cubicBezTo>
                    <a:pt x="105002" y="382449"/>
                    <a:pt x="106584" y="383088"/>
                    <a:pt x="107022" y="383458"/>
                  </a:cubicBezTo>
                  <a:cubicBezTo>
                    <a:pt x="107459" y="383828"/>
                    <a:pt x="108031" y="384703"/>
                    <a:pt x="108031" y="384703"/>
                  </a:cubicBezTo>
                  <a:lnTo>
                    <a:pt x="109276" y="385712"/>
                  </a:lnTo>
                  <a:cubicBezTo>
                    <a:pt x="109276" y="385712"/>
                    <a:pt x="110959" y="387024"/>
                    <a:pt x="110959" y="387293"/>
                  </a:cubicBezTo>
                  <a:cubicBezTo>
                    <a:pt x="110959" y="387562"/>
                    <a:pt x="112305" y="390926"/>
                    <a:pt x="112305" y="390926"/>
                  </a:cubicBezTo>
                  <a:lnTo>
                    <a:pt x="113214" y="391431"/>
                  </a:lnTo>
                  <a:lnTo>
                    <a:pt x="114358" y="393247"/>
                  </a:lnTo>
                  <a:lnTo>
                    <a:pt x="116815" y="394122"/>
                  </a:lnTo>
                  <a:lnTo>
                    <a:pt x="117959" y="396073"/>
                  </a:lnTo>
                  <a:lnTo>
                    <a:pt x="121022" y="398091"/>
                  </a:lnTo>
                  <a:lnTo>
                    <a:pt x="122704" y="398226"/>
                  </a:lnTo>
                  <a:lnTo>
                    <a:pt x="123512" y="398361"/>
                  </a:lnTo>
                  <a:lnTo>
                    <a:pt x="125464" y="399100"/>
                  </a:lnTo>
                  <a:lnTo>
                    <a:pt x="124791" y="401052"/>
                  </a:lnTo>
                  <a:lnTo>
                    <a:pt x="124993" y="403070"/>
                  </a:lnTo>
                  <a:lnTo>
                    <a:pt x="124993" y="404146"/>
                  </a:lnTo>
                  <a:lnTo>
                    <a:pt x="124488" y="406400"/>
                  </a:lnTo>
                  <a:lnTo>
                    <a:pt x="123983" y="407477"/>
                  </a:lnTo>
                  <a:lnTo>
                    <a:pt x="123546" y="408419"/>
                  </a:lnTo>
                  <a:lnTo>
                    <a:pt x="123108" y="409798"/>
                  </a:lnTo>
                  <a:lnTo>
                    <a:pt x="122233" y="410874"/>
                  </a:lnTo>
                  <a:cubicBezTo>
                    <a:pt x="122233" y="410874"/>
                    <a:pt x="121661" y="411581"/>
                    <a:pt x="121291" y="411884"/>
                  </a:cubicBezTo>
                  <a:cubicBezTo>
                    <a:pt x="120921" y="412186"/>
                    <a:pt x="120046" y="413835"/>
                    <a:pt x="120046" y="413835"/>
                  </a:cubicBezTo>
                  <a:lnTo>
                    <a:pt x="119608" y="414709"/>
                  </a:lnTo>
                  <a:lnTo>
                    <a:pt x="118901" y="416156"/>
                  </a:lnTo>
                  <a:lnTo>
                    <a:pt x="118599" y="417300"/>
                  </a:lnTo>
                  <a:lnTo>
                    <a:pt x="118229" y="418612"/>
                  </a:lnTo>
                  <a:cubicBezTo>
                    <a:pt x="118229" y="418612"/>
                    <a:pt x="118229" y="419688"/>
                    <a:pt x="118363" y="420294"/>
                  </a:cubicBezTo>
                  <a:cubicBezTo>
                    <a:pt x="118498" y="420865"/>
                    <a:pt x="119440" y="422615"/>
                    <a:pt x="120012" y="422615"/>
                  </a:cubicBezTo>
                  <a:cubicBezTo>
                    <a:pt x="120584" y="422615"/>
                    <a:pt x="121897" y="422749"/>
                    <a:pt x="122839" y="422817"/>
                  </a:cubicBezTo>
                  <a:cubicBezTo>
                    <a:pt x="123781" y="422884"/>
                    <a:pt x="126104" y="423254"/>
                    <a:pt x="126104" y="423254"/>
                  </a:cubicBezTo>
                  <a:lnTo>
                    <a:pt x="126676" y="423826"/>
                  </a:lnTo>
                  <a:lnTo>
                    <a:pt x="128123" y="427459"/>
                  </a:lnTo>
                  <a:cubicBezTo>
                    <a:pt x="128123" y="427459"/>
                    <a:pt x="128493" y="428535"/>
                    <a:pt x="128695" y="428771"/>
                  </a:cubicBezTo>
                  <a:cubicBezTo>
                    <a:pt x="128897" y="428972"/>
                    <a:pt x="130142" y="430453"/>
                    <a:pt x="130714" y="429645"/>
                  </a:cubicBezTo>
                  <a:cubicBezTo>
                    <a:pt x="131286" y="428838"/>
                    <a:pt x="132161" y="428771"/>
                    <a:pt x="132363" y="427896"/>
                  </a:cubicBezTo>
                  <a:cubicBezTo>
                    <a:pt x="132599" y="427022"/>
                    <a:pt x="133676" y="425575"/>
                    <a:pt x="133676" y="425138"/>
                  </a:cubicBezTo>
                  <a:cubicBezTo>
                    <a:pt x="133676" y="424700"/>
                    <a:pt x="133912" y="424196"/>
                    <a:pt x="133676" y="423321"/>
                  </a:cubicBezTo>
                  <a:cubicBezTo>
                    <a:pt x="133474" y="422446"/>
                    <a:pt x="133508" y="422514"/>
                    <a:pt x="133777" y="421370"/>
                  </a:cubicBezTo>
                  <a:cubicBezTo>
                    <a:pt x="134046" y="420226"/>
                    <a:pt x="133575" y="420361"/>
                    <a:pt x="133777" y="419553"/>
                  </a:cubicBezTo>
                  <a:cubicBezTo>
                    <a:pt x="133979" y="418746"/>
                    <a:pt x="133878" y="417165"/>
                    <a:pt x="133878" y="417165"/>
                  </a:cubicBezTo>
                  <a:lnTo>
                    <a:pt x="132767" y="414911"/>
                  </a:lnTo>
                  <a:cubicBezTo>
                    <a:pt x="132767" y="414911"/>
                    <a:pt x="132633" y="413162"/>
                    <a:pt x="132464" y="412960"/>
                  </a:cubicBezTo>
                  <a:cubicBezTo>
                    <a:pt x="132330" y="412758"/>
                    <a:pt x="131959" y="410706"/>
                    <a:pt x="131959" y="410706"/>
                  </a:cubicBezTo>
                  <a:cubicBezTo>
                    <a:pt x="131959" y="410706"/>
                    <a:pt x="132700" y="409832"/>
                    <a:pt x="132902" y="409764"/>
                  </a:cubicBezTo>
                  <a:cubicBezTo>
                    <a:pt x="133138" y="409697"/>
                    <a:pt x="134282" y="410404"/>
                    <a:pt x="134282" y="410404"/>
                  </a:cubicBezTo>
                  <a:cubicBezTo>
                    <a:pt x="134282" y="410404"/>
                    <a:pt x="135594" y="410841"/>
                    <a:pt x="136166" y="411345"/>
                  </a:cubicBezTo>
                  <a:cubicBezTo>
                    <a:pt x="136739" y="411850"/>
                    <a:pt x="138421" y="412994"/>
                    <a:pt x="138926" y="413229"/>
                  </a:cubicBezTo>
                  <a:cubicBezTo>
                    <a:pt x="139431" y="413431"/>
                    <a:pt x="141551" y="413734"/>
                    <a:pt x="142123" y="413431"/>
                  </a:cubicBezTo>
                  <a:cubicBezTo>
                    <a:pt x="142695" y="413128"/>
                    <a:pt x="143873" y="411480"/>
                    <a:pt x="144277" y="410908"/>
                  </a:cubicBezTo>
                  <a:cubicBezTo>
                    <a:pt x="144715" y="410336"/>
                    <a:pt x="145287" y="410471"/>
                    <a:pt x="145657" y="409226"/>
                  </a:cubicBezTo>
                  <a:cubicBezTo>
                    <a:pt x="146027" y="407981"/>
                    <a:pt x="146229" y="407578"/>
                    <a:pt x="146027" y="405896"/>
                  </a:cubicBezTo>
                  <a:cubicBezTo>
                    <a:pt x="145825" y="404214"/>
                    <a:pt x="147743" y="405593"/>
                    <a:pt x="145219" y="403070"/>
                  </a:cubicBezTo>
                  <a:cubicBezTo>
                    <a:pt x="142695" y="400547"/>
                    <a:pt x="142460" y="400042"/>
                    <a:pt x="141585" y="399235"/>
                  </a:cubicBezTo>
                  <a:cubicBezTo>
                    <a:pt x="140710" y="398428"/>
                    <a:pt x="140138" y="398428"/>
                    <a:pt x="139868" y="397284"/>
                  </a:cubicBezTo>
                  <a:cubicBezTo>
                    <a:pt x="139565" y="396140"/>
                    <a:pt x="141450" y="394391"/>
                    <a:pt x="142460" y="393584"/>
                  </a:cubicBezTo>
                  <a:cubicBezTo>
                    <a:pt x="143470" y="392776"/>
                    <a:pt x="145724" y="391397"/>
                    <a:pt x="145926" y="391397"/>
                  </a:cubicBezTo>
                  <a:cubicBezTo>
                    <a:pt x="146128" y="391397"/>
                    <a:pt x="148013" y="390152"/>
                    <a:pt x="148013" y="390152"/>
                  </a:cubicBezTo>
                  <a:cubicBezTo>
                    <a:pt x="148013" y="390152"/>
                    <a:pt x="149460" y="389581"/>
                    <a:pt x="149763" y="389581"/>
                  </a:cubicBezTo>
                  <a:cubicBezTo>
                    <a:pt x="150066" y="389581"/>
                    <a:pt x="151715" y="390018"/>
                    <a:pt x="151715" y="390018"/>
                  </a:cubicBezTo>
                  <a:lnTo>
                    <a:pt x="155349" y="391700"/>
                  </a:lnTo>
                  <a:lnTo>
                    <a:pt x="156999" y="392574"/>
                  </a:lnTo>
                  <a:cubicBezTo>
                    <a:pt x="156999" y="392574"/>
                    <a:pt x="158177" y="391195"/>
                    <a:pt x="158378" y="390960"/>
                  </a:cubicBezTo>
                  <a:cubicBezTo>
                    <a:pt x="158580" y="390758"/>
                    <a:pt x="159253" y="388706"/>
                    <a:pt x="159253" y="387764"/>
                  </a:cubicBezTo>
                  <a:cubicBezTo>
                    <a:pt x="159253" y="386822"/>
                    <a:pt x="159826" y="385510"/>
                    <a:pt x="159826" y="385241"/>
                  </a:cubicBezTo>
                  <a:cubicBezTo>
                    <a:pt x="159826" y="384972"/>
                    <a:pt x="160465" y="383660"/>
                    <a:pt x="160465" y="383660"/>
                  </a:cubicBezTo>
                  <a:cubicBezTo>
                    <a:pt x="160465" y="383660"/>
                    <a:pt x="160768" y="383458"/>
                    <a:pt x="161475" y="383223"/>
                  </a:cubicBezTo>
                  <a:cubicBezTo>
                    <a:pt x="162181" y="382987"/>
                    <a:pt x="165883" y="381843"/>
                    <a:pt x="165883" y="381843"/>
                  </a:cubicBezTo>
                  <a:lnTo>
                    <a:pt x="169653" y="380599"/>
                  </a:lnTo>
                  <a:lnTo>
                    <a:pt x="174432" y="380599"/>
                  </a:lnTo>
                  <a:lnTo>
                    <a:pt x="179345" y="381339"/>
                  </a:lnTo>
                  <a:cubicBezTo>
                    <a:pt x="179345" y="381339"/>
                    <a:pt x="182239" y="385544"/>
                    <a:pt x="182542" y="386116"/>
                  </a:cubicBezTo>
                  <a:cubicBezTo>
                    <a:pt x="182845" y="386687"/>
                    <a:pt x="181802" y="389009"/>
                    <a:pt x="182542" y="389446"/>
                  </a:cubicBezTo>
                  <a:cubicBezTo>
                    <a:pt x="183249" y="389883"/>
                    <a:pt x="183990" y="393516"/>
                    <a:pt x="183990" y="393516"/>
                  </a:cubicBezTo>
                  <a:lnTo>
                    <a:pt x="185302" y="393954"/>
                  </a:lnTo>
                  <a:cubicBezTo>
                    <a:pt x="185302" y="393954"/>
                    <a:pt x="187052" y="393954"/>
                    <a:pt x="187624" y="393819"/>
                  </a:cubicBezTo>
                  <a:cubicBezTo>
                    <a:pt x="188196" y="393685"/>
                    <a:pt x="188768" y="392238"/>
                    <a:pt x="189206" y="391801"/>
                  </a:cubicBezTo>
                  <a:cubicBezTo>
                    <a:pt x="189643" y="391363"/>
                    <a:pt x="190653" y="389210"/>
                    <a:pt x="191225" y="388908"/>
                  </a:cubicBezTo>
                  <a:cubicBezTo>
                    <a:pt x="191797" y="388605"/>
                    <a:pt x="192538" y="387327"/>
                    <a:pt x="192538" y="387327"/>
                  </a:cubicBezTo>
                  <a:cubicBezTo>
                    <a:pt x="192538" y="387327"/>
                    <a:pt x="193682" y="385880"/>
                    <a:pt x="194288" y="385880"/>
                  </a:cubicBezTo>
                  <a:cubicBezTo>
                    <a:pt x="194860" y="385880"/>
                    <a:pt x="196745" y="384871"/>
                    <a:pt x="196745" y="384871"/>
                  </a:cubicBezTo>
                  <a:cubicBezTo>
                    <a:pt x="196745" y="384871"/>
                    <a:pt x="198629" y="383996"/>
                    <a:pt x="199201" y="383996"/>
                  </a:cubicBezTo>
                  <a:cubicBezTo>
                    <a:pt x="199774" y="383996"/>
                    <a:pt x="201221" y="382853"/>
                    <a:pt x="201658" y="382684"/>
                  </a:cubicBezTo>
                  <a:cubicBezTo>
                    <a:pt x="202096" y="382550"/>
                    <a:pt x="203745" y="380666"/>
                    <a:pt x="203745" y="380666"/>
                  </a:cubicBezTo>
                  <a:lnTo>
                    <a:pt x="204822" y="378479"/>
                  </a:lnTo>
                  <a:lnTo>
                    <a:pt x="204822" y="376293"/>
                  </a:lnTo>
                  <a:lnTo>
                    <a:pt x="204822" y="372828"/>
                  </a:lnTo>
                  <a:lnTo>
                    <a:pt x="203072" y="369498"/>
                  </a:lnTo>
                  <a:lnTo>
                    <a:pt x="199235" y="368623"/>
                  </a:lnTo>
                  <a:lnTo>
                    <a:pt x="197855" y="366033"/>
                  </a:lnTo>
                  <a:lnTo>
                    <a:pt x="197855" y="364149"/>
                  </a:lnTo>
                  <a:cubicBezTo>
                    <a:pt x="197855" y="364149"/>
                    <a:pt x="197283" y="360684"/>
                    <a:pt x="197283" y="360247"/>
                  </a:cubicBezTo>
                  <a:cubicBezTo>
                    <a:pt x="197283" y="359809"/>
                    <a:pt x="198158" y="355470"/>
                    <a:pt x="198158" y="355470"/>
                  </a:cubicBezTo>
                  <a:lnTo>
                    <a:pt x="198730" y="352846"/>
                  </a:lnTo>
                  <a:lnTo>
                    <a:pt x="201187" y="351837"/>
                  </a:lnTo>
                  <a:lnTo>
                    <a:pt x="204822" y="348809"/>
                  </a:lnTo>
                  <a:lnTo>
                    <a:pt x="206403" y="346051"/>
                  </a:lnTo>
                  <a:lnTo>
                    <a:pt x="208860" y="344167"/>
                  </a:lnTo>
                  <a:lnTo>
                    <a:pt x="210880" y="344167"/>
                  </a:lnTo>
                  <a:lnTo>
                    <a:pt x="213067" y="345042"/>
                  </a:lnTo>
                  <a:cubicBezTo>
                    <a:pt x="213067" y="345042"/>
                    <a:pt x="215524" y="346791"/>
                    <a:pt x="215961" y="346925"/>
                  </a:cubicBezTo>
                  <a:cubicBezTo>
                    <a:pt x="216399" y="347060"/>
                    <a:pt x="216971" y="347497"/>
                    <a:pt x="217274" y="347935"/>
                  </a:cubicBezTo>
                  <a:cubicBezTo>
                    <a:pt x="217577" y="348372"/>
                    <a:pt x="217409" y="348675"/>
                    <a:pt x="219596" y="349381"/>
                  </a:cubicBezTo>
                  <a:cubicBezTo>
                    <a:pt x="221784" y="350121"/>
                    <a:pt x="225250" y="350962"/>
                    <a:pt x="225250" y="350962"/>
                  </a:cubicBezTo>
                  <a:lnTo>
                    <a:pt x="227404" y="349314"/>
                  </a:lnTo>
                  <a:lnTo>
                    <a:pt x="229188" y="347834"/>
                  </a:lnTo>
                  <a:cubicBezTo>
                    <a:pt x="229188" y="347834"/>
                    <a:pt x="230332" y="347396"/>
                    <a:pt x="230500" y="347329"/>
                  </a:cubicBezTo>
                  <a:cubicBezTo>
                    <a:pt x="230668" y="347262"/>
                    <a:pt x="233058" y="347228"/>
                    <a:pt x="233058" y="347228"/>
                  </a:cubicBezTo>
                  <a:cubicBezTo>
                    <a:pt x="233058" y="347228"/>
                    <a:pt x="234909" y="347834"/>
                    <a:pt x="235111" y="347935"/>
                  </a:cubicBezTo>
                  <a:cubicBezTo>
                    <a:pt x="235313" y="348036"/>
                    <a:pt x="236457" y="349011"/>
                    <a:pt x="236457" y="349011"/>
                  </a:cubicBezTo>
                  <a:lnTo>
                    <a:pt x="237130" y="351130"/>
                  </a:lnTo>
                  <a:lnTo>
                    <a:pt x="237803" y="353149"/>
                  </a:lnTo>
                  <a:lnTo>
                    <a:pt x="237803" y="355436"/>
                  </a:lnTo>
                  <a:cubicBezTo>
                    <a:pt x="237803" y="355436"/>
                    <a:pt x="238409" y="357892"/>
                    <a:pt x="238409" y="358094"/>
                  </a:cubicBezTo>
                  <a:cubicBezTo>
                    <a:pt x="238409" y="358296"/>
                    <a:pt x="238072" y="359776"/>
                    <a:pt x="238072" y="359944"/>
                  </a:cubicBezTo>
                  <a:cubicBezTo>
                    <a:pt x="238072" y="360112"/>
                    <a:pt x="237837" y="361626"/>
                    <a:pt x="237837" y="361626"/>
                  </a:cubicBezTo>
                  <a:lnTo>
                    <a:pt x="237837" y="362400"/>
                  </a:lnTo>
                  <a:lnTo>
                    <a:pt x="237197" y="364956"/>
                  </a:lnTo>
                  <a:lnTo>
                    <a:pt x="237534" y="366537"/>
                  </a:lnTo>
                  <a:lnTo>
                    <a:pt x="238173" y="368455"/>
                  </a:lnTo>
                  <a:lnTo>
                    <a:pt x="238880" y="370036"/>
                  </a:lnTo>
                  <a:lnTo>
                    <a:pt x="240395" y="371785"/>
                  </a:lnTo>
                  <a:lnTo>
                    <a:pt x="241539" y="371953"/>
                  </a:lnTo>
                  <a:lnTo>
                    <a:pt x="244366" y="372660"/>
                  </a:lnTo>
                  <a:cubicBezTo>
                    <a:pt x="244366" y="372660"/>
                    <a:pt x="245005" y="372828"/>
                    <a:pt x="245678" y="372559"/>
                  </a:cubicBezTo>
                  <a:cubicBezTo>
                    <a:pt x="246318" y="372290"/>
                    <a:pt x="248034" y="371348"/>
                    <a:pt x="248169" y="370776"/>
                  </a:cubicBezTo>
                  <a:cubicBezTo>
                    <a:pt x="248337" y="370170"/>
                    <a:pt x="248977" y="369094"/>
                    <a:pt x="249212" y="368993"/>
                  </a:cubicBezTo>
                  <a:cubicBezTo>
                    <a:pt x="249414" y="368892"/>
                    <a:pt x="250289" y="368623"/>
                    <a:pt x="250996" y="368186"/>
                  </a:cubicBezTo>
                  <a:cubicBezTo>
                    <a:pt x="251703" y="367748"/>
                    <a:pt x="252914" y="366134"/>
                    <a:pt x="252914" y="366134"/>
                  </a:cubicBezTo>
                  <a:lnTo>
                    <a:pt x="257996" y="365764"/>
                  </a:lnTo>
                  <a:lnTo>
                    <a:pt x="260318" y="364519"/>
                  </a:lnTo>
                  <a:cubicBezTo>
                    <a:pt x="260318" y="364519"/>
                    <a:pt x="261765" y="362837"/>
                    <a:pt x="262270" y="362501"/>
                  </a:cubicBezTo>
                  <a:cubicBezTo>
                    <a:pt x="262775" y="362131"/>
                    <a:pt x="264357" y="360987"/>
                    <a:pt x="264727" y="360920"/>
                  </a:cubicBezTo>
                  <a:cubicBezTo>
                    <a:pt x="265097" y="360852"/>
                    <a:pt x="267621" y="360785"/>
                    <a:pt x="267857" y="360785"/>
                  </a:cubicBezTo>
                  <a:cubicBezTo>
                    <a:pt x="268059" y="360785"/>
                    <a:pt x="270112" y="361727"/>
                    <a:pt x="270616" y="361794"/>
                  </a:cubicBezTo>
                  <a:cubicBezTo>
                    <a:pt x="271121" y="361861"/>
                    <a:pt x="273679" y="362938"/>
                    <a:pt x="273948" y="363039"/>
                  </a:cubicBezTo>
                  <a:cubicBezTo>
                    <a:pt x="274251" y="363106"/>
                    <a:pt x="275463" y="363409"/>
                    <a:pt x="276405" y="363409"/>
                  </a:cubicBezTo>
                  <a:cubicBezTo>
                    <a:pt x="277347" y="363409"/>
                    <a:pt x="279299" y="363712"/>
                    <a:pt x="279737" y="363611"/>
                  </a:cubicBezTo>
                  <a:cubicBezTo>
                    <a:pt x="280174" y="363543"/>
                    <a:pt x="281184" y="362669"/>
                    <a:pt x="281992" y="362299"/>
                  </a:cubicBezTo>
                  <a:cubicBezTo>
                    <a:pt x="282799" y="361929"/>
                    <a:pt x="283944" y="360920"/>
                    <a:pt x="284246" y="360920"/>
                  </a:cubicBezTo>
                  <a:cubicBezTo>
                    <a:pt x="284516" y="360920"/>
                    <a:pt x="285896" y="360987"/>
                    <a:pt x="286198" y="360987"/>
                  </a:cubicBezTo>
                  <a:cubicBezTo>
                    <a:pt x="286468" y="360987"/>
                    <a:pt x="287949" y="362299"/>
                    <a:pt x="287949" y="362299"/>
                  </a:cubicBezTo>
                  <a:cubicBezTo>
                    <a:pt x="287949" y="362299"/>
                    <a:pt x="289396" y="364317"/>
                    <a:pt x="289396" y="364620"/>
                  </a:cubicBezTo>
                  <a:cubicBezTo>
                    <a:pt x="289396" y="364923"/>
                    <a:pt x="289766" y="367076"/>
                    <a:pt x="289833" y="367446"/>
                  </a:cubicBezTo>
                  <a:cubicBezTo>
                    <a:pt x="289900" y="367816"/>
                    <a:pt x="289833" y="369464"/>
                    <a:pt x="289833" y="369699"/>
                  </a:cubicBezTo>
                  <a:cubicBezTo>
                    <a:pt x="289833" y="369901"/>
                    <a:pt x="291617" y="374039"/>
                    <a:pt x="291617" y="374342"/>
                  </a:cubicBezTo>
                  <a:cubicBezTo>
                    <a:pt x="291617" y="374645"/>
                    <a:pt x="291785" y="377235"/>
                    <a:pt x="291785" y="377470"/>
                  </a:cubicBezTo>
                  <a:cubicBezTo>
                    <a:pt x="291785" y="377706"/>
                    <a:pt x="291785" y="379926"/>
                    <a:pt x="291785" y="379926"/>
                  </a:cubicBezTo>
                  <a:cubicBezTo>
                    <a:pt x="291785" y="379926"/>
                    <a:pt x="291045" y="381675"/>
                    <a:pt x="290540" y="381810"/>
                  </a:cubicBezTo>
                  <a:cubicBezTo>
                    <a:pt x="290035" y="381944"/>
                    <a:pt x="289429" y="382684"/>
                    <a:pt x="289429" y="382953"/>
                  </a:cubicBezTo>
                  <a:cubicBezTo>
                    <a:pt x="289429" y="383256"/>
                    <a:pt x="290809" y="387158"/>
                    <a:pt x="290809" y="387158"/>
                  </a:cubicBezTo>
                  <a:lnTo>
                    <a:pt x="293434" y="392003"/>
                  </a:lnTo>
                  <a:lnTo>
                    <a:pt x="294814" y="393886"/>
                  </a:lnTo>
                  <a:lnTo>
                    <a:pt x="295756" y="397150"/>
                  </a:lnTo>
                  <a:lnTo>
                    <a:pt x="293737" y="399403"/>
                  </a:lnTo>
                  <a:lnTo>
                    <a:pt x="291550" y="401489"/>
                  </a:lnTo>
                  <a:lnTo>
                    <a:pt x="290877" y="403945"/>
                  </a:lnTo>
                  <a:lnTo>
                    <a:pt x="292021" y="407275"/>
                  </a:lnTo>
                  <a:lnTo>
                    <a:pt x="295723" y="410908"/>
                  </a:lnTo>
                  <a:lnTo>
                    <a:pt x="299795" y="414911"/>
                  </a:lnTo>
                  <a:lnTo>
                    <a:pt x="303867" y="417737"/>
                  </a:lnTo>
                  <a:cubicBezTo>
                    <a:pt x="303867" y="417737"/>
                    <a:pt x="306997" y="418107"/>
                    <a:pt x="307502" y="418107"/>
                  </a:cubicBezTo>
                  <a:cubicBezTo>
                    <a:pt x="308007" y="418107"/>
                    <a:pt x="308646" y="415920"/>
                    <a:pt x="308882" y="415786"/>
                  </a:cubicBezTo>
                  <a:cubicBezTo>
                    <a:pt x="309084" y="415651"/>
                    <a:pt x="309319" y="414777"/>
                    <a:pt x="309689" y="414036"/>
                  </a:cubicBezTo>
                  <a:cubicBezTo>
                    <a:pt x="310060" y="413297"/>
                    <a:pt x="310632" y="411581"/>
                    <a:pt x="310699" y="411345"/>
                  </a:cubicBezTo>
                  <a:cubicBezTo>
                    <a:pt x="310766" y="411110"/>
                    <a:pt x="310699" y="410101"/>
                    <a:pt x="310699" y="409663"/>
                  </a:cubicBezTo>
                  <a:cubicBezTo>
                    <a:pt x="310699" y="409226"/>
                    <a:pt x="310901" y="408722"/>
                    <a:pt x="311069" y="407712"/>
                  </a:cubicBezTo>
                  <a:cubicBezTo>
                    <a:pt x="311204" y="406703"/>
                    <a:pt x="311877" y="405694"/>
                    <a:pt x="312213" y="405189"/>
                  </a:cubicBezTo>
                  <a:cubicBezTo>
                    <a:pt x="312584" y="404685"/>
                    <a:pt x="314031" y="403171"/>
                    <a:pt x="314031" y="403171"/>
                  </a:cubicBezTo>
                  <a:cubicBezTo>
                    <a:pt x="314031" y="403171"/>
                    <a:pt x="315781" y="403474"/>
                    <a:pt x="316622" y="403541"/>
                  </a:cubicBezTo>
                  <a:cubicBezTo>
                    <a:pt x="317497" y="403608"/>
                    <a:pt x="319382" y="404416"/>
                    <a:pt x="319584" y="404550"/>
                  </a:cubicBezTo>
                  <a:cubicBezTo>
                    <a:pt x="319819" y="404685"/>
                    <a:pt x="322848" y="407309"/>
                    <a:pt x="322848" y="407309"/>
                  </a:cubicBezTo>
                  <a:lnTo>
                    <a:pt x="323050" y="409630"/>
                  </a:lnTo>
                  <a:lnTo>
                    <a:pt x="323050" y="412960"/>
                  </a:lnTo>
                  <a:lnTo>
                    <a:pt x="322343" y="417602"/>
                  </a:lnTo>
                  <a:cubicBezTo>
                    <a:pt x="322343" y="417602"/>
                    <a:pt x="321973" y="418612"/>
                    <a:pt x="321603" y="418914"/>
                  </a:cubicBezTo>
                  <a:cubicBezTo>
                    <a:pt x="321233" y="419217"/>
                    <a:pt x="319920" y="420865"/>
                    <a:pt x="319853" y="421101"/>
                  </a:cubicBezTo>
                  <a:cubicBezTo>
                    <a:pt x="319786" y="421303"/>
                    <a:pt x="318271" y="422110"/>
                    <a:pt x="317968" y="422177"/>
                  </a:cubicBezTo>
                  <a:cubicBezTo>
                    <a:pt x="317665" y="422245"/>
                    <a:pt x="316656" y="424061"/>
                    <a:pt x="316656" y="424061"/>
                  </a:cubicBezTo>
                  <a:lnTo>
                    <a:pt x="315714" y="425508"/>
                  </a:lnTo>
                  <a:lnTo>
                    <a:pt x="314872" y="429914"/>
                  </a:lnTo>
                  <a:lnTo>
                    <a:pt x="314098" y="433615"/>
                  </a:lnTo>
                  <a:lnTo>
                    <a:pt x="314435" y="436979"/>
                  </a:lnTo>
                  <a:lnTo>
                    <a:pt x="314098" y="442428"/>
                  </a:lnTo>
                  <a:cubicBezTo>
                    <a:pt x="314098" y="442428"/>
                    <a:pt x="316050" y="445355"/>
                    <a:pt x="316488" y="445490"/>
                  </a:cubicBezTo>
                  <a:cubicBezTo>
                    <a:pt x="316925" y="445590"/>
                    <a:pt x="321267" y="446028"/>
                    <a:pt x="321704" y="446028"/>
                  </a:cubicBezTo>
                  <a:cubicBezTo>
                    <a:pt x="322142" y="446028"/>
                    <a:pt x="323017" y="444615"/>
                    <a:pt x="323017" y="444615"/>
                  </a:cubicBezTo>
                  <a:lnTo>
                    <a:pt x="323017" y="442563"/>
                  </a:lnTo>
                  <a:cubicBezTo>
                    <a:pt x="323017" y="442563"/>
                    <a:pt x="323117" y="439535"/>
                    <a:pt x="323017" y="439199"/>
                  </a:cubicBezTo>
                  <a:cubicBezTo>
                    <a:pt x="322916" y="438863"/>
                    <a:pt x="323420" y="438425"/>
                    <a:pt x="323050" y="437988"/>
                  </a:cubicBezTo>
                  <a:cubicBezTo>
                    <a:pt x="322680" y="437551"/>
                    <a:pt x="322243" y="436474"/>
                    <a:pt x="322142" y="436138"/>
                  </a:cubicBezTo>
                  <a:cubicBezTo>
                    <a:pt x="322041" y="435801"/>
                    <a:pt x="322041" y="433749"/>
                    <a:pt x="322041" y="433749"/>
                  </a:cubicBezTo>
                  <a:lnTo>
                    <a:pt x="322377" y="433110"/>
                  </a:lnTo>
                  <a:cubicBezTo>
                    <a:pt x="322377" y="433110"/>
                    <a:pt x="324127" y="432236"/>
                    <a:pt x="324430" y="432236"/>
                  </a:cubicBezTo>
                  <a:cubicBezTo>
                    <a:pt x="324767" y="432236"/>
                    <a:pt x="326281" y="431462"/>
                    <a:pt x="326281" y="431462"/>
                  </a:cubicBezTo>
                  <a:lnTo>
                    <a:pt x="328570" y="430823"/>
                  </a:lnTo>
                  <a:lnTo>
                    <a:pt x="331195" y="433110"/>
                  </a:lnTo>
                  <a:lnTo>
                    <a:pt x="332507" y="435297"/>
                  </a:lnTo>
                  <a:lnTo>
                    <a:pt x="333147" y="437349"/>
                  </a:lnTo>
                  <a:cubicBezTo>
                    <a:pt x="333147" y="437349"/>
                    <a:pt x="332911" y="438762"/>
                    <a:pt x="333147" y="439401"/>
                  </a:cubicBezTo>
                  <a:cubicBezTo>
                    <a:pt x="333349" y="440040"/>
                    <a:pt x="333147" y="444615"/>
                    <a:pt x="333147" y="444615"/>
                  </a:cubicBezTo>
                  <a:cubicBezTo>
                    <a:pt x="333147" y="444615"/>
                    <a:pt x="333349" y="446364"/>
                    <a:pt x="333248" y="447441"/>
                  </a:cubicBezTo>
                  <a:cubicBezTo>
                    <a:pt x="333147" y="448517"/>
                    <a:pt x="333079" y="450603"/>
                    <a:pt x="332844" y="451040"/>
                  </a:cubicBezTo>
                  <a:cubicBezTo>
                    <a:pt x="332608" y="451477"/>
                    <a:pt x="331733" y="454303"/>
                    <a:pt x="331733" y="454303"/>
                  </a:cubicBezTo>
                  <a:lnTo>
                    <a:pt x="331733" y="458205"/>
                  </a:lnTo>
                  <a:cubicBezTo>
                    <a:pt x="331733" y="458205"/>
                    <a:pt x="333517" y="459618"/>
                    <a:pt x="333281" y="459955"/>
                  </a:cubicBezTo>
                  <a:cubicBezTo>
                    <a:pt x="333046" y="460291"/>
                    <a:pt x="333685" y="461132"/>
                    <a:pt x="334998" y="460493"/>
                  </a:cubicBezTo>
                  <a:cubicBezTo>
                    <a:pt x="336478" y="459820"/>
                    <a:pt x="337757" y="459383"/>
                    <a:pt x="338195" y="458407"/>
                  </a:cubicBezTo>
                  <a:close/>
                </a:path>
              </a:pathLst>
            </a:custGeom>
            <a:grpFill/>
            <a:ln w="6350" cap="flat">
              <a:solidFill>
                <a:schemeClr val="bg1"/>
              </a:solidFill>
              <a:prstDash val="solid"/>
              <a:miter/>
            </a:ln>
          </p:spPr>
          <p:txBody>
            <a:bodyPr rtlCol="0" anchor="ctr"/>
            <a:lstStyle/>
            <a:p>
              <a:endParaRPr lang="en-US"/>
            </a:p>
          </p:txBody>
        </p:sp>
        <p:grpSp>
          <p:nvGrpSpPr>
            <p:cNvPr id="65" name="Graphic 11">
              <a:extLst>
                <a:ext uri="{FF2B5EF4-FFF2-40B4-BE49-F238E27FC236}">
                  <a16:creationId xmlns:a16="http://schemas.microsoft.com/office/drawing/2014/main" id="{320B9C0E-A785-EC25-5384-ACACF197E5AA}"/>
                </a:ext>
              </a:extLst>
            </p:cNvPr>
            <p:cNvGrpSpPr/>
            <p:nvPr/>
          </p:nvGrpSpPr>
          <p:grpSpPr>
            <a:xfrm>
              <a:off x="7980671" y="2609627"/>
              <a:ext cx="363191" cy="236874"/>
              <a:chOff x="5630369" y="1818222"/>
              <a:chExt cx="697289" cy="454774"/>
            </a:xfrm>
            <a:grpFill/>
          </p:grpSpPr>
          <p:sp>
            <p:nvSpPr>
              <p:cNvPr id="152" name="Freeform 931">
                <a:extLst>
                  <a:ext uri="{FF2B5EF4-FFF2-40B4-BE49-F238E27FC236}">
                    <a16:creationId xmlns:a16="http://schemas.microsoft.com/office/drawing/2014/main" id="{DBE04E1A-A15B-F9B0-115D-835B2F81C00E}"/>
                  </a:ext>
                </a:extLst>
              </p:cNvPr>
              <p:cNvSpPr/>
              <p:nvPr/>
            </p:nvSpPr>
            <p:spPr>
              <a:xfrm>
                <a:off x="6126606" y="1832384"/>
                <a:ext cx="18576" cy="21899"/>
              </a:xfrm>
              <a:custGeom>
                <a:avLst/>
                <a:gdLst>
                  <a:gd name="connsiteX0" fmla="*/ 2322 w 18576"/>
                  <a:gd name="connsiteY0" fmla="*/ 13052 h 21899"/>
                  <a:gd name="connsiteX1" fmla="*/ 2793 w 18576"/>
                  <a:gd name="connsiteY1" fmla="*/ 13624 h 21899"/>
                  <a:gd name="connsiteX2" fmla="*/ 9154 w 18576"/>
                  <a:gd name="connsiteY2" fmla="*/ 21899 h 21899"/>
                  <a:gd name="connsiteX3" fmla="*/ 17029 w 18576"/>
                  <a:gd name="connsiteY3" fmla="*/ 17627 h 21899"/>
                  <a:gd name="connsiteX4" fmla="*/ 18577 w 18576"/>
                  <a:gd name="connsiteY4" fmla="*/ 11303 h 21899"/>
                  <a:gd name="connsiteX5" fmla="*/ 18577 w 18576"/>
                  <a:gd name="connsiteY5" fmla="*/ 5517 h 21899"/>
                  <a:gd name="connsiteX6" fmla="*/ 10433 w 18576"/>
                  <a:gd name="connsiteY6" fmla="*/ 1749 h 21899"/>
                  <a:gd name="connsiteX7" fmla="*/ 2322 w 18576"/>
                  <a:gd name="connsiteY7" fmla="*/ 0 h 21899"/>
                  <a:gd name="connsiteX8" fmla="*/ 0 w 18576"/>
                  <a:gd name="connsiteY8" fmla="*/ 5820 h 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6" h="21899">
                    <a:moveTo>
                      <a:pt x="2322" y="13052"/>
                    </a:moveTo>
                    <a:lnTo>
                      <a:pt x="2793" y="13624"/>
                    </a:lnTo>
                    <a:lnTo>
                      <a:pt x="9154" y="21899"/>
                    </a:lnTo>
                    <a:lnTo>
                      <a:pt x="17029" y="17627"/>
                    </a:lnTo>
                    <a:lnTo>
                      <a:pt x="18577" y="11303"/>
                    </a:lnTo>
                    <a:lnTo>
                      <a:pt x="18577" y="5517"/>
                    </a:lnTo>
                    <a:lnTo>
                      <a:pt x="10433" y="1749"/>
                    </a:lnTo>
                    <a:lnTo>
                      <a:pt x="2322" y="0"/>
                    </a:lnTo>
                    <a:lnTo>
                      <a:pt x="0" y="5820"/>
                    </a:lnTo>
                    <a:close/>
                  </a:path>
                </a:pathLst>
              </a:custGeom>
              <a:grpFill/>
              <a:ln w="6350" cap="flat">
                <a:solidFill>
                  <a:schemeClr val="bg1"/>
                </a:solidFill>
                <a:prstDash val="solid"/>
                <a:miter/>
              </a:ln>
            </p:spPr>
            <p:txBody>
              <a:bodyPr rtlCol="0" anchor="ctr"/>
              <a:lstStyle/>
              <a:p>
                <a:endParaRPr lang="en-US"/>
              </a:p>
            </p:txBody>
          </p:sp>
          <p:sp>
            <p:nvSpPr>
              <p:cNvPr id="153" name="Freeform 932">
                <a:extLst>
                  <a:ext uri="{FF2B5EF4-FFF2-40B4-BE49-F238E27FC236}">
                    <a16:creationId xmlns:a16="http://schemas.microsoft.com/office/drawing/2014/main" id="{06CCA0AB-D05D-AC7D-3638-345B225E6ECD}"/>
                  </a:ext>
                </a:extLst>
              </p:cNvPr>
              <p:cNvSpPr/>
              <p:nvPr/>
            </p:nvSpPr>
            <p:spPr>
              <a:xfrm>
                <a:off x="6131250" y="1818222"/>
                <a:ext cx="6663" cy="8376"/>
              </a:xfrm>
              <a:custGeom>
                <a:avLst/>
                <a:gdLst>
                  <a:gd name="connsiteX0" fmla="*/ 0 w 6663"/>
                  <a:gd name="connsiteY0" fmla="*/ 8376 h 8376"/>
                  <a:gd name="connsiteX1" fmla="*/ 4375 w 6663"/>
                  <a:gd name="connsiteY1" fmla="*/ 8376 h 8376"/>
                  <a:gd name="connsiteX2" fmla="*/ 6664 w 6663"/>
                  <a:gd name="connsiteY2" fmla="*/ 2893 h 8376"/>
                  <a:gd name="connsiteX3" fmla="*/ 3332 w 6663"/>
                  <a:gd name="connsiteY3" fmla="*/ 0 h 8376"/>
                  <a:gd name="connsiteX4" fmla="*/ 0 w 6663"/>
                  <a:gd name="connsiteY4" fmla="*/ 4171 h 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 h="8376">
                    <a:moveTo>
                      <a:pt x="0" y="8376"/>
                    </a:moveTo>
                    <a:lnTo>
                      <a:pt x="4375" y="8376"/>
                    </a:lnTo>
                    <a:lnTo>
                      <a:pt x="6664" y="2893"/>
                    </a:lnTo>
                    <a:lnTo>
                      <a:pt x="3332" y="0"/>
                    </a:lnTo>
                    <a:lnTo>
                      <a:pt x="0" y="4171"/>
                    </a:lnTo>
                    <a:close/>
                  </a:path>
                </a:pathLst>
              </a:custGeom>
              <a:grpFill/>
              <a:ln w="6350" cap="flat">
                <a:solidFill>
                  <a:schemeClr val="bg1"/>
                </a:solidFill>
                <a:prstDash val="solid"/>
                <a:miter/>
              </a:ln>
            </p:spPr>
            <p:txBody>
              <a:bodyPr rtlCol="0" anchor="ctr"/>
              <a:lstStyle/>
              <a:p>
                <a:endParaRPr lang="en-US"/>
              </a:p>
            </p:txBody>
          </p:sp>
          <p:sp>
            <p:nvSpPr>
              <p:cNvPr id="154" name="Freeform 933">
                <a:extLst>
                  <a:ext uri="{FF2B5EF4-FFF2-40B4-BE49-F238E27FC236}">
                    <a16:creationId xmlns:a16="http://schemas.microsoft.com/office/drawing/2014/main" id="{DB0AE4DA-B84C-FF56-6C67-D042BE861B83}"/>
                  </a:ext>
                </a:extLst>
              </p:cNvPr>
              <p:cNvSpPr/>
              <p:nvPr/>
            </p:nvSpPr>
            <p:spPr>
              <a:xfrm>
                <a:off x="5630369" y="1836959"/>
                <a:ext cx="697289" cy="436036"/>
              </a:xfrm>
              <a:custGeom>
                <a:avLst/>
                <a:gdLst>
                  <a:gd name="connsiteX0" fmla="*/ 695977 w 697289"/>
                  <a:gd name="connsiteY0" fmla="*/ 49820 h 436036"/>
                  <a:gd name="connsiteX1" fmla="*/ 693688 w 697289"/>
                  <a:gd name="connsiteY1" fmla="*/ 49618 h 436036"/>
                  <a:gd name="connsiteX2" fmla="*/ 689347 w 697289"/>
                  <a:gd name="connsiteY2" fmla="*/ 51368 h 436036"/>
                  <a:gd name="connsiteX3" fmla="*/ 686318 w 697289"/>
                  <a:gd name="connsiteY3" fmla="*/ 52007 h 436036"/>
                  <a:gd name="connsiteX4" fmla="*/ 680025 w 697289"/>
                  <a:gd name="connsiteY4" fmla="*/ 55270 h 436036"/>
                  <a:gd name="connsiteX5" fmla="*/ 675448 w 697289"/>
                  <a:gd name="connsiteY5" fmla="*/ 57221 h 436036"/>
                  <a:gd name="connsiteX6" fmla="*/ 667404 w 697289"/>
                  <a:gd name="connsiteY6" fmla="*/ 58096 h 436036"/>
                  <a:gd name="connsiteX7" fmla="*/ 662625 w 697289"/>
                  <a:gd name="connsiteY7" fmla="*/ 56582 h 436036"/>
                  <a:gd name="connsiteX8" fmla="*/ 662625 w 697289"/>
                  <a:gd name="connsiteY8" fmla="*/ 49618 h 436036"/>
                  <a:gd name="connsiteX9" fmla="*/ 662625 w 697289"/>
                  <a:gd name="connsiteY9" fmla="*/ 44169 h 436036"/>
                  <a:gd name="connsiteX10" fmla="*/ 658721 w 697289"/>
                  <a:gd name="connsiteY10" fmla="*/ 41141 h 436036"/>
                  <a:gd name="connsiteX11" fmla="*/ 655894 w 697289"/>
                  <a:gd name="connsiteY11" fmla="*/ 43765 h 436036"/>
                  <a:gd name="connsiteX12" fmla="*/ 651317 w 697289"/>
                  <a:gd name="connsiteY12" fmla="*/ 45279 h 436036"/>
                  <a:gd name="connsiteX13" fmla="*/ 648928 w 697289"/>
                  <a:gd name="connsiteY13" fmla="*/ 42251 h 436036"/>
                  <a:gd name="connsiteX14" fmla="*/ 647178 w 697289"/>
                  <a:gd name="connsiteY14" fmla="*/ 38988 h 436036"/>
                  <a:gd name="connsiteX15" fmla="*/ 642029 w 697289"/>
                  <a:gd name="connsiteY15" fmla="*/ 39056 h 436036"/>
                  <a:gd name="connsiteX16" fmla="*/ 638057 w 697289"/>
                  <a:gd name="connsiteY16" fmla="*/ 39863 h 436036"/>
                  <a:gd name="connsiteX17" fmla="*/ 633480 w 697289"/>
                  <a:gd name="connsiteY17" fmla="*/ 42251 h 436036"/>
                  <a:gd name="connsiteX18" fmla="*/ 629778 w 697289"/>
                  <a:gd name="connsiteY18" fmla="*/ 44135 h 436036"/>
                  <a:gd name="connsiteX19" fmla="*/ 627086 w 697289"/>
                  <a:gd name="connsiteY19" fmla="*/ 47533 h 436036"/>
                  <a:gd name="connsiteX20" fmla="*/ 624562 w 697289"/>
                  <a:gd name="connsiteY20" fmla="*/ 51738 h 436036"/>
                  <a:gd name="connsiteX21" fmla="*/ 623485 w 697289"/>
                  <a:gd name="connsiteY21" fmla="*/ 53992 h 436036"/>
                  <a:gd name="connsiteX22" fmla="*/ 619345 w 697289"/>
                  <a:gd name="connsiteY22" fmla="*/ 53992 h 436036"/>
                  <a:gd name="connsiteX23" fmla="*/ 614331 w 697289"/>
                  <a:gd name="connsiteY23" fmla="*/ 54631 h 436036"/>
                  <a:gd name="connsiteX24" fmla="*/ 609350 w 697289"/>
                  <a:gd name="connsiteY24" fmla="*/ 55505 h 436036"/>
                  <a:gd name="connsiteX25" fmla="*/ 605446 w 697289"/>
                  <a:gd name="connsiteY25" fmla="*/ 56380 h 436036"/>
                  <a:gd name="connsiteX26" fmla="*/ 601307 w 697289"/>
                  <a:gd name="connsiteY26" fmla="*/ 57457 h 436036"/>
                  <a:gd name="connsiteX27" fmla="*/ 598042 w 697289"/>
                  <a:gd name="connsiteY27" fmla="*/ 58970 h 436036"/>
                  <a:gd name="connsiteX28" fmla="*/ 594138 w 697289"/>
                  <a:gd name="connsiteY28" fmla="*/ 59172 h 436036"/>
                  <a:gd name="connsiteX29" fmla="*/ 588686 w 697289"/>
                  <a:gd name="connsiteY29" fmla="*/ 58533 h 436036"/>
                  <a:gd name="connsiteX30" fmla="*/ 585657 w 697289"/>
                  <a:gd name="connsiteY30" fmla="*/ 55909 h 436036"/>
                  <a:gd name="connsiteX31" fmla="*/ 583469 w 697289"/>
                  <a:gd name="connsiteY31" fmla="*/ 53756 h 436036"/>
                  <a:gd name="connsiteX32" fmla="*/ 581518 w 697289"/>
                  <a:gd name="connsiteY32" fmla="*/ 50930 h 436036"/>
                  <a:gd name="connsiteX33" fmla="*/ 579128 w 697289"/>
                  <a:gd name="connsiteY33" fmla="*/ 47903 h 436036"/>
                  <a:gd name="connsiteX34" fmla="*/ 577378 w 697289"/>
                  <a:gd name="connsiteY34" fmla="*/ 44438 h 436036"/>
                  <a:gd name="connsiteX35" fmla="*/ 577378 w 697289"/>
                  <a:gd name="connsiteY35" fmla="*/ 40973 h 436036"/>
                  <a:gd name="connsiteX36" fmla="*/ 577378 w 697289"/>
                  <a:gd name="connsiteY36" fmla="*/ 37710 h 436036"/>
                  <a:gd name="connsiteX37" fmla="*/ 575662 w 697289"/>
                  <a:gd name="connsiteY37" fmla="*/ 37508 h 436036"/>
                  <a:gd name="connsiteX38" fmla="*/ 573912 w 697289"/>
                  <a:gd name="connsiteY38" fmla="*/ 38147 h 436036"/>
                  <a:gd name="connsiteX39" fmla="*/ 572162 w 697289"/>
                  <a:gd name="connsiteY39" fmla="*/ 40973 h 436036"/>
                  <a:gd name="connsiteX40" fmla="*/ 572162 w 697289"/>
                  <a:gd name="connsiteY40" fmla="*/ 44001 h 436036"/>
                  <a:gd name="connsiteX41" fmla="*/ 571287 w 697289"/>
                  <a:gd name="connsiteY41" fmla="*/ 48777 h 436036"/>
                  <a:gd name="connsiteX42" fmla="*/ 567147 w 697289"/>
                  <a:gd name="connsiteY42" fmla="*/ 48777 h 436036"/>
                  <a:gd name="connsiteX43" fmla="*/ 564959 w 697289"/>
                  <a:gd name="connsiteY43" fmla="*/ 48004 h 436036"/>
                  <a:gd name="connsiteX44" fmla="*/ 560618 w 697289"/>
                  <a:gd name="connsiteY44" fmla="*/ 44842 h 436036"/>
                  <a:gd name="connsiteX45" fmla="*/ 555839 w 697289"/>
                  <a:gd name="connsiteY45" fmla="*/ 44203 h 436036"/>
                  <a:gd name="connsiteX46" fmla="*/ 553652 w 697289"/>
                  <a:gd name="connsiteY46" fmla="*/ 41579 h 436036"/>
                  <a:gd name="connsiteX47" fmla="*/ 554729 w 697289"/>
                  <a:gd name="connsiteY47" fmla="*/ 35725 h 436036"/>
                  <a:gd name="connsiteX48" fmla="*/ 554729 w 697289"/>
                  <a:gd name="connsiteY48" fmla="*/ 33976 h 436036"/>
                  <a:gd name="connsiteX49" fmla="*/ 552878 w 697289"/>
                  <a:gd name="connsiteY49" fmla="*/ 30074 h 436036"/>
                  <a:gd name="connsiteX50" fmla="*/ 549950 w 697289"/>
                  <a:gd name="connsiteY50" fmla="*/ 29637 h 436036"/>
                  <a:gd name="connsiteX51" fmla="*/ 547123 w 697289"/>
                  <a:gd name="connsiteY51" fmla="*/ 29199 h 436036"/>
                  <a:gd name="connsiteX52" fmla="*/ 540829 w 697289"/>
                  <a:gd name="connsiteY52" fmla="*/ 27685 h 436036"/>
                  <a:gd name="connsiteX53" fmla="*/ 536488 w 697289"/>
                  <a:gd name="connsiteY53" fmla="*/ 25095 h 436036"/>
                  <a:gd name="connsiteX54" fmla="*/ 533425 w 697289"/>
                  <a:gd name="connsiteY54" fmla="*/ 22471 h 436036"/>
                  <a:gd name="connsiteX55" fmla="*/ 529084 w 697289"/>
                  <a:gd name="connsiteY55" fmla="*/ 21832 h 436036"/>
                  <a:gd name="connsiteX56" fmla="*/ 524305 w 697289"/>
                  <a:gd name="connsiteY56" fmla="*/ 22068 h 436036"/>
                  <a:gd name="connsiteX57" fmla="*/ 517136 w 697289"/>
                  <a:gd name="connsiteY57" fmla="*/ 24658 h 436036"/>
                  <a:gd name="connsiteX58" fmla="*/ 508218 w 697289"/>
                  <a:gd name="connsiteY58" fmla="*/ 28796 h 436036"/>
                  <a:gd name="connsiteX59" fmla="*/ 503641 w 697289"/>
                  <a:gd name="connsiteY59" fmla="*/ 29435 h 436036"/>
                  <a:gd name="connsiteX60" fmla="*/ 499939 w 697289"/>
                  <a:gd name="connsiteY60" fmla="*/ 30949 h 436036"/>
                  <a:gd name="connsiteX61" fmla="*/ 493208 w 697289"/>
                  <a:gd name="connsiteY61" fmla="*/ 35086 h 436036"/>
                  <a:gd name="connsiteX62" fmla="*/ 489304 w 697289"/>
                  <a:gd name="connsiteY62" fmla="*/ 36600 h 436036"/>
                  <a:gd name="connsiteX63" fmla="*/ 484525 w 697289"/>
                  <a:gd name="connsiteY63" fmla="*/ 38349 h 436036"/>
                  <a:gd name="connsiteX64" fmla="*/ 479948 w 697289"/>
                  <a:gd name="connsiteY64" fmla="*/ 38114 h 436036"/>
                  <a:gd name="connsiteX65" fmla="*/ 475169 w 697289"/>
                  <a:gd name="connsiteY65" fmla="*/ 39190 h 436036"/>
                  <a:gd name="connsiteX66" fmla="*/ 471904 w 697289"/>
                  <a:gd name="connsiteY66" fmla="*/ 42218 h 436036"/>
                  <a:gd name="connsiteX67" fmla="*/ 473857 w 697289"/>
                  <a:gd name="connsiteY67" fmla="*/ 45918 h 436036"/>
                  <a:gd name="connsiteX68" fmla="*/ 477121 w 697289"/>
                  <a:gd name="connsiteY68" fmla="*/ 46793 h 436036"/>
                  <a:gd name="connsiteX69" fmla="*/ 479948 w 697289"/>
                  <a:gd name="connsiteY69" fmla="*/ 49618 h 436036"/>
                  <a:gd name="connsiteX70" fmla="*/ 479948 w 697289"/>
                  <a:gd name="connsiteY70" fmla="*/ 52007 h 436036"/>
                  <a:gd name="connsiteX71" fmla="*/ 476347 w 697289"/>
                  <a:gd name="connsiteY71" fmla="*/ 56784 h 436036"/>
                  <a:gd name="connsiteX72" fmla="*/ 470356 w 697289"/>
                  <a:gd name="connsiteY72" fmla="*/ 64184 h 436036"/>
                  <a:gd name="connsiteX73" fmla="*/ 463390 w 697289"/>
                  <a:gd name="connsiteY73" fmla="*/ 70912 h 436036"/>
                  <a:gd name="connsiteX74" fmla="*/ 456861 w 697289"/>
                  <a:gd name="connsiteY74" fmla="*/ 76564 h 436036"/>
                  <a:gd name="connsiteX75" fmla="*/ 448616 w 697289"/>
                  <a:gd name="connsiteY75" fmla="*/ 77640 h 436036"/>
                  <a:gd name="connsiteX76" fmla="*/ 446664 w 697289"/>
                  <a:gd name="connsiteY76" fmla="*/ 78515 h 436036"/>
                  <a:gd name="connsiteX77" fmla="*/ 444510 w 697289"/>
                  <a:gd name="connsiteY77" fmla="*/ 81980 h 436036"/>
                  <a:gd name="connsiteX78" fmla="*/ 443837 w 697289"/>
                  <a:gd name="connsiteY78" fmla="*/ 85680 h 436036"/>
                  <a:gd name="connsiteX79" fmla="*/ 446024 w 697289"/>
                  <a:gd name="connsiteY79" fmla="*/ 87429 h 436036"/>
                  <a:gd name="connsiteX80" fmla="*/ 448649 w 697289"/>
                  <a:gd name="connsiteY80" fmla="*/ 89616 h 436036"/>
                  <a:gd name="connsiteX81" fmla="*/ 448649 w 697289"/>
                  <a:gd name="connsiteY81" fmla="*/ 92206 h 436036"/>
                  <a:gd name="connsiteX82" fmla="*/ 446798 w 697289"/>
                  <a:gd name="connsiteY82" fmla="*/ 96983 h 436036"/>
                  <a:gd name="connsiteX83" fmla="*/ 443433 w 697289"/>
                  <a:gd name="connsiteY83" fmla="*/ 102197 h 436036"/>
                  <a:gd name="connsiteX84" fmla="*/ 439731 w 697289"/>
                  <a:gd name="connsiteY84" fmla="*/ 106974 h 436036"/>
                  <a:gd name="connsiteX85" fmla="*/ 432764 w 697289"/>
                  <a:gd name="connsiteY85" fmla="*/ 109362 h 436036"/>
                  <a:gd name="connsiteX86" fmla="*/ 426908 w 697289"/>
                  <a:gd name="connsiteY86" fmla="*/ 109564 h 436036"/>
                  <a:gd name="connsiteX87" fmla="*/ 417351 w 697289"/>
                  <a:gd name="connsiteY87" fmla="*/ 109564 h 436036"/>
                  <a:gd name="connsiteX88" fmla="*/ 410182 w 697289"/>
                  <a:gd name="connsiteY88" fmla="*/ 110102 h 436036"/>
                  <a:gd name="connsiteX89" fmla="*/ 403889 w 697289"/>
                  <a:gd name="connsiteY89" fmla="*/ 111953 h 436036"/>
                  <a:gd name="connsiteX90" fmla="*/ 400187 w 697289"/>
                  <a:gd name="connsiteY90" fmla="*/ 112592 h 436036"/>
                  <a:gd name="connsiteX91" fmla="*/ 391066 w 697289"/>
                  <a:gd name="connsiteY91" fmla="*/ 112794 h 436036"/>
                  <a:gd name="connsiteX92" fmla="*/ 384336 w 697289"/>
                  <a:gd name="connsiteY92" fmla="*/ 110843 h 436036"/>
                  <a:gd name="connsiteX93" fmla="*/ 379119 w 697289"/>
                  <a:gd name="connsiteY93" fmla="*/ 108454 h 436036"/>
                  <a:gd name="connsiteX94" fmla="*/ 373902 w 697289"/>
                  <a:gd name="connsiteY94" fmla="*/ 106940 h 436036"/>
                  <a:gd name="connsiteX95" fmla="*/ 373902 w 697289"/>
                  <a:gd name="connsiteY95" fmla="*/ 101087 h 436036"/>
                  <a:gd name="connsiteX96" fmla="*/ 366835 w 697289"/>
                  <a:gd name="connsiteY96" fmla="*/ 96748 h 436036"/>
                  <a:gd name="connsiteX97" fmla="*/ 363234 w 697289"/>
                  <a:gd name="connsiteY97" fmla="*/ 94359 h 436036"/>
                  <a:gd name="connsiteX98" fmla="*/ 355191 w 697289"/>
                  <a:gd name="connsiteY98" fmla="*/ 90894 h 436036"/>
                  <a:gd name="connsiteX99" fmla="*/ 355830 w 697289"/>
                  <a:gd name="connsiteY99" fmla="*/ 87833 h 436036"/>
                  <a:gd name="connsiteX100" fmla="*/ 356469 w 697289"/>
                  <a:gd name="connsiteY100" fmla="*/ 85007 h 436036"/>
                  <a:gd name="connsiteX101" fmla="*/ 362931 w 697289"/>
                  <a:gd name="connsiteY101" fmla="*/ 83191 h 436036"/>
                  <a:gd name="connsiteX102" fmla="*/ 362123 w 697289"/>
                  <a:gd name="connsiteY102" fmla="*/ 77035 h 436036"/>
                  <a:gd name="connsiteX103" fmla="*/ 361686 w 697289"/>
                  <a:gd name="connsiteY103" fmla="*/ 69230 h 436036"/>
                  <a:gd name="connsiteX104" fmla="*/ 361619 w 697289"/>
                  <a:gd name="connsiteY104" fmla="*/ 61998 h 436036"/>
                  <a:gd name="connsiteX105" fmla="*/ 362864 w 697289"/>
                  <a:gd name="connsiteY105" fmla="*/ 57423 h 436036"/>
                  <a:gd name="connsiteX106" fmla="*/ 363941 w 697289"/>
                  <a:gd name="connsiteY106" fmla="*/ 53352 h 436036"/>
                  <a:gd name="connsiteX107" fmla="*/ 367272 w 697289"/>
                  <a:gd name="connsiteY107" fmla="*/ 49955 h 436036"/>
                  <a:gd name="connsiteX108" fmla="*/ 369931 w 697289"/>
                  <a:gd name="connsiteY108" fmla="*/ 46389 h 436036"/>
                  <a:gd name="connsiteX109" fmla="*/ 370470 w 697289"/>
                  <a:gd name="connsiteY109" fmla="*/ 44034 h 436036"/>
                  <a:gd name="connsiteX110" fmla="*/ 368080 w 697289"/>
                  <a:gd name="connsiteY110" fmla="*/ 41410 h 436036"/>
                  <a:gd name="connsiteX111" fmla="*/ 363840 w 697289"/>
                  <a:gd name="connsiteY111" fmla="*/ 39998 h 436036"/>
                  <a:gd name="connsiteX112" fmla="*/ 360138 w 697289"/>
                  <a:gd name="connsiteY112" fmla="*/ 38786 h 436036"/>
                  <a:gd name="connsiteX113" fmla="*/ 359263 w 697289"/>
                  <a:gd name="connsiteY113" fmla="*/ 37575 h 436036"/>
                  <a:gd name="connsiteX114" fmla="*/ 359902 w 697289"/>
                  <a:gd name="connsiteY114" fmla="*/ 33875 h 436036"/>
                  <a:gd name="connsiteX115" fmla="*/ 359902 w 697289"/>
                  <a:gd name="connsiteY115" fmla="*/ 31386 h 436036"/>
                  <a:gd name="connsiteX116" fmla="*/ 361652 w 697289"/>
                  <a:gd name="connsiteY116" fmla="*/ 28661 h 436036"/>
                  <a:gd name="connsiteX117" fmla="*/ 361652 w 697289"/>
                  <a:gd name="connsiteY117" fmla="*/ 23447 h 436036"/>
                  <a:gd name="connsiteX118" fmla="*/ 361652 w 697289"/>
                  <a:gd name="connsiteY118" fmla="*/ 20857 h 436036"/>
                  <a:gd name="connsiteX119" fmla="*/ 360306 w 697289"/>
                  <a:gd name="connsiteY119" fmla="*/ 20083 h 436036"/>
                  <a:gd name="connsiteX120" fmla="*/ 355897 w 697289"/>
                  <a:gd name="connsiteY120" fmla="*/ 17795 h 436036"/>
                  <a:gd name="connsiteX121" fmla="*/ 352431 w 697289"/>
                  <a:gd name="connsiteY121" fmla="*/ 16921 h 436036"/>
                  <a:gd name="connsiteX122" fmla="*/ 350041 w 697289"/>
                  <a:gd name="connsiteY122" fmla="*/ 18132 h 436036"/>
                  <a:gd name="connsiteX123" fmla="*/ 347551 w 697289"/>
                  <a:gd name="connsiteY123" fmla="*/ 18334 h 436036"/>
                  <a:gd name="connsiteX124" fmla="*/ 346037 w 697289"/>
                  <a:gd name="connsiteY124" fmla="*/ 18535 h 436036"/>
                  <a:gd name="connsiteX125" fmla="*/ 347349 w 697289"/>
                  <a:gd name="connsiteY125" fmla="*/ 16046 h 436036"/>
                  <a:gd name="connsiteX126" fmla="*/ 348325 w 697289"/>
                  <a:gd name="connsiteY126" fmla="*/ 14196 h 436036"/>
                  <a:gd name="connsiteX127" fmla="*/ 349301 w 697289"/>
                  <a:gd name="connsiteY127" fmla="*/ 11908 h 436036"/>
                  <a:gd name="connsiteX128" fmla="*/ 347887 w 697289"/>
                  <a:gd name="connsiteY128" fmla="*/ 9285 h 436036"/>
                  <a:gd name="connsiteX129" fmla="*/ 345936 w 697289"/>
                  <a:gd name="connsiteY129" fmla="*/ 7098 h 436036"/>
                  <a:gd name="connsiteX130" fmla="*/ 342570 w 697289"/>
                  <a:gd name="connsiteY130" fmla="*/ 5483 h 436036"/>
                  <a:gd name="connsiteX131" fmla="*/ 340719 w 697289"/>
                  <a:gd name="connsiteY131" fmla="*/ 5248 h 436036"/>
                  <a:gd name="connsiteX132" fmla="*/ 337017 w 697289"/>
                  <a:gd name="connsiteY132" fmla="*/ 5685 h 436036"/>
                  <a:gd name="connsiteX133" fmla="*/ 334964 w 697289"/>
                  <a:gd name="connsiteY133" fmla="*/ 6896 h 436036"/>
                  <a:gd name="connsiteX134" fmla="*/ 332911 w 697289"/>
                  <a:gd name="connsiteY134" fmla="*/ 9621 h 436036"/>
                  <a:gd name="connsiteX135" fmla="*/ 331700 w 697289"/>
                  <a:gd name="connsiteY135" fmla="*/ 11673 h 436036"/>
                  <a:gd name="connsiteX136" fmla="*/ 329411 w 697289"/>
                  <a:gd name="connsiteY136" fmla="*/ 14061 h 436036"/>
                  <a:gd name="connsiteX137" fmla="*/ 327796 w 697289"/>
                  <a:gd name="connsiteY137" fmla="*/ 16113 h 436036"/>
                  <a:gd name="connsiteX138" fmla="*/ 326281 w 697289"/>
                  <a:gd name="connsiteY138" fmla="*/ 17863 h 436036"/>
                  <a:gd name="connsiteX139" fmla="*/ 322041 w 697289"/>
                  <a:gd name="connsiteY139" fmla="*/ 18199 h 436036"/>
                  <a:gd name="connsiteX140" fmla="*/ 318574 w 697289"/>
                  <a:gd name="connsiteY140" fmla="*/ 17560 h 436036"/>
                  <a:gd name="connsiteX141" fmla="*/ 317397 w 697289"/>
                  <a:gd name="connsiteY141" fmla="*/ 15070 h 436036"/>
                  <a:gd name="connsiteX142" fmla="*/ 315882 w 697289"/>
                  <a:gd name="connsiteY142" fmla="*/ 12581 h 436036"/>
                  <a:gd name="connsiteX143" fmla="*/ 307132 w 697289"/>
                  <a:gd name="connsiteY143" fmla="*/ 12649 h 436036"/>
                  <a:gd name="connsiteX144" fmla="*/ 302218 w 697289"/>
                  <a:gd name="connsiteY144" fmla="*/ 12985 h 436036"/>
                  <a:gd name="connsiteX145" fmla="*/ 294646 w 697289"/>
                  <a:gd name="connsiteY145" fmla="*/ 13792 h 436036"/>
                  <a:gd name="connsiteX146" fmla="*/ 291112 w 697289"/>
                  <a:gd name="connsiteY146" fmla="*/ 12043 h 436036"/>
                  <a:gd name="connsiteX147" fmla="*/ 286939 w 697289"/>
                  <a:gd name="connsiteY147" fmla="*/ 10731 h 436036"/>
                  <a:gd name="connsiteX148" fmla="*/ 285055 w 697289"/>
                  <a:gd name="connsiteY148" fmla="*/ 11774 h 436036"/>
                  <a:gd name="connsiteX149" fmla="*/ 283472 w 697289"/>
                  <a:gd name="connsiteY149" fmla="*/ 14229 h 436036"/>
                  <a:gd name="connsiteX150" fmla="*/ 282766 w 697289"/>
                  <a:gd name="connsiteY150" fmla="*/ 18804 h 436036"/>
                  <a:gd name="connsiteX151" fmla="*/ 283472 w 697289"/>
                  <a:gd name="connsiteY151" fmla="*/ 25802 h 436036"/>
                  <a:gd name="connsiteX152" fmla="*/ 280881 w 697289"/>
                  <a:gd name="connsiteY152" fmla="*/ 29535 h 436036"/>
                  <a:gd name="connsiteX153" fmla="*/ 277684 w 697289"/>
                  <a:gd name="connsiteY153" fmla="*/ 33169 h 436036"/>
                  <a:gd name="connsiteX154" fmla="*/ 275732 w 697289"/>
                  <a:gd name="connsiteY154" fmla="*/ 36364 h 436036"/>
                  <a:gd name="connsiteX155" fmla="*/ 273410 w 697289"/>
                  <a:gd name="connsiteY155" fmla="*/ 38820 h 436036"/>
                  <a:gd name="connsiteX156" fmla="*/ 271559 w 697289"/>
                  <a:gd name="connsiteY156" fmla="*/ 37912 h 436036"/>
                  <a:gd name="connsiteX157" fmla="*/ 271794 w 697289"/>
                  <a:gd name="connsiteY157" fmla="*/ 36499 h 436036"/>
                  <a:gd name="connsiteX158" fmla="*/ 273141 w 697289"/>
                  <a:gd name="connsiteY158" fmla="*/ 32429 h 436036"/>
                  <a:gd name="connsiteX159" fmla="*/ 274386 w 697289"/>
                  <a:gd name="connsiteY159" fmla="*/ 29435 h 436036"/>
                  <a:gd name="connsiteX160" fmla="*/ 275362 w 697289"/>
                  <a:gd name="connsiteY160" fmla="*/ 26441 h 436036"/>
                  <a:gd name="connsiteX161" fmla="*/ 275025 w 697289"/>
                  <a:gd name="connsiteY161" fmla="*/ 18031 h 436036"/>
                  <a:gd name="connsiteX162" fmla="*/ 273073 w 697289"/>
                  <a:gd name="connsiteY162" fmla="*/ 14768 h 436036"/>
                  <a:gd name="connsiteX163" fmla="*/ 270011 w 697289"/>
                  <a:gd name="connsiteY163" fmla="*/ 13019 h 436036"/>
                  <a:gd name="connsiteX164" fmla="*/ 268261 w 697289"/>
                  <a:gd name="connsiteY164" fmla="*/ 11942 h 436036"/>
                  <a:gd name="connsiteX165" fmla="*/ 265669 w 697289"/>
                  <a:gd name="connsiteY165" fmla="*/ 12379 h 436036"/>
                  <a:gd name="connsiteX166" fmla="*/ 260251 w 697289"/>
                  <a:gd name="connsiteY166" fmla="*/ 11303 h 436036"/>
                  <a:gd name="connsiteX167" fmla="*/ 259140 w 697289"/>
                  <a:gd name="connsiteY167" fmla="*/ 9554 h 436036"/>
                  <a:gd name="connsiteX168" fmla="*/ 259140 w 697289"/>
                  <a:gd name="connsiteY168" fmla="*/ 4339 h 436036"/>
                  <a:gd name="connsiteX169" fmla="*/ 259140 w 697289"/>
                  <a:gd name="connsiteY169" fmla="*/ 1749 h 436036"/>
                  <a:gd name="connsiteX170" fmla="*/ 256549 w 697289"/>
                  <a:gd name="connsiteY170" fmla="*/ 0 h 436036"/>
                  <a:gd name="connsiteX171" fmla="*/ 253284 w 697289"/>
                  <a:gd name="connsiteY171" fmla="*/ 0 h 436036"/>
                  <a:gd name="connsiteX172" fmla="*/ 252208 w 697289"/>
                  <a:gd name="connsiteY172" fmla="*/ 875 h 436036"/>
                  <a:gd name="connsiteX173" fmla="*/ 252208 w 697289"/>
                  <a:gd name="connsiteY173" fmla="*/ 3128 h 436036"/>
                  <a:gd name="connsiteX174" fmla="*/ 250356 w 697289"/>
                  <a:gd name="connsiteY174" fmla="*/ 7266 h 436036"/>
                  <a:gd name="connsiteX175" fmla="*/ 248741 w 697289"/>
                  <a:gd name="connsiteY175" fmla="*/ 9890 h 436036"/>
                  <a:gd name="connsiteX176" fmla="*/ 246150 w 697289"/>
                  <a:gd name="connsiteY176" fmla="*/ 12278 h 436036"/>
                  <a:gd name="connsiteX177" fmla="*/ 242649 w 697289"/>
                  <a:gd name="connsiteY177" fmla="*/ 12278 h 436036"/>
                  <a:gd name="connsiteX178" fmla="*/ 236356 w 697289"/>
                  <a:gd name="connsiteY178" fmla="*/ 13355 h 436036"/>
                  <a:gd name="connsiteX179" fmla="*/ 231342 w 697289"/>
                  <a:gd name="connsiteY179" fmla="*/ 14869 h 436036"/>
                  <a:gd name="connsiteX180" fmla="*/ 231342 w 697289"/>
                  <a:gd name="connsiteY180" fmla="*/ 23312 h 436036"/>
                  <a:gd name="connsiteX181" fmla="*/ 229390 w 697289"/>
                  <a:gd name="connsiteY181" fmla="*/ 26340 h 436036"/>
                  <a:gd name="connsiteX182" fmla="*/ 227640 w 697289"/>
                  <a:gd name="connsiteY182" fmla="*/ 31991 h 436036"/>
                  <a:gd name="connsiteX183" fmla="*/ 226563 w 697289"/>
                  <a:gd name="connsiteY183" fmla="*/ 36566 h 436036"/>
                  <a:gd name="connsiteX184" fmla="*/ 220707 w 697289"/>
                  <a:gd name="connsiteY184" fmla="*/ 40704 h 436036"/>
                  <a:gd name="connsiteX185" fmla="*/ 213539 w 697289"/>
                  <a:gd name="connsiteY185" fmla="*/ 43967 h 436036"/>
                  <a:gd name="connsiteX186" fmla="*/ 206168 w 697289"/>
                  <a:gd name="connsiteY186" fmla="*/ 45279 h 436036"/>
                  <a:gd name="connsiteX187" fmla="*/ 201591 w 697289"/>
                  <a:gd name="connsiteY187" fmla="*/ 45279 h 436036"/>
                  <a:gd name="connsiteX188" fmla="*/ 191360 w 697289"/>
                  <a:gd name="connsiteY188" fmla="*/ 48979 h 436036"/>
                  <a:gd name="connsiteX189" fmla="*/ 185269 w 697289"/>
                  <a:gd name="connsiteY189" fmla="*/ 48777 h 436036"/>
                  <a:gd name="connsiteX190" fmla="*/ 178302 w 697289"/>
                  <a:gd name="connsiteY190" fmla="*/ 48777 h 436036"/>
                  <a:gd name="connsiteX191" fmla="*/ 170461 w 697289"/>
                  <a:gd name="connsiteY191" fmla="*/ 48777 h 436036"/>
                  <a:gd name="connsiteX192" fmla="*/ 165681 w 697289"/>
                  <a:gd name="connsiteY192" fmla="*/ 51065 h 436036"/>
                  <a:gd name="connsiteX193" fmla="*/ 160263 w 697289"/>
                  <a:gd name="connsiteY193" fmla="*/ 57053 h 436036"/>
                  <a:gd name="connsiteX194" fmla="*/ 156999 w 697289"/>
                  <a:gd name="connsiteY194" fmla="*/ 63343 h 436036"/>
                  <a:gd name="connsiteX195" fmla="*/ 152422 w 697289"/>
                  <a:gd name="connsiteY195" fmla="*/ 70071 h 436036"/>
                  <a:gd name="connsiteX196" fmla="*/ 146196 w 697289"/>
                  <a:gd name="connsiteY196" fmla="*/ 77674 h 436036"/>
                  <a:gd name="connsiteX197" fmla="*/ 137210 w 697289"/>
                  <a:gd name="connsiteY197" fmla="*/ 76160 h 436036"/>
                  <a:gd name="connsiteX198" fmla="*/ 132195 w 697289"/>
                  <a:gd name="connsiteY198" fmla="*/ 74646 h 436036"/>
                  <a:gd name="connsiteX199" fmla="*/ 126541 w 697289"/>
                  <a:gd name="connsiteY199" fmla="*/ 75723 h 436036"/>
                  <a:gd name="connsiteX200" fmla="*/ 116983 w 697289"/>
                  <a:gd name="connsiteY200" fmla="*/ 87665 h 436036"/>
                  <a:gd name="connsiteX201" fmla="*/ 114594 w 697289"/>
                  <a:gd name="connsiteY201" fmla="*/ 91567 h 436036"/>
                  <a:gd name="connsiteX202" fmla="*/ 109377 w 697289"/>
                  <a:gd name="connsiteY202" fmla="*/ 100246 h 436036"/>
                  <a:gd name="connsiteX203" fmla="*/ 105036 w 697289"/>
                  <a:gd name="connsiteY203" fmla="*/ 101558 h 436036"/>
                  <a:gd name="connsiteX204" fmla="*/ 100021 w 697289"/>
                  <a:gd name="connsiteY204" fmla="*/ 103072 h 436036"/>
                  <a:gd name="connsiteX205" fmla="*/ 94805 w 697289"/>
                  <a:gd name="connsiteY205" fmla="*/ 108084 h 436036"/>
                  <a:gd name="connsiteX206" fmla="*/ 92853 w 697289"/>
                  <a:gd name="connsiteY206" fmla="*/ 113298 h 436036"/>
                  <a:gd name="connsiteX207" fmla="*/ 92415 w 697289"/>
                  <a:gd name="connsiteY207" fmla="*/ 118277 h 436036"/>
                  <a:gd name="connsiteX208" fmla="*/ 92180 w 697289"/>
                  <a:gd name="connsiteY208" fmla="*/ 128705 h 436036"/>
                  <a:gd name="connsiteX209" fmla="*/ 89791 w 697289"/>
                  <a:gd name="connsiteY209" fmla="*/ 136106 h 436036"/>
                  <a:gd name="connsiteX210" fmla="*/ 86762 w 697289"/>
                  <a:gd name="connsiteY210" fmla="*/ 141118 h 436036"/>
                  <a:gd name="connsiteX211" fmla="*/ 80872 w 697289"/>
                  <a:gd name="connsiteY211" fmla="*/ 147644 h 436036"/>
                  <a:gd name="connsiteX212" fmla="*/ 75454 w 697289"/>
                  <a:gd name="connsiteY212" fmla="*/ 154608 h 436036"/>
                  <a:gd name="connsiteX213" fmla="*/ 74377 w 697289"/>
                  <a:gd name="connsiteY213" fmla="*/ 162648 h 436036"/>
                  <a:gd name="connsiteX214" fmla="*/ 66771 w 697289"/>
                  <a:gd name="connsiteY214" fmla="*/ 173076 h 436036"/>
                  <a:gd name="connsiteX215" fmla="*/ 63506 w 697289"/>
                  <a:gd name="connsiteY215" fmla="*/ 176339 h 436036"/>
                  <a:gd name="connsiteX216" fmla="*/ 61756 w 697289"/>
                  <a:gd name="connsiteY216" fmla="*/ 177415 h 436036"/>
                  <a:gd name="connsiteX217" fmla="*/ 56540 w 697289"/>
                  <a:gd name="connsiteY217" fmla="*/ 177415 h 436036"/>
                  <a:gd name="connsiteX218" fmla="*/ 50246 w 697289"/>
                  <a:gd name="connsiteY218" fmla="*/ 179703 h 436036"/>
                  <a:gd name="connsiteX219" fmla="*/ 48698 w 697289"/>
                  <a:gd name="connsiteY219" fmla="*/ 181755 h 436036"/>
                  <a:gd name="connsiteX220" fmla="*/ 48698 w 697289"/>
                  <a:gd name="connsiteY220" fmla="*/ 188483 h 436036"/>
                  <a:gd name="connsiteX221" fmla="*/ 47722 w 697289"/>
                  <a:gd name="connsiteY221" fmla="*/ 191510 h 436036"/>
                  <a:gd name="connsiteX222" fmla="*/ 43482 w 697289"/>
                  <a:gd name="connsiteY222" fmla="*/ 194336 h 436036"/>
                  <a:gd name="connsiteX223" fmla="*/ 37828 w 697289"/>
                  <a:gd name="connsiteY223" fmla="*/ 201737 h 436036"/>
                  <a:gd name="connsiteX224" fmla="*/ 37626 w 697289"/>
                  <a:gd name="connsiteY224" fmla="*/ 214352 h 436036"/>
                  <a:gd name="connsiteX225" fmla="*/ 39140 w 697289"/>
                  <a:gd name="connsiteY225" fmla="*/ 222593 h 436036"/>
                  <a:gd name="connsiteX226" fmla="*/ 43044 w 697289"/>
                  <a:gd name="connsiteY226" fmla="*/ 226496 h 436036"/>
                  <a:gd name="connsiteX227" fmla="*/ 49573 w 697289"/>
                  <a:gd name="connsiteY227" fmla="*/ 232383 h 436036"/>
                  <a:gd name="connsiteX228" fmla="*/ 53915 w 697289"/>
                  <a:gd name="connsiteY228" fmla="*/ 239346 h 436036"/>
                  <a:gd name="connsiteX229" fmla="*/ 56742 w 697289"/>
                  <a:gd name="connsiteY229" fmla="*/ 245199 h 436036"/>
                  <a:gd name="connsiteX230" fmla="*/ 56304 w 697289"/>
                  <a:gd name="connsiteY230" fmla="*/ 251725 h 436036"/>
                  <a:gd name="connsiteX231" fmla="*/ 54117 w 697289"/>
                  <a:gd name="connsiteY231" fmla="*/ 258453 h 436036"/>
                  <a:gd name="connsiteX232" fmla="*/ 51929 w 697289"/>
                  <a:gd name="connsiteY232" fmla="*/ 262154 h 436036"/>
                  <a:gd name="connsiteX233" fmla="*/ 48900 w 697289"/>
                  <a:gd name="connsiteY233" fmla="*/ 265417 h 436036"/>
                  <a:gd name="connsiteX234" fmla="*/ 46511 w 697289"/>
                  <a:gd name="connsiteY234" fmla="*/ 271707 h 436036"/>
                  <a:gd name="connsiteX235" fmla="*/ 45198 w 697289"/>
                  <a:gd name="connsiteY235" fmla="*/ 279545 h 436036"/>
                  <a:gd name="connsiteX236" fmla="*/ 46073 w 697289"/>
                  <a:gd name="connsiteY236" fmla="*/ 284759 h 436036"/>
                  <a:gd name="connsiteX237" fmla="*/ 50414 w 697289"/>
                  <a:gd name="connsiteY237" fmla="*/ 287148 h 436036"/>
                  <a:gd name="connsiteX238" fmla="*/ 54487 w 697289"/>
                  <a:gd name="connsiteY238" fmla="*/ 285331 h 436036"/>
                  <a:gd name="connsiteX239" fmla="*/ 55227 w 697289"/>
                  <a:gd name="connsiteY239" fmla="*/ 283145 h 436036"/>
                  <a:gd name="connsiteX240" fmla="*/ 56540 w 697289"/>
                  <a:gd name="connsiteY240" fmla="*/ 282136 h 436036"/>
                  <a:gd name="connsiteX241" fmla="*/ 58424 w 697289"/>
                  <a:gd name="connsiteY241" fmla="*/ 279949 h 436036"/>
                  <a:gd name="connsiteX242" fmla="*/ 59569 w 697289"/>
                  <a:gd name="connsiteY242" fmla="*/ 277931 h 436036"/>
                  <a:gd name="connsiteX243" fmla="*/ 61151 w 697289"/>
                  <a:gd name="connsiteY243" fmla="*/ 277493 h 436036"/>
                  <a:gd name="connsiteX244" fmla="*/ 63035 w 697289"/>
                  <a:gd name="connsiteY244" fmla="*/ 279377 h 436036"/>
                  <a:gd name="connsiteX245" fmla="*/ 67242 w 697289"/>
                  <a:gd name="connsiteY245" fmla="*/ 280824 h 436036"/>
                  <a:gd name="connsiteX246" fmla="*/ 68117 w 697289"/>
                  <a:gd name="connsiteY246" fmla="*/ 279074 h 436036"/>
                  <a:gd name="connsiteX247" fmla="*/ 69564 w 697289"/>
                  <a:gd name="connsiteY247" fmla="*/ 274600 h 436036"/>
                  <a:gd name="connsiteX248" fmla="*/ 70136 w 697289"/>
                  <a:gd name="connsiteY248" fmla="*/ 271707 h 436036"/>
                  <a:gd name="connsiteX249" fmla="*/ 71886 w 697289"/>
                  <a:gd name="connsiteY249" fmla="*/ 269689 h 436036"/>
                  <a:gd name="connsiteX250" fmla="*/ 75487 w 697289"/>
                  <a:gd name="connsiteY250" fmla="*/ 268377 h 436036"/>
                  <a:gd name="connsiteX251" fmla="*/ 79694 w 697289"/>
                  <a:gd name="connsiteY251" fmla="*/ 267368 h 436036"/>
                  <a:gd name="connsiteX252" fmla="*/ 88814 w 697289"/>
                  <a:gd name="connsiteY252" fmla="*/ 265047 h 436036"/>
                  <a:gd name="connsiteX253" fmla="*/ 91574 w 697289"/>
                  <a:gd name="connsiteY253" fmla="*/ 262725 h 436036"/>
                  <a:gd name="connsiteX254" fmla="*/ 95916 w 697289"/>
                  <a:gd name="connsiteY254" fmla="*/ 258252 h 436036"/>
                  <a:gd name="connsiteX255" fmla="*/ 98675 w 697289"/>
                  <a:gd name="connsiteY255" fmla="*/ 257814 h 436036"/>
                  <a:gd name="connsiteX256" fmla="*/ 100997 w 697289"/>
                  <a:gd name="connsiteY256" fmla="*/ 255930 h 436036"/>
                  <a:gd name="connsiteX257" fmla="*/ 103185 w 697289"/>
                  <a:gd name="connsiteY257" fmla="*/ 252903 h 436036"/>
                  <a:gd name="connsiteX258" fmla="*/ 103050 w 697289"/>
                  <a:gd name="connsiteY258" fmla="*/ 249875 h 436036"/>
                  <a:gd name="connsiteX259" fmla="*/ 102849 w 697289"/>
                  <a:gd name="connsiteY259" fmla="*/ 247991 h 436036"/>
                  <a:gd name="connsiteX260" fmla="*/ 106483 w 697289"/>
                  <a:gd name="connsiteY260" fmla="*/ 244425 h 436036"/>
                  <a:gd name="connsiteX261" fmla="*/ 108031 w 697289"/>
                  <a:gd name="connsiteY261" fmla="*/ 245839 h 436036"/>
                  <a:gd name="connsiteX262" fmla="*/ 113046 w 697289"/>
                  <a:gd name="connsiteY262" fmla="*/ 248698 h 436036"/>
                  <a:gd name="connsiteX263" fmla="*/ 113046 w 697289"/>
                  <a:gd name="connsiteY263" fmla="*/ 253037 h 436036"/>
                  <a:gd name="connsiteX264" fmla="*/ 110455 w 697289"/>
                  <a:gd name="connsiteY264" fmla="*/ 259698 h 436036"/>
                  <a:gd name="connsiteX265" fmla="*/ 109882 w 697289"/>
                  <a:gd name="connsiteY265" fmla="*/ 262288 h 436036"/>
                  <a:gd name="connsiteX266" fmla="*/ 108368 w 697289"/>
                  <a:gd name="connsiteY266" fmla="*/ 266762 h 436036"/>
                  <a:gd name="connsiteX267" fmla="*/ 103656 w 697289"/>
                  <a:gd name="connsiteY267" fmla="*/ 269521 h 436036"/>
                  <a:gd name="connsiteX268" fmla="*/ 93089 w 697289"/>
                  <a:gd name="connsiteY268" fmla="*/ 269521 h 436036"/>
                  <a:gd name="connsiteX269" fmla="*/ 90464 w 697289"/>
                  <a:gd name="connsiteY269" fmla="*/ 275038 h 436036"/>
                  <a:gd name="connsiteX270" fmla="*/ 90464 w 697289"/>
                  <a:gd name="connsiteY270" fmla="*/ 283448 h 436036"/>
                  <a:gd name="connsiteX271" fmla="*/ 86122 w 697289"/>
                  <a:gd name="connsiteY271" fmla="*/ 283448 h 436036"/>
                  <a:gd name="connsiteX272" fmla="*/ 81781 w 697289"/>
                  <a:gd name="connsiteY272" fmla="*/ 287215 h 436036"/>
                  <a:gd name="connsiteX273" fmla="*/ 80333 w 697289"/>
                  <a:gd name="connsiteY273" fmla="*/ 290411 h 436036"/>
                  <a:gd name="connsiteX274" fmla="*/ 78314 w 697289"/>
                  <a:gd name="connsiteY274" fmla="*/ 291555 h 436036"/>
                  <a:gd name="connsiteX275" fmla="*/ 75420 w 697289"/>
                  <a:gd name="connsiteY275" fmla="*/ 295625 h 436036"/>
                  <a:gd name="connsiteX276" fmla="*/ 73973 w 697289"/>
                  <a:gd name="connsiteY276" fmla="*/ 295625 h 436036"/>
                  <a:gd name="connsiteX277" fmla="*/ 68117 w 697289"/>
                  <a:gd name="connsiteY277" fmla="*/ 297374 h 436036"/>
                  <a:gd name="connsiteX278" fmla="*/ 63540 w 697289"/>
                  <a:gd name="connsiteY278" fmla="*/ 297374 h 436036"/>
                  <a:gd name="connsiteX279" fmla="*/ 62026 w 697289"/>
                  <a:gd name="connsiteY279" fmla="*/ 299965 h 436036"/>
                  <a:gd name="connsiteX280" fmla="*/ 58862 w 697289"/>
                  <a:gd name="connsiteY280" fmla="*/ 302689 h 436036"/>
                  <a:gd name="connsiteX281" fmla="*/ 56035 w 697289"/>
                  <a:gd name="connsiteY281" fmla="*/ 304439 h 436036"/>
                  <a:gd name="connsiteX282" fmla="*/ 54184 w 697289"/>
                  <a:gd name="connsiteY282" fmla="*/ 306053 h 436036"/>
                  <a:gd name="connsiteX283" fmla="*/ 50718 w 697289"/>
                  <a:gd name="connsiteY283" fmla="*/ 310393 h 436036"/>
                  <a:gd name="connsiteX284" fmla="*/ 46814 w 697289"/>
                  <a:gd name="connsiteY284" fmla="*/ 312546 h 436036"/>
                  <a:gd name="connsiteX285" fmla="*/ 43549 w 697289"/>
                  <a:gd name="connsiteY285" fmla="*/ 313858 h 436036"/>
                  <a:gd name="connsiteX286" fmla="*/ 43549 w 697289"/>
                  <a:gd name="connsiteY286" fmla="*/ 319509 h 436036"/>
                  <a:gd name="connsiteX287" fmla="*/ 45602 w 697289"/>
                  <a:gd name="connsiteY287" fmla="*/ 323210 h 436036"/>
                  <a:gd name="connsiteX288" fmla="*/ 45266 w 697289"/>
                  <a:gd name="connsiteY288" fmla="*/ 325161 h 436036"/>
                  <a:gd name="connsiteX289" fmla="*/ 42674 w 697289"/>
                  <a:gd name="connsiteY289" fmla="*/ 329063 h 436036"/>
                  <a:gd name="connsiteX290" fmla="*/ 37458 w 697289"/>
                  <a:gd name="connsiteY290" fmla="*/ 332090 h 436036"/>
                  <a:gd name="connsiteX291" fmla="*/ 32006 w 697289"/>
                  <a:gd name="connsiteY291" fmla="*/ 332090 h 436036"/>
                  <a:gd name="connsiteX292" fmla="*/ 26991 w 697289"/>
                  <a:gd name="connsiteY292" fmla="*/ 333503 h 436036"/>
                  <a:gd name="connsiteX293" fmla="*/ 23289 w 697289"/>
                  <a:gd name="connsiteY293" fmla="*/ 335555 h 436036"/>
                  <a:gd name="connsiteX294" fmla="*/ 20226 w 697289"/>
                  <a:gd name="connsiteY294" fmla="*/ 338381 h 436036"/>
                  <a:gd name="connsiteX295" fmla="*/ 17837 w 697289"/>
                  <a:gd name="connsiteY295" fmla="*/ 340332 h 436036"/>
                  <a:gd name="connsiteX296" fmla="*/ 15649 w 697289"/>
                  <a:gd name="connsiteY296" fmla="*/ 345109 h 436036"/>
                  <a:gd name="connsiteX297" fmla="*/ 15649 w 697289"/>
                  <a:gd name="connsiteY297" fmla="*/ 349886 h 436036"/>
                  <a:gd name="connsiteX298" fmla="*/ 14774 w 697289"/>
                  <a:gd name="connsiteY298" fmla="*/ 354663 h 436036"/>
                  <a:gd name="connsiteX299" fmla="*/ 11745 w 697289"/>
                  <a:gd name="connsiteY299" fmla="*/ 354663 h 436036"/>
                  <a:gd name="connsiteX300" fmla="*/ 7842 w 697289"/>
                  <a:gd name="connsiteY300" fmla="*/ 359439 h 436036"/>
                  <a:gd name="connsiteX301" fmla="*/ 4139 w 697289"/>
                  <a:gd name="connsiteY301" fmla="*/ 362265 h 436036"/>
                  <a:gd name="connsiteX302" fmla="*/ 1313 w 697289"/>
                  <a:gd name="connsiteY302" fmla="*/ 365091 h 436036"/>
                  <a:gd name="connsiteX303" fmla="*/ 0 w 697289"/>
                  <a:gd name="connsiteY303" fmla="*/ 367681 h 436036"/>
                  <a:gd name="connsiteX304" fmla="*/ 0 w 697289"/>
                  <a:gd name="connsiteY304" fmla="*/ 371146 h 436036"/>
                  <a:gd name="connsiteX305" fmla="*/ 0 w 697289"/>
                  <a:gd name="connsiteY305" fmla="*/ 376596 h 436036"/>
                  <a:gd name="connsiteX306" fmla="*/ 1515 w 697289"/>
                  <a:gd name="connsiteY306" fmla="*/ 380498 h 436036"/>
                  <a:gd name="connsiteX307" fmla="*/ 6092 w 697289"/>
                  <a:gd name="connsiteY307" fmla="*/ 382449 h 436036"/>
                  <a:gd name="connsiteX308" fmla="*/ 14774 w 697289"/>
                  <a:gd name="connsiteY308" fmla="*/ 382449 h 436036"/>
                  <a:gd name="connsiteX309" fmla="*/ 24130 w 697289"/>
                  <a:gd name="connsiteY309" fmla="*/ 382449 h 436036"/>
                  <a:gd name="connsiteX310" fmla="*/ 31299 w 697289"/>
                  <a:gd name="connsiteY310" fmla="*/ 384635 h 436036"/>
                  <a:gd name="connsiteX311" fmla="*/ 36751 w 697289"/>
                  <a:gd name="connsiteY311" fmla="*/ 389614 h 436036"/>
                  <a:gd name="connsiteX312" fmla="*/ 40890 w 697289"/>
                  <a:gd name="connsiteY312" fmla="*/ 396342 h 436036"/>
                  <a:gd name="connsiteX313" fmla="*/ 48294 w 697289"/>
                  <a:gd name="connsiteY313" fmla="*/ 396342 h 436036"/>
                  <a:gd name="connsiteX314" fmla="*/ 54823 w 697289"/>
                  <a:gd name="connsiteY314" fmla="*/ 401321 h 436036"/>
                  <a:gd name="connsiteX315" fmla="*/ 59165 w 697289"/>
                  <a:gd name="connsiteY315" fmla="*/ 405896 h 436036"/>
                  <a:gd name="connsiteX316" fmla="*/ 59165 w 697289"/>
                  <a:gd name="connsiteY316" fmla="*/ 411749 h 436036"/>
                  <a:gd name="connsiteX317" fmla="*/ 60477 w 697289"/>
                  <a:gd name="connsiteY317" fmla="*/ 419991 h 436036"/>
                  <a:gd name="connsiteX318" fmla="*/ 64381 w 697289"/>
                  <a:gd name="connsiteY318" fmla="*/ 425642 h 436036"/>
                  <a:gd name="connsiteX319" fmla="*/ 75689 w 697289"/>
                  <a:gd name="connsiteY319" fmla="*/ 431058 h 436036"/>
                  <a:gd name="connsiteX320" fmla="*/ 84810 w 697289"/>
                  <a:gd name="connsiteY320" fmla="*/ 431058 h 436036"/>
                  <a:gd name="connsiteX321" fmla="*/ 99820 w 697289"/>
                  <a:gd name="connsiteY321" fmla="*/ 429645 h 436036"/>
                  <a:gd name="connsiteX322" fmla="*/ 102646 w 697289"/>
                  <a:gd name="connsiteY322" fmla="*/ 425642 h 436036"/>
                  <a:gd name="connsiteX323" fmla="*/ 108738 w 697289"/>
                  <a:gd name="connsiteY323" fmla="*/ 424129 h 436036"/>
                  <a:gd name="connsiteX324" fmla="*/ 117421 w 697289"/>
                  <a:gd name="connsiteY324" fmla="*/ 424129 h 436036"/>
                  <a:gd name="connsiteX325" fmla="*/ 126541 w 697289"/>
                  <a:gd name="connsiteY325" fmla="*/ 424129 h 436036"/>
                  <a:gd name="connsiteX326" fmla="*/ 132195 w 697289"/>
                  <a:gd name="connsiteY326" fmla="*/ 421942 h 436036"/>
                  <a:gd name="connsiteX327" fmla="*/ 141114 w 697289"/>
                  <a:gd name="connsiteY327" fmla="*/ 418645 h 436036"/>
                  <a:gd name="connsiteX328" fmla="*/ 147272 w 697289"/>
                  <a:gd name="connsiteY328" fmla="*/ 416761 h 436036"/>
                  <a:gd name="connsiteX329" fmla="*/ 148787 w 697289"/>
                  <a:gd name="connsiteY329" fmla="*/ 415786 h 436036"/>
                  <a:gd name="connsiteX330" fmla="*/ 146397 w 697289"/>
                  <a:gd name="connsiteY330" fmla="*/ 413398 h 436036"/>
                  <a:gd name="connsiteX331" fmla="*/ 147845 w 697289"/>
                  <a:gd name="connsiteY331" fmla="*/ 407611 h 436036"/>
                  <a:gd name="connsiteX332" fmla="*/ 147845 w 697289"/>
                  <a:gd name="connsiteY332" fmla="*/ 402397 h 436036"/>
                  <a:gd name="connsiteX333" fmla="*/ 152927 w 697289"/>
                  <a:gd name="connsiteY333" fmla="*/ 393416 h 436036"/>
                  <a:gd name="connsiteX334" fmla="*/ 157705 w 697289"/>
                  <a:gd name="connsiteY334" fmla="*/ 389951 h 436036"/>
                  <a:gd name="connsiteX335" fmla="*/ 163494 w 697289"/>
                  <a:gd name="connsiteY335" fmla="*/ 385308 h 436036"/>
                  <a:gd name="connsiteX336" fmla="*/ 175946 w 697289"/>
                  <a:gd name="connsiteY336" fmla="*/ 384165 h 436036"/>
                  <a:gd name="connsiteX337" fmla="*/ 189273 w 697289"/>
                  <a:gd name="connsiteY337" fmla="*/ 386183 h 436036"/>
                  <a:gd name="connsiteX338" fmla="*/ 198832 w 697289"/>
                  <a:gd name="connsiteY338" fmla="*/ 389076 h 436036"/>
                  <a:gd name="connsiteX339" fmla="*/ 202601 w 697289"/>
                  <a:gd name="connsiteY339" fmla="*/ 391969 h 436036"/>
                  <a:gd name="connsiteX340" fmla="*/ 205798 w 697289"/>
                  <a:gd name="connsiteY340" fmla="*/ 399201 h 436036"/>
                  <a:gd name="connsiteX341" fmla="*/ 210442 w 697289"/>
                  <a:gd name="connsiteY341" fmla="*/ 402397 h 436036"/>
                  <a:gd name="connsiteX342" fmla="*/ 210442 w 697289"/>
                  <a:gd name="connsiteY342" fmla="*/ 411076 h 436036"/>
                  <a:gd name="connsiteX343" fmla="*/ 210442 w 697289"/>
                  <a:gd name="connsiteY343" fmla="*/ 421202 h 436036"/>
                  <a:gd name="connsiteX344" fmla="*/ 216971 w 697289"/>
                  <a:gd name="connsiteY344" fmla="*/ 428434 h 436036"/>
                  <a:gd name="connsiteX345" fmla="*/ 220303 w 697289"/>
                  <a:gd name="connsiteY345" fmla="*/ 430453 h 436036"/>
                  <a:gd name="connsiteX346" fmla="*/ 224644 w 697289"/>
                  <a:gd name="connsiteY346" fmla="*/ 435364 h 436036"/>
                  <a:gd name="connsiteX347" fmla="*/ 230736 w 697289"/>
                  <a:gd name="connsiteY347" fmla="*/ 430453 h 436036"/>
                  <a:gd name="connsiteX348" fmla="*/ 233058 w 697289"/>
                  <a:gd name="connsiteY348" fmla="*/ 426685 h 436036"/>
                  <a:gd name="connsiteX349" fmla="*/ 233058 w 697289"/>
                  <a:gd name="connsiteY349" fmla="*/ 420596 h 436036"/>
                  <a:gd name="connsiteX350" fmla="*/ 240025 w 697289"/>
                  <a:gd name="connsiteY350" fmla="*/ 416896 h 436036"/>
                  <a:gd name="connsiteX351" fmla="*/ 250996 w 697289"/>
                  <a:gd name="connsiteY351" fmla="*/ 424599 h 436036"/>
                  <a:gd name="connsiteX352" fmla="*/ 254159 w 697289"/>
                  <a:gd name="connsiteY352" fmla="*/ 427963 h 436036"/>
                  <a:gd name="connsiteX353" fmla="*/ 259713 w 697289"/>
                  <a:gd name="connsiteY353" fmla="*/ 429040 h 436036"/>
                  <a:gd name="connsiteX354" fmla="*/ 265804 w 697289"/>
                  <a:gd name="connsiteY354" fmla="*/ 427627 h 436036"/>
                  <a:gd name="connsiteX355" fmla="*/ 272232 w 697289"/>
                  <a:gd name="connsiteY355" fmla="*/ 426551 h 436036"/>
                  <a:gd name="connsiteX356" fmla="*/ 277348 w 697289"/>
                  <a:gd name="connsiteY356" fmla="*/ 425676 h 436036"/>
                  <a:gd name="connsiteX357" fmla="*/ 281252 w 697289"/>
                  <a:gd name="connsiteY357" fmla="*/ 420361 h 436036"/>
                  <a:gd name="connsiteX358" fmla="*/ 282766 w 697289"/>
                  <a:gd name="connsiteY358" fmla="*/ 413398 h 436036"/>
                  <a:gd name="connsiteX359" fmla="*/ 283304 w 697289"/>
                  <a:gd name="connsiteY359" fmla="*/ 408722 h 436036"/>
                  <a:gd name="connsiteX360" fmla="*/ 289833 w 697289"/>
                  <a:gd name="connsiteY360" fmla="*/ 404247 h 436036"/>
                  <a:gd name="connsiteX361" fmla="*/ 295050 w 697289"/>
                  <a:gd name="connsiteY361" fmla="*/ 403373 h 436036"/>
                  <a:gd name="connsiteX362" fmla="*/ 301781 w 697289"/>
                  <a:gd name="connsiteY362" fmla="*/ 405862 h 436036"/>
                  <a:gd name="connsiteX363" fmla="*/ 305584 w 697289"/>
                  <a:gd name="connsiteY363" fmla="*/ 408352 h 436036"/>
                  <a:gd name="connsiteX364" fmla="*/ 309387 w 697289"/>
                  <a:gd name="connsiteY364" fmla="*/ 413768 h 436036"/>
                  <a:gd name="connsiteX365" fmla="*/ 310026 w 697289"/>
                  <a:gd name="connsiteY365" fmla="*/ 419419 h 436036"/>
                  <a:gd name="connsiteX366" fmla="*/ 309387 w 697289"/>
                  <a:gd name="connsiteY366" fmla="*/ 424835 h 436036"/>
                  <a:gd name="connsiteX367" fmla="*/ 315814 w 697289"/>
                  <a:gd name="connsiteY367" fmla="*/ 433850 h 436036"/>
                  <a:gd name="connsiteX368" fmla="*/ 322007 w 697289"/>
                  <a:gd name="connsiteY368" fmla="*/ 436037 h 436036"/>
                  <a:gd name="connsiteX369" fmla="*/ 330825 w 697289"/>
                  <a:gd name="connsiteY369" fmla="*/ 433110 h 436036"/>
                  <a:gd name="connsiteX370" fmla="*/ 336378 w 697289"/>
                  <a:gd name="connsiteY370" fmla="*/ 429645 h 436036"/>
                  <a:gd name="connsiteX371" fmla="*/ 341055 w 697289"/>
                  <a:gd name="connsiteY371" fmla="*/ 423220 h 436036"/>
                  <a:gd name="connsiteX372" fmla="*/ 342671 w 697289"/>
                  <a:gd name="connsiteY372" fmla="*/ 418006 h 436036"/>
                  <a:gd name="connsiteX373" fmla="*/ 341055 w 697289"/>
                  <a:gd name="connsiteY373" fmla="*/ 409092 h 436036"/>
                  <a:gd name="connsiteX374" fmla="*/ 342469 w 697289"/>
                  <a:gd name="connsiteY374" fmla="*/ 403776 h 436036"/>
                  <a:gd name="connsiteX375" fmla="*/ 346070 w 697289"/>
                  <a:gd name="connsiteY375" fmla="*/ 396611 h 436036"/>
                  <a:gd name="connsiteX376" fmla="*/ 351623 w 697289"/>
                  <a:gd name="connsiteY376" fmla="*/ 395299 h 436036"/>
                  <a:gd name="connsiteX377" fmla="*/ 362393 w 697289"/>
                  <a:gd name="connsiteY377" fmla="*/ 394660 h 436036"/>
                  <a:gd name="connsiteX378" fmla="*/ 365859 w 697289"/>
                  <a:gd name="connsiteY378" fmla="*/ 392373 h 436036"/>
                  <a:gd name="connsiteX379" fmla="*/ 364008 w 697289"/>
                  <a:gd name="connsiteY379" fmla="*/ 388773 h 436036"/>
                  <a:gd name="connsiteX380" fmla="*/ 364984 w 697289"/>
                  <a:gd name="connsiteY380" fmla="*/ 382785 h 436036"/>
                  <a:gd name="connsiteX381" fmla="*/ 368585 w 697289"/>
                  <a:gd name="connsiteY381" fmla="*/ 378210 h 436036"/>
                  <a:gd name="connsiteX382" fmla="*/ 369898 w 697289"/>
                  <a:gd name="connsiteY382" fmla="*/ 372996 h 436036"/>
                  <a:gd name="connsiteX383" fmla="*/ 370537 w 697289"/>
                  <a:gd name="connsiteY383" fmla="*/ 369195 h 436036"/>
                  <a:gd name="connsiteX384" fmla="*/ 370537 w 697289"/>
                  <a:gd name="connsiteY384" fmla="*/ 363207 h 436036"/>
                  <a:gd name="connsiteX385" fmla="*/ 370907 w 697289"/>
                  <a:gd name="connsiteY385" fmla="*/ 359507 h 436036"/>
                  <a:gd name="connsiteX386" fmla="*/ 373229 w 697289"/>
                  <a:gd name="connsiteY386" fmla="*/ 354057 h 436036"/>
                  <a:gd name="connsiteX387" fmla="*/ 382148 w 697289"/>
                  <a:gd name="connsiteY387" fmla="*/ 353284 h 436036"/>
                  <a:gd name="connsiteX388" fmla="*/ 388239 w 697289"/>
                  <a:gd name="connsiteY388" fmla="*/ 351871 h 436036"/>
                  <a:gd name="connsiteX389" fmla="*/ 394230 w 697289"/>
                  <a:gd name="connsiteY389" fmla="*/ 349045 h 436036"/>
                  <a:gd name="connsiteX390" fmla="*/ 399009 w 697289"/>
                  <a:gd name="connsiteY390" fmla="*/ 345344 h 436036"/>
                  <a:gd name="connsiteX391" fmla="*/ 407927 w 697289"/>
                  <a:gd name="connsiteY391" fmla="*/ 343932 h 436036"/>
                  <a:gd name="connsiteX392" fmla="*/ 417822 w 697289"/>
                  <a:gd name="connsiteY392" fmla="*/ 343932 h 436036"/>
                  <a:gd name="connsiteX393" fmla="*/ 419774 w 697289"/>
                  <a:gd name="connsiteY393" fmla="*/ 345546 h 436036"/>
                  <a:gd name="connsiteX394" fmla="*/ 420312 w 697289"/>
                  <a:gd name="connsiteY394" fmla="*/ 342182 h 436036"/>
                  <a:gd name="connsiteX395" fmla="*/ 421288 w 697289"/>
                  <a:gd name="connsiteY395" fmla="*/ 333941 h 436036"/>
                  <a:gd name="connsiteX396" fmla="*/ 423240 w 697289"/>
                  <a:gd name="connsiteY396" fmla="*/ 327650 h 436036"/>
                  <a:gd name="connsiteX397" fmla="*/ 426504 w 697289"/>
                  <a:gd name="connsiteY397" fmla="*/ 320821 h 436036"/>
                  <a:gd name="connsiteX398" fmla="*/ 433034 w 697289"/>
                  <a:gd name="connsiteY398" fmla="*/ 313757 h 436036"/>
                  <a:gd name="connsiteX399" fmla="*/ 436601 w 697289"/>
                  <a:gd name="connsiteY399" fmla="*/ 310494 h 436036"/>
                  <a:gd name="connsiteX400" fmla="*/ 439091 w 697289"/>
                  <a:gd name="connsiteY400" fmla="*/ 306692 h 436036"/>
                  <a:gd name="connsiteX401" fmla="*/ 439866 w 697289"/>
                  <a:gd name="connsiteY401" fmla="*/ 298316 h 436036"/>
                  <a:gd name="connsiteX402" fmla="*/ 440640 w 697289"/>
                  <a:gd name="connsiteY402" fmla="*/ 290276 h 436036"/>
                  <a:gd name="connsiteX403" fmla="*/ 443130 w 697289"/>
                  <a:gd name="connsiteY403" fmla="*/ 285836 h 436036"/>
                  <a:gd name="connsiteX404" fmla="*/ 446394 w 697289"/>
                  <a:gd name="connsiteY404" fmla="*/ 284759 h 436036"/>
                  <a:gd name="connsiteX405" fmla="*/ 451712 w 697289"/>
                  <a:gd name="connsiteY405" fmla="*/ 284759 h 436036"/>
                  <a:gd name="connsiteX406" fmla="*/ 458342 w 697289"/>
                  <a:gd name="connsiteY406" fmla="*/ 284860 h 436036"/>
                  <a:gd name="connsiteX407" fmla="*/ 465611 w 697289"/>
                  <a:gd name="connsiteY407" fmla="*/ 284860 h 436036"/>
                  <a:gd name="connsiteX408" fmla="*/ 464635 w 697289"/>
                  <a:gd name="connsiteY408" fmla="*/ 278132 h 436036"/>
                  <a:gd name="connsiteX409" fmla="*/ 462683 w 697289"/>
                  <a:gd name="connsiteY409" fmla="*/ 273120 h 436036"/>
                  <a:gd name="connsiteX410" fmla="*/ 462784 w 697289"/>
                  <a:gd name="connsiteY410" fmla="*/ 267368 h 436036"/>
                  <a:gd name="connsiteX411" fmla="*/ 464837 w 697289"/>
                  <a:gd name="connsiteY411" fmla="*/ 267166 h 436036"/>
                  <a:gd name="connsiteX412" fmla="*/ 470155 w 697289"/>
                  <a:gd name="connsiteY412" fmla="*/ 269554 h 436036"/>
                  <a:gd name="connsiteX413" fmla="*/ 474395 w 697289"/>
                  <a:gd name="connsiteY413" fmla="*/ 269453 h 436036"/>
                  <a:gd name="connsiteX414" fmla="*/ 475910 w 697289"/>
                  <a:gd name="connsiteY414" fmla="*/ 265013 h 436036"/>
                  <a:gd name="connsiteX415" fmla="*/ 476011 w 697289"/>
                  <a:gd name="connsiteY415" fmla="*/ 260337 h 436036"/>
                  <a:gd name="connsiteX416" fmla="*/ 473958 w 697289"/>
                  <a:gd name="connsiteY416" fmla="*/ 254686 h 436036"/>
                  <a:gd name="connsiteX417" fmla="*/ 474832 w 697289"/>
                  <a:gd name="connsiteY417" fmla="*/ 250447 h 436036"/>
                  <a:gd name="connsiteX418" fmla="*/ 477861 w 697289"/>
                  <a:gd name="connsiteY418" fmla="*/ 247823 h 436036"/>
                  <a:gd name="connsiteX419" fmla="*/ 480352 w 697289"/>
                  <a:gd name="connsiteY419" fmla="*/ 245233 h 436036"/>
                  <a:gd name="connsiteX420" fmla="*/ 485131 w 697289"/>
                  <a:gd name="connsiteY420" fmla="*/ 245771 h 436036"/>
                  <a:gd name="connsiteX421" fmla="*/ 487958 w 697289"/>
                  <a:gd name="connsiteY421" fmla="*/ 247958 h 436036"/>
                  <a:gd name="connsiteX422" fmla="*/ 490684 w 697289"/>
                  <a:gd name="connsiteY422" fmla="*/ 248294 h 436036"/>
                  <a:gd name="connsiteX423" fmla="*/ 492198 w 697289"/>
                  <a:gd name="connsiteY423" fmla="*/ 246545 h 436036"/>
                  <a:gd name="connsiteX424" fmla="*/ 493275 w 697289"/>
                  <a:gd name="connsiteY424" fmla="*/ 242104 h 436036"/>
                  <a:gd name="connsiteX425" fmla="*/ 493814 w 697289"/>
                  <a:gd name="connsiteY425" fmla="*/ 237563 h 436036"/>
                  <a:gd name="connsiteX426" fmla="*/ 491323 w 697289"/>
                  <a:gd name="connsiteY426" fmla="*/ 236049 h 436036"/>
                  <a:gd name="connsiteX427" fmla="*/ 488294 w 697289"/>
                  <a:gd name="connsiteY427" fmla="*/ 234838 h 436036"/>
                  <a:gd name="connsiteX428" fmla="*/ 486982 w 697289"/>
                  <a:gd name="connsiteY428" fmla="*/ 231474 h 436036"/>
                  <a:gd name="connsiteX429" fmla="*/ 486746 w 697289"/>
                  <a:gd name="connsiteY429" fmla="*/ 226698 h 436036"/>
                  <a:gd name="connsiteX430" fmla="*/ 485871 w 697289"/>
                  <a:gd name="connsiteY430" fmla="*/ 225924 h 436036"/>
                  <a:gd name="connsiteX431" fmla="*/ 483145 w 697289"/>
                  <a:gd name="connsiteY431" fmla="*/ 225722 h 436036"/>
                  <a:gd name="connsiteX432" fmla="*/ 480116 w 697289"/>
                  <a:gd name="connsiteY432" fmla="*/ 224545 h 436036"/>
                  <a:gd name="connsiteX433" fmla="*/ 478366 w 697289"/>
                  <a:gd name="connsiteY433" fmla="*/ 223031 h 436036"/>
                  <a:gd name="connsiteX434" fmla="*/ 477356 w 697289"/>
                  <a:gd name="connsiteY434" fmla="*/ 221517 h 436036"/>
                  <a:gd name="connsiteX435" fmla="*/ 477020 w 697289"/>
                  <a:gd name="connsiteY435" fmla="*/ 220440 h 436036"/>
                  <a:gd name="connsiteX436" fmla="*/ 476381 w 697289"/>
                  <a:gd name="connsiteY436" fmla="*/ 218489 h 436036"/>
                  <a:gd name="connsiteX437" fmla="*/ 474967 w 697289"/>
                  <a:gd name="connsiteY437" fmla="*/ 215462 h 436036"/>
                  <a:gd name="connsiteX438" fmla="*/ 475506 w 697289"/>
                  <a:gd name="connsiteY438" fmla="*/ 212199 h 436036"/>
                  <a:gd name="connsiteX439" fmla="*/ 477121 w 697289"/>
                  <a:gd name="connsiteY439" fmla="*/ 211324 h 436036"/>
                  <a:gd name="connsiteX440" fmla="*/ 480150 w 697289"/>
                  <a:gd name="connsiteY440" fmla="*/ 211526 h 436036"/>
                  <a:gd name="connsiteX441" fmla="*/ 482539 w 697289"/>
                  <a:gd name="connsiteY441" fmla="*/ 214251 h 436036"/>
                  <a:gd name="connsiteX442" fmla="*/ 485131 w 697289"/>
                  <a:gd name="connsiteY442" fmla="*/ 216303 h 436036"/>
                  <a:gd name="connsiteX443" fmla="*/ 488160 w 697289"/>
                  <a:gd name="connsiteY443" fmla="*/ 217177 h 436036"/>
                  <a:gd name="connsiteX444" fmla="*/ 489775 w 697289"/>
                  <a:gd name="connsiteY444" fmla="*/ 216841 h 436036"/>
                  <a:gd name="connsiteX445" fmla="*/ 491424 w 697289"/>
                  <a:gd name="connsiteY445" fmla="*/ 215428 h 436036"/>
                  <a:gd name="connsiteX446" fmla="*/ 491963 w 697289"/>
                  <a:gd name="connsiteY446" fmla="*/ 213578 h 436036"/>
                  <a:gd name="connsiteX447" fmla="*/ 493477 w 697289"/>
                  <a:gd name="connsiteY447" fmla="*/ 211291 h 436036"/>
                  <a:gd name="connsiteX448" fmla="*/ 494352 w 697289"/>
                  <a:gd name="connsiteY448" fmla="*/ 210517 h 436036"/>
                  <a:gd name="connsiteX449" fmla="*/ 497078 w 697289"/>
                  <a:gd name="connsiteY449" fmla="*/ 209440 h 436036"/>
                  <a:gd name="connsiteX450" fmla="*/ 498054 w 697289"/>
                  <a:gd name="connsiteY450" fmla="*/ 211930 h 436036"/>
                  <a:gd name="connsiteX451" fmla="*/ 498155 w 697289"/>
                  <a:gd name="connsiteY451" fmla="*/ 214116 h 436036"/>
                  <a:gd name="connsiteX452" fmla="*/ 498054 w 697289"/>
                  <a:gd name="connsiteY452" fmla="*/ 218456 h 436036"/>
                  <a:gd name="connsiteX453" fmla="*/ 497516 w 697289"/>
                  <a:gd name="connsiteY453" fmla="*/ 221281 h 436036"/>
                  <a:gd name="connsiteX454" fmla="*/ 495766 w 697289"/>
                  <a:gd name="connsiteY454" fmla="*/ 223771 h 436036"/>
                  <a:gd name="connsiteX455" fmla="*/ 495530 w 697289"/>
                  <a:gd name="connsiteY455" fmla="*/ 226698 h 436036"/>
                  <a:gd name="connsiteX456" fmla="*/ 495530 w 697289"/>
                  <a:gd name="connsiteY456" fmla="*/ 230600 h 436036"/>
                  <a:gd name="connsiteX457" fmla="*/ 496506 w 697289"/>
                  <a:gd name="connsiteY457" fmla="*/ 233964 h 436036"/>
                  <a:gd name="connsiteX458" fmla="*/ 501083 w 697289"/>
                  <a:gd name="connsiteY458" fmla="*/ 234838 h 436036"/>
                  <a:gd name="connsiteX459" fmla="*/ 505122 w 697289"/>
                  <a:gd name="connsiteY459" fmla="*/ 234300 h 436036"/>
                  <a:gd name="connsiteX460" fmla="*/ 506199 w 697289"/>
                  <a:gd name="connsiteY460" fmla="*/ 232248 h 436036"/>
                  <a:gd name="connsiteX461" fmla="*/ 509800 w 697289"/>
                  <a:gd name="connsiteY461" fmla="*/ 228548 h 436036"/>
                  <a:gd name="connsiteX462" fmla="*/ 513064 w 697289"/>
                  <a:gd name="connsiteY462" fmla="*/ 225957 h 436036"/>
                  <a:gd name="connsiteX463" fmla="*/ 516228 w 697289"/>
                  <a:gd name="connsiteY463" fmla="*/ 224107 h 436036"/>
                  <a:gd name="connsiteX464" fmla="*/ 519391 w 697289"/>
                  <a:gd name="connsiteY464" fmla="*/ 222694 h 436036"/>
                  <a:gd name="connsiteX465" fmla="*/ 522858 w 697289"/>
                  <a:gd name="connsiteY465" fmla="*/ 222156 h 436036"/>
                  <a:gd name="connsiteX466" fmla="*/ 528074 w 697289"/>
                  <a:gd name="connsiteY466" fmla="*/ 221954 h 436036"/>
                  <a:gd name="connsiteX467" fmla="*/ 531002 w 697289"/>
                  <a:gd name="connsiteY467" fmla="*/ 220205 h 436036"/>
                  <a:gd name="connsiteX468" fmla="*/ 532079 w 697289"/>
                  <a:gd name="connsiteY468" fmla="*/ 217817 h 436036"/>
                  <a:gd name="connsiteX469" fmla="*/ 532516 w 697289"/>
                  <a:gd name="connsiteY469" fmla="*/ 214015 h 436036"/>
                  <a:gd name="connsiteX470" fmla="*/ 531742 w 697289"/>
                  <a:gd name="connsiteY470" fmla="*/ 210315 h 436036"/>
                  <a:gd name="connsiteX471" fmla="*/ 530093 w 697289"/>
                  <a:gd name="connsiteY471" fmla="*/ 203251 h 436036"/>
                  <a:gd name="connsiteX472" fmla="*/ 529017 w 697289"/>
                  <a:gd name="connsiteY472" fmla="*/ 199113 h 436036"/>
                  <a:gd name="connsiteX473" fmla="*/ 526829 w 697289"/>
                  <a:gd name="connsiteY473" fmla="*/ 193663 h 436036"/>
                  <a:gd name="connsiteX474" fmla="*/ 526829 w 697289"/>
                  <a:gd name="connsiteY474" fmla="*/ 184110 h 436036"/>
                  <a:gd name="connsiteX475" fmla="*/ 527704 w 697289"/>
                  <a:gd name="connsiteY475" fmla="*/ 180645 h 436036"/>
                  <a:gd name="connsiteX476" fmla="*/ 532920 w 697289"/>
                  <a:gd name="connsiteY476" fmla="*/ 180645 h 436036"/>
                  <a:gd name="connsiteX477" fmla="*/ 536185 w 697289"/>
                  <a:gd name="connsiteY477" fmla="*/ 183908 h 436036"/>
                  <a:gd name="connsiteX478" fmla="*/ 540089 w 697289"/>
                  <a:gd name="connsiteY478" fmla="*/ 187608 h 436036"/>
                  <a:gd name="connsiteX479" fmla="*/ 543118 w 697289"/>
                  <a:gd name="connsiteY479" fmla="*/ 188920 h 436036"/>
                  <a:gd name="connsiteX480" fmla="*/ 546382 w 697289"/>
                  <a:gd name="connsiteY480" fmla="*/ 190434 h 436036"/>
                  <a:gd name="connsiteX481" fmla="*/ 547257 w 697289"/>
                  <a:gd name="connsiteY481" fmla="*/ 186296 h 436036"/>
                  <a:gd name="connsiteX482" fmla="*/ 545305 w 697289"/>
                  <a:gd name="connsiteY482" fmla="*/ 181721 h 436036"/>
                  <a:gd name="connsiteX483" fmla="*/ 546180 w 697289"/>
                  <a:gd name="connsiteY483" fmla="*/ 176709 h 436036"/>
                  <a:gd name="connsiteX484" fmla="*/ 546618 w 697289"/>
                  <a:gd name="connsiteY484" fmla="*/ 173681 h 436036"/>
                  <a:gd name="connsiteX485" fmla="*/ 548132 w 697289"/>
                  <a:gd name="connsiteY485" fmla="*/ 172168 h 436036"/>
                  <a:gd name="connsiteX486" fmla="*/ 549647 w 697289"/>
                  <a:gd name="connsiteY486" fmla="*/ 169981 h 436036"/>
                  <a:gd name="connsiteX487" fmla="*/ 546820 w 697289"/>
                  <a:gd name="connsiteY487" fmla="*/ 168467 h 436036"/>
                  <a:gd name="connsiteX488" fmla="*/ 541166 w 697289"/>
                  <a:gd name="connsiteY488" fmla="*/ 168467 h 436036"/>
                  <a:gd name="connsiteX489" fmla="*/ 533122 w 697289"/>
                  <a:gd name="connsiteY489" fmla="*/ 168366 h 436036"/>
                  <a:gd name="connsiteX490" fmla="*/ 527704 w 697289"/>
                  <a:gd name="connsiteY490" fmla="*/ 166314 h 436036"/>
                  <a:gd name="connsiteX491" fmla="*/ 525954 w 697289"/>
                  <a:gd name="connsiteY491" fmla="*/ 160461 h 436036"/>
                  <a:gd name="connsiteX492" fmla="*/ 530531 w 697289"/>
                  <a:gd name="connsiteY492" fmla="*/ 156559 h 436036"/>
                  <a:gd name="connsiteX493" fmla="*/ 534670 w 697289"/>
                  <a:gd name="connsiteY493" fmla="*/ 156323 h 436036"/>
                  <a:gd name="connsiteX494" fmla="*/ 538137 w 697289"/>
                  <a:gd name="connsiteY494" fmla="*/ 156323 h 436036"/>
                  <a:gd name="connsiteX495" fmla="*/ 543791 w 697289"/>
                  <a:gd name="connsiteY495" fmla="*/ 157736 h 436036"/>
                  <a:gd name="connsiteX496" fmla="*/ 545541 w 697289"/>
                  <a:gd name="connsiteY496" fmla="*/ 160226 h 436036"/>
                  <a:gd name="connsiteX497" fmla="*/ 551430 w 697289"/>
                  <a:gd name="connsiteY497" fmla="*/ 160427 h 436036"/>
                  <a:gd name="connsiteX498" fmla="*/ 558161 w 697289"/>
                  <a:gd name="connsiteY498" fmla="*/ 155651 h 436036"/>
                  <a:gd name="connsiteX499" fmla="*/ 561628 w 697289"/>
                  <a:gd name="connsiteY499" fmla="*/ 149360 h 436036"/>
                  <a:gd name="connsiteX500" fmla="*/ 568359 w 697289"/>
                  <a:gd name="connsiteY500" fmla="*/ 148485 h 436036"/>
                  <a:gd name="connsiteX501" fmla="*/ 574652 w 697289"/>
                  <a:gd name="connsiteY501" fmla="*/ 147409 h 436036"/>
                  <a:gd name="connsiteX502" fmla="*/ 583571 w 697289"/>
                  <a:gd name="connsiteY502" fmla="*/ 143708 h 436036"/>
                  <a:gd name="connsiteX503" fmla="*/ 589426 w 697289"/>
                  <a:gd name="connsiteY503" fmla="*/ 143271 h 436036"/>
                  <a:gd name="connsiteX504" fmla="*/ 589426 w 697289"/>
                  <a:gd name="connsiteY504" fmla="*/ 137182 h 436036"/>
                  <a:gd name="connsiteX505" fmla="*/ 588013 w 697289"/>
                  <a:gd name="connsiteY505" fmla="*/ 132406 h 436036"/>
                  <a:gd name="connsiteX506" fmla="*/ 589225 w 697289"/>
                  <a:gd name="connsiteY506" fmla="*/ 127191 h 436036"/>
                  <a:gd name="connsiteX507" fmla="*/ 595316 w 697289"/>
                  <a:gd name="connsiteY507" fmla="*/ 127831 h 436036"/>
                  <a:gd name="connsiteX508" fmla="*/ 602047 w 697289"/>
                  <a:gd name="connsiteY508" fmla="*/ 126956 h 436036"/>
                  <a:gd name="connsiteX509" fmla="*/ 599658 w 697289"/>
                  <a:gd name="connsiteY509" fmla="*/ 131733 h 436036"/>
                  <a:gd name="connsiteX510" fmla="*/ 594643 w 697289"/>
                  <a:gd name="connsiteY510" fmla="*/ 134121 h 436036"/>
                  <a:gd name="connsiteX511" fmla="*/ 593330 w 697289"/>
                  <a:gd name="connsiteY511" fmla="*/ 138696 h 436036"/>
                  <a:gd name="connsiteX512" fmla="*/ 597907 w 697289"/>
                  <a:gd name="connsiteY512" fmla="*/ 143473 h 436036"/>
                  <a:gd name="connsiteX513" fmla="*/ 601609 w 697289"/>
                  <a:gd name="connsiteY513" fmla="*/ 144112 h 436036"/>
                  <a:gd name="connsiteX514" fmla="*/ 605513 w 697289"/>
                  <a:gd name="connsiteY514" fmla="*/ 144549 h 436036"/>
                  <a:gd name="connsiteX515" fmla="*/ 608105 w 697289"/>
                  <a:gd name="connsiteY515" fmla="*/ 143675 h 436036"/>
                  <a:gd name="connsiteX516" fmla="*/ 609215 w 697289"/>
                  <a:gd name="connsiteY516" fmla="*/ 141085 h 436036"/>
                  <a:gd name="connsiteX517" fmla="*/ 608340 w 697289"/>
                  <a:gd name="connsiteY517" fmla="*/ 136745 h 436036"/>
                  <a:gd name="connsiteX518" fmla="*/ 610292 w 697289"/>
                  <a:gd name="connsiteY518" fmla="*/ 132607 h 436036"/>
                  <a:gd name="connsiteX519" fmla="*/ 614432 w 697289"/>
                  <a:gd name="connsiteY519" fmla="*/ 128268 h 436036"/>
                  <a:gd name="connsiteX520" fmla="*/ 615946 w 697289"/>
                  <a:gd name="connsiteY520" fmla="*/ 125442 h 436036"/>
                  <a:gd name="connsiteX521" fmla="*/ 619446 w 697289"/>
                  <a:gd name="connsiteY521" fmla="*/ 122415 h 436036"/>
                  <a:gd name="connsiteX522" fmla="*/ 622913 w 697289"/>
                  <a:gd name="connsiteY522" fmla="*/ 120901 h 436036"/>
                  <a:gd name="connsiteX523" fmla="*/ 627490 w 697289"/>
                  <a:gd name="connsiteY523" fmla="*/ 117873 h 436036"/>
                  <a:gd name="connsiteX524" fmla="*/ 629442 w 697289"/>
                  <a:gd name="connsiteY524" fmla="*/ 116124 h 436036"/>
                  <a:gd name="connsiteX525" fmla="*/ 632033 w 697289"/>
                  <a:gd name="connsiteY525" fmla="*/ 112659 h 436036"/>
                  <a:gd name="connsiteX526" fmla="*/ 637485 w 697289"/>
                  <a:gd name="connsiteY526" fmla="*/ 115922 h 436036"/>
                  <a:gd name="connsiteX527" fmla="*/ 644014 w 697289"/>
                  <a:gd name="connsiteY527" fmla="*/ 116999 h 436036"/>
                  <a:gd name="connsiteX528" fmla="*/ 645764 w 697289"/>
                  <a:gd name="connsiteY528" fmla="*/ 116763 h 436036"/>
                  <a:gd name="connsiteX529" fmla="*/ 647952 w 697289"/>
                  <a:gd name="connsiteY529" fmla="*/ 114375 h 436036"/>
                  <a:gd name="connsiteX530" fmla="*/ 650543 w 697289"/>
                  <a:gd name="connsiteY530" fmla="*/ 108723 h 436036"/>
                  <a:gd name="connsiteX531" fmla="*/ 650981 w 697289"/>
                  <a:gd name="connsiteY531" fmla="*/ 102870 h 436036"/>
                  <a:gd name="connsiteX532" fmla="*/ 651418 w 697289"/>
                  <a:gd name="connsiteY532" fmla="*/ 100482 h 436036"/>
                  <a:gd name="connsiteX533" fmla="*/ 655558 w 697289"/>
                  <a:gd name="connsiteY533" fmla="*/ 100280 h 436036"/>
                  <a:gd name="connsiteX534" fmla="*/ 657072 w 697289"/>
                  <a:gd name="connsiteY534" fmla="*/ 105494 h 436036"/>
                  <a:gd name="connsiteX535" fmla="*/ 658149 w 697289"/>
                  <a:gd name="connsiteY535" fmla="*/ 113298 h 436036"/>
                  <a:gd name="connsiteX536" fmla="*/ 659226 w 697289"/>
                  <a:gd name="connsiteY536" fmla="*/ 118075 h 436036"/>
                  <a:gd name="connsiteX537" fmla="*/ 660976 w 697289"/>
                  <a:gd name="connsiteY537" fmla="*/ 124803 h 436036"/>
                  <a:gd name="connsiteX538" fmla="*/ 666832 w 697289"/>
                  <a:gd name="connsiteY538" fmla="*/ 127393 h 436036"/>
                  <a:gd name="connsiteX539" fmla="*/ 672688 w 697289"/>
                  <a:gd name="connsiteY539" fmla="*/ 128268 h 436036"/>
                  <a:gd name="connsiteX540" fmla="*/ 676827 w 697289"/>
                  <a:gd name="connsiteY540" fmla="*/ 125240 h 436036"/>
                  <a:gd name="connsiteX541" fmla="*/ 683356 w 697289"/>
                  <a:gd name="connsiteY541" fmla="*/ 120026 h 436036"/>
                  <a:gd name="connsiteX542" fmla="*/ 685982 w 697289"/>
                  <a:gd name="connsiteY542" fmla="*/ 118277 h 436036"/>
                  <a:gd name="connsiteX543" fmla="*/ 688808 w 697289"/>
                  <a:gd name="connsiteY543" fmla="*/ 115687 h 436036"/>
                  <a:gd name="connsiteX544" fmla="*/ 690323 w 697289"/>
                  <a:gd name="connsiteY544" fmla="*/ 113736 h 436036"/>
                  <a:gd name="connsiteX545" fmla="*/ 690323 w 697289"/>
                  <a:gd name="connsiteY545" fmla="*/ 111112 h 436036"/>
                  <a:gd name="connsiteX546" fmla="*/ 688270 w 697289"/>
                  <a:gd name="connsiteY546" fmla="*/ 107647 h 436036"/>
                  <a:gd name="connsiteX547" fmla="*/ 690323 w 697289"/>
                  <a:gd name="connsiteY547" fmla="*/ 103072 h 436036"/>
                  <a:gd name="connsiteX548" fmla="*/ 692510 w 697289"/>
                  <a:gd name="connsiteY548" fmla="*/ 101760 h 436036"/>
                  <a:gd name="connsiteX549" fmla="*/ 694261 w 697289"/>
                  <a:gd name="connsiteY549" fmla="*/ 98059 h 436036"/>
                  <a:gd name="connsiteX550" fmla="*/ 690559 w 697289"/>
                  <a:gd name="connsiteY550" fmla="*/ 96108 h 436036"/>
                  <a:gd name="connsiteX551" fmla="*/ 687731 w 697289"/>
                  <a:gd name="connsiteY551" fmla="*/ 96748 h 436036"/>
                  <a:gd name="connsiteX552" fmla="*/ 683828 w 697289"/>
                  <a:gd name="connsiteY552" fmla="*/ 98261 h 436036"/>
                  <a:gd name="connsiteX553" fmla="*/ 678813 w 697289"/>
                  <a:gd name="connsiteY553" fmla="*/ 101087 h 436036"/>
                  <a:gd name="connsiteX554" fmla="*/ 675347 w 697289"/>
                  <a:gd name="connsiteY554" fmla="*/ 101087 h 436036"/>
                  <a:gd name="connsiteX555" fmla="*/ 676659 w 697289"/>
                  <a:gd name="connsiteY555" fmla="*/ 98261 h 436036"/>
                  <a:gd name="connsiteX556" fmla="*/ 677097 w 697289"/>
                  <a:gd name="connsiteY556" fmla="*/ 92845 h 436036"/>
                  <a:gd name="connsiteX557" fmla="*/ 677298 w 697289"/>
                  <a:gd name="connsiteY557" fmla="*/ 89145 h 436036"/>
                  <a:gd name="connsiteX558" fmla="*/ 678611 w 697289"/>
                  <a:gd name="connsiteY558" fmla="*/ 87833 h 436036"/>
                  <a:gd name="connsiteX559" fmla="*/ 681000 w 697289"/>
                  <a:gd name="connsiteY559" fmla="*/ 86319 h 436036"/>
                  <a:gd name="connsiteX560" fmla="*/ 683828 w 697289"/>
                  <a:gd name="connsiteY560" fmla="*/ 84806 h 436036"/>
                  <a:gd name="connsiteX561" fmla="*/ 686856 w 697289"/>
                  <a:gd name="connsiteY561" fmla="*/ 80668 h 436036"/>
                  <a:gd name="connsiteX562" fmla="*/ 686856 w 697289"/>
                  <a:gd name="connsiteY562" fmla="*/ 73704 h 436036"/>
                  <a:gd name="connsiteX563" fmla="*/ 688270 w 697289"/>
                  <a:gd name="connsiteY563" fmla="*/ 68053 h 436036"/>
                  <a:gd name="connsiteX564" fmla="*/ 690356 w 697289"/>
                  <a:gd name="connsiteY564" fmla="*/ 65025 h 436036"/>
                  <a:gd name="connsiteX565" fmla="*/ 692948 w 697289"/>
                  <a:gd name="connsiteY565" fmla="*/ 60248 h 436036"/>
                  <a:gd name="connsiteX566" fmla="*/ 696212 w 697289"/>
                  <a:gd name="connsiteY566" fmla="*/ 56346 h 436036"/>
                  <a:gd name="connsiteX567" fmla="*/ 697290 w 697289"/>
                  <a:gd name="connsiteY567" fmla="*/ 54597 h 436036"/>
                  <a:gd name="connsiteX568" fmla="*/ 697290 w 697289"/>
                  <a:gd name="connsiteY568" fmla="*/ 51771 h 436036"/>
                  <a:gd name="connsiteX569" fmla="*/ 695977 w 697289"/>
                  <a:gd name="connsiteY569" fmla="*/ 49820 h 43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697289" h="436036">
                    <a:moveTo>
                      <a:pt x="695977" y="49820"/>
                    </a:moveTo>
                    <a:lnTo>
                      <a:pt x="693688" y="49618"/>
                    </a:lnTo>
                    <a:lnTo>
                      <a:pt x="689347" y="51368"/>
                    </a:lnTo>
                    <a:cubicBezTo>
                      <a:pt x="689347" y="51368"/>
                      <a:pt x="686957" y="51805"/>
                      <a:pt x="686318" y="52007"/>
                    </a:cubicBezTo>
                    <a:cubicBezTo>
                      <a:pt x="685678" y="52209"/>
                      <a:pt x="680025" y="55270"/>
                      <a:pt x="680025" y="55270"/>
                    </a:cubicBezTo>
                    <a:cubicBezTo>
                      <a:pt x="680025" y="55270"/>
                      <a:pt x="676121" y="57221"/>
                      <a:pt x="675448" y="57221"/>
                    </a:cubicBezTo>
                    <a:cubicBezTo>
                      <a:pt x="674808" y="57221"/>
                      <a:pt x="668279" y="58096"/>
                      <a:pt x="667404" y="58096"/>
                    </a:cubicBezTo>
                    <a:cubicBezTo>
                      <a:pt x="666529" y="58096"/>
                      <a:pt x="662625" y="56582"/>
                      <a:pt x="662625" y="56582"/>
                    </a:cubicBezTo>
                    <a:lnTo>
                      <a:pt x="662625" y="49618"/>
                    </a:lnTo>
                    <a:lnTo>
                      <a:pt x="662625" y="44169"/>
                    </a:lnTo>
                    <a:lnTo>
                      <a:pt x="658721" y="41141"/>
                    </a:lnTo>
                    <a:lnTo>
                      <a:pt x="655894" y="43765"/>
                    </a:lnTo>
                    <a:lnTo>
                      <a:pt x="651317" y="45279"/>
                    </a:lnTo>
                    <a:lnTo>
                      <a:pt x="648928" y="42251"/>
                    </a:lnTo>
                    <a:lnTo>
                      <a:pt x="647178" y="38988"/>
                    </a:lnTo>
                    <a:lnTo>
                      <a:pt x="642029" y="39056"/>
                    </a:lnTo>
                    <a:lnTo>
                      <a:pt x="638057" y="39863"/>
                    </a:lnTo>
                    <a:cubicBezTo>
                      <a:pt x="638057" y="39863"/>
                      <a:pt x="633716" y="42184"/>
                      <a:pt x="633480" y="42251"/>
                    </a:cubicBezTo>
                    <a:cubicBezTo>
                      <a:pt x="633278" y="42319"/>
                      <a:pt x="630081" y="44068"/>
                      <a:pt x="629778" y="44135"/>
                    </a:cubicBezTo>
                    <a:cubicBezTo>
                      <a:pt x="629475" y="44203"/>
                      <a:pt x="627086" y="47533"/>
                      <a:pt x="627086" y="47533"/>
                    </a:cubicBezTo>
                    <a:lnTo>
                      <a:pt x="624562" y="51738"/>
                    </a:lnTo>
                    <a:lnTo>
                      <a:pt x="623485" y="53992"/>
                    </a:lnTo>
                    <a:lnTo>
                      <a:pt x="619345" y="53992"/>
                    </a:lnTo>
                    <a:lnTo>
                      <a:pt x="614331" y="54631"/>
                    </a:lnTo>
                    <a:lnTo>
                      <a:pt x="609350" y="55505"/>
                    </a:lnTo>
                    <a:lnTo>
                      <a:pt x="605446" y="56380"/>
                    </a:lnTo>
                    <a:lnTo>
                      <a:pt x="601307" y="57457"/>
                    </a:lnTo>
                    <a:lnTo>
                      <a:pt x="598042" y="58970"/>
                    </a:lnTo>
                    <a:lnTo>
                      <a:pt x="594138" y="59172"/>
                    </a:lnTo>
                    <a:lnTo>
                      <a:pt x="588686" y="58533"/>
                    </a:lnTo>
                    <a:lnTo>
                      <a:pt x="585657" y="55909"/>
                    </a:lnTo>
                    <a:lnTo>
                      <a:pt x="583469" y="53756"/>
                    </a:lnTo>
                    <a:lnTo>
                      <a:pt x="581518" y="50930"/>
                    </a:lnTo>
                    <a:lnTo>
                      <a:pt x="579128" y="47903"/>
                    </a:lnTo>
                    <a:lnTo>
                      <a:pt x="577378" y="44438"/>
                    </a:lnTo>
                    <a:lnTo>
                      <a:pt x="577378" y="40973"/>
                    </a:lnTo>
                    <a:lnTo>
                      <a:pt x="577378" y="37710"/>
                    </a:lnTo>
                    <a:lnTo>
                      <a:pt x="575662" y="37508"/>
                    </a:lnTo>
                    <a:lnTo>
                      <a:pt x="573912" y="38147"/>
                    </a:lnTo>
                    <a:lnTo>
                      <a:pt x="572162" y="40973"/>
                    </a:lnTo>
                    <a:lnTo>
                      <a:pt x="572162" y="44001"/>
                    </a:lnTo>
                    <a:lnTo>
                      <a:pt x="571287" y="48777"/>
                    </a:lnTo>
                    <a:lnTo>
                      <a:pt x="567147" y="48777"/>
                    </a:lnTo>
                    <a:lnTo>
                      <a:pt x="564959" y="48004"/>
                    </a:lnTo>
                    <a:lnTo>
                      <a:pt x="560618" y="44842"/>
                    </a:lnTo>
                    <a:lnTo>
                      <a:pt x="555839" y="44203"/>
                    </a:lnTo>
                    <a:lnTo>
                      <a:pt x="553652" y="41579"/>
                    </a:lnTo>
                    <a:lnTo>
                      <a:pt x="554729" y="35725"/>
                    </a:lnTo>
                    <a:lnTo>
                      <a:pt x="554729" y="33976"/>
                    </a:lnTo>
                    <a:lnTo>
                      <a:pt x="552878" y="30074"/>
                    </a:lnTo>
                    <a:lnTo>
                      <a:pt x="549950" y="29637"/>
                    </a:lnTo>
                    <a:lnTo>
                      <a:pt x="547123" y="29199"/>
                    </a:lnTo>
                    <a:lnTo>
                      <a:pt x="540829" y="27685"/>
                    </a:lnTo>
                    <a:lnTo>
                      <a:pt x="536488" y="25095"/>
                    </a:lnTo>
                    <a:lnTo>
                      <a:pt x="533425" y="22471"/>
                    </a:lnTo>
                    <a:lnTo>
                      <a:pt x="529084" y="21832"/>
                    </a:lnTo>
                    <a:lnTo>
                      <a:pt x="524305" y="22068"/>
                    </a:lnTo>
                    <a:lnTo>
                      <a:pt x="517136" y="24658"/>
                    </a:lnTo>
                    <a:lnTo>
                      <a:pt x="508218" y="28796"/>
                    </a:lnTo>
                    <a:lnTo>
                      <a:pt x="503641" y="29435"/>
                    </a:lnTo>
                    <a:lnTo>
                      <a:pt x="499939" y="30949"/>
                    </a:lnTo>
                    <a:lnTo>
                      <a:pt x="493208" y="35086"/>
                    </a:lnTo>
                    <a:lnTo>
                      <a:pt x="489304" y="36600"/>
                    </a:lnTo>
                    <a:lnTo>
                      <a:pt x="484525" y="38349"/>
                    </a:lnTo>
                    <a:lnTo>
                      <a:pt x="479948" y="38114"/>
                    </a:lnTo>
                    <a:lnTo>
                      <a:pt x="475169" y="39190"/>
                    </a:lnTo>
                    <a:lnTo>
                      <a:pt x="471904" y="42218"/>
                    </a:lnTo>
                    <a:lnTo>
                      <a:pt x="473857" y="45918"/>
                    </a:lnTo>
                    <a:lnTo>
                      <a:pt x="477121" y="46793"/>
                    </a:lnTo>
                    <a:lnTo>
                      <a:pt x="479948" y="49618"/>
                    </a:lnTo>
                    <a:lnTo>
                      <a:pt x="479948" y="52007"/>
                    </a:lnTo>
                    <a:lnTo>
                      <a:pt x="476347" y="56784"/>
                    </a:lnTo>
                    <a:lnTo>
                      <a:pt x="470356" y="64184"/>
                    </a:lnTo>
                    <a:lnTo>
                      <a:pt x="463390" y="70912"/>
                    </a:lnTo>
                    <a:lnTo>
                      <a:pt x="456861" y="76564"/>
                    </a:lnTo>
                    <a:lnTo>
                      <a:pt x="448616" y="77640"/>
                    </a:lnTo>
                    <a:lnTo>
                      <a:pt x="446664" y="78515"/>
                    </a:lnTo>
                    <a:lnTo>
                      <a:pt x="444510" y="81980"/>
                    </a:lnTo>
                    <a:lnTo>
                      <a:pt x="443837" y="85680"/>
                    </a:lnTo>
                    <a:lnTo>
                      <a:pt x="446024" y="87429"/>
                    </a:lnTo>
                    <a:lnTo>
                      <a:pt x="448649" y="89616"/>
                    </a:lnTo>
                    <a:lnTo>
                      <a:pt x="448649" y="92206"/>
                    </a:lnTo>
                    <a:lnTo>
                      <a:pt x="446798" y="96983"/>
                    </a:lnTo>
                    <a:cubicBezTo>
                      <a:pt x="446798" y="96983"/>
                      <a:pt x="443870" y="101558"/>
                      <a:pt x="443433" y="102197"/>
                    </a:cubicBezTo>
                    <a:cubicBezTo>
                      <a:pt x="442995" y="102836"/>
                      <a:pt x="439731" y="106974"/>
                      <a:pt x="439731" y="106974"/>
                    </a:cubicBezTo>
                    <a:cubicBezTo>
                      <a:pt x="439731" y="106974"/>
                      <a:pt x="433639" y="109362"/>
                      <a:pt x="432764" y="109362"/>
                    </a:cubicBezTo>
                    <a:cubicBezTo>
                      <a:pt x="431890" y="109362"/>
                      <a:pt x="426908" y="109564"/>
                      <a:pt x="426908" y="109564"/>
                    </a:cubicBezTo>
                    <a:lnTo>
                      <a:pt x="417351" y="109564"/>
                    </a:lnTo>
                    <a:lnTo>
                      <a:pt x="410182" y="110102"/>
                    </a:lnTo>
                    <a:lnTo>
                      <a:pt x="403889" y="111953"/>
                    </a:lnTo>
                    <a:lnTo>
                      <a:pt x="400187" y="112592"/>
                    </a:lnTo>
                    <a:cubicBezTo>
                      <a:pt x="400187" y="112592"/>
                      <a:pt x="391941" y="113029"/>
                      <a:pt x="391066" y="112794"/>
                    </a:cubicBezTo>
                    <a:cubicBezTo>
                      <a:pt x="390191" y="112592"/>
                      <a:pt x="384336" y="110843"/>
                      <a:pt x="384336" y="110843"/>
                    </a:cubicBezTo>
                    <a:lnTo>
                      <a:pt x="379119" y="108454"/>
                    </a:lnTo>
                    <a:lnTo>
                      <a:pt x="373902" y="106940"/>
                    </a:lnTo>
                    <a:lnTo>
                      <a:pt x="373902" y="101087"/>
                    </a:lnTo>
                    <a:cubicBezTo>
                      <a:pt x="373902" y="101087"/>
                      <a:pt x="367475" y="97185"/>
                      <a:pt x="366835" y="96748"/>
                    </a:cubicBezTo>
                    <a:cubicBezTo>
                      <a:pt x="366196" y="96310"/>
                      <a:pt x="363234" y="94359"/>
                      <a:pt x="363234" y="94359"/>
                    </a:cubicBezTo>
                    <a:cubicBezTo>
                      <a:pt x="363234" y="94359"/>
                      <a:pt x="356066" y="91331"/>
                      <a:pt x="355191" y="90894"/>
                    </a:cubicBezTo>
                    <a:cubicBezTo>
                      <a:pt x="354316" y="90457"/>
                      <a:pt x="355830" y="87833"/>
                      <a:pt x="355830" y="87833"/>
                    </a:cubicBezTo>
                    <a:lnTo>
                      <a:pt x="356469" y="85007"/>
                    </a:lnTo>
                    <a:lnTo>
                      <a:pt x="362931" y="83191"/>
                    </a:lnTo>
                    <a:lnTo>
                      <a:pt x="362123" y="77035"/>
                    </a:lnTo>
                    <a:lnTo>
                      <a:pt x="361686" y="69230"/>
                    </a:lnTo>
                    <a:lnTo>
                      <a:pt x="361619" y="61998"/>
                    </a:lnTo>
                    <a:lnTo>
                      <a:pt x="362864" y="57423"/>
                    </a:lnTo>
                    <a:lnTo>
                      <a:pt x="363941" y="53352"/>
                    </a:lnTo>
                    <a:lnTo>
                      <a:pt x="367272" y="49955"/>
                    </a:lnTo>
                    <a:lnTo>
                      <a:pt x="369931" y="46389"/>
                    </a:lnTo>
                    <a:lnTo>
                      <a:pt x="370470" y="44034"/>
                    </a:lnTo>
                    <a:cubicBezTo>
                      <a:pt x="370470" y="44034"/>
                      <a:pt x="368518" y="41646"/>
                      <a:pt x="368080" y="41410"/>
                    </a:cubicBezTo>
                    <a:cubicBezTo>
                      <a:pt x="367643" y="41209"/>
                      <a:pt x="364176" y="39998"/>
                      <a:pt x="363840" y="39998"/>
                    </a:cubicBezTo>
                    <a:cubicBezTo>
                      <a:pt x="363503" y="39998"/>
                      <a:pt x="360138" y="38786"/>
                      <a:pt x="360138" y="38786"/>
                    </a:cubicBezTo>
                    <a:lnTo>
                      <a:pt x="359263" y="37575"/>
                    </a:lnTo>
                    <a:lnTo>
                      <a:pt x="359902" y="33875"/>
                    </a:lnTo>
                    <a:lnTo>
                      <a:pt x="359902" y="31386"/>
                    </a:lnTo>
                    <a:lnTo>
                      <a:pt x="361652" y="28661"/>
                    </a:lnTo>
                    <a:lnTo>
                      <a:pt x="361652" y="23447"/>
                    </a:lnTo>
                    <a:lnTo>
                      <a:pt x="361652" y="20857"/>
                    </a:lnTo>
                    <a:lnTo>
                      <a:pt x="360306" y="20083"/>
                    </a:lnTo>
                    <a:lnTo>
                      <a:pt x="355897" y="17795"/>
                    </a:lnTo>
                    <a:lnTo>
                      <a:pt x="352431" y="16921"/>
                    </a:lnTo>
                    <a:lnTo>
                      <a:pt x="350041" y="18132"/>
                    </a:lnTo>
                    <a:lnTo>
                      <a:pt x="347551" y="18334"/>
                    </a:lnTo>
                    <a:lnTo>
                      <a:pt x="346037" y="18535"/>
                    </a:lnTo>
                    <a:cubicBezTo>
                      <a:pt x="346037" y="18535"/>
                      <a:pt x="347214" y="16483"/>
                      <a:pt x="347349" y="16046"/>
                    </a:cubicBezTo>
                    <a:cubicBezTo>
                      <a:pt x="347450" y="15609"/>
                      <a:pt x="348325" y="14196"/>
                      <a:pt x="348325" y="14196"/>
                    </a:cubicBezTo>
                    <a:lnTo>
                      <a:pt x="349301" y="11908"/>
                    </a:lnTo>
                    <a:lnTo>
                      <a:pt x="347887" y="9285"/>
                    </a:lnTo>
                    <a:cubicBezTo>
                      <a:pt x="347887" y="9285"/>
                      <a:pt x="346037" y="7434"/>
                      <a:pt x="345936" y="7098"/>
                    </a:cubicBezTo>
                    <a:cubicBezTo>
                      <a:pt x="345835" y="6762"/>
                      <a:pt x="342570" y="5483"/>
                      <a:pt x="342570" y="5483"/>
                    </a:cubicBezTo>
                    <a:lnTo>
                      <a:pt x="340719" y="5248"/>
                    </a:lnTo>
                    <a:lnTo>
                      <a:pt x="337017" y="5685"/>
                    </a:lnTo>
                    <a:cubicBezTo>
                      <a:pt x="337017" y="5685"/>
                      <a:pt x="335806" y="6459"/>
                      <a:pt x="334964" y="6896"/>
                    </a:cubicBezTo>
                    <a:cubicBezTo>
                      <a:pt x="334089" y="7333"/>
                      <a:pt x="332911" y="9621"/>
                      <a:pt x="332911" y="9621"/>
                    </a:cubicBezTo>
                    <a:lnTo>
                      <a:pt x="331700" y="11673"/>
                    </a:lnTo>
                    <a:lnTo>
                      <a:pt x="329411" y="14061"/>
                    </a:lnTo>
                    <a:cubicBezTo>
                      <a:pt x="329411" y="14061"/>
                      <a:pt x="327897" y="15811"/>
                      <a:pt x="327796" y="16113"/>
                    </a:cubicBezTo>
                    <a:cubicBezTo>
                      <a:pt x="327695" y="16450"/>
                      <a:pt x="326281" y="17863"/>
                      <a:pt x="326281" y="17863"/>
                    </a:cubicBezTo>
                    <a:lnTo>
                      <a:pt x="322041" y="18199"/>
                    </a:lnTo>
                    <a:lnTo>
                      <a:pt x="318574" y="17560"/>
                    </a:lnTo>
                    <a:lnTo>
                      <a:pt x="317397" y="15070"/>
                    </a:lnTo>
                    <a:lnTo>
                      <a:pt x="315882" y="12581"/>
                    </a:lnTo>
                    <a:lnTo>
                      <a:pt x="307132" y="12649"/>
                    </a:lnTo>
                    <a:cubicBezTo>
                      <a:pt x="307132" y="12649"/>
                      <a:pt x="302454" y="12850"/>
                      <a:pt x="302218" y="12985"/>
                    </a:cubicBezTo>
                    <a:cubicBezTo>
                      <a:pt x="302016" y="13086"/>
                      <a:pt x="294646" y="13792"/>
                      <a:pt x="294646" y="13792"/>
                    </a:cubicBezTo>
                    <a:cubicBezTo>
                      <a:pt x="294646" y="13792"/>
                      <a:pt x="291281" y="12178"/>
                      <a:pt x="291112" y="12043"/>
                    </a:cubicBezTo>
                    <a:cubicBezTo>
                      <a:pt x="290944" y="11942"/>
                      <a:pt x="286939" y="10731"/>
                      <a:pt x="286939" y="10731"/>
                    </a:cubicBezTo>
                    <a:cubicBezTo>
                      <a:pt x="286939" y="10731"/>
                      <a:pt x="285189" y="11707"/>
                      <a:pt x="285055" y="11774"/>
                    </a:cubicBezTo>
                    <a:cubicBezTo>
                      <a:pt x="284886" y="11841"/>
                      <a:pt x="283472" y="14229"/>
                      <a:pt x="283472" y="14229"/>
                    </a:cubicBezTo>
                    <a:lnTo>
                      <a:pt x="282766" y="18804"/>
                    </a:lnTo>
                    <a:cubicBezTo>
                      <a:pt x="282766" y="18804"/>
                      <a:pt x="283472" y="25600"/>
                      <a:pt x="283472" y="25802"/>
                    </a:cubicBezTo>
                    <a:cubicBezTo>
                      <a:pt x="283472" y="26037"/>
                      <a:pt x="281588" y="28964"/>
                      <a:pt x="280881" y="29535"/>
                    </a:cubicBezTo>
                    <a:cubicBezTo>
                      <a:pt x="280174" y="30141"/>
                      <a:pt x="278256" y="32529"/>
                      <a:pt x="277684" y="33169"/>
                    </a:cubicBezTo>
                    <a:cubicBezTo>
                      <a:pt x="277078" y="33808"/>
                      <a:pt x="275732" y="36364"/>
                      <a:pt x="275732" y="36364"/>
                    </a:cubicBezTo>
                    <a:lnTo>
                      <a:pt x="273410" y="38820"/>
                    </a:lnTo>
                    <a:lnTo>
                      <a:pt x="271559" y="37912"/>
                    </a:lnTo>
                    <a:lnTo>
                      <a:pt x="271794" y="36499"/>
                    </a:lnTo>
                    <a:lnTo>
                      <a:pt x="273141" y="32429"/>
                    </a:lnTo>
                    <a:lnTo>
                      <a:pt x="274386" y="29435"/>
                    </a:lnTo>
                    <a:lnTo>
                      <a:pt x="275362" y="26441"/>
                    </a:lnTo>
                    <a:lnTo>
                      <a:pt x="275025" y="18031"/>
                    </a:lnTo>
                    <a:lnTo>
                      <a:pt x="273073" y="14768"/>
                    </a:lnTo>
                    <a:lnTo>
                      <a:pt x="270011" y="13019"/>
                    </a:lnTo>
                    <a:lnTo>
                      <a:pt x="268261" y="11942"/>
                    </a:lnTo>
                    <a:lnTo>
                      <a:pt x="265669" y="12379"/>
                    </a:lnTo>
                    <a:lnTo>
                      <a:pt x="260251" y="11303"/>
                    </a:lnTo>
                    <a:lnTo>
                      <a:pt x="259140" y="9554"/>
                    </a:lnTo>
                    <a:lnTo>
                      <a:pt x="259140" y="4339"/>
                    </a:lnTo>
                    <a:lnTo>
                      <a:pt x="259140" y="1749"/>
                    </a:lnTo>
                    <a:lnTo>
                      <a:pt x="256549" y="0"/>
                    </a:lnTo>
                    <a:lnTo>
                      <a:pt x="253284" y="0"/>
                    </a:lnTo>
                    <a:lnTo>
                      <a:pt x="252208" y="875"/>
                    </a:lnTo>
                    <a:lnTo>
                      <a:pt x="252208" y="3128"/>
                    </a:lnTo>
                    <a:lnTo>
                      <a:pt x="250356" y="7266"/>
                    </a:lnTo>
                    <a:lnTo>
                      <a:pt x="248741" y="9890"/>
                    </a:lnTo>
                    <a:lnTo>
                      <a:pt x="246150" y="12278"/>
                    </a:lnTo>
                    <a:cubicBezTo>
                      <a:pt x="246150" y="12278"/>
                      <a:pt x="243525" y="12278"/>
                      <a:pt x="242649" y="12278"/>
                    </a:cubicBezTo>
                    <a:cubicBezTo>
                      <a:pt x="241774" y="12278"/>
                      <a:pt x="236356" y="13355"/>
                      <a:pt x="236356" y="13355"/>
                    </a:cubicBezTo>
                    <a:lnTo>
                      <a:pt x="231342" y="14869"/>
                    </a:lnTo>
                    <a:lnTo>
                      <a:pt x="231342" y="23312"/>
                    </a:lnTo>
                    <a:lnTo>
                      <a:pt x="229390" y="26340"/>
                    </a:lnTo>
                    <a:lnTo>
                      <a:pt x="227640" y="31991"/>
                    </a:lnTo>
                    <a:lnTo>
                      <a:pt x="226563" y="36566"/>
                    </a:lnTo>
                    <a:lnTo>
                      <a:pt x="220707" y="40704"/>
                    </a:lnTo>
                    <a:lnTo>
                      <a:pt x="213539" y="43967"/>
                    </a:lnTo>
                    <a:lnTo>
                      <a:pt x="206168" y="45279"/>
                    </a:lnTo>
                    <a:lnTo>
                      <a:pt x="201591" y="45279"/>
                    </a:lnTo>
                    <a:cubicBezTo>
                      <a:pt x="201591" y="45279"/>
                      <a:pt x="193985" y="48542"/>
                      <a:pt x="191360" y="48979"/>
                    </a:cubicBezTo>
                    <a:cubicBezTo>
                      <a:pt x="188735" y="49417"/>
                      <a:pt x="186144" y="48542"/>
                      <a:pt x="185269" y="48777"/>
                    </a:cubicBezTo>
                    <a:cubicBezTo>
                      <a:pt x="184394" y="48979"/>
                      <a:pt x="178302" y="48777"/>
                      <a:pt x="178302" y="48777"/>
                    </a:cubicBezTo>
                    <a:cubicBezTo>
                      <a:pt x="178302" y="48777"/>
                      <a:pt x="175038" y="48777"/>
                      <a:pt x="170461" y="48777"/>
                    </a:cubicBezTo>
                    <a:cubicBezTo>
                      <a:pt x="165884" y="48777"/>
                      <a:pt x="166119" y="50190"/>
                      <a:pt x="165681" y="51065"/>
                    </a:cubicBezTo>
                    <a:cubicBezTo>
                      <a:pt x="165244" y="51940"/>
                      <a:pt x="161778" y="55068"/>
                      <a:pt x="160263" y="57053"/>
                    </a:cubicBezTo>
                    <a:cubicBezTo>
                      <a:pt x="158749" y="59004"/>
                      <a:pt x="157638" y="62502"/>
                      <a:pt x="156999" y="63343"/>
                    </a:cubicBezTo>
                    <a:cubicBezTo>
                      <a:pt x="156359" y="64218"/>
                      <a:pt x="153095" y="69432"/>
                      <a:pt x="152422" y="70071"/>
                    </a:cubicBezTo>
                    <a:cubicBezTo>
                      <a:pt x="151782" y="70711"/>
                      <a:pt x="147407" y="77237"/>
                      <a:pt x="146196" y="77674"/>
                    </a:cubicBezTo>
                    <a:cubicBezTo>
                      <a:pt x="144984" y="78111"/>
                      <a:pt x="137210" y="76160"/>
                      <a:pt x="137210" y="76160"/>
                    </a:cubicBezTo>
                    <a:lnTo>
                      <a:pt x="132195" y="74646"/>
                    </a:lnTo>
                    <a:lnTo>
                      <a:pt x="126541" y="75723"/>
                    </a:lnTo>
                    <a:lnTo>
                      <a:pt x="116983" y="87665"/>
                    </a:lnTo>
                    <a:lnTo>
                      <a:pt x="114594" y="91567"/>
                    </a:lnTo>
                    <a:lnTo>
                      <a:pt x="109377" y="100246"/>
                    </a:lnTo>
                    <a:lnTo>
                      <a:pt x="105036" y="101558"/>
                    </a:lnTo>
                    <a:lnTo>
                      <a:pt x="100021" y="103072"/>
                    </a:lnTo>
                    <a:cubicBezTo>
                      <a:pt x="100021" y="103072"/>
                      <a:pt x="96555" y="106974"/>
                      <a:pt x="94805" y="108084"/>
                    </a:cubicBezTo>
                    <a:cubicBezTo>
                      <a:pt x="93055" y="109161"/>
                      <a:pt x="92853" y="113298"/>
                      <a:pt x="92853" y="113298"/>
                    </a:cubicBezTo>
                    <a:lnTo>
                      <a:pt x="92415" y="118277"/>
                    </a:lnTo>
                    <a:lnTo>
                      <a:pt x="92180" y="128705"/>
                    </a:lnTo>
                    <a:lnTo>
                      <a:pt x="89791" y="136106"/>
                    </a:lnTo>
                    <a:lnTo>
                      <a:pt x="86762" y="141118"/>
                    </a:lnTo>
                    <a:lnTo>
                      <a:pt x="80872" y="147644"/>
                    </a:lnTo>
                    <a:cubicBezTo>
                      <a:pt x="80872" y="147644"/>
                      <a:pt x="75858" y="153733"/>
                      <a:pt x="75454" y="154608"/>
                    </a:cubicBezTo>
                    <a:cubicBezTo>
                      <a:pt x="75016" y="155482"/>
                      <a:pt x="74377" y="162648"/>
                      <a:pt x="74377" y="162648"/>
                    </a:cubicBezTo>
                    <a:lnTo>
                      <a:pt x="66771" y="173076"/>
                    </a:lnTo>
                    <a:lnTo>
                      <a:pt x="63506" y="176339"/>
                    </a:lnTo>
                    <a:lnTo>
                      <a:pt x="61756" y="177415"/>
                    </a:lnTo>
                    <a:lnTo>
                      <a:pt x="56540" y="177415"/>
                    </a:lnTo>
                    <a:cubicBezTo>
                      <a:pt x="56540" y="177415"/>
                      <a:pt x="50886" y="179467"/>
                      <a:pt x="50246" y="179703"/>
                    </a:cubicBezTo>
                    <a:cubicBezTo>
                      <a:pt x="49607" y="179905"/>
                      <a:pt x="48698" y="181755"/>
                      <a:pt x="48698" y="181755"/>
                    </a:cubicBezTo>
                    <a:lnTo>
                      <a:pt x="48698" y="188483"/>
                    </a:lnTo>
                    <a:lnTo>
                      <a:pt x="47722" y="191510"/>
                    </a:lnTo>
                    <a:lnTo>
                      <a:pt x="43482" y="194336"/>
                    </a:lnTo>
                    <a:lnTo>
                      <a:pt x="37828" y="201737"/>
                    </a:lnTo>
                    <a:lnTo>
                      <a:pt x="37626" y="214352"/>
                    </a:lnTo>
                    <a:lnTo>
                      <a:pt x="39140" y="222593"/>
                    </a:lnTo>
                    <a:lnTo>
                      <a:pt x="43044" y="226496"/>
                    </a:lnTo>
                    <a:lnTo>
                      <a:pt x="49573" y="232383"/>
                    </a:lnTo>
                    <a:lnTo>
                      <a:pt x="53915" y="239346"/>
                    </a:lnTo>
                    <a:lnTo>
                      <a:pt x="56742" y="245199"/>
                    </a:lnTo>
                    <a:lnTo>
                      <a:pt x="56304" y="251725"/>
                    </a:lnTo>
                    <a:lnTo>
                      <a:pt x="54117" y="258453"/>
                    </a:lnTo>
                    <a:cubicBezTo>
                      <a:pt x="54117" y="258453"/>
                      <a:pt x="52165" y="261481"/>
                      <a:pt x="51929" y="262154"/>
                    </a:cubicBezTo>
                    <a:cubicBezTo>
                      <a:pt x="51727" y="262793"/>
                      <a:pt x="49539" y="265181"/>
                      <a:pt x="48900" y="265417"/>
                    </a:cubicBezTo>
                    <a:cubicBezTo>
                      <a:pt x="48261" y="265619"/>
                      <a:pt x="46948" y="270833"/>
                      <a:pt x="46511" y="271707"/>
                    </a:cubicBezTo>
                    <a:cubicBezTo>
                      <a:pt x="46073" y="272582"/>
                      <a:pt x="45198" y="278872"/>
                      <a:pt x="45198" y="279545"/>
                    </a:cubicBezTo>
                    <a:cubicBezTo>
                      <a:pt x="45198" y="280184"/>
                      <a:pt x="46073" y="284759"/>
                      <a:pt x="46073" y="284759"/>
                    </a:cubicBezTo>
                    <a:lnTo>
                      <a:pt x="50414" y="287148"/>
                    </a:lnTo>
                    <a:lnTo>
                      <a:pt x="54487" y="285331"/>
                    </a:lnTo>
                    <a:lnTo>
                      <a:pt x="55227" y="283145"/>
                    </a:lnTo>
                    <a:lnTo>
                      <a:pt x="56540" y="282136"/>
                    </a:lnTo>
                    <a:lnTo>
                      <a:pt x="58424" y="279949"/>
                    </a:lnTo>
                    <a:lnTo>
                      <a:pt x="59569" y="277931"/>
                    </a:lnTo>
                    <a:lnTo>
                      <a:pt x="61151" y="277493"/>
                    </a:lnTo>
                    <a:lnTo>
                      <a:pt x="63035" y="279377"/>
                    </a:lnTo>
                    <a:lnTo>
                      <a:pt x="67242" y="280824"/>
                    </a:lnTo>
                    <a:lnTo>
                      <a:pt x="68117" y="279074"/>
                    </a:lnTo>
                    <a:lnTo>
                      <a:pt x="69564" y="274600"/>
                    </a:lnTo>
                    <a:lnTo>
                      <a:pt x="70136" y="271707"/>
                    </a:lnTo>
                    <a:lnTo>
                      <a:pt x="71886" y="269689"/>
                    </a:lnTo>
                    <a:lnTo>
                      <a:pt x="75487" y="268377"/>
                    </a:lnTo>
                    <a:lnTo>
                      <a:pt x="79694" y="267368"/>
                    </a:lnTo>
                    <a:lnTo>
                      <a:pt x="88814" y="265047"/>
                    </a:lnTo>
                    <a:cubicBezTo>
                      <a:pt x="88814" y="265047"/>
                      <a:pt x="90968" y="263028"/>
                      <a:pt x="91574" y="262725"/>
                    </a:cubicBezTo>
                    <a:cubicBezTo>
                      <a:pt x="92146" y="262457"/>
                      <a:pt x="95916" y="258252"/>
                      <a:pt x="95916" y="258252"/>
                    </a:cubicBezTo>
                    <a:cubicBezTo>
                      <a:pt x="95916" y="258252"/>
                      <a:pt x="98238" y="258252"/>
                      <a:pt x="98675" y="257814"/>
                    </a:cubicBezTo>
                    <a:cubicBezTo>
                      <a:pt x="99113" y="257377"/>
                      <a:pt x="100425" y="256233"/>
                      <a:pt x="100997" y="255930"/>
                    </a:cubicBezTo>
                    <a:cubicBezTo>
                      <a:pt x="101570" y="255628"/>
                      <a:pt x="103185" y="252903"/>
                      <a:pt x="103185" y="252903"/>
                    </a:cubicBezTo>
                    <a:lnTo>
                      <a:pt x="103050" y="249875"/>
                    </a:lnTo>
                    <a:lnTo>
                      <a:pt x="102849" y="247991"/>
                    </a:lnTo>
                    <a:lnTo>
                      <a:pt x="106483" y="244425"/>
                    </a:lnTo>
                    <a:lnTo>
                      <a:pt x="108031" y="245839"/>
                    </a:lnTo>
                    <a:lnTo>
                      <a:pt x="113046" y="248698"/>
                    </a:lnTo>
                    <a:lnTo>
                      <a:pt x="113046" y="253037"/>
                    </a:lnTo>
                    <a:lnTo>
                      <a:pt x="110455" y="259698"/>
                    </a:lnTo>
                    <a:lnTo>
                      <a:pt x="109882" y="262288"/>
                    </a:lnTo>
                    <a:lnTo>
                      <a:pt x="108368" y="266762"/>
                    </a:lnTo>
                    <a:lnTo>
                      <a:pt x="103656" y="269521"/>
                    </a:lnTo>
                    <a:lnTo>
                      <a:pt x="93089" y="269521"/>
                    </a:lnTo>
                    <a:lnTo>
                      <a:pt x="90464" y="275038"/>
                    </a:lnTo>
                    <a:lnTo>
                      <a:pt x="90464" y="283448"/>
                    </a:lnTo>
                    <a:lnTo>
                      <a:pt x="86122" y="283448"/>
                    </a:lnTo>
                    <a:lnTo>
                      <a:pt x="81781" y="287215"/>
                    </a:lnTo>
                    <a:lnTo>
                      <a:pt x="80333" y="290411"/>
                    </a:lnTo>
                    <a:lnTo>
                      <a:pt x="78314" y="291555"/>
                    </a:lnTo>
                    <a:lnTo>
                      <a:pt x="75420" y="295625"/>
                    </a:lnTo>
                    <a:lnTo>
                      <a:pt x="73973" y="295625"/>
                    </a:lnTo>
                    <a:lnTo>
                      <a:pt x="68117" y="297374"/>
                    </a:lnTo>
                    <a:lnTo>
                      <a:pt x="63540" y="297374"/>
                    </a:lnTo>
                    <a:lnTo>
                      <a:pt x="62026" y="299965"/>
                    </a:lnTo>
                    <a:lnTo>
                      <a:pt x="58862" y="302689"/>
                    </a:lnTo>
                    <a:lnTo>
                      <a:pt x="56035" y="304439"/>
                    </a:lnTo>
                    <a:lnTo>
                      <a:pt x="54184" y="306053"/>
                    </a:lnTo>
                    <a:cubicBezTo>
                      <a:pt x="54184" y="306053"/>
                      <a:pt x="51559" y="310191"/>
                      <a:pt x="50718" y="310393"/>
                    </a:cubicBezTo>
                    <a:cubicBezTo>
                      <a:pt x="49843" y="310595"/>
                      <a:pt x="46814" y="312546"/>
                      <a:pt x="46814" y="312546"/>
                    </a:cubicBezTo>
                    <a:lnTo>
                      <a:pt x="43549" y="313858"/>
                    </a:lnTo>
                    <a:lnTo>
                      <a:pt x="43549" y="319509"/>
                    </a:lnTo>
                    <a:lnTo>
                      <a:pt x="45602" y="323210"/>
                    </a:lnTo>
                    <a:lnTo>
                      <a:pt x="45266" y="325161"/>
                    </a:lnTo>
                    <a:lnTo>
                      <a:pt x="42674" y="329063"/>
                    </a:lnTo>
                    <a:lnTo>
                      <a:pt x="37458" y="332090"/>
                    </a:lnTo>
                    <a:lnTo>
                      <a:pt x="32006" y="332090"/>
                    </a:lnTo>
                    <a:lnTo>
                      <a:pt x="26991" y="333503"/>
                    </a:lnTo>
                    <a:lnTo>
                      <a:pt x="23289" y="335555"/>
                    </a:lnTo>
                    <a:lnTo>
                      <a:pt x="20226" y="338381"/>
                    </a:lnTo>
                    <a:lnTo>
                      <a:pt x="17837" y="340332"/>
                    </a:lnTo>
                    <a:lnTo>
                      <a:pt x="15649" y="345109"/>
                    </a:lnTo>
                    <a:lnTo>
                      <a:pt x="15649" y="349886"/>
                    </a:lnTo>
                    <a:lnTo>
                      <a:pt x="14774" y="354663"/>
                    </a:lnTo>
                    <a:lnTo>
                      <a:pt x="11745" y="354663"/>
                    </a:lnTo>
                    <a:lnTo>
                      <a:pt x="7842" y="359439"/>
                    </a:lnTo>
                    <a:lnTo>
                      <a:pt x="4139" y="362265"/>
                    </a:lnTo>
                    <a:lnTo>
                      <a:pt x="1313" y="365091"/>
                    </a:lnTo>
                    <a:lnTo>
                      <a:pt x="0" y="367681"/>
                    </a:lnTo>
                    <a:lnTo>
                      <a:pt x="0" y="371146"/>
                    </a:lnTo>
                    <a:lnTo>
                      <a:pt x="0" y="376596"/>
                    </a:lnTo>
                    <a:lnTo>
                      <a:pt x="1515" y="380498"/>
                    </a:lnTo>
                    <a:lnTo>
                      <a:pt x="6092" y="382449"/>
                    </a:lnTo>
                    <a:lnTo>
                      <a:pt x="14774" y="382449"/>
                    </a:lnTo>
                    <a:lnTo>
                      <a:pt x="24130" y="382449"/>
                    </a:lnTo>
                    <a:lnTo>
                      <a:pt x="31299" y="384635"/>
                    </a:lnTo>
                    <a:lnTo>
                      <a:pt x="36751" y="389614"/>
                    </a:lnTo>
                    <a:lnTo>
                      <a:pt x="40890" y="396342"/>
                    </a:lnTo>
                    <a:lnTo>
                      <a:pt x="48294" y="396342"/>
                    </a:lnTo>
                    <a:lnTo>
                      <a:pt x="54823" y="401321"/>
                    </a:lnTo>
                    <a:lnTo>
                      <a:pt x="59165" y="405896"/>
                    </a:lnTo>
                    <a:cubicBezTo>
                      <a:pt x="59165" y="405896"/>
                      <a:pt x="59165" y="411110"/>
                      <a:pt x="59165" y="411749"/>
                    </a:cubicBezTo>
                    <a:cubicBezTo>
                      <a:pt x="59165" y="412388"/>
                      <a:pt x="60477" y="419150"/>
                      <a:pt x="60477" y="419991"/>
                    </a:cubicBezTo>
                    <a:cubicBezTo>
                      <a:pt x="60477" y="420865"/>
                      <a:pt x="64381" y="425642"/>
                      <a:pt x="64381" y="425642"/>
                    </a:cubicBezTo>
                    <a:lnTo>
                      <a:pt x="75689" y="431058"/>
                    </a:lnTo>
                    <a:lnTo>
                      <a:pt x="84810" y="431058"/>
                    </a:lnTo>
                    <a:cubicBezTo>
                      <a:pt x="84810" y="431058"/>
                      <a:pt x="96993" y="430722"/>
                      <a:pt x="99820" y="429645"/>
                    </a:cubicBezTo>
                    <a:cubicBezTo>
                      <a:pt x="102646" y="428569"/>
                      <a:pt x="102646" y="425642"/>
                      <a:pt x="102646" y="425642"/>
                    </a:cubicBezTo>
                    <a:lnTo>
                      <a:pt x="108738" y="424129"/>
                    </a:lnTo>
                    <a:lnTo>
                      <a:pt x="117421" y="424129"/>
                    </a:lnTo>
                    <a:lnTo>
                      <a:pt x="126541" y="424129"/>
                    </a:lnTo>
                    <a:lnTo>
                      <a:pt x="132195" y="421942"/>
                    </a:lnTo>
                    <a:lnTo>
                      <a:pt x="141114" y="418645"/>
                    </a:lnTo>
                    <a:lnTo>
                      <a:pt x="147272" y="416761"/>
                    </a:lnTo>
                    <a:lnTo>
                      <a:pt x="148787" y="415786"/>
                    </a:lnTo>
                    <a:lnTo>
                      <a:pt x="146397" y="413398"/>
                    </a:lnTo>
                    <a:lnTo>
                      <a:pt x="147845" y="407611"/>
                    </a:lnTo>
                    <a:lnTo>
                      <a:pt x="147845" y="402397"/>
                    </a:lnTo>
                    <a:lnTo>
                      <a:pt x="152927" y="393416"/>
                    </a:lnTo>
                    <a:lnTo>
                      <a:pt x="157705" y="389951"/>
                    </a:lnTo>
                    <a:lnTo>
                      <a:pt x="163494" y="385308"/>
                    </a:lnTo>
                    <a:lnTo>
                      <a:pt x="175946" y="384165"/>
                    </a:lnTo>
                    <a:lnTo>
                      <a:pt x="189273" y="386183"/>
                    </a:lnTo>
                    <a:cubicBezTo>
                      <a:pt x="189273" y="386183"/>
                      <a:pt x="197687" y="388504"/>
                      <a:pt x="198832" y="389076"/>
                    </a:cubicBezTo>
                    <a:cubicBezTo>
                      <a:pt x="199976" y="389648"/>
                      <a:pt x="202601" y="391969"/>
                      <a:pt x="202601" y="391969"/>
                    </a:cubicBezTo>
                    <a:lnTo>
                      <a:pt x="205798" y="399201"/>
                    </a:lnTo>
                    <a:lnTo>
                      <a:pt x="210442" y="402397"/>
                    </a:lnTo>
                    <a:lnTo>
                      <a:pt x="210442" y="411076"/>
                    </a:lnTo>
                    <a:lnTo>
                      <a:pt x="210442" y="421202"/>
                    </a:lnTo>
                    <a:lnTo>
                      <a:pt x="216971" y="428434"/>
                    </a:lnTo>
                    <a:lnTo>
                      <a:pt x="220303" y="430453"/>
                    </a:lnTo>
                    <a:lnTo>
                      <a:pt x="224644" y="435364"/>
                    </a:lnTo>
                    <a:lnTo>
                      <a:pt x="230736" y="430453"/>
                    </a:lnTo>
                    <a:lnTo>
                      <a:pt x="233058" y="426685"/>
                    </a:lnTo>
                    <a:lnTo>
                      <a:pt x="233058" y="420596"/>
                    </a:lnTo>
                    <a:lnTo>
                      <a:pt x="240025" y="416896"/>
                    </a:lnTo>
                    <a:lnTo>
                      <a:pt x="250996" y="424599"/>
                    </a:lnTo>
                    <a:cubicBezTo>
                      <a:pt x="250996" y="424599"/>
                      <a:pt x="253823" y="427863"/>
                      <a:pt x="254159" y="427963"/>
                    </a:cubicBezTo>
                    <a:cubicBezTo>
                      <a:pt x="254496" y="428064"/>
                      <a:pt x="259713" y="429040"/>
                      <a:pt x="259713" y="429040"/>
                    </a:cubicBezTo>
                    <a:cubicBezTo>
                      <a:pt x="259713" y="429040"/>
                      <a:pt x="265366" y="427963"/>
                      <a:pt x="265804" y="427627"/>
                    </a:cubicBezTo>
                    <a:cubicBezTo>
                      <a:pt x="266241" y="427291"/>
                      <a:pt x="271794" y="426551"/>
                      <a:pt x="272232" y="426551"/>
                    </a:cubicBezTo>
                    <a:cubicBezTo>
                      <a:pt x="272669" y="426551"/>
                      <a:pt x="277348" y="425676"/>
                      <a:pt x="277348" y="425676"/>
                    </a:cubicBezTo>
                    <a:lnTo>
                      <a:pt x="281252" y="420361"/>
                    </a:lnTo>
                    <a:lnTo>
                      <a:pt x="282766" y="413398"/>
                    </a:lnTo>
                    <a:lnTo>
                      <a:pt x="283304" y="408722"/>
                    </a:lnTo>
                    <a:lnTo>
                      <a:pt x="289833" y="404247"/>
                    </a:lnTo>
                    <a:lnTo>
                      <a:pt x="295050" y="403373"/>
                    </a:lnTo>
                    <a:cubicBezTo>
                      <a:pt x="295050" y="403373"/>
                      <a:pt x="301141" y="405559"/>
                      <a:pt x="301781" y="405862"/>
                    </a:cubicBezTo>
                    <a:cubicBezTo>
                      <a:pt x="302420" y="406199"/>
                      <a:pt x="305584" y="408352"/>
                      <a:pt x="305584" y="408352"/>
                    </a:cubicBezTo>
                    <a:cubicBezTo>
                      <a:pt x="305584" y="408352"/>
                      <a:pt x="309723" y="413229"/>
                      <a:pt x="309387" y="413768"/>
                    </a:cubicBezTo>
                    <a:cubicBezTo>
                      <a:pt x="309050" y="414306"/>
                      <a:pt x="310026" y="418982"/>
                      <a:pt x="310026" y="419419"/>
                    </a:cubicBezTo>
                    <a:cubicBezTo>
                      <a:pt x="310026" y="419856"/>
                      <a:pt x="309387" y="424835"/>
                      <a:pt x="309387" y="424835"/>
                    </a:cubicBezTo>
                    <a:lnTo>
                      <a:pt x="315814" y="433850"/>
                    </a:lnTo>
                    <a:lnTo>
                      <a:pt x="322007" y="436037"/>
                    </a:lnTo>
                    <a:cubicBezTo>
                      <a:pt x="322007" y="436037"/>
                      <a:pt x="330151" y="433312"/>
                      <a:pt x="330825" y="433110"/>
                    </a:cubicBezTo>
                    <a:cubicBezTo>
                      <a:pt x="331498" y="432908"/>
                      <a:pt x="336378" y="429645"/>
                      <a:pt x="336378" y="429645"/>
                    </a:cubicBezTo>
                    <a:cubicBezTo>
                      <a:pt x="336378" y="429645"/>
                      <a:pt x="340820" y="423557"/>
                      <a:pt x="341055" y="423220"/>
                    </a:cubicBezTo>
                    <a:cubicBezTo>
                      <a:pt x="341258" y="422884"/>
                      <a:pt x="342671" y="418006"/>
                      <a:pt x="342671" y="418006"/>
                    </a:cubicBezTo>
                    <a:lnTo>
                      <a:pt x="341055" y="409092"/>
                    </a:lnTo>
                    <a:lnTo>
                      <a:pt x="342469" y="403776"/>
                    </a:lnTo>
                    <a:lnTo>
                      <a:pt x="346070" y="396611"/>
                    </a:lnTo>
                    <a:cubicBezTo>
                      <a:pt x="346070" y="396611"/>
                      <a:pt x="350849" y="395535"/>
                      <a:pt x="351623" y="395299"/>
                    </a:cubicBezTo>
                    <a:cubicBezTo>
                      <a:pt x="352364" y="395064"/>
                      <a:pt x="362393" y="394660"/>
                      <a:pt x="362393" y="394660"/>
                    </a:cubicBezTo>
                    <a:lnTo>
                      <a:pt x="365859" y="392373"/>
                    </a:lnTo>
                    <a:lnTo>
                      <a:pt x="364008" y="388773"/>
                    </a:lnTo>
                    <a:lnTo>
                      <a:pt x="364984" y="382785"/>
                    </a:lnTo>
                    <a:lnTo>
                      <a:pt x="368585" y="378210"/>
                    </a:lnTo>
                    <a:lnTo>
                      <a:pt x="369898" y="372996"/>
                    </a:lnTo>
                    <a:lnTo>
                      <a:pt x="370537" y="369195"/>
                    </a:lnTo>
                    <a:cubicBezTo>
                      <a:pt x="370537" y="369195"/>
                      <a:pt x="370537" y="363644"/>
                      <a:pt x="370537" y="363207"/>
                    </a:cubicBezTo>
                    <a:cubicBezTo>
                      <a:pt x="370537" y="362770"/>
                      <a:pt x="370907" y="359507"/>
                      <a:pt x="370907" y="359507"/>
                    </a:cubicBezTo>
                    <a:lnTo>
                      <a:pt x="373229" y="354057"/>
                    </a:lnTo>
                    <a:cubicBezTo>
                      <a:pt x="373229" y="354057"/>
                      <a:pt x="381710" y="353519"/>
                      <a:pt x="382148" y="353284"/>
                    </a:cubicBezTo>
                    <a:cubicBezTo>
                      <a:pt x="382585" y="353048"/>
                      <a:pt x="388239" y="351871"/>
                      <a:pt x="388239" y="351871"/>
                    </a:cubicBezTo>
                    <a:lnTo>
                      <a:pt x="394230" y="349045"/>
                    </a:lnTo>
                    <a:lnTo>
                      <a:pt x="399009" y="345344"/>
                    </a:lnTo>
                    <a:lnTo>
                      <a:pt x="407927" y="343932"/>
                    </a:lnTo>
                    <a:lnTo>
                      <a:pt x="417822" y="343932"/>
                    </a:lnTo>
                    <a:lnTo>
                      <a:pt x="419774" y="345546"/>
                    </a:lnTo>
                    <a:lnTo>
                      <a:pt x="420312" y="342182"/>
                    </a:lnTo>
                    <a:lnTo>
                      <a:pt x="421288" y="333941"/>
                    </a:lnTo>
                    <a:cubicBezTo>
                      <a:pt x="421288" y="333941"/>
                      <a:pt x="423038" y="328087"/>
                      <a:pt x="423240" y="327650"/>
                    </a:cubicBezTo>
                    <a:cubicBezTo>
                      <a:pt x="423442" y="327213"/>
                      <a:pt x="426504" y="320821"/>
                      <a:pt x="426504" y="320821"/>
                    </a:cubicBezTo>
                    <a:lnTo>
                      <a:pt x="433034" y="313757"/>
                    </a:lnTo>
                    <a:lnTo>
                      <a:pt x="436601" y="310494"/>
                    </a:lnTo>
                    <a:lnTo>
                      <a:pt x="439091" y="306692"/>
                    </a:lnTo>
                    <a:cubicBezTo>
                      <a:pt x="439091" y="306692"/>
                      <a:pt x="439866" y="299628"/>
                      <a:pt x="439866" y="298316"/>
                    </a:cubicBezTo>
                    <a:cubicBezTo>
                      <a:pt x="439866" y="297004"/>
                      <a:pt x="440640" y="290276"/>
                      <a:pt x="440640" y="290276"/>
                    </a:cubicBezTo>
                    <a:cubicBezTo>
                      <a:pt x="440640" y="290276"/>
                      <a:pt x="442693" y="286374"/>
                      <a:pt x="443130" y="285836"/>
                    </a:cubicBezTo>
                    <a:cubicBezTo>
                      <a:pt x="443568" y="285298"/>
                      <a:pt x="445519" y="285298"/>
                      <a:pt x="446394" y="284759"/>
                    </a:cubicBezTo>
                    <a:cubicBezTo>
                      <a:pt x="447269" y="284221"/>
                      <a:pt x="451274" y="284759"/>
                      <a:pt x="451712" y="284759"/>
                    </a:cubicBezTo>
                    <a:cubicBezTo>
                      <a:pt x="452149" y="284759"/>
                      <a:pt x="458342" y="284860"/>
                      <a:pt x="458342" y="284860"/>
                    </a:cubicBezTo>
                    <a:lnTo>
                      <a:pt x="465611" y="284860"/>
                    </a:lnTo>
                    <a:lnTo>
                      <a:pt x="464635" y="278132"/>
                    </a:lnTo>
                    <a:lnTo>
                      <a:pt x="462683" y="273120"/>
                    </a:lnTo>
                    <a:lnTo>
                      <a:pt x="462784" y="267368"/>
                    </a:lnTo>
                    <a:lnTo>
                      <a:pt x="464837" y="267166"/>
                    </a:lnTo>
                    <a:lnTo>
                      <a:pt x="470155" y="269554"/>
                    </a:lnTo>
                    <a:lnTo>
                      <a:pt x="474395" y="269453"/>
                    </a:lnTo>
                    <a:lnTo>
                      <a:pt x="475910" y="265013"/>
                    </a:lnTo>
                    <a:lnTo>
                      <a:pt x="476011" y="260337"/>
                    </a:lnTo>
                    <a:lnTo>
                      <a:pt x="473958" y="254686"/>
                    </a:lnTo>
                    <a:lnTo>
                      <a:pt x="474832" y="250447"/>
                    </a:lnTo>
                    <a:lnTo>
                      <a:pt x="477861" y="247823"/>
                    </a:lnTo>
                    <a:lnTo>
                      <a:pt x="480352" y="245233"/>
                    </a:lnTo>
                    <a:lnTo>
                      <a:pt x="485131" y="245771"/>
                    </a:lnTo>
                    <a:lnTo>
                      <a:pt x="487958" y="247958"/>
                    </a:lnTo>
                    <a:lnTo>
                      <a:pt x="490684" y="248294"/>
                    </a:lnTo>
                    <a:lnTo>
                      <a:pt x="492198" y="246545"/>
                    </a:lnTo>
                    <a:lnTo>
                      <a:pt x="493275" y="242104"/>
                    </a:lnTo>
                    <a:lnTo>
                      <a:pt x="493814" y="237563"/>
                    </a:lnTo>
                    <a:lnTo>
                      <a:pt x="491323" y="236049"/>
                    </a:lnTo>
                    <a:lnTo>
                      <a:pt x="488294" y="234838"/>
                    </a:lnTo>
                    <a:lnTo>
                      <a:pt x="486982" y="231474"/>
                    </a:lnTo>
                    <a:lnTo>
                      <a:pt x="486746" y="226698"/>
                    </a:lnTo>
                    <a:lnTo>
                      <a:pt x="485871" y="225924"/>
                    </a:lnTo>
                    <a:lnTo>
                      <a:pt x="483145" y="225722"/>
                    </a:lnTo>
                    <a:lnTo>
                      <a:pt x="480116" y="224545"/>
                    </a:lnTo>
                    <a:lnTo>
                      <a:pt x="478366" y="223031"/>
                    </a:lnTo>
                    <a:lnTo>
                      <a:pt x="477356" y="221517"/>
                    </a:lnTo>
                    <a:lnTo>
                      <a:pt x="477020" y="220440"/>
                    </a:lnTo>
                    <a:lnTo>
                      <a:pt x="476381" y="218489"/>
                    </a:lnTo>
                    <a:lnTo>
                      <a:pt x="474967" y="215462"/>
                    </a:lnTo>
                    <a:lnTo>
                      <a:pt x="475506" y="212199"/>
                    </a:lnTo>
                    <a:lnTo>
                      <a:pt x="477121" y="211324"/>
                    </a:lnTo>
                    <a:lnTo>
                      <a:pt x="480150" y="211526"/>
                    </a:lnTo>
                    <a:lnTo>
                      <a:pt x="482539" y="214251"/>
                    </a:lnTo>
                    <a:lnTo>
                      <a:pt x="485131" y="216303"/>
                    </a:lnTo>
                    <a:lnTo>
                      <a:pt x="488160" y="217177"/>
                    </a:lnTo>
                    <a:lnTo>
                      <a:pt x="489775" y="216841"/>
                    </a:lnTo>
                    <a:lnTo>
                      <a:pt x="491424" y="215428"/>
                    </a:lnTo>
                    <a:lnTo>
                      <a:pt x="491963" y="213578"/>
                    </a:lnTo>
                    <a:lnTo>
                      <a:pt x="493477" y="211291"/>
                    </a:lnTo>
                    <a:lnTo>
                      <a:pt x="494352" y="210517"/>
                    </a:lnTo>
                    <a:lnTo>
                      <a:pt x="497078" y="209440"/>
                    </a:lnTo>
                    <a:cubicBezTo>
                      <a:pt x="497078" y="209440"/>
                      <a:pt x="497953" y="211492"/>
                      <a:pt x="498054" y="211930"/>
                    </a:cubicBezTo>
                    <a:cubicBezTo>
                      <a:pt x="498155" y="212367"/>
                      <a:pt x="498155" y="214116"/>
                      <a:pt x="498155" y="214116"/>
                    </a:cubicBezTo>
                    <a:cubicBezTo>
                      <a:pt x="498155" y="214116"/>
                      <a:pt x="498256" y="218153"/>
                      <a:pt x="498054" y="218456"/>
                    </a:cubicBezTo>
                    <a:cubicBezTo>
                      <a:pt x="497819" y="218792"/>
                      <a:pt x="497516" y="221281"/>
                      <a:pt x="497516" y="221281"/>
                    </a:cubicBezTo>
                    <a:lnTo>
                      <a:pt x="495766" y="223771"/>
                    </a:lnTo>
                    <a:lnTo>
                      <a:pt x="495530" y="226698"/>
                    </a:lnTo>
                    <a:lnTo>
                      <a:pt x="495530" y="230600"/>
                    </a:lnTo>
                    <a:lnTo>
                      <a:pt x="496506" y="233964"/>
                    </a:lnTo>
                    <a:lnTo>
                      <a:pt x="501083" y="234838"/>
                    </a:lnTo>
                    <a:lnTo>
                      <a:pt x="505122" y="234300"/>
                    </a:lnTo>
                    <a:lnTo>
                      <a:pt x="506199" y="232248"/>
                    </a:lnTo>
                    <a:cubicBezTo>
                      <a:pt x="506199" y="232248"/>
                      <a:pt x="509463" y="228783"/>
                      <a:pt x="509800" y="228548"/>
                    </a:cubicBezTo>
                    <a:cubicBezTo>
                      <a:pt x="510136" y="228312"/>
                      <a:pt x="512627" y="226597"/>
                      <a:pt x="513064" y="225957"/>
                    </a:cubicBezTo>
                    <a:cubicBezTo>
                      <a:pt x="513502" y="225318"/>
                      <a:pt x="516228" y="224107"/>
                      <a:pt x="516228" y="224107"/>
                    </a:cubicBezTo>
                    <a:lnTo>
                      <a:pt x="519391" y="222694"/>
                    </a:lnTo>
                    <a:lnTo>
                      <a:pt x="522858" y="222156"/>
                    </a:lnTo>
                    <a:lnTo>
                      <a:pt x="528074" y="221954"/>
                    </a:lnTo>
                    <a:lnTo>
                      <a:pt x="531002" y="220205"/>
                    </a:lnTo>
                    <a:lnTo>
                      <a:pt x="532079" y="217817"/>
                    </a:lnTo>
                    <a:lnTo>
                      <a:pt x="532516" y="214015"/>
                    </a:lnTo>
                    <a:lnTo>
                      <a:pt x="531742" y="210315"/>
                    </a:lnTo>
                    <a:lnTo>
                      <a:pt x="530093" y="203251"/>
                    </a:lnTo>
                    <a:lnTo>
                      <a:pt x="529017" y="199113"/>
                    </a:lnTo>
                    <a:lnTo>
                      <a:pt x="526829" y="193663"/>
                    </a:lnTo>
                    <a:lnTo>
                      <a:pt x="526829" y="184110"/>
                    </a:lnTo>
                    <a:lnTo>
                      <a:pt x="527704" y="180645"/>
                    </a:lnTo>
                    <a:lnTo>
                      <a:pt x="532920" y="180645"/>
                    </a:lnTo>
                    <a:lnTo>
                      <a:pt x="536185" y="183908"/>
                    </a:lnTo>
                    <a:lnTo>
                      <a:pt x="540089" y="187608"/>
                    </a:lnTo>
                    <a:lnTo>
                      <a:pt x="543118" y="188920"/>
                    </a:lnTo>
                    <a:lnTo>
                      <a:pt x="546382" y="190434"/>
                    </a:lnTo>
                    <a:lnTo>
                      <a:pt x="547257" y="186296"/>
                    </a:lnTo>
                    <a:lnTo>
                      <a:pt x="545305" y="181721"/>
                    </a:lnTo>
                    <a:lnTo>
                      <a:pt x="546180" y="176709"/>
                    </a:lnTo>
                    <a:lnTo>
                      <a:pt x="546618" y="173681"/>
                    </a:lnTo>
                    <a:lnTo>
                      <a:pt x="548132" y="172168"/>
                    </a:lnTo>
                    <a:lnTo>
                      <a:pt x="549647" y="169981"/>
                    </a:lnTo>
                    <a:lnTo>
                      <a:pt x="546820" y="168467"/>
                    </a:lnTo>
                    <a:lnTo>
                      <a:pt x="541166" y="168467"/>
                    </a:lnTo>
                    <a:lnTo>
                      <a:pt x="533122" y="168366"/>
                    </a:lnTo>
                    <a:lnTo>
                      <a:pt x="527704" y="166314"/>
                    </a:lnTo>
                    <a:lnTo>
                      <a:pt x="525954" y="160461"/>
                    </a:lnTo>
                    <a:lnTo>
                      <a:pt x="530531" y="156559"/>
                    </a:lnTo>
                    <a:lnTo>
                      <a:pt x="534670" y="156323"/>
                    </a:lnTo>
                    <a:lnTo>
                      <a:pt x="538137" y="156323"/>
                    </a:lnTo>
                    <a:lnTo>
                      <a:pt x="543791" y="157736"/>
                    </a:lnTo>
                    <a:lnTo>
                      <a:pt x="545541" y="160226"/>
                    </a:lnTo>
                    <a:lnTo>
                      <a:pt x="551430" y="160427"/>
                    </a:lnTo>
                    <a:lnTo>
                      <a:pt x="558161" y="155651"/>
                    </a:lnTo>
                    <a:lnTo>
                      <a:pt x="561628" y="149360"/>
                    </a:lnTo>
                    <a:lnTo>
                      <a:pt x="568359" y="148485"/>
                    </a:lnTo>
                    <a:lnTo>
                      <a:pt x="574652" y="147409"/>
                    </a:lnTo>
                    <a:lnTo>
                      <a:pt x="583571" y="143708"/>
                    </a:lnTo>
                    <a:lnTo>
                      <a:pt x="589426" y="143271"/>
                    </a:lnTo>
                    <a:lnTo>
                      <a:pt x="589426" y="137182"/>
                    </a:lnTo>
                    <a:lnTo>
                      <a:pt x="588013" y="132406"/>
                    </a:lnTo>
                    <a:lnTo>
                      <a:pt x="589225" y="127191"/>
                    </a:lnTo>
                    <a:lnTo>
                      <a:pt x="595316" y="127831"/>
                    </a:lnTo>
                    <a:lnTo>
                      <a:pt x="602047" y="126956"/>
                    </a:lnTo>
                    <a:lnTo>
                      <a:pt x="599658" y="131733"/>
                    </a:lnTo>
                    <a:cubicBezTo>
                      <a:pt x="599658" y="131733"/>
                      <a:pt x="595316" y="134121"/>
                      <a:pt x="594643" y="134121"/>
                    </a:cubicBezTo>
                    <a:cubicBezTo>
                      <a:pt x="594003" y="134121"/>
                      <a:pt x="593330" y="138696"/>
                      <a:pt x="593330" y="138696"/>
                    </a:cubicBezTo>
                    <a:lnTo>
                      <a:pt x="597907" y="143473"/>
                    </a:lnTo>
                    <a:lnTo>
                      <a:pt x="601609" y="144112"/>
                    </a:lnTo>
                    <a:lnTo>
                      <a:pt x="605513" y="144549"/>
                    </a:lnTo>
                    <a:lnTo>
                      <a:pt x="608105" y="143675"/>
                    </a:lnTo>
                    <a:lnTo>
                      <a:pt x="609215" y="141085"/>
                    </a:lnTo>
                    <a:lnTo>
                      <a:pt x="608340" y="136745"/>
                    </a:lnTo>
                    <a:lnTo>
                      <a:pt x="610292" y="132607"/>
                    </a:lnTo>
                    <a:lnTo>
                      <a:pt x="614432" y="128268"/>
                    </a:lnTo>
                    <a:lnTo>
                      <a:pt x="615946" y="125442"/>
                    </a:lnTo>
                    <a:lnTo>
                      <a:pt x="619446" y="122415"/>
                    </a:lnTo>
                    <a:lnTo>
                      <a:pt x="622913" y="120901"/>
                    </a:lnTo>
                    <a:lnTo>
                      <a:pt x="627490" y="117873"/>
                    </a:lnTo>
                    <a:lnTo>
                      <a:pt x="629442" y="116124"/>
                    </a:lnTo>
                    <a:lnTo>
                      <a:pt x="632033" y="112659"/>
                    </a:lnTo>
                    <a:lnTo>
                      <a:pt x="637485" y="115922"/>
                    </a:lnTo>
                    <a:lnTo>
                      <a:pt x="644014" y="116999"/>
                    </a:lnTo>
                    <a:lnTo>
                      <a:pt x="645764" y="116763"/>
                    </a:lnTo>
                    <a:lnTo>
                      <a:pt x="647952" y="114375"/>
                    </a:lnTo>
                    <a:lnTo>
                      <a:pt x="650543" y="108723"/>
                    </a:lnTo>
                    <a:lnTo>
                      <a:pt x="650981" y="102870"/>
                    </a:lnTo>
                    <a:lnTo>
                      <a:pt x="651418" y="100482"/>
                    </a:lnTo>
                    <a:lnTo>
                      <a:pt x="655558" y="100280"/>
                    </a:lnTo>
                    <a:lnTo>
                      <a:pt x="657072" y="105494"/>
                    </a:lnTo>
                    <a:lnTo>
                      <a:pt x="658149" y="113298"/>
                    </a:lnTo>
                    <a:lnTo>
                      <a:pt x="659226" y="118075"/>
                    </a:lnTo>
                    <a:lnTo>
                      <a:pt x="660976" y="124803"/>
                    </a:lnTo>
                    <a:lnTo>
                      <a:pt x="666832" y="127393"/>
                    </a:lnTo>
                    <a:lnTo>
                      <a:pt x="672688" y="128268"/>
                    </a:lnTo>
                    <a:lnTo>
                      <a:pt x="676827" y="125240"/>
                    </a:lnTo>
                    <a:lnTo>
                      <a:pt x="683356" y="120026"/>
                    </a:lnTo>
                    <a:lnTo>
                      <a:pt x="685982" y="118277"/>
                    </a:lnTo>
                    <a:lnTo>
                      <a:pt x="688808" y="115687"/>
                    </a:lnTo>
                    <a:lnTo>
                      <a:pt x="690323" y="113736"/>
                    </a:lnTo>
                    <a:lnTo>
                      <a:pt x="690323" y="111112"/>
                    </a:lnTo>
                    <a:cubicBezTo>
                      <a:pt x="690323" y="111112"/>
                      <a:pt x="688472" y="108286"/>
                      <a:pt x="688270" y="107647"/>
                    </a:cubicBezTo>
                    <a:cubicBezTo>
                      <a:pt x="688034" y="107008"/>
                      <a:pt x="690323" y="103072"/>
                      <a:pt x="690323" y="103072"/>
                    </a:cubicBezTo>
                    <a:lnTo>
                      <a:pt x="692510" y="101760"/>
                    </a:lnTo>
                    <a:lnTo>
                      <a:pt x="694261" y="98059"/>
                    </a:lnTo>
                    <a:lnTo>
                      <a:pt x="690559" y="96108"/>
                    </a:lnTo>
                    <a:lnTo>
                      <a:pt x="687731" y="96748"/>
                    </a:lnTo>
                    <a:lnTo>
                      <a:pt x="683828" y="98261"/>
                    </a:lnTo>
                    <a:cubicBezTo>
                      <a:pt x="683828" y="98261"/>
                      <a:pt x="679688" y="100852"/>
                      <a:pt x="678813" y="101087"/>
                    </a:cubicBezTo>
                    <a:cubicBezTo>
                      <a:pt x="677938" y="101289"/>
                      <a:pt x="675347" y="101087"/>
                      <a:pt x="675347" y="101087"/>
                    </a:cubicBezTo>
                    <a:lnTo>
                      <a:pt x="676659" y="98261"/>
                    </a:lnTo>
                    <a:lnTo>
                      <a:pt x="677097" y="92845"/>
                    </a:lnTo>
                    <a:lnTo>
                      <a:pt x="677298" y="89145"/>
                    </a:lnTo>
                    <a:lnTo>
                      <a:pt x="678611" y="87833"/>
                    </a:lnTo>
                    <a:lnTo>
                      <a:pt x="681000" y="86319"/>
                    </a:lnTo>
                    <a:lnTo>
                      <a:pt x="683828" y="84806"/>
                    </a:lnTo>
                    <a:lnTo>
                      <a:pt x="686856" y="80668"/>
                    </a:lnTo>
                    <a:lnTo>
                      <a:pt x="686856" y="73704"/>
                    </a:lnTo>
                    <a:lnTo>
                      <a:pt x="688270" y="68053"/>
                    </a:lnTo>
                    <a:lnTo>
                      <a:pt x="690356" y="65025"/>
                    </a:lnTo>
                    <a:lnTo>
                      <a:pt x="692948" y="60248"/>
                    </a:lnTo>
                    <a:lnTo>
                      <a:pt x="696212" y="56346"/>
                    </a:lnTo>
                    <a:lnTo>
                      <a:pt x="697290" y="54597"/>
                    </a:lnTo>
                    <a:lnTo>
                      <a:pt x="697290" y="51771"/>
                    </a:lnTo>
                    <a:lnTo>
                      <a:pt x="695977" y="49820"/>
                    </a:lnTo>
                    <a:close/>
                  </a:path>
                </a:pathLst>
              </a:custGeom>
              <a:grpFill/>
              <a:ln w="6350" cap="flat">
                <a:solidFill>
                  <a:schemeClr val="bg1"/>
                </a:solidFill>
                <a:prstDash val="solid"/>
                <a:miter/>
              </a:ln>
            </p:spPr>
            <p:txBody>
              <a:bodyPr rtlCol="0" anchor="ctr"/>
              <a:lstStyle/>
              <a:p>
                <a:endParaRPr lang="en-US"/>
              </a:p>
            </p:txBody>
          </p:sp>
        </p:grpSp>
        <p:sp>
          <p:nvSpPr>
            <p:cNvPr id="66" name="Freeform 897">
              <a:extLst>
                <a:ext uri="{FF2B5EF4-FFF2-40B4-BE49-F238E27FC236}">
                  <a16:creationId xmlns:a16="http://schemas.microsoft.com/office/drawing/2014/main" id="{5391E745-30B2-F5FF-F102-0912CAE77041}"/>
                </a:ext>
              </a:extLst>
            </p:cNvPr>
            <p:cNvSpPr/>
            <p:nvPr/>
          </p:nvSpPr>
          <p:spPr>
            <a:xfrm>
              <a:off x="7764148" y="2739847"/>
              <a:ext cx="308043" cy="292908"/>
            </a:xfrm>
            <a:custGeom>
              <a:avLst/>
              <a:gdLst>
                <a:gd name="connsiteX0" fmla="*/ 490819 w 591411"/>
                <a:gd name="connsiteY0" fmla="*/ 552430 h 562353"/>
                <a:gd name="connsiteX1" fmla="*/ 491121 w 591411"/>
                <a:gd name="connsiteY1" fmla="*/ 544895 h 562353"/>
                <a:gd name="connsiteX2" fmla="*/ 498088 w 591411"/>
                <a:gd name="connsiteY2" fmla="*/ 532448 h 562353"/>
                <a:gd name="connsiteX3" fmla="*/ 500713 w 591411"/>
                <a:gd name="connsiteY3" fmla="*/ 525485 h 562353"/>
                <a:gd name="connsiteX4" fmla="*/ 506804 w 591411"/>
                <a:gd name="connsiteY4" fmla="*/ 522289 h 562353"/>
                <a:gd name="connsiteX5" fmla="*/ 512896 w 591411"/>
                <a:gd name="connsiteY5" fmla="*/ 520540 h 562353"/>
                <a:gd name="connsiteX6" fmla="*/ 521578 w 591411"/>
                <a:gd name="connsiteY6" fmla="*/ 516772 h 562353"/>
                <a:gd name="connsiteX7" fmla="*/ 527367 w 591411"/>
                <a:gd name="connsiteY7" fmla="*/ 513004 h 562353"/>
                <a:gd name="connsiteX8" fmla="*/ 529387 w 591411"/>
                <a:gd name="connsiteY8" fmla="*/ 510986 h 562353"/>
                <a:gd name="connsiteX9" fmla="*/ 536050 w 591411"/>
                <a:gd name="connsiteY9" fmla="*/ 505469 h 562353"/>
                <a:gd name="connsiteX10" fmla="*/ 535747 w 591411"/>
                <a:gd name="connsiteY10" fmla="*/ 491273 h 562353"/>
                <a:gd name="connsiteX11" fmla="*/ 533425 w 591411"/>
                <a:gd name="connsiteY11" fmla="*/ 468667 h 562353"/>
                <a:gd name="connsiteX12" fmla="*/ 533997 w 591411"/>
                <a:gd name="connsiteY12" fmla="*/ 455043 h 562353"/>
                <a:gd name="connsiteX13" fmla="*/ 532550 w 591411"/>
                <a:gd name="connsiteY13" fmla="*/ 445759 h 562353"/>
                <a:gd name="connsiteX14" fmla="*/ 528209 w 591411"/>
                <a:gd name="connsiteY14" fmla="*/ 436508 h 562353"/>
                <a:gd name="connsiteX15" fmla="*/ 523295 w 591411"/>
                <a:gd name="connsiteY15" fmla="*/ 435633 h 562353"/>
                <a:gd name="connsiteX16" fmla="*/ 517506 w 591411"/>
                <a:gd name="connsiteY16" fmla="*/ 439670 h 562353"/>
                <a:gd name="connsiteX17" fmla="*/ 513165 w 591411"/>
                <a:gd name="connsiteY17" fmla="*/ 443135 h 562353"/>
                <a:gd name="connsiteX18" fmla="*/ 506501 w 591411"/>
                <a:gd name="connsiteY18" fmla="*/ 443135 h 562353"/>
                <a:gd name="connsiteX19" fmla="*/ 498694 w 591411"/>
                <a:gd name="connsiteY19" fmla="*/ 436474 h 562353"/>
                <a:gd name="connsiteX20" fmla="*/ 491155 w 591411"/>
                <a:gd name="connsiteY20" fmla="*/ 434153 h 562353"/>
                <a:gd name="connsiteX21" fmla="*/ 487958 w 591411"/>
                <a:gd name="connsiteY21" fmla="*/ 436171 h 562353"/>
                <a:gd name="connsiteX22" fmla="*/ 476650 w 591411"/>
                <a:gd name="connsiteY22" fmla="*/ 440814 h 562353"/>
                <a:gd name="connsiteX23" fmla="*/ 469683 w 591411"/>
                <a:gd name="connsiteY23" fmla="*/ 435297 h 562353"/>
                <a:gd name="connsiteX24" fmla="*/ 469683 w 591411"/>
                <a:gd name="connsiteY24" fmla="*/ 424869 h 562353"/>
                <a:gd name="connsiteX25" fmla="*/ 463895 w 591411"/>
                <a:gd name="connsiteY25" fmla="*/ 409226 h 562353"/>
                <a:gd name="connsiteX26" fmla="*/ 458981 w 591411"/>
                <a:gd name="connsiteY26" fmla="*/ 396174 h 562353"/>
                <a:gd name="connsiteX27" fmla="*/ 451442 w 591411"/>
                <a:gd name="connsiteY27" fmla="*/ 394156 h 562353"/>
                <a:gd name="connsiteX28" fmla="*/ 437543 w 591411"/>
                <a:gd name="connsiteY28" fmla="*/ 392406 h 562353"/>
                <a:gd name="connsiteX29" fmla="*/ 432630 w 591411"/>
                <a:gd name="connsiteY29" fmla="*/ 386048 h 562353"/>
                <a:gd name="connsiteX30" fmla="*/ 431452 w 591411"/>
                <a:gd name="connsiteY30" fmla="*/ 377369 h 562353"/>
                <a:gd name="connsiteX31" fmla="*/ 430880 w 591411"/>
                <a:gd name="connsiteY31" fmla="*/ 373299 h 562353"/>
                <a:gd name="connsiteX32" fmla="*/ 427682 w 591411"/>
                <a:gd name="connsiteY32" fmla="*/ 366941 h 562353"/>
                <a:gd name="connsiteX33" fmla="*/ 430004 w 591411"/>
                <a:gd name="connsiteY33" fmla="*/ 362602 h 562353"/>
                <a:gd name="connsiteX34" fmla="*/ 434649 w 591411"/>
                <a:gd name="connsiteY34" fmla="*/ 363174 h 562353"/>
                <a:gd name="connsiteX35" fmla="*/ 439293 w 591411"/>
                <a:gd name="connsiteY35" fmla="*/ 368388 h 562353"/>
                <a:gd name="connsiteX36" fmla="*/ 447976 w 591411"/>
                <a:gd name="connsiteY36" fmla="*/ 373299 h 562353"/>
                <a:gd name="connsiteX37" fmla="*/ 458712 w 591411"/>
                <a:gd name="connsiteY37" fmla="*/ 371550 h 562353"/>
                <a:gd name="connsiteX38" fmla="*/ 468270 w 591411"/>
                <a:gd name="connsiteY38" fmla="*/ 362568 h 562353"/>
                <a:gd name="connsiteX39" fmla="*/ 474361 w 591411"/>
                <a:gd name="connsiteY39" fmla="*/ 360550 h 562353"/>
                <a:gd name="connsiteX40" fmla="*/ 476078 w 591411"/>
                <a:gd name="connsiteY40" fmla="*/ 356513 h 562353"/>
                <a:gd name="connsiteX41" fmla="*/ 476953 w 591411"/>
                <a:gd name="connsiteY41" fmla="*/ 349280 h 562353"/>
                <a:gd name="connsiteX42" fmla="*/ 476381 w 591411"/>
                <a:gd name="connsiteY42" fmla="*/ 342317 h 562353"/>
                <a:gd name="connsiteX43" fmla="*/ 475506 w 591411"/>
                <a:gd name="connsiteY43" fmla="*/ 338549 h 562353"/>
                <a:gd name="connsiteX44" fmla="*/ 471433 w 591411"/>
                <a:gd name="connsiteY44" fmla="*/ 332763 h 562353"/>
                <a:gd name="connsiteX45" fmla="*/ 471433 w 591411"/>
                <a:gd name="connsiteY45" fmla="*/ 324084 h 562353"/>
                <a:gd name="connsiteX46" fmla="*/ 475203 w 591411"/>
                <a:gd name="connsiteY46" fmla="*/ 318870 h 562353"/>
                <a:gd name="connsiteX47" fmla="*/ 480991 w 591411"/>
                <a:gd name="connsiteY47" fmla="*/ 312781 h 562353"/>
                <a:gd name="connsiteX48" fmla="*/ 486208 w 591411"/>
                <a:gd name="connsiteY48" fmla="*/ 312781 h 562353"/>
                <a:gd name="connsiteX49" fmla="*/ 495766 w 591411"/>
                <a:gd name="connsiteY49" fmla="*/ 312781 h 562353"/>
                <a:gd name="connsiteX50" fmla="*/ 496068 w 591411"/>
                <a:gd name="connsiteY50" fmla="*/ 306121 h 562353"/>
                <a:gd name="connsiteX51" fmla="*/ 495193 w 591411"/>
                <a:gd name="connsiteY51" fmla="*/ 299157 h 562353"/>
                <a:gd name="connsiteX52" fmla="*/ 492299 w 591411"/>
                <a:gd name="connsiteY52" fmla="*/ 294515 h 562353"/>
                <a:gd name="connsiteX53" fmla="*/ 492299 w 591411"/>
                <a:gd name="connsiteY53" fmla="*/ 290176 h 562353"/>
                <a:gd name="connsiteX54" fmla="*/ 494621 w 591411"/>
                <a:gd name="connsiteY54" fmla="*/ 288729 h 562353"/>
                <a:gd name="connsiteX55" fmla="*/ 496068 w 591411"/>
                <a:gd name="connsiteY55" fmla="*/ 284961 h 562353"/>
                <a:gd name="connsiteX56" fmla="*/ 495193 w 591411"/>
                <a:gd name="connsiteY56" fmla="*/ 279747 h 562353"/>
                <a:gd name="connsiteX57" fmla="*/ 492299 w 591411"/>
                <a:gd name="connsiteY57" fmla="*/ 277157 h 562353"/>
                <a:gd name="connsiteX58" fmla="*/ 492299 w 591411"/>
                <a:gd name="connsiteY58" fmla="*/ 267301 h 562353"/>
                <a:gd name="connsiteX59" fmla="*/ 493746 w 591411"/>
                <a:gd name="connsiteY59" fmla="*/ 260068 h 562353"/>
                <a:gd name="connsiteX60" fmla="*/ 495766 w 591411"/>
                <a:gd name="connsiteY60" fmla="*/ 253105 h 562353"/>
                <a:gd name="connsiteX61" fmla="*/ 503877 w 591411"/>
                <a:gd name="connsiteY61" fmla="*/ 252533 h 562353"/>
                <a:gd name="connsiteX62" fmla="*/ 511987 w 591411"/>
                <a:gd name="connsiteY62" fmla="*/ 255729 h 562353"/>
                <a:gd name="connsiteX63" fmla="*/ 517204 w 591411"/>
                <a:gd name="connsiteY63" fmla="*/ 259193 h 562353"/>
                <a:gd name="connsiteX64" fmla="*/ 525617 w 591411"/>
                <a:gd name="connsiteY64" fmla="*/ 258319 h 562353"/>
                <a:gd name="connsiteX65" fmla="*/ 528814 w 591411"/>
                <a:gd name="connsiteY65" fmla="*/ 262658 h 562353"/>
                <a:gd name="connsiteX66" fmla="*/ 532314 w 591411"/>
                <a:gd name="connsiteY66" fmla="*/ 266998 h 562353"/>
                <a:gd name="connsiteX67" fmla="*/ 538675 w 591411"/>
                <a:gd name="connsiteY67" fmla="*/ 271337 h 562353"/>
                <a:gd name="connsiteX68" fmla="*/ 540694 w 591411"/>
                <a:gd name="connsiteY68" fmla="*/ 276552 h 562353"/>
                <a:gd name="connsiteX69" fmla="*/ 542714 w 591411"/>
                <a:gd name="connsiteY69" fmla="*/ 284961 h 562353"/>
                <a:gd name="connsiteX70" fmla="*/ 545339 w 591411"/>
                <a:gd name="connsiteY70" fmla="*/ 290176 h 562353"/>
                <a:gd name="connsiteX71" fmla="*/ 552305 w 591411"/>
                <a:gd name="connsiteY71" fmla="*/ 290176 h 562353"/>
                <a:gd name="connsiteX72" fmla="*/ 558094 w 591411"/>
                <a:gd name="connsiteY72" fmla="*/ 290176 h 562353"/>
                <a:gd name="connsiteX73" fmla="*/ 563882 w 591411"/>
                <a:gd name="connsiteY73" fmla="*/ 285971 h 562353"/>
                <a:gd name="connsiteX74" fmla="*/ 571421 w 591411"/>
                <a:gd name="connsiteY74" fmla="*/ 281463 h 562353"/>
                <a:gd name="connsiteX75" fmla="*/ 578085 w 591411"/>
                <a:gd name="connsiteY75" fmla="*/ 277393 h 562353"/>
                <a:gd name="connsiteX76" fmla="*/ 581282 w 591411"/>
                <a:gd name="connsiteY76" fmla="*/ 272447 h 562353"/>
                <a:gd name="connsiteX77" fmla="*/ 583604 w 591411"/>
                <a:gd name="connsiteY77" fmla="*/ 269252 h 562353"/>
                <a:gd name="connsiteX78" fmla="*/ 587071 w 591411"/>
                <a:gd name="connsiteY78" fmla="*/ 269252 h 562353"/>
                <a:gd name="connsiteX79" fmla="*/ 591412 w 591411"/>
                <a:gd name="connsiteY79" fmla="*/ 269252 h 562353"/>
                <a:gd name="connsiteX80" fmla="*/ 591412 w 591411"/>
                <a:gd name="connsiteY80" fmla="*/ 266628 h 562353"/>
                <a:gd name="connsiteX81" fmla="*/ 591412 w 591411"/>
                <a:gd name="connsiteY81" fmla="*/ 260842 h 562353"/>
                <a:gd name="connsiteX82" fmla="*/ 585623 w 591411"/>
                <a:gd name="connsiteY82" fmla="*/ 254181 h 562353"/>
                <a:gd name="connsiteX83" fmla="*/ 583604 w 591411"/>
                <a:gd name="connsiteY83" fmla="*/ 248664 h 562353"/>
                <a:gd name="connsiteX84" fmla="*/ 580979 w 591411"/>
                <a:gd name="connsiteY84" fmla="*/ 238808 h 562353"/>
                <a:gd name="connsiteX85" fmla="*/ 580979 w 591411"/>
                <a:gd name="connsiteY85" fmla="*/ 231844 h 562353"/>
                <a:gd name="connsiteX86" fmla="*/ 580979 w 591411"/>
                <a:gd name="connsiteY86" fmla="*/ 226058 h 562353"/>
                <a:gd name="connsiteX87" fmla="*/ 577075 w 591411"/>
                <a:gd name="connsiteY87" fmla="*/ 225486 h 562353"/>
                <a:gd name="connsiteX88" fmla="*/ 570849 w 591411"/>
                <a:gd name="connsiteY88" fmla="*/ 227808 h 562353"/>
                <a:gd name="connsiteX89" fmla="*/ 565329 w 591411"/>
                <a:gd name="connsiteY89" fmla="*/ 230129 h 562353"/>
                <a:gd name="connsiteX90" fmla="*/ 565329 w 591411"/>
                <a:gd name="connsiteY90" fmla="*/ 223165 h 562353"/>
                <a:gd name="connsiteX91" fmla="*/ 552507 w 591411"/>
                <a:gd name="connsiteY91" fmla="*/ 219431 h 562353"/>
                <a:gd name="connsiteX92" fmla="*/ 544329 w 591411"/>
                <a:gd name="connsiteY92" fmla="*/ 210483 h 562353"/>
                <a:gd name="connsiteX93" fmla="*/ 536790 w 591411"/>
                <a:gd name="connsiteY93" fmla="*/ 194067 h 562353"/>
                <a:gd name="connsiteX94" fmla="*/ 536252 w 591411"/>
                <a:gd name="connsiteY94" fmla="*/ 192755 h 562353"/>
                <a:gd name="connsiteX95" fmla="*/ 533156 w 591411"/>
                <a:gd name="connsiteY95" fmla="*/ 192755 h 562353"/>
                <a:gd name="connsiteX96" fmla="*/ 524473 w 591411"/>
                <a:gd name="connsiteY96" fmla="*/ 192755 h 562353"/>
                <a:gd name="connsiteX97" fmla="*/ 518381 w 591411"/>
                <a:gd name="connsiteY97" fmla="*/ 194269 h 562353"/>
                <a:gd name="connsiteX98" fmla="*/ 515555 w 591411"/>
                <a:gd name="connsiteY98" fmla="*/ 198306 h 562353"/>
                <a:gd name="connsiteX99" fmla="*/ 500544 w 591411"/>
                <a:gd name="connsiteY99" fmla="*/ 199718 h 562353"/>
                <a:gd name="connsiteX100" fmla="*/ 491424 w 591411"/>
                <a:gd name="connsiteY100" fmla="*/ 199718 h 562353"/>
                <a:gd name="connsiteX101" fmla="*/ 480116 w 591411"/>
                <a:gd name="connsiteY101" fmla="*/ 194303 h 562353"/>
                <a:gd name="connsiteX102" fmla="*/ 476212 w 591411"/>
                <a:gd name="connsiteY102" fmla="*/ 188651 h 562353"/>
                <a:gd name="connsiteX103" fmla="*/ 474900 w 591411"/>
                <a:gd name="connsiteY103" fmla="*/ 180409 h 562353"/>
                <a:gd name="connsiteX104" fmla="*/ 474900 w 591411"/>
                <a:gd name="connsiteY104" fmla="*/ 174556 h 562353"/>
                <a:gd name="connsiteX105" fmla="*/ 470558 w 591411"/>
                <a:gd name="connsiteY105" fmla="*/ 169981 h 562353"/>
                <a:gd name="connsiteX106" fmla="*/ 464029 w 591411"/>
                <a:gd name="connsiteY106" fmla="*/ 164969 h 562353"/>
                <a:gd name="connsiteX107" fmla="*/ 456625 w 591411"/>
                <a:gd name="connsiteY107" fmla="*/ 164969 h 562353"/>
                <a:gd name="connsiteX108" fmla="*/ 452486 w 591411"/>
                <a:gd name="connsiteY108" fmla="*/ 158241 h 562353"/>
                <a:gd name="connsiteX109" fmla="*/ 447034 w 591411"/>
                <a:gd name="connsiteY109" fmla="*/ 153228 h 562353"/>
                <a:gd name="connsiteX110" fmla="*/ 439865 w 591411"/>
                <a:gd name="connsiteY110" fmla="*/ 151042 h 562353"/>
                <a:gd name="connsiteX111" fmla="*/ 430509 w 591411"/>
                <a:gd name="connsiteY111" fmla="*/ 151042 h 562353"/>
                <a:gd name="connsiteX112" fmla="*/ 421827 w 591411"/>
                <a:gd name="connsiteY112" fmla="*/ 151042 h 562353"/>
                <a:gd name="connsiteX113" fmla="*/ 417249 w 591411"/>
                <a:gd name="connsiteY113" fmla="*/ 149091 h 562353"/>
                <a:gd name="connsiteX114" fmla="*/ 415735 w 591411"/>
                <a:gd name="connsiteY114" fmla="*/ 145189 h 562353"/>
                <a:gd name="connsiteX115" fmla="*/ 415735 w 591411"/>
                <a:gd name="connsiteY115" fmla="*/ 139773 h 562353"/>
                <a:gd name="connsiteX116" fmla="*/ 415735 w 591411"/>
                <a:gd name="connsiteY116" fmla="*/ 136308 h 562353"/>
                <a:gd name="connsiteX117" fmla="*/ 417048 w 591411"/>
                <a:gd name="connsiteY117" fmla="*/ 133718 h 562353"/>
                <a:gd name="connsiteX118" fmla="*/ 419874 w 591411"/>
                <a:gd name="connsiteY118" fmla="*/ 130892 h 562353"/>
                <a:gd name="connsiteX119" fmla="*/ 423576 w 591411"/>
                <a:gd name="connsiteY119" fmla="*/ 128066 h 562353"/>
                <a:gd name="connsiteX120" fmla="*/ 427480 w 591411"/>
                <a:gd name="connsiteY120" fmla="*/ 123289 h 562353"/>
                <a:gd name="connsiteX121" fmla="*/ 430509 w 591411"/>
                <a:gd name="connsiteY121" fmla="*/ 123289 h 562353"/>
                <a:gd name="connsiteX122" fmla="*/ 431384 w 591411"/>
                <a:gd name="connsiteY122" fmla="*/ 118512 h 562353"/>
                <a:gd name="connsiteX123" fmla="*/ 431384 w 591411"/>
                <a:gd name="connsiteY123" fmla="*/ 113736 h 562353"/>
                <a:gd name="connsiteX124" fmla="*/ 433572 w 591411"/>
                <a:gd name="connsiteY124" fmla="*/ 108959 h 562353"/>
                <a:gd name="connsiteX125" fmla="*/ 435961 w 591411"/>
                <a:gd name="connsiteY125" fmla="*/ 107008 h 562353"/>
                <a:gd name="connsiteX126" fmla="*/ 439024 w 591411"/>
                <a:gd name="connsiteY126" fmla="*/ 104182 h 562353"/>
                <a:gd name="connsiteX127" fmla="*/ 442726 w 591411"/>
                <a:gd name="connsiteY127" fmla="*/ 102130 h 562353"/>
                <a:gd name="connsiteX128" fmla="*/ 447740 w 591411"/>
                <a:gd name="connsiteY128" fmla="*/ 100717 h 562353"/>
                <a:gd name="connsiteX129" fmla="*/ 453193 w 591411"/>
                <a:gd name="connsiteY129" fmla="*/ 100717 h 562353"/>
                <a:gd name="connsiteX130" fmla="*/ 458409 w 591411"/>
                <a:gd name="connsiteY130" fmla="*/ 97689 h 562353"/>
                <a:gd name="connsiteX131" fmla="*/ 461000 w 591411"/>
                <a:gd name="connsiteY131" fmla="*/ 93787 h 562353"/>
                <a:gd name="connsiteX132" fmla="*/ 461337 w 591411"/>
                <a:gd name="connsiteY132" fmla="*/ 91836 h 562353"/>
                <a:gd name="connsiteX133" fmla="*/ 459284 w 591411"/>
                <a:gd name="connsiteY133" fmla="*/ 88136 h 562353"/>
                <a:gd name="connsiteX134" fmla="*/ 459284 w 591411"/>
                <a:gd name="connsiteY134" fmla="*/ 82484 h 562353"/>
                <a:gd name="connsiteX135" fmla="*/ 462549 w 591411"/>
                <a:gd name="connsiteY135" fmla="*/ 81172 h 562353"/>
                <a:gd name="connsiteX136" fmla="*/ 466453 w 591411"/>
                <a:gd name="connsiteY136" fmla="*/ 79019 h 562353"/>
                <a:gd name="connsiteX137" fmla="*/ 469919 w 591411"/>
                <a:gd name="connsiteY137" fmla="*/ 74680 h 562353"/>
                <a:gd name="connsiteX138" fmla="*/ 471770 w 591411"/>
                <a:gd name="connsiteY138" fmla="*/ 73065 h 562353"/>
                <a:gd name="connsiteX139" fmla="*/ 474597 w 591411"/>
                <a:gd name="connsiteY139" fmla="*/ 71316 h 562353"/>
                <a:gd name="connsiteX140" fmla="*/ 477761 w 591411"/>
                <a:gd name="connsiteY140" fmla="*/ 68591 h 562353"/>
                <a:gd name="connsiteX141" fmla="*/ 479275 w 591411"/>
                <a:gd name="connsiteY141" fmla="*/ 66001 h 562353"/>
                <a:gd name="connsiteX142" fmla="*/ 483852 w 591411"/>
                <a:gd name="connsiteY142" fmla="*/ 66001 h 562353"/>
                <a:gd name="connsiteX143" fmla="*/ 489741 w 591411"/>
                <a:gd name="connsiteY143" fmla="*/ 64252 h 562353"/>
                <a:gd name="connsiteX144" fmla="*/ 491189 w 591411"/>
                <a:gd name="connsiteY144" fmla="*/ 64252 h 562353"/>
                <a:gd name="connsiteX145" fmla="*/ 494083 w 591411"/>
                <a:gd name="connsiteY145" fmla="*/ 60181 h 562353"/>
                <a:gd name="connsiteX146" fmla="*/ 496102 w 591411"/>
                <a:gd name="connsiteY146" fmla="*/ 59038 h 562353"/>
                <a:gd name="connsiteX147" fmla="*/ 497549 w 591411"/>
                <a:gd name="connsiteY147" fmla="*/ 55842 h 562353"/>
                <a:gd name="connsiteX148" fmla="*/ 501891 w 591411"/>
                <a:gd name="connsiteY148" fmla="*/ 52074 h 562353"/>
                <a:gd name="connsiteX149" fmla="*/ 506232 w 591411"/>
                <a:gd name="connsiteY149" fmla="*/ 52074 h 562353"/>
                <a:gd name="connsiteX150" fmla="*/ 506232 w 591411"/>
                <a:gd name="connsiteY150" fmla="*/ 43664 h 562353"/>
                <a:gd name="connsiteX151" fmla="*/ 508857 w 591411"/>
                <a:gd name="connsiteY151" fmla="*/ 38147 h 562353"/>
                <a:gd name="connsiteX152" fmla="*/ 519425 w 591411"/>
                <a:gd name="connsiteY152" fmla="*/ 38147 h 562353"/>
                <a:gd name="connsiteX153" fmla="*/ 524136 w 591411"/>
                <a:gd name="connsiteY153" fmla="*/ 35389 h 562353"/>
                <a:gd name="connsiteX154" fmla="*/ 525651 w 591411"/>
                <a:gd name="connsiteY154" fmla="*/ 30915 h 562353"/>
                <a:gd name="connsiteX155" fmla="*/ 526223 w 591411"/>
                <a:gd name="connsiteY155" fmla="*/ 28325 h 562353"/>
                <a:gd name="connsiteX156" fmla="*/ 528848 w 591411"/>
                <a:gd name="connsiteY156" fmla="*/ 21664 h 562353"/>
                <a:gd name="connsiteX157" fmla="*/ 528848 w 591411"/>
                <a:gd name="connsiteY157" fmla="*/ 17324 h 562353"/>
                <a:gd name="connsiteX158" fmla="*/ 523833 w 591411"/>
                <a:gd name="connsiteY158" fmla="*/ 14465 h 562353"/>
                <a:gd name="connsiteX159" fmla="*/ 522285 w 591411"/>
                <a:gd name="connsiteY159" fmla="*/ 13052 h 562353"/>
                <a:gd name="connsiteX160" fmla="*/ 518651 w 591411"/>
                <a:gd name="connsiteY160" fmla="*/ 16618 h 562353"/>
                <a:gd name="connsiteX161" fmla="*/ 518853 w 591411"/>
                <a:gd name="connsiteY161" fmla="*/ 18502 h 562353"/>
                <a:gd name="connsiteX162" fmla="*/ 518987 w 591411"/>
                <a:gd name="connsiteY162" fmla="*/ 21529 h 562353"/>
                <a:gd name="connsiteX163" fmla="*/ 516800 w 591411"/>
                <a:gd name="connsiteY163" fmla="*/ 24557 h 562353"/>
                <a:gd name="connsiteX164" fmla="*/ 514477 w 591411"/>
                <a:gd name="connsiteY164" fmla="*/ 26441 h 562353"/>
                <a:gd name="connsiteX165" fmla="*/ 511718 w 591411"/>
                <a:gd name="connsiteY165" fmla="*/ 26878 h 562353"/>
                <a:gd name="connsiteX166" fmla="*/ 507376 w 591411"/>
                <a:gd name="connsiteY166" fmla="*/ 31352 h 562353"/>
                <a:gd name="connsiteX167" fmla="*/ 504617 w 591411"/>
                <a:gd name="connsiteY167" fmla="*/ 33673 h 562353"/>
                <a:gd name="connsiteX168" fmla="*/ 495496 w 591411"/>
                <a:gd name="connsiteY168" fmla="*/ 35994 h 562353"/>
                <a:gd name="connsiteX169" fmla="*/ 491289 w 591411"/>
                <a:gd name="connsiteY169" fmla="*/ 37004 h 562353"/>
                <a:gd name="connsiteX170" fmla="*/ 487655 w 591411"/>
                <a:gd name="connsiteY170" fmla="*/ 38316 h 562353"/>
                <a:gd name="connsiteX171" fmla="*/ 485905 w 591411"/>
                <a:gd name="connsiteY171" fmla="*/ 40334 h 562353"/>
                <a:gd name="connsiteX172" fmla="*/ 485333 w 591411"/>
                <a:gd name="connsiteY172" fmla="*/ 43227 h 562353"/>
                <a:gd name="connsiteX173" fmla="*/ 483885 w 591411"/>
                <a:gd name="connsiteY173" fmla="*/ 47701 h 562353"/>
                <a:gd name="connsiteX174" fmla="*/ 483010 w 591411"/>
                <a:gd name="connsiteY174" fmla="*/ 49450 h 562353"/>
                <a:gd name="connsiteX175" fmla="*/ 478804 w 591411"/>
                <a:gd name="connsiteY175" fmla="*/ 48004 h 562353"/>
                <a:gd name="connsiteX176" fmla="*/ 476919 w 591411"/>
                <a:gd name="connsiteY176" fmla="*/ 46120 h 562353"/>
                <a:gd name="connsiteX177" fmla="*/ 475337 w 591411"/>
                <a:gd name="connsiteY177" fmla="*/ 46557 h 562353"/>
                <a:gd name="connsiteX178" fmla="*/ 474159 w 591411"/>
                <a:gd name="connsiteY178" fmla="*/ 48576 h 562353"/>
                <a:gd name="connsiteX179" fmla="*/ 472275 w 591411"/>
                <a:gd name="connsiteY179" fmla="*/ 50762 h 562353"/>
                <a:gd name="connsiteX180" fmla="*/ 470962 w 591411"/>
                <a:gd name="connsiteY180" fmla="*/ 51771 h 562353"/>
                <a:gd name="connsiteX181" fmla="*/ 470222 w 591411"/>
                <a:gd name="connsiteY181" fmla="*/ 53958 h 562353"/>
                <a:gd name="connsiteX182" fmla="*/ 466149 w 591411"/>
                <a:gd name="connsiteY182" fmla="*/ 55775 h 562353"/>
                <a:gd name="connsiteX183" fmla="*/ 461808 w 591411"/>
                <a:gd name="connsiteY183" fmla="*/ 53386 h 562353"/>
                <a:gd name="connsiteX184" fmla="*/ 460933 w 591411"/>
                <a:gd name="connsiteY184" fmla="*/ 48172 h 562353"/>
                <a:gd name="connsiteX185" fmla="*/ 462246 w 591411"/>
                <a:gd name="connsiteY185" fmla="*/ 40334 h 562353"/>
                <a:gd name="connsiteX186" fmla="*/ 464635 w 591411"/>
                <a:gd name="connsiteY186" fmla="*/ 34043 h 562353"/>
                <a:gd name="connsiteX187" fmla="*/ 459419 w 591411"/>
                <a:gd name="connsiteY187" fmla="*/ 34817 h 562353"/>
                <a:gd name="connsiteX188" fmla="*/ 458207 w 591411"/>
                <a:gd name="connsiteY188" fmla="*/ 34178 h 562353"/>
                <a:gd name="connsiteX189" fmla="*/ 457467 w 591411"/>
                <a:gd name="connsiteY189" fmla="*/ 32126 h 562353"/>
                <a:gd name="connsiteX190" fmla="*/ 457467 w 591411"/>
                <a:gd name="connsiteY190" fmla="*/ 28661 h 562353"/>
                <a:gd name="connsiteX191" fmla="*/ 457467 w 591411"/>
                <a:gd name="connsiteY191" fmla="*/ 25196 h 562353"/>
                <a:gd name="connsiteX192" fmla="*/ 456457 w 591411"/>
                <a:gd name="connsiteY192" fmla="*/ 23178 h 562353"/>
                <a:gd name="connsiteX193" fmla="*/ 454875 w 591411"/>
                <a:gd name="connsiteY193" fmla="*/ 17526 h 562353"/>
                <a:gd name="connsiteX194" fmla="*/ 448784 w 591411"/>
                <a:gd name="connsiteY194" fmla="*/ 13893 h 562353"/>
                <a:gd name="connsiteX195" fmla="*/ 446899 w 591411"/>
                <a:gd name="connsiteY195" fmla="*/ 13590 h 562353"/>
                <a:gd name="connsiteX196" fmla="*/ 444308 w 591411"/>
                <a:gd name="connsiteY196" fmla="*/ 12716 h 562353"/>
                <a:gd name="connsiteX197" fmla="*/ 441986 w 591411"/>
                <a:gd name="connsiteY197" fmla="*/ 11841 h 562353"/>
                <a:gd name="connsiteX198" fmla="*/ 439663 w 591411"/>
                <a:gd name="connsiteY198" fmla="*/ 13288 h 562353"/>
                <a:gd name="connsiteX199" fmla="*/ 437341 w 591411"/>
                <a:gd name="connsiteY199" fmla="*/ 16181 h 562353"/>
                <a:gd name="connsiteX200" fmla="*/ 434885 w 591411"/>
                <a:gd name="connsiteY200" fmla="*/ 18064 h 562353"/>
                <a:gd name="connsiteX201" fmla="*/ 433000 w 591411"/>
                <a:gd name="connsiteY201" fmla="*/ 20251 h 562353"/>
                <a:gd name="connsiteX202" fmla="*/ 431418 w 591411"/>
                <a:gd name="connsiteY202" fmla="*/ 25162 h 562353"/>
                <a:gd name="connsiteX203" fmla="*/ 431418 w 591411"/>
                <a:gd name="connsiteY203" fmla="*/ 26037 h 562353"/>
                <a:gd name="connsiteX204" fmla="*/ 428827 w 591411"/>
                <a:gd name="connsiteY204" fmla="*/ 31251 h 562353"/>
                <a:gd name="connsiteX205" fmla="*/ 424485 w 591411"/>
                <a:gd name="connsiteY205" fmla="*/ 33875 h 562353"/>
                <a:gd name="connsiteX206" fmla="*/ 424485 w 591411"/>
                <a:gd name="connsiteY206" fmla="*/ 30410 h 562353"/>
                <a:gd name="connsiteX207" fmla="*/ 424485 w 591411"/>
                <a:gd name="connsiteY207" fmla="*/ 28089 h 562353"/>
                <a:gd name="connsiteX208" fmla="*/ 421523 w 591411"/>
                <a:gd name="connsiteY208" fmla="*/ 25028 h 562353"/>
                <a:gd name="connsiteX209" fmla="*/ 418562 w 591411"/>
                <a:gd name="connsiteY209" fmla="*/ 22000 h 562353"/>
                <a:gd name="connsiteX210" fmla="*/ 414927 w 591411"/>
                <a:gd name="connsiteY210" fmla="*/ 22740 h 562353"/>
                <a:gd name="connsiteX211" fmla="*/ 410586 w 591411"/>
                <a:gd name="connsiteY211" fmla="*/ 24052 h 562353"/>
                <a:gd name="connsiteX212" fmla="*/ 405941 w 591411"/>
                <a:gd name="connsiteY212" fmla="*/ 23480 h 562353"/>
                <a:gd name="connsiteX213" fmla="*/ 401600 w 591411"/>
                <a:gd name="connsiteY213" fmla="*/ 21159 h 562353"/>
                <a:gd name="connsiteX214" fmla="*/ 399985 w 591411"/>
                <a:gd name="connsiteY214" fmla="*/ 21294 h 562353"/>
                <a:gd name="connsiteX215" fmla="*/ 398235 w 591411"/>
                <a:gd name="connsiteY215" fmla="*/ 22168 h 562353"/>
                <a:gd name="connsiteX216" fmla="*/ 391571 w 591411"/>
                <a:gd name="connsiteY216" fmla="*/ 22875 h 562353"/>
                <a:gd name="connsiteX217" fmla="*/ 389384 w 591411"/>
                <a:gd name="connsiteY217" fmla="*/ 22572 h 562353"/>
                <a:gd name="connsiteX218" fmla="*/ 383427 w 591411"/>
                <a:gd name="connsiteY218" fmla="*/ 20688 h 562353"/>
                <a:gd name="connsiteX219" fmla="*/ 379220 w 591411"/>
                <a:gd name="connsiteY219" fmla="*/ 19107 h 562353"/>
                <a:gd name="connsiteX220" fmla="*/ 374878 w 591411"/>
                <a:gd name="connsiteY220" fmla="*/ 17089 h 562353"/>
                <a:gd name="connsiteX221" fmla="*/ 373128 w 591411"/>
                <a:gd name="connsiteY221" fmla="*/ 14768 h 562353"/>
                <a:gd name="connsiteX222" fmla="*/ 372253 w 591411"/>
                <a:gd name="connsiteY222" fmla="*/ 14465 h 562353"/>
                <a:gd name="connsiteX223" fmla="*/ 368652 w 591411"/>
                <a:gd name="connsiteY223" fmla="*/ 12009 h 562353"/>
                <a:gd name="connsiteX224" fmla="*/ 365758 w 591411"/>
                <a:gd name="connsiteY224" fmla="*/ 11135 h 562353"/>
                <a:gd name="connsiteX225" fmla="*/ 361854 w 591411"/>
                <a:gd name="connsiteY225" fmla="*/ 10395 h 562353"/>
                <a:gd name="connsiteX226" fmla="*/ 358522 w 591411"/>
                <a:gd name="connsiteY226" fmla="*/ 9957 h 562353"/>
                <a:gd name="connsiteX227" fmla="*/ 354753 w 591411"/>
                <a:gd name="connsiteY227" fmla="*/ 9385 h 562353"/>
                <a:gd name="connsiteX228" fmla="*/ 351556 w 591411"/>
                <a:gd name="connsiteY228" fmla="*/ 8376 h 562353"/>
                <a:gd name="connsiteX229" fmla="*/ 349233 w 591411"/>
                <a:gd name="connsiteY229" fmla="*/ 7232 h 562353"/>
                <a:gd name="connsiteX230" fmla="*/ 344455 w 591411"/>
                <a:gd name="connsiteY230" fmla="*/ 6089 h 562353"/>
                <a:gd name="connsiteX231" fmla="*/ 344455 w 591411"/>
                <a:gd name="connsiteY231" fmla="*/ 4205 h 562353"/>
                <a:gd name="connsiteX232" fmla="*/ 343714 w 591411"/>
                <a:gd name="connsiteY232" fmla="*/ 1009 h 562353"/>
                <a:gd name="connsiteX233" fmla="*/ 341830 w 591411"/>
                <a:gd name="connsiteY233" fmla="*/ 0 h 562353"/>
                <a:gd name="connsiteX234" fmla="*/ 340248 w 591411"/>
                <a:gd name="connsiteY234" fmla="*/ 0 h 562353"/>
                <a:gd name="connsiteX235" fmla="*/ 338094 w 591411"/>
                <a:gd name="connsiteY235" fmla="*/ 1413 h 562353"/>
                <a:gd name="connsiteX236" fmla="*/ 335637 w 591411"/>
                <a:gd name="connsiteY236" fmla="*/ 3330 h 562353"/>
                <a:gd name="connsiteX237" fmla="*/ 331868 w 591411"/>
                <a:gd name="connsiteY237" fmla="*/ 4777 h 562353"/>
                <a:gd name="connsiteX238" fmla="*/ 328233 w 591411"/>
                <a:gd name="connsiteY238" fmla="*/ 3902 h 562353"/>
                <a:gd name="connsiteX239" fmla="*/ 324329 w 591411"/>
                <a:gd name="connsiteY239" fmla="*/ 3330 h 562353"/>
                <a:gd name="connsiteX240" fmla="*/ 322714 w 591411"/>
                <a:gd name="connsiteY240" fmla="*/ 1884 h 562353"/>
                <a:gd name="connsiteX241" fmla="*/ 320560 w 591411"/>
                <a:gd name="connsiteY241" fmla="*/ 1884 h 562353"/>
                <a:gd name="connsiteX242" fmla="*/ 317935 w 591411"/>
                <a:gd name="connsiteY242" fmla="*/ 2456 h 562353"/>
                <a:gd name="connsiteX243" fmla="*/ 315915 w 591411"/>
                <a:gd name="connsiteY243" fmla="*/ 3330 h 562353"/>
                <a:gd name="connsiteX244" fmla="*/ 312584 w 591411"/>
                <a:gd name="connsiteY244" fmla="*/ 5080 h 562353"/>
                <a:gd name="connsiteX245" fmla="*/ 309824 w 591411"/>
                <a:gd name="connsiteY245" fmla="*/ 5820 h 562353"/>
                <a:gd name="connsiteX246" fmla="*/ 307064 w 591411"/>
                <a:gd name="connsiteY246" fmla="*/ 6391 h 562353"/>
                <a:gd name="connsiteX247" fmla="*/ 306189 w 591411"/>
                <a:gd name="connsiteY247" fmla="*/ 11303 h 562353"/>
                <a:gd name="connsiteX248" fmla="*/ 306189 w 591411"/>
                <a:gd name="connsiteY248" fmla="*/ 12312 h 562353"/>
                <a:gd name="connsiteX249" fmla="*/ 306627 w 591411"/>
                <a:gd name="connsiteY249" fmla="*/ 14499 h 562353"/>
                <a:gd name="connsiteX250" fmla="*/ 307064 w 591411"/>
                <a:gd name="connsiteY250" fmla="*/ 19141 h 562353"/>
                <a:gd name="connsiteX251" fmla="*/ 305483 w 591411"/>
                <a:gd name="connsiteY251" fmla="*/ 19141 h 562353"/>
                <a:gd name="connsiteX252" fmla="*/ 303901 w 591411"/>
                <a:gd name="connsiteY252" fmla="*/ 20285 h 562353"/>
                <a:gd name="connsiteX253" fmla="*/ 303026 w 591411"/>
                <a:gd name="connsiteY253" fmla="*/ 22034 h 562353"/>
                <a:gd name="connsiteX254" fmla="*/ 304036 w 591411"/>
                <a:gd name="connsiteY254" fmla="*/ 24221 h 562353"/>
                <a:gd name="connsiteX255" fmla="*/ 306223 w 591411"/>
                <a:gd name="connsiteY255" fmla="*/ 25970 h 562353"/>
                <a:gd name="connsiteX256" fmla="*/ 306088 w 591411"/>
                <a:gd name="connsiteY256" fmla="*/ 27282 h 562353"/>
                <a:gd name="connsiteX257" fmla="*/ 304338 w 591411"/>
                <a:gd name="connsiteY257" fmla="*/ 29031 h 562353"/>
                <a:gd name="connsiteX258" fmla="*/ 305651 w 591411"/>
                <a:gd name="connsiteY258" fmla="*/ 30175 h 562353"/>
                <a:gd name="connsiteX259" fmla="*/ 304944 w 591411"/>
                <a:gd name="connsiteY259" fmla="*/ 31487 h 562353"/>
                <a:gd name="connsiteX260" fmla="*/ 303362 w 591411"/>
                <a:gd name="connsiteY260" fmla="*/ 33673 h 562353"/>
                <a:gd name="connsiteX261" fmla="*/ 304944 w 591411"/>
                <a:gd name="connsiteY261" fmla="*/ 36432 h 562353"/>
                <a:gd name="connsiteX262" fmla="*/ 306896 w 591411"/>
                <a:gd name="connsiteY262" fmla="*/ 38618 h 562353"/>
                <a:gd name="connsiteX263" fmla="*/ 307973 w 591411"/>
                <a:gd name="connsiteY263" fmla="*/ 40939 h 562353"/>
                <a:gd name="connsiteX264" fmla="*/ 307973 w 591411"/>
                <a:gd name="connsiteY264" fmla="*/ 43698 h 562353"/>
                <a:gd name="connsiteX265" fmla="*/ 306088 w 591411"/>
                <a:gd name="connsiteY265" fmla="*/ 44573 h 562353"/>
                <a:gd name="connsiteX266" fmla="*/ 304204 w 591411"/>
                <a:gd name="connsiteY266" fmla="*/ 46322 h 562353"/>
                <a:gd name="connsiteX267" fmla="*/ 302757 w 591411"/>
                <a:gd name="connsiteY267" fmla="*/ 49652 h 562353"/>
                <a:gd name="connsiteX268" fmla="*/ 302757 w 591411"/>
                <a:gd name="connsiteY268" fmla="*/ 51536 h 562353"/>
                <a:gd name="connsiteX269" fmla="*/ 304136 w 591411"/>
                <a:gd name="connsiteY269" fmla="*/ 53722 h 562353"/>
                <a:gd name="connsiteX270" fmla="*/ 305381 w 591411"/>
                <a:gd name="connsiteY270" fmla="*/ 56044 h 562353"/>
                <a:gd name="connsiteX271" fmla="*/ 306829 w 591411"/>
                <a:gd name="connsiteY271" fmla="*/ 59071 h 562353"/>
                <a:gd name="connsiteX272" fmla="*/ 306829 w 591411"/>
                <a:gd name="connsiteY272" fmla="*/ 59946 h 562353"/>
                <a:gd name="connsiteX273" fmla="*/ 303800 w 591411"/>
                <a:gd name="connsiteY273" fmla="*/ 60821 h 562353"/>
                <a:gd name="connsiteX274" fmla="*/ 301343 w 591411"/>
                <a:gd name="connsiteY274" fmla="*/ 60955 h 562353"/>
                <a:gd name="connsiteX275" fmla="*/ 298449 w 591411"/>
                <a:gd name="connsiteY275" fmla="*/ 60955 h 562353"/>
                <a:gd name="connsiteX276" fmla="*/ 297439 w 591411"/>
                <a:gd name="connsiteY276" fmla="*/ 60955 h 562353"/>
                <a:gd name="connsiteX277" fmla="*/ 295420 w 591411"/>
                <a:gd name="connsiteY277" fmla="*/ 61830 h 562353"/>
                <a:gd name="connsiteX278" fmla="*/ 295857 w 591411"/>
                <a:gd name="connsiteY278" fmla="*/ 64453 h 562353"/>
                <a:gd name="connsiteX279" fmla="*/ 296430 w 591411"/>
                <a:gd name="connsiteY279" fmla="*/ 66909 h 562353"/>
                <a:gd name="connsiteX280" fmla="*/ 297439 w 591411"/>
                <a:gd name="connsiteY280" fmla="*/ 70811 h 562353"/>
                <a:gd name="connsiteX281" fmla="*/ 298449 w 591411"/>
                <a:gd name="connsiteY281" fmla="*/ 73704 h 562353"/>
                <a:gd name="connsiteX282" fmla="*/ 299324 w 591411"/>
                <a:gd name="connsiteY282" fmla="*/ 77472 h 562353"/>
                <a:gd name="connsiteX283" fmla="*/ 299324 w 591411"/>
                <a:gd name="connsiteY283" fmla="*/ 80365 h 562353"/>
                <a:gd name="connsiteX284" fmla="*/ 296867 w 591411"/>
                <a:gd name="connsiteY284" fmla="*/ 83561 h 562353"/>
                <a:gd name="connsiteX285" fmla="*/ 295420 w 591411"/>
                <a:gd name="connsiteY285" fmla="*/ 86588 h 562353"/>
                <a:gd name="connsiteX286" fmla="*/ 293232 w 591411"/>
                <a:gd name="connsiteY286" fmla="*/ 91063 h 562353"/>
                <a:gd name="connsiteX287" fmla="*/ 291348 w 591411"/>
                <a:gd name="connsiteY287" fmla="*/ 93249 h 562353"/>
                <a:gd name="connsiteX288" fmla="*/ 289598 w 591411"/>
                <a:gd name="connsiteY288" fmla="*/ 95705 h 562353"/>
                <a:gd name="connsiteX289" fmla="*/ 287410 w 591411"/>
                <a:gd name="connsiteY289" fmla="*/ 97589 h 562353"/>
                <a:gd name="connsiteX290" fmla="*/ 284347 w 591411"/>
                <a:gd name="connsiteY290" fmla="*/ 100044 h 562353"/>
                <a:gd name="connsiteX291" fmla="*/ 281016 w 591411"/>
                <a:gd name="connsiteY291" fmla="*/ 102668 h 562353"/>
                <a:gd name="connsiteX292" fmla="*/ 280141 w 591411"/>
                <a:gd name="connsiteY292" fmla="*/ 102668 h 562353"/>
                <a:gd name="connsiteX293" fmla="*/ 280141 w 591411"/>
                <a:gd name="connsiteY293" fmla="*/ 105258 h 562353"/>
                <a:gd name="connsiteX294" fmla="*/ 280141 w 591411"/>
                <a:gd name="connsiteY294" fmla="*/ 105999 h 562353"/>
                <a:gd name="connsiteX295" fmla="*/ 279265 w 591411"/>
                <a:gd name="connsiteY295" fmla="*/ 108454 h 562353"/>
                <a:gd name="connsiteX296" fmla="*/ 276809 w 591411"/>
                <a:gd name="connsiteY296" fmla="*/ 109329 h 562353"/>
                <a:gd name="connsiteX297" fmla="*/ 274924 w 591411"/>
                <a:gd name="connsiteY297" fmla="*/ 108757 h 562353"/>
                <a:gd name="connsiteX298" fmla="*/ 272905 w 591411"/>
                <a:gd name="connsiteY298" fmla="*/ 106738 h 562353"/>
                <a:gd name="connsiteX299" fmla="*/ 269842 w 591411"/>
                <a:gd name="connsiteY299" fmla="*/ 105999 h 562353"/>
                <a:gd name="connsiteX300" fmla="*/ 265198 w 591411"/>
                <a:gd name="connsiteY300" fmla="*/ 106738 h 562353"/>
                <a:gd name="connsiteX301" fmla="*/ 262135 w 591411"/>
                <a:gd name="connsiteY301" fmla="*/ 109329 h 562353"/>
                <a:gd name="connsiteX302" fmla="*/ 260958 w 591411"/>
                <a:gd name="connsiteY302" fmla="*/ 112222 h 562353"/>
                <a:gd name="connsiteX303" fmla="*/ 259207 w 591411"/>
                <a:gd name="connsiteY303" fmla="*/ 113971 h 562353"/>
                <a:gd name="connsiteX304" fmla="*/ 259207 w 591411"/>
                <a:gd name="connsiteY304" fmla="*/ 118008 h 562353"/>
                <a:gd name="connsiteX305" fmla="*/ 255876 w 591411"/>
                <a:gd name="connsiteY305" fmla="*/ 121035 h 562353"/>
                <a:gd name="connsiteX306" fmla="*/ 251534 w 591411"/>
                <a:gd name="connsiteY306" fmla="*/ 120766 h 562353"/>
                <a:gd name="connsiteX307" fmla="*/ 248640 w 591411"/>
                <a:gd name="connsiteY307" fmla="*/ 118882 h 562353"/>
                <a:gd name="connsiteX308" fmla="*/ 247900 w 591411"/>
                <a:gd name="connsiteY308" fmla="*/ 116561 h 562353"/>
                <a:gd name="connsiteX309" fmla="*/ 245443 w 591411"/>
                <a:gd name="connsiteY309" fmla="*/ 116561 h 562353"/>
                <a:gd name="connsiteX310" fmla="*/ 241976 w 591411"/>
                <a:gd name="connsiteY310" fmla="*/ 117436 h 562353"/>
                <a:gd name="connsiteX311" fmla="*/ 237904 w 591411"/>
                <a:gd name="connsiteY311" fmla="*/ 118445 h 562353"/>
                <a:gd name="connsiteX312" fmla="*/ 236592 w 591411"/>
                <a:gd name="connsiteY312" fmla="*/ 119892 h 562353"/>
                <a:gd name="connsiteX313" fmla="*/ 235717 w 591411"/>
                <a:gd name="connsiteY313" fmla="*/ 121035 h 562353"/>
                <a:gd name="connsiteX314" fmla="*/ 234135 w 591411"/>
                <a:gd name="connsiteY314" fmla="*/ 122785 h 562353"/>
                <a:gd name="connsiteX315" fmla="*/ 233125 w 591411"/>
                <a:gd name="connsiteY315" fmla="*/ 124366 h 562353"/>
                <a:gd name="connsiteX316" fmla="*/ 233125 w 591411"/>
                <a:gd name="connsiteY316" fmla="*/ 127831 h 562353"/>
                <a:gd name="connsiteX317" fmla="*/ 233125 w 591411"/>
                <a:gd name="connsiteY317" fmla="*/ 128571 h 562353"/>
                <a:gd name="connsiteX318" fmla="*/ 231442 w 591411"/>
                <a:gd name="connsiteY318" fmla="*/ 130454 h 562353"/>
                <a:gd name="connsiteX319" fmla="*/ 228043 w 591411"/>
                <a:gd name="connsiteY319" fmla="*/ 133348 h 562353"/>
                <a:gd name="connsiteX320" fmla="*/ 223836 w 591411"/>
                <a:gd name="connsiteY320" fmla="*/ 133482 h 562353"/>
                <a:gd name="connsiteX321" fmla="*/ 221817 w 591411"/>
                <a:gd name="connsiteY321" fmla="*/ 131733 h 562353"/>
                <a:gd name="connsiteX322" fmla="*/ 220942 w 591411"/>
                <a:gd name="connsiteY322" fmla="*/ 129849 h 562353"/>
                <a:gd name="connsiteX323" fmla="*/ 220067 w 591411"/>
                <a:gd name="connsiteY323" fmla="*/ 126956 h 562353"/>
                <a:gd name="connsiteX324" fmla="*/ 218351 w 591411"/>
                <a:gd name="connsiteY324" fmla="*/ 126956 h 562353"/>
                <a:gd name="connsiteX325" fmla="*/ 215456 w 591411"/>
                <a:gd name="connsiteY325" fmla="*/ 126956 h 562353"/>
                <a:gd name="connsiteX326" fmla="*/ 214447 w 591411"/>
                <a:gd name="connsiteY326" fmla="*/ 128974 h 562353"/>
                <a:gd name="connsiteX327" fmla="*/ 212865 w 591411"/>
                <a:gd name="connsiteY327" fmla="*/ 131161 h 562353"/>
                <a:gd name="connsiteX328" fmla="*/ 210846 w 591411"/>
                <a:gd name="connsiteY328" fmla="*/ 133179 h 562353"/>
                <a:gd name="connsiteX329" fmla="*/ 207985 w 591411"/>
                <a:gd name="connsiteY329" fmla="*/ 134828 h 562353"/>
                <a:gd name="connsiteX330" fmla="*/ 205057 w 591411"/>
                <a:gd name="connsiteY330" fmla="*/ 133953 h 562353"/>
                <a:gd name="connsiteX331" fmla="*/ 200918 w 591411"/>
                <a:gd name="connsiteY331" fmla="*/ 133045 h 562353"/>
                <a:gd name="connsiteX332" fmla="*/ 196341 w 591411"/>
                <a:gd name="connsiteY332" fmla="*/ 132507 h 562353"/>
                <a:gd name="connsiteX333" fmla="*/ 191124 w 591411"/>
                <a:gd name="connsiteY333" fmla="*/ 132607 h 562353"/>
                <a:gd name="connsiteX334" fmla="*/ 185908 w 591411"/>
                <a:gd name="connsiteY334" fmla="*/ 131968 h 562353"/>
                <a:gd name="connsiteX335" fmla="*/ 178639 w 591411"/>
                <a:gd name="connsiteY335" fmla="*/ 132338 h 562353"/>
                <a:gd name="connsiteX336" fmla="*/ 174735 w 591411"/>
                <a:gd name="connsiteY336" fmla="*/ 131195 h 562353"/>
                <a:gd name="connsiteX337" fmla="*/ 174028 w 591411"/>
                <a:gd name="connsiteY337" fmla="*/ 129883 h 562353"/>
                <a:gd name="connsiteX338" fmla="*/ 170696 w 591411"/>
                <a:gd name="connsiteY338" fmla="*/ 128739 h 562353"/>
                <a:gd name="connsiteX339" fmla="*/ 167364 w 591411"/>
                <a:gd name="connsiteY339" fmla="*/ 127999 h 562353"/>
                <a:gd name="connsiteX340" fmla="*/ 164470 w 591411"/>
                <a:gd name="connsiteY340" fmla="*/ 128739 h 562353"/>
                <a:gd name="connsiteX341" fmla="*/ 161879 w 591411"/>
                <a:gd name="connsiteY341" fmla="*/ 128739 h 562353"/>
                <a:gd name="connsiteX342" fmla="*/ 160566 w 591411"/>
                <a:gd name="connsiteY342" fmla="*/ 129748 h 562353"/>
                <a:gd name="connsiteX343" fmla="*/ 160700 w 591411"/>
                <a:gd name="connsiteY343" fmla="*/ 130623 h 562353"/>
                <a:gd name="connsiteX344" fmla="*/ 160566 w 591411"/>
                <a:gd name="connsiteY344" fmla="*/ 133078 h 562353"/>
                <a:gd name="connsiteX345" fmla="*/ 159388 w 591411"/>
                <a:gd name="connsiteY345" fmla="*/ 134828 h 562353"/>
                <a:gd name="connsiteX346" fmla="*/ 158378 w 591411"/>
                <a:gd name="connsiteY346" fmla="*/ 136577 h 562353"/>
                <a:gd name="connsiteX347" fmla="*/ 158378 w 591411"/>
                <a:gd name="connsiteY347" fmla="*/ 137317 h 562353"/>
                <a:gd name="connsiteX348" fmla="*/ 159018 w 591411"/>
                <a:gd name="connsiteY348" fmla="*/ 139638 h 562353"/>
                <a:gd name="connsiteX349" fmla="*/ 160095 w 591411"/>
                <a:gd name="connsiteY349" fmla="*/ 141522 h 562353"/>
                <a:gd name="connsiteX350" fmla="*/ 160970 w 591411"/>
                <a:gd name="connsiteY350" fmla="*/ 143708 h 562353"/>
                <a:gd name="connsiteX351" fmla="*/ 161845 w 591411"/>
                <a:gd name="connsiteY351" fmla="*/ 147039 h 562353"/>
                <a:gd name="connsiteX352" fmla="*/ 161845 w 591411"/>
                <a:gd name="connsiteY352" fmla="*/ 149663 h 562353"/>
                <a:gd name="connsiteX353" fmla="*/ 160600 w 591411"/>
                <a:gd name="connsiteY353" fmla="*/ 151244 h 562353"/>
                <a:gd name="connsiteX354" fmla="*/ 158345 w 591411"/>
                <a:gd name="connsiteY354" fmla="*/ 151378 h 562353"/>
                <a:gd name="connsiteX355" fmla="*/ 155585 w 591411"/>
                <a:gd name="connsiteY355" fmla="*/ 150235 h 562353"/>
                <a:gd name="connsiteX356" fmla="*/ 152253 w 591411"/>
                <a:gd name="connsiteY356" fmla="*/ 149663 h 562353"/>
                <a:gd name="connsiteX357" fmla="*/ 147171 w 591411"/>
                <a:gd name="connsiteY357" fmla="*/ 149663 h 562353"/>
                <a:gd name="connsiteX358" fmla="*/ 141383 w 591411"/>
                <a:gd name="connsiteY358" fmla="*/ 150975 h 562353"/>
                <a:gd name="connsiteX359" fmla="*/ 137176 w 591411"/>
                <a:gd name="connsiteY359" fmla="*/ 153598 h 562353"/>
                <a:gd name="connsiteX360" fmla="*/ 132969 w 591411"/>
                <a:gd name="connsiteY360" fmla="*/ 158678 h 562353"/>
                <a:gd name="connsiteX361" fmla="*/ 130950 w 591411"/>
                <a:gd name="connsiteY361" fmla="*/ 160427 h 562353"/>
                <a:gd name="connsiteX362" fmla="*/ 128762 w 591411"/>
                <a:gd name="connsiteY362" fmla="*/ 162614 h 562353"/>
                <a:gd name="connsiteX363" fmla="*/ 126003 w 591411"/>
                <a:gd name="connsiteY363" fmla="*/ 165070 h 562353"/>
                <a:gd name="connsiteX364" fmla="*/ 123546 w 591411"/>
                <a:gd name="connsiteY364" fmla="*/ 166819 h 562353"/>
                <a:gd name="connsiteX365" fmla="*/ 122536 w 591411"/>
                <a:gd name="connsiteY365" fmla="*/ 168131 h 562353"/>
                <a:gd name="connsiteX366" fmla="*/ 120517 w 591411"/>
                <a:gd name="connsiteY366" fmla="*/ 169880 h 562353"/>
                <a:gd name="connsiteX367" fmla="*/ 118329 w 591411"/>
                <a:gd name="connsiteY367" fmla="*/ 171461 h 562353"/>
                <a:gd name="connsiteX368" fmla="*/ 118329 w 591411"/>
                <a:gd name="connsiteY368" fmla="*/ 174085 h 562353"/>
                <a:gd name="connsiteX369" fmla="*/ 117959 w 591411"/>
                <a:gd name="connsiteY369" fmla="*/ 176103 h 562353"/>
                <a:gd name="connsiteX370" fmla="*/ 116310 w 591411"/>
                <a:gd name="connsiteY370" fmla="*/ 177685 h 562353"/>
                <a:gd name="connsiteX371" fmla="*/ 113853 w 591411"/>
                <a:gd name="connsiteY371" fmla="*/ 179266 h 562353"/>
                <a:gd name="connsiteX372" fmla="*/ 112709 w 591411"/>
                <a:gd name="connsiteY372" fmla="*/ 180006 h 562353"/>
                <a:gd name="connsiteX373" fmla="*/ 108805 w 591411"/>
                <a:gd name="connsiteY373" fmla="*/ 182764 h 562353"/>
                <a:gd name="connsiteX374" fmla="*/ 108233 w 591411"/>
                <a:gd name="connsiteY374" fmla="*/ 182764 h 562353"/>
                <a:gd name="connsiteX375" fmla="*/ 104026 w 591411"/>
                <a:gd name="connsiteY375" fmla="*/ 183134 h 562353"/>
                <a:gd name="connsiteX376" fmla="*/ 100829 w 591411"/>
                <a:gd name="connsiteY376" fmla="*/ 182764 h 562353"/>
                <a:gd name="connsiteX377" fmla="*/ 99247 w 591411"/>
                <a:gd name="connsiteY377" fmla="*/ 183639 h 562353"/>
                <a:gd name="connsiteX378" fmla="*/ 93593 w 591411"/>
                <a:gd name="connsiteY378" fmla="*/ 185522 h 562353"/>
                <a:gd name="connsiteX379" fmla="*/ 89656 w 591411"/>
                <a:gd name="connsiteY379" fmla="*/ 186229 h 562353"/>
                <a:gd name="connsiteX380" fmla="*/ 81848 w 591411"/>
                <a:gd name="connsiteY380" fmla="*/ 186229 h 562353"/>
                <a:gd name="connsiteX381" fmla="*/ 76934 w 591411"/>
                <a:gd name="connsiteY381" fmla="*/ 186801 h 562353"/>
                <a:gd name="connsiteX382" fmla="*/ 72155 w 591411"/>
                <a:gd name="connsiteY382" fmla="*/ 189391 h 562353"/>
                <a:gd name="connsiteX383" fmla="*/ 68521 w 591411"/>
                <a:gd name="connsiteY383" fmla="*/ 193159 h 562353"/>
                <a:gd name="connsiteX384" fmla="*/ 65189 w 591411"/>
                <a:gd name="connsiteY384" fmla="*/ 194740 h 562353"/>
                <a:gd name="connsiteX385" fmla="*/ 61992 w 591411"/>
                <a:gd name="connsiteY385" fmla="*/ 195884 h 562353"/>
                <a:gd name="connsiteX386" fmla="*/ 59400 w 591411"/>
                <a:gd name="connsiteY386" fmla="*/ 195884 h 562353"/>
                <a:gd name="connsiteX387" fmla="*/ 55463 w 591411"/>
                <a:gd name="connsiteY387" fmla="*/ 195884 h 562353"/>
                <a:gd name="connsiteX388" fmla="*/ 51256 w 591411"/>
                <a:gd name="connsiteY388" fmla="*/ 196590 h 562353"/>
                <a:gd name="connsiteX389" fmla="*/ 49674 w 591411"/>
                <a:gd name="connsiteY389" fmla="*/ 196590 h 562353"/>
                <a:gd name="connsiteX390" fmla="*/ 47487 w 591411"/>
                <a:gd name="connsiteY390" fmla="*/ 200358 h 562353"/>
                <a:gd name="connsiteX391" fmla="*/ 45736 w 591411"/>
                <a:gd name="connsiteY391" fmla="*/ 203116 h 562353"/>
                <a:gd name="connsiteX392" fmla="*/ 42539 w 591411"/>
                <a:gd name="connsiteY392" fmla="*/ 205437 h 562353"/>
                <a:gd name="connsiteX393" fmla="*/ 40217 w 591411"/>
                <a:gd name="connsiteY393" fmla="*/ 207456 h 562353"/>
                <a:gd name="connsiteX394" fmla="*/ 33688 w 591411"/>
                <a:gd name="connsiteY394" fmla="*/ 210315 h 562353"/>
                <a:gd name="connsiteX395" fmla="*/ 28606 w 591411"/>
                <a:gd name="connsiteY395" fmla="*/ 210517 h 562353"/>
                <a:gd name="connsiteX396" fmla="*/ 22077 w 591411"/>
                <a:gd name="connsiteY396" fmla="*/ 210517 h 562353"/>
                <a:gd name="connsiteX397" fmla="*/ 16558 w 591411"/>
                <a:gd name="connsiteY397" fmla="*/ 210517 h 562353"/>
                <a:gd name="connsiteX398" fmla="*/ 11342 w 591411"/>
                <a:gd name="connsiteY398" fmla="*/ 210517 h 562353"/>
                <a:gd name="connsiteX399" fmla="*/ 9591 w 591411"/>
                <a:gd name="connsiteY399" fmla="*/ 210517 h 562353"/>
                <a:gd name="connsiteX400" fmla="*/ 3938 w 591411"/>
                <a:gd name="connsiteY400" fmla="*/ 210517 h 562353"/>
                <a:gd name="connsiteX401" fmla="*/ 740 w 591411"/>
                <a:gd name="connsiteY401" fmla="*/ 212905 h 562353"/>
                <a:gd name="connsiteX402" fmla="*/ 0 w 591411"/>
                <a:gd name="connsiteY402" fmla="*/ 214856 h 562353"/>
                <a:gd name="connsiteX403" fmla="*/ 0 w 591411"/>
                <a:gd name="connsiteY403" fmla="*/ 219633 h 562353"/>
                <a:gd name="connsiteX404" fmla="*/ 1582 w 591411"/>
                <a:gd name="connsiteY404" fmla="*/ 221954 h 562353"/>
                <a:gd name="connsiteX405" fmla="*/ 5216 w 591411"/>
                <a:gd name="connsiteY405" fmla="*/ 226462 h 562353"/>
                <a:gd name="connsiteX406" fmla="*/ 9693 w 591411"/>
                <a:gd name="connsiteY406" fmla="*/ 231104 h 562353"/>
                <a:gd name="connsiteX407" fmla="*/ 11442 w 591411"/>
                <a:gd name="connsiteY407" fmla="*/ 233123 h 562353"/>
                <a:gd name="connsiteX408" fmla="*/ 14774 w 591411"/>
                <a:gd name="connsiteY408" fmla="*/ 236318 h 562353"/>
                <a:gd name="connsiteX409" fmla="*/ 16491 w 591411"/>
                <a:gd name="connsiteY409" fmla="*/ 238505 h 562353"/>
                <a:gd name="connsiteX410" fmla="*/ 15481 w 591411"/>
                <a:gd name="connsiteY410" fmla="*/ 240086 h 562353"/>
                <a:gd name="connsiteX411" fmla="*/ 14774 w 591411"/>
                <a:gd name="connsiteY411" fmla="*/ 241835 h 562353"/>
                <a:gd name="connsiteX412" fmla="*/ 12183 w 591411"/>
                <a:gd name="connsiteY412" fmla="*/ 241835 h 562353"/>
                <a:gd name="connsiteX413" fmla="*/ 8414 w 591411"/>
                <a:gd name="connsiteY413" fmla="*/ 244089 h 562353"/>
                <a:gd name="connsiteX414" fmla="*/ 8414 w 591411"/>
                <a:gd name="connsiteY414" fmla="*/ 245031 h 562353"/>
                <a:gd name="connsiteX415" fmla="*/ 10164 w 591411"/>
                <a:gd name="connsiteY415" fmla="*/ 248227 h 562353"/>
                <a:gd name="connsiteX416" fmla="*/ 12048 w 591411"/>
                <a:gd name="connsiteY416" fmla="*/ 250683 h 562353"/>
                <a:gd name="connsiteX417" fmla="*/ 15683 w 591411"/>
                <a:gd name="connsiteY417" fmla="*/ 252432 h 562353"/>
                <a:gd name="connsiteX418" fmla="*/ 19890 w 591411"/>
                <a:gd name="connsiteY418" fmla="*/ 253576 h 562353"/>
                <a:gd name="connsiteX419" fmla="*/ 24534 w 591411"/>
                <a:gd name="connsiteY419" fmla="*/ 254753 h 562353"/>
                <a:gd name="connsiteX420" fmla="*/ 27428 w 591411"/>
                <a:gd name="connsiteY420" fmla="*/ 256502 h 562353"/>
                <a:gd name="connsiteX421" fmla="*/ 29178 w 591411"/>
                <a:gd name="connsiteY421" fmla="*/ 257814 h 562353"/>
                <a:gd name="connsiteX422" fmla="*/ 31366 w 591411"/>
                <a:gd name="connsiteY422" fmla="*/ 260404 h 562353"/>
                <a:gd name="connsiteX423" fmla="*/ 31231 w 591411"/>
                <a:gd name="connsiteY423" fmla="*/ 261851 h 562353"/>
                <a:gd name="connsiteX424" fmla="*/ 28775 w 591411"/>
                <a:gd name="connsiteY424" fmla="*/ 264878 h 562353"/>
                <a:gd name="connsiteX425" fmla="*/ 25140 w 591411"/>
                <a:gd name="connsiteY425" fmla="*/ 266762 h 562353"/>
                <a:gd name="connsiteX426" fmla="*/ 21371 w 591411"/>
                <a:gd name="connsiteY426" fmla="*/ 270093 h 562353"/>
                <a:gd name="connsiteX427" fmla="*/ 19923 w 591411"/>
                <a:gd name="connsiteY427" fmla="*/ 272986 h 562353"/>
                <a:gd name="connsiteX428" fmla="*/ 20933 w 591411"/>
                <a:gd name="connsiteY428" fmla="*/ 276013 h 562353"/>
                <a:gd name="connsiteX429" fmla="*/ 23525 w 591411"/>
                <a:gd name="connsiteY429" fmla="*/ 278334 h 562353"/>
                <a:gd name="connsiteX430" fmla="*/ 28741 w 591411"/>
                <a:gd name="connsiteY430" fmla="*/ 278334 h 562353"/>
                <a:gd name="connsiteX431" fmla="*/ 32376 w 591411"/>
                <a:gd name="connsiteY431" fmla="*/ 281799 h 562353"/>
                <a:gd name="connsiteX432" fmla="*/ 29044 w 591411"/>
                <a:gd name="connsiteY432" fmla="*/ 285130 h 562353"/>
                <a:gd name="connsiteX433" fmla="*/ 28034 w 591411"/>
                <a:gd name="connsiteY433" fmla="*/ 286139 h 562353"/>
                <a:gd name="connsiteX434" fmla="*/ 26149 w 591411"/>
                <a:gd name="connsiteY434" fmla="*/ 287888 h 562353"/>
                <a:gd name="connsiteX435" fmla="*/ 26149 w 591411"/>
                <a:gd name="connsiteY435" fmla="*/ 290916 h 562353"/>
                <a:gd name="connsiteX436" fmla="*/ 27159 w 591411"/>
                <a:gd name="connsiteY436" fmla="*/ 293237 h 562353"/>
                <a:gd name="connsiteX437" fmla="*/ 29481 w 591411"/>
                <a:gd name="connsiteY437" fmla="*/ 293977 h 562353"/>
                <a:gd name="connsiteX438" fmla="*/ 32241 w 591411"/>
                <a:gd name="connsiteY438" fmla="*/ 293977 h 562353"/>
                <a:gd name="connsiteX439" fmla="*/ 37895 w 591411"/>
                <a:gd name="connsiteY439" fmla="*/ 293977 h 562353"/>
                <a:gd name="connsiteX440" fmla="*/ 39342 w 591411"/>
                <a:gd name="connsiteY440" fmla="*/ 295356 h 562353"/>
                <a:gd name="connsiteX441" fmla="*/ 43549 w 591411"/>
                <a:gd name="connsiteY441" fmla="*/ 299763 h 562353"/>
                <a:gd name="connsiteX442" fmla="*/ 46107 w 591411"/>
                <a:gd name="connsiteY442" fmla="*/ 302656 h 562353"/>
                <a:gd name="connsiteX443" fmla="*/ 46174 w 591411"/>
                <a:gd name="connsiteY443" fmla="*/ 306861 h 562353"/>
                <a:gd name="connsiteX444" fmla="*/ 46174 w 591411"/>
                <a:gd name="connsiteY444" fmla="*/ 311772 h 562353"/>
                <a:gd name="connsiteX445" fmla="*/ 49641 w 591411"/>
                <a:gd name="connsiteY445" fmla="*/ 316549 h 562353"/>
                <a:gd name="connsiteX446" fmla="*/ 52097 w 591411"/>
                <a:gd name="connsiteY446" fmla="*/ 316549 h 562353"/>
                <a:gd name="connsiteX447" fmla="*/ 53612 w 591411"/>
                <a:gd name="connsiteY447" fmla="*/ 318130 h 562353"/>
                <a:gd name="connsiteX448" fmla="*/ 57011 w 591411"/>
                <a:gd name="connsiteY448" fmla="*/ 320451 h 562353"/>
                <a:gd name="connsiteX449" fmla="*/ 61554 w 591411"/>
                <a:gd name="connsiteY449" fmla="*/ 324421 h 562353"/>
                <a:gd name="connsiteX450" fmla="*/ 65828 w 591411"/>
                <a:gd name="connsiteY450" fmla="*/ 327953 h 562353"/>
                <a:gd name="connsiteX451" fmla="*/ 67915 w 591411"/>
                <a:gd name="connsiteY451" fmla="*/ 332225 h 562353"/>
                <a:gd name="connsiteX452" fmla="*/ 68420 w 591411"/>
                <a:gd name="connsiteY452" fmla="*/ 337136 h 562353"/>
                <a:gd name="connsiteX453" fmla="*/ 67848 w 591411"/>
                <a:gd name="connsiteY453" fmla="*/ 339962 h 562353"/>
                <a:gd name="connsiteX454" fmla="*/ 67848 w 591411"/>
                <a:gd name="connsiteY454" fmla="*/ 345378 h 562353"/>
                <a:gd name="connsiteX455" fmla="*/ 67848 w 591411"/>
                <a:gd name="connsiteY455" fmla="*/ 348641 h 562353"/>
                <a:gd name="connsiteX456" fmla="*/ 67848 w 591411"/>
                <a:gd name="connsiteY456" fmla="*/ 352779 h 562353"/>
                <a:gd name="connsiteX457" fmla="*/ 65223 w 591411"/>
                <a:gd name="connsiteY457" fmla="*/ 356513 h 562353"/>
                <a:gd name="connsiteX458" fmla="*/ 62093 w 591411"/>
                <a:gd name="connsiteY458" fmla="*/ 361222 h 562353"/>
                <a:gd name="connsiteX459" fmla="*/ 65021 w 591411"/>
                <a:gd name="connsiteY459" fmla="*/ 359170 h 562353"/>
                <a:gd name="connsiteX460" fmla="*/ 66972 w 591411"/>
                <a:gd name="connsiteY460" fmla="*/ 359709 h 562353"/>
                <a:gd name="connsiteX461" fmla="*/ 67949 w 591411"/>
                <a:gd name="connsiteY461" fmla="*/ 361761 h 562353"/>
                <a:gd name="connsiteX462" fmla="*/ 69665 w 591411"/>
                <a:gd name="connsiteY462" fmla="*/ 365125 h 562353"/>
                <a:gd name="connsiteX463" fmla="*/ 72694 w 591411"/>
                <a:gd name="connsiteY463" fmla="*/ 370978 h 562353"/>
                <a:gd name="connsiteX464" fmla="*/ 75622 w 591411"/>
                <a:gd name="connsiteY464" fmla="*/ 375654 h 562353"/>
                <a:gd name="connsiteX465" fmla="*/ 77910 w 591411"/>
                <a:gd name="connsiteY465" fmla="*/ 378143 h 562353"/>
                <a:gd name="connsiteX466" fmla="*/ 80300 w 591411"/>
                <a:gd name="connsiteY466" fmla="*/ 383794 h 562353"/>
                <a:gd name="connsiteX467" fmla="*/ 84978 w 591411"/>
                <a:gd name="connsiteY467" fmla="*/ 391599 h 562353"/>
                <a:gd name="connsiteX468" fmla="*/ 86492 w 591411"/>
                <a:gd name="connsiteY468" fmla="*/ 395838 h 562353"/>
                <a:gd name="connsiteX469" fmla="*/ 85752 w 591411"/>
                <a:gd name="connsiteY469" fmla="*/ 400513 h 562353"/>
                <a:gd name="connsiteX470" fmla="*/ 86492 w 591411"/>
                <a:gd name="connsiteY470" fmla="*/ 405088 h 562353"/>
                <a:gd name="connsiteX471" fmla="*/ 88680 w 591411"/>
                <a:gd name="connsiteY471" fmla="*/ 408789 h 562353"/>
                <a:gd name="connsiteX472" fmla="*/ 96521 w 591411"/>
                <a:gd name="connsiteY472" fmla="*/ 410538 h 562353"/>
                <a:gd name="connsiteX473" fmla="*/ 102377 w 591411"/>
                <a:gd name="connsiteY473" fmla="*/ 415315 h 562353"/>
                <a:gd name="connsiteX474" fmla="*/ 104767 w 591411"/>
                <a:gd name="connsiteY474" fmla="*/ 419015 h 562353"/>
                <a:gd name="connsiteX475" fmla="*/ 106517 w 591411"/>
                <a:gd name="connsiteY475" fmla="*/ 424431 h 562353"/>
                <a:gd name="connsiteX476" fmla="*/ 107829 w 591411"/>
                <a:gd name="connsiteY476" fmla="*/ 427022 h 562353"/>
                <a:gd name="connsiteX477" fmla="*/ 109142 w 591411"/>
                <a:gd name="connsiteY477" fmla="*/ 429410 h 562353"/>
                <a:gd name="connsiteX478" fmla="*/ 111531 w 591411"/>
                <a:gd name="connsiteY478" fmla="*/ 431798 h 562353"/>
                <a:gd name="connsiteX479" fmla="*/ 115873 w 591411"/>
                <a:gd name="connsiteY479" fmla="*/ 433110 h 562353"/>
                <a:gd name="connsiteX480" fmla="*/ 122402 w 591411"/>
                <a:gd name="connsiteY480" fmla="*/ 434624 h 562353"/>
                <a:gd name="connsiteX481" fmla="*/ 126104 w 591411"/>
                <a:gd name="connsiteY481" fmla="*/ 435263 h 562353"/>
                <a:gd name="connsiteX482" fmla="*/ 128056 w 591411"/>
                <a:gd name="connsiteY482" fmla="*/ 433749 h 562353"/>
                <a:gd name="connsiteX483" fmla="*/ 131758 w 591411"/>
                <a:gd name="connsiteY483" fmla="*/ 433312 h 562353"/>
                <a:gd name="connsiteX484" fmla="*/ 133070 w 591411"/>
                <a:gd name="connsiteY484" fmla="*/ 433749 h 562353"/>
                <a:gd name="connsiteX485" fmla="*/ 135022 w 591411"/>
                <a:gd name="connsiteY485" fmla="*/ 437450 h 562353"/>
                <a:gd name="connsiteX486" fmla="*/ 136772 w 591411"/>
                <a:gd name="connsiteY486" fmla="*/ 442025 h 562353"/>
                <a:gd name="connsiteX487" fmla="*/ 138085 w 591411"/>
                <a:gd name="connsiteY487" fmla="*/ 443976 h 562353"/>
                <a:gd name="connsiteX488" fmla="*/ 140272 w 591411"/>
                <a:gd name="connsiteY488" fmla="*/ 445052 h 562353"/>
                <a:gd name="connsiteX489" fmla="*/ 143099 w 591411"/>
                <a:gd name="connsiteY489" fmla="*/ 445927 h 562353"/>
                <a:gd name="connsiteX490" fmla="*/ 145051 w 591411"/>
                <a:gd name="connsiteY490" fmla="*/ 446802 h 562353"/>
                <a:gd name="connsiteX491" fmla="*/ 149830 w 591411"/>
                <a:gd name="connsiteY491" fmla="*/ 448114 h 562353"/>
                <a:gd name="connsiteX492" fmla="*/ 151143 w 591411"/>
                <a:gd name="connsiteY492" fmla="*/ 448753 h 562353"/>
                <a:gd name="connsiteX493" fmla="*/ 153330 w 591411"/>
                <a:gd name="connsiteY493" fmla="*/ 449392 h 562353"/>
                <a:gd name="connsiteX494" fmla="*/ 158345 w 591411"/>
                <a:gd name="connsiteY494" fmla="*/ 450468 h 562353"/>
                <a:gd name="connsiteX495" fmla="*/ 160936 w 591411"/>
                <a:gd name="connsiteY495" fmla="*/ 451107 h 562353"/>
                <a:gd name="connsiteX496" fmla="*/ 162888 w 591411"/>
                <a:gd name="connsiteY496" fmla="*/ 452419 h 562353"/>
                <a:gd name="connsiteX497" fmla="*/ 164638 w 591411"/>
                <a:gd name="connsiteY497" fmla="*/ 455245 h 562353"/>
                <a:gd name="connsiteX498" fmla="*/ 167465 w 591411"/>
                <a:gd name="connsiteY498" fmla="*/ 456120 h 562353"/>
                <a:gd name="connsiteX499" fmla="*/ 170932 w 591411"/>
                <a:gd name="connsiteY499" fmla="*/ 457869 h 562353"/>
                <a:gd name="connsiteX500" fmla="*/ 175071 w 591411"/>
                <a:gd name="connsiteY500" fmla="*/ 458744 h 562353"/>
                <a:gd name="connsiteX501" fmla="*/ 177898 w 591411"/>
                <a:gd name="connsiteY501" fmla="*/ 458946 h 562353"/>
                <a:gd name="connsiteX502" fmla="*/ 179850 w 591411"/>
                <a:gd name="connsiteY502" fmla="*/ 459585 h 562353"/>
                <a:gd name="connsiteX503" fmla="*/ 182677 w 591411"/>
                <a:gd name="connsiteY503" fmla="*/ 462074 h 562353"/>
                <a:gd name="connsiteX504" fmla="*/ 185066 w 591411"/>
                <a:gd name="connsiteY504" fmla="*/ 464126 h 562353"/>
                <a:gd name="connsiteX505" fmla="*/ 187019 w 591411"/>
                <a:gd name="connsiteY505" fmla="*/ 464126 h 562353"/>
                <a:gd name="connsiteX506" fmla="*/ 190485 w 591411"/>
                <a:gd name="connsiteY506" fmla="*/ 464765 h 562353"/>
                <a:gd name="connsiteX507" fmla="*/ 193312 w 591411"/>
                <a:gd name="connsiteY507" fmla="*/ 463689 h 562353"/>
                <a:gd name="connsiteX508" fmla="*/ 195264 w 591411"/>
                <a:gd name="connsiteY508" fmla="*/ 463049 h 562353"/>
                <a:gd name="connsiteX509" fmla="*/ 198326 w 591411"/>
                <a:gd name="connsiteY509" fmla="*/ 461738 h 562353"/>
                <a:gd name="connsiteX510" fmla="*/ 200077 w 591411"/>
                <a:gd name="connsiteY510" fmla="*/ 461300 h 562353"/>
                <a:gd name="connsiteX511" fmla="*/ 203778 w 591411"/>
                <a:gd name="connsiteY511" fmla="*/ 461838 h 562353"/>
                <a:gd name="connsiteX512" fmla="*/ 209870 w 591411"/>
                <a:gd name="connsiteY512" fmla="*/ 460627 h 562353"/>
                <a:gd name="connsiteX513" fmla="*/ 216601 w 591411"/>
                <a:gd name="connsiteY513" fmla="*/ 460627 h 562353"/>
                <a:gd name="connsiteX514" fmla="*/ 219192 w 591411"/>
                <a:gd name="connsiteY514" fmla="*/ 459114 h 562353"/>
                <a:gd name="connsiteX515" fmla="*/ 230062 w 591411"/>
                <a:gd name="connsiteY515" fmla="*/ 460426 h 562353"/>
                <a:gd name="connsiteX516" fmla="*/ 235077 w 591411"/>
                <a:gd name="connsiteY516" fmla="*/ 460863 h 562353"/>
                <a:gd name="connsiteX517" fmla="*/ 243356 w 591411"/>
                <a:gd name="connsiteY517" fmla="*/ 458676 h 562353"/>
                <a:gd name="connsiteX518" fmla="*/ 246621 w 591411"/>
                <a:gd name="connsiteY518" fmla="*/ 457365 h 562353"/>
                <a:gd name="connsiteX519" fmla="*/ 251837 w 591411"/>
                <a:gd name="connsiteY519" fmla="*/ 457365 h 562353"/>
                <a:gd name="connsiteX520" fmla="*/ 255539 w 591411"/>
                <a:gd name="connsiteY520" fmla="*/ 457163 h 562353"/>
                <a:gd name="connsiteX521" fmla="*/ 260083 w 591411"/>
                <a:gd name="connsiteY521" fmla="*/ 456389 h 562353"/>
                <a:gd name="connsiteX522" fmla="*/ 264659 w 591411"/>
                <a:gd name="connsiteY522" fmla="*/ 455413 h 562353"/>
                <a:gd name="connsiteX523" fmla="*/ 267049 w 591411"/>
                <a:gd name="connsiteY523" fmla="*/ 455413 h 562353"/>
                <a:gd name="connsiteX524" fmla="*/ 270751 w 591411"/>
                <a:gd name="connsiteY524" fmla="*/ 455851 h 562353"/>
                <a:gd name="connsiteX525" fmla="*/ 275530 w 591411"/>
                <a:gd name="connsiteY525" fmla="*/ 454774 h 562353"/>
                <a:gd name="connsiteX526" fmla="*/ 278357 w 591411"/>
                <a:gd name="connsiteY526" fmla="*/ 453025 h 562353"/>
                <a:gd name="connsiteX527" fmla="*/ 278357 w 591411"/>
                <a:gd name="connsiteY527" fmla="*/ 451074 h 562353"/>
                <a:gd name="connsiteX528" fmla="*/ 283573 w 591411"/>
                <a:gd name="connsiteY528" fmla="*/ 451511 h 562353"/>
                <a:gd name="connsiteX529" fmla="*/ 284785 w 591411"/>
                <a:gd name="connsiteY529" fmla="*/ 453462 h 562353"/>
                <a:gd name="connsiteX530" fmla="*/ 283573 w 591411"/>
                <a:gd name="connsiteY530" fmla="*/ 457802 h 562353"/>
                <a:gd name="connsiteX531" fmla="*/ 283573 w 591411"/>
                <a:gd name="connsiteY531" fmla="*/ 459753 h 562353"/>
                <a:gd name="connsiteX532" fmla="*/ 287074 w 591411"/>
                <a:gd name="connsiteY532" fmla="*/ 463218 h 562353"/>
                <a:gd name="connsiteX533" fmla="*/ 289261 w 591411"/>
                <a:gd name="connsiteY533" fmla="*/ 464294 h 562353"/>
                <a:gd name="connsiteX534" fmla="*/ 292088 w 591411"/>
                <a:gd name="connsiteY534" fmla="*/ 467322 h 562353"/>
                <a:gd name="connsiteX535" fmla="*/ 294713 w 591411"/>
                <a:gd name="connsiteY535" fmla="*/ 467961 h 562353"/>
                <a:gd name="connsiteX536" fmla="*/ 297540 w 591411"/>
                <a:gd name="connsiteY536" fmla="*/ 468600 h 562353"/>
                <a:gd name="connsiteX537" fmla="*/ 298853 w 591411"/>
                <a:gd name="connsiteY537" fmla="*/ 467725 h 562353"/>
                <a:gd name="connsiteX538" fmla="*/ 301680 w 591411"/>
                <a:gd name="connsiteY538" fmla="*/ 465337 h 562353"/>
                <a:gd name="connsiteX539" fmla="*/ 303430 w 591411"/>
                <a:gd name="connsiteY539" fmla="*/ 463823 h 562353"/>
                <a:gd name="connsiteX540" fmla="*/ 305381 w 591411"/>
                <a:gd name="connsiteY540" fmla="*/ 462747 h 562353"/>
                <a:gd name="connsiteX541" fmla="*/ 308410 w 591411"/>
                <a:gd name="connsiteY541" fmla="*/ 461872 h 562353"/>
                <a:gd name="connsiteX542" fmla="*/ 310363 w 591411"/>
                <a:gd name="connsiteY542" fmla="*/ 460997 h 562353"/>
                <a:gd name="connsiteX543" fmla="*/ 312954 w 591411"/>
                <a:gd name="connsiteY543" fmla="*/ 458811 h 562353"/>
                <a:gd name="connsiteX544" fmla="*/ 314266 w 591411"/>
                <a:gd name="connsiteY544" fmla="*/ 455985 h 562353"/>
                <a:gd name="connsiteX545" fmla="*/ 316016 w 591411"/>
                <a:gd name="connsiteY545" fmla="*/ 454034 h 562353"/>
                <a:gd name="connsiteX546" fmla="*/ 318642 w 591411"/>
                <a:gd name="connsiteY546" fmla="*/ 452285 h 562353"/>
                <a:gd name="connsiteX547" fmla="*/ 321906 w 591411"/>
                <a:gd name="connsiteY547" fmla="*/ 451410 h 562353"/>
                <a:gd name="connsiteX548" fmla="*/ 326012 w 591411"/>
                <a:gd name="connsiteY548" fmla="*/ 453597 h 562353"/>
                <a:gd name="connsiteX549" fmla="*/ 326012 w 591411"/>
                <a:gd name="connsiteY549" fmla="*/ 457062 h 562353"/>
                <a:gd name="connsiteX550" fmla="*/ 325642 w 591411"/>
                <a:gd name="connsiteY550" fmla="*/ 462915 h 562353"/>
                <a:gd name="connsiteX551" fmla="*/ 325372 w 591411"/>
                <a:gd name="connsiteY551" fmla="*/ 466615 h 562353"/>
                <a:gd name="connsiteX552" fmla="*/ 325372 w 591411"/>
                <a:gd name="connsiteY552" fmla="*/ 470080 h 562353"/>
                <a:gd name="connsiteX553" fmla="*/ 326079 w 591411"/>
                <a:gd name="connsiteY553" fmla="*/ 472132 h 562353"/>
                <a:gd name="connsiteX554" fmla="*/ 327998 w 591411"/>
                <a:gd name="connsiteY554" fmla="*/ 473646 h 562353"/>
                <a:gd name="connsiteX555" fmla="*/ 332776 w 591411"/>
                <a:gd name="connsiteY555" fmla="*/ 477548 h 562353"/>
                <a:gd name="connsiteX556" fmla="*/ 332137 w 591411"/>
                <a:gd name="connsiteY556" fmla="*/ 482224 h 562353"/>
                <a:gd name="connsiteX557" fmla="*/ 329848 w 591411"/>
                <a:gd name="connsiteY557" fmla="*/ 484276 h 562353"/>
                <a:gd name="connsiteX558" fmla="*/ 327459 w 591411"/>
                <a:gd name="connsiteY558" fmla="*/ 485353 h 562353"/>
                <a:gd name="connsiteX559" fmla="*/ 325945 w 591411"/>
                <a:gd name="connsiteY559" fmla="*/ 486429 h 562353"/>
                <a:gd name="connsiteX560" fmla="*/ 326045 w 591411"/>
                <a:gd name="connsiteY560" fmla="*/ 489692 h 562353"/>
                <a:gd name="connsiteX561" fmla="*/ 330387 w 591411"/>
                <a:gd name="connsiteY561" fmla="*/ 494368 h 562353"/>
                <a:gd name="connsiteX562" fmla="*/ 334291 w 591411"/>
                <a:gd name="connsiteY562" fmla="*/ 496319 h 562353"/>
                <a:gd name="connsiteX563" fmla="*/ 331363 w 591411"/>
                <a:gd name="connsiteY563" fmla="*/ 500995 h 562353"/>
                <a:gd name="connsiteX564" fmla="*/ 330589 w 591411"/>
                <a:gd name="connsiteY564" fmla="*/ 503484 h 562353"/>
                <a:gd name="connsiteX565" fmla="*/ 334291 w 591411"/>
                <a:gd name="connsiteY565" fmla="*/ 508799 h 562353"/>
                <a:gd name="connsiteX566" fmla="*/ 337454 w 591411"/>
                <a:gd name="connsiteY566" fmla="*/ 510212 h 562353"/>
                <a:gd name="connsiteX567" fmla="*/ 340719 w 591411"/>
                <a:gd name="connsiteY567" fmla="*/ 512264 h 562353"/>
                <a:gd name="connsiteX568" fmla="*/ 343546 w 591411"/>
                <a:gd name="connsiteY568" fmla="*/ 515965 h 562353"/>
                <a:gd name="connsiteX569" fmla="*/ 344758 w 591411"/>
                <a:gd name="connsiteY569" fmla="*/ 517176 h 562353"/>
                <a:gd name="connsiteX570" fmla="*/ 346810 w 591411"/>
                <a:gd name="connsiteY570" fmla="*/ 517815 h 562353"/>
                <a:gd name="connsiteX571" fmla="*/ 349738 w 591411"/>
                <a:gd name="connsiteY571" fmla="*/ 516301 h 562353"/>
                <a:gd name="connsiteX572" fmla="*/ 349738 w 591411"/>
                <a:gd name="connsiteY572" fmla="*/ 518690 h 562353"/>
                <a:gd name="connsiteX573" fmla="*/ 349738 w 591411"/>
                <a:gd name="connsiteY573" fmla="*/ 522154 h 562353"/>
                <a:gd name="connsiteX574" fmla="*/ 346676 w 591411"/>
                <a:gd name="connsiteY574" fmla="*/ 525619 h 562353"/>
                <a:gd name="connsiteX575" fmla="*/ 347551 w 591411"/>
                <a:gd name="connsiteY575" fmla="*/ 529320 h 562353"/>
                <a:gd name="connsiteX576" fmla="*/ 349738 w 591411"/>
                <a:gd name="connsiteY576" fmla="*/ 530396 h 562353"/>
                <a:gd name="connsiteX577" fmla="*/ 352195 w 591411"/>
                <a:gd name="connsiteY577" fmla="*/ 531641 h 562353"/>
                <a:gd name="connsiteX578" fmla="*/ 353777 w 591411"/>
                <a:gd name="connsiteY578" fmla="*/ 530632 h 562353"/>
                <a:gd name="connsiteX579" fmla="*/ 354988 w 591411"/>
                <a:gd name="connsiteY579" fmla="*/ 529320 h 562353"/>
                <a:gd name="connsiteX580" fmla="*/ 355561 w 591411"/>
                <a:gd name="connsiteY580" fmla="*/ 526729 h 562353"/>
                <a:gd name="connsiteX581" fmla="*/ 356806 w 591411"/>
                <a:gd name="connsiteY581" fmla="*/ 524475 h 562353"/>
                <a:gd name="connsiteX582" fmla="*/ 358825 w 591411"/>
                <a:gd name="connsiteY582" fmla="*/ 522020 h 562353"/>
                <a:gd name="connsiteX583" fmla="*/ 360205 w 591411"/>
                <a:gd name="connsiteY583" fmla="*/ 520271 h 562353"/>
                <a:gd name="connsiteX584" fmla="*/ 362594 w 591411"/>
                <a:gd name="connsiteY584" fmla="*/ 518017 h 562353"/>
                <a:gd name="connsiteX585" fmla="*/ 364344 w 591411"/>
                <a:gd name="connsiteY585" fmla="*/ 515124 h 562353"/>
                <a:gd name="connsiteX586" fmla="*/ 365993 w 591411"/>
                <a:gd name="connsiteY586" fmla="*/ 512533 h 562353"/>
                <a:gd name="connsiteX587" fmla="*/ 367138 w 591411"/>
                <a:gd name="connsiteY587" fmla="*/ 511726 h 562353"/>
                <a:gd name="connsiteX588" fmla="*/ 372926 w 591411"/>
                <a:gd name="connsiteY588" fmla="*/ 511659 h 562353"/>
                <a:gd name="connsiteX589" fmla="*/ 374677 w 591411"/>
                <a:gd name="connsiteY589" fmla="*/ 512298 h 562353"/>
                <a:gd name="connsiteX590" fmla="*/ 377436 w 591411"/>
                <a:gd name="connsiteY590" fmla="*/ 514316 h 562353"/>
                <a:gd name="connsiteX591" fmla="*/ 381407 w 591411"/>
                <a:gd name="connsiteY591" fmla="*/ 517781 h 562353"/>
                <a:gd name="connsiteX592" fmla="*/ 384739 w 591411"/>
                <a:gd name="connsiteY592" fmla="*/ 521414 h 562353"/>
                <a:gd name="connsiteX593" fmla="*/ 387196 w 591411"/>
                <a:gd name="connsiteY593" fmla="*/ 524610 h 562353"/>
                <a:gd name="connsiteX594" fmla="*/ 392042 w 591411"/>
                <a:gd name="connsiteY594" fmla="*/ 525619 h 562353"/>
                <a:gd name="connsiteX595" fmla="*/ 399783 w 591411"/>
                <a:gd name="connsiteY595" fmla="*/ 524475 h 562353"/>
                <a:gd name="connsiteX596" fmla="*/ 404764 w 591411"/>
                <a:gd name="connsiteY596" fmla="*/ 522894 h 562353"/>
                <a:gd name="connsiteX597" fmla="*/ 408095 w 591411"/>
                <a:gd name="connsiteY597" fmla="*/ 521313 h 562353"/>
                <a:gd name="connsiteX598" fmla="*/ 410048 w 591411"/>
                <a:gd name="connsiteY598" fmla="*/ 523063 h 562353"/>
                <a:gd name="connsiteX599" fmla="*/ 412639 w 591411"/>
                <a:gd name="connsiteY599" fmla="*/ 524442 h 562353"/>
                <a:gd name="connsiteX600" fmla="*/ 413884 w 591411"/>
                <a:gd name="connsiteY600" fmla="*/ 528210 h 562353"/>
                <a:gd name="connsiteX601" fmla="*/ 413884 w 591411"/>
                <a:gd name="connsiteY601" fmla="*/ 530901 h 562353"/>
                <a:gd name="connsiteX602" fmla="*/ 413211 w 591411"/>
                <a:gd name="connsiteY602" fmla="*/ 533726 h 562353"/>
                <a:gd name="connsiteX603" fmla="*/ 411764 w 591411"/>
                <a:gd name="connsiteY603" fmla="*/ 536182 h 562353"/>
                <a:gd name="connsiteX604" fmla="*/ 410754 w 591411"/>
                <a:gd name="connsiteY604" fmla="*/ 539008 h 562353"/>
                <a:gd name="connsiteX605" fmla="*/ 411057 w 591411"/>
                <a:gd name="connsiteY605" fmla="*/ 541531 h 562353"/>
                <a:gd name="connsiteX606" fmla="*/ 414086 w 591411"/>
                <a:gd name="connsiteY606" fmla="*/ 543213 h 562353"/>
                <a:gd name="connsiteX607" fmla="*/ 420009 w 591411"/>
                <a:gd name="connsiteY607" fmla="*/ 544222 h 562353"/>
                <a:gd name="connsiteX608" fmla="*/ 424149 w 591411"/>
                <a:gd name="connsiteY608" fmla="*/ 548932 h 562353"/>
                <a:gd name="connsiteX609" fmla="*/ 429433 w 591411"/>
                <a:gd name="connsiteY609" fmla="*/ 551185 h 562353"/>
                <a:gd name="connsiteX610" fmla="*/ 433639 w 591411"/>
                <a:gd name="connsiteY610" fmla="*/ 554213 h 562353"/>
                <a:gd name="connsiteX611" fmla="*/ 439495 w 591411"/>
                <a:gd name="connsiteY611" fmla="*/ 557106 h 562353"/>
                <a:gd name="connsiteX612" fmla="*/ 443635 w 591411"/>
                <a:gd name="connsiteY612" fmla="*/ 557106 h 562353"/>
                <a:gd name="connsiteX613" fmla="*/ 449154 w 591411"/>
                <a:gd name="connsiteY613" fmla="*/ 555525 h 562353"/>
                <a:gd name="connsiteX614" fmla="*/ 455885 w 591411"/>
                <a:gd name="connsiteY614" fmla="*/ 553204 h 562353"/>
                <a:gd name="connsiteX615" fmla="*/ 460664 w 591411"/>
                <a:gd name="connsiteY615" fmla="*/ 549874 h 562353"/>
                <a:gd name="connsiteX616" fmla="*/ 463929 w 591411"/>
                <a:gd name="connsiteY616" fmla="*/ 542271 h 562353"/>
                <a:gd name="connsiteX617" fmla="*/ 465813 w 591411"/>
                <a:gd name="connsiteY617" fmla="*/ 540017 h 562353"/>
                <a:gd name="connsiteX618" fmla="*/ 468606 w 591411"/>
                <a:gd name="connsiteY618" fmla="*/ 541093 h 562353"/>
                <a:gd name="connsiteX619" fmla="*/ 473082 w 591411"/>
                <a:gd name="connsiteY619" fmla="*/ 543045 h 562353"/>
                <a:gd name="connsiteX620" fmla="*/ 473082 w 591411"/>
                <a:gd name="connsiteY620" fmla="*/ 546510 h 562353"/>
                <a:gd name="connsiteX621" fmla="*/ 473082 w 591411"/>
                <a:gd name="connsiteY621" fmla="*/ 551724 h 562353"/>
                <a:gd name="connsiteX622" fmla="*/ 473082 w 591411"/>
                <a:gd name="connsiteY622" fmla="*/ 553473 h 562353"/>
                <a:gd name="connsiteX623" fmla="*/ 473082 w 591411"/>
                <a:gd name="connsiteY623" fmla="*/ 556938 h 562353"/>
                <a:gd name="connsiteX624" fmla="*/ 471433 w 591411"/>
                <a:gd name="connsiteY624" fmla="*/ 560201 h 562353"/>
                <a:gd name="connsiteX625" fmla="*/ 473082 w 591411"/>
                <a:gd name="connsiteY625" fmla="*/ 562253 h 562353"/>
                <a:gd name="connsiteX626" fmla="*/ 476549 w 591411"/>
                <a:gd name="connsiteY626" fmla="*/ 562354 h 562353"/>
                <a:gd name="connsiteX627" fmla="*/ 479275 w 591411"/>
                <a:gd name="connsiteY627" fmla="*/ 561277 h 562353"/>
                <a:gd name="connsiteX628" fmla="*/ 481765 w 591411"/>
                <a:gd name="connsiteY628" fmla="*/ 562152 h 562353"/>
                <a:gd name="connsiteX629" fmla="*/ 483515 w 591411"/>
                <a:gd name="connsiteY629" fmla="*/ 561614 h 562353"/>
                <a:gd name="connsiteX630" fmla="*/ 485837 w 591411"/>
                <a:gd name="connsiteY630" fmla="*/ 561143 h 562353"/>
                <a:gd name="connsiteX631" fmla="*/ 489035 w 591411"/>
                <a:gd name="connsiteY631" fmla="*/ 556366 h 562353"/>
                <a:gd name="connsiteX632" fmla="*/ 490819 w 591411"/>
                <a:gd name="connsiteY632" fmla="*/ 552430 h 56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1411" h="562353">
                  <a:moveTo>
                    <a:pt x="490819" y="552430"/>
                  </a:moveTo>
                  <a:lnTo>
                    <a:pt x="491121" y="544895"/>
                  </a:lnTo>
                  <a:lnTo>
                    <a:pt x="498088" y="532448"/>
                  </a:lnTo>
                  <a:lnTo>
                    <a:pt x="500713" y="525485"/>
                  </a:lnTo>
                  <a:lnTo>
                    <a:pt x="506804" y="522289"/>
                  </a:lnTo>
                  <a:lnTo>
                    <a:pt x="512896" y="520540"/>
                  </a:lnTo>
                  <a:lnTo>
                    <a:pt x="521578" y="516772"/>
                  </a:lnTo>
                  <a:lnTo>
                    <a:pt x="527367" y="513004"/>
                  </a:lnTo>
                  <a:lnTo>
                    <a:pt x="529387" y="510986"/>
                  </a:lnTo>
                  <a:lnTo>
                    <a:pt x="536050" y="505469"/>
                  </a:lnTo>
                  <a:lnTo>
                    <a:pt x="535747" y="491273"/>
                  </a:lnTo>
                  <a:lnTo>
                    <a:pt x="533425" y="468667"/>
                  </a:lnTo>
                  <a:lnTo>
                    <a:pt x="533997" y="455043"/>
                  </a:lnTo>
                  <a:lnTo>
                    <a:pt x="532550" y="445759"/>
                  </a:lnTo>
                  <a:lnTo>
                    <a:pt x="528209" y="436508"/>
                  </a:lnTo>
                  <a:lnTo>
                    <a:pt x="523295" y="435633"/>
                  </a:lnTo>
                  <a:cubicBezTo>
                    <a:pt x="523295" y="435633"/>
                    <a:pt x="518079" y="438829"/>
                    <a:pt x="517506" y="439670"/>
                  </a:cubicBezTo>
                  <a:cubicBezTo>
                    <a:pt x="516935" y="440545"/>
                    <a:pt x="514309" y="444010"/>
                    <a:pt x="513165" y="443135"/>
                  </a:cubicBezTo>
                  <a:cubicBezTo>
                    <a:pt x="512021" y="442260"/>
                    <a:pt x="507646" y="443438"/>
                    <a:pt x="506501" y="443135"/>
                  </a:cubicBezTo>
                  <a:cubicBezTo>
                    <a:pt x="505357" y="442832"/>
                    <a:pt x="498694" y="436474"/>
                    <a:pt x="498694" y="436474"/>
                  </a:cubicBezTo>
                  <a:lnTo>
                    <a:pt x="491155" y="434153"/>
                  </a:lnTo>
                  <a:cubicBezTo>
                    <a:pt x="491155" y="434153"/>
                    <a:pt x="489136" y="435902"/>
                    <a:pt x="487958" y="436171"/>
                  </a:cubicBezTo>
                  <a:cubicBezTo>
                    <a:pt x="486813" y="436474"/>
                    <a:pt x="479275" y="438493"/>
                    <a:pt x="476650" y="440814"/>
                  </a:cubicBezTo>
                  <a:cubicBezTo>
                    <a:pt x="474058" y="443135"/>
                    <a:pt x="469683" y="435297"/>
                    <a:pt x="469683" y="435297"/>
                  </a:cubicBezTo>
                  <a:lnTo>
                    <a:pt x="469683" y="424869"/>
                  </a:lnTo>
                  <a:lnTo>
                    <a:pt x="463895" y="409226"/>
                  </a:lnTo>
                  <a:lnTo>
                    <a:pt x="458981" y="396174"/>
                  </a:lnTo>
                  <a:lnTo>
                    <a:pt x="451442" y="394156"/>
                  </a:lnTo>
                  <a:lnTo>
                    <a:pt x="437543" y="392406"/>
                  </a:lnTo>
                  <a:lnTo>
                    <a:pt x="432630" y="386048"/>
                  </a:lnTo>
                  <a:lnTo>
                    <a:pt x="431452" y="377369"/>
                  </a:lnTo>
                  <a:lnTo>
                    <a:pt x="430880" y="373299"/>
                  </a:lnTo>
                  <a:lnTo>
                    <a:pt x="427682" y="366941"/>
                  </a:lnTo>
                  <a:lnTo>
                    <a:pt x="430004" y="362602"/>
                  </a:lnTo>
                  <a:lnTo>
                    <a:pt x="434649" y="363174"/>
                  </a:lnTo>
                  <a:lnTo>
                    <a:pt x="439293" y="368388"/>
                  </a:lnTo>
                  <a:lnTo>
                    <a:pt x="447976" y="373299"/>
                  </a:lnTo>
                  <a:lnTo>
                    <a:pt x="458712" y="371550"/>
                  </a:lnTo>
                  <a:cubicBezTo>
                    <a:pt x="458712" y="371550"/>
                    <a:pt x="467395" y="362871"/>
                    <a:pt x="468270" y="362568"/>
                  </a:cubicBezTo>
                  <a:cubicBezTo>
                    <a:pt x="469145" y="362265"/>
                    <a:pt x="472914" y="361121"/>
                    <a:pt x="474361" y="360550"/>
                  </a:cubicBezTo>
                  <a:cubicBezTo>
                    <a:pt x="475808" y="359978"/>
                    <a:pt x="476078" y="356513"/>
                    <a:pt x="476078" y="356513"/>
                  </a:cubicBezTo>
                  <a:lnTo>
                    <a:pt x="476953" y="349280"/>
                  </a:lnTo>
                  <a:lnTo>
                    <a:pt x="476381" y="342317"/>
                  </a:lnTo>
                  <a:lnTo>
                    <a:pt x="475506" y="338549"/>
                  </a:lnTo>
                  <a:lnTo>
                    <a:pt x="471433" y="332763"/>
                  </a:lnTo>
                  <a:lnTo>
                    <a:pt x="471433" y="324084"/>
                  </a:lnTo>
                  <a:lnTo>
                    <a:pt x="475203" y="318870"/>
                  </a:lnTo>
                  <a:lnTo>
                    <a:pt x="480991" y="312781"/>
                  </a:lnTo>
                  <a:lnTo>
                    <a:pt x="486208" y="312781"/>
                  </a:lnTo>
                  <a:lnTo>
                    <a:pt x="495766" y="312781"/>
                  </a:lnTo>
                  <a:lnTo>
                    <a:pt x="496068" y="306121"/>
                  </a:lnTo>
                  <a:lnTo>
                    <a:pt x="495193" y="299157"/>
                  </a:lnTo>
                  <a:lnTo>
                    <a:pt x="492299" y="294515"/>
                  </a:lnTo>
                  <a:lnTo>
                    <a:pt x="492299" y="290176"/>
                  </a:lnTo>
                  <a:lnTo>
                    <a:pt x="494621" y="288729"/>
                  </a:lnTo>
                  <a:lnTo>
                    <a:pt x="496068" y="284961"/>
                  </a:lnTo>
                  <a:lnTo>
                    <a:pt x="495193" y="279747"/>
                  </a:lnTo>
                  <a:lnTo>
                    <a:pt x="492299" y="277157"/>
                  </a:lnTo>
                  <a:lnTo>
                    <a:pt x="492299" y="267301"/>
                  </a:lnTo>
                  <a:lnTo>
                    <a:pt x="493746" y="260068"/>
                  </a:lnTo>
                  <a:lnTo>
                    <a:pt x="495766" y="253105"/>
                  </a:lnTo>
                  <a:lnTo>
                    <a:pt x="503877" y="252533"/>
                  </a:lnTo>
                  <a:lnTo>
                    <a:pt x="511987" y="255729"/>
                  </a:lnTo>
                  <a:lnTo>
                    <a:pt x="517204" y="259193"/>
                  </a:lnTo>
                  <a:lnTo>
                    <a:pt x="525617" y="258319"/>
                  </a:lnTo>
                  <a:lnTo>
                    <a:pt x="528814" y="262658"/>
                  </a:lnTo>
                  <a:lnTo>
                    <a:pt x="532314" y="266998"/>
                  </a:lnTo>
                  <a:lnTo>
                    <a:pt x="538675" y="271337"/>
                  </a:lnTo>
                  <a:lnTo>
                    <a:pt x="540694" y="276552"/>
                  </a:lnTo>
                  <a:lnTo>
                    <a:pt x="542714" y="284961"/>
                  </a:lnTo>
                  <a:lnTo>
                    <a:pt x="545339" y="290176"/>
                  </a:lnTo>
                  <a:lnTo>
                    <a:pt x="552305" y="290176"/>
                  </a:lnTo>
                  <a:lnTo>
                    <a:pt x="558094" y="290176"/>
                  </a:lnTo>
                  <a:lnTo>
                    <a:pt x="563882" y="285971"/>
                  </a:lnTo>
                  <a:lnTo>
                    <a:pt x="571421" y="281463"/>
                  </a:lnTo>
                  <a:lnTo>
                    <a:pt x="578085" y="277393"/>
                  </a:lnTo>
                  <a:lnTo>
                    <a:pt x="581282" y="272447"/>
                  </a:lnTo>
                  <a:lnTo>
                    <a:pt x="583604" y="269252"/>
                  </a:lnTo>
                  <a:lnTo>
                    <a:pt x="587071" y="269252"/>
                  </a:lnTo>
                  <a:lnTo>
                    <a:pt x="591412" y="269252"/>
                  </a:lnTo>
                  <a:lnTo>
                    <a:pt x="591412" y="266628"/>
                  </a:lnTo>
                  <a:lnTo>
                    <a:pt x="591412" y="260842"/>
                  </a:lnTo>
                  <a:lnTo>
                    <a:pt x="585623" y="254181"/>
                  </a:lnTo>
                  <a:lnTo>
                    <a:pt x="583604" y="248664"/>
                  </a:lnTo>
                  <a:lnTo>
                    <a:pt x="580979" y="238808"/>
                  </a:lnTo>
                  <a:lnTo>
                    <a:pt x="580979" y="231844"/>
                  </a:lnTo>
                  <a:lnTo>
                    <a:pt x="580979" y="226058"/>
                  </a:lnTo>
                  <a:lnTo>
                    <a:pt x="577075" y="225486"/>
                  </a:lnTo>
                  <a:lnTo>
                    <a:pt x="570849" y="227808"/>
                  </a:lnTo>
                  <a:lnTo>
                    <a:pt x="565329" y="230129"/>
                  </a:lnTo>
                  <a:lnTo>
                    <a:pt x="565329" y="223165"/>
                  </a:lnTo>
                  <a:lnTo>
                    <a:pt x="552507" y="219431"/>
                  </a:lnTo>
                  <a:lnTo>
                    <a:pt x="544329" y="210483"/>
                  </a:lnTo>
                  <a:lnTo>
                    <a:pt x="536790" y="194067"/>
                  </a:lnTo>
                  <a:lnTo>
                    <a:pt x="536252" y="192755"/>
                  </a:lnTo>
                  <a:lnTo>
                    <a:pt x="533156" y="192755"/>
                  </a:lnTo>
                  <a:lnTo>
                    <a:pt x="524473" y="192755"/>
                  </a:lnTo>
                  <a:lnTo>
                    <a:pt x="518381" y="194269"/>
                  </a:lnTo>
                  <a:cubicBezTo>
                    <a:pt x="518381" y="194269"/>
                    <a:pt x="518381" y="197196"/>
                    <a:pt x="515555" y="198306"/>
                  </a:cubicBezTo>
                  <a:cubicBezTo>
                    <a:pt x="512728" y="199382"/>
                    <a:pt x="500544" y="199718"/>
                    <a:pt x="500544" y="199718"/>
                  </a:cubicBezTo>
                  <a:lnTo>
                    <a:pt x="491424" y="199718"/>
                  </a:lnTo>
                  <a:lnTo>
                    <a:pt x="480116" y="194303"/>
                  </a:lnTo>
                  <a:cubicBezTo>
                    <a:pt x="480116" y="194303"/>
                    <a:pt x="476212" y="189526"/>
                    <a:pt x="476212" y="188651"/>
                  </a:cubicBezTo>
                  <a:cubicBezTo>
                    <a:pt x="476212" y="187776"/>
                    <a:pt x="474900" y="181049"/>
                    <a:pt x="474900" y="180409"/>
                  </a:cubicBezTo>
                  <a:cubicBezTo>
                    <a:pt x="474900" y="179770"/>
                    <a:pt x="474900" y="174556"/>
                    <a:pt x="474900" y="174556"/>
                  </a:cubicBezTo>
                  <a:lnTo>
                    <a:pt x="470558" y="169981"/>
                  </a:lnTo>
                  <a:lnTo>
                    <a:pt x="464029" y="164969"/>
                  </a:lnTo>
                  <a:lnTo>
                    <a:pt x="456625" y="164969"/>
                  </a:lnTo>
                  <a:lnTo>
                    <a:pt x="452486" y="158241"/>
                  </a:lnTo>
                  <a:lnTo>
                    <a:pt x="447034" y="153228"/>
                  </a:lnTo>
                  <a:lnTo>
                    <a:pt x="439865" y="151042"/>
                  </a:lnTo>
                  <a:lnTo>
                    <a:pt x="430509" y="151042"/>
                  </a:lnTo>
                  <a:lnTo>
                    <a:pt x="421827" y="151042"/>
                  </a:lnTo>
                  <a:lnTo>
                    <a:pt x="417249" y="149091"/>
                  </a:lnTo>
                  <a:lnTo>
                    <a:pt x="415735" y="145189"/>
                  </a:lnTo>
                  <a:lnTo>
                    <a:pt x="415735" y="139773"/>
                  </a:lnTo>
                  <a:lnTo>
                    <a:pt x="415735" y="136308"/>
                  </a:lnTo>
                  <a:lnTo>
                    <a:pt x="417048" y="133718"/>
                  </a:lnTo>
                  <a:lnTo>
                    <a:pt x="419874" y="130892"/>
                  </a:lnTo>
                  <a:lnTo>
                    <a:pt x="423576" y="128066"/>
                  </a:lnTo>
                  <a:lnTo>
                    <a:pt x="427480" y="123289"/>
                  </a:lnTo>
                  <a:lnTo>
                    <a:pt x="430509" y="123289"/>
                  </a:lnTo>
                  <a:lnTo>
                    <a:pt x="431384" y="118512"/>
                  </a:lnTo>
                  <a:lnTo>
                    <a:pt x="431384" y="113736"/>
                  </a:lnTo>
                  <a:lnTo>
                    <a:pt x="433572" y="108959"/>
                  </a:lnTo>
                  <a:lnTo>
                    <a:pt x="435961" y="107008"/>
                  </a:lnTo>
                  <a:lnTo>
                    <a:pt x="439024" y="104182"/>
                  </a:lnTo>
                  <a:lnTo>
                    <a:pt x="442726" y="102130"/>
                  </a:lnTo>
                  <a:lnTo>
                    <a:pt x="447740" y="100717"/>
                  </a:lnTo>
                  <a:lnTo>
                    <a:pt x="453193" y="100717"/>
                  </a:lnTo>
                  <a:lnTo>
                    <a:pt x="458409" y="97689"/>
                  </a:lnTo>
                  <a:lnTo>
                    <a:pt x="461000" y="93787"/>
                  </a:lnTo>
                  <a:lnTo>
                    <a:pt x="461337" y="91836"/>
                  </a:lnTo>
                  <a:lnTo>
                    <a:pt x="459284" y="88136"/>
                  </a:lnTo>
                  <a:lnTo>
                    <a:pt x="459284" y="82484"/>
                  </a:lnTo>
                  <a:lnTo>
                    <a:pt x="462549" y="81172"/>
                  </a:lnTo>
                  <a:cubicBezTo>
                    <a:pt x="462549" y="81172"/>
                    <a:pt x="465578" y="79221"/>
                    <a:pt x="466453" y="79019"/>
                  </a:cubicBezTo>
                  <a:cubicBezTo>
                    <a:pt x="467327" y="78784"/>
                    <a:pt x="469919" y="74680"/>
                    <a:pt x="469919" y="74680"/>
                  </a:cubicBezTo>
                  <a:lnTo>
                    <a:pt x="471770" y="73065"/>
                  </a:lnTo>
                  <a:lnTo>
                    <a:pt x="474597" y="71316"/>
                  </a:lnTo>
                  <a:lnTo>
                    <a:pt x="477761" y="68591"/>
                  </a:lnTo>
                  <a:lnTo>
                    <a:pt x="479275" y="66001"/>
                  </a:lnTo>
                  <a:lnTo>
                    <a:pt x="483852" y="66001"/>
                  </a:lnTo>
                  <a:lnTo>
                    <a:pt x="489741" y="64252"/>
                  </a:lnTo>
                  <a:lnTo>
                    <a:pt x="491189" y="64252"/>
                  </a:lnTo>
                  <a:lnTo>
                    <a:pt x="494083" y="60181"/>
                  </a:lnTo>
                  <a:lnTo>
                    <a:pt x="496102" y="59038"/>
                  </a:lnTo>
                  <a:lnTo>
                    <a:pt x="497549" y="55842"/>
                  </a:lnTo>
                  <a:lnTo>
                    <a:pt x="501891" y="52074"/>
                  </a:lnTo>
                  <a:lnTo>
                    <a:pt x="506232" y="52074"/>
                  </a:lnTo>
                  <a:lnTo>
                    <a:pt x="506232" y="43664"/>
                  </a:lnTo>
                  <a:lnTo>
                    <a:pt x="508857" y="38147"/>
                  </a:lnTo>
                  <a:lnTo>
                    <a:pt x="519425" y="38147"/>
                  </a:lnTo>
                  <a:lnTo>
                    <a:pt x="524136" y="35389"/>
                  </a:lnTo>
                  <a:lnTo>
                    <a:pt x="525651" y="30915"/>
                  </a:lnTo>
                  <a:lnTo>
                    <a:pt x="526223" y="28325"/>
                  </a:lnTo>
                  <a:lnTo>
                    <a:pt x="528848" y="21664"/>
                  </a:lnTo>
                  <a:lnTo>
                    <a:pt x="528848" y="17324"/>
                  </a:lnTo>
                  <a:lnTo>
                    <a:pt x="523833" y="14465"/>
                  </a:lnTo>
                  <a:lnTo>
                    <a:pt x="522285" y="13052"/>
                  </a:lnTo>
                  <a:lnTo>
                    <a:pt x="518651" y="16618"/>
                  </a:lnTo>
                  <a:lnTo>
                    <a:pt x="518853" y="18502"/>
                  </a:lnTo>
                  <a:lnTo>
                    <a:pt x="518987" y="21529"/>
                  </a:lnTo>
                  <a:cubicBezTo>
                    <a:pt x="518987" y="21529"/>
                    <a:pt x="517405" y="24288"/>
                    <a:pt x="516800" y="24557"/>
                  </a:cubicBezTo>
                  <a:cubicBezTo>
                    <a:pt x="516227" y="24860"/>
                    <a:pt x="514915" y="26003"/>
                    <a:pt x="514477" y="26441"/>
                  </a:cubicBezTo>
                  <a:cubicBezTo>
                    <a:pt x="514040" y="26878"/>
                    <a:pt x="511718" y="26878"/>
                    <a:pt x="511718" y="26878"/>
                  </a:cubicBezTo>
                  <a:cubicBezTo>
                    <a:pt x="511718" y="26878"/>
                    <a:pt x="507949" y="31083"/>
                    <a:pt x="507376" y="31352"/>
                  </a:cubicBezTo>
                  <a:cubicBezTo>
                    <a:pt x="506804" y="31655"/>
                    <a:pt x="504617" y="33673"/>
                    <a:pt x="504617" y="33673"/>
                  </a:cubicBezTo>
                  <a:lnTo>
                    <a:pt x="495496" y="35994"/>
                  </a:lnTo>
                  <a:lnTo>
                    <a:pt x="491289" y="37004"/>
                  </a:lnTo>
                  <a:lnTo>
                    <a:pt x="487655" y="38316"/>
                  </a:lnTo>
                  <a:lnTo>
                    <a:pt x="485905" y="40334"/>
                  </a:lnTo>
                  <a:lnTo>
                    <a:pt x="485333" y="43227"/>
                  </a:lnTo>
                  <a:lnTo>
                    <a:pt x="483885" y="47701"/>
                  </a:lnTo>
                  <a:lnTo>
                    <a:pt x="483010" y="49450"/>
                  </a:lnTo>
                  <a:lnTo>
                    <a:pt x="478804" y="48004"/>
                  </a:lnTo>
                  <a:lnTo>
                    <a:pt x="476919" y="46120"/>
                  </a:lnTo>
                  <a:lnTo>
                    <a:pt x="475337" y="46557"/>
                  </a:lnTo>
                  <a:lnTo>
                    <a:pt x="474159" y="48576"/>
                  </a:lnTo>
                  <a:lnTo>
                    <a:pt x="472275" y="50762"/>
                  </a:lnTo>
                  <a:lnTo>
                    <a:pt x="470962" y="51771"/>
                  </a:lnTo>
                  <a:lnTo>
                    <a:pt x="470222" y="53958"/>
                  </a:lnTo>
                  <a:lnTo>
                    <a:pt x="466149" y="55775"/>
                  </a:lnTo>
                  <a:lnTo>
                    <a:pt x="461808" y="53386"/>
                  </a:lnTo>
                  <a:cubicBezTo>
                    <a:pt x="461808" y="53386"/>
                    <a:pt x="460933" y="48811"/>
                    <a:pt x="460933" y="48172"/>
                  </a:cubicBezTo>
                  <a:cubicBezTo>
                    <a:pt x="460933" y="47533"/>
                    <a:pt x="461808" y="41209"/>
                    <a:pt x="462246" y="40334"/>
                  </a:cubicBezTo>
                  <a:cubicBezTo>
                    <a:pt x="462683" y="39459"/>
                    <a:pt x="463996" y="34245"/>
                    <a:pt x="464635" y="34043"/>
                  </a:cubicBezTo>
                  <a:lnTo>
                    <a:pt x="459419" y="34817"/>
                  </a:lnTo>
                  <a:lnTo>
                    <a:pt x="458207" y="34178"/>
                  </a:lnTo>
                  <a:lnTo>
                    <a:pt x="457467" y="32126"/>
                  </a:lnTo>
                  <a:lnTo>
                    <a:pt x="457467" y="28661"/>
                  </a:lnTo>
                  <a:lnTo>
                    <a:pt x="457467" y="25196"/>
                  </a:lnTo>
                  <a:lnTo>
                    <a:pt x="456457" y="23178"/>
                  </a:lnTo>
                  <a:lnTo>
                    <a:pt x="454875" y="17526"/>
                  </a:lnTo>
                  <a:lnTo>
                    <a:pt x="448784" y="13893"/>
                  </a:lnTo>
                  <a:cubicBezTo>
                    <a:pt x="448784" y="13893"/>
                    <a:pt x="447639" y="13758"/>
                    <a:pt x="446899" y="13590"/>
                  </a:cubicBezTo>
                  <a:cubicBezTo>
                    <a:pt x="446193" y="13456"/>
                    <a:pt x="444711" y="12850"/>
                    <a:pt x="444308" y="12716"/>
                  </a:cubicBezTo>
                  <a:cubicBezTo>
                    <a:pt x="443870" y="12581"/>
                    <a:pt x="441986" y="11841"/>
                    <a:pt x="441986" y="11841"/>
                  </a:cubicBezTo>
                  <a:cubicBezTo>
                    <a:pt x="441986" y="11841"/>
                    <a:pt x="440101" y="13288"/>
                    <a:pt x="439663" y="13288"/>
                  </a:cubicBezTo>
                  <a:cubicBezTo>
                    <a:pt x="439226" y="13288"/>
                    <a:pt x="437644" y="15743"/>
                    <a:pt x="437341" y="16181"/>
                  </a:cubicBezTo>
                  <a:cubicBezTo>
                    <a:pt x="437038" y="16618"/>
                    <a:pt x="435456" y="18064"/>
                    <a:pt x="434885" y="18064"/>
                  </a:cubicBezTo>
                  <a:cubicBezTo>
                    <a:pt x="434312" y="18064"/>
                    <a:pt x="433572" y="19814"/>
                    <a:pt x="433000" y="20251"/>
                  </a:cubicBezTo>
                  <a:cubicBezTo>
                    <a:pt x="432427" y="20688"/>
                    <a:pt x="431418" y="25162"/>
                    <a:pt x="431418" y="25162"/>
                  </a:cubicBezTo>
                  <a:lnTo>
                    <a:pt x="431418" y="26037"/>
                  </a:lnTo>
                  <a:lnTo>
                    <a:pt x="428827" y="31251"/>
                  </a:lnTo>
                  <a:lnTo>
                    <a:pt x="424485" y="33875"/>
                  </a:lnTo>
                  <a:lnTo>
                    <a:pt x="424485" y="30410"/>
                  </a:lnTo>
                  <a:lnTo>
                    <a:pt x="424485" y="28089"/>
                  </a:lnTo>
                  <a:lnTo>
                    <a:pt x="421523" y="25028"/>
                  </a:lnTo>
                  <a:lnTo>
                    <a:pt x="418562" y="22000"/>
                  </a:lnTo>
                  <a:cubicBezTo>
                    <a:pt x="418562" y="22000"/>
                    <a:pt x="415500" y="22740"/>
                    <a:pt x="414927" y="22740"/>
                  </a:cubicBezTo>
                  <a:cubicBezTo>
                    <a:pt x="414355" y="22740"/>
                    <a:pt x="410586" y="24052"/>
                    <a:pt x="410586" y="24052"/>
                  </a:cubicBezTo>
                  <a:lnTo>
                    <a:pt x="405941" y="23480"/>
                  </a:lnTo>
                  <a:cubicBezTo>
                    <a:pt x="405941" y="23480"/>
                    <a:pt x="402038" y="21025"/>
                    <a:pt x="401600" y="21159"/>
                  </a:cubicBezTo>
                  <a:cubicBezTo>
                    <a:pt x="401163" y="21294"/>
                    <a:pt x="399985" y="21294"/>
                    <a:pt x="399985" y="21294"/>
                  </a:cubicBezTo>
                  <a:lnTo>
                    <a:pt x="398235" y="22168"/>
                  </a:lnTo>
                  <a:lnTo>
                    <a:pt x="391571" y="22875"/>
                  </a:lnTo>
                  <a:lnTo>
                    <a:pt x="389384" y="22572"/>
                  </a:lnTo>
                  <a:lnTo>
                    <a:pt x="383427" y="20688"/>
                  </a:lnTo>
                  <a:lnTo>
                    <a:pt x="379220" y="19107"/>
                  </a:lnTo>
                  <a:lnTo>
                    <a:pt x="374878" y="17089"/>
                  </a:lnTo>
                  <a:cubicBezTo>
                    <a:pt x="374878" y="17089"/>
                    <a:pt x="373869" y="15508"/>
                    <a:pt x="373128" y="14768"/>
                  </a:cubicBezTo>
                  <a:cubicBezTo>
                    <a:pt x="372388" y="14028"/>
                    <a:pt x="373128" y="14768"/>
                    <a:pt x="372253" y="14465"/>
                  </a:cubicBezTo>
                  <a:cubicBezTo>
                    <a:pt x="371378" y="14162"/>
                    <a:pt x="368921" y="12447"/>
                    <a:pt x="368652" y="12009"/>
                  </a:cubicBezTo>
                  <a:cubicBezTo>
                    <a:pt x="368349" y="11572"/>
                    <a:pt x="366902" y="11269"/>
                    <a:pt x="365758" y="11135"/>
                  </a:cubicBezTo>
                  <a:cubicBezTo>
                    <a:pt x="364614" y="11000"/>
                    <a:pt x="363301" y="10395"/>
                    <a:pt x="361854" y="10395"/>
                  </a:cubicBezTo>
                  <a:cubicBezTo>
                    <a:pt x="360407" y="10395"/>
                    <a:pt x="359094" y="9957"/>
                    <a:pt x="358522" y="9957"/>
                  </a:cubicBezTo>
                  <a:cubicBezTo>
                    <a:pt x="357950" y="9957"/>
                    <a:pt x="354753" y="9385"/>
                    <a:pt x="354753" y="9385"/>
                  </a:cubicBezTo>
                  <a:cubicBezTo>
                    <a:pt x="354753" y="9385"/>
                    <a:pt x="352161" y="8376"/>
                    <a:pt x="351556" y="8376"/>
                  </a:cubicBezTo>
                  <a:cubicBezTo>
                    <a:pt x="350950" y="8376"/>
                    <a:pt x="349671" y="7367"/>
                    <a:pt x="349233" y="7232"/>
                  </a:cubicBezTo>
                  <a:cubicBezTo>
                    <a:pt x="348796" y="7098"/>
                    <a:pt x="344455" y="6089"/>
                    <a:pt x="344455" y="6089"/>
                  </a:cubicBezTo>
                  <a:lnTo>
                    <a:pt x="344455" y="4205"/>
                  </a:lnTo>
                  <a:cubicBezTo>
                    <a:pt x="344455" y="4205"/>
                    <a:pt x="343882" y="1615"/>
                    <a:pt x="343714" y="1009"/>
                  </a:cubicBezTo>
                  <a:cubicBezTo>
                    <a:pt x="343580" y="437"/>
                    <a:pt x="341830" y="0"/>
                    <a:pt x="341830" y="0"/>
                  </a:cubicBezTo>
                  <a:cubicBezTo>
                    <a:pt x="341830" y="0"/>
                    <a:pt x="340820" y="0"/>
                    <a:pt x="340248" y="0"/>
                  </a:cubicBezTo>
                  <a:cubicBezTo>
                    <a:pt x="339676" y="0"/>
                    <a:pt x="338666" y="875"/>
                    <a:pt x="338094" y="1413"/>
                  </a:cubicBezTo>
                  <a:cubicBezTo>
                    <a:pt x="337522" y="1951"/>
                    <a:pt x="336209" y="2758"/>
                    <a:pt x="335637" y="3330"/>
                  </a:cubicBezTo>
                  <a:cubicBezTo>
                    <a:pt x="335065" y="3902"/>
                    <a:pt x="331868" y="4777"/>
                    <a:pt x="331868" y="4777"/>
                  </a:cubicBezTo>
                  <a:lnTo>
                    <a:pt x="328233" y="3902"/>
                  </a:lnTo>
                  <a:lnTo>
                    <a:pt x="324329" y="3330"/>
                  </a:lnTo>
                  <a:cubicBezTo>
                    <a:pt x="324329" y="3330"/>
                    <a:pt x="323016" y="2590"/>
                    <a:pt x="322714" y="1884"/>
                  </a:cubicBezTo>
                  <a:cubicBezTo>
                    <a:pt x="322445" y="1177"/>
                    <a:pt x="321132" y="1884"/>
                    <a:pt x="320560" y="1884"/>
                  </a:cubicBezTo>
                  <a:cubicBezTo>
                    <a:pt x="319988" y="1884"/>
                    <a:pt x="317935" y="2456"/>
                    <a:pt x="317935" y="2456"/>
                  </a:cubicBezTo>
                  <a:cubicBezTo>
                    <a:pt x="317935" y="2456"/>
                    <a:pt x="316353" y="3196"/>
                    <a:pt x="315915" y="3330"/>
                  </a:cubicBezTo>
                  <a:cubicBezTo>
                    <a:pt x="315478" y="3465"/>
                    <a:pt x="313021" y="4777"/>
                    <a:pt x="312584" y="5080"/>
                  </a:cubicBezTo>
                  <a:cubicBezTo>
                    <a:pt x="312146" y="5382"/>
                    <a:pt x="309824" y="5820"/>
                    <a:pt x="309824" y="5820"/>
                  </a:cubicBezTo>
                  <a:lnTo>
                    <a:pt x="307064" y="6391"/>
                  </a:lnTo>
                  <a:lnTo>
                    <a:pt x="306189" y="11303"/>
                  </a:lnTo>
                  <a:lnTo>
                    <a:pt x="306189" y="12312"/>
                  </a:lnTo>
                  <a:lnTo>
                    <a:pt x="306627" y="14499"/>
                  </a:lnTo>
                  <a:lnTo>
                    <a:pt x="307064" y="19141"/>
                  </a:lnTo>
                  <a:lnTo>
                    <a:pt x="305483" y="19141"/>
                  </a:lnTo>
                  <a:lnTo>
                    <a:pt x="303901" y="20285"/>
                  </a:lnTo>
                  <a:lnTo>
                    <a:pt x="303026" y="22034"/>
                  </a:lnTo>
                  <a:lnTo>
                    <a:pt x="304036" y="24221"/>
                  </a:lnTo>
                  <a:lnTo>
                    <a:pt x="306223" y="25970"/>
                  </a:lnTo>
                  <a:lnTo>
                    <a:pt x="306088" y="27282"/>
                  </a:lnTo>
                  <a:lnTo>
                    <a:pt x="304338" y="29031"/>
                  </a:lnTo>
                  <a:lnTo>
                    <a:pt x="305651" y="30175"/>
                  </a:lnTo>
                  <a:lnTo>
                    <a:pt x="304944" y="31487"/>
                  </a:lnTo>
                  <a:lnTo>
                    <a:pt x="303362" y="33673"/>
                  </a:lnTo>
                  <a:lnTo>
                    <a:pt x="304944" y="36432"/>
                  </a:lnTo>
                  <a:lnTo>
                    <a:pt x="306896" y="38618"/>
                  </a:lnTo>
                  <a:lnTo>
                    <a:pt x="307973" y="40939"/>
                  </a:lnTo>
                  <a:lnTo>
                    <a:pt x="307973" y="43698"/>
                  </a:lnTo>
                  <a:lnTo>
                    <a:pt x="306088" y="44573"/>
                  </a:lnTo>
                  <a:lnTo>
                    <a:pt x="304204" y="46322"/>
                  </a:lnTo>
                  <a:lnTo>
                    <a:pt x="302757" y="49652"/>
                  </a:lnTo>
                  <a:lnTo>
                    <a:pt x="302757" y="51536"/>
                  </a:lnTo>
                  <a:lnTo>
                    <a:pt x="304136" y="53722"/>
                  </a:lnTo>
                  <a:lnTo>
                    <a:pt x="305381" y="56044"/>
                  </a:lnTo>
                  <a:cubicBezTo>
                    <a:pt x="305381" y="56044"/>
                    <a:pt x="307266" y="58499"/>
                    <a:pt x="306829" y="59071"/>
                  </a:cubicBezTo>
                  <a:cubicBezTo>
                    <a:pt x="306391" y="59643"/>
                    <a:pt x="307266" y="59643"/>
                    <a:pt x="306829" y="59946"/>
                  </a:cubicBezTo>
                  <a:cubicBezTo>
                    <a:pt x="306391" y="60248"/>
                    <a:pt x="304810" y="61089"/>
                    <a:pt x="303800" y="60821"/>
                  </a:cubicBezTo>
                  <a:cubicBezTo>
                    <a:pt x="302790" y="60551"/>
                    <a:pt x="301915" y="61224"/>
                    <a:pt x="301343" y="60955"/>
                  </a:cubicBezTo>
                  <a:cubicBezTo>
                    <a:pt x="300771" y="60652"/>
                    <a:pt x="298449" y="60955"/>
                    <a:pt x="298449" y="60955"/>
                  </a:cubicBezTo>
                  <a:lnTo>
                    <a:pt x="297439" y="60955"/>
                  </a:lnTo>
                  <a:lnTo>
                    <a:pt x="295420" y="61830"/>
                  </a:lnTo>
                  <a:cubicBezTo>
                    <a:pt x="295420" y="61830"/>
                    <a:pt x="295689" y="63848"/>
                    <a:pt x="295857" y="64453"/>
                  </a:cubicBezTo>
                  <a:cubicBezTo>
                    <a:pt x="295992" y="65025"/>
                    <a:pt x="296430" y="66909"/>
                    <a:pt x="296430" y="66909"/>
                  </a:cubicBezTo>
                  <a:cubicBezTo>
                    <a:pt x="296430" y="66909"/>
                    <a:pt x="297439" y="70374"/>
                    <a:pt x="297439" y="70811"/>
                  </a:cubicBezTo>
                  <a:cubicBezTo>
                    <a:pt x="297439" y="71249"/>
                    <a:pt x="298449" y="73704"/>
                    <a:pt x="298449" y="73704"/>
                  </a:cubicBezTo>
                  <a:lnTo>
                    <a:pt x="299324" y="77472"/>
                  </a:lnTo>
                  <a:lnTo>
                    <a:pt x="299324" y="80365"/>
                  </a:lnTo>
                  <a:lnTo>
                    <a:pt x="296867" y="83561"/>
                  </a:lnTo>
                  <a:lnTo>
                    <a:pt x="295420" y="86588"/>
                  </a:lnTo>
                  <a:lnTo>
                    <a:pt x="293232" y="91063"/>
                  </a:lnTo>
                  <a:lnTo>
                    <a:pt x="291348" y="93249"/>
                  </a:lnTo>
                  <a:lnTo>
                    <a:pt x="289598" y="95705"/>
                  </a:lnTo>
                  <a:cubicBezTo>
                    <a:pt x="289598" y="95705"/>
                    <a:pt x="288285" y="97151"/>
                    <a:pt x="287410" y="97589"/>
                  </a:cubicBezTo>
                  <a:cubicBezTo>
                    <a:pt x="286535" y="98026"/>
                    <a:pt x="284785" y="99910"/>
                    <a:pt x="284347" y="100044"/>
                  </a:cubicBezTo>
                  <a:cubicBezTo>
                    <a:pt x="283910" y="100179"/>
                    <a:pt x="281016" y="102668"/>
                    <a:pt x="281016" y="102668"/>
                  </a:cubicBezTo>
                  <a:lnTo>
                    <a:pt x="280141" y="102668"/>
                  </a:lnTo>
                  <a:lnTo>
                    <a:pt x="280141" y="105258"/>
                  </a:lnTo>
                  <a:lnTo>
                    <a:pt x="280141" y="105999"/>
                  </a:lnTo>
                  <a:lnTo>
                    <a:pt x="279265" y="108454"/>
                  </a:lnTo>
                  <a:lnTo>
                    <a:pt x="276809" y="109329"/>
                  </a:lnTo>
                  <a:cubicBezTo>
                    <a:pt x="276809" y="109329"/>
                    <a:pt x="275362" y="108891"/>
                    <a:pt x="274924" y="108757"/>
                  </a:cubicBezTo>
                  <a:cubicBezTo>
                    <a:pt x="274487" y="108622"/>
                    <a:pt x="272905" y="106738"/>
                    <a:pt x="272905" y="106738"/>
                  </a:cubicBezTo>
                  <a:lnTo>
                    <a:pt x="269842" y="105999"/>
                  </a:lnTo>
                  <a:lnTo>
                    <a:pt x="265198" y="106738"/>
                  </a:lnTo>
                  <a:cubicBezTo>
                    <a:pt x="265198" y="106738"/>
                    <a:pt x="262741" y="109329"/>
                    <a:pt x="262135" y="109329"/>
                  </a:cubicBezTo>
                  <a:cubicBezTo>
                    <a:pt x="261564" y="109329"/>
                    <a:pt x="261126" y="111650"/>
                    <a:pt x="260958" y="112222"/>
                  </a:cubicBezTo>
                  <a:cubicBezTo>
                    <a:pt x="260823" y="112794"/>
                    <a:pt x="259207" y="113971"/>
                    <a:pt x="259207" y="113971"/>
                  </a:cubicBezTo>
                  <a:lnTo>
                    <a:pt x="259207" y="118008"/>
                  </a:lnTo>
                  <a:lnTo>
                    <a:pt x="255876" y="121035"/>
                  </a:lnTo>
                  <a:lnTo>
                    <a:pt x="251534" y="120766"/>
                  </a:lnTo>
                  <a:lnTo>
                    <a:pt x="248640" y="118882"/>
                  </a:lnTo>
                  <a:lnTo>
                    <a:pt x="247900" y="116561"/>
                  </a:lnTo>
                  <a:lnTo>
                    <a:pt x="245443" y="116561"/>
                  </a:lnTo>
                  <a:lnTo>
                    <a:pt x="241976" y="117436"/>
                  </a:lnTo>
                  <a:lnTo>
                    <a:pt x="237904" y="118445"/>
                  </a:lnTo>
                  <a:lnTo>
                    <a:pt x="236592" y="119892"/>
                  </a:lnTo>
                  <a:lnTo>
                    <a:pt x="235717" y="121035"/>
                  </a:lnTo>
                  <a:lnTo>
                    <a:pt x="234135" y="122785"/>
                  </a:lnTo>
                  <a:lnTo>
                    <a:pt x="233125" y="124366"/>
                  </a:lnTo>
                  <a:lnTo>
                    <a:pt x="233125" y="127831"/>
                  </a:lnTo>
                  <a:lnTo>
                    <a:pt x="233125" y="128571"/>
                  </a:lnTo>
                  <a:cubicBezTo>
                    <a:pt x="233125" y="128571"/>
                    <a:pt x="231880" y="130152"/>
                    <a:pt x="231442" y="130454"/>
                  </a:cubicBezTo>
                  <a:cubicBezTo>
                    <a:pt x="231005" y="130757"/>
                    <a:pt x="228346" y="132776"/>
                    <a:pt x="228043" y="133348"/>
                  </a:cubicBezTo>
                  <a:cubicBezTo>
                    <a:pt x="227740" y="133919"/>
                    <a:pt x="224409" y="133482"/>
                    <a:pt x="223836" y="133482"/>
                  </a:cubicBezTo>
                  <a:cubicBezTo>
                    <a:pt x="223265" y="133482"/>
                    <a:pt x="221817" y="131733"/>
                    <a:pt x="221817" y="131733"/>
                  </a:cubicBezTo>
                  <a:lnTo>
                    <a:pt x="220942" y="129849"/>
                  </a:lnTo>
                  <a:lnTo>
                    <a:pt x="220067" y="126956"/>
                  </a:lnTo>
                  <a:lnTo>
                    <a:pt x="218351" y="126956"/>
                  </a:lnTo>
                  <a:lnTo>
                    <a:pt x="215456" y="126956"/>
                  </a:lnTo>
                  <a:lnTo>
                    <a:pt x="214447" y="128974"/>
                  </a:lnTo>
                  <a:lnTo>
                    <a:pt x="212865" y="131161"/>
                  </a:lnTo>
                  <a:lnTo>
                    <a:pt x="210846" y="133179"/>
                  </a:lnTo>
                  <a:lnTo>
                    <a:pt x="207985" y="134828"/>
                  </a:lnTo>
                  <a:lnTo>
                    <a:pt x="205057" y="133953"/>
                  </a:lnTo>
                  <a:lnTo>
                    <a:pt x="200918" y="133045"/>
                  </a:lnTo>
                  <a:cubicBezTo>
                    <a:pt x="200918" y="133045"/>
                    <a:pt x="196576" y="132507"/>
                    <a:pt x="196341" y="132507"/>
                  </a:cubicBezTo>
                  <a:cubicBezTo>
                    <a:pt x="196105" y="132507"/>
                    <a:pt x="191124" y="132607"/>
                    <a:pt x="191124" y="132607"/>
                  </a:cubicBezTo>
                  <a:lnTo>
                    <a:pt x="185908" y="131968"/>
                  </a:lnTo>
                  <a:lnTo>
                    <a:pt x="178639" y="132338"/>
                  </a:lnTo>
                  <a:lnTo>
                    <a:pt x="174735" y="131195"/>
                  </a:lnTo>
                  <a:lnTo>
                    <a:pt x="174028" y="129883"/>
                  </a:lnTo>
                  <a:lnTo>
                    <a:pt x="170696" y="128739"/>
                  </a:lnTo>
                  <a:lnTo>
                    <a:pt x="167364" y="127999"/>
                  </a:lnTo>
                  <a:lnTo>
                    <a:pt x="164470" y="128739"/>
                  </a:lnTo>
                  <a:lnTo>
                    <a:pt x="161879" y="128739"/>
                  </a:lnTo>
                  <a:lnTo>
                    <a:pt x="160566" y="129748"/>
                  </a:lnTo>
                  <a:lnTo>
                    <a:pt x="160700" y="130623"/>
                  </a:lnTo>
                  <a:lnTo>
                    <a:pt x="160566" y="133078"/>
                  </a:lnTo>
                  <a:lnTo>
                    <a:pt x="159388" y="134828"/>
                  </a:lnTo>
                  <a:lnTo>
                    <a:pt x="158378" y="136577"/>
                  </a:lnTo>
                  <a:lnTo>
                    <a:pt x="158378" y="137317"/>
                  </a:lnTo>
                  <a:lnTo>
                    <a:pt x="159018" y="139638"/>
                  </a:lnTo>
                  <a:lnTo>
                    <a:pt x="160095" y="141522"/>
                  </a:lnTo>
                  <a:lnTo>
                    <a:pt x="160970" y="143708"/>
                  </a:lnTo>
                  <a:lnTo>
                    <a:pt x="161845" y="147039"/>
                  </a:lnTo>
                  <a:lnTo>
                    <a:pt x="161845" y="149663"/>
                  </a:lnTo>
                  <a:lnTo>
                    <a:pt x="160600" y="151244"/>
                  </a:lnTo>
                  <a:lnTo>
                    <a:pt x="158345" y="151378"/>
                  </a:lnTo>
                  <a:lnTo>
                    <a:pt x="155585" y="150235"/>
                  </a:lnTo>
                  <a:lnTo>
                    <a:pt x="152253" y="149663"/>
                  </a:lnTo>
                  <a:lnTo>
                    <a:pt x="147171" y="149663"/>
                  </a:lnTo>
                  <a:lnTo>
                    <a:pt x="141383" y="150975"/>
                  </a:lnTo>
                  <a:lnTo>
                    <a:pt x="137176" y="153598"/>
                  </a:lnTo>
                  <a:lnTo>
                    <a:pt x="132969" y="158678"/>
                  </a:lnTo>
                  <a:lnTo>
                    <a:pt x="130950" y="160427"/>
                  </a:lnTo>
                  <a:cubicBezTo>
                    <a:pt x="130950" y="160427"/>
                    <a:pt x="129200" y="162614"/>
                    <a:pt x="128762" y="162614"/>
                  </a:cubicBezTo>
                  <a:cubicBezTo>
                    <a:pt x="128325" y="162614"/>
                    <a:pt x="126003" y="165070"/>
                    <a:pt x="126003" y="165070"/>
                  </a:cubicBezTo>
                  <a:cubicBezTo>
                    <a:pt x="126003" y="165070"/>
                    <a:pt x="124118" y="166819"/>
                    <a:pt x="123546" y="166819"/>
                  </a:cubicBezTo>
                  <a:cubicBezTo>
                    <a:pt x="122974" y="166819"/>
                    <a:pt x="122536" y="168131"/>
                    <a:pt x="122536" y="168131"/>
                  </a:cubicBezTo>
                  <a:lnTo>
                    <a:pt x="120517" y="169880"/>
                  </a:lnTo>
                  <a:lnTo>
                    <a:pt x="118329" y="171461"/>
                  </a:lnTo>
                  <a:lnTo>
                    <a:pt x="118329" y="174085"/>
                  </a:lnTo>
                  <a:lnTo>
                    <a:pt x="117959" y="176103"/>
                  </a:lnTo>
                  <a:cubicBezTo>
                    <a:pt x="117959" y="176103"/>
                    <a:pt x="116882" y="177550"/>
                    <a:pt x="116310" y="177685"/>
                  </a:cubicBezTo>
                  <a:cubicBezTo>
                    <a:pt x="115738" y="177819"/>
                    <a:pt x="114426" y="178997"/>
                    <a:pt x="113853" y="179266"/>
                  </a:cubicBezTo>
                  <a:cubicBezTo>
                    <a:pt x="113281" y="179568"/>
                    <a:pt x="112709" y="180006"/>
                    <a:pt x="112709" y="180006"/>
                  </a:cubicBezTo>
                  <a:lnTo>
                    <a:pt x="108805" y="182764"/>
                  </a:lnTo>
                  <a:lnTo>
                    <a:pt x="108233" y="182764"/>
                  </a:lnTo>
                  <a:cubicBezTo>
                    <a:pt x="108233" y="182764"/>
                    <a:pt x="104598" y="182831"/>
                    <a:pt x="104026" y="183134"/>
                  </a:cubicBezTo>
                  <a:cubicBezTo>
                    <a:pt x="103454" y="183437"/>
                    <a:pt x="101401" y="182630"/>
                    <a:pt x="100829" y="182764"/>
                  </a:cubicBezTo>
                  <a:cubicBezTo>
                    <a:pt x="100257" y="182899"/>
                    <a:pt x="99819" y="183639"/>
                    <a:pt x="99247" y="183639"/>
                  </a:cubicBezTo>
                  <a:cubicBezTo>
                    <a:pt x="98675" y="183639"/>
                    <a:pt x="95209" y="185388"/>
                    <a:pt x="93593" y="185522"/>
                  </a:cubicBezTo>
                  <a:cubicBezTo>
                    <a:pt x="91978" y="185657"/>
                    <a:pt x="89656" y="186229"/>
                    <a:pt x="89656" y="186229"/>
                  </a:cubicBezTo>
                  <a:cubicBezTo>
                    <a:pt x="89656" y="186229"/>
                    <a:pt x="82285" y="186229"/>
                    <a:pt x="81848" y="186229"/>
                  </a:cubicBezTo>
                  <a:cubicBezTo>
                    <a:pt x="81410" y="186229"/>
                    <a:pt x="76934" y="186801"/>
                    <a:pt x="76934" y="186801"/>
                  </a:cubicBezTo>
                  <a:lnTo>
                    <a:pt x="72155" y="189391"/>
                  </a:lnTo>
                  <a:lnTo>
                    <a:pt x="68521" y="193159"/>
                  </a:lnTo>
                  <a:cubicBezTo>
                    <a:pt x="68521" y="193159"/>
                    <a:pt x="65761" y="194740"/>
                    <a:pt x="65189" y="194740"/>
                  </a:cubicBezTo>
                  <a:cubicBezTo>
                    <a:pt x="64617" y="194740"/>
                    <a:pt x="62429" y="195312"/>
                    <a:pt x="61992" y="195884"/>
                  </a:cubicBezTo>
                  <a:cubicBezTo>
                    <a:pt x="61554" y="196455"/>
                    <a:pt x="59972" y="195581"/>
                    <a:pt x="59400" y="195884"/>
                  </a:cubicBezTo>
                  <a:cubicBezTo>
                    <a:pt x="58828" y="196186"/>
                    <a:pt x="56068" y="195884"/>
                    <a:pt x="55463" y="195884"/>
                  </a:cubicBezTo>
                  <a:cubicBezTo>
                    <a:pt x="54891" y="195884"/>
                    <a:pt x="51828" y="196186"/>
                    <a:pt x="51256" y="196590"/>
                  </a:cubicBezTo>
                  <a:cubicBezTo>
                    <a:pt x="50684" y="197027"/>
                    <a:pt x="50246" y="196590"/>
                    <a:pt x="49674" y="196590"/>
                  </a:cubicBezTo>
                  <a:cubicBezTo>
                    <a:pt x="49102" y="196590"/>
                    <a:pt x="47924" y="199920"/>
                    <a:pt x="47487" y="200358"/>
                  </a:cubicBezTo>
                  <a:cubicBezTo>
                    <a:pt x="47049" y="200795"/>
                    <a:pt x="46174" y="202679"/>
                    <a:pt x="45736" y="203116"/>
                  </a:cubicBezTo>
                  <a:cubicBezTo>
                    <a:pt x="45299" y="203553"/>
                    <a:pt x="42539" y="205437"/>
                    <a:pt x="42539" y="205437"/>
                  </a:cubicBezTo>
                  <a:cubicBezTo>
                    <a:pt x="42539" y="205437"/>
                    <a:pt x="40655" y="207018"/>
                    <a:pt x="40217" y="207456"/>
                  </a:cubicBezTo>
                  <a:cubicBezTo>
                    <a:pt x="39780" y="207893"/>
                    <a:pt x="34563" y="209911"/>
                    <a:pt x="33688" y="210315"/>
                  </a:cubicBezTo>
                  <a:cubicBezTo>
                    <a:pt x="32813" y="210685"/>
                    <a:pt x="28606" y="210517"/>
                    <a:pt x="28606" y="210517"/>
                  </a:cubicBezTo>
                  <a:cubicBezTo>
                    <a:pt x="28606" y="210517"/>
                    <a:pt x="22649" y="210080"/>
                    <a:pt x="22077" y="210517"/>
                  </a:cubicBezTo>
                  <a:cubicBezTo>
                    <a:pt x="21505" y="210954"/>
                    <a:pt x="16558" y="210517"/>
                    <a:pt x="16558" y="210517"/>
                  </a:cubicBezTo>
                  <a:lnTo>
                    <a:pt x="11342" y="210517"/>
                  </a:lnTo>
                  <a:lnTo>
                    <a:pt x="9591" y="210517"/>
                  </a:lnTo>
                  <a:cubicBezTo>
                    <a:pt x="9591" y="210517"/>
                    <a:pt x="4947" y="210517"/>
                    <a:pt x="3938" y="210517"/>
                  </a:cubicBezTo>
                  <a:cubicBezTo>
                    <a:pt x="2928" y="210517"/>
                    <a:pt x="740" y="212905"/>
                    <a:pt x="740" y="212905"/>
                  </a:cubicBezTo>
                  <a:lnTo>
                    <a:pt x="0" y="214856"/>
                  </a:lnTo>
                  <a:cubicBezTo>
                    <a:pt x="0" y="214856"/>
                    <a:pt x="0" y="219061"/>
                    <a:pt x="0" y="219633"/>
                  </a:cubicBezTo>
                  <a:cubicBezTo>
                    <a:pt x="0" y="220205"/>
                    <a:pt x="1582" y="221954"/>
                    <a:pt x="1582" y="221954"/>
                  </a:cubicBezTo>
                  <a:lnTo>
                    <a:pt x="5216" y="226462"/>
                  </a:lnTo>
                  <a:lnTo>
                    <a:pt x="9693" y="231104"/>
                  </a:lnTo>
                  <a:lnTo>
                    <a:pt x="11442" y="233123"/>
                  </a:lnTo>
                  <a:lnTo>
                    <a:pt x="14774" y="236318"/>
                  </a:lnTo>
                  <a:lnTo>
                    <a:pt x="16491" y="238505"/>
                  </a:lnTo>
                  <a:lnTo>
                    <a:pt x="15481" y="240086"/>
                  </a:lnTo>
                  <a:lnTo>
                    <a:pt x="14774" y="241835"/>
                  </a:lnTo>
                  <a:lnTo>
                    <a:pt x="12183" y="241835"/>
                  </a:lnTo>
                  <a:cubicBezTo>
                    <a:pt x="12183" y="241835"/>
                    <a:pt x="9423" y="243921"/>
                    <a:pt x="8414" y="244089"/>
                  </a:cubicBezTo>
                  <a:cubicBezTo>
                    <a:pt x="7404" y="244224"/>
                    <a:pt x="8414" y="245031"/>
                    <a:pt x="8414" y="245031"/>
                  </a:cubicBezTo>
                  <a:lnTo>
                    <a:pt x="10164" y="248227"/>
                  </a:lnTo>
                  <a:lnTo>
                    <a:pt x="12048" y="250683"/>
                  </a:lnTo>
                  <a:cubicBezTo>
                    <a:pt x="12048" y="250683"/>
                    <a:pt x="15077" y="252264"/>
                    <a:pt x="15683" y="252432"/>
                  </a:cubicBezTo>
                  <a:cubicBezTo>
                    <a:pt x="16255" y="252566"/>
                    <a:pt x="19452" y="253306"/>
                    <a:pt x="19890" y="253576"/>
                  </a:cubicBezTo>
                  <a:cubicBezTo>
                    <a:pt x="20327" y="253878"/>
                    <a:pt x="23222" y="254147"/>
                    <a:pt x="24534" y="254753"/>
                  </a:cubicBezTo>
                  <a:cubicBezTo>
                    <a:pt x="25847" y="255325"/>
                    <a:pt x="27428" y="256502"/>
                    <a:pt x="27428" y="256502"/>
                  </a:cubicBezTo>
                  <a:cubicBezTo>
                    <a:pt x="27428" y="256502"/>
                    <a:pt x="28573" y="257511"/>
                    <a:pt x="29178" y="257814"/>
                  </a:cubicBezTo>
                  <a:cubicBezTo>
                    <a:pt x="29751" y="258117"/>
                    <a:pt x="31198" y="259833"/>
                    <a:pt x="31366" y="260404"/>
                  </a:cubicBezTo>
                  <a:cubicBezTo>
                    <a:pt x="31501" y="260976"/>
                    <a:pt x="31231" y="261851"/>
                    <a:pt x="31231" y="261851"/>
                  </a:cubicBezTo>
                  <a:cubicBezTo>
                    <a:pt x="31231" y="261851"/>
                    <a:pt x="29347" y="264609"/>
                    <a:pt x="28775" y="264878"/>
                  </a:cubicBezTo>
                  <a:cubicBezTo>
                    <a:pt x="28203" y="265181"/>
                    <a:pt x="25712" y="266460"/>
                    <a:pt x="25140" y="266762"/>
                  </a:cubicBezTo>
                  <a:cubicBezTo>
                    <a:pt x="24568" y="267065"/>
                    <a:pt x="22380" y="269083"/>
                    <a:pt x="21371" y="270093"/>
                  </a:cubicBezTo>
                  <a:cubicBezTo>
                    <a:pt x="20361" y="271102"/>
                    <a:pt x="19923" y="272414"/>
                    <a:pt x="19923" y="272986"/>
                  </a:cubicBezTo>
                  <a:cubicBezTo>
                    <a:pt x="19923" y="273558"/>
                    <a:pt x="20664" y="275576"/>
                    <a:pt x="20933" y="276013"/>
                  </a:cubicBezTo>
                  <a:cubicBezTo>
                    <a:pt x="21236" y="276451"/>
                    <a:pt x="23525" y="278334"/>
                    <a:pt x="23525" y="278334"/>
                  </a:cubicBezTo>
                  <a:lnTo>
                    <a:pt x="28741" y="278334"/>
                  </a:lnTo>
                  <a:lnTo>
                    <a:pt x="32376" y="281799"/>
                  </a:lnTo>
                  <a:cubicBezTo>
                    <a:pt x="32376" y="281799"/>
                    <a:pt x="29481" y="284995"/>
                    <a:pt x="29044" y="285130"/>
                  </a:cubicBezTo>
                  <a:cubicBezTo>
                    <a:pt x="28606" y="285264"/>
                    <a:pt x="28034" y="286139"/>
                    <a:pt x="28034" y="286139"/>
                  </a:cubicBezTo>
                  <a:lnTo>
                    <a:pt x="26149" y="287888"/>
                  </a:lnTo>
                  <a:lnTo>
                    <a:pt x="26149" y="290916"/>
                  </a:lnTo>
                  <a:lnTo>
                    <a:pt x="27159" y="293237"/>
                  </a:lnTo>
                  <a:cubicBezTo>
                    <a:pt x="27159" y="293237"/>
                    <a:pt x="29044" y="294246"/>
                    <a:pt x="29481" y="293977"/>
                  </a:cubicBezTo>
                  <a:cubicBezTo>
                    <a:pt x="29919" y="293674"/>
                    <a:pt x="32241" y="293977"/>
                    <a:pt x="32241" y="293977"/>
                  </a:cubicBezTo>
                  <a:lnTo>
                    <a:pt x="37895" y="293977"/>
                  </a:lnTo>
                  <a:lnTo>
                    <a:pt x="39342" y="295356"/>
                  </a:lnTo>
                  <a:cubicBezTo>
                    <a:pt x="39342" y="295356"/>
                    <a:pt x="43246" y="299191"/>
                    <a:pt x="43549" y="299763"/>
                  </a:cubicBezTo>
                  <a:cubicBezTo>
                    <a:pt x="43852" y="300335"/>
                    <a:pt x="46107" y="302656"/>
                    <a:pt x="46107" y="302656"/>
                  </a:cubicBezTo>
                  <a:lnTo>
                    <a:pt x="46174" y="306861"/>
                  </a:lnTo>
                  <a:cubicBezTo>
                    <a:pt x="46174" y="306861"/>
                    <a:pt x="46039" y="311200"/>
                    <a:pt x="46174" y="311772"/>
                  </a:cubicBezTo>
                  <a:cubicBezTo>
                    <a:pt x="46309" y="312344"/>
                    <a:pt x="49641" y="316549"/>
                    <a:pt x="49641" y="316549"/>
                  </a:cubicBezTo>
                  <a:lnTo>
                    <a:pt x="52097" y="316549"/>
                  </a:lnTo>
                  <a:lnTo>
                    <a:pt x="53612" y="318130"/>
                  </a:lnTo>
                  <a:cubicBezTo>
                    <a:pt x="53612" y="318130"/>
                    <a:pt x="56943" y="320216"/>
                    <a:pt x="57011" y="320451"/>
                  </a:cubicBezTo>
                  <a:cubicBezTo>
                    <a:pt x="57078" y="320687"/>
                    <a:pt x="61352" y="324286"/>
                    <a:pt x="61554" y="324421"/>
                  </a:cubicBezTo>
                  <a:cubicBezTo>
                    <a:pt x="61790" y="324555"/>
                    <a:pt x="65626" y="327818"/>
                    <a:pt x="65828" y="327953"/>
                  </a:cubicBezTo>
                  <a:cubicBezTo>
                    <a:pt x="66064" y="328087"/>
                    <a:pt x="67848" y="332023"/>
                    <a:pt x="67915" y="332225"/>
                  </a:cubicBezTo>
                  <a:cubicBezTo>
                    <a:pt x="67982" y="332427"/>
                    <a:pt x="68420" y="337136"/>
                    <a:pt x="68420" y="337136"/>
                  </a:cubicBezTo>
                  <a:lnTo>
                    <a:pt x="67848" y="339962"/>
                  </a:lnTo>
                  <a:cubicBezTo>
                    <a:pt x="67848" y="339962"/>
                    <a:pt x="67848" y="345109"/>
                    <a:pt x="67848" y="345378"/>
                  </a:cubicBezTo>
                  <a:cubicBezTo>
                    <a:pt x="67848" y="345681"/>
                    <a:pt x="67848" y="348641"/>
                    <a:pt x="67848" y="348641"/>
                  </a:cubicBezTo>
                  <a:lnTo>
                    <a:pt x="67848" y="352779"/>
                  </a:lnTo>
                  <a:lnTo>
                    <a:pt x="65223" y="356513"/>
                  </a:lnTo>
                  <a:lnTo>
                    <a:pt x="62093" y="361222"/>
                  </a:lnTo>
                  <a:cubicBezTo>
                    <a:pt x="63506" y="360180"/>
                    <a:pt x="65021" y="359170"/>
                    <a:pt x="65021" y="359170"/>
                  </a:cubicBezTo>
                  <a:cubicBezTo>
                    <a:pt x="65021" y="359170"/>
                    <a:pt x="66972" y="359271"/>
                    <a:pt x="66972" y="359709"/>
                  </a:cubicBezTo>
                  <a:cubicBezTo>
                    <a:pt x="66972" y="360146"/>
                    <a:pt x="67949" y="361761"/>
                    <a:pt x="67949" y="361761"/>
                  </a:cubicBezTo>
                  <a:cubicBezTo>
                    <a:pt x="67949" y="361761"/>
                    <a:pt x="69025" y="363846"/>
                    <a:pt x="69665" y="365125"/>
                  </a:cubicBezTo>
                  <a:cubicBezTo>
                    <a:pt x="70304" y="366437"/>
                    <a:pt x="72391" y="370339"/>
                    <a:pt x="72694" y="370978"/>
                  </a:cubicBezTo>
                  <a:cubicBezTo>
                    <a:pt x="73030" y="371617"/>
                    <a:pt x="75622" y="375654"/>
                    <a:pt x="75622" y="375654"/>
                  </a:cubicBezTo>
                  <a:lnTo>
                    <a:pt x="77910" y="378143"/>
                  </a:lnTo>
                  <a:cubicBezTo>
                    <a:pt x="77910" y="378143"/>
                    <a:pt x="79862" y="382718"/>
                    <a:pt x="80300" y="383794"/>
                  </a:cubicBezTo>
                  <a:cubicBezTo>
                    <a:pt x="80737" y="384871"/>
                    <a:pt x="84641" y="391296"/>
                    <a:pt x="84978" y="391599"/>
                  </a:cubicBezTo>
                  <a:cubicBezTo>
                    <a:pt x="85314" y="391935"/>
                    <a:pt x="86492" y="395838"/>
                    <a:pt x="86492" y="395838"/>
                  </a:cubicBezTo>
                  <a:lnTo>
                    <a:pt x="85752" y="400513"/>
                  </a:lnTo>
                  <a:lnTo>
                    <a:pt x="86492" y="405088"/>
                  </a:lnTo>
                  <a:lnTo>
                    <a:pt x="88680" y="408789"/>
                  </a:lnTo>
                  <a:lnTo>
                    <a:pt x="96521" y="410538"/>
                  </a:lnTo>
                  <a:lnTo>
                    <a:pt x="102377" y="415315"/>
                  </a:lnTo>
                  <a:lnTo>
                    <a:pt x="104767" y="419015"/>
                  </a:lnTo>
                  <a:lnTo>
                    <a:pt x="106517" y="424431"/>
                  </a:lnTo>
                  <a:lnTo>
                    <a:pt x="107829" y="427022"/>
                  </a:lnTo>
                  <a:lnTo>
                    <a:pt x="109142" y="429410"/>
                  </a:lnTo>
                  <a:cubicBezTo>
                    <a:pt x="109142" y="429410"/>
                    <a:pt x="110656" y="431798"/>
                    <a:pt x="111531" y="431798"/>
                  </a:cubicBezTo>
                  <a:cubicBezTo>
                    <a:pt x="112406" y="431798"/>
                    <a:pt x="115873" y="433110"/>
                    <a:pt x="115873" y="433110"/>
                  </a:cubicBezTo>
                  <a:cubicBezTo>
                    <a:pt x="115873" y="433110"/>
                    <a:pt x="121527" y="434187"/>
                    <a:pt x="122402" y="434624"/>
                  </a:cubicBezTo>
                  <a:cubicBezTo>
                    <a:pt x="123277" y="435061"/>
                    <a:pt x="125229" y="435499"/>
                    <a:pt x="126104" y="435263"/>
                  </a:cubicBezTo>
                  <a:cubicBezTo>
                    <a:pt x="126979" y="435061"/>
                    <a:pt x="128056" y="433749"/>
                    <a:pt x="128056" y="433749"/>
                  </a:cubicBezTo>
                  <a:lnTo>
                    <a:pt x="131758" y="433312"/>
                  </a:lnTo>
                  <a:lnTo>
                    <a:pt x="133070" y="433749"/>
                  </a:lnTo>
                  <a:cubicBezTo>
                    <a:pt x="134147" y="435701"/>
                    <a:pt x="135022" y="437450"/>
                    <a:pt x="135022" y="437450"/>
                  </a:cubicBezTo>
                  <a:lnTo>
                    <a:pt x="136772" y="442025"/>
                  </a:lnTo>
                  <a:lnTo>
                    <a:pt x="138085" y="443976"/>
                  </a:lnTo>
                  <a:cubicBezTo>
                    <a:pt x="138085" y="443976"/>
                    <a:pt x="139162" y="444178"/>
                    <a:pt x="140272" y="445052"/>
                  </a:cubicBezTo>
                  <a:cubicBezTo>
                    <a:pt x="141349" y="445927"/>
                    <a:pt x="143099" y="445927"/>
                    <a:pt x="143099" y="445927"/>
                  </a:cubicBezTo>
                  <a:cubicBezTo>
                    <a:pt x="143099" y="445927"/>
                    <a:pt x="144614" y="446129"/>
                    <a:pt x="145051" y="446802"/>
                  </a:cubicBezTo>
                  <a:cubicBezTo>
                    <a:pt x="145488" y="447441"/>
                    <a:pt x="149830" y="448114"/>
                    <a:pt x="149830" y="448114"/>
                  </a:cubicBezTo>
                  <a:lnTo>
                    <a:pt x="151143" y="448753"/>
                  </a:lnTo>
                  <a:cubicBezTo>
                    <a:pt x="151143" y="448753"/>
                    <a:pt x="152219" y="449392"/>
                    <a:pt x="153330" y="449392"/>
                  </a:cubicBezTo>
                  <a:cubicBezTo>
                    <a:pt x="154407" y="449392"/>
                    <a:pt x="158345" y="450468"/>
                    <a:pt x="158345" y="450468"/>
                  </a:cubicBezTo>
                  <a:lnTo>
                    <a:pt x="160936" y="451107"/>
                  </a:lnTo>
                  <a:lnTo>
                    <a:pt x="162888" y="452419"/>
                  </a:lnTo>
                  <a:lnTo>
                    <a:pt x="164638" y="455245"/>
                  </a:lnTo>
                  <a:lnTo>
                    <a:pt x="167465" y="456120"/>
                  </a:lnTo>
                  <a:lnTo>
                    <a:pt x="170932" y="457869"/>
                  </a:lnTo>
                  <a:cubicBezTo>
                    <a:pt x="170932" y="457869"/>
                    <a:pt x="174398" y="458508"/>
                    <a:pt x="175071" y="458744"/>
                  </a:cubicBezTo>
                  <a:cubicBezTo>
                    <a:pt x="175711" y="458946"/>
                    <a:pt x="177259" y="458946"/>
                    <a:pt x="177898" y="458946"/>
                  </a:cubicBezTo>
                  <a:cubicBezTo>
                    <a:pt x="178538" y="458946"/>
                    <a:pt x="179210" y="458306"/>
                    <a:pt x="179850" y="459585"/>
                  </a:cubicBezTo>
                  <a:cubicBezTo>
                    <a:pt x="180489" y="460897"/>
                    <a:pt x="182442" y="461435"/>
                    <a:pt x="182677" y="462074"/>
                  </a:cubicBezTo>
                  <a:cubicBezTo>
                    <a:pt x="182879" y="462713"/>
                    <a:pt x="185066" y="464126"/>
                    <a:pt x="185066" y="464126"/>
                  </a:cubicBezTo>
                  <a:lnTo>
                    <a:pt x="187019" y="464126"/>
                  </a:lnTo>
                  <a:cubicBezTo>
                    <a:pt x="187019" y="464126"/>
                    <a:pt x="189845" y="464765"/>
                    <a:pt x="190485" y="464765"/>
                  </a:cubicBezTo>
                  <a:cubicBezTo>
                    <a:pt x="191124" y="464765"/>
                    <a:pt x="193312" y="463689"/>
                    <a:pt x="193312" y="463689"/>
                  </a:cubicBezTo>
                  <a:lnTo>
                    <a:pt x="195264" y="463049"/>
                  </a:lnTo>
                  <a:lnTo>
                    <a:pt x="198326" y="461738"/>
                  </a:lnTo>
                  <a:cubicBezTo>
                    <a:pt x="198326" y="461738"/>
                    <a:pt x="199201" y="461300"/>
                    <a:pt x="200077" y="461300"/>
                  </a:cubicBezTo>
                  <a:cubicBezTo>
                    <a:pt x="200952" y="461300"/>
                    <a:pt x="203778" y="461838"/>
                    <a:pt x="203778" y="461838"/>
                  </a:cubicBezTo>
                  <a:lnTo>
                    <a:pt x="209870" y="460627"/>
                  </a:lnTo>
                  <a:lnTo>
                    <a:pt x="216601" y="460627"/>
                  </a:lnTo>
                  <a:lnTo>
                    <a:pt x="219192" y="459114"/>
                  </a:lnTo>
                  <a:lnTo>
                    <a:pt x="230062" y="460426"/>
                  </a:lnTo>
                  <a:lnTo>
                    <a:pt x="235077" y="460863"/>
                  </a:lnTo>
                  <a:lnTo>
                    <a:pt x="243356" y="458676"/>
                  </a:lnTo>
                  <a:cubicBezTo>
                    <a:pt x="243356" y="458676"/>
                    <a:pt x="245746" y="457600"/>
                    <a:pt x="246621" y="457365"/>
                  </a:cubicBezTo>
                  <a:cubicBezTo>
                    <a:pt x="247496" y="457163"/>
                    <a:pt x="251837" y="457365"/>
                    <a:pt x="251837" y="457365"/>
                  </a:cubicBezTo>
                  <a:lnTo>
                    <a:pt x="255539" y="457163"/>
                  </a:lnTo>
                  <a:cubicBezTo>
                    <a:pt x="255539" y="457163"/>
                    <a:pt x="259241" y="456826"/>
                    <a:pt x="260083" y="456389"/>
                  </a:cubicBezTo>
                  <a:cubicBezTo>
                    <a:pt x="260924" y="455952"/>
                    <a:pt x="264659" y="455413"/>
                    <a:pt x="264659" y="455413"/>
                  </a:cubicBezTo>
                  <a:lnTo>
                    <a:pt x="267049" y="455413"/>
                  </a:lnTo>
                  <a:cubicBezTo>
                    <a:pt x="267049" y="455413"/>
                    <a:pt x="268564" y="456288"/>
                    <a:pt x="270751" y="455851"/>
                  </a:cubicBezTo>
                  <a:cubicBezTo>
                    <a:pt x="272939" y="455413"/>
                    <a:pt x="275530" y="454774"/>
                    <a:pt x="275530" y="454774"/>
                  </a:cubicBezTo>
                  <a:lnTo>
                    <a:pt x="278357" y="453025"/>
                  </a:lnTo>
                  <a:lnTo>
                    <a:pt x="278357" y="451074"/>
                  </a:lnTo>
                  <a:lnTo>
                    <a:pt x="283573" y="451511"/>
                  </a:lnTo>
                  <a:cubicBezTo>
                    <a:pt x="283573" y="451511"/>
                    <a:pt x="284785" y="452386"/>
                    <a:pt x="284785" y="453462"/>
                  </a:cubicBezTo>
                  <a:cubicBezTo>
                    <a:pt x="284785" y="454539"/>
                    <a:pt x="283573" y="457802"/>
                    <a:pt x="283573" y="457802"/>
                  </a:cubicBezTo>
                  <a:lnTo>
                    <a:pt x="283573" y="459753"/>
                  </a:lnTo>
                  <a:cubicBezTo>
                    <a:pt x="283573" y="459753"/>
                    <a:pt x="286198" y="462780"/>
                    <a:pt x="287074" y="463218"/>
                  </a:cubicBezTo>
                  <a:cubicBezTo>
                    <a:pt x="287949" y="463655"/>
                    <a:pt x="287949" y="462343"/>
                    <a:pt x="289261" y="464294"/>
                  </a:cubicBezTo>
                  <a:cubicBezTo>
                    <a:pt x="290574" y="466245"/>
                    <a:pt x="290978" y="466918"/>
                    <a:pt x="292088" y="467322"/>
                  </a:cubicBezTo>
                  <a:cubicBezTo>
                    <a:pt x="293165" y="467759"/>
                    <a:pt x="293401" y="467322"/>
                    <a:pt x="294713" y="467961"/>
                  </a:cubicBezTo>
                  <a:cubicBezTo>
                    <a:pt x="296026" y="468600"/>
                    <a:pt x="297540" y="468600"/>
                    <a:pt x="297540" y="468600"/>
                  </a:cubicBezTo>
                  <a:lnTo>
                    <a:pt x="298853" y="467725"/>
                  </a:lnTo>
                  <a:lnTo>
                    <a:pt x="301680" y="465337"/>
                  </a:lnTo>
                  <a:lnTo>
                    <a:pt x="303430" y="463823"/>
                  </a:lnTo>
                  <a:lnTo>
                    <a:pt x="305381" y="462747"/>
                  </a:lnTo>
                  <a:lnTo>
                    <a:pt x="308410" y="461872"/>
                  </a:lnTo>
                  <a:lnTo>
                    <a:pt x="310363" y="460997"/>
                  </a:lnTo>
                  <a:cubicBezTo>
                    <a:pt x="310363" y="460997"/>
                    <a:pt x="312954" y="459685"/>
                    <a:pt x="312954" y="458811"/>
                  </a:cubicBezTo>
                  <a:cubicBezTo>
                    <a:pt x="312954" y="457936"/>
                    <a:pt x="314266" y="455985"/>
                    <a:pt x="314266" y="455985"/>
                  </a:cubicBezTo>
                  <a:cubicBezTo>
                    <a:pt x="314266" y="455985"/>
                    <a:pt x="315343" y="454236"/>
                    <a:pt x="316016" y="454034"/>
                  </a:cubicBezTo>
                  <a:cubicBezTo>
                    <a:pt x="316690" y="453832"/>
                    <a:pt x="318642" y="452285"/>
                    <a:pt x="318642" y="452285"/>
                  </a:cubicBezTo>
                  <a:cubicBezTo>
                    <a:pt x="318642" y="452285"/>
                    <a:pt x="321267" y="451410"/>
                    <a:pt x="321906" y="451410"/>
                  </a:cubicBezTo>
                  <a:cubicBezTo>
                    <a:pt x="322546" y="451410"/>
                    <a:pt x="326012" y="453597"/>
                    <a:pt x="326012" y="453597"/>
                  </a:cubicBezTo>
                  <a:cubicBezTo>
                    <a:pt x="326012" y="453597"/>
                    <a:pt x="325810" y="455783"/>
                    <a:pt x="326012" y="457062"/>
                  </a:cubicBezTo>
                  <a:cubicBezTo>
                    <a:pt x="326248" y="458374"/>
                    <a:pt x="325642" y="462915"/>
                    <a:pt x="325642" y="462915"/>
                  </a:cubicBezTo>
                  <a:lnTo>
                    <a:pt x="325372" y="466615"/>
                  </a:lnTo>
                  <a:lnTo>
                    <a:pt x="325372" y="470080"/>
                  </a:lnTo>
                  <a:lnTo>
                    <a:pt x="326079" y="472132"/>
                  </a:lnTo>
                  <a:lnTo>
                    <a:pt x="327998" y="473646"/>
                  </a:lnTo>
                  <a:lnTo>
                    <a:pt x="332776" y="477548"/>
                  </a:lnTo>
                  <a:lnTo>
                    <a:pt x="332137" y="482224"/>
                  </a:lnTo>
                  <a:lnTo>
                    <a:pt x="329848" y="484276"/>
                  </a:lnTo>
                  <a:cubicBezTo>
                    <a:pt x="329848" y="484276"/>
                    <a:pt x="328233" y="485353"/>
                    <a:pt x="327459" y="485353"/>
                  </a:cubicBezTo>
                  <a:cubicBezTo>
                    <a:pt x="326685" y="485353"/>
                    <a:pt x="325945" y="486429"/>
                    <a:pt x="325945" y="486429"/>
                  </a:cubicBezTo>
                  <a:cubicBezTo>
                    <a:pt x="325945" y="486429"/>
                    <a:pt x="325844" y="488918"/>
                    <a:pt x="326045" y="489692"/>
                  </a:cubicBezTo>
                  <a:cubicBezTo>
                    <a:pt x="326281" y="490466"/>
                    <a:pt x="329647" y="493493"/>
                    <a:pt x="330387" y="494368"/>
                  </a:cubicBezTo>
                  <a:cubicBezTo>
                    <a:pt x="331161" y="495243"/>
                    <a:pt x="334291" y="496319"/>
                    <a:pt x="334291" y="496319"/>
                  </a:cubicBezTo>
                  <a:lnTo>
                    <a:pt x="331363" y="500995"/>
                  </a:lnTo>
                  <a:lnTo>
                    <a:pt x="330589" y="503484"/>
                  </a:lnTo>
                  <a:lnTo>
                    <a:pt x="334291" y="508799"/>
                  </a:lnTo>
                  <a:lnTo>
                    <a:pt x="337454" y="510212"/>
                  </a:lnTo>
                  <a:lnTo>
                    <a:pt x="340719" y="512264"/>
                  </a:lnTo>
                  <a:lnTo>
                    <a:pt x="343546" y="515965"/>
                  </a:lnTo>
                  <a:lnTo>
                    <a:pt x="344758" y="517176"/>
                  </a:lnTo>
                  <a:cubicBezTo>
                    <a:pt x="344758" y="517176"/>
                    <a:pt x="346171" y="517815"/>
                    <a:pt x="346810" y="517815"/>
                  </a:cubicBezTo>
                  <a:cubicBezTo>
                    <a:pt x="347450" y="517815"/>
                    <a:pt x="349738" y="516301"/>
                    <a:pt x="349738" y="516301"/>
                  </a:cubicBezTo>
                  <a:cubicBezTo>
                    <a:pt x="349738" y="516301"/>
                    <a:pt x="349738" y="517815"/>
                    <a:pt x="349738" y="518690"/>
                  </a:cubicBezTo>
                  <a:cubicBezTo>
                    <a:pt x="349738" y="519564"/>
                    <a:pt x="349738" y="522154"/>
                    <a:pt x="349738" y="522154"/>
                  </a:cubicBezTo>
                  <a:lnTo>
                    <a:pt x="346676" y="525619"/>
                  </a:lnTo>
                  <a:lnTo>
                    <a:pt x="347551" y="529320"/>
                  </a:lnTo>
                  <a:lnTo>
                    <a:pt x="349738" y="530396"/>
                  </a:lnTo>
                  <a:lnTo>
                    <a:pt x="352195" y="531641"/>
                  </a:lnTo>
                  <a:cubicBezTo>
                    <a:pt x="352195" y="531641"/>
                    <a:pt x="353339" y="530766"/>
                    <a:pt x="353777" y="530632"/>
                  </a:cubicBezTo>
                  <a:cubicBezTo>
                    <a:pt x="354214" y="530497"/>
                    <a:pt x="354787" y="530497"/>
                    <a:pt x="354988" y="529320"/>
                  </a:cubicBezTo>
                  <a:cubicBezTo>
                    <a:pt x="355224" y="528176"/>
                    <a:pt x="355224" y="527806"/>
                    <a:pt x="355561" y="526729"/>
                  </a:cubicBezTo>
                  <a:cubicBezTo>
                    <a:pt x="355931" y="525653"/>
                    <a:pt x="355931" y="525417"/>
                    <a:pt x="356806" y="524475"/>
                  </a:cubicBezTo>
                  <a:cubicBezTo>
                    <a:pt x="357681" y="523534"/>
                    <a:pt x="358488" y="522592"/>
                    <a:pt x="358825" y="522020"/>
                  </a:cubicBezTo>
                  <a:cubicBezTo>
                    <a:pt x="359195" y="521448"/>
                    <a:pt x="359633" y="520641"/>
                    <a:pt x="360205" y="520271"/>
                  </a:cubicBezTo>
                  <a:cubicBezTo>
                    <a:pt x="360777" y="519901"/>
                    <a:pt x="362594" y="518320"/>
                    <a:pt x="362594" y="518017"/>
                  </a:cubicBezTo>
                  <a:cubicBezTo>
                    <a:pt x="362594" y="517714"/>
                    <a:pt x="363974" y="516133"/>
                    <a:pt x="364344" y="515124"/>
                  </a:cubicBezTo>
                  <a:cubicBezTo>
                    <a:pt x="364714" y="514115"/>
                    <a:pt x="365792" y="512668"/>
                    <a:pt x="365993" y="512533"/>
                  </a:cubicBezTo>
                  <a:cubicBezTo>
                    <a:pt x="366196" y="512399"/>
                    <a:pt x="366868" y="511726"/>
                    <a:pt x="367138" y="511726"/>
                  </a:cubicBezTo>
                  <a:cubicBezTo>
                    <a:pt x="367441" y="511726"/>
                    <a:pt x="372926" y="511659"/>
                    <a:pt x="372926" y="511659"/>
                  </a:cubicBezTo>
                  <a:lnTo>
                    <a:pt x="374677" y="512298"/>
                  </a:lnTo>
                  <a:cubicBezTo>
                    <a:pt x="374677" y="512298"/>
                    <a:pt x="376494" y="513374"/>
                    <a:pt x="377436" y="514316"/>
                  </a:cubicBezTo>
                  <a:cubicBezTo>
                    <a:pt x="378378" y="515258"/>
                    <a:pt x="381273" y="517512"/>
                    <a:pt x="381407" y="517781"/>
                  </a:cubicBezTo>
                  <a:cubicBezTo>
                    <a:pt x="381542" y="518084"/>
                    <a:pt x="384604" y="521044"/>
                    <a:pt x="384739" y="521414"/>
                  </a:cubicBezTo>
                  <a:cubicBezTo>
                    <a:pt x="384874" y="521784"/>
                    <a:pt x="386052" y="524105"/>
                    <a:pt x="387196" y="524610"/>
                  </a:cubicBezTo>
                  <a:cubicBezTo>
                    <a:pt x="388340" y="525115"/>
                    <a:pt x="390830" y="525787"/>
                    <a:pt x="392042" y="525619"/>
                  </a:cubicBezTo>
                  <a:cubicBezTo>
                    <a:pt x="393287" y="525485"/>
                    <a:pt x="398840" y="524812"/>
                    <a:pt x="399783" y="524475"/>
                  </a:cubicBezTo>
                  <a:cubicBezTo>
                    <a:pt x="400725" y="524105"/>
                    <a:pt x="403114" y="523836"/>
                    <a:pt x="404764" y="522894"/>
                  </a:cubicBezTo>
                  <a:cubicBezTo>
                    <a:pt x="406446" y="521952"/>
                    <a:pt x="408095" y="521313"/>
                    <a:pt x="408095" y="521313"/>
                  </a:cubicBezTo>
                  <a:lnTo>
                    <a:pt x="410048" y="523063"/>
                  </a:lnTo>
                  <a:lnTo>
                    <a:pt x="412639" y="524442"/>
                  </a:lnTo>
                  <a:cubicBezTo>
                    <a:pt x="412639" y="524442"/>
                    <a:pt x="413951" y="527907"/>
                    <a:pt x="413884" y="528210"/>
                  </a:cubicBezTo>
                  <a:cubicBezTo>
                    <a:pt x="413817" y="528512"/>
                    <a:pt x="414389" y="530026"/>
                    <a:pt x="413884" y="530901"/>
                  </a:cubicBezTo>
                  <a:cubicBezTo>
                    <a:pt x="413379" y="531775"/>
                    <a:pt x="413951" y="532583"/>
                    <a:pt x="413211" y="533726"/>
                  </a:cubicBezTo>
                  <a:cubicBezTo>
                    <a:pt x="412504" y="534870"/>
                    <a:pt x="412134" y="535812"/>
                    <a:pt x="411764" y="536182"/>
                  </a:cubicBezTo>
                  <a:cubicBezTo>
                    <a:pt x="411393" y="536552"/>
                    <a:pt x="410754" y="538503"/>
                    <a:pt x="410754" y="539008"/>
                  </a:cubicBezTo>
                  <a:cubicBezTo>
                    <a:pt x="410754" y="539512"/>
                    <a:pt x="410182" y="540387"/>
                    <a:pt x="411057" y="541531"/>
                  </a:cubicBezTo>
                  <a:cubicBezTo>
                    <a:pt x="411932" y="542675"/>
                    <a:pt x="412572" y="543112"/>
                    <a:pt x="414086" y="543213"/>
                  </a:cubicBezTo>
                  <a:cubicBezTo>
                    <a:pt x="415600" y="543280"/>
                    <a:pt x="419740" y="543583"/>
                    <a:pt x="420009" y="544222"/>
                  </a:cubicBezTo>
                  <a:cubicBezTo>
                    <a:pt x="420312" y="544861"/>
                    <a:pt x="423576" y="548562"/>
                    <a:pt x="424149" y="548932"/>
                  </a:cubicBezTo>
                  <a:cubicBezTo>
                    <a:pt x="424721" y="549302"/>
                    <a:pt x="428860" y="550748"/>
                    <a:pt x="429433" y="551185"/>
                  </a:cubicBezTo>
                  <a:cubicBezTo>
                    <a:pt x="430004" y="551623"/>
                    <a:pt x="433067" y="553944"/>
                    <a:pt x="433639" y="554213"/>
                  </a:cubicBezTo>
                  <a:cubicBezTo>
                    <a:pt x="434211" y="554516"/>
                    <a:pt x="438418" y="556837"/>
                    <a:pt x="439495" y="557106"/>
                  </a:cubicBezTo>
                  <a:cubicBezTo>
                    <a:pt x="440572" y="557409"/>
                    <a:pt x="443265" y="557173"/>
                    <a:pt x="443635" y="557106"/>
                  </a:cubicBezTo>
                  <a:cubicBezTo>
                    <a:pt x="444005" y="557039"/>
                    <a:pt x="448212" y="556029"/>
                    <a:pt x="449154" y="555525"/>
                  </a:cubicBezTo>
                  <a:cubicBezTo>
                    <a:pt x="450096" y="555020"/>
                    <a:pt x="454808" y="554280"/>
                    <a:pt x="455885" y="553204"/>
                  </a:cubicBezTo>
                  <a:cubicBezTo>
                    <a:pt x="456962" y="552127"/>
                    <a:pt x="460361" y="550580"/>
                    <a:pt x="460664" y="549874"/>
                  </a:cubicBezTo>
                  <a:cubicBezTo>
                    <a:pt x="460967" y="549167"/>
                    <a:pt x="463929" y="542473"/>
                    <a:pt x="463929" y="542271"/>
                  </a:cubicBezTo>
                  <a:cubicBezTo>
                    <a:pt x="463929" y="542069"/>
                    <a:pt x="465813" y="540017"/>
                    <a:pt x="465813" y="540017"/>
                  </a:cubicBezTo>
                  <a:lnTo>
                    <a:pt x="468606" y="541093"/>
                  </a:lnTo>
                  <a:lnTo>
                    <a:pt x="473082" y="543045"/>
                  </a:lnTo>
                  <a:lnTo>
                    <a:pt x="473082" y="546510"/>
                  </a:lnTo>
                  <a:lnTo>
                    <a:pt x="473082" y="551724"/>
                  </a:lnTo>
                  <a:lnTo>
                    <a:pt x="473082" y="553473"/>
                  </a:lnTo>
                  <a:lnTo>
                    <a:pt x="473082" y="556938"/>
                  </a:lnTo>
                  <a:lnTo>
                    <a:pt x="471433" y="560201"/>
                  </a:lnTo>
                  <a:lnTo>
                    <a:pt x="473082" y="562253"/>
                  </a:lnTo>
                  <a:lnTo>
                    <a:pt x="476549" y="562354"/>
                  </a:lnTo>
                  <a:lnTo>
                    <a:pt x="479275" y="561277"/>
                  </a:lnTo>
                  <a:lnTo>
                    <a:pt x="481765" y="562152"/>
                  </a:lnTo>
                  <a:lnTo>
                    <a:pt x="483515" y="561614"/>
                  </a:lnTo>
                  <a:lnTo>
                    <a:pt x="485837" y="561143"/>
                  </a:lnTo>
                  <a:lnTo>
                    <a:pt x="489035" y="556366"/>
                  </a:lnTo>
                  <a:lnTo>
                    <a:pt x="490819" y="552430"/>
                  </a:lnTo>
                  <a:close/>
                </a:path>
              </a:pathLst>
            </a:custGeom>
            <a:grpFill/>
            <a:ln w="6350" cap="flat">
              <a:solidFill>
                <a:schemeClr val="bg1"/>
              </a:solidFill>
              <a:prstDash val="solid"/>
              <a:miter/>
            </a:ln>
          </p:spPr>
          <p:txBody>
            <a:bodyPr rtlCol="0" anchor="ctr"/>
            <a:lstStyle/>
            <a:p>
              <a:endParaRPr lang="en-US"/>
            </a:p>
          </p:txBody>
        </p:sp>
        <p:sp>
          <p:nvSpPr>
            <p:cNvPr id="67" name="Freeform 898">
              <a:extLst>
                <a:ext uri="{FF2B5EF4-FFF2-40B4-BE49-F238E27FC236}">
                  <a16:creationId xmlns:a16="http://schemas.microsoft.com/office/drawing/2014/main" id="{E0DAEC71-6596-478F-8511-13595C37821D}"/>
                </a:ext>
              </a:extLst>
            </p:cNvPr>
            <p:cNvSpPr/>
            <p:nvPr/>
          </p:nvSpPr>
          <p:spPr>
            <a:xfrm>
              <a:off x="7996097" y="2453893"/>
              <a:ext cx="92292" cy="93883"/>
            </a:xfrm>
            <a:custGeom>
              <a:avLst/>
              <a:gdLst>
                <a:gd name="connsiteX0" fmla="*/ 13630 w 177191"/>
                <a:gd name="connsiteY0" fmla="*/ 153133 h 180246"/>
                <a:gd name="connsiteX1" fmla="*/ 14539 w 177191"/>
                <a:gd name="connsiteY1" fmla="*/ 151585 h 180246"/>
                <a:gd name="connsiteX2" fmla="*/ 14909 w 177191"/>
                <a:gd name="connsiteY2" fmla="*/ 149870 h 180246"/>
                <a:gd name="connsiteX3" fmla="*/ 13866 w 177191"/>
                <a:gd name="connsiteY3" fmla="*/ 148255 h 180246"/>
                <a:gd name="connsiteX4" fmla="*/ 10702 w 177191"/>
                <a:gd name="connsiteY4" fmla="*/ 145127 h 180246"/>
                <a:gd name="connsiteX5" fmla="*/ 9221 w 177191"/>
                <a:gd name="connsiteY5" fmla="*/ 142974 h 180246"/>
                <a:gd name="connsiteX6" fmla="*/ 6091 w 177191"/>
                <a:gd name="connsiteY6" fmla="*/ 139677 h 180246"/>
                <a:gd name="connsiteX7" fmla="*/ 3769 w 177191"/>
                <a:gd name="connsiteY7" fmla="*/ 137860 h 180246"/>
                <a:gd name="connsiteX8" fmla="*/ 1514 w 177191"/>
                <a:gd name="connsiteY8" fmla="*/ 135405 h 180246"/>
                <a:gd name="connsiteX9" fmla="*/ 505 w 177191"/>
                <a:gd name="connsiteY9" fmla="*/ 132444 h 180246"/>
                <a:gd name="connsiteX10" fmla="*/ 269 w 177191"/>
                <a:gd name="connsiteY10" fmla="*/ 129854 h 180246"/>
                <a:gd name="connsiteX11" fmla="*/ 0 w 177191"/>
                <a:gd name="connsiteY11" fmla="*/ 126019 h 180246"/>
                <a:gd name="connsiteX12" fmla="*/ 0 w 177191"/>
                <a:gd name="connsiteY12" fmla="*/ 124068 h 180246"/>
                <a:gd name="connsiteX13" fmla="*/ 3601 w 177191"/>
                <a:gd name="connsiteY13" fmla="*/ 123194 h 180246"/>
                <a:gd name="connsiteX14" fmla="*/ 4341 w 177191"/>
                <a:gd name="connsiteY14" fmla="*/ 123194 h 180246"/>
                <a:gd name="connsiteX15" fmla="*/ 6091 w 177191"/>
                <a:gd name="connsiteY15" fmla="*/ 123194 h 180246"/>
                <a:gd name="connsiteX16" fmla="*/ 7841 w 177191"/>
                <a:gd name="connsiteY16" fmla="*/ 123194 h 180246"/>
                <a:gd name="connsiteX17" fmla="*/ 9558 w 177191"/>
                <a:gd name="connsiteY17" fmla="*/ 123194 h 180246"/>
                <a:gd name="connsiteX18" fmla="*/ 10298 w 177191"/>
                <a:gd name="connsiteY18" fmla="*/ 122689 h 180246"/>
                <a:gd name="connsiteX19" fmla="*/ 12250 w 177191"/>
                <a:gd name="connsiteY19" fmla="*/ 121175 h 180246"/>
                <a:gd name="connsiteX20" fmla="*/ 13765 w 177191"/>
                <a:gd name="connsiteY20" fmla="*/ 117912 h 180246"/>
                <a:gd name="connsiteX21" fmla="*/ 16659 w 177191"/>
                <a:gd name="connsiteY21" fmla="*/ 115322 h 180246"/>
                <a:gd name="connsiteX22" fmla="*/ 18476 w 177191"/>
                <a:gd name="connsiteY22" fmla="*/ 114447 h 180246"/>
                <a:gd name="connsiteX23" fmla="*/ 21808 w 177191"/>
                <a:gd name="connsiteY23" fmla="*/ 111756 h 180246"/>
                <a:gd name="connsiteX24" fmla="*/ 23996 w 177191"/>
                <a:gd name="connsiteY24" fmla="*/ 111117 h 180246"/>
                <a:gd name="connsiteX25" fmla="*/ 26318 w 177191"/>
                <a:gd name="connsiteY25" fmla="*/ 111117 h 180246"/>
                <a:gd name="connsiteX26" fmla="*/ 29212 w 177191"/>
                <a:gd name="connsiteY26" fmla="*/ 111083 h 180246"/>
                <a:gd name="connsiteX27" fmla="*/ 31837 w 177191"/>
                <a:gd name="connsiteY27" fmla="*/ 110478 h 180246"/>
                <a:gd name="connsiteX28" fmla="*/ 33722 w 177191"/>
                <a:gd name="connsiteY28" fmla="*/ 109906 h 180246"/>
                <a:gd name="connsiteX29" fmla="*/ 36111 w 177191"/>
                <a:gd name="connsiteY29" fmla="*/ 107955 h 180246"/>
                <a:gd name="connsiteX30" fmla="*/ 36919 w 177191"/>
                <a:gd name="connsiteY30" fmla="*/ 107013 h 180246"/>
                <a:gd name="connsiteX31" fmla="*/ 38299 w 177191"/>
                <a:gd name="connsiteY31" fmla="*/ 105432 h 180246"/>
                <a:gd name="connsiteX32" fmla="*/ 39813 w 177191"/>
                <a:gd name="connsiteY32" fmla="*/ 104490 h 180246"/>
                <a:gd name="connsiteX33" fmla="*/ 42203 w 177191"/>
                <a:gd name="connsiteY33" fmla="*/ 102539 h 180246"/>
                <a:gd name="connsiteX34" fmla="*/ 43717 w 177191"/>
                <a:gd name="connsiteY34" fmla="*/ 101025 h 180246"/>
                <a:gd name="connsiteX35" fmla="*/ 45232 w 177191"/>
                <a:gd name="connsiteY35" fmla="*/ 98704 h 180246"/>
                <a:gd name="connsiteX36" fmla="*/ 45232 w 177191"/>
                <a:gd name="connsiteY36" fmla="*/ 94566 h 180246"/>
                <a:gd name="connsiteX37" fmla="*/ 41900 w 177191"/>
                <a:gd name="connsiteY37" fmla="*/ 91370 h 180246"/>
                <a:gd name="connsiteX38" fmla="*/ 41193 w 177191"/>
                <a:gd name="connsiteY38" fmla="*/ 88107 h 180246"/>
                <a:gd name="connsiteX39" fmla="*/ 37121 w 177191"/>
                <a:gd name="connsiteY39" fmla="*/ 84979 h 180246"/>
                <a:gd name="connsiteX40" fmla="*/ 35674 w 177191"/>
                <a:gd name="connsiteY40" fmla="*/ 84979 h 180246"/>
                <a:gd name="connsiteX41" fmla="*/ 33924 w 177191"/>
                <a:gd name="connsiteY41" fmla="*/ 84979 h 180246"/>
                <a:gd name="connsiteX42" fmla="*/ 31904 w 177191"/>
                <a:gd name="connsiteY42" fmla="*/ 83835 h 180246"/>
                <a:gd name="connsiteX43" fmla="*/ 31029 w 177191"/>
                <a:gd name="connsiteY43" fmla="*/ 82254 h 180246"/>
                <a:gd name="connsiteX44" fmla="*/ 31433 w 177191"/>
                <a:gd name="connsiteY44" fmla="*/ 81043 h 180246"/>
                <a:gd name="connsiteX45" fmla="*/ 30289 w 177191"/>
                <a:gd name="connsiteY45" fmla="*/ 79126 h 180246"/>
                <a:gd name="connsiteX46" fmla="*/ 29481 w 177191"/>
                <a:gd name="connsiteY46" fmla="*/ 77545 h 180246"/>
                <a:gd name="connsiteX47" fmla="*/ 28236 w 177191"/>
                <a:gd name="connsiteY47" fmla="*/ 76771 h 180246"/>
                <a:gd name="connsiteX48" fmla="*/ 25779 w 177191"/>
                <a:gd name="connsiteY48" fmla="*/ 74820 h 180246"/>
                <a:gd name="connsiteX49" fmla="*/ 24669 w 177191"/>
                <a:gd name="connsiteY49" fmla="*/ 72532 h 180246"/>
                <a:gd name="connsiteX50" fmla="*/ 24366 w 177191"/>
                <a:gd name="connsiteY50" fmla="*/ 70783 h 180246"/>
                <a:gd name="connsiteX51" fmla="*/ 24366 w 177191"/>
                <a:gd name="connsiteY51" fmla="*/ 70178 h 180246"/>
                <a:gd name="connsiteX52" fmla="*/ 23996 w 177191"/>
                <a:gd name="connsiteY52" fmla="*/ 68159 h 180246"/>
                <a:gd name="connsiteX53" fmla="*/ 24366 w 177191"/>
                <a:gd name="connsiteY53" fmla="*/ 66847 h 180246"/>
                <a:gd name="connsiteX54" fmla="*/ 25241 w 177191"/>
                <a:gd name="connsiteY54" fmla="*/ 65636 h 180246"/>
                <a:gd name="connsiteX55" fmla="*/ 26991 w 177191"/>
                <a:gd name="connsiteY55" fmla="*/ 64122 h 180246"/>
                <a:gd name="connsiteX56" fmla="*/ 28606 w 177191"/>
                <a:gd name="connsiteY56" fmla="*/ 63685 h 180246"/>
                <a:gd name="connsiteX57" fmla="*/ 29818 w 177191"/>
                <a:gd name="connsiteY57" fmla="*/ 63685 h 180246"/>
                <a:gd name="connsiteX58" fmla="*/ 32039 w 177191"/>
                <a:gd name="connsiteY58" fmla="*/ 62541 h 180246"/>
                <a:gd name="connsiteX59" fmla="*/ 34866 w 177191"/>
                <a:gd name="connsiteY59" fmla="*/ 60523 h 180246"/>
                <a:gd name="connsiteX60" fmla="*/ 35943 w 177191"/>
                <a:gd name="connsiteY60" fmla="*/ 59716 h 180246"/>
                <a:gd name="connsiteX61" fmla="*/ 37188 w 177191"/>
                <a:gd name="connsiteY61" fmla="*/ 59346 h 180246"/>
                <a:gd name="connsiteX62" fmla="*/ 39409 w 177191"/>
                <a:gd name="connsiteY62" fmla="*/ 59346 h 180246"/>
                <a:gd name="connsiteX63" fmla="*/ 41328 w 177191"/>
                <a:gd name="connsiteY63" fmla="*/ 59346 h 180246"/>
                <a:gd name="connsiteX64" fmla="*/ 43212 w 177191"/>
                <a:gd name="connsiteY64" fmla="*/ 59312 h 180246"/>
                <a:gd name="connsiteX65" fmla="*/ 46039 w 177191"/>
                <a:gd name="connsiteY65" fmla="*/ 59278 h 180246"/>
                <a:gd name="connsiteX66" fmla="*/ 47924 w 177191"/>
                <a:gd name="connsiteY66" fmla="*/ 59278 h 180246"/>
                <a:gd name="connsiteX67" fmla="*/ 50112 w 177191"/>
                <a:gd name="connsiteY67" fmla="*/ 59278 h 180246"/>
                <a:gd name="connsiteX68" fmla="*/ 53544 w 177191"/>
                <a:gd name="connsiteY68" fmla="*/ 58471 h 180246"/>
                <a:gd name="connsiteX69" fmla="*/ 54722 w 177191"/>
                <a:gd name="connsiteY69" fmla="*/ 55881 h 180246"/>
                <a:gd name="connsiteX70" fmla="*/ 57011 w 177191"/>
                <a:gd name="connsiteY70" fmla="*/ 52685 h 180246"/>
                <a:gd name="connsiteX71" fmla="*/ 57650 w 177191"/>
                <a:gd name="connsiteY71" fmla="*/ 49691 h 180246"/>
                <a:gd name="connsiteX72" fmla="*/ 58290 w 177191"/>
                <a:gd name="connsiteY72" fmla="*/ 47403 h 180246"/>
                <a:gd name="connsiteX73" fmla="*/ 59939 w 177191"/>
                <a:gd name="connsiteY73" fmla="*/ 45116 h 180246"/>
                <a:gd name="connsiteX74" fmla="*/ 60746 w 177191"/>
                <a:gd name="connsiteY74" fmla="*/ 44140 h 180246"/>
                <a:gd name="connsiteX75" fmla="*/ 62093 w 177191"/>
                <a:gd name="connsiteY75" fmla="*/ 42627 h 180246"/>
                <a:gd name="connsiteX76" fmla="*/ 64011 w 177191"/>
                <a:gd name="connsiteY76" fmla="*/ 40844 h 180246"/>
                <a:gd name="connsiteX77" fmla="*/ 66670 w 177191"/>
                <a:gd name="connsiteY77" fmla="*/ 39935 h 180246"/>
                <a:gd name="connsiteX78" fmla="*/ 68722 w 177191"/>
                <a:gd name="connsiteY78" fmla="*/ 39801 h 180246"/>
                <a:gd name="connsiteX79" fmla="*/ 70405 w 177191"/>
                <a:gd name="connsiteY79" fmla="*/ 39801 h 180246"/>
                <a:gd name="connsiteX80" fmla="*/ 72525 w 177191"/>
                <a:gd name="connsiteY80" fmla="*/ 39465 h 180246"/>
                <a:gd name="connsiteX81" fmla="*/ 74275 w 177191"/>
                <a:gd name="connsiteY81" fmla="*/ 38825 h 180246"/>
                <a:gd name="connsiteX82" fmla="*/ 75689 w 177191"/>
                <a:gd name="connsiteY82" fmla="*/ 37581 h 180246"/>
                <a:gd name="connsiteX83" fmla="*/ 76732 w 177191"/>
                <a:gd name="connsiteY83" fmla="*/ 36538 h 180246"/>
                <a:gd name="connsiteX84" fmla="*/ 78482 w 177191"/>
                <a:gd name="connsiteY84" fmla="*/ 36538 h 180246"/>
                <a:gd name="connsiteX85" fmla="*/ 79290 w 177191"/>
                <a:gd name="connsiteY85" fmla="*/ 37850 h 180246"/>
                <a:gd name="connsiteX86" fmla="*/ 79795 w 177191"/>
                <a:gd name="connsiteY86" fmla="*/ 39027 h 180246"/>
                <a:gd name="connsiteX87" fmla="*/ 82184 w 177191"/>
                <a:gd name="connsiteY87" fmla="*/ 39532 h 180246"/>
                <a:gd name="connsiteX88" fmla="*/ 83968 w 177191"/>
                <a:gd name="connsiteY88" fmla="*/ 39364 h 180246"/>
                <a:gd name="connsiteX89" fmla="*/ 84843 w 177191"/>
                <a:gd name="connsiteY89" fmla="*/ 37850 h 180246"/>
                <a:gd name="connsiteX90" fmla="*/ 83968 w 177191"/>
                <a:gd name="connsiteY90" fmla="*/ 35663 h 180246"/>
                <a:gd name="connsiteX91" fmla="*/ 82184 w 177191"/>
                <a:gd name="connsiteY91" fmla="*/ 34620 h 180246"/>
                <a:gd name="connsiteX92" fmla="*/ 79694 w 177191"/>
                <a:gd name="connsiteY92" fmla="*/ 33207 h 180246"/>
                <a:gd name="connsiteX93" fmla="*/ 76665 w 177191"/>
                <a:gd name="connsiteY93" fmla="*/ 30920 h 180246"/>
                <a:gd name="connsiteX94" fmla="*/ 75588 w 177191"/>
                <a:gd name="connsiteY94" fmla="*/ 28902 h 180246"/>
                <a:gd name="connsiteX95" fmla="*/ 74074 w 177191"/>
                <a:gd name="connsiteY95" fmla="*/ 26614 h 180246"/>
                <a:gd name="connsiteX96" fmla="*/ 72829 w 177191"/>
                <a:gd name="connsiteY96" fmla="*/ 24158 h 180246"/>
                <a:gd name="connsiteX97" fmla="*/ 72559 w 177191"/>
                <a:gd name="connsiteY97" fmla="*/ 22476 h 180246"/>
                <a:gd name="connsiteX98" fmla="*/ 73468 w 177191"/>
                <a:gd name="connsiteY98" fmla="*/ 21333 h 180246"/>
                <a:gd name="connsiteX99" fmla="*/ 75218 w 177191"/>
                <a:gd name="connsiteY99" fmla="*/ 20794 h 180246"/>
                <a:gd name="connsiteX100" fmla="*/ 77372 w 177191"/>
                <a:gd name="connsiteY100" fmla="*/ 21131 h 180246"/>
                <a:gd name="connsiteX101" fmla="*/ 79694 w 177191"/>
                <a:gd name="connsiteY101" fmla="*/ 22443 h 180246"/>
                <a:gd name="connsiteX102" fmla="*/ 80905 w 177191"/>
                <a:gd name="connsiteY102" fmla="*/ 23519 h 180246"/>
                <a:gd name="connsiteX103" fmla="*/ 84338 w 177191"/>
                <a:gd name="connsiteY103" fmla="*/ 24831 h 180246"/>
                <a:gd name="connsiteX104" fmla="*/ 85415 w 177191"/>
                <a:gd name="connsiteY104" fmla="*/ 23755 h 180246"/>
                <a:gd name="connsiteX105" fmla="*/ 84910 w 177191"/>
                <a:gd name="connsiteY105" fmla="*/ 22174 h 180246"/>
                <a:gd name="connsiteX106" fmla="*/ 84742 w 177191"/>
                <a:gd name="connsiteY106" fmla="*/ 20122 h 180246"/>
                <a:gd name="connsiteX107" fmla="*/ 83093 w 177191"/>
                <a:gd name="connsiteY107" fmla="*/ 18171 h 180246"/>
                <a:gd name="connsiteX108" fmla="*/ 81747 w 177191"/>
                <a:gd name="connsiteY108" fmla="*/ 17027 h 180246"/>
                <a:gd name="connsiteX109" fmla="*/ 80771 w 177191"/>
                <a:gd name="connsiteY109" fmla="*/ 15177 h 180246"/>
                <a:gd name="connsiteX110" fmla="*/ 80771 w 177191"/>
                <a:gd name="connsiteY110" fmla="*/ 13764 h 180246"/>
                <a:gd name="connsiteX111" fmla="*/ 82790 w 177191"/>
                <a:gd name="connsiteY111" fmla="*/ 13158 h 180246"/>
                <a:gd name="connsiteX112" fmla="*/ 85415 w 177191"/>
                <a:gd name="connsiteY112" fmla="*/ 12822 h 180246"/>
                <a:gd name="connsiteX113" fmla="*/ 89420 w 177191"/>
                <a:gd name="connsiteY113" fmla="*/ 14067 h 180246"/>
                <a:gd name="connsiteX114" fmla="*/ 92045 w 177191"/>
                <a:gd name="connsiteY114" fmla="*/ 12149 h 180246"/>
                <a:gd name="connsiteX115" fmla="*/ 94435 w 177191"/>
                <a:gd name="connsiteY115" fmla="*/ 10703 h 180246"/>
                <a:gd name="connsiteX116" fmla="*/ 94738 w 177191"/>
                <a:gd name="connsiteY116" fmla="*/ 7574 h 180246"/>
                <a:gd name="connsiteX117" fmla="*/ 94738 w 177191"/>
                <a:gd name="connsiteY117" fmla="*/ 5051 h 180246"/>
                <a:gd name="connsiteX118" fmla="*/ 95814 w 177191"/>
                <a:gd name="connsiteY118" fmla="*/ 3033 h 180246"/>
                <a:gd name="connsiteX119" fmla="*/ 96959 w 177191"/>
                <a:gd name="connsiteY119" fmla="*/ 1351 h 180246"/>
                <a:gd name="connsiteX120" fmla="*/ 99348 w 177191"/>
                <a:gd name="connsiteY120" fmla="*/ 39 h 180246"/>
                <a:gd name="connsiteX121" fmla="*/ 101536 w 177191"/>
                <a:gd name="connsiteY121" fmla="*/ 39 h 180246"/>
                <a:gd name="connsiteX122" fmla="*/ 102848 w 177191"/>
                <a:gd name="connsiteY122" fmla="*/ 543 h 180246"/>
                <a:gd name="connsiteX123" fmla="*/ 103723 w 177191"/>
                <a:gd name="connsiteY123" fmla="*/ 3066 h 180246"/>
                <a:gd name="connsiteX124" fmla="*/ 103723 w 177191"/>
                <a:gd name="connsiteY124" fmla="*/ 6027 h 180246"/>
                <a:gd name="connsiteX125" fmla="*/ 103757 w 177191"/>
                <a:gd name="connsiteY125" fmla="*/ 8482 h 180246"/>
                <a:gd name="connsiteX126" fmla="*/ 103757 w 177191"/>
                <a:gd name="connsiteY126" fmla="*/ 11611 h 180246"/>
                <a:gd name="connsiteX127" fmla="*/ 104161 w 177191"/>
                <a:gd name="connsiteY127" fmla="*/ 13932 h 180246"/>
                <a:gd name="connsiteX128" fmla="*/ 105978 w 177191"/>
                <a:gd name="connsiteY128" fmla="*/ 16825 h 180246"/>
                <a:gd name="connsiteX129" fmla="*/ 107291 w 177191"/>
                <a:gd name="connsiteY129" fmla="*/ 19785 h 180246"/>
                <a:gd name="connsiteX130" fmla="*/ 109680 w 177191"/>
                <a:gd name="connsiteY130" fmla="*/ 22409 h 180246"/>
                <a:gd name="connsiteX131" fmla="*/ 113214 w 177191"/>
                <a:gd name="connsiteY131" fmla="*/ 25100 h 180246"/>
                <a:gd name="connsiteX132" fmla="*/ 117354 w 177191"/>
                <a:gd name="connsiteY132" fmla="*/ 27691 h 180246"/>
                <a:gd name="connsiteX133" fmla="*/ 119507 w 177191"/>
                <a:gd name="connsiteY133" fmla="*/ 29070 h 180246"/>
                <a:gd name="connsiteX134" fmla="*/ 123983 w 177191"/>
                <a:gd name="connsiteY134" fmla="*/ 35091 h 180246"/>
                <a:gd name="connsiteX135" fmla="*/ 127315 w 177191"/>
                <a:gd name="connsiteY135" fmla="*/ 38624 h 180246"/>
                <a:gd name="connsiteX136" fmla="*/ 129839 w 177191"/>
                <a:gd name="connsiteY136" fmla="*/ 41012 h 180246"/>
                <a:gd name="connsiteX137" fmla="*/ 135931 w 177191"/>
                <a:gd name="connsiteY137" fmla="*/ 43535 h 180246"/>
                <a:gd name="connsiteX138" fmla="*/ 142022 w 177191"/>
                <a:gd name="connsiteY138" fmla="*/ 41954 h 180246"/>
                <a:gd name="connsiteX139" fmla="*/ 146667 w 177191"/>
                <a:gd name="connsiteY139" fmla="*/ 41079 h 180246"/>
                <a:gd name="connsiteX140" fmla="*/ 157840 w 177191"/>
                <a:gd name="connsiteY140" fmla="*/ 41449 h 180246"/>
                <a:gd name="connsiteX141" fmla="*/ 161172 w 177191"/>
                <a:gd name="connsiteY141" fmla="*/ 41449 h 180246"/>
                <a:gd name="connsiteX142" fmla="*/ 165379 w 177191"/>
                <a:gd name="connsiteY142" fmla="*/ 43198 h 180246"/>
                <a:gd name="connsiteX143" fmla="*/ 171302 w 177191"/>
                <a:gd name="connsiteY143" fmla="*/ 43198 h 180246"/>
                <a:gd name="connsiteX144" fmla="*/ 174499 w 177191"/>
                <a:gd name="connsiteY144" fmla="*/ 42761 h 180246"/>
                <a:gd name="connsiteX145" fmla="*/ 176383 w 177191"/>
                <a:gd name="connsiteY145" fmla="*/ 45452 h 180246"/>
                <a:gd name="connsiteX146" fmla="*/ 177191 w 177191"/>
                <a:gd name="connsiteY146" fmla="*/ 46966 h 180246"/>
                <a:gd name="connsiteX147" fmla="*/ 176249 w 177191"/>
                <a:gd name="connsiteY147" fmla="*/ 49220 h 180246"/>
                <a:gd name="connsiteX148" fmla="*/ 174667 w 177191"/>
                <a:gd name="connsiteY148" fmla="*/ 50599 h 180246"/>
                <a:gd name="connsiteX149" fmla="*/ 173220 w 177191"/>
                <a:gd name="connsiteY149" fmla="*/ 51037 h 180246"/>
                <a:gd name="connsiteX150" fmla="*/ 171571 w 177191"/>
                <a:gd name="connsiteY150" fmla="*/ 50734 h 180246"/>
                <a:gd name="connsiteX151" fmla="*/ 169855 w 177191"/>
                <a:gd name="connsiteY151" fmla="*/ 50498 h 180246"/>
                <a:gd name="connsiteX152" fmla="*/ 168710 w 177191"/>
                <a:gd name="connsiteY152" fmla="*/ 51373 h 180246"/>
                <a:gd name="connsiteX153" fmla="*/ 168710 w 177191"/>
                <a:gd name="connsiteY153" fmla="*/ 54501 h 180246"/>
                <a:gd name="connsiteX154" fmla="*/ 168912 w 177191"/>
                <a:gd name="connsiteY154" fmla="*/ 55511 h 180246"/>
                <a:gd name="connsiteX155" fmla="*/ 168138 w 177191"/>
                <a:gd name="connsiteY155" fmla="*/ 56957 h 180246"/>
                <a:gd name="connsiteX156" fmla="*/ 165749 w 177191"/>
                <a:gd name="connsiteY156" fmla="*/ 57462 h 180246"/>
                <a:gd name="connsiteX157" fmla="*/ 164066 w 177191"/>
                <a:gd name="connsiteY157" fmla="*/ 56890 h 180246"/>
                <a:gd name="connsiteX158" fmla="*/ 161037 w 177191"/>
                <a:gd name="connsiteY158" fmla="*/ 56587 h 180246"/>
                <a:gd name="connsiteX159" fmla="*/ 158648 w 177191"/>
                <a:gd name="connsiteY159" fmla="*/ 54905 h 180246"/>
                <a:gd name="connsiteX160" fmla="*/ 155181 w 177191"/>
                <a:gd name="connsiteY160" fmla="*/ 55645 h 180246"/>
                <a:gd name="connsiteX161" fmla="*/ 153229 w 177191"/>
                <a:gd name="connsiteY161" fmla="*/ 58538 h 180246"/>
                <a:gd name="connsiteX162" fmla="*/ 150907 w 177191"/>
                <a:gd name="connsiteY162" fmla="*/ 62945 h 180246"/>
                <a:gd name="connsiteX163" fmla="*/ 152287 w 177191"/>
                <a:gd name="connsiteY163" fmla="*/ 65468 h 180246"/>
                <a:gd name="connsiteX164" fmla="*/ 155922 w 177191"/>
                <a:gd name="connsiteY164" fmla="*/ 67924 h 180246"/>
                <a:gd name="connsiteX165" fmla="*/ 155989 w 177191"/>
                <a:gd name="connsiteY165" fmla="*/ 69168 h 180246"/>
                <a:gd name="connsiteX166" fmla="*/ 152926 w 177191"/>
                <a:gd name="connsiteY166" fmla="*/ 71422 h 180246"/>
                <a:gd name="connsiteX167" fmla="*/ 152051 w 177191"/>
                <a:gd name="connsiteY167" fmla="*/ 73811 h 180246"/>
                <a:gd name="connsiteX168" fmla="*/ 152926 w 177191"/>
                <a:gd name="connsiteY168" fmla="*/ 76502 h 180246"/>
                <a:gd name="connsiteX169" fmla="*/ 154945 w 177191"/>
                <a:gd name="connsiteY169" fmla="*/ 78016 h 180246"/>
                <a:gd name="connsiteX170" fmla="*/ 156628 w 177191"/>
                <a:gd name="connsiteY170" fmla="*/ 79597 h 180246"/>
                <a:gd name="connsiteX171" fmla="*/ 156662 w 177191"/>
                <a:gd name="connsiteY171" fmla="*/ 80538 h 180246"/>
                <a:gd name="connsiteX172" fmla="*/ 156561 w 177191"/>
                <a:gd name="connsiteY172" fmla="*/ 81615 h 180246"/>
                <a:gd name="connsiteX173" fmla="*/ 156561 w 177191"/>
                <a:gd name="connsiteY173" fmla="*/ 84003 h 180246"/>
                <a:gd name="connsiteX174" fmla="*/ 157705 w 177191"/>
                <a:gd name="connsiteY174" fmla="*/ 84811 h 180246"/>
                <a:gd name="connsiteX175" fmla="*/ 159388 w 177191"/>
                <a:gd name="connsiteY175" fmla="*/ 86829 h 180246"/>
                <a:gd name="connsiteX176" fmla="*/ 161138 w 177191"/>
                <a:gd name="connsiteY176" fmla="*/ 88276 h 180246"/>
                <a:gd name="connsiteX177" fmla="*/ 162652 w 177191"/>
                <a:gd name="connsiteY177" fmla="*/ 89857 h 180246"/>
                <a:gd name="connsiteX178" fmla="*/ 163696 w 177191"/>
                <a:gd name="connsiteY178" fmla="*/ 92312 h 180246"/>
                <a:gd name="connsiteX179" fmla="*/ 164301 w 177191"/>
                <a:gd name="connsiteY179" fmla="*/ 93927 h 180246"/>
                <a:gd name="connsiteX180" fmla="*/ 164369 w 177191"/>
                <a:gd name="connsiteY180" fmla="*/ 96114 h 180246"/>
                <a:gd name="connsiteX181" fmla="*/ 164436 w 177191"/>
                <a:gd name="connsiteY181" fmla="*/ 98401 h 180246"/>
                <a:gd name="connsiteX182" fmla="*/ 162855 w 177191"/>
                <a:gd name="connsiteY182" fmla="*/ 100689 h 180246"/>
                <a:gd name="connsiteX183" fmla="*/ 160802 w 177191"/>
                <a:gd name="connsiteY183" fmla="*/ 102976 h 180246"/>
                <a:gd name="connsiteX184" fmla="*/ 159152 w 177191"/>
                <a:gd name="connsiteY184" fmla="*/ 104221 h 180246"/>
                <a:gd name="connsiteX185" fmla="*/ 156090 w 177191"/>
                <a:gd name="connsiteY185" fmla="*/ 105835 h 180246"/>
                <a:gd name="connsiteX186" fmla="*/ 154239 w 177191"/>
                <a:gd name="connsiteY186" fmla="*/ 106979 h 180246"/>
                <a:gd name="connsiteX187" fmla="*/ 152825 w 177191"/>
                <a:gd name="connsiteY187" fmla="*/ 107484 h 180246"/>
                <a:gd name="connsiteX188" fmla="*/ 150470 w 177191"/>
                <a:gd name="connsiteY188" fmla="*/ 107484 h 180246"/>
                <a:gd name="connsiteX189" fmla="*/ 148148 w 177191"/>
                <a:gd name="connsiteY189" fmla="*/ 107820 h 180246"/>
                <a:gd name="connsiteX190" fmla="*/ 145253 w 177191"/>
                <a:gd name="connsiteY190" fmla="*/ 107787 h 180246"/>
                <a:gd name="connsiteX191" fmla="*/ 141787 w 177191"/>
                <a:gd name="connsiteY191" fmla="*/ 107080 h 180246"/>
                <a:gd name="connsiteX192" fmla="*/ 137883 w 177191"/>
                <a:gd name="connsiteY192" fmla="*/ 108493 h 180246"/>
                <a:gd name="connsiteX193" fmla="*/ 134282 w 177191"/>
                <a:gd name="connsiteY193" fmla="*/ 109368 h 180246"/>
                <a:gd name="connsiteX194" fmla="*/ 131892 w 177191"/>
                <a:gd name="connsiteY194" fmla="*/ 110141 h 180246"/>
                <a:gd name="connsiteX195" fmla="*/ 128729 w 177191"/>
                <a:gd name="connsiteY195" fmla="*/ 109368 h 180246"/>
                <a:gd name="connsiteX196" fmla="*/ 125901 w 177191"/>
                <a:gd name="connsiteY196" fmla="*/ 107517 h 180246"/>
                <a:gd name="connsiteX197" fmla="*/ 122334 w 177191"/>
                <a:gd name="connsiteY197" fmla="*/ 106643 h 180246"/>
                <a:gd name="connsiteX198" fmla="*/ 117320 w 177191"/>
                <a:gd name="connsiteY198" fmla="*/ 107080 h 180246"/>
                <a:gd name="connsiteX199" fmla="*/ 114493 w 177191"/>
                <a:gd name="connsiteY199" fmla="*/ 111218 h 180246"/>
                <a:gd name="connsiteX200" fmla="*/ 113079 w 177191"/>
                <a:gd name="connsiteY200" fmla="*/ 116096 h 180246"/>
                <a:gd name="connsiteX201" fmla="*/ 113079 w 177191"/>
                <a:gd name="connsiteY201" fmla="*/ 120536 h 180246"/>
                <a:gd name="connsiteX202" fmla="*/ 112305 w 177191"/>
                <a:gd name="connsiteY202" fmla="*/ 126288 h 180246"/>
                <a:gd name="connsiteX203" fmla="*/ 112844 w 177191"/>
                <a:gd name="connsiteY203" fmla="*/ 129652 h 180246"/>
                <a:gd name="connsiteX204" fmla="*/ 116646 w 177191"/>
                <a:gd name="connsiteY204" fmla="*/ 135203 h 180246"/>
                <a:gd name="connsiteX205" fmla="*/ 118262 w 177191"/>
                <a:gd name="connsiteY205" fmla="*/ 138668 h 180246"/>
                <a:gd name="connsiteX206" fmla="*/ 121190 w 177191"/>
                <a:gd name="connsiteY206" fmla="*/ 139038 h 180246"/>
                <a:gd name="connsiteX207" fmla="*/ 124118 w 177191"/>
                <a:gd name="connsiteY207" fmla="*/ 137019 h 180246"/>
                <a:gd name="connsiteX208" fmla="*/ 124320 w 177191"/>
                <a:gd name="connsiteY208" fmla="*/ 137019 h 180246"/>
                <a:gd name="connsiteX209" fmla="*/ 126810 w 177191"/>
                <a:gd name="connsiteY209" fmla="*/ 138971 h 180246"/>
                <a:gd name="connsiteX210" fmla="*/ 129099 w 177191"/>
                <a:gd name="connsiteY210" fmla="*/ 142570 h 180246"/>
                <a:gd name="connsiteX211" fmla="*/ 129638 w 177191"/>
                <a:gd name="connsiteY211" fmla="*/ 144757 h 180246"/>
                <a:gd name="connsiteX212" fmla="*/ 127786 w 177191"/>
                <a:gd name="connsiteY212" fmla="*/ 148760 h 180246"/>
                <a:gd name="connsiteX213" fmla="*/ 127988 w 177191"/>
                <a:gd name="connsiteY213" fmla="*/ 152426 h 180246"/>
                <a:gd name="connsiteX214" fmla="*/ 129402 w 177191"/>
                <a:gd name="connsiteY214" fmla="*/ 153772 h 180246"/>
                <a:gd name="connsiteX215" fmla="*/ 129402 w 177191"/>
                <a:gd name="connsiteY215" fmla="*/ 154647 h 180246"/>
                <a:gd name="connsiteX216" fmla="*/ 126575 w 177191"/>
                <a:gd name="connsiteY216" fmla="*/ 157035 h 180246"/>
                <a:gd name="connsiteX217" fmla="*/ 125161 w 177191"/>
                <a:gd name="connsiteY217" fmla="*/ 158347 h 180246"/>
                <a:gd name="connsiteX218" fmla="*/ 120921 w 177191"/>
                <a:gd name="connsiteY218" fmla="*/ 160735 h 180246"/>
                <a:gd name="connsiteX219" fmla="*/ 118733 w 177191"/>
                <a:gd name="connsiteY219" fmla="*/ 164873 h 180246"/>
                <a:gd name="connsiteX220" fmla="*/ 115570 w 177191"/>
                <a:gd name="connsiteY220" fmla="*/ 164873 h 180246"/>
                <a:gd name="connsiteX221" fmla="*/ 112406 w 177191"/>
                <a:gd name="connsiteY221" fmla="*/ 164873 h 180246"/>
                <a:gd name="connsiteX222" fmla="*/ 108603 w 177191"/>
                <a:gd name="connsiteY222" fmla="*/ 164873 h 180246"/>
                <a:gd name="connsiteX223" fmla="*/ 104363 w 177191"/>
                <a:gd name="connsiteY223" fmla="*/ 160870 h 180246"/>
                <a:gd name="connsiteX224" fmla="*/ 99584 w 177191"/>
                <a:gd name="connsiteY224" fmla="*/ 160197 h 180246"/>
                <a:gd name="connsiteX225" fmla="*/ 98170 w 177191"/>
                <a:gd name="connsiteY225" fmla="*/ 161408 h 180246"/>
                <a:gd name="connsiteX226" fmla="*/ 97497 w 177191"/>
                <a:gd name="connsiteY226" fmla="*/ 162384 h 180246"/>
                <a:gd name="connsiteX227" fmla="*/ 96959 w 177191"/>
                <a:gd name="connsiteY227" fmla="*/ 164234 h 180246"/>
                <a:gd name="connsiteX228" fmla="*/ 96420 w 177191"/>
                <a:gd name="connsiteY228" fmla="*/ 166185 h 180246"/>
                <a:gd name="connsiteX229" fmla="*/ 96521 w 177191"/>
                <a:gd name="connsiteY229" fmla="*/ 168573 h 180246"/>
                <a:gd name="connsiteX230" fmla="*/ 96185 w 177191"/>
                <a:gd name="connsiteY230" fmla="*/ 170424 h 180246"/>
                <a:gd name="connsiteX231" fmla="*/ 95512 w 177191"/>
                <a:gd name="connsiteY231" fmla="*/ 171736 h 180246"/>
                <a:gd name="connsiteX232" fmla="*/ 93997 w 177191"/>
                <a:gd name="connsiteY232" fmla="*/ 173485 h 180246"/>
                <a:gd name="connsiteX233" fmla="*/ 90396 w 177191"/>
                <a:gd name="connsiteY233" fmla="*/ 175133 h 180246"/>
                <a:gd name="connsiteX234" fmla="*/ 87771 w 177191"/>
                <a:gd name="connsiteY234" fmla="*/ 175772 h 180246"/>
                <a:gd name="connsiteX235" fmla="*/ 85382 w 177191"/>
                <a:gd name="connsiteY235" fmla="*/ 176546 h 180246"/>
                <a:gd name="connsiteX236" fmla="*/ 83733 w 177191"/>
                <a:gd name="connsiteY236" fmla="*/ 176546 h 180246"/>
                <a:gd name="connsiteX237" fmla="*/ 81680 w 177191"/>
                <a:gd name="connsiteY237" fmla="*/ 176580 h 180246"/>
                <a:gd name="connsiteX238" fmla="*/ 77439 w 177191"/>
                <a:gd name="connsiteY238" fmla="*/ 173518 h 180246"/>
                <a:gd name="connsiteX239" fmla="*/ 74949 w 177191"/>
                <a:gd name="connsiteY239" fmla="*/ 170491 h 180246"/>
                <a:gd name="connsiteX240" fmla="*/ 72660 w 177191"/>
                <a:gd name="connsiteY240" fmla="*/ 168203 h 180246"/>
                <a:gd name="connsiteX241" fmla="*/ 70271 w 177191"/>
                <a:gd name="connsiteY241" fmla="*/ 168102 h 180246"/>
                <a:gd name="connsiteX242" fmla="*/ 66367 w 177191"/>
                <a:gd name="connsiteY242" fmla="*/ 168203 h 180246"/>
                <a:gd name="connsiteX243" fmla="*/ 63102 w 177191"/>
                <a:gd name="connsiteY243" fmla="*/ 169717 h 180246"/>
                <a:gd name="connsiteX244" fmla="*/ 61251 w 177191"/>
                <a:gd name="connsiteY244" fmla="*/ 171231 h 180246"/>
                <a:gd name="connsiteX245" fmla="*/ 56573 w 177191"/>
                <a:gd name="connsiteY245" fmla="*/ 173619 h 180246"/>
                <a:gd name="connsiteX246" fmla="*/ 52097 w 177191"/>
                <a:gd name="connsiteY246" fmla="*/ 174931 h 180246"/>
                <a:gd name="connsiteX247" fmla="*/ 48294 w 177191"/>
                <a:gd name="connsiteY247" fmla="*/ 175032 h 180246"/>
                <a:gd name="connsiteX248" fmla="*/ 42876 w 177191"/>
                <a:gd name="connsiteY248" fmla="*/ 173619 h 180246"/>
                <a:gd name="connsiteX249" fmla="*/ 40385 w 177191"/>
                <a:gd name="connsiteY249" fmla="*/ 173619 h 180246"/>
                <a:gd name="connsiteX250" fmla="*/ 38097 w 177191"/>
                <a:gd name="connsiteY250" fmla="*/ 175470 h 180246"/>
                <a:gd name="connsiteX251" fmla="*/ 37121 w 177191"/>
                <a:gd name="connsiteY251" fmla="*/ 179607 h 180246"/>
                <a:gd name="connsiteX252" fmla="*/ 35606 w 177191"/>
                <a:gd name="connsiteY252" fmla="*/ 180246 h 180246"/>
                <a:gd name="connsiteX253" fmla="*/ 30827 w 177191"/>
                <a:gd name="connsiteY253" fmla="*/ 179607 h 180246"/>
                <a:gd name="connsiteX254" fmla="*/ 28539 w 177191"/>
                <a:gd name="connsiteY254" fmla="*/ 178194 h 180246"/>
                <a:gd name="connsiteX255" fmla="*/ 25813 w 177191"/>
                <a:gd name="connsiteY255" fmla="*/ 173518 h 180246"/>
                <a:gd name="connsiteX256" fmla="*/ 24938 w 177191"/>
                <a:gd name="connsiteY256" fmla="*/ 170491 h 180246"/>
                <a:gd name="connsiteX257" fmla="*/ 22212 w 177191"/>
                <a:gd name="connsiteY257" fmla="*/ 168540 h 180246"/>
                <a:gd name="connsiteX258" fmla="*/ 18409 w 177191"/>
                <a:gd name="connsiteY258" fmla="*/ 168102 h 180246"/>
                <a:gd name="connsiteX259" fmla="*/ 15481 w 177191"/>
                <a:gd name="connsiteY259" fmla="*/ 167901 h 180246"/>
                <a:gd name="connsiteX260" fmla="*/ 11779 w 177191"/>
                <a:gd name="connsiteY260" fmla="*/ 166589 h 180246"/>
                <a:gd name="connsiteX261" fmla="*/ 11106 w 177191"/>
                <a:gd name="connsiteY261" fmla="*/ 162249 h 180246"/>
                <a:gd name="connsiteX262" fmla="*/ 8515 w 177191"/>
                <a:gd name="connsiteY262" fmla="*/ 161375 h 180246"/>
                <a:gd name="connsiteX263" fmla="*/ 3837 w 177191"/>
                <a:gd name="connsiteY263" fmla="*/ 160500 h 180246"/>
                <a:gd name="connsiteX264" fmla="*/ 3365 w 177191"/>
                <a:gd name="connsiteY264" fmla="*/ 158986 h 180246"/>
                <a:gd name="connsiteX265" fmla="*/ 1548 w 177191"/>
                <a:gd name="connsiteY265" fmla="*/ 155959 h 180246"/>
                <a:gd name="connsiteX266" fmla="*/ 1548 w 177191"/>
                <a:gd name="connsiteY266" fmla="*/ 153671 h 180246"/>
                <a:gd name="connsiteX267" fmla="*/ 2861 w 177191"/>
                <a:gd name="connsiteY267" fmla="*/ 152494 h 180246"/>
                <a:gd name="connsiteX268" fmla="*/ 5788 w 177191"/>
                <a:gd name="connsiteY268" fmla="*/ 152595 h 180246"/>
                <a:gd name="connsiteX269" fmla="*/ 8077 w 177191"/>
                <a:gd name="connsiteY269" fmla="*/ 153469 h 180246"/>
                <a:gd name="connsiteX270" fmla="*/ 9591 w 177191"/>
                <a:gd name="connsiteY270" fmla="*/ 153907 h 180246"/>
                <a:gd name="connsiteX271" fmla="*/ 11981 w 177191"/>
                <a:gd name="connsiteY271" fmla="*/ 154344 h 180246"/>
                <a:gd name="connsiteX272" fmla="*/ 13630 w 177191"/>
                <a:gd name="connsiteY272" fmla="*/ 153133 h 18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77191" h="180246">
                  <a:moveTo>
                    <a:pt x="13630" y="153133"/>
                  </a:moveTo>
                  <a:lnTo>
                    <a:pt x="14539" y="151585"/>
                  </a:lnTo>
                  <a:lnTo>
                    <a:pt x="14909" y="149870"/>
                  </a:lnTo>
                  <a:lnTo>
                    <a:pt x="13866" y="148255"/>
                  </a:lnTo>
                  <a:lnTo>
                    <a:pt x="10702" y="145127"/>
                  </a:lnTo>
                  <a:lnTo>
                    <a:pt x="9221" y="142974"/>
                  </a:lnTo>
                  <a:lnTo>
                    <a:pt x="6091" y="139677"/>
                  </a:lnTo>
                  <a:lnTo>
                    <a:pt x="3769" y="137860"/>
                  </a:lnTo>
                  <a:cubicBezTo>
                    <a:pt x="3769" y="137860"/>
                    <a:pt x="1582" y="135607"/>
                    <a:pt x="1514" y="135405"/>
                  </a:cubicBezTo>
                  <a:cubicBezTo>
                    <a:pt x="1447" y="135203"/>
                    <a:pt x="572" y="132646"/>
                    <a:pt x="505" y="132444"/>
                  </a:cubicBezTo>
                  <a:cubicBezTo>
                    <a:pt x="438" y="132243"/>
                    <a:pt x="269" y="129854"/>
                    <a:pt x="269" y="129854"/>
                  </a:cubicBezTo>
                  <a:lnTo>
                    <a:pt x="0" y="126019"/>
                  </a:lnTo>
                  <a:lnTo>
                    <a:pt x="0" y="124068"/>
                  </a:lnTo>
                  <a:lnTo>
                    <a:pt x="3601" y="123194"/>
                  </a:lnTo>
                  <a:lnTo>
                    <a:pt x="4341" y="123194"/>
                  </a:lnTo>
                  <a:lnTo>
                    <a:pt x="6091" y="123194"/>
                  </a:lnTo>
                  <a:lnTo>
                    <a:pt x="7841" y="123194"/>
                  </a:lnTo>
                  <a:lnTo>
                    <a:pt x="9558" y="123194"/>
                  </a:lnTo>
                  <a:cubicBezTo>
                    <a:pt x="9558" y="123194"/>
                    <a:pt x="9558" y="123261"/>
                    <a:pt x="10298" y="122689"/>
                  </a:cubicBezTo>
                  <a:cubicBezTo>
                    <a:pt x="11039" y="122117"/>
                    <a:pt x="12250" y="121175"/>
                    <a:pt x="12250" y="121175"/>
                  </a:cubicBezTo>
                  <a:lnTo>
                    <a:pt x="13765" y="117912"/>
                  </a:lnTo>
                  <a:lnTo>
                    <a:pt x="16659" y="115322"/>
                  </a:lnTo>
                  <a:cubicBezTo>
                    <a:pt x="16659" y="115322"/>
                    <a:pt x="18039" y="114885"/>
                    <a:pt x="18476" y="114447"/>
                  </a:cubicBezTo>
                  <a:cubicBezTo>
                    <a:pt x="18914" y="114010"/>
                    <a:pt x="21808" y="111756"/>
                    <a:pt x="21808" y="111756"/>
                  </a:cubicBezTo>
                  <a:cubicBezTo>
                    <a:pt x="21808" y="111756"/>
                    <a:pt x="23693" y="111117"/>
                    <a:pt x="23996" y="111117"/>
                  </a:cubicBezTo>
                  <a:cubicBezTo>
                    <a:pt x="24299" y="111117"/>
                    <a:pt x="25510" y="111050"/>
                    <a:pt x="26318" y="111117"/>
                  </a:cubicBezTo>
                  <a:cubicBezTo>
                    <a:pt x="27125" y="111184"/>
                    <a:pt x="28337" y="110982"/>
                    <a:pt x="29212" y="111083"/>
                  </a:cubicBezTo>
                  <a:cubicBezTo>
                    <a:pt x="30087" y="111184"/>
                    <a:pt x="31534" y="110478"/>
                    <a:pt x="31837" y="110478"/>
                  </a:cubicBezTo>
                  <a:cubicBezTo>
                    <a:pt x="32106" y="110478"/>
                    <a:pt x="32981" y="110040"/>
                    <a:pt x="33722" y="109906"/>
                  </a:cubicBezTo>
                  <a:cubicBezTo>
                    <a:pt x="34429" y="109771"/>
                    <a:pt x="36111" y="107955"/>
                    <a:pt x="36111" y="107955"/>
                  </a:cubicBezTo>
                  <a:cubicBezTo>
                    <a:pt x="36111" y="107955"/>
                    <a:pt x="36751" y="107316"/>
                    <a:pt x="36919" y="107013"/>
                  </a:cubicBezTo>
                  <a:cubicBezTo>
                    <a:pt x="37054" y="106744"/>
                    <a:pt x="38063" y="105499"/>
                    <a:pt x="38299" y="105432"/>
                  </a:cubicBezTo>
                  <a:cubicBezTo>
                    <a:pt x="38501" y="105365"/>
                    <a:pt x="39544" y="104490"/>
                    <a:pt x="39813" y="104490"/>
                  </a:cubicBezTo>
                  <a:cubicBezTo>
                    <a:pt x="40082" y="104490"/>
                    <a:pt x="41967" y="102606"/>
                    <a:pt x="42203" y="102539"/>
                  </a:cubicBezTo>
                  <a:cubicBezTo>
                    <a:pt x="42405" y="102471"/>
                    <a:pt x="43448" y="101227"/>
                    <a:pt x="43717" y="101025"/>
                  </a:cubicBezTo>
                  <a:cubicBezTo>
                    <a:pt x="44020" y="100823"/>
                    <a:pt x="45232" y="99007"/>
                    <a:pt x="45232" y="98704"/>
                  </a:cubicBezTo>
                  <a:cubicBezTo>
                    <a:pt x="45232" y="98401"/>
                    <a:pt x="45232" y="94566"/>
                    <a:pt x="45232" y="94566"/>
                  </a:cubicBezTo>
                  <a:lnTo>
                    <a:pt x="41900" y="91370"/>
                  </a:lnTo>
                  <a:lnTo>
                    <a:pt x="41193" y="88107"/>
                  </a:lnTo>
                  <a:lnTo>
                    <a:pt x="37121" y="84979"/>
                  </a:lnTo>
                  <a:lnTo>
                    <a:pt x="35674" y="84979"/>
                  </a:lnTo>
                  <a:lnTo>
                    <a:pt x="33924" y="84979"/>
                  </a:lnTo>
                  <a:lnTo>
                    <a:pt x="31904" y="83835"/>
                  </a:lnTo>
                  <a:lnTo>
                    <a:pt x="31029" y="82254"/>
                  </a:lnTo>
                  <a:lnTo>
                    <a:pt x="31433" y="81043"/>
                  </a:lnTo>
                  <a:lnTo>
                    <a:pt x="30289" y="79126"/>
                  </a:lnTo>
                  <a:lnTo>
                    <a:pt x="29481" y="77545"/>
                  </a:lnTo>
                  <a:lnTo>
                    <a:pt x="28236" y="76771"/>
                  </a:lnTo>
                  <a:cubicBezTo>
                    <a:pt x="28236" y="76771"/>
                    <a:pt x="25914" y="75022"/>
                    <a:pt x="25779" y="74820"/>
                  </a:cubicBezTo>
                  <a:cubicBezTo>
                    <a:pt x="25678" y="74618"/>
                    <a:pt x="24669" y="72532"/>
                    <a:pt x="24669" y="72532"/>
                  </a:cubicBezTo>
                  <a:lnTo>
                    <a:pt x="24366" y="70783"/>
                  </a:lnTo>
                  <a:lnTo>
                    <a:pt x="24366" y="70178"/>
                  </a:lnTo>
                  <a:cubicBezTo>
                    <a:pt x="24366" y="70178"/>
                    <a:pt x="23827" y="68226"/>
                    <a:pt x="23996" y="68159"/>
                  </a:cubicBezTo>
                  <a:cubicBezTo>
                    <a:pt x="24164" y="68092"/>
                    <a:pt x="24366" y="66847"/>
                    <a:pt x="24366" y="66847"/>
                  </a:cubicBezTo>
                  <a:cubicBezTo>
                    <a:pt x="24635" y="66612"/>
                    <a:pt x="25241" y="65636"/>
                    <a:pt x="25241" y="65636"/>
                  </a:cubicBezTo>
                  <a:cubicBezTo>
                    <a:pt x="25241" y="65636"/>
                    <a:pt x="26823" y="64122"/>
                    <a:pt x="26991" y="64122"/>
                  </a:cubicBezTo>
                  <a:cubicBezTo>
                    <a:pt x="27159" y="64122"/>
                    <a:pt x="28404" y="63685"/>
                    <a:pt x="28606" y="63685"/>
                  </a:cubicBezTo>
                  <a:cubicBezTo>
                    <a:pt x="28842" y="63685"/>
                    <a:pt x="29481" y="63786"/>
                    <a:pt x="29818" y="63685"/>
                  </a:cubicBezTo>
                  <a:cubicBezTo>
                    <a:pt x="30154" y="63584"/>
                    <a:pt x="32039" y="62541"/>
                    <a:pt x="32039" y="62541"/>
                  </a:cubicBezTo>
                  <a:lnTo>
                    <a:pt x="34866" y="60523"/>
                  </a:lnTo>
                  <a:lnTo>
                    <a:pt x="35943" y="59716"/>
                  </a:lnTo>
                  <a:cubicBezTo>
                    <a:pt x="35943" y="59716"/>
                    <a:pt x="36986" y="59379"/>
                    <a:pt x="37188" y="59346"/>
                  </a:cubicBezTo>
                  <a:cubicBezTo>
                    <a:pt x="37390" y="59278"/>
                    <a:pt x="39208" y="59514"/>
                    <a:pt x="39409" y="59346"/>
                  </a:cubicBezTo>
                  <a:cubicBezTo>
                    <a:pt x="39612" y="59177"/>
                    <a:pt x="40924" y="59480"/>
                    <a:pt x="41328" y="59346"/>
                  </a:cubicBezTo>
                  <a:cubicBezTo>
                    <a:pt x="41698" y="59177"/>
                    <a:pt x="42674" y="59312"/>
                    <a:pt x="43212" y="59312"/>
                  </a:cubicBezTo>
                  <a:cubicBezTo>
                    <a:pt x="43751" y="59312"/>
                    <a:pt x="45804" y="59245"/>
                    <a:pt x="46039" y="59278"/>
                  </a:cubicBezTo>
                  <a:cubicBezTo>
                    <a:pt x="46241" y="59312"/>
                    <a:pt x="47184" y="59211"/>
                    <a:pt x="47924" y="59278"/>
                  </a:cubicBezTo>
                  <a:cubicBezTo>
                    <a:pt x="48698" y="59312"/>
                    <a:pt x="49573" y="59413"/>
                    <a:pt x="50112" y="59278"/>
                  </a:cubicBezTo>
                  <a:cubicBezTo>
                    <a:pt x="50650" y="59110"/>
                    <a:pt x="53544" y="58471"/>
                    <a:pt x="53544" y="58471"/>
                  </a:cubicBezTo>
                  <a:cubicBezTo>
                    <a:pt x="53544" y="58471"/>
                    <a:pt x="54419" y="55914"/>
                    <a:pt x="54722" y="55881"/>
                  </a:cubicBezTo>
                  <a:cubicBezTo>
                    <a:pt x="55059" y="55813"/>
                    <a:pt x="57011" y="52685"/>
                    <a:pt x="57011" y="52685"/>
                  </a:cubicBezTo>
                  <a:cubicBezTo>
                    <a:pt x="57011" y="52685"/>
                    <a:pt x="57650" y="49859"/>
                    <a:pt x="57650" y="49691"/>
                  </a:cubicBezTo>
                  <a:cubicBezTo>
                    <a:pt x="57650" y="49523"/>
                    <a:pt x="58290" y="47403"/>
                    <a:pt x="58290" y="47403"/>
                  </a:cubicBezTo>
                  <a:lnTo>
                    <a:pt x="59939" y="45116"/>
                  </a:lnTo>
                  <a:lnTo>
                    <a:pt x="60746" y="44140"/>
                  </a:lnTo>
                  <a:lnTo>
                    <a:pt x="62093" y="42627"/>
                  </a:lnTo>
                  <a:cubicBezTo>
                    <a:pt x="62093" y="42627"/>
                    <a:pt x="63775" y="40945"/>
                    <a:pt x="64011" y="40844"/>
                  </a:cubicBezTo>
                  <a:cubicBezTo>
                    <a:pt x="64213" y="40743"/>
                    <a:pt x="66670" y="39935"/>
                    <a:pt x="66670" y="39935"/>
                  </a:cubicBezTo>
                  <a:cubicBezTo>
                    <a:pt x="66670" y="39935"/>
                    <a:pt x="68420" y="39801"/>
                    <a:pt x="68722" y="39801"/>
                  </a:cubicBezTo>
                  <a:cubicBezTo>
                    <a:pt x="69026" y="39801"/>
                    <a:pt x="70405" y="39801"/>
                    <a:pt x="70405" y="39801"/>
                  </a:cubicBezTo>
                  <a:lnTo>
                    <a:pt x="72525" y="39465"/>
                  </a:lnTo>
                  <a:lnTo>
                    <a:pt x="74275" y="38825"/>
                  </a:lnTo>
                  <a:cubicBezTo>
                    <a:pt x="74275" y="38825"/>
                    <a:pt x="75487" y="37581"/>
                    <a:pt x="75689" y="37581"/>
                  </a:cubicBezTo>
                  <a:cubicBezTo>
                    <a:pt x="75891" y="37581"/>
                    <a:pt x="76732" y="36538"/>
                    <a:pt x="76732" y="36538"/>
                  </a:cubicBezTo>
                  <a:cubicBezTo>
                    <a:pt x="76732" y="36538"/>
                    <a:pt x="78247" y="36605"/>
                    <a:pt x="78482" y="36538"/>
                  </a:cubicBezTo>
                  <a:cubicBezTo>
                    <a:pt x="78684" y="36471"/>
                    <a:pt x="79290" y="37850"/>
                    <a:pt x="79290" y="37850"/>
                  </a:cubicBezTo>
                  <a:lnTo>
                    <a:pt x="79795" y="39027"/>
                  </a:lnTo>
                  <a:cubicBezTo>
                    <a:pt x="79795" y="39027"/>
                    <a:pt x="81814" y="39532"/>
                    <a:pt x="82184" y="39532"/>
                  </a:cubicBezTo>
                  <a:cubicBezTo>
                    <a:pt x="82555" y="39532"/>
                    <a:pt x="83968" y="39364"/>
                    <a:pt x="83968" y="39364"/>
                  </a:cubicBezTo>
                  <a:cubicBezTo>
                    <a:pt x="83968" y="39364"/>
                    <a:pt x="84843" y="38018"/>
                    <a:pt x="84843" y="37850"/>
                  </a:cubicBezTo>
                  <a:cubicBezTo>
                    <a:pt x="84843" y="37682"/>
                    <a:pt x="84136" y="35798"/>
                    <a:pt x="83968" y="35663"/>
                  </a:cubicBezTo>
                  <a:cubicBezTo>
                    <a:pt x="83800" y="35562"/>
                    <a:pt x="82353" y="34755"/>
                    <a:pt x="82184" y="34620"/>
                  </a:cubicBezTo>
                  <a:cubicBezTo>
                    <a:pt x="82016" y="34519"/>
                    <a:pt x="79694" y="33207"/>
                    <a:pt x="79694" y="33207"/>
                  </a:cubicBezTo>
                  <a:lnTo>
                    <a:pt x="76665" y="30920"/>
                  </a:lnTo>
                  <a:cubicBezTo>
                    <a:pt x="76665" y="30920"/>
                    <a:pt x="75756" y="29003"/>
                    <a:pt x="75588" y="28902"/>
                  </a:cubicBezTo>
                  <a:cubicBezTo>
                    <a:pt x="75420" y="28801"/>
                    <a:pt x="74174" y="26782"/>
                    <a:pt x="74074" y="26614"/>
                  </a:cubicBezTo>
                  <a:cubicBezTo>
                    <a:pt x="73973" y="26446"/>
                    <a:pt x="72829" y="24394"/>
                    <a:pt x="72829" y="24158"/>
                  </a:cubicBezTo>
                  <a:cubicBezTo>
                    <a:pt x="72829" y="23957"/>
                    <a:pt x="72559" y="22476"/>
                    <a:pt x="72559" y="22476"/>
                  </a:cubicBezTo>
                  <a:cubicBezTo>
                    <a:pt x="72559" y="22476"/>
                    <a:pt x="73333" y="21333"/>
                    <a:pt x="73468" y="21333"/>
                  </a:cubicBezTo>
                  <a:cubicBezTo>
                    <a:pt x="73603" y="21333"/>
                    <a:pt x="75218" y="20794"/>
                    <a:pt x="75218" y="20794"/>
                  </a:cubicBezTo>
                  <a:lnTo>
                    <a:pt x="77372" y="21131"/>
                  </a:lnTo>
                  <a:lnTo>
                    <a:pt x="79694" y="22443"/>
                  </a:lnTo>
                  <a:lnTo>
                    <a:pt x="80905" y="23519"/>
                  </a:lnTo>
                  <a:cubicBezTo>
                    <a:pt x="80905" y="23519"/>
                    <a:pt x="84103" y="24831"/>
                    <a:pt x="84338" y="24831"/>
                  </a:cubicBezTo>
                  <a:cubicBezTo>
                    <a:pt x="84574" y="24831"/>
                    <a:pt x="85550" y="24394"/>
                    <a:pt x="85415" y="23755"/>
                  </a:cubicBezTo>
                  <a:cubicBezTo>
                    <a:pt x="85314" y="23116"/>
                    <a:pt x="84978" y="22342"/>
                    <a:pt x="84910" y="22174"/>
                  </a:cubicBezTo>
                  <a:cubicBezTo>
                    <a:pt x="84843" y="22006"/>
                    <a:pt x="84843" y="20290"/>
                    <a:pt x="84742" y="20122"/>
                  </a:cubicBezTo>
                  <a:cubicBezTo>
                    <a:pt x="84641" y="19953"/>
                    <a:pt x="83093" y="18171"/>
                    <a:pt x="83093" y="18171"/>
                  </a:cubicBezTo>
                  <a:lnTo>
                    <a:pt x="81747" y="17027"/>
                  </a:lnTo>
                  <a:cubicBezTo>
                    <a:pt x="81747" y="17027"/>
                    <a:pt x="80771" y="15715"/>
                    <a:pt x="80771" y="15177"/>
                  </a:cubicBezTo>
                  <a:cubicBezTo>
                    <a:pt x="80771" y="14638"/>
                    <a:pt x="80401" y="13831"/>
                    <a:pt x="80771" y="13764"/>
                  </a:cubicBezTo>
                  <a:cubicBezTo>
                    <a:pt x="81141" y="13697"/>
                    <a:pt x="82117" y="13326"/>
                    <a:pt x="82790" y="13158"/>
                  </a:cubicBezTo>
                  <a:cubicBezTo>
                    <a:pt x="83463" y="12990"/>
                    <a:pt x="84978" y="12822"/>
                    <a:pt x="85415" y="12822"/>
                  </a:cubicBezTo>
                  <a:cubicBezTo>
                    <a:pt x="85853" y="12822"/>
                    <a:pt x="89420" y="14067"/>
                    <a:pt x="89420" y="14067"/>
                  </a:cubicBezTo>
                  <a:cubicBezTo>
                    <a:pt x="89420" y="14067"/>
                    <a:pt x="91843" y="12082"/>
                    <a:pt x="92045" y="12149"/>
                  </a:cubicBezTo>
                  <a:cubicBezTo>
                    <a:pt x="92247" y="12216"/>
                    <a:pt x="94064" y="11140"/>
                    <a:pt x="94435" y="10703"/>
                  </a:cubicBezTo>
                  <a:cubicBezTo>
                    <a:pt x="94805" y="10265"/>
                    <a:pt x="94637" y="8516"/>
                    <a:pt x="94738" y="7574"/>
                  </a:cubicBezTo>
                  <a:cubicBezTo>
                    <a:pt x="94805" y="6632"/>
                    <a:pt x="94603" y="5690"/>
                    <a:pt x="94738" y="5051"/>
                  </a:cubicBezTo>
                  <a:cubicBezTo>
                    <a:pt x="94872" y="4412"/>
                    <a:pt x="95444" y="3470"/>
                    <a:pt x="95814" y="3033"/>
                  </a:cubicBezTo>
                  <a:cubicBezTo>
                    <a:pt x="96185" y="2595"/>
                    <a:pt x="96690" y="1586"/>
                    <a:pt x="96959" y="1351"/>
                  </a:cubicBezTo>
                  <a:cubicBezTo>
                    <a:pt x="97262" y="1115"/>
                    <a:pt x="99079" y="207"/>
                    <a:pt x="99348" y="39"/>
                  </a:cubicBezTo>
                  <a:cubicBezTo>
                    <a:pt x="99651" y="-96"/>
                    <a:pt x="100930" y="173"/>
                    <a:pt x="101536" y="39"/>
                  </a:cubicBezTo>
                  <a:cubicBezTo>
                    <a:pt x="102108" y="-96"/>
                    <a:pt x="102545" y="342"/>
                    <a:pt x="102848" y="543"/>
                  </a:cubicBezTo>
                  <a:cubicBezTo>
                    <a:pt x="103118" y="745"/>
                    <a:pt x="103589" y="1990"/>
                    <a:pt x="103723" y="3066"/>
                  </a:cubicBezTo>
                  <a:cubicBezTo>
                    <a:pt x="103858" y="4143"/>
                    <a:pt x="103589" y="4950"/>
                    <a:pt x="103723" y="6027"/>
                  </a:cubicBezTo>
                  <a:cubicBezTo>
                    <a:pt x="103858" y="7103"/>
                    <a:pt x="103589" y="8045"/>
                    <a:pt x="103757" y="8482"/>
                  </a:cubicBezTo>
                  <a:cubicBezTo>
                    <a:pt x="103925" y="8920"/>
                    <a:pt x="103757" y="11611"/>
                    <a:pt x="103757" y="11611"/>
                  </a:cubicBezTo>
                  <a:cubicBezTo>
                    <a:pt x="103757" y="11611"/>
                    <a:pt x="103286" y="13057"/>
                    <a:pt x="104161" y="13932"/>
                  </a:cubicBezTo>
                  <a:cubicBezTo>
                    <a:pt x="105036" y="14807"/>
                    <a:pt x="105675" y="16388"/>
                    <a:pt x="105978" y="16825"/>
                  </a:cubicBezTo>
                  <a:cubicBezTo>
                    <a:pt x="106281" y="17262"/>
                    <a:pt x="107055" y="19718"/>
                    <a:pt x="107291" y="19785"/>
                  </a:cubicBezTo>
                  <a:cubicBezTo>
                    <a:pt x="107526" y="19853"/>
                    <a:pt x="108738" y="22039"/>
                    <a:pt x="109680" y="22409"/>
                  </a:cubicBezTo>
                  <a:cubicBezTo>
                    <a:pt x="110623" y="22779"/>
                    <a:pt x="111565" y="24226"/>
                    <a:pt x="113214" y="25100"/>
                  </a:cubicBezTo>
                  <a:cubicBezTo>
                    <a:pt x="114863" y="25975"/>
                    <a:pt x="117354" y="27691"/>
                    <a:pt x="117354" y="27691"/>
                  </a:cubicBezTo>
                  <a:lnTo>
                    <a:pt x="119507" y="29070"/>
                  </a:lnTo>
                  <a:lnTo>
                    <a:pt x="123983" y="35091"/>
                  </a:lnTo>
                  <a:lnTo>
                    <a:pt x="127315" y="38624"/>
                  </a:lnTo>
                  <a:lnTo>
                    <a:pt x="129839" y="41012"/>
                  </a:lnTo>
                  <a:lnTo>
                    <a:pt x="135931" y="43535"/>
                  </a:lnTo>
                  <a:cubicBezTo>
                    <a:pt x="135931" y="43535"/>
                    <a:pt x="141585" y="42088"/>
                    <a:pt x="142022" y="41954"/>
                  </a:cubicBezTo>
                  <a:cubicBezTo>
                    <a:pt x="142460" y="41819"/>
                    <a:pt x="146667" y="41079"/>
                    <a:pt x="146667" y="41079"/>
                  </a:cubicBezTo>
                  <a:lnTo>
                    <a:pt x="157840" y="41449"/>
                  </a:lnTo>
                  <a:lnTo>
                    <a:pt x="161172" y="41449"/>
                  </a:lnTo>
                  <a:lnTo>
                    <a:pt x="165379" y="43198"/>
                  </a:lnTo>
                  <a:lnTo>
                    <a:pt x="171302" y="43198"/>
                  </a:lnTo>
                  <a:cubicBezTo>
                    <a:pt x="171302" y="43198"/>
                    <a:pt x="173893" y="42627"/>
                    <a:pt x="174499" y="42761"/>
                  </a:cubicBezTo>
                  <a:cubicBezTo>
                    <a:pt x="175071" y="42896"/>
                    <a:pt x="176383" y="45452"/>
                    <a:pt x="176383" y="45452"/>
                  </a:cubicBezTo>
                  <a:lnTo>
                    <a:pt x="177191" y="46966"/>
                  </a:lnTo>
                  <a:lnTo>
                    <a:pt x="176249" y="49220"/>
                  </a:lnTo>
                  <a:lnTo>
                    <a:pt x="174667" y="50599"/>
                  </a:lnTo>
                  <a:lnTo>
                    <a:pt x="173220" y="51037"/>
                  </a:lnTo>
                  <a:lnTo>
                    <a:pt x="171571" y="50734"/>
                  </a:lnTo>
                  <a:lnTo>
                    <a:pt x="169855" y="50498"/>
                  </a:lnTo>
                  <a:lnTo>
                    <a:pt x="168710" y="51373"/>
                  </a:lnTo>
                  <a:lnTo>
                    <a:pt x="168710" y="54501"/>
                  </a:lnTo>
                  <a:lnTo>
                    <a:pt x="168912" y="55511"/>
                  </a:lnTo>
                  <a:lnTo>
                    <a:pt x="168138" y="56957"/>
                  </a:lnTo>
                  <a:lnTo>
                    <a:pt x="165749" y="57462"/>
                  </a:lnTo>
                  <a:cubicBezTo>
                    <a:pt x="165749" y="57462"/>
                    <a:pt x="164739" y="56890"/>
                    <a:pt x="164066" y="56890"/>
                  </a:cubicBezTo>
                  <a:cubicBezTo>
                    <a:pt x="163393" y="56890"/>
                    <a:pt x="161306" y="56587"/>
                    <a:pt x="161037" y="56587"/>
                  </a:cubicBezTo>
                  <a:cubicBezTo>
                    <a:pt x="160734" y="56587"/>
                    <a:pt x="158917" y="55006"/>
                    <a:pt x="158648" y="54905"/>
                  </a:cubicBezTo>
                  <a:cubicBezTo>
                    <a:pt x="158378" y="54838"/>
                    <a:pt x="155181" y="55645"/>
                    <a:pt x="155181" y="55645"/>
                  </a:cubicBezTo>
                  <a:cubicBezTo>
                    <a:pt x="155181" y="55645"/>
                    <a:pt x="153431" y="58034"/>
                    <a:pt x="153229" y="58538"/>
                  </a:cubicBezTo>
                  <a:cubicBezTo>
                    <a:pt x="153027" y="59043"/>
                    <a:pt x="150907" y="62945"/>
                    <a:pt x="150907" y="62945"/>
                  </a:cubicBezTo>
                  <a:lnTo>
                    <a:pt x="152287" y="65468"/>
                  </a:lnTo>
                  <a:lnTo>
                    <a:pt x="155922" y="67924"/>
                  </a:lnTo>
                  <a:lnTo>
                    <a:pt x="155989" y="69168"/>
                  </a:lnTo>
                  <a:lnTo>
                    <a:pt x="152926" y="71422"/>
                  </a:lnTo>
                  <a:lnTo>
                    <a:pt x="152051" y="73811"/>
                  </a:lnTo>
                  <a:cubicBezTo>
                    <a:pt x="152051" y="73811"/>
                    <a:pt x="152421" y="76064"/>
                    <a:pt x="152926" y="76502"/>
                  </a:cubicBezTo>
                  <a:cubicBezTo>
                    <a:pt x="153431" y="76939"/>
                    <a:pt x="154441" y="77578"/>
                    <a:pt x="154945" y="78016"/>
                  </a:cubicBezTo>
                  <a:cubicBezTo>
                    <a:pt x="155450" y="78453"/>
                    <a:pt x="156393" y="79529"/>
                    <a:pt x="156628" y="79597"/>
                  </a:cubicBezTo>
                  <a:cubicBezTo>
                    <a:pt x="156864" y="79664"/>
                    <a:pt x="156662" y="80538"/>
                    <a:pt x="156662" y="80538"/>
                  </a:cubicBezTo>
                  <a:cubicBezTo>
                    <a:pt x="156662" y="80538"/>
                    <a:pt x="156561" y="81346"/>
                    <a:pt x="156561" y="81615"/>
                  </a:cubicBezTo>
                  <a:cubicBezTo>
                    <a:pt x="156561" y="81918"/>
                    <a:pt x="156561" y="84003"/>
                    <a:pt x="156561" y="84003"/>
                  </a:cubicBezTo>
                  <a:lnTo>
                    <a:pt x="157705" y="84811"/>
                  </a:lnTo>
                  <a:cubicBezTo>
                    <a:pt x="157705" y="84811"/>
                    <a:pt x="159152" y="86560"/>
                    <a:pt x="159388" y="86829"/>
                  </a:cubicBezTo>
                  <a:cubicBezTo>
                    <a:pt x="159590" y="87132"/>
                    <a:pt x="160633" y="87771"/>
                    <a:pt x="161138" y="88276"/>
                  </a:cubicBezTo>
                  <a:cubicBezTo>
                    <a:pt x="161643" y="88780"/>
                    <a:pt x="161777" y="89150"/>
                    <a:pt x="162652" y="89857"/>
                  </a:cubicBezTo>
                  <a:cubicBezTo>
                    <a:pt x="163528" y="90597"/>
                    <a:pt x="163696" y="92312"/>
                    <a:pt x="163696" y="92312"/>
                  </a:cubicBezTo>
                  <a:lnTo>
                    <a:pt x="164301" y="93927"/>
                  </a:lnTo>
                  <a:lnTo>
                    <a:pt x="164369" y="96114"/>
                  </a:lnTo>
                  <a:lnTo>
                    <a:pt x="164436" y="98401"/>
                  </a:lnTo>
                  <a:cubicBezTo>
                    <a:pt x="164436" y="98401"/>
                    <a:pt x="163023" y="100621"/>
                    <a:pt x="162855" y="100689"/>
                  </a:cubicBezTo>
                  <a:cubicBezTo>
                    <a:pt x="162686" y="100756"/>
                    <a:pt x="160802" y="102976"/>
                    <a:pt x="160802" y="102976"/>
                  </a:cubicBezTo>
                  <a:cubicBezTo>
                    <a:pt x="160802" y="102976"/>
                    <a:pt x="159321" y="104120"/>
                    <a:pt x="159152" y="104221"/>
                  </a:cubicBezTo>
                  <a:cubicBezTo>
                    <a:pt x="158984" y="104322"/>
                    <a:pt x="156426" y="105701"/>
                    <a:pt x="156090" y="105835"/>
                  </a:cubicBezTo>
                  <a:cubicBezTo>
                    <a:pt x="155787" y="106004"/>
                    <a:pt x="154475" y="106912"/>
                    <a:pt x="154239" y="106979"/>
                  </a:cubicBezTo>
                  <a:cubicBezTo>
                    <a:pt x="154037" y="107047"/>
                    <a:pt x="153027" y="107484"/>
                    <a:pt x="152825" y="107484"/>
                  </a:cubicBezTo>
                  <a:cubicBezTo>
                    <a:pt x="152623" y="107484"/>
                    <a:pt x="150470" y="107484"/>
                    <a:pt x="150470" y="107484"/>
                  </a:cubicBezTo>
                  <a:cubicBezTo>
                    <a:pt x="150470" y="107484"/>
                    <a:pt x="148955" y="107820"/>
                    <a:pt x="148148" y="107820"/>
                  </a:cubicBezTo>
                  <a:cubicBezTo>
                    <a:pt x="147340" y="107820"/>
                    <a:pt x="145489" y="107787"/>
                    <a:pt x="145253" y="107787"/>
                  </a:cubicBezTo>
                  <a:cubicBezTo>
                    <a:pt x="145051" y="107787"/>
                    <a:pt x="141787" y="107080"/>
                    <a:pt x="141787" y="107080"/>
                  </a:cubicBezTo>
                  <a:lnTo>
                    <a:pt x="137883" y="108493"/>
                  </a:lnTo>
                  <a:lnTo>
                    <a:pt x="134282" y="109368"/>
                  </a:lnTo>
                  <a:lnTo>
                    <a:pt x="131892" y="110141"/>
                  </a:lnTo>
                  <a:lnTo>
                    <a:pt x="128729" y="109368"/>
                  </a:lnTo>
                  <a:lnTo>
                    <a:pt x="125901" y="107517"/>
                  </a:lnTo>
                  <a:lnTo>
                    <a:pt x="122334" y="106643"/>
                  </a:lnTo>
                  <a:lnTo>
                    <a:pt x="117320" y="107080"/>
                  </a:lnTo>
                  <a:lnTo>
                    <a:pt x="114493" y="111218"/>
                  </a:lnTo>
                  <a:lnTo>
                    <a:pt x="113079" y="116096"/>
                  </a:lnTo>
                  <a:lnTo>
                    <a:pt x="113079" y="120536"/>
                  </a:lnTo>
                  <a:lnTo>
                    <a:pt x="112305" y="126288"/>
                  </a:lnTo>
                  <a:lnTo>
                    <a:pt x="112844" y="129652"/>
                  </a:lnTo>
                  <a:lnTo>
                    <a:pt x="116646" y="135203"/>
                  </a:lnTo>
                  <a:lnTo>
                    <a:pt x="118262" y="138668"/>
                  </a:lnTo>
                  <a:lnTo>
                    <a:pt x="121190" y="139038"/>
                  </a:lnTo>
                  <a:lnTo>
                    <a:pt x="124118" y="137019"/>
                  </a:lnTo>
                  <a:lnTo>
                    <a:pt x="124320" y="137019"/>
                  </a:lnTo>
                  <a:lnTo>
                    <a:pt x="126810" y="138971"/>
                  </a:lnTo>
                  <a:lnTo>
                    <a:pt x="129099" y="142570"/>
                  </a:lnTo>
                  <a:lnTo>
                    <a:pt x="129638" y="144757"/>
                  </a:lnTo>
                  <a:lnTo>
                    <a:pt x="127786" y="148760"/>
                  </a:lnTo>
                  <a:lnTo>
                    <a:pt x="127988" y="152426"/>
                  </a:lnTo>
                  <a:lnTo>
                    <a:pt x="129402" y="153772"/>
                  </a:lnTo>
                  <a:cubicBezTo>
                    <a:pt x="129402" y="153772"/>
                    <a:pt x="129503" y="154310"/>
                    <a:pt x="129402" y="154647"/>
                  </a:cubicBezTo>
                  <a:cubicBezTo>
                    <a:pt x="129301" y="154983"/>
                    <a:pt x="126575" y="157035"/>
                    <a:pt x="126575" y="157035"/>
                  </a:cubicBezTo>
                  <a:cubicBezTo>
                    <a:pt x="126575" y="157035"/>
                    <a:pt x="125599" y="158347"/>
                    <a:pt x="125161" y="158347"/>
                  </a:cubicBezTo>
                  <a:cubicBezTo>
                    <a:pt x="124724" y="158347"/>
                    <a:pt x="120921" y="160735"/>
                    <a:pt x="120921" y="160735"/>
                  </a:cubicBezTo>
                  <a:lnTo>
                    <a:pt x="118733" y="164873"/>
                  </a:lnTo>
                  <a:lnTo>
                    <a:pt x="115570" y="164873"/>
                  </a:lnTo>
                  <a:lnTo>
                    <a:pt x="112406" y="164873"/>
                  </a:lnTo>
                  <a:lnTo>
                    <a:pt x="108603" y="164873"/>
                  </a:lnTo>
                  <a:lnTo>
                    <a:pt x="104363" y="160870"/>
                  </a:lnTo>
                  <a:lnTo>
                    <a:pt x="99584" y="160197"/>
                  </a:lnTo>
                  <a:lnTo>
                    <a:pt x="98170" y="161408"/>
                  </a:lnTo>
                  <a:lnTo>
                    <a:pt x="97497" y="162384"/>
                  </a:lnTo>
                  <a:cubicBezTo>
                    <a:pt x="97497" y="162384"/>
                    <a:pt x="96959" y="163797"/>
                    <a:pt x="96959" y="164234"/>
                  </a:cubicBezTo>
                  <a:cubicBezTo>
                    <a:pt x="96959" y="164671"/>
                    <a:pt x="96420" y="166185"/>
                    <a:pt x="96420" y="166185"/>
                  </a:cubicBezTo>
                  <a:lnTo>
                    <a:pt x="96521" y="168573"/>
                  </a:lnTo>
                  <a:lnTo>
                    <a:pt x="96185" y="170424"/>
                  </a:lnTo>
                  <a:cubicBezTo>
                    <a:pt x="96185" y="170424"/>
                    <a:pt x="95747" y="171399"/>
                    <a:pt x="95512" y="171736"/>
                  </a:cubicBezTo>
                  <a:cubicBezTo>
                    <a:pt x="95276" y="172072"/>
                    <a:pt x="94334" y="173148"/>
                    <a:pt x="93997" y="173485"/>
                  </a:cubicBezTo>
                  <a:cubicBezTo>
                    <a:pt x="93661" y="173821"/>
                    <a:pt x="90396" y="175133"/>
                    <a:pt x="90396" y="175133"/>
                  </a:cubicBezTo>
                  <a:lnTo>
                    <a:pt x="87771" y="175772"/>
                  </a:lnTo>
                  <a:cubicBezTo>
                    <a:pt x="87771" y="175772"/>
                    <a:pt x="86021" y="176411"/>
                    <a:pt x="85382" y="176546"/>
                  </a:cubicBezTo>
                  <a:cubicBezTo>
                    <a:pt x="84742" y="176647"/>
                    <a:pt x="84170" y="176445"/>
                    <a:pt x="83733" y="176546"/>
                  </a:cubicBezTo>
                  <a:cubicBezTo>
                    <a:pt x="83295" y="176647"/>
                    <a:pt x="82555" y="176714"/>
                    <a:pt x="81680" y="176580"/>
                  </a:cubicBezTo>
                  <a:cubicBezTo>
                    <a:pt x="80805" y="176445"/>
                    <a:pt x="78651" y="174595"/>
                    <a:pt x="77439" y="173518"/>
                  </a:cubicBezTo>
                  <a:cubicBezTo>
                    <a:pt x="76228" y="172442"/>
                    <a:pt x="75824" y="171029"/>
                    <a:pt x="74949" y="170491"/>
                  </a:cubicBezTo>
                  <a:cubicBezTo>
                    <a:pt x="74074" y="169953"/>
                    <a:pt x="72660" y="168203"/>
                    <a:pt x="72660" y="168203"/>
                  </a:cubicBezTo>
                  <a:cubicBezTo>
                    <a:pt x="72660" y="168203"/>
                    <a:pt x="70708" y="168102"/>
                    <a:pt x="70271" y="168102"/>
                  </a:cubicBezTo>
                  <a:cubicBezTo>
                    <a:pt x="69833" y="168102"/>
                    <a:pt x="66670" y="168203"/>
                    <a:pt x="66367" y="168203"/>
                  </a:cubicBezTo>
                  <a:cubicBezTo>
                    <a:pt x="66030" y="168203"/>
                    <a:pt x="63102" y="169717"/>
                    <a:pt x="63102" y="169717"/>
                  </a:cubicBezTo>
                  <a:lnTo>
                    <a:pt x="61251" y="171231"/>
                  </a:lnTo>
                  <a:lnTo>
                    <a:pt x="56573" y="173619"/>
                  </a:lnTo>
                  <a:lnTo>
                    <a:pt x="52097" y="174931"/>
                  </a:lnTo>
                  <a:cubicBezTo>
                    <a:pt x="52097" y="174931"/>
                    <a:pt x="48732" y="175032"/>
                    <a:pt x="48294" y="175032"/>
                  </a:cubicBezTo>
                  <a:cubicBezTo>
                    <a:pt x="47857" y="175032"/>
                    <a:pt x="43953" y="173619"/>
                    <a:pt x="42876" y="173619"/>
                  </a:cubicBezTo>
                  <a:cubicBezTo>
                    <a:pt x="41765" y="173619"/>
                    <a:pt x="40688" y="173081"/>
                    <a:pt x="40385" y="173619"/>
                  </a:cubicBezTo>
                  <a:cubicBezTo>
                    <a:pt x="40049" y="174158"/>
                    <a:pt x="38770" y="175032"/>
                    <a:pt x="38097" y="175470"/>
                  </a:cubicBezTo>
                  <a:cubicBezTo>
                    <a:pt x="37458" y="175907"/>
                    <a:pt x="37121" y="179607"/>
                    <a:pt x="37121" y="179607"/>
                  </a:cubicBezTo>
                  <a:lnTo>
                    <a:pt x="35606" y="180246"/>
                  </a:lnTo>
                  <a:lnTo>
                    <a:pt x="30827" y="179607"/>
                  </a:lnTo>
                  <a:cubicBezTo>
                    <a:pt x="30827" y="179607"/>
                    <a:pt x="29515" y="179069"/>
                    <a:pt x="28539" y="178194"/>
                  </a:cubicBezTo>
                  <a:cubicBezTo>
                    <a:pt x="27563" y="177320"/>
                    <a:pt x="26150" y="173619"/>
                    <a:pt x="25813" y="173518"/>
                  </a:cubicBezTo>
                  <a:cubicBezTo>
                    <a:pt x="25476" y="173418"/>
                    <a:pt x="25275" y="170794"/>
                    <a:pt x="24938" y="170491"/>
                  </a:cubicBezTo>
                  <a:cubicBezTo>
                    <a:pt x="24601" y="170155"/>
                    <a:pt x="22212" y="168540"/>
                    <a:pt x="22212" y="168540"/>
                  </a:cubicBezTo>
                  <a:cubicBezTo>
                    <a:pt x="22212" y="168540"/>
                    <a:pt x="19385" y="167766"/>
                    <a:pt x="18409" y="168102"/>
                  </a:cubicBezTo>
                  <a:cubicBezTo>
                    <a:pt x="17433" y="168439"/>
                    <a:pt x="16794" y="168102"/>
                    <a:pt x="15481" y="167901"/>
                  </a:cubicBezTo>
                  <a:cubicBezTo>
                    <a:pt x="14168" y="167699"/>
                    <a:pt x="11880" y="166925"/>
                    <a:pt x="11779" y="166589"/>
                  </a:cubicBezTo>
                  <a:cubicBezTo>
                    <a:pt x="11678" y="166252"/>
                    <a:pt x="11106" y="162249"/>
                    <a:pt x="11106" y="162249"/>
                  </a:cubicBezTo>
                  <a:lnTo>
                    <a:pt x="8515" y="161375"/>
                  </a:lnTo>
                  <a:lnTo>
                    <a:pt x="3837" y="160500"/>
                  </a:lnTo>
                  <a:cubicBezTo>
                    <a:pt x="3837" y="160500"/>
                    <a:pt x="3365" y="159423"/>
                    <a:pt x="3365" y="158986"/>
                  </a:cubicBezTo>
                  <a:cubicBezTo>
                    <a:pt x="3365" y="158549"/>
                    <a:pt x="1548" y="156396"/>
                    <a:pt x="1548" y="155959"/>
                  </a:cubicBezTo>
                  <a:cubicBezTo>
                    <a:pt x="1548" y="155521"/>
                    <a:pt x="1548" y="153671"/>
                    <a:pt x="1548" y="153671"/>
                  </a:cubicBezTo>
                  <a:lnTo>
                    <a:pt x="2861" y="152494"/>
                  </a:lnTo>
                  <a:lnTo>
                    <a:pt x="5788" y="152595"/>
                  </a:lnTo>
                  <a:lnTo>
                    <a:pt x="8077" y="153469"/>
                  </a:lnTo>
                  <a:lnTo>
                    <a:pt x="9591" y="153907"/>
                  </a:lnTo>
                  <a:lnTo>
                    <a:pt x="11981" y="154344"/>
                  </a:lnTo>
                  <a:lnTo>
                    <a:pt x="13630" y="153133"/>
                  </a:lnTo>
                  <a:close/>
                </a:path>
              </a:pathLst>
            </a:custGeom>
            <a:grpFill/>
            <a:ln w="6350" cap="flat">
              <a:solidFill>
                <a:schemeClr val="bg1"/>
              </a:solidFill>
              <a:prstDash val="solid"/>
              <a:miter/>
            </a:ln>
          </p:spPr>
          <p:txBody>
            <a:bodyPr rtlCol="0" anchor="ctr"/>
            <a:lstStyle/>
            <a:p>
              <a:endParaRPr lang="en-US"/>
            </a:p>
          </p:txBody>
        </p:sp>
        <p:sp>
          <p:nvSpPr>
            <p:cNvPr id="68" name="Freeform 899">
              <a:extLst>
                <a:ext uri="{FF2B5EF4-FFF2-40B4-BE49-F238E27FC236}">
                  <a16:creationId xmlns:a16="http://schemas.microsoft.com/office/drawing/2014/main" id="{9FDB771F-6C10-A82A-9AE5-CB96B5DF0353}"/>
                </a:ext>
              </a:extLst>
            </p:cNvPr>
            <p:cNvSpPr/>
            <p:nvPr/>
          </p:nvSpPr>
          <p:spPr>
            <a:xfrm>
              <a:off x="8056766" y="2500048"/>
              <a:ext cx="62564" cy="100947"/>
            </a:xfrm>
            <a:custGeom>
              <a:avLst/>
              <a:gdLst>
                <a:gd name="connsiteX0" fmla="*/ 118565 w 120116"/>
                <a:gd name="connsiteY0" fmla="*/ 112087 h 193807"/>
                <a:gd name="connsiteX1" fmla="*/ 120012 w 120116"/>
                <a:gd name="connsiteY1" fmla="*/ 108656 h 193807"/>
                <a:gd name="connsiteX2" fmla="*/ 120012 w 120116"/>
                <a:gd name="connsiteY2" fmla="*/ 104888 h 193807"/>
                <a:gd name="connsiteX3" fmla="*/ 120012 w 120116"/>
                <a:gd name="connsiteY3" fmla="*/ 102399 h 193807"/>
                <a:gd name="connsiteX4" fmla="*/ 118161 w 120116"/>
                <a:gd name="connsiteY4" fmla="*/ 100112 h 193807"/>
                <a:gd name="connsiteX5" fmla="*/ 116209 w 120116"/>
                <a:gd name="connsiteY5" fmla="*/ 98800 h 193807"/>
                <a:gd name="connsiteX6" fmla="*/ 113921 w 120116"/>
                <a:gd name="connsiteY6" fmla="*/ 98800 h 193807"/>
                <a:gd name="connsiteX7" fmla="*/ 113921 w 120116"/>
                <a:gd name="connsiteY7" fmla="*/ 97151 h 193807"/>
                <a:gd name="connsiteX8" fmla="*/ 113921 w 120116"/>
                <a:gd name="connsiteY8" fmla="*/ 95301 h 193807"/>
                <a:gd name="connsiteX9" fmla="*/ 110656 w 120116"/>
                <a:gd name="connsiteY9" fmla="*/ 94527 h 193807"/>
                <a:gd name="connsiteX10" fmla="*/ 108502 w 120116"/>
                <a:gd name="connsiteY10" fmla="*/ 95738 h 193807"/>
                <a:gd name="connsiteX11" fmla="*/ 105675 w 120116"/>
                <a:gd name="connsiteY11" fmla="*/ 96277 h 193807"/>
                <a:gd name="connsiteX12" fmla="*/ 102646 w 120116"/>
                <a:gd name="connsiteY12" fmla="*/ 95301 h 193807"/>
                <a:gd name="connsiteX13" fmla="*/ 102646 w 120116"/>
                <a:gd name="connsiteY13" fmla="*/ 90962 h 193807"/>
                <a:gd name="connsiteX14" fmla="*/ 104598 w 120116"/>
                <a:gd name="connsiteY14" fmla="*/ 89448 h 193807"/>
                <a:gd name="connsiteX15" fmla="*/ 105137 w 120116"/>
                <a:gd name="connsiteY15" fmla="*/ 87396 h 193807"/>
                <a:gd name="connsiteX16" fmla="*/ 106012 w 120116"/>
                <a:gd name="connsiteY16" fmla="*/ 85445 h 193807"/>
                <a:gd name="connsiteX17" fmla="*/ 105103 w 120116"/>
                <a:gd name="connsiteY17" fmla="*/ 83292 h 193807"/>
                <a:gd name="connsiteX18" fmla="*/ 105978 w 120116"/>
                <a:gd name="connsiteY18" fmla="*/ 80971 h 193807"/>
                <a:gd name="connsiteX19" fmla="*/ 106281 w 120116"/>
                <a:gd name="connsiteY19" fmla="*/ 76497 h 193807"/>
                <a:gd name="connsiteX20" fmla="*/ 104093 w 120116"/>
                <a:gd name="connsiteY20" fmla="*/ 73604 h 193807"/>
                <a:gd name="connsiteX21" fmla="*/ 102646 w 120116"/>
                <a:gd name="connsiteY21" fmla="*/ 71417 h 193807"/>
                <a:gd name="connsiteX22" fmla="*/ 95848 w 120116"/>
                <a:gd name="connsiteY22" fmla="*/ 69971 h 193807"/>
                <a:gd name="connsiteX23" fmla="*/ 91776 w 120116"/>
                <a:gd name="connsiteY23" fmla="*/ 70711 h 193807"/>
                <a:gd name="connsiteX24" fmla="*/ 88141 w 120116"/>
                <a:gd name="connsiteY24" fmla="*/ 74478 h 193807"/>
                <a:gd name="connsiteX25" fmla="*/ 85247 w 120116"/>
                <a:gd name="connsiteY25" fmla="*/ 76799 h 193807"/>
                <a:gd name="connsiteX26" fmla="*/ 85247 w 120116"/>
                <a:gd name="connsiteY26" fmla="*/ 78818 h 193807"/>
                <a:gd name="connsiteX27" fmla="*/ 83497 w 120116"/>
                <a:gd name="connsiteY27" fmla="*/ 79120 h 193807"/>
                <a:gd name="connsiteX28" fmla="*/ 81377 w 120116"/>
                <a:gd name="connsiteY28" fmla="*/ 77977 h 193807"/>
                <a:gd name="connsiteX29" fmla="*/ 79997 w 120116"/>
                <a:gd name="connsiteY29" fmla="*/ 75521 h 193807"/>
                <a:gd name="connsiteX30" fmla="*/ 79997 w 120116"/>
                <a:gd name="connsiteY30" fmla="*/ 70172 h 193807"/>
                <a:gd name="connsiteX31" fmla="*/ 80704 w 120116"/>
                <a:gd name="connsiteY31" fmla="*/ 70038 h 193807"/>
                <a:gd name="connsiteX32" fmla="*/ 81276 w 120116"/>
                <a:gd name="connsiteY32" fmla="*/ 66573 h 193807"/>
                <a:gd name="connsiteX33" fmla="*/ 80704 w 120116"/>
                <a:gd name="connsiteY33" fmla="*/ 63814 h 193807"/>
                <a:gd name="connsiteX34" fmla="*/ 75858 w 120116"/>
                <a:gd name="connsiteY34" fmla="*/ 63814 h 193807"/>
                <a:gd name="connsiteX35" fmla="*/ 74780 w 120116"/>
                <a:gd name="connsiteY35" fmla="*/ 60181 h 193807"/>
                <a:gd name="connsiteX36" fmla="*/ 74780 w 120116"/>
                <a:gd name="connsiteY36" fmla="*/ 56279 h 193807"/>
                <a:gd name="connsiteX37" fmla="*/ 71314 w 120116"/>
                <a:gd name="connsiteY37" fmla="*/ 52579 h 193807"/>
                <a:gd name="connsiteX38" fmla="*/ 71314 w 120116"/>
                <a:gd name="connsiteY38" fmla="*/ 51065 h 193807"/>
                <a:gd name="connsiteX39" fmla="*/ 71314 w 120116"/>
                <a:gd name="connsiteY39" fmla="*/ 45851 h 193807"/>
                <a:gd name="connsiteX40" fmla="*/ 69127 w 120116"/>
                <a:gd name="connsiteY40" fmla="*/ 44102 h 193807"/>
                <a:gd name="connsiteX41" fmla="*/ 67174 w 120116"/>
                <a:gd name="connsiteY41" fmla="*/ 41713 h 193807"/>
                <a:gd name="connsiteX42" fmla="*/ 67174 w 120116"/>
                <a:gd name="connsiteY42" fmla="*/ 39964 h 193807"/>
                <a:gd name="connsiteX43" fmla="*/ 67545 w 120116"/>
                <a:gd name="connsiteY43" fmla="*/ 36701 h 193807"/>
                <a:gd name="connsiteX44" fmla="*/ 67814 w 120116"/>
                <a:gd name="connsiteY44" fmla="*/ 35019 h 193807"/>
                <a:gd name="connsiteX45" fmla="*/ 67814 w 120116"/>
                <a:gd name="connsiteY45" fmla="*/ 33640 h 193807"/>
                <a:gd name="connsiteX46" fmla="*/ 67747 w 120116"/>
                <a:gd name="connsiteY46" fmla="*/ 32496 h 193807"/>
                <a:gd name="connsiteX47" fmla="*/ 68689 w 120116"/>
                <a:gd name="connsiteY47" fmla="*/ 31722 h 193807"/>
                <a:gd name="connsiteX48" fmla="*/ 69934 w 120116"/>
                <a:gd name="connsiteY48" fmla="*/ 31016 h 193807"/>
                <a:gd name="connsiteX49" fmla="*/ 70439 w 120116"/>
                <a:gd name="connsiteY49" fmla="*/ 31016 h 193807"/>
                <a:gd name="connsiteX50" fmla="*/ 71751 w 120116"/>
                <a:gd name="connsiteY50" fmla="*/ 31756 h 193807"/>
                <a:gd name="connsiteX51" fmla="*/ 73569 w 120116"/>
                <a:gd name="connsiteY51" fmla="*/ 33068 h 193807"/>
                <a:gd name="connsiteX52" fmla="*/ 74444 w 120116"/>
                <a:gd name="connsiteY52" fmla="*/ 33707 h 193807"/>
                <a:gd name="connsiteX53" fmla="*/ 76194 w 120116"/>
                <a:gd name="connsiteY53" fmla="*/ 34212 h 193807"/>
                <a:gd name="connsiteX54" fmla="*/ 78078 w 120116"/>
                <a:gd name="connsiteY54" fmla="*/ 34952 h 193807"/>
                <a:gd name="connsiteX55" fmla="*/ 80771 w 120116"/>
                <a:gd name="connsiteY55" fmla="*/ 34817 h 193807"/>
                <a:gd name="connsiteX56" fmla="*/ 81848 w 120116"/>
                <a:gd name="connsiteY56" fmla="*/ 33808 h 193807"/>
                <a:gd name="connsiteX57" fmla="*/ 82420 w 120116"/>
                <a:gd name="connsiteY57" fmla="*/ 32664 h 193807"/>
                <a:gd name="connsiteX58" fmla="*/ 84304 w 120116"/>
                <a:gd name="connsiteY58" fmla="*/ 32799 h 193807"/>
                <a:gd name="connsiteX59" fmla="*/ 86122 w 120116"/>
                <a:gd name="connsiteY59" fmla="*/ 32799 h 193807"/>
                <a:gd name="connsiteX60" fmla="*/ 87502 w 120116"/>
                <a:gd name="connsiteY60" fmla="*/ 33371 h 193807"/>
                <a:gd name="connsiteX61" fmla="*/ 87872 w 120116"/>
                <a:gd name="connsiteY61" fmla="*/ 34750 h 193807"/>
                <a:gd name="connsiteX62" fmla="*/ 90060 w 120116"/>
                <a:gd name="connsiteY62" fmla="*/ 34952 h 193807"/>
                <a:gd name="connsiteX63" fmla="*/ 91136 w 120116"/>
                <a:gd name="connsiteY63" fmla="*/ 34245 h 193807"/>
                <a:gd name="connsiteX64" fmla="*/ 91810 w 120116"/>
                <a:gd name="connsiteY64" fmla="*/ 33539 h 193807"/>
                <a:gd name="connsiteX65" fmla="*/ 92584 w 120116"/>
                <a:gd name="connsiteY65" fmla="*/ 31890 h 193807"/>
                <a:gd name="connsiteX66" fmla="*/ 91944 w 120116"/>
                <a:gd name="connsiteY66" fmla="*/ 29670 h 193807"/>
                <a:gd name="connsiteX67" fmla="*/ 90194 w 120116"/>
                <a:gd name="connsiteY67" fmla="*/ 28594 h 193807"/>
                <a:gd name="connsiteX68" fmla="*/ 88612 w 120116"/>
                <a:gd name="connsiteY68" fmla="*/ 27719 h 193807"/>
                <a:gd name="connsiteX69" fmla="*/ 87906 w 120116"/>
                <a:gd name="connsiteY69" fmla="*/ 26407 h 193807"/>
                <a:gd name="connsiteX70" fmla="*/ 88545 w 120116"/>
                <a:gd name="connsiteY70" fmla="*/ 25062 h 193807"/>
                <a:gd name="connsiteX71" fmla="*/ 89622 w 120116"/>
                <a:gd name="connsiteY71" fmla="*/ 23884 h 193807"/>
                <a:gd name="connsiteX72" fmla="*/ 88848 w 120116"/>
                <a:gd name="connsiteY72" fmla="*/ 22808 h 193807"/>
                <a:gd name="connsiteX73" fmla="*/ 85684 w 120116"/>
                <a:gd name="connsiteY73" fmla="*/ 22370 h 193807"/>
                <a:gd name="connsiteX74" fmla="*/ 84372 w 120116"/>
                <a:gd name="connsiteY74" fmla="*/ 22370 h 193807"/>
                <a:gd name="connsiteX75" fmla="*/ 81511 w 120116"/>
                <a:gd name="connsiteY75" fmla="*/ 20688 h 193807"/>
                <a:gd name="connsiteX76" fmla="*/ 82218 w 120116"/>
                <a:gd name="connsiteY76" fmla="*/ 19040 h 193807"/>
                <a:gd name="connsiteX77" fmla="*/ 84843 w 120116"/>
                <a:gd name="connsiteY77" fmla="*/ 17257 h 193807"/>
                <a:gd name="connsiteX78" fmla="*/ 87939 w 120116"/>
                <a:gd name="connsiteY78" fmla="*/ 16887 h 193807"/>
                <a:gd name="connsiteX79" fmla="*/ 88478 w 120116"/>
                <a:gd name="connsiteY79" fmla="*/ 11942 h 193807"/>
                <a:gd name="connsiteX80" fmla="*/ 87872 w 120116"/>
                <a:gd name="connsiteY80" fmla="*/ 9890 h 193807"/>
                <a:gd name="connsiteX81" fmla="*/ 85920 w 120116"/>
                <a:gd name="connsiteY81" fmla="*/ 8208 h 193807"/>
                <a:gd name="connsiteX82" fmla="*/ 81242 w 120116"/>
                <a:gd name="connsiteY82" fmla="*/ 8208 h 193807"/>
                <a:gd name="connsiteX83" fmla="*/ 78348 w 120116"/>
                <a:gd name="connsiteY83" fmla="*/ 11471 h 193807"/>
                <a:gd name="connsiteX84" fmla="*/ 76598 w 120116"/>
                <a:gd name="connsiteY84" fmla="*/ 12009 h 193807"/>
                <a:gd name="connsiteX85" fmla="*/ 73535 w 120116"/>
                <a:gd name="connsiteY85" fmla="*/ 9688 h 193807"/>
                <a:gd name="connsiteX86" fmla="*/ 71785 w 120116"/>
                <a:gd name="connsiteY86" fmla="*/ 5281 h 193807"/>
                <a:gd name="connsiteX87" fmla="*/ 69227 w 120116"/>
                <a:gd name="connsiteY87" fmla="*/ 3936 h 193807"/>
                <a:gd name="connsiteX88" fmla="*/ 67814 w 120116"/>
                <a:gd name="connsiteY88" fmla="*/ 2624 h 193807"/>
                <a:gd name="connsiteX89" fmla="*/ 60646 w 120116"/>
                <a:gd name="connsiteY89" fmla="*/ 0 h 193807"/>
                <a:gd name="connsiteX90" fmla="*/ 56742 w 120116"/>
                <a:gd name="connsiteY90" fmla="*/ 3162 h 193807"/>
                <a:gd name="connsiteX91" fmla="*/ 52165 w 120116"/>
                <a:gd name="connsiteY91" fmla="*/ 5450 h 193807"/>
                <a:gd name="connsiteX92" fmla="*/ 52165 w 120116"/>
                <a:gd name="connsiteY92" fmla="*/ 9486 h 193807"/>
                <a:gd name="connsiteX93" fmla="*/ 49539 w 120116"/>
                <a:gd name="connsiteY93" fmla="*/ 13086 h 193807"/>
                <a:gd name="connsiteX94" fmla="*/ 46948 w 120116"/>
                <a:gd name="connsiteY94" fmla="*/ 15811 h 193807"/>
                <a:gd name="connsiteX95" fmla="*/ 45299 w 120116"/>
                <a:gd name="connsiteY95" fmla="*/ 17997 h 193807"/>
                <a:gd name="connsiteX96" fmla="*/ 42910 w 120116"/>
                <a:gd name="connsiteY96" fmla="*/ 18973 h 193807"/>
                <a:gd name="connsiteX97" fmla="*/ 42203 w 120116"/>
                <a:gd name="connsiteY97" fmla="*/ 20049 h 193807"/>
                <a:gd name="connsiteX98" fmla="*/ 41698 w 120116"/>
                <a:gd name="connsiteY98" fmla="*/ 22101 h 193807"/>
                <a:gd name="connsiteX99" fmla="*/ 41698 w 120116"/>
                <a:gd name="connsiteY99" fmla="*/ 23279 h 193807"/>
                <a:gd name="connsiteX100" fmla="*/ 40621 w 120116"/>
                <a:gd name="connsiteY100" fmla="*/ 26542 h 193807"/>
                <a:gd name="connsiteX101" fmla="*/ 39107 w 120116"/>
                <a:gd name="connsiteY101" fmla="*/ 27181 h 193807"/>
                <a:gd name="connsiteX102" fmla="*/ 35068 w 120116"/>
                <a:gd name="connsiteY102" fmla="*/ 27282 h 193807"/>
                <a:gd name="connsiteX103" fmla="*/ 33655 w 120116"/>
                <a:gd name="connsiteY103" fmla="*/ 29132 h 193807"/>
                <a:gd name="connsiteX104" fmla="*/ 32780 w 120116"/>
                <a:gd name="connsiteY104" fmla="*/ 33808 h 193807"/>
                <a:gd name="connsiteX105" fmla="*/ 32140 w 120116"/>
                <a:gd name="connsiteY105" fmla="*/ 37710 h 193807"/>
                <a:gd name="connsiteX106" fmla="*/ 33991 w 120116"/>
                <a:gd name="connsiteY106" fmla="*/ 43799 h 193807"/>
                <a:gd name="connsiteX107" fmla="*/ 34967 w 120116"/>
                <a:gd name="connsiteY107" fmla="*/ 47062 h 193807"/>
                <a:gd name="connsiteX108" fmla="*/ 38770 w 120116"/>
                <a:gd name="connsiteY108" fmla="*/ 47936 h 193807"/>
                <a:gd name="connsiteX109" fmla="*/ 40722 w 120116"/>
                <a:gd name="connsiteY109" fmla="*/ 48710 h 193807"/>
                <a:gd name="connsiteX110" fmla="*/ 42573 w 120116"/>
                <a:gd name="connsiteY110" fmla="*/ 51334 h 193807"/>
                <a:gd name="connsiteX111" fmla="*/ 42674 w 120116"/>
                <a:gd name="connsiteY111" fmla="*/ 53487 h 193807"/>
                <a:gd name="connsiteX112" fmla="*/ 40722 w 120116"/>
                <a:gd name="connsiteY112" fmla="*/ 54900 h 193807"/>
                <a:gd name="connsiteX113" fmla="*/ 37659 w 120116"/>
                <a:gd name="connsiteY113" fmla="*/ 55236 h 193807"/>
                <a:gd name="connsiteX114" fmla="*/ 35606 w 120116"/>
                <a:gd name="connsiteY114" fmla="*/ 56178 h 193807"/>
                <a:gd name="connsiteX115" fmla="*/ 33318 w 120116"/>
                <a:gd name="connsiteY115" fmla="*/ 59038 h 193807"/>
                <a:gd name="connsiteX116" fmla="*/ 31265 w 120116"/>
                <a:gd name="connsiteY116" fmla="*/ 61863 h 193807"/>
                <a:gd name="connsiteX117" fmla="*/ 34731 w 120116"/>
                <a:gd name="connsiteY117" fmla="*/ 63613 h 193807"/>
                <a:gd name="connsiteX118" fmla="*/ 37996 w 120116"/>
                <a:gd name="connsiteY118" fmla="*/ 64050 h 193807"/>
                <a:gd name="connsiteX119" fmla="*/ 39409 w 120116"/>
                <a:gd name="connsiteY119" fmla="*/ 65463 h 193807"/>
                <a:gd name="connsiteX120" fmla="*/ 40284 w 120116"/>
                <a:gd name="connsiteY120" fmla="*/ 69163 h 193807"/>
                <a:gd name="connsiteX121" fmla="*/ 39308 w 120116"/>
                <a:gd name="connsiteY121" fmla="*/ 73402 h 193807"/>
                <a:gd name="connsiteX122" fmla="*/ 38434 w 120116"/>
                <a:gd name="connsiteY122" fmla="*/ 76328 h 193807"/>
                <a:gd name="connsiteX123" fmla="*/ 35505 w 120116"/>
                <a:gd name="connsiteY123" fmla="*/ 77539 h 193807"/>
                <a:gd name="connsiteX124" fmla="*/ 32477 w 120116"/>
                <a:gd name="connsiteY124" fmla="*/ 76127 h 193807"/>
                <a:gd name="connsiteX125" fmla="*/ 29111 w 120116"/>
                <a:gd name="connsiteY125" fmla="*/ 73536 h 193807"/>
                <a:gd name="connsiteX126" fmla="*/ 25510 w 120116"/>
                <a:gd name="connsiteY126" fmla="*/ 73738 h 193807"/>
                <a:gd name="connsiteX127" fmla="*/ 21371 w 120116"/>
                <a:gd name="connsiteY127" fmla="*/ 72325 h 193807"/>
                <a:gd name="connsiteX128" fmla="*/ 20294 w 120116"/>
                <a:gd name="connsiteY128" fmla="*/ 70912 h 193807"/>
                <a:gd name="connsiteX129" fmla="*/ 20832 w 120116"/>
                <a:gd name="connsiteY129" fmla="*/ 68860 h 193807"/>
                <a:gd name="connsiteX130" fmla="*/ 22010 w 120116"/>
                <a:gd name="connsiteY130" fmla="*/ 67111 h 193807"/>
                <a:gd name="connsiteX131" fmla="*/ 22683 w 120116"/>
                <a:gd name="connsiteY131" fmla="*/ 64487 h 193807"/>
                <a:gd name="connsiteX132" fmla="*/ 22952 w 120116"/>
                <a:gd name="connsiteY132" fmla="*/ 62301 h 193807"/>
                <a:gd name="connsiteX133" fmla="*/ 22649 w 120116"/>
                <a:gd name="connsiteY133" fmla="*/ 60921 h 193807"/>
                <a:gd name="connsiteX134" fmla="*/ 21169 w 120116"/>
                <a:gd name="connsiteY134" fmla="*/ 59879 h 193807"/>
                <a:gd name="connsiteX135" fmla="*/ 19890 w 120116"/>
                <a:gd name="connsiteY135" fmla="*/ 58937 h 193807"/>
                <a:gd name="connsiteX136" fmla="*/ 18241 w 120116"/>
                <a:gd name="connsiteY136" fmla="*/ 58937 h 193807"/>
                <a:gd name="connsiteX137" fmla="*/ 16760 w 120116"/>
                <a:gd name="connsiteY137" fmla="*/ 59374 h 193807"/>
                <a:gd name="connsiteX138" fmla="*/ 15851 w 120116"/>
                <a:gd name="connsiteY138" fmla="*/ 59879 h 193807"/>
                <a:gd name="connsiteX139" fmla="*/ 15851 w 120116"/>
                <a:gd name="connsiteY139" fmla="*/ 61157 h 193807"/>
                <a:gd name="connsiteX140" fmla="*/ 16020 w 120116"/>
                <a:gd name="connsiteY140" fmla="*/ 62435 h 193807"/>
                <a:gd name="connsiteX141" fmla="*/ 15986 w 120116"/>
                <a:gd name="connsiteY141" fmla="*/ 63545 h 193807"/>
                <a:gd name="connsiteX142" fmla="*/ 15817 w 120116"/>
                <a:gd name="connsiteY142" fmla="*/ 65160 h 193807"/>
                <a:gd name="connsiteX143" fmla="*/ 15817 w 120116"/>
                <a:gd name="connsiteY143" fmla="*/ 66943 h 193807"/>
                <a:gd name="connsiteX144" fmla="*/ 15111 w 120116"/>
                <a:gd name="connsiteY144" fmla="*/ 69130 h 193807"/>
                <a:gd name="connsiteX145" fmla="*/ 14067 w 120116"/>
                <a:gd name="connsiteY145" fmla="*/ 70744 h 193807"/>
                <a:gd name="connsiteX146" fmla="*/ 12486 w 120116"/>
                <a:gd name="connsiteY146" fmla="*/ 73099 h 193807"/>
                <a:gd name="connsiteX147" fmla="*/ 10534 w 120116"/>
                <a:gd name="connsiteY147" fmla="*/ 74344 h 193807"/>
                <a:gd name="connsiteX148" fmla="*/ 8649 w 120116"/>
                <a:gd name="connsiteY148" fmla="*/ 77539 h 193807"/>
                <a:gd name="connsiteX149" fmla="*/ 7438 w 120116"/>
                <a:gd name="connsiteY149" fmla="*/ 79726 h 193807"/>
                <a:gd name="connsiteX150" fmla="*/ 6933 w 120116"/>
                <a:gd name="connsiteY150" fmla="*/ 83191 h 193807"/>
                <a:gd name="connsiteX151" fmla="*/ 6933 w 120116"/>
                <a:gd name="connsiteY151" fmla="*/ 85848 h 193807"/>
                <a:gd name="connsiteX152" fmla="*/ 6933 w 120116"/>
                <a:gd name="connsiteY152" fmla="*/ 88136 h 193807"/>
                <a:gd name="connsiteX153" fmla="*/ 8077 w 120116"/>
                <a:gd name="connsiteY153" fmla="*/ 90322 h 193807"/>
                <a:gd name="connsiteX154" fmla="*/ 10096 w 120116"/>
                <a:gd name="connsiteY154" fmla="*/ 93249 h 193807"/>
                <a:gd name="connsiteX155" fmla="*/ 10635 w 120116"/>
                <a:gd name="connsiteY155" fmla="*/ 97925 h 193807"/>
                <a:gd name="connsiteX156" fmla="*/ 6798 w 120116"/>
                <a:gd name="connsiteY156" fmla="*/ 101524 h 193807"/>
                <a:gd name="connsiteX157" fmla="*/ 4543 w 120116"/>
                <a:gd name="connsiteY157" fmla="*/ 103913 h 193807"/>
                <a:gd name="connsiteX158" fmla="*/ 4543 w 120116"/>
                <a:gd name="connsiteY158" fmla="*/ 107378 h 193807"/>
                <a:gd name="connsiteX159" fmla="*/ 10197 w 120116"/>
                <a:gd name="connsiteY159" fmla="*/ 111078 h 193807"/>
                <a:gd name="connsiteX160" fmla="*/ 12385 w 120116"/>
                <a:gd name="connsiteY160" fmla="*/ 114240 h 193807"/>
                <a:gd name="connsiteX161" fmla="*/ 11207 w 120116"/>
                <a:gd name="connsiteY161" fmla="*/ 117705 h 193807"/>
                <a:gd name="connsiteX162" fmla="*/ 9457 w 120116"/>
                <a:gd name="connsiteY162" fmla="*/ 120766 h 193807"/>
                <a:gd name="connsiteX163" fmla="*/ 9894 w 120116"/>
                <a:gd name="connsiteY163" fmla="*/ 124769 h 193807"/>
                <a:gd name="connsiteX164" fmla="*/ 13697 w 120116"/>
                <a:gd name="connsiteY164" fmla="*/ 128470 h 193807"/>
                <a:gd name="connsiteX165" fmla="*/ 19789 w 120116"/>
                <a:gd name="connsiteY165" fmla="*/ 131497 h 193807"/>
                <a:gd name="connsiteX166" fmla="*/ 22717 w 120116"/>
                <a:gd name="connsiteY166" fmla="*/ 132675 h 193807"/>
                <a:gd name="connsiteX167" fmla="*/ 23491 w 120116"/>
                <a:gd name="connsiteY167" fmla="*/ 134962 h 193807"/>
                <a:gd name="connsiteX168" fmla="*/ 20866 w 120116"/>
                <a:gd name="connsiteY168" fmla="*/ 137687 h 193807"/>
                <a:gd name="connsiteX169" fmla="*/ 17938 w 120116"/>
                <a:gd name="connsiteY169" fmla="*/ 139874 h 193807"/>
                <a:gd name="connsiteX170" fmla="*/ 14337 w 120116"/>
                <a:gd name="connsiteY170" fmla="*/ 142060 h 193807"/>
                <a:gd name="connsiteX171" fmla="*/ 11207 w 120116"/>
                <a:gd name="connsiteY171" fmla="*/ 144348 h 193807"/>
                <a:gd name="connsiteX172" fmla="*/ 6630 w 120116"/>
                <a:gd name="connsiteY172" fmla="*/ 145760 h 193807"/>
                <a:gd name="connsiteX173" fmla="*/ 1582 w 120116"/>
                <a:gd name="connsiteY173" fmla="*/ 149360 h 193807"/>
                <a:gd name="connsiteX174" fmla="*/ 0 w 120116"/>
                <a:gd name="connsiteY174" fmla="*/ 151311 h 193807"/>
                <a:gd name="connsiteX175" fmla="*/ 0 w 120116"/>
                <a:gd name="connsiteY175" fmla="*/ 157164 h 193807"/>
                <a:gd name="connsiteX176" fmla="*/ 774 w 120116"/>
                <a:gd name="connsiteY176" fmla="*/ 161168 h 193807"/>
                <a:gd name="connsiteX177" fmla="*/ 1414 w 120116"/>
                <a:gd name="connsiteY177" fmla="*/ 166920 h 193807"/>
                <a:gd name="connsiteX178" fmla="*/ 3500 w 120116"/>
                <a:gd name="connsiteY178" fmla="*/ 170721 h 193807"/>
                <a:gd name="connsiteX179" fmla="*/ 6966 w 120116"/>
                <a:gd name="connsiteY179" fmla="*/ 173984 h 193807"/>
                <a:gd name="connsiteX180" fmla="*/ 9693 w 120116"/>
                <a:gd name="connsiteY180" fmla="*/ 175935 h 193807"/>
                <a:gd name="connsiteX181" fmla="*/ 15683 w 120116"/>
                <a:gd name="connsiteY181" fmla="*/ 180813 h 193807"/>
                <a:gd name="connsiteX182" fmla="*/ 18510 w 120116"/>
                <a:gd name="connsiteY182" fmla="*/ 182327 h 193807"/>
                <a:gd name="connsiteX183" fmla="*/ 21774 w 120116"/>
                <a:gd name="connsiteY183" fmla="*/ 182327 h 193807"/>
                <a:gd name="connsiteX184" fmla="*/ 26991 w 120116"/>
                <a:gd name="connsiteY184" fmla="*/ 182327 h 193807"/>
                <a:gd name="connsiteX185" fmla="*/ 30121 w 120116"/>
                <a:gd name="connsiteY185" fmla="*/ 181553 h 193807"/>
                <a:gd name="connsiteX186" fmla="*/ 31837 w 120116"/>
                <a:gd name="connsiteY186" fmla="*/ 180578 h 193807"/>
                <a:gd name="connsiteX187" fmla="*/ 33150 w 120116"/>
                <a:gd name="connsiteY187" fmla="*/ 179938 h 193807"/>
                <a:gd name="connsiteX188" fmla="*/ 33890 w 120116"/>
                <a:gd name="connsiteY188" fmla="*/ 179837 h 193807"/>
                <a:gd name="connsiteX189" fmla="*/ 36179 w 120116"/>
                <a:gd name="connsiteY189" fmla="*/ 181721 h 193807"/>
                <a:gd name="connsiteX190" fmla="*/ 36616 w 120116"/>
                <a:gd name="connsiteY190" fmla="*/ 183134 h 193807"/>
                <a:gd name="connsiteX191" fmla="*/ 36616 w 120116"/>
                <a:gd name="connsiteY191" fmla="*/ 184951 h 193807"/>
                <a:gd name="connsiteX192" fmla="*/ 36616 w 120116"/>
                <a:gd name="connsiteY192" fmla="*/ 186633 h 193807"/>
                <a:gd name="connsiteX193" fmla="*/ 36616 w 120116"/>
                <a:gd name="connsiteY193" fmla="*/ 186700 h 193807"/>
                <a:gd name="connsiteX194" fmla="*/ 35910 w 120116"/>
                <a:gd name="connsiteY194" fmla="*/ 188584 h 193807"/>
                <a:gd name="connsiteX195" fmla="*/ 36751 w 120116"/>
                <a:gd name="connsiteY195" fmla="*/ 189593 h 193807"/>
                <a:gd name="connsiteX196" fmla="*/ 37861 w 120116"/>
                <a:gd name="connsiteY196" fmla="*/ 190098 h 193807"/>
                <a:gd name="connsiteX197" fmla="*/ 41025 w 120116"/>
                <a:gd name="connsiteY197" fmla="*/ 191443 h 193807"/>
                <a:gd name="connsiteX198" fmla="*/ 42506 w 120116"/>
                <a:gd name="connsiteY198" fmla="*/ 190501 h 193807"/>
                <a:gd name="connsiteX199" fmla="*/ 46746 w 120116"/>
                <a:gd name="connsiteY199" fmla="*/ 189189 h 193807"/>
                <a:gd name="connsiteX200" fmla="*/ 47386 w 120116"/>
                <a:gd name="connsiteY200" fmla="*/ 188113 h 193807"/>
                <a:gd name="connsiteX201" fmla="*/ 48597 w 120116"/>
                <a:gd name="connsiteY201" fmla="*/ 186364 h 193807"/>
                <a:gd name="connsiteX202" fmla="*/ 50886 w 120116"/>
                <a:gd name="connsiteY202" fmla="*/ 186162 h 193807"/>
                <a:gd name="connsiteX203" fmla="*/ 52939 w 120116"/>
                <a:gd name="connsiteY203" fmla="*/ 187676 h 193807"/>
                <a:gd name="connsiteX204" fmla="*/ 53275 w 120116"/>
                <a:gd name="connsiteY204" fmla="*/ 189728 h 193807"/>
                <a:gd name="connsiteX205" fmla="*/ 51424 w 120116"/>
                <a:gd name="connsiteY205" fmla="*/ 191443 h 193807"/>
                <a:gd name="connsiteX206" fmla="*/ 49708 w 120116"/>
                <a:gd name="connsiteY206" fmla="*/ 192352 h 193807"/>
                <a:gd name="connsiteX207" fmla="*/ 49809 w 120116"/>
                <a:gd name="connsiteY207" fmla="*/ 193125 h 193807"/>
                <a:gd name="connsiteX208" fmla="*/ 51896 w 120116"/>
                <a:gd name="connsiteY208" fmla="*/ 193764 h 193807"/>
                <a:gd name="connsiteX209" fmla="*/ 55496 w 120116"/>
                <a:gd name="connsiteY209" fmla="*/ 193764 h 193807"/>
                <a:gd name="connsiteX210" fmla="*/ 57886 w 120116"/>
                <a:gd name="connsiteY210" fmla="*/ 193798 h 193807"/>
                <a:gd name="connsiteX211" fmla="*/ 60208 w 120116"/>
                <a:gd name="connsiteY211" fmla="*/ 192991 h 193807"/>
                <a:gd name="connsiteX212" fmla="*/ 61790 w 120116"/>
                <a:gd name="connsiteY212" fmla="*/ 190905 h 193807"/>
                <a:gd name="connsiteX213" fmla="*/ 63001 w 120116"/>
                <a:gd name="connsiteY213" fmla="*/ 190367 h 193807"/>
                <a:gd name="connsiteX214" fmla="*/ 67040 w 120116"/>
                <a:gd name="connsiteY214" fmla="*/ 192318 h 193807"/>
                <a:gd name="connsiteX215" fmla="*/ 68655 w 120116"/>
                <a:gd name="connsiteY215" fmla="*/ 191679 h 193807"/>
                <a:gd name="connsiteX216" fmla="*/ 71819 w 120116"/>
                <a:gd name="connsiteY216" fmla="*/ 189929 h 193807"/>
                <a:gd name="connsiteX217" fmla="*/ 75958 w 120116"/>
                <a:gd name="connsiteY217" fmla="*/ 188315 h 193807"/>
                <a:gd name="connsiteX218" fmla="*/ 77708 w 120116"/>
                <a:gd name="connsiteY218" fmla="*/ 187978 h 193807"/>
                <a:gd name="connsiteX219" fmla="*/ 80872 w 120116"/>
                <a:gd name="connsiteY219" fmla="*/ 185590 h 193807"/>
                <a:gd name="connsiteX220" fmla="*/ 82117 w 120116"/>
                <a:gd name="connsiteY220" fmla="*/ 182562 h 193807"/>
                <a:gd name="connsiteX221" fmla="*/ 81949 w 120116"/>
                <a:gd name="connsiteY221" fmla="*/ 179400 h 193807"/>
                <a:gd name="connsiteX222" fmla="*/ 81949 w 120116"/>
                <a:gd name="connsiteY222" fmla="*/ 177987 h 193807"/>
                <a:gd name="connsiteX223" fmla="*/ 82723 w 120116"/>
                <a:gd name="connsiteY223" fmla="*/ 175162 h 193807"/>
                <a:gd name="connsiteX224" fmla="*/ 83699 w 120116"/>
                <a:gd name="connsiteY224" fmla="*/ 173412 h 193807"/>
                <a:gd name="connsiteX225" fmla="*/ 83699 w 120116"/>
                <a:gd name="connsiteY225" fmla="*/ 171024 h 193807"/>
                <a:gd name="connsiteX226" fmla="*/ 83261 w 120116"/>
                <a:gd name="connsiteY226" fmla="*/ 168736 h 193807"/>
                <a:gd name="connsiteX227" fmla="*/ 83059 w 120116"/>
                <a:gd name="connsiteY227" fmla="*/ 165372 h 193807"/>
                <a:gd name="connsiteX228" fmla="*/ 82824 w 120116"/>
                <a:gd name="connsiteY228" fmla="*/ 163085 h 193807"/>
                <a:gd name="connsiteX229" fmla="*/ 82824 w 120116"/>
                <a:gd name="connsiteY229" fmla="*/ 161571 h 193807"/>
                <a:gd name="connsiteX230" fmla="*/ 83261 w 120116"/>
                <a:gd name="connsiteY230" fmla="*/ 160360 h 193807"/>
                <a:gd name="connsiteX231" fmla="*/ 84136 w 120116"/>
                <a:gd name="connsiteY231" fmla="*/ 158611 h 193807"/>
                <a:gd name="connsiteX232" fmla="*/ 84776 w 120116"/>
                <a:gd name="connsiteY232" fmla="*/ 156761 h 193807"/>
                <a:gd name="connsiteX233" fmla="*/ 84877 w 120116"/>
                <a:gd name="connsiteY233" fmla="*/ 155247 h 193807"/>
                <a:gd name="connsiteX234" fmla="*/ 85651 w 120116"/>
                <a:gd name="connsiteY234" fmla="*/ 154372 h 193807"/>
                <a:gd name="connsiteX235" fmla="*/ 86526 w 120116"/>
                <a:gd name="connsiteY235" fmla="*/ 153733 h 193807"/>
                <a:gd name="connsiteX236" fmla="*/ 87838 w 120116"/>
                <a:gd name="connsiteY236" fmla="*/ 152859 h 193807"/>
                <a:gd name="connsiteX237" fmla="*/ 88916 w 120116"/>
                <a:gd name="connsiteY237" fmla="*/ 151984 h 193807"/>
                <a:gd name="connsiteX238" fmla="*/ 89891 w 120116"/>
                <a:gd name="connsiteY238" fmla="*/ 150672 h 193807"/>
                <a:gd name="connsiteX239" fmla="*/ 90665 w 120116"/>
                <a:gd name="connsiteY239" fmla="*/ 150033 h 193807"/>
                <a:gd name="connsiteX240" fmla="*/ 91877 w 120116"/>
                <a:gd name="connsiteY240" fmla="*/ 148620 h 193807"/>
                <a:gd name="connsiteX241" fmla="*/ 93627 w 120116"/>
                <a:gd name="connsiteY241" fmla="*/ 147207 h 193807"/>
                <a:gd name="connsiteX242" fmla="*/ 94165 w 120116"/>
                <a:gd name="connsiteY242" fmla="*/ 146770 h 193807"/>
                <a:gd name="connsiteX243" fmla="*/ 94939 w 120116"/>
                <a:gd name="connsiteY243" fmla="*/ 145996 h 193807"/>
                <a:gd name="connsiteX244" fmla="*/ 95713 w 120116"/>
                <a:gd name="connsiteY244" fmla="*/ 145660 h 193807"/>
                <a:gd name="connsiteX245" fmla="*/ 96151 w 120116"/>
                <a:gd name="connsiteY245" fmla="*/ 143877 h 193807"/>
                <a:gd name="connsiteX246" fmla="*/ 95916 w 120116"/>
                <a:gd name="connsiteY246" fmla="*/ 142363 h 193807"/>
                <a:gd name="connsiteX247" fmla="*/ 95916 w 120116"/>
                <a:gd name="connsiteY247" fmla="*/ 139705 h 193807"/>
                <a:gd name="connsiteX248" fmla="*/ 96420 w 120116"/>
                <a:gd name="connsiteY248" fmla="*/ 138259 h 193807"/>
                <a:gd name="connsiteX249" fmla="*/ 95512 w 120116"/>
                <a:gd name="connsiteY249" fmla="*/ 136577 h 193807"/>
                <a:gd name="connsiteX250" fmla="*/ 94165 w 120116"/>
                <a:gd name="connsiteY250" fmla="*/ 135568 h 193807"/>
                <a:gd name="connsiteX251" fmla="*/ 94165 w 120116"/>
                <a:gd name="connsiteY251" fmla="*/ 134491 h 193807"/>
                <a:gd name="connsiteX252" fmla="*/ 94165 w 120116"/>
                <a:gd name="connsiteY252" fmla="*/ 131531 h 193807"/>
                <a:gd name="connsiteX253" fmla="*/ 94165 w 120116"/>
                <a:gd name="connsiteY253" fmla="*/ 129277 h 193807"/>
                <a:gd name="connsiteX254" fmla="*/ 94165 w 120116"/>
                <a:gd name="connsiteY254" fmla="*/ 125812 h 193807"/>
                <a:gd name="connsiteX255" fmla="*/ 94939 w 120116"/>
                <a:gd name="connsiteY255" fmla="*/ 124938 h 193807"/>
                <a:gd name="connsiteX256" fmla="*/ 95882 w 120116"/>
                <a:gd name="connsiteY256" fmla="*/ 124366 h 193807"/>
                <a:gd name="connsiteX257" fmla="*/ 99079 w 120116"/>
                <a:gd name="connsiteY257" fmla="*/ 122919 h 193807"/>
                <a:gd name="connsiteX258" fmla="*/ 100223 w 120116"/>
                <a:gd name="connsiteY258" fmla="*/ 122112 h 193807"/>
                <a:gd name="connsiteX259" fmla="*/ 103353 w 120116"/>
                <a:gd name="connsiteY259" fmla="*/ 121372 h 193807"/>
                <a:gd name="connsiteX260" fmla="*/ 106382 w 120116"/>
                <a:gd name="connsiteY260" fmla="*/ 119623 h 193807"/>
                <a:gd name="connsiteX261" fmla="*/ 107964 w 120116"/>
                <a:gd name="connsiteY261" fmla="*/ 120194 h 193807"/>
                <a:gd name="connsiteX262" fmla="*/ 110151 w 120116"/>
                <a:gd name="connsiteY262" fmla="*/ 117066 h 193807"/>
                <a:gd name="connsiteX263" fmla="*/ 111599 w 120116"/>
                <a:gd name="connsiteY263" fmla="*/ 114879 h 193807"/>
                <a:gd name="connsiteX264" fmla="*/ 116007 w 120116"/>
                <a:gd name="connsiteY264" fmla="*/ 114308 h 193807"/>
                <a:gd name="connsiteX265" fmla="*/ 118026 w 120116"/>
                <a:gd name="connsiteY265" fmla="*/ 113063 h 193807"/>
                <a:gd name="connsiteX266" fmla="*/ 118565 w 120116"/>
                <a:gd name="connsiteY266" fmla="*/ 112087 h 19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20116" h="193807">
                  <a:moveTo>
                    <a:pt x="118565" y="112087"/>
                  </a:moveTo>
                  <a:lnTo>
                    <a:pt x="120012" y="108656"/>
                  </a:lnTo>
                  <a:lnTo>
                    <a:pt x="120012" y="104888"/>
                  </a:lnTo>
                  <a:cubicBezTo>
                    <a:pt x="120012" y="104888"/>
                    <a:pt x="120248" y="102702"/>
                    <a:pt x="120012" y="102399"/>
                  </a:cubicBezTo>
                  <a:cubicBezTo>
                    <a:pt x="119810" y="102063"/>
                    <a:pt x="118161" y="100112"/>
                    <a:pt x="118161" y="100112"/>
                  </a:cubicBezTo>
                  <a:lnTo>
                    <a:pt x="116209" y="98800"/>
                  </a:lnTo>
                  <a:lnTo>
                    <a:pt x="113921" y="98800"/>
                  </a:lnTo>
                  <a:cubicBezTo>
                    <a:pt x="113921" y="98800"/>
                    <a:pt x="114358" y="98161"/>
                    <a:pt x="113921" y="97151"/>
                  </a:cubicBezTo>
                  <a:cubicBezTo>
                    <a:pt x="113483" y="96176"/>
                    <a:pt x="114695" y="95738"/>
                    <a:pt x="113921" y="95301"/>
                  </a:cubicBezTo>
                  <a:cubicBezTo>
                    <a:pt x="113147" y="94864"/>
                    <a:pt x="110892" y="94225"/>
                    <a:pt x="110656" y="94527"/>
                  </a:cubicBezTo>
                  <a:cubicBezTo>
                    <a:pt x="110454" y="94864"/>
                    <a:pt x="109243" y="95402"/>
                    <a:pt x="108502" y="95738"/>
                  </a:cubicBezTo>
                  <a:cubicBezTo>
                    <a:pt x="107728" y="96075"/>
                    <a:pt x="106113" y="95940"/>
                    <a:pt x="105675" y="96277"/>
                  </a:cubicBezTo>
                  <a:cubicBezTo>
                    <a:pt x="105238" y="96613"/>
                    <a:pt x="102646" y="96176"/>
                    <a:pt x="102646" y="95301"/>
                  </a:cubicBezTo>
                  <a:cubicBezTo>
                    <a:pt x="102646" y="94426"/>
                    <a:pt x="102646" y="90962"/>
                    <a:pt x="102646" y="90962"/>
                  </a:cubicBezTo>
                  <a:lnTo>
                    <a:pt x="104598" y="89448"/>
                  </a:lnTo>
                  <a:cubicBezTo>
                    <a:pt x="104598" y="89448"/>
                    <a:pt x="105036" y="87699"/>
                    <a:pt x="105137" y="87396"/>
                  </a:cubicBezTo>
                  <a:cubicBezTo>
                    <a:pt x="105238" y="87059"/>
                    <a:pt x="106012" y="85445"/>
                    <a:pt x="106012" y="85445"/>
                  </a:cubicBezTo>
                  <a:lnTo>
                    <a:pt x="105103" y="83292"/>
                  </a:lnTo>
                  <a:lnTo>
                    <a:pt x="105978" y="80971"/>
                  </a:lnTo>
                  <a:lnTo>
                    <a:pt x="106281" y="76497"/>
                  </a:lnTo>
                  <a:lnTo>
                    <a:pt x="104093" y="73604"/>
                  </a:lnTo>
                  <a:lnTo>
                    <a:pt x="102646" y="71417"/>
                  </a:lnTo>
                  <a:lnTo>
                    <a:pt x="95848" y="69971"/>
                  </a:lnTo>
                  <a:lnTo>
                    <a:pt x="91776" y="70711"/>
                  </a:lnTo>
                  <a:cubicBezTo>
                    <a:pt x="91776" y="70711"/>
                    <a:pt x="88579" y="74344"/>
                    <a:pt x="88141" y="74478"/>
                  </a:cubicBezTo>
                  <a:cubicBezTo>
                    <a:pt x="87704" y="74613"/>
                    <a:pt x="85247" y="76799"/>
                    <a:pt x="85247" y="76799"/>
                  </a:cubicBezTo>
                  <a:lnTo>
                    <a:pt x="85247" y="78818"/>
                  </a:lnTo>
                  <a:cubicBezTo>
                    <a:pt x="85247" y="78818"/>
                    <a:pt x="84238" y="79827"/>
                    <a:pt x="83497" y="79120"/>
                  </a:cubicBezTo>
                  <a:cubicBezTo>
                    <a:pt x="82757" y="78414"/>
                    <a:pt x="81814" y="78414"/>
                    <a:pt x="81377" y="77977"/>
                  </a:cubicBezTo>
                  <a:cubicBezTo>
                    <a:pt x="80939" y="77539"/>
                    <a:pt x="79997" y="77237"/>
                    <a:pt x="79997" y="75521"/>
                  </a:cubicBezTo>
                  <a:cubicBezTo>
                    <a:pt x="79997" y="73772"/>
                    <a:pt x="79997" y="70172"/>
                    <a:pt x="79997" y="70172"/>
                  </a:cubicBezTo>
                  <a:lnTo>
                    <a:pt x="80704" y="70038"/>
                  </a:lnTo>
                  <a:cubicBezTo>
                    <a:pt x="80704" y="70038"/>
                    <a:pt x="81276" y="67010"/>
                    <a:pt x="81276" y="66573"/>
                  </a:cubicBezTo>
                  <a:cubicBezTo>
                    <a:pt x="81276" y="66136"/>
                    <a:pt x="81713" y="63983"/>
                    <a:pt x="80704" y="63814"/>
                  </a:cubicBezTo>
                  <a:cubicBezTo>
                    <a:pt x="79694" y="63680"/>
                    <a:pt x="75858" y="63814"/>
                    <a:pt x="75858" y="63814"/>
                  </a:cubicBezTo>
                  <a:lnTo>
                    <a:pt x="74780" y="60181"/>
                  </a:lnTo>
                  <a:lnTo>
                    <a:pt x="74780" y="56279"/>
                  </a:lnTo>
                  <a:lnTo>
                    <a:pt x="71314" y="52579"/>
                  </a:lnTo>
                  <a:lnTo>
                    <a:pt x="71314" y="51065"/>
                  </a:lnTo>
                  <a:lnTo>
                    <a:pt x="71314" y="45851"/>
                  </a:lnTo>
                  <a:lnTo>
                    <a:pt x="69127" y="44102"/>
                  </a:lnTo>
                  <a:lnTo>
                    <a:pt x="67174" y="41713"/>
                  </a:lnTo>
                  <a:cubicBezTo>
                    <a:pt x="67174" y="41713"/>
                    <a:pt x="67377" y="40839"/>
                    <a:pt x="67174" y="39964"/>
                  </a:cubicBezTo>
                  <a:cubicBezTo>
                    <a:pt x="66939" y="39089"/>
                    <a:pt x="67545" y="36701"/>
                    <a:pt x="67545" y="36701"/>
                  </a:cubicBezTo>
                  <a:lnTo>
                    <a:pt x="67814" y="35019"/>
                  </a:lnTo>
                  <a:lnTo>
                    <a:pt x="67814" y="33640"/>
                  </a:lnTo>
                  <a:lnTo>
                    <a:pt x="67747" y="32496"/>
                  </a:lnTo>
                  <a:lnTo>
                    <a:pt x="68689" y="31722"/>
                  </a:lnTo>
                  <a:lnTo>
                    <a:pt x="69934" y="31016"/>
                  </a:lnTo>
                  <a:lnTo>
                    <a:pt x="70439" y="31016"/>
                  </a:lnTo>
                  <a:lnTo>
                    <a:pt x="71751" y="31756"/>
                  </a:lnTo>
                  <a:cubicBezTo>
                    <a:pt x="71751" y="31756"/>
                    <a:pt x="73367" y="33000"/>
                    <a:pt x="73569" y="33068"/>
                  </a:cubicBezTo>
                  <a:cubicBezTo>
                    <a:pt x="73804" y="33135"/>
                    <a:pt x="74444" y="33707"/>
                    <a:pt x="74444" y="33707"/>
                  </a:cubicBezTo>
                  <a:lnTo>
                    <a:pt x="76194" y="34212"/>
                  </a:lnTo>
                  <a:lnTo>
                    <a:pt x="78078" y="34952"/>
                  </a:lnTo>
                  <a:cubicBezTo>
                    <a:pt x="78078" y="34952"/>
                    <a:pt x="80333" y="35086"/>
                    <a:pt x="80771" y="34817"/>
                  </a:cubicBezTo>
                  <a:cubicBezTo>
                    <a:pt x="81209" y="34514"/>
                    <a:pt x="81579" y="33875"/>
                    <a:pt x="81848" y="33808"/>
                  </a:cubicBezTo>
                  <a:cubicBezTo>
                    <a:pt x="82151" y="33741"/>
                    <a:pt x="82218" y="32664"/>
                    <a:pt x="82420" y="32664"/>
                  </a:cubicBezTo>
                  <a:cubicBezTo>
                    <a:pt x="82655" y="32664"/>
                    <a:pt x="84304" y="32799"/>
                    <a:pt x="84304" y="32799"/>
                  </a:cubicBezTo>
                  <a:lnTo>
                    <a:pt x="86122" y="32799"/>
                  </a:lnTo>
                  <a:lnTo>
                    <a:pt x="87502" y="33371"/>
                  </a:lnTo>
                  <a:lnTo>
                    <a:pt x="87872" y="34750"/>
                  </a:lnTo>
                  <a:lnTo>
                    <a:pt x="90060" y="34952"/>
                  </a:lnTo>
                  <a:lnTo>
                    <a:pt x="91136" y="34245"/>
                  </a:lnTo>
                  <a:cubicBezTo>
                    <a:pt x="91136" y="34245"/>
                    <a:pt x="91742" y="33707"/>
                    <a:pt x="91810" y="33539"/>
                  </a:cubicBezTo>
                  <a:cubicBezTo>
                    <a:pt x="91877" y="33371"/>
                    <a:pt x="92584" y="32328"/>
                    <a:pt x="92584" y="31890"/>
                  </a:cubicBezTo>
                  <a:cubicBezTo>
                    <a:pt x="92584" y="31453"/>
                    <a:pt x="91944" y="29670"/>
                    <a:pt x="91944" y="29670"/>
                  </a:cubicBezTo>
                  <a:lnTo>
                    <a:pt x="90194" y="28594"/>
                  </a:lnTo>
                  <a:cubicBezTo>
                    <a:pt x="90194" y="28594"/>
                    <a:pt x="88612" y="27887"/>
                    <a:pt x="88612" y="27719"/>
                  </a:cubicBezTo>
                  <a:cubicBezTo>
                    <a:pt x="88612" y="27551"/>
                    <a:pt x="87973" y="26643"/>
                    <a:pt x="87906" y="26407"/>
                  </a:cubicBezTo>
                  <a:cubicBezTo>
                    <a:pt x="87838" y="26205"/>
                    <a:pt x="88377" y="25263"/>
                    <a:pt x="88545" y="25062"/>
                  </a:cubicBezTo>
                  <a:cubicBezTo>
                    <a:pt x="88713" y="24860"/>
                    <a:pt x="89622" y="23884"/>
                    <a:pt x="89622" y="23884"/>
                  </a:cubicBezTo>
                  <a:lnTo>
                    <a:pt x="88848" y="22808"/>
                  </a:lnTo>
                  <a:lnTo>
                    <a:pt x="85684" y="22370"/>
                  </a:lnTo>
                  <a:lnTo>
                    <a:pt x="84372" y="22370"/>
                  </a:lnTo>
                  <a:lnTo>
                    <a:pt x="81511" y="20688"/>
                  </a:lnTo>
                  <a:cubicBezTo>
                    <a:pt x="81511" y="20688"/>
                    <a:pt x="81949" y="19343"/>
                    <a:pt x="82218" y="19040"/>
                  </a:cubicBezTo>
                  <a:cubicBezTo>
                    <a:pt x="82487" y="18771"/>
                    <a:pt x="84574" y="17358"/>
                    <a:pt x="84843" y="17257"/>
                  </a:cubicBezTo>
                  <a:cubicBezTo>
                    <a:pt x="85113" y="17156"/>
                    <a:pt x="87939" y="16887"/>
                    <a:pt x="87939" y="16887"/>
                  </a:cubicBezTo>
                  <a:lnTo>
                    <a:pt x="88478" y="11942"/>
                  </a:lnTo>
                  <a:lnTo>
                    <a:pt x="87872" y="9890"/>
                  </a:lnTo>
                  <a:lnTo>
                    <a:pt x="85920" y="8208"/>
                  </a:lnTo>
                  <a:cubicBezTo>
                    <a:pt x="85920" y="8208"/>
                    <a:pt x="81612" y="8006"/>
                    <a:pt x="81242" y="8208"/>
                  </a:cubicBezTo>
                  <a:cubicBezTo>
                    <a:pt x="80872" y="8410"/>
                    <a:pt x="78785" y="11135"/>
                    <a:pt x="78348" y="11471"/>
                  </a:cubicBezTo>
                  <a:cubicBezTo>
                    <a:pt x="77910" y="11808"/>
                    <a:pt x="77910" y="12447"/>
                    <a:pt x="76598" y="12009"/>
                  </a:cubicBezTo>
                  <a:cubicBezTo>
                    <a:pt x="75285" y="11572"/>
                    <a:pt x="73973" y="10697"/>
                    <a:pt x="73535" y="9688"/>
                  </a:cubicBezTo>
                  <a:cubicBezTo>
                    <a:pt x="73098" y="8645"/>
                    <a:pt x="72021" y="5719"/>
                    <a:pt x="71785" y="5281"/>
                  </a:cubicBezTo>
                  <a:cubicBezTo>
                    <a:pt x="71550" y="4844"/>
                    <a:pt x="69227" y="3936"/>
                    <a:pt x="69227" y="3936"/>
                  </a:cubicBezTo>
                  <a:cubicBezTo>
                    <a:pt x="69227" y="3936"/>
                    <a:pt x="68252" y="2725"/>
                    <a:pt x="67814" y="2624"/>
                  </a:cubicBezTo>
                  <a:cubicBezTo>
                    <a:pt x="67377" y="2523"/>
                    <a:pt x="60646" y="0"/>
                    <a:pt x="60646" y="0"/>
                  </a:cubicBezTo>
                  <a:cubicBezTo>
                    <a:pt x="60646" y="0"/>
                    <a:pt x="58054" y="3028"/>
                    <a:pt x="56742" y="3162"/>
                  </a:cubicBezTo>
                  <a:cubicBezTo>
                    <a:pt x="55429" y="3263"/>
                    <a:pt x="52400" y="5012"/>
                    <a:pt x="52165" y="5450"/>
                  </a:cubicBezTo>
                  <a:cubicBezTo>
                    <a:pt x="51962" y="5887"/>
                    <a:pt x="52165" y="9486"/>
                    <a:pt x="52165" y="9486"/>
                  </a:cubicBezTo>
                  <a:lnTo>
                    <a:pt x="49539" y="13086"/>
                  </a:lnTo>
                  <a:lnTo>
                    <a:pt x="46948" y="15811"/>
                  </a:lnTo>
                  <a:lnTo>
                    <a:pt x="45299" y="17997"/>
                  </a:lnTo>
                  <a:lnTo>
                    <a:pt x="42910" y="18973"/>
                  </a:lnTo>
                  <a:lnTo>
                    <a:pt x="42203" y="20049"/>
                  </a:lnTo>
                  <a:lnTo>
                    <a:pt x="41698" y="22101"/>
                  </a:lnTo>
                  <a:lnTo>
                    <a:pt x="41698" y="23279"/>
                  </a:lnTo>
                  <a:lnTo>
                    <a:pt x="40621" y="26542"/>
                  </a:lnTo>
                  <a:cubicBezTo>
                    <a:pt x="40621" y="26542"/>
                    <a:pt x="40083" y="27080"/>
                    <a:pt x="39107" y="27181"/>
                  </a:cubicBezTo>
                  <a:cubicBezTo>
                    <a:pt x="38130" y="27282"/>
                    <a:pt x="35405" y="27181"/>
                    <a:pt x="35068" y="27282"/>
                  </a:cubicBezTo>
                  <a:cubicBezTo>
                    <a:pt x="34731" y="27383"/>
                    <a:pt x="33655" y="29132"/>
                    <a:pt x="33655" y="29132"/>
                  </a:cubicBezTo>
                  <a:lnTo>
                    <a:pt x="32780" y="33808"/>
                  </a:lnTo>
                  <a:lnTo>
                    <a:pt x="32140" y="37710"/>
                  </a:lnTo>
                  <a:lnTo>
                    <a:pt x="33991" y="43799"/>
                  </a:lnTo>
                  <a:lnTo>
                    <a:pt x="34967" y="47062"/>
                  </a:lnTo>
                  <a:lnTo>
                    <a:pt x="38770" y="47936"/>
                  </a:lnTo>
                  <a:cubicBezTo>
                    <a:pt x="38770" y="47936"/>
                    <a:pt x="40284" y="48475"/>
                    <a:pt x="40722" y="48710"/>
                  </a:cubicBezTo>
                  <a:cubicBezTo>
                    <a:pt x="41159" y="48912"/>
                    <a:pt x="42573" y="51334"/>
                    <a:pt x="42573" y="51334"/>
                  </a:cubicBezTo>
                  <a:lnTo>
                    <a:pt x="42674" y="53487"/>
                  </a:lnTo>
                  <a:lnTo>
                    <a:pt x="40722" y="54900"/>
                  </a:lnTo>
                  <a:cubicBezTo>
                    <a:pt x="40722" y="54900"/>
                    <a:pt x="37996" y="54900"/>
                    <a:pt x="37659" y="55236"/>
                  </a:cubicBezTo>
                  <a:cubicBezTo>
                    <a:pt x="37323" y="55573"/>
                    <a:pt x="35606" y="56178"/>
                    <a:pt x="35606" y="56178"/>
                  </a:cubicBezTo>
                  <a:lnTo>
                    <a:pt x="33318" y="59038"/>
                  </a:lnTo>
                  <a:lnTo>
                    <a:pt x="31265" y="61863"/>
                  </a:lnTo>
                  <a:lnTo>
                    <a:pt x="34731" y="63613"/>
                  </a:lnTo>
                  <a:lnTo>
                    <a:pt x="37996" y="64050"/>
                  </a:lnTo>
                  <a:cubicBezTo>
                    <a:pt x="37996" y="64050"/>
                    <a:pt x="39073" y="65227"/>
                    <a:pt x="39409" y="65463"/>
                  </a:cubicBezTo>
                  <a:cubicBezTo>
                    <a:pt x="39746" y="65665"/>
                    <a:pt x="40284" y="69163"/>
                    <a:pt x="40284" y="69163"/>
                  </a:cubicBezTo>
                  <a:lnTo>
                    <a:pt x="39308" y="73402"/>
                  </a:lnTo>
                  <a:lnTo>
                    <a:pt x="38434" y="76328"/>
                  </a:lnTo>
                  <a:cubicBezTo>
                    <a:pt x="38434" y="76328"/>
                    <a:pt x="35943" y="77539"/>
                    <a:pt x="35505" y="77539"/>
                  </a:cubicBezTo>
                  <a:cubicBezTo>
                    <a:pt x="35068" y="77539"/>
                    <a:pt x="32914" y="76227"/>
                    <a:pt x="32477" y="76127"/>
                  </a:cubicBezTo>
                  <a:cubicBezTo>
                    <a:pt x="32039" y="76026"/>
                    <a:pt x="29111" y="73536"/>
                    <a:pt x="29111" y="73536"/>
                  </a:cubicBezTo>
                  <a:lnTo>
                    <a:pt x="25510" y="73738"/>
                  </a:lnTo>
                  <a:lnTo>
                    <a:pt x="21371" y="72325"/>
                  </a:lnTo>
                  <a:cubicBezTo>
                    <a:pt x="21371" y="72325"/>
                    <a:pt x="20394" y="71350"/>
                    <a:pt x="20294" y="70912"/>
                  </a:cubicBezTo>
                  <a:cubicBezTo>
                    <a:pt x="20193" y="70475"/>
                    <a:pt x="20394" y="69163"/>
                    <a:pt x="20832" y="68860"/>
                  </a:cubicBezTo>
                  <a:cubicBezTo>
                    <a:pt x="21270" y="68524"/>
                    <a:pt x="21707" y="68322"/>
                    <a:pt x="22010" y="67111"/>
                  </a:cubicBezTo>
                  <a:cubicBezTo>
                    <a:pt x="22347" y="65900"/>
                    <a:pt x="22683" y="64925"/>
                    <a:pt x="22683" y="64487"/>
                  </a:cubicBezTo>
                  <a:cubicBezTo>
                    <a:pt x="22683" y="64050"/>
                    <a:pt x="22952" y="62301"/>
                    <a:pt x="22952" y="62301"/>
                  </a:cubicBezTo>
                  <a:cubicBezTo>
                    <a:pt x="22952" y="62301"/>
                    <a:pt x="22683" y="60989"/>
                    <a:pt x="22649" y="60921"/>
                  </a:cubicBezTo>
                  <a:cubicBezTo>
                    <a:pt x="22616" y="60854"/>
                    <a:pt x="21270" y="59912"/>
                    <a:pt x="21169" y="59879"/>
                  </a:cubicBezTo>
                  <a:cubicBezTo>
                    <a:pt x="21068" y="59845"/>
                    <a:pt x="19957" y="58937"/>
                    <a:pt x="19890" y="58937"/>
                  </a:cubicBezTo>
                  <a:cubicBezTo>
                    <a:pt x="19823" y="58937"/>
                    <a:pt x="18241" y="58937"/>
                    <a:pt x="18241" y="58937"/>
                  </a:cubicBezTo>
                  <a:cubicBezTo>
                    <a:pt x="18241" y="58937"/>
                    <a:pt x="16861" y="59374"/>
                    <a:pt x="16760" y="59374"/>
                  </a:cubicBezTo>
                  <a:cubicBezTo>
                    <a:pt x="16659" y="59374"/>
                    <a:pt x="15851" y="59879"/>
                    <a:pt x="15851" y="59879"/>
                  </a:cubicBezTo>
                  <a:cubicBezTo>
                    <a:pt x="15851" y="59879"/>
                    <a:pt x="15817" y="61056"/>
                    <a:pt x="15851" y="61157"/>
                  </a:cubicBezTo>
                  <a:cubicBezTo>
                    <a:pt x="15919" y="61258"/>
                    <a:pt x="16020" y="62435"/>
                    <a:pt x="16020" y="62435"/>
                  </a:cubicBezTo>
                  <a:cubicBezTo>
                    <a:pt x="16020" y="62435"/>
                    <a:pt x="15986" y="63343"/>
                    <a:pt x="15986" y="63545"/>
                  </a:cubicBezTo>
                  <a:cubicBezTo>
                    <a:pt x="15986" y="63781"/>
                    <a:pt x="15817" y="65160"/>
                    <a:pt x="15817" y="65160"/>
                  </a:cubicBezTo>
                  <a:cubicBezTo>
                    <a:pt x="15817" y="65160"/>
                    <a:pt x="15817" y="66741"/>
                    <a:pt x="15817" y="66943"/>
                  </a:cubicBezTo>
                  <a:cubicBezTo>
                    <a:pt x="15817" y="67145"/>
                    <a:pt x="15145" y="68995"/>
                    <a:pt x="15111" y="69130"/>
                  </a:cubicBezTo>
                  <a:cubicBezTo>
                    <a:pt x="15077" y="69230"/>
                    <a:pt x="14067" y="70744"/>
                    <a:pt x="14067" y="70744"/>
                  </a:cubicBezTo>
                  <a:lnTo>
                    <a:pt x="12486" y="73099"/>
                  </a:lnTo>
                  <a:lnTo>
                    <a:pt x="10534" y="74344"/>
                  </a:lnTo>
                  <a:lnTo>
                    <a:pt x="8649" y="77539"/>
                  </a:lnTo>
                  <a:cubicBezTo>
                    <a:pt x="8649" y="77539"/>
                    <a:pt x="7572" y="79322"/>
                    <a:pt x="7438" y="79726"/>
                  </a:cubicBezTo>
                  <a:cubicBezTo>
                    <a:pt x="7270" y="80096"/>
                    <a:pt x="6933" y="83191"/>
                    <a:pt x="6933" y="83191"/>
                  </a:cubicBezTo>
                  <a:lnTo>
                    <a:pt x="6933" y="85848"/>
                  </a:lnTo>
                  <a:cubicBezTo>
                    <a:pt x="6933" y="85848"/>
                    <a:pt x="6596" y="87799"/>
                    <a:pt x="6933" y="88136"/>
                  </a:cubicBezTo>
                  <a:cubicBezTo>
                    <a:pt x="7270" y="88472"/>
                    <a:pt x="8077" y="90322"/>
                    <a:pt x="8077" y="90322"/>
                  </a:cubicBezTo>
                  <a:lnTo>
                    <a:pt x="10096" y="93249"/>
                  </a:lnTo>
                  <a:cubicBezTo>
                    <a:pt x="10096" y="93249"/>
                    <a:pt x="10635" y="97488"/>
                    <a:pt x="10635" y="97925"/>
                  </a:cubicBezTo>
                  <a:cubicBezTo>
                    <a:pt x="10635" y="98362"/>
                    <a:pt x="7101" y="101289"/>
                    <a:pt x="6798" y="101524"/>
                  </a:cubicBezTo>
                  <a:cubicBezTo>
                    <a:pt x="6495" y="101726"/>
                    <a:pt x="4779" y="103375"/>
                    <a:pt x="4543" y="103913"/>
                  </a:cubicBezTo>
                  <a:cubicBezTo>
                    <a:pt x="4342" y="104451"/>
                    <a:pt x="3029" y="106739"/>
                    <a:pt x="4543" y="107378"/>
                  </a:cubicBezTo>
                  <a:cubicBezTo>
                    <a:pt x="6058" y="108017"/>
                    <a:pt x="9760" y="111078"/>
                    <a:pt x="10197" y="111078"/>
                  </a:cubicBezTo>
                  <a:cubicBezTo>
                    <a:pt x="10635" y="111078"/>
                    <a:pt x="12385" y="114240"/>
                    <a:pt x="12385" y="114240"/>
                  </a:cubicBezTo>
                  <a:cubicBezTo>
                    <a:pt x="12385" y="114240"/>
                    <a:pt x="11745" y="117268"/>
                    <a:pt x="11207" y="117705"/>
                  </a:cubicBezTo>
                  <a:cubicBezTo>
                    <a:pt x="10669" y="118142"/>
                    <a:pt x="9894" y="120093"/>
                    <a:pt x="9457" y="120766"/>
                  </a:cubicBezTo>
                  <a:cubicBezTo>
                    <a:pt x="9019" y="121405"/>
                    <a:pt x="9255" y="124130"/>
                    <a:pt x="9894" y="124769"/>
                  </a:cubicBezTo>
                  <a:cubicBezTo>
                    <a:pt x="10534" y="125409"/>
                    <a:pt x="13361" y="128133"/>
                    <a:pt x="13697" y="128470"/>
                  </a:cubicBezTo>
                  <a:cubicBezTo>
                    <a:pt x="14034" y="128806"/>
                    <a:pt x="19116" y="131397"/>
                    <a:pt x="19789" y="131497"/>
                  </a:cubicBezTo>
                  <a:cubicBezTo>
                    <a:pt x="20428" y="131598"/>
                    <a:pt x="22717" y="132675"/>
                    <a:pt x="22717" y="132675"/>
                  </a:cubicBezTo>
                  <a:lnTo>
                    <a:pt x="23491" y="134962"/>
                  </a:lnTo>
                  <a:cubicBezTo>
                    <a:pt x="23491" y="134962"/>
                    <a:pt x="21202" y="137351"/>
                    <a:pt x="20866" y="137687"/>
                  </a:cubicBezTo>
                  <a:cubicBezTo>
                    <a:pt x="20529" y="138023"/>
                    <a:pt x="18274" y="139537"/>
                    <a:pt x="17938" y="139874"/>
                  </a:cubicBezTo>
                  <a:cubicBezTo>
                    <a:pt x="17601" y="140210"/>
                    <a:pt x="15010" y="141287"/>
                    <a:pt x="14337" y="142060"/>
                  </a:cubicBezTo>
                  <a:cubicBezTo>
                    <a:pt x="13697" y="142834"/>
                    <a:pt x="12385" y="143810"/>
                    <a:pt x="11207" y="144348"/>
                  </a:cubicBezTo>
                  <a:cubicBezTo>
                    <a:pt x="9995" y="144886"/>
                    <a:pt x="6630" y="145760"/>
                    <a:pt x="6630" y="145760"/>
                  </a:cubicBezTo>
                  <a:lnTo>
                    <a:pt x="1582" y="149360"/>
                  </a:lnTo>
                  <a:lnTo>
                    <a:pt x="0" y="151311"/>
                  </a:lnTo>
                  <a:lnTo>
                    <a:pt x="0" y="157164"/>
                  </a:lnTo>
                  <a:cubicBezTo>
                    <a:pt x="0" y="157164"/>
                    <a:pt x="774" y="160764"/>
                    <a:pt x="774" y="161168"/>
                  </a:cubicBezTo>
                  <a:cubicBezTo>
                    <a:pt x="774" y="161605"/>
                    <a:pt x="1414" y="166382"/>
                    <a:pt x="1414" y="166920"/>
                  </a:cubicBezTo>
                  <a:cubicBezTo>
                    <a:pt x="1414" y="167458"/>
                    <a:pt x="3500" y="170721"/>
                    <a:pt x="3500" y="170721"/>
                  </a:cubicBezTo>
                  <a:cubicBezTo>
                    <a:pt x="3500" y="170721"/>
                    <a:pt x="6529" y="173648"/>
                    <a:pt x="6966" y="173984"/>
                  </a:cubicBezTo>
                  <a:cubicBezTo>
                    <a:pt x="7404" y="174321"/>
                    <a:pt x="8716" y="175397"/>
                    <a:pt x="9693" y="175935"/>
                  </a:cubicBezTo>
                  <a:cubicBezTo>
                    <a:pt x="10669" y="176473"/>
                    <a:pt x="15346" y="180510"/>
                    <a:pt x="15683" y="180813"/>
                  </a:cubicBezTo>
                  <a:cubicBezTo>
                    <a:pt x="16020" y="181149"/>
                    <a:pt x="17433" y="182327"/>
                    <a:pt x="18510" y="182327"/>
                  </a:cubicBezTo>
                  <a:cubicBezTo>
                    <a:pt x="19587" y="182327"/>
                    <a:pt x="21774" y="182327"/>
                    <a:pt x="21774" y="182327"/>
                  </a:cubicBezTo>
                  <a:cubicBezTo>
                    <a:pt x="21774" y="182327"/>
                    <a:pt x="25039" y="182428"/>
                    <a:pt x="26991" y="182327"/>
                  </a:cubicBezTo>
                  <a:cubicBezTo>
                    <a:pt x="28943" y="182226"/>
                    <a:pt x="30121" y="181553"/>
                    <a:pt x="30121" y="181553"/>
                  </a:cubicBezTo>
                  <a:lnTo>
                    <a:pt x="31837" y="180578"/>
                  </a:lnTo>
                  <a:cubicBezTo>
                    <a:pt x="31837" y="180578"/>
                    <a:pt x="32914" y="180006"/>
                    <a:pt x="33150" y="179938"/>
                  </a:cubicBezTo>
                  <a:cubicBezTo>
                    <a:pt x="33385" y="179871"/>
                    <a:pt x="33587" y="179770"/>
                    <a:pt x="33890" y="179837"/>
                  </a:cubicBezTo>
                  <a:cubicBezTo>
                    <a:pt x="34159" y="179905"/>
                    <a:pt x="36179" y="181721"/>
                    <a:pt x="36179" y="181721"/>
                  </a:cubicBezTo>
                  <a:lnTo>
                    <a:pt x="36616" y="183134"/>
                  </a:lnTo>
                  <a:lnTo>
                    <a:pt x="36616" y="184951"/>
                  </a:lnTo>
                  <a:lnTo>
                    <a:pt x="36616" y="186633"/>
                  </a:lnTo>
                  <a:lnTo>
                    <a:pt x="36616" y="186700"/>
                  </a:lnTo>
                  <a:cubicBezTo>
                    <a:pt x="36616" y="186700"/>
                    <a:pt x="35910" y="188449"/>
                    <a:pt x="35910" y="188584"/>
                  </a:cubicBezTo>
                  <a:cubicBezTo>
                    <a:pt x="35910" y="188718"/>
                    <a:pt x="36111" y="189391"/>
                    <a:pt x="36751" y="189593"/>
                  </a:cubicBezTo>
                  <a:cubicBezTo>
                    <a:pt x="37357" y="189795"/>
                    <a:pt x="35842" y="189290"/>
                    <a:pt x="37861" y="190098"/>
                  </a:cubicBezTo>
                  <a:cubicBezTo>
                    <a:pt x="39881" y="190905"/>
                    <a:pt x="41025" y="191443"/>
                    <a:pt x="41025" y="191443"/>
                  </a:cubicBezTo>
                  <a:lnTo>
                    <a:pt x="42506" y="190501"/>
                  </a:lnTo>
                  <a:lnTo>
                    <a:pt x="46746" y="189189"/>
                  </a:lnTo>
                  <a:lnTo>
                    <a:pt x="47386" y="188113"/>
                  </a:lnTo>
                  <a:cubicBezTo>
                    <a:pt x="47386" y="188113"/>
                    <a:pt x="48126" y="186364"/>
                    <a:pt x="48597" y="186364"/>
                  </a:cubicBezTo>
                  <a:cubicBezTo>
                    <a:pt x="49035" y="186364"/>
                    <a:pt x="50886" y="186162"/>
                    <a:pt x="50886" y="186162"/>
                  </a:cubicBezTo>
                  <a:lnTo>
                    <a:pt x="52939" y="187676"/>
                  </a:lnTo>
                  <a:cubicBezTo>
                    <a:pt x="52939" y="187676"/>
                    <a:pt x="53477" y="189425"/>
                    <a:pt x="53275" y="189728"/>
                  </a:cubicBezTo>
                  <a:cubicBezTo>
                    <a:pt x="53040" y="190064"/>
                    <a:pt x="51862" y="191611"/>
                    <a:pt x="51424" y="191443"/>
                  </a:cubicBezTo>
                  <a:cubicBezTo>
                    <a:pt x="50987" y="191275"/>
                    <a:pt x="49708" y="192352"/>
                    <a:pt x="49708" y="192352"/>
                  </a:cubicBezTo>
                  <a:cubicBezTo>
                    <a:pt x="49708" y="192352"/>
                    <a:pt x="49472" y="193125"/>
                    <a:pt x="49809" y="193125"/>
                  </a:cubicBezTo>
                  <a:cubicBezTo>
                    <a:pt x="50145" y="193125"/>
                    <a:pt x="50482" y="193899"/>
                    <a:pt x="51896" y="193764"/>
                  </a:cubicBezTo>
                  <a:cubicBezTo>
                    <a:pt x="53309" y="193664"/>
                    <a:pt x="55025" y="193899"/>
                    <a:pt x="55496" y="193764"/>
                  </a:cubicBezTo>
                  <a:cubicBezTo>
                    <a:pt x="55934" y="193630"/>
                    <a:pt x="57886" y="193798"/>
                    <a:pt x="57886" y="193798"/>
                  </a:cubicBezTo>
                  <a:lnTo>
                    <a:pt x="60208" y="192991"/>
                  </a:lnTo>
                  <a:cubicBezTo>
                    <a:pt x="60208" y="192991"/>
                    <a:pt x="61487" y="191241"/>
                    <a:pt x="61790" y="190905"/>
                  </a:cubicBezTo>
                  <a:cubicBezTo>
                    <a:pt x="62126" y="190569"/>
                    <a:pt x="62665" y="190468"/>
                    <a:pt x="63001" y="190367"/>
                  </a:cubicBezTo>
                  <a:cubicBezTo>
                    <a:pt x="63338" y="190266"/>
                    <a:pt x="67040" y="192318"/>
                    <a:pt x="67040" y="192318"/>
                  </a:cubicBezTo>
                  <a:cubicBezTo>
                    <a:pt x="67040" y="192318"/>
                    <a:pt x="68016" y="191881"/>
                    <a:pt x="68655" y="191679"/>
                  </a:cubicBezTo>
                  <a:cubicBezTo>
                    <a:pt x="69295" y="191477"/>
                    <a:pt x="71381" y="190030"/>
                    <a:pt x="71819" y="189929"/>
                  </a:cubicBezTo>
                  <a:cubicBezTo>
                    <a:pt x="72256" y="189829"/>
                    <a:pt x="75521" y="188315"/>
                    <a:pt x="75958" y="188315"/>
                  </a:cubicBezTo>
                  <a:cubicBezTo>
                    <a:pt x="76396" y="188315"/>
                    <a:pt x="77708" y="187978"/>
                    <a:pt x="77708" y="187978"/>
                  </a:cubicBezTo>
                  <a:lnTo>
                    <a:pt x="80872" y="185590"/>
                  </a:lnTo>
                  <a:lnTo>
                    <a:pt x="82117" y="182562"/>
                  </a:lnTo>
                  <a:lnTo>
                    <a:pt x="81949" y="179400"/>
                  </a:lnTo>
                  <a:lnTo>
                    <a:pt x="81949" y="177987"/>
                  </a:lnTo>
                  <a:cubicBezTo>
                    <a:pt x="81949" y="177987"/>
                    <a:pt x="82285" y="175397"/>
                    <a:pt x="82723" y="175162"/>
                  </a:cubicBezTo>
                  <a:cubicBezTo>
                    <a:pt x="83160" y="174960"/>
                    <a:pt x="83699" y="173412"/>
                    <a:pt x="83699" y="173412"/>
                  </a:cubicBezTo>
                  <a:lnTo>
                    <a:pt x="83699" y="171024"/>
                  </a:lnTo>
                  <a:lnTo>
                    <a:pt x="83261" y="168736"/>
                  </a:lnTo>
                  <a:lnTo>
                    <a:pt x="83059" y="165372"/>
                  </a:lnTo>
                  <a:lnTo>
                    <a:pt x="82824" y="163085"/>
                  </a:lnTo>
                  <a:cubicBezTo>
                    <a:pt x="82824" y="163085"/>
                    <a:pt x="82723" y="161908"/>
                    <a:pt x="82824" y="161571"/>
                  </a:cubicBezTo>
                  <a:cubicBezTo>
                    <a:pt x="82925" y="161235"/>
                    <a:pt x="82925" y="160932"/>
                    <a:pt x="83261" y="160360"/>
                  </a:cubicBezTo>
                  <a:cubicBezTo>
                    <a:pt x="83598" y="159822"/>
                    <a:pt x="84136" y="158611"/>
                    <a:pt x="84136" y="158611"/>
                  </a:cubicBezTo>
                  <a:lnTo>
                    <a:pt x="84776" y="156761"/>
                  </a:lnTo>
                  <a:lnTo>
                    <a:pt x="84877" y="155247"/>
                  </a:lnTo>
                  <a:lnTo>
                    <a:pt x="85651" y="154372"/>
                  </a:lnTo>
                  <a:lnTo>
                    <a:pt x="86526" y="153733"/>
                  </a:lnTo>
                  <a:lnTo>
                    <a:pt x="87838" y="152859"/>
                  </a:lnTo>
                  <a:lnTo>
                    <a:pt x="88916" y="151984"/>
                  </a:lnTo>
                  <a:lnTo>
                    <a:pt x="89891" y="150672"/>
                  </a:lnTo>
                  <a:lnTo>
                    <a:pt x="90665" y="150033"/>
                  </a:lnTo>
                  <a:cubicBezTo>
                    <a:pt x="90665" y="150033"/>
                    <a:pt x="91540" y="148721"/>
                    <a:pt x="91877" y="148620"/>
                  </a:cubicBezTo>
                  <a:cubicBezTo>
                    <a:pt x="92214" y="148519"/>
                    <a:pt x="93627" y="147207"/>
                    <a:pt x="93627" y="147207"/>
                  </a:cubicBezTo>
                  <a:lnTo>
                    <a:pt x="94165" y="146770"/>
                  </a:lnTo>
                  <a:lnTo>
                    <a:pt x="94939" y="145996"/>
                  </a:lnTo>
                  <a:lnTo>
                    <a:pt x="95713" y="145660"/>
                  </a:lnTo>
                  <a:lnTo>
                    <a:pt x="96151" y="143877"/>
                  </a:lnTo>
                  <a:lnTo>
                    <a:pt x="95916" y="142363"/>
                  </a:lnTo>
                  <a:lnTo>
                    <a:pt x="95916" y="139705"/>
                  </a:lnTo>
                  <a:lnTo>
                    <a:pt x="96420" y="138259"/>
                  </a:lnTo>
                  <a:lnTo>
                    <a:pt x="95512" y="136577"/>
                  </a:lnTo>
                  <a:lnTo>
                    <a:pt x="94165" y="135568"/>
                  </a:lnTo>
                  <a:lnTo>
                    <a:pt x="94165" y="134491"/>
                  </a:lnTo>
                  <a:lnTo>
                    <a:pt x="94165" y="131531"/>
                  </a:lnTo>
                  <a:lnTo>
                    <a:pt x="94165" y="129277"/>
                  </a:lnTo>
                  <a:lnTo>
                    <a:pt x="94165" y="125812"/>
                  </a:lnTo>
                  <a:lnTo>
                    <a:pt x="94939" y="124938"/>
                  </a:lnTo>
                  <a:lnTo>
                    <a:pt x="95882" y="124366"/>
                  </a:lnTo>
                  <a:lnTo>
                    <a:pt x="99079" y="122919"/>
                  </a:lnTo>
                  <a:cubicBezTo>
                    <a:pt x="99079" y="122919"/>
                    <a:pt x="99954" y="122213"/>
                    <a:pt x="100223" y="122112"/>
                  </a:cubicBezTo>
                  <a:cubicBezTo>
                    <a:pt x="100526" y="122045"/>
                    <a:pt x="103353" y="121372"/>
                    <a:pt x="103353" y="121372"/>
                  </a:cubicBezTo>
                  <a:lnTo>
                    <a:pt x="106382" y="119623"/>
                  </a:lnTo>
                  <a:lnTo>
                    <a:pt x="107964" y="120194"/>
                  </a:lnTo>
                  <a:lnTo>
                    <a:pt x="110151" y="117066"/>
                  </a:lnTo>
                  <a:lnTo>
                    <a:pt x="111599" y="114879"/>
                  </a:lnTo>
                  <a:lnTo>
                    <a:pt x="116007" y="114308"/>
                  </a:lnTo>
                  <a:lnTo>
                    <a:pt x="118026" y="113063"/>
                  </a:lnTo>
                  <a:lnTo>
                    <a:pt x="118565" y="112087"/>
                  </a:lnTo>
                  <a:close/>
                </a:path>
              </a:pathLst>
            </a:custGeom>
            <a:grpFill/>
            <a:ln w="6350" cap="flat">
              <a:solidFill>
                <a:schemeClr val="bg1"/>
              </a:solidFill>
              <a:prstDash val="solid"/>
              <a:miter/>
            </a:ln>
          </p:spPr>
          <p:txBody>
            <a:bodyPr rtlCol="0" anchor="ctr"/>
            <a:lstStyle/>
            <a:p>
              <a:endParaRPr lang="en-US"/>
            </a:p>
          </p:txBody>
        </p:sp>
        <p:sp>
          <p:nvSpPr>
            <p:cNvPr id="94" name="Freeform 900">
              <a:extLst>
                <a:ext uri="{FF2B5EF4-FFF2-40B4-BE49-F238E27FC236}">
                  <a16:creationId xmlns:a16="http://schemas.microsoft.com/office/drawing/2014/main" id="{85E58442-726B-F77A-8B59-F1762C7C6B7D}"/>
                </a:ext>
              </a:extLst>
            </p:cNvPr>
            <p:cNvSpPr/>
            <p:nvPr/>
          </p:nvSpPr>
          <p:spPr>
            <a:xfrm>
              <a:off x="7910632" y="2362503"/>
              <a:ext cx="286439" cy="395672"/>
            </a:xfrm>
            <a:custGeom>
              <a:avLst/>
              <a:gdLst>
                <a:gd name="connsiteX0" fmla="*/ 547410 w 549933"/>
                <a:gd name="connsiteY0" fmla="*/ 270059 h 759650"/>
                <a:gd name="connsiteX1" fmla="*/ 544078 w 549933"/>
                <a:gd name="connsiteY1" fmla="*/ 266729 h 759650"/>
                <a:gd name="connsiteX2" fmla="*/ 542328 w 549933"/>
                <a:gd name="connsiteY2" fmla="*/ 262591 h 759650"/>
                <a:gd name="connsiteX3" fmla="*/ 542462 w 549933"/>
                <a:gd name="connsiteY3" fmla="*/ 256872 h 759650"/>
                <a:gd name="connsiteX4" fmla="*/ 542328 w 549933"/>
                <a:gd name="connsiteY4" fmla="*/ 256872 h 759650"/>
                <a:gd name="connsiteX5" fmla="*/ 535361 w 549933"/>
                <a:gd name="connsiteY5" fmla="*/ 254282 h 759650"/>
                <a:gd name="connsiteX6" fmla="*/ 530717 w 549933"/>
                <a:gd name="connsiteY6" fmla="*/ 250952 h 759650"/>
                <a:gd name="connsiteX7" fmla="*/ 523885 w 549933"/>
                <a:gd name="connsiteY7" fmla="*/ 247184 h 759650"/>
                <a:gd name="connsiteX8" fmla="*/ 522505 w 549933"/>
                <a:gd name="connsiteY8" fmla="*/ 243282 h 759650"/>
                <a:gd name="connsiteX9" fmla="*/ 522303 w 549933"/>
                <a:gd name="connsiteY9" fmla="*/ 239380 h 759650"/>
                <a:gd name="connsiteX10" fmla="*/ 522303 w 549933"/>
                <a:gd name="connsiteY10" fmla="*/ 233425 h 759650"/>
                <a:gd name="connsiteX11" fmla="*/ 522000 w 549933"/>
                <a:gd name="connsiteY11" fmla="*/ 229221 h 759650"/>
                <a:gd name="connsiteX12" fmla="*/ 519241 w 549933"/>
                <a:gd name="connsiteY12" fmla="*/ 225016 h 759650"/>
                <a:gd name="connsiteX13" fmla="*/ 514462 w 549933"/>
                <a:gd name="connsiteY13" fmla="*/ 220541 h 759650"/>
                <a:gd name="connsiteX14" fmla="*/ 510390 w 549933"/>
                <a:gd name="connsiteY14" fmla="*/ 218220 h 759650"/>
                <a:gd name="connsiteX15" fmla="*/ 505913 w 549933"/>
                <a:gd name="connsiteY15" fmla="*/ 218220 h 759650"/>
                <a:gd name="connsiteX16" fmla="*/ 501404 w 549933"/>
                <a:gd name="connsiteY16" fmla="*/ 219600 h 759650"/>
                <a:gd name="connsiteX17" fmla="*/ 500091 w 549933"/>
                <a:gd name="connsiteY17" fmla="*/ 220407 h 759650"/>
                <a:gd name="connsiteX18" fmla="*/ 497029 w 549933"/>
                <a:gd name="connsiteY18" fmla="*/ 220407 h 759650"/>
                <a:gd name="connsiteX19" fmla="*/ 490803 w 549933"/>
                <a:gd name="connsiteY19" fmla="*/ 219700 h 759650"/>
                <a:gd name="connsiteX20" fmla="*/ 488177 w 549933"/>
                <a:gd name="connsiteY20" fmla="*/ 219129 h 759650"/>
                <a:gd name="connsiteX21" fmla="*/ 486293 w 549933"/>
                <a:gd name="connsiteY21" fmla="*/ 214655 h 759650"/>
                <a:gd name="connsiteX22" fmla="*/ 482961 w 549933"/>
                <a:gd name="connsiteY22" fmla="*/ 209642 h 759650"/>
                <a:gd name="connsiteX23" fmla="*/ 482524 w 549933"/>
                <a:gd name="connsiteY23" fmla="*/ 204798 h 759650"/>
                <a:gd name="connsiteX24" fmla="*/ 477879 w 549933"/>
                <a:gd name="connsiteY24" fmla="*/ 204798 h 759650"/>
                <a:gd name="connsiteX25" fmla="*/ 473403 w 549933"/>
                <a:gd name="connsiteY25" fmla="*/ 205538 h 759650"/>
                <a:gd name="connsiteX26" fmla="*/ 469937 w 549933"/>
                <a:gd name="connsiteY26" fmla="*/ 204092 h 759650"/>
                <a:gd name="connsiteX27" fmla="*/ 465461 w 549933"/>
                <a:gd name="connsiteY27" fmla="*/ 200459 h 759650"/>
                <a:gd name="connsiteX28" fmla="*/ 458663 w 549933"/>
                <a:gd name="connsiteY28" fmla="*/ 196422 h 759650"/>
                <a:gd name="connsiteX29" fmla="*/ 453715 w 549933"/>
                <a:gd name="connsiteY29" fmla="*/ 191645 h 759650"/>
                <a:gd name="connsiteX30" fmla="*/ 450383 w 549933"/>
                <a:gd name="connsiteY30" fmla="*/ 188012 h 759650"/>
                <a:gd name="connsiteX31" fmla="*/ 451696 w 549933"/>
                <a:gd name="connsiteY31" fmla="*/ 182798 h 759650"/>
                <a:gd name="connsiteX32" fmla="*/ 458932 w 549933"/>
                <a:gd name="connsiteY32" fmla="*/ 175431 h 759650"/>
                <a:gd name="connsiteX33" fmla="*/ 461119 w 549933"/>
                <a:gd name="connsiteY33" fmla="*/ 173412 h 759650"/>
                <a:gd name="connsiteX34" fmla="*/ 462870 w 549933"/>
                <a:gd name="connsiteY34" fmla="*/ 170957 h 759650"/>
                <a:gd name="connsiteX35" fmla="*/ 463576 w 549933"/>
                <a:gd name="connsiteY35" fmla="*/ 168636 h 759650"/>
                <a:gd name="connsiteX36" fmla="*/ 459537 w 549933"/>
                <a:gd name="connsiteY36" fmla="*/ 166617 h 759650"/>
                <a:gd name="connsiteX37" fmla="*/ 457788 w 549933"/>
                <a:gd name="connsiteY37" fmla="*/ 165171 h 759650"/>
                <a:gd name="connsiteX38" fmla="*/ 459235 w 549933"/>
                <a:gd name="connsiteY38" fmla="*/ 161975 h 759650"/>
                <a:gd name="connsiteX39" fmla="*/ 463307 w 549933"/>
                <a:gd name="connsiteY39" fmla="*/ 159654 h 759650"/>
                <a:gd name="connsiteX40" fmla="*/ 466201 w 549933"/>
                <a:gd name="connsiteY40" fmla="*/ 157770 h 759650"/>
                <a:gd name="connsiteX41" fmla="*/ 471990 w 549933"/>
                <a:gd name="connsiteY41" fmla="*/ 155583 h 759650"/>
                <a:gd name="connsiteX42" fmla="*/ 476634 w 549933"/>
                <a:gd name="connsiteY42" fmla="*/ 150941 h 759650"/>
                <a:gd name="connsiteX43" fmla="*/ 478822 w 549933"/>
                <a:gd name="connsiteY43" fmla="*/ 146871 h 759650"/>
                <a:gd name="connsiteX44" fmla="*/ 478822 w 549933"/>
                <a:gd name="connsiteY44" fmla="*/ 143103 h 759650"/>
                <a:gd name="connsiteX45" fmla="*/ 479394 w 549933"/>
                <a:gd name="connsiteY45" fmla="*/ 139033 h 759650"/>
                <a:gd name="connsiteX46" fmla="*/ 482288 w 549933"/>
                <a:gd name="connsiteY46" fmla="*/ 136846 h 759650"/>
                <a:gd name="connsiteX47" fmla="*/ 485048 w 549933"/>
                <a:gd name="connsiteY47" fmla="*/ 136274 h 759650"/>
                <a:gd name="connsiteX48" fmla="*/ 488380 w 549933"/>
                <a:gd name="connsiteY48" fmla="*/ 134256 h 759650"/>
                <a:gd name="connsiteX49" fmla="*/ 488514 w 549933"/>
                <a:gd name="connsiteY49" fmla="*/ 131060 h 759650"/>
                <a:gd name="connsiteX50" fmla="*/ 481985 w 549933"/>
                <a:gd name="connsiteY50" fmla="*/ 131060 h 759650"/>
                <a:gd name="connsiteX51" fmla="*/ 478351 w 549933"/>
                <a:gd name="connsiteY51" fmla="*/ 131026 h 759650"/>
                <a:gd name="connsiteX52" fmla="*/ 475456 w 549933"/>
                <a:gd name="connsiteY52" fmla="*/ 132641 h 759650"/>
                <a:gd name="connsiteX53" fmla="*/ 470812 w 549933"/>
                <a:gd name="connsiteY53" fmla="*/ 134828 h 759650"/>
                <a:gd name="connsiteX54" fmla="*/ 465595 w 549933"/>
                <a:gd name="connsiteY54" fmla="*/ 135568 h 759650"/>
                <a:gd name="connsiteX55" fmla="*/ 463273 w 549933"/>
                <a:gd name="connsiteY55" fmla="*/ 134828 h 759650"/>
                <a:gd name="connsiteX56" fmla="*/ 461086 w 549933"/>
                <a:gd name="connsiteY56" fmla="*/ 132809 h 759650"/>
                <a:gd name="connsiteX57" fmla="*/ 458191 w 549933"/>
                <a:gd name="connsiteY57" fmla="*/ 133381 h 759650"/>
                <a:gd name="connsiteX58" fmla="*/ 456172 w 549933"/>
                <a:gd name="connsiteY58" fmla="*/ 135971 h 759650"/>
                <a:gd name="connsiteX59" fmla="*/ 454153 w 549933"/>
                <a:gd name="connsiteY59" fmla="*/ 137418 h 759650"/>
                <a:gd name="connsiteX60" fmla="*/ 449812 w 549933"/>
                <a:gd name="connsiteY60" fmla="*/ 134390 h 759650"/>
                <a:gd name="connsiteX61" fmla="*/ 447186 w 549933"/>
                <a:gd name="connsiteY61" fmla="*/ 132372 h 759650"/>
                <a:gd name="connsiteX62" fmla="*/ 444426 w 549933"/>
                <a:gd name="connsiteY62" fmla="*/ 130926 h 759650"/>
                <a:gd name="connsiteX63" fmla="*/ 439648 w 549933"/>
                <a:gd name="connsiteY63" fmla="*/ 133247 h 759650"/>
                <a:gd name="connsiteX64" fmla="*/ 434296 w 549933"/>
                <a:gd name="connsiteY64" fmla="*/ 134121 h 759650"/>
                <a:gd name="connsiteX65" fmla="*/ 431268 w 549933"/>
                <a:gd name="connsiteY65" fmla="*/ 134861 h 759650"/>
                <a:gd name="connsiteX66" fmla="*/ 429686 w 549933"/>
                <a:gd name="connsiteY66" fmla="*/ 132103 h 759650"/>
                <a:gd name="connsiteX67" fmla="*/ 427499 w 549933"/>
                <a:gd name="connsiteY67" fmla="*/ 132237 h 759650"/>
                <a:gd name="connsiteX68" fmla="*/ 423594 w 549933"/>
                <a:gd name="connsiteY68" fmla="*/ 129479 h 759650"/>
                <a:gd name="connsiteX69" fmla="*/ 421575 w 549933"/>
                <a:gd name="connsiteY69" fmla="*/ 131935 h 759650"/>
                <a:gd name="connsiteX70" fmla="*/ 419825 w 549933"/>
                <a:gd name="connsiteY70" fmla="*/ 135130 h 759650"/>
                <a:gd name="connsiteX71" fmla="*/ 417065 w 549933"/>
                <a:gd name="connsiteY71" fmla="*/ 136712 h 759650"/>
                <a:gd name="connsiteX72" fmla="*/ 414037 w 549933"/>
                <a:gd name="connsiteY72" fmla="*/ 137452 h 759650"/>
                <a:gd name="connsiteX73" fmla="*/ 411714 w 549933"/>
                <a:gd name="connsiteY73" fmla="*/ 138595 h 759650"/>
                <a:gd name="connsiteX74" fmla="*/ 406195 w 549933"/>
                <a:gd name="connsiteY74" fmla="*/ 135265 h 759650"/>
                <a:gd name="connsiteX75" fmla="*/ 404445 w 549933"/>
                <a:gd name="connsiteY75" fmla="*/ 134559 h 759650"/>
                <a:gd name="connsiteX76" fmla="*/ 403873 w 549933"/>
                <a:gd name="connsiteY76" fmla="*/ 130926 h 759650"/>
                <a:gd name="connsiteX77" fmla="*/ 402291 w 549933"/>
                <a:gd name="connsiteY77" fmla="*/ 126855 h 759650"/>
                <a:gd name="connsiteX78" fmla="*/ 401147 w 549933"/>
                <a:gd name="connsiteY78" fmla="*/ 124534 h 759650"/>
                <a:gd name="connsiteX79" fmla="*/ 400272 w 549933"/>
                <a:gd name="connsiteY79" fmla="*/ 122516 h 759650"/>
                <a:gd name="connsiteX80" fmla="*/ 400709 w 549933"/>
                <a:gd name="connsiteY80" fmla="*/ 120766 h 759650"/>
                <a:gd name="connsiteX81" fmla="*/ 402291 w 549933"/>
                <a:gd name="connsiteY81" fmla="*/ 118748 h 759650"/>
                <a:gd name="connsiteX82" fmla="*/ 402291 w 549933"/>
                <a:gd name="connsiteY82" fmla="*/ 113534 h 759650"/>
                <a:gd name="connsiteX83" fmla="*/ 401416 w 549933"/>
                <a:gd name="connsiteY83" fmla="*/ 112659 h 759650"/>
                <a:gd name="connsiteX84" fmla="*/ 394315 w 549933"/>
                <a:gd name="connsiteY84" fmla="*/ 111650 h 759650"/>
                <a:gd name="connsiteX85" fmla="*/ 393137 w 549933"/>
                <a:gd name="connsiteY85" fmla="*/ 108622 h 759650"/>
                <a:gd name="connsiteX86" fmla="*/ 396772 w 549933"/>
                <a:gd name="connsiteY86" fmla="*/ 106604 h 759650"/>
                <a:gd name="connsiteX87" fmla="*/ 393878 w 549933"/>
                <a:gd name="connsiteY87" fmla="*/ 103139 h 759650"/>
                <a:gd name="connsiteX88" fmla="*/ 390545 w 549933"/>
                <a:gd name="connsiteY88" fmla="*/ 102264 h 759650"/>
                <a:gd name="connsiteX89" fmla="*/ 389401 w 549933"/>
                <a:gd name="connsiteY89" fmla="*/ 100515 h 759650"/>
                <a:gd name="connsiteX90" fmla="*/ 386945 w 549933"/>
                <a:gd name="connsiteY90" fmla="*/ 96748 h 759650"/>
                <a:gd name="connsiteX91" fmla="*/ 385800 w 549933"/>
                <a:gd name="connsiteY91" fmla="*/ 93855 h 759650"/>
                <a:gd name="connsiteX92" fmla="*/ 385800 w 549933"/>
                <a:gd name="connsiteY92" fmla="*/ 91668 h 759650"/>
                <a:gd name="connsiteX93" fmla="*/ 387820 w 549933"/>
                <a:gd name="connsiteY93" fmla="*/ 87699 h 759650"/>
                <a:gd name="connsiteX94" fmla="*/ 388695 w 549933"/>
                <a:gd name="connsiteY94" fmla="*/ 86622 h 759650"/>
                <a:gd name="connsiteX95" fmla="*/ 389267 w 549933"/>
                <a:gd name="connsiteY95" fmla="*/ 86622 h 759650"/>
                <a:gd name="connsiteX96" fmla="*/ 390849 w 549933"/>
                <a:gd name="connsiteY96" fmla="*/ 86622 h 759650"/>
                <a:gd name="connsiteX97" fmla="*/ 394046 w 549933"/>
                <a:gd name="connsiteY97" fmla="*/ 87497 h 759650"/>
                <a:gd name="connsiteX98" fmla="*/ 397243 w 549933"/>
                <a:gd name="connsiteY98" fmla="*/ 89818 h 759650"/>
                <a:gd name="connsiteX99" fmla="*/ 400440 w 549933"/>
                <a:gd name="connsiteY99" fmla="*/ 91130 h 759650"/>
                <a:gd name="connsiteX100" fmla="*/ 403637 w 549933"/>
                <a:gd name="connsiteY100" fmla="*/ 87497 h 759650"/>
                <a:gd name="connsiteX101" fmla="*/ 402931 w 549933"/>
                <a:gd name="connsiteY101" fmla="*/ 81845 h 759650"/>
                <a:gd name="connsiteX102" fmla="*/ 400474 w 549933"/>
                <a:gd name="connsiteY102" fmla="*/ 78212 h 759650"/>
                <a:gd name="connsiteX103" fmla="*/ 399599 w 549933"/>
                <a:gd name="connsiteY103" fmla="*/ 74747 h 759650"/>
                <a:gd name="connsiteX104" fmla="*/ 396267 w 549933"/>
                <a:gd name="connsiteY104" fmla="*/ 71417 h 759650"/>
                <a:gd name="connsiteX105" fmla="*/ 396839 w 549933"/>
                <a:gd name="connsiteY105" fmla="*/ 69533 h 759650"/>
                <a:gd name="connsiteX106" fmla="*/ 400305 w 549933"/>
                <a:gd name="connsiteY106" fmla="*/ 66640 h 759650"/>
                <a:gd name="connsiteX107" fmla="*/ 400878 w 549933"/>
                <a:gd name="connsiteY107" fmla="*/ 64050 h 759650"/>
                <a:gd name="connsiteX108" fmla="*/ 396536 w 549933"/>
                <a:gd name="connsiteY108" fmla="*/ 63310 h 759650"/>
                <a:gd name="connsiteX109" fmla="*/ 394079 w 549933"/>
                <a:gd name="connsiteY109" fmla="*/ 61729 h 759650"/>
                <a:gd name="connsiteX110" fmla="*/ 395661 w 549933"/>
                <a:gd name="connsiteY110" fmla="*/ 59408 h 759650"/>
                <a:gd name="connsiteX111" fmla="*/ 396233 w 549933"/>
                <a:gd name="connsiteY111" fmla="*/ 57658 h 759650"/>
                <a:gd name="connsiteX112" fmla="*/ 395527 w 549933"/>
                <a:gd name="connsiteY112" fmla="*/ 55337 h 759650"/>
                <a:gd name="connsiteX113" fmla="*/ 394517 w 549933"/>
                <a:gd name="connsiteY113" fmla="*/ 55337 h 759650"/>
                <a:gd name="connsiteX114" fmla="*/ 391757 w 549933"/>
                <a:gd name="connsiteY114" fmla="*/ 53588 h 759650"/>
                <a:gd name="connsiteX115" fmla="*/ 389570 w 549933"/>
                <a:gd name="connsiteY115" fmla="*/ 54328 h 759650"/>
                <a:gd name="connsiteX116" fmla="*/ 388392 w 549933"/>
                <a:gd name="connsiteY116" fmla="*/ 56212 h 759650"/>
                <a:gd name="connsiteX117" fmla="*/ 387247 w 549933"/>
                <a:gd name="connsiteY117" fmla="*/ 58096 h 759650"/>
                <a:gd name="connsiteX118" fmla="*/ 385598 w 549933"/>
                <a:gd name="connsiteY118" fmla="*/ 59542 h 759650"/>
                <a:gd name="connsiteX119" fmla="*/ 383781 w 549933"/>
                <a:gd name="connsiteY119" fmla="*/ 59408 h 759650"/>
                <a:gd name="connsiteX120" fmla="*/ 382569 w 549933"/>
                <a:gd name="connsiteY120" fmla="*/ 57961 h 759650"/>
                <a:gd name="connsiteX121" fmla="*/ 381459 w 549933"/>
                <a:gd name="connsiteY121" fmla="*/ 56515 h 759650"/>
                <a:gd name="connsiteX122" fmla="*/ 381459 w 549933"/>
                <a:gd name="connsiteY122" fmla="*/ 54496 h 759650"/>
                <a:gd name="connsiteX123" fmla="*/ 384252 w 549933"/>
                <a:gd name="connsiteY123" fmla="*/ 53285 h 759650"/>
                <a:gd name="connsiteX124" fmla="*/ 383579 w 549933"/>
                <a:gd name="connsiteY124" fmla="*/ 51603 h 759650"/>
                <a:gd name="connsiteX125" fmla="*/ 382873 w 549933"/>
                <a:gd name="connsiteY125" fmla="*/ 50426 h 759650"/>
                <a:gd name="connsiteX126" fmla="*/ 380012 w 549933"/>
                <a:gd name="connsiteY126" fmla="*/ 48307 h 759650"/>
                <a:gd name="connsiteX127" fmla="*/ 377892 w 549933"/>
                <a:gd name="connsiteY127" fmla="*/ 49719 h 759650"/>
                <a:gd name="connsiteX128" fmla="*/ 377252 w 549933"/>
                <a:gd name="connsiteY128" fmla="*/ 49349 h 759650"/>
                <a:gd name="connsiteX129" fmla="*/ 377252 w 549933"/>
                <a:gd name="connsiteY129" fmla="*/ 46692 h 759650"/>
                <a:gd name="connsiteX130" fmla="*/ 377858 w 549933"/>
                <a:gd name="connsiteY130" fmla="*/ 44842 h 759650"/>
                <a:gd name="connsiteX131" fmla="*/ 377185 w 549933"/>
                <a:gd name="connsiteY131" fmla="*/ 43698 h 759650"/>
                <a:gd name="connsiteX132" fmla="*/ 372844 w 549933"/>
                <a:gd name="connsiteY132" fmla="*/ 40939 h 759650"/>
                <a:gd name="connsiteX133" fmla="*/ 371430 w 549933"/>
                <a:gd name="connsiteY133" fmla="*/ 37845 h 759650"/>
                <a:gd name="connsiteX134" fmla="*/ 370622 w 549933"/>
                <a:gd name="connsiteY134" fmla="*/ 35086 h 759650"/>
                <a:gd name="connsiteX135" fmla="*/ 372877 w 549933"/>
                <a:gd name="connsiteY135" fmla="*/ 32563 h 759650"/>
                <a:gd name="connsiteX136" fmla="*/ 373146 w 549933"/>
                <a:gd name="connsiteY136" fmla="*/ 32193 h 759650"/>
                <a:gd name="connsiteX137" fmla="*/ 374593 w 549933"/>
                <a:gd name="connsiteY137" fmla="*/ 30040 h 759650"/>
                <a:gd name="connsiteX138" fmla="*/ 374089 w 549933"/>
                <a:gd name="connsiteY138" fmla="*/ 27652 h 759650"/>
                <a:gd name="connsiteX139" fmla="*/ 372844 w 549933"/>
                <a:gd name="connsiteY139" fmla="*/ 26071 h 759650"/>
                <a:gd name="connsiteX140" fmla="*/ 371598 w 549933"/>
                <a:gd name="connsiteY140" fmla="*/ 24389 h 759650"/>
                <a:gd name="connsiteX141" fmla="*/ 370589 w 549933"/>
                <a:gd name="connsiteY141" fmla="*/ 22068 h 759650"/>
                <a:gd name="connsiteX142" fmla="*/ 369915 w 549933"/>
                <a:gd name="connsiteY142" fmla="*/ 20184 h 759650"/>
                <a:gd name="connsiteX143" fmla="*/ 367458 w 549933"/>
                <a:gd name="connsiteY143" fmla="*/ 18300 h 759650"/>
                <a:gd name="connsiteX144" fmla="*/ 362949 w 549933"/>
                <a:gd name="connsiteY144" fmla="*/ 13893 h 759650"/>
                <a:gd name="connsiteX145" fmla="*/ 357093 w 549933"/>
                <a:gd name="connsiteY145" fmla="*/ 10630 h 759650"/>
                <a:gd name="connsiteX146" fmla="*/ 355780 w 549933"/>
                <a:gd name="connsiteY146" fmla="*/ 7165 h 759650"/>
                <a:gd name="connsiteX147" fmla="*/ 355780 w 549933"/>
                <a:gd name="connsiteY147" fmla="*/ 5214 h 759650"/>
                <a:gd name="connsiteX148" fmla="*/ 352516 w 549933"/>
                <a:gd name="connsiteY148" fmla="*/ 1749 h 759650"/>
                <a:gd name="connsiteX149" fmla="*/ 347098 w 549933"/>
                <a:gd name="connsiteY149" fmla="*/ 0 h 759650"/>
                <a:gd name="connsiteX150" fmla="*/ 343900 w 549933"/>
                <a:gd name="connsiteY150" fmla="*/ 639 h 759650"/>
                <a:gd name="connsiteX151" fmla="*/ 340266 w 549933"/>
                <a:gd name="connsiteY151" fmla="*/ 1379 h 759650"/>
                <a:gd name="connsiteX152" fmla="*/ 337506 w 549933"/>
                <a:gd name="connsiteY152" fmla="*/ 2388 h 759650"/>
                <a:gd name="connsiteX153" fmla="*/ 335487 w 549933"/>
                <a:gd name="connsiteY153" fmla="*/ 5147 h 759650"/>
                <a:gd name="connsiteX154" fmla="*/ 333333 w 549933"/>
                <a:gd name="connsiteY154" fmla="*/ 6896 h 759650"/>
                <a:gd name="connsiteX155" fmla="*/ 329833 w 549933"/>
                <a:gd name="connsiteY155" fmla="*/ 5887 h 759650"/>
                <a:gd name="connsiteX156" fmla="*/ 327814 w 549933"/>
                <a:gd name="connsiteY156" fmla="*/ 4440 h 759650"/>
                <a:gd name="connsiteX157" fmla="*/ 326939 w 549933"/>
                <a:gd name="connsiteY157" fmla="*/ 3869 h 759650"/>
                <a:gd name="connsiteX158" fmla="*/ 323910 w 549933"/>
                <a:gd name="connsiteY158" fmla="*/ 4306 h 759650"/>
                <a:gd name="connsiteX159" fmla="*/ 322462 w 549933"/>
                <a:gd name="connsiteY159" fmla="*/ 6627 h 759650"/>
                <a:gd name="connsiteX160" fmla="*/ 321587 w 549933"/>
                <a:gd name="connsiteY160" fmla="*/ 8343 h 759650"/>
                <a:gd name="connsiteX161" fmla="*/ 320578 w 549933"/>
                <a:gd name="connsiteY161" fmla="*/ 10664 h 759650"/>
                <a:gd name="connsiteX162" fmla="*/ 320578 w 549933"/>
                <a:gd name="connsiteY162" fmla="*/ 12850 h 759650"/>
                <a:gd name="connsiteX163" fmla="*/ 317684 w 549933"/>
                <a:gd name="connsiteY163" fmla="*/ 16046 h 759650"/>
                <a:gd name="connsiteX164" fmla="*/ 316943 w 549933"/>
                <a:gd name="connsiteY164" fmla="*/ 16551 h 759650"/>
                <a:gd name="connsiteX165" fmla="*/ 314318 w 549933"/>
                <a:gd name="connsiteY165" fmla="*/ 17190 h 759650"/>
                <a:gd name="connsiteX166" fmla="*/ 310986 w 549933"/>
                <a:gd name="connsiteY166" fmla="*/ 17190 h 759650"/>
                <a:gd name="connsiteX167" fmla="*/ 309236 w 549933"/>
                <a:gd name="connsiteY167" fmla="*/ 16315 h 759650"/>
                <a:gd name="connsiteX168" fmla="*/ 305601 w 549933"/>
                <a:gd name="connsiteY168" fmla="*/ 14297 h 759650"/>
                <a:gd name="connsiteX169" fmla="*/ 304020 w 549933"/>
                <a:gd name="connsiteY169" fmla="*/ 13288 h 759650"/>
                <a:gd name="connsiteX170" fmla="*/ 300688 w 549933"/>
                <a:gd name="connsiteY170" fmla="*/ 15172 h 759650"/>
                <a:gd name="connsiteX171" fmla="*/ 299375 w 549933"/>
                <a:gd name="connsiteY171" fmla="*/ 17358 h 759650"/>
                <a:gd name="connsiteX172" fmla="*/ 295741 w 549933"/>
                <a:gd name="connsiteY172" fmla="*/ 17661 h 759650"/>
                <a:gd name="connsiteX173" fmla="*/ 290390 w 549933"/>
                <a:gd name="connsiteY173" fmla="*/ 17358 h 759650"/>
                <a:gd name="connsiteX174" fmla="*/ 287495 w 549933"/>
                <a:gd name="connsiteY174" fmla="*/ 17493 h 759650"/>
                <a:gd name="connsiteX175" fmla="*/ 283861 w 549933"/>
                <a:gd name="connsiteY175" fmla="*/ 18636 h 759650"/>
                <a:gd name="connsiteX176" fmla="*/ 280966 w 549933"/>
                <a:gd name="connsiteY176" fmla="*/ 19343 h 759650"/>
                <a:gd name="connsiteX177" fmla="*/ 278510 w 549933"/>
                <a:gd name="connsiteY177" fmla="*/ 20083 h 759650"/>
                <a:gd name="connsiteX178" fmla="*/ 278577 w 549933"/>
                <a:gd name="connsiteY178" fmla="*/ 24422 h 759650"/>
                <a:gd name="connsiteX179" fmla="*/ 271846 w 549933"/>
                <a:gd name="connsiteY179" fmla="*/ 25566 h 759650"/>
                <a:gd name="connsiteX180" fmla="*/ 271846 w 549933"/>
                <a:gd name="connsiteY180" fmla="*/ 28459 h 759650"/>
                <a:gd name="connsiteX181" fmla="*/ 272855 w 549933"/>
                <a:gd name="connsiteY181" fmla="*/ 29468 h 759650"/>
                <a:gd name="connsiteX182" fmla="*/ 273731 w 549933"/>
                <a:gd name="connsiteY182" fmla="*/ 31218 h 759650"/>
                <a:gd name="connsiteX183" fmla="*/ 274168 w 549933"/>
                <a:gd name="connsiteY183" fmla="*/ 32967 h 759650"/>
                <a:gd name="connsiteX184" fmla="*/ 274875 w 549933"/>
                <a:gd name="connsiteY184" fmla="*/ 34716 h 759650"/>
                <a:gd name="connsiteX185" fmla="*/ 275178 w 549933"/>
                <a:gd name="connsiteY185" fmla="*/ 37912 h 759650"/>
                <a:gd name="connsiteX186" fmla="*/ 275312 w 549933"/>
                <a:gd name="connsiteY186" fmla="*/ 39796 h 759650"/>
                <a:gd name="connsiteX187" fmla="*/ 277332 w 549933"/>
                <a:gd name="connsiteY187" fmla="*/ 44001 h 759650"/>
                <a:gd name="connsiteX188" fmla="*/ 276187 w 549933"/>
                <a:gd name="connsiteY188" fmla="*/ 47768 h 759650"/>
                <a:gd name="connsiteX189" fmla="*/ 273293 w 549933"/>
                <a:gd name="connsiteY189" fmla="*/ 48475 h 759650"/>
                <a:gd name="connsiteX190" fmla="*/ 267067 w 549933"/>
                <a:gd name="connsiteY190" fmla="*/ 50224 h 759650"/>
                <a:gd name="connsiteX191" fmla="*/ 270096 w 549933"/>
                <a:gd name="connsiteY191" fmla="*/ 55304 h 759650"/>
                <a:gd name="connsiteX192" fmla="*/ 274000 w 549933"/>
                <a:gd name="connsiteY192" fmla="*/ 57187 h 759650"/>
                <a:gd name="connsiteX193" fmla="*/ 276154 w 549933"/>
                <a:gd name="connsiteY193" fmla="*/ 58499 h 759650"/>
                <a:gd name="connsiteX194" fmla="*/ 277163 w 549933"/>
                <a:gd name="connsiteY194" fmla="*/ 60383 h 759650"/>
                <a:gd name="connsiteX195" fmla="*/ 276591 w 549933"/>
                <a:gd name="connsiteY195" fmla="*/ 62704 h 759650"/>
                <a:gd name="connsiteX196" fmla="*/ 275716 w 549933"/>
                <a:gd name="connsiteY196" fmla="*/ 66775 h 759650"/>
                <a:gd name="connsiteX197" fmla="*/ 275009 w 549933"/>
                <a:gd name="connsiteY197" fmla="*/ 70845 h 759650"/>
                <a:gd name="connsiteX198" fmla="*/ 274000 w 549933"/>
                <a:gd name="connsiteY198" fmla="*/ 72662 h 759650"/>
                <a:gd name="connsiteX199" fmla="*/ 271980 w 549933"/>
                <a:gd name="connsiteY199" fmla="*/ 72863 h 759650"/>
                <a:gd name="connsiteX200" fmla="*/ 269221 w 549933"/>
                <a:gd name="connsiteY200" fmla="*/ 72863 h 759650"/>
                <a:gd name="connsiteX201" fmla="*/ 266327 w 549933"/>
                <a:gd name="connsiteY201" fmla="*/ 73166 h 759650"/>
                <a:gd name="connsiteX202" fmla="*/ 264745 w 549933"/>
                <a:gd name="connsiteY202" fmla="*/ 74747 h 759650"/>
                <a:gd name="connsiteX203" fmla="*/ 263735 w 549933"/>
                <a:gd name="connsiteY203" fmla="*/ 79255 h 759650"/>
                <a:gd name="connsiteX204" fmla="*/ 262591 w 549933"/>
                <a:gd name="connsiteY204" fmla="*/ 80399 h 759650"/>
                <a:gd name="connsiteX205" fmla="*/ 256802 w 549933"/>
                <a:gd name="connsiteY205" fmla="*/ 80836 h 759650"/>
                <a:gd name="connsiteX206" fmla="*/ 251014 w 549933"/>
                <a:gd name="connsiteY206" fmla="*/ 81139 h 759650"/>
                <a:gd name="connsiteX207" fmla="*/ 247513 w 549933"/>
                <a:gd name="connsiteY207" fmla="*/ 79827 h 759650"/>
                <a:gd name="connsiteX208" fmla="*/ 244451 w 549933"/>
                <a:gd name="connsiteY208" fmla="*/ 76564 h 759650"/>
                <a:gd name="connsiteX209" fmla="*/ 242869 w 549933"/>
                <a:gd name="connsiteY209" fmla="*/ 74613 h 759650"/>
                <a:gd name="connsiteX210" fmla="*/ 239672 w 549933"/>
                <a:gd name="connsiteY210" fmla="*/ 74613 h 759650"/>
                <a:gd name="connsiteX211" fmla="*/ 238225 w 549933"/>
                <a:gd name="connsiteY211" fmla="*/ 77808 h 759650"/>
                <a:gd name="connsiteX212" fmla="*/ 235465 w 549933"/>
                <a:gd name="connsiteY212" fmla="*/ 78549 h 759650"/>
                <a:gd name="connsiteX213" fmla="*/ 235768 w 549933"/>
                <a:gd name="connsiteY213" fmla="*/ 76227 h 759650"/>
                <a:gd name="connsiteX214" fmla="*/ 237081 w 549933"/>
                <a:gd name="connsiteY214" fmla="*/ 74646 h 759650"/>
                <a:gd name="connsiteX215" fmla="*/ 237081 w 549933"/>
                <a:gd name="connsiteY215" fmla="*/ 72056 h 759650"/>
                <a:gd name="connsiteX216" fmla="*/ 233884 w 549933"/>
                <a:gd name="connsiteY216" fmla="*/ 71047 h 759650"/>
                <a:gd name="connsiteX217" fmla="*/ 230855 w 549933"/>
                <a:gd name="connsiteY217" fmla="*/ 72191 h 759650"/>
                <a:gd name="connsiteX218" fmla="*/ 228835 w 549933"/>
                <a:gd name="connsiteY218" fmla="*/ 74075 h 759650"/>
                <a:gd name="connsiteX219" fmla="*/ 226648 w 549933"/>
                <a:gd name="connsiteY219" fmla="*/ 77270 h 759650"/>
                <a:gd name="connsiteX220" fmla="*/ 226648 w 549933"/>
                <a:gd name="connsiteY220" fmla="*/ 79020 h 759650"/>
                <a:gd name="connsiteX221" fmla="*/ 224898 w 549933"/>
                <a:gd name="connsiteY221" fmla="*/ 81038 h 759650"/>
                <a:gd name="connsiteX222" fmla="*/ 224898 w 549933"/>
                <a:gd name="connsiteY222" fmla="*/ 82484 h 759650"/>
                <a:gd name="connsiteX223" fmla="*/ 221970 w 549933"/>
                <a:gd name="connsiteY223" fmla="*/ 85411 h 759650"/>
                <a:gd name="connsiteX224" fmla="*/ 220220 w 549933"/>
                <a:gd name="connsiteY224" fmla="*/ 87362 h 759650"/>
                <a:gd name="connsiteX225" fmla="*/ 217830 w 549933"/>
                <a:gd name="connsiteY225" fmla="*/ 89011 h 759650"/>
                <a:gd name="connsiteX226" fmla="*/ 216080 w 549933"/>
                <a:gd name="connsiteY226" fmla="*/ 89784 h 759650"/>
                <a:gd name="connsiteX227" fmla="*/ 213792 w 549933"/>
                <a:gd name="connsiteY227" fmla="*/ 90659 h 759650"/>
                <a:gd name="connsiteX228" fmla="*/ 212277 w 549933"/>
                <a:gd name="connsiteY228" fmla="*/ 91197 h 759650"/>
                <a:gd name="connsiteX229" fmla="*/ 210662 w 549933"/>
                <a:gd name="connsiteY229" fmla="*/ 92711 h 759650"/>
                <a:gd name="connsiteX230" fmla="*/ 209248 w 549933"/>
                <a:gd name="connsiteY230" fmla="*/ 95436 h 759650"/>
                <a:gd name="connsiteX231" fmla="*/ 209248 w 549933"/>
                <a:gd name="connsiteY231" fmla="*/ 98161 h 759650"/>
                <a:gd name="connsiteX232" fmla="*/ 209248 w 549933"/>
                <a:gd name="connsiteY232" fmla="*/ 101625 h 759650"/>
                <a:gd name="connsiteX233" fmla="*/ 205345 w 549933"/>
                <a:gd name="connsiteY233" fmla="*/ 99674 h 759650"/>
                <a:gd name="connsiteX234" fmla="*/ 203830 w 549933"/>
                <a:gd name="connsiteY234" fmla="*/ 97387 h 759650"/>
                <a:gd name="connsiteX235" fmla="*/ 202753 w 549933"/>
                <a:gd name="connsiteY235" fmla="*/ 90659 h 759650"/>
                <a:gd name="connsiteX236" fmla="*/ 201542 w 549933"/>
                <a:gd name="connsiteY236" fmla="*/ 88472 h 759650"/>
                <a:gd name="connsiteX237" fmla="*/ 198916 w 549933"/>
                <a:gd name="connsiteY237" fmla="*/ 86858 h 759650"/>
                <a:gd name="connsiteX238" fmla="*/ 196527 w 549933"/>
                <a:gd name="connsiteY238" fmla="*/ 84267 h 759650"/>
                <a:gd name="connsiteX239" fmla="*/ 193902 w 549933"/>
                <a:gd name="connsiteY239" fmla="*/ 82215 h 759650"/>
                <a:gd name="connsiteX240" fmla="*/ 189661 w 549933"/>
                <a:gd name="connsiteY240" fmla="*/ 83090 h 759650"/>
                <a:gd name="connsiteX241" fmla="*/ 188248 w 549933"/>
                <a:gd name="connsiteY241" fmla="*/ 83628 h 759650"/>
                <a:gd name="connsiteX242" fmla="*/ 185219 w 549933"/>
                <a:gd name="connsiteY242" fmla="*/ 85680 h 759650"/>
                <a:gd name="connsiteX243" fmla="*/ 181517 w 549933"/>
                <a:gd name="connsiteY243" fmla="*/ 88741 h 759650"/>
                <a:gd name="connsiteX244" fmla="*/ 173036 w 549933"/>
                <a:gd name="connsiteY244" fmla="*/ 95570 h 759650"/>
                <a:gd name="connsiteX245" fmla="*/ 169771 w 549933"/>
                <a:gd name="connsiteY245" fmla="*/ 98295 h 759650"/>
                <a:gd name="connsiteX246" fmla="*/ 161627 w 549933"/>
                <a:gd name="connsiteY246" fmla="*/ 103610 h 759650"/>
                <a:gd name="connsiteX247" fmla="*/ 158800 w 549933"/>
                <a:gd name="connsiteY247" fmla="*/ 105561 h 759650"/>
                <a:gd name="connsiteX248" fmla="*/ 157387 w 549933"/>
                <a:gd name="connsiteY248" fmla="*/ 108286 h 759650"/>
                <a:gd name="connsiteX249" fmla="*/ 155637 w 549933"/>
                <a:gd name="connsiteY249" fmla="*/ 110473 h 759650"/>
                <a:gd name="connsiteX250" fmla="*/ 148805 w 549933"/>
                <a:gd name="connsiteY250" fmla="*/ 106469 h 759650"/>
                <a:gd name="connsiteX251" fmla="*/ 146853 w 549933"/>
                <a:gd name="connsiteY251" fmla="*/ 106469 h 759650"/>
                <a:gd name="connsiteX252" fmla="*/ 144026 w 549933"/>
                <a:gd name="connsiteY252" fmla="*/ 109194 h 759650"/>
                <a:gd name="connsiteX253" fmla="*/ 143252 w 549933"/>
                <a:gd name="connsiteY253" fmla="*/ 112255 h 759650"/>
                <a:gd name="connsiteX254" fmla="*/ 146954 w 549933"/>
                <a:gd name="connsiteY254" fmla="*/ 116696 h 759650"/>
                <a:gd name="connsiteX255" fmla="*/ 149882 w 549933"/>
                <a:gd name="connsiteY255" fmla="*/ 118748 h 759650"/>
                <a:gd name="connsiteX256" fmla="*/ 151733 w 549933"/>
                <a:gd name="connsiteY256" fmla="*/ 120497 h 759650"/>
                <a:gd name="connsiteX257" fmla="*/ 151632 w 549933"/>
                <a:gd name="connsiteY257" fmla="*/ 122011 h 759650"/>
                <a:gd name="connsiteX258" fmla="*/ 150016 w 549933"/>
                <a:gd name="connsiteY258" fmla="*/ 123760 h 759650"/>
                <a:gd name="connsiteX259" fmla="*/ 145002 w 549933"/>
                <a:gd name="connsiteY259" fmla="*/ 123962 h 759650"/>
                <a:gd name="connsiteX260" fmla="*/ 142713 w 549933"/>
                <a:gd name="connsiteY260" fmla="*/ 124063 h 759650"/>
                <a:gd name="connsiteX261" fmla="*/ 137800 w 549933"/>
                <a:gd name="connsiteY261" fmla="*/ 123827 h 759650"/>
                <a:gd name="connsiteX262" fmla="*/ 133761 w 549933"/>
                <a:gd name="connsiteY262" fmla="*/ 123727 h 759650"/>
                <a:gd name="connsiteX263" fmla="*/ 130295 w 549933"/>
                <a:gd name="connsiteY263" fmla="*/ 120901 h 759650"/>
                <a:gd name="connsiteX264" fmla="*/ 126155 w 549933"/>
                <a:gd name="connsiteY264" fmla="*/ 121675 h 759650"/>
                <a:gd name="connsiteX265" fmla="*/ 123867 w 549933"/>
                <a:gd name="connsiteY265" fmla="*/ 124399 h 759650"/>
                <a:gd name="connsiteX266" fmla="*/ 120939 w 549933"/>
                <a:gd name="connsiteY266" fmla="*/ 125375 h 759650"/>
                <a:gd name="connsiteX267" fmla="*/ 117674 w 549933"/>
                <a:gd name="connsiteY267" fmla="*/ 124837 h 759650"/>
                <a:gd name="connsiteX268" fmla="*/ 115285 w 549933"/>
                <a:gd name="connsiteY268" fmla="*/ 124063 h 759650"/>
                <a:gd name="connsiteX269" fmla="*/ 112021 w 549933"/>
                <a:gd name="connsiteY269" fmla="*/ 125139 h 759650"/>
                <a:gd name="connsiteX270" fmla="*/ 110371 w 549933"/>
                <a:gd name="connsiteY270" fmla="*/ 126451 h 759650"/>
                <a:gd name="connsiteX271" fmla="*/ 105155 w 549933"/>
                <a:gd name="connsiteY271" fmla="*/ 126889 h 759650"/>
                <a:gd name="connsiteX272" fmla="*/ 105155 w 549933"/>
                <a:gd name="connsiteY272" fmla="*/ 126014 h 759650"/>
                <a:gd name="connsiteX273" fmla="*/ 107208 w 549933"/>
                <a:gd name="connsiteY273" fmla="*/ 124164 h 759650"/>
                <a:gd name="connsiteX274" fmla="*/ 108284 w 549933"/>
                <a:gd name="connsiteY274" fmla="*/ 122415 h 759650"/>
                <a:gd name="connsiteX275" fmla="*/ 109059 w 549933"/>
                <a:gd name="connsiteY275" fmla="*/ 119690 h 759650"/>
                <a:gd name="connsiteX276" fmla="*/ 109496 w 549933"/>
                <a:gd name="connsiteY276" fmla="*/ 115889 h 759650"/>
                <a:gd name="connsiteX277" fmla="*/ 108857 w 549933"/>
                <a:gd name="connsiteY277" fmla="*/ 113265 h 759650"/>
                <a:gd name="connsiteX278" fmla="*/ 107881 w 549933"/>
                <a:gd name="connsiteY278" fmla="*/ 111213 h 759650"/>
                <a:gd name="connsiteX279" fmla="*/ 107107 w 549933"/>
                <a:gd name="connsiteY279" fmla="*/ 108723 h 759650"/>
                <a:gd name="connsiteX280" fmla="*/ 107544 w 549933"/>
                <a:gd name="connsiteY280" fmla="*/ 106234 h 759650"/>
                <a:gd name="connsiteX281" fmla="*/ 108857 w 549933"/>
                <a:gd name="connsiteY281" fmla="*/ 104922 h 759650"/>
                <a:gd name="connsiteX282" fmla="*/ 109934 w 549933"/>
                <a:gd name="connsiteY282" fmla="*/ 103509 h 759650"/>
                <a:gd name="connsiteX283" fmla="*/ 109395 w 549933"/>
                <a:gd name="connsiteY283" fmla="*/ 100347 h 759650"/>
                <a:gd name="connsiteX284" fmla="*/ 110809 w 549933"/>
                <a:gd name="connsiteY284" fmla="*/ 97757 h 759650"/>
                <a:gd name="connsiteX285" fmla="*/ 111785 w 549933"/>
                <a:gd name="connsiteY285" fmla="*/ 96546 h 759650"/>
                <a:gd name="connsiteX286" fmla="*/ 111145 w 549933"/>
                <a:gd name="connsiteY286" fmla="*/ 89280 h 759650"/>
                <a:gd name="connsiteX287" fmla="*/ 112222 w 549933"/>
                <a:gd name="connsiteY287" fmla="*/ 86117 h 759650"/>
                <a:gd name="connsiteX288" fmla="*/ 106905 w 549933"/>
                <a:gd name="connsiteY288" fmla="*/ 80802 h 759650"/>
                <a:gd name="connsiteX289" fmla="*/ 105592 w 549933"/>
                <a:gd name="connsiteY289" fmla="*/ 78750 h 759650"/>
                <a:gd name="connsiteX290" fmla="*/ 103640 w 549933"/>
                <a:gd name="connsiteY290" fmla="*/ 76160 h 759650"/>
                <a:gd name="connsiteX291" fmla="*/ 106467 w 549933"/>
                <a:gd name="connsiteY291" fmla="*/ 73772 h 759650"/>
                <a:gd name="connsiteX292" fmla="*/ 107342 w 549933"/>
                <a:gd name="connsiteY292" fmla="*/ 72258 h 759650"/>
                <a:gd name="connsiteX293" fmla="*/ 105390 w 549933"/>
                <a:gd name="connsiteY293" fmla="*/ 68019 h 759650"/>
                <a:gd name="connsiteX294" fmla="*/ 103539 w 549933"/>
                <a:gd name="connsiteY294" fmla="*/ 66169 h 759650"/>
                <a:gd name="connsiteX295" fmla="*/ 102126 w 549933"/>
                <a:gd name="connsiteY295" fmla="*/ 62570 h 759650"/>
                <a:gd name="connsiteX296" fmla="*/ 98760 w 549933"/>
                <a:gd name="connsiteY296" fmla="*/ 62570 h 759650"/>
                <a:gd name="connsiteX297" fmla="*/ 97986 w 549933"/>
                <a:gd name="connsiteY297" fmla="*/ 63343 h 759650"/>
                <a:gd name="connsiteX298" fmla="*/ 96573 w 549933"/>
                <a:gd name="connsiteY298" fmla="*/ 66270 h 759650"/>
                <a:gd name="connsiteX299" fmla="*/ 95496 w 549933"/>
                <a:gd name="connsiteY299" fmla="*/ 67683 h 759650"/>
                <a:gd name="connsiteX300" fmla="*/ 93308 w 549933"/>
                <a:gd name="connsiteY300" fmla="*/ 68558 h 759650"/>
                <a:gd name="connsiteX301" fmla="*/ 90683 w 549933"/>
                <a:gd name="connsiteY301" fmla="*/ 68019 h 759650"/>
                <a:gd name="connsiteX302" fmla="*/ 90044 w 549933"/>
                <a:gd name="connsiteY302" fmla="*/ 65194 h 759650"/>
                <a:gd name="connsiteX303" fmla="*/ 87654 w 549933"/>
                <a:gd name="connsiteY303" fmla="*/ 63444 h 759650"/>
                <a:gd name="connsiteX304" fmla="*/ 85467 w 549933"/>
                <a:gd name="connsiteY304" fmla="*/ 66371 h 759650"/>
                <a:gd name="connsiteX305" fmla="*/ 84491 w 549933"/>
                <a:gd name="connsiteY305" fmla="*/ 67784 h 759650"/>
                <a:gd name="connsiteX306" fmla="*/ 82000 w 549933"/>
                <a:gd name="connsiteY306" fmla="*/ 65833 h 759650"/>
                <a:gd name="connsiteX307" fmla="*/ 81024 w 549933"/>
                <a:gd name="connsiteY307" fmla="*/ 64319 h 759650"/>
                <a:gd name="connsiteX308" fmla="*/ 79611 w 549933"/>
                <a:gd name="connsiteY308" fmla="*/ 64117 h 759650"/>
                <a:gd name="connsiteX309" fmla="*/ 76683 w 549933"/>
                <a:gd name="connsiteY309" fmla="*/ 64756 h 759650"/>
                <a:gd name="connsiteX310" fmla="*/ 75707 w 549933"/>
                <a:gd name="connsiteY310" fmla="*/ 66808 h 759650"/>
                <a:gd name="connsiteX311" fmla="*/ 75168 w 549933"/>
                <a:gd name="connsiteY311" fmla="*/ 68995 h 759650"/>
                <a:gd name="connsiteX312" fmla="*/ 74092 w 549933"/>
                <a:gd name="connsiteY312" fmla="*/ 70744 h 759650"/>
                <a:gd name="connsiteX313" fmla="*/ 71803 w 549933"/>
                <a:gd name="connsiteY313" fmla="*/ 71619 h 759650"/>
                <a:gd name="connsiteX314" fmla="*/ 70053 w 549933"/>
                <a:gd name="connsiteY314" fmla="*/ 72931 h 759650"/>
                <a:gd name="connsiteX315" fmla="*/ 70053 w 549933"/>
                <a:gd name="connsiteY315" fmla="*/ 75656 h 759650"/>
                <a:gd name="connsiteX316" fmla="*/ 71467 w 549933"/>
                <a:gd name="connsiteY316" fmla="*/ 77708 h 759650"/>
                <a:gd name="connsiteX317" fmla="*/ 72106 w 549933"/>
                <a:gd name="connsiteY317" fmla="*/ 78919 h 759650"/>
                <a:gd name="connsiteX318" fmla="*/ 73418 w 549933"/>
                <a:gd name="connsiteY318" fmla="*/ 79894 h 759650"/>
                <a:gd name="connsiteX319" fmla="*/ 74395 w 549933"/>
                <a:gd name="connsiteY319" fmla="*/ 81744 h 759650"/>
                <a:gd name="connsiteX320" fmla="*/ 74192 w 549933"/>
                <a:gd name="connsiteY320" fmla="*/ 84234 h 759650"/>
                <a:gd name="connsiteX321" fmla="*/ 73856 w 549933"/>
                <a:gd name="connsiteY321" fmla="*/ 85310 h 759650"/>
                <a:gd name="connsiteX322" fmla="*/ 72543 w 549933"/>
                <a:gd name="connsiteY322" fmla="*/ 86824 h 759650"/>
                <a:gd name="connsiteX323" fmla="*/ 71029 w 549933"/>
                <a:gd name="connsiteY323" fmla="*/ 87026 h 759650"/>
                <a:gd name="connsiteX324" fmla="*/ 67765 w 549933"/>
                <a:gd name="connsiteY324" fmla="*/ 86925 h 759650"/>
                <a:gd name="connsiteX325" fmla="*/ 64937 w 549933"/>
                <a:gd name="connsiteY325" fmla="*/ 87026 h 759650"/>
                <a:gd name="connsiteX326" fmla="*/ 61134 w 549933"/>
                <a:gd name="connsiteY326" fmla="*/ 87261 h 759650"/>
                <a:gd name="connsiteX327" fmla="*/ 58409 w 549933"/>
                <a:gd name="connsiteY327" fmla="*/ 88136 h 759650"/>
                <a:gd name="connsiteX328" fmla="*/ 55918 w 549933"/>
                <a:gd name="connsiteY328" fmla="*/ 89347 h 759650"/>
                <a:gd name="connsiteX329" fmla="*/ 53731 w 549933"/>
                <a:gd name="connsiteY329" fmla="*/ 92173 h 759650"/>
                <a:gd name="connsiteX330" fmla="*/ 51678 w 549933"/>
                <a:gd name="connsiteY330" fmla="*/ 94561 h 759650"/>
                <a:gd name="connsiteX331" fmla="*/ 49826 w 549933"/>
                <a:gd name="connsiteY331" fmla="*/ 97488 h 759650"/>
                <a:gd name="connsiteX332" fmla="*/ 48177 w 549933"/>
                <a:gd name="connsiteY332" fmla="*/ 101087 h 759650"/>
                <a:gd name="connsiteX333" fmla="*/ 48581 w 549933"/>
                <a:gd name="connsiteY333" fmla="*/ 104115 h 759650"/>
                <a:gd name="connsiteX334" fmla="*/ 47403 w 549933"/>
                <a:gd name="connsiteY334" fmla="*/ 106503 h 759650"/>
                <a:gd name="connsiteX335" fmla="*/ 47403 w 549933"/>
                <a:gd name="connsiteY335" fmla="*/ 108656 h 759650"/>
                <a:gd name="connsiteX336" fmla="*/ 48951 w 549933"/>
                <a:gd name="connsiteY336" fmla="*/ 110708 h 759650"/>
                <a:gd name="connsiteX337" fmla="*/ 48548 w 549933"/>
                <a:gd name="connsiteY337" fmla="*/ 112289 h 759650"/>
                <a:gd name="connsiteX338" fmla="*/ 47807 w 549933"/>
                <a:gd name="connsiteY338" fmla="*/ 114577 h 759650"/>
                <a:gd name="connsiteX339" fmla="*/ 48884 w 549933"/>
                <a:gd name="connsiteY339" fmla="*/ 117571 h 759650"/>
                <a:gd name="connsiteX340" fmla="*/ 49557 w 549933"/>
                <a:gd name="connsiteY340" fmla="*/ 119959 h 759650"/>
                <a:gd name="connsiteX341" fmla="*/ 50534 w 549933"/>
                <a:gd name="connsiteY341" fmla="*/ 124097 h 759650"/>
                <a:gd name="connsiteX342" fmla="*/ 50735 w 549933"/>
                <a:gd name="connsiteY342" fmla="*/ 126552 h 759650"/>
                <a:gd name="connsiteX343" fmla="*/ 51173 w 549933"/>
                <a:gd name="connsiteY343" fmla="*/ 130791 h 759650"/>
                <a:gd name="connsiteX344" fmla="*/ 52048 w 549933"/>
                <a:gd name="connsiteY344" fmla="*/ 133886 h 759650"/>
                <a:gd name="connsiteX345" fmla="*/ 51139 w 549933"/>
                <a:gd name="connsiteY345" fmla="*/ 135097 h 759650"/>
                <a:gd name="connsiteX346" fmla="*/ 48481 w 549933"/>
                <a:gd name="connsiteY346" fmla="*/ 134760 h 759650"/>
                <a:gd name="connsiteX347" fmla="*/ 44678 w 549933"/>
                <a:gd name="connsiteY347" fmla="*/ 132305 h 759650"/>
                <a:gd name="connsiteX348" fmla="*/ 39831 w 549933"/>
                <a:gd name="connsiteY348" fmla="*/ 134088 h 759650"/>
                <a:gd name="connsiteX349" fmla="*/ 34413 w 549933"/>
                <a:gd name="connsiteY349" fmla="*/ 133448 h 759650"/>
                <a:gd name="connsiteX350" fmla="*/ 31788 w 549933"/>
                <a:gd name="connsiteY350" fmla="*/ 134962 h 759650"/>
                <a:gd name="connsiteX351" fmla="*/ 28321 w 549933"/>
                <a:gd name="connsiteY351" fmla="*/ 137788 h 759650"/>
                <a:gd name="connsiteX352" fmla="*/ 22432 w 549933"/>
                <a:gd name="connsiteY352" fmla="*/ 143439 h 759650"/>
                <a:gd name="connsiteX353" fmla="*/ 21119 w 549933"/>
                <a:gd name="connsiteY353" fmla="*/ 145626 h 759650"/>
                <a:gd name="connsiteX354" fmla="*/ 20042 w 549933"/>
                <a:gd name="connsiteY354" fmla="*/ 148014 h 759650"/>
                <a:gd name="connsiteX355" fmla="*/ 21792 w 549933"/>
                <a:gd name="connsiteY355" fmla="*/ 150201 h 759650"/>
                <a:gd name="connsiteX356" fmla="*/ 22869 w 549933"/>
                <a:gd name="connsiteY356" fmla="*/ 150840 h 759650"/>
                <a:gd name="connsiteX357" fmla="*/ 26773 w 549933"/>
                <a:gd name="connsiteY357" fmla="*/ 151042 h 759650"/>
                <a:gd name="connsiteX358" fmla="*/ 29937 w 549933"/>
                <a:gd name="connsiteY358" fmla="*/ 152556 h 759650"/>
                <a:gd name="connsiteX359" fmla="*/ 31788 w 549933"/>
                <a:gd name="connsiteY359" fmla="*/ 156054 h 759650"/>
                <a:gd name="connsiteX360" fmla="*/ 31788 w 549933"/>
                <a:gd name="connsiteY360" fmla="*/ 160831 h 759650"/>
                <a:gd name="connsiteX361" fmla="*/ 28961 w 549933"/>
                <a:gd name="connsiteY361" fmla="*/ 162345 h 759650"/>
                <a:gd name="connsiteX362" fmla="*/ 29836 w 549933"/>
                <a:gd name="connsiteY362" fmla="*/ 166045 h 759650"/>
                <a:gd name="connsiteX363" fmla="*/ 31586 w 549933"/>
                <a:gd name="connsiteY363" fmla="*/ 166281 h 759650"/>
                <a:gd name="connsiteX364" fmla="*/ 34211 w 549933"/>
                <a:gd name="connsiteY364" fmla="*/ 166483 h 759650"/>
                <a:gd name="connsiteX365" fmla="*/ 35826 w 549933"/>
                <a:gd name="connsiteY365" fmla="*/ 167795 h 759650"/>
                <a:gd name="connsiteX366" fmla="*/ 37038 w 549933"/>
                <a:gd name="connsiteY366" fmla="*/ 170385 h 759650"/>
                <a:gd name="connsiteX367" fmla="*/ 37038 w 549933"/>
                <a:gd name="connsiteY367" fmla="*/ 173009 h 759650"/>
                <a:gd name="connsiteX368" fmla="*/ 34009 w 549933"/>
                <a:gd name="connsiteY368" fmla="*/ 175868 h 759650"/>
                <a:gd name="connsiteX369" fmla="*/ 31821 w 549933"/>
                <a:gd name="connsiteY369" fmla="*/ 177146 h 759650"/>
                <a:gd name="connsiteX370" fmla="*/ 28557 w 549933"/>
                <a:gd name="connsiteY370" fmla="*/ 178223 h 759650"/>
                <a:gd name="connsiteX371" fmla="*/ 27480 w 549933"/>
                <a:gd name="connsiteY371" fmla="*/ 178862 h 759650"/>
                <a:gd name="connsiteX372" fmla="*/ 25090 w 549933"/>
                <a:gd name="connsiteY372" fmla="*/ 180174 h 759650"/>
                <a:gd name="connsiteX373" fmla="*/ 23576 w 549933"/>
                <a:gd name="connsiteY373" fmla="*/ 182125 h 759650"/>
                <a:gd name="connsiteX374" fmla="*/ 21759 w 549933"/>
                <a:gd name="connsiteY374" fmla="*/ 185758 h 759650"/>
                <a:gd name="connsiteX375" fmla="*/ 21389 w 549933"/>
                <a:gd name="connsiteY375" fmla="*/ 187945 h 759650"/>
                <a:gd name="connsiteX376" fmla="*/ 21389 w 549933"/>
                <a:gd name="connsiteY376" fmla="*/ 190400 h 759650"/>
                <a:gd name="connsiteX377" fmla="*/ 23273 w 549933"/>
                <a:gd name="connsiteY377" fmla="*/ 190972 h 759650"/>
                <a:gd name="connsiteX378" fmla="*/ 26033 w 549933"/>
                <a:gd name="connsiteY378" fmla="*/ 192419 h 759650"/>
                <a:gd name="connsiteX379" fmla="*/ 27615 w 549933"/>
                <a:gd name="connsiteY379" fmla="*/ 193428 h 759650"/>
                <a:gd name="connsiteX380" fmla="*/ 28490 w 549933"/>
                <a:gd name="connsiteY380" fmla="*/ 194605 h 759650"/>
                <a:gd name="connsiteX381" fmla="*/ 29365 w 549933"/>
                <a:gd name="connsiteY381" fmla="*/ 196926 h 759650"/>
                <a:gd name="connsiteX382" fmla="*/ 31250 w 549933"/>
                <a:gd name="connsiteY382" fmla="*/ 198945 h 759650"/>
                <a:gd name="connsiteX383" fmla="*/ 34413 w 549933"/>
                <a:gd name="connsiteY383" fmla="*/ 201703 h 759650"/>
                <a:gd name="connsiteX384" fmla="*/ 37139 w 549933"/>
                <a:gd name="connsiteY384" fmla="*/ 205605 h 759650"/>
                <a:gd name="connsiteX385" fmla="*/ 40067 w 549933"/>
                <a:gd name="connsiteY385" fmla="*/ 209743 h 759650"/>
                <a:gd name="connsiteX386" fmla="*/ 41043 w 549933"/>
                <a:gd name="connsiteY386" fmla="*/ 213107 h 759650"/>
                <a:gd name="connsiteX387" fmla="*/ 42120 w 549933"/>
                <a:gd name="connsiteY387" fmla="*/ 217009 h 759650"/>
                <a:gd name="connsiteX388" fmla="*/ 43634 w 549933"/>
                <a:gd name="connsiteY388" fmla="*/ 221450 h 759650"/>
                <a:gd name="connsiteX389" fmla="*/ 45148 w 549933"/>
                <a:gd name="connsiteY389" fmla="*/ 223838 h 759650"/>
                <a:gd name="connsiteX390" fmla="*/ 46125 w 549933"/>
                <a:gd name="connsiteY390" fmla="*/ 227539 h 759650"/>
                <a:gd name="connsiteX391" fmla="*/ 46865 w 549933"/>
                <a:gd name="connsiteY391" fmla="*/ 229927 h 759650"/>
                <a:gd name="connsiteX392" fmla="*/ 50466 w 549933"/>
                <a:gd name="connsiteY392" fmla="*/ 232954 h 759650"/>
                <a:gd name="connsiteX393" fmla="*/ 53832 w 549933"/>
                <a:gd name="connsiteY393" fmla="*/ 235780 h 759650"/>
                <a:gd name="connsiteX394" fmla="*/ 56658 w 549933"/>
                <a:gd name="connsiteY394" fmla="*/ 237832 h 759650"/>
                <a:gd name="connsiteX395" fmla="*/ 60024 w 549933"/>
                <a:gd name="connsiteY395" fmla="*/ 241297 h 759650"/>
                <a:gd name="connsiteX396" fmla="*/ 61101 w 549933"/>
                <a:gd name="connsiteY396" fmla="*/ 244022 h 759650"/>
                <a:gd name="connsiteX397" fmla="*/ 61438 w 549933"/>
                <a:gd name="connsiteY397" fmla="*/ 245973 h 759650"/>
                <a:gd name="connsiteX398" fmla="*/ 61438 w 549933"/>
                <a:gd name="connsiteY398" fmla="*/ 248698 h 759650"/>
                <a:gd name="connsiteX399" fmla="*/ 62077 w 549933"/>
                <a:gd name="connsiteY399" fmla="*/ 251860 h 759650"/>
                <a:gd name="connsiteX400" fmla="*/ 62615 w 549933"/>
                <a:gd name="connsiteY400" fmla="*/ 257612 h 759650"/>
                <a:gd name="connsiteX401" fmla="*/ 63692 w 549933"/>
                <a:gd name="connsiteY401" fmla="*/ 262187 h 759650"/>
                <a:gd name="connsiteX402" fmla="*/ 62481 w 549933"/>
                <a:gd name="connsiteY402" fmla="*/ 265955 h 759650"/>
                <a:gd name="connsiteX403" fmla="*/ 64433 w 549933"/>
                <a:gd name="connsiteY403" fmla="*/ 269891 h 759650"/>
                <a:gd name="connsiteX404" fmla="*/ 66721 w 549933"/>
                <a:gd name="connsiteY404" fmla="*/ 269655 h 759650"/>
                <a:gd name="connsiteX405" fmla="*/ 69447 w 549933"/>
                <a:gd name="connsiteY405" fmla="*/ 269756 h 759650"/>
                <a:gd name="connsiteX406" fmla="*/ 74226 w 549933"/>
                <a:gd name="connsiteY406" fmla="*/ 270294 h 759650"/>
                <a:gd name="connsiteX407" fmla="*/ 76952 w 549933"/>
                <a:gd name="connsiteY407" fmla="*/ 271001 h 759650"/>
                <a:gd name="connsiteX408" fmla="*/ 80755 w 549933"/>
                <a:gd name="connsiteY408" fmla="*/ 271169 h 759650"/>
                <a:gd name="connsiteX409" fmla="*/ 81294 w 549933"/>
                <a:gd name="connsiteY409" fmla="*/ 271169 h 759650"/>
                <a:gd name="connsiteX410" fmla="*/ 82707 w 549933"/>
                <a:gd name="connsiteY410" fmla="*/ 273221 h 759650"/>
                <a:gd name="connsiteX411" fmla="*/ 82472 w 549933"/>
                <a:gd name="connsiteY411" fmla="*/ 273995 h 759650"/>
                <a:gd name="connsiteX412" fmla="*/ 79308 w 549933"/>
                <a:gd name="connsiteY412" fmla="*/ 275071 h 759650"/>
                <a:gd name="connsiteX413" fmla="*/ 77558 w 549933"/>
                <a:gd name="connsiteY413" fmla="*/ 277561 h 759650"/>
                <a:gd name="connsiteX414" fmla="*/ 75371 w 549933"/>
                <a:gd name="connsiteY414" fmla="*/ 278536 h 759650"/>
                <a:gd name="connsiteX415" fmla="*/ 72981 w 549933"/>
                <a:gd name="connsiteY415" fmla="*/ 279747 h 759650"/>
                <a:gd name="connsiteX416" fmla="*/ 65139 w 549933"/>
                <a:gd name="connsiteY416" fmla="*/ 283347 h 759650"/>
                <a:gd name="connsiteX417" fmla="*/ 57534 w 549933"/>
                <a:gd name="connsiteY417" fmla="*/ 284423 h 759650"/>
                <a:gd name="connsiteX418" fmla="*/ 55346 w 549933"/>
                <a:gd name="connsiteY418" fmla="*/ 285836 h 759650"/>
                <a:gd name="connsiteX419" fmla="*/ 51846 w 549933"/>
                <a:gd name="connsiteY419" fmla="*/ 288561 h 759650"/>
                <a:gd name="connsiteX420" fmla="*/ 42928 w 549933"/>
                <a:gd name="connsiteY420" fmla="*/ 288561 h 759650"/>
                <a:gd name="connsiteX421" fmla="*/ 43567 w 549933"/>
                <a:gd name="connsiteY421" fmla="*/ 294010 h 759650"/>
                <a:gd name="connsiteX422" fmla="*/ 44004 w 549933"/>
                <a:gd name="connsiteY422" fmla="*/ 298585 h 759650"/>
                <a:gd name="connsiteX423" fmla="*/ 42692 w 549933"/>
                <a:gd name="connsiteY423" fmla="*/ 299662 h 759650"/>
                <a:gd name="connsiteX424" fmla="*/ 38351 w 549933"/>
                <a:gd name="connsiteY424" fmla="*/ 299023 h 759650"/>
                <a:gd name="connsiteX425" fmla="*/ 35725 w 549933"/>
                <a:gd name="connsiteY425" fmla="*/ 298585 h 759650"/>
                <a:gd name="connsiteX426" fmla="*/ 33774 w 549933"/>
                <a:gd name="connsiteY426" fmla="*/ 299897 h 759650"/>
                <a:gd name="connsiteX427" fmla="*/ 31586 w 549933"/>
                <a:gd name="connsiteY427" fmla="*/ 305986 h 759650"/>
                <a:gd name="connsiteX428" fmla="*/ 32899 w 549933"/>
                <a:gd name="connsiteY428" fmla="*/ 310763 h 759650"/>
                <a:gd name="connsiteX429" fmla="*/ 37038 w 549933"/>
                <a:gd name="connsiteY429" fmla="*/ 314026 h 759650"/>
                <a:gd name="connsiteX430" fmla="*/ 40505 w 549933"/>
                <a:gd name="connsiteY430" fmla="*/ 314665 h 759650"/>
                <a:gd name="connsiteX431" fmla="*/ 42894 w 549933"/>
                <a:gd name="connsiteY431" fmla="*/ 314665 h 759650"/>
                <a:gd name="connsiteX432" fmla="*/ 44644 w 549933"/>
                <a:gd name="connsiteY432" fmla="*/ 316616 h 759650"/>
                <a:gd name="connsiteX433" fmla="*/ 45721 w 549933"/>
                <a:gd name="connsiteY433" fmla="*/ 318366 h 759650"/>
                <a:gd name="connsiteX434" fmla="*/ 51610 w 549933"/>
                <a:gd name="connsiteY434" fmla="*/ 320956 h 759650"/>
                <a:gd name="connsiteX435" fmla="*/ 55952 w 549933"/>
                <a:gd name="connsiteY435" fmla="*/ 322470 h 759650"/>
                <a:gd name="connsiteX436" fmla="*/ 62043 w 549933"/>
                <a:gd name="connsiteY436" fmla="*/ 322907 h 759650"/>
                <a:gd name="connsiteX437" fmla="*/ 65947 w 549933"/>
                <a:gd name="connsiteY437" fmla="*/ 323445 h 759650"/>
                <a:gd name="connsiteX438" fmla="*/ 70962 w 549933"/>
                <a:gd name="connsiteY438" fmla="*/ 323344 h 759650"/>
                <a:gd name="connsiteX439" fmla="*/ 74226 w 549933"/>
                <a:gd name="connsiteY439" fmla="*/ 323344 h 759650"/>
                <a:gd name="connsiteX440" fmla="*/ 75303 w 549933"/>
                <a:gd name="connsiteY440" fmla="*/ 323781 h 759650"/>
                <a:gd name="connsiteX441" fmla="*/ 76178 w 549933"/>
                <a:gd name="connsiteY441" fmla="*/ 325531 h 759650"/>
                <a:gd name="connsiteX442" fmla="*/ 78130 w 549933"/>
                <a:gd name="connsiteY442" fmla="*/ 328357 h 759650"/>
                <a:gd name="connsiteX443" fmla="*/ 77895 w 549933"/>
                <a:gd name="connsiteY443" fmla="*/ 331182 h 759650"/>
                <a:gd name="connsiteX444" fmla="*/ 76818 w 549933"/>
                <a:gd name="connsiteY444" fmla="*/ 334008 h 759650"/>
                <a:gd name="connsiteX445" fmla="*/ 76178 w 549933"/>
                <a:gd name="connsiteY445" fmla="*/ 334883 h 759650"/>
                <a:gd name="connsiteX446" fmla="*/ 73991 w 549933"/>
                <a:gd name="connsiteY446" fmla="*/ 338785 h 759650"/>
                <a:gd name="connsiteX447" fmla="*/ 73856 w 549933"/>
                <a:gd name="connsiteY447" fmla="*/ 340299 h 759650"/>
                <a:gd name="connsiteX448" fmla="*/ 75101 w 549933"/>
                <a:gd name="connsiteY448" fmla="*/ 343326 h 759650"/>
                <a:gd name="connsiteX449" fmla="*/ 75101 w 549933"/>
                <a:gd name="connsiteY449" fmla="*/ 346791 h 759650"/>
                <a:gd name="connsiteX450" fmla="*/ 76246 w 549933"/>
                <a:gd name="connsiteY450" fmla="*/ 348103 h 759650"/>
                <a:gd name="connsiteX451" fmla="*/ 77390 w 549933"/>
                <a:gd name="connsiteY451" fmla="*/ 350727 h 759650"/>
                <a:gd name="connsiteX452" fmla="*/ 81159 w 549933"/>
                <a:gd name="connsiteY452" fmla="*/ 352308 h 759650"/>
                <a:gd name="connsiteX453" fmla="*/ 82472 w 549933"/>
                <a:gd name="connsiteY453" fmla="*/ 352443 h 759650"/>
                <a:gd name="connsiteX454" fmla="*/ 83784 w 549933"/>
                <a:gd name="connsiteY454" fmla="*/ 354326 h 759650"/>
                <a:gd name="connsiteX455" fmla="*/ 85803 w 549933"/>
                <a:gd name="connsiteY455" fmla="*/ 356647 h 759650"/>
                <a:gd name="connsiteX456" fmla="*/ 86106 w 549933"/>
                <a:gd name="connsiteY456" fmla="*/ 358834 h 759650"/>
                <a:gd name="connsiteX457" fmla="*/ 86981 w 549933"/>
                <a:gd name="connsiteY457" fmla="*/ 362030 h 759650"/>
                <a:gd name="connsiteX458" fmla="*/ 86409 w 549933"/>
                <a:gd name="connsiteY458" fmla="*/ 366369 h 759650"/>
                <a:gd name="connsiteX459" fmla="*/ 86275 w 549933"/>
                <a:gd name="connsiteY459" fmla="*/ 367984 h 759650"/>
                <a:gd name="connsiteX460" fmla="*/ 85265 w 549933"/>
                <a:gd name="connsiteY460" fmla="*/ 370574 h 759650"/>
                <a:gd name="connsiteX461" fmla="*/ 83515 w 549933"/>
                <a:gd name="connsiteY461" fmla="*/ 376091 h 759650"/>
                <a:gd name="connsiteX462" fmla="*/ 82068 w 549933"/>
                <a:gd name="connsiteY462" fmla="*/ 376966 h 759650"/>
                <a:gd name="connsiteX463" fmla="*/ 79611 w 549933"/>
                <a:gd name="connsiteY463" fmla="*/ 377975 h 759650"/>
                <a:gd name="connsiteX464" fmla="*/ 79174 w 549933"/>
                <a:gd name="connsiteY464" fmla="*/ 380733 h 759650"/>
                <a:gd name="connsiteX465" fmla="*/ 80486 w 549933"/>
                <a:gd name="connsiteY465" fmla="*/ 383357 h 759650"/>
                <a:gd name="connsiteX466" fmla="*/ 81058 w 549933"/>
                <a:gd name="connsiteY466" fmla="*/ 385376 h 759650"/>
                <a:gd name="connsiteX467" fmla="*/ 80351 w 549933"/>
                <a:gd name="connsiteY467" fmla="*/ 387260 h 759650"/>
                <a:gd name="connsiteX468" fmla="*/ 78332 w 549933"/>
                <a:gd name="connsiteY468" fmla="*/ 388571 h 759650"/>
                <a:gd name="connsiteX469" fmla="*/ 77625 w 549933"/>
                <a:gd name="connsiteY469" fmla="*/ 389143 h 759650"/>
                <a:gd name="connsiteX470" fmla="*/ 79207 w 549933"/>
                <a:gd name="connsiteY470" fmla="*/ 393214 h 759650"/>
                <a:gd name="connsiteX471" fmla="*/ 80890 w 549933"/>
                <a:gd name="connsiteY471" fmla="*/ 397116 h 759650"/>
                <a:gd name="connsiteX472" fmla="*/ 83851 w 549933"/>
                <a:gd name="connsiteY472" fmla="*/ 400581 h 759650"/>
                <a:gd name="connsiteX473" fmla="*/ 83851 w 549933"/>
                <a:gd name="connsiteY473" fmla="*/ 402397 h 759650"/>
                <a:gd name="connsiteX474" fmla="*/ 82102 w 549933"/>
                <a:gd name="connsiteY474" fmla="*/ 402498 h 759650"/>
                <a:gd name="connsiteX475" fmla="*/ 77625 w 549933"/>
                <a:gd name="connsiteY475" fmla="*/ 404651 h 759650"/>
                <a:gd name="connsiteX476" fmla="*/ 75168 w 549933"/>
                <a:gd name="connsiteY476" fmla="*/ 405660 h 759650"/>
                <a:gd name="connsiteX477" fmla="*/ 71264 w 549933"/>
                <a:gd name="connsiteY477" fmla="*/ 407847 h 759650"/>
                <a:gd name="connsiteX478" fmla="*/ 68236 w 549933"/>
                <a:gd name="connsiteY478" fmla="*/ 411043 h 759650"/>
                <a:gd name="connsiteX479" fmla="*/ 65644 w 549933"/>
                <a:gd name="connsiteY479" fmla="*/ 413061 h 759650"/>
                <a:gd name="connsiteX480" fmla="*/ 62009 w 549933"/>
                <a:gd name="connsiteY480" fmla="*/ 414070 h 759650"/>
                <a:gd name="connsiteX481" fmla="*/ 59250 w 549933"/>
                <a:gd name="connsiteY481" fmla="*/ 417098 h 759650"/>
                <a:gd name="connsiteX482" fmla="*/ 56793 w 549933"/>
                <a:gd name="connsiteY482" fmla="*/ 417098 h 759650"/>
                <a:gd name="connsiteX483" fmla="*/ 50702 w 549933"/>
                <a:gd name="connsiteY483" fmla="*/ 410874 h 759650"/>
                <a:gd name="connsiteX484" fmla="*/ 47067 w 549933"/>
                <a:gd name="connsiteY484" fmla="*/ 407679 h 759650"/>
                <a:gd name="connsiteX485" fmla="*/ 42995 w 549933"/>
                <a:gd name="connsiteY485" fmla="*/ 407242 h 759650"/>
                <a:gd name="connsiteX486" fmla="*/ 38956 w 549933"/>
                <a:gd name="connsiteY486" fmla="*/ 409697 h 759650"/>
                <a:gd name="connsiteX487" fmla="*/ 33740 w 549933"/>
                <a:gd name="connsiteY487" fmla="*/ 413162 h 759650"/>
                <a:gd name="connsiteX488" fmla="*/ 32999 w 549933"/>
                <a:gd name="connsiteY488" fmla="*/ 415483 h 759650"/>
                <a:gd name="connsiteX489" fmla="*/ 31148 w 549933"/>
                <a:gd name="connsiteY489" fmla="*/ 416526 h 759650"/>
                <a:gd name="connsiteX490" fmla="*/ 30408 w 549933"/>
                <a:gd name="connsiteY490" fmla="*/ 416930 h 759650"/>
                <a:gd name="connsiteX491" fmla="*/ 26638 w 549933"/>
                <a:gd name="connsiteY491" fmla="*/ 418040 h 759650"/>
                <a:gd name="connsiteX492" fmla="*/ 25461 w 549933"/>
                <a:gd name="connsiteY492" fmla="*/ 420697 h 759650"/>
                <a:gd name="connsiteX493" fmla="*/ 21691 w 549933"/>
                <a:gd name="connsiteY493" fmla="*/ 424465 h 759650"/>
                <a:gd name="connsiteX494" fmla="*/ 19235 w 549933"/>
                <a:gd name="connsiteY494" fmla="*/ 426921 h 759650"/>
                <a:gd name="connsiteX495" fmla="*/ 19975 w 549933"/>
                <a:gd name="connsiteY495" fmla="*/ 430116 h 759650"/>
                <a:gd name="connsiteX496" fmla="*/ 22163 w 549933"/>
                <a:gd name="connsiteY496" fmla="*/ 433447 h 759650"/>
                <a:gd name="connsiteX497" fmla="*/ 24485 w 549933"/>
                <a:gd name="connsiteY497" fmla="*/ 436340 h 759650"/>
                <a:gd name="connsiteX498" fmla="*/ 27244 w 549933"/>
                <a:gd name="connsiteY498" fmla="*/ 438964 h 759650"/>
                <a:gd name="connsiteX499" fmla="*/ 30004 w 549933"/>
                <a:gd name="connsiteY499" fmla="*/ 442731 h 759650"/>
                <a:gd name="connsiteX500" fmla="*/ 30307 w 549933"/>
                <a:gd name="connsiteY500" fmla="*/ 445052 h 759650"/>
                <a:gd name="connsiteX501" fmla="*/ 29432 w 549933"/>
                <a:gd name="connsiteY501" fmla="*/ 448248 h 759650"/>
                <a:gd name="connsiteX502" fmla="*/ 28288 w 549933"/>
                <a:gd name="connsiteY502" fmla="*/ 453462 h 759650"/>
                <a:gd name="connsiteX503" fmla="*/ 24215 w 549933"/>
                <a:gd name="connsiteY503" fmla="*/ 456355 h 759650"/>
                <a:gd name="connsiteX504" fmla="*/ 18562 w 549933"/>
                <a:gd name="connsiteY504" fmla="*/ 459551 h 759650"/>
                <a:gd name="connsiteX505" fmla="*/ 17552 w 549933"/>
                <a:gd name="connsiteY505" fmla="*/ 462444 h 759650"/>
                <a:gd name="connsiteX506" fmla="*/ 16812 w 549933"/>
                <a:gd name="connsiteY506" fmla="*/ 464463 h 759650"/>
                <a:gd name="connsiteX507" fmla="*/ 12335 w 549933"/>
                <a:gd name="connsiteY507" fmla="*/ 465606 h 759650"/>
                <a:gd name="connsiteX508" fmla="*/ 9441 w 549933"/>
                <a:gd name="connsiteY508" fmla="*/ 466615 h 759650"/>
                <a:gd name="connsiteX509" fmla="*/ 4797 w 549933"/>
                <a:gd name="connsiteY509" fmla="*/ 469340 h 759650"/>
                <a:gd name="connsiteX510" fmla="*/ 2980 w 549933"/>
                <a:gd name="connsiteY510" fmla="*/ 472233 h 759650"/>
                <a:gd name="connsiteX511" fmla="*/ 2172 w 549933"/>
                <a:gd name="connsiteY511" fmla="*/ 476304 h 759650"/>
                <a:gd name="connsiteX512" fmla="*/ 2172 w 549933"/>
                <a:gd name="connsiteY512" fmla="*/ 480643 h 759650"/>
                <a:gd name="connsiteX513" fmla="*/ 2912 w 549933"/>
                <a:gd name="connsiteY513" fmla="*/ 486732 h 759650"/>
                <a:gd name="connsiteX514" fmla="*/ 3787 w 549933"/>
                <a:gd name="connsiteY514" fmla="*/ 490769 h 759650"/>
                <a:gd name="connsiteX515" fmla="*/ 4056 w 549933"/>
                <a:gd name="connsiteY515" fmla="*/ 493527 h 759650"/>
                <a:gd name="connsiteX516" fmla="*/ 3047 w 549933"/>
                <a:gd name="connsiteY516" fmla="*/ 496555 h 759650"/>
                <a:gd name="connsiteX517" fmla="*/ 18 w 549933"/>
                <a:gd name="connsiteY517" fmla="*/ 500322 h 759650"/>
                <a:gd name="connsiteX518" fmla="*/ 3350 w 549933"/>
                <a:gd name="connsiteY518" fmla="*/ 505234 h 759650"/>
                <a:gd name="connsiteX519" fmla="*/ 4662 w 549933"/>
                <a:gd name="connsiteY519" fmla="*/ 508261 h 759650"/>
                <a:gd name="connsiteX520" fmla="*/ 7994 w 549933"/>
                <a:gd name="connsiteY520" fmla="*/ 510448 h 759650"/>
                <a:gd name="connsiteX521" fmla="*/ 11191 w 549933"/>
                <a:gd name="connsiteY521" fmla="*/ 512769 h 759650"/>
                <a:gd name="connsiteX522" fmla="*/ 14826 w 549933"/>
                <a:gd name="connsiteY522" fmla="*/ 513778 h 759650"/>
                <a:gd name="connsiteX523" fmla="*/ 18158 w 549933"/>
                <a:gd name="connsiteY523" fmla="*/ 512769 h 759650"/>
                <a:gd name="connsiteX524" fmla="*/ 18730 w 549933"/>
                <a:gd name="connsiteY524" fmla="*/ 512769 h 759650"/>
                <a:gd name="connsiteX525" fmla="*/ 21624 w 549933"/>
                <a:gd name="connsiteY525" fmla="*/ 512971 h 759650"/>
                <a:gd name="connsiteX526" fmla="*/ 25696 w 549933"/>
                <a:gd name="connsiteY526" fmla="*/ 517983 h 759650"/>
                <a:gd name="connsiteX527" fmla="*/ 29163 w 549933"/>
                <a:gd name="connsiteY527" fmla="*/ 517983 h 759650"/>
                <a:gd name="connsiteX528" fmla="*/ 31653 w 549933"/>
                <a:gd name="connsiteY528" fmla="*/ 517445 h 759650"/>
                <a:gd name="connsiteX529" fmla="*/ 33504 w 549933"/>
                <a:gd name="connsiteY529" fmla="*/ 517983 h 759650"/>
                <a:gd name="connsiteX530" fmla="*/ 33504 w 549933"/>
                <a:gd name="connsiteY530" fmla="*/ 520607 h 759650"/>
                <a:gd name="connsiteX531" fmla="*/ 33067 w 549933"/>
                <a:gd name="connsiteY531" fmla="*/ 523870 h 759650"/>
                <a:gd name="connsiteX532" fmla="*/ 32427 w 549933"/>
                <a:gd name="connsiteY532" fmla="*/ 525485 h 759650"/>
                <a:gd name="connsiteX533" fmla="*/ 31889 w 549933"/>
                <a:gd name="connsiteY533" fmla="*/ 528109 h 759650"/>
                <a:gd name="connsiteX534" fmla="*/ 31990 w 549933"/>
                <a:gd name="connsiteY534" fmla="*/ 530834 h 759650"/>
                <a:gd name="connsiteX535" fmla="*/ 34278 w 549933"/>
                <a:gd name="connsiteY535" fmla="*/ 534298 h 759650"/>
                <a:gd name="connsiteX536" fmla="*/ 36836 w 549933"/>
                <a:gd name="connsiteY536" fmla="*/ 536350 h 759650"/>
                <a:gd name="connsiteX537" fmla="*/ 37004 w 549933"/>
                <a:gd name="connsiteY537" fmla="*/ 539513 h 759650"/>
                <a:gd name="connsiteX538" fmla="*/ 37004 w 549933"/>
                <a:gd name="connsiteY538" fmla="*/ 543213 h 759650"/>
                <a:gd name="connsiteX539" fmla="*/ 38418 w 549933"/>
                <a:gd name="connsiteY539" fmla="*/ 545601 h 759650"/>
                <a:gd name="connsiteX540" fmla="*/ 40605 w 549933"/>
                <a:gd name="connsiteY540" fmla="*/ 548091 h 759650"/>
                <a:gd name="connsiteX541" fmla="*/ 42456 w 549933"/>
                <a:gd name="connsiteY541" fmla="*/ 550143 h 759650"/>
                <a:gd name="connsiteX542" fmla="*/ 43870 w 549933"/>
                <a:gd name="connsiteY542" fmla="*/ 551656 h 759650"/>
                <a:gd name="connsiteX543" fmla="*/ 46057 w 549933"/>
                <a:gd name="connsiteY543" fmla="*/ 553944 h 759650"/>
                <a:gd name="connsiteX544" fmla="*/ 48346 w 549933"/>
                <a:gd name="connsiteY544" fmla="*/ 557207 h 759650"/>
                <a:gd name="connsiteX545" fmla="*/ 48682 w 549933"/>
                <a:gd name="connsiteY545" fmla="*/ 559495 h 759650"/>
                <a:gd name="connsiteX546" fmla="*/ 49658 w 549933"/>
                <a:gd name="connsiteY546" fmla="*/ 560806 h 759650"/>
                <a:gd name="connsiteX547" fmla="*/ 49355 w 549933"/>
                <a:gd name="connsiteY547" fmla="*/ 563060 h 759650"/>
                <a:gd name="connsiteX548" fmla="*/ 49490 w 549933"/>
                <a:gd name="connsiteY548" fmla="*/ 565314 h 759650"/>
                <a:gd name="connsiteX549" fmla="*/ 52384 w 549933"/>
                <a:gd name="connsiteY549" fmla="*/ 566693 h 759650"/>
                <a:gd name="connsiteX550" fmla="*/ 53529 w 549933"/>
                <a:gd name="connsiteY550" fmla="*/ 566693 h 759650"/>
                <a:gd name="connsiteX551" fmla="*/ 56423 w 549933"/>
                <a:gd name="connsiteY551" fmla="*/ 568443 h 759650"/>
                <a:gd name="connsiteX552" fmla="*/ 59183 w 549933"/>
                <a:gd name="connsiteY552" fmla="*/ 570461 h 759650"/>
                <a:gd name="connsiteX553" fmla="*/ 61505 w 549933"/>
                <a:gd name="connsiteY553" fmla="*/ 573219 h 759650"/>
                <a:gd name="connsiteX554" fmla="*/ 61505 w 549933"/>
                <a:gd name="connsiteY554" fmla="*/ 575238 h 759650"/>
                <a:gd name="connsiteX555" fmla="*/ 60933 w 549933"/>
                <a:gd name="connsiteY555" fmla="*/ 578131 h 759650"/>
                <a:gd name="connsiteX556" fmla="*/ 60360 w 549933"/>
                <a:gd name="connsiteY556" fmla="*/ 581327 h 759650"/>
                <a:gd name="connsiteX557" fmla="*/ 59048 w 549933"/>
                <a:gd name="connsiteY557" fmla="*/ 587113 h 759650"/>
                <a:gd name="connsiteX558" fmla="*/ 56726 w 549933"/>
                <a:gd name="connsiteY558" fmla="*/ 590746 h 759650"/>
                <a:gd name="connsiteX559" fmla="*/ 55144 w 549933"/>
                <a:gd name="connsiteY559" fmla="*/ 595253 h 759650"/>
                <a:gd name="connsiteX560" fmla="*/ 53832 w 549933"/>
                <a:gd name="connsiteY560" fmla="*/ 598146 h 759650"/>
                <a:gd name="connsiteX561" fmla="*/ 51644 w 549933"/>
                <a:gd name="connsiteY561" fmla="*/ 599593 h 759650"/>
                <a:gd name="connsiteX562" fmla="*/ 49187 w 549933"/>
                <a:gd name="connsiteY562" fmla="*/ 602183 h 759650"/>
                <a:gd name="connsiteX563" fmla="*/ 46158 w 549933"/>
                <a:gd name="connsiteY563" fmla="*/ 604504 h 759650"/>
                <a:gd name="connsiteX564" fmla="*/ 44139 w 549933"/>
                <a:gd name="connsiteY564" fmla="*/ 607532 h 759650"/>
                <a:gd name="connsiteX565" fmla="*/ 44442 w 549933"/>
                <a:gd name="connsiteY565" fmla="*/ 610559 h 759650"/>
                <a:gd name="connsiteX566" fmla="*/ 48514 w 549933"/>
                <a:gd name="connsiteY566" fmla="*/ 614462 h 759650"/>
                <a:gd name="connsiteX567" fmla="*/ 46932 w 549933"/>
                <a:gd name="connsiteY567" fmla="*/ 616648 h 759650"/>
                <a:gd name="connsiteX568" fmla="*/ 43029 w 549933"/>
                <a:gd name="connsiteY568" fmla="*/ 618532 h 759650"/>
                <a:gd name="connsiteX569" fmla="*/ 38822 w 549933"/>
                <a:gd name="connsiteY569" fmla="*/ 622602 h 759650"/>
                <a:gd name="connsiteX570" fmla="*/ 36870 w 549933"/>
                <a:gd name="connsiteY570" fmla="*/ 628187 h 759650"/>
                <a:gd name="connsiteX571" fmla="*/ 34043 w 549933"/>
                <a:gd name="connsiteY571" fmla="*/ 633401 h 759650"/>
                <a:gd name="connsiteX572" fmla="*/ 30341 w 549933"/>
                <a:gd name="connsiteY572" fmla="*/ 637303 h 759650"/>
                <a:gd name="connsiteX573" fmla="*/ 28826 w 549933"/>
                <a:gd name="connsiteY573" fmla="*/ 641003 h 759650"/>
                <a:gd name="connsiteX574" fmla="*/ 28624 w 549933"/>
                <a:gd name="connsiteY574" fmla="*/ 646419 h 759650"/>
                <a:gd name="connsiteX575" fmla="*/ 29264 w 549933"/>
                <a:gd name="connsiteY575" fmla="*/ 652071 h 759650"/>
                <a:gd name="connsiteX576" fmla="*/ 31653 w 549933"/>
                <a:gd name="connsiteY576" fmla="*/ 653585 h 759650"/>
                <a:gd name="connsiteX577" fmla="*/ 29701 w 549933"/>
                <a:gd name="connsiteY577" fmla="*/ 659673 h 759650"/>
                <a:gd name="connsiteX578" fmla="*/ 30576 w 549933"/>
                <a:gd name="connsiteY578" fmla="*/ 664248 h 759650"/>
                <a:gd name="connsiteX579" fmla="*/ 30341 w 549933"/>
                <a:gd name="connsiteY579" fmla="*/ 667074 h 759650"/>
                <a:gd name="connsiteX580" fmla="*/ 28591 w 549933"/>
                <a:gd name="connsiteY580" fmla="*/ 667074 h 759650"/>
                <a:gd name="connsiteX581" fmla="*/ 25966 w 549933"/>
                <a:gd name="connsiteY581" fmla="*/ 667074 h 759650"/>
                <a:gd name="connsiteX582" fmla="*/ 22061 w 549933"/>
                <a:gd name="connsiteY582" fmla="*/ 668386 h 759650"/>
                <a:gd name="connsiteX583" fmla="*/ 17720 w 549933"/>
                <a:gd name="connsiteY583" fmla="*/ 669462 h 759650"/>
                <a:gd name="connsiteX584" fmla="*/ 18360 w 549933"/>
                <a:gd name="connsiteY584" fmla="*/ 672053 h 759650"/>
                <a:gd name="connsiteX585" fmla="*/ 19437 w 549933"/>
                <a:gd name="connsiteY585" fmla="*/ 674004 h 759650"/>
                <a:gd name="connsiteX586" fmla="*/ 16609 w 549933"/>
                <a:gd name="connsiteY586" fmla="*/ 677906 h 759650"/>
                <a:gd name="connsiteX587" fmla="*/ 11831 w 549933"/>
                <a:gd name="connsiteY587" fmla="*/ 677906 h 759650"/>
                <a:gd name="connsiteX588" fmla="*/ 8566 w 549933"/>
                <a:gd name="connsiteY588" fmla="*/ 680294 h 759650"/>
                <a:gd name="connsiteX589" fmla="*/ 4427 w 549933"/>
                <a:gd name="connsiteY589" fmla="*/ 682044 h 759650"/>
                <a:gd name="connsiteX590" fmla="*/ 3787 w 549933"/>
                <a:gd name="connsiteY590" fmla="*/ 685508 h 759650"/>
                <a:gd name="connsiteX591" fmla="*/ 9643 w 549933"/>
                <a:gd name="connsiteY591" fmla="*/ 688973 h 759650"/>
                <a:gd name="connsiteX592" fmla="*/ 9879 w 549933"/>
                <a:gd name="connsiteY592" fmla="*/ 690050 h 759650"/>
                <a:gd name="connsiteX593" fmla="*/ 4225 w 549933"/>
                <a:gd name="connsiteY593" fmla="*/ 692001 h 759650"/>
                <a:gd name="connsiteX594" fmla="*/ 4864 w 549933"/>
                <a:gd name="connsiteY594" fmla="*/ 695264 h 759650"/>
                <a:gd name="connsiteX595" fmla="*/ 8768 w 549933"/>
                <a:gd name="connsiteY595" fmla="*/ 698964 h 759650"/>
                <a:gd name="connsiteX596" fmla="*/ 12470 w 549933"/>
                <a:gd name="connsiteY596" fmla="*/ 703304 h 759650"/>
                <a:gd name="connsiteX597" fmla="*/ 14422 w 549933"/>
                <a:gd name="connsiteY597" fmla="*/ 705490 h 759650"/>
                <a:gd name="connsiteX598" fmla="*/ 14422 w 549933"/>
                <a:gd name="connsiteY598" fmla="*/ 709393 h 759650"/>
                <a:gd name="connsiteX599" fmla="*/ 14422 w 549933"/>
                <a:gd name="connsiteY599" fmla="*/ 713530 h 759650"/>
                <a:gd name="connsiteX600" fmla="*/ 19201 w 549933"/>
                <a:gd name="connsiteY600" fmla="*/ 717668 h 759650"/>
                <a:gd name="connsiteX601" fmla="*/ 26369 w 549933"/>
                <a:gd name="connsiteY601" fmla="*/ 723319 h 759650"/>
                <a:gd name="connsiteX602" fmla="*/ 30946 w 549933"/>
                <a:gd name="connsiteY602" fmla="*/ 724833 h 759650"/>
                <a:gd name="connsiteX603" fmla="*/ 31250 w 549933"/>
                <a:gd name="connsiteY603" fmla="*/ 729913 h 759650"/>
                <a:gd name="connsiteX604" fmla="*/ 34581 w 549933"/>
                <a:gd name="connsiteY604" fmla="*/ 728164 h 759650"/>
                <a:gd name="connsiteX605" fmla="*/ 36600 w 549933"/>
                <a:gd name="connsiteY605" fmla="*/ 727289 h 759650"/>
                <a:gd name="connsiteX606" fmla="*/ 39226 w 549933"/>
                <a:gd name="connsiteY606" fmla="*/ 726717 h 759650"/>
                <a:gd name="connsiteX607" fmla="*/ 41379 w 549933"/>
                <a:gd name="connsiteY607" fmla="*/ 726717 h 759650"/>
                <a:gd name="connsiteX608" fmla="*/ 42995 w 549933"/>
                <a:gd name="connsiteY608" fmla="*/ 728164 h 759650"/>
                <a:gd name="connsiteX609" fmla="*/ 46899 w 549933"/>
                <a:gd name="connsiteY609" fmla="*/ 728736 h 759650"/>
                <a:gd name="connsiteX610" fmla="*/ 50534 w 549933"/>
                <a:gd name="connsiteY610" fmla="*/ 729610 h 759650"/>
                <a:gd name="connsiteX611" fmla="*/ 54303 w 549933"/>
                <a:gd name="connsiteY611" fmla="*/ 728164 h 759650"/>
                <a:gd name="connsiteX612" fmla="*/ 56760 w 549933"/>
                <a:gd name="connsiteY612" fmla="*/ 726246 h 759650"/>
                <a:gd name="connsiteX613" fmla="*/ 58913 w 549933"/>
                <a:gd name="connsiteY613" fmla="*/ 724833 h 759650"/>
                <a:gd name="connsiteX614" fmla="*/ 60495 w 549933"/>
                <a:gd name="connsiteY614" fmla="*/ 724833 h 759650"/>
                <a:gd name="connsiteX615" fmla="*/ 62380 w 549933"/>
                <a:gd name="connsiteY615" fmla="*/ 725842 h 759650"/>
                <a:gd name="connsiteX616" fmla="*/ 63120 w 549933"/>
                <a:gd name="connsiteY616" fmla="*/ 729038 h 759650"/>
                <a:gd name="connsiteX617" fmla="*/ 63120 w 549933"/>
                <a:gd name="connsiteY617" fmla="*/ 730922 h 759650"/>
                <a:gd name="connsiteX618" fmla="*/ 67899 w 549933"/>
                <a:gd name="connsiteY618" fmla="*/ 732066 h 759650"/>
                <a:gd name="connsiteX619" fmla="*/ 70221 w 549933"/>
                <a:gd name="connsiteY619" fmla="*/ 733209 h 759650"/>
                <a:gd name="connsiteX620" fmla="*/ 73418 w 549933"/>
                <a:gd name="connsiteY620" fmla="*/ 734219 h 759650"/>
                <a:gd name="connsiteX621" fmla="*/ 77188 w 549933"/>
                <a:gd name="connsiteY621" fmla="*/ 734791 h 759650"/>
                <a:gd name="connsiteX622" fmla="*/ 80519 w 549933"/>
                <a:gd name="connsiteY622" fmla="*/ 735228 h 759650"/>
                <a:gd name="connsiteX623" fmla="*/ 84424 w 549933"/>
                <a:gd name="connsiteY623" fmla="*/ 735968 h 759650"/>
                <a:gd name="connsiteX624" fmla="*/ 87318 w 549933"/>
                <a:gd name="connsiteY624" fmla="*/ 736843 h 759650"/>
                <a:gd name="connsiteX625" fmla="*/ 90919 w 549933"/>
                <a:gd name="connsiteY625" fmla="*/ 739298 h 759650"/>
                <a:gd name="connsiteX626" fmla="*/ 91794 w 549933"/>
                <a:gd name="connsiteY626" fmla="*/ 739601 h 759650"/>
                <a:gd name="connsiteX627" fmla="*/ 93544 w 549933"/>
                <a:gd name="connsiteY627" fmla="*/ 741922 h 759650"/>
                <a:gd name="connsiteX628" fmla="*/ 97885 w 549933"/>
                <a:gd name="connsiteY628" fmla="*/ 743941 h 759650"/>
                <a:gd name="connsiteX629" fmla="*/ 102092 w 549933"/>
                <a:gd name="connsiteY629" fmla="*/ 745522 h 759650"/>
                <a:gd name="connsiteX630" fmla="*/ 108049 w 549933"/>
                <a:gd name="connsiteY630" fmla="*/ 747405 h 759650"/>
                <a:gd name="connsiteX631" fmla="*/ 110237 w 549933"/>
                <a:gd name="connsiteY631" fmla="*/ 747708 h 759650"/>
                <a:gd name="connsiteX632" fmla="*/ 116900 w 549933"/>
                <a:gd name="connsiteY632" fmla="*/ 747002 h 759650"/>
                <a:gd name="connsiteX633" fmla="*/ 118650 w 549933"/>
                <a:gd name="connsiteY633" fmla="*/ 746127 h 759650"/>
                <a:gd name="connsiteX634" fmla="*/ 120266 w 549933"/>
                <a:gd name="connsiteY634" fmla="*/ 745992 h 759650"/>
                <a:gd name="connsiteX635" fmla="*/ 124607 w 549933"/>
                <a:gd name="connsiteY635" fmla="*/ 748314 h 759650"/>
                <a:gd name="connsiteX636" fmla="*/ 129252 w 549933"/>
                <a:gd name="connsiteY636" fmla="*/ 748886 h 759650"/>
                <a:gd name="connsiteX637" fmla="*/ 133593 w 549933"/>
                <a:gd name="connsiteY637" fmla="*/ 747574 h 759650"/>
                <a:gd name="connsiteX638" fmla="*/ 137228 w 549933"/>
                <a:gd name="connsiteY638" fmla="*/ 746833 h 759650"/>
                <a:gd name="connsiteX639" fmla="*/ 140189 w 549933"/>
                <a:gd name="connsiteY639" fmla="*/ 749861 h 759650"/>
                <a:gd name="connsiteX640" fmla="*/ 143151 w 549933"/>
                <a:gd name="connsiteY640" fmla="*/ 752922 h 759650"/>
                <a:gd name="connsiteX641" fmla="*/ 143151 w 549933"/>
                <a:gd name="connsiteY641" fmla="*/ 755243 h 759650"/>
                <a:gd name="connsiteX642" fmla="*/ 143151 w 549933"/>
                <a:gd name="connsiteY642" fmla="*/ 758708 h 759650"/>
                <a:gd name="connsiteX643" fmla="*/ 147492 w 549933"/>
                <a:gd name="connsiteY643" fmla="*/ 756084 h 759650"/>
                <a:gd name="connsiteX644" fmla="*/ 150084 w 549933"/>
                <a:gd name="connsiteY644" fmla="*/ 750870 h 759650"/>
                <a:gd name="connsiteX645" fmla="*/ 150084 w 549933"/>
                <a:gd name="connsiteY645" fmla="*/ 749996 h 759650"/>
                <a:gd name="connsiteX646" fmla="*/ 151665 w 549933"/>
                <a:gd name="connsiteY646" fmla="*/ 745084 h 759650"/>
                <a:gd name="connsiteX647" fmla="*/ 153550 w 549933"/>
                <a:gd name="connsiteY647" fmla="*/ 742898 h 759650"/>
                <a:gd name="connsiteX648" fmla="*/ 156007 w 549933"/>
                <a:gd name="connsiteY648" fmla="*/ 741014 h 759650"/>
                <a:gd name="connsiteX649" fmla="*/ 158329 w 549933"/>
                <a:gd name="connsiteY649" fmla="*/ 738121 h 759650"/>
                <a:gd name="connsiteX650" fmla="*/ 160651 w 549933"/>
                <a:gd name="connsiteY650" fmla="*/ 736674 h 759650"/>
                <a:gd name="connsiteX651" fmla="*/ 162973 w 549933"/>
                <a:gd name="connsiteY651" fmla="*/ 737549 h 759650"/>
                <a:gd name="connsiteX652" fmla="*/ 165565 w 549933"/>
                <a:gd name="connsiteY652" fmla="*/ 738424 h 759650"/>
                <a:gd name="connsiteX653" fmla="*/ 167450 w 549933"/>
                <a:gd name="connsiteY653" fmla="*/ 738726 h 759650"/>
                <a:gd name="connsiteX654" fmla="*/ 173541 w 549933"/>
                <a:gd name="connsiteY654" fmla="*/ 742360 h 759650"/>
                <a:gd name="connsiteX655" fmla="*/ 175123 w 549933"/>
                <a:gd name="connsiteY655" fmla="*/ 748011 h 759650"/>
                <a:gd name="connsiteX656" fmla="*/ 176132 w 549933"/>
                <a:gd name="connsiteY656" fmla="*/ 750029 h 759650"/>
                <a:gd name="connsiteX657" fmla="*/ 176132 w 549933"/>
                <a:gd name="connsiteY657" fmla="*/ 753494 h 759650"/>
                <a:gd name="connsiteX658" fmla="*/ 176132 w 549933"/>
                <a:gd name="connsiteY658" fmla="*/ 756959 h 759650"/>
                <a:gd name="connsiteX659" fmla="*/ 176873 w 549933"/>
                <a:gd name="connsiteY659" fmla="*/ 759011 h 759650"/>
                <a:gd name="connsiteX660" fmla="*/ 178084 w 549933"/>
                <a:gd name="connsiteY660" fmla="*/ 759650 h 759650"/>
                <a:gd name="connsiteX661" fmla="*/ 183301 w 549933"/>
                <a:gd name="connsiteY661" fmla="*/ 758877 h 759650"/>
                <a:gd name="connsiteX662" fmla="*/ 186330 w 549933"/>
                <a:gd name="connsiteY662" fmla="*/ 755614 h 759650"/>
                <a:gd name="connsiteX663" fmla="*/ 188517 w 549933"/>
                <a:gd name="connsiteY663" fmla="*/ 751913 h 759650"/>
                <a:gd name="connsiteX664" fmla="*/ 190705 w 549933"/>
                <a:gd name="connsiteY664" fmla="*/ 745185 h 759650"/>
                <a:gd name="connsiteX665" fmla="*/ 191142 w 549933"/>
                <a:gd name="connsiteY665" fmla="*/ 738659 h 759650"/>
                <a:gd name="connsiteX666" fmla="*/ 188315 w 549933"/>
                <a:gd name="connsiteY666" fmla="*/ 732806 h 759650"/>
                <a:gd name="connsiteX667" fmla="*/ 183974 w 549933"/>
                <a:gd name="connsiteY667" fmla="*/ 725842 h 759650"/>
                <a:gd name="connsiteX668" fmla="*/ 177445 w 549933"/>
                <a:gd name="connsiteY668" fmla="*/ 719989 h 759650"/>
                <a:gd name="connsiteX669" fmla="*/ 173541 w 549933"/>
                <a:gd name="connsiteY669" fmla="*/ 716087 h 759650"/>
                <a:gd name="connsiteX670" fmla="*/ 172026 w 549933"/>
                <a:gd name="connsiteY670" fmla="*/ 707845 h 759650"/>
                <a:gd name="connsiteX671" fmla="*/ 172228 w 549933"/>
                <a:gd name="connsiteY671" fmla="*/ 695230 h 759650"/>
                <a:gd name="connsiteX672" fmla="*/ 177882 w 549933"/>
                <a:gd name="connsiteY672" fmla="*/ 687830 h 759650"/>
                <a:gd name="connsiteX673" fmla="*/ 182123 w 549933"/>
                <a:gd name="connsiteY673" fmla="*/ 685004 h 759650"/>
                <a:gd name="connsiteX674" fmla="*/ 183099 w 549933"/>
                <a:gd name="connsiteY674" fmla="*/ 681976 h 759650"/>
                <a:gd name="connsiteX675" fmla="*/ 183099 w 549933"/>
                <a:gd name="connsiteY675" fmla="*/ 675248 h 759650"/>
                <a:gd name="connsiteX676" fmla="*/ 184613 w 549933"/>
                <a:gd name="connsiteY676" fmla="*/ 673196 h 759650"/>
                <a:gd name="connsiteX677" fmla="*/ 190907 w 549933"/>
                <a:gd name="connsiteY677" fmla="*/ 670909 h 759650"/>
                <a:gd name="connsiteX678" fmla="*/ 196123 w 549933"/>
                <a:gd name="connsiteY678" fmla="*/ 670909 h 759650"/>
                <a:gd name="connsiteX679" fmla="*/ 197873 w 549933"/>
                <a:gd name="connsiteY679" fmla="*/ 669833 h 759650"/>
                <a:gd name="connsiteX680" fmla="*/ 201138 w 549933"/>
                <a:gd name="connsiteY680" fmla="*/ 666569 h 759650"/>
                <a:gd name="connsiteX681" fmla="*/ 208744 w 549933"/>
                <a:gd name="connsiteY681" fmla="*/ 656141 h 759650"/>
                <a:gd name="connsiteX682" fmla="*/ 209821 w 549933"/>
                <a:gd name="connsiteY682" fmla="*/ 648101 h 759650"/>
                <a:gd name="connsiteX683" fmla="*/ 215273 w 549933"/>
                <a:gd name="connsiteY683" fmla="*/ 641138 h 759650"/>
                <a:gd name="connsiteX684" fmla="*/ 221128 w 549933"/>
                <a:gd name="connsiteY684" fmla="*/ 634612 h 759650"/>
                <a:gd name="connsiteX685" fmla="*/ 224157 w 549933"/>
                <a:gd name="connsiteY685" fmla="*/ 629633 h 759650"/>
                <a:gd name="connsiteX686" fmla="*/ 226547 w 549933"/>
                <a:gd name="connsiteY686" fmla="*/ 622232 h 759650"/>
                <a:gd name="connsiteX687" fmla="*/ 226783 w 549933"/>
                <a:gd name="connsiteY687" fmla="*/ 611804 h 759650"/>
                <a:gd name="connsiteX688" fmla="*/ 227220 w 549933"/>
                <a:gd name="connsiteY688" fmla="*/ 606825 h 759650"/>
                <a:gd name="connsiteX689" fmla="*/ 229172 w 549933"/>
                <a:gd name="connsiteY689" fmla="*/ 601611 h 759650"/>
                <a:gd name="connsiteX690" fmla="*/ 234389 w 549933"/>
                <a:gd name="connsiteY690" fmla="*/ 596633 h 759650"/>
                <a:gd name="connsiteX691" fmla="*/ 239403 w 549933"/>
                <a:gd name="connsiteY691" fmla="*/ 595119 h 759650"/>
                <a:gd name="connsiteX692" fmla="*/ 243744 w 549933"/>
                <a:gd name="connsiteY692" fmla="*/ 593807 h 759650"/>
                <a:gd name="connsiteX693" fmla="*/ 248961 w 549933"/>
                <a:gd name="connsiteY693" fmla="*/ 585128 h 759650"/>
                <a:gd name="connsiteX694" fmla="*/ 251350 w 549933"/>
                <a:gd name="connsiteY694" fmla="*/ 581226 h 759650"/>
                <a:gd name="connsiteX695" fmla="*/ 260908 w 549933"/>
                <a:gd name="connsiteY695" fmla="*/ 569284 h 759650"/>
                <a:gd name="connsiteX696" fmla="*/ 266562 w 549933"/>
                <a:gd name="connsiteY696" fmla="*/ 568207 h 759650"/>
                <a:gd name="connsiteX697" fmla="*/ 271577 w 549933"/>
                <a:gd name="connsiteY697" fmla="*/ 569721 h 759650"/>
                <a:gd name="connsiteX698" fmla="*/ 280563 w 549933"/>
                <a:gd name="connsiteY698" fmla="*/ 571235 h 759650"/>
                <a:gd name="connsiteX699" fmla="*/ 286789 w 549933"/>
                <a:gd name="connsiteY699" fmla="*/ 563632 h 759650"/>
                <a:gd name="connsiteX700" fmla="*/ 291332 w 549933"/>
                <a:gd name="connsiteY700" fmla="*/ 556904 h 759650"/>
                <a:gd name="connsiteX701" fmla="*/ 294597 w 549933"/>
                <a:gd name="connsiteY701" fmla="*/ 550614 h 759650"/>
                <a:gd name="connsiteX702" fmla="*/ 300015 w 549933"/>
                <a:gd name="connsiteY702" fmla="*/ 544626 h 759650"/>
                <a:gd name="connsiteX703" fmla="*/ 304794 w 549933"/>
                <a:gd name="connsiteY703" fmla="*/ 542338 h 759650"/>
                <a:gd name="connsiteX704" fmla="*/ 312635 w 549933"/>
                <a:gd name="connsiteY704" fmla="*/ 542338 h 759650"/>
                <a:gd name="connsiteX705" fmla="*/ 319602 w 549933"/>
                <a:gd name="connsiteY705" fmla="*/ 542338 h 759650"/>
                <a:gd name="connsiteX706" fmla="*/ 325693 w 549933"/>
                <a:gd name="connsiteY706" fmla="*/ 542540 h 759650"/>
                <a:gd name="connsiteX707" fmla="*/ 335924 w 549933"/>
                <a:gd name="connsiteY707" fmla="*/ 538840 h 759650"/>
                <a:gd name="connsiteX708" fmla="*/ 340501 w 549933"/>
                <a:gd name="connsiteY708" fmla="*/ 538840 h 759650"/>
                <a:gd name="connsiteX709" fmla="*/ 347872 w 549933"/>
                <a:gd name="connsiteY709" fmla="*/ 537528 h 759650"/>
                <a:gd name="connsiteX710" fmla="*/ 355040 w 549933"/>
                <a:gd name="connsiteY710" fmla="*/ 534265 h 759650"/>
                <a:gd name="connsiteX711" fmla="*/ 360896 w 549933"/>
                <a:gd name="connsiteY711" fmla="*/ 530127 h 759650"/>
                <a:gd name="connsiteX712" fmla="*/ 361973 w 549933"/>
                <a:gd name="connsiteY712" fmla="*/ 525552 h 759650"/>
                <a:gd name="connsiteX713" fmla="*/ 363723 w 549933"/>
                <a:gd name="connsiteY713" fmla="*/ 519901 h 759650"/>
                <a:gd name="connsiteX714" fmla="*/ 365675 w 549933"/>
                <a:gd name="connsiteY714" fmla="*/ 516873 h 759650"/>
                <a:gd name="connsiteX715" fmla="*/ 365675 w 549933"/>
                <a:gd name="connsiteY715" fmla="*/ 508396 h 759650"/>
                <a:gd name="connsiteX716" fmla="*/ 370690 w 549933"/>
                <a:gd name="connsiteY716" fmla="*/ 506882 h 759650"/>
                <a:gd name="connsiteX717" fmla="*/ 376983 w 549933"/>
                <a:gd name="connsiteY717" fmla="*/ 505806 h 759650"/>
                <a:gd name="connsiteX718" fmla="*/ 380483 w 549933"/>
                <a:gd name="connsiteY718" fmla="*/ 505806 h 759650"/>
                <a:gd name="connsiteX719" fmla="*/ 383074 w 549933"/>
                <a:gd name="connsiteY719" fmla="*/ 503417 h 759650"/>
                <a:gd name="connsiteX720" fmla="*/ 384690 w 549933"/>
                <a:gd name="connsiteY720" fmla="*/ 500793 h 759650"/>
                <a:gd name="connsiteX721" fmla="*/ 386541 w 549933"/>
                <a:gd name="connsiteY721" fmla="*/ 496656 h 759650"/>
                <a:gd name="connsiteX722" fmla="*/ 386541 w 549933"/>
                <a:gd name="connsiteY722" fmla="*/ 494469 h 759650"/>
                <a:gd name="connsiteX723" fmla="*/ 387618 w 549933"/>
                <a:gd name="connsiteY723" fmla="*/ 493594 h 759650"/>
                <a:gd name="connsiteX724" fmla="*/ 383041 w 549933"/>
                <a:gd name="connsiteY724" fmla="*/ 485790 h 759650"/>
                <a:gd name="connsiteX725" fmla="*/ 378464 w 549933"/>
                <a:gd name="connsiteY725" fmla="*/ 481451 h 759650"/>
                <a:gd name="connsiteX726" fmla="*/ 373887 w 549933"/>
                <a:gd name="connsiteY726" fmla="*/ 473209 h 759650"/>
                <a:gd name="connsiteX727" fmla="*/ 367795 w 549933"/>
                <a:gd name="connsiteY727" fmla="*/ 464092 h 759650"/>
                <a:gd name="connsiteX728" fmla="*/ 364430 w 549933"/>
                <a:gd name="connsiteY728" fmla="*/ 459517 h 759650"/>
                <a:gd name="connsiteX729" fmla="*/ 360391 w 549933"/>
                <a:gd name="connsiteY729" fmla="*/ 456490 h 759650"/>
                <a:gd name="connsiteX730" fmla="*/ 360391 w 549933"/>
                <a:gd name="connsiteY730" fmla="*/ 450468 h 759650"/>
                <a:gd name="connsiteX731" fmla="*/ 357901 w 549933"/>
                <a:gd name="connsiteY731" fmla="*/ 452352 h 759650"/>
                <a:gd name="connsiteX732" fmla="*/ 356151 w 549933"/>
                <a:gd name="connsiteY732" fmla="*/ 452689 h 759650"/>
                <a:gd name="connsiteX733" fmla="*/ 352011 w 549933"/>
                <a:gd name="connsiteY733" fmla="*/ 454337 h 759650"/>
                <a:gd name="connsiteX734" fmla="*/ 348848 w 549933"/>
                <a:gd name="connsiteY734" fmla="*/ 456086 h 759650"/>
                <a:gd name="connsiteX735" fmla="*/ 347198 w 549933"/>
                <a:gd name="connsiteY735" fmla="*/ 456725 h 759650"/>
                <a:gd name="connsiteX736" fmla="*/ 343194 w 549933"/>
                <a:gd name="connsiteY736" fmla="*/ 454774 h 759650"/>
                <a:gd name="connsiteX737" fmla="*/ 341982 w 549933"/>
                <a:gd name="connsiteY737" fmla="*/ 455312 h 759650"/>
                <a:gd name="connsiteX738" fmla="*/ 340400 w 549933"/>
                <a:gd name="connsiteY738" fmla="*/ 457398 h 759650"/>
                <a:gd name="connsiteX739" fmla="*/ 338078 w 549933"/>
                <a:gd name="connsiteY739" fmla="*/ 458205 h 759650"/>
                <a:gd name="connsiteX740" fmla="*/ 335689 w 549933"/>
                <a:gd name="connsiteY740" fmla="*/ 458172 h 759650"/>
                <a:gd name="connsiteX741" fmla="*/ 332121 w 549933"/>
                <a:gd name="connsiteY741" fmla="*/ 458172 h 759650"/>
                <a:gd name="connsiteX742" fmla="*/ 330035 w 549933"/>
                <a:gd name="connsiteY742" fmla="*/ 457533 h 759650"/>
                <a:gd name="connsiteX743" fmla="*/ 329934 w 549933"/>
                <a:gd name="connsiteY743" fmla="*/ 456759 h 759650"/>
                <a:gd name="connsiteX744" fmla="*/ 331684 w 549933"/>
                <a:gd name="connsiteY744" fmla="*/ 455851 h 759650"/>
                <a:gd name="connsiteX745" fmla="*/ 333535 w 549933"/>
                <a:gd name="connsiteY745" fmla="*/ 454135 h 759650"/>
                <a:gd name="connsiteX746" fmla="*/ 333198 w 549933"/>
                <a:gd name="connsiteY746" fmla="*/ 452083 h 759650"/>
                <a:gd name="connsiteX747" fmla="*/ 331145 w 549933"/>
                <a:gd name="connsiteY747" fmla="*/ 450569 h 759650"/>
                <a:gd name="connsiteX748" fmla="*/ 328857 w 549933"/>
                <a:gd name="connsiteY748" fmla="*/ 450771 h 759650"/>
                <a:gd name="connsiteX749" fmla="*/ 327645 w 549933"/>
                <a:gd name="connsiteY749" fmla="*/ 452520 h 759650"/>
                <a:gd name="connsiteX750" fmla="*/ 327006 w 549933"/>
                <a:gd name="connsiteY750" fmla="*/ 453597 h 759650"/>
                <a:gd name="connsiteX751" fmla="*/ 322765 w 549933"/>
                <a:gd name="connsiteY751" fmla="*/ 454909 h 759650"/>
                <a:gd name="connsiteX752" fmla="*/ 321284 w 549933"/>
                <a:gd name="connsiteY752" fmla="*/ 455851 h 759650"/>
                <a:gd name="connsiteX753" fmla="*/ 318121 w 549933"/>
                <a:gd name="connsiteY753" fmla="*/ 454505 h 759650"/>
                <a:gd name="connsiteX754" fmla="*/ 317010 w 549933"/>
                <a:gd name="connsiteY754" fmla="*/ 454000 h 759650"/>
                <a:gd name="connsiteX755" fmla="*/ 316169 w 549933"/>
                <a:gd name="connsiteY755" fmla="*/ 452991 h 759650"/>
                <a:gd name="connsiteX756" fmla="*/ 316909 w 549933"/>
                <a:gd name="connsiteY756" fmla="*/ 451108 h 759650"/>
                <a:gd name="connsiteX757" fmla="*/ 316909 w 549933"/>
                <a:gd name="connsiteY757" fmla="*/ 451040 h 759650"/>
                <a:gd name="connsiteX758" fmla="*/ 316909 w 549933"/>
                <a:gd name="connsiteY758" fmla="*/ 449358 h 759650"/>
                <a:gd name="connsiteX759" fmla="*/ 316909 w 549933"/>
                <a:gd name="connsiteY759" fmla="*/ 447542 h 759650"/>
                <a:gd name="connsiteX760" fmla="*/ 316472 w 549933"/>
                <a:gd name="connsiteY760" fmla="*/ 446129 h 759650"/>
                <a:gd name="connsiteX761" fmla="*/ 314183 w 549933"/>
                <a:gd name="connsiteY761" fmla="*/ 444245 h 759650"/>
                <a:gd name="connsiteX762" fmla="*/ 313443 w 549933"/>
                <a:gd name="connsiteY762" fmla="*/ 444346 h 759650"/>
                <a:gd name="connsiteX763" fmla="*/ 312131 w 549933"/>
                <a:gd name="connsiteY763" fmla="*/ 444985 h 759650"/>
                <a:gd name="connsiteX764" fmla="*/ 310414 w 549933"/>
                <a:gd name="connsiteY764" fmla="*/ 445961 h 759650"/>
                <a:gd name="connsiteX765" fmla="*/ 307318 w 549933"/>
                <a:gd name="connsiteY765" fmla="*/ 446734 h 759650"/>
                <a:gd name="connsiteX766" fmla="*/ 302102 w 549933"/>
                <a:gd name="connsiteY766" fmla="*/ 446734 h 759650"/>
                <a:gd name="connsiteX767" fmla="*/ 298837 w 549933"/>
                <a:gd name="connsiteY767" fmla="*/ 446734 h 759650"/>
                <a:gd name="connsiteX768" fmla="*/ 296010 w 549933"/>
                <a:gd name="connsiteY768" fmla="*/ 445221 h 759650"/>
                <a:gd name="connsiteX769" fmla="*/ 290019 w 549933"/>
                <a:gd name="connsiteY769" fmla="*/ 440343 h 759650"/>
                <a:gd name="connsiteX770" fmla="*/ 287293 w 549933"/>
                <a:gd name="connsiteY770" fmla="*/ 438392 h 759650"/>
                <a:gd name="connsiteX771" fmla="*/ 283827 w 549933"/>
                <a:gd name="connsiteY771" fmla="*/ 435129 h 759650"/>
                <a:gd name="connsiteX772" fmla="*/ 281740 w 549933"/>
                <a:gd name="connsiteY772" fmla="*/ 431327 h 759650"/>
                <a:gd name="connsiteX773" fmla="*/ 281101 w 549933"/>
                <a:gd name="connsiteY773" fmla="*/ 425575 h 759650"/>
                <a:gd name="connsiteX774" fmla="*/ 280360 w 549933"/>
                <a:gd name="connsiteY774" fmla="*/ 421572 h 759650"/>
                <a:gd name="connsiteX775" fmla="*/ 280360 w 549933"/>
                <a:gd name="connsiteY775" fmla="*/ 415719 h 759650"/>
                <a:gd name="connsiteX776" fmla="*/ 281942 w 549933"/>
                <a:gd name="connsiteY776" fmla="*/ 413768 h 759650"/>
                <a:gd name="connsiteX777" fmla="*/ 286991 w 549933"/>
                <a:gd name="connsiteY777" fmla="*/ 410168 h 759650"/>
                <a:gd name="connsiteX778" fmla="*/ 291568 w 549933"/>
                <a:gd name="connsiteY778" fmla="*/ 408755 h 759650"/>
                <a:gd name="connsiteX779" fmla="*/ 294731 w 549933"/>
                <a:gd name="connsiteY779" fmla="*/ 406468 h 759650"/>
                <a:gd name="connsiteX780" fmla="*/ 298332 w 549933"/>
                <a:gd name="connsiteY780" fmla="*/ 404281 h 759650"/>
                <a:gd name="connsiteX781" fmla="*/ 301260 w 549933"/>
                <a:gd name="connsiteY781" fmla="*/ 402095 h 759650"/>
                <a:gd name="connsiteX782" fmla="*/ 303885 w 549933"/>
                <a:gd name="connsiteY782" fmla="*/ 399370 h 759650"/>
                <a:gd name="connsiteX783" fmla="*/ 303111 w 549933"/>
                <a:gd name="connsiteY783" fmla="*/ 397082 h 759650"/>
                <a:gd name="connsiteX784" fmla="*/ 300183 w 549933"/>
                <a:gd name="connsiteY784" fmla="*/ 395871 h 759650"/>
                <a:gd name="connsiteX785" fmla="*/ 294092 w 549933"/>
                <a:gd name="connsiteY785" fmla="*/ 392844 h 759650"/>
                <a:gd name="connsiteX786" fmla="*/ 290289 w 549933"/>
                <a:gd name="connsiteY786" fmla="*/ 389143 h 759650"/>
                <a:gd name="connsiteX787" fmla="*/ 289851 w 549933"/>
                <a:gd name="connsiteY787" fmla="*/ 385107 h 759650"/>
                <a:gd name="connsiteX788" fmla="*/ 291601 w 549933"/>
                <a:gd name="connsiteY788" fmla="*/ 382079 h 759650"/>
                <a:gd name="connsiteX789" fmla="*/ 292779 w 549933"/>
                <a:gd name="connsiteY789" fmla="*/ 378614 h 759650"/>
                <a:gd name="connsiteX790" fmla="*/ 290625 w 549933"/>
                <a:gd name="connsiteY790" fmla="*/ 375452 h 759650"/>
                <a:gd name="connsiteX791" fmla="*/ 284971 w 549933"/>
                <a:gd name="connsiteY791" fmla="*/ 371752 h 759650"/>
                <a:gd name="connsiteX792" fmla="*/ 284971 w 549933"/>
                <a:gd name="connsiteY792" fmla="*/ 368287 h 759650"/>
                <a:gd name="connsiteX793" fmla="*/ 287226 w 549933"/>
                <a:gd name="connsiteY793" fmla="*/ 365898 h 759650"/>
                <a:gd name="connsiteX794" fmla="*/ 291063 w 549933"/>
                <a:gd name="connsiteY794" fmla="*/ 362299 h 759650"/>
                <a:gd name="connsiteX795" fmla="*/ 290524 w 549933"/>
                <a:gd name="connsiteY795" fmla="*/ 357623 h 759650"/>
                <a:gd name="connsiteX796" fmla="*/ 288505 w 549933"/>
                <a:gd name="connsiteY796" fmla="*/ 354696 h 759650"/>
                <a:gd name="connsiteX797" fmla="*/ 287361 w 549933"/>
                <a:gd name="connsiteY797" fmla="*/ 352510 h 759650"/>
                <a:gd name="connsiteX798" fmla="*/ 287361 w 549933"/>
                <a:gd name="connsiteY798" fmla="*/ 350222 h 759650"/>
                <a:gd name="connsiteX799" fmla="*/ 287361 w 549933"/>
                <a:gd name="connsiteY799" fmla="*/ 347565 h 759650"/>
                <a:gd name="connsiteX800" fmla="*/ 287866 w 549933"/>
                <a:gd name="connsiteY800" fmla="*/ 344100 h 759650"/>
                <a:gd name="connsiteX801" fmla="*/ 289077 w 549933"/>
                <a:gd name="connsiteY801" fmla="*/ 341913 h 759650"/>
                <a:gd name="connsiteX802" fmla="*/ 290962 w 549933"/>
                <a:gd name="connsiteY802" fmla="*/ 338717 h 759650"/>
                <a:gd name="connsiteX803" fmla="*/ 292914 w 549933"/>
                <a:gd name="connsiteY803" fmla="*/ 337473 h 759650"/>
                <a:gd name="connsiteX804" fmla="*/ 294496 w 549933"/>
                <a:gd name="connsiteY804" fmla="*/ 335118 h 759650"/>
                <a:gd name="connsiteX805" fmla="*/ 295539 w 549933"/>
                <a:gd name="connsiteY805" fmla="*/ 333503 h 759650"/>
                <a:gd name="connsiteX806" fmla="*/ 296246 w 549933"/>
                <a:gd name="connsiteY806" fmla="*/ 331317 h 759650"/>
                <a:gd name="connsiteX807" fmla="*/ 296246 w 549933"/>
                <a:gd name="connsiteY807" fmla="*/ 329534 h 759650"/>
                <a:gd name="connsiteX808" fmla="*/ 296414 w 549933"/>
                <a:gd name="connsiteY808" fmla="*/ 327919 h 759650"/>
                <a:gd name="connsiteX809" fmla="*/ 296447 w 549933"/>
                <a:gd name="connsiteY809" fmla="*/ 326809 h 759650"/>
                <a:gd name="connsiteX810" fmla="*/ 296279 w 549933"/>
                <a:gd name="connsiteY810" fmla="*/ 325531 h 759650"/>
                <a:gd name="connsiteX811" fmla="*/ 296279 w 549933"/>
                <a:gd name="connsiteY811" fmla="*/ 324252 h 759650"/>
                <a:gd name="connsiteX812" fmla="*/ 297188 w 549933"/>
                <a:gd name="connsiteY812" fmla="*/ 323748 h 759650"/>
                <a:gd name="connsiteX813" fmla="*/ 298635 w 549933"/>
                <a:gd name="connsiteY813" fmla="*/ 323311 h 759650"/>
                <a:gd name="connsiteX814" fmla="*/ 300284 w 549933"/>
                <a:gd name="connsiteY814" fmla="*/ 323311 h 759650"/>
                <a:gd name="connsiteX815" fmla="*/ 301563 w 549933"/>
                <a:gd name="connsiteY815" fmla="*/ 324252 h 759650"/>
                <a:gd name="connsiteX816" fmla="*/ 303044 w 549933"/>
                <a:gd name="connsiteY816" fmla="*/ 325295 h 759650"/>
                <a:gd name="connsiteX817" fmla="*/ 303347 w 549933"/>
                <a:gd name="connsiteY817" fmla="*/ 326675 h 759650"/>
                <a:gd name="connsiteX818" fmla="*/ 303077 w 549933"/>
                <a:gd name="connsiteY818" fmla="*/ 328861 h 759650"/>
                <a:gd name="connsiteX819" fmla="*/ 302438 w 549933"/>
                <a:gd name="connsiteY819" fmla="*/ 331485 h 759650"/>
                <a:gd name="connsiteX820" fmla="*/ 301226 w 549933"/>
                <a:gd name="connsiteY820" fmla="*/ 333234 h 759650"/>
                <a:gd name="connsiteX821" fmla="*/ 300688 w 549933"/>
                <a:gd name="connsiteY821" fmla="*/ 335320 h 759650"/>
                <a:gd name="connsiteX822" fmla="*/ 301765 w 549933"/>
                <a:gd name="connsiteY822" fmla="*/ 336733 h 759650"/>
                <a:gd name="connsiteX823" fmla="*/ 305905 w 549933"/>
                <a:gd name="connsiteY823" fmla="*/ 338146 h 759650"/>
                <a:gd name="connsiteX824" fmla="*/ 309505 w 549933"/>
                <a:gd name="connsiteY824" fmla="*/ 337944 h 759650"/>
                <a:gd name="connsiteX825" fmla="*/ 312871 w 549933"/>
                <a:gd name="connsiteY825" fmla="*/ 340534 h 759650"/>
                <a:gd name="connsiteX826" fmla="*/ 315900 w 549933"/>
                <a:gd name="connsiteY826" fmla="*/ 341947 h 759650"/>
                <a:gd name="connsiteX827" fmla="*/ 318828 w 549933"/>
                <a:gd name="connsiteY827" fmla="*/ 340736 h 759650"/>
                <a:gd name="connsiteX828" fmla="*/ 319703 w 549933"/>
                <a:gd name="connsiteY828" fmla="*/ 337809 h 759650"/>
                <a:gd name="connsiteX829" fmla="*/ 320679 w 549933"/>
                <a:gd name="connsiteY829" fmla="*/ 333571 h 759650"/>
                <a:gd name="connsiteX830" fmla="*/ 319804 w 549933"/>
                <a:gd name="connsiteY830" fmla="*/ 329870 h 759650"/>
                <a:gd name="connsiteX831" fmla="*/ 318390 w 549933"/>
                <a:gd name="connsiteY831" fmla="*/ 328457 h 759650"/>
                <a:gd name="connsiteX832" fmla="*/ 315126 w 549933"/>
                <a:gd name="connsiteY832" fmla="*/ 328020 h 759650"/>
                <a:gd name="connsiteX833" fmla="*/ 311659 w 549933"/>
                <a:gd name="connsiteY833" fmla="*/ 326271 h 759650"/>
                <a:gd name="connsiteX834" fmla="*/ 313712 w 549933"/>
                <a:gd name="connsiteY834" fmla="*/ 323445 h 759650"/>
                <a:gd name="connsiteX835" fmla="*/ 316001 w 549933"/>
                <a:gd name="connsiteY835" fmla="*/ 320586 h 759650"/>
                <a:gd name="connsiteX836" fmla="*/ 318054 w 549933"/>
                <a:gd name="connsiteY836" fmla="*/ 319644 h 759650"/>
                <a:gd name="connsiteX837" fmla="*/ 321116 w 549933"/>
                <a:gd name="connsiteY837" fmla="*/ 319307 h 759650"/>
                <a:gd name="connsiteX838" fmla="*/ 323068 w 549933"/>
                <a:gd name="connsiteY838" fmla="*/ 317895 h 759650"/>
                <a:gd name="connsiteX839" fmla="*/ 322967 w 549933"/>
                <a:gd name="connsiteY839" fmla="*/ 315708 h 759650"/>
                <a:gd name="connsiteX840" fmla="*/ 321116 w 549933"/>
                <a:gd name="connsiteY840" fmla="*/ 313118 h 759650"/>
                <a:gd name="connsiteX841" fmla="*/ 319164 w 549933"/>
                <a:gd name="connsiteY841" fmla="*/ 312344 h 759650"/>
                <a:gd name="connsiteX842" fmla="*/ 315361 w 549933"/>
                <a:gd name="connsiteY842" fmla="*/ 311469 h 759650"/>
                <a:gd name="connsiteX843" fmla="*/ 314385 w 549933"/>
                <a:gd name="connsiteY843" fmla="*/ 308206 h 759650"/>
                <a:gd name="connsiteX844" fmla="*/ 312534 w 549933"/>
                <a:gd name="connsiteY844" fmla="*/ 302118 h 759650"/>
                <a:gd name="connsiteX845" fmla="*/ 313174 w 549933"/>
                <a:gd name="connsiteY845" fmla="*/ 298215 h 759650"/>
                <a:gd name="connsiteX846" fmla="*/ 314049 w 549933"/>
                <a:gd name="connsiteY846" fmla="*/ 293539 h 759650"/>
                <a:gd name="connsiteX847" fmla="*/ 315462 w 549933"/>
                <a:gd name="connsiteY847" fmla="*/ 291689 h 759650"/>
                <a:gd name="connsiteX848" fmla="*/ 319501 w 549933"/>
                <a:gd name="connsiteY848" fmla="*/ 291588 h 759650"/>
                <a:gd name="connsiteX849" fmla="*/ 321015 w 549933"/>
                <a:gd name="connsiteY849" fmla="*/ 290949 h 759650"/>
                <a:gd name="connsiteX850" fmla="*/ 322092 w 549933"/>
                <a:gd name="connsiteY850" fmla="*/ 287720 h 759650"/>
                <a:gd name="connsiteX851" fmla="*/ 322092 w 549933"/>
                <a:gd name="connsiteY851" fmla="*/ 286509 h 759650"/>
                <a:gd name="connsiteX852" fmla="*/ 322597 w 549933"/>
                <a:gd name="connsiteY852" fmla="*/ 284457 h 759650"/>
                <a:gd name="connsiteX853" fmla="*/ 323304 w 549933"/>
                <a:gd name="connsiteY853" fmla="*/ 283380 h 759650"/>
                <a:gd name="connsiteX854" fmla="*/ 325693 w 549933"/>
                <a:gd name="connsiteY854" fmla="*/ 282405 h 759650"/>
                <a:gd name="connsiteX855" fmla="*/ 327342 w 549933"/>
                <a:gd name="connsiteY855" fmla="*/ 280218 h 759650"/>
                <a:gd name="connsiteX856" fmla="*/ 329934 w 549933"/>
                <a:gd name="connsiteY856" fmla="*/ 277493 h 759650"/>
                <a:gd name="connsiteX857" fmla="*/ 332559 w 549933"/>
                <a:gd name="connsiteY857" fmla="*/ 273894 h 759650"/>
                <a:gd name="connsiteX858" fmla="*/ 332559 w 549933"/>
                <a:gd name="connsiteY858" fmla="*/ 269857 h 759650"/>
                <a:gd name="connsiteX859" fmla="*/ 337136 w 549933"/>
                <a:gd name="connsiteY859" fmla="*/ 267570 h 759650"/>
                <a:gd name="connsiteX860" fmla="*/ 341040 w 549933"/>
                <a:gd name="connsiteY860" fmla="*/ 264408 h 759650"/>
                <a:gd name="connsiteX861" fmla="*/ 348208 w 549933"/>
                <a:gd name="connsiteY861" fmla="*/ 266998 h 759650"/>
                <a:gd name="connsiteX862" fmla="*/ 349622 w 549933"/>
                <a:gd name="connsiteY862" fmla="*/ 268310 h 759650"/>
                <a:gd name="connsiteX863" fmla="*/ 352180 w 549933"/>
                <a:gd name="connsiteY863" fmla="*/ 269655 h 759650"/>
                <a:gd name="connsiteX864" fmla="*/ 353929 w 549933"/>
                <a:gd name="connsiteY864" fmla="*/ 274062 h 759650"/>
                <a:gd name="connsiteX865" fmla="*/ 356992 w 549933"/>
                <a:gd name="connsiteY865" fmla="*/ 276383 h 759650"/>
                <a:gd name="connsiteX866" fmla="*/ 358742 w 549933"/>
                <a:gd name="connsiteY866" fmla="*/ 275845 h 759650"/>
                <a:gd name="connsiteX867" fmla="*/ 361603 w 549933"/>
                <a:gd name="connsiteY867" fmla="*/ 272582 h 759650"/>
                <a:gd name="connsiteX868" fmla="*/ 366281 w 549933"/>
                <a:gd name="connsiteY868" fmla="*/ 272582 h 759650"/>
                <a:gd name="connsiteX869" fmla="*/ 368232 w 549933"/>
                <a:gd name="connsiteY869" fmla="*/ 274264 h 759650"/>
                <a:gd name="connsiteX870" fmla="*/ 368838 w 549933"/>
                <a:gd name="connsiteY870" fmla="*/ 276316 h 759650"/>
                <a:gd name="connsiteX871" fmla="*/ 368300 w 549933"/>
                <a:gd name="connsiteY871" fmla="*/ 281261 h 759650"/>
                <a:gd name="connsiteX872" fmla="*/ 365204 w 549933"/>
                <a:gd name="connsiteY872" fmla="*/ 281631 h 759650"/>
                <a:gd name="connsiteX873" fmla="*/ 362579 w 549933"/>
                <a:gd name="connsiteY873" fmla="*/ 283414 h 759650"/>
                <a:gd name="connsiteX874" fmla="*/ 361872 w 549933"/>
                <a:gd name="connsiteY874" fmla="*/ 285029 h 759650"/>
                <a:gd name="connsiteX875" fmla="*/ 364733 w 549933"/>
                <a:gd name="connsiteY875" fmla="*/ 286711 h 759650"/>
                <a:gd name="connsiteX876" fmla="*/ 366045 w 549933"/>
                <a:gd name="connsiteY876" fmla="*/ 286711 h 759650"/>
                <a:gd name="connsiteX877" fmla="*/ 369209 w 549933"/>
                <a:gd name="connsiteY877" fmla="*/ 287148 h 759650"/>
                <a:gd name="connsiteX878" fmla="*/ 369983 w 549933"/>
                <a:gd name="connsiteY878" fmla="*/ 288224 h 759650"/>
                <a:gd name="connsiteX879" fmla="*/ 368906 w 549933"/>
                <a:gd name="connsiteY879" fmla="*/ 289402 h 759650"/>
                <a:gd name="connsiteX880" fmla="*/ 368266 w 549933"/>
                <a:gd name="connsiteY880" fmla="*/ 290747 h 759650"/>
                <a:gd name="connsiteX881" fmla="*/ 368973 w 549933"/>
                <a:gd name="connsiteY881" fmla="*/ 292059 h 759650"/>
                <a:gd name="connsiteX882" fmla="*/ 370555 w 549933"/>
                <a:gd name="connsiteY882" fmla="*/ 292934 h 759650"/>
                <a:gd name="connsiteX883" fmla="*/ 372305 w 549933"/>
                <a:gd name="connsiteY883" fmla="*/ 294010 h 759650"/>
                <a:gd name="connsiteX884" fmla="*/ 372944 w 549933"/>
                <a:gd name="connsiteY884" fmla="*/ 296231 h 759650"/>
                <a:gd name="connsiteX885" fmla="*/ 372170 w 549933"/>
                <a:gd name="connsiteY885" fmla="*/ 297879 h 759650"/>
                <a:gd name="connsiteX886" fmla="*/ 371497 w 549933"/>
                <a:gd name="connsiteY886" fmla="*/ 298585 h 759650"/>
                <a:gd name="connsiteX887" fmla="*/ 370420 w 549933"/>
                <a:gd name="connsiteY887" fmla="*/ 299292 h 759650"/>
                <a:gd name="connsiteX888" fmla="*/ 368232 w 549933"/>
                <a:gd name="connsiteY888" fmla="*/ 299090 h 759650"/>
                <a:gd name="connsiteX889" fmla="*/ 367862 w 549933"/>
                <a:gd name="connsiteY889" fmla="*/ 297711 h 759650"/>
                <a:gd name="connsiteX890" fmla="*/ 366483 w 549933"/>
                <a:gd name="connsiteY890" fmla="*/ 297139 h 759650"/>
                <a:gd name="connsiteX891" fmla="*/ 364665 w 549933"/>
                <a:gd name="connsiteY891" fmla="*/ 297139 h 759650"/>
                <a:gd name="connsiteX892" fmla="*/ 362780 w 549933"/>
                <a:gd name="connsiteY892" fmla="*/ 297004 h 759650"/>
                <a:gd name="connsiteX893" fmla="*/ 362209 w 549933"/>
                <a:gd name="connsiteY893" fmla="*/ 298148 h 759650"/>
                <a:gd name="connsiteX894" fmla="*/ 361131 w 549933"/>
                <a:gd name="connsiteY894" fmla="*/ 299157 h 759650"/>
                <a:gd name="connsiteX895" fmla="*/ 358439 w 549933"/>
                <a:gd name="connsiteY895" fmla="*/ 299292 h 759650"/>
                <a:gd name="connsiteX896" fmla="*/ 356554 w 549933"/>
                <a:gd name="connsiteY896" fmla="*/ 298552 h 759650"/>
                <a:gd name="connsiteX897" fmla="*/ 354804 w 549933"/>
                <a:gd name="connsiteY897" fmla="*/ 298047 h 759650"/>
                <a:gd name="connsiteX898" fmla="*/ 353929 w 549933"/>
                <a:gd name="connsiteY898" fmla="*/ 297408 h 759650"/>
                <a:gd name="connsiteX899" fmla="*/ 352112 w 549933"/>
                <a:gd name="connsiteY899" fmla="*/ 296096 h 759650"/>
                <a:gd name="connsiteX900" fmla="*/ 350800 w 549933"/>
                <a:gd name="connsiteY900" fmla="*/ 295356 h 759650"/>
                <a:gd name="connsiteX901" fmla="*/ 350295 w 549933"/>
                <a:gd name="connsiteY901" fmla="*/ 295356 h 759650"/>
                <a:gd name="connsiteX902" fmla="*/ 349050 w 549933"/>
                <a:gd name="connsiteY902" fmla="*/ 296062 h 759650"/>
                <a:gd name="connsiteX903" fmla="*/ 348107 w 549933"/>
                <a:gd name="connsiteY903" fmla="*/ 296836 h 759650"/>
                <a:gd name="connsiteX904" fmla="*/ 348174 w 549933"/>
                <a:gd name="connsiteY904" fmla="*/ 297980 h 759650"/>
                <a:gd name="connsiteX905" fmla="*/ 348174 w 549933"/>
                <a:gd name="connsiteY905" fmla="*/ 299359 h 759650"/>
                <a:gd name="connsiteX906" fmla="*/ 347905 w 549933"/>
                <a:gd name="connsiteY906" fmla="*/ 301041 h 759650"/>
                <a:gd name="connsiteX907" fmla="*/ 347535 w 549933"/>
                <a:gd name="connsiteY907" fmla="*/ 304304 h 759650"/>
                <a:gd name="connsiteX908" fmla="*/ 347535 w 549933"/>
                <a:gd name="connsiteY908" fmla="*/ 306053 h 759650"/>
                <a:gd name="connsiteX909" fmla="*/ 349487 w 549933"/>
                <a:gd name="connsiteY909" fmla="*/ 308442 h 759650"/>
                <a:gd name="connsiteX910" fmla="*/ 351675 w 549933"/>
                <a:gd name="connsiteY910" fmla="*/ 310191 h 759650"/>
                <a:gd name="connsiteX911" fmla="*/ 351675 w 549933"/>
                <a:gd name="connsiteY911" fmla="*/ 315405 h 759650"/>
                <a:gd name="connsiteX912" fmla="*/ 351675 w 549933"/>
                <a:gd name="connsiteY912" fmla="*/ 316919 h 759650"/>
                <a:gd name="connsiteX913" fmla="*/ 355141 w 549933"/>
                <a:gd name="connsiteY913" fmla="*/ 320619 h 759650"/>
                <a:gd name="connsiteX914" fmla="*/ 355141 w 549933"/>
                <a:gd name="connsiteY914" fmla="*/ 324522 h 759650"/>
                <a:gd name="connsiteX915" fmla="*/ 356218 w 549933"/>
                <a:gd name="connsiteY915" fmla="*/ 328155 h 759650"/>
                <a:gd name="connsiteX916" fmla="*/ 361064 w 549933"/>
                <a:gd name="connsiteY916" fmla="*/ 328155 h 759650"/>
                <a:gd name="connsiteX917" fmla="*/ 361636 w 549933"/>
                <a:gd name="connsiteY917" fmla="*/ 330913 h 759650"/>
                <a:gd name="connsiteX918" fmla="*/ 361064 w 549933"/>
                <a:gd name="connsiteY918" fmla="*/ 334378 h 759650"/>
                <a:gd name="connsiteX919" fmla="*/ 360357 w 549933"/>
                <a:gd name="connsiteY919" fmla="*/ 334513 h 759650"/>
                <a:gd name="connsiteX920" fmla="*/ 360357 w 549933"/>
                <a:gd name="connsiteY920" fmla="*/ 339861 h 759650"/>
                <a:gd name="connsiteX921" fmla="*/ 361737 w 549933"/>
                <a:gd name="connsiteY921" fmla="*/ 342317 h 759650"/>
                <a:gd name="connsiteX922" fmla="*/ 363858 w 549933"/>
                <a:gd name="connsiteY922" fmla="*/ 343461 h 759650"/>
                <a:gd name="connsiteX923" fmla="*/ 365608 w 549933"/>
                <a:gd name="connsiteY923" fmla="*/ 343158 h 759650"/>
                <a:gd name="connsiteX924" fmla="*/ 365608 w 549933"/>
                <a:gd name="connsiteY924" fmla="*/ 341140 h 759650"/>
                <a:gd name="connsiteX925" fmla="*/ 368502 w 549933"/>
                <a:gd name="connsiteY925" fmla="*/ 338818 h 759650"/>
                <a:gd name="connsiteX926" fmla="*/ 372137 w 549933"/>
                <a:gd name="connsiteY926" fmla="*/ 335051 h 759650"/>
                <a:gd name="connsiteX927" fmla="*/ 376209 w 549933"/>
                <a:gd name="connsiteY927" fmla="*/ 334344 h 759650"/>
                <a:gd name="connsiteX928" fmla="*/ 383007 w 549933"/>
                <a:gd name="connsiteY928" fmla="*/ 335791 h 759650"/>
                <a:gd name="connsiteX929" fmla="*/ 384454 w 549933"/>
                <a:gd name="connsiteY929" fmla="*/ 337977 h 759650"/>
                <a:gd name="connsiteX930" fmla="*/ 386642 w 549933"/>
                <a:gd name="connsiteY930" fmla="*/ 340870 h 759650"/>
                <a:gd name="connsiteX931" fmla="*/ 386339 w 549933"/>
                <a:gd name="connsiteY931" fmla="*/ 345345 h 759650"/>
                <a:gd name="connsiteX932" fmla="*/ 385464 w 549933"/>
                <a:gd name="connsiteY932" fmla="*/ 347666 h 759650"/>
                <a:gd name="connsiteX933" fmla="*/ 386372 w 549933"/>
                <a:gd name="connsiteY933" fmla="*/ 349819 h 759650"/>
                <a:gd name="connsiteX934" fmla="*/ 385497 w 549933"/>
                <a:gd name="connsiteY934" fmla="*/ 351770 h 759650"/>
                <a:gd name="connsiteX935" fmla="*/ 384959 w 549933"/>
                <a:gd name="connsiteY935" fmla="*/ 353822 h 759650"/>
                <a:gd name="connsiteX936" fmla="*/ 383007 w 549933"/>
                <a:gd name="connsiteY936" fmla="*/ 355335 h 759650"/>
                <a:gd name="connsiteX937" fmla="*/ 383007 w 549933"/>
                <a:gd name="connsiteY937" fmla="*/ 359675 h 759650"/>
                <a:gd name="connsiteX938" fmla="*/ 386036 w 549933"/>
                <a:gd name="connsiteY938" fmla="*/ 360651 h 759650"/>
                <a:gd name="connsiteX939" fmla="*/ 388863 w 549933"/>
                <a:gd name="connsiteY939" fmla="*/ 360112 h 759650"/>
                <a:gd name="connsiteX940" fmla="*/ 391017 w 549933"/>
                <a:gd name="connsiteY940" fmla="*/ 358901 h 759650"/>
                <a:gd name="connsiteX941" fmla="*/ 394281 w 549933"/>
                <a:gd name="connsiteY941" fmla="*/ 359675 h 759650"/>
                <a:gd name="connsiteX942" fmla="*/ 394281 w 549933"/>
                <a:gd name="connsiteY942" fmla="*/ 361525 h 759650"/>
                <a:gd name="connsiteX943" fmla="*/ 394281 w 549933"/>
                <a:gd name="connsiteY943" fmla="*/ 363174 h 759650"/>
                <a:gd name="connsiteX944" fmla="*/ 396570 w 549933"/>
                <a:gd name="connsiteY944" fmla="*/ 363174 h 759650"/>
                <a:gd name="connsiteX945" fmla="*/ 398522 w 549933"/>
                <a:gd name="connsiteY945" fmla="*/ 364485 h 759650"/>
                <a:gd name="connsiteX946" fmla="*/ 400373 w 549933"/>
                <a:gd name="connsiteY946" fmla="*/ 366773 h 759650"/>
                <a:gd name="connsiteX947" fmla="*/ 400373 w 549933"/>
                <a:gd name="connsiteY947" fmla="*/ 369262 h 759650"/>
                <a:gd name="connsiteX948" fmla="*/ 400373 w 549933"/>
                <a:gd name="connsiteY948" fmla="*/ 373030 h 759650"/>
                <a:gd name="connsiteX949" fmla="*/ 398926 w 549933"/>
                <a:gd name="connsiteY949" fmla="*/ 376461 h 759650"/>
                <a:gd name="connsiteX950" fmla="*/ 398219 w 549933"/>
                <a:gd name="connsiteY950" fmla="*/ 377470 h 759650"/>
                <a:gd name="connsiteX951" fmla="*/ 396200 w 549933"/>
                <a:gd name="connsiteY951" fmla="*/ 378715 h 759650"/>
                <a:gd name="connsiteX952" fmla="*/ 391757 w 549933"/>
                <a:gd name="connsiteY952" fmla="*/ 379287 h 759650"/>
                <a:gd name="connsiteX953" fmla="*/ 390310 w 549933"/>
                <a:gd name="connsiteY953" fmla="*/ 381473 h 759650"/>
                <a:gd name="connsiteX954" fmla="*/ 389940 w 549933"/>
                <a:gd name="connsiteY954" fmla="*/ 382012 h 759650"/>
                <a:gd name="connsiteX955" fmla="*/ 395459 w 549933"/>
                <a:gd name="connsiteY955" fmla="*/ 382718 h 759650"/>
                <a:gd name="connsiteX956" fmla="*/ 401551 w 549933"/>
                <a:gd name="connsiteY956" fmla="*/ 377134 h 759650"/>
                <a:gd name="connsiteX957" fmla="*/ 406464 w 549933"/>
                <a:gd name="connsiteY957" fmla="*/ 377134 h 759650"/>
                <a:gd name="connsiteX958" fmla="*/ 410099 w 549933"/>
                <a:gd name="connsiteY958" fmla="*/ 381339 h 759650"/>
                <a:gd name="connsiteX959" fmla="*/ 411412 w 549933"/>
                <a:gd name="connsiteY959" fmla="*/ 389446 h 759650"/>
                <a:gd name="connsiteX960" fmla="*/ 417368 w 549933"/>
                <a:gd name="connsiteY960" fmla="*/ 394223 h 759650"/>
                <a:gd name="connsiteX961" fmla="*/ 423022 w 549933"/>
                <a:gd name="connsiteY961" fmla="*/ 395972 h 759650"/>
                <a:gd name="connsiteX962" fmla="*/ 427499 w 549933"/>
                <a:gd name="connsiteY962" fmla="*/ 394828 h 759650"/>
                <a:gd name="connsiteX963" fmla="*/ 430830 w 549933"/>
                <a:gd name="connsiteY963" fmla="*/ 393079 h 759650"/>
                <a:gd name="connsiteX964" fmla="*/ 434902 w 549933"/>
                <a:gd name="connsiteY964" fmla="*/ 388874 h 759650"/>
                <a:gd name="connsiteX965" fmla="*/ 438672 w 549933"/>
                <a:gd name="connsiteY965" fmla="*/ 385409 h 759650"/>
                <a:gd name="connsiteX966" fmla="*/ 442306 w 549933"/>
                <a:gd name="connsiteY966" fmla="*/ 383525 h 759650"/>
                <a:gd name="connsiteX967" fmla="*/ 447658 w 549933"/>
                <a:gd name="connsiteY967" fmla="*/ 380195 h 759650"/>
                <a:gd name="connsiteX968" fmla="*/ 454893 w 549933"/>
                <a:gd name="connsiteY968" fmla="*/ 380498 h 759650"/>
                <a:gd name="connsiteX969" fmla="*/ 463004 w 549933"/>
                <a:gd name="connsiteY969" fmla="*/ 380632 h 759650"/>
                <a:gd name="connsiteX970" fmla="*/ 467345 w 549933"/>
                <a:gd name="connsiteY970" fmla="*/ 380632 h 759650"/>
                <a:gd name="connsiteX971" fmla="*/ 470980 w 549933"/>
                <a:gd name="connsiteY971" fmla="*/ 378311 h 759650"/>
                <a:gd name="connsiteX972" fmla="*/ 473673 w 549933"/>
                <a:gd name="connsiteY972" fmla="*/ 377874 h 759650"/>
                <a:gd name="connsiteX973" fmla="*/ 475187 w 549933"/>
                <a:gd name="connsiteY973" fmla="*/ 380632 h 759650"/>
                <a:gd name="connsiteX974" fmla="*/ 475187 w 549933"/>
                <a:gd name="connsiteY974" fmla="*/ 383223 h 759650"/>
                <a:gd name="connsiteX975" fmla="*/ 473571 w 549933"/>
                <a:gd name="connsiteY975" fmla="*/ 384669 h 759650"/>
                <a:gd name="connsiteX976" fmla="*/ 475187 w 549933"/>
                <a:gd name="connsiteY976" fmla="*/ 385107 h 759650"/>
                <a:gd name="connsiteX977" fmla="*/ 478384 w 549933"/>
                <a:gd name="connsiteY977" fmla="*/ 384535 h 759650"/>
                <a:gd name="connsiteX978" fmla="*/ 480269 w 549933"/>
                <a:gd name="connsiteY978" fmla="*/ 381507 h 759650"/>
                <a:gd name="connsiteX979" fmla="*/ 481278 w 549933"/>
                <a:gd name="connsiteY979" fmla="*/ 379186 h 759650"/>
                <a:gd name="connsiteX980" fmla="*/ 482288 w 549933"/>
                <a:gd name="connsiteY980" fmla="*/ 377168 h 759650"/>
                <a:gd name="connsiteX981" fmla="*/ 483163 w 549933"/>
                <a:gd name="connsiteY981" fmla="*/ 375149 h 759650"/>
                <a:gd name="connsiteX982" fmla="*/ 484307 w 549933"/>
                <a:gd name="connsiteY982" fmla="*/ 372828 h 759650"/>
                <a:gd name="connsiteX983" fmla="*/ 485317 w 549933"/>
                <a:gd name="connsiteY983" fmla="*/ 370070 h 759650"/>
                <a:gd name="connsiteX984" fmla="*/ 485889 w 549933"/>
                <a:gd name="connsiteY984" fmla="*/ 367311 h 759650"/>
                <a:gd name="connsiteX985" fmla="*/ 486764 w 549933"/>
                <a:gd name="connsiteY985" fmla="*/ 365293 h 759650"/>
                <a:gd name="connsiteX986" fmla="*/ 488514 w 549933"/>
                <a:gd name="connsiteY986" fmla="*/ 363846 h 759650"/>
                <a:gd name="connsiteX987" fmla="*/ 491274 w 549933"/>
                <a:gd name="connsiteY987" fmla="*/ 359372 h 759650"/>
                <a:gd name="connsiteX988" fmla="*/ 493024 w 549933"/>
                <a:gd name="connsiteY988" fmla="*/ 356008 h 759650"/>
                <a:gd name="connsiteX989" fmla="*/ 493966 w 549933"/>
                <a:gd name="connsiteY989" fmla="*/ 353586 h 759650"/>
                <a:gd name="connsiteX990" fmla="*/ 496053 w 549933"/>
                <a:gd name="connsiteY990" fmla="*/ 349516 h 759650"/>
                <a:gd name="connsiteX991" fmla="*/ 496053 w 549933"/>
                <a:gd name="connsiteY991" fmla="*/ 346757 h 759650"/>
                <a:gd name="connsiteX992" fmla="*/ 496928 w 549933"/>
                <a:gd name="connsiteY992" fmla="*/ 341409 h 759650"/>
                <a:gd name="connsiteX993" fmla="*/ 495918 w 549933"/>
                <a:gd name="connsiteY993" fmla="*/ 335892 h 759650"/>
                <a:gd name="connsiteX994" fmla="*/ 493293 w 549933"/>
                <a:gd name="connsiteY994" fmla="*/ 332999 h 759650"/>
                <a:gd name="connsiteX995" fmla="*/ 492553 w 549933"/>
                <a:gd name="connsiteY995" fmla="*/ 330106 h 759650"/>
                <a:gd name="connsiteX996" fmla="*/ 494875 w 549933"/>
                <a:gd name="connsiteY996" fmla="*/ 327919 h 759650"/>
                <a:gd name="connsiteX997" fmla="*/ 499519 w 549933"/>
                <a:gd name="connsiteY997" fmla="*/ 324454 h 759650"/>
                <a:gd name="connsiteX998" fmla="*/ 501707 w 549933"/>
                <a:gd name="connsiteY998" fmla="*/ 320384 h 759650"/>
                <a:gd name="connsiteX999" fmla="*/ 502582 w 549933"/>
                <a:gd name="connsiteY999" fmla="*/ 316347 h 759650"/>
                <a:gd name="connsiteX1000" fmla="*/ 504601 w 549933"/>
                <a:gd name="connsiteY1000" fmla="*/ 313454 h 759650"/>
                <a:gd name="connsiteX1001" fmla="*/ 506755 w 549933"/>
                <a:gd name="connsiteY1001" fmla="*/ 311268 h 759650"/>
                <a:gd name="connsiteX1002" fmla="*/ 509212 w 549933"/>
                <a:gd name="connsiteY1002" fmla="*/ 309081 h 759650"/>
                <a:gd name="connsiteX1003" fmla="*/ 512409 w 549933"/>
                <a:gd name="connsiteY1003" fmla="*/ 307769 h 759650"/>
                <a:gd name="connsiteX1004" fmla="*/ 515034 w 549933"/>
                <a:gd name="connsiteY1004" fmla="*/ 302858 h 759650"/>
                <a:gd name="connsiteX1005" fmla="*/ 517221 w 549933"/>
                <a:gd name="connsiteY1005" fmla="*/ 300099 h 759650"/>
                <a:gd name="connsiteX1006" fmla="*/ 520688 w 549933"/>
                <a:gd name="connsiteY1006" fmla="*/ 295020 h 759650"/>
                <a:gd name="connsiteX1007" fmla="*/ 523448 w 549933"/>
                <a:gd name="connsiteY1007" fmla="*/ 293573 h 759650"/>
                <a:gd name="connsiteX1008" fmla="*/ 526780 w 549933"/>
                <a:gd name="connsiteY1008" fmla="*/ 291992 h 759650"/>
                <a:gd name="connsiteX1009" fmla="*/ 529404 w 549933"/>
                <a:gd name="connsiteY1009" fmla="*/ 290983 h 759650"/>
                <a:gd name="connsiteX1010" fmla="*/ 533881 w 549933"/>
                <a:gd name="connsiteY1010" fmla="*/ 287653 h 759650"/>
                <a:gd name="connsiteX1011" fmla="*/ 539232 w 549933"/>
                <a:gd name="connsiteY1011" fmla="*/ 285197 h 759650"/>
                <a:gd name="connsiteX1012" fmla="*/ 543136 w 549933"/>
                <a:gd name="connsiteY1012" fmla="*/ 280992 h 759650"/>
                <a:gd name="connsiteX1013" fmla="*/ 547847 w 549933"/>
                <a:gd name="connsiteY1013" fmla="*/ 277796 h 759650"/>
                <a:gd name="connsiteX1014" fmla="*/ 549934 w 549933"/>
                <a:gd name="connsiteY1014" fmla="*/ 276484 h 759650"/>
                <a:gd name="connsiteX1015" fmla="*/ 549934 w 549933"/>
                <a:gd name="connsiteY1015" fmla="*/ 273726 h 759650"/>
                <a:gd name="connsiteX1016" fmla="*/ 547410 w 549933"/>
                <a:gd name="connsiteY1016" fmla="*/ 270059 h 759650"/>
                <a:gd name="connsiteX1017" fmla="*/ 340299 w 549933"/>
                <a:gd name="connsiteY1017" fmla="*/ 224645 h 759650"/>
                <a:gd name="connsiteX1018" fmla="*/ 338718 w 549933"/>
                <a:gd name="connsiteY1018" fmla="*/ 226025 h 759650"/>
                <a:gd name="connsiteX1019" fmla="*/ 337270 w 549933"/>
                <a:gd name="connsiteY1019" fmla="*/ 226462 h 759650"/>
                <a:gd name="connsiteX1020" fmla="*/ 335621 w 549933"/>
                <a:gd name="connsiteY1020" fmla="*/ 226159 h 759650"/>
                <a:gd name="connsiteX1021" fmla="*/ 333905 w 549933"/>
                <a:gd name="connsiteY1021" fmla="*/ 225957 h 759650"/>
                <a:gd name="connsiteX1022" fmla="*/ 332761 w 549933"/>
                <a:gd name="connsiteY1022" fmla="*/ 226832 h 759650"/>
                <a:gd name="connsiteX1023" fmla="*/ 332761 w 549933"/>
                <a:gd name="connsiteY1023" fmla="*/ 229961 h 759650"/>
                <a:gd name="connsiteX1024" fmla="*/ 332963 w 549933"/>
                <a:gd name="connsiteY1024" fmla="*/ 230970 h 759650"/>
                <a:gd name="connsiteX1025" fmla="*/ 332189 w 549933"/>
                <a:gd name="connsiteY1025" fmla="*/ 232416 h 759650"/>
                <a:gd name="connsiteX1026" fmla="*/ 329799 w 549933"/>
                <a:gd name="connsiteY1026" fmla="*/ 232921 h 759650"/>
                <a:gd name="connsiteX1027" fmla="*/ 328116 w 549933"/>
                <a:gd name="connsiteY1027" fmla="*/ 232349 h 759650"/>
                <a:gd name="connsiteX1028" fmla="*/ 325087 w 549933"/>
                <a:gd name="connsiteY1028" fmla="*/ 232046 h 759650"/>
                <a:gd name="connsiteX1029" fmla="*/ 322698 w 549933"/>
                <a:gd name="connsiteY1029" fmla="*/ 230364 h 759650"/>
                <a:gd name="connsiteX1030" fmla="*/ 319232 w 549933"/>
                <a:gd name="connsiteY1030" fmla="*/ 231104 h 759650"/>
                <a:gd name="connsiteX1031" fmla="*/ 317280 w 549933"/>
                <a:gd name="connsiteY1031" fmla="*/ 233997 h 759650"/>
                <a:gd name="connsiteX1032" fmla="*/ 314957 w 549933"/>
                <a:gd name="connsiteY1032" fmla="*/ 238404 h 759650"/>
                <a:gd name="connsiteX1033" fmla="*/ 316337 w 549933"/>
                <a:gd name="connsiteY1033" fmla="*/ 240927 h 759650"/>
                <a:gd name="connsiteX1034" fmla="*/ 319972 w 549933"/>
                <a:gd name="connsiteY1034" fmla="*/ 243383 h 759650"/>
                <a:gd name="connsiteX1035" fmla="*/ 320039 w 549933"/>
                <a:gd name="connsiteY1035" fmla="*/ 244627 h 759650"/>
                <a:gd name="connsiteX1036" fmla="*/ 316977 w 549933"/>
                <a:gd name="connsiteY1036" fmla="*/ 246881 h 759650"/>
                <a:gd name="connsiteX1037" fmla="*/ 316102 w 549933"/>
                <a:gd name="connsiteY1037" fmla="*/ 249270 h 759650"/>
                <a:gd name="connsiteX1038" fmla="*/ 316977 w 549933"/>
                <a:gd name="connsiteY1038" fmla="*/ 251961 h 759650"/>
                <a:gd name="connsiteX1039" fmla="*/ 318996 w 549933"/>
                <a:gd name="connsiteY1039" fmla="*/ 253475 h 759650"/>
                <a:gd name="connsiteX1040" fmla="*/ 320679 w 549933"/>
                <a:gd name="connsiteY1040" fmla="*/ 255056 h 759650"/>
                <a:gd name="connsiteX1041" fmla="*/ 320712 w 549933"/>
                <a:gd name="connsiteY1041" fmla="*/ 255998 h 759650"/>
                <a:gd name="connsiteX1042" fmla="*/ 320612 w 549933"/>
                <a:gd name="connsiteY1042" fmla="*/ 257074 h 759650"/>
                <a:gd name="connsiteX1043" fmla="*/ 320612 w 549933"/>
                <a:gd name="connsiteY1043" fmla="*/ 259463 h 759650"/>
                <a:gd name="connsiteX1044" fmla="*/ 321756 w 549933"/>
                <a:gd name="connsiteY1044" fmla="*/ 260270 h 759650"/>
                <a:gd name="connsiteX1045" fmla="*/ 323438 w 549933"/>
                <a:gd name="connsiteY1045" fmla="*/ 262288 h 759650"/>
                <a:gd name="connsiteX1046" fmla="*/ 325189 w 549933"/>
                <a:gd name="connsiteY1046" fmla="*/ 263735 h 759650"/>
                <a:gd name="connsiteX1047" fmla="*/ 326703 w 549933"/>
                <a:gd name="connsiteY1047" fmla="*/ 265316 h 759650"/>
                <a:gd name="connsiteX1048" fmla="*/ 327746 w 549933"/>
                <a:gd name="connsiteY1048" fmla="*/ 267772 h 759650"/>
                <a:gd name="connsiteX1049" fmla="*/ 328352 w 549933"/>
                <a:gd name="connsiteY1049" fmla="*/ 269386 h 759650"/>
                <a:gd name="connsiteX1050" fmla="*/ 328419 w 549933"/>
                <a:gd name="connsiteY1050" fmla="*/ 271573 h 759650"/>
                <a:gd name="connsiteX1051" fmla="*/ 328487 w 549933"/>
                <a:gd name="connsiteY1051" fmla="*/ 273860 h 759650"/>
                <a:gd name="connsiteX1052" fmla="*/ 326905 w 549933"/>
                <a:gd name="connsiteY1052" fmla="*/ 276148 h 759650"/>
                <a:gd name="connsiteX1053" fmla="*/ 324852 w 549933"/>
                <a:gd name="connsiteY1053" fmla="*/ 278435 h 759650"/>
                <a:gd name="connsiteX1054" fmla="*/ 323203 w 549933"/>
                <a:gd name="connsiteY1054" fmla="*/ 279680 h 759650"/>
                <a:gd name="connsiteX1055" fmla="*/ 320140 w 549933"/>
                <a:gd name="connsiteY1055" fmla="*/ 281295 h 759650"/>
                <a:gd name="connsiteX1056" fmla="*/ 318289 w 549933"/>
                <a:gd name="connsiteY1056" fmla="*/ 282438 h 759650"/>
                <a:gd name="connsiteX1057" fmla="*/ 316876 w 549933"/>
                <a:gd name="connsiteY1057" fmla="*/ 282943 h 759650"/>
                <a:gd name="connsiteX1058" fmla="*/ 314520 w 549933"/>
                <a:gd name="connsiteY1058" fmla="*/ 282943 h 759650"/>
                <a:gd name="connsiteX1059" fmla="*/ 312198 w 549933"/>
                <a:gd name="connsiteY1059" fmla="*/ 283279 h 759650"/>
                <a:gd name="connsiteX1060" fmla="*/ 309304 w 549933"/>
                <a:gd name="connsiteY1060" fmla="*/ 283246 h 759650"/>
                <a:gd name="connsiteX1061" fmla="*/ 305837 w 549933"/>
                <a:gd name="connsiteY1061" fmla="*/ 282539 h 759650"/>
                <a:gd name="connsiteX1062" fmla="*/ 301933 w 549933"/>
                <a:gd name="connsiteY1062" fmla="*/ 283952 h 759650"/>
                <a:gd name="connsiteX1063" fmla="*/ 298332 w 549933"/>
                <a:gd name="connsiteY1063" fmla="*/ 284827 h 759650"/>
                <a:gd name="connsiteX1064" fmla="*/ 295942 w 549933"/>
                <a:gd name="connsiteY1064" fmla="*/ 285600 h 759650"/>
                <a:gd name="connsiteX1065" fmla="*/ 292779 w 549933"/>
                <a:gd name="connsiteY1065" fmla="*/ 284827 h 759650"/>
                <a:gd name="connsiteX1066" fmla="*/ 289952 w 549933"/>
                <a:gd name="connsiteY1066" fmla="*/ 282977 h 759650"/>
                <a:gd name="connsiteX1067" fmla="*/ 286385 w 549933"/>
                <a:gd name="connsiteY1067" fmla="*/ 282102 h 759650"/>
                <a:gd name="connsiteX1068" fmla="*/ 281370 w 549933"/>
                <a:gd name="connsiteY1068" fmla="*/ 282539 h 759650"/>
                <a:gd name="connsiteX1069" fmla="*/ 278543 w 549933"/>
                <a:gd name="connsiteY1069" fmla="*/ 286677 h 759650"/>
                <a:gd name="connsiteX1070" fmla="*/ 277130 w 549933"/>
                <a:gd name="connsiteY1070" fmla="*/ 291555 h 759650"/>
                <a:gd name="connsiteX1071" fmla="*/ 277130 w 549933"/>
                <a:gd name="connsiteY1071" fmla="*/ 295995 h 759650"/>
                <a:gd name="connsiteX1072" fmla="*/ 276356 w 549933"/>
                <a:gd name="connsiteY1072" fmla="*/ 301748 h 759650"/>
                <a:gd name="connsiteX1073" fmla="*/ 276894 w 549933"/>
                <a:gd name="connsiteY1073" fmla="*/ 305112 h 759650"/>
                <a:gd name="connsiteX1074" fmla="*/ 280697 w 549933"/>
                <a:gd name="connsiteY1074" fmla="*/ 310662 h 759650"/>
                <a:gd name="connsiteX1075" fmla="*/ 282313 w 549933"/>
                <a:gd name="connsiteY1075" fmla="*/ 314127 h 759650"/>
                <a:gd name="connsiteX1076" fmla="*/ 285241 w 549933"/>
                <a:gd name="connsiteY1076" fmla="*/ 314497 h 759650"/>
                <a:gd name="connsiteX1077" fmla="*/ 288168 w 549933"/>
                <a:gd name="connsiteY1077" fmla="*/ 312479 h 759650"/>
                <a:gd name="connsiteX1078" fmla="*/ 288370 w 549933"/>
                <a:gd name="connsiteY1078" fmla="*/ 312479 h 759650"/>
                <a:gd name="connsiteX1079" fmla="*/ 290861 w 549933"/>
                <a:gd name="connsiteY1079" fmla="*/ 314430 h 759650"/>
                <a:gd name="connsiteX1080" fmla="*/ 293149 w 549933"/>
                <a:gd name="connsiteY1080" fmla="*/ 318029 h 759650"/>
                <a:gd name="connsiteX1081" fmla="*/ 293688 w 549933"/>
                <a:gd name="connsiteY1081" fmla="*/ 320216 h 759650"/>
                <a:gd name="connsiteX1082" fmla="*/ 291837 w 549933"/>
                <a:gd name="connsiteY1082" fmla="*/ 324219 h 759650"/>
                <a:gd name="connsiteX1083" fmla="*/ 292039 w 549933"/>
                <a:gd name="connsiteY1083" fmla="*/ 327886 h 759650"/>
                <a:gd name="connsiteX1084" fmla="*/ 293452 w 549933"/>
                <a:gd name="connsiteY1084" fmla="*/ 329231 h 759650"/>
                <a:gd name="connsiteX1085" fmla="*/ 293452 w 549933"/>
                <a:gd name="connsiteY1085" fmla="*/ 330106 h 759650"/>
                <a:gd name="connsiteX1086" fmla="*/ 290625 w 549933"/>
                <a:gd name="connsiteY1086" fmla="*/ 332494 h 759650"/>
                <a:gd name="connsiteX1087" fmla="*/ 289212 w 549933"/>
                <a:gd name="connsiteY1087" fmla="*/ 333806 h 759650"/>
                <a:gd name="connsiteX1088" fmla="*/ 284971 w 549933"/>
                <a:gd name="connsiteY1088" fmla="*/ 336195 h 759650"/>
                <a:gd name="connsiteX1089" fmla="*/ 282784 w 549933"/>
                <a:gd name="connsiteY1089" fmla="*/ 340332 h 759650"/>
                <a:gd name="connsiteX1090" fmla="*/ 279620 w 549933"/>
                <a:gd name="connsiteY1090" fmla="*/ 340332 h 759650"/>
                <a:gd name="connsiteX1091" fmla="*/ 276457 w 549933"/>
                <a:gd name="connsiteY1091" fmla="*/ 340332 h 759650"/>
                <a:gd name="connsiteX1092" fmla="*/ 272654 w 549933"/>
                <a:gd name="connsiteY1092" fmla="*/ 340332 h 759650"/>
                <a:gd name="connsiteX1093" fmla="*/ 268413 w 549933"/>
                <a:gd name="connsiteY1093" fmla="*/ 336329 h 759650"/>
                <a:gd name="connsiteX1094" fmla="*/ 263634 w 549933"/>
                <a:gd name="connsiteY1094" fmla="*/ 335656 h 759650"/>
                <a:gd name="connsiteX1095" fmla="*/ 262221 w 549933"/>
                <a:gd name="connsiteY1095" fmla="*/ 336867 h 759650"/>
                <a:gd name="connsiteX1096" fmla="*/ 261548 w 549933"/>
                <a:gd name="connsiteY1096" fmla="*/ 337843 h 759650"/>
                <a:gd name="connsiteX1097" fmla="*/ 261009 w 549933"/>
                <a:gd name="connsiteY1097" fmla="*/ 339693 h 759650"/>
                <a:gd name="connsiteX1098" fmla="*/ 260471 w 549933"/>
                <a:gd name="connsiteY1098" fmla="*/ 341644 h 759650"/>
                <a:gd name="connsiteX1099" fmla="*/ 260571 w 549933"/>
                <a:gd name="connsiteY1099" fmla="*/ 344033 h 759650"/>
                <a:gd name="connsiteX1100" fmla="*/ 260235 w 549933"/>
                <a:gd name="connsiteY1100" fmla="*/ 345883 h 759650"/>
                <a:gd name="connsiteX1101" fmla="*/ 259562 w 549933"/>
                <a:gd name="connsiteY1101" fmla="*/ 347195 h 759650"/>
                <a:gd name="connsiteX1102" fmla="*/ 258047 w 549933"/>
                <a:gd name="connsiteY1102" fmla="*/ 348944 h 759650"/>
                <a:gd name="connsiteX1103" fmla="*/ 254447 w 549933"/>
                <a:gd name="connsiteY1103" fmla="*/ 350592 h 759650"/>
                <a:gd name="connsiteX1104" fmla="*/ 251821 w 549933"/>
                <a:gd name="connsiteY1104" fmla="*/ 351231 h 759650"/>
                <a:gd name="connsiteX1105" fmla="*/ 249432 w 549933"/>
                <a:gd name="connsiteY1105" fmla="*/ 352005 h 759650"/>
                <a:gd name="connsiteX1106" fmla="*/ 247783 w 549933"/>
                <a:gd name="connsiteY1106" fmla="*/ 352005 h 759650"/>
                <a:gd name="connsiteX1107" fmla="*/ 245730 w 549933"/>
                <a:gd name="connsiteY1107" fmla="*/ 352039 h 759650"/>
                <a:gd name="connsiteX1108" fmla="*/ 241490 w 549933"/>
                <a:gd name="connsiteY1108" fmla="*/ 348978 h 759650"/>
                <a:gd name="connsiteX1109" fmla="*/ 238999 w 549933"/>
                <a:gd name="connsiteY1109" fmla="*/ 345950 h 759650"/>
                <a:gd name="connsiteX1110" fmla="*/ 236710 w 549933"/>
                <a:gd name="connsiteY1110" fmla="*/ 343663 h 759650"/>
                <a:gd name="connsiteX1111" fmla="*/ 234321 w 549933"/>
                <a:gd name="connsiteY1111" fmla="*/ 343562 h 759650"/>
                <a:gd name="connsiteX1112" fmla="*/ 230417 w 549933"/>
                <a:gd name="connsiteY1112" fmla="*/ 343663 h 759650"/>
                <a:gd name="connsiteX1113" fmla="*/ 227153 w 549933"/>
                <a:gd name="connsiteY1113" fmla="*/ 345176 h 759650"/>
                <a:gd name="connsiteX1114" fmla="*/ 225302 w 549933"/>
                <a:gd name="connsiteY1114" fmla="*/ 346690 h 759650"/>
                <a:gd name="connsiteX1115" fmla="*/ 220624 w 549933"/>
                <a:gd name="connsiteY1115" fmla="*/ 349079 h 759650"/>
                <a:gd name="connsiteX1116" fmla="*/ 216148 w 549933"/>
                <a:gd name="connsiteY1116" fmla="*/ 350390 h 759650"/>
                <a:gd name="connsiteX1117" fmla="*/ 212345 w 549933"/>
                <a:gd name="connsiteY1117" fmla="*/ 350491 h 759650"/>
                <a:gd name="connsiteX1118" fmla="*/ 206926 w 549933"/>
                <a:gd name="connsiteY1118" fmla="*/ 349079 h 759650"/>
                <a:gd name="connsiteX1119" fmla="*/ 204436 w 549933"/>
                <a:gd name="connsiteY1119" fmla="*/ 349079 h 759650"/>
                <a:gd name="connsiteX1120" fmla="*/ 202147 w 549933"/>
                <a:gd name="connsiteY1120" fmla="*/ 350929 h 759650"/>
                <a:gd name="connsiteX1121" fmla="*/ 201171 w 549933"/>
                <a:gd name="connsiteY1121" fmla="*/ 355066 h 759650"/>
                <a:gd name="connsiteX1122" fmla="*/ 199657 w 549933"/>
                <a:gd name="connsiteY1122" fmla="*/ 355706 h 759650"/>
                <a:gd name="connsiteX1123" fmla="*/ 194878 w 549933"/>
                <a:gd name="connsiteY1123" fmla="*/ 355066 h 759650"/>
                <a:gd name="connsiteX1124" fmla="*/ 192589 w 549933"/>
                <a:gd name="connsiteY1124" fmla="*/ 353654 h 759650"/>
                <a:gd name="connsiteX1125" fmla="*/ 189863 w 549933"/>
                <a:gd name="connsiteY1125" fmla="*/ 348978 h 759650"/>
                <a:gd name="connsiteX1126" fmla="*/ 188989 w 549933"/>
                <a:gd name="connsiteY1126" fmla="*/ 345950 h 759650"/>
                <a:gd name="connsiteX1127" fmla="*/ 186262 w 549933"/>
                <a:gd name="connsiteY1127" fmla="*/ 343999 h 759650"/>
                <a:gd name="connsiteX1128" fmla="*/ 182459 w 549933"/>
                <a:gd name="connsiteY1128" fmla="*/ 343562 h 759650"/>
                <a:gd name="connsiteX1129" fmla="*/ 179531 w 549933"/>
                <a:gd name="connsiteY1129" fmla="*/ 343360 h 759650"/>
                <a:gd name="connsiteX1130" fmla="*/ 175829 w 549933"/>
                <a:gd name="connsiteY1130" fmla="*/ 342048 h 759650"/>
                <a:gd name="connsiteX1131" fmla="*/ 175156 w 549933"/>
                <a:gd name="connsiteY1131" fmla="*/ 337708 h 759650"/>
                <a:gd name="connsiteX1132" fmla="*/ 172565 w 549933"/>
                <a:gd name="connsiteY1132" fmla="*/ 336834 h 759650"/>
                <a:gd name="connsiteX1133" fmla="*/ 167887 w 549933"/>
                <a:gd name="connsiteY1133" fmla="*/ 335959 h 759650"/>
                <a:gd name="connsiteX1134" fmla="*/ 167416 w 549933"/>
                <a:gd name="connsiteY1134" fmla="*/ 334445 h 759650"/>
                <a:gd name="connsiteX1135" fmla="*/ 165598 w 549933"/>
                <a:gd name="connsiteY1135" fmla="*/ 331418 h 759650"/>
                <a:gd name="connsiteX1136" fmla="*/ 165598 w 549933"/>
                <a:gd name="connsiteY1136" fmla="*/ 329130 h 759650"/>
                <a:gd name="connsiteX1137" fmla="*/ 166911 w 549933"/>
                <a:gd name="connsiteY1137" fmla="*/ 327953 h 759650"/>
                <a:gd name="connsiteX1138" fmla="*/ 169839 w 549933"/>
                <a:gd name="connsiteY1138" fmla="*/ 328054 h 759650"/>
                <a:gd name="connsiteX1139" fmla="*/ 172128 w 549933"/>
                <a:gd name="connsiteY1139" fmla="*/ 328928 h 759650"/>
                <a:gd name="connsiteX1140" fmla="*/ 173642 w 549933"/>
                <a:gd name="connsiteY1140" fmla="*/ 329366 h 759650"/>
                <a:gd name="connsiteX1141" fmla="*/ 176031 w 549933"/>
                <a:gd name="connsiteY1141" fmla="*/ 329803 h 759650"/>
                <a:gd name="connsiteX1142" fmla="*/ 177479 w 549933"/>
                <a:gd name="connsiteY1142" fmla="*/ 328727 h 759650"/>
                <a:gd name="connsiteX1143" fmla="*/ 178387 w 549933"/>
                <a:gd name="connsiteY1143" fmla="*/ 327179 h 759650"/>
                <a:gd name="connsiteX1144" fmla="*/ 178791 w 549933"/>
                <a:gd name="connsiteY1144" fmla="*/ 325463 h 759650"/>
                <a:gd name="connsiteX1145" fmla="*/ 177748 w 549933"/>
                <a:gd name="connsiteY1145" fmla="*/ 323849 h 759650"/>
                <a:gd name="connsiteX1146" fmla="*/ 174584 w 549933"/>
                <a:gd name="connsiteY1146" fmla="*/ 320720 h 759650"/>
                <a:gd name="connsiteX1147" fmla="*/ 173103 w 549933"/>
                <a:gd name="connsiteY1147" fmla="*/ 318567 h 759650"/>
                <a:gd name="connsiteX1148" fmla="*/ 169974 w 549933"/>
                <a:gd name="connsiteY1148" fmla="*/ 315271 h 759650"/>
                <a:gd name="connsiteX1149" fmla="*/ 167651 w 549933"/>
                <a:gd name="connsiteY1149" fmla="*/ 313454 h 759650"/>
                <a:gd name="connsiteX1150" fmla="*/ 165397 w 549933"/>
                <a:gd name="connsiteY1150" fmla="*/ 310998 h 759650"/>
                <a:gd name="connsiteX1151" fmla="*/ 164387 w 549933"/>
                <a:gd name="connsiteY1151" fmla="*/ 308038 h 759650"/>
                <a:gd name="connsiteX1152" fmla="*/ 164151 w 549933"/>
                <a:gd name="connsiteY1152" fmla="*/ 305448 h 759650"/>
                <a:gd name="connsiteX1153" fmla="*/ 163882 w 549933"/>
                <a:gd name="connsiteY1153" fmla="*/ 301613 h 759650"/>
                <a:gd name="connsiteX1154" fmla="*/ 163882 w 549933"/>
                <a:gd name="connsiteY1154" fmla="*/ 299662 h 759650"/>
                <a:gd name="connsiteX1155" fmla="*/ 167517 w 549933"/>
                <a:gd name="connsiteY1155" fmla="*/ 298787 h 759650"/>
                <a:gd name="connsiteX1156" fmla="*/ 168257 w 549933"/>
                <a:gd name="connsiteY1156" fmla="*/ 298787 h 759650"/>
                <a:gd name="connsiteX1157" fmla="*/ 170007 w 549933"/>
                <a:gd name="connsiteY1157" fmla="*/ 298787 h 759650"/>
                <a:gd name="connsiteX1158" fmla="*/ 171757 w 549933"/>
                <a:gd name="connsiteY1158" fmla="*/ 298787 h 759650"/>
                <a:gd name="connsiteX1159" fmla="*/ 173473 w 549933"/>
                <a:gd name="connsiteY1159" fmla="*/ 298787 h 759650"/>
                <a:gd name="connsiteX1160" fmla="*/ 174214 w 549933"/>
                <a:gd name="connsiteY1160" fmla="*/ 298283 h 759650"/>
                <a:gd name="connsiteX1161" fmla="*/ 176166 w 549933"/>
                <a:gd name="connsiteY1161" fmla="*/ 296769 h 759650"/>
                <a:gd name="connsiteX1162" fmla="*/ 177680 w 549933"/>
                <a:gd name="connsiteY1162" fmla="*/ 293506 h 759650"/>
                <a:gd name="connsiteX1163" fmla="*/ 180575 w 549933"/>
                <a:gd name="connsiteY1163" fmla="*/ 290916 h 759650"/>
                <a:gd name="connsiteX1164" fmla="*/ 182392 w 549933"/>
                <a:gd name="connsiteY1164" fmla="*/ 290041 h 759650"/>
                <a:gd name="connsiteX1165" fmla="*/ 185724 w 549933"/>
                <a:gd name="connsiteY1165" fmla="*/ 287350 h 759650"/>
                <a:gd name="connsiteX1166" fmla="*/ 187911 w 549933"/>
                <a:gd name="connsiteY1166" fmla="*/ 286711 h 759650"/>
                <a:gd name="connsiteX1167" fmla="*/ 190234 w 549933"/>
                <a:gd name="connsiteY1167" fmla="*/ 286711 h 759650"/>
                <a:gd name="connsiteX1168" fmla="*/ 193128 w 549933"/>
                <a:gd name="connsiteY1168" fmla="*/ 286677 h 759650"/>
                <a:gd name="connsiteX1169" fmla="*/ 195753 w 549933"/>
                <a:gd name="connsiteY1169" fmla="*/ 286071 h 759650"/>
                <a:gd name="connsiteX1170" fmla="*/ 197638 w 549933"/>
                <a:gd name="connsiteY1170" fmla="*/ 285500 h 759650"/>
                <a:gd name="connsiteX1171" fmla="*/ 200027 w 549933"/>
                <a:gd name="connsiteY1171" fmla="*/ 283549 h 759650"/>
                <a:gd name="connsiteX1172" fmla="*/ 200835 w 549933"/>
                <a:gd name="connsiteY1172" fmla="*/ 282607 h 759650"/>
                <a:gd name="connsiteX1173" fmla="*/ 202215 w 549933"/>
                <a:gd name="connsiteY1173" fmla="*/ 281026 h 759650"/>
                <a:gd name="connsiteX1174" fmla="*/ 203729 w 549933"/>
                <a:gd name="connsiteY1174" fmla="*/ 280084 h 759650"/>
                <a:gd name="connsiteX1175" fmla="*/ 206119 w 549933"/>
                <a:gd name="connsiteY1175" fmla="*/ 278133 h 759650"/>
                <a:gd name="connsiteX1176" fmla="*/ 207633 w 549933"/>
                <a:gd name="connsiteY1176" fmla="*/ 276619 h 759650"/>
                <a:gd name="connsiteX1177" fmla="*/ 209148 w 549933"/>
                <a:gd name="connsiteY1177" fmla="*/ 274298 h 759650"/>
                <a:gd name="connsiteX1178" fmla="*/ 209148 w 549933"/>
                <a:gd name="connsiteY1178" fmla="*/ 270160 h 759650"/>
                <a:gd name="connsiteX1179" fmla="*/ 205816 w 549933"/>
                <a:gd name="connsiteY1179" fmla="*/ 266964 h 759650"/>
                <a:gd name="connsiteX1180" fmla="*/ 205109 w 549933"/>
                <a:gd name="connsiteY1180" fmla="*/ 263701 h 759650"/>
                <a:gd name="connsiteX1181" fmla="*/ 201037 w 549933"/>
                <a:gd name="connsiteY1181" fmla="*/ 260573 h 759650"/>
                <a:gd name="connsiteX1182" fmla="*/ 199589 w 549933"/>
                <a:gd name="connsiteY1182" fmla="*/ 260573 h 759650"/>
                <a:gd name="connsiteX1183" fmla="*/ 197840 w 549933"/>
                <a:gd name="connsiteY1183" fmla="*/ 260573 h 759650"/>
                <a:gd name="connsiteX1184" fmla="*/ 195820 w 549933"/>
                <a:gd name="connsiteY1184" fmla="*/ 259429 h 759650"/>
                <a:gd name="connsiteX1185" fmla="*/ 194945 w 549933"/>
                <a:gd name="connsiteY1185" fmla="*/ 257848 h 759650"/>
                <a:gd name="connsiteX1186" fmla="*/ 195349 w 549933"/>
                <a:gd name="connsiteY1186" fmla="*/ 256637 h 759650"/>
                <a:gd name="connsiteX1187" fmla="*/ 194205 w 549933"/>
                <a:gd name="connsiteY1187" fmla="*/ 254719 h 759650"/>
                <a:gd name="connsiteX1188" fmla="*/ 193397 w 549933"/>
                <a:gd name="connsiteY1188" fmla="*/ 253138 h 759650"/>
                <a:gd name="connsiteX1189" fmla="*/ 192152 w 549933"/>
                <a:gd name="connsiteY1189" fmla="*/ 252365 h 759650"/>
                <a:gd name="connsiteX1190" fmla="*/ 189695 w 549933"/>
                <a:gd name="connsiteY1190" fmla="*/ 250413 h 759650"/>
                <a:gd name="connsiteX1191" fmla="*/ 188585 w 549933"/>
                <a:gd name="connsiteY1191" fmla="*/ 248126 h 759650"/>
                <a:gd name="connsiteX1192" fmla="*/ 188282 w 549933"/>
                <a:gd name="connsiteY1192" fmla="*/ 246377 h 759650"/>
                <a:gd name="connsiteX1193" fmla="*/ 188282 w 549933"/>
                <a:gd name="connsiteY1193" fmla="*/ 245771 h 759650"/>
                <a:gd name="connsiteX1194" fmla="*/ 187911 w 549933"/>
                <a:gd name="connsiteY1194" fmla="*/ 243753 h 759650"/>
                <a:gd name="connsiteX1195" fmla="*/ 188282 w 549933"/>
                <a:gd name="connsiteY1195" fmla="*/ 242441 h 759650"/>
                <a:gd name="connsiteX1196" fmla="*/ 189157 w 549933"/>
                <a:gd name="connsiteY1196" fmla="*/ 241230 h 759650"/>
                <a:gd name="connsiteX1197" fmla="*/ 190907 w 549933"/>
                <a:gd name="connsiteY1197" fmla="*/ 239716 h 759650"/>
                <a:gd name="connsiteX1198" fmla="*/ 192522 w 549933"/>
                <a:gd name="connsiteY1198" fmla="*/ 239279 h 759650"/>
                <a:gd name="connsiteX1199" fmla="*/ 193734 w 549933"/>
                <a:gd name="connsiteY1199" fmla="*/ 239279 h 759650"/>
                <a:gd name="connsiteX1200" fmla="*/ 195955 w 549933"/>
                <a:gd name="connsiteY1200" fmla="*/ 238135 h 759650"/>
                <a:gd name="connsiteX1201" fmla="*/ 198782 w 549933"/>
                <a:gd name="connsiteY1201" fmla="*/ 236117 h 759650"/>
                <a:gd name="connsiteX1202" fmla="*/ 199859 w 549933"/>
                <a:gd name="connsiteY1202" fmla="*/ 235309 h 759650"/>
                <a:gd name="connsiteX1203" fmla="*/ 201104 w 549933"/>
                <a:gd name="connsiteY1203" fmla="*/ 234939 h 759650"/>
                <a:gd name="connsiteX1204" fmla="*/ 203325 w 549933"/>
                <a:gd name="connsiteY1204" fmla="*/ 234939 h 759650"/>
                <a:gd name="connsiteX1205" fmla="*/ 205244 w 549933"/>
                <a:gd name="connsiteY1205" fmla="*/ 234939 h 759650"/>
                <a:gd name="connsiteX1206" fmla="*/ 207128 w 549933"/>
                <a:gd name="connsiteY1206" fmla="*/ 234906 h 759650"/>
                <a:gd name="connsiteX1207" fmla="*/ 209955 w 549933"/>
                <a:gd name="connsiteY1207" fmla="*/ 234872 h 759650"/>
                <a:gd name="connsiteX1208" fmla="*/ 211840 w 549933"/>
                <a:gd name="connsiteY1208" fmla="*/ 234872 h 759650"/>
                <a:gd name="connsiteX1209" fmla="*/ 214027 w 549933"/>
                <a:gd name="connsiteY1209" fmla="*/ 234872 h 759650"/>
                <a:gd name="connsiteX1210" fmla="*/ 217460 w 549933"/>
                <a:gd name="connsiteY1210" fmla="*/ 234065 h 759650"/>
                <a:gd name="connsiteX1211" fmla="*/ 218638 w 549933"/>
                <a:gd name="connsiteY1211" fmla="*/ 231474 h 759650"/>
                <a:gd name="connsiteX1212" fmla="*/ 220927 w 549933"/>
                <a:gd name="connsiteY1212" fmla="*/ 228279 h 759650"/>
                <a:gd name="connsiteX1213" fmla="*/ 221566 w 549933"/>
                <a:gd name="connsiteY1213" fmla="*/ 225285 h 759650"/>
                <a:gd name="connsiteX1214" fmla="*/ 222206 w 549933"/>
                <a:gd name="connsiteY1214" fmla="*/ 222997 h 759650"/>
                <a:gd name="connsiteX1215" fmla="*/ 223855 w 549933"/>
                <a:gd name="connsiteY1215" fmla="*/ 220710 h 759650"/>
                <a:gd name="connsiteX1216" fmla="*/ 224662 w 549933"/>
                <a:gd name="connsiteY1216" fmla="*/ 219734 h 759650"/>
                <a:gd name="connsiteX1217" fmla="*/ 226009 w 549933"/>
                <a:gd name="connsiteY1217" fmla="*/ 218220 h 759650"/>
                <a:gd name="connsiteX1218" fmla="*/ 227927 w 549933"/>
                <a:gd name="connsiteY1218" fmla="*/ 216437 h 759650"/>
                <a:gd name="connsiteX1219" fmla="*/ 230586 w 549933"/>
                <a:gd name="connsiteY1219" fmla="*/ 215529 h 759650"/>
                <a:gd name="connsiteX1220" fmla="*/ 232638 w 549933"/>
                <a:gd name="connsiteY1220" fmla="*/ 215395 h 759650"/>
                <a:gd name="connsiteX1221" fmla="*/ 234321 w 549933"/>
                <a:gd name="connsiteY1221" fmla="*/ 215395 h 759650"/>
                <a:gd name="connsiteX1222" fmla="*/ 236441 w 549933"/>
                <a:gd name="connsiteY1222" fmla="*/ 215058 h 759650"/>
                <a:gd name="connsiteX1223" fmla="*/ 238192 w 549933"/>
                <a:gd name="connsiteY1223" fmla="*/ 214419 h 759650"/>
                <a:gd name="connsiteX1224" fmla="*/ 239605 w 549933"/>
                <a:gd name="connsiteY1224" fmla="*/ 213174 h 759650"/>
                <a:gd name="connsiteX1225" fmla="*/ 240648 w 549933"/>
                <a:gd name="connsiteY1225" fmla="*/ 212132 h 759650"/>
                <a:gd name="connsiteX1226" fmla="*/ 242398 w 549933"/>
                <a:gd name="connsiteY1226" fmla="*/ 212132 h 759650"/>
                <a:gd name="connsiteX1227" fmla="*/ 243206 w 549933"/>
                <a:gd name="connsiteY1227" fmla="*/ 213444 h 759650"/>
                <a:gd name="connsiteX1228" fmla="*/ 243710 w 549933"/>
                <a:gd name="connsiteY1228" fmla="*/ 214621 h 759650"/>
                <a:gd name="connsiteX1229" fmla="*/ 246100 w 549933"/>
                <a:gd name="connsiteY1229" fmla="*/ 215126 h 759650"/>
                <a:gd name="connsiteX1230" fmla="*/ 247884 w 549933"/>
                <a:gd name="connsiteY1230" fmla="*/ 214957 h 759650"/>
                <a:gd name="connsiteX1231" fmla="*/ 248759 w 549933"/>
                <a:gd name="connsiteY1231" fmla="*/ 213444 h 759650"/>
                <a:gd name="connsiteX1232" fmla="*/ 247884 w 549933"/>
                <a:gd name="connsiteY1232" fmla="*/ 211257 h 759650"/>
                <a:gd name="connsiteX1233" fmla="*/ 246100 w 549933"/>
                <a:gd name="connsiteY1233" fmla="*/ 210214 h 759650"/>
                <a:gd name="connsiteX1234" fmla="*/ 243610 w 549933"/>
                <a:gd name="connsiteY1234" fmla="*/ 208801 h 759650"/>
                <a:gd name="connsiteX1235" fmla="*/ 240581 w 549933"/>
                <a:gd name="connsiteY1235" fmla="*/ 206514 h 759650"/>
                <a:gd name="connsiteX1236" fmla="*/ 239504 w 549933"/>
                <a:gd name="connsiteY1236" fmla="*/ 204495 h 759650"/>
                <a:gd name="connsiteX1237" fmla="*/ 237989 w 549933"/>
                <a:gd name="connsiteY1237" fmla="*/ 202208 h 759650"/>
                <a:gd name="connsiteX1238" fmla="*/ 236744 w 549933"/>
                <a:gd name="connsiteY1238" fmla="*/ 199752 h 759650"/>
                <a:gd name="connsiteX1239" fmla="*/ 236475 w 549933"/>
                <a:gd name="connsiteY1239" fmla="*/ 198070 h 759650"/>
                <a:gd name="connsiteX1240" fmla="*/ 237384 w 549933"/>
                <a:gd name="connsiteY1240" fmla="*/ 196926 h 759650"/>
                <a:gd name="connsiteX1241" fmla="*/ 239134 w 549933"/>
                <a:gd name="connsiteY1241" fmla="*/ 196388 h 759650"/>
                <a:gd name="connsiteX1242" fmla="*/ 241287 w 549933"/>
                <a:gd name="connsiteY1242" fmla="*/ 196725 h 759650"/>
                <a:gd name="connsiteX1243" fmla="*/ 243610 w 549933"/>
                <a:gd name="connsiteY1243" fmla="*/ 198037 h 759650"/>
                <a:gd name="connsiteX1244" fmla="*/ 244821 w 549933"/>
                <a:gd name="connsiteY1244" fmla="*/ 199113 h 759650"/>
                <a:gd name="connsiteX1245" fmla="*/ 248254 w 549933"/>
                <a:gd name="connsiteY1245" fmla="*/ 200425 h 759650"/>
                <a:gd name="connsiteX1246" fmla="*/ 249331 w 549933"/>
                <a:gd name="connsiteY1246" fmla="*/ 199349 h 759650"/>
                <a:gd name="connsiteX1247" fmla="*/ 248826 w 549933"/>
                <a:gd name="connsiteY1247" fmla="*/ 197767 h 759650"/>
                <a:gd name="connsiteX1248" fmla="*/ 248658 w 549933"/>
                <a:gd name="connsiteY1248" fmla="*/ 195715 h 759650"/>
                <a:gd name="connsiteX1249" fmla="*/ 247009 w 549933"/>
                <a:gd name="connsiteY1249" fmla="*/ 193764 h 759650"/>
                <a:gd name="connsiteX1250" fmla="*/ 245663 w 549933"/>
                <a:gd name="connsiteY1250" fmla="*/ 192621 h 759650"/>
                <a:gd name="connsiteX1251" fmla="*/ 244687 w 549933"/>
                <a:gd name="connsiteY1251" fmla="*/ 190770 h 759650"/>
                <a:gd name="connsiteX1252" fmla="*/ 244687 w 549933"/>
                <a:gd name="connsiteY1252" fmla="*/ 189358 h 759650"/>
                <a:gd name="connsiteX1253" fmla="*/ 246706 w 549933"/>
                <a:gd name="connsiteY1253" fmla="*/ 188752 h 759650"/>
                <a:gd name="connsiteX1254" fmla="*/ 249331 w 549933"/>
                <a:gd name="connsiteY1254" fmla="*/ 188416 h 759650"/>
                <a:gd name="connsiteX1255" fmla="*/ 253336 w 549933"/>
                <a:gd name="connsiteY1255" fmla="*/ 189660 h 759650"/>
                <a:gd name="connsiteX1256" fmla="*/ 255961 w 549933"/>
                <a:gd name="connsiteY1256" fmla="*/ 187743 h 759650"/>
                <a:gd name="connsiteX1257" fmla="*/ 258351 w 549933"/>
                <a:gd name="connsiteY1257" fmla="*/ 186296 h 759650"/>
                <a:gd name="connsiteX1258" fmla="*/ 258653 w 549933"/>
                <a:gd name="connsiteY1258" fmla="*/ 183168 h 759650"/>
                <a:gd name="connsiteX1259" fmla="*/ 258653 w 549933"/>
                <a:gd name="connsiteY1259" fmla="*/ 180645 h 759650"/>
                <a:gd name="connsiteX1260" fmla="*/ 259730 w 549933"/>
                <a:gd name="connsiteY1260" fmla="*/ 178626 h 759650"/>
                <a:gd name="connsiteX1261" fmla="*/ 260875 w 549933"/>
                <a:gd name="connsiteY1261" fmla="*/ 176945 h 759650"/>
                <a:gd name="connsiteX1262" fmla="*/ 263264 w 549933"/>
                <a:gd name="connsiteY1262" fmla="*/ 175633 h 759650"/>
                <a:gd name="connsiteX1263" fmla="*/ 265452 w 549933"/>
                <a:gd name="connsiteY1263" fmla="*/ 175633 h 759650"/>
                <a:gd name="connsiteX1264" fmla="*/ 266764 w 549933"/>
                <a:gd name="connsiteY1264" fmla="*/ 176137 h 759650"/>
                <a:gd name="connsiteX1265" fmla="*/ 267639 w 549933"/>
                <a:gd name="connsiteY1265" fmla="*/ 178660 h 759650"/>
                <a:gd name="connsiteX1266" fmla="*/ 267639 w 549933"/>
                <a:gd name="connsiteY1266" fmla="*/ 181620 h 759650"/>
                <a:gd name="connsiteX1267" fmla="*/ 267673 w 549933"/>
                <a:gd name="connsiteY1267" fmla="*/ 184076 h 759650"/>
                <a:gd name="connsiteX1268" fmla="*/ 267673 w 549933"/>
                <a:gd name="connsiteY1268" fmla="*/ 187205 h 759650"/>
                <a:gd name="connsiteX1269" fmla="*/ 268077 w 549933"/>
                <a:gd name="connsiteY1269" fmla="*/ 189526 h 759650"/>
                <a:gd name="connsiteX1270" fmla="*/ 269894 w 549933"/>
                <a:gd name="connsiteY1270" fmla="*/ 192419 h 759650"/>
                <a:gd name="connsiteX1271" fmla="*/ 271206 w 549933"/>
                <a:gd name="connsiteY1271" fmla="*/ 195379 h 759650"/>
                <a:gd name="connsiteX1272" fmla="*/ 273596 w 549933"/>
                <a:gd name="connsiteY1272" fmla="*/ 198003 h 759650"/>
                <a:gd name="connsiteX1273" fmla="*/ 277130 w 549933"/>
                <a:gd name="connsiteY1273" fmla="*/ 200694 h 759650"/>
                <a:gd name="connsiteX1274" fmla="*/ 281269 w 549933"/>
                <a:gd name="connsiteY1274" fmla="*/ 203284 h 759650"/>
                <a:gd name="connsiteX1275" fmla="*/ 283423 w 549933"/>
                <a:gd name="connsiteY1275" fmla="*/ 204664 h 759650"/>
                <a:gd name="connsiteX1276" fmla="*/ 287899 w 549933"/>
                <a:gd name="connsiteY1276" fmla="*/ 210685 h 759650"/>
                <a:gd name="connsiteX1277" fmla="*/ 291231 w 549933"/>
                <a:gd name="connsiteY1277" fmla="*/ 214217 h 759650"/>
                <a:gd name="connsiteX1278" fmla="*/ 293755 w 549933"/>
                <a:gd name="connsiteY1278" fmla="*/ 216606 h 759650"/>
                <a:gd name="connsiteX1279" fmla="*/ 299847 w 549933"/>
                <a:gd name="connsiteY1279" fmla="*/ 219129 h 759650"/>
                <a:gd name="connsiteX1280" fmla="*/ 305938 w 549933"/>
                <a:gd name="connsiteY1280" fmla="*/ 217548 h 759650"/>
                <a:gd name="connsiteX1281" fmla="*/ 310583 w 549933"/>
                <a:gd name="connsiteY1281" fmla="*/ 216673 h 759650"/>
                <a:gd name="connsiteX1282" fmla="*/ 321756 w 549933"/>
                <a:gd name="connsiteY1282" fmla="*/ 217043 h 759650"/>
                <a:gd name="connsiteX1283" fmla="*/ 325087 w 549933"/>
                <a:gd name="connsiteY1283" fmla="*/ 217043 h 759650"/>
                <a:gd name="connsiteX1284" fmla="*/ 329294 w 549933"/>
                <a:gd name="connsiteY1284" fmla="*/ 218792 h 759650"/>
                <a:gd name="connsiteX1285" fmla="*/ 335218 w 549933"/>
                <a:gd name="connsiteY1285" fmla="*/ 218792 h 759650"/>
                <a:gd name="connsiteX1286" fmla="*/ 338415 w 549933"/>
                <a:gd name="connsiteY1286" fmla="*/ 218355 h 759650"/>
                <a:gd name="connsiteX1287" fmla="*/ 340299 w 549933"/>
                <a:gd name="connsiteY1287" fmla="*/ 221046 h 759650"/>
                <a:gd name="connsiteX1288" fmla="*/ 341107 w 549933"/>
                <a:gd name="connsiteY1288" fmla="*/ 222560 h 759650"/>
                <a:gd name="connsiteX1289" fmla="*/ 340299 w 549933"/>
                <a:gd name="connsiteY1289" fmla="*/ 224645 h 75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Lst>
              <a:rect l="l" t="t" r="r" b="b"/>
              <a:pathLst>
                <a:path w="549933" h="759650">
                  <a:moveTo>
                    <a:pt x="547410" y="270059"/>
                  </a:moveTo>
                  <a:lnTo>
                    <a:pt x="544078" y="266729"/>
                  </a:lnTo>
                  <a:lnTo>
                    <a:pt x="542328" y="262591"/>
                  </a:lnTo>
                  <a:lnTo>
                    <a:pt x="542462" y="256872"/>
                  </a:lnTo>
                  <a:lnTo>
                    <a:pt x="542328" y="256872"/>
                  </a:lnTo>
                  <a:lnTo>
                    <a:pt x="535361" y="254282"/>
                  </a:lnTo>
                  <a:cubicBezTo>
                    <a:pt x="535361" y="254282"/>
                    <a:pt x="531457" y="251389"/>
                    <a:pt x="530717" y="250952"/>
                  </a:cubicBezTo>
                  <a:cubicBezTo>
                    <a:pt x="529977" y="250514"/>
                    <a:pt x="523885" y="247184"/>
                    <a:pt x="523885" y="247184"/>
                  </a:cubicBezTo>
                  <a:cubicBezTo>
                    <a:pt x="523885" y="247184"/>
                    <a:pt x="522640" y="243854"/>
                    <a:pt x="522505" y="243282"/>
                  </a:cubicBezTo>
                  <a:cubicBezTo>
                    <a:pt x="522371" y="242710"/>
                    <a:pt x="522303" y="241398"/>
                    <a:pt x="522303" y="239380"/>
                  </a:cubicBezTo>
                  <a:cubicBezTo>
                    <a:pt x="522303" y="237361"/>
                    <a:pt x="522303" y="233425"/>
                    <a:pt x="522303" y="233425"/>
                  </a:cubicBezTo>
                  <a:lnTo>
                    <a:pt x="522000" y="229221"/>
                  </a:lnTo>
                  <a:cubicBezTo>
                    <a:pt x="522000" y="229221"/>
                    <a:pt x="519678" y="225318"/>
                    <a:pt x="519241" y="225016"/>
                  </a:cubicBezTo>
                  <a:cubicBezTo>
                    <a:pt x="518803" y="224713"/>
                    <a:pt x="515034" y="220676"/>
                    <a:pt x="514462" y="220541"/>
                  </a:cubicBezTo>
                  <a:cubicBezTo>
                    <a:pt x="513890" y="220407"/>
                    <a:pt x="510390" y="218220"/>
                    <a:pt x="510390" y="218220"/>
                  </a:cubicBezTo>
                  <a:cubicBezTo>
                    <a:pt x="510390" y="218220"/>
                    <a:pt x="507058" y="218086"/>
                    <a:pt x="505913" y="218220"/>
                  </a:cubicBezTo>
                  <a:cubicBezTo>
                    <a:pt x="504736" y="218355"/>
                    <a:pt x="501404" y="219600"/>
                    <a:pt x="501404" y="219600"/>
                  </a:cubicBezTo>
                  <a:lnTo>
                    <a:pt x="500091" y="220407"/>
                  </a:lnTo>
                  <a:lnTo>
                    <a:pt x="497029" y="220407"/>
                  </a:lnTo>
                  <a:cubicBezTo>
                    <a:pt x="497029" y="220407"/>
                    <a:pt x="491678" y="219700"/>
                    <a:pt x="490803" y="219700"/>
                  </a:cubicBezTo>
                  <a:cubicBezTo>
                    <a:pt x="489928" y="219700"/>
                    <a:pt x="488177" y="219129"/>
                    <a:pt x="488177" y="219129"/>
                  </a:cubicBezTo>
                  <a:cubicBezTo>
                    <a:pt x="488177" y="219129"/>
                    <a:pt x="486731" y="215495"/>
                    <a:pt x="486293" y="214655"/>
                  </a:cubicBezTo>
                  <a:cubicBezTo>
                    <a:pt x="485855" y="213780"/>
                    <a:pt x="482961" y="209642"/>
                    <a:pt x="482961" y="209642"/>
                  </a:cubicBezTo>
                  <a:lnTo>
                    <a:pt x="482524" y="204798"/>
                  </a:lnTo>
                  <a:lnTo>
                    <a:pt x="477879" y="204798"/>
                  </a:lnTo>
                  <a:lnTo>
                    <a:pt x="473403" y="205538"/>
                  </a:lnTo>
                  <a:lnTo>
                    <a:pt x="469937" y="204092"/>
                  </a:lnTo>
                  <a:cubicBezTo>
                    <a:pt x="469937" y="204092"/>
                    <a:pt x="466874" y="201333"/>
                    <a:pt x="465461" y="200459"/>
                  </a:cubicBezTo>
                  <a:cubicBezTo>
                    <a:pt x="464047" y="199584"/>
                    <a:pt x="458797" y="196826"/>
                    <a:pt x="458663" y="196422"/>
                  </a:cubicBezTo>
                  <a:cubicBezTo>
                    <a:pt x="458528" y="195985"/>
                    <a:pt x="453715" y="191645"/>
                    <a:pt x="453715" y="191645"/>
                  </a:cubicBezTo>
                  <a:lnTo>
                    <a:pt x="450383" y="188012"/>
                  </a:lnTo>
                  <a:cubicBezTo>
                    <a:pt x="450383" y="188012"/>
                    <a:pt x="451258" y="183235"/>
                    <a:pt x="451696" y="182798"/>
                  </a:cubicBezTo>
                  <a:cubicBezTo>
                    <a:pt x="452134" y="182361"/>
                    <a:pt x="458932" y="175431"/>
                    <a:pt x="458932" y="175431"/>
                  </a:cubicBezTo>
                  <a:cubicBezTo>
                    <a:pt x="458932" y="175431"/>
                    <a:pt x="460682" y="173412"/>
                    <a:pt x="461119" y="173412"/>
                  </a:cubicBezTo>
                  <a:cubicBezTo>
                    <a:pt x="461557" y="173412"/>
                    <a:pt x="462870" y="170957"/>
                    <a:pt x="462870" y="170957"/>
                  </a:cubicBezTo>
                  <a:lnTo>
                    <a:pt x="463576" y="168636"/>
                  </a:lnTo>
                  <a:lnTo>
                    <a:pt x="459537" y="166617"/>
                  </a:lnTo>
                  <a:cubicBezTo>
                    <a:pt x="459537" y="166617"/>
                    <a:pt x="457788" y="165608"/>
                    <a:pt x="457788" y="165171"/>
                  </a:cubicBezTo>
                  <a:cubicBezTo>
                    <a:pt x="457788" y="164733"/>
                    <a:pt x="458494" y="162143"/>
                    <a:pt x="459235" y="161975"/>
                  </a:cubicBezTo>
                  <a:cubicBezTo>
                    <a:pt x="459941" y="161840"/>
                    <a:pt x="462870" y="159788"/>
                    <a:pt x="463307" y="159654"/>
                  </a:cubicBezTo>
                  <a:cubicBezTo>
                    <a:pt x="463744" y="159519"/>
                    <a:pt x="464451" y="158073"/>
                    <a:pt x="466201" y="157770"/>
                  </a:cubicBezTo>
                  <a:cubicBezTo>
                    <a:pt x="467951" y="157467"/>
                    <a:pt x="471418" y="155752"/>
                    <a:pt x="471990" y="155583"/>
                  </a:cubicBezTo>
                  <a:cubicBezTo>
                    <a:pt x="472562" y="155449"/>
                    <a:pt x="476634" y="150941"/>
                    <a:pt x="476634" y="150941"/>
                  </a:cubicBezTo>
                  <a:lnTo>
                    <a:pt x="478822" y="146871"/>
                  </a:lnTo>
                  <a:lnTo>
                    <a:pt x="478822" y="143103"/>
                  </a:lnTo>
                  <a:cubicBezTo>
                    <a:pt x="478822" y="143103"/>
                    <a:pt x="478956" y="139907"/>
                    <a:pt x="479394" y="139033"/>
                  </a:cubicBezTo>
                  <a:cubicBezTo>
                    <a:pt x="479831" y="138158"/>
                    <a:pt x="481144" y="137149"/>
                    <a:pt x="482288" y="136846"/>
                  </a:cubicBezTo>
                  <a:cubicBezTo>
                    <a:pt x="483432" y="136543"/>
                    <a:pt x="483600" y="136712"/>
                    <a:pt x="485048" y="136274"/>
                  </a:cubicBezTo>
                  <a:cubicBezTo>
                    <a:pt x="486495" y="135837"/>
                    <a:pt x="488245" y="134828"/>
                    <a:pt x="488380" y="134256"/>
                  </a:cubicBezTo>
                  <a:cubicBezTo>
                    <a:pt x="488514" y="133684"/>
                    <a:pt x="489086" y="131228"/>
                    <a:pt x="488514" y="131060"/>
                  </a:cubicBezTo>
                  <a:cubicBezTo>
                    <a:pt x="487942" y="130926"/>
                    <a:pt x="482995" y="131363"/>
                    <a:pt x="481985" y="131060"/>
                  </a:cubicBezTo>
                  <a:cubicBezTo>
                    <a:pt x="480975" y="130757"/>
                    <a:pt x="478351" y="131026"/>
                    <a:pt x="478351" y="131026"/>
                  </a:cubicBezTo>
                  <a:lnTo>
                    <a:pt x="475456" y="132641"/>
                  </a:lnTo>
                  <a:lnTo>
                    <a:pt x="470812" y="134828"/>
                  </a:lnTo>
                  <a:lnTo>
                    <a:pt x="465595" y="135568"/>
                  </a:lnTo>
                  <a:lnTo>
                    <a:pt x="463273" y="134828"/>
                  </a:lnTo>
                  <a:lnTo>
                    <a:pt x="461086" y="132809"/>
                  </a:lnTo>
                  <a:cubicBezTo>
                    <a:pt x="461086" y="132809"/>
                    <a:pt x="458898" y="133112"/>
                    <a:pt x="458191" y="133381"/>
                  </a:cubicBezTo>
                  <a:cubicBezTo>
                    <a:pt x="457484" y="133684"/>
                    <a:pt x="456172" y="135971"/>
                    <a:pt x="456172" y="135971"/>
                  </a:cubicBezTo>
                  <a:cubicBezTo>
                    <a:pt x="456172" y="135971"/>
                    <a:pt x="454590" y="137283"/>
                    <a:pt x="454153" y="137418"/>
                  </a:cubicBezTo>
                  <a:cubicBezTo>
                    <a:pt x="453715" y="137553"/>
                    <a:pt x="450686" y="134962"/>
                    <a:pt x="449812" y="134390"/>
                  </a:cubicBezTo>
                  <a:cubicBezTo>
                    <a:pt x="448936" y="133818"/>
                    <a:pt x="447792" y="132641"/>
                    <a:pt x="447186" y="132372"/>
                  </a:cubicBezTo>
                  <a:cubicBezTo>
                    <a:pt x="446614" y="132069"/>
                    <a:pt x="444426" y="130926"/>
                    <a:pt x="444426" y="130926"/>
                  </a:cubicBezTo>
                  <a:lnTo>
                    <a:pt x="439648" y="133247"/>
                  </a:lnTo>
                  <a:lnTo>
                    <a:pt x="434296" y="134121"/>
                  </a:lnTo>
                  <a:cubicBezTo>
                    <a:pt x="434296" y="134121"/>
                    <a:pt x="431402" y="135299"/>
                    <a:pt x="431268" y="134861"/>
                  </a:cubicBezTo>
                  <a:cubicBezTo>
                    <a:pt x="431133" y="134424"/>
                    <a:pt x="429686" y="132103"/>
                    <a:pt x="429686" y="132103"/>
                  </a:cubicBezTo>
                  <a:lnTo>
                    <a:pt x="427499" y="132237"/>
                  </a:lnTo>
                  <a:cubicBezTo>
                    <a:pt x="427499" y="132237"/>
                    <a:pt x="424032" y="129614"/>
                    <a:pt x="423594" y="129479"/>
                  </a:cubicBezTo>
                  <a:cubicBezTo>
                    <a:pt x="423157" y="129344"/>
                    <a:pt x="421710" y="131363"/>
                    <a:pt x="421575" y="131935"/>
                  </a:cubicBezTo>
                  <a:cubicBezTo>
                    <a:pt x="421441" y="132507"/>
                    <a:pt x="419825" y="135130"/>
                    <a:pt x="419825" y="135130"/>
                  </a:cubicBezTo>
                  <a:cubicBezTo>
                    <a:pt x="419825" y="135130"/>
                    <a:pt x="418513" y="136274"/>
                    <a:pt x="417065" y="136712"/>
                  </a:cubicBezTo>
                  <a:cubicBezTo>
                    <a:pt x="415618" y="137149"/>
                    <a:pt x="414037" y="137452"/>
                    <a:pt x="414037" y="137452"/>
                  </a:cubicBezTo>
                  <a:lnTo>
                    <a:pt x="411714" y="138595"/>
                  </a:lnTo>
                  <a:cubicBezTo>
                    <a:pt x="411714" y="138595"/>
                    <a:pt x="406801" y="135400"/>
                    <a:pt x="406195" y="135265"/>
                  </a:cubicBezTo>
                  <a:cubicBezTo>
                    <a:pt x="405623" y="135130"/>
                    <a:pt x="404748" y="135130"/>
                    <a:pt x="404445" y="134559"/>
                  </a:cubicBezTo>
                  <a:cubicBezTo>
                    <a:pt x="404176" y="133987"/>
                    <a:pt x="403873" y="130926"/>
                    <a:pt x="403873" y="130926"/>
                  </a:cubicBezTo>
                  <a:lnTo>
                    <a:pt x="402291" y="126855"/>
                  </a:lnTo>
                  <a:cubicBezTo>
                    <a:pt x="402291" y="126855"/>
                    <a:pt x="401147" y="124971"/>
                    <a:pt x="401147" y="124534"/>
                  </a:cubicBezTo>
                  <a:cubicBezTo>
                    <a:pt x="401147" y="124097"/>
                    <a:pt x="400272" y="122953"/>
                    <a:pt x="400272" y="122516"/>
                  </a:cubicBezTo>
                  <a:cubicBezTo>
                    <a:pt x="400272" y="122078"/>
                    <a:pt x="399834" y="121372"/>
                    <a:pt x="400709" y="120766"/>
                  </a:cubicBezTo>
                  <a:cubicBezTo>
                    <a:pt x="401584" y="120194"/>
                    <a:pt x="402291" y="119320"/>
                    <a:pt x="402291" y="118748"/>
                  </a:cubicBezTo>
                  <a:cubicBezTo>
                    <a:pt x="402291" y="118176"/>
                    <a:pt x="402291" y="113534"/>
                    <a:pt x="402291" y="113534"/>
                  </a:cubicBezTo>
                  <a:lnTo>
                    <a:pt x="401416" y="112659"/>
                  </a:lnTo>
                  <a:lnTo>
                    <a:pt x="394315" y="111650"/>
                  </a:lnTo>
                  <a:lnTo>
                    <a:pt x="393137" y="108622"/>
                  </a:lnTo>
                  <a:lnTo>
                    <a:pt x="396772" y="106604"/>
                  </a:lnTo>
                  <a:cubicBezTo>
                    <a:pt x="396772" y="106604"/>
                    <a:pt x="394450" y="103408"/>
                    <a:pt x="393878" y="103139"/>
                  </a:cubicBezTo>
                  <a:cubicBezTo>
                    <a:pt x="393305" y="102836"/>
                    <a:pt x="390983" y="102567"/>
                    <a:pt x="390545" y="102264"/>
                  </a:cubicBezTo>
                  <a:cubicBezTo>
                    <a:pt x="390108" y="101962"/>
                    <a:pt x="389805" y="101121"/>
                    <a:pt x="389401" y="100515"/>
                  </a:cubicBezTo>
                  <a:cubicBezTo>
                    <a:pt x="388964" y="99943"/>
                    <a:pt x="387214" y="97622"/>
                    <a:pt x="386945" y="96748"/>
                  </a:cubicBezTo>
                  <a:cubicBezTo>
                    <a:pt x="386676" y="95873"/>
                    <a:pt x="385800" y="93855"/>
                    <a:pt x="385800" y="93855"/>
                  </a:cubicBezTo>
                  <a:cubicBezTo>
                    <a:pt x="385800" y="93855"/>
                    <a:pt x="385363" y="92274"/>
                    <a:pt x="385800" y="91668"/>
                  </a:cubicBezTo>
                  <a:cubicBezTo>
                    <a:pt x="386238" y="91096"/>
                    <a:pt x="387820" y="87699"/>
                    <a:pt x="387820" y="87699"/>
                  </a:cubicBezTo>
                  <a:lnTo>
                    <a:pt x="388695" y="86622"/>
                  </a:lnTo>
                  <a:lnTo>
                    <a:pt x="389267" y="86622"/>
                  </a:lnTo>
                  <a:cubicBezTo>
                    <a:pt x="389267" y="86622"/>
                    <a:pt x="388964" y="86185"/>
                    <a:pt x="390849" y="86622"/>
                  </a:cubicBezTo>
                  <a:cubicBezTo>
                    <a:pt x="392733" y="87059"/>
                    <a:pt x="394046" y="87497"/>
                    <a:pt x="394046" y="87497"/>
                  </a:cubicBezTo>
                  <a:cubicBezTo>
                    <a:pt x="394046" y="87497"/>
                    <a:pt x="396940" y="89246"/>
                    <a:pt x="397243" y="89818"/>
                  </a:cubicBezTo>
                  <a:cubicBezTo>
                    <a:pt x="397546" y="90390"/>
                    <a:pt x="398690" y="91836"/>
                    <a:pt x="400440" y="91130"/>
                  </a:cubicBezTo>
                  <a:cubicBezTo>
                    <a:pt x="402190" y="90423"/>
                    <a:pt x="403637" y="87497"/>
                    <a:pt x="403637" y="87497"/>
                  </a:cubicBezTo>
                  <a:cubicBezTo>
                    <a:pt x="403637" y="87497"/>
                    <a:pt x="403503" y="82854"/>
                    <a:pt x="402931" y="81845"/>
                  </a:cubicBezTo>
                  <a:cubicBezTo>
                    <a:pt x="402358" y="80836"/>
                    <a:pt x="400474" y="78212"/>
                    <a:pt x="400474" y="78212"/>
                  </a:cubicBezTo>
                  <a:lnTo>
                    <a:pt x="399599" y="74747"/>
                  </a:lnTo>
                  <a:lnTo>
                    <a:pt x="396267" y="71417"/>
                  </a:lnTo>
                  <a:cubicBezTo>
                    <a:pt x="396267" y="71417"/>
                    <a:pt x="395829" y="70408"/>
                    <a:pt x="396839" y="69533"/>
                  </a:cubicBezTo>
                  <a:cubicBezTo>
                    <a:pt x="397849" y="68659"/>
                    <a:pt x="399868" y="66640"/>
                    <a:pt x="400305" y="66640"/>
                  </a:cubicBezTo>
                  <a:cubicBezTo>
                    <a:pt x="400743" y="66640"/>
                    <a:pt x="401887" y="64050"/>
                    <a:pt x="400878" y="64050"/>
                  </a:cubicBezTo>
                  <a:cubicBezTo>
                    <a:pt x="399868" y="64050"/>
                    <a:pt x="396536" y="63310"/>
                    <a:pt x="396536" y="63310"/>
                  </a:cubicBezTo>
                  <a:cubicBezTo>
                    <a:pt x="396536" y="63310"/>
                    <a:pt x="394214" y="62570"/>
                    <a:pt x="394079" y="61729"/>
                  </a:cubicBezTo>
                  <a:cubicBezTo>
                    <a:pt x="393945" y="60854"/>
                    <a:pt x="395661" y="59408"/>
                    <a:pt x="395661" y="59408"/>
                  </a:cubicBezTo>
                  <a:lnTo>
                    <a:pt x="396233" y="57658"/>
                  </a:lnTo>
                  <a:lnTo>
                    <a:pt x="395527" y="55337"/>
                  </a:lnTo>
                  <a:lnTo>
                    <a:pt x="394517" y="55337"/>
                  </a:lnTo>
                  <a:cubicBezTo>
                    <a:pt x="394517" y="55337"/>
                    <a:pt x="392363" y="53588"/>
                    <a:pt x="391757" y="53588"/>
                  </a:cubicBezTo>
                  <a:cubicBezTo>
                    <a:pt x="391185" y="53588"/>
                    <a:pt x="390007" y="54025"/>
                    <a:pt x="389570" y="54328"/>
                  </a:cubicBezTo>
                  <a:cubicBezTo>
                    <a:pt x="389132" y="54631"/>
                    <a:pt x="388695" y="55640"/>
                    <a:pt x="388392" y="56212"/>
                  </a:cubicBezTo>
                  <a:cubicBezTo>
                    <a:pt x="388122" y="56784"/>
                    <a:pt x="387247" y="58096"/>
                    <a:pt x="387247" y="58096"/>
                  </a:cubicBezTo>
                  <a:cubicBezTo>
                    <a:pt x="387247" y="58096"/>
                    <a:pt x="385699" y="59542"/>
                    <a:pt x="385598" y="59542"/>
                  </a:cubicBezTo>
                  <a:cubicBezTo>
                    <a:pt x="385497" y="59542"/>
                    <a:pt x="383781" y="59408"/>
                    <a:pt x="383781" y="59408"/>
                  </a:cubicBezTo>
                  <a:cubicBezTo>
                    <a:pt x="383781" y="59408"/>
                    <a:pt x="382839" y="58533"/>
                    <a:pt x="382569" y="57961"/>
                  </a:cubicBezTo>
                  <a:cubicBezTo>
                    <a:pt x="382267" y="57389"/>
                    <a:pt x="381459" y="56515"/>
                    <a:pt x="381459" y="56515"/>
                  </a:cubicBezTo>
                  <a:lnTo>
                    <a:pt x="381459" y="54496"/>
                  </a:lnTo>
                  <a:lnTo>
                    <a:pt x="384252" y="53285"/>
                  </a:lnTo>
                  <a:lnTo>
                    <a:pt x="383579" y="51603"/>
                  </a:lnTo>
                  <a:lnTo>
                    <a:pt x="382873" y="50426"/>
                  </a:lnTo>
                  <a:lnTo>
                    <a:pt x="380012" y="48307"/>
                  </a:lnTo>
                  <a:lnTo>
                    <a:pt x="377892" y="49719"/>
                  </a:lnTo>
                  <a:cubicBezTo>
                    <a:pt x="377892" y="49719"/>
                    <a:pt x="377252" y="49484"/>
                    <a:pt x="377252" y="49349"/>
                  </a:cubicBezTo>
                  <a:cubicBezTo>
                    <a:pt x="377252" y="49181"/>
                    <a:pt x="377084" y="47163"/>
                    <a:pt x="377252" y="46692"/>
                  </a:cubicBezTo>
                  <a:cubicBezTo>
                    <a:pt x="377420" y="46187"/>
                    <a:pt x="377858" y="44842"/>
                    <a:pt x="377858" y="44842"/>
                  </a:cubicBezTo>
                  <a:cubicBezTo>
                    <a:pt x="377858" y="44842"/>
                    <a:pt x="377286" y="43799"/>
                    <a:pt x="377185" y="43698"/>
                  </a:cubicBezTo>
                  <a:cubicBezTo>
                    <a:pt x="377084" y="43597"/>
                    <a:pt x="372844" y="40939"/>
                    <a:pt x="372844" y="40939"/>
                  </a:cubicBezTo>
                  <a:lnTo>
                    <a:pt x="371430" y="37845"/>
                  </a:lnTo>
                  <a:cubicBezTo>
                    <a:pt x="371430" y="37845"/>
                    <a:pt x="370622" y="35389"/>
                    <a:pt x="370622" y="35086"/>
                  </a:cubicBezTo>
                  <a:cubicBezTo>
                    <a:pt x="370622" y="34783"/>
                    <a:pt x="372877" y="32563"/>
                    <a:pt x="372877" y="32563"/>
                  </a:cubicBezTo>
                  <a:lnTo>
                    <a:pt x="373146" y="32193"/>
                  </a:lnTo>
                  <a:lnTo>
                    <a:pt x="374593" y="30040"/>
                  </a:lnTo>
                  <a:lnTo>
                    <a:pt x="374089" y="27652"/>
                  </a:lnTo>
                  <a:cubicBezTo>
                    <a:pt x="374089" y="27652"/>
                    <a:pt x="372910" y="26273"/>
                    <a:pt x="372844" y="26071"/>
                  </a:cubicBezTo>
                  <a:cubicBezTo>
                    <a:pt x="372776" y="25835"/>
                    <a:pt x="371598" y="24389"/>
                    <a:pt x="371598" y="24389"/>
                  </a:cubicBezTo>
                  <a:cubicBezTo>
                    <a:pt x="371598" y="24389"/>
                    <a:pt x="370521" y="22370"/>
                    <a:pt x="370589" y="22068"/>
                  </a:cubicBezTo>
                  <a:cubicBezTo>
                    <a:pt x="370656" y="21765"/>
                    <a:pt x="369915" y="20184"/>
                    <a:pt x="369915" y="20184"/>
                  </a:cubicBezTo>
                  <a:lnTo>
                    <a:pt x="367458" y="18300"/>
                  </a:lnTo>
                  <a:lnTo>
                    <a:pt x="362949" y="13893"/>
                  </a:lnTo>
                  <a:lnTo>
                    <a:pt x="357093" y="10630"/>
                  </a:lnTo>
                  <a:lnTo>
                    <a:pt x="355780" y="7165"/>
                  </a:lnTo>
                  <a:cubicBezTo>
                    <a:pt x="355780" y="7165"/>
                    <a:pt x="356420" y="5416"/>
                    <a:pt x="355780" y="5214"/>
                  </a:cubicBezTo>
                  <a:cubicBezTo>
                    <a:pt x="355141" y="5012"/>
                    <a:pt x="352516" y="1749"/>
                    <a:pt x="352516" y="1749"/>
                  </a:cubicBezTo>
                  <a:lnTo>
                    <a:pt x="347098" y="0"/>
                  </a:lnTo>
                  <a:lnTo>
                    <a:pt x="343900" y="639"/>
                  </a:lnTo>
                  <a:lnTo>
                    <a:pt x="340266" y="1379"/>
                  </a:lnTo>
                  <a:lnTo>
                    <a:pt x="337506" y="2388"/>
                  </a:lnTo>
                  <a:lnTo>
                    <a:pt x="335487" y="5147"/>
                  </a:lnTo>
                  <a:cubicBezTo>
                    <a:pt x="335487" y="5147"/>
                    <a:pt x="333737" y="6728"/>
                    <a:pt x="333333" y="6896"/>
                  </a:cubicBezTo>
                  <a:cubicBezTo>
                    <a:pt x="332895" y="7031"/>
                    <a:pt x="329833" y="5887"/>
                    <a:pt x="329833" y="5887"/>
                  </a:cubicBezTo>
                  <a:lnTo>
                    <a:pt x="327814" y="4440"/>
                  </a:lnTo>
                  <a:cubicBezTo>
                    <a:pt x="327814" y="4440"/>
                    <a:pt x="327814" y="4003"/>
                    <a:pt x="326939" y="3869"/>
                  </a:cubicBezTo>
                  <a:cubicBezTo>
                    <a:pt x="326064" y="3734"/>
                    <a:pt x="324313" y="3869"/>
                    <a:pt x="323910" y="4306"/>
                  </a:cubicBezTo>
                  <a:cubicBezTo>
                    <a:pt x="323472" y="4743"/>
                    <a:pt x="322732" y="6055"/>
                    <a:pt x="322462" y="6627"/>
                  </a:cubicBezTo>
                  <a:cubicBezTo>
                    <a:pt x="322193" y="7199"/>
                    <a:pt x="321587" y="8343"/>
                    <a:pt x="321587" y="8343"/>
                  </a:cubicBezTo>
                  <a:lnTo>
                    <a:pt x="320578" y="10664"/>
                  </a:lnTo>
                  <a:lnTo>
                    <a:pt x="320578" y="12850"/>
                  </a:lnTo>
                  <a:lnTo>
                    <a:pt x="317684" y="16046"/>
                  </a:lnTo>
                  <a:cubicBezTo>
                    <a:pt x="317684" y="16046"/>
                    <a:pt x="318559" y="16248"/>
                    <a:pt x="316943" y="16551"/>
                  </a:cubicBezTo>
                  <a:cubicBezTo>
                    <a:pt x="315361" y="16853"/>
                    <a:pt x="314318" y="17190"/>
                    <a:pt x="314318" y="17190"/>
                  </a:cubicBezTo>
                  <a:lnTo>
                    <a:pt x="310986" y="17190"/>
                  </a:lnTo>
                  <a:lnTo>
                    <a:pt x="309236" y="16315"/>
                  </a:lnTo>
                  <a:lnTo>
                    <a:pt x="305601" y="14297"/>
                  </a:lnTo>
                  <a:cubicBezTo>
                    <a:pt x="305601" y="14297"/>
                    <a:pt x="304592" y="13288"/>
                    <a:pt x="304020" y="13288"/>
                  </a:cubicBezTo>
                  <a:cubicBezTo>
                    <a:pt x="303447" y="13288"/>
                    <a:pt x="300688" y="15172"/>
                    <a:pt x="300688" y="15172"/>
                  </a:cubicBezTo>
                  <a:lnTo>
                    <a:pt x="299375" y="17358"/>
                  </a:lnTo>
                  <a:cubicBezTo>
                    <a:pt x="299375" y="17358"/>
                    <a:pt x="297356" y="17661"/>
                    <a:pt x="295741" y="17661"/>
                  </a:cubicBezTo>
                  <a:cubicBezTo>
                    <a:pt x="294159" y="17661"/>
                    <a:pt x="290390" y="17358"/>
                    <a:pt x="290390" y="17358"/>
                  </a:cubicBezTo>
                  <a:cubicBezTo>
                    <a:pt x="290390" y="17358"/>
                    <a:pt x="288067" y="17223"/>
                    <a:pt x="287495" y="17493"/>
                  </a:cubicBezTo>
                  <a:cubicBezTo>
                    <a:pt x="286923" y="17762"/>
                    <a:pt x="283861" y="18636"/>
                    <a:pt x="283861" y="18636"/>
                  </a:cubicBezTo>
                  <a:cubicBezTo>
                    <a:pt x="283861" y="18636"/>
                    <a:pt x="281539" y="19074"/>
                    <a:pt x="280966" y="19343"/>
                  </a:cubicBezTo>
                  <a:cubicBezTo>
                    <a:pt x="280394" y="19646"/>
                    <a:pt x="278779" y="19646"/>
                    <a:pt x="278510" y="20083"/>
                  </a:cubicBezTo>
                  <a:cubicBezTo>
                    <a:pt x="278206" y="20520"/>
                    <a:pt x="279317" y="24288"/>
                    <a:pt x="278577" y="24422"/>
                  </a:cubicBezTo>
                  <a:cubicBezTo>
                    <a:pt x="277870" y="24557"/>
                    <a:pt x="271846" y="25566"/>
                    <a:pt x="271846" y="25566"/>
                  </a:cubicBezTo>
                  <a:lnTo>
                    <a:pt x="271846" y="28459"/>
                  </a:lnTo>
                  <a:lnTo>
                    <a:pt x="272855" y="29468"/>
                  </a:lnTo>
                  <a:cubicBezTo>
                    <a:pt x="272855" y="29468"/>
                    <a:pt x="273563" y="30646"/>
                    <a:pt x="273731" y="31218"/>
                  </a:cubicBezTo>
                  <a:cubicBezTo>
                    <a:pt x="273865" y="31789"/>
                    <a:pt x="274168" y="32967"/>
                    <a:pt x="274168" y="32967"/>
                  </a:cubicBezTo>
                  <a:lnTo>
                    <a:pt x="274875" y="34716"/>
                  </a:lnTo>
                  <a:lnTo>
                    <a:pt x="275178" y="37912"/>
                  </a:lnTo>
                  <a:lnTo>
                    <a:pt x="275312" y="39796"/>
                  </a:lnTo>
                  <a:lnTo>
                    <a:pt x="277332" y="44001"/>
                  </a:lnTo>
                  <a:lnTo>
                    <a:pt x="276187" y="47768"/>
                  </a:lnTo>
                  <a:cubicBezTo>
                    <a:pt x="276187" y="47768"/>
                    <a:pt x="274740" y="48071"/>
                    <a:pt x="273293" y="48475"/>
                  </a:cubicBezTo>
                  <a:cubicBezTo>
                    <a:pt x="271846" y="48912"/>
                    <a:pt x="267067" y="50224"/>
                    <a:pt x="267067" y="50224"/>
                  </a:cubicBezTo>
                  <a:cubicBezTo>
                    <a:pt x="267067" y="51973"/>
                    <a:pt x="270096" y="55304"/>
                    <a:pt x="270096" y="55304"/>
                  </a:cubicBezTo>
                  <a:lnTo>
                    <a:pt x="274000" y="57187"/>
                  </a:lnTo>
                  <a:lnTo>
                    <a:pt x="276154" y="58499"/>
                  </a:lnTo>
                  <a:lnTo>
                    <a:pt x="277163" y="60383"/>
                  </a:lnTo>
                  <a:lnTo>
                    <a:pt x="276591" y="62704"/>
                  </a:lnTo>
                  <a:cubicBezTo>
                    <a:pt x="276591" y="62704"/>
                    <a:pt x="275716" y="66169"/>
                    <a:pt x="275716" y="66775"/>
                  </a:cubicBezTo>
                  <a:cubicBezTo>
                    <a:pt x="275716" y="67347"/>
                    <a:pt x="275144" y="70408"/>
                    <a:pt x="275009" y="70845"/>
                  </a:cubicBezTo>
                  <a:cubicBezTo>
                    <a:pt x="274875" y="71282"/>
                    <a:pt x="274437" y="72493"/>
                    <a:pt x="274000" y="72662"/>
                  </a:cubicBezTo>
                  <a:cubicBezTo>
                    <a:pt x="273563" y="72796"/>
                    <a:pt x="272553" y="72863"/>
                    <a:pt x="271980" y="72863"/>
                  </a:cubicBezTo>
                  <a:cubicBezTo>
                    <a:pt x="271409" y="72863"/>
                    <a:pt x="269221" y="72863"/>
                    <a:pt x="269221" y="72863"/>
                  </a:cubicBezTo>
                  <a:lnTo>
                    <a:pt x="266327" y="73166"/>
                  </a:lnTo>
                  <a:cubicBezTo>
                    <a:pt x="266327" y="73166"/>
                    <a:pt x="265182" y="73301"/>
                    <a:pt x="264745" y="74747"/>
                  </a:cubicBezTo>
                  <a:cubicBezTo>
                    <a:pt x="264308" y="76194"/>
                    <a:pt x="264038" y="78649"/>
                    <a:pt x="263735" y="79255"/>
                  </a:cubicBezTo>
                  <a:cubicBezTo>
                    <a:pt x="263432" y="79827"/>
                    <a:pt x="263163" y="80130"/>
                    <a:pt x="262591" y="80399"/>
                  </a:cubicBezTo>
                  <a:cubicBezTo>
                    <a:pt x="262019" y="80702"/>
                    <a:pt x="256802" y="80836"/>
                    <a:pt x="256802" y="80836"/>
                  </a:cubicBezTo>
                  <a:cubicBezTo>
                    <a:pt x="256802" y="80836"/>
                    <a:pt x="252023" y="81139"/>
                    <a:pt x="251014" y="81139"/>
                  </a:cubicBezTo>
                  <a:cubicBezTo>
                    <a:pt x="250004" y="81139"/>
                    <a:pt x="247513" y="79827"/>
                    <a:pt x="247513" y="79827"/>
                  </a:cubicBezTo>
                  <a:lnTo>
                    <a:pt x="244451" y="76564"/>
                  </a:lnTo>
                  <a:lnTo>
                    <a:pt x="242869" y="74613"/>
                  </a:lnTo>
                  <a:lnTo>
                    <a:pt x="239672" y="74613"/>
                  </a:lnTo>
                  <a:lnTo>
                    <a:pt x="238225" y="77808"/>
                  </a:lnTo>
                  <a:cubicBezTo>
                    <a:pt x="238225" y="77808"/>
                    <a:pt x="235768" y="78952"/>
                    <a:pt x="235465" y="78549"/>
                  </a:cubicBezTo>
                  <a:cubicBezTo>
                    <a:pt x="235196" y="78111"/>
                    <a:pt x="235465" y="76799"/>
                    <a:pt x="235768" y="76227"/>
                  </a:cubicBezTo>
                  <a:cubicBezTo>
                    <a:pt x="236071" y="75656"/>
                    <a:pt x="237081" y="75353"/>
                    <a:pt x="237081" y="74646"/>
                  </a:cubicBezTo>
                  <a:cubicBezTo>
                    <a:pt x="237081" y="73906"/>
                    <a:pt x="237081" y="72056"/>
                    <a:pt x="237081" y="72056"/>
                  </a:cubicBezTo>
                  <a:cubicBezTo>
                    <a:pt x="237081" y="72056"/>
                    <a:pt x="234624" y="71047"/>
                    <a:pt x="233884" y="71047"/>
                  </a:cubicBezTo>
                  <a:cubicBezTo>
                    <a:pt x="233143" y="71047"/>
                    <a:pt x="230855" y="72191"/>
                    <a:pt x="230855" y="72191"/>
                  </a:cubicBezTo>
                  <a:lnTo>
                    <a:pt x="228835" y="74075"/>
                  </a:lnTo>
                  <a:lnTo>
                    <a:pt x="226648" y="77270"/>
                  </a:lnTo>
                  <a:lnTo>
                    <a:pt x="226648" y="79020"/>
                  </a:lnTo>
                  <a:lnTo>
                    <a:pt x="224898" y="81038"/>
                  </a:lnTo>
                  <a:lnTo>
                    <a:pt x="224898" y="82484"/>
                  </a:lnTo>
                  <a:lnTo>
                    <a:pt x="221970" y="85411"/>
                  </a:lnTo>
                  <a:lnTo>
                    <a:pt x="220220" y="87362"/>
                  </a:lnTo>
                  <a:lnTo>
                    <a:pt x="217830" y="89011"/>
                  </a:lnTo>
                  <a:lnTo>
                    <a:pt x="216080" y="89784"/>
                  </a:lnTo>
                  <a:cubicBezTo>
                    <a:pt x="216080" y="89784"/>
                    <a:pt x="214229" y="90558"/>
                    <a:pt x="213792" y="90659"/>
                  </a:cubicBezTo>
                  <a:cubicBezTo>
                    <a:pt x="213354" y="90760"/>
                    <a:pt x="212277" y="91197"/>
                    <a:pt x="212277" y="91197"/>
                  </a:cubicBezTo>
                  <a:lnTo>
                    <a:pt x="210662" y="92711"/>
                  </a:lnTo>
                  <a:lnTo>
                    <a:pt x="209248" y="95436"/>
                  </a:lnTo>
                  <a:lnTo>
                    <a:pt x="209248" y="98161"/>
                  </a:lnTo>
                  <a:lnTo>
                    <a:pt x="209248" y="101625"/>
                  </a:lnTo>
                  <a:cubicBezTo>
                    <a:pt x="208474" y="101962"/>
                    <a:pt x="206320" y="100986"/>
                    <a:pt x="205345" y="99674"/>
                  </a:cubicBezTo>
                  <a:cubicBezTo>
                    <a:pt x="204368" y="98362"/>
                    <a:pt x="203830" y="97723"/>
                    <a:pt x="203830" y="97387"/>
                  </a:cubicBezTo>
                  <a:cubicBezTo>
                    <a:pt x="203830" y="97050"/>
                    <a:pt x="202753" y="90659"/>
                    <a:pt x="202753" y="90659"/>
                  </a:cubicBezTo>
                  <a:lnTo>
                    <a:pt x="201542" y="88472"/>
                  </a:lnTo>
                  <a:lnTo>
                    <a:pt x="198916" y="86858"/>
                  </a:lnTo>
                  <a:lnTo>
                    <a:pt x="196527" y="84267"/>
                  </a:lnTo>
                  <a:cubicBezTo>
                    <a:pt x="196527" y="84267"/>
                    <a:pt x="195215" y="82215"/>
                    <a:pt x="193902" y="82215"/>
                  </a:cubicBezTo>
                  <a:cubicBezTo>
                    <a:pt x="192589" y="82215"/>
                    <a:pt x="189661" y="83090"/>
                    <a:pt x="189661" y="83090"/>
                  </a:cubicBezTo>
                  <a:cubicBezTo>
                    <a:pt x="189661" y="83090"/>
                    <a:pt x="188484" y="83292"/>
                    <a:pt x="188248" y="83628"/>
                  </a:cubicBezTo>
                  <a:cubicBezTo>
                    <a:pt x="188046" y="83965"/>
                    <a:pt x="185522" y="85478"/>
                    <a:pt x="185219" y="85680"/>
                  </a:cubicBezTo>
                  <a:cubicBezTo>
                    <a:pt x="184882" y="85916"/>
                    <a:pt x="181618" y="88405"/>
                    <a:pt x="181517" y="88741"/>
                  </a:cubicBezTo>
                  <a:cubicBezTo>
                    <a:pt x="181383" y="89078"/>
                    <a:pt x="173036" y="95570"/>
                    <a:pt x="173036" y="95570"/>
                  </a:cubicBezTo>
                  <a:lnTo>
                    <a:pt x="169771" y="98295"/>
                  </a:lnTo>
                  <a:lnTo>
                    <a:pt x="161627" y="103610"/>
                  </a:lnTo>
                  <a:lnTo>
                    <a:pt x="158800" y="105561"/>
                  </a:lnTo>
                  <a:lnTo>
                    <a:pt x="157387" y="108286"/>
                  </a:lnTo>
                  <a:cubicBezTo>
                    <a:pt x="157387" y="108286"/>
                    <a:pt x="160315" y="111650"/>
                    <a:pt x="155637" y="110473"/>
                  </a:cubicBezTo>
                  <a:cubicBezTo>
                    <a:pt x="150959" y="109295"/>
                    <a:pt x="148805" y="106469"/>
                    <a:pt x="148805" y="106469"/>
                  </a:cubicBezTo>
                  <a:cubicBezTo>
                    <a:pt x="148805" y="106469"/>
                    <a:pt x="148166" y="106032"/>
                    <a:pt x="146853" y="106469"/>
                  </a:cubicBezTo>
                  <a:cubicBezTo>
                    <a:pt x="145540" y="106907"/>
                    <a:pt x="144261" y="108757"/>
                    <a:pt x="144026" y="109194"/>
                  </a:cubicBezTo>
                  <a:cubicBezTo>
                    <a:pt x="143790" y="109632"/>
                    <a:pt x="143050" y="111818"/>
                    <a:pt x="143252" y="112255"/>
                  </a:cubicBezTo>
                  <a:cubicBezTo>
                    <a:pt x="143454" y="112693"/>
                    <a:pt x="146516" y="116393"/>
                    <a:pt x="146954" y="116696"/>
                  </a:cubicBezTo>
                  <a:cubicBezTo>
                    <a:pt x="147391" y="117032"/>
                    <a:pt x="149882" y="118748"/>
                    <a:pt x="149882" y="118748"/>
                  </a:cubicBezTo>
                  <a:lnTo>
                    <a:pt x="151733" y="120497"/>
                  </a:lnTo>
                  <a:cubicBezTo>
                    <a:pt x="151733" y="120497"/>
                    <a:pt x="151935" y="121372"/>
                    <a:pt x="151632" y="122011"/>
                  </a:cubicBezTo>
                  <a:cubicBezTo>
                    <a:pt x="151295" y="122650"/>
                    <a:pt x="151867" y="123525"/>
                    <a:pt x="150016" y="123760"/>
                  </a:cubicBezTo>
                  <a:cubicBezTo>
                    <a:pt x="148166" y="123962"/>
                    <a:pt x="146415" y="123962"/>
                    <a:pt x="145002" y="123962"/>
                  </a:cubicBezTo>
                  <a:cubicBezTo>
                    <a:pt x="143588" y="123962"/>
                    <a:pt x="145540" y="123962"/>
                    <a:pt x="142713" y="124063"/>
                  </a:cubicBezTo>
                  <a:cubicBezTo>
                    <a:pt x="139886" y="124164"/>
                    <a:pt x="139011" y="123827"/>
                    <a:pt x="137800" y="123827"/>
                  </a:cubicBezTo>
                  <a:cubicBezTo>
                    <a:pt x="136588" y="123827"/>
                    <a:pt x="135208" y="123727"/>
                    <a:pt x="133761" y="123727"/>
                  </a:cubicBezTo>
                  <a:cubicBezTo>
                    <a:pt x="132348" y="123727"/>
                    <a:pt x="132011" y="120901"/>
                    <a:pt x="130295" y="120901"/>
                  </a:cubicBezTo>
                  <a:cubicBezTo>
                    <a:pt x="128545" y="120901"/>
                    <a:pt x="127030" y="121103"/>
                    <a:pt x="126155" y="121675"/>
                  </a:cubicBezTo>
                  <a:cubicBezTo>
                    <a:pt x="125280" y="122213"/>
                    <a:pt x="124203" y="123861"/>
                    <a:pt x="123867" y="124399"/>
                  </a:cubicBezTo>
                  <a:cubicBezTo>
                    <a:pt x="123530" y="124938"/>
                    <a:pt x="122891" y="125375"/>
                    <a:pt x="120939" y="125375"/>
                  </a:cubicBezTo>
                  <a:cubicBezTo>
                    <a:pt x="118987" y="125375"/>
                    <a:pt x="117674" y="124837"/>
                    <a:pt x="117674" y="124837"/>
                  </a:cubicBezTo>
                  <a:lnTo>
                    <a:pt x="115285" y="124063"/>
                  </a:lnTo>
                  <a:lnTo>
                    <a:pt x="112021" y="125139"/>
                  </a:lnTo>
                  <a:lnTo>
                    <a:pt x="110371" y="126451"/>
                  </a:lnTo>
                  <a:lnTo>
                    <a:pt x="105155" y="126889"/>
                  </a:lnTo>
                  <a:cubicBezTo>
                    <a:pt x="105155" y="126889"/>
                    <a:pt x="103943" y="126350"/>
                    <a:pt x="105155" y="126014"/>
                  </a:cubicBezTo>
                  <a:cubicBezTo>
                    <a:pt x="106366" y="125678"/>
                    <a:pt x="107107" y="124601"/>
                    <a:pt x="107208" y="124164"/>
                  </a:cubicBezTo>
                  <a:cubicBezTo>
                    <a:pt x="107309" y="123727"/>
                    <a:pt x="108184" y="122852"/>
                    <a:pt x="108284" y="122415"/>
                  </a:cubicBezTo>
                  <a:cubicBezTo>
                    <a:pt x="108386" y="121977"/>
                    <a:pt x="109059" y="120127"/>
                    <a:pt x="109059" y="119690"/>
                  </a:cubicBezTo>
                  <a:cubicBezTo>
                    <a:pt x="109059" y="119253"/>
                    <a:pt x="109496" y="116326"/>
                    <a:pt x="109496" y="115889"/>
                  </a:cubicBezTo>
                  <a:cubicBezTo>
                    <a:pt x="109496" y="115451"/>
                    <a:pt x="108857" y="113265"/>
                    <a:pt x="108857" y="113265"/>
                  </a:cubicBezTo>
                  <a:cubicBezTo>
                    <a:pt x="108857" y="113265"/>
                    <a:pt x="107982" y="111515"/>
                    <a:pt x="107881" y="111213"/>
                  </a:cubicBezTo>
                  <a:cubicBezTo>
                    <a:pt x="107780" y="110876"/>
                    <a:pt x="107107" y="109026"/>
                    <a:pt x="107107" y="108723"/>
                  </a:cubicBezTo>
                  <a:cubicBezTo>
                    <a:pt x="107107" y="108387"/>
                    <a:pt x="107544" y="106234"/>
                    <a:pt x="107544" y="106234"/>
                  </a:cubicBezTo>
                  <a:cubicBezTo>
                    <a:pt x="107544" y="106234"/>
                    <a:pt x="108520" y="105023"/>
                    <a:pt x="108857" y="104922"/>
                  </a:cubicBezTo>
                  <a:cubicBezTo>
                    <a:pt x="109193" y="104821"/>
                    <a:pt x="109934" y="103509"/>
                    <a:pt x="109934" y="103509"/>
                  </a:cubicBezTo>
                  <a:cubicBezTo>
                    <a:pt x="109934" y="103509"/>
                    <a:pt x="109395" y="100684"/>
                    <a:pt x="109395" y="100347"/>
                  </a:cubicBezTo>
                  <a:cubicBezTo>
                    <a:pt x="109395" y="100011"/>
                    <a:pt x="110809" y="97757"/>
                    <a:pt x="110809" y="97757"/>
                  </a:cubicBezTo>
                  <a:lnTo>
                    <a:pt x="111785" y="96546"/>
                  </a:lnTo>
                  <a:lnTo>
                    <a:pt x="111145" y="89280"/>
                  </a:lnTo>
                  <a:cubicBezTo>
                    <a:pt x="111145" y="89280"/>
                    <a:pt x="112559" y="86353"/>
                    <a:pt x="112222" y="86117"/>
                  </a:cubicBezTo>
                  <a:cubicBezTo>
                    <a:pt x="111886" y="85882"/>
                    <a:pt x="106905" y="80802"/>
                    <a:pt x="106905" y="80802"/>
                  </a:cubicBezTo>
                  <a:cubicBezTo>
                    <a:pt x="106905" y="80802"/>
                    <a:pt x="105693" y="79188"/>
                    <a:pt x="105592" y="78750"/>
                  </a:cubicBezTo>
                  <a:cubicBezTo>
                    <a:pt x="105491" y="78313"/>
                    <a:pt x="103001" y="77338"/>
                    <a:pt x="103640" y="76160"/>
                  </a:cubicBezTo>
                  <a:cubicBezTo>
                    <a:pt x="104280" y="74983"/>
                    <a:pt x="106467" y="73772"/>
                    <a:pt x="106467" y="73772"/>
                  </a:cubicBezTo>
                  <a:cubicBezTo>
                    <a:pt x="106467" y="73772"/>
                    <a:pt x="108318" y="73974"/>
                    <a:pt x="107342" y="72258"/>
                  </a:cubicBezTo>
                  <a:cubicBezTo>
                    <a:pt x="106366" y="70509"/>
                    <a:pt x="106164" y="68120"/>
                    <a:pt x="105390" y="68019"/>
                  </a:cubicBezTo>
                  <a:cubicBezTo>
                    <a:pt x="104650" y="67918"/>
                    <a:pt x="103741" y="67582"/>
                    <a:pt x="103539" y="66169"/>
                  </a:cubicBezTo>
                  <a:cubicBezTo>
                    <a:pt x="103337" y="64756"/>
                    <a:pt x="103203" y="62570"/>
                    <a:pt x="102126" y="62570"/>
                  </a:cubicBezTo>
                  <a:cubicBezTo>
                    <a:pt x="101049" y="62570"/>
                    <a:pt x="98760" y="62570"/>
                    <a:pt x="98760" y="62570"/>
                  </a:cubicBezTo>
                  <a:lnTo>
                    <a:pt x="97986" y="63343"/>
                  </a:lnTo>
                  <a:lnTo>
                    <a:pt x="96573" y="66270"/>
                  </a:lnTo>
                  <a:lnTo>
                    <a:pt x="95496" y="67683"/>
                  </a:lnTo>
                  <a:lnTo>
                    <a:pt x="93308" y="68558"/>
                  </a:lnTo>
                  <a:lnTo>
                    <a:pt x="90683" y="68019"/>
                  </a:lnTo>
                  <a:lnTo>
                    <a:pt x="90044" y="65194"/>
                  </a:lnTo>
                  <a:lnTo>
                    <a:pt x="87654" y="63444"/>
                  </a:lnTo>
                  <a:lnTo>
                    <a:pt x="85467" y="66371"/>
                  </a:lnTo>
                  <a:lnTo>
                    <a:pt x="84491" y="67784"/>
                  </a:lnTo>
                  <a:lnTo>
                    <a:pt x="82000" y="65833"/>
                  </a:lnTo>
                  <a:cubicBezTo>
                    <a:pt x="82000" y="65833"/>
                    <a:pt x="81361" y="64319"/>
                    <a:pt x="81024" y="64319"/>
                  </a:cubicBezTo>
                  <a:cubicBezTo>
                    <a:pt x="80688" y="64319"/>
                    <a:pt x="80049" y="64117"/>
                    <a:pt x="79611" y="64117"/>
                  </a:cubicBezTo>
                  <a:cubicBezTo>
                    <a:pt x="79174" y="64117"/>
                    <a:pt x="76784" y="64319"/>
                    <a:pt x="76683" y="64756"/>
                  </a:cubicBezTo>
                  <a:cubicBezTo>
                    <a:pt x="76582" y="65194"/>
                    <a:pt x="75707" y="66808"/>
                    <a:pt x="75707" y="66808"/>
                  </a:cubicBezTo>
                  <a:lnTo>
                    <a:pt x="75168" y="68995"/>
                  </a:lnTo>
                  <a:lnTo>
                    <a:pt x="74092" y="70744"/>
                  </a:lnTo>
                  <a:cubicBezTo>
                    <a:pt x="74092" y="70744"/>
                    <a:pt x="72140" y="71282"/>
                    <a:pt x="71803" y="71619"/>
                  </a:cubicBezTo>
                  <a:cubicBezTo>
                    <a:pt x="71500" y="71955"/>
                    <a:pt x="70053" y="72931"/>
                    <a:pt x="70053" y="72931"/>
                  </a:cubicBezTo>
                  <a:lnTo>
                    <a:pt x="70053" y="75656"/>
                  </a:lnTo>
                  <a:lnTo>
                    <a:pt x="71467" y="77708"/>
                  </a:lnTo>
                  <a:lnTo>
                    <a:pt x="72106" y="78919"/>
                  </a:lnTo>
                  <a:cubicBezTo>
                    <a:pt x="72106" y="78919"/>
                    <a:pt x="73082" y="79120"/>
                    <a:pt x="73418" y="79894"/>
                  </a:cubicBezTo>
                  <a:cubicBezTo>
                    <a:pt x="73755" y="80668"/>
                    <a:pt x="74395" y="81744"/>
                    <a:pt x="74395" y="81744"/>
                  </a:cubicBezTo>
                  <a:lnTo>
                    <a:pt x="74192" y="84234"/>
                  </a:lnTo>
                  <a:lnTo>
                    <a:pt x="73856" y="85310"/>
                  </a:lnTo>
                  <a:cubicBezTo>
                    <a:pt x="73856" y="85310"/>
                    <a:pt x="72981" y="86723"/>
                    <a:pt x="72543" y="86824"/>
                  </a:cubicBezTo>
                  <a:cubicBezTo>
                    <a:pt x="72106" y="86925"/>
                    <a:pt x="71467" y="87026"/>
                    <a:pt x="71029" y="87026"/>
                  </a:cubicBezTo>
                  <a:cubicBezTo>
                    <a:pt x="70592" y="87026"/>
                    <a:pt x="68202" y="86925"/>
                    <a:pt x="67765" y="86925"/>
                  </a:cubicBezTo>
                  <a:cubicBezTo>
                    <a:pt x="67327" y="86925"/>
                    <a:pt x="65812" y="86824"/>
                    <a:pt x="64937" y="87026"/>
                  </a:cubicBezTo>
                  <a:cubicBezTo>
                    <a:pt x="64063" y="87261"/>
                    <a:pt x="61909" y="86925"/>
                    <a:pt x="61134" y="87261"/>
                  </a:cubicBezTo>
                  <a:cubicBezTo>
                    <a:pt x="60360" y="87598"/>
                    <a:pt x="58745" y="88035"/>
                    <a:pt x="58409" y="88136"/>
                  </a:cubicBezTo>
                  <a:cubicBezTo>
                    <a:pt x="58072" y="88237"/>
                    <a:pt x="56457" y="88910"/>
                    <a:pt x="55918" y="89347"/>
                  </a:cubicBezTo>
                  <a:cubicBezTo>
                    <a:pt x="55380" y="89784"/>
                    <a:pt x="53731" y="92173"/>
                    <a:pt x="53731" y="92173"/>
                  </a:cubicBezTo>
                  <a:cubicBezTo>
                    <a:pt x="53731" y="92173"/>
                    <a:pt x="51678" y="94225"/>
                    <a:pt x="51678" y="94561"/>
                  </a:cubicBezTo>
                  <a:cubicBezTo>
                    <a:pt x="51678" y="94897"/>
                    <a:pt x="49826" y="97488"/>
                    <a:pt x="49826" y="97488"/>
                  </a:cubicBezTo>
                  <a:lnTo>
                    <a:pt x="48177" y="101087"/>
                  </a:lnTo>
                  <a:lnTo>
                    <a:pt x="48581" y="104115"/>
                  </a:lnTo>
                  <a:lnTo>
                    <a:pt x="47403" y="106503"/>
                  </a:lnTo>
                  <a:lnTo>
                    <a:pt x="47403" y="108656"/>
                  </a:lnTo>
                  <a:lnTo>
                    <a:pt x="48951" y="110708"/>
                  </a:lnTo>
                  <a:lnTo>
                    <a:pt x="48548" y="112289"/>
                  </a:lnTo>
                  <a:cubicBezTo>
                    <a:pt x="48548" y="112289"/>
                    <a:pt x="47807" y="114341"/>
                    <a:pt x="47807" y="114577"/>
                  </a:cubicBezTo>
                  <a:cubicBezTo>
                    <a:pt x="47807" y="114778"/>
                    <a:pt x="48884" y="117571"/>
                    <a:pt x="48884" y="117571"/>
                  </a:cubicBezTo>
                  <a:lnTo>
                    <a:pt x="49557" y="119959"/>
                  </a:lnTo>
                  <a:cubicBezTo>
                    <a:pt x="49557" y="119959"/>
                    <a:pt x="50534" y="123861"/>
                    <a:pt x="50534" y="124097"/>
                  </a:cubicBezTo>
                  <a:cubicBezTo>
                    <a:pt x="50534" y="124298"/>
                    <a:pt x="50702" y="126317"/>
                    <a:pt x="50735" y="126552"/>
                  </a:cubicBezTo>
                  <a:cubicBezTo>
                    <a:pt x="50803" y="126754"/>
                    <a:pt x="51173" y="130791"/>
                    <a:pt x="51173" y="130791"/>
                  </a:cubicBezTo>
                  <a:lnTo>
                    <a:pt x="52048" y="133886"/>
                  </a:lnTo>
                  <a:cubicBezTo>
                    <a:pt x="52048" y="133886"/>
                    <a:pt x="51980" y="134962"/>
                    <a:pt x="51139" y="135097"/>
                  </a:cubicBezTo>
                  <a:cubicBezTo>
                    <a:pt x="50264" y="135198"/>
                    <a:pt x="49288" y="134996"/>
                    <a:pt x="48481" y="134760"/>
                  </a:cubicBezTo>
                  <a:cubicBezTo>
                    <a:pt x="47673" y="134525"/>
                    <a:pt x="44846" y="132372"/>
                    <a:pt x="44678" y="132305"/>
                  </a:cubicBezTo>
                  <a:cubicBezTo>
                    <a:pt x="44509" y="132237"/>
                    <a:pt x="39831" y="134088"/>
                    <a:pt x="39831" y="134088"/>
                  </a:cubicBezTo>
                  <a:lnTo>
                    <a:pt x="34413" y="133448"/>
                  </a:lnTo>
                  <a:lnTo>
                    <a:pt x="31788" y="134962"/>
                  </a:lnTo>
                  <a:lnTo>
                    <a:pt x="28321" y="137788"/>
                  </a:lnTo>
                  <a:lnTo>
                    <a:pt x="22432" y="143439"/>
                  </a:lnTo>
                  <a:lnTo>
                    <a:pt x="21119" y="145626"/>
                  </a:lnTo>
                  <a:lnTo>
                    <a:pt x="20042" y="148014"/>
                  </a:lnTo>
                  <a:lnTo>
                    <a:pt x="21792" y="150201"/>
                  </a:lnTo>
                  <a:lnTo>
                    <a:pt x="22869" y="150840"/>
                  </a:lnTo>
                  <a:lnTo>
                    <a:pt x="26773" y="151042"/>
                  </a:lnTo>
                  <a:lnTo>
                    <a:pt x="29937" y="152556"/>
                  </a:lnTo>
                  <a:lnTo>
                    <a:pt x="31788" y="156054"/>
                  </a:lnTo>
                  <a:lnTo>
                    <a:pt x="31788" y="160831"/>
                  </a:lnTo>
                  <a:lnTo>
                    <a:pt x="28961" y="162345"/>
                  </a:lnTo>
                  <a:lnTo>
                    <a:pt x="29836" y="166045"/>
                  </a:lnTo>
                  <a:lnTo>
                    <a:pt x="31586" y="166281"/>
                  </a:lnTo>
                  <a:lnTo>
                    <a:pt x="34211" y="166483"/>
                  </a:lnTo>
                  <a:lnTo>
                    <a:pt x="35826" y="167795"/>
                  </a:lnTo>
                  <a:lnTo>
                    <a:pt x="37038" y="170385"/>
                  </a:lnTo>
                  <a:lnTo>
                    <a:pt x="37038" y="173009"/>
                  </a:lnTo>
                  <a:lnTo>
                    <a:pt x="34009" y="175868"/>
                  </a:lnTo>
                  <a:cubicBezTo>
                    <a:pt x="34009" y="175868"/>
                    <a:pt x="33134" y="176911"/>
                    <a:pt x="31821" y="177146"/>
                  </a:cubicBezTo>
                  <a:cubicBezTo>
                    <a:pt x="30509" y="177348"/>
                    <a:pt x="29634" y="177584"/>
                    <a:pt x="28557" y="178223"/>
                  </a:cubicBezTo>
                  <a:cubicBezTo>
                    <a:pt x="27480" y="178862"/>
                    <a:pt x="27480" y="178862"/>
                    <a:pt x="27480" y="178862"/>
                  </a:cubicBezTo>
                  <a:lnTo>
                    <a:pt x="25090" y="180174"/>
                  </a:lnTo>
                  <a:cubicBezTo>
                    <a:pt x="25090" y="180174"/>
                    <a:pt x="23576" y="181486"/>
                    <a:pt x="23576" y="182125"/>
                  </a:cubicBezTo>
                  <a:cubicBezTo>
                    <a:pt x="23576" y="182764"/>
                    <a:pt x="21759" y="185758"/>
                    <a:pt x="21759" y="185758"/>
                  </a:cubicBezTo>
                  <a:lnTo>
                    <a:pt x="21389" y="187945"/>
                  </a:lnTo>
                  <a:lnTo>
                    <a:pt x="21389" y="190400"/>
                  </a:lnTo>
                  <a:lnTo>
                    <a:pt x="23273" y="190972"/>
                  </a:lnTo>
                  <a:lnTo>
                    <a:pt x="26033" y="192419"/>
                  </a:lnTo>
                  <a:lnTo>
                    <a:pt x="27615" y="193428"/>
                  </a:lnTo>
                  <a:lnTo>
                    <a:pt x="28490" y="194605"/>
                  </a:lnTo>
                  <a:lnTo>
                    <a:pt x="29365" y="196926"/>
                  </a:lnTo>
                  <a:cubicBezTo>
                    <a:pt x="29365" y="196926"/>
                    <a:pt x="31081" y="198508"/>
                    <a:pt x="31250" y="198945"/>
                  </a:cubicBezTo>
                  <a:cubicBezTo>
                    <a:pt x="31384" y="199382"/>
                    <a:pt x="33841" y="201569"/>
                    <a:pt x="34413" y="201703"/>
                  </a:cubicBezTo>
                  <a:cubicBezTo>
                    <a:pt x="34985" y="201838"/>
                    <a:pt x="37139" y="205605"/>
                    <a:pt x="37139" y="205605"/>
                  </a:cubicBezTo>
                  <a:lnTo>
                    <a:pt x="40067" y="209743"/>
                  </a:lnTo>
                  <a:lnTo>
                    <a:pt x="41043" y="213107"/>
                  </a:lnTo>
                  <a:lnTo>
                    <a:pt x="42120" y="217009"/>
                  </a:lnTo>
                  <a:lnTo>
                    <a:pt x="43634" y="221450"/>
                  </a:lnTo>
                  <a:lnTo>
                    <a:pt x="45148" y="223838"/>
                  </a:lnTo>
                  <a:lnTo>
                    <a:pt x="46125" y="227539"/>
                  </a:lnTo>
                  <a:lnTo>
                    <a:pt x="46865" y="229927"/>
                  </a:lnTo>
                  <a:lnTo>
                    <a:pt x="50466" y="232954"/>
                  </a:lnTo>
                  <a:cubicBezTo>
                    <a:pt x="50466" y="232954"/>
                    <a:pt x="52957" y="235141"/>
                    <a:pt x="53832" y="235780"/>
                  </a:cubicBezTo>
                  <a:cubicBezTo>
                    <a:pt x="54707" y="236419"/>
                    <a:pt x="56322" y="237630"/>
                    <a:pt x="56658" y="237832"/>
                  </a:cubicBezTo>
                  <a:cubicBezTo>
                    <a:pt x="56995" y="238034"/>
                    <a:pt x="59923" y="240994"/>
                    <a:pt x="60024" y="241297"/>
                  </a:cubicBezTo>
                  <a:cubicBezTo>
                    <a:pt x="60125" y="241634"/>
                    <a:pt x="61000" y="243686"/>
                    <a:pt x="61101" y="244022"/>
                  </a:cubicBezTo>
                  <a:cubicBezTo>
                    <a:pt x="61202" y="244358"/>
                    <a:pt x="61539" y="245536"/>
                    <a:pt x="61438" y="245973"/>
                  </a:cubicBezTo>
                  <a:cubicBezTo>
                    <a:pt x="61337" y="246410"/>
                    <a:pt x="61438" y="247588"/>
                    <a:pt x="61438" y="248698"/>
                  </a:cubicBezTo>
                  <a:cubicBezTo>
                    <a:pt x="61438" y="249774"/>
                    <a:pt x="62077" y="251860"/>
                    <a:pt x="62077" y="251860"/>
                  </a:cubicBezTo>
                  <a:lnTo>
                    <a:pt x="62615" y="257612"/>
                  </a:lnTo>
                  <a:lnTo>
                    <a:pt x="63692" y="262187"/>
                  </a:lnTo>
                  <a:lnTo>
                    <a:pt x="62481" y="265955"/>
                  </a:lnTo>
                  <a:lnTo>
                    <a:pt x="64433" y="269891"/>
                  </a:lnTo>
                  <a:cubicBezTo>
                    <a:pt x="64433" y="269891"/>
                    <a:pt x="65846" y="269454"/>
                    <a:pt x="66721" y="269655"/>
                  </a:cubicBezTo>
                  <a:cubicBezTo>
                    <a:pt x="67596" y="269891"/>
                    <a:pt x="69447" y="269756"/>
                    <a:pt x="69447" y="269756"/>
                  </a:cubicBezTo>
                  <a:lnTo>
                    <a:pt x="74226" y="270294"/>
                  </a:lnTo>
                  <a:cubicBezTo>
                    <a:pt x="74226" y="270294"/>
                    <a:pt x="76515" y="271001"/>
                    <a:pt x="76952" y="271001"/>
                  </a:cubicBezTo>
                  <a:cubicBezTo>
                    <a:pt x="77390" y="271001"/>
                    <a:pt x="79880" y="271169"/>
                    <a:pt x="80755" y="271169"/>
                  </a:cubicBezTo>
                  <a:cubicBezTo>
                    <a:pt x="81058" y="271169"/>
                    <a:pt x="81226" y="271169"/>
                    <a:pt x="81294" y="271169"/>
                  </a:cubicBezTo>
                  <a:lnTo>
                    <a:pt x="82707" y="273221"/>
                  </a:lnTo>
                  <a:lnTo>
                    <a:pt x="82472" y="273995"/>
                  </a:lnTo>
                  <a:lnTo>
                    <a:pt x="79308" y="275071"/>
                  </a:lnTo>
                  <a:cubicBezTo>
                    <a:pt x="79308" y="275071"/>
                    <a:pt x="78332" y="277359"/>
                    <a:pt x="77558" y="277561"/>
                  </a:cubicBezTo>
                  <a:cubicBezTo>
                    <a:pt x="76784" y="277762"/>
                    <a:pt x="76246" y="278099"/>
                    <a:pt x="75371" y="278536"/>
                  </a:cubicBezTo>
                  <a:cubicBezTo>
                    <a:pt x="74496" y="278974"/>
                    <a:pt x="72981" y="279747"/>
                    <a:pt x="72981" y="279747"/>
                  </a:cubicBezTo>
                  <a:lnTo>
                    <a:pt x="65139" y="283347"/>
                  </a:lnTo>
                  <a:lnTo>
                    <a:pt x="57534" y="284423"/>
                  </a:lnTo>
                  <a:lnTo>
                    <a:pt x="55346" y="285836"/>
                  </a:lnTo>
                  <a:lnTo>
                    <a:pt x="51846" y="288561"/>
                  </a:lnTo>
                  <a:lnTo>
                    <a:pt x="42928" y="288561"/>
                  </a:lnTo>
                  <a:lnTo>
                    <a:pt x="43567" y="294010"/>
                  </a:lnTo>
                  <a:lnTo>
                    <a:pt x="44004" y="298585"/>
                  </a:lnTo>
                  <a:cubicBezTo>
                    <a:pt x="44004" y="298585"/>
                    <a:pt x="44879" y="299662"/>
                    <a:pt x="42692" y="299662"/>
                  </a:cubicBezTo>
                  <a:cubicBezTo>
                    <a:pt x="40505" y="299662"/>
                    <a:pt x="38351" y="299023"/>
                    <a:pt x="38351" y="299023"/>
                  </a:cubicBezTo>
                  <a:lnTo>
                    <a:pt x="35725" y="298585"/>
                  </a:lnTo>
                  <a:cubicBezTo>
                    <a:pt x="35725" y="298585"/>
                    <a:pt x="34413" y="299023"/>
                    <a:pt x="33774" y="299897"/>
                  </a:cubicBezTo>
                  <a:cubicBezTo>
                    <a:pt x="33134" y="300772"/>
                    <a:pt x="31586" y="305986"/>
                    <a:pt x="31586" y="305986"/>
                  </a:cubicBezTo>
                  <a:cubicBezTo>
                    <a:pt x="31586" y="305986"/>
                    <a:pt x="32259" y="310124"/>
                    <a:pt x="32899" y="310763"/>
                  </a:cubicBezTo>
                  <a:cubicBezTo>
                    <a:pt x="33538" y="311402"/>
                    <a:pt x="36163" y="313791"/>
                    <a:pt x="37038" y="314026"/>
                  </a:cubicBezTo>
                  <a:cubicBezTo>
                    <a:pt x="37913" y="314228"/>
                    <a:pt x="39865" y="314665"/>
                    <a:pt x="40505" y="314665"/>
                  </a:cubicBezTo>
                  <a:cubicBezTo>
                    <a:pt x="41144" y="314665"/>
                    <a:pt x="42894" y="314665"/>
                    <a:pt x="42894" y="314665"/>
                  </a:cubicBezTo>
                  <a:lnTo>
                    <a:pt x="44644" y="316616"/>
                  </a:lnTo>
                  <a:cubicBezTo>
                    <a:pt x="44644" y="316616"/>
                    <a:pt x="45081" y="317928"/>
                    <a:pt x="45721" y="318366"/>
                  </a:cubicBezTo>
                  <a:cubicBezTo>
                    <a:pt x="46360" y="318803"/>
                    <a:pt x="51610" y="320956"/>
                    <a:pt x="51610" y="320956"/>
                  </a:cubicBezTo>
                  <a:cubicBezTo>
                    <a:pt x="51610" y="320956"/>
                    <a:pt x="54437" y="322470"/>
                    <a:pt x="55952" y="322470"/>
                  </a:cubicBezTo>
                  <a:cubicBezTo>
                    <a:pt x="57500" y="322470"/>
                    <a:pt x="62043" y="322907"/>
                    <a:pt x="62043" y="322907"/>
                  </a:cubicBezTo>
                  <a:lnTo>
                    <a:pt x="65947" y="323445"/>
                  </a:lnTo>
                  <a:lnTo>
                    <a:pt x="70962" y="323344"/>
                  </a:lnTo>
                  <a:lnTo>
                    <a:pt x="74226" y="323344"/>
                  </a:lnTo>
                  <a:cubicBezTo>
                    <a:pt x="74226" y="323344"/>
                    <a:pt x="74664" y="323142"/>
                    <a:pt x="75303" y="323781"/>
                  </a:cubicBezTo>
                  <a:cubicBezTo>
                    <a:pt x="75942" y="324421"/>
                    <a:pt x="76178" y="325531"/>
                    <a:pt x="76178" y="325531"/>
                  </a:cubicBezTo>
                  <a:lnTo>
                    <a:pt x="78130" y="328357"/>
                  </a:lnTo>
                  <a:cubicBezTo>
                    <a:pt x="78130" y="328357"/>
                    <a:pt x="78130" y="330308"/>
                    <a:pt x="77895" y="331182"/>
                  </a:cubicBezTo>
                  <a:cubicBezTo>
                    <a:pt x="77693" y="332057"/>
                    <a:pt x="77457" y="333133"/>
                    <a:pt x="76818" y="334008"/>
                  </a:cubicBezTo>
                  <a:cubicBezTo>
                    <a:pt x="76178" y="334883"/>
                    <a:pt x="77457" y="333571"/>
                    <a:pt x="76178" y="334883"/>
                  </a:cubicBezTo>
                  <a:cubicBezTo>
                    <a:pt x="74866" y="336195"/>
                    <a:pt x="73991" y="338785"/>
                    <a:pt x="73991" y="338785"/>
                  </a:cubicBezTo>
                  <a:lnTo>
                    <a:pt x="73856" y="340299"/>
                  </a:lnTo>
                  <a:lnTo>
                    <a:pt x="75101" y="343326"/>
                  </a:lnTo>
                  <a:lnTo>
                    <a:pt x="75101" y="346791"/>
                  </a:lnTo>
                  <a:lnTo>
                    <a:pt x="76246" y="348103"/>
                  </a:lnTo>
                  <a:lnTo>
                    <a:pt x="77390" y="350727"/>
                  </a:lnTo>
                  <a:lnTo>
                    <a:pt x="81159" y="352308"/>
                  </a:lnTo>
                  <a:lnTo>
                    <a:pt x="82472" y="352443"/>
                  </a:lnTo>
                  <a:cubicBezTo>
                    <a:pt x="82472" y="352443"/>
                    <a:pt x="83481" y="353754"/>
                    <a:pt x="83784" y="354326"/>
                  </a:cubicBezTo>
                  <a:cubicBezTo>
                    <a:pt x="84087" y="354898"/>
                    <a:pt x="85803" y="356647"/>
                    <a:pt x="85803" y="356647"/>
                  </a:cubicBezTo>
                  <a:lnTo>
                    <a:pt x="86106" y="358834"/>
                  </a:lnTo>
                  <a:lnTo>
                    <a:pt x="86981" y="362030"/>
                  </a:lnTo>
                  <a:lnTo>
                    <a:pt x="86409" y="366369"/>
                  </a:lnTo>
                  <a:lnTo>
                    <a:pt x="86275" y="367984"/>
                  </a:lnTo>
                  <a:lnTo>
                    <a:pt x="85265" y="370574"/>
                  </a:lnTo>
                  <a:lnTo>
                    <a:pt x="83515" y="376091"/>
                  </a:lnTo>
                  <a:lnTo>
                    <a:pt x="82068" y="376966"/>
                  </a:lnTo>
                  <a:lnTo>
                    <a:pt x="79611" y="377975"/>
                  </a:lnTo>
                  <a:cubicBezTo>
                    <a:pt x="79611" y="377975"/>
                    <a:pt x="79174" y="379993"/>
                    <a:pt x="79174" y="380733"/>
                  </a:cubicBezTo>
                  <a:cubicBezTo>
                    <a:pt x="79174" y="381440"/>
                    <a:pt x="80486" y="383357"/>
                    <a:pt x="80486" y="383357"/>
                  </a:cubicBezTo>
                  <a:cubicBezTo>
                    <a:pt x="80486" y="383357"/>
                    <a:pt x="81226" y="384938"/>
                    <a:pt x="81058" y="385376"/>
                  </a:cubicBezTo>
                  <a:cubicBezTo>
                    <a:pt x="80923" y="385813"/>
                    <a:pt x="80755" y="387125"/>
                    <a:pt x="80351" y="387260"/>
                  </a:cubicBezTo>
                  <a:cubicBezTo>
                    <a:pt x="79914" y="387394"/>
                    <a:pt x="78904" y="388571"/>
                    <a:pt x="78332" y="388571"/>
                  </a:cubicBezTo>
                  <a:cubicBezTo>
                    <a:pt x="77760" y="388571"/>
                    <a:pt x="77760" y="388437"/>
                    <a:pt x="77625" y="389143"/>
                  </a:cubicBezTo>
                  <a:cubicBezTo>
                    <a:pt x="77457" y="389850"/>
                    <a:pt x="78635" y="392339"/>
                    <a:pt x="79207" y="393214"/>
                  </a:cubicBezTo>
                  <a:cubicBezTo>
                    <a:pt x="79779" y="394088"/>
                    <a:pt x="80890" y="396544"/>
                    <a:pt x="80890" y="397116"/>
                  </a:cubicBezTo>
                  <a:cubicBezTo>
                    <a:pt x="80890" y="397688"/>
                    <a:pt x="83851" y="400581"/>
                    <a:pt x="83851" y="400581"/>
                  </a:cubicBezTo>
                  <a:lnTo>
                    <a:pt x="83851" y="402397"/>
                  </a:lnTo>
                  <a:cubicBezTo>
                    <a:pt x="83818" y="402296"/>
                    <a:pt x="83515" y="402196"/>
                    <a:pt x="82102" y="402498"/>
                  </a:cubicBezTo>
                  <a:cubicBezTo>
                    <a:pt x="80082" y="402936"/>
                    <a:pt x="78467" y="404248"/>
                    <a:pt x="77625" y="404651"/>
                  </a:cubicBezTo>
                  <a:cubicBezTo>
                    <a:pt x="76750" y="405089"/>
                    <a:pt x="76885" y="404954"/>
                    <a:pt x="75168" y="405660"/>
                  </a:cubicBezTo>
                  <a:cubicBezTo>
                    <a:pt x="73418" y="406401"/>
                    <a:pt x="72847" y="406804"/>
                    <a:pt x="71264" y="407847"/>
                  </a:cubicBezTo>
                  <a:cubicBezTo>
                    <a:pt x="69683" y="408856"/>
                    <a:pt x="68808" y="410605"/>
                    <a:pt x="68236" y="411043"/>
                  </a:cubicBezTo>
                  <a:cubicBezTo>
                    <a:pt x="67664" y="411480"/>
                    <a:pt x="65644" y="413061"/>
                    <a:pt x="65644" y="413061"/>
                  </a:cubicBezTo>
                  <a:cubicBezTo>
                    <a:pt x="65644" y="413061"/>
                    <a:pt x="62750" y="412927"/>
                    <a:pt x="62009" y="414070"/>
                  </a:cubicBezTo>
                  <a:cubicBezTo>
                    <a:pt x="61269" y="415248"/>
                    <a:pt x="60260" y="417098"/>
                    <a:pt x="59250" y="417098"/>
                  </a:cubicBezTo>
                  <a:cubicBezTo>
                    <a:pt x="58240" y="417098"/>
                    <a:pt x="58947" y="419284"/>
                    <a:pt x="56793" y="417098"/>
                  </a:cubicBezTo>
                  <a:cubicBezTo>
                    <a:pt x="54639" y="414911"/>
                    <a:pt x="52721" y="411749"/>
                    <a:pt x="50702" y="410874"/>
                  </a:cubicBezTo>
                  <a:cubicBezTo>
                    <a:pt x="48682" y="410000"/>
                    <a:pt x="48514" y="407981"/>
                    <a:pt x="47067" y="407679"/>
                  </a:cubicBezTo>
                  <a:cubicBezTo>
                    <a:pt x="45620" y="407376"/>
                    <a:pt x="42995" y="407242"/>
                    <a:pt x="42995" y="407242"/>
                  </a:cubicBezTo>
                  <a:lnTo>
                    <a:pt x="38956" y="409697"/>
                  </a:lnTo>
                  <a:lnTo>
                    <a:pt x="33740" y="413162"/>
                  </a:lnTo>
                  <a:lnTo>
                    <a:pt x="32999" y="415483"/>
                  </a:lnTo>
                  <a:lnTo>
                    <a:pt x="31148" y="416526"/>
                  </a:lnTo>
                  <a:lnTo>
                    <a:pt x="30408" y="416930"/>
                  </a:lnTo>
                  <a:lnTo>
                    <a:pt x="26638" y="418040"/>
                  </a:lnTo>
                  <a:lnTo>
                    <a:pt x="25461" y="420697"/>
                  </a:lnTo>
                  <a:lnTo>
                    <a:pt x="21691" y="424465"/>
                  </a:lnTo>
                  <a:lnTo>
                    <a:pt x="19235" y="426921"/>
                  </a:lnTo>
                  <a:lnTo>
                    <a:pt x="19975" y="430116"/>
                  </a:lnTo>
                  <a:lnTo>
                    <a:pt x="22163" y="433447"/>
                  </a:lnTo>
                  <a:lnTo>
                    <a:pt x="24485" y="436340"/>
                  </a:lnTo>
                  <a:lnTo>
                    <a:pt x="27244" y="438964"/>
                  </a:lnTo>
                  <a:lnTo>
                    <a:pt x="30004" y="442731"/>
                  </a:lnTo>
                  <a:lnTo>
                    <a:pt x="30307" y="445052"/>
                  </a:lnTo>
                  <a:cubicBezTo>
                    <a:pt x="30307" y="445052"/>
                    <a:pt x="29567" y="447643"/>
                    <a:pt x="29432" y="448248"/>
                  </a:cubicBezTo>
                  <a:cubicBezTo>
                    <a:pt x="29297" y="448820"/>
                    <a:pt x="28288" y="453462"/>
                    <a:pt x="28288" y="453462"/>
                  </a:cubicBezTo>
                  <a:lnTo>
                    <a:pt x="24215" y="456355"/>
                  </a:lnTo>
                  <a:lnTo>
                    <a:pt x="18562" y="459551"/>
                  </a:lnTo>
                  <a:lnTo>
                    <a:pt x="17552" y="462444"/>
                  </a:lnTo>
                  <a:cubicBezTo>
                    <a:pt x="17552" y="462444"/>
                    <a:pt x="16980" y="464025"/>
                    <a:pt x="16812" y="464463"/>
                  </a:cubicBezTo>
                  <a:cubicBezTo>
                    <a:pt x="16677" y="464900"/>
                    <a:pt x="12335" y="465606"/>
                    <a:pt x="12335" y="465606"/>
                  </a:cubicBezTo>
                  <a:cubicBezTo>
                    <a:pt x="12335" y="465606"/>
                    <a:pt x="9879" y="466313"/>
                    <a:pt x="9441" y="466615"/>
                  </a:cubicBezTo>
                  <a:cubicBezTo>
                    <a:pt x="9003" y="466918"/>
                    <a:pt x="4797" y="469340"/>
                    <a:pt x="4797" y="469340"/>
                  </a:cubicBezTo>
                  <a:lnTo>
                    <a:pt x="2980" y="472233"/>
                  </a:lnTo>
                  <a:lnTo>
                    <a:pt x="2172" y="476304"/>
                  </a:lnTo>
                  <a:lnTo>
                    <a:pt x="2172" y="480643"/>
                  </a:lnTo>
                  <a:cubicBezTo>
                    <a:pt x="2172" y="480643"/>
                    <a:pt x="2912" y="486160"/>
                    <a:pt x="2912" y="486732"/>
                  </a:cubicBezTo>
                  <a:cubicBezTo>
                    <a:pt x="2912" y="487304"/>
                    <a:pt x="3787" y="490769"/>
                    <a:pt x="3787" y="490769"/>
                  </a:cubicBezTo>
                  <a:cubicBezTo>
                    <a:pt x="3787" y="490769"/>
                    <a:pt x="4056" y="492955"/>
                    <a:pt x="4056" y="493527"/>
                  </a:cubicBezTo>
                  <a:cubicBezTo>
                    <a:pt x="4056" y="494099"/>
                    <a:pt x="4359" y="495276"/>
                    <a:pt x="3047" y="496555"/>
                  </a:cubicBezTo>
                  <a:cubicBezTo>
                    <a:pt x="1734" y="497867"/>
                    <a:pt x="287" y="499751"/>
                    <a:pt x="18" y="500322"/>
                  </a:cubicBezTo>
                  <a:cubicBezTo>
                    <a:pt x="-285" y="500894"/>
                    <a:pt x="3350" y="505234"/>
                    <a:pt x="3350" y="505234"/>
                  </a:cubicBezTo>
                  <a:lnTo>
                    <a:pt x="4662" y="508261"/>
                  </a:lnTo>
                  <a:cubicBezTo>
                    <a:pt x="4662" y="508261"/>
                    <a:pt x="7557" y="510145"/>
                    <a:pt x="7994" y="510448"/>
                  </a:cubicBezTo>
                  <a:cubicBezTo>
                    <a:pt x="8432" y="510751"/>
                    <a:pt x="11191" y="512769"/>
                    <a:pt x="11191" y="512769"/>
                  </a:cubicBezTo>
                  <a:cubicBezTo>
                    <a:pt x="11191" y="512769"/>
                    <a:pt x="14220" y="513913"/>
                    <a:pt x="14826" y="513778"/>
                  </a:cubicBezTo>
                  <a:cubicBezTo>
                    <a:pt x="15398" y="513644"/>
                    <a:pt x="18158" y="512769"/>
                    <a:pt x="18158" y="512769"/>
                  </a:cubicBezTo>
                  <a:lnTo>
                    <a:pt x="18730" y="512769"/>
                  </a:lnTo>
                  <a:cubicBezTo>
                    <a:pt x="18730" y="512769"/>
                    <a:pt x="21186" y="512836"/>
                    <a:pt x="21624" y="512971"/>
                  </a:cubicBezTo>
                  <a:cubicBezTo>
                    <a:pt x="22061" y="513105"/>
                    <a:pt x="25696" y="517983"/>
                    <a:pt x="25696" y="517983"/>
                  </a:cubicBezTo>
                  <a:lnTo>
                    <a:pt x="29163" y="517983"/>
                  </a:lnTo>
                  <a:lnTo>
                    <a:pt x="31653" y="517445"/>
                  </a:lnTo>
                  <a:lnTo>
                    <a:pt x="33504" y="517983"/>
                  </a:lnTo>
                  <a:lnTo>
                    <a:pt x="33504" y="520607"/>
                  </a:lnTo>
                  <a:lnTo>
                    <a:pt x="33067" y="523870"/>
                  </a:lnTo>
                  <a:lnTo>
                    <a:pt x="32427" y="525485"/>
                  </a:lnTo>
                  <a:cubicBezTo>
                    <a:pt x="32427" y="525485"/>
                    <a:pt x="31889" y="527537"/>
                    <a:pt x="31889" y="528109"/>
                  </a:cubicBezTo>
                  <a:cubicBezTo>
                    <a:pt x="31889" y="528647"/>
                    <a:pt x="31451" y="529623"/>
                    <a:pt x="31990" y="530834"/>
                  </a:cubicBezTo>
                  <a:cubicBezTo>
                    <a:pt x="32528" y="532044"/>
                    <a:pt x="33740" y="533861"/>
                    <a:pt x="34278" y="534298"/>
                  </a:cubicBezTo>
                  <a:cubicBezTo>
                    <a:pt x="34817" y="534736"/>
                    <a:pt x="36702" y="536048"/>
                    <a:pt x="36836" y="536350"/>
                  </a:cubicBezTo>
                  <a:cubicBezTo>
                    <a:pt x="36937" y="536687"/>
                    <a:pt x="37004" y="539075"/>
                    <a:pt x="37004" y="539513"/>
                  </a:cubicBezTo>
                  <a:cubicBezTo>
                    <a:pt x="37004" y="539950"/>
                    <a:pt x="37004" y="543213"/>
                    <a:pt x="37004" y="543213"/>
                  </a:cubicBezTo>
                  <a:lnTo>
                    <a:pt x="38418" y="545601"/>
                  </a:lnTo>
                  <a:lnTo>
                    <a:pt x="40605" y="548091"/>
                  </a:lnTo>
                  <a:cubicBezTo>
                    <a:pt x="40605" y="548091"/>
                    <a:pt x="42120" y="549941"/>
                    <a:pt x="42456" y="550143"/>
                  </a:cubicBezTo>
                  <a:cubicBezTo>
                    <a:pt x="42793" y="550344"/>
                    <a:pt x="43870" y="551656"/>
                    <a:pt x="43870" y="551656"/>
                  </a:cubicBezTo>
                  <a:lnTo>
                    <a:pt x="46057" y="553944"/>
                  </a:lnTo>
                  <a:lnTo>
                    <a:pt x="48346" y="557207"/>
                  </a:lnTo>
                  <a:cubicBezTo>
                    <a:pt x="48346" y="557207"/>
                    <a:pt x="48447" y="558956"/>
                    <a:pt x="48682" y="559495"/>
                  </a:cubicBezTo>
                  <a:cubicBezTo>
                    <a:pt x="48884" y="560033"/>
                    <a:pt x="49658" y="560806"/>
                    <a:pt x="49658" y="560806"/>
                  </a:cubicBezTo>
                  <a:lnTo>
                    <a:pt x="49355" y="563060"/>
                  </a:lnTo>
                  <a:lnTo>
                    <a:pt x="49490" y="565314"/>
                  </a:lnTo>
                  <a:lnTo>
                    <a:pt x="52384" y="566693"/>
                  </a:lnTo>
                  <a:lnTo>
                    <a:pt x="53529" y="566693"/>
                  </a:lnTo>
                  <a:lnTo>
                    <a:pt x="56423" y="568443"/>
                  </a:lnTo>
                  <a:cubicBezTo>
                    <a:pt x="56423" y="568443"/>
                    <a:pt x="58745" y="570192"/>
                    <a:pt x="59183" y="570461"/>
                  </a:cubicBezTo>
                  <a:cubicBezTo>
                    <a:pt x="59620" y="570764"/>
                    <a:pt x="61505" y="573219"/>
                    <a:pt x="61505" y="573219"/>
                  </a:cubicBezTo>
                  <a:cubicBezTo>
                    <a:pt x="61505" y="573219"/>
                    <a:pt x="61639" y="574801"/>
                    <a:pt x="61505" y="575238"/>
                  </a:cubicBezTo>
                  <a:cubicBezTo>
                    <a:pt x="61370" y="575675"/>
                    <a:pt x="60933" y="577424"/>
                    <a:pt x="60933" y="578131"/>
                  </a:cubicBezTo>
                  <a:cubicBezTo>
                    <a:pt x="60933" y="578871"/>
                    <a:pt x="60664" y="579443"/>
                    <a:pt x="60360" y="581327"/>
                  </a:cubicBezTo>
                  <a:cubicBezTo>
                    <a:pt x="60058" y="583210"/>
                    <a:pt x="59351" y="586541"/>
                    <a:pt x="59048" y="587113"/>
                  </a:cubicBezTo>
                  <a:cubicBezTo>
                    <a:pt x="58745" y="587684"/>
                    <a:pt x="56726" y="590746"/>
                    <a:pt x="56726" y="590746"/>
                  </a:cubicBezTo>
                  <a:lnTo>
                    <a:pt x="55144" y="595253"/>
                  </a:lnTo>
                  <a:cubicBezTo>
                    <a:pt x="55144" y="595253"/>
                    <a:pt x="54437" y="597709"/>
                    <a:pt x="53832" y="598146"/>
                  </a:cubicBezTo>
                  <a:cubicBezTo>
                    <a:pt x="53259" y="598584"/>
                    <a:pt x="52822" y="598853"/>
                    <a:pt x="51644" y="599593"/>
                  </a:cubicBezTo>
                  <a:cubicBezTo>
                    <a:pt x="50500" y="600299"/>
                    <a:pt x="49760" y="602049"/>
                    <a:pt x="49187" y="602183"/>
                  </a:cubicBezTo>
                  <a:cubicBezTo>
                    <a:pt x="48615" y="602318"/>
                    <a:pt x="47168" y="603764"/>
                    <a:pt x="46158" y="604504"/>
                  </a:cubicBezTo>
                  <a:cubicBezTo>
                    <a:pt x="45148" y="605211"/>
                    <a:pt x="44408" y="606657"/>
                    <a:pt x="44139" y="607532"/>
                  </a:cubicBezTo>
                  <a:cubicBezTo>
                    <a:pt x="43870" y="608407"/>
                    <a:pt x="44442" y="610559"/>
                    <a:pt x="44442" y="610559"/>
                  </a:cubicBezTo>
                  <a:lnTo>
                    <a:pt x="48514" y="614462"/>
                  </a:lnTo>
                  <a:cubicBezTo>
                    <a:pt x="48514" y="614462"/>
                    <a:pt x="47505" y="616345"/>
                    <a:pt x="46932" y="616648"/>
                  </a:cubicBezTo>
                  <a:cubicBezTo>
                    <a:pt x="46360" y="616951"/>
                    <a:pt x="44173" y="618397"/>
                    <a:pt x="43029" y="618532"/>
                  </a:cubicBezTo>
                  <a:cubicBezTo>
                    <a:pt x="41850" y="618667"/>
                    <a:pt x="38822" y="622602"/>
                    <a:pt x="38822" y="622602"/>
                  </a:cubicBezTo>
                  <a:lnTo>
                    <a:pt x="36870" y="628187"/>
                  </a:lnTo>
                  <a:lnTo>
                    <a:pt x="34043" y="633401"/>
                  </a:lnTo>
                  <a:lnTo>
                    <a:pt x="30341" y="637303"/>
                  </a:lnTo>
                  <a:lnTo>
                    <a:pt x="28826" y="641003"/>
                  </a:lnTo>
                  <a:lnTo>
                    <a:pt x="28624" y="646419"/>
                  </a:lnTo>
                  <a:lnTo>
                    <a:pt x="29264" y="652071"/>
                  </a:lnTo>
                  <a:lnTo>
                    <a:pt x="31653" y="653585"/>
                  </a:lnTo>
                  <a:lnTo>
                    <a:pt x="29701" y="659673"/>
                  </a:lnTo>
                  <a:lnTo>
                    <a:pt x="30576" y="664248"/>
                  </a:lnTo>
                  <a:lnTo>
                    <a:pt x="30341" y="667074"/>
                  </a:lnTo>
                  <a:cubicBezTo>
                    <a:pt x="30341" y="667074"/>
                    <a:pt x="29903" y="666872"/>
                    <a:pt x="28591" y="667074"/>
                  </a:cubicBezTo>
                  <a:cubicBezTo>
                    <a:pt x="27278" y="667310"/>
                    <a:pt x="26841" y="666872"/>
                    <a:pt x="25966" y="667074"/>
                  </a:cubicBezTo>
                  <a:cubicBezTo>
                    <a:pt x="25090" y="667310"/>
                    <a:pt x="22061" y="668386"/>
                    <a:pt x="22061" y="668386"/>
                  </a:cubicBezTo>
                  <a:lnTo>
                    <a:pt x="17720" y="669462"/>
                  </a:lnTo>
                  <a:lnTo>
                    <a:pt x="18360" y="672053"/>
                  </a:lnTo>
                  <a:lnTo>
                    <a:pt x="19437" y="674004"/>
                  </a:lnTo>
                  <a:lnTo>
                    <a:pt x="16609" y="677906"/>
                  </a:lnTo>
                  <a:lnTo>
                    <a:pt x="11831" y="677906"/>
                  </a:lnTo>
                  <a:lnTo>
                    <a:pt x="8566" y="680294"/>
                  </a:lnTo>
                  <a:lnTo>
                    <a:pt x="4427" y="682044"/>
                  </a:lnTo>
                  <a:lnTo>
                    <a:pt x="3787" y="685508"/>
                  </a:lnTo>
                  <a:lnTo>
                    <a:pt x="9643" y="688973"/>
                  </a:lnTo>
                  <a:cubicBezTo>
                    <a:pt x="9643" y="688973"/>
                    <a:pt x="13345" y="689613"/>
                    <a:pt x="9879" y="690050"/>
                  </a:cubicBezTo>
                  <a:cubicBezTo>
                    <a:pt x="6412" y="690487"/>
                    <a:pt x="4225" y="692001"/>
                    <a:pt x="4225" y="692001"/>
                  </a:cubicBezTo>
                  <a:cubicBezTo>
                    <a:pt x="4225" y="692001"/>
                    <a:pt x="3585" y="694188"/>
                    <a:pt x="4864" y="695264"/>
                  </a:cubicBezTo>
                  <a:cubicBezTo>
                    <a:pt x="6177" y="696341"/>
                    <a:pt x="7893" y="698292"/>
                    <a:pt x="8768" y="698964"/>
                  </a:cubicBezTo>
                  <a:cubicBezTo>
                    <a:pt x="9643" y="699603"/>
                    <a:pt x="12470" y="703304"/>
                    <a:pt x="12470" y="703304"/>
                  </a:cubicBezTo>
                  <a:lnTo>
                    <a:pt x="14422" y="705490"/>
                  </a:lnTo>
                  <a:cubicBezTo>
                    <a:pt x="14422" y="705490"/>
                    <a:pt x="14658" y="708518"/>
                    <a:pt x="14422" y="709393"/>
                  </a:cubicBezTo>
                  <a:cubicBezTo>
                    <a:pt x="14220" y="710267"/>
                    <a:pt x="14422" y="713530"/>
                    <a:pt x="14422" y="713530"/>
                  </a:cubicBezTo>
                  <a:lnTo>
                    <a:pt x="19201" y="717668"/>
                  </a:lnTo>
                  <a:cubicBezTo>
                    <a:pt x="19201" y="717668"/>
                    <a:pt x="25057" y="722680"/>
                    <a:pt x="26369" y="723319"/>
                  </a:cubicBezTo>
                  <a:cubicBezTo>
                    <a:pt x="27682" y="723959"/>
                    <a:pt x="30946" y="724833"/>
                    <a:pt x="30946" y="724833"/>
                  </a:cubicBezTo>
                  <a:lnTo>
                    <a:pt x="31250" y="729913"/>
                  </a:lnTo>
                  <a:cubicBezTo>
                    <a:pt x="31687" y="729610"/>
                    <a:pt x="34144" y="728332"/>
                    <a:pt x="34581" y="728164"/>
                  </a:cubicBezTo>
                  <a:cubicBezTo>
                    <a:pt x="35019" y="728029"/>
                    <a:pt x="36600" y="727289"/>
                    <a:pt x="36600" y="727289"/>
                  </a:cubicBezTo>
                  <a:cubicBezTo>
                    <a:pt x="36600" y="727289"/>
                    <a:pt x="38620" y="726717"/>
                    <a:pt x="39226" y="726717"/>
                  </a:cubicBezTo>
                  <a:cubicBezTo>
                    <a:pt x="39797" y="726717"/>
                    <a:pt x="41110" y="725977"/>
                    <a:pt x="41379" y="726717"/>
                  </a:cubicBezTo>
                  <a:cubicBezTo>
                    <a:pt x="41682" y="727424"/>
                    <a:pt x="42995" y="728164"/>
                    <a:pt x="42995" y="728164"/>
                  </a:cubicBezTo>
                  <a:lnTo>
                    <a:pt x="46899" y="728736"/>
                  </a:lnTo>
                  <a:lnTo>
                    <a:pt x="50534" y="729610"/>
                  </a:lnTo>
                  <a:cubicBezTo>
                    <a:pt x="50534" y="729610"/>
                    <a:pt x="53731" y="728736"/>
                    <a:pt x="54303" y="728164"/>
                  </a:cubicBezTo>
                  <a:cubicBezTo>
                    <a:pt x="54875" y="727592"/>
                    <a:pt x="56187" y="726784"/>
                    <a:pt x="56760" y="726246"/>
                  </a:cubicBezTo>
                  <a:cubicBezTo>
                    <a:pt x="57332" y="725708"/>
                    <a:pt x="58341" y="724833"/>
                    <a:pt x="58913" y="724833"/>
                  </a:cubicBezTo>
                  <a:cubicBezTo>
                    <a:pt x="59485" y="724833"/>
                    <a:pt x="60495" y="724833"/>
                    <a:pt x="60495" y="724833"/>
                  </a:cubicBezTo>
                  <a:cubicBezTo>
                    <a:pt x="60495" y="724833"/>
                    <a:pt x="62245" y="725271"/>
                    <a:pt x="62380" y="725842"/>
                  </a:cubicBezTo>
                  <a:cubicBezTo>
                    <a:pt x="62514" y="726414"/>
                    <a:pt x="63120" y="729038"/>
                    <a:pt x="63120" y="729038"/>
                  </a:cubicBezTo>
                  <a:lnTo>
                    <a:pt x="63120" y="730922"/>
                  </a:lnTo>
                  <a:cubicBezTo>
                    <a:pt x="63120" y="730922"/>
                    <a:pt x="67461" y="731931"/>
                    <a:pt x="67899" y="732066"/>
                  </a:cubicBezTo>
                  <a:cubicBezTo>
                    <a:pt x="68337" y="732200"/>
                    <a:pt x="69649" y="733209"/>
                    <a:pt x="70221" y="733209"/>
                  </a:cubicBezTo>
                  <a:cubicBezTo>
                    <a:pt x="70794" y="733209"/>
                    <a:pt x="73418" y="734219"/>
                    <a:pt x="73418" y="734219"/>
                  </a:cubicBezTo>
                  <a:cubicBezTo>
                    <a:pt x="73418" y="734219"/>
                    <a:pt x="76616" y="734791"/>
                    <a:pt x="77188" y="734791"/>
                  </a:cubicBezTo>
                  <a:cubicBezTo>
                    <a:pt x="77760" y="734791"/>
                    <a:pt x="79073" y="735228"/>
                    <a:pt x="80519" y="735228"/>
                  </a:cubicBezTo>
                  <a:cubicBezTo>
                    <a:pt x="81967" y="735228"/>
                    <a:pt x="83279" y="735800"/>
                    <a:pt x="84424" y="735968"/>
                  </a:cubicBezTo>
                  <a:cubicBezTo>
                    <a:pt x="85601" y="736103"/>
                    <a:pt x="87049" y="736405"/>
                    <a:pt x="87318" y="736843"/>
                  </a:cubicBezTo>
                  <a:cubicBezTo>
                    <a:pt x="87587" y="737280"/>
                    <a:pt x="90078" y="739029"/>
                    <a:pt x="90919" y="739298"/>
                  </a:cubicBezTo>
                  <a:cubicBezTo>
                    <a:pt x="91794" y="739601"/>
                    <a:pt x="91053" y="738861"/>
                    <a:pt x="91794" y="739601"/>
                  </a:cubicBezTo>
                  <a:cubicBezTo>
                    <a:pt x="92534" y="740308"/>
                    <a:pt x="93544" y="741922"/>
                    <a:pt x="93544" y="741922"/>
                  </a:cubicBezTo>
                  <a:lnTo>
                    <a:pt x="97885" y="743941"/>
                  </a:lnTo>
                  <a:lnTo>
                    <a:pt x="102092" y="745522"/>
                  </a:lnTo>
                  <a:lnTo>
                    <a:pt x="108049" y="747405"/>
                  </a:lnTo>
                  <a:lnTo>
                    <a:pt x="110237" y="747708"/>
                  </a:lnTo>
                  <a:lnTo>
                    <a:pt x="116900" y="747002"/>
                  </a:lnTo>
                  <a:lnTo>
                    <a:pt x="118650" y="746127"/>
                  </a:lnTo>
                  <a:cubicBezTo>
                    <a:pt x="118650" y="746127"/>
                    <a:pt x="119828" y="746127"/>
                    <a:pt x="120266" y="745992"/>
                  </a:cubicBezTo>
                  <a:cubicBezTo>
                    <a:pt x="120703" y="745858"/>
                    <a:pt x="124607" y="748314"/>
                    <a:pt x="124607" y="748314"/>
                  </a:cubicBezTo>
                  <a:lnTo>
                    <a:pt x="129252" y="748886"/>
                  </a:lnTo>
                  <a:cubicBezTo>
                    <a:pt x="129252" y="748886"/>
                    <a:pt x="133021" y="747574"/>
                    <a:pt x="133593" y="747574"/>
                  </a:cubicBezTo>
                  <a:cubicBezTo>
                    <a:pt x="134165" y="747574"/>
                    <a:pt x="137228" y="746833"/>
                    <a:pt x="137228" y="746833"/>
                  </a:cubicBezTo>
                  <a:lnTo>
                    <a:pt x="140189" y="749861"/>
                  </a:lnTo>
                  <a:lnTo>
                    <a:pt x="143151" y="752922"/>
                  </a:lnTo>
                  <a:lnTo>
                    <a:pt x="143151" y="755243"/>
                  </a:lnTo>
                  <a:lnTo>
                    <a:pt x="143151" y="758708"/>
                  </a:lnTo>
                  <a:lnTo>
                    <a:pt x="147492" y="756084"/>
                  </a:lnTo>
                  <a:lnTo>
                    <a:pt x="150084" y="750870"/>
                  </a:lnTo>
                  <a:lnTo>
                    <a:pt x="150084" y="749996"/>
                  </a:lnTo>
                  <a:cubicBezTo>
                    <a:pt x="150084" y="749996"/>
                    <a:pt x="151093" y="745522"/>
                    <a:pt x="151665" y="745084"/>
                  </a:cubicBezTo>
                  <a:cubicBezTo>
                    <a:pt x="152238" y="744647"/>
                    <a:pt x="152978" y="742898"/>
                    <a:pt x="153550" y="742898"/>
                  </a:cubicBezTo>
                  <a:cubicBezTo>
                    <a:pt x="154122" y="742898"/>
                    <a:pt x="155738" y="741451"/>
                    <a:pt x="156007" y="741014"/>
                  </a:cubicBezTo>
                  <a:cubicBezTo>
                    <a:pt x="156276" y="740577"/>
                    <a:pt x="157891" y="738121"/>
                    <a:pt x="158329" y="738121"/>
                  </a:cubicBezTo>
                  <a:cubicBezTo>
                    <a:pt x="158766" y="738121"/>
                    <a:pt x="160651" y="736674"/>
                    <a:pt x="160651" y="736674"/>
                  </a:cubicBezTo>
                  <a:cubicBezTo>
                    <a:pt x="160651" y="736674"/>
                    <a:pt x="162536" y="737414"/>
                    <a:pt x="162973" y="737549"/>
                  </a:cubicBezTo>
                  <a:cubicBezTo>
                    <a:pt x="163411" y="737684"/>
                    <a:pt x="164858" y="738289"/>
                    <a:pt x="165565" y="738424"/>
                  </a:cubicBezTo>
                  <a:cubicBezTo>
                    <a:pt x="166305" y="738558"/>
                    <a:pt x="167450" y="738726"/>
                    <a:pt x="167450" y="738726"/>
                  </a:cubicBezTo>
                  <a:lnTo>
                    <a:pt x="173541" y="742360"/>
                  </a:lnTo>
                  <a:lnTo>
                    <a:pt x="175123" y="748011"/>
                  </a:lnTo>
                  <a:lnTo>
                    <a:pt x="176132" y="750029"/>
                  </a:lnTo>
                  <a:lnTo>
                    <a:pt x="176132" y="753494"/>
                  </a:lnTo>
                  <a:lnTo>
                    <a:pt x="176132" y="756959"/>
                  </a:lnTo>
                  <a:lnTo>
                    <a:pt x="176873" y="759011"/>
                  </a:lnTo>
                  <a:lnTo>
                    <a:pt x="178084" y="759650"/>
                  </a:lnTo>
                  <a:lnTo>
                    <a:pt x="183301" y="758877"/>
                  </a:lnTo>
                  <a:cubicBezTo>
                    <a:pt x="183974" y="758675"/>
                    <a:pt x="186128" y="756253"/>
                    <a:pt x="186330" y="755614"/>
                  </a:cubicBezTo>
                  <a:cubicBezTo>
                    <a:pt x="186565" y="754974"/>
                    <a:pt x="188517" y="751913"/>
                    <a:pt x="188517" y="751913"/>
                  </a:cubicBezTo>
                  <a:lnTo>
                    <a:pt x="190705" y="745185"/>
                  </a:lnTo>
                  <a:lnTo>
                    <a:pt x="191142" y="738659"/>
                  </a:lnTo>
                  <a:lnTo>
                    <a:pt x="188315" y="732806"/>
                  </a:lnTo>
                  <a:lnTo>
                    <a:pt x="183974" y="725842"/>
                  </a:lnTo>
                  <a:lnTo>
                    <a:pt x="177445" y="719989"/>
                  </a:lnTo>
                  <a:lnTo>
                    <a:pt x="173541" y="716087"/>
                  </a:lnTo>
                  <a:lnTo>
                    <a:pt x="172026" y="707845"/>
                  </a:lnTo>
                  <a:lnTo>
                    <a:pt x="172228" y="695230"/>
                  </a:lnTo>
                  <a:lnTo>
                    <a:pt x="177882" y="687830"/>
                  </a:lnTo>
                  <a:lnTo>
                    <a:pt x="182123" y="685004"/>
                  </a:lnTo>
                  <a:lnTo>
                    <a:pt x="183099" y="681976"/>
                  </a:lnTo>
                  <a:lnTo>
                    <a:pt x="183099" y="675248"/>
                  </a:lnTo>
                  <a:cubicBezTo>
                    <a:pt x="183099" y="675248"/>
                    <a:pt x="183974" y="673398"/>
                    <a:pt x="184613" y="673196"/>
                  </a:cubicBezTo>
                  <a:cubicBezTo>
                    <a:pt x="185253" y="672995"/>
                    <a:pt x="190907" y="670909"/>
                    <a:pt x="190907" y="670909"/>
                  </a:cubicBezTo>
                  <a:lnTo>
                    <a:pt x="196123" y="670909"/>
                  </a:lnTo>
                  <a:lnTo>
                    <a:pt x="197873" y="669833"/>
                  </a:lnTo>
                  <a:lnTo>
                    <a:pt x="201138" y="666569"/>
                  </a:lnTo>
                  <a:lnTo>
                    <a:pt x="208744" y="656141"/>
                  </a:lnTo>
                  <a:cubicBezTo>
                    <a:pt x="208744" y="656141"/>
                    <a:pt x="209383" y="648976"/>
                    <a:pt x="209821" y="648101"/>
                  </a:cubicBezTo>
                  <a:cubicBezTo>
                    <a:pt x="210258" y="647227"/>
                    <a:pt x="215273" y="641138"/>
                    <a:pt x="215273" y="641138"/>
                  </a:cubicBezTo>
                  <a:lnTo>
                    <a:pt x="221128" y="634612"/>
                  </a:lnTo>
                  <a:lnTo>
                    <a:pt x="224157" y="629633"/>
                  </a:lnTo>
                  <a:lnTo>
                    <a:pt x="226547" y="622232"/>
                  </a:lnTo>
                  <a:lnTo>
                    <a:pt x="226783" y="611804"/>
                  </a:lnTo>
                  <a:lnTo>
                    <a:pt x="227220" y="606825"/>
                  </a:lnTo>
                  <a:cubicBezTo>
                    <a:pt x="227220" y="606825"/>
                    <a:pt x="227455" y="602688"/>
                    <a:pt x="229172" y="601611"/>
                  </a:cubicBezTo>
                  <a:cubicBezTo>
                    <a:pt x="230922" y="600535"/>
                    <a:pt x="234389" y="596633"/>
                    <a:pt x="234389" y="596633"/>
                  </a:cubicBezTo>
                  <a:lnTo>
                    <a:pt x="239403" y="595119"/>
                  </a:lnTo>
                  <a:lnTo>
                    <a:pt x="243744" y="593807"/>
                  </a:lnTo>
                  <a:lnTo>
                    <a:pt x="248961" y="585128"/>
                  </a:lnTo>
                  <a:lnTo>
                    <a:pt x="251350" y="581226"/>
                  </a:lnTo>
                  <a:lnTo>
                    <a:pt x="260908" y="569284"/>
                  </a:lnTo>
                  <a:lnTo>
                    <a:pt x="266562" y="568207"/>
                  </a:lnTo>
                  <a:lnTo>
                    <a:pt x="271577" y="569721"/>
                  </a:lnTo>
                  <a:cubicBezTo>
                    <a:pt x="271577" y="569721"/>
                    <a:pt x="279317" y="571672"/>
                    <a:pt x="280563" y="571235"/>
                  </a:cubicBezTo>
                  <a:cubicBezTo>
                    <a:pt x="281808" y="570797"/>
                    <a:pt x="286149" y="564271"/>
                    <a:pt x="286789" y="563632"/>
                  </a:cubicBezTo>
                  <a:cubicBezTo>
                    <a:pt x="287428" y="562993"/>
                    <a:pt x="290693" y="557779"/>
                    <a:pt x="291332" y="556904"/>
                  </a:cubicBezTo>
                  <a:cubicBezTo>
                    <a:pt x="292005" y="556030"/>
                    <a:pt x="293082" y="552565"/>
                    <a:pt x="294597" y="550614"/>
                  </a:cubicBezTo>
                  <a:cubicBezTo>
                    <a:pt x="296111" y="548662"/>
                    <a:pt x="299611" y="545500"/>
                    <a:pt x="300015" y="544626"/>
                  </a:cubicBezTo>
                  <a:cubicBezTo>
                    <a:pt x="300452" y="543751"/>
                    <a:pt x="300217" y="542338"/>
                    <a:pt x="304794" y="542338"/>
                  </a:cubicBezTo>
                  <a:cubicBezTo>
                    <a:pt x="309371" y="542338"/>
                    <a:pt x="312635" y="542338"/>
                    <a:pt x="312635" y="542338"/>
                  </a:cubicBezTo>
                  <a:cubicBezTo>
                    <a:pt x="312635" y="542338"/>
                    <a:pt x="318727" y="542540"/>
                    <a:pt x="319602" y="542338"/>
                  </a:cubicBezTo>
                  <a:cubicBezTo>
                    <a:pt x="320477" y="542103"/>
                    <a:pt x="323068" y="542977"/>
                    <a:pt x="325693" y="542540"/>
                  </a:cubicBezTo>
                  <a:cubicBezTo>
                    <a:pt x="328284" y="542103"/>
                    <a:pt x="335924" y="538840"/>
                    <a:pt x="335924" y="538840"/>
                  </a:cubicBezTo>
                  <a:lnTo>
                    <a:pt x="340501" y="538840"/>
                  </a:lnTo>
                  <a:lnTo>
                    <a:pt x="347872" y="537528"/>
                  </a:lnTo>
                  <a:lnTo>
                    <a:pt x="355040" y="534265"/>
                  </a:lnTo>
                  <a:lnTo>
                    <a:pt x="360896" y="530127"/>
                  </a:lnTo>
                  <a:lnTo>
                    <a:pt x="361973" y="525552"/>
                  </a:lnTo>
                  <a:lnTo>
                    <a:pt x="363723" y="519901"/>
                  </a:lnTo>
                  <a:lnTo>
                    <a:pt x="365675" y="516873"/>
                  </a:lnTo>
                  <a:lnTo>
                    <a:pt x="365675" y="508396"/>
                  </a:lnTo>
                  <a:lnTo>
                    <a:pt x="370690" y="506882"/>
                  </a:lnTo>
                  <a:cubicBezTo>
                    <a:pt x="370690" y="506882"/>
                    <a:pt x="376108" y="505806"/>
                    <a:pt x="376983" y="505806"/>
                  </a:cubicBezTo>
                  <a:cubicBezTo>
                    <a:pt x="377858" y="505806"/>
                    <a:pt x="380483" y="505806"/>
                    <a:pt x="380483" y="505806"/>
                  </a:cubicBezTo>
                  <a:lnTo>
                    <a:pt x="383074" y="503417"/>
                  </a:lnTo>
                  <a:lnTo>
                    <a:pt x="384690" y="500793"/>
                  </a:lnTo>
                  <a:lnTo>
                    <a:pt x="386541" y="496656"/>
                  </a:lnTo>
                  <a:lnTo>
                    <a:pt x="386541" y="494469"/>
                  </a:lnTo>
                  <a:lnTo>
                    <a:pt x="387618" y="493594"/>
                  </a:lnTo>
                  <a:lnTo>
                    <a:pt x="383041" y="485790"/>
                  </a:lnTo>
                  <a:lnTo>
                    <a:pt x="378464" y="481451"/>
                  </a:lnTo>
                  <a:lnTo>
                    <a:pt x="373887" y="473209"/>
                  </a:lnTo>
                  <a:lnTo>
                    <a:pt x="367795" y="464092"/>
                  </a:lnTo>
                  <a:lnTo>
                    <a:pt x="364430" y="459517"/>
                  </a:lnTo>
                  <a:cubicBezTo>
                    <a:pt x="364430" y="459517"/>
                    <a:pt x="360391" y="457331"/>
                    <a:pt x="360391" y="456490"/>
                  </a:cubicBezTo>
                  <a:cubicBezTo>
                    <a:pt x="360391" y="455851"/>
                    <a:pt x="360391" y="452319"/>
                    <a:pt x="360391" y="450468"/>
                  </a:cubicBezTo>
                  <a:lnTo>
                    <a:pt x="357901" y="452352"/>
                  </a:lnTo>
                  <a:cubicBezTo>
                    <a:pt x="357901" y="452352"/>
                    <a:pt x="356588" y="452689"/>
                    <a:pt x="356151" y="452689"/>
                  </a:cubicBezTo>
                  <a:cubicBezTo>
                    <a:pt x="355713" y="452689"/>
                    <a:pt x="352449" y="454202"/>
                    <a:pt x="352011" y="454337"/>
                  </a:cubicBezTo>
                  <a:cubicBezTo>
                    <a:pt x="351574" y="454438"/>
                    <a:pt x="349521" y="455851"/>
                    <a:pt x="348848" y="456086"/>
                  </a:cubicBezTo>
                  <a:cubicBezTo>
                    <a:pt x="348174" y="456288"/>
                    <a:pt x="347198" y="456725"/>
                    <a:pt x="347198" y="456725"/>
                  </a:cubicBezTo>
                  <a:cubicBezTo>
                    <a:pt x="347198" y="456725"/>
                    <a:pt x="343496" y="454673"/>
                    <a:pt x="343194" y="454774"/>
                  </a:cubicBezTo>
                  <a:cubicBezTo>
                    <a:pt x="342857" y="454875"/>
                    <a:pt x="342319" y="454976"/>
                    <a:pt x="341982" y="455312"/>
                  </a:cubicBezTo>
                  <a:cubicBezTo>
                    <a:pt x="341646" y="455649"/>
                    <a:pt x="340400" y="457398"/>
                    <a:pt x="340400" y="457398"/>
                  </a:cubicBezTo>
                  <a:lnTo>
                    <a:pt x="338078" y="458205"/>
                  </a:lnTo>
                  <a:cubicBezTo>
                    <a:pt x="338078" y="458205"/>
                    <a:pt x="336126" y="458037"/>
                    <a:pt x="335689" y="458172"/>
                  </a:cubicBezTo>
                  <a:cubicBezTo>
                    <a:pt x="335251" y="458273"/>
                    <a:pt x="333501" y="458037"/>
                    <a:pt x="332121" y="458172"/>
                  </a:cubicBezTo>
                  <a:cubicBezTo>
                    <a:pt x="330708" y="458273"/>
                    <a:pt x="330371" y="457533"/>
                    <a:pt x="330035" y="457533"/>
                  </a:cubicBezTo>
                  <a:cubicBezTo>
                    <a:pt x="329698" y="457533"/>
                    <a:pt x="329934" y="456759"/>
                    <a:pt x="329934" y="456759"/>
                  </a:cubicBezTo>
                  <a:cubicBezTo>
                    <a:pt x="329934" y="456759"/>
                    <a:pt x="331246" y="455682"/>
                    <a:pt x="331684" y="455851"/>
                  </a:cubicBezTo>
                  <a:cubicBezTo>
                    <a:pt x="332121" y="456019"/>
                    <a:pt x="333299" y="454471"/>
                    <a:pt x="333535" y="454135"/>
                  </a:cubicBezTo>
                  <a:cubicBezTo>
                    <a:pt x="333737" y="453799"/>
                    <a:pt x="333198" y="452083"/>
                    <a:pt x="333198" y="452083"/>
                  </a:cubicBezTo>
                  <a:lnTo>
                    <a:pt x="331145" y="450569"/>
                  </a:lnTo>
                  <a:cubicBezTo>
                    <a:pt x="331145" y="450569"/>
                    <a:pt x="329294" y="450771"/>
                    <a:pt x="328857" y="450771"/>
                  </a:cubicBezTo>
                  <a:cubicBezTo>
                    <a:pt x="328419" y="450771"/>
                    <a:pt x="327645" y="452520"/>
                    <a:pt x="327645" y="452520"/>
                  </a:cubicBezTo>
                  <a:lnTo>
                    <a:pt x="327006" y="453597"/>
                  </a:lnTo>
                  <a:lnTo>
                    <a:pt x="322765" y="454909"/>
                  </a:lnTo>
                  <a:lnTo>
                    <a:pt x="321284" y="455851"/>
                  </a:lnTo>
                  <a:cubicBezTo>
                    <a:pt x="321284" y="455851"/>
                    <a:pt x="320174" y="455312"/>
                    <a:pt x="318121" y="454505"/>
                  </a:cubicBezTo>
                  <a:cubicBezTo>
                    <a:pt x="316102" y="453698"/>
                    <a:pt x="317616" y="454202"/>
                    <a:pt x="317010" y="454000"/>
                  </a:cubicBezTo>
                  <a:cubicBezTo>
                    <a:pt x="316405" y="453799"/>
                    <a:pt x="316169" y="453126"/>
                    <a:pt x="316169" y="452991"/>
                  </a:cubicBezTo>
                  <a:cubicBezTo>
                    <a:pt x="316169" y="452857"/>
                    <a:pt x="316909" y="451108"/>
                    <a:pt x="316909" y="451108"/>
                  </a:cubicBezTo>
                  <a:lnTo>
                    <a:pt x="316909" y="451040"/>
                  </a:lnTo>
                  <a:lnTo>
                    <a:pt x="316909" y="449358"/>
                  </a:lnTo>
                  <a:lnTo>
                    <a:pt x="316909" y="447542"/>
                  </a:lnTo>
                  <a:lnTo>
                    <a:pt x="316472" y="446129"/>
                  </a:lnTo>
                  <a:cubicBezTo>
                    <a:pt x="316472" y="446129"/>
                    <a:pt x="314486" y="444312"/>
                    <a:pt x="314183" y="444245"/>
                  </a:cubicBezTo>
                  <a:cubicBezTo>
                    <a:pt x="313881" y="444178"/>
                    <a:pt x="313679" y="444279"/>
                    <a:pt x="313443" y="444346"/>
                  </a:cubicBezTo>
                  <a:cubicBezTo>
                    <a:pt x="313241" y="444413"/>
                    <a:pt x="312131" y="444985"/>
                    <a:pt x="312131" y="444985"/>
                  </a:cubicBezTo>
                  <a:lnTo>
                    <a:pt x="310414" y="445961"/>
                  </a:lnTo>
                  <a:cubicBezTo>
                    <a:pt x="310414" y="445961"/>
                    <a:pt x="309270" y="446600"/>
                    <a:pt x="307318" y="446734"/>
                  </a:cubicBezTo>
                  <a:cubicBezTo>
                    <a:pt x="305366" y="446835"/>
                    <a:pt x="302102" y="446734"/>
                    <a:pt x="302102" y="446734"/>
                  </a:cubicBezTo>
                  <a:cubicBezTo>
                    <a:pt x="302102" y="446734"/>
                    <a:pt x="299914" y="446734"/>
                    <a:pt x="298837" y="446734"/>
                  </a:cubicBezTo>
                  <a:cubicBezTo>
                    <a:pt x="297760" y="446734"/>
                    <a:pt x="296313" y="445523"/>
                    <a:pt x="296010" y="445221"/>
                  </a:cubicBezTo>
                  <a:cubicBezTo>
                    <a:pt x="295673" y="444884"/>
                    <a:pt x="290995" y="440881"/>
                    <a:pt x="290019" y="440343"/>
                  </a:cubicBezTo>
                  <a:cubicBezTo>
                    <a:pt x="289044" y="439805"/>
                    <a:pt x="287731" y="438728"/>
                    <a:pt x="287293" y="438392"/>
                  </a:cubicBezTo>
                  <a:cubicBezTo>
                    <a:pt x="286856" y="438055"/>
                    <a:pt x="283827" y="435129"/>
                    <a:pt x="283827" y="435129"/>
                  </a:cubicBezTo>
                  <a:cubicBezTo>
                    <a:pt x="283827" y="435129"/>
                    <a:pt x="281740" y="431866"/>
                    <a:pt x="281740" y="431327"/>
                  </a:cubicBezTo>
                  <a:cubicBezTo>
                    <a:pt x="281740" y="430789"/>
                    <a:pt x="281101" y="426012"/>
                    <a:pt x="281101" y="425575"/>
                  </a:cubicBezTo>
                  <a:cubicBezTo>
                    <a:pt x="281101" y="425138"/>
                    <a:pt x="280360" y="421572"/>
                    <a:pt x="280360" y="421572"/>
                  </a:cubicBezTo>
                  <a:lnTo>
                    <a:pt x="280360" y="415719"/>
                  </a:lnTo>
                  <a:lnTo>
                    <a:pt x="281942" y="413768"/>
                  </a:lnTo>
                  <a:lnTo>
                    <a:pt x="286991" y="410168"/>
                  </a:lnTo>
                  <a:cubicBezTo>
                    <a:pt x="286991" y="410168"/>
                    <a:pt x="290356" y="409293"/>
                    <a:pt x="291568" y="408755"/>
                  </a:cubicBezTo>
                  <a:cubicBezTo>
                    <a:pt x="292745" y="408217"/>
                    <a:pt x="294058" y="407242"/>
                    <a:pt x="294731" y="406468"/>
                  </a:cubicBezTo>
                  <a:cubicBezTo>
                    <a:pt x="295371" y="405694"/>
                    <a:pt x="297995" y="404618"/>
                    <a:pt x="298332" y="404281"/>
                  </a:cubicBezTo>
                  <a:cubicBezTo>
                    <a:pt x="298669" y="403945"/>
                    <a:pt x="300923" y="402431"/>
                    <a:pt x="301260" y="402095"/>
                  </a:cubicBezTo>
                  <a:cubicBezTo>
                    <a:pt x="301597" y="401758"/>
                    <a:pt x="303885" y="399370"/>
                    <a:pt x="303885" y="399370"/>
                  </a:cubicBezTo>
                  <a:lnTo>
                    <a:pt x="303111" y="397082"/>
                  </a:lnTo>
                  <a:cubicBezTo>
                    <a:pt x="303111" y="397082"/>
                    <a:pt x="300823" y="396006"/>
                    <a:pt x="300183" y="395871"/>
                  </a:cubicBezTo>
                  <a:cubicBezTo>
                    <a:pt x="299544" y="395770"/>
                    <a:pt x="294428" y="393147"/>
                    <a:pt x="294092" y="392844"/>
                  </a:cubicBezTo>
                  <a:cubicBezTo>
                    <a:pt x="293755" y="392507"/>
                    <a:pt x="290928" y="389783"/>
                    <a:pt x="290289" y="389143"/>
                  </a:cubicBezTo>
                  <a:cubicBezTo>
                    <a:pt x="289649" y="388504"/>
                    <a:pt x="289414" y="385779"/>
                    <a:pt x="289851" y="385107"/>
                  </a:cubicBezTo>
                  <a:cubicBezTo>
                    <a:pt x="290289" y="384467"/>
                    <a:pt x="291029" y="382516"/>
                    <a:pt x="291601" y="382079"/>
                  </a:cubicBezTo>
                  <a:cubicBezTo>
                    <a:pt x="292139" y="381642"/>
                    <a:pt x="292779" y="378614"/>
                    <a:pt x="292779" y="378614"/>
                  </a:cubicBezTo>
                  <a:cubicBezTo>
                    <a:pt x="292779" y="378614"/>
                    <a:pt x="291029" y="375452"/>
                    <a:pt x="290625" y="375452"/>
                  </a:cubicBezTo>
                  <a:cubicBezTo>
                    <a:pt x="290188" y="375452"/>
                    <a:pt x="286486" y="372424"/>
                    <a:pt x="284971" y="371752"/>
                  </a:cubicBezTo>
                  <a:cubicBezTo>
                    <a:pt x="283457" y="371112"/>
                    <a:pt x="284769" y="368825"/>
                    <a:pt x="284971" y="368287"/>
                  </a:cubicBezTo>
                  <a:cubicBezTo>
                    <a:pt x="285207" y="367749"/>
                    <a:pt x="286923" y="366134"/>
                    <a:pt x="287226" y="365898"/>
                  </a:cubicBezTo>
                  <a:cubicBezTo>
                    <a:pt x="287495" y="365663"/>
                    <a:pt x="291063" y="362736"/>
                    <a:pt x="291063" y="362299"/>
                  </a:cubicBezTo>
                  <a:cubicBezTo>
                    <a:pt x="291063" y="361862"/>
                    <a:pt x="290524" y="357623"/>
                    <a:pt x="290524" y="357623"/>
                  </a:cubicBezTo>
                  <a:lnTo>
                    <a:pt x="288505" y="354696"/>
                  </a:lnTo>
                  <a:cubicBezTo>
                    <a:pt x="288505" y="354696"/>
                    <a:pt x="287697" y="352846"/>
                    <a:pt x="287361" y="352510"/>
                  </a:cubicBezTo>
                  <a:cubicBezTo>
                    <a:pt x="287024" y="352173"/>
                    <a:pt x="287361" y="350222"/>
                    <a:pt x="287361" y="350222"/>
                  </a:cubicBezTo>
                  <a:lnTo>
                    <a:pt x="287361" y="347565"/>
                  </a:lnTo>
                  <a:cubicBezTo>
                    <a:pt x="287361" y="347565"/>
                    <a:pt x="287697" y="344470"/>
                    <a:pt x="287866" y="344100"/>
                  </a:cubicBezTo>
                  <a:cubicBezTo>
                    <a:pt x="288034" y="343730"/>
                    <a:pt x="289077" y="341913"/>
                    <a:pt x="289077" y="341913"/>
                  </a:cubicBezTo>
                  <a:lnTo>
                    <a:pt x="290962" y="338717"/>
                  </a:lnTo>
                  <a:lnTo>
                    <a:pt x="292914" y="337473"/>
                  </a:lnTo>
                  <a:lnTo>
                    <a:pt x="294496" y="335118"/>
                  </a:lnTo>
                  <a:cubicBezTo>
                    <a:pt x="294496" y="335118"/>
                    <a:pt x="295505" y="333604"/>
                    <a:pt x="295539" y="333503"/>
                  </a:cubicBezTo>
                  <a:cubicBezTo>
                    <a:pt x="295572" y="333402"/>
                    <a:pt x="296246" y="331552"/>
                    <a:pt x="296246" y="331317"/>
                  </a:cubicBezTo>
                  <a:cubicBezTo>
                    <a:pt x="296246" y="331115"/>
                    <a:pt x="296246" y="329534"/>
                    <a:pt x="296246" y="329534"/>
                  </a:cubicBezTo>
                  <a:cubicBezTo>
                    <a:pt x="296246" y="329534"/>
                    <a:pt x="296414" y="328121"/>
                    <a:pt x="296414" y="327919"/>
                  </a:cubicBezTo>
                  <a:cubicBezTo>
                    <a:pt x="296414" y="327717"/>
                    <a:pt x="296447" y="326809"/>
                    <a:pt x="296447" y="326809"/>
                  </a:cubicBezTo>
                  <a:cubicBezTo>
                    <a:pt x="296447" y="326809"/>
                    <a:pt x="296346" y="325632"/>
                    <a:pt x="296279" y="325531"/>
                  </a:cubicBezTo>
                  <a:cubicBezTo>
                    <a:pt x="296246" y="325430"/>
                    <a:pt x="296279" y="324252"/>
                    <a:pt x="296279" y="324252"/>
                  </a:cubicBezTo>
                  <a:cubicBezTo>
                    <a:pt x="296279" y="324252"/>
                    <a:pt x="297087" y="323748"/>
                    <a:pt x="297188" y="323748"/>
                  </a:cubicBezTo>
                  <a:cubicBezTo>
                    <a:pt x="297255" y="323748"/>
                    <a:pt x="298635" y="323311"/>
                    <a:pt x="298635" y="323311"/>
                  </a:cubicBezTo>
                  <a:cubicBezTo>
                    <a:pt x="298635" y="323311"/>
                    <a:pt x="300217" y="323311"/>
                    <a:pt x="300284" y="323311"/>
                  </a:cubicBezTo>
                  <a:cubicBezTo>
                    <a:pt x="300351" y="323311"/>
                    <a:pt x="301462" y="324219"/>
                    <a:pt x="301563" y="324252"/>
                  </a:cubicBezTo>
                  <a:cubicBezTo>
                    <a:pt x="301664" y="324286"/>
                    <a:pt x="303044" y="325194"/>
                    <a:pt x="303044" y="325295"/>
                  </a:cubicBezTo>
                  <a:cubicBezTo>
                    <a:pt x="303077" y="325363"/>
                    <a:pt x="303347" y="326675"/>
                    <a:pt x="303347" y="326675"/>
                  </a:cubicBezTo>
                  <a:cubicBezTo>
                    <a:pt x="303347" y="326675"/>
                    <a:pt x="303077" y="328424"/>
                    <a:pt x="303077" y="328861"/>
                  </a:cubicBezTo>
                  <a:cubicBezTo>
                    <a:pt x="303077" y="329298"/>
                    <a:pt x="302741" y="330274"/>
                    <a:pt x="302438" y="331485"/>
                  </a:cubicBezTo>
                  <a:cubicBezTo>
                    <a:pt x="302102" y="332696"/>
                    <a:pt x="301698" y="332898"/>
                    <a:pt x="301226" y="333234"/>
                  </a:cubicBezTo>
                  <a:cubicBezTo>
                    <a:pt x="300789" y="333571"/>
                    <a:pt x="300587" y="334883"/>
                    <a:pt x="300688" y="335320"/>
                  </a:cubicBezTo>
                  <a:cubicBezTo>
                    <a:pt x="300789" y="335757"/>
                    <a:pt x="301765" y="336733"/>
                    <a:pt x="301765" y="336733"/>
                  </a:cubicBezTo>
                  <a:lnTo>
                    <a:pt x="305905" y="338146"/>
                  </a:lnTo>
                  <a:lnTo>
                    <a:pt x="309505" y="337944"/>
                  </a:lnTo>
                  <a:cubicBezTo>
                    <a:pt x="309505" y="337944"/>
                    <a:pt x="312433" y="340433"/>
                    <a:pt x="312871" y="340534"/>
                  </a:cubicBezTo>
                  <a:cubicBezTo>
                    <a:pt x="313308" y="340635"/>
                    <a:pt x="315496" y="341947"/>
                    <a:pt x="315900" y="341947"/>
                  </a:cubicBezTo>
                  <a:cubicBezTo>
                    <a:pt x="316337" y="341947"/>
                    <a:pt x="318828" y="340736"/>
                    <a:pt x="318828" y="340736"/>
                  </a:cubicBezTo>
                  <a:lnTo>
                    <a:pt x="319703" y="337809"/>
                  </a:lnTo>
                  <a:lnTo>
                    <a:pt x="320679" y="333571"/>
                  </a:lnTo>
                  <a:cubicBezTo>
                    <a:pt x="320679" y="333571"/>
                    <a:pt x="320140" y="330106"/>
                    <a:pt x="319804" y="329870"/>
                  </a:cubicBezTo>
                  <a:cubicBezTo>
                    <a:pt x="319467" y="329635"/>
                    <a:pt x="318390" y="328457"/>
                    <a:pt x="318390" y="328457"/>
                  </a:cubicBezTo>
                  <a:lnTo>
                    <a:pt x="315126" y="328020"/>
                  </a:lnTo>
                  <a:lnTo>
                    <a:pt x="311659" y="326271"/>
                  </a:lnTo>
                  <a:lnTo>
                    <a:pt x="313712" y="323445"/>
                  </a:lnTo>
                  <a:lnTo>
                    <a:pt x="316001" y="320586"/>
                  </a:lnTo>
                  <a:cubicBezTo>
                    <a:pt x="316001" y="320586"/>
                    <a:pt x="317717" y="319947"/>
                    <a:pt x="318054" y="319644"/>
                  </a:cubicBezTo>
                  <a:cubicBezTo>
                    <a:pt x="318390" y="319307"/>
                    <a:pt x="321116" y="319307"/>
                    <a:pt x="321116" y="319307"/>
                  </a:cubicBezTo>
                  <a:lnTo>
                    <a:pt x="323068" y="317895"/>
                  </a:lnTo>
                  <a:lnTo>
                    <a:pt x="322967" y="315708"/>
                  </a:lnTo>
                  <a:cubicBezTo>
                    <a:pt x="322967" y="315708"/>
                    <a:pt x="321554" y="313320"/>
                    <a:pt x="321116" y="313118"/>
                  </a:cubicBezTo>
                  <a:cubicBezTo>
                    <a:pt x="320679" y="312882"/>
                    <a:pt x="319164" y="312344"/>
                    <a:pt x="319164" y="312344"/>
                  </a:cubicBezTo>
                  <a:lnTo>
                    <a:pt x="315361" y="311469"/>
                  </a:lnTo>
                  <a:lnTo>
                    <a:pt x="314385" y="308206"/>
                  </a:lnTo>
                  <a:lnTo>
                    <a:pt x="312534" y="302118"/>
                  </a:lnTo>
                  <a:lnTo>
                    <a:pt x="313174" y="298215"/>
                  </a:lnTo>
                  <a:lnTo>
                    <a:pt x="314049" y="293539"/>
                  </a:lnTo>
                  <a:cubicBezTo>
                    <a:pt x="314049" y="293539"/>
                    <a:pt x="315126" y="291790"/>
                    <a:pt x="315462" y="291689"/>
                  </a:cubicBezTo>
                  <a:cubicBezTo>
                    <a:pt x="315799" y="291588"/>
                    <a:pt x="318491" y="291689"/>
                    <a:pt x="319501" y="291588"/>
                  </a:cubicBezTo>
                  <a:cubicBezTo>
                    <a:pt x="320477" y="291487"/>
                    <a:pt x="321015" y="290949"/>
                    <a:pt x="321015" y="290949"/>
                  </a:cubicBezTo>
                  <a:lnTo>
                    <a:pt x="322092" y="287720"/>
                  </a:lnTo>
                  <a:lnTo>
                    <a:pt x="322092" y="286509"/>
                  </a:lnTo>
                  <a:lnTo>
                    <a:pt x="322597" y="284457"/>
                  </a:lnTo>
                  <a:lnTo>
                    <a:pt x="323304" y="283380"/>
                  </a:lnTo>
                  <a:lnTo>
                    <a:pt x="325693" y="282405"/>
                  </a:lnTo>
                  <a:lnTo>
                    <a:pt x="327342" y="280218"/>
                  </a:lnTo>
                  <a:lnTo>
                    <a:pt x="329934" y="277493"/>
                  </a:lnTo>
                  <a:lnTo>
                    <a:pt x="332559" y="273894"/>
                  </a:lnTo>
                  <a:cubicBezTo>
                    <a:pt x="332559" y="273894"/>
                    <a:pt x="332357" y="270294"/>
                    <a:pt x="332559" y="269857"/>
                  </a:cubicBezTo>
                  <a:cubicBezTo>
                    <a:pt x="332761" y="269420"/>
                    <a:pt x="335823" y="267671"/>
                    <a:pt x="337136" y="267570"/>
                  </a:cubicBezTo>
                  <a:cubicBezTo>
                    <a:pt x="338448" y="267469"/>
                    <a:pt x="341040" y="264408"/>
                    <a:pt x="341040" y="264408"/>
                  </a:cubicBezTo>
                  <a:cubicBezTo>
                    <a:pt x="341040" y="264408"/>
                    <a:pt x="347771" y="266897"/>
                    <a:pt x="348208" y="266998"/>
                  </a:cubicBezTo>
                  <a:cubicBezTo>
                    <a:pt x="348646" y="267099"/>
                    <a:pt x="349622" y="268310"/>
                    <a:pt x="349622" y="268310"/>
                  </a:cubicBezTo>
                  <a:cubicBezTo>
                    <a:pt x="349622" y="268310"/>
                    <a:pt x="351977" y="269252"/>
                    <a:pt x="352180" y="269655"/>
                  </a:cubicBezTo>
                  <a:cubicBezTo>
                    <a:pt x="352381" y="270093"/>
                    <a:pt x="353492" y="273019"/>
                    <a:pt x="353929" y="274062"/>
                  </a:cubicBezTo>
                  <a:cubicBezTo>
                    <a:pt x="354367" y="275105"/>
                    <a:pt x="355679" y="275980"/>
                    <a:pt x="356992" y="276383"/>
                  </a:cubicBezTo>
                  <a:cubicBezTo>
                    <a:pt x="358305" y="276821"/>
                    <a:pt x="358305" y="276181"/>
                    <a:pt x="358742" y="275845"/>
                  </a:cubicBezTo>
                  <a:cubicBezTo>
                    <a:pt x="359180" y="275509"/>
                    <a:pt x="361232" y="272817"/>
                    <a:pt x="361603" y="272582"/>
                  </a:cubicBezTo>
                  <a:cubicBezTo>
                    <a:pt x="361973" y="272380"/>
                    <a:pt x="366281" y="272582"/>
                    <a:pt x="366281" y="272582"/>
                  </a:cubicBezTo>
                  <a:lnTo>
                    <a:pt x="368232" y="274264"/>
                  </a:lnTo>
                  <a:lnTo>
                    <a:pt x="368838" y="276316"/>
                  </a:lnTo>
                  <a:lnTo>
                    <a:pt x="368300" y="281261"/>
                  </a:lnTo>
                  <a:cubicBezTo>
                    <a:pt x="368300" y="281261"/>
                    <a:pt x="365473" y="281530"/>
                    <a:pt x="365204" y="281631"/>
                  </a:cubicBezTo>
                  <a:cubicBezTo>
                    <a:pt x="364934" y="281732"/>
                    <a:pt x="362881" y="283145"/>
                    <a:pt x="362579" y="283414"/>
                  </a:cubicBezTo>
                  <a:cubicBezTo>
                    <a:pt x="362310" y="283683"/>
                    <a:pt x="361872" y="285029"/>
                    <a:pt x="361872" y="285029"/>
                  </a:cubicBezTo>
                  <a:lnTo>
                    <a:pt x="364733" y="286711"/>
                  </a:lnTo>
                  <a:lnTo>
                    <a:pt x="366045" y="286711"/>
                  </a:lnTo>
                  <a:lnTo>
                    <a:pt x="369209" y="287148"/>
                  </a:lnTo>
                  <a:lnTo>
                    <a:pt x="369983" y="288224"/>
                  </a:lnTo>
                  <a:cubicBezTo>
                    <a:pt x="369983" y="288224"/>
                    <a:pt x="369074" y="289200"/>
                    <a:pt x="368906" y="289402"/>
                  </a:cubicBezTo>
                  <a:cubicBezTo>
                    <a:pt x="368737" y="289637"/>
                    <a:pt x="368199" y="290546"/>
                    <a:pt x="368266" y="290747"/>
                  </a:cubicBezTo>
                  <a:cubicBezTo>
                    <a:pt x="368334" y="290983"/>
                    <a:pt x="368973" y="291891"/>
                    <a:pt x="368973" y="292059"/>
                  </a:cubicBezTo>
                  <a:cubicBezTo>
                    <a:pt x="368973" y="292227"/>
                    <a:pt x="370555" y="292934"/>
                    <a:pt x="370555" y="292934"/>
                  </a:cubicBezTo>
                  <a:lnTo>
                    <a:pt x="372305" y="294010"/>
                  </a:lnTo>
                  <a:cubicBezTo>
                    <a:pt x="372305" y="294010"/>
                    <a:pt x="372944" y="295793"/>
                    <a:pt x="372944" y="296231"/>
                  </a:cubicBezTo>
                  <a:cubicBezTo>
                    <a:pt x="372944" y="296668"/>
                    <a:pt x="372238" y="297711"/>
                    <a:pt x="372170" y="297879"/>
                  </a:cubicBezTo>
                  <a:cubicBezTo>
                    <a:pt x="372103" y="298047"/>
                    <a:pt x="371497" y="298585"/>
                    <a:pt x="371497" y="298585"/>
                  </a:cubicBezTo>
                  <a:lnTo>
                    <a:pt x="370420" y="299292"/>
                  </a:lnTo>
                  <a:lnTo>
                    <a:pt x="368232" y="299090"/>
                  </a:lnTo>
                  <a:lnTo>
                    <a:pt x="367862" y="297711"/>
                  </a:lnTo>
                  <a:lnTo>
                    <a:pt x="366483" y="297139"/>
                  </a:lnTo>
                  <a:lnTo>
                    <a:pt x="364665" y="297139"/>
                  </a:lnTo>
                  <a:cubicBezTo>
                    <a:pt x="364665" y="297139"/>
                    <a:pt x="362983" y="297004"/>
                    <a:pt x="362780" y="297004"/>
                  </a:cubicBezTo>
                  <a:cubicBezTo>
                    <a:pt x="362579" y="297004"/>
                    <a:pt x="362511" y="298081"/>
                    <a:pt x="362209" y="298148"/>
                  </a:cubicBezTo>
                  <a:cubicBezTo>
                    <a:pt x="361906" y="298215"/>
                    <a:pt x="361569" y="298888"/>
                    <a:pt x="361131" y="299157"/>
                  </a:cubicBezTo>
                  <a:cubicBezTo>
                    <a:pt x="360694" y="299426"/>
                    <a:pt x="358439" y="299292"/>
                    <a:pt x="358439" y="299292"/>
                  </a:cubicBezTo>
                  <a:lnTo>
                    <a:pt x="356554" y="298552"/>
                  </a:lnTo>
                  <a:lnTo>
                    <a:pt x="354804" y="298047"/>
                  </a:lnTo>
                  <a:cubicBezTo>
                    <a:pt x="354804" y="298047"/>
                    <a:pt x="354165" y="297475"/>
                    <a:pt x="353929" y="297408"/>
                  </a:cubicBezTo>
                  <a:cubicBezTo>
                    <a:pt x="353728" y="297341"/>
                    <a:pt x="352112" y="296096"/>
                    <a:pt x="352112" y="296096"/>
                  </a:cubicBezTo>
                  <a:lnTo>
                    <a:pt x="350800" y="295356"/>
                  </a:lnTo>
                  <a:lnTo>
                    <a:pt x="350295" y="295356"/>
                  </a:lnTo>
                  <a:lnTo>
                    <a:pt x="349050" y="296062"/>
                  </a:lnTo>
                  <a:lnTo>
                    <a:pt x="348107" y="296836"/>
                  </a:lnTo>
                  <a:lnTo>
                    <a:pt x="348174" y="297980"/>
                  </a:lnTo>
                  <a:lnTo>
                    <a:pt x="348174" y="299359"/>
                  </a:lnTo>
                  <a:lnTo>
                    <a:pt x="347905" y="301041"/>
                  </a:lnTo>
                  <a:cubicBezTo>
                    <a:pt x="347905" y="301041"/>
                    <a:pt x="347299" y="303430"/>
                    <a:pt x="347535" y="304304"/>
                  </a:cubicBezTo>
                  <a:cubicBezTo>
                    <a:pt x="347737" y="305179"/>
                    <a:pt x="347535" y="306053"/>
                    <a:pt x="347535" y="306053"/>
                  </a:cubicBezTo>
                  <a:lnTo>
                    <a:pt x="349487" y="308442"/>
                  </a:lnTo>
                  <a:lnTo>
                    <a:pt x="351675" y="310191"/>
                  </a:lnTo>
                  <a:lnTo>
                    <a:pt x="351675" y="315405"/>
                  </a:lnTo>
                  <a:lnTo>
                    <a:pt x="351675" y="316919"/>
                  </a:lnTo>
                  <a:lnTo>
                    <a:pt x="355141" y="320619"/>
                  </a:lnTo>
                  <a:lnTo>
                    <a:pt x="355141" y="324522"/>
                  </a:lnTo>
                  <a:lnTo>
                    <a:pt x="356218" y="328155"/>
                  </a:lnTo>
                  <a:cubicBezTo>
                    <a:pt x="356218" y="328155"/>
                    <a:pt x="360055" y="328020"/>
                    <a:pt x="361064" y="328155"/>
                  </a:cubicBezTo>
                  <a:cubicBezTo>
                    <a:pt x="362074" y="328289"/>
                    <a:pt x="361636" y="330476"/>
                    <a:pt x="361636" y="330913"/>
                  </a:cubicBezTo>
                  <a:cubicBezTo>
                    <a:pt x="361636" y="331350"/>
                    <a:pt x="361064" y="334378"/>
                    <a:pt x="361064" y="334378"/>
                  </a:cubicBezTo>
                  <a:lnTo>
                    <a:pt x="360357" y="334513"/>
                  </a:lnTo>
                  <a:cubicBezTo>
                    <a:pt x="360357" y="334513"/>
                    <a:pt x="360357" y="338146"/>
                    <a:pt x="360357" y="339861"/>
                  </a:cubicBezTo>
                  <a:cubicBezTo>
                    <a:pt x="360357" y="341611"/>
                    <a:pt x="361300" y="341880"/>
                    <a:pt x="361737" y="342317"/>
                  </a:cubicBezTo>
                  <a:cubicBezTo>
                    <a:pt x="362175" y="342754"/>
                    <a:pt x="363117" y="342754"/>
                    <a:pt x="363858" y="343461"/>
                  </a:cubicBezTo>
                  <a:cubicBezTo>
                    <a:pt x="364564" y="344201"/>
                    <a:pt x="365608" y="343158"/>
                    <a:pt x="365608" y="343158"/>
                  </a:cubicBezTo>
                  <a:lnTo>
                    <a:pt x="365608" y="341140"/>
                  </a:lnTo>
                  <a:cubicBezTo>
                    <a:pt x="365608" y="341140"/>
                    <a:pt x="368064" y="338953"/>
                    <a:pt x="368502" y="338818"/>
                  </a:cubicBezTo>
                  <a:cubicBezTo>
                    <a:pt x="368939" y="338684"/>
                    <a:pt x="372137" y="335051"/>
                    <a:pt x="372137" y="335051"/>
                  </a:cubicBezTo>
                  <a:lnTo>
                    <a:pt x="376209" y="334344"/>
                  </a:lnTo>
                  <a:lnTo>
                    <a:pt x="383007" y="335791"/>
                  </a:lnTo>
                  <a:lnTo>
                    <a:pt x="384454" y="337977"/>
                  </a:lnTo>
                  <a:lnTo>
                    <a:pt x="386642" y="340870"/>
                  </a:lnTo>
                  <a:lnTo>
                    <a:pt x="386339" y="345345"/>
                  </a:lnTo>
                  <a:lnTo>
                    <a:pt x="385464" y="347666"/>
                  </a:lnTo>
                  <a:lnTo>
                    <a:pt x="386372" y="349819"/>
                  </a:lnTo>
                  <a:cubicBezTo>
                    <a:pt x="386372" y="349819"/>
                    <a:pt x="385598" y="351433"/>
                    <a:pt x="385497" y="351770"/>
                  </a:cubicBezTo>
                  <a:cubicBezTo>
                    <a:pt x="385397" y="352106"/>
                    <a:pt x="384959" y="353822"/>
                    <a:pt x="384959" y="353822"/>
                  </a:cubicBezTo>
                  <a:lnTo>
                    <a:pt x="383007" y="355335"/>
                  </a:lnTo>
                  <a:cubicBezTo>
                    <a:pt x="383007" y="355335"/>
                    <a:pt x="383007" y="358800"/>
                    <a:pt x="383007" y="359675"/>
                  </a:cubicBezTo>
                  <a:cubicBezTo>
                    <a:pt x="383007" y="360550"/>
                    <a:pt x="385632" y="360987"/>
                    <a:pt x="386036" y="360651"/>
                  </a:cubicBezTo>
                  <a:cubicBezTo>
                    <a:pt x="386473" y="360314"/>
                    <a:pt x="388122" y="360415"/>
                    <a:pt x="388863" y="360112"/>
                  </a:cubicBezTo>
                  <a:cubicBezTo>
                    <a:pt x="389637" y="359776"/>
                    <a:pt x="390815" y="359238"/>
                    <a:pt x="391017" y="358901"/>
                  </a:cubicBezTo>
                  <a:cubicBezTo>
                    <a:pt x="391252" y="358565"/>
                    <a:pt x="393507" y="359238"/>
                    <a:pt x="394281" y="359675"/>
                  </a:cubicBezTo>
                  <a:cubicBezTo>
                    <a:pt x="395055" y="360112"/>
                    <a:pt x="393844" y="360550"/>
                    <a:pt x="394281" y="361525"/>
                  </a:cubicBezTo>
                  <a:cubicBezTo>
                    <a:pt x="394719" y="362501"/>
                    <a:pt x="394281" y="363174"/>
                    <a:pt x="394281" y="363174"/>
                  </a:cubicBezTo>
                  <a:lnTo>
                    <a:pt x="396570" y="363174"/>
                  </a:lnTo>
                  <a:lnTo>
                    <a:pt x="398522" y="364485"/>
                  </a:lnTo>
                  <a:cubicBezTo>
                    <a:pt x="398522" y="364485"/>
                    <a:pt x="400171" y="366437"/>
                    <a:pt x="400373" y="366773"/>
                  </a:cubicBezTo>
                  <a:cubicBezTo>
                    <a:pt x="400575" y="367109"/>
                    <a:pt x="400373" y="369262"/>
                    <a:pt x="400373" y="369262"/>
                  </a:cubicBezTo>
                  <a:lnTo>
                    <a:pt x="400373" y="373030"/>
                  </a:lnTo>
                  <a:lnTo>
                    <a:pt x="398926" y="376461"/>
                  </a:lnTo>
                  <a:lnTo>
                    <a:pt x="398219" y="377470"/>
                  </a:lnTo>
                  <a:lnTo>
                    <a:pt x="396200" y="378715"/>
                  </a:lnTo>
                  <a:lnTo>
                    <a:pt x="391757" y="379287"/>
                  </a:lnTo>
                  <a:lnTo>
                    <a:pt x="390310" y="381473"/>
                  </a:lnTo>
                  <a:lnTo>
                    <a:pt x="389940" y="382012"/>
                  </a:lnTo>
                  <a:lnTo>
                    <a:pt x="395459" y="382718"/>
                  </a:lnTo>
                  <a:lnTo>
                    <a:pt x="401551" y="377134"/>
                  </a:lnTo>
                  <a:lnTo>
                    <a:pt x="406464" y="377134"/>
                  </a:lnTo>
                  <a:lnTo>
                    <a:pt x="410099" y="381339"/>
                  </a:lnTo>
                  <a:cubicBezTo>
                    <a:pt x="410099" y="381339"/>
                    <a:pt x="410974" y="389009"/>
                    <a:pt x="411412" y="389446"/>
                  </a:cubicBezTo>
                  <a:cubicBezTo>
                    <a:pt x="411849" y="389883"/>
                    <a:pt x="416056" y="394088"/>
                    <a:pt x="417368" y="394223"/>
                  </a:cubicBezTo>
                  <a:cubicBezTo>
                    <a:pt x="418681" y="394357"/>
                    <a:pt x="423022" y="395972"/>
                    <a:pt x="423022" y="395972"/>
                  </a:cubicBezTo>
                  <a:lnTo>
                    <a:pt x="427499" y="394828"/>
                  </a:lnTo>
                  <a:cubicBezTo>
                    <a:pt x="427499" y="394828"/>
                    <a:pt x="430393" y="393247"/>
                    <a:pt x="430830" y="393079"/>
                  </a:cubicBezTo>
                  <a:cubicBezTo>
                    <a:pt x="431268" y="392945"/>
                    <a:pt x="434902" y="388874"/>
                    <a:pt x="434902" y="388874"/>
                  </a:cubicBezTo>
                  <a:cubicBezTo>
                    <a:pt x="434902" y="388874"/>
                    <a:pt x="438099" y="385409"/>
                    <a:pt x="438672" y="385409"/>
                  </a:cubicBezTo>
                  <a:cubicBezTo>
                    <a:pt x="439244" y="385409"/>
                    <a:pt x="441263" y="383828"/>
                    <a:pt x="442306" y="383525"/>
                  </a:cubicBezTo>
                  <a:cubicBezTo>
                    <a:pt x="443316" y="383223"/>
                    <a:pt x="447658" y="380195"/>
                    <a:pt x="447658" y="380195"/>
                  </a:cubicBezTo>
                  <a:cubicBezTo>
                    <a:pt x="447658" y="380195"/>
                    <a:pt x="454321" y="380498"/>
                    <a:pt x="454893" y="380498"/>
                  </a:cubicBezTo>
                  <a:cubicBezTo>
                    <a:pt x="455465" y="380498"/>
                    <a:pt x="462432" y="380632"/>
                    <a:pt x="463004" y="380632"/>
                  </a:cubicBezTo>
                  <a:cubicBezTo>
                    <a:pt x="463576" y="380632"/>
                    <a:pt x="467345" y="380632"/>
                    <a:pt x="467345" y="380632"/>
                  </a:cubicBezTo>
                  <a:cubicBezTo>
                    <a:pt x="467345" y="380632"/>
                    <a:pt x="470542" y="378614"/>
                    <a:pt x="470980" y="378311"/>
                  </a:cubicBezTo>
                  <a:cubicBezTo>
                    <a:pt x="471418" y="378009"/>
                    <a:pt x="472663" y="377874"/>
                    <a:pt x="473673" y="377874"/>
                  </a:cubicBezTo>
                  <a:cubicBezTo>
                    <a:pt x="474682" y="377874"/>
                    <a:pt x="475187" y="380632"/>
                    <a:pt x="475187" y="380632"/>
                  </a:cubicBezTo>
                  <a:lnTo>
                    <a:pt x="475187" y="383223"/>
                  </a:lnTo>
                  <a:lnTo>
                    <a:pt x="473571" y="384669"/>
                  </a:lnTo>
                  <a:lnTo>
                    <a:pt x="475187" y="385107"/>
                  </a:lnTo>
                  <a:cubicBezTo>
                    <a:pt x="475187" y="385107"/>
                    <a:pt x="477947" y="384972"/>
                    <a:pt x="478384" y="384535"/>
                  </a:cubicBezTo>
                  <a:cubicBezTo>
                    <a:pt x="478822" y="384097"/>
                    <a:pt x="479966" y="381911"/>
                    <a:pt x="480269" y="381507"/>
                  </a:cubicBezTo>
                  <a:cubicBezTo>
                    <a:pt x="480538" y="381070"/>
                    <a:pt x="481144" y="379623"/>
                    <a:pt x="481278" y="379186"/>
                  </a:cubicBezTo>
                  <a:cubicBezTo>
                    <a:pt x="481413" y="378749"/>
                    <a:pt x="481985" y="378177"/>
                    <a:pt x="482288" y="377168"/>
                  </a:cubicBezTo>
                  <a:cubicBezTo>
                    <a:pt x="482557" y="376158"/>
                    <a:pt x="483163" y="375149"/>
                    <a:pt x="483163" y="375149"/>
                  </a:cubicBezTo>
                  <a:cubicBezTo>
                    <a:pt x="483163" y="375149"/>
                    <a:pt x="484173" y="373265"/>
                    <a:pt x="484307" y="372828"/>
                  </a:cubicBezTo>
                  <a:cubicBezTo>
                    <a:pt x="484442" y="372391"/>
                    <a:pt x="485317" y="370070"/>
                    <a:pt x="485317" y="370070"/>
                  </a:cubicBezTo>
                  <a:lnTo>
                    <a:pt x="485889" y="367311"/>
                  </a:lnTo>
                  <a:cubicBezTo>
                    <a:pt x="485889" y="367311"/>
                    <a:pt x="486327" y="365730"/>
                    <a:pt x="486764" y="365293"/>
                  </a:cubicBezTo>
                  <a:cubicBezTo>
                    <a:pt x="487202" y="364856"/>
                    <a:pt x="488077" y="364284"/>
                    <a:pt x="488514" y="363846"/>
                  </a:cubicBezTo>
                  <a:cubicBezTo>
                    <a:pt x="488952" y="363409"/>
                    <a:pt x="491274" y="359372"/>
                    <a:pt x="491274" y="359372"/>
                  </a:cubicBezTo>
                  <a:lnTo>
                    <a:pt x="493024" y="356008"/>
                  </a:lnTo>
                  <a:lnTo>
                    <a:pt x="493966" y="353586"/>
                  </a:lnTo>
                  <a:lnTo>
                    <a:pt x="496053" y="349516"/>
                  </a:lnTo>
                  <a:lnTo>
                    <a:pt x="496053" y="346757"/>
                  </a:lnTo>
                  <a:lnTo>
                    <a:pt x="496928" y="341409"/>
                  </a:lnTo>
                  <a:lnTo>
                    <a:pt x="495918" y="335892"/>
                  </a:lnTo>
                  <a:lnTo>
                    <a:pt x="493293" y="332999"/>
                  </a:lnTo>
                  <a:lnTo>
                    <a:pt x="492553" y="330106"/>
                  </a:lnTo>
                  <a:lnTo>
                    <a:pt x="494875" y="327919"/>
                  </a:lnTo>
                  <a:lnTo>
                    <a:pt x="499519" y="324454"/>
                  </a:lnTo>
                  <a:lnTo>
                    <a:pt x="501707" y="320384"/>
                  </a:lnTo>
                  <a:lnTo>
                    <a:pt x="502582" y="316347"/>
                  </a:lnTo>
                  <a:lnTo>
                    <a:pt x="504601" y="313454"/>
                  </a:lnTo>
                  <a:cubicBezTo>
                    <a:pt x="504601" y="313454"/>
                    <a:pt x="506183" y="311268"/>
                    <a:pt x="506755" y="311268"/>
                  </a:cubicBezTo>
                  <a:cubicBezTo>
                    <a:pt x="507327" y="311268"/>
                    <a:pt x="509212" y="309081"/>
                    <a:pt x="509212" y="309081"/>
                  </a:cubicBezTo>
                  <a:cubicBezTo>
                    <a:pt x="509212" y="309081"/>
                    <a:pt x="511837" y="308072"/>
                    <a:pt x="512409" y="307769"/>
                  </a:cubicBezTo>
                  <a:cubicBezTo>
                    <a:pt x="512981" y="307466"/>
                    <a:pt x="514428" y="302858"/>
                    <a:pt x="515034" y="302858"/>
                  </a:cubicBezTo>
                  <a:cubicBezTo>
                    <a:pt x="515606" y="302858"/>
                    <a:pt x="516784" y="300402"/>
                    <a:pt x="517221" y="300099"/>
                  </a:cubicBezTo>
                  <a:cubicBezTo>
                    <a:pt x="517659" y="299796"/>
                    <a:pt x="520688" y="295020"/>
                    <a:pt x="520688" y="295020"/>
                  </a:cubicBezTo>
                  <a:cubicBezTo>
                    <a:pt x="520688" y="295020"/>
                    <a:pt x="522876" y="293573"/>
                    <a:pt x="523448" y="293573"/>
                  </a:cubicBezTo>
                  <a:cubicBezTo>
                    <a:pt x="524020" y="293573"/>
                    <a:pt x="526780" y="291992"/>
                    <a:pt x="526780" y="291992"/>
                  </a:cubicBezTo>
                  <a:cubicBezTo>
                    <a:pt x="526780" y="291992"/>
                    <a:pt x="528967" y="290983"/>
                    <a:pt x="529404" y="290983"/>
                  </a:cubicBezTo>
                  <a:cubicBezTo>
                    <a:pt x="529842" y="290983"/>
                    <a:pt x="533881" y="287653"/>
                    <a:pt x="533881" y="287653"/>
                  </a:cubicBezTo>
                  <a:cubicBezTo>
                    <a:pt x="533881" y="287653"/>
                    <a:pt x="538794" y="285197"/>
                    <a:pt x="539232" y="285197"/>
                  </a:cubicBezTo>
                  <a:cubicBezTo>
                    <a:pt x="539669" y="285197"/>
                    <a:pt x="542563" y="281126"/>
                    <a:pt x="543136" y="280992"/>
                  </a:cubicBezTo>
                  <a:cubicBezTo>
                    <a:pt x="543708" y="280857"/>
                    <a:pt x="547847" y="277796"/>
                    <a:pt x="547847" y="277796"/>
                  </a:cubicBezTo>
                  <a:lnTo>
                    <a:pt x="549934" y="276484"/>
                  </a:lnTo>
                  <a:lnTo>
                    <a:pt x="549934" y="273726"/>
                  </a:lnTo>
                  <a:lnTo>
                    <a:pt x="547410" y="270059"/>
                  </a:lnTo>
                  <a:close/>
                  <a:moveTo>
                    <a:pt x="340299" y="224645"/>
                  </a:moveTo>
                  <a:lnTo>
                    <a:pt x="338718" y="226025"/>
                  </a:lnTo>
                  <a:lnTo>
                    <a:pt x="337270" y="226462"/>
                  </a:lnTo>
                  <a:lnTo>
                    <a:pt x="335621" y="226159"/>
                  </a:lnTo>
                  <a:lnTo>
                    <a:pt x="333905" y="225957"/>
                  </a:lnTo>
                  <a:lnTo>
                    <a:pt x="332761" y="226832"/>
                  </a:lnTo>
                  <a:lnTo>
                    <a:pt x="332761" y="229961"/>
                  </a:lnTo>
                  <a:lnTo>
                    <a:pt x="332963" y="230970"/>
                  </a:lnTo>
                  <a:lnTo>
                    <a:pt x="332189" y="232416"/>
                  </a:lnTo>
                  <a:lnTo>
                    <a:pt x="329799" y="232921"/>
                  </a:lnTo>
                  <a:cubicBezTo>
                    <a:pt x="329799" y="232921"/>
                    <a:pt x="328789" y="232349"/>
                    <a:pt x="328116" y="232349"/>
                  </a:cubicBezTo>
                  <a:cubicBezTo>
                    <a:pt x="327443" y="232349"/>
                    <a:pt x="325357" y="232046"/>
                    <a:pt x="325087" y="232046"/>
                  </a:cubicBezTo>
                  <a:cubicBezTo>
                    <a:pt x="324785" y="232046"/>
                    <a:pt x="322967" y="230465"/>
                    <a:pt x="322698" y="230364"/>
                  </a:cubicBezTo>
                  <a:cubicBezTo>
                    <a:pt x="322429" y="230297"/>
                    <a:pt x="319232" y="231104"/>
                    <a:pt x="319232" y="231104"/>
                  </a:cubicBezTo>
                  <a:cubicBezTo>
                    <a:pt x="319232" y="231104"/>
                    <a:pt x="317481" y="233493"/>
                    <a:pt x="317280" y="233997"/>
                  </a:cubicBezTo>
                  <a:cubicBezTo>
                    <a:pt x="317078" y="234502"/>
                    <a:pt x="314957" y="238404"/>
                    <a:pt x="314957" y="238404"/>
                  </a:cubicBezTo>
                  <a:lnTo>
                    <a:pt x="316337" y="240927"/>
                  </a:lnTo>
                  <a:lnTo>
                    <a:pt x="319972" y="243383"/>
                  </a:lnTo>
                  <a:lnTo>
                    <a:pt x="320039" y="244627"/>
                  </a:lnTo>
                  <a:lnTo>
                    <a:pt x="316977" y="246881"/>
                  </a:lnTo>
                  <a:lnTo>
                    <a:pt x="316102" y="249270"/>
                  </a:lnTo>
                  <a:cubicBezTo>
                    <a:pt x="316102" y="249270"/>
                    <a:pt x="316472" y="251524"/>
                    <a:pt x="316977" y="251961"/>
                  </a:cubicBezTo>
                  <a:cubicBezTo>
                    <a:pt x="317481" y="252398"/>
                    <a:pt x="318491" y="253037"/>
                    <a:pt x="318996" y="253475"/>
                  </a:cubicBezTo>
                  <a:cubicBezTo>
                    <a:pt x="319501" y="253912"/>
                    <a:pt x="320443" y="254988"/>
                    <a:pt x="320679" y="255056"/>
                  </a:cubicBezTo>
                  <a:cubicBezTo>
                    <a:pt x="320914" y="255123"/>
                    <a:pt x="320712" y="255998"/>
                    <a:pt x="320712" y="255998"/>
                  </a:cubicBezTo>
                  <a:cubicBezTo>
                    <a:pt x="320712" y="255998"/>
                    <a:pt x="320612" y="256805"/>
                    <a:pt x="320612" y="257074"/>
                  </a:cubicBezTo>
                  <a:cubicBezTo>
                    <a:pt x="320612" y="257377"/>
                    <a:pt x="320612" y="259463"/>
                    <a:pt x="320612" y="259463"/>
                  </a:cubicBezTo>
                  <a:lnTo>
                    <a:pt x="321756" y="260270"/>
                  </a:lnTo>
                  <a:cubicBezTo>
                    <a:pt x="321756" y="260270"/>
                    <a:pt x="323203" y="262019"/>
                    <a:pt x="323438" y="262288"/>
                  </a:cubicBezTo>
                  <a:cubicBezTo>
                    <a:pt x="323640" y="262591"/>
                    <a:pt x="324684" y="263230"/>
                    <a:pt x="325189" y="263735"/>
                  </a:cubicBezTo>
                  <a:cubicBezTo>
                    <a:pt x="325693" y="264239"/>
                    <a:pt x="325828" y="264609"/>
                    <a:pt x="326703" y="265316"/>
                  </a:cubicBezTo>
                  <a:cubicBezTo>
                    <a:pt x="327578" y="266056"/>
                    <a:pt x="327746" y="267772"/>
                    <a:pt x="327746" y="267772"/>
                  </a:cubicBezTo>
                  <a:lnTo>
                    <a:pt x="328352" y="269386"/>
                  </a:lnTo>
                  <a:lnTo>
                    <a:pt x="328419" y="271573"/>
                  </a:lnTo>
                  <a:lnTo>
                    <a:pt x="328487" y="273860"/>
                  </a:lnTo>
                  <a:cubicBezTo>
                    <a:pt x="328487" y="273860"/>
                    <a:pt x="327073" y="276081"/>
                    <a:pt x="326905" y="276148"/>
                  </a:cubicBezTo>
                  <a:cubicBezTo>
                    <a:pt x="326737" y="276215"/>
                    <a:pt x="324852" y="278435"/>
                    <a:pt x="324852" y="278435"/>
                  </a:cubicBezTo>
                  <a:cubicBezTo>
                    <a:pt x="324852" y="278435"/>
                    <a:pt x="323371" y="279579"/>
                    <a:pt x="323203" y="279680"/>
                  </a:cubicBezTo>
                  <a:cubicBezTo>
                    <a:pt x="323035" y="279781"/>
                    <a:pt x="320477" y="281160"/>
                    <a:pt x="320140" y="281295"/>
                  </a:cubicBezTo>
                  <a:cubicBezTo>
                    <a:pt x="319838" y="281463"/>
                    <a:pt x="318525" y="282371"/>
                    <a:pt x="318289" y="282438"/>
                  </a:cubicBezTo>
                  <a:cubicBezTo>
                    <a:pt x="318087" y="282506"/>
                    <a:pt x="317078" y="282943"/>
                    <a:pt x="316876" y="282943"/>
                  </a:cubicBezTo>
                  <a:cubicBezTo>
                    <a:pt x="316674" y="282943"/>
                    <a:pt x="314520" y="282943"/>
                    <a:pt x="314520" y="282943"/>
                  </a:cubicBezTo>
                  <a:cubicBezTo>
                    <a:pt x="314520" y="282943"/>
                    <a:pt x="313006" y="283279"/>
                    <a:pt x="312198" y="283279"/>
                  </a:cubicBezTo>
                  <a:cubicBezTo>
                    <a:pt x="311390" y="283279"/>
                    <a:pt x="309539" y="283246"/>
                    <a:pt x="309304" y="283246"/>
                  </a:cubicBezTo>
                  <a:cubicBezTo>
                    <a:pt x="309102" y="283246"/>
                    <a:pt x="305837" y="282539"/>
                    <a:pt x="305837" y="282539"/>
                  </a:cubicBezTo>
                  <a:lnTo>
                    <a:pt x="301933" y="283952"/>
                  </a:lnTo>
                  <a:lnTo>
                    <a:pt x="298332" y="284827"/>
                  </a:lnTo>
                  <a:lnTo>
                    <a:pt x="295942" y="285600"/>
                  </a:lnTo>
                  <a:lnTo>
                    <a:pt x="292779" y="284827"/>
                  </a:lnTo>
                  <a:lnTo>
                    <a:pt x="289952" y="282977"/>
                  </a:lnTo>
                  <a:lnTo>
                    <a:pt x="286385" y="282102"/>
                  </a:lnTo>
                  <a:lnTo>
                    <a:pt x="281370" y="282539"/>
                  </a:lnTo>
                  <a:lnTo>
                    <a:pt x="278543" y="286677"/>
                  </a:lnTo>
                  <a:lnTo>
                    <a:pt x="277130" y="291555"/>
                  </a:lnTo>
                  <a:lnTo>
                    <a:pt x="277130" y="295995"/>
                  </a:lnTo>
                  <a:lnTo>
                    <a:pt x="276356" y="301748"/>
                  </a:lnTo>
                  <a:lnTo>
                    <a:pt x="276894" y="305112"/>
                  </a:lnTo>
                  <a:lnTo>
                    <a:pt x="280697" y="310662"/>
                  </a:lnTo>
                  <a:lnTo>
                    <a:pt x="282313" y="314127"/>
                  </a:lnTo>
                  <a:lnTo>
                    <a:pt x="285241" y="314497"/>
                  </a:lnTo>
                  <a:lnTo>
                    <a:pt x="288168" y="312479"/>
                  </a:lnTo>
                  <a:lnTo>
                    <a:pt x="288370" y="312479"/>
                  </a:lnTo>
                  <a:lnTo>
                    <a:pt x="290861" y="314430"/>
                  </a:lnTo>
                  <a:lnTo>
                    <a:pt x="293149" y="318029"/>
                  </a:lnTo>
                  <a:lnTo>
                    <a:pt x="293688" y="320216"/>
                  </a:lnTo>
                  <a:lnTo>
                    <a:pt x="291837" y="324219"/>
                  </a:lnTo>
                  <a:lnTo>
                    <a:pt x="292039" y="327886"/>
                  </a:lnTo>
                  <a:lnTo>
                    <a:pt x="293452" y="329231"/>
                  </a:lnTo>
                  <a:cubicBezTo>
                    <a:pt x="293452" y="329231"/>
                    <a:pt x="293553" y="329769"/>
                    <a:pt x="293452" y="330106"/>
                  </a:cubicBezTo>
                  <a:cubicBezTo>
                    <a:pt x="293351" y="330442"/>
                    <a:pt x="290625" y="332494"/>
                    <a:pt x="290625" y="332494"/>
                  </a:cubicBezTo>
                  <a:cubicBezTo>
                    <a:pt x="290625" y="332494"/>
                    <a:pt x="289649" y="333806"/>
                    <a:pt x="289212" y="333806"/>
                  </a:cubicBezTo>
                  <a:cubicBezTo>
                    <a:pt x="288774" y="333806"/>
                    <a:pt x="284971" y="336195"/>
                    <a:pt x="284971" y="336195"/>
                  </a:cubicBezTo>
                  <a:lnTo>
                    <a:pt x="282784" y="340332"/>
                  </a:lnTo>
                  <a:lnTo>
                    <a:pt x="279620" y="340332"/>
                  </a:lnTo>
                  <a:lnTo>
                    <a:pt x="276457" y="340332"/>
                  </a:lnTo>
                  <a:lnTo>
                    <a:pt x="272654" y="340332"/>
                  </a:lnTo>
                  <a:lnTo>
                    <a:pt x="268413" y="336329"/>
                  </a:lnTo>
                  <a:lnTo>
                    <a:pt x="263634" y="335656"/>
                  </a:lnTo>
                  <a:lnTo>
                    <a:pt x="262221" y="336867"/>
                  </a:lnTo>
                  <a:lnTo>
                    <a:pt x="261548" y="337843"/>
                  </a:lnTo>
                  <a:cubicBezTo>
                    <a:pt x="261548" y="337843"/>
                    <a:pt x="261009" y="339256"/>
                    <a:pt x="261009" y="339693"/>
                  </a:cubicBezTo>
                  <a:cubicBezTo>
                    <a:pt x="261009" y="340130"/>
                    <a:pt x="260471" y="341644"/>
                    <a:pt x="260471" y="341644"/>
                  </a:cubicBezTo>
                  <a:lnTo>
                    <a:pt x="260571" y="344033"/>
                  </a:lnTo>
                  <a:lnTo>
                    <a:pt x="260235" y="345883"/>
                  </a:lnTo>
                  <a:cubicBezTo>
                    <a:pt x="260235" y="345883"/>
                    <a:pt x="259797" y="346858"/>
                    <a:pt x="259562" y="347195"/>
                  </a:cubicBezTo>
                  <a:cubicBezTo>
                    <a:pt x="259326" y="347531"/>
                    <a:pt x="258384" y="348608"/>
                    <a:pt x="258047" y="348944"/>
                  </a:cubicBezTo>
                  <a:cubicBezTo>
                    <a:pt x="257711" y="349280"/>
                    <a:pt x="254447" y="350592"/>
                    <a:pt x="254447" y="350592"/>
                  </a:cubicBezTo>
                  <a:lnTo>
                    <a:pt x="251821" y="351231"/>
                  </a:lnTo>
                  <a:cubicBezTo>
                    <a:pt x="251821" y="351231"/>
                    <a:pt x="250071" y="351871"/>
                    <a:pt x="249432" y="352005"/>
                  </a:cubicBezTo>
                  <a:cubicBezTo>
                    <a:pt x="248792" y="352106"/>
                    <a:pt x="248221" y="351904"/>
                    <a:pt x="247783" y="352005"/>
                  </a:cubicBezTo>
                  <a:cubicBezTo>
                    <a:pt x="247345" y="352106"/>
                    <a:pt x="246605" y="352173"/>
                    <a:pt x="245730" y="352039"/>
                  </a:cubicBezTo>
                  <a:cubicBezTo>
                    <a:pt x="244855" y="351904"/>
                    <a:pt x="242701" y="350054"/>
                    <a:pt x="241490" y="348978"/>
                  </a:cubicBezTo>
                  <a:cubicBezTo>
                    <a:pt x="240278" y="347901"/>
                    <a:pt x="239874" y="346488"/>
                    <a:pt x="238999" y="345950"/>
                  </a:cubicBezTo>
                  <a:cubicBezTo>
                    <a:pt x="238124" y="345412"/>
                    <a:pt x="236710" y="343663"/>
                    <a:pt x="236710" y="343663"/>
                  </a:cubicBezTo>
                  <a:cubicBezTo>
                    <a:pt x="236710" y="343663"/>
                    <a:pt x="234759" y="343562"/>
                    <a:pt x="234321" y="343562"/>
                  </a:cubicBezTo>
                  <a:cubicBezTo>
                    <a:pt x="233884" y="343562"/>
                    <a:pt x="230720" y="343663"/>
                    <a:pt x="230417" y="343663"/>
                  </a:cubicBezTo>
                  <a:cubicBezTo>
                    <a:pt x="230081" y="343663"/>
                    <a:pt x="227153" y="345176"/>
                    <a:pt x="227153" y="345176"/>
                  </a:cubicBezTo>
                  <a:lnTo>
                    <a:pt x="225302" y="346690"/>
                  </a:lnTo>
                  <a:lnTo>
                    <a:pt x="220624" y="349079"/>
                  </a:lnTo>
                  <a:lnTo>
                    <a:pt x="216148" y="350390"/>
                  </a:lnTo>
                  <a:cubicBezTo>
                    <a:pt x="216148" y="350390"/>
                    <a:pt x="212782" y="350491"/>
                    <a:pt x="212345" y="350491"/>
                  </a:cubicBezTo>
                  <a:cubicBezTo>
                    <a:pt x="211907" y="350491"/>
                    <a:pt x="208003" y="349079"/>
                    <a:pt x="206926" y="349079"/>
                  </a:cubicBezTo>
                  <a:cubicBezTo>
                    <a:pt x="205816" y="349079"/>
                    <a:pt x="204739" y="348540"/>
                    <a:pt x="204436" y="349079"/>
                  </a:cubicBezTo>
                  <a:cubicBezTo>
                    <a:pt x="204099" y="349617"/>
                    <a:pt x="202821" y="350491"/>
                    <a:pt x="202147" y="350929"/>
                  </a:cubicBezTo>
                  <a:cubicBezTo>
                    <a:pt x="201508" y="351366"/>
                    <a:pt x="201171" y="355066"/>
                    <a:pt x="201171" y="355066"/>
                  </a:cubicBezTo>
                  <a:lnTo>
                    <a:pt x="199657" y="355706"/>
                  </a:lnTo>
                  <a:lnTo>
                    <a:pt x="194878" y="355066"/>
                  </a:lnTo>
                  <a:cubicBezTo>
                    <a:pt x="194878" y="355066"/>
                    <a:pt x="193565" y="354528"/>
                    <a:pt x="192589" y="353654"/>
                  </a:cubicBezTo>
                  <a:cubicBezTo>
                    <a:pt x="191613" y="352779"/>
                    <a:pt x="190200" y="349079"/>
                    <a:pt x="189863" y="348978"/>
                  </a:cubicBezTo>
                  <a:cubicBezTo>
                    <a:pt x="189527" y="348877"/>
                    <a:pt x="189325" y="346253"/>
                    <a:pt x="188989" y="345950"/>
                  </a:cubicBezTo>
                  <a:cubicBezTo>
                    <a:pt x="188652" y="345614"/>
                    <a:pt x="186262" y="343999"/>
                    <a:pt x="186262" y="343999"/>
                  </a:cubicBezTo>
                  <a:cubicBezTo>
                    <a:pt x="186262" y="343999"/>
                    <a:pt x="183435" y="343225"/>
                    <a:pt x="182459" y="343562"/>
                  </a:cubicBezTo>
                  <a:cubicBezTo>
                    <a:pt x="181483" y="343898"/>
                    <a:pt x="180844" y="343562"/>
                    <a:pt x="179531" y="343360"/>
                  </a:cubicBezTo>
                  <a:cubicBezTo>
                    <a:pt x="178219" y="343158"/>
                    <a:pt x="175931" y="342384"/>
                    <a:pt x="175829" y="342048"/>
                  </a:cubicBezTo>
                  <a:cubicBezTo>
                    <a:pt x="175728" y="341711"/>
                    <a:pt x="175156" y="337708"/>
                    <a:pt x="175156" y="337708"/>
                  </a:cubicBezTo>
                  <a:lnTo>
                    <a:pt x="172565" y="336834"/>
                  </a:lnTo>
                  <a:lnTo>
                    <a:pt x="167887" y="335959"/>
                  </a:lnTo>
                  <a:cubicBezTo>
                    <a:pt x="167887" y="335959"/>
                    <a:pt x="167416" y="334883"/>
                    <a:pt x="167416" y="334445"/>
                  </a:cubicBezTo>
                  <a:cubicBezTo>
                    <a:pt x="167416" y="334008"/>
                    <a:pt x="165598" y="331855"/>
                    <a:pt x="165598" y="331418"/>
                  </a:cubicBezTo>
                  <a:cubicBezTo>
                    <a:pt x="165598" y="330980"/>
                    <a:pt x="165598" y="329130"/>
                    <a:pt x="165598" y="329130"/>
                  </a:cubicBezTo>
                  <a:lnTo>
                    <a:pt x="166911" y="327953"/>
                  </a:lnTo>
                  <a:lnTo>
                    <a:pt x="169839" y="328054"/>
                  </a:lnTo>
                  <a:lnTo>
                    <a:pt x="172128" y="328928"/>
                  </a:lnTo>
                  <a:lnTo>
                    <a:pt x="173642" y="329366"/>
                  </a:lnTo>
                  <a:lnTo>
                    <a:pt x="176031" y="329803"/>
                  </a:lnTo>
                  <a:lnTo>
                    <a:pt x="177479" y="328727"/>
                  </a:lnTo>
                  <a:lnTo>
                    <a:pt x="178387" y="327179"/>
                  </a:lnTo>
                  <a:lnTo>
                    <a:pt x="178791" y="325463"/>
                  </a:lnTo>
                  <a:lnTo>
                    <a:pt x="177748" y="323849"/>
                  </a:lnTo>
                  <a:lnTo>
                    <a:pt x="174584" y="320720"/>
                  </a:lnTo>
                  <a:lnTo>
                    <a:pt x="173103" y="318567"/>
                  </a:lnTo>
                  <a:lnTo>
                    <a:pt x="169974" y="315271"/>
                  </a:lnTo>
                  <a:lnTo>
                    <a:pt x="167651" y="313454"/>
                  </a:lnTo>
                  <a:cubicBezTo>
                    <a:pt x="167651" y="313454"/>
                    <a:pt x="165464" y="311200"/>
                    <a:pt x="165397" y="310998"/>
                  </a:cubicBezTo>
                  <a:cubicBezTo>
                    <a:pt x="165329" y="310797"/>
                    <a:pt x="164454" y="308240"/>
                    <a:pt x="164387" y="308038"/>
                  </a:cubicBezTo>
                  <a:cubicBezTo>
                    <a:pt x="164319" y="307836"/>
                    <a:pt x="164151" y="305448"/>
                    <a:pt x="164151" y="305448"/>
                  </a:cubicBezTo>
                  <a:lnTo>
                    <a:pt x="163882" y="301613"/>
                  </a:lnTo>
                  <a:lnTo>
                    <a:pt x="163882" y="299662"/>
                  </a:lnTo>
                  <a:lnTo>
                    <a:pt x="167517" y="298787"/>
                  </a:lnTo>
                  <a:lnTo>
                    <a:pt x="168257" y="298787"/>
                  </a:lnTo>
                  <a:lnTo>
                    <a:pt x="170007" y="298787"/>
                  </a:lnTo>
                  <a:lnTo>
                    <a:pt x="171757" y="298787"/>
                  </a:lnTo>
                  <a:lnTo>
                    <a:pt x="173473" y="298787"/>
                  </a:lnTo>
                  <a:cubicBezTo>
                    <a:pt x="173473" y="298787"/>
                    <a:pt x="173473" y="298855"/>
                    <a:pt x="174214" y="298283"/>
                  </a:cubicBezTo>
                  <a:cubicBezTo>
                    <a:pt x="174954" y="297711"/>
                    <a:pt x="176166" y="296769"/>
                    <a:pt x="176166" y="296769"/>
                  </a:cubicBezTo>
                  <a:lnTo>
                    <a:pt x="177680" y="293506"/>
                  </a:lnTo>
                  <a:lnTo>
                    <a:pt x="180575" y="290916"/>
                  </a:lnTo>
                  <a:cubicBezTo>
                    <a:pt x="180575" y="290916"/>
                    <a:pt x="181954" y="290478"/>
                    <a:pt x="182392" y="290041"/>
                  </a:cubicBezTo>
                  <a:cubicBezTo>
                    <a:pt x="182829" y="289604"/>
                    <a:pt x="185724" y="287350"/>
                    <a:pt x="185724" y="287350"/>
                  </a:cubicBezTo>
                  <a:cubicBezTo>
                    <a:pt x="185724" y="287350"/>
                    <a:pt x="187609" y="286711"/>
                    <a:pt x="187911" y="286711"/>
                  </a:cubicBezTo>
                  <a:cubicBezTo>
                    <a:pt x="188214" y="286711"/>
                    <a:pt x="189426" y="286643"/>
                    <a:pt x="190234" y="286711"/>
                  </a:cubicBezTo>
                  <a:cubicBezTo>
                    <a:pt x="191041" y="286778"/>
                    <a:pt x="192253" y="286576"/>
                    <a:pt x="193128" y="286677"/>
                  </a:cubicBezTo>
                  <a:cubicBezTo>
                    <a:pt x="194003" y="286778"/>
                    <a:pt x="195450" y="286071"/>
                    <a:pt x="195753" y="286071"/>
                  </a:cubicBezTo>
                  <a:cubicBezTo>
                    <a:pt x="196022" y="286071"/>
                    <a:pt x="196897" y="285634"/>
                    <a:pt x="197638" y="285500"/>
                  </a:cubicBezTo>
                  <a:cubicBezTo>
                    <a:pt x="198344" y="285365"/>
                    <a:pt x="200027" y="283549"/>
                    <a:pt x="200027" y="283549"/>
                  </a:cubicBezTo>
                  <a:cubicBezTo>
                    <a:pt x="200027" y="283549"/>
                    <a:pt x="200667" y="282909"/>
                    <a:pt x="200835" y="282607"/>
                  </a:cubicBezTo>
                  <a:cubicBezTo>
                    <a:pt x="200969" y="282338"/>
                    <a:pt x="201979" y="281093"/>
                    <a:pt x="202215" y="281026"/>
                  </a:cubicBezTo>
                  <a:cubicBezTo>
                    <a:pt x="202417" y="280958"/>
                    <a:pt x="203460" y="280084"/>
                    <a:pt x="203729" y="280084"/>
                  </a:cubicBezTo>
                  <a:cubicBezTo>
                    <a:pt x="203998" y="280084"/>
                    <a:pt x="205883" y="278200"/>
                    <a:pt x="206119" y="278133"/>
                  </a:cubicBezTo>
                  <a:cubicBezTo>
                    <a:pt x="206320" y="278065"/>
                    <a:pt x="207364" y="276821"/>
                    <a:pt x="207633" y="276619"/>
                  </a:cubicBezTo>
                  <a:cubicBezTo>
                    <a:pt x="207936" y="276417"/>
                    <a:pt x="209148" y="274600"/>
                    <a:pt x="209148" y="274298"/>
                  </a:cubicBezTo>
                  <a:cubicBezTo>
                    <a:pt x="209148" y="273995"/>
                    <a:pt x="209148" y="270160"/>
                    <a:pt x="209148" y="270160"/>
                  </a:cubicBezTo>
                  <a:lnTo>
                    <a:pt x="205816" y="266964"/>
                  </a:lnTo>
                  <a:lnTo>
                    <a:pt x="205109" y="263701"/>
                  </a:lnTo>
                  <a:lnTo>
                    <a:pt x="201037" y="260573"/>
                  </a:lnTo>
                  <a:lnTo>
                    <a:pt x="199589" y="260573"/>
                  </a:lnTo>
                  <a:lnTo>
                    <a:pt x="197840" y="260573"/>
                  </a:lnTo>
                  <a:lnTo>
                    <a:pt x="195820" y="259429"/>
                  </a:lnTo>
                  <a:lnTo>
                    <a:pt x="194945" y="257848"/>
                  </a:lnTo>
                  <a:lnTo>
                    <a:pt x="195349" y="256637"/>
                  </a:lnTo>
                  <a:lnTo>
                    <a:pt x="194205" y="254719"/>
                  </a:lnTo>
                  <a:lnTo>
                    <a:pt x="193397" y="253138"/>
                  </a:lnTo>
                  <a:lnTo>
                    <a:pt x="192152" y="252365"/>
                  </a:lnTo>
                  <a:cubicBezTo>
                    <a:pt x="192152" y="252365"/>
                    <a:pt x="189830" y="250615"/>
                    <a:pt x="189695" y="250413"/>
                  </a:cubicBezTo>
                  <a:cubicBezTo>
                    <a:pt x="189594" y="250212"/>
                    <a:pt x="188585" y="248126"/>
                    <a:pt x="188585" y="248126"/>
                  </a:cubicBezTo>
                  <a:lnTo>
                    <a:pt x="188282" y="246377"/>
                  </a:lnTo>
                  <a:lnTo>
                    <a:pt x="188282" y="245771"/>
                  </a:lnTo>
                  <a:cubicBezTo>
                    <a:pt x="188282" y="245771"/>
                    <a:pt x="187743" y="243820"/>
                    <a:pt x="187911" y="243753"/>
                  </a:cubicBezTo>
                  <a:cubicBezTo>
                    <a:pt x="188080" y="243686"/>
                    <a:pt x="188282" y="242441"/>
                    <a:pt x="188282" y="242441"/>
                  </a:cubicBezTo>
                  <a:cubicBezTo>
                    <a:pt x="188551" y="242205"/>
                    <a:pt x="189157" y="241230"/>
                    <a:pt x="189157" y="241230"/>
                  </a:cubicBezTo>
                  <a:cubicBezTo>
                    <a:pt x="189157" y="241230"/>
                    <a:pt x="190738" y="239716"/>
                    <a:pt x="190907" y="239716"/>
                  </a:cubicBezTo>
                  <a:cubicBezTo>
                    <a:pt x="191075" y="239716"/>
                    <a:pt x="192320" y="239279"/>
                    <a:pt x="192522" y="239279"/>
                  </a:cubicBezTo>
                  <a:cubicBezTo>
                    <a:pt x="192758" y="239279"/>
                    <a:pt x="193397" y="239380"/>
                    <a:pt x="193734" y="239279"/>
                  </a:cubicBezTo>
                  <a:cubicBezTo>
                    <a:pt x="194070" y="239178"/>
                    <a:pt x="195955" y="238135"/>
                    <a:pt x="195955" y="238135"/>
                  </a:cubicBezTo>
                  <a:lnTo>
                    <a:pt x="198782" y="236117"/>
                  </a:lnTo>
                  <a:lnTo>
                    <a:pt x="199859" y="235309"/>
                  </a:lnTo>
                  <a:cubicBezTo>
                    <a:pt x="199859" y="235309"/>
                    <a:pt x="200902" y="234973"/>
                    <a:pt x="201104" y="234939"/>
                  </a:cubicBezTo>
                  <a:cubicBezTo>
                    <a:pt x="201306" y="234872"/>
                    <a:pt x="203123" y="235107"/>
                    <a:pt x="203325" y="234939"/>
                  </a:cubicBezTo>
                  <a:cubicBezTo>
                    <a:pt x="203527" y="234771"/>
                    <a:pt x="204840" y="235074"/>
                    <a:pt x="205244" y="234939"/>
                  </a:cubicBezTo>
                  <a:cubicBezTo>
                    <a:pt x="205614" y="234771"/>
                    <a:pt x="206590" y="234906"/>
                    <a:pt x="207128" y="234906"/>
                  </a:cubicBezTo>
                  <a:cubicBezTo>
                    <a:pt x="207667" y="234906"/>
                    <a:pt x="209719" y="234838"/>
                    <a:pt x="209955" y="234872"/>
                  </a:cubicBezTo>
                  <a:cubicBezTo>
                    <a:pt x="210157" y="234906"/>
                    <a:pt x="211099" y="234805"/>
                    <a:pt x="211840" y="234872"/>
                  </a:cubicBezTo>
                  <a:cubicBezTo>
                    <a:pt x="212614" y="234906"/>
                    <a:pt x="213489" y="235007"/>
                    <a:pt x="214027" y="234872"/>
                  </a:cubicBezTo>
                  <a:cubicBezTo>
                    <a:pt x="214566" y="234704"/>
                    <a:pt x="217460" y="234065"/>
                    <a:pt x="217460" y="234065"/>
                  </a:cubicBezTo>
                  <a:cubicBezTo>
                    <a:pt x="217460" y="234065"/>
                    <a:pt x="218335" y="231508"/>
                    <a:pt x="218638" y="231474"/>
                  </a:cubicBezTo>
                  <a:cubicBezTo>
                    <a:pt x="218974" y="231407"/>
                    <a:pt x="220927" y="228279"/>
                    <a:pt x="220927" y="228279"/>
                  </a:cubicBezTo>
                  <a:cubicBezTo>
                    <a:pt x="220927" y="228279"/>
                    <a:pt x="221566" y="225453"/>
                    <a:pt x="221566" y="225285"/>
                  </a:cubicBezTo>
                  <a:cubicBezTo>
                    <a:pt x="221566" y="225116"/>
                    <a:pt x="222206" y="222997"/>
                    <a:pt x="222206" y="222997"/>
                  </a:cubicBezTo>
                  <a:lnTo>
                    <a:pt x="223855" y="220710"/>
                  </a:lnTo>
                  <a:lnTo>
                    <a:pt x="224662" y="219734"/>
                  </a:lnTo>
                  <a:lnTo>
                    <a:pt x="226009" y="218220"/>
                  </a:lnTo>
                  <a:cubicBezTo>
                    <a:pt x="226009" y="218220"/>
                    <a:pt x="227691" y="216538"/>
                    <a:pt x="227927" y="216437"/>
                  </a:cubicBezTo>
                  <a:cubicBezTo>
                    <a:pt x="228129" y="216336"/>
                    <a:pt x="230586" y="215529"/>
                    <a:pt x="230586" y="215529"/>
                  </a:cubicBezTo>
                  <a:cubicBezTo>
                    <a:pt x="230586" y="215529"/>
                    <a:pt x="232336" y="215395"/>
                    <a:pt x="232638" y="215395"/>
                  </a:cubicBezTo>
                  <a:cubicBezTo>
                    <a:pt x="232941" y="215395"/>
                    <a:pt x="234321" y="215395"/>
                    <a:pt x="234321" y="215395"/>
                  </a:cubicBezTo>
                  <a:lnTo>
                    <a:pt x="236441" y="215058"/>
                  </a:lnTo>
                  <a:lnTo>
                    <a:pt x="238192" y="214419"/>
                  </a:lnTo>
                  <a:cubicBezTo>
                    <a:pt x="238192" y="214419"/>
                    <a:pt x="239403" y="213174"/>
                    <a:pt x="239605" y="213174"/>
                  </a:cubicBezTo>
                  <a:cubicBezTo>
                    <a:pt x="239807" y="213174"/>
                    <a:pt x="240648" y="212132"/>
                    <a:pt x="240648" y="212132"/>
                  </a:cubicBezTo>
                  <a:cubicBezTo>
                    <a:pt x="240648" y="212132"/>
                    <a:pt x="242163" y="212199"/>
                    <a:pt x="242398" y="212132"/>
                  </a:cubicBezTo>
                  <a:cubicBezTo>
                    <a:pt x="242600" y="212064"/>
                    <a:pt x="243206" y="213444"/>
                    <a:pt x="243206" y="213444"/>
                  </a:cubicBezTo>
                  <a:lnTo>
                    <a:pt x="243710" y="214621"/>
                  </a:lnTo>
                  <a:cubicBezTo>
                    <a:pt x="243710" y="214621"/>
                    <a:pt x="245730" y="215126"/>
                    <a:pt x="246100" y="215126"/>
                  </a:cubicBezTo>
                  <a:cubicBezTo>
                    <a:pt x="246470" y="215126"/>
                    <a:pt x="247884" y="214957"/>
                    <a:pt x="247884" y="214957"/>
                  </a:cubicBezTo>
                  <a:cubicBezTo>
                    <a:pt x="247884" y="214957"/>
                    <a:pt x="248759" y="213612"/>
                    <a:pt x="248759" y="213444"/>
                  </a:cubicBezTo>
                  <a:cubicBezTo>
                    <a:pt x="248759" y="213275"/>
                    <a:pt x="248052" y="211391"/>
                    <a:pt x="247884" y="211257"/>
                  </a:cubicBezTo>
                  <a:cubicBezTo>
                    <a:pt x="247716" y="211156"/>
                    <a:pt x="246268" y="210349"/>
                    <a:pt x="246100" y="210214"/>
                  </a:cubicBezTo>
                  <a:cubicBezTo>
                    <a:pt x="245932" y="210113"/>
                    <a:pt x="243610" y="208801"/>
                    <a:pt x="243610" y="208801"/>
                  </a:cubicBezTo>
                  <a:lnTo>
                    <a:pt x="240581" y="206514"/>
                  </a:lnTo>
                  <a:cubicBezTo>
                    <a:pt x="240581" y="206514"/>
                    <a:pt x="239672" y="204596"/>
                    <a:pt x="239504" y="204495"/>
                  </a:cubicBezTo>
                  <a:cubicBezTo>
                    <a:pt x="239336" y="204394"/>
                    <a:pt x="238090" y="202376"/>
                    <a:pt x="237989" y="202208"/>
                  </a:cubicBezTo>
                  <a:cubicBezTo>
                    <a:pt x="237888" y="202040"/>
                    <a:pt x="236744" y="199988"/>
                    <a:pt x="236744" y="199752"/>
                  </a:cubicBezTo>
                  <a:cubicBezTo>
                    <a:pt x="236744" y="199550"/>
                    <a:pt x="236475" y="198070"/>
                    <a:pt x="236475" y="198070"/>
                  </a:cubicBezTo>
                  <a:cubicBezTo>
                    <a:pt x="236475" y="198070"/>
                    <a:pt x="237249" y="196926"/>
                    <a:pt x="237384" y="196926"/>
                  </a:cubicBezTo>
                  <a:cubicBezTo>
                    <a:pt x="237518" y="196926"/>
                    <a:pt x="239134" y="196388"/>
                    <a:pt x="239134" y="196388"/>
                  </a:cubicBezTo>
                  <a:lnTo>
                    <a:pt x="241287" y="196725"/>
                  </a:lnTo>
                  <a:lnTo>
                    <a:pt x="243610" y="198037"/>
                  </a:lnTo>
                  <a:lnTo>
                    <a:pt x="244821" y="199113"/>
                  </a:lnTo>
                  <a:cubicBezTo>
                    <a:pt x="244821" y="199113"/>
                    <a:pt x="248018" y="200425"/>
                    <a:pt x="248254" y="200425"/>
                  </a:cubicBezTo>
                  <a:cubicBezTo>
                    <a:pt x="248490" y="200425"/>
                    <a:pt x="249466" y="199988"/>
                    <a:pt x="249331" y="199349"/>
                  </a:cubicBezTo>
                  <a:cubicBezTo>
                    <a:pt x="249230" y="198709"/>
                    <a:pt x="248893" y="197936"/>
                    <a:pt x="248826" y="197767"/>
                  </a:cubicBezTo>
                  <a:cubicBezTo>
                    <a:pt x="248759" y="197599"/>
                    <a:pt x="248759" y="195884"/>
                    <a:pt x="248658" y="195715"/>
                  </a:cubicBezTo>
                  <a:cubicBezTo>
                    <a:pt x="248557" y="195547"/>
                    <a:pt x="247009" y="193764"/>
                    <a:pt x="247009" y="193764"/>
                  </a:cubicBezTo>
                  <a:lnTo>
                    <a:pt x="245663" y="192621"/>
                  </a:lnTo>
                  <a:cubicBezTo>
                    <a:pt x="245663" y="192621"/>
                    <a:pt x="244687" y="191309"/>
                    <a:pt x="244687" y="190770"/>
                  </a:cubicBezTo>
                  <a:cubicBezTo>
                    <a:pt x="244687" y="190232"/>
                    <a:pt x="244316" y="189425"/>
                    <a:pt x="244687" y="189358"/>
                  </a:cubicBezTo>
                  <a:cubicBezTo>
                    <a:pt x="245057" y="189290"/>
                    <a:pt x="246033" y="188920"/>
                    <a:pt x="246706" y="188752"/>
                  </a:cubicBezTo>
                  <a:cubicBezTo>
                    <a:pt x="247379" y="188584"/>
                    <a:pt x="248893" y="188416"/>
                    <a:pt x="249331" y="188416"/>
                  </a:cubicBezTo>
                  <a:cubicBezTo>
                    <a:pt x="249768" y="188416"/>
                    <a:pt x="253336" y="189660"/>
                    <a:pt x="253336" y="189660"/>
                  </a:cubicBezTo>
                  <a:cubicBezTo>
                    <a:pt x="253336" y="189660"/>
                    <a:pt x="255759" y="187676"/>
                    <a:pt x="255961" y="187743"/>
                  </a:cubicBezTo>
                  <a:cubicBezTo>
                    <a:pt x="256163" y="187810"/>
                    <a:pt x="257980" y="186734"/>
                    <a:pt x="258351" y="186296"/>
                  </a:cubicBezTo>
                  <a:cubicBezTo>
                    <a:pt x="258721" y="185859"/>
                    <a:pt x="258552" y="184110"/>
                    <a:pt x="258653" y="183168"/>
                  </a:cubicBezTo>
                  <a:cubicBezTo>
                    <a:pt x="258721" y="182226"/>
                    <a:pt x="258519" y="181284"/>
                    <a:pt x="258653" y="180645"/>
                  </a:cubicBezTo>
                  <a:cubicBezTo>
                    <a:pt x="258788" y="180006"/>
                    <a:pt x="259360" y="179064"/>
                    <a:pt x="259730" y="178626"/>
                  </a:cubicBezTo>
                  <a:cubicBezTo>
                    <a:pt x="260101" y="178189"/>
                    <a:pt x="260605" y="177180"/>
                    <a:pt x="260875" y="176945"/>
                  </a:cubicBezTo>
                  <a:cubicBezTo>
                    <a:pt x="261177" y="176709"/>
                    <a:pt x="262995" y="175801"/>
                    <a:pt x="263264" y="175633"/>
                  </a:cubicBezTo>
                  <a:cubicBezTo>
                    <a:pt x="263567" y="175498"/>
                    <a:pt x="264846" y="175767"/>
                    <a:pt x="265452" y="175633"/>
                  </a:cubicBezTo>
                  <a:cubicBezTo>
                    <a:pt x="266024" y="175498"/>
                    <a:pt x="266461" y="175935"/>
                    <a:pt x="266764" y="176137"/>
                  </a:cubicBezTo>
                  <a:cubicBezTo>
                    <a:pt x="267033" y="176339"/>
                    <a:pt x="267505" y="177584"/>
                    <a:pt x="267639" y="178660"/>
                  </a:cubicBezTo>
                  <a:cubicBezTo>
                    <a:pt x="267774" y="179737"/>
                    <a:pt x="267505" y="180544"/>
                    <a:pt x="267639" y="181620"/>
                  </a:cubicBezTo>
                  <a:cubicBezTo>
                    <a:pt x="267774" y="182697"/>
                    <a:pt x="267505" y="183639"/>
                    <a:pt x="267673" y="184076"/>
                  </a:cubicBezTo>
                  <a:cubicBezTo>
                    <a:pt x="267841" y="184513"/>
                    <a:pt x="267673" y="187205"/>
                    <a:pt x="267673" y="187205"/>
                  </a:cubicBezTo>
                  <a:cubicBezTo>
                    <a:pt x="267673" y="187205"/>
                    <a:pt x="267202" y="188651"/>
                    <a:pt x="268077" y="189526"/>
                  </a:cubicBezTo>
                  <a:cubicBezTo>
                    <a:pt x="268951" y="190400"/>
                    <a:pt x="269591" y="191981"/>
                    <a:pt x="269894" y="192419"/>
                  </a:cubicBezTo>
                  <a:cubicBezTo>
                    <a:pt x="270197" y="192856"/>
                    <a:pt x="270971" y="195312"/>
                    <a:pt x="271206" y="195379"/>
                  </a:cubicBezTo>
                  <a:cubicBezTo>
                    <a:pt x="271442" y="195446"/>
                    <a:pt x="272654" y="197633"/>
                    <a:pt x="273596" y="198003"/>
                  </a:cubicBezTo>
                  <a:cubicBezTo>
                    <a:pt x="274538" y="198373"/>
                    <a:pt x="275481" y="199819"/>
                    <a:pt x="277130" y="200694"/>
                  </a:cubicBezTo>
                  <a:cubicBezTo>
                    <a:pt x="278779" y="201569"/>
                    <a:pt x="281269" y="203284"/>
                    <a:pt x="281269" y="203284"/>
                  </a:cubicBezTo>
                  <a:lnTo>
                    <a:pt x="283423" y="204664"/>
                  </a:lnTo>
                  <a:lnTo>
                    <a:pt x="287899" y="210685"/>
                  </a:lnTo>
                  <a:lnTo>
                    <a:pt x="291231" y="214217"/>
                  </a:lnTo>
                  <a:lnTo>
                    <a:pt x="293755" y="216606"/>
                  </a:lnTo>
                  <a:lnTo>
                    <a:pt x="299847" y="219129"/>
                  </a:lnTo>
                  <a:cubicBezTo>
                    <a:pt x="299847" y="219129"/>
                    <a:pt x="305501" y="217682"/>
                    <a:pt x="305938" y="217548"/>
                  </a:cubicBezTo>
                  <a:cubicBezTo>
                    <a:pt x="306376" y="217413"/>
                    <a:pt x="310583" y="216673"/>
                    <a:pt x="310583" y="216673"/>
                  </a:cubicBezTo>
                  <a:lnTo>
                    <a:pt x="321756" y="217043"/>
                  </a:lnTo>
                  <a:lnTo>
                    <a:pt x="325087" y="217043"/>
                  </a:lnTo>
                  <a:lnTo>
                    <a:pt x="329294" y="218792"/>
                  </a:lnTo>
                  <a:lnTo>
                    <a:pt x="335218" y="218792"/>
                  </a:lnTo>
                  <a:cubicBezTo>
                    <a:pt x="335218" y="218792"/>
                    <a:pt x="337809" y="218220"/>
                    <a:pt x="338415" y="218355"/>
                  </a:cubicBezTo>
                  <a:cubicBezTo>
                    <a:pt x="338987" y="218489"/>
                    <a:pt x="340299" y="221046"/>
                    <a:pt x="340299" y="221046"/>
                  </a:cubicBezTo>
                  <a:lnTo>
                    <a:pt x="341107" y="222560"/>
                  </a:lnTo>
                  <a:lnTo>
                    <a:pt x="340299" y="224645"/>
                  </a:lnTo>
                  <a:close/>
                </a:path>
              </a:pathLst>
            </a:custGeom>
            <a:grpFill/>
            <a:ln w="6350" cap="flat">
              <a:solidFill>
                <a:schemeClr val="bg1"/>
              </a:solidFill>
              <a:prstDash val="solid"/>
              <a:miter/>
            </a:ln>
          </p:spPr>
          <p:txBody>
            <a:bodyPr rtlCol="0" anchor="ctr"/>
            <a:lstStyle/>
            <a:p>
              <a:endParaRPr lang="en-US"/>
            </a:p>
          </p:txBody>
        </p:sp>
        <p:grpSp>
          <p:nvGrpSpPr>
            <p:cNvPr id="121" name="Graphic 11">
              <a:extLst>
                <a:ext uri="{FF2B5EF4-FFF2-40B4-BE49-F238E27FC236}">
                  <a16:creationId xmlns:a16="http://schemas.microsoft.com/office/drawing/2014/main" id="{77D49503-F6B5-B75F-9F71-6C0568E795B1}"/>
                </a:ext>
              </a:extLst>
            </p:cNvPr>
            <p:cNvGrpSpPr/>
            <p:nvPr/>
          </p:nvGrpSpPr>
          <p:grpSpPr>
            <a:xfrm>
              <a:off x="8145184" y="2281729"/>
              <a:ext cx="310509" cy="293378"/>
              <a:chOff x="5946217" y="1188690"/>
              <a:chExt cx="596146" cy="563255"/>
            </a:xfrm>
            <a:grpFill/>
          </p:grpSpPr>
          <p:sp>
            <p:nvSpPr>
              <p:cNvPr id="144" name="Freeform 923">
                <a:extLst>
                  <a:ext uri="{FF2B5EF4-FFF2-40B4-BE49-F238E27FC236}">
                    <a16:creationId xmlns:a16="http://schemas.microsoft.com/office/drawing/2014/main" id="{E57745EC-5EF6-5494-4664-AFBF4006D778}"/>
                  </a:ext>
                </a:extLst>
              </p:cNvPr>
              <p:cNvSpPr/>
              <p:nvPr/>
            </p:nvSpPr>
            <p:spPr>
              <a:xfrm>
                <a:off x="5946217" y="1188690"/>
                <a:ext cx="596146" cy="563255"/>
              </a:xfrm>
              <a:custGeom>
                <a:avLst/>
                <a:gdLst>
                  <a:gd name="connsiteX0" fmla="*/ 595888 w 596146"/>
                  <a:gd name="connsiteY0" fmla="*/ 241734 h 563255"/>
                  <a:gd name="connsiteX1" fmla="*/ 594003 w 596146"/>
                  <a:gd name="connsiteY1" fmla="*/ 238101 h 563255"/>
                  <a:gd name="connsiteX2" fmla="*/ 590672 w 596146"/>
                  <a:gd name="connsiteY2" fmla="*/ 233762 h 563255"/>
                  <a:gd name="connsiteX3" fmla="*/ 586330 w 596146"/>
                  <a:gd name="connsiteY3" fmla="*/ 228413 h 563255"/>
                  <a:gd name="connsiteX4" fmla="*/ 585186 w 596146"/>
                  <a:gd name="connsiteY4" fmla="*/ 228110 h 563255"/>
                  <a:gd name="connsiteX5" fmla="*/ 582729 w 596146"/>
                  <a:gd name="connsiteY5" fmla="*/ 228245 h 563255"/>
                  <a:gd name="connsiteX6" fmla="*/ 579263 w 596146"/>
                  <a:gd name="connsiteY6" fmla="*/ 226933 h 563255"/>
                  <a:gd name="connsiteX7" fmla="*/ 578119 w 596146"/>
                  <a:gd name="connsiteY7" fmla="*/ 226798 h 563255"/>
                  <a:gd name="connsiteX8" fmla="*/ 578119 w 596146"/>
                  <a:gd name="connsiteY8" fmla="*/ 223468 h 563255"/>
                  <a:gd name="connsiteX9" fmla="*/ 576301 w 596146"/>
                  <a:gd name="connsiteY9" fmla="*/ 220878 h 563255"/>
                  <a:gd name="connsiteX10" fmla="*/ 573777 w 596146"/>
                  <a:gd name="connsiteY10" fmla="*/ 218994 h 563255"/>
                  <a:gd name="connsiteX11" fmla="*/ 571455 w 596146"/>
                  <a:gd name="connsiteY11" fmla="*/ 215966 h 563255"/>
                  <a:gd name="connsiteX12" fmla="*/ 570142 w 596146"/>
                  <a:gd name="connsiteY12" fmla="*/ 212199 h 563255"/>
                  <a:gd name="connsiteX13" fmla="*/ 569267 w 596146"/>
                  <a:gd name="connsiteY13" fmla="*/ 208431 h 563255"/>
                  <a:gd name="connsiteX14" fmla="*/ 566373 w 596146"/>
                  <a:gd name="connsiteY14" fmla="*/ 202780 h 563255"/>
                  <a:gd name="connsiteX15" fmla="*/ 563041 w 596146"/>
                  <a:gd name="connsiteY15" fmla="*/ 197263 h 563255"/>
                  <a:gd name="connsiteX16" fmla="*/ 561897 w 596146"/>
                  <a:gd name="connsiteY16" fmla="*/ 194942 h 563255"/>
                  <a:gd name="connsiteX17" fmla="*/ 561897 w 596146"/>
                  <a:gd name="connsiteY17" fmla="*/ 192486 h 563255"/>
                  <a:gd name="connsiteX18" fmla="*/ 561156 w 596146"/>
                  <a:gd name="connsiteY18" fmla="*/ 189862 h 563255"/>
                  <a:gd name="connsiteX19" fmla="*/ 559710 w 596146"/>
                  <a:gd name="connsiteY19" fmla="*/ 186094 h 563255"/>
                  <a:gd name="connsiteX20" fmla="*/ 558128 w 596146"/>
                  <a:gd name="connsiteY20" fmla="*/ 184211 h 563255"/>
                  <a:gd name="connsiteX21" fmla="*/ 554661 w 596146"/>
                  <a:gd name="connsiteY21" fmla="*/ 184211 h 563255"/>
                  <a:gd name="connsiteX22" fmla="*/ 550455 w 596146"/>
                  <a:gd name="connsiteY22" fmla="*/ 184413 h 563255"/>
                  <a:gd name="connsiteX23" fmla="*/ 545541 w 596146"/>
                  <a:gd name="connsiteY23" fmla="*/ 183908 h 563255"/>
                  <a:gd name="connsiteX24" fmla="*/ 543959 w 596146"/>
                  <a:gd name="connsiteY24" fmla="*/ 182024 h 563255"/>
                  <a:gd name="connsiteX25" fmla="*/ 543959 w 596146"/>
                  <a:gd name="connsiteY25" fmla="*/ 179871 h 563255"/>
                  <a:gd name="connsiteX26" fmla="*/ 544666 w 596146"/>
                  <a:gd name="connsiteY26" fmla="*/ 177987 h 563255"/>
                  <a:gd name="connsiteX27" fmla="*/ 546551 w 596146"/>
                  <a:gd name="connsiteY27" fmla="*/ 174354 h 563255"/>
                  <a:gd name="connsiteX28" fmla="*/ 548435 w 596146"/>
                  <a:gd name="connsiteY28" fmla="*/ 171024 h 563255"/>
                  <a:gd name="connsiteX29" fmla="*/ 548873 w 596146"/>
                  <a:gd name="connsiteY29" fmla="*/ 168266 h 563255"/>
                  <a:gd name="connsiteX30" fmla="*/ 546853 w 596146"/>
                  <a:gd name="connsiteY30" fmla="*/ 164801 h 563255"/>
                  <a:gd name="connsiteX31" fmla="*/ 543387 w 596146"/>
                  <a:gd name="connsiteY31" fmla="*/ 163051 h 563255"/>
                  <a:gd name="connsiteX32" fmla="*/ 541502 w 596146"/>
                  <a:gd name="connsiteY32" fmla="*/ 161908 h 563255"/>
                  <a:gd name="connsiteX33" fmla="*/ 538036 w 596146"/>
                  <a:gd name="connsiteY33" fmla="*/ 161605 h 563255"/>
                  <a:gd name="connsiteX34" fmla="*/ 536892 w 596146"/>
                  <a:gd name="connsiteY34" fmla="*/ 158712 h 563255"/>
                  <a:gd name="connsiteX35" fmla="*/ 538541 w 596146"/>
                  <a:gd name="connsiteY35" fmla="*/ 156021 h 563255"/>
                  <a:gd name="connsiteX36" fmla="*/ 541435 w 596146"/>
                  <a:gd name="connsiteY36" fmla="*/ 153498 h 563255"/>
                  <a:gd name="connsiteX37" fmla="*/ 545272 w 596146"/>
                  <a:gd name="connsiteY37" fmla="*/ 150975 h 563255"/>
                  <a:gd name="connsiteX38" fmla="*/ 547224 w 596146"/>
                  <a:gd name="connsiteY38" fmla="*/ 147712 h 563255"/>
                  <a:gd name="connsiteX39" fmla="*/ 548637 w 596146"/>
                  <a:gd name="connsiteY39" fmla="*/ 143339 h 563255"/>
                  <a:gd name="connsiteX40" fmla="*/ 549613 w 596146"/>
                  <a:gd name="connsiteY40" fmla="*/ 141757 h 563255"/>
                  <a:gd name="connsiteX41" fmla="*/ 550421 w 596146"/>
                  <a:gd name="connsiteY41" fmla="*/ 140345 h 563255"/>
                  <a:gd name="connsiteX42" fmla="*/ 552104 w 596146"/>
                  <a:gd name="connsiteY42" fmla="*/ 137822 h 563255"/>
                  <a:gd name="connsiteX43" fmla="*/ 553046 w 596146"/>
                  <a:gd name="connsiteY43" fmla="*/ 136510 h 563255"/>
                  <a:gd name="connsiteX44" fmla="*/ 553484 w 596146"/>
                  <a:gd name="connsiteY44" fmla="*/ 135400 h 563255"/>
                  <a:gd name="connsiteX45" fmla="*/ 553080 w 596146"/>
                  <a:gd name="connsiteY45" fmla="*/ 134088 h 563255"/>
                  <a:gd name="connsiteX46" fmla="*/ 551161 w 596146"/>
                  <a:gd name="connsiteY46" fmla="*/ 132910 h 563255"/>
                  <a:gd name="connsiteX47" fmla="*/ 549512 w 596146"/>
                  <a:gd name="connsiteY47" fmla="*/ 132473 h 563255"/>
                  <a:gd name="connsiteX48" fmla="*/ 547055 w 596146"/>
                  <a:gd name="connsiteY48" fmla="*/ 133146 h 563255"/>
                  <a:gd name="connsiteX49" fmla="*/ 546349 w 596146"/>
                  <a:gd name="connsiteY49" fmla="*/ 133684 h 563255"/>
                  <a:gd name="connsiteX50" fmla="*/ 545440 w 596146"/>
                  <a:gd name="connsiteY50" fmla="*/ 134323 h 563255"/>
                  <a:gd name="connsiteX51" fmla="*/ 543488 w 596146"/>
                  <a:gd name="connsiteY51" fmla="*/ 135164 h 563255"/>
                  <a:gd name="connsiteX52" fmla="*/ 541132 w 596146"/>
                  <a:gd name="connsiteY52" fmla="*/ 135702 h 563255"/>
                  <a:gd name="connsiteX53" fmla="*/ 539988 w 596146"/>
                  <a:gd name="connsiteY53" fmla="*/ 134895 h 563255"/>
                  <a:gd name="connsiteX54" fmla="*/ 538541 w 596146"/>
                  <a:gd name="connsiteY54" fmla="*/ 133785 h 563255"/>
                  <a:gd name="connsiteX55" fmla="*/ 537094 w 596146"/>
                  <a:gd name="connsiteY55" fmla="*/ 133146 h 563255"/>
                  <a:gd name="connsiteX56" fmla="*/ 535613 w 596146"/>
                  <a:gd name="connsiteY56" fmla="*/ 131935 h 563255"/>
                  <a:gd name="connsiteX57" fmla="*/ 534368 w 596146"/>
                  <a:gd name="connsiteY57" fmla="*/ 131430 h 563255"/>
                  <a:gd name="connsiteX58" fmla="*/ 532921 w 596146"/>
                  <a:gd name="connsiteY58" fmla="*/ 129479 h 563255"/>
                  <a:gd name="connsiteX59" fmla="*/ 532921 w 596146"/>
                  <a:gd name="connsiteY59" fmla="*/ 127662 h 563255"/>
                  <a:gd name="connsiteX60" fmla="*/ 533459 w 596146"/>
                  <a:gd name="connsiteY60" fmla="*/ 125207 h 563255"/>
                  <a:gd name="connsiteX61" fmla="*/ 534536 w 596146"/>
                  <a:gd name="connsiteY61" fmla="*/ 124130 h 563255"/>
                  <a:gd name="connsiteX62" fmla="*/ 534805 w 596146"/>
                  <a:gd name="connsiteY62" fmla="*/ 121876 h 563255"/>
                  <a:gd name="connsiteX63" fmla="*/ 533459 w 596146"/>
                  <a:gd name="connsiteY63" fmla="*/ 119892 h 563255"/>
                  <a:gd name="connsiteX64" fmla="*/ 532617 w 596146"/>
                  <a:gd name="connsiteY64" fmla="*/ 118916 h 563255"/>
                  <a:gd name="connsiteX65" fmla="*/ 531171 w 596146"/>
                  <a:gd name="connsiteY65" fmla="*/ 117604 h 563255"/>
                  <a:gd name="connsiteX66" fmla="*/ 530228 w 596146"/>
                  <a:gd name="connsiteY66" fmla="*/ 117604 h 563255"/>
                  <a:gd name="connsiteX67" fmla="*/ 528142 w 596146"/>
                  <a:gd name="connsiteY67" fmla="*/ 118243 h 563255"/>
                  <a:gd name="connsiteX68" fmla="*/ 525315 w 596146"/>
                  <a:gd name="connsiteY68" fmla="*/ 118311 h 563255"/>
                  <a:gd name="connsiteX69" fmla="*/ 522690 w 596146"/>
                  <a:gd name="connsiteY69" fmla="*/ 116292 h 563255"/>
                  <a:gd name="connsiteX70" fmla="*/ 522690 w 596146"/>
                  <a:gd name="connsiteY70" fmla="*/ 114274 h 563255"/>
                  <a:gd name="connsiteX71" fmla="*/ 522252 w 596146"/>
                  <a:gd name="connsiteY71" fmla="*/ 111953 h 563255"/>
                  <a:gd name="connsiteX72" fmla="*/ 519358 w 596146"/>
                  <a:gd name="connsiteY72" fmla="*/ 108622 h 563255"/>
                  <a:gd name="connsiteX73" fmla="*/ 518651 w 596146"/>
                  <a:gd name="connsiteY73" fmla="*/ 105528 h 563255"/>
                  <a:gd name="connsiteX74" fmla="*/ 515185 w 596146"/>
                  <a:gd name="connsiteY74" fmla="*/ 101121 h 563255"/>
                  <a:gd name="connsiteX75" fmla="*/ 516766 w 596146"/>
                  <a:gd name="connsiteY75" fmla="*/ 98531 h 563255"/>
                  <a:gd name="connsiteX76" fmla="*/ 519391 w 596146"/>
                  <a:gd name="connsiteY76" fmla="*/ 93014 h 563255"/>
                  <a:gd name="connsiteX77" fmla="*/ 518684 w 596146"/>
                  <a:gd name="connsiteY77" fmla="*/ 91130 h 563255"/>
                  <a:gd name="connsiteX78" fmla="*/ 516160 w 596146"/>
                  <a:gd name="connsiteY78" fmla="*/ 87429 h 563255"/>
                  <a:gd name="connsiteX79" fmla="*/ 513333 w 596146"/>
                  <a:gd name="connsiteY79" fmla="*/ 86353 h 563255"/>
                  <a:gd name="connsiteX80" fmla="*/ 510372 w 596146"/>
                  <a:gd name="connsiteY80" fmla="*/ 87799 h 563255"/>
                  <a:gd name="connsiteX81" fmla="*/ 506367 w 596146"/>
                  <a:gd name="connsiteY81" fmla="*/ 88371 h 563255"/>
                  <a:gd name="connsiteX82" fmla="*/ 502598 w 596146"/>
                  <a:gd name="connsiteY82" fmla="*/ 84604 h 563255"/>
                  <a:gd name="connsiteX83" fmla="*/ 502362 w 596146"/>
                  <a:gd name="connsiteY83" fmla="*/ 82081 h 563255"/>
                  <a:gd name="connsiteX84" fmla="*/ 503002 w 596146"/>
                  <a:gd name="connsiteY84" fmla="*/ 78750 h 563255"/>
                  <a:gd name="connsiteX85" fmla="*/ 503809 w 596146"/>
                  <a:gd name="connsiteY85" fmla="*/ 77237 h 563255"/>
                  <a:gd name="connsiteX86" fmla="*/ 503372 w 596146"/>
                  <a:gd name="connsiteY86" fmla="*/ 75656 h 563255"/>
                  <a:gd name="connsiteX87" fmla="*/ 503372 w 596146"/>
                  <a:gd name="connsiteY87" fmla="*/ 72191 h 563255"/>
                  <a:gd name="connsiteX88" fmla="*/ 502160 w 596146"/>
                  <a:gd name="connsiteY88" fmla="*/ 70240 h 563255"/>
                  <a:gd name="connsiteX89" fmla="*/ 498525 w 596146"/>
                  <a:gd name="connsiteY89" fmla="*/ 69735 h 563255"/>
                  <a:gd name="connsiteX90" fmla="*/ 494117 w 596146"/>
                  <a:gd name="connsiteY90" fmla="*/ 70172 h 563255"/>
                  <a:gd name="connsiteX91" fmla="*/ 491492 w 596146"/>
                  <a:gd name="connsiteY91" fmla="*/ 69365 h 563255"/>
                  <a:gd name="connsiteX92" fmla="*/ 488968 w 596146"/>
                  <a:gd name="connsiteY92" fmla="*/ 64790 h 563255"/>
                  <a:gd name="connsiteX93" fmla="*/ 489035 w 596146"/>
                  <a:gd name="connsiteY93" fmla="*/ 61392 h 563255"/>
                  <a:gd name="connsiteX94" fmla="*/ 489540 w 596146"/>
                  <a:gd name="connsiteY94" fmla="*/ 56111 h 563255"/>
                  <a:gd name="connsiteX95" fmla="*/ 490112 w 596146"/>
                  <a:gd name="connsiteY95" fmla="*/ 51839 h 563255"/>
                  <a:gd name="connsiteX96" fmla="*/ 490549 w 596146"/>
                  <a:gd name="connsiteY96" fmla="*/ 49955 h 563255"/>
                  <a:gd name="connsiteX97" fmla="*/ 491997 w 596146"/>
                  <a:gd name="connsiteY97" fmla="*/ 44808 h 563255"/>
                  <a:gd name="connsiteX98" fmla="*/ 492636 w 596146"/>
                  <a:gd name="connsiteY98" fmla="*/ 42992 h 563255"/>
                  <a:gd name="connsiteX99" fmla="*/ 493343 w 596146"/>
                  <a:gd name="connsiteY99" fmla="*/ 40166 h 563255"/>
                  <a:gd name="connsiteX100" fmla="*/ 495362 w 596146"/>
                  <a:gd name="connsiteY100" fmla="*/ 38787 h 563255"/>
                  <a:gd name="connsiteX101" fmla="*/ 497751 w 596146"/>
                  <a:gd name="connsiteY101" fmla="*/ 37037 h 563255"/>
                  <a:gd name="connsiteX102" fmla="*/ 499131 w 596146"/>
                  <a:gd name="connsiteY102" fmla="*/ 34649 h 563255"/>
                  <a:gd name="connsiteX103" fmla="*/ 497886 w 596146"/>
                  <a:gd name="connsiteY103" fmla="*/ 31621 h 563255"/>
                  <a:gd name="connsiteX104" fmla="*/ 495362 w 596146"/>
                  <a:gd name="connsiteY104" fmla="*/ 28358 h 563255"/>
                  <a:gd name="connsiteX105" fmla="*/ 492905 w 596146"/>
                  <a:gd name="connsiteY105" fmla="*/ 28056 h 563255"/>
                  <a:gd name="connsiteX106" fmla="*/ 489338 w 596146"/>
                  <a:gd name="connsiteY106" fmla="*/ 28796 h 563255"/>
                  <a:gd name="connsiteX107" fmla="*/ 485501 w 596146"/>
                  <a:gd name="connsiteY107" fmla="*/ 31117 h 563255"/>
                  <a:gd name="connsiteX108" fmla="*/ 483213 w 596146"/>
                  <a:gd name="connsiteY108" fmla="*/ 32328 h 563255"/>
                  <a:gd name="connsiteX109" fmla="*/ 482068 w 596146"/>
                  <a:gd name="connsiteY109" fmla="*/ 33673 h 563255"/>
                  <a:gd name="connsiteX110" fmla="*/ 479174 w 596146"/>
                  <a:gd name="connsiteY110" fmla="*/ 36499 h 563255"/>
                  <a:gd name="connsiteX111" fmla="*/ 477458 w 596146"/>
                  <a:gd name="connsiteY111" fmla="*/ 38719 h 563255"/>
                  <a:gd name="connsiteX112" fmla="*/ 474732 w 596146"/>
                  <a:gd name="connsiteY112" fmla="*/ 41040 h 563255"/>
                  <a:gd name="connsiteX113" fmla="*/ 471299 w 596146"/>
                  <a:gd name="connsiteY113" fmla="*/ 42992 h 563255"/>
                  <a:gd name="connsiteX114" fmla="*/ 469616 w 596146"/>
                  <a:gd name="connsiteY114" fmla="*/ 43631 h 563255"/>
                  <a:gd name="connsiteX115" fmla="*/ 469246 w 596146"/>
                  <a:gd name="connsiteY115" fmla="*/ 44943 h 563255"/>
                  <a:gd name="connsiteX116" fmla="*/ 470660 w 596146"/>
                  <a:gd name="connsiteY116" fmla="*/ 46726 h 563255"/>
                  <a:gd name="connsiteX117" fmla="*/ 471299 w 596146"/>
                  <a:gd name="connsiteY117" fmla="*/ 48071 h 563255"/>
                  <a:gd name="connsiteX118" fmla="*/ 470861 w 596146"/>
                  <a:gd name="connsiteY118" fmla="*/ 49753 h 563255"/>
                  <a:gd name="connsiteX119" fmla="*/ 469111 w 596146"/>
                  <a:gd name="connsiteY119" fmla="*/ 51334 h 563255"/>
                  <a:gd name="connsiteX120" fmla="*/ 468304 w 596146"/>
                  <a:gd name="connsiteY120" fmla="*/ 53622 h 563255"/>
                  <a:gd name="connsiteX121" fmla="*/ 467530 w 596146"/>
                  <a:gd name="connsiteY121" fmla="*/ 56010 h 563255"/>
                  <a:gd name="connsiteX122" fmla="*/ 466991 w 596146"/>
                  <a:gd name="connsiteY122" fmla="*/ 57793 h 563255"/>
                  <a:gd name="connsiteX123" fmla="*/ 465510 w 596146"/>
                  <a:gd name="connsiteY123" fmla="*/ 60181 h 563255"/>
                  <a:gd name="connsiteX124" fmla="*/ 464265 w 596146"/>
                  <a:gd name="connsiteY124" fmla="*/ 62637 h 563255"/>
                  <a:gd name="connsiteX125" fmla="*/ 462515 w 596146"/>
                  <a:gd name="connsiteY125" fmla="*/ 67145 h 563255"/>
                  <a:gd name="connsiteX126" fmla="*/ 458813 w 596146"/>
                  <a:gd name="connsiteY126" fmla="*/ 66707 h 563255"/>
                  <a:gd name="connsiteX127" fmla="*/ 456087 w 596146"/>
                  <a:gd name="connsiteY127" fmla="*/ 66506 h 563255"/>
                  <a:gd name="connsiteX128" fmla="*/ 454337 w 596146"/>
                  <a:gd name="connsiteY128" fmla="*/ 66169 h 563255"/>
                  <a:gd name="connsiteX129" fmla="*/ 451948 w 596146"/>
                  <a:gd name="connsiteY129" fmla="*/ 62906 h 563255"/>
                  <a:gd name="connsiteX130" fmla="*/ 453159 w 596146"/>
                  <a:gd name="connsiteY130" fmla="*/ 61931 h 563255"/>
                  <a:gd name="connsiteX131" fmla="*/ 453799 w 596146"/>
                  <a:gd name="connsiteY131" fmla="*/ 59105 h 563255"/>
                  <a:gd name="connsiteX132" fmla="*/ 453159 w 596146"/>
                  <a:gd name="connsiteY132" fmla="*/ 55842 h 563255"/>
                  <a:gd name="connsiteX133" fmla="*/ 451544 w 596146"/>
                  <a:gd name="connsiteY133" fmla="*/ 54429 h 563255"/>
                  <a:gd name="connsiteX134" fmla="*/ 451005 w 596146"/>
                  <a:gd name="connsiteY134" fmla="*/ 51603 h 563255"/>
                  <a:gd name="connsiteX135" fmla="*/ 451645 w 596146"/>
                  <a:gd name="connsiteY135" fmla="*/ 50089 h 563255"/>
                  <a:gd name="connsiteX136" fmla="*/ 453159 w 596146"/>
                  <a:gd name="connsiteY136" fmla="*/ 46490 h 563255"/>
                  <a:gd name="connsiteX137" fmla="*/ 452385 w 596146"/>
                  <a:gd name="connsiteY137" fmla="*/ 43328 h 563255"/>
                  <a:gd name="connsiteX138" fmla="*/ 450770 w 596146"/>
                  <a:gd name="connsiteY138" fmla="*/ 41040 h 563255"/>
                  <a:gd name="connsiteX139" fmla="*/ 447943 w 596146"/>
                  <a:gd name="connsiteY139" fmla="*/ 41242 h 563255"/>
                  <a:gd name="connsiteX140" fmla="*/ 445015 w 596146"/>
                  <a:gd name="connsiteY140" fmla="*/ 38753 h 563255"/>
                  <a:gd name="connsiteX141" fmla="*/ 442827 w 596146"/>
                  <a:gd name="connsiteY141" fmla="*/ 35591 h 563255"/>
                  <a:gd name="connsiteX142" fmla="*/ 442188 w 596146"/>
                  <a:gd name="connsiteY142" fmla="*/ 33539 h 563255"/>
                  <a:gd name="connsiteX143" fmla="*/ 440875 w 596146"/>
                  <a:gd name="connsiteY143" fmla="*/ 29738 h 563255"/>
                  <a:gd name="connsiteX144" fmla="*/ 439260 w 596146"/>
                  <a:gd name="connsiteY144" fmla="*/ 29637 h 563255"/>
                  <a:gd name="connsiteX145" fmla="*/ 434380 w 596146"/>
                  <a:gd name="connsiteY145" fmla="*/ 28762 h 563255"/>
                  <a:gd name="connsiteX146" fmla="*/ 433404 w 596146"/>
                  <a:gd name="connsiteY146" fmla="*/ 27349 h 563255"/>
                  <a:gd name="connsiteX147" fmla="*/ 432865 w 596146"/>
                  <a:gd name="connsiteY147" fmla="*/ 26071 h 563255"/>
                  <a:gd name="connsiteX148" fmla="*/ 431890 w 596146"/>
                  <a:gd name="connsiteY148" fmla="*/ 26071 h 563255"/>
                  <a:gd name="connsiteX149" fmla="*/ 429399 w 596146"/>
                  <a:gd name="connsiteY149" fmla="*/ 25802 h 563255"/>
                  <a:gd name="connsiteX150" fmla="*/ 426909 w 596146"/>
                  <a:gd name="connsiteY150" fmla="*/ 24321 h 563255"/>
                  <a:gd name="connsiteX151" fmla="*/ 424418 w 596146"/>
                  <a:gd name="connsiteY151" fmla="*/ 22135 h 563255"/>
                  <a:gd name="connsiteX152" fmla="*/ 422130 w 596146"/>
                  <a:gd name="connsiteY152" fmla="*/ 21361 h 563255"/>
                  <a:gd name="connsiteX153" fmla="*/ 418865 w 596146"/>
                  <a:gd name="connsiteY153" fmla="*/ 22337 h 563255"/>
                  <a:gd name="connsiteX154" fmla="*/ 415029 w 596146"/>
                  <a:gd name="connsiteY154" fmla="*/ 20789 h 563255"/>
                  <a:gd name="connsiteX155" fmla="*/ 413245 w 596146"/>
                  <a:gd name="connsiteY155" fmla="*/ 20352 h 563255"/>
                  <a:gd name="connsiteX156" fmla="*/ 409173 w 596146"/>
                  <a:gd name="connsiteY156" fmla="*/ 17997 h 563255"/>
                  <a:gd name="connsiteX157" fmla="*/ 407153 w 596146"/>
                  <a:gd name="connsiteY157" fmla="*/ 16181 h 563255"/>
                  <a:gd name="connsiteX158" fmla="*/ 405740 w 596146"/>
                  <a:gd name="connsiteY158" fmla="*/ 15945 h 563255"/>
                  <a:gd name="connsiteX159" fmla="*/ 403350 w 596146"/>
                  <a:gd name="connsiteY159" fmla="*/ 15710 h 563255"/>
                  <a:gd name="connsiteX160" fmla="*/ 402139 w 596146"/>
                  <a:gd name="connsiteY160" fmla="*/ 14331 h 563255"/>
                  <a:gd name="connsiteX161" fmla="*/ 402475 w 596146"/>
                  <a:gd name="connsiteY161" fmla="*/ 12985 h 563255"/>
                  <a:gd name="connsiteX162" fmla="*/ 402475 w 596146"/>
                  <a:gd name="connsiteY162" fmla="*/ 11404 h 563255"/>
                  <a:gd name="connsiteX163" fmla="*/ 399918 w 596146"/>
                  <a:gd name="connsiteY163" fmla="*/ 9789 h 563255"/>
                  <a:gd name="connsiteX164" fmla="*/ 397965 w 596146"/>
                  <a:gd name="connsiteY164" fmla="*/ 7737 h 563255"/>
                  <a:gd name="connsiteX165" fmla="*/ 397225 w 596146"/>
                  <a:gd name="connsiteY165" fmla="*/ 6089 h 563255"/>
                  <a:gd name="connsiteX166" fmla="*/ 397225 w 596146"/>
                  <a:gd name="connsiteY166" fmla="*/ 4541 h 563255"/>
                  <a:gd name="connsiteX167" fmla="*/ 396316 w 596146"/>
                  <a:gd name="connsiteY167" fmla="*/ 2355 h 563255"/>
                  <a:gd name="connsiteX168" fmla="*/ 394634 w 596146"/>
                  <a:gd name="connsiteY168" fmla="*/ 0 h 563255"/>
                  <a:gd name="connsiteX169" fmla="*/ 391840 w 596146"/>
                  <a:gd name="connsiteY169" fmla="*/ 0 h 563255"/>
                  <a:gd name="connsiteX170" fmla="*/ 389821 w 596146"/>
                  <a:gd name="connsiteY170" fmla="*/ 807 h 563255"/>
                  <a:gd name="connsiteX171" fmla="*/ 388475 w 596146"/>
                  <a:gd name="connsiteY171" fmla="*/ 2288 h 563255"/>
                  <a:gd name="connsiteX172" fmla="*/ 389215 w 596146"/>
                  <a:gd name="connsiteY172" fmla="*/ 3734 h 563255"/>
                  <a:gd name="connsiteX173" fmla="*/ 389788 w 596146"/>
                  <a:gd name="connsiteY173" fmla="*/ 6257 h 563255"/>
                  <a:gd name="connsiteX174" fmla="*/ 389518 w 596146"/>
                  <a:gd name="connsiteY174" fmla="*/ 8982 h 563255"/>
                  <a:gd name="connsiteX175" fmla="*/ 386927 w 596146"/>
                  <a:gd name="connsiteY175" fmla="*/ 9688 h 563255"/>
                  <a:gd name="connsiteX176" fmla="*/ 384302 w 596146"/>
                  <a:gd name="connsiteY176" fmla="*/ 11875 h 563255"/>
                  <a:gd name="connsiteX177" fmla="*/ 383864 w 596146"/>
                  <a:gd name="connsiteY177" fmla="*/ 12951 h 563255"/>
                  <a:gd name="connsiteX178" fmla="*/ 384807 w 596146"/>
                  <a:gd name="connsiteY178" fmla="*/ 15037 h 563255"/>
                  <a:gd name="connsiteX179" fmla="*/ 385682 w 596146"/>
                  <a:gd name="connsiteY179" fmla="*/ 17224 h 563255"/>
                  <a:gd name="connsiteX180" fmla="*/ 385985 w 596146"/>
                  <a:gd name="connsiteY180" fmla="*/ 20857 h 563255"/>
                  <a:gd name="connsiteX181" fmla="*/ 386422 w 596146"/>
                  <a:gd name="connsiteY181" fmla="*/ 23615 h 563255"/>
                  <a:gd name="connsiteX182" fmla="*/ 389518 w 596146"/>
                  <a:gd name="connsiteY182" fmla="*/ 25566 h 563255"/>
                  <a:gd name="connsiteX183" fmla="*/ 387835 w 596146"/>
                  <a:gd name="connsiteY183" fmla="*/ 29334 h 563255"/>
                  <a:gd name="connsiteX184" fmla="*/ 383191 w 596146"/>
                  <a:gd name="connsiteY184" fmla="*/ 31083 h 563255"/>
                  <a:gd name="connsiteX185" fmla="*/ 383057 w 596146"/>
                  <a:gd name="connsiteY185" fmla="*/ 33976 h 563255"/>
                  <a:gd name="connsiteX186" fmla="*/ 383258 w 596146"/>
                  <a:gd name="connsiteY186" fmla="*/ 39123 h 563255"/>
                  <a:gd name="connsiteX187" fmla="*/ 383258 w 596146"/>
                  <a:gd name="connsiteY187" fmla="*/ 41747 h 563255"/>
                  <a:gd name="connsiteX188" fmla="*/ 383258 w 596146"/>
                  <a:gd name="connsiteY188" fmla="*/ 44337 h 563255"/>
                  <a:gd name="connsiteX189" fmla="*/ 383258 w 596146"/>
                  <a:gd name="connsiteY189" fmla="*/ 48105 h 563255"/>
                  <a:gd name="connsiteX190" fmla="*/ 383595 w 596146"/>
                  <a:gd name="connsiteY190" fmla="*/ 52512 h 563255"/>
                  <a:gd name="connsiteX191" fmla="*/ 382182 w 596146"/>
                  <a:gd name="connsiteY191" fmla="*/ 55842 h 563255"/>
                  <a:gd name="connsiteX192" fmla="*/ 380869 w 596146"/>
                  <a:gd name="connsiteY192" fmla="*/ 57625 h 563255"/>
                  <a:gd name="connsiteX193" fmla="*/ 378917 w 596146"/>
                  <a:gd name="connsiteY193" fmla="*/ 59239 h 563255"/>
                  <a:gd name="connsiteX194" fmla="*/ 375787 w 596146"/>
                  <a:gd name="connsiteY194" fmla="*/ 60181 h 563255"/>
                  <a:gd name="connsiteX195" fmla="*/ 374475 w 596146"/>
                  <a:gd name="connsiteY195" fmla="*/ 58163 h 563255"/>
                  <a:gd name="connsiteX196" fmla="*/ 369898 w 596146"/>
                  <a:gd name="connsiteY196" fmla="*/ 57658 h 563255"/>
                  <a:gd name="connsiteX197" fmla="*/ 368148 w 596146"/>
                  <a:gd name="connsiteY197" fmla="*/ 57658 h 563255"/>
                  <a:gd name="connsiteX198" fmla="*/ 362056 w 596146"/>
                  <a:gd name="connsiteY198" fmla="*/ 59038 h 563255"/>
                  <a:gd name="connsiteX199" fmla="*/ 357647 w 596146"/>
                  <a:gd name="connsiteY199" fmla="*/ 60854 h 563255"/>
                  <a:gd name="connsiteX200" fmla="*/ 351926 w 596146"/>
                  <a:gd name="connsiteY200" fmla="*/ 63478 h 563255"/>
                  <a:gd name="connsiteX201" fmla="*/ 351926 w 596146"/>
                  <a:gd name="connsiteY201" fmla="*/ 65059 h 563255"/>
                  <a:gd name="connsiteX202" fmla="*/ 349570 w 596146"/>
                  <a:gd name="connsiteY202" fmla="*/ 68019 h 563255"/>
                  <a:gd name="connsiteX203" fmla="*/ 347282 w 596146"/>
                  <a:gd name="connsiteY203" fmla="*/ 71989 h 563255"/>
                  <a:gd name="connsiteX204" fmla="*/ 346777 w 596146"/>
                  <a:gd name="connsiteY204" fmla="*/ 74310 h 563255"/>
                  <a:gd name="connsiteX205" fmla="*/ 347652 w 596146"/>
                  <a:gd name="connsiteY205" fmla="*/ 75824 h 563255"/>
                  <a:gd name="connsiteX206" fmla="*/ 349099 w 596146"/>
                  <a:gd name="connsiteY206" fmla="*/ 77708 h 563255"/>
                  <a:gd name="connsiteX207" fmla="*/ 349671 w 596146"/>
                  <a:gd name="connsiteY207" fmla="*/ 79087 h 563255"/>
                  <a:gd name="connsiteX208" fmla="*/ 352128 w 596146"/>
                  <a:gd name="connsiteY208" fmla="*/ 81610 h 563255"/>
                  <a:gd name="connsiteX209" fmla="*/ 353138 w 596146"/>
                  <a:gd name="connsiteY209" fmla="*/ 82754 h 563255"/>
                  <a:gd name="connsiteX210" fmla="*/ 352263 w 596146"/>
                  <a:gd name="connsiteY210" fmla="*/ 86286 h 563255"/>
                  <a:gd name="connsiteX211" fmla="*/ 348998 w 596146"/>
                  <a:gd name="connsiteY211" fmla="*/ 86286 h 563255"/>
                  <a:gd name="connsiteX212" fmla="*/ 346609 w 596146"/>
                  <a:gd name="connsiteY212" fmla="*/ 86588 h 563255"/>
                  <a:gd name="connsiteX213" fmla="*/ 345296 w 596146"/>
                  <a:gd name="connsiteY213" fmla="*/ 88170 h 563255"/>
                  <a:gd name="connsiteX214" fmla="*/ 344354 w 596146"/>
                  <a:gd name="connsiteY214" fmla="*/ 90928 h 563255"/>
                  <a:gd name="connsiteX215" fmla="*/ 342402 w 596146"/>
                  <a:gd name="connsiteY215" fmla="*/ 91735 h 563255"/>
                  <a:gd name="connsiteX216" fmla="*/ 340585 w 596146"/>
                  <a:gd name="connsiteY216" fmla="*/ 92105 h 563255"/>
                  <a:gd name="connsiteX217" fmla="*/ 338128 w 596146"/>
                  <a:gd name="connsiteY217" fmla="*/ 92105 h 563255"/>
                  <a:gd name="connsiteX218" fmla="*/ 335806 w 596146"/>
                  <a:gd name="connsiteY218" fmla="*/ 91836 h 563255"/>
                  <a:gd name="connsiteX219" fmla="*/ 332979 w 596146"/>
                  <a:gd name="connsiteY219" fmla="*/ 91433 h 563255"/>
                  <a:gd name="connsiteX220" fmla="*/ 329209 w 596146"/>
                  <a:gd name="connsiteY220" fmla="*/ 91500 h 563255"/>
                  <a:gd name="connsiteX221" fmla="*/ 327560 w 596146"/>
                  <a:gd name="connsiteY221" fmla="*/ 92307 h 563255"/>
                  <a:gd name="connsiteX222" fmla="*/ 325911 w 596146"/>
                  <a:gd name="connsiteY222" fmla="*/ 93316 h 563255"/>
                  <a:gd name="connsiteX223" fmla="*/ 325104 w 596146"/>
                  <a:gd name="connsiteY223" fmla="*/ 94763 h 563255"/>
                  <a:gd name="connsiteX224" fmla="*/ 325810 w 596146"/>
                  <a:gd name="connsiteY224" fmla="*/ 96445 h 563255"/>
                  <a:gd name="connsiteX225" fmla="*/ 325810 w 596146"/>
                  <a:gd name="connsiteY225" fmla="*/ 99405 h 563255"/>
                  <a:gd name="connsiteX226" fmla="*/ 323791 w 596146"/>
                  <a:gd name="connsiteY226" fmla="*/ 100213 h 563255"/>
                  <a:gd name="connsiteX227" fmla="*/ 321906 w 596146"/>
                  <a:gd name="connsiteY227" fmla="*/ 100347 h 563255"/>
                  <a:gd name="connsiteX228" fmla="*/ 319012 w 596146"/>
                  <a:gd name="connsiteY228" fmla="*/ 99170 h 563255"/>
                  <a:gd name="connsiteX229" fmla="*/ 319517 w 596146"/>
                  <a:gd name="connsiteY229" fmla="*/ 97353 h 563255"/>
                  <a:gd name="connsiteX230" fmla="*/ 320022 w 596146"/>
                  <a:gd name="connsiteY230" fmla="*/ 96209 h 563255"/>
                  <a:gd name="connsiteX231" fmla="*/ 317329 w 596146"/>
                  <a:gd name="connsiteY231" fmla="*/ 93249 h 563255"/>
                  <a:gd name="connsiteX232" fmla="*/ 315949 w 596146"/>
                  <a:gd name="connsiteY232" fmla="*/ 92105 h 563255"/>
                  <a:gd name="connsiteX233" fmla="*/ 313122 w 596146"/>
                  <a:gd name="connsiteY233" fmla="*/ 92038 h 563255"/>
                  <a:gd name="connsiteX234" fmla="*/ 310363 w 596146"/>
                  <a:gd name="connsiteY234" fmla="*/ 92475 h 563255"/>
                  <a:gd name="connsiteX235" fmla="*/ 306391 w 596146"/>
                  <a:gd name="connsiteY235" fmla="*/ 93552 h 563255"/>
                  <a:gd name="connsiteX236" fmla="*/ 305752 w 596146"/>
                  <a:gd name="connsiteY236" fmla="*/ 93047 h 563255"/>
                  <a:gd name="connsiteX237" fmla="*/ 302555 w 596146"/>
                  <a:gd name="connsiteY237" fmla="*/ 91870 h 563255"/>
                  <a:gd name="connsiteX238" fmla="*/ 300805 w 596146"/>
                  <a:gd name="connsiteY238" fmla="*/ 90995 h 563255"/>
                  <a:gd name="connsiteX239" fmla="*/ 298213 w 596146"/>
                  <a:gd name="connsiteY239" fmla="*/ 89616 h 563255"/>
                  <a:gd name="connsiteX240" fmla="*/ 297035 w 596146"/>
                  <a:gd name="connsiteY240" fmla="*/ 89919 h 563255"/>
                  <a:gd name="connsiteX241" fmla="*/ 294276 w 596146"/>
                  <a:gd name="connsiteY241" fmla="*/ 90793 h 563255"/>
                  <a:gd name="connsiteX242" fmla="*/ 292391 w 596146"/>
                  <a:gd name="connsiteY242" fmla="*/ 90861 h 563255"/>
                  <a:gd name="connsiteX243" fmla="*/ 288487 w 596146"/>
                  <a:gd name="connsiteY243" fmla="*/ 89212 h 563255"/>
                  <a:gd name="connsiteX244" fmla="*/ 287175 w 596146"/>
                  <a:gd name="connsiteY244" fmla="*/ 88640 h 563255"/>
                  <a:gd name="connsiteX245" fmla="*/ 286670 w 596146"/>
                  <a:gd name="connsiteY245" fmla="*/ 88640 h 563255"/>
                  <a:gd name="connsiteX246" fmla="*/ 283406 w 596146"/>
                  <a:gd name="connsiteY246" fmla="*/ 88640 h 563255"/>
                  <a:gd name="connsiteX247" fmla="*/ 282026 w 596146"/>
                  <a:gd name="connsiteY247" fmla="*/ 88910 h 563255"/>
                  <a:gd name="connsiteX248" fmla="*/ 280511 w 596146"/>
                  <a:gd name="connsiteY248" fmla="*/ 90121 h 563255"/>
                  <a:gd name="connsiteX249" fmla="*/ 278862 w 596146"/>
                  <a:gd name="connsiteY249" fmla="*/ 91298 h 563255"/>
                  <a:gd name="connsiteX250" fmla="*/ 278862 w 596146"/>
                  <a:gd name="connsiteY250" fmla="*/ 92946 h 563255"/>
                  <a:gd name="connsiteX251" fmla="*/ 280141 w 596146"/>
                  <a:gd name="connsiteY251" fmla="*/ 94763 h 563255"/>
                  <a:gd name="connsiteX252" fmla="*/ 282497 w 596146"/>
                  <a:gd name="connsiteY252" fmla="*/ 95705 h 563255"/>
                  <a:gd name="connsiteX253" fmla="*/ 285055 w 596146"/>
                  <a:gd name="connsiteY253" fmla="*/ 95940 h 563255"/>
                  <a:gd name="connsiteX254" fmla="*/ 287377 w 596146"/>
                  <a:gd name="connsiteY254" fmla="*/ 95873 h 563255"/>
                  <a:gd name="connsiteX255" fmla="*/ 289329 w 596146"/>
                  <a:gd name="connsiteY255" fmla="*/ 94797 h 563255"/>
                  <a:gd name="connsiteX256" fmla="*/ 289329 w 596146"/>
                  <a:gd name="connsiteY256" fmla="*/ 98261 h 563255"/>
                  <a:gd name="connsiteX257" fmla="*/ 289329 w 596146"/>
                  <a:gd name="connsiteY257" fmla="*/ 101524 h 563255"/>
                  <a:gd name="connsiteX258" fmla="*/ 286064 w 596146"/>
                  <a:gd name="connsiteY258" fmla="*/ 103778 h 563255"/>
                  <a:gd name="connsiteX259" fmla="*/ 284112 w 596146"/>
                  <a:gd name="connsiteY259" fmla="*/ 108118 h 563255"/>
                  <a:gd name="connsiteX260" fmla="*/ 280478 w 596146"/>
                  <a:gd name="connsiteY260" fmla="*/ 109867 h 563255"/>
                  <a:gd name="connsiteX261" fmla="*/ 276338 w 596146"/>
                  <a:gd name="connsiteY261" fmla="*/ 108992 h 563255"/>
                  <a:gd name="connsiteX262" fmla="*/ 272198 w 596146"/>
                  <a:gd name="connsiteY262" fmla="*/ 108051 h 563255"/>
                  <a:gd name="connsiteX263" fmla="*/ 267554 w 596146"/>
                  <a:gd name="connsiteY263" fmla="*/ 107613 h 563255"/>
                  <a:gd name="connsiteX264" fmla="*/ 262977 w 596146"/>
                  <a:gd name="connsiteY264" fmla="*/ 107546 h 563255"/>
                  <a:gd name="connsiteX265" fmla="*/ 258770 w 596146"/>
                  <a:gd name="connsiteY265" fmla="*/ 107243 h 563255"/>
                  <a:gd name="connsiteX266" fmla="*/ 256078 w 596146"/>
                  <a:gd name="connsiteY266" fmla="*/ 107243 h 563255"/>
                  <a:gd name="connsiteX267" fmla="*/ 251064 w 596146"/>
                  <a:gd name="connsiteY267" fmla="*/ 107546 h 563255"/>
                  <a:gd name="connsiteX268" fmla="*/ 249313 w 596146"/>
                  <a:gd name="connsiteY268" fmla="*/ 108421 h 563255"/>
                  <a:gd name="connsiteX269" fmla="*/ 247631 w 596146"/>
                  <a:gd name="connsiteY269" fmla="*/ 111011 h 563255"/>
                  <a:gd name="connsiteX270" fmla="*/ 246116 w 596146"/>
                  <a:gd name="connsiteY270" fmla="*/ 113534 h 563255"/>
                  <a:gd name="connsiteX271" fmla="*/ 244501 w 596146"/>
                  <a:gd name="connsiteY271" fmla="*/ 116360 h 563255"/>
                  <a:gd name="connsiteX272" fmla="*/ 243996 w 596146"/>
                  <a:gd name="connsiteY272" fmla="*/ 122583 h 563255"/>
                  <a:gd name="connsiteX273" fmla="*/ 243996 w 596146"/>
                  <a:gd name="connsiteY273" fmla="*/ 124601 h 563255"/>
                  <a:gd name="connsiteX274" fmla="*/ 242044 w 596146"/>
                  <a:gd name="connsiteY274" fmla="*/ 127999 h 563255"/>
                  <a:gd name="connsiteX275" fmla="*/ 239520 w 596146"/>
                  <a:gd name="connsiteY275" fmla="*/ 130387 h 563255"/>
                  <a:gd name="connsiteX276" fmla="*/ 237938 w 596146"/>
                  <a:gd name="connsiteY276" fmla="*/ 130387 h 563255"/>
                  <a:gd name="connsiteX277" fmla="*/ 234472 w 596146"/>
                  <a:gd name="connsiteY277" fmla="*/ 130387 h 563255"/>
                  <a:gd name="connsiteX278" fmla="*/ 232520 w 596146"/>
                  <a:gd name="connsiteY278" fmla="*/ 130993 h 563255"/>
                  <a:gd name="connsiteX279" fmla="*/ 231645 w 596146"/>
                  <a:gd name="connsiteY279" fmla="*/ 133415 h 563255"/>
                  <a:gd name="connsiteX280" fmla="*/ 232082 w 596146"/>
                  <a:gd name="connsiteY280" fmla="*/ 135938 h 563255"/>
                  <a:gd name="connsiteX281" fmla="*/ 229322 w 596146"/>
                  <a:gd name="connsiteY281" fmla="*/ 140008 h 563255"/>
                  <a:gd name="connsiteX282" fmla="*/ 225755 w 596146"/>
                  <a:gd name="connsiteY282" fmla="*/ 140075 h 563255"/>
                  <a:gd name="connsiteX283" fmla="*/ 223736 w 596146"/>
                  <a:gd name="connsiteY283" fmla="*/ 138999 h 563255"/>
                  <a:gd name="connsiteX284" fmla="*/ 223164 w 596146"/>
                  <a:gd name="connsiteY284" fmla="*/ 136476 h 563255"/>
                  <a:gd name="connsiteX285" fmla="*/ 223164 w 596146"/>
                  <a:gd name="connsiteY285" fmla="*/ 133953 h 563255"/>
                  <a:gd name="connsiteX286" fmla="*/ 220673 w 596146"/>
                  <a:gd name="connsiteY286" fmla="*/ 131800 h 563255"/>
                  <a:gd name="connsiteX287" fmla="*/ 219125 w 596146"/>
                  <a:gd name="connsiteY287" fmla="*/ 132305 h 563255"/>
                  <a:gd name="connsiteX288" fmla="*/ 216870 w 596146"/>
                  <a:gd name="connsiteY288" fmla="*/ 135198 h 563255"/>
                  <a:gd name="connsiteX289" fmla="*/ 213606 w 596146"/>
                  <a:gd name="connsiteY289" fmla="*/ 137586 h 563255"/>
                  <a:gd name="connsiteX290" fmla="*/ 210543 w 596146"/>
                  <a:gd name="connsiteY290" fmla="*/ 137149 h 563255"/>
                  <a:gd name="connsiteX291" fmla="*/ 204822 w 596146"/>
                  <a:gd name="connsiteY291" fmla="*/ 137653 h 563255"/>
                  <a:gd name="connsiteX292" fmla="*/ 200817 w 596146"/>
                  <a:gd name="connsiteY292" fmla="*/ 140109 h 563255"/>
                  <a:gd name="connsiteX293" fmla="*/ 199000 w 596146"/>
                  <a:gd name="connsiteY293" fmla="*/ 142935 h 563255"/>
                  <a:gd name="connsiteX294" fmla="*/ 195971 w 596146"/>
                  <a:gd name="connsiteY294" fmla="*/ 146265 h 563255"/>
                  <a:gd name="connsiteX295" fmla="*/ 193211 w 596146"/>
                  <a:gd name="connsiteY295" fmla="*/ 150975 h 563255"/>
                  <a:gd name="connsiteX296" fmla="*/ 191629 w 596146"/>
                  <a:gd name="connsiteY296" fmla="*/ 153363 h 563255"/>
                  <a:gd name="connsiteX297" fmla="*/ 189004 w 596146"/>
                  <a:gd name="connsiteY297" fmla="*/ 156122 h 563255"/>
                  <a:gd name="connsiteX298" fmla="*/ 184158 w 596146"/>
                  <a:gd name="connsiteY298" fmla="*/ 160898 h 563255"/>
                  <a:gd name="connsiteX299" fmla="*/ 180759 w 596146"/>
                  <a:gd name="connsiteY299" fmla="*/ 164868 h 563255"/>
                  <a:gd name="connsiteX300" fmla="*/ 178807 w 596146"/>
                  <a:gd name="connsiteY300" fmla="*/ 167559 h 563255"/>
                  <a:gd name="connsiteX301" fmla="*/ 175240 w 596146"/>
                  <a:gd name="connsiteY301" fmla="*/ 167929 h 563255"/>
                  <a:gd name="connsiteX302" fmla="*/ 173557 w 596146"/>
                  <a:gd name="connsiteY302" fmla="*/ 167795 h 563255"/>
                  <a:gd name="connsiteX303" fmla="*/ 171369 w 596146"/>
                  <a:gd name="connsiteY303" fmla="*/ 165911 h 563255"/>
                  <a:gd name="connsiteX304" fmla="*/ 169114 w 596146"/>
                  <a:gd name="connsiteY304" fmla="*/ 165171 h 563255"/>
                  <a:gd name="connsiteX305" fmla="*/ 168307 w 596146"/>
                  <a:gd name="connsiteY305" fmla="*/ 165238 h 563255"/>
                  <a:gd name="connsiteX306" fmla="*/ 166792 w 596146"/>
                  <a:gd name="connsiteY306" fmla="*/ 167189 h 563255"/>
                  <a:gd name="connsiteX307" fmla="*/ 164470 w 596146"/>
                  <a:gd name="connsiteY307" fmla="*/ 167626 h 563255"/>
                  <a:gd name="connsiteX308" fmla="*/ 163090 w 596146"/>
                  <a:gd name="connsiteY308" fmla="*/ 166886 h 563255"/>
                  <a:gd name="connsiteX309" fmla="*/ 161273 w 596146"/>
                  <a:gd name="connsiteY309" fmla="*/ 166886 h 563255"/>
                  <a:gd name="connsiteX310" fmla="*/ 159960 w 596146"/>
                  <a:gd name="connsiteY310" fmla="*/ 168299 h 563255"/>
                  <a:gd name="connsiteX311" fmla="*/ 158311 w 596146"/>
                  <a:gd name="connsiteY311" fmla="*/ 169880 h 563255"/>
                  <a:gd name="connsiteX312" fmla="*/ 155181 w 596146"/>
                  <a:gd name="connsiteY312" fmla="*/ 172134 h 563255"/>
                  <a:gd name="connsiteX313" fmla="*/ 150840 w 596146"/>
                  <a:gd name="connsiteY313" fmla="*/ 172874 h 563255"/>
                  <a:gd name="connsiteX314" fmla="*/ 148383 w 596146"/>
                  <a:gd name="connsiteY314" fmla="*/ 173244 h 563255"/>
                  <a:gd name="connsiteX315" fmla="*/ 146801 w 596146"/>
                  <a:gd name="connsiteY315" fmla="*/ 175935 h 563255"/>
                  <a:gd name="connsiteX316" fmla="*/ 145489 w 596146"/>
                  <a:gd name="connsiteY316" fmla="*/ 177685 h 563255"/>
                  <a:gd name="connsiteX317" fmla="*/ 144614 w 596146"/>
                  <a:gd name="connsiteY317" fmla="*/ 179703 h 563255"/>
                  <a:gd name="connsiteX318" fmla="*/ 143672 w 596146"/>
                  <a:gd name="connsiteY318" fmla="*/ 180948 h 563255"/>
                  <a:gd name="connsiteX319" fmla="*/ 141854 w 596146"/>
                  <a:gd name="connsiteY319" fmla="*/ 182024 h 563255"/>
                  <a:gd name="connsiteX320" fmla="*/ 139330 w 596146"/>
                  <a:gd name="connsiteY320" fmla="*/ 182966 h 563255"/>
                  <a:gd name="connsiteX321" fmla="*/ 137446 w 596146"/>
                  <a:gd name="connsiteY321" fmla="*/ 182831 h 563255"/>
                  <a:gd name="connsiteX322" fmla="*/ 135763 w 596146"/>
                  <a:gd name="connsiteY322" fmla="*/ 182764 h 563255"/>
                  <a:gd name="connsiteX323" fmla="*/ 132869 w 596146"/>
                  <a:gd name="connsiteY323" fmla="*/ 184211 h 563255"/>
                  <a:gd name="connsiteX324" fmla="*/ 132061 w 596146"/>
                  <a:gd name="connsiteY324" fmla="*/ 185018 h 563255"/>
                  <a:gd name="connsiteX325" fmla="*/ 131085 w 596146"/>
                  <a:gd name="connsiteY325" fmla="*/ 187339 h 563255"/>
                  <a:gd name="connsiteX326" fmla="*/ 130378 w 596146"/>
                  <a:gd name="connsiteY326" fmla="*/ 189088 h 563255"/>
                  <a:gd name="connsiteX327" fmla="*/ 131051 w 596146"/>
                  <a:gd name="connsiteY327" fmla="*/ 192217 h 563255"/>
                  <a:gd name="connsiteX328" fmla="*/ 131051 w 596146"/>
                  <a:gd name="connsiteY328" fmla="*/ 196926 h 563255"/>
                  <a:gd name="connsiteX329" fmla="*/ 130378 w 596146"/>
                  <a:gd name="connsiteY329" fmla="*/ 201131 h 563255"/>
                  <a:gd name="connsiteX330" fmla="*/ 128224 w 596146"/>
                  <a:gd name="connsiteY330" fmla="*/ 203520 h 563255"/>
                  <a:gd name="connsiteX331" fmla="*/ 125969 w 596146"/>
                  <a:gd name="connsiteY331" fmla="*/ 203823 h 563255"/>
                  <a:gd name="connsiteX332" fmla="*/ 123815 w 596146"/>
                  <a:gd name="connsiteY332" fmla="*/ 203183 h 563255"/>
                  <a:gd name="connsiteX333" fmla="*/ 120484 w 596146"/>
                  <a:gd name="connsiteY333" fmla="*/ 201804 h 563255"/>
                  <a:gd name="connsiteX334" fmla="*/ 117287 w 596146"/>
                  <a:gd name="connsiteY334" fmla="*/ 203486 h 563255"/>
                  <a:gd name="connsiteX335" fmla="*/ 115974 w 596146"/>
                  <a:gd name="connsiteY335" fmla="*/ 207321 h 563255"/>
                  <a:gd name="connsiteX336" fmla="*/ 114022 w 596146"/>
                  <a:gd name="connsiteY336" fmla="*/ 208902 h 563255"/>
                  <a:gd name="connsiteX337" fmla="*/ 112642 w 596146"/>
                  <a:gd name="connsiteY337" fmla="*/ 210719 h 563255"/>
                  <a:gd name="connsiteX338" fmla="*/ 109950 w 596146"/>
                  <a:gd name="connsiteY338" fmla="*/ 212973 h 563255"/>
                  <a:gd name="connsiteX339" fmla="*/ 108334 w 596146"/>
                  <a:gd name="connsiteY339" fmla="*/ 214991 h 563255"/>
                  <a:gd name="connsiteX340" fmla="*/ 107863 w 596146"/>
                  <a:gd name="connsiteY340" fmla="*/ 216942 h 563255"/>
                  <a:gd name="connsiteX341" fmla="*/ 107661 w 596146"/>
                  <a:gd name="connsiteY341" fmla="*/ 220071 h 563255"/>
                  <a:gd name="connsiteX342" fmla="*/ 108233 w 596146"/>
                  <a:gd name="connsiteY342" fmla="*/ 223468 h 563255"/>
                  <a:gd name="connsiteX343" fmla="*/ 108233 w 596146"/>
                  <a:gd name="connsiteY343" fmla="*/ 225655 h 563255"/>
                  <a:gd name="connsiteX344" fmla="*/ 106147 w 596146"/>
                  <a:gd name="connsiteY344" fmla="*/ 227471 h 563255"/>
                  <a:gd name="connsiteX345" fmla="*/ 104699 w 596146"/>
                  <a:gd name="connsiteY345" fmla="*/ 228783 h 563255"/>
                  <a:gd name="connsiteX346" fmla="*/ 103555 w 596146"/>
                  <a:gd name="connsiteY346" fmla="*/ 230465 h 563255"/>
                  <a:gd name="connsiteX347" fmla="*/ 106147 w 596146"/>
                  <a:gd name="connsiteY347" fmla="*/ 234031 h 563255"/>
                  <a:gd name="connsiteX348" fmla="*/ 105844 w 596146"/>
                  <a:gd name="connsiteY348" fmla="*/ 237126 h 563255"/>
                  <a:gd name="connsiteX349" fmla="*/ 103522 w 596146"/>
                  <a:gd name="connsiteY349" fmla="*/ 240019 h 563255"/>
                  <a:gd name="connsiteX350" fmla="*/ 98608 w 596146"/>
                  <a:gd name="connsiteY350" fmla="*/ 239783 h 563255"/>
                  <a:gd name="connsiteX351" fmla="*/ 96151 w 596146"/>
                  <a:gd name="connsiteY351" fmla="*/ 237462 h 563255"/>
                  <a:gd name="connsiteX352" fmla="*/ 96151 w 596146"/>
                  <a:gd name="connsiteY352" fmla="*/ 234065 h 563255"/>
                  <a:gd name="connsiteX353" fmla="*/ 94401 w 596146"/>
                  <a:gd name="connsiteY353" fmla="*/ 228783 h 563255"/>
                  <a:gd name="connsiteX354" fmla="*/ 94401 w 596146"/>
                  <a:gd name="connsiteY354" fmla="*/ 225318 h 563255"/>
                  <a:gd name="connsiteX355" fmla="*/ 94401 w 596146"/>
                  <a:gd name="connsiteY355" fmla="*/ 223872 h 563255"/>
                  <a:gd name="connsiteX356" fmla="*/ 94233 w 596146"/>
                  <a:gd name="connsiteY356" fmla="*/ 221046 h 563255"/>
                  <a:gd name="connsiteX357" fmla="*/ 93896 w 596146"/>
                  <a:gd name="connsiteY357" fmla="*/ 216774 h 563255"/>
                  <a:gd name="connsiteX358" fmla="*/ 89050 w 596146"/>
                  <a:gd name="connsiteY358" fmla="*/ 211492 h 563255"/>
                  <a:gd name="connsiteX359" fmla="*/ 83127 w 596146"/>
                  <a:gd name="connsiteY359" fmla="*/ 204596 h 563255"/>
                  <a:gd name="connsiteX360" fmla="*/ 80233 w 596146"/>
                  <a:gd name="connsiteY360" fmla="*/ 200896 h 563255"/>
                  <a:gd name="connsiteX361" fmla="*/ 80233 w 596146"/>
                  <a:gd name="connsiteY361" fmla="*/ 199382 h 563255"/>
                  <a:gd name="connsiteX362" fmla="*/ 77170 w 596146"/>
                  <a:gd name="connsiteY362" fmla="*/ 197936 h 563255"/>
                  <a:gd name="connsiteX363" fmla="*/ 75151 w 596146"/>
                  <a:gd name="connsiteY363" fmla="*/ 195110 h 563255"/>
                  <a:gd name="connsiteX364" fmla="*/ 74781 w 596146"/>
                  <a:gd name="connsiteY364" fmla="*/ 190400 h 563255"/>
                  <a:gd name="connsiteX365" fmla="*/ 75420 w 596146"/>
                  <a:gd name="connsiteY365" fmla="*/ 188449 h 563255"/>
                  <a:gd name="connsiteX366" fmla="*/ 76867 w 596146"/>
                  <a:gd name="connsiteY366" fmla="*/ 186565 h 563255"/>
                  <a:gd name="connsiteX367" fmla="*/ 77136 w 596146"/>
                  <a:gd name="connsiteY367" fmla="*/ 184110 h 563255"/>
                  <a:gd name="connsiteX368" fmla="*/ 75185 w 596146"/>
                  <a:gd name="connsiteY368" fmla="*/ 182663 h 563255"/>
                  <a:gd name="connsiteX369" fmla="*/ 70675 w 596146"/>
                  <a:gd name="connsiteY369" fmla="*/ 182226 h 563255"/>
                  <a:gd name="connsiteX370" fmla="*/ 66266 w 596146"/>
                  <a:gd name="connsiteY370" fmla="*/ 182798 h 563255"/>
                  <a:gd name="connsiteX371" fmla="*/ 63574 w 596146"/>
                  <a:gd name="connsiteY371" fmla="*/ 182932 h 563255"/>
                  <a:gd name="connsiteX372" fmla="*/ 62934 w 596146"/>
                  <a:gd name="connsiteY372" fmla="*/ 183134 h 563255"/>
                  <a:gd name="connsiteX373" fmla="*/ 61857 w 596146"/>
                  <a:gd name="connsiteY373" fmla="*/ 183269 h 563255"/>
                  <a:gd name="connsiteX374" fmla="*/ 60713 w 596146"/>
                  <a:gd name="connsiteY374" fmla="*/ 184648 h 563255"/>
                  <a:gd name="connsiteX375" fmla="*/ 59636 w 596146"/>
                  <a:gd name="connsiteY375" fmla="*/ 183572 h 563255"/>
                  <a:gd name="connsiteX376" fmla="*/ 59636 w 596146"/>
                  <a:gd name="connsiteY376" fmla="*/ 180880 h 563255"/>
                  <a:gd name="connsiteX377" fmla="*/ 58525 w 596146"/>
                  <a:gd name="connsiteY377" fmla="*/ 179501 h 563255"/>
                  <a:gd name="connsiteX378" fmla="*/ 55968 w 596146"/>
                  <a:gd name="connsiteY378" fmla="*/ 179636 h 563255"/>
                  <a:gd name="connsiteX379" fmla="*/ 53780 w 596146"/>
                  <a:gd name="connsiteY379" fmla="*/ 178458 h 563255"/>
                  <a:gd name="connsiteX380" fmla="*/ 54083 w 596146"/>
                  <a:gd name="connsiteY380" fmla="*/ 176945 h 563255"/>
                  <a:gd name="connsiteX381" fmla="*/ 54352 w 596146"/>
                  <a:gd name="connsiteY381" fmla="*/ 175935 h 563255"/>
                  <a:gd name="connsiteX382" fmla="*/ 53545 w 596146"/>
                  <a:gd name="connsiteY382" fmla="*/ 174052 h 563255"/>
                  <a:gd name="connsiteX383" fmla="*/ 51593 w 596146"/>
                  <a:gd name="connsiteY383" fmla="*/ 171461 h 563255"/>
                  <a:gd name="connsiteX384" fmla="*/ 49708 w 596146"/>
                  <a:gd name="connsiteY384" fmla="*/ 167122 h 563255"/>
                  <a:gd name="connsiteX385" fmla="*/ 48463 w 596146"/>
                  <a:gd name="connsiteY385" fmla="*/ 164935 h 563255"/>
                  <a:gd name="connsiteX386" fmla="*/ 46376 w 596146"/>
                  <a:gd name="connsiteY386" fmla="*/ 164061 h 563255"/>
                  <a:gd name="connsiteX387" fmla="*/ 45198 w 596146"/>
                  <a:gd name="connsiteY387" fmla="*/ 163758 h 563255"/>
                  <a:gd name="connsiteX388" fmla="*/ 44761 w 596146"/>
                  <a:gd name="connsiteY388" fmla="*/ 166146 h 563255"/>
                  <a:gd name="connsiteX389" fmla="*/ 42237 w 596146"/>
                  <a:gd name="connsiteY389" fmla="*/ 167895 h 563255"/>
                  <a:gd name="connsiteX390" fmla="*/ 42237 w 596146"/>
                  <a:gd name="connsiteY390" fmla="*/ 169275 h 563255"/>
                  <a:gd name="connsiteX391" fmla="*/ 41093 w 596146"/>
                  <a:gd name="connsiteY391" fmla="*/ 170889 h 563255"/>
                  <a:gd name="connsiteX392" fmla="*/ 39645 w 596146"/>
                  <a:gd name="connsiteY392" fmla="*/ 172269 h 563255"/>
                  <a:gd name="connsiteX393" fmla="*/ 37121 w 596146"/>
                  <a:gd name="connsiteY393" fmla="*/ 172269 h 563255"/>
                  <a:gd name="connsiteX394" fmla="*/ 35169 w 596146"/>
                  <a:gd name="connsiteY394" fmla="*/ 172908 h 563255"/>
                  <a:gd name="connsiteX395" fmla="*/ 34328 w 596146"/>
                  <a:gd name="connsiteY395" fmla="*/ 174152 h 563255"/>
                  <a:gd name="connsiteX396" fmla="*/ 34429 w 596146"/>
                  <a:gd name="connsiteY396" fmla="*/ 175734 h 563255"/>
                  <a:gd name="connsiteX397" fmla="*/ 32679 w 596146"/>
                  <a:gd name="connsiteY397" fmla="*/ 175734 h 563255"/>
                  <a:gd name="connsiteX398" fmla="*/ 30659 w 596146"/>
                  <a:gd name="connsiteY398" fmla="*/ 175734 h 563255"/>
                  <a:gd name="connsiteX399" fmla="*/ 29515 w 596146"/>
                  <a:gd name="connsiteY399" fmla="*/ 178593 h 563255"/>
                  <a:gd name="connsiteX400" fmla="*/ 28674 w 596146"/>
                  <a:gd name="connsiteY400" fmla="*/ 181250 h 563255"/>
                  <a:gd name="connsiteX401" fmla="*/ 27462 w 596146"/>
                  <a:gd name="connsiteY401" fmla="*/ 182663 h 563255"/>
                  <a:gd name="connsiteX402" fmla="*/ 25847 w 596146"/>
                  <a:gd name="connsiteY402" fmla="*/ 184076 h 563255"/>
                  <a:gd name="connsiteX403" fmla="*/ 25308 w 596146"/>
                  <a:gd name="connsiteY403" fmla="*/ 186027 h 563255"/>
                  <a:gd name="connsiteX404" fmla="*/ 24669 w 596146"/>
                  <a:gd name="connsiteY404" fmla="*/ 187877 h 563255"/>
                  <a:gd name="connsiteX405" fmla="*/ 25645 w 596146"/>
                  <a:gd name="connsiteY405" fmla="*/ 190602 h 563255"/>
                  <a:gd name="connsiteX406" fmla="*/ 27496 w 596146"/>
                  <a:gd name="connsiteY406" fmla="*/ 191914 h 563255"/>
                  <a:gd name="connsiteX407" fmla="*/ 29246 w 596146"/>
                  <a:gd name="connsiteY407" fmla="*/ 192553 h 563255"/>
                  <a:gd name="connsiteX408" fmla="*/ 32948 w 596146"/>
                  <a:gd name="connsiteY408" fmla="*/ 193529 h 563255"/>
                  <a:gd name="connsiteX409" fmla="*/ 32847 w 596146"/>
                  <a:gd name="connsiteY409" fmla="*/ 194706 h 563255"/>
                  <a:gd name="connsiteX410" fmla="*/ 32645 w 596146"/>
                  <a:gd name="connsiteY410" fmla="*/ 196355 h 563255"/>
                  <a:gd name="connsiteX411" fmla="*/ 34496 w 596146"/>
                  <a:gd name="connsiteY411" fmla="*/ 198306 h 563255"/>
                  <a:gd name="connsiteX412" fmla="*/ 35910 w 596146"/>
                  <a:gd name="connsiteY412" fmla="*/ 198306 h 563255"/>
                  <a:gd name="connsiteX413" fmla="*/ 38501 w 596146"/>
                  <a:gd name="connsiteY413" fmla="*/ 199281 h 563255"/>
                  <a:gd name="connsiteX414" fmla="*/ 40789 w 596146"/>
                  <a:gd name="connsiteY414" fmla="*/ 200492 h 563255"/>
                  <a:gd name="connsiteX415" fmla="*/ 39578 w 596146"/>
                  <a:gd name="connsiteY415" fmla="*/ 203318 h 563255"/>
                  <a:gd name="connsiteX416" fmla="*/ 37087 w 596146"/>
                  <a:gd name="connsiteY416" fmla="*/ 207994 h 563255"/>
                  <a:gd name="connsiteX417" fmla="*/ 35506 w 596146"/>
                  <a:gd name="connsiteY417" fmla="*/ 212603 h 563255"/>
                  <a:gd name="connsiteX418" fmla="*/ 33621 w 596146"/>
                  <a:gd name="connsiteY418" fmla="*/ 216572 h 563255"/>
                  <a:gd name="connsiteX419" fmla="*/ 33621 w 596146"/>
                  <a:gd name="connsiteY419" fmla="*/ 219330 h 563255"/>
                  <a:gd name="connsiteX420" fmla="*/ 33688 w 596146"/>
                  <a:gd name="connsiteY420" fmla="*/ 224040 h 563255"/>
                  <a:gd name="connsiteX421" fmla="*/ 32679 w 596146"/>
                  <a:gd name="connsiteY421" fmla="*/ 226126 h 563255"/>
                  <a:gd name="connsiteX422" fmla="*/ 31871 w 596146"/>
                  <a:gd name="connsiteY422" fmla="*/ 228716 h 563255"/>
                  <a:gd name="connsiteX423" fmla="*/ 31871 w 596146"/>
                  <a:gd name="connsiteY423" fmla="*/ 231272 h 563255"/>
                  <a:gd name="connsiteX424" fmla="*/ 33722 w 596146"/>
                  <a:gd name="connsiteY424" fmla="*/ 233560 h 563255"/>
                  <a:gd name="connsiteX425" fmla="*/ 34362 w 596146"/>
                  <a:gd name="connsiteY425" fmla="*/ 237630 h 563255"/>
                  <a:gd name="connsiteX426" fmla="*/ 34866 w 596146"/>
                  <a:gd name="connsiteY426" fmla="*/ 246208 h 563255"/>
                  <a:gd name="connsiteX427" fmla="*/ 36381 w 596146"/>
                  <a:gd name="connsiteY427" fmla="*/ 248126 h 563255"/>
                  <a:gd name="connsiteX428" fmla="*/ 40789 w 596146"/>
                  <a:gd name="connsiteY428" fmla="*/ 251759 h 563255"/>
                  <a:gd name="connsiteX429" fmla="*/ 40419 w 596146"/>
                  <a:gd name="connsiteY429" fmla="*/ 254349 h 563255"/>
                  <a:gd name="connsiteX430" fmla="*/ 38838 w 596146"/>
                  <a:gd name="connsiteY430" fmla="*/ 256502 h 563255"/>
                  <a:gd name="connsiteX431" fmla="*/ 39174 w 596146"/>
                  <a:gd name="connsiteY431" fmla="*/ 260102 h 563255"/>
                  <a:gd name="connsiteX432" fmla="*/ 44054 w 596146"/>
                  <a:gd name="connsiteY432" fmla="*/ 263466 h 563255"/>
                  <a:gd name="connsiteX433" fmla="*/ 44054 w 596146"/>
                  <a:gd name="connsiteY433" fmla="*/ 268142 h 563255"/>
                  <a:gd name="connsiteX434" fmla="*/ 42977 w 596146"/>
                  <a:gd name="connsiteY434" fmla="*/ 271741 h 563255"/>
                  <a:gd name="connsiteX435" fmla="*/ 40655 w 596146"/>
                  <a:gd name="connsiteY435" fmla="*/ 275879 h 563255"/>
                  <a:gd name="connsiteX436" fmla="*/ 38871 w 596146"/>
                  <a:gd name="connsiteY436" fmla="*/ 279142 h 563255"/>
                  <a:gd name="connsiteX437" fmla="*/ 38871 w 596146"/>
                  <a:gd name="connsiteY437" fmla="*/ 286105 h 563255"/>
                  <a:gd name="connsiteX438" fmla="*/ 38333 w 596146"/>
                  <a:gd name="connsiteY438" fmla="*/ 286475 h 563255"/>
                  <a:gd name="connsiteX439" fmla="*/ 37996 w 596146"/>
                  <a:gd name="connsiteY439" fmla="*/ 289435 h 563255"/>
                  <a:gd name="connsiteX440" fmla="*/ 34664 w 596146"/>
                  <a:gd name="connsiteY440" fmla="*/ 291454 h 563255"/>
                  <a:gd name="connsiteX441" fmla="*/ 31905 w 596146"/>
                  <a:gd name="connsiteY441" fmla="*/ 292026 h 563255"/>
                  <a:gd name="connsiteX442" fmla="*/ 29010 w 596146"/>
                  <a:gd name="connsiteY442" fmla="*/ 294212 h 563255"/>
                  <a:gd name="connsiteX443" fmla="*/ 28438 w 596146"/>
                  <a:gd name="connsiteY443" fmla="*/ 298283 h 563255"/>
                  <a:gd name="connsiteX444" fmla="*/ 28438 w 596146"/>
                  <a:gd name="connsiteY444" fmla="*/ 302050 h 563255"/>
                  <a:gd name="connsiteX445" fmla="*/ 26251 w 596146"/>
                  <a:gd name="connsiteY445" fmla="*/ 306121 h 563255"/>
                  <a:gd name="connsiteX446" fmla="*/ 21606 w 596146"/>
                  <a:gd name="connsiteY446" fmla="*/ 310763 h 563255"/>
                  <a:gd name="connsiteX447" fmla="*/ 15818 w 596146"/>
                  <a:gd name="connsiteY447" fmla="*/ 312950 h 563255"/>
                  <a:gd name="connsiteX448" fmla="*/ 12924 w 596146"/>
                  <a:gd name="connsiteY448" fmla="*/ 314833 h 563255"/>
                  <a:gd name="connsiteX449" fmla="*/ 8851 w 596146"/>
                  <a:gd name="connsiteY449" fmla="*/ 317155 h 563255"/>
                  <a:gd name="connsiteX450" fmla="*/ 7404 w 596146"/>
                  <a:gd name="connsiteY450" fmla="*/ 320350 h 563255"/>
                  <a:gd name="connsiteX451" fmla="*/ 9154 w 596146"/>
                  <a:gd name="connsiteY451" fmla="*/ 321797 h 563255"/>
                  <a:gd name="connsiteX452" fmla="*/ 13193 w 596146"/>
                  <a:gd name="connsiteY452" fmla="*/ 323815 h 563255"/>
                  <a:gd name="connsiteX453" fmla="*/ 12486 w 596146"/>
                  <a:gd name="connsiteY453" fmla="*/ 326136 h 563255"/>
                  <a:gd name="connsiteX454" fmla="*/ 10736 w 596146"/>
                  <a:gd name="connsiteY454" fmla="*/ 328592 h 563255"/>
                  <a:gd name="connsiteX455" fmla="*/ 8548 w 596146"/>
                  <a:gd name="connsiteY455" fmla="*/ 330610 h 563255"/>
                  <a:gd name="connsiteX456" fmla="*/ 1313 w 596146"/>
                  <a:gd name="connsiteY456" fmla="*/ 337977 h 563255"/>
                  <a:gd name="connsiteX457" fmla="*/ 0 w 596146"/>
                  <a:gd name="connsiteY457" fmla="*/ 343192 h 563255"/>
                  <a:gd name="connsiteX458" fmla="*/ 3332 w 596146"/>
                  <a:gd name="connsiteY458" fmla="*/ 346825 h 563255"/>
                  <a:gd name="connsiteX459" fmla="*/ 8279 w 596146"/>
                  <a:gd name="connsiteY459" fmla="*/ 351602 h 563255"/>
                  <a:gd name="connsiteX460" fmla="*/ 15078 w 596146"/>
                  <a:gd name="connsiteY460" fmla="*/ 355638 h 563255"/>
                  <a:gd name="connsiteX461" fmla="*/ 19554 w 596146"/>
                  <a:gd name="connsiteY461" fmla="*/ 359271 h 563255"/>
                  <a:gd name="connsiteX462" fmla="*/ 23020 w 596146"/>
                  <a:gd name="connsiteY462" fmla="*/ 360718 h 563255"/>
                  <a:gd name="connsiteX463" fmla="*/ 27496 w 596146"/>
                  <a:gd name="connsiteY463" fmla="*/ 359978 h 563255"/>
                  <a:gd name="connsiteX464" fmla="*/ 32140 w 596146"/>
                  <a:gd name="connsiteY464" fmla="*/ 359978 h 563255"/>
                  <a:gd name="connsiteX465" fmla="*/ 32578 w 596146"/>
                  <a:gd name="connsiteY465" fmla="*/ 364822 h 563255"/>
                  <a:gd name="connsiteX466" fmla="*/ 35910 w 596146"/>
                  <a:gd name="connsiteY466" fmla="*/ 369801 h 563255"/>
                  <a:gd name="connsiteX467" fmla="*/ 37794 w 596146"/>
                  <a:gd name="connsiteY467" fmla="*/ 374275 h 563255"/>
                  <a:gd name="connsiteX468" fmla="*/ 40419 w 596146"/>
                  <a:gd name="connsiteY468" fmla="*/ 374847 h 563255"/>
                  <a:gd name="connsiteX469" fmla="*/ 46645 w 596146"/>
                  <a:gd name="connsiteY469" fmla="*/ 375553 h 563255"/>
                  <a:gd name="connsiteX470" fmla="*/ 49708 w 596146"/>
                  <a:gd name="connsiteY470" fmla="*/ 375553 h 563255"/>
                  <a:gd name="connsiteX471" fmla="*/ 51020 w 596146"/>
                  <a:gd name="connsiteY471" fmla="*/ 374746 h 563255"/>
                  <a:gd name="connsiteX472" fmla="*/ 55530 w 596146"/>
                  <a:gd name="connsiteY472" fmla="*/ 373366 h 563255"/>
                  <a:gd name="connsiteX473" fmla="*/ 60006 w 596146"/>
                  <a:gd name="connsiteY473" fmla="*/ 373366 h 563255"/>
                  <a:gd name="connsiteX474" fmla="*/ 64078 w 596146"/>
                  <a:gd name="connsiteY474" fmla="*/ 375688 h 563255"/>
                  <a:gd name="connsiteX475" fmla="*/ 68858 w 596146"/>
                  <a:gd name="connsiteY475" fmla="*/ 380195 h 563255"/>
                  <a:gd name="connsiteX476" fmla="*/ 71617 w 596146"/>
                  <a:gd name="connsiteY476" fmla="*/ 384400 h 563255"/>
                  <a:gd name="connsiteX477" fmla="*/ 71920 w 596146"/>
                  <a:gd name="connsiteY477" fmla="*/ 388605 h 563255"/>
                  <a:gd name="connsiteX478" fmla="*/ 71920 w 596146"/>
                  <a:gd name="connsiteY478" fmla="*/ 394559 h 563255"/>
                  <a:gd name="connsiteX479" fmla="*/ 72122 w 596146"/>
                  <a:gd name="connsiteY479" fmla="*/ 398462 h 563255"/>
                  <a:gd name="connsiteX480" fmla="*/ 73502 w 596146"/>
                  <a:gd name="connsiteY480" fmla="*/ 402364 h 563255"/>
                  <a:gd name="connsiteX481" fmla="*/ 80333 w 596146"/>
                  <a:gd name="connsiteY481" fmla="*/ 406131 h 563255"/>
                  <a:gd name="connsiteX482" fmla="*/ 84978 w 596146"/>
                  <a:gd name="connsiteY482" fmla="*/ 409462 h 563255"/>
                  <a:gd name="connsiteX483" fmla="*/ 91945 w 596146"/>
                  <a:gd name="connsiteY483" fmla="*/ 412086 h 563255"/>
                  <a:gd name="connsiteX484" fmla="*/ 92079 w 596146"/>
                  <a:gd name="connsiteY484" fmla="*/ 412086 h 563255"/>
                  <a:gd name="connsiteX485" fmla="*/ 91945 w 596146"/>
                  <a:gd name="connsiteY485" fmla="*/ 417804 h 563255"/>
                  <a:gd name="connsiteX486" fmla="*/ 93695 w 596146"/>
                  <a:gd name="connsiteY486" fmla="*/ 421942 h 563255"/>
                  <a:gd name="connsiteX487" fmla="*/ 97026 w 596146"/>
                  <a:gd name="connsiteY487" fmla="*/ 425272 h 563255"/>
                  <a:gd name="connsiteX488" fmla="*/ 99786 w 596146"/>
                  <a:gd name="connsiteY488" fmla="*/ 428603 h 563255"/>
                  <a:gd name="connsiteX489" fmla="*/ 99786 w 596146"/>
                  <a:gd name="connsiteY489" fmla="*/ 431361 h 563255"/>
                  <a:gd name="connsiteX490" fmla="*/ 102142 w 596146"/>
                  <a:gd name="connsiteY490" fmla="*/ 429040 h 563255"/>
                  <a:gd name="connsiteX491" fmla="*/ 104363 w 596146"/>
                  <a:gd name="connsiteY491" fmla="*/ 428367 h 563255"/>
                  <a:gd name="connsiteX492" fmla="*/ 107695 w 596146"/>
                  <a:gd name="connsiteY492" fmla="*/ 424700 h 563255"/>
                  <a:gd name="connsiteX493" fmla="*/ 111363 w 596146"/>
                  <a:gd name="connsiteY493" fmla="*/ 423187 h 563255"/>
                  <a:gd name="connsiteX494" fmla="*/ 114897 w 596146"/>
                  <a:gd name="connsiteY494" fmla="*/ 420529 h 563255"/>
                  <a:gd name="connsiteX495" fmla="*/ 118801 w 596146"/>
                  <a:gd name="connsiteY495" fmla="*/ 416896 h 563255"/>
                  <a:gd name="connsiteX496" fmla="*/ 122234 w 596146"/>
                  <a:gd name="connsiteY496" fmla="*/ 413969 h 563255"/>
                  <a:gd name="connsiteX497" fmla="*/ 125094 w 596146"/>
                  <a:gd name="connsiteY497" fmla="*/ 412187 h 563255"/>
                  <a:gd name="connsiteX498" fmla="*/ 128359 w 596146"/>
                  <a:gd name="connsiteY498" fmla="*/ 411917 h 563255"/>
                  <a:gd name="connsiteX499" fmla="*/ 131960 w 596146"/>
                  <a:gd name="connsiteY499" fmla="*/ 411985 h 563255"/>
                  <a:gd name="connsiteX500" fmla="*/ 134787 w 596146"/>
                  <a:gd name="connsiteY500" fmla="*/ 409697 h 563255"/>
                  <a:gd name="connsiteX501" fmla="*/ 136638 w 596146"/>
                  <a:gd name="connsiteY501" fmla="*/ 408116 h 563255"/>
                  <a:gd name="connsiteX502" fmla="*/ 140945 w 596146"/>
                  <a:gd name="connsiteY502" fmla="*/ 405728 h 563255"/>
                  <a:gd name="connsiteX503" fmla="*/ 144109 w 596146"/>
                  <a:gd name="connsiteY503" fmla="*/ 403541 h 563255"/>
                  <a:gd name="connsiteX504" fmla="*/ 147205 w 596146"/>
                  <a:gd name="connsiteY504" fmla="*/ 402296 h 563255"/>
                  <a:gd name="connsiteX505" fmla="*/ 150974 w 596146"/>
                  <a:gd name="connsiteY505" fmla="*/ 399033 h 563255"/>
                  <a:gd name="connsiteX506" fmla="*/ 151849 w 596146"/>
                  <a:gd name="connsiteY506" fmla="*/ 393954 h 563255"/>
                  <a:gd name="connsiteX507" fmla="*/ 158513 w 596146"/>
                  <a:gd name="connsiteY507" fmla="*/ 388000 h 563255"/>
                  <a:gd name="connsiteX508" fmla="*/ 158513 w 596146"/>
                  <a:gd name="connsiteY508" fmla="*/ 384535 h 563255"/>
                  <a:gd name="connsiteX509" fmla="*/ 158210 w 596146"/>
                  <a:gd name="connsiteY509" fmla="*/ 383223 h 563255"/>
                  <a:gd name="connsiteX510" fmla="*/ 157403 w 596146"/>
                  <a:gd name="connsiteY510" fmla="*/ 379691 h 563255"/>
                  <a:gd name="connsiteX511" fmla="*/ 157705 w 596146"/>
                  <a:gd name="connsiteY511" fmla="*/ 376865 h 563255"/>
                  <a:gd name="connsiteX512" fmla="*/ 159590 w 596146"/>
                  <a:gd name="connsiteY512" fmla="*/ 373602 h 563255"/>
                  <a:gd name="connsiteX513" fmla="*/ 161172 w 596146"/>
                  <a:gd name="connsiteY513" fmla="*/ 370843 h 563255"/>
                  <a:gd name="connsiteX514" fmla="*/ 163932 w 596146"/>
                  <a:gd name="connsiteY514" fmla="*/ 369094 h 563255"/>
                  <a:gd name="connsiteX515" fmla="*/ 166456 w 596146"/>
                  <a:gd name="connsiteY515" fmla="*/ 370978 h 563255"/>
                  <a:gd name="connsiteX516" fmla="*/ 167398 w 596146"/>
                  <a:gd name="connsiteY516" fmla="*/ 375250 h 563255"/>
                  <a:gd name="connsiteX517" fmla="*/ 170965 w 596146"/>
                  <a:gd name="connsiteY517" fmla="*/ 375452 h 563255"/>
                  <a:gd name="connsiteX518" fmla="*/ 171167 w 596146"/>
                  <a:gd name="connsiteY518" fmla="*/ 371920 h 563255"/>
                  <a:gd name="connsiteX519" fmla="*/ 171100 w 596146"/>
                  <a:gd name="connsiteY519" fmla="*/ 368455 h 563255"/>
                  <a:gd name="connsiteX520" fmla="*/ 171235 w 596146"/>
                  <a:gd name="connsiteY520" fmla="*/ 365932 h 563255"/>
                  <a:gd name="connsiteX521" fmla="*/ 170427 w 596146"/>
                  <a:gd name="connsiteY521" fmla="*/ 362904 h 563255"/>
                  <a:gd name="connsiteX522" fmla="*/ 171672 w 596146"/>
                  <a:gd name="connsiteY522" fmla="*/ 358834 h 563255"/>
                  <a:gd name="connsiteX523" fmla="*/ 173994 w 596146"/>
                  <a:gd name="connsiteY523" fmla="*/ 356008 h 563255"/>
                  <a:gd name="connsiteX524" fmla="*/ 177057 w 596146"/>
                  <a:gd name="connsiteY524" fmla="*/ 353485 h 563255"/>
                  <a:gd name="connsiteX525" fmla="*/ 180322 w 596146"/>
                  <a:gd name="connsiteY525" fmla="*/ 350290 h 563255"/>
                  <a:gd name="connsiteX526" fmla="*/ 185168 w 596146"/>
                  <a:gd name="connsiteY526" fmla="*/ 346455 h 563255"/>
                  <a:gd name="connsiteX527" fmla="*/ 188062 w 596146"/>
                  <a:gd name="connsiteY527" fmla="*/ 344705 h 563255"/>
                  <a:gd name="connsiteX528" fmla="*/ 189206 w 596146"/>
                  <a:gd name="connsiteY528" fmla="*/ 342081 h 563255"/>
                  <a:gd name="connsiteX529" fmla="*/ 190889 w 596146"/>
                  <a:gd name="connsiteY529" fmla="*/ 340063 h 563255"/>
                  <a:gd name="connsiteX530" fmla="*/ 190620 w 596146"/>
                  <a:gd name="connsiteY530" fmla="*/ 337305 h 563255"/>
                  <a:gd name="connsiteX531" fmla="*/ 189105 w 596146"/>
                  <a:gd name="connsiteY531" fmla="*/ 336666 h 563255"/>
                  <a:gd name="connsiteX532" fmla="*/ 187153 w 596146"/>
                  <a:gd name="connsiteY532" fmla="*/ 334479 h 563255"/>
                  <a:gd name="connsiteX533" fmla="*/ 185403 w 596146"/>
                  <a:gd name="connsiteY533" fmla="*/ 331283 h 563255"/>
                  <a:gd name="connsiteX534" fmla="*/ 186649 w 596146"/>
                  <a:gd name="connsiteY534" fmla="*/ 329837 h 563255"/>
                  <a:gd name="connsiteX535" fmla="*/ 189913 w 596146"/>
                  <a:gd name="connsiteY535" fmla="*/ 327751 h 563255"/>
                  <a:gd name="connsiteX536" fmla="*/ 192740 w 596146"/>
                  <a:gd name="connsiteY536" fmla="*/ 324993 h 563255"/>
                  <a:gd name="connsiteX537" fmla="*/ 195264 w 596146"/>
                  <a:gd name="connsiteY537" fmla="*/ 322739 h 563255"/>
                  <a:gd name="connsiteX538" fmla="*/ 197519 w 596146"/>
                  <a:gd name="connsiteY538" fmla="*/ 319711 h 563255"/>
                  <a:gd name="connsiteX539" fmla="*/ 199168 w 596146"/>
                  <a:gd name="connsiteY539" fmla="*/ 317895 h 563255"/>
                  <a:gd name="connsiteX540" fmla="*/ 201052 w 596146"/>
                  <a:gd name="connsiteY540" fmla="*/ 316314 h 563255"/>
                  <a:gd name="connsiteX541" fmla="*/ 204889 w 596146"/>
                  <a:gd name="connsiteY541" fmla="*/ 315944 h 563255"/>
                  <a:gd name="connsiteX542" fmla="*/ 208356 w 596146"/>
                  <a:gd name="connsiteY542" fmla="*/ 316751 h 563255"/>
                  <a:gd name="connsiteX543" fmla="*/ 216702 w 596146"/>
                  <a:gd name="connsiteY543" fmla="*/ 315876 h 563255"/>
                  <a:gd name="connsiteX544" fmla="*/ 221111 w 596146"/>
                  <a:gd name="connsiteY544" fmla="*/ 315944 h 563255"/>
                  <a:gd name="connsiteX545" fmla="*/ 226193 w 596146"/>
                  <a:gd name="connsiteY545" fmla="*/ 315574 h 563255"/>
                  <a:gd name="connsiteX546" fmla="*/ 232654 w 596146"/>
                  <a:gd name="connsiteY546" fmla="*/ 314497 h 563255"/>
                  <a:gd name="connsiteX547" fmla="*/ 241337 w 596146"/>
                  <a:gd name="connsiteY547" fmla="*/ 314699 h 563255"/>
                  <a:gd name="connsiteX548" fmla="*/ 245780 w 596146"/>
                  <a:gd name="connsiteY548" fmla="*/ 313757 h 563255"/>
                  <a:gd name="connsiteX549" fmla="*/ 248539 w 596146"/>
                  <a:gd name="connsiteY549" fmla="*/ 313051 h 563255"/>
                  <a:gd name="connsiteX550" fmla="*/ 249852 w 596146"/>
                  <a:gd name="connsiteY550" fmla="*/ 313051 h 563255"/>
                  <a:gd name="connsiteX551" fmla="*/ 252376 w 596146"/>
                  <a:gd name="connsiteY551" fmla="*/ 312680 h 563255"/>
                  <a:gd name="connsiteX552" fmla="*/ 254765 w 596146"/>
                  <a:gd name="connsiteY552" fmla="*/ 311671 h 563255"/>
                  <a:gd name="connsiteX553" fmla="*/ 255708 w 596146"/>
                  <a:gd name="connsiteY553" fmla="*/ 310359 h 563255"/>
                  <a:gd name="connsiteX554" fmla="*/ 256011 w 596146"/>
                  <a:gd name="connsiteY554" fmla="*/ 309350 h 563255"/>
                  <a:gd name="connsiteX555" fmla="*/ 256212 w 596146"/>
                  <a:gd name="connsiteY555" fmla="*/ 307399 h 563255"/>
                  <a:gd name="connsiteX556" fmla="*/ 256011 w 596146"/>
                  <a:gd name="connsiteY556" fmla="*/ 304641 h 563255"/>
                  <a:gd name="connsiteX557" fmla="*/ 256313 w 596146"/>
                  <a:gd name="connsiteY557" fmla="*/ 301378 h 563255"/>
                  <a:gd name="connsiteX558" fmla="*/ 256179 w 596146"/>
                  <a:gd name="connsiteY558" fmla="*/ 298922 h 563255"/>
                  <a:gd name="connsiteX559" fmla="*/ 255977 w 596146"/>
                  <a:gd name="connsiteY559" fmla="*/ 297240 h 563255"/>
                  <a:gd name="connsiteX560" fmla="*/ 256549 w 596146"/>
                  <a:gd name="connsiteY560" fmla="*/ 296231 h 563255"/>
                  <a:gd name="connsiteX561" fmla="*/ 257559 w 596146"/>
                  <a:gd name="connsiteY561" fmla="*/ 295726 h 563255"/>
                  <a:gd name="connsiteX562" fmla="*/ 260756 w 596146"/>
                  <a:gd name="connsiteY562" fmla="*/ 295659 h 563255"/>
                  <a:gd name="connsiteX563" fmla="*/ 261900 w 596146"/>
                  <a:gd name="connsiteY563" fmla="*/ 295659 h 563255"/>
                  <a:gd name="connsiteX564" fmla="*/ 263852 w 596146"/>
                  <a:gd name="connsiteY564" fmla="*/ 296264 h 563255"/>
                  <a:gd name="connsiteX565" fmla="*/ 266376 w 596146"/>
                  <a:gd name="connsiteY565" fmla="*/ 298619 h 563255"/>
                  <a:gd name="connsiteX566" fmla="*/ 266948 w 596146"/>
                  <a:gd name="connsiteY566" fmla="*/ 300873 h 563255"/>
                  <a:gd name="connsiteX567" fmla="*/ 266679 w 596146"/>
                  <a:gd name="connsiteY567" fmla="*/ 303833 h 563255"/>
                  <a:gd name="connsiteX568" fmla="*/ 268496 w 596146"/>
                  <a:gd name="connsiteY568" fmla="*/ 307164 h 563255"/>
                  <a:gd name="connsiteX569" fmla="*/ 271189 w 596146"/>
                  <a:gd name="connsiteY569" fmla="*/ 309047 h 563255"/>
                  <a:gd name="connsiteX570" fmla="*/ 271626 w 596146"/>
                  <a:gd name="connsiteY570" fmla="*/ 312512 h 563255"/>
                  <a:gd name="connsiteX571" fmla="*/ 272434 w 596146"/>
                  <a:gd name="connsiteY571" fmla="*/ 316415 h 563255"/>
                  <a:gd name="connsiteX572" fmla="*/ 273309 w 596146"/>
                  <a:gd name="connsiteY572" fmla="*/ 320249 h 563255"/>
                  <a:gd name="connsiteX573" fmla="*/ 276069 w 596146"/>
                  <a:gd name="connsiteY573" fmla="*/ 322840 h 563255"/>
                  <a:gd name="connsiteX574" fmla="*/ 279199 w 596146"/>
                  <a:gd name="connsiteY574" fmla="*/ 325598 h 563255"/>
                  <a:gd name="connsiteX575" fmla="*/ 281857 w 596146"/>
                  <a:gd name="connsiteY575" fmla="*/ 328558 h 563255"/>
                  <a:gd name="connsiteX576" fmla="*/ 286064 w 596146"/>
                  <a:gd name="connsiteY576" fmla="*/ 331586 h 563255"/>
                  <a:gd name="connsiteX577" fmla="*/ 288151 w 596146"/>
                  <a:gd name="connsiteY577" fmla="*/ 333604 h 563255"/>
                  <a:gd name="connsiteX578" fmla="*/ 292661 w 596146"/>
                  <a:gd name="connsiteY578" fmla="*/ 336295 h 563255"/>
                  <a:gd name="connsiteX579" fmla="*/ 297944 w 596146"/>
                  <a:gd name="connsiteY579" fmla="*/ 339424 h 563255"/>
                  <a:gd name="connsiteX580" fmla="*/ 299088 w 596146"/>
                  <a:gd name="connsiteY580" fmla="*/ 345143 h 563255"/>
                  <a:gd name="connsiteX581" fmla="*/ 300670 w 596146"/>
                  <a:gd name="connsiteY581" fmla="*/ 346387 h 563255"/>
                  <a:gd name="connsiteX582" fmla="*/ 302858 w 596146"/>
                  <a:gd name="connsiteY582" fmla="*/ 348271 h 563255"/>
                  <a:gd name="connsiteX583" fmla="*/ 302925 w 596146"/>
                  <a:gd name="connsiteY583" fmla="*/ 350155 h 563255"/>
                  <a:gd name="connsiteX584" fmla="*/ 302992 w 596146"/>
                  <a:gd name="connsiteY584" fmla="*/ 352543 h 563255"/>
                  <a:gd name="connsiteX585" fmla="*/ 302185 w 596146"/>
                  <a:gd name="connsiteY585" fmla="*/ 355941 h 563255"/>
                  <a:gd name="connsiteX586" fmla="*/ 300939 w 596146"/>
                  <a:gd name="connsiteY586" fmla="*/ 357623 h 563255"/>
                  <a:gd name="connsiteX587" fmla="*/ 299863 w 596146"/>
                  <a:gd name="connsiteY587" fmla="*/ 359507 h 563255"/>
                  <a:gd name="connsiteX588" fmla="*/ 297978 w 596146"/>
                  <a:gd name="connsiteY588" fmla="*/ 362635 h 563255"/>
                  <a:gd name="connsiteX589" fmla="*/ 296530 w 596146"/>
                  <a:gd name="connsiteY589" fmla="*/ 364956 h 563255"/>
                  <a:gd name="connsiteX590" fmla="*/ 295084 w 596146"/>
                  <a:gd name="connsiteY590" fmla="*/ 366538 h 563255"/>
                  <a:gd name="connsiteX591" fmla="*/ 293838 w 596146"/>
                  <a:gd name="connsiteY591" fmla="*/ 368220 h 563255"/>
                  <a:gd name="connsiteX592" fmla="*/ 293704 w 596146"/>
                  <a:gd name="connsiteY592" fmla="*/ 371348 h 563255"/>
                  <a:gd name="connsiteX593" fmla="*/ 294209 w 596146"/>
                  <a:gd name="connsiteY593" fmla="*/ 373736 h 563255"/>
                  <a:gd name="connsiteX594" fmla="*/ 295016 w 596146"/>
                  <a:gd name="connsiteY594" fmla="*/ 377269 h 563255"/>
                  <a:gd name="connsiteX595" fmla="*/ 293435 w 596146"/>
                  <a:gd name="connsiteY595" fmla="*/ 380834 h 563255"/>
                  <a:gd name="connsiteX596" fmla="*/ 292997 w 596146"/>
                  <a:gd name="connsiteY596" fmla="*/ 383929 h 563255"/>
                  <a:gd name="connsiteX597" fmla="*/ 291853 w 596146"/>
                  <a:gd name="connsiteY597" fmla="*/ 386183 h 563255"/>
                  <a:gd name="connsiteX598" fmla="*/ 290540 w 596146"/>
                  <a:gd name="connsiteY598" fmla="*/ 389076 h 563255"/>
                  <a:gd name="connsiteX599" fmla="*/ 288790 w 596146"/>
                  <a:gd name="connsiteY599" fmla="*/ 390153 h 563255"/>
                  <a:gd name="connsiteX600" fmla="*/ 287275 w 596146"/>
                  <a:gd name="connsiteY600" fmla="*/ 391666 h 563255"/>
                  <a:gd name="connsiteX601" fmla="*/ 285256 w 596146"/>
                  <a:gd name="connsiteY601" fmla="*/ 393752 h 563255"/>
                  <a:gd name="connsiteX602" fmla="*/ 283877 w 596146"/>
                  <a:gd name="connsiteY602" fmla="*/ 395198 h 563255"/>
                  <a:gd name="connsiteX603" fmla="*/ 281285 w 596146"/>
                  <a:gd name="connsiteY603" fmla="*/ 396006 h 563255"/>
                  <a:gd name="connsiteX604" fmla="*/ 279333 w 596146"/>
                  <a:gd name="connsiteY604" fmla="*/ 397452 h 563255"/>
                  <a:gd name="connsiteX605" fmla="*/ 278694 w 596146"/>
                  <a:gd name="connsiteY605" fmla="*/ 399403 h 563255"/>
                  <a:gd name="connsiteX606" fmla="*/ 277381 w 596146"/>
                  <a:gd name="connsiteY606" fmla="*/ 403238 h 563255"/>
                  <a:gd name="connsiteX607" fmla="*/ 276136 w 596146"/>
                  <a:gd name="connsiteY607" fmla="*/ 405997 h 563255"/>
                  <a:gd name="connsiteX608" fmla="*/ 274554 w 596146"/>
                  <a:gd name="connsiteY608" fmla="*/ 408183 h 563255"/>
                  <a:gd name="connsiteX609" fmla="*/ 273040 w 596146"/>
                  <a:gd name="connsiteY609" fmla="*/ 410269 h 563255"/>
                  <a:gd name="connsiteX610" fmla="*/ 271223 w 596146"/>
                  <a:gd name="connsiteY610" fmla="*/ 413162 h 563255"/>
                  <a:gd name="connsiteX611" fmla="*/ 269910 w 596146"/>
                  <a:gd name="connsiteY611" fmla="*/ 417300 h 563255"/>
                  <a:gd name="connsiteX612" fmla="*/ 267655 w 596146"/>
                  <a:gd name="connsiteY612" fmla="*/ 419755 h 563255"/>
                  <a:gd name="connsiteX613" fmla="*/ 267083 w 596146"/>
                  <a:gd name="connsiteY613" fmla="*/ 420832 h 563255"/>
                  <a:gd name="connsiteX614" fmla="*/ 264828 w 596146"/>
                  <a:gd name="connsiteY614" fmla="*/ 423960 h 563255"/>
                  <a:gd name="connsiteX615" fmla="*/ 263246 w 596146"/>
                  <a:gd name="connsiteY615" fmla="*/ 425777 h 563255"/>
                  <a:gd name="connsiteX616" fmla="*/ 260150 w 596146"/>
                  <a:gd name="connsiteY616" fmla="*/ 427795 h 563255"/>
                  <a:gd name="connsiteX617" fmla="*/ 257693 w 596146"/>
                  <a:gd name="connsiteY617" fmla="*/ 428939 h 563255"/>
                  <a:gd name="connsiteX618" fmla="*/ 254496 w 596146"/>
                  <a:gd name="connsiteY618" fmla="*/ 429578 h 563255"/>
                  <a:gd name="connsiteX619" fmla="*/ 253049 w 596146"/>
                  <a:gd name="connsiteY619" fmla="*/ 429881 h 563255"/>
                  <a:gd name="connsiteX620" fmla="*/ 251097 w 596146"/>
                  <a:gd name="connsiteY620" fmla="*/ 430587 h 563255"/>
                  <a:gd name="connsiteX621" fmla="*/ 248405 w 596146"/>
                  <a:gd name="connsiteY621" fmla="*/ 431832 h 563255"/>
                  <a:gd name="connsiteX622" fmla="*/ 246385 w 596146"/>
                  <a:gd name="connsiteY622" fmla="*/ 432774 h 563255"/>
                  <a:gd name="connsiteX623" fmla="*/ 244501 w 596146"/>
                  <a:gd name="connsiteY623" fmla="*/ 434355 h 563255"/>
                  <a:gd name="connsiteX624" fmla="*/ 241674 w 596146"/>
                  <a:gd name="connsiteY624" fmla="*/ 436239 h 563255"/>
                  <a:gd name="connsiteX625" fmla="*/ 239587 w 596146"/>
                  <a:gd name="connsiteY625" fmla="*/ 438123 h 563255"/>
                  <a:gd name="connsiteX626" fmla="*/ 238780 w 596146"/>
                  <a:gd name="connsiteY626" fmla="*/ 440309 h 563255"/>
                  <a:gd name="connsiteX627" fmla="*/ 240092 w 596146"/>
                  <a:gd name="connsiteY627" fmla="*/ 445153 h 563255"/>
                  <a:gd name="connsiteX628" fmla="*/ 241775 w 596146"/>
                  <a:gd name="connsiteY628" fmla="*/ 446533 h 563255"/>
                  <a:gd name="connsiteX629" fmla="*/ 243222 w 596146"/>
                  <a:gd name="connsiteY629" fmla="*/ 448114 h 563255"/>
                  <a:gd name="connsiteX630" fmla="*/ 244232 w 596146"/>
                  <a:gd name="connsiteY630" fmla="*/ 449190 h 563255"/>
                  <a:gd name="connsiteX631" fmla="*/ 244299 w 596146"/>
                  <a:gd name="connsiteY631" fmla="*/ 451141 h 563255"/>
                  <a:gd name="connsiteX632" fmla="*/ 244299 w 596146"/>
                  <a:gd name="connsiteY632" fmla="*/ 453328 h 563255"/>
                  <a:gd name="connsiteX633" fmla="*/ 244770 w 596146"/>
                  <a:gd name="connsiteY633" fmla="*/ 455212 h 563255"/>
                  <a:gd name="connsiteX634" fmla="*/ 246453 w 596146"/>
                  <a:gd name="connsiteY634" fmla="*/ 457297 h 563255"/>
                  <a:gd name="connsiteX635" fmla="*/ 247765 w 596146"/>
                  <a:gd name="connsiteY635" fmla="*/ 459820 h 563255"/>
                  <a:gd name="connsiteX636" fmla="*/ 247765 w 596146"/>
                  <a:gd name="connsiteY636" fmla="*/ 463453 h 563255"/>
                  <a:gd name="connsiteX637" fmla="*/ 247765 w 596146"/>
                  <a:gd name="connsiteY637" fmla="*/ 466784 h 563255"/>
                  <a:gd name="connsiteX638" fmla="*/ 247765 w 596146"/>
                  <a:gd name="connsiteY638" fmla="*/ 470686 h 563255"/>
                  <a:gd name="connsiteX639" fmla="*/ 247025 w 596146"/>
                  <a:gd name="connsiteY639" fmla="*/ 473646 h 563255"/>
                  <a:gd name="connsiteX640" fmla="*/ 245813 w 596146"/>
                  <a:gd name="connsiteY640" fmla="*/ 476035 h 563255"/>
                  <a:gd name="connsiteX641" fmla="*/ 245678 w 596146"/>
                  <a:gd name="connsiteY641" fmla="*/ 478860 h 563255"/>
                  <a:gd name="connsiteX642" fmla="*/ 246049 w 596146"/>
                  <a:gd name="connsiteY642" fmla="*/ 480677 h 563255"/>
                  <a:gd name="connsiteX643" fmla="*/ 246049 w 596146"/>
                  <a:gd name="connsiteY643" fmla="*/ 481921 h 563255"/>
                  <a:gd name="connsiteX644" fmla="*/ 246957 w 596146"/>
                  <a:gd name="connsiteY644" fmla="*/ 483570 h 563255"/>
                  <a:gd name="connsiteX645" fmla="*/ 248438 w 596146"/>
                  <a:gd name="connsiteY645" fmla="*/ 485252 h 563255"/>
                  <a:gd name="connsiteX646" fmla="*/ 250255 w 596146"/>
                  <a:gd name="connsiteY646" fmla="*/ 486833 h 563255"/>
                  <a:gd name="connsiteX647" fmla="*/ 254092 w 596146"/>
                  <a:gd name="connsiteY647" fmla="*/ 487573 h 563255"/>
                  <a:gd name="connsiteX648" fmla="*/ 255775 w 596146"/>
                  <a:gd name="connsiteY648" fmla="*/ 489019 h 563255"/>
                  <a:gd name="connsiteX649" fmla="*/ 258299 w 596146"/>
                  <a:gd name="connsiteY649" fmla="*/ 488717 h 563255"/>
                  <a:gd name="connsiteX650" fmla="*/ 260251 w 596146"/>
                  <a:gd name="connsiteY650" fmla="*/ 488279 h 563255"/>
                  <a:gd name="connsiteX651" fmla="*/ 262943 w 596146"/>
                  <a:gd name="connsiteY651" fmla="*/ 487842 h 563255"/>
                  <a:gd name="connsiteX652" fmla="*/ 265333 w 596146"/>
                  <a:gd name="connsiteY652" fmla="*/ 486463 h 563255"/>
                  <a:gd name="connsiteX653" fmla="*/ 267217 w 596146"/>
                  <a:gd name="connsiteY653" fmla="*/ 485454 h 563255"/>
                  <a:gd name="connsiteX654" fmla="*/ 269472 w 596146"/>
                  <a:gd name="connsiteY654" fmla="*/ 483637 h 563255"/>
                  <a:gd name="connsiteX655" fmla="*/ 271155 w 596146"/>
                  <a:gd name="connsiteY655" fmla="*/ 482998 h 563255"/>
                  <a:gd name="connsiteX656" fmla="*/ 275362 w 596146"/>
                  <a:gd name="connsiteY656" fmla="*/ 482359 h 563255"/>
                  <a:gd name="connsiteX657" fmla="*/ 277179 w 596146"/>
                  <a:gd name="connsiteY657" fmla="*/ 480845 h 563255"/>
                  <a:gd name="connsiteX658" fmla="*/ 279569 w 596146"/>
                  <a:gd name="connsiteY658" fmla="*/ 479028 h 563255"/>
                  <a:gd name="connsiteX659" fmla="*/ 283406 w 596146"/>
                  <a:gd name="connsiteY659" fmla="*/ 478087 h 563255"/>
                  <a:gd name="connsiteX660" fmla="*/ 285492 w 596146"/>
                  <a:gd name="connsiteY660" fmla="*/ 479028 h 563255"/>
                  <a:gd name="connsiteX661" fmla="*/ 285930 w 596146"/>
                  <a:gd name="connsiteY661" fmla="*/ 479668 h 563255"/>
                  <a:gd name="connsiteX662" fmla="*/ 286367 w 596146"/>
                  <a:gd name="connsiteY662" fmla="*/ 480744 h 563255"/>
                  <a:gd name="connsiteX663" fmla="*/ 284415 w 596146"/>
                  <a:gd name="connsiteY663" fmla="*/ 482762 h 563255"/>
                  <a:gd name="connsiteX664" fmla="*/ 281453 w 596146"/>
                  <a:gd name="connsiteY664" fmla="*/ 484007 h 563255"/>
                  <a:gd name="connsiteX665" fmla="*/ 279636 w 596146"/>
                  <a:gd name="connsiteY665" fmla="*/ 485386 h 563255"/>
                  <a:gd name="connsiteX666" fmla="*/ 276607 w 596146"/>
                  <a:gd name="connsiteY666" fmla="*/ 486093 h 563255"/>
                  <a:gd name="connsiteX667" fmla="*/ 274521 w 596146"/>
                  <a:gd name="connsiteY667" fmla="*/ 487539 h 563255"/>
                  <a:gd name="connsiteX668" fmla="*/ 273343 w 596146"/>
                  <a:gd name="connsiteY668" fmla="*/ 488548 h 563255"/>
                  <a:gd name="connsiteX669" fmla="*/ 271694 w 596146"/>
                  <a:gd name="connsiteY669" fmla="*/ 488750 h 563255"/>
                  <a:gd name="connsiteX670" fmla="*/ 269001 w 596146"/>
                  <a:gd name="connsiteY670" fmla="*/ 490130 h 563255"/>
                  <a:gd name="connsiteX671" fmla="*/ 270516 w 596146"/>
                  <a:gd name="connsiteY671" fmla="*/ 492215 h 563255"/>
                  <a:gd name="connsiteX672" fmla="*/ 269641 w 596146"/>
                  <a:gd name="connsiteY672" fmla="*/ 494032 h 563255"/>
                  <a:gd name="connsiteX673" fmla="*/ 268261 w 596146"/>
                  <a:gd name="connsiteY673" fmla="*/ 495714 h 563255"/>
                  <a:gd name="connsiteX674" fmla="*/ 264996 w 596146"/>
                  <a:gd name="connsiteY674" fmla="*/ 496857 h 563255"/>
                  <a:gd name="connsiteX675" fmla="*/ 261664 w 596146"/>
                  <a:gd name="connsiteY675" fmla="*/ 497160 h 563255"/>
                  <a:gd name="connsiteX676" fmla="*/ 259847 w 596146"/>
                  <a:gd name="connsiteY676" fmla="*/ 498472 h 563255"/>
                  <a:gd name="connsiteX677" fmla="*/ 258131 w 596146"/>
                  <a:gd name="connsiteY677" fmla="*/ 499919 h 563255"/>
                  <a:gd name="connsiteX678" fmla="*/ 257121 w 596146"/>
                  <a:gd name="connsiteY678" fmla="*/ 501365 h 563255"/>
                  <a:gd name="connsiteX679" fmla="*/ 256549 w 596146"/>
                  <a:gd name="connsiteY679" fmla="*/ 504056 h 563255"/>
                  <a:gd name="connsiteX680" fmla="*/ 257693 w 596146"/>
                  <a:gd name="connsiteY680" fmla="*/ 507387 h 563255"/>
                  <a:gd name="connsiteX681" fmla="*/ 258939 w 596146"/>
                  <a:gd name="connsiteY681" fmla="*/ 509338 h 563255"/>
                  <a:gd name="connsiteX682" fmla="*/ 262136 w 596146"/>
                  <a:gd name="connsiteY682" fmla="*/ 509540 h 563255"/>
                  <a:gd name="connsiteX683" fmla="*/ 264155 w 596146"/>
                  <a:gd name="connsiteY683" fmla="*/ 509910 h 563255"/>
                  <a:gd name="connsiteX684" fmla="*/ 266040 w 596146"/>
                  <a:gd name="connsiteY684" fmla="*/ 510717 h 563255"/>
                  <a:gd name="connsiteX685" fmla="*/ 266982 w 596146"/>
                  <a:gd name="connsiteY685" fmla="*/ 512534 h 563255"/>
                  <a:gd name="connsiteX686" fmla="*/ 267420 w 596146"/>
                  <a:gd name="connsiteY686" fmla="*/ 513341 h 563255"/>
                  <a:gd name="connsiteX687" fmla="*/ 266915 w 596146"/>
                  <a:gd name="connsiteY687" fmla="*/ 514283 h 563255"/>
                  <a:gd name="connsiteX688" fmla="*/ 266612 w 596146"/>
                  <a:gd name="connsiteY688" fmla="*/ 514787 h 563255"/>
                  <a:gd name="connsiteX689" fmla="*/ 264222 w 596146"/>
                  <a:gd name="connsiteY689" fmla="*/ 518118 h 563255"/>
                  <a:gd name="connsiteX690" fmla="*/ 261765 w 596146"/>
                  <a:gd name="connsiteY690" fmla="*/ 520641 h 563255"/>
                  <a:gd name="connsiteX691" fmla="*/ 259814 w 596146"/>
                  <a:gd name="connsiteY691" fmla="*/ 521650 h 563255"/>
                  <a:gd name="connsiteX692" fmla="*/ 257929 w 596146"/>
                  <a:gd name="connsiteY692" fmla="*/ 522592 h 563255"/>
                  <a:gd name="connsiteX693" fmla="*/ 256347 w 596146"/>
                  <a:gd name="connsiteY693" fmla="*/ 523164 h 563255"/>
                  <a:gd name="connsiteX694" fmla="*/ 253823 w 596146"/>
                  <a:gd name="connsiteY694" fmla="*/ 523534 h 563255"/>
                  <a:gd name="connsiteX695" fmla="*/ 251804 w 596146"/>
                  <a:gd name="connsiteY695" fmla="*/ 523466 h 563255"/>
                  <a:gd name="connsiteX696" fmla="*/ 249616 w 596146"/>
                  <a:gd name="connsiteY696" fmla="*/ 523096 h 563255"/>
                  <a:gd name="connsiteX697" fmla="*/ 247025 w 596146"/>
                  <a:gd name="connsiteY697" fmla="*/ 523231 h 563255"/>
                  <a:gd name="connsiteX698" fmla="*/ 242683 w 596146"/>
                  <a:gd name="connsiteY698" fmla="*/ 523231 h 563255"/>
                  <a:gd name="connsiteX699" fmla="*/ 240866 w 596146"/>
                  <a:gd name="connsiteY699" fmla="*/ 523668 h 563255"/>
                  <a:gd name="connsiteX700" fmla="*/ 238476 w 596146"/>
                  <a:gd name="connsiteY700" fmla="*/ 525115 h 563255"/>
                  <a:gd name="connsiteX701" fmla="*/ 239621 w 596146"/>
                  <a:gd name="connsiteY701" fmla="*/ 527503 h 563255"/>
                  <a:gd name="connsiteX702" fmla="*/ 241371 w 596146"/>
                  <a:gd name="connsiteY702" fmla="*/ 530699 h 563255"/>
                  <a:gd name="connsiteX703" fmla="*/ 241304 w 596146"/>
                  <a:gd name="connsiteY703" fmla="*/ 531641 h 563255"/>
                  <a:gd name="connsiteX704" fmla="*/ 241000 w 596146"/>
                  <a:gd name="connsiteY704" fmla="*/ 534668 h 563255"/>
                  <a:gd name="connsiteX705" fmla="*/ 235852 w 596146"/>
                  <a:gd name="connsiteY705" fmla="*/ 537124 h 563255"/>
                  <a:gd name="connsiteX706" fmla="*/ 233597 w 596146"/>
                  <a:gd name="connsiteY706" fmla="*/ 537763 h 563255"/>
                  <a:gd name="connsiteX707" fmla="*/ 231779 w 596146"/>
                  <a:gd name="connsiteY707" fmla="*/ 539344 h 563255"/>
                  <a:gd name="connsiteX708" fmla="*/ 228582 w 596146"/>
                  <a:gd name="connsiteY708" fmla="*/ 539714 h 563255"/>
                  <a:gd name="connsiteX709" fmla="*/ 225957 w 596146"/>
                  <a:gd name="connsiteY709" fmla="*/ 539916 h 563255"/>
                  <a:gd name="connsiteX710" fmla="*/ 224813 w 596146"/>
                  <a:gd name="connsiteY710" fmla="*/ 540353 h 563255"/>
                  <a:gd name="connsiteX711" fmla="*/ 222053 w 596146"/>
                  <a:gd name="connsiteY711" fmla="*/ 541598 h 563255"/>
                  <a:gd name="connsiteX712" fmla="*/ 221683 w 596146"/>
                  <a:gd name="connsiteY712" fmla="*/ 541968 h 563255"/>
                  <a:gd name="connsiteX713" fmla="*/ 221481 w 596146"/>
                  <a:gd name="connsiteY713" fmla="*/ 544928 h 563255"/>
                  <a:gd name="connsiteX714" fmla="*/ 221784 w 596146"/>
                  <a:gd name="connsiteY714" fmla="*/ 546678 h 563255"/>
                  <a:gd name="connsiteX715" fmla="*/ 221784 w 596146"/>
                  <a:gd name="connsiteY715" fmla="*/ 548124 h 563255"/>
                  <a:gd name="connsiteX716" fmla="*/ 224005 w 596146"/>
                  <a:gd name="connsiteY716" fmla="*/ 550748 h 563255"/>
                  <a:gd name="connsiteX717" fmla="*/ 223669 w 596146"/>
                  <a:gd name="connsiteY717" fmla="*/ 552430 h 563255"/>
                  <a:gd name="connsiteX718" fmla="*/ 222154 w 596146"/>
                  <a:gd name="connsiteY718" fmla="*/ 554448 h 563255"/>
                  <a:gd name="connsiteX719" fmla="*/ 223096 w 596146"/>
                  <a:gd name="connsiteY719" fmla="*/ 556635 h 563255"/>
                  <a:gd name="connsiteX720" fmla="*/ 225553 w 596146"/>
                  <a:gd name="connsiteY720" fmla="*/ 558519 h 563255"/>
                  <a:gd name="connsiteX721" fmla="*/ 227000 w 596146"/>
                  <a:gd name="connsiteY721" fmla="*/ 562085 h 563255"/>
                  <a:gd name="connsiteX722" fmla="*/ 228952 w 596146"/>
                  <a:gd name="connsiteY722" fmla="*/ 563228 h 563255"/>
                  <a:gd name="connsiteX723" fmla="*/ 232049 w 596146"/>
                  <a:gd name="connsiteY723" fmla="*/ 563228 h 563255"/>
                  <a:gd name="connsiteX724" fmla="*/ 235751 w 596146"/>
                  <a:gd name="connsiteY724" fmla="*/ 560975 h 563255"/>
                  <a:gd name="connsiteX725" fmla="*/ 238443 w 596146"/>
                  <a:gd name="connsiteY725" fmla="*/ 559158 h 563255"/>
                  <a:gd name="connsiteX726" fmla="*/ 243289 w 596146"/>
                  <a:gd name="connsiteY726" fmla="*/ 554146 h 563255"/>
                  <a:gd name="connsiteX727" fmla="*/ 244602 w 596146"/>
                  <a:gd name="connsiteY727" fmla="*/ 551825 h 563255"/>
                  <a:gd name="connsiteX728" fmla="*/ 248068 w 596146"/>
                  <a:gd name="connsiteY728" fmla="*/ 550950 h 563255"/>
                  <a:gd name="connsiteX729" fmla="*/ 252107 w 596146"/>
                  <a:gd name="connsiteY729" fmla="*/ 550210 h 563255"/>
                  <a:gd name="connsiteX730" fmla="*/ 257559 w 596146"/>
                  <a:gd name="connsiteY730" fmla="*/ 548057 h 563255"/>
                  <a:gd name="connsiteX731" fmla="*/ 263414 w 596146"/>
                  <a:gd name="connsiteY731" fmla="*/ 546981 h 563255"/>
                  <a:gd name="connsiteX732" fmla="*/ 267319 w 596146"/>
                  <a:gd name="connsiteY732" fmla="*/ 545837 h 563255"/>
                  <a:gd name="connsiteX733" fmla="*/ 273982 w 596146"/>
                  <a:gd name="connsiteY733" fmla="*/ 543314 h 563255"/>
                  <a:gd name="connsiteX734" fmla="*/ 275732 w 596146"/>
                  <a:gd name="connsiteY734" fmla="*/ 542809 h 563255"/>
                  <a:gd name="connsiteX735" fmla="*/ 277112 w 596146"/>
                  <a:gd name="connsiteY735" fmla="*/ 542809 h 563255"/>
                  <a:gd name="connsiteX736" fmla="*/ 279064 w 596146"/>
                  <a:gd name="connsiteY736" fmla="*/ 542439 h 563255"/>
                  <a:gd name="connsiteX737" fmla="*/ 279771 w 596146"/>
                  <a:gd name="connsiteY737" fmla="*/ 541800 h 563255"/>
                  <a:gd name="connsiteX738" fmla="*/ 279703 w 596146"/>
                  <a:gd name="connsiteY738" fmla="*/ 540723 h 563255"/>
                  <a:gd name="connsiteX739" fmla="*/ 279771 w 596146"/>
                  <a:gd name="connsiteY739" fmla="*/ 538638 h 563255"/>
                  <a:gd name="connsiteX740" fmla="*/ 278256 w 596146"/>
                  <a:gd name="connsiteY740" fmla="*/ 537326 h 563255"/>
                  <a:gd name="connsiteX741" fmla="*/ 276304 w 596146"/>
                  <a:gd name="connsiteY741" fmla="*/ 536451 h 563255"/>
                  <a:gd name="connsiteX742" fmla="*/ 273847 w 596146"/>
                  <a:gd name="connsiteY742" fmla="*/ 535139 h 563255"/>
                  <a:gd name="connsiteX743" fmla="*/ 272333 w 596146"/>
                  <a:gd name="connsiteY743" fmla="*/ 532549 h 563255"/>
                  <a:gd name="connsiteX744" fmla="*/ 272535 w 596146"/>
                  <a:gd name="connsiteY744" fmla="*/ 529858 h 563255"/>
                  <a:gd name="connsiteX745" fmla="*/ 272737 w 596146"/>
                  <a:gd name="connsiteY745" fmla="*/ 528041 h 563255"/>
                  <a:gd name="connsiteX746" fmla="*/ 274117 w 596146"/>
                  <a:gd name="connsiteY746" fmla="*/ 526729 h 563255"/>
                  <a:gd name="connsiteX747" fmla="*/ 274689 w 596146"/>
                  <a:gd name="connsiteY747" fmla="*/ 525720 h 563255"/>
                  <a:gd name="connsiteX748" fmla="*/ 276708 w 596146"/>
                  <a:gd name="connsiteY748" fmla="*/ 526158 h 563255"/>
                  <a:gd name="connsiteX749" fmla="*/ 278795 w 596146"/>
                  <a:gd name="connsiteY749" fmla="*/ 527234 h 563255"/>
                  <a:gd name="connsiteX750" fmla="*/ 281622 w 596146"/>
                  <a:gd name="connsiteY750" fmla="*/ 530194 h 563255"/>
                  <a:gd name="connsiteX751" fmla="*/ 282127 w 596146"/>
                  <a:gd name="connsiteY751" fmla="*/ 531876 h 563255"/>
                  <a:gd name="connsiteX752" fmla="*/ 286905 w 596146"/>
                  <a:gd name="connsiteY752" fmla="*/ 533693 h 563255"/>
                  <a:gd name="connsiteX753" fmla="*/ 289429 w 596146"/>
                  <a:gd name="connsiteY753" fmla="*/ 533693 h 563255"/>
                  <a:gd name="connsiteX754" fmla="*/ 289564 w 596146"/>
                  <a:gd name="connsiteY754" fmla="*/ 531304 h 563255"/>
                  <a:gd name="connsiteX755" fmla="*/ 288925 w 596146"/>
                  <a:gd name="connsiteY755" fmla="*/ 528916 h 563255"/>
                  <a:gd name="connsiteX756" fmla="*/ 289934 w 596146"/>
                  <a:gd name="connsiteY756" fmla="*/ 526729 h 563255"/>
                  <a:gd name="connsiteX757" fmla="*/ 290507 w 596146"/>
                  <a:gd name="connsiteY757" fmla="*/ 524274 h 563255"/>
                  <a:gd name="connsiteX758" fmla="*/ 291954 w 596146"/>
                  <a:gd name="connsiteY758" fmla="*/ 522962 h 563255"/>
                  <a:gd name="connsiteX759" fmla="*/ 294141 w 596146"/>
                  <a:gd name="connsiteY759" fmla="*/ 521818 h 563255"/>
                  <a:gd name="connsiteX760" fmla="*/ 296464 w 596146"/>
                  <a:gd name="connsiteY760" fmla="*/ 521818 h 563255"/>
                  <a:gd name="connsiteX761" fmla="*/ 297776 w 596146"/>
                  <a:gd name="connsiteY761" fmla="*/ 520943 h 563255"/>
                  <a:gd name="connsiteX762" fmla="*/ 298213 w 596146"/>
                  <a:gd name="connsiteY762" fmla="*/ 520372 h 563255"/>
                  <a:gd name="connsiteX763" fmla="*/ 298651 w 596146"/>
                  <a:gd name="connsiteY763" fmla="*/ 518050 h 563255"/>
                  <a:gd name="connsiteX764" fmla="*/ 299661 w 596146"/>
                  <a:gd name="connsiteY764" fmla="*/ 515157 h 563255"/>
                  <a:gd name="connsiteX765" fmla="*/ 301848 w 596146"/>
                  <a:gd name="connsiteY765" fmla="*/ 513274 h 563255"/>
                  <a:gd name="connsiteX766" fmla="*/ 305180 w 596146"/>
                  <a:gd name="connsiteY766" fmla="*/ 511087 h 563255"/>
                  <a:gd name="connsiteX767" fmla="*/ 307939 w 596146"/>
                  <a:gd name="connsiteY767" fmla="*/ 510078 h 563255"/>
                  <a:gd name="connsiteX768" fmla="*/ 308209 w 596146"/>
                  <a:gd name="connsiteY768" fmla="*/ 507891 h 563255"/>
                  <a:gd name="connsiteX769" fmla="*/ 306930 w 596146"/>
                  <a:gd name="connsiteY769" fmla="*/ 504426 h 563255"/>
                  <a:gd name="connsiteX770" fmla="*/ 305045 w 596146"/>
                  <a:gd name="connsiteY770" fmla="*/ 504426 h 563255"/>
                  <a:gd name="connsiteX771" fmla="*/ 305045 w 596146"/>
                  <a:gd name="connsiteY771" fmla="*/ 501533 h 563255"/>
                  <a:gd name="connsiteX772" fmla="*/ 306055 w 596146"/>
                  <a:gd name="connsiteY772" fmla="*/ 499347 h 563255"/>
                  <a:gd name="connsiteX773" fmla="*/ 306930 w 596146"/>
                  <a:gd name="connsiteY773" fmla="*/ 497026 h 563255"/>
                  <a:gd name="connsiteX774" fmla="*/ 310598 w 596146"/>
                  <a:gd name="connsiteY774" fmla="*/ 493998 h 563255"/>
                  <a:gd name="connsiteX775" fmla="*/ 311709 w 596146"/>
                  <a:gd name="connsiteY775" fmla="*/ 492686 h 563255"/>
                  <a:gd name="connsiteX776" fmla="*/ 315613 w 596146"/>
                  <a:gd name="connsiteY776" fmla="*/ 490937 h 563255"/>
                  <a:gd name="connsiteX777" fmla="*/ 316623 w 596146"/>
                  <a:gd name="connsiteY777" fmla="*/ 488481 h 563255"/>
                  <a:gd name="connsiteX778" fmla="*/ 320089 w 596146"/>
                  <a:gd name="connsiteY778" fmla="*/ 487472 h 563255"/>
                  <a:gd name="connsiteX779" fmla="*/ 322849 w 596146"/>
                  <a:gd name="connsiteY779" fmla="*/ 485285 h 563255"/>
                  <a:gd name="connsiteX780" fmla="*/ 323421 w 596146"/>
                  <a:gd name="connsiteY780" fmla="*/ 482258 h 563255"/>
                  <a:gd name="connsiteX781" fmla="*/ 323858 w 596146"/>
                  <a:gd name="connsiteY781" fmla="*/ 480239 h 563255"/>
                  <a:gd name="connsiteX782" fmla="*/ 327493 w 596146"/>
                  <a:gd name="connsiteY782" fmla="*/ 478356 h 563255"/>
                  <a:gd name="connsiteX783" fmla="*/ 333584 w 596146"/>
                  <a:gd name="connsiteY783" fmla="*/ 475025 h 563255"/>
                  <a:gd name="connsiteX784" fmla="*/ 339238 w 596146"/>
                  <a:gd name="connsiteY784" fmla="*/ 469946 h 563255"/>
                  <a:gd name="connsiteX785" fmla="*/ 345330 w 596146"/>
                  <a:gd name="connsiteY785" fmla="*/ 464597 h 563255"/>
                  <a:gd name="connsiteX786" fmla="*/ 352936 w 596146"/>
                  <a:gd name="connsiteY786" fmla="*/ 458306 h 563255"/>
                  <a:gd name="connsiteX787" fmla="*/ 356638 w 596146"/>
                  <a:gd name="connsiteY787" fmla="*/ 456355 h 563255"/>
                  <a:gd name="connsiteX788" fmla="*/ 360474 w 596146"/>
                  <a:gd name="connsiteY788" fmla="*/ 452958 h 563255"/>
                  <a:gd name="connsiteX789" fmla="*/ 362662 w 596146"/>
                  <a:gd name="connsiteY789" fmla="*/ 450569 h 563255"/>
                  <a:gd name="connsiteX790" fmla="*/ 366128 w 596146"/>
                  <a:gd name="connsiteY790" fmla="*/ 448551 h 563255"/>
                  <a:gd name="connsiteX791" fmla="*/ 368518 w 596146"/>
                  <a:gd name="connsiteY791" fmla="*/ 447811 h 563255"/>
                  <a:gd name="connsiteX792" fmla="*/ 370335 w 596146"/>
                  <a:gd name="connsiteY792" fmla="*/ 446869 h 563255"/>
                  <a:gd name="connsiteX793" fmla="*/ 372523 w 596146"/>
                  <a:gd name="connsiteY793" fmla="*/ 444918 h 563255"/>
                  <a:gd name="connsiteX794" fmla="*/ 374542 w 596146"/>
                  <a:gd name="connsiteY794" fmla="*/ 442899 h 563255"/>
                  <a:gd name="connsiteX795" fmla="*/ 376561 w 596146"/>
                  <a:gd name="connsiteY795" fmla="*/ 442092 h 563255"/>
                  <a:gd name="connsiteX796" fmla="*/ 379826 w 596146"/>
                  <a:gd name="connsiteY796" fmla="*/ 441789 h 563255"/>
                  <a:gd name="connsiteX797" fmla="*/ 382585 w 596146"/>
                  <a:gd name="connsiteY797" fmla="*/ 439838 h 563255"/>
                  <a:gd name="connsiteX798" fmla="*/ 385917 w 596146"/>
                  <a:gd name="connsiteY798" fmla="*/ 439838 h 563255"/>
                  <a:gd name="connsiteX799" fmla="*/ 389518 w 596146"/>
                  <a:gd name="connsiteY799" fmla="*/ 439838 h 563255"/>
                  <a:gd name="connsiteX800" fmla="*/ 393153 w 596146"/>
                  <a:gd name="connsiteY800" fmla="*/ 439838 h 563255"/>
                  <a:gd name="connsiteX801" fmla="*/ 395038 w 596146"/>
                  <a:gd name="connsiteY801" fmla="*/ 438257 h 563255"/>
                  <a:gd name="connsiteX802" fmla="*/ 396788 w 596146"/>
                  <a:gd name="connsiteY802" fmla="*/ 436373 h 563255"/>
                  <a:gd name="connsiteX803" fmla="*/ 396350 w 596146"/>
                  <a:gd name="connsiteY803" fmla="*/ 434490 h 563255"/>
                  <a:gd name="connsiteX804" fmla="*/ 395475 w 596146"/>
                  <a:gd name="connsiteY804" fmla="*/ 432034 h 563255"/>
                  <a:gd name="connsiteX805" fmla="*/ 393725 w 596146"/>
                  <a:gd name="connsiteY805" fmla="*/ 430285 h 563255"/>
                  <a:gd name="connsiteX806" fmla="*/ 393860 w 596146"/>
                  <a:gd name="connsiteY806" fmla="*/ 425508 h 563255"/>
                  <a:gd name="connsiteX807" fmla="*/ 398639 w 596146"/>
                  <a:gd name="connsiteY807" fmla="*/ 424768 h 563255"/>
                  <a:gd name="connsiteX808" fmla="*/ 401971 w 596146"/>
                  <a:gd name="connsiteY808" fmla="*/ 423187 h 563255"/>
                  <a:gd name="connsiteX809" fmla="*/ 405168 w 596146"/>
                  <a:gd name="connsiteY809" fmla="*/ 424196 h 563255"/>
                  <a:gd name="connsiteX810" fmla="*/ 407355 w 596146"/>
                  <a:gd name="connsiteY810" fmla="*/ 424196 h 563255"/>
                  <a:gd name="connsiteX811" fmla="*/ 409105 w 596146"/>
                  <a:gd name="connsiteY811" fmla="*/ 425508 h 563255"/>
                  <a:gd name="connsiteX812" fmla="*/ 413009 w 596146"/>
                  <a:gd name="connsiteY812" fmla="*/ 425070 h 563255"/>
                  <a:gd name="connsiteX813" fmla="*/ 416644 w 596146"/>
                  <a:gd name="connsiteY813" fmla="*/ 425070 h 563255"/>
                  <a:gd name="connsiteX814" fmla="*/ 420144 w 596146"/>
                  <a:gd name="connsiteY814" fmla="*/ 422615 h 563255"/>
                  <a:gd name="connsiteX815" fmla="*/ 422466 w 596146"/>
                  <a:gd name="connsiteY815" fmla="*/ 419991 h 563255"/>
                  <a:gd name="connsiteX816" fmla="*/ 424485 w 596146"/>
                  <a:gd name="connsiteY816" fmla="*/ 418544 h 563255"/>
                  <a:gd name="connsiteX817" fmla="*/ 425933 w 596146"/>
                  <a:gd name="connsiteY817" fmla="*/ 416526 h 563255"/>
                  <a:gd name="connsiteX818" fmla="*/ 427817 w 596146"/>
                  <a:gd name="connsiteY818" fmla="*/ 414945 h 563255"/>
                  <a:gd name="connsiteX819" fmla="*/ 429264 w 596146"/>
                  <a:gd name="connsiteY819" fmla="*/ 412052 h 563255"/>
                  <a:gd name="connsiteX820" fmla="*/ 431452 w 596146"/>
                  <a:gd name="connsiteY820" fmla="*/ 411749 h 563255"/>
                  <a:gd name="connsiteX821" fmla="*/ 433034 w 596146"/>
                  <a:gd name="connsiteY821" fmla="*/ 411615 h 563255"/>
                  <a:gd name="connsiteX822" fmla="*/ 436938 w 596146"/>
                  <a:gd name="connsiteY822" fmla="*/ 412187 h 563255"/>
                  <a:gd name="connsiteX823" fmla="*/ 438082 w 596146"/>
                  <a:gd name="connsiteY823" fmla="*/ 413498 h 563255"/>
                  <a:gd name="connsiteX824" fmla="*/ 441716 w 596146"/>
                  <a:gd name="connsiteY824" fmla="*/ 415517 h 563255"/>
                  <a:gd name="connsiteX825" fmla="*/ 445183 w 596146"/>
                  <a:gd name="connsiteY825" fmla="*/ 415517 h 563255"/>
                  <a:gd name="connsiteX826" fmla="*/ 448683 w 596146"/>
                  <a:gd name="connsiteY826" fmla="*/ 413768 h 563255"/>
                  <a:gd name="connsiteX827" fmla="*/ 454203 w 596146"/>
                  <a:gd name="connsiteY827" fmla="*/ 413768 h 563255"/>
                  <a:gd name="connsiteX828" fmla="*/ 459116 w 596146"/>
                  <a:gd name="connsiteY828" fmla="*/ 412018 h 563255"/>
                  <a:gd name="connsiteX829" fmla="*/ 463323 w 596146"/>
                  <a:gd name="connsiteY829" fmla="*/ 412018 h 563255"/>
                  <a:gd name="connsiteX830" fmla="*/ 464333 w 596146"/>
                  <a:gd name="connsiteY830" fmla="*/ 412018 h 563255"/>
                  <a:gd name="connsiteX831" fmla="*/ 468674 w 596146"/>
                  <a:gd name="connsiteY831" fmla="*/ 412018 h 563255"/>
                  <a:gd name="connsiteX832" fmla="*/ 470559 w 596146"/>
                  <a:gd name="connsiteY832" fmla="*/ 410706 h 563255"/>
                  <a:gd name="connsiteX833" fmla="*/ 472006 w 596146"/>
                  <a:gd name="connsiteY833" fmla="*/ 409260 h 563255"/>
                  <a:gd name="connsiteX834" fmla="*/ 473015 w 596146"/>
                  <a:gd name="connsiteY834" fmla="*/ 408385 h 563255"/>
                  <a:gd name="connsiteX835" fmla="*/ 475337 w 596146"/>
                  <a:gd name="connsiteY835" fmla="*/ 406939 h 563255"/>
                  <a:gd name="connsiteX836" fmla="*/ 476347 w 596146"/>
                  <a:gd name="connsiteY836" fmla="*/ 405795 h 563255"/>
                  <a:gd name="connsiteX837" fmla="*/ 476482 w 596146"/>
                  <a:gd name="connsiteY837" fmla="*/ 404483 h 563255"/>
                  <a:gd name="connsiteX838" fmla="*/ 475607 w 596146"/>
                  <a:gd name="connsiteY838" fmla="*/ 402465 h 563255"/>
                  <a:gd name="connsiteX839" fmla="*/ 475607 w 596146"/>
                  <a:gd name="connsiteY839" fmla="*/ 399841 h 563255"/>
                  <a:gd name="connsiteX840" fmla="*/ 476246 w 596146"/>
                  <a:gd name="connsiteY840" fmla="*/ 397654 h 563255"/>
                  <a:gd name="connsiteX841" fmla="*/ 477188 w 596146"/>
                  <a:gd name="connsiteY841" fmla="*/ 396073 h 563255"/>
                  <a:gd name="connsiteX842" fmla="*/ 478198 w 596146"/>
                  <a:gd name="connsiteY842" fmla="*/ 394627 h 563255"/>
                  <a:gd name="connsiteX843" fmla="*/ 480789 w 596146"/>
                  <a:gd name="connsiteY843" fmla="*/ 394627 h 563255"/>
                  <a:gd name="connsiteX844" fmla="*/ 482539 w 596146"/>
                  <a:gd name="connsiteY844" fmla="*/ 393752 h 563255"/>
                  <a:gd name="connsiteX845" fmla="*/ 482539 w 596146"/>
                  <a:gd name="connsiteY845" fmla="*/ 392003 h 563255"/>
                  <a:gd name="connsiteX846" fmla="*/ 482843 w 596146"/>
                  <a:gd name="connsiteY846" fmla="*/ 389682 h 563255"/>
                  <a:gd name="connsiteX847" fmla="*/ 482539 w 596146"/>
                  <a:gd name="connsiteY847" fmla="*/ 386654 h 563255"/>
                  <a:gd name="connsiteX848" fmla="*/ 480958 w 596146"/>
                  <a:gd name="connsiteY848" fmla="*/ 383458 h 563255"/>
                  <a:gd name="connsiteX849" fmla="*/ 480520 w 596146"/>
                  <a:gd name="connsiteY849" fmla="*/ 379825 h 563255"/>
                  <a:gd name="connsiteX850" fmla="*/ 480655 w 596146"/>
                  <a:gd name="connsiteY850" fmla="*/ 377201 h 563255"/>
                  <a:gd name="connsiteX851" fmla="*/ 481227 w 596146"/>
                  <a:gd name="connsiteY851" fmla="*/ 373434 h 563255"/>
                  <a:gd name="connsiteX852" fmla="*/ 484693 w 596146"/>
                  <a:gd name="connsiteY852" fmla="*/ 370406 h 563255"/>
                  <a:gd name="connsiteX853" fmla="*/ 490650 w 596146"/>
                  <a:gd name="connsiteY853" fmla="*/ 367648 h 563255"/>
                  <a:gd name="connsiteX854" fmla="*/ 492669 w 596146"/>
                  <a:gd name="connsiteY854" fmla="*/ 364183 h 563255"/>
                  <a:gd name="connsiteX855" fmla="*/ 496439 w 596146"/>
                  <a:gd name="connsiteY855" fmla="*/ 360852 h 563255"/>
                  <a:gd name="connsiteX856" fmla="*/ 496742 w 596146"/>
                  <a:gd name="connsiteY856" fmla="*/ 358094 h 563255"/>
                  <a:gd name="connsiteX857" fmla="*/ 499804 w 596146"/>
                  <a:gd name="connsiteY857" fmla="*/ 353519 h 563255"/>
                  <a:gd name="connsiteX858" fmla="*/ 501891 w 596146"/>
                  <a:gd name="connsiteY858" fmla="*/ 350054 h 563255"/>
                  <a:gd name="connsiteX859" fmla="*/ 503910 w 596146"/>
                  <a:gd name="connsiteY859" fmla="*/ 348641 h 563255"/>
                  <a:gd name="connsiteX860" fmla="*/ 505862 w 596146"/>
                  <a:gd name="connsiteY860" fmla="*/ 346522 h 563255"/>
                  <a:gd name="connsiteX861" fmla="*/ 508858 w 596146"/>
                  <a:gd name="connsiteY861" fmla="*/ 343326 h 563255"/>
                  <a:gd name="connsiteX862" fmla="*/ 512559 w 596146"/>
                  <a:gd name="connsiteY862" fmla="*/ 339861 h 563255"/>
                  <a:gd name="connsiteX863" fmla="*/ 516026 w 596146"/>
                  <a:gd name="connsiteY863" fmla="*/ 337910 h 563255"/>
                  <a:gd name="connsiteX864" fmla="*/ 520603 w 596146"/>
                  <a:gd name="connsiteY864" fmla="*/ 335724 h 563255"/>
                  <a:gd name="connsiteX865" fmla="*/ 524069 w 596146"/>
                  <a:gd name="connsiteY865" fmla="*/ 333974 h 563255"/>
                  <a:gd name="connsiteX866" fmla="*/ 526257 w 596146"/>
                  <a:gd name="connsiteY866" fmla="*/ 332023 h 563255"/>
                  <a:gd name="connsiteX867" fmla="*/ 527569 w 596146"/>
                  <a:gd name="connsiteY867" fmla="*/ 330947 h 563255"/>
                  <a:gd name="connsiteX868" fmla="*/ 531271 w 596146"/>
                  <a:gd name="connsiteY868" fmla="*/ 327246 h 563255"/>
                  <a:gd name="connsiteX869" fmla="*/ 535175 w 596146"/>
                  <a:gd name="connsiteY869" fmla="*/ 323546 h 563255"/>
                  <a:gd name="connsiteX870" fmla="*/ 536925 w 596146"/>
                  <a:gd name="connsiteY870" fmla="*/ 319207 h 563255"/>
                  <a:gd name="connsiteX871" fmla="*/ 541704 w 596146"/>
                  <a:gd name="connsiteY871" fmla="*/ 316179 h 563255"/>
                  <a:gd name="connsiteX872" fmla="*/ 544531 w 596146"/>
                  <a:gd name="connsiteY872" fmla="*/ 313151 h 563255"/>
                  <a:gd name="connsiteX873" fmla="*/ 547796 w 596146"/>
                  <a:gd name="connsiteY873" fmla="*/ 309451 h 563255"/>
                  <a:gd name="connsiteX874" fmla="*/ 551060 w 596146"/>
                  <a:gd name="connsiteY874" fmla="*/ 309451 h 563255"/>
                  <a:gd name="connsiteX875" fmla="*/ 554762 w 596146"/>
                  <a:gd name="connsiteY875" fmla="*/ 307702 h 563255"/>
                  <a:gd name="connsiteX876" fmla="*/ 559541 w 596146"/>
                  <a:gd name="connsiteY876" fmla="*/ 307702 h 563255"/>
                  <a:gd name="connsiteX877" fmla="*/ 563445 w 596146"/>
                  <a:gd name="connsiteY877" fmla="*/ 306625 h 563255"/>
                  <a:gd name="connsiteX878" fmla="*/ 566070 w 596146"/>
                  <a:gd name="connsiteY878" fmla="*/ 305112 h 563255"/>
                  <a:gd name="connsiteX879" fmla="*/ 567383 w 596146"/>
                  <a:gd name="connsiteY879" fmla="*/ 301848 h 563255"/>
                  <a:gd name="connsiteX880" fmla="*/ 569335 w 596146"/>
                  <a:gd name="connsiteY880" fmla="*/ 296399 h 563255"/>
                  <a:gd name="connsiteX881" fmla="*/ 575628 w 596146"/>
                  <a:gd name="connsiteY881" fmla="*/ 293371 h 563255"/>
                  <a:gd name="connsiteX882" fmla="*/ 582729 w 596146"/>
                  <a:gd name="connsiteY882" fmla="*/ 286912 h 563255"/>
                  <a:gd name="connsiteX883" fmla="*/ 584479 w 596146"/>
                  <a:gd name="connsiteY883" fmla="*/ 283515 h 563255"/>
                  <a:gd name="connsiteX884" fmla="*/ 587441 w 596146"/>
                  <a:gd name="connsiteY884" fmla="*/ 280891 h 563255"/>
                  <a:gd name="connsiteX885" fmla="*/ 590066 w 596146"/>
                  <a:gd name="connsiteY885" fmla="*/ 277998 h 563255"/>
                  <a:gd name="connsiteX886" fmla="*/ 591883 w 596146"/>
                  <a:gd name="connsiteY886" fmla="*/ 274802 h 563255"/>
                  <a:gd name="connsiteX887" fmla="*/ 592018 w 596146"/>
                  <a:gd name="connsiteY887" fmla="*/ 273995 h 563255"/>
                  <a:gd name="connsiteX888" fmla="*/ 591951 w 596146"/>
                  <a:gd name="connsiteY888" fmla="*/ 272313 h 563255"/>
                  <a:gd name="connsiteX889" fmla="*/ 591580 w 596146"/>
                  <a:gd name="connsiteY889" fmla="*/ 269487 h 563255"/>
                  <a:gd name="connsiteX890" fmla="*/ 590705 w 596146"/>
                  <a:gd name="connsiteY890" fmla="*/ 267906 h 563255"/>
                  <a:gd name="connsiteX891" fmla="*/ 588686 w 596146"/>
                  <a:gd name="connsiteY891" fmla="*/ 267839 h 563255"/>
                  <a:gd name="connsiteX892" fmla="*/ 587104 w 596146"/>
                  <a:gd name="connsiteY892" fmla="*/ 269353 h 563255"/>
                  <a:gd name="connsiteX893" fmla="*/ 585085 w 596146"/>
                  <a:gd name="connsiteY893" fmla="*/ 271236 h 563255"/>
                  <a:gd name="connsiteX894" fmla="*/ 581820 w 596146"/>
                  <a:gd name="connsiteY894" fmla="*/ 271035 h 563255"/>
                  <a:gd name="connsiteX895" fmla="*/ 581619 w 596146"/>
                  <a:gd name="connsiteY895" fmla="*/ 269016 h 563255"/>
                  <a:gd name="connsiteX896" fmla="*/ 582763 w 596146"/>
                  <a:gd name="connsiteY896" fmla="*/ 267570 h 563255"/>
                  <a:gd name="connsiteX897" fmla="*/ 584513 w 596146"/>
                  <a:gd name="connsiteY897" fmla="*/ 265383 h 563255"/>
                  <a:gd name="connsiteX898" fmla="*/ 586532 w 596146"/>
                  <a:gd name="connsiteY898" fmla="*/ 263802 h 563255"/>
                  <a:gd name="connsiteX899" fmla="*/ 588720 w 596146"/>
                  <a:gd name="connsiteY899" fmla="*/ 261616 h 563255"/>
                  <a:gd name="connsiteX900" fmla="*/ 588720 w 596146"/>
                  <a:gd name="connsiteY900" fmla="*/ 259160 h 563255"/>
                  <a:gd name="connsiteX901" fmla="*/ 589157 w 596146"/>
                  <a:gd name="connsiteY901" fmla="*/ 256401 h 563255"/>
                  <a:gd name="connsiteX902" fmla="*/ 589595 w 596146"/>
                  <a:gd name="connsiteY902" fmla="*/ 254517 h 563255"/>
                  <a:gd name="connsiteX903" fmla="*/ 590470 w 596146"/>
                  <a:gd name="connsiteY903" fmla="*/ 251187 h 563255"/>
                  <a:gd name="connsiteX904" fmla="*/ 590470 w 596146"/>
                  <a:gd name="connsiteY904" fmla="*/ 248160 h 563255"/>
                  <a:gd name="connsiteX905" fmla="*/ 590672 w 596146"/>
                  <a:gd name="connsiteY905" fmla="*/ 246713 h 563255"/>
                  <a:gd name="connsiteX906" fmla="*/ 593196 w 596146"/>
                  <a:gd name="connsiteY906" fmla="*/ 245704 h 563255"/>
                  <a:gd name="connsiteX907" fmla="*/ 596090 w 596146"/>
                  <a:gd name="connsiteY907" fmla="*/ 243955 h 563255"/>
                  <a:gd name="connsiteX908" fmla="*/ 595888 w 596146"/>
                  <a:gd name="connsiteY908" fmla="*/ 241734 h 56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Lst>
                <a:rect l="l" t="t" r="r" b="b"/>
                <a:pathLst>
                  <a:path w="596146" h="563255">
                    <a:moveTo>
                      <a:pt x="595888" y="241734"/>
                    </a:moveTo>
                    <a:lnTo>
                      <a:pt x="594003" y="238101"/>
                    </a:lnTo>
                    <a:lnTo>
                      <a:pt x="590672" y="233762"/>
                    </a:lnTo>
                    <a:lnTo>
                      <a:pt x="586330" y="228413"/>
                    </a:lnTo>
                    <a:lnTo>
                      <a:pt x="585186" y="228110"/>
                    </a:lnTo>
                    <a:cubicBezTo>
                      <a:pt x="585186" y="228110"/>
                      <a:pt x="583301" y="228245"/>
                      <a:pt x="582729" y="228245"/>
                    </a:cubicBezTo>
                    <a:cubicBezTo>
                      <a:pt x="582157" y="228245"/>
                      <a:pt x="579263" y="226933"/>
                      <a:pt x="579263" y="226933"/>
                    </a:cubicBezTo>
                    <a:lnTo>
                      <a:pt x="578119" y="226798"/>
                    </a:lnTo>
                    <a:lnTo>
                      <a:pt x="578119" y="223468"/>
                    </a:lnTo>
                    <a:lnTo>
                      <a:pt x="576301" y="220878"/>
                    </a:lnTo>
                    <a:lnTo>
                      <a:pt x="573777" y="218994"/>
                    </a:lnTo>
                    <a:lnTo>
                      <a:pt x="571455" y="215966"/>
                    </a:lnTo>
                    <a:lnTo>
                      <a:pt x="570142" y="212199"/>
                    </a:lnTo>
                    <a:lnTo>
                      <a:pt x="569267" y="208431"/>
                    </a:lnTo>
                    <a:lnTo>
                      <a:pt x="566373" y="202780"/>
                    </a:lnTo>
                    <a:cubicBezTo>
                      <a:pt x="566373" y="202780"/>
                      <a:pt x="563176" y="197868"/>
                      <a:pt x="563041" y="197263"/>
                    </a:cubicBezTo>
                    <a:cubicBezTo>
                      <a:pt x="562907" y="196691"/>
                      <a:pt x="562469" y="195514"/>
                      <a:pt x="561897" y="194942"/>
                    </a:cubicBezTo>
                    <a:cubicBezTo>
                      <a:pt x="561325" y="194370"/>
                      <a:pt x="562032" y="192923"/>
                      <a:pt x="561897" y="192486"/>
                    </a:cubicBezTo>
                    <a:cubicBezTo>
                      <a:pt x="561762" y="192049"/>
                      <a:pt x="561594" y="190299"/>
                      <a:pt x="561156" y="189862"/>
                    </a:cubicBezTo>
                    <a:cubicBezTo>
                      <a:pt x="560719" y="189425"/>
                      <a:pt x="559710" y="186094"/>
                      <a:pt x="559710" y="186094"/>
                    </a:cubicBezTo>
                    <a:lnTo>
                      <a:pt x="558128" y="184211"/>
                    </a:lnTo>
                    <a:cubicBezTo>
                      <a:pt x="558128" y="184211"/>
                      <a:pt x="555234" y="184211"/>
                      <a:pt x="554661" y="184211"/>
                    </a:cubicBezTo>
                    <a:cubicBezTo>
                      <a:pt x="554089" y="184211"/>
                      <a:pt x="552911" y="184413"/>
                      <a:pt x="550455" y="184413"/>
                    </a:cubicBezTo>
                    <a:cubicBezTo>
                      <a:pt x="547998" y="184413"/>
                      <a:pt x="546820" y="183908"/>
                      <a:pt x="545541" y="183908"/>
                    </a:cubicBezTo>
                    <a:cubicBezTo>
                      <a:pt x="544262" y="183908"/>
                      <a:pt x="544094" y="183033"/>
                      <a:pt x="543959" y="182024"/>
                    </a:cubicBezTo>
                    <a:cubicBezTo>
                      <a:pt x="543825" y="181015"/>
                      <a:pt x="543959" y="179871"/>
                      <a:pt x="543959" y="179871"/>
                    </a:cubicBezTo>
                    <a:lnTo>
                      <a:pt x="544666" y="177987"/>
                    </a:lnTo>
                    <a:lnTo>
                      <a:pt x="546551" y="174354"/>
                    </a:lnTo>
                    <a:lnTo>
                      <a:pt x="548435" y="171024"/>
                    </a:lnTo>
                    <a:lnTo>
                      <a:pt x="548873" y="168266"/>
                    </a:lnTo>
                    <a:lnTo>
                      <a:pt x="546853" y="164801"/>
                    </a:lnTo>
                    <a:lnTo>
                      <a:pt x="543387" y="163051"/>
                    </a:lnTo>
                    <a:lnTo>
                      <a:pt x="541502" y="161908"/>
                    </a:lnTo>
                    <a:lnTo>
                      <a:pt x="538036" y="161605"/>
                    </a:lnTo>
                    <a:lnTo>
                      <a:pt x="536892" y="158712"/>
                    </a:lnTo>
                    <a:lnTo>
                      <a:pt x="538541" y="156021"/>
                    </a:lnTo>
                    <a:lnTo>
                      <a:pt x="541435" y="153498"/>
                    </a:lnTo>
                    <a:lnTo>
                      <a:pt x="545272" y="150975"/>
                    </a:lnTo>
                    <a:lnTo>
                      <a:pt x="547224" y="147712"/>
                    </a:lnTo>
                    <a:lnTo>
                      <a:pt x="548637" y="143339"/>
                    </a:lnTo>
                    <a:cubicBezTo>
                      <a:pt x="548637" y="143339"/>
                      <a:pt x="549613" y="141858"/>
                      <a:pt x="549613" y="141757"/>
                    </a:cubicBezTo>
                    <a:cubicBezTo>
                      <a:pt x="549613" y="141657"/>
                      <a:pt x="550320" y="140378"/>
                      <a:pt x="550421" y="140345"/>
                    </a:cubicBezTo>
                    <a:cubicBezTo>
                      <a:pt x="550522" y="140311"/>
                      <a:pt x="551935" y="138091"/>
                      <a:pt x="552104" y="137822"/>
                    </a:cubicBezTo>
                    <a:cubicBezTo>
                      <a:pt x="552305" y="137519"/>
                      <a:pt x="552911" y="136745"/>
                      <a:pt x="553046" y="136510"/>
                    </a:cubicBezTo>
                    <a:cubicBezTo>
                      <a:pt x="553180" y="136274"/>
                      <a:pt x="553484" y="135400"/>
                      <a:pt x="553484" y="135400"/>
                    </a:cubicBezTo>
                    <a:lnTo>
                      <a:pt x="553080" y="134088"/>
                    </a:lnTo>
                    <a:cubicBezTo>
                      <a:pt x="553080" y="134088"/>
                      <a:pt x="551599" y="132944"/>
                      <a:pt x="551161" y="132910"/>
                    </a:cubicBezTo>
                    <a:cubicBezTo>
                      <a:pt x="550724" y="132877"/>
                      <a:pt x="549781" y="132473"/>
                      <a:pt x="549512" y="132473"/>
                    </a:cubicBezTo>
                    <a:cubicBezTo>
                      <a:pt x="549277" y="132473"/>
                      <a:pt x="547055" y="133146"/>
                      <a:pt x="547055" y="133146"/>
                    </a:cubicBezTo>
                    <a:cubicBezTo>
                      <a:pt x="547055" y="133146"/>
                      <a:pt x="546584" y="133583"/>
                      <a:pt x="546349" y="133684"/>
                    </a:cubicBezTo>
                    <a:cubicBezTo>
                      <a:pt x="546147" y="133785"/>
                      <a:pt x="545675" y="134189"/>
                      <a:pt x="545440" y="134323"/>
                    </a:cubicBezTo>
                    <a:cubicBezTo>
                      <a:pt x="545204" y="134458"/>
                      <a:pt x="544127" y="134895"/>
                      <a:pt x="543488" y="135164"/>
                    </a:cubicBezTo>
                    <a:cubicBezTo>
                      <a:pt x="542849" y="135433"/>
                      <a:pt x="542209" y="135534"/>
                      <a:pt x="541132" y="135702"/>
                    </a:cubicBezTo>
                    <a:cubicBezTo>
                      <a:pt x="540055" y="135904"/>
                      <a:pt x="539988" y="134895"/>
                      <a:pt x="539988" y="134895"/>
                    </a:cubicBezTo>
                    <a:lnTo>
                      <a:pt x="538541" y="133785"/>
                    </a:lnTo>
                    <a:lnTo>
                      <a:pt x="537094" y="133146"/>
                    </a:lnTo>
                    <a:cubicBezTo>
                      <a:pt x="537094" y="133146"/>
                      <a:pt x="535748" y="131935"/>
                      <a:pt x="535613" y="131935"/>
                    </a:cubicBezTo>
                    <a:cubicBezTo>
                      <a:pt x="535478" y="131935"/>
                      <a:pt x="534469" y="131531"/>
                      <a:pt x="534368" y="131430"/>
                    </a:cubicBezTo>
                    <a:cubicBezTo>
                      <a:pt x="534300" y="131329"/>
                      <a:pt x="532921" y="129479"/>
                      <a:pt x="532921" y="129479"/>
                    </a:cubicBezTo>
                    <a:lnTo>
                      <a:pt x="532921" y="127662"/>
                    </a:lnTo>
                    <a:lnTo>
                      <a:pt x="533459" y="125207"/>
                    </a:lnTo>
                    <a:lnTo>
                      <a:pt x="534536" y="124130"/>
                    </a:lnTo>
                    <a:lnTo>
                      <a:pt x="534805" y="121876"/>
                    </a:lnTo>
                    <a:lnTo>
                      <a:pt x="533459" y="119892"/>
                    </a:lnTo>
                    <a:lnTo>
                      <a:pt x="532617" y="118916"/>
                    </a:lnTo>
                    <a:cubicBezTo>
                      <a:pt x="532617" y="118916"/>
                      <a:pt x="531507" y="117739"/>
                      <a:pt x="531171" y="117604"/>
                    </a:cubicBezTo>
                    <a:cubicBezTo>
                      <a:pt x="530800" y="117470"/>
                      <a:pt x="530430" y="117604"/>
                      <a:pt x="530228" y="117604"/>
                    </a:cubicBezTo>
                    <a:cubicBezTo>
                      <a:pt x="530026" y="117604"/>
                      <a:pt x="528646" y="118176"/>
                      <a:pt x="528142" y="118243"/>
                    </a:cubicBezTo>
                    <a:cubicBezTo>
                      <a:pt x="527637" y="118311"/>
                      <a:pt x="526627" y="118311"/>
                      <a:pt x="525315" y="118311"/>
                    </a:cubicBezTo>
                    <a:cubicBezTo>
                      <a:pt x="524002" y="118311"/>
                      <a:pt x="522487" y="116494"/>
                      <a:pt x="522690" y="116292"/>
                    </a:cubicBezTo>
                    <a:cubicBezTo>
                      <a:pt x="522891" y="116090"/>
                      <a:pt x="522690" y="114274"/>
                      <a:pt x="522690" y="114274"/>
                    </a:cubicBezTo>
                    <a:lnTo>
                      <a:pt x="522252" y="111953"/>
                    </a:lnTo>
                    <a:lnTo>
                      <a:pt x="519358" y="108622"/>
                    </a:lnTo>
                    <a:lnTo>
                      <a:pt x="518651" y="105528"/>
                    </a:lnTo>
                    <a:cubicBezTo>
                      <a:pt x="518651" y="105528"/>
                      <a:pt x="515117" y="101625"/>
                      <a:pt x="515185" y="101121"/>
                    </a:cubicBezTo>
                    <a:cubicBezTo>
                      <a:pt x="515252" y="100616"/>
                      <a:pt x="516430" y="99102"/>
                      <a:pt x="516766" y="98531"/>
                    </a:cubicBezTo>
                    <a:cubicBezTo>
                      <a:pt x="517136" y="97959"/>
                      <a:pt x="519391" y="93014"/>
                      <a:pt x="519391" y="93014"/>
                    </a:cubicBezTo>
                    <a:lnTo>
                      <a:pt x="518684" y="91130"/>
                    </a:lnTo>
                    <a:cubicBezTo>
                      <a:pt x="518684" y="91130"/>
                      <a:pt x="516598" y="88001"/>
                      <a:pt x="516160" y="87429"/>
                    </a:cubicBezTo>
                    <a:cubicBezTo>
                      <a:pt x="515723" y="86858"/>
                      <a:pt x="513333" y="86353"/>
                      <a:pt x="513333" y="86353"/>
                    </a:cubicBezTo>
                    <a:cubicBezTo>
                      <a:pt x="513333" y="86353"/>
                      <a:pt x="511146" y="87732"/>
                      <a:pt x="510372" y="87799"/>
                    </a:cubicBezTo>
                    <a:cubicBezTo>
                      <a:pt x="509564" y="87867"/>
                      <a:pt x="507680" y="88472"/>
                      <a:pt x="506367" y="88371"/>
                    </a:cubicBezTo>
                    <a:cubicBezTo>
                      <a:pt x="505055" y="88304"/>
                      <a:pt x="503102" y="85176"/>
                      <a:pt x="502598" y="84604"/>
                    </a:cubicBezTo>
                    <a:cubicBezTo>
                      <a:pt x="502093" y="84032"/>
                      <a:pt x="502362" y="82518"/>
                      <a:pt x="502362" y="82081"/>
                    </a:cubicBezTo>
                    <a:cubicBezTo>
                      <a:pt x="502362" y="81643"/>
                      <a:pt x="503002" y="78750"/>
                      <a:pt x="503002" y="78750"/>
                    </a:cubicBezTo>
                    <a:lnTo>
                      <a:pt x="503809" y="77237"/>
                    </a:lnTo>
                    <a:lnTo>
                      <a:pt x="503372" y="75656"/>
                    </a:lnTo>
                    <a:lnTo>
                      <a:pt x="503372" y="72191"/>
                    </a:lnTo>
                    <a:cubicBezTo>
                      <a:pt x="503372" y="72191"/>
                      <a:pt x="502429" y="70240"/>
                      <a:pt x="502160" y="70240"/>
                    </a:cubicBezTo>
                    <a:cubicBezTo>
                      <a:pt x="501891" y="70240"/>
                      <a:pt x="498525" y="69735"/>
                      <a:pt x="498525" y="69735"/>
                    </a:cubicBezTo>
                    <a:lnTo>
                      <a:pt x="494117" y="70172"/>
                    </a:lnTo>
                    <a:lnTo>
                      <a:pt x="491492" y="69365"/>
                    </a:lnTo>
                    <a:cubicBezTo>
                      <a:pt x="491492" y="69365"/>
                      <a:pt x="489102" y="65160"/>
                      <a:pt x="488968" y="64790"/>
                    </a:cubicBezTo>
                    <a:cubicBezTo>
                      <a:pt x="488833" y="64420"/>
                      <a:pt x="489035" y="61392"/>
                      <a:pt x="489035" y="61392"/>
                    </a:cubicBezTo>
                    <a:cubicBezTo>
                      <a:pt x="489035" y="61392"/>
                      <a:pt x="489540" y="56481"/>
                      <a:pt x="489540" y="56111"/>
                    </a:cubicBezTo>
                    <a:cubicBezTo>
                      <a:pt x="489540" y="55741"/>
                      <a:pt x="490112" y="51839"/>
                      <a:pt x="490112" y="51839"/>
                    </a:cubicBezTo>
                    <a:lnTo>
                      <a:pt x="490549" y="49955"/>
                    </a:lnTo>
                    <a:lnTo>
                      <a:pt x="491997" y="44808"/>
                    </a:lnTo>
                    <a:cubicBezTo>
                      <a:pt x="491997" y="44808"/>
                      <a:pt x="492568" y="43227"/>
                      <a:pt x="492636" y="42992"/>
                    </a:cubicBezTo>
                    <a:cubicBezTo>
                      <a:pt x="492703" y="42756"/>
                      <a:pt x="493343" y="40166"/>
                      <a:pt x="493343" y="40166"/>
                    </a:cubicBezTo>
                    <a:cubicBezTo>
                      <a:pt x="493343" y="40166"/>
                      <a:pt x="495093" y="39157"/>
                      <a:pt x="495362" y="38787"/>
                    </a:cubicBezTo>
                    <a:cubicBezTo>
                      <a:pt x="495665" y="38417"/>
                      <a:pt x="497751" y="37037"/>
                      <a:pt x="497751" y="37037"/>
                    </a:cubicBezTo>
                    <a:lnTo>
                      <a:pt x="499131" y="34649"/>
                    </a:lnTo>
                    <a:lnTo>
                      <a:pt x="497886" y="31621"/>
                    </a:lnTo>
                    <a:lnTo>
                      <a:pt x="495362" y="28358"/>
                    </a:lnTo>
                    <a:lnTo>
                      <a:pt x="492905" y="28056"/>
                    </a:lnTo>
                    <a:lnTo>
                      <a:pt x="489338" y="28796"/>
                    </a:lnTo>
                    <a:lnTo>
                      <a:pt x="485501" y="31117"/>
                    </a:lnTo>
                    <a:lnTo>
                      <a:pt x="483213" y="32328"/>
                    </a:lnTo>
                    <a:cubicBezTo>
                      <a:pt x="483213" y="32328"/>
                      <a:pt x="482338" y="33572"/>
                      <a:pt x="482068" y="33673"/>
                    </a:cubicBezTo>
                    <a:cubicBezTo>
                      <a:pt x="481799" y="33774"/>
                      <a:pt x="479174" y="36499"/>
                      <a:pt x="479174" y="36499"/>
                    </a:cubicBezTo>
                    <a:cubicBezTo>
                      <a:pt x="479174" y="36499"/>
                      <a:pt x="477491" y="38517"/>
                      <a:pt x="477458" y="38719"/>
                    </a:cubicBezTo>
                    <a:cubicBezTo>
                      <a:pt x="477391" y="38921"/>
                      <a:pt x="474732" y="41040"/>
                      <a:pt x="474732" y="41040"/>
                    </a:cubicBezTo>
                    <a:lnTo>
                      <a:pt x="471299" y="42992"/>
                    </a:lnTo>
                    <a:cubicBezTo>
                      <a:pt x="471299" y="42992"/>
                      <a:pt x="469953" y="43362"/>
                      <a:pt x="469616" y="43631"/>
                    </a:cubicBezTo>
                    <a:cubicBezTo>
                      <a:pt x="469280" y="43900"/>
                      <a:pt x="469280" y="44606"/>
                      <a:pt x="469246" y="44943"/>
                    </a:cubicBezTo>
                    <a:cubicBezTo>
                      <a:pt x="469179" y="45279"/>
                      <a:pt x="470155" y="46389"/>
                      <a:pt x="470660" y="46726"/>
                    </a:cubicBezTo>
                    <a:cubicBezTo>
                      <a:pt x="471164" y="47062"/>
                      <a:pt x="471299" y="48071"/>
                      <a:pt x="471299" y="48071"/>
                    </a:cubicBezTo>
                    <a:lnTo>
                      <a:pt x="470861" y="49753"/>
                    </a:lnTo>
                    <a:cubicBezTo>
                      <a:pt x="470861" y="49753"/>
                      <a:pt x="469280" y="51267"/>
                      <a:pt x="469111" y="51334"/>
                    </a:cubicBezTo>
                    <a:cubicBezTo>
                      <a:pt x="468943" y="51401"/>
                      <a:pt x="468304" y="53252"/>
                      <a:pt x="468304" y="53622"/>
                    </a:cubicBezTo>
                    <a:cubicBezTo>
                      <a:pt x="468304" y="53992"/>
                      <a:pt x="467530" y="55741"/>
                      <a:pt x="467530" y="56010"/>
                    </a:cubicBezTo>
                    <a:cubicBezTo>
                      <a:pt x="467530" y="56279"/>
                      <a:pt x="466991" y="57793"/>
                      <a:pt x="466991" y="57793"/>
                    </a:cubicBezTo>
                    <a:cubicBezTo>
                      <a:pt x="466991" y="57793"/>
                      <a:pt x="465578" y="59980"/>
                      <a:pt x="465510" y="60181"/>
                    </a:cubicBezTo>
                    <a:cubicBezTo>
                      <a:pt x="465477" y="60417"/>
                      <a:pt x="464265" y="62637"/>
                      <a:pt x="464265" y="62637"/>
                    </a:cubicBezTo>
                    <a:cubicBezTo>
                      <a:pt x="464265" y="62637"/>
                      <a:pt x="463390" y="66808"/>
                      <a:pt x="462515" y="67145"/>
                    </a:cubicBezTo>
                    <a:cubicBezTo>
                      <a:pt x="461640" y="67481"/>
                      <a:pt x="460462" y="67044"/>
                      <a:pt x="458813" y="66707"/>
                    </a:cubicBezTo>
                    <a:cubicBezTo>
                      <a:pt x="457198" y="66371"/>
                      <a:pt x="457198" y="67044"/>
                      <a:pt x="456087" y="66506"/>
                    </a:cubicBezTo>
                    <a:cubicBezTo>
                      <a:pt x="455010" y="65967"/>
                      <a:pt x="454774" y="66506"/>
                      <a:pt x="454337" y="66169"/>
                    </a:cubicBezTo>
                    <a:cubicBezTo>
                      <a:pt x="453899" y="65833"/>
                      <a:pt x="451948" y="62906"/>
                      <a:pt x="451948" y="62906"/>
                    </a:cubicBezTo>
                    <a:lnTo>
                      <a:pt x="453159" y="61931"/>
                    </a:lnTo>
                    <a:lnTo>
                      <a:pt x="453799" y="59105"/>
                    </a:lnTo>
                    <a:lnTo>
                      <a:pt x="453159" y="55842"/>
                    </a:lnTo>
                    <a:cubicBezTo>
                      <a:pt x="453159" y="55842"/>
                      <a:pt x="451948" y="54967"/>
                      <a:pt x="451544" y="54429"/>
                    </a:cubicBezTo>
                    <a:cubicBezTo>
                      <a:pt x="451106" y="53891"/>
                      <a:pt x="451005" y="52242"/>
                      <a:pt x="451005" y="51603"/>
                    </a:cubicBezTo>
                    <a:cubicBezTo>
                      <a:pt x="451005" y="50964"/>
                      <a:pt x="451645" y="50089"/>
                      <a:pt x="451645" y="50089"/>
                    </a:cubicBezTo>
                    <a:lnTo>
                      <a:pt x="453159" y="46490"/>
                    </a:lnTo>
                    <a:cubicBezTo>
                      <a:pt x="453159" y="46490"/>
                      <a:pt x="452520" y="43664"/>
                      <a:pt x="452385" y="43328"/>
                    </a:cubicBezTo>
                    <a:cubicBezTo>
                      <a:pt x="452284" y="42992"/>
                      <a:pt x="450770" y="41040"/>
                      <a:pt x="450770" y="41040"/>
                    </a:cubicBezTo>
                    <a:lnTo>
                      <a:pt x="447943" y="41242"/>
                    </a:lnTo>
                    <a:lnTo>
                      <a:pt x="445015" y="38753"/>
                    </a:lnTo>
                    <a:lnTo>
                      <a:pt x="442827" y="35591"/>
                    </a:lnTo>
                    <a:lnTo>
                      <a:pt x="442188" y="33539"/>
                    </a:lnTo>
                    <a:lnTo>
                      <a:pt x="440875" y="29738"/>
                    </a:lnTo>
                    <a:lnTo>
                      <a:pt x="439260" y="29637"/>
                    </a:lnTo>
                    <a:cubicBezTo>
                      <a:pt x="439260" y="29637"/>
                      <a:pt x="434683" y="28997"/>
                      <a:pt x="434380" y="28762"/>
                    </a:cubicBezTo>
                    <a:cubicBezTo>
                      <a:pt x="434043" y="28526"/>
                      <a:pt x="433404" y="27349"/>
                      <a:pt x="433404" y="27349"/>
                    </a:cubicBezTo>
                    <a:lnTo>
                      <a:pt x="432865" y="26071"/>
                    </a:lnTo>
                    <a:lnTo>
                      <a:pt x="431890" y="26071"/>
                    </a:lnTo>
                    <a:lnTo>
                      <a:pt x="429399" y="25802"/>
                    </a:lnTo>
                    <a:lnTo>
                      <a:pt x="426909" y="24321"/>
                    </a:lnTo>
                    <a:lnTo>
                      <a:pt x="424418" y="22135"/>
                    </a:lnTo>
                    <a:lnTo>
                      <a:pt x="422130" y="21361"/>
                    </a:lnTo>
                    <a:lnTo>
                      <a:pt x="418865" y="22337"/>
                    </a:lnTo>
                    <a:lnTo>
                      <a:pt x="415029" y="20789"/>
                    </a:lnTo>
                    <a:lnTo>
                      <a:pt x="413245" y="20352"/>
                    </a:lnTo>
                    <a:cubicBezTo>
                      <a:pt x="413245" y="20352"/>
                      <a:pt x="409307" y="18065"/>
                      <a:pt x="409173" y="17997"/>
                    </a:cubicBezTo>
                    <a:cubicBezTo>
                      <a:pt x="409072" y="17930"/>
                      <a:pt x="407591" y="16551"/>
                      <a:pt x="407153" y="16181"/>
                    </a:cubicBezTo>
                    <a:cubicBezTo>
                      <a:pt x="406716" y="15811"/>
                      <a:pt x="406211" y="16113"/>
                      <a:pt x="405740" y="15945"/>
                    </a:cubicBezTo>
                    <a:cubicBezTo>
                      <a:pt x="405269" y="15811"/>
                      <a:pt x="403620" y="15777"/>
                      <a:pt x="403350" y="15710"/>
                    </a:cubicBezTo>
                    <a:cubicBezTo>
                      <a:pt x="403115" y="15643"/>
                      <a:pt x="402172" y="14431"/>
                      <a:pt x="402139" y="14331"/>
                    </a:cubicBezTo>
                    <a:cubicBezTo>
                      <a:pt x="402105" y="14230"/>
                      <a:pt x="402475" y="12985"/>
                      <a:pt x="402475" y="12985"/>
                    </a:cubicBezTo>
                    <a:lnTo>
                      <a:pt x="402475" y="11404"/>
                    </a:lnTo>
                    <a:cubicBezTo>
                      <a:pt x="402475" y="11404"/>
                      <a:pt x="400018" y="9890"/>
                      <a:pt x="399918" y="9789"/>
                    </a:cubicBezTo>
                    <a:cubicBezTo>
                      <a:pt x="399817" y="9688"/>
                      <a:pt x="397965" y="7737"/>
                      <a:pt x="397965" y="7737"/>
                    </a:cubicBezTo>
                    <a:lnTo>
                      <a:pt x="397225" y="6089"/>
                    </a:lnTo>
                    <a:lnTo>
                      <a:pt x="397225" y="4541"/>
                    </a:lnTo>
                    <a:lnTo>
                      <a:pt x="396316" y="2355"/>
                    </a:lnTo>
                    <a:lnTo>
                      <a:pt x="394634" y="0"/>
                    </a:lnTo>
                    <a:lnTo>
                      <a:pt x="391840" y="0"/>
                    </a:lnTo>
                    <a:lnTo>
                      <a:pt x="389821" y="807"/>
                    </a:lnTo>
                    <a:lnTo>
                      <a:pt x="388475" y="2288"/>
                    </a:lnTo>
                    <a:cubicBezTo>
                      <a:pt x="388475" y="2288"/>
                      <a:pt x="389148" y="3633"/>
                      <a:pt x="389215" y="3734"/>
                    </a:cubicBezTo>
                    <a:cubicBezTo>
                      <a:pt x="389283" y="3835"/>
                      <a:pt x="389788" y="6257"/>
                      <a:pt x="389788" y="6257"/>
                    </a:cubicBezTo>
                    <a:lnTo>
                      <a:pt x="389518" y="8982"/>
                    </a:lnTo>
                    <a:cubicBezTo>
                      <a:pt x="389518" y="8982"/>
                      <a:pt x="387264" y="9688"/>
                      <a:pt x="386927" y="9688"/>
                    </a:cubicBezTo>
                    <a:cubicBezTo>
                      <a:pt x="386590" y="9688"/>
                      <a:pt x="384302" y="11875"/>
                      <a:pt x="384302" y="11875"/>
                    </a:cubicBezTo>
                    <a:lnTo>
                      <a:pt x="383864" y="12951"/>
                    </a:lnTo>
                    <a:cubicBezTo>
                      <a:pt x="383864" y="12951"/>
                      <a:pt x="384672" y="14835"/>
                      <a:pt x="384807" y="15037"/>
                    </a:cubicBezTo>
                    <a:cubicBezTo>
                      <a:pt x="384941" y="15272"/>
                      <a:pt x="385682" y="17224"/>
                      <a:pt x="385682" y="17224"/>
                    </a:cubicBezTo>
                    <a:lnTo>
                      <a:pt x="385985" y="20857"/>
                    </a:lnTo>
                    <a:lnTo>
                      <a:pt x="386422" y="23615"/>
                    </a:lnTo>
                    <a:lnTo>
                      <a:pt x="389518" y="25566"/>
                    </a:lnTo>
                    <a:lnTo>
                      <a:pt x="387835" y="29334"/>
                    </a:lnTo>
                    <a:lnTo>
                      <a:pt x="383191" y="31083"/>
                    </a:lnTo>
                    <a:lnTo>
                      <a:pt x="383057" y="33976"/>
                    </a:lnTo>
                    <a:lnTo>
                      <a:pt x="383258" y="39123"/>
                    </a:lnTo>
                    <a:lnTo>
                      <a:pt x="383258" y="41747"/>
                    </a:lnTo>
                    <a:lnTo>
                      <a:pt x="383258" y="44337"/>
                    </a:lnTo>
                    <a:cubicBezTo>
                      <a:pt x="383258" y="44337"/>
                      <a:pt x="383258" y="47802"/>
                      <a:pt x="383258" y="48105"/>
                    </a:cubicBezTo>
                    <a:cubicBezTo>
                      <a:pt x="383258" y="48407"/>
                      <a:pt x="383528" y="51872"/>
                      <a:pt x="383595" y="52512"/>
                    </a:cubicBezTo>
                    <a:cubicBezTo>
                      <a:pt x="383662" y="53151"/>
                      <a:pt x="382182" y="55842"/>
                      <a:pt x="382182" y="55842"/>
                    </a:cubicBezTo>
                    <a:cubicBezTo>
                      <a:pt x="382182" y="55842"/>
                      <a:pt x="381104" y="57591"/>
                      <a:pt x="380869" y="57625"/>
                    </a:cubicBezTo>
                    <a:cubicBezTo>
                      <a:pt x="380667" y="57658"/>
                      <a:pt x="379422" y="59105"/>
                      <a:pt x="378917" y="59239"/>
                    </a:cubicBezTo>
                    <a:cubicBezTo>
                      <a:pt x="378412" y="59374"/>
                      <a:pt x="375787" y="60181"/>
                      <a:pt x="375787" y="60181"/>
                    </a:cubicBezTo>
                    <a:cubicBezTo>
                      <a:pt x="375787" y="60181"/>
                      <a:pt x="374710" y="58230"/>
                      <a:pt x="374475" y="58163"/>
                    </a:cubicBezTo>
                    <a:cubicBezTo>
                      <a:pt x="374273" y="58096"/>
                      <a:pt x="370133" y="57524"/>
                      <a:pt x="369898" y="57658"/>
                    </a:cubicBezTo>
                    <a:cubicBezTo>
                      <a:pt x="369662" y="57793"/>
                      <a:pt x="368148" y="57658"/>
                      <a:pt x="368148" y="57658"/>
                    </a:cubicBezTo>
                    <a:lnTo>
                      <a:pt x="362056" y="59038"/>
                    </a:lnTo>
                    <a:lnTo>
                      <a:pt x="357647" y="60854"/>
                    </a:lnTo>
                    <a:lnTo>
                      <a:pt x="351926" y="63478"/>
                    </a:lnTo>
                    <a:cubicBezTo>
                      <a:pt x="351926" y="63478"/>
                      <a:pt x="351926" y="64790"/>
                      <a:pt x="351926" y="65059"/>
                    </a:cubicBezTo>
                    <a:cubicBezTo>
                      <a:pt x="351926" y="65362"/>
                      <a:pt x="350008" y="67448"/>
                      <a:pt x="349570" y="68019"/>
                    </a:cubicBezTo>
                    <a:cubicBezTo>
                      <a:pt x="349133" y="68591"/>
                      <a:pt x="348224" y="71282"/>
                      <a:pt x="347282" y="71989"/>
                    </a:cubicBezTo>
                    <a:cubicBezTo>
                      <a:pt x="346339" y="72729"/>
                      <a:pt x="346710" y="73873"/>
                      <a:pt x="346777" y="74310"/>
                    </a:cubicBezTo>
                    <a:cubicBezTo>
                      <a:pt x="346844" y="74747"/>
                      <a:pt x="347417" y="75487"/>
                      <a:pt x="347652" y="75824"/>
                    </a:cubicBezTo>
                    <a:cubicBezTo>
                      <a:pt x="347854" y="76194"/>
                      <a:pt x="349099" y="77708"/>
                      <a:pt x="349099" y="77708"/>
                    </a:cubicBezTo>
                    <a:lnTo>
                      <a:pt x="349671" y="79087"/>
                    </a:lnTo>
                    <a:lnTo>
                      <a:pt x="352128" y="81610"/>
                    </a:lnTo>
                    <a:lnTo>
                      <a:pt x="353138" y="82754"/>
                    </a:lnTo>
                    <a:cubicBezTo>
                      <a:pt x="353138" y="82754"/>
                      <a:pt x="352633" y="85949"/>
                      <a:pt x="352263" y="86286"/>
                    </a:cubicBezTo>
                    <a:cubicBezTo>
                      <a:pt x="351893" y="86656"/>
                      <a:pt x="348998" y="86286"/>
                      <a:pt x="348998" y="86286"/>
                    </a:cubicBezTo>
                    <a:lnTo>
                      <a:pt x="346609" y="86588"/>
                    </a:lnTo>
                    <a:cubicBezTo>
                      <a:pt x="346609" y="86588"/>
                      <a:pt x="345532" y="87968"/>
                      <a:pt x="345296" y="88170"/>
                    </a:cubicBezTo>
                    <a:cubicBezTo>
                      <a:pt x="345094" y="88405"/>
                      <a:pt x="344354" y="90928"/>
                      <a:pt x="344354" y="90928"/>
                    </a:cubicBezTo>
                    <a:lnTo>
                      <a:pt x="342402" y="91735"/>
                    </a:lnTo>
                    <a:lnTo>
                      <a:pt x="340585" y="92105"/>
                    </a:lnTo>
                    <a:cubicBezTo>
                      <a:pt x="340585" y="92105"/>
                      <a:pt x="338700" y="92105"/>
                      <a:pt x="338128" y="92105"/>
                    </a:cubicBezTo>
                    <a:cubicBezTo>
                      <a:pt x="337556" y="92105"/>
                      <a:pt x="336815" y="91836"/>
                      <a:pt x="335806" y="91836"/>
                    </a:cubicBezTo>
                    <a:cubicBezTo>
                      <a:pt x="334796" y="91836"/>
                      <a:pt x="333719" y="91365"/>
                      <a:pt x="332979" y="91433"/>
                    </a:cubicBezTo>
                    <a:cubicBezTo>
                      <a:pt x="332238" y="91500"/>
                      <a:pt x="329411" y="91433"/>
                      <a:pt x="329209" y="91500"/>
                    </a:cubicBezTo>
                    <a:cubicBezTo>
                      <a:pt x="329007" y="91567"/>
                      <a:pt x="327762" y="92307"/>
                      <a:pt x="327560" y="92307"/>
                    </a:cubicBezTo>
                    <a:cubicBezTo>
                      <a:pt x="327325" y="92307"/>
                      <a:pt x="326382" y="93182"/>
                      <a:pt x="325911" y="93316"/>
                    </a:cubicBezTo>
                    <a:cubicBezTo>
                      <a:pt x="325440" y="93451"/>
                      <a:pt x="325104" y="94763"/>
                      <a:pt x="325104" y="94763"/>
                    </a:cubicBezTo>
                    <a:cubicBezTo>
                      <a:pt x="325104" y="94763"/>
                      <a:pt x="325608" y="96209"/>
                      <a:pt x="325810" y="96445"/>
                    </a:cubicBezTo>
                    <a:cubicBezTo>
                      <a:pt x="326012" y="96647"/>
                      <a:pt x="325810" y="99136"/>
                      <a:pt x="325810" y="99405"/>
                    </a:cubicBezTo>
                    <a:cubicBezTo>
                      <a:pt x="325810" y="99708"/>
                      <a:pt x="325003" y="100112"/>
                      <a:pt x="323791" y="100213"/>
                    </a:cubicBezTo>
                    <a:cubicBezTo>
                      <a:pt x="322546" y="100280"/>
                      <a:pt x="322209" y="100347"/>
                      <a:pt x="321906" y="100347"/>
                    </a:cubicBezTo>
                    <a:cubicBezTo>
                      <a:pt x="321603" y="100347"/>
                      <a:pt x="319584" y="99472"/>
                      <a:pt x="319012" y="99170"/>
                    </a:cubicBezTo>
                    <a:cubicBezTo>
                      <a:pt x="318440" y="98867"/>
                      <a:pt x="319382" y="97790"/>
                      <a:pt x="319517" y="97353"/>
                    </a:cubicBezTo>
                    <a:cubicBezTo>
                      <a:pt x="319652" y="96916"/>
                      <a:pt x="320022" y="96209"/>
                      <a:pt x="320022" y="96209"/>
                    </a:cubicBezTo>
                    <a:lnTo>
                      <a:pt x="317329" y="93249"/>
                    </a:lnTo>
                    <a:lnTo>
                      <a:pt x="315949" y="92105"/>
                    </a:lnTo>
                    <a:lnTo>
                      <a:pt x="313122" y="92038"/>
                    </a:lnTo>
                    <a:lnTo>
                      <a:pt x="310363" y="92475"/>
                    </a:lnTo>
                    <a:lnTo>
                      <a:pt x="306391" y="93552"/>
                    </a:lnTo>
                    <a:lnTo>
                      <a:pt x="305752" y="93047"/>
                    </a:lnTo>
                    <a:lnTo>
                      <a:pt x="302555" y="91870"/>
                    </a:lnTo>
                    <a:lnTo>
                      <a:pt x="300805" y="90995"/>
                    </a:lnTo>
                    <a:cubicBezTo>
                      <a:pt x="300805" y="90995"/>
                      <a:pt x="298415" y="89616"/>
                      <a:pt x="298213" y="89616"/>
                    </a:cubicBezTo>
                    <a:cubicBezTo>
                      <a:pt x="298011" y="89616"/>
                      <a:pt x="297339" y="89751"/>
                      <a:pt x="297035" y="89919"/>
                    </a:cubicBezTo>
                    <a:cubicBezTo>
                      <a:pt x="296733" y="90053"/>
                      <a:pt x="294848" y="90491"/>
                      <a:pt x="294276" y="90793"/>
                    </a:cubicBezTo>
                    <a:cubicBezTo>
                      <a:pt x="293704" y="91096"/>
                      <a:pt x="292391" y="90861"/>
                      <a:pt x="292391" y="90861"/>
                    </a:cubicBezTo>
                    <a:lnTo>
                      <a:pt x="288487" y="89212"/>
                    </a:lnTo>
                    <a:cubicBezTo>
                      <a:pt x="288487" y="89212"/>
                      <a:pt x="287343" y="88708"/>
                      <a:pt x="287175" y="88640"/>
                    </a:cubicBezTo>
                    <a:cubicBezTo>
                      <a:pt x="287040" y="88573"/>
                      <a:pt x="286670" y="88640"/>
                      <a:pt x="286670" y="88640"/>
                    </a:cubicBezTo>
                    <a:cubicBezTo>
                      <a:pt x="286670" y="88640"/>
                      <a:pt x="283641" y="88640"/>
                      <a:pt x="283406" y="88640"/>
                    </a:cubicBezTo>
                    <a:cubicBezTo>
                      <a:pt x="283170" y="88640"/>
                      <a:pt x="282026" y="88910"/>
                      <a:pt x="282026" y="88910"/>
                    </a:cubicBezTo>
                    <a:cubicBezTo>
                      <a:pt x="282026" y="88910"/>
                      <a:pt x="280713" y="90020"/>
                      <a:pt x="280511" y="90121"/>
                    </a:cubicBezTo>
                    <a:cubicBezTo>
                      <a:pt x="280309" y="90188"/>
                      <a:pt x="278862" y="91298"/>
                      <a:pt x="278862" y="91298"/>
                    </a:cubicBezTo>
                    <a:cubicBezTo>
                      <a:pt x="278862" y="91298"/>
                      <a:pt x="278862" y="92677"/>
                      <a:pt x="278862" y="92946"/>
                    </a:cubicBezTo>
                    <a:cubicBezTo>
                      <a:pt x="278862" y="93249"/>
                      <a:pt x="280141" y="94258"/>
                      <a:pt x="280141" y="94763"/>
                    </a:cubicBezTo>
                    <a:cubicBezTo>
                      <a:pt x="280141" y="95267"/>
                      <a:pt x="282295" y="95638"/>
                      <a:pt x="282497" y="95705"/>
                    </a:cubicBezTo>
                    <a:cubicBezTo>
                      <a:pt x="282698" y="95772"/>
                      <a:pt x="284449" y="95940"/>
                      <a:pt x="285055" y="95940"/>
                    </a:cubicBezTo>
                    <a:cubicBezTo>
                      <a:pt x="285626" y="95940"/>
                      <a:pt x="287377" y="95873"/>
                      <a:pt x="287377" y="95873"/>
                    </a:cubicBezTo>
                    <a:lnTo>
                      <a:pt x="289329" y="94797"/>
                    </a:lnTo>
                    <a:lnTo>
                      <a:pt x="289329" y="98261"/>
                    </a:lnTo>
                    <a:lnTo>
                      <a:pt x="289329" y="101524"/>
                    </a:lnTo>
                    <a:lnTo>
                      <a:pt x="286064" y="103778"/>
                    </a:lnTo>
                    <a:cubicBezTo>
                      <a:pt x="286064" y="103778"/>
                      <a:pt x="284112" y="107815"/>
                      <a:pt x="284112" y="108118"/>
                    </a:cubicBezTo>
                    <a:cubicBezTo>
                      <a:pt x="284112" y="108421"/>
                      <a:pt x="281790" y="109699"/>
                      <a:pt x="280478" y="109867"/>
                    </a:cubicBezTo>
                    <a:cubicBezTo>
                      <a:pt x="279165" y="110002"/>
                      <a:pt x="276338" y="108992"/>
                      <a:pt x="276338" y="108992"/>
                    </a:cubicBezTo>
                    <a:lnTo>
                      <a:pt x="272198" y="108051"/>
                    </a:lnTo>
                    <a:lnTo>
                      <a:pt x="267554" y="107613"/>
                    </a:lnTo>
                    <a:lnTo>
                      <a:pt x="262977" y="107546"/>
                    </a:lnTo>
                    <a:cubicBezTo>
                      <a:pt x="262977" y="107546"/>
                      <a:pt x="259073" y="106974"/>
                      <a:pt x="258770" y="107243"/>
                    </a:cubicBezTo>
                    <a:cubicBezTo>
                      <a:pt x="258501" y="107546"/>
                      <a:pt x="256078" y="107243"/>
                      <a:pt x="256078" y="107243"/>
                    </a:cubicBezTo>
                    <a:lnTo>
                      <a:pt x="251064" y="107546"/>
                    </a:lnTo>
                    <a:lnTo>
                      <a:pt x="249313" y="108421"/>
                    </a:lnTo>
                    <a:lnTo>
                      <a:pt x="247631" y="111011"/>
                    </a:lnTo>
                    <a:cubicBezTo>
                      <a:pt x="247631" y="111011"/>
                      <a:pt x="246251" y="113265"/>
                      <a:pt x="246116" y="113534"/>
                    </a:cubicBezTo>
                    <a:cubicBezTo>
                      <a:pt x="245982" y="113837"/>
                      <a:pt x="244501" y="116360"/>
                      <a:pt x="244501" y="116360"/>
                    </a:cubicBezTo>
                    <a:lnTo>
                      <a:pt x="243996" y="122583"/>
                    </a:lnTo>
                    <a:cubicBezTo>
                      <a:pt x="243996" y="122583"/>
                      <a:pt x="243996" y="124332"/>
                      <a:pt x="243996" y="124601"/>
                    </a:cubicBezTo>
                    <a:cubicBezTo>
                      <a:pt x="243996" y="124904"/>
                      <a:pt x="242246" y="127360"/>
                      <a:pt x="242044" y="127999"/>
                    </a:cubicBezTo>
                    <a:cubicBezTo>
                      <a:pt x="241809" y="128638"/>
                      <a:pt x="239890" y="130017"/>
                      <a:pt x="239520" y="130387"/>
                    </a:cubicBezTo>
                    <a:cubicBezTo>
                      <a:pt x="239150" y="130757"/>
                      <a:pt x="237938" y="130387"/>
                      <a:pt x="237938" y="130387"/>
                    </a:cubicBezTo>
                    <a:lnTo>
                      <a:pt x="234472" y="130387"/>
                    </a:lnTo>
                    <a:lnTo>
                      <a:pt x="232520" y="130993"/>
                    </a:lnTo>
                    <a:lnTo>
                      <a:pt x="231645" y="133415"/>
                    </a:lnTo>
                    <a:lnTo>
                      <a:pt x="232082" y="135938"/>
                    </a:lnTo>
                    <a:cubicBezTo>
                      <a:pt x="232082" y="135938"/>
                      <a:pt x="229626" y="139840"/>
                      <a:pt x="229322" y="140008"/>
                    </a:cubicBezTo>
                    <a:cubicBezTo>
                      <a:pt x="229020" y="140143"/>
                      <a:pt x="226563" y="140210"/>
                      <a:pt x="225755" y="140075"/>
                    </a:cubicBezTo>
                    <a:cubicBezTo>
                      <a:pt x="224948" y="139941"/>
                      <a:pt x="223736" y="138999"/>
                      <a:pt x="223736" y="138999"/>
                    </a:cubicBezTo>
                    <a:lnTo>
                      <a:pt x="223164" y="136476"/>
                    </a:lnTo>
                    <a:lnTo>
                      <a:pt x="223164" y="133953"/>
                    </a:lnTo>
                    <a:cubicBezTo>
                      <a:pt x="223164" y="133953"/>
                      <a:pt x="220942" y="131800"/>
                      <a:pt x="220673" y="131800"/>
                    </a:cubicBezTo>
                    <a:cubicBezTo>
                      <a:pt x="220371" y="131800"/>
                      <a:pt x="219125" y="132305"/>
                      <a:pt x="219125" y="132305"/>
                    </a:cubicBezTo>
                    <a:lnTo>
                      <a:pt x="216870" y="135198"/>
                    </a:lnTo>
                    <a:lnTo>
                      <a:pt x="213606" y="137586"/>
                    </a:lnTo>
                    <a:cubicBezTo>
                      <a:pt x="213606" y="137586"/>
                      <a:pt x="210779" y="137082"/>
                      <a:pt x="210543" y="137149"/>
                    </a:cubicBezTo>
                    <a:cubicBezTo>
                      <a:pt x="210341" y="137216"/>
                      <a:pt x="204822" y="137653"/>
                      <a:pt x="204822" y="137653"/>
                    </a:cubicBezTo>
                    <a:lnTo>
                      <a:pt x="200817" y="140109"/>
                    </a:lnTo>
                    <a:lnTo>
                      <a:pt x="199000" y="142935"/>
                    </a:lnTo>
                    <a:lnTo>
                      <a:pt x="195971" y="146265"/>
                    </a:lnTo>
                    <a:lnTo>
                      <a:pt x="193211" y="150975"/>
                    </a:lnTo>
                    <a:lnTo>
                      <a:pt x="191629" y="153363"/>
                    </a:lnTo>
                    <a:lnTo>
                      <a:pt x="189004" y="156122"/>
                    </a:lnTo>
                    <a:lnTo>
                      <a:pt x="184158" y="160898"/>
                    </a:lnTo>
                    <a:lnTo>
                      <a:pt x="180759" y="164868"/>
                    </a:lnTo>
                    <a:lnTo>
                      <a:pt x="178807" y="167559"/>
                    </a:lnTo>
                    <a:cubicBezTo>
                      <a:pt x="178807" y="167559"/>
                      <a:pt x="175542" y="167929"/>
                      <a:pt x="175240" y="167929"/>
                    </a:cubicBezTo>
                    <a:cubicBezTo>
                      <a:pt x="174970" y="167929"/>
                      <a:pt x="173557" y="167795"/>
                      <a:pt x="173557" y="167795"/>
                    </a:cubicBezTo>
                    <a:lnTo>
                      <a:pt x="171369" y="165911"/>
                    </a:lnTo>
                    <a:lnTo>
                      <a:pt x="169114" y="165171"/>
                    </a:lnTo>
                    <a:lnTo>
                      <a:pt x="168307" y="165238"/>
                    </a:lnTo>
                    <a:lnTo>
                      <a:pt x="166792" y="167189"/>
                    </a:lnTo>
                    <a:lnTo>
                      <a:pt x="164470" y="167626"/>
                    </a:lnTo>
                    <a:lnTo>
                      <a:pt x="163090" y="166886"/>
                    </a:lnTo>
                    <a:lnTo>
                      <a:pt x="161273" y="166886"/>
                    </a:lnTo>
                    <a:lnTo>
                      <a:pt x="159960" y="168299"/>
                    </a:lnTo>
                    <a:lnTo>
                      <a:pt x="158311" y="169880"/>
                    </a:lnTo>
                    <a:lnTo>
                      <a:pt x="155181" y="172134"/>
                    </a:lnTo>
                    <a:lnTo>
                      <a:pt x="150840" y="172874"/>
                    </a:lnTo>
                    <a:lnTo>
                      <a:pt x="148383" y="173244"/>
                    </a:lnTo>
                    <a:lnTo>
                      <a:pt x="146801" y="175935"/>
                    </a:lnTo>
                    <a:lnTo>
                      <a:pt x="145489" y="177685"/>
                    </a:lnTo>
                    <a:cubicBezTo>
                      <a:pt x="145489" y="177685"/>
                      <a:pt x="144681" y="179266"/>
                      <a:pt x="144614" y="179703"/>
                    </a:cubicBezTo>
                    <a:cubicBezTo>
                      <a:pt x="144547" y="180140"/>
                      <a:pt x="143806" y="180510"/>
                      <a:pt x="143672" y="180948"/>
                    </a:cubicBezTo>
                    <a:cubicBezTo>
                      <a:pt x="143537" y="181385"/>
                      <a:pt x="142157" y="182024"/>
                      <a:pt x="141854" y="182024"/>
                    </a:cubicBezTo>
                    <a:cubicBezTo>
                      <a:pt x="141551" y="182024"/>
                      <a:pt x="139667" y="182831"/>
                      <a:pt x="139330" y="182966"/>
                    </a:cubicBezTo>
                    <a:cubicBezTo>
                      <a:pt x="138960" y="183101"/>
                      <a:pt x="137446" y="182831"/>
                      <a:pt x="137446" y="182831"/>
                    </a:cubicBezTo>
                    <a:lnTo>
                      <a:pt x="135763" y="182764"/>
                    </a:lnTo>
                    <a:lnTo>
                      <a:pt x="132869" y="184211"/>
                    </a:lnTo>
                    <a:cubicBezTo>
                      <a:pt x="132869" y="184211"/>
                      <a:pt x="132296" y="184783"/>
                      <a:pt x="132061" y="185018"/>
                    </a:cubicBezTo>
                    <a:cubicBezTo>
                      <a:pt x="131859" y="185253"/>
                      <a:pt x="131051" y="186767"/>
                      <a:pt x="131085" y="187339"/>
                    </a:cubicBezTo>
                    <a:cubicBezTo>
                      <a:pt x="131119" y="187911"/>
                      <a:pt x="130378" y="189088"/>
                      <a:pt x="130378" y="189088"/>
                    </a:cubicBezTo>
                    <a:lnTo>
                      <a:pt x="131051" y="192217"/>
                    </a:lnTo>
                    <a:cubicBezTo>
                      <a:pt x="131051" y="192217"/>
                      <a:pt x="131119" y="195850"/>
                      <a:pt x="131051" y="196926"/>
                    </a:cubicBezTo>
                    <a:cubicBezTo>
                      <a:pt x="130984" y="198003"/>
                      <a:pt x="130479" y="200829"/>
                      <a:pt x="130378" y="201131"/>
                    </a:cubicBezTo>
                    <a:cubicBezTo>
                      <a:pt x="130311" y="201434"/>
                      <a:pt x="128493" y="203150"/>
                      <a:pt x="128224" y="203520"/>
                    </a:cubicBezTo>
                    <a:cubicBezTo>
                      <a:pt x="127921" y="203890"/>
                      <a:pt x="127080" y="203722"/>
                      <a:pt x="125969" y="203823"/>
                    </a:cubicBezTo>
                    <a:cubicBezTo>
                      <a:pt x="124892" y="203890"/>
                      <a:pt x="123815" y="203183"/>
                      <a:pt x="123815" y="203183"/>
                    </a:cubicBezTo>
                    <a:cubicBezTo>
                      <a:pt x="123815" y="203183"/>
                      <a:pt x="120753" y="201804"/>
                      <a:pt x="120484" y="201804"/>
                    </a:cubicBezTo>
                    <a:cubicBezTo>
                      <a:pt x="120181" y="201804"/>
                      <a:pt x="117287" y="203486"/>
                      <a:pt x="117287" y="203486"/>
                    </a:cubicBezTo>
                    <a:lnTo>
                      <a:pt x="115974" y="207321"/>
                    </a:lnTo>
                    <a:cubicBezTo>
                      <a:pt x="115974" y="207321"/>
                      <a:pt x="114224" y="208835"/>
                      <a:pt x="114022" y="208902"/>
                    </a:cubicBezTo>
                    <a:cubicBezTo>
                      <a:pt x="113820" y="208969"/>
                      <a:pt x="112878" y="210483"/>
                      <a:pt x="112642" y="210719"/>
                    </a:cubicBezTo>
                    <a:cubicBezTo>
                      <a:pt x="112406" y="210921"/>
                      <a:pt x="110623" y="212468"/>
                      <a:pt x="109950" y="212973"/>
                    </a:cubicBezTo>
                    <a:cubicBezTo>
                      <a:pt x="109310" y="213477"/>
                      <a:pt x="108502" y="214722"/>
                      <a:pt x="108334" y="214991"/>
                    </a:cubicBezTo>
                    <a:cubicBezTo>
                      <a:pt x="108166" y="215294"/>
                      <a:pt x="107998" y="216438"/>
                      <a:pt x="107863" y="216942"/>
                    </a:cubicBezTo>
                    <a:cubicBezTo>
                      <a:pt x="107728" y="217447"/>
                      <a:pt x="107728" y="219129"/>
                      <a:pt x="107661" y="220071"/>
                    </a:cubicBezTo>
                    <a:cubicBezTo>
                      <a:pt x="107594" y="221012"/>
                      <a:pt x="108099" y="222762"/>
                      <a:pt x="108233" y="223468"/>
                    </a:cubicBezTo>
                    <a:cubicBezTo>
                      <a:pt x="108368" y="224175"/>
                      <a:pt x="108368" y="225352"/>
                      <a:pt x="108233" y="225655"/>
                    </a:cubicBezTo>
                    <a:cubicBezTo>
                      <a:pt x="108099" y="225957"/>
                      <a:pt x="106652" y="227236"/>
                      <a:pt x="106147" y="227471"/>
                    </a:cubicBezTo>
                    <a:cubicBezTo>
                      <a:pt x="105642" y="227707"/>
                      <a:pt x="104901" y="228480"/>
                      <a:pt x="104699" y="228783"/>
                    </a:cubicBezTo>
                    <a:cubicBezTo>
                      <a:pt x="104464" y="229086"/>
                      <a:pt x="103555" y="230465"/>
                      <a:pt x="103555" y="230465"/>
                    </a:cubicBezTo>
                    <a:cubicBezTo>
                      <a:pt x="103555" y="230465"/>
                      <a:pt x="106147" y="233728"/>
                      <a:pt x="106147" y="234031"/>
                    </a:cubicBezTo>
                    <a:cubicBezTo>
                      <a:pt x="106147" y="234300"/>
                      <a:pt x="105844" y="236722"/>
                      <a:pt x="105844" y="237126"/>
                    </a:cubicBezTo>
                    <a:cubicBezTo>
                      <a:pt x="105844" y="237563"/>
                      <a:pt x="103825" y="239817"/>
                      <a:pt x="103522" y="240019"/>
                    </a:cubicBezTo>
                    <a:cubicBezTo>
                      <a:pt x="103219" y="240221"/>
                      <a:pt x="98810" y="239783"/>
                      <a:pt x="98608" y="239783"/>
                    </a:cubicBezTo>
                    <a:cubicBezTo>
                      <a:pt x="98373" y="239783"/>
                      <a:pt x="96151" y="237462"/>
                      <a:pt x="96151" y="237462"/>
                    </a:cubicBezTo>
                    <a:lnTo>
                      <a:pt x="96151" y="234065"/>
                    </a:lnTo>
                    <a:lnTo>
                      <a:pt x="94401" y="228783"/>
                    </a:lnTo>
                    <a:lnTo>
                      <a:pt x="94401" y="225318"/>
                    </a:lnTo>
                    <a:lnTo>
                      <a:pt x="94401" y="223872"/>
                    </a:lnTo>
                    <a:lnTo>
                      <a:pt x="94233" y="221046"/>
                    </a:lnTo>
                    <a:lnTo>
                      <a:pt x="93896" y="216774"/>
                    </a:lnTo>
                    <a:lnTo>
                      <a:pt x="89050" y="211492"/>
                    </a:lnTo>
                    <a:lnTo>
                      <a:pt x="83127" y="204596"/>
                    </a:lnTo>
                    <a:cubicBezTo>
                      <a:pt x="83127" y="204596"/>
                      <a:pt x="79997" y="201131"/>
                      <a:pt x="80233" y="200896"/>
                    </a:cubicBezTo>
                    <a:cubicBezTo>
                      <a:pt x="80435" y="200694"/>
                      <a:pt x="80233" y="199382"/>
                      <a:pt x="80233" y="199382"/>
                    </a:cubicBezTo>
                    <a:lnTo>
                      <a:pt x="77170" y="197936"/>
                    </a:lnTo>
                    <a:lnTo>
                      <a:pt x="75151" y="195110"/>
                    </a:lnTo>
                    <a:lnTo>
                      <a:pt x="74781" y="190400"/>
                    </a:lnTo>
                    <a:lnTo>
                      <a:pt x="75420" y="188449"/>
                    </a:lnTo>
                    <a:lnTo>
                      <a:pt x="76867" y="186565"/>
                    </a:lnTo>
                    <a:lnTo>
                      <a:pt x="77136" y="184110"/>
                    </a:lnTo>
                    <a:lnTo>
                      <a:pt x="75185" y="182663"/>
                    </a:lnTo>
                    <a:lnTo>
                      <a:pt x="70675" y="182226"/>
                    </a:lnTo>
                    <a:lnTo>
                      <a:pt x="66266" y="182798"/>
                    </a:lnTo>
                    <a:cubicBezTo>
                      <a:pt x="66266" y="182798"/>
                      <a:pt x="63877" y="182932"/>
                      <a:pt x="63574" y="182932"/>
                    </a:cubicBezTo>
                    <a:cubicBezTo>
                      <a:pt x="63271" y="182932"/>
                      <a:pt x="62934" y="183134"/>
                      <a:pt x="62934" y="183134"/>
                    </a:cubicBezTo>
                    <a:lnTo>
                      <a:pt x="61857" y="183269"/>
                    </a:lnTo>
                    <a:lnTo>
                      <a:pt x="60713" y="184648"/>
                    </a:lnTo>
                    <a:lnTo>
                      <a:pt x="59636" y="183572"/>
                    </a:lnTo>
                    <a:lnTo>
                      <a:pt x="59636" y="180880"/>
                    </a:lnTo>
                    <a:lnTo>
                      <a:pt x="58525" y="179501"/>
                    </a:lnTo>
                    <a:lnTo>
                      <a:pt x="55968" y="179636"/>
                    </a:lnTo>
                    <a:lnTo>
                      <a:pt x="53780" y="178458"/>
                    </a:lnTo>
                    <a:lnTo>
                      <a:pt x="54083" y="176945"/>
                    </a:lnTo>
                    <a:lnTo>
                      <a:pt x="54352" y="175935"/>
                    </a:lnTo>
                    <a:lnTo>
                      <a:pt x="53545" y="174052"/>
                    </a:lnTo>
                    <a:lnTo>
                      <a:pt x="51593" y="171461"/>
                    </a:lnTo>
                    <a:lnTo>
                      <a:pt x="49708" y="167122"/>
                    </a:lnTo>
                    <a:lnTo>
                      <a:pt x="48463" y="164935"/>
                    </a:lnTo>
                    <a:lnTo>
                      <a:pt x="46376" y="164061"/>
                    </a:lnTo>
                    <a:lnTo>
                      <a:pt x="45198" y="163758"/>
                    </a:lnTo>
                    <a:lnTo>
                      <a:pt x="44761" y="166146"/>
                    </a:lnTo>
                    <a:lnTo>
                      <a:pt x="42237" y="167895"/>
                    </a:lnTo>
                    <a:lnTo>
                      <a:pt x="42237" y="169275"/>
                    </a:lnTo>
                    <a:cubicBezTo>
                      <a:pt x="42237" y="169275"/>
                      <a:pt x="41362" y="170788"/>
                      <a:pt x="41093" y="170889"/>
                    </a:cubicBezTo>
                    <a:cubicBezTo>
                      <a:pt x="40823" y="170957"/>
                      <a:pt x="39645" y="172269"/>
                      <a:pt x="39645" y="172269"/>
                    </a:cubicBezTo>
                    <a:lnTo>
                      <a:pt x="37121" y="172269"/>
                    </a:lnTo>
                    <a:lnTo>
                      <a:pt x="35169" y="172908"/>
                    </a:lnTo>
                    <a:lnTo>
                      <a:pt x="34328" y="174152"/>
                    </a:lnTo>
                    <a:lnTo>
                      <a:pt x="34429" y="175734"/>
                    </a:lnTo>
                    <a:lnTo>
                      <a:pt x="32679" y="175734"/>
                    </a:lnTo>
                    <a:lnTo>
                      <a:pt x="30659" y="175734"/>
                    </a:lnTo>
                    <a:lnTo>
                      <a:pt x="29515" y="178593"/>
                    </a:lnTo>
                    <a:lnTo>
                      <a:pt x="28674" y="181250"/>
                    </a:lnTo>
                    <a:lnTo>
                      <a:pt x="27462" y="182663"/>
                    </a:lnTo>
                    <a:lnTo>
                      <a:pt x="25847" y="184076"/>
                    </a:lnTo>
                    <a:lnTo>
                      <a:pt x="25308" y="186027"/>
                    </a:lnTo>
                    <a:lnTo>
                      <a:pt x="24669" y="187877"/>
                    </a:lnTo>
                    <a:cubicBezTo>
                      <a:pt x="24669" y="187877"/>
                      <a:pt x="24904" y="189728"/>
                      <a:pt x="25645" y="190602"/>
                    </a:cubicBezTo>
                    <a:cubicBezTo>
                      <a:pt x="26419" y="191477"/>
                      <a:pt x="27496" y="191914"/>
                      <a:pt x="27496" y="191914"/>
                    </a:cubicBezTo>
                    <a:lnTo>
                      <a:pt x="29246" y="192553"/>
                    </a:lnTo>
                    <a:lnTo>
                      <a:pt x="32948" y="193529"/>
                    </a:lnTo>
                    <a:lnTo>
                      <a:pt x="32847" y="194706"/>
                    </a:lnTo>
                    <a:cubicBezTo>
                      <a:pt x="32847" y="194706"/>
                      <a:pt x="32645" y="195581"/>
                      <a:pt x="32645" y="196355"/>
                    </a:cubicBezTo>
                    <a:cubicBezTo>
                      <a:pt x="32645" y="197128"/>
                      <a:pt x="34496" y="198306"/>
                      <a:pt x="34496" y="198306"/>
                    </a:cubicBezTo>
                    <a:cubicBezTo>
                      <a:pt x="34496" y="198306"/>
                      <a:pt x="35472" y="198306"/>
                      <a:pt x="35910" y="198306"/>
                    </a:cubicBezTo>
                    <a:cubicBezTo>
                      <a:pt x="36347" y="198306"/>
                      <a:pt x="38501" y="199281"/>
                      <a:pt x="38501" y="199281"/>
                    </a:cubicBezTo>
                    <a:lnTo>
                      <a:pt x="40789" y="200492"/>
                    </a:lnTo>
                    <a:lnTo>
                      <a:pt x="39578" y="203318"/>
                    </a:lnTo>
                    <a:lnTo>
                      <a:pt x="37087" y="207994"/>
                    </a:lnTo>
                    <a:lnTo>
                      <a:pt x="35506" y="212603"/>
                    </a:lnTo>
                    <a:lnTo>
                      <a:pt x="33621" y="216572"/>
                    </a:lnTo>
                    <a:cubicBezTo>
                      <a:pt x="33621" y="216572"/>
                      <a:pt x="33621" y="219129"/>
                      <a:pt x="33621" y="219330"/>
                    </a:cubicBezTo>
                    <a:cubicBezTo>
                      <a:pt x="33621" y="219532"/>
                      <a:pt x="33688" y="223838"/>
                      <a:pt x="33688" y="224040"/>
                    </a:cubicBezTo>
                    <a:cubicBezTo>
                      <a:pt x="33688" y="224242"/>
                      <a:pt x="32679" y="226126"/>
                      <a:pt x="32679" y="226126"/>
                    </a:cubicBezTo>
                    <a:lnTo>
                      <a:pt x="31871" y="228716"/>
                    </a:lnTo>
                    <a:lnTo>
                      <a:pt x="31871" y="231272"/>
                    </a:lnTo>
                    <a:cubicBezTo>
                      <a:pt x="31871" y="231272"/>
                      <a:pt x="33621" y="233392"/>
                      <a:pt x="33722" y="233560"/>
                    </a:cubicBezTo>
                    <a:cubicBezTo>
                      <a:pt x="33823" y="233728"/>
                      <a:pt x="34362" y="237630"/>
                      <a:pt x="34362" y="237630"/>
                    </a:cubicBezTo>
                    <a:lnTo>
                      <a:pt x="34866" y="246208"/>
                    </a:lnTo>
                    <a:lnTo>
                      <a:pt x="36381" y="248126"/>
                    </a:lnTo>
                    <a:cubicBezTo>
                      <a:pt x="36381" y="248126"/>
                      <a:pt x="40083" y="251053"/>
                      <a:pt x="40789" y="251759"/>
                    </a:cubicBezTo>
                    <a:cubicBezTo>
                      <a:pt x="41496" y="252466"/>
                      <a:pt x="40419" y="254349"/>
                      <a:pt x="40419" y="254349"/>
                    </a:cubicBezTo>
                    <a:cubicBezTo>
                      <a:pt x="40419" y="254349"/>
                      <a:pt x="39275" y="256401"/>
                      <a:pt x="38838" y="256502"/>
                    </a:cubicBezTo>
                    <a:cubicBezTo>
                      <a:pt x="38400" y="256603"/>
                      <a:pt x="39174" y="260102"/>
                      <a:pt x="39174" y="260102"/>
                    </a:cubicBezTo>
                    <a:lnTo>
                      <a:pt x="44054" y="263466"/>
                    </a:lnTo>
                    <a:cubicBezTo>
                      <a:pt x="44054" y="263466"/>
                      <a:pt x="44054" y="267940"/>
                      <a:pt x="44054" y="268142"/>
                    </a:cubicBezTo>
                    <a:cubicBezTo>
                      <a:pt x="44054" y="268377"/>
                      <a:pt x="42977" y="271741"/>
                      <a:pt x="42977" y="271741"/>
                    </a:cubicBezTo>
                    <a:cubicBezTo>
                      <a:pt x="42977" y="271741"/>
                      <a:pt x="40756" y="275711"/>
                      <a:pt x="40655" y="275879"/>
                    </a:cubicBezTo>
                    <a:cubicBezTo>
                      <a:pt x="40554" y="276047"/>
                      <a:pt x="38871" y="279142"/>
                      <a:pt x="38871" y="279142"/>
                    </a:cubicBezTo>
                    <a:lnTo>
                      <a:pt x="38871" y="286105"/>
                    </a:lnTo>
                    <a:lnTo>
                      <a:pt x="38333" y="286475"/>
                    </a:lnTo>
                    <a:cubicBezTo>
                      <a:pt x="38568" y="287114"/>
                      <a:pt x="38131" y="288965"/>
                      <a:pt x="37996" y="289435"/>
                    </a:cubicBezTo>
                    <a:cubicBezTo>
                      <a:pt x="37861" y="290007"/>
                      <a:pt x="36112" y="291017"/>
                      <a:pt x="34664" y="291454"/>
                    </a:cubicBezTo>
                    <a:cubicBezTo>
                      <a:pt x="33217" y="291891"/>
                      <a:pt x="33083" y="291757"/>
                      <a:pt x="31905" y="292026"/>
                    </a:cubicBezTo>
                    <a:cubicBezTo>
                      <a:pt x="30727" y="292329"/>
                      <a:pt x="29448" y="293338"/>
                      <a:pt x="29010" y="294212"/>
                    </a:cubicBezTo>
                    <a:cubicBezTo>
                      <a:pt x="28573" y="295087"/>
                      <a:pt x="28438" y="298283"/>
                      <a:pt x="28438" y="298283"/>
                    </a:cubicBezTo>
                    <a:lnTo>
                      <a:pt x="28438" y="302050"/>
                    </a:lnTo>
                    <a:lnTo>
                      <a:pt x="26251" y="306121"/>
                    </a:lnTo>
                    <a:cubicBezTo>
                      <a:pt x="26251" y="306121"/>
                      <a:pt x="22179" y="310628"/>
                      <a:pt x="21606" y="310763"/>
                    </a:cubicBezTo>
                    <a:cubicBezTo>
                      <a:pt x="21034" y="310898"/>
                      <a:pt x="17534" y="312647"/>
                      <a:pt x="15818" y="312950"/>
                    </a:cubicBezTo>
                    <a:cubicBezTo>
                      <a:pt x="14068" y="313252"/>
                      <a:pt x="13361" y="314699"/>
                      <a:pt x="12924" y="314833"/>
                    </a:cubicBezTo>
                    <a:cubicBezTo>
                      <a:pt x="12486" y="314968"/>
                      <a:pt x="9592" y="317020"/>
                      <a:pt x="8851" y="317155"/>
                    </a:cubicBezTo>
                    <a:cubicBezTo>
                      <a:pt x="8145" y="317289"/>
                      <a:pt x="7404" y="319913"/>
                      <a:pt x="7404" y="320350"/>
                    </a:cubicBezTo>
                    <a:cubicBezTo>
                      <a:pt x="7404" y="320788"/>
                      <a:pt x="9154" y="321797"/>
                      <a:pt x="9154" y="321797"/>
                    </a:cubicBezTo>
                    <a:lnTo>
                      <a:pt x="13193" y="323815"/>
                    </a:lnTo>
                    <a:lnTo>
                      <a:pt x="12486" y="326136"/>
                    </a:lnTo>
                    <a:cubicBezTo>
                      <a:pt x="12486" y="326136"/>
                      <a:pt x="11174" y="328592"/>
                      <a:pt x="10736" y="328592"/>
                    </a:cubicBezTo>
                    <a:cubicBezTo>
                      <a:pt x="10298" y="328592"/>
                      <a:pt x="8548" y="330610"/>
                      <a:pt x="8548" y="330610"/>
                    </a:cubicBezTo>
                    <a:cubicBezTo>
                      <a:pt x="8548" y="330610"/>
                      <a:pt x="1750" y="337574"/>
                      <a:pt x="1313" y="337977"/>
                    </a:cubicBezTo>
                    <a:cubicBezTo>
                      <a:pt x="875" y="338415"/>
                      <a:pt x="0" y="343192"/>
                      <a:pt x="0" y="343192"/>
                    </a:cubicBezTo>
                    <a:lnTo>
                      <a:pt x="3332" y="346825"/>
                    </a:lnTo>
                    <a:cubicBezTo>
                      <a:pt x="3332" y="346825"/>
                      <a:pt x="8111" y="351164"/>
                      <a:pt x="8279" y="351602"/>
                    </a:cubicBezTo>
                    <a:cubicBezTo>
                      <a:pt x="8414" y="352039"/>
                      <a:pt x="13630" y="354797"/>
                      <a:pt x="15078" y="355638"/>
                    </a:cubicBezTo>
                    <a:cubicBezTo>
                      <a:pt x="16525" y="356479"/>
                      <a:pt x="19554" y="359271"/>
                      <a:pt x="19554" y="359271"/>
                    </a:cubicBezTo>
                    <a:lnTo>
                      <a:pt x="23020" y="360718"/>
                    </a:lnTo>
                    <a:lnTo>
                      <a:pt x="27496" y="359978"/>
                    </a:lnTo>
                    <a:lnTo>
                      <a:pt x="32140" y="359978"/>
                    </a:lnTo>
                    <a:lnTo>
                      <a:pt x="32578" y="364822"/>
                    </a:lnTo>
                    <a:cubicBezTo>
                      <a:pt x="32578" y="364822"/>
                      <a:pt x="35472" y="368960"/>
                      <a:pt x="35910" y="369801"/>
                    </a:cubicBezTo>
                    <a:cubicBezTo>
                      <a:pt x="36347" y="370675"/>
                      <a:pt x="37794" y="374275"/>
                      <a:pt x="37794" y="374275"/>
                    </a:cubicBezTo>
                    <a:cubicBezTo>
                      <a:pt x="37794" y="374275"/>
                      <a:pt x="39544" y="374847"/>
                      <a:pt x="40419" y="374847"/>
                    </a:cubicBezTo>
                    <a:cubicBezTo>
                      <a:pt x="41294" y="374847"/>
                      <a:pt x="46645" y="375553"/>
                      <a:pt x="46645" y="375553"/>
                    </a:cubicBezTo>
                    <a:lnTo>
                      <a:pt x="49708" y="375553"/>
                    </a:lnTo>
                    <a:lnTo>
                      <a:pt x="51020" y="374746"/>
                    </a:lnTo>
                    <a:cubicBezTo>
                      <a:pt x="51020" y="374746"/>
                      <a:pt x="54352" y="373501"/>
                      <a:pt x="55530" y="373366"/>
                    </a:cubicBezTo>
                    <a:cubicBezTo>
                      <a:pt x="56675" y="373232"/>
                      <a:pt x="60006" y="373366"/>
                      <a:pt x="60006" y="373366"/>
                    </a:cubicBezTo>
                    <a:cubicBezTo>
                      <a:pt x="60006" y="373366"/>
                      <a:pt x="63472" y="375553"/>
                      <a:pt x="64078" y="375688"/>
                    </a:cubicBezTo>
                    <a:cubicBezTo>
                      <a:pt x="64651" y="375822"/>
                      <a:pt x="68420" y="379892"/>
                      <a:pt x="68858" y="380195"/>
                    </a:cubicBezTo>
                    <a:cubicBezTo>
                      <a:pt x="69295" y="380498"/>
                      <a:pt x="71617" y="384400"/>
                      <a:pt x="71617" y="384400"/>
                    </a:cubicBezTo>
                    <a:lnTo>
                      <a:pt x="71920" y="388605"/>
                    </a:lnTo>
                    <a:cubicBezTo>
                      <a:pt x="71920" y="388605"/>
                      <a:pt x="71920" y="392507"/>
                      <a:pt x="71920" y="394559"/>
                    </a:cubicBezTo>
                    <a:cubicBezTo>
                      <a:pt x="71920" y="396578"/>
                      <a:pt x="71987" y="397890"/>
                      <a:pt x="72122" y="398462"/>
                    </a:cubicBezTo>
                    <a:cubicBezTo>
                      <a:pt x="72257" y="399033"/>
                      <a:pt x="73502" y="402364"/>
                      <a:pt x="73502" y="402364"/>
                    </a:cubicBezTo>
                    <a:cubicBezTo>
                      <a:pt x="73502" y="402364"/>
                      <a:pt x="79593" y="405694"/>
                      <a:pt x="80333" y="406131"/>
                    </a:cubicBezTo>
                    <a:cubicBezTo>
                      <a:pt x="81040" y="406569"/>
                      <a:pt x="84978" y="409462"/>
                      <a:pt x="84978" y="409462"/>
                    </a:cubicBezTo>
                    <a:lnTo>
                      <a:pt x="91945" y="412086"/>
                    </a:lnTo>
                    <a:lnTo>
                      <a:pt x="92079" y="412086"/>
                    </a:lnTo>
                    <a:lnTo>
                      <a:pt x="91945" y="417804"/>
                    </a:lnTo>
                    <a:lnTo>
                      <a:pt x="93695" y="421942"/>
                    </a:lnTo>
                    <a:lnTo>
                      <a:pt x="97026" y="425272"/>
                    </a:lnTo>
                    <a:lnTo>
                      <a:pt x="99786" y="428603"/>
                    </a:lnTo>
                    <a:lnTo>
                      <a:pt x="99786" y="431361"/>
                    </a:lnTo>
                    <a:lnTo>
                      <a:pt x="102142" y="429040"/>
                    </a:lnTo>
                    <a:lnTo>
                      <a:pt x="104363" y="428367"/>
                    </a:lnTo>
                    <a:lnTo>
                      <a:pt x="107695" y="424700"/>
                    </a:lnTo>
                    <a:lnTo>
                      <a:pt x="111363" y="423187"/>
                    </a:lnTo>
                    <a:lnTo>
                      <a:pt x="114897" y="420529"/>
                    </a:lnTo>
                    <a:cubicBezTo>
                      <a:pt x="114897" y="420529"/>
                      <a:pt x="118498" y="416997"/>
                      <a:pt x="118801" y="416896"/>
                    </a:cubicBezTo>
                    <a:cubicBezTo>
                      <a:pt x="119137" y="416795"/>
                      <a:pt x="121190" y="414609"/>
                      <a:pt x="122234" y="413969"/>
                    </a:cubicBezTo>
                    <a:cubicBezTo>
                      <a:pt x="123277" y="413330"/>
                      <a:pt x="124455" y="412355"/>
                      <a:pt x="125094" y="412187"/>
                    </a:cubicBezTo>
                    <a:cubicBezTo>
                      <a:pt x="125733" y="412018"/>
                      <a:pt x="127181" y="411951"/>
                      <a:pt x="128359" y="411917"/>
                    </a:cubicBezTo>
                    <a:cubicBezTo>
                      <a:pt x="129536" y="411850"/>
                      <a:pt x="131960" y="411985"/>
                      <a:pt x="131960" y="411985"/>
                    </a:cubicBezTo>
                    <a:lnTo>
                      <a:pt x="134787" y="409697"/>
                    </a:lnTo>
                    <a:lnTo>
                      <a:pt x="136638" y="408116"/>
                    </a:lnTo>
                    <a:lnTo>
                      <a:pt x="140945" y="405728"/>
                    </a:lnTo>
                    <a:lnTo>
                      <a:pt x="144109" y="403541"/>
                    </a:lnTo>
                    <a:lnTo>
                      <a:pt x="147205" y="402296"/>
                    </a:lnTo>
                    <a:lnTo>
                      <a:pt x="150974" y="399033"/>
                    </a:lnTo>
                    <a:cubicBezTo>
                      <a:pt x="150974" y="399033"/>
                      <a:pt x="151849" y="394156"/>
                      <a:pt x="151849" y="393954"/>
                    </a:cubicBezTo>
                    <a:cubicBezTo>
                      <a:pt x="151849" y="393752"/>
                      <a:pt x="158513" y="388370"/>
                      <a:pt x="158513" y="388000"/>
                    </a:cubicBezTo>
                    <a:cubicBezTo>
                      <a:pt x="158513" y="387630"/>
                      <a:pt x="158648" y="384737"/>
                      <a:pt x="158513" y="384535"/>
                    </a:cubicBezTo>
                    <a:cubicBezTo>
                      <a:pt x="158379" y="384333"/>
                      <a:pt x="158210" y="383223"/>
                      <a:pt x="158210" y="383223"/>
                    </a:cubicBezTo>
                    <a:lnTo>
                      <a:pt x="157403" y="379691"/>
                    </a:lnTo>
                    <a:cubicBezTo>
                      <a:pt x="157403" y="379691"/>
                      <a:pt x="157537" y="377168"/>
                      <a:pt x="157705" y="376865"/>
                    </a:cubicBezTo>
                    <a:cubicBezTo>
                      <a:pt x="157840" y="376562"/>
                      <a:pt x="159590" y="373602"/>
                      <a:pt x="159590" y="373602"/>
                    </a:cubicBezTo>
                    <a:lnTo>
                      <a:pt x="161172" y="370843"/>
                    </a:lnTo>
                    <a:cubicBezTo>
                      <a:pt x="161172" y="370843"/>
                      <a:pt x="163191" y="369397"/>
                      <a:pt x="163932" y="369094"/>
                    </a:cubicBezTo>
                    <a:cubicBezTo>
                      <a:pt x="164638" y="368791"/>
                      <a:pt x="166254" y="370911"/>
                      <a:pt x="166456" y="370978"/>
                    </a:cubicBezTo>
                    <a:cubicBezTo>
                      <a:pt x="166658" y="371045"/>
                      <a:pt x="167398" y="375250"/>
                      <a:pt x="167398" y="375250"/>
                    </a:cubicBezTo>
                    <a:lnTo>
                      <a:pt x="170965" y="375452"/>
                    </a:lnTo>
                    <a:lnTo>
                      <a:pt x="171167" y="371920"/>
                    </a:lnTo>
                    <a:lnTo>
                      <a:pt x="171100" y="368455"/>
                    </a:lnTo>
                    <a:lnTo>
                      <a:pt x="171235" y="365932"/>
                    </a:lnTo>
                    <a:lnTo>
                      <a:pt x="170427" y="362904"/>
                    </a:lnTo>
                    <a:lnTo>
                      <a:pt x="171672" y="358834"/>
                    </a:lnTo>
                    <a:lnTo>
                      <a:pt x="173994" y="356008"/>
                    </a:lnTo>
                    <a:lnTo>
                      <a:pt x="177057" y="353485"/>
                    </a:lnTo>
                    <a:lnTo>
                      <a:pt x="180322" y="350290"/>
                    </a:lnTo>
                    <a:lnTo>
                      <a:pt x="185168" y="346455"/>
                    </a:lnTo>
                    <a:lnTo>
                      <a:pt x="188062" y="344705"/>
                    </a:lnTo>
                    <a:lnTo>
                      <a:pt x="189206" y="342081"/>
                    </a:lnTo>
                    <a:lnTo>
                      <a:pt x="190889" y="340063"/>
                    </a:lnTo>
                    <a:cubicBezTo>
                      <a:pt x="190889" y="340063"/>
                      <a:pt x="190956" y="337305"/>
                      <a:pt x="190620" y="337305"/>
                    </a:cubicBezTo>
                    <a:cubicBezTo>
                      <a:pt x="190283" y="337305"/>
                      <a:pt x="189374" y="336666"/>
                      <a:pt x="189105" y="336666"/>
                    </a:cubicBezTo>
                    <a:cubicBezTo>
                      <a:pt x="188803" y="336666"/>
                      <a:pt x="187153" y="334479"/>
                      <a:pt x="187153" y="334479"/>
                    </a:cubicBezTo>
                    <a:cubicBezTo>
                      <a:pt x="187153" y="334479"/>
                      <a:pt x="185403" y="331889"/>
                      <a:pt x="185403" y="331283"/>
                    </a:cubicBezTo>
                    <a:cubicBezTo>
                      <a:pt x="185403" y="330678"/>
                      <a:pt x="186649" y="329837"/>
                      <a:pt x="186649" y="329837"/>
                    </a:cubicBezTo>
                    <a:cubicBezTo>
                      <a:pt x="186649" y="329837"/>
                      <a:pt x="189475" y="327886"/>
                      <a:pt x="189913" y="327751"/>
                    </a:cubicBezTo>
                    <a:cubicBezTo>
                      <a:pt x="190351" y="327616"/>
                      <a:pt x="192606" y="325295"/>
                      <a:pt x="192740" y="324993"/>
                    </a:cubicBezTo>
                    <a:cubicBezTo>
                      <a:pt x="192875" y="324690"/>
                      <a:pt x="195264" y="322739"/>
                      <a:pt x="195264" y="322739"/>
                    </a:cubicBezTo>
                    <a:cubicBezTo>
                      <a:pt x="195264" y="322739"/>
                      <a:pt x="197317" y="320048"/>
                      <a:pt x="197519" y="319711"/>
                    </a:cubicBezTo>
                    <a:cubicBezTo>
                      <a:pt x="197721" y="319341"/>
                      <a:pt x="198663" y="318130"/>
                      <a:pt x="199168" y="317895"/>
                    </a:cubicBezTo>
                    <a:cubicBezTo>
                      <a:pt x="199673" y="317659"/>
                      <a:pt x="201052" y="316314"/>
                      <a:pt x="201052" y="316314"/>
                    </a:cubicBezTo>
                    <a:cubicBezTo>
                      <a:pt x="201052" y="316314"/>
                      <a:pt x="203947" y="315809"/>
                      <a:pt x="204889" y="315944"/>
                    </a:cubicBezTo>
                    <a:cubicBezTo>
                      <a:pt x="205832" y="316078"/>
                      <a:pt x="208087" y="316751"/>
                      <a:pt x="208356" y="316751"/>
                    </a:cubicBezTo>
                    <a:cubicBezTo>
                      <a:pt x="208625" y="316751"/>
                      <a:pt x="216702" y="315876"/>
                      <a:pt x="216702" y="315876"/>
                    </a:cubicBezTo>
                    <a:cubicBezTo>
                      <a:pt x="216702" y="315876"/>
                      <a:pt x="220841" y="315944"/>
                      <a:pt x="221111" y="315944"/>
                    </a:cubicBezTo>
                    <a:cubicBezTo>
                      <a:pt x="221414" y="315944"/>
                      <a:pt x="225755" y="315574"/>
                      <a:pt x="226193" y="315574"/>
                    </a:cubicBezTo>
                    <a:cubicBezTo>
                      <a:pt x="226630" y="315574"/>
                      <a:pt x="232654" y="314497"/>
                      <a:pt x="232654" y="314497"/>
                    </a:cubicBezTo>
                    <a:cubicBezTo>
                      <a:pt x="232654" y="314497"/>
                      <a:pt x="241068" y="314699"/>
                      <a:pt x="241337" y="314699"/>
                    </a:cubicBezTo>
                    <a:cubicBezTo>
                      <a:pt x="241640" y="314699"/>
                      <a:pt x="245780" y="313757"/>
                      <a:pt x="245780" y="313757"/>
                    </a:cubicBezTo>
                    <a:lnTo>
                      <a:pt x="248539" y="313051"/>
                    </a:lnTo>
                    <a:lnTo>
                      <a:pt x="249852" y="313051"/>
                    </a:lnTo>
                    <a:lnTo>
                      <a:pt x="252376" y="312680"/>
                    </a:lnTo>
                    <a:cubicBezTo>
                      <a:pt x="252376" y="312680"/>
                      <a:pt x="254563" y="311806"/>
                      <a:pt x="254765" y="311671"/>
                    </a:cubicBezTo>
                    <a:cubicBezTo>
                      <a:pt x="254967" y="311537"/>
                      <a:pt x="255708" y="310359"/>
                      <a:pt x="255708" y="310359"/>
                    </a:cubicBezTo>
                    <a:lnTo>
                      <a:pt x="256011" y="309350"/>
                    </a:lnTo>
                    <a:lnTo>
                      <a:pt x="256212" y="307399"/>
                    </a:lnTo>
                    <a:lnTo>
                      <a:pt x="256011" y="304641"/>
                    </a:lnTo>
                    <a:lnTo>
                      <a:pt x="256313" y="301378"/>
                    </a:lnTo>
                    <a:lnTo>
                      <a:pt x="256179" y="298922"/>
                    </a:lnTo>
                    <a:lnTo>
                      <a:pt x="255977" y="297240"/>
                    </a:lnTo>
                    <a:lnTo>
                      <a:pt x="256549" y="296231"/>
                    </a:lnTo>
                    <a:lnTo>
                      <a:pt x="257559" y="295726"/>
                    </a:lnTo>
                    <a:lnTo>
                      <a:pt x="260756" y="295659"/>
                    </a:lnTo>
                    <a:lnTo>
                      <a:pt x="261900" y="295659"/>
                    </a:lnTo>
                    <a:lnTo>
                      <a:pt x="263852" y="296264"/>
                    </a:lnTo>
                    <a:cubicBezTo>
                      <a:pt x="263852" y="296264"/>
                      <a:pt x="266040" y="298249"/>
                      <a:pt x="266376" y="298619"/>
                    </a:cubicBezTo>
                    <a:cubicBezTo>
                      <a:pt x="266746" y="298989"/>
                      <a:pt x="267116" y="300436"/>
                      <a:pt x="266948" y="300873"/>
                    </a:cubicBezTo>
                    <a:cubicBezTo>
                      <a:pt x="266814" y="301310"/>
                      <a:pt x="266679" y="303497"/>
                      <a:pt x="266679" y="303833"/>
                    </a:cubicBezTo>
                    <a:cubicBezTo>
                      <a:pt x="266679" y="304203"/>
                      <a:pt x="268261" y="307096"/>
                      <a:pt x="268496" y="307164"/>
                    </a:cubicBezTo>
                    <a:cubicBezTo>
                      <a:pt x="268698" y="307231"/>
                      <a:pt x="271189" y="309047"/>
                      <a:pt x="271189" y="309047"/>
                    </a:cubicBezTo>
                    <a:lnTo>
                      <a:pt x="271626" y="312512"/>
                    </a:lnTo>
                    <a:lnTo>
                      <a:pt x="272434" y="316415"/>
                    </a:lnTo>
                    <a:cubicBezTo>
                      <a:pt x="272434" y="316415"/>
                      <a:pt x="273309" y="319947"/>
                      <a:pt x="273309" y="320249"/>
                    </a:cubicBezTo>
                    <a:cubicBezTo>
                      <a:pt x="273309" y="320552"/>
                      <a:pt x="275766" y="322638"/>
                      <a:pt x="276069" y="322840"/>
                    </a:cubicBezTo>
                    <a:cubicBezTo>
                      <a:pt x="276371" y="323075"/>
                      <a:pt x="279030" y="325295"/>
                      <a:pt x="279199" y="325598"/>
                    </a:cubicBezTo>
                    <a:cubicBezTo>
                      <a:pt x="279333" y="325901"/>
                      <a:pt x="281857" y="328558"/>
                      <a:pt x="281857" y="328558"/>
                    </a:cubicBezTo>
                    <a:lnTo>
                      <a:pt x="286064" y="331586"/>
                    </a:lnTo>
                    <a:lnTo>
                      <a:pt x="288151" y="333604"/>
                    </a:lnTo>
                    <a:cubicBezTo>
                      <a:pt x="288151" y="333604"/>
                      <a:pt x="292425" y="336060"/>
                      <a:pt x="292661" y="336295"/>
                    </a:cubicBezTo>
                    <a:cubicBezTo>
                      <a:pt x="292862" y="336497"/>
                      <a:pt x="297944" y="339424"/>
                      <a:pt x="297944" y="339424"/>
                    </a:cubicBezTo>
                    <a:cubicBezTo>
                      <a:pt x="297944" y="339424"/>
                      <a:pt x="298887" y="345008"/>
                      <a:pt x="299088" y="345143"/>
                    </a:cubicBezTo>
                    <a:cubicBezTo>
                      <a:pt x="299290" y="345277"/>
                      <a:pt x="300670" y="346387"/>
                      <a:pt x="300670" y="346387"/>
                    </a:cubicBezTo>
                    <a:lnTo>
                      <a:pt x="302858" y="348271"/>
                    </a:lnTo>
                    <a:cubicBezTo>
                      <a:pt x="302858" y="348271"/>
                      <a:pt x="302925" y="349886"/>
                      <a:pt x="302925" y="350155"/>
                    </a:cubicBezTo>
                    <a:cubicBezTo>
                      <a:pt x="302925" y="350458"/>
                      <a:pt x="302992" y="352543"/>
                      <a:pt x="302992" y="352543"/>
                    </a:cubicBezTo>
                    <a:lnTo>
                      <a:pt x="302185" y="355941"/>
                    </a:lnTo>
                    <a:lnTo>
                      <a:pt x="300939" y="357623"/>
                    </a:lnTo>
                    <a:lnTo>
                      <a:pt x="299863" y="359507"/>
                    </a:lnTo>
                    <a:lnTo>
                      <a:pt x="297978" y="362635"/>
                    </a:lnTo>
                    <a:lnTo>
                      <a:pt x="296530" y="364956"/>
                    </a:lnTo>
                    <a:lnTo>
                      <a:pt x="295084" y="366538"/>
                    </a:lnTo>
                    <a:lnTo>
                      <a:pt x="293838" y="368220"/>
                    </a:lnTo>
                    <a:cubicBezTo>
                      <a:pt x="293838" y="368220"/>
                      <a:pt x="293704" y="371045"/>
                      <a:pt x="293704" y="371348"/>
                    </a:cubicBezTo>
                    <a:cubicBezTo>
                      <a:pt x="293704" y="371651"/>
                      <a:pt x="294209" y="373736"/>
                      <a:pt x="294209" y="373736"/>
                    </a:cubicBezTo>
                    <a:lnTo>
                      <a:pt x="295016" y="377269"/>
                    </a:lnTo>
                    <a:lnTo>
                      <a:pt x="293435" y="380834"/>
                    </a:lnTo>
                    <a:cubicBezTo>
                      <a:pt x="293435" y="380834"/>
                      <a:pt x="293064" y="383727"/>
                      <a:pt x="292997" y="383929"/>
                    </a:cubicBezTo>
                    <a:cubicBezTo>
                      <a:pt x="292930" y="384165"/>
                      <a:pt x="291853" y="386183"/>
                      <a:pt x="291853" y="386183"/>
                    </a:cubicBezTo>
                    <a:lnTo>
                      <a:pt x="290540" y="389076"/>
                    </a:lnTo>
                    <a:cubicBezTo>
                      <a:pt x="290540" y="389076"/>
                      <a:pt x="289530" y="389883"/>
                      <a:pt x="288790" y="390153"/>
                    </a:cubicBezTo>
                    <a:cubicBezTo>
                      <a:pt x="288084" y="390455"/>
                      <a:pt x="287275" y="391666"/>
                      <a:pt x="287275" y="391666"/>
                    </a:cubicBezTo>
                    <a:lnTo>
                      <a:pt x="285256" y="393752"/>
                    </a:lnTo>
                    <a:cubicBezTo>
                      <a:pt x="285256" y="393752"/>
                      <a:pt x="284112" y="394997"/>
                      <a:pt x="283877" y="395198"/>
                    </a:cubicBezTo>
                    <a:cubicBezTo>
                      <a:pt x="283641" y="395434"/>
                      <a:pt x="281285" y="396006"/>
                      <a:pt x="281285" y="396006"/>
                    </a:cubicBezTo>
                    <a:lnTo>
                      <a:pt x="279333" y="397452"/>
                    </a:lnTo>
                    <a:lnTo>
                      <a:pt x="278694" y="399403"/>
                    </a:lnTo>
                    <a:cubicBezTo>
                      <a:pt x="278694" y="399403"/>
                      <a:pt x="277449" y="402969"/>
                      <a:pt x="277381" y="403238"/>
                    </a:cubicBezTo>
                    <a:cubicBezTo>
                      <a:pt x="277314" y="403541"/>
                      <a:pt x="276136" y="405997"/>
                      <a:pt x="276136" y="405997"/>
                    </a:cubicBezTo>
                    <a:lnTo>
                      <a:pt x="274554" y="408183"/>
                    </a:lnTo>
                    <a:lnTo>
                      <a:pt x="273040" y="410269"/>
                    </a:lnTo>
                    <a:lnTo>
                      <a:pt x="271223" y="413162"/>
                    </a:lnTo>
                    <a:lnTo>
                      <a:pt x="269910" y="417300"/>
                    </a:lnTo>
                    <a:lnTo>
                      <a:pt x="267655" y="419755"/>
                    </a:lnTo>
                    <a:lnTo>
                      <a:pt x="267083" y="420832"/>
                    </a:lnTo>
                    <a:cubicBezTo>
                      <a:pt x="267083" y="420832"/>
                      <a:pt x="265131" y="423792"/>
                      <a:pt x="264828" y="423960"/>
                    </a:cubicBezTo>
                    <a:cubicBezTo>
                      <a:pt x="264525" y="424095"/>
                      <a:pt x="263751" y="425340"/>
                      <a:pt x="263246" y="425777"/>
                    </a:cubicBezTo>
                    <a:cubicBezTo>
                      <a:pt x="262742" y="426214"/>
                      <a:pt x="260722" y="427526"/>
                      <a:pt x="260150" y="427795"/>
                    </a:cubicBezTo>
                    <a:cubicBezTo>
                      <a:pt x="259578" y="428098"/>
                      <a:pt x="257962" y="428939"/>
                      <a:pt x="257693" y="428939"/>
                    </a:cubicBezTo>
                    <a:cubicBezTo>
                      <a:pt x="257424" y="428939"/>
                      <a:pt x="254933" y="429444"/>
                      <a:pt x="254496" y="429578"/>
                    </a:cubicBezTo>
                    <a:cubicBezTo>
                      <a:pt x="254058" y="429713"/>
                      <a:pt x="253284" y="429780"/>
                      <a:pt x="253049" y="429881"/>
                    </a:cubicBezTo>
                    <a:cubicBezTo>
                      <a:pt x="252847" y="429948"/>
                      <a:pt x="251097" y="430587"/>
                      <a:pt x="251097" y="430587"/>
                    </a:cubicBezTo>
                    <a:cubicBezTo>
                      <a:pt x="251097" y="430587"/>
                      <a:pt x="249212" y="431731"/>
                      <a:pt x="248405" y="431832"/>
                    </a:cubicBezTo>
                    <a:cubicBezTo>
                      <a:pt x="247597" y="431899"/>
                      <a:pt x="246385" y="432774"/>
                      <a:pt x="246385" y="432774"/>
                    </a:cubicBezTo>
                    <a:cubicBezTo>
                      <a:pt x="246385" y="432774"/>
                      <a:pt x="245073" y="433850"/>
                      <a:pt x="244501" y="434355"/>
                    </a:cubicBezTo>
                    <a:cubicBezTo>
                      <a:pt x="243929" y="434860"/>
                      <a:pt x="242044" y="435802"/>
                      <a:pt x="241674" y="436239"/>
                    </a:cubicBezTo>
                    <a:cubicBezTo>
                      <a:pt x="241304" y="436676"/>
                      <a:pt x="239587" y="438123"/>
                      <a:pt x="239587" y="438123"/>
                    </a:cubicBezTo>
                    <a:lnTo>
                      <a:pt x="238780" y="440309"/>
                    </a:lnTo>
                    <a:lnTo>
                      <a:pt x="240092" y="445153"/>
                    </a:lnTo>
                    <a:lnTo>
                      <a:pt x="241775" y="446533"/>
                    </a:lnTo>
                    <a:cubicBezTo>
                      <a:pt x="241775" y="446533"/>
                      <a:pt x="243087" y="447676"/>
                      <a:pt x="243222" y="448114"/>
                    </a:cubicBezTo>
                    <a:cubicBezTo>
                      <a:pt x="243356" y="448551"/>
                      <a:pt x="244232" y="449190"/>
                      <a:pt x="244232" y="449190"/>
                    </a:cubicBezTo>
                    <a:lnTo>
                      <a:pt x="244299" y="451141"/>
                    </a:lnTo>
                    <a:lnTo>
                      <a:pt x="244299" y="453328"/>
                    </a:lnTo>
                    <a:lnTo>
                      <a:pt x="244770" y="455212"/>
                    </a:lnTo>
                    <a:lnTo>
                      <a:pt x="246453" y="457297"/>
                    </a:lnTo>
                    <a:lnTo>
                      <a:pt x="247765" y="459820"/>
                    </a:lnTo>
                    <a:lnTo>
                      <a:pt x="247765" y="463453"/>
                    </a:lnTo>
                    <a:lnTo>
                      <a:pt x="247765" y="466784"/>
                    </a:lnTo>
                    <a:lnTo>
                      <a:pt x="247765" y="470686"/>
                    </a:lnTo>
                    <a:lnTo>
                      <a:pt x="247025" y="473646"/>
                    </a:lnTo>
                    <a:cubicBezTo>
                      <a:pt x="247025" y="473646"/>
                      <a:pt x="245813" y="475732"/>
                      <a:pt x="245813" y="476035"/>
                    </a:cubicBezTo>
                    <a:cubicBezTo>
                      <a:pt x="245813" y="476337"/>
                      <a:pt x="245678" y="478860"/>
                      <a:pt x="245678" y="478860"/>
                    </a:cubicBezTo>
                    <a:lnTo>
                      <a:pt x="246049" y="480677"/>
                    </a:lnTo>
                    <a:lnTo>
                      <a:pt x="246049" y="481921"/>
                    </a:lnTo>
                    <a:lnTo>
                      <a:pt x="246957" y="483570"/>
                    </a:lnTo>
                    <a:lnTo>
                      <a:pt x="248438" y="485252"/>
                    </a:lnTo>
                    <a:lnTo>
                      <a:pt x="250255" y="486833"/>
                    </a:lnTo>
                    <a:cubicBezTo>
                      <a:pt x="250255" y="486833"/>
                      <a:pt x="253890" y="487472"/>
                      <a:pt x="254092" y="487573"/>
                    </a:cubicBezTo>
                    <a:cubicBezTo>
                      <a:pt x="254294" y="487640"/>
                      <a:pt x="255102" y="488952"/>
                      <a:pt x="255775" y="489019"/>
                    </a:cubicBezTo>
                    <a:cubicBezTo>
                      <a:pt x="256414" y="489087"/>
                      <a:pt x="257794" y="488952"/>
                      <a:pt x="258299" y="488717"/>
                    </a:cubicBezTo>
                    <a:cubicBezTo>
                      <a:pt x="258804" y="488515"/>
                      <a:pt x="260251" y="488279"/>
                      <a:pt x="260251" y="488279"/>
                    </a:cubicBezTo>
                    <a:lnTo>
                      <a:pt x="262943" y="487842"/>
                    </a:lnTo>
                    <a:lnTo>
                      <a:pt x="265333" y="486463"/>
                    </a:lnTo>
                    <a:lnTo>
                      <a:pt x="267217" y="485454"/>
                    </a:lnTo>
                    <a:lnTo>
                      <a:pt x="269472" y="483637"/>
                    </a:lnTo>
                    <a:lnTo>
                      <a:pt x="271155" y="482998"/>
                    </a:lnTo>
                    <a:lnTo>
                      <a:pt x="275362" y="482359"/>
                    </a:lnTo>
                    <a:lnTo>
                      <a:pt x="277179" y="480845"/>
                    </a:lnTo>
                    <a:lnTo>
                      <a:pt x="279569" y="479028"/>
                    </a:lnTo>
                    <a:cubicBezTo>
                      <a:pt x="279569" y="479028"/>
                      <a:pt x="283102" y="478154"/>
                      <a:pt x="283406" y="478087"/>
                    </a:cubicBezTo>
                    <a:cubicBezTo>
                      <a:pt x="283708" y="478019"/>
                      <a:pt x="285492" y="479028"/>
                      <a:pt x="285492" y="479028"/>
                    </a:cubicBezTo>
                    <a:lnTo>
                      <a:pt x="285930" y="479668"/>
                    </a:lnTo>
                    <a:lnTo>
                      <a:pt x="286367" y="480744"/>
                    </a:lnTo>
                    <a:cubicBezTo>
                      <a:pt x="286367" y="480744"/>
                      <a:pt x="284617" y="482561"/>
                      <a:pt x="284415" y="482762"/>
                    </a:cubicBezTo>
                    <a:cubicBezTo>
                      <a:pt x="284213" y="482964"/>
                      <a:pt x="281723" y="484007"/>
                      <a:pt x="281453" y="484007"/>
                    </a:cubicBezTo>
                    <a:cubicBezTo>
                      <a:pt x="281151" y="484007"/>
                      <a:pt x="279838" y="485319"/>
                      <a:pt x="279636" y="485386"/>
                    </a:cubicBezTo>
                    <a:cubicBezTo>
                      <a:pt x="279434" y="485454"/>
                      <a:pt x="276809" y="486025"/>
                      <a:pt x="276607" y="486093"/>
                    </a:cubicBezTo>
                    <a:cubicBezTo>
                      <a:pt x="276405" y="486160"/>
                      <a:pt x="274521" y="487539"/>
                      <a:pt x="274521" y="487539"/>
                    </a:cubicBezTo>
                    <a:lnTo>
                      <a:pt x="273343" y="488548"/>
                    </a:lnTo>
                    <a:lnTo>
                      <a:pt x="271694" y="488750"/>
                    </a:lnTo>
                    <a:lnTo>
                      <a:pt x="269001" y="490130"/>
                    </a:lnTo>
                    <a:lnTo>
                      <a:pt x="270516" y="492215"/>
                    </a:lnTo>
                    <a:lnTo>
                      <a:pt x="269641" y="494032"/>
                    </a:lnTo>
                    <a:lnTo>
                      <a:pt x="268261" y="495714"/>
                    </a:lnTo>
                    <a:cubicBezTo>
                      <a:pt x="268261" y="495714"/>
                      <a:pt x="265299" y="496857"/>
                      <a:pt x="264996" y="496857"/>
                    </a:cubicBezTo>
                    <a:cubicBezTo>
                      <a:pt x="264727" y="496857"/>
                      <a:pt x="261900" y="497160"/>
                      <a:pt x="261664" y="497160"/>
                    </a:cubicBezTo>
                    <a:cubicBezTo>
                      <a:pt x="261429" y="497160"/>
                      <a:pt x="259847" y="498472"/>
                      <a:pt x="259847" y="498472"/>
                    </a:cubicBezTo>
                    <a:lnTo>
                      <a:pt x="258131" y="499919"/>
                    </a:lnTo>
                    <a:lnTo>
                      <a:pt x="257121" y="501365"/>
                    </a:lnTo>
                    <a:lnTo>
                      <a:pt x="256549" y="504056"/>
                    </a:lnTo>
                    <a:lnTo>
                      <a:pt x="257693" y="507387"/>
                    </a:lnTo>
                    <a:lnTo>
                      <a:pt x="258939" y="509338"/>
                    </a:lnTo>
                    <a:cubicBezTo>
                      <a:pt x="258939" y="509338"/>
                      <a:pt x="261833" y="509540"/>
                      <a:pt x="262136" y="509540"/>
                    </a:cubicBezTo>
                    <a:cubicBezTo>
                      <a:pt x="262439" y="509540"/>
                      <a:pt x="264155" y="509910"/>
                      <a:pt x="264155" y="509910"/>
                    </a:cubicBezTo>
                    <a:lnTo>
                      <a:pt x="266040" y="510717"/>
                    </a:lnTo>
                    <a:lnTo>
                      <a:pt x="266982" y="512534"/>
                    </a:lnTo>
                    <a:lnTo>
                      <a:pt x="267420" y="513341"/>
                    </a:lnTo>
                    <a:lnTo>
                      <a:pt x="266915" y="514283"/>
                    </a:lnTo>
                    <a:lnTo>
                      <a:pt x="266612" y="514787"/>
                    </a:lnTo>
                    <a:cubicBezTo>
                      <a:pt x="266612" y="514787"/>
                      <a:pt x="264660" y="517815"/>
                      <a:pt x="264222" y="518118"/>
                    </a:cubicBezTo>
                    <a:cubicBezTo>
                      <a:pt x="263785" y="518420"/>
                      <a:pt x="261968" y="520641"/>
                      <a:pt x="261765" y="520641"/>
                    </a:cubicBezTo>
                    <a:cubicBezTo>
                      <a:pt x="261564" y="520641"/>
                      <a:pt x="260083" y="521650"/>
                      <a:pt x="259814" y="521650"/>
                    </a:cubicBezTo>
                    <a:cubicBezTo>
                      <a:pt x="259510" y="521650"/>
                      <a:pt x="257929" y="522592"/>
                      <a:pt x="257929" y="522592"/>
                    </a:cubicBezTo>
                    <a:lnTo>
                      <a:pt x="256347" y="523164"/>
                    </a:lnTo>
                    <a:lnTo>
                      <a:pt x="253823" y="523534"/>
                    </a:lnTo>
                    <a:cubicBezTo>
                      <a:pt x="253823" y="523534"/>
                      <a:pt x="252140" y="523534"/>
                      <a:pt x="251804" y="523466"/>
                    </a:cubicBezTo>
                    <a:cubicBezTo>
                      <a:pt x="251434" y="523399"/>
                      <a:pt x="249616" y="523096"/>
                      <a:pt x="249616" y="523096"/>
                    </a:cubicBezTo>
                    <a:lnTo>
                      <a:pt x="247025" y="523231"/>
                    </a:lnTo>
                    <a:lnTo>
                      <a:pt x="242683" y="523231"/>
                    </a:lnTo>
                    <a:lnTo>
                      <a:pt x="240866" y="523668"/>
                    </a:lnTo>
                    <a:lnTo>
                      <a:pt x="238476" y="525115"/>
                    </a:lnTo>
                    <a:lnTo>
                      <a:pt x="239621" y="527503"/>
                    </a:lnTo>
                    <a:lnTo>
                      <a:pt x="241371" y="530699"/>
                    </a:lnTo>
                    <a:lnTo>
                      <a:pt x="241304" y="531641"/>
                    </a:lnTo>
                    <a:lnTo>
                      <a:pt x="241000" y="534668"/>
                    </a:lnTo>
                    <a:lnTo>
                      <a:pt x="235852" y="537124"/>
                    </a:lnTo>
                    <a:lnTo>
                      <a:pt x="233597" y="537763"/>
                    </a:lnTo>
                    <a:lnTo>
                      <a:pt x="231779" y="539344"/>
                    </a:lnTo>
                    <a:lnTo>
                      <a:pt x="228582" y="539714"/>
                    </a:lnTo>
                    <a:lnTo>
                      <a:pt x="225957" y="539916"/>
                    </a:lnTo>
                    <a:lnTo>
                      <a:pt x="224813" y="540353"/>
                    </a:lnTo>
                    <a:cubicBezTo>
                      <a:pt x="224813" y="540353"/>
                      <a:pt x="222356" y="541598"/>
                      <a:pt x="222053" y="541598"/>
                    </a:cubicBezTo>
                    <a:cubicBezTo>
                      <a:pt x="221784" y="541598"/>
                      <a:pt x="221683" y="541968"/>
                      <a:pt x="221683" y="541968"/>
                    </a:cubicBezTo>
                    <a:cubicBezTo>
                      <a:pt x="221683" y="541968"/>
                      <a:pt x="221481" y="544491"/>
                      <a:pt x="221481" y="544928"/>
                    </a:cubicBezTo>
                    <a:cubicBezTo>
                      <a:pt x="221481" y="545366"/>
                      <a:pt x="221784" y="546678"/>
                      <a:pt x="221784" y="546678"/>
                    </a:cubicBezTo>
                    <a:lnTo>
                      <a:pt x="221784" y="548124"/>
                    </a:lnTo>
                    <a:cubicBezTo>
                      <a:pt x="221784" y="548124"/>
                      <a:pt x="223837" y="550445"/>
                      <a:pt x="224005" y="550748"/>
                    </a:cubicBezTo>
                    <a:cubicBezTo>
                      <a:pt x="224140" y="551051"/>
                      <a:pt x="223669" y="552430"/>
                      <a:pt x="223669" y="552430"/>
                    </a:cubicBezTo>
                    <a:cubicBezTo>
                      <a:pt x="223669" y="552430"/>
                      <a:pt x="222356" y="554179"/>
                      <a:pt x="222154" y="554448"/>
                    </a:cubicBezTo>
                    <a:cubicBezTo>
                      <a:pt x="221919" y="554718"/>
                      <a:pt x="222861" y="556467"/>
                      <a:pt x="223096" y="556635"/>
                    </a:cubicBezTo>
                    <a:cubicBezTo>
                      <a:pt x="223332" y="556770"/>
                      <a:pt x="225553" y="558519"/>
                      <a:pt x="225553" y="558519"/>
                    </a:cubicBezTo>
                    <a:lnTo>
                      <a:pt x="227000" y="562085"/>
                    </a:lnTo>
                    <a:cubicBezTo>
                      <a:pt x="227000" y="562085"/>
                      <a:pt x="228649" y="563464"/>
                      <a:pt x="228952" y="563228"/>
                    </a:cubicBezTo>
                    <a:cubicBezTo>
                      <a:pt x="229255" y="563027"/>
                      <a:pt x="232049" y="563228"/>
                      <a:pt x="232049" y="563228"/>
                    </a:cubicBezTo>
                    <a:lnTo>
                      <a:pt x="235751" y="560975"/>
                    </a:lnTo>
                    <a:cubicBezTo>
                      <a:pt x="235751" y="560975"/>
                      <a:pt x="238342" y="559394"/>
                      <a:pt x="238443" y="559158"/>
                    </a:cubicBezTo>
                    <a:cubicBezTo>
                      <a:pt x="238510" y="558956"/>
                      <a:pt x="243289" y="554146"/>
                      <a:pt x="243289" y="554146"/>
                    </a:cubicBezTo>
                    <a:lnTo>
                      <a:pt x="244602" y="551825"/>
                    </a:lnTo>
                    <a:cubicBezTo>
                      <a:pt x="244602" y="551825"/>
                      <a:pt x="247866" y="551017"/>
                      <a:pt x="248068" y="550950"/>
                    </a:cubicBezTo>
                    <a:cubicBezTo>
                      <a:pt x="248270" y="550883"/>
                      <a:pt x="252107" y="550210"/>
                      <a:pt x="252107" y="550210"/>
                    </a:cubicBezTo>
                    <a:lnTo>
                      <a:pt x="257559" y="548057"/>
                    </a:lnTo>
                    <a:lnTo>
                      <a:pt x="263414" y="546981"/>
                    </a:lnTo>
                    <a:lnTo>
                      <a:pt x="267319" y="545837"/>
                    </a:lnTo>
                    <a:lnTo>
                      <a:pt x="273982" y="543314"/>
                    </a:lnTo>
                    <a:cubicBezTo>
                      <a:pt x="273982" y="543314"/>
                      <a:pt x="274857" y="543314"/>
                      <a:pt x="275732" y="542809"/>
                    </a:cubicBezTo>
                    <a:cubicBezTo>
                      <a:pt x="276607" y="542305"/>
                      <a:pt x="276809" y="542944"/>
                      <a:pt x="277112" y="542809"/>
                    </a:cubicBezTo>
                    <a:cubicBezTo>
                      <a:pt x="277415" y="542675"/>
                      <a:pt x="278862" y="542675"/>
                      <a:pt x="279064" y="542439"/>
                    </a:cubicBezTo>
                    <a:cubicBezTo>
                      <a:pt x="279299" y="542237"/>
                      <a:pt x="279771" y="541800"/>
                      <a:pt x="279771" y="541800"/>
                    </a:cubicBezTo>
                    <a:lnTo>
                      <a:pt x="279703" y="540723"/>
                    </a:lnTo>
                    <a:lnTo>
                      <a:pt x="279771" y="538638"/>
                    </a:lnTo>
                    <a:cubicBezTo>
                      <a:pt x="279771" y="538638"/>
                      <a:pt x="278761" y="537629"/>
                      <a:pt x="278256" y="537326"/>
                    </a:cubicBezTo>
                    <a:cubicBezTo>
                      <a:pt x="277751" y="537023"/>
                      <a:pt x="276304" y="536451"/>
                      <a:pt x="276304" y="536451"/>
                    </a:cubicBezTo>
                    <a:lnTo>
                      <a:pt x="273847" y="535139"/>
                    </a:lnTo>
                    <a:lnTo>
                      <a:pt x="272333" y="532549"/>
                    </a:lnTo>
                    <a:lnTo>
                      <a:pt x="272535" y="529858"/>
                    </a:lnTo>
                    <a:lnTo>
                      <a:pt x="272737" y="528041"/>
                    </a:lnTo>
                    <a:lnTo>
                      <a:pt x="274117" y="526729"/>
                    </a:lnTo>
                    <a:lnTo>
                      <a:pt x="274689" y="525720"/>
                    </a:lnTo>
                    <a:lnTo>
                      <a:pt x="276708" y="526158"/>
                    </a:lnTo>
                    <a:lnTo>
                      <a:pt x="278795" y="527234"/>
                    </a:lnTo>
                    <a:lnTo>
                      <a:pt x="281622" y="530194"/>
                    </a:lnTo>
                    <a:lnTo>
                      <a:pt x="282127" y="531876"/>
                    </a:lnTo>
                    <a:lnTo>
                      <a:pt x="286905" y="533693"/>
                    </a:lnTo>
                    <a:lnTo>
                      <a:pt x="289429" y="533693"/>
                    </a:lnTo>
                    <a:lnTo>
                      <a:pt x="289564" y="531304"/>
                    </a:lnTo>
                    <a:lnTo>
                      <a:pt x="288925" y="528916"/>
                    </a:lnTo>
                    <a:lnTo>
                      <a:pt x="289934" y="526729"/>
                    </a:lnTo>
                    <a:lnTo>
                      <a:pt x="290507" y="524274"/>
                    </a:lnTo>
                    <a:cubicBezTo>
                      <a:pt x="290507" y="524274"/>
                      <a:pt x="291516" y="523130"/>
                      <a:pt x="291954" y="522962"/>
                    </a:cubicBezTo>
                    <a:cubicBezTo>
                      <a:pt x="292391" y="522827"/>
                      <a:pt x="294141" y="521818"/>
                      <a:pt x="294141" y="521818"/>
                    </a:cubicBezTo>
                    <a:cubicBezTo>
                      <a:pt x="294141" y="521818"/>
                      <a:pt x="295588" y="522255"/>
                      <a:pt x="296464" y="521818"/>
                    </a:cubicBezTo>
                    <a:cubicBezTo>
                      <a:pt x="297339" y="521381"/>
                      <a:pt x="297776" y="520943"/>
                      <a:pt x="297776" y="520943"/>
                    </a:cubicBezTo>
                    <a:lnTo>
                      <a:pt x="298213" y="520372"/>
                    </a:lnTo>
                    <a:cubicBezTo>
                      <a:pt x="298213" y="520372"/>
                      <a:pt x="298651" y="518622"/>
                      <a:pt x="298651" y="518050"/>
                    </a:cubicBezTo>
                    <a:cubicBezTo>
                      <a:pt x="298651" y="517479"/>
                      <a:pt x="299661" y="515157"/>
                      <a:pt x="299661" y="515157"/>
                    </a:cubicBezTo>
                    <a:lnTo>
                      <a:pt x="301848" y="513274"/>
                    </a:lnTo>
                    <a:cubicBezTo>
                      <a:pt x="301848" y="513274"/>
                      <a:pt x="304742" y="511390"/>
                      <a:pt x="305180" y="511087"/>
                    </a:cubicBezTo>
                    <a:cubicBezTo>
                      <a:pt x="305617" y="510784"/>
                      <a:pt x="307939" y="510078"/>
                      <a:pt x="307939" y="510078"/>
                    </a:cubicBezTo>
                    <a:cubicBezTo>
                      <a:pt x="307939" y="510078"/>
                      <a:pt x="308209" y="508934"/>
                      <a:pt x="308209" y="507891"/>
                    </a:cubicBezTo>
                    <a:cubicBezTo>
                      <a:pt x="308209" y="506882"/>
                      <a:pt x="306930" y="504426"/>
                      <a:pt x="306930" y="504426"/>
                    </a:cubicBezTo>
                    <a:cubicBezTo>
                      <a:pt x="306930" y="504426"/>
                      <a:pt x="305483" y="504561"/>
                      <a:pt x="305045" y="504426"/>
                    </a:cubicBezTo>
                    <a:cubicBezTo>
                      <a:pt x="304608" y="504292"/>
                      <a:pt x="304911" y="502105"/>
                      <a:pt x="305045" y="501533"/>
                    </a:cubicBezTo>
                    <a:cubicBezTo>
                      <a:pt x="305180" y="500961"/>
                      <a:pt x="306055" y="499347"/>
                      <a:pt x="306055" y="499347"/>
                    </a:cubicBezTo>
                    <a:lnTo>
                      <a:pt x="306930" y="497026"/>
                    </a:lnTo>
                    <a:lnTo>
                      <a:pt x="310598" y="493998"/>
                    </a:lnTo>
                    <a:lnTo>
                      <a:pt x="311709" y="492686"/>
                    </a:lnTo>
                    <a:cubicBezTo>
                      <a:pt x="311709" y="492686"/>
                      <a:pt x="315040" y="490937"/>
                      <a:pt x="315613" y="490937"/>
                    </a:cubicBezTo>
                    <a:cubicBezTo>
                      <a:pt x="316185" y="490937"/>
                      <a:pt x="316623" y="488481"/>
                      <a:pt x="316623" y="488481"/>
                    </a:cubicBezTo>
                    <a:lnTo>
                      <a:pt x="320089" y="487472"/>
                    </a:lnTo>
                    <a:lnTo>
                      <a:pt x="322849" y="485285"/>
                    </a:lnTo>
                    <a:lnTo>
                      <a:pt x="323421" y="482258"/>
                    </a:lnTo>
                    <a:lnTo>
                      <a:pt x="323858" y="480239"/>
                    </a:lnTo>
                    <a:lnTo>
                      <a:pt x="327493" y="478356"/>
                    </a:lnTo>
                    <a:cubicBezTo>
                      <a:pt x="327493" y="478356"/>
                      <a:pt x="333147" y="475160"/>
                      <a:pt x="333584" y="475025"/>
                    </a:cubicBezTo>
                    <a:cubicBezTo>
                      <a:pt x="334022" y="474891"/>
                      <a:pt x="339238" y="469946"/>
                      <a:pt x="339238" y="469946"/>
                    </a:cubicBezTo>
                    <a:lnTo>
                      <a:pt x="345330" y="464597"/>
                    </a:lnTo>
                    <a:lnTo>
                      <a:pt x="352936" y="458306"/>
                    </a:lnTo>
                    <a:lnTo>
                      <a:pt x="356638" y="456355"/>
                    </a:lnTo>
                    <a:cubicBezTo>
                      <a:pt x="356638" y="456355"/>
                      <a:pt x="360407" y="453261"/>
                      <a:pt x="360474" y="452958"/>
                    </a:cubicBezTo>
                    <a:cubicBezTo>
                      <a:pt x="360542" y="452655"/>
                      <a:pt x="362224" y="450939"/>
                      <a:pt x="362662" y="450569"/>
                    </a:cubicBezTo>
                    <a:cubicBezTo>
                      <a:pt x="363099" y="450199"/>
                      <a:pt x="365623" y="448988"/>
                      <a:pt x="366128" y="448551"/>
                    </a:cubicBezTo>
                    <a:cubicBezTo>
                      <a:pt x="366633" y="448114"/>
                      <a:pt x="368215" y="447912"/>
                      <a:pt x="368518" y="447811"/>
                    </a:cubicBezTo>
                    <a:cubicBezTo>
                      <a:pt x="368787" y="447744"/>
                      <a:pt x="370335" y="446869"/>
                      <a:pt x="370335" y="446869"/>
                    </a:cubicBezTo>
                    <a:lnTo>
                      <a:pt x="372523" y="444918"/>
                    </a:lnTo>
                    <a:lnTo>
                      <a:pt x="374542" y="442899"/>
                    </a:lnTo>
                    <a:lnTo>
                      <a:pt x="376561" y="442092"/>
                    </a:lnTo>
                    <a:lnTo>
                      <a:pt x="379826" y="441789"/>
                    </a:lnTo>
                    <a:lnTo>
                      <a:pt x="382585" y="439838"/>
                    </a:lnTo>
                    <a:lnTo>
                      <a:pt x="385917" y="439838"/>
                    </a:lnTo>
                    <a:lnTo>
                      <a:pt x="389518" y="439838"/>
                    </a:lnTo>
                    <a:lnTo>
                      <a:pt x="393153" y="439838"/>
                    </a:lnTo>
                    <a:lnTo>
                      <a:pt x="395038" y="438257"/>
                    </a:lnTo>
                    <a:lnTo>
                      <a:pt x="396788" y="436373"/>
                    </a:lnTo>
                    <a:lnTo>
                      <a:pt x="396350" y="434490"/>
                    </a:lnTo>
                    <a:lnTo>
                      <a:pt x="395475" y="432034"/>
                    </a:lnTo>
                    <a:lnTo>
                      <a:pt x="393725" y="430285"/>
                    </a:lnTo>
                    <a:lnTo>
                      <a:pt x="393860" y="425508"/>
                    </a:lnTo>
                    <a:lnTo>
                      <a:pt x="398639" y="424768"/>
                    </a:lnTo>
                    <a:lnTo>
                      <a:pt x="401971" y="423187"/>
                    </a:lnTo>
                    <a:lnTo>
                      <a:pt x="405168" y="424196"/>
                    </a:lnTo>
                    <a:lnTo>
                      <a:pt x="407355" y="424196"/>
                    </a:lnTo>
                    <a:lnTo>
                      <a:pt x="409105" y="425508"/>
                    </a:lnTo>
                    <a:cubicBezTo>
                      <a:pt x="409105" y="425508"/>
                      <a:pt x="412302" y="425373"/>
                      <a:pt x="413009" y="425070"/>
                    </a:cubicBezTo>
                    <a:cubicBezTo>
                      <a:pt x="413750" y="424768"/>
                      <a:pt x="416644" y="425070"/>
                      <a:pt x="416644" y="425070"/>
                    </a:cubicBezTo>
                    <a:lnTo>
                      <a:pt x="420144" y="422615"/>
                    </a:lnTo>
                    <a:lnTo>
                      <a:pt x="422466" y="419991"/>
                    </a:lnTo>
                    <a:lnTo>
                      <a:pt x="424485" y="418544"/>
                    </a:lnTo>
                    <a:lnTo>
                      <a:pt x="425933" y="416526"/>
                    </a:lnTo>
                    <a:lnTo>
                      <a:pt x="427817" y="414945"/>
                    </a:lnTo>
                    <a:lnTo>
                      <a:pt x="429264" y="412052"/>
                    </a:lnTo>
                    <a:cubicBezTo>
                      <a:pt x="429264" y="412052"/>
                      <a:pt x="430712" y="411917"/>
                      <a:pt x="431452" y="411749"/>
                    </a:cubicBezTo>
                    <a:cubicBezTo>
                      <a:pt x="432159" y="411615"/>
                      <a:pt x="433034" y="411615"/>
                      <a:pt x="433034" y="411615"/>
                    </a:cubicBezTo>
                    <a:lnTo>
                      <a:pt x="436938" y="412187"/>
                    </a:lnTo>
                    <a:lnTo>
                      <a:pt x="438082" y="413498"/>
                    </a:lnTo>
                    <a:lnTo>
                      <a:pt x="441716" y="415517"/>
                    </a:lnTo>
                    <a:lnTo>
                      <a:pt x="445183" y="415517"/>
                    </a:lnTo>
                    <a:lnTo>
                      <a:pt x="448683" y="413768"/>
                    </a:lnTo>
                    <a:lnTo>
                      <a:pt x="454203" y="413768"/>
                    </a:lnTo>
                    <a:lnTo>
                      <a:pt x="459116" y="412018"/>
                    </a:lnTo>
                    <a:lnTo>
                      <a:pt x="463323" y="412018"/>
                    </a:lnTo>
                    <a:lnTo>
                      <a:pt x="464333" y="412018"/>
                    </a:lnTo>
                    <a:lnTo>
                      <a:pt x="468674" y="412018"/>
                    </a:lnTo>
                    <a:cubicBezTo>
                      <a:pt x="468674" y="412018"/>
                      <a:pt x="469986" y="411009"/>
                      <a:pt x="470559" y="410706"/>
                    </a:cubicBezTo>
                    <a:cubicBezTo>
                      <a:pt x="471130" y="410437"/>
                      <a:pt x="472006" y="409260"/>
                      <a:pt x="472006" y="409260"/>
                    </a:cubicBezTo>
                    <a:lnTo>
                      <a:pt x="473015" y="408385"/>
                    </a:lnTo>
                    <a:cubicBezTo>
                      <a:pt x="473015" y="408385"/>
                      <a:pt x="474597" y="407511"/>
                      <a:pt x="475337" y="406939"/>
                    </a:cubicBezTo>
                    <a:cubicBezTo>
                      <a:pt x="476044" y="406367"/>
                      <a:pt x="476347" y="405795"/>
                      <a:pt x="476347" y="405795"/>
                    </a:cubicBezTo>
                    <a:lnTo>
                      <a:pt x="476482" y="404483"/>
                    </a:lnTo>
                    <a:lnTo>
                      <a:pt x="475607" y="402465"/>
                    </a:lnTo>
                    <a:lnTo>
                      <a:pt x="475607" y="399841"/>
                    </a:lnTo>
                    <a:lnTo>
                      <a:pt x="476246" y="397654"/>
                    </a:lnTo>
                    <a:lnTo>
                      <a:pt x="477188" y="396073"/>
                    </a:lnTo>
                    <a:lnTo>
                      <a:pt x="478198" y="394627"/>
                    </a:lnTo>
                    <a:lnTo>
                      <a:pt x="480789" y="394627"/>
                    </a:lnTo>
                    <a:lnTo>
                      <a:pt x="482539" y="393752"/>
                    </a:lnTo>
                    <a:lnTo>
                      <a:pt x="482539" y="392003"/>
                    </a:lnTo>
                    <a:lnTo>
                      <a:pt x="482843" y="389682"/>
                    </a:lnTo>
                    <a:lnTo>
                      <a:pt x="482539" y="386654"/>
                    </a:lnTo>
                    <a:lnTo>
                      <a:pt x="480958" y="383458"/>
                    </a:lnTo>
                    <a:lnTo>
                      <a:pt x="480520" y="379825"/>
                    </a:lnTo>
                    <a:lnTo>
                      <a:pt x="480655" y="377201"/>
                    </a:lnTo>
                    <a:lnTo>
                      <a:pt x="481227" y="373434"/>
                    </a:lnTo>
                    <a:lnTo>
                      <a:pt x="484693" y="370406"/>
                    </a:lnTo>
                    <a:cubicBezTo>
                      <a:pt x="484693" y="370406"/>
                      <a:pt x="489607" y="368220"/>
                      <a:pt x="490650" y="367648"/>
                    </a:cubicBezTo>
                    <a:cubicBezTo>
                      <a:pt x="491660" y="367076"/>
                      <a:pt x="492669" y="364183"/>
                      <a:pt x="492669" y="364183"/>
                    </a:cubicBezTo>
                    <a:lnTo>
                      <a:pt x="496439" y="360852"/>
                    </a:lnTo>
                    <a:lnTo>
                      <a:pt x="496742" y="358094"/>
                    </a:lnTo>
                    <a:lnTo>
                      <a:pt x="499804" y="353519"/>
                    </a:lnTo>
                    <a:lnTo>
                      <a:pt x="501891" y="350054"/>
                    </a:lnTo>
                    <a:lnTo>
                      <a:pt x="503910" y="348641"/>
                    </a:lnTo>
                    <a:lnTo>
                      <a:pt x="505862" y="346522"/>
                    </a:lnTo>
                    <a:lnTo>
                      <a:pt x="508858" y="343326"/>
                    </a:lnTo>
                    <a:lnTo>
                      <a:pt x="512559" y="339861"/>
                    </a:lnTo>
                    <a:lnTo>
                      <a:pt x="516026" y="337910"/>
                    </a:lnTo>
                    <a:lnTo>
                      <a:pt x="520603" y="335724"/>
                    </a:lnTo>
                    <a:lnTo>
                      <a:pt x="524069" y="333974"/>
                    </a:lnTo>
                    <a:lnTo>
                      <a:pt x="526257" y="332023"/>
                    </a:lnTo>
                    <a:lnTo>
                      <a:pt x="527569" y="330947"/>
                    </a:lnTo>
                    <a:lnTo>
                      <a:pt x="531271" y="327246"/>
                    </a:lnTo>
                    <a:lnTo>
                      <a:pt x="535175" y="323546"/>
                    </a:lnTo>
                    <a:lnTo>
                      <a:pt x="536925" y="319207"/>
                    </a:lnTo>
                    <a:lnTo>
                      <a:pt x="541704" y="316179"/>
                    </a:lnTo>
                    <a:lnTo>
                      <a:pt x="544531" y="313151"/>
                    </a:lnTo>
                    <a:lnTo>
                      <a:pt x="547796" y="309451"/>
                    </a:lnTo>
                    <a:lnTo>
                      <a:pt x="551060" y="309451"/>
                    </a:lnTo>
                    <a:lnTo>
                      <a:pt x="554762" y="307702"/>
                    </a:lnTo>
                    <a:lnTo>
                      <a:pt x="559541" y="307702"/>
                    </a:lnTo>
                    <a:lnTo>
                      <a:pt x="563445" y="306625"/>
                    </a:lnTo>
                    <a:lnTo>
                      <a:pt x="566070" y="305112"/>
                    </a:lnTo>
                    <a:lnTo>
                      <a:pt x="567383" y="301848"/>
                    </a:lnTo>
                    <a:lnTo>
                      <a:pt x="569335" y="296399"/>
                    </a:lnTo>
                    <a:lnTo>
                      <a:pt x="575628" y="293371"/>
                    </a:lnTo>
                    <a:lnTo>
                      <a:pt x="582729" y="286912"/>
                    </a:lnTo>
                    <a:lnTo>
                      <a:pt x="584479" y="283515"/>
                    </a:lnTo>
                    <a:lnTo>
                      <a:pt x="587441" y="280891"/>
                    </a:lnTo>
                    <a:cubicBezTo>
                      <a:pt x="587441" y="280891"/>
                      <a:pt x="589898" y="278301"/>
                      <a:pt x="590066" y="277998"/>
                    </a:cubicBezTo>
                    <a:cubicBezTo>
                      <a:pt x="590200" y="277695"/>
                      <a:pt x="591883" y="274802"/>
                      <a:pt x="591883" y="274802"/>
                    </a:cubicBezTo>
                    <a:lnTo>
                      <a:pt x="592018" y="273995"/>
                    </a:lnTo>
                    <a:lnTo>
                      <a:pt x="591951" y="272313"/>
                    </a:lnTo>
                    <a:cubicBezTo>
                      <a:pt x="591951" y="272313"/>
                      <a:pt x="591951" y="269992"/>
                      <a:pt x="591580" y="269487"/>
                    </a:cubicBezTo>
                    <a:cubicBezTo>
                      <a:pt x="591210" y="268983"/>
                      <a:pt x="590705" y="267906"/>
                      <a:pt x="590705" y="267906"/>
                    </a:cubicBezTo>
                    <a:cubicBezTo>
                      <a:pt x="590705" y="267906"/>
                      <a:pt x="588888" y="267704"/>
                      <a:pt x="588686" y="267839"/>
                    </a:cubicBezTo>
                    <a:cubicBezTo>
                      <a:pt x="588451" y="267973"/>
                      <a:pt x="587542" y="268915"/>
                      <a:pt x="587104" y="269353"/>
                    </a:cubicBezTo>
                    <a:cubicBezTo>
                      <a:pt x="586667" y="269790"/>
                      <a:pt x="585422" y="271236"/>
                      <a:pt x="585085" y="271236"/>
                    </a:cubicBezTo>
                    <a:cubicBezTo>
                      <a:pt x="584715" y="271236"/>
                      <a:pt x="582124" y="271035"/>
                      <a:pt x="581820" y="271035"/>
                    </a:cubicBezTo>
                    <a:cubicBezTo>
                      <a:pt x="581551" y="271035"/>
                      <a:pt x="581619" y="269016"/>
                      <a:pt x="581619" y="269016"/>
                    </a:cubicBezTo>
                    <a:lnTo>
                      <a:pt x="582763" y="267570"/>
                    </a:lnTo>
                    <a:cubicBezTo>
                      <a:pt x="582763" y="267570"/>
                      <a:pt x="584345" y="265820"/>
                      <a:pt x="584513" y="265383"/>
                    </a:cubicBezTo>
                    <a:cubicBezTo>
                      <a:pt x="584648" y="264946"/>
                      <a:pt x="586532" y="263802"/>
                      <a:pt x="586532" y="263802"/>
                    </a:cubicBezTo>
                    <a:lnTo>
                      <a:pt x="588720" y="261616"/>
                    </a:lnTo>
                    <a:lnTo>
                      <a:pt x="588720" y="259160"/>
                    </a:lnTo>
                    <a:cubicBezTo>
                      <a:pt x="588720" y="259160"/>
                      <a:pt x="589157" y="256973"/>
                      <a:pt x="589157" y="256401"/>
                    </a:cubicBezTo>
                    <a:cubicBezTo>
                      <a:pt x="589157" y="255829"/>
                      <a:pt x="589595" y="254517"/>
                      <a:pt x="589595" y="254517"/>
                    </a:cubicBezTo>
                    <a:lnTo>
                      <a:pt x="590470" y="251187"/>
                    </a:lnTo>
                    <a:lnTo>
                      <a:pt x="590470" y="248160"/>
                    </a:lnTo>
                    <a:lnTo>
                      <a:pt x="590672" y="246713"/>
                    </a:lnTo>
                    <a:lnTo>
                      <a:pt x="593196" y="245704"/>
                    </a:lnTo>
                    <a:cubicBezTo>
                      <a:pt x="593196" y="245704"/>
                      <a:pt x="595652" y="244392"/>
                      <a:pt x="596090" y="243955"/>
                    </a:cubicBezTo>
                    <a:cubicBezTo>
                      <a:pt x="596292" y="243484"/>
                      <a:pt x="595888" y="241734"/>
                      <a:pt x="595888" y="241734"/>
                    </a:cubicBezTo>
                    <a:close/>
                  </a:path>
                </a:pathLst>
              </a:custGeom>
              <a:grpFill/>
              <a:ln w="6350" cap="flat">
                <a:solidFill>
                  <a:schemeClr val="bg1"/>
                </a:solidFill>
                <a:prstDash val="solid"/>
                <a:miter/>
              </a:ln>
            </p:spPr>
            <p:txBody>
              <a:bodyPr rtlCol="0" anchor="ctr"/>
              <a:lstStyle/>
              <a:p>
                <a:endParaRPr lang="en-US"/>
              </a:p>
            </p:txBody>
          </p:sp>
          <p:sp>
            <p:nvSpPr>
              <p:cNvPr id="145" name="Freeform 924">
                <a:extLst>
                  <a:ext uri="{FF2B5EF4-FFF2-40B4-BE49-F238E27FC236}">
                    <a16:creationId xmlns:a16="http://schemas.microsoft.com/office/drawing/2014/main" id="{89FB954A-FC58-321C-D5EF-F2316118F150}"/>
                  </a:ext>
                </a:extLst>
              </p:cNvPr>
              <p:cNvSpPr/>
              <p:nvPr/>
            </p:nvSpPr>
            <p:spPr>
              <a:xfrm>
                <a:off x="6164299" y="1651739"/>
                <a:ext cx="17365" cy="17122"/>
              </a:xfrm>
              <a:custGeom>
                <a:avLst/>
                <a:gdLst>
                  <a:gd name="connsiteX0" fmla="*/ 0 w 17365"/>
                  <a:gd name="connsiteY0" fmla="*/ 7132 h 17122"/>
                  <a:gd name="connsiteX1" fmla="*/ 0 w 17365"/>
                  <a:gd name="connsiteY1" fmla="*/ 12346 h 17122"/>
                  <a:gd name="connsiteX2" fmla="*/ 539 w 17365"/>
                  <a:gd name="connsiteY2" fmla="*/ 16248 h 17122"/>
                  <a:gd name="connsiteX3" fmla="*/ 4005 w 17365"/>
                  <a:gd name="connsiteY3" fmla="*/ 17123 h 17122"/>
                  <a:gd name="connsiteX4" fmla="*/ 9020 w 17365"/>
                  <a:gd name="connsiteY4" fmla="*/ 15508 h 17122"/>
                  <a:gd name="connsiteX5" fmla="*/ 10971 w 17365"/>
                  <a:gd name="connsiteY5" fmla="*/ 14633 h 17122"/>
                  <a:gd name="connsiteX6" fmla="*/ 14135 w 17365"/>
                  <a:gd name="connsiteY6" fmla="*/ 13456 h 17122"/>
                  <a:gd name="connsiteX7" fmla="*/ 15649 w 17365"/>
                  <a:gd name="connsiteY7" fmla="*/ 12144 h 17122"/>
                  <a:gd name="connsiteX8" fmla="*/ 16390 w 17365"/>
                  <a:gd name="connsiteY8" fmla="*/ 11067 h 17122"/>
                  <a:gd name="connsiteX9" fmla="*/ 16928 w 17365"/>
                  <a:gd name="connsiteY9" fmla="*/ 8343 h 17122"/>
                  <a:gd name="connsiteX10" fmla="*/ 17366 w 17365"/>
                  <a:gd name="connsiteY10" fmla="*/ 7132 h 17122"/>
                  <a:gd name="connsiteX11" fmla="*/ 17366 w 17365"/>
                  <a:gd name="connsiteY11" fmla="*/ 3667 h 17122"/>
                  <a:gd name="connsiteX12" fmla="*/ 17366 w 17365"/>
                  <a:gd name="connsiteY12" fmla="*/ 1076 h 17122"/>
                  <a:gd name="connsiteX13" fmla="*/ 16491 w 17365"/>
                  <a:gd name="connsiteY13" fmla="*/ 1076 h 17122"/>
                  <a:gd name="connsiteX14" fmla="*/ 13125 w 17365"/>
                  <a:gd name="connsiteY14" fmla="*/ 0 h 17122"/>
                  <a:gd name="connsiteX15" fmla="*/ 11813 w 17365"/>
                  <a:gd name="connsiteY15" fmla="*/ 1413 h 17122"/>
                  <a:gd name="connsiteX16" fmla="*/ 10938 w 17365"/>
                  <a:gd name="connsiteY16" fmla="*/ 3801 h 17122"/>
                  <a:gd name="connsiteX17" fmla="*/ 8649 w 17365"/>
                  <a:gd name="connsiteY17" fmla="*/ 4339 h 17122"/>
                  <a:gd name="connsiteX18" fmla="*/ 4611 w 17365"/>
                  <a:gd name="connsiteY18" fmla="*/ 4777 h 17122"/>
                  <a:gd name="connsiteX19" fmla="*/ 2221 w 17365"/>
                  <a:gd name="connsiteY19" fmla="*/ 5551 h 17122"/>
                  <a:gd name="connsiteX20" fmla="*/ 0 w 17365"/>
                  <a:gd name="connsiteY20" fmla="*/ 7132 h 1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365" h="17122">
                    <a:moveTo>
                      <a:pt x="0" y="7132"/>
                    </a:moveTo>
                    <a:lnTo>
                      <a:pt x="0" y="12346"/>
                    </a:lnTo>
                    <a:lnTo>
                      <a:pt x="539" y="16248"/>
                    </a:lnTo>
                    <a:lnTo>
                      <a:pt x="4005" y="17123"/>
                    </a:lnTo>
                    <a:lnTo>
                      <a:pt x="9020" y="15508"/>
                    </a:lnTo>
                    <a:cubicBezTo>
                      <a:pt x="9020" y="15508"/>
                      <a:pt x="10669" y="14633"/>
                      <a:pt x="10971" y="14633"/>
                    </a:cubicBezTo>
                    <a:cubicBezTo>
                      <a:pt x="11308" y="14633"/>
                      <a:pt x="14135" y="13456"/>
                      <a:pt x="14135" y="13456"/>
                    </a:cubicBezTo>
                    <a:lnTo>
                      <a:pt x="15649" y="12144"/>
                    </a:lnTo>
                    <a:lnTo>
                      <a:pt x="16390" y="11067"/>
                    </a:lnTo>
                    <a:lnTo>
                      <a:pt x="16928" y="8343"/>
                    </a:lnTo>
                    <a:lnTo>
                      <a:pt x="17366" y="7132"/>
                    </a:lnTo>
                    <a:lnTo>
                      <a:pt x="17366" y="3667"/>
                    </a:lnTo>
                    <a:lnTo>
                      <a:pt x="17366" y="1076"/>
                    </a:lnTo>
                    <a:lnTo>
                      <a:pt x="16491" y="1076"/>
                    </a:lnTo>
                    <a:lnTo>
                      <a:pt x="13125" y="0"/>
                    </a:lnTo>
                    <a:lnTo>
                      <a:pt x="11813" y="1413"/>
                    </a:lnTo>
                    <a:lnTo>
                      <a:pt x="10938" y="3801"/>
                    </a:lnTo>
                    <a:lnTo>
                      <a:pt x="8649" y="4339"/>
                    </a:lnTo>
                    <a:lnTo>
                      <a:pt x="4611" y="4777"/>
                    </a:lnTo>
                    <a:lnTo>
                      <a:pt x="2221" y="5551"/>
                    </a:lnTo>
                    <a:lnTo>
                      <a:pt x="0" y="7132"/>
                    </a:lnTo>
                    <a:close/>
                  </a:path>
                </a:pathLst>
              </a:custGeom>
              <a:grpFill/>
              <a:ln w="6350" cap="flat">
                <a:solidFill>
                  <a:schemeClr val="bg1"/>
                </a:solidFill>
                <a:prstDash val="solid"/>
                <a:miter/>
              </a:ln>
            </p:spPr>
            <p:txBody>
              <a:bodyPr rtlCol="0" anchor="ctr"/>
              <a:lstStyle/>
              <a:p>
                <a:endParaRPr lang="en-US"/>
              </a:p>
            </p:txBody>
          </p:sp>
          <p:sp>
            <p:nvSpPr>
              <p:cNvPr id="146" name="Freeform 925">
                <a:extLst>
                  <a:ext uri="{FF2B5EF4-FFF2-40B4-BE49-F238E27FC236}">
                    <a16:creationId xmlns:a16="http://schemas.microsoft.com/office/drawing/2014/main" id="{F142C0C4-794C-8A7A-4449-5222633347D0}"/>
                  </a:ext>
                </a:extLst>
              </p:cNvPr>
              <p:cNvSpPr/>
              <p:nvPr/>
            </p:nvSpPr>
            <p:spPr>
              <a:xfrm>
                <a:off x="6167462" y="1670174"/>
                <a:ext cx="17063" cy="11605"/>
              </a:xfrm>
              <a:custGeom>
                <a:avLst/>
                <a:gdLst>
                  <a:gd name="connsiteX0" fmla="*/ 2491 w 17063"/>
                  <a:gd name="connsiteY0" fmla="*/ 2220 h 11605"/>
                  <a:gd name="connsiteX1" fmla="*/ 4544 w 17063"/>
                  <a:gd name="connsiteY1" fmla="*/ 0 h 11605"/>
                  <a:gd name="connsiteX2" fmla="*/ 8145 w 17063"/>
                  <a:gd name="connsiteY2" fmla="*/ 0 h 11605"/>
                  <a:gd name="connsiteX3" fmla="*/ 11611 w 17063"/>
                  <a:gd name="connsiteY3" fmla="*/ 0 h 11605"/>
                  <a:gd name="connsiteX4" fmla="*/ 14236 w 17063"/>
                  <a:gd name="connsiteY4" fmla="*/ 2590 h 11605"/>
                  <a:gd name="connsiteX5" fmla="*/ 15313 w 17063"/>
                  <a:gd name="connsiteY5" fmla="*/ 5416 h 11605"/>
                  <a:gd name="connsiteX6" fmla="*/ 15953 w 17063"/>
                  <a:gd name="connsiteY6" fmla="*/ 7804 h 11605"/>
                  <a:gd name="connsiteX7" fmla="*/ 17063 w 17063"/>
                  <a:gd name="connsiteY7" fmla="*/ 8612 h 11605"/>
                  <a:gd name="connsiteX8" fmla="*/ 14236 w 17063"/>
                  <a:gd name="connsiteY8" fmla="*/ 10428 h 11605"/>
                  <a:gd name="connsiteX9" fmla="*/ 11611 w 17063"/>
                  <a:gd name="connsiteY9" fmla="*/ 10428 h 11605"/>
                  <a:gd name="connsiteX10" fmla="*/ 6630 w 17063"/>
                  <a:gd name="connsiteY10" fmla="*/ 11606 h 11605"/>
                  <a:gd name="connsiteX11" fmla="*/ 1515 w 17063"/>
                  <a:gd name="connsiteY11" fmla="*/ 10327 h 11605"/>
                  <a:gd name="connsiteX12" fmla="*/ 0 w 17063"/>
                  <a:gd name="connsiteY12" fmla="*/ 8040 h 11605"/>
                  <a:gd name="connsiteX13" fmla="*/ 539 w 17063"/>
                  <a:gd name="connsiteY13" fmla="*/ 5820 h 11605"/>
                  <a:gd name="connsiteX14" fmla="*/ 976 w 17063"/>
                  <a:gd name="connsiteY14" fmla="*/ 3364 h 1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63" h="11605">
                    <a:moveTo>
                      <a:pt x="2491" y="2220"/>
                    </a:moveTo>
                    <a:lnTo>
                      <a:pt x="4544" y="0"/>
                    </a:lnTo>
                    <a:lnTo>
                      <a:pt x="8145" y="0"/>
                    </a:lnTo>
                    <a:lnTo>
                      <a:pt x="11611" y="0"/>
                    </a:lnTo>
                    <a:lnTo>
                      <a:pt x="14236" y="2590"/>
                    </a:lnTo>
                    <a:lnTo>
                      <a:pt x="15313" y="5416"/>
                    </a:lnTo>
                    <a:lnTo>
                      <a:pt x="15953" y="7804"/>
                    </a:lnTo>
                    <a:lnTo>
                      <a:pt x="17063" y="8612"/>
                    </a:lnTo>
                    <a:lnTo>
                      <a:pt x="14236" y="10428"/>
                    </a:lnTo>
                    <a:lnTo>
                      <a:pt x="11611" y="10428"/>
                    </a:lnTo>
                    <a:lnTo>
                      <a:pt x="6630" y="11606"/>
                    </a:lnTo>
                    <a:lnTo>
                      <a:pt x="1515" y="10327"/>
                    </a:lnTo>
                    <a:lnTo>
                      <a:pt x="0" y="8040"/>
                    </a:lnTo>
                    <a:lnTo>
                      <a:pt x="539" y="5820"/>
                    </a:lnTo>
                    <a:lnTo>
                      <a:pt x="976" y="3364"/>
                    </a:lnTo>
                    <a:close/>
                  </a:path>
                </a:pathLst>
              </a:custGeom>
              <a:grpFill/>
              <a:ln w="6350" cap="flat">
                <a:solidFill>
                  <a:schemeClr val="bg1"/>
                </a:solidFill>
                <a:prstDash val="solid"/>
                <a:miter/>
              </a:ln>
            </p:spPr>
            <p:txBody>
              <a:bodyPr rtlCol="0" anchor="ctr"/>
              <a:lstStyle/>
              <a:p>
                <a:endParaRPr lang="en-US"/>
              </a:p>
            </p:txBody>
          </p:sp>
          <p:sp>
            <p:nvSpPr>
              <p:cNvPr id="147" name="Freeform 926">
                <a:extLst>
                  <a:ext uri="{FF2B5EF4-FFF2-40B4-BE49-F238E27FC236}">
                    <a16:creationId xmlns:a16="http://schemas.microsoft.com/office/drawing/2014/main" id="{13FFC927-9525-D5D1-24FB-55DDE4AD0074}"/>
                  </a:ext>
                </a:extLst>
              </p:cNvPr>
              <p:cNvSpPr/>
              <p:nvPr/>
            </p:nvSpPr>
            <p:spPr>
              <a:xfrm>
                <a:off x="6286094" y="1672596"/>
                <a:ext cx="8649" cy="10226"/>
              </a:xfrm>
              <a:custGeom>
                <a:avLst/>
                <a:gdLst>
                  <a:gd name="connsiteX0" fmla="*/ 942 w 8649"/>
                  <a:gd name="connsiteY0" fmla="*/ 6190 h 10226"/>
                  <a:gd name="connsiteX1" fmla="*/ 3702 w 8649"/>
                  <a:gd name="connsiteY1" fmla="*/ 7569 h 10226"/>
                  <a:gd name="connsiteX2" fmla="*/ 6698 w 8649"/>
                  <a:gd name="connsiteY2" fmla="*/ 8612 h 10226"/>
                  <a:gd name="connsiteX3" fmla="*/ 7034 w 8649"/>
                  <a:gd name="connsiteY3" fmla="*/ 10226 h 10226"/>
                  <a:gd name="connsiteX4" fmla="*/ 8010 w 8649"/>
                  <a:gd name="connsiteY4" fmla="*/ 8477 h 10226"/>
                  <a:gd name="connsiteX5" fmla="*/ 8649 w 8649"/>
                  <a:gd name="connsiteY5" fmla="*/ 5652 h 10226"/>
                  <a:gd name="connsiteX6" fmla="*/ 8649 w 8649"/>
                  <a:gd name="connsiteY6" fmla="*/ 3633 h 10226"/>
                  <a:gd name="connsiteX7" fmla="*/ 7000 w 8649"/>
                  <a:gd name="connsiteY7" fmla="*/ 370 h 10226"/>
                  <a:gd name="connsiteX8" fmla="*/ 5318 w 8649"/>
                  <a:gd name="connsiteY8" fmla="*/ 0 h 10226"/>
                  <a:gd name="connsiteX9" fmla="*/ 3837 w 8649"/>
                  <a:gd name="connsiteY9" fmla="*/ 606 h 10226"/>
                  <a:gd name="connsiteX10" fmla="*/ 371 w 8649"/>
                  <a:gd name="connsiteY10" fmla="*/ 2018 h 10226"/>
                  <a:gd name="connsiteX11" fmla="*/ 0 w 8649"/>
                  <a:gd name="connsiteY11" fmla="*/ 4777 h 10226"/>
                  <a:gd name="connsiteX12" fmla="*/ 942 w 8649"/>
                  <a:gd name="connsiteY12" fmla="*/ 6190 h 1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9" h="10226">
                    <a:moveTo>
                      <a:pt x="942" y="6190"/>
                    </a:moveTo>
                    <a:lnTo>
                      <a:pt x="3702" y="7569"/>
                    </a:lnTo>
                    <a:lnTo>
                      <a:pt x="6698" y="8612"/>
                    </a:lnTo>
                    <a:cubicBezTo>
                      <a:pt x="6698" y="8612"/>
                      <a:pt x="6899" y="10193"/>
                      <a:pt x="7034" y="10226"/>
                    </a:cubicBezTo>
                    <a:cubicBezTo>
                      <a:pt x="7168" y="10260"/>
                      <a:pt x="8010" y="8477"/>
                      <a:pt x="8010" y="8477"/>
                    </a:cubicBezTo>
                    <a:lnTo>
                      <a:pt x="8649" y="5652"/>
                    </a:lnTo>
                    <a:lnTo>
                      <a:pt x="8649" y="3633"/>
                    </a:lnTo>
                    <a:lnTo>
                      <a:pt x="7000" y="370"/>
                    </a:lnTo>
                    <a:lnTo>
                      <a:pt x="5318" y="0"/>
                    </a:lnTo>
                    <a:lnTo>
                      <a:pt x="3837" y="606"/>
                    </a:lnTo>
                    <a:lnTo>
                      <a:pt x="371" y="2018"/>
                    </a:lnTo>
                    <a:lnTo>
                      <a:pt x="0" y="4777"/>
                    </a:lnTo>
                    <a:lnTo>
                      <a:pt x="942" y="6190"/>
                    </a:lnTo>
                    <a:close/>
                  </a:path>
                </a:pathLst>
              </a:custGeom>
              <a:grpFill/>
              <a:ln w="6350" cap="flat">
                <a:solidFill>
                  <a:schemeClr val="bg1"/>
                </a:solidFill>
                <a:prstDash val="solid"/>
                <a:miter/>
              </a:ln>
            </p:spPr>
            <p:txBody>
              <a:bodyPr rtlCol="0" anchor="ctr"/>
              <a:lstStyle/>
              <a:p>
                <a:endParaRPr lang="en-US"/>
              </a:p>
            </p:txBody>
          </p:sp>
          <p:sp>
            <p:nvSpPr>
              <p:cNvPr id="148" name="Freeform 927">
                <a:extLst>
                  <a:ext uri="{FF2B5EF4-FFF2-40B4-BE49-F238E27FC236}">
                    <a16:creationId xmlns:a16="http://schemas.microsoft.com/office/drawing/2014/main" id="{8D127746-3D6B-5535-7EB7-86CCBFDBA4C4}"/>
                  </a:ext>
                </a:extLst>
              </p:cNvPr>
              <p:cNvSpPr/>
              <p:nvPr/>
            </p:nvSpPr>
            <p:spPr>
              <a:xfrm>
                <a:off x="6301677" y="1678853"/>
                <a:ext cx="8985" cy="5752"/>
              </a:xfrm>
              <a:custGeom>
                <a:avLst/>
                <a:gdLst>
                  <a:gd name="connsiteX0" fmla="*/ 0 w 8985"/>
                  <a:gd name="connsiteY0" fmla="*/ 1783 h 5752"/>
                  <a:gd name="connsiteX1" fmla="*/ 1515 w 8985"/>
                  <a:gd name="connsiteY1" fmla="*/ 0 h 5752"/>
                  <a:gd name="connsiteX2" fmla="*/ 4342 w 8985"/>
                  <a:gd name="connsiteY2" fmla="*/ 0 h 5752"/>
                  <a:gd name="connsiteX3" fmla="*/ 7337 w 8985"/>
                  <a:gd name="connsiteY3" fmla="*/ 908 h 5752"/>
                  <a:gd name="connsiteX4" fmla="*/ 8986 w 8985"/>
                  <a:gd name="connsiteY4" fmla="*/ 1783 h 5752"/>
                  <a:gd name="connsiteX5" fmla="*/ 8145 w 8985"/>
                  <a:gd name="connsiteY5" fmla="*/ 4339 h 5752"/>
                  <a:gd name="connsiteX6" fmla="*/ 5385 w 8985"/>
                  <a:gd name="connsiteY6" fmla="*/ 5752 h 5752"/>
                  <a:gd name="connsiteX7" fmla="*/ 2053 w 8985"/>
                  <a:gd name="connsiteY7" fmla="*/ 4844 h 5752"/>
                  <a:gd name="connsiteX8" fmla="*/ 0 w 8985"/>
                  <a:gd name="connsiteY8" fmla="*/ 3263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85" h="5752">
                    <a:moveTo>
                      <a:pt x="0" y="1783"/>
                    </a:moveTo>
                    <a:lnTo>
                      <a:pt x="1515" y="0"/>
                    </a:lnTo>
                    <a:lnTo>
                      <a:pt x="4342" y="0"/>
                    </a:lnTo>
                    <a:lnTo>
                      <a:pt x="7337" y="908"/>
                    </a:lnTo>
                    <a:lnTo>
                      <a:pt x="8986" y="1783"/>
                    </a:lnTo>
                    <a:lnTo>
                      <a:pt x="8145" y="4339"/>
                    </a:lnTo>
                    <a:lnTo>
                      <a:pt x="5385" y="5752"/>
                    </a:lnTo>
                    <a:lnTo>
                      <a:pt x="2053" y="4844"/>
                    </a:lnTo>
                    <a:lnTo>
                      <a:pt x="0" y="3263"/>
                    </a:lnTo>
                    <a:close/>
                  </a:path>
                </a:pathLst>
              </a:custGeom>
              <a:grpFill/>
              <a:ln w="6350" cap="flat">
                <a:solidFill>
                  <a:schemeClr val="bg1"/>
                </a:solidFill>
                <a:prstDash val="solid"/>
                <a:miter/>
              </a:ln>
            </p:spPr>
            <p:txBody>
              <a:bodyPr rtlCol="0" anchor="ctr"/>
              <a:lstStyle/>
              <a:p>
                <a:endParaRPr lang="en-US"/>
              </a:p>
            </p:txBody>
          </p:sp>
          <p:sp>
            <p:nvSpPr>
              <p:cNvPr id="149" name="Freeform 928">
                <a:extLst>
                  <a:ext uri="{FF2B5EF4-FFF2-40B4-BE49-F238E27FC236}">
                    <a16:creationId xmlns:a16="http://schemas.microsoft.com/office/drawing/2014/main" id="{65623D76-618E-9FE3-4500-A9A71605C178}"/>
                  </a:ext>
                </a:extLst>
              </p:cNvPr>
              <p:cNvSpPr/>
              <p:nvPr/>
            </p:nvSpPr>
            <p:spPr>
              <a:xfrm>
                <a:off x="6306859" y="1701459"/>
                <a:ext cx="5754" cy="7064"/>
              </a:xfrm>
              <a:custGeom>
                <a:avLst/>
                <a:gdLst>
                  <a:gd name="connsiteX0" fmla="*/ 572 w 5754"/>
                  <a:gd name="connsiteY0" fmla="*/ 2052 h 7064"/>
                  <a:gd name="connsiteX1" fmla="*/ 2221 w 5754"/>
                  <a:gd name="connsiteY1" fmla="*/ 0 h 7064"/>
                  <a:gd name="connsiteX2" fmla="*/ 4375 w 5754"/>
                  <a:gd name="connsiteY2" fmla="*/ 0 h 7064"/>
                  <a:gd name="connsiteX3" fmla="*/ 5486 w 5754"/>
                  <a:gd name="connsiteY3" fmla="*/ 3667 h 7064"/>
                  <a:gd name="connsiteX4" fmla="*/ 5755 w 5754"/>
                  <a:gd name="connsiteY4" fmla="*/ 5988 h 7064"/>
                  <a:gd name="connsiteX5" fmla="*/ 4409 w 5754"/>
                  <a:gd name="connsiteY5" fmla="*/ 7064 h 7064"/>
                  <a:gd name="connsiteX6" fmla="*/ 2154 w 5754"/>
                  <a:gd name="connsiteY6" fmla="*/ 6694 h 7064"/>
                  <a:gd name="connsiteX7" fmla="*/ 572 w 5754"/>
                  <a:gd name="connsiteY7" fmla="*/ 4777 h 7064"/>
                  <a:gd name="connsiteX8" fmla="*/ 0 w 5754"/>
                  <a:gd name="connsiteY8" fmla="*/ 2960 h 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4" h="7064">
                    <a:moveTo>
                      <a:pt x="572" y="2052"/>
                    </a:moveTo>
                    <a:lnTo>
                      <a:pt x="2221" y="0"/>
                    </a:lnTo>
                    <a:lnTo>
                      <a:pt x="4375" y="0"/>
                    </a:lnTo>
                    <a:lnTo>
                      <a:pt x="5486" y="3667"/>
                    </a:lnTo>
                    <a:lnTo>
                      <a:pt x="5755" y="5988"/>
                    </a:lnTo>
                    <a:lnTo>
                      <a:pt x="4409" y="7064"/>
                    </a:lnTo>
                    <a:lnTo>
                      <a:pt x="2154" y="6694"/>
                    </a:lnTo>
                    <a:lnTo>
                      <a:pt x="572" y="4777"/>
                    </a:lnTo>
                    <a:lnTo>
                      <a:pt x="0" y="2960"/>
                    </a:lnTo>
                    <a:close/>
                  </a:path>
                </a:pathLst>
              </a:custGeom>
              <a:grpFill/>
              <a:ln w="6350" cap="flat">
                <a:solidFill>
                  <a:schemeClr val="bg1"/>
                </a:solidFill>
                <a:prstDash val="solid"/>
                <a:miter/>
              </a:ln>
            </p:spPr>
            <p:txBody>
              <a:bodyPr rtlCol="0" anchor="ctr"/>
              <a:lstStyle/>
              <a:p>
                <a:endParaRPr lang="en-US"/>
              </a:p>
            </p:txBody>
          </p:sp>
          <p:sp>
            <p:nvSpPr>
              <p:cNvPr id="150" name="Freeform 929">
                <a:extLst>
                  <a:ext uri="{FF2B5EF4-FFF2-40B4-BE49-F238E27FC236}">
                    <a16:creationId xmlns:a16="http://schemas.microsoft.com/office/drawing/2014/main" id="{D5063AE0-528C-7A06-995C-85FB39A3AF7E}"/>
                  </a:ext>
                </a:extLst>
              </p:cNvPr>
              <p:cNvSpPr/>
              <p:nvPr/>
            </p:nvSpPr>
            <p:spPr>
              <a:xfrm>
                <a:off x="6345259" y="1691972"/>
                <a:ext cx="5081" cy="6727"/>
              </a:xfrm>
              <a:custGeom>
                <a:avLst/>
                <a:gdLst>
                  <a:gd name="connsiteX0" fmla="*/ 34 w 5081"/>
                  <a:gd name="connsiteY0" fmla="*/ 5416 h 6727"/>
                  <a:gd name="connsiteX1" fmla="*/ 0 w 5081"/>
                  <a:gd name="connsiteY1" fmla="*/ 1547 h 6727"/>
                  <a:gd name="connsiteX2" fmla="*/ 1986 w 5081"/>
                  <a:gd name="connsiteY2" fmla="*/ 0 h 6727"/>
                  <a:gd name="connsiteX3" fmla="*/ 4139 w 5081"/>
                  <a:gd name="connsiteY3" fmla="*/ 774 h 6727"/>
                  <a:gd name="connsiteX4" fmla="*/ 5082 w 5081"/>
                  <a:gd name="connsiteY4" fmla="*/ 3028 h 6727"/>
                  <a:gd name="connsiteX5" fmla="*/ 5082 w 5081"/>
                  <a:gd name="connsiteY5" fmla="*/ 5113 h 6727"/>
                  <a:gd name="connsiteX6" fmla="*/ 3197 w 5081"/>
                  <a:gd name="connsiteY6" fmla="*/ 6526 h 6727"/>
                  <a:gd name="connsiteX7" fmla="*/ 1952 w 5081"/>
                  <a:gd name="connsiteY7" fmla="*/ 6728 h 6727"/>
                  <a:gd name="connsiteX8" fmla="*/ 34 w 5081"/>
                  <a:gd name="connsiteY8" fmla="*/ 5416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1" h="6727">
                    <a:moveTo>
                      <a:pt x="34" y="5416"/>
                    </a:moveTo>
                    <a:cubicBezTo>
                      <a:pt x="67" y="5349"/>
                      <a:pt x="0" y="1547"/>
                      <a:pt x="0" y="1547"/>
                    </a:cubicBezTo>
                    <a:lnTo>
                      <a:pt x="1986" y="0"/>
                    </a:lnTo>
                    <a:lnTo>
                      <a:pt x="4139" y="774"/>
                    </a:lnTo>
                    <a:lnTo>
                      <a:pt x="5082" y="3028"/>
                    </a:lnTo>
                    <a:lnTo>
                      <a:pt x="5082" y="5113"/>
                    </a:lnTo>
                    <a:lnTo>
                      <a:pt x="3197" y="6526"/>
                    </a:lnTo>
                    <a:lnTo>
                      <a:pt x="1952" y="6728"/>
                    </a:lnTo>
                    <a:lnTo>
                      <a:pt x="34" y="5416"/>
                    </a:lnTo>
                    <a:close/>
                  </a:path>
                </a:pathLst>
              </a:custGeom>
              <a:grpFill/>
              <a:ln w="6350" cap="flat">
                <a:solidFill>
                  <a:schemeClr val="bg1"/>
                </a:solidFill>
                <a:prstDash val="solid"/>
                <a:miter/>
              </a:ln>
            </p:spPr>
            <p:txBody>
              <a:bodyPr rtlCol="0" anchor="ctr"/>
              <a:lstStyle/>
              <a:p>
                <a:endParaRPr lang="en-US"/>
              </a:p>
            </p:txBody>
          </p:sp>
          <p:sp>
            <p:nvSpPr>
              <p:cNvPr id="151" name="Freeform 930">
                <a:extLst>
                  <a:ext uri="{FF2B5EF4-FFF2-40B4-BE49-F238E27FC236}">
                    <a16:creationId xmlns:a16="http://schemas.microsoft.com/office/drawing/2014/main" id="{5B53C563-805B-384E-9512-C25749035AC0}"/>
                  </a:ext>
                </a:extLst>
              </p:cNvPr>
              <p:cNvSpPr/>
              <p:nvPr/>
            </p:nvSpPr>
            <p:spPr>
              <a:xfrm>
                <a:off x="6200713" y="1506315"/>
                <a:ext cx="3702" cy="7669"/>
              </a:xfrm>
              <a:custGeom>
                <a:avLst/>
                <a:gdLst>
                  <a:gd name="connsiteX0" fmla="*/ 2221 w 3702"/>
                  <a:gd name="connsiteY0" fmla="*/ 7670 h 7669"/>
                  <a:gd name="connsiteX1" fmla="*/ 0 w 3702"/>
                  <a:gd name="connsiteY1" fmla="*/ 4979 h 7669"/>
                  <a:gd name="connsiteX2" fmla="*/ 337 w 3702"/>
                  <a:gd name="connsiteY2" fmla="*/ 1951 h 7669"/>
                  <a:gd name="connsiteX3" fmla="*/ 1481 w 3702"/>
                  <a:gd name="connsiteY3" fmla="*/ 0 h 7669"/>
                  <a:gd name="connsiteX4" fmla="*/ 3568 w 3702"/>
                  <a:gd name="connsiteY4" fmla="*/ 1379 h 7669"/>
                  <a:gd name="connsiteX5" fmla="*/ 3702 w 3702"/>
                  <a:gd name="connsiteY5" fmla="*/ 3835 h 7669"/>
                  <a:gd name="connsiteX6" fmla="*/ 3467 w 3702"/>
                  <a:gd name="connsiteY6" fmla="*/ 6055 h 7669"/>
                  <a:gd name="connsiteX7" fmla="*/ 2221 w 3702"/>
                  <a:gd name="connsiteY7" fmla="*/ 7670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2" h="7669">
                    <a:moveTo>
                      <a:pt x="2221" y="7670"/>
                    </a:moveTo>
                    <a:lnTo>
                      <a:pt x="0" y="4979"/>
                    </a:lnTo>
                    <a:lnTo>
                      <a:pt x="337" y="1951"/>
                    </a:lnTo>
                    <a:lnTo>
                      <a:pt x="1481" y="0"/>
                    </a:lnTo>
                    <a:lnTo>
                      <a:pt x="3568" y="1379"/>
                    </a:lnTo>
                    <a:cubicBezTo>
                      <a:pt x="3568" y="1379"/>
                      <a:pt x="3702" y="3633"/>
                      <a:pt x="3702" y="3835"/>
                    </a:cubicBezTo>
                    <a:cubicBezTo>
                      <a:pt x="3702" y="4037"/>
                      <a:pt x="3467" y="6055"/>
                      <a:pt x="3467" y="6055"/>
                    </a:cubicBezTo>
                    <a:lnTo>
                      <a:pt x="2221" y="7670"/>
                    </a:lnTo>
                    <a:close/>
                  </a:path>
                </a:pathLst>
              </a:custGeom>
              <a:grpFill/>
              <a:ln w="6350" cap="flat">
                <a:solidFill>
                  <a:schemeClr val="bg1"/>
                </a:solidFill>
                <a:prstDash val="solid"/>
                <a:miter/>
              </a:ln>
            </p:spPr>
            <p:txBody>
              <a:bodyPr rtlCol="0" anchor="ctr"/>
              <a:lstStyle/>
              <a:p>
                <a:endParaRPr lang="en-US"/>
              </a:p>
            </p:txBody>
          </p:sp>
        </p:grpSp>
        <p:sp>
          <p:nvSpPr>
            <p:cNvPr id="123" name="Freeform 902">
              <a:extLst>
                <a:ext uri="{FF2B5EF4-FFF2-40B4-BE49-F238E27FC236}">
                  <a16:creationId xmlns:a16="http://schemas.microsoft.com/office/drawing/2014/main" id="{1E9DF653-4DEF-BD5B-C933-CC505A138EA5}"/>
                </a:ext>
              </a:extLst>
            </p:cNvPr>
            <p:cNvSpPr/>
            <p:nvPr/>
          </p:nvSpPr>
          <p:spPr>
            <a:xfrm>
              <a:off x="8243874" y="2118568"/>
              <a:ext cx="427891" cy="307468"/>
            </a:xfrm>
            <a:custGeom>
              <a:avLst/>
              <a:gdLst>
                <a:gd name="connsiteX0" fmla="*/ 816292 w 821508"/>
                <a:gd name="connsiteY0" fmla="*/ 265451 h 590308"/>
                <a:gd name="connsiteX1" fmla="*/ 817604 w 821508"/>
                <a:gd name="connsiteY1" fmla="*/ 263702 h 590308"/>
                <a:gd name="connsiteX2" fmla="*/ 819186 w 821508"/>
                <a:gd name="connsiteY2" fmla="*/ 262625 h 590308"/>
                <a:gd name="connsiteX3" fmla="*/ 820566 w 821508"/>
                <a:gd name="connsiteY3" fmla="*/ 261683 h 590308"/>
                <a:gd name="connsiteX4" fmla="*/ 821508 w 821508"/>
                <a:gd name="connsiteY4" fmla="*/ 258925 h 590308"/>
                <a:gd name="connsiteX5" fmla="*/ 821138 w 821508"/>
                <a:gd name="connsiteY5" fmla="*/ 256671 h 590308"/>
                <a:gd name="connsiteX6" fmla="*/ 819691 w 821508"/>
                <a:gd name="connsiteY6" fmla="*/ 254148 h 590308"/>
                <a:gd name="connsiteX7" fmla="*/ 818109 w 821508"/>
                <a:gd name="connsiteY7" fmla="*/ 252197 h 590308"/>
                <a:gd name="connsiteX8" fmla="*/ 816797 w 821508"/>
                <a:gd name="connsiteY8" fmla="*/ 250818 h 590308"/>
                <a:gd name="connsiteX9" fmla="*/ 816730 w 821508"/>
                <a:gd name="connsiteY9" fmla="*/ 248429 h 590308"/>
                <a:gd name="connsiteX10" fmla="*/ 817739 w 821508"/>
                <a:gd name="connsiteY10" fmla="*/ 246545 h 590308"/>
                <a:gd name="connsiteX11" fmla="*/ 819691 w 821508"/>
                <a:gd name="connsiteY11" fmla="*/ 245233 h 590308"/>
                <a:gd name="connsiteX12" fmla="*/ 820499 w 821508"/>
                <a:gd name="connsiteY12" fmla="*/ 244359 h 590308"/>
                <a:gd name="connsiteX13" fmla="*/ 819927 w 821508"/>
                <a:gd name="connsiteY13" fmla="*/ 242778 h 590308"/>
                <a:gd name="connsiteX14" fmla="*/ 818547 w 821508"/>
                <a:gd name="connsiteY14" fmla="*/ 241768 h 590308"/>
                <a:gd name="connsiteX15" fmla="*/ 818614 w 821508"/>
                <a:gd name="connsiteY15" fmla="*/ 237698 h 590308"/>
                <a:gd name="connsiteX16" fmla="*/ 817672 w 821508"/>
                <a:gd name="connsiteY16" fmla="*/ 235108 h 590308"/>
                <a:gd name="connsiteX17" fmla="*/ 816730 w 821508"/>
                <a:gd name="connsiteY17" fmla="*/ 231979 h 590308"/>
                <a:gd name="connsiteX18" fmla="*/ 817672 w 821508"/>
                <a:gd name="connsiteY18" fmla="*/ 229389 h 590308"/>
                <a:gd name="connsiteX19" fmla="*/ 817739 w 821508"/>
                <a:gd name="connsiteY19" fmla="*/ 227001 h 590308"/>
                <a:gd name="connsiteX20" fmla="*/ 817941 w 821508"/>
                <a:gd name="connsiteY20" fmla="*/ 223098 h 590308"/>
                <a:gd name="connsiteX21" fmla="*/ 817133 w 821508"/>
                <a:gd name="connsiteY21" fmla="*/ 221719 h 590308"/>
                <a:gd name="connsiteX22" fmla="*/ 815686 w 821508"/>
                <a:gd name="connsiteY22" fmla="*/ 220845 h 590308"/>
                <a:gd name="connsiteX23" fmla="*/ 812220 w 821508"/>
                <a:gd name="connsiteY23" fmla="*/ 219465 h 590308"/>
                <a:gd name="connsiteX24" fmla="*/ 810200 w 821508"/>
                <a:gd name="connsiteY24" fmla="*/ 218153 h 590308"/>
                <a:gd name="connsiteX25" fmla="*/ 808114 w 821508"/>
                <a:gd name="connsiteY25" fmla="*/ 216842 h 590308"/>
                <a:gd name="connsiteX26" fmla="*/ 805590 w 821508"/>
                <a:gd name="connsiteY26" fmla="*/ 216404 h 590308"/>
                <a:gd name="connsiteX27" fmla="*/ 803268 w 821508"/>
                <a:gd name="connsiteY27" fmla="*/ 215900 h 590308"/>
                <a:gd name="connsiteX28" fmla="*/ 801618 w 821508"/>
                <a:gd name="connsiteY28" fmla="*/ 215900 h 590308"/>
                <a:gd name="connsiteX29" fmla="*/ 800104 w 821508"/>
                <a:gd name="connsiteY29" fmla="*/ 215193 h 590308"/>
                <a:gd name="connsiteX30" fmla="*/ 798152 w 821508"/>
                <a:gd name="connsiteY30" fmla="*/ 216068 h 590308"/>
                <a:gd name="connsiteX31" fmla="*/ 796267 w 821508"/>
                <a:gd name="connsiteY31" fmla="*/ 217582 h 590308"/>
                <a:gd name="connsiteX32" fmla="*/ 795191 w 821508"/>
                <a:gd name="connsiteY32" fmla="*/ 218961 h 590308"/>
                <a:gd name="connsiteX33" fmla="*/ 793945 w 821508"/>
                <a:gd name="connsiteY33" fmla="*/ 220407 h 590308"/>
                <a:gd name="connsiteX34" fmla="*/ 792936 w 821508"/>
                <a:gd name="connsiteY34" fmla="*/ 222224 h 590308"/>
                <a:gd name="connsiteX35" fmla="*/ 791489 w 821508"/>
                <a:gd name="connsiteY35" fmla="*/ 222661 h 590308"/>
                <a:gd name="connsiteX36" fmla="*/ 790479 w 821508"/>
                <a:gd name="connsiteY36" fmla="*/ 223166 h 590308"/>
                <a:gd name="connsiteX37" fmla="*/ 788965 w 821508"/>
                <a:gd name="connsiteY37" fmla="*/ 223098 h 590308"/>
                <a:gd name="connsiteX38" fmla="*/ 787585 w 821508"/>
                <a:gd name="connsiteY38" fmla="*/ 222897 h 590308"/>
                <a:gd name="connsiteX39" fmla="*/ 786003 w 821508"/>
                <a:gd name="connsiteY39" fmla="*/ 222897 h 590308"/>
                <a:gd name="connsiteX40" fmla="*/ 783983 w 821508"/>
                <a:gd name="connsiteY40" fmla="*/ 222392 h 590308"/>
                <a:gd name="connsiteX41" fmla="*/ 781964 w 821508"/>
                <a:gd name="connsiteY41" fmla="*/ 220576 h 590308"/>
                <a:gd name="connsiteX42" fmla="*/ 777185 w 821508"/>
                <a:gd name="connsiteY42" fmla="*/ 217312 h 590308"/>
                <a:gd name="connsiteX43" fmla="*/ 772339 w 821508"/>
                <a:gd name="connsiteY43" fmla="*/ 213915 h 590308"/>
                <a:gd name="connsiteX44" fmla="*/ 768502 w 821508"/>
                <a:gd name="connsiteY44" fmla="*/ 212098 h 590308"/>
                <a:gd name="connsiteX45" fmla="*/ 763084 w 821508"/>
                <a:gd name="connsiteY45" fmla="*/ 210215 h 590308"/>
                <a:gd name="connsiteX46" fmla="*/ 759820 w 821508"/>
                <a:gd name="connsiteY46" fmla="*/ 209273 h 590308"/>
                <a:gd name="connsiteX47" fmla="*/ 754906 w 821508"/>
                <a:gd name="connsiteY47" fmla="*/ 208465 h 590308"/>
                <a:gd name="connsiteX48" fmla="*/ 751945 w 821508"/>
                <a:gd name="connsiteY48" fmla="*/ 208095 h 590308"/>
                <a:gd name="connsiteX49" fmla="*/ 748377 w 821508"/>
                <a:gd name="connsiteY49" fmla="*/ 206346 h 590308"/>
                <a:gd name="connsiteX50" fmla="*/ 744372 w 821508"/>
                <a:gd name="connsiteY50" fmla="*/ 201704 h 590308"/>
                <a:gd name="connsiteX51" fmla="*/ 741612 w 821508"/>
                <a:gd name="connsiteY51" fmla="*/ 198441 h 590308"/>
                <a:gd name="connsiteX52" fmla="*/ 740367 w 821508"/>
                <a:gd name="connsiteY52" fmla="*/ 196355 h 590308"/>
                <a:gd name="connsiteX53" fmla="*/ 739795 w 821508"/>
                <a:gd name="connsiteY53" fmla="*/ 192520 h 590308"/>
                <a:gd name="connsiteX54" fmla="*/ 738718 w 821508"/>
                <a:gd name="connsiteY54" fmla="*/ 188752 h 590308"/>
                <a:gd name="connsiteX55" fmla="*/ 736699 w 821508"/>
                <a:gd name="connsiteY55" fmla="*/ 185927 h 590308"/>
                <a:gd name="connsiteX56" fmla="*/ 734949 w 821508"/>
                <a:gd name="connsiteY56" fmla="*/ 182529 h 590308"/>
                <a:gd name="connsiteX57" fmla="*/ 735454 w 821508"/>
                <a:gd name="connsiteY57" fmla="*/ 180073 h 590308"/>
                <a:gd name="connsiteX58" fmla="*/ 736396 w 821508"/>
                <a:gd name="connsiteY58" fmla="*/ 177180 h 590308"/>
                <a:gd name="connsiteX59" fmla="*/ 736530 w 821508"/>
                <a:gd name="connsiteY59" fmla="*/ 174927 h 590308"/>
                <a:gd name="connsiteX60" fmla="*/ 736598 w 821508"/>
                <a:gd name="connsiteY60" fmla="*/ 172168 h 590308"/>
                <a:gd name="connsiteX61" fmla="*/ 736901 w 821508"/>
                <a:gd name="connsiteY61" fmla="*/ 170789 h 590308"/>
                <a:gd name="connsiteX62" fmla="*/ 737406 w 821508"/>
                <a:gd name="connsiteY62" fmla="*/ 169275 h 590308"/>
                <a:gd name="connsiteX63" fmla="*/ 734949 w 821508"/>
                <a:gd name="connsiteY63" fmla="*/ 167829 h 590308"/>
                <a:gd name="connsiteX64" fmla="*/ 731314 w 821508"/>
                <a:gd name="connsiteY64" fmla="*/ 167829 h 590308"/>
                <a:gd name="connsiteX65" fmla="*/ 729295 w 821508"/>
                <a:gd name="connsiteY65" fmla="*/ 168266 h 590308"/>
                <a:gd name="connsiteX66" fmla="*/ 727107 w 821508"/>
                <a:gd name="connsiteY66" fmla="*/ 169006 h 590308"/>
                <a:gd name="connsiteX67" fmla="*/ 725155 w 821508"/>
                <a:gd name="connsiteY67" fmla="*/ 171394 h 590308"/>
                <a:gd name="connsiteX68" fmla="*/ 723775 w 821508"/>
                <a:gd name="connsiteY68" fmla="*/ 174153 h 590308"/>
                <a:gd name="connsiteX69" fmla="*/ 722766 w 821508"/>
                <a:gd name="connsiteY69" fmla="*/ 176474 h 590308"/>
                <a:gd name="connsiteX70" fmla="*/ 721319 w 821508"/>
                <a:gd name="connsiteY70" fmla="*/ 178661 h 590308"/>
                <a:gd name="connsiteX71" fmla="*/ 719636 w 821508"/>
                <a:gd name="connsiteY71" fmla="*/ 180679 h 590308"/>
                <a:gd name="connsiteX72" fmla="*/ 719064 w 821508"/>
                <a:gd name="connsiteY72" fmla="*/ 182260 h 590308"/>
                <a:gd name="connsiteX73" fmla="*/ 717751 w 821508"/>
                <a:gd name="connsiteY73" fmla="*/ 184648 h 590308"/>
                <a:gd name="connsiteX74" fmla="*/ 717549 w 821508"/>
                <a:gd name="connsiteY74" fmla="*/ 186229 h 590308"/>
                <a:gd name="connsiteX75" fmla="*/ 716742 w 821508"/>
                <a:gd name="connsiteY75" fmla="*/ 189358 h 590308"/>
                <a:gd name="connsiteX76" fmla="*/ 715799 w 821508"/>
                <a:gd name="connsiteY76" fmla="*/ 192049 h 590308"/>
                <a:gd name="connsiteX77" fmla="*/ 714790 w 821508"/>
                <a:gd name="connsiteY77" fmla="*/ 194808 h 590308"/>
                <a:gd name="connsiteX78" fmla="*/ 713208 w 821508"/>
                <a:gd name="connsiteY78" fmla="*/ 195514 h 590308"/>
                <a:gd name="connsiteX79" fmla="*/ 711121 w 821508"/>
                <a:gd name="connsiteY79" fmla="*/ 194808 h 590308"/>
                <a:gd name="connsiteX80" fmla="*/ 710112 w 821508"/>
                <a:gd name="connsiteY80" fmla="*/ 192486 h 590308"/>
                <a:gd name="connsiteX81" fmla="*/ 709237 w 821508"/>
                <a:gd name="connsiteY81" fmla="*/ 189156 h 590308"/>
                <a:gd name="connsiteX82" fmla="*/ 707487 w 821508"/>
                <a:gd name="connsiteY82" fmla="*/ 186263 h 590308"/>
                <a:gd name="connsiteX83" fmla="*/ 706780 w 821508"/>
                <a:gd name="connsiteY83" fmla="*/ 182798 h 590308"/>
                <a:gd name="connsiteX84" fmla="*/ 706073 w 821508"/>
                <a:gd name="connsiteY84" fmla="*/ 180847 h 590308"/>
                <a:gd name="connsiteX85" fmla="*/ 704188 w 821508"/>
                <a:gd name="connsiteY85" fmla="*/ 178156 h 590308"/>
                <a:gd name="connsiteX86" fmla="*/ 702438 w 821508"/>
                <a:gd name="connsiteY86" fmla="*/ 175835 h 590308"/>
                <a:gd name="connsiteX87" fmla="*/ 700419 w 821508"/>
                <a:gd name="connsiteY87" fmla="*/ 174826 h 590308"/>
                <a:gd name="connsiteX88" fmla="*/ 697727 w 821508"/>
                <a:gd name="connsiteY88" fmla="*/ 175196 h 590308"/>
                <a:gd name="connsiteX89" fmla="*/ 695775 w 821508"/>
                <a:gd name="connsiteY89" fmla="*/ 175936 h 590308"/>
                <a:gd name="connsiteX90" fmla="*/ 691063 w 821508"/>
                <a:gd name="connsiteY90" fmla="*/ 178694 h 590308"/>
                <a:gd name="connsiteX91" fmla="*/ 688741 w 821508"/>
                <a:gd name="connsiteY91" fmla="*/ 181150 h 590308"/>
                <a:gd name="connsiteX92" fmla="*/ 686991 w 821508"/>
                <a:gd name="connsiteY92" fmla="*/ 183673 h 590308"/>
                <a:gd name="connsiteX93" fmla="*/ 686924 w 821508"/>
                <a:gd name="connsiteY93" fmla="*/ 186364 h 590308"/>
                <a:gd name="connsiteX94" fmla="*/ 687462 w 821508"/>
                <a:gd name="connsiteY94" fmla="*/ 188954 h 590308"/>
                <a:gd name="connsiteX95" fmla="*/ 689515 w 821508"/>
                <a:gd name="connsiteY95" fmla="*/ 190973 h 590308"/>
                <a:gd name="connsiteX96" fmla="*/ 689515 w 821508"/>
                <a:gd name="connsiteY96" fmla="*/ 192486 h 590308"/>
                <a:gd name="connsiteX97" fmla="*/ 687630 w 821508"/>
                <a:gd name="connsiteY97" fmla="*/ 193563 h 590308"/>
                <a:gd name="connsiteX98" fmla="*/ 684366 w 821508"/>
                <a:gd name="connsiteY98" fmla="*/ 195951 h 590308"/>
                <a:gd name="connsiteX99" fmla="*/ 681674 w 821508"/>
                <a:gd name="connsiteY99" fmla="*/ 196691 h 590308"/>
                <a:gd name="connsiteX100" fmla="*/ 677332 w 821508"/>
                <a:gd name="connsiteY100" fmla="*/ 196826 h 590308"/>
                <a:gd name="connsiteX101" fmla="*/ 673698 w 821508"/>
                <a:gd name="connsiteY101" fmla="*/ 196893 h 590308"/>
                <a:gd name="connsiteX102" fmla="*/ 668784 w 821508"/>
                <a:gd name="connsiteY102" fmla="*/ 199282 h 590308"/>
                <a:gd name="connsiteX103" fmla="*/ 662625 w 821508"/>
                <a:gd name="connsiteY103" fmla="*/ 200964 h 590308"/>
                <a:gd name="connsiteX104" fmla="*/ 660370 w 821508"/>
                <a:gd name="connsiteY104" fmla="*/ 202915 h 590308"/>
                <a:gd name="connsiteX105" fmla="*/ 658486 w 821508"/>
                <a:gd name="connsiteY105" fmla="*/ 206178 h 590308"/>
                <a:gd name="connsiteX106" fmla="*/ 655962 w 821508"/>
                <a:gd name="connsiteY106" fmla="*/ 209508 h 590308"/>
                <a:gd name="connsiteX107" fmla="*/ 654380 w 821508"/>
                <a:gd name="connsiteY107" fmla="*/ 210013 h 590308"/>
                <a:gd name="connsiteX108" fmla="*/ 649163 w 821508"/>
                <a:gd name="connsiteY108" fmla="*/ 209878 h 590308"/>
                <a:gd name="connsiteX109" fmla="*/ 647985 w 821508"/>
                <a:gd name="connsiteY109" fmla="*/ 210887 h 590308"/>
                <a:gd name="connsiteX110" fmla="*/ 647043 w 821508"/>
                <a:gd name="connsiteY110" fmla="*/ 214352 h 590308"/>
                <a:gd name="connsiteX111" fmla="*/ 646101 w 821508"/>
                <a:gd name="connsiteY111" fmla="*/ 218423 h 590308"/>
                <a:gd name="connsiteX112" fmla="*/ 647312 w 821508"/>
                <a:gd name="connsiteY112" fmla="*/ 223334 h 590308"/>
                <a:gd name="connsiteX113" fmla="*/ 649197 w 821508"/>
                <a:gd name="connsiteY113" fmla="*/ 228750 h 590308"/>
                <a:gd name="connsiteX114" fmla="*/ 650274 w 821508"/>
                <a:gd name="connsiteY114" fmla="*/ 232215 h 590308"/>
                <a:gd name="connsiteX115" fmla="*/ 649836 w 821508"/>
                <a:gd name="connsiteY115" fmla="*/ 234603 h 590308"/>
                <a:gd name="connsiteX116" fmla="*/ 647649 w 821508"/>
                <a:gd name="connsiteY116" fmla="*/ 235343 h 590308"/>
                <a:gd name="connsiteX117" fmla="*/ 643307 w 821508"/>
                <a:gd name="connsiteY117" fmla="*/ 236588 h 590308"/>
                <a:gd name="connsiteX118" fmla="*/ 640783 w 821508"/>
                <a:gd name="connsiteY118" fmla="*/ 237160 h 590308"/>
                <a:gd name="connsiteX119" fmla="*/ 639202 w 821508"/>
                <a:gd name="connsiteY119" fmla="*/ 238304 h 590308"/>
                <a:gd name="connsiteX120" fmla="*/ 636879 w 821508"/>
                <a:gd name="connsiteY120" fmla="*/ 239750 h 590308"/>
                <a:gd name="connsiteX121" fmla="*/ 634927 w 821508"/>
                <a:gd name="connsiteY121" fmla="*/ 241567 h 590308"/>
                <a:gd name="connsiteX122" fmla="*/ 632908 w 821508"/>
                <a:gd name="connsiteY122" fmla="*/ 242643 h 590308"/>
                <a:gd name="connsiteX123" fmla="*/ 628432 w 821508"/>
                <a:gd name="connsiteY123" fmla="*/ 242206 h 590308"/>
                <a:gd name="connsiteX124" fmla="*/ 625235 w 821508"/>
                <a:gd name="connsiteY124" fmla="*/ 241567 h 590308"/>
                <a:gd name="connsiteX125" fmla="*/ 622475 w 821508"/>
                <a:gd name="connsiteY125" fmla="*/ 239616 h 590308"/>
                <a:gd name="connsiteX126" fmla="*/ 618942 w 821508"/>
                <a:gd name="connsiteY126" fmla="*/ 237429 h 590308"/>
                <a:gd name="connsiteX127" fmla="*/ 615980 w 821508"/>
                <a:gd name="connsiteY127" fmla="*/ 234906 h 590308"/>
                <a:gd name="connsiteX128" fmla="*/ 613725 w 821508"/>
                <a:gd name="connsiteY128" fmla="*/ 230634 h 590308"/>
                <a:gd name="connsiteX129" fmla="*/ 611638 w 821508"/>
                <a:gd name="connsiteY129" fmla="*/ 226866 h 590308"/>
                <a:gd name="connsiteX130" fmla="*/ 609013 w 821508"/>
                <a:gd name="connsiteY130" fmla="*/ 222897 h 590308"/>
                <a:gd name="connsiteX131" fmla="*/ 602047 w 821508"/>
                <a:gd name="connsiteY131" fmla="*/ 217111 h 590308"/>
                <a:gd name="connsiteX132" fmla="*/ 597638 w 821508"/>
                <a:gd name="connsiteY132" fmla="*/ 212838 h 590308"/>
                <a:gd name="connsiteX133" fmla="*/ 595451 w 821508"/>
                <a:gd name="connsiteY133" fmla="*/ 207052 h 590308"/>
                <a:gd name="connsiteX134" fmla="*/ 592691 w 821508"/>
                <a:gd name="connsiteY134" fmla="*/ 203352 h 590308"/>
                <a:gd name="connsiteX135" fmla="*/ 587979 w 821508"/>
                <a:gd name="connsiteY135" fmla="*/ 199517 h 590308"/>
                <a:gd name="connsiteX136" fmla="*/ 584075 w 821508"/>
                <a:gd name="connsiteY136" fmla="*/ 195682 h 590308"/>
                <a:gd name="connsiteX137" fmla="*/ 581248 w 821508"/>
                <a:gd name="connsiteY137" fmla="*/ 191780 h 590308"/>
                <a:gd name="connsiteX138" fmla="*/ 579061 w 821508"/>
                <a:gd name="connsiteY138" fmla="*/ 188080 h 590308"/>
                <a:gd name="connsiteX139" fmla="*/ 577916 w 821508"/>
                <a:gd name="connsiteY139" fmla="*/ 184379 h 590308"/>
                <a:gd name="connsiteX140" fmla="*/ 575157 w 821508"/>
                <a:gd name="connsiteY140" fmla="*/ 177349 h 590308"/>
                <a:gd name="connsiteX141" fmla="*/ 573642 w 821508"/>
                <a:gd name="connsiteY141" fmla="*/ 172134 h 590308"/>
                <a:gd name="connsiteX142" fmla="*/ 573003 w 821508"/>
                <a:gd name="connsiteY142" fmla="*/ 165608 h 590308"/>
                <a:gd name="connsiteX143" fmla="*/ 572868 w 821508"/>
                <a:gd name="connsiteY143" fmla="*/ 159587 h 590308"/>
                <a:gd name="connsiteX144" fmla="*/ 572498 w 821508"/>
                <a:gd name="connsiteY144" fmla="*/ 156828 h 590308"/>
                <a:gd name="connsiteX145" fmla="*/ 570849 w 821508"/>
                <a:gd name="connsiteY145" fmla="*/ 154070 h 590308"/>
                <a:gd name="connsiteX146" fmla="*/ 568661 w 821508"/>
                <a:gd name="connsiteY146" fmla="*/ 150941 h 590308"/>
                <a:gd name="connsiteX147" fmla="*/ 565195 w 821508"/>
                <a:gd name="connsiteY147" fmla="*/ 148755 h 590308"/>
                <a:gd name="connsiteX148" fmla="*/ 561359 w 821508"/>
                <a:gd name="connsiteY148" fmla="*/ 148116 h 590308"/>
                <a:gd name="connsiteX149" fmla="*/ 558229 w 821508"/>
                <a:gd name="connsiteY149" fmla="*/ 148116 h 590308"/>
                <a:gd name="connsiteX150" fmla="*/ 556277 w 821508"/>
                <a:gd name="connsiteY150" fmla="*/ 150134 h 590308"/>
                <a:gd name="connsiteX151" fmla="*/ 554762 w 821508"/>
                <a:gd name="connsiteY151" fmla="*/ 153599 h 590308"/>
                <a:gd name="connsiteX152" fmla="*/ 554325 w 821508"/>
                <a:gd name="connsiteY152" fmla="*/ 157064 h 590308"/>
                <a:gd name="connsiteX153" fmla="*/ 553517 w 821508"/>
                <a:gd name="connsiteY153" fmla="*/ 161773 h 590308"/>
                <a:gd name="connsiteX154" fmla="*/ 551262 w 821508"/>
                <a:gd name="connsiteY154" fmla="*/ 164599 h 590308"/>
                <a:gd name="connsiteX155" fmla="*/ 547493 w 821508"/>
                <a:gd name="connsiteY155" fmla="*/ 166988 h 590308"/>
                <a:gd name="connsiteX156" fmla="*/ 544901 w 821508"/>
                <a:gd name="connsiteY156" fmla="*/ 167290 h 590308"/>
                <a:gd name="connsiteX157" fmla="*/ 540257 w 821508"/>
                <a:gd name="connsiteY157" fmla="*/ 166550 h 590308"/>
                <a:gd name="connsiteX158" fmla="*/ 538002 w 821508"/>
                <a:gd name="connsiteY158" fmla="*/ 168501 h 590308"/>
                <a:gd name="connsiteX159" fmla="*/ 538204 w 821508"/>
                <a:gd name="connsiteY159" fmla="*/ 172134 h 590308"/>
                <a:gd name="connsiteX160" fmla="*/ 540728 w 821508"/>
                <a:gd name="connsiteY160" fmla="*/ 175835 h 590308"/>
                <a:gd name="connsiteX161" fmla="*/ 541805 w 821508"/>
                <a:gd name="connsiteY161" fmla="*/ 178728 h 590308"/>
                <a:gd name="connsiteX162" fmla="*/ 543118 w 821508"/>
                <a:gd name="connsiteY162" fmla="*/ 181318 h 590308"/>
                <a:gd name="connsiteX163" fmla="*/ 543690 w 821508"/>
                <a:gd name="connsiteY163" fmla="*/ 185018 h 590308"/>
                <a:gd name="connsiteX164" fmla="*/ 540122 w 821508"/>
                <a:gd name="connsiteY164" fmla="*/ 192856 h 590308"/>
                <a:gd name="connsiteX165" fmla="*/ 535243 w 821508"/>
                <a:gd name="connsiteY165" fmla="*/ 199484 h 590308"/>
                <a:gd name="connsiteX166" fmla="*/ 529690 w 821508"/>
                <a:gd name="connsiteY166" fmla="*/ 198071 h 590308"/>
                <a:gd name="connsiteX167" fmla="*/ 527838 w 821508"/>
                <a:gd name="connsiteY167" fmla="*/ 200022 h 590308"/>
                <a:gd name="connsiteX168" fmla="*/ 525651 w 821508"/>
                <a:gd name="connsiteY168" fmla="*/ 201233 h 590308"/>
                <a:gd name="connsiteX169" fmla="*/ 523362 w 821508"/>
                <a:gd name="connsiteY169" fmla="*/ 201334 h 590308"/>
                <a:gd name="connsiteX170" fmla="*/ 519559 w 821508"/>
                <a:gd name="connsiteY170" fmla="*/ 197633 h 590308"/>
                <a:gd name="connsiteX171" fmla="*/ 519795 w 821508"/>
                <a:gd name="connsiteY171" fmla="*/ 195581 h 590308"/>
                <a:gd name="connsiteX172" fmla="*/ 520771 w 821508"/>
                <a:gd name="connsiteY172" fmla="*/ 190905 h 590308"/>
                <a:gd name="connsiteX173" fmla="*/ 520569 w 821508"/>
                <a:gd name="connsiteY173" fmla="*/ 187340 h 590308"/>
                <a:gd name="connsiteX174" fmla="*/ 518180 w 821508"/>
                <a:gd name="connsiteY174" fmla="*/ 186700 h 590308"/>
                <a:gd name="connsiteX175" fmla="*/ 515252 w 821508"/>
                <a:gd name="connsiteY175" fmla="*/ 187474 h 590308"/>
                <a:gd name="connsiteX176" fmla="*/ 513603 w 821508"/>
                <a:gd name="connsiteY176" fmla="*/ 189762 h 590308"/>
                <a:gd name="connsiteX177" fmla="*/ 509362 w 821508"/>
                <a:gd name="connsiteY177" fmla="*/ 190199 h 590308"/>
                <a:gd name="connsiteX178" fmla="*/ 508285 w 821508"/>
                <a:gd name="connsiteY178" fmla="*/ 187037 h 590308"/>
                <a:gd name="connsiteX179" fmla="*/ 503843 w 821508"/>
                <a:gd name="connsiteY179" fmla="*/ 181184 h 590308"/>
                <a:gd name="connsiteX180" fmla="*/ 502867 w 821508"/>
                <a:gd name="connsiteY180" fmla="*/ 178156 h 590308"/>
                <a:gd name="connsiteX181" fmla="*/ 500141 w 821508"/>
                <a:gd name="connsiteY181" fmla="*/ 174792 h 590308"/>
                <a:gd name="connsiteX182" fmla="*/ 495362 w 821508"/>
                <a:gd name="connsiteY182" fmla="*/ 171193 h 590308"/>
                <a:gd name="connsiteX183" fmla="*/ 492535 w 821508"/>
                <a:gd name="connsiteY183" fmla="*/ 167829 h 590308"/>
                <a:gd name="connsiteX184" fmla="*/ 492905 w 821508"/>
                <a:gd name="connsiteY184" fmla="*/ 165036 h 590308"/>
                <a:gd name="connsiteX185" fmla="*/ 492165 w 821508"/>
                <a:gd name="connsiteY185" fmla="*/ 163725 h 590308"/>
                <a:gd name="connsiteX186" fmla="*/ 490583 w 821508"/>
                <a:gd name="connsiteY186" fmla="*/ 162278 h 590308"/>
                <a:gd name="connsiteX187" fmla="*/ 489573 w 821508"/>
                <a:gd name="connsiteY187" fmla="*/ 161269 h 590308"/>
                <a:gd name="connsiteX188" fmla="*/ 488126 w 821508"/>
                <a:gd name="connsiteY188" fmla="*/ 159183 h 590308"/>
                <a:gd name="connsiteX189" fmla="*/ 487857 w 821508"/>
                <a:gd name="connsiteY189" fmla="*/ 158039 h 590308"/>
                <a:gd name="connsiteX190" fmla="*/ 488093 w 821508"/>
                <a:gd name="connsiteY190" fmla="*/ 156727 h 590308"/>
                <a:gd name="connsiteX191" fmla="*/ 488900 w 821508"/>
                <a:gd name="connsiteY191" fmla="*/ 155651 h 590308"/>
                <a:gd name="connsiteX192" fmla="*/ 490347 w 821508"/>
                <a:gd name="connsiteY192" fmla="*/ 155348 h 590308"/>
                <a:gd name="connsiteX193" fmla="*/ 491592 w 821508"/>
                <a:gd name="connsiteY193" fmla="*/ 154844 h 590308"/>
                <a:gd name="connsiteX194" fmla="*/ 492232 w 821508"/>
                <a:gd name="connsiteY194" fmla="*/ 154541 h 590308"/>
                <a:gd name="connsiteX195" fmla="*/ 494184 w 821508"/>
                <a:gd name="connsiteY195" fmla="*/ 154339 h 590308"/>
                <a:gd name="connsiteX196" fmla="*/ 494689 w 821508"/>
                <a:gd name="connsiteY196" fmla="*/ 153195 h 590308"/>
                <a:gd name="connsiteX197" fmla="*/ 494991 w 821508"/>
                <a:gd name="connsiteY197" fmla="*/ 151883 h 590308"/>
                <a:gd name="connsiteX198" fmla="*/ 495866 w 821508"/>
                <a:gd name="connsiteY198" fmla="*/ 151244 h 590308"/>
                <a:gd name="connsiteX199" fmla="*/ 497751 w 821508"/>
                <a:gd name="connsiteY199" fmla="*/ 152556 h 590308"/>
                <a:gd name="connsiteX200" fmla="*/ 500141 w 821508"/>
                <a:gd name="connsiteY200" fmla="*/ 152489 h 590308"/>
                <a:gd name="connsiteX201" fmla="*/ 501453 w 821508"/>
                <a:gd name="connsiteY201" fmla="*/ 149293 h 590308"/>
                <a:gd name="connsiteX202" fmla="*/ 498559 w 821508"/>
                <a:gd name="connsiteY202" fmla="*/ 147544 h 590308"/>
                <a:gd name="connsiteX203" fmla="*/ 494285 w 821508"/>
                <a:gd name="connsiteY203" fmla="*/ 146467 h 590308"/>
                <a:gd name="connsiteX204" fmla="*/ 490448 w 821508"/>
                <a:gd name="connsiteY204" fmla="*/ 146467 h 590308"/>
                <a:gd name="connsiteX205" fmla="*/ 486814 w 821508"/>
                <a:gd name="connsiteY205" fmla="*/ 144584 h 590308"/>
                <a:gd name="connsiteX206" fmla="*/ 482842 w 821508"/>
                <a:gd name="connsiteY206" fmla="*/ 144079 h 590308"/>
                <a:gd name="connsiteX207" fmla="*/ 479713 w 821508"/>
                <a:gd name="connsiteY207" fmla="*/ 144079 h 590308"/>
                <a:gd name="connsiteX208" fmla="*/ 476582 w 821508"/>
                <a:gd name="connsiteY208" fmla="*/ 144651 h 590308"/>
                <a:gd name="connsiteX209" fmla="*/ 472611 w 821508"/>
                <a:gd name="connsiteY209" fmla="*/ 144348 h 590308"/>
                <a:gd name="connsiteX210" fmla="*/ 470424 w 821508"/>
                <a:gd name="connsiteY210" fmla="*/ 144853 h 590308"/>
                <a:gd name="connsiteX211" fmla="*/ 469347 w 821508"/>
                <a:gd name="connsiteY211" fmla="*/ 146367 h 590308"/>
                <a:gd name="connsiteX212" fmla="*/ 468606 w 821508"/>
                <a:gd name="connsiteY212" fmla="*/ 146804 h 590308"/>
                <a:gd name="connsiteX213" fmla="*/ 465039 w 821508"/>
                <a:gd name="connsiteY213" fmla="*/ 145425 h 590308"/>
                <a:gd name="connsiteX214" fmla="*/ 464231 w 821508"/>
                <a:gd name="connsiteY214" fmla="*/ 143944 h 590308"/>
                <a:gd name="connsiteX215" fmla="*/ 461606 w 821508"/>
                <a:gd name="connsiteY215" fmla="*/ 144819 h 590308"/>
                <a:gd name="connsiteX216" fmla="*/ 460024 w 821508"/>
                <a:gd name="connsiteY216" fmla="*/ 147712 h 590308"/>
                <a:gd name="connsiteX217" fmla="*/ 458375 w 821508"/>
                <a:gd name="connsiteY217" fmla="*/ 148519 h 590308"/>
                <a:gd name="connsiteX218" fmla="*/ 457298 w 821508"/>
                <a:gd name="connsiteY218" fmla="*/ 150841 h 590308"/>
                <a:gd name="connsiteX219" fmla="*/ 454774 w 821508"/>
                <a:gd name="connsiteY219" fmla="*/ 152657 h 590308"/>
                <a:gd name="connsiteX220" fmla="*/ 451443 w 821508"/>
                <a:gd name="connsiteY220" fmla="*/ 150403 h 590308"/>
                <a:gd name="connsiteX221" fmla="*/ 450803 w 821508"/>
                <a:gd name="connsiteY221" fmla="*/ 148149 h 590308"/>
                <a:gd name="connsiteX222" fmla="*/ 451308 w 821508"/>
                <a:gd name="connsiteY222" fmla="*/ 145963 h 590308"/>
                <a:gd name="connsiteX223" fmla="*/ 451308 w 821508"/>
                <a:gd name="connsiteY223" fmla="*/ 143776 h 590308"/>
                <a:gd name="connsiteX224" fmla="*/ 451240 w 821508"/>
                <a:gd name="connsiteY224" fmla="*/ 141321 h 590308"/>
                <a:gd name="connsiteX225" fmla="*/ 449154 w 821508"/>
                <a:gd name="connsiteY225" fmla="*/ 138495 h 590308"/>
                <a:gd name="connsiteX226" fmla="*/ 445957 w 821508"/>
                <a:gd name="connsiteY226" fmla="*/ 131464 h 590308"/>
                <a:gd name="connsiteX227" fmla="*/ 445452 w 821508"/>
                <a:gd name="connsiteY227" fmla="*/ 128638 h 590308"/>
                <a:gd name="connsiteX228" fmla="*/ 446394 w 821508"/>
                <a:gd name="connsiteY228" fmla="*/ 124501 h 590308"/>
                <a:gd name="connsiteX229" fmla="*/ 447774 w 821508"/>
                <a:gd name="connsiteY229" fmla="*/ 122920 h 590308"/>
                <a:gd name="connsiteX230" fmla="*/ 450029 w 821508"/>
                <a:gd name="connsiteY230" fmla="*/ 120296 h 590308"/>
                <a:gd name="connsiteX231" fmla="*/ 453226 w 821508"/>
                <a:gd name="connsiteY231" fmla="*/ 118210 h 590308"/>
                <a:gd name="connsiteX232" fmla="*/ 454673 w 821508"/>
                <a:gd name="connsiteY232" fmla="*/ 115754 h 590308"/>
                <a:gd name="connsiteX233" fmla="*/ 452419 w 821508"/>
                <a:gd name="connsiteY233" fmla="*/ 113299 h 590308"/>
                <a:gd name="connsiteX234" fmla="*/ 448649 w 821508"/>
                <a:gd name="connsiteY234" fmla="*/ 110843 h 590308"/>
                <a:gd name="connsiteX235" fmla="*/ 445688 w 821508"/>
                <a:gd name="connsiteY235" fmla="*/ 108589 h 590308"/>
                <a:gd name="connsiteX236" fmla="*/ 442423 w 821508"/>
                <a:gd name="connsiteY236" fmla="*/ 105898 h 590308"/>
                <a:gd name="connsiteX237" fmla="*/ 439461 w 821508"/>
                <a:gd name="connsiteY237" fmla="*/ 100247 h 590308"/>
                <a:gd name="connsiteX238" fmla="*/ 440404 w 821508"/>
                <a:gd name="connsiteY238" fmla="*/ 97051 h 590308"/>
                <a:gd name="connsiteX239" fmla="*/ 438216 w 821508"/>
                <a:gd name="connsiteY239" fmla="*/ 93283 h 590308"/>
                <a:gd name="connsiteX240" fmla="*/ 435087 w 821508"/>
                <a:gd name="connsiteY240" fmla="*/ 91837 h 590308"/>
                <a:gd name="connsiteX241" fmla="*/ 432697 w 821508"/>
                <a:gd name="connsiteY241" fmla="*/ 92341 h 590308"/>
                <a:gd name="connsiteX242" fmla="*/ 430375 w 821508"/>
                <a:gd name="connsiteY242" fmla="*/ 94662 h 590308"/>
                <a:gd name="connsiteX243" fmla="*/ 428120 w 821508"/>
                <a:gd name="connsiteY243" fmla="*/ 95604 h 590308"/>
                <a:gd name="connsiteX244" fmla="*/ 427043 w 821508"/>
                <a:gd name="connsiteY244" fmla="*/ 95537 h 590308"/>
                <a:gd name="connsiteX245" fmla="*/ 421826 w 821508"/>
                <a:gd name="connsiteY245" fmla="*/ 93519 h 590308"/>
                <a:gd name="connsiteX246" fmla="*/ 419740 w 821508"/>
                <a:gd name="connsiteY246" fmla="*/ 93149 h 590308"/>
                <a:gd name="connsiteX247" fmla="*/ 417048 w 821508"/>
                <a:gd name="connsiteY247" fmla="*/ 92274 h 590308"/>
                <a:gd name="connsiteX248" fmla="*/ 416173 w 821508"/>
                <a:gd name="connsiteY248" fmla="*/ 90895 h 590308"/>
                <a:gd name="connsiteX249" fmla="*/ 414557 w 821508"/>
                <a:gd name="connsiteY249" fmla="*/ 89280 h 590308"/>
                <a:gd name="connsiteX250" fmla="*/ 412740 w 821508"/>
                <a:gd name="connsiteY250" fmla="*/ 87800 h 590308"/>
                <a:gd name="connsiteX251" fmla="*/ 410788 w 821508"/>
                <a:gd name="connsiteY251" fmla="*/ 87262 h 590308"/>
                <a:gd name="connsiteX252" fmla="*/ 408701 w 821508"/>
                <a:gd name="connsiteY252" fmla="*/ 87262 h 590308"/>
                <a:gd name="connsiteX253" fmla="*/ 404999 w 821508"/>
                <a:gd name="connsiteY253" fmla="*/ 87262 h 590308"/>
                <a:gd name="connsiteX254" fmla="*/ 401735 w 821508"/>
                <a:gd name="connsiteY254" fmla="*/ 87262 h 590308"/>
                <a:gd name="connsiteX255" fmla="*/ 399480 w 821508"/>
                <a:gd name="connsiteY255" fmla="*/ 90020 h 590308"/>
                <a:gd name="connsiteX256" fmla="*/ 392076 w 821508"/>
                <a:gd name="connsiteY256" fmla="*/ 94225 h 590308"/>
                <a:gd name="connsiteX257" fmla="*/ 385984 w 821508"/>
                <a:gd name="connsiteY257" fmla="*/ 98060 h 590308"/>
                <a:gd name="connsiteX258" fmla="*/ 382148 w 821508"/>
                <a:gd name="connsiteY258" fmla="*/ 101323 h 590308"/>
                <a:gd name="connsiteX259" fmla="*/ 378614 w 821508"/>
                <a:gd name="connsiteY259" fmla="*/ 103207 h 590308"/>
                <a:gd name="connsiteX260" fmla="*/ 374407 w 821508"/>
                <a:gd name="connsiteY260" fmla="*/ 104452 h 590308"/>
                <a:gd name="connsiteX261" fmla="*/ 369628 w 821508"/>
                <a:gd name="connsiteY261" fmla="*/ 104452 h 590308"/>
                <a:gd name="connsiteX262" fmla="*/ 364984 w 821508"/>
                <a:gd name="connsiteY262" fmla="*/ 103812 h 590308"/>
                <a:gd name="connsiteX263" fmla="*/ 358388 w 821508"/>
                <a:gd name="connsiteY263" fmla="*/ 102803 h 590308"/>
                <a:gd name="connsiteX264" fmla="*/ 348325 w 821508"/>
                <a:gd name="connsiteY264" fmla="*/ 100280 h 590308"/>
                <a:gd name="connsiteX265" fmla="*/ 341089 w 821508"/>
                <a:gd name="connsiteY265" fmla="*/ 95436 h 590308"/>
                <a:gd name="connsiteX266" fmla="*/ 336310 w 821508"/>
                <a:gd name="connsiteY266" fmla="*/ 91298 h 590308"/>
                <a:gd name="connsiteX267" fmla="*/ 333113 w 821508"/>
                <a:gd name="connsiteY267" fmla="*/ 87968 h 590308"/>
                <a:gd name="connsiteX268" fmla="*/ 330589 w 821508"/>
                <a:gd name="connsiteY268" fmla="*/ 84940 h 590308"/>
                <a:gd name="connsiteX269" fmla="*/ 330219 w 821508"/>
                <a:gd name="connsiteY269" fmla="*/ 79289 h 590308"/>
                <a:gd name="connsiteX270" fmla="*/ 329714 w 821508"/>
                <a:gd name="connsiteY270" fmla="*/ 75084 h 590308"/>
                <a:gd name="connsiteX271" fmla="*/ 330791 w 821508"/>
                <a:gd name="connsiteY271" fmla="*/ 69803 h 590308"/>
                <a:gd name="connsiteX272" fmla="*/ 331868 w 821508"/>
                <a:gd name="connsiteY272" fmla="*/ 67852 h 590308"/>
                <a:gd name="connsiteX273" fmla="*/ 331733 w 821508"/>
                <a:gd name="connsiteY273" fmla="*/ 65934 h 590308"/>
                <a:gd name="connsiteX274" fmla="*/ 329714 w 821508"/>
                <a:gd name="connsiteY274" fmla="*/ 64723 h 590308"/>
                <a:gd name="connsiteX275" fmla="*/ 326954 w 821508"/>
                <a:gd name="connsiteY275" fmla="*/ 64723 h 590308"/>
                <a:gd name="connsiteX276" fmla="*/ 324363 w 821508"/>
                <a:gd name="connsiteY276" fmla="*/ 65228 h 590308"/>
                <a:gd name="connsiteX277" fmla="*/ 320459 w 821508"/>
                <a:gd name="connsiteY277" fmla="*/ 66304 h 590308"/>
                <a:gd name="connsiteX278" fmla="*/ 317430 w 821508"/>
                <a:gd name="connsiteY278" fmla="*/ 67885 h 590308"/>
                <a:gd name="connsiteX279" fmla="*/ 314738 w 821508"/>
                <a:gd name="connsiteY279" fmla="*/ 69264 h 590308"/>
                <a:gd name="connsiteX280" fmla="*/ 311608 w 821508"/>
                <a:gd name="connsiteY280" fmla="*/ 73234 h 590308"/>
                <a:gd name="connsiteX281" fmla="*/ 309656 w 821508"/>
                <a:gd name="connsiteY281" fmla="*/ 76934 h 590308"/>
                <a:gd name="connsiteX282" fmla="*/ 306324 w 821508"/>
                <a:gd name="connsiteY282" fmla="*/ 79121 h 590308"/>
                <a:gd name="connsiteX283" fmla="*/ 302622 w 821508"/>
                <a:gd name="connsiteY283" fmla="*/ 82586 h 590308"/>
                <a:gd name="connsiteX284" fmla="*/ 299661 w 821508"/>
                <a:gd name="connsiteY284" fmla="*/ 83662 h 590308"/>
                <a:gd name="connsiteX285" fmla="*/ 294747 w 821508"/>
                <a:gd name="connsiteY285" fmla="*/ 85546 h 590308"/>
                <a:gd name="connsiteX286" fmla="*/ 291348 w 821508"/>
                <a:gd name="connsiteY286" fmla="*/ 85849 h 590308"/>
                <a:gd name="connsiteX287" fmla="*/ 288453 w 821508"/>
                <a:gd name="connsiteY287" fmla="*/ 86555 h 590308"/>
                <a:gd name="connsiteX288" fmla="*/ 285054 w 821508"/>
                <a:gd name="connsiteY288" fmla="*/ 87564 h 590308"/>
                <a:gd name="connsiteX289" fmla="*/ 281655 w 821508"/>
                <a:gd name="connsiteY289" fmla="*/ 87699 h 590308"/>
                <a:gd name="connsiteX290" fmla="*/ 279939 w 821508"/>
                <a:gd name="connsiteY290" fmla="*/ 85882 h 590308"/>
                <a:gd name="connsiteX291" fmla="*/ 278256 w 821508"/>
                <a:gd name="connsiteY291" fmla="*/ 82855 h 590308"/>
                <a:gd name="connsiteX292" fmla="*/ 276944 w 821508"/>
                <a:gd name="connsiteY292" fmla="*/ 80096 h 590308"/>
                <a:gd name="connsiteX293" fmla="*/ 276506 w 821508"/>
                <a:gd name="connsiteY293" fmla="*/ 76766 h 590308"/>
                <a:gd name="connsiteX294" fmla="*/ 275194 w 821508"/>
                <a:gd name="connsiteY294" fmla="*/ 75252 h 590308"/>
                <a:gd name="connsiteX295" fmla="*/ 271727 w 821508"/>
                <a:gd name="connsiteY295" fmla="*/ 74109 h 590308"/>
                <a:gd name="connsiteX296" fmla="*/ 268833 w 821508"/>
                <a:gd name="connsiteY296" fmla="*/ 71855 h 590308"/>
                <a:gd name="connsiteX297" fmla="*/ 265804 w 821508"/>
                <a:gd name="connsiteY297" fmla="*/ 69971 h 590308"/>
                <a:gd name="connsiteX298" fmla="*/ 264559 w 821508"/>
                <a:gd name="connsiteY298" fmla="*/ 69399 h 590308"/>
                <a:gd name="connsiteX299" fmla="*/ 262977 w 821508"/>
                <a:gd name="connsiteY299" fmla="*/ 69332 h 590308"/>
                <a:gd name="connsiteX300" fmla="*/ 261395 w 821508"/>
                <a:gd name="connsiteY300" fmla="*/ 70576 h 590308"/>
                <a:gd name="connsiteX301" fmla="*/ 260385 w 821508"/>
                <a:gd name="connsiteY301" fmla="*/ 73099 h 590308"/>
                <a:gd name="connsiteX302" fmla="*/ 260823 w 821508"/>
                <a:gd name="connsiteY302" fmla="*/ 76060 h 590308"/>
                <a:gd name="connsiteX303" fmla="*/ 261765 w 821508"/>
                <a:gd name="connsiteY303" fmla="*/ 79087 h 590308"/>
                <a:gd name="connsiteX304" fmla="*/ 261563 w 821508"/>
                <a:gd name="connsiteY304" fmla="*/ 82922 h 590308"/>
                <a:gd name="connsiteX305" fmla="*/ 259309 w 821508"/>
                <a:gd name="connsiteY305" fmla="*/ 83662 h 590308"/>
                <a:gd name="connsiteX306" fmla="*/ 257054 w 821508"/>
                <a:gd name="connsiteY306" fmla="*/ 83898 h 590308"/>
                <a:gd name="connsiteX307" fmla="*/ 253352 w 821508"/>
                <a:gd name="connsiteY307" fmla="*/ 83595 h 590308"/>
                <a:gd name="connsiteX308" fmla="*/ 249010 w 821508"/>
                <a:gd name="connsiteY308" fmla="*/ 82956 h 590308"/>
                <a:gd name="connsiteX309" fmla="*/ 245544 w 821508"/>
                <a:gd name="connsiteY309" fmla="*/ 83259 h 590308"/>
                <a:gd name="connsiteX310" fmla="*/ 241135 w 821508"/>
                <a:gd name="connsiteY310" fmla="*/ 86791 h 590308"/>
                <a:gd name="connsiteX311" fmla="*/ 238005 w 821508"/>
                <a:gd name="connsiteY311" fmla="*/ 89549 h 590308"/>
                <a:gd name="connsiteX312" fmla="*/ 236322 w 821508"/>
                <a:gd name="connsiteY312" fmla="*/ 90491 h 590308"/>
                <a:gd name="connsiteX313" fmla="*/ 234303 w 821508"/>
                <a:gd name="connsiteY313" fmla="*/ 90928 h 590308"/>
                <a:gd name="connsiteX314" fmla="*/ 229962 w 821508"/>
                <a:gd name="connsiteY314" fmla="*/ 88977 h 590308"/>
                <a:gd name="connsiteX315" fmla="*/ 225822 w 821508"/>
                <a:gd name="connsiteY315" fmla="*/ 86017 h 590308"/>
                <a:gd name="connsiteX316" fmla="*/ 222356 w 821508"/>
                <a:gd name="connsiteY316" fmla="*/ 83326 h 590308"/>
                <a:gd name="connsiteX317" fmla="*/ 218788 w 821508"/>
                <a:gd name="connsiteY317" fmla="*/ 79760 h 590308"/>
                <a:gd name="connsiteX318" fmla="*/ 211620 w 821508"/>
                <a:gd name="connsiteY318" fmla="*/ 79625 h 590308"/>
                <a:gd name="connsiteX319" fmla="*/ 207649 w 821508"/>
                <a:gd name="connsiteY319" fmla="*/ 76060 h 590308"/>
                <a:gd name="connsiteX320" fmla="*/ 207077 w 821508"/>
                <a:gd name="connsiteY320" fmla="*/ 74613 h 590308"/>
                <a:gd name="connsiteX321" fmla="*/ 203038 w 821508"/>
                <a:gd name="connsiteY321" fmla="*/ 71922 h 590308"/>
                <a:gd name="connsiteX322" fmla="*/ 200076 w 821508"/>
                <a:gd name="connsiteY322" fmla="*/ 70913 h 590308"/>
                <a:gd name="connsiteX323" fmla="*/ 198562 w 821508"/>
                <a:gd name="connsiteY323" fmla="*/ 69769 h 590308"/>
                <a:gd name="connsiteX324" fmla="*/ 197485 w 821508"/>
                <a:gd name="connsiteY324" fmla="*/ 66809 h 590308"/>
                <a:gd name="connsiteX325" fmla="*/ 194658 w 821508"/>
                <a:gd name="connsiteY325" fmla="*/ 63983 h 590308"/>
                <a:gd name="connsiteX326" fmla="*/ 192134 w 821508"/>
                <a:gd name="connsiteY326" fmla="*/ 62469 h 590308"/>
                <a:gd name="connsiteX327" fmla="*/ 188937 w 821508"/>
                <a:gd name="connsiteY327" fmla="*/ 59845 h 590308"/>
                <a:gd name="connsiteX328" fmla="*/ 187624 w 821508"/>
                <a:gd name="connsiteY328" fmla="*/ 57827 h 590308"/>
                <a:gd name="connsiteX329" fmla="*/ 188197 w 821508"/>
                <a:gd name="connsiteY329" fmla="*/ 54564 h 590308"/>
                <a:gd name="connsiteX330" fmla="*/ 189273 w 821508"/>
                <a:gd name="connsiteY330" fmla="*/ 48475 h 590308"/>
                <a:gd name="connsiteX331" fmla="*/ 188567 w 821508"/>
                <a:gd name="connsiteY331" fmla="*/ 45212 h 590308"/>
                <a:gd name="connsiteX332" fmla="*/ 186244 w 821508"/>
                <a:gd name="connsiteY332" fmla="*/ 44338 h 590308"/>
                <a:gd name="connsiteX333" fmla="*/ 183047 w 821508"/>
                <a:gd name="connsiteY333" fmla="*/ 41512 h 590308"/>
                <a:gd name="connsiteX334" fmla="*/ 181903 w 821508"/>
                <a:gd name="connsiteY334" fmla="*/ 39123 h 590308"/>
                <a:gd name="connsiteX335" fmla="*/ 181903 w 821508"/>
                <a:gd name="connsiteY335" fmla="*/ 37441 h 590308"/>
                <a:gd name="connsiteX336" fmla="*/ 184494 w 821508"/>
                <a:gd name="connsiteY336" fmla="*/ 34414 h 590308"/>
                <a:gd name="connsiteX337" fmla="*/ 186514 w 821508"/>
                <a:gd name="connsiteY337" fmla="*/ 32900 h 590308"/>
                <a:gd name="connsiteX338" fmla="*/ 187389 w 821508"/>
                <a:gd name="connsiteY338" fmla="*/ 31319 h 590308"/>
                <a:gd name="connsiteX339" fmla="*/ 187322 w 821508"/>
                <a:gd name="connsiteY339" fmla="*/ 29233 h 590308"/>
                <a:gd name="connsiteX340" fmla="*/ 185739 w 821508"/>
                <a:gd name="connsiteY340" fmla="*/ 26542 h 590308"/>
                <a:gd name="connsiteX341" fmla="*/ 184293 w 821508"/>
                <a:gd name="connsiteY341" fmla="*/ 25600 h 590308"/>
                <a:gd name="connsiteX342" fmla="*/ 182273 w 821508"/>
                <a:gd name="connsiteY342" fmla="*/ 22842 h 590308"/>
                <a:gd name="connsiteX343" fmla="*/ 181768 w 821508"/>
                <a:gd name="connsiteY343" fmla="*/ 21025 h 590308"/>
                <a:gd name="connsiteX344" fmla="*/ 180658 w 821508"/>
                <a:gd name="connsiteY344" fmla="*/ 15744 h 590308"/>
                <a:gd name="connsiteX345" fmla="*/ 178908 w 821508"/>
                <a:gd name="connsiteY345" fmla="*/ 13658 h 590308"/>
                <a:gd name="connsiteX346" fmla="*/ 177595 w 821508"/>
                <a:gd name="connsiteY346" fmla="*/ 11707 h 590308"/>
                <a:gd name="connsiteX347" fmla="*/ 178841 w 821508"/>
                <a:gd name="connsiteY347" fmla="*/ 9184 h 590308"/>
                <a:gd name="connsiteX348" fmla="*/ 181466 w 821508"/>
                <a:gd name="connsiteY348" fmla="*/ 6998 h 590308"/>
                <a:gd name="connsiteX349" fmla="*/ 181667 w 821508"/>
                <a:gd name="connsiteY349" fmla="*/ 4912 h 590308"/>
                <a:gd name="connsiteX350" fmla="*/ 180523 w 821508"/>
                <a:gd name="connsiteY350" fmla="*/ 1851 h 590308"/>
                <a:gd name="connsiteX351" fmla="*/ 177629 w 821508"/>
                <a:gd name="connsiteY351" fmla="*/ 404 h 590308"/>
                <a:gd name="connsiteX352" fmla="*/ 173490 w 821508"/>
                <a:gd name="connsiteY352" fmla="*/ 404 h 590308"/>
                <a:gd name="connsiteX353" fmla="*/ 170461 w 821508"/>
                <a:gd name="connsiteY353" fmla="*/ 2490 h 590308"/>
                <a:gd name="connsiteX354" fmla="*/ 168508 w 821508"/>
                <a:gd name="connsiteY354" fmla="*/ 2793 h 590308"/>
                <a:gd name="connsiteX355" fmla="*/ 166489 w 821508"/>
                <a:gd name="connsiteY355" fmla="*/ 3533 h 590308"/>
                <a:gd name="connsiteX356" fmla="*/ 163898 w 821508"/>
                <a:gd name="connsiteY356" fmla="*/ 4542 h 590308"/>
                <a:gd name="connsiteX357" fmla="*/ 160936 w 821508"/>
                <a:gd name="connsiteY357" fmla="*/ 5046 h 590308"/>
                <a:gd name="connsiteX358" fmla="*/ 159052 w 821508"/>
                <a:gd name="connsiteY358" fmla="*/ 5181 h 590308"/>
                <a:gd name="connsiteX359" fmla="*/ 157100 w 821508"/>
                <a:gd name="connsiteY359" fmla="*/ 5753 h 590308"/>
                <a:gd name="connsiteX360" fmla="*/ 155215 w 821508"/>
                <a:gd name="connsiteY360" fmla="*/ 6829 h 590308"/>
                <a:gd name="connsiteX361" fmla="*/ 153633 w 821508"/>
                <a:gd name="connsiteY361" fmla="*/ 8646 h 590308"/>
                <a:gd name="connsiteX362" fmla="*/ 151446 w 821508"/>
                <a:gd name="connsiteY362" fmla="*/ 10328 h 590308"/>
                <a:gd name="connsiteX363" fmla="*/ 150066 w 821508"/>
                <a:gd name="connsiteY363" fmla="*/ 11135 h 590308"/>
                <a:gd name="connsiteX364" fmla="*/ 148551 w 821508"/>
                <a:gd name="connsiteY364" fmla="*/ 12582 h 590308"/>
                <a:gd name="connsiteX365" fmla="*/ 146667 w 821508"/>
                <a:gd name="connsiteY365" fmla="*/ 13456 h 590308"/>
                <a:gd name="connsiteX366" fmla="*/ 143840 w 821508"/>
                <a:gd name="connsiteY366" fmla="*/ 12750 h 590308"/>
                <a:gd name="connsiteX367" fmla="*/ 142258 w 821508"/>
                <a:gd name="connsiteY367" fmla="*/ 11303 h 590308"/>
                <a:gd name="connsiteX368" fmla="*/ 141383 w 821508"/>
                <a:gd name="connsiteY368" fmla="*/ 8478 h 590308"/>
                <a:gd name="connsiteX369" fmla="*/ 138623 w 821508"/>
                <a:gd name="connsiteY369" fmla="*/ 9924 h 590308"/>
                <a:gd name="connsiteX370" fmla="*/ 136368 w 821508"/>
                <a:gd name="connsiteY370" fmla="*/ 11068 h 590308"/>
                <a:gd name="connsiteX371" fmla="*/ 134349 w 821508"/>
                <a:gd name="connsiteY371" fmla="*/ 12144 h 590308"/>
                <a:gd name="connsiteX372" fmla="*/ 132835 w 821508"/>
                <a:gd name="connsiteY372" fmla="*/ 13725 h 590308"/>
                <a:gd name="connsiteX373" fmla="*/ 131690 w 821508"/>
                <a:gd name="connsiteY373" fmla="*/ 14667 h 590308"/>
                <a:gd name="connsiteX374" fmla="*/ 129099 w 821508"/>
                <a:gd name="connsiteY374" fmla="*/ 14869 h 590308"/>
                <a:gd name="connsiteX375" fmla="*/ 126474 w 821508"/>
                <a:gd name="connsiteY375" fmla="*/ 14936 h 590308"/>
                <a:gd name="connsiteX376" fmla="*/ 120753 w 821508"/>
                <a:gd name="connsiteY376" fmla="*/ 14365 h 590308"/>
                <a:gd name="connsiteX377" fmla="*/ 115334 w 821508"/>
                <a:gd name="connsiteY377" fmla="*/ 14297 h 590308"/>
                <a:gd name="connsiteX378" fmla="*/ 111565 w 821508"/>
                <a:gd name="connsiteY378" fmla="*/ 14297 h 590308"/>
                <a:gd name="connsiteX379" fmla="*/ 107829 w 821508"/>
                <a:gd name="connsiteY379" fmla="*/ 14869 h 590308"/>
                <a:gd name="connsiteX380" fmla="*/ 107223 w 821508"/>
                <a:gd name="connsiteY380" fmla="*/ 17258 h 590308"/>
                <a:gd name="connsiteX381" fmla="*/ 107223 w 821508"/>
                <a:gd name="connsiteY381" fmla="*/ 20386 h 590308"/>
                <a:gd name="connsiteX382" fmla="*/ 107796 w 821508"/>
                <a:gd name="connsiteY382" fmla="*/ 21631 h 590308"/>
                <a:gd name="connsiteX383" fmla="*/ 107223 w 821508"/>
                <a:gd name="connsiteY383" fmla="*/ 26475 h 590308"/>
                <a:gd name="connsiteX384" fmla="*/ 107223 w 821508"/>
                <a:gd name="connsiteY384" fmla="*/ 28561 h 590308"/>
                <a:gd name="connsiteX385" fmla="*/ 107223 w 821508"/>
                <a:gd name="connsiteY385" fmla="*/ 31184 h 590308"/>
                <a:gd name="connsiteX386" fmla="*/ 105843 w 821508"/>
                <a:gd name="connsiteY386" fmla="*/ 32564 h 590308"/>
                <a:gd name="connsiteX387" fmla="*/ 103589 w 821508"/>
                <a:gd name="connsiteY387" fmla="*/ 33943 h 590308"/>
                <a:gd name="connsiteX388" fmla="*/ 101502 w 821508"/>
                <a:gd name="connsiteY388" fmla="*/ 34313 h 590308"/>
                <a:gd name="connsiteX389" fmla="*/ 96791 w 821508"/>
                <a:gd name="connsiteY389" fmla="*/ 35558 h 590308"/>
                <a:gd name="connsiteX390" fmla="*/ 91742 w 821508"/>
                <a:gd name="connsiteY390" fmla="*/ 35120 h 590308"/>
                <a:gd name="connsiteX391" fmla="*/ 89218 w 821508"/>
                <a:gd name="connsiteY391" fmla="*/ 35692 h 590308"/>
                <a:gd name="connsiteX392" fmla="*/ 87267 w 821508"/>
                <a:gd name="connsiteY392" fmla="*/ 36331 h 590308"/>
                <a:gd name="connsiteX393" fmla="*/ 82622 w 821508"/>
                <a:gd name="connsiteY393" fmla="*/ 37206 h 590308"/>
                <a:gd name="connsiteX394" fmla="*/ 81478 w 821508"/>
                <a:gd name="connsiteY394" fmla="*/ 39594 h 590308"/>
                <a:gd name="connsiteX395" fmla="*/ 81107 w 821508"/>
                <a:gd name="connsiteY395" fmla="*/ 43497 h 590308"/>
                <a:gd name="connsiteX396" fmla="*/ 83632 w 821508"/>
                <a:gd name="connsiteY396" fmla="*/ 47634 h 590308"/>
                <a:gd name="connsiteX397" fmla="*/ 85516 w 821508"/>
                <a:gd name="connsiteY397" fmla="*/ 49720 h 590308"/>
                <a:gd name="connsiteX398" fmla="*/ 88108 w 821508"/>
                <a:gd name="connsiteY398" fmla="*/ 54732 h 590308"/>
                <a:gd name="connsiteX399" fmla="*/ 88747 w 821508"/>
                <a:gd name="connsiteY399" fmla="*/ 57995 h 590308"/>
                <a:gd name="connsiteX400" fmla="*/ 89386 w 821508"/>
                <a:gd name="connsiteY400" fmla="*/ 60821 h 590308"/>
                <a:gd name="connsiteX401" fmla="*/ 90060 w 821508"/>
                <a:gd name="connsiteY401" fmla="*/ 67852 h 590308"/>
                <a:gd name="connsiteX402" fmla="*/ 89791 w 821508"/>
                <a:gd name="connsiteY402" fmla="*/ 70745 h 590308"/>
                <a:gd name="connsiteX403" fmla="*/ 89791 w 821508"/>
                <a:gd name="connsiteY403" fmla="*/ 74310 h 590308"/>
                <a:gd name="connsiteX404" fmla="*/ 88545 w 821508"/>
                <a:gd name="connsiteY404" fmla="*/ 75757 h 590308"/>
                <a:gd name="connsiteX405" fmla="*/ 86862 w 821508"/>
                <a:gd name="connsiteY405" fmla="*/ 77708 h 590308"/>
                <a:gd name="connsiteX406" fmla="*/ 85348 w 821508"/>
                <a:gd name="connsiteY406" fmla="*/ 81476 h 590308"/>
                <a:gd name="connsiteX407" fmla="*/ 85045 w 821508"/>
                <a:gd name="connsiteY407" fmla="*/ 83359 h 590308"/>
                <a:gd name="connsiteX408" fmla="*/ 82588 w 821508"/>
                <a:gd name="connsiteY408" fmla="*/ 84369 h 590308"/>
                <a:gd name="connsiteX409" fmla="*/ 80401 w 821508"/>
                <a:gd name="connsiteY409" fmla="*/ 83662 h 590308"/>
                <a:gd name="connsiteX410" fmla="*/ 78516 w 821508"/>
                <a:gd name="connsiteY410" fmla="*/ 81274 h 590308"/>
                <a:gd name="connsiteX411" fmla="*/ 77776 w 821508"/>
                <a:gd name="connsiteY411" fmla="*/ 79154 h 590308"/>
                <a:gd name="connsiteX412" fmla="*/ 76699 w 821508"/>
                <a:gd name="connsiteY412" fmla="*/ 77641 h 590308"/>
                <a:gd name="connsiteX413" fmla="*/ 76329 w 821508"/>
                <a:gd name="connsiteY413" fmla="*/ 74445 h 590308"/>
                <a:gd name="connsiteX414" fmla="*/ 75016 w 821508"/>
                <a:gd name="connsiteY414" fmla="*/ 72359 h 590308"/>
                <a:gd name="connsiteX415" fmla="*/ 72997 w 821508"/>
                <a:gd name="connsiteY415" fmla="*/ 71989 h 590308"/>
                <a:gd name="connsiteX416" fmla="*/ 71852 w 821508"/>
                <a:gd name="connsiteY416" fmla="*/ 72729 h 590308"/>
                <a:gd name="connsiteX417" fmla="*/ 71045 w 821508"/>
                <a:gd name="connsiteY417" fmla="*/ 74109 h 590308"/>
                <a:gd name="connsiteX418" fmla="*/ 68790 w 821508"/>
                <a:gd name="connsiteY418" fmla="*/ 74109 h 590308"/>
                <a:gd name="connsiteX419" fmla="*/ 66973 w 821508"/>
                <a:gd name="connsiteY419" fmla="*/ 71855 h 590308"/>
                <a:gd name="connsiteX420" fmla="*/ 65155 w 821508"/>
                <a:gd name="connsiteY420" fmla="*/ 69836 h 590308"/>
                <a:gd name="connsiteX421" fmla="*/ 64650 w 821508"/>
                <a:gd name="connsiteY421" fmla="*/ 67381 h 590308"/>
                <a:gd name="connsiteX422" fmla="*/ 63775 w 821508"/>
                <a:gd name="connsiteY422" fmla="*/ 64925 h 590308"/>
                <a:gd name="connsiteX423" fmla="*/ 62093 w 821508"/>
                <a:gd name="connsiteY423" fmla="*/ 62671 h 590308"/>
                <a:gd name="connsiteX424" fmla="*/ 61151 w 821508"/>
                <a:gd name="connsiteY424" fmla="*/ 61157 h 590308"/>
                <a:gd name="connsiteX425" fmla="*/ 59400 w 821508"/>
                <a:gd name="connsiteY425" fmla="*/ 59711 h 590308"/>
                <a:gd name="connsiteX426" fmla="*/ 57650 w 821508"/>
                <a:gd name="connsiteY426" fmla="*/ 59273 h 590308"/>
                <a:gd name="connsiteX427" fmla="*/ 56641 w 821508"/>
                <a:gd name="connsiteY427" fmla="*/ 59273 h 590308"/>
                <a:gd name="connsiteX428" fmla="*/ 54386 w 821508"/>
                <a:gd name="connsiteY428" fmla="*/ 60922 h 590308"/>
                <a:gd name="connsiteX429" fmla="*/ 53309 w 821508"/>
                <a:gd name="connsiteY429" fmla="*/ 62604 h 590308"/>
                <a:gd name="connsiteX430" fmla="*/ 51626 w 821508"/>
                <a:gd name="connsiteY430" fmla="*/ 64858 h 590308"/>
                <a:gd name="connsiteX431" fmla="*/ 50414 w 821508"/>
                <a:gd name="connsiteY431" fmla="*/ 66741 h 590308"/>
                <a:gd name="connsiteX432" fmla="*/ 48833 w 821508"/>
                <a:gd name="connsiteY432" fmla="*/ 69769 h 590308"/>
                <a:gd name="connsiteX433" fmla="*/ 46006 w 821508"/>
                <a:gd name="connsiteY433" fmla="*/ 71787 h 590308"/>
                <a:gd name="connsiteX434" fmla="*/ 43818 w 821508"/>
                <a:gd name="connsiteY434" fmla="*/ 72157 h 590308"/>
                <a:gd name="connsiteX435" fmla="*/ 40688 w 821508"/>
                <a:gd name="connsiteY435" fmla="*/ 69836 h 590308"/>
                <a:gd name="connsiteX436" fmla="*/ 40318 w 821508"/>
                <a:gd name="connsiteY436" fmla="*/ 67953 h 590308"/>
                <a:gd name="connsiteX437" fmla="*/ 37491 w 821508"/>
                <a:gd name="connsiteY437" fmla="*/ 65631 h 590308"/>
                <a:gd name="connsiteX438" fmla="*/ 36616 w 821508"/>
                <a:gd name="connsiteY438" fmla="*/ 64555 h 590308"/>
                <a:gd name="connsiteX439" fmla="*/ 35102 w 821508"/>
                <a:gd name="connsiteY439" fmla="*/ 62671 h 590308"/>
                <a:gd name="connsiteX440" fmla="*/ 32712 w 821508"/>
                <a:gd name="connsiteY440" fmla="*/ 63748 h 590308"/>
                <a:gd name="connsiteX441" fmla="*/ 30693 w 821508"/>
                <a:gd name="connsiteY441" fmla="*/ 64185 h 590308"/>
                <a:gd name="connsiteX442" fmla="*/ 29448 w 821508"/>
                <a:gd name="connsiteY442" fmla="*/ 61796 h 590308"/>
                <a:gd name="connsiteX443" fmla="*/ 27698 w 821508"/>
                <a:gd name="connsiteY443" fmla="*/ 59543 h 590308"/>
                <a:gd name="connsiteX444" fmla="*/ 25106 w 821508"/>
                <a:gd name="connsiteY444" fmla="*/ 56280 h 590308"/>
                <a:gd name="connsiteX445" fmla="*/ 22717 w 821508"/>
                <a:gd name="connsiteY445" fmla="*/ 54261 h 590308"/>
                <a:gd name="connsiteX446" fmla="*/ 19385 w 821508"/>
                <a:gd name="connsiteY446" fmla="*/ 52445 h 590308"/>
                <a:gd name="connsiteX447" fmla="*/ 16794 w 821508"/>
                <a:gd name="connsiteY447" fmla="*/ 51940 h 590308"/>
                <a:gd name="connsiteX448" fmla="*/ 14101 w 821508"/>
                <a:gd name="connsiteY448" fmla="*/ 51503 h 590308"/>
                <a:gd name="connsiteX449" fmla="*/ 11476 w 821508"/>
                <a:gd name="connsiteY449" fmla="*/ 52142 h 590308"/>
                <a:gd name="connsiteX450" fmla="*/ 10029 w 821508"/>
                <a:gd name="connsiteY450" fmla="*/ 52276 h 590308"/>
                <a:gd name="connsiteX451" fmla="*/ 5687 w 821508"/>
                <a:gd name="connsiteY451" fmla="*/ 53017 h 590308"/>
                <a:gd name="connsiteX452" fmla="*/ 2154 w 821508"/>
                <a:gd name="connsiteY452" fmla="*/ 54396 h 590308"/>
                <a:gd name="connsiteX453" fmla="*/ 1346 w 821508"/>
                <a:gd name="connsiteY453" fmla="*/ 57659 h 590308"/>
                <a:gd name="connsiteX454" fmla="*/ 6058 w 821508"/>
                <a:gd name="connsiteY454" fmla="*/ 60350 h 590308"/>
                <a:gd name="connsiteX455" fmla="*/ 8750 w 821508"/>
                <a:gd name="connsiteY455" fmla="*/ 62738 h 590308"/>
                <a:gd name="connsiteX456" fmla="*/ 9020 w 821508"/>
                <a:gd name="connsiteY456" fmla="*/ 64824 h 590308"/>
                <a:gd name="connsiteX457" fmla="*/ 9457 w 821508"/>
                <a:gd name="connsiteY457" fmla="*/ 67448 h 590308"/>
                <a:gd name="connsiteX458" fmla="*/ 9591 w 821508"/>
                <a:gd name="connsiteY458" fmla="*/ 69769 h 590308"/>
                <a:gd name="connsiteX459" fmla="*/ 9524 w 821508"/>
                <a:gd name="connsiteY459" fmla="*/ 72460 h 590308"/>
                <a:gd name="connsiteX460" fmla="*/ 8851 w 821508"/>
                <a:gd name="connsiteY460" fmla="*/ 73974 h 590308"/>
                <a:gd name="connsiteX461" fmla="*/ 7976 w 821508"/>
                <a:gd name="connsiteY461" fmla="*/ 75286 h 590308"/>
                <a:gd name="connsiteX462" fmla="*/ 6529 w 821508"/>
                <a:gd name="connsiteY462" fmla="*/ 76228 h 590308"/>
                <a:gd name="connsiteX463" fmla="*/ 4644 w 821508"/>
                <a:gd name="connsiteY463" fmla="*/ 77607 h 590308"/>
                <a:gd name="connsiteX464" fmla="*/ 2759 w 821508"/>
                <a:gd name="connsiteY464" fmla="*/ 78986 h 590308"/>
                <a:gd name="connsiteX465" fmla="*/ 942 w 821508"/>
                <a:gd name="connsiteY465" fmla="*/ 80870 h 590308"/>
                <a:gd name="connsiteX466" fmla="*/ 0 w 821508"/>
                <a:gd name="connsiteY466" fmla="*/ 82317 h 590308"/>
                <a:gd name="connsiteX467" fmla="*/ 740 w 821508"/>
                <a:gd name="connsiteY467" fmla="*/ 85950 h 590308"/>
                <a:gd name="connsiteX468" fmla="*/ 1750 w 821508"/>
                <a:gd name="connsiteY468" fmla="*/ 88136 h 590308"/>
                <a:gd name="connsiteX469" fmla="*/ 4644 w 821508"/>
                <a:gd name="connsiteY469" fmla="*/ 89280 h 590308"/>
                <a:gd name="connsiteX470" fmla="*/ 7539 w 821508"/>
                <a:gd name="connsiteY470" fmla="*/ 90424 h 590308"/>
                <a:gd name="connsiteX471" fmla="*/ 12250 w 821508"/>
                <a:gd name="connsiteY471" fmla="*/ 90357 h 590308"/>
                <a:gd name="connsiteX472" fmla="*/ 15582 w 821508"/>
                <a:gd name="connsiteY472" fmla="*/ 88170 h 590308"/>
                <a:gd name="connsiteX473" fmla="*/ 15952 w 821508"/>
                <a:gd name="connsiteY473" fmla="*/ 86488 h 590308"/>
                <a:gd name="connsiteX474" fmla="*/ 19957 w 821508"/>
                <a:gd name="connsiteY474" fmla="*/ 84840 h 590308"/>
                <a:gd name="connsiteX475" fmla="*/ 23289 w 821508"/>
                <a:gd name="connsiteY475" fmla="*/ 86656 h 590308"/>
                <a:gd name="connsiteX476" fmla="*/ 26924 w 821508"/>
                <a:gd name="connsiteY476" fmla="*/ 89415 h 590308"/>
                <a:gd name="connsiteX477" fmla="*/ 27125 w 821508"/>
                <a:gd name="connsiteY477" fmla="*/ 92240 h 590308"/>
                <a:gd name="connsiteX478" fmla="*/ 27193 w 821508"/>
                <a:gd name="connsiteY478" fmla="*/ 94326 h 590308"/>
                <a:gd name="connsiteX479" fmla="*/ 24299 w 821508"/>
                <a:gd name="connsiteY479" fmla="*/ 99170 h 590308"/>
                <a:gd name="connsiteX480" fmla="*/ 21539 w 821508"/>
                <a:gd name="connsiteY480" fmla="*/ 101491 h 590308"/>
                <a:gd name="connsiteX481" fmla="*/ 22616 w 821508"/>
                <a:gd name="connsiteY481" fmla="*/ 104620 h 590308"/>
                <a:gd name="connsiteX482" fmla="*/ 24871 w 821508"/>
                <a:gd name="connsiteY482" fmla="*/ 105124 h 590308"/>
                <a:gd name="connsiteX483" fmla="*/ 28640 w 821508"/>
                <a:gd name="connsiteY483" fmla="*/ 105932 h 590308"/>
                <a:gd name="connsiteX484" fmla="*/ 32107 w 821508"/>
                <a:gd name="connsiteY484" fmla="*/ 107950 h 590308"/>
                <a:gd name="connsiteX485" fmla="*/ 35640 w 821508"/>
                <a:gd name="connsiteY485" fmla="*/ 110406 h 590308"/>
                <a:gd name="connsiteX486" fmla="*/ 37895 w 821508"/>
                <a:gd name="connsiteY486" fmla="*/ 111987 h 590308"/>
                <a:gd name="connsiteX487" fmla="*/ 41866 w 821508"/>
                <a:gd name="connsiteY487" fmla="*/ 114375 h 590308"/>
                <a:gd name="connsiteX488" fmla="*/ 44828 w 821508"/>
                <a:gd name="connsiteY488" fmla="*/ 117840 h 590308"/>
                <a:gd name="connsiteX489" fmla="*/ 46578 w 821508"/>
                <a:gd name="connsiteY489" fmla="*/ 120229 h 590308"/>
                <a:gd name="connsiteX490" fmla="*/ 45131 w 821508"/>
                <a:gd name="connsiteY490" fmla="*/ 121810 h 590308"/>
                <a:gd name="connsiteX491" fmla="*/ 41159 w 821508"/>
                <a:gd name="connsiteY491" fmla="*/ 123256 h 590308"/>
                <a:gd name="connsiteX492" fmla="*/ 39342 w 821508"/>
                <a:gd name="connsiteY492" fmla="*/ 124265 h 590308"/>
                <a:gd name="connsiteX493" fmla="*/ 38400 w 821508"/>
                <a:gd name="connsiteY493" fmla="*/ 125947 h 590308"/>
                <a:gd name="connsiteX494" fmla="*/ 44121 w 821508"/>
                <a:gd name="connsiteY494" fmla="*/ 128706 h 590308"/>
                <a:gd name="connsiteX495" fmla="*/ 45064 w 821508"/>
                <a:gd name="connsiteY495" fmla="*/ 128773 h 590308"/>
                <a:gd name="connsiteX496" fmla="*/ 48429 w 821508"/>
                <a:gd name="connsiteY496" fmla="*/ 131229 h 590308"/>
                <a:gd name="connsiteX497" fmla="*/ 51357 w 821508"/>
                <a:gd name="connsiteY497" fmla="*/ 136241 h 590308"/>
                <a:gd name="connsiteX498" fmla="*/ 51357 w 821508"/>
                <a:gd name="connsiteY498" fmla="*/ 136880 h 590308"/>
                <a:gd name="connsiteX499" fmla="*/ 47789 w 821508"/>
                <a:gd name="connsiteY499" fmla="*/ 140278 h 590308"/>
                <a:gd name="connsiteX500" fmla="*/ 44592 w 821508"/>
                <a:gd name="connsiteY500" fmla="*/ 141724 h 590308"/>
                <a:gd name="connsiteX501" fmla="*/ 43516 w 821508"/>
                <a:gd name="connsiteY501" fmla="*/ 142969 h 590308"/>
                <a:gd name="connsiteX502" fmla="*/ 42506 w 821508"/>
                <a:gd name="connsiteY502" fmla="*/ 147107 h 590308"/>
                <a:gd name="connsiteX503" fmla="*/ 42741 w 821508"/>
                <a:gd name="connsiteY503" fmla="*/ 154272 h 590308"/>
                <a:gd name="connsiteX504" fmla="*/ 39914 w 821508"/>
                <a:gd name="connsiteY504" fmla="*/ 155281 h 590308"/>
                <a:gd name="connsiteX505" fmla="*/ 42876 w 821508"/>
                <a:gd name="connsiteY505" fmla="*/ 159116 h 590308"/>
                <a:gd name="connsiteX506" fmla="*/ 43953 w 821508"/>
                <a:gd name="connsiteY506" fmla="*/ 161874 h 590308"/>
                <a:gd name="connsiteX507" fmla="*/ 42876 w 821508"/>
                <a:gd name="connsiteY507" fmla="*/ 165507 h 590308"/>
                <a:gd name="connsiteX508" fmla="*/ 40284 w 821508"/>
                <a:gd name="connsiteY508" fmla="*/ 168199 h 590308"/>
                <a:gd name="connsiteX509" fmla="*/ 39713 w 821508"/>
                <a:gd name="connsiteY509" fmla="*/ 171596 h 590308"/>
                <a:gd name="connsiteX510" fmla="*/ 39140 w 821508"/>
                <a:gd name="connsiteY510" fmla="*/ 175566 h 590308"/>
                <a:gd name="connsiteX511" fmla="*/ 39847 w 821508"/>
                <a:gd name="connsiteY511" fmla="*/ 178257 h 590308"/>
                <a:gd name="connsiteX512" fmla="*/ 40217 w 821508"/>
                <a:gd name="connsiteY512" fmla="*/ 184917 h 590308"/>
                <a:gd name="connsiteX513" fmla="*/ 41025 w 821508"/>
                <a:gd name="connsiteY513" fmla="*/ 187743 h 590308"/>
                <a:gd name="connsiteX514" fmla="*/ 46241 w 821508"/>
                <a:gd name="connsiteY514" fmla="*/ 187878 h 590308"/>
                <a:gd name="connsiteX515" fmla="*/ 46376 w 821508"/>
                <a:gd name="connsiteY515" fmla="*/ 190401 h 590308"/>
                <a:gd name="connsiteX516" fmla="*/ 45232 w 821508"/>
                <a:gd name="connsiteY516" fmla="*/ 194168 h 590308"/>
                <a:gd name="connsiteX517" fmla="*/ 43616 w 821508"/>
                <a:gd name="connsiteY517" fmla="*/ 198239 h 590308"/>
                <a:gd name="connsiteX518" fmla="*/ 43414 w 821508"/>
                <a:gd name="connsiteY518" fmla="*/ 201502 h 590308"/>
                <a:gd name="connsiteX519" fmla="*/ 42977 w 821508"/>
                <a:gd name="connsiteY519" fmla="*/ 204832 h 590308"/>
                <a:gd name="connsiteX520" fmla="*/ 43347 w 821508"/>
                <a:gd name="connsiteY520" fmla="*/ 206918 h 590308"/>
                <a:gd name="connsiteX521" fmla="*/ 46174 w 821508"/>
                <a:gd name="connsiteY521" fmla="*/ 209374 h 590308"/>
                <a:gd name="connsiteX522" fmla="*/ 50953 w 821508"/>
                <a:gd name="connsiteY522" fmla="*/ 212132 h 590308"/>
                <a:gd name="connsiteX523" fmla="*/ 55093 w 821508"/>
                <a:gd name="connsiteY523" fmla="*/ 215597 h 590308"/>
                <a:gd name="connsiteX524" fmla="*/ 59501 w 821508"/>
                <a:gd name="connsiteY524" fmla="*/ 220878 h 590308"/>
                <a:gd name="connsiteX525" fmla="*/ 62833 w 821508"/>
                <a:gd name="connsiteY525" fmla="*/ 223469 h 590308"/>
                <a:gd name="connsiteX526" fmla="*/ 66165 w 821508"/>
                <a:gd name="connsiteY526" fmla="*/ 225420 h 590308"/>
                <a:gd name="connsiteX527" fmla="*/ 66603 w 821508"/>
                <a:gd name="connsiteY527" fmla="*/ 227808 h 590308"/>
                <a:gd name="connsiteX528" fmla="*/ 66232 w 821508"/>
                <a:gd name="connsiteY528" fmla="*/ 230836 h 590308"/>
                <a:gd name="connsiteX529" fmla="*/ 65862 w 821508"/>
                <a:gd name="connsiteY529" fmla="*/ 233022 h 590308"/>
                <a:gd name="connsiteX530" fmla="*/ 65290 w 821508"/>
                <a:gd name="connsiteY530" fmla="*/ 234906 h 590308"/>
                <a:gd name="connsiteX531" fmla="*/ 64617 w 821508"/>
                <a:gd name="connsiteY531" fmla="*/ 237530 h 590308"/>
                <a:gd name="connsiteX532" fmla="*/ 63540 w 821508"/>
                <a:gd name="connsiteY532" fmla="*/ 238472 h 590308"/>
                <a:gd name="connsiteX533" fmla="*/ 63102 w 821508"/>
                <a:gd name="connsiteY533" fmla="*/ 240356 h 590308"/>
                <a:gd name="connsiteX534" fmla="*/ 63304 w 821508"/>
                <a:gd name="connsiteY534" fmla="*/ 242980 h 590308"/>
                <a:gd name="connsiteX535" fmla="*/ 64011 w 821508"/>
                <a:gd name="connsiteY535" fmla="*/ 244796 h 590308"/>
                <a:gd name="connsiteX536" fmla="*/ 65761 w 821508"/>
                <a:gd name="connsiteY536" fmla="*/ 246478 h 590308"/>
                <a:gd name="connsiteX537" fmla="*/ 67713 w 821508"/>
                <a:gd name="connsiteY537" fmla="*/ 247925 h 590308"/>
                <a:gd name="connsiteX538" fmla="*/ 70675 w 821508"/>
                <a:gd name="connsiteY538" fmla="*/ 249506 h 590308"/>
                <a:gd name="connsiteX539" fmla="*/ 74141 w 821508"/>
                <a:gd name="connsiteY539" fmla="*/ 249876 h 590308"/>
                <a:gd name="connsiteX540" fmla="*/ 77776 w 821508"/>
                <a:gd name="connsiteY540" fmla="*/ 249876 h 590308"/>
                <a:gd name="connsiteX541" fmla="*/ 82117 w 821508"/>
                <a:gd name="connsiteY541" fmla="*/ 249304 h 590308"/>
                <a:gd name="connsiteX542" fmla="*/ 85887 w 821508"/>
                <a:gd name="connsiteY542" fmla="*/ 247218 h 590308"/>
                <a:gd name="connsiteX543" fmla="*/ 89925 w 821508"/>
                <a:gd name="connsiteY543" fmla="*/ 244830 h 590308"/>
                <a:gd name="connsiteX544" fmla="*/ 93055 w 821508"/>
                <a:gd name="connsiteY544" fmla="*/ 242307 h 590308"/>
                <a:gd name="connsiteX545" fmla="*/ 96319 w 821508"/>
                <a:gd name="connsiteY545" fmla="*/ 237967 h 590308"/>
                <a:gd name="connsiteX546" fmla="*/ 98271 w 821508"/>
                <a:gd name="connsiteY546" fmla="*/ 234704 h 590308"/>
                <a:gd name="connsiteX547" fmla="*/ 105305 w 821508"/>
                <a:gd name="connsiteY547" fmla="*/ 228245 h 590308"/>
                <a:gd name="connsiteX548" fmla="*/ 109579 w 821508"/>
                <a:gd name="connsiteY548" fmla="*/ 222796 h 590308"/>
                <a:gd name="connsiteX549" fmla="*/ 114796 w 821508"/>
                <a:gd name="connsiteY549" fmla="*/ 219028 h 590308"/>
                <a:gd name="connsiteX550" fmla="*/ 119003 w 821508"/>
                <a:gd name="connsiteY550" fmla="*/ 214823 h 590308"/>
                <a:gd name="connsiteX551" fmla="*/ 120685 w 821508"/>
                <a:gd name="connsiteY551" fmla="*/ 211257 h 590308"/>
                <a:gd name="connsiteX552" fmla="*/ 124017 w 821508"/>
                <a:gd name="connsiteY552" fmla="*/ 209575 h 590308"/>
                <a:gd name="connsiteX553" fmla="*/ 127416 w 821508"/>
                <a:gd name="connsiteY553" fmla="*/ 208263 h 590308"/>
                <a:gd name="connsiteX554" fmla="*/ 129166 w 821508"/>
                <a:gd name="connsiteY554" fmla="*/ 206514 h 590308"/>
                <a:gd name="connsiteX555" fmla="*/ 131118 w 821508"/>
                <a:gd name="connsiteY555" fmla="*/ 205707 h 590308"/>
                <a:gd name="connsiteX556" fmla="*/ 134012 w 821508"/>
                <a:gd name="connsiteY556" fmla="*/ 206279 h 590308"/>
                <a:gd name="connsiteX557" fmla="*/ 136536 w 821508"/>
                <a:gd name="connsiteY557" fmla="*/ 208533 h 590308"/>
                <a:gd name="connsiteX558" fmla="*/ 136772 w 821508"/>
                <a:gd name="connsiteY558" fmla="*/ 209844 h 590308"/>
                <a:gd name="connsiteX559" fmla="*/ 136705 w 821508"/>
                <a:gd name="connsiteY559" fmla="*/ 212300 h 590308"/>
                <a:gd name="connsiteX560" fmla="*/ 135628 w 821508"/>
                <a:gd name="connsiteY560" fmla="*/ 214621 h 590308"/>
                <a:gd name="connsiteX561" fmla="*/ 134988 w 821508"/>
                <a:gd name="connsiteY561" fmla="*/ 216438 h 590308"/>
                <a:gd name="connsiteX562" fmla="*/ 134484 w 821508"/>
                <a:gd name="connsiteY562" fmla="*/ 218322 h 590308"/>
                <a:gd name="connsiteX563" fmla="*/ 134282 w 821508"/>
                <a:gd name="connsiteY563" fmla="*/ 220710 h 590308"/>
                <a:gd name="connsiteX564" fmla="*/ 134416 w 821508"/>
                <a:gd name="connsiteY564" fmla="*/ 222964 h 590308"/>
                <a:gd name="connsiteX565" fmla="*/ 134787 w 821508"/>
                <a:gd name="connsiteY565" fmla="*/ 225151 h 590308"/>
                <a:gd name="connsiteX566" fmla="*/ 135729 w 821508"/>
                <a:gd name="connsiteY566" fmla="*/ 226967 h 590308"/>
                <a:gd name="connsiteX567" fmla="*/ 137243 w 821508"/>
                <a:gd name="connsiteY567" fmla="*/ 228548 h 590308"/>
                <a:gd name="connsiteX568" fmla="*/ 139431 w 821508"/>
                <a:gd name="connsiteY568" fmla="*/ 231441 h 590308"/>
                <a:gd name="connsiteX569" fmla="*/ 143402 w 821508"/>
                <a:gd name="connsiteY569" fmla="*/ 234570 h 590308"/>
                <a:gd name="connsiteX570" fmla="*/ 145657 w 821508"/>
                <a:gd name="connsiteY570" fmla="*/ 236521 h 590308"/>
                <a:gd name="connsiteX571" fmla="*/ 147845 w 821508"/>
                <a:gd name="connsiteY571" fmla="*/ 238707 h 590308"/>
                <a:gd name="connsiteX572" fmla="*/ 151042 w 821508"/>
                <a:gd name="connsiteY572" fmla="*/ 241970 h 590308"/>
                <a:gd name="connsiteX573" fmla="*/ 154441 w 821508"/>
                <a:gd name="connsiteY573" fmla="*/ 243854 h 590308"/>
                <a:gd name="connsiteX574" fmla="*/ 157571 w 821508"/>
                <a:gd name="connsiteY574" fmla="*/ 247992 h 590308"/>
                <a:gd name="connsiteX575" fmla="*/ 158278 w 821508"/>
                <a:gd name="connsiteY575" fmla="*/ 251524 h 590308"/>
                <a:gd name="connsiteX576" fmla="*/ 157907 w 821508"/>
                <a:gd name="connsiteY576" fmla="*/ 255056 h 590308"/>
                <a:gd name="connsiteX577" fmla="*/ 157470 w 821508"/>
                <a:gd name="connsiteY577" fmla="*/ 258824 h 590308"/>
                <a:gd name="connsiteX578" fmla="*/ 158244 w 821508"/>
                <a:gd name="connsiteY578" fmla="*/ 263298 h 590308"/>
                <a:gd name="connsiteX579" fmla="*/ 158446 w 821508"/>
                <a:gd name="connsiteY579" fmla="*/ 266998 h 590308"/>
                <a:gd name="connsiteX580" fmla="*/ 162484 w 821508"/>
                <a:gd name="connsiteY580" fmla="*/ 270699 h 590308"/>
                <a:gd name="connsiteX581" fmla="*/ 166489 w 821508"/>
                <a:gd name="connsiteY581" fmla="*/ 273962 h 590308"/>
                <a:gd name="connsiteX582" fmla="*/ 167566 w 821508"/>
                <a:gd name="connsiteY582" fmla="*/ 274500 h 590308"/>
                <a:gd name="connsiteX583" fmla="*/ 168542 w 821508"/>
                <a:gd name="connsiteY583" fmla="*/ 277965 h 590308"/>
                <a:gd name="connsiteX584" fmla="*/ 168879 w 821508"/>
                <a:gd name="connsiteY584" fmla="*/ 280790 h 590308"/>
                <a:gd name="connsiteX585" fmla="*/ 168778 w 821508"/>
                <a:gd name="connsiteY585" fmla="*/ 283280 h 590308"/>
                <a:gd name="connsiteX586" fmla="*/ 168677 w 821508"/>
                <a:gd name="connsiteY586" fmla="*/ 288494 h 590308"/>
                <a:gd name="connsiteX587" fmla="*/ 168778 w 821508"/>
                <a:gd name="connsiteY587" fmla="*/ 290109 h 590308"/>
                <a:gd name="connsiteX588" fmla="*/ 170730 w 821508"/>
                <a:gd name="connsiteY588" fmla="*/ 293372 h 590308"/>
                <a:gd name="connsiteX589" fmla="*/ 175744 w 821508"/>
                <a:gd name="connsiteY589" fmla="*/ 295659 h 590308"/>
                <a:gd name="connsiteX590" fmla="*/ 177797 w 821508"/>
                <a:gd name="connsiteY590" fmla="*/ 296298 h 590308"/>
                <a:gd name="connsiteX591" fmla="*/ 179884 w 821508"/>
                <a:gd name="connsiteY591" fmla="*/ 298586 h 590308"/>
                <a:gd name="connsiteX592" fmla="*/ 180523 w 821508"/>
                <a:gd name="connsiteY592" fmla="*/ 301176 h 590308"/>
                <a:gd name="connsiteX593" fmla="*/ 180187 w 821508"/>
                <a:gd name="connsiteY593" fmla="*/ 303565 h 590308"/>
                <a:gd name="connsiteX594" fmla="*/ 179412 w 821508"/>
                <a:gd name="connsiteY594" fmla="*/ 305415 h 590308"/>
                <a:gd name="connsiteX595" fmla="*/ 177461 w 821508"/>
                <a:gd name="connsiteY595" fmla="*/ 309014 h 590308"/>
                <a:gd name="connsiteX596" fmla="*/ 174095 w 821508"/>
                <a:gd name="connsiteY596" fmla="*/ 311201 h 590308"/>
                <a:gd name="connsiteX597" fmla="*/ 171706 w 821508"/>
                <a:gd name="connsiteY597" fmla="*/ 312715 h 590308"/>
                <a:gd name="connsiteX598" fmla="*/ 169417 w 821508"/>
                <a:gd name="connsiteY598" fmla="*/ 313253 h 590308"/>
                <a:gd name="connsiteX599" fmla="*/ 166489 w 821508"/>
                <a:gd name="connsiteY599" fmla="*/ 313791 h 590308"/>
                <a:gd name="connsiteX600" fmla="*/ 165177 w 821508"/>
                <a:gd name="connsiteY600" fmla="*/ 314767 h 590308"/>
                <a:gd name="connsiteX601" fmla="*/ 162888 w 821508"/>
                <a:gd name="connsiteY601" fmla="*/ 315540 h 590308"/>
                <a:gd name="connsiteX602" fmla="*/ 161576 w 821508"/>
                <a:gd name="connsiteY602" fmla="*/ 317828 h 590308"/>
                <a:gd name="connsiteX603" fmla="*/ 160936 w 821508"/>
                <a:gd name="connsiteY603" fmla="*/ 319779 h 590308"/>
                <a:gd name="connsiteX604" fmla="*/ 161710 w 821508"/>
                <a:gd name="connsiteY604" fmla="*/ 321831 h 590308"/>
                <a:gd name="connsiteX605" fmla="*/ 163763 w 821508"/>
                <a:gd name="connsiteY605" fmla="*/ 323782 h 590308"/>
                <a:gd name="connsiteX606" fmla="*/ 166254 w 821508"/>
                <a:gd name="connsiteY606" fmla="*/ 324421 h 590308"/>
                <a:gd name="connsiteX607" fmla="*/ 170595 w 821508"/>
                <a:gd name="connsiteY607" fmla="*/ 325060 h 590308"/>
                <a:gd name="connsiteX608" fmla="*/ 171470 w 821508"/>
                <a:gd name="connsiteY608" fmla="*/ 326372 h 590308"/>
                <a:gd name="connsiteX609" fmla="*/ 172547 w 821508"/>
                <a:gd name="connsiteY609" fmla="*/ 327449 h 590308"/>
                <a:gd name="connsiteX610" fmla="*/ 175038 w 821508"/>
                <a:gd name="connsiteY610" fmla="*/ 329501 h 590308"/>
                <a:gd name="connsiteX611" fmla="*/ 177864 w 821508"/>
                <a:gd name="connsiteY611" fmla="*/ 330140 h 590308"/>
                <a:gd name="connsiteX612" fmla="*/ 180153 w 821508"/>
                <a:gd name="connsiteY612" fmla="*/ 330779 h 590308"/>
                <a:gd name="connsiteX613" fmla="*/ 180927 w 821508"/>
                <a:gd name="connsiteY613" fmla="*/ 327415 h 590308"/>
                <a:gd name="connsiteX614" fmla="*/ 178841 w 821508"/>
                <a:gd name="connsiteY614" fmla="*/ 325128 h 590308"/>
                <a:gd name="connsiteX615" fmla="*/ 179278 w 821508"/>
                <a:gd name="connsiteY615" fmla="*/ 323816 h 590308"/>
                <a:gd name="connsiteX616" fmla="*/ 182206 w 821508"/>
                <a:gd name="connsiteY616" fmla="*/ 323916 h 590308"/>
                <a:gd name="connsiteX617" fmla="*/ 183619 w 821508"/>
                <a:gd name="connsiteY617" fmla="*/ 324993 h 590308"/>
                <a:gd name="connsiteX618" fmla="*/ 185134 w 821508"/>
                <a:gd name="connsiteY618" fmla="*/ 327381 h 590308"/>
                <a:gd name="connsiteX619" fmla="*/ 187961 w 821508"/>
                <a:gd name="connsiteY619" fmla="*/ 328088 h 590308"/>
                <a:gd name="connsiteX620" fmla="*/ 190249 w 821508"/>
                <a:gd name="connsiteY620" fmla="*/ 327045 h 590308"/>
                <a:gd name="connsiteX621" fmla="*/ 193076 w 821508"/>
                <a:gd name="connsiteY621" fmla="*/ 327045 h 590308"/>
                <a:gd name="connsiteX622" fmla="*/ 194524 w 821508"/>
                <a:gd name="connsiteY622" fmla="*/ 326103 h 590308"/>
                <a:gd name="connsiteX623" fmla="*/ 194961 w 821508"/>
                <a:gd name="connsiteY623" fmla="*/ 325027 h 590308"/>
                <a:gd name="connsiteX624" fmla="*/ 197586 w 821508"/>
                <a:gd name="connsiteY624" fmla="*/ 322840 h 590308"/>
                <a:gd name="connsiteX625" fmla="*/ 200177 w 821508"/>
                <a:gd name="connsiteY625" fmla="*/ 322134 h 590308"/>
                <a:gd name="connsiteX626" fmla="*/ 200446 w 821508"/>
                <a:gd name="connsiteY626" fmla="*/ 319409 h 590308"/>
                <a:gd name="connsiteX627" fmla="*/ 199875 w 821508"/>
                <a:gd name="connsiteY627" fmla="*/ 316886 h 590308"/>
                <a:gd name="connsiteX628" fmla="*/ 199101 w 821508"/>
                <a:gd name="connsiteY628" fmla="*/ 315439 h 590308"/>
                <a:gd name="connsiteX629" fmla="*/ 200446 w 821508"/>
                <a:gd name="connsiteY629" fmla="*/ 313959 h 590308"/>
                <a:gd name="connsiteX630" fmla="*/ 202466 w 821508"/>
                <a:gd name="connsiteY630" fmla="*/ 313152 h 590308"/>
                <a:gd name="connsiteX631" fmla="*/ 205259 w 821508"/>
                <a:gd name="connsiteY631" fmla="*/ 313152 h 590308"/>
                <a:gd name="connsiteX632" fmla="*/ 206942 w 821508"/>
                <a:gd name="connsiteY632" fmla="*/ 315507 h 590308"/>
                <a:gd name="connsiteX633" fmla="*/ 207851 w 821508"/>
                <a:gd name="connsiteY633" fmla="*/ 317693 h 590308"/>
                <a:gd name="connsiteX634" fmla="*/ 207851 w 821508"/>
                <a:gd name="connsiteY634" fmla="*/ 319241 h 590308"/>
                <a:gd name="connsiteX635" fmla="*/ 208591 w 821508"/>
                <a:gd name="connsiteY635" fmla="*/ 320889 h 590308"/>
                <a:gd name="connsiteX636" fmla="*/ 210543 w 821508"/>
                <a:gd name="connsiteY636" fmla="*/ 322975 h 590308"/>
                <a:gd name="connsiteX637" fmla="*/ 213101 w 821508"/>
                <a:gd name="connsiteY637" fmla="*/ 324589 h 590308"/>
                <a:gd name="connsiteX638" fmla="*/ 213101 w 821508"/>
                <a:gd name="connsiteY638" fmla="*/ 326170 h 590308"/>
                <a:gd name="connsiteX639" fmla="*/ 212764 w 821508"/>
                <a:gd name="connsiteY639" fmla="*/ 327516 h 590308"/>
                <a:gd name="connsiteX640" fmla="*/ 213976 w 821508"/>
                <a:gd name="connsiteY640" fmla="*/ 328895 h 590308"/>
                <a:gd name="connsiteX641" fmla="*/ 216365 w 821508"/>
                <a:gd name="connsiteY641" fmla="*/ 329164 h 590308"/>
                <a:gd name="connsiteX642" fmla="*/ 217779 w 821508"/>
                <a:gd name="connsiteY642" fmla="*/ 329366 h 590308"/>
                <a:gd name="connsiteX643" fmla="*/ 219798 w 821508"/>
                <a:gd name="connsiteY643" fmla="*/ 331183 h 590308"/>
                <a:gd name="connsiteX644" fmla="*/ 223870 w 821508"/>
                <a:gd name="connsiteY644" fmla="*/ 333537 h 590308"/>
                <a:gd name="connsiteX645" fmla="*/ 225654 w 821508"/>
                <a:gd name="connsiteY645" fmla="*/ 333975 h 590308"/>
                <a:gd name="connsiteX646" fmla="*/ 229490 w 821508"/>
                <a:gd name="connsiteY646" fmla="*/ 335522 h 590308"/>
                <a:gd name="connsiteX647" fmla="*/ 232755 w 821508"/>
                <a:gd name="connsiteY647" fmla="*/ 334547 h 590308"/>
                <a:gd name="connsiteX648" fmla="*/ 235043 w 821508"/>
                <a:gd name="connsiteY648" fmla="*/ 335320 h 590308"/>
                <a:gd name="connsiteX649" fmla="*/ 237534 w 821508"/>
                <a:gd name="connsiteY649" fmla="*/ 337507 h 590308"/>
                <a:gd name="connsiteX650" fmla="*/ 240024 w 821508"/>
                <a:gd name="connsiteY650" fmla="*/ 338987 h 590308"/>
                <a:gd name="connsiteX651" fmla="*/ 242515 w 821508"/>
                <a:gd name="connsiteY651" fmla="*/ 339256 h 590308"/>
                <a:gd name="connsiteX652" fmla="*/ 243491 w 821508"/>
                <a:gd name="connsiteY652" fmla="*/ 339256 h 590308"/>
                <a:gd name="connsiteX653" fmla="*/ 244029 w 821508"/>
                <a:gd name="connsiteY653" fmla="*/ 340568 h 590308"/>
                <a:gd name="connsiteX654" fmla="*/ 245006 w 821508"/>
                <a:gd name="connsiteY654" fmla="*/ 341981 h 590308"/>
                <a:gd name="connsiteX655" fmla="*/ 249885 w 821508"/>
                <a:gd name="connsiteY655" fmla="*/ 342856 h 590308"/>
                <a:gd name="connsiteX656" fmla="*/ 251534 w 821508"/>
                <a:gd name="connsiteY656" fmla="*/ 342957 h 590308"/>
                <a:gd name="connsiteX657" fmla="*/ 252847 w 821508"/>
                <a:gd name="connsiteY657" fmla="*/ 346758 h 590308"/>
                <a:gd name="connsiteX658" fmla="*/ 253486 w 821508"/>
                <a:gd name="connsiteY658" fmla="*/ 348843 h 590308"/>
                <a:gd name="connsiteX659" fmla="*/ 255674 w 821508"/>
                <a:gd name="connsiteY659" fmla="*/ 352006 h 590308"/>
                <a:gd name="connsiteX660" fmla="*/ 258602 w 821508"/>
                <a:gd name="connsiteY660" fmla="*/ 354495 h 590308"/>
                <a:gd name="connsiteX661" fmla="*/ 261429 w 821508"/>
                <a:gd name="connsiteY661" fmla="*/ 354293 h 590308"/>
                <a:gd name="connsiteX662" fmla="*/ 263078 w 821508"/>
                <a:gd name="connsiteY662" fmla="*/ 356581 h 590308"/>
                <a:gd name="connsiteX663" fmla="*/ 263852 w 821508"/>
                <a:gd name="connsiteY663" fmla="*/ 359743 h 590308"/>
                <a:gd name="connsiteX664" fmla="*/ 262337 w 821508"/>
                <a:gd name="connsiteY664" fmla="*/ 363342 h 590308"/>
                <a:gd name="connsiteX665" fmla="*/ 261698 w 821508"/>
                <a:gd name="connsiteY665" fmla="*/ 364856 h 590308"/>
                <a:gd name="connsiteX666" fmla="*/ 262237 w 821508"/>
                <a:gd name="connsiteY666" fmla="*/ 367682 h 590308"/>
                <a:gd name="connsiteX667" fmla="*/ 263852 w 821508"/>
                <a:gd name="connsiteY667" fmla="*/ 369094 h 590308"/>
                <a:gd name="connsiteX668" fmla="*/ 264491 w 821508"/>
                <a:gd name="connsiteY668" fmla="*/ 372358 h 590308"/>
                <a:gd name="connsiteX669" fmla="*/ 263852 w 821508"/>
                <a:gd name="connsiteY669" fmla="*/ 375183 h 590308"/>
                <a:gd name="connsiteX670" fmla="*/ 262674 w 821508"/>
                <a:gd name="connsiteY670" fmla="*/ 376159 h 590308"/>
                <a:gd name="connsiteX671" fmla="*/ 265064 w 821508"/>
                <a:gd name="connsiteY671" fmla="*/ 379422 h 590308"/>
                <a:gd name="connsiteX672" fmla="*/ 266814 w 821508"/>
                <a:gd name="connsiteY672" fmla="*/ 379758 h 590308"/>
                <a:gd name="connsiteX673" fmla="*/ 269539 w 821508"/>
                <a:gd name="connsiteY673" fmla="*/ 379960 h 590308"/>
                <a:gd name="connsiteX674" fmla="*/ 273241 w 821508"/>
                <a:gd name="connsiteY674" fmla="*/ 380397 h 590308"/>
                <a:gd name="connsiteX675" fmla="*/ 274991 w 821508"/>
                <a:gd name="connsiteY675" fmla="*/ 375890 h 590308"/>
                <a:gd name="connsiteX676" fmla="*/ 276237 w 821508"/>
                <a:gd name="connsiteY676" fmla="*/ 373434 h 590308"/>
                <a:gd name="connsiteX677" fmla="*/ 277718 w 821508"/>
                <a:gd name="connsiteY677" fmla="*/ 371046 h 590308"/>
                <a:gd name="connsiteX678" fmla="*/ 278256 w 821508"/>
                <a:gd name="connsiteY678" fmla="*/ 369263 h 590308"/>
                <a:gd name="connsiteX679" fmla="*/ 279030 w 821508"/>
                <a:gd name="connsiteY679" fmla="*/ 366874 h 590308"/>
                <a:gd name="connsiteX680" fmla="*/ 279838 w 821508"/>
                <a:gd name="connsiteY680" fmla="*/ 364587 h 590308"/>
                <a:gd name="connsiteX681" fmla="*/ 281588 w 821508"/>
                <a:gd name="connsiteY681" fmla="*/ 363006 h 590308"/>
                <a:gd name="connsiteX682" fmla="*/ 282026 w 821508"/>
                <a:gd name="connsiteY682" fmla="*/ 361324 h 590308"/>
                <a:gd name="connsiteX683" fmla="*/ 281352 w 821508"/>
                <a:gd name="connsiteY683" fmla="*/ 359978 h 590308"/>
                <a:gd name="connsiteX684" fmla="*/ 279939 w 821508"/>
                <a:gd name="connsiteY684" fmla="*/ 358195 h 590308"/>
                <a:gd name="connsiteX685" fmla="*/ 280309 w 821508"/>
                <a:gd name="connsiteY685" fmla="*/ 356883 h 590308"/>
                <a:gd name="connsiteX686" fmla="*/ 281992 w 821508"/>
                <a:gd name="connsiteY686" fmla="*/ 356244 h 590308"/>
                <a:gd name="connsiteX687" fmla="*/ 285424 w 821508"/>
                <a:gd name="connsiteY687" fmla="*/ 354293 h 590308"/>
                <a:gd name="connsiteX688" fmla="*/ 288151 w 821508"/>
                <a:gd name="connsiteY688" fmla="*/ 351972 h 590308"/>
                <a:gd name="connsiteX689" fmla="*/ 289901 w 821508"/>
                <a:gd name="connsiteY689" fmla="*/ 349752 h 590308"/>
                <a:gd name="connsiteX690" fmla="*/ 292795 w 821508"/>
                <a:gd name="connsiteY690" fmla="*/ 346926 h 590308"/>
                <a:gd name="connsiteX691" fmla="*/ 293939 w 821508"/>
                <a:gd name="connsiteY691" fmla="*/ 345580 h 590308"/>
                <a:gd name="connsiteX692" fmla="*/ 296228 w 821508"/>
                <a:gd name="connsiteY692" fmla="*/ 344369 h 590308"/>
                <a:gd name="connsiteX693" fmla="*/ 300064 w 821508"/>
                <a:gd name="connsiteY693" fmla="*/ 342048 h 590308"/>
                <a:gd name="connsiteX694" fmla="*/ 303632 w 821508"/>
                <a:gd name="connsiteY694" fmla="*/ 341308 h 590308"/>
                <a:gd name="connsiteX695" fmla="*/ 306088 w 821508"/>
                <a:gd name="connsiteY695" fmla="*/ 341611 h 590308"/>
                <a:gd name="connsiteX696" fmla="*/ 308612 w 821508"/>
                <a:gd name="connsiteY696" fmla="*/ 344874 h 590308"/>
                <a:gd name="connsiteX697" fmla="*/ 309858 w 821508"/>
                <a:gd name="connsiteY697" fmla="*/ 347902 h 590308"/>
                <a:gd name="connsiteX698" fmla="*/ 308478 w 821508"/>
                <a:gd name="connsiteY698" fmla="*/ 350290 h 590308"/>
                <a:gd name="connsiteX699" fmla="*/ 306088 w 821508"/>
                <a:gd name="connsiteY699" fmla="*/ 352039 h 590308"/>
                <a:gd name="connsiteX700" fmla="*/ 304069 w 821508"/>
                <a:gd name="connsiteY700" fmla="*/ 353418 h 590308"/>
                <a:gd name="connsiteX701" fmla="*/ 303362 w 821508"/>
                <a:gd name="connsiteY701" fmla="*/ 356244 h 590308"/>
                <a:gd name="connsiteX702" fmla="*/ 302689 w 821508"/>
                <a:gd name="connsiteY702" fmla="*/ 358061 h 590308"/>
                <a:gd name="connsiteX703" fmla="*/ 301242 w 821508"/>
                <a:gd name="connsiteY703" fmla="*/ 363208 h 590308"/>
                <a:gd name="connsiteX704" fmla="*/ 300805 w 821508"/>
                <a:gd name="connsiteY704" fmla="*/ 365091 h 590308"/>
                <a:gd name="connsiteX705" fmla="*/ 300232 w 821508"/>
                <a:gd name="connsiteY705" fmla="*/ 369364 h 590308"/>
                <a:gd name="connsiteX706" fmla="*/ 299728 w 821508"/>
                <a:gd name="connsiteY706" fmla="*/ 374645 h 590308"/>
                <a:gd name="connsiteX707" fmla="*/ 299661 w 821508"/>
                <a:gd name="connsiteY707" fmla="*/ 378043 h 590308"/>
                <a:gd name="connsiteX708" fmla="*/ 302185 w 821508"/>
                <a:gd name="connsiteY708" fmla="*/ 382618 h 590308"/>
                <a:gd name="connsiteX709" fmla="*/ 304776 w 821508"/>
                <a:gd name="connsiteY709" fmla="*/ 383425 h 590308"/>
                <a:gd name="connsiteX710" fmla="*/ 309185 w 821508"/>
                <a:gd name="connsiteY710" fmla="*/ 382988 h 590308"/>
                <a:gd name="connsiteX711" fmla="*/ 312819 w 821508"/>
                <a:gd name="connsiteY711" fmla="*/ 383492 h 590308"/>
                <a:gd name="connsiteX712" fmla="*/ 314031 w 821508"/>
                <a:gd name="connsiteY712" fmla="*/ 385443 h 590308"/>
                <a:gd name="connsiteX713" fmla="*/ 314031 w 821508"/>
                <a:gd name="connsiteY713" fmla="*/ 388908 h 590308"/>
                <a:gd name="connsiteX714" fmla="*/ 314468 w 821508"/>
                <a:gd name="connsiteY714" fmla="*/ 390489 h 590308"/>
                <a:gd name="connsiteX715" fmla="*/ 313661 w 821508"/>
                <a:gd name="connsiteY715" fmla="*/ 392003 h 590308"/>
                <a:gd name="connsiteX716" fmla="*/ 313021 w 821508"/>
                <a:gd name="connsiteY716" fmla="*/ 395333 h 590308"/>
                <a:gd name="connsiteX717" fmla="*/ 313223 w 821508"/>
                <a:gd name="connsiteY717" fmla="*/ 397856 h 590308"/>
                <a:gd name="connsiteX718" fmla="*/ 316992 w 821508"/>
                <a:gd name="connsiteY718" fmla="*/ 401624 h 590308"/>
                <a:gd name="connsiteX719" fmla="*/ 320964 w 821508"/>
                <a:gd name="connsiteY719" fmla="*/ 401052 h 590308"/>
                <a:gd name="connsiteX720" fmla="*/ 323925 w 821508"/>
                <a:gd name="connsiteY720" fmla="*/ 399606 h 590308"/>
                <a:gd name="connsiteX721" fmla="*/ 326752 w 821508"/>
                <a:gd name="connsiteY721" fmla="*/ 400682 h 590308"/>
                <a:gd name="connsiteX722" fmla="*/ 329276 w 821508"/>
                <a:gd name="connsiteY722" fmla="*/ 404383 h 590308"/>
                <a:gd name="connsiteX723" fmla="*/ 330017 w 821508"/>
                <a:gd name="connsiteY723" fmla="*/ 406266 h 590308"/>
                <a:gd name="connsiteX724" fmla="*/ 327392 w 821508"/>
                <a:gd name="connsiteY724" fmla="*/ 411783 h 590308"/>
                <a:gd name="connsiteX725" fmla="*/ 325810 w 821508"/>
                <a:gd name="connsiteY725" fmla="*/ 414407 h 590308"/>
                <a:gd name="connsiteX726" fmla="*/ 329276 w 821508"/>
                <a:gd name="connsiteY726" fmla="*/ 418814 h 590308"/>
                <a:gd name="connsiteX727" fmla="*/ 330017 w 821508"/>
                <a:gd name="connsiteY727" fmla="*/ 421942 h 590308"/>
                <a:gd name="connsiteX728" fmla="*/ 332911 w 821508"/>
                <a:gd name="connsiteY728" fmla="*/ 425273 h 590308"/>
                <a:gd name="connsiteX729" fmla="*/ 333349 w 821508"/>
                <a:gd name="connsiteY729" fmla="*/ 427594 h 590308"/>
                <a:gd name="connsiteX730" fmla="*/ 333349 w 821508"/>
                <a:gd name="connsiteY730" fmla="*/ 429612 h 590308"/>
                <a:gd name="connsiteX731" fmla="*/ 335974 w 821508"/>
                <a:gd name="connsiteY731" fmla="*/ 431631 h 590308"/>
                <a:gd name="connsiteX732" fmla="*/ 338801 w 821508"/>
                <a:gd name="connsiteY732" fmla="*/ 431563 h 590308"/>
                <a:gd name="connsiteX733" fmla="*/ 340887 w 821508"/>
                <a:gd name="connsiteY733" fmla="*/ 430924 h 590308"/>
                <a:gd name="connsiteX734" fmla="*/ 341829 w 821508"/>
                <a:gd name="connsiteY734" fmla="*/ 430924 h 590308"/>
                <a:gd name="connsiteX735" fmla="*/ 343277 w 821508"/>
                <a:gd name="connsiteY735" fmla="*/ 432236 h 590308"/>
                <a:gd name="connsiteX736" fmla="*/ 344118 w 821508"/>
                <a:gd name="connsiteY736" fmla="*/ 433212 h 590308"/>
                <a:gd name="connsiteX737" fmla="*/ 345464 w 821508"/>
                <a:gd name="connsiteY737" fmla="*/ 435196 h 590308"/>
                <a:gd name="connsiteX738" fmla="*/ 345195 w 821508"/>
                <a:gd name="connsiteY738" fmla="*/ 437450 h 590308"/>
                <a:gd name="connsiteX739" fmla="*/ 344118 w 821508"/>
                <a:gd name="connsiteY739" fmla="*/ 438527 h 590308"/>
                <a:gd name="connsiteX740" fmla="*/ 343580 w 821508"/>
                <a:gd name="connsiteY740" fmla="*/ 440982 h 590308"/>
                <a:gd name="connsiteX741" fmla="*/ 343580 w 821508"/>
                <a:gd name="connsiteY741" fmla="*/ 442799 h 590308"/>
                <a:gd name="connsiteX742" fmla="*/ 345027 w 821508"/>
                <a:gd name="connsiteY742" fmla="*/ 444750 h 590308"/>
                <a:gd name="connsiteX743" fmla="*/ 346272 w 821508"/>
                <a:gd name="connsiteY743" fmla="*/ 445255 h 590308"/>
                <a:gd name="connsiteX744" fmla="*/ 347753 w 821508"/>
                <a:gd name="connsiteY744" fmla="*/ 446466 h 590308"/>
                <a:gd name="connsiteX745" fmla="*/ 349200 w 821508"/>
                <a:gd name="connsiteY745" fmla="*/ 447105 h 590308"/>
                <a:gd name="connsiteX746" fmla="*/ 350647 w 821508"/>
                <a:gd name="connsiteY746" fmla="*/ 448215 h 590308"/>
                <a:gd name="connsiteX747" fmla="*/ 351791 w 821508"/>
                <a:gd name="connsiteY747" fmla="*/ 449022 h 590308"/>
                <a:gd name="connsiteX748" fmla="*/ 354147 w 821508"/>
                <a:gd name="connsiteY748" fmla="*/ 448484 h 590308"/>
                <a:gd name="connsiteX749" fmla="*/ 356099 w 821508"/>
                <a:gd name="connsiteY749" fmla="*/ 447643 h 590308"/>
                <a:gd name="connsiteX750" fmla="*/ 357008 w 821508"/>
                <a:gd name="connsiteY750" fmla="*/ 447004 h 590308"/>
                <a:gd name="connsiteX751" fmla="*/ 357715 w 821508"/>
                <a:gd name="connsiteY751" fmla="*/ 446466 h 590308"/>
                <a:gd name="connsiteX752" fmla="*/ 360171 w 821508"/>
                <a:gd name="connsiteY752" fmla="*/ 445793 h 590308"/>
                <a:gd name="connsiteX753" fmla="*/ 361787 w 821508"/>
                <a:gd name="connsiteY753" fmla="*/ 446230 h 590308"/>
                <a:gd name="connsiteX754" fmla="*/ 363705 w 821508"/>
                <a:gd name="connsiteY754" fmla="*/ 447441 h 590308"/>
                <a:gd name="connsiteX755" fmla="*/ 364109 w 821508"/>
                <a:gd name="connsiteY755" fmla="*/ 448753 h 590308"/>
                <a:gd name="connsiteX756" fmla="*/ 363671 w 821508"/>
                <a:gd name="connsiteY756" fmla="*/ 449863 h 590308"/>
                <a:gd name="connsiteX757" fmla="*/ 362729 w 821508"/>
                <a:gd name="connsiteY757" fmla="*/ 451175 h 590308"/>
                <a:gd name="connsiteX758" fmla="*/ 361013 w 821508"/>
                <a:gd name="connsiteY758" fmla="*/ 453698 h 590308"/>
                <a:gd name="connsiteX759" fmla="*/ 360205 w 821508"/>
                <a:gd name="connsiteY759" fmla="*/ 455111 h 590308"/>
                <a:gd name="connsiteX760" fmla="*/ 359229 w 821508"/>
                <a:gd name="connsiteY760" fmla="*/ 456726 h 590308"/>
                <a:gd name="connsiteX761" fmla="*/ 357815 w 821508"/>
                <a:gd name="connsiteY761" fmla="*/ 461099 h 590308"/>
                <a:gd name="connsiteX762" fmla="*/ 355864 w 821508"/>
                <a:gd name="connsiteY762" fmla="*/ 464362 h 590308"/>
                <a:gd name="connsiteX763" fmla="*/ 352027 w 821508"/>
                <a:gd name="connsiteY763" fmla="*/ 466885 h 590308"/>
                <a:gd name="connsiteX764" fmla="*/ 349133 w 821508"/>
                <a:gd name="connsiteY764" fmla="*/ 469408 h 590308"/>
                <a:gd name="connsiteX765" fmla="*/ 347450 w 821508"/>
                <a:gd name="connsiteY765" fmla="*/ 472099 h 590308"/>
                <a:gd name="connsiteX766" fmla="*/ 348594 w 821508"/>
                <a:gd name="connsiteY766" fmla="*/ 474992 h 590308"/>
                <a:gd name="connsiteX767" fmla="*/ 352061 w 821508"/>
                <a:gd name="connsiteY767" fmla="*/ 475295 h 590308"/>
                <a:gd name="connsiteX768" fmla="*/ 353945 w 821508"/>
                <a:gd name="connsiteY768" fmla="*/ 476439 h 590308"/>
                <a:gd name="connsiteX769" fmla="*/ 357412 w 821508"/>
                <a:gd name="connsiteY769" fmla="*/ 478188 h 590308"/>
                <a:gd name="connsiteX770" fmla="*/ 359431 w 821508"/>
                <a:gd name="connsiteY770" fmla="*/ 481653 h 590308"/>
                <a:gd name="connsiteX771" fmla="*/ 358994 w 821508"/>
                <a:gd name="connsiteY771" fmla="*/ 484411 h 590308"/>
                <a:gd name="connsiteX772" fmla="*/ 357109 w 821508"/>
                <a:gd name="connsiteY772" fmla="*/ 487742 h 590308"/>
                <a:gd name="connsiteX773" fmla="*/ 355224 w 821508"/>
                <a:gd name="connsiteY773" fmla="*/ 491375 h 590308"/>
                <a:gd name="connsiteX774" fmla="*/ 354484 w 821508"/>
                <a:gd name="connsiteY774" fmla="*/ 493258 h 590308"/>
                <a:gd name="connsiteX775" fmla="*/ 354484 w 821508"/>
                <a:gd name="connsiteY775" fmla="*/ 495445 h 590308"/>
                <a:gd name="connsiteX776" fmla="*/ 356066 w 821508"/>
                <a:gd name="connsiteY776" fmla="*/ 497329 h 590308"/>
                <a:gd name="connsiteX777" fmla="*/ 360979 w 821508"/>
                <a:gd name="connsiteY777" fmla="*/ 497833 h 590308"/>
                <a:gd name="connsiteX778" fmla="*/ 365186 w 821508"/>
                <a:gd name="connsiteY778" fmla="*/ 497632 h 590308"/>
                <a:gd name="connsiteX779" fmla="*/ 368652 w 821508"/>
                <a:gd name="connsiteY779" fmla="*/ 497632 h 590308"/>
                <a:gd name="connsiteX780" fmla="*/ 370234 w 821508"/>
                <a:gd name="connsiteY780" fmla="*/ 499515 h 590308"/>
                <a:gd name="connsiteX781" fmla="*/ 371681 w 821508"/>
                <a:gd name="connsiteY781" fmla="*/ 503283 h 590308"/>
                <a:gd name="connsiteX782" fmla="*/ 372422 w 821508"/>
                <a:gd name="connsiteY782" fmla="*/ 505907 h 590308"/>
                <a:gd name="connsiteX783" fmla="*/ 372422 w 821508"/>
                <a:gd name="connsiteY783" fmla="*/ 508363 h 590308"/>
                <a:gd name="connsiteX784" fmla="*/ 373566 w 821508"/>
                <a:gd name="connsiteY784" fmla="*/ 510684 h 590308"/>
                <a:gd name="connsiteX785" fmla="*/ 376898 w 821508"/>
                <a:gd name="connsiteY785" fmla="*/ 516201 h 590308"/>
                <a:gd name="connsiteX786" fmla="*/ 379792 w 821508"/>
                <a:gd name="connsiteY786" fmla="*/ 521852 h 590308"/>
                <a:gd name="connsiteX787" fmla="*/ 380667 w 821508"/>
                <a:gd name="connsiteY787" fmla="*/ 525620 h 590308"/>
                <a:gd name="connsiteX788" fmla="*/ 381980 w 821508"/>
                <a:gd name="connsiteY788" fmla="*/ 529387 h 590308"/>
                <a:gd name="connsiteX789" fmla="*/ 384301 w 821508"/>
                <a:gd name="connsiteY789" fmla="*/ 532415 h 590308"/>
                <a:gd name="connsiteX790" fmla="*/ 386826 w 821508"/>
                <a:gd name="connsiteY790" fmla="*/ 534299 h 590308"/>
                <a:gd name="connsiteX791" fmla="*/ 388643 w 821508"/>
                <a:gd name="connsiteY791" fmla="*/ 536923 h 590308"/>
                <a:gd name="connsiteX792" fmla="*/ 388643 w 821508"/>
                <a:gd name="connsiteY792" fmla="*/ 540253 h 590308"/>
                <a:gd name="connsiteX793" fmla="*/ 389787 w 821508"/>
                <a:gd name="connsiteY793" fmla="*/ 540388 h 590308"/>
                <a:gd name="connsiteX794" fmla="*/ 393254 w 821508"/>
                <a:gd name="connsiteY794" fmla="*/ 541699 h 590308"/>
                <a:gd name="connsiteX795" fmla="*/ 395710 w 821508"/>
                <a:gd name="connsiteY795" fmla="*/ 541565 h 590308"/>
                <a:gd name="connsiteX796" fmla="*/ 396855 w 821508"/>
                <a:gd name="connsiteY796" fmla="*/ 541868 h 590308"/>
                <a:gd name="connsiteX797" fmla="*/ 401196 w 821508"/>
                <a:gd name="connsiteY797" fmla="*/ 547216 h 590308"/>
                <a:gd name="connsiteX798" fmla="*/ 404528 w 821508"/>
                <a:gd name="connsiteY798" fmla="*/ 551556 h 590308"/>
                <a:gd name="connsiteX799" fmla="*/ 406413 w 821508"/>
                <a:gd name="connsiteY799" fmla="*/ 555189 h 590308"/>
                <a:gd name="connsiteX800" fmla="*/ 406413 w 821508"/>
                <a:gd name="connsiteY800" fmla="*/ 557376 h 590308"/>
                <a:gd name="connsiteX801" fmla="*/ 403519 w 821508"/>
                <a:gd name="connsiteY801" fmla="*/ 559125 h 590308"/>
                <a:gd name="connsiteX802" fmla="*/ 400994 w 821508"/>
                <a:gd name="connsiteY802" fmla="*/ 560134 h 590308"/>
                <a:gd name="connsiteX803" fmla="*/ 400792 w 821508"/>
                <a:gd name="connsiteY803" fmla="*/ 561580 h 590308"/>
                <a:gd name="connsiteX804" fmla="*/ 400792 w 821508"/>
                <a:gd name="connsiteY804" fmla="*/ 564642 h 590308"/>
                <a:gd name="connsiteX805" fmla="*/ 399917 w 821508"/>
                <a:gd name="connsiteY805" fmla="*/ 567972 h 590308"/>
                <a:gd name="connsiteX806" fmla="*/ 399480 w 821508"/>
                <a:gd name="connsiteY806" fmla="*/ 569856 h 590308"/>
                <a:gd name="connsiteX807" fmla="*/ 399042 w 821508"/>
                <a:gd name="connsiteY807" fmla="*/ 572614 h 590308"/>
                <a:gd name="connsiteX808" fmla="*/ 399042 w 821508"/>
                <a:gd name="connsiteY808" fmla="*/ 575070 h 590308"/>
                <a:gd name="connsiteX809" fmla="*/ 396855 w 821508"/>
                <a:gd name="connsiteY809" fmla="*/ 577257 h 590308"/>
                <a:gd name="connsiteX810" fmla="*/ 394835 w 821508"/>
                <a:gd name="connsiteY810" fmla="*/ 578838 h 590308"/>
                <a:gd name="connsiteX811" fmla="*/ 393086 w 821508"/>
                <a:gd name="connsiteY811" fmla="*/ 581024 h 590308"/>
                <a:gd name="connsiteX812" fmla="*/ 391941 w 821508"/>
                <a:gd name="connsiteY812" fmla="*/ 582471 h 590308"/>
                <a:gd name="connsiteX813" fmla="*/ 392143 w 821508"/>
                <a:gd name="connsiteY813" fmla="*/ 584489 h 590308"/>
                <a:gd name="connsiteX814" fmla="*/ 395408 w 821508"/>
                <a:gd name="connsiteY814" fmla="*/ 584691 h 590308"/>
                <a:gd name="connsiteX815" fmla="*/ 397427 w 821508"/>
                <a:gd name="connsiteY815" fmla="*/ 582807 h 590308"/>
                <a:gd name="connsiteX816" fmla="*/ 399009 w 821508"/>
                <a:gd name="connsiteY816" fmla="*/ 581293 h 590308"/>
                <a:gd name="connsiteX817" fmla="*/ 401028 w 821508"/>
                <a:gd name="connsiteY817" fmla="*/ 581361 h 590308"/>
                <a:gd name="connsiteX818" fmla="*/ 401903 w 821508"/>
                <a:gd name="connsiteY818" fmla="*/ 582942 h 590308"/>
                <a:gd name="connsiteX819" fmla="*/ 402273 w 821508"/>
                <a:gd name="connsiteY819" fmla="*/ 585767 h 590308"/>
                <a:gd name="connsiteX820" fmla="*/ 402341 w 821508"/>
                <a:gd name="connsiteY820" fmla="*/ 587449 h 590308"/>
                <a:gd name="connsiteX821" fmla="*/ 402206 w 821508"/>
                <a:gd name="connsiteY821" fmla="*/ 588257 h 590308"/>
                <a:gd name="connsiteX822" fmla="*/ 401028 w 821508"/>
                <a:gd name="connsiteY822" fmla="*/ 590309 h 590308"/>
                <a:gd name="connsiteX823" fmla="*/ 403014 w 821508"/>
                <a:gd name="connsiteY823" fmla="*/ 590073 h 590308"/>
                <a:gd name="connsiteX824" fmla="*/ 408230 w 821508"/>
                <a:gd name="connsiteY824" fmla="*/ 587214 h 590308"/>
                <a:gd name="connsiteX825" fmla="*/ 412975 w 821508"/>
                <a:gd name="connsiteY825" fmla="*/ 585364 h 590308"/>
                <a:gd name="connsiteX826" fmla="*/ 418932 w 821508"/>
                <a:gd name="connsiteY826" fmla="*/ 583615 h 590308"/>
                <a:gd name="connsiteX827" fmla="*/ 423779 w 821508"/>
                <a:gd name="connsiteY827" fmla="*/ 578939 h 590308"/>
                <a:gd name="connsiteX828" fmla="*/ 426572 w 821508"/>
                <a:gd name="connsiteY828" fmla="*/ 573489 h 590308"/>
                <a:gd name="connsiteX829" fmla="*/ 427548 w 821508"/>
                <a:gd name="connsiteY829" fmla="*/ 568039 h 590308"/>
                <a:gd name="connsiteX830" fmla="*/ 428995 w 821508"/>
                <a:gd name="connsiteY830" fmla="*/ 562421 h 590308"/>
                <a:gd name="connsiteX831" fmla="*/ 432360 w 821508"/>
                <a:gd name="connsiteY831" fmla="*/ 558654 h 590308"/>
                <a:gd name="connsiteX832" fmla="*/ 435759 w 821508"/>
                <a:gd name="connsiteY832" fmla="*/ 555391 h 590308"/>
                <a:gd name="connsiteX833" fmla="*/ 438923 w 821508"/>
                <a:gd name="connsiteY833" fmla="*/ 552632 h 590308"/>
                <a:gd name="connsiteX834" fmla="*/ 443702 w 821508"/>
                <a:gd name="connsiteY834" fmla="*/ 548192 h 590308"/>
                <a:gd name="connsiteX835" fmla="*/ 445654 w 821508"/>
                <a:gd name="connsiteY835" fmla="*/ 543886 h 590308"/>
                <a:gd name="connsiteX836" fmla="*/ 447741 w 821508"/>
                <a:gd name="connsiteY836" fmla="*/ 540522 h 590308"/>
                <a:gd name="connsiteX837" fmla="*/ 447741 w 821508"/>
                <a:gd name="connsiteY837" fmla="*/ 535106 h 590308"/>
                <a:gd name="connsiteX838" fmla="*/ 447135 w 821508"/>
                <a:gd name="connsiteY838" fmla="*/ 532785 h 590308"/>
                <a:gd name="connsiteX839" fmla="*/ 448077 w 821508"/>
                <a:gd name="connsiteY839" fmla="*/ 530834 h 590308"/>
                <a:gd name="connsiteX840" fmla="*/ 451173 w 821508"/>
                <a:gd name="connsiteY840" fmla="*/ 529051 h 590308"/>
                <a:gd name="connsiteX841" fmla="*/ 453832 w 821508"/>
                <a:gd name="connsiteY841" fmla="*/ 529051 h 590308"/>
                <a:gd name="connsiteX842" fmla="*/ 457871 w 821508"/>
                <a:gd name="connsiteY842" fmla="*/ 526057 h 590308"/>
                <a:gd name="connsiteX843" fmla="*/ 460428 w 821508"/>
                <a:gd name="connsiteY843" fmla="*/ 524140 h 590308"/>
                <a:gd name="connsiteX844" fmla="*/ 460428 w 821508"/>
                <a:gd name="connsiteY844" fmla="*/ 521247 h 590308"/>
                <a:gd name="connsiteX845" fmla="*/ 460428 w 821508"/>
                <a:gd name="connsiteY845" fmla="*/ 519295 h 590308"/>
                <a:gd name="connsiteX846" fmla="*/ 458948 w 821508"/>
                <a:gd name="connsiteY846" fmla="*/ 517714 h 590308"/>
                <a:gd name="connsiteX847" fmla="*/ 458476 w 821508"/>
                <a:gd name="connsiteY847" fmla="*/ 514889 h 590308"/>
                <a:gd name="connsiteX848" fmla="*/ 459015 w 821508"/>
                <a:gd name="connsiteY848" fmla="*/ 511256 h 590308"/>
                <a:gd name="connsiteX849" fmla="*/ 459722 w 821508"/>
                <a:gd name="connsiteY849" fmla="*/ 505873 h 590308"/>
                <a:gd name="connsiteX850" fmla="*/ 460462 w 821508"/>
                <a:gd name="connsiteY850" fmla="*/ 501096 h 590308"/>
                <a:gd name="connsiteX851" fmla="*/ 460462 w 821508"/>
                <a:gd name="connsiteY851" fmla="*/ 497295 h 590308"/>
                <a:gd name="connsiteX852" fmla="*/ 463727 w 821508"/>
                <a:gd name="connsiteY852" fmla="*/ 491106 h 590308"/>
                <a:gd name="connsiteX853" fmla="*/ 465476 w 821508"/>
                <a:gd name="connsiteY853" fmla="*/ 488717 h 590308"/>
                <a:gd name="connsiteX854" fmla="*/ 472308 w 821508"/>
                <a:gd name="connsiteY854" fmla="*/ 483301 h 590308"/>
                <a:gd name="connsiteX855" fmla="*/ 476111 w 821508"/>
                <a:gd name="connsiteY855" fmla="*/ 479702 h 590308"/>
                <a:gd name="connsiteX856" fmla="*/ 479914 w 821508"/>
                <a:gd name="connsiteY856" fmla="*/ 476943 h 590308"/>
                <a:gd name="connsiteX857" fmla="*/ 484054 w 821508"/>
                <a:gd name="connsiteY857" fmla="*/ 475160 h 590308"/>
                <a:gd name="connsiteX858" fmla="*/ 488597 w 821508"/>
                <a:gd name="connsiteY858" fmla="*/ 475160 h 590308"/>
                <a:gd name="connsiteX859" fmla="*/ 492198 w 821508"/>
                <a:gd name="connsiteY859" fmla="*/ 475934 h 590308"/>
                <a:gd name="connsiteX860" fmla="*/ 494319 w 821508"/>
                <a:gd name="connsiteY860" fmla="*/ 478760 h 590308"/>
                <a:gd name="connsiteX861" fmla="*/ 496439 w 821508"/>
                <a:gd name="connsiteY861" fmla="*/ 480946 h 590308"/>
                <a:gd name="connsiteX862" fmla="*/ 496439 w 821508"/>
                <a:gd name="connsiteY862" fmla="*/ 483032 h 590308"/>
                <a:gd name="connsiteX863" fmla="*/ 496439 w 821508"/>
                <a:gd name="connsiteY863" fmla="*/ 484781 h 590308"/>
                <a:gd name="connsiteX864" fmla="*/ 496977 w 821508"/>
                <a:gd name="connsiteY864" fmla="*/ 487170 h 590308"/>
                <a:gd name="connsiteX865" fmla="*/ 500343 w 821508"/>
                <a:gd name="connsiteY865" fmla="*/ 487809 h 590308"/>
                <a:gd name="connsiteX866" fmla="*/ 502093 w 821508"/>
                <a:gd name="connsiteY866" fmla="*/ 489323 h 590308"/>
                <a:gd name="connsiteX867" fmla="*/ 505694 w 821508"/>
                <a:gd name="connsiteY867" fmla="*/ 490836 h 590308"/>
                <a:gd name="connsiteX868" fmla="*/ 506905 w 821508"/>
                <a:gd name="connsiteY868" fmla="*/ 491711 h 590308"/>
                <a:gd name="connsiteX869" fmla="*/ 506905 w 821508"/>
                <a:gd name="connsiteY869" fmla="*/ 495176 h 590308"/>
                <a:gd name="connsiteX870" fmla="*/ 506266 w 821508"/>
                <a:gd name="connsiteY870" fmla="*/ 496252 h 590308"/>
                <a:gd name="connsiteX871" fmla="*/ 506367 w 821508"/>
                <a:gd name="connsiteY871" fmla="*/ 498002 h 590308"/>
                <a:gd name="connsiteX872" fmla="*/ 506905 w 821508"/>
                <a:gd name="connsiteY872" fmla="*/ 498977 h 590308"/>
                <a:gd name="connsiteX873" fmla="*/ 509396 w 821508"/>
                <a:gd name="connsiteY873" fmla="*/ 500625 h 590308"/>
                <a:gd name="connsiteX874" fmla="*/ 512761 w 821508"/>
                <a:gd name="connsiteY874" fmla="*/ 502038 h 590308"/>
                <a:gd name="connsiteX875" fmla="*/ 515252 w 821508"/>
                <a:gd name="connsiteY875" fmla="*/ 501601 h 590308"/>
                <a:gd name="connsiteX876" fmla="*/ 517843 w 821508"/>
                <a:gd name="connsiteY876" fmla="*/ 501803 h 590308"/>
                <a:gd name="connsiteX877" fmla="*/ 525550 w 821508"/>
                <a:gd name="connsiteY877" fmla="*/ 502678 h 590308"/>
                <a:gd name="connsiteX878" fmla="*/ 536959 w 821508"/>
                <a:gd name="connsiteY878" fmla="*/ 502038 h 590308"/>
                <a:gd name="connsiteX879" fmla="*/ 541974 w 821508"/>
                <a:gd name="connsiteY879" fmla="*/ 503216 h 590308"/>
                <a:gd name="connsiteX880" fmla="*/ 544262 w 821508"/>
                <a:gd name="connsiteY880" fmla="*/ 505840 h 590308"/>
                <a:gd name="connsiteX881" fmla="*/ 550791 w 821508"/>
                <a:gd name="connsiteY881" fmla="*/ 507252 h 590308"/>
                <a:gd name="connsiteX882" fmla="*/ 556882 w 821508"/>
                <a:gd name="connsiteY882" fmla="*/ 507791 h 590308"/>
                <a:gd name="connsiteX883" fmla="*/ 563512 w 821508"/>
                <a:gd name="connsiteY883" fmla="*/ 506815 h 590308"/>
                <a:gd name="connsiteX884" fmla="*/ 567315 w 821508"/>
                <a:gd name="connsiteY884" fmla="*/ 504965 h 590308"/>
                <a:gd name="connsiteX885" fmla="*/ 571556 w 821508"/>
                <a:gd name="connsiteY885" fmla="*/ 503552 h 590308"/>
                <a:gd name="connsiteX886" fmla="*/ 576234 w 821508"/>
                <a:gd name="connsiteY886" fmla="*/ 501601 h 590308"/>
                <a:gd name="connsiteX887" fmla="*/ 579936 w 821508"/>
                <a:gd name="connsiteY887" fmla="*/ 500827 h 590308"/>
                <a:gd name="connsiteX888" fmla="*/ 582662 w 821508"/>
                <a:gd name="connsiteY888" fmla="*/ 501029 h 590308"/>
                <a:gd name="connsiteX889" fmla="*/ 589931 w 821508"/>
                <a:gd name="connsiteY889" fmla="*/ 501265 h 590308"/>
                <a:gd name="connsiteX890" fmla="*/ 596460 w 821508"/>
                <a:gd name="connsiteY890" fmla="*/ 501265 h 590308"/>
                <a:gd name="connsiteX891" fmla="*/ 598210 w 821508"/>
                <a:gd name="connsiteY891" fmla="*/ 500289 h 590308"/>
                <a:gd name="connsiteX892" fmla="*/ 601677 w 821508"/>
                <a:gd name="connsiteY892" fmla="*/ 497262 h 590308"/>
                <a:gd name="connsiteX893" fmla="*/ 602451 w 821508"/>
                <a:gd name="connsiteY893" fmla="*/ 495849 h 590308"/>
                <a:gd name="connsiteX894" fmla="*/ 605480 w 821508"/>
                <a:gd name="connsiteY894" fmla="*/ 490836 h 590308"/>
                <a:gd name="connsiteX895" fmla="*/ 608643 w 821508"/>
                <a:gd name="connsiteY895" fmla="*/ 486699 h 590308"/>
                <a:gd name="connsiteX896" fmla="*/ 609518 w 821508"/>
                <a:gd name="connsiteY896" fmla="*/ 479971 h 590308"/>
                <a:gd name="connsiteX897" fmla="*/ 609518 w 821508"/>
                <a:gd name="connsiteY897" fmla="*/ 472570 h 590308"/>
                <a:gd name="connsiteX898" fmla="*/ 606355 w 821508"/>
                <a:gd name="connsiteY898" fmla="*/ 468971 h 590308"/>
                <a:gd name="connsiteX899" fmla="*/ 601777 w 821508"/>
                <a:gd name="connsiteY899" fmla="*/ 465708 h 590308"/>
                <a:gd name="connsiteX900" fmla="*/ 596898 w 821508"/>
                <a:gd name="connsiteY900" fmla="*/ 463420 h 590308"/>
                <a:gd name="connsiteX901" fmla="*/ 593431 w 821508"/>
                <a:gd name="connsiteY901" fmla="*/ 461906 h 590308"/>
                <a:gd name="connsiteX902" fmla="*/ 590705 w 821508"/>
                <a:gd name="connsiteY902" fmla="*/ 458542 h 590308"/>
                <a:gd name="connsiteX903" fmla="*/ 587878 w 821508"/>
                <a:gd name="connsiteY903" fmla="*/ 455279 h 590308"/>
                <a:gd name="connsiteX904" fmla="*/ 588215 w 821508"/>
                <a:gd name="connsiteY904" fmla="*/ 450704 h 590308"/>
                <a:gd name="connsiteX905" fmla="*/ 588753 w 821508"/>
                <a:gd name="connsiteY905" fmla="*/ 447441 h 590308"/>
                <a:gd name="connsiteX906" fmla="*/ 584176 w 821508"/>
                <a:gd name="connsiteY906" fmla="*/ 444178 h 590308"/>
                <a:gd name="connsiteX907" fmla="*/ 583436 w 821508"/>
                <a:gd name="connsiteY907" fmla="*/ 438325 h 590308"/>
                <a:gd name="connsiteX908" fmla="*/ 583537 w 821508"/>
                <a:gd name="connsiteY908" fmla="*/ 434725 h 590308"/>
                <a:gd name="connsiteX909" fmla="*/ 585825 w 821508"/>
                <a:gd name="connsiteY909" fmla="*/ 432505 h 590308"/>
                <a:gd name="connsiteX910" fmla="*/ 589628 w 821508"/>
                <a:gd name="connsiteY910" fmla="*/ 431900 h 590308"/>
                <a:gd name="connsiteX911" fmla="*/ 592960 w 821508"/>
                <a:gd name="connsiteY911" fmla="*/ 430117 h 590308"/>
                <a:gd name="connsiteX912" fmla="*/ 598951 w 821508"/>
                <a:gd name="connsiteY912" fmla="*/ 430319 h 590308"/>
                <a:gd name="connsiteX913" fmla="*/ 602518 w 821508"/>
                <a:gd name="connsiteY913" fmla="*/ 429982 h 590308"/>
                <a:gd name="connsiteX914" fmla="*/ 606893 w 821508"/>
                <a:gd name="connsiteY914" fmla="*/ 429982 h 590308"/>
                <a:gd name="connsiteX915" fmla="*/ 607802 w 821508"/>
                <a:gd name="connsiteY915" fmla="*/ 431462 h 590308"/>
                <a:gd name="connsiteX916" fmla="*/ 609484 w 821508"/>
                <a:gd name="connsiteY916" fmla="*/ 433683 h 590308"/>
                <a:gd name="connsiteX917" fmla="*/ 612379 w 821508"/>
                <a:gd name="connsiteY917" fmla="*/ 433514 h 590308"/>
                <a:gd name="connsiteX918" fmla="*/ 614768 w 821508"/>
                <a:gd name="connsiteY918" fmla="*/ 430420 h 590308"/>
                <a:gd name="connsiteX919" fmla="*/ 617797 w 821508"/>
                <a:gd name="connsiteY919" fmla="*/ 427594 h 590308"/>
                <a:gd name="connsiteX920" fmla="*/ 621432 w 821508"/>
                <a:gd name="connsiteY920" fmla="*/ 423523 h 590308"/>
                <a:gd name="connsiteX921" fmla="*/ 626884 w 821508"/>
                <a:gd name="connsiteY921" fmla="*/ 420563 h 590308"/>
                <a:gd name="connsiteX922" fmla="*/ 629980 w 821508"/>
                <a:gd name="connsiteY922" fmla="*/ 418747 h 590308"/>
                <a:gd name="connsiteX923" fmla="*/ 635937 w 821508"/>
                <a:gd name="connsiteY923" fmla="*/ 417805 h 590308"/>
                <a:gd name="connsiteX924" fmla="*/ 641658 w 821508"/>
                <a:gd name="connsiteY924" fmla="*/ 417805 h 590308"/>
                <a:gd name="connsiteX925" fmla="*/ 648052 w 821508"/>
                <a:gd name="connsiteY925" fmla="*/ 416425 h 590308"/>
                <a:gd name="connsiteX926" fmla="*/ 652630 w 821508"/>
                <a:gd name="connsiteY926" fmla="*/ 415046 h 590308"/>
                <a:gd name="connsiteX927" fmla="*/ 656399 w 821508"/>
                <a:gd name="connsiteY927" fmla="*/ 412221 h 590308"/>
                <a:gd name="connsiteX928" fmla="*/ 660976 w 821508"/>
                <a:gd name="connsiteY928" fmla="*/ 406872 h 590308"/>
                <a:gd name="connsiteX929" fmla="*/ 663938 w 821508"/>
                <a:gd name="connsiteY929" fmla="*/ 403407 h 590308"/>
                <a:gd name="connsiteX930" fmla="*/ 668178 w 821508"/>
                <a:gd name="connsiteY930" fmla="*/ 399337 h 590308"/>
                <a:gd name="connsiteX931" fmla="*/ 670399 w 821508"/>
                <a:gd name="connsiteY931" fmla="*/ 392306 h 590308"/>
                <a:gd name="connsiteX932" fmla="*/ 670399 w 821508"/>
                <a:gd name="connsiteY932" fmla="*/ 387394 h 590308"/>
                <a:gd name="connsiteX933" fmla="*/ 670399 w 821508"/>
                <a:gd name="connsiteY933" fmla="*/ 383257 h 590308"/>
                <a:gd name="connsiteX934" fmla="*/ 670399 w 821508"/>
                <a:gd name="connsiteY934" fmla="*/ 378682 h 590308"/>
                <a:gd name="connsiteX935" fmla="*/ 672452 w 821508"/>
                <a:gd name="connsiteY935" fmla="*/ 375217 h 590308"/>
                <a:gd name="connsiteX936" fmla="*/ 675649 w 821508"/>
                <a:gd name="connsiteY936" fmla="*/ 371147 h 590308"/>
                <a:gd name="connsiteX937" fmla="*/ 677164 w 821508"/>
                <a:gd name="connsiteY937" fmla="*/ 369128 h 590308"/>
                <a:gd name="connsiteX938" fmla="*/ 679351 w 821508"/>
                <a:gd name="connsiteY938" fmla="*/ 366942 h 590308"/>
                <a:gd name="connsiteX939" fmla="*/ 682044 w 821508"/>
                <a:gd name="connsiteY939" fmla="*/ 365293 h 590308"/>
                <a:gd name="connsiteX940" fmla="*/ 682750 w 821508"/>
                <a:gd name="connsiteY940" fmla="*/ 364486 h 590308"/>
                <a:gd name="connsiteX941" fmla="*/ 685006 w 821508"/>
                <a:gd name="connsiteY941" fmla="*/ 363914 h 590308"/>
                <a:gd name="connsiteX942" fmla="*/ 686957 w 821508"/>
                <a:gd name="connsiteY942" fmla="*/ 363914 h 590308"/>
                <a:gd name="connsiteX943" fmla="*/ 689414 w 821508"/>
                <a:gd name="connsiteY943" fmla="*/ 366101 h 590308"/>
                <a:gd name="connsiteX944" fmla="*/ 691501 w 821508"/>
                <a:gd name="connsiteY944" fmla="*/ 369633 h 590308"/>
                <a:gd name="connsiteX945" fmla="*/ 692073 w 821508"/>
                <a:gd name="connsiteY945" fmla="*/ 371819 h 590308"/>
                <a:gd name="connsiteX946" fmla="*/ 694159 w 821508"/>
                <a:gd name="connsiteY946" fmla="*/ 372189 h 590308"/>
                <a:gd name="connsiteX947" fmla="*/ 696919 w 821508"/>
                <a:gd name="connsiteY947" fmla="*/ 371180 h 590308"/>
                <a:gd name="connsiteX948" fmla="*/ 698063 w 821508"/>
                <a:gd name="connsiteY948" fmla="*/ 369094 h 590308"/>
                <a:gd name="connsiteX949" fmla="*/ 699208 w 821508"/>
                <a:gd name="connsiteY949" fmla="*/ 363948 h 590308"/>
                <a:gd name="connsiteX950" fmla="*/ 700015 w 821508"/>
                <a:gd name="connsiteY950" fmla="*/ 361257 h 590308"/>
                <a:gd name="connsiteX951" fmla="*/ 701900 w 821508"/>
                <a:gd name="connsiteY951" fmla="*/ 359373 h 590308"/>
                <a:gd name="connsiteX952" fmla="*/ 705097 w 821508"/>
                <a:gd name="connsiteY952" fmla="*/ 357859 h 590308"/>
                <a:gd name="connsiteX953" fmla="*/ 708227 w 821508"/>
                <a:gd name="connsiteY953" fmla="*/ 356177 h 590308"/>
                <a:gd name="connsiteX954" fmla="*/ 709742 w 821508"/>
                <a:gd name="connsiteY954" fmla="*/ 355302 h 590308"/>
                <a:gd name="connsiteX955" fmla="*/ 712434 w 821508"/>
                <a:gd name="connsiteY955" fmla="*/ 353351 h 590308"/>
                <a:gd name="connsiteX956" fmla="*/ 713679 w 821508"/>
                <a:gd name="connsiteY956" fmla="*/ 351400 h 590308"/>
                <a:gd name="connsiteX957" fmla="*/ 713679 w 821508"/>
                <a:gd name="connsiteY957" fmla="*/ 349079 h 590308"/>
                <a:gd name="connsiteX958" fmla="*/ 713477 w 821508"/>
                <a:gd name="connsiteY958" fmla="*/ 340467 h 590308"/>
                <a:gd name="connsiteX959" fmla="*/ 713881 w 821508"/>
                <a:gd name="connsiteY959" fmla="*/ 333235 h 590308"/>
                <a:gd name="connsiteX960" fmla="*/ 713881 w 821508"/>
                <a:gd name="connsiteY960" fmla="*/ 324825 h 590308"/>
                <a:gd name="connsiteX961" fmla="*/ 715631 w 821508"/>
                <a:gd name="connsiteY961" fmla="*/ 315708 h 590308"/>
                <a:gd name="connsiteX962" fmla="*/ 715631 w 821508"/>
                <a:gd name="connsiteY962" fmla="*/ 310932 h 590308"/>
                <a:gd name="connsiteX963" fmla="*/ 714251 w 821508"/>
                <a:gd name="connsiteY963" fmla="*/ 306794 h 590308"/>
                <a:gd name="connsiteX964" fmla="*/ 712602 w 821508"/>
                <a:gd name="connsiteY964" fmla="*/ 303598 h 590308"/>
                <a:gd name="connsiteX965" fmla="*/ 713174 w 821508"/>
                <a:gd name="connsiteY965" fmla="*/ 301277 h 590308"/>
                <a:gd name="connsiteX966" fmla="*/ 714857 w 821508"/>
                <a:gd name="connsiteY966" fmla="*/ 298889 h 590308"/>
                <a:gd name="connsiteX967" fmla="*/ 715934 w 821508"/>
                <a:gd name="connsiteY967" fmla="*/ 297005 h 590308"/>
                <a:gd name="connsiteX968" fmla="*/ 718963 w 821508"/>
                <a:gd name="connsiteY968" fmla="*/ 294616 h 590308"/>
                <a:gd name="connsiteX969" fmla="*/ 720545 w 821508"/>
                <a:gd name="connsiteY969" fmla="*/ 293977 h 590308"/>
                <a:gd name="connsiteX970" fmla="*/ 722429 w 821508"/>
                <a:gd name="connsiteY970" fmla="*/ 293607 h 590308"/>
                <a:gd name="connsiteX971" fmla="*/ 723876 w 821508"/>
                <a:gd name="connsiteY971" fmla="*/ 293338 h 590308"/>
                <a:gd name="connsiteX972" fmla="*/ 726131 w 821508"/>
                <a:gd name="connsiteY972" fmla="*/ 292665 h 590308"/>
                <a:gd name="connsiteX973" fmla="*/ 728655 w 821508"/>
                <a:gd name="connsiteY973" fmla="*/ 292665 h 590308"/>
                <a:gd name="connsiteX974" fmla="*/ 731718 w 821508"/>
                <a:gd name="connsiteY974" fmla="*/ 294616 h 590308"/>
                <a:gd name="connsiteX975" fmla="*/ 735050 w 821508"/>
                <a:gd name="connsiteY975" fmla="*/ 298586 h 590308"/>
                <a:gd name="connsiteX976" fmla="*/ 738752 w 821508"/>
                <a:gd name="connsiteY976" fmla="*/ 299898 h 590308"/>
                <a:gd name="connsiteX977" fmla="*/ 743968 w 821508"/>
                <a:gd name="connsiteY977" fmla="*/ 300201 h 590308"/>
                <a:gd name="connsiteX978" fmla="*/ 745483 w 821508"/>
                <a:gd name="connsiteY978" fmla="*/ 300402 h 590308"/>
                <a:gd name="connsiteX979" fmla="*/ 746930 w 821508"/>
                <a:gd name="connsiteY979" fmla="*/ 302589 h 590308"/>
                <a:gd name="connsiteX980" fmla="*/ 746930 w 821508"/>
                <a:gd name="connsiteY980" fmla="*/ 305717 h 590308"/>
                <a:gd name="connsiteX981" fmla="*/ 745988 w 821508"/>
                <a:gd name="connsiteY981" fmla="*/ 309485 h 590308"/>
                <a:gd name="connsiteX982" fmla="*/ 746930 w 821508"/>
                <a:gd name="connsiteY982" fmla="*/ 312748 h 590308"/>
                <a:gd name="connsiteX983" fmla="*/ 746189 w 821508"/>
                <a:gd name="connsiteY983" fmla="*/ 315944 h 590308"/>
                <a:gd name="connsiteX984" fmla="*/ 746324 w 821508"/>
                <a:gd name="connsiteY984" fmla="*/ 319140 h 590308"/>
                <a:gd name="connsiteX985" fmla="*/ 750800 w 821508"/>
                <a:gd name="connsiteY985" fmla="*/ 321730 h 590308"/>
                <a:gd name="connsiteX986" fmla="*/ 757194 w 821508"/>
                <a:gd name="connsiteY986" fmla="*/ 327381 h 590308"/>
                <a:gd name="connsiteX987" fmla="*/ 762175 w 821508"/>
                <a:gd name="connsiteY987" fmla="*/ 332360 h 590308"/>
                <a:gd name="connsiteX988" fmla="*/ 766820 w 821508"/>
                <a:gd name="connsiteY988" fmla="*/ 336128 h 590308"/>
                <a:gd name="connsiteX989" fmla="*/ 769276 w 821508"/>
                <a:gd name="connsiteY989" fmla="*/ 337440 h 590308"/>
                <a:gd name="connsiteX990" fmla="*/ 774695 w 821508"/>
                <a:gd name="connsiteY990" fmla="*/ 338314 h 590308"/>
                <a:gd name="connsiteX991" fmla="*/ 774695 w 821508"/>
                <a:gd name="connsiteY991" fmla="*/ 335287 h 590308"/>
                <a:gd name="connsiteX992" fmla="*/ 772844 w 821508"/>
                <a:gd name="connsiteY992" fmla="*/ 331687 h 590308"/>
                <a:gd name="connsiteX993" fmla="*/ 772507 w 821508"/>
                <a:gd name="connsiteY993" fmla="*/ 329063 h 590308"/>
                <a:gd name="connsiteX994" fmla="*/ 772709 w 821508"/>
                <a:gd name="connsiteY994" fmla="*/ 327415 h 590308"/>
                <a:gd name="connsiteX995" fmla="*/ 773887 w 821508"/>
                <a:gd name="connsiteY995" fmla="*/ 326540 h 590308"/>
                <a:gd name="connsiteX996" fmla="*/ 774661 w 821508"/>
                <a:gd name="connsiteY996" fmla="*/ 326439 h 590308"/>
                <a:gd name="connsiteX997" fmla="*/ 776849 w 821508"/>
                <a:gd name="connsiteY997" fmla="*/ 326776 h 590308"/>
                <a:gd name="connsiteX998" fmla="*/ 778700 w 821508"/>
                <a:gd name="connsiteY998" fmla="*/ 329938 h 590308"/>
                <a:gd name="connsiteX999" fmla="*/ 779844 w 821508"/>
                <a:gd name="connsiteY999" fmla="*/ 333638 h 590308"/>
                <a:gd name="connsiteX1000" fmla="*/ 782604 w 821508"/>
                <a:gd name="connsiteY1000" fmla="*/ 338079 h 590308"/>
                <a:gd name="connsiteX1001" fmla="*/ 784455 w 821508"/>
                <a:gd name="connsiteY1001" fmla="*/ 341678 h 590308"/>
                <a:gd name="connsiteX1002" fmla="*/ 786104 w 821508"/>
                <a:gd name="connsiteY1002" fmla="*/ 344706 h 590308"/>
                <a:gd name="connsiteX1003" fmla="*/ 788594 w 821508"/>
                <a:gd name="connsiteY1003" fmla="*/ 347868 h 590308"/>
                <a:gd name="connsiteX1004" fmla="*/ 788594 w 821508"/>
                <a:gd name="connsiteY1004" fmla="*/ 350895 h 590308"/>
                <a:gd name="connsiteX1005" fmla="*/ 793373 w 821508"/>
                <a:gd name="connsiteY1005" fmla="*/ 354091 h 590308"/>
                <a:gd name="connsiteX1006" fmla="*/ 795965 w 821508"/>
                <a:gd name="connsiteY1006" fmla="*/ 353351 h 590308"/>
                <a:gd name="connsiteX1007" fmla="*/ 797984 w 821508"/>
                <a:gd name="connsiteY1007" fmla="*/ 352914 h 590308"/>
                <a:gd name="connsiteX1008" fmla="*/ 800171 w 821508"/>
                <a:gd name="connsiteY1008" fmla="*/ 354091 h 590308"/>
                <a:gd name="connsiteX1009" fmla="*/ 801114 w 821508"/>
                <a:gd name="connsiteY1009" fmla="*/ 357186 h 590308"/>
                <a:gd name="connsiteX1010" fmla="*/ 802729 w 821508"/>
                <a:gd name="connsiteY1010" fmla="*/ 357388 h 590308"/>
                <a:gd name="connsiteX1011" fmla="*/ 804681 w 821508"/>
                <a:gd name="connsiteY1011" fmla="*/ 356143 h 590308"/>
                <a:gd name="connsiteX1012" fmla="*/ 804681 w 821508"/>
                <a:gd name="connsiteY1012" fmla="*/ 353385 h 590308"/>
                <a:gd name="connsiteX1013" fmla="*/ 802594 w 821508"/>
                <a:gd name="connsiteY1013" fmla="*/ 351804 h 590308"/>
                <a:gd name="connsiteX1014" fmla="*/ 801518 w 821508"/>
                <a:gd name="connsiteY1014" fmla="*/ 350492 h 590308"/>
                <a:gd name="connsiteX1015" fmla="*/ 800710 w 821508"/>
                <a:gd name="connsiteY1015" fmla="*/ 349348 h 590308"/>
                <a:gd name="connsiteX1016" fmla="*/ 798690 w 821508"/>
                <a:gd name="connsiteY1016" fmla="*/ 348339 h 590308"/>
                <a:gd name="connsiteX1017" fmla="*/ 796671 w 821508"/>
                <a:gd name="connsiteY1017" fmla="*/ 347464 h 590308"/>
                <a:gd name="connsiteX1018" fmla="*/ 795662 w 821508"/>
                <a:gd name="connsiteY1018" fmla="*/ 345580 h 590308"/>
                <a:gd name="connsiteX1019" fmla="*/ 793777 w 821508"/>
                <a:gd name="connsiteY1019" fmla="*/ 342116 h 590308"/>
                <a:gd name="connsiteX1020" fmla="*/ 792128 w 821508"/>
                <a:gd name="connsiteY1020" fmla="*/ 340097 h 590308"/>
                <a:gd name="connsiteX1021" fmla="*/ 791253 w 821508"/>
                <a:gd name="connsiteY1021" fmla="*/ 337911 h 590308"/>
                <a:gd name="connsiteX1022" fmla="*/ 789435 w 821508"/>
                <a:gd name="connsiteY1022" fmla="*/ 335085 h 590308"/>
                <a:gd name="connsiteX1023" fmla="*/ 788123 w 821508"/>
                <a:gd name="connsiteY1023" fmla="*/ 331250 h 590308"/>
                <a:gd name="connsiteX1024" fmla="*/ 787988 w 821508"/>
                <a:gd name="connsiteY1024" fmla="*/ 328794 h 590308"/>
                <a:gd name="connsiteX1025" fmla="*/ 788224 w 821508"/>
                <a:gd name="connsiteY1025" fmla="*/ 327146 h 590308"/>
                <a:gd name="connsiteX1026" fmla="*/ 788156 w 821508"/>
                <a:gd name="connsiteY1026" fmla="*/ 324959 h 590308"/>
                <a:gd name="connsiteX1027" fmla="*/ 784017 w 821508"/>
                <a:gd name="connsiteY1027" fmla="*/ 322773 h 590308"/>
                <a:gd name="connsiteX1028" fmla="*/ 782267 w 821508"/>
                <a:gd name="connsiteY1028" fmla="*/ 322134 h 590308"/>
                <a:gd name="connsiteX1029" fmla="*/ 781325 w 821508"/>
                <a:gd name="connsiteY1029" fmla="*/ 320048 h 590308"/>
                <a:gd name="connsiteX1030" fmla="*/ 781762 w 821508"/>
                <a:gd name="connsiteY1030" fmla="*/ 317222 h 590308"/>
                <a:gd name="connsiteX1031" fmla="*/ 781459 w 821508"/>
                <a:gd name="connsiteY1031" fmla="*/ 315843 h 590308"/>
                <a:gd name="connsiteX1032" fmla="*/ 777690 w 821508"/>
                <a:gd name="connsiteY1032" fmla="*/ 315776 h 590308"/>
                <a:gd name="connsiteX1033" fmla="*/ 775503 w 821508"/>
                <a:gd name="connsiteY1033" fmla="*/ 317660 h 590308"/>
                <a:gd name="connsiteX1034" fmla="*/ 773113 w 821508"/>
                <a:gd name="connsiteY1034" fmla="*/ 318231 h 590308"/>
                <a:gd name="connsiteX1035" fmla="*/ 770589 w 821508"/>
                <a:gd name="connsiteY1035" fmla="*/ 315338 h 590308"/>
                <a:gd name="connsiteX1036" fmla="*/ 771397 w 821508"/>
                <a:gd name="connsiteY1036" fmla="*/ 311705 h 590308"/>
                <a:gd name="connsiteX1037" fmla="*/ 775402 w 821508"/>
                <a:gd name="connsiteY1037" fmla="*/ 308510 h 590308"/>
                <a:gd name="connsiteX1038" fmla="*/ 776781 w 821508"/>
                <a:gd name="connsiteY1038" fmla="*/ 307433 h 590308"/>
                <a:gd name="connsiteX1039" fmla="*/ 783445 w 821508"/>
                <a:gd name="connsiteY1039" fmla="*/ 302959 h 590308"/>
                <a:gd name="connsiteX1040" fmla="*/ 787719 w 821508"/>
                <a:gd name="connsiteY1040" fmla="*/ 299259 h 590308"/>
                <a:gd name="connsiteX1041" fmla="*/ 790614 w 821508"/>
                <a:gd name="connsiteY1041" fmla="*/ 297375 h 590308"/>
                <a:gd name="connsiteX1042" fmla="*/ 796907 w 821508"/>
                <a:gd name="connsiteY1042" fmla="*/ 294179 h 590308"/>
                <a:gd name="connsiteX1043" fmla="*/ 799666 w 821508"/>
                <a:gd name="connsiteY1043" fmla="*/ 293237 h 590308"/>
                <a:gd name="connsiteX1044" fmla="*/ 802797 w 821508"/>
                <a:gd name="connsiteY1044" fmla="*/ 293103 h 590308"/>
                <a:gd name="connsiteX1045" fmla="*/ 806566 w 821508"/>
                <a:gd name="connsiteY1045" fmla="*/ 292228 h 590308"/>
                <a:gd name="connsiteX1046" fmla="*/ 808013 w 821508"/>
                <a:gd name="connsiteY1046" fmla="*/ 289335 h 590308"/>
                <a:gd name="connsiteX1047" fmla="*/ 808450 w 821508"/>
                <a:gd name="connsiteY1047" fmla="*/ 287518 h 590308"/>
                <a:gd name="connsiteX1048" fmla="*/ 811782 w 821508"/>
                <a:gd name="connsiteY1048" fmla="*/ 286879 h 590308"/>
                <a:gd name="connsiteX1049" fmla="*/ 814037 w 821508"/>
                <a:gd name="connsiteY1049" fmla="*/ 285433 h 590308"/>
                <a:gd name="connsiteX1050" fmla="*/ 816730 w 821508"/>
                <a:gd name="connsiteY1050" fmla="*/ 283414 h 590308"/>
                <a:gd name="connsiteX1051" fmla="*/ 819254 w 821508"/>
                <a:gd name="connsiteY1051" fmla="*/ 282035 h 590308"/>
                <a:gd name="connsiteX1052" fmla="*/ 819960 w 821508"/>
                <a:gd name="connsiteY1052" fmla="*/ 280790 h 590308"/>
                <a:gd name="connsiteX1053" fmla="*/ 819960 w 821508"/>
                <a:gd name="connsiteY1053" fmla="*/ 279647 h 590308"/>
                <a:gd name="connsiteX1054" fmla="*/ 818816 w 821508"/>
                <a:gd name="connsiteY1054" fmla="*/ 275946 h 590308"/>
                <a:gd name="connsiteX1055" fmla="*/ 817504 w 821508"/>
                <a:gd name="connsiteY1055" fmla="*/ 272986 h 590308"/>
                <a:gd name="connsiteX1056" fmla="*/ 814609 w 821508"/>
                <a:gd name="connsiteY1056" fmla="*/ 270968 h 590308"/>
                <a:gd name="connsiteX1057" fmla="*/ 814744 w 821508"/>
                <a:gd name="connsiteY1057" fmla="*/ 268882 h 590308"/>
                <a:gd name="connsiteX1058" fmla="*/ 816292 w 821508"/>
                <a:gd name="connsiteY1058" fmla="*/ 265451 h 59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Lst>
              <a:rect l="l" t="t" r="r" b="b"/>
              <a:pathLst>
                <a:path w="821508" h="590308">
                  <a:moveTo>
                    <a:pt x="816292" y="265451"/>
                  </a:moveTo>
                  <a:cubicBezTo>
                    <a:pt x="816561" y="265316"/>
                    <a:pt x="817369" y="263802"/>
                    <a:pt x="817604" y="263702"/>
                  </a:cubicBezTo>
                  <a:cubicBezTo>
                    <a:pt x="817806" y="263634"/>
                    <a:pt x="818681" y="262827"/>
                    <a:pt x="819186" y="262625"/>
                  </a:cubicBezTo>
                  <a:cubicBezTo>
                    <a:pt x="819691" y="262423"/>
                    <a:pt x="820566" y="261683"/>
                    <a:pt x="820566" y="261683"/>
                  </a:cubicBezTo>
                  <a:lnTo>
                    <a:pt x="821508" y="258925"/>
                  </a:lnTo>
                  <a:lnTo>
                    <a:pt x="821138" y="256671"/>
                  </a:lnTo>
                  <a:lnTo>
                    <a:pt x="819691" y="254148"/>
                  </a:lnTo>
                  <a:cubicBezTo>
                    <a:pt x="819691" y="254148"/>
                    <a:pt x="818176" y="252399"/>
                    <a:pt x="818109" y="252197"/>
                  </a:cubicBezTo>
                  <a:cubicBezTo>
                    <a:pt x="818042" y="251961"/>
                    <a:pt x="816797" y="250818"/>
                    <a:pt x="816797" y="250818"/>
                  </a:cubicBezTo>
                  <a:lnTo>
                    <a:pt x="816730" y="248429"/>
                  </a:lnTo>
                  <a:cubicBezTo>
                    <a:pt x="816730" y="248429"/>
                    <a:pt x="817100" y="246747"/>
                    <a:pt x="817739" y="246545"/>
                  </a:cubicBezTo>
                  <a:cubicBezTo>
                    <a:pt x="818379" y="246343"/>
                    <a:pt x="819388" y="245301"/>
                    <a:pt x="819691" y="245233"/>
                  </a:cubicBezTo>
                  <a:cubicBezTo>
                    <a:pt x="819994" y="245166"/>
                    <a:pt x="820499" y="244359"/>
                    <a:pt x="820499" y="244359"/>
                  </a:cubicBezTo>
                  <a:cubicBezTo>
                    <a:pt x="820499" y="244359"/>
                    <a:pt x="820196" y="242778"/>
                    <a:pt x="819927" y="242778"/>
                  </a:cubicBezTo>
                  <a:cubicBezTo>
                    <a:pt x="819624" y="242778"/>
                    <a:pt x="818547" y="241768"/>
                    <a:pt x="818547" y="241768"/>
                  </a:cubicBezTo>
                  <a:lnTo>
                    <a:pt x="818614" y="237698"/>
                  </a:lnTo>
                  <a:lnTo>
                    <a:pt x="817672" y="235108"/>
                  </a:lnTo>
                  <a:cubicBezTo>
                    <a:pt x="817672" y="235108"/>
                    <a:pt x="816730" y="232282"/>
                    <a:pt x="816730" y="231979"/>
                  </a:cubicBezTo>
                  <a:cubicBezTo>
                    <a:pt x="816730" y="231677"/>
                    <a:pt x="817672" y="229389"/>
                    <a:pt x="817672" y="229389"/>
                  </a:cubicBezTo>
                  <a:cubicBezTo>
                    <a:pt x="817672" y="229389"/>
                    <a:pt x="817739" y="227203"/>
                    <a:pt x="817739" y="227001"/>
                  </a:cubicBezTo>
                  <a:cubicBezTo>
                    <a:pt x="817739" y="226799"/>
                    <a:pt x="817941" y="223098"/>
                    <a:pt x="817941" y="223098"/>
                  </a:cubicBezTo>
                  <a:lnTo>
                    <a:pt x="817133" y="221719"/>
                  </a:lnTo>
                  <a:lnTo>
                    <a:pt x="815686" y="220845"/>
                  </a:lnTo>
                  <a:lnTo>
                    <a:pt x="812220" y="219465"/>
                  </a:lnTo>
                  <a:lnTo>
                    <a:pt x="810200" y="218153"/>
                  </a:lnTo>
                  <a:cubicBezTo>
                    <a:pt x="810200" y="218153"/>
                    <a:pt x="808619" y="216842"/>
                    <a:pt x="808114" y="216842"/>
                  </a:cubicBezTo>
                  <a:cubicBezTo>
                    <a:pt x="807609" y="216842"/>
                    <a:pt x="805590" y="216404"/>
                    <a:pt x="805590" y="216404"/>
                  </a:cubicBezTo>
                  <a:lnTo>
                    <a:pt x="803268" y="215900"/>
                  </a:lnTo>
                  <a:lnTo>
                    <a:pt x="801618" y="215900"/>
                  </a:lnTo>
                  <a:lnTo>
                    <a:pt x="800104" y="215193"/>
                  </a:lnTo>
                  <a:cubicBezTo>
                    <a:pt x="800104" y="215193"/>
                    <a:pt x="798791" y="215698"/>
                    <a:pt x="798152" y="216068"/>
                  </a:cubicBezTo>
                  <a:cubicBezTo>
                    <a:pt x="797513" y="216438"/>
                    <a:pt x="796402" y="217312"/>
                    <a:pt x="796267" y="217582"/>
                  </a:cubicBezTo>
                  <a:cubicBezTo>
                    <a:pt x="796133" y="217884"/>
                    <a:pt x="795258" y="218658"/>
                    <a:pt x="795191" y="218961"/>
                  </a:cubicBezTo>
                  <a:cubicBezTo>
                    <a:pt x="795123" y="219264"/>
                    <a:pt x="793945" y="220407"/>
                    <a:pt x="793945" y="220407"/>
                  </a:cubicBezTo>
                  <a:lnTo>
                    <a:pt x="792936" y="222224"/>
                  </a:lnTo>
                  <a:cubicBezTo>
                    <a:pt x="792936" y="222224"/>
                    <a:pt x="791993" y="222224"/>
                    <a:pt x="791489" y="222661"/>
                  </a:cubicBezTo>
                  <a:cubicBezTo>
                    <a:pt x="790984" y="223098"/>
                    <a:pt x="790748" y="223166"/>
                    <a:pt x="790479" y="223166"/>
                  </a:cubicBezTo>
                  <a:cubicBezTo>
                    <a:pt x="790176" y="223166"/>
                    <a:pt x="788965" y="223098"/>
                    <a:pt x="788965" y="223098"/>
                  </a:cubicBezTo>
                  <a:lnTo>
                    <a:pt x="787585" y="222897"/>
                  </a:lnTo>
                  <a:lnTo>
                    <a:pt x="786003" y="222897"/>
                  </a:lnTo>
                  <a:lnTo>
                    <a:pt x="783983" y="222392"/>
                  </a:lnTo>
                  <a:cubicBezTo>
                    <a:pt x="783983" y="222392"/>
                    <a:pt x="782234" y="220710"/>
                    <a:pt x="781964" y="220576"/>
                  </a:cubicBezTo>
                  <a:cubicBezTo>
                    <a:pt x="781661" y="220441"/>
                    <a:pt x="777387" y="217514"/>
                    <a:pt x="777185" y="217312"/>
                  </a:cubicBezTo>
                  <a:cubicBezTo>
                    <a:pt x="776950" y="217077"/>
                    <a:pt x="772339" y="213915"/>
                    <a:pt x="772339" y="213915"/>
                  </a:cubicBezTo>
                  <a:lnTo>
                    <a:pt x="768502" y="212098"/>
                  </a:lnTo>
                  <a:lnTo>
                    <a:pt x="763084" y="210215"/>
                  </a:lnTo>
                  <a:lnTo>
                    <a:pt x="759820" y="209273"/>
                  </a:lnTo>
                  <a:cubicBezTo>
                    <a:pt x="759820" y="209273"/>
                    <a:pt x="755411" y="208465"/>
                    <a:pt x="754906" y="208465"/>
                  </a:cubicBezTo>
                  <a:cubicBezTo>
                    <a:pt x="754401" y="208465"/>
                    <a:pt x="751945" y="208095"/>
                    <a:pt x="751945" y="208095"/>
                  </a:cubicBezTo>
                  <a:cubicBezTo>
                    <a:pt x="751945" y="208095"/>
                    <a:pt x="749252" y="207523"/>
                    <a:pt x="748377" y="206346"/>
                  </a:cubicBezTo>
                  <a:cubicBezTo>
                    <a:pt x="747502" y="205202"/>
                    <a:pt x="744540" y="202074"/>
                    <a:pt x="744372" y="201704"/>
                  </a:cubicBezTo>
                  <a:cubicBezTo>
                    <a:pt x="744237" y="201334"/>
                    <a:pt x="741612" y="198441"/>
                    <a:pt x="741612" y="198441"/>
                  </a:cubicBezTo>
                  <a:cubicBezTo>
                    <a:pt x="741612" y="198441"/>
                    <a:pt x="740468" y="197129"/>
                    <a:pt x="740367" y="196355"/>
                  </a:cubicBezTo>
                  <a:cubicBezTo>
                    <a:pt x="740300" y="195548"/>
                    <a:pt x="739795" y="192823"/>
                    <a:pt x="739795" y="192520"/>
                  </a:cubicBezTo>
                  <a:cubicBezTo>
                    <a:pt x="739795" y="192217"/>
                    <a:pt x="738785" y="189055"/>
                    <a:pt x="738718" y="188752"/>
                  </a:cubicBezTo>
                  <a:cubicBezTo>
                    <a:pt x="738651" y="188450"/>
                    <a:pt x="736968" y="186667"/>
                    <a:pt x="736699" y="185927"/>
                  </a:cubicBezTo>
                  <a:cubicBezTo>
                    <a:pt x="736429" y="185187"/>
                    <a:pt x="735016" y="182731"/>
                    <a:pt x="734949" y="182529"/>
                  </a:cubicBezTo>
                  <a:cubicBezTo>
                    <a:pt x="734881" y="182327"/>
                    <a:pt x="735218" y="180780"/>
                    <a:pt x="735454" y="180073"/>
                  </a:cubicBezTo>
                  <a:cubicBezTo>
                    <a:pt x="735655" y="179333"/>
                    <a:pt x="736329" y="177685"/>
                    <a:pt x="736396" y="177180"/>
                  </a:cubicBezTo>
                  <a:cubicBezTo>
                    <a:pt x="736463" y="176676"/>
                    <a:pt x="736463" y="175162"/>
                    <a:pt x="736530" y="174927"/>
                  </a:cubicBezTo>
                  <a:cubicBezTo>
                    <a:pt x="736598" y="174725"/>
                    <a:pt x="736598" y="172471"/>
                    <a:pt x="736598" y="172168"/>
                  </a:cubicBezTo>
                  <a:cubicBezTo>
                    <a:pt x="736598" y="171865"/>
                    <a:pt x="736901" y="170789"/>
                    <a:pt x="736901" y="170789"/>
                  </a:cubicBezTo>
                  <a:lnTo>
                    <a:pt x="737406" y="169275"/>
                  </a:lnTo>
                  <a:cubicBezTo>
                    <a:pt x="737406" y="169275"/>
                    <a:pt x="736968" y="167829"/>
                    <a:pt x="734949" y="167829"/>
                  </a:cubicBezTo>
                  <a:cubicBezTo>
                    <a:pt x="732930" y="167829"/>
                    <a:pt x="731819" y="167627"/>
                    <a:pt x="731314" y="167829"/>
                  </a:cubicBezTo>
                  <a:cubicBezTo>
                    <a:pt x="730809" y="168030"/>
                    <a:pt x="729867" y="167829"/>
                    <a:pt x="729295" y="168266"/>
                  </a:cubicBezTo>
                  <a:cubicBezTo>
                    <a:pt x="728723" y="168703"/>
                    <a:pt x="727713" y="168266"/>
                    <a:pt x="727107" y="169006"/>
                  </a:cubicBezTo>
                  <a:cubicBezTo>
                    <a:pt x="726535" y="169746"/>
                    <a:pt x="725458" y="170822"/>
                    <a:pt x="725155" y="171394"/>
                  </a:cubicBezTo>
                  <a:cubicBezTo>
                    <a:pt x="724886" y="171966"/>
                    <a:pt x="724011" y="173076"/>
                    <a:pt x="723775" y="174153"/>
                  </a:cubicBezTo>
                  <a:cubicBezTo>
                    <a:pt x="723540" y="175229"/>
                    <a:pt x="723338" y="175734"/>
                    <a:pt x="722766" y="176474"/>
                  </a:cubicBezTo>
                  <a:cubicBezTo>
                    <a:pt x="722194" y="177214"/>
                    <a:pt x="721891" y="177853"/>
                    <a:pt x="721319" y="178661"/>
                  </a:cubicBezTo>
                  <a:cubicBezTo>
                    <a:pt x="720747" y="179468"/>
                    <a:pt x="719804" y="180343"/>
                    <a:pt x="719636" y="180679"/>
                  </a:cubicBezTo>
                  <a:cubicBezTo>
                    <a:pt x="719501" y="181049"/>
                    <a:pt x="719568" y="181419"/>
                    <a:pt x="719064" y="182260"/>
                  </a:cubicBezTo>
                  <a:cubicBezTo>
                    <a:pt x="718559" y="183135"/>
                    <a:pt x="717684" y="184447"/>
                    <a:pt x="717751" y="184648"/>
                  </a:cubicBezTo>
                  <a:cubicBezTo>
                    <a:pt x="717819" y="184850"/>
                    <a:pt x="717886" y="185658"/>
                    <a:pt x="717549" y="186229"/>
                  </a:cubicBezTo>
                  <a:cubicBezTo>
                    <a:pt x="717179" y="186801"/>
                    <a:pt x="717179" y="188618"/>
                    <a:pt x="716742" y="189358"/>
                  </a:cubicBezTo>
                  <a:cubicBezTo>
                    <a:pt x="716304" y="190098"/>
                    <a:pt x="716170" y="191679"/>
                    <a:pt x="715799" y="192049"/>
                  </a:cubicBezTo>
                  <a:cubicBezTo>
                    <a:pt x="715429" y="192419"/>
                    <a:pt x="715295" y="194303"/>
                    <a:pt x="714790" y="194808"/>
                  </a:cubicBezTo>
                  <a:cubicBezTo>
                    <a:pt x="714285" y="195312"/>
                    <a:pt x="713410" y="195312"/>
                    <a:pt x="713208" y="195514"/>
                  </a:cubicBezTo>
                  <a:cubicBezTo>
                    <a:pt x="712972" y="195716"/>
                    <a:pt x="711121" y="195447"/>
                    <a:pt x="711121" y="194808"/>
                  </a:cubicBezTo>
                  <a:cubicBezTo>
                    <a:pt x="711121" y="194168"/>
                    <a:pt x="710112" y="193563"/>
                    <a:pt x="710112" y="192486"/>
                  </a:cubicBezTo>
                  <a:cubicBezTo>
                    <a:pt x="710112" y="191410"/>
                    <a:pt x="709304" y="189358"/>
                    <a:pt x="709237" y="189156"/>
                  </a:cubicBezTo>
                  <a:cubicBezTo>
                    <a:pt x="709169" y="188954"/>
                    <a:pt x="707588" y="186532"/>
                    <a:pt x="707487" y="186263"/>
                  </a:cubicBezTo>
                  <a:cubicBezTo>
                    <a:pt x="707419" y="185960"/>
                    <a:pt x="706814" y="183067"/>
                    <a:pt x="706780" y="182798"/>
                  </a:cubicBezTo>
                  <a:cubicBezTo>
                    <a:pt x="706713" y="182495"/>
                    <a:pt x="706477" y="182226"/>
                    <a:pt x="706073" y="180847"/>
                  </a:cubicBezTo>
                  <a:cubicBezTo>
                    <a:pt x="705636" y="179468"/>
                    <a:pt x="704188" y="178156"/>
                    <a:pt x="704188" y="178156"/>
                  </a:cubicBezTo>
                  <a:lnTo>
                    <a:pt x="702438" y="175835"/>
                  </a:lnTo>
                  <a:lnTo>
                    <a:pt x="700419" y="174826"/>
                  </a:lnTo>
                  <a:lnTo>
                    <a:pt x="697727" y="175196"/>
                  </a:lnTo>
                  <a:lnTo>
                    <a:pt x="695775" y="175936"/>
                  </a:lnTo>
                  <a:lnTo>
                    <a:pt x="691063" y="178694"/>
                  </a:lnTo>
                  <a:cubicBezTo>
                    <a:pt x="691063" y="178694"/>
                    <a:pt x="688875" y="180948"/>
                    <a:pt x="688741" y="181150"/>
                  </a:cubicBezTo>
                  <a:cubicBezTo>
                    <a:pt x="688606" y="181352"/>
                    <a:pt x="687092" y="183404"/>
                    <a:pt x="686991" y="183673"/>
                  </a:cubicBezTo>
                  <a:cubicBezTo>
                    <a:pt x="686924" y="183976"/>
                    <a:pt x="686924" y="186364"/>
                    <a:pt x="686924" y="186364"/>
                  </a:cubicBezTo>
                  <a:lnTo>
                    <a:pt x="687462" y="188954"/>
                  </a:lnTo>
                  <a:lnTo>
                    <a:pt x="689515" y="190973"/>
                  </a:lnTo>
                  <a:lnTo>
                    <a:pt x="689515" y="192486"/>
                  </a:lnTo>
                  <a:cubicBezTo>
                    <a:pt x="689515" y="192486"/>
                    <a:pt x="688270" y="193058"/>
                    <a:pt x="687630" y="193563"/>
                  </a:cubicBezTo>
                  <a:cubicBezTo>
                    <a:pt x="686991" y="194067"/>
                    <a:pt x="684366" y="195951"/>
                    <a:pt x="684366" y="195951"/>
                  </a:cubicBezTo>
                  <a:cubicBezTo>
                    <a:pt x="684366" y="195951"/>
                    <a:pt x="681977" y="196590"/>
                    <a:pt x="681674" y="196691"/>
                  </a:cubicBezTo>
                  <a:cubicBezTo>
                    <a:pt x="681371" y="196759"/>
                    <a:pt x="677837" y="196826"/>
                    <a:pt x="677332" y="196826"/>
                  </a:cubicBezTo>
                  <a:cubicBezTo>
                    <a:pt x="676827" y="196826"/>
                    <a:pt x="674000" y="196523"/>
                    <a:pt x="673698" y="196893"/>
                  </a:cubicBezTo>
                  <a:cubicBezTo>
                    <a:pt x="673428" y="197263"/>
                    <a:pt x="668784" y="199282"/>
                    <a:pt x="668784" y="199282"/>
                  </a:cubicBezTo>
                  <a:lnTo>
                    <a:pt x="662625" y="200964"/>
                  </a:lnTo>
                  <a:lnTo>
                    <a:pt x="660370" y="202915"/>
                  </a:lnTo>
                  <a:lnTo>
                    <a:pt x="658486" y="206178"/>
                  </a:lnTo>
                  <a:lnTo>
                    <a:pt x="655962" y="209508"/>
                  </a:lnTo>
                  <a:cubicBezTo>
                    <a:pt x="655962" y="209508"/>
                    <a:pt x="654649" y="209945"/>
                    <a:pt x="654380" y="210013"/>
                  </a:cubicBezTo>
                  <a:cubicBezTo>
                    <a:pt x="654110" y="210080"/>
                    <a:pt x="649163" y="209878"/>
                    <a:pt x="649163" y="209878"/>
                  </a:cubicBezTo>
                  <a:lnTo>
                    <a:pt x="647985" y="210887"/>
                  </a:lnTo>
                  <a:cubicBezTo>
                    <a:pt x="647985" y="210887"/>
                    <a:pt x="647178" y="214016"/>
                    <a:pt x="647043" y="214352"/>
                  </a:cubicBezTo>
                  <a:cubicBezTo>
                    <a:pt x="646908" y="214722"/>
                    <a:pt x="645865" y="217884"/>
                    <a:pt x="646101" y="218423"/>
                  </a:cubicBezTo>
                  <a:cubicBezTo>
                    <a:pt x="646303" y="218927"/>
                    <a:pt x="647312" y="223334"/>
                    <a:pt x="647312" y="223334"/>
                  </a:cubicBezTo>
                  <a:lnTo>
                    <a:pt x="649197" y="228750"/>
                  </a:lnTo>
                  <a:cubicBezTo>
                    <a:pt x="649197" y="228750"/>
                    <a:pt x="650274" y="231946"/>
                    <a:pt x="650274" y="232215"/>
                  </a:cubicBezTo>
                  <a:cubicBezTo>
                    <a:pt x="650274" y="232518"/>
                    <a:pt x="649836" y="234603"/>
                    <a:pt x="649836" y="234603"/>
                  </a:cubicBezTo>
                  <a:cubicBezTo>
                    <a:pt x="649836" y="234603"/>
                    <a:pt x="648120" y="235108"/>
                    <a:pt x="647649" y="235343"/>
                  </a:cubicBezTo>
                  <a:cubicBezTo>
                    <a:pt x="647211" y="235545"/>
                    <a:pt x="643812" y="236487"/>
                    <a:pt x="643307" y="236588"/>
                  </a:cubicBezTo>
                  <a:cubicBezTo>
                    <a:pt x="642803" y="236655"/>
                    <a:pt x="641120" y="236790"/>
                    <a:pt x="640783" y="237160"/>
                  </a:cubicBezTo>
                  <a:cubicBezTo>
                    <a:pt x="640413" y="237530"/>
                    <a:pt x="639706" y="237967"/>
                    <a:pt x="639202" y="238304"/>
                  </a:cubicBezTo>
                  <a:cubicBezTo>
                    <a:pt x="638697" y="238640"/>
                    <a:pt x="636879" y="239750"/>
                    <a:pt x="636879" y="239750"/>
                  </a:cubicBezTo>
                  <a:cubicBezTo>
                    <a:pt x="636879" y="239750"/>
                    <a:pt x="635062" y="241331"/>
                    <a:pt x="634927" y="241567"/>
                  </a:cubicBezTo>
                  <a:cubicBezTo>
                    <a:pt x="634793" y="241768"/>
                    <a:pt x="633682" y="242643"/>
                    <a:pt x="632908" y="242643"/>
                  </a:cubicBezTo>
                  <a:cubicBezTo>
                    <a:pt x="632100" y="242643"/>
                    <a:pt x="629273" y="242206"/>
                    <a:pt x="628432" y="242206"/>
                  </a:cubicBezTo>
                  <a:cubicBezTo>
                    <a:pt x="627557" y="242206"/>
                    <a:pt x="625740" y="241701"/>
                    <a:pt x="625235" y="241567"/>
                  </a:cubicBezTo>
                  <a:cubicBezTo>
                    <a:pt x="624730" y="241432"/>
                    <a:pt x="622475" y="239616"/>
                    <a:pt x="622475" y="239616"/>
                  </a:cubicBezTo>
                  <a:lnTo>
                    <a:pt x="618942" y="237429"/>
                  </a:lnTo>
                  <a:cubicBezTo>
                    <a:pt x="618942" y="237429"/>
                    <a:pt x="616619" y="236050"/>
                    <a:pt x="615980" y="234906"/>
                  </a:cubicBezTo>
                  <a:cubicBezTo>
                    <a:pt x="615340" y="233762"/>
                    <a:pt x="614230" y="231778"/>
                    <a:pt x="613725" y="230634"/>
                  </a:cubicBezTo>
                  <a:cubicBezTo>
                    <a:pt x="613220" y="229456"/>
                    <a:pt x="611706" y="227068"/>
                    <a:pt x="611638" y="226866"/>
                  </a:cubicBezTo>
                  <a:cubicBezTo>
                    <a:pt x="611537" y="226664"/>
                    <a:pt x="609013" y="222897"/>
                    <a:pt x="609013" y="222897"/>
                  </a:cubicBezTo>
                  <a:lnTo>
                    <a:pt x="602047" y="217111"/>
                  </a:lnTo>
                  <a:lnTo>
                    <a:pt x="597638" y="212838"/>
                  </a:lnTo>
                  <a:lnTo>
                    <a:pt x="595451" y="207052"/>
                  </a:lnTo>
                  <a:lnTo>
                    <a:pt x="592691" y="203352"/>
                  </a:lnTo>
                  <a:lnTo>
                    <a:pt x="587979" y="199517"/>
                  </a:lnTo>
                  <a:lnTo>
                    <a:pt x="584075" y="195682"/>
                  </a:lnTo>
                  <a:cubicBezTo>
                    <a:pt x="584075" y="195682"/>
                    <a:pt x="581551" y="192049"/>
                    <a:pt x="581248" y="191780"/>
                  </a:cubicBezTo>
                  <a:cubicBezTo>
                    <a:pt x="580945" y="191477"/>
                    <a:pt x="579061" y="188080"/>
                    <a:pt x="579061" y="188080"/>
                  </a:cubicBezTo>
                  <a:lnTo>
                    <a:pt x="577916" y="184379"/>
                  </a:lnTo>
                  <a:lnTo>
                    <a:pt x="575157" y="177349"/>
                  </a:lnTo>
                  <a:lnTo>
                    <a:pt x="573642" y="172134"/>
                  </a:lnTo>
                  <a:lnTo>
                    <a:pt x="573003" y="165608"/>
                  </a:lnTo>
                  <a:lnTo>
                    <a:pt x="572868" y="159587"/>
                  </a:lnTo>
                  <a:lnTo>
                    <a:pt x="572498" y="156828"/>
                  </a:lnTo>
                  <a:lnTo>
                    <a:pt x="570849" y="154070"/>
                  </a:lnTo>
                  <a:lnTo>
                    <a:pt x="568661" y="150941"/>
                  </a:lnTo>
                  <a:lnTo>
                    <a:pt x="565195" y="148755"/>
                  </a:lnTo>
                  <a:cubicBezTo>
                    <a:pt x="565195" y="148755"/>
                    <a:pt x="562099" y="148116"/>
                    <a:pt x="561359" y="148116"/>
                  </a:cubicBezTo>
                  <a:cubicBezTo>
                    <a:pt x="560652" y="148116"/>
                    <a:pt x="558229" y="148116"/>
                    <a:pt x="558229" y="148116"/>
                  </a:cubicBezTo>
                  <a:cubicBezTo>
                    <a:pt x="558229" y="148116"/>
                    <a:pt x="556411" y="149259"/>
                    <a:pt x="556277" y="150134"/>
                  </a:cubicBezTo>
                  <a:cubicBezTo>
                    <a:pt x="556142" y="151009"/>
                    <a:pt x="554829" y="153229"/>
                    <a:pt x="554762" y="153599"/>
                  </a:cubicBezTo>
                  <a:cubicBezTo>
                    <a:pt x="554695" y="153969"/>
                    <a:pt x="554190" y="156795"/>
                    <a:pt x="554325" y="157064"/>
                  </a:cubicBezTo>
                  <a:cubicBezTo>
                    <a:pt x="554459" y="157367"/>
                    <a:pt x="553517" y="161773"/>
                    <a:pt x="553517" y="161773"/>
                  </a:cubicBezTo>
                  <a:cubicBezTo>
                    <a:pt x="553517" y="161773"/>
                    <a:pt x="551498" y="164532"/>
                    <a:pt x="551262" y="164599"/>
                  </a:cubicBezTo>
                  <a:cubicBezTo>
                    <a:pt x="551060" y="164666"/>
                    <a:pt x="547493" y="166988"/>
                    <a:pt x="547493" y="166988"/>
                  </a:cubicBezTo>
                  <a:lnTo>
                    <a:pt x="544901" y="167290"/>
                  </a:lnTo>
                  <a:cubicBezTo>
                    <a:pt x="544901" y="167290"/>
                    <a:pt x="540560" y="166281"/>
                    <a:pt x="540257" y="166550"/>
                  </a:cubicBezTo>
                  <a:cubicBezTo>
                    <a:pt x="539988" y="166853"/>
                    <a:pt x="538171" y="167795"/>
                    <a:pt x="538002" y="168501"/>
                  </a:cubicBezTo>
                  <a:cubicBezTo>
                    <a:pt x="537867" y="169208"/>
                    <a:pt x="538069" y="171697"/>
                    <a:pt x="538204" y="172134"/>
                  </a:cubicBezTo>
                  <a:cubicBezTo>
                    <a:pt x="538339" y="172572"/>
                    <a:pt x="540594" y="175599"/>
                    <a:pt x="540728" y="175835"/>
                  </a:cubicBezTo>
                  <a:cubicBezTo>
                    <a:pt x="540863" y="176037"/>
                    <a:pt x="541233" y="177920"/>
                    <a:pt x="541805" y="178728"/>
                  </a:cubicBezTo>
                  <a:cubicBezTo>
                    <a:pt x="542377" y="179535"/>
                    <a:pt x="543185" y="180746"/>
                    <a:pt x="543118" y="181318"/>
                  </a:cubicBezTo>
                  <a:cubicBezTo>
                    <a:pt x="543050" y="181890"/>
                    <a:pt x="543824" y="184783"/>
                    <a:pt x="543690" y="185018"/>
                  </a:cubicBezTo>
                  <a:cubicBezTo>
                    <a:pt x="543555" y="185254"/>
                    <a:pt x="540122" y="192856"/>
                    <a:pt x="540122" y="192856"/>
                  </a:cubicBezTo>
                  <a:lnTo>
                    <a:pt x="535243" y="199484"/>
                  </a:lnTo>
                  <a:lnTo>
                    <a:pt x="529690" y="198071"/>
                  </a:lnTo>
                  <a:cubicBezTo>
                    <a:pt x="529690" y="198071"/>
                    <a:pt x="528175" y="199921"/>
                    <a:pt x="527838" y="200022"/>
                  </a:cubicBezTo>
                  <a:cubicBezTo>
                    <a:pt x="527502" y="200123"/>
                    <a:pt x="525988" y="201098"/>
                    <a:pt x="525651" y="201233"/>
                  </a:cubicBezTo>
                  <a:cubicBezTo>
                    <a:pt x="525348" y="201334"/>
                    <a:pt x="524339" y="202107"/>
                    <a:pt x="523362" y="201334"/>
                  </a:cubicBezTo>
                  <a:cubicBezTo>
                    <a:pt x="522386" y="200560"/>
                    <a:pt x="519559" y="197633"/>
                    <a:pt x="519559" y="197633"/>
                  </a:cubicBezTo>
                  <a:cubicBezTo>
                    <a:pt x="519559" y="197633"/>
                    <a:pt x="519357" y="196658"/>
                    <a:pt x="519795" y="195581"/>
                  </a:cubicBezTo>
                  <a:cubicBezTo>
                    <a:pt x="520232" y="194505"/>
                    <a:pt x="520670" y="193092"/>
                    <a:pt x="520771" y="190905"/>
                  </a:cubicBezTo>
                  <a:cubicBezTo>
                    <a:pt x="520872" y="188719"/>
                    <a:pt x="520569" y="187340"/>
                    <a:pt x="520569" y="187340"/>
                  </a:cubicBezTo>
                  <a:cubicBezTo>
                    <a:pt x="520569" y="187340"/>
                    <a:pt x="518516" y="186566"/>
                    <a:pt x="518180" y="186700"/>
                  </a:cubicBezTo>
                  <a:cubicBezTo>
                    <a:pt x="517843" y="186801"/>
                    <a:pt x="515554" y="186936"/>
                    <a:pt x="515252" y="187474"/>
                  </a:cubicBezTo>
                  <a:cubicBezTo>
                    <a:pt x="514915" y="188012"/>
                    <a:pt x="514814" y="189324"/>
                    <a:pt x="513603" y="189762"/>
                  </a:cubicBezTo>
                  <a:cubicBezTo>
                    <a:pt x="512391" y="190199"/>
                    <a:pt x="509800" y="191612"/>
                    <a:pt x="509362" y="190199"/>
                  </a:cubicBezTo>
                  <a:cubicBezTo>
                    <a:pt x="508924" y="188786"/>
                    <a:pt x="508386" y="187373"/>
                    <a:pt x="508285" y="187037"/>
                  </a:cubicBezTo>
                  <a:cubicBezTo>
                    <a:pt x="508184" y="186700"/>
                    <a:pt x="504146" y="182159"/>
                    <a:pt x="503843" y="181184"/>
                  </a:cubicBezTo>
                  <a:cubicBezTo>
                    <a:pt x="503506" y="180208"/>
                    <a:pt x="503304" y="178997"/>
                    <a:pt x="502867" y="178156"/>
                  </a:cubicBezTo>
                  <a:cubicBezTo>
                    <a:pt x="502429" y="177281"/>
                    <a:pt x="501453" y="175532"/>
                    <a:pt x="500141" y="174792"/>
                  </a:cubicBezTo>
                  <a:cubicBezTo>
                    <a:pt x="498828" y="174018"/>
                    <a:pt x="495362" y="171193"/>
                    <a:pt x="495362" y="171193"/>
                  </a:cubicBezTo>
                  <a:cubicBezTo>
                    <a:pt x="495362" y="171193"/>
                    <a:pt x="493073" y="168367"/>
                    <a:pt x="492535" y="167829"/>
                  </a:cubicBezTo>
                  <a:cubicBezTo>
                    <a:pt x="491996" y="167290"/>
                    <a:pt x="492905" y="165036"/>
                    <a:pt x="492905" y="165036"/>
                  </a:cubicBezTo>
                  <a:lnTo>
                    <a:pt x="492165" y="163725"/>
                  </a:lnTo>
                  <a:lnTo>
                    <a:pt x="490583" y="162278"/>
                  </a:lnTo>
                  <a:lnTo>
                    <a:pt x="489573" y="161269"/>
                  </a:lnTo>
                  <a:lnTo>
                    <a:pt x="488126" y="159183"/>
                  </a:lnTo>
                  <a:lnTo>
                    <a:pt x="487857" y="158039"/>
                  </a:lnTo>
                  <a:lnTo>
                    <a:pt x="488093" y="156727"/>
                  </a:lnTo>
                  <a:cubicBezTo>
                    <a:pt x="488093" y="156727"/>
                    <a:pt x="488160" y="155786"/>
                    <a:pt x="488900" y="155651"/>
                  </a:cubicBezTo>
                  <a:cubicBezTo>
                    <a:pt x="489607" y="155516"/>
                    <a:pt x="490347" y="155348"/>
                    <a:pt x="490347" y="155348"/>
                  </a:cubicBezTo>
                  <a:lnTo>
                    <a:pt x="491592" y="154844"/>
                  </a:lnTo>
                  <a:cubicBezTo>
                    <a:pt x="491592" y="154844"/>
                    <a:pt x="491391" y="154541"/>
                    <a:pt x="492232" y="154541"/>
                  </a:cubicBezTo>
                  <a:cubicBezTo>
                    <a:pt x="493107" y="154541"/>
                    <a:pt x="494184" y="154339"/>
                    <a:pt x="494184" y="154339"/>
                  </a:cubicBezTo>
                  <a:lnTo>
                    <a:pt x="494689" y="153195"/>
                  </a:lnTo>
                  <a:cubicBezTo>
                    <a:pt x="494689" y="153195"/>
                    <a:pt x="494891" y="152186"/>
                    <a:pt x="494991" y="151883"/>
                  </a:cubicBezTo>
                  <a:cubicBezTo>
                    <a:pt x="495059" y="151581"/>
                    <a:pt x="495429" y="150874"/>
                    <a:pt x="495866" y="151244"/>
                  </a:cubicBezTo>
                  <a:cubicBezTo>
                    <a:pt x="496304" y="151614"/>
                    <a:pt x="497011" y="152388"/>
                    <a:pt x="497751" y="152556"/>
                  </a:cubicBezTo>
                  <a:cubicBezTo>
                    <a:pt x="498492" y="152691"/>
                    <a:pt x="499872" y="152422"/>
                    <a:pt x="500141" y="152489"/>
                  </a:cubicBezTo>
                  <a:cubicBezTo>
                    <a:pt x="500443" y="152556"/>
                    <a:pt x="501453" y="149293"/>
                    <a:pt x="501453" y="149293"/>
                  </a:cubicBezTo>
                  <a:lnTo>
                    <a:pt x="498559" y="147544"/>
                  </a:lnTo>
                  <a:lnTo>
                    <a:pt x="494285" y="146467"/>
                  </a:lnTo>
                  <a:lnTo>
                    <a:pt x="490448" y="146467"/>
                  </a:lnTo>
                  <a:cubicBezTo>
                    <a:pt x="490448" y="146467"/>
                    <a:pt x="487116" y="144651"/>
                    <a:pt x="486814" y="144584"/>
                  </a:cubicBezTo>
                  <a:cubicBezTo>
                    <a:pt x="486510" y="144516"/>
                    <a:pt x="483616" y="144012"/>
                    <a:pt x="482842" y="144079"/>
                  </a:cubicBezTo>
                  <a:cubicBezTo>
                    <a:pt x="482035" y="144146"/>
                    <a:pt x="480015" y="143844"/>
                    <a:pt x="479713" y="144079"/>
                  </a:cubicBezTo>
                  <a:cubicBezTo>
                    <a:pt x="479409" y="144315"/>
                    <a:pt x="477458" y="144651"/>
                    <a:pt x="476582" y="144651"/>
                  </a:cubicBezTo>
                  <a:cubicBezTo>
                    <a:pt x="475707" y="144651"/>
                    <a:pt x="472813" y="144348"/>
                    <a:pt x="472611" y="144348"/>
                  </a:cubicBezTo>
                  <a:cubicBezTo>
                    <a:pt x="472409" y="144348"/>
                    <a:pt x="470659" y="144651"/>
                    <a:pt x="470424" y="144853"/>
                  </a:cubicBezTo>
                  <a:cubicBezTo>
                    <a:pt x="470222" y="145055"/>
                    <a:pt x="469347" y="146097"/>
                    <a:pt x="469347" y="146367"/>
                  </a:cubicBezTo>
                  <a:cubicBezTo>
                    <a:pt x="469347" y="146669"/>
                    <a:pt x="468909" y="146804"/>
                    <a:pt x="468606" y="146804"/>
                  </a:cubicBezTo>
                  <a:cubicBezTo>
                    <a:pt x="468304" y="146804"/>
                    <a:pt x="465207" y="145862"/>
                    <a:pt x="465039" y="145425"/>
                  </a:cubicBezTo>
                  <a:cubicBezTo>
                    <a:pt x="464904" y="144987"/>
                    <a:pt x="465476" y="143877"/>
                    <a:pt x="464231" y="143944"/>
                  </a:cubicBezTo>
                  <a:cubicBezTo>
                    <a:pt x="462986" y="144045"/>
                    <a:pt x="461977" y="144617"/>
                    <a:pt x="461606" y="144819"/>
                  </a:cubicBezTo>
                  <a:cubicBezTo>
                    <a:pt x="461236" y="145021"/>
                    <a:pt x="460226" y="147510"/>
                    <a:pt x="460024" y="147712"/>
                  </a:cubicBezTo>
                  <a:cubicBezTo>
                    <a:pt x="459823" y="147914"/>
                    <a:pt x="458375" y="148519"/>
                    <a:pt x="458375" y="148519"/>
                  </a:cubicBezTo>
                  <a:cubicBezTo>
                    <a:pt x="458375" y="148519"/>
                    <a:pt x="457669" y="150706"/>
                    <a:pt x="457298" y="150841"/>
                  </a:cubicBezTo>
                  <a:cubicBezTo>
                    <a:pt x="456928" y="150975"/>
                    <a:pt x="455043" y="152590"/>
                    <a:pt x="454774" y="152657"/>
                  </a:cubicBezTo>
                  <a:cubicBezTo>
                    <a:pt x="454472" y="152724"/>
                    <a:pt x="452116" y="151648"/>
                    <a:pt x="451443" y="150403"/>
                  </a:cubicBezTo>
                  <a:cubicBezTo>
                    <a:pt x="450803" y="149159"/>
                    <a:pt x="450568" y="149327"/>
                    <a:pt x="450803" y="148149"/>
                  </a:cubicBezTo>
                  <a:cubicBezTo>
                    <a:pt x="451039" y="147006"/>
                    <a:pt x="451308" y="146838"/>
                    <a:pt x="451308" y="145963"/>
                  </a:cubicBezTo>
                  <a:cubicBezTo>
                    <a:pt x="451308" y="145088"/>
                    <a:pt x="451308" y="143776"/>
                    <a:pt x="451308" y="143776"/>
                  </a:cubicBezTo>
                  <a:cubicBezTo>
                    <a:pt x="451308" y="143776"/>
                    <a:pt x="451375" y="141522"/>
                    <a:pt x="451240" y="141321"/>
                  </a:cubicBezTo>
                  <a:cubicBezTo>
                    <a:pt x="451106" y="141119"/>
                    <a:pt x="449154" y="138495"/>
                    <a:pt x="449154" y="138495"/>
                  </a:cubicBezTo>
                  <a:lnTo>
                    <a:pt x="445957" y="131464"/>
                  </a:lnTo>
                  <a:cubicBezTo>
                    <a:pt x="445957" y="131464"/>
                    <a:pt x="445385" y="128874"/>
                    <a:pt x="445452" y="128638"/>
                  </a:cubicBezTo>
                  <a:cubicBezTo>
                    <a:pt x="445519" y="128437"/>
                    <a:pt x="446024" y="125005"/>
                    <a:pt x="446394" y="124501"/>
                  </a:cubicBezTo>
                  <a:cubicBezTo>
                    <a:pt x="446765" y="123996"/>
                    <a:pt x="447471" y="123189"/>
                    <a:pt x="447774" y="122920"/>
                  </a:cubicBezTo>
                  <a:cubicBezTo>
                    <a:pt x="448077" y="122617"/>
                    <a:pt x="449794" y="120397"/>
                    <a:pt x="450029" y="120296"/>
                  </a:cubicBezTo>
                  <a:cubicBezTo>
                    <a:pt x="450231" y="120229"/>
                    <a:pt x="453226" y="118210"/>
                    <a:pt x="453226" y="118210"/>
                  </a:cubicBezTo>
                  <a:cubicBezTo>
                    <a:pt x="453226" y="118210"/>
                    <a:pt x="454673" y="115956"/>
                    <a:pt x="454673" y="115754"/>
                  </a:cubicBezTo>
                  <a:cubicBezTo>
                    <a:pt x="454673" y="115553"/>
                    <a:pt x="453058" y="113803"/>
                    <a:pt x="452419" y="113299"/>
                  </a:cubicBezTo>
                  <a:cubicBezTo>
                    <a:pt x="451745" y="112794"/>
                    <a:pt x="449020" y="110910"/>
                    <a:pt x="448649" y="110843"/>
                  </a:cubicBezTo>
                  <a:cubicBezTo>
                    <a:pt x="448279" y="110776"/>
                    <a:pt x="445957" y="108724"/>
                    <a:pt x="445688" y="108589"/>
                  </a:cubicBezTo>
                  <a:cubicBezTo>
                    <a:pt x="445418" y="108455"/>
                    <a:pt x="442423" y="105898"/>
                    <a:pt x="442423" y="105898"/>
                  </a:cubicBezTo>
                  <a:lnTo>
                    <a:pt x="439461" y="100247"/>
                  </a:lnTo>
                  <a:lnTo>
                    <a:pt x="440404" y="97051"/>
                  </a:lnTo>
                  <a:cubicBezTo>
                    <a:pt x="440404" y="97051"/>
                    <a:pt x="438822" y="93283"/>
                    <a:pt x="438216" y="93283"/>
                  </a:cubicBezTo>
                  <a:cubicBezTo>
                    <a:pt x="437644" y="93283"/>
                    <a:pt x="435457" y="91837"/>
                    <a:pt x="435087" y="91837"/>
                  </a:cubicBezTo>
                  <a:cubicBezTo>
                    <a:pt x="434716" y="91837"/>
                    <a:pt x="432697" y="92341"/>
                    <a:pt x="432697" y="92341"/>
                  </a:cubicBezTo>
                  <a:cubicBezTo>
                    <a:pt x="432697" y="92341"/>
                    <a:pt x="430442" y="94427"/>
                    <a:pt x="430375" y="94662"/>
                  </a:cubicBezTo>
                  <a:cubicBezTo>
                    <a:pt x="430307" y="94898"/>
                    <a:pt x="428120" y="95604"/>
                    <a:pt x="428120" y="95604"/>
                  </a:cubicBezTo>
                  <a:cubicBezTo>
                    <a:pt x="428120" y="95604"/>
                    <a:pt x="427380" y="95604"/>
                    <a:pt x="427043" y="95537"/>
                  </a:cubicBezTo>
                  <a:cubicBezTo>
                    <a:pt x="426673" y="95470"/>
                    <a:pt x="421826" y="93519"/>
                    <a:pt x="421826" y="93519"/>
                  </a:cubicBezTo>
                  <a:cubicBezTo>
                    <a:pt x="421826" y="93519"/>
                    <a:pt x="421019" y="93384"/>
                    <a:pt x="419740" y="93149"/>
                  </a:cubicBezTo>
                  <a:cubicBezTo>
                    <a:pt x="418427" y="92947"/>
                    <a:pt x="417283" y="92408"/>
                    <a:pt x="417048" y="92274"/>
                  </a:cubicBezTo>
                  <a:cubicBezTo>
                    <a:pt x="416846" y="92139"/>
                    <a:pt x="416475" y="91265"/>
                    <a:pt x="416173" y="90895"/>
                  </a:cubicBezTo>
                  <a:cubicBezTo>
                    <a:pt x="415869" y="90525"/>
                    <a:pt x="414860" y="89516"/>
                    <a:pt x="414557" y="89280"/>
                  </a:cubicBezTo>
                  <a:cubicBezTo>
                    <a:pt x="414288" y="89078"/>
                    <a:pt x="413043" y="87867"/>
                    <a:pt x="412740" y="87800"/>
                  </a:cubicBezTo>
                  <a:cubicBezTo>
                    <a:pt x="412470" y="87733"/>
                    <a:pt x="411091" y="87262"/>
                    <a:pt x="410788" y="87262"/>
                  </a:cubicBezTo>
                  <a:cubicBezTo>
                    <a:pt x="410519" y="87262"/>
                    <a:pt x="408701" y="87262"/>
                    <a:pt x="408701" y="87262"/>
                  </a:cubicBezTo>
                  <a:cubicBezTo>
                    <a:pt x="408701" y="87262"/>
                    <a:pt x="405807" y="87262"/>
                    <a:pt x="404999" y="87262"/>
                  </a:cubicBezTo>
                  <a:cubicBezTo>
                    <a:pt x="404191" y="87262"/>
                    <a:pt x="401735" y="87262"/>
                    <a:pt x="401735" y="87262"/>
                  </a:cubicBezTo>
                  <a:lnTo>
                    <a:pt x="399480" y="90020"/>
                  </a:lnTo>
                  <a:lnTo>
                    <a:pt x="392076" y="94225"/>
                  </a:lnTo>
                  <a:lnTo>
                    <a:pt x="385984" y="98060"/>
                  </a:lnTo>
                  <a:cubicBezTo>
                    <a:pt x="385984" y="98060"/>
                    <a:pt x="382350" y="101323"/>
                    <a:pt x="382148" y="101323"/>
                  </a:cubicBezTo>
                  <a:cubicBezTo>
                    <a:pt x="381946" y="101323"/>
                    <a:pt x="378883" y="103207"/>
                    <a:pt x="378614" y="103207"/>
                  </a:cubicBezTo>
                  <a:cubicBezTo>
                    <a:pt x="378345" y="103207"/>
                    <a:pt x="374407" y="104452"/>
                    <a:pt x="374407" y="104452"/>
                  </a:cubicBezTo>
                  <a:cubicBezTo>
                    <a:pt x="374407" y="104452"/>
                    <a:pt x="370200" y="104384"/>
                    <a:pt x="369628" y="104452"/>
                  </a:cubicBezTo>
                  <a:cubicBezTo>
                    <a:pt x="369056" y="104519"/>
                    <a:pt x="365287" y="103812"/>
                    <a:pt x="364984" y="103812"/>
                  </a:cubicBezTo>
                  <a:cubicBezTo>
                    <a:pt x="364715" y="103812"/>
                    <a:pt x="358388" y="102803"/>
                    <a:pt x="358388" y="102803"/>
                  </a:cubicBezTo>
                  <a:lnTo>
                    <a:pt x="348325" y="100280"/>
                  </a:lnTo>
                  <a:lnTo>
                    <a:pt x="341089" y="95436"/>
                  </a:lnTo>
                  <a:lnTo>
                    <a:pt x="336310" y="91298"/>
                  </a:lnTo>
                  <a:cubicBezTo>
                    <a:pt x="336310" y="91298"/>
                    <a:pt x="333416" y="88170"/>
                    <a:pt x="333113" y="87968"/>
                  </a:cubicBezTo>
                  <a:cubicBezTo>
                    <a:pt x="332810" y="87733"/>
                    <a:pt x="330488" y="85142"/>
                    <a:pt x="330589" y="84940"/>
                  </a:cubicBezTo>
                  <a:cubicBezTo>
                    <a:pt x="330656" y="84739"/>
                    <a:pt x="330219" y="79289"/>
                    <a:pt x="330219" y="79289"/>
                  </a:cubicBezTo>
                  <a:lnTo>
                    <a:pt x="329714" y="75084"/>
                  </a:lnTo>
                  <a:lnTo>
                    <a:pt x="330791" y="69803"/>
                  </a:lnTo>
                  <a:lnTo>
                    <a:pt x="331868" y="67852"/>
                  </a:lnTo>
                  <a:lnTo>
                    <a:pt x="331733" y="65934"/>
                  </a:lnTo>
                  <a:cubicBezTo>
                    <a:pt x="331733" y="65934"/>
                    <a:pt x="330219" y="64723"/>
                    <a:pt x="329714" y="64723"/>
                  </a:cubicBezTo>
                  <a:cubicBezTo>
                    <a:pt x="329209" y="64723"/>
                    <a:pt x="326954" y="64723"/>
                    <a:pt x="326954" y="64723"/>
                  </a:cubicBezTo>
                  <a:cubicBezTo>
                    <a:pt x="326954" y="64723"/>
                    <a:pt x="325642" y="65093"/>
                    <a:pt x="324363" y="65228"/>
                  </a:cubicBezTo>
                  <a:cubicBezTo>
                    <a:pt x="323050" y="65362"/>
                    <a:pt x="321166" y="65968"/>
                    <a:pt x="320459" y="66304"/>
                  </a:cubicBezTo>
                  <a:cubicBezTo>
                    <a:pt x="319752" y="66674"/>
                    <a:pt x="317767" y="67616"/>
                    <a:pt x="317430" y="67885"/>
                  </a:cubicBezTo>
                  <a:cubicBezTo>
                    <a:pt x="317060" y="68188"/>
                    <a:pt x="315108" y="68760"/>
                    <a:pt x="314738" y="69264"/>
                  </a:cubicBezTo>
                  <a:cubicBezTo>
                    <a:pt x="314368" y="69769"/>
                    <a:pt x="311709" y="72965"/>
                    <a:pt x="311608" y="73234"/>
                  </a:cubicBezTo>
                  <a:cubicBezTo>
                    <a:pt x="311540" y="73537"/>
                    <a:pt x="309656" y="76934"/>
                    <a:pt x="309656" y="76934"/>
                  </a:cubicBezTo>
                  <a:lnTo>
                    <a:pt x="306324" y="79121"/>
                  </a:lnTo>
                  <a:lnTo>
                    <a:pt x="302622" y="82586"/>
                  </a:lnTo>
                  <a:cubicBezTo>
                    <a:pt x="302622" y="82586"/>
                    <a:pt x="300031" y="83662"/>
                    <a:pt x="299661" y="83662"/>
                  </a:cubicBezTo>
                  <a:cubicBezTo>
                    <a:pt x="299290" y="83662"/>
                    <a:pt x="294747" y="85546"/>
                    <a:pt x="294747" y="85546"/>
                  </a:cubicBezTo>
                  <a:lnTo>
                    <a:pt x="291348" y="85849"/>
                  </a:lnTo>
                  <a:cubicBezTo>
                    <a:pt x="291348" y="85849"/>
                    <a:pt x="288655" y="86488"/>
                    <a:pt x="288453" y="86555"/>
                  </a:cubicBezTo>
                  <a:cubicBezTo>
                    <a:pt x="288252" y="86622"/>
                    <a:pt x="285829" y="87363"/>
                    <a:pt x="285054" y="87564"/>
                  </a:cubicBezTo>
                  <a:cubicBezTo>
                    <a:pt x="284246" y="87766"/>
                    <a:pt x="281655" y="87699"/>
                    <a:pt x="281655" y="87699"/>
                  </a:cubicBezTo>
                  <a:cubicBezTo>
                    <a:pt x="281655" y="87699"/>
                    <a:pt x="280073" y="86118"/>
                    <a:pt x="279939" y="85882"/>
                  </a:cubicBezTo>
                  <a:cubicBezTo>
                    <a:pt x="279804" y="85681"/>
                    <a:pt x="278626" y="83797"/>
                    <a:pt x="278256" y="82855"/>
                  </a:cubicBezTo>
                  <a:cubicBezTo>
                    <a:pt x="277886" y="81913"/>
                    <a:pt x="277246" y="81341"/>
                    <a:pt x="276944" y="80096"/>
                  </a:cubicBezTo>
                  <a:cubicBezTo>
                    <a:pt x="276641" y="78852"/>
                    <a:pt x="276506" y="76766"/>
                    <a:pt x="276506" y="76766"/>
                  </a:cubicBezTo>
                  <a:cubicBezTo>
                    <a:pt x="276506" y="76766"/>
                    <a:pt x="275496" y="75252"/>
                    <a:pt x="275194" y="75252"/>
                  </a:cubicBezTo>
                  <a:cubicBezTo>
                    <a:pt x="274891" y="75252"/>
                    <a:pt x="271996" y="74109"/>
                    <a:pt x="271727" y="74109"/>
                  </a:cubicBezTo>
                  <a:cubicBezTo>
                    <a:pt x="271424" y="74109"/>
                    <a:pt x="269035" y="72023"/>
                    <a:pt x="268833" y="71855"/>
                  </a:cubicBezTo>
                  <a:cubicBezTo>
                    <a:pt x="268631" y="71720"/>
                    <a:pt x="265804" y="69971"/>
                    <a:pt x="265804" y="69971"/>
                  </a:cubicBezTo>
                  <a:cubicBezTo>
                    <a:pt x="265804" y="69971"/>
                    <a:pt x="264861" y="69466"/>
                    <a:pt x="264559" y="69399"/>
                  </a:cubicBezTo>
                  <a:cubicBezTo>
                    <a:pt x="264256" y="69332"/>
                    <a:pt x="263246" y="69096"/>
                    <a:pt x="262977" y="69332"/>
                  </a:cubicBezTo>
                  <a:cubicBezTo>
                    <a:pt x="262674" y="69534"/>
                    <a:pt x="261664" y="69971"/>
                    <a:pt x="261395" y="70576"/>
                  </a:cubicBezTo>
                  <a:cubicBezTo>
                    <a:pt x="261092" y="71148"/>
                    <a:pt x="260453" y="72090"/>
                    <a:pt x="260385" y="73099"/>
                  </a:cubicBezTo>
                  <a:cubicBezTo>
                    <a:pt x="260318" y="74109"/>
                    <a:pt x="260688" y="75353"/>
                    <a:pt x="260823" y="76060"/>
                  </a:cubicBezTo>
                  <a:cubicBezTo>
                    <a:pt x="260958" y="76800"/>
                    <a:pt x="261765" y="79087"/>
                    <a:pt x="261765" y="79087"/>
                  </a:cubicBezTo>
                  <a:lnTo>
                    <a:pt x="261563" y="82922"/>
                  </a:lnTo>
                  <a:lnTo>
                    <a:pt x="259309" y="83662"/>
                  </a:lnTo>
                  <a:lnTo>
                    <a:pt x="257054" y="83898"/>
                  </a:lnTo>
                  <a:cubicBezTo>
                    <a:pt x="257054" y="83898"/>
                    <a:pt x="254294" y="83662"/>
                    <a:pt x="253352" y="83595"/>
                  </a:cubicBezTo>
                  <a:cubicBezTo>
                    <a:pt x="252409" y="83528"/>
                    <a:pt x="249212" y="82956"/>
                    <a:pt x="249010" y="82956"/>
                  </a:cubicBezTo>
                  <a:cubicBezTo>
                    <a:pt x="248809" y="82956"/>
                    <a:pt x="246688" y="82451"/>
                    <a:pt x="245544" y="83259"/>
                  </a:cubicBezTo>
                  <a:cubicBezTo>
                    <a:pt x="244400" y="84066"/>
                    <a:pt x="242145" y="85950"/>
                    <a:pt x="241135" y="86791"/>
                  </a:cubicBezTo>
                  <a:cubicBezTo>
                    <a:pt x="240125" y="87665"/>
                    <a:pt x="238174" y="89314"/>
                    <a:pt x="238005" y="89549"/>
                  </a:cubicBezTo>
                  <a:cubicBezTo>
                    <a:pt x="237871" y="89785"/>
                    <a:pt x="236928" y="90188"/>
                    <a:pt x="236322" y="90491"/>
                  </a:cubicBezTo>
                  <a:cubicBezTo>
                    <a:pt x="235751" y="90794"/>
                    <a:pt x="236322" y="91668"/>
                    <a:pt x="234303" y="90928"/>
                  </a:cubicBezTo>
                  <a:cubicBezTo>
                    <a:pt x="232284" y="90188"/>
                    <a:pt x="231981" y="90289"/>
                    <a:pt x="229962" y="88977"/>
                  </a:cubicBezTo>
                  <a:cubicBezTo>
                    <a:pt x="227942" y="87665"/>
                    <a:pt x="226260" y="86387"/>
                    <a:pt x="225822" y="86017"/>
                  </a:cubicBezTo>
                  <a:cubicBezTo>
                    <a:pt x="225385" y="85647"/>
                    <a:pt x="223635" y="84268"/>
                    <a:pt x="222356" y="83326"/>
                  </a:cubicBezTo>
                  <a:cubicBezTo>
                    <a:pt x="221043" y="82384"/>
                    <a:pt x="219024" y="79928"/>
                    <a:pt x="218788" y="79760"/>
                  </a:cubicBezTo>
                  <a:cubicBezTo>
                    <a:pt x="218586" y="79625"/>
                    <a:pt x="211620" y="79625"/>
                    <a:pt x="211620" y="79625"/>
                  </a:cubicBezTo>
                  <a:cubicBezTo>
                    <a:pt x="211620" y="79625"/>
                    <a:pt x="207918" y="76497"/>
                    <a:pt x="207649" y="76060"/>
                  </a:cubicBezTo>
                  <a:cubicBezTo>
                    <a:pt x="207380" y="75622"/>
                    <a:pt x="207211" y="74916"/>
                    <a:pt x="207077" y="74613"/>
                  </a:cubicBezTo>
                  <a:cubicBezTo>
                    <a:pt x="206942" y="74310"/>
                    <a:pt x="203240" y="71922"/>
                    <a:pt x="203038" y="71922"/>
                  </a:cubicBezTo>
                  <a:cubicBezTo>
                    <a:pt x="202803" y="71922"/>
                    <a:pt x="200076" y="70913"/>
                    <a:pt x="200076" y="70913"/>
                  </a:cubicBezTo>
                  <a:cubicBezTo>
                    <a:pt x="200076" y="70913"/>
                    <a:pt x="198562" y="69971"/>
                    <a:pt x="198562" y="69769"/>
                  </a:cubicBezTo>
                  <a:cubicBezTo>
                    <a:pt x="198562" y="69534"/>
                    <a:pt x="198495" y="67751"/>
                    <a:pt x="197485" y="66809"/>
                  </a:cubicBezTo>
                  <a:cubicBezTo>
                    <a:pt x="196475" y="65867"/>
                    <a:pt x="195971" y="64622"/>
                    <a:pt x="194658" y="63983"/>
                  </a:cubicBezTo>
                  <a:cubicBezTo>
                    <a:pt x="193345" y="63344"/>
                    <a:pt x="192336" y="62738"/>
                    <a:pt x="192134" y="62469"/>
                  </a:cubicBezTo>
                  <a:cubicBezTo>
                    <a:pt x="191898" y="62166"/>
                    <a:pt x="189240" y="60148"/>
                    <a:pt x="188937" y="59845"/>
                  </a:cubicBezTo>
                  <a:cubicBezTo>
                    <a:pt x="188634" y="59543"/>
                    <a:pt x="187624" y="58533"/>
                    <a:pt x="187624" y="57827"/>
                  </a:cubicBezTo>
                  <a:cubicBezTo>
                    <a:pt x="187624" y="57121"/>
                    <a:pt x="187557" y="55068"/>
                    <a:pt x="188197" y="54564"/>
                  </a:cubicBezTo>
                  <a:cubicBezTo>
                    <a:pt x="188836" y="54059"/>
                    <a:pt x="189273" y="48475"/>
                    <a:pt x="189273" y="48475"/>
                  </a:cubicBezTo>
                  <a:cubicBezTo>
                    <a:pt x="189273" y="48475"/>
                    <a:pt x="188768" y="45380"/>
                    <a:pt x="188567" y="45212"/>
                  </a:cubicBezTo>
                  <a:cubicBezTo>
                    <a:pt x="188365" y="45078"/>
                    <a:pt x="186244" y="44338"/>
                    <a:pt x="186244" y="44338"/>
                  </a:cubicBezTo>
                  <a:cubicBezTo>
                    <a:pt x="186244" y="44338"/>
                    <a:pt x="183283" y="41747"/>
                    <a:pt x="183047" y="41512"/>
                  </a:cubicBezTo>
                  <a:cubicBezTo>
                    <a:pt x="182845" y="41310"/>
                    <a:pt x="181903" y="39359"/>
                    <a:pt x="181903" y="39123"/>
                  </a:cubicBezTo>
                  <a:cubicBezTo>
                    <a:pt x="181903" y="38888"/>
                    <a:pt x="181600" y="37744"/>
                    <a:pt x="181903" y="37441"/>
                  </a:cubicBezTo>
                  <a:cubicBezTo>
                    <a:pt x="182206" y="37139"/>
                    <a:pt x="184158" y="34986"/>
                    <a:pt x="184494" y="34414"/>
                  </a:cubicBezTo>
                  <a:cubicBezTo>
                    <a:pt x="184865" y="33842"/>
                    <a:pt x="186143" y="33337"/>
                    <a:pt x="186514" y="32900"/>
                  </a:cubicBezTo>
                  <a:cubicBezTo>
                    <a:pt x="186884" y="32463"/>
                    <a:pt x="187389" y="31588"/>
                    <a:pt x="187389" y="31319"/>
                  </a:cubicBezTo>
                  <a:cubicBezTo>
                    <a:pt x="187389" y="31016"/>
                    <a:pt x="187389" y="29502"/>
                    <a:pt x="187322" y="29233"/>
                  </a:cubicBezTo>
                  <a:cubicBezTo>
                    <a:pt x="187254" y="28931"/>
                    <a:pt x="186076" y="26710"/>
                    <a:pt x="185739" y="26542"/>
                  </a:cubicBezTo>
                  <a:cubicBezTo>
                    <a:pt x="185369" y="26408"/>
                    <a:pt x="184595" y="25735"/>
                    <a:pt x="184293" y="25600"/>
                  </a:cubicBezTo>
                  <a:cubicBezTo>
                    <a:pt x="183990" y="25466"/>
                    <a:pt x="182273" y="23144"/>
                    <a:pt x="182273" y="22842"/>
                  </a:cubicBezTo>
                  <a:cubicBezTo>
                    <a:pt x="182273" y="22539"/>
                    <a:pt x="181802" y="21328"/>
                    <a:pt x="181768" y="21025"/>
                  </a:cubicBezTo>
                  <a:cubicBezTo>
                    <a:pt x="181735" y="20722"/>
                    <a:pt x="180658" y="15744"/>
                    <a:pt x="180658" y="15744"/>
                  </a:cubicBezTo>
                  <a:lnTo>
                    <a:pt x="178908" y="13658"/>
                  </a:lnTo>
                  <a:cubicBezTo>
                    <a:pt x="178908" y="13658"/>
                    <a:pt x="177595" y="11909"/>
                    <a:pt x="177595" y="11707"/>
                  </a:cubicBezTo>
                  <a:cubicBezTo>
                    <a:pt x="177595" y="11472"/>
                    <a:pt x="178033" y="9588"/>
                    <a:pt x="178841" y="9184"/>
                  </a:cubicBezTo>
                  <a:cubicBezTo>
                    <a:pt x="179648" y="8747"/>
                    <a:pt x="181230" y="7805"/>
                    <a:pt x="181466" y="6998"/>
                  </a:cubicBezTo>
                  <a:cubicBezTo>
                    <a:pt x="181667" y="6190"/>
                    <a:pt x="181768" y="5316"/>
                    <a:pt x="181667" y="4912"/>
                  </a:cubicBezTo>
                  <a:cubicBezTo>
                    <a:pt x="181600" y="4475"/>
                    <a:pt x="181398" y="2153"/>
                    <a:pt x="180523" y="1851"/>
                  </a:cubicBezTo>
                  <a:cubicBezTo>
                    <a:pt x="179648" y="1548"/>
                    <a:pt x="179446" y="471"/>
                    <a:pt x="177629" y="404"/>
                  </a:cubicBezTo>
                  <a:cubicBezTo>
                    <a:pt x="175812" y="337"/>
                    <a:pt x="174297" y="-470"/>
                    <a:pt x="173490" y="404"/>
                  </a:cubicBezTo>
                  <a:cubicBezTo>
                    <a:pt x="172681" y="1279"/>
                    <a:pt x="170662" y="2153"/>
                    <a:pt x="170461" y="2490"/>
                  </a:cubicBezTo>
                  <a:cubicBezTo>
                    <a:pt x="170258" y="2860"/>
                    <a:pt x="169081" y="2490"/>
                    <a:pt x="168508" y="2793"/>
                  </a:cubicBezTo>
                  <a:cubicBezTo>
                    <a:pt x="167936" y="3095"/>
                    <a:pt x="167499" y="3095"/>
                    <a:pt x="166489" y="3533"/>
                  </a:cubicBezTo>
                  <a:cubicBezTo>
                    <a:pt x="165480" y="3970"/>
                    <a:pt x="164672" y="4172"/>
                    <a:pt x="163898" y="4542"/>
                  </a:cubicBezTo>
                  <a:cubicBezTo>
                    <a:pt x="163090" y="4912"/>
                    <a:pt x="161441" y="4979"/>
                    <a:pt x="160936" y="5046"/>
                  </a:cubicBezTo>
                  <a:cubicBezTo>
                    <a:pt x="160432" y="5114"/>
                    <a:pt x="159052" y="5181"/>
                    <a:pt x="159052" y="5181"/>
                  </a:cubicBezTo>
                  <a:cubicBezTo>
                    <a:pt x="159052" y="5181"/>
                    <a:pt x="157301" y="5383"/>
                    <a:pt x="157100" y="5753"/>
                  </a:cubicBezTo>
                  <a:cubicBezTo>
                    <a:pt x="156864" y="6123"/>
                    <a:pt x="155854" y="6325"/>
                    <a:pt x="155215" y="6829"/>
                  </a:cubicBezTo>
                  <a:cubicBezTo>
                    <a:pt x="154576" y="7334"/>
                    <a:pt x="154340" y="8074"/>
                    <a:pt x="153633" y="8646"/>
                  </a:cubicBezTo>
                  <a:cubicBezTo>
                    <a:pt x="152893" y="9218"/>
                    <a:pt x="151547" y="10092"/>
                    <a:pt x="151446" y="10328"/>
                  </a:cubicBezTo>
                  <a:cubicBezTo>
                    <a:pt x="151378" y="10563"/>
                    <a:pt x="150571" y="10765"/>
                    <a:pt x="150066" y="11135"/>
                  </a:cubicBezTo>
                  <a:cubicBezTo>
                    <a:pt x="149561" y="11505"/>
                    <a:pt x="148753" y="12447"/>
                    <a:pt x="148551" y="12582"/>
                  </a:cubicBezTo>
                  <a:cubicBezTo>
                    <a:pt x="148349" y="12716"/>
                    <a:pt x="146667" y="13456"/>
                    <a:pt x="146667" y="13456"/>
                  </a:cubicBezTo>
                  <a:lnTo>
                    <a:pt x="143840" y="12750"/>
                  </a:lnTo>
                  <a:cubicBezTo>
                    <a:pt x="143840" y="12750"/>
                    <a:pt x="142460" y="12111"/>
                    <a:pt x="142258" y="11303"/>
                  </a:cubicBezTo>
                  <a:cubicBezTo>
                    <a:pt x="142056" y="10496"/>
                    <a:pt x="141618" y="8478"/>
                    <a:pt x="141383" y="8478"/>
                  </a:cubicBezTo>
                  <a:cubicBezTo>
                    <a:pt x="141181" y="8478"/>
                    <a:pt x="138623" y="9924"/>
                    <a:pt x="138623" y="9924"/>
                  </a:cubicBezTo>
                  <a:cubicBezTo>
                    <a:pt x="138623" y="9924"/>
                    <a:pt x="136604" y="10799"/>
                    <a:pt x="136368" y="11068"/>
                  </a:cubicBezTo>
                  <a:cubicBezTo>
                    <a:pt x="136133" y="11371"/>
                    <a:pt x="134349" y="12144"/>
                    <a:pt x="134349" y="12144"/>
                  </a:cubicBezTo>
                  <a:lnTo>
                    <a:pt x="132835" y="13725"/>
                  </a:lnTo>
                  <a:cubicBezTo>
                    <a:pt x="132835" y="13725"/>
                    <a:pt x="132195" y="14466"/>
                    <a:pt x="131690" y="14667"/>
                  </a:cubicBezTo>
                  <a:cubicBezTo>
                    <a:pt x="131185" y="14869"/>
                    <a:pt x="130008" y="14802"/>
                    <a:pt x="129099" y="14869"/>
                  </a:cubicBezTo>
                  <a:cubicBezTo>
                    <a:pt x="128157" y="14936"/>
                    <a:pt x="126777" y="14936"/>
                    <a:pt x="126474" y="14936"/>
                  </a:cubicBezTo>
                  <a:cubicBezTo>
                    <a:pt x="126171" y="14936"/>
                    <a:pt x="120753" y="14365"/>
                    <a:pt x="120753" y="14365"/>
                  </a:cubicBezTo>
                  <a:lnTo>
                    <a:pt x="115334" y="14297"/>
                  </a:lnTo>
                  <a:lnTo>
                    <a:pt x="111565" y="14297"/>
                  </a:lnTo>
                  <a:lnTo>
                    <a:pt x="107829" y="14869"/>
                  </a:lnTo>
                  <a:lnTo>
                    <a:pt x="107223" y="17258"/>
                  </a:lnTo>
                  <a:lnTo>
                    <a:pt x="107223" y="20386"/>
                  </a:lnTo>
                  <a:cubicBezTo>
                    <a:pt x="107223" y="20386"/>
                    <a:pt x="107796" y="21328"/>
                    <a:pt x="107796" y="21631"/>
                  </a:cubicBezTo>
                  <a:cubicBezTo>
                    <a:pt x="107796" y="21934"/>
                    <a:pt x="107156" y="26206"/>
                    <a:pt x="107223" y="26475"/>
                  </a:cubicBezTo>
                  <a:cubicBezTo>
                    <a:pt x="107291" y="26778"/>
                    <a:pt x="107223" y="28561"/>
                    <a:pt x="107223" y="28561"/>
                  </a:cubicBezTo>
                  <a:cubicBezTo>
                    <a:pt x="107223" y="28561"/>
                    <a:pt x="107358" y="31084"/>
                    <a:pt x="107223" y="31184"/>
                  </a:cubicBezTo>
                  <a:cubicBezTo>
                    <a:pt x="107089" y="31252"/>
                    <a:pt x="105843" y="32564"/>
                    <a:pt x="105843" y="32564"/>
                  </a:cubicBezTo>
                  <a:lnTo>
                    <a:pt x="103589" y="33943"/>
                  </a:lnTo>
                  <a:lnTo>
                    <a:pt x="101502" y="34313"/>
                  </a:lnTo>
                  <a:lnTo>
                    <a:pt x="96791" y="35558"/>
                  </a:lnTo>
                  <a:lnTo>
                    <a:pt x="91742" y="35120"/>
                  </a:lnTo>
                  <a:lnTo>
                    <a:pt x="89218" y="35692"/>
                  </a:lnTo>
                  <a:lnTo>
                    <a:pt x="87267" y="36331"/>
                  </a:lnTo>
                  <a:lnTo>
                    <a:pt x="82622" y="37206"/>
                  </a:lnTo>
                  <a:lnTo>
                    <a:pt x="81478" y="39594"/>
                  </a:lnTo>
                  <a:cubicBezTo>
                    <a:pt x="81478" y="39594"/>
                    <a:pt x="80973" y="43227"/>
                    <a:pt x="81107" y="43497"/>
                  </a:cubicBezTo>
                  <a:cubicBezTo>
                    <a:pt x="81242" y="43799"/>
                    <a:pt x="83060" y="47130"/>
                    <a:pt x="83632" y="47634"/>
                  </a:cubicBezTo>
                  <a:cubicBezTo>
                    <a:pt x="84204" y="48139"/>
                    <a:pt x="85516" y="49720"/>
                    <a:pt x="85516" y="49720"/>
                  </a:cubicBezTo>
                  <a:cubicBezTo>
                    <a:pt x="85516" y="49720"/>
                    <a:pt x="87906" y="54497"/>
                    <a:pt x="88108" y="54732"/>
                  </a:cubicBezTo>
                  <a:cubicBezTo>
                    <a:pt x="88310" y="54934"/>
                    <a:pt x="88747" y="57995"/>
                    <a:pt x="88747" y="57995"/>
                  </a:cubicBezTo>
                  <a:cubicBezTo>
                    <a:pt x="88747" y="57995"/>
                    <a:pt x="89386" y="60518"/>
                    <a:pt x="89386" y="60821"/>
                  </a:cubicBezTo>
                  <a:cubicBezTo>
                    <a:pt x="89386" y="61124"/>
                    <a:pt x="90060" y="67852"/>
                    <a:pt x="90060" y="67852"/>
                  </a:cubicBezTo>
                  <a:lnTo>
                    <a:pt x="89791" y="70745"/>
                  </a:lnTo>
                  <a:lnTo>
                    <a:pt x="89791" y="74310"/>
                  </a:lnTo>
                  <a:lnTo>
                    <a:pt x="88545" y="75757"/>
                  </a:lnTo>
                  <a:lnTo>
                    <a:pt x="86862" y="77708"/>
                  </a:lnTo>
                  <a:lnTo>
                    <a:pt x="85348" y="81476"/>
                  </a:lnTo>
                  <a:lnTo>
                    <a:pt x="85045" y="83359"/>
                  </a:lnTo>
                  <a:lnTo>
                    <a:pt x="82588" y="84369"/>
                  </a:lnTo>
                  <a:cubicBezTo>
                    <a:pt x="82588" y="84369"/>
                    <a:pt x="80704" y="83999"/>
                    <a:pt x="80401" y="83662"/>
                  </a:cubicBezTo>
                  <a:cubicBezTo>
                    <a:pt x="80098" y="83292"/>
                    <a:pt x="78516" y="81577"/>
                    <a:pt x="78516" y="81274"/>
                  </a:cubicBezTo>
                  <a:cubicBezTo>
                    <a:pt x="78516" y="80971"/>
                    <a:pt x="78012" y="79525"/>
                    <a:pt x="77776" y="79154"/>
                  </a:cubicBezTo>
                  <a:cubicBezTo>
                    <a:pt x="77574" y="78784"/>
                    <a:pt x="76699" y="77641"/>
                    <a:pt x="76699" y="77641"/>
                  </a:cubicBezTo>
                  <a:cubicBezTo>
                    <a:pt x="76699" y="77641"/>
                    <a:pt x="76429" y="74748"/>
                    <a:pt x="76329" y="74445"/>
                  </a:cubicBezTo>
                  <a:cubicBezTo>
                    <a:pt x="76261" y="74142"/>
                    <a:pt x="75016" y="72359"/>
                    <a:pt x="75016" y="72359"/>
                  </a:cubicBezTo>
                  <a:lnTo>
                    <a:pt x="72997" y="71989"/>
                  </a:lnTo>
                  <a:lnTo>
                    <a:pt x="71852" y="72729"/>
                  </a:lnTo>
                  <a:cubicBezTo>
                    <a:pt x="71852" y="72729"/>
                    <a:pt x="71281" y="73974"/>
                    <a:pt x="71045" y="74109"/>
                  </a:cubicBezTo>
                  <a:cubicBezTo>
                    <a:pt x="70843" y="74243"/>
                    <a:pt x="68790" y="74109"/>
                    <a:pt x="68790" y="74109"/>
                  </a:cubicBezTo>
                  <a:cubicBezTo>
                    <a:pt x="68790" y="74109"/>
                    <a:pt x="67107" y="72157"/>
                    <a:pt x="66973" y="71855"/>
                  </a:cubicBezTo>
                  <a:cubicBezTo>
                    <a:pt x="66838" y="71552"/>
                    <a:pt x="65290" y="70274"/>
                    <a:pt x="65155" y="69836"/>
                  </a:cubicBezTo>
                  <a:cubicBezTo>
                    <a:pt x="65020" y="69399"/>
                    <a:pt x="64718" y="68154"/>
                    <a:pt x="64650" y="67381"/>
                  </a:cubicBezTo>
                  <a:cubicBezTo>
                    <a:pt x="64583" y="66573"/>
                    <a:pt x="63910" y="65228"/>
                    <a:pt x="63775" y="64925"/>
                  </a:cubicBezTo>
                  <a:cubicBezTo>
                    <a:pt x="63641" y="64622"/>
                    <a:pt x="62093" y="62671"/>
                    <a:pt x="62093" y="62671"/>
                  </a:cubicBezTo>
                  <a:cubicBezTo>
                    <a:pt x="62093" y="62671"/>
                    <a:pt x="61588" y="61527"/>
                    <a:pt x="61151" y="61157"/>
                  </a:cubicBezTo>
                  <a:cubicBezTo>
                    <a:pt x="60713" y="60787"/>
                    <a:pt x="59400" y="59711"/>
                    <a:pt x="59400" y="59711"/>
                  </a:cubicBezTo>
                  <a:lnTo>
                    <a:pt x="57650" y="59273"/>
                  </a:lnTo>
                  <a:cubicBezTo>
                    <a:pt x="57650" y="59273"/>
                    <a:pt x="56843" y="59206"/>
                    <a:pt x="56641" y="59273"/>
                  </a:cubicBezTo>
                  <a:cubicBezTo>
                    <a:pt x="56439" y="59341"/>
                    <a:pt x="54386" y="60922"/>
                    <a:pt x="54386" y="60922"/>
                  </a:cubicBezTo>
                  <a:cubicBezTo>
                    <a:pt x="54386" y="60922"/>
                    <a:pt x="53443" y="62066"/>
                    <a:pt x="53309" y="62604"/>
                  </a:cubicBezTo>
                  <a:cubicBezTo>
                    <a:pt x="53174" y="63108"/>
                    <a:pt x="51996" y="63983"/>
                    <a:pt x="51626" y="64858"/>
                  </a:cubicBezTo>
                  <a:cubicBezTo>
                    <a:pt x="51256" y="65732"/>
                    <a:pt x="50414" y="66540"/>
                    <a:pt x="50414" y="66741"/>
                  </a:cubicBezTo>
                  <a:cubicBezTo>
                    <a:pt x="50414" y="66943"/>
                    <a:pt x="48833" y="69769"/>
                    <a:pt x="48833" y="69769"/>
                  </a:cubicBezTo>
                  <a:cubicBezTo>
                    <a:pt x="48833" y="69769"/>
                    <a:pt x="46241" y="71653"/>
                    <a:pt x="46006" y="71787"/>
                  </a:cubicBezTo>
                  <a:cubicBezTo>
                    <a:pt x="45804" y="71922"/>
                    <a:pt x="43818" y="72157"/>
                    <a:pt x="43818" y="72157"/>
                  </a:cubicBezTo>
                  <a:cubicBezTo>
                    <a:pt x="43818" y="72157"/>
                    <a:pt x="40789" y="70072"/>
                    <a:pt x="40688" y="69836"/>
                  </a:cubicBezTo>
                  <a:cubicBezTo>
                    <a:pt x="40621" y="69601"/>
                    <a:pt x="41328" y="69197"/>
                    <a:pt x="40318" y="67953"/>
                  </a:cubicBezTo>
                  <a:cubicBezTo>
                    <a:pt x="39309" y="66708"/>
                    <a:pt x="37491" y="65631"/>
                    <a:pt x="37491" y="65631"/>
                  </a:cubicBezTo>
                  <a:cubicBezTo>
                    <a:pt x="37491" y="65631"/>
                    <a:pt x="36919" y="64824"/>
                    <a:pt x="36616" y="64555"/>
                  </a:cubicBezTo>
                  <a:cubicBezTo>
                    <a:pt x="36313" y="64252"/>
                    <a:pt x="35102" y="62671"/>
                    <a:pt x="35102" y="62671"/>
                  </a:cubicBezTo>
                  <a:cubicBezTo>
                    <a:pt x="35102" y="62671"/>
                    <a:pt x="32914" y="63310"/>
                    <a:pt x="32712" y="63748"/>
                  </a:cubicBezTo>
                  <a:cubicBezTo>
                    <a:pt x="32510" y="64185"/>
                    <a:pt x="30693" y="64185"/>
                    <a:pt x="30693" y="64185"/>
                  </a:cubicBezTo>
                  <a:cubicBezTo>
                    <a:pt x="30693" y="64185"/>
                    <a:pt x="29751" y="62166"/>
                    <a:pt x="29448" y="61796"/>
                  </a:cubicBezTo>
                  <a:cubicBezTo>
                    <a:pt x="29179" y="61426"/>
                    <a:pt x="28000" y="59980"/>
                    <a:pt x="27698" y="59543"/>
                  </a:cubicBezTo>
                  <a:cubicBezTo>
                    <a:pt x="27395" y="59105"/>
                    <a:pt x="25106" y="56280"/>
                    <a:pt x="25106" y="56280"/>
                  </a:cubicBezTo>
                  <a:lnTo>
                    <a:pt x="22717" y="54261"/>
                  </a:lnTo>
                  <a:lnTo>
                    <a:pt x="19385" y="52445"/>
                  </a:lnTo>
                  <a:lnTo>
                    <a:pt x="16794" y="51940"/>
                  </a:lnTo>
                  <a:cubicBezTo>
                    <a:pt x="16794" y="51940"/>
                    <a:pt x="14337" y="51503"/>
                    <a:pt x="14101" y="51503"/>
                  </a:cubicBezTo>
                  <a:cubicBezTo>
                    <a:pt x="13866" y="51503"/>
                    <a:pt x="11476" y="52142"/>
                    <a:pt x="11476" y="52142"/>
                  </a:cubicBezTo>
                  <a:cubicBezTo>
                    <a:pt x="11476" y="52142"/>
                    <a:pt x="10837" y="52007"/>
                    <a:pt x="10029" y="52276"/>
                  </a:cubicBezTo>
                  <a:cubicBezTo>
                    <a:pt x="9221" y="52579"/>
                    <a:pt x="5957" y="52916"/>
                    <a:pt x="5687" y="53017"/>
                  </a:cubicBezTo>
                  <a:cubicBezTo>
                    <a:pt x="5385" y="53084"/>
                    <a:pt x="2221" y="54093"/>
                    <a:pt x="2154" y="54396"/>
                  </a:cubicBezTo>
                  <a:cubicBezTo>
                    <a:pt x="2087" y="54698"/>
                    <a:pt x="1279" y="57221"/>
                    <a:pt x="1346" y="57659"/>
                  </a:cubicBezTo>
                  <a:cubicBezTo>
                    <a:pt x="1414" y="58096"/>
                    <a:pt x="6058" y="60350"/>
                    <a:pt x="6058" y="60350"/>
                  </a:cubicBezTo>
                  <a:lnTo>
                    <a:pt x="8750" y="62738"/>
                  </a:lnTo>
                  <a:lnTo>
                    <a:pt x="9020" y="64824"/>
                  </a:lnTo>
                  <a:lnTo>
                    <a:pt x="9457" y="67448"/>
                  </a:lnTo>
                  <a:lnTo>
                    <a:pt x="9591" y="69769"/>
                  </a:lnTo>
                  <a:cubicBezTo>
                    <a:pt x="9591" y="69769"/>
                    <a:pt x="9524" y="72023"/>
                    <a:pt x="9524" y="72460"/>
                  </a:cubicBezTo>
                  <a:cubicBezTo>
                    <a:pt x="9524" y="72898"/>
                    <a:pt x="9087" y="73772"/>
                    <a:pt x="8851" y="73974"/>
                  </a:cubicBezTo>
                  <a:cubicBezTo>
                    <a:pt x="8649" y="74176"/>
                    <a:pt x="8346" y="75050"/>
                    <a:pt x="7976" y="75286"/>
                  </a:cubicBezTo>
                  <a:cubicBezTo>
                    <a:pt x="7606" y="75488"/>
                    <a:pt x="6596" y="75925"/>
                    <a:pt x="6529" y="76228"/>
                  </a:cubicBezTo>
                  <a:cubicBezTo>
                    <a:pt x="6462" y="76531"/>
                    <a:pt x="5452" y="76968"/>
                    <a:pt x="4644" y="77607"/>
                  </a:cubicBezTo>
                  <a:cubicBezTo>
                    <a:pt x="3837" y="78246"/>
                    <a:pt x="3332" y="78482"/>
                    <a:pt x="2759" y="78986"/>
                  </a:cubicBezTo>
                  <a:cubicBezTo>
                    <a:pt x="2188" y="79491"/>
                    <a:pt x="1380" y="80298"/>
                    <a:pt x="942" y="80870"/>
                  </a:cubicBezTo>
                  <a:cubicBezTo>
                    <a:pt x="505" y="81442"/>
                    <a:pt x="0" y="81745"/>
                    <a:pt x="0" y="82317"/>
                  </a:cubicBezTo>
                  <a:cubicBezTo>
                    <a:pt x="0" y="82889"/>
                    <a:pt x="370" y="85277"/>
                    <a:pt x="740" y="85950"/>
                  </a:cubicBezTo>
                  <a:cubicBezTo>
                    <a:pt x="1110" y="86589"/>
                    <a:pt x="673" y="87766"/>
                    <a:pt x="1750" y="88136"/>
                  </a:cubicBezTo>
                  <a:cubicBezTo>
                    <a:pt x="2827" y="88506"/>
                    <a:pt x="4005" y="88876"/>
                    <a:pt x="4644" y="89280"/>
                  </a:cubicBezTo>
                  <a:cubicBezTo>
                    <a:pt x="5284" y="89717"/>
                    <a:pt x="6899" y="90222"/>
                    <a:pt x="7539" y="90424"/>
                  </a:cubicBezTo>
                  <a:cubicBezTo>
                    <a:pt x="8178" y="90659"/>
                    <a:pt x="10736" y="91298"/>
                    <a:pt x="12250" y="90357"/>
                  </a:cubicBezTo>
                  <a:cubicBezTo>
                    <a:pt x="13765" y="89415"/>
                    <a:pt x="15380" y="88607"/>
                    <a:pt x="15582" y="88170"/>
                  </a:cubicBezTo>
                  <a:cubicBezTo>
                    <a:pt x="15784" y="87733"/>
                    <a:pt x="15885" y="86791"/>
                    <a:pt x="15952" y="86488"/>
                  </a:cubicBezTo>
                  <a:cubicBezTo>
                    <a:pt x="16020" y="86185"/>
                    <a:pt x="19284" y="84840"/>
                    <a:pt x="19957" y="84840"/>
                  </a:cubicBezTo>
                  <a:cubicBezTo>
                    <a:pt x="20597" y="84840"/>
                    <a:pt x="22852" y="86589"/>
                    <a:pt x="23289" y="86656"/>
                  </a:cubicBezTo>
                  <a:cubicBezTo>
                    <a:pt x="23727" y="86723"/>
                    <a:pt x="26554" y="88910"/>
                    <a:pt x="26924" y="89415"/>
                  </a:cubicBezTo>
                  <a:cubicBezTo>
                    <a:pt x="27294" y="89919"/>
                    <a:pt x="27058" y="91534"/>
                    <a:pt x="27125" y="92240"/>
                  </a:cubicBezTo>
                  <a:cubicBezTo>
                    <a:pt x="27193" y="92980"/>
                    <a:pt x="27193" y="94326"/>
                    <a:pt x="27193" y="94326"/>
                  </a:cubicBezTo>
                  <a:lnTo>
                    <a:pt x="24299" y="99170"/>
                  </a:lnTo>
                  <a:lnTo>
                    <a:pt x="21539" y="101491"/>
                  </a:lnTo>
                  <a:lnTo>
                    <a:pt x="22616" y="104620"/>
                  </a:lnTo>
                  <a:lnTo>
                    <a:pt x="24871" y="105124"/>
                  </a:lnTo>
                  <a:lnTo>
                    <a:pt x="28640" y="105932"/>
                  </a:lnTo>
                  <a:cubicBezTo>
                    <a:pt x="28640" y="105932"/>
                    <a:pt x="31736" y="107748"/>
                    <a:pt x="32107" y="107950"/>
                  </a:cubicBezTo>
                  <a:cubicBezTo>
                    <a:pt x="32477" y="108185"/>
                    <a:pt x="35506" y="110204"/>
                    <a:pt x="35640" y="110406"/>
                  </a:cubicBezTo>
                  <a:cubicBezTo>
                    <a:pt x="35775" y="110641"/>
                    <a:pt x="37895" y="111987"/>
                    <a:pt x="37895" y="111987"/>
                  </a:cubicBezTo>
                  <a:cubicBezTo>
                    <a:pt x="37895" y="111987"/>
                    <a:pt x="41530" y="114005"/>
                    <a:pt x="41866" y="114375"/>
                  </a:cubicBezTo>
                  <a:cubicBezTo>
                    <a:pt x="42237" y="114745"/>
                    <a:pt x="44323" y="117335"/>
                    <a:pt x="44828" y="117840"/>
                  </a:cubicBezTo>
                  <a:cubicBezTo>
                    <a:pt x="45333" y="118345"/>
                    <a:pt x="47083" y="119589"/>
                    <a:pt x="46578" y="120229"/>
                  </a:cubicBezTo>
                  <a:cubicBezTo>
                    <a:pt x="46073" y="120868"/>
                    <a:pt x="46073" y="121238"/>
                    <a:pt x="45131" y="121810"/>
                  </a:cubicBezTo>
                  <a:cubicBezTo>
                    <a:pt x="44188" y="122381"/>
                    <a:pt x="42001" y="122886"/>
                    <a:pt x="41159" y="123256"/>
                  </a:cubicBezTo>
                  <a:cubicBezTo>
                    <a:pt x="40284" y="123626"/>
                    <a:pt x="39914" y="123626"/>
                    <a:pt x="39342" y="124265"/>
                  </a:cubicBezTo>
                  <a:cubicBezTo>
                    <a:pt x="38770" y="124904"/>
                    <a:pt x="38097" y="125274"/>
                    <a:pt x="38400" y="125947"/>
                  </a:cubicBezTo>
                  <a:cubicBezTo>
                    <a:pt x="38703" y="126586"/>
                    <a:pt x="44121" y="128706"/>
                    <a:pt x="44121" y="128706"/>
                  </a:cubicBezTo>
                  <a:lnTo>
                    <a:pt x="45064" y="128773"/>
                  </a:lnTo>
                  <a:lnTo>
                    <a:pt x="48429" y="131229"/>
                  </a:lnTo>
                  <a:lnTo>
                    <a:pt x="51357" y="136241"/>
                  </a:lnTo>
                  <a:lnTo>
                    <a:pt x="51357" y="136880"/>
                  </a:lnTo>
                  <a:cubicBezTo>
                    <a:pt x="51357" y="136880"/>
                    <a:pt x="48159" y="140076"/>
                    <a:pt x="47789" y="140278"/>
                  </a:cubicBezTo>
                  <a:cubicBezTo>
                    <a:pt x="47419" y="140480"/>
                    <a:pt x="44592" y="141724"/>
                    <a:pt x="44592" y="141724"/>
                  </a:cubicBezTo>
                  <a:cubicBezTo>
                    <a:pt x="44592" y="141724"/>
                    <a:pt x="43650" y="142229"/>
                    <a:pt x="43516" y="142969"/>
                  </a:cubicBezTo>
                  <a:cubicBezTo>
                    <a:pt x="43381" y="143709"/>
                    <a:pt x="42506" y="147107"/>
                    <a:pt x="42506" y="147107"/>
                  </a:cubicBezTo>
                  <a:lnTo>
                    <a:pt x="42741" y="154272"/>
                  </a:lnTo>
                  <a:lnTo>
                    <a:pt x="39914" y="155281"/>
                  </a:lnTo>
                  <a:lnTo>
                    <a:pt x="42876" y="159116"/>
                  </a:lnTo>
                  <a:cubicBezTo>
                    <a:pt x="42876" y="159116"/>
                    <a:pt x="44054" y="161437"/>
                    <a:pt x="43953" y="161874"/>
                  </a:cubicBezTo>
                  <a:cubicBezTo>
                    <a:pt x="43886" y="162312"/>
                    <a:pt x="42876" y="165507"/>
                    <a:pt x="42876" y="165507"/>
                  </a:cubicBezTo>
                  <a:cubicBezTo>
                    <a:pt x="42876" y="165507"/>
                    <a:pt x="40487" y="167526"/>
                    <a:pt x="40284" y="168199"/>
                  </a:cubicBezTo>
                  <a:cubicBezTo>
                    <a:pt x="40049" y="168838"/>
                    <a:pt x="39713" y="171596"/>
                    <a:pt x="39713" y="171596"/>
                  </a:cubicBezTo>
                  <a:lnTo>
                    <a:pt x="39140" y="175566"/>
                  </a:lnTo>
                  <a:lnTo>
                    <a:pt x="39847" y="178257"/>
                  </a:lnTo>
                  <a:lnTo>
                    <a:pt x="40217" y="184917"/>
                  </a:lnTo>
                  <a:lnTo>
                    <a:pt x="41025" y="187743"/>
                  </a:lnTo>
                  <a:lnTo>
                    <a:pt x="46241" y="187878"/>
                  </a:lnTo>
                  <a:cubicBezTo>
                    <a:pt x="46241" y="187878"/>
                    <a:pt x="46612" y="189963"/>
                    <a:pt x="46376" y="190401"/>
                  </a:cubicBezTo>
                  <a:cubicBezTo>
                    <a:pt x="46174" y="190838"/>
                    <a:pt x="45434" y="193428"/>
                    <a:pt x="45232" y="194168"/>
                  </a:cubicBezTo>
                  <a:cubicBezTo>
                    <a:pt x="44996" y="194908"/>
                    <a:pt x="43684" y="197431"/>
                    <a:pt x="43616" y="198239"/>
                  </a:cubicBezTo>
                  <a:cubicBezTo>
                    <a:pt x="43549" y="199046"/>
                    <a:pt x="43549" y="200694"/>
                    <a:pt x="43414" y="201502"/>
                  </a:cubicBezTo>
                  <a:cubicBezTo>
                    <a:pt x="43280" y="202309"/>
                    <a:pt x="42977" y="204092"/>
                    <a:pt x="42977" y="204832"/>
                  </a:cubicBezTo>
                  <a:cubicBezTo>
                    <a:pt x="42977" y="205572"/>
                    <a:pt x="42674" y="205909"/>
                    <a:pt x="43347" y="206918"/>
                  </a:cubicBezTo>
                  <a:cubicBezTo>
                    <a:pt x="43986" y="207927"/>
                    <a:pt x="46174" y="209374"/>
                    <a:pt x="46174" y="209374"/>
                  </a:cubicBezTo>
                  <a:cubicBezTo>
                    <a:pt x="46174" y="209374"/>
                    <a:pt x="50751" y="212065"/>
                    <a:pt x="50953" y="212132"/>
                  </a:cubicBezTo>
                  <a:cubicBezTo>
                    <a:pt x="51155" y="212199"/>
                    <a:pt x="54420" y="215160"/>
                    <a:pt x="55093" y="215597"/>
                  </a:cubicBezTo>
                  <a:cubicBezTo>
                    <a:pt x="55732" y="216034"/>
                    <a:pt x="59501" y="220878"/>
                    <a:pt x="59501" y="220878"/>
                  </a:cubicBezTo>
                  <a:lnTo>
                    <a:pt x="62833" y="223469"/>
                  </a:lnTo>
                  <a:lnTo>
                    <a:pt x="66165" y="225420"/>
                  </a:lnTo>
                  <a:cubicBezTo>
                    <a:pt x="66165" y="225420"/>
                    <a:pt x="66670" y="227236"/>
                    <a:pt x="66603" y="227808"/>
                  </a:cubicBezTo>
                  <a:cubicBezTo>
                    <a:pt x="66535" y="228380"/>
                    <a:pt x="66299" y="230331"/>
                    <a:pt x="66232" y="230836"/>
                  </a:cubicBezTo>
                  <a:cubicBezTo>
                    <a:pt x="66165" y="231340"/>
                    <a:pt x="66064" y="232349"/>
                    <a:pt x="65862" y="233022"/>
                  </a:cubicBezTo>
                  <a:cubicBezTo>
                    <a:pt x="65660" y="233661"/>
                    <a:pt x="65290" y="234536"/>
                    <a:pt x="65290" y="234906"/>
                  </a:cubicBezTo>
                  <a:cubicBezTo>
                    <a:pt x="65290" y="235276"/>
                    <a:pt x="64617" y="237530"/>
                    <a:pt x="64617" y="237530"/>
                  </a:cubicBezTo>
                  <a:cubicBezTo>
                    <a:pt x="64617" y="237530"/>
                    <a:pt x="63540" y="238035"/>
                    <a:pt x="63540" y="238472"/>
                  </a:cubicBezTo>
                  <a:cubicBezTo>
                    <a:pt x="63540" y="238909"/>
                    <a:pt x="63035" y="239716"/>
                    <a:pt x="63102" y="240356"/>
                  </a:cubicBezTo>
                  <a:cubicBezTo>
                    <a:pt x="63170" y="240995"/>
                    <a:pt x="63035" y="242172"/>
                    <a:pt x="63304" y="242980"/>
                  </a:cubicBezTo>
                  <a:cubicBezTo>
                    <a:pt x="63607" y="243787"/>
                    <a:pt x="63809" y="244662"/>
                    <a:pt x="64011" y="244796"/>
                  </a:cubicBezTo>
                  <a:cubicBezTo>
                    <a:pt x="64213" y="244931"/>
                    <a:pt x="65525" y="246310"/>
                    <a:pt x="65761" y="246478"/>
                  </a:cubicBezTo>
                  <a:cubicBezTo>
                    <a:pt x="65963" y="246613"/>
                    <a:pt x="67141" y="247487"/>
                    <a:pt x="67713" y="247925"/>
                  </a:cubicBezTo>
                  <a:cubicBezTo>
                    <a:pt x="68285" y="248362"/>
                    <a:pt x="69968" y="249438"/>
                    <a:pt x="70675" y="249506"/>
                  </a:cubicBezTo>
                  <a:cubicBezTo>
                    <a:pt x="71415" y="249573"/>
                    <a:pt x="73199" y="249707"/>
                    <a:pt x="74141" y="249876"/>
                  </a:cubicBezTo>
                  <a:cubicBezTo>
                    <a:pt x="75083" y="250010"/>
                    <a:pt x="75790" y="249876"/>
                    <a:pt x="77776" y="249876"/>
                  </a:cubicBezTo>
                  <a:cubicBezTo>
                    <a:pt x="79728" y="249876"/>
                    <a:pt x="80670" y="249808"/>
                    <a:pt x="82117" y="249304"/>
                  </a:cubicBezTo>
                  <a:cubicBezTo>
                    <a:pt x="83564" y="248799"/>
                    <a:pt x="85247" y="247353"/>
                    <a:pt x="85887" y="247218"/>
                  </a:cubicBezTo>
                  <a:cubicBezTo>
                    <a:pt x="86526" y="247084"/>
                    <a:pt x="89286" y="245570"/>
                    <a:pt x="89925" y="244830"/>
                  </a:cubicBezTo>
                  <a:cubicBezTo>
                    <a:pt x="90565" y="244123"/>
                    <a:pt x="92617" y="242576"/>
                    <a:pt x="93055" y="242307"/>
                  </a:cubicBezTo>
                  <a:cubicBezTo>
                    <a:pt x="93493" y="242038"/>
                    <a:pt x="96319" y="237967"/>
                    <a:pt x="96319" y="237967"/>
                  </a:cubicBezTo>
                  <a:lnTo>
                    <a:pt x="98271" y="234704"/>
                  </a:lnTo>
                  <a:cubicBezTo>
                    <a:pt x="98271" y="234704"/>
                    <a:pt x="105171" y="228481"/>
                    <a:pt x="105305" y="228245"/>
                  </a:cubicBezTo>
                  <a:cubicBezTo>
                    <a:pt x="105440" y="228044"/>
                    <a:pt x="109579" y="222796"/>
                    <a:pt x="109579" y="222796"/>
                  </a:cubicBezTo>
                  <a:lnTo>
                    <a:pt x="114796" y="219028"/>
                  </a:lnTo>
                  <a:lnTo>
                    <a:pt x="119003" y="214823"/>
                  </a:lnTo>
                  <a:cubicBezTo>
                    <a:pt x="119003" y="214823"/>
                    <a:pt x="120180" y="211627"/>
                    <a:pt x="120685" y="211257"/>
                  </a:cubicBezTo>
                  <a:cubicBezTo>
                    <a:pt x="121190" y="210887"/>
                    <a:pt x="124017" y="209575"/>
                    <a:pt x="124017" y="209575"/>
                  </a:cubicBezTo>
                  <a:cubicBezTo>
                    <a:pt x="124017" y="209575"/>
                    <a:pt x="127147" y="208263"/>
                    <a:pt x="127416" y="208263"/>
                  </a:cubicBezTo>
                  <a:cubicBezTo>
                    <a:pt x="127685" y="208263"/>
                    <a:pt x="129166" y="206514"/>
                    <a:pt x="129166" y="206514"/>
                  </a:cubicBezTo>
                  <a:lnTo>
                    <a:pt x="131118" y="205707"/>
                  </a:lnTo>
                  <a:lnTo>
                    <a:pt x="134012" y="206279"/>
                  </a:lnTo>
                  <a:lnTo>
                    <a:pt x="136536" y="208533"/>
                  </a:lnTo>
                  <a:cubicBezTo>
                    <a:pt x="136536" y="208533"/>
                    <a:pt x="136772" y="209542"/>
                    <a:pt x="136772" y="209844"/>
                  </a:cubicBezTo>
                  <a:cubicBezTo>
                    <a:pt x="136772" y="210147"/>
                    <a:pt x="136907" y="211728"/>
                    <a:pt x="136705" y="212300"/>
                  </a:cubicBezTo>
                  <a:cubicBezTo>
                    <a:pt x="136503" y="212872"/>
                    <a:pt x="135695" y="214319"/>
                    <a:pt x="135628" y="214621"/>
                  </a:cubicBezTo>
                  <a:cubicBezTo>
                    <a:pt x="135561" y="214924"/>
                    <a:pt x="135191" y="215832"/>
                    <a:pt x="134988" y="216438"/>
                  </a:cubicBezTo>
                  <a:cubicBezTo>
                    <a:pt x="134787" y="217010"/>
                    <a:pt x="134618" y="217514"/>
                    <a:pt x="134484" y="218322"/>
                  </a:cubicBezTo>
                  <a:cubicBezTo>
                    <a:pt x="134349" y="219129"/>
                    <a:pt x="134282" y="220138"/>
                    <a:pt x="134282" y="220710"/>
                  </a:cubicBezTo>
                  <a:cubicBezTo>
                    <a:pt x="134282" y="221282"/>
                    <a:pt x="134282" y="222392"/>
                    <a:pt x="134416" y="222964"/>
                  </a:cubicBezTo>
                  <a:cubicBezTo>
                    <a:pt x="134551" y="223536"/>
                    <a:pt x="134551" y="224713"/>
                    <a:pt x="134787" y="225151"/>
                  </a:cubicBezTo>
                  <a:cubicBezTo>
                    <a:pt x="134988" y="225588"/>
                    <a:pt x="135729" y="226967"/>
                    <a:pt x="135729" y="226967"/>
                  </a:cubicBezTo>
                  <a:cubicBezTo>
                    <a:pt x="135729" y="226967"/>
                    <a:pt x="136873" y="227909"/>
                    <a:pt x="137243" y="228548"/>
                  </a:cubicBezTo>
                  <a:cubicBezTo>
                    <a:pt x="137614" y="229187"/>
                    <a:pt x="137984" y="229927"/>
                    <a:pt x="139431" y="231441"/>
                  </a:cubicBezTo>
                  <a:cubicBezTo>
                    <a:pt x="140878" y="232955"/>
                    <a:pt x="143066" y="234334"/>
                    <a:pt x="143402" y="234570"/>
                  </a:cubicBezTo>
                  <a:cubicBezTo>
                    <a:pt x="143772" y="234771"/>
                    <a:pt x="145657" y="236521"/>
                    <a:pt x="145657" y="236521"/>
                  </a:cubicBezTo>
                  <a:lnTo>
                    <a:pt x="147845" y="238707"/>
                  </a:lnTo>
                  <a:lnTo>
                    <a:pt x="151042" y="241970"/>
                  </a:lnTo>
                  <a:lnTo>
                    <a:pt x="154441" y="243854"/>
                  </a:lnTo>
                  <a:lnTo>
                    <a:pt x="157571" y="247992"/>
                  </a:lnTo>
                  <a:lnTo>
                    <a:pt x="158278" y="251524"/>
                  </a:lnTo>
                  <a:lnTo>
                    <a:pt x="157907" y="255056"/>
                  </a:lnTo>
                  <a:lnTo>
                    <a:pt x="157470" y="258824"/>
                  </a:lnTo>
                  <a:lnTo>
                    <a:pt x="158244" y="263298"/>
                  </a:lnTo>
                  <a:lnTo>
                    <a:pt x="158446" y="266998"/>
                  </a:lnTo>
                  <a:lnTo>
                    <a:pt x="162484" y="270699"/>
                  </a:lnTo>
                  <a:lnTo>
                    <a:pt x="166489" y="273962"/>
                  </a:lnTo>
                  <a:lnTo>
                    <a:pt x="167566" y="274500"/>
                  </a:lnTo>
                  <a:lnTo>
                    <a:pt x="168542" y="277965"/>
                  </a:lnTo>
                  <a:cubicBezTo>
                    <a:pt x="168542" y="277965"/>
                    <a:pt x="168879" y="280353"/>
                    <a:pt x="168879" y="280790"/>
                  </a:cubicBezTo>
                  <a:cubicBezTo>
                    <a:pt x="168879" y="281228"/>
                    <a:pt x="168778" y="283280"/>
                    <a:pt x="168778" y="283280"/>
                  </a:cubicBezTo>
                  <a:lnTo>
                    <a:pt x="168677" y="288494"/>
                  </a:lnTo>
                  <a:lnTo>
                    <a:pt x="168778" y="290109"/>
                  </a:lnTo>
                  <a:lnTo>
                    <a:pt x="170730" y="293372"/>
                  </a:lnTo>
                  <a:lnTo>
                    <a:pt x="175744" y="295659"/>
                  </a:lnTo>
                  <a:cubicBezTo>
                    <a:pt x="175744" y="295659"/>
                    <a:pt x="177359" y="295895"/>
                    <a:pt x="177797" y="296298"/>
                  </a:cubicBezTo>
                  <a:cubicBezTo>
                    <a:pt x="178235" y="296736"/>
                    <a:pt x="179446" y="297947"/>
                    <a:pt x="179884" y="298586"/>
                  </a:cubicBezTo>
                  <a:cubicBezTo>
                    <a:pt x="180321" y="299225"/>
                    <a:pt x="180321" y="300739"/>
                    <a:pt x="180523" y="301176"/>
                  </a:cubicBezTo>
                  <a:cubicBezTo>
                    <a:pt x="180759" y="301613"/>
                    <a:pt x="180321" y="303026"/>
                    <a:pt x="180187" y="303565"/>
                  </a:cubicBezTo>
                  <a:cubicBezTo>
                    <a:pt x="180086" y="304103"/>
                    <a:pt x="180287" y="303901"/>
                    <a:pt x="179412" y="305415"/>
                  </a:cubicBezTo>
                  <a:cubicBezTo>
                    <a:pt x="178538" y="306929"/>
                    <a:pt x="178874" y="308039"/>
                    <a:pt x="177461" y="309014"/>
                  </a:cubicBezTo>
                  <a:cubicBezTo>
                    <a:pt x="176047" y="309990"/>
                    <a:pt x="175408" y="310629"/>
                    <a:pt x="174095" y="311201"/>
                  </a:cubicBezTo>
                  <a:cubicBezTo>
                    <a:pt x="172783" y="311739"/>
                    <a:pt x="172244" y="312277"/>
                    <a:pt x="171706" y="312715"/>
                  </a:cubicBezTo>
                  <a:cubicBezTo>
                    <a:pt x="171167" y="313152"/>
                    <a:pt x="170393" y="312815"/>
                    <a:pt x="169417" y="313253"/>
                  </a:cubicBezTo>
                  <a:cubicBezTo>
                    <a:pt x="168441" y="313690"/>
                    <a:pt x="167229" y="313354"/>
                    <a:pt x="166489" y="313791"/>
                  </a:cubicBezTo>
                  <a:cubicBezTo>
                    <a:pt x="165715" y="314228"/>
                    <a:pt x="165177" y="314767"/>
                    <a:pt x="165177" y="314767"/>
                  </a:cubicBezTo>
                  <a:lnTo>
                    <a:pt x="162888" y="315540"/>
                  </a:lnTo>
                  <a:lnTo>
                    <a:pt x="161576" y="317828"/>
                  </a:lnTo>
                  <a:lnTo>
                    <a:pt x="160936" y="319779"/>
                  </a:lnTo>
                  <a:lnTo>
                    <a:pt x="161710" y="321831"/>
                  </a:lnTo>
                  <a:lnTo>
                    <a:pt x="163763" y="323782"/>
                  </a:lnTo>
                  <a:lnTo>
                    <a:pt x="166254" y="324421"/>
                  </a:lnTo>
                  <a:lnTo>
                    <a:pt x="170595" y="325060"/>
                  </a:lnTo>
                  <a:lnTo>
                    <a:pt x="171470" y="326372"/>
                  </a:lnTo>
                  <a:lnTo>
                    <a:pt x="172547" y="327449"/>
                  </a:lnTo>
                  <a:lnTo>
                    <a:pt x="175038" y="329501"/>
                  </a:lnTo>
                  <a:lnTo>
                    <a:pt x="177864" y="330140"/>
                  </a:lnTo>
                  <a:lnTo>
                    <a:pt x="180153" y="330779"/>
                  </a:lnTo>
                  <a:lnTo>
                    <a:pt x="180927" y="327415"/>
                  </a:lnTo>
                  <a:lnTo>
                    <a:pt x="178841" y="325128"/>
                  </a:lnTo>
                  <a:lnTo>
                    <a:pt x="179278" y="323816"/>
                  </a:lnTo>
                  <a:lnTo>
                    <a:pt x="182206" y="323916"/>
                  </a:lnTo>
                  <a:lnTo>
                    <a:pt x="183619" y="324993"/>
                  </a:lnTo>
                  <a:lnTo>
                    <a:pt x="185134" y="327381"/>
                  </a:lnTo>
                  <a:lnTo>
                    <a:pt x="187961" y="328088"/>
                  </a:lnTo>
                  <a:lnTo>
                    <a:pt x="190249" y="327045"/>
                  </a:lnTo>
                  <a:lnTo>
                    <a:pt x="193076" y="327045"/>
                  </a:lnTo>
                  <a:lnTo>
                    <a:pt x="194524" y="326103"/>
                  </a:lnTo>
                  <a:lnTo>
                    <a:pt x="194961" y="325027"/>
                  </a:lnTo>
                  <a:cubicBezTo>
                    <a:pt x="194961" y="325027"/>
                    <a:pt x="197216" y="322840"/>
                    <a:pt x="197586" y="322840"/>
                  </a:cubicBezTo>
                  <a:cubicBezTo>
                    <a:pt x="197956" y="322840"/>
                    <a:pt x="200177" y="322134"/>
                    <a:pt x="200177" y="322134"/>
                  </a:cubicBezTo>
                  <a:lnTo>
                    <a:pt x="200446" y="319409"/>
                  </a:lnTo>
                  <a:cubicBezTo>
                    <a:pt x="200446" y="319409"/>
                    <a:pt x="199942" y="316987"/>
                    <a:pt x="199875" y="316886"/>
                  </a:cubicBezTo>
                  <a:cubicBezTo>
                    <a:pt x="199807" y="316785"/>
                    <a:pt x="199101" y="315439"/>
                    <a:pt x="199101" y="315439"/>
                  </a:cubicBezTo>
                  <a:lnTo>
                    <a:pt x="200446" y="313959"/>
                  </a:lnTo>
                  <a:lnTo>
                    <a:pt x="202466" y="313152"/>
                  </a:lnTo>
                  <a:lnTo>
                    <a:pt x="205259" y="313152"/>
                  </a:lnTo>
                  <a:lnTo>
                    <a:pt x="206942" y="315507"/>
                  </a:lnTo>
                  <a:lnTo>
                    <a:pt x="207851" y="317693"/>
                  </a:lnTo>
                  <a:lnTo>
                    <a:pt x="207851" y="319241"/>
                  </a:lnTo>
                  <a:lnTo>
                    <a:pt x="208591" y="320889"/>
                  </a:lnTo>
                  <a:cubicBezTo>
                    <a:pt x="208591" y="320889"/>
                    <a:pt x="210409" y="322840"/>
                    <a:pt x="210543" y="322975"/>
                  </a:cubicBezTo>
                  <a:cubicBezTo>
                    <a:pt x="210644" y="323076"/>
                    <a:pt x="213101" y="324589"/>
                    <a:pt x="213101" y="324589"/>
                  </a:cubicBezTo>
                  <a:lnTo>
                    <a:pt x="213101" y="326170"/>
                  </a:lnTo>
                  <a:cubicBezTo>
                    <a:pt x="213101" y="326170"/>
                    <a:pt x="212730" y="327415"/>
                    <a:pt x="212764" y="327516"/>
                  </a:cubicBezTo>
                  <a:cubicBezTo>
                    <a:pt x="212798" y="327617"/>
                    <a:pt x="213740" y="328828"/>
                    <a:pt x="213976" y="328895"/>
                  </a:cubicBezTo>
                  <a:cubicBezTo>
                    <a:pt x="214245" y="328962"/>
                    <a:pt x="215894" y="328996"/>
                    <a:pt x="216365" y="329164"/>
                  </a:cubicBezTo>
                  <a:cubicBezTo>
                    <a:pt x="216837" y="329299"/>
                    <a:pt x="217341" y="329030"/>
                    <a:pt x="217779" y="329366"/>
                  </a:cubicBezTo>
                  <a:cubicBezTo>
                    <a:pt x="218216" y="329736"/>
                    <a:pt x="219697" y="331115"/>
                    <a:pt x="219798" y="331183"/>
                  </a:cubicBezTo>
                  <a:cubicBezTo>
                    <a:pt x="219899" y="331250"/>
                    <a:pt x="223870" y="333537"/>
                    <a:pt x="223870" y="333537"/>
                  </a:cubicBezTo>
                  <a:lnTo>
                    <a:pt x="225654" y="333975"/>
                  </a:lnTo>
                  <a:lnTo>
                    <a:pt x="229490" y="335522"/>
                  </a:lnTo>
                  <a:lnTo>
                    <a:pt x="232755" y="334547"/>
                  </a:lnTo>
                  <a:lnTo>
                    <a:pt x="235043" y="335320"/>
                  </a:lnTo>
                  <a:lnTo>
                    <a:pt x="237534" y="337507"/>
                  </a:lnTo>
                  <a:lnTo>
                    <a:pt x="240024" y="338987"/>
                  </a:lnTo>
                  <a:lnTo>
                    <a:pt x="242515" y="339256"/>
                  </a:lnTo>
                  <a:lnTo>
                    <a:pt x="243491" y="339256"/>
                  </a:lnTo>
                  <a:lnTo>
                    <a:pt x="244029" y="340568"/>
                  </a:lnTo>
                  <a:cubicBezTo>
                    <a:pt x="244029" y="340568"/>
                    <a:pt x="244702" y="341779"/>
                    <a:pt x="245006" y="341981"/>
                  </a:cubicBezTo>
                  <a:cubicBezTo>
                    <a:pt x="245342" y="342183"/>
                    <a:pt x="249885" y="342856"/>
                    <a:pt x="249885" y="342856"/>
                  </a:cubicBezTo>
                  <a:lnTo>
                    <a:pt x="251534" y="342957"/>
                  </a:lnTo>
                  <a:lnTo>
                    <a:pt x="252847" y="346758"/>
                  </a:lnTo>
                  <a:lnTo>
                    <a:pt x="253486" y="348843"/>
                  </a:lnTo>
                  <a:lnTo>
                    <a:pt x="255674" y="352006"/>
                  </a:lnTo>
                  <a:lnTo>
                    <a:pt x="258602" y="354495"/>
                  </a:lnTo>
                  <a:lnTo>
                    <a:pt x="261429" y="354293"/>
                  </a:lnTo>
                  <a:cubicBezTo>
                    <a:pt x="261429" y="354293"/>
                    <a:pt x="262943" y="356244"/>
                    <a:pt x="263078" y="356581"/>
                  </a:cubicBezTo>
                  <a:cubicBezTo>
                    <a:pt x="263179" y="356917"/>
                    <a:pt x="263852" y="359743"/>
                    <a:pt x="263852" y="359743"/>
                  </a:cubicBezTo>
                  <a:lnTo>
                    <a:pt x="262337" y="363342"/>
                  </a:lnTo>
                  <a:cubicBezTo>
                    <a:pt x="262337" y="363342"/>
                    <a:pt x="261698" y="364217"/>
                    <a:pt x="261698" y="364856"/>
                  </a:cubicBezTo>
                  <a:cubicBezTo>
                    <a:pt x="261698" y="365495"/>
                    <a:pt x="261799" y="367143"/>
                    <a:pt x="262237" y="367682"/>
                  </a:cubicBezTo>
                  <a:cubicBezTo>
                    <a:pt x="262674" y="368220"/>
                    <a:pt x="263852" y="369094"/>
                    <a:pt x="263852" y="369094"/>
                  </a:cubicBezTo>
                  <a:lnTo>
                    <a:pt x="264491" y="372358"/>
                  </a:lnTo>
                  <a:lnTo>
                    <a:pt x="263852" y="375183"/>
                  </a:lnTo>
                  <a:lnTo>
                    <a:pt x="262674" y="376159"/>
                  </a:lnTo>
                  <a:cubicBezTo>
                    <a:pt x="262674" y="376159"/>
                    <a:pt x="264626" y="379085"/>
                    <a:pt x="265064" y="379422"/>
                  </a:cubicBezTo>
                  <a:cubicBezTo>
                    <a:pt x="265501" y="379758"/>
                    <a:pt x="265703" y="379220"/>
                    <a:pt x="266814" y="379758"/>
                  </a:cubicBezTo>
                  <a:cubicBezTo>
                    <a:pt x="267890" y="380297"/>
                    <a:pt x="267890" y="379657"/>
                    <a:pt x="269539" y="379960"/>
                  </a:cubicBezTo>
                  <a:cubicBezTo>
                    <a:pt x="271155" y="380297"/>
                    <a:pt x="272367" y="380734"/>
                    <a:pt x="273241" y="380397"/>
                  </a:cubicBezTo>
                  <a:cubicBezTo>
                    <a:pt x="274116" y="380061"/>
                    <a:pt x="274991" y="375890"/>
                    <a:pt x="274991" y="375890"/>
                  </a:cubicBezTo>
                  <a:cubicBezTo>
                    <a:pt x="274991" y="375890"/>
                    <a:pt x="276169" y="373670"/>
                    <a:pt x="276237" y="373434"/>
                  </a:cubicBezTo>
                  <a:cubicBezTo>
                    <a:pt x="276304" y="373232"/>
                    <a:pt x="277718" y="371046"/>
                    <a:pt x="277718" y="371046"/>
                  </a:cubicBezTo>
                  <a:cubicBezTo>
                    <a:pt x="277718" y="371046"/>
                    <a:pt x="278256" y="369532"/>
                    <a:pt x="278256" y="369263"/>
                  </a:cubicBezTo>
                  <a:cubicBezTo>
                    <a:pt x="278256" y="368994"/>
                    <a:pt x="279030" y="367244"/>
                    <a:pt x="279030" y="366874"/>
                  </a:cubicBezTo>
                  <a:cubicBezTo>
                    <a:pt x="279030" y="366504"/>
                    <a:pt x="279670" y="364654"/>
                    <a:pt x="279838" y="364587"/>
                  </a:cubicBezTo>
                  <a:cubicBezTo>
                    <a:pt x="280006" y="364520"/>
                    <a:pt x="281588" y="363006"/>
                    <a:pt x="281588" y="363006"/>
                  </a:cubicBezTo>
                  <a:lnTo>
                    <a:pt x="282026" y="361324"/>
                  </a:lnTo>
                  <a:cubicBezTo>
                    <a:pt x="282026" y="361324"/>
                    <a:pt x="281857" y="360281"/>
                    <a:pt x="281352" y="359978"/>
                  </a:cubicBezTo>
                  <a:cubicBezTo>
                    <a:pt x="280881" y="359642"/>
                    <a:pt x="279905" y="358532"/>
                    <a:pt x="279939" y="358195"/>
                  </a:cubicBezTo>
                  <a:cubicBezTo>
                    <a:pt x="279972" y="357859"/>
                    <a:pt x="279972" y="357152"/>
                    <a:pt x="280309" y="356883"/>
                  </a:cubicBezTo>
                  <a:cubicBezTo>
                    <a:pt x="280646" y="356614"/>
                    <a:pt x="281992" y="356244"/>
                    <a:pt x="281992" y="356244"/>
                  </a:cubicBezTo>
                  <a:lnTo>
                    <a:pt x="285424" y="354293"/>
                  </a:lnTo>
                  <a:cubicBezTo>
                    <a:pt x="285424" y="354293"/>
                    <a:pt x="288083" y="352174"/>
                    <a:pt x="288151" y="351972"/>
                  </a:cubicBezTo>
                  <a:cubicBezTo>
                    <a:pt x="288218" y="351770"/>
                    <a:pt x="289901" y="349752"/>
                    <a:pt x="289901" y="349752"/>
                  </a:cubicBezTo>
                  <a:cubicBezTo>
                    <a:pt x="289901" y="349752"/>
                    <a:pt x="292526" y="347027"/>
                    <a:pt x="292795" y="346926"/>
                  </a:cubicBezTo>
                  <a:cubicBezTo>
                    <a:pt x="293064" y="346825"/>
                    <a:pt x="293939" y="345580"/>
                    <a:pt x="293939" y="345580"/>
                  </a:cubicBezTo>
                  <a:lnTo>
                    <a:pt x="296228" y="344369"/>
                  </a:lnTo>
                  <a:lnTo>
                    <a:pt x="300064" y="342048"/>
                  </a:lnTo>
                  <a:lnTo>
                    <a:pt x="303632" y="341308"/>
                  </a:lnTo>
                  <a:lnTo>
                    <a:pt x="306088" y="341611"/>
                  </a:lnTo>
                  <a:lnTo>
                    <a:pt x="308612" y="344874"/>
                  </a:lnTo>
                  <a:lnTo>
                    <a:pt x="309858" y="347902"/>
                  </a:lnTo>
                  <a:lnTo>
                    <a:pt x="308478" y="350290"/>
                  </a:lnTo>
                  <a:cubicBezTo>
                    <a:pt x="308478" y="350290"/>
                    <a:pt x="306391" y="351669"/>
                    <a:pt x="306088" y="352039"/>
                  </a:cubicBezTo>
                  <a:cubicBezTo>
                    <a:pt x="305785" y="352409"/>
                    <a:pt x="304069" y="353418"/>
                    <a:pt x="304069" y="353418"/>
                  </a:cubicBezTo>
                  <a:cubicBezTo>
                    <a:pt x="304069" y="353418"/>
                    <a:pt x="303396" y="356009"/>
                    <a:pt x="303362" y="356244"/>
                  </a:cubicBezTo>
                  <a:cubicBezTo>
                    <a:pt x="303295" y="356480"/>
                    <a:pt x="302689" y="358061"/>
                    <a:pt x="302689" y="358061"/>
                  </a:cubicBezTo>
                  <a:lnTo>
                    <a:pt x="301242" y="363208"/>
                  </a:lnTo>
                  <a:lnTo>
                    <a:pt x="300805" y="365091"/>
                  </a:lnTo>
                  <a:cubicBezTo>
                    <a:pt x="300805" y="365091"/>
                    <a:pt x="300232" y="368994"/>
                    <a:pt x="300232" y="369364"/>
                  </a:cubicBezTo>
                  <a:cubicBezTo>
                    <a:pt x="300232" y="369734"/>
                    <a:pt x="299728" y="374645"/>
                    <a:pt x="299728" y="374645"/>
                  </a:cubicBezTo>
                  <a:cubicBezTo>
                    <a:pt x="299728" y="374645"/>
                    <a:pt x="299526" y="377673"/>
                    <a:pt x="299661" y="378043"/>
                  </a:cubicBezTo>
                  <a:cubicBezTo>
                    <a:pt x="299795" y="378413"/>
                    <a:pt x="302185" y="382618"/>
                    <a:pt x="302185" y="382618"/>
                  </a:cubicBezTo>
                  <a:lnTo>
                    <a:pt x="304776" y="383425"/>
                  </a:lnTo>
                  <a:lnTo>
                    <a:pt x="309185" y="382988"/>
                  </a:lnTo>
                  <a:cubicBezTo>
                    <a:pt x="309185" y="382988"/>
                    <a:pt x="312516" y="383492"/>
                    <a:pt x="312819" y="383492"/>
                  </a:cubicBezTo>
                  <a:cubicBezTo>
                    <a:pt x="313089" y="383492"/>
                    <a:pt x="314031" y="385443"/>
                    <a:pt x="314031" y="385443"/>
                  </a:cubicBezTo>
                  <a:lnTo>
                    <a:pt x="314031" y="388908"/>
                  </a:lnTo>
                  <a:lnTo>
                    <a:pt x="314468" y="390489"/>
                  </a:lnTo>
                  <a:lnTo>
                    <a:pt x="313661" y="392003"/>
                  </a:lnTo>
                  <a:cubicBezTo>
                    <a:pt x="313661" y="392003"/>
                    <a:pt x="313021" y="394896"/>
                    <a:pt x="313021" y="395333"/>
                  </a:cubicBezTo>
                  <a:cubicBezTo>
                    <a:pt x="313021" y="395771"/>
                    <a:pt x="312752" y="397285"/>
                    <a:pt x="313223" y="397856"/>
                  </a:cubicBezTo>
                  <a:cubicBezTo>
                    <a:pt x="313728" y="398428"/>
                    <a:pt x="315680" y="401557"/>
                    <a:pt x="316992" y="401624"/>
                  </a:cubicBezTo>
                  <a:cubicBezTo>
                    <a:pt x="318305" y="401691"/>
                    <a:pt x="320190" y="401119"/>
                    <a:pt x="320964" y="401052"/>
                  </a:cubicBezTo>
                  <a:cubicBezTo>
                    <a:pt x="321771" y="400985"/>
                    <a:pt x="323925" y="399606"/>
                    <a:pt x="323925" y="399606"/>
                  </a:cubicBezTo>
                  <a:cubicBezTo>
                    <a:pt x="323925" y="399606"/>
                    <a:pt x="326315" y="400110"/>
                    <a:pt x="326752" y="400682"/>
                  </a:cubicBezTo>
                  <a:cubicBezTo>
                    <a:pt x="327190" y="401254"/>
                    <a:pt x="329276" y="404383"/>
                    <a:pt x="329276" y="404383"/>
                  </a:cubicBezTo>
                  <a:lnTo>
                    <a:pt x="330017" y="406266"/>
                  </a:lnTo>
                  <a:cubicBezTo>
                    <a:pt x="330017" y="406266"/>
                    <a:pt x="327762" y="411178"/>
                    <a:pt x="327392" y="411783"/>
                  </a:cubicBezTo>
                  <a:cubicBezTo>
                    <a:pt x="327022" y="412355"/>
                    <a:pt x="325877" y="413869"/>
                    <a:pt x="325810" y="414407"/>
                  </a:cubicBezTo>
                  <a:cubicBezTo>
                    <a:pt x="325743" y="414912"/>
                    <a:pt x="329276" y="418814"/>
                    <a:pt x="329276" y="418814"/>
                  </a:cubicBezTo>
                  <a:lnTo>
                    <a:pt x="330017" y="421942"/>
                  </a:lnTo>
                  <a:lnTo>
                    <a:pt x="332911" y="425273"/>
                  </a:lnTo>
                  <a:lnTo>
                    <a:pt x="333349" y="427594"/>
                  </a:lnTo>
                  <a:cubicBezTo>
                    <a:pt x="333349" y="427594"/>
                    <a:pt x="333551" y="429410"/>
                    <a:pt x="333349" y="429612"/>
                  </a:cubicBezTo>
                  <a:cubicBezTo>
                    <a:pt x="333147" y="429848"/>
                    <a:pt x="334661" y="431631"/>
                    <a:pt x="335974" y="431631"/>
                  </a:cubicBezTo>
                  <a:cubicBezTo>
                    <a:pt x="337286" y="431631"/>
                    <a:pt x="338296" y="431631"/>
                    <a:pt x="338801" y="431563"/>
                  </a:cubicBezTo>
                  <a:cubicBezTo>
                    <a:pt x="339305" y="431496"/>
                    <a:pt x="340685" y="430924"/>
                    <a:pt x="340887" y="430924"/>
                  </a:cubicBezTo>
                  <a:cubicBezTo>
                    <a:pt x="341089" y="430924"/>
                    <a:pt x="341459" y="430790"/>
                    <a:pt x="341829" y="430924"/>
                  </a:cubicBezTo>
                  <a:cubicBezTo>
                    <a:pt x="342200" y="431059"/>
                    <a:pt x="343277" y="432236"/>
                    <a:pt x="343277" y="432236"/>
                  </a:cubicBezTo>
                  <a:lnTo>
                    <a:pt x="344118" y="433212"/>
                  </a:lnTo>
                  <a:lnTo>
                    <a:pt x="345464" y="435196"/>
                  </a:lnTo>
                  <a:lnTo>
                    <a:pt x="345195" y="437450"/>
                  </a:lnTo>
                  <a:lnTo>
                    <a:pt x="344118" y="438527"/>
                  </a:lnTo>
                  <a:lnTo>
                    <a:pt x="343580" y="440982"/>
                  </a:lnTo>
                  <a:lnTo>
                    <a:pt x="343580" y="442799"/>
                  </a:lnTo>
                  <a:cubicBezTo>
                    <a:pt x="343580" y="442799"/>
                    <a:pt x="344959" y="444649"/>
                    <a:pt x="345027" y="444750"/>
                  </a:cubicBezTo>
                  <a:cubicBezTo>
                    <a:pt x="345094" y="444851"/>
                    <a:pt x="346104" y="445255"/>
                    <a:pt x="346272" y="445255"/>
                  </a:cubicBezTo>
                  <a:cubicBezTo>
                    <a:pt x="346440" y="445255"/>
                    <a:pt x="347753" y="446466"/>
                    <a:pt x="347753" y="446466"/>
                  </a:cubicBezTo>
                  <a:lnTo>
                    <a:pt x="349200" y="447105"/>
                  </a:lnTo>
                  <a:lnTo>
                    <a:pt x="350647" y="448215"/>
                  </a:lnTo>
                  <a:cubicBezTo>
                    <a:pt x="350647" y="448215"/>
                    <a:pt x="350714" y="449190"/>
                    <a:pt x="351791" y="449022"/>
                  </a:cubicBezTo>
                  <a:cubicBezTo>
                    <a:pt x="352868" y="448820"/>
                    <a:pt x="353508" y="448720"/>
                    <a:pt x="354147" y="448484"/>
                  </a:cubicBezTo>
                  <a:cubicBezTo>
                    <a:pt x="354787" y="448215"/>
                    <a:pt x="355897" y="447778"/>
                    <a:pt x="356099" y="447643"/>
                  </a:cubicBezTo>
                  <a:cubicBezTo>
                    <a:pt x="356301" y="447508"/>
                    <a:pt x="356806" y="447105"/>
                    <a:pt x="357008" y="447004"/>
                  </a:cubicBezTo>
                  <a:cubicBezTo>
                    <a:pt x="357210" y="446903"/>
                    <a:pt x="357715" y="446466"/>
                    <a:pt x="357715" y="446466"/>
                  </a:cubicBezTo>
                  <a:cubicBezTo>
                    <a:pt x="357715" y="446466"/>
                    <a:pt x="359936" y="445793"/>
                    <a:pt x="360171" y="445793"/>
                  </a:cubicBezTo>
                  <a:cubicBezTo>
                    <a:pt x="360440" y="445793"/>
                    <a:pt x="361383" y="446197"/>
                    <a:pt x="361787" y="446230"/>
                  </a:cubicBezTo>
                  <a:cubicBezTo>
                    <a:pt x="362224" y="446264"/>
                    <a:pt x="363705" y="447441"/>
                    <a:pt x="363705" y="447441"/>
                  </a:cubicBezTo>
                  <a:lnTo>
                    <a:pt x="364109" y="448753"/>
                  </a:lnTo>
                  <a:cubicBezTo>
                    <a:pt x="364109" y="448753"/>
                    <a:pt x="363840" y="449661"/>
                    <a:pt x="363671" y="449863"/>
                  </a:cubicBezTo>
                  <a:cubicBezTo>
                    <a:pt x="363537" y="450065"/>
                    <a:pt x="362897" y="450872"/>
                    <a:pt x="362729" y="451175"/>
                  </a:cubicBezTo>
                  <a:cubicBezTo>
                    <a:pt x="362561" y="451444"/>
                    <a:pt x="361147" y="453665"/>
                    <a:pt x="361013" y="453698"/>
                  </a:cubicBezTo>
                  <a:cubicBezTo>
                    <a:pt x="360912" y="453732"/>
                    <a:pt x="360205" y="455010"/>
                    <a:pt x="360205" y="455111"/>
                  </a:cubicBezTo>
                  <a:cubicBezTo>
                    <a:pt x="360205" y="455212"/>
                    <a:pt x="359229" y="456726"/>
                    <a:pt x="359229" y="456726"/>
                  </a:cubicBezTo>
                  <a:lnTo>
                    <a:pt x="357815" y="461099"/>
                  </a:lnTo>
                  <a:lnTo>
                    <a:pt x="355864" y="464362"/>
                  </a:lnTo>
                  <a:lnTo>
                    <a:pt x="352027" y="466885"/>
                  </a:lnTo>
                  <a:lnTo>
                    <a:pt x="349133" y="469408"/>
                  </a:lnTo>
                  <a:lnTo>
                    <a:pt x="347450" y="472099"/>
                  </a:lnTo>
                  <a:lnTo>
                    <a:pt x="348594" y="474992"/>
                  </a:lnTo>
                  <a:lnTo>
                    <a:pt x="352061" y="475295"/>
                  </a:lnTo>
                  <a:lnTo>
                    <a:pt x="353945" y="476439"/>
                  </a:lnTo>
                  <a:lnTo>
                    <a:pt x="357412" y="478188"/>
                  </a:lnTo>
                  <a:lnTo>
                    <a:pt x="359431" y="481653"/>
                  </a:lnTo>
                  <a:lnTo>
                    <a:pt x="358994" y="484411"/>
                  </a:lnTo>
                  <a:lnTo>
                    <a:pt x="357109" y="487742"/>
                  </a:lnTo>
                  <a:lnTo>
                    <a:pt x="355224" y="491375"/>
                  </a:lnTo>
                  <a:lnTo>
                    <a:pt x="354484" y="493258"/>
                  </a:lnTo>
                  <a:cubicBezTo>
                    <a:pt x="354484" y="493258"/>
                    <a:pt x="354349" y="494402"/>
                    <a:pt x="354484" y="495445"/>
                  </a:cubicBezTo>
                  <a:cubicBezTo>
                    <a:pt x="354618" y="496454"/>
                    <a:pt x="354787" y="497329"/>
                    <a:pt x="356066" y="497329"/>
                  </a:cubicBezTo>
                  <a:cubicBezTo>
                    <a:pt x="357345" y="497329"/>
                    <a:pt x="358522" y="497833"/>
                    <a:pt x="360979" y="497833"/>
                  </a:cubicBezTo>
                  <a:cubicBezTo>
                    <a:pt x="363436" y="497833"/>
                    <a:pt x="364614" y="497632"/>
                    <a:pt x="365186" y="497632"/>
                  </a:cubicBezTo>
                  <a:cubicBezTo>
                    <a:pt x="365758" y="497632"/>
                    <a:pt x="368652" y="497632"/>
                    <a:pt x="368652" y="497632"/>
                  </a:cubicBezTo>
                  <a:lnTo>
                    <a:pt x="370234" y="499515"/>
                  </a:lnTo>
                  <a:cubicBezTo>
                    <a:pt x="370234" y="499515"/>
                    <a:pt x="371243" y="502846"/>
                    <a:pt x="371681" y="503283"/>
                  </a:cubicBezTo>
                  <a:cubicBezTo>
                    <a:pt x="372119" y="503720"/>
                    <a:pt x="372253" y="505470"/>
                    <a:pt x="372422" y="505907"/>
                  </a:cubicBezTo>
                  <a:cubicBezTo>
                    <a:pt x="372556" y="506344"/>
                    <a:pt x="371849" y="507791"/>
                    <a:pt x="372422" y="508363"/>
                  </a:cubicBezTo>
                  <a:cubicBezTo>
                    <a:pt x="372994" y="508934"/>
                    <a:pt x="373431" y="510112"/>
                    <a:pt x="373566" y="510684"/>
                  </a:cubicBezTo>
                  <a:cubicBezTo>
                    <a:pt x="373701" y="511256"/>
                    <a:pt x="376898" y="516201"/>
                    <a:pt x="376898" y="516201"/>
                  </a:cubicBezTo>
                  <a:lnTo>
                    <a:pt x="379792" y="521852"/>
                  </a:lnTo>
                  <a:lnTo>
                    <a:pt x="380667" y="525620"/>
                  </a:lnTo>
                  <a:lnTo>
                    <a:pt x="381980" y="529387"/>
                  </a:lnTo>
                  <a:lnTo>
                    <a:pt x="384301" y="532415"/>
                  </a:lnTo>
                  <a:lnTo>
                    <a:pt x="386826" y="534299"/>
                  </a:lnTo>
                  <a:lnTo>
                    <a:pt x="388643" y="536923"/>
                  </a:lnTo>
                  <a:lnTo>
                    <a:pt x="388643" y="540253"/>
                  </a:lnTo>
                  <a:lnTo>
                    <a:pt x="389787" y="540388"/>
                  </a:lnTo>
                  <a:cubicBezTo>
                    <a:pt x="389787" y="540388"/>
                    <a:pt x="392682" y="541699"/>
                    <a:pt x="393254" y="541699"/>
                  </a:cubicBezTo>
                  <a:cubicBezTo>
                    <a:pt x="393826" y="541699"/>
                    <a:pt x="395710" y="541565"/>
                    <a:pt x="395710" y="541565"/>
                  </a:cubicBezTo>
                  <a:lnTo>
                    <a:pt x="396855" y="541868"/>
                  </a:lnTo>
                  <a:lnTo>
                    <a:pt x="401196" y="547216"/>
                  </a:lnTo>
                  <a:lnTo>
                    <a:pt x="404528" y="551556"/>
                  </a:lnTo>
                  <a:lnTo>
                    <a:pt x="406413" y="555189"/>
                  </a:lnTo>
                  <a:cubicBezTo>
                    <a:pt x="406413" y="555189"/>
                    <a:pt x="406850" y="556938"/>
                    <a:pt x="406413" y="557376"/>
                  </a:cubicBezTo>
                  <a:cubicBezTo>
                    <a:pt x="405975" y="557813"/>
                    <a:pt x="403519" y="559125"/>
                    <a:pt x="403519" y="559125"/>
                  </a:cubicBezTo>
                  <a:lnTo>
                    <a:pt x="400994" y="560134"/>
                  </a:lnTo>
                  <a:lnTo>
                    <a:pt x="400792" y="561580"/>
                  </a:lnTo>
                  <a:lnTo>
                    <a:pt x="400792" y="564642"/>
                  </a:lnTo>
                  <a:lnTo>
                    <a:pt x="399917" y="567972"/>
                  </a:lnTo>
                  <a:cubicBezTo>
                    <a:pt x="399917" y="567972"/>
                    <a:pt x="399480" y="569284"/>
                    <a:pt x="399480" y="569856"/>
                  </a:cubicBezTo>
                  <a:cubicBezTo>
                    <a:pt x="399480" y="570428"/>
                    <a:pt x="399042" y="572614"/>
                    <a:pt x="399042" y="572614"/>
                  </a:cubicBezTo>
                  <a:lnTo>
                    <a:pt x="399042" y="575070"/>
                  </a:lnTo>
                  <a:lnTo>
                    <a:pt x="396855" y="577257"/>
                  </a:lnTo>
                  <a:cubicBezTo>
                    <a:pt x="396855" y="577257"/>
                    <a:pt x="394970" y="578400"/>
                    <a:pt x="394835" y="578838"/>
                  </a:cubicBezTo>
                  <a:cubicBezTo>
                    <a:pt x="394701" y="579275"/>
                    <a:pt x="393086" y="581024"/>
                    <a:pt x="393086" y="581024"/>
                  </a:cubicBezTo>
                  <a:lnTo>
                    <a:pt x="391941" y="582471"/>
                  </a:lnTo>
                  <a:cubicBezTo>
                    <a:pt x="391941" y="582471"/>
                    <a:pt x="391874" y="584489"/>
                    <a:pt x="392143" y="584489"/>
                  </a:cubicBezTo>
                  <a:cubicBezTo>
                    <a:pt x="392412" y="584489"/>
                    <a:pt x="395038" y="584691"/>
                    <a:pt x="395408" y="584691"/>
                  </a:cubicBezTo>
                  <a:cubicBezTo>
                    <a:pt x="395778" y="584691"/>
                    <a:pt x="396989" y="583244"/>
                    <a:pt x="397427" y="582807"/>
                  </a:cubicBezTo>
                  <a:cubicBezTo>
                    <a:pt x="397864" y="582370"/>
                    <a:pt x="398807" y="581428"/>
                    <a:pt x="399009" y="581293"/>
                  </a:cubicBezTo>
                  <a:cubicBezTo>
                    <a:pt x="399244" y="581159"/>
                    <a:pt x="401028" y="581361"/>
                    <a:pt x="401028" y="581361"/>
                  </a:cubicBezTo>
                  <a:cubicBezTo>
                    <a:pt x="401028" y="581361"/>
                    <a:pt x="401533" y="582437"/>
                    <a:pt x="401903" y="582942"/>
                  </a:cubicBezTo>
                  <a:cubicBezTo>
                    <a:pt x="402273" y="583446"/>
                    <a:pt x="402273" y="585767"/>
                    <a:pt x="402273" y="585767"/>
                  </a:cubicBezTo>
                  <a:lnTo>
                    <a:pt x="402341" y="587449"/>
                  </a:lnTo>
                  <a:lnTo>
                    <a:pt x="402206" y="588257"/>
                  </a:lnTo>
                  <a:cubicBezTo>
                    <a:pt x="402206" y="588257"/>
                    <a:pt x="401533" y="589401"/>
                    <a:pt x="401028" y="590309"/>
                  </a:cubicBezTo>
                  <a:lnTo>
                    <a:pt x="403014" y="590073"/>
                  </a:lnTo>
                  <a:lnTo>
                    <a:pt x="408230" y="587214"/>
                  </a:lnTo>
                  <a:lnTo>
                    <a:pt x="412975" y="585364"/>
                  </a:lnTo>
                  <a:lnTo>
                    <a:pt x="418932" y="583615"/>
                  </a:lnTo>
                  <a:lnTo>
                    <a:pt x="423779" y="578939"/>
                  </a:lnTo>
                  <a:lnTo>
                    <a:pt x="426572" y="573489"/>
                  </a:lnTo>
                  <a:lnTo>
                    <a:pt x="427548" y="568039"/>
                  </a:lnTo>
                  <a:lnTo>
                    <a:pt x="428995" y="562421"/>
                  </a:lnTo>
                  <a:lnTo>
                    <a:pt x="432360" y="558654"/>
                  </a:lnTo>
                  <a:lnTo>
                    <a:pt x="435759" y="555391"/>
                  </a:lnTo>
                  <a:lnTo>
                    <a:pt x="438923" y="552632"/>
                  </a:lnTo>
                  <a:lnTo>
                    <a:pt x="443702" y="548192"/>
                  </a:lnTo>
                  <a:cubicBezTo>
                    <a:pt x="443702" y="548192"/>
                    <a:pt x="445486" y="544054"/>
                    <a:pt x="445654" y="543886"/>
                  </a:cubicBezTo>
                  <a:cubicBezTo>
                    <a:pt x="445822" y="543718"/>
                    <a:pt x="447741" y="540522"/>
                    <a:pt x="447741" y="540522"/>
                  </a:cubicBezTo>
                  <a:lnTo>
                    <a:pt x="447741" y="535106"/>
                  </a:lnTo>
                  <a:cubicBezTo>
                    <a:pt x="447741" y="535106"/>
                    <a:pt x="447135" y="532987"/>
                    <a:pt x="447135" y="532785"/>
                  </a:cubicBezTo>
                  <a:cubicBezTo>
                    <a:pt x="447135" y="532549"/>
                    <a:pt x="447909" y="530935"/>
                    <a:pt x="448077" y="530834"/>
                  </a:cubicBezTo>
                  <a:cubicBezTo>
                    <a:pt x="448245" y="530733"/>
                    <a:pt x="451173" y="529051"/>
                    <a:pt x="451173" y="529051"/>
                  </a:cubicBezTo>
                  <a:lnTo>
                    <a:pt x="453832" y="529051"/>
                  </a:lnTo>
                  <a:cubicBezTo>
                    <a:pt x="453832" y="529051"/>
                    <a:pt x="457265" y="526225"/>
                    <a:pt x="457871" y="526057"/>
                  </a:cubicBezTo>
                  <a:cubicBezTo>
                    <a:pt x="458476" y="525889"/>
                    <a:pt x="460428" y="524140"/>
                    <a:pt x="460428" y="524140"/>
                  </a:cubicBezTo>
                  <a:cubicBezTo>
                    <a:pt x="460428" y="524140"/>
                    <a:pt x="460327" y="521650"/>
                    <a:pt x="460428" y="521247"/>
                  </a:cubicBezTo>
                  <a:cubicBezTo>
                    <a:pt x="460529" y="520877"/>
                    <a:pt x="460428" y="519295"/>
                    <a:pt x="460428" y="519295"/>
                  </a:cubicBezTo>
                  <a:lnTo>
                    <a:pt x="458948" y="517714"/>
                  </a:lnTo>
                  <a:lnTo>
                    <a:pt x="458476" y="514889"/>
                  </a:lnTo>
                  <a:lnTo>
                    <a:pt x="459015" y="511256"/>
                  </a:lnTo>
                  <a:lnTo>
                    <a:pt x="459722" y="505873"/>
                  </a:lnTo>
                  <a:lnTo>
                    <a:pt x="460462" y="501096"/>
                  </a:lnTo>
                  <a:cubicBezTo>
                    <a:pt x="460462" y="501096"/>
                    <a:pt x="460125" y="497833"/>
                    <a:pt x="460462" y="497295"/>
                  </a:cubicBezTo>
                  <a:cubicBezTo>
                    <a:pt x="460799" y="496757"/>
                    <a:pt x="463727" y="491106"/>
                    <a:pt x="463727" y="491106"/>
                  </a:cubicBezTo>
                  <a:lnTo>
                    <a:pt x="465476" y="488717"/>
                  </a:lnTo>
                  <a:lnTo>
                    <a:pt x="472308" y="483301"/>
                  </a:lnTo>
                  <a:lnTo>
                    <a:pt x="476111" y="479702"/>
                  </a:lnTo>
                  <a:lnTo>
                    <a:pt x="479914" y="476943"/>
                  </a:lnTo>
                  <a:lnTo>
                    <a:pt x="484054" y="475160"/>
                  </a:lnTo>
                  <a:lnTo>
                    <a:pt x="488597" y="475160"/>
                  </a:lnTo>
                  <a:lnTo>
                    <a:pt x="492198" y="475934"/>
                  </a:lnTo>
                  <a:lnTo>
                    <a:pt x="494319" y="478760"/>
                  </a:lnTo>
                  <a:lnTo>
                    <a:pt x="496439" y="480946"/>
                  </a:lnTo>
                  <a:lnTo>
                    <a:pt x="496439" y="483032"/>
                  </a:lnTo>
                  <a:lnTo>
                    <a:pt x="496439" y="484781"/>
                  </a:lnTo>
                  <a:lnTo>
                    <a:pt x="496977" y="487170"/>
                  </a:lnTo>
                  <a:lnTo>
                    <a:pt x="500343" y="487809"/>
                  </a:lnTo>
                  <a:lnTo>
                    <a:pt x="502093" y="489323"/>
                  </a:lnTo>
                  <a:lnTo>
                    <a:pt x="505694" y="490836"/>
                  </a:lnTo>
                  <a:lnTo>
                    <a:pt x="506905" y="491711"/>
                  </a:lnTo>
                  <a:lnTo>
                    <a:pt x="506905" y="495176"/>
                  </a:lnTo>
                  <a:lnTo>
                    <a:pt x="506266" y="496252"/>
                  </a:lnTo>
                  <a:lnTo>
                    <a:pt x="506367" y="498002"/>
                  </a:lnTo>
                  <a:cubicBezTo>
                    <a:pt x="506367" y="498002"/>
                    <a:pt x="506266" y="498540"/>
                    <a:pt x="506905" y="498977"/>
                  </a:cubicBezTo>
                  <a:cubicBezTo>
                    <a:pt x="507545" y="499415"/>
                    <a:pt x="509396" y="500625"/>
                    <a:pt x="509396" y="500625"/>
                  </a:cubicBezTo>
                  <a:lnTo>
                    <a:pt x="512761" y="502038"/>
                  </a:lnTo>
                  <a:lnTo>
                    <a:pt x="515252" y="501601"/>
                  </a:lnTo>
                  <a:cubicBezTo>
                    <a:pt x="515252" y="501601"/>
                    <a:pt x="516429" y="501803"/>
                    <a:pt x="517843" y="501803"/>
                  </a:cubicBezTo>
                  <a:cubicBezTo>
                    <a:pt x="519257" y="501803"/>
                    <a:pt x="525550" y="502678"/>
                    <a:pt x="525550" y="502678"/>
                  </a:cubicBezTo>
                  <a:lnTo>
                    <a:pt x="536959" y="502038"/>
                  </a:lnTo>
                  <a:lnTo>
                    <a:pt x="541974" y="503216"/>
                  </a:lnTo>
                  <a:lnTo>
                    <a:pt x="544262" y="505840"/>
                  </a:lnTo>
                  <a:cubicBezTo>
                    <a:pt x="544262" y="505840"/>
                    <a:pt x="550353" y="507252"/>
                    <a:pt x="550791" y="507252"/>
                  </a:cubicBezTo>
                  <a:cubicBezTo>
                    <a:pt x="551229" y="507252"/>
                    <a:pt x="556882" y="507791"/>
                    <a:pt x="556882" y="507791"/>
                  </a:cubicBezTo>
                  <a:lnTo>
                    <a:pt x="563512" y="506815"/>
                  </a:lnTo>
                  <a:lnTo>
                    <a:pt x="567315" y="504965"/>
                  </a:lnTo>
                  <a:lnTo>
                    <a:pt x="571556" y="503552"/>
                  </a:lnTo>
                  <a:lnTo>
                    <a:pt x="576234" y="501601"/>
                  </a:lnTo>
                  <a:lnTo>
                    <a:pt x="579936" y="500827"/>
                  </a:lnTo>
                  <a:lnTo>
                    <a:pt x="582662" y="501029"/>
                  </a:lnTo>
                  <a:lnTo>
                    <a:pt x="589931" y="501265"/>
                  </a:lnTo>
                  <a:lnTo>
                    <a:pt x="596460" y="501265"/>
                  </a:lnTo>
                  <a:lnTo>
                    <a:pt x="598210" y="500289"/>
                  </a:lnTo>
                  <a:lnTo>
                    <a:pt x="601677" y="497262"/>
                  </a:lnTo>
                  <a:lnTo>
                    <a:pt x="602451" y="495849"/>
                  </a:lnTo>
                  <a:lnTo>
                    <a:pt x="605480" y="490836"/>
                  </a:lnTo>
                  <a:lnTo>
                    <a:pt x="608643" y="486699"/>
                  </a:lnTo>
                  <a:lnTo>
                    <a:pt x="609518" y="479971"/>
                  </a:lnTo>
                  <a:lnTo>
                    <a:pt x="609518" y="472570"/>
                  </a:lnTo>
                  <a:lnTo>
                    <a:pt x="606355" y="468971"/>
                  </a:lnTo>
                  <a:lnTo>
                    <a:pt x="601777" y="465708"/>
                  </a:lnTo>
                  <a:lnTo>
                    <a:pt x="596898" y="463420"/>
                  </a:lnTo>
                  <a:cubicBezTo>
                    <a:pt x="596898" y="463420"/>
                    <a:pt x="593532" y="462344"/>
                    <a:pt x="593431" y="461906"/>
                  </a:cubicBezTo>
                  <a:cubicBezTo>
                    <a:pt x="593330" y="461469"/>
                    <a:pt x="590806" y="458879"/>
                    <a:pt x="590705" y="458542"/>
                  </a:cubicBezTo>
                  <a:cubicBezTo>
                    <a:pt x="590604" y="458206"/>
                    <a:pt x="587878" y="455279"/>
                    <a:pt x="587878" y="455279"/>
                  </a:cubicBezTo>
                  <a:lnTo>
                    <a:pt x="588215" y="450704"/>
                  </a:lnTo>
                  <a:lnTo>
                    <a:pt x="588753" y="447441"/>
                  </a:lnTo>
                  <a:lnTo>
                    <a:pt x="584176" y="444178"/>
                  </a:lnTo>
                  <a:lnTo>
                    <a:pt x="583436" y="438325"/>
                  </a:lnTo>
                  <a:cubicBezTo>
                    <a:pt x="583436" y="438325"/>
                    <a:pt x="583200" y="435062"/>
                    <a:pt x="583537" y="434725"/>
                  </a:cubicBezTo>
                  <a:cubicBezTo>
                    <a:pt x="583873" y="434389"/>
                    <a:pt x="585825" y="432505"/>
                    <a:pt x="585825" y="432505"/>
                  </a:cubicBezTo>
                  <a:lnTo>
                    <a:pt x="589628" y="431900"/>
                  </a:lnTo>
                  <a:lnTo>
                    <a:pt x="592960" y="430117"/>
                  </a:lnTo>
                  <a:lnTo>
                    <a:pt x="598951" y="430319"/>
                  </a:lnTo>
                  <a:lnTo>
                    <a:pt x="602518" y="429982"/>
                  </a:lnTo>
                  <a:lnTo>
                    <a:pt x="606893" y="429982"/>
                  </a:lnTo>
                  <a:lnTo>
                    <a:pt x="607802" y="431462"/>
                  </a:lnTo>
                  <a:lnTo>
                    <a:pt x="609484" y="433683"/>
                  </a:lnTo>
                  <a:cubicBezTo>
                    <a:pt x="609484" y="433683"/>
                    <a:pt x="612278" y="433683"/>
                    <a:pt x="612379" y="433514"/>
                  </a:cubicBezTo>
                  <a:cubicBezTo>
                    <a:pt x="612480" y="433346"/>
                    <a:pt x="614600" y="430487"/>
                    <a:pt x="614768" y="430420"/>
                  </a:cubicBezTo>
                  <a:cubicBezTo>
                    <a:pt x="614936" y="430352"/>
                    <a:pt x="617797" y="427594"/>
                    <a:pt x="617797" y="427594"/>
                  </a:cubicBezTo>
                  <a:lnTo>
                    <a:pt x="621432" y="423523"/>
                  </a:lnTo>
                  <a:lnTo>
                    <a:pt x="626884" y="420563"/>
                  </a:lnTo>
                  <a:lnTo>
                    <a:pt x="629980" y="418747"/>
                  </a:lnTo>
                  <a:lnTo>
                    <a:pt x="635937" y="417805"/>
                  </a:lnTo>
                  <a:lnTo>
                    <a:pt x="641658" y="417805"/>
                  </a:lnTo>
                  <a:lnTo>
                    <a:pt x="648052" y="416425"/>
                  </a:lnTo>
                  <a:lnTo>
                    <a:pt x="652630" y="415046"/>
                  </a:lnTo>
                  <a:lnTo>
                    <a:pt x="656399" y="412221"/>
                  </a:lnTo>
                  <a:lnTo>
                    <a:pt x="660976" y="406872"/>
                  </a:lnTo>
                  <a:cubicBezTo>
                    <a:pt x="660976" y="406872"/>
                    <a:pt x="663668" y="403474"/>
                    <a:pt x="663938" y="403407"/>
                  </a:cubicBezTo>
                  <a:cubicBezTo>
                    <a:pt x="664207" y="403340"/>
                    <a:pt x="668178" y="399337"/>
                    <a:pt x="668178" y="399337"/>
                  </a:cubicBezTo>
                  <a:lnTo>
                    <a:pt x="670399" y="392306"/>
                  </a:lnTo>
                  <a:lnTo>
                    <a:pt x="670399" y="387394"/>
                  </a:lnTo>
                  <a:lnTo>
                    <a:pt x="670399" y="383257"/>
                  </a:lnTo>
                  <a:lnTo>
                    <a:pt x="670399" y="378682"/>
                  </a:lnTo>
                  <a:cubicBezTo>
                    <a:pt x="670399" y="378682"/>
                    <a:pt x="672217" y="375284"/>
                    <a:pt x="672452" y="375217"/>
                  </a:cubicBezTo>
                  <a:cubicBezTo>
                    <a:pt x="672654" y="375150"/>
                    <a:pt x="675649" y="371147"/>
                    <a:pt x="675649" y="371147"/>
                  </a:cubicBezTo>
                  <a:lnTo>
                    <a:pt x="677164" y="369128"/>
                  </a:lnTo>
                  <a:lnTo>
                    <a:pt x="679351" y="366942"/>
                  </a:lnTo>
                  <a:lnTo>
                    <a:pt x="682044" y="365293"/>
                  </a:lnTo>
                  <a:lnTo>
                    <a:pt x="682750" y="364486"/>
                  </a:lnTo>
                  <a:lnTo>
                    <a:pt x="685006" y="363914"/>
                  </a:lnTo>
                  <a:lnTo>
                    <a:pt x="686957" y="363914"/>
                  </a:lnTo>
                  <a:cubicBezTo>
                    <a:pt x="686957" y="363914"/>
                    <a:pt x="689145" y="365798"/>
                    <a:pt x="689414" y="366101"/>
                  </a:cubicBezTo>
                  <a:cubicBezTo>
                    <a:pt x="689717" y="366403"/>
                    <a:pt x="691501" y="369633"/>
                    <a:pt x="691501" y="369633"/>
                  </a:cubicBezTo>
                  <a:lnTo>
                    <a:pt x="692073" y="371819"/>
                  </a:lnTo>
                  <a:lnTo>
                    <a:pt x="694159" y="372189"/>
                  </a:lnTo>
                  <a:lnTo>
                    <a:pt x="696919" y="371180"/>
                  </a:lnTo>
                  <a:lnTo>
                    <a:pt x="698063" y="369094"/>
                  </a:lnTo>
                  <a:lnTo>
                    <a:pt x="699208" y="363948"/>
                  </a:lnTo>
                  <a:lnTo>
                    <a:pt x="700015" y="361257"/>
                  </a:lnTo>
                  <a:cubicBezTo>
                    <a:pt x="700015" y="361257"/>
                    <a:pt x="701530" y="359507"/>
                    <a:pt x="701900" y="359373"/>
                  </a:cubicBezTo>
                  <a:cubicBezTo>
                    <a:pt x="702270" y="359238"/>
                    <a:pt x="705097" y="357859"/>
                    <a:pt x="705097" y="357859"/>
                  </a:cubicBezTo>
                  <a:cubicBezTo>
                    <a:pt x="705097" y="357859"/>
                    <a:pt x="707722" y="356412"/>
                    <a:pt x="708227" y="356177"/>
                  </a:cubicBezTo>
                  <a:cubicBezTo>
                    <a:pt x="708732" y="355975"/>
                    <a:pt x="709539" y="355302"/>
                    <a:pt x="709742" y="355302"/>
                  </a:cubicBezTo>
                  <a:cubicBezTo>
                    <a:pt x="709943" y="355302"/>
                    <a:pt x="712131" y="353688"/>
                    <a:pt x="712434" y="353351"/>
                  </a:cubicBezTo>
                  <a:cubicBezTo>
                    <a:pt x="712703" y="352981"/>
                    <a:pt x="713612" y="351636"/>
                    <a:pt x="713679" y="351400"/>
                  </a:cubicBezTo>
                  <a:cubicBezTo>
                    <a:pt x="713746" y="351198"/>
                    <a:pt x="713679" y="349079"/>
                    <a:pt x="713679" y="349079"/>
                  </a:cubicBezTo>
                  <a:lnTo>
                    <a:pt x="713477" y="340467"/>
                  </a:lnTo>
                  <a:lnTo>
                    <a:pt x="713881" y="333235"/>
                  </a:lnTo>
                  <a:lnTo>
                    <a:pt x="713881" y="324825"/>
                  </a:lnTo>
                  <a:lnTo>
                    <a:pt x="715631" y="315708"/>
                  </a:lnTo>
                  <a:lnTo>
                    <a:pt x="715631" y="310932"/>
                  </a:lnTo>
                  <a:cubicBezTo>
                    <a:pt x="715631" y="310932"/>
                    <a:pt x="714319" y="307669"/>
                    <a:pt x="714251" y="306794"/>
                  </a:cubicBezTo>
                  <a:cubicBezTo>
                    <a:pt x="714184" y="305919"/>
                    <a:pt x="712669" y="303834"/>
                    <a:pt x="712602" y="303598"/>
                  </a:cubicBezTo>
                  <a:cubicBezTo>
                    <a:pt x="712535" y="303396"/>
                    <a:pt x="713174" y="301580"/>
                    <a:pt x="713174" y="301277"/>
                  </a:cubicBezTo>
                  <a:cubicBezTo>
                    <a:pt x="713174" y="300974"/>
                    <a:pt x="714689" y="299090"/>
                    <a:pt x="714857" y="298889"/>
                  </a:cubicBezTo>
                  <a:cubicBezTo>
                    <a:pt x="714991" y="298687"/>
                    <a:pt x="715934" y="297005"/>
                    <a:pt x="715934" y="297005"/>
                  </a:cubicBezTo>
                  <a:lnTo>
                    <a:pt x="718963" y="294616"/>
                  </a:lnTo>
                  <a:cubicBezTo>
                    <a:pt x="718963" y="294616"/>
                    <a:pt x="720275" y="293977"/>
                    <a:pt x="720545" y="293977"/>
                  </a:cubicBezTo>
                  <a:cubicBezTo>
                    <a:pt x="720847" y="293977"/>
                    <a:pt x="722126" y="293775"/>
                    <a:pt x="722429" y="293607"/>
                  </a:cubicBezTo>
                  <a:cubicBezTo>
                    <a:pt x="722698" y="293473"/>
                    <a:pt x="723876" y="293338"/>
                    <a:pt x="723876" y="293338"/>
                  </a:cubicBezTo>
                  <a:cubicBezTo>
                    <a:pt x="723876" y="293338"/>
                    <a:pt x="725761" y="292665"/>
                    <a:pt x="726131" y="292665"/>
                  </a:cubicBezTo>
                  <a:cubicBezTo>
                    <a:pt x="726501" y="292665"/>
                    <a:pt x="728655" y="292665"/>
                    <a:pt x="728655" y="292665"/>
                  </a:cubicBezTo>
                  <a:lnTo>
                    <a:pt x="731718" y="294616"/>
                  </a:lnTo>
                  <a:lnTo>
                    <a:pt x="735050" y="298586"/>
                  </a:lnTo>
                  <a:cubicBezTo>
                    <a:pt x="735050" y="298586"/>
                    <a:pt x="738449" y="299898"/>
                    <a:pt x="738752" y="299898"/>
                  </a:cubicBezTo>
                  <a:cubicBezTo>
                    <a:pt x="739021" y="299898"/>
                    <a:pt x="743968" y="300201"/>
                    <a:pt x="743968" y="300201"/>
                  </a:cubicBezTo>
                  <a:cubicBezTo>
                    <a:pt x="743968" y="300201"/>
                    <a:pt x="745281" y="300335"/>
                    <a:pt x="745483" y="300402"/>
                  </a:cubicBezTo>
                  <a:cubicBezTo>
                    <a:pt x="745684" y="300470"/>
                    <a:pt x="746930" y="302589"/>
                    <a:pt x="746930" y="302589"/>
                  </a:cubicBezTo>
                  <a:lnTo>
                    <a:pt x="746930" y="305717"/>
                  </a:lnTo>
                  <a:lnTo>
                    <a:pt x="745988" y="309485"/>
                  </a:lnTo>
                  <a:lnTo>
                    <a:pt x="746930" y="312748"/>
                  </a:lnTo>
                  <a:cubicBezTo>
                    <a:pt x="746930" y="312748"/>
                    <a:pt x="746358" y="315641"/>
                    <a:pt x="746189" y="315944"/>
                  </a:cubicBezTo>
                  <a:cubicBezTo>
                    <a:pt x="746055" y="316247"/>
                    <a:pt x="746324" y="319140"/>
                    <a:pt x="746324" y="319140"/>
                  </a:cubicBezTo>
                  <a:cubicBezTo>
                    <a:pt x="746324" y="319140"/>
                    <a:pt x="750531" y="321730"/>
                    <a:pt x="750800" y="321730"/>
                  </a:cubicBezTo>
                  <a:cubicBezTo>
                    <a:pt x="751103" y="321730"/>
                    <a:pt x="757194" y="327381"/>
                    <a:pt x="757194" y="327381"/>
                  </a:cubicBezTo>
                  <a:lnTo>
                    <a:pt x="762175" y="332360"/>
                  </a:lnTo>
                  <a:lnTo>
                    <a:pt x="766820" y="336128"/>
                  </a:lnTo>
                  <a:lnTo>
                    <a:pt x="769276" y="337440"/>
                  </a:lnTo>
                  <a:lnTo>
                    <a:pt x="774695" y="338314"/>
                  </a:lnTo>
                  <a:lnTo>
                    <a:pt x="774695" y="335287"/>
                  </a:lnTo>
                  <a:lnTo>
                    <a:pt x="772844" y="331687"/>
                  </a:lnTo>
                  <a:lnTo>
                    <a:pt x="772507" y="329063"/>
                  </a:lnTo>
                  <a:lnTo>
                    <a:pt x="772709" y="327415"/>
                  </a:lnTo>
                  <a:lnTo>
                    <a:pt x="773887" y="326540"/>
                  </a:lnTo>
                  <a:lnTo>
                    <a:pt x="774661" y="326439"/>
                  </a:lnTo>
                  <a:lnTo>
                    <a:pt x="776849" y="326776"/>
                  </a:lnTo>
                  <a:lnTo>
                    <a:pt x="778700" y="329938"/>
                  </a:lnTo>
                  <a:lnTo>
                    <a:pt x="779844" y="333638"/>
                  </a:lnTo>
                  <a:lnTo>
                    <a:pt x="782604" y="338079"/>
                  </a:lnTo>
                  <a:lnTo>
                    <a:pt x="784455" y="341678"/>
                  </a:lnTo>
                  <a:lnTo>
                    <a:pt x="786104" y="344706"/>
                  </a:lnTo>
                  <a:lnTo>
                    <a:pt x="788594" y="347868"/>
                  </a:lnTo>
                  <a:lnTo>
                    <a:pt x="788594" y="350895"/>
                  </a:lnTo>
                  <a:cubicBezTo>
                    <a:pt x="788594" y="350895"/>
                    <a:pt x="792801" y="354091"/>
                    <a:pt x="793373" y="354091"/>
                  </a:cubicBezTo>
                  <a:cubicBezTo>
                    <a:pt x="793945" y="354091"/>
                    <a:pt x="795965" y="353351"/>
                    <a:pt x="795965" y="353351"/>
                  </a:cubicBezTo>
                  <a:cubicBezTo>
                    <a:pt x="795965" y="353351"/>
                    <a:pt x="797647" y="352914"/>
                    <a:pt x="797984" y="352914"/>
                  </a:cubicBezTo>
                  <a:cubicBezTo>
                    <a:pt x="798354" y="352914"/>
                    <a:pt x="800171" y="354091"/>
                    <a:pt x="800171" y="354091"/>
                  </a:cubicBezTo>
                  <a:cubicBezTo>
                    <a:pt x="800171" y="354091"/>
                    <a:pt x="800811" y="357186"/>
                    <a:pt x="801114" y="357186"/>
                  </a:cubicBezTo>
                  <a:cubicBezTo>
                    <a:pt x="801417" y="357186"/>
                    <a:pt x="801989" y="357489"/>
                    <a:pt x="802729" y="357388"/>
                  </a:cubicBezTo>
                  <a:cubicBezTo>
                    <a:pt x="803436" y="357321"/>
                    <a:pt x="804614" y="356816"/>
                    <a:pt x="804681" y="356143"/>
                  </a:cubicBezTo>
                  <a:cubicBezTo>
                    <a:pt x="804748" y="355504"/>
                    <a:pt x="805623" y="354125"/>
                    <a:pt x="804681" y="353385"/>
                  </a:cubicBezTo>
                  <a:cubicBezTo>
                    <a:pt x="803739" y="352645"/>
                    <a:pt x="802797" y="351871"/>
                    <a:pt x="802594" y="351804"/>
                  </a:cubicBezTo>
                  <a:cubicBezTo>
                    <a:pt x="802393" y="351736"/>
                    <a:pt x="801518" y="350492"/>
                    <a:pt x="801518" y="350492"/>
                  </a:cubicBezTo>
                  <a:lnTo>
                    <a:pt x="800710" y="349348"/>
                  </a:lnTo>
                  <a:lnTo>
                    <a:pt x="798690" y="348339"/>
                  </a:lnTo>
                  <a:lnTo>
                    <a:pt x="796671" y="347464"/>
                  </a:lnTo>
                  <a:cubicBezTo>
                    <a:pt x="796671" y="347464"/>
                    <a:pt x="796032" y="346758"/>
                    <a:pt x="795662" y="345580"/>
                  </a:cubicBezTo>
                  <a:cubicBezTo>
                    <a:pt x="795291" y="344403"/>
                    <a:pt x="793945" y="342317"/>
                    <a:pt x="793777" y="342116"/>
                  </a:cubicBezTo>
                  <a:cubicBezTo>
                    <a:pt x="793642" y="341880"/>
                    <a:pt x="792128" y="340097"/>
                    <a:pt x="792128" y="340097"/>
                  </a:cubicBezTo>
                  <a:cubicBezTo>
                    <a:pt x="792128" y="340097"/>
                    <a:pt x="791320" y="338213"/>
                    <a:pt x="791253" y="337911"/>
                  </a:cubicBezTo>
                  <a:cubicBezTo>
                    <a:pt x="791185" y="337608"/>
                    <a:pt x="789435" y="335085"/>
                    <a:pt x="789435" y="335085"/>
                  </a:cubicBezTo>
                  <a:cubicBezTo>
                    <a:pt x="789435" y="335085"/>
                    <a:pt x="788123" y="331519"/>
                    <a:pt x="788123" y="331250"/>
                  </a:cubicBezTo>
                  <a:cubicBezTo>
                    <a:pt x="788123" y="330947"/>
                    <a:pt x="787988" y="328794"/>
                    <a:pt x="787988" y="328794"/>
                  </a:cubicBezTo>
                  <a:cubicBezTo>
                    <a:pt x="787988" y="328794"/>
                    <a:pt x="788224" y="327852"/>
                    <a:pt x="788224" y="327146"/>
                  </a:cubicBezTo>
                  <a:cubicBezTo>
                    <a:pt x="788224" y="326406"/>
                    <a:pt x="788594" y="325329"/>
                    <a:pt x="788156" y="324959"/>
                  </a:cubicBezTo>
                  <a:cubicBezTo>
                    <a:pt x="787719" y="324589"/>
                    <a:pt x="784455" y="322773"/>
                    <a:pt x="784017" y="322773"/>
                  </a:cubicBezTo>
                  <a:cubicBezTo>
                    <a:pt x="783579" y="322773"/>
                    <a:pt x="782267" y="322134"/>
                    <a:pt x="782267" y="322134"/>
                  </a:cubicBezTo>
                  <a:cubicBezTo>
                    <a:pt x="782267" y="322134"/>
                    <a:pt x="781123" y="320620"/>
                    <a:pt x="781325" y="320048"/>
                  </a:cubicBezTo>
                  <a:cubicBezTo>
                    <a:pt x="781560" y="319476"/>
                    <a:pt x="781762" y="317222"/>
                    <a:pt x="781762" y="317222"/>
                  </a:cubicBezTo>
                  <a:cubicBezTo>
                    <a:pt x="781762" y="317222"/>
                    <a:pt x="782200" y="316011"/>
                    <a:pt x="781459" y="315843"/>
                  </a:cubicBezTo>
                  <a:cubicBezTo>
                    <a:pt x="780719" y="315708"/>
                    <a:pt x="778195" y="315406"/>
                    <a:pt x="777690" y="315776"/>
                  </a:cubicBezTo>
                  <a:cubicBezTo>
                    <a:pt x="777185" y="316146"/>
                    <a:pt x="775738" y="317592"/>
                    <a:pt x="775503" y="317660"/>
                  </a:cubicBezTo>
                  <a:cubicBezTo>
                    <a:pt x="775301" y="317727"/>
                    <a:pt x="773988" y="318669"/>
                    <a:pt x="773113" y="318231"/>
                  </a:cubicBezTo>
                  <a:cubicBezTo>
                    <a:pt x="772238" y="317794"/>
                    <a:pt x="770353" y="316045"/>
                    <a:pt x="770589" y="315338"/>
                  </a:cubicBezTo>
                  <a:cubicBezTo>
                    <a:pt x="770791" y="314598"/>
                    <a:pt x="771161" y="311941"/>
                    <a:pt x="771397" y="311705"/>
                  </a:cubicBezTo>
                  <a:cubicBezTo>
                    <a:pt x="771632" y="311503"/>
                    <a:pt x="775402" y="308510"/>
                    <a:pt x="775402" y="308510"/>
                  </a:cubicBezTo>
                  <a:lnTo>
                    <a:pt x="776781" y="307433"/>
                  </a:lnTo>
                  <a:lnTo>
                    <a:pt x="783445" y="302959"/>
                  </a:lnTo>
                  <a:lnTo>
                    <a:pt x="787719" y="299259"/>
                  </a:lnTo>
                  <a:lnTo>
                    <a:pt x="790614" y="297375"/>
                  </a:lnTo>
                  <a:lnTo>
                    <a:pt x="796907" y="294179"/>
                  </a:lnTo>
                  <a:lnTo>
                    <a:pt x="799666" y="293237"/>
                  </a:lnTo>
                  <a:lnTo>
                    <a:pt x="802797" y="293103"/>
                  </a:lnTo>
                  <a:cubicBezTo>
                    <a:pt x="802797" y="293103"/>
                    <a:pt x="806431" y="292531"/>
                    <a:pt x="806566" y="292228"/>
                  </a:cubicBezTo>
                  <a:cubicBezTo>
                    <a:pt x="806700" y="291925"/>
                    <a:pt x="808013" y="289335"/>
                    <a:pt x="808013" y="289335"/>
                  </a:cubicBezTo>
                  <a:cubicBezTo>
                    <a:pt x="808013" y="289335"/>
                    <a:pt x="808249" y="287586"/>
                    <a:pt x="808450" y="287518"/>
                  </a:cubicBezTo>
                  <a:cubicBezTo>
                    <a:pt x="808652" y="287451"/>
                    <a:pt x="810907" y="287216"/>
                    <a:pt x="811782" y="286879"/>
                  </a:cubicBezTo>
                  <a:cubicBezTo>
                    <a:pt x="812657" y="286509"/>
                    <a:pt x="813667" y="285803"/>
                    <a:pt x="814037" y="285433"/>
                  </a:cubicBezTo>
                  <a:cubicBezTo>
                    <a:pt x="814407" y="285063"/>
                    <a:pt x="816225" y="283616"/>
                    <a:pt x="816730" y="283414"/>
                  </a:cubicBezTo>
                  <a:cubicBezTo>
                    <a:pt x="817234" y="283213"/>
                    <a:pt x="819254" y="282035"/>
                    <a:pt x="819254" y="282035"/>
                  </a:cubicBezTo>
                  <a:lnTo>
                    <a:pt x="819960" y="280790"/>
                  </a:lnTo>
                  <a:lnTo>
                    <a:pt x="819960" y="279647"/>
                  </a:lnTo>
                  <a:cubicBezTo>
                    <a:pt x="819960" y="279647"/>
                    <a:pt x="818816" y="276249"/>
                    <a:pt x="818816" y="275946"/>
                  </a:cubicBezTo>
                  <a:cubicBezTo>
                    <a:pt x="818816" y="275644"/>
                    <a:pt x="817504" y="272986"/>
                    <a:pt x="817504" y="272986"/>
                  </a:cubicBezTo>
                  <a:lnTo>
                    <a:pt x="814609" y="270968"/>
                  </a:lnTo>
                  <a:lnTo>
                    <a:pt x="814744" y="268882"/>
                  </a:lnTo>
                  <a:cubicBezTo>
                    <a:pt x="814609" y="268546"/>
                    <a:pt x="815989" y="265585"/>
                    <a:pt x="816292" y="265451"/>
                  </a:cubicBezTo>
                  <a:close/>
                </a:path>
              </a:pathLst>
            </a:custGeom>
            <a:grpFill/>
            <a:ln w="6350" cap="flat">
              <a:solidFill>
                <a:schemeClr val="bg1"/>
              </a:solidFill>
              <a:prstDash val="solid"/>
              <a:miter/>
            </a:ln>
          </p:spPr>
          <p:txBody>
            <a:bodyPr rtlCol="0" anchor="ctr"/>
            <a:lstStyle/>
            <a:p>
              <a:endParaRPr lang="en-US"/>
            </a:p>
          </p:txBody>
        </p:sp>
        <p:sp>
          <p:nvSpPr>
            <p:cNvPr id="124" name="Freeform 903">
              <a:extLst>
                <a:ext uri="{FF2B5EF4-FFF2-40B4-BE49-F238E27FC236}">
                  <a16:creationId xmlns:a16="http://schemas.microsoft.com/office/drawing/2014/main" id="{F0829396-9F21-A9EF-89D1-C89027CE6FEF}"/>
                </a:ext>
              </a:extLst>
            </p:cNvPr>
            <p:cNvSpPr/>
            <p:nvPr/>
          </p:nvSpPr>
          <p:spPr>
            <a:xfrm>
              <a:off x="8185600" y="1718655"/>
              <a:ext cx="577811" cy="526277"/>
            </a:xfrm>
            <a:custGeom>
              <a:avLst/>
              <a:gdLst>
                <a:gd name="connsiteX0" fmla="*/ 1109167 w 1109339"/>
                <a:gd name="connsiteY0" fmla="*/ 386721 h 1010399"/>
                <a:gd name="connsiteX1" fmla="*/ 1109066 w 1109339"/>
                <a:gd name="connsiteY1" fmla="*/ 385577 h 1010399"/>
                <a:gd name="connsiteX2" fmla="*/ 1109066 w 1109339"/>
                <a:gd name="connsiteY2" fmla="*/ 384871 h 1010399"/>
                <a:gd name="connsiteX3" fmla="*/ 1108359 w 1109339"/>
                <a:gd name="connsiteY3" fmla="*/ 383391 h 1010399"/>
                <a:gd name="connsiteX4" fmla="*/ 1106508 w 1109339"/>
                <a:gd name="connsiteY4" fmla="*/ 383761 h 1010399"/>
                <a:gd name="connsiteX5" fmla="*/ 1105263 w 1109339"/>
                <a:gd name="connsiteY5" fmla="*/ 384636 h 1010399"/>
                <a:gd name="connsiteX6" fmla="*/ 1104926 w 1109339"/>
                <a:gd name="connsiteY6" fmla="*/ 385779 h 1010399"/>
                <a:gd name="connsiteX7" fmla="*/ 1104051 w 1109339"/>
                <a:gd name="connsiteY7" fmla="*/ 387630 h 1010399"/>
                <a:gd name="connsiteX8" fmla="*/ 1102133 w 1109339"/>
                <a:gd name="connsiteY8" fmla="*/ 388403 h 1010399"/>
                <a:gd name="connsiteX9" fmla="*/ 1099912 w 1109339"/>
                <a:gd name="connsiteY9" fmla="*/ 388841 h 1010399"/>
                <a:gd name="connsiteX10" fmla="*/ 1097691 w 1109339"/>
                <a:gd name="connsiteY10" fmla="*/ 389917 h 1010399"/>
                <a:gd name="connsiteX11" fmla="*/ 1095301 w 1109339"/>
                <a:gd name="connsiteY11" fmla="*/ 390455 h 1010399"/>
                <a:gd name="connsiteX12" fmla="*/ 1091060 w 1109339"/>
                <a:gd name="connsiteY12" fmla="*/ 391397 h 1010399"/>
                <a:gd name="connsiteX13" fmla="*/ 1082142 w 1109339"/>
                <a:gd name="connsiteY13" fmla="*/ 391128 h 1010399"/>
                <a:gd name="connsiteX14" fmla="*/ 1076387 w 1109339"/>
                <a:gd name="connsiteY14" fmla="*/ 391397 h 1010399"/>
                <a:gd name="connsiteX15" fmla="*/ 1071642 w 1109339"/>
                <a:gd name="connsiteY15" fmla="*/ 392474 h 1010399"/>
                <a:gd name="connsiteX16" fmla="*/ 1065921 w 1109339"/>
                <a:gd name="connsiteY16" fmla="*/ 396712 h 1010399"/>
                <a:gd name="connsiteX17" fmla="*/ 1061041 w 1109339"/>
                <a:gd name="connsiteY17" fmla="*/ 398832 h 1010399"/>
                <a:gd name="connsiteX18" fmla="*/ 1048252 w 1109339"/>
                <a:gd name="connsiteY18" fmla="*/ 405122 h 1010399"/>
                <a:gd name="connsiteX19" fmla="*/ 1041689 w 1109339"/>
                <a:gd name="connsiteY19" fmla="*/ 410605 h 1010399"/>
                <a:gd name="connsiteX20" fmla="*/ 1032569 w 1109339"/>
                <a:gd name="connsiteY20" fmla="*/ 415281 h 1010399"/>
                <a:gd name="connsiteX21" fmla="*/ 1011434 w 1109339"/>
                <a:gd name="connsiteY21" fmla="*/ 432236 h 1010399"/>
                <a:gd name="connsiteX22" fmla="*/ 1001977 w 1109339"/>
                <a:gd name="connsiteY22" fmla="*/ 439401 h 1010399"/>
                <a:gd name="connsiteX23" fmla="*/ 990467 w 1109339"/>
                <a:gd name="connsiteY23" fmla="*/ 441588 h 1010399"/>
                <a:gd name="connsiteX24" fmla="*/ 978721 w 1109339"/>
                <a:gd name="connsiteY24" fmla="*/ 445927 h 1010399"/>
                <a:gd name="connsiteX25" fmla="*/ 971115 w 1109339"/>
                <a:gd name="connsiteY25" fmla="*/ 453328 h 1010399"/>
                <a:gd name="connsiteX26" fmla="*/ 963712 w 1109339"/>
                <a:gd name="connsiteY26" fmla="*/ 460056 h 1010399"/>
                <a:gd name="connsiteX27" fmla="*/ 955668 w 1109339"/>
                <a:gd name="connsiteY27" fmla="*/ 467120 h 1010399"/>
                <a:gd name="connsiteX28" fmla="*/ 951428 w 1109339"/>
                <a:gd name="connsiteY28" fmla="*/ 475160 h 1010399"/>
                <a:gd name="connsiteX29" fmla="*/ 945673 w 1109339"/>
                <a:gd name="connsiteY29" fmla="*/ 477885 h 1010399"/>
                <a:gd name="connsiteX30" fmla="*/ 942980 w 1109339"/>
                <a:gd name="connsiteY30" fmla="*/ 477885 h 1010399"/>
                <a:gd name="connsiteX31" fmla="*/ 940355 w 1109339"/>
                <a:gd name="connsiteY31" fmla="*/ 479836 h 1010399"/>
                <a:gd name="connsiteX32" fmla="*/ 939480 w 1109339"/>
                <a:gd name="connsiteY32" fmla="*/ 486463 h 1010399"/>
                <a:gd name="connsiteX33" fmla="*/ 939918 w 1109339"/>
                <a:gd name="connsiteY33" fmla="*/ 492753 h 1010399"/>
                <a:gd name="connsiteX34" fmla="*/ 940120 w 1109339"/>
                <a:gd name="connsiteY34" fmla="*/ 494604 h 1010399"/>
                <a:gd name="connsiteX35" fmla="*/ 939346 w 1109339"/>
                <a:gd name="connsiteY35" fmla="*/ 497766 h 1010399"/>
                <a:gd name="connsiteX36" fmla="*/ 937293 w 1109339"/>
                <a:gd name="connsiteY36" fmla="*/ 498977 h 1010399"/>
                <a:gd name="connsiteX37" fmla="*/ 935543 w 1109339"/>
                <a:gd name="connsiteY37" fmla="*/ 500289 h 1010399"/>
                <a:gd name="connsiteX38" fmla="*/ 930865 w 1109339"/>
                <a:gd name="connsiteY38" fmla="*/ 500726 h 1010399"/>
                <a:gd name="connsiteX39" fmla="*/ 919658 w 1109339"/>
                <a:gd name="connsiteY39" fmla="*/ 500928 h 1010399"/>
                <a:gd name="connsiteX40" fmla="*/ 913364 w 1109339"/>
                <a:gd name="connsiteY40" fmla="*/ 506377 h 1010399"/>
                <a:gd name="connsiteX41" fmla="*/ 906297 w 1109339"/>
                <a:gd name="connsiteY41" fmla="*/ 510179 h 1010399"/>
                <a:gd name="connsiteX42" fmla="*/ 902494 w 1109339"/>
                <a:gd name="connsiteY42" fmla="*/ 512668 h 1010399"/>
                <a:gd name="connsiteX43" fmla="*/ 896402 w 1109339"/>
                <a:gd name="connsiteY43" fmla="*/ 514451 h 1010399"/>
                <a:gd name="connsiteX44" fmla="*/ 890648 w 1109339"/>
                <a:gd name="connsiteY44" fmla="*/ 516133 h 1010399"/>
                <a:gd name="connsiteX45" fmla="*/ 880315 w 1109339"/>
                <a:gd name="connsiteY45" fmla="*/ 516133 h 1010399"/>
                <a:gd name="connsiteX46" fmla="*/ 857834 w 1109339"/>
                <a:gd name="connsiteY46" fmla="*/ 516772 h 1010399"/>
                <a:gd name="connsiteX47" fmla="*/ 852416 w 1109339"/>
                <a:gd name="connsiteY47" fmla="*/ 517108 h 1010399"/>
                <a:gd name="connsiteX48" fmla="*/ 847402 w 1109339"/>
                <a:gd name="connsiteY48" fmla="*/ 518757 h 1010399"/>
                <a:gd name="connsiteX49" fmla="*/ 841646 w 1109339"/>
                <a:gd name="connsiteY49" fmla="*/ 521919 h 1010399"/>
                <a:gd name="connsiteX50" fmla="*/ 835555 w 1109339"/>
                <a:gd name="connsiteY50" fmla="*/ 522558 h 1010399"/>
                <a:gd name="connsiteX51" fmla="*/ 829463 w 1109339"/>
                <a:gd name="connsiteY51" fmla="*/ 524509 h 1010399"/>
                <a:gd name="connsiteX52" fmla="*/ 824348 w 1109339"/>
                <a:gd name="connsiteY52" fmla="*/ 526359 h 1010399"/>
                <a:gd name="connsiteX53" fmla="*/ 817819 w 1109339"/>
                <a:gd name="connsiteY53" fmla="*/ 526696 h 1010399"/>
                <a:gd name="connsiteX54" fmla="*/ 813242 w 1109339"/>
                <a:gd name="connsiteY54" fmla="*/ 525485 h 1010399"/>
                <a:gd name="connsiteX55" fmla="*/ 807790 w 1109339"/>
                <a:gd name="connsiteY55" fmla="*/ 517108 h 1010399"/>
                <a:gd name="connsiteX56" fmla="*/ 803785 w 1109339"/>
                <a:gd name="connsiteY56" fmla="*/ 509607 h 1010399"/>
                <a:gd name="connsiteX57" fmla="*/ 798468 w 1109339"/>
                <a:gd name="connsiteY57" fmla="*/ 505368 h 1010399"/>
                <a:gd name="connsiteX58" fmla="*/ 796078 w 1109339"/>
                <a:gd name="connsiteY58" fmla="*/ 503619 h 1010399"/>
                <a:gd name="connsiteX59" fmla="*/ 790963 w 1109339"/>
                <a:gd name="connsiteY59" fmla="*/ 500894 h 1010399"/>
                <a:gd name="connsiteX60" fmla="*/ 787429 w 1109339"/>
                <a:gd name="connsiteY60" fmla="*/ 498169 h 1010399"/>
                <a:gd name="connsiteX61" fmla="*/ 782044 w 1109339"/>
                <a:gd name="connsiteY61" fmla="*/ 494368 h 1010399"/>
                <a:gd name="connsiteX62" fmla="*/ 782044 w 1109339"/>
                <a:gd name="connsiteY62" fmla="*/ 490903 h 1010399"/>
                <a:gd name="connsiteX63" fmla="*/ 782044 w 1109339"/>
                <a:gd name="connsiteY63" fmla="*/ 485689 h 1010399"/>
                <a:gd name="connsiteX64" fmla="*/ 782044 w 1109339"/>
                <a:gd name="connsiteY64" fmla="*/ 483940 h 1010399"/>
                <a:gd name="connsiteX65" fmla="*/ 784332 w 1109339"/>
                <a:gd name="connsiteY65" fmla="*/ 477952 h 1010399"/>
                <a:gd name="connsiteX66" fmla="*/ 785746 w 1109339"/>
                <a:gd name="connsiteY66" fmla="*/ 475227 h 1010399"/>
                <a:gd name="connsiteX67" fmla="*/ 787059 w 1109339"/>
                <a:gd name="connsiteY67" fmla="*/ 470787 h 1010399"/>
                <a:gd name="connsiteX68" fmla="*/ 786823 w 1109339"/>
                <a:gd name="connsiteY68" fmla="*/ 466010 h 1010399"/>
                <a:gd name="connsiteX69" fmla="*/ 786621 w 1109339"/>
                <a:gd name="connsiteY69" fmla="*/ 461435 h 1010399"/>
                <a:gd name="connsiteX70" fmla="*/ 786285 w 1109339"/>
                <a:gd name="connsiteY70" fmla="*/ 456557 h 1010399"/>
                <a:gd name="connsiteX71" fmla="*/ 784332 w 1109339"/>
                <a:gd name="connsiteY71" fmla="*/ 449056 h 1010399"/>
                <a:gd name="connsiteX72" fmla="*/ 780765 w 1109339"/>
                <a:gd name="connsiteY72" fmla="*/ 444817 h 1010399"/>
                <a:gd name="connsiteX73" fmla="*/ 776323 w 1109339"/>
                <a:gd name="connsiteY73" fmla="*/ 443068 h 1010399"/>
                <a:gd name="connsiteX74" fmla="*/ 772621 w 1109339"/>
                <a:gd name="connsiteY74" fmla="*/ 442832 h 1010399"/>
                <a:gd name="connsiteX75" fmla="*/ 766193 w 1109339"/>
                <a:gd name="connsiteY75" fmla="*/ 442496 h 1010399"/>
                <a:gd name="connsiteX76" fmla="*/ 763265 w 1109339"/>
                <a:gd name="connsiteY76" fmla="*/ 440982 h 1010399"/>
                <a:gd name="connsiteX77" fmla="*/ 761616 w 1109339"/>
                <a:gd name="connsiteY77" fmla="*/ 437517 h 1010399"/>
                <a:gd name="connsiteX78" fmla="*/ 760674 w 1109339"/>
                <a:gd name="connsiteY78" fmla="*/ 434456 h 1010399"/>
                <a:gd name="connsiteX79" fmla="*/ 759428 w 1109339"/>
                <a:gd name="connsiteY79" fmla="*/ 430756 h 1010399"/>
                <a:gd name="connsiteX80" fmla="*/ 759428 w 1109339"/>
                <a:gd name="connsiteY80" fmla="*/ 428266 h 1010399"/>
                <a:gd name="connsiteX81" fmla="*/ 762457 w 1109339"/>
                <a:gd name="connsiteY81" fmla="*/ 424364 h 1010399"/>
                <a:gd name="connsiteX82" fmla="*/ 763770 w 1109339"/>
                <a:gd name="connsiteY82" fmla="*/ 420226 h 1010399"/>
                <a:gd name="connsiteX83" fmla="*/ 767236 w 1109339"/>
                <a:gd name="connsiteY83" fmla="*/ 417502 h 1010399"/>
                <a:gd name="connsiteX84" fmla="*/ 770400 w 1109339"/>
                <a:gd name="connsiteY84" fmla="*/ 414474 h 1010399"/>
                <a:gd name="connsiteX85" fmla="*/ 773126 w 1109339"/>
                <a:gd name="connsiteY85" fmla="*/ 411446 h 1010399"/>
                <a:gd name="connsiteX86" fmla="*/ 773563 w 1109339"/>
                <a:gd name="connsiteY86" fmla="*/ 408856 h 1010399"/>
                <a:gd name="connsiteX87" fmla="*/ 773227 w 1109339"/>
                <a:gd name="connsiteY87" fmla="*/ 407208 h 1010399"/>
                <a:gd name="connsiteX88" fmla="*/ 771275 w 1109339"/>
                <a:gd name="connsiteY88" fmla="*/ 406333 h 1010399"/>
                <a:gd name="connsiteX89" fmla="*/ 767909 w 1109339"/>
                <a:gd name="connsiteY89" fmla="*/ 405257 h 1010399"/>
                <a:gd name="connsiteX90" fmla="*/ 766731 w 1109339"/>
                <a:gd name="connsiteY90" fmla="*/ 404920 h 1010399"/>
                <a:gd name="connsiteX91" fmla="*/ 761077 w 1109339"/>
                <a:gd name="connsiteY91" fmla="*/ 405459 h 1010399"/>
                <a:gd name="connsiteX92" fmla="*/ 758452 w 1109339"/>
                <a:gd name="connsiteY92" fmla="*/ 405896 h 1010399"/>
                <a:gd name="connsiteX93" fmla="*/ 753337 w 1109339"/>
                <a:gd name="connsiteY93" fmla="*/ 406871 h 1010399"/>
                <a:gd name="connsiteX94" fmla="*/ 749231 w 1109339"/>
                <a:gd name="connsiteY94" fmla="*/ 407073 h 1010399"/>
                <a:gd name="connsiteX95" fmla="*/ 742601 w 1109339"/>
                <a:gd name="connsiteY95" fmla="*/ 408385 h 1010399"/>
                <a:gd name="connsiteX96" fmla="*/ 739572 w 1109339"/>
                <a:gd name="connsiteY96" fmla="*/ 409428 h 1010399"/>
                <a:gd name="connsiteX97" fmla="*/ 736106 w 1109339"/>
                <a:gd name="connsiteY97" fmla="*/ 410034 h 1010399"/>
                <a:gd name="connsiteX98" fmla="*/ 732538 w 1109339"/>
                <a:gd name="connsiteY98" fmla="*/ 410034 h 1010399"/>
                <a:gd name="connsiteX99" fmla="*/ 727759 w 1109339"/>
                <a:gd name="connsiteY99" fmla="*/ 409933 h 1010399"/>
                <a:gd name="connsiteX100" fmla="*/ 722206 w 1109339"/>
                <a:gd name="connsiteY100" fmla="*/ 408520 h 1010399"/>
                <a:gd name="connsiteX101" fmla="*/ 718504 w 1109339"/>
                <a:gd name="connsiteY101" fmla="*/ 405492 h 1010399"/>
                <a:gd name="connsiteX102" fmla="*/ 714701 w 1109339"/>
                <a:gd name="connsiteY102" fmla="*/ 403440 h 1010399"/>
                <a:gd name="connsiteX103" fmla="*/ 711672 w 1109339"/>
                <a:gd name="connsiteY103" fmla="*/ 400076 h 1010399"/>
                <a:gd name="connsiteX104" fmla="*/ 704941 w 1109339"/>
                <a:gd name="connsiteY104" fmla="*/ 394963 h 1010399"/>
                <a:gd name="connsiteX105" fmla="*/ 699187 w 1109339"/>
                <a:gd name="connsiteY105" fmla="*/ 389749 h 1010399"/>
                <a:gd name="connsiteX106" fmla="*/ 695720 w 1109339"/>
                <a:gd name="connsiteY106" fmla="*/ 387360 h 1010399"/>
                <a:gd name="connsiteX107" fmla="*/ 691480 w 1109339"/>
                <a:gd name="connsiteY107" fmla="*/ 383391 h 1010399"/>
                <a:gd name="connsiteX108" fmla="*/ 686364 w 1109339"/>
                <a:gd name="connsiteY108" fmla="*/ 379657 h 1010399"/>
                <a:gd name="connsiteX109" fmla="*/ 681787 w 1109339"/>
                <a:gd name="connsiteY109" fmla="*/ 378782 h 1010399"/>
                <a:gd name="connsiteX110" fmla="*/ 677008 w 1109339"/>
                <a:gd name="connsiteY110" fmla="*/ 377908 h 1010399"/>
                <a:gd name="connsiteX111" fmla="*/ 674282 w 1109339"/>
                <a:gd name="connsiteY111" fmla="*/ 376831 h 1010399"/>
                <a:gd name="connsiteX112" fmla="*/ 673071 w 1109339"/>
                <a:gd name="connsiteY112" fmla="*/ 374645 h 1010399"/>
                <a:gd name="connsiteX113" fmla="*/ 672532 w 1109339"/>
                <a:gd name="connsiteY113" fmla="*/ 371718 h 1010399"/>
                <a:gd name="connsiteX114" fmla="*/ 672532 w 1109339"/>
                <a:gd name="connsiteY114" fmla="*/ 369229 h 1010399"/>
                <a:gd name="connsiteX115" fmla="*/ 672532 w 1109339"/>
                <a:gd name="connsiteY115" fmla="*/ 367479 h 1010399"/>
                <a:gd name="connsiteX116" fmla="*/ 670917 w 1109339"/>
                <a:gd name="connsiteY116" fmla="*/ 364015 h 1010399"/>
                <a:gd name="connsiteX117" fmla="*/ 667888 w 1109339"/>
                <a:gd name="connsiteY117" fmla="*/ 361424 h 1010399"/>
                <a:gd name="connsiteX118" fmla="*/ 664724 w 1109339"/>
                <a:gd name="connsiteY118" fmla="*/ 361424 h 1010399"/>
                <a:gd name="connsiteX119" fmla="*/ 663008 w 1109339"/>
                <a:gd name="connsiteY119" fmla="*/ 361424 h 1010399"/>
                <a:gd name="connsiteX120" fmla="*/ 661258 w 1109339"/>
                <a:gd name="connsiteY120" fmla="*/ 361424 h 1010399"/>
                <a:gd name="connsiteX121" fmla="*/ 658767 w 1109339"/>
                <a:gd name="connsiteY121" fmla="*/ 364889 h 1010399"/>
                <a:gd name="connsiteX122" fmla="*/ 658767 w 1109339"/>
                <a:gd name="connsiteY122" fmla="*/ 366739 h 1010399"/>
                <a:gd name="connsiteX123" fmla="*/ 653450 w 1109339"/>
                <a:gd name="connsiteY123" fmla="*/ 369027 h 1010399"/>
                <a:gd name="connsiteX124" fmla="*/ 649008 w 1109339"/>
                <a:gd name="connsiteY124" fmla="*/ 372189 h 1010399"/>
                <a:gd name="connsiteX125" fmla="*/ 645844 w 1109339"/>
                <a:gd name="connsiteY125" fmla="*/ 373501 h 1010399"/>
                <a:gd name="connsiteX126" fmla="*/ 641267 w 1109339"/>
                <a:gd name="connsiteY126" fmla="*/ 373602 h 1010399"/>
                <a:gd name="connsiteX127" fmla="*/ 638676 w 1109339"/>
                <a:gd name="connsiteY127" fmla="*/ 373602 h 1010399"/>
                <a:gd name="connsiteX128" fmla="*/ 634772 w 1109339"/>
                <a:gd name="connsiteY128" fmla="*/ 374241 h 1010399"/>
                <a:gd name="connsiteX129" fmla="*/ 631070 w 1109339"/>
                <a:gd name="connsiteY129" fmla="*/ 373804 h 1010399"/>
                <a:gd name="connsiteX130" fmla="*/ 624103 w 1109339"/>
                <a:gd name="connsiteY130" fmla="*/ 370978 h 1010399"/>
                <a:gd name="connsiteX131" fmla="*/ 622050 w 1109339"/>
                <a:gd name="connsiteY131" fmla="*/ 369767 h 1010399"/>
                <a:gd name="connsiteX132" fmla="*/ 618786 w 1109339"/>
                <a:gd name="connsiteY132" fmla="*/ 367917 h 1010399"/>
                <a:gd name="connsiteX133" fmla="*/ 613031 w 1109339"/>
                <a:gd name="connsiteY133" fmla="*/ 368354 h 1010399"/>
                <a:gd name="connsiteX134" fmla="*/ 607377 w 1109339"/>
                <a:gd name="connsiteY134" fmla="*/ 368354 h 1010399"/>
                <a:gd name="connsiteX135" fmla="*/ 604112 w 1109339"/>
                <a:gd name="connsiteY135" fmla="*/ 366167 h 1010399"/>
                <a:gd name="connsiteX136" fmla="*/ 601925 w 1109339"/>
                <a:gd name="connsiteY136" fmla="*/ 361391 h 1010399"/>
                <a:gd name="connsiteX137" fmla="*/ 601252 w 1109339"/>
                <a:gd name="connsiteY137" fmla="*/ 358228 h 1010399"/>
                <a:gd name="connsiteX138" fmla="*/ 597785 w 1109339"/>
                <a:gd name="connsiteY138" fmla="*/ 355235 h 1010399"/>
                <a:gd name="connsiteX139" fmla="*/ 595295 w 1109339"/>
                <a:gd name="connsiteY139" fmla="*/ 354427 h 1010399"/>
                <a:gd name="connsiteX140" fmla="*/ 589977 w 1109339"/>
                <a:gd name="connsiteY140" fmla="*/ 354427 h 1010399"/>
                <a:gd name="connsiteX141" fmla="*/ 587487 w 1109339"/>
                <a:gd name="connsiteY141" fmla="*/ 353889 h 1010399"/>
                <a:gd name="connsiteX142" fmla="*/ 584121 w 1109339"/>
                <a:gd name="connsiteY142" fmla="*/ 355403 h 1010399"/>
                <a:gd name="connsiteX143" fmla="*/ 581093 w 1109339"/>
                <a:gd name="connsiteY143" fmla="*/ 357690 h 1010399"/>
                <a:gd name="connsiteX144" fmla="*/ 577391 w 1109339"/>
                <a:gd name="connsiteY144" fmla="*/ 360953 h 1010399"/>
                <a:gd name="connsiteX145" fmla="*/ 575102 w 1109339"/>
                <a:gd name="connsiteY145" fmla="*/ 363005 h 1010399"/>
                <a:gd name="connsiteX146" fmla="*/ 572915 w 1109339"/>
                <a:gd name="connsiteY146" fmla="*/ 363241 h 1010399"/>
                <a:gd name="connsiteX147" fmla="*/ 569886 w 1109339"/>
                <a:gd name="connsiteY147" fmla="*/ 363779 h 1010399"/>
                <a:gd name="connsiteX148" fmla="*/ 567833 w 1109339"/>
                <a:gd name="connsiteY148" fmla="*/ 363981 h 1010399"/>
                <a:gd name="connsiteX149" fmla="*/ 566318 w 1109339"/>
                <a:gd name="connsiteY149" fmla="*/ 364183 h 1010399"/>
                <a:gd name="connsiteX150" fmla="*/ 560765 w 1109339"/>
                <a:gd name="connsiteY150" fmla="*/ 364822 h 1010399"/>
                <a:gd name="connsiteX151" fmla="*/ 558712 w 1109339"/>
                <a:gd name="connsiteY151" fmla="*/ 364822 h 1010399"/>
                <a:gd name="connsiteX152" fmla="*/ 552520 w 1109339"/>
                <a:gd name="connsiteY152" fmla="*/ 364822 h 1010399"/>
                <a:gd name="connsiteX153" fmla="*/ 540573 w 1109339"/>
                <a:gd name="connsiteY153" fmla="*/ 364822 h 1010399"/>
                <a:gd name="connsiteX154" fmla="*/ 536130 w 1109339"/>
                <a:gd name="connsiteY154" fmla="*/ 364822 h 1010399"/>
                <a:gd name="connsiteX155" fmla="*/ 530914 w 1109339"/>
                <a:gd name="connsiteY155" fmla="*/ 363745 h 1010399"/>
                <a:gd name="connsiteX156" fmla="*/ 527312 w 1109339"/>
                <a:gd name="connsiteY156" fmla="*/ 362333 h 1010399"/>
                <a:gd name="connsiteX157" fmla="*/ 523308 w 1109339"/>
                <a:gd name="connsiteY157" fmla="*/ 361559 h 1010399"/>
                <a:gd name="connsiteX158" fmla="*/ 518293 w 1109339"/>
                <a:gd name="connsiteY158" fmla="*/ 358531 h 1010399"/>
                <a:gd name="connsiteX159" fmla="*/ 514053 w 1109339"/>
                <a:gd name="connsiteY159" fmla="*/ 352779 h 1010399"/>
                <a:gd name="connsiteX160" fmla="*/ 513077 w 1109339"/>
                <a:gd name="connsiteY160" fmla="*/ 350390 h 1010399"/>
                <a:gd name="connsiteX161" fmla="*/ 509274 w 1109339"/>
                <a:gd name="connsiteY161" fmla="*/ 346926 h 1010399"/>
                <a:gd name="connsiteX162" fmla="*/ 505370 w 1109339"/>
                <a:gd name="connsiteY162" fmla="*/ 344302 h 1010399"/>
                <a:gd name="connsiteX163" fmla="*/ 505101 w 1109339"/>
                <a:gd name="connsiteY163" fmla="*/ 342014 h 1010399"/>
                <a:gd name="connsiteX164" fmla="*/ 503956 w 1109339"/>
                <a:gd name="connsiteY164" fmla="*/ 338751 h 1010399"/>
                <a:gd name="connsiteX165" fmla="*/ 503956 w 1109339"/>
                <a:gd name="connsiteY165" fmla="*/ 332662 h 1010399"/>
                <a:gd name="connsiteX166" fmla="*/ 501567 w 1109339"/>
                <a:gd name="connsiteY166" fmla="*/ 325161 h 1010399"/>
                <a:gd name="connsiteX167" fmla="*/ 503081 w 1109339"/>
                <a:gd name="connsiteY167" fmla="*/ 308644 h 1010399"/>
                <a:gd name="connsiteX168" fmla="*/ 500356 w 1109339"/>
                <a:gd name="connsiteY168" fmla="*/ 305616 h 1010399"/>
                <a:gd name="connsiteX169" fmla="*/ 496350 w 1109339"/>
                <a:gd name="connsiteY169" fmla="*/ 301916 h 1010399"/>
                <a:gd name="connsiteX170" fmla="*/ 493422 w 1109339"/>
                <a:gd name="connsiteY170" fmla="*/ 298888 h 1010399"/>
                <a:gd name="connsiteX171" fmla="*/ 490158 w 1109339"/>
                <a:gd name="connsiteY171" fmla="*/ 297038 h 1010399"/>
                <a:gd name="connsiteX172" fmla="*/ 487230 w 1109339"/>
                <a:gd name="connsiteY172" fmla="*/ 292598 h 1010399"/>
                <a:gd name="connsiteX173" fmla="*/ 483259 w 1109339"/>
                <a:gd name="connsiteY173" fmla="*/ 287821 h 1010399"/>
                <a:gd name="connsiteX174" fmla="*/ 481341 w 1109339"/>
                <a:gd name="connsiteY174" fmla="*/ 279579 h 1010399"/>
                <a:gd name="connsiteX175" fmla="*/ 481341 w 1109339"/>
                <a:gd name="connsiteY175" fmla="*/ 273625 h 1010399"/>
                <a:gd name="connsiteX176" fmla="*/ 479692 w 1109339"/>
                <a:gd name="connsiteY176" fmla="*/ 267200 h 1010399"/>
                <a:gd name="connsiteX177" fmla="*/ 478951 w 1109339"/>
                <a:gd name="connsiteY177" fmla="*/ 261784 h 1010399"/>
                <a:gd name="connsiteX178" fmla="*/ 477437 w 1109339"/>
                <a:gd name="connsiteY178" fmla="*/ 253845 h 1010399"/>
                <a:gd name="connsiteX179" fmla="*/ 472961 w 1109339"/>
                <a:gd name="connsiteY179" fmla="*/ 246814 h 1010399"/>
                <a:gd name="connsiteX180" fmla="*/ 469326 w 1109339"/>
                <a:gd name="connsiteY180" fmla="*/ 242340 h 1010399"/>
                <a:gd name="connsiteX181" fmla="*/ 463672 w 1109339"/>
                <a:gd name="connsiteY181" fmla="*/ 236386 h 1010399"/>
                <a:gd name="connsiteX182" fmla="*/ 458724 w 1109339"/>
                <a:gd name="connsiteY182" fmla="*/ 231306 h 1010399"/>
                <a:gd name="connsiteX183" fmla="*/ 451489 w 1109339"/>
                <a:gd name="connsiteY183" fmla="*/ 224915 h 1010399"/>
                <a:gd name="connsiteX184" fmla="*/ 447147 w 1109339"/>
                <a:gd name="connsiteY184" fmla="*/ 220272 h 1010399"/>
                <a:gd name="connsiteX185" fmla="*/ 441359 w 1109339"/>
                <a:gd name="connsiteY185" fmla="*/ 216370 h 1010399"/>
                <a:gd name="connsiteX186" fmla="*/ 441359 w 1109339"/>
                <a:gd name="connsiteY186" fmla="*/ 214486 h 1010399"/>
                <a:gd name="connsiteX187" fmla="*/ 439609 w 1109339"/>
                <a:gd name="connsiteY187" fmla="*/ 210281 h 1010399"/>
                <a:gd name="connsiteX188" fmla="*/ 439609 w 1109339"/>
                <a:gd name="connsiteY188" fmla="*/ 205807 h 1010399"/>
                <a:gd name="connsiteX189" fmla="*/ 440349 w 1109339"/>
                <a:gd name="connsiteY189" fmla="*/ 203049 h 1010399"/>
                <a:gd name="connsiteX190" fmla="*/ 443547 w 1109339"/>
                <a:gd name="connsiteY190" fmla="*/ 200593 h 1010399"/>
                <a:gd name="connsiteX191" fmla="*/ 444859 w 1109339"/>
                <a:gd name="connsiteY191" fmla="*/ 197397 h 1010399"/>
                <a:gd name="connsiteX192" fmla="*/ 445734 w 1109339"/>
                <a:gd name="connsiteY192" fmla="*/ 193933 h 1010399"/>
                <a:gd name="connsiteX193" fmla="*/ 445027 w 1109339"/>
                <a:gd name="connsiteY193" fmla="*/ 189963 h 1010399"/>
                <a:gd name="connsiteX194" fmla="*/ 443143 w 1109339"/>
                <a:gd name="connsiteY194" fmla="*/ 185825 h 1010399"/>
                <a:gd name="connsiteX195" fmla="*/ 440518 w 1109339"/>
                <a:gd name="connsiteY195" fmla="*/ 185825 h 1010399"/>
                <a:gd name="connsiteX196" fmla="*/ 438633 w 1109339"/>
                <a:gd name="connsiteY196" fmla="*/ 184816 h 1010399"/>
                <a:gd name="connsiteX197" fmla="*/ 437051 w 1109339"/>
                <a:gd name="connsiteY197" fmla="*/ 188012 h 1010399"/>
                <a:gd name="connsiteX198" fmla="*/ 436176 w 1109339"/>
                <a:gd name="connsiteY198" fmla="*/ 191342 h 1010399"/>
                <a:gd name="connsiteX199" fmla="*/ 436176 w 1109339"/>
                <a:gd name="connsiteY199" fmla="*/ 193663 h 1010399"/>
                <a:gd name="connsiteX200" fmla="*/ 435166 w 1109339"/>
                <a:gd name="connsiteY200" fmla="*/ 196287 h 1010399"/>
                <a:gd name="connsiteX201" fmla="*/ 433854 w 1109339"/>
                <a:gd name="connsiteY201" fmla="*/ 198440 h 1010399"/>
                <a:gd name="connsiteX202" fmla="*/ 432407 w 1109339"/>
                <a:gd name="connsiteY202" fmla="*/ 200761 h 1010399"/>
                <a:gd name="connsiteX203" fmla="*/ 431263 w 1109339"/>
                <a:gd name="connsiteY203" fmla="*/ 201199 h 1010399"/>
                <a:gd name="connsiteX204" fmla="*/ 427796 w 1109339"/>
                <a:gd name="connsiteY204" fmla="*/ 200189 h 1010399"/>
                <a:gd name="connsiteX205" fmla="*/ 426416 w 1109339"/>
                <a:gd name="connsiteY205" fmla="*/ 198306 h 1010399"/>
                <a:gd name="connsiteX206" fmla="*/ 425777 w 1109339"/>
                <a:gd name="connsiteY206" fmla="*/ 195413 h 1010399"/>
                <a:gd name="connsiteX207" fmla="*/ 425777 w 1109339"/>
                <a:gd name="connsiteY207" fmla="*/ 190199 h 1010399"/>
                <a:gd name="connsiteX208" fmla="*/ 423118 w 1109339"/>
                <a:gd name="connsiteY208" fmla="*/ 186868 h 1010399"/>
                <a:gd name="connsiteX209" fmla="*/ 420594 w 1109339"/>
                <a:gd name="connsiteY209" fmla="*/ 181654 h 1010399"/>
                <a:gd name="connsiteX210" fmla="*/ 420594 w 1109339"/>
                <a:gd name="connsiteY210" fmla="*/ 178021 h 1010399"/>
                <a:gd name="connsiteX211" fmla="*/ 422613 w 1109339"/>
                <a:gd name="connsiteY211" fmla="*/ 173379 h 1010399"/>
                <a:gd name="connsiteX212" fmla="*/ 421738 w 1109339"/>
                <a:gd name="connsiteY212" fmla="*/ 170486 h 1010399"/>
                <a:gd name="connsiteX213" fmla="*/ 418406 w 1109339"/>
                <a:gd name="connsiteY213" fmla="*/ 167290 h 1010399"/>
                <a:gd name="connsiteX214" fmla="*/ 415647 w 1109339"/>
                <a:gd name="connsiteY214" fmla="*/ 163825 h 1010399"/>
                <a:gd name="connsiteX215" fmla="*/ 411743 w 1109339"/>
                <a:gd name="connsiteY215" fmla="*/ 160797 h 1010399"/>
                <a:gd name="connsiteX216" fmla="*/ 410161 w 1109339"/>
                <a:gd name="connsiteY216" fmla="*/ 159048 h 1010399"/>
                <a:gd name="connsiteX217" fmla="*/ 410161 w 1109339"/>
                <a:gd name="connsiteY217" fmla="*/ 155415 h 1010399"/>
                <a:gd name="connsiteX218" fmla="*/ 410161 w 1109339"/>
                <a:gd name="connsiteY218" fmla="*/ 153666 h 1010399"/>
                <a:gd name="connsiteX219" fmla="*/ 405517 w 1109339"/>
                <a:gd name="connsiteY219" fmla="*/ 149764 h 1010399"/>
                <a:gd name="connsiteX220" fmla="*/ 398113 w 1109339"/>
                <a:gd name="connsiteY220" fmla="*/ 144852 h 1010399"/>
                <a:gd name="connsiteX221" fmla="*/ 394915 w 1109339"/>
                <a:gd name="connsiteY221" fmla="*/ 141825 h 1010399"/>
                <a:gd name="connsiteX222" fmla="*/ 389396 w 1109339"/>
                <a:gd name="connsiteY222" fmla="*/ 136913 h 1010399"/>
                <a:gd name="connsiteX223" fmla="*/ 384920 w 1109339"/>
                <a:gd name="connsiteY223" fmla="*/ 132136 h 1010399"/>
                <a:gd name="connsiteX224" fmla="*/ 384348 w 1109339"/>
                <a:gd name="connsiteY224" fmla="*/ 126788 h 1010399"/>
                <a:gd name="connsiteX225" fmla="*/ 384348 w 1109339"/>
                <a:gd name="connsiteY225" fmla="*/ 122448 h 1010399"/>
                <a:gd name="connsiteX226" fmla="*/ 385660 w 1109339"/>
                <a:gd name="connsiteY226" fmla="*/ 120127 h 1010399"/>
                <a:gd name="connsiteX227" fmla="*/ 388286 w 1109339"/>
                <a:gd name="connsiteY227" fmla="*/ 116797 h 1010399"/>
                <a:gd name="connsiteX228" fmla="*/ 389430 w 1109339"/>
                <a:gd name="connsiteY228" fmla="*/ 115048 h 1010399"/>
                <a:gd name="connsiteX229" fmla="*/ 388992 w 1109339"/>
                <a:gd name="connsiteY229" fmla="*/ 112726 h 1010399"/>
                <a:gd name="connsiteX230" fmla="*/ 387680 w 1109339"/>
                <a:gd name="connsiteY230" fmla="*/ 109632 h 1010399"/>
                <a:gd name="connsiteX231" fmla="*/ 385391 w 1109339"/>
                <a:gd name="connsiteY231" fmla="*/ 107647 h 1010399"/>
                <a:gd name="connsiteX232" fmla="*/ 379603 w 1109339"/>
                <a:gd name="connsiteY232" fmla="*/ 107647 h 1010399"/>
                <a:gd name="connsiteX233" fmla="*/ 374386 w 1109339"/>
                <a:gd name="connsiteY233" fmla="*/ 107647 h 1010399"/>
                <a:gd name="connsiteX234" fmla="*/ 372636 w 1109339"/>
                <a:gd name="connsiteY234" fmla="*/ 107647 h 1010399"/>
                <a:gd name="connsiteX235" fmla="*/ 371761 w 1109339"/>
                <a:gd name="connsiteY235" fmla="*/ 106638 h 1010399"/>
                <a:gd name="connsiteX236" fmla="*/ 371761 w 1109339"/>
                <a:gd name="connsiteY236" fmla="*/ 103879 h 1010399"/>
                <a:gd name="connsiteX237" fmla="*/ 371761 w 1109339"/>
                <a:gd name="connsiteY237" fmla="*/ 101424 h 1010399"/>
                <a:gd name="connsiteX238" fmla="*/ 372771 w 1109339"/>
                <a:gd name="connsiteY238" fmla="*/ 99540 h 1010399"/>
                <a:gd name="connsiteX239" fmla="*/ 374790 w 1109339"/>
                <a:gd name="connsiteY239" fmla="*/ 97656 h 1010399"/>
                <a:gd name="connsiteX240" fmla="*/ 375968 w 1109339"/>
                <a:gd name="connsiteY240" fmla="*/ 94628 h 1010399"/>
                <a:gd name="connsiteX241" fmla="*/ 376237 w 1109339"/>
                <a:gd name="connsiteY241" fmla="*/ 92173 h 1010399"/>
                <a:gd name="connsiteX242" fmla="*/ 376809 w 1109339"/>
                <a:gd name="connsiteY242" fmla="*/ 88102 h 1010399"/>
                <a:gd name="connsiteX243" fmla="*/ 374925 w 1109339"/>
                <a:gd name="connsiteY243" fmla="*/ 84906 h 1010399"/>
                <a:gd name="connsiteX244" fmla="*/ 371627 w 1109339"/>
                <a:gd name="connsiteY244" fmla="*/ 83023 h 1010399"/>
                <a:gd name="connsiteX245" fmla="*/ 368564 w 1109339"/>
                <a:gd name="connsiteY245" fmla="*/ 82283 h 1010399"/>
                <a:gd name="connsiteX246" fmla="*/ 361901 w 1109339"/>
                <a:gd name="connsiteY246" fmla="*/ 77640 h 1010399"/>
                <a:gd name="connsiteX247" fmla="*/ 357256 w 1109339"/>
                <a:gd name="connsiteY247" fmla="*/ 73166 h 1010399"/>
                <a:gd name="connsiteX248" fmla="*/ 354934 w 1109339"/>
                <a:gd name="connsiteY248" fmla="*/ 70912 h 1010399"/>
                <a:gd name="connsiteX249" fmla="*/ 352477 w 1109339"/>
                <a:gd name="connsiteY249" fmla="*/ 69399 h 1010399"/>
                <a:gd name="connsiteX250" fmla="*/ 350020 w 1109339"/>
                <a:gd name="connsiteY250" fmla="*/ 69399 h 1010399"/>
                <a:gd name="connsiteX251" fmla="*/ 346689 w 1109339"/>
                <a:gd name="connsiteY251" fmla="*/ 68019 h 1010399"/>
                <a:gd name="connsiteX252" fmla="*/ 341338 w 1109339"/>
                <a:gd name="connsiteY252" fmla="*/ 67649 h 1010399"/>
                <a:gd name="connsiteX253" fmla="*/ 341338 w 1109339"/>
                <a:gd name="connsiteY253" fmla="*/ 67649 h 1010399"/>
                <a:gd name="connsiteX254" fmla="*/ 339890 w 1109339"/>
                <a:gd name="connsiteY254" fmla="*/ 64319 h 1010399"/>
                <a:gd name="connsiteX255" fmla="*/ 340765 w 1109339"/>
                <a:gd name="connsiteY255" fmla="*/ 62301 h 1010399"/>
                <a:gd name="connsiteX256" fmla="*/ 342515 w 1109339"/>
                <a:gd name="connsiteY256" fmla="*/ 60417 h 1010399"/>
                <a:gd name="connsiteX257" fmla="*/ 344400 w 1109339"/>
                <a:gd name="connsiteY257" fmla="*/ 58836 h 1010399"/>
                <a:gd name="connsiteX258" fmla="*/ 346857 w 1109339"/>
                <a:gd name="connsiteY258" fmla="*/ 57389 h 1010399"/>
                <a:gd name="connsiteX259" fmla="*/ 347429 w 1109339"/>
                <a:gd name="connsiteY259" fmla="*/ 54496 h 1010399"/>
                <a:gd name="connsiteX260" fmla="*/ 345410 w 1109339"/>
                <a:gd name="connsiteY260" fmla="*/ 52915 h 1010399"/>
                <a:gd name="connsiteX261" fmla="*/ 342953 w 1109339"/>
                <a:gd name="connsiteY261" fmla="*/ 52209 h 1010399"/>
                <a:gd name="connsiteX262" fmla="*/ 339924 w 1109339"/>
                <a:gd name="connsiteY262" fmla="*/ 50628 h 1010399"/>
                <a:gd name="connsiteX263" fmla="*/ 338914 w 1109339"/>
                <a:gd name="connsiteY263" fmla="*/ 48878 h 1010399"/>
                <a:gd name="connsiteX264" fmla="*/ 336323 w 1109339"/>
                <a:gd name="connsiteY264" fmla="*/ 46692 h 1010399"/>
                <a:gd name="connsiteX265" fmla="*/ 334304 w 1109339"/>
                <a:gd name="connsiteY265" fmla="*/ 45380 h 1010399"/>
                <a:gd name="connsiteX266" fmla="*/ 331409 w 1109339"/>
                <a:gd name="connsiteY266" fmla="*/ 44001 h 1010399"/>
                <a:gd name="connsiteX267" fmla="*/ 328078 w 1109339"/>
                <a:gd name="connsiteY267" fmla="*/ 43361 h 1010399"/>
                <a:gd name="connsiteX268" fmla="*/ 325756 w 1109339"/>
                <a:gd name="connsiteY268" fmla="*/ 43361 h 1010399"/>
                <a:gd name="connsiteX269" fmla="*/ 318217 w 1109339"/>
                <a:gd name="connsiteY269" fmla="*/ 42352 h 1010399"/>
                <a:gd name="connsiteX270" fmla="*/ 311856 w 1109339"/>
                <a:gd name="connsiteY270" fmla="*/ 41343 h 1010399"/>
                <a:gd name="connsiteX271" fmla="*/ 309534 w 1109339"/>
                <a:gd name="connsiteY271" fmla="*/ 37710 h 1010399"/>
                <a:gd name="connsiteX272" fmla="*/ 308524 w 1109339"/>
                <a:gd name="connsiteY272" fmla="*/ 31924 h 1010399"/>
                <a:gd name="connsiteX273" fmla="*/ 304620 w 1109339"/>
                <a:gd name="connsiteY273" fmla="*/ 27854 h 1010399"/>
                <a:gd name="connsiteX274" fmla="*/ 300144 w 1109339"/>
                <a:gd name="connsiteY274" fmla="*/ 25768 h 1010399"/>
                <a:gd name="connsiteX275" fmla="*/ 294625 w 1109339"/>
                <a:gd name="connsiteY275" fmla="*/ 24254 h 1010399"/>
                <a:gd name="connsiteX276" fmla="*/ 290990 w 1109339"/>
                <a:gd name="connsiteY276" fmla="*/ 24254 h 1010399"/>
                <a:gd name="connsiteX277" fmla="*/ 287793 w 1109339"/>
                <a:gd name="connsiteY277" fmla="*/ 23615 h 1010399"/>
                <a:gd name="connsiteX278" fmla="*/ 280254 w 1109339"/>
                <a:gd name="connsiteY278" fmla="*/ 20789 h 1010399"/>
                <a:gd name="connsiteX279" fmla="*/ 277057 w 1109339"/>
                <a:gd name="connsiteY279" fmla="*/ 20789 h 1010399"/>
                <a:gd name="connsiteX280" fmla="*/ 275038 w 1109339"/>
                <a:gd name="connsiteY280" fmla="*/ 19040 h 1010399"/>
                <a:gd name="connsiteX281" fmla="*/ 272144 w 1109339"/>
                <a:gd name="connsiteY281" fmla="*/ 18031 h 1010399"/>
                <a:gd name="connsiteX282" fmla="*/ 267937 w 1109339"/>
                <a:gd name="connsiteY282" fmla="*/ 16450 h 1010399"/>
                <a:gd name="connsiteX283" fmla="*/ 265177 w 1109339"/>
                <a:gd name="connsiteY283" fmla="*/ 18199 h 1010399"/>
                <a:gd name="connsiteX284" fmla="*/ 261105 w 1109339"/>
                <a:gd name="connsiteY284" fmla="*/ 19343 h 1010399"/>
                <a:gd name="connsiteX285" fmla="*/ 257201 w 1109339"/>
                <a:gd name="connsiteY285" fmla="*/ 22673 h 1010399"/>
                <a:gd name="connsiteX286" fmla="*/ 254610 w 1109339"/>
                <a:gd name="connsiteY286" fmla="*/ 24422 h 1010399"/>
                <a:gd name="connsiteX287" fmla="*/ 251715 w 1109339"/>
                <a:gd name="connsiteY287" fmla="*/ 25734 h 1010399"/>
                <a:gd name="connsiteX288" fmla="*/ 249258 w 1109339"/>
                <a:gd name="connsiteY288" fmla="*/ 26744 h 1010399"/>
                <a:gd name="connsiteX289" fmla="*/ 243907 w 1109339"/>
                <a:gd name="connsiteY289" fmla="*/ 27484 h 1010399"/>
                <a:gd name="connsiteX290" fmla="*/ 241720 w 1109339"/>
                <a:gd name="connsiteY290" fmla="*/ 26744 h 1010399"/>
                <a:gd name="connsiteX291" fmla="*/ 236806 w 1109339"/>
                <a:gd name="connsiteY291" fmla="*/ 24422 h 1010399"/>
                <a:gd name="connsiteX292" fmla="*/ 233475 w 1109339"/>
                <a:gd name="connsiteY292" fmla="*/ 23110 h 1010399"/>
                <a:gd name="connsiteX293" fmla="*/ 230883 w 1109339"/>
                <a:gd name="connsiteY293" fmla="*/ 22976 h 1010399"/>
                <a:gd name="connsiteX294" fmla="*/ 225364 w 1109339"/>
                <a:gd name="connsiteY294" fmla="*/ 22673 h 1010399"/>
                <a:gd name="connsiteX295" fmla="*/ 221897 w 1109339"/>
                <a:gd name="connsiteY295" fmla="*/ 24120 h 1010399"/>
                <a:gd name="connsiteX296" fmla="*/ 217690 w 1109339"/>
                <a:gd name="connsiteY296" fmla="*/ 23985 h 1010399"/>
                <a:gd name="connsiteX297" fmla="*/ 215066 w 1109339"/>
                <a:gd name="connsiteY297" fmla="*/ 19780 h 1010399"/>
                <a:gd name="connsiteX298" fmla="*/ 213315 w 1109339"/>
                <a:gd name="connsiteY298" fmla="*/ 14431 h 1010399"/>
                <a:gd name="connsiteX299" fmla="*/ 210556 w 1109339"/>
                <a:gd name="connsiteY299" fmla="*/ 12615 h 1010399"/>
                <a:gd name="connsiteX300" fmla="*/ 207224 w 1109339"/>
                <a:gd name="connsiteY300" fmla="*/ 10361 h 1010399"/>
                <a:gd name="connsiteX301" fmla="*/ 202310 w 1109339"/>
                <a:gd name="connsiteY301" fmla="*/ 10361 h 1010399"/>
                <a:gd name="connsiteX302" fmla="*/ 197834 w 1109339"/>
                <a:gd name="connsiteY302" fmla="*/ 9789 h 1010399"/>
                <a:gd name="connsiteX303" fmla="*/ 187267 w 1109339"/>
                <a:gd name="connsiteY303" fmla="*/ 8645 h 1010399"/>
                <a:gd name="connsiteX304" fmla="*/ 184944 w 1109339"/>
                <a:gd name="connsiteY304" fmla="*/ 8645 h 1010399"/>
                <a:gd name="connsiteX305" fmla="*/ 177272 w 1109339"/>
                <a:gd name="connsiteY305" fmla="*/ 7064 h 1010399"/>
                <a:gd name="connsiteX306" fmla="*/ 174814 w 1109339"/>
                <a:gd name="connsiteY306" fmla="*/ 4037 h 1010399"/>
                <a:gd name="connsiteX307" fmla="*/ 172930 w 1109339"/>
                <a:gd name="connsiteY307" fmla="*/ 1716 h 1010399"/>
                <a:gd name="connsiteX308" fmla="*/ 170036 w 1109339"/>
                <a:gd name="connsiteY308" fmla="*/ 572 h 1010399"/>
                <a:gd name="connsiteX309" fmla="*/ 164684 w 1109339"/>
                <a:gd name="connsiteY309" fmla="*/ 0 h 1010399"/>
                <a:gd name="connsiteX310" fmla="*/ 158896 w 1109339"/>
                <a:gd name="connsiteY310" fmla="*/ 0 h 1010399"/>
                <a:gd name="connsiteX311" fmla="*/ 145434 w 1109339"/>
                <a:gd name="connsiteY311" fmla="*/ 0 h 1010399"/>
                <a:gd name="connsiteX312" fmla="*/ 141530 w 1109339"/>
                <a:gd name="connsiteY312" fmla="*/ 0 h 1010399"/>
                <a:gd name="connsiteX313" fmla="*/ 136314 w 1109339"/>
                <a:gd name="connsiteY313" fmla="*/ 0 h 1010399"/>
                <a:gd name="connsiteX314" fmla="*/ 129347 w 1109339"/>
                <a:gd name="connsiteY314" fmla="*/ 0 h 1010399"/>
                <a:gd name="connsiteX315" fmla="*/ 118174 w 1109339"/>
                <a:gd name="connsiteY315" fmla="*/ 1009 h 1010399"/>
                <a:gd name="connsiteX316" fmla="*/ 115280 w 1109339"/>
                <a:gd name="connsiteY316" fmla="*/ 3633 h 1010399"/>
                <a:gd name="connsiteX317" fmla="*/ 110501 w 1109339"/>
                <a:gd name="connsiteY317" fmla="*/ 7535 h 1010399"/>
                <a:gd name="connsiteX318" fmla="*/ 103265 w 1109339"/>
                <a:gd name="connsiteY318" fmla="*/ 10294 h 1010399"/>
                <a:gd name="connsiteX319" fmla="*/ 98620 w 1109339"/>
                <a:gd name="connsiteY319" fmla="*/ 12884 h 1010399"/>
                <a:gd name="connsiteX320" fmla="*/ 89770 w 1109339"/>
                <a:gd name="connsiteY320" fmla="*/ 12009 h 1010399"/>
                <a:gd name="connsiteX321" fmla="*/ 82534 w 1109339"/>
                <a:gd name="connsiteY321" fmla="*/ 9823 h 1010399"/>
                <a:gd name="connsiteX322" fmla="*/ 76880 w 1109339"/>
                <a:gd name="connsiteY322" fmla="*/ 9957 h 1010399"/>
                <a:gd name="connsiteX323" fmla="*/ 71798 w 1109339"/>
                <a:gd name="connsiteY323" fmla="*/ 10832 h 1010399"/>
                <a:gd name="connsiteX324" fmla="*/ 70485 w 1109339"/>
                <a:gd name="connsiteY324" fmla="*/ 12850 h 1010399"/>
                <a:gd name="connsiteX325" fmla="*/ 69476 w 1109339"/>
                <a:gd name="connsiteY325" fmla="*/ 13994 h 1010399"/>
                <a:gd name="connsiteX326" fmla="*/ 66447 w 1109339"/>
                <a:gd name="connsiteY326" fmla="*/ 15003 h 1010399"/>
                <a:gd name="connsiteX327" fmla="*/ 62408 w 1109339"/>
                <a:gd name="connsiteY327" fmla="*/ 16753 h 1010399"/>
                <a:gd name="connsiteX328" fmla="*/ 55004 w 1109339"/>
                <a:gd name="connsiteY328" fmla="*/ 16887 h 1010399"/>
                <a:gd name="connsiteX329" fmla="*/ 51235 w 1109339"/>
                <a:gd name="connsiteY329" fmla="*/ 17459 h 1010399"/>
                <a:gd name="connsiteX330" fmla="*/ 50225 w 1109339"/>
                <a:gd name="connsiteY330" fmla="*/ 18905 h 1010399"/>
                <a:gd name="connsiteX331" fmla="*/ 46456 w 1109339"/>
                <a:gd name="connsiteY331" fmla="*/ 20789 h 1010399"/>
                <a:gd name="connsiteX332" fmla="*/ 44706 w 1109339"/>
                <a:gd name="connsiteY332" fmla="*/ 22539 h 1010399"/>
                <a:gd name="connsiteX333" fmla="*/ 41677 w 1109339"/>
                <a:gd name="connsiteY333" fmla="*/ 23548 h 1010399"/>
                <a:gd name="connsiteX334" fmla="*/ 36764 w 1109339"/>
                <a:gd name="connsiteY334" fmla="*/ 23413 h 1010399"/>
                <a:gd name="connsiteX335" fmla="*/ 34441 w 1109339"/>
                <a:gd name="connsiteY335" fmla="*/ 21967 h 1010399"/>
                <a:gd name="connsiteX336" fmla="*/ 29797 w 1109339"/>
                <a:gd name="connsiteY336" fmla="*/ 19948 h 1010399"/>
                <a:gd name="connsiteX337" fmla="*/ 27643 w 1109339"/>
                <a:gd name="connsiteY337" fmla="*/ 20957 h 1010399"/>
                <a:gd name="connsiteX338" fmla="*/ 22258 w 1109339"/>
                <a:gd name="connsiteY338" fmla="*/ 26744 h 1010399"/>
                <a:gd name="connsiteX339" fmla="*/ 20677 w 1109339"/>
                <a:gd name="connsiteY339" fmla="*/ 28055 h 1010399"/>
                <a:gd name="connsiteX340" fmla="*/ 17782 w 1109339"/>
                <a:gd name="connsiteY340" fmla="*/ 30511 h 1010399"/>
                <a:gd name="connsiteX341" fmla="*/ 14585 w 1109339"/>
                <a:gd name="connsiteY341" fmla="*/ 32832 h 1010399"/>
                <a:gd name="connsiteX342" fmla="*/ 13710 w 1109339"/>
                <a:gd name="connsiteY342" fmla="*/ 34716 h 1010399"/>
                <a:gd name="connsiteX343" fmla="*/ 13710 w 1109339"/>
                <a:gd name="connsiteY343" fmla="*/ 39056 h 1010399"/>
                <a:gd name="connsiteX344" fmla="*/ 17412 w 1109339"/>
                <a:gd name="connsiteY344" fmla="*/ 43092 h 1010399"/>
                <a:gd name="connsiteX345" fmla="*/ 23167 w 1109339"/>
                <a:gd name="connsiteY345" fmla="*/ 47768 h 1010399"/>
                <a:gd name="connsiteX346" fmla="*/ 26869 w 1109339"/>
                <a:gd name="connsiteY346" fmla="*/ 52781 h 1010399"/>
                <a:gd name="connsiteX347" fmla="*/ 31446 w 1109339"/>
                <a:gd name="connsiteY347" fmla="*/ 56582 h 1010399"/>
                <a:gd name="connsiteX348" fmla="*/ 35249 w 1109339"/>
                <a:gd name="connsiteY348" fmla="*/ 60383 h 1010399"/>
                <a:gd name="connsiteX349" fmla="*/ 36124 w 1109339"/>
                <a:gd name="connsiteY349" fmla="*/ 62334 h 1010399"/>
                <a:gd name="connsiteX350" fmla="*/ 37975 w 1109339"/>
                <a:gd name="connsiteY350" fmla="*/ 64824 h 1010399"/>
                <a:gd name="connsiteX351" fmla="*/ 37672 w 1109339"/>
                <a:gd name="connsiteY351" fmla="*/ 67010 h 1010399"/>
                <a:gd name="connsiteX352" fmla="*/ 34408 w 1109339"/>
                <a:gd name="connsiteY352" fmla="*/ 69399 h 1010399"/>
                <a:gd name="connsiteX353" fmla="*/ 30403 w 1109339"/>
                <a:gd name="connsiteY353" fmla="*/ 71148 h 1010399"/>
                <a:gd name="connsiteX354" fmla="*/ 28653 w 1109339"/>
                <a:gd name="connsiteY354" fmla="*/ 72022 h 1010399"/>
                <a:gd name="connsiteX355" fmla="*/ 26802 w 1109339"/>
                <a:gd name="connsiteY355" fmla="*/ 73637 h 1010399"/>
                <a:gd name="connsiteX356" fmla="*/ 27576 w 1109339"/>
                <a:gd name="connsiteY356" fmla="*/ 78515 h 1010399"/>
                <a:gd name="connsiteX357" fmla="*/ 28451 w 1109339"/>
                <a:gd name="connsiteY357" fmla="*/ 79591 h 1010399"/>
                <a:gd name="connsiteX358" fmla="*/ 28114 w 1109339"/>
                <a:gd name="connsiteY358" fmla="*/ 82854 h 1010399"/>
                <a:gd name="connsiteX359" fmla="*/ 26903 w 1109339"/>
                <a:gd name="connsiteY359" fmla="*/ 85882 h 1010399"/>
                <a:gd name="connsiteX360" fmla="*/ 25691 w 1109339"/>
                <a:gd name="connsiteY360" fmla="*/ 88169 h 1010399"/>
                <a:gd name="connsiteX361" fmla="*/ 24278 w 1109339"/>
                <a:gd name="connsiteY361" fmla="*/ 90793 h 1010399"/>
                <a:gd name="connsiteX362" fmla="*/ 21013 w 1109339"/>
                <a:gd name="connsiteY362" fmla="*/ 93384 h 1010399"/>
                <a:gd name="connsiteX363" fmla="*/ 19936 w 1109339"/>
                <a:gd name="connsiteY363" fmla="*/ 96008 h 1010399"/>
                <a:gd name="connsiteX364" fmla="*/ 18422 w 1109339"/>
                <a:gd name="connsiteY364" fmla="*/ 98060 h 1010399"/>
                <a:gd name="connsiteX365" fmla="*/ 14383 w 1109339"/>
                <a:gd name="connsiteY365" fmla="*/ 101087 h 1010399"/>
                <a:gd name="connsiteX366" fmla="*/ 9941 w 1109339"/>
                <a:gd name="connsiteY366" fmla="*/ 102735 h 1010399"/>
                <a:gd name="connsiteX367" fmla="*/ 8426 w 1109339"/>
                <a:gd name="connsiteY367" fmla="*/ 105326 h 1010399"/>
                <a:gd name="connsiteX368" fmla="*/ 10614 w 1109339"/>
                <a:gd name="connsiteY368" fmla="*/ 106402 h 1010399"/>
                <a:gd name="connsiteX369" fmla="*/ 11253 w 1109339"/>
                <a:gd name="connsiteY369" fmla="*/ 108151 h 1010399"/>
                <a:gd name="connsiteX370" fmla="*/ 10614 w 1109339"/>
                <a:gd name="connsiteY370" fmla="*/ 109228 h 1010399"/>
                <a:gd name="connsiteX371" fmla="*/ 7013 w 1109339"/>
                <a:gd name="connsiteY371" fmla="*/ 113466 h 1010399"/>
                <a:gd name="connsiteX372" fmla="*/ 4623 w 1109339"/>
                <a:gd name="connsiteY372" fmla="*/ 114980 h 1010399"/>
                <a:gd name="connsiteX373" fmla="*/ 1258 w 1109339"/>
                <a:gd name="connsiteY373" fmla="*/ 116494 h 1010399"/>
                <a:gd name="connsiteX374" fmla="*/ 1258 w 1109339"/>
                <a:gd name="connsiteY374" fmla="*/ 117907 h 1010399"/>
                <a:gd name="connsiteX375" fmla="*/ 80 w 1109339"/>
                <a:gd name="connsiteY375" fmla="*/ 123659 h 1010399"/>
                <a:gd name="connsiteX376" fmla="*/ 1258 w 1109339"/>
                <a:gd name="connsiteY376" fmla="*/ 124433 h 1010399"/>
                <a:gd name="connsiteX377" fmla="*/ 6710 w 1109339"/>
                <a:gd name="connsiteY377" fmla="*/ 122381 h 1010399"/>
                <a:gd name="connsiteX378" fmla="*/ 8999 w 1109339"/>
                <a:gd name="connsiteY378" fmla="*/ 121944 h 1010399"/>
                <a:gd name="connsiteX379" fmla="*/ 12162 w 1109339"/>
                <a:gd name="connsiteY379" fmla="*/ 121742 h 1010399"/>
                <a:gd name="connsiteX380" fmla="*/ 15090 w 1109339"/>
                <a:gd name="connsiteY380" fmla="*/ 124568 h 1010399"/>
                <a:gd name="connsiteX381" fmla="*/ 16604 w 1109339"/>
                <a:gd name="connsiteY381" fmla="*/ 126956 h 1010399"/>
                <a:gd name="connsiteX382" fmla="*/ 18455 w 1109339"/>
                <a:gd name="connsiteY382" fmla="*/ 127730 h 1010399"/>
                <a:gd name="connsiteX383" fmla="*/ 22797 w 1109339"/>
                <a:gd name="connsiteY383" fmla="*/ 130993 h 1010399"/>
                <a:gd name="connsiteX384" fmla="*/ 28552 w 1109339"/>
                <a:gd name="connsiteY384" fmla="*/ 130454 h 1010399"/>
                <a:gd name="connsiteX385" fmla="*/ 30302 w 1109339"/>
                <a:gd name="connsiteY385" fmla="*/ 129143 h 1010399"/>
                <a:gd name="connsiteX386" fmla="*/ 33667 w 1109339"/>
                <a:gd name="connsiteY386" fmla="*/ 128268 h 1010399"/>
                <a:gd name="connsiteX387" fmla="*/ 38009 w 1109339"/>
                <a:gd name="connsiteY387" fmla="*/ 128032 h 1010399"/>
                <a:gd name="connsiteX388" fmla="*/ 40937 w 1109339"/>
                <a:gd name="connsiteY388" fmla="*/ 129681 h 1010399"/>
                <a:gd name="connsiteX389" fmla="*/ 41374 w 1109339"/>
                <a:gd name="connsiteY389" fmla="*/ 133045 h 1010399"/>
                <a:gd name="connsiteX390" fmla="*/ 41475 w 1109339"/>
                <a:gd name="connsiteY390" fmla="*/ 135770 h 1010399"/>
                <a:gd name="connsiteX391" fmla="*/ 42249 w 1109339"/>
                <a:gd name="connsiteY391" fmla="*/ 137822 h 1010399"/>
                <a:gd name="connsiteX392" fmla="*/ 44302 w 1109339"/>
                <a:gd name="connsiteY392" fmla="*/ 140647 h 1010399"/>
                <a:gd name="connsiteX393" fmla="*/ 46153 w 1109339"/>
                <a:gd name="connsiteY393" fmla="*/ 141858 h 1010399"/>
                <a:gd name="connsiteX394" fmla="*/ 48004 w 1109339"/>
                <a:gd name="connsiteY394" fmla="*/ 143709 h 1010399"/>
                <a:gd name="connsiteX395" fmla="*/ 50629 w 1109339"/>
                <a:gd name="connsiteY395" fmla="*/ 144785 h 1010399"/>
                <a:gd name="connsiteX396" fmla="*/ 53120 w 1109339"/>
                <a:gd name="connsiteY396" fmla="*/ 144449 h 1010399"/>
                <a:gd name="connsiteX397" fmla="*/ 56283 w 1109339"/>
                <a:gd name="connsiteY397" fmla="*/ 144112 h 1010399"/>
                <a:gd name="connsiteX398" fmla="*/ 57697 w 1109339"/>
                <a:gd name="connsiteY398" fmla="*/ 143473 h 1010399"/>
                <a:gd name="connsiteX399" fmla="*/ 60423 w 1109339"/>
                <a:gd name="connsiteY399" fmla="*/ 141522 h 1010399"/>
                <a:gd name="connsiteX400" fmla="*/ 61298 w 1109339"/>
                <a:gd name="connsiteY400" fmla="*/ 139907 h 1010399"/>
                <a:gd name="connsiteX401" fmla="*/ 58908 w 1109339"/>
                <a:gd name="connsiteY401" fmla="*/ 135568 h 1010399"/>
                <a:gd name="connsiteX402" fmla="*/ 60995 w 1109339"/>
                <a:gd name="connsiteY402" fmla="*/ 134592 h 1010399"/>
                <a:gd name="connsiteX403" fmla="*/ 63048 w 1109339"/>
                <a:gd name="connsiteY403" fmla="*/ 134155 h 1010399"/>
                <a:gd name="connsiteX404" fmla="*/ 64461 w 1109339"/>
                <a:gd name="connsiteY404" fmla="*/ 132977 h 1010399"/>
                <a:gd name="connsiteX405" fmla="*/ 65538 w 1109339"/>
                <a:gd name="connsiteY405" fmla="*/ 130253 h 1010399"/>
                <a:gd name="connsiteX406" fmla="*/ 66514 w 1109339"/>
                <a:gd name="connsiteY406" fmla="*/ 126653 h 1010399"/>
                <a:gd name="connsiteX407" fmla="*/ 67153 w 1109339"/>
                <a:gd name="connsiteY407" fmla="*/ 125139 h 1010399"/>
                <a:gd name="connsiteX408" fmla="*/ 68567 w 1109339"/>
                <a:gd name="connsiteY408" fmla="*/ 122415 h 1010399"/>
                <a:gd name="connsiteX409" fmla="*/ 69543 w 1109339"/>
                <a:gd name="connsiteY409" fmla="*/ 119589 h 1010399"/>
                <a:gd name="connsiteX410" fmla="*/ 70855 w 1109339"/>
                <a:gd name="connsiteY410" fmla="*/ 116326 h 1010399"/>
                <a:gd name="connsiteX411" fmla="*/ 72909 w 1109339"/>
                <a:gd name="connsiteY411" fmla="*/ 115989 h 1010399"/>
                <a:gd name="connsiteX412" fmla="*/ 73985 w 1109339"/>
                <a:gd name="connsiteY412" fmla="*/ 116528 h 1010399"/>
                <a:gd name="connsiteX413" fmla="*/ 76375 w 1109339"/>
                <a:gd name="connsiteY413" fmla="*/ 118714 h 1010399"/>
                <a:gd name="connsiteX414" fmla="*/ 79101 w 1109339"/>
                <a:gd name="connsiteY414" fmla="*/ 120665 h 1010399"/>
                <a:gd name="connsiteX415" fmla="*/ 81827 w 1109339"/>
                <a:gd name="connsiteY415" fmla="*/ 121439 h 1010399"/>
                <a:gd name="connsiteX416" fmla="*/ 83476 w 1109339"/>
                <a:gd name="connsiteY416" fmla="*/ 122650 h 1010399"/>
                <a:gd name="connsiteX417" fmla="*/ 84553 w 1109339"/>
                <a:gd name="connsiteY417" fmla="*/ 124938 h 1010399"/>
                <a:gd name="connsiteX418" fmla="*/ 85630 w 1109339"/>
                <a:gd name="connsiteY418" fmla="*/ 127124 h 1010399"/>
                <a:gd name="connsiteX419" fmla="*/ 87683 w 1109339"/>
                <a:gd name="connsiteY419" fmla="*/ 129614 h 1010399"/>
                <a:gd name="connsiteX420" fmla="*/ 88659 w 1109339"/>
                <a:gd name="connsiteY420" fmla="*/ 130825 h 1010399"/>
                <a:gd name="connsiteX421" fmla="*/ 89870 w 1109339"/>
                <a:gd name="connsiteY421" fmla="*/ 133112 h 1010399"/>
                <a:gd name="connsiteX422" fmla="*/ 90846 w 1109339"/>
                <a:gd name="connsiteY422" fmla="*/ 134424 h 1010399"/>
                <a:gd name="connsiteX423" fmla="*/ 91587 w 1109339"/>
                <a:gd name="connsiteY423" fmla="*/ 136476 h 1010399"/>
                <a:gd name="connsiteX424" fmla="*/ 91688 w 1109339"/>
                <a:gd name="connsiteY424" fmla="*/ 138326 h 1010399"/>
                <a:gd name="connsiteX425" fmla="*/ 93640 w 1109339"/>
                <a:gd name="connsiteY425" fmla="*/ 140277 h 1010399"/>
                <a:gd name="connsiteX426" fmla="*/ 96029 w 1109339"/>
                <a:gd name="connsiteY426" fmla="*/ 140176 h 1010399"/>
                <a:gd name="connsiteX427" fmla="*/ 98957 w 1109339"/>
                <a:gd name="connsiteY427" fmla="*/ 140715 h 1010399"/>
                <a:gd name="connsiteX428" fmla="*/ 103198 w 1109339"/>
                <a:gd name="connsiteY428" fmla="*/ 138663 h 1010399"/>
                <a:gd name="connsiteX429" fmla="*/ 104947 w 1109339"/>
                <a:gd name="connsiteY429" fmla="*/ 136375 h 1010399"/>
                <a:gd name="connsiteX430" fmla="*/ 107236 w 1109339"/>
                <a:gd name="connsiteY430" fmla="*/ 136711 h 1010399"/>
                <a:gd name="connsiteX431" fmla="*/ 111578 w 1109339"/>
                <a:gd name="connsiteY431" fmla="*/ 136913 h 1010399"/>
                <a:gd name="connsiteX432" fmla="*/ 116996 w 1109339"/>
                <a:gd name="connsiteY432" fmla="*/ 138427 h 1010399"/>
                <a:gd name="connsiteX433" fmla="*/ 119486 w 1109339"/>
                <a:gd name="connsiteY433" fmla="*/ 139941 h 1010399"/>
                <a:gd name="connsiteX434" fmla="*/ 120260 w 1109339"/>
                <a:gd name="connsiteY434" fmla="*/ 141152 h 1010399"/>
                <a:gd name="connsiteX435" fmla="*/ 119924 w 1109339"/>
                <a:gd name="connsiteY435" fmla="*/ 142228 h 1010399"/>
                <a:gd name="connsiteX436" fmla="*/ 116660 w 1109339"/>
                <a:gd name="connsiteY436" fmla="*/ 143843 h 1010399"/>
                <a:gd name="connsiteX437" fmla="*/ 114909 w 1109339"/>
                <a:gd name="connsiteY437" fmla="*/ 145693 h 1010399"/>
                <a:gd name="connsiteX438" fmla="*/ 111443 w 1109339"/>
                <a:gd name="connsiteY438" fmla="*/ 147543 h 1010399"/>
                <a:gd name="connsiteX439" fmla="*/ 110366 w 1109339"/>
                <a:gd name="connsiteY439" fmla="*/ 150806 h 1010399"/>
                <a:gd name="connsiteX440" fmla="*/ 110568 w 1109339"/>
                <a:gd name="connsiteY440" fmla="*/ 154507 h 1010399"/>
                <a:gd name="connsiteX441" fmla="*/ 111645 w 1109339"/>
                <a:gd name="connsiteY441" fmla="*/ 155045 h 1010399"/>
                <a:gd name="connsiteX442" fmla="*/ 114573 w 1109339"/>
                <a:gd name="connsiteY442" fmla="*/ 159284 h 1010399"/>
                <a:gd name="connsiteX443" fmla="*/ 115986 w 1109339"/>
                <a:gd name="connsiteY443" fmla="*/ 161773 h 1010399"/>
                <a:gd name="connsiteX444" fmla="*/ 116962 w 1109339"/>
                <a:gd name="connsiteY444" fmla="*/ 165036 h 1010399"/>
                <a:gd name="connsiteX445" fmla="*/ 117501 w 1109339"/>
                <a:gd name="connsiteY445" fmla="*/ 168299 h 1010399"/>
                <a:gd name="connsiteX446" fmla="*/ 117837 w 1109339"/>
                <a:gd name="connsiteY446" fmla="*/ 171764 h 1010399"/>
                <a:gd name="connsiteX447" fmla="*/ 119688 w 1109339"/>
                <a:gd name="connsiteY447" fmla="*/ 174590 h 1010399"/>
                <a:gd name="connsiteX448" fmla="*/ 122515 w 1109339"/>
                <a:gd name="connsiteY448" fmla="*/ 177954 h 1010399"/>
                <a:gd name="connsiteX449" fmla="*/ 123929 w 1109339"/>
                <a:gd name="connsiteY449" fmla="*/ 180981 h 1010399"/>
                <a:gd name="connsiteX450" fmla="*/ 123592 w 1109339"/>
                <a:gd name="connsiteY450" fmla="*/ 183269 h 1010399"/>
                <a:gd name="connsiteX451" fmla="*/ 123929 w 1109339"/>
                <a:gd name="connsiteY451" fmla="*/ 187709 h 1010399"/>
                <a:gd name="connsiteX452" fmla="*/ 126318 w 1109339"/>
                <a:gd name="connsiteY452" fmla="*/ 190871 h 1010399"/>
                <a:gd name="connsiteX453" fmla="*/ 129818 w 1109339"/>
                <a:gd name="connsiteY453" fmla="*/ 193798 h 1010399"/>
                <a:gd name="connsiteX454" fmla="*/ 132309 w 1109339"/>
                <a:gd name="connsiteY454" fmla="*/ 195749 h 1010399"/>
                <a:gd name="connsiteX455" fmla="*/ 132208 w 1109339"/>
                <a:gd name="connsiteY455" fmla="*/ 198339 h 1010399"/>
                <a:gd name="connsiteX456" fmla="*/ 136549 w 1109339"/>
                <a:gd name="connsiteY456" fmla="*/ 203789 h 1010399"/>
                <a:gd name="connsiteX457" fmla="*/ 139578 w 1109339"/>
                <a:gd name="connsiteY457" fmla="*/ 206278 h 1010399"/>
                <a:gd name="connsiteX458" fmla="*/ 140083 w 1109339"/>
                <a:gd name="connsiteY458" fmla="*/ 216168 h 1010399"/>
                <a:gd name="connsiteX459" fmla="*/ 138939 w 1109339"/>
                <a:gd name="connsiteY459" fmla="*/ 221181 h 1010399"/>
                <a:gd name="connsiteX460" fmla="*/ 138939 w 1109339"/>
                <a:gd name="connsiteY460" fmla="*/ 226832 h 1010399"/>
                <a:gd name="connsiteX461" fmla="*/ 139376 w 1109339"/>
                <a:gd name="connsiteY461" fmla="*/ 228447 h 1010399"/>
                <a:gd name="connsiteX462" fmla="*/ 145232 w 1109339"/>
                <a:gd name="connsiteY462" fmla="*/ 229658 h 1010399"/>
                <a:gd name="connsiteX463" fmla="*/ 146444 w 1109339"/>
                <a:gd name="connsiteY463" fmla="*/ 229658 h 1010399"/>
                <a:gd name="connsiteX464" fmla="*/ 149170 w 1109339"/>
                <a:gd name="connsiteY464" fmla="*/ 233022 h 1010399"/>
                <a:gd name="connsiteX465" fmla="*/ 149170 w 1109339"/>
                <a:gd name="connsiteY465" fmla="*/ 234872 h 1010399"/>
                <a:gd name="connsiteX466" fmla="*/ 154723 w 1109339"/>
                <a:gd name="connsiteY466" fmla="*/ 234435 h 1010399"/>
                <a:gd name="connsiteX467" fmla="*/ 154723 w 1109339"/>
                <a:gd name="connsiteY467" fmla="*/ 239312 h 1010399"/>
                <a:gd name="connsiteX468" fmla="*/ 160814 w 1109339"/>
                <a:gd name="connsiteY468" fmla="*/ 236588 h 1010399"/>
                <a:gd name="connsiteX469" fmla="*/ 164617 w 1109339"/>
                <a:gd name="connsiteY469" fmla="*/ 236218 h 1010399"/>
                <a:gd name="connsiteX470" fmla="*/ 168959 w 1109339"/>
                <a:gd name="connsiteY470" fmla="*/ 240120 h 1010399"/>
                <a:gd name="connsiteX471" fmla="*/ 171146 w 1109339"/>
                <a:gd name="connsiteY471" fmla="*/ 243585 h 1010399"/>
                <a:gd name="connsiteX472" fmla="*/ 177675 w 1109339"/>
                <a:gd name="connsiteY472" fmla="*/ 237933 h 1010399"/>
                <a:gd name="connsiteX473" fmla="*/ 178988 w 1109339"/>
                <a:gd name="connsiteY473" fmla="*/ 235175 h 1010399"/>
                <a:gd name="connsiteX474" fmla="*/ 184473 w 1109339"/>
                <a:gd name="connsiteY474" fmla="*/ 231710 h 1010399"/>
                <a:gd name="connsiteX475" fmla="*/ 187671 w 1109339"/>
                <a:gd name="connsiteY475" fmla="*/ 227942 h 1010399"/>
                <a:gd name="connsiteX476" fmla="*/ 188983 w 1109339"/>
                <a:gd name="connsiteY476" fmla="*/ 224612 h 1010399"/>
                <a:gd name="connsiteX477" fmla="*/ 193493 w 1109339"/>
                <a:gd name="connsiteY477" fmla="*/ 222728 h 1010399"/>
                <a:gd name="connsiteX478" fmla="*/ 192753 w 1109339"/>
                <a:gd name="connsiteY478" fmla="*/ 219532 h 1010399"/>
                <a:gd name="connsiteX479" fmla="*/ 192315 w 1109339"/>
                <a:gd name="connsiteY479" fmla="*/ 215058 h 1010399"/>
                <a:gd name="connsiteX480" fmla="*/ 194637 w 1109339"/>
                <a:gd name="connsiteY480" fmla="*/ 214318 h 1010399"/>
                <a:gd name="connsiteX481" fmla="*/ 197969 w 1109339"/>
                <a:gd name="connsiteY481" fmla="*/ 218220 h 1010399"/>
                <a:gd name="connsiteX482" fmla="*/ 202176 w 1109339"/>
                <a:gd name="connsiteY482" fmla="*/ 221551 h 1010399"/>
                <a:gd name="connsiteX483" fmla="*/ 206382 w 1109339"/>
                <a:gd name="connsiteY483" fmla="*/ 224006 h 1010399"/>
                <a:gd name="connsiteX484" fmla="*/ 209849 w 1109339"/>
                <a:gd name="connsiteY484" fmla="*/ 224578 h 1010399"/>
                <a:gd name="connsiteX485" fmla="*/ 216512 w 1109339"/>
                <a:gd name="connsiteY485" fmla="*/ 225318 h 1010399"/>
                <a:gd name="connsiteX486" fmla="*/ 218969 w 1109339"/>
                <a:gd name="connsiteY486" fmla="*/ 226193 h 1010399"/>
                <a:gd name="connsiteX487" fmla="*/ 223042 w 1109339"/>
                <a:gd name="connsiteY487" fmla="*/ 226193 h 1010399"/>
                <a:gd name="connsiteX488" fmla="*/ 224186 w 1109339"/>
                <a:gd name="connsiteY488" fmla="*/ 229086 h 1010399"/>
                <a:gd name="connsiteX489" fmla="*/ 228393 w 1109339"/>
                <a:gd name="connsiteY489" fmla="*/ 228951 h 1010399"/>
                <a:gd name="connsiteX490" fmla="*/ 230278 w 1109339"/>
                <a:gd name="connsiteY490" fmla="*/ 226361 h 1010399"/>
                <a:gd name="connsiteX491" fmla="*/ 230849 w 1109339"/>
                <a:gd name="connsiteY491" fmla="*/ 223165 h 1010399"/>
                <a:gd name="connsiteX492" fmla="*/ 231724 w 1109339"/>
                <a:gd name="connsiteY492" fmla="*/ 221147 h 1010399"/>
                <a:gd name="connsiteX493" fmla="*/ 235359 w 1109339"/>
                <a:gd name="connsiteY493" fmla="*/ 220003 h 1010399"/>
                <a:gd name="connsiteX494" fmla="*/ 242157 w 1109339"/>
                <a:gd name="connsiteY494" fmla="*/ 220743 h 1010399"/>
                <a:gd name="connsiteX495" fmla="*/ 241888 w 1109339"/>
                <a:gd name="connsiteY495" fmla="*/ 222627 h 1010399"/>
                <a:gd name="connsiteX496" fmla="*/ 241585 w 1109339"/>
                <a:gd name="connsiteY496" fmla="*/ 224645 h 1010399"/>
                <a:gd name="connsiteX497" fmla="*/ 245657 w 1109339"/>
                <a:gd name="connsiteY497" fmla="*/ 225217 h 1010399"/>
                <a:gd name="connsiteX498" fmla="*/ 247542 w 1109339"/>
                <a:gd name="connsiteY498" fmla="*/ 224780 h 1010399"/>
                <a:gd name="connsiteX499" fmla="*/ 250437 w 1109339"/>
                <a:gd name="connsiteY499" fmla="*/ 222190 h 1010399"/>
                <a:gd name="connsiteX500" fmla="*/ 252456 w 1109339"/>
                <a:gd name="connsiteY500" fmla="*/ 224208 h 1010399"/>
                <a:gd name="connsiteX501" fmla="*/ 255485 w 1109339"/>
                <a:gd name="connsiteY501" fmla="*/ 217985 h 1010399"/>
                <a:gd name="connsiteX502" fmla="*/ 255485 w 1109339"/>
                <a:gd name="connsiteY502" fmla="*/ 216370 h 1010399"/>
                <a:gd name="connsiteX503" fmla="*/ 256629 w 1109339"/>
                <a:gd name="connsiteY503" fmla="*/ 211459 h 1010399"/>
                <a:gd name="connsiteX504" fmla="*/ 259658 w 1109339"/>
                <a:gd name="connsiteY504" fmla="*/ 211156 h 1010399"/>
                <a:gd name="connsiteX505" fmla="*/ 263865 w 1109339"/>
                <a:gd name="connsiteY505" fmla="*/ 212602 h 1010399"/>
                <a:gd name="connsiteX506" fmla="*/ 266624 w 1109339"/>
                <a:gd name="connsiteY506" fmla="*/ 214621 h 1010399"/>
                <a:gd name="connsiteX507" fmla="*/ 269384 w 1109339"/>
                <a:gd name="connsiteY507" fmla="*/ 216942 h 1010399"/>
                <a:gd name="connsiteX508" fmla="*/ 272413 w 1109339"/>
                <a:gd name="connsiteY508" fmla="*/ 218254 h 1010399"/>
                <a:gd name="connsiteX509" fmla="*/ 274163 w 1109339"/>
                <a:gd name="connsiteY509" fmla="*/ 215495 h 1010399"/>
                <a:gd name="connsiteX510" fmla="*/ 274196 w 1109339"/>
                <a:gd name="connsiteY510" fmla="*/ 213578 h 1010399"/>
                <a:gd name="connsiteX511" fmla="*/ 274432 w 1109339"/>
                <a:gd name="connsiteY511" fmla="*/ 211156 h 1010399"/>
                <a:gd name="connsiteX512" fmla="*/ 276889 w 1109339"/>
                <a:gd name="connsiteY512" fmla="*/ 208263 h 1010399"/>
                <a:gd name="connsiteX513" fmla="*/ 284999 w 1109339"/>
                <a:gd name="connsiteY513" fmla="*/ 204798 h 1010399"/>
                <a:gd name="connsiteX514" fmla="*/ 287759 w 1109339"/>
                <a:gd name="connsiteY514" fmla="*/ 199719 h 1010399"/>
                <a:gd name="connsiteX515" fmla="*/ 284697 w 1109339"/>
                <a:gd name="connsiteY515" fmla="*/ 194504 h 1010399"/>
                <a:gd name="connsiteX516" fmla="*/ 286312 w 1109339"/>
                <a:gd name="connsiteY516" fmla="*/ 192486 h 1010399"/>
                <a:gd name="connsiteX517" fmla="*/ 290654 w 1109339"/>
                <a:gd name="connsiteY517" fmla="*/ 192486 h 1010399"/>
                <a:gd name="connsiteX518" fmla="*/ 292909 w 1109339"/>
                <a:gd name="connsiteY518" fmla="*/ 195076 h 1010399"/>
                <a:gd name="connsiteX519" fmla="*/ 295433 w 1109339"/>
                <a:gd name="connsiteY519" fmla="*/ 192755 h 1010399"/>
                <a:gd name="connsiteX520" fmla="*/ 295433 w 1109339"/>
                <a:gd name="connsiteY520" fmla="*/ 188550 h 1010399"/>
                <a:gd name="connsiteX521" fmla="*/ 294558 w 1109339"/>
                <a:gd name="connsiteY521" fmla="*/ 187844 h 1010399"/>
                <a:gd name="connsiteX522" fmla="*/ 294827 w 1109339"/>
                <a:gd name="connsiteY522" fmla="*/ 184513 h 1010399"/>
                <a:gd name="connsiteX523" fmla="*/ 295567 w 1109339"/>
                <a:gd name="connsiteY523" fmla="*/ 182630 h 1010399"/>
                <a:gd name="connsiteX524" fmla="*/ 295567 w 1109339"/>
                <a:gd name="connsiteY524" fmla="*/ 177987 h 1010399"/>
                <a:gd name="connsiteX525" fmla="*/ 296274 w 1109339"/>
                <a:gd name="connsiteY525" fmla="*/ 175397 h 1010399"/>
                <a:gd name="connsiteX526" fmla="*/ 294827 w 1109339"/>
                <a:gd name="connsiteY526" fmla="*/ 173379 h 1010399"/>
                <a:gd name="connsiteX527" fmla="*/ 294389 w 1109339"/>
                <a:gd name="connsiteY527" fmla="*/ 171058 h 1010399"/>
                <a:gd name="connsiteX528" fmla="*/ 295567 w 1109339"/>
                <a:gd name="connsiteY528" fmla="*/ 169611 h 1010399"/>
                <a:gd name="connsiteX529" fmla="*/ 299202 w 1109339"/>
                <a:gd name="connsiteY529" fmla="*/ 169746 h 1010399"/>
                <a:gd name="connsiteX530" fmla="*/ 302264 w 1109339"/>
                <a:gd name="connsiteY530" fmla="*/ 171764 h 1010399"/>
                <a:gd name="connsiteX531" fmla="*/ 301827 w 1109339"/>
                <a:gd name="connsiteY531" fmla="*/ 175229 h 1010399"/>
                <a:gd name="connsiteX532" fmla="*/ 301255 w 1109339"/>
                <a:gd name="connsiteY532" fmla="*/ 178425 h 1010399"/>
                <a:gd name="connsiteX533" fmla="*/ 303274 w 1109339"/>
                <a:gd name="connsiteY533" fmla="*/ 180006 h 1010399"/>
                <a:gd name="connsiteX534" fmla="*/ 306606 w 1109339"/>
                <a:gd name="connsiteY534" fmla="*/ 178626 h 1010399"/>
                <a:gd name="connsiteX535" fmla="*/ 309063 w 1109339"/>
                <a:gd name="connsiteY535" fmla="*/ 177247 h 1010399"/>
                <a:gd name="connsiteX536" fmla="*/ 310173 w 1109339"/>
                <a:gd name="connsiteY536" fmla="*/ 177247 h 1010399"/>
                <a:gd name="connsiteX537" fmla="*/ 315390 w 1109339"/>
                <a:gd name="connsiteY537" fmla="*/ 178391 h 1010399"/>
                <a:gd name="connsiteX538" fmla="*/ 318721 w 1109339"/>
                <a:gd name="connsiteY538" fmla="*/ 180275 h 1010399"/>
                <a:gd name="connsiteX539" fmla="*/ 321178 w 1109339"/>
                <a:gd name="connsiteY539" fmla="*/ 182024 h 1010399"/>
                <a:gd name="connsiteX540" fmla="*/ 324376 w 1109339"/>
                <a:gd name="connsiteY540" fmla="*/ 183605 h 1010399"/>
                <a:gd name="connsiteX541" fmla="*/ 326395 w 1109339"/>
                <a:gd name="connsiteY541" fmla="*/ 184749 h 1010399"/>
                <a:gd name="connsiteX542" fmla="*/ 328145 w 1109339"/>
                <a:gd name="connsiteY542" fmla="*/ 186767 h 1010399"/>
                <a:gd name="connsiteX543" fmla="*/ 329457 w 1109339"/>
                <a:gd name="connsiteY543" fmla="*/ 189358 h 1010399"/>
                <a:gd name="connsiteX544" fmla="*/ 330198 w 1109339"/>
                <a:gd name="connsiteY544" fmla="*/ 190064 h 1010399"/>
                <a:gd name="connsiteX545" fmla="*/ 333227 w 1109339"/>
                <a:gd name="connsiteY545" fmla="*/ 192385 h 1010399"/>
                <a:gd name="connsiteX546" fmla="*/ 334808 w 1109339"/>
                <a:gd name="connsiteY546" fmla="*/ 193697 h 1010399"/>
                <a:gd name="connsiteX547" fmla="*/ 335381 w 1109339"/>
                <a:gd name="connsiteY547" fmla="*/ 197767 h 1010399"/>
                <a:gd name="connsiteX548" fmla="*/ 338275 w 1109339"/>
                <a:gd name="connsiteY548" fmla="*/ 200795 h 1010399"/>
                <a:gd name="connsiteX549" fmla="*/ 341607 w 1109339"/>
                <a:gd name="connsiteY549" fmla="*/ 201939 h 1010399"/>
                <a:gd name="connsiteX550" fmla="*/ 345511 w 1109339"/>
                <a:gd name="connsiteY550" fmla="*/ 203385 h 1010399"/>
                <a:gd name="connsiteX551" fmla="*/ 349280 w 1109339"/>
                <a:gd name="connsiteY551" fmla="*/ 208465 h 1010399"/>
                <a:gd name="connsiteX552" fmla="*/ 351367 w 1109339"/>
                <a:gd name="connsiteY552" fmla="*/ 211492 h 1010399"/>
                <a:gd name="connsiteX553" fmla="*/ 352746 w 1109339"/>
                <a:gd name="connsiteY553" fmla="*/ 213073 h 1010399"/>
                <a:gd name="connsiteX554" fmla="*/ 352746 w 1109339"/>
                <a:gd name="connsiteY554" fmla="*/ 216269 h 1010399"/>
                <a:gd name="connsiteX555" fmla="*/ 352443 w 1109339"/>
                <a:gd name="connsiteY555" fmla="*/ 218456 h 1010399"/>
                <a:gd name="connsiteX556" fmla="*/ 354193 w 1109339"/>
                <a:gd name="connsiteY556" fmla="*/ 220474 h 1010399"/>
                <a:gd name="connsiteX557" fmla="*/ 356381 w 1109339"/>
                <a:gd name="connsiteY557" fmla="*/ 220609 h 1010399"/>
                <a:gd name="connsiteX558" fmla="*/ 359578 w 1109339"/>
                <a:gd name="connsiteY558" fmla="*/ 221181 h 1010399"/>
                <a:gd name="connsiteX559" fmla="*/ 362035 w 1109339"/>
                <a:gd name="connsiteY559" fmla="*/ 224074 h 1010399"/>
                <a:gd name="connsiteX560" fmla="*/ 362776 w 1109339"/>
                <a:gd name="connsiteY560" fmla="*/ 227101 h 1010399"/>
                <a:gd name="connsiteX561" fmla="*/ 364222 w 1109339"/>
                <a:gd name="connsiteY561" fmla="*/ 229120 h 1010399"/>
                <a:gd name="connsiteX562" fmla="*/ 367689 w 1109339"/>
                <a:gd name="connsiteY562" fmla="*/ 228548 h 1010399"/>
                <a:gd name="connsiteX563" fmla="*/ 370011 w 1109339"/>
                <a:gd name="connsiteY563" fmla="*/ 227976 h 1010399"/>
                <a:gd name="connsiteX564" fmla="*/ 372031 w 1109339"/>
                <a:gd name="connsiteY564" fmla="*/ 227673 h 1010399"/>
                <a:gd name="connsiteX565" fmla="*/ 373780 w 1109339"/>
                <a:gd name="connsiteY565" fmla="*/ 229254 h 1010399"/>
                <a:gd name="connsiteX566" fmla="*/ 375665 w 1109339"/>
                <a:gd name="connsiteY566" fmla="*/ 231272 h 1010399"/>
                <a:gd name="connsiteX567" fmla="*/ 375665 w 1109339"/>
                <a:gd name="connsiteY567" fmla="*/ 234166 h 1010399"/>
                <a:gd name="connsiteX568" fmla="*/ 374353 w 1109339"/>
                <a:gd name="connsiteY568" fmla="*/ 236352 h 1010399"/>
                <a:gd name="connsiteX569" fmla="*/ 373780 w 1109339"/>
                <a:gd name="connsiteY569" fmla="*/ 239245 h 1010399"/>
                <a:gd name="connsiteX570" fmla="*/ 374521 w 1109339"/>
                <a:gd name="connsiteY570" fmla="*/ 242138 h 1010399"/>
                <a:gd name="connsiteX571" fmla="*/ 376271 w 1109339"/>
                <a:gd name="connsiteY571" fmla="*/ 244594 h 1010399"/>
                <a:gd name="connsiteX572" fmla="*/ 376574 w 1109339"/>
                <a:gd name="connsiteY572" fmla="*/ 247621 h 1010399"/>
                <a:gd name="connsiteX573" fmla="*/ 374689 w 1109339"/>
                <a:gd name="connsiteY573" fmla="*/ 250514 h 1010399"/>
                <a:gd name="connsiteX574" fmla="*/ 372939 w 1109339"/>
                <a:gd name="connsiteY574" fmla="*/ 252701 h 1010399"/>
                <a:gd name="connsiteX575" fmla="*/ 370617 w 1109339"/>
                <a:gd name="connsiteY575" fmla="*/ 254719 h 1010399"/>
                <a:gd name="connsiteX576" fmla="*/ 368295 w 1109339"/>
                <a:gd name="connsiteY576" fmla="*/ 256031 h 1010399"/>
                <a:gd name="connsiteX577" fmla="*/ 365670 w 1109339"/>
                <a:gd name="connsiteY577" fmla="*/ 257040 h 1010399"/>
                <a:gd name="connsiteX578" fmla="*/ 364088 w 1109339"/>
                <a:gd name="connsiteY578" fmla="*/ 259799 h 1010399"/>
                <a:gd name="connsiteX579" fmla="*/ 363785 w 1109339"/>
                <a:gd name="connsiteY579" fmla="*/ 261380 h 1010399"/>
                <a:gd name="connsiteX580" fmla="*/ 358703 w 1109339"/>
                <a:gd name="connsiteY580" fmla="*/ 263264 h 1010399"/>
                <a:gd name="connsiteX581" fmla="*/ 357391 w 1109339"/>
                <a:gd name="connsiteY581" fmla="*/ 265719 h 1010399"/>
                <a:gd name="connsiteX582" fmla="*/ 359275 w 1109339"/>
                <a:gd name="connsiteY582" fmla="*/ 269487 h 1010399"/>
                <a:gd name="connsiteX583" fmla="*/ 361867 w 1109339"/>
                <a:gd name="connsiteY583" fmla="*/ 273255 h 1010399"/>
                <a:gd name="connsiteX584" fmla="*/ 363011 w 1109339"/>
                <a:gd name="connsiteY584" fmla="*/ 275845 h 1010399"/>
                <a:gd name="connsiteX585" fmla="*/ 363583 w 1109339"/>
                <a:gd name="connsiteY585" fmla="*/ 277863 h 1010399"/>
                <a:gd name="connsiteX586" fmla="*/ 364458 w 1109339"/>
                <a:gd name="connsiteY586" fmla="*/ 282775 h 1010399"/>
                <a:gd name="connsiteX587" fmla="*/ 364155 w 1109339"/>
                <a:gd name="connsiteY587" fmla="*/ 289873 h 1010399"/>
                <a:gd name="connsiteX588" fmla="*/ 361261 w 1109339"/>
                <a:gd name="connsiteY588" fmla="*/ 293943 h 1010399"/>
                <a:gd name="connsiteX589" fmla="*/ 358636 w 1109339"/>
                <a:gd name="connsiteY589" fmla="*/ 297408 h 1010399"/>
                <a:gd name="connsiteX590" fmla="*/ 353285 w 1109339"/>
                <a:gd name="connsiteY590" fmla="*/ 300301 h 1010399"/>
                <a:gd name="connsiteX591" fmla="*/ 350963 w 1109339"/>
                <a:gd name="connsiteY591" fmla="*/ 301176 h 1010399"/>
                <a:gd name="connsiteX592" fmla="*/ 346621 w 1109339"/>
                <a:gd name="connsiteY592" fmla="*/ 301882 h 1010399"/>
                <a:gd name="connsiteX593" fmla="*/ 345881 w 1109339"/>
                <a:gd name="connsiteY593" fmla="*/ 306962 h 1010399"/>
                <a:gd name="connsiteX594" fmla="*/ 346015 w 1109339"/>
                <a:gd name="connsiteY594" fmla="*/ 310864 h 1010399"/>
                <a:gd name="connsiteX595" fmla="*/ 344568 w 1109339"/>
                <a:gd name="connsiteY595" fmla="*/ 317222 h 1010399"/>
                <a:gd name="connsiteX596" fmla="*/ 343693 w 1109339"/>
                <a:gd name="connsiteY596" fmla="*/ 323008 h 1010399"/>
                <a:gd name="connsiteX597" fmla="*/ 342953 w 1109339"/>
                <a:gd name="connsiteY597" fmla="*/ 324892 h 1010399"/>
                <a:gd name="connsiteX598" fmla="*/ 340059 w 1109339"/>
                <a:gd name="connsiteY598" fmla="*/ 332292 h 1010399"/>
                <a:gd name="connsiteX599" fmla="*/ 337030 w 1109339"/>
                <a:gd name="connsiteY599" fmla="*/ 335757 h 1010399"/>
                <a:gd name="connsiteX600" fmla="*/ 334135 w 1109339"/>
                <a:gd name="connsiteY600" fmla="*/ 338078 h 1010399"/>
                <a:gd name="connsiteX601" fmla="*/ 332991 w 1109339"/>
                <a:gd name="connsiteY601" fmla="*/ 341846 h 1010399"/>
                <a:gd name="connsiteX602" fmla="*/ 333563 w 1109339"/>
                <a:gd name="connsiteY602" fmla="*/ 346354 h 1010399"/>
                <a:gd name="connsiteX603" fmla="*/ 334270 w 1109339"/>
                <a:gd name="connsiteY603" fmla="*/ 349549 h 1010399"/>
                <a:gd name="connsiteX604" fmla="*/ 331678 w 1109339"/>
                <a:gd name="connsiteY604" fmla="*/ 353754 h 1010399"/>
                <a:gd name="connsiteX605" fmla="*/ 330231 w 1109339"/>
                <a:gd name="connsiteY605" fmla="*/ 356647 h 1010399"/>
                <a:gd name="connsiteX606" fmla="*/ 328919 w 1109339"/>
                <a:gd name="connsiteY606" fmla="*/ 361155 h 1010399"/>
                <a:gd name="connsiteX607" fmla="*/ 328784 w 1109339"/>
                <a:gd name="connsiteY607" fmla="*/ 365629 h 1010399"/>
                <a:gd name="connsiteX608" fmla="*/ 331376 w 1109339"/>
                <a:gd name="connsiteY608" fmla="*/ 373871 h 1010399"/>
                <a:gd name="connsiteX609" fmla="*/ 331948 w 1109339"/>
                <a:gd name="connsiteY609" fmla="*/ 378345 h 1010399"/>
                <a:gd name="connsiteX610" fmla="*/ 334405 w 1109339"/>
                <a:gd name="connsiteY610" fmla="*/ 382684 h 1010399"/>
                <a:gd name="connsiteX611" fmla="*/ 334270 w 1109339"/>
                <a:gd name="connsiteY611" fmla="*/ 385443 h 1010399"/>
                <a:gd name="connsiteX612" fmla="*/ 331510 w 1109339"/>
                <a:gd name="connsiteY612" fmla="*/ 389211 h 1010399"/>
                <a:gd name="connsiteX613" fmla="*/ 329323 w 1109339"/>
                <a:gd name="connsiteY613" fmla="*/ 390792 h 1010399"/>
                <a:gd name="connsiteX614" fmla="*/ 328448 w 1109339"/>
                <a:gd name="connsiteY614" fmla="*/ 393247 h 1010399"/>
                <a:gd name="connsiteX615" fmla="*/ 330333 w 1109339"/>
                <a:gd name="connsiteY615" fmla="*/ 397721 h 1010399"/>
                <a:gd name="connsiteX616" fmla="*/ 333530 w 1109339"/>
                <a:gd name="connsiteY616" fmla="*/ 401489 h 1010399"/>
                <a:gd name="connsiteX617" fmla="*/ 338309 w 1109339"/>
                <a:gd name="connsiteY617" fmla="*/ 405829 h 1010399"/>
                <a:gd name="connsiteX618" fmla="*/ 339890 w 1109339"/>
                <a:gd name="connsiteY618" fmla="*/ 409159 h 1010399"/>
                <a:gd name="connsiteX619" fmla="*/ 340328 w 1109339"/>
                <a:gd name="connsiteY619" fmla="*/ 410336 h 1010399"/>
                <a:gd name="connsiteX620" fmla="*/ 339015 w 1109339"/>
                <a:gd name="connsiteY620" fmla="*/ 412355 h 1010399"/>
                <a:gd name="connsiteX621" fmla="*/ 340463 w 1109339"/>
                <a:gd name="connsiteY621" fmla="*/ 415550 h 1010399"/>
                <a:gd name="connsiteX622" fmla="*/ 342212 w 1109339"/>
                <a:gd name="connsiteY622" fmla="*/ 418174 h 1010399"/>
                <a:gd name="connsiteX623" fmla="*/ 342078 w 1109339"/>
                <a:gd name="connsiteY623" fmla="*/ 421202 h 1010399"/>
                <a:gd name="connsiteX624" fmla="*/ 341640 w 1109339"/>
                <a:gd name="connsiteY624" fmla="*/ 424970 h 1010399"/>
                <a:gd name="connsiteX625" fmla="*/ 341203 w 1109339"/>
                <a:gd name="connsiteY625" fmla="*/ 428603 h 1010399"/>
                <a:gd name="connsiteX626" fmla="*/ 343525 w 1109339"/>
                <a:gd name="connsiteY626" fmla="*/ 434119 h 1010399"/>
                <a:gd name="connsiteX627" fmla="*/ 341068 w 1109339"/>
                <a:gd name="connsiteY627" fmla="*/ 439771 h 1010399"/>
                <a:gd name="connsiteX628" fmla="*/ 338309 w 1109339"/>
                <a:gd name="connsiteY628" fmla="*/ 445557 h 1010399"/>
                <a:gd name="connsiteX629" fmla="*/ 335280 w 1109339"/>
                <a:gd name="connsiteY629" fmla="*/ 448450 h 1010399"/>
                <a:gd name="connsiteX630" fmla="*/ 331510 w 1109339"/>
                <a:gd name="connsiteY630" fmla="*/ 449022 h 1010399"/>
                <a:gd name="connsiteX631" fmla="*/ 327169 w 1109339"/>
                <a:gd name="connsiteY631" fmla="*/ 446701 h 1010399"/>
                <a:gd name="connsiteX632" fmla="*/ 323534 w 1109339"/>
                <a:gd name="connsiteY632" fmla="*/ 443942 h 1010399"/>
                <a:gd name="connsiteX633" fmla="*/ 319462 w 1109339"/>
                <a:gd name="connsiteY633" fmla="*/ 443505 h 1010399"/>
                <a:gd name="connsiteX634" fmla="*/ 314952 w 1109339"/>
                <a:gd name="connsiteY634" fmla="*/ 444817 h 1010399"/>
                <a:gd name="connsiteX635" fmla="*/ 310039 w 1109339"/>
                <a:gd name="connsiteY635" fmla="*/ 448147 h 1010399"/>
                <a:gd name="connsiteX636" fmla="*/ 308457 w 1109339"/>
                <a:gd name="connsiteY636" fmla="*/ 454101 h 1010399"/>
                <a:gd name="connsiteX637" fmla="*/ 308457 w 1109339"/>
                <a:gd name="connsiteY637" fmla="*/ 457566 h 1010399"/>
                <a:gd name="connsiteX638" fmla="*/ 311049 w 1109339"/>
                <a:gd name="connsiteY638" fmla="*/ 460762 h 1010399"/>
                <a:gd name="connsiteX639" fmla="*/ 312361 w 1109339"/>
                <a:gd name="connsiteY639" fmla="*/ 464092 h 1010399"/>
                <a:gd name="connsiteX640" fmla="*/ 311486 w 1109339"/>
                <a:gd name="connsiteY640" fmla="*/ 467557 h 1010399"/>
                <a:gd name="connsiteX641" fmla="*/ 310341 w 1109339"/>
                <a:gd name="connsiteY641" fmla="*/ 470585 h 1010399"/>
                <a:gd name="connsiteX642" fmla="*/ 309601 w 1109339"/>
                <a:gd name="connsiteY642" fmla="*/ 473781 h 1010399"/>
                <a:gd name="connsiteX643" fmla="*/ 309029 w 1109339"/>
                <a:gd name="connsiteY643" fmla="*/ 474790 h 1010399"/>
                <a:gd name="connsiteX644" fmla="*/ 305697 w 1109339"/>
                <a:gd name="connsiteY644" fmla="*/ 477111 h 1010399"/>
                <a:gd name="connsiteX645" fmla="*/ 303678 w 1109339"/>
                <a:gd name="connsiteY645" fmla="*/ 479735 h 1010399"/>
                <a:gd name="connsiteX646" fmla="*/ 303240 w 1109339"/>
                <a:gd name="connsiteY646" fmla="*/ 482191 h 1010399"/>
                <a:gd name="connsiteX647" fmla="*/ 302668 w 1109339"/>
                <a:gd name="connsiteY647" fmla="*/ 487707 h 1010399"/>
                <a:gd name="connsiteX648" fmla="*/ 302365 w 1109339"/>
                <a:gd name="connsiteY648" fmla="*/ 491912 h 1010399"/>
                <a:gd name="connsiteX649" fmla="*/ 303240 w 1109339"/>
                <a:gd name="connsiteY649" fmla="*/ 496555 h 1010399"/>
                <a:gd name="connsiteX650" fmla="*/ 304418 w 1109339"/>
                <a:gd name="connsiteY650" fmla="*/ 502643 h 1010399"/>
                <a:gd name="connsiteX651" fmla="*/ 303543 w 1109339"/>
                <a:gd name="connsiteY651" fmla="*/ 510044 h 1010399"/>
                <a:gd name="connsiteX652" fmla="*/ 301356 w 1109339"/>
                <a:gd name="connsiteY652" fmla="*/ 511356 h 1010399"/>
                <a:gd name="connsiteX653" fmla="*/ 298461 w 1109339"/>
                <a:gd name="connsiteY653" fmla="*/ 515258 h 1010399"/>
                <a:gd name="connsiteX654" fmla="*/ 298327 w 1109339"/>
                <a:gd name="connsiteY654" fmla="*/ 517142 h 1010399"/>
                <a:gd name="connsiteX655" fmla="*/ 298764 w 1109339"/>
                <a:gd name="connsiteY655" fmla="*/ 519732 h 1010399"/>
                <a:gd name="connsiteX656" fmla="*/ 299067 w 1109339"/>
                <a:gd name="connsiteY656" fmla="*/ 522760 h 1010399"/>
                <a:gd name="connsiteX657" fmla="*/ 298630 w 1109339"/>
                <a:gd name="connsiteY657" fmla="*/ 524947 h 1010399"/>
                <a:gd name="connsiteX658" fmla="*/ 298361 w 1109339"/>
                <a:gd name="connsiteY658" fmla="*/ 532347 h 1010399"/>
                <a:gd name="connsiteX659" fmla="*/ 299942 w 1109339"/>
                <a:gd name="connsiteY659" fmla="*/ 535240 h 1010399"/>
                <a:gd name="connsiteX660" fmla="*/ 301086 w 1109339"/>
                <a:gd name="connsiteY660" fmla="*/ 539714 h 1010399"/>
                <a:gd name="connsiteX661" fmla="*/ 302702 w 1109339"/>
                <a:gd name="connsiteY661" fmla="*/ 542473 h 1010399"/>
                <a:gd name="connsiteX662" fmla="*/ 306034 w 1109339"/>
                <a:gd name="connsiteY662" fmla="*/ 543213 h 1010399"/>
                <a:gd name="connsiteX663" fmla="*/ 304889 w 1109339"/>
                <a:gd name="connsiteY663" fmla="*/ 545971 h 1010399"/>
                <a:gd name="connsiteX664" fmla="*/ 301860 w 1109339"/>
                <a:gd name="connsiteY664" fmla="*/ 547721 h 1010399"/>
                <a:gd name="connsiteX665" fmla="*/ 301995 w 1109339"/>
                <a:gd name="connsiteY665" fmla="*/ 551051 h 1010399"/>
                <a:gd name="connsiteX666" fmla="*/ 304014 w 1109339"/>
                <a:gd name="connsiteY666" fmla="*/ 554684 h 1010399"/>
                <a:gd name="connsiteX667" fmla="*/ 305024 w 1109339"/>
                <a:gd name="connsiteY667" fmla="*/ 557442 h 1010399"/>
                <a:gd name="connsiteX668" fmla="*/ 304587 w 1109339"/>
                <a:gd name="connsiteY668" fmla="*/ 561210 h 1010399"/>
                <a:gd name="connsiteX669" fmla="*/ 304587 w 1109339"/>
                <a:gd name="connsiteY669" fmla="*/ 564978 h 1010399"/>
                <a:gd name="connsiteX670" fmla="*/ 304721 w 1109339"/>
                <a:gd name="connsiteY670" fmla="*/ 568880 h 1010399"/>
                <a:gd name="connsiteX671" fmla="*/ 304014 w 1109339"/>
                <a:gd name="connsiteY671" fmla="*/ 572076 h 1010399"/>
                <a:gd name="connsiteX672" fmla="*/ 301120 w 1109339"/>
                <a:gd name="connsiteY672" fmla="*/ 570764 h 1010399"/>
                <a:gd name="connsiteX673" fmla="*/ 299808 w 1109339"/>
                <a:gd name="connsiteY673" fmla="*/ 568308 h 1010399"/>
                <a:gd name="connsiteX674" fmla="*/ 298226 w 1109339"/>
                <a:gd name="connsiteY674" fmla="*/ 565280 h 1010399"/>
                <a:gd name="connsiteX675" fmla="*/ 297082 w 1109339"/>
                <a:gd name="connsiteY675" fmla="*/ 562387 h 1010399"/>
                <a:gd name="connsiteX676" fmla="*/ 296207 w 1109339"/>
                <a:gd name="connsiteY676" fmla="*/ 560369 h 1010399"/>
                <a:gd name="connsiteX677" fmla="*/ 296072 w 1109339"/>
                <a:gd name="connsiteY677" fmla="*/ 558485 h 1010399"/>
                <a:gd name="connsiteX678" fmla="*/ 297082 w 1109339"/>
                <a:gd name="connsiteY678" fmla="*/ 557341 h 1010399"/>
                <a:gd name="connsiteX679" fmla="*/ 297216 w 1109339"/>
                <a:gd name="connsiteY679" fmla="*/ 554314 h 1010399"/>
                <a:gd name="connsiteX680" fmla="*/ 295332 w 1109339"/>
                <a:gd name="connsiteY680" fmla="*/ 553002 h 1010399"/>
                <a:gd name="connsiteX681" fmla="*/ 293750 w 1109339"/>
                <a:gd name="connsiteY681" fmla="*/ 551825 h 1010399"/>
                <a:gd name="connsiteX682" fmla="*/ 291293 w 1109339"/>
                <a:gd name="connsiteY682" fmla="*/ 551118 h 1010399"/>
                <a:gd name="connsiteX683" fmla="*/ 288399 w 1109339"/>
                <a:gd name="connsiteY683" fmla="*/ 548662 h 1010399"/>
                <a:gd name="connsiteX684" fmla="*/ 286379 w 1109339"/>
                <a:gd name="connsiteY684" fmla="*/ 545904 h 1010399"/>
                <a:gd name="connsiteX685" fmla="*/ 283754 w 1109339"/>
                <a:gd name="connsiteY685" fmla="*/ 543011 h 1010399"/>
                <a:gd name="connsiteX686" fmla="*/ 283182 w 1109339"/>
                <a:gd name="connsiteY686" fmla="*/ 541699 h 1010399"/>
                <a:gd name="connsiteX687" fmla="*/ 283048 w 1109339"/>
                <a:gd name="connsiteY687" fmla="*/ 537931 h 1010399"/>
                <a:gd name="connsiteX688" fmla="*/ 282779 w 1109339"/>
                <a:gd name="connsiteY688" fmla="*/ 536350 h 1010399"/>
                <a:gd name="connsiteX689" fmla="*/ 283216 w 1109339"/>
                <a:gd name="connsiteY689" fmla="*/ 534467 h 1010399"/>
                <a:gd name="connsiteX690" fmla="*/ 283654 w 1109339"/>
                <a:gd name="connsiteY690" fmla="*/ 532885 h 1010399"/>
                <a:gd name="connsiteX691" fmla="*/ 284225 w 1109339"/>
                <a:gd name="connsiteY691" fmla="*/ 529858 h 1010399"/>
                <a:gd name="connsiteX692" fmla="*/ 283788 w 1109339"/>
                <a:gd name="connsiteY692" fmla="*/ 526225 h 1010399"/>
                <a:gd name="connsiteX693" fmla="*/ 281466 w 1109339"/>
                <a:gd name="connsiteY693" fmla="*/ 524476 h 1010399"/>
                <a:gd name="connsiteX694" fmla="*/ 279447 w 1109339"/>
                <a:gd name="connsiteY694" fmla="*/ 521448 h 1010399"/>
                <a:gd name="connsiteX695" fmla="*/ 275678 w 1109339"/>
                <a:gd name="connsiteY695" fmla="*/ 516974 h 1010399"/>
                <a:gd name="connsiteX696" fmla="*/ 273086 w 1109339"/>
                <a:gd name="connsiteY696" fmla="*/ 519732 h 1010399"/>
                <a:gd name="connsiteX697" fmla="*/ 271639 w 1109339"/>
                <a:gd name="connsiteY697" fmla="*/ 522928 h 1010399"/>
                <a:gd name="connsiteX698" fmla="*/ 271504 w 1109339"/>
                <a:gd name="connsiteY698" fmla="*/ 526393 h 1010399"/>
                <a:gd name="connsiteX699" fmla="*/ 272951 w 1109339"/>
                <a:gd name="connsiteY699" fmla="*/ 529723 h 1010399"/>
                <a:gd name="connsiteX700" fmla="*/ 272514 w 1109339"/>
                <a:gd name="connsiteY700" fmla="*/ 531035 h 1010399"/>
                <a:gd name="connsiteX701" fmla="*/ 271201 w 1109339"/>
                <a:gd name="connsiteY701" fmla="*/ 534097 h 1010399"/>
                <a:gd name="connsiteX702" fmla="*/ 269620 w 1109339"/>
                <a:gd name="connsiteY702" fmla="*/ 535543 h 1010399"/>
                <a:gd name="connsiteX703" fmla="*/ 266725 w 1109339"/>
                <a:gd name="connsiteY703" fmla="*/ 536418 h 1010399"/>
                <a:gd name="connsiteX704" fmla="*/ 263965 w 1109339"/>
                <a:gd name="connsiteY704" fmla="*/ 538167 h 1010399"/>
                <a:gd name="connsiteX705" fmla="*/ 260499 w 1109339"/>
                <a:gd name="connsiteY705" fmla="*/ 540185 h 1010399"/>
                <a:gd name="connsiteX706" fmla="*/ 259792 w 1109339"/>
                <a:gd name="connsiteY706" fmla="*/ 542069 h 1010399"/>
                <a:gd name="connsiteX707" fmla="*/ 259220 w 1109339"/>
                <a:gd name="connsiteY707" fmla="*/ 545534 h 1010399"/>
                <a:gd name="connsiteX708" fmla="*/ 258480 w 1109339"/>
                <a:gd name="connsiteY708" fmla="*/ 546678 h 1010399"/>
                <a:gd name="connsiteX709" fmla="*/ 256595 w 1109339"/>
                <a:gd name="connsiteY709" fmla="*/ 549436 h 1010399"/>
                <a:gd name="connsiteX710" fmla="*/ 253701 w 1109339"/>
                <a:gd name="connsiteY710" fmla="*/ 550883 h 1010399"/>
                <a:gd name="connsiteX711" fmla="*/ 248922 w 1109339"/>
                <a:gd name="connsiteY711" fmla="*/ 554078 h 1010399"/>
                <a:gd name="connsiteX712" fmla="*/ 246734 w 1109339"/>
                <a:gd name="connsiteY712" fmla="*/ 558115 h 1010399"/>
                <a:gd name="connsiteX713" fmla="*/ 244581 w 1109339"/>
                <a:gd name="connsiteY713" fmla="*/ 561143 h 1010399"/>
                <a:gd name="connsiteX714" fmla="*/ 240811 w 1109339"/>
                <a:gd name="connsiteY714" fmla="*/ 565920 h 1010399"/>
                <a:gd name="connsiteX715" fmla="*/ 241686 w 1109339"/>
                <a:gd name="connsiteY715" fmla="*/ 569115 h 1010399"/>
                <a:gd name="connsiteX716" fmla="*/ 240542 w 1109339"/>
                <a:gd name="connsiteY716" fmla="*/ 571571 h 1010399"/>
                <a:gd name="connsiteX717" fmla="*/ 238085 w 1109339"/>
                <a:gd name="connsiteY717" fmla="*/ 575776 h 1010399"/>
                <a:gd name="connsiteX718" fmla="*/ 237075 w 1109339"/>
                <a:gd name="connsiteY718" fmla="*/ 577525 h 1010399"/>
                <a:gd name="connsiteX719" fmla="*/ 235326 w 1109339"/>
                <a:gd name="connsiteY719" fmla="*/ 579712 h 1010399"/>
                <a:gd name="connsiteX720" fmla="*/ 231994 w 1109339"/>
                <a:gd name="connsiteY720" fmla="*/ 583345 h 1010399"/>
                <a:gd name="connsiteX721" fmla="*/ 228359 w 1109339"/>
                <a:gd name="connsiteY721" fmla="*/ 586541 h 1010399"/>
                <a:gd name="connsiteX722" fmla="*/ 225330 w 1109339"/>
                <a:gd name="connsiteY722" fmla="*/ 588559 h 1010399"/>
                <a:gd name="connsiteX723" fmla="*/ 223311 w 1109339"/>
                <a:gd name="connsiteY723" fmla="*/ 589434 h 1010399"/>
                <a:gd name="connsiteX724" fmla="*/ 220551 w 1109339"/>
                <a:gd name="connsiteY724" fmla="*/ 590443 h 1010399"/>
                <a:gd name="connsiteX725" fmla="*/ 216210 w 1109339"/>
                <a:gd name="connsiteY725" fmla="*/ 592327 h 1010399"/>
                <a:gd name="connsiteX726" fmla="*/ 214460 w 1109339"/>
                <a:gd name="connsiteY726" fmla="*/ 594076 h 1010399"/>
                <a:gd name="connsiteX727" fmla="*/ 213585 w 1109339"/>
                <a:gd name="connsiteY727" fmla="*/ 597272 h 1010399"/>
                <a:gd name="connsiteX728" fmla="*/ 212878 w 1109339"/>
                <a:gd name="connsiteY728" fmla="*/ 598718 h 1010399"/>
                <a:gd name="connsiteX729" fmla="*/ 212306 w 1109339"/>
                <a:gd name="connsiteY729" fmla="*/ 601611 h 1010399"/>
                <a:gd name="connsiteX730" fmla="*/ 210993 w 1109339"/>
                <a:gd name="connsiteY730" fmla="*/ 605244 h 1010399"/>
                <a:gd name="connsiteX731" fmla="*/ 210724 w 1109339"/>
                <a:gd name="connsiteY731" fmla="*/ 605951 h 1010399"/>
                <a:gd name="connsiteX732" fmla="*/ 210286 w 1109339"/>
                <a:gd name="connsiteY732" fmla="*/ 609416 h 1010399"/>
                <a:gd name="connsiteX733" fmla="*/ 209714 w 1109339"/>
                <a:gd name="connsiteY733" fmla="*/ 611871 h 1010399"/>
                <a:gd name="connsiteX734" fmla="*/ 207123 w 1109339"/>
                <a:gd name="connsiteY734" fmla="*/ 613755 h 1010399"/>
                <a:gd name="connsiteX735" fmla="*/ 204532 w 1109339"/>
                <a:gd name="connsiteY735" fmla="*/ 614058 h 1010399"/>
                <a:gd name="connsiteX736" fmla="*/ 201334 w 1109339"/>
                <a:gd name="connsiteY736" fmla="*/ 613486 h 1010399"/>
                <a:gd name="connsiteX737" fmla="*/ 197868 w 1109339"/>
                <a:gd name="connsiteY737" fmla="*/ 615370 h 1010399"/>
                <a:gd name="connsiteX738" fmla="*/ 195243 w 1109339"/>
                <a:gd name="connsiteY738" fmla="*/ 619003 h 1010399"/>
                <a:gd name="connsiteX739" fmla="*/ 191339 w 1109339"/>
                <a:gd name="connsiteY739" fmla="*/ 621627 h 1010399"/>
                <a:gd name="connsiteX740" fmla="*/ 188310 w 1109339"/>
                <a:gd name="connsiteY740" fmla="*/ 623813 h 1010399"/>
                <a:gd name="connsiteX741" fmla="*/ 185416 w 1109339"/>
                <a:gd name="connsiteY741" fmla="*/ 626572 h 1010399"/>
                <a:gd name="connsiteX742" fmla="*/ 181209 w 1109339"/>
                <a:gd name="connsiteY742" fmla="*/ 629768 h 1010399"/>
                <a:gd name="connsiteX743" fmla="*/ 175420 w 1109339"/>
                <a:gd name="connsiteY743" fmla="*/ 634679 h 1010399"/>
                <a:gd name="connsiteX744" fmla="*/ 170338 w 1109339"/>
                <a:gd name="connsiteY744" fmla="*/ 638749 h 1010399"/>
                <a:gd name="connsiteX745" fmla="*/ 166872 w 1109339"/>
                <a:gd name="connsiteY745" fmla="*/ 642382 h 1010399"/>
                <a:gd name="connsiteX746" fmla="*/ 160646 w 1109339"/>
                <a:gd name="connsiteY746" fmla="*/ 647597 h 1010399"/>
                <a:gd name="connsiteX747" fmla="*/ 156002 w 1109339"/>
                <a:gd name="connsiteY747" fmla="*/ 649480 h 1010399"/>
                <a:gd name="connsiteX748" fmla="*/ 155429 w 1109339"/>
                <a:gd name="connsiteY748" fmla="*/ 653820 h 1010399"/>
                <a:gd name="connsiteX749" fmla="*/ 155867 w 1109339"/>
                <a:gd name="connsiteY749" fmla="*/ 657285 h 1010399"/>
                <a:gd name="connsiteX750" fmla="*/ 154723 w 1109339"/>
                <a:gd name="connsiteY750" fmla="*/ 662062 h 1010399"/>
                <a:gd name="connsiteX751" fmla="*/ 152973 w 1109339"/>
                <a:gd name="connsiteY751" fmla="*/ 666401 h 1010399"/>
                <a:gd name="connsiteX752" fmla="*/ 152838 w 1109339"/>
                <a:gd name="connsiteY752" fmla="*/ 667108 h 1010399"/>
                <a:gd name="connsiteX753" fmla="*/ 151694 w 1109339"/>
                <a:gd name="connsiteY753" fmla="*/ 671010 h 1010399"/>
                <a:gd name="connsiteX754" fmla="*/ 151559 w 1109339"/>
                <a:gd name="connsiteY754" fmla="*/ 674777 h 1010399"/>
                <a:gd name="connsiteX755" fmla="*/ 152569 w 1109339"/>
                <a:gd name="connsiteY755" fmla="*/ 677805 h 1010399"/>
                <a:gd name="connsiteX756" fmla="*/ 153881 w 1109339"/>
                <a:gd name="connsiteY756" fmla="*/ 680833 h 1010399"/>
                <a:gd name="connsiteX757" fmla="*/ 160545 w 1109339"/>
                <a:gd name="connsiteY757" fmla="*/ 687056 h 1010399"/>
                <a:gd name="connsiteX758" fmla="*/ 162430 w 1109339"/>
                <a:gd name="connsiteY758" fmla="*/ 689512 h 1010399"/>
                <a:gd name="connsiteX759" fmla="*/ 169262 w 1109339"/>
                <a:gd name="connsiteY759" fmla="*/ 691833 h 1010399"/>
                <a:gd name="connsiteX760" fmla="*/ 174613 w 1109339"/>
                <a:gd name="connsiteY760" fmla="*/ 691530 h 1010399"/>
                <a:gd name="connsiteX761" fmla="*/ 178517 w 1109339"/>
                <a:gd name="connsiteY761" fmla="*/ 692842 h 1010399"/>
                <a:gd name="connsiteX762" fmla="*/ 180670 w 1109339"/>
                <a:gd name="connsiteY762" fmla="*/ 695163 h 1010399"/>
                <a:gd name="connsiteX763" fmla="*/ 187469 w 1109339"/>
                <a:gd name="connsiteY763" fmla="*/ 695600 h 1010399"/>
                <a:gd name="connsiteX764" fmla="*/ 190800 w 1109339"/>
                <a:gd name="connsiteY764" fmla="*/ 697787 h 1010399"/>
                <a:gd name="connsiteX765" fmla="*/ 187031 w 1109339"/>
                <a:gd name="connsiteY765" fmla="*/ 701420 h 1010399"/>
                <a:gd name="connsiteX766" fmla="*/ 185012 w 1109339"/>
                <a:gd name="connsiteY766" fmla="*/ 702867 h 1010399"/>
                <a:gd name="connsiteX767" fmla="*/ 183262 w 1109339"/>
                <a:gd name="connsiteY767" fmla="*/ 705760 h 1010399"/>
                <a:gd name="connsiteX768" fmla="*/ 182387 w 1109339"/>
                <a:gd name="connsiteY768" fmla="*/ 709662 h 1010399"/>
                <a:gd name="connsiteX769" fmla="*/ 184406 w 1109339"/>
                <a:gd name="connsiteY769" fmla="*/ 712992 h 1010399"/>
                <a:gd name="connsiteX770" fmla="*/ 191642 w 1109339"/>
                <a:gd name="connsiteY770" fmla="*/ 713127 h 1010399"/>
                <a:gd name="connsiteX771" fmla="*/ 192954 w 1109339"/>
                <a:gd name="connsiteY771" fmla="*/ 712555 h 1010399"/>
                <a:gd name="connsiteX772" fmla="*/ 193964 w 1109339"/>
                <a:gd name="connsiteY772" fmla="*/ 712858 h 1010399"/>
                <a:gd name="connsiteX773" fmla="*/ 194973 w 1109339"/>
                <a:gd name="connsiteY773" fmla="*/ 715044 h 1010399"/>
                <a:gd name="connsiteX774" fmla="*/ 194536 w 1109339"/>
                <a:gd name="connsiteY774" fmla="*/ 717937 h 1010399"/>
                <a:gd name="connsiteX775" fmla="*/ 194402 w 1109339"/>
                <a:gd name="connsiteY775" fmla="*/ 719821 h 1010399"/>
                <a:gd name="connsiteX776" fmla="*/ 196858 w 1109339"/>
                <a:gd name="connsiteY776" fmla="*/ 720830 h 1010399"/>
                <a:gd name="connsiteX777" fmla="*/ 197868 w 1109339"/>
                <a:gd name="connsiteY777" fmla="*/ 722277 h 1010399"/>
                <a:gd name="connsiteX778" fmla="*/ 199180 w 1109339"/>
                <a:gd name="connsiteY778" fmla="*/ 725304 h 1010399"/>
                <a:gd name="connsiteX779" fmla="*/ 199483 w 1109339"/>
                <a:gd name="connsiteY779" fmla="*/ 727760 h 1010399"/>
                <a:gd name="connsiteX780" fmla="*/ 200796 w 1109339"/>
                <a:gd name="connsiteY780" fmla="*/ 729341 h 1010399"/>
                <a:gd name="connsiteX781" fmla="*/ 203825 w 1109339"/>
                <a:gd name="connsiteY781" fmla="*/ 730518 h 1010399"/>
                <a:gd name="connsiteX782" fmla="*/ 210623 w 1109339"/>
                <a:gd name="connsiteY782" fmla="*/ 730216 h 1010399"/>
                <a:gd name="connsiteX783" fmla="*/ 213248 w 1109339"/>
                <a:gd name="connsiteY783" fmla="*/ 729913 h 1010399"/>
                <a:gd name="connsiteX784" fmla="*/ 217590 w 1109339"/>
                <a:gd name="connsiteY784" fmla="*/ 729341 h 1010399"/>
                <a:gd name="connsiteX785" fmla="*/ 217892 w 1109339"/>
                <a:gd name="connsiteY785" fmla="*/ 727154 h 1010399"/>
                <a:gd name="connsiteX786" fmla="*/ 220518 w 1109339"/>
                <a:gd name="connsiteY786" fmla="*/ 724127 h 1010399"/>
                <a:gd name="connsiteX787" fmla="*/ 219070 w 1109339"/>
                <a:gd name="connsiteY787" fmla="*/ 720225 h 1010399"/>
                <a:gd name="connsiteX788" fmla="*/ 219070 w 1109339"/>
                <a:gd name="connsiteY788" fmla="*/ 716894 h 1010399"/>
                <a:gd name="connsiteX789" fmla="*/ 220955 w 1109339"/>
                <a:gd name="connsiteY789" fmla="*/ 714640 h 1010399"/>
                <a:gd name="connsiteX790" fmla="*/ 223715 w 1109339"/>
                <a:gd name="connsiteY790" fmla="*/ 714270 h 1010399"/>
                <a:gd name="connsiteX791" fmla="*/ 226912 w 1109339"/>
                <a:gd name="connsiteY791" fmla="*/ 714270 h 1010399"/>
                <a:gd name="connsiteX792" fmla="*/ 229974 w 1109339"/>
                <a:gd name="connsiteY792" fmla="*/ 714136 h 1010399"/>
                <a:gd name="connsiteX793" fmla="*/ 230984 w 1109339"/>
                <a:gd name="connsiteY793" fmla="*/ 713261 h 1010399"/>
                <a:gd name="connsiteX794" fmla="*/ 232128 w 1109339"/>
                <a:gd name="connsiteY794" fmla="*/ 710368 h 1010399"/>
                <a:gd name="connsiteX795" fmla="*/ 233138 w 1109339"/>
                <a:gd name="connsiteY795" fmla="*/ 707038 h 1010399"/>
                <a:gd name="connsiteX796" fmla="*/ 232431 w 1109339"/>
                <a:gd name="connsiteY796" fmla="*/ 706735 h 1010399"/>
                <a:gd name="connsiteX797" fmla="*/ 228662 w 1109339"/>
                <a:gd name="connsiteY797" fmla="*/ 703270 h 1010399"/>
                <a:gd name="connsiteX798" fmla="*/ 228965 w 1109339"/>
                <a:gd name="connsiteY798" fmla="*/ 701252 h 1010399"/>
                <a:gd name="connsiteX799" fmla="*/ 231152 w 1109339"/>
                <a:gd name="connsiteY799" fmla="*/ 699671 h 1010399"/>
                <a:gd name="connsiteX800" fmla="*/ 234047 w 1109339"/>
                <a:gd name="connsiteY800" fmla="*/ 699805 h 1010399"/>
                <a:gd name="connsiteX801" fmla="*/ 236806 w 1109339"/>
                <a:gd name="connsiteY801" fmla="*/ 700377 h 1010399"/>
                <a:gd name="connsiteX802" fmla="*/ 238994 w 1109339"/>
                <a:gd name="connsiteY802" fmla="*/ 700949 h 1010399"/>
                <a:gd name="connsiteX803" fmla="*/ 241753 w 1109339"/>
                <a:gd name="connsiteY803" fmla="*/ 702530 h 1010399"/>
                <a:gd name="connsiteX804" fmla="*/ 241753 w 1109339"/>
                <a:gd name="connsiteY804" fmla="*/ 708182 h 1010399"/>
                <a:gd name="connsiteX805" fmla="*/ 240744 w 1109339"/>
                <a:gd name="connsiteY805" fmla="*/ 711075 h 1010399"/>
                <a:gd name="connsiteX806" fmla="*/ 240475 w 1109339"/>
                <a:gd name="connsiteY806" fmla="*/ 713833 h 1010399"/>
                <a:gd name="connsiteX807" fmla="*/ 244951 w 1109339"/>
                <a:gd name="connsiteY807" fmla="*/ 716592 h 1010399"/>
                <a:gd name="connsiteX808" fmla="*/ 247710 w 1109339"/>
                <a:gd name="connsiteY808" fmla="*/ 715448 h 1010399"/>
                <a:gd name="connsiteX809" fmla="*/ 248585 w 1109339"/>
                <a:gd name="connsiteY809" fmla="*/ 712252 h 1010399"/>
                <a:gd name="connsiteX810" fmla="*/ 248854 w 1109339"/>
                <a:gd name="connsiteY810" fmla="*/ 709359 h 1010399"/>
                <a:gd name="connsiteX811" fmla="*/ 251312 w 1109339"/>
                <a:gd name="connsiteY811" fmla="*/ 707610 h 1010399"/>
                <a:gd name="connsiteX812" fmla="*/ 253768 w 1109339"/>
                <a:gd name="connsiteY812" fmla="*/ 709494 h 1010399"/>
                <a:gd name="connsiteX813" fmla="*/ 254071 w 1109339"/>
                <a:gd name="connsiteY813" fmla="*/ 713127 h 1010399"/>
                <a:gd name="connsiteX814" fmla="*/ 253061 w 1109339"/>
                <a:gd name="connsiteY814" fmla="*/ 716020 h 1010399"/>
                <a:gd name="connsiteX815" fmla="*/ 252052 w 1109339"/>
                <a:gd name="connsiteY815" fmla="*/ 719350 h 1010399"/>
                <a:gd name="connsiteX816" fmla="*/ 252927 w 1109339"/>
                <a:gd name="connsiteY816" fmla="*/ 719922 h 1010399"/>
                <a:gd name="connsiteX817" fmla="*/ 253499 w 1109339"/>
                <a:gd name="connsiteY817" fmla="*/ 722108 h 1010399"/>
                <a:gd name="connsiteX818" fmla="*/ 253364 w 1109339"/>
                <a:gd name="connsiteY818" fmla="*/ 723689 h 1010399"/>
                <a:gd name="connsiteX819" fmla="*/ 252657 w 1109339"/>
                <a:gd name="connsiteY819" fmla="*/ 725136 h 1010399"/>
                <a:gd name="connsiteX820" fmla="*/ 249629 w 1109339"/>
                <a:gd name="connsiteY820" fmla="*/ 727457 h 1010399"/>
                <a:gd name="connsiteX821" fmla="*/ 247004 w 1109339"/>
                <a:gd name="connsiteY821" fmla="*/ 730653 h 1010399"/>
                <a:gd name="connsiteX822" fmla="*/ 245859 w 1109339"/>
                <a:gd name="connsiteY822" fmla="*/ 731225 h 1010399"/>
                <a:gd name="connsiteX823" fmla="*/ 242090 w 1109339"/>
                <a:gd name="connsiteY823" fmla="*/ 731662 h 1010399"/>
                <a:gd name="connsiteX824" fmla="*/ 240643 w 1109339"/>
                <a:gd name="connsiteY824" fmla="*/ 732234 h 1010399"/>
                <a:gd name="connsiteX825" fmla="*/ 238758 w 1109339"/>
                <a:gd name="connsiteY825" fmla="*/ 733243 h 1010399"/>
                <a:gd name="connsiteX826" fmla="*/ 235561 w 1109339"/>
                <a:gd name="connsiteY826" fmla="*/ 734690 h 1010399"/>
                <a:gd name="connsiteX827" fmla="*/ 233676 w 1109339"/>
                <a:gd name="connsiteY827" fmla="*/ 736708 h 1010399"/>
                <a:gd name="connsiteX828" fmla="*/ 231489 w 1109339"/>
                <a:gd name="connsiteY828" fmla="*/ 738457 h 1010399"/>
                <a:gd name="connsiteX829" fmla="*/ 229301 w 1109339"/>
                <a:gd name="connsiteY829" fmla="*/ 740778 h 1010399"/>
                <a:gd name="connsiteX830" fmla="*/ 228426 w 1109339"/>
                <a:gd name="connsiteY830" fmla="*/ 743671 h 1010399"/>
                <a:gd name="connsiteX831" fmla="*/ 226845 w 1109339"/>
                <a:gd name="connsiteY831" fmla="*/ 744546 h 1010399"/>
                <a:gd name="connsiteX832" fmla="*/ 224522 w 1109339"/>
                <a:gd name="connsiteY832" fmla="*/ 742090 h 1010399"/>
                <a:gd name="connsiteX833" fmla="*/ 220753 w 1109339"/>
                <a:gd name="connsiteY833" fmla="*/ 739769 h 1010399"/>
                <a:gd name="connsiteX834" fmla="*/ 217286 w 1109339"/>
                <a:gd name="connsiteY834" fmla="*/ 741956 h 1010399"/>
                <a:gd name="connsiteX835" fmla="*/ 213955 w 1109339"/>
                <a:gd name="connsiteY835" fmla="*/ 742830 h 1010399"/>
                <a:gd name="connsiteX836" fmla="*/ 210185 w 1109339"/>
                <a:gd name="connsiteY836" fmla="*/ 743840 h 1010399"/>
                <a:gd name="connsiteX837" fmla="*/ 208301 w 1109339"/>
                <a:gd name="connsiteY837" fmla="*/ 747473 h 1010399"/>
                <a:gd name="connsiteX838" fmla="*/ 207729 w 1109339"/>
                <a:gd name="connsiteY838" fmla="*/ 750938 h 1010399"/>
                <a:gd name="connsiteX839" fmla="*/ 207998 w 1109339"/>
                <a:gd name="connsiteY839" fmla="*/ 754571 h 1010399"/>
                <a:gd name="connsiteX840" fmla="*/ 208435 w 1109339"/>
                <a:gd name="connsiteY840" fmla="*/ 760794 h 1010399"/>
                <a:gd name="connsiteX841" fmla="*/ 209614 w 1109339"/>
                <a:gd name="connsiteY841" fmla="*/ 763687 h 1010399"/>
                <a:gd name="connsiteX842" fmla="*/ 213080 w 1109339"/>
                <a:gd name="connsiteY842" fmla="*/ 767757 h 1010399"/>
                <a:gd name="connsiteX843" fmla="*/ 214089 w 1109339"/>
                <a:gd name="connsiteY843" fmla="*/ 769305 h 1010399"/>
                <a:gd name="connsiteX844" fmla="*/ 216849 w 1109339"/>
                <a:gd name="connsiteY844" fmla="*/ 774956 h 1010399"/>
                <a:gd name="connsiteX845" fmla="*/ 219440 w 1109339"/>
                <a:gd name="connsiteY845" fmla="*/ 778589 h 1010399"/>
                <a:gd name="connsiteX846" fmla="*/ 219777 w 1109339"/>
                <a:gd name="connsiteY846" fmla="*/ 782660 h 1010399"/>
                <a:gd name="connsiteX847" fmla="*/ 223513 w 1109339"/>
                <a:gd name="connsiteY847" fmla="*/ 782088 h 1010399"/>
                <a:gd name="connsiteX848" fmla="*/ 227282 w 1109339"/>
                <a:gd name="connsiteY848" fmla="*/ 782088 h 1010399"/>
                <a:gd name="connsiteX849" fmla="*/ 232701 w 1109339"/>
                <a:gd name="connsiteY849" fmla="*/ 782155 h 1010399"/>
                <a:gd name="connsiteX850" fmla="*/ 238422 w 1109339"/>
                <a:gd name="connsiteY850" fmla="*/ 782727 h 1010399"/>
                <a:gd name="connsiteX851" fmla="*/ 241047 w 1109339"/>
                <a:gd name="connsiteY851" fmla="*/ 782660 h 1010399"/>
                <a:gd name="connsiteX852" fmla="*/ 243638 w 1109339"/>
                <a:gd name="connsiteY852" fmla="*/ 782458 h 1010399"/>
                <a:gd name="connsiteX853" fmla="*/ 244782 w 1109339"/>
                <a:gd name="connsiteY853" fmla="*/ 781516 h 1010399"/>
                <a:gd name="connsiteX854" fmla="*/ 246297 w 1109339"/>
                <a:gd name="connsiteY854" fmla="*/ 779935 h 1010399"/>
                <a:gd name="connsiteX855" fmla="*/ 248316 w 1109339"/>
                <a:gd name="connsiteY855" fmla="*/ 778858 h 1010399"/>
                <a:gd name="connsiteX856" fmla="*/ 250571 w 1109339"/>
                <a:gd name="connsiteY856" fmla="*/ 777715 h 1010399"/>
                <a:gd name="connsiteX857" fmla="*/ 253331 w 1109339"/>
                <a:gd name="connsiteY857" fmla="*/ 776268 h 1010399"/>
                <a:gd name="connsiteX858" fmla="*/ 254206 w 1109339"/>
                <a:gd name="connsiteY858" fmla="*/ 779094 h 1010399"/>
                <a:gd name="connsiteX859" fmla="*/ 255788 w 1109339"/>
                <a:gd name="connsiteY859" fmla="*/ 780540 h 1010399"/>
                <a:gd name="connsiteX860" fmla="*/ 258614 w 1109339"/>
                <a:gd name="connsiteY860" fmla="*/ 781281 h 1010399"/>
                <a:gd name="connsiteX861" fmla="*/ 260499 w 1109339"/>
                <a:gd name="connsiteY861" fmla="*/ 780406 h 1010399"/>
                <a:gd name="connsiteX862" fmla="*/ 262014 w 1109339"/>
                <a:gd name="connsiteY862" fmla="*/ 778959 h 1010399"/>
                <a:gd name="connsiteX863" fmla="*/ 263394 w 1109339"/>
                <a:gd name="connsiteY863" fmla="*/ 778152 h 1010399"/>
                <a:gd name="connsiteX864" fmla="*/ 265581 w 1109339"/>
                <a:gd name="connsiteY864" fmla="*/ 776470 h 1010399"/>
                <a:gd name="connsiteX865" fmla="*/ 267163 w 1109339"/>
                <a:gd name="connsiteY865" fmla="*/ 774654 h 1010399"/>
                <a:gd name="connsiteX866" fmla="*/ 269047 w 1109339"/>
                <a:gd name="connsiteY866" fmla="*/ 773577 h 1010399"/>
                <a:gd name="connsiteX867" fmla="*/ 270999 w 1109339"/>
                <a:gd name="connsiteY867" fmla="*/ 773005 h 1010399"/>
                <a:gd name="connsiteX868" fmla="*/ 272884 w 1109339"/>
                <a:gd name="connsiteY868" fmla="*/ 772871 h 1010399"/>
                <a:gd name="connsiteX869" fmla="*/ 275846 w 1109339"/>
                <a:gd name="connsiteY869" fmla="*/ 772366 h 1010399"/>
                <a:gd name="connsiteX870" fmla="*/ 278437 w 1109339"/>
                <a:gd name="connsiteY870" fmla="*/ 771357 h 1010399"/>
                <a:gd name="connsiteX871" fmla="*/ 280456 w 1109339"/>
                <a:gd name="connsiteY871" fmla="*/ 770650 h 1010399"/>
                <a:gd name="connsiteX872" fmla="*/ 282408 w 1109339"/>
                <a:gd name="connsiteY872" fmla="*/ 770348 h 1010399"/>
                <a:gd name="connsiteX873" fmla="*/ 285437 w 1109339"/>
                <a:gd name="connsiteY873" fmla="*/ 768262 h 1010399"/>
                <a:gd name="connsiteX874" fmla="*/ 289577 w 1109339"/>
                <a:gd name="connsiteY874" fmla="*/ 768262 h 1010399"/>
                <a:gd name="connsiteX875" fmla="*/ 292471 w 1109339"/>
                <a:gd name="connsiteY875" fmla="*/ 769708 h 1010399"/>
                <a:gd name="connsiteX876" fmla="*/ 293615 w 1109339"/>
                <a:gd name="connsiteY876" fmla="*/ 772736 h 1010399"/>
                <a:gd name="connsiteX877" fmla="*/ 293413 w 1109339"/>
                <a:gd name="connsiteY877" fmla="*/ 774822 h 1010399"/>
                <a:gd name="connsiteX878" fmla="*/ 290788 w 1109339"/>
                <a:gd name="connsiteY878" fmla="*/ 777008 h 1010399"/>
                <a:gd name="connsiteX879" fmla="*/ 289543 w 1109339"/>
                <a:gd name="connsiteY879" fmla="*/ 779531 h 1010399"/>
                <a:gd name="connsiteX880" fmla="*/ 290856 w 1109339"/>
                <a:gd name="connsiteY880" fmla="*/ 781482 h 1010399"/>
                <a:gd name="connsiteX881" fmla="*/ 292605 w 1109339"/>
                <a:gd name="connsiteY881" fmla="*/ 783568 h 1010399"/>
                <a:gd name="connsiteX882" fmla="*/ 293716 w 1109339"/>
                <a:gd name="connsiteY882" fmla="*/ 788849 h 1010399"/>
                <a:gd name="connsiteX883" fmla="*/ 294221 w 1109339"/>
                <a:gd name="connsiteY883" fmla="*/ 790666 h 1010399"/>
                <a:gd name="connsiteX884" fmla="*/ 296240 w 1109339"/>
                <a:gd name="connsiteY884" fmla="*/ 793424 h 1010399"/>
                <a:gd name="connsiteX885" fmla="*/ 297687 w 1109339"/>
                <a:gd name="connsiteY885" fmla="*/ 794366 h 1010399"/>
                <a:gd name="connsiteX886" fmla="*/ 299269 w 1109339"/>
                <a:gd name="connsiteY886" fmla="*/ 797058 h 1010399"/>
                <a:gd name="connsiteX887" fmla="*/ 299336 w 1109339"/>
                <a:gd name="connsiteY887" fmla="*/ 799143 h 1010399"/>
                <a:gd name="connsiteX888" fmla="*/ 298461 w 1109339"/>
                <a:gd name="connsiteY888" fmla="*/ 800724 h 1010399"/>
                <a:gd name="connsiteX889" fmla="*/ 296442 w 1109339"/>
                <a:gd name="connsiteY889" fmla="*/ 802238 h 1010399"/>
                <a:gd name="connsiteX890" fmla="*/ 293851 w 1109339"/>
                <a:gd name="connsiteY890" fmla="*/ 805266 h 1010399"/>
                <a:gd name="connsiteX891" fmla="*/ 293851 w 1109339"/>
                <a:gd name="connsiteY891" fmla="*/ 806914 h 1010399"/>
                <a:gd name="connsiteX892" fmla="*/ 294995 w 1109339"/>
                <a:gd name="connsiteY892" fmla="*/ 809302 h 1010399"/>
                <a:gd name="connsiteX893" fmla="*/ 298192 w 1109339"/>
                <a:gd name="connsiteY893" fmla="*/ 812128 h 1010399"/>
                <a:gd name="connsiteX894" fmla="*/ 300515 w 1109339"/>
                <a:gd name="connsiteY894" fmla="*/ 813003 h 1010399"/>
                <a:gd name="connsiteX895" fmla="*/ 301221 w 1109339"/>
                <a:gd name="connsiteY895" fmla="*/ 816266 h 1010399"/>
                <a:gd name="connsiteX896" fmla="*/ 300144 w 1109339"/>
                <a:gd name="connsiteY896" fmla="*/ 822354 h 1010399"/>
                <a:gd name="connsiteX897" fmla="*/ 299572 w 1109339"/>
                <a:gd name="connsiteY897" fmla="*/ 825618 h 1010399"/>
                <a:gd name="connsiteX898" fmla="*/ 300885 w 1109339"/>
                <a:gd name="connsiteY898" fmla="*/ 827636 h 1010399"/>
                <a:gd name="connsiteX899" fmla="*/ 304082 w 1109339"/>
                <a:gd name="connsiteY899" fmla="*/ 830226 h 1010399"/>
                <a:gd name="connsiteX900" fmla="*/ 306606 w 1109339"/>
                <a:gd name="connsiteY900" fmla="*/ 831740 h 1010399"/>
                <a:gd name="connsiteX901" fmla="*/ 309433 w 1109339"/>
                <a:gd name="connsiteY901" fmla="*/ 834566 h 1010399"/>
                <a:gd name="connsiteX902" fmla="*/ 310510 w 1109339"/>
                <a:gd name="connsiteY902" fmla="*/ 837526 h 1010399"/>
                <a:gd name="connsiteX903" fmla="*/ 312024 w 1109339"/>
                <a:gd name="connsiteY903" fmla="*/ 838670 h 1010399"/>
                <a:gd name="connsiteX904" fmla="*/ 314986 w 1109339"/>
                <a:gd name="connsiteY904" fmla="*/ 839679 h 1010399"/>
                <a:gd name="connsiteX905" fmla="*/ 319025 w 1109339"/>
                <a:gd name="connsiteY905" fmla="*/ 842370 h 1010399"/>
                <a:gd name="connsiteX906" fmla="*/ 319596 w 1109339"/>
                <a:gd name="connsiteY906" fmla="*/ 843817 h 1010399"/>
                <a:gd name="connsiteX907" fmla="*/ 323568 w 1109339"/>
                <a:gd name="connsiteY907" fmla="*/ 847382 h 1010399"/>
                <a:gd name="connsiteX908" fmla="*/ 330736 w 1109339"/>
                <a:gd name="connsiteY908" fmla="*/ 847517 h 1010399"/>
                <a:gd name="connsiteX909" fmla="*/ 334304 w 1109339"/>
                <a:gd name="connsiteY909" fmla="*/ 851049 h 1010399"/>
                <a:gd name="connsiteX910" fmla="*/ 337770 w 1109339"/>
                <a:gd name="connsiteY910" fmla="*/ 853740 h 1010399"/>
                <a:gd name="connsiteX911" fmla="*/ 341909 w 1109339"/>
                <a:gd name="connsiteY911" fmla="*/ 856701 h 1010399"/>
                <a:gd name="connsiteX912" fmla="*/ 346251 w 1109339"/>
                <a:gd name="connsiteY912" fmla="*/ 858652 h 1010399"/>
                <a:gd name="connsiteX913" fmla="*/ 348270 w 1109339"/>
                <a:gd name="connsiteY913" fmla="*/ 858214 h 1010399"/>
                <a:gd name="connsiteX914" fmla="*/ 349953 w 1109339"/>
                <a:gd name="connsiteY914" fmla="*/ 857272 h 1010399"/>
                <a:gd name="connsiteX915" fmla="*/ 353083 w 1109339"/>
                <a:gd name="connsiteY915" fmla="*/ 854514 h 1010399"/>
                <a:gd name="connsiteX916" fmla="*/ 357492 w 1109339"/>
                <a:gd name="connsiteY916" fmla="*/ 850982 h 1010399"/>
                <a:gd name="connsiteX917" fmla="*/ 360958 w 1109339"/>
                <a:gd name="connsiteY917" fmla="*/ 850679 h 1010399"/>
                <a:gd name="connsiteX918" fmla="*/ 365300 w 1109339"/>
                <a:gd name="connsiteY918" fmla="*/ 851318 h 1010399"/>
                <a:gd name="connsiteX919" fmla="*/ 369002 w 1109339"/>
                <a:gd name="connsiteY919" fmla="*/ 851621 h 1010399"/>
                <a:gd name="connsiteX920" fmla="*/ 371256 w 1109339"/>
                <a:gd name="connsiteY920" fmla="*/ 851419 h 1010399"/>
                <a:gd name="connsiteX921" fmla="*/ 373511 w 1109339"/>
                <a:gd name="connsiteY921" fmla="*/ 850679 h 1010399"/>
                <a:gd name="connsiteX922" fmla="*/ 373713 w 1109339"/>
                <a:gd name="connsiteY922" fmla="*/ 846844 h 1010399"/>
                <a:gd name="connsiteX923" fmla="*/ 372771 w 1109339"/>
                <a:gd name="connsiteY923" fmla="*/ 843817 h 1010399"/>
                <a:gd name="connsiteX924" fmla="*/ 372333 w 1109339"/>
                <a:gd name="connsiteY924" fmla="*/ 840856 h 1010399"/>
                <a:gd name="connsiteX925" fmla="*/ 373343 w 1109339"/>
                <a:gd name="connsiteY925" fmla="*/ 838333 h 1010399"/>
                <a:gd name="connsiteX926" fmla="*/ 374925 w 1109339"/>
                <a:gd name="connsiteY926" fmla="*/ 837089 h 1010399"/>
                <a:gd name="connsiteX927" fmla="*/ 376506 w 1109339"/>
                <a:gd name="connsiteY927" fmla="*/ 837156 h 1010399"/>
                <a:gd name="connsiteX928" fmla="*/ 377752 w 1109339"/>
                <a:gd name="connsiteY928" fmla="*/ 837728 h 1010399"/>
                <a:gd name="connsiteX929" fmla="*/ 380781 w 1109339"/>
                <a:gd name="connsiteY929" fmla="*/ 839612 h 1010399"/>
                <a:gd name="connsiteX930" fmla="*/ 383675 w 1109339"/>
                <a:gd name="connsiteY930" fmla="*/ 841866 h 1010399"/>
                <a:gd name="connsiteX931" fmla="*/ 387141 w 1109339"/>
                <a:gd name="connsiteY931" fmla="*/ 843009 h 1010399"/>
                <a:gd name="connsiteX932" fmla="*/ 388454 w 1109339"/>
                <a:gd name="connsiteY932" fmla="*/ 844523 h 1010399"/>
                <a:gd name="connsiteX933" fmla="*/ 388891 w 1109339"/>
                <a:gd name="connsiteY933" fmla="*/ 847853 h 1010399"/>
                <a:gd name="connsiteX934" fmla="*/ 390204 w 1109339"/>
                <a:gd name="connsiteY934" fmla="*/ 850612 h 1010399"/>
                <a:gd name="connsiteX935" fmla="*/ 391886 w 1109339"/>
                <a:gd name="connsiteY935" fmla="*/ 853639 h 1010399"/>
                <a:gd name="connsiteX936" fmla="*/ 393603 w 1109339"/>
                <a:gd name="connsiteY936" fmla="*/ 855456 h 1010399"/>
                <a:gd name="connsiteX937" fmla="*/ 397002 w 1109339"/>
                <a:gd name="connsiteY937" fmla="*/ 855321 h 1010399"/>
                <a:gd name="connsiteX938" fmla="*/ 400401 w 1109339"/>
                <a:gd name="connsiteY938" fmla="*/ 854312 h 1010399"/>
                <a:gd name="connsiteX939" fmla="*/ 403295 w 1109339"/>
                <a:gd name="connsiteY939" fmla="*/ 853572 h 1010399"/>
                <a:gd name="connsiteX940" fmla="*/ 406695 w 1109339"/>
                <a:gd name="connsiteY940" fmla="*/ 853269 h 1010399"/>
                <a:gd name="connsiteX941" fmla="*/ 411608 w 1109339"/>
                <a:gd name="connsiteY941" fmla="*/ 851386 h 1010399"/>
                <a:gd name="connsiteX942" fmla="*/ 414570 w 1109339"/>
                <a:gd name="connsiteY942" fmla="*/ 850309 h 1010399"/>
                <a:gd name="connsiteX943" fmla="*/ 418272 w 1109339"/>
                <a:gd name="connsiteY943" fmla="*/ 846844 h 1010399"/>
                <a:gd name="connsiteX944" fmla="*/ 421604 w 1109339"/>
                <a:gd name="connsiteY944" fmla="*/ 844658 h 1010399"/>
                <a:gd name="connsiteX945" fmla="*/ 423556 w 1109339"/>
                <a:gd name="connsiteY945" fmla="*/ 840957 h 1010399"/>
                <a:gd name="connsiteX946" fmla="*/ 426686 w 1109339"/>
                <a:gd name="connsiteY946" fmla="*/ 836988 h 1010399"/>
                <a:gd name="connsiteX947" fmla="*/ 429378 w 1109339"/>
                <a:gd name="connsiteY947" fmla="*/ 835609 h 1010399"/>
                <a:gd name="connsiteX948" fmla="*/ 432407 w 1109339"/>
                <a:gd name="connsiteY948" fmla="*/ 834027 h 1010399"/>
                <a:gd name="connsiteX949" fmla="*/ 436311 w 1109339"/>
                <a:gd name="connsiteY949" fmla="*/ 832951 h 1010399"/>
                <a:gd name="connsiteX950" fmla="*/ 438902 w 1109339"/>
                <a:gd name="connsiteY950" fmla="*/ 832446 h 1010399"/>
                <a:gd name="connsiteX951" fmla="*/ 441662 w 1109339"/>
                <a:gd name="connsiteY951" fmla="*/ 832446 h 1010399"/>
                <a:gd name="connsiteX952" fmla="*/ 443681 w 1109339"/>
                <a:gd name="connsiteY952" fmla="*/ 833657 h 1010399"/>
                <a:gd name="connsiteX953" fmla="*/ 443816 w 1109339"/>
                <a:gd name="connsiteY953" fmla="*/ 835575 h 1010399"/>
                <a:gd name="connsiteX954" fmla="*/ 442738 w 1109339"/>
                <a:gd name="connsiteY954" fmla="*/ 837526 h 1010399"/>
                <a:gd name="connsiteX955" fmla="*/ 441662 w 1109339"/>
                <a:gd name="connsiteY955" fmla="*/ 842807 h 1010399"/>
                <a:gd name="connsiteX956" fmla="*/ 442167 w 1109339"/>
                <a:gd name="connsiteY956" fmla="*/ 847012 h 1010399"/>
                <a:gd name="connsiteX957" fmla="*/ 442537 w 1109339"/>
                <a:gd name="connsiteY957" fmla="*/ 852664 h 1010399"/>
                <a:gd name="connsiteX958" fmla="*/ 445061 w 1109339"/>
                <a:gd name="connsiteY958" fmla="*/ 855725 h 1010399"/>
                <a:gd name="connsiteX959" fmla="*/ 448258 w 1109339"/>
                <a:gd name="connsiteY959" fmla="*/ 859055 h 1010399"/>
                <a:gd name="connsiteX960" fmla="*/ 453037 w 1109339"/>
                <a:gd name="connsiteY960" fmla="*/ 863193 h 1010399"/>
                <a:gd name="connsiteX961" fmla="*/ 460273 w 1109339"/>
                <a:gd name="connsiteY961" fmla="*/ 868037 h 1010399"/>
                <a:gd name="connsiteX962" fmla="*/ 470335 w 1109339"/>
                <a:gd name="connsiteY962" fmla="*/ 870560 h 1010399"/>
                <a:gd name="connsiteX963" fmla="*/ 476932 w 1109339"/>
                <a:gd name="connsiteY963" fmla="*/ 871569 h 1010399"/>
                <a:gd name="connsiteX964" fmla="*/ 481576 w 1109339"/>
                <a:gd name="connsiteY964" fmla="*/ 872208 h 1010399"/>
                <a:gd name="connsiteX965" fmla="*/ 486355 w 1109339"/>
                <a:gd name="connsiteY965" fmla="*/ 872208 h 1010399"/>
                <a:gd name="connsiteX966" fmla="*/ 490562 w 1109339"/>
                <a:gd name="connsiteY966" fmla="*/ 870964 h 1010399"/>
                <a:gd name="connsiteX967" fmla="*/ 494095 w 1109339"/>
                <a:gd name="connsiteY967" fmla="*/ 869080 h 1010399"/>
                <a:gd name="connsiteX968" fmla="*/ 497932 w 1109339"/>
                <a:gd name="connsiteY968" fmla="*/ 865817 h 1010399"/>
                <a:gd name="connsiteX969" fmla="*/ 504024 w 1109339"/>
                <a:gd name="connsiteY969" fmla="*/ 861982 h 1010399"/>
                <a:gd name="connsiteX970" fmla="*/ 511428 w 1109339"/>
                <a:gd name="connsiteY970" fmla="*/ 857777 h 1010399"/>
                <a:gd name="connsiteX971" fmla="*/ 513683 w 1109339"/>
                <a:gd name="connsiteY971" fmla="*/ 855019 h 1010399"/>
                <a:gd name="connsiteX972" fmla="*/ 516947 w 1109339"/>
                <a:gd name="connsiteY972" fmla="*/ 855019 h 1010399"/>
                <a:gd name="connsiteX973" fmla="*/ 520649 w 1109339"/>
                <a:gd name="connsiteY973" fmla="*/ 855019 h 1010399"/>
                <a:gd name="connsiteX974" fmla="*/ 522735 w 1109339"/>
                <a:gd name="connsiteY974" fmla="*/ 855019 h 1010399"/>
                <a:gd name="connsiteX975" fmla="*/ 524688 w 1109339"/>
                <a:gd name="connsiteY975" fmla="*/ 855557 h 1010399"/>
                <a:gd name="connsiteX976" fmla="*/ 526505 w 1109339"/>
                <a:gd name="connsiteY976" fmla="*/ 857037 h 1010399"/>
                <a:gd name="connsiteX977" fmla="*/ 528121 w 1109339"/>
                <a:gd name="connsiteY977" fmla="*/ 858652 h 1010399"/>
                <a:gd name="connsiteX978" fmla="*/ 528995 w 1109339"/>
                <a:gd name="connsiteY978" fmla="*/ 860031 h 1010399"/>
                <a:gd name="connsiteX979" fmla="*/ 531688 w 1109339"/>
                <a:gd name="connsiteY979" fmla="*/ 860906 h 1010399"/>
                <a:gd name="connsiteX980" fmla="*/ 533774 w 1109339"/>
                <a:gd name="connsiteY980" fmla="*/ 861276 h 1010399"/>
                <a:gd name="connsiteX981" fmla="*/ 538991 w 1109339"/>
                <a:gd name="connsiteY981" fmla="*/ 863294 h 1010399"/>
                <a:gd name="connsiteX982" fmla="*/ 540068 w 1109339"/>
                <a:gd name="connsiteY982" fmla="*/ 863361 h 1010399"/>
                <a:gd name="connsiteX983" fmla="*/ 542323 w 1109339"/>
                <a:gd name="connsiteY983" fmla="*/ 862419 h 1010399"/>
                <a:gd name="connsiteX984" fmla="*/ 544645 w 1109339"/>
                <a:gd name="connsiteY984" fmla="*/ 860098 h 1010399"/>
                <a:gd name="connsiteX985" fmla="*/ 547034 w 1109339"/>
                <a:gd name="connsiteY985" fmla="*/ 859594 h 1010399"/>
                <a:gd name="connsiteX986" fmla="*/ 550164 w 1109339"/>
                <a:gd name="connsiteY986" fmla="*/ 861040 h 1010399"/>
                <a:gd name="connsiteX987" fmla="*/ 552352 w 1109339"/>
                <a:gd name="connsiteY987" fmla="*/ 864808 h 1010399"/>
                <a:gd name="connsiteX988" fmla="*/ 551409 w 1109339"/>
                <a:gd name="connsiteY988" fmla="*/ 868003 h 1010399"/>
                <a:gd name="connsiteX989" fmla="*/ 554371 w 1109339"/>
                <a:gd name="connsiteY989" fmla="*/ 873655 h 1010399"/>
                <a:gd name="connsiteX990" fmla="*/ 557635 w 1109339"/>
                <a:gd name="connsiteY990" fmla="*/ 876346 h 1010399"/>
                <a:gd name="connsiteX991" fmla="*/ 560597 w 1109339"/>
                <a:gd name="connsiteY991" fmla="*/ 878600 h 1010399"/>
                <a:gd name="connsiteX992" fmla="*/ 564366 w 1109339"/>
                <a:gd name="connsiteY992" fmla="*/ 881056 h 1010399"/>
                <a:gd name="connsiteX993" fmla="*/ 566621 w 1109339"/>
                <a:gd name="connsiteY993" fmla="*/ 883511 h 1010399"/>
                <a:gd name="connsiteX994" fmla="*/ 565174 w 1109339"/>
                <a:gd name="connsiteY994" fmla="*/ 885967 h 1010399"/>
                <a:gd name="connsiteX995" fmla="*/ 561977 w 1109339"/>
                <a:gd name="connsiteY995" fmla="*/ 888053 h 1010399"/>
                <a:gd name="connsiteX996" fmla="*/ 559722 w 1109339"/>
                <a:gd name="connsiteY996" fmla="*/ 890677 h 1010399"/>
                <a:gd name="connsiteX997" fmla="*/ 558342 w 1109339"/>
                <a:gd name="connsiteY997" fmla="*/ 892258 h 1010399"/>
                <a:gd name="connsiteX998" fmla="*/ 557400 w 1109339"/>
                <a:gd name="connsiteY998" fmla="*/ 896395 h 1010399"/>
                <a:gd name="connsiteX999" fmla="*/ 557905 w 1109339"/>
                <a:gd name="connsiteY999" fmla="*/ 899221 h 1010399"/>
                <a:gd name="connsiteX1000" fmla="*/ 561102 w 1109339"/>
                <a:gd name="connsiteY1000" fmla="*/ 906252 h 1010399"/>
                <a:gd name="connsiteX1001" fmla="*/ 563188 w 1109339"/>
                <a:gd name="connsiteY1001" fmla="*/ 909077 h 1010399"/>
                <a:gd name="connsiteX1002" fmla="*/ 563256 w 1109339"/>
                <a:gd name="connsiteY1002" fmla="*/ 911533 h 1010399"/>
                <a:gd name="connsiteX1003" fmla="*/ 563256 w 1109339"/>
                <a:gd name="connsiteY1003" fmla="*/ 913720 h 1010399"/>
                <a:gd name="connsiteX1004" fmla="*/ 562751 w 1109339"/>
                <a:gd name="connsiteY1004" fmla="*/ 915906 h 1010399"/>
                <a:gd name="connsiteX1005" fmla="*/ 563391 w 1109339"/>
                <a:gd name="connsiteY1005" fmla="*/ 918160 h 1010399"/>
                <a:gd name="connsiteX1006" fmla="*/ 566722 w 1109339"/>
                <a:gd name="connsiteY1006" fmla="*/ 920414 h 1010399"/>
                <a:gd name="connsiteX1007" fmla="*/ 569246 w 1109339"/>
                <a:gd name="connsiteY1007" fmla="*/ 918598 h 1010399"/>
                <a:gd name="connsiteX1008" fmla="*/ 570323 w 1109339"/>
                <a:gd name="connsiteY1008" fmla="*/ 916276 h 1010399"/>
                <a:gd name="connsiteX1009" fmla="*/ 571972 w 1109339"/>
                <a:gd name="connsiteY1009" fmla="*/ 915469 h 1010399"/>
                <a:gd name="connsiteX1010" fmla="*/ 573554 w 1109339"/>
                <a:gd name="connsiteY1010" fmla="*/ 912576 h 1010399"/>
                <a:gd name="connsiteX1011" fmla="*/ 576179 w 1109339"/>
                <a:gd name="connsiteY1011" fmla="*/ 911701 h 1010399"/>
                <a:gd name="connsiteX1012" fmla="*/ 576987 w 1109339"/>
                <a:gd name="connsiteY1012" fmla="*/ 913182 h 1010399"/>
                <a:gd name="connsiteX1013" fmla="*/ 580554 w 1109339"/>
                <a:gd name="connsiteY1013" fmla="*/ 914561 h 1010399"/>
                <a:gd name="connsiteX1014" fmla="*/ 581295 w 1109339"/>
                <a:gd name="connsiteY1014" fmla="*/ 914123 h 1010399"/>
                <a:gd name="connsiteX1015" fmla="*/ 582372 w 1109339"/>
                <a:gd name="connsiteY1015" fmla="*/ 912610 h 1010399"/>
                <a:gd name="connsiteX1016" fmla="*/ 584559 w 1109339"/>
                <a:gd name="connsiteY1016" fmla="*/ 912105 h 1010399"/>
                <a:gd name="connsiteX1017" fmla="*/ 588530 w 1109339"/>
                <a:gd name="connsiteY1017" fmla="*/ 912408 h 1010399"/>
                <a:gd name="connsiteX1018" fmla="*/ 591660 w 1109339"/>
                <a:gd name="connsiteY1018" fmla="*/ 911836 h 1010399"/>
                <a:gd name="connsiteX1019" fmla="*/ 594790 w 1109339"/>
                <a:gd name="connsiteY1019" fmla="*/ 911836 h 1010399"/>
                <a:gd name="connsiteX1020" fmla="*/ 598761 w 1109339"/>
                <a:gd name="connsiteY1020" fmla="*/ 912341 h 1010399"/>
                <a:gd name="connsiteX1021" fmla="*/ 602396 w 1109339"/>
                <a:gd name="connsiteY1021" fmla="*/ 914224 h 1010399"/>
                <a:gd name="connsiteX1022" fmla="*/ 606233 w 1109339"/>
                <a:gd name="connsiteY1022" fmla="*/ 914224 h 1010399"/>
                <a:gd name="connsiteX1023" fmla="*/ 610507 w 1109339"/>
                <a:gd name="connsiteY1023" fmla="*/ 915301 h 1010399"/>
                <a:gd name="connsiteX1024" fmla="*/ 613401 w 1109339"/>
                <a:gd name="connsiteY1024" fmla="*/ 917050 h 1010399"/>
                <a:gd name="connsiteX1025" fmla="*/ 612089 w 1109339"/>
                <a:gd name="connsiteY1025" fmla="*/ 920246 h 1010399"/>
                <a:gd name="connsiteX1026" fmla="*/ 609699 w 1109339"/>
                <a:gd name="connsiteY1026" fmla="*/ 920313 h 1010399"/>
                <a:gd name="connsiteX1027" fmla="*/ 607814 w 1109339"/>
                <a:gd name="connsiteY1027" fmla="*/ 919001 h 1010399"/>
                <a:gd name="connsiteX1028" fmla="*/ 606939 w 1109339"/>
                <a:gd name="connsiteY1028" fmla="*/ 919640 h 1010399"/>
                <a:gd name="connsiteX1029" fmla="*/ 606637 w 1109339"/>
                <a:gd name="connsiteY1029" fmla="*/ 920952 h 1010399"/>
                <a:gd name="connsiteX1030" fmla="*/ 606132 w 1109339"/>
                <a:gd name="connsiteY1030" fmla="*/ 922096 h 1010399"/>
                <a:gd name="connsiteX1031" fmla="*/ 604180 w 1109339"/>
                <a:gd name="connsiteY1031" fmla="*/ 922298 h 1010399"/>
                <a:gd name="connsiteX1032" fmla="*/ 603540 w 1109339"/>
                <a:gd name="connsiteY1032" fmla="*/ 922601 h 1010399"/>
                <a:gd name="connsiteX1033" fmla="*/ 602295 w 1109339"/>
                <a:gd name="connsiteY1033" fmla="*/ 923105 h 1010399"/>
                <a:gd name="connsiteX1034" fmla="*/ 600848 w 1109339"/>
                <a:gd name="connsiteY1034" fmla="*/ 923408 h 1010399"/>
                <a:gd name="connsiteX1035" fmla="*/ 600040 w 1109339"/>
                <a:gd name="connsiteY1035" fmla="*/ 924484 h 1010399"/>
                <a:gd name="connsiteX1036" fmla="*/ 599838 w 1109339"/>
                <a:gd name="connsiteY1036" fmla="*/ 925796 h 1010399"/>
                <a:gd name="connsiteX1037" fmla="*/ 600141 w 1109339"/>
                <a:gd name="connsiteY1037" fmla="*/ 926940 h 1010399"/>
                <a:gd name="connsiteX1038" fmla="*/ 601588 w 1109339"/>
                <a:gd name="connsiteY1038" fmla="*/ 929026 h 1010399"/>
                <a:gd name="connsiteX1039" fmla="*/ 602598 w 1109339"/>
                <a:gd name="connsiteY1039" fmla="*/ 930035 h 1010399"/>
                <a:gd name="connsiteX1040" fmla="*/ 604180 w 1109339"/>
                <a:gd name="connsiteY1040" fmla="*/ 931481 h 1010399"/>
                <a:gd name="connsiteX1041" fmla="*/ 604920 w 1109339"/>
                <a:gd name="connsiteY1041" fmla="*/ 932793 h 1010399"/>
                <a:gd name="connsiteX1042" fmla="*/ 604550 w 1109339"/>
                <a:gd name="connsiteY1042" fmla="*/ 935586 h 1010399"/>
                <a:gd name="connsiteX1043" fmla="*/ 607377 w 1109339"/>
                <a:gd name="connsiteY1043" fmla="*/ 938949 h 1010399"/>
                <a:gd name="connsiteX1044" fmla="*/ 612156 w 1109339"/>
                <a:gd name="connsiteY1044" fmla="*/ 942549 h 1010399"/>
                <a:gd name="connsiteX1045" fmla="*/ 614882 w 1109339"/>
                <a:gd name="connsiteY1045" fmla="*/ 945913 h 1010399"/>
                <a:gd name="connsiteX1046" fmla="*/ 615858 w 1109339"/>
                <a:gd name="connsiteY1046" fmla="*/ 948940 h 1010399"/>
                <a:gd name="connsiteX1047" fmla="*/ 620334 w 1109339"/>
                <a:gd name="connsiteY1047" fmla="*/ 954794 h 1010399"/>
                <a:gd name="connsiteX1048" fmla="*/ 621411 w 1109339"/>
                <a:gd name="connsiteY1048" fmla="*/ 957956 h 1010399"/>
                <a:gd name="connsiteX1049" fmla="*/ 625651 w 1109339"/>
                <a:gd name="connsiteY1049" fmla="*/ 957519 h 1010399"/>
                <a:gd name="connsiteX1050" fmla="*/ 627267 w 1109339"/>
                <a:gd name="connsiteY1050" fmla="*/ 955231 h 1010399"/>
                <a:gd name="connsiteX1051" fmla="*/ 630195 w 1109339"/>
                <a:gd name="connsiteY1051" fmla="*/ 954457 h 1010399"/>
                <a:gd name="connsiteX1052" fmla="*/ 632584 w 1109339"/>
                <a:gd name="connsiteY1052" fmla="*/ 955097 h 1010399"/>
                <a:gd name="connsiteX1053" fmla="*/ 632786 w 1109339"/>
                <a:gd name="connsiteY1053" fmla="*/ 958662 h 1010399"/>
                <a:gd name="connsiteX1054" fmla="*/ 631810 w 1109339"/>
                <a:gd name="connsiteY1054" fmla="*/ 963338 h 1010399"/>
                <a:gd name="connsiteX1055" fmla="*/ 631608 w 1109339"/>
                <a:gd name="connsiteY1055" fmla="*/ 965390 h 1010399"/>
                <a:gd name="connsiteX1056" fmla="*/ 635411 w 1109339"/>
                <a:gd name="connsiteY1056" fmla="*/ 969091 h 1010399"/>
                <a:gd name="connsiteX1057" fmla="*/ 637700 w 1109339"/>
                <a:gd name="connsiteY1057" fmla="*/ 968990 h 1010399"/>
                <a:gd name="connsiteX1058" fmla="*/ 639887 w 1109339"/>
                <a:gd name="connsiteY1058" fmla="*/ 967779 h 1010399"/>
                <a:gd name="connsiteX1059" fmla="*/ 641738 w 1109339"/>
                <a:gd name="connsiteY1059" fmla="*/ 965828 h 1010399"/>
                <a:gd name="connsiteX1060" fmla="*/ 647291 w 1109339"/>
                <a:gd name="connsiteY1060" fmla="*/ 967240 h 1010399"/>
                <a:gd name="connsiteX1061" fmla="*/ 652171 w 1109339"/>
                <a:gd name="connsiteY1061" fmla="*/ 960613 h 1010399"/>
                <a:gd name="connsiteX1062" fmla="*/ 655705 w 1109339"/>
                <a:gd name="connsiteY1062" fmla="*/ 952775 h 1010399"/>
                <a:gd name="connsiteX1063" fmla="*/ 655133 w 1109339"/>
                <a:gd name="connsiteY1063" fmla="*/ 949075 h 1010399"/>
                <a:gd name="connsiteX1064" fmla="*/ 653820 w 1109339"/>
                <a:gd name="connsiteY1064" fmla="*/ 946485 h 1010399"/>
                <a:gd name="connsiteX1065" fmla="*/ 652743 w 1109339"/>
                <a:gd name="connsiteY1065" fmla="*/ 943592 h 1010399"/>
                <a:gd name="connsiteX1066" fmla="*/ 650219 w 1109339"/>
                <a:gd name="connsiteY1066" fmla="*/ 939891 h 1010399"/>
                <a:gd name="connsiteX1067" fmla="*/ 649984 w 1109339"/>
                <a:gd name="connsiteY1067" fmla="*/ 936258 h 1010399"/>
                <a:gd name="connsiteX1068" fmla="*/ 652238 w 1109339"/>
                <a:gd name="connsiteY1068" fmla="*/ 934307 h 1010399"/>
                <a:gd name="connsiteX1069" fmla="*/ 656883 w 1109339"/>
                <a:gd name="connsiteY1069" fmla="*/ 935047 h 1010399"/>
                <a:gd name="connsiteX1070" fmla="*/ 659474 w 1109339"/>
                <a:gd name="connsiteY1070" fmla="*/ 934745 h 1010399"/>
                <a:gd name="connsiteX1071" fmla="*/ 663243 w 1109339"/>
                <a:gd name="connsiteY1071" fmla="*/ 932356 h 1010399"/>
                <a:gd name="connsiteX1072" fmla="*/ 665498 w 1109339"/>
                <a:gd name="connsiteY1072" fmla="*/ 929530 h 1010399"/>
                <a:gd name="connsiteX1073" fmla="*/ 666306 w 1109339"/>
                <a:gd name="connsiteY1073" fmla="*/ 924821 h 1010399"/>
                <a:gd name="connsiteX1074" fmla="*/ 666744 w 1109339"/>
                <a:gd name="connsiteY1074" fmla="*/ 921356 h 1010399"/>
                <a:gd name="connsiteX1075" fmla="*/ 668258 w 1109339"/>
                <a:gd name="connsiteY1075" fmla="*/ 917891 h 1010399"/>
                <a:gd name="connsiteX1076" fmla="*/ 670210 w 1109339"/>
                <a:gd name="connsiteY1076" fmla="*/ 915873 h 1010399"/>
                <a:gd name="connsiteX1077" fmla="*/ 673340 w 1109339"/>
                <a:gd name="connsiteY1077" fmla="*/ 915873 h 1010399"/>
                <a:gd name="connsiteX1078" fmla="*/ 677176 w 1109339"/>
                <a:gd name="connsiteY1078" fmla="*/ 916512 h 1010399"/>
                <a:gd name="connsiteX1079" fmla="*/ 680643 w 1109339"/>
                <a:gd name="connsiteY1079" fmla="*/ 918698 h 1010399"/>
                <a:gd name="connsiteX1080" fmla="*/ 682831 w 1109339"/>
                <a:gd name="connsiteY1080" fmla="*/ 921827 h 1010399"/>
                <a:gd name="connsiteX1081" fmla="*/ 684480 w 1109339"/>
                <a:gd name="connsiteY1081" fmla="*/ 924585 h 1010399"/>
                <a:gd name="connsiteX1082" fmla="*/ 684850 w 1109339"/>
                <a:gd name="connsiteY1082" fmla="*/ 927344 h 1010399"/>
                <a:gd name="connsiteX1083" fmla="*/ 684985 w 1109339"/>
                <a:gd name="connsiteY1083" fmla="*/ 933365 h 1010399"/>
                <a:gd name="connsiteX1084" fmla="*/ 685624 w 1109339"/>
                <a:gd name="connsiteY1084" fmla="*/ 939891 h 1010399"/>
                <a:gd name="connsiteX1085" fmla="*/ 687138 w 1109339"/>
                <a:gd name="connsiteY1085" fmla="*/ 945106 h 1010399"/>
                <a:gd name="connsiteX1086" fmla="*/ 689898 w 1109339"/>
                <a:gd name="connsiteY1086" fmla="*/ 952136 h 1010399"/>
                <a:gd name="connsiteX1087" fmla="*/ 691042 w 1109339"/>
                <a:gd name="connsiteY1087" fmla="*/ 955837 h 1010399"/>
                <a:gd name="connsiteX1088" fmla="*/ 693230 w 1109339"/>
                <a:gd name="connsiteY1088" fmla="*/ 959537 h 1010399"/>
                <a:gd name="connsiteX1089" fmla="*/ 696057 w 1109339"/>
                <a:gd name="connsiteY1089" fmla="*/ 963439 h 1010399"/>
                <a:gd name="connsiteX1090" fmla="*/ 699961 w 1109339"/>
                <a:gd name="connsiteY1090" fmla="*/ 967274 h 1010399"/>
                <a:gd name="connsiteX1091" fmla="*/ 704672 w 1109339"/>
                <a:gd name="connsiteY1091" fmla="*/ 971109 h 1010399"/>
                <a:gd name="connsiteX1092" fmla="*/ 707432 w 1109339"/>
                <a:gd name="connsiteY1092" fmla="*/ 974809 h 1010399"/>
                <a:gd name="connsiteX1093" fmla="*/ 709619 w 1109339"/>
                <a:gd name="connsiteY1093" fmla="*/ 980595 h 1010399"/>
                <a:gd name="connsiteX1094" fmla="*/ 714028 w 1109339"/>
                <a:gd name="connsiteY1094" fmla="*/ 984868 h 1010399"/>
                <a:gd name="connsiteX1095" fmla="*/ 720995 w 1109339"/>
                <a:gd name="connsiteY1095" fmla="*/ 990654 h 1010399"/>
                <a:gd name="connsiteX1096" fmla="*/ 723620 w 1109339"/>
                <a:gd name="connsiteY1096" fmla="*/ 994623 h 1010399"/>
                <a:gd name="connsiteX1097" fmla="*/ 725706 w 1109339"/>
                <a:gd name="connsiteY1097" fmla="*/ 998391 h 1010399"/>
                <a:gd name="connsiteX1098" fmla="*/ 727961 w 1109339"/>
                <a:gd name="connsiteY1098" fmla="*/ 1002663 h 1010399"/>
                <a:gd name="connsiteX1099" fmla="*/ 730923 w 1109339"/>
                <a:gd name="connsiteY1099" fmla="*/ 1005186 h 1010399"/>
                <a:gd name="connsiteX1100" fmla="*/ 734457 w 1109339"/>
                <a:gd name="connsiteY1100" fmla="*/ 1007372 h 1010399"/>
                <a:gd name="connsiteX1101" fmla="*/ 737216 w 1109339"/>
                <a:gd name="connsiteY1101" fmla="*/ 1009324 h 1010399"/>
                <a:gd name="connsiteX1102" fmla="*/ 740414 w 1109339"/>
                <a:gd name="connsiteY1102" fmla="*/ 1009963 h 1010399"/>
                <a:gd name="connsiteX1103" fmla="*/ 744889 w 1109339"/>
                <a:gd name="connsiteY1103" fmla="*/ 1010400 h 1010399"/>
                <a:gd name="connsiteX1104" fmla="*/ 746909 w 1109339"/>
                <a:gd name="connsiteY1104" fmla="*/ 1009324 h 1010399"/>
                <a:gd name="connsiteX1105" fmla="*/ 748861 w 1109339"/>
                <a:gd name="connsiteY1105" fmla="*/ 1007507 h 1010399"/>
                <a:gd name="connsiteX1106" fmla="*/ 751183 w 1109339"/>
                <a:gd name="connsiteY1106" fmla="*/ 1006061 h 1010399"/>
                <a:gd name="connsiteX1107" fmla="*/ 752765 w 1109339"/>
                <a:gd name="connsiteY1107" fmla="*/ 1004917 h 1010399"/>
                <a:gd name="connsiteX1108" fmla="*/ 755289 w 1109339"/>
                <a:gd name="connsiteY1108" fmla="*/ 1004345 h 1010399"/>
                <a:gd name="connsiteX1109" fmla="*/ 759630 w 1109339"/>
                <a:gd name="connsiteY1109" fmla="*/ 1003100 h 1010399"/>
                <a:gd name="connsiteX1110" fmla="*/ 761818 w 1109339"/>
                <a:gd name="connsiteY1110" fmla="*/ 1002394 h 1010399"/>
                <a:gd name="connsiteX1111" fmla="*/ 762255 w 1109339"/>
                <a:gd name="connsiteY1111" fmla="*/ 1000005 h 1010399"/>
                <a:gd name="connsiteX1112" fmla="*/ 761179 w 1109339"/>
                <a:gd name="connsiteY1112" fmla="*/ 996541 h 1010399"/>
                <a:gd name="connsiteX1113" fmla="*/ 759294 w 1109339"/>
                <a:gd name="connsiteY1113" fmla="*/ 991125 h 1010399"/>
                <a:gd name="connsiteX1114" fmla="*/ 758082 w 1109339"/>
                <a:gd name="connsiteY1114" fmla="*/ 986213 h 1010399"/>
                <a:gd name="connsiteX1115" fmla="*/ 759025 w 1109339"/>
                <a:gd name="connsiteY1115" fmla="*/ 982143 h 1010399"/>
                <a:gd name="connsiteX1116" fmla="*/ 759967 w 1109339"/>
                <a:gd name="connsiteY1116" fmla="*/ 978678 h 1010399"/>
                <a:gd name="connsiteX1117" fmla="*/ 761145 w 1109339"/>
                <a:gd name="connsiteY1117" fmla="*/ 977669 h 1010399"/>
                <a:gd name="connsiteX1118" fmla="*/ 766361 w 1109339"/>
                <a:gd name="connsiteY1118" fmla="*/ 977803 h 1010399"/>
                <a:gd name="connsiteX1119" fmla="*/ 767943 w 1109339"/>
                <a:gd name="connsiteY1119" fmla="*/ 977299 h 1010399"/>
                <a:gd name="connsiteX1120" fmla="*/ 770467 w 1109339"/>
                <a:gd name="connsiteY1120" fmla="*/ 973968 h 1010399"/>
                <a:gd name="connsiteX1121" fmla="*/ 772352 w 1109339"/>
                <a:gd name="connsiteY1121" fmla="*/ 970705 h 1010399"/>
                <a:gd name="connsiteX1122" fmla="*/ 774607 w 1109339"/>
                <a:gd name="connsiteY1122" fmla="*/ 968754 h 1010399"/>
                <a:gd name="connsiteX1123" fmla="*/ 780765 w 1109339"/>
                <a:gd name="connsiteY1123" fmla="*/ 967072 h 1010399"/>
                <a:gd name="connsiteX1124" fmla="*/ 785679 w 1109339"/>
                <a:gd name="connsiteY1124" fmla="*/ 964684 h 1010399"/>
                <a:gd name="connsiteX1125" fmla="*/ 789314 w 1109339"/>
                <a:gd name="connsiteY1125" fmla="*/ 964617 h 1010399"/>
                <a:gd name="connsiteX1126" fmla="*/ 793655 w 1109339"/>
                <a:gd name="connsiteY1126" fmla="*/ 964482 h 1010399"/>
                <a:gd name="connsiteX1127" fmla="*/ 796347 w 1109339"/>
                <a:gd name="connsiteY1127" fmla="*/ 963742 h 1010399"/>
                <a:gd name="connsiteX1128" fmla="*/ 799612 w 1109339"/>
                <a:gd name="connsiteY1128" fmla="*/ 961353 h 1010399"/>
                <a:gd name="connsiteX1129" fmla="*/ 801497 w 1109339"/>
                <a:gd name="connsiteY1129" fmla="*/ 960277 h 1010399"/>
                <a:gd name="connsiteX1130" fmla="*/ 801497 w 1109339"/>
                <a:gd name="connsiteY1130" fmla="*/ 958763 h 1010399"/>
                <a:gd name="connsiteX1131" fmla="*/ 799444 w 1109339"/>
                <a:gd name="connsiteY1131" fmla="*/ 956745 h 1010399"/>
                <a:gd name="connsiteX1132" fmla="*/ 798905 w 1109339"/>
                <a:gd name="connsiteY1132" fmla="*/ 954155 h 1010399"/>
                <a:gd name="connsiteX1133" fmla="*/ 798973 w 1109339"/>
                <a:gd name="connsiteY1133" fmla="*/ 951463 h 1010399"/>
                <a:gd name="connsiteX1134" fmla="*/ 800723 w 1109339"/>
                <a:gd name="connsiteY1134" fmla="*/ 948940 h 1010399"/>
                <a:gd name="connsiteX1135" fmla="*/ 803045 w 1109339"/>
                <a:gd name="connsiteY1135" fmla="*/ 946485 h 1010399"/>
                <a:gd name="connsiteX1136" fmla="*/ 807756 w 1109339"/>
                <a:gd name="connsiteY1136" fmla="*/ 943726 h 1010399"/>
                <a:gd name="connsiteX1137" fmla="*/ 809708 w 1109339"/>
                <a:gd name="connsiteY1137" fmla="*/ 942986 h 1010399"/>
                <a:gd name="connsiteX1138" fmla="*/ 812401 w 1109339"/>
                <a:gd name="connsiteY1138" fmla="*/ 942616 h 1010399"/>
                <a:gd name="connsiteX1139" fmla="*/ 814420 w 1109339"/>
                <a:gd name="connsiteY1139" fmla="*/ 943625 h 1010399"/>
                <a:gd name="connsiteX1140" fmla="*/ 816170 w 1109339"/>
                <a:gd name="connsiteY1140" fmla="*/ 945947 h 1010399"/>
                <a:gd name="connsiteX1141" fmla="*/ 818054 w 1109339"/>
                <a:gd name="connsiteY1141" fmla="*/ 948604 h 1010399"/>
                <a:gd name="connsiteX1142" fmla="*/ 818761 w 1109339"/>
                <a:gd name="connsiteY1142" fmla="*/ 950555 h 1010399"/>
                <a:gd name="connsiteX1143" fmla="*/ 819468 w 1109339"/>
                <a:gd name="connsiteY1143" fmla="*/ 954020 h 1010399"/>
                <a:gd name="connsiteX1144" fmla="*/ 821218 w 1109339"/>
                <a:gd name="connsiteY1144" fmla="*/ 956913 h 1010399"/>
                <a:gd name="connsiteX1145" fmla="*/ 822093 w 1109339"/>
                <a:gd name="connsiteY1145" fmla="*/ 960243 h 1010399"/>
                <a:gd name="connsiteX1146" fmla="*/ 823103 w 1109339"/>
                <a:gd name="connsiteY1146" fmla="*/ 962565 h 1010399"/>
                <a:gd name="connsiteX1147" fmla="*/ 825189 w 1109339"/>
                <a:gd name="connsiteY1147" fmla="*/ 963305 h 1010399"/>
                <a:gd name="connsiteX1148" fmla="*/ 826771 w 1109339"/>
                <a:gd name="connsiteY1148" fmla="*/ 962565 h 1010399"/>
                <a:gd name="connsiteX1149" fmla="*/ 827781 w 1109339"/>
                <a:gd name="connsiteY1149" fmla="*/ 959806 h 1010399"/>
                <a:gd name="connsiteX1150" fmla="*/ 828723 w 1109339"/>
                <a:gd name="connsiteY1150" fmla="*/ 957115 h 1010399"/>
                <a:gd name="connsiteX1151" fmla="*/ 829531 w 1109339"/>
                <a:gd name="connsiteY1151" fmla="*/ 953986 h 1010399"/>
                <a:gd name="connsiteX1152" fmla="*/ 829733 w 1109339"/>
                <a:gd name="connsiteY1152" fmla="*/ 952405 h 1010399"/>
                <a:gd name="connsiteX1153" fmla="*/ 831045 w 1109339"/>
                <a:gd name="connsiteY1153" fmla="*/ 950017 h 1010399"/>
                <a:gd name="connsiteX1154" fmla="*/ 831617 w 1109339"/>
                <a:gd name="connsiteY1154" fmla="*/ 948436 h 1010399"/>
                <a:gd name="connsiteX1155" fmla="*/ 833300 w 1109339"/>
                <a:gd name="connsiteY1155" fmla="*/ 946417 h 1010399"/>
                <a:gd name="connsiteX1156" fmla="*/ 834747 w 1109339"/>
                <a:gd name="connsiteY1156" fmla="*/ 944231 h 1010399"/>
                <a:gd name="connsiteX1157" fmla="*/ 835757 w 1109339"/>
                <a:gd name="connsiteY1157" fmla="*/ 941910 h 1010399"/>
                <a:gd name="connsiteX1158" fmla="*/ 837137 w 1109339"/>
                <a:gd name="connsiteY1158" fmla="*/ 939151 h 1010399"/>
                <a:gd name="connsiteX1159" fmla="*/ 839089 w 1109339"/>
                <a:gd name="connsiteY1159" fmla="*/ 936763 h 1010399"/>
                <a:gd name="connsiteX1160" fmla="*/ 841276 w 1109339"/>
                <a:gd name="connsiteY1160" fmla="*/ 936023 h 1010399"/>
                <a:gd name="connsiteX1161" fmla="*/ 843295 w 1109339"/>
                <a:gd name="connsiteY1161" fmla="*/ 935586 h 1010399"/>
                <a:gd name="connsiteX1162" fmla="*/ 846930 w 1109339"/>
                <a:gd name="connsiteY1162" fmla="*/ 935586 h 1010399"/>
                <a:gd name="connsiteX1163" fmla="*/ 849387 w 1109339"/>
                <a:gd name="connsiteY1163" fmla="*/ 937032 h 1010399"/>
                <a:gd name="connsiteX1164" fmla="*/ 848882 w 1109339"/>
                <a:gd name="connsiteY1164" fmla="*/ 938546 h 1010399"/>
                <a:gd name="connsiteX1165" fmla="*/ 848579 w 1109339"/>
                <a:gd name="connsiteY1165" fmla="*/ 939925 h 1010399"/>
                <a:gd name="connsiteX1166" fmla="*/ 848512 w 1109339"/>
                <a:gd name="connsiteY1166" fmla="*/ 942684 h 1010399"/>
                <a:gd name="connsiteX1167" fmla="*/ 848377 w 1109339"/>
                <a:gd name="connsiteY1167" fmla="*/ 944937 h 1010399"/>
                <a:gd name="connsiteX1168" fmla="*/ 847435 w 1109339"/>
                <a:gd name="connsiteY1168" fmla="*/ 947830 h 1010399"/>
                <a:gd name="connsiteX1169" fmla="*/ 846930 w 1109339"/>
                <a:gd name="connsiteY1169" fmla="*/ 950286 h 1010399"/>
                <a:gd name="connsiteX1170" fmla="*/ 848680 w 1109339"/>
                <a:gd name="connsiteY1170" fmla="*/ 953684 h 1010399"/>
                <a:gd name="connsiteX1171" fmla="*/ 850700 w 1109339"/>
                <a:gd name="connsiteY1171" fmla="*/ 956509 h 1010399"/>
                <a:gd name="connsiteX1172" fmla="*/ 851776 w 1109339"/>
                <a:gd name="connsiteY1172" fmla="*/ 960277 h 1010399"/>
                <a:gd name="connsiteX1173" fmla="*/ 852349 w 1109339"/>
                <a:gd name="connsiteY1173" fmla="*/ 964112 h 1010399"/>
                <a:gd name="connsiteX1174" fmla="*/ 853560 w 1109339"/>
                <a:gd name="connsiteY1174" fmla="*/ 966198 h 1010399"/>
                <a:gd name="connsiteX1175" fmla="*/ 856320 w 1109339"/>
                <a:gd name="connsiteY1175" fmla="*/ 969461 h 1010399"/>
                <a:gd name="connsiteX1176" fmla="*/ 860325 w 1109339"/>
                <a:gd name="connsiteY1176" fmla="*/ 974103 h 1010399"/>
                <a:gd name="connsiteX1177" fmla="*/ 863892 w 1109339"/>
                <a:gd name="connsiteY1177" fmla="*/ 975852 h 1010399"/>
                <a:gd name="connsiteX1178" fmla="*/ 866854 w 1109339"/>
                <a:gd name="connsiteY1178" fmla="*/ 976222 h 1010399"/>
                <a:gd name="connsiteX1179" fmla="*/ 871767 w 1109339"/>
                <a:gd name="connsiteY1179" fmla="*/ 977030 h 1010399"/>
                <a:gd name="connsiteX1180" fmla="*/ 875032 w 1109339"/>
                <a:gd name="connsiteY1180" fmla="*/ 977971 h 1010399"/>
                <a:gd name="connsiteX1181" fmla="*/ 880450 w 1109339"/>
                <a:gd name="connsiteY1181" fmla="*/ 979855 h 1010399"/>
                <a:gd name="connsiteX1182" fmla="*/ 884287 w 1109339"/>
                <a:gd name="connsiteY1182" fmla="*/ 981672 h 1010399"/>
                <a:gd name="connsiteX1183" fmla="*/ 889133 w 1109339"/>
                <a:gd name="connsiteY1183" fmla="*/ 985069 h 1010399"/>
                <a:gd name="connsiteX1184" fmla="*/ 893912 w 1109339"/>
                <a:gd name="connsiteY1184" fmla="*/ 988332 h 1010399"/>
                <a:gd name="connsiteX1185" fmla="*/ 895931 w 1109339"/>
                <a:gd name="connsiteY1185" fmla="*/ 990149 h 1010399"/>
                <a:gd name="connsiteX1186" fmla="*/ 897950 w 1109339"/>
                <a:gd name="connsiteY1186" fmla="*/ 990654 h 1010399"/>
                <a:gd name="connsiteX1187" fmla="*/ 899532 w 1109339"/>
                <a:gd name="connsiteY1187" fmla="*/ 990654 h 1010399"/>
                <a:gd name="connsiteX1188" fmla="*/ 900912 w 1109339"/>
                <a:gd name="connsiteY1188" fmla="*/ 990855 h 1010399"/>
                <a:gd name="connsiteX1189" fmla="*/ 902427 w 1109339"/>
                <a:gd name="connsiteY1189" fmla="*/ 990923 h 1010399"/>
                <a:gd name="connsiteX1190" fmla="*/ 903436 w 1109339"/>
                <a:gd name="connsiteY1190" fmla="*/ 990418 h 1010399"/>
                <a:gd name="connsiteX1191" fmla="*/ 904883 w 1109339"/>
                <a:gd name="connsiteY1191" fmla="*/ 989981 h 1010399"/>
                <a:gd name="connsiteX1192" fmla="*/ 905893 w 1109339"/>
                <a:gd name="connsiteY1192" fmla="*/ 988164 h 1010399"/>
                <a:gd name="connsiteX1193" fmla="*/ 907138 w 1109339"/>
                <a:gd name="connsiteY1193" fmla="*/ 986718 h 1010399"/>
                <a:gd name="connsiteX1194" fmla="*/ 908215 w 1109339"/>
                <a:gd name="connsiteY1194" fmla="*/ 985339 h 1010399"/>
                <a:gd name="connsiteX1195" fmla="*/ 910100 w 1109339"/>
                <a:gd name="connsiteY1195" fmla="*/ 983825 h 1010399"/>
                <a:gd name="connsiteX1196" fmla="*/ 912052 w 1109339"/>
                <a:gd name="connsiteY1196" fmla="*/ 982950 h 1010399"/>
                <a:gd name="connsiteX1197" fmla="*/ 913566 w 1109339"/>
                <a:gd name="connsiteY1197" fmla="*/ 983690 h 1010399"/>
                <a:gd name="connsiteX1198" fmla="*/ 915215 w 1109339"/>
                <a:gd name="connsiteY1198" fmla="*/ 983690 h 1010399"/>
                <a:gd name="connsiteX1199" fmla="*/ 917538 w 1109339"/>
                <a:gd name="connsiteY1199" fmla="*/ 984195 h 1010399"/>
                <a:gd name="connsiteX1200" fmla="*/ 920062 w 1109339"/>
                <a:gd name="connsiteY1200" fmla="*/ 984632 h 1010399"/>
                <a:gd name="connsiteX1201" fmla="*/ 922148 w 1109339"/>
                <a:gd name="connsiteY1201" fmla="*/ 985944 h 1010399"/>
                <a:gd name="connsiteX1202" fmla="*/ 924167 w 1109339"/>
                <a:gd name="connsiteY1202" fmla="*/ 987256 h 1010399"/>
                <a:gd name="connsiteX1203" fmla="*/ 927634 w 1109339"/>
                <a:gd name="connsiteY1203" fmla="*/ 988635 h 1010399"/>
                <a:gd name="connsiteX1204" fmla="*/ 928273 w 1109339"/>
                <a:gd name="connsiteY1204" fmla="*/ 989039 h 1010399"/>
                <a:gd name="connsiteX1205" fmla="*/ 928273 w 1109339"/>
                <a:gd name="connsiteY1205" fmla="*/ 986314 h 1010399"/>
                <a:gd name="connsiteX1206" fmla="*/ 925076 w 1109339"/>
                <a:gd name="connsiteY1206" fmla="*/ 979351 h 1010399"/>
                <a:gd name="connsiteX1207" fmla="*/ 921442 w 1109339"/>
                <a:gd name="connsiteY1207" fmla="*/ 973396 h 1010399"/>
                <a:gd name="connsiteX1208" fmla="*/ 919557 w 1109339"/>
                <a:gd name="connsiteY1208" fmla="*/ 970066 h 1010399"/>
                <a:gd name="connsiteX1209" fmla="*/ 919557 w 1109339"/>
                <a:gd name="connsiteY1209" fmla="*/ 965424 h 1010399"/>
                <a:gd name="connsiteX1210" fmla="*/ 921307 w 1109339"/>
                <a:gd name="connsiteY1210" fmla="*/ 961219 h 1010399"/>
                <a:gd name="connsiteX1211" fmla="*/ 923898 w 1109339"/>
                <a:gd name="connsiteY1211" fmla="*/ 955567 h 1010399"/>
                <a:gd name="connsiteX1212" fmla="*/ 923191 w 1109339"/>
                <a:gd name="connsiteY1212" fmla="*/ 949176 h 1010399"/>
                <a:gd name="connsiteX1213" fmla="*/ 918413 w 1109339"/>
                <a:gd name="connsiteY1213" fmla="*/ 945274 h 1010399"/>
                <a:gd name="connsiteX1214" fmla="*/ 921610 w 1109339"/>
                <a:gd name="connsiteY1214" fmla="*/ 941237 h 1010399"/>
                <a:gd name="connsiteX1215" fmla="*/ 920600 w 1109339"/>
                <a:gd name="connsiteY1215" fmla="*/ 928622 h 1010399"/>
                <a:gd name="connsiteX1216" fmla="*/ 919456 w 1109339"/>
                <a:gd name="connsiteY1216" fmla="*/ 916310 h 1010399"/>
                <a:gd name="connsiteX1217" fmla="*/ 916561 w 1109339"/>
                <a:gd name="connsiteY1217" fmla="*/ 909515 h 1010399"/>
                <a:gd name="connsiteX1218" fmla="*/ 916561 w 1109339"/>
                <a:gd name="connsiteY1218" fmla="*/ 905747 h 1010399"/>
                <a:gd name="connsiteX1219" fmla="*/ 916427 w 1109339"/>
                <a:gd name="connsiteY1219" fmla="*/ 901677 h 1010399"/>
                <a:gd name="connsiteX1220" fmla="*/ 911917 w 1109339"/>
                <a:gd name="connsiteY1220" fmla="*/ 899356 h 1010399"/>
                <a:gd name="connsiteX1221" fmla="*/ 909158 w 1109339"/>
                <a:gd name="connsiteY1221" fmla="*/ 896160 h 1010399"/>
                <a:gd name="connsiteX1222" fmla="*/ 909158 w 1109339"/>
                <a:gd name="connsiteY1222" fmla="*/ 888927 h 1010399"/>
                <a:gd name="connsiteX1223" fmla="*/ 904076 w 1109339"/>
                <a:gd name="connsiteY1223" fmla="*/ 881089 h 1010399"/>
                <a:gd name="connsiteX1224" fmla="*/ 899734 w 1109339"/>
                <a:gd name="connsiteY1224" fmla="*/ 873991 h 1010399"/>
                <a:gd name="connsiteX1225" fmla="*/ 897715 w 1109339"/>
                <a:gd name="connsiteY1225" fmla="*/ 866456 h 1010399"/>
                <a:gd name="connsiteX1226" fmla="*/ 893508 w 1109339"/>
                <a:gd name="connsiteY1226" fmla="*/ 861545 h 1010399"/>
                <a:gd name="connsiteX1227" fmla="*/ 893508 w 1109339"/>
                <a:gd name="connsiteY1227" fmla="*/ 857643 h 1010399"/>
                <a:gd name="connsiteX1228" fmla="*/ 890479 w 1109339"/>
                <a:gd name="connsiteY1228" fmla="*/ 854884 h 1010399"/>
                <a:gd name="connsiteX1229" fmla="*/ 886575 w 1109339"/>
                <a:gd name="connsiteY1229" fmla="*/ 851554 h 1010399"/>
                <a:gd name="connsiteX1230" fmla="*/ 880619 w 1109339"/>
                <a:gd name="connsiteY1230" fmla="*/ 846205 h 1010399"/>
                <a:gd name="connsiteX1231" fmla="*/ 876984 w 1109339"/>
                <a:gd name="connsiteY1231" fmla="*/ 840554 h 1010399"/>
                <a:gd name="connsiteX1232" fmla="*/ 878296 w 1109339"/>
                <a:gd name="connsiteY1232" fmla="*/ 837661 h 1010399"/>
                <a:gd name="connsiteX1233" fmla="*/ 882941 w 1109339"/>
                <a:gd name="connsiteY1233" fmla="*/ 833321 h 1010399"/>
                <a:gd name="connsiteX1234" fmla="*/ 886272 w 1109339"/>
                <a:gd name="connsiteY1234" fmla="*/ 830428 h 1010399"/>
                <a:gd name="connsiteX1235" fmla="*/ 888729 w 1109339"/>
                <a:gd name="connsiteY1235" fmla="*/ 830428 h 1010399"/>
                <a:gd name="connsiteX1236" fmla="*/ 894518 w 1109339"/>
                <a:gd name="connsiteY1236" fmla="*/ 832177 h 1010399"/>
                <a:gd name="connsiteX1237" fmla="*/ 901484 w 1109339"/>
                <a:gd name="connsiteY1237" fmla="*/ 829150 h 1010399"/>
                <a:gd name="connsiteX1238" fmla="*/ 901619 w 1109339"/>
                <a:gd name="connsiteY1238" fmla="*/ 826257 h 1010399"/>
                <a:gd name="connsiteX1239" fmla="*/ 900037 w 1109339"/>
                <a:gd name="connsiteY1239" fmla="*/ 823061 h 1010399"/>
                <a:gd name="connsiteX1240" fmla="*/ 905085 w 1109339"/>
                <a:gd name="connsiteY1240" fmla="*/ 820874 h 1010399"/>
                <a:gd name="connsiteX1241" fmla="*/ 907710 w 1109339"/>
                <a:gd name="connsiteY1241" fmla="*/ 822186 h 1010399"/>
                <a:gd name="connsiteX1242" fmla="*/ 910167 w 1109339"/>
                <a:gd name="connsiteY1242" fmla="*/ 819428 h 1010399"/>
                <a:gd name="connsiteX1243" fmla="*/ 915686 w 1109339"/>
                <a:gd name="connsiteY1243" fmla="*/ 814079 h 1010399"/>
                <a:gd name="connsiteX1244" fmla="*/ 919759 w 1109339"/>
                <a:gd name="connsiteY1244" fmla="*/ 806544 h 1010399"/>
                <a:gd name="connsiteX1245" fmla="*/ 925413 w 1109339"/>
                <a:gd name="connsiteY1245" fmla="*/ 800455 h 1010399"/>
                <a:gd name="connsiteX1246" fmla="*/ 924538 w 1109339"/>
                <a:gd name="connsiteY1246" fmla="*/ 791911 h 1010399"/>
                <a:gd name="connsiteX1247" fmla="*/ 930057 w 1109339"/>
                <a:gd name="connsiteY1247" fmla="*/ 791911 h 1010399"/>
                <a:gd name="connsiteX1248" fmla="*/ 933759 w 1109339"/>
                <a:gd name="connsiteY1248" fmla="*/ 791339 h 1010399"/>
                <a:gd name="connsiteX1249" fmla="*/ 935274 w 1109339"/>
                <a:gd name="connsiteY1249" fmla="*/ 785553 h 1010399"/>
                <a:gd name="connsiteX1250" fmla="*/ 935274 w 1109339"/>
                <a:gd name="connsiteY1250" fmla="*/ 781213 h 1010399"/>
                <a:gd name="connsiteX1251" fmla="*/ 936149 w 1109339"/>
                <a:gd name="connsiteY1251" fmla="*/ 778085 h 1010399"/>
                <a:gd name="connsiteX1252" fmla="*/ 938168 w 1109339"/>
                <a:gd name="connsiteY1252" fmla="*/ 776840 h 1010399"/>
                <a:gd name="connsiteX1253" fmla="*/ 939615 w 1109339"/>
                <a:gd name="connsiteY1253" fmla="*/ 776840 h 1010399"/>
                <a:gd name="connsiteX1254" fmla="*/ 943519 w 1109339"/>
                <a:gd name="connsiteY1254" fmla="*/ 777715 h 1010399"/>
                <a:gd name="connsiteX1255" fmla="*/ 950486 w 1109339"/>
                <a:gd name="connsiteY1255" fmla="*/ 778724 h 1010399"/>
                <a:gd name="connsiteX1256" fmla="*/ 958596 w 1109339"/>
                <a:gd name="connsiteY1256" fmla="*/ 781920 h 1010399"/>
                <a:gd name="connsiteX1257" fmla="*/ 964553 w 1109339"/>
                <a:gd name="connsiteY1257" fmla="*/ 781348 h 1010399"/>
                <a:gd name="connsiteX1258" fmla="*/ 1011804 w 1109339"/>
                <a:gd name="connsiteY1258" fmla="*/ 783803 h 1010399"/>
                <a:gd name="connsiteX1259" fmla="*/ 1028328 w 1109339"/>
                <a:gd name="connsiteY1259" fmla="*/ 783803 h 1010399"/>
                <a:gd name="connsiteX1260" fmla="*/ 1040781 w 1109339"/>
                <a:gd name="connsiteY1260" fmla="*/ 778287 h 1010399"/>
                <a:gd name="connsiteX1261" fmla="*/ 1045425 w 1109339"/>
                <a:gd name="connsiteY1261" fmla="*/ 771929 h 1010399"/>
                <a:gd name="connsiteX1262" fmla="*/ 1046569 w 1109339"/>
                <a:gd name="connsiteY1262" fmla="*/ 767757 h 1010399"/>
                <a:gd name="connsiteX1263" fmla="*/ 1046569 w 1109339"/>
                <a:gd name="connsiteY1263" fmla="*/ 763822 h 1010399"/>
                <a:gd name="connsiteX1264" fmla="*/ 1044819 w 1109339"/>
                <a:gd name="connsiteY1264" fmla="*/ 761231 h 1010399"/>
                <a:gd name="connsiteX1265" fmla="*/ 1043069 w 1109339"/>
                <a:gd name="connsiteY1265" fmla="*/ 758910 h 1010399"/>
                <a:gd name="connsiteX1266" fmla="*/ 1040612 w 1109339"/>
                <a:gd name="connsiteY1266" fmla="*/ 757531 h 1010399"/>
                <a:gd name="connsiteX1267" fmla="*/ 1040208 w 1109339"/>
                <a:gd name="connsiteY1267" fmla="*/ 754705 h 1010399"/>
                <a:gd name="connsiteX1268" fmla="*/ 1039603 w 1109339"/>
                <a:gd name="connsiteY1268" fmla="*/ 750366 h 1010399"/>
                <a:gd name="connsiteX1269" fmla="*/ 1039603 w 1109339"/>
                <a:gd name="connsiteY1269" fmla="*/ 748179 h 1010399"/>
                <a:gd name="connsiteX1270" fmla="*/ 1041555 w 1109339"/>
                <a:gd name="connsiteY1270" fmla="*/ 745051 h 1010399"/>
                <a:gd name="connsiteX1271" fmla="*/ 1042800 w 1109339"/>
                <a:gd name="connsiteY1271" fmla="*/ 742090 h 1010399"/>
                <a:gd name="connsiteX1272" fmla="*/ 1043944 w 1109339"/>
                <a:gd name="connsiteY1272" fmla="*/ 736439 h 1010399"/>
                <a:gd name="connsiteX1273" fmla="*/ 1045089 w 1109339"/>
                <a:gd name="connsiteY1273" fmla="*/ 730350 h 1010399"/>
                <a:gd name="connsiteX1274" fmla="*/ 1047276 w 1109339"/>
                <a:gd name="connsiteY1274" fmla="*/ 724699 h 1010399"/>
                <a:gd name="connsiteX1275" fmla="*/ 1051920 w 1109339"/>
                <a:gd name="connsiteY1275" fmla="*/ 720359 h 1010399"/>
                <a:gd name="connsiteX1276" fmla="*/ 1056699 w 1109339"/>
                <a:gd name="connsiteY1276" fmla="*/ 716592 h 1010399"/>
                <a:gd name="connsiteX1277" fmla="*/ 1057709 w 1109339"/>
                <a:gd name="connsiteY1277" fmla="*/ 707307 h 1010399"/>
                <a:gd name="connsiteX1278" fmla="*/ 1055959 w 1109339"/>
                <a:gd name="connsiteY1278" fmla="*/ 690083 h 1010399"/>
                <a:gd name="connsiteX1279" fmla="*/ 1059089 w 1109339"/>
                <a:gd name="connsiteY1279" fmla="*/ 684432 h 1010399"/>
                <a:gd name="connsiteX1280" fmla="*/ 1061344 w 1109339"/>
                <a:gd name="connsiteY1280" fmla="*/ 680530 h 1010399"/>
                <a:gd name="connsiteX1281" fmla="*/ 1064474 w 1109339"/>
                <a:gd name="connsiteY1281" fmla="*/ 676392 h 1010399"/>
                <a:gd name="connsiteX1282" fmla="*/ 1067132 w 1109339"/>
                <a:gd name="connsiteY1282" fmla="*/ 672423 h 1010399"/>
                <a:gd name="connsiteX1283" fmla="*/ 1068848 w 1109339"/>
                <a:gd name="connsiteY1283" fmla="*/ 670673 h 1010399"/>
                <a:gd name="connsiteX1284" fmla="*/ 1070901 w 1109339"/>
                <a:gd name="connsiteY1284" fmla="*/ 668857 h 1010399"/>
                <a:gd name="connsiteX1285" fmla="*/ 1070901 w 1109339"/>
                <a:gd name="connsiteY1285" fmla="*/ 666468 h 1010399"/>
                <a:gd name="connsiteX1286" fmla="*/ 1068579 w 1109339"/>
                <a:gd name="connsiteY1286" fmla="*/ 658193 h 1010399"/>
                <a:gd name="connsiteX1287" fmla="*/ 1068512 w 1109339"/>
                <a:gd name="connsiteY1287" fmla="*/ 651667 h 1010399"/>
                <a:gd name="connsiteX1288" fmla="*/ 1068950 w 1109339"/>
                <a:gd name="connsiteY1288" fmla="*/ 645814 h 1010399"/>
                <a:gd name="connsiteX1289" fmla="*/ 1072416 w 1109339"/>
                <a:gd name="connsiteY1289" fmla="*/ 641407 h 1010399"/>
                <a:gd name="connsiteX1290" fmla="*/ 1077935 w 1109339"/>
                <a:gd name="connsiteY1290" fmla="*/ 635688 h 1010399"/>
                <a:gd name="connsiteX1291" fmla="*/ 1079820 w 1109339"/>
                <a:gd name="connsiteY1291" fmla="*/ 632862 h 1010399"/>
                <a:gd name="connsiteX1292" fmla="*/ 1079517 w 1109339"/>
                <a:gd name="connsiteY1292" fmla="*/ 627278 h 1010399"/>
                <a:gd name="connsiteX1293" fmla="*/ 1077060 w 1109339"/>
                <a:gd name="connsiteY1293" fmla="*/ 623006 h 1010399"/>
                <a:gd name="connsiteX1294" fmla="*/ 1072012 w 1109339"/>
                <a:gd name="connsiteY1294" fmla="*/ 615841 h 1010399"/>
                <a:gd name="connsiteX1295" fmla="*/ 1073392 w 1109339"/>
                <a:gd name="connsiteY1295" fmla="*/ 609079 h 1010399"/>
                <a:gd name="connsiteX1296" fmla="*/ 1074738 w 1109339"/>
                <a:gd name="connsiteY1296" fmla="*/ 603293 h 1010399"/>
                <a:gd name="connsiteX1297" fmla="*/ 1079281 w 1109339"/>
                <a:gd name="connsiteY1297" fmla="*/ 599828 h 1010399"/>
                <a:gd name="connsiteX1298" fmla="*/ 1080426 w 1109339"/>
                <a:gd name="connsiteY1298" fmla="*/ 596027 h 1010399"/>
                <a:gd name="connsiteX1299" fmla="*/ 1079887 w 1109339"/>
                <a:gd name="connsiteY1299" fmla="*/ 586473 h 1010399"/>
                <a:gd name="connsiteX1300" fmla="*/ 1078743 w 1109339"/>
                <a:gd name="connsiteY1300" fmla="*/ 584657 h 1010399"/>
                <a:gd name="connsiteX1301" fmla="*/ 1077767 w 1109339"/>
                <a:gd name="connsiteY1301" fmla="*/ 580250 h 1010399"/>
                <a:gd name="connsiteX1302" fmla="*/ 1076051 w 1109339"/>
                <a:gd name="connsiteY1302" fmla="*/ 575036 h 1010399"/>
                <a:gd name="connsiteX1303" fmla="*/ 1076556 w 1109339"/>
                <a:gd name="connsiteY1303" fmla="*/ 570293 h 1010399"/>
                <a:gd name="connsiteX1304" fmla="*/ 1076724 w 1109339"/>
                <a:gd name="connsiteY1304" fmla="*/ 564339 h 1010399"/>
                <a:gd name="connsiteX1305" fmla="*/ 1077060 w 1109339"/>
                <a:gd name="connsiteY1305" fmla="*/ 556400 h 1010399"/>
                <a:gd name="connsiteX1306" fmla="*/ 1076892 w 1109339"/>
                <a:gd name="connsiteY1306" fmla="*/ 546106 h 1010399"/>
                <a:gd name="connsiteX1307" fmla="*/ 1079382 w 1109339"/>
                <a:gd name="connsiteY1307" fmla="*/ 540656 h 1010399"/>
                <a:gd name="connsiteX1308" fmla="*/ 1081772 w 1109339"/>
                <a:gd name="connsiteY1308" fmla="*/ 535644 h 1010399"/>
                <a:gd name="connsiteX1309" fmla="*/ 1083084 w 1109339"/>
                <a:gd name="connsiteY1309" fmla="*/ 528243 h 1010399"/>
                <a:gd name="connsiteX1310" fmla="*/ 1083084 w 1109339"/>
                <a:gd name="connsiteY1310" fmla="*/ 523904 h 1010399"/>
                <a:gd name="connsiteX1311" fmla="*/ 1080257 w 1109339"/>
                <a:gd name="connsiteY1311" fmla="*/ 519228 h 1010399"/>
                <a:gd name="connsiteX1312" fmla="*/ 1079382 w 1109339"/>
                <a:gd name="connsiteY1312" fmla="*/ 516503 h 1010399"/>
                <a:gd name="connsiteX1313" fmla="*/ 1078743 w 1109339"/>
                <a:gd name="connsiteY1313" fmla="*/ 510650 h 1010399"/>
                <a:gd name="connsiteX1314" fmla="*/ 1079382 w 1109339"/>
                <a:gd name="connsiteY1314" fmla="*/ 507488 h 1010399"/>
                <a:gd name="connsiteX1315" fmla="*/ 1081873 w 1109339"/>
                <a:gd name="connsiteY1315" fmla="*/ 504325 h 1010399"/>
                <a:gd name="connsiteX1316" fmla="*/ 1087729 w 1109339"/>
                <a:gd name="connsiteY1316" fmla="*/ 499448 h 1010399"/>
                <a:gd name="connsiteX1317" fmla="*/ 1097623 w 1109339"/>
                <a:gd name="connsiteY1317" fmla="*/ 491744 h 1010399"/>
                <a:gd name="connsiteX1318" fmla="*/ 1100551 w 1109339"/>
                <a:gd name="connsiteY1318" fmla="*/ 487169 h 1010399"/>
                <a:gd name="connsiteX1319" fmla="*/ 1104623 w 1109339"/>
                <a:gd name="connsiteY1319" fmla="*/ 481955 h 1010399"/>
                <a:gd name="connsiteX1320" fmla="*/ 1107383 w 1109339"/>
                <a:gd name="connsiteY1320" fmla="*/ 477279 h 1010399"/>
                <a:gd name="connsiteX1321" fmla="*/ 1107383 w 1109339"/>
                <a:gd name="connsiteY1321" fmla="*/ 470013 h 1010399"/>
                <a:gd name="connsiteX1322" fmla="*/ 1108460 w 1109339"/>
                <a:gd name="connsiteY1322" fmla="*/ 462175 h 1010399"/>
                <a:gd name="connsiteX1323" fmla="*/ 1107787 w 1109339"/>
                <a:gd name="connsiteY1323" fmla="*/ 452823 h 1010399"/>
                <a:gd name="connsiteX1324" fmla="*/ 1106171 w 1109339"/>
                <a:gd name="connsiteY1324" fmla="*/ 448484 h 1010399"/>
                <a:gd name="connsiteX1325" fmla="*/ 1099104 w 1109339"/>
                <a:gd name="connsiteY1325" fmla="*/ 445759 h 1010399"/>
                <a:gd name="connsiteX1326" fmla="*/ 1096042 w 1109339"/>
                <a:gd name="connsiteY1326" fmla="*/ 444783 h 1010399"/>
                <a:gd name="connsiteX1327" fmla="*/ 1092575 w 1109339"/>
                <a:gd name="connsiteY1327" fmla="*/ 444783 h 1010399"/>
                <a:gd name="connsiteX1328" fmla="*/ 1088772 w 1109339"/>
                <a:gd name="connsiteY1328" fmla="*/ 441857 h 1010399"/>
                <a:gd name="connsiteX1329" fmla="*/ 1086483 w 1109339"/>
                <a:gd name="connsiteY1329" fmla="*/ 439569 h 1010399"/>
                <a:gd name="connsiteX1330" fmla="*/ 1085508 w 1109339"/>
                <a:gd name="connsiteY1330" fmla="*/ 437181 h 1010399"/>
                <a:gd name="connsiteX1331" fmla="*/ 1086719 w 1109339"/>
                <a:gd name="connsiteY1331" fmla="*/ 432740 h 1010399"/>
                <a:gd name="connsiteX1332" fmla="*/ 1087493 w 1109339"/>
                <a:gd name="connsiteY1332" fmla="*/ 426113 h 1010399"/>
                <a:gd name="connsiteX1333" fmla="*/ 1088536 w 1109339"/>
                <a:gd name="connsiteY1333" fmla="*/ 421875 h 1010399"/>
                <a:gd name="connsiteX1334" fmla="*/ 1091734 w 1109339"/>
                <a:gd name="connsiteY1334" fmla="*/ 418713 h 1010399"/>
                <a:gd name="connsiteX1335" fmla="*/ 1091734 w 1109339"/>
                <a:gd name="connsiteY1335" fmla="*/ 414373 h 1010399"/>
                <a:gd name="connsiteX1336" fmla="*/ 1089546 w 1109339"/>
                <a:gd name="connsiteY1336" fmla="*/ 408822 h 1010399"/>
                <a:gd name="connsiteX1337" fmla="*/ 1090522 w 1109339"/>
                <a:gd name="connsiteY1337" fmla="*/ 405660 h 1010399"/>
                <a:gd name="connsiteX1338" fmla="*/ 1093988 w 1109339"/>
                <a:gd name="connsiteY1338" fmla="*/ 401422 h 1010399"/>
                <a:gd name="connsiteX1339" fmla="*/ 1098465 w 1109339"/>
                <a:gd name="connsiteY1339" fmla="*/ 399672 h 1010399"/>
                <a:gd name="connsiteX1340" fmla="*/ 1104321 w 1109339"/>
                <a:gd name="connsiteY1340" fmla="*/ 393920 h 1010399"/>
                <a:gd name="connsiteX1341" fmla="*/ 1107787 w 1109339"/>
                <a:gd name="connsiteY1341" fmla="*/ 390455 h 1010399"/>
                <a:gd name="connsiteX1342" fmla="*/ 1109301 w 1109339"/>
                <a:gd name="connsiteY1342" fmla="*/ 389143 h 1010399"/>
                <a:gd name="connsiteX1343" fmla="*/ 1109167 w 1109339"/>
                <a:gd name="connsiteY1343" fmla="*/ 386721 h 101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109339" h="1010399">
                  <a:moveTo>
                    <a:pt x="1109167" y="386721"/>
                  </a:moveTo>
                  <a:lnTo>
                    <a:pt x="1109066" y="385577"/>
                  </a:lnTo>
                  <a:lnTo>
                    <a:pt x="1109066" y="384871"/>
                  </a:lnTo>
                  <a:lnTo>
                    <a:pt x="1108359" y="383391"/>
                  </a:lnTo>
                  <a:lnTo>
                    <a:pt x="1106508" y="383761"/>
                  </a:lnTo>
                  <a:lnTo>
                    <a:pt x="1105263" y="384636"/>
                  </a:lnTo>
                  <a:lnTo>
                    <a:pt x="1104926" y="385779"/>
                  </a:lnTo>
                  <a:lnTo>
                    <a:pt x="1104051" y="387630"/>
                  </a:lnTo>
                  <a:lnTo>
                    <a:pt x="1102133" y="388403"/>
                  </a:lnTo>
                  <a:lnTo>
                    <a:pt x="1099912" y="388841"/>
                  </a:lnTo>
                  <a:lnTo>
                    <a:pt x="1097691" y="389917"/>
                  </a:lnTo>
                  <a:cubicBezTo>
                    <a:pt x="1097691" y="389917"/>
                    <a:pt x="1095671" y="390455"/>
                    <a:pt x="1095301" y="390455"/>
                  </a:cubicBezTo>
                  <a:cubicBezTo>
                    <a:pt x="1094931" y="390455"/>
                    <a:pt x="1091263" y="391397"/>
                    <a:pt x="1091060" y="391397"/>
                  </a:cubicBezTo>
                  <a:cubicBezTo>
                    <a:pt x="1090825" y="391397"/>
                    <a:pt x="1082142" y="391128"/>
                    <a:pt x="1082142" y="391128"/>
                  </a:cubicBezTo>
                  <a:lnTo>
                    <a:pt x="1076387" y="391397"/>
                  </a:lnTo>
                  <a:lnTo>
                    <a:pt x="1071642" y="392474"/>
                  </a:lnTo>
                  <a:lnTo>
                    <a:pt x="1065921" y="396712"/>
                  </a:lnTo>
                  <a:lnTo>
                    <a:pt x="1061041" y="398832"/>
                  </a:lnTo>
                  <a:lnTo>
                    <a:pt x="1048252" y="405122"/>
                  </a:lnTo>
                  <a:cubicBezTo>
                    <a:pt x="1048252" y="405122"/>
                    <a:pt x="1041992" y="410504"/>
                    <a:pt x="1041689" y="410605"/>
                  </a:cubicBezTo>
                  <a:cubicBezTo>
                    <a:pt x="1041353" y="410706"/>
                    <a:pt x="1032569" y="415281"/>
                    <a:pt x="1032569" y="415281"/>
                  </a:cubicBezTo>
                  <a:lnTo>
                    <a:pt x="1011434" y="432236"/>
                  </a:lnTo>
                  <a:cubicBezTo>
                    <a:pt x="1011434" y="432236"/>
                    <a:pt x="1002313" y="439199"/>
                    <a:pt x="1001977" y="439401"/>
                  </a:cubicBezTo>
                  <a:cubicBezTo>
                    <a:pt x="1001640" y="439603"/>
                    <a:pt x="991208" y="441150"/>
                    <a:pt x="990467" y="441588"/>
                  </a:cubicBezTo>
                  <a:cubicBezTo>
                    <a:pt x="989693" y="442025"/>
                    <a:pt x="980471" y="445725"/>
                    <a:pt x="978721" y="445927"/>
                  </a:cubicBezTo>
                  <a:cubicBezTo>
                    <a:pt x="976972" y="446129"/>
                    <a:pt x="971115" y="452991"/>
                    <a:pt x="971115" y="453328"/>
                  </a:cubicBezTo>
                  <a:cubicBezTo>
                    <a:pt x="971115" y="453664"/>
                    <a:pt x="964048" y="459955"/>
                    <a:pt x="963712" y="460056"/>
                  </a:cubicBezTo>
                  <a:cubicBezTo>
                    <a:pt x="963375" y="460157"/>
                    <a:pt x="955870" y="466784"/>
                    <a:pt x="955668" y="467120"/>
                  </a:cubicBezTo>
                  <a:cubicBezTo>
                    <a:pt x="955466" y="467456"/>
                    <a:pt x="951428" y="475160"/>
                    <a:pt x="951428" y="475160"/>
                  </a:cubicBezTo>
                  <a:lnTo>
                    <a:pt x="945673" y="477885"/>
                  </a:lnTo>
                  <a:lnTo>
                    <a:pt x="942980" y="477885"/>
                  </a:lnTo>
                  <a:lnTo>
                    <a:pt x="940355" y="479836"/>
                  </a:lnTo>
                  <a:lnTo>
                    <a:pt x="939480" y="486463"/>
                  </a:lnTo>
                  <a:lnTo>
                    <a:pt x="939918" y="492753"/>
                  </a:lnTo>
                  <a:lnTo>
                    <a:pt x="940120" y="494604"/>
                  </a:lnTo>
                  <a:lnTo>
                    <a:pt x="939346" y="497766"/>
                  </a:lnTo>
                  <a:lnTo>
                    <a:pt x="937293" y="498977"/>
                  </a:lnTo>
                  <a:lnTo>
                    <a:pt x="935543" y="500289"/>
                  </a:lnTo>
                  <a:lnTo>
                    <a:pt x="930865" y="500726"/>
                  </a:lnTo>
                  <a:lnTo>
                    <a:pt x="919658" y="500928"/>
                  </a:lnTo>
                  <a:lnTo>
                    <a:pt x="913364" y="506377"/>
                  </a:lnTo>
                  <a:lnTo>
                    <a:pt x="906297" y="510179"/>
                  </a:lnTo>
                  <a:lnTo>
                    <a:pt x="902494" y="512668"/>
                  </a:lnTo>
                  <a:lnTo>
                    <a:pt x="896402" y="514451"/>
                  </a:lnTo>
                  <a:lnTo>
                    <a:pt x="890648" y="516133"/>
                  </a:lnTo>
                  <a:lnTo>
                    <a:pt x="880315" y="516133"/>
                  </a:lnTo>
                  <a:lnTo>
                    <a:pt x="857834" y="516772"/>
                  </a:lnTo>
                  <a:lnTo>
                    <a:pt x="852416" y="517108"/>
                  </a:lnTo>
                  <a:lnTo>
                    <a:pt x="847402" y="518757"/>
                  </a:lnTo>
                  <a:cubicBezTo>
                    <a:pt x="847402" y="518757"/>
                    <a:pt x="842084" y="521784"/>
                    <a:pt x="841646" y="521919"/>
                  </a:cubicBezTo>
                  <a:cubicBezTo>
                    <a:pt x="841209" y="522020"/>
                    <a:pt x="835555" y="522558"/>
                    <a:pt x="835555" y="522558"/>
                  </a:cubicBezTo>
                  <a:lnTo>
                    <a:pt x="829463" y="524509"/>
                  </a:lnTo>
                  <a:lnTo>
                    <a:pt x="824348" y="526359"/>
                  </a:lnTo>
                  <a:lnTo>
                    <a:pt x="817819" y="526696"/>
                  </a:lnTo>
                  <a:lnTo>
                    <a:pt x="813242" y="525485"/>
                  </a:lnTo>
                  <a:lnTo>
                    <a:pt x="807790" y="517108"/>
                  </a:lnTo>
                  <a:lnTo>
                    <a:pt x="803785" y="509607"/>
                  </a:lnTo>
                  <a:lnTo>
                    <a:pt x="798468" y="505368"/>
                  </a:lnTo>
                  <a:cubicBezTo>
                    <a:pt x="798468" y="505368"/>
                    <a:pt x="796516" y="503854"/>
                    <a:pt x="796078" y="503619"/>
                  </a:cubicBezTo>
                  <a:cubicBezTo>
                    <a:pt x="795641" y="503417"/>
                    <a:pt x="790963" y="500894"/>
                    <a:pt x="790963" y="500894"/>
                  </a:cubicBezTo>
                  <a:cubicBezTo>
                    <a:pt x="790963" y="500894"/>
                    <a:pt x="787967" y="498506"/>
                    <a:pt x="787429" y="498169"/>
                  </a:cubicBezTo>
                  <a:cubicBezTo>
                    <a:pt x="786890" y="497833"/>
                    <a:pt x="782044" y="494368"/>
                    <a:pt x="782044" y="494368"/>
                  </a:cubicBezTo>
                  <a:lnTo>
                    <a:pt x="782044" y="490903"/>
                  </a:lnTo>
                  <a:lnTo>
                    <a:pt x="782044" y="485689"/>
                  </a:lnTo>
                  <a:lnTo>
                    <a:pt x="782044" y="483940"/>
                  </a:lnTo>
                  <a:lnTo>
                    <a:pt x="784332" y="477952"/>
                  </a:lnTo>
                  <a:lnTo>
                    <a:pt x="785746" y="475227"/>
                  </a:lnTo>
                  <a:lnTo>
                    <a:pt x="787059" y="470787"/>
                  </a:lnTo>
                  <a:cubicBezTo>
                    <a:pt x="787059" y="470787"/>
                    <a:pt x="786823" y="466346"/>
                    <a:pt x="786823" y="466010"/>
                  </a:cubicBezTo>
                  <a:cubicBezTo>
                    <a:pt x="786823" y="465673"/>
                    <a:pt x="786621" y="461435"/>
                    <a:pt x="786621" y="461435"/>
                  </a:cubicBezTo>
                  <a:cubicBezTo>
                    <a:pt x="786621" y="461435"/>
                    <a:pt x="786285" y="456994"/>
                    <a:pt x="786285" y="456557"/>
                  </a:cubicBezTo>
                  <a:cubicBezTo>
                    <a:pt x="786285" y="456120"/>
                    <a:pt x="784568" y="449392"/>
                    <a:pt x="784332" y="449056"/>
                  </a:cubicBezTo>
                  <a:cubicBezTo>
                    <a:pt x="784131" y="448719"/>
                    <a:pt x="781169" y="444817"/>
                    <a:pt x="780765" y="444817"/>
                  </a:cubicBezTo>
                  <a:cubicBezTo>
                    <a:pt x="780328" y="444817"/>
                    <a:pt x="776323" y="443068"/>
                    <a:pt x="776323" y="443068"/>
                  </a:cubicBezTo>
                  <a:lnTo>
                    <a:pt x="772621" y="442832"/>
                  </a:lnTo>
                  <a:lnTo>
                    <a:pt x="766193" y="442496"/>
                  </a:lnTo>
                  <a:cubicBezTo>
                    <a:pt x="766193" y="442496"/>
                    <a:pt x="763366" y="441285"/>
                    <a:pt x="763265" y="440982"/>
                  </a:cubicBezTo>
                  <a:cubicBezTo>
                    <a:pt x="763164" y="440646"/>
                    <a:pt x="761616" y="437517"/>
                    <a:pt x="761616" y="437517"/>
                  </a:cubicBezTo>
                  <a:lnTo>
                    <a:pt x="760674" y="434456"/>
                  </a:lnTo>
                  <a:lnTo>
                    <a:pt x="759428" y="430756"/>
                  </a:lnTo>
                  <a:lnTo>
                    <a:pt x="759428" y="428266"/>
                  </a:lnTo>
                  <a:lnTo>
                    <a:pt x="762457" y="424364"/>
                  </a:lnTo>
                  <a:lnTo>
                    <a:pt x="763770" y="420226"/>
                  </a:lnTo>
                  <a:lnTo>
                    <a:pt x="767236" y="417502"/>
                  </a:lnTo>
                  <a:lnTo>
                    <a:pt x="770400" y="414474"/>
                  </a:lnTo>
                  <a:lnTo>
                    <a:pt x="773126" y="411446"/>
                  </a:lnTo>
                  <a:lnTo>
                    <a:pt x="773563" y="408856"/>
                  </a:lnTo>
                  <a:lnTo>
                    <a:pt x="773227" y="407208"/>
                  </a:lnTo>
                  <a:lnTo>
                    <a:pt x="771275" y="406333"/>
                  </a:lnTo>
                  <a:lnTo>
                    <a:pt x="767909" y="405257"/>
                  </a:lnTo>
                  <a:cubicBezTo>
                    <a:pt x="767909" y="405257"/>
                    <a:pt x="767135" y="404920"/>
                    <a:pt x="766731" y="404920"/>
                  </a:cubicBezTo>
                  <a:cubicBezTo>
                    <a:pt x="766294" y="404920"/>
                    <a:pt x="761077" y="405459"/>
                    <a:pt x="761077" y="405459"/>
                  </a:cubicBezTo>
                  <a:lnTo>
                    <a:pt x="758452" y="405896"/>
                  </a:lnTo>
                  <a:lnTo>
                    <a:pt x="753337" y="406871"/>
                  </a:lnTo>
                  <a:lnTo>
                    <a:pt x="749231" y="407073"/>
                  </a:lnTo>
                  <a:lnTo>
                    <a:pt x="742601" y="408385"/>
                  </a:lnTo>
                  <a:lnTo>
                    <a:pt x="739572" y="409428"/>
                  </a:lnTo>
                  <a:lnTo>
                    <a:pt x="736106" y="410034"/>
                  </a:lnTo>
                  <a:lnTo>
                    <a:pt x="732538" y="410034"/>
                  </a:lnTo>
                  <a:lnTo>
                    <a:pt x="727759" y="409933"/>
                  </a:lnTo>
                  <a:lnTo>
                    <a:pt x="722206" y="408520"/>
                  </a:lnTo>
                  <a:lnTo>
                    <a:pt x="718504" y="405492"/>
                  </a:lnTo>
                  <a:lnTo>
                    <a:pt x="714701" y="403440"/>
                  </a:lnTo>
                  <a:lnTo>
                    <a:pt x="711672" y="400076"/>
                  </a:lnTo>
                  <a:lnTo>
                    <a:pt x="704941" y="394963"/>
                  </a:lnTo>
                  <a:lnTo>
                    <a:pt x="699187" y="389749"/>
                  </a:lnTo>
                  <a:lnTo>
                    <a:pt x="695720" y="387360"/>
                  </a:lnTo>
                  <a:lnTo>
                    <a:pt x="691480" y="383391"/>
                  </a:lnTo>
                  <a:lnTo>
                    <a:pt x="686364" y="379657"/>
                  </a:lnTo>
                  <a:lnTo>
                    <a:pt x="681787" y="378782"/>
                  </a:lnTo>
                  <a:cubicBezTo>
                    <a:pt x="681787" y="378782"/>
                    <a:pt x="677446" y="377908"/>
                    <a:pt x="677008" y="377908"/>
                  </a:cubicBezTo>
                  <a:cubicBezTo>
                    <a:pt x="676571" y="377908"/>
                    <a:pt x="674282" y="376831"/>
                    <a:pt x="674282" y="376831"/>
                  </a:cubicBezTo>
                  <a:lnTo>
                    <a:pt x="673071" y="374645"/>
                  </a:lnTo>
                  <a:lnTo>
                    <a:pt x="672532" y="371718"/>
                  </a:lnTo>
                  <a:lnTo>
                    <a:pt x="672532" y="369229"/>
                  </a:lnTo>
                  <a:lnTo>
                    <a:pt x="672532" y="367479"/>
                  </a:lnTo>
                  <a:lnTo>
                    <a:pt x="670917" y="364015"/>
                  </a:lnTo>
                  <a:lnTo>
                    <a:pt x="667888" y="361424"/>
                  </a:lnTo>
                  <a:lnTo>
                    <a:pt x="664724" y="361424"/>
                  </a:lnTo>
                  <a:lnTo>
                    <a:pt x="663008" y="361424"/>
                  </a:lnTo>
                  <a:lnTo>
                    <a:pt x="661258" y="361424"/>
                  </a:lnTo>
                  <a:cubicBezTo>
                    <a:pt x="661258" y="361424"/>
                    <a:pt x="658532" y="364452"/>
                    <a:pt x="658767" y="364889"/>
                  </a:cubicBezTo>
                  <a:cubicBezTo>
                    <a:pt x="658969" y="365326"/>
                    <a:pt x="658767" y="366739"/>
                    <a:pt x="658767" y="366739"/>
                  </a:cubicBezTo>
                  <a:lnTo>
                    <a:pt x="653450" y="369027"/>
                  </a:lnTo>
                  <a:lnTo>
                    <a:pt x="649008" y="372189"/>
                  </a:lnTo>
                  <a:lnTo>
                    <a:pt x="645844" y="373501"/>
                  </a:lnTo>
                  <a:lnTo>
                    <a:pt x="641267" y="373602"/>
                  </a:lnTo>
                  <a:lnTo>
                    <a:pt x="638676" y="373602"/>
                  </a:lnTo>
                  <a:cubicBezTo>
                    <a:pt x="638676" y="373602"/>
                    <a:pt x="636084" y="374241"/>
                    <a:pt x="634772" y="374241"/>
                  </a:cubicBezTo>
                  <a:cubicBezTo>
                    <a:pt x="633459" y="374241"/>
                    <a:pt x="632719" y="374241"/>
                    <a:pt x="631070" y="373804"/>
                  </a:cubicBezTo>
                  <a:cubicBezTo>
                    <a:pt x="629454" y="373366"/>
                    <a:pt x="624103" y="370978"/>
                    <a:pt x="624103" y="370978"/>
                  </a:cubicBezTo>
                  <a:lnTo>
                    <a:pt x="622050" y="369767"/>
                  </a:lnTo>
                  <a:lnTo>
                    <a:pt x="618786" y="367917"/>
                  </a:lnTo>
                  <a:lnTo>
                    <a:pt x="613031" y="368354"/>
                  </a:lnTo>
                  <a:lnTo>
                    <a:pt x="607377" y="368354"/>
                  </a:lnTo>
                  <a:lnTo>
                    <a:pt x="604112" y="366167"/>
                  </a:lnTo>
                  <a:lnTo>
                    <a:pt x="601925" y="361391"/>
                  </a:lnTo>
                  <a:lnTo>
                    <a:pt x="601252" y="358228"/>
                  </a:lnTo>
                  <a:lnTo>
                    <a:pt x="597785" y="355235"/>
                  </a:lnTo>
                  <a:lnTo>
                    <a:pt x="595295" y="354427"/>
                  </a:lnTo>
                  <a:lnTo>
                    <a:pt x="589977" y="354427"/>
                  </a:lnTo>
                  <a:cubicBezTo>
                    <a:pt x="589977" y="354427"/>
                    <a:pt x="588025" y="353553"/>
                    <a:pt x="587487" y="353889"/>
                  </a:cubicBezTo>
                  <a:cubicBezTo>
                    <a:pt x="586949" y="354225"/>
                    <a:pt x="584121" y="355403"/>
                    <a:pt x="584121" y="355403"/>
                  </a:cubicBezTo>
                  <a:cubicBezTo>
                    <a:pt x="584121" y="355403"/>
                    <a:pt x="581193" y="357354"/>
                    <a:pt x="581093" y="357690"/>
                  </a:cubicBezTo>
                  <a:cubicBezTo>
                    <a:pt x="580992" y="358027"/>
                    <a:pt x="577828" y="360415"/>
                    <a:pt x="577391" y="360953"/>
                  </a:cubicBezTo>
                  <a:cubicBezTo>
                    <a:pt x="576953" y="361492"/>
                    <a:pt x="575102" y="363005"/>
                    <a:pt x="575102" y="363005"/>
                  </a:cubicBezTo>
                  <a:lnTo>
                    <a:pt x="572915" y="363241"/>
                  </a:lnTo>
                  <a:lnTo>
                    <a:pt x="569886" y="363779"/>
                  </a:lnTo>
                  <a:lnTo>
                    <a:pt x="567833" y="363981"/>
                  </a:lnTo>
                  <a:cubicBezTo>
                    <a:pt x="567833" y="363981"/>
                    <a:pt x="567294" y="363981"/>
                    <a:pt x="566318" y="364183"/>
                  </a:cubicBezTo>
                  <a:cubicBezTo>
                    <a:pt x="565342" y="364418"/>
                    <a:pt x="560765" y="364822"/>
                    <a:pt x="560765" y="364822"/>
                  </a:cubicBezTo>
                  <a:lnTo>
                    <a:pt x="558712" y="364822"/>
                  </a:lnTo>
                  <a:lnTo>
                    <a:pt x="552520" y="364822"/>
                  </a:lnTo>
                  <a:lnTo>
                    <a:pt x="540573" y="364822"/>
                  </a:lnTo>
                  <a:lnTo>
                    <a:pt x="536130" y="364822"/>
                  </a:lnTo>
                  <a:lnTo>
                    <a:pt x="530914" y="363745"/>
                  </a:lnTo>
                  <a:cubicBezTo>
                    <a:pt x="530914" y="363745"/>
                    <a:pt x="529063" y="362669"/>
                    <a:pt x="527312" y="362333"/>
                  </a:cubicBezTo>
                  <a:cubicBezTo>
                    <a:pt x="525563" y="361996"/>
                    <a:pt x="523712" y="361794"/>
                    <a:pt x="523308" y="361559"/>
                  </a:cubicBezTo>
                  <a:cubicBezTo>
                    <a:pt x="522870" y="361357"/>
                    <a:pt x="518293" y="358531"/>
                    <a:pt x="518293" y="358531"/>
                  </a:cubicBezTo>
                  <a:lnTo>
                    <a:pt x="514053" y="352779"/>
                  </a:lnTo>
                  <a:cubicBezTo>
                    <a:pt x="514053" y="352779"/>
                    <a:pt x="513514" y="350727"/>
                    <a:pt x="513077" y="350390"/>
                  </a:cubicBezTo>
                  <a:cubicBezTo>
                    <a:pt x="512639" y="350054"/>
                    <a:pt x="509274" y="346926"/>
                    <a:pt x="509274" y="346926"/>
                  </a:cubicBezTo>
                  <a:lnTo>
                    <a:pt x="505370" y="344302"/>
                  </a:lnTo>
                  <a:cubicBezTo>
                    <a:pt x="505370" y="344302"/>
                    <a:pt x="505101" y="342451"/>
                    <a:pt x="505101" y="342014"/>
                  </a:cubicBezTo>
                  <a:cubicBezTo>
                    <a:pt x="505101" y="341577"/>
                    <a:pt x="503956" y="339188"/>
                    <a:pt x="503956" y="338751"/>
                  </a:cubicBezTo>
                  <a:cubicBezTo>
                    <a:pt x="503956" y="338314"/>
                    <a:pt x="503956" y="332662"/>
                    <a:pt x="503956" y="332662"/>
                  </a:cubicBezTo>
                  <a:lnTo>
                    <a:pt x="501567" y="325161"/>
                  </a:lnTo>
                  <a:lnTo>
                    <a:pt x="503081" y="308644"/>
                  </a:lnTo>
                  <a:lnTo>
                    <a:pt x="500356" y="305616"/>
                  </a:lnTo>
                  <a:cubicBezTo>
                    <a:pt x="500356" y="305616"/>
                    <a:pt x="496754" y="302252"/>
                    <a:pt x="496350" y="301916"/>
                  </a:cubicBezTo>
                  <a:cubicBezTo>
                    <a:pt x="495913" y="301579"/>
                    <a:pt x="494163" y="299292"/>
                    <a:pt x="493422" y="298888"/>
                  </a:cubicBezTo>
                  <a:cubicBezTo>
                    <a:pt x="492682" y="298484"/>
                    <a:pt x="490158" y="297038"/>
                    <a:pt x="490158" y="297038"/>
                  </a:cubicBezTo>
                  <a:lnTo>
                    <a:pt x="487230" y="292598"/>
                  </a:lnTo>
                  <a:lnTo>
                    <a:pt x="483259" y="287821"/>
                  </a:lnTo>
                  <a:lnTo>
                    <a:pt x="481341" y="279579"/>
                  </a:lnTo>
                  <a:lnTo>
                    <a:pt x="481341" y="273625"/>
                  </a:lnTo>
                  <a:lnTo>
                    <a:pt x="479692" y="267200"/>
                  </a:lnTo>
                  <a:lnTo>
                    <a:pt x="478951" y="261784"/>
                  </a:lnTo>
                  <a:lnTo>
                    <a:pt x="477437" y="253845"/>
                  </a:lnTo>
                  <a:lnTo>
                    <a:pt x="472961" y="246814"/>
                  </a:lnTo>
                  <a:lnTo>
                    <a:pt x="469326" y="242340"/>
                  </a:lnTo>
                  <a:lnTo>
                    <a:pt x="463672" y="236386"/>
                  </a:lnTo>
                  <a:lnTo>
                    <a:pt x="458724" y="231306"/>
                  </a:lnTo>
                  <a:lnTo>
                    <a:pt x="451489" y="224915"/>
                  </a:lnTo>
                  <a:lnTo>
                    <a:pt x="447147" y="220272"/>
                  </a:lnTo>
                  <a:lnTo>
                    <a:pt x="441359" y="216370"/>
                  </a:lnTo>
                  <a:lnTo>
                    <a:pt x="441359" y="214486"/>
                  </a:lnTo>
                  <a:lnTo>
                    <a:pt x="439609" y="210281"/>
                  </a:lnTo>
                  <a:lnTo>
                    <a:pt x="439609" y="205807"/>
                  </a:lnTo>
                  <a:lnTo>
                    <a:pt x="440349" y="203049"/>
                  </a:lnTo>
                  <a:lnTo>
                    <a:pt x="443547" y="200593"/>
                  </a:lnTo>
                  <a:lnTo>
                    <a:pt x="444859" y="197397"/>
                  </a:lnTo>
                  <a:lnTo>
                    <a:pt x="445734" y="193933"/>
                  </a:lnTo>
                  <a:lnTo>
                    <a:pt x="445027" y="189963"/>
                  </a:lnTo>
                  <a:cubicBezTo>
                    <a:pt x="445027" y="189963"/>
                    <a:pt x="443715" y="185825"/>
                    <a:pt x="443143" y="185825"/>
                  </a:cubicBezTo>
                  <a:cubicBezTo>
                    <a:pt x="442570" y="185825"/>
                    <a:pt x="440518" y="185825"/>
                    <a:pt x="440518" y="185825"/>
                  </a:cubicBezTo>
                  <a:cubicBezTo>
                    <a:pt x="440518" y="185825"/>
                    <a:pt x="439070" y="184244"/>
                    <a:pt x="438633" y="184816"/>
                  </a:cubicBezTo>
                  <a:cubicBezTo>
                    <a:pt x="438195" y="185388"/>
                    <a:pt x="437051" y="188012"/>
                    <a:pt x="437051" y="188012"/>
                  </a:cubicBezTo>
                  <a:lnTo>
                    <a:pt x="436176" y="191342"/>
                  </a:lnTo>
                  <a:lnTo>
                    <a:pt x="436176" y="193663"/>
                  </a:lnTo>
                  <a:lnTo>
                    <a:pt x="435166" y="196287"/>
                  </a:lnTo>
                  <a:cubicBezTo>
                    <a:pt x="435166" y="196287"/>
                    <a:pt x="434157" y="197734"/>
                    <a:pt x="433854" y="198440"/>
                  </a:cubicBezTo>
                  <a:cubicBezTo>
                    <a:pt x="433551" y="199180"/>
                    <a:pt x="432407" y="200761"/>
                    <a:pt x="432407" y="200761"/>
                  </a:cubicBezTo>
                  <a:cubicBezTo>
                    <a:pt x="432407" y="200761"/>
                    <a:pt x="431834" y="201333"/>
                    <a:pt x="431263" y="201199"/>
                  </a:cubicBezTo>
                  <a:cubicBezTo>
                    <a:pt x="430690" y="201064"/>
                    <a:pt x="427796" y="200189"/>
                    <a:pt x="427796" y="200189"/>
                  </a:cubicBezTo>
                  <a:lnTo>
                    <a:pt x="426416" y="198306"/>
                  </a:lnTo>
                  <a:lnTo>
                    <a:pt x="425777" y="195413"/>
                  </a:lnTo>
                  <a:lnTo>
                    <a:pt x="425777" y="190199"/>
                  </a:lnTo>
                  <a:lnTo>
                    <a:pt x="423118" y="186868"/>
                  </a:lnTo>
                  <a:lnTo>
                    <a:pt x="420594" y="181654"/>
                  </a:lnTo>
                  <a:lnTo>
                    <a:pt x="420594" y="178021"/>
                  </a:lnTo>
                  <a:lnTo>
                    <a:pt x="422613" y="173379"/>
                  </a:lnTo>
                  <a:lnTo>
                    <a:pt x="421738" y="170486"/>
                  </a:lnTo>
                  <a:lnTo>
                    <a:pt x="418406" y="167290"/>
                  </a:lnTo>
                  <a:lnTo>
                    <a:pt x="415647" y="163825"/>
                  </a:lnTo>
                  <a:lnTo>
                    <a:pt x="411743" y="160797"/>
                  </a:lnTo>
                  <a:lnTo>
                    <a:pt x="410161" y="159048"/>
                  </a:lnTo>
                  <a:lnTo>
                    <a:pt x="410161" y="155415"/>
                  </a:lnTo>
                  <a:lnTo>
                    <a:pt x="410161" y="153666"/>
                  </a:lnTo>
                  <a:lnTo>
                    <a:pt x="405517" y="149764"/>
                  </a:lnTo>
                  <a:lnTo>
                    <a:pt x="398113" y="144852"/>
                  </a:lnTo>
                  <a:lnTo>
                    <a:pt x="394915" y="141825"/>
                  </a:lnTo>
                  <a:lnTo>
                    <a:pt x="389396" y="136913"/>
                  </a:lnTo>
                  <a:lnTo>
                    <a:pt x="384920" y="132136"/>
                  </a:lnTo>
                  <a:lnTo>
                    <a:pt x="384348" y="126788"/>
                  </a:lnTo>
                  <a:cubicBezTo>
                    <a:pt x="384348" y="126788"/>
                    <a:pt x="383910" y="122886"/>
                    <a:pt x="384348" y="122448"/>
                  </a:cubicBezTo>
                  <a:cubicBezTo>
                    <a:pt x="384785" y="122011"/>
                    <a:pt x="384920" y="120867"/>
                    <a:pt x="385660" y="120127"/>
                  </a:cubicBezTo>
                  <a:cubicBezTo>
                    <a:pt x="386401" y="119387"/>
                    <a:pt x="388286" y="116797"/>
                    <a:pt x="388286" y="116797"/>
                  </a:cubicBezTo>
                  <a:lnTo>
                    <a:pt x="389430" y="115048"/>
                  </a:lnTo>
                  <a:lnTo>
                    <a:pt x="388992" y="112726"/>
                  </a:lnTo>
                  <a:lnTo>
                    <a:pt x="387680" y="109632"/>
                  </a:lnTo>
                  <a:lnTo>
                    <a:pt x="385391" y="107647"/>
                  </a:lnTo>
                  <a:lnTo>
                    <a:pt x="379603" y="107647"/>
                  </a:lnTo>
                  <a:lnTo>
                    <a:pt x="374386" y="107647"/>
                  </a:lnTo>
                  <a:lnTo>
                    <a:pt x="372636" y="107647"/>
                  </a:lnTo>
                  <a:lnTo>
                    <a:pt x="371761" y="106638"/>
                  </a:lnTo>
                  <a:cubicBezTo>
                    <a:pt x="371761" y="106638"/>
                    <a:pt x="372064" y="104317"/>
                    <a:pt x="371761" y="103879"/>
                  </a:cubicBezTo>
                  <a:cubicBezTo>
                    <a:pt x="371458" y="103442"/>
                    <a:pt x="371761" y="101424"/>
                    <a:pt x="371761" y="101424"/>
                  </a:cubicBezTo>
                  <a:cubicBezTo>
                    <a:pt x="371761" y="101424"/>
                    <a:pt x="371761" y="99977"/>
                    <a:pt x="372771" y="99540"/>
                  </a:cubicBezTo>
                  <a:cubicBezTo>
                    <a:pt x="373780" y="99102"/>
                    <a:pt x="374790" y="97656"/>
                    <a:pt x="374790" y="97656"/>
                  </a:cubicBezTo>
                  <a:lnTo>
                    <a:pt x="375968" y="94628"/>
                  </a:lnTo>
                  <a:lnTo>
                    <a:pt x="376237" y="92173"/>
                  </a:lnTo>
                  <a:lnTo>
                    <a:pt x="376809" y="88102"/>
                  </a:lnTo>
                  <a:lnTo>
                    <a:pt x="374925" y="84906"/>
                  </a:lnTo>
                  <a:lnTo>
                    <a:pt x="371627" y="83023"/>
                  </a:lnTo>
                  <a:lnTo>
                    <a:pt x="368564" y="82283"/>
                  </a:lnTo>
                  <a:lnTo>
                    <a:pt x="361901" y="77640"/>
                  </a:lnTo>
                  <a:lnTo>
                    <a:pt x="357256" y="73166"/>
                  </a:lnTo>
                  <a:lnTo>
                    <a:pt x="354934" y="70912"/>
                  </a:lnTo>
                  <a:lnTo>
                    <a:pt x="352477" y="69399"/>
                  </a:lnTo>
                  <a:lnTo>
                    <a:pt x="350020" y="69399"/>
                  </a:lnTo>
                  <a:lnTo>
                    <a:pt x="346689" y="68019"/>
                  </a:lnTo>
                  <a:lnTo>
                    <a:pt x="341338" y="67649"/>
                  </a:lnTo>
                  <a:lnTo>
                    <a:pt x="341338" y="67649"/>
                  </a:lnTo>
                  <a:lnTo>
                    <a:pt x="339890" y="64319"/>
                  </a:lnTo>
                  <a:lnTo>
                    <a:pt x="340765" y="62301"/>
                  </a:lnTo>
                  <a:lnTo>
                    <a:pt x="342515" y="60417"/>
                  </a:lnTo>
                  <a:cubicBezTo>
                    <a:pt x="342515" y="60417"/>
                    <a:pt x="343962" y="59105"/>
                    <a:pt x="344400" y="58836"/>
                  </a:cubicBezTo>
                  <a:cubicBezTo>
                    <a:pt x="344837" y="58533"/>
                    <a:pt x="346857" y="57389"/>
                    <a:pt x="346857" y="57389"/>
                  </a:cubicBezTo>
                  <a:lnTo>
                    <a:pt x="347429" y="54496"/>
                  </a:lnTo>
                  <a:lnTo>
                    <a:pt x="345410" y="52915"/>
                  </a:lnTo>
                  <a:lnTo>
                    <a:pt x="342953" y="52209"/>
                  </a:lnTo>
                  <a:lnTo>
                    <a:pt x="339924" y="50628"/>
                  </a:lnTo>
                  <a:lnTo>
                    <a:pt x="338914" y="48878"/>
                  </a:lnTo>
                  <a:lnTo>
                    <a:pt x="336323" y="46692"/>
                  </a:lnTo>
                  <a:lnTo>
                    <a:pt x="334304" y="45380"/>
                  </a:lnTo>
                  <a:cubicBezTo>
                    <a:pt x="334304" y="45380"/>
                    <a:pt x="331982" y="44001"/>
                    <a:pt x="331409" y="44001"/>
                  </a:cubicBezTo>
                  <a:cubicBezTo>
                    <a:pt x="330837" y="44001"/>
                    <a:pt x="328078" y="43361"/>
                    <a:pt x="328078" y="43361"/>
                  </a:cubicBezTo>
                  <a:lnTo>
                    <a:pt x="325756" y="43361"/>
                  </a:lnTo>
                  <a:lnTo>
                    <a:pt x="318217" y="42352"/>
                  </a:lnTo>
                  <a:lnTo>
                    <a:pt x="311856" y="41343"/>
                  </a:lnTo>
                  <a:lnTo>
                    <a:pt x="309534" y="37710"/>
                  </a:lnTo>
                  <a:lnTo>
                    <a:pt x="308524" y="31924"/>
                  </a:lnTo>
                  <a:lnTo>
                    <a:pt x="304620" y="27854"/>
                  </a:lnTo>
                  <a:lnTo>
                    <a:pt x="300144" y="25768"/>
                  </a:lnTo>
                  <a:lnTo>
                    <a:pt x="294625" y="24254"/>
                  </a:lnTo>
                  <a:lnTo>
                    <a:pt x="290990" y="24254"/>
                  </a:lnTo>
                  <a:cubicBezTo>
                    <a:pt x="290990" y="24254"/>
                    <a:pt x="288231" y="23750"/>
                    <a:pt x="287793" y="23615"/>
                  </a:cubicBezTo>
                  <a:cubicBezTo>
                    <a:pt x="287356" y="23480"/>
                    <a:pt x="280254" y="20789"/>
                    <a:pt x="280254" y="20789"/>
                  </a:cubicBezTo>
                  <a:lnTo>
                    <a:pt x="277057" y="20789"/>
                  </a:lnTo>
                  <a:lnTo>
                    <a:pt x="275038" y="19040"/>
                  </a:lnTo>
                  <a:lnTo>
                    <a:pt x="272144" y="18031"/>
                  </a:lnTo>
                  <a:lnTo>
                    <a:pt x="267937" y="16450"/>
                  </a:lnTo>
                  <a:lnTo>
                    <a:pt x="265177" y="18199"/>
                  </a:lnTo>
                  <a:lnTo>
                    <a:pt x="261105" y="19343"/>
                  </a:lnTo>
                  <a:lnTo>
                    <a:pt x="257201" y="22673"/>
                  </a:lnTo>
                  <a:lnTo>
                    <a:pt x="254610" y="24422"/>
                  </a:lnTo>
                  <a:lnTo>
                    <a:pt x="251715" y="25734"/>
                  </a:lnTo>
                  <a:lnTo>
                    <a:pt x="249258" y="26744"/>
                  </a:lnTo>
                  <a:lnTo>
                    <a:pt x="243907" y="27484"/>
                  </a:lnTo>
                  <a:lnTo>
                    <a:pt x="241720" y="26744"/>
                  </a:lnTo>
                  <a:lnTo>
                    <a:pt x="236806" y="24422"/>
                  </a:lnTo>
                  <a:lnTo>
                    <a:pt x="233475" y="23110"/>
                  </a:lnTo>
                  <a:lnTo>
                    <a:pt x="230883" y="22976"/>
                  </a:lnTo>
                  <a:lnTo>
                    <a:pt x="225364" y="22673"/>
                  </a:lnTo>
                  <a:cubicBezTo>
                    <a:pt x="225364" y="22673"/>
                    <a:pt x="222907" y="23682"/>
                    <a:pt x="221897" y="24120"/>
                  </a:cubicBezTo>
                  <a:cubicBezTo>
                    <a:pt x="220888" y="24557"/>
                    <a:pt x="217690" y="23985"/>
                    <a:pt x="217690" y="23985"/>
                  </a:cubicBezTo>
                  <a:lnTo>
                    <a:pt x="215066" y="19780"/>
                  </a:lnTo>
                  <a:lnTo>
                    <a:pt x="213315" y="14431"/>
                  </a:lnTo>
                  <a:cubicBezTo>
                    <a:pt x="213315" y="14431"/>
                    <a:pt x="210859" y="13187"/>
                    <a:pt x="210556" y="12615"/>
                  </a:cubicBezTo>
                  <a:cubicBezTo>
                    <a:pt x="210253" y="12043"/>
                    <a:pt x="207224" y="10361"/>
                    <a:pt x="207224" y="10361"/>
                  </a:cubicBezTo>
                  <a:lnTo>
                    <a:pt x="202310" y="10361"/>
                  </a:lnTo>
                  <a:lnTo>
                    <a:pt x="197834" y="9789"/>
                  </a:lnTo>
                  <a:lnTo>
                    <a:pt x="187267" y="8645"/>
                  </a:lnTo>
                  <a:lnTo>
                    <a:pt x="184944" y="8645"/>
                  </a:lnTo>
                  <a:lnTo>
                    <a:pt x="177272" y="7064"/>
                  </a:lnTo>
                  <a:lnTo>
                    <a:pt x="174814" y="4037"/>
                  </a:lnTo>
                  <a:lnTo>
                    <a:pt x="172930" y="1716"/>
                  </a:lnTo>
                  <a:lnTo>
                    <a:pt x="170036" y="572"/>
                  </a:lnTo>
                  <a:cubicBezTo>
                    <a:pt x="170036" y="572"/>
                    <a:pt x="166132" y="0"/>
                    <a:pt x="164684" y="0"/>
                  </a:cubicBezTo>
                  <a:cubicBezTo>
                    <a:pt x="163237" y="0"/>
                    <a:pt x="158896" y="0"/>
                    <a:pt x="158896" y="0"/>
                  </a:cubicBezTo>
                  <a:lnTo>
                    <a:pt x="145434" y="0"/>
                  </a:lnTo>
                  <a:lnTo>
                    <a:pt x="141530" y="0"/>
                  </a:lnTo>
                  <a:lnTo>
                    <a:pt x="136314" y="0"/>
                  </a:lnTo>
                  <a:lnTo>
                    <a:pt x="129347" y="0"/>
                  </a:lnTo>
                  <a:lnTo>
                    <a:pt x="118174" y="1009"/>
                  </a:lnTo>
                  <a:lnTo>
                    <a:pt x="115280" y="3633"/>
                  </a:lnTo>
                  <a:lnTo>
                    <a:pt x="110501" y="7535"/>
                  </a:lnTo>
                  <a:lnTo>
                    <a:pt x="103265" y="10294"/>
                  </a:lnTo>
                  <a:cubicBezTo>
                    <a:pt x="103265" y="10294"/>
                    <a:pt x="99058" y="12749"/>
                    <a:pt x="98620" y="12884"/>
                  </a:cubicBezTo>
                  <a:cubicBezTo>
                    <a:pt x="98183" y="13019"/>
                    <a:pt x="89770" y="12009"/>
                    <a:pt x="89770" y="12009"/>
                  </a:cubicBezTo>
                  <a:lnTo>
                    <a:pt x="82534" y="9823"/>
                  </a:lnTo>
                  <a:lnTo>
                    <a:pt x="76880" y="9957"/>
                  </a:lnTo>
                  <a:lnTo>
                    <a:pt x="71798" y="10832"/>
                  </a:lnTo>
                  <a:lnTo>
                    <a:pt x="70485" y="12850"/>
                  </a:lnTo>
                  <a:lnTo>
                    <a:pt x="69476" y="13994"/>
                  </a:lnTo>
                  <a:lnTo>
                    <a:pt x="66447" y="15003"/>
                  </a:lnTo>
                  <a:lnTo>
                    <a:pt x="62408" y="16753"/>
                  </a:lnTo>
                  <a:lnTo>
                    <a:pt x="55004" y="16887"/>
                  </a:lnTo>
                  <a:lnTo>
                    <a:pt x="51235" y="17459"/>
                  </a:lnTo>
                  <a:lnTo>
                    <a:pt x="50225" y="18905"/>
                  </a:lnTo>
                  <a:cubicBezTo>
                    <a:pt x="50225" y="18905"/>
                    <a:pt x="46893" y="20487"/>
                    <a:pt x="46456" y="20789"/>
                  </a:cubicBezTo>
                  <a:cubicBezTo>
                    <a:pt x="46019" y="21092"/>
                    <a:pt x="44706" y="22539"/>
                    <a:pt x="44706" y="22539"/>
                  </a:cubicBezTo>
                  <a:lnTo>
                    <a:pt x="41677" y="23548"/>
                  </a:lnTo>
                  <a:lnTo>
                    <a:pt x="36764" y="23413"/>
                  </a:lnTo>
                  <a:cubicBezTo>
                    <a:pt x="36764" y="23413"/>
                    <a:pt x="35014" y="21967"/>
                    <a:pt x="34441" y="21967"/>
                  </a:cubicBezTo>
                  <a:cubicBezTo>
                    <a:pt x="33869" y="21967"/>
                    <a:pt x="29797" y="19948"/>
                    <a:pt x="29797" y="19948"/>
                  </a:cubicBezTo>
                  <a:cubicBezTo>
                    <a:pt x="29797" y="19948"/>
                    <a:pt x="29359" y="19376"/>
                    <a:pt x="27643" y="20957"/>
                  </a:cubicBezTo>
                  <a:cubicBezTo>
                    <a:pt x="25893" y="22539"/>
                    <a:pt x="22258" y="26744"/>
                    <a:pt x="22258" y="26744"/>
                  </a:cubicBezTo>
                  <a:cubicBezTo>
                    <a:pt x="22258" y="26744"/>
                    <a:pt x="20946" y="27181"/>
                    <a:pt x="20677" y="28055"/>
                  </a:cubicBezTo>
                  <a:cubicBezTo>
                    <a:pt x="20373" y="28930"/>
                    <a:pt x="18220" y="30242"/>
                    <a:pt x="17782" y="30511"/>
                  </a:cubicBezTo>
                  <a:cubicBezTo>
                    <a:pt x="17345" y="30814"/>
                    <a:pt x="14585" y="32832"/>
                    <a:pt x="14585" y="32832"/>
                  </a:cubicBezTo>
                  <a:lnTo>
                    <a:pt x="13710" y="34716"/>
                  </a:lnTo>
                  <a:lnTo>
                    <a:pt x="13710" y="39056"/>
                  </a:lnTo>
                  <a:lnTo>
                    <a:pt x="17412" y="43092"/>
                  </a:lnTo>
                  <a:lnTo>
                    <a:pt x="23167" y="47768"/>
                  </a:lnTo>
                  <a:lnTo>
                    <a:pt x="26869" y="52781"/>
                  </a:lnTo>
                  <a:lnTo>
                    <a:pt x="31446" y="56582"/>
                  </a:lnTo>
                  <a:lnTo>
                    <a:pt x="35249" y="60383"/>
                  </a:lnTo>
                  <a:lnTo>
                    <a:pt x="36124" y="62334"/>
                  </a:lnTo>
                  <a:lnTo>
                    <a:pt x="37975" y="64824"/>
                  </a:lnTo>
                  <a:lnTo>
                    <a:pt x="37672" y="67010"/>
                  </a:lnTo>
                  <a:lnTo>
                    <a:pt x="34408" y="69399"/>
                  </a:lnTo>
                  <a:lnTo>
                    <a:pt x="30403" y="71148"/>
                  </a:lnTo>
                  <a:cubicBezTo>
                    <a:pt x="30403" y="71148"/>
                    <a:pt x="29090" y="71585"/>
                    <a:pt x="28653" y="72022"/>
                  </a:cubicBezTo>
                  <a:cubicBezTo>
                    <a:pt x="28215" y="72460"/>
                    <a:pt x="26802" y="73637"/>
                    <a:pt x="26802" y="73637"/>
                  </a:cubicBezTo>
                  <a:lnTo>
                    <a:pt x="27576" y="78515"/>
                  </a:lnTo>
                  <a:lnTo>
                    <a:pt x="28451" y="79591"/>
                  </a:lnTo>
                  <a:lnTo>
                    <a:pt x="28114" y="82854"/>
                  </a:lnTo>
                  <a:lnTo>
                    <a:pt x="26903" y="85882"/>
                  </a:lnTo>
                  <a:cubicBezTo>
                    <a:pt x="26903" y="85882"/>
                    <a:pt x="25927" y="87833"/>
                    <a:pt x="25691" y="88169"/>
                  </a:cubicBezTo>
                  <a:cubicBezTo>
                    <a:pt x="25489" y="88506"/>
                    <a:pt x="24715" y="90356"/>
                    <a:pt x="24278" y="90793"/>
                  </a:cubicBezTo>
                  <a:cubicBezTo>
                    <a:pt x="23840" y="91231"/>
                    <a:pt x="21013" y="93384"/>
                    <a:pt x="21013" y="93384"/>
                  </a:cubicBezTo>
                  <a:lnTo>
                    <a:pt x="19936" y="96008"/>
                  </a:lnTo>
                  <a:lnTo>
                    <a:pt x="18422" y="98060"/>
                  </a:lnTo>
                  <a:lnTo>
                    <a:pt x="14383" y="101087"/>
                  </a:lnTo>
                  <a:lnTo>
                    <a:pt x="9941" y="102735"/>
                  </a:lnTo>
                  <a:lnTo>
                    <a:pt x="8426" y="105326"/>
                  </a:lnTo>
                  <a:lnTo>
                    <a:pt x="10614" y="106402"/>
                  </a:lnTo>
                  <a:lnTo>
                    <a:pt x="11253" y="108151"/>
                  </a:lnTo>
                  <a:lnTo>
                    <a:pt x="10614" y="109228"/>
                  </a:lnTo>
                  <a:cubicBezTo>
                    <a:pt x="10614" y="109228"/>
                    <a:pt x="7147" y="112827"/>
                    <a:pt x="7013" y="113466"/>
                  </a:cubicBezTo>
                  <a:cubicBezTo>
                    <a:pt x="6912" y="114106"/>
                    <a:pt x="5061" y="114678"/>
                    <a:pt x="4623" y="114980"/>
                  </a:cubicBezTo>
                  <a:cubicBezTo>
                    <a:pt x="4186" y="115317"/>
                    <a:pt x="1258" y="116494"/>
                    <a:pt x="1258" y="116494"/>
                  </a:cubicBezTo>
                  <a:cubicBezTo>
                    <a:pt x="1258" y="116494"/>
                    <a:pt x="1493" y="117571"/>
                    <a:pt x="1258" y="117907"/>
                  </a:cubicBezTo>
                  <a:cubicBezTo>
                    <a:pt x="1056" y="118243"/>
                    <a:pt x="80" y="123659"/>
                    <a:pt x="80" y="123659"/>
                  </a:cubicBezTo>
                  <a:cubicBezTo>
                    <a:pt x="80" y="123659"/>
                    <a:pt x="-459" y="124433"/>
                    <a:pt x="1258" y="124433"/>
                  </a:cubicBezTo>
                  <a:cubicBezTo>
                    <a:pt x="3008" y="124433"/>
                    <a:pt x="6037" y="122583"/>
                    <a:pt x="6710" y="122381"/>
                  </a:cubicBezTo>
                  <a:cubicBezTo>
                    <a:pt x="7349" y="122179"/>
                    <a:pt x="7686" y="121944"/>
                    <a:pt x="8999" y="121944"/>
                  </a:cubicBezTo>
                  <a:cubicBezTo>
                    <a:pt x="10311" y="121944"/>
                    <a:pt x="11724" y="121607"/>
                    <a:pt x="12162" y="121742"/>
                  </a:cubicBezTo>
                  <a:cubicBezTo>
                    <a:pt x="12599" y="121843"/>
                    <a:pt x="15090" y="124568"/>
                    <a:pt x="15090" y="124568"/>
                  </a:cubicBezTo>
                  <a:lnTo>
                    <a:pt x="16604" y="126956"/>
                  </a:lnTo>
                  <a:lnTo>
                    <a:pt x="18455" y="127730"/>
                  </a:lnTo>
                  <a:lnTo>
                    <a:pt x="22797" y="130993"/>
                  </a:lnTo>
                  <a:lnTo>
                    <a:pt x="28552" y="130454"/>
                  </a:lnTo>
                  <a:lnTo>
                    <a:pt x="30302" y="129143"/>
                  </a:lnTo>
                  <a:cubicBezTo>
                    <a:pt x="30302" y="129143"/>
                    <a:pt x="33365" y="128268"/>
                    <a:pt x="33667" y="128268"/>
                  </a:cubicBezTo>
                  <a:cubicBezTo>
                    <a:pt x="34004" y="128268"/>
                    <a:pt x="37033" y="127831"/>
                    <a:pt x="38009" y="128032"/>
                  </a:cubicBezTo>
                  <a:cubicBezTo>
                    <a:pt x="38985" y="128268"/>
                    <a:pt x="40937" y="129681"/>
                    <a:pt x="40937" y="129681"/>
                  </a:cubicBezTo>
                  <a:lnTo>
                    <a:pt x="41374" y="133045"/>
                  </a:lnTo>
                  <a:lnTo>
                    <a:pt x="41475" y="135770"/>
                  </a:lnTo>
                  <a:lnTo>
                    <a:pt x="42249" y="137822"/>
                  </a:lnTo>
                  <a:lnTo>
                    <a:pt x="44302" y="140647"/>
                  </a:lnTo>
                  <a:lnTo>
                    <a:pt x="46153" y="141858"/>
                  </a:lnTo>
                  <a:lnTo>
                    <a:pt x="48004" y="143709"/>
                  </a:lnTo>
                  <a:cubicBezTo>
                    <a:pt x="48004" y="143709"/>
                    <a:pt x="50292" y="144785"/>
                    <a:pt x="50629" y="144785"/>
                  </a:cubicBezTo>
                  <a:cubicBezTo>
                    <a:pt x="50966" y="144785"/>
                    <a:pt x="53120" y="144449"/>
                    <a:pt x="53120" y="144449"/>
                  </a:cubicBezTo>
                  <a:lnTo>
                    <a:pt x="56283" y="144112"/>
                  </a:lnTo>
                  <a:cubicBezTo>
                    <a:pt x="56283" y="144112"/>
                    <a:pt x="57158" y="144011"/>
                    <a:pt x="57697" y="143473"/>
                  </a:cubicBezTo>
                  <a:cubicBezTo>
                    <a:pt x="58235" y="142935"/>
                    <a:pt x="60423" y="141825"/>
                    <a:pt x="60423" y="141522"/>
                  </a:cubicBezTo>
                  <a:cubicBezTo>
                    <a:pt x="60423" y="141186"/>
                    <a:pt x="61298" y="139907"/>
                    <a:pt x="61298" y="139907"/>
                  </a:cubicBezTo>
                  <a:lnTo>
                    <a:pt x="58908" y="135568"/>
                  </a:lnTo>
                  <a:cubicBezTo>
                    <a:pt x="58908" y="135568"/>
                    <a:pt x="60557" y="134592"/>
                    <a:pt x="60995" y="134592"/>
                  </a:cubicBezTo>
                  <a:cubicBezTo>
                    <a:pt x="61432" y="134592"/>
                    <a:pt x="62610" y="134155"/>
                    <a:pt x="63048" y="134155"/>
                  </a:cubicBezTo>
                  <a:cubicBezTo>
                    <a:pt x="63485" y="134155"/>
                    <a:pt x="64461" y="132977"/>
                    <a:pt x="64461" y="132977"/>
                  </a:cubicBezTo>
                  <a:cubicBezTo>
                    <a:pt x="64461" y="132977"/>
                    <a:pt x="65202" y="131026"/>
                    <a:pt x="65538" y="130253"/>
                  </a:cubicBezTo>
                  <a:cubicBezTo>
                    <a:pt x="65875" y="129479"/>
                    <a:pt x="66514" y="126653"/>
                    <a:pt x="66514" y="126653"/>
                  </a:cubicBezTo>
                  <a:lnTo>
                    <a:pt x="67153" y="125139"/>
                  </a:lnTo>
                  <a:cubicBezTo>
                    <a:pt x="67153" y="125139"/>
                    <a:pt x="68365" y="122852"/>
                    <a:pt x="68567" y="122415"/>
                  </a:cubicBezTo>
                  <a:cubicBezTo>
                    <a:pt x="68802" y="121977"/>
                    <a:pt x="69206" y="119824"/>
                    <a:pt x="69543" y="119589"/>
                  </a:cubicBezTo>
                  <a:cubicBezTo>
                    <a:pt x="69880" y="119353"/>
                    <a:pt x="70855" y="116326"/>
                    <a:pt x="70855" y="116326"/>
                  </a:cubicBezTo>
                  <a:lnTo>
                    <a:pt x="72909" y="115989"/>
                  </a:lnTo>
                  <a:cubicBezTo>
                    <a:pt x="72909" y="115989"/>
                    <a:pt x="73144" y="115889"/>
                    <a:pt x="73985" y="116528"/>
                  </a:cubicBezTo>
                  <a:cubicBezTo>
                    <a:pt x="74860" y="117167"/>
                    <a:pt x="76038" y="118378"/>
                    <a:pt x="76375" y="118714"/>
                  </a:cubicBezTo>
                  <a:cubicBezTo>
                    <a:pt x="76712" y="119051"/>
                    <a:pt x="77889" y="120363"/>
                    <a:pt x="79101" y="120665"/>
                  </a:cubicBezTo>
                  <a:cubicBezTo>
                    <a:pt x="80312" y="121002"/>
                    <a:pt x="81490" y="121305"/>
                    <a:pt x="81827" y="121439"/>
                  </a:cubicBezTo>
                  <a:cubicBezTo>
                    <a:pt x="82164" y="121540"/>
                    <a:pt x="83039" y="121977"/>
                    <a:pt x="83476" y="122650"/>
                  </a:cubicBezTo>
                  <a:cubicBezTo>
                    <a:pt x="83913" y="123289"/>
                    <a:pt x="84115" y="123962"/>
                    <a:pt x="84553" y="124938"/>
                  </a:cubicBezTo>
                  <a:cubicBezTo>
                    <a:pt x="84991" y="125913"/>
                    <a:pt x="84889" y="126149"/>
                    <a:pt x="85630" y="127124"/>
                  </a:cubicBezTo>
                  <a:cubicBezTo>
                    <a:pt x="86404" y="128100"/>
                    <a:pt x="87380" y="129075"/>
                    <a:pt x="87683" y="129614"/>
                  </a:cubicBezTo>
                  <a:cubicBezTo>
                    <a:pt x="88020" y="130152"/>
                    <a:pt x="88221" y="129950"/>
                    <a:pt x="88659" y="130825"/>
                  </a:cubicBezTo>
                  <a:cubicBezTo>
                    <a:pt x="89096" y="131699"/>
                    <a:pt x="89870" y="133112"/>
                    <a:pt x="89870" y="133112"/>
                  </a:cubicBezTo>
                  <a:cubicBezTo>
                    <a:pt x="89870" y="133112"/>
                    <a:pt x="90644" y="133314"/>
                    <a:pt x="90846" y="134424"/>
                  </a:cubicBezTo>
                  <a:cubicBezTo>
                    <a:pt x="91048" y="135500"/>
                    <a:pt x="91587" y="135837"/>
                    <a:pt x="91587" y="136476"/>
                  </a:cubicBezTo>
                  <a:cubicBezTo>
                    <a:pt x="91587" y="137115"/>
                    <a:pt x="91250" y="137687"/>
                    <a:pt x="91688" y="138326"/>
                  </a:cubicBezTo>
                  <a:cubicBezTo>
                    <a:pt x="92125" y="138965"/>
                    <a:pt x="93202" y="140075"/>
                    <a:pt x="93640" y="140277"/>
                  </a:cubicBezTo>
                  <a:cubicBezTo>
                    <a:pt x="94077" y="140479"/>
                    <a:pt x="95390" y="139739"/>
                    <a:pt x="96029" y="140176"/>
                  </a:cubicBezTo>
                  <a:cubicBezTo>
                    <a:pt x="96669" y="140614"/>
                    <a:pt x="97342" y="140816"/>
                    <a:pt x="98957" y="140715"/>
                  </a:cubicBezTo>
                  <a:cubicBezTo>
                    <a:pt x="100573" y="140614"/>
                    <a:pt x="102760" y="138965"/>
                    <a:pt x="103198" y="138663"/>
                  </a:cubicBezTo>
                  <a:cubicBezTo>
                    <a:pt x="103635" y="138326"/>
                    <a:pt x="104611" y="136274"/>
                    <a:pt x="104947" y="136375"/>
                  </a:cubicBezTo>
                  <a:cubicBezTo>
                    <a:pt x="105284" y="136476"/>
                    <a:pt x="105722" y="136476"/>
                    <a:pt x="107236" y="136711"/>
                  </a:cubicBezTo>
                  <a:cubicBezTo>
                    <a:pt x="108750" y="136913"/>
                    <a:pt x="109727" y="136375"/>
                    <a:pt x="111578" y="136913"/>
                  </a:cubicBezTo>
                  <a:cubicBezTo>
                    <a:pt x="113428" y="137452"/>
                    <a:pt x="116457" y="137788"/>
                    <a:pt x="116996" y="138427"/>
                  </a:cubicBezTo>
                  <a:cubicBezTo>
                    <a:pt x="117535" y="139066"/>
                    <a:pt x="119049" y="139403"/>
                    <a:pt x="119486" y="139941"/>
                  </a:cubicBezTo>
                  <a:cubicBezTo>
                    <a:pt x="119924" y="140479"/>
                    <a:pt x="120260" y="140715"/>
                    <a:pt x="120260" y="141152"/>
                  </a:cubicBezTo>
                  <a:cubicBezTo>
                    <a:pt x="120260" y="141589"/>
                    <a:pt x="120260" y="142027"/>
                    <a:pt x="119924" y="142228"/>
                  </a:cubicBezTo>
                  <a:cubicBezTo>
                    <a:pt x="119588" y="142430"/>
                    <a:pt x="116660" y="143843"/>
                    <a:pt x="116660" y="143843"/>
                  </a:cubicBezTo>
                  <a:lnTo>
                    <a:pt x="114909" y="145693"/>
                  </a:lnTo>
                  <a:lnTo>
                    <a:pt x="111443" y="147543"/>
                  </a:lnTo>
                  <a:lnTo>
                    <a:pt x="110366" y="150806"/>
                  </a:lnTo>
                  <a:lnTo>
                    <a:pt x="110568" y="154507"/>
                  </a:lnTo>
                  <a:lnTo>
                    <a:pt x="111645" y="155045"/>
                  </a:lnTo>
                  <a:lnTo>
                    <a:pt x="114573" y="159284"/>
                  </a:lnTo>
                  <a:cubicBezTo>
                    <a:pt x="114573" y="159284"/>
                    <a:pt x="115785" y="161134"/>
                    <a:pt x="115986" y="161773"/>
                  </a:cubicBezTo>
                  <a:cubicBezTo>
                    <a:pt x="116222" y="162412"/>
                    <a:pt x="116760" y="164397"/>
                    <a:pt x="116962" y="165036"/>
                  </a:cubicBezTo>
                  <a:cubicBezTo>
                    <a:pt x="117198" y="165675"/>
                    <a:pt x="117299" y="167424"/>
                    <a:pt x="117501" y="168299"/>
                  </a:cubicBezTo>
                  <a:cubicBezTo>
                    <a:pt x="117703" y="169174"/>
                    <a:pt x="117837" y="171764"/>
                    <a:pt x="117837" y="171764"/>
                  </a:cubicBezTo>
                  <a:lnTo>
                    <a:pt x="119688" y="174590"/>
                  </a:lnTo>
                  <a:lnTo>
                    <a:pt x="122515" y="177954"/>
                  </a:lnTo>
                  <a:lnTo>
                    <a:pt x="123929" y="180981"/>
                  </a:lnTo>
                  <a:lnTo>
                    <a:pt x="123592" y="183269"/>
                  </a:lnTo>
                  <a:lnTo>
                    <a:pt x="123929" y="187709"/>
                  </a:lnTo>
                  <a:lnTo>
                    <a:pt x="126318" y="190871"/>
                  </a:lnTo>
                  <a:cubicBezTo>
                    <a:pt x="126318" y="190871"/>
                    <a:pt x="129482" y="193798"/>
                    <a:pt x="129818" y="193798"/>
                  </a:cubicBezTo>
                  <a:cubicBezTo>
                    <a:pt x="130155" y="193798"/>
                    <a:pt x="132309" y="195749"/>
                    <a:pt x="132309" y="195749"/>
                  </a:cubicBezTo>
                  <a:lnTo>
                    <a:pt x="132208" y="198339"/>
                  </a:lnTo>
                  <a:cubicBezTo>
                    <a:pt x="132208" y="198339"/>
                    <a:pt x="136112" y="203553"/>
                    <a:pt x="136549" y="203789"/>
                  </a:cubicBezTo>
                  <a:cubicBezTo>
                    <a:pt x="136987" y="203991"/>
                    <a:pt x="139578" y="206278"/>
                    <a:pt x="139578" y="206278"/>
                  </a:cubicBezTo>
                  <a:lnTo>
                    <a:pt x="140083" y="216168"/>
                  </a:lnTo>
                  <a:cubicBezTo>
                    <a:pt x="140083" y="216168"/>
                    <a:pt x="138939" y="220844"/>
                    <a:pt x="138939" y="221181"/>
                  </a:cubicBezTo>
                  <a:cubicBezTo>
                    <a:pt x="138939" y="221517"/>
                    <a:pt x="138939" y="226832"/>
                    <a:pt x="138939" y="226832"/>
                  </a:cubicBezTo>
                  <a:cubicBezTo>
                    <a:pt x="138939" y="226832"/>
                    <a:pt x="138737" y="228245"/>
                    <a:pt x="139376" y="228447"/>
                  </a:cubicBezTo>
                  <a:cubicBezTo>
                    <a:pt x="140049" y="228649"/>
                    <a:pt x="144795" y="229658"/>
                    <a:pt x="145232" y="229658"/>
                  </a:cubicBezTo>
                  <a:cubicBezTo>
                    <a:pt x="145670" y="229658"/>
                    <a:pt x="145569" y="229456"/>
                    <a:pt x="146444" y="229658"/>
                  </a:cubicBezTo>
                  <a:cubicBezTo>
                    <a:pt x="147319" y="229860"/>
                    <a:pt x="149170" y="233022"/>
                    <a:pt x="149170" y="233022"/>
                  </a:cubicBezTo>
                  <a:cubicBezTo>
                    <a:pt x="149170" y="233022"/>
                    <a:pt x="148295" y="234435"/>
                    <a:pt x="149170" y="234872"/>
                  </a:cubicBezTo>
                  <a:cubicBezTo>
                    <a:pt x="150045" y="235309"/>
                    <a:pt x="154723" y="234435"/>
                    <a:pt x="154723" y="234435"/>
                  </a:cubicBezTo>
                  <a:cubicBezTo>
                    <a:pt x="154723" y="234435"/>
                    <a:pt x="153747" y="239447"/>
                    <a:pt x="154723" y="239312"/>
                  </a:cubicBezTo>
                  <a:cubicBezTo>
                    <a:pt x="155699" y="239211"/>
                    <a:pt x="160814" y="236588"/>
                    <a:pt x="160814" y="236588"/>
                  </a:cubicBezTo>
                  <a:lnTo>
                    <a:pt x="164617" y="236218"/>
                  </a:lnTo>
                  <a:lnTo>
                    <a:pt x="168959" y="240120"/>
                  </a:lnTo>
                  <a:lnTo>
                    <a:pt x="171146" y="243585"/>
                  </a:lnTo>
                  <a:cubicBezTo>
                    <a:pt x="171146" y="243585"/>
                    <a:pt x="177507" y="238370"/>
                    <a:pt x="177675" y="237933"/>
                  </a:cubicBezTo>
                  <a:cubicBezTo>
                    <a:pt x="177810" y="237496"/>
                    <a:pt x="178988" y="235175"/>
                    <a:pt x="178988" y="235175"/>
                  </a:cubicBezTo>
                  <a:lnTo>
                    <a:pt x="184473" y="231710"/>
                  </a:lnTo>
                  <a:lnTo>
                    <a:pt x="187671" y="227942"/>
                  </a:lnTo>
                  <a:lnTo>
                    <a:pt x="188983" y="224612"/>
                  </a:lnTo>
                  <a:lnTo>
                    <a:pt x="193493" y="222728"/>
                  </a:lnTo>
                  <a:cubicBezTo>
                    <a:pt x="193493" y="222728"/>
                    <a:pt x="193190" y="219835"/>
                    <a:pt x="192753" y="219532"/>
                  </a:cubicBezTo>
                  <a:cubicBezTo>
                    <a:pt x="192315" y="219229"/>
                    <a:pt x="192315" y="215058"/>
                    <a:pt x="192315" y="215058"/>
                  </a:cubicBezTo>
                  <a:cubicBezTo>
                    <a:pt x="192315" y="215058"/>
                    <a:pt x="193897" y="214049"/>
                    <a:pt x="194637" y="214318"/>
                  </a:cubicBezTo>
                  <a:cubicBezTo>
                    <a:pt x="195344" y="214621"/>
                    <a:pt x="197969" y="218220"/>
                    <a:pt x="197969" y="218220"/>
                  </a:cubicBezTo>
                  <a:lnTo>
                    <a:pt x="202176" y="221551"/>
                  </a:lnTo>
                  <a:lnTo>
                    <a:pt x="206382" y="224006"/>
                  </a:lnTo>
                  <a:lnTo>
                    <a:pt x="209849" y="224578"/>
                  </a:lnTo>
                  <a:lnTo>
                    <a:pt x="216512" y="225318"/>
                  </a:lnTo>
                  <a:cubicBezTo>
                    <a:pt x="216512" y="225318"/>
                    <a:pt x="218263" y="226193"/>
                    <a:pt x="218969" y="226193"/>
                  </a:cubicBezTo>
                  <a:cubicBezTo>
                    <a:pt x="219710" y="226193"/>
                    <a:pt x="222738" y="225621"/>
                    <a:pt x="223042" y="226193"/>
                  </a:cubicBezTo>
                  <a:cubicBezTo>
                    <a:pt x="223344" y="226765"/>
                    <a:pt x="223042" y="228817"/>
                    <a:pt x="224186" y="229086"/>
                  </a:cubicBezTo>
                  <a:cubicBezTo>
                    <a:pt x="225330" y="229389"/>
                    <a:pt x="227820" y="229792"/>
                    <a:pt x="228393" y="228951"/>
                  </a:cubicBezTo>
                  <a:cubicBezTo>
                    <a:pt x="228965" y="228077"/>
                    <a:pt x="230278" y="227505"/>
                    <a:pt x="230278" y="226361"/>
                  </a:cubicBezTo>
                  <a:cubicBezTo>
                    <a:pt x="230278" y="225184"/>
                    <a:pt x="230580" y="223603"/>
                    <a:pt x="230849" y="223165"/>
                  </a:cubicBezTo>
                  <a:cubicBezTo>
                    <a:pt x="231119" y="222728"/>
                    <a:pt x="231724" y="221147"/>
                    <a:pt x="231724" y="221147"/>
                  </a:cubicBezTo>
                  <a:cubicBezTo>
                    <a:pt x="231724" y="221147"/>
                    <a:pt x="234753" y="220003"/>
                    <a:pt x="235359" y="220003"/>
                  </a:cubicBezTo>
                  <a:cubicBezTo>
                    <a:pt x="235931" y="220003"/>
                    <a:pt x="242157" y="220743"/>
                    <a:pt x="242157" y="220743"/>
                  </a:cubicBezTo>
                  <a:lnTo>
                    <a:pt x="241888" y="222627"/>
                  </a:lnTo>
                  <a:lnTo>
                    <a:pt x="241585" y="224645"/>
                  </a:lnTo>
                  <a:lnTo>
                    <a:pt x="245657" y="225217"/>
                  </a:lnTo>
                  <a:cubicBezTo>
                    <a:pt x="245657" y="225217"/>
                    <a:pt x="246802" y="225083"/>
                    <a:pt x="247542" y="224780"/>
                  </a:cubicBezTo>
                  <a:cubicBezTo>
                    <a:pt x="248249" y="224477"/>
                    <a:pt x="250437" y="222190"/>
                    <a:pt x="250437" y="222190"/>
                  </a:cubicBezTo>
                  <a:lnTo>
                    <a:pt x="252456" y="224208"/>
                  </a:lnTo>
                  <a:lnTo>
                    <a:pt x="255485" y="217985"/>
                  </a:lnTo>
                  <a:lnTo>
                    <a:pt x="255485" y="216370"/>
                  </a:lnTo>
                  <a:lnTo>
                    <a:pt x="256629" y="211459"/>
                  </a:lnTo>
                  <a:cubicBezTo>
                    <a:pt x="256629" y="211459"/>
                    <a:pt x="258513" y="211156"/>
                    <a:pt x="259658" y="211156"/>
                  </a:cubicBezTo>
                  <a:cubicBezTo>
                    <a:pt x="260836" y="211156"/>
                    <a:pt x="263865" y="212602"/>
                    <a:pt x="263865" y="212602"/>
                  </a:cubicBezTo>
                  <a:cubicBezTo>
                    <a:pt x="263865" y="212602"/>
                    <a:pt x="266321" y="214184"/>
                    <a:pt x="266624" y="214621"/>
                  </a:cubicBezTo>
                  <a:cubicBezTo>
                    <a:pt x="266927" y="215058"/>
                    <a:pt x="268509" y="216370"/>
                    <a:pt x="269384" y="216942"/>
                  </a:cubicBezTo>
                  <a:cubicBezTo>
                    <a:pt x="270259" y="217514"/>
                    <a:pt x="271841" y="218691"/>
                    <a:pt x="272413" y="218254"/>
                  </a:cubicBezTo>
                  <a:cubicBezTo>
                    <a:pt x="272985" y="217817"/>
                    <a:pt x="274163" y="218254"/>
                    <a:pt x="274163" y="215495"/>
                  </a:cubicBezTo>
                  <a:cubicBezTo>
                    <a:pt x="274163" y="214789"/>
                    <a:pt x="274196" y="214116"/>
                    <a:pt x="274196" y="213578"/>
                  </a:cubicBezTo>
                  <a:cubicBezTo>
                    <a:pt x="274264" y="212031"/>
                    <a:pt x="274432" y="211156"/>
                    <a:pt x="274432" y="211156"/>
                  </a:cubicBezTo>
                  <a:lnTo>
                    <a:pt x="276889" y="208263"/>
                  </a:lnTo>
                  <a:lnTo>
                    <a:pt x="284999" y="204798"/>
                  </a:lnTo>
                  <a:lnTo>
                    <a:pt x="287759" y="199719"/>
                  </a:lnTo>
                  <a:lnTo>
                    <a:pt x="284697" y="194504"/>
                  </a:lnTo>
                  <a:cubicBezTo>
                    <a:pt x="284697" y="194504"/>
                    <a:pt x="285841" y="192621"/>
                    <a:pt x="286312" y="192486"/>
                  </a:cubicBezTo>
                  <a:cubicBezTo>
                    <a:pt x="286750" y="192351"/>
                    <a:pt x="289947" y="191477"/>
                    <a:pt x="290654" y="192486"/>
                  </a:cubicBezTo>
                  <a:cubicBezTo>
                    <a:pt x="291360" y="193495"/>
                    <a:pt x="291730" y="195379"/>
                    <a:pt x="292909" y="195076"/>
                  </a:cubicBezTo>
                  <a:cubicBezTo>
                    <a:pt x="294086" y="194773"/>
                    <a:pt x="295433" y="194639"/>
                    <a:pt x="295433" y="192755"/>
                  </a:cubicBezTo>
                  <a:cubicBezTo>
                    <a:pt x="295433" y="190871"/>
                    <a:pt x="295433" y="188550"/>
                    <a:pt x="295433" y="188550"/>
                  </a:cubicBezTo>
                  <a:cubicBezTo>
                    <a:pt x="295433" y="188550"/>
                    <a:pt x="294558" y="188416"/>
                    <a:pt x="294558" y="187844"/>
                  </a:cubicBezTo>
                  <a:cubicBezTo>
                    <a:pt x="294558" y="187272"/>
                    <a:pt x="294423" y="185523"/>
                    <a:pt x="294827" y="184513"/>
                  </a:cubicBezTo>
                  <a:cubicBezTo>
                    <a:pt x="295264" y="183504"/>
                    <a:pt x="295567" y="184379"/>
                    <a:pt x="295567" y="182630"/>
                  </a:cubicBezTo>
                  <a:cubicBezTo>
                    <a:pt x="295567" y="180880"/>
                    <a:pt x="295433" y="178559"/>
                    <a:pt x="295567" y="177987"/>
                  </a:cubicBezTo>
                  <a:cubicBezTo>
                    <a:pt x="295702" y="177415"/>
                    <a:pt x="296274" y="175397"/>
                    <a:pt x="296274" y="175397"/>
                  </a:cubicBezTo>
                  <a:cubicBezTo>
                    <a:pt x="296274" y="175397"/>
                    <a:pt x="294962" y="173816"/>
                    <a:pt x="294827" y="173379"/>
                  </a:cubicBezTo>
                  <a:cubicBezTo>
                    <a:pt x="294692" y="172941"/>
                    <a:pt x="294254" y="171495"/>
                    <a:pt x="294389" y="171058"/>
                  </a:cubicBezTo>
                  <a:cubicBezTo>
                    <a:pt x="294524" y="170620"/>
                    <a:pt x="294524" y="169611"/>
                    <a:pt x="295567" y="169611"/>
                  </a:cubicBezTo>
                  <a:cubicBezTo>
                    <a:pt x="296611" y="169611"/>
                    <a:pt x="299202" y="169746"/>
                    <a:pt x="299202" y="169746"/>
                  </a:cubicBezTo>
                  <a:cubicBezTo>
                    <a:pt x="299202" y="169746"/>
                    <a:pt x="302096" y="171327"/>
                    <a:pt x="302264" y="171764"/>
                  </a:cubicBezTo>
                  <a:cubicBezTo>
                    <a:pt x="302399" y="172201"/>
                    <a:pt x="302130" y="174522"/>
                    <a:pt x="301827" y="175229"/>
                  </a:cubicBezTo>
                  <a:cubicBezTo>
                    <a:pt x="301524" y="175969"/>
                    <a:pt x="301255" y="177853"/>
                    <a:pt x="301255" y="178425"/>
                  </a:cubicBezTo>
                  <a:cubicBezTo>
                    <a:pt x="301255" y="178996"/>
                    <a:pt x="303274" y="180006"/>
                    <a:pt x="303274" y="180006"/>
                  </a:cubicBezTo>
                  <a:lnTo>
                    <a:pt x="306606" y="178626"/>
                  </a:lnTo>
                  <a:lnTo>
                    <a:pt x="309063" y="177247"/>
                  </a:lnTo>
                  <a:lnTo>
                    <a:pt x="310173" y="177247"/>
                  </a:lnTo>
                  <a:lnTo>
                    <a:pt x="315390" y="178391"/>
                  </a:lnTo>
                  <a:lnTo>
                    <a:pt x="318721" y="180275"/>
                  </a:lnTo>
                  <a:cubicBezTo>
                    <a:pt x="318721" y="180275"/>
                    <a:pt x="320741" y="181721"/>
                    <a:pt x="321178" y="182024"/>
                  </a:cubicBezTo>
                  <a:cubicBezTo>
                    <a:pt x="321616" y="182327"/>
                    <a:pt x="323803" y="183471"/>
                    <a:pt x="324376" y="183605"/>
                  </a:cubicBezTo>
                  <a:cubicBezTo>
                    <a:pt x="324947" y="183740"/>
                    <a:pt x="326126" y="184345"/>
                    <a:pt x="326395" y="184749"/>
                  </a:cubicBezTo>
                  <a:cubicBezTo>
                    <a:pt x="326698" y="185186"/>
                    <a:pt x="328145" y="186767"/>
                    <a:pt x="328145" y="186767"/>
                  </a:cubicBezTo>
                  <a:cubicBezTo>
                    <a:pt x="328145" y="186767"/>
                    <a:pt x="328717" y="188651"/>
                    <a:pt x="329457" y="189358"/>
                  </a:cubicBezTo>
                  <a:cubicBezTo>
                    <a:pt x="330198" y="190064"/>
                    <a:pt x="330198" y="190064"/>
                    <a:pt x="330198" y="190064"/>
                  </a:cubicBezTo>
                  <a:cubicBezTo>
                    <a:pt x="330198" y="190064"/>
                    <a:pt x="332823" y="191948"/>
                    <a:pt x="333227" y="192385"/>
                  </a:cubicBezTo>
                  <a:cubicBezTo>
                    <a:pt x="333664" y="192822"/>
                    <a:pt x="334808" y="193697"/>
                    <a:pt x="334808" y="193697"/>
                  </a:cubicBezTo>
                  <a:lnTo>
                    <a:pt x="335381" y="197767"/>
                  </a:lnTo>
                  <a:lnTo>
                    <a:pt x="338275" y="200795"/>
                  </a:lnTo>
                  <a:lnTo>
                    <a:pt x="341607" y="201939"/>
                  </a:lnTo>
                  <a:lnTo>
                    <a:pt x="345511" y="203385"/>
                  </a:lnTo>
                  <a:lnTo>
                    <a:pt x="349280" y="208465"/>
                  </a:lnTo>
                  <a:lnTo>
                    <a:pt x="351367" y="211492"/>
                  </a:lnTo>
                  <a:lnTo>
                    <a:pt x="352746" y="213073"/>
                  </a:lnTo>
                  <a:lnTo>
                    <a:pt x="352746" y="216269"/>
                  </a:lnTo>
                  <a:cubicBezTo>
                    <a:pt x="352746" y="216269"/>
                    <a:pt x="351871" y="217144"/>
                    <a:pt x="352443" y="218456"/>
                  </a:cubicBezTo>
                  <a:cubicBezTo>
                    <a:pt x="353016" y="219768"/>
                    <a:pt x="353756" y="220340"/>
                    <a:pt x="354193" y="220474"/>
                  </a:cubicBezTo>
                  <a:cubicBezTo>
                    <a:pt x="354631" y="220609"/>
                    <a:pt x="355069" y="220609"/>
                    <a:pt x="356381" y="220609"/>
                  </a:cubicBezTo>
                  <a:cubicBezTo>
                    <a:pt x="357694" y="220609"/>
                    <a:pt x="357559" y="219431"/>
                    <a:pt x="359578" y="221181"/>
                  </a:cubicBezTo>
                  <a:cubicBezTo>
                    <a:pt x="361597" y="222930"/>
                    <a:pt x="361901" y="223636"/>
                    <a:pt x="362035" y="224074"/>
                  </a:cubicBezTo>
                  <a:cubicBezTo>
                    <a:pt x="362170" y="224511"/>
                    <a:pt x="362472" y="225655"/>
                    <a:pt x="362776" y="227101"/>
                  </a:cubicBezTo>
                  <a:cubicBezTo>
                    <a:pt x="363045" y="228548"/>
                    <a:pt x="363650" y="229120"/>
                    <a:pt x="364222" y="229120"/>
                  </a:cubicBezTo>
                  <a:cubicBezTo>
                    <a:pt x="364795" y="229120"/>
                    <a:pt x="367285" y="228682"/>
                    <a:pt x="367689" y="228548"/>
                  </a:cubicBezTo>
                  <a:cubicBezTo>
                    <a:pt x="368127" y="228413"/>
                    <a:pt x="370011" y="227976"/>
                    <a:pt x="370011" y="227976"/>
                  </a:cubicBezTo>
                  <a:cubicBezTo>
                    <a:pt x="370011" y="227976"/>
                    <a:pt x="371593" y="227841"/>
                    <a:pt x="372031" y="227673"/>
                  </a:cubicBezTo>
                  <a:cubicBezTo>
                    <a:pt x="372468" y="227538"/>
                    <a:pt x="373478" y="228413"/>
                    <a:pt x="373780" y="229254"/>
                  </a:cubicBezTo>
                  <a:cubicBezTo>
                    <a:pt x="374083" y="230129"/>
                    <a:pt x="375665" y="230129"/>
                    <a:pt x="375665" y="231272"/>
                  </a:cubicBezTo>
                  <a:cubicBezTo>
                    <a:pt x="375665" y="232416"/>
                    <a:pt x="375800" y="233156"/>
                    <a:pt x="375665" y="234166"/>
                  </a:cubicBezTo>
                  <a:cubicBezTo>
                    <a:pt x="375530" y="235175"/>
                    <a:pt x="374353" y="236352"/>
                    <a:pt x="374353" y="236352"/>
                  </a:cubicBezTo>
                  <a:cubicBezTo>
                    <a:pt x="374353" y="236352"/>
                    <a:pt x="373915" y="238539"/>
                    <a:pt x="373780" y="239245"/>
                  </a:cubicBezTo>
                  <a:cubicBezTo>
                    <a:pt x="373646" y="239985"/>
                    <a:pt x="373915" y="241566"/>
                    <a:pt x="374521" y="242138"/>
                  </a:cubicBezTo>
                  <a:cubicBezTo>
                    <a:pt x="375093" y="242710"/>
                    <a:pt x="376271" y="244022"/>
                    <a:pt x="376271" y="244594"/>
                  </a:cubicBezTo>
                  <a:cubicBezTo>
                    <a:pt x="376271" y="245166"/>
                    <a:pt x="376708" y="246343"/>
                    <a:pt x="376574" y="247621"/>
                  </a:cubicBezTo>
                  <a:cubicBezTo>
                    <a:pt x="376439" y="248933"/>
                    <a:pt x="375564" y="250077"/>
                    <a:pt x="374689" y="250514"/>
                  </a:cubicBezTo>
                  <a:cubicBezTo>
                    <a:pt x="373814" y="250952"/>
                    <a:pt x="372939" y="252701"/>
                    <a:pt x="372939" y="252701"/>
                  </a:cubicBezTo>
                  <a:cubicBezTo>
                    <a:pt x="372939" y="252701"/>
                    <a:pt x="371189" y="254282"/>
                    <a:pt x="370617" y="254719"/>
                  </a:cubicBezTo>
                  <a:cubicBezTo>
                    <a:pt x="370045" y="255157"/>
                    <a:pt x="369002" y="255728"/>
                    <a:pt x="368295" y="256031"/>
                  </a:cubicBezTo>
                  <a:cubicBezTo>
                    <a:pt x="367588" y="256334"/>
                    <a:pt x="366107" y="256603"/>
                    <a:pt x="365670" y="257040"/>
                  </a:cubicBezTo>
                  <a:cubicBezTo>
                    <a:pt x="365232" y="257478"/>
                    <a:pt x="364088" y="259799"/>
                    <a:pt x="364088" y="259799"/>
                  </a:cubicBezTo>
                  <a:cubicBezTo>
                    <a:pt x="364088" y="259799"/>
                    <a:pt x="366545" y="259933"/>
                    <a:pt x="363785" y="261380"/>
                  </a:cubicBezTo>
                  <a:cubicBezTo>
                    <a:pt x="361025" y="262826"/>
                    <a:pt x="359713" y="262961"/>
                    <a:pt x="358703" y="263264"/>
                  </a:cubicBezTo>
                  <a:cubicBezTo>
                    <a:pt x="357694" y="263533"/>
                    <a:pt x="357391" y="265148"/>
                    <a:pt x="357391" y="265719"/>
                  </a:cubicBezTo>
                  <a:cubicBezTo>
                    <a:pt x="357391" y="266291"/>
                    <a:pt x="358973" y="269050"/>
                    <a:pt x="359275" y="269487"/>
                  </a:cubicBezTo>
                  <a:cubicBezTo>
                    <a:pt x="359578" y="269924"/>
                    <a:pt x="361867" y="272683"/>
                    <a:pt x="361867" y="273255"/>
                  </a:cubicBezTo>
                  <a:cubicBezTo>
                    <a:pt x="361867" y="273827"/>
                    <a:pt x="362742" y="275273"/>
                    <a:pt x="363011" y="275845"/>
                  </a:cubicBezTo>
                  <a:cubicBezTo>
                    <a:pt x="363314" y="276417"/>
                    <a:pt x="363583" y="277863"/>
                    <a:pt x="363583" y="277863"/>
                  </a:cubicBezTo>
                  <a:lnTo>
                    <a:pt x="364458" y="282775"/>
                  </a:lnTo>
                  <a:lnTo>
                    <a:pt x="364155" y="289873"/>
                  </a:lnTo>
                  <a:cubicBezTo>
                    <a:pt x="364155" y="289873"/>
                    <a:pt x="361698" y="293338"/>
                    <a:pt x="361261" y="293943"/>
                  </a:cubicBezTo>
                  <a:cubicBezTo>
                    <a:pt x="360823" y="294515"/>
                    <a:pt x="358636" y="297408"/>
                    <a:pt x="358636" y="297408"/>
                  </a:cubicBezTo>
                  <a:cubicBezTo>
                    <a:pt x="358636" y="297408"/>
                    <a:pt x="354126" y="300032"/>
                    <a:pt x="353285" y="300301"/>
                  </a:cubicBezTo>
                  <a:cubicBezTo>
                    <a:pt x="352410" y="300604"/>
                    <a:pt x="352275" y="300604"/>
                    <a:pt x="350963" y="301176"/>
                  </a:cubicBezTo>
                  <a:cubicBezTo>
                    <a:pt x="349650" y="301748"/>
                    <a:pt x="346621" y="301882"/>
                    <a:pt x="346621" y="301882"/>
                  </a:cubicBezTo>
                  <a:cubicBezTo>
                    <a:pt x="346621" y="301882"/>
                    <a:pt x="345746" y="306524"/>
                    <a:pt x="345881" y="306962"/>
                  </a:cubicBezTo>
                  <a:cubicBezTo>
                    <a:pt x="346015" y="307399"/>
                    <a:pt x="346318" y="309552"/>
                    <a:pt x="346015" y="310864"/>
                  </a:cubicBezTo>
                  <a:cubicBezTo>
                    <a:pt x="345712" y="312176"/>
                    <a:pt x="344837" y="315775"/>
                    <a:pt x="344568" y="317222"/>
                  </a:cubicBezTo>
                  <a:cubicBezTo>
                    <a:pt x="344299" y="318668"/>
                    <a:pt x="343693" y="323008"/>
                    <a:pt x="343693" y="323008"/>
                  </a:cubicBezTo>
                  <a:cubicBezTo>
                    <a:pt x="343693" y="323008"/>
                    <a:pt x="343256" y="324017"/>
                    <a:pt x="342953" y="324892"/>
                  </a:cubicBezTo>
                  <a:cubicBezTo>
                    <a:pt x="342683" y="325766"/>
                    <a:pt x="340193" y="331687"/>
                    <a:pt x="340059" y="332292"/>
                  </a:cubicBezTo>
                  <a:cubicBezTo>
                    <a:pt x="339924" y="332864"/>
                    <a:pt x="337871" y="335051"/>
                    <a:pt x="337030" y="335757"/>
                  </a:cubicBezTo>
                  <a:cubicBezTo>
                    <a:pt x="336155" y="336497"/>
                    <a:pt x="334135" y="338078"/>
                    <a:pt x="334135" y="338078"/>
                  </a:cubicBezTo>
                  <a:lnTo>
                    <a:pt x="332991" y="341846"/>
                  </a:lnTo>
                  <a:lnTo>
                    <a:pt x="333563" y="346354"/>
                  </a:lnTo>
                  <a:cubicBezTo>
                    <a:pt x="333563" y="346354"/>
                    <a:pt x="334876" y="349112"/>
                    <a:pt x="334270" y="349549"/>
                  </a:cubicBezTo>
                  <a:cubicBezTo>
                    <a:pt x="333698" y="349987"/>
                    <a:pt x="331813" y="353317"/>
                    <a:pt x="331678" y="353754"/>
                  </a:cubicBezTo>
                  <a:cubicBezTo>
                    <a:pt x="331544" y="354192"/>
                    <a:pt x="330804" y="355335"/>
                    <a:pt x="330231" y="356647"/>
                  </a:cubicBezTo>
                  <a:cubicBezTo>
                    <a:pt x="329659" y="357959"/>
                    <a:pt x="329087" y="359978"/>
                    <a:pt x="328919" y="361155"/>
                  </a:cubicBezTo>
                  <a:cubicBezTo>
                    <a:pt x="328784" y="362299"/>
                    <a:pt x="328481" y="364048"/>
                    <a:pt x="328784" y="365629"/>
                  </a:cubicBezTo>
                  <a:cubicBezTo>
                    <a:pt x="329054" y="367210"/>
                    <a:pt x="331376" y="373871"/>
                    <a:pt x="331376" y="373871"/>
                  </a:cubicBezTo>
                  <a:lnTo>
                    <a:pt x="331948" y="378345"/>
                  </a:lnTo>
                  <a:lnTo>
                    <a:pt x="334405" y="382684"/>
                  </a:lnTo>
                  <a:lnTo>
                    <a:pt x="334270" y="385443"/>
                  </a:lnTo>
                  <a:lnTo>
                    <a:pt x="331510" y="389211"/>
                  </a:lnTo>
                  <a:lnTo>
                    <a:pt x="329323" y="390792"/>
                  </a:lnTo>
                  <a:lnTo>
                    <a:pt x="328448" y="393247"/>
                  </a:lnTo>
                  <a:lnTo>
                    <a:pt x="330333" y="397721"/>
                  </a:lnTo>
                  <a:lnTo>
                    <a:pt x="333530" y="401489"/>
                  </a:lnTo>
                  <a:lnTo>
                    <a:pt x="338309" y="405829"/>
                  </a:lnTo>
                  <a:lnTo>
                    <a:pt x="339890" y="409159"/>
                  </a:lnTo>
                  <a:lnTo>
                    <a:pt x="340328" y="410336"/>
                  </a:lnTo>
                  <a:lnTo>
                    <a:pt x="339015" y="412355"/>
                  </a:lnTo>
                  <a:lnTo>
                    <a:pt x="340463" y="415550"/>
                  </a:lnTo>
                  <a:lnTo>
                    <a:pt x="342212" y="418174"/>
                  </a:lnTo>
                  <a:lnTo>
                    <a:pt x="342078" y="421202"/>
                  </a:lnTo>
                  <a:lnTo>
                    <a:pt x="341640" y="424970"/>
                  </a:lnTo>
                  <a:cubicBezTo>
                    <a:pt x="341640" y="424970"/>
                    <a:pt x="341203" y="428031"/>
                    <a:pt x="341203" y="428603"/>
                  </a:cubicBezTo>
                  <a:cubicBezTo>
                    <a:pt x="341203" y="429174"/>
                    <a:pt x="343525" y="434119"/>
                    <a:pt x="343525" y="434119"/>
                  </a:cubicBezTo>
                  <a:lnTo>
                    <a:pt x="341068" y="439771"/>
                  </a:lnTo>
                  <a:lnTo>
                    <a:pt x="338309" y="445557"/>
                  </a:lnTo>
                  <a:lnTo>
                    <a:pt x="335280" y="448450"/>
                  </a:lnTo>
                  <a:cubicBezTo>
                    <a:pt x="335280" y="448450"/>
                    <a:pt x="331948" y="449022"/>
                    <a:pt x="331510" y="449022"/>
                  </a:cubicBezTo>
                  <a:cubicBezTo>
                    <a:pt x="331073" y="449022"/>
                    <a:pt x="328313" y="447575"/>
                    <a:pt x="327169" y="446701"/>
                  </a:cubicBezTo>
                  <a:cubicBezTo>
                    <a:pt x="326025" y="445826"/>
                    <a:pt x="324544" y="443942"/>
                    <a:pt x="323534" y="443942"/>
                  </a:cubicBezTo>
                  <a:cubicBezTo>
                    <a:pt x="322524" y="443942"/>
                    <a:pt x="320034" y="443505"/>
                    <a:pt x="319462" y="443505"/>
                  </a:cubicBezTo>
                  <a:cubicBezTo>
                    <a:pt x="318890" y="443505"/>
                    <a:pt x="316433" y="443942"/>
                    <a:pt x="314952" y="444817"/>
                  </a:cubicBezTo>
                  <a:cubicBezTo>
                    <a:pt x="313505" y="445692"/>
                    <a:pt x="310476" y="447844"/>
                    <a:pt x="310039" y="448147"/>
                  </a:cubicBezTo>
                  <a:cubicBezTo>
                    <a:pt x="309601" y="448450"/>
                    <a:pt x="308895" y="453227"/>
                    <a:pt x="308457" y="454101"/>
                  </a:cubicBezTo>
                  <a:cubicBezTo>
                    <a:pt x="308020" y="454976"/>
                    <a:pt x="308457" y="457566"/>
                    <a:pt x="308457" y="457566"/>
                  </a:cubicBezTo>
                  <a:lnTo>
                    <a:pt x="311049" y="460762"/>
                  </a:lnTo>
                  <a:lnTo>
                    <a:pt x="312361" y="464092"/>
                  </a:lnTo>
                  <a:lnTo>
                    <a:pt x="311486" y="467557"/>
                  </a:lnTo>
                  <a:lnTo>
                    <a:pt x="310341" y="470585"/>
                  </a:lnTo>
                  <a:lnTo>
                    <a:pt x="309601" y="473781"/>
                  </a:lnTo>
                  <a:cubicBezTo>
                    <a:pt x="309601" y="473781"/>
                    <a:pt x="310173" y="474352"/>
                    <a:pt x="309029" y="474790"/>
                  </a:cubicBezTo>
                  <a:cubicBezTo>
                    <a:pt x="307885" y="475227"/>
                    <a:pt x="306000" y="476674"/>
                    <a:pt x="305697" y="477111"/>
                  </a:cubicBezTo>
                  <a:cubicBezTo>
                    <a:pt x="305394" y="477548"/>
                    <a:pt x="303678" y="479735"/>
                    <a:pt x="303678" y="479735"/>
                  </a:cubicBezTo>
                  <a:cubicBezTo>
                    <a:pt x="303678" y="479735"/>
                    <a:pt x="303240" y="481619"/>
                    <a:pt x="303240" y="482191"/>
                  </a:cubicBezTo>
                  <a:cubicBezTo>
                    <a:pt x="303240" y="482762"/>
                    <a:pt x="302668" y="487707"/>
                    <a:pt x="302668" y="487707"/>
                  </a:cubicBezTo>
                  <a:lnTo>
                    <a:pt x="302365" y="491912"/>
                  </a:lnTo>
                  <a:lnTo>
                    <a:pt x="303240" y="496555"/>
                  </a:lnTo>
                  <a:lnTo>
                    <a:pt x="304418" y="502643"/>
                  </a:lnTo>
                  <a:cubicBezTo>
                    <a:pt x="304418" y="502643"/>
                    <a:pt x="303678" y="509607"/>
                    <a:pt x="303543" y="510044"/>
                  </a:cubicBezTo>
                  <a:cubicBezTo>
                    <a:pt x="303409" y="510481"/>
                    <a:pt x="301356" y="511356"/>
                    <a:pt x="301356" y="511356"/>
                  </a:cubicBezTo>
                  <a:lnTo>
                    <a:pt x="298461" y="515258"/>
                  </a:lnTo>
                  <a:lnTo>
                    <a:pt x="298327" y="517142"/>
                  </a:lnTo>
                  <a:lnTo>
                    <a:pt x="298764" y="519732"/>
                  </a:lnTo>
                  <a:lnTo>
                    <a:pt x="299067" y="522760"/>
                  </a:lnTo>
                  <a:cubicBezTo>
                    <a:pt x="299067" y="522760"/>
                    <a:pt x="298630" y="522323"/>
                    <a:pt x="298630" y="524947"/>
                  </a:cubicBezTo>
                  <a:cubicBezTo>
                    <a:pt x="298630" y="527570"/>
                    <a:pt x="298361" y="532347"/>
                    <a:pt x="298361" y="532347"/>
                  </a:cubicBezTo>
                  <a:cubicBezTo>
                    <a:pt x="298361" y="532347"/>
                    <a:pt x="299808" y="534366"/>
                    <a:pt x="299942" y="535240"/>
                  </a:cubicBezTo>
                  <a:cubicBezTo>
                    <a:pt x="300077" y="536115"/>
                    <a:pt x="300817" y="538571"/>
                    <a:pt x="301086" y="539714"/>
                  </a:cubicBezTo>
                  <a:cubicBezTo>
                    <a:pt x="301389" y="540892"/>
                    <a:pt x="302702" y="542473"/>
                    <a:pt x="302702" y="542473"/>
                  </a:cubicBezTo>
                  <a:lnTo>
                    <a:pt x="306034" y="543213"/>
                  </a:lnTo>
                  <a:cubicBezTo>
                    <a:pt x="306034" y="543213"/>
                    <a:pt x="305731" y="545534"/>
                    <a:pt x="304889" y="545971"/>
                  </a:cubicBezTo>
                  <a:cubicBezTo>
                    <a:pt x="304014" y="546409"/>
                    <a:pt x="301860" y="547721"/>
                    <a:pt x="301860" y="547721"/>
                  </a:cubicBezTo>
                  <a:lnTo>
                    <a:pt x="301995" y="551051"/>
                  </a:lnTo>
                  <a:lnTo>
                    <a:pt x="304014" y="554684"/>
                  </a:lnTo>
                  <a:lnTo>
                    <a:pt x="305024" y="557442"/>
                  </a:lnTo>
                  <a:lnTo>
                    <a:pt x="304587" y="561210"/>
                  </a:lnTo>
                  <a:cubicBezTo>
                    <a:pt x="304587" y="561210"/>
                    <a:pt x="304452" y="563968"/>
                    <a:pt x="304587" y="564978"/>
                  </a:cubicBezTo>
                  <a:cubicBezTo>
                    <a:pt x="304721" y="565987"/>
                    <a:pt x="304721" y="566996"/>
                    <a:pt x="304721" y="568880"/>
                  </a:cubicBezTo>
                  <a:cubicBezTo>
                    <a:pt x="304721" y="570764"/>
                    <a:pt x="304991" y="572076"/>
                    <a:pt x="304014" y="572076"/>
                  </a:cubicBezTo>
                  <a:cubicBezTo>
                    <a:pt x="303005" y="572076"/>
                    <a:pt x="301389" y="571638"/>
                    <a:pt x="301120" y="570764"/>
                  </a:cubicBezTo>
                  <a:cubicBezTo>
                    <a:pt x="300851" y="569889"/>
                    <a:pt x="300683" y="570057"/>
                    <a:pt x="299808" y="568308"/>
                  </a:cubicBezTo>
                  <a:cubicBezTo>
                    <a:pt x="298933" y="566559"/>
                    <a:pt x="298798" y="565987"/>
                    <a:pt x="298226" y="565280"/>
                  </a:cubicBezTo>
                  <a:cubicBezTo>
                    <a:pt x="297654" y="564540"/>
                    <a:pt x="297486" y="563262"/>
                    <a:pt x="297082" y="562387"/>
                  </a:cubicBezTo>
                  <a:cubicBezTo>
                    <a:pt x="296644" y="561513"/>
                    <a:pt x="296341" y="560941"/>
                    <a:pt x="296207" y="560369"/>
                  </a:cubicBezTo>
                  <a:cubicBezTo>
                    <a:pt x="296072" y="559797"/>
                    <a:pt x="296072" y="558485"/>
                    <a:pt x="296072" y="558485"/>
                  </a:cubicBezTo>
                  <a:lnTo>
                    <a:pt x="297082" y="557341"/>
                  </a:lnTo>
                  <a:lnTo>
                    <a:pt x="297216" y="554314"/>
                  </a:lnTo>
                  <a:lnTo>
                    <a:pt x="295332" y="553002"/>
                  </a:lnTo>
                  <a:cubicBezTo>
                    <a:pt x="295332" y="553002"/>
                    <a:pt x="295197" y="552127"/>
                    <a:pt x="293750" y="551825"/>
                  </a:cubicBezTo>
                  <a:cubicBezTo>
                    <a:pt x="292303" y="551522"/>
                    <a:pt x="292605" y="552396"/>
                    <a:pt x="291293" y="551118"/>
                  </a:cubicBezTo>
                  <a:cubicBezTo>
                    <a:pt x="289981" y="549806"/>
                    <a:pt x="288836" y="549234"/>
                    <a:pt x="288399" y="548662"/>
                  </a:cubicBezTo>
                  <a:cubicBezTo>
                    <a:pt x="287961" y="548091"/>
                    <a:pt x="286817" y="546476"/>
                    <a:pt x="286379" y="545904"/>
                  </a:cubicBezTo>
                  <a:cubicBezTo>
                    <a:pt x="285942" y="545332"/>
                    <a:pt x="284057" y="543583"/>
                    <a:pt x="283754" y="543011"/>
                  </a:cubicBezTo>
                  <a:cubicBezTo>
                    <a:pt x="283485" y="542439"/>
                    <a:pt x="283317" y="542271"/>
                    <a:pt x="283182" y="541699"/>
                  </a:cubicBezTo>
                  <a:cubicBezTo>
                    <a:pt x="283048" y="541127"/>
                    <a:pt x="283048" y="537931"/>
                    <a:pt x="283048" y="537931"/>
                  </a:cubicBezTo>
                  <a:cubicBezTo>
                    <a:pt x="283048" y="537931"/>
                    <a:pt x="282610" y="536922"/>
                    <a:pt x="282779" y="536350"/>
                  </a:cubicBezTo>
                  <a:cubicBezTo>
                    <a:pt x="282913" y="535778"/>
                    <a:pt x="283216" y="534467"/>
                    <a:pt x="283216" y="534467"/>
                  </a:cubicBezTo>
                  <a:lnTo>
                    <a:pt x="283654" y="532885"/>
                  </a:lnTo>
                  <a:lnTo>
                    <a:pt x="284225" y="529858"/>
                  </a:lnTo>
                  <a:lnTo>
                    <a:pt x="283788" y="526225"/>
                  </a:lnTo>
                  <a:cubicBezTo>
                    <a:pt x="283788" y="526225"/>
                    <a:pt x="281601" y="524913"/>
                    <a:pt x="281466" y="524476"/>
                  </a:cubicBezTo>
                  <a:cubicBezTo>
                    <a:pt x="281331" y="524038"/>
                    <a:pt x="280456" y="522020"/>
                    <a:pt x="279447" y="521448"/>
                  </a:cubicBezTo>
                  <a:cubicBezTo>
                    <a:pt x="278437" y="520876"/>
                    <a:pt x="275678" y="516974"/>
                    <a:pt x="275678" y="516974"/>
                  </a:cubicBezTo>
                  <a:lnTo>
                    <a:pt x="273086" y="519732"/>
                  </a:lnTo>
                  <a:lnTo>
                    <a:pt x="271639" y="522928"/>
                  </a:lnTo>
                  <a:lnTo>
                    <a:pt x="271504" y="526393"/>
                  </a:lnTo>
                  <a:lnTo>
                    <a:pt x="272951" y="529723"/>
                  </a:lnTo>
                  <a:lnTo>
                    <a:pt x="272514" y="531035"/>
                  </a:lnTo>
                  <a:lnTo>
                    <a:pt x="271201" y="534097"/>
                  </a:lnTo>
                  <a:lnTo>
                    <a:pt x="269620" y="535543"/>
                  </a:lnTo>
                  <a:cubicBezTo>
                    <a:pt x="269620" y="535543"/>
                    <a:pt x="267869" y="535980"/>
                    <a:pt x="266725" y="536418"/>
                  </a:cubicBezTo>
                  <a:cubicBezTo>
                    <a:pt x="265581" y="536855"/>
                    <a:pt x="264706" y="537730"/>
                    <a:pt x="263965" y="538167"/>
                  </a:cubicBezTo>
                  <a:cubicBezTo>
                    <a:pt x="263259" y="538604"/>
                    <a:pt x="260499" y="540185"/>
                    <a:pt x="260499" y="540185"/>
                  </a:cubicBezTo>
                  <a:cubicBezTo>
                    <a:pt x="260499" y="540185"/>
                    <a:pt x="259792" y="541497"/>
                    <a:pt x="259792" y="542069"/>
                  </a:cubicBezTo>
                  <a:cubicBezTo>
                    <a:pt x="259792" y="542574"/>
                    <a:pt x="259355" y="544962"/>
                    <a:pt x="259220" y="545534"/>
                  </a:cubicBezTo>
                  <a:cubicBezTo>
                    <a:pt x="259187" y="545534"/>
                    <a:pt x="259018" y="545736"/>
                    <a:pt x="258480" y="546678"/>
                  </a:cubicBezTo>
                  <a:cubicBezTo>
                    <a:pt x="257470" y="548427"/>
                    <a:pt x="257470" y="548999"/>
                    <a:pt x="256595" y="549436"/>
                  </a:cubicBezTo>
                  <a:cubicBezTo>
                    <a:pt x="255720" y="549874"/>
                    <a:pt x="253701" y="550883"/>
                    <a:pt x="253701" y="550883"/>
                  </a:cubicBezTo>
                  <a:lnTo>
                    <a:pt x="248922" y="554078"/>
                  </a:lnTo>
                  <a:lnTo>
                    <a:pt x="246734" y="558115"/>
                  </a:lnTo>
                  <a:lnTo>
                    <a:pt x="244581" y="561143"/>
                  </a:lnTo>
                  <a:lnTo>
                    <a:pt x="240811" y="565920"/>
                  </a:lnTo>
                  <a:lnTo>
                    <a:pt x="241686" y="569115"/>
                  </a:lnTo>
                  <a:cubicBezTo>
                    <a:pt x="241686" y="569115"/>
                    <a:pt x="241114" y="570427"/>
                    <a:pt x="240542" y="571571"/>
                  </a:cubicBezTo>
                  <a:cubicBezTo>
                    <a:pt x="239970" y="572715"/>
                    <a:pt x="238085" y="575776"/>
                    <a:pt x="238085" y="575776"/>
                  </a:cubicBezTo>
                  <a:cubicBezTo>
                    <a:pt x="238085" y="575776"/>
                    <a:pt x="237210" y="577088"/>
                    <a:pt x="237075" y="577525"/>
                  </a:cubicBezTo>
                  <a:cubicBezTo>
                    <a:pt x="236941" y="577963"/>
                    <a:pt x="235763" y="579409"/>
                    <a:pt x="235326" y="579712"/>
                  </a:cubicBezTo>
                  <a:cubicBezTo>
                    <a:pt x="234888" y="580015"/>
                    <a:pt x="232701" y="583042"/>
                    <a:pt x="231994" y="583345"/>
                  </a:cubicBezTo>
                  <a:cubicBezTo>
                    <a:pt x="231253" y="583648"/>
                    <a:pt x="228359" y="586541"/>
                    <a:pt x="228359" y="586541"/>
                  </a:cubicBezTo>
                  <a:lnTo>
                    <a:pt x="225330" y="588559"/>
                  </a:lnTo>
                  <a:cubicBezTo>
                    <a:pt x="225330" y="588559"/>
                    <a:pt x="224186" y="588862"/>
                    <a:pt x="223311" y="589434"/>
                  </a:cubicBezTo>
                  <a:cubicBezTo>
                    <a:pt x="222436" y="590006"/>
                    <a:pt x="222301" y="589703"/>
                    <a:pt x="220551" y="590443"/>
                  </a:cubicBezTo>
                  <a:cubicBezTo>
                    <a:pt x="218801" y="591183"/>
                    <a:pt x="217085" y="591889"/>
                    <a:pt x="216210" y="592327"/>
                  </a:cubicBezTo>
                  <a:cubicBezTo>
                    <a:pt x="215335" y="592764"/>
                    <a:pt x="214460" y="593470"/>
                    <a:pt x="214460" y="594076"/>
                  </a:cubicBezTo>
                  <a:cubicBezTo>
                    <a:pt x="214460" y="594648"/>
                    <a:pt x="213585" y="597272"/>
                    <a:pt x="213585" y="597272"/>
                  </a:cubicBezTo>
                  <a:lnTo>
                    <a:pt x="212878" y="598718"/>
                  </a:lnTo>
                  <a:cubicBezTo>
                    <a:pt x="212878" y="598718"/>
                    <a:pt x="212306" y="600905"/>
                    <a:pt x="212306" y="601611"/>
                  </a:cubicBezTo>
                  <a:cubicBezTo>
                    <a:pt x="212306" y="602351"/>
                    <a:pt x="210993" y="605244"/>
                    <a:pt x="210993" y="605244"/>
                  </a:cubicBezTo>
                  <a:lnTo>
                    <a:pt x="210724" y="605951"/>
                  </a:lnTo>
                  <a:cubicBezTo>
                    <a:pt x="210724" y="605951"/>
                    <a:pt x="210421" y="609012"/>
                    <a:pt x="210286" y="609416"/>
                  </a:cubicBezTo>
                  <a:cubicBezTo>
                    <a:pt x="210152" y="609853"/>
                    <a:pt x="210589" y="611299"/>
                    <a:pt x="209714" y="611871"/>
                  </a:cubicBezTo>
                  <a:cubicBezTo>
                    <a:pt x="208839" y="612443"/>
                    <a:pt x="207527" y="613621"/>
                    <a:pt x="207123" y="613755"/>
                  </a:cubicBezTo>
                  <a:cubicBezTo>
                    <a:pt x="206686" y="613890"/>
                    <a:pt x="205676" y="614058"/>
                    <a:pt x="204532" y="614058"/>
                  </a:cubicBezTo>
                  <a:cubicBezTo>
                    <a:pt x="203387" y="614058"/>
                    <a:pt x="201334" y="613486"/>
                    <a:pt x="201334" y="613486"/>
                  </a:cubicBezTo>
                  <a:cubicBezTo>
                    <a:pt x="201334" y="613486"/>
                    <a:pt x="198306" y="614933"/>
                    <a:pt x="197868" y="615370"/>
                  </a:cubicBezTo>
                  <a:cubicBezTo>
                    <a:pt x="197431" y="615807"/>
                    <a:pt x="195849" y="618835"/>
                    <a:pt x="195243" y="619003"/>
                  </a:cubicBezTo>
                  <a:cubicBezTo>
                    <a:pt x="194671" y="619138"/>
                    <a:pt x="191339" y="621627"/>
                    <a:pt x="191339" y="621627"/>
                  </a:cubicBezTo>
                  <a:cubicBezTo>
                    <a:pt x="191339" y="621627"/>
                    <a:pt x="189185" y="623376"/>
                    <a:pt x="188310" y="623813"/>
                  </a:cubicBezTo>
                  <a:cubicBezTo>
                    <a:pt x="187435" y="624251"/>
                    <a:pt x="185718" y="626135"/>
                    <a:pt x="185416" y="626572"/>
                  </a:cubicBezTo>
                  <a:cubicBezTo>
                    <a:pt x="185147" y="627009"/>
                    <a:pt x="181646" y="629599"/>
                    <a:pt x="181209" y="629768"/>
                  </a:cubicBezTo>
                  <a:cubicBezTo>
                    <a:pt x="180771" y="629902"/>
                    <a:pt x="175993" y="634107"/>
                    <a:pt x="175420" y="634679"/>
                  </a:cubicBezTo>
                  <a:cubicBezTo>
                    <a:pt x="174848" y="635251"/>
                    <a:pt x="171079" y="638312"/>
                    <a:pt x="170338" y="638749"/>
                  </a:cubicBezTo>
                  <a:cubicBezTo>
                    <a:pt x="169598" y="639187"/>
                    <a:pt x="166872" y="642382"/>
                    <a:pt x="166872" y="642382"/>
                  </a:cubicBezTo>
                  <a:cubicBezTo>
                    <a:pt x="166872" y="642382"/>
                    <a:pt x="161521" y="647159"/>
                    <a:pt x="160646" y="647597"/>
                  </a:cubicBezTo>
                  <a:cubicBezTo>
                    <a:pt x="159771" y="648034"/>
                    <a:pt x="156304" y="648909"/>
                    <a:pt x="156002" y="649480"/>
                  </a:cubicBezTo>
                  <a:cubicBezTo>
                    <a:pt x="155699" y="650052"/>
                    <a:pt x="155429" y="653820"/>
                    <a:pt x="155429" y="653820"/>
                  </a:cubicBezTo>
                  <a:cubicBezTo>
                    <a:pt x="155429" y="653820"/>
                    <a:pt x="155867" y="656713"/>
                    <a:pt x="155867" y="657285"/>
                  </a:cubicBezTo>
                  <a:cubicBezTo>
                    <a:pt x="155867" y="657857"/>
                    <a:pt x="155160" y="661624"/>
                    <a:pt x="154723" y="662062"/>
                  </a:cubicBezTo>
                  <a:cubicBezTo>
                    <a:pt x="154285" y="662499"/>
                    <a:pt x="152973" y="666401"/>
                    <a:pt x="152973" y="666401"/>
                  </a:cubicBezTo>
                  <a:lnTo>
                    <a:pt x="152838" y="667108"/>
                  </a:lnTo>
                  <a:cubicBezTo>
                    <a:pt x="152838" y="667108"/>
                    <a:pt x="151828" y="670438"/>
                    <a:pt x="151694" y="671010"/>
                  </a:cubicBezTo>
                  <a:cubicBezTo>
                    <a:pt x="151559" y="671582"/>
                    <a:pt x="151256" y="674037"/>
                    <a:pt x="151559" y="674777"/>
                  </a:cubicBezTo>
                  <a:cubicBezTo>
                    <a:pt x="151828" y="675484"/>
                    <a:pt x="152131" y="677536"/>
                    <a:pt x="152569" y="677805"/>
                  </a:cubicBezTo>
                  <a:cubicBezTo>
                    <a:pt x="153006" y="678108"/>
                    <a:pt x="153006" y="678949"/>
                    <a:pt x="153881" y="680833"/>
                  </a:cubicBezTo>
                  <a:cubicBezTo>
                    <a:pt x="154756" y="682716"/>
                    <a:pt x="160545" y="686484"/>
                    <a:pt x="160545" y="687056"/>
                  </a:cubicBezTo>
                  <a:cubicBezTo>
                    <a:pt x="160545" y="687628"/>
                    <a:pt x="162430" y="689512"/>
                    <a:pt x="162430" y="689512"/>
                  </a:cubicBezTo>
                  <a:lnTo>
                    <a:pt x="169262" y="691833"/>
                  </a:lnTo>
                  <a:lnTo>
                    <a:pt x="174613" y="691530"/>
                  </a:lnTo>
                  <a:lnTo>
                    <a:pt x="178517" y="692842"/>
                  </a:lnTo>
                  <a:lnTo>
                    <a:pt x="180670" y="695163"/>
                  </a:lnTo>
                  <a:lnTo>
                    <a:pt x="187469" y="695600"/>
                  </a:lnTo>
                  <a:cubicBezTo>
                    <a:pt x="187469" y="695600"/>
                    <a:pt x="190800" y="697181"/>
                    <a:pt x="190800" y="697787"/>
                  </a:cubicBezTo>
                  <a:cubicBezTo>
                    <a:pt x="190800" y="698359"/>
                    <a:pt x="187603" y="701420"/>
                    <a:pt x="187031" y="701420"/>
                  </a:cubicBezTo>
                  <a:cubicBezTo>
                    <a:pt x="186459" y="701420"/>
                    <a:pt x="185012" y="702867"/>
                    <a:pt x="185012" y="702867"/>
                  </a:cubicBezTo>
                  <a:lnTo>
                    <a:pt x="183262" y="705760"/>
                  </a:lnTo>
                  <a:lnTo>
                    <a:pt x="182387" y="709662"/>
                  </a:lnTo>
                  <a:lnTo>
                    <a:pt x="184406" y="712992"/>
                  </a:lnTo>
                  <a:lnTo>
                    <a:pt x="191642" y="713127"/>
                  </a:lnTo>
                  <a:lnTo>
                    <a:pt x="192954" y="712555"/>
                  </a:lnTo>
                  <a:lnTo>
                    <a:pt x="193964" y="712858"/>
                  </a:lnTo>
                  <a:cubicBezTo>
                    <a:pt x="193964" y="712858"/>
                    <a:pt x="194973" y="714607"/>
                    <a:pt x="194973" y="715044"/>
                  </a:cubicBezTo>
                  <a:cubicBezTo>
                    <a:pt x="194973" y="715481"/>
                    <a:pt x="194536" y="717937"/>
                    <a:pt x="194536" y="717937"/>
                  </a:cubicBezTo>
                  <a:lnTo>
                    <a:pt x="194402" y="719821"/>
                  </a:lnTo>
                  <a:lnTo>
                    <a:pt x="196858" y="720830"/>
                  </a:lnTo>
                  <a:lnTo>
                    <a:pt x="197868" y="722277"/>
                  </a:lnTo>
                  <a:lnTo>
                    <a:pt x="199180" y="725304"/>
                  </a:lnTo>
                  <a:cubicBezTo>
                    <a:pt x="199180" y="725304"/>
                    <a:pt x="199046" y="727625"/>
                    <a:pt x="199483" y="727760"/>
                  </a:cubicBezTo>
                  <a:cubicBezTo>
                    <a:pt x="199921" y="727894"/>
                    <a:pt x="199921" y="728769"/>
                    <a:pt x="200796" y="729341"/>
                  </a:cubicBezTo>
                  <a:cubicBezTo>
                    <a:pt x="201671" y="729913"/>
                    <a:pt x="202243" y="730216"/>
                    <a:pt x="203825" y="730518"/>
                  </a:cubicBezTo>
                  <a:cubicBezTo>
                    <a:pt x="205407" y="730821"/>
                    <a:pt x="210623" y="730216"/>
                    <a:pt x="210623" y="730216"/>
                  </a:cubicBezTo>
                  <a:cubicBezTo>
                    <a:pt x="210623" y="730216"/>
                    <a:pt x="211633" y="730081"/>
                    <a:pt x="213248" y="729913"/>
                  </a:cubicBezTo>
                  <a:cubicBezTo>
                    <a:pt x="214830" y="729778"/>
                    <a:pt x="216445" y="729610"/>
                    <a:pt x="217590" y="729341"/>
                  </a:cubicBezTo>
                  <a:cubicBezTo>
                    <a:pt x="218734" y="729072"/>
                    <a:pt x="217892" y="727154"/>
                    <a:pt x="217892" y="727154"/>
                  </a:cubicBezTo>
                  <a:lnTo>
                    <a:pt x="220518" y="724127"/>
                  </a:lnTo>
                  <a:lnTo>
                    <a:pt x="219070" y="720225"/>
                  </a:lnTo>
                  <a:lnTo>
                    <a:pt x="219070" y="716894"/>
                  </a:lnTo>
                  <a:lnTo>
                    <a:pt x="220955" y="714640"/>
                  </a:lnTo>
                  <a:lnTo>
                    <a:pt x="223715" y="714270"/>
                  </a:lnTo>
                  <a:lnTo>
                    <a:pt x="226912" y="714270"/>
                  </a:lnTo>
                  <a:lnTo>
                    <a:pt x="229974" y="714136"/>
                  </a:lnTo>
                  <a:cubicBezTo>
                    <a:pt x="229974" y="714136"/>
                    <a:pt x="230984" y="713699"/>
                    <a:pt x="230984" y="713261"/>
                  </a:cubicBezTo>
                  <a:cubicBezTo>
                    <a:pt x="230984" y="712824"/>
                    <a:pt x="232128" y="711815"/>
                    <a:pt x="232128" y="710368"/>
                  </a:cubicBezTo>
                  <a:cubicBezTo>
                    <a:pt x="232128" y="708922"/>
                    <a:pt x="233138" y="707038"/>
                    <a:pt x="233138" y="707038"/>
                  </a:cubicBezTo>
                  <a:cubicBezTo>
                    <a:pt x="233138" y="707038"/>
                    <a:pt x="233138" y="706735"/>
                    <a:pt x="232431" y="706735"/>
                  </a:cubicBezTo>
                  <a:cubicBezTo>
                    <a:pt x="231724" y="706735"/>
                    <a:pt x="228662" y="703270"/>
                    <a:pt x="228662" y="703270"/>
                  </a:cubicBezTo>
                  <a:cubicBezTo>
                    <a:pt x="228662" y="703270"/>
                    <a:pt x="228224" y="701958"/>
                    <a:pt x="228965" y="701252"/>
                  </a:cubicBezTo>
                  <a:cubicBezTo>
                    <a:pt x="229672" y="700545"/>
                    <a:pt x="231152" y="699671"/>
                    <a:pt x="231152" y="699671"/>
                  </a:cubicBezTo>
                  <a:lnTo>
                    <a:pt x="234047" y="699805"/>
                  </a:lnTo>
                  <a:lnTo>
                    <a:pt x="236806" y="700377"/>
                  </a:lnTo>
                  <a:lnTo>
                    <a:pt x="238994" y="700949"/>
                  </a:lnTo>
                  <a:lnTo>
                    <a:pt x="241753" y="702530"/>
                  </a:lnTo>
                  <a:lnTo>
                    <a:pt x="241753" y="708182"/>
                  </a:lnTo>
                  <a:lnTo>
                    <a:pt x="240744" y="711075"/>
                  </a:lnTo>
                  <a:lnTo>
                    <a:pt x="240475" y="713833"/>
                  </a:lnTo>
                  <a:cubicBezTo>
                    <a:pt x="240475" y="713833"/>
                    <a:pt x="244109" y="716423"/>
                    <a:pt x="244951" y="716592"/>
                  </a:cubicBezTo>
                  <a:cubicBezTo>
                    <a:pt x="245826" y="716726"/>
                    <a:pt x="247408" y="716020"/>
                    <a:pt x="247710" y="715448"/>
                  </a:cubicBezTo>
                  <a:cubicBezTo>
                    <a:pt x="248013" y="714876"/>
                    <a:pt x="248585" y="714136"/>
                    <a:pt x="248585" y="712252"/>
                  </a:cubicBezTo>
                  <a:cubicBezTo>
                    <a:pt x="248585" y="710368"/>
                    <a:pt x="248854" y="709359"/>
                    <a:pt x="248854" y="709359"/>
                  </a:cubicBezTo>
                  <a:lnTo>
                    <a:pt x="251312" y="707610"/>
                  </a:lnTo>
                  <a:lnTo>
                    <a:pt x="253768" y="709494"/>
                  </a:lnTo>
                  <a:lnTo>
                    <a:pt x="254071" y="713127"/>
                  </a:lnTo>
                  <a:lnTo>
                    <a:pt x="253061" y="716020"/>
                  </a:lnTo>
                  <a:lnTo>
                    <a:pt x="252052" y="719350"/>
                  </a:lnTo>
                  <a:lnTo>
                    <a:pt x="252927" y="719922"/>
                  </a:lnTo>
                  <a:lnTo>
                    <a:pt x="253499" y="722108"/>
                  </a:lnTo>
                  <a:lnTo>
                    <a:pt x="253364" y="723689"/>
                  </a:lnTo>
                  <a:lnTo>
                    <a:pt x="252657" y="725136"/>
                  </a:lnTo>
                  <a:lnTo>
                    <a:pt x="249629" y="727457"/>
                  </a:lnTo>
                  <a:lnTo>
                    <a:pt x="247004" y="730653"/>
                  </a:lnTo>
                  <a:lnTo>
                    <a:pt x="245859" y="731225"/>
                  </a:lnTo>
                  <a:lnTo>
                    <a:pt x="242090" y="731662"/>
                  </a:lnTo>
                  <a:lnTo>
                    <a:pt x="240643" y="732234"/>
                  </a:lnTo>
                  <a:lnTo>
                    <a:pt x="238758" y="733243"/>
                  </a:lnTo>
                  <a:cubicBezTo>
                    <a:pt x="238758" y="733243"/>
                    <a:pt x="235730" y="734252"/>
                    <a:pt x="235561" y="734690"/>
                  </a:cubicBezTo>
                  <a:cubicBezTo>
                    <a:pt x="235426" y="735127"/>
                    <a:pt x="233676" y="736708"/>
                    <a:pt x="233676" y="736708"/>
                  </a:cubicBezTo>
                  <a:cubicBezTo>
                    <a:pt x="233676" y="736708"/>
                    <a:pt x="231489" y="738020"/>
                    <a:pt x="231489" y="738457"/>
                  </a:cubicBezTo>
                  <a:cubicBezTo>
                    <a:pt x="231489" y="738895"/>
                    <a:pt x="229739" y="740476"/>
                    <a:pt x="229301" y="740778"/>
                  </a:cubicBezTo>
                  <a:cubicBezTo>
                    <a:pt x="228864" y="741081"/>
                    <a:pt x="228864" y="743100"/>
                    <a:pt x="228426" y="743671"/>
                  </a:cubicBezTo>
                  <a:cubicBezTo>
                    <a:pt x="227989" y="744243"/>
                    <a:pt x="227417" y="744546"/>
                    <a:pt x="226845" y="744546"/>
                  </a:cubicBezTo>
                  <a:cubicBezTo>
                    <a:pt x="226272" y="744546"/>
                    <a:pt x="225835" y="742797"/>
                    <a:pt x="224522" y="742090"/>
                  </a:cubicBezTo>
                  <a:cubicBezTo>
                    <a:pt x="223210" y="741384"/>
                    <a:pt x="221628" y="739063"/>
                    <a:pt x="220753" y="739769"/>
                  </a:cubicBezTo>
                  <a:cubicBezTo>
                    <a:pt x="219878" y="740476"/>
                    <a:pt x="217286" y="741956"/>
                    <a:pt x="217286" y="741956"/>
                  </a:cubicBezTo>
                  <a:cubicBezTo>
                    <a:pt x="217286" y="741956"/>
                    <a:pt x="215099" y="742528"/>
                    <a:pt x="213955" y="742830"/>
                  </a:cubicBezTo>
                  <a:cubicBezTo>
                    <a:pt x="212811" y="743133"/>
                    <a:pt x="210489" y="743268"/>
                    <a:pt x="210185" y="743840"/>
                  </a:cubicBezTo>
                  <a:cubicBezTo>
                    <a:pt x="209883" y="744411"/>
                    <a:pt x="208301" y="746161"/>
                    <a:pt x="208301" y="747473"/>
                  </a:cubicBezTo>
                  <a:cubicBezTo>
                    <a:pt x="208301" y="748785"/>
                    <a:pt x="207729" y="750938"/>
                    <a:pt x="207729" y="750938"/>
                  </a:cubicBezTo>
                  <a:cubicBezTo>
                    <a:pt x="207729" y="750938"/>
                    <a:pt x="207998" y="753965"/>
                    <a:pt x="207998" y="754571"/>
                  </a:cubicBezTo>
                  <a:cubicBezTo>
                    <a:pt x="207998" y="755176"/>
                    <a:pt x="208435" y="760222"/>
                    <a:pt x="208435" y="760794"/>
                  </a:cubicBezTo>
                  <a:cubicBezTo>
                    <a:pt x="208435" y="761366"/>
                    <a:pt x="209614" y="763687"/>
                    <a:pt x="209614" y="763687"/>
                  </a:cubicBezTo>
                  <a:lnTo>
                    <a:pt x="213080" y="767757"/>
                  </a:lnTo>
                  <a:lnTo>
                    <a:pt x="214089" y="769305"/>
                  </a:lnTo>
                  <a:lnTo>
                    <a:pt x="216849" y="774956"/>
                  </a:lnTo>
                  <a:lnTo>
                    <a:pt x="219440" y="778589"/>
                  </a:lnTo>
                  <a:lnTo>
                    <a:pt x="219777" y="782660"/>
                  </a:lnTo>
                  <a:lnTo>
                    <a:pt x="223513" y="782088"/>
                  </a:lnTo>
                  <a:lnTo>
                    <a:pt x="227282" y="782088"/>
                  </a:lnTo>
                  <a:lnTo>
                    <a:pt x="232701" y="782155"/>
                  </a:lnTo>
                  <a:cubicBezTo>
                    <a:pt x="232701" y="782155"/>
                    <a:pt x="238153" y="782727"/>
                    <a:pt x="238422" y="782727"/>
                  </a:cubicBezTo>
                  <a:cubicBezTo>
                    <a:pt x="238691" y="782727"/>
                    <a:pt x="240104" y="782727"/>
                    <a:pt x="241047" y="782660"/>
                  </a:cubicBezTo>
                  <a:cubicBezTo>
                    <a:pt x="241989" y="782593"/>
                    <a:pt x="243133" y="782660"/>
                    <a:pt x="243638" y="782458"/>
                  </a:cubicBezTo>
                  <a:cubicBezTo>
                    <a:pt x="244143" y="782256"/>
                    <a:pt x="244782" y="781516"/>
                    <a:pt x="244782" y="781516"/>
                  </a:cubicBezTo>
                  <a:lnTo>
                    <a:pt x="246297" y="779935"/>
                  </a:lnTo>
                  <a:cubicBezTo>
                    <a:pt x="246297" y="779935"/>
                    <a:pt x="248114" y="779128"/>
                    <a:pt x="248316" y="778858"/>
                  </a:cubicBezTo>
                  <a:cubicBezTo>
                    <a:pt x="248552" y="778556"/>
                    <a:pt x="250571" y="777715"/>
                    <a:pt x="250571" y="777715"/>
                  </a:cubicBezTo>
                  <a:cubicBezTo>
                    <a:pt x="250571" y="777715"/>
                    <a:pt x="253095" y="776268"/>
                    <a:pt x="253331" y="776268"/>
                  </a:cubicBezTo>
                  <a:cubicBezTo>
                    <a:pt x="253566" y="776268"/>
                    <a:pt x="253970" y="778287"/>
                    <a:pt x="254206" y="779094"/>
                  </a:cubicBezTo>
                  <a:cubicBezTo>
                    <a:pt x="254441" y="779901"/>
                    <a:pt x="255788" y="780540"/>
                    <a:pt x="255788" y="780540"/>
                  </a:cubicBezTo>
                  <a:lnTo>
                    <a:pt x="258614" y="781281"/>
                  </a:lnTo>
                  <a:cubicBezTo>
                    <a:pt x="258614" y="781281"/>
                    <a:pt x="260297" y="780540"/>
                    <a:pt x="260499" y="780406"/>
                  </a:cubicBezTo>
                  <a:cubicBezTo>
                    <a:pt x="260701" y="780271"/>
                    <a:pt x="261509" y="779329"/>
                    <a:pt x="262014" y="778959"/>
                  </a:cubicBezTo>
                  <a:cubicBezTo>
                    <a:pt x="262518" y="778589"/>
                    <a:pt x="263326" y="778388"/>
                    <a:pt x="263394" y="778152"/>
                  </a:cubicBezTo>
                  <a:cubicBezTo>
                    <a:pt x="263461" y="777950"/>
                    <a:pt x="264840" y="777076"/>
                    <a:pt x="265581" y="776470"/>
                  </a:cubicBezTo>
                  <a:cubicBezTo>
                    <a:pt x="266321" y="775898"/>
                    <a:pt x="266523" y="775158"/>
                    <a:pt x="267163" y="774654"/>
                  </a:cubicBezTo>
                  <a:cubicBezTo>
                    <a:pt x="267802" y="774149"/>
                    <a:pt x="268846" y="773947"/>
                    <a:pt x="269047" y="773577"/>
                  </a:cubicBezTo>
                  <a:cubicBezTo>
                    <a:pt x="269249" y="773207"/>
                    <a:pt x="270999" y="773005"/>
                    <a:pt x="270999" y="773005"/>
                  </a:cubicBezTo>
                  <a:cubicBezTo>
                    <a:pt x="270999" y="773005"/>
                    <a:pt x="272379" y="772938"/>
                    <a:pt x="272884" y="772871"/>
                  </a:cubicBezTo>
                  <a:cubicBezTo>
                    <a:pt x="273389" y="772803"/>
                    <a:pt x="275072" y="772736"/>
                    <a:pt x="275846" y="772366"/>
                  </a:cubicBezTo>
                  <a:cubicBezTo>
                    <a:pt x="276653" y="771996"/>
                    <a:pt x="277427" y="771794"/>
                    <a:pt x="278437" y="771357"/>
                  </a:cubicBezTo>
                  <a:cubicBezTo>
                    <a:pt x="279447" y="770920"/>
                    <a:pt x="279884" y="770920"/>
                    <a:pt x="280456" y="770650"/>
                  </a:cubicBezTo>
                  <a:cubicBezTo>
                    <a:pt x="281028" y="770348"/>
                    <a:pt x="282206" y="770718"/>
                    <a:pt x="282408" y="770348"/>
                  </a:cubicBezTo>
                  <a:cubicBezTo>
                    <a:pt x="282610" y="769978"/>
                    <a:pt x="284663" y="769103"/>
                    <a:pt x="285437" y="768262"/>
                  </a:cubicBezTo>
                  <a:cubicBezTo>
                    <a:pt x="286245" y="767387"/>
                    <a:pt x="287759" y="768195"/>
                    <a:pt x="289577" y="768262"/>
                  </a:cubicBezTo>
                  <a:cubicBezTo>
                    <a:pt x="291394" y="768329"/>
                    <a:pt x="291596" y="769406"/>
                    <a:pt x="292471" y="769708"/>
                  </a:cubicBezTo>
                  <a:cubicBezTo>
                    <a:pt x="293346" y="770011"/>
                    <a:pt x="293548" y="772332"/>
                    <a:pt x="293615" y="772736"/>
                  </a:cubicBezTo>
                  <a:cubicBezTo>
                    <a:pt x="293683" y="773173"/>
                    <a:pt x="293615" y="774048"/>
                    <a:pt x="293413" y="774822"/>
                  </a:cubicBezTo>
                  <a:cubicBezTo>
                    <a:pt x="293211" y="775629"/>
                    <a:pt x="291596" y="776571"/>
                    <a:pt x="290788" y="777008"/>
                  </a:cubicBezTo>
                  <a:cubicBezTo>
                    <a:pt x="289981" y="777446"/>
                    <a:pt x="289543" y="779329"/>
                    <a:pt x="289543" y="779531"/>
                  </a:cubicBezTo>
                  <a:cubicBezTo>
                    <a:pt x="289543" y="779733"/>
                    <a:pt x="290856" y="781482"/>
                    <a:pt x="290856" y="781482"/>
                  </a:cubicBezTo>
                  <a:lnTo>
                    <a:pt x="292605" y="783568"/>
                  </a:lnTo>
                  <a:cubicBezTo>
                    <a:pt x="292605" y="783568"/>
                    <a:pt x="293683" y="788580"/>
                    <a:pt x="293716" y="788849"/>
                  </a:cubicBezTo>
                  <a:cubicBezTo>
                    <a:pt x="293716" y="789152"/>
                    <a:pt x="294221" y="790363"/>
                    <a:pt x="294221" y="790666"/>
                  </a:cubicBezTo>
                  <a:cubicBezTo>
                    <a:pt x="294221" y="790969"/>
                    <a:pt x="295971" y="793256"/>
                    <a:pt x="296240" y="793424"/>
                  </a:cubicBezTo>
                  <a:cubicBezTo>
                    <a:pt x="296543" y="793559"/>
                    <a:pt x="297317" y="794232"/>
                    <a:pt x="297687" y="794366"/>
                  </a:cubicBezTo>
                  <a:cubicBezTo>
                    <a:pt x="298057" y="794501"/>
                    <a:pt x="299202" y="796755"/>
                    <a:pt x="299269" y="797058"/>
                  </a:cubicBezTo>
                  <a:cubicBezTo>
                    <a:pt x="299336" y="797360"/>
                    <a:pt x="299336" y="798874"/>
                    <a:pt x="299336" y="799143"/>
                  </a:cubicBezTo>
                  <a:cubicBezTo>
                    <a:pt x="299336" y="799446"/>
                    <a:pt x="298832" y="800287"/>
                    <a:pt x="298461" y="800724"/>
                  </a:cubicBezTo>
                  <a:cubicBezTo>
                    <a:pt x="298091" y="801162"/>
                    <a:pt x="296779" y="801666"/>
                    <a:pt x="296442" y="802238"/>
                  </a:cubicBezTo>
                  <a:cubicBezTo>
                    <a:pt x="296072" y="802810"/>
                    <a:pt x="294120" y="804996"/>
                    <a:pt x="293851" y="805266"/>
                  </a:cubicBezTo>
                  <a:cubicBezTo>
                    <a:pt x="293548" y="805568"/>
                    <a:pt x="293851" y="806712"/>
                    <a:pt x="293851" y="806914"/>
                  </a:cubicBezTo>
                  <a:cubicBezTo>
                    <a:pt x="293851" y="807116"/>
                    <a:pt x="294793" y="809100"/>
                    <a:pt x="294995" y="809302"/>
                  </a:cubicBezTo>
                  <a:cubicBezTo>
                    <a:pt x="295231" y="809538"/>
                    <a:pt x="298192" y="812128"/>
                    <a:pt x="298192" y="812128"/>
                  </a:cubicBezTo>
                  <a:cubicBezTo>
                    <a:pt x="298192" y="812128"/>
                    <a:pt x="300279" y="812868"/>
                    <a:pt x="300515" y="813003"/>
                  </a:cubicBezTo>
                  <a:cubicBezTo>
                    <a:pt x="300750" y="813137"/>
                    <a:pt x="301221" y="816266"/>
                    <a:pt x="301221" y="816266"/>
                  </a:cubicBezTo>
                  <a:cubicBezTo>
                    <a:pt x="301221" y="816266"/>
                    <a:pt x="300784" y="821850"/>
                    <a:pt x="300144" y="822354"/>
                  </a:cubicBezTo>
                  <a:cubicBezTo>
                    <a:pt x="299505" y="822859"/>
                    <a:pt x="299572" y="824877"/>
                    <a:pt x="299572" y="825618"/>
                  </a:cubicBezTo>
                  <a:cubicBezTo>
                    <a:pt x="299572" y="826358"/>
                    <a:pt x="300582" y="827367"/>
                    <a:pt x="300885" y="827636"/>
                  </a:cubicBezTo>
                  <a:cubicBezTo>
                    <a:pt x="301188" y="827939"/>
                    <a:pt x="303846" y="829957"/>
                    <a:pt x="304082" y="830226"/>
                  </a:cubicBezTo>
                  <a:cubicBezTo>
                    <a:pt x="304284" y="830529"/>
                    <a:pt x="305327" y="831101"/>
                    <a:pt x="306606" y="831740"/>
                  </a:cubicBezTo>
                  <a:cubicBezTo>
                    <a:pt x="307918" y="832379"/>
                    <a:pt x="308423" y="833624"/>
                    <a:pt x="309433" y="834566"/>
                  </a:cubicBezTo>
                  <a:cubicBezTo>
                    <a:pt x="310443" y="835508"/>
                    <a:pt x="310510" y="837324"/>
                    <a:pt x="310510" y="837526"/>
                  </a:cubicBezTo>
                  <a:cubicBezTo>
                    <a:pt x="310510" y="837728"/>
                    <a:pt x="312024" y="838670"/>
                    <a:pt x="312024" y="838670"/>
                  </a:cubicBezTo>
                  <a:cubicBezTo>
                    <a:pt x="312024" y="838670"/>
                    <a:pt x="314784" y="839679"/>
                    <a:pt x="314986" y="839679"/>
                  </a:cubicBezTo>
                  <a:cubicBezTo>
                    <a:pt x="315188" y="839679"/>
                    <a:pt x="318890" y="842067"/>
                    <a:pt x="319025" y="842370"/>
                  </a:cubicBezTo>
                  <a:cubicBezTo>
                    <a:pt x="319159" y="842673"/>
                    <a:pt x="319327" y="843379"/>
                    <a:pt x="319596" y="843817"/>
                  </a:cubicBezTo>
                  <a:cubicBezTo>
                    <a:pt x="319899" y="844254"/>
                    <a:pt x="323568" y="847382"/>
                    <a:pt x="323568" y="847382"/>
                  </a:cubicBezTo>
                  <a:cubicBezTo>
                    <a:pt x="323568" y="847382"/>
                    <a:pt x="330534" y="847382"/>
                    <a:pt x="330736" y="847517"/>
                  </a:cubicBezTo>
                  <a:cubicBezTo>
                    <a:pt x="330938" y="847652"/>
                    <a:pt x="332991" y="850107"/>
                    <a:pt x="334304" y="851049"/>
                  </a:cubicBezTo>
                  <a:cubicBezTo>
                    <a:pt x="335616" y="851991"/>
                    <a:pt x="337366" y="853370"/>
                    <a:pt x="337770" y="853740"/>
                  </a:cubicBezTo>
                  <a:cubicBezTo>
                    <a:pt x="338208" y="854110"/>
                    <a:pt x="339857" y="855422"/>
                    <a:pt x="341909" y="856701"/>
                  </a:cubicBezTo>
                  <a:cubicBezTo>
                    <a:pt x="343929" y="858013"/>
                    <a:pt x="344232" y="857945"/>
                    <a:pt x="346251" y="858652"/>
                  </a:cubicBezTo>
                  <a:cubicBezTo>
                    <a:pt x="348270" y="859392"/>
                    <a:pt x="347698" y="858517"/>
                    <a:pt x="348270" y="858214"/>
                  </a:cubicBezTo>
                  <a:cubicBezTo>
                    <a:pt x="348843" y="857912"/>
                    <a:pt x="349785" y="857508"/>
                    <a:pt x="349953" y="857272"/>
                  </a:cubicBezTo>
                  <a:cubicBezTo>
                    <a:pt x="350088" y="857071"/>
                    <a:pt x="352040" y="855389"/>
                    <a:pt x="353083" y="854514"/>
                  </a:cubicBezTo>
                  <a:cubicBezTo>
                    <a:pt x="354092" y="853639"/>
                    <a:pt x="356347" y="851756"/>
                    <a:pt x="357492" y="850982"/>
                  </a:cubicBezTo>
                  <a:cubicBezTo>
                    <a:pt x="358669" y="850175"/>
                    <a:pt x="360756" y="850679"/>
                    <a:pt x="360958" y="850679"/>
                  </a:cubicBezTo>
                  <a:cubicBezTo>
                    <a:pt x="361193" y="850679"/>
                    <a:pt x="364357" y="851251"/>
                    <a:pt x="365300" y="851318"/>
                  </a:cubicBezTo>
                  <a:cubicBezTo>
                    <a:pt x="366242" y="851386"/>
                    <a:pt x="369002" y="851621"/>
                    <a:pt x="369002" y="851621"/>
                  </a:cubicBezTo>
                  <a:lnTo>
                    <a:pt x="371256" y="851419"/>
                  </a:lnTo>
                  <a:lnTo>
                    <a:pt x="373511" y="850679"/>
                  </a:lnTo>
                  <a:lnTo>
                    <a:pt x="373713" y="846844"/>
                  </a:lnTo>
                  <a:cubicBezTo>
                    <a:pt x="373713" y="846844"/>
                    <a:pt x="372905" y="844523"/>
                    <a:pt x="372771" y="843817"/>
                  </a:cubicBezTo>
                  <a:cubicBezTo>
                    <a:pt x="372636" y="843077"/>
                    <a:pt x="372266" y="841866"/>
                    <a:pt x="372333" y="840856"/>
                  </a:cubicBezTo>
                  <a:cubicBezTo>
                    <a:pt x="372401" y="839847"/>
                    <a:pt x="373040" y="838905"/>
                    <a:pt x="373343" y="838333"/>
                  </a:cubicBezTo>
                  <a:cubicBezTo>
                    <a:pt x="373646" y="837761"/>
                    <a:pt x="374655" y="837324"/>
                    <a:pt x="374925" y="837089"/>
                  </a:cubicBezTo>
                  <a:cubicBezTo>
                    <a:pt x="375194" y="836887"/>
                    <a:pt x="376237" y="837089"/>
                    <a:pt x="376506" y="837156"/>
                  </a:cubicBezTo>
                  <a:cubicBezTo>
                    <a:pt x="376776" y="837223"/>
                    <a:pt x="377752" y="837728"/>
                    <a:pt x="377752" y="837728"/>
                  </a:cubicBezTo>
                  <a:cubicBezTo>
                    <a:pt x="377752" y="837728"/>
                    <a:pt x="380579" y="839477"/>
                    <a:pt x="380781" y="839612"/>
                  </a:cubicBezTo>
                  <a:cubicBezTo>
                    <a:pt x="381016" y="839746"/>
                    <a:pt x="383406" y="841866"/>
                    <a:pt x="383675" y="841866"/>
                  </a:cubicBezTo>
                  <a:cubicBezTo>
                    <a:pt x="383978" y="841866"/>
                    <a:pt x="386872" y="843009"/>
                    <a:pt x="387141" y="843009"/>
                  </a:cubicBezTo>
                  <a:cubicBezTo>
                    <a:pt x="387411" y="843009"/>
                    <a:pt x="388454" y="844523"/>
                    <a:pt x="388454" y="844523"/>
                  </a:cubicBezTo>
                  <a:cubicBezTo>
                    <a:pt x="388454" y="844523"/>
                    <a:pt x="388588" y="846609"/>
                    <a:pt x="388891" y="847853"/>
                  </a:cubicBezTo>
                  <a:cubicBezTo>
                    <a:pt x="389161" y="849098"/>
                    <a:pt x="389834" y="849670"/>
                    <a:pt x="390204" y="850612"/>
                  </a:cubicBezTo>
                  <a:cubicBezTo>
                    <a:pt x="390574" y="851554"/>
                    <a:pt x="391718" y="853438"/>
                    <a:pt x="391886" y="853639"/>
                  </a:cubicBezTo>
                  <a:cubicBezTo>
                    <a:pt x="392021" y="853841"/>
                    <a:pt x="393603" y="855456"/>
                    <a:pt x="393603" y="855456"/>
                  </a:cubicBezTo>
                  <a:cubicBezTo>
                    <a:pt x="393603" y="855456"/>
                    <a:pt x="396228" y="855523"/>
                    <a:pt x="397002" y="855321"/>
                  </a:cubicBezTo>
                  <a:cubicBezTo>
                    <a:pt x="397810" y="855086"/>
                    <a:pt x="400199" y="854379"/>
                    <a:pt x="400401" y="854312"/>
                  </a:cubicBezTo>
                  <a:cubicBezTo>
                    <a:pt x="400603" y="854245"/>
                    <a:pt x="403295" y="853572"/>
                    <a:pt x="403295" y="853572"/>
                  </a:cubicBezTo>
                  <a:lnTo>
                    <a:pt x="406695" y="853269"/>
                  </a:lnTo>
                  <a:cubicBezTo>
                    <a:pt x="406695" y="853269"/>
                    <a:pt x="411272" y="851386"/>
                    <a:pt x="411608" y="851386"/>
                  </a:cubicBezTo>
                  <a:cubicBezTo>
                    <a:pt x="411979" y="851386"/>
                    <a:pt x="414570" y="850309"/>
                    <a:pt x="414570" y="850309"/>
                  </a:cubicBezTo>
                  <a:lnTo>
                    <a:pt x="418272" y="846844"/>
                  </a:lnTo>
                  <a:lnTo>
                    <a:pt x="421604" y="844658"/>
                  </a:lnTo>
                  <a:cubicBezTo>
                    <a:pt x="421604" y="844658"/>
                    <a:pt x="423488" y="841260"/>
                    <a:pt x="423556" y="840957"/>
                  </a:cubicBezTo>
                  <a:cubicBezTo>
                    <a:pt x="423623" y="840654"/>
                    <a:pt x="426315" y="837492"/>
                    <a:pt x="426686" y="836988"/>
                  </a:cubicBezTo>
                  <a:cubicBezTo>
                    <a:pt x="427056" y="836483"/>
                    <a:pt x="429008" y="835911"/>
                    <a:pt x="429378" y="835609"/>
                  </a:cubicBezTo>
                  <a:cubicBezTo>
                    <a:pt x="429748" y="835306"/>
                    <a:pt x="431700" y="834364"/>
                    <a:pt x="432407" y="834027"/>
                  </a:cubicBezTo>
                  <a:cubicBezTo>
                    <a:pt x="433147" y="833657"/>
                    <a:pt x="435032" y="833086"/>
                    <a:pt x="436311" y="832951"/>
                  </a:cubicBezTo>
                  <a:cubicBezTo>
                    <a:pt x="437623" y="832816"/>
                    <a:pt x="438902" y="832446"/>
                    <a:pt x="438902" y="832446"/>
                  </a:cubicBezTo>
                  <a:cubicBezTo>
                    <a:pt x="438902" y="832446"/>
                    <a:pt x="441157" y="832446"/>
                    <a:pt x="441662" y="832446"/>
                  </a:cubicBezTo>
                  <a:cubicBezTo>
                    <a:pt x="442167" y="832446"/>
                    <a:pt x="443681" y="833657"/>
                    <a:pt x="443681" y="833657"/>
                  </a:cubicBezTo>
                  <a:lnTo>
                    <a:pt x="443816" y="835575"/>
                  </a:lnTo>
                  <a:lnTo>
                    <a:pt x="442738" y="837526"/>
                  </a:lnTo>
                  <a:lnTo>
                    <a:pt x="441662" y="842807"/>
                  </a:lnTo>
                  <a:lnTo>
                    <a:pt x="442167" y="847012"/>
                  </a:lnTo>
                  <a:cubicBezTo>
                    <a:pt x="442167" y="847012"/>
                    <a:pt x="442604" y="852462"/>
                    <a:pt x="442537" y="852664"/>
                  </a:cubicBezTo>
                  <a:cubicBezTo>
                    <a:pt x="442469" y="852899"/>
                    <a:pt x="444792" y="855490"/>
                    <a:pt x="445061" y="855725"/>
                  </a:cubicBezTo>
                  <a:cubicBezTo>
                    <a:pt x="445364" y="855927"/>
                    <a:pt x="448258" y="859055"/>
                    <a:pt x="448258" y="859055"/>
                  </a:cubicBezTo>
                  <a:lnTo>
                    <a:pt x="453037" y="863193"/>
                  </a:lnTo>
                  <a:lnTo>
                    <a:pt x="460273" y="868037"/>
                  </a:lnTo>
                  <a:lnTo>
                    <a:pt x="470335" y="870560"/>
                  </a:lnTo>
                  <a:cubicBezTo>
                    <a:pt x="470335" y="870560"/>
                    <a:pt x="476629" y="871569"/>
                    <a:pt x="476932" y="871569"/>
                  </a:cubicBezTo>
                  <a:cubicBezTo>
                    <a:pt x="477234" y="871569"/>
                    <a:pt x="481004" y="872309"/>
                    <a:pt x="481576" y="872208"/>
                  </a:cubicBezTo>
                  <a:cubicBezTo>
                    <a:pt x="482148" y="872141"/>
                    <a:pt x="486355" y="872208"/>
                    <a:pt x="486355" y="872208"/>
                  </a:cubicBezTo>
                  <a:cubicBezTo>
                    <a:pt x="486355" y="872208"/>
                    <a:pt x="490259" y="870964"/>
                    <a:pt x="490562" y="870964"/>
                  </a:cubicBezTo>
                  <a:cubicBezTo>
                    <a:pt x="490865" y="870964"/>
                    <a:pt x="493894" y="869080"/>
                    <a:pt x="494095" y="869080"/>
                  </a:cubicBezTo>
                  <a:cubicBezTo>
                    <a:pt x="494298" y="869080"/>
                    <a:pt x="497932" y="865817"/>
                    <a:pt x="497932" y="865817"/>
                  </a:cubicBezTo>
                  <a:lnTo>
                    <a:pt x="504024" y="861982"/>
                  </a:lnTo>
                  <a:lnTo>
                    <a:pt x="511428" y="857777"/>
                  </a:lnTo>
                  <a:lnTo>
                    <a:pt x="513683" y="855019"/>
                  </a:lnTo>
                  <a:cubicBezTo>
                    <a:pt x="513683" y="855019"/>
                    <a:pt x="516139" y="855019"/>
                    <a:pt x="516947" y="855019"/>
                  </a:cubicBezTo>
                  <a:cubicBezTo>
                    <a:pt x="517755" y="855019"/>
                    <a:pt x="520649" y="855019"/>
                    <a:pt x="520649" y="855019"/>
                  </a:cubicBezTo>
                  <a:cubicBezTo>
                    <a:pt x="520649" y="855019"/>
                    <a:pt x="522466" y="855019"/>
                    <a:pt x="522735" y="855019"/>
                  </a:cubicBezTo>
                  <a:cubicBezTo>
                    <a:pt x="523039" y="855019"/>
                    <a:pt x="524418" y="855490"/>
                    <a:pt x="524688" y="855557"/>
                  </a:cubicBezTo>
                  <a:cubicBezTo>
                    <a:pt x="524991" y="855624"/>
                    <a:pt x="526202" y="856835"/>
                    <a:pt x="526505" y="857037"/>
                  </a:cubicBezTo>
                  <a:cubicBezTo>
                    <a:pt x="526808" y="857239"/>
                    <a:pt x="527817" y="858282"/>
                    <a:pt x="528121" y="858652"/>
                  </a:cubicBezTo>
                  <a:cubicBezTo>
                    <a:pt x="528390" y="859022"/>
                    <a:pt x="528760" y="859896"/>
                    <a:pt x="528995" y="860031"/>
                  </a:cubicBezTo>
                  <a:cubicBezTo>
                    <a:pt x="529231" y="860166"/>
                    <a:pt x="530375" y="860670"/>
                    <a:pt x="531688" y="860906"/>
                  </a:cubicBezTo>
                  <a:cubicBezTo>
                    <a:pt x="533000" y="861141"/>
                    <a:pt x="533774" y="861276"/>
                    <a:pt x="533774" y="861276"/>
                  </a:cubicBezTo>
                  <a:cubicBezTo>
                    <a:pt x="533774" y="861276"/>
                    <a:pt x="538654" y="863227"/>
                    <a:pt x="538991" y="863294"/>
                  </a:cubicBezTo>
                  <a:cubicBezTo>
                    <a:pt x="539361" y="863361"/>
                    <a:pt x="540068" y="863361"/>
                    <a:pt x="540068" y="863361"/>
                  </a:cubicBezTo>
                  <a:cubicBezTo>
                    <a:pt x="540068" y="863361"/>
                    <a:pt x="542222" y="862621"/>
                    <a:pt x="542323" y="862419"/>
                  </a:cubicBezTo>
                  <a:cubicBezTo>
                    <a:pt x="542390" y="862217"/>
                    <a:pt x="544645" y="860098"/>
                    <a:pt x="544645" y="860098"/>
                  </a:cubicBezTo>
                  <a:cubicBezTo>
                    <a:pt x="544645" y="860098"/>
                    <a:pt x="546664" y="859594"/>
                    <a:pt x="547034" y="859594"/>
                  </a:cubicBezTo>
                  <a:cubicBezTo>
                    <a:pt x="547405" y="859594"/>
                    <a:pt x="549559" y="861040"/>
                    <a:pt x="550164" y="861040"/>
                  </a:cubicBezTo>
                  <a:cubicBezTo>
                    <a:pt x="550736" y="861040"/>
                    <a:pt x="552352" y="864808"/>
                    <a:pt x="552352" y="864808"/>
                  </a:cubicBezTo>
                  <a:lnTo>
                    <a:pt x="551409" y="868003"/>
                  </a:lnTo>
                  <a:lnTo>
                    <a:pt x="554371" y="873655"/>
                  </a:lnTo>
                  <a:cubicBezTo>
                    <a:pt x="554371" y="873655"/>
                    <a:pt x="557333" y="876178"/>
                    <a:pt x="557635" y="876346"/>
                  </a:cubicBezTo>
                  <a:cubicBezTo>
                    <a:pt x="557938" y="876481"/>
                    <a:pt x="560227" y="878533"/>
                    <a:pt x="560597" y="878600"/>
                  </a:cubicBezTo>
                  <a:cubicBezTo>
                    <a:pt x="560967" y="878667"/>
                    <a:pt x="563693" y="880551"/>
                    <a:pt x="564366" y="881056"/>
                  </a:cubicBezTo>
                  <a:cubicBezTo>
                    <a:pt x="565006" y="881560"/>
                    <a:pt x="566621" y="883309"/>
                    <a:pt x="566621" y="883511"/>
                  </a:cubicBezTo>
                  <a:cubicBezTo>
                    <a:pt x="566621" y="883713"/>
                    <a:pt x="565174" y="885967"/>
                    <a:pt x="565174" y="885967"/>
                  </a:cubicBezTo>
                  <a:cubicBezTo>
                    <a:pt x="565174" y="885967"/>
                    <a:pt x="562212" y="887985"/>
                    <a:pt x="561977" y="888053"/>
                  </a:cubicBezTo>
                  <a:cubicBezTo>
                    <a:pt x="561775" y="888120"/>
                    <a:pt x="560025" y="890374"/>
                    <a:pt x="559722" y="890677"/>
                  </a:cubicBezTo>
                  <a:cubicBezTo>
                    <a:pt x="559453" y="890979"/>
                    <a:pt x="558712" y="891753"/>
                    <a:pt x="558342" y="892258"/>
                  </a:cubicBezTo>
                  <a:cubicBezTo>
                    <a:pt x="557972" y="892762"/>
                    <a:pt x="557467" y="896160"/>
                    <a:pt x="557400" y="896395"/>
                  </a:cubicBezTo>
                  <a:cubicBezTo>
                    <a:pt x="557333" y="896597"/>
                    <a:pt x="557905" y="899221"/>
                    <a:pt x="557905" y="899221"/>
                  </a:cubicBezTo>
                  <a:lnTo>
                    <a:pt x="561102" y="906252"/>
                  </a:lnTo>
                  <a:cubicBezTo>
                    <a:pt x="561102" y="906252"/>
                    <a:pt x="563054" y="908842"/>
                    <a:pt x="563188" y="909077"/>
                  </a:cubicBezTo>
                  <a:cubicBezTo>
                    <a:pt x="563323" y="909279"/>
                    <a:pt x="563256" y="911533"/>
                    <a:pt x="563256" y="911533"/>
                  </a:cubicBezTo>
                  <a:cubicBezTo>
                    <a:pt x="563256" y="911533"/>
                    <a:pt x="563256" y="912845"/>
                    <a:pt x="563256" y="913720"/>
                  </a:cubicBezTo>
                  <a:cubicBezTo>
                    <a:pt x="563256" y="914594"/>
                    <a:pt x="562987" y="914729"/>
                    <a:pt x="562751" y="915906"/>
                  </a:cubicBezTo>
                  <a:cubicBezTo>
                    <a:pt x="562549" y="917050"/>
                    <a:pt x="562751" y="916916"/>
                    <a:pt x="563391" y="918160"/>
                  </a:cubicBezTo>
                  <a:cubicBezTo>
                    <a:pt x="564030" y="919405"/>
                    <a:pt x="566419" y="920481"/>
                    <a:pt x="566722" y="920414"/>
                  </a:cubicBezTo>
                  <a:cubicBezTo>
                    <a:pt x="567025" y="920347"/>
                    <a:pt x="568910" y="918766"/>
                    <a:pt x="569246" y="918598"/>
                  </a:cubicBezTo>
                  <a:cubicBezTo>
                    <a:pt x="569617" y="918463"/>
                    <a:pt x="570323" y="916276"/>
                    <a:pt x="570323" y="916276"/>
                  </a:cubicBezTo>
                  <a:cubicBezTo>
                    <a:pt x="570323" y="916276"/>
                    <a:pt x="571770" y="915704"/>
                    <a:pt x="571972" y="915469"/>
                  </a:cubicBezTo>
                  <a:cubicBezTo>
                    <a:pt x="572174" y="915234"/>
                    <a:pt x="573217" y="912778"/>
                    <a:pt x="573554" y="912576"/>
                  </a:cubicBezTo>
                  <a:cubicBezTo>
                    <a:pt x="573924" y="912341"/>
                    <a:pt x="574934" y="911769"/>
                    <a:pt x="576179" y="911701"/>
                  </a:cubicBezTo>
                  <a:cubicBezTo>
                    <a:pt x="577424" y="911600"/>
                    <a:pt x="576819" y="912744"/>
                    <a:pt x="576987" y="913182"/>
                  </a:cubicBezTo>
                  <a:cubicBezTo>
                    <a:pt x="577121" y="913619"/>
                    <a:pt x="580251" y="914561"/>
                    <a:pt x="580554" y="914561"/>
                  </a:cubicBezTo>
                  <a:cubicBezTo>
                    <a:pt x="580823" y="914561"/>
                    <a:pt x="581295" y="914426"/>
                    <a:pt x="581295" y="914123"/>
                  </a:cubicBezTo>
                  <a:cubicBezTo>
                    <a:pt x="581295" y="913821"/>
                    <a:pt x="582170" y="912812"/>
                    <a:pt x="582372" y="912610"/>
                  </a:cubicBezTo>
                  <a:cubicBezTo>
                    <a:pt x="582607" y="912374"/>
                    <a:pt x="584324" y="912105"/>
                    <a:pt x="584559" y="912105"/>
                  </a:cubicBezTo>
                  <a:cubicBezTo>
                    <a:pt x="584795" y="912105"/>
                    <a:pt x="587655" y="912408"/>
                    <a:pt x="588530" y="912408"/>
                  </a:cubicBezTo>
                  <a:cubicBezTo>
                    <a:pt x="589405" y="912408"/>
                    <a:pt x="591357" y="912038"/>
                    <a:pt x="591660" y="911836"/>
                  </a:cubicBezTo>
                  <a:cubicBezTo>
                    <a:pt x="591963" y="911600"/>
                    <a:pt x="593982" y="911903"/>
                    <a:pt x="594790" y="911836"/>
                  </a:cubicBezTo>
                  <a:cubicBezTo>
                    <a:pt x="595598" y="911769"/>
                    <a:pt x="598492" y="912273"/>
                    <a:pt x="598761" y="912341"/>
                  </a:cubicBezTo>
                  <a:cubicBezTo>
                    <a:pt x="599064" y="912408"/>
                    <a:pt x="602396" y="914224"/>
                    <a:pt x="602396" y="914224"/>
                  </a:cubicBezTo>
                  <a:lnTo>
                    <a:pt x="606233" y="914224"/>
                  </a:lnTo>
                  <a:lnTo>
                    <a:pt x="610507" y="915301"/>
                  </a:lnTo>
                  <a:lnTo>
                    <a:pt x="613401" y="917050"/>
                  </a:lnTo>
                  <a:cubicBezTo>
                    <a:pt x="613401" y="917050"/>
                    <a:pt x="612391" y="920313"/>
                    <a:pt x="612089" y="920246"/>
                  </a:cubicBezTo>
                  <a:cubicBezTo>
                    <a:pt x="611786" y="920179"/>
                    <a:pt x="610406" y="920448"/>
                    <a:pt x="609699" y="920313"/>
                  </a:cubicBezTo>
                  <a:cubicBezTo>
                    <a:pt x="608959" y="920179"/>
                    <a:pt x="608252" y="919371"/>
                    <a:pt x="607814" y="919001"/>
                  </a:cubicBezTo>
                  <a:cubicBezTo>
                    <a:pt x="607377" y="918631"/>
                    <a:pt x="607007" y="919371"/>
                    <a:pt x="606939" y="919640"/>
                  </a:cubicBezTo>
                  <a:cubicBezTo>
                    <a:pt x="606872" y="919943"/>
                    <a:pt x="606637" y="920952"/>
                    <a:pt x="606637" y="920952"/>
                  </a:cubicBezTo>
                  <a:lnTo>
                    <a:pt x="606132" y="922096"/>
                  </a:lnTo>
                  <a:cubicBezTo>
                    <a:pt x="606132" y="922096"/>
                    <a:pt x="605055" y="922298"/>
                    <a:pt x="604180" y="922298"/>
                  </a:cubicBezTo>
                  <a:cubicBezTo>
                    <a:pt x="603305" y="922298"/>
                    <a:pt x="603540" y="922601"/>
                    <a:pt x="603540" y="922601"/>
                  </a:cubicBezTo>
                  <a:lnTo>
                    <a:pt x="602295" y="923105"/>
                  </a:lnTo>
                  <a:cubicBezTo>
                    <a:pt x="602295" y="923105"/>
                    <a:pt x="601588" y="923240"/>
                    <a:pt x="600848" y="923408"/>
                  </a:cubicBezTo>
                  <a:cubicBezTo>
                    <a:pt x="600141" y="923543"/>
                    <a:pt x="600040" y="924484"/>
                    <a:pt x="600040" y="924484"/>
                  </a:cubicBezTo>
                  <a:lnTo>
                    <a:pt x="599838" y="925796"/>
                  </a:lnTo>
                  <a:lnTo>
                    <a:pt x="600141" y="926940"/>
                  </a:lnTo>
                  <a:lnTo>
                    <a:pt x="601588" y="929026"/>
                  </a:lnTo>
                  <a:lnTo>
                    <a:pt x="602598" y="930035"/>
                  </a:lnTo>
                  <a:lnTo>
                    <a:pt x="604180" y="931481"/>
                  </a:lnTo>
                  <a:lnTo>
                    <a:pt x="604920" y="932793"/>
                  </a:lnTo>
                  <a:cubicBezTo>
                    <a:pt x="604920" y="932793"/>
                    <a:pt x="604011" y="935047"/>
                    <a:pt x="604550" y="935586"/>
                  </a:cubicBezTo>
                  <a:cubicBezTo>
                    <a:pt x="605089" y="936124"/>
                    <a:pt x="607377" y="938949"/>
                    <a:pt x="607377" y="938949"/>
                  </a:cubicBezTo>
                  <a:cubicBezTo>
                    <a:pt x="607377" y="938949"/>
                    <a:pt x="610843" y="941775"/>
                    <a:pt x="612156" y="942549"/>
                  </a:cubicBezTo>
                  <a:cubicBezTo>
                    <a:pt x="613469" y="943323"/>
                    <a:pt x="614444" y="945038"/>
                    <a:pt x="614882" y="945913"/>
                  </a:cubicBezTo>
                  <a:cubicBezTo>
                    <a:pt x="615319" y="946788"/>
                    <a:pt x="615555" y="947965"/>
                    <a:pt x="615858" y="948940"/>
                  </a:cubicBezTo>
                  <a:cubicBezTo>
                    <a:pt x="616194" y="949916"/>
                    <a:pt x="620199" y="954491"/>
                    <a:pt x="620334" y="954794"/>
                  </a:cubicBezTo>
                  <a:cubicBezTo>
                    <a:pt x="620435" y="955130"/>
                    <a:pt x="620973" y="956543"/>
                    <a:pt x="621411" y="957956"/>
                  </a:cubicBezTo>
                  <a:cubicBezTo>
                    <a:pt x="621848" y="959369"/>
                    <a:pt x="624473" y="957956"/>
                    <a:pt x="625651" y="957519"/>
                  </a:cubicBezTo>
                  <a:cubicBezTo>
                    <a:pt x="626829" y="957081"/>
                    <a:pt x="626964" y="955769"/>
                    <a:pt x="627267" y="955231"/>
                  </a:cubicBezTo>
                  <a:cubicBezTo>
                    <a:pt x="627603" y="954693"/>
                    <a:pt x="629892" y="954592"/>
                    <a:pt x="630195" y="954457"/>
                  </a:cubicBezTo>
                  <a:cubicBezTo>
                    <a:pt x="630531" y="954356"/>
                    <a:pt x="632584" y="955097"/>
                    <a:pt x="632584" y="955097"/>
                  </a:cubicBezTo>
                  <a:cubicBezTo>
                    <a:pt x="632584" y="955097"/>
                    <a:pt x="632921" y="956509"/>
                    <a:pt x="632786" y="958662"/>
                  </a:cubicBezTo>
                  <a:cubicBezTo>
                    <a:pt x="632685" y="960849"/>
                    <a:pt x="632248" y="962262"/>
                    <a:pt x="631810" y="963338"/>
                  </a:cubicBezTo>
                  <a:cubicBezTo>
                    <a:pt x="631373" y="964415"/>
                    <a:pt x="631608" y="965390"/>
                    <a:pt x="631608" y="965390"/>
                  </a:cubicBezTo>
                  <a:cubicBezTo>
                    <a:pt x="631608" y="965390"/>
                    <a:pt x="634435" y="968317"/>
                    <a:pt x="635411" y="969091"/>
                  </a:cubicBezTo>
                  <a:cubicBezTo>
                    <a:pt x="636387" y="969864"/>
                    <a:pt x="637363" y="969091"/>
                    <a:pt x="637700" y="968990"/>
                  </a:cubicBezTo>
                  <a:cubicBezTo>
                    <a:pt x="638036" y="968889"/>
                    <a:pt x="639551" y="967913"/>
                    <a:pt x="639887" y="967779"/>
                  </a:cubicBezTo>
                  <a:cubicBezTo>
                    <a:pt x="640190" y="967678"/>
                    <a:pt x="641738" y="965828"/>
                    <a:pt x="641738" y="965828"/>
                  </a:cubicBezTo>
                  <a:lnTo>
                    <a:pt x="647291" y="967240"/>
                  </a:lnTo>
                  <a:lnTo>
                    <a:pt x="652171" y="960613"/>
                  </a:lnTo>
                  <a:cubicBezTo>
                    <a:pt x="652171" y="960613"/>
                    <a:pt x="655570" y="953011"/>
                    <a:pt x="655705" y="952775"/>
                  </a:cubicBezTo>
                  <a:cubicBezTo>
                    <a:pt x="655840" y="952574"/>
                    <a:pt x="655032" y="949647"/>
                    <a:pt x="655133" y="949075"/>
                  </a:cubicBezTo>
                  <a:cubicBezTo>
                    <a:pt x="655200" y="948503"/>
                    <a:pt x="654426" y="947258"/>
                    <a:pt x="653820" y="946485"/>
                  </a:cubicBezTo>
                  <a:cubicBezTo>
                    <a:pt x="653248" y="945677"/>
                    <a:pt x="652878" y="943794"/>
                    <a:pt x="652743" y="943592"/>
                  </a:cubicBezTo>
                  <a:cubicBezTo>
                    <a:pt x="652609" y="943390"/>
                    <a:pt x="650354" y="940329"/>
                    <a:pt x="650219" y="939891"/>
                  </a:cubicBezTo>
                  <a:cubicBezTo>
                    <a:pt x="650085" y="939454"/>
                    <a:pt x="649849" y="936998"/>
                    <a:pt x="649984" y="936258"/>
                  </a:cubicBezTo>
                  <a:cubicBezTo>
                    <a:pt x="650118" y="935552"/>
                    <a:pt x="651935" y="934610"/>
                    <a:pt x="652238" y="934307"/>
                  </a:cubicBezTo>
                  <a:cubicBezTo>
                    <a:pt x="652541" y="934004"/>
                    <a:pt x="656883" y="935047"/>
                    <a:pt x="656883" y="935047"/>
                  </a:cubicBezTo>
                  <a:lnTo>
                    <a:pt x="659474" y="934745"/>
                  </a:lnTo>
                  <a:cubicBezTo>
                    <a:pt x="659474" y="934745"/>
                    <a:pt x="663042" y="932423"/>
                    <a:pt x="663243" y="932356"/>
                  </a:cubicBezTo>
                  <a:cubicBezTo>
                    <a:pt x="663446" y="932289"/>
                    <a:pt x="665498" y="929530"/>
                    <a:pt x="665498" y="929530"/>
                  </a:cubicBezTo>
                  <a:cubicBezTo>
                    <a:pt x="665498" y="929530"/>
                    <a:pt x="666441" y="925124"/>
                    <a:pt x="666306" y="924821"/>
                  </a:cubicBezTo>
                  <a:cubicBezTo>
                    <a:pt x="666171" y="924518"/>
                    <a:pt x="666676" y="921692"/>
                    <a:pt x="666744" y="921356"/>
                  </a:cubicBezTo>
                  <a:cubicBezTo>
                    <a:pt x="666811" y="920986"/>
                    <a:pt x="668124" y="918732"/>
                    <a:pt x="668258" y="917891"/>
                  </a:cubicBezTo>
                  <a:cubicBezTo>
                    <a:pt x="668393" y="917016"/>
                    <a:pt x="670210" y="915873"/>
                    <a:pt x="670210" y="915873"/>
                  </a:cubicBezTo>
                  <a:cubicBezTo>
                    <a:pt x="670210" y="915873"/>
                    <a:pt x="672599" y="915873"/>
                    <a:pt x="673340" y="915873"/>
                  </a:cubicBezTo>
                  <a:cubicBezTo>
                    <a:pt x="674080" y="915873"/>
                    <a:pt x="677176" y="916512"/>
                    <a:pt x="677176" y="916512"/>
                  </a:cubicBezTo>
                  <a:lnTo>
                    <a:pt x="680643" y="918698"/>
                  </a:lnTo>
                  <a:lnTo>
                    <a:pt x="682831" y="921827"/>
                  </a:lnTo>
                  <a:lnTo>
                    <a:pt x="684480" y="924585"/>
                  </a:lnTo>
                  <a:lnTo>
                    <a:pt x="684850" y="927344"/>
                  </a:lnTo>
                  <a:lnTo>
                    <a:pt x="684985" y="933365"/>
                  </a:lnTo>
                  <a:lnTo>
                    <a:pt x="685624" y="939891"/>
                  </a:lnTo>
                  <a:lnTo>
                    <a:pt x="687138" y="945106"/>
                  </a:lnTo>
                  <a:lnTo>
                    <a:pt x="689898" y="952136"/>
                  </a:lnTo>
                  <a:lnTo>
                    <a:pt x="691042" y="955837"/>
                  </a:lnTo>
                  <a:cubicBezTo>
                    <a:pt x="691042" y="955837"/>
                    <a:pt x="692927" y="959234"/>
                    <a:pt x="693230" y="959537"/>
                  </a:cubicBezTo>
                  <a:cubicBezTo>
                    <a:pt x="693533" y="959840"/>
                    <a:pt x="696057" y="963439"/>
                    <a:pt x="696057" y="963439"/>
                  </a:cubicBezTo>
                  <a:lnTo>
                    <a:pt x="699961" y="967274"/>
                  </a:lnTo>
                  <a:lnTo>
                    <a:pt x="704672" y="971109"/>
                  </a:lnTo>
                  <a:lnTo>
                    <a:pt x="707432" y="974809"/>
                  </a:lnTo>
                  <a:lnTo>
                    <a:pt x="709619" y="980595"/>
                  </a:lnTo>
                  <a:lnTo>
                    <a:pt x="714028" y="984868"/>
                  </a:lnTo>
                  <a:lnTo>
                    <a:pt x="720995" y="990654"/>
                  </a:lnTo>
                  <a:cubicBezTo>
                    <a:pt x="720995" y="990654"/>
                    <a:pt x="723519" y="994421"/>
                    <a:pt x="723620" y="994623"/>
                  </a:cubicBezTo>
                  <a:cubicBezTo>
                    <a:pt x="723687" y="994825"/>
                    <a:pt x="725202" y="997247"/>
                    <a:pt x="725706" y="998391"/>
                  </a:cubicBezTo>
                  <a:cubicBezTo>
                    <a:pt x="726211" y="999534"/>
                    <a:pt x="727288" y="1001486"/>
                    <a:pt x="727961" y="1002663"/>
                  </a:cubicBezTo>
                  <a:cubicBezTo>
                    <a:pt x="728601" y="1003807"/>
                    <a:pt x="730923" y="1005186"/>
                    <a:pt x="730923" y="1005186"/>
                  </a:cubicBezTo>
                  <a:lnTo>
                    <a:pt x="734457" y="1007372"/>
                  </a:lnTo>
                  <a:cubicBezTo>
                    <a:pt x="734457" y="1007372"/>
                    <a:pt x="736712" y="1009189"/>
                    <a:pt x="737216" y="1009324"/>
                  </a:cubicBezTo>
                  <a:cubicBezTo>
                    <a:pt x="737721" y="1009458"/>
                    <a:pt x="739538" y="1009963"/>
                    <a:pt x="740414" y="1009963"/>
                  </a:cubicBezTo>
                  <a:cubicBezTo>
                    <a:pt x="741289" y="1009963"/>
                    <a:pt x="744115" y="1010400"/>
                    <a:pt x="744889" y="1010400"/>
                  </a:cubicBezTo>
                  <a:cubicBezTo>
                    <a:pt x="745697" y="1010400"/>
                    <a:pt x="746774" y="1009525"/>
                    <a:pt x="746909" y="1009324"/>
                  </a:cubicBezTo>
                  <a:cubicBezTo>
                    <a:pt x="747043" y="1009088"/>
                    <a:pt x="748861" y="1007507"/>
                    <a:pt x="748861" y="1007507"/>
                  </a:cubicBezTo>
                  <a:cubicBezTo>
                    <a:pt x="748861" y="1007507"/>
                    <a:pt x="750678" y="1006431"/>
                    <a:pt x="751183" y="1006061"/>
                  </a:cubicBezTo>
                  <a:cubicBezTo>
                    <a:pt x="751688" y="1005690"/>
                    <a:pt x="752428" y="1005253"/>
                    <a:pt x="752765" y="1004917"/>
                  </a:cubicBezTo>
                  <a:cubicBezTo>
                    <a:pt x="753135" y="1004547"/>
                    <a:pt x="754784" y="1004412"/>
                    <a:pt x="755289" y="1004345"/>
                  </a:cubicBezTo>
                  <a:cubicBezTo>
                    <a:pt x="755793" y="1004278"/>
                    <a:pt x="759193" y="1003336"/>
                    <a:pt x="759630" y="1003100"/>
                  </a:cubicBezTo>
                  <a:cubicBezTo>
                    <a:pt x="760068" y="1002898"/>
                    <a:pt x="761818" y="1002394"/>
                    <a:pt x="761818" y="1002394"/>
                  </a:cubicBezTo>
                  <a:cubicBezTo>
                    <a:pt x="761818" y="1002394"/>
                    <a:pt x="762255" y="1000275"/>
                    <a:pt x="762255" y="1000005"/>
                  </a:cubicBezTo>
                  <a:cubicBezTo>
                    <a:pt x="762255" y="999703"/>
                    <a:pt x="761179" y="996541"/>
                    <a:pt x="761179" y="996541"/>
                  </a:cubicBezTo>
                  <a:lnTo>
                    <a:pt x="759294" y="991125"/>
                  </a:lnTo>
                  <a:cubicBezTo>
                    <a:pt x="759294" y="991125"/>
                    <a:pt x="758284" y="986718"/>
                    <a:pt x="758082" y="986213"/>
                  </a:cubicBezTo>
                  <a:cubicBezTo>
                    <a:pt x="757846" y="985709"/>
                    <a:pt x="758890" y="982513"/>
                    <a:pt x="759025" y="982143"/>
                  </a:cubicBezTo>
                  <a:cubicBezTo>
                    <a:pt x="759159" y="981773"/>
                    <a:pt x="759967" y="978678"/>
                    <a:pt x="759967" y="978678"/>
                  </a:cubicBezTo>
                  <a:lnTo>
                    <a:pt x="761145" y="977669"/>
                  </a:lnTo>
                  <a:cubicBezTo>
                    <a:pt x="761145" y="977669"/>
                    <a:pt x="766058" y="977871"/>
                    <a:pt x="766361" y="977803"/>
                  </a:cubicBezTo>
                  <a:cubicBezTo>
                    <a:pt x="766664" y="977736"/>
                    <a:pt x="767943" y="977299"/>
                    <a:pt x="767943" y="977299"/>
                  </a:cubicBezTo>
                  <a:lnTo>
                    <a:pt x="770467" y="973968"/>
                  </a:lnTo>
                  <a:lnTo>
                    <a:pt x="772352" y="970705"/>
                  </a:lnTo>
                  <a:lnTo>
                    <a:pt x="774607" y="968754"/>
                  </a:lnTo>
                  <a:lnTo>
                    <a:pt x="780765" y="967072"/>
                  </a:lnTo>
                  <a:cubicBezTo>
                    <a:pt x="780765" y="967072"/>
                    <a:pt x="785410" y="965054"/>
                    <a:pt x="785679" y="964684"/>
                  </a:cubicBezTo>
                  <a:cubicBezTo>
                    <a:pt x="785948" y="964314"/>
                    <a:pt x="788809" y="964617"/>
                    <a:pt x="789314" y="964617"/>
                  </a:cubicBezTo>
                  <a:cubicBezTo>
                    <a:pt x="789818" y="964617"/>
                    <a:pt x="793386" y="964549"/>
                    <a:pt x="793655" y="964482"/>
                  </a:cubicBezTo>
                  <a:cubicBezTo>
                    <a:pt x="793958" y="964415"/>
                    <a:pt x="796347" y="963742"/>
                    <a:pt x="796347" y="963742"/>
                  </a:cubicBezTo>
                  <a:cubicBezTo>
                    <a:pt x="796347" y="963742"/>
                    <a:pt x="798973" y="961858"/>
                    <a:pt x="799612" y="961353"/>
                  </a:cubicBezTo>
                  <a:cubicBezTo>
                    <a:pt x="800251" y="960849"/>
                    <a:pt x="801497" y="960277"/>
                    <a:pt x="801497" y="960277"/>
                  </a:cubicBezTo>
                  <a:lnTo>
                    <a:pt x="801497" y="958763"/>
                  </a:lnTo>
                  <a:lnTo>
                    <a:pt x="799444" y="956745"/>
                  </a:lnTo>
                  <a:lnTo>
                    <a:pt x="798905" y="954155"/>
                  </a:lnTo>
                  <a:cubicBezTo>
                    <a:pt x="798905" y="954155"/>
                    <a:pt x="798905" y="951766"/>
                    <a:pt x="798973" y="951463"/>
                  </a:cubicBezTo>
                  <a:cubicBezTo>
                    <a:pt x="799040" y="951161"/>
                    <a:pt x="800588" y="949142"/>
                    <a:pt x="800723" y="948940"/>
                  </a:cubicBezTo>
                  <a:cubicBezTo>
                    <a:pt x="800857" y="948739"/>
                    <a:pt x="803045" y="946485"/>
                    <a:pt x="803045" y="946485"/>
                  </a:cubicBezTo>
                  <a:lnTo>
                    <a:pt x="807756" y="943726"/>
                  </a:lnTo>
                  <a:lnTo>
                    <a:pt x="809708" y="942986"/>
                  </a:lnTo>
                  <a:lnTo>
                    <a:pt x="812401" y="942616"/>
                  </a:lnTo>
                  <a:lnTo>
                    <a:pt x="814420" y="943625"/>
                  </a:lnTo>
                  <a:lnTo>
                    <a:pt x="816170" y="945947"/>
                  </a:lnTo>
                  <a:cubicBezTo>
                    <a:pt x="816170" y="945947"/>
                    <a:pt x="817617" y="947258"/>
                    <a:pt x="818054" y="948604"/>
                  </a:cubicBezTo>
                  <a:cubicBezTo>
                    <a:pt x="818492" y="949983"/>
                    <a:pt x="818694" y="950286"/>
                    <a:pt x="818761" y="950555"/>
                  </a:cubicBezTo>
                  <a:cubicBezTo>
                    <a:pt x="818828" y="950858"/>
                    <a:pt x="819401" y="953751"/>
                    <a:pt x="819468" y="954020"/>
                  </a:cubicBezTo>
                  <a:cubicBezTo>
                    <a:pt x="819535" y="954323"/>
                    <a:pt x="821151" y="956711"/>
                    <a:pt x="821218" y="956913"/>
                  </a:cubicBezTo>
                  <a:cubicBezTo>
                    <a:pt x="821286" y="957115"/>
                    <a:pt x="822093" y="959167"/>
                    <a:pt x="822093" y="960243"/>
                  </a:cubicBezTo>
                  <a:cubicBezTo>
                    <a:pt x="822093" y="961320"/>
                    <a:pt x="823103" y="961892"/>
                    <a:pt x="823103" y="962565"/>
                  </a:cubicBezTo>
                  <a:cubicBezTo>
                    <a:pt x="823103" y="963204"/>
                    <a:pt x="824987" y="963506"/>
                    <a:pt x="825189" y="963305"/>
                  </a:cubicBezTo>
                  <a:cubicBezTo>
                    <a:pt x="825391" y="963103"/>
                    <a:pt x="826266" y="963103"/>
                    <a:pt x="826771" y="962565"/>
                  </a:cubicBezTo>
                  <a:cubicBezTo>
                    <a:pt x="827276" y="962060"/>
                    <a:pt x="827411" y="960176"/>
                    <a:pt x="827781" y="959806"/>
                  </a:cubicBezTo>
                  <a:cubicBezTo>
                    <a:pt x="828151" y="959436"/>
                    <a:pt x="828286" y="957855"/>
                    <a:pt x="828723" y="957115"/>
                  </a:cubicBezTo>
                  <a:cubicBezTo>
                    <a:pt x="829161" y="956375"/>
                    <a:pt x="829161" y="954592"/>
                    <a:pt x="829531" y="953986"/>
                  </a:cubicBezTo>
                  <a:cubicBezTo>
                    <a:pt x="829901" y="953415"/>
                    <a:pt x="829800" y="952607"/>
                    <a:pt x="829733" y="952405"/>
                  </a:cubicBezTo>
                  <a:cubicBezTo>
                    <a:pt x="829666" y="952170"/>
                    <a:pt x="830541" y="950892"/>
                    <a:pt x="831045" y="950017"/>
                  </a:cubicBezTo>
                  <a:cubicBezTo>
                    <a:pt x="831550" y="949142"/>
                    <a:pt x="831483" y="948772"/>
                    <a:pt x="831617" y="948436"/>
                  </a:cubicBezTo>
                  <a:cubicBezTo>
                    <a:pt x="831752" y="948066"/>
                    <a:pt x="832695" y="947191"/>
                    <a:pt x="833300" y="946417"/>
                  </a:cubicBezTo>
                  <a:cubicBezTo>
                    <a:pt x="833872" y="945610"/>
                    <a:pt x="834175" y="944971"/>
                    <a:pt x="834747" y="944231"/>
                  </a:cubicBezTo>
                  <a:cubicBezTo>
                    <a:pt x="835319" y="943491"/>
                    <a:pt x="835555" y="942986"/>
                    <a:pt x="835757" y="941910"/>
                  </a:cubicBezTo>
                  <a:cubicBezTo>
                    <a:pt x="835959" y="940833"/>
                    <a:pt x="836834" y="939723"/>
                    <a:pt x="837137" y="939151"/>
                  </a:cubicBezTo>
                  <a:cubicBezTo>
                    <a:pt x="837440" y="938579"/>
                    <a:pt x="838517" y="937469"/>
                    <a:pt x="839089" y="936763"/>
                  </a:cubicBezTo>
                  <a:cubicBezTo>
                    <a:pt x="839661" y="936023"/>
                    <a:pt x="840671" y="936460"/>
                    <a:pt x="841276" y="936023"/>
                  </a:cubicBezTo>
                  <a:cubicBezTo>
                    <a:pt x="841848" y="935586"/>
                    <a:pt x="842791" y="935821"/>
                    <a:pt x="843295" y="935586"/>
                  </a:cubicBezTo>
                  <a:cubicBezTo>
                    <a:pt x="843800" y="935350"/>
                    <a:pt x="844877" y="935586"/>
                    <a:pt x="846930" y="935586"/>
                  </a:cubicBezTo>
                  <a:cubicBezTo>
                    <a:pt x="848950" y="935586"/>
                    <a:pt x="849387" y="937032"/>
                    <a:pt x="849387" y="937032"/>
                  </a:cubicBezTo>
                  <a:lnTo>
                    <a:pt x="848882" y="938546"/>
                  </a:lnTo>
                  <a:cubicBezTo>
                    <a:pt x="848882" y="938546"/>
                    <a:pt x="848579" y="939622"/>
                    <a:pt x="848579" y="939925"/>
                  </a:cubicBezTo>
                  <a:cubicBezTo>
                    <a:pt x="848579" y="940228"/>
                    <a:pt x="848579" y="942448"/>
                    <a:pt x="848512" y="942684"/>
                  </a:cubicBezTo>
                  <a:cubicBezTo>
                    <a:pt x="848445" y="942919"/>
                    <a:pt x="848445" y="944433"/>
                    <a:pt x="848377" y="944937"/>
                  </a:cubicBezTo>
                  <a:cubicBezTo>
                    <a:pt x="848310" y="945442"/>
                    <a:pt x="847637" y="947090"/>
                    <a:pt x="847435" y="947830"/>
                  </a:cubicBezTo>
                  <a:cubicBezTo>
                    <a:pt x="847199" y="948537"/>
                    <a:pt x="846863" y="950084"/>
                    <a:pt x="846930" y="950286"/>
                  </a:cubicBezTo>
                  <a:cubicBezTo>
                    <a:pt x="846998" y="950488"/>
                    <a:pt x="848377" y="952977"/>
                    <a:pt x="848680" y="953684"/>
                  </a:cubicBezTo>
                  <a:cubicBezTo>
                    <a:pt x="848983" y="954390"/>
                    <a:pt x="850632" y="956207"/>
                    <a:pt x="850700" y="956509"/>
                  </a:cubicBezTo>
                  <a:cubicBezTo>
                    <a:pt x="850767" y="956812"/>
                    <a:pt x="851776" y="959974"/>
                    <a:pt x="851776" y="960277"/>
                  </a:cubicBezTo>
                  <a:cubicBezTo>
                    <a:pt x="851776" y="960580"/>
                    <a:pt x="852281" y="963305"/>
                    <a:pt x="852349" y="964112"/>
                  </a:cubicBezTo>
                  <a:cubicBezTo>
                    <a:pt x="852416" y="964919"/>
                    <a:pt x="853560" y="966198"/>
                    <a:pt x="853560" y="966198"/>
                  </a:cubicBezTo>
                  <a:cubicBezTo>
                    <a:pt x="853560" y="966198"/>
                    <a:pt x="856185" y="969091"/>
                    <a:pt x="856320" y="969461"/>
                  </a:cubicBezTo>
                  <a:cubicBezTo>
                    <a:pt x="856454" y="969831"/>
                    <a:pt x="859450" y="972926"/>
                    <a:pt x="860325" y="974103"/>
                  </a:cubicBezTo>
                  <a:cubicBezTo>
                    <a:pt x="861200" y="975247"/>
                    <a:pt x="863892" y="975852"/>
                    <a:pt x="863892" y="975852"/>
                  </a:cubicBezTo>
                  <a:cubicBezTo>
                    <a:pt x="863892" y="975852"/>
                    <a:pt x="866349" y="976222"/>
                    <a:pt x="866854" y="976222"/>
                  </a:cubicBezTo>
                  <a:cubicBezTo>
                    <a:pt x="867358" y="976222"/>
                    <a:pt x="871767" y="977030"/>
                    <a:pt x="871767" y="977030"/>
                  </a:cubicBezTo>
                  <a:lnTo>
                    <a:pt x="875032" y="977971"/>
                  </a:lnTo>
                  <a:lnTo>
                    <a:pt x="880450" y="979855"/>
                  </a:lnTo>
                  <a:lnTo>
                    <a:pt x="884287" y="981672"/>
                  </a:lnTo>
                  <a:cubicBezTo>
                    <a:pt x="884287" y="981672"/>
                    <a:pt x="888931" y="984868"/>
                    <a:pt x="889133" y="985069"/>
                  </a:cubicBezTo>
                  <a:cubicBezTo>
                    <a:pt x="889335" y="985271"/>
                    <a:pt x="893609" y="988198"/>
                    <a:pt x="893912" y="988332"/>
                  </a:cubicBezTo>
                  <a:cubicBezTo>
                    <a:pt x="894215" y="988467"/>
                    <a:pt x="895931" y="990149"/>
                    <a:pt x="895931" y="990149"/>
                  </a:cubicBezTo>
                  <a:lnTo>
                    <a:pt x="897950" y="990654"/>
                  </a:lnTo>
                  <a:lnTo>
                    <a:pt x="899532" y="990654"/>
                  </a:lnTo>
                  <a:lnTo>
                    <a:pt x="900912" y="990855"/>
                  </a:lnTo>
                  <a:cubicBezTo>
                    <a:pt x="900912" y="990855"/>
                    <a:pt x="902157" y="990923"/>
                    <a:pt x="902427" y="990923"/>
                  </a:cubicBezTo>
                  <a:cubicBezTo>
                    <a:pt x="902696" y="990923"/>
                    <a:pt x="902932" y="990855"/>
                    <a:pt x="903436" y="990418"/>
                  </a:cubicBezTo>
                  <a:cubicBezTo>
                    <a:pt x="903941" y="989981"/>
                    <a:pt x="904883" y="989981"/>
                    <a:pt x="904883" y="989981"/>
                  </a:cubicBezTo>
                  <a:lnTo>
                    <a:pt x="905893" y="988164"/>
                  </a:lnTo>
                  <a:cubicBezTo>
                    <a:pt x="905893" y="988164"/>
                    <a:pt x="907037" y="987021"/>
                    <a:pt x="907138" y="986718"/>
                  </a:cubicBezTo>
                  <a:cubicBezTo>
                    <a:pt x="907205" y="986415"/>
                    <a:pt x="908080" y="985641"/>
                    <a:pt x="908215" y="985339"/>
                  </a:cubicBezTo>
                  <a:cubicBezTo>
                    <a:pt x="908350" y="985036"/>
                    <a:pt x="909460" y="984195"/>
                    <a:pt x="910100" y="983825"/>
                  </a:cubicBezTo>
                  <a:cubicBezTo>
                    <a:pt x="910739" y="983455"/>
                    <a:pt x="912052" y="982950"/>
                    <a:pt x="912052" y="982950"/>
                  </a:cubicBezTo>
                  <a:lnTo>
                    <a:pt x="913566" y="983690"/>
                  </a:lnTo>
                  <a:lnTo>
                    <a:pt x="915215" y="983690"/>
                  </a:lnTo>
                  <a:lnTo>
                    <a:pt x="917538" y="984195"/>
                  </a:lnTo>
                  <a:cubicBezTo>
                    <a:pt x="917538" y="984195"/>
                    <a:pt x="919557" y="984632"/>
                    <a:pt x="920062" y="984632"/>
                  </a:cubicBezTo>
                  <a:cubicBezTo>
                    <a:pt x="920567" y="984632"/>
                    <a:pt x="922148" y="985944"/>
                    <a:pt x="922148" y="985944"/>
                  </a:cubicBezTo>
                  <a:lnTo>
                    <a:pt x="924167" y="987256"/>
                  </a:lnTo>
                  <a:lnTo>
                    <a:pt x="927634" y="988635"/>
                  </a:lnTo>
                  <a:lnTo>
                    <a:pt x="928273" y="989039"/>
                  </a:lnTo>
                  <a:lnTo>
                    <a:pt x="928273" y="986314"/>
                  </a:lnTo>
                  <a:lnTo>
                    <a:pt x="925076" y="979351"/>
                  </a:lnTo>
                  <a:lnTo>
                    <a:pt x="921442" y="973396"/>
                  </a:lnTo>
                  <a:cubicBezTo>
                    <a:pt x="921442" y="973396"/>
                    <a:pt x="919557" y="970638"/>
                    <a:pt x="919557" y="970066"/>
                  </a:cubicBezTo>
                  <a:cubicBezTo>
                    <a:pt x="919557" y="969494"/>
                    <a:pt x="919557" y="965424"/>
                    <a:pt x="919557" y="965424"/>
                  </a:cubicBezTo>
                  <a:lnTo>
                    <a:pt x="921307" y="961219"/>
                  </a:lnTo>
                  <a:lnTo>
                    <a:pt x="923898" y="955567"/>
                  </a:lnTo>
                  <a:lnTo>
                    <a:pt x="923191" y="949176"/>
                  </a:lnTo>
                  <a:lnTo>
                    <a:pt x="918413" y="945274"/>
                  </a:lnTo>
                  <a:lnTo>
                    <a:pt x="921610" y="941237"/>
                  </a:lnTo>
                  <a:lnTo>
                    <a:pt x="920600" y="928622"/>
                  </a:lnTo>
                  <a:lnTo>
                    <a:pt x="919456" y="916310"/>
                  </a:lnTo>
                  <a:cubicBezTo>
                    <a:pt x="919456" y="916310"/>
                    <a:pt x="916831" y="909952"/>
                    <a:pt x="916561" y="909515"/>
                  </a:cubicBezTo>
                  <a:cubicBezTo>
                    <a:pt x="916259" y="909077"/>
                    <a:pt x="916561" y="905747"/>
                    <a:pt x="916561" y="905747"/>
                  </a:cubicBezTo>
                  <a:lnTo>
                    <a:pt x="916427" y="901677"/>
                  </a:lnTo>
                  <a:lnTo>
                    <a:pt x="911917" y="899356"/>
                  </a:lnTo>
                  <a:lnTo>
                    <a:pt x="909158" y="896160"/>
                  </a:lnTo>
                  <a:lnTo>
                    <a:pt x="909158" y="888927"/>
                  </a:lnTo>
                  <a:lnTo>
                    <a:pt x="904076" y="881089"/>
                  </a:lnTo>
                  <a:lnTo>
                    <a:pt x="899734" y="873991"/>
                  </a:lnTo>
                  <a:lnTo>
                    <a:pt x="897715" y="866456"/>
                  </a:lnTo>
                  <a:cubicBezTo>
                    <a:pt x="897715" y="866456"/>
                    <a:pt x="893508" y="862117"/>
                    <a:pt x="893508" y="861545"/>
                  </a:cubicBezTo>
                  <a:cubicBezTo>
                    <a:pt x="893508" y="860973"/>
                    <a:pt x="893508" y="857643"/>
                    <a:pt x="893508" y="857643"/>
                  </a:cubicBezTo>
                  <a:lnTo>
                    <a:pt x="890479" y="854884"/>
                  </a:lnTo>
                  <a:cubicBezTo>
                    <a:pt x="890479" y="854884"/>
                    <a:pt x="887282" y="851857"/>
                    <a:pt x="886575" y="851554"/>
                  </a:cubicBezTo>
                  <a:cubicBezTo>
                    <a:pt x="885835" y="851251"/>
                    <a:pt x="881224" y="846777"/>
                    <a:pt x="880619" y="846205"/>
                  </a:cubicBezTo>
                  <a:cubicBezTo>
                    <a:pt x="880046" y="845633"/>
                    <a:pt x="876984" y="840554"/>
                    <a:pt x="876984" y="840554"/>
                  </a:cubicBezTo>
                  <a:lnTo>
                    <a:pt x="878296" y="837661"/>
                  </a:lnTo>
                  <a:cubicBezTo>
                    <a:pt x="878296" y="837661"/>
                    <a:pt x="882368" y="833893"/>
                    <a:pt x="882941" y="833321"/>
                  </a:cubicBezTo>
                  <a:cubicBezTo>
                    <a:pt x="883513" y="832749"/>
                    <a:pt x="885566" y="830697"/>
                    <a:pt x="886272" y="830428"/>
                  </a:cubicBezTo>
                  <a:cubicBezTo>
                    <a:pt x="887013" y="830125"/>
                    <a:pt x="888729" y="830428"/>
                    <a:pt x="888729" y="830428"/>
                  </a:cubicBezTo>
                  <a:lnTo>
                    <a:pt x="894518" y="832177"/>
                  </a:lnTo>
                  <a:lnTo>
                    <a:pt x="901484" y="829150"/>
                  </a:lnTo>
                  <a:lnTo>
                    <a:pt x="901619" y="826257"/>
                  </a:lnTo>
                  <a:lnTo>
                    <a:pt x="900037" y="823061"/>
                  </a:lnTo>
                  <a:lnTo>
                    <a:pt x="905085" y="820874"/>
                  </a:lnTo>
                  <a:lnTo>
                    <a:pt x="907710" y="822186"/>
                  </a:lnTo>
                  <a:lnTo>
                    <a:pt x="910167" y="819428"/>
                  </a:lnTo>
                  <a:lnTo>
                    <a:pt x="915686" y="814079"/>
                  </a:lnTo>
                  <a:lnTo>
                    <a:pt x="919759" y="806544"/>
                  </a:lnTo>
                  <a:lnTo>
                    <a:pt x="925413" y="800455"/>
                  </a:lnTo>
                  <a:lnTo>
                    <a:pt x="924538" y="791911"/>
                  </a:lnTo>
                  <a:cubicBezTo>
                    <a:pt x="924538" y="791911"/>
                    <a:pt x="929451" y="792348"/>
                    <a:pt x="930057" y="791911"/>
                  </a:cubicBezTo>
                  <a:cubicBezTo>
                    <a:pt x="930629" y="791473"/>
                    <a:pt x="933759" y="791339"/>
                    <a:pt x="933759" y="791339"/>
                  </a:cubicBezTo>
                  <a:cubicBezTo>
                    <a:pt x="933759" y="791339"/>
                    <a:pt x="935274" y="786259"/>
                    <a:pt x="935274" y="785553"/>
                  </a:cubicBezTo>
                  <a:cubicBezTo>
                    <a:pt x="935274" y="784846"/>
                    <a:pt x="935274" y="781213"/>
                    <a:pt x="935274" y="781213"/>
                  </a:cubicBezTo>
                  <a:lnTo>
                    <a:pt x="936149" y="778085"/>
                  </a:lnTo>
                  <a:lnTo>
                    <a:pt x="938168" y="776840"/>
                  </a:lnTo>
                  <a:lnTo>
                    <a:pt x="939615" y="776840"/>
                  </a:lnTo>
                  <a:cubicBezTo>
                    <a:pt x="939615" y="776840"/>
                    <a:pt x="942947" y="777715"/>
                    <a:pt x="943519" y="777715"/>
                  </a:cubicBezTo>
                  <a:cubicBezTo>
                    <a:pt x="944091" y="777715"/>
                    <a:pt x="950486" y="778724"/>
                    <a:pt x="950486" y="778724"/>
                  </a:cubicBezTo>
                  <a:cubicBezTo>
                    <a:pt x="950486" y="778724"/>
                    <a:pt x="958158" y="781920"/>
                    <a:pt x="958596" y="781920"/>
                  </a:cubicBezTo>
                  <a:cubicBezTo>
                    <a:pt x="959034" y="781920"/>
                    <a:pt x="963510" y="781348"/>
                    <a:pt x="964553" y="781348"/>
                  </a:cubicBezTo>
                  <a:cubicBezTo>
                    <a:pt x="965596" y="781348"/>
                    <a:pt x="1011804" y="783803"/>
                    <a:pt x="1011804" y="783803"/>
                  </a:cubicBezTo>
                  <a:lnTo>
                    <a:pt x="1028328" y="783803"/>
                  </a:lnTo>
                  <a:lnTo>
                    <a:pt x="1040781" y="778287"/>
                  </a:lnTo>
                  <a:lnTo>
                    <a:pt x="1045425" y="771929"/>
                  </a:lnTo>
                  <a:lnTo>
                    <a:pt x="1046569" y="767757"/>
                  </a:lnTo>
                  <a:lnTo>
                    <a:pt x="1046569" y="763822"/>
                  </a:lnTo>
                  <a:lnTo>
                    <a:pt x="1044819" y="761231"/>
                  </a:lnTo>
                  <a:lnTo>
                    <a:pt x="1043069" y="758910"/>
                  </a:lnTo>
                  <a:lnTo>
                    <a:pt x="1040612" y="757531"/>
                  </a:lnTo>
                  <a:lnTo>
                    <a:pt x="1040208" y="754705"/>
                  </a:lnTo>
                  <a:lnTo>
                    <a:pt x="1039603" y="750366"/>
                  </a:lnTo>
                  <a:lnTo>
                    <a:pt x="1039603" y="748179"/>
                  </a:lnTo>
                  <a:lnTo>
                    <a:pt x="1041555" y="745051"/>
                  </a:lnTo>
                  <a:lnTo>
                    <a:pt x="1042800" y="742090"/>
                  </a:lnTo>
                  <a:lnTo>
                    <a:pt x="1043944" y="736439"/>
                  </a:lnTo>
                  <a:lnTo>
                    <a:pt x="1045089" y="730350"/>
                  </a:lnTo>
                  <a:cubicBezTo>
                    <a:pt x="1045089" y="730350"/>
                    <a:pt x="1046973" y="725136"/>
                    <a:pt x="1047276" y="724699"/>
                  </a:cubicBezTo>
                  <a:cubicBezTo>
                    <a:pt x="1047579" y="724261"/>
                    <a:pt x="1051920" y="720359"/>
                    <a:pt x="1051920" y="720359"/>
                  </a:cubicBezTo>
                  <a:lnTo>
                    <a:pt x="1056699" y="716592"/>
                  </a:lnTo>
                  <a:lnTo>
                    <a:pt x="1057709" y="707307"/>
                  </a:lnTo>
                  <a:lnTo>
                    <a:pt x="1055959" y="690083"/>
                  </a:lnTo>
                  <a:lnTo>
                    <a:pt x="1059089" y="684432"/>
                  </a:lnTo>
                  <a:lnTo>
                    <a:pt x="1061344" y="680530"/>
                  </a:lnTo>
                  <a:lnTo>
                    <a:pt x="1064474" y="676392"/>
                  </a:lnTo>
                  <a:lnTo>
                    <a:pt x="1067132" y="672423"/>
                  </a:lnTo>
                  <a:lnTo>
                    <a:pt x="1068848" y="670673"/>
                  </a:lnTo>
                  <a:lnTo>
                    <a:pt x="1070901" y="668857"/>
                  </a:lnTo>
                  <a:lnTo>
                    <a:pt x="1070901" y="666468"/>
                  </a:lnTo>
                  <a:lnTo>
                    <a:pt x="1068579" y="658193"/>
                  </a:lnTo>
                  <a:cubicBezTo>
                    <a:pt x="1068579" y="658193"/>
                    <a:pt x="1068512" y="651970"/>
                    <a:pt x="1068512" y="651667"/>
                  </a:cubicBezTo>
                  <a:cubicBezTo>
                    <a:pt x="1068512" y="651364"/>
                    <a:pt x="1068882" y="646083"/>
                    <a:pt x="1068950" y="645814"/>
                  </a:cubicBezTo>
                  <a:cubicBezTo>
                    <a:pt x="1069017" y="645511"/>
                    <a:pt x="1072416" y="641407"/>
                    <a:pt x="1072416" y="641407"/>
                  </a:cubicBezTo>
                  <a:lnTo>
                    <a:pt x="1077935" y="635688"/>
                  </a:lnTo>
                  <a:lnTo>
                    <a:pt x="1079820" y="632862"/>
                  </a:lnTo>
                  <a:lnTo>
                    <a:pt x="1079517" y="627278"/>
                  </a:lnTo>
                  <a:lnTo>
                    <a:pt x="1077060" y="623006"/>
                  </a:lnTo>
                  <a:lnTo>
                    <a:pt x="1072012" y="615841"/>
                  </a:lnTo>
                  <a:lnTo>
                    <a:pt x="1073392" y="609079"/>
                  </a:lnTo>
                  <a:cubicBezTo>
                    <a:pt x="1073392" y="609079"/>
                    <a:pt x="1074603" y="603361"/>
                    <a:pt x="1074738" y="603293"/>
                  </a:cubicBezTo>
                  <a:cubicBezTo>
                    <a:pt x="1074873" y="603226"/>
                    <a:pt x="1079281" y="599828"/>
                    <a:pt x="1079281" y="599828"/>
                  </a:cubicBezTo>
                  <a:lnTo>
                    <a:pt x="1080426" y="596027"/>
                  </a:lnTo>
                  <a:lnTo>
                    <a:pt x="1079887" y="586473"/>
                  </a:lnTo>
                  <a:cubicBezTo>
                    <a:pt x="1079887" y="586473"/>
                    <a:pt x="1078911" y="584859"/>
                    <a:pt x="1078743" y="584657"/>
                  </a:cubicBezTo>
                  <a:cubicBezTo>
                    <a:pt x="1078608" y="584489"/>
                    <a:pt x="1077767" y="580385"/>
                    <a:pt x="1077767" y="580250"/>
                  </a:cubicBezTo>
                  <a:cubicBezTo>
                    <a:pt x="1077767" y="580116"/>
                    <a:pt x="1076051" y="575036"/>
                    <a:pt x="1076051" y="575036"/>
                  </a:cubicBezTo>
                  <a:lnTo>
                    <a:pt x="1076556" y="570293"/>
                  </a:lnTo>
                  <a:lnTo>
                    <a:pt x="1076724" y="564339"/>
                  </a:lnTo>
                  <a:lnTo>
                    <a:pt x="1077060" y="556400"/>
                  </a:lnTo>
                  <a:lnTo>
                    <a:pt x="1076892" y="546106"/>
                  </a:lnTo>
                  <a:lnTo>
                    <a:pt x="1079382" y="540656"/>
                  </a:lnTo>
                  <a:lnTo>
                    <a:pt x="1081772" y="535644"/>
                  </a:lnTo>
                  <a:lnTo>
                    <a:pt x="1083084" y="528243"/>
                  </a:lnTo>
                  <a:lnTo>
                    <a:pt x="1083084" y="523904"/>
                  </a:lnTo>
                  <a:lnTo>
                    <a:pt x="1080257" y="519228"/>
                  </a:lnTo>
                  <a:lnTo>
                    <a:pt x="1079382" y="516503"/>
                  </a:lnTo>
                  <a:lnTo>
                    <a:pt x="1078743" y="510650"/>
                  </a:lnTo>
                  <a:cubicBezTo>
                    <a:pt x="1078743" y="510650"/>
                    <a:pt x="1079382" y="507925"/>
                    <a:pt x="1079382" y="507488"/>
                  </a:cubicBezTo>
                  <a:cubicBezTo>
                    <a:pt x="1079382" y="507050"/>
                    <a:pt x="1081671" y="504662"/>
                    <a:pt x="1081873" y="504325"/>
                  </a:cubicBezTo>
                  <a:cubicBezTo>
                    <a:pt x="1082075" y="503989"/>
                    <a:pt x="1087729" y="499448"/>
                    <a:pt x="1087729" y="499448"/>
                  </a:cubicBezTo>
                  <a:lnTo>
                    <a:pt x="1097623" y="491744"/>
                  </a:lnTo>
                  <a:lnTo>
                    <a:pt x="1100551" y="487169"/>
                  </a:lnTo>
                  <a:lnTo>
                    <a:pt x="1104623" y="481955"/>
                  </a:lnTo>
                  <a:lnTo>
                    <a:pt x="1107383" y="477279"/>
                  </a:lnTo>
                  <a:lnTo>
                    <a:pt x="1107383" y="470013"/>
                  </a:lnTo>
                  <a:lnTo>
                    <a:pt x="1108460" y="462175"/>
                  </a:lnTo>
                  <a:lnTo>
                    <a:pt x="1107787" y="452823"/>
                  </a:lnTo>
                  <a:lnTo>
                    <a:pt x="1106171" y="448484"/>
                  </a:lnTo>
                  <a:lnTo>
                    <a:pt x="1099104" y="445759"/>
                  </a:lnTo>
                  <a:lnTo>
                    <a:pt x="1096042" y="444783"/>
                  </a:lnTo>
                  <a:lnTo>
                    <a:pt x="1092575" y="444783"/>
                  </a:lnTo>
                  <a:lnTo>
                    <a:pt x="1088772" y="441857"/>
                  </a:lnTo>
                  <a:lnTo>
                    <a:pt x="1086483" y="439569"/>
                  </a:lnTo>
                  <a:lnTo>
                    <a:pt x="1085508" y="437181"/>
                  </a:lnTo>
                  <a:lnTo>
                    <a:pt x="1086719" y="432740"/>
                  </a:lnTo>
                  <a:lnTo>
                    <a:pt x="1087493" y="426113"/>
                  </a:lnTo>
                  <a:lnTo>
                    <a:pt x="1088536" y="421875"/>
                  </a:lnTo>
                  <a:lnTo>
                    <a:pt x="1091734" y="418713"/>
                  </a:lnTo>
                  <a:lnTo>
                    <a:pt x="1091734" y="414373"/>
                  </a:lnTo>
                  <a:lnTo>
                    <a:pt x="1089546" y="408822"/>
                  </a:lnTo>
                  <a:lnTo>
                    <a:pt x="1090522" y="405660"/>
                  </a:lnTo>
                  <a:lnTo>
                    <a:pt x="1093988" y="401422"/>
                  </a:lnTo>
                  <a:lnTo>
                    <a:pt x="1098465" y="399672"/>
                  </a:lnTo>
                  <a:lnTo>
                    <a:pt x="1104321" y="393920"/>
                  </a:lnTo>
                  <a:lnTo>
                    <a:pt x="1107787" y="390455"/>
                  </a:lnTo>
                  <a:cubicBezTo>
                    <a:pt x="1107787" y="390455"/>
                    <a:pt x="1109200" y="390455"/>
                    <a:pt x="1109301" y="389143"/>
                  </a:cubicBezTo>
                  <a:cubicBezTo>
                    <a:pt x="1109436" y="387932"/>
                    <a:pt x="1109167" y="386721"/>
                    <a:pt x="1109167" y="386721"/>
                  </a:cubicBezTo>
                  <a:close/>
                </a:path>
              </a:pathLst>
            </a:custGeom>
            <a:grpFill/>
            <a:ln w="6350" cap="flat">
              <a:solidFill>
                <a:schemeClr val="bg1"/>
              </a:solidFill>
              <a:prstDash val="solid"/>
              <a:miter/>
            </a:ln>
          </p:spPr>
          <p:txBody>
            <a:bodyPr rtlCol="0" anchor="ctr"/>
            <a:lstStyle/>
            <a:p>
              <a:endParaRPr lang="en-US"/>
            </a:p>
          </p:txBody>
        </p:sp>
        <p:sp>
          <p:nvSpPr>
            <p:cNvPr id="125" name="Freeform 904">
              <a:extLst>
                <a:ext uri="{FF2B5EF4-FFF2-40B4-BE49-F238E27FC236}">
                  <a16:creationId xmlns:a16="http://schemas.microsoft.com/office/drawing/2014/main" id="{671DC874-0705-21B6-5D1E-0599E00FF1B9}"/>
                </a:ext>
              </a:extLst>
            </p:cNvPr>
            <p:cNvSpPr/>
            <p:nvPr/>
          </p:nvSpPr>
          <p:spPr>
            <a:xfrm>
              <a:off x="7761032" y="2478268"/>
              <a:ext cx="194993" cy="371230"/>
            </a:xfrm>
            <a:custGeom>
              <a:avLst/>
              <a:gdLst>
                <a:gd name="connsiteX0" fmla="*/ 313721 w 374366"/>
                <a:gd name="connsiteY0" fmla="*/ 500659 h 712723"/>
                <a:gd name="connsiteX1" fmla="*/ 306552 w 374366"/>
                <a:gd name="connsiteY1" fmla="*/ 495007 h 712723"/>
                <a:gd name="connsiteX2" fmla="*/ 301773 w 374366"/>
                <a:gd name="connsiteY2" fmla="*/ 490870 h 712723"/>
                <a:gd name="connsiteX3" fmla="*/ 301773 w 374366"/>
                <a:gd name="connsiteY3" fmla="*/ 486732 h 712723"/>
                <a:gd name="connsiteX4" fmla="*/ 301773 w 374366"/>
                <a:gd name="connsiteY4" fmla="*/ 482830 h 712723"/>
                <a:gd name="connsiteX5" fmla="*/ 299821 w 374366"/>
                <a:gd name="connsiteY5" fmla="*/ 480643 h 712723"/>
                <a:gd name="connsiteX6" fmla="*/ 296119 w 374366"/>
                <a:gd name="connsiteY6" fmla="*/ 476304 h 712723"/>
                <a:gd name="connsiteX7" fmla="*/ 292215 w 374366"/>
                <a:gd name="connsiteY7" fmla="*/ 472603 h 712723"/>
                <a:gd name="connsiteX8" fmla="*/ 291576 w 374366"/>
                <a:gd name="connsiteY8" fmla="*/ 469340 h 712723"/>
                <a:gd name="connsiteX9" fmla="*/ 297230 w 374366"/>
                <a:gd name="connsiteY9" fmla="*/ 467389 h 712723"/>
                <a:gd name="connsiteX10" fmla="*/ 296994 w 374366"/>
                <a:gd name="connsiteY10" fmla="*/ 466313 h 712723"/>
                <a:gd name="connsiteX11" fmla="*/ 291138 w 374366"/>
                <a:gd name="connsiteY11" fmla="*/ 462848 h 712723"/>
                <a:gd name="connsiteX12" fmla="*/ 291778 w 374366"/>
                <a:gd name="connsiteY12" fmla="*/ 459383 h 712723"/>
                <a:gd name="connsiteX13" fmla="*/ 295917 w 374366"/>
                <a:gd name="connsiteY13" fmla="*/ 457634 h 712723"/>
                <a:gd name="connsiteX14" fmla="*/ 299182 w 374366"/>
                <a:gd name="connsiteY14" fmla="*/ 455245 h 712723"/>
                <a:gd name="connsiteX15" fmla="*/ 303961 w 374366"/>
                <a:gd name="connsiteY15" fmla="*/ 455245 h 712723"/>
                <a:gd name="connsiteX16" fmla="*/ 306788 w 374366"/>
                <a:gd name="connsiteY16" fmla="*/ 451343 h 712723"/>
                <a:gd name="connsiteX17" fmla="*/ 305711 w 374366"/>
                <a:gd name="connsiteY17" fmla="*/ 449392 h 712723"/>
                <a:gd name="connsiteX18" fmla="*/ 305071 w 374366"/>
                <a:gd name="connsiteY18" fmla="*/ 446802 h 712723"/>
                <a:gd name="connsiteX19" fmla="*/ 309413 w 374366"/>
                <a:gd name="connsiteY19" fmla="*/ 445725 h 712723"/>
                <a:gd name="connsiteX20" fmla="*/ 313317 w 374366"/>
                <a:gd name="connsiteY20" fmla="*/ 444413 h 712723"/>
                <a:gd name="connsiteX21" fmla="*/ 315942 w 374366"/>
                <a:gd name="connsiteY21" fmla="*/ 444413 h 712723"/>
                <a:gd name="connsiteX22" fmla="*/ 317692 w 374366"/>
                <a:gd name="connsiteY22" fmla="*/ 444413 h 712723"/>
                <a:gd name="connsiteX23" fmla="*/ 317927 w 374366"/>
                <a:gd name="connsiteY23" fmla="*/ 441587 h 712723"/>
                <a:gd name="connsiteX24" fmla="*/ 317052 w 374366"/>
                <a:gd name="connsiteY24" fmla="*/ 437013 h 712723"/>
                <a:gd name="connsiteX25" fmla="*/ 319004 w 374366"/>
                <a:gd name="connsiteY25" fmla="*/ 430924 h 712723"/>
                <a:gd name="connsiteX26" fmla="*/ 316615 w 374366"/>
                <a:gd name="connsiteY26" fmla="*/ 429410 h 712723"/>
                <a:gd name="connsiteX27" fmla="*/ 315975 w 374366"/>
                <a:gd name="connsiteY27" fmla="*/ 423758 h 712723"/>
                <a:gd name="connsiteX28" fmla="*/ 316177 w 374366"/>
                <a:gd name="connsiteY28" fmla="*/ 418343 h 712723"/>
                <a:gd name="connsiteX29" fmla="*/ 317692 w 374366"/>
                <a:gd name="connsiteY29" fmla="*/ 414642 h 712723"/>
                <a:gd name="connsiteX30" fmla="*/ 321394 w 374366"/>
                <a:gd name="connsiteY30" fmla="*/ 410740 h 712723"/>
                <a:gd name="connsiteX31" fmla="*/ 324221 w 374366"/>
                <a:gd name="connsiteY31" fmla="*/ 405526 h 712723"/>
                <a:gd name="connsiteX32" fmla="*/ 326173 w 374366"/>
                <a:gd name="connsiteY32" fmla="*/ 399942 h 712723"/>
                <a:gd name="connsiteX33" fmla="*/ 330380 w 374366"/>
                <a:gd name="connsiteY33" fmla="*/ 395871 h 712723"/>
                <a:gd name="connsiteX34" fmla="*/ 334284 w 374366"/>
                <a:gd name="connsiteY34" fmla="*/ 393987 h 712723"/>
                <a:gd name="connsiteX35" fmla="*/ 335865 w 374366"/>
                <a:gd name="connsiteY35" fmla="*/ 391835 h 712723"/>
                <a:gd name="connsiteX36" fmla="*/ 331793 w 374366"/>
                <a:gd name="connsiteY36" fmla="*/ 387932 h 712723"/>
                <a:gd name="connsiteX37" fmla="*/ 331490 w 374366"/>
                <a:gd name="connsiteY37" fmla="*/ 384905 h 712723"/>
                <a:gd name="connsiteX38" fmla="*/ 333510 w 374366"/>
                <a:gd name="connsiteY38" fmla="*/ 381877 h 712723"/>
                <a:gd name="connsiteX39" fmla="*/ 336539 w 374366"/>
                <a:gd name="connsiteY39" fmla="*/ 379556 h 712723"/>
                <a:gd name="connsiteX40" fmla="*/ 338995 w 374366"/>
                <a:gd name="connsiteY40" fmla="*/ 376932 h 712723"/>
                <a:gd name="connsiteX41" fmla="*/ 341183 w 374366"/>
                <a:gd name="connsiteY41" fmla="*/ 375486 h 712723"/>
                <a:gd name="connsiteX42" fmla="*/ 342495 w 374366"/>
                <a:gd name="connsiteY42" fmla="*/ 372593 h 712723"/>
                <a:gd name="connsiteX43" fmla="*/ 344077 w 374366"/>
                <a:gd name="connsiteY43" fmla="*/ 368119 h 712723"/>
                <a:gd name="connsiteX44" fmla="*/ 346399 w 374366"/>
                <a:gd name="connsiteY44" fmla="*/ 364485 h 712723"/>
                <a:gd name="connsiteX45" fmla="*/ 347712 w 374366"/>
                <a:gd name="connsiteY45" fmla="*/ 358699 h 712723"/>
                <a:gd name="connsiteX46" fmla="*/ 348284 w 374366"/>
                <a:gd name="connsiteY46" fmla="*/ 355504 h 712723"/>
                <a:gd name="connsiteX47" fmla="*/ 348856 w 374366"/>
                <a:gd name="connsiteY47" fmla="*/ 352611 h 712723"/>
                <a:gd name="connsiteX48" fmla="*/ 348856 w 374366"/>
                <a:gd name="connsiteY48" fmla="*/ 350592 h 712723"/>
                <a:gd name="connsiteX49" fmla="*/ 346534 w 374366"/>
                <a:gd name="connsiteY49" fmla="*/ 347834 h 712723"/>
                <a:gd name="connsiteX50" fmla="*/ 343774 w 374366"/>
                <a:gd name="connsiteY50" fmla="*/ 345816 h 712723"/>
                <a:gd name="connsiteX51" fmla="*/ 340880 w 374366"/>
                <a:gd name="connsiteY51" fmla="*/ 344066 h 712723"/>
                <a:gd name="connsiteX52" fmla="*/ 339736 w 374366"/>
                <a:gd name="connsiteY52" fmla="*/ 344066 h 712723"/>
                <a:gd name="connsiteX53" fmla="*/ 336841 w 374366"/>
                <a:gd name="connsiteY53" fmla="*/ 342687 h 712723"/>
                <a:gd name="connsiteX54" fmla="*/ 336707 w 374366"/>
                <a:gd name="connsiteY54" fmla="*/ 340433 h 712723"/>
                <a:gd name="connsiteX55" fmla="*/ 336976 w 374366"/>
                <a:gd name="connsiteY55" fmla="*/ 338179 h 712723"/>
                <a:gd name="connsiteX56" fmla="*/ 336000 w 374366"/>
                <a:gd name="connsiteY56" fmla="*/ 336867 h 712723"/>
                <a:gd name="connsiteX57" fmla="*/ 335697 w 374366"/>
                <a:gd name="connsiteY57" fmla="*/ 334580 h 712723"/>
                <a:gd name="connsiteX58" fmla="*/ 333409 w 374366"/>
                <a:gd name="connsiteY58" fmla="*/ 331317 h 712723"/>
                <a:gd name="connsiteX59" fmla="*/ 331221 w 374366"/>
                <a:gd name="connsiteY59" fmla="*/ 329029 h 712723"/>
                <a:gd name="connsiteX60" fmla="*/ 329808 w 374366"/>
                <a:gd name="connsiteY60" fmla="*/ 327516 h 712723"/>
                <a:gd name="connsiteX61" fmla="*/ 327956 w 374366"/>
                <a:gd name="connsiteY61" fmla="*/ 325464 h 712723"/>
                <a:gd name="connsiteX62" fmla="*/ 325803 w 374366"/>
                <a:gd name="connsiteY62" fmla="*/ 322974 h 712723"/>
                <a:gd name="connsiteX63" fmla="*/ 324389 w 374366"/>
                <a:gd name="connsiteY63" fmla="*/ 320586 h 712723"/>
                <a:gd name="connsiteX64" fmla="*/ 324389 w 374366"/>
                <a:gd name="connsiteY64" fmla="*/ 316885 h 712723"/>
                <a:gd name="connsiteX65" fmla="*/ 324221 w 374366"/>
                <a:gd name="connsiteY65" fmla="*/ 313723 h 712723"/>
                <a:gd name="connsiteX66" fmla="*/ 321663 w 374366"/>
                <a:gd name="connsiteY66" fmla="*/ 311671 h 712723"/>
                <a:gd name="connsiteX67" fmla="*/ 319374 w 374366"/>
                <a:gd name="connsiteY67" fmla="*/ 308206 h 712723"/>
                <a:gd name="connsiteX68" fmla="*/ 319274 w 374366"/>
                <a:gd name="connsiteY68" fmla="*/ 305482 h 712723"/>
                <a:gd name="connsiteX69" fmla="*/ 319812 w 374366"/>
                <a:gd name="connsiteY69" fmla="*/ 302858 h 712723"/>
                <a:gd name="connsiteX70" fmla="*/ 320452 w 374366"/>
                <a:gd name="connsiteY70" fmla="*/ 301243 h 712723"/>
                <a:gd name="connsiteX71" fmla="*/ 320889 w 374366"/>
                <a:gd name="connsiteY71" fmla="*/ 297980 h 712723"/>
                <a:gd name="connsiteX72" fmla="*/ 320889 w 374366"/>
                <a:gd name="connsiteY72" fmla="*/ 295390 h 712723"/>
                <a:gd name="connsiteX73" fmla="*/ 319038 w 374366"/>
                <a:gd name="connsiteY73" fmla="*/ 294851 h 712723"/>
                <a:gd name="connsiteX74" fmla="*/ 316548 w 374366"/>
                <a:gd name="connsiteY74" fmla="*/ 295390 h 712723"/>
                <a:gd name="connsiteX75" fmla="*/ 313081 w 374366"/>
                <a:gd name="connsiteY75" fmla="*/ 295390 h 712723"/>
                <a:gd name="connsiteX76" fmla="*/ 309009 w 374366"/>
                <a:gd name="connsiteY76" fmla="*/ 290377 h 712723"/>
                <a:gd name="connsiteX77" fmla="*/ 306115 w 374366"/>
                <a:gd name="connsiteY77" fmla="*/ 290175 h 712723"/>
                <a:gd name="connsiteX78" fmla="*/ 305542 w 374366"/>
                <a:gd name="connsiteY78" fmla="*/ 290175 h 712723"/>
                <a:gd name="connsiteX79" fmla="*/ 302211 w 374366"/>
                <a:gd name="connsiteY79" fmla="*/ 291185 h 712723"/>
                <a:gd name="connsiteX80" fmla="*/ 298576 w 374366"/>
                <a:gd name="connsiteY80" fmla="*/ 290175 h 712723"/>
                <a:gd name="connsiteX81" fmla="*/ 295379 w 374366"/>
                <a:gd name="connsiteY81" fmla="*/ 287854 h 712723"/>
                <a:gd name="connsiteX82" fmla="*/ 292047 w 374366"/>
                <a:gd name="connsiteY82" fmla="*/ 285668 h 712723"/>
                <a:gd name="connsiteX83" fmla="*/ 290734 w 374366"/>
                <a:gd name="connsiteY83" fmla="*/ 282640 h 712723"/>
                <a:gd name="connsiteX84" fmla="*/ 287403 w 374366"/>
                <a:gd name="connsiteY84" fmla="*/ 277729 h 712723"/>
                <a:gd name="connsiteX85" fmla="*/ 290432 w 374366"/>
                <a:gd name="connsiteY85" fmla="*/ 273961 h 712723"/>
                <a:gd name="connsiteX86" fmla="*/ 291441 w 374366"/>
                <a:gd name="connsiteY86" fmla="*/ 270934 h 712723"/>
                <a:gd name="connsiteX87" fmla="*/ 291172 w 374366"/>
                <a:gd name="connsiteY87" fmla="*/ 268175 h 712723"/>
                <a:gd name="connsiteX88" fmla="*/ 290297 w 374366"/>
                <a:gd name="connsiteY88" fmla="*/ 264105 h 712723"/>
                <a:gd name="connsiteX89" fmla="*/ 289556 w 374366"/>
                <a:gd name="connsiteY89" fmla="*/ 258016 h 712723"/>
                <a:gd name="connsiteX90" fmla="*/ 289556 w 374366"/>
                <a:gd name="connsiteY90" fmla="*/ 253676 h 712723"/>
                <a:gd name="connsiteX91" fmla="*/ 290364 w 374366"/>
                <a:gd name="connsiteY91" fmla="*/ 249606 h 712723"/>
                <a:gd name="connsiteX92" fmla="*/ 292182 w 374366"/>
                <a:gd name="connsiteY92" fmla="*/ 246713 h 712723"/>
                <a:gd name="connsiteX93" fmla="*/ 296826 w 374366"/>
                <a:gd name="connsiteY93" fmla="*/ 243955 h 712723"/>
                <a:gd name="connsiteX94" fmla="*/ 299720 w 374366"/>
                <a:gd name="connsiteY94" fmla="*/ 242945 h 712723"/>
                <a:gd name="connsiteX95" fmla="*/ 304196 w 374366"/>
                <a:gd name="connsiteY95" fmla="*/ 241802 h 712723"/>
                <a:gd name="connsiteX96" fmla="*/ 304937 w 374366"/>
                <a:gd name="connsiteY96" fmla="*/ 239783 h 712723"/>
                <a:gd name="connsiteX97" fmla="*/ 305946 w 374366"/>
                <a:gd name="connsiteY97" fmla="*/ 236890 h 712723"/>
                <a:gd name="connsiteX98" fmla="*/ 311600 w 374366"/>
                <a:gd name="connsiteY98" fmla="*/ 233695 h 712723"/>
                <a:gd name="connsiteX99" fmla="*/ 315672 w 374366"/>
                <a:gd name="connsiteY99" fmla="*/ 230802 h 712723"/>
                <a:gd name="connsiteX100" fmla="*/ 316817 w 374366"/>
                <a:gd name="connsiteY100" fmla="*/ 225587 h 712723"/>
                <a:gd name="connsiteX101" fmla="*/ 317692 w 374366"/>
                <a:gd name="connsiteY101" fmla="*/ 222392 h 712723"/>
                <a:gd name="connsiteX102" fmla="*/ 317389 w 374366"/>
                <a:gd name="connsiteY102" fmla="*/ 220071 h 712723"/>
                <a:gd name="connsiteX103" fmla="*/ 314629 w 374366"/>
                <a:gd name="connsiteY103" fmla="*/ 216303 h 712723"/>
                <a:gd name="connsiteX104" fmla="*/ 311869 w 374366"/>
                <a:gd name="connsiteY104" fmla="*/ 213713 h 712723"/>
                <a:gd name="connsiteX105" fmla="*/ 309548 w 374366"/>
                <a:gd name="connsiteY105" fmla="*/ 210820 h 712723"/>
                <a:gd name="connsiteX106" fmla="*/ 307360 w 374366"/>
                <a:gd name="connsiteY106" fmla="*/ 207489 h 712723"/>
                <a:gd name="connsiteX107" fmla="*/ 306620 w 374366"/>
                <a:gd name="connsiteY107" fmla="*/ 204294 h 712723"/>
                <a:gd name="connsiteX108" fmla="*/ 309076 w 374366"/>
                <a:gd name="connsiteY108" fmla="*/ 201838 h 712723"/>
                <a:gd name="connsiteX109" fmla="*/ 312846 w 374366"/>
                <a:gd name="connsiteY109" fmla="*/ 198070 h 712723"/>
                <a:gd name="connsiteX110" fmla="*/ 314023 w 374366"/>
                <a:gd name="connsiteY110" fmla="*/ 195413 h 712723"/>
                <a:gd name="connsiteX111" fmla="*/ 317793 w 374366"/>
                <a:gd name="connsiteY111" fmla="*/ 194302 h 712723"/>
                <a:gd name="connsiteX112" fmla="*/ 318533 w 374366"/>
                <a:gd name="connsiteY112" fmla="*/ 193899 h 712723"/>
                <a:gd name="connsiteX113" fmla="*/ 320384 w 374366"/>
                <a:gd name="connsiteY113" fmla="*/ 192856 h 712723"/>
                <a:gd name="connsiteX114" fmla="*/ 321125 w 374366"/>
                <a:gd name="connsiteY114" fmla="*/ 190535 h 712723"/>
                <a:gd name="connsiteX115" fmla="*/ 326341 w 374366"/>
                <a:gd name="connsiteY115" fmla="*/ 187070 h 712723"/>
                <a:gd name="connsiteX116" fmla="*/ 330380 w 374366"/>
                <a:gd name="connsiteY116" fmla="*/ 184614 h 712723"/>
                <a:gd name="connsiteX117" fmla="*/ 334452 w 374366"/>
                <a:gd name="connsiteY117" fmla="*/ 185052 h 712723"/>
                <a:gd name="connsiteX118" fmla="*/ 338087 w 374366"/>
                <a:gd name="connsiteY118" fmla="*/ 188247 h 712723"/>
                <a:gd name="connsiteX119" fmla="*/ 344178 w 374366"/>
                <a:gd name="connsiteY119" fmla="*/ 194471 h 712723"/>
                <a:gd name="connsiteX120" fmla="*/ 346635 w 374366"/>
                <a:gd name="connsiteY120" fmla="*/ 194471 h 712723"/>
                <a:gd name="connsiteX121" fmla="*/ 349394 w 374366"/>
                <a:gd name="connsiteY121" fmla="*/ 191443 h 712723"/>
                <a:gd name="connsiteX122" fmla="*/ 353029 w 374366"/>
                <a:gd name="connsiteY122" fmla="*/ 190434 h 712723"/>
                <a:gd name="connsiteX123" fmla="*/ 355620 w 374366"/>
                <a:gd name="connsiteY123" fmla="*/ 188416 h 712723"/>
                <a:gd name="connsiteX124" fmla="*/ 358649 w 374366"/>
                <a:gd name="connsiteY124" fmla="*/ 185220 h 712723"/>
                <a:gd name="connsiteX125" fmla="*/ 362553 w 374366"/>
                <a:gd name="connsiteY125" fmla="*/ 183033 h 712723"/>
                <a:gd name="connsiteX126" fmla="*/ 365010 w 374366"/>
                <a:gd name="connsiteY126" fmla="*/ 182024 h 712723"/>
                <a:gd name="connsiteX127" fmla="*/ 369486 w 374366"/>
                <a:gd name="connsiteY127" fmla="*/ 179837 h 712723"/>
                <a:gd name="connsiteX128" fmla="*/ 371236 w 374366"/>
                <a:gd name="connsiteY128" fmla="*/ 179737 h 712723"/>
                <a:gd name="connsiteX129" fmla="*/ 371236 w 374366"/>
                <a:gd name="connsiteY129" fmla="*/ 177954 h 712723"/>
                <a:gd name="connsiteX130" fmla="*/ 368275 w 374366"/>
                <a:gd name="connsiteY130" fmla="*/ 174489 h 712723"/>
                <a:gd name="connsiteX131" fmla="*/ 366592 w 374366"/>
                <a:gd name="connsiteY131" fmla="*/ 170587 h 712723"/>
                <a:gd name="connsiteX132" fmla="*/ 365010 w 374366"/>
                <a:gd name="connsiteY132" fmla="*/ 166516 h 712723"/>
                <a:gd name="connsiteX133" fmla="*/ 365717 w 374366"/>
                <a:gd name="connsiteY133" fmla="*/ 165944 h 712723"/>
                <a:gd name="connsiteX134" fmla="*/ 367736 w 374366"/>
                <a:gd name="connsiteY134" fmla="*/ 164632 h 712723"/>
                <a:gd name="connsiteX135" fmla="*/ 368443 w 374366"/>
                <a:gd name="connsiteY135" fmla="*/ 162748 h 712723"/>
                <a:gd name="connsiteX136" fmla="*/ 367871 w 374366"/>
                <a:gd name="connsiteY136" fmla="*/ 160730 h 712723"/>
                <a:gd name="connsiteX137" fmla="*/ 366558 w 374366"/>
                <a:gd name="connsiteY137" fmla="*/ 158106 h 712723"/>
                <a:gd name="connsiteX138" fmla="*/ 366996 w 374366"/>
                <a:gd name="connsiteY138" fmla="*/ 155348 h 712723"/>
                <a:gd name="connsiteX139" fmla="*/ 369452 w 374366"/>
                <a:gd name="connsiteY139" fmla="*/ 154339 h 712723"/>
                <a:gd name="connsiteX140" fmla="*/ 370900 w 374366"/>
                <a:gd name="connsiteY140" fmla="*/ 153464 h 712723"/>
                <a:gd name="connsiteX141" fmla="*/ 372650 w 374366"/>
                <a:gd name="connsiteY141" fmla="*/ 147947 h 712723"/>
                <a:gd name="connsiteX142" fmla="*/ 373659 w 374366"/>
                <a:gd name="connsiteY142" fmla="*/ 145357 h 712723"/>
                <a:gd name="connsiteX143" fmla="*/ 373794 w 374366"/>
                <a:gd name="connsiteY143" fmla="*/ 143776 h 712723"/>
                <a:gd name="connsiteX144" fmla="*/ 374366 w 374366"/>
                <a:gd name="connsiteY144" fmla="*/ 139436 h 712723"/>
                <a:gd name="connsiteX145" fmla="*/ 373491 w 374366"/>
                <a:gd name="connsiteY145" fmla="*/ 136241 h 712723"/>
                <a:gd name="connsiteX146" fmla="*/ 373188 w 374366"/>
                <a:gd name="connsiteY146" fmla="*/ 134054 h 712723"/>
                <a:gd name="connsiteX147" fmla="*/ 371169 w 374366"/>
                <a:gd name="connsiteY147" fmla="*/ 131733 h 712723"/>
                <a:gd name="connsiteX148" fmla="*/ 369856 w 374366"/>
                <a:gd name="connsiteY148" fmla="*/ 129849 h 712723"/>
                <a:gd name="connsiteX149" fmla="*/ 368544 w 374366"/>
                <a:gd name="connsiteY149" fmla="*/ 129714 h 712723"/>
                <a:gd name="connsiteX150" fmla="*/ 364774 w 374366"/>
                <a:gd name="connsiteY150" fmla="*/ 128133 h 712723"/>
                <a:gd name="connsiteX151" fmla="*/ 363630 w 374366"/>
                <a:gd name="connsiteY151" fmla="*/ 125509 h 712723"/>
                <a:gd name="connsiteX152" fmla="*/ 362486 w 374366"/>
                <a:gd name="connsiteY152" fmla="*/ 124198 h 712723"/>
                <a:gd name="connsiteX153" fmla="*/ 362486 w 374366"/>
                <a:gd name="connsiteY153" fmla="*/ 120733 h 712723"/>
                <a:gd name="connsiteX154" fmla="*/ 361241 w 374366"/>
                <a:gd name="connsiteY154" fmla="*/ 117705 h 712723"/>
                <a:gd name="connsiteX155" fmla="*/ 361376 w 374366"/>
                <a:gd name="connsiteY155" fmla="*/ 116191 h 712723"/>
                <a:gd name="connsiteX156" fmla="*/ 363563 w 374366"/>
                <a:gd name="connsiteY156" fmla="*/ 112289 h 712723"/>
                <a:gd name="connsiteX157" fmla="*/ 364203 w 374366"/>
                <a:gd name="connsiteY157" fmla="*/ 111414 h 712723"/>
                <a:gd name="connsiteX158" fmla="*/ 365279 w 374366"/>
                <a:gd name="connsiteY158" fmla="*/ 108589 h 712723"/>
                <a:gd name="connsiteX159" fmla="*/ 365515 w 374366"/>
                <a:gd name="connsiteY159" fmla="*/ 105763 h 712723"/>
                <a:gd name="connsiteX160" fmla="*/ 363563 w 374366"/>
                <a:gd name="connsiteY160" fmla="*/ 102937 h 712723"/>
                <a:gd name="connsiteX161" fmla="*/ 362688 w 374366"/>
                <a:gd name="connsiteY161" fmla="*/ 101188 h 712723"/>
                <a:gd name="connsiteX162" fmla="*/ 361611 w 374366"/>
                <a:gd name="connsiteY162" fmla="*/ 100751 h 712723"/>
                <a:gd name="connsiteX163" fmla="*/ 358347 w 374366"/>
                <a:gd name="connsiteY163" fmla="*/ 100751 h 712723"/>
                <a:gd name="connsiteX164" fmla="*/ 353332 w 374366"/>
                <a:gd name="connsiteY164" fmla="*/ 100852 h 712723"/>
                <a:gd name="connsiteX165" fmla="*/ 349428 w 374366"/>
                <a:gd name="connsiteY165" fmla="*/ 100313 h 712723"/>
                <a:gd name="connsiteX166" fmla="*/ 343336 w 374366"/>
                <a:gd name="connsiteY166" fmla="*/ 99876 h 712723"/>
                <a:gd name="connsiteX167" fmla="*/ 338995 w 374366"/>
                <a:gd name="connsiteY167" fmla="*/ 98362 h 712723"/>
                <a:gd name="connsiteX168" fmla="*/ 333106 w 374366"/>
                <a:gd name="connsiteY168" fmla="*/ 95738 h 712723"/>
                <a:gd name="connsiteX169" fmla="*/ 332029 w 374366"/>
                <a:gd name="connsiteY169" fmla="*/ 93989 h 712723"/>
                <a:gd name="connsiteX170" fmla="*/ 330278 w 374366"/>
                <a:gd name="connsiteY170" fmla="*/ 92038 h 712723"/>
                <a:gd name="connsiteX171" fmla="*/ 327889 w 374366"/>
                <a:gd name="connsiteY171" fmla="*/ 92038 h 712723"/>
                <a:gd name="connsiteX172" fmla="*/ 324423 w 374366"/>
                <a:gd name="connsiteY172" fmla="*/ 91399 h 712723"/>
                <a:gd name="connsiteX173" fmla="*/ 320283 w 374366"/>
                <a:gd name="connsiteY173" fmla="*/ 88136 h 712723"/>
                <a:gd name="connsiteX174" fmla="*/ 318971 w 374366"/>
                <a:gd name="connsiteY174" fmla="*/ 83359 h 712723"/>
                <a:gd name="connsiteX175" fmla="*/ 321158 w 374366"/>
                <a:gd name="connsiteY175" fmla="*/ 77270 h 712723"/>
                <a:gd name="connsiteX176" fmla="*/ 323110 w 374366"/>
                <a:gd name="connsiteY176" fmla="*/ 75958 h 712723"/>
                <a:gd name="connsiteX177" fmla="*/ 325735 w 374366"/>
                <a:gd name="connsiteY177" fmla="*/ 76396 h 712723"/>
                <a:gd name="connsiteX178" fmla="*/ 330077 w 374366"/>
                <a:gd name="connsiteY178" fmla="*/ 77035 h 712723"/>
                <a:gd name="connsiteX179" fmla="*/ 331389 w 374366"/>
                <a:gd name="connsiteY179" fmla="*/ 75958 h 712723"/>
                <a:gd name="connsiteX180" fmla="*/ 330952 w 374366"/>
                <a:gd name="connsiteY180" fmla="*/ 71383 h 712723"/>
                <a:gd name="connsiteX181" fmla="*/ 330312 w 374366"/>
                <a:gd name="connsiteY181" fmla="*/ 65934 h 712723"/>
                <a:gd name="connsiteX182" fmla="*/ 339231 w 374366"/>
                <a:gd name="connsiteY182" fmla="*/ 65934 h 712723"/>
                <a:gd name="connsiteX183" fmla="*/ 342697 w 374366"/>
                <a:gd name="connsiteY183" fmla="*/ 63209 h 712723"/>
                <a:gd name="connsiteX184" fmla="*/ 344885 w 374366"/>
                <a:gd name="connsiteY184" fmla="*/ 61796 h 712723"/>
                <a:gd name="connsiteX185" fmla="*/ 352491 w 374366"/>
                <a:gd name="connsiteY185" fmla="*/ 60719 h 712723"/>
                <a:gd name="connsiteX186" fmla="*/ 360332 w 374366"/>
                <a:gd name="connsiteY186" fmla="*/ 57120 h 712723"/>
                <a:gd name="connsiteX187" fmla="*/ 362722 w 374366"/>
                <a:gd name="connsiteY187" fmla="*/ 55909 h 712723"/>
                <a:gd name="connsiteX188" fmla="*/ 364909 w 374366"/>
                <a:gd name="connsiteY188" fmla="*/ 54933 h 712723"/>
                <a:gd name="connsiteX189" fmla="*/ 366659 w 374366"/>
                <a:gd name="connsiteY189" fmla="*/ 52444 h 712723"/>
                <a:gd name="connsiteX190" fmla="*/ 369823 w 374366"/>
                <a:gd name="connsiteY190" fmla="*/ 51368 h 712723"/>
                <a:gd name="connsiteX191" fmla="*/ 370058 w 374366"/>
                <a:gd name="connsiteY191" fmla="*/ 50594 h 712723"/>
                <a:gd name="connsiteX192" fmla="*/ 368645 w 374366"/>
                <a:gd name="connsiteY192" fmla="*/ 48542 h 712723"/>
                <a:gd name="connsiteX193" fmla="*/ 368107 w 374366"/>
                <a:gd name="connsiteY193" fmla="*/ 48542 h 712723"/>
                <a:gd name="connsiteX194" fmla="*/ 364304 w 374366"/>
                <a:gd name="connsiteY194" fmla="*/ 48374 h 712723"/>
                <a:gd name="connsiteX195" fmla="*/ 361577 w 374366"/>
                <a:gd name="connsiteY195" fmla="*/ 47667 h 712723"/>
                <a:gd name="connsiteX196" fmla="*/ 356798 w 374366"/>
                <a:gd name="connsiteY196" fmla="*/ 47129 h 712723"/>
                <a:gd name="connsiteX197" fmla="*/ 354072 w 374366"/>
                <a:gd name="connsiteY197" fmla="*/ 47028 h 712723"/>
                <a:gd name="connsiteX198" fmla="*/ 351784 w 374366"/>
                <a:gd name="connsiteY198" fmla="*/ 47230 h 712723"/>
                <a:gd name="connsiteX199" fmla="*/ 349832 w 374366"/>
                <a:gd name="connsiteY199" fmla="*/ 43261 h 712723"/>
                <a:gd name="connsiteX200" fmla="*/ 351043 w 374366"/>
                <a:gd name="connsiteY200" fmla="*/ 39493 h 712723"/>
                <a:gd name="connsiteX201" fmla="*/ 349967 w 374366"/>
                <a:gd name="connsiteY201" fmla="*/ 34918 h 712723"/>
                <a:gd name="connsiteX202" fmla="*/ 349428 w 374366"/>
                <a:gd name="connsiteY202" fmla="*/ 29166 h 712723"/>
                <a:gd name="connsiteX203" fmla="*/ 348788 w 374366"/>
                <a:gd name="connsiteY203" fmla="*/ 26003 h 712723"/>
                <a:gd name="connsiteX204" fmla="*/ 348788 w 374366"/>
                <a:gd name="connsiteY204" fmla="*/ 23279 h 712723"/>
                <a:gd name="connsiteX205" fmla="*/ 348452 w 374366"/>
                <a:gd name="connsiteY205" fmla="*/ 21328 h 712723"/>
                <a:gd name="connsiteX206" fmla="*/ 347342 w 374366"/>
                <a:gd name="connsiteY206" fmla="*/ 18603 h 712723"/>
                <a:gd name="connsiteX207" fmla="*/ 343976 w 374366"/>
                <a:gd name="connsiteY207" fmla="*/ 15138 h 712723"/>
                <a:gd name="connsiteX208" fmla="*/ 341149 w 374366"/>
                <a:gd name="connsiteY208" fmla="*/ 13086 h 712723"/>
                <a:gd name="connsiteX209" fmla="*/ 337784 w 374366"/>
                <a:gd name="connsiteY209" fmla="*/ 10260 h 712723"/>
                <a:gd name="connsiteX210" fmla="*/ 334183 w 374366"/>
                <a:gd name="connsiteY210" fmla="*/ 7233 h 712723"/>
                <a:gd name="connsiteX211" fmla="*/ 333409 w 374366"/>
                <a:gd name="connsiteY211" fmla="*/ 4844 h 712723"/>
                <a:gd name="connsiteX212" fmla="*/ 332432 w 374366"/>
                <a:gd name="connsiteY212" fmla="*/ 1144 h 712723"/>
                <a:gd name="connsiteX213" fmla="*/ 331692 w 374366"/>
                <a:gd name="connsiteY213" fmla="*/ 0 h 712723"/>
                <a:gd name="connsiteX214" fmla="*/ 329908 w 374366"/>
                <a:gd name="connsiteY214" fmla="*/ 34 h 712723"/>
                <a:gd name="connsiteX215" fmla="*/ 328764 w 374366"/>
                <a:gd name="connsiteY215" fmla="*/ 1446 h 712723"/>
                <a:gd name="connsiteX216" fmla="*/ 326610 w 374366"/>
                <a:gd name="connsiteY216" fmla="*/ 3061 h 712723"/>
                <a:gd name="connsiteX217" fmla="*/ 326005 w 374366"/>
                <a:gd name="connsiteY217" fmla="*/ 5450 h 712723"/>
                <a:gd name="connsiteX218" fmla="*/ 326005 w 374366"/>
                <a:gd name="connsiteY218" fmla="*/ 11101 h 712723"/>
                <a:gd name="connsiteX219" fmla="*/ 326005 w 374366"/>
                <a:gd name="connsiteY219" fmla="*/ 14566 h 712723"/>
                <a:gd name="connsiteX220" fmla="*/ 326005 w 374366"/>
                <a:gd name="connsiteY220" fmla="*/ 19780 h 712723"/>
                <a:gd name="connsiteX221" fmla="*/ 322908 w 374366"/>
                <a:gd name="connsiteY221" fmla="*/ 20655 h 712723"/>
                <a:gd name="connsiteX222" fmla="*/ 320788 w 374366"/>
                <a:gd name="connsiteY222" fmla="*/ 22068 h 712723"/>
                <a:gd name="connsiteX223" fmla="*/ 320788 w 374366"/>
                <a:gd name="connsiteY223" fmla="*/ 26744 h 712723"/>
                <a:gd name="connsiteX224" fmla="*/ 318298 w 374366"/>
                <a:gd name="connsiteY224" fmla="*/ 30208 h 712723"/>
                <a:gd name="connsiteX225" fmla="*/ 312980 w 374366"/>
                <a:gd name="connsiteY225" fmla="*/ 30747 h 712723"/>
                <a:gd name="connsiteX226" fmla="*/ 310153 w 374366"/>
                <a:gd name="connsiteY226" fmla="*/ 28997 h 712723"/>
                <a:gd name="connsiteX227" fmla="*/ 307225 w 374366"/>
                <a:gd name="connsiteY227" fmla="*/ 26172 h 712723"/>
                <a:gd name="connsiteX228" fmla="*/ 305273 w 374366"/>
                <a:gd name="connsiteY228" fmla="*/ 25835 h 712723"/>
                <a:gd name="connsiteX229" fmla="*/ 303086 w 374366"/>
                <a:gd name="connsiteY229" fmla="*/ 27349 h 712723"/>
                <a:gd name="connsiteX230" fmla="*/ 301773 w 374366"/>
                <a:gd name="connsiteY230" fmla="*/ 31386 h 712723"/>
                <a:gd name="connsiteX231" fmla="*/ 298307 w 374366"/>
                <a:gd name="connsiteY231" fmla="*/ 35288 h 712723"/>
                <a:gd name="connsiteX232" fmla="*/ 295716 w 374366"/>
                <a:gd name="connsiteY232" fmla="*/ 38215 h 712723"/>
                <a:gd name="connsiteX233" fmla="*/ 293864 w 374366"/>
                <a:gd name="connsiteY233" fmla="*/ 41915 h 712723"/>
                <a:gd name="connsiteX234" fmla="*/ 291677 w 374366"/>
                <a:gd name="connsiteY234" fmla="*/ 46692 h 712723"/>
                <a:gd name="connsiteX235" fmla="*/ 287336 w 374366"/>
                <a:gd name="connsiteY235" fmla="*/ 48643 h 712723"/>
                <a:gd name="connsiteX236" fmla="*/ 284643 w 374366"/>
                <a:gd name="connsiteY236" fmla="*/ 51233 h 712723"/>
                <a:gd name="connsiteX237" fmla="*/ 281917 w 374366"/>
                <a:gd name="connsiteY237" fmla="*/ 52646 h 712723"/>
                <a:gd name="connsiteX238" fmla="*/ 277037 w 374366"/>
                <a:gd name="connsiteY238" fmla="*/ 53184 h 712723"/>
                <a:gd name="connsiteX239" fmla="*/ 270744 w 374366"/>
                <a:gd name="connsiteY239" fmla="*/ 50796 h 712723"/>
                <a:gd name="connsiteX240" fmla="*/ 263441 w 374366"/>
                <a:gd name="connsiteY240" fmla="*/ 47095 h 712723"/>
                <a:gd name="connsiteX241" fmla="*/ 260950 w 374366"/>
                <a:gd name="connsiteY241" fmla="*/ 43933 h 712723"/>
                <a:gd name="connsiteX242" fmla="*/ 256710 w 374366"/>
                <a:gd name="connsiteY242" fmla="*/ 40569 h 712723"/>
                <a:gd name="connsiteX243" fmla="*/ 252234 w 374366"/>
                <a:gd name="connsiteY243" fmla="*/ 38820 h 712723"/>
                <a:gd name="connsiteX244" fmla="*/ 245940 w 374366"/>
                <a:gd name="connsiteY244" fmla="*/ 39594 h 712723"/>
                <a:gd name="connsiteX245" fmla="*/ 242676 w 374366"/>
                <a:gd name="connsiteY245" fmla="*/ 42756 h 712723"/>
                <a:gd name="connsiteX246" fmla="*/ 239209 w 374366"/>
                <a:gd name="connsiteY246" fmla="*/ 46221 h 712723"/>
                <a:gd name="connsiteX247" fmla="*/ 237560 w 374366"/>
                <a:gd name="connsiteY247" fmla="*/ 48845 h 712723"/>
                <a:gd name="connsiteX248" fmla="*/ 233421 w 374366"/>
                <a:gd name="connsiteY248" fmla="*/ 57086 h 712723"/>
                <a:gd name="connsiteX249" fmla="*/ 230055 w 374366"/>
                <a:gd name="connsiteY249" fmla="*/ 61661 h 712723"/>
                <a:gd name="connsiteX250" fmla="*/ 226353 w 374366"/>
                <a:gd name="connsiteY250" fmla="*/ 66236 h 712723"/>
                <a:gd name="connsiteX251" fmla="*/ 222551 w 374366"/>
                <a:gd name="connsiteY251" fmla="*/ 69499 h 712723"/>
                <a:gd name="connsiteX252" fmla="*/ 217973 w 374366"/>
                <a:gd name="connsiteY252" fmla="*/ 70038 h 712723"/>
                <a:gd name="connsiteX253" fmla="*/ 213060 w 374366"/>
                <a:gd name="connsiteY253" fmla="*/ 68625 h 712723"/>
                <a:gd name="connsiteX254" fmla="*/ 206430 w 374366"/>
                <a:gd name="connsiteY254" fmla="*/ 63411 h 712723"/>
                <a:gd name="connsiteX255" fmla="*/ 199901 w 374366"/>
                <a:gd name="connsiteY255" fmla="*/ 58297 h 712723"/>
                <a:gd name="connsiteX256" fmla="*/ 195223 w 374366"/>
                <a:gd name="connsiteY256" fmla="*/ 55371 h 712723"/>
                <a:gd name="connsiteX257" fmla="*/ 189030 w 374366"/>
                <a:gd name="connsiteY257" fmla="*/ 55135 h 712723"/>
                <a:gd name="connsiteX258" fmla="*/ 182838 w 374366"/>
                <a:gd name="connsiteY258" fmla="*/ 56010 h 712723"/>
                <a:gd name="connsiteX259" fmla="*/ 176309 w 374366"/>
                <a:gd name="connsiteY259" fmla="*/ 61762 h 712723"/>
                <a:gd name="connsiteX260" fmla="*/ 169241 w 374366"/>
                <a:gd name="connsiteY260" fmla="*/ 67515 h 712723"/>
                <a:gd name="connsiteX261" fmla="*/ 163823 w 374366"/>
                <a:gd name="connsiteY261" fmla="*/ 77068 h 712723"/>
                <a:gd name="connsiteX262" fmla="*/ 159381 w 374366"/>
                <a:gd name="connsiteY262" fmla="*/ 84032 h 712723"/>
                <a:gd name="connsiteX263" fmla="*/ 156655 w 374366"/>
                <a:gd name="connsiteY263" fmla="*/ 90222 h 712723"/>
                <a:gd name="connsiteX264" fmla="*/ 152078 w 374366"/>
                <a:gd name="connsiteY264" fmla="*/ 96310 h 712723"/>
                <a:gd name="connsiteX265" fmla="*/ 150328 w 374366"/>
                <a:gd name="connsiteY265" fmla="*/ 104552 h 712723"/>
                <a:gd name="connsiteX266" fmla="*/ 150328 w 374366"/>
                <a:gd name="connsiteY266" fmla="*/ 108353 h 712723"/>
                <a:gd name="connsiteX267" fmla="*/ 149789 w 374366"/>
                <a:gd name="connsiteY267" fmla="*/ 116595 h 712723"/>
                <a:gd name="connsiteX268" fmla="*/ 148712 w 374366"/>
                <a:gd name="connsiteY268" fmla="*/ 122785 h 712723"/>
                <a:gd name="connsiteX269" fmla="*/ 146525 w 374366"/>
                <a:gd name="connsiteY269" fmla="*/ 125846 h 712723"/>
                <a:gd name="connsiteX270" fmla="*/ 143159 w 374366"/>
                <a:gd name="connsiteY270" fmla="*/ 131161 h 712723"/>
                <a:gd name="connsiteX271" fmla="*/ 137505 w 374366"/>
                <a:gd name="connsiteY271" fmla="*/ 132372 h 712723"/>
                <a:gd name="connsiteX272" fmla="*/ 123168 w 374366"/>
                <a:gd name="connsiteY272" fmla="*/ 132069 h 712723"/>
                <a:gd name="connsiteX273" fmla="*/ 112533 w 374366"/>
                <a:gd name="connsiteY273" fmla="*/ 131834 h 712723"/>
                <a:gd name="connsiteX274" fmla="*/ 106038 w 374366"/>
                <a:gd name="connsiteY274" fmla="*/ 131834 h 712723"/>
                <a:gd name="connsiteX275" fmla="*/ 102235 w 374366"/>
                <a:gd name="connsiteY275" fmla="*/ 132406 h 712723"/>
                <a:gd name="connsiteX276" fmla="*/ 97557 w 374366"/>
                <a:gd name="connsiteY276" fmla="*/ 133045 h 712723"/>
                <a:gd name="connsiteX277" fmla="*/ 100384 w 374366"/>
                <a:gd name="connsiteY277" fmla="*/ 137384 h 712723"/>
                <a:gd name="connsiteX278" fmla="*/ 102033 w 374366"/>
                <a:gd name="connsiteY278" fmla="*/ 138360 h 712723"/>
                <a:gd name="connsiteX279" fmla="*/ 104524 w 374366"/>
                <a:gd name="connsiteY279" fmla="*/ 139436 h 712723"/>
                <a:gd name="connsiteX280" fmla="*/ 104860 w 374366"/>
                <a:gd name="connsiteY280" fmla="*/ 141387 h 712723"/>
                <a:gd name="connsiteX281" fmla="*/ 104322 w 374366"/>
                <a:gd name="connsiteY281" fmla="*/ 144314 h 712723"/>
                <a:gd name="connsiteX282" fmla="*/ 103009 w 374366"/>
                <a:gd name="connsiteY282" fmla="*/ 147140 h 712723"/>
                <a:gd name="connsiteX283" fmla="*/ 101360 w 374366"/>
                <a:gd name="connsiteY283" fmla="*/ 149528 h 712723"/>
                <a:gd name="connsiteX284" fmla="*/ 98870 w 374366"/>
                <a:gd name="connsiteY284" fmla="*/ 151816 h 712723"/>
                <a:gd name="connsiteX285" fmla="*/ 95942 w 374366"/>
                <a:gd name="connsiteY285" fmla="*/ 153868 h 712723"/>
                <a:gd name="connsiteX286" fmla="*/ 95201 w 374366"/>
                <a:gd name="connsiteY286" fmla="*/ 155819 h 712723"/>
                <a:gd name="connsiteX287" fmla="*/ 95201 w 374366"/>
                <a:gd name="connsiteY287" fmla="*/ 158645 h 712723"/>
                <a:gd name="connsiteX288" fmla="*/ 92576 w 374366"/>
                <a:gd name="connsiteY288" fmla="*/ 160596 h 712723"/>
                <a:gd name="connsiteX289" fmla="*/ 87158 w 374366"/>
                <a:gd name="connsiteY289" fmla="*/ 161907 h 712723"/>
                <a:gd name="connsiteX290" fmla="*/ 83456 w 374366"/>
                <a:gd name="connsiteY290" fmla="*/ 161907 h 712723"/>
                <a:gd name="connsiteX291" fmla="*/ 79552 w 374366"/>
                <a:gd name="connsiteY291" fmla="*/ 161571 h 712723"/>
                <a:gd name="connsiteX292" fmla="*/ 76388 w 374366"/>
                <a:gd name="connsiteY292" fmla="*/ 163758 h 712723"/>
                <a:gd name="connsiteX293" fmla="*/ 77903 w 374366"/>
                <a:gd name="connsiteY293" fmla="*/ 168871 h 712723"/>
                <a:gd name="connsiteX294" fmla="*/ 82345 w 374366"/>
                <a:gd name="connsiteY294" fmla="*/ 170284 h 712723"/>
                <a:gd name="connsiteX295" fmla="*/ 85273 w 374366"/>
                <a:gd name="connsiteY295" fmla="*/ 173211 h 712723"/>
                <a:gd name="connsiteX296" fmla="*/ 87898 w 374366"/>
                <a:gd name="connsiteY296" fmla="*/ 174085 h 712723"/>
                <a:gd name="connsiteX297" fmla="*/ 88336 w 374366"/>
                <a:gd name="connsiteY297" fmla="*/ 175834 h 712723"/>
                <a:gd name="connsiteX298" fmla="*/ 81067 w 374366"/>
                <a:gd name="connsiteY298" fmla="*/ 181822 h 712723"/>
                <a:gd name="connsiteX299" fmla="*/ 80292 w 374366"/>
                <a:gd name="connsiteY299" fmla="*/ 188550 h 712723"/>
                <a:gd name="connsiteX300" fmla="*/ 80191 w 374366"/>
                <a:gd name="connsiteY300" fmla="*/ 192150 h 712723"/>
                <a:gd name="connsiteX301" fmla="*/ 79114 w 374366"/>
                <a:gd name="connsiteY301" fmla="*/ 196926 h 712723"/>
                <a:gd name="connsiteX302" fmla="*/ 77162 w 374366"/>
                <a:gd name="connsiteY302" fmla="*/ 201165 h 712723"/>
                <a:gd name="connsiteX303" fmla="*/ 74638 w 374366"/>
                <a:gd name="connsiteY303" fmla="*/ 203654 h 712723"/>
                <a:gd name="connsiteX304" fmla="*/ 71374 w 374366"/>
                <a:gd name="connsiteY304" fmla="*/ 205942 h 712723"/>
                <a:gd name="connsiteX305" fmla="*/ 69523 w 374366"/>
                <a:gd name="connsiteY305" fmla="*/ 207691 h 712723"/>
                <a:gd name="connsiteX306" fmla="*/ 67032 w 374366"/>
                <a:gd name="connsiteY306" fmla="*/ 208465 h 712723"/>
                <a:gd name="connsiteX307" fmla="*/ 64643 w 374366"/>
                <a:gd name="connsiteY307" fmla="*/ 210752 h 712723"/>
                <a:gd name="connsiteX308" fmla="*/ 64643 w 374366"/>
                <a:gd name="connsiteY308" fmla="*/ 214789 h 712723"/>
                <a:gd name="connsiteX309" fmla="*/ 66393 w 374366"/>
                <a:gd name="connsiteY309" fmla="*/ 218254 h 712723"/>
                <a:gd name="connsiteX310" fmla="*/ 65956 w 374366"/>
                <a:gd name="connsiteY310" fmla="*/ 222291 h 712723"/>
                <a:gd name="connsiteX311" fmla="*/ 64744 w 374366"/>
                <a:gd name="connsiteY311" fmla="*/ 225453 h 712723"/>
                <a:gd name="connsiteX312" fmla="*/ 63465 w 374366"/>
                <a:gd name="connsiteY312" fmla="*/ 227942 h 712723"/>
                <a:gd name="connsiteX313" fmla="*/ 63465 w 374366"/>
                <a:gd name="connsiteY313" fmla="*/ 230129 h 712723"/>
                <a:gd name="connsiteX314" fmla="*/ 61614 w 374366"/>
                <a:gd name="connsiteY314" fmla="*/ 234367 h 712723"/>
                <a:gd name="connsiteX315" fmla="*/ 59763 w 374366"/>
                <a:gd name="connsiteY315" fmla="*/ 237193 h 712723"/>
                <a:gd name="connsiteX316" fmla="*/ 57475 w 374366"/>
                <a:gd name="connsiteY316" fmla="*/ 239817 h 712723"/>
                <a:gd name="connsiteX317" fmla="*/ 56499 w 374366"/>
                <a:gd name="connsiteY317" fmla="*/ 242407 h 712723"/>
                <a:gd name="connsiteX318" fmla="*/ 56499 w 374366"/>
                <a:gd name="connsiteY318" fmla="*/ 245771 h 712723"/>
                <a:gd name="connsiteX319" fmla="*/ 56499 w 374366"/>
                <a:gd name="connsiteY319" fmla="*/ 249236 h 712723"/>
                <a:gd name="connsiteX320" fmla="*/ 55624 w 374366"/>
                <a:gd name="connsiteY320" fmla="*/ 252499 h 712723"/>
                <a:gd name="connsiteX321" fmla="*/ 55893 w 374366"/>
                <a:gd name="connsiteY321" fmla="*/ 255224 h 712723"/>
                <a:gd name="connsiteX322" fmla="*/ 54749 w 374366"/>
                <a:gd name="connsiteY322" fmla="*/ 259900 h 712723"/>
                <a:gd name="connsiteX323" fmla="*/ 54749 w 374366"/>
                <a:gd name="connsiteY323" fmla="*/ 264879 h 712723"/>
                <a:gd name="connsiteX324" fmla="*/ 53772 w 374366"/>
                <a:gd name="connsiteY324" fmla="*/ 267704 h 712723"/>
                <a:gd name="connsiteX325" fmla="*/ 51484 w 374366"/>
                <a:gd name="connsiteY325" fmla="*/ 269218 h 712723"/>
                <a:gd name="connsiteX326" fmla="*/ 48018 w 374366"/>
                <a:gd name="connsiteY326" fmla="*/ 270093 h 712723"/>
                <a:gd name="connsiteX327" fmla="*/ 45090 w 374366"/>
                <a:gd name="connsiteY327" fmla="*/ 271606 h 712723"/>
                <a:gd name="connsiteX328" fmla="*/ 43037 w 374366"/>
                <a:gd name="connsiteY328" fmla="*/ 275307 h 712723"/>
                <a:gd name="connsiteX329" fmla="*/ 41623 w 374366"/>
                <a:gd name="connsiteY329" fmla="*/ 277897 h 712723"/>
                <a:gd name="connsiteX330" fmla="*/ 40109 w 374366"/>
                <a:gd name="connsiteY330" fmla="*/ 281497 h 712723"/>
                <a:gd name="connsiteX331" fmla="*/ 37921 w 374366"/>
                <a:gd name="connsiteY331" fmla="*/ 284221 h 712723"/>
                <a:gd name="connsiteX332" fmla="*/ 33344 w 374366"/>
                <a:gd name="connsiteY332" fmla="*/ 286408 h 712723"/>
                <a:gd name="connsiteX333" fmla="*/ 31157 w 374366"/>
                <a:gd name="connsiteY333" fmla="*/ 287720 h 712723"/>
                <a:gd name="connsiteX334" fmla="*/ 29205 w 374366"/>
                <a:gd name="connsiteY334" fmla="*/ 290983 h 712723"/>
                <a:gd name="connsiteX335" fmla="*/ 24426 w 374366"/>
                <a:gd name="connsiteY335" fmla="*/ 295322 h 712723"/>
                <a:gd name="connsiteX336" fmla="*/ 23214 w 374366"/>
                <a:gd name="connsiteY336" fmla="*/ 299460 h 712723"/>
                <a:gd name="connsiteX337" fmla="*/ 22137 w 374366"/>
                <a:gd name="connsiteY337" fmla="*/ 301848 h 712723"/>
                <a:gd name="connsiteX338" fmla="*/ 19950 w 374366"/>
                <a:gd name="connsiteY338" fmla="*/ 304876 h 712723"/>
                <a:gd name="connsiteX339" fmla="*/ 19950 w 374366"/>
                <a:gd name="connsiteY339" fmla="*/ 308341 h 712723"/>
                <a:gd name="connsiteX340" fmla="*/ 22238 w 374366"/>
                <a:gd name="connsiteY340" fmla="*/ 309956 h 712723"/>
                <a:gd name="connsiteX341" fmla="*/ 22575 w 374366"/>
                <a:gd name="connsiteY341" fmla="*/ 312781 h 712723"/>
                <a:gd name="connsiteX342" fmla="*/ 20724 w 374366"/>
                <a:gd name="connsiteY342" fmla="*/ 315069 h 712723"/>
                <a:gd name="connsiteX343" fmla="*/ 19950 w 374366"/>
                <a:gd name="connsiteY343" fmla="*/ 318332 h 712723"/>
                <a:gd name="connsiteX344" fmla="*/ 19950 w 374366"/>
                <a:gd name="connsiteY344" fmla="*/ 320485 h 712723"/>
                <a:gd name="connsiteX345" fmla="*/ 19950 w 374366"/>
                <a:gd name="connsiteY345" fmla="*/ 321797 h 712723"/>
                <a:gd name="connsiteX346" fmla="*/ 18873 w 374366"/>
                <a:gd name="connsiteY346" fmla="*/ 324084 h 712723"/>
                <a:gd name="connsiteX347" fmla="*/ 20926 w 374366"/>
                <a:gd name="connsiteY347" fmla="*/ 326910 h 712723"/>
                <a:gd name="connsiteX348" fmla="*/ 23416 w 374366"/>
                <a:gd name="connsiteY348" fmla="*/ 328525 h 712723"/>
                <a:gd name="connsiteX349" fmla="*/ 25705 w 374366"/>
                <a:gd name="connsiteY349" fmla="*/ 330039 h 712723"/>
                <a:gd name="connsiteX350" fmla="*/ 28733 w 374366"/>
                <a:gd name="connsiteY350" fmla="*/ 333402 h 712723"/>
                <a:gd name="connsiteX351" fmla="*/ 30147 w 374366"/>
                <a:gd name="connsiteY351" fmla="*/ 334815 h 712723"/>
                <a:gd name="connsiteX352" fmla="*/ 32267 w 374366"/>
                <a:gd name="connsiteY352" fmla="*/ 337540 h 712723"/>
                <a:gd name="connsiteX353" fmla="*/ 33849 w 374366"/>
                <a:gd name="connsiteY353" fmla="*/ 340366 h 712723"/>
                <a:gd name="connsiteX354" fmla="*/ 33849 w 374366"/>
                <a:gd name="connsiteY354" fmla="*/ 343091 h 712723"/>
                <a:gd name="connsiteX355" fmla="*/ 34186 w 374366"/>
                <a:gd name="connsiteY355" fmla="*/ 344705 h 712723"/>
                <a:gd name="connsiteX356" fmla="*/ 36912 w 374366"/>
                <a:gd name="connsiteY356" fmla="*/ 345580 h 712723"/>
                <a:gd name="connsiteX357" fmla="*/ 38224 w 374366"/>
                <a:gd name="connsiteY357" fmla="*/ 346354 h 712723"/>
                <a:gd name="connsiteX358" fmla="*/ 39200 w 374366"/>
                <a:gd name="connsiteY358" fmla="*/ 347666 h 712723"/>
                <a:gd name="connsiteX359" fmla="*/ 41590 w 374366"/>
                <a:gd name="connsiteY359" fmla="*/ 348877 h 712723"/>
                <a:gd name="connsiteX360" fmla="*/ 44517 w 374366"/>
                <a:gd name="connsiteY360" fmla="*/ 351265 h 712723"/>
                <a:gd name="connsiteX361" fmla="*/ 44316 w 374366"/>
                <a:gd name="connsiteY361" fmla="*/ 352342 h 712723"/>
                <a:gd name="connsiteX362" fmla="*/ 42566 w 374366"/>
                <a:gd name="connsiteY362" fmla="*/ 353754 h 712723"/>
                <a:gd name="connsiteX363" fmla="*/ 41253 w 374366"/>
                <a:gd name="connsiteY363" fmla="*/ 354528 h 712723"/>
                <a:gd name="connsiteX364" fmla="*/ 40816 w 374366"/>
                <a:gd name="connsiteY364" fmla="*/ 357623 h 712723"/>
                <a:gd name="connsiteX365" fmla="*/ 40816 w 374366"/>
                <a:gd name="connsiteY365" fmla="*/ 358767 h 712723"/>
                <a:gd name="connsiteX366" fmla="*/ 44585 w 374366"/>
                <a:gd name="connsiteY366" fmla="*/ 360079 h 712723"/>
                <a:gd name="connsiteX367" fmla="*/ 47345 w 374366"/>
                <a:gd name="connsiteY367" fmla="*/ 361525 h 712723"/>
                <a:gd name="connsiteX368" fmla="*/ 46167 w 374366"/>
                <a:gd name="connsiteY368" fmla="*/ 363543 h 712723"/>
                <a:gd name="connsiteX369" fmla="*/ 44585 w 374366"/>
                <a:gd name="connsiteY369" fmla="*/ 365730 h 712723"/>
                <a:gd name="connsiteX370" fmla="*/ 44013 w 374366"/>
                <a:gd name="connsiteY370" fmla="*/ 368320 h 712723"/>
                <a:gd name="connsiteX371" fmla="*/ 47479 w 374366"/>
                <a:gd name="connsiteY371" fmla="*/ 372525 h 712723"/>
                <a:gd name="connsiteX372" fmla="*/ 46739 w 374366"/>
                <a:gd name="connsiteY372" fmla="*/ 376865 h 712723"/>
                <a:gd name="connsiteX373" fmla="*/ 45292 w 374366"/>
                <a:gd name="connsiteY373" fmla="*/ 379320 h 712723"/>
                <a:gd name="connsiteX374" fmla="*/ 42397 w 374366"/>
                <a:gd name="connsiteY374" fmla="*/ 381642 h 712723"/>
                <a:gd name="connsiteX375" fmla="*/ 39368 w 374366"/>
                <a:gd name="connsiteY375" fmla="*/ 382214 h 712723"/>
                <a:gd name="connsiteX376" fmla="*/ 36339 w 374366"/>
                <a:gd name="connsiteY376" fmla="*/ 386284 h 712723"/>
                <a:gd name="connsiteX377" fmla="*/ 33277 w 374366"/>
                <a:gd name="connsiteY377" fmla="*/ 388302 h 712723"/>
                <a:gd name="connsiteX378" fmla="*/ 33008 w 374366"/>
                <a:gd name="connsiteY378" fmla="*/ 390892 h 712723"/>
                <a:gd name="connsiteX379" fmla="*/ 35902 w 374366"/>
                <a:gd name="connsiteY379" fmla="*/ 395972 h 712723"/>
                <a:gd name="connsiteX380" fmla="*/ 37921 w 374366"/>
                <a:gd name="connsiteY380" fmla="*/ 397587 h 712723"/>
                <a:gd name="connsiteX381" fmla="*/ 38224 w 374366"/>
                <a:gd name="connsiteY381" fmla="*/ 402061 h 712723"/>
                <a:gd name="connsiteX382" fmla="*/ 37349 w 374366"/>
                <a:gd name="connsiteY382" fmla="*/ 404819 h 712723"/>
                <a:gd name="connsiteX383" fmla="*/ 34724 w 374366"/>
                <a:gd name="connsiteY383" fmla="*/ 407275 h 712723"/>
                <a:gd name="connsiteX384" fmla="*/ 32839 w 374366"/>
                <a:gd name="connsiteY384" fmla="*/ 411345 h 712723"/>
                <a:gd name="connsiteX385" fmla="*/ 26310 w 374366"/>
                <a:gd name="connsiteY385" fmla="*/ 416257 h 712723"/>
                <a:gd name="connsiteX386" fmla="*/ 22979 w 374366"/>
                <a:gd name="connsiteY386" fmla="*/ 421606 h 712723"/>
                <a:gd name="connsiteX387" fmla="*/ 20522 w 374366"/>
                <a:gd name="connsiteY387" fmla="*/ 425945 h 712723"/>
                <a:gd name="connsiteX388" fmla="*/ 19007 w 374366"/>
                <a:gd name="connsiteY388" fmla="*/ 428973 h 712723"/>
                <a:gd name="connsiteX389" fmla="*/ 14733 w 374366"/>
                <a:gd name="connsiteY389" fmla="*/ 430419 h 712723"/>
                <a:gd name="connsiteX390" fmla="*/ 14733 w 374366"/>
                <a:gd name="connsiteY390" fmla="*/ 433447 h 712723"/>
                <a:gd name="connsiteX391" fmla="*/ 15743 w 374366"/>
                <a:gd name="connsiteY391" fmla="*/ 434019 h 712723"/>
                <a:gd name="connsiteX392" fmla="*/ 16180 w 374366"/>
                <a:gd name="connsiteY392" fmla="*/ 436205 h 712723"/>
                <a:gd name="connsiteX393" fmla="*/ 14733 w 374366"/>
                <a:gd name="connsiteY393" fmla="*/ 437954 h 712723"/>
                <a:gd name="connsiteX394" fmla="*/ 11031 w 374366"/>
                <a:gd name="connsiteY394" fmla="*/ 438526 h 712723"/>
                <a:gd name="connsiteX395" fmla="*/ 9517 w 374366"/>
                <a:gd name="connsiteY395" fmla="*/ 440410 h 712723"/>
                <a:gd name="connsiteX396" fmla="*/ 9517 w 374366"/>
                <a:gd name="connsiteY396" fmla="*/ 443875 h 712723"/>
                <a:gd name="connsiteX397" fmla="*/ 10392 w 374366"/>
                <a:gd name="connsiteY397" fmla="*/ 448955 h 712723"/>
                <a:gd name="connsiteX398" fmla="*/ 11704 w 374366"/>
                <a:gd name="connsiteY398" fmla="*/ 451713 h 712723"/>
                <a:gd name="connsiteX399" fmla="*/ 10560 w 374366"/>
                <a:gd name="connsiteY399" fmla="*/ 453159 h 712723"/>
                <a:gd name="connsiteX400" fmla="*/ 11704 w 374366"/>
                <a:gd name="connsiteY400" fmla="*/ 454909 h 712723"/>
                <a:gd name="connsiteX401" fmla="*/ 12714 w 374366"/>
                <a:gd name="connsiteY401" fmla="*/ 456221 h 712723"/>
                <a:gd name="connsiteX402" fmla="*/ 13421 w 374366"/>
                <a:gd name="connsiteY402" fmla="*/ 458239 h 712723"/>
                <a:gd name="connsiteX403" fmla="*/ 11839 w 374366"/>
                <a:gd name="connsiteY403" fmla="*/ 460426 h 712723"/>
                <a:gd name="connsiteX404" fmla="*/ 9517 w 374366"/>
                <a:gd name="connsiteY404" fmla="*/ 461435 h 712723"/>
                <a:gd name="connsiteX405" fmla="*/ 9517 w 374366"/>
                <a:gd name="connsiteY405" fmla="*/ 463016 h 712723"/>
                <a:gd name="connsiteX406" fmla="*/ 11974 w 374366"/>
                <a:gd name="connsiteY406" fmla="*/ 463016 h 712723"/>
                <a:gd name="connsiteX407" fmla="*/ 13858 w 374366"/>
                <a:gd name="connsiteY407" fmla="*/ 465909 h 712723"/>
                <a:gd name="connsiteX408" fmla="*/ 15608 w 374366"/>
                <a:gd name="connsiteY408" fmla="*/ 465909 h 712723"/>
                <a:gd name="connsiteX409" fmla="*/ 15743 w 374366"/>
                <a:gd name="connsiteY409" fmla="*/ 468667 h 712723"/>
                <a:gd name="connsiteX410" fmla="*/ 15036 w 374366"/>
                <a:gd name="connsiteY410" fmla="*/ 470988 h 712723"/>
                <a:gd name="connsiteX411" fmla="*/ 14026 w 374366"/>
                <a:gd name="connsiteY411" fmla="*/ 472872 h 712723"/>
                <a:gd name="connsiteX412" fmla="*/ 12209 w 374366"/>
                <a:gd name="connsiteY412" fmla="*/ 474016 h 712723"/>
                <a:gd name="connsiteX413" fmla="*/ 11267 w 374366"/>
                <a:gd name="connsiteY413" fmla="*/ 475765 h 712723"/>
                <a:gd name="connsiteX414" fmla="*/ 11267 w 374366"/>
                <a:gd name="connsiteY414" fmla="*/ 476909 h 712723"/>
                <a:gd name="connsiteX415" fmla="*/ 13152 w 374366"/>
                <a:gd name="connsiteY415" fmla="*/ 478356 h 712723"/>
                <a:gd name="connsiteX416" fmla="*/ 15036 w 374366"/>
                <a:gd name="connsiteY416" fmla="*/ 480811 h 712723"/>
                <a:gd name="connsiteX417" fmla="*/ 17628 w 374366"/>
                <a:gd name="connsiteY417" fmla="*/ 484713 h 712723"/>
                <a:gd name="connsiteX418" fmla="*/ 18940 w 374366"/>
                <a:gd name="connsiteY418" fmla="*/ 488178 h 712723"/>
                <a:gd name="connsiteX419" fmla="*/ 19950 w 374366"/>
                <a:gd name="connsiteY419" fmla="*/ 489759 h 712723"/>
                <a:gd name="connsiteX420" fmla="*/ 19950 w 374366"/>
                <a:gd name="connsiteY420" fmla="*/ 492518 h 712723"/>
                <a:gd name="connsiteX421" fmla="*/ 19075 w 374366"/>
                <a:gd name="connsiteY421" fmla="*/ 494839 h 712723"/>
                <a:gd name="connsiteX422" fmla="*/ 18368 w 374366"/>
                <a:gd name="connsiteY422" fmla="*/ 497598 h 712723"/>
                <a:gd name="connsiteX423" fmla="*/ 17358 w 374366"/>
                <a:gd name="connsiteY423" fmla="*/ 499481 h 712723"/>
                <a:gd name="connsiteX424" fmla="*/ 16786 w 374366"/>
                <a:gd name="connsiteY424" fmla="*/ 502072 h 712723"/>
                <a:gd name="connsiteX425" fmla="*/ 16652 w 374366"/>
                <a:gd name="connsiteY425" fmla="*/ 503518 h 712723"/>
                <a:gd name="connsiteX426" fmla="*/ 17392 w 374366"/>
                <a:gd name="connsiteY426" fmla="*/ 505402 h 712723"/>
                <a:gd name="connsiteX427" fmla="*/ 17964 w 374366"/>
                <a:gd name="connsiteY427" fmla="*/ 508598 h 712723"/>
                <a:gd name="connsiteX428" fmla="*/ 18267 w 374366"/>
                <a:gd name="connsiteY428" fmla="*/ 512365 h 712723"/>
                <a:gd name="connsiteX429" fmla="*/ 18570 w 374366"/>
                <a:gd name="connsiteY429" fmla="*/ 515998 h 712723"/>
                <a:gd name="connsiteX430" fmla="*/ 18132 w 374366"/>
                <a:gd name="connsiteY430" fmla="*/ 519901 h 712723"/>
                <a:gd name="connsiteX431" fmla="*/ 17695 w 374366"/>
                <a:gd name="connsiteY431" fmla="*/ 525552 h 712723"/>
                <a:gd name="connsiteX432" fmla="*/ 16820 w 374366"/>
                <a:gd name="connsiteY432" fmla="*/ 527436 h 712723"/>
                <a:gd name="connsiteX433" fmla="*/ 16248 w 374366"/>
                <a:gd name="connsiteY433" fmla="*/ 530766 h 712723"/>
                <a:gd name="connsiteX434" fmla="*/ 16685 w 374366"/>
                <a:gd name="connsiteY434" fmla="*/ 535980 h 712723"/>
                <a:gd name="connsiteX435" fmla="*/ 16954 w 374366"/>
                <a:gd name="connsiteY435" fmla="*/ 541632 h 712723"/>
                <a:gd name="connsiteX436" fmla="*/ 18974 w 374366"/>
                <a:gd name="connsiteY436" fmla="*/ 544962 h 712723"/>
                <a:gd name="connsiteX437" fmla="*/ 20555 w 374366"/>
                <a:gd name="connsiteY437" fmla="*/ 548595 h 712723"/>
                <a:gd name="connsiteX438" fmla="*/ 21700 w 374366"/>
                <a:gd name="connsiteY438" fmla="*/ 553944 h 712723"/>
                <a:gd name="connsiteX439" fmla="*/ 20825 w 374366"/>
                <a:gd name="connsiteY439" fmla="*/ 558283 h 712723"/>
                <a:gd name="connsiteX440" fmla="*/ 21397 w 374366"/>
                <a:gd name="connsiteY440" fmla="*/ 565381 h 712723"/>
                <a:gd name="connsiteX441" fmla="*/ 26479 w 374366"/>
                <a:gd name="connsiteY441" fmla="*/ 571739 h 712723"/>
                <a:gd name="connsiteX442" fmla="*/ 28801 w 374366"/>
                <a:gd name="connsiteY442" fmla="*/ 574498 h 712723"/>
                <a:gd name="connsiteX443" fmla="*/ 30383 w 374366"/>
                <a:gd name="connsiteY443" fmla="*/ 582302 h 712723"/>
                <a:gd name="connsiteX444" fmla="*/ 30383 w 374366"/>
                <a:gd name="connsiteY444" fmla="*/ 586373 h 712723"/>
                <a:gd name="connsiteX445" fmla="*/ 31392 w 374366"/>
                <a:gd name="connsiteY445" fmla="*/ 591015 h 712723"/>
                <a:gd name="connsiteX446" fmla="*/ 30820 w 374366"/>
                <a:gd name="connsiteY446" fmla="*/ 596666 h 712723"/>
                <a:gd name="connsiteX447" fmla="*/ 29070 w 374366"/>
                <a:gd name="connsiteY447" fmla="*/ 600871 h 712723"/>
                <a:gd name="connsiteX448" fmla="*/ 27623 w 374366"/>
                <a:gd name="connsiteY448" fmla="*/ 605951 h 712723"/>
                <a:gd name="connsiteX449" fmla="*/ 25738 w 374366"/>
                <a:gd name="connsiteY449" fmla="*/ 609718 h 712723"/>
                <a:gd name="connsiteX450" fmla="*/ 23147 w 374366"/>
                <a:gd name="connsiteY450" fmla="*/ 613923 h 712723"/>
                <a:gd name="connsiteX451" fmla="*/ 22575 w 374366"/>
                <a:gd name="connsiteY451" fmla="*/ 619878 h 712723"/>
                <a:gd name="connsiteX452" fmla="*/ 18233 w 374366"/>
                <a:gd name="connsiteY452" fmla="*/ 625092 h 712723"/>
                <a:gd name="connsiteX453" fmla="*/ 14901 w 374366"/>
                <a:gd name="connsiteY453" fmla="*/ 629869 h 712723"/>
                <a:gd name="connsiteX454" fmla="*/ 12714 w 374366"/>
                <a:gd name="connsiteY454" fmla="*/ 633199 h 712723"/>
                <a:gd name="connsiteX455" fmla="*/ 9517 w 374366"/>
                <a:gd name="connsiteY455" fmla="*/ 637101 h 712723"/>
                <a:gd name="connsiteX456" fmla="*/ 7767 w 374366"/>
                <a:gd name="connsiteY456" fmla="*/ 639994 h 712723"/>
                <a:gd name="connsiteX457" fmla="*/ 7767 w 374366"/>
                <a:gd name="connsiteY457" fmla="*/ 645511 h 712723"/>
                <a:gd name="connsiteX458" fmla="*/ 7767 w 374366"/>
                <a:gd name="connsiteY458" fmla="*/ 649413 h 712723"/>
                <a:gd name="connsiteX459" fmla="*/ 7767 w 374366"/>
                <a:gd name="connsiteY459" fmla="*/ 654762 h 712723"/>
                <a:gd name="connsiteX460" fmla="*/ 6757 w 374366"/>
                <a:gd name="connsiteY460" fmla="*/ 657218 h 712723"/>
                <a:gd name="connsiteX461" fmla="*/ 6017 w 374366"/>
                <a:gd name="connsiteY461" fmla="*/ 660851 h 712723"/>
                <a:gd name="connsiteX462" fmla="*/ 3695 w 374366"/>
                <a:gd name="connsiteY462" fmla="*/ 664753 h 712723"/>
                <a:gd name="connsiteX463" fmla="*/ 1877 w 374366"/>
                <a:gd name="connsiteY463" fmla="*/ 668083 h 712723"/>
                <a:gd name="connsiteX464" fmla="*/ 800 w 374366"/>
                <a:gd name="connsiteY464" fmla="*/ 672154 h 712723"/>
                <a:gd name="connsiteX465" fmla="*/ 800 w 374366"/>
                <a:gd name="connsiteY465" fmla="*/ 680261 h 712723"/>
                <a:gd name="connsiteX466" fmla="*/ 1810 w 374366"/>
                <a:gd name="connsiteY466" fmla="*/ 682851 h 712723"/>
                <a:gd name="connsiteX467" fmla="*/ 194 w 374366"/>
                <a:gd name="connsiteY467" fmla="*/ 689814 h 712723"/>
                <a:gd name="connsiteX468" fmla="*/ 194 w 374366"/>
                <a:gd name="connsiteY468" fmla="*/ 700680 h 712723"/>
                <a:gd name="connsiteX469" fmla="*/ 935 w 374366"/>
                <a:gd name="connsiteY469" fmla="*/ 706634 h 712723"/>
                <a:gd name="connsiteX470" fmla="*/ 2820 w 374366"/>
                <a:gd name="connsiteY470" fmla="*/ 710267 h 712723"/>
                <a:gd name="connsiteX471" fmla="*/ 9147 w 374366"/>
                <a:gd name="connsiteY471" fmla="*/ 712723 h 712723"/>
                <a:gd name="connsiteX472" fmla="*/ 9147 w 374366"/>
                <a:gd name="connsiteY472" fmla="*/ 712723 h 712723"/>
                <a:gd name="connsiteX473" fmla="*/ 9921 w 374366"/>
                <a:gd name="connsiteY473" fmla="*/ 712420 h 712723"/>
                <a:gd name="connsiteX474" fmla="*/ 15575 w 374366"/>
                <a:gd name="connsiteY474" fmla="*/ 712420 h 712723"/>
                <a:gd name="connsiteX475" fmla="*/ 17325 w 374366"/>
                <a:gd name="connsiteY475" fmla="*/ 712420 h 712723"/>
                <a:gd name="connsiteX476" fmla="*/ 22541 w 374366"/>
                <a:gd name="connsiteY476" fmla="*/ 712420 h 712723"/>
                <a:gd name="connsiteX477" fmla="*/ 28061 w 374366"/>
                <a:gd name="connsiteY477" fmla="*/ 712420 h 712723"/>
                <a:gd name="connsiteX478" fmla="*/ 34590 w 374366"/>
                <a:gd name="connsiteY478" fmla="*/ 712420 h 712723"/>
                <a:gd name="connsiteX479" fmla="*/ 39671 w 374366"/>
                <a:gd name="connsiteY479" fmla="*/ 712218 h 712723"/>
                <a:gd name="connsiteX480" fmla="*/ 46200 w 374366"/>
                <a:gd name="connsiteY480" fmla="*/ 709359 h 712723"/>
                <a:gd name="connsiteX481" fmla="*/ 48522 w 374366"/>
                <a:gd name="connsiteY481" fmla="*/ 707341 h 712723"/>
                <a:gd name="connsiteX482" fmla="*/ 51720 w 374366"/>
                <a:gd name="connsiteY482" fmla="*/ 705019 h 712723"/>
                <a:gd name="connsiteX483" fmla="*/ 53470 w 374366"/>
                <a:gd name="connsiteY483" fmla="*/ 702261 h 712723"/>
                <a:gd name="connsiteX484" fmla="*/ 55657 w 374366"/>
                <a:gd name="connsiteY484" fmla="*/ 698493 h 712723"/>
                <a:gd name="connsiteX485" fmla="*/ 57239 w 374366"/>
                <a:gd name="connsiteY485" fmla="*/ 698493 h 712723"/>
                <a:gd name="connsiteX486" fmla="*/ 61446 w 374366"/>
                <a:gd name="connsiteY486" fmla="*/ 697787 h 712723"/>
                <a:gd name="connsiteX487" fmla="*/ 65383 w 374366"/>
                <a:gd name="connsiteY487" fmla="*/ 697787 h 712723"/>
                <a:gd name="connsiteX488" fmla="*/ 67975 w 374366"/>
                <a:gd name="connsiteY488" fmla="*/ 697787 h 712723"/>
                <a:gd name="connsiteX489" fmla="*/ 71172 w 374366"/>
                <a:gd name="connsiteY489" fmla="*/ 696643 h 712723"/>
                <a:gd name="connsiteX490" fmla="*/ 74504 w 374366"/>
                <a:gd name="connsiteY490" fmla="*/ 695062 h 712723"/>
                <a:gd name="connsiteX491" fmla="*/ 78139 w 374366"/>
                <a:gd name="connsiteY491" fmla="*/ 691295 h 712723"/>
                <a:gd name="connsiteX492" fmla="*/ 82917 w 374366"/>
                <a:gd name="connsiteY492" fmla="*/ 688704 h 712723"/>
                <a:gd name="connsiteX493" fmla="*/ 87831 w 374366"/>
                <a:gd name="connsiteY493" fmla="*/ 688132 h 712723"/>
                <a:gd name="connsiteX494" fmla="*/ 95639 w 374366"/>
                <a:gd name="connsiteY494" fmla="*/ 688132 h 712723"/>
                <a:gd name="connsiteX495" fmla="*/ 99577 w 374366"/>
                <a:gd name="connsiteY495" fmla="*/ 687426 h 712723"/>
                <a:gd name="connsiteX496" fmla="*/ 105230 w 374366"/>
                <a:gd name="connsiteY496" fmla="*/ 685542 h 712723"/>
                <a:gd name="connsiteX497" fmla="*/ 106812 w 374366"/>
                <a:gd name="connsiteY497" fmla="*/ 684667 h 712723"/>
                <a:gd name="connsiteX498" fmla="*/ 110009 w 374366"/>
                <a:gd name="connsiteY498" fmla="*/ 685037 h 712723"/>
                <a:gd name="connsiteX499" fmla="*/ 114216 w 374366"/>
                <a:gd name="connsiteY499" fmla="*/ 684667 h 712723"/>
                <a:gd name="connsiteX500" fmla="*/ 114788 w 374366"/>
                <a:gd name="connsiteY500" fmla="*/ 684667 h 712723"/>
                <a:gd name="connsiteX501" fmla="*/ 118692 w 374366"/>
                <a:gd name="connsiteY501" fmla="*/ 681909 h 712723"/>
                <a:gd name="connsiteX502" fmla="*/ 119836 w 374366"/>
                <a:gd name="connsiteY502" fmla="*/ 681169 h 712723"/>
                <a:gd name="connsiteX503" fmla="*/ 122293 w 374366"/>
                <a:gd name="connsiteY503" fmla="*/ 679588 h 712723"/>
                <a:gd name="connsiteX504" fmla="*/ 123942 w 374366"/>
                <a:gd name="connsiteY504" fmla="*/ 678007 h 712723"/>
                <a:gd name="connsiteX505" fmla="*/ 124313 w 374366"/>
                <a:gd name="connsiteY505" fmla="*/ 675988 h 712723"/>
                <a:gd name="connsiteX506" fmla="*/ 124313 w 374366"/>
                <a:gd name="connsiteY506" fmla="*/ 673365 h 712723"/>
                <a:gd name="connsiteX507" fmla="*/ 126500 w 374366"/>
                <a:gd name="connsiteY507" fmla="*/ 671783 h 712723"/>
                <a:gd name="connsiteX508" fmla="*/ 128519 w 374366"/>
                <a:gd name="connsiteY508" fmla="*/ 670034 h 712723"/>
                <a:gd name="connsiteX509" fmla="*/ 129529 w 374366"/>
                <a:gd name="connsiteY509" fmla="*/ 668722 h 712723"/>
                <a:gd name="connsiteX510" fmla="*/ 131986 w 374366"/>
                <a:gd name="connsiteY510" fmla="*/ 666973 h 712723"/>
                <a:gd name="connsiteX511" fmla="*/ 134745 w 374366"/>
                <a:gd name="connsiteY511" fmla="*/ 664517 h 712723"/>
                <a:gd name="connsiteX512" fmla="*/ 136933 w 374366"/>
                <a:gd name="connsiteY512" fmla="*/ 662331 h 712723"/>
                <a:gd name="connsiteX513" fmla="*/ 138952 w 374366"/>
                <a:gd name="connsiteY513" fmla="*/ 660582 h 712723"/>
                <a:gd name="connsiteX514" fmla="*/ 143159 w 374366"/>
                <a:gd name="connsiteY514" fmla="*/ 655502 h 712723"/>
                <a:gd name="connsiteX515" fmla="*/ 147366 w 374366"/>
                <a:gd name="connsiteY515" fmla="*/ 652878 h 712723"/>
                <a:gd name="connsiteX516" fmla="*/ 153154 w 374366"/>
                <a:gd name="connsiteY516" fmla="*/ 651566 h 712723"/>
                <a:gd name="connsiteX517" fmla="*/ 158236 w 374366"/>
                <a:gd name="connsiteY517" fmla="*/ 651566 h 712723"/>
                <a:gd name="connsiteX518" fmla="*/ 161568 w 374366"/>
                <a:gd name="connsiteY518" fmla="*/ 652138 h 712723"/>
                <a:gd name="connsiteX519" fmla="*/ 164328 w 374366"/>
                <a:gd name="connsiteY519" fmla="*/ 653282 h 712723"/>
                <a:gd name="connsiteX520" fmla="*/ 166583 w 374366"/>
                <a:gd name="connsiteY520" fmla="*/ 653147 h 712723"/>
                <a:gd name="connsiteX521" fmla="*/ 167828 w 374366"/>
                <a:gd name="connsiteY521" fmla="*/ 651566 h 712723"/>
                <a:gd name="connsiteX522" fmla="*/ 167828 w 374366"/>
                <a:gd name="connsiteY522" fmla="*/ 648942 h 712723"/>
                <a:gd name="connsiteX523" fmla="*/ 166953 w 374366"/>
                <a:gd name="connsiteY523" fmla="*/ 645612 h 712723"/>
                <a:gd name="connsiteX524" fmla="*/ 166078 w 374366"/>
                <a:gd name="connsiteY524" fmla="*/ 643425 h 712723"/>
                <a:gd name="connsiteX525" fmla="*/ 165001 w 374366"/>
                <a:gd name="connsiteY525" fmla="*/ 641541 h 712723"/>
                <a:gd name="connsiteX526" fmla="*/ 164362 w 374366"/>
                <a:gd name="connsiteY526" fmla="*/ 639220 h 712723"/>
                <a:gd name="connsiteX527" fmla="*/ 164362 w 374366"/>
                <a:gd name="connsiteY527" fmla="*/ 638480 h 712723"/>
                <a:gd name="connsiteX528" fmla="*/ 165371 w 374366"/>
                <a:gd name="connsiteY528" fmla="*/ 636731 h 712723"/>
                <a:gd name="connsiteX529" fmla="*/ 166549 w 374366"/>
                <a:gd name="connsiteY529" fmla="*/ 634982 h 712723"/>
                <a:gd name="connsiteX530" fmla="*/ 166684 w 374366"/>
                <a:gd name="connsiteY530" fmla="*/ 632526 h 712723"/>
                <a:gd name="connsiteX531" fmla="*/ 166549 w 374366"/>
                <a:gd name="connsiteY531" fmla="*/ 631651 h 712723"/>
                <a:gd name="connsiteX532" fmla="*/ 167862 w 374366"/>
                <a:gd name="connsiteY532" fmla="*/ 630642 h 712723"/>
                <a:gd name="connsiteX533" fmla="*/ 170453 w 374366"/>
                <a:gd name="connsiteY533" fmla="*/ 630642 h 712723"/>
                <a:gd name="connsiteX534" fmla="*/ 173347 w 374366"/>
                <a:gd name="connsiteY534" fmla="*/ 629902 h 712723"/>
                <a:gd name="connsiteX535" fmla="*/ 176679 w 374366"/>
                <a:gd name="connsiteY535" fmla="*/ 630642 h 712723"/>
                <a:gd name="connsiteX536" fmla="*/ 180011 w 374366"/>
                <a:gd name="connsiteY536" fmla="*/ 631786 h 712723"/>
                <a:gd name="connsiteX537" fmla="*/ 180718 w 374366"/>
                <a:gd name="connsiteY537" fmla="*/ 633098 h 712723"/>
                <a:gd name="connsiteX538" fmla="*/ 184622 w 374366"/>
                <a:gd name="connsiteY538" fmla="*/ 634242 h 712723"/>
                <a:gd name="connsiteX539" fmla="*/ 191891 w 374366"/>
                <a:gd name="connsiteY539" fmla="*/ 633872 h 712723"/>
                <a:gd name="connsiteX540" fmla="*/ 197107 w 374366"/>
                <a:gd name="connsiteY540" fmla="*/ 634511 h 712723"/>
                <a:gd name="connsiteX541" fmla="*/ 202324 w 374366"/>
                <a:gd name="connsiteY541" fmla="*/ 634410 h 712723"/>
                <a:gd name="connsiteX542" fmla="*/ 206901 w 374366"/>
                <a:gd name="connsiteY542" fmla="*/ 634948 h 712723"/>
                <a:gd name="connsiteX543" fmla="*/ 211040 w 374366"/>
                <a:gd name="connsiteY543" fmla="*/ 635856 h 712723"/>
                <a:gd name="connsiteX544" fmla="*/ 213968 w 374366"/>
                <a:gd name="connsiteY544" fmla="*/ 636731 h 712723"/>
                <a:gd name="connsiteX545" fmla="*/ 216829 w 374366"/>
                <a:gd name="connsiteY545" fmla="*/ 635083 h 712723"/>
                <a:gd name="connsiteX546" fmla="*/ 218848 w 374366"/>
                <a:gd name="connsiteY546" fmla="*/ 633064 h 712723"/>
                <a:gd name="connsiteX547" fmla="*/ 220430 w 374366"/>
                <a:gd name="connsiteY547" fmla="*/ 630878 h 712723"/>
                <a:gd name="connsiteX548" fmla="*/ 221440 w 374366"/>
                <a:gd name="connsiteY548" fmla="*/ 628859 h 712723"/>
                <a:gd name="connsiteX549" fmla="*/ 224334 w 374366"/>
                <a:gd name="connsiteY549" fmla="*/ 628859 h 712723"/>
                <a:gd name="connsiteX550" fmla="*/ 226050 w 374366"/>
                <a:gd name="connsiteY550" fmla="*/ 628859 h 712723"/>
                <a:gd name="connsiteX551" fmla="*/ 226925 w 374366"/>
                <a:gd name="connsiteY551" fmla="*/ 631752 h 712723"/>
                <a:gd name="connsiteX552" fmla="*/ 227800 w 374366"/>
                <a:gd name="connsiteY552" fmla="*/ 633636 h 712723"/>
                <a:gd name="connsiteX553" fmla="*/ 229820 w 374366"/>
                <a:gd name="connsiteY553" fmla="*/ 635385 h 712723"/>
                <a:gd name="connsiteX554" fmla="*/ 234026 w 374366"/>
                <a:gd name="connsiteY554" fmla="*/ 635251 h 712723"/>
                <a:gd name="connsiteX555" fmla="*/ 237426 w 374366"/>
                <a:gd name="connsiteY555" fmla="*/ 632358 h 712723"/>
                <a:gd name="connsiteX556" fmla="*/ 239108 w 374366"/>
                <a:gd name="connsiteY556" fmla="*/ 630474 h 712723"/>
                <a:gd name="connsiteX557" fmla="*/ 239108 w 374366"/>
                <a:gd name="connsiteY557" fmla="*/ 629734 h 712723"/>
                <a:gd name="connsiteX558" fmla="*/ 239108 w 374366"/>
                <a:gd name="connsiteY558" fmla="*/ 626269 h 712723"/>
                <a:gd name="connsiteX559" fmla="*/ 240118 w 374366"/>
                <a:gd name="connsiteY559" fmla="*/ 624688 h 712723"/>
                <a:gd name="connsiteX560" fmla="*/ 241700 w 374366"/>
                <a:gd name="connsiteY560" fmla="*/ 622939 h 712723"/>
                <a:gd name="connsiteX561" fmla="*/ 242575 w 374366"/>
                <a:gd name="connsiteY561" fmla="*/ 621795 h 712723"/>
                <a:gd name="connsiteX562" fmla="*/ 243887 w 374366"/>
                <a:gd name="connsiteY562" fmla="*/ 620349 h 712723"/>
                <a:gd name="connsiteX563" fmla="*/ 247959 w 374366"/>
                <a:gd name="connsiteY563" fmla="*/ 619339 h 712723"/>
                <a:gd name="connsiteX564" fmla="*/ 251426 w 374366"/>
                <a:gd name="connsiteY564" fmla="*/ 618465 h 712723"/>
                <a:gd name="connsiteX565" fmla="*/ 253883 w 374366"/>
                <a:gd name="connsiteY565" fmla="*/ 618465 h 712723"/>
                <a:gd name="connsiteX566" fmla="*/ 254623 w 374366"/>
                <a:gd name="connsiteY566" fmla="*/ 620786 h 712723"/>
                <a:gd name="connsiteX567" fmla="*/ 257517 w 374366"/>
                <a:gd name="connsiteY567" fmla="*/ 622670 h 712723"/>
                <a:gd name="connsiteX568" fmla="*/ 261859 w 374366"/>
                <a:gd name="connsiteY568" fmla="*/ 622939 h 712723"/>
                <a:gd name="connsiteX569" fmla="*/ 265191 w 374366"/>
                <a:gd name="connsiteY569" fmla="*/ 619911 h 712723"/>
                <a:gd name="connsiteX570" fmla="*/ 265191 w 374366"/>
                <a:gd name="connsiteY570" fmla="*/ 615874 h 712723"/>
                <a:gd name="connsiteX571" fmla="*/ 266941 w 374366"/>
                <a:gd name="connsiteY571" fmla="*/ 614125 h 712723"/>
                <a:gd name="connsiteX572" fmla="*/ 268119 w 374366"/>
                <a:gd name="connsiteY572" fmla="*/ 611232 h 712723"/>
                <a:gd name="connsiteX573" fmla="*/ 271181 w 374366"/>
                <a:gd name="connsiteY573" fmla="*/ 608642 h 712723"/>
                <a:gd name="connsiteX574" fmla="*/ 275826 w 374366"/>
                <a:gd name="connsiteY574" fmla="*/ 607902 h 712723"/>
                <a:gd name="connsiteX575" fmla="*/ 278888 w 374366"/>
                <a:gd name="connsiteY575" fmla="*/ 608642 h 712723"/>
                <a:gd name="connsiteX576" fmla="*/ 280907 w 374366"/>
                <a:gd name="connsiteY576" fmla="*/ 610660 h 712723"/>
                <a:gd name="connsiteX577" fmla="*/ 282792 w 374366"/>
                <a:gd name="connsiteY577" fmla="*/ 611232 h 712723"/>
                <a:gd name="connsiteX578" fmla="*/ 285249 w 374366"/>
                <a:gd name="connsiteY578" fmla="*/ 610357 h 712723"/>
                <a:gd name="connsiteX579" fmla="*/ 286124 w 374366"/>
                <a:gd name="connsiteY579" fmla="*/ 607902 h 712723"/>
                <a:gd name="connsiteX580" fmla="*/ 286124 w 374366"/>
                <a:gd name="connsiteY580" fmla="*/ 607162 h 712723"/>
                <a:gd name="connsiteX581" fmla="*/ 286124 w 374366"/>
                <a:gd name="connsiteY581" fmla="*/ 604572 h 712723"/>
                <a:gd name="connsiteX582" fmla="*/ 286999 w 374366"/>
                <a:gd name="connsiteY582" fmla="*/ 604572 h 712723"/>
                <a:gd name="connsiteX583" fmla="*/ 290330 w 374366"/>
                <a:gd name="connsiteY583" fmla="*/ 601948 h 712723"/>
                <a:gd name="connsiteX584" fmla="*/ 293393 w 374366"/>
                <a:gd name="connsiteY584" fmla="*/ 599492 h 712723"/>
                <a:gd name="connsiteX585" fmla="*/ 295581 w 374366"/>
                <a:gd name="connsiteY585" fmla="*/ 597608 h 712723"/>
                <a:gd name="connsiteX586" fmla="*/ 297331 w 374366"/>
                <a:gd name="connsiteY586" fmla="*/ 595152 h 712723"/>
                <a:gd name="connsiteX587" fmla="*/ 299215 w 374366"/>
                <a:gd name="connsiteY587" fmla="*/ 592966 h 712723"/>
                <a:gd name="connsiteX588" fmla="*/ 301403 w 374366"/>
                <a:gd name="connsiteY588" fmla="*/ 588492 h 712723"/>
                <a:gd name="connsiteX589" fmla="*/ 302850 w 374366"/>
                <a:gd name="connsiteY589" fmla="*/ 585464 h 712723"/>
                <a:gd name="connsiteX590" fmla="*/ 305307 w 374366"/>
                <a:gd name="connsiteY590" fmla="*/ 582268 h 712723"/>
                <a:gd name="connsiteX591" fmla="*/ 305307 w 374366"/>
                <a:gd name="connsiteY591" fmla="*/ 579375 h 712723"/>
                <a:gd name="connsiteX592" fmla="*/ 304432 w 374366"/>
                <a:gd name="connsiteY592" fmla="*/ 575608 h 712723"/>
                <a:gd name="connsiteX593" fmla="*/ 303422 w 374366"/>
                <a:gd name="connsiteY593" fmla="*/ 572715 h 712723"/>
                <a:gd name="connsiteX594" fmla="*/ 302413 w 374366"/>
                <a:gd name="connsiteY594" fmla="*/ 568813 h 712723"/>
                <a:gd name="connsiteX595" fmla="*/ 301840 w 374366"/>
                <a:gd name="connsiteY595" fmla="*/ 566357 h 712723"/>
                <a:gd name="connsiteX596" fmla="*/ 301403 w 374366"/>
                <a:gd name="connsiteY596" fmla="*/ 563733 h 712723"/>
                <a:gd name="connsiteX597" fmla="*/ 303422 w 374366"/>
                <a:gd name="connsiteY597" fmla="*/ 562858 h 712723"/>
                <a:gd name="connsiteX598" fmla="*/ 304432 w 374366"/>
                <a:gd name="connsiteY598" fmla="*/ 562858 h 712723"/>
                <a:gd name="connsiteX599" fmla="*/ 307326 w 374366"/>
                <a:gd name="connsiteY599" fmla="*/ 562858 h 712723"/>
                <a:gd name="connsiteX600" fmla="*/ 309783 w 374366"/>
                <a:gd name="connsiteY600" fmla="*/ 562724 h 712723"/>
                <a:gd name="connsiteX601" fmla="*/ 312812 w 374366"/>
                <a:gd name="connsiteY601" fmla="*/ 561849 h 712723"/>
                <a:gd name="connsiteX602" fmla="*/ 312812 w 374366"/>
                <a:gd name="connsiteY602" fmla="*/ 560974 h 712723"/>
                <a:gd name="connsiteX603" fmla="*/ 311365 w 374366"/>
                <a:gd name="connsiteY603" fmla="*/ 557947 h 712723"/>
                <a:gd name="connsiteX604" fmla="*/ 310119 w 374366"/>
                <a:gd name="connsiteY604" fmla="*/ 555626 h 712723"/>
                <a:gd name="connsiteX605" fmla="*/ 308740 w 374366"/>
                <a:gd name="connsiteY605" fmla="*/ 553439 h 712723"/>
                <a:gd name="connsiteX606" fmla="*/ 308740 w 374366"/>
                <a:gd name="connsiteY606" fmla="*/ 551555 h 712723"/>
                <a:gd name="connsiteX607" fmla="*/ 310187 w 374366"/>
                <a:gd name="connsiteY607" fmla="*/ 548225 h 712723"/>
                <a:gd name="connsiteX608" fmla="*/ 312072 w 374366"/>
                <a:gd name="connsiteY608" fmla="*/ 546476 h 712723"/>
                <a:gd name="connsiteX609" fmla="*/ 313956 w 374366"/>
                <a:gd name="connsiteY609" fmla="*/ 545601 h 712723"/>
                <a:gd name="connsiteX610" fmla="*/ 313956 w 374366"/>
                <a:gd name="connsiteY610" fmla="*/ 542843 h 712723"/>
                <a:gd name="connsiteX611" fmla="*/ 312879 w 374366"/>
                <a:gd name="connsiteY611" fmla="*/ 540522 h 712723"/>
                <a:gd name="connsiteX612" fmla="*/ 310927 w 374366"/>
                <a:gd name="connsiteY612" fmla="*/ 538335 h 712723"/>
                <a:gd name="connsiteX613" fmla="*/ 309345 w 374366"/>
                <a:gd name="connsiteY613" fmla="*/ 535577 h 712723"/>
                <a:gd name="connsiteX614" fmla="*/ 310927 w 374366"/>
                <a:gd name="connsiteY614" fmla="*/ 533390 h 712723"/>
                <a:gd name="connsiteX615" fmla="*/ 311634 w 374366"/>
                <a:gd name="connsiteY615" fmla="*/ 532078 h 712723"/>
                <a:gd name="connsiteX616" fmla="*/ 310322 w 374366"/>
                <a:gd name="connsiteY616" fmla="*/ 530934 h 712723"/>
                <a:gd name="connsiteX617" fmla="*/ 312072 w 374366"/>
                <a:gd name="connsiteY617" fmla="*/ 529185 h 712723"/>
                <a:gd name="connsiteX618" fmla="*/ 312206 w 374366"/>
                <a:gd name="connsiteY618" fmla="*/ 527873 h 712723"/>
                <a:gd name="connsiteX619" fmla="*/ 310019 w 374366"/>
                <a:gd name="connsiteY619" fmla="*/ 526124 h 712723"/>
                <a:gd name="connsiteX620" fmla="*/ 309009 w 374366"/>
                <a:gd name="connsiteY620" fmla="*/ 523937 h 712723"/>
                <a:gd name="connsiteX621" fmla="*/ 309884 w 374366"/>
                <a:gd name="connsiteY621" fmla="*/ 522188 h 712723"/>
                <a:gd name="connsiteX622" fmla="*/ 311466 w 374366"/>
                <a:gd name="connsiteY622" fmla="*/ 521044 h 712723"/>
                <a:gd name="connsiteX623" fmla="*/ 313047 w 374366"/>
                <a:gd name="connsiteY623" fmla="*/ 521044 h 712723"/>
                <a:gd name="connsiteX624" fmla="*/ 312610 w 374366"/>
                <a:gd name="connsiteY624" fmla="*/ 516402 h 712723"/>
                <a:gd name="connsiteX625" fmla="*/ 312172 w 374366"/>
                <a:gd name="connsiteY625" fmla="*/ 514216 h 712723"/>
                <a:gd name="connsiteX626" fmla="*/ 312172 w 374366"/>
                <a:gd name="connsiteY626" fmla="*/ 513206 h 712723"/>
                <a:gd name="connsiteX627" fmla="*/ 313047 w 374366"/>
                <a:gd name="connsiteY627" fmla="*/ 508295 h 712723"/>
                <a:gd name="connsiteX628" fmla="*/ 315807 w 374366"/>
                <a:gd name="connsiteY628" fmla="*/ 507723 h 712723"/>
                <a:gd name="connsiteX629" fmla="*/ 318567 w 374366"/>
                <a:gd name="connsiteY629" fmla="*/ 506983 h 712723"/>
                <a:gd name="connsiteX630" fmla="*/ 318264 w 374366"/>
                <a:gd name="connsiteY630" fmla="*/ 501903 h 712723"/>
                <a:gd name="connsiteX631" fmla="*/ 313721 w 374366"/>
                <a:gd name="connsiteY631" fmla="*/ 500659 h 71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374366" h="712723">
                  <a:moveTo>
                    <a:pt x="313721" y="500659"/>
                  </a:moveTo>
                  <a:cubicBezTo>
                    <a:pt x="312408" y="500019"/>
                    <a:pt x="306552" y="495007"/>
                    <a:pt x="306552" y="495007"/>
                  </a:cubicBezTo>
                  <a:lnTo>
                    <a:pt x="301773" y="490870"/>
                  </a:lnTo>
                  <a:cubicBezTo>
                    <a:pt x="301773" y="490870"/>
                    <a:pt x="301571" y="487606"/>
                    <a:pt x="301773" y="486732"/>
                  </a:cubicBezTo>
                  <a:cubicBezTo>
                    <a:pt x="302009" y="485857"/>
                    <a:pt x="301773" y="482830"/>
                    <a:pt x="301773" y="482830"/>
                  </a:cubicBezTo>
                  <a:lnTo>
                    <a:pt x="299821" y="480643"/>
                  </a:lnTo>
                  <a:cubicBezTo>
                    <a:pt x="299821" y="480643"/>
                    <a:pt x="296994" y="476943"/>
                    <a:pt x="296119" y="476304"/>
                  </a:cubicBezTo>
                  <a:cubicBezTo>
                    <a:pt x="295244" y="475664"/>
                    <a:pt x="293494" y="473680"/>
                    <a:pt x="292215" y="472603"/>
                  </a:cubicBezTo>
                  <a:cubicBezTo>
                    <a:pt x="290903" y="471527"/>
                    <a:pt x="291576" y="469340"/>
                    <a:pt x="291576" y="469340"/>
                  </a:cubicBezTo>
                  <a:cubicBezTo>
                    <a:pt x="291576" y="469340"/>
                    <a:pt x="293730" y="467826"/>
                    <a:pt x="297230" y="467389"/>
                  </a:cubicBezTo>
                  <a:cubicBezTo>
                    <a:pt x="300696" y="466952"/>
                    <a:pt x="296994" y="466313"/>
                    <a:pt x="296994" y="466313"/>
                  </a:cubicBezTo>
                  <a:lnTo>
                    <a:pt x="291138" y="462848"/>
                  </a:lnTo>
                  <a:lnTo>
                    <a:pt x="291778" y="459383"/>
                  </a:lnTo>
                  <a:lnTo>
                    <a:pt x="295917" y="457634"/>
                  </a:lnTo>
                  <a:lnTo>
                    <a:pt x="299182" y="455245"/>
                  </a:lnTo>
                  <a:lnTo>
                    <a:pt x="303961" y="455245"/>
                  </a:lnTo>
                  <a:lnTo>
                    <a:pt x="306788" y="451343"/>
                  </a:lnTo>
                  <a:lnTo>
                    <a:pt x="305711" y="449392"/>
                  </a:lnTo>
                  <a:lnTo>
                    <a:pt x="305071" y="446802"/>
                  </a:lnTo>
                  <a:lnTo>
                    <a:pt x="309413" y="445725"/>
                  </a:lnTo>
                  <a:cubicBezTo>
                    <a:pt x="309413" y="445725"/>
                    <a:pt x="312442" y="444649"/>
                    <a:pt x="313317" y="444413"/>
                  </a:cubicBezTo>
                  <a:cubicBezTo>
                    <a:pt x="314192" y="444211"/>
                    <a:pt x="314629" y="444649"/>
                    <a:pt x="315942" y="444413"/>
                  </a:cubicBezTo>
                  <a:cubicBezTo>
                    <a:pt x="317254" y="444211"/>
                    <a:pt x="317692" y="444413"/>
                    <a:pt x="317692" y="444413"/>
                  </a:cubicBezTo>
                  <a:lnTo>
                    <a:pt x="317927" y="441587"/>
                  </a:lnTo>
                  <a:lnTo>
                    <a:pt x="317052" y="437013"/>
                  </a:lnTo>
                  <a:lnTo>
                    <a:pt x="319004" y="430924"/>
                  </a:lnTo>
                  <a:lnTo>
                    <a:pt x="316615" y="429410"/>
                  </a:lnTo>
                  <a:lnTo>
                    <a:pt x="315975" y="423758"/>
                  </a:lnTo>
                  <a:lnTo>
                    <a:pt x="316177" y="418343"/>
                  </a:lnTo>
                  <a:lnTo>
                    <a:pt x="317692" y="414642"/>
                  </a:lnTo>
                  <a:lnTo>
                    <a:pt x="321394" y="410740"/>
                  </a:lnTo>
                  <a:lnTo>
                    <a:pt x="324221" y="405526"/>
                  </a:lnTo>
                  <a:lnTo>
                    <a:pt x="326173" y="399942"/>
                  </a:lnTo>
                  <a:cubicBezTo>
                    <a:pt x="326173" y="399942"/>
                    <a:pt x="329202" y="396039"/>
                    <a:pt x="330380" y="395871"/>
                  </a:cubicBezTo>
                  <a:cubicBezTo>
                    <a:pt x="331524" y="395737"/>
                    <a:pt x="333711" y="394290"/>
                    <a:pt x="334284" y="393987"/>
                  </a:cubicBezTo>
                  <a:cubicBezTo>
                    <a:pt x="334856" y="393685"/>
                    <a:pt x="335865" y="391835"/>
                    <a:pt x="335865" y="391835"/>
                  </a:cubicBezTo>
                  <a:lnTo>
                    <a:pt x="331793" y="387932"/>
                  </a:lnTo>
                  <a:cubicBezTo>
                    <a:pt x="331793" y="387932"/>
                    <a:pt x="331221" y="385746"/>
                    <a:pt x="331490" y="384905"/>
                  </a:cubicBezTo>
                  <a:cubicBezTo>
                    <a:pt x="331793" y="384030"/>
                    <a:pt x="332500" y="382584"/>
                    <a:pt x="333510" y="381877"/>
                  </a:cubicBezTo>
                  <a:cubicBezTo>
                    <a:pt x="334519" y="381137"/>
                    <a:pt x="335966" y="379691"/>
                    <a:pt x="336539" y="379556"/>
                  </a:cubicBezTo>
                  <a:cubicBezTo>
                    <a:pt x="337110" y="379421"/>
                    <a:pt x="337851" y="377672"/>
                    <a:pt x="338995" y="376932"/>
                  </a:cubicBezTo>
                  <a:cubicBezTo>
                    <a:pt x="340139" y="376226"/>
                    <a:pt x="340577" y="375923"/>
                    <a:pt x="341183" y="375486"/>
                  </a:cubicBezTo>
                  <a:cubicBezTo>
                    <a:pt x="341755" y="375048"/>
                    <a:pt x="342495" y="372593"/>
                    <a:pt x="342495" y="372593"/>
                  </a:cubicBezTo>
                  <a:lnTo>
                    <a:pt x="344077" y="368119"/>
                  </a:lnTo>
                  <a:cubicBezTo>
                    <a:pt x="344077" y="368119"/>
                    <a:pt x="346096" y="365091"/>
                    <a:pt x="346399" y="364485"/>
                  </a:cubicBezTo>
                  <a:cubicBezTo>
                    <a:pt x="346702" y="363914"/>
                    <a:pt x="347409" y="360583"/>
                    <a:pt x="347712" y="358699"/>
                  </a:cubicBezTo>
                  <a:cubicBezTo>
                    <a:pt x="348014" y="356816"/>
                    <a:pt x="348284" y="356244"/>
                    <a:pt x="348284" y="355504"/>
                  </a:cubicBezTo>
                  <a:cubicBezTo>
                    <a:pt x="348284" y="354764"/>
                    <a:pt x="348722" y="353048"/>
                    <a:pt x="348856" y="352611"/>
                  </a:cubicBezTo>
                  <a:cubicBezTo>
                    <a:pt x="348991" y="352173"/>
                    <a:pt x="348856" y="350592"/>
                    <a:pt x="348856" y="350592"/>
                  </a:cubicBezTo>
                  <a:cubicBezTo>
                    <a:pt x="348856" y="350592"/>
                    <a:pt x="346971" y="348137"/>
                    <a:pt x="346534" y="347834"/>
                  </a:cubicBezTo>
                  <a:cubicBezTo>
                    <a:pt x="346096" y="347565"/>
                    <a:pt x="343774" y="345816"/>
                    <a:pt x="343774" y="345816"/>
                  </a:cubicBezTo>
                  <a:lnTo>
                    <a:pt x="340880" y="344066"/>
                  </a:lnTo>
                  <a:lnTo>
                    <a:pt x="339736" y="344066"/>
                  </a:lnTo>
                  <a:lnTo>
                    <a:pt x="336841" y="342687"/>
                  </a:lnTo>
                  <a:lnTo>
                    <a:pt x="336707" y="340433"/>
                  </a:lnTo>
                  <a:lnTo>
                    <a:pt x="336976" y="338179"/>
                  </a:lnTo>
                  <a:cubicBezTo>
                    <a:pt x="336976" y="338179"/>
                    <a:pt x="336202" y="337406"/>
                    <a:pt x="336000" y="336867"/>
                  </a:cubicBezTo>
                  <a:cubicBezTo>
                    <a:pt x="335798" y="336329"/>
                    <a:pt x="335697" y="334580"/>
                    <a:pt x="335697" y="334580"/>
                  </a:cubicBezTo>
                  <a:lnTo>
                    <a:pt x="333409" y="331317"/>
                  </a:lnTo>
                  <a:lnTo>
                    <a:pt x="331221" y="329029"/>
                  </a:lnTo>
                  <a:cubicBezTo>
                    <a:pt x="331221" y="329029"/>
                    <a:pt x="330144" y="327717"/>
                    <a:pt x="329808" y="327516"/>
                  </a:cubicBezTo>
                  <a:cubicBezTo>
                    <a:pt x="329471" y="327314"/>
                    <a:pt x="327956" y="325464"/>
                    <a:pt x="327956" y="325464"/>
                  </a:cubicBezTo>
                  <a:lnTo>
                    <a:pt x="325803" y="322974"/>
                  </a:lnTo>
                  <a:lnTo>
                    <a:pt x="324389" y="320586"/>
                  </a:lnTo>
                  <a:cubicBezTo>
                    <a:pt x="324389" y="320586"/>
                    <a:pt x="324389" y="317323"/>
                    <a:pt x="324389" y="316885"/>
                  </a:cubicBezTo>
                  <a:cubicBezTo>
                    <a:pt x="324389" y="316448"/>
                    <a:pt x="324322" y="314060"/>
                    <a:pt x="324221" y="313723"/>
                  </a:cubicBezTo>
                  <a:cubicBezTo>
                    <a:pt x="324120" y="313387"/>
                    <a:pt x="322202" y="312075"/>
                    <a:pt x="321663" y="311671"/>
                  </a:cubicBezTo>
                  <a:cubicBezTo>
                    <a:pt x="321125" y="311234"/>
                    <a:pt x="319913" y="309384"/>
                    <a:pt x="319374" y="308206"/>
                  </a:cubicBezTo>
                  <a:cubicBezTo>
                    <a:pt x="318836" y="307029"/>
                    <a:pt x="319274" y="306020"/>
                    <a:pt x="319274" y="305482"/>
                  </a:cubicBezTo>
                  <a:cubicBezTo>
                    <a:pt x="319274" y="304943"/>
                    <a:pt x="319812" y="302858"/>
                    <a:pt x="319812" y="302858"/>
                  </a:cubicBezTo>
                  <a:lnTo>
                    <a:pt x="320452" y="301243"/>
                  </a:lnTo>
                  <a:lnTo>
                    <a:pt x="320889" y="297980"/>
                  </a:lnTo>
                  <a:lnTo>
                    <a:pt x="320889" y="295390"/>
                  </a:lnTo>
                  <a:lnTo>
                    <a:pt x="319038" y="294851"/>
                  </a:lnTo>
                  <a:lnTo>
                    <a:pt x="316548" y="295390"/>
                  </a:lnTo>
                  <a:lnTo>
                    <a:pt x="313081" y="295390"/>
                  </a:lnTo>
                  <a:cubicBezTo>
                    <a:pt x="313081" y="295390"/>
                    <a:pt x="309446" y="290546"/>
                    <a:pt x="309009" y="290377"/>
                  </a:cubicBezTo>
                  <a:cubicBezTo>
                    <a:pt x="308571" y="290243"/>
                    <a:pt x="306115" y="290175"/>
                    <a:pt x="306115" y="290175"/>
                  </a:cubicBezTo>
                  <a:lnTo>
                    <a:pt x="305542" y="290175"/>
                  </a:lnTo>
                  <a:cubicBezTo>
                    <a:pt x="305542" y="290175"/>
                    <a:pt x="302783" y="291050"/>
                    <a:pt x="302211" y="291185"/>
                  </a:cubicBezTo>
                  <a:cubicBezTo>
                    <a:pt x="301639" y="291319"/>
                    <a:pt x="298576" y="290175"/>
                    <a:pt x="298576" y="290175"/>
                  </a:cubicBezTo>
                  <a:cubicBezTo>
                    <a:pt x="298576" y="290175"/>
                    <a:pt x="295816" y="288157"/>
                    <a:pt x="295379" y="287854"/>
                  </a:cubicBezTo>
                  <a:cubicBezTo>
                    <a:pt x="294941" y="287552"/>
                    <a:pt x="292047" y="285668"/>
                    <a:pt x="292047" y="285668"/>
                  </a:cubicBezTo>
                  <a:lnTo>
                    <a:pt x="290734" y="282640"/>
                  </a:lnTo>
                  <a:cubicBezTo>
                    <a:pt x="290734" y="282640"/>
                    <a:pt x="287100" y="278301"/>
                    <a:pt x="287403" y="277729"/>
                  </a:cubicBezTo>
                  <a:cubicBezTo>
                    <a:pt x="287706" y="277157"/>
                    <a:pt x="289153" y="275273"/>
                    <a:pt x="290432" y="273961"/>
                  </a:cubicBezTo>
                  <a:cubicBezTo>
                    <a:pt x="291744" y="272649"/>
                    <a:pt x="291441" y="271505"/>
                    <a:pt x="291441" y="270934"/>
                  </a:cubicBezTo>
                  <a:cubicBezTo>
                    <a:pt x="291441" y="270362"/>
                    <a:pt x="291172" y="268175"/>
                    <a:pt x="291172" y="268175"/>
                  </a:cubicBezTo>
                  <a:cubicBezTo>
                    <a:pt x="291172" y="268175"/>
                    <a:pt x="290297" y="264710"/>
                    <a:pt x="290297" y="264105"/>
                  </a:cubicBezTo>
                  <a:cubicBezTo>
                    <a:pt x="290297" y="263533"/>
                    <a:pt x="289556" y="258016"/>
                    <a:pt x="289556" y="258016"/>
                  </a:cubicBezTo>
                  <a:lnTo>
                    <a:pt x="289556" y="253676"/>
                  </a:lnTo>
                  <a:lnTo>
                    <a:pt x="290364" y="249606"/>
                  </a:lnTo>
                  <a:lnTo>
                    <a:pt x="292182" y="246713"/>
                  </a:lnTo>
                  <a:cubicBezTo>
                    <a:pt x="292182" y="246713"/>
                    <a:pt x="296388" y="244257"/>
                    <a:pt x="296826" y="243955"/>
                  </a:cubicBezTo>
                  <a:cubicBezTo>
                    <a:pt x="297264" y="243652"/>
                    <a:pt x="299720" y="242945"/>
                    <a:pt x="299720" y="242945"/>
                  </a:cubicBezTo>
                  <a:cubicBezTo>
                    <a:pt x="299720" y="242945"/>
                    <a:pt x="304062" y="242239"/>
                    <a:pt x="304196" y="241802"/>
                  </a:cubicBezTo>
                  <a:cubicBezTo>
                    <a:pt x="304331" y="241364"/>
                    <a:pt x="304937" y="239783"/>
                    <a:pt x="304937" y="239783"/>
                  </a:cubicBezTo>
                  <a:lnTo>
                    <a:pt x="305946" y="236890"/>
                  </a:lnTo>
                  <a:lnTo>
                    <a:pt x="311600" y="233695"/>
                  </a:lnTo>
                  <a:lnTo>
                    <a:pt x="315672" y="230802"/>
                  </a:lnTo>
                  <a:cubicBezTo>
                    <a:pt x="315672" y="230802"/>
                    <a:pt x="316682" y="226159"/>
                    <a:pt x="316817" y="225587"/>
                  </a:cubicBezTo>
                  <a:cubicBezTo>
                    <a:pt x="316951" y="225015"/>
                    <a:pt x="317692" y="222392"/>
                    <a:pt x="317692" y="222392"/>
                  </a:cubicBezTo>
                  <a:lnTo>
                    <a:pt x="317389" y="220071"/>
                  </a:lnTo>
                  <a:lnTo>
                    <a:pt x="314629" y="216303"/>
                  </a:lnTo>
                  <a:lnTo>
                    <a:pt x="311869" y="213713"/>
                  </a:lnTo>
                  <a:lnTo>
                    <a:pt x="309548" y="210820"/>
                  </a:lnTo>
                  <a:lnTo>
                    <a:pt x="307360" y="207489"/>
                  </a:lnTo>
                  <a:lnTo>
                    <a:pt x="306620" y="204294"/>
                  </a:lnTo>
                  <a:lnTo>
                    <a:pt x="309076" y="201838"/>
                  </a:lnTo>
                  <a:lnTo>
                    <a:pt x="312846" y="198070"/>
                  </a:lnTo>
                  <a:lnTo>
                    <a:pt x="314023" y="195413"/>
                  </a:lnTo>
                  <a:lnTo>
                    <a:pt x="317793" y="194302"/>
                  </a:lnTo>
                  <a:lnTo>
                    <a:pt x="318533" y="193899"/>
                  </a:lnTo>
                  <a:lnTo>
                    <a:pt x="320384" y="192856"/>
                  </a:lnTo>
                  <a:lnTo>
                    <a:pt x="321125" y="190535"/>
                  </a:lnTo>
                  <a:lnTo>
                    <a:pt x="326341" y="187070"/>
                  </a:lnTo>
                  <a:lnTo>
                    <a:pt x="330380" y="184614"/>
                  </a:lnTo>
                  <a:cubicBezTo>
                    <a:pt x="330380" y="184614"/>
                    <a:pt x="333005" y="184749"/>
                    <a:pt x="334452" y="185052"/>
                  </a:cubicBezTo>
                  <a:cubicBezTo>
                    <a:pt x="335899" y="185354"/>
                    <a:pt x="336034" y="187373"/>
                    <a:pt x="338087" y="188247"/>
                  </a:cubicBezTo>
                  <a:cubicBezTo>
                    <a:pt x="340106" y="189122"/>
                    <a:pt x="341991" y="192318"/>
                    <a:pt x="344178" y="194471"/>
                  </a:cubicBezTo>
                  <a:cubicBezTo>
                    <a:pt x="346365" y="196657"/>
                    <a:pt x="345625" y="194471"/>
                    <a:pt x="346635" y="194471"/>
                  </a:cubicBezTo>
                  <a:cubicBezTo>
                    <a:pt x="347644" y="194471"/>
                    <a:pt x="348654" y="192587"/>
                    <a:pt x="349394" y="191443"/>
                  </a:cubicBezTo>
                  <a:cubicBezTo>
                    <a:pt x="350135" y="190299"/>
                    <a:pt x="353029" y="190434"/>
                    <a:pt x="353029" y="190434"/>
                  </a:cubicBezTo>
                  <a:cubicBezTo>
                    <a:pt x="353029" y="190434"/>
                    <a:pt x="355049" y="188853"/>
                    <a:pt x="355620" y="188416"/>
                  </a:cubicBezTo>
                  <a:cubicBezTo>
                    <a:pt x="356193" y="187978"/>
                    <a:pt x="357068" y="186229"/>
                    <a:pt x="358649" y="185220"/>
                  </a:cubicBezTo>
                  <a:cubicBezTo>
                    <a:pt x="360265" y="184211"/>
                    <a:pt x="360837" y="183773"/>
                    <a:pt x="362553" y="183033"/>
                  </a:cubicBezTo>
                  <a:cubicBezTo>
                    <a:pt x="364304" y="182293"/>
                    <a:pt x="364169" y="182461"/>
                    <a:pt x="365010" y="182024"/>
                  </a:cubicBezTo>
                  <a:cubicBezTo>
                    <a:pt x="365885" y="181587"/>
                    <a:pt x="367467" y="180275"/>
                    <a:pt x="369486" y="179837"/>
                  </a:cubicBezTo>
                  <a:cubicBezTo>
                    <a:pt x="370900" y="179535"/>
                    <a:pt x="371169" y="179636"/>
                    <a:pt x="371236" y="179737"/>
                  </a:cubicBezTo>
                  <a:lnTo>
                    <a:pt x="371236" y="177954"/>
                  </a:lnTo>
                  <a:cubicBezTo>
                    <a:pt x="371236" y="177954"/>
                    <a:pt x="368275" y="175061"/>
                    <a:pt x="368275" y="174489"/>
                  </a:cubicBezTo>
                  <a:cubicBezTo>
                    <a:pt x="368275" y="173917"/>
                    <a:pt x="367198" y="171461"/>
                    <a:pt x="366592" y="170587"/>
                  </a:cubicBezTo>
                  <a:cubicBezTo>
                    <a:pt x="366020" y="169712"/>
                    <a:pt x="364842" y="167256"/>
                    <a:pt x="365010" y="166516"/>
                  </a:cubicBezTo>
                  <a:cubicBezTo>
                    <a:pt x="365145" y="165810"/>
                    <a:pt x="365145" y="165944"/>
                    <a:pt x="365717" y="165944"/>
                  </a:cubicBezTo>
                  <a:cubicBezTo>
                    <a:pt x="366289" y="165944"/>
                    <a:pt x="367298" y="164801"/>
                    <a:pt x="367736" y="164632"/>
                  </a:cubicBezTo>
                  <a:cubicBezTo>
                    <a:pt x="368174" y="164498"/>
                    <a:pt x="368308" y="163186"/>
                    <a:pt x="368443" y="162748"/>
                  </a:cubicBezTo>
                  <a:cubicBezTo>
                    <a:pt x="368577" y="162311"/>
                    <a:pt x="367871" y="160730"/>
                    <a:pt x="367871" y="160730"/>
                  </a:cubicBezTo>
                  <a:cubicBezTo>
                    <a:pt x="367871" y="160730"/>
                    <a:pt x="366558" y="158846"/>
                    <a:pt x="366558" y="158106"/>
                  </a:cubicBezTo>
                  <a:cubicBezTo>
                    <a:pt x="366558" y="157366"/>
                    <a:pt x="366996" y="155348"/>
                    <a:pt x="366996" y="155348"/>
                  </a:cubicBezTo>
                  <a:lnTo>
                    <a:pt x="369452" y="154339"/>
                  </a:lnTo>
                  <a:lnTo>
                    <a:pt x="370900" y="153464"/>
                  </a:lnTo>
                  <a:lnTo>
                    <a:pt x="372650" y="147947"/>
                  </a:lnTo>
                  <a:lnTo>
                    <a:pt x="373659" y="145357"/>
                  </a:lnTo>
                  <a:lnTo>
                    <a:pt x="373794" y="143776"/>
                  </a:lnTo>
                  <a:lnTo>
                    <a:pt x="374366" y="139436"/>
                  </a:lnTo>
                  <a:lnTo>
                    <a:pt x="373491" y="136241"/>
                  </a:lnTo>
                  <a:lnTo>
                    <a:pt x="373188" y="134054"/>
                  </a:lnTo>
                  <a:cubicBezTo>
                    <a:pt x="373188" y="134054"/>
                    <a:pt x="371438" y="132305"/>
                    <a:pt x="371169" y="131733"/>
                  </a:cubicBezTo>
                  <a:cubicBezTo>
                    <a:pt x="370866" y="131161"/>
                    <a:pt x="369856" y="129849"/>
                    <a:pt x="369856" y="129849"/>
                  </a:cubicBezTo>
                  <a:lnTo>
                    <a:pt x="368544" y="129714"/>
                  </a:lnTo>
                  <a:lnTo>
                    <a:pt x="364774" y="128133"/>
                  </a:lnTo>
                  <a:lnTo>
                    <a:pt x="363630" y="125509"/>
                  </a:lnTo>
                  <a:lnTo>
                    <a:pt x="362486" y="124198"/>
                  </a:lnTo>
                  <a:lnTo>
                    <a:pt x="362486" y="120733"/>
                  </a:lnTo>
                  <a:lnTo>
                    <a:pt x="361241" y="117705"/>
                  </a:lnTo>
                  <a:lnTo>
                    <a:pt x="361376" y="116191"/>
                  </a:lnTo>
                  <a:cubicBezTo>
                    <a:pt x="361376" y="116191"/>
                    <a:pt x="362250" y="113601"/>
                    <a:pt x="363563" y="112289"/>
                  </a:cubicBezTo>
                  <a:cubicBezTo>
                    <a:pt x="364875" y="110977"/>
                    <a:pt x="363563" y="112289"/>
                    <a:pt x="364203" y="111414"/>
                  </a:cubicBezTo>
                  <a:cubicBezTo>
                    <a:pt x="364842" y="110540"/>
                    <a:pt x="365078" y="109463"/>
                    <a:pt x="365279" y="108589"/>
                  </a:cubicBezTo>
                  <a:cubicBezTo>
                    <a:pt x="365515" y="107714"/>
                    <a:pt x="365515" y="105763"/>
                    <a:pt x="365515" y="105763"/>
                  </a:cubicBezTo>
                  <a:lnTo>
                    <a:pt x="363563" y="102937"/>
                  </a:lnTo>
                  <a:cubicBezTo>
                    <a:pt x="363563" y="102937"/>
                    <a:pt x="363361" y="101861"/>
                    <a:pt x="362688" y="101188"/>
                  </a:cubicBezTo>
                  <a:cubicBezTo>
                    <a:pt x="362049" y="100549"/>
                    <a:pt x="361611" y="100751"/>
                    <a:pt x="361611" y="100751"/>
                  </a:cubicBezTo>
                  <a:lnTo>
                    <a:pt x="358347" y="100751"/>
                  </a:lnTo>
                  <a:lnTo>
                    <a:pt x="353332" y="100852"/>
                  </a:lnTo>
                  <a:lnTo>
                    <a:pt x="349428" y="100313"/>
                  </a:lnTo>
                  <a:cubicBezTo>
                    <a:pt x="349428" y="100313"/>
                    <a:pt x="344885" y="99876"/>
                    <a:pt x="343336" y="99876"/>
                  </a:cubicBezTo>
                  <a:cubicBezTo>
                    <a:pt x="341822" y="99876"/>
                    <a:pt x="338995" y="98362"/>
                    <a:pt x="338995" y="98362"/>
                  </a:cubicBezTo>
                  <a:cubicBezTo>
                    <a:pt x="338995" y="98362"/>
                    <a:pt x="333779" y="96176"/>
                    <a:pt x="333106" y="95738"/>
                  </a:cubicBezTo>
                  <a:cubicBezTo>
                    <a:pt x="332466" y="95301"/>
                    <a:pt x="332029" y="93989"/>
                    <a:pt x="332029" y="93989"/>
                  </a:cubicBezTo>
                  <a:lnTo>
                    <a:pt x="330278" y="92038"/>
                  </a:lnTo>
                  <a:cubicBezTo>
                    <a:pt x="330278" y="92038"/>
                    <a:pt x="328529" y="92038"/>
                    <a:pt x="327889" y="92038"/>
                  </a:cubicBezTo>
                  <a:cubicBezTo>
                    <a:pt x="327216" y="92038"/>
                    <a:pt x="325264" y="91601"/>
                    <a:pt x="324423" y="91399"/>
                  </a:cubicBezTo>
                  <a:cubicBezTo>
                    <a:pt x="323548" y="91197"/>
                    <a:pt x="320956" y="88775"/>
                    <a:pt x="320283" y="88136"/>
                  </a:cubicBezTo>
                  <a:cubicBezTo>
                    <a:pt x="319644" y="87497"/>
                    <a:pt x="318971" y="83359"/>
                    <a:pt x="318971" y="83359"/>
                  </a:cubicBezTo>
                  <a:cubicBezTo>
                    <a:pt x="318971" y="83359"/>
                    <a:pt x="320519" y="78145"/>
                    <a:pt x="321158" y="77270"/>
                  </a:cubicBezTo>
                  <a:cubicBezTo>
                    <a:pt x="321798" y="76396"/>
                    <a:pt x="323110" y="75958"/>
                    <a:pt x="323110" y="75958"/>
                  </a:cubicBezTo>
                  <a:lnTo>
                    <a:pt x="325735" y="76396"/>
                  </a:lnTo>
                  <a:cubicBezTo>
                    <a:pt x="325735" y="76396"/>
                    <a:pt x="327923" y="77035"/>
                    <a:pt x="330077" y="77035"/>
                  </a:cubicBezTo>
                  <a:cubicBezTo>
                    <a:pt x="332231" y="77035"/>
                    <a:pt x="331389" y="75958"/>
                    <a:pt x="331389" y="75958"/>
                  </a:cubicBezTo>
                  <a:lnTo>
                    <a:pt x="330952" y="71383"/>
                  </a:lnTo>
                  <a:lnTo>
                    <a:pt x="330312" y="65934"/>
                  </a:lnTo>
                  <a:lnTo>
                    <a:pt x="339231" y="65934"/>
                  </a:lnTo>
                  <a:lnTo>
                    <a:pt x="342697" y="63209"/>
                  </a:lnTo>
                  <a:lnTo>
                    <a:pt x="344885" y="61796"/>
                  </a:lnTo>
                  <a:lnTo>
                    <a:pt x="352491" y="60719"/>
                  </a:lnTo>
                  <a:lnTo>
                    <a:pt x="360332" y="57120"/>
                  </a:lnTo>
                  <a:cubicBezTo>
                    <a:pt x="360332" y="57120"/>
                    <a:pt x="361846" y="56346"/>
                    <a:pt x="362722" y="55909"/>
                  </a:cubicBezTo>
                  <a:cubicBezTo>
                    <a:pt x="363597" y="55472"/>
                    <a:pt x="364135" y="55135"/>
                    <a:pt x="364909" y="54933"/>
                  </a:cubicBezTo>
                  <a:cubicBezTo>
                    <a:pt x="365683" y="54732"/>
                    <a:pt x="366659" y="52444"/>
                    <a:pt x="366659" y="52444"/>
                  </a:cubicBezTo>
                  <a:lnTo>
                    <a:pt x="369823" y="51368"/>
                  </a:lnTo>
                  <a:lnTo>
                    <a:pt x="370058" y="50594"/>
                  </a:lnTo>
                  <a:lnTo>
                    <a:pt x="368645" y="48542"/>
                  </a:lnTo>
                  <a:cubicBezTo>
                    <a:pt x="368577" y="48542"/>
                    <a:pt x="368409" y="48542"/>
                    <a:pt x="368107" y="48542"/>
                  </a:cubicBezTo>
                  <a:cubicBezTo>
                    <a:pt x="367232" y="48542"/>
                    <a:pt x="364741" y="48374"/>
                    <a:pt x="364304" y="48374"/>
                  </a:cubicBezTo>
                  <a:cubicBezTo>
                    <a:pt x="363866" y="48374"/>
                    <a:pt x="361577" y="47667"/>
                    <a:pt x="361577" y="47667"/>
                  </a:cubicBezTo>
                  <a:lnTo>
                    <a:pt x="356798" y="47129"/>
                  </a:lnTo>
                  <a:cubicBezTo>
                    <a:pt x="356798" y="47129"/>
                    <a:pt x="354948" y="47230"/>
                    <a:pt x="354072" y="47028"/>
                  </a:cubicBezTo>
                  <a:cubicBezTo>
                    <a:pt x="353197" y="46826"/>
                    <a:pt x="351784" y="47230"/>
                    <a:pt x="351784" y="47230"/>
                  </a:cubicBezTo>
                  <a:lnTo>
                    <a:pt x="349832" y="43261"/>
                  </a:lnTo>
                  <a:lnTo>
                    <a:pt x="351043" y="39493"/>
                  </a:lnTo>
                  <a:lnTo>
                    <a:pt x="349967" y="34918"/>
                  </a:lnTo>
                  <a:lnTo>
                    <a:pt x="349428" y="29166"/>
                  </a:lnTo>
                  <a:cubicBezTo>
                    <a:pt x="349428" y="29166"/>
                    <a:pt x="348788" y="27114"/>
                    <a:pt x="348788" y="26003"/>
                  </a:cubicBezTo>
                  <a:cubicBezTo>
                    <a:pt x="348788" y="24927"/>
                    <a:pt x="348688" y="23716"/>
                    <a:pt x="348788" y="23279"/>
                  </a:cubicBezTo>
                  <a:cubicBezTo>
                    <a:pt x="348890" y="22841"/>
                    <a:pt x="348587" y="21630"/>
                    <a:pt x="348452" y="21328"/>
                  </a:cubicBezTo>
                  <a:cubicBezTo>
                    <a:pt x="348318" y="20991"/>
                    <a:pt x="347476" y="18939"/>
                    <a:pt x="347342" y="18603"/>
                  </a:cubicBezTo>
                  <a:cubicBezTo>
                    <a:pt x="347240" y="18266"/>
                    <a:pt x="344313" y="15340"/>
                    <a:pt x="343976" y="15138"/>
                  </a:cubicBezTo>
                  <a:cubicBezTo>
                    <a:pt x="343640" y="14936"/>
                    <a:pt x="342024" y="13725"/>
                    <a:pt x="341149" y="13086"/>
                  </a:cubicBezTo>
                  <a:cubicBezTo>
                    <a:pt x="340274" y="12447"/>
                    <a:pt x="337784" y="10260"/>
                    <a:pt x="337784" y="10260"/>
                  </a:cubicBezTo>
                  <a:lnTo>
                    <a:pt x="334183" y="7233"/>
                  </a:lnTo>
                  <a:lnTo>
                    <a:pt x="333409" y="4844"/>
                  </a:lnTo>
                  <a:lnTo>
                    <a:pt x="332432" y="1144"/>
                  </a:lnTo>
                  <a:lnTo>
                    <a:pt x="331692" y="0"/>
                  </a:lnTo>
                  <a:lnTo>
                    <a:pt x="329908" y="34"/>
                  </a:lnTo>
                  <a:lnTo>
                    <a:pt x="328764" y="1446"/>
                  </a:lnTo>
                  <a:lnTo>
                    <a:pt x="326610" y="3061"/>
                  </a:lnTo>
                  <a:lnTo>
                    <a:pt x="326005" y="5450"/>
                  </a:lnTo>
                  <a:lnTo>
                    <a:pt x="326005" y="11101"/>
                  </a:lnTo>
                  <a:lnTo>
                    <a:pt x="326005" y="14566"/>
                  </a:lnTo>
                  <a:lnTo>
                    <a:pt x="326005" y="19780"/>
                  </a:lnTo>
                  <a:lnTo>
                    <a:pt x="322908" y="20655"/>
                  </a:lnTo>
                  <a:lnTo>
                    <a:pt x="320788" y="22068"/>
                  </a:lnTo>
                  <a:lnTo>
                    <a:pt x="320788" y="26744"/>
                  </a:lnTo>
                  <a:cubicBezTo>
                    <a:pt x="320788" y="26744"/>
                    <a:pt x="318701" y="30108"/>
                    <a:pt x="318298" y="30208"/>
                  </a:cubicBezTo>
                  <a:cubicBezTo>
                    <a:pt x="317860" y="30309"/>
                    <a:pt x="312980" y="30747"/>
                    <a:pt x="312980" y="30747"/>
                  </a:cubicBezTo>
                  <a:cubicBezTo>
                    <a:pt x="312980" y="30747"/>
                    <a:pt x="310490" y="29132"/>
                    <a:pt x="310153" y="28997"/>
                  </a:cubicBezTo>
                  <a:cubicBezTo>
                    <a:pt x="309817" y="28896"/>
                    <a:pt x="307225" y="26172"/>
                    <a:pt x="307225" y="26172"/>
                  </a:cubicBezTo>
                  <a:lnTo>
                    <a:pt x="305273" y="25835"/>
                  </a:lnTo>
                  <a:lnTo>
                    <a:pt x="303086" y="27349"/>
                  </a:lnTo>
                  <a:lnTo>
                    <a:pt x="301773" y="31386"/>
                  </a:lnTo>
                  <a:lnTo>
                    <a:pt x="298307" y="35288"/>
                  </a:lnTo>
                  <a:lnTo>
                    <a:pt x="295716" y="38215"/>
                  </a:lnTo>
                  <a:lnTo>
                    <a:pt x="293864" y="41915"/>
                  </a:lnTo>
                  <a:cubicBezTo>
                    <a:pt x="293864" y="41915"/>
                    <a:pt x="292451" y="46591"/>
                    <a:pt x="291677" y="46692"/>
                  </a:cubicBezTo>
                  <a:cubicBezTo>
                    <a:pt x="290936" y="46793"/>
                    <a:pt x="287336" y="48643"/>
                    <a:pt x="287336" y="48643"/>
                  </a:cubicBezTo>
                  <a:lnTo>
                    <a:pt x="284643" y="51233"/>
                  </a:lnTo>
                  <a:lnTo>
                    <a:pt x="281917" y="52646"/>
                  </a:lnTo>
                  <a:lnTo>
                    <a:pt x="277037" y="53184"/>
                  </a:lnTo>
                  <a:cubicBezTo>
                    <a:pt x="277037" y="53184"/>
                    <a:pt x="271181" y="51132"/>
                    <a:pt x="270744" y="50796"/>
                  </a:cubicBezTo>
                  <a:cubicBezTo>
                    <a:pt x="270306" y="50459"/>
                    <a:pt x="263441" y="47095"/>
                    <a:pt x="263441" y="47095"/>
                  </a:cubicBezTo>
                  <a:lnTo>
                    <a:pt x="260950" y="43933"/>
                  </a:lnTo>
                  <a:lnTo>
                    <a:pt x="256710" y="40569"/>
                  </a:lnTo>
                  <a:lnTo>
                    <a:pt x="252234" y="38820"/>
                  </a:lnTo>
                  <a:lnTo>
                    <a:pt x="245940" y="39594"/>
                  </a:lnTo>
                  <a:cubicBezTo>
                    <a:pt x="245940" y="39594"/>
                    <a:pt x="243450" y="41646"/>
                    <a:pt x="242676" y="42756"/>
                  </a:cubicBezTo>
                  <a:cubicBezTo>
                    <a:pt x="241902" y="43832"/>
                    <a:pt x="239209" y="46221"/>
                    <a:pt x="239209" y="46221"/>
                  </a:cubicBezTo>
                  <a:lnTo>
                    <a:pt x="237560" y="48845"/>
                  </a:lnTo>
                  <a:lnTo>
                    <a:pt x="233421" y="57086"/>
                  </a:lnTo>
                  <a:lnTo>
                    <a:pt x="230055" y="61661"/>
                  </a:lnTo>
                  <a:lnTo>
                    <a:pt x="226353" y="66236"/>
                  </a:lnTo>
                  <a:lnTo>
                    <a:pt x="222551" y="69499"/>
                  </a:lnTo>
                  <a:lnTo>
                    <a:pt x="217973" y="70038"/>
                  </a:lnTo>
                  <a:lnTo>
                    <a:pt x="213060" y="68625"/>
                  </a:lnTo>
                  <a:cubicBezTo>
                    <a:pt x="213060" y="68625"/>
                    <a:pt x="206867" y="63512"/>
                    <a:pt x="206430" y="63411"/>
                  </a:cubicBezTo>
                  <a:cubicBezTo>
                    <a:pt x="205992" y="63310"/>
                    <a:pt x="199901" y="58297"/>
                    <a:pt x="199901" y="58297"/>
                  </a:cubicBezTo>
                  <a:cubicBezTo>
                    <a:pt x="199901" y="58297"/>
                    <a:pt x="195559" y="55371"/>
                    <a:pt x="195223" y="55371"/>
                  </a:cubicBezTo>
                  <a:cubicBezTo>
                    <a:pt x="194886" y="55371"/>
                    <a:pt x="189030" y="55135"/>
                    <a:pt x="189030" y="55135"/>
                  </a:cubicBezTo>
                  <a:lnTo>
                    <a:pt x="182838" y="56010"/>
                  </a:lnTo>
                  <a:lnTo>
                    <a:pt x="176309" y="61762"/>
                  </a:lnTo>
                  <a:lnTo>
                    <a:pt x="169241" y="67515"/>
                  </a:lnTo>
                  <a:lnTo>
                    <a:pt x="163823" y="77068"/>
                  </a:lnTo>
                  <a:lnTo>
                    <a:pt x="159381" y="84032"/>
                  </a:lnTo>
                  <a:lnTo>
                    <a:pt x="156655" y="90222"/>
                  </a:lnTo>
                  <a:lnTo>
                    <a:pt x="152078" y="96310"/>
                  </a:lnTo>
                  <a:lnTo>
                    <a:pt x="150328" y="104552"/>
                  </a:lnTo>
                  <a:lnTo>
                    <a:pt x="150328" y="108353"/>
                  </a:lnTo>
                  <a:lnTo>
                    <a:pt x="149789" y="116595"/>
                  </a:lnTo>
                  <a:lnTo>
                    <a:pt x="148712" y="122785"/>
                  </a:lnTo>
                  <a:lnTo>
                    <a:pt x="146525" y="125846"/>
                  </a:lnTo>
                  <a:lnTo>
                    <a:pt x="143159" y="131161"/>
                  </a:lnTo>
                  <a:cubicBezTo>
                    <a:pt x="143159" y="131161"/>
                    <a:pt x="137943" y="132237"/>
                    <a:pt x="137505" y="132372"/>
                  </a:cubicBezTo>
                  <a:cubicBezTo>
                    <a:pt x="137068" y="132473"/>
                    <a:pt x="123168" y="132069"/>
                    <a:pt x="123168" y="132069"/>
                  </a:cubicBezTo>
                  <a:lnTo>
                    <a:pt x="112533" y="131834"/>
                  </a:lnTo>
                  <a:lnTo>
                    <a:pt x="106038" y="131834"/>
                  </a:lnTo>
                  <a:lnTo>
                    <a:pt x="102235" y="132406"/>
                  </a:lnTo>
                  <a:cubicBezTo>
                    <a:pt x="102235" y="132406"/>
                    <a:pt x="97658" y="132708"/>
                    <a:pt x="97557" y="133045"/>
                  </a:cubicBezTo>
                  <a:cubicBezTo>
                    <a:pt x="97456" y="133381"/>
                    <a:pt x="100384" y="137384"/>
                    <a:pt x="100384" y="137384"/>
                  </a:cubicBezTo>
                  <a:lnTo>
                    <a:pt x="102033" y="138360"/>
                  </a:lnTo>
                  <a:lnTo>
                    <a:pt x="104524" y="139436"/>
                  </a:lnTo>
                  <a:cubicBezTo>
                    <a:pt x="104524" y="139436"/>
                    <a:pt x="104860" y="141085"/>
                    <a:pt x="104860" y="141387"/>
                  </a:cubicBezTo>
                  <a:cubicBezTo>
                    <a:pt x="104860" y="141724"/>
                    <a:pt x="104423" y="144011"/>
                    <a:pt x="104322" y="144314"/>
                  </a:cubicBezTo>
                  <a:cubicBezTo>
                    <a:pt x="104221" y="144650"/>
                    <a:pt x="103009" y="146803"/>
                    <a:pt x="103009" y="147140"/>
                  </a:cubicBezTo>
                  <a:cubicBezTo>
                    <a:pt x="103009" y="147476"/>
                    <a:pt x="101360" y="149528"/>
                    <a:pt x="101360" y="149528"/>
                  </a:cubicBezTo>
                  <a:cubicBezTo>
                    <a:pt x="101360" y="149528"/>
                    <a:pt x="99509" y="151580"/>
                    <a:pt x="98870" y="151816"/>
                  </a:cubicBezTo>
                  <a:cubicBezTo>
                    <a:pt x="98230" y="152051"/>
                    <a:pt x="95942" y="153868"/>
                    <a:pt x="95942" y="153868"/>
                  </a:cubicBezTo>
                  <a:cubicBezTo>
                    <a:pt x="95942" y="153868"/>
                    <a:pt x="95201" y="155516"/>
                    <a:pt x="95201" y="155819"/>
                  </a:cubicBezTo>
                  <a:cubicBezTo>
                    <a:pt x="95201" y="156155"/>
                    <a:pt x="95639" y="158308"/>
                    <a:pt x="95201" y="158645"/>
                  </a:cubicBezTo>
                  <a:cubicBezTo>
                    <a:pt x="94764" y="158981"/>
                    <a:pt x="94326" y="159957"/>
                    <a:pt x="92576" y="160596"/>
                  </a:cubicBezTo>
                  <a:cubicBezTo>
                    <a:pt x="90826" y="161235"/>
                    <a:pt x="88437" y="161807"/>
                    <a:pt x="87158" y="161907"/>
                  </a:cubicBezTo>
                  <a:cubicBezTo>
                    <a:pt x="85845" y="162008"/>
                    <a:pt x="85408" y="162109"/>
                    <a:pt x="83456" y="161907"/>
                  </a:cubicBezTo>
                  <a:cubicBezTo>
                    <a:pt x="81504" y="161706"/>
                    <a:pt x="80292" y="161571"/>
                    <a:pt x="79552" y="161571"/>
                  </a:cubicBezTo>
                  <a:cubicBezTo>
                    <a:pt x="78778" y="161571"/>
                    <a:pt x="76388" y="163320"/>
                    <a:pt x="76388" y="163758"/>
                  </a:cubicBezTo>
                  <a:cubicBezTo>
                    <a:pt x="76388" y="164195"/>
                    <a:pt x="75951" y="167996"/>
                    <a:pt x="77903" y="168871"/>
                  </a:cubicBezTo>
                  <a:cubicBezTo>
                    <a:pt x="79855" y="169746"/>
                    <a:pt x="81908" y="170082"/>
                    <a:pt x="82345" y="170284"/>
                  </a:cubicBezTo>
                  <a:cubicBezTo>
                    <a:pt x="82783" y="170486"/>
                    <a:pt x="84398" y="172773"/>
                    <a:pt x="85273" y="173211"/>
                  </a:cubicBezTo>
                  <a:cubicBezTo>
                    <a:pt x="86148" y="173648"/>
                    <a:pt x="87225" y="174085"/>
                    <a:pt x="87898" y="174085"/>
                  </a:cubicBezTo>
                  <a:cubicBezTo>
                    <a:pt x="88538" y="174085"/>
                    <a:pt x="95269" y="172235"/>
                    <a:pt x="88336" y="175834"/>
                  </a:cubicBezTo>
                  <a:cubicBezTo>
                    <a:pt x="81369" y="179434"/>
                    <a:pt x="81067" y="181822"/>
                    <a:pt x="81067" y="181822"/>
                  </a:cubicBezTo>
                  <a:lnTo>
                    <a:pt x="80292" y="188550"/>
                  </a:lnTo>
                  <a:cubicBezTo>
                    <a:pt x="80292" y="188550"/>
                    <a:pt x="80191" y="191712"/>
                    <a:pt x="80191" y="192150"/>
                  </a:cubicBezTo>
                  <a:cubicBezTo>
                    <a:pt x="80191" y="192587"/>
                    <a:pt x="79114" y="196926"/>
                    <a:pt x="79114" y="196926"/>
                  </a:cubicBezTo>
                  <a:lnTo>
                    <a:pt x="77162" y="201165"/>
                  </a:lnTo>
                  <a:lnTo>
                    <a:pt x="74638" y="203654"/>
                  </a:lnTo>
                  <a:lnTo>
                    <a:pt x="71374" y="205942"/>
                  </a:lnTo>
                  <a:lnTo>
                    <a:pt x="69523" y="207691"/>
                  </a:lnTo>
                  <a:lnTo>
                    <a:pt x="67032" y="208465"/>
                  </a:lnTo>
                  <a:cubicBezTo>
                    <a:pt x="67032" y="208465"/>
                    <a:pt x="64643" y="210315"/>
                    <a:pt x="64643" y="210752"/>
                  </a:cubicBezTo>
                  <a:cubicBezTo>
                    <a:pt x="64643" y="211190"/>
                    <a:pt x="64879" y="214116"/>
                    <a:pt x="64643" y="214789"/>
                  </a:cubicBezTo>
                  <a:cubicBezTo>
                    <a:pt x="64441" y="215428"/>
                    <a:pt x="66393" y="218254"/>
                    <a:pt x="66393" y="218254"/>
                  </a:cubicBezTo>
                  <a:cubicBezTo>
                    <a:pt x="66393" y="218254"/>
                    <a:pt x="65956" y="221954"/>
                    <a:pt x="65956" y="222291"/>
                  </a:cubicBezTo>
                  <a:cubicBezTo>
                    <a:pt x="65956" y="222627"/>
                    <a:pt x="64744" y="225453"/>
                    <a:pt x="64744" y="225453"/>
                  </a:cubicBezTo>
                  <a:lnTo>
                    <a:pt x="63465" y="227942"/>
                  </a:lnTo>
                  <a:lnTo>
                    <a:pt x="63465" y="230129"/>
                  </a:lnTo>
                  <a:cubicBezTo>
                    <a:pt x="63465" y="230129"/>
                    <a:pt x="61850" y="234031"/>
                    <a:pt x="61614" y="234367"/>
                  </a:cubicBezTo>
                  <a:cubicBezTo>
                    <a:pt x="61412" y="234704"/>
                    <a:pt x="60436" y="236419"/>
                    <a:pt x="59763" y="237193"/>
                  </a:cubicBezTo>
                  <a:cubicBezTo>
                    <a:pt x="59090" y="237967"/>
                    <a:pt x="57811" y="239480"/>
                    <a:pt x="57475" y="239817"/>
                  </a:cubicBezTo>
                  <a:cubicBezTo>
                    <a:pt x="57138" y="240153"/>
                    <a:pt x="56499" y="241869"/>
                    <a:pt x="56499" y="242407"/>
                  </a:cubicBezTo>
                  <a:cubicBezTo>
                    <a:pt x="56499" y="242945"/>
                    <a:pt x="56499" y="245771"/>
                    <a:pt x="56499" y="245771"/>
                  </a:cubicBezTo>
                  <a:lnTo>
                    <a:pt x="56499" y="249236"/>
                  </a:lnTo>
                  <a:cubicBezTo>
                    <a:pt x="56499" y="249236"/>
                    <a:pt x="55725" y="252163"/>
                    <a:pt x="55624" y="252499"/>
                  </a:cubicBezTo>
                  <a:cubicBezTo>
                    <a:pt x="55523" y="252836"/>
                    <a:pt x="55893" y="255224"/>
                    <a:pt x="55893" y="255224"/>
                  </a:cubicBezTo>
                  <a:lnTo>
                    <a:pt x="54749" y="259900"/>
                  </a:lnTo>
                  <a:lnTo>
                    <a:pt x="54749" y="264879"/>
                  </a:lnTo>
                  <a:lnTo>
                    <a:pt x="53772" y="267704"/>
                  </a:lnTo>
                  <a:lnTo>
                    <a:pt x="51484" y="269218"/>
                  </a:lnTo>
                  <a:lnTo>
                    <a:pt x="48018" y="270093"/>
                  </a:lnTo>
                  <a:lnTo>
                    <a:pt x="45090" y="271606"/>
                  </a:lnTo>
                  <a:lnTo>
                    <a:pt x="43037" y="275307"/>
                  </a:lnTo>
                  <a:cubicBezTo>
                    <a:pt x="43037" y="275307"/>
                    <a:pt x="41724" y="277594"/>
                    <a:pt x="41623" y="277897"/>
                  </a:cubicBezTo>
                  <a:cubicBezTo>
                    <a:pt x="41522" y="278233"/>
                    <a:pt x="40109" y="281497"/>
                    <a:pt x="40109" y="281497"/>
                  </a:cubicBezTo>
                  <a:lnTo>
                    <a:pt x="37921" y="284221"/>
                  </a:lnTo>
                  <a:lnTo>
                    <a:pt x="33344" y="286408"/>
                  </a:lnTo>
                  <a:lnTo>
                    <a:pt x="31157" y="287720"/>
                  </a:lnTo>
                  <a:lnTo>
                    <a:pt x="29205" y="290983"/>
                  </a:lnTo>
                  <a:lnTo>
                    <a:pt x="24426" y="295322"/>
                  </a:lnTo>
                  <a:lnTo>
                    <a:pt x="23214" y="299460"/>
                  </a:lnTo>
                  <a:cubicBezTo>
                    <a:pt x="23214" y="299460"/>
                    <a:pt x="22339" y="301411"/>
                    <a:pt x="22137" y="301848"/>
                  </a:cubicBezTo>
                  <a:cubicBezTo>
                    <a:pt x="21935" y="302286"/>
                    <a:pt x="19950" y="304876"/>
                    <a:pt x="19950" y="304876"/>
                  </a:cubicBezTo>
                  <a:lnTo>
                    <a:pt x="19950" y="308341"/>
                  </a:lnTo>
                  <a:cubicBezTo>
                    <a:pt x="19950" y="308341"/>
                    <a:pt x="22003" y="309115"/>
                    <a:pt x="22238" y="309956"/>
                  </a:cubicBezTo>
                  <a:cubicBezTo>
                    <a:pt x="22474" y="310830"/>
                    <a:pt x="22878" y="312781"/>
                    <a:pt x="22575" y="312781"/>
                  </a:cubicBezTo>
                  <a:cubicBezTo>
                    <a:pt x="22238" y="312781"/>
                    <a:pt x="20724" y="314632"/>
                    <a:pt x="20724" y="315069"/>
                  </a:cubicBezTo>
                  <a:cubicBezTo>
                    <a:pt x="20724" y="315506"/>
                    <a:pt x="19950" y="318332"/>
                    <a:pt x="19950" y="318332"/>
                  </a:cubicBezTo>
                  <a:lnTo>
                    <a:pt x="19950" y="320485"/>
                  </a:lnTo>
                  <a:cubicBezTo>
                    <a:pt x="19950" y="320485"/>
                    <a:pt x="20589" y="321158"/>
                    <a:pt x="19950" y="321797"/>
                  </a:cubicBezTo>
                  <a:cubicBezTo>
                    <a:pt x="19310" y="322436"/>
                    <a:pt x="18873" y="323748"/>
                    <a:pt x="18873" y="324084"/>
                  </a:cubicBezTo>
                  <a:cubicBezTo>
                    <a:pt x="18873" y="324421"/>
                    <a:pt x="20522" y="326574"/>
                    <a:pt x="20926" y="326910"/>
                  </a:cubicBezTo>
                  <a:cubicBezTo>
                    <a:pt x="21363" y="327246"/>
                    <a:pt x="23012" y="328424"/>
                    <a:pt x="23416" y="328525"/>
                  </a:cubicBezTo>
                  <a:cubicBezTo>
                    <a:pt x="23854" y="328626"/>
                    <a:pt x="25032" y="329500"/>
                    <a:pt x="25705" y="330039"/>
                  </a:cubicBezTo>
                  <a:cubicBezTo>
                    <a:pt x="26344" y="330577"/>
                    <a:pt x="28733" y="333402"/>
                    <a:pt x="28733" y="333402"/>
                  </a:cubicBezTo>
                  <a:cubicBezTo>
                    <a:pt x="28733" y="333402"/>
                    <a:pt x="29710" y="334613"/>
                    <a:pt x="30147" y="334815"/>
                  </a:cubicBezTo>
                  <a:cubicBezTo>
                    <a:pt x="30585" y="335017"/>
                    <a:pt x="32267" y="337540"/>
                    <a:pt x="32267" y="337540"/>
                  </a:cubicBezTo>
                  <a:lnTo>
                    <a:pt x="33849" y="340366"/>
                  </a:lnTo>
                  <a:lnTo>
                    <a:pt x="33849" y="343091"/>
                  </a:lnTo>
                  <a:lnTo>
                    <a:pt x="34186" y="344705"/>
                  </a:lnTo>
                  <a:lnTo>
                    <a:pt x="36912" y="345580"/>
                  </a:lnTo>
                  <a:lnTo>
                    <a:pt x="38224" y="346354"/>
                  </a:lnTo>
                  <a:cubicBezTo>
                    <a:pt x="38224" y="346354"/>
                    <a:pt x="38864" y="347329"/>
                    <a:pt x="39200" y="347666"/>
                  </a:cubicBezTo>
                  <a:cubicBezTo>
                    <a:pt x="39537" y="348002"/>
                    <a:pt x="41590" y="348877"/>
                    <a:pt x="41590" y="348877"/>
                  </a:cubicBezTo>
                  <a:lnTo>
                    <a:pt x="44517" y="351265"/>
                  </a:lnTo>
                  <a:cubicBezTo>
                    <a:pt x="44517" y="351265"/>
                    <a:pt x="44517" y="352039"/>
                    <a:pt x="44316" y="352342"/>
                  </a:cubicBezTo>
                  <a:cubicBezTo>
                    <a:pt x="44080" y="352678"/>
                    <a:pt x="43003" y="353519"/>
                    <a:pt x="42566" y="353754"/>
                  </a:cubicBezTo>
                  <a:cubicBezTo>
                    <a:pt x="42128" y="353956"/>
                    <a:pt x="41253" y="354528"/>
                    <a:pt x="41253" y="354528"/>
                  </a:cubicBezTo>
                  <a:lnTo>
                    <a:pt x="40816" y="357623"/>
                  </a:lnTo>
                  <a:lnTo>
                    <a:pt x="40816" y="358767"/>
                  </a:lnTo>
                  <a:lnTo>
                    <a:pt x="44585" y="360079"/>
                  </a:lnTo>
                  <a:lnTo>
                    <a:pt x="47345" y="361525"/>
                  </a:lnTo>
                  <a:lnTo>
                    <a:pt x="46167" y="363543"/>
                  </a:lnTo>
                  <a:lnTo>
                    <a:pt x="44585" y="365730"/>
                  </a:lnTo>
                  <a:lnTo>
                    <a:pt x="44013" y="368320"/>
                  </a:lnTo>
                  <a:lnTo>
                    <a:pt x="47479" y="372525"/>
                  </a:lnTo>
                  <a:lnTo>
                    <a:pt x="46739" y="376865"/>
                  </a:lnTo>
                  <a:cubicBezTo>
                    <a:pt x="46739" y="376865"/>
                    <a:pt x="46739" y="377874"/>
                    <a:pt x="45292" y="379320"/>
                  </a:cubicBezTo>
                  <a:cubicBezTo>
                    <a:pt x="43845" y="380767"/>
                    <a:pt x="42397" y="381642"/>
                    <a:pt x="42397" y="381642"/>
                  </a:cubicBezTo>
                  <a:cubicBezTo>
                    <a:pt x="42397" y="381642"/>
                    <a:pt x="40816" y="380767"/>
                    <a:pt x="39368" y="382214"/>
                  </a:cubicBezTo>
                  <a:cubicBezTo>
                    <a:pt x="37921" y="383660"/>
                    <a:pt x="36339" y="386284"/>
                    <a:pt x="36339" y="386284"/>
                  </a:cubicBezTo>
                  <a:lnTo>
                    <a:pt x="33277" y="388302"/>
                  </a:lnTo>
                  <a:cubicBezTo>
                    <a:pt x="33277" y="388302"/>
                    <a:pt x="33008" y="389883"/>
                    <a:pt x="33008" y="390892"/>
                  </a:cubicBezTo>
                  <a:cubicBezTo>
                    <a:pt x="33008" y="391902"/>
                    <a:pt x="35902" y="395972"/>
                    <a:pt x="35902" y="395972"/>
                  </a:cubicBezTo>
                  <a:lnTo>
                    <a:pt x="37921" y="397587"/>
                  </a:lnTo>
                  <a:lnTo>
                    <a:pt x="38224" y="402061"/>
                  </a:lnTo>
                  <a:lnTo>
                    <a:pt x="37349" y="404819"/>
                  </a:lnTo>
                  <a:cubicBezTo>
                    <a:pt x="37349" y="404819"/>
                    <a:pt x="35027" y="406838"/>
                    <a:pt x="34724" y="407275"/>
                  </a:cubicBezTo>
                  <a:cubicBezTo>
                    <a:pt x="34421" y="407712"/>
                    <a:pt x="32839" y="410908"/>
                    <a:pt x="32839" y="411345"/>
                  </a:cubicBezTo>
                  <a:cubicBezTo>
                    <a:pt x="32839" y="411783"/>
                    <a:pt x="26310" y="416257"/>
                    <a:pt x="26310" y="416257"/>
                  </a:cubicBezTo>
                  <a:lnTo>
                    <a:pt x="22979" y="421606"/>
                  </a:lnTo>
                  <a:cubicBezTo>
                    <a:pt x="22979" y="421606"/>
                    <a:pt x="20791" y="425508"/>
                    <a:pt x="20522" y="425945"/>
                  </a:cubicBezTo>
                  <a:cubicBezTo>
                    <a:pt x="20219" y="426382"/>
                    <a:pt x="19007" y="428973"/>
                    <a:pt x="19007" y="428973"/>
                  </a:cubicBezTo>
                  <a:lnTo>
                    <a:pt x="14733" y="430419"/>
                  </a:lnTo>
                  <a:lnTo>
                    <a:pt x="14733" y="433447"/>
                  </a:lnTo>
                  <a:lnTo>
                    <a:pt x="15743" y="434019"/>
                  </a:lnTo>
                  <a:lnTo>
                    <a:pt x="16180" y="436205"/>
                  </a:lnTo>
                  <a:lnTo>
                    <a:pt x="14733" y="437954"/>
                  </a:lnTo>
                  <a:lnTo>
                    <a:pt x="11031" y="438526"/>
                  </a:lnTo>
                  <a:lnTo>
                    <a:pt x="9517" y="440410"/>
                  </a:lnTo>
                  <a:lnTo>
                    <a:pt x="9517" y="443875"/>
                  </a:lnTo>
                  <a:lnTo>
                    <a:pt x="10392" y="448955"/>
                  </a:lnTo>
                  <a:lnTo>
                    <a:pt x="11704" y="451713"/>
                  </a:lnTo>
                  <a:lnTo>
                    <a:pt x="10560" y="453159"/>
                  </a:lnTo>
                  <a:lnTo>
                    <a:pt x="11704" y="454909"/>
                  </a:lnTo>
                  <a:cubicBezTo>
                    <a:pt x="11704" y="454909"/>
                    <a:pt x="12714" y="455649"/>
                    <a:pt x="12714" y="456221"/>
                  </a:cubicBezTo>
                  <a:cubicBezTo>
                    <a:pt x="12714" y="456793"/>
                    <a:pt x="13421" y="458239"/>
                    <a:pt x="13421" y="458239"/>
                  </a:cubicBezTo>
                  <a:lnTo>
                    <a:pt x="11839" y="460426"/>
                  </a:lnTo>
                  <a:lnTo>
                    <a:pt x="9517" y="461435"/>
                  </a:lnTo>
                  <a:lnTo>
                    <a:pt x="9517" y="463016"/>
                  </a:lnTo>
                  <a:cubicBezTo>
                    <a:pt x="9517" y="463016"/>
                    <a:pt x="11839" y="462007"/>
                    <a:pt x="11974" y="463016"/>
                  </a:cubicBezTo>
                  <a:cubicBezTo>
                    <a:pt x="12108" y="464025"/>
                    <a:pt x="13858" y="465909"/>
                    <a:pt x="13858" y="465909"/>
                  </a:cubicBezTo>
                  <a:cubicBezTo>
                    <a:pt x="13858" y="465909"/>
                    <a:pt x="15474" y="465337"/>
                    <a:pt x="15608" y="465909"/>
                  </a:cubicBezTo>
                  <a:cubicBezTo>
                    <a:pt x="15743" y="466481"/>
                    <a:pt x="15743" y="468230"/>
                    <a:pt x="15743" y="468667"/>
                  </a:cubicBezTo>
                  <a:cubicBezTo>
                    <a:pt x="15743" y="469105"/>
                    <a:pt x="15036" y="470988"/>
                    <a:pt x="15036" y="470988"/>
                  </a:cubicBezTo>
                  <a:lnTo>
                    <a:pt x="14026" y="472872"/>
                  </a:lnTo>
                  <a:lnTo>
                    <a:pt x="12209" y="474016"/>
                  </a:lnTo>
                  <a:lnTo>
                    <a:pt x="11267" y="475765"/>
                  </a:lnTo>
                  <a:lnTo>
                    <a:pt x="11267" y="476909"/>
                  </a:lnTo>
                  <a:cubicBezTo>
                    <a:pt x="11267" y="476909"/>
                    <a:pt x="13017" y="477918"/>
                    <a:pt x="13152" y="478356"/>
                  </a:cubicBezTo>
                  <a:cubicBezTo>
                    <a:pt x="13286" y="478793"/>
                    <a:pt x="15036" y="480811"/>
                    <a:pt x="15036" y="480811"/>
                  </a:cubicBezTo>
                  <a:lnTo>
                    <a:pt x="17628" y="484713"/>
                  </a:lnTo>
                  <a:lnTo>
                    <a:pt x="18940" y="488178"/>
                  </a:lnTo>
                  <a:lnTo>
                    <a:pt x="19950" y="489759"/>
                  </a:lnTo>
                  <a:lnTo>
                    <a:pt x="19950" y="492518"/>
                  </a:lnTo>
                  <a:cubicBezTo>
                    <a:pt x="19950" y="492518"/>
                    <a:pt x="19243" y="494267"/>
                    <a:pt x="19075" y="494839"/>
                  </a:cubicBezTo>
                  <a:cubicBezTo>
                    <a:pt x="18940" y="495411"/>
                    <a:pt x="18368" y="497598"/>
                    <a:pt x="18368" y="497598"/>
                  </a:cubicBezTo>
                  <a:cubicBezTo>
                    <a:pt x="18368" y="497598"/>
                    <a:pt x="17796" y="499178"/>
                    <a:pt x="17358" y="499481"/>
                  </a:cubicBezTo>
                  <a:cubicBezTo>
                    <a:pt x="16921" y="499784"/>
                    <a:pt x="17055" y="501937"/>
                    <a:pt x="16786" y="502072"/>
                  </a:cubicBezTo>
                  <a:cubicBezTo>
                    <a:pt x="16517" y="502206"/>
                    <a:pt x="16517" y="503081"/>
                    <a:pt x="16652" y="503518"/>
                  </a:cubicBezTo>
                  <a:cubicBezTo>
                    <a:pt x="16786" y="503955"/>
                    <a:pt x="17392" y="505402"/>
                    <a:pt x="17392" y="505402"/>
                  </a:cubicBezTo>
                  <a:cubicBezTo>
                    <a:pt x="17392" y="505402"/>
                    <a:pt x="17964" y="508160"/>
                    <a:pt x="17964" y="508598"/>
                  </a:cubicBezTo>
                  <a:cubicBezTo>
                    <a:pt x="17964" y="509035"/>
                    <a:pt x="18267" y="512365"/>
                    <a:pt x="18267" y="512365"/>
                  </a:cubicBezTo>
                  <a:lnTo>
                    <a:pt x="18570" y="515998"/>
                  </a:lnTo>
                  <a:lnTo>
                    <a:pt x="18132" y="519901"/>
                  </a:lnTo>
                  <a:lnTo>
                    <a:pt x="17695" y="525552"/>
                  </a:lnTo>
                  <a:lnTo>
                    <a:pt x="16820" y="527436"/>
                  </a:lnTo>
                  <a:lnTo>
                    <a:pt x="16248" y="530766"/>
                  </a:lnTo>
                  <a:lnTo>
                    <a:pt x="16685" y="535980"/>
                  </a:lnTo>
                  <a:lnTo>
                    <a:pt x="16954" y="541632"/>
                  </a:lnTo>
                  <a:lnTo>
                    <a:pt x="18974" y="544962"/>
                  </a:lnTo>
                  <a:lnTo>
                    <a:pt x="20555" y="548595"/>
                  </a:lnTo>
                  <a:lnTo>
                    <a:pt x="21700" y="553944"/>
                  </a:lnTo>
                  <a:lnTo>
                    <a:pt x="20825" y="558283"/>
                  </a:lnTo>
                  <a:lnTo>
                    <a:pt x="21397" y="565381"/>
                  </a:lnTo>
                  <a:lnTo>
                    <a:pt x="26479" y="571739"/>
                  </a:lnTo>
                  <a:lnTo>
                    <a:pt x="28801" y="574498"/>
                  </a:lnTo>
                  <a:lnTo>
                    <a:pt x="30383" y="582302"/>
                  </a:lnTo>
                  <a:lnTo>
                    <a:pt x="30383" y="586373"/>
                  </a:lnTo>
                  <a:lnTo>
                    <a:pt x="31392" y="591015"/>
                  </a:lnTo>
                  <a:cubicBezTo>
                    <a:pt x="31392" y="591015"/>
                    <a:pt x="30820" y="595792"/>
                    <a:pt x="30820" y="596666"/>
                  </a:cubicBezTo>
                  <a:cubicBezTo>
                    <a:pt x="30820" y="597541"/>
                    <a:pt x="29070" y="600871"/>
                    <a:pt x="29070" y="600871"/>
                  </a:cubicBezTo>
                  <a:cubicBezTo>
                    <a:pt x="29070" y="600871"/>
                    <a:pt x="27926" y="604773"/>
                    <a:pt x="27623" y="605951"/>
                  </a:cubicBezTo>
                  <a:cubicBezTo>
                    <a:pt x="27320" y="607095"/>
                    <a:pt x="26310" y="609146"/>
                    <a:pt x="25738" y="609718"/>
                  </a:cubicBezTo>
                  <a:cubicBezTo>
                    <a:pt x="25166" y="610290"/>
                    <a:pt x="23147" y="613351"/>
                    <a:pt x="23147" y="613923"/>
                  </a:cubicBezTo>
                  <a:cubicBezTo>
                    <a:pt x="23147" y="614495"/>
                    <a:pt x="22575" y="619878"/>
                    <a:pt x="22575" y="619878"/>
                  </a:cubicBezTo>
                  <a:cubicBezTo>
                    <a:pt x="22575" y="619878"/>
                    <a:pt x="18536" y="624654"/>
                    <a:pt x="18233" y="625092"/>
                  </a:cubicBezTo>
                  <a:cubicBezTo>
                    <a:pt x="17930" y="625529"/>
                    <a:pt x="15474" y="628994"/>
                    <a:pt x="14901" y="629869"/>
                  </a:cubicBezTo>
                  <a:cubicBezTo>
                    <a:pt x="14329" y="630743"/>
                    <a:pt x="12882" y="632627"/>
                    <a:pt x="12714" y="633199"/>
                  </a:cubicBezTo>
                  <a:cubicBezTo>
                    <a:pt x="12579" y="633771"/>
                    <a:pt x="9685" y="636832"/>
                    <a:pt x="9517" y="637101"/>
                  </a:cubicBezTo>
                  <a:cubicBezTo>
                    <a:pt x="9382" y="637404"/>
                    <a:pt x="7767" y="639120"/>
                    <a:pt x="7767" y="639994"/>
                  </a:cubicBezTo>
                  <a:cubicBezTo>
                    <a:pt x="7767" y="640869"/>
                    <a:pt x="7767" y="645511"/>
                    <a:pt x="7767" y="645511"/>
                  </a:cubicBezTo>
                  <a:cubicBezTo>
                    <a:pt x="7767" y="645511"/>
                    <a:pt x="7901" y="648269"/>
                    <a:pt x="7767" y="649413"/>
                  </a:cubicBezTo>
                  <a:cubicBezTo>
                    <a:pt x="7632" y="650557"/>
                    <a:pt x="7767" y="654762"/>
                    <a:pt x="7767" y="654762"/>
                  </a:cubicBezTo>
                  <a:cubicBezTo>
                    <a:pt x="7767" y="654762"/>
                    <a:pt x="6892" y="656780"/>
                    <a:pt x="6757" y="657218"/>
                  </a:cubicBezTo>
                  <a:cubicBezTo>
                    <a:pt x="6623" y="657655"/>
                    <a:pt x="6185" y="660245"/>
                    <a:pt x="6017" y="660851"/>
                  </a:cubicBezTo>
                  <a:cubicBezTo>
                    <a:pt x="5882" y="661423"/>
                    <a:pt x="3695" y="664753"/>
                    <a:pt x="3695" y="664753"/>
                  </a:cubicBezTo>
                  <a:cubicBezTo>
                    <a:pt x="3695" y="664753"/>
                    <a:pt x="2180" y="667377"/>
                    <a:pt x="1877" y="668083"/>
                  </a:cubicBezTo>
                  <a:cubicBezTo>
                    <a:pt x="1608" y="668823"/>
                    <a:pt x="800" y="670539"/>
                    <a:pt x="800" y="672154"/>
                  </a:cubicBezTo>
                  <a:cubicBezTo>
                    <a:pt x="800" y="673735"/>
                    <a:pt x="800" y="680261"/>
                    <a:pt x="800" y="680261"/>
                  </a:cubicBezTo>
                  <a:lnTo>
                    <a:pt x="1810" y="682851"/>
                  </a:lnTo>
                  <a:lnTo>
                    <a:pt x="194" y="689814"/>
                  </a:lnTo>
                  <a:cubicBezTo>
                    <a:pt x="194" y="689814"/>
                    <a:pt x="-243" y="700108"/>
                    <a:pt x="194" y="700680"/>
                  </a:cubicBezTo>
                  <a:cubicBezTo>
                    <a:pt x="632" y="701252"/>
                    <a:pt x="632" y="705894"/>
                    <a:pt x="935" y="706634"/>
                  </a:cubicBezTo>
                  <a:cubicBezTo>
                    <a:pt x="1238" y="707341"/>
                    <a:pt x="2820" y="710267"/>
                    <a:pt x="2820" y="710267"/>
                  </a:cubicBezTo>
                  <a:lnTo>
                    <a:pt x="9147" y="712723"/>
                  </a:lnTo>
                  <a:lnTo>
                    <a:pt x="9147" y="712723"/>
                  </a:lnTo>
                  <a:cubicBezTo>
                    <a:pt x="9416" y="712555"/>
                    <a:pt x="9685" y="712420"/>
                    <a:pt x="9921" y="712420"/>
                  </a:cubicBezTo>
                  <a:cubicBezTo>
                    <a:pt x="10930" y="712420"/>
                    <a:pt x="15575" y="712420"/>
                    <a:pt x="15575" y="712420"/>
                  </a:cubicBezTo>
                  <a:lnTo>
                    <a:pt x="17325" y="712420"/>
                  </a:lnTo>
                  <a:lnTo>
                    <a:pt x="22541" y="712420"/>
                  </a:lnTo>
                  <a:cubicBezTo>
                    <a:pt x="22541" y="712420"/>
                    <a:pt x="27455" y="712858"/>
                    <a:pt x="28061" y="712420"/>
                  </a:cubicBezTo>
                  <a:cubicBezTo>
                    <a:pt x="28633" y="711983"/>
                    <a:pt x="34590" y="712420"/>
                    <a:pt x="34590" y="712420"/>
                  </a:cubicBezTo>
                  <a:cubicBezTo>
                    <a:pt x="34590" y="712420"/>
                    <a:pt x="38796" y="712622"/>
                    <a:pt x="39671" y="712218"/>
                  </a:cubicBezTo>
                  <a:cubicBezTo>
                    <a:pt x="40546" y="711848"/>
                    <a:pt x="45763" y="709796"/>
                    <a:pt x="46200" y="709359"/>
                  </a:cubicBezTo>
                  <a:cubicBezTo>
                    <a:pt x="46638" y="708922"/>
                    <a:pt x="48522" y="707341"/>
                    <a:pt x="48522" y="707341"/>
                  </a:cubicBezTo>
                  <a:cubicBezTo>
                    <a:pt x="48522" y="707341"/>
                    <a:pt x="51282" y="705457"/>
                    <a:pt x="51720" y="705019"/>
                  </a:cubicBezTo>
                  <a:cubicBezTo>
                    <a:pt x="52157" y="704582"/>
                    <a:pt x="53032" y="702698"/>
                    <a:pt x="53470" y="702261"/>
                  </a:cubicBezTo>
                  <a:cubicBezTo>
                    <a:pt x="53907" y="701824"/>
                    <a:pt x="55051" y="698493"/>
                    <a:pt x="55657" y="698493"/>
                  </a:cubicBezTo>
                  <a:cubicBezTo>
                    <a:pt x="56229" y="698493"/>
                    <a:pt x="56667" y="698931"/>
                    <a:pt x="57239" y="698493"/>
                  </a:cubicBezTo>
                  <a:cubicBezTo>
                    <a:pt x="57811" y="698056"/>
                    <a:pt x="60874" y="697787"/>
                    <a:pt x="61446" y="697787"/>
                  </a:cubicBezTo>
                  <a:cubicBezTo>
                    <a:pt x="62018" y="697787"/>
                    <a:pt x="64778" y="698090"/>
                    <a:pt x="65383" y="697787"/>
                  </a:cubicBezTo>
                  <a:cubicBezTo>
                    <a:pt x="65956" y="697484"/>
                    <a:pt x="67571" y="698359"/>
                    <a:pt x="67975" y="697787"/>
                  </a:cubicBezTo>
                  <a:cubicBezTo>
                    <a:pt x="68412" y="697215"/>
                    <a:pt x="70600" y="696643"/>
                    <a:pt x="71172" y="696643"/>
                  </a:cubicBezTo>
                  <a:cubicBezTo>
                    <a:pt x="71744" y="696643"/>
                    <a:pt x="74504" y="695062"/>
                    <a:pt x="74504" y="695062"/>
                  </a:cubicBezTo>
                  <a:lnTo>
                    <a:pt x="78139" y="691295"/>
                  </a:lnTo>
                  <a:lnTo>
                    <a:pt x="82917" y="688704"/>
                  </a:lnTo>
                  <a:cubicBezTo>
                    <a:pt x="82917" y="688704"/>
                    <a:pt x="87427" y="688132"/>
                    <a:pt x="87831" y="688132"/>
                  </a:cubicBezTo>
                  <a:cubicBezTo>
                    <a:pt x="88268" y="688132"/>
                    <a:pt x="95639" y="688132"/>
                    <a:pt x="95639" y="688132"/>
                  </a:cubicBezTo>
                  <a:cubicBezTo>
                    <a:pt x="95639" y="688132"/>
                    <a:pt x="97961" y="687560"/>
                    <a:pt x="99577" y="687426"/>
                  </a:cubicBezTo>
                  <a:cubicBezTo>
                    <a:pt x="101158" y="687291"/>
                    <a:pt x="104625" y="685542"/>
                    <a:pt x="105230" y="685542"/>
                  </a:cubicBezTo>
                  <a:cubicBezTo>
                    <a:pt x="105803" y="685542"/>
                    <a:pt x="106240" y="684802"/>
                    <a:pt x="106812" y="684667"/>
                  </a:cubicBezTo>
                  <a:cubicBezTo>
                    <a:pt x="107384" y="684533"/>
                    <a:pt x="109404" y="685307"/>
                    <a:pt x="110009" y="685037"/>
                  </a:cubicBezTo>
                  <a:cubicBezTo>
                    <a:pt x="110581" y="684735"/>
                    <a:pt x="114216" y="684667"/>
                    <a:pt x="114216" y="684667"/>
                  </a:cubicBezTo>
                  <a:lnTo>
                    <a:pt x="114788" y="684667"/>
                  </a:lnTo>
                  <a:lnTo>
                    <a:pt x="118692" y="681909"/>
                  </a:lnTo>
                  <a:cubicBezTo>
                    <a:pt x="118692" y="681909"/>
                    <a:pt x="119264" y="681472"/>
                    <a:pt x="119836" y="681169"/>
                  </a:cubicBezTo>
                  <a:cubicBezTo>
                    <a:pt x="120409" y="680866"/>
                    <a:pt x="121721" y="679723"/>
                    <a:pt x="122293" y="679588"/>
                  </a:cubicBezTo>
                  <a:cubicBezTo>
                    <a:pt x="122865" y="679453"/>
                    <a:pt x="123942" y="678007"/>
                    <a:pt x="123942" y="678007"/>
                  </a:cubicBezTo>
                  <a:lnTo>
                    <a:pt x="124313" y="675988"/>
                  </a:lnTo>
                  <a:lnTo>
                    <a:pt x="124313" y="673365"/>
                  </a:lnTo>
                  <a:lnTo>
                    <a:pt x="126500" y="671783"/>
                  </a:lnTo>
                  <a:lnTo>
                    <a:pt x="128519" y="670034"/>
                  </a:lnTo>
                  <a:cubicBezTo>
                    <a:pt x="128519" y="670034"/>
                    <a:pt x="128957" y="668722"/>
                    <a:pt x="129529" y="668722"/>
                  </a:cubicBezTo>
                  <a:cubicBezTo>
                    <a:pt x="130101" y="668722"/>
                    <a:pt x="131986" y="666973"/>
                    <a:pt x="131986" y="666973"/>
                  </a:cubicBezTo>
                  <a:cubicBezTo>
                    <a:pt x="131986" y="666973"/>
                    <a:pt x="134308" y="664517"/>
                    <a:pt x="134745" y="664517"/>
                  </a:cubicBezTo>
                  <a:cubicBezTo>
                    <a:pt x="135183" y="664517"/>
                    <a:pt x="136933" y="662331"/>
                    <a:pt x="136933" y="662331"/>
                  </a:cubicBezTo>
                  <a:lnTo>
                    <a:pt x="138952" y="660582"/>
                  </a:lnTo>
                  <a:lnTo>
                    <a:pt x="143159" y="655502"/>
                  </a:lnTo>
                  <a:lnTo>
                    <a:pt x="147366" y="652878"/>
                  </a:lnTo>
                  <a:lnTo>
                    <a:pt x="153154" y="651566"/>
                  </a:lnTo>
                  <a:lnTo>
                    <a:pt x="158236" y="651566"/>
                  </a:lnTo>
                  <a:lnTo>
                    <a:pt x="161568" y="652138"/>
                  </a:lnTo>
                  <a:lnTo>
                    <a:pt x="164328" y="653282"/>
                  </a:lnTo>
                  <a:lnTo>
                    <a:pt x="166583" y="653147"/>
                  </a:lnTo>
                  <a:lnTo>
                    <a:pt x="167828" y="651566"/>
                  </a:lnTo>
                  <a:lnTo>
                    <a:pt x="167828" y="648942"/>
                  </a:lnTo>
                  <a:lnTo>
                    <a:pt x="166953" y="645612"/>
                  </a:lnTo>
                  <a:lnTo>
                    <a:pt x="166078" y="643425"/>
                  </a:lnTo>
                  <a:lnTo>
                    <a:pt x="165001" y="641541"/>
                  </a:lnTo>
                  <a:lnTo>
                    <a:pt x="164362" y="639220"/>
                  </a:lnTo>
                  <a:lnTo>
                    <a:pt x="164362" y="638480"/>
                  </a:lnTo>
                  <a:lnTo>
                    <a:pt x="165371" y="636731"/>
                  </a:lnTo>
                  <a:lnTo>
                    <a:pt x="166549" y="634982"/>
                  </a:lnTo>
                  <a:lnTo>
                    <a:pt x="166684" y="632526"/>
                  </a:lnTo>
                  <a:lnTo>
                    <a:pt x="166549" y="631651"/>
                  </a:lnTo>
                  <a:lnTo>
                    <a:pt x="167862" y="630642"/>
                  </a:lnTo>
                  <a:lnTo>
                    <a:pt x="170453" y="630642"/>
                  </a:lnTo>
                  <a:lnTo>
                    <a:pt x="173347" y="629902"/>
                  </a:lnTo>
                  <a:lnTo>
                    <a:pt x="176679" y="630642"/>
                  </a:lnTo>
                  <a:lnTo>
                    <a:pt x="180011" y="631786"/>
                  </a:lnTo>
                  <a:lnTo>
                    <a:pt x="180718" y="633098"/>
                  </a:lnTo>
                  <a:lnTo>
                    <a:pt x="184622" y="634242"/>
                  </a:lnTo>
                  <a:lnTo>
                    <a:pt x="191891" y="633872"/>
                  </a:lnTo>
                  <a:lnTo>
                    <a:pt x="197107" y="634511"/>
                  </a:lnTo>
                  <a:cubicBezTo>
                    <a:pt x="197107" y="634511"/>
                    <a:pt x="202122" y="634410"/>
                    <a:pt x="202324" y="634410"/>
                  </a:cubicBezTo>
                  <a:cubicBezTo>
                    <a:pt x="202526" y="634410"/>
                    <a:pt x="206901" y="634948"/>
                    <a:pt x="206901" y="634948"/>
                  </a:cubicBezTo>
                  <a:lnTo>
                    <a:pt x="211040" y="635856"/>
                  </a:lnTo>
                  <a:lnTo>
                    <a:pt x="213968" y="636731"/>
                  </a:lnTo>
                  <a:lnTo>
                    <a:pt x="216829" y="635083"/>
                  </a:lnTo>
                  <a:lnTo>
                    <a:pt x="218848" y="633064"/>
                  </a:lnTo>
                  <a:lnTo>
                    <a:pt x="220430" y="630878"/>
                  </a:lnTo>
                  <a:lnTo>
                    <a:pt x="221440" y="628859"/>
                  </a:lnTo>
                  <a:lnTo>
                    <a:pt x="224334" y="628859"/>
                  </a:lnTo>
                  <a:lnTo>
                    <a:pt x="226050" y="628859"/>
                  </a:lnTo>
                  <a:lnTo>
                    <a:pt x="226925" y="631752"/>
                  </a:lnTo>
                  <a:lnTo>
                    <a:pt x="227800" y="633636"/>
                  </a:lnTo>
                  <a:cubicBezTo>
                    <a:pt x="227800" y="633636"/>
                    <a:pt x="229248" y="635385"/>
                    <a:pt x="229820" y="635385"/>
                  </a:cubicBezTo>
                  <a:cubicBezTo>
                    <a:pt x="230392" y="635385"/>
                    <a:pt x="233724" y="635823"/>
                    <a:pt x="234026" y="635251"/>
                  </a:cubicBezTo>
                  <a:cubicBezTo>
                    <a:pt x="234330" y="634679"/>
                    <a:pt x="236988" y="632661"/>
                    <a:pt x="237426" y="632358"/>
                  </a:cubicBezTo>
                  <a:cubicBezTo>
                    <a:pt x="237863" y="632055"/>
                    <a:pt x="239108" y="630474"/>
                    <a:pt x="239108" y="630474"/>
                  </a:cubicBezTo>
                  <a:lnTo>
                    <a:pt x="239108" y="629734"/>
                  </a:lnTo>
                  <a:lnTo>
                    <a:pt x="239108" y="626269"/>
                  </a:lnTo>
                  <a:lnTo>
                    <a:pt x="240118" y="624688"/>
                  </a:lnTo>
                  <a:lnTo>
                    <a:pt x="241700" y="622939"/>
                  </a:lnTo>
                  <a:lnTo>
                    <a:pt x="242575" y="621795"/>
                  </a:lnTo>
                  <a:lnTo>
                    <a:pt x="243887" y="620349"/>
                  </a:lnTo>
                  <a:lnTo>
                    <a:pt x="247959" y="619339"/>
                  </a:lnTo>
                  <a:lnTo>
                    <a:pt x="251426" y="618465"/>
                  </a:lnTo>
                  <a:lnTo>
                    <a:pt x="253883" y="618465"/>
                  </a:lnTo>
                  <a:lnTo>
                    <a:pt x="254623" y="620786"/>
                  </a:lnTo>
                  <a:lnTo>
                    <a:pt x="257517" y="622670"/>
                  </a:lnTo>
                  <a:lnTo>
                    <a:pt x="261859" y="622939"/>
                  </a:lnTo>
                  <a:lnTo>
                    <a:pt x="265191" y="619911"/>
                  </a:lnTo>
                  <a:lnTo>
                    <a:pt x="265191" y="615874"/>
                  </a:lnTo>
                  <a:cubicBezTo>
                    <a:pt x="265191" y="615874"/>
                    <a:pt x="266806" y="614731"/>
                    <a:pt x="266941" y="614125"/>
                  </a:cubicBezTo>
                  <a:cubicBezTo>
                    <a:pt x="267075" y="613553"/>
                    <a:pt x="267513" y="611232"/>
                    <a:pt x="268119" y="611232"/>
                  </a:cubicBezTo>
                  <a:cubicBezTo>
                    <a:pt x="268691" y="611232"/>
                    <a:pt x="271181" y="608642"/>
                    <a:pt x="271181" y="608642"/>
                  </a:cubicBezTo>
                  <a:lnTo>
                    <a:pt x="275826" y="607902"/>
                  </a:lnTo>
                  <a:lnTo>
                    <a:pt x="278888" y="608642"/>
                  </a:lnTo>
                  <a:cubicBezTo>
                    <a:pt x="278888" y="608642"/>
                    <a:pt x="280470" y="610526"/>
                    <a:pt x="280907" y="610660"/>
                  </a:cubicBezTo>
                  <a:cubicBezTo>
                    <a:pt x="281345" y="610795"/>
                    <a:pt x="282792" y="611232"/>
                    <a:pt x="282792" y="611232"/>
                  </a:cubicBezTo>
                  <a:lnTo>
                    <a:pt x="285249" y="610357"/>
                  </a:lnTo>
                  <a:lnTo>
                    <a:pt x="286124" y="607902"/>
                  </a:lnTo>
                  <a:lnTo>
                    <a:pt x="286124" y="607162"/>
                  </a:lnTo>
                  <a:lnTo>
                    <a:pt x="286124" y="604572"/>
                  </a:lnTo>
                  <a:lnTo>
                    <a:pt x="286999" y="604572"/>
                  </a:lnTo>
                  <a:cubicBezTo>
                    <a:pt x="286999" y="604572"/>
                    <a:pt x="289893" y="602116"/>
                    <a:pt x="290330" y="601948"/>
                  </a:cubicBezTo>
                  <a:cubicBezTo>
                    <a:pt x="290768" y="601813"/>
                    <a:pt x="292518" y="599929"/>
                    <a:pt x="293393" y="599492"/>
                  </a:cubicBezTo>
                  <a:cubicBezTo>
                    <a:pt x="294268" y="599055"/>
                    <a:pt x="295581" y="597608"/>
                    <a:pt x="295581" y="597608"/>
                  </a:cubicBezTo>
                  <a:lnTo>
                    <a:pt x="297331" y="595152"/>
                  </a:lnTo>
                  <a:lnTo>
                    <a:pt x="299215" y="592966"/>
                  </a:lnTo>
                  <a:lnTo>
                    <a:pt x="301403" y="588492"/>
                  </a:lnTo>
                  <a:lnTo>
                    <a:pt x="302850" y="585464"/>
                  </a:lnTo>
                  <a:lnTo>
                    <a:pt x="305307" y="582268"/>
                  </a:lnTo>
                  <a:lnTo>
                    <a:pt x="305307" y="579375"/>
                  </a:lnTo>
                  <a:lnTo>
                    <a:pt x="304432" y="575608"/>
                  </a:lnTo>
                  <a:cubicBezTo>
                    <a:pt x="304432" y="575608"/>
                    <a:pt x="303422" y="573152"/>
                    <a:pt x="303422" y="572715"/>
                  </a:cubicBezTo>
                  <a:cubicBezTo>
                    <a:pt x="303422" y="572278"/>
                    <a:pt x="302413" y="568813"/>
                    <a:pt x="302413" y="568813"/>
                  </a:cubicBezTo>
                  <a:cubicBezTo>
                    <a:pt x="302413" y="568813"/>
                    <a:pt x="301975" y="566929"/>
                    <a:pt x="301840" y="566357"/>
                  </a:cubicBezTo>
                  <a:cubicBezTo>
                    <a:pt x="301706" y="565785"/>
                    <a:pt x="301403" y="563733"/>
                    <a:pt x="301403" y="563733"/>
                  </a:cubicBezTo>
                  <a:lnTo>
                    <a:pt x="303422" y="562858"/>
                  </a:lnTo>
                  <a:lnTo>
                    <a:pt x="304432" y="562858"/>
                  </a:lnTo>
                  <a:cubicBezTo>
                    <a:pt x="304432" y="562858"/>
                    <a:pt x="306754" y="562556"/>
                    <a:pt x="307326" y="562858"/>
                  </a:cubicBezTo>
                  <a:cubicBezTo>
                    <a:pt x="307898" y="563161"/>
                    <a:pt x="308774" y="562455"/>
                    <a:pt x="309783" y="562724"/>
                  </a:cubicBezTo>
                  <a:cubicBezTo>
                    <a:pt x="310793" y="562993"/>
                    <a:pt x="312408" y="562118"/>
                    <a:pt x="312812" y="561849"/>
                  </a:cubicBezTo>
                  <a:cubicBezTo>
                    <a:pt x="313249" y="561547"/>
                    <a:pt x="312374" y="561547"/>
                    <a:pt x="312812" y="560974"/>
                  </a:cubicBezTo>
                  <a:cubicBezTo>
                    <a:pt x="313249" y="560403"/>
                    <a:pt x="311365" y="557947"/>
                    <a:pt x="311365" y="557947"/>
                  </a:cubicBezTo>
                  <a:lnTo>
                    <a:pt x="310119" y="555626"/>
                  </a:lnTo>
                  <a:lnTo>
                    <a:pt x="308740" y="553439"/>
                  </a:lnTo>
                  <a:lnTo>
                    <a:pt x="308740" y="551555"/>
                  </a:lnTo>
                  <a:lnTo>
                    <a:pt x="310187" y="548225"/>
                  </a:lnTo>
                  <a:lnTo>
                    <a:pt x="312072" y="546476"/>
                  </a:lnTo>
                  <a:lnTo>
                    <a:pt x="313956" y="545601"/>
                  </a:lnTo>
                  <a:lnTo>
                    <a:pt x="313956" y="542843"/>
                  </a:lnTo>
                  <a:lnTo>
                    <a:pt x="312879" y="540522"/>
                  </a:lnTo>
                  <a:lnTo>
                    <a:pt x="310927" y="538335"/>
                  </a:lnTo>
                  <a:lnTo>
                    <a:pt x="309345" y="535577"/>
                  </a:lnTo>
                  <a:lnTo>
                    <a:pt x="310927" y="533390"/>
                  </a:lnTo>
                  <a:lnTo>
                    <a:pt x="311634" y="532078"/>
                  </a:lnTo>
                  <a:lnTo>
                    <a:pt x="310322" y="530934"/>
                  </a:lnTo>
                  <a:lnTo>
                    <a:pt x="312072" y="529185"/>
                  </a:lnTo>
                  <a:lnTo>
                    <a:pt x="312206" y="527873"/>
                  </a:lnTo>
                  <a:lnTo>
                    <a:pt x="310019" y="526124"/>
                  </a:lnTo>
                  <a:lnTo>
                    <a:pt x="309009" y="523937"/>
                  </a:lnTo>
                  <a:lnTo>
                    <a:pt x="309884" y="522188"/>
                  </a:lnTo>
                  <a:lnTo>
                    <a:pt x="311466" y="521044"/>
                  </a:lnTo>
                  <a:lnTo>
                    <a:pt x="313047" y="521044"/>
                  </a:lnTo>
                  <a:lnTo>
                    <a:pt x="312610" y="516402"/>
                  </a:lnTo>
                  <a:lnTo>
                    <a:pt x="312172" y="514216"/>
                  </a:lnTo>
                  <a:lnTo>
                    <a:pt x="312172" y="513206"/>
                  </a:lnTo>
                  <a:lnTo>
                    <a:pt x="313047" y="508295"/>
                  </a:lnTo>
                  <a:lnTo>
                    <a:pt x="315807" y="507723"/>
                  </a:lnTo>
                  <a:cubicBezTo>
                    <a:pt x="315807" y="507723"/>
                    <a:pt x="318129" y="507286"/>
                    <a:pt x="318567" y="506983"/>
                  </a:cubicBezTo>
                  <a:lnTo>
                    <a:pt x="318264" y="501903"/>
                  </a:lnTo>
                  <a:cubicBezTo>
                    <a:pt x="318264" y="502206"/>
                    <a:pt x="315033" y="501331"/>
                    <a:pt x="313721" y="500659"/>
                  </a:cubicBezTo>
                  <a:close/>
                </a:path>
              </a:pathLst>
            </a:custGeom>
            <a:grpFill/>
            <a:ln w="6350" cap="flat">
              <a:solidFill>
                <a:schemeClr val="bg1"/>
              </a:solidFill>
              <a:prstDash val="solid"/>
              <a:miter/>
            </a:ln>
          </p:spPr>
          <p:txBody>
            <a:bodyPr rtlCol="0" anchor="ctr"/>
            <a:lstStyle/>
            <a:p>
              <a:endParaRPr lang="en-US"/>
            </a:p>
          </p:txBody>
        </p:sp>
        <p:sp>
          <p:nvSpPr>
            <p:cNvPr id="126" name="Freeform 905">
              <a:extLst>
                <a:ext uri="{FF2B5EF4-FFF2-40B4-BE49-F238E27FC236}">
                  <a16:creationId xmlns:a16="http://schemas.microsoft.com/office/drawing/2014/main" id="{A2AEB492-0AE3-4899-2347-70AF24266E92}"/>
                </a:ext>
              </a:extLst>
            </p:cNvPr>
            <p:cNvSpPr/>
            <p:nvPr/>
          </p:nvSpPr>
          <p:spPr>
            <a:xfrm>
              <a:off x="7521508" y="2550228"/>
              <a:ext cx="287196" cy="470349"/>
            </a:xfrm>
            <a:custGeom>
              <a:avLst/>
              <a:gdLst>
                <a:gd name="connsiteX0" fmla="*/ 547829 w 551389"/>
                <a:gd name="connsiteY0" fmla="*/ 36062 h 903022"/>
                <a:gd name="connsiteX1" fmla="*/ 545238 w 551389"/>
                <a:gd name="connsiteY1" fmla="*/ 35187 h 903022"/>
                <a:gd name="connsiteX2" fmla="*/ 542310 w 551389"/>
                <a:gd name="connsiteY2" fmla="*/ 32260 h 903022"/>
                <a:gd name="connsiteX3" fmla="*/ 537868 w 551389"/>
                <a:gd name="connsiteY3" fmla="*/ 30848 h 903022"/>
                <a:gd name="connsiteX4" fmla="*/ 536353 w 551389"/>
                <a:gd name="connsiteY4" fmla="*/ 25734 h 903022"/>
                <a:gd name="connsiteX5" fmla="*/ 539517 w 551389"/>
                <a:gd name="connsiteY5" fmla="*/ 23548 h 903022"/>
                <a:gd name="connsiteX6" fmla="*/ 541906 w 551389"/>
                <a:gd name="connsiteY6" fmla="*/ 23716 h 903022"/>
                <a:gd name="connsiteX7" fmla="*/ 541334 w 551389"/>
                <a:gd name="connsiteY7" fmla="*/ 23009 h 903022"/>
                <a:gd name="connsiteX8" fmla="*/ 542546 w 551389"/>
                <a:gd name="connsiteY8" fmla="*/ 20150 h 903022"/>
                <a:gd name="connsiteX9" fmla="*/ 542546 w 551389"/>
                <a:gd name="connsiteY9" fmla="*/ 16382 h 903022"/>
                <a:gd name="connsiteX10" fmla="*/ 534704 w 551389"/>
                <a:gd name="connsiteY10" fmla="*/ 16382 h 903022"/>
                <a:gd name="connsiteX11" fmla="*/ 533829 w 551389"/>
                <a:gd name="connsiteY11" fmla="*/ 12043 h 903022"/>
                <a:gd name="connsiteX12" fmla="*/ 533829 w 551389"/>
                <a:gd name="connsiteY12" fmla="*/ 8578 h 903022"/>
                <a:gd name="connsiteX13" fmla="*/ 536017 w 551389"/>
                <a:gd name="connsiteY13" fmla="*/ 6392 h 903022"/>
                <a:gd name="connsiteX14" fmla="*/ 537464 w 551389"/>
                <a:gd name="connsiteY14" fmla="*/ 3499 h 903022"/>
                <a:gd name="connsiteX15" fmla="*/ 537161 w 551389"/>
                <a:gd name="connsiteY15" fmla="*/ 1749 h 903022"/>
                <a:gd name="connsiteX16" fmla="*/ 535276 w 551389"/>
                <a:gd name="connsiteY16" fmla="*/ 875 h 903022"/>
                <a:gd name="connsiteX17" fmla="*/ 533829 w 551389"/>
                <a:gd name="connsiteY17" fmla="*/ 0 h 903022"/>
                <a:gd name="connsiteX18" fmla="*/ 530363 w 551389"/>
                <a:gd name="connsiteY18" fmla="*/ 1144 h 903022"/>
                <a:gd name="connsiteX19" fmla="*/ 526156 w 551389"/>
                <a:gd name="connsiteY19" fmla="*/ 4340 h 903022"/>
                <a:gd name="connsiteX20" fmla="*/ 521814 w 551389"/>
                <a:gd name="connsiteY20" fmla="*/ 7233 h 903022"/>
                <a:gd name="connsiteX21" fmla="*/ 513973 w 551389"/>
                <a:gd name="connsiteY21" fmla="*/ 12884 h 903022"/>
                <a:gd name="connsiteX22" fmla="*/ 509631 w 551389"/>
                <a:gd name="connsiteY22" fmla="*/ 17358 h 903022"/>
                <a:gd name="connsiteX23" fmla="*/ 504852 w 551389"/>
                <a:gd name="connsiteY23" fmla="*/ 22572 h 903022"/>
                <a:gd name="connsiteX24" fmla="*/ 503170 w 551389"/>
                <a:gd name="connsiteY24" fmla="*/ 27214 h 903022"/>
                <a:gd name="connsiteX25" fmla="*/ 500780 w 551389"/>
                <a:gd name="connsiteY25" fmla="*/ 30107 h 903022"/>
                <a:gd name="connsiteX26" fmla="*/ 500780 w 551389"/>
                <a:gd name="connsiteY26" fmla="*/ 32866 h 903022"/>
                <a:gd name="connsiteX27" fmla="*/ 498189 w 551389"/>
                <a:gd name="connsiteY27" fmla="*/ 34615 h 903022"/>
                <a:gd name="connsiteX28" fmla="*/ 496876 w 551389"/>
                <a:gd name="connsiteY28" fmla="*/ 37205 h 903022"/>
                <a:gd name="connsiteX29" fmla="*/ 495429 w 551389"/>
                <a:gd name="connsiteY29" fmla="*/ 37205 h 903022"/>
                <a:gd name="connsiteX30" fmla="*/ 490347 w 551389"/>
                <a:gd name="connsiteY30" fmla="*/ 32563 h 903022"/>
                <a:gd name="connsiteX31" fmla="*/ 485568 w 551389"/>
                <a:gd name="connsiteY31" fmla="*/ 31117 h 903022"/>
                <a:gd name="connsiteX32" fmla="*/ 482674 w 551389"/>
                <a:gd name="connsiteY32" fmla="*/ 29367 h 903022"/>
                <a:gd name="connsiteX33" fmla="*/ 480352 w 551389"/>
                <a:gd name="connsiteY33" fmla="*/ 28661 h 903022"/>
                <a:gd name="connsiteX34" fmla="*/ 477761 w 551389"/>
                <a:gd name="connsiteY34" fmla="*/ 28795 h 903022"/>
                <a:gd name="connsiteX35" fmla="*/ 474126 w 551389"/>
                <a:gd name="connsiteY35" fmla="*/ 29939 h 903022"/>
                <a:gd name="connsiteX36" fmla="*/ 474126 w 551389"/>
                <a:gd name="connsiteY36" fmla="*/ 33404 h 903022"/>
                <a:gd name="connsiteX37" fmla="*/ 471972 w 551389"/>
                <a:gd name="connsiteY37" fmla="*/ 34716 h 903022"/>
                <a:gd name="connsiteX38" fmla="*/ 468203 w 551389"/>
                <a:gd name="connsiteY38" fmla="*/ 30377 h 903022"/>
                <a:gd name="connsiteX39" fmla="*/ 464871 w 551389"/>
                <a:gd name="connsiteY39" fmla="*/ 27618 h 903022"/>
                <a:gd name="connsiteX40" fmla="*/ 461775 w 551389"/>
                <a:gd name="connsiteY40" fmla="*/ 23279 h 903022"/>
                <a:gd name="connsiteX41" fmla="*/ 460799 w 551389"/>
                <a:gd name="connsiteY41" fmla="*/ 20823 h 903022"/>
                <a:gd name="connsiteX42" fmla="*/ 460799 w 551389"/>
                <a:gd name="connsiteY42" fmla="*/ 17190 h 903022"/>
                <a:gd name="connsiteX43" fmla="*/ 457601 w 551389"/>
                <a:gd name="connsiteY43" fmla="*/ 15676 h 903022"/>
                <a:gd name="connsiteX44" fmla="*/ 453092 w 551389"/>
                <a:gd name="connsiteY44" fmla="*/ 16315 h 903022"/>
                <a:gd name="connsiteX45" fmla="*/ 449457 w 551389"/>
                <a:gd name="connsiteY45" fmla="*/ 16315 h 903022"/>
                <a:gd name="connsiteX46" fmla="*/ 444678 w 551389"/>
                <a:gd name="connsiteY46" fmla="*/ 16450 h 903022"/>
                <a:gd name="connsiteX47" fmla="*/ 440606 w 551389"/>
                <a:gd name="connsiteY47" fmla="*/ 19343 h 903022"/>
                <a:gd name="connsiteX48" fmla="*/ 444678 w 551389"/>
                <a:gd name="connsiteY48" fmla="*/ 22976 h 903022"/>
                <a:gd name="connsiteX49" fmla="*/ 448885 w 551389"/>
                <a:gd name="connsiteY49" fmla="*/ 27046 h 903022"/>
                <a:gd name="connsiteX50" fmla="*/ 453664 w 551389"/>
                <a:gd name="connsiteY50" fmla="*/ 28795 h 903022"/>
                <a:gd name="connsiteX51" fmla="*/ 451779 w 551389"/>
                <a:gd name="connsiteY51" fmla="*/ 31554 h 903022"/>
                <a:gd name="connsiteX52" fmla="*/ 449020 w 551389"/>
                <a:gd name="connsiteY52" fmla="*/ 34010 h 903022"/>
                <a:gd name="connsiteX53" fmla="*/ 447438 w 551389"/>
                <a:gd name="connsiteY53" fmla="*/ 35591 h 903022"/>
                <a:gd name="connsiteX54" fmla="*/ 443366 w 551389"/>
                <a:gd name="connsiteY54" fmla="*/ 38181 h 903022"/>
                <a:gd name="connsiteX55" fmla="*/ 439462 w 551389"/>
                <a:gd name="connsiteY55" fmla="*/ 40065 h 903022"/>
                <a:gd name="connsiteX56" fmla="*/ 435389 w 551389"/>
                <a:gd name="connsiteY56" fmla="*/ 43261 h 903022"/>
                <a:gd name="connsiteX57" fmla="*/ 431485 w 551389"/>
                <a:gd name="connsiteY57" fmla="*/ 44572 h 903022"/>
                <a:gd name="connsiteX58" fmla="*/ 426269 w 551389"/>
                <a:gd name="connsiteY58" fmla="*/ 49921 h 903022"/>
                <a:gd name="connsiteX59" fmla="*/ 423206 w 551389"/>
                <a:gd name="connsiteY59" fmla="*/ 53689 h 903022"/>
                <a:gd name="connsiteX60" fmla="*/ 418427 w 551389"/>
                <a:gd name="connsiteY60" fmla="*/ 56582 h 903022"/>
                <a:gd name="connsiteX61" fmla="*/ 413480 w 551389"/>
                <a:gd name="connsiteY61" fmla="*/ 58466 h 903022"/>
                <a:gd name="connsiteX62" fmla="*/ 407389 w 551389"/>
                <a:gd name="connsiteY62" fmla="*/ 60047 h 903022"/>
                <a:gd name="connsiteX63" fmla="*/ 405807 w 551389"/>
                <a:gd name="connsiteY63" fmla="*/ 63512 h 903022"/>
                <a:gd name="connsiteX64" fmla="*/ 404225 w 551389"/>
                <a:gd name="connsiteY64" fmla="*/ 68154 h 903022"/>
                <a:gd name="connsiteX65" fmla="*/ 403855 w 551389"/>
                <a:gd name="connsiteY65" fmla="*/ 72359 h 903022"/>
                <a:gd name="connsiteX66" fmla="*/ 403350 w 551389"/>
                <a:gd name="connsiteY66" fmla="*/ 77573 h 903022"/>
                <a:gd name="connsiteX67" fmla="*/ 403350 w 551389"/>
                <a:gd name="connsiteY67" fmla="*/ 81475 h 903022"/>
                <a:gd name="connsiteX68" fmla="*/ 400456 w 551389"/>
                <a:gd name="connsiteY68" fmla="*/ 83796 h 903022"/>
                <a:gd name="connsiteX69" fmla="*/ 398571 w 551389"/>
                <a:gd name="connsiteY69" fmla="*/ 87867 h 903022"/>
                <a:gd name="connsiteX70" fmla="*/ 393490 w 551389"/>
                <a:gd name="connsiteY70" fmla="*/ 89313 h 903022"/>
                <a:gd name="connsiteX71" fmla="*/ 388576 w 551389"/>
                <a:gd name="connsiteY71" fmla="*/ 89313 h 903022"/>
                <a:gd name="connsiteX72" fmla="*/ 384941 w 551389"/>
                <a:gd name="connsiteY72" fmla="*/ 86555 h 903022"/>
                <a:gd name="connsiteX73" fmla="*/ 381744 w 551389"/>
                <a:gd name="connsiteY73" fmla="*/ 88439 h 903022"/>
                <a:gd name="connsiteX74" fmla="*/ 379052 w 551389"/>
                <a:gd name="connsiteY74" fmla="*/ 93653 h 903022"/>
                <a:gd name="connsiteX75" fmla="*/ 377234 w 551389"/>
                <a:gd name="connsiteY75" fmla="*/ 97690 h 903022"/>
                <a:gd name="connsiteX76" fmla="*/ 377234 w 551389"/>
                <a:gd name="connsiteY76" fmla="*/ 102332 h 903022"/>
                <a:gd name="connsiteX77" fmla="*/ 376494 w 551389"/>
                <a:gd name="connsiteY77" fmla="*/ 105965 h 903022"/>
                <a:gd name="connsiteX78" fmla="*/ 378109 w 551389"/>
                <a:gd name="connsiteY78" fmla="*/ 109295 h 903022"/>
                <a:gd name="connsiteX79" fmla="*/ 378681 w 551389"/>
                <a:gd name="connsiteY79" fmla="*/ 111751 h 903022"/>
                <a:gd name="connsiteX80" fmla="*/ 374475 w 551389"/>
                <a:gd name="connsiteY80" fmla="*/ 112491 h 903022"/>
                <a:gd name="connsiteX81" fmla="*/ 370840 w 551389"/>
                <a:gd name="connsiteY81" fmla="*/ 113366 h 903022"/>
                <a:gd name="connsiteX82" fmla="*/ 368383 w 551389"/>
                <a:gd name="connsiteY82" fmla="*/ 116124 h 903022"/>
                <a:gd name="connsiteX83" fmla="*/ 364748 w 551389"/>
                <a:gd name="connsiteY83" fmla="*/ 117436 h 903022"/>
                <a:gd name="connsiteX84" fmla="*/ 361854 w 551389"/>
                <a:gd name="connsiteY84" fmla="*/ 122650 h 903022"/>
                <a:gd name="connsiteX85" fmla="*/ 357647 w 551389"/>
                <a:gd name="connsiteY85" fmla="*/ 126283 h 903022"/>
                <a:gd name="connsiteX86" fmla="*/ 355628 w 551389"/>
                <a:gd name="connsiteY86" fmla="*/ 127292 h 903022"/>
                <a:gd name="connsiteX87" fmla="*/ 351556 w 551389"/>
                <a:gd name="connsiteY87" fmla="*/ 129311 h 903022"/>
                <a:gd name="connsiteX88" fmla="*/ 346777 w 551389"/>
                <a:gd name="connsiteY88" fmla="*/ 129311 h 903022"/>
                <a:gd name="connsiteX89" fmla="*/ 345195 w 551389"/>
                <a:gd name="connsiteY89" fmla="*/ 132776 h 903022"/>
                <a:gd name="connsiteX90" fmla="*/ 342435 w 551389"/>
                <a:gd name="connsiteY90" fmla="*/ 135669 h 903022"/>
                <a:gd name="connsiteX91" fmla="*/ 343075 w 551389"/>
                <a:gd name="connsiteY91" fmla="*/ 140176 h 903022"/>
                <a:gd name="connsiteX92" fmla="*/ 338935 w 551389"/>
                <a:gd name="connsiteY92" fmla="*/ 144516 h 903022"/>
                <a:gd name="connsiteX93" fmla="*/ 338935 w 551389"/>
                <a:gd name="connsiteY93" fmla="*/ 147543 h 903022"/>
                <a:gd name="connsiteX94" fmla="*/ 338935 w 551389"/>
                <a:gd name="connsiteY94" fmla="*/ 149360 h 903022"/>
                <a:gd name="connsiteX95" fmla="*/ 338935 w 551389"/>
                <a:gd name="connsiteY95" fmla="*/ 154574 h 903022"/>
                <a:gd name="connsiteX96" fmla="*/ 337926 w 551389"/>
                <a:gd name="connsiteY96" fmla="*/ 160528 h 903022"/>
                <a:gd name="connsiteX97" fmla="*/ 339810 w 551389"/>
                <a:gd name="connsiteY97" fmla="*/ 163859 h 903022"/>
                <a:gd name="connsiteX98" fmla="*/ 342873 w 551389"/>
                <a:gd name="connsiteY98" fmla="*/ 166617 h 903022"/>
                <a:gd name="connsiteX99" fmla="*/ 345633 w 551389"/>
                <a:gd name="connsiteY99" fmla="*/ 166617 h 903022"/>
                <a:gd name="connsiteX100" fmla="*/ 349537 w 551389"/>
                <a:gd name="connsiteY100" fmla="*/ 170385 h 903022"/>
                <a:gd name="connsiteX101" fmla="*/ 351287 w 551389"/>
                <a:gd name="connsiteY101" fmla="*/ 173850 h 903022"/>
                <a:gd name="connsiteX102" fmla="*/ 351590 w 551389"/>
                <a:gd name="connsiteY102" fmla="*/ 176877 h 903022"/>
                <a:gd name="connsiteX103" fmla="*/ 351455 w 551389"/>
                <a:gd name="connsiteY103" fmla="*/ 179770 h 903022"/>
                <a:gd name="connsiteX104" fmla="*/ 350142 w 551389"/>
                <a:gd name="connsiteY104" fmla="*/ 182226 h 903022"/>
                <a:gd name="connsiteX105" fmla="*/ 348392 w 551389"/>
                <a:gd name="connsiteY105" fmla="*/ 185994 h 903022"/>
                <a:gd name="connsiteX106" fmla="*/ 347517 w 551389"/>
                <a:gd name="connsiteY106" fmla="*/ 188449 h 903022"/>
                <a:gd name="connsiteX107" fmla="*/ 346642 w 551389"/>
                <a:gd name="connsiteY107" fmla="*/ 190636 h 903022"/>
                <a:gd name="connsiteX108" fmla="*/ 344051 w 551389"/>
                <a:gd name="connsiteY108" fmla="*/ 190636 h 903022"/>
                <a:gd name="connsiteX109" fmla="*/ 339137 w 551389"/>
                <a:gd name="connsiteY109" fmla="*/ 190737 h 903022"/>
                <a:gd name="connsiteX110" fmla="*/ 337993 w 551389"/>
                <a:gd name="connsiteY110" fmla="*/ 189189 h 903022"/>
                <a:gd name="connsiteX111" fmla="*/ 337118 w 551389"/>
                <a:gd name="connsiteY111" fmla="*/ 184715 h 903022"/>
                <a:gd name="connsiteX112" fmla="*/ 333921 w 551389"/>
                <a:gd name="connsiteY112" fmla="*/ 182394 h 903022"/>
                <a:gd name="connsiteX113" fmla="*/ 332777 w 551389"/>
                <a:gd name="connsiteY113" fmla="*/ 178761 h 903022"/>
                <a:gd name="connsiteX114" fmla="*/ 331262 w 551389"/>
                <a:gd name="connsiteY114" fmla="*/ 178324 h 903022"/>
                <a:gd name="connsiteX115" fmla="*/ 328570 w 551389"/>
                <a:gd name="connsiteY115" fmla="*/ 178626 h 903022"/>
                <a:gd name="connsiteX116" fmla="*/ 328570 w 551389"/>
                <a:gd name="connsiteY116" fmla="*/ 180645 h 903022"/>
                <a:gd name="connsiteX117" fmla="*/ 326820 w 551389"/>
                <a:gd name="connsiteY117" fmla="*/ 183841 h 903022"/>
                <a:gd name="connsiteX118" fmla="*/ 326820 w 551389"/>
                <a:gd name="connsiteY118" fmla="*/ 185859 h 903022"/>
                <a:gd name="connsiteX119" fmla="*/ 326820 w 551389"/>
                <a:gd name="connsiteY119" fmla="*/ 187608 h 903022"/>
                <a:gd name="connsiteX120" fmla="*/ 325070 w 551389"/>
                <a:gd name="connsiteY120" fmla="*/ 190232 h 903022"/>
                <a:gd name="connsiteX121" fmla="*/ 325070 w 551389"/>
                <a:gd name="connsiteY121" fmla="*/ 192856 h 903022"/>
                <a:gd name="connsiteX122" fmla="*/ 325070 w 551389"/>
                <a:gd name="connsiteY122" fmla="*/ 198070 h 903022"/>
                <a:gd name="connsiteX123" fmla="*/ 325507 w 551389"/>
                <a:gd name="connsiteY123" fmla="*/ 200391 h 903022"/>
                <a:gd name="connsiteX124" fmla="*/ 325070 w 551389"/>
                <a:gd name="connsiteY124" fmla="*/ 203284 h 903022"/>
                <a:gd name="connsiteX125" fmla="*/ 325070 w 551389"/>
                <a:gd name="connsiteY125" fmla="*/ 206749 h 903022"/>
                <a:gd name="connsiteX126" fmla="*/ 325070 w 551389"/>
                <a:gd name="connsiteY126" fmla="*/ 209373 h 903022"/>
                <a:gd name="connsiteX127" fmla="*/ 326820 w 551389"/>
                <a:gd name="connsiteY127" fmla="*/ 211997 h 903022"/>
                <a:gd name="connsiteX128" fmla="*/ 328839 w 551389"/>
                <a:gd name="connsiteY128" fmla="*/ 212872 h 903022"/>
                <a:gd name="connsiteX129" fmla="*/ 331027 w 551389"/>
                <a:gd name="connsiteY129" fmla="*/ 214890 h 903022"/>
                <a:gd name="connsiteX130" fmla="*/ 331464 w 551389"/>
                <a:gd name="connsiteY130" fmla="*/ 217211 h 903022"/>
                <a:gd name="connsiteX131" fmla="*/ 330724 w 551389"/>
                <a:gd name="connsiteY131" fmla="*/ 219667 h 903022"/>
                <a:gd name="connsiteX132" fmla="*/ 327695 w 551389"/>
                <a:gd name="connsiteY132" fmla="*/ 219667 h 903022"/>
                <a:gd name="connsiteX133" fmla="*/ 325070 w 551389"/>
                <a:gd name="connsiteY133" fmla="*/ 220811 h 903022"/>
                <a:gd name="connsiteX134" fmla="*/ 321031 w 551389"/>
                <a:gd name="connsiteY134" fmla="*/ 220811 h 903022"/>
                <a:gd name="connsiteX135" fmla="*/ 313358 w 551389"/>
                <a:gd name="connsiteY135" fmla="*/ 221517 h 903022"/>
                <a:gd name="connsiteX136" fmla="*/ 302050 w 551389"/>
                <a:gd name="connsiteY136" fmla="*/ 218254 h 903022"/>
                <a:gd name="connsiteX137" fmla="*/ 297910 w 551389"/>
                <a:gd name="connsiteY137" fmla="*/ 219330 h 903022"/>
                <a:gd name="connsiteX138" fmla="*/ 292896 w 551389"/>
                <a:gd name="connsiteY138" fmla="*/ 223233 h 903022"/>
                <a:gd name="connsiteX139" fmla="*/ 285929 w 551389"/>
                <a:gd name="connsiteY139" fmla="*/ 223233 h 903022"/>
                <a:gd name="connsiteX140" fmla="*/ 282564 w 551389"/>
                <a:gd name="connsiteY140" fmla="*/ 220912 h 903022"/>
                <a:gd name="connsiteX141" fmla="*/ 279400 w 551389"/>
                <a:gd name="connsiteY141" fmla="*/ 218018 h 903022"/>
                <a:gd name="connsiteX142" fmla="*/ 275497 w 551389"/>
                <a:gd name="connsiteY142" fmla="*/ 218018 h 903022"/>
                <a:gd name="connsiteX143" fmla="*/ 271929 w 551389"/>
                <a:gd name="connsiteY143" fmla="*/ 218355 h 903022"/>
                <a:gd name="connsiteX144" fmla="*/ 270617 w 551389"/>
                <a:gd name="connsiteY144" fmla="*/ 221282 h 903022"/>
                <a:gd name="connsiteX145" fmla="*/ 264188 w 551389"/>
                <a:gd name="connsiteY145" fmla="*/ 219667 h 903022"/>
                <a:gd name="connsiteX146" fmla="*/ 261462 w 551389"/>
                <a:gd name="connsiteY146" fmla="*/ 215866 h 903022"/>
                <a:gd name="connsiteX147" fmla="*/ 258434 w 551389"/>
                <a:gd name="connsiteY147" fmla="*/ 208364 h 903022"/>
                <a:gd name="connsiteX148" fmla="*/ 255842 w 551389"/>
                <a:gd name="connsiteY148" fmla="*/ 203150 h 903022"/>
                <a:gd name="connsiteX149" fmla="*/ 252140 w 551389"/>
                <a:gd name="connsiteY149" fmla="*/ 201199 h 903022"/>
                <a:gd name="connsiteX150" fmla="*/ 251602 w 551389"/>
                <a:gd name="connsiteY150" fmla="*/ 198171 h 903022"/>
                <a:gd name="connsiteX151" fmla="*/ 247159 w 551389"/>
                <a:gd name="connsiteY151" fmla="*/ 199147 h 903022"/>
                <a:gd name="connsiteX152" fmla="*/ 240731 w 551389"/>
                <a:gd name="connsiteY152" fmla="*/ 198171 h 903022"/>
                <a:gd name="connsiteX153" fmla="*/ 234303 w 551389"/>
                <a:gd name="connsiteY153" fmla="*/ 196422 h 903022"/>
                <a:gd name="connsiteX154" fmla="*/ 228414 w 551389"/>
                <a:gd name="connsiteY154" fmla="*/ 194235 h 903022"/>
                <a:gd name="connsiteX155" fmla="*/ 224274 w 551389"/>
                <a:gd name="connsiteY155" fmla="*/ 195312 h 903022"/>
                <a:gd name="connsiteX156" fmla="*/ 223298 w 551389"/>
                <a:gd name="connsiteY156" fmla="*/ 199214 h 903022"/>
                <a:gd name="connsiteX157" fmla="*/ 223298 w 551389"/>
                <a:gd name="connsiteY157" fmla="*/ 201602 h 903022"/>
                <a:gd name="connsiteX158" fmla="*/ 222322 w 551389"/>
                <a:gd name="connsiteY158" fmla="*/ 203890 h 903022"/>
                <a:gd name="connsiteX159" fmla="*/ 220034 w 551389"/>
                <a:gd name="connsiteY159" fmla="*/ 205303 h 903022"/>
                <a:gd name="connsiteX160" fmla="*/ 216029 w 551389"/>
                <a:gd name="connsiteY160" fmla="*/ 206076 h 903022"/>
                <a:gd name="connsiteX161" fmla="*/ 213101 w 551389"/>
                <a:gd name="connsiteY161" fmla="*/ 208465 h 903022"/>
                <a:gd name="connsiteX162" fmla="*/ 208086 w 551389"/>
                <a:gd name="connsiteY162" fmla="*/ 211089 h 903022"/>
                <a:gd name="connsiteX163" fmla="*/ 206471 w 551389"/>
                <a:gd name="connsiteY163" fmla="*/ 213275 h 903022"/>
                <a:gd name="connsiteX164" fmla="*/ 201692 w 551389"/>
                <a:gd name="connsiteY164" fmla="*/ 213713 h 903022"/>
                <a:gd name="connsiteX165" fmla="*/ 199841 w 551389"/>
                <a:gd name="connsiteY165" fmla="*/ 218489 h 903022"/>
                <a:gd name="connsiteX166" fmla="*/ 197351 w 551389"/>
                <a:gd name="connsiteY166" fmla="*/ 223804 h 903022"/>
                <a:gd name="connsiteX167" fmla="*/ 193346 w 551389"/>
                <a:gd name="connsiteY167" fmla="*/ 228480 h 903022"/>
                <a:gd name="connsiteX168" fmla="*/ 193346 w 551389"/>
                <a:gd name="connsiteY168" fmla="*/ 231844 h 903022"/>
                <a:gd name="connsiteX169" fmla="*/ 195668 w 551389"/>
                <a:gd name="connsiteY169" fmla="*/ 234704 h 903022"/>
                <a:gd name="connsiteX170" fmla="*/ 194658 w 551389"/>
                <a:gd name="connsiteY170" fmla="*/ 238337 h 903022"/>
                <a:gd name="connsiteX171" fmla="*/ 190451 w 551389"/>
                <a:gd name="connsiteY171" fmla="*/ 242676 h 903022"/>
                <a:gd name="connsiteX172" fmla="*/ 187254 w 551389"/>
                <a:gd name="connsiteY172" fmla="*/ 246747 h 903022"/>
                <a:gd name="connsiteX173" fmla="*/ 186379 w 551389"/>
                <a:gd name="connsiteY173" fmla="*/ 249943 h 903022"/>
                <a:gd name="connsiteX174" fmla="*/ 188331 w 551389"/>
                <a:gd name="connsiteY174" fmla="*/ 251322 h 903022"/>
                <a:gd name="connsiteX175" fmla="*/ 188634 w 551389"/>
                <a:gd name="connsiteY175" fmla="*/ 252566 h 903022"/>
                <a:gd name="connsiteX176" fmla="*/ 187187 w 551389"/>
                <a:gd name="connsiteY176" fmla="*/ 255257 h 903022"/>
                <a:gd name="connsiteX177" fmla="*/ 184494 w 551389"/>
                <a:gd name="connsiteY177" fmla="*/ 256637 h 903022"/>
                <a:gd name="connsiteX178" fmla="*/ 185369 w 551389"/>
                <a:gd name="connsiteY178" fmla="*/ 259833 h 903022"/>
                <a:gd name="connsiteX179" fmla="*/ 188567 w 551389"/>
                <a:gd name="connsiteY179" fmla="*/ 259833 h 903022"/>
                <a:gd name="connsiteX180" fmla="*/ 188769 w 551389"/>
                <a:gd name="connsiteY180" fmla="*/ 261716 h 903022"/>
                <a:gd name="connsiteX181" fmla="*/ 187826 w 551389"/>
                <a:gd name="connsiteY181" fmla="*/ 264105 h 903022"/>
                <a:gd name="connsiteX182" fmla="*/ 186749 w 551389"/>
                <a:gd name="connsiteY182" fmla="*/ 265989 h 903022"/>
                <a:gd name="connsiteX183" fmla="*/ 186615 w 551389"/>
                <a:gd name="connsiteY183" fmla="*/ 267872 h 903022"/>
                <a:gd name="connsiteX184" fmla="*/ 187860 w 551389"/>
                <a:gd name="connsiteY184" fmla="*/ 270261 h 903022"/>
                <a:gd name="connsiteX185" fmla="*/ 189610 w 551389"/>
                <a:gd name="connsiteY185" fmla="*/ 271203 h 903022"/>
                <a:gd name="connsiteX186" fmla="*/ 191798 w 551389"/>
                <a:gd name="connsiteY186" fmla="*/ 272447 h 903022"/>
                <a:gd name="connsiteX187" fmla="*/ 194322 w 551389"/>
                <a:gd name="connsiteY187" fmla="*/ 274634 h 903022"/>
                <a:gd name="connsiteX188" fmla="*/ 195398 w 551389"/>
                <a:gd name="connsiteY188" fmla="*/ 275576 h 903022"/>
                <a:gd name="connsiteX189" fmla="*/ 195701 w 551389"/>
                <a:gd name="connsiteY189" fmla="*/ 276821 h 903022"/>
                <a:gd name="connsiteX190" fmla="*/ 195500 w 551389"/>
                <a:gd name="connsiteY190" fmla="*/ 278032 h 903022"/>
                <a:gd name="connsiteX191" fmla="*/ 193749 w 551389"/>
                <a:gd name="connsiteY191" fmla="*/ 279478 h 903022"/>
                <a:gd name="connsiteX192" fmla="*/ 191798 w 551389"/>
                <a:gd name="connsiteY192" fmla="*/ 281867 h 903022"/>
                <a:gd name="connsiteX193" fmla="*/ 190889 w 551389"/>
                <a:gd name="connsiteY193" fmla="*/ 285937 h 903022"/>
                <a:gd name="connsiteX194" fmla="*/ 191225 w 551389"/>
                <a:gd name="connsiteY194" fmla="*/ 289637 h 903022"/>
                <a:gd name="connsiteX195" fmla="*/ 191225 w 551389"/>
                <a:gd name="connsiteY195" fmla="*/ 292026 h 903022"/>
                <a:gd name="connsiteX196" fmla="*/ 190519 w 551389"/>
                <a:gd name="connsiteY196" fmla="*/ 295659 h 903022"/>
                <a:gd name="connsiteX197" fmla="*/ 190081 w 551389"/>
                <a:gd name="connsiteY197" fmla="*/ 298283 h 903022"/>
                <a:gd name="connsiteX198" fmla="*/ 189274 w 551389"/>
                <a:gd name="connsiteY198" fmla="*/ 300167 h 903022"/>
                <a:gd name="connsiteX199" fmla="*/ 189644 w 551389"/>
                <a:gd name="connsiteY199" fmla="*/ 303127 h 903022"/>
                <a:gd name="connsiteX200" fmla="*/ 190586 w 551389"/>
                <a:gd name="connsiteY200" fmla="*/ 304640 h 903022"/>
                <a:gd name="connsiteX201" fmla="*/ 192908 w 551389"/>
                <a:gd name="connsiteY201" fmla="*/ 306020 h 903022"/>
                <a:gd name="connsiteX202" fmla="*/ 197115 w 551389"/>
                <a:gd name="connsiteY202" fmla="*/ 306659 h 903022"/>
                <a:gd name="connsiteX203" fmla="*/ 201255 w 551389"/>
                <a:gd name="connsiteY203" fmla="*/ 305751 h 903022"/>
                <a:gd name="connsiteX204" fmla="*/ 202500 w 551389"/>
                <a:gd name="connsiteY204" fmla="*/ 305044 h 903022"/>
                <a:gd name="connsiteX205" fmla="*/ 206033 w 551389"/>
                <a:gd name="connsiteY205" fmla="*/ 305044 h 903022"/>
                <a:gd name="connsiteX206" fmla="*/ 206942 w 551389"/>
                <a:gd name="connsiteY206" fmla="*/ 308610 h 903022"/>
                <a:gd name="connsiteX207" fmla="*/ 207413 w 551389"/>
                <a:gd name="connsiteY207" fmla="*/ 308745 h 903022"/>
                <a:gd name="connsiteX208" fmla="*/ 209803 w 551389"/>
                <a:gd name="connsiteY208" fmla="*/ 309686 h 903022"/>
                <a:gd name="connsiteX209" fmla="*/ 210240 w 551389"/>
                <a:gd name="connsiteY209" fmla="*/ 312580 h 903022"/>
                <a:gd name="connsiteX210" fmla="*/ 210543 w 551389"/>
                <a:gd name="connsiteY210" fmla="*/ 316650 h 903022"/>
                <a:gd name="connsiteX211" fmla="*/ 214312 w 551389"/>
                <a:gd name="connsiteY211" fmla="*/ 317659 h 903022"/>
                <a:gd name="connsiteX212" fmla="*/ 219091 w 551389"/>
                <a:gd name="connsiteY212" fmla="*/ 316078 h 903022"/>
                <a:gd name="connsiteX213" fmla="*/ 220236 w 551389"/>
                <a:gd name="connsiteY213" fmla="*/ 313689 h 903022"/>
                <a:gd name="connsiteX214" fmla="*/ 221683 w 551389"/>
                <a:gd name="connsiteY214" fmla="*/ 311806 h 903022"/>
                <a:gd name="connsiteX215" fmla="*/ 222322 w 551389"/>
                <a:gd name="connsiteY215" fmla="*/ 311234 h 903022"/>
                <a:gd name="connsiteX216" fmla="*/ 226731 w 551389"/>
                <a:gd name="connsiteY216" fmla="*/ 314262 h 903022"/>
                <a:gd name="connsiteX217" fmla="*/ 227875 w 551389"/>
                <a:gd name="connsiteY217" fmla="*/ 315708 h 903022"/>
                <a:gd name="connsiteX218" fmla="*/ 229827 w 551389"/>
                <a:gd name="connsiteY218" fmla="*/ 315910 h 903022"/>
                <a:gd name="connsiteX219" fmla="*/ 231274 w 551389"/>
                <a:gd name="connsiteY219" fmla="*/ 315338 h 903022"/>
                <a:gd name="connsiteX220" fmla="*/ 232351 w 551389"/>
                <a:gd name="connsiteY220" fmla="*/ 314530 h 903022"/>
                <a:gd name="connsiteX221" fmla="*/ 236928 w 551389"/>
                <a:gd name="connsiteY221" fmla="*/ 315775 h 903022"/>
                <a:gd name="connsiteX222" fmla="*/ 241068 w 551389"/>
                <a:gd name="connsiteY222" fmla="*/ 317659 h 903022"/>
                <a:gd name="connsiteX223" fmla="*/ 243525 w 551389"/>
                <a:gd name="connsiteY223" fmla="*/ 319745 h 903022"/>
                <a:gd name="connsiteX224" fmla="*/ 245847 w 551389"/>
                <a:gd name="connsiteY224" fmla="*/ 323008 h 903022"/>
                <a:gd name="connsiteX225" fmla="*/ 247159 w 551389"/>
                <a:gd name="connsiteY225" fmla="*/ 325598 h 903022"/>
                <a:gd name="connsiteX226" fmla="*/ 248977 w 551389"/>
                <a:gd name="connsiteY226" fmla="*/ 329736 h 903022"/>
                <a:gd name="connsiteX227" fmla="*/ 248034 w 551389"/>
                <a:gd name="connsiteY227" fmla="*/ 333436 h 903022"/>
                <a:gd name="connsiteX228" fmla="*/ 251232 w 551389"/>
                <a:gd name="connsiteY228" fmla="*/ 337641 h 903022"/>
                <a:gd name="connsiteX229" fmla="*/ 253385 w 551389"/>
                <a:gd name="connsiteY229" fmla="*/ 336329 h 903022"/>
                <a:gd name="connsiteX230" fmla="*/ 254261 w 551389"/>
                <a:gd name="connsiteY230" fmla="*/ 335320 h 903022"/>
                <a:gd name="connsiteX231" fmla="*/ 256852 w 551389"/>
                <a:gd name="connsiteY231" fmla="*/ 338347 h 903022"/>
                <a:gd name="connsiteX232" fmla="*/ 261496 w 551389"/>
                <a:gd name="connsiteY232" fmla="*/ 342687 h 903022"/>
                <a:gd name="connsiteX233" fmla="*/ 263818 w 551389"/>
                <a:gd name="connsiteY233" fmla="*/ 345008 h 903022"/>
                <a:gd name="connsiteX234" fmla="*/ 266107 w 551389"/>
                <a:gd name="connsiteY234" fmla="*/ 348338 h 903022"/>
                <a:gd name="connsiteX235" fmla="*/ 268025 w 551389"/>
                <a:gd name="connsiteY235" fmla="*/ 347968 h 903022"/>
                <a:gd name="connsiteX236" fmla="*/ 269001 w 551389"/>
                <a:gd name="connsiteY236" fmla="*/ 345513 h 903022"/>
                <a:gd name="connsiteX237" fmla="*/ 269977 w 551389"/>
                <a:gd name="connsiteY237" fmla="*/ 344537 h 903022"/>
                <a:gd name="connsiteX238" fmla="*/ 271391 w 551389"/>
                <a:gd name="connsiteY238" fmla="*/ 342855 h 903022"/>
                <a:gd name="connsiteX239" fmla="*/ 273713 w 551389"/>
                <a:gd name="connsiteY239" fmla="*/ 342788 h 903022"/>
                <a:gd name="connsiteX240" fmla="*/ 276271 w 551389"/>
                <a:gd name="connsiteY240" fmla="*/ 343696 h 903022"/>
                <a:gd name="connsiteX241" fmla="*/ 278458 w 551389"/>
                <a:gd name="connsiteY241" fmla="*/ 345647 h 903022"/>
                <a:gd name="connsiteX242" fmla="*/ 279804 w 551389"/>
                <a:gd name="connsiteY242" fmla="*/ 347262 h 903022"/>
                <a:gd name="connsiteX243" fmla="*/ 281992 w 551389"/>
                <a:gd name="connsiteY243" fmla="*/ 349617 h 903022"/>
                <a:gd name="connsiteX244" fmla="*/ 284213 w 551389"/>
                <a:gd name="connsiteY244" fmla="*/ 351803 h 903022"/>
                <a:gd name="connsiteX245" fmla="*/ 286401 w 551389"/>
                <a:gd name="connsiteY245" fmla="*/ 353721 h 903022"/>
                <a:gd name="connsiteX246" fmla="*/ 291146 w 551389"/>
                <a:gd name="connsiteY246" fmla="*/ 356715 h 903022"/>
                <a:gd name="connsiteX247" fmla="*/ 292997 w 551389"/>
                <a:gd name="connsiteY247" fmla="*/ 360112 h 903022"/>
                <a:gd name="connsiteX248" fmla="*/ 295756 w 551389"/>
                <a:gd name="connsiteY248" fmla="*/ 361189 h 903022"/>
                <a:gd name="connsiteX249" fmla="*/ 298954 w 551389"/>
                <a:gd name="connsiteY249" fmla="*/ 360752 h 903022"/>
                <a:gd name="connsiteX250" fmla="*/ 301074 w 551389"/>
                <a:gd name="connsiteY250" fmla="*/ 360179 h 903022"/>
                <a:gd name="connsiteX251" fmla="*/ 306593 w 551389"/>
                <a:gd name="connsiteY251" fmla="*/ 360886 h 903022"/>
                <a:gd name="connsiteX252" fmla="*/ 309791 w 551389"/>
                <a:gd name="connsiteY252" fmla="*/ 361828 h 903022"/>
                <a:gd name="connsiteX253" fmla="*/ 312247 w 551389"/>
                <a:gd name="connsiteY253" fmla="*/ 363779 h 903022"/>
                <a:gd name="connsiteX254" fmla="*/ 315512 w 551389"/>
                <a:gd name="connsiteY254" fmla="*/ 366907 h 903022"/>
                <a:gd name="connsiteX255" fmla="*/ 316050 w 551389"/>
                <a:gd name="connsiteY255" fmla="*/ 367984 h 903022"/>
                <a:gd name="connsiteX256" fmla="*/ 316522 w 551389"/>
                <a:gd name="connsiteY256" fmla="*/ 371449 h 903022"/>
                <a:gd name="connsiteX257" fmla="*/ 316522 w 551389"/>
                <a:gd name="connsiteY257" fmla="*/ 373703 h 903022"/>
                <a:gd name="connsiteX258" fmla="*/ 316387 w 551389"/>
                <a:gd name="connsiteY258" fmla="*/ 375587 h 903022"/>
                <a:gd name="connsiteX259" fmla="*/ 315815 w 551389"/>
                <a:gd name="connsiteY259" fmla="*/ 377033 h 903022"/>
                <a:gd name="connsiteX260" fmla="*/ 314502 w 551389"/>
                <a:gd name="connsiteY260" fmla="*/ 378849 h 903022"/>
                <a:gd name="connsiteX261" fmla="*/ 312617 w 551389"/>
                <a:gd name="connsiteY261" fmla="*/ 379489 h 903022"/>
                <a:gd name="connsiteX262" fmla="*/ 311238 w 551389"/>
                <a:gd name="connsiteY262" fmla="*/ 381137 h 903022"/>
                <a:gd name="connsiteX263" fmla="*/ 310598 w 551389"/>
                <a:gd name="connsiteY263" fmla="*/ 382584 h 903022"/>
                <a:gd name="connsiteX264" fmla="*/ 310228 w 551389"/>
                <a:gd name="connsiteY264" fmla="*/ 384770 h 903022"/>
                <a:gd name="connsiteX265" fmla="*/ 311810 w 551389"/>
                <a:gd name="connsiteY265" fmla="*/ 386957 h 903022"/>
                <a:gd name="connsiteX266" fmla="*/ 313324 w 551389"/>
                <a:gd name="connsiteY266" fmla="*/ 388605 h 903022"/>
                <a:gd name="connsiteX267" fmla="*/ 314670 w 551389"/>
                <a:gd name="connsiteY267" fmla="*/ 395097 h 903022"/>
                <a:gd name="connsiteX268" fmla="*/ 314872 w 551389"/>
                <a:gd name="connsiteY268" fmla="*/ 398697 h 903022"/>
                <a:gd name="connsiteX269" fmla="*/ 314771 w 551389"/>
                <a:gd name="connsiteY269" fmla="*/ 402162 h 903022"/>
                <a:gd name="connsiteX270" fmla="*/ 317161 w 551389"/>
                <a:gd name="connsiteY270" fmla="*/ 405425 h 903022"/>
                <a:gd name="connsiteX271" fmla="*/ 317935 w 551389"/>
                <a:gd name="connsiteY271" fmla="*/ 407477 h 903022"/>
                <a:gd name="connsiteX272" fmla="*/ 318271 w 551389"/>
                <a:gd name="connsiteY272" fmla="*/ 410202 h 903022"/>
                <a:gd name="connsiteX273" fmla="*/ 317296 w 551389"/>
                <a:gd name="connsiteY273" fmla="*/ 412691 h 903022"/>
                <a:gd name="connsiteX274" fmla="*/ 315781 w 551389"/>
                <a:gd name="connsiteY274" fmla="*/ 415954 h 903022"/>
                <a:gd name="connsiteX275" fmla="*/ 314031 w 551389"/>
                <a:gd name="connsiteY275" fmla="*/ 416728 h 903022"/>
                <a:gd name="connsiteX276" fmla="*/ 311305 w 551389"/>
                <a:gd name="connsiteY276" fmla="*/ 416728 h 903022"/>
                <a:gd name="connsiteX277" fmla="*/ 306964 w 551389"/>
                <a:gd name="connsiteY277" fmla="*/ 416728 h 903022"/>
                <a:gd name="connsiteX278" fmla="*/ 303800 w 551389"/>
                <a:gd name="connsiteY278" fmla="*/ 417502 h 903022"/>
                <a:gd name="connsiteX279" fmla="*/ 301747 w 551389"/>
                <a:gd name="connsiteY279" fmla="*/ 418813 h 903022"/>
                <a:gd name="connsiteX280" fmla="*/ 300098 w 551389"/>
                <a:gd name="connsiteY280" fmla="*/ 419789 h 903022"/>
                <a:gd name="connsiteX281" fmla="*/ 298348 w 551389"/>
                <a:gd name="connsiteY281" fmla="*/ 421101 h 903022"/>
                <a:gd name="connsiteX282" fmla="*/ 297910 w 551389"/>
                <a:gd name="connsiteY282" fmla="*/ 423388 h 903022"/>
                <a:gd name="connsiteX283" fmla="*/ 297675 w 551389"/>
                <a:gd name="connsiteY283" fmla="*/ 426416 h 903022"/>
                <a:gd name="connsiteX284" fmla="*/ 297439 w 551389"/>
                <a:gd name="connsiteY284" fmla="*/ 430318 h 903022"/>
                <a:gd name="connsiteX285" fmla="*/ 297338 w 551389"/>
                <a:gd name="connsiteY285" fmla="*/ 433346 h 903022"/>
                <a:gd name="connsiteX286" fmla="*/ 297540 w 551389"/>
                <a:gd name="connsiteY286" fmla="*/ 435398 h 903022"/>
                <a:gd name="connsiteX287" fmla="*/ 297877 w 551389"/>
                <a:gd name="connsiteY287" fmla="*/ 440275 h 903022"/>
                <a:gd name="connsiteX288" fmla="*/ 297641 w 551389"/>
                <a:gd name="connsiteY288" fmla="*/ 444413 h 903022"/>
                <a:gd name="connsiteX289" fmla="*/ 299055 w 551389"/>
                <a:gd name="connsiteY289" fmla="*/ 449156 h 903022"/>
                <a:gd name="connsiteX290" fmla="*/ 300199 w 551389"/>
                <a:gd name="connsiteY290" fmla="*/ 455077 h 903022"/>
                <a:gd name="connsiteX291" fmla="*/ 304978 w 551389"/>
                <a:gd name="connsiteY291" fmla="*/ 461031 h 903022"/>
                <a:gd name="connsiteX292" fmla="*/ 307300 w 551389"/>
                <a:gd name="connsiteY292" fmla="*/ 463352 h 903022"/>
                <a:gd name="connsiteX293" fmla="*/ 309319 w 551389"/>
                <a:gd name="connsiteY293" fmla="*/ 466817 h 903022"/>
                <a:gd name="connsiteX294" fmla="*/ 308175 w 551389"/>
                <a:gd name="connsiteY294" fmla="*/ 468398 h 903022"/>
                <a:gd name="connsiteX295" fmla="*/ 305113 w 551389"/>
                <a:gd name="connsiteY295" fmla="*/ 468398 h 903022"/>
                <a:gd name="connsiteX296" fmla="*/ 302353 w 551389"/>
                <a:gd name="connsiteY296" fmla="*/ 471594 h 903022"/>
                <a:gd name="connsiteX297" fmla="*/ 302487 w 551389"/>
                <a:gd name="connsiteY297" fmla="*/ 475059 h 903022"/>
                <a:gd name="connsiteX298" fmla="*/ 301040 w 551389"/>
                <a:gd name="connsiteY298" fmla="*/ 480139 h 903022"/>
                <a:gd name="connsiteX299" fmla="*/ 302218 w 551389"/>
                <a:gd name="connsiteY299" fmla="*/ 483771 h 903022"/>
                <a:gd name="connsiteX300" fmla="*/ 303531 w 551389"/>
                <a:gd name="connsiteY300" fmla="*/ 488851 h 903022"/>
                <a:gd name="connsiteX301" fmla="*/ 301209 w 551389"/>
                <a:gd name="connsiteY301" fmla="*/ 492181 h 903022"/>
                <a:gd name="connsiteX302" fmla="*/ 294242 w 551389"/>
                <a:gd name="connsiteY302" fmla="*/ 492181 h 903022"/>
                <a:gd name="connsiteX303" fmla="*/ 289901 w 551389"/>
                <a:gd name="connsiteY303" fmla="*/ 490163 h 903022"/>
                <a:gd name="connsiteX304" fmla="*/ 287141 w 551389"/>
                <a:gd name="connsiteY304" fmla="*/ 490735 h 903022"/>
                <a:gd name="connsiteX305" fmla="*/ 282497 w 551389"/>
                <a:gd name="connsiteY305" fmla="*/ 492383 h 903022"/>
                <a:gd name="connsiteX306" fmla="*/ 277280 w 551389"/>
                <a:gd name="connsiteY306" fmla="*/ 491610 h 903022"/>
                <a:gd name="connsiteX307" fmla="*/ 273645 w 551389"/>
                <a:gd name="connsiteY307" fmla="*/ 488279 h 903022"/>
                <a:gd name="connsiteX308" fmla="*/ 270179 w 551389"/>
                <a:gd name="connsiteY308" fmla="*/ 487842 h 903022"/>
                <a:gd name="connsiteX309" fmla="*/ 264390 w 551389"/>
                <a:gd name="connsiteY309" fmla="*/ 486530 h 903022"/>
                <a:gd name="connsiteX310" fmla="*/ 261059 w 551389"/>
                <a:gd name="connsiteY310" fmla="*/ 489558 h 903022"/>
                <a:gd name="connsiteX311" fmla="*/ 259477 w 551389"/>
                <a:gd name="connsiteY311" fmla="*/ 492350 h 903022"/>
                <a:gd name="connsiteX312" fmla="*/ 255270 w 551389"/>
                <a:gd name="connsiteY312" fmla="*/ 493897 h 903022"/>
                <a:gd name="connsiteX313" fmla="*/ 251366 w 551389"/>
                <a:gd name="connsiteY313" fmla="*/ 495916 h 903022"/>
                <a:gd name="connsiteX314" fmla="*/ 248909 w 551389"/>
                <a:gd name="connsiteY314" fmla="*/ 497934 h 903022"/>
                <a:gd name="connsiteX315" fmla="*/ 245578 w 551389"/>
                <a:gd name="connsiteY315" fmla="*/ 496050 h 903022"/>
                <a:gd name="connsiteX316" fmla="*/ 241236 w 551389"/>
                <a:gd name="connsiteY316" fmla="*/ 493157 h 903022"/>
                <a:gd name="connsiteX317" fmla="*/ 233260 w 551389"/>
                <a:gd name="connsiteY317" fmla="*/ 491845 h 903022"/>
                <a:gd name="connsiteX318" fmla="*/ 229053 w 551389"/>
                <a:gd name="connsiteY318" fmla="*/ 488515 h 903022"/>
                <a:gd name="connsiteX319" fmla="*/ 224409 w 551389"/>
                <a:gd name="connsiteY319" fmla="*/ 485184 h 903022"/>
                <a:gd name="connsiteX320" fmla="*/ 222221 w 551389"/>
                <a:gd name="connsiteY320" fmla="*/ 486496 h 903022"/>
                <a:gd name="connsiteX321" fmla="*/ 222356 w 551389"/>
                <a:gd name="connsiteY321" fmla="*/ 489961 h 903022"/>
                <a:gd name="connsiteX322" fmla="*/ 224106 w 551389"/>
                <a:gd name="connsiteY322" fmla="*/ 493594 h 903022"/>
                <a:gd name="connsiteX323" fmla="*/ 224409 w 551389"/>
                <a:gd name="connsiteY323" fmla="*/ 497934 h 903022"/>
                <a:gd name="connsiteX324" fmla="*/ 223837 w 551389"/>
                <a:gd name="connsiteY324" fmla="*/ 500255 h 903022"/>
                <a:gd name="connsiteX325" fmla="*/ 219765 w 551389"/>
                <a:gd name="connsiteY325" fmla="*/ 499111 h 903022"/>
                <a:gd name="connsiteX326" fmla="*/ 215692 w 551389"/>
                <a:gd name="connsiteY326" fmla="*/ 497362 h 903022"/>
                <a:gd name="connsiteX327" fmla="*/ 215558 w 551389"/>
                <a:gd name="connsiteY327" fmla="*/ 501701 h 903022"/>
                <a:gd name="connsiteX328" fmla="*/ 217308 w 551389"/>
                <a:gd name="connsiteY328" fmla="*/ 505906 h 903022"/>
                <a:gd name="connsiteX329" fmla="*/ 221817 w 551389"/>
                <a:gd name="connsiteY329" fmla="*/ 509809 h 903022"/>
                <a:gd name="connsiteX330" fmla="*/ 224409 w 551389"/>
                <a:gd name="connsiteY330" fmla="*/ 511255 h 903022"/>
                <a:gd name="connsiteX331" fmla="*/ 226563 w 551389"/>
                <a:gd name="connsiteY331" fmla="*/ 513442 h 903022"/>
                <a:gd name="connsiteX332" fmla="*/ 228313 w 551389"/>
                <a:gd name="connsiteY332" fmla="*/ 517209 h 903022"/>
                <a:gd name="connsiteX333" fmla="*/ 231342 w 551389"/>
                <a:gd name="connsiteY333" fmla="*/ 519665 h 903022"/>
                <a:gd name="connsiteX334" fmla="*/ 236558 w 551389"/>
                <a:gd name="connsiteY334" fmla="*/ 518084 h 903022"/>
                <a:gd name="connsiteX335" fmla="*/ 238005 w 551389"/>
                <a:gd name="connsiteY335" fmla="*/ 514619 h 903022"/>
                <a:gd name="connsiteX336" fmla="*/ 243053 w 551389"/>
                <a:gd name="connsiteY336" fmla="*/ 519699 h 903022"/>
                <a:gd name="connsiteX337" fmla="*/ 242784 w 551389"/>
                <a:gd name="connsiteY337" fmla="*/ 521583 h 903022"/>
                <a:gd name="connsiteX338" fmla="*/ 240597 w 551389"/>
                <a:gd name="connsiteY338" fmla="*/ 522592 h 903022"/>
                <a:gd name="connsiteX339" fmla="*/ 236525 w 551389"/>
                <a:gd name="connsiteY339" fmla="*/ 524778 h 903022"/>
                <a:gd name="connsiteX340" fmla="*/ 231443 w 551389"/>
                <a:gd name="connsiteY340" fmla="*/ 525788 h 903022"/>
                <a:gd name="connsiteX341" fmla="*/ 227101 w 551389"/>
                <a:gd name="connsiteY341" fmla="*/ 527234 h 903022"/>
                <a:gd name="connsiteX342" fmla="*/ 223029 w 551389"/>
                <a:gd name="connsiteY342" fmla="*/ 527234 h 903022"/>
                <a:gd name="connsiteX343" fmla="*/ 219832 w 551389"/>
                <a:gd name="connsiteY343" fmla="*/ 529555 h 903022"/>
                <a:gd name="connsiteX344" fmla="*/ 216130 w 551389"/>
                <a:gd name="connsiteY344" fmla="*/ 531136 h 903022"/>
                <a:gd name="connsiteX345" fmla="*/ 213740 w 551389"/>
                <a:gd name="connsiteY345" fmla="*/ 528815 h 903022"/>
                <a:gd name="connsiteX346" fmla="*/ 213740 w 551389"/>
                <a:gd name="connsiteY346" fmla="*/ 526629 h 903022"/>
                <a:gd name="connsiteX347" fmla="*/ 210409 w 551389"/>
                <a:gd name="connsiteY347" fmla="*/ 524610 h 903022"/>
                <a:gd name="connsiteX348" fmla="*/ 207380 w 551389"/>
                <a:gd name="connsiteY348" fmla="*/ 524913 h 903022"/>
                <a:gd name="connsiteX349" fmla="*/ 207110 w 551389"/>
                <a:gd name="connsiteY349" fmla="*/ 528681 h 903022"/>
                <a:gd name="connsiteX350" fmla="*/ 206235 w 551389"/>
                <a:gd name="connsiteY350" fmla="*/ 531708 h 903022"/>
                <a:gd name="connsiteX351" fmla="*/ 203038 w 551389"/>
                <a:gd name="connsiteY351" fmla="*/ 534466 h 903022"/>
                <a:gd name="connsiteX352" fmla="*/ 197519 w 551389"/>
                <a:gd name="connsiteY352" fmla="*/ 534466 h 903022"/>
                <a:gd name="connsiteX353" fmla="*/ 193480 w 551389"/>
                <a:gd name="connsiteY353" fmla="*/ 535207 h 903022"/>
                <a:gd name="connsiteX354" fmla="*/ 187692 w 551389"/>
                <a:gd name="connsiteY354" fmla="*/ 531573 h 903022"/>
                <a:gd name="connsiteX355" fmla="*/ 185067 w 551389"/>
                <a:gd name="connsiteY355" fmla="*/ 529118 h 903022"/>
                <a:gd name="connsiteX356" fmla="*/ 181432 w 551389"/>
                <a:gd name="connsiteY356" fmla="*/ 529824 h 903022"/>
                <a:gd name="connsiteX357" fmla="*/ 180422 w 551389"/>
                <a:gd name="connsiteY357" fmla="*/ 535173 h 903022"/>
                <a:gd name="connsiteX358" fmla="*/ 179413 w 551389"/>
                <a:gd name="connsiteY358" fmla="*/ 537931 h 903022"/>
                <a:gd name="connsiteX359" fmla="*/ 175509 w 551389"/>
                <a:gd name="connsiteY359" fmla="*/ 537057 h 903022"/>
                <a:gd name="connsiteX360" fmla="*/ 170158 w 551389"/>
                <a:gd name="connsiteY360" fmla="*/ 533424 h 903022"/>
                <a:gd name="connsiteX361" fmla="*/ 165951 w 551389"/>
                <a:gd name="connsiteY361" fmla="*/ 528344 h 903022"/>
                <a:gd name="connsiteX362" fmla="*/ 164066 w 551389"/>
                <a:gd name="connsiteY362" fmla="*/ 524005 h 903022"/>
                <a:gd name="connsiteX363" fmla="*/ 167398 w 551389"/>
                <a:gd name="connsiteY363" fmla="*/ 521549 h 903022"/>
                <a:gd name="connsiteX364" fmla="*/ 163494 w 551389"/>
                <a:gd name="connsiteY364" fmla="*/ 517916 h 903022"/>
                <a:gd name="connsiteX365" fmla="*/ 158143 w 551389"/>
                <a:gd name="connsiteY365" fmla="*/ 515292 h 903022"/>
                <a:gd name="connsiteX366" fmla="*/ 154374 w 551389"/>
                <a:gd name="connsiteY366" fmla="*/ 511087 h 903022"/>
                <a:gd name="connsiteX367" fmla="*/ 147272 w 551389"/>
                <a:gd name="connsiteY367" fmla="*/ 510650 h 903022"/>
                <a:gd name="connsiteX368" fmla="*/ 139868 w 551389"/>
                <a:gd name="connsiteY368" fmla="*/ 510952 h 903022"/>
                <a:gd name="connsiteX369" fmla="*/ 137277 w 551389"/>
                <a:gd name="connsiteY369" fmla="*/ 513139 h 903022"/>
                <a:gd name="connsiteX370" fmla="*/ 133508 w 551389"/>
                <a:gd name="connsiteY370" fmla="*/ 514451 h 903022"/>
                <a:gd name="connsiteX371" fmla="*/ 127551 w 551389"/>
                <a:gd name="connsiteY371" fmla="*/ 512130 h 903022"/>
                <a:gd name="connsiteX372" fmla="*/ 121628 w 551389"/>
                <a:gd name="connsiteY372" fmla="*/ 513576 h 903022"/>
                <a:gd name="connsiteX373" fmla="*/ 112339 w 551389"/>
                <a:gd name="connsiteY373" fmla="*/ 513711 h 903022"/>
                <a:gd name="connsiteX374" fmla="*/ 111262 w 551389"/>
                <a:gd name="connsiteY374" fmla="*/ 515897 h 903022"/>
                <a:gd name="connsiteX375" fmla="*/ 109445 w 551389"/>
                <a:gd name="connsiteY375" fmla="*/ 521246 h 903022"/>
                <a:gd name="connsiteX376" fmla="*/ 109445 w 551389"/>
                <a:gd name="connsiteY376" fmla="*/ 524879 h 903022"/>
                <a:gd name="connsiteX377" fmla="*/ 110185 w 551389"/>
                <a:gd name="connsiteY377" fmla="*/ 530531 h 903022"/>
                <a:gd name="connsiteX378" fmla="*/ 111498 w 551389"/>
                <a:gd name="connsiteY378" fmla="*/ 532549 h 903022"/>
                <a:gd name="connsiteX379" fmla="*/ 114695 w 551389"/>
                <a:gd name="connsiteY379" fmla="*/ 536619 h 903022"/>
                <a:gd name="connsiteX380" fmla="*/ 115873 w 551389"/>
                <a:gd name="connsiteY380" fmla="*/ 537931 h 903022"/>
                <a:gd name="connsiteX381" fmla="*/ 116445 w 551389"/>
                <a:gd name="connsiteY381" fmla="*/ 540555 h 903022"/>
                <a:gd name="connsiteX382" fmla="*/ 116580 w 551389"/>
                <a:gd name="connsiteY382" fmla="*/ 542136 h 903022"/>
                <a:gd name="connsiteX383" fmla="*/ 116142 w 551389"/>
                <a:gd name="connsiteY383" fmla="*/ 544895 h 903022"/>
                <a:gd name="connsiteX384" fmla="*/ 116007 w 551389"/>
                <a:gd name="connsiteY384" fmla="*/ 546476 h 903022"/>
                <a:gd name="connsiteX385" fmla="*/ 115132 w 551389"/>
                <a:gd name="connsiteY385" fmla="*/ 547620 h 903022"/>
                <a:gd name="connsiteX386" fmla="*/ 112676 w 551389"/>
                <a:gd name="connsiteY386" fmla="*/ 548360 h 903022"/>
                <a:gd name="connsiteX387" fmla="*/ 109478 w 551389"/>
                <a:gd name="connsiteY387" fmla="*/ 548360 h 903022"/>
                <a:gd name="connsiteX388" fmla="*/ 106887 w 551389"/>
                <a:gd name="connsiteY388" fmla="*/ 548360 h 903022"/>
                <a:gd name="connsiteX389" fmla="*/ 104430 w 551389"/>
                <a:gd name="connsiteY389" fmla="*/ 549806 h 903022"/>
                <a:gd name="connsiteX390" fmla="*/ 102983 w 551389"/>
                <a:gd name="connsiteY390" fmla="*/ 551387 h 903022"/>
                <a:gd name="connsiteX391" fmla="*/ 102243 w 551389"/>
                <a:gd name="connsiteY391" fmla="*/ 552262 h 903022"/>
                <a:gd name="connsiteX392" fmla="*/ 100661 w 551389"/>
                <a:gd name="connsiteY392" fmla="*/ 554718 h 903022"/>
                <a:gd name="connsiteX393" fmla="*/ 99920 w 551389"/>
                <a:gd name="connsiteY393" fmla="*/ 556467 h 903022"/>
                <a:gd name="connsiteX394" fmla="*/ 98036 w 551389"/>
                <a:gd name="connsiteY394" fmla="*/ 559225 h 903022"/>
                <a:gd name="connsiteX395" fmla="*/ 97296 w 551389"/>
                <a:gd name="connsiteY395" fmla="*/ 562421 h 903022"/>
                <a:gd name="connsiteX396" fmla="*/ 97296 w 551389"/>
                <a:gd name="connsiteY396" fmla="*/ 564877 h 903022"/>
                <a:gd name="connsiteX397" fmla="*/ 97296 w 551389"/>
                <a:gd name="connsiteY397" fmla="*/ 568342 h 903022"/>
                <a:gd name="connsiteX398" fmla="*/ 96420 w 551389"/>
                <a:gd name="connsiteY398" fmla="*/ 571235 h 903022"/>
                <a:gd name="connsiteX399" fmla="*/ 97161 w 551389"/>
                <a:gd name="connsiteY399" fmla="*/ 574430 h 903022"/>
                <a:gd name="connsiteX400" fmla="*/ 99483 w 551389"/>
                <a:gd name="connsiteY400" fmla="*/ 576617 h 903022"/>
                <a:gd name="connsiteX401" fmla="*/ 101671 w 551389"/>
                <a:gd name="connsiteY401" fmla="*/ 576617 h 903022"/>
                <a:gd name="connsiteX402" fmla="*/ 103690 w 551389"/>
                <a:gd name="connsiteY402" fmla="*/ 575305 h 903022"/>
                <a:gd name="connsiteX403" fmla="*/ 106887 w 551389"/>
                <a:gd name="connsiteY403" fmla="*/ 576684 h 903022"/>
                <a:gd name="connsiteX404" fmla="*/ 109781 w 551389"/>
                <a:gd name="connsiteY404" fmla="*/ 579073 h 903022"/>
                <a:gd name="connsiteX405" fmla="*/ 113551 w 551389"/>
                <a:gd name="connsiteY405" fmla="*/ 580822 h 903022"/>
                <a:gd name="connsiteX406" fmla="*/ 116310 w 551389"/>
                <a:gd name="connsiteY406" fmla="*/ 582403 h 903022"/>
                <a:gd name="connsiteX407" fmla="*/ 118330 w 551389"/>
                <a:gd name="connsiteY407" fmla="*/ 587045 h 903022"/>
                <a:gd name="connsiteX408" fmla="*/ 122099 w 551389"/>
                <a:gd name="connsiteY408" fmla="*/ 591822 h 903022"/>
                <a:gd name="connsiteX409" fmla="*/ 124286 w 551389"/>
                <a:gd name="connsiteY409" fmla="*/ 593269 h 903022"/>
                <a:gd name="connsiteX410" fmla="*/ 126036 w 551389"/>
                <a:gd name="connsiteY410" fmla="*/ 595186 h 903022"/>
                <a:gd name="connsiteX411" fmla="*/ 128964 w 551389"/>
                <a:gd name="connsiteY411" fmla="*/ 597675 h 903022"/>
                <a:gd name="connsiteX412" fmla="*/ 128729 w 551389"/>
                <a:gd name="connsiteY412" fmla="*/ 600703 h 903022"/>
                <a:gd name="connsiteX413" fmla="*/ 127753 w 551389"/>
                <a:gd name="connsiteY413" fmla="*/ 602822 h 903022"/>
                <a:gd name="connsiteX414" fmla="*/ 125565 w 551389"/>
                <a:gd name="connsiteY414" fmla="*/ 603966 h 903022"/>
                <a:gd name="connsiteX415" fmla="*/ 122536 w 551389"/>
                <a:gd name="connsiteY415" fmla="*/ 603966 h 903022"/>
                <a:gd name="connsiteX416" fmla="*/ 117320 w 551389"/>
                <a:gd name="connsiteY416" fmla="*/ 603966 h 903022"/>
                <a:gd name="connsiteX417" fmla="*/ 115368 w 551389"/>
                <a:gd name="connsiteY417" fmla="*/ 605043 h 903022"/>
                <a:gd name="connsiteX418" fmla="*/ 112103 w 551389"/>
                <a:gd name="connsiteY418" fmla="*/ 606556 h 903022"/>
                <a:gd name="connsiteX419" fmla="*/ 110690 w 551389"/>
                <a:gd name="connsiteY419" fmla="*/ 607633 h 903022"/>
                <a:gd name="connsiteX420" fmla="*/ 107762 w 551389"/>
                <a:gd name="connsiteY420" fmla="*/ 609247 h 903022"/>
                <a:gd name="connsiteX421" fmla="*/ 107762 w 551389"/>
                <a:gd name="connsiteY421" fmla="*/ 611737 h 903022"/>
                <a:gd name="connsiteX422" fmla="*/ 109613 w 551389"/>
                <a:gd name="connsiteY422" fmla="*/ 612376 h 903022"/>
                <a:gd name="connsiteX423" fmla="*/ 114055 w 551389"/>
                <a:gd name="connsiteY423" fmla="*/ 613452 h 903022"/>
                <a:gd name="connsiteX424" fmla="*/ 117656 w 551389"/>
                <a:gd name="connsiteY424" fmla="*/ 615067 h 903022"/>
                <a:gd name="connsiteX425" fmla="*/ 119507 w 551389"/>
                <a:gd name="connsiteY425" fmla="*/ 616480 h 903022"/>
                <a:gd name="connsiteX426" fmla="*/ 120820 w 551389"/>
                <a:gd name="connsiteY426" fmla="*/ 618969 h 903022"/>
                <a:gd name="connsiteX427" fmla="*/ 120181 w 551389"/>
                <a:gd name="connsiteY427" fmla="*/ 621257 h 903022"/>
                <a:gd name="connsiteX428" fmla="*/ 116277 w 551389"/>
                <a:gd name="connsiteY428" fmla="*/ 622031 h 903022"/>
                <a:gd name="connsiteX429" fmla="*/ 112373 w 551389"/>
                <a:gd name="connsiteY429" fmla="*/ 622031 h 903022"/>
                <a:gd name="connsiteX430" fmla="*/ 110522 w 551389"/>
                <a:gd name="connsiteY430" fmla="*/ 623443 h 903022"/>
                <a:gd name="connsiteX431" fmla="*/ 109108 w 551389"/>
                <a:gd name="connsiteY431" fmla="*/ 625394 h 903022"/>
                <a:gd name="connsiteX432" fmla="*/ 106079 w 551389"/>
                <a:gd name="connsiteY432" fmla="*/ 628994 h 903022"/>
                <a:gd name="connsiteX433" fmla="*/ 103791 w 551389"/>
                <a:gd name="connsiteY433" fmla="*/ 631618 h 903022"/>
                <a:gd name="connsiteX434" fmla="*/ 101300 w 551389"/>
                <a:gd name="connsiteY434" fmla="*/ 633670 h 903022"/>
                <a:gd name="connsiteX435" fmla="*/ 100863 w 551389"/>
                <a:gd name="connsiteY435" fmla="*/ 637706 h 903022"/>
                <a:gd name="connsiteX436" fmla="*/ 100863 w 551389"/>
                <a:gd name="connsiteY436" fmla="*/ 642921 h 903022"/>
                <a:gd name="connsiteX437" fmla="*/ 102815 w 551389"/>
                <a:gd name="connsiteY437" fmla="*/ 648909 h 903022"/>
                <a:gd name="connsiteX438" fmla="*/ 104868 w 551389"/>
                <a:gd name="connsiteY438" fmla="*/ 651734 h 903022"/>
                <a:gd name="connsiteX439" fmla="*/ 105945 w 551389"/>
                <a:gd name="connsiteY439" fmla="*/ 652609 h 903022"/>
                <a:gd name="connsiteX440" fmla="*/ 106820 w 551389"/>
                <a:gd name="connsiteY440" fmla="*/ 655098 h 903022"/>
                <a:gd name="connsiteX441" fmla="*/ 106046 w 551389"/>
                <a:gd name="connsiteY441" fmla="*/ 658899 h 903022"/>
                <a:gd name="connsiteX442" fmla="*/ 106046 w 551389"/>
                <a:gd name="connsiteY442" fmla="*/ 662163 h 903022"/>
                <a:gd name="connsiteX443" fmla="*/ 106921 w 551389"/>
                <a:gd name="connsiteY443" fmla="*/ 664988 h 903022"/>
                <a:gd name="connsiteX444" fmla="*/ 108772 w 551389"/>
                <a:gd name="connsiteY444" fmla="*/ 666300 h 903022"/>
                <a:gd name="connsiteX445" fmla="*/ 108435 w 551389"/>
                <a:gd name="connsiteY445" fmla="*/ 667713 h 903022"/>
                <a:gd name="connsiteX446" fmla="*/ 106382 w 551389"/>
                <a:gd name="connsiteY446" fmla="*/ 671952 h 903022"/>
                <a:gd name="connsiteX447" fmla="*/ 109310 w 551389"/>
                <a:gd name="connsiteY447" fmla="*/ 673465 h 903022"/>
                <a:gd name="connsiteX448" fmla="*/ 114089 w 551389"/>
                <a:gd name="connsiteY448" fmla="*/ 673028 h 903022"/>
                <a:gd name="connsiteX449" fmla="*/ 116378 w 551389"/>
                <a:gd name="connsiteY449" fmla="*/ 675316 h 903022"/>
                <a:gd name="connsiteX450" fmla="*/ 117017 w 551389"/>
                <a:gd name="connsiteY450" fmla="*/ 679655 h 903022"/>
                <a:gd name="connsiteX451" fmla="*/ 115806 w 551389"/>
                <a:gd name="connsiteY451" fmla="*/ 683995 h 903022"/>
                <a:gd name="connsiteX452" fmla="*/ 113854 w 551389"/>
                <a:gd name="connsiteY452" fmla="*/ 687258 h 903022"/>
                <a:gd name="connsiteX453" fmla="*/ 112204 w 551389"/>
                <a:gd name="connsiteY453" fmla="*/ 689444 h 903022"/>
                <a:gd name="connsiteX454" fmla="*/ 111430 w 551389"/>
                <a:gd name="connsiteY454" fmla="*/ 690083 h 903022"/>
                <a:gd name="connsiteX455" fmla="*/ 108839 w 551389"/>
                <a:gd name="connsiteY455" fmla="*/ 691160 h 903022"/>
                <a:gd name="connsiteX456" fmla="*/ 105474 w 551389"/>
                <a:gd name="connsiteY456" fmla="*/ 689848 h 903022"/>
                <a:gd name="connsiteX457" fmla="*/ 103421 w 551389"/>
                <a:gd name="connsiteY457" fmla="*/ 687460 h 903022"/>
                <a:gd name="connsiteX458" fmla="*/ 102546 w 551389"/>
                <a:gd name="connsiteY458" fmla="*/ 686686 h 903022"/>
                <a:gd name="connsiteX459" fmla="*/ 102007 w 551389"/>
                <a:gd name="connsiteY459" fmla="*/ 683759 h 903022"/>
                <a:gd name="connsiteX460" fmla="*/ 101805 w 551389"/>
                <a:gd name="connsiteY460" fmla="*/ 681270 h 903022"/>
                <a:gd name="connsiteX461" fmla="*/ 101570 w 551389"/>
                <a:gd name="connsiteY461" fmla="*/ 680193 h 903022"/>
                <a:gd name="connsiteX462" fmla="*/ 101031 w 551389"/>
                <a:gd name="connsiteY462" fmla="*/ 677704 h 903022"/>
                <a:gd name="connsiteX463" fmla="*/ 98843 w 551389"/>
                <a:gd name="connsiteY463" fmla="*/ 676729 h 903022"/>
                <a:gd name="connsiteX464" fmla="*/ 96993 w 551389"/>
                <a:gd name="connsiteY464" fmla="*/ 678141 h 903022"/>
                <a:gd name="connsiteX465" fmla="*/ 95243 w 551389"/>
                <a:gd name="connsiteY465" fmla="*/ 680193 h 903022"/>
                <a:gd name="connsiteX466" fmla="*/ 93627 w 551389"/>
                <a:gd name="connsiteY466" fmla="*/ 682044 h 903022"/>
                <a:gd name="connsiteX467" fmla="*/ 91137 w 551389"/>
                <a:gd name="connsiteY467" fmla="*/ 682683 h 903022"/>
                <a:gd name="connsiteX468" fmla="*/ 89050 w 551389"/>
                <a:gd name="connsiteY468" fmla="*/ 681808 h 903022"/>
                <a:gd name="connsiteX469" fmla="*/ 86122 w 551389"/>
                <a:gd name="connsiteY469" fmla="*/ 681169 h 903022"/>
                <a:gd name="connsiteX470" fmla="*/ 83632 w 551389"/>
                <a:gd name="connsiteY470" fmla="*/ 681505 h 903022"/>
                <a:gd name="connsiteX471" fmla="*/ 81007 w 551389"/>
                <a:gd name="connsiteY471" fmla="*/ 683154 h 903022"/>
                <a:gd name="connsiteX472" fmla="*/ 80031 w 551389"/>
                <a:gd name="connsiteY472" fmla="*/ 684230 h 903022"/>
                <a:gd name="connsiteX473" fmla="*/ 75151 w 551389"/>
                <a:gd name="connsiteY473" fmla="*/ 682178 h 903022"/>
                <a:gd name="connsiteX474" fmla="*/ 73098 w 551389"/>
                <a:gd name="connsiteY474" fmla="*/ 679790 h 903022"/>
                <a:gd name="connsiteX475" fmla="*/ 70910 w 551389"/>
                <a:gd name="connsiteY475" fmla="*/ 677940 h 903022"/>
                <a:gd name="connsiteX476" fmla="*/ 69059 w 551389"/>
                <a:gd name="connsiteY476" fmla="*/ 675450 h 903022"/>
                <a:gd name="connsiteX477" fmla="*/ 65155 w 551389"/>
                <a:gd name="connsiteY477" fmla="*/ 675248 h 903022"/>
                <a:gd name="connsiteX478" fmla="*/ 63641 w 551389"/>
                <a:gd name="connsiteY478" fmla="*/ 676560 h 903022"/>
                <a:gd name="connsiteX479" fmla="*/ 61352 w 551389"/>
                <a:gd name="connsiteY479" fmla="*/ 679050 h 903022"/>
                <a:gd name="connsiteX480" fmla="*/ 59400 w 551389"/>
                <a:gd name="connsiteY480" fmla="*/ 681102 h 903022"/>
                <a:gd name="connsiteX481" fmla="*/ 56237 w 551389"/>
                <a:gd name="connsiteY481" fmla="*/ 682716 h 903022"/>
                <a:gd name="connsiteX482" fmla="*/ 51559 w 551389"/>
                <a:gd name="connsiteY482" fmla="*/ 684566 h 903022"/>
                <a:gd name="connsiteX483" fmla="*/ 50044 w 551389"/>
                <a:gd name="connsiteY483" fmla="*/ 686417 h 903022"/>
                <a:gd name="connsiteX484" fmla="*/ 48833 w 551389"/>
                <a:gd name="connsiteY484" fmla="*/ 689680 h 903022"/>
                <a:gd name="connsiteX485" fmla="*/ 47857 w 551389"/>
                <a:gd name="connsiteY485" fmla="*/ 693380 h 903022"/>
                <a:gd name="connsiteX486" fmla="*/ 46881 w 551389"/>
                <a:gd name="connsiteY486" fmla="*/ 697518 h 903022"/>
                <a:gd name="connsiteX487" fmla="*/ 46881 w 551389"/>
                <a:gd name="connsiteY487" fmla="*/ 702160 h 903022"/>
                <a:gd name="connsiteX488" fmla="*/ 43717 w 551389"/>
                <a:gd name="connsiteY488" fmla="*/ 703035 h 903022"/>
                <a:gd name="connsiteX489" fmla="*/ 38164 w 551389"/>
                <a:gd name="connsiteY489" fmla="*/ 705322 h 903022"/>
                <a:gd name="connsiteX490" fmla="*/ 35775 w 551389"/>
                <a:gd name="connsiteY490" fmla="*/ 706399 h 903022"/>
                <a:gd name="connsiteX491" fmla="*/ 35236 w 551389"/>
                <a:gd name="connsiteY491" fmla="*/ 709124 h 903022"/>
                <a:gd name="connsiteX492" fmla="*/ 35236 w 551389"/>
                <a:gd name="connsiteY492" fmla="*/ 712488 h 903022"/>
                <a:gd name="connsiteX493" fmla="*/ 36010 w 551389"/>
                <a:gd name="connsiteY493" fmla="*/ 715111 h 903022"/>
                <a:gd name="connsiteX494" fmla="*/ 40352 w 551389"/>
                <a:gd name="connsiteY494" fmla="*/ 717062 h 903022"/>
                <a:gd name="connsiteX495" fmla="*/ 42539 w 551389"/>
                <a:gd name="connsiteY495" fmla="*/ 717601 h 903022"/>
                <a:gd name="connsiteX496" fmla="*/ 46443 w 551389"/>
                <a:gd name="connsiteY496" fmla="*/ 717601 h 903022"/>
                <a:gd name="connsiteX497" fmla="*/ 49809 w 551389"/>
                <a:gd name="connsiteY497" fmla="*/ 719787 h 903022"/>
                <a:gd name="connsiteX498" fmla="*/ 52535 w 551389"/>
                <a:gd name="connsiteY498" fmla="*/ 720931 h 903022"/>
                <a:gd name="connsiteX499" fmla="*/ 53174 w 551389"/>
                <a:gd name="connsiteY499" fmla="*/ 722176 h 903022"/>
                <a:gd name="connsiteX500" fmla="*/ 54722 w 551389"/>
                <a:gd name="connsiteY500" fmla="*/ 722176 h 903022"/>
                <a:gd name="connsiteX501" fmla="*/ 57448 w 551389"/>
                <a:gd name="connsiteY501" fmla="*/ 721301 h 903022"/>
                <a:gd name="connsiteX502" fmla="*/ 58761 w 551389"/>
                <a:gd name="connsiteY502" fmla="*/ 721301 h 903022"/>
                <a:gd name="connsiteX503" fmla="*/ 62564 w 551389"/>
                <a:gd name="connsiteY503" fmla="*/ 722176 h 903022"/>
                <a:gd name="connsiteX504" fmla="*/ 64314 w 551389"/>
                <a:gd name="connsiteY504" fmla="*/ 725237 h 903022"/>
                <a:gd name="connsiteX505" fmla="*/ 63775 w 551389"/>
                <a:gd name="connsiteY505" fmla="*/ 727188 h 903022"/>
                <a:gd name="connsiteX506" fmla="*/ 60949 w 551389"/>
                <a:gd name="connsiteY506" fmla="*/ 727726 h 903022"/>
                <a:gd name="connsiteX507" fmla="*/ 58896 w 551389"/>
                <a:gd name="connsiteY507" fmla="*/ 727087 h 903022"/>
                <a:gd name="connsiteX508" fmla="*/ 56708 w 551389"/>
                <a:gd name="connsiteY508" fmla="*/ 727087 h 903022"/>
                <a:gd name="connsiteX509" fmla="*/ 53982 w 551389"/>
                <a:gd name="connsiteY509" fmla="*/ 728500 h 903022"/>
                <a:gd name="connsiteX510" fmla="*/ 52804 w 551389"/>
                <a:gd name="connsiteY510" fmla="*/ 729576 h 903022"/>
                <a:gd name="connsiteX511" fmla="*/ 52367 w 551389"/>
                <a:gd name="connsiteY511" fmla="*/ 732503 h 903022"/>
                <a:gd name="connsiteX512" fmla="*/ 52266 w 551389"/>
                <a:gd name="connsiteY512" fmla="*/ 736102 h 903022"/>
                <a:gd name="connsiteX513" fmla="*/ 52905 w 551389"/>
                <a:gd name="connsiteY513" fmla="*/ 742191 h 903022"/>
                <a:gd name="connsiteX514" fmla="*/ 52468 w 551389"/>
                <a:gd name="connsiteY514" fmla="*/ 743806 h 903022"/>
                <a:gd name="connsiteX515" fmla="*/ 51694 w 551389"/>
                <a:gd name="connsiteY515" fmla="*/ 747271 h 903022"/>
                <a:gd name="connsiteX516" fmla="*/ 51256 w 551389"/>
                <a:gd name="connsiteY516" fmla="*/ 748684 h 903022"/>
                <a:gd name="connsiteX517" fmla="*/ 44290 w 551389"/>
                <a:gd name="connsiteY517" fmla="*/ 753461 h 903022"/>
                <a:gd name="connsiteX518" fmla="*/ 37323 w 551389"/>
                <a:gd name="connsiteY518" fmla="*/ 754537 h 903022"/>
                <a:gd name="connsiteX519" fmla="*/ 31905 w 551389"/>
                <a:gd name="connsiteY519" fmla="*/ 758877 h 903022"/>
                <a:gd name="connsiteX520" fmla="*/ 26688 w 551389"/>
                <a:gd name="connsiteY520" fmla="*/ 761063 h 903022"/>
                <a:gd name="connsiteX521" fmla="*/ 19957 w 551389"/>
                <a:gd name="connsiteY521" fmla="*/ 756724 h 903022"/>
                <a:gd name="connsiteX522" fmla="*/ 13226 w 551389"/>
                <a:gd name="connsiteY522" fmla="*/ 759112 h 903022"/>
                <a:gd name="connsiteX523" fmla="*/ 11476 w 551389"/>
                <a:gd name="connsiteY523" fmla="*/ 756084 h 903022"/>
                <a:gd name="connsiteX524" fmla="*/ 8010 w 551389"/>
                <a:gd name="connsiteY524" fmla="*/ 755210 h 903022"/>
                <a:gd name="connsiteX525" fmla="*/ 2591 w 551389"/>
                <a:gd name="connsiteY525" fmla="*/ 755210 h 903022"/>
                <a:gd name="connsiteX526" fmla="*/ 0 w 551389"/>
                <a:gd name="connsiteY526" fmla="*/ 758473 h 903022"/>
                <a:gd name="connsiteX527" fmla="*/ 0 w 551389"/>
                <a:gd name="connsiteY527" fmla="*/ 763014 h 903022"/>
                <a:gd name="connsiteX528" fmla="*/ 0 w 551389"/>
                <a:gd name="connsiteY528" fmla="*/ 766479 h 903022"/>
                <a:gd name="connsiteX529" fmla="*/ 0 w 551389"/>
                <a:gd name="connsiteY529" fmla="*/ 769944 h 903022"/>
                <a:gd name="connsiteX530" fmla="*/ 2188 w 551389"/>
                <a:gd name="connsiteY530" fmla="*/ 772568 h 903022"/>
                <a:gd name="connsiteX531" fmla="*/ 7842 w 551389"/>
                <a:gd name="connsiteY531" fmla="*/ 772568 h 903022"/>
                <a:gd name="connsiteX532" fmla="*/ 10904 w 551389"/>
                <a:gd name="connsiteY532" fmla="*/ 775393 h 903022"/>
                <a:gd name="connsiteX533" fmla="*/ 14371 w 551389"/>
                <a:gd name="connsiteY533" fmla="*/ 779531 h 903022"/>
                <a:gd name="connsiteX534" fmla="*/ 18510 w 551389"/>
                <a:gd name="connsiteY534" fmla="*/ 779531 h 903022"/>
                <a:gd name="connsiteX535" fmla="*/ 23525 w 551389"/>
                <a:gd name="connsiteY535" fmla="*/ 779531 h 903022"/>
                <a:gd name="connsiteX536" fmla="*/ 28102 w 551389"/>
                <a:gd name="connsiteY536" fmla="*/ 778455 h 903022"/>
                <a:gd name="connsiteX537" fmla="*/ 33116 w 551389"/>
                <a:gd name="connsiteY537" fmla="*/ 775629 h 903022"/>
                <a:gd name="connsiteX538" fmla="*/ 36818 w 551389"/>
                <a:gd name="connsiteY538" fmla="*/ 773443 h 903022"/>
                <a:gd name="connsiteX539" fmla="*/ 39006 w 551389"/>
                <a:gd name="connsiteY539" fmla="*/ 771054 h 903022"/>
                <a:gd name="connsiteX540" fmla="*/ 40756 w 551389"/>
                <a:gd name="connsiteY540" fmla="*/ 769103 h 903022"/>
                <a:gd name="connsiteX541" fmla="*/ 42506 w 551389"/>
                <a:gd name="connsiteY541" fmla="*/ 766715 h 903022"/>
                <a:gd name="connsiteX542" fmla="*/ 45770 w 551389"/>
                <a:gd name="connsiteY542" fmla="*/ 768464 h 903022"/>
                <a:gd name="connsiteX543" fmla="*/ 47722 w 551389"/>
                <a:gd name="connsiteY543" fmla="*/ 768901 h 903022"/>
                <a:gd name="connsiteX544" fmla="*/ 50549 w 551389"/>
                <a:gd name="connsiteY544" fmla="*/ 767152 h 903022"/>
                <a:gd name="connsiteX545" fmla="*/ 57953 w 551389"/>
                <a:gd name="connsiteY545" fmla="*/ 765840 h 903022"/>
                <a:gd name="connsiteX546" fmla="*/ 60545 w 551389"/>
                <a:gd name="connsiteY546" fmla="*/ 766277 h 903022"/>
                <a:gd name="connsiteX547" fmla="*/ 67175 w 551389"/>
                <a:gd name="connsiteY547" fmla="*/ 766815 h 903022"/>
                <a:gd name="connsiteX548" fmla="*/ 68487 w 551389"/>
                <a:gd name="connsiteY548" fmla="*/ 768329 h 903022"/>
                <a:gd name="connsiteX549" fmla="*/ 69026 w 551389"/>
                <a:gd name="connsiteY549" fmla="*/ 771256 h 903022"/>
                <a:gd name="connsiteX550" fmla="*/ 68050 w 551389"/>
                <a:gd name="connsiteY550" fmla="*/ 772332 h 903022"/>
                <a:gd name="connsiteX551" fmla="*/ 65761 w 551389"/>
                <a:gd name="connsiteY551" fmla="*/ 773745 h 903022"/>
                <a:gd name="connsiteX552" fmla="*/ 64785 w 551389"/>
                <a:gd name="connsiteY552" fmla="*/ 775797 h 903022"/>
                <a:gd name="connsiteX553" fmla="*/ 64886 w 551389"/>
                <a:gd name="connsiteY553" fmla="*/ 778825 h 903022"/>
                <a:gd name="connsiteX554" fmla="*/ 66064 w 551389"/>
                <a:gd name="connsiteY554" fmla="*/ 779834 h 903022"/>
                <a:gd name="connsiteX555" fmla="*/ 69329 w 551389"/>
                <a:gd name="connsiteY555" fmla="*/ 781112 h 903022"/>
                <a:gd name="connsiteX556" fmla="*/ 73232 w 551389"/>
                <a:gd name="connsiteY556" fmla="*/ 782424 h 903022"/>
                <a:gd name="connsiteX557" fmla="*/ 76261 w 551389"/>
                <a:gd name="connsiteY557" fmla="*/ 783837 h 903022"/>
                <a:gd name="connsiteX558" fmla="*/ 78112 w 551389"/>
                <a:gd name="connsiteY558" fmla="*/ 785048 h 903022"/>
                <a:gd name="connsiteX559" fmla="*/ 82454 w 551389"/>
                <a:gd name="connsiteY559" fmla="*/ 787336 h 903022"/>
                <a:gd name="connsiteX560" fmla="*/ 85617 w 551389"/>
                <a:gd name="connsiteY560" fmla="*/ 788210 h 903022"/>
                <a:gd name="connsiteX561" fmla="*/ 88781 w 551389"/>
                <a:gd name="connsiteY561" fmla="*/ 788210 h 903022"/>
                <a:gd name="connsiteX562" fmla="*/ 92920 w 551389"/>
                <a:gd name="connsiteY562" fmla="*/ 791372 h 903022"/>
                <a:gd name="connsiteX563" fmla="*/ 94132 w 551389"/>
                <a:gd name="connsiteY563" fmla="*/ 793424 h 903022"/>
                <a:gd name="connsiteX564" fmla="*/ 96622 w 551389"/>
                <a:gd name="connsiteY564" fmla="*/ 793424 h 903022"/>
                <a:gd name="connsiteX565" fmla="*/ 97699 w 551389"/>
                <a:gd name="connsiteY565" fmla="*/ 792348 h 903022"/>
                <a:gd name="connsiteX566" fmla="*/ 100425 w 551389"/>
                <a:gd name="connsiteY566" fmla="*/ 791473 h 903022"/>
                <a:gd name="connsiteX567" fmla="*/ 102613 w 551389"/>
                <a:gd name="connsiteY567" fmla="*/ 789960 h 903022"/>
                <a:gd name="connsiteX568" fmla="*/ 104363 w 551389"/>
                <a:gd name="connsiteY568" fmla="*/ 789320 h 903022"/>
                <a:gd name="connsiteX569" fmla="*/ 105877 w 551389"/>
                <a:gd name="connsiteY569" fmla="*/ 787134 h 903022"/>
                <a:gd name="connsiteX570" fmla="*/ 108166 w 551389"/>
                <a:gd name="connsiteY570" fmla="*/ 785183 h 903022"/>
                <a:gd name="connsiteX571" fmla="*/ 111329 w 551389"/>
                <a:gd name="connsiteY571" fmla="*/ 784544 h 903022"/>
                <a:gd name="connsiteX572" fmla="*/ 113820 w 551389"/>
                <a:gd name="connsiteY572" fmla="*/ 784005 h 903022"/>
                <a:gd name="connsiteX573" fmla="*/ 115233 w 551389"/>
                <a:gd name="connsiteY573" fmla="*/ 783568 h 903022"/>
                <a:gd name="connsiteX574" fmla="*/ 117522 w 551389"/>
                <a:gd name="connsiteY574" fmla="*/ 781920 h 903022"/>
                <a:gd name="connsiteX575" fmla="*/ 120113 w 551389"/>
                <a:gd name="connsiteY575" fmla="*/ 780709 h 903022"/>
                <a:gd name="connsiteX576" fmla="*/ 122065 w 551389"/>
                <a:gd name="connsiteY576" fmla="*/ 779498 h 903022"/>
                <a:gd name="connsiteX577" fmla="*/ 124017 w 551389"/>
                <a:gd name="connsiteY577" fmla="*/ 780137 h 903022"/>
                <a:gd name="connsiteX578" fmla="*/ 127046 w 551389"/>
                <a:gd name="connsiteY578" fmla="*/ 781348 h 903022"/>
                <a:gd name="connsiteX579" fmla="*/ 128561 w 551389"/>
                <a:gd name="connsiteY579" fmla="*/ 784611 h 903022"/>
                <a:gd name="connsiteX580" fmla="*/ 129772 w 551389"/>
                <a:gd name="connsiteY580" fmla="*/ 785923 h 903022"/>
                <a:gd name="connsiteX581" fmla="*/ 132936 w 551389"/>
                <a:gd name="connsiteY581" fmla="*/ 786259 h 903022"/>
                <a:gd name="connsiteX582" fmla="*/ 135426 w 551389"/>
                <a:gd name="connsiteY582" fmla="*/ 786360 h 903022"/>
                <a:gd name="connsiteX583" fmla="*/ 139330 w 551389"/>
                <a:gd name="connsiteY583" fmla="*/ 787134 h 903022"/>
                <a:gd name="connsiteX584" fmla="*/ 142258 w 551389"/>
                <a:gd name="connsiteY584" fmla="*/ 787033 h 903022"/>
                <a:gd name="connsiteX585" fmla="*/ 144109 w 551389"/>
                <a:gd name="connsiteY585" fmla="*/ 786596 h 903022"/>
                <a:gd name="connsiteX586" fmla="*/ 146162 w 551389"/>
                <a:gd name="connsiteY586" fmla="*/ 786495 h 903022"/>
                <a:gd name="connsiteX587" fmla="*/ 147676 w 551389"/>
                <a:gd name="connsiteY587" fmla="*/ 786293 h 903022"/>
                <a:gd name="connsiteX588" fmla="*/ 149864 w 551389"/>
                <a:gd name="connsiteY588" fmla="*/ 785956 h 903022"/>
                <a:gd name="connsiteX589" fmla="*/ 151042 w 551389"/>
                <a:gd name="connsiteY589" fmla="*/ 784443 h 903022"/>
                <a:gd name="connsiteX590" fmla="*/ 154306 w 551389"/>
                <a:gd name="connsiteY590" fmla="*/ 783030 h 903022"/>
                <a:gd name="connsiteX591" fmla="*/ 157470 w 551389"/>
                <a:gd name="connsiteY591" fmla="*/ 783131 h 903022"/>
                <a:gd name="connsiteX592" fmla="*/ 159085 w 551389"/>
                <a:gd name="connsiteY592" fmla="*/ 784005 h 903022"/>
                <a:gd name="connsiteX593" fmla="*/ 160499 w 551389"/>
                <a:gd name="connsiteY593" fmla="*/ 786057 h 903022"/>
                <a:gd name="connsiteX594" fmla="*/ 159960 w 551389"/>
                <a:gd name="connsiteY594" fmla="*/ 789220 h 903022"/>
                <a:gd name="connsiteX595" fmla="*/ 158446 w 551389"/>
                <a:gd name="connsiteY595" fmla="*/ 790834 h 903022"/>
                <a:gd name="connsiteX596" fmla="*/ 158109 w 551389"/>
                <a:gd name="connsiteY596" fmla="*/ 794635 h 903022"/>
                <a:gd name="connsiteX597" fmla="*/ 156359 w 551389"/>
                <a:gd name="connsiteY597" fmla="*/ 796048 h 903022"/>
                <a:gd name="connsiteX598" fmla="*/ 155383 w 551389"/>
                <a:gd name="connsiteY598" fmla="*/ 798235 h 903022"/>
                <a:gd name="connsiteX599" fmla="*/ 154508 w 551389"/>
                <a:gd name="connsiteY599" fmla="*/ 800287 h 903022"/>
                <a:gd name="connsiteX600" fmla="*/ 154407 w 551389"/>
                <a:gd name="connsiteY600" fmla="*/ 803113 h 903022"/>
                <a:gd name="connsiteX601" fmla="*/ 156696 w 551389"/>
                <a:gd name="connsiteY601" fmla="*/ 806140 h 903022"/>
                <a:gd name="connsiteX602" fmla="*/ 158984 w 551389"/>
                <a:gd name="connsiteY602" fmla="*/ 807217 h 903022"/>
                <a:gd name="connsiteX603" fmla="*/ 164201 w 551389"/>
                <a:gd name="connsiteY603" fmla="*/ 809807 h 903022"/>
                <a:gd name="connsiteX604" fmla="*/ 164975 w 551389"/>
                <a:gd name="connsiteY604" fmla="*/ 811993 h 903022"/>
                <a:gd name="connsiteX605" fmla="*/ 165177 w 551389"/>
                <a:gd name="connsiteY605" fmla="*/ 815055 h 903022"/>
                <a:gd name="connsiteX606" fmla="*/ 167465 w 551389"/>
                <a:gd name="connsiteY606" fmla="*/ 817107 h 903022"/>
                <a:gd name="connsiteX607" fmla="*/ 170057 w 551389"/>
                <a:gd name="connsiteY607" fmla="*/ 817645 h 903022"/>
                <a:gd name="connsiteX608" fmla="*/ 173321 w 551389"/>
                <a:gd name="connsiteY608" fmla="*/ 818183 h 903022"/>
                <a:gd name="connsiteX609" fmla="*/ 174836 w 551389"/>
                <a:gd name="connsiteY609" fmla="*/ 818183 h 903022"/>
                <a:gd name="connsiteX610" fmla="*/ 175980 w 551389"/>
                <a:gd name="connsiteY610" fmla="*/ 816232 h 903022"/>
                <a:gd name="connsiteX611" fmla="*/ 175711 w 551389"/>
                <a:gd name="connsiteY611" fmla="*/ 814382 h 903022"/>
                <a:gd name="connsiteX612" fmla="*/ 175711 w 551389"/>
                <a:gd name="connsiteY612" fmla="*/ 811657 h 903022"/>
                <a:gd name="connsiteX613" fmla="*/ 176788 w 551389"/>
                <a:gd name="connsiteY613" fmla="*/ 810883 h 903022"/>
                <a:gd name="connsiteX614" fmla="*/ 177528 w 551389"/>
                <a:gd name="connsiteY614" fmla="*/ 809571 h 903022"/>
                <a:gd name="connsiteX615" fmla="*/ 179278 w 551389"/>
                <a:gd name="connsiteY615" fmla="*/ 808596 h 903022"/>
                <a:gd name="connsiteX616" fmla="*/ 180591 w 551389"/>
                <a:gd name="connsiteY616" fmla="*/ 806308 h 903022"/>
                <a:gd name="connsiteX617" fmla="*/ 181567 w 551389"/>
                <a:gd name="connsiteY617" fmla="*/ 805232 h 903022"/>
                <a:gd name="connsiteX618" fmla="*/ 185807 w 551389"/>
                <a:gd name="connsiteY618" fmla="*/ 805131 h 903022"/>
                <a:gd name="connsiteX619" fmla="*/ 189172 w 551389"/>
                <a:gd name="connsiteY619" fmla="*/ 805131 h 903022"/>
                <a:gd name="connsiteX620" fmla="*/ 190485 w 551389"/>
                <a:gd name="connsiteY620" fmla="*/ 808192 h 903022"/>
                <a:gd name="connsiteX621" fmla="*/ 190048 w 551389"/>
                <a:gd name="connsiteY621" fmla="*/ 810480 h 903022"/>
                <a:gd name="connsiteX622" fmla="*/ 188297 w 551389"/>
                <a:gd name="connsiteY622" fmla="*/ 812431 h 903022"/>
                <a:gd name="connsiteX623" fmla="*/ 187860 w 551389"/>
                <a:gd name="connsiteY623" fmla="*/ 816333 h 903022"/>
                <a:gd name="connsiteX624" fmla="*/ 188398 w 551389"/>
                <a:gd name="connsiteY624" fmla="*/ 817309 h 903022"/>
                <a:gd name="connsiteX625" fmla="*/ 189374 w 551389"/>
                <a:gd name="connsiteY625" fmla="*/ 818183 h 903022"/>
                <a:gd name="connsiteX626" fmla="*/ 190249 w 551389"/>
                <a:gd name="connsiteY626" fmla="*/ 819394 h 903022"/>
                <a:gd name="connsiteX627" fmla="*/ 191663 w 551389"/>
                <a:gd name="connsiteY627" fmla="*/ 822422 h 903022"/>
                <a:gd name="connsiteX628" fmla="*/ 193413 w 551389"/>
                <a:gd name="connsiteY628" fmla="*/ 824709 h 903022"/>
                <a:gd name="connsiteX629" fmla="*/ 195668 w 551389"/>
                <a:gd name="connsiteY629" fmla="*/ 824709 h 903022"/>
                <a:gd name="connsiteX630" fmla="*/ 199134 w 551389"/>
                <a:gd name="connsiteY630" fmla="*/ 824709 h 903022"/>
                <a:gd name="connsiteX631" fmla="*/ 201961 w 551389"/>
                <a:gd name="connsiteY631" fmla="*/ 823734 h 903022"/>
                <a:gd name="connsiteX632" fmla="*/ 203375 w 551389"/>
                <a:gd name="connsiteY632" fmla="*/ 821244 h 903022"/>
                <a:gd name="connsiteX633" fmla="*/ 206740 w 551389"/>
                <a:gd name="connsiteY633" fmla="*/ 820807 h 903022"/>
                <a:gd name="connsiteX634" fmla="*/ 210779 w 551389"/>
                <a:gd name="connsiteY634" fmla="*/ 820908 h 903022"/>
                <a:gd name="connsiteX635" fmla="*/ 213505 w 551389"/>
                <a:gd name="connsiteY635" fmla="*/ 822119 h 903022"/>
                <a:gd name="connsiteX636" fmla="*/ 215793 w 551389"/>
                <a:gd name="connsiteY636" fmla="*/ 823868 h 903022"/>
                <a:gd name="connsiteX637" fmla="*/ 215793 w 551389"/>
                <a:gd name="connsiteY637" fmla="*/ 825281 h 903022"/>
                <a:gd name="connsiteX638" fmla="*/ 218620 w 551389"/>
                <a:gd name="connsiteY638" fmla="*/ 827569 h 903022"/>
                <a:gd name="connsiteX639" fmla="*/ 218721 w 551389"/>
                <a:gd name="connsiteY639" fmla="*/ 830731 h 903022"/>
                <a:gd name="connsiteX640" fmla="*/ 219361 w 551389"/>
                <a:gd name="connsiteY640" fmla="*/ 832480 h 903022"/>
                <a:gd name="connsiteX641" fmla="*/ 219260 w 551389"/>
                <a:gd name="connsiteY641" fmla="*/ 834667 h 903022"/>
                <a:gd name="connsiteX642" fmla="*/ 219798 w 551389"/>
                <a:gd name="connsiteY642" fmla="*/ 837593 h 903022"/>
                <a:gd name="connsiteX643" fmla="*/ 224375 w 551389"/>
                <a:gd name="connsiteY643" fmla="*/ 839544 h 903022"/>
                <a:gd name="connsiteX644" fmla="*/ 227303 w 551389"/>
                <a:gd name="connsiteY644" fmla="*/ 840419 h 903022"/>
                <a:gd name="connsiteX645" fmla="*/ 228818 w 551389"/>
                <a:gd name="connsiteY645" fmla="*/ 843043 h 903022"/>
                <a:gd name="connsiteX646" fmla="*/ 231106 w 551389"/>
                <a:gd name="connsiteY646" fmla="*/ 844456 h 903022"/>
                <a:gd name="connsiteX647" fmla="*/ 232822 w 551389"/>
                <a:gd name="connsiteY647" fmla="*/ 846945 h 903022"/>
                <a:gd name="connsiteX648" fmla="*/ 235010 w 551389"/>
                <a:gd name="connsiteY648" fmla="*/ 850208 h 903022"/>
                <a:gd name="connsiteX649" fmla="*/ 237063 w 551389"/>
                <a:gd name="connsiteY649" fmla="*/ 852395 h 903022"/>
                <a:gd name="connsiteX650" fmla="*/ 239351 w 551389"/>
                <a:gd name="connsiteY650" fmla="*/ 852395 h 903022"/>
                <a:gd name="connsiteX651" fmla="*/ 241303 w 551389"/>
                <a:gd name="connsiteY651" fmla="*/ 850881 h 903022"/>
                <a:gd name="connsiteX652" fmla="*/ 243053 w 551389"/>
                <a:gd name="connsiteY652" fmla="*/ 848829 h 903022"/>
                <a:gd name="connsiteX653" fmla="*/ 243390 w 551389"/>
                <a:gd name="connsiteY653" fmla="*/ 846003 h 903022"/>
                <a:gd name="connsiteX654" fmla="*/ 243289 w 551389"/>
                <a:gd name="connsiteY654" fmla="*/ 844052 h 903022"/>
                <a:gd name="connsiteX655" fmla="*/ 244501 w 551389"/>
                <a:gd name="connsiteY655" fmla="*/ 841563 h 903022"/>
                <a:gd name="connsiteX656" fmla="*/ 246150 w 551389"/>
                <a:gd name="connsiteY656" fmla="*/ 840486 h 903022"/>
                <a:gd name="connsiteX657" fmla="*/ 248438 w 551389"/>
                <a:gd name="connsiteY657" fmla="*/ 839612 h 903022"/>
                <a:gd name="connsiteX658" fmla="*/ 250054 w 551389"/>
                <a:gd name="connsiteY658" fmla="*/ 839712 h 903022"/>
                <a:gd name="connsiteX659" fmla="*/ 252342 w 551389"/>
                <a:gd name="connsiteY659" fmla="*/ 839712 h 903022"/>
                <a:gd name="connsiteX660" fmla="*/ 255169 w 551389"/>
                <a:gd name="connsiteY660" fmla="*/ 840486 h 903022"/>
                <a:gd name="connsiteX661" fmla="*/ 256919 w 551389"/>
                <a:gd name="connsiteY661" fmla="*/ 840486 h 903022"/>
                <a:gd name="connsiteX662" fmla="*/ 259746 w 551389"/>
                <a:gd name="connsiteY662" fmla="*/ 839612 h 903022"/>
                <a:gd name="connsiteX663" fmla="*/ 261362 w 551389"/>
                <a:gd name="connsiteY663" fmla="*/ 839174 h 903022"/>
                <a:gd name="connsiteX664" fmla="*/ 263213 w 551389"/>
                <a:gd name="connsiteY664" fmla="*/ 838838 h 903022"/>
                <a:gd name="connsiteX665" fmla="*/ 265165 w 551389"/>
                <a:gd name="connsiteY665" fmla="*/ 837862 h 903022"/>
                <a:gd name="connsiteX666" fmla="*/ 266814 w 551389"/>
                <a:gd name="connsiteY666" fmla="*/ 836651 h 903022"/>
                <a:gd name="connsiteX667" fmla="*/ 268126 w 551389"/>
                <a:gd name="connsiteY667" fmla="*/ 835777 h 903022"/>
                <a:gd name="connsiteX668" fmla="*/ 269540 w 551389"/>
                <a:gd name="connsiteY668" fmla="*/ 835777 h 903022"/>
                <a:gd name="connsiteX669" fmla="*/ 271391 w 551389"/>
                <a:gd name="connsiteY669" fmla="*/ 836853 h 903022"/>
                <a:gd name="connsiteX670" fmla="*/ 273141 w 551389"/>
                <a:gd name="connsiteY670" fmla="*/ 838602 h 903022"/>
                <a:gd name="connsiteX671" fmla="*/ 274655 w 551389"/>
                <a:gd name="connsiteY671" fmla="*/ 840453 h 903022"/>
                <a:gd name="connsiteX672" fmla="*/ 276169 w 551389"/>
                <a:gd name="connsiteY672" fmla="*/ 840453 h 903022"/>
                <a:gd name="connsiteX673" fmla="*/ 278997 w 551389"/>
                <a:gd name="connsiteY673" fmla="*/ 840453 h 903022"/>
                <a:gd name="connsiteX674" fmla="*/ 286165 w 551389"/>
                <a:gd name="connsiteY674" fmla="*/ 840453 h 903022"/>
                <a:gd name="connsiteX675" fmla="*/ 291348 w 551389"/>
                <a:gd name="connsiteY675" fmla="*/ 840453 h 903022"/>
                <a:gd name="connsiteX676" fmla="*/ 293098 w 551389"/>
                <a:gd name="connsiteY676" fmla="*/ 840453 h 903022"/>
                <a:gd name="connsiteX677" fmla="*/ 295790 w 551389"/>
                <a:gd name="connsiteY677" fmla="*/ 843211 h 903022"/>
                <a:gd name="connsiteX678" fmla="*/ 297742 w 551389"/>
                <a:gd name="connsiteY678" fmla="*/ 846407 h 903022"/>
                <a:gd name="connsiteX679" fmla="*/ 301209 w 551389"/>
                <a:gd name="connsiteY679" fmla="*/ 849165 h 903022"/>
                <a:gd name="connsiteX680" fmla="*/ 306728 w 551389"/>
                <a:gd name="connsiteY680" fmla="*/ 852193 h 903022"/>
                <a:gd name="connsiteX681" fmla="*/ 313391 w 551389"/>
                <a:gd name="connsiteY681" fmla="*/ 855523 h 903022"/>
                <a:gd name="connsiteX682" fmla="*/ 316420 w 551389"/>
                <a:gd name="connsiteY682" fmla="*/ 858988 h 903022"/>
                <a:gd name="connsiteX683" fmla="*/ 319449 w 551389"/>
                <a:gd name="connsiteY683" fmla="*/ 861175 h 903022"/>
                <a:gd name="connsiteX684" fmla="*/ 325810 w 551389"/>
                <a:gd name="connsiteY684" fmla="*/ 865077 h 903022"/>
                <a:gd name="connsiteX685" fmla="*/ 329142 w 551389"/>
                <a:gd name="connsiteY685" fmla="*/ 867398 h 903022"/>
                <a:gd name="connsiteX686" fmla="*/ 331027 w 551389"/>
                <a:gd name="connsiteY686" fmla="*/ 869416 h 903022"/>
                <a:gd name="connsiteX687" fmla="*/ 334493 w 551389"/>
                <a:gd name="connsiteY687" fmla="*/ 871166 h 903022"/>
                <a:gd name="connsiteX688" fmla="*/ 337387 w 551389"/>
                <a:gd name="connsiteY688" fmla="*/ 871300 h 903022"/>
                <a:gd name="connsiteX689" fmla="*/ 340854 w 551389"/>
                <a:gd name="connsiteY689" fmla="*/ 871435 h 903022"/>
                <a:gd name="connsiteX690" fmla="*/ 343445 w 551389"/>
                <a:gd name="connsiteY690" fmla="*/ 872007 h 903022"/>
                <a:gd name="connsiteX691" fmla="*/ 344320 w 551389"/>
                <a:gd name="connsiteY691" fmla="*/ 873756 h 903022"/>
                <a:gd name="connsiteX692" fmla="*/ 346339 w 551389"/>
                <a:gd name="connsiteY692" fmla="*/ 876077 h 903022"/>
                <a:gd name="connsiteX693" fmla="*/ 348359 w 551389"/>
                <a:gd name="connsiteY693" fmla="*/ 877221 h 903022"/>
                <a:gd name="connsiteX694" fmla="*/ 351388 w 551389"/>
                <a:gd name="connsiteY694" fmla="*/ 880686 h 903022"/>
                <a:gd name="connsiteX695" fmla="*/ 352700 w 551389"/>
                <a:gd name="connsiteY695" fmla="*/ 881997 h 903022"/>
                <a:gd name="connsiteX696" fmla="*/ 356167 w 551389"/>
                <a:gd name="connsiteY696" fmla="*/ 884756 h 903022"/>
                <a:gd name="connsiteX697" fmla="*/ 357042 w 551389"/>
                <a:gd name="connsiteY697" fmla="*/ 887514 h 903022"/>
                <a:gd name="connsiteX698" fmla="*/ 358926 w 551389"/>
                <a:gd name="connsiteY698" fmla="*/ 890979 h 903022"/>
                <a:gd name="connsiteX699" fmla="*/ 363873 w 551389"/>
                <a:gd name="connsiteY699" fmla="*/ 895184 h 903022"/>
                <a:gd name="connsiteX700" fmla="*/ 365758 w 551389"/>
                <a:gd name="connsiteY700" fmla="*/ 898817 h 903022"/>
                <a:gd name="connsiteX701" fmla="*/ 369393 w 551389"/>
                <a:gd name="connsiteY701" fmla="*/ 903022 h 903022"/>
                <a:gd name="connsiteX702" fmla="*/ 376494 w 551389"/>
                <a:gd name="connsiteY702" fmla="*/ 903022 h 903022"/>
                <a:gd name="connsiteX703" fmla="*/ 379556 w 551389"/>
                <a:gd name="connsiteY703" fmla="*/ 901946 h 903022"/>
                <a:gd name="connsiteX704" fmla="*/ 386085 w 551389"/>
                <a:gd name="connsiteY704" fmla="*/ 901307 h 903022"/>
                <a:gd name="connsiteX705" fmla="*/ 392177 w 551389"/>
                <a:gd name="connsiteY705" fmla="*/ 901307 h 903022"/>
                <a:gd name="connsiteX706" fmla="*/ 395643 w 551389"/>
                <a:gd name="connsiteY706" fmla="*/ 901307 h 903022"/>
                <a:gd name="connsiteX707" fmla="*/ 401163 w 551389"/>
                <a:gd name="connsiteY707" fmla="*/ 901744 h 903022"/>
                <a:gd name="connsiteX708" fmla="*/ 400019 w 551389"/>
                <a:gd name="connsiteY708" fmla="*/ 897539 h 903022"/>
                <a:gd name="connsiteX709" fmla="*/ 396249 w 551389"/>
                <a:gd name="connsiteY709" fmla="*/ 886539 h 903022"/>
                <a:gd name="connsiteX710" fmla="*/ 395946 w 551389"/>
                <a:gd name="connsiteY710" fmla="*/ 879878 h 903022"/>
                <a:gd name="connsiteX711" fmla="*/ 396384 w 551389"/>
                <a:gd name="connsiteY711" fmla="*/ 871603 h 903022"/>
                <a:gd name="connsiteX712" fmla="*/ 396821 w 551389"/>
                <a:gd name="connsiteY712" fmla="*/ 862756 h 903022"/>
                <a:gd name="connsiteX713" fmla="*/ 396687 w 551389"/>
                <a:gd name="connsiteY713" fmla="*/ 854514 h 903022"/>
                <a:gd name="connsiteX714" fmla="*/ 394499 w 551389"/>
                <a:gd name="connsiteY714" fmla="*/ 849165 h 903022"/>
                <a:gd name="connsiteX715" fmla="*/ 390158 w 551389"/>
                <a:gd name="connsiteY715" fmla="*/ 844388 h 903022"/>
                <a:gd name="connsiteX716" fmla="*/ 384504 w 551389"/>
                <a:gd name="connsiteY716" fmla="*/ 837593 h 903022"/>
                <a:gd name="connsiteX717" fmla="*/ 383932 w 551389"/>
                <a:gd name="connsiteY717" fmla="*/ 832951 h 903022"/>
                <a:gd name="connsiteX718" fmla="*/ 387836 w 551389"/>
                <a:gd name="connsiteY718" fmla="*/ 825988 h 903022"/>
                <a:gd name="connsiteX719" fmla="*/ 391033 w 551389"/>
                <a:gd name="connsiteY719" fmla="*/ 822220 h 903022"/>
                <a:gd name="connsiteX720" fmla="*/ 391739 w 551389"/>
                <a:gd name="connsiteY720" fmla="*/ 814382 h 903022"/>
                <a:gd name="connsiteX721" fmla="*/ 392614 w 551389"/>
                <a:gd name="connsiteY721" fmla="*/ 804391 h 903022"/>
                <a:gd name="connsiteX722" fmla="*/ 395643 w 551389"/>
                <a:gd name="connsiteY722" fmla="*/ 803315 h 903022"/>
                <a:gd name="connsiteX723" fmla="*/ 397965 w 551389"/>
                <a:gd name="connsiteY723" fmla="*/ 800489 h 903022"/>
                <a:gd name="connsiteX724" fmla="*/ 404360 w 551389"/>
                <a:gd name="connsiteY724" fmla="*/ 800489 h 903022"/>
                <a:gd name="connsiteX725" fmla="*/ 409879 w 551389"/>
                <a:gd name="connsiteY725" fmla="*/ 803819 h 903022"/>
                <a:gd name="connsiteX726" fmla="*/ 419000 w 551389"/>
                <a:gd name="connsiteY726" fmla="*/ 803382 h 903022"/>
                <a:gd name="connsiteX727" fmla="*/ 427413 w 551389"/>
                <a:gd name="connsiteY727" fmla="*/ 800489 h 903022"/>
                <a:gd name="connsiteX728" fmla="*/ 432058 w 551389"/>
                <a:gd name="connsiteY728" fmla="*/ 800489 h 903022"/>
                <a:gd name="connsiteX729" fmla="*/ 440606 w 551389"/>
                <a:gd name="connsiteY729" fmla="*/ 798739 h 903022"/>
                <a:gd name="connsiteX730" fmla="*/ 446697 w 551389"/>
                <a:gd name="connsiteY730" fmla="*/ 795544 h 903022"/>
                <a:gd name="connsiteX731" fmla="*/ 449592 w 551389"/>
                <a:gd name="connsiteY731" fmla="*/ 790632 h 903022"/>
                <a:gd name="connsiteX732" fmla="*/ 451039 w 551389"/>
                <a:gd name="connsiteY732" fmla="*/ 785856 h 903022"/>
                <a:gd name="connsiteX733" fmla="*/ 449592 w 551389"/>
                <a:gd name="connsiteY733" fmla="*/ 780204 h 903022"/>
                <a:gd name="connsiteX734" fmla="*/ 441918 w 551389"/>
                <a:gd name="connsiteY734" fmla="*/ 774687 h 903022"/>
                <a:gd name="connsiteX735" fmla="*/ 436702 w 551389"/>
                <a:gd name="connsiteY735" fmla="*/ 771357 h 903022"/>
                <a:gd name="connsiteX736" fmla="*/ 428154 w 551389"/>
                <a:gd name="connsiteY736" fmla="*/ 769910 h 903022"/>
                <a:gd name="connsiteX737" fmla="*/ 421355 w 551389"/>
                <a:gd name="connsiteY737" fmla="*/ 770617 h 903022"/>
                <a:gd name="connsiteX738" fmla="*/ 417283 w 551389"/>
                <a:gd name="connsiteY738" fmla="*/ 770920 h 903022"/>
                <a:gd name="connsiteX739" fmla="*/ 412370 w 551389"/>
                <a:gd name="connsiteY739" fmla="*/ 765840 h 903022"/>
                <a:gd name="connsiteX740" fmla="*/ 412672 w 551389"/>
                <a:gd name="connsiteY740" fmla="*/ 761063 h 903022"/>
                <a:gd name="connsiteX741" fmla="*/ 414860 w 551389"/>
                <a:gd name="connsiteY741" fmla="*/ 756993 h 903022"/>
                <a:gd name="connsiteX742" fmla="*/ 414288 w 551389"/>
                <a:gd name="connsiteY742" fmla="*/ 752081 h 903022"/>
                <a:gd name="connsiteX743" fmla="*/ 413716 w 551389"/>
                <a:gd name="connsiteY743" fmla="*/ 747439 h 903022"/>
                <a:gd name="connsiteX744" fmla="*/ 407624 w 551389"/>
                <a:gd name="connsiteY744" fmla="*/ 744546 h 903022"/>
                <a:gd name="connsiteX745" fmla="*/ 402677 w 551389"/>
                <a:gd name="connsiteY745" fmla="*/ 744546 h 903022"/>
                <a:gd name="connsiteX746" fmla="*/ 397764 w 551389"/>
                <a:gd name="connsiteY746" fmla="*/ 744277 h 903022"/>
                <a:gd name="connsiteX747" fmla="*/ 393994 w 551389"/>
                <a:gd name="connsiteY747" fmla="*/ 742797 h 903022"/>
                <a:gd name="connsiteX748" fmla="*/ 385311 w 551389"/>
                <a:gd name="connsiteY748" fmla="*/ 738726 h 903022"/>
                <a:gd name="connsiteX749" fmla="*/ 384436 w 551389"/>
                <a:gd name="connsiteY749" fmla="*/ 736775 h 903022"/>
                <a:gd name="connsiteX750" fmla="*/ 385210 w 551389"/>
                <a:gd name="connsiteY750" fmla="*/ 733849 h 903022"/>
                <a:gd name="connsiteX751" fmla="*/ 387936 w 551389"/>
                <a:gd name="connsiteY751" fmla="*/ 730485 h 903022"/>
                <a:gd name="connsiteX752" fmla="*/ 389013 w 551389"/>
                <a:gd name="connsiteY752" fmla="*/ 729408 h 903022"/>
                <a:gd name="connsiteX753" fmla="*/ 393590 w 551389"/>
                <a:gd name="connsiteY753" fmla="*/ 727457 h 903022"/>
                <a:gd name="connsiteX754" fmla="*/ 397932 w 551389"/>
                <a:gd name="connsiteY754" fmla="*/ 727457 h 903022"/>
                <a:gd name="connsiteX755" fmla="*/ 402509 w 551389"/>
                <a:gd name="connsiteY755" fmla="*/ 726112 h 903022"/>
                <a:gd name="connsiteX756" fmla="*/ 407523 w 551389"/>
                <a:gd name="connsiteY756" fmla="*/ 723992 h 903022"/>
                <a:gd name="connsiteX757" fmla="*/ 411427 w 551389"/>
                <a:gd name="connsiteY757" fmla="*/ 723992 h 903022"/>
                <a:gd name="connsiteX758" fmla="*/ 415668 w 551389"/>
                <a:gd name="connsiteY758" fmla="*/ 725943 h 903022"/>
                <a:gd name="connsiteX759" fmla="*/ 421086 w 551389"/>
                <a:gd name="connsiteY759" fmla="*/ 728433 h 903022"/>
                <a:gd name="connsiteX760" fmla="*/ 428490 w 551389"/>
                <a:gd name="connsiteY760" fmla="*/ 730922 h 903022"/>
                <a:gd name="connsiteX761" fmla="*/ 435760 w 551389"/>
                <a:gd name="connsiteY761" fmla="*/ 732873 h 903022"/>
                <a:gd name="connsiteX762" fmla="*/ 445217 w 551389"/>
                <a:gd name="connsiteY762" fmla="*/ 735261 h 903022"/>
                <a:gd name="connsiteX763" fmla="*/ 455111 w 551389"/>
                <a:gd name="connsiteY763" fmla="*/ 736910 h 903022"/>
                <a:gd name="connsiteX764" fmla="*/ 462952 w 551389"/>
                <a:gd name="connsiteY764" fmla="*/ 735497 h 903022"/>
                <a:gd name="connsiteX765" fmla="*/ 465544 w 551389"/>
                <a:gd name="connsiteY765" fmla="*/ 733983 h 903022"/>
                <a:gd name="connsiteX766" fmla="*/ 475775 w 551389"/>
                <a:gd name="connsiteY766" fmla="*/ 733748 h 903022"/>
                <a:gd name="connsiteX767" fmla="*/ 482068 w 551389"/>
                <a:gd name="connsiteY767" fmla="*/ 731157 h 903022"/>
                <a:gd name="connsiteX768" fmla="*/ 484794 w 551389"/>
                <a:gd name="connsiteY768" fmla="*/ 729106 h 903022"/>
                <a:gd name="connsiteX769" fmla="*/ 487621 w 551389"/>
                <a:gd name="connsiteY769" fmla="*/ 725506 h 903022"/>
                <a:gd name="connsiteX770" fmla="*/ 490246 w 551389"/>
                <a:gd name="connsiteY770" fmla="*/ 725304 h 903022"/>
                <a:gd name="connsiteX771" fmla="*/ 492299 w 551389"/>
                <a:gd name="connsiteY771" fmla="*/ 726280 h 903022"/>
                <a:gd name="connsiteX772" fmla="*/ 493040 w 551389"/>
                <a:gd name="connsiteY772" fmla="*/ 728130 h 903022"/>
                <a:gd name="connsiteX773" fmla="*/ 492501 w 551389"/>
                <a:gd name="connsiteY773" fmla="*/ 731292 h 903022"/>
                <a:gd name="connsiteX774" fmla="*/ 493040 w 551389"/>
                <a:gd name="connsiteY774" fmla="*/ 733781 h 903022"/>
                <a:gd name="connsiteX775" fmla="*/ 495867 w 551389"/>
                <a:gd name="connsiteY775" fmla="*/ 736607 h 903022"/>
                <a:gd name="connsiteX776" fmla="*/ 499333 w 551389"/>
                <a:gd name="connsiteY776" fmla="*/ 739096 h 903022"/>
                <a:gd name="connsiteX777" fmla="*/ 503035 w 551389"/>
                <a:gd name="connsiteY777" fmla="*/ 740072 h 903022"/>
                <a:gd name="connsiteX778" fmla="*/ 505122 w 551389"/>
                <a:gd name="connsiteY778" fmla="*/ 740173 h 903022"/>
                <a:gd name="connsiteX779" fmla="*/ 508386 w 551389"/>
                <a:gd name="connsiteY779" fmla="*/ 739736 h 903022"/>
                <a:gd name="connsiteX780" fmla="*/ 511550 w 551389"/>
                <a:gd name="connsiteY780" fmla="*/ 737549 h 903022"/>
                <a:gd name="connsiteX781" fmla="*/ 513939 w 551389"/>
                <a:gd name="connsiteY781" fmla="*/ 735699 h 903022"/>
                <a:gd name="connsiteX782" fmla="*/ 515790 w 551389"/>
                <a:gd name="connsiteY782" fmla="*/ 733310 h 903022"/>
                <a:gd name="connsiteX783" fmla="*/ 518180 w 551389"/>
                <a:gd name="connsiteY783" fmla="*/ 731023 h 903022"/>
                <a:gd name="connsiteX784" fmla="*/ 522757 w 551389"/>
                <a:gd name="connsiteY784" fmla="*/ 729274 h 903022"/>
                <a:gd name="connsiteX785" fmla="*/ 526122 w 551389"/>
                <a:gd name="connsiteY785" fmla="*/ 727121 h 903022"/>
                <a:gd name="connsiteX786" fmla="*/ 528276 w 551389"/>
                <a:gd name="connsiteY786" fmla="*/ 725237 h 903022"/>
                <a:gd name="connsiteX787" fmla="*/ 531406 w 551389"/>
                <a:gd name="connsiteY787" fmla="*/ 720527 h 903022"/>
                <a:gd name="connsiteX788" fmla="*/ 534031 w 551389"/>
                <a:gd name="connsiteY788" fmla="*/ 716793 h 903022"/>
                <a:gd name="connsiteX789" fmla="*/ 534031 w 551389"/>
                <a:gd name="connsiteY789" fmla="*/ 712656 h 903022"/>
                <a:gd name="connsiteX790" fmla="*/ 534031 w 551389"/>
                <a:gd name="connsiteY790" fmla="*/ 709393 h 903022"/>
                <a:gd name="connsiteX791" fmla="*/ 534031 w 551389"/>
                <a:gd name="connsiteY791" fmla="*/ 703977 h 903022"/>
                <a:gd name="connsiteX792" fmla="*/ 534603 w 551389"/>
                <a:gd name="connsiteY792" fmla="*/ 701151 h 903022"/>
                <a:gd name="connsiteX793" fmla="*/ 534098 w 551389"/>
                <a:gd name="connsiteY793" fmla="*/ 696240 h 903022"/>
                <a:gd name="connsiteX794" fmla="*/ 532012 w 551389"/>
                <a:gd name="connsiteY794" fmla="*/ 691967 h 903022"/>
                <a:gd name="connsiteX795" fmla="*/ 527738 w 551389"/>
                <a:gd name="connsiteY795" fmla="*/ 688435 h 903022"/>
                <a:gd name="connsiteX796" fmla="*/ 523161 w 551389"/>
                <a:gd name="connsiteY796" fmla="*/ 684466 h 903022"/>
                <a:gd name="connsiteX797" fmla="*/ 519761 w 551389"/>
                <a:gd name="connsiteY797" fmla="*/ 682145 h 903022"/>
                <a:gd name="connsiteX798" fmla="*/ 518247 w 551389"/>
                <a:gd name="connsiteY798" fmla="*/ 680563 h 903022"/>
                <a:gd name="connsiteX799" fmla="*/ 515756 w 551389"/>
                <a:gd name="connsiteY799" fmla="*/ 680563 h 903022"/>
                <a:gd name="connsiteX800" fmla="*/ 512290 w 551389"/>
                <a:gd name="connsiteY800" fmla="*/ 675787 h 903022"/>
                <a:gd name="connsiteX801" fmla="*/ 512290 w 551389"/>
                <a:gd name="connsiteY801" fmla="*/ 670875 h 903022"/>
                <a:gd name="connsiteX802" fmla="*/ 512223 w 551389"/>
                <a:gd name="connsiteY802" fmla="*/ 666670 h 903022"/>
                <a:gd name="connsiteX803" fmla="*/ 509665 w 551389"/>
                <a:gd name="connsiteY803" fmla="*/ 663777 h 903022"/>
                <a:gd name="connsiteX804" fmla="*/ 505458 w 551389"/>
                <a:gd name="connsiteY804" fmla="*/ 659370 h 903022"/>
                <a:gd name="connsiteX805" fmla="*/ 504011 w 551389"/>
                <a:gd name="connsiteY805" fmla="*/ 657991 h 903022"/>
                <a:gd name="connsiteX806" fmla="*/ 498357 w 551389"/>
                <a:gd name="connsiteY806" fmla="*/ 657991 h 903022"/>
                <a:gd name="connsiteX807" fmla="*/ 495597 w 551389"/>
                <a:gd name="connsiteY807" fmla="*/ 657991 h 903022"/>
                <a:gd name="connsiteX808" fmla="*/ 493275 w 551389"/>
                <a:gd name="connsiteY808" fmla="*/ 657251 h 903022"/>
                <a:gd name="connsiteX809" fmla="*/ 492266 w 551389"/>
                <a:gd name="connsiteY809" fmla="*/ 654930 h 903022"/>
                <a:gd name="connsiteX810" fmla="*/ 492266 w 551389"/>
                <a:gd name="connsiteY810" fmla="*/ 651903 h 903022"/>
                <a:gd name="connsiteX811" fmla="*/ 494150 w 551389"/>
                <a:gd name="connsiteY811" fmla="*/ 650153 h 903022"/>
                <a:gd name="connsiteX812" fmla="*/ 495160 w 551389"/>
                <a:gd name="connsiteY812" fmla="*/ 649144 h 903022"/>
                <a:gd name="connsiteX813" fmla="*/ 498492 w 551389"/>
                <a:gd name="connsiteY813" fmla="*/ 645814 h 903022"/>
                <a:gd name="connsiteX814" fmla="*/ 494857 w 551389"/>
                <a:gd name="connsiteY814" fmla="*/ 642349 h 903022"/>
                <a:gd name="connsiteX815" fmla="*/ 489641 w 551389"/>
                <a:gd name="connsiteY815" fmla="*/ 642349 h 903022"/>
                <a:gd name="connsiteX816" fmla="*/ 487049 w 551389"/>
                <a:gd name="connsiteY816" fmla="*/ 640028 h 903022"/>
                <a:gd name="connsiteX817" fmla="*/ 486040 w 551389"/>
                <a:gd name="connsiteY817" fmla="*/ 637000 h 903022"/>
                <a:gd name="connsiteX818" fmla="*/ 487487 w 551389"/>
                <a:gd name="connsiteY818" fmla="*/ 634107 h 903022"/>
                <a:gd name="connsiteX819" fmla="*/ 491256 w 551389"/>
                <a:gd name="connsiteY819" fmla="*/ 630777 h 903022"/>
                <a:gd name="connsiteX820" fmla="*/ 494891 w 551389"/>
                <a:gd name="connsiteY820" fmla="*/ 628893 h 903022"/>
                <a:gd name="connsiteX821" fmla="*/ 497348 w 551389"/>
                <a:gd name="connsiteY821" fmla="*/ 625865 h 903022"/>
                <a:gd name="connsiteX822" fmla="*/ 497482 w 551389"/>
                <a:gd name="connsiteY822" fmla="*/ 624419 h 903022"/>
                <a:gd name="connsiteX823" fmla="*/ 495295 w 551389"/>
                <a:gd name="connsiteY823" fmla="*/ 621829 h 903022"/>
                <a:gd name="connsiteX824" fmla="*/ 493545 w 551389"/>
                <a:gd name="connsiteY824" fmla="*/ 620517 h 903022"/>
                <a:gd name="connsiteX825" fmla="*/ 490650 w 551389"/>
                <a:gd name="connsiteY825" fmla="*/ 618767 h 903022"/>
                <a:gd name="connsiteX826" fmla="*/ 486006 w 551389"/>
                <a:gd name="connsiteY826" fmla="*/ 617590 h 903022"/>
                <a:gd name="connsiteX827" fmla="*/ 481799 w 551389"/>
                <a:gd name="connsiteY827" fmla="*/ 616446 h 903022"/>
                <a:gd name="connsiteX828" fmla="*/ 478164 w 551389"/>
                <a:gd name="connsiteY828" fmla="*/ 614697 h 903022"/>
                <a:gd name="connsiteX829" fmla="*/ 476280 w 551389"/>
                <a:gd name="connsiteY829" fmla="*/ 612241 h 903022"/>
                <a:gd name="connsiteX830" fmla="*/ 474530 w 551389"/>
                <a:gd name="connsiteY830" fmla="*/ 609046 h 903022"/>
                <a:gd name="connsiteX831" fmla="*/ 474530 w 551389"/>
                <a:gd name="connsiteY831" fmla="*/ 608104 h 903022"/>
                <a:gd name="connsiteX832" fmla="*/ 478299 w 551389"/>
                <a:gd name="connsiteY832" fmla="*/ 605850 h 903022"/>
                <a:gd name="connsiteX833" fmla="*/ 480890 w 551389"/>
                <a:gd name="connsiteY833" fmla="*/ 605850 h 903022"/>
                <a:gd name="connsiteX834" fmla="*/ 481597 w 551389"/>
                <a:gd name="connsiteY834" fmla="*/ 604101 h 903022"/>
                <a:gd name="connsiteX835" fmla="*/ 482607 w 551389"/>
                <a:gd name="connsiteY835" fmla="*/ 602520 h 903022"/>
                <a:gd name="connsiteX836" fmla="*/ 480790 w 551389"/>
                <a:gd name="connsiteY836" fmla="*/ 600131 h 903022"/>
                <a:gd name="connsiteX837" fmla="*/ 477458 w 551389"/>
                <a:gd name="connsiteY837" fmla="*/ 596935 h 903022"/>
                <a:gd name="connsiteX838" fmla="*/ 475708 w 551389"/>
                <a:gd name="connsiteY838" fmla="*/ 594917 h 903022"/>
                <a:gd name="connsiteX839" fmla="*/ 471232 w 551389"/>
                <a:gd name="connsiteY839" fmla="*/ 590275 h 903022"/>
                <a:gd name="connsiteX840" fmla="*/ 467597 w 551389"/>
                <a:gd name="connsiteY840" fmla="*/ 585767 h 903022"/>
                <a:gd name="connsiteX841" fmla="*/ 466015 w 551389"/>
                <a:gd name="connsiteY841" fmla="*/ 583446 h 903022"/>
                <a:gd name="connsiteX842" fmla="*/ 466015 w 551389"/>
                <a:gd name="connsiteY842" fmla="*/ 578669 h 903022"/>
                <a:gd name="connsiteX843" fmla="*/ 466755 w 551389"/>
                <a:gd name="connsiteY843" fmla="*/ 576718 h 903022"/>
                <a:gd name="connsiteX844" fmla="*/ 469179 w 551389"/>
                <a:gd name="connsiteY844" fmla="*/ 574599 h 903022"/>
                <a:gd name="connsiteX845" fmla="*/ 469179 w 551389"/>
                <a:gd name="connsiteY845" fmla="*/ 574599 h 903022"/>
                <a:gd name="connsiteX846" fmla="*/ 469179 w 551389"/>
                <a:gd name="connsiteY846" fmla="*/ 574599 h 903022"/>
                <a:gd name="connsiteX847" fmla="*/ 462852 w 551389"/>
                <a:gd name="connsiteY847" fmla="*/ 572143 h 903022"/>
                <a:gd name="connsiteX848" fmla="*/ 460967 w 551389"/>
                <a:gd name="connsiteY848" fmla="*/ 568510 h 903022"/>
                <a:gd name="connsiteX849" fmla="*/ 460260 w 551389"/>
                <a:gd name="connsiteY849" fmla="*/ 562556 h 903022"/>
                <a:gd name="connsiteX850" fmla="*/ 460260 w 551389"/>
                <a:gd name="connsiteY850" fmla="*/ 551690 h 903022"/>
                <a:gd name="connsiteX851" fmla="*/ 461842 w 551389"/>
                <a:gd name="connsiteY851" fmla="*/ 544727 h 903022"/>
                <a:gd name="connsiteX852" fmla="*/ 460832 w 551389"/>
                <a:gd name="connsiteY852" fmla="*/ 542136 h 903022"/>
                <a:gd name="connsiteX853" fmla="*/ 460832 w 551389"/>
                <a:gd name="connsiteY853" fmla="*/ 534029 h 903022"/>
                <a:gd name="connsiteX854" fmla="*/ 461909 w 551389"/>
                <a:gd name="connsiteY854" fmla="*/ 529959 h 903022"/>
                <a:gd name="connsiteX855" fmla="*/ 463727 w 551389"/>
                <a:gd name="connsiteY855" fmla="*/ 526629 h 903022"/>
                <a:gd name="connsiteX856" fmla="*/ 466049 w 551389"/>
                <a:gd name="connsiteY856" fmla="*/ 522726 h 903022"/>
                <a:gd name="connsiteX857" fmla="*/ 466755 w 551389"/>
                <a:gd name="connsiteY857" fmla="*/ 519093 h 903022"/>
                <a:gd name="connsiteX858" fmla="*/ 467765 w 551389"/>
                <a:gd name="connsiteY858" fmla="*/ 516637 h 903022"/>
                <a:gd name="connsiteX859" fmla="*/ 467765 w 551389"/>
                <a:gd name="connsiteY859" fmla="*/ 511289 h 903022"/>
                <a:gd name="connsiteX860" fmla="*/ 467765 w 551389"/>
                <a:gd name="connsiteY860" fmla="*/ 507387 h 903022"/>
                <a:gd name="connsiteX861" fmla="*/ 467765 w 551389"/>
                <a:gd name="connsiteY861" fmla="*/ 501870 h 903022"/>
                <a:gd name="connsiteX862" fmla="*/ 469515 w 551389"/>
                <a:gd name="connsiteY862" fmla="*/ 498977 h 903022"/>
                <a:gd name="connsiteX863" fmla="*/ 472712 w 551389"/>
                <a:gd name="connsiteY863" fmla="*/ 495075 h 903022"/>
                <a:gd name="connsiteX864" fmla="*/ 474900 w 551389"/>
                <a:gd name="connsiteY864" fmla="*/ 491744 h 903022"/>
                <a:gd name="connsiteX865" fmla="*/ 478232 w 551389"/>
                <a:gd name="connsiteY865" fmla="*/ 486967 h 903022"/>
                <a:gd name="connsiteX866" fmla="*/ 482573 w 551389"/>
                <a:gd name="connsiteY866" fmla="*/ 481753 h 903022"/>
                <a:gd name="connsiteX867" fmla="*/ 483145 w 551389"/>
                <a:gd name="connsiteY867" fmla="*/ 475799 h 903022"/>
                <a:gd name="connsiteX868" fmla="*/ 485737 w 551389"/>
                <a:gd name="connsiteY868" fmla="*/ 471594 h 903022"/>
                <a:gd name="connsiteX869" fmla="*/ 487621 w 551389"/>
                <a:gd name="connsiteY869" fmla="*/ 467826 h 903022"/>
                <a:gd name="connsiteX870" fmla="*/ 489068 w 551389"/>
                <a:gd name="connsiteY870" fmla="*/ 462747 h 903022"/>
                <a:gd name="connsiteX871" fmla="*/ 490819 w 551389"/>
                <a:gd name="connsiteY871" fmla="*/ 458542 h 903022"/>
                <a:gd name="connsiteX872" fmla="*/ 491391 w 551389"/>
                <a:gd name="connsiteY872" fmla="*/ 452890 h 903022"/>
                <a:gd name="connsiteX873" fmla="*/ 490381 w 551389"/>
                <a:gd name="connsiteY873" fmla="*/ 448248 h 903022"/>
                <a:gd name="connsiteX874" fmla="*/ 490381 w 551389"/>
                <a:gd name="connsiteY874" fmla="*/ 444178 h 903022"/>
                <a:gd name="connsiteX875" fmla="*/ 488799 w 551389"/>
                <a:gd name="connsiteY875" fmla="*/ 436373 h 903022"/>
                <a:gd name="connsiteX876" fmla="*/ 486477 w 551389"/>
                <a:gd name="connsiteY876" fmla="*/ 433615 h 903022"/>
                <a:gd name="connsiteX877" fmla="*/ 481395 w 551389"/>
                <a:gd name="connsiteY877" fmla="*/ 427257 h 903022"/>
                <a:gd name="connsiteX878" fmla="*/ 480823 w 551389"/>
                <a:gd name="connsiteY878" fmla="*/ 420159 h 903022"/>
                <a:gd name="connsiteX879" fmla="*/ 481698 w 551389"/>
                <a:gd name="connsiteY879" fmla="*/ 415820 h 903022"/>
                <a:gd name="connsiteX880" fmla="*/ 480554 w 551389"/>
                <a:gd name="connsiteY880" fmla="*/ 410471 h 903022"/>
                <a:gd name="connsiteX881" fmla="*/ 478972 w 551389"/>
                <a:gd name="connsiteY881" fmla="*/ 406838 h 903022"/>
                <a:gd name="connsiteX882" fmla="*/ 476953 w 551389"/>
                <a:gd name="connsiteY882" fmla="*/ 403507 h 903022"/>
                <a:gd name="connsiteX883" fmla="*/ 476684 w 551389"/>
                <a:gd name="connsiteY883" fmla="*/ 397856 h 903022"/>
                <a:gd name="connsiteX884" fmla="*/ 476246 w 551389"/>
                <a:gd name="connsiteY884" fmla="*/ 392642 h 903022"/>
                <a:gd name="connsiteX885" fmla="*/ 476818 w 551389"/>
                <a:gd name="connsiteY885" fmla="*/ 389312 h 903022"/>
                <a:gd name="connsiteX886" fmla="*/ 477693 w 551389"/>
                <a:gd name="connsiteY886" fmla="*/ 387428 h 903022"/>
                <a:gd name="connsiteX887" fmla="*/ 478131 w 551389"/>
                <a:gd name="connsiteY887" fmla="*/ 381776 h 903022"/>
                <a:gd name="connsiteX888" fmla="*/ 478568 w 551389"/>
                <a:gd name="connsiteY888" fmla="*/ 377874 h 903022"/>
                <a:gd name="connsiteX889" fmla="*/ 478265 w 551389"/>
                <a:gd name="connsiteY889" fmla="*/ 374241 h 903022"/>
                <a:gd name="connsiteX890" fmla="*/ 477962 w 551389"/>
                <a:gd name="connsiteY890" fmla="*/ 370473 h 903022"/>
                <a:gd name="connsiteX891" fmla="*/ 477390 w 551389"/>
                <a:gd name="connsiteY891" fmla="*/ 367278 h 903022"/>
                <a:gd name="connsiteX892" fmla="*/ 476650 w 551389"/>
                <a:gd name="connsiteY892" fmla="*/ 365394 h 903022"/>
                <a:gd name="connsiteX893" fmla="*/ 476785 w 551389"/>
                <a:gd name="connsiteY893" fmla="*/ 363947 h 903022"/>
                <a:gd name="connsiteX894" fmla="*/ 477357 w 551389"/>
                <a:gd name="connsiteY894" fmla="*/ 361323 h 903022"/>
                <a:gd name="connsiteX895" fmla="*/ 478366 w 551389"/>
                <a:gd name="connsiteY895" fmla="*/ 359440 h 903022"/>
                <a:gd name="connsiteX896" fmla="*/ 479073 w 551389"/>
                <a:gd name="connsiteY896" fmla="*/ 356681 h 903022"/>
                <a:gd name="connsiteX897" fmla="*/ 479948 w 551389"/>
                <a:gd name="connsiteY897" fmla="*/ 354360 h 903022"/>
                <a:gd name="connsiteX898" fmla="*/ 479948 w 551389"/>
                <a:gd name="connsiteY898" fmla="*/ 351601 h 903022"/>
                <a:gd name="connsiteX899" fmla="*/ 478938 w 551389"/>
                <a:gd name="connsiteY899" fmla="*/ 350020 h 903022"/>
                <a:gd name="connsiteX900" fmla="*/ 477626 w 551389"/>
                <a:gd name="connsiteY900" fmla="*/ 346555 h 903022"/>
                <a:gd name="connsiteX901" fmla="*/ 475035 w 551389"/>
                <a:gd name="connsiteY901" fmla="*/ 342653 h 903022"/>
                <a:gd name="connsiteX902" fmla="*/ 473150 w 551389"/>
                <a:gd name="connsiteY902" fmla="*/ 340198 h 903022"/>
                <a:gd name="connsiteX903" fmla="*/ 471265 w 551389"/>
                <a:gd name="connsiteY903" fmla="*/ 338751 h 903022"/>
                <a:gd name="connsiteX904" fmla="*/ 471265 w 551389"/>
                <a:gd name="connsiteY904" fmla="*/ 337607 h 903022"/>
                <a:gd name="connsiteX905" fmla="*/ 472207 w 551389"/>
                <a:gd name="connsiteY905" fmla="*/ 335858 h 903022"/>
                <a:gd name="connsiteX906" fmla="*/ 474025 w 551389"/>
                <a:gd name="connsiteY906" fmla="*/ 334714 h 903022"/>
                <a:gd name="connsiteX907" fmla="*/ 475035 w 551389"/>
                <a:gd name="connsiteY907" fmla="*/ 332830 h 903022"/>
                <a:gd name="connsiteX908" fmla="*/ 475741 w 551389"/>
                <a:gd name="connsiteY908" fmla="*/ 330509 h 903022"/>
                <a:gd name="connsiteX909" fmla="*/ 475607 w 551389"/>
                <a:gd name="connsiteY909" fmla="*/ 327751 h 903022"/>
                <a:gd name="connsiteX910" fmla="*/ 473857 w 551389"/>
                <a:gd name="connsiteY910" fmla="*/ 327751 h 903022"/>
                <a:gd name="connsiteX911" fmla="*/ 471972 w 551389"/>
                <a:gd name="connsiteY911" fmla="*/ 324858 h 903022"/>
                <a:gd name="connsiteX912" fmla="*/ 469515 w 551389"/>
                <a:gd name="connsiteY912" fmla="*/ 324858 h 903022"/>
                <a:gd name="connsiteX913" fmla="*/ 469515 w 551389"/>
                <a:gd name="connsiteY913" fmla="*/ 323277 h 903022"/>
                <a:gd name="connsiteX914" fmla="*/ 471837 w 551389"/>
                <a:gd name="connsiteY914" fmla="*/ 322268 h 903022"/>
                <a:gd name="connsiteX915" fmla="*/ 473419 w 551389"/>
                <a:gd name="connsiteY915" fmla="*/ 320081 h 903022"/>
                <a:gd name="connsiteX916" fmla="*/ 472712 w 551389"/>
                <a:gd name="connsiteY916" fmla="*/ 318063 h 903022"/>
                <a:gd name="connsiteX917" fmla="*/ 471703 w 551389"/>
                <a:gd name="connsiteY917" fmla="*/ 316751 h 903022"/>
                <a:gd name="connsiteX918" fmla="*/ 470558 w 551389"/>
                <a:gd name="connsiteY918" fmla="*/ 315001 h 903022"/>
                <a:gd name="connsiteX919" fmla="*/ 471703 w 551389"/>
                <a:gd name="connsiteY919" fmla="*/ 313555 h 903022"/>
                <a:gd name="connsiteX920" fmla="*/ 470390 w 551389"/>
                <a:gd name="connsiteY920" fmla="*/ 310797 h 903022"/>
                <a:gd name="connsiteX921" fmla="*/ 469515 w 551389"/>
                <a:gd name="connsiteY921" fmla="*/ 305717 h 903022"/>
                <a:gd name="connsiteX922" fmla="*/ 469515 w 551389"/>
                <a:gd name="connsiteY922" fmla="*/ 302252 h 903022"/>
                <a:gd name="connsiteX923" fmla="*/ 471030 w 551389"/>
                <a:gd name="connsiteY923" fmla="*/ 300368 h 903022"/>
                <a:gd name="connsiteX924" fmla="*/ 474732 w 551389"/>
                <a:gd name="connsiteY924" fmla="*/ 299796 h 903022"/>
                <a:gd name="connsiteX925" fmla="*/ 476179 w 551389"/>
                <a:gd name="connsiteY925" fmla="*/ 298047 h 903022"/>
                <a:gd name="connsiteX926" fmla="*/ 475741 w 551389"/>
                <a:gd name="connsiteY926" fmla="*/ 295861 h 903022"/>
                <a:gd name="connsiteX927" fmla="*/ 474732 w 551389"/>
                <a:gd name="connsiteY927" fmla="*/ 295289 h 903022"/>
                <a:gd name="connsiteX928" fmla="*/ 474732 w 551389"/>
                <a:gd name="connsiteY928" fmla="*/ 292261 h 903022"/>
                <a:gd name="connsiteX929" fmla="*/ 479006 w 551389"/>
                <a:gd name="connsiteY929" fmla="*/ 290815 h 903022"/>
                <a:gd name="connsiteX930" fmla="*/ 480520 w 551389"/>
                <a:gd name="connsiteY930" fmla="*/ 287787 h 903022"/>
                <a:gd name="connsiteX931" fmla="*/ 482977 w 551389"/>
                <a:gd name="connsiteY931" fmla="*/ 283447 h 903022"/>
                <a:gd name="connsiteX932" fmla="*/ 486309 w 551389"/>
                <a:gd name="connsiteY932" fmla="*/ 278099 h 903022"/>
                <a:gd name="connsiteX933" fmla="*/ 492838 w 551389"/>
                <a:gd name="connsiteY933" fmla="*/ 273187 h 903022"/>
                <a:gd name="connsiteX934" fmla="*/ 494722 w 551389"/>
                <a:gd name="connsiteY934" fmla="*/ 269117 h 903022"/>
                <a:gd name="connsiteX935" fmla="*/ 497314 w 551389"/>
                <a:gd name="connsiteY935" fmla="*/ 266661 h 903022"/>
                <a:gd name="connsiteX936" fmla="*/ 498189 w 551389"/>
                <a:gd name="connsiteY936" fmla="*/ 263903 h 903022"/>
                <a:gd name="connsiteX937" fmla="*/ 497886 w 551389"/>
                <a:gd name="connsiteY937" fmla="*/ 259395 h 903022"/>
                <a:gd name="connsiteX938" fmla="*/ 495867 w 551389"/>
                <a:gd name="connsiteY938" fmla="*/ 257780 h 903022"/>
                <a:gd name="connsiteX939" fmla="*/ 492972 w 551389"/>
                <a:gd name="connsiteY939" fmla="*/ 252701 h 903022"/>
                <a:gd name="connsiteX940" fmla="*/ 493275 w 551389"/>
                <a:gd name="connsiteY940" fmla="*/ 250111 h 903022"/>
                <a:gd name="connsiteX941" fmla="*/ 496304 w 551389"/>
                <a:gd name="connsiteY941" fmla="*/ 248092 h 903022"/>
                <a:gd name="connsiteX942" fmla="*/ 499333 w 551389"/>
                <a:gd name="connsiteY942" fmla="*/ 244022 h 903022"/>
                <a:gd name="connsiteX943" fmla="*/ 502362 w 551389"/>
                <a:gd name="connsiteY943" fmla="*/ 243450 h 903022"/>
                <a:gd name="connsiteX944" fmla="*/ 505256 w 551389"/>
                <a:gd name="connsiteY944" fmla="*/ 241129 h 903022"/>
                <a:gd name="connsiteX945" fmla="*/ 506703 w 551389"/>
                <a:gd name="connsiteY945" fmla="*/ 238673 h 903022"/>
                <a:gd name="connsiteX946" fmla="*/ 507444 w 551389"/>
                <a:gd name="connsiteY946" fmla="*/ 234334 h 903022"/>
                <a:gd name="connsiteX947" fmla="*/ 503977 w 551389"/>
                <a:gd name="connsiteY947" fmla="*/ 230129 h 903022"/>
                <a:gd name="connsiteX948" fmla="*/ 504550 w 551389"/>
                <a:gd name="connsiteY948" fmla="*/ 227505 h 903022"/>
                <a:gd name="connsiteX949" fmla="*/ 506131 w 551389"/>
                <a:gd name="connsiteY949" fmla="*/ 225318 h 903022"/>
                <a:gd name="connsiteX950" fmla="*/ 507276 w 551389"/>
                <a:gd name="connsiteY950" fmla="*/ 223300 h 903022"/>
                <a:gd name="connsiteX951" fmla="*/ 504516 w 551389"/>
                <a:gd name="connsiteY951" fmla="*/ 221853 h 903022"/>
                <a:gd name="connsiteX952" fmla="*/ 500747 w 551389"/>
                <a:gd name="connsiteY952" fmla="*/ 220541 h 903022"/>
                <a:gd name="connsiteX953" fmla="*/ 500747 w 551389"/>
                <a:gd name="connsiteY953" fmla="*/ 219398 h 903022"/>
                <a:gd name="connsiteX954" fmla="*/ 501184 w 551389"/>
                <a:gd name="connsiteY954" fmla="*/ 216303 h 903022"/>
                <a:gd name="connsiteX955" fmla="*/ 502497 w 551389"/>
                <a:gd name="connsiteY955" fmla="*/ 215529 h 903022"/>
                <a:gd name="connsiteX956" fmla="*/ 504247 w 551389"/>
                <a:gd name="connsiteY956" fmla="*/ 214116 h 903022"/>
                <a:gd name="connsiteX957" fmla="*/ 504449 w 551389"/>
                <a:gd name="connsiteY957" fmla="*/ 213040 h 903022"/>
                <a:gd name="connsiteX958" fmla="*/ 501521 w 551389"/>
                <a:gd name="connsiteY958" fmla="*/ 210651 h 903022"/>
                <a:gd name="connsiteX959" fmla="*/ 499131 w 551389"/>
                <a:gd name="connsiteY959" fmla="*/ 209440 h 903022"/>
                <a:gd name="connsiteX960" fmla="*/ 498155 w 551389"/>
                <a:gd name="connsiteY960" fmla="*/ 208128 h 903022"/>
                <a:gd name="connsiteX961" fmla="*/ 496843 w 551389"/>
                <a:gd name="connsiteY961" fmla="*/ 207355 h 903022"/>
                <a:gd name="connsiteX962" fmla="*/ 494117 w 551389"/>
                <a:gd name="connsiteY962" fmla="*/ 206480 h 903022"/>
                <a:gd name="connsiteX963" fmla="*/ 493780 w 551389"/>
                <a:gd name="connsiteY963" fmla="*/ 204865 h 903022"/>
                <a:gd name="connsiteX964" fmla="*/ 493780 w 551389"/>
                <a:gd name="connsiteY964" fmla="*/ 202141 h 903022"/>
                <a:gd name="connsiteX965" fmla="*/ 492198 w 551389"/>
                <a:gd name="connsiteY965" fmla="*/ 199315 h 903022"/>
                <a:gd name="connsiteX966" fmla="*/ 490078 w 551389"/>
                <a:gd name="connsiteY966" fmla="*/ 196590 h 903022"/>
                <a:gd name="connsiteX967" fmla="*/ 488665 w 551389"/>
                <a:gd name="connsiteY967" fmla="*/ 195177 h 903022"/>
                <a:gd name="connsiteX968" fmla="*/ 485636 w 551389"/>
                <a:gd name="connsiteY968" fmla="*/ 191813 h 903022"/>
                <a:gd name="connsiteX969" fmla="*/ 483347 w 551389"/>
                <a:gd name="connsiteY969" fmla="*/ 190299 h 903022"/>
                <a:gd name="connsiteX970" fmla="*/ 480857 w 551389"/>
                <a:gd name="connsiteY970" fmla="*/ 188685 h 903022"/>
                <a:gd name="connsiteX971" fmla="*/ 478804 w 551389"/>
                <a:gd name="connsiteY971" fmla="*/ 185859 h 903022"/>
                <a:gd name="connsiteX972" fmla="*/ 479881 w 551389"/>
                <a:gd name="connsiteY972" fmla="*/ 183571 h 903022"/>
                <a:gd name="connsiteX973" fmla="*/ 479881 w 551389"/>
                <a:gd name="connsiteY973" fmla="*/ 182260 h 903022"/>
                <a:gd name="connsiteX974" fmla="*/ 479881 w 551389"/>
                <a:gd name="connsiteY974" fmla="*/ 180073 h 903022"/>
                <a:gd name="connsiteX975" fmla="*/ 480655 w 551389"/>
                <a:gd name="connsiteY975" fmla="*/ 176810 h 903022"/>
                <a:gd name="connsiteX976" fmla="*/ 482506 w 551389"/>
                <a:gd name="connsiteY976" fmla="*/ 174522 h 903022"/>
                <a:gd name="connsiteX977" fmla="*/ 482169 w 551389"/>
                <a:gd name="connsiteY977" fmla="*/ 171697 h 903022"/>
                <a:gd name="connsiteX978" fmla="*/ 479914 w 551389"/>
                <a:gd name="connsiteY978" fmla="*/ 170082 h 903022"/>
                <a:gd name="connsiteX979" fmla="*/ 479914 w 551389"/>
                <a:gd name="connsiteY979" fmla="*/ 166617 h 903022"/>
                <a:gd name="connsiteX980" fmla="*/ 482068 w 551389"/>
                <a:gd name="connsiteY980" fmla="*/ 163589 h 903022"/>
                <a:gd name="connsiteX981" fmla="*/ 483145 w 551389"/>
                <a:gd name="connsiteY981" fmla="*/ 161201 h 903022"/>
                <a:gd name="connsiteX982" fmla="*/ 484323 w 551389"/>
                <a:gd name="connsiteY982" fmla="*/ 157063 h 903022"/>
                <a:gd name="connsiteX983" fmla="*/ 489102 w 551389"/>
                <a:gd name="connsiteY983" fmla="*/ 152724 h 903022"/>
                <a:gd name="connsiteX984" fmla="*/ 491054 w 551389"/>
                <a:gd name="connsiteY984" fmla="*/ 149461 h 903022"/>
                <a:gd name="connsiteX985" fmla="*/ 493242 w 551389"/>
                <a:gd name="connsiteY985" fmla="*/ 148149 h 903022"/>
                <a:gd name="connsiteX986" fmla="*/ 497785 w 551389"/>
                <a:gd name="connsiteY986" fmla="*/ 145962 h 903022"/>
                <a:gd name="connsiteX987" fmla="*/ 499972 w 551389"/>
                <a:gd name="connsiteY987" fmla="*/ 143238 h 903022"/>
                <a:gd name="connsiteX988" fmla="*/ 501487 w 551389"/>
                <a:gd name="connsiteY988" fmla="*/ 139638 h 903022"/>
                <a:gd name="connsiteX989" fmla="*/ 502900 w 551389"/>
                <a:gd name="connsiteY989" fmla="*/ 137048 h 903022"/>
                <a:gd name="connsiteX990" fmla="*/ 504953 w 551389"/>
                <a:gd name="connsiteY990" fmla="*/ 133347 h 903022"/>
                <a:gd name="connsiteX991" fmla="*/ 507881 w 551389"/>
                <a:gd name="connsiteY991" fmla="*/ 131834 h 903022"/>
                <a:gd name="connsiteX992" fmla="*/ 511381 w 551389"/>
                <a:gd name="connsiteY992" fmla="*/ 130959 h 903022"/>
                <a:gd name="connsiteX993" fmla="*/ 513670 w 551389"/>
                <a:gd name="connsiteY993" fmla="*/ 129445 h 903022"/>
                <a:gd name="connsiteX994" fmla="*/ 514646 w 551389"/>
                <a:gd name="connsiteY994" fmla="*/ 126620 h 903022"/>
                <a:gd name="connsiteX995" fmla="*/ 514646 w 551389"/>
                <a:gd name="connsiteY995" fmla="*/ 121607 h 903022"/>
                <a:gd name="connsiteX996" fmla="*/ 515790 w 551389"/>
                <a:gd name="connsiteY996" fmla="*/ 116931 h 903022"/>
                <a:gd name="connsiteX997" fmla="*/ 515521 w 551389"/>
                <a:gd name="connsiteY997" fmla="*/ 114206 h 903022"/>
                <a:gd name="connsiteX998" fmla="*/ 516396 w 551389"/>
                <a:gd name="connsiteY998" fmla="*/ 110944 h 903022"/>
                <a:gd name="connsiteX999" fmla="*/ 516396 w 551389"/>
                <a:gd name="connsiteY999" fmla="*/ 107479 h 903022"/>
                <a:gd name="connsiteX1000" fmla="*/ 516396 w 551389"/>
                <a:gd name="connsiteY1000" fmla="*/ 104115 h 903022"/>
                <a:gd name="connsiteX1001" fmla="*/ 517372 w 551389"/>
                <a:gd name="connsiteY1001" fmla="*/ 101524 h 903022"/>
                <a:gd name="connsiteX1002" fmla="*/ 519661 w 551389"/>
                <a:gd name="connsiteY1002" fmla="*/ 98934 h 903022"/>
                <a:gd name="connsiteX1003" fmla="*/ 521511 w 551389"/>
                <a:gd name="connsiteY1003" fmla="*/ 96108 h 903022"/>
                <a:gd name="connsiteX1004" fmla="*/ 523362 w 551389"/>
                <a:gd name="connsiteY1004" fmla="*/ 91870 h 903022"/>
                <a:gd name="connsiteX1005" fmla="*/ 523362 w 551389"/>
                <a:gd name="connsiteY1005" fmla="*/ 89683 h 903022"/>
                <a:gd name="connsiteX1006" fmla="*/ 524641 w 551389"/>
                <a:gd name="connsiteY1006" fmla="*/ 87194 h 903022"/>
                <a:gd name="connsiteX1007" fmla="*/ 525853 w 551389"/>
                <a:gd name="connsiteY1007" fmla="*/ 84032 h 903022"/>
                <a:gd name="connsiteX1008" fmla="*/ 526290 w 551389"/>
                <a:gd name="connsiteY1008" fmla="*/ 80029 h 903022"/>
                <a:gd name="connsiteX1009" fmla="*/ 524574 w 551389"/>
                <a:gd name="connsiteY1009" fmla="*/ 76564 h 903022"/>
                <a:gd name="connsiteX1010" fmla="*/ 524574 w 551389"/>
                <a:gd name="connsiteY1010" fmla="*/ 72527 h 903022"/>
                <a:gd name="connsiteX1011" fmla="*/ 526964 w 551389"/>
                <a:gd name="connsiteY1011" fmla="*/ 70239 h 903022"/>
                <a:gd name="connsiteX1012" fmla="*/ 529454 w 551389"/>
                <a:gd name="connsiteY1012" fmla="*/ 69466 h 903022"/>
                <a:gd name="connsiteX1013" fmla="*/ 531305 w 551389"/>
                <a:gd name="connsiteY1013" fmla="*/ 67717 h 903022"/>
                <a:gd name="connsiteX1014" fmla="*/ 534569 w 551389"/>
                <a:gd name="connsiteY1014" fmla="*/ 65429 h 903022"/>
                <a:gd name="connsiteX1015" fmla="*/ 537060 w 551389"/>
                <a:gd name="connsiteY1015" fmla="*/ 62940 h 903022"/>
                <a:gd name="connsiteX1016" fmla="*/ 539012 w 551389"/>
                <a:gd name="connsiteY1016" fmla="*/ 58701 h 903022"/>
                <a:gd name="connsiteX1017" fmla="*/ 540089 w 551389"/>
                <a:gd name="connsiteY1017" fmla="*/ 53924 h 903022"/>
                <a:gd name="connsiteX1018" fmla="*/ 540190 w 551389"/>
                <a:gd name="connsiteY1018" fmla="*/ 50325 h 903022"/>
                <a:gd name="connsiteX1019" fmla="*/ 540964 w 551389"/>
                <a:gd name="connsiteY1019" fmla="*/ 43597 h 903022"/>
                <a:gd name="connsiteX1020" fmla="*/ 548233 w 551389"/>
                <a:gd name="connsiteY1020" fmla="*/ 37609 h 903022"/>
                <a:gd name="connsiteX1021" fmla="*/ 547829 w 551389"/>
                <a:gd name="connsiteY1021" fmla="*/ 36062 h 90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551389" h="903022">
                  <a:moveTo>
                    <a:pt x="547829" y="36062"/>
                  </a:moveTo>
                  <a:cubicBezTo>
                    <a:pt x="547190" y="36062"/>
                    <a:pt x="546079" y="35624"/>
                    <a:pt x="545238" y="35187"/>
                  </a:cubicBezTo>
                  <a:cubicBezTo>
                    <a:pt x="544363" y="34750"/>
                    <a:pt x="542748" y="32462"/>
                    <a:pt x="542310" y="32260"/>
                  </a:cubicBezTo>
                  <a:cubicBezTo>
                    <a:pt x="541872" y="32059"/>
                    <a:pt x="539820" y="31722"/>
                    <a:pt x="537868" y="30848"/>
                  </a:cubicBezTo>
                  <a:cubicBezTo>
                    <a:pt x="535916" y="29973"/>
                    <a:pt x="536353" y="26172"/>
                    <a:pt x="536353" y="25734"/>
                  </a:cubicBezTo>
                  <a:cubicBezTo>
                    <a:pt x="536353" y="25297"/>
                    <a:pt x="538743" y="23548"/>
                    <a:pt x="539517" y="23548"/>
                  </a:cubicBezTo>
                  <a:cubicBezTo>
                    <a:pt x="540055" y="23548"/>
                    <a:pt x="540829" y="23615"/>
                    <a:pt x="541906" y="23716"/>
                  </a:cubicBezTo>
                  <a:lnTo>
                    <a:pt x="541334" y="23009"/>
                  </a:lnTo>
                  <a:lnTo>
                    <a:pt x="542546" y="20150"/>
                  </a:lnTo>
                  <a:lnTo>
                    <a:pt x="542546" y="16382"/>
                  </a:lnTo>
                  <a:lnTo>
                    <a:pt x="534704" y="16382"/>
                  </a:lnTo>
                  <a:lnTo>
                    <a:pt x="533829" y="12043"/>
                  </a:lnTo>
                  <a:lnTo>
                    <a:pt x="533829" y="8578"/>
                  </a:lnTo>
                  <a:lnTo>
                    <a:pt x="536017" y="6392"/>
                  </a:lnTo>
                  <a:lnTo>
                    <a:pt x="537464" y="3499"/>
                  </a:lnTo>
                  <a:lnTo>
                    <a:pt x="537161" y="1749"/>
                  </a:lnTo>
                  <a:lnTo>
                    <a:pt x="535276" y="875"/>
                  </a:lnTo>
                  <a:lnTo>
                    <a:pt x="533829" y="0"/>
                  </a:lnTo>
                  <a:lnTo>
                    <a:pt x="530363" y="1144"/>
                  </a:lnTo>
                  <a:lnTo>
                    <a:pt x="526156" y="4340"/>
                  </a:lnTo>
                  <a:lnTo>
                    <a:pt x="521814" y="7233"/>
                  </a:lnTo>
                  <a:cubicBezTo>
                    <a:pt x="521814" y="7233"/>
                    <a:pt x="513973" y="12447"/>
                    <a:pt x="513973" y="12884"/>
                  </a:cubicBezTo>
                  <a:cubicBezTo>
                    <a:pt x="513973" y="13321"/>
                    <a:pt x="509631" y="17358"/>
                    <a:pt x="509631" y="17358"/>
                  </a:cubicBezTo>
                  <a:lnTo>
                    <a:pt x="504852" y="22572"/>
                  </a:lnTo>
                  <a:cubicBezTo>
                    <a:pt x="504852" y="22572"/>
                    <a:pt x="503473" y="26777"/>
                    <a:pt x="503170" y="27214"/>
                  </a:cubicBezTo>
                  <a:cubicBezTo>
                    <a:pt x="502867" y="27652"/>
                    <a:pt x="500780" y="30107"/>
                    <a:pt x="500780" y="30107"/>
                  </a:cubicBezTo>
                  <a:lnTo>
                    <a:pt x="500780" y="32866"/>
                  </a:lnTo>
                  <a:lnTo>
                    <a:pt x="498189" y="34615"/>
                  </a:lnTo>
                  <a:lnTo>
                    <a:pt x="496876" y="37205"/>
                  </a:lnTo>
                  <a:cubicBezTo>
                    <a:pt x="496876" y="37205"/>
                    <a:pt x="496001" y="36903"/>
                    <a:pt x="495429" y="37205"/>
                  </a:cubicBezTo>
                  <a:cubicBezTo>
                    <a:pt x="494857" y="37508"/>
                    <a:pt x="491222" y="32866"/>
                    <a:pt x="490347" y="32563"/>
                  </a:cubicBezTo>
                  <a:cubicBezTo>
                    <a:pt x="489472" y="32260"/>
                    <a:pt x="485568" y="31117"/>
                    <a:pt x="485568" y="31117"/>
                  </a:cubicBezTo>
                  <a:lnTo>
                    <a:pt x="482674" y="29367"/>
                  </a:lnTo>
                  <a:lnTo>
                    <a:pt x="480352" y="28661"/>
                  </a:lnTo>
                  <a:lnTo>
                    <a:pt x="477761" y="28795"/>
                  </a:lnTo>
                  <a:cubicBezTo>
                    <a:pt x="477761" y="28795"/>
                    <a:pt x="474563" y="29670"/>
                    <a:pt x="474126" y="29939"/>
                  </a:cubicBezTo>
                  <a:cubicBezTo>
                    <a:pt x="473688" y="30242"/>
                    <a:pt x="474126" y="33404"/>
                    <a:pt x="474126" y="33404"/>
                  </a:cubicBezTo>
                  <a:lnTo>
                    <a:pt x="471972" y="34716"/>
                  </a:lnTo>
                  <a:lnTo>
                    <a:pt x="468203" y="30377"/>
                  </a:lnTo>
                  <a:lnTo>
                    <a:pt x="464871" y="27618"/>
                  </a:lnTo>
                  <a:lnTo>
                    <a:pt x="461775" y="23279"/>
                  </a:lnTo>
                  <a:lnTo>
                    <a:pt x="460799" y="20823"/>
                  </a:lnTo>
                  <a:lnTo>
                    <a:pt x="460799" y="17190"/>
                  </a:lnTo>
                  <a:lnTo>
                    <a:pt x="457601" y="15676"/>
                  </a:lnTo>
                  <a:lnTo>
                    <a:pt x="453092" y="16315"/>
                  </a:lnTo>
                  <a:lnTo>
                    <a:pt x="449457" y="16315"/>
                  </a:lnTo>
                  <a:lnTo>
                    <a:pt x="444678" y="16450"/>
                  </a:lnTo>
                  <a:lnTo>
                    <a:pt x="440606" y="19343"/>
                  </a:lnTo>
                  <a:lnTo>
                    <a:pt x="444678" y="22976"/>
                  </a:lnTo>
                  <a:lnTo>
                    <a:pt x="448885" y="27046"/>
                  </a:lnTo>
                  <a:lnTo>
                    <a:pt x="453664" y="28795"/>
                  </a:lnTo>
                  <a:cubicBezTo>
                    <a:pt x="453967" y="29536"/>
                    <a:pt x="452789" y="30545"/>
                    <a:pt x="451779" y="31554"/>
                  </a:cubicBezTo>
                  <a:cubicBezTo>
                    <a:pt x="450769" y="32563"/>
                    <a:pt x="449020" y="34010"/>
                    <a:pt x="449020" y="34010"/>
                  </a:cubicBezTo>
                  <a:cubicBezTo>
                    <a:pt x="449020" y="34010"/>
                    <a:pt x="447842" y="35153"/>
                    <a:pt x="447438" y="35591"/>
                  </a:cubicBezTo>
                  <a:cubicBezTo>
                    <a:pt x="447000" y="36028"/>
                    <a:pt x="443803" y="37912"/>
                    <a:pt x="443366" y="38181"/>
                  </a:cubicBezTo>
                  <a:cubicBezTo>
                    <a:pt x="442928" y="38484"/>
                    <a:pt x="440337" y="39190"/>
                    <a:pt x="439462" y="40065"/>
                  </a:cubicBezTo>
                  <a:cubicBezTo>
                    <a:pt x="438587" y="40939"/>
                    <a:pt x="435389" y="43261"/>
                    <a:pt x="435389" y="43261"/>
                  </a:cubicBezTo>
                  <a:cubicBezTo>
                    <a:pt x="435389" y="43261"/>
                    <a:pt x="432495" y="43698"/>
                    <a:pt x="431485" y="44572"/>
                  </a:cubicBezTo>
                  <a:cubicBezTo>
                    <a:pt x="430476" y="45447"/>
                    <a:pt x="426404" y="49047"/>
                    <a:pt x="426269" y="49921"/>
                  </a:cubicBezTo>
                  <a:cubicBezTo>
                    <a:pt x="426134" y="50796"/>
                    <a:pt x="423206" y="53689"/>
                    <a:pt x="423206" y="53689"/>
                  </a:cubicBezTo>
                  <a:lnTo>
                    <a:pt x="418427" y="56582"/>
                  </a:lnTo>
                  <a:lnTo>
                    <a:pt x="413480" y="58466"/>
                  </a:lnTo>
                  <a:lnTo>
                    <a:pt x="407389" y="60047"/>
                  </a:lnTo>
                  <a:lnTo>
                    <a:pt x="405807" y="63512"/>
                  </a:lnTo>
                  <a:lnTo>
                    <a:pt x="404225" y="68154"/>
                  </a:lnTo>
                  <a:cubicBezTo>
                    <a:pt x="404225" y="68154"/>
                    <a:pt x="403855" y="71921"/>
                    <a:pt x="403855" y="72359"/>
                  </a:cubicBezTo>
                  <a:cubicBezTo>
                    <a:pt x="403855" y="72796"/>
                    <a:pt x="403350" y="77573"/>
                    <a:pt x="403350" y="77573"/>
                  </a:cubicBezTo>
                  <a:lnTo>
                    <a:pt x="403350" y="81475"/>
                  </a:lnTo>
                  <a:lnTo>
                    <a:pt x="400456" y="83796"/>
                  </a:lnTo>
                  <a:lnTo>
                    <a:pt x="398571" y="87867"/>
                  </a:lnTo>
                  <a:lnTo>
                    <a:pt x="393490" y="89313"/>
                  </a:lnTo>
                  <a:lnTo>
                    <a:pt x="388576" y="89313"/>
                  </a:lnTo>
                  <a:lnTo>
                    <a:pt x="384941" y="86555"/>
                  </a:lnTo>
                  <a:lnTo>
                    <a:pt x="381744" y="88439"/>
                  </a:lnTo>
                  <a:cubicBezTo>
                    <a:pt x="381744" y="88439"/>
                    <a:pt x="379052" y="93215"/>
                    <a:pt x="379052" y="93653"/>
                  </a:cubicBezTo>
                  <a:cubicBezTo>
                    <a:pt x="379052" y="94090"/>
                    <a:pt x="377234" y="97690"/>
                    <a:pt x="377234" y="97690"/>
                  </a:cubicBezTo>
                  <a:lnTo>
                    <a:pt x="377234" y="102332"/>
                  </a:lnTo>
                  <a:lnTo>
                    <a:pt x="376494" y="105965"/>
                  </a:lnTo>
                  <a:lnTo>
                    <a:pt x="378109" y="109295"/>
                  </a:lnTo>
                  <a:lnTo>
                    <a:pt x="378681" y="111751"/>
                  </a:lnTo>
                  <a:lnTo>
                    <a:pt x="374475" y="112491"/>
                  </a:lnTo>
                  <a:lnTo>
                    <a:pt x="370840" y="113366"/>
                  </a:lnTo>
                  <a:lnTo>
                    <a:pt x="368383" y="116124"/>
                  </a:lnTo>
                  <a:cubicBezTo>
                    <a:pt x="368383" y="116124"/>
                    <a:pt x="365051" y="116999"/>
                    <a:pt x="364748" y="117436"/>
                  </a:cubicBezTo>
                  <a:cubicBezTo>
                    <a:pt x="364446" y="117873"/>
                    <a:pt x="361854" y="122650"/>
                    <a:pt x="361854" y="122650"/>
                  </a:cubicBezTo>
                  <a:lnTo>
                    <a:pt x="357647" y="126283"/>
                  </a:lnTo>
                  <a:lnTo>
                    <a:pt x="355628" y="127292"/>
                  </a:lnTo>
                  <a:lnTo>
                    <a:pt x="351556" y="129311"/>
                  </a:lnTo>
                  <a:lnTo>
                    <a:pt x="346777" y="129311"/>
                  </a:lnTo>
                  <a:lnTo>
                    <a:pt x="345195" y="132776"/>
                  </a:lnTo>
                  <a:lnTo>
                    <a:pt x="342435" y="135669"/>
                  </a:lnTo>
                  <a:lnTo>
                    <a:pt x="343075" y="140176"/>
                  </a:lnTo>
                  <a:lnTo>
                    <a:pt x="338935" y="144516"/>
                  </a:lnTo>
                  <a:lnTo>
                    <a:pt x="338935" y="147543"/>
                  </a:lnTo>
                  <a:lnTo>
                    <a:pt x="338935" y="149360"/>
                  </a:lnTo>
                  <a:lnTo>
                    <a:pt x="338935" y="154574"/>
                  </a:lnTo>
                  <a:lnTo>
                    <a:pt x="337926" y="160528"/>
                  </a:lnTo>
                  <a:lnTo>
                    <a:pt x="339810" y="163859"/>
                  </a:lnTo>
                  <a:lnTo>
                    <a:pt x="342873" y="166617"/>
                  </a:lnTo>
                  <a:cubicBezTo>
                    <a:pt x="342873" y="166617"/>
                    <a:pt x="345027" y="165742"/>
                    <a:pt x="345633" y="166617"/>
                  </a:cubicBezTo>
                  <a:cubicBezTo>
                    <a:pt x="346205" y="167492"/>
                    <a:pt x="349099" y="170250"/>
                    <a:pt x="349537" y="170385"/>
                  </a:cubicBezTo>
                  <a:cubicBezTo>
                    <a:pt x="349974" y="170519"/>
                    <a:pt x="351287" y="173850"/>
                    <a:pt x="351287" y="173850"/>
                  </a:cubicBezTo>
                  <a:lnTo>
                    <a:pt x="351590" y="176877"/>
                  </a:lnTo>
                  <a:cubicBezTo>
                    <a:pt x="351590" y="176877"/>
                    <a:pt x="351590" y="179333"/>
                    <a:pt x="351455" y="179770"/>
                  </a:cubicBezTo>
                  <a:cubicBezTo>
                    <a:pt x="351320" y="180207"/>
                    <a:pt x="350142" y="182226"/>
                    <a:pt x="350142" y="182226"/>
                  </a:cubicBezTo>
                  <a:lnTo>
                    <a:pt x="348392" y="185994"/>
                  </a:lnTo>
                  <a:cubicBezTo>
                    <a:pt x="348392" y="185994"/>
                    <a:pt x="347652" y="188012"/>
                    <a:pt x="347517" y="188449"/>
                  </a:cubicBezTo>
                  <a:cubicBezTo>
                    <a:pt x="347383" y="188887"/>
                    <a:pt x="347214" y="190333"/>
                    <a:pt x="346642" y="190636"/>
                  </a:cubicBezTo>
                  <a:cubicBezTo>
                    <a:pt x="346070" y="190938"/>
                    <a:pt x="346205" y="190501"/>
                    <a:pt x="344051" y="190636"/>
                  </a:cubicBezTo>
                  <a:cubicBezTo>
                    <a:pt x="341863" y="190770"/>
                    <a:pt x="339575" y="190972"/>
                    <a:pt x="339137" y="190737"/>
                  </a:cubicBezTo>
                  <a:cubicBezTo>
                    <a:pt x="338700" y="190501"/>
                    <a:pt x="338128" y="190064"/>
                    <a:pt x="337993" y="189189"/>
                  </a:cubicBezTo>
                  <a:cubicBezTo>
                    <a:pt x="337858" y="188315"/>
                    <a:pt x="337253" y="185119"/>
                    <a:pt x="337118" y="184715"/>
                  </a:cubicBezTo>
                  <a:cubicBezTo>
                    <a:pt x="336983" y="184278"/>
                    <a:pt x="333921" y="182394"/>
                    <a:pt x="333921" y="182394"/>
                  </a:cubicBezTo>
                  <a:lnTo>
                    <a:pt x="332777" y="178761"/>
                  </a:lnTo>
                  <a:lnTo>
                    <a:pt x="331262" y="178324"/>
                  </a:lnTo>
                  <a:lnTo>
                    <a:pt x="328570" y="178626"/>
                  </a:lnTo>
                  <a:lnTo>
                    <a:pt x="328570" y="180645"/>
                  </a:lnTo>
                  <a:lnTo>
                    <a:pt x="326820" y="183841"/>
                  </a:lnTo>
                  <a:lnTo>
                    <a:pt x="326820" y="185859"/>
                  </a:lnTo>
                  <a:lnTo>
                    <a:pt x="326820" y="187608"/>
                  </a:lnTo>
                  <a:lnTo>
                    <a:pt x="325070" y="190232"/>
                  </a:lnTo>
                  <a:lnTo>
                    <a:pt x="325070" y="192856"/>
                  </a:lnTo>
                  <a:lnTo>
                    <a:pt x="325070" y="198070"/>
                  </a:lnTo>
                  <a:cubicBezTo>
                    <a:pt x="325070" y="198070"/>
                    <a:pt x="326079" y="199954"/>
                    <a:pt x="325507" y="200391"/>
                  </a:cubicBezTo>
                  <a:cubicBezTo>
                    <a:pt x="324935" y="200829"/>
                    <a:pt x="325070" y="203284"/>
                    <a:pt x="325070" y="203284"/>
                  </a:cubicBezTo>
                  <a:lnTo>
                    <a:pt x="325070" y="206749"/>
                  </a:lnTo>
                  <a:cubicBezTo>
                    <a:pt x="325070" y="206749"/>
                    <a:pt x="325036" y="208936"/>
                    <a:pt x="325070" y="209373"/>
                  </a:cubicBezTo>
                  <a:cubicBezTo>
                    <a:pt x="325070" y="209810"/>
                    <a:pt x="326820" y="211997"/>
                    <a:pt x="326820" y="211997"/>
                  </a:cubicBezTo>
                  <a:cubicBezTo>
                    <a:pt x="326820" y="211997"/>
                    <a:pt x="327829" y="211862"/>
                    <a:pt x="328839" y="212872"/>
                  </a:cubicBezTo>
                  <a:cubicBezTo>
                    <a:pt x="329849" y="213881"/>
                    <a:pt x="330589" y="214755"/>
                    <a:pt x="331027" y="214890"/>
                  </a:cubicBezTo>
                  <a:cubicBezTo>
                    <a:pt x="331464" y="215025"/>
                    <a:pt x="331599" y="216774"/>
                    <a:pt x="331464" y="217211"/>
                  </a:cubicBezTo>
                  <a:cubicBezTo>
                    <a:pt x="331329" y="217648"/>
                    <a:pt x="330724" y="219667"/>
                    <a:pt x="330724" y="219667"/>
                  </a:cubicBezTo>
                  <a:cubicBezTo>
                    <a:pt x="330724" y="219667"/>
                    <a:pt x="328570" y="218792"/>
                    <a:pt x="327695" y="219667"/>
                  </a:cubicBezTo>
                  <a:cubicBezTo>
                    <a:pt x="326820" y="220541"/>
                    <a:pt x="327358" y="220676"/>
                    <a:pt x="325070" y="220811"/>
                  </a:cubicBezTo>
                  <a:cubicBezTo>
                    <a:pt x="322781" y="220945"/>
                    <a:pt x="321031" y="220811"/>
                    <a:pt x="321031" y="220811"/>
                  </a:cubicBezTo>
                  <a:lnTo>
                    <a:pt x="313358" y="221517"/>
                  </a:lnTo>
                  <a:lnTo>
                    <a:pt x="302050" y="218254"/>
                  </a:lnTo>
                  <a:lnTo>
                    <a:pt x="297910" y="219330"/>
                  </a:lnTo>
                  <a:lnTo>
                    <a:pt x="292896" y="223233"/>
                  </a:lnTo>
                  <a:lnTo>
                    <a:pt x="285929" y="223233"/>
                  </a:lnTo>
                  <a:lnTo>
                    <a:pt x="282564" y="220912"/>
                  </a:lnTo>
                  <a:lnTo>
                    <a:pt x="279400" y="218018"/>
                  </a:lnTo>
                  <a:lnTo>
                    <a:pt x="275497" y="218018"/>
                  </a:lnTo>
                  <a:lnTo>
                    <a:pt x="271929" y="218355"/>
                  </a:lnTo>
                  <a:cubicBezTo>
                    <a:pt x="271929" y="218355"/>
                    <a:pt x="271054" y="221180"/>
                    <a:pt x="270617" y="221282"/>
                  </a:cubicBezTo>
                  <a:cubicBezTo>
                    <a:pt x="270179" y="221382"/>
                    <a:pt x="264626" y="219667"/>
                    <a:pt x="264188" y="219667"/>
                  </a:cubicBezTo>
                  <a:cubicBezTo>
                    <a:pt x="263751" y="219667"/>
                    <a:pt x="261462" y="216303"/>
                    <a:pt x="261462" y="215866"/>
                  </a:cubicBezTo>
                  <a:cubicBezTo>
                    <a:pt x="261462" y="215428"/>
                    <a:pt x="258736" y="208801"/>
                    <a:pt x="258434" y="208364"/>
                  </a:cubicBezTo>
                  <a:cubicBezTo>
                    <a:pt x="258097" y="207926"/>
                    <a:pt x="255842" y="203150"/>
                    <a:pt x="255842" y="203150"/>
                  </a:cubicBezTo>
                  <a:lnTo>
                    <a:pt x="252140" y="201199"/>
                  </a:lnTo>
                  <a:lnTo>
                    <a:pt x="251602" y="198171"/>
                  </a:lnTo>
                  <a:lnTo>
                    <a:pt x="247159" y="199147"/>
                  </a:lnTo>
                  <a:cubicBezTo>
                    <a:pt x="247159" y="199147"/>
                    <a:pt x="242044" y="198070"/>
                    <a:pt x="240731" y="198171"/>
                  </a:cubicBezTo>
                  <a:cubicBezTo>
                    <a:pt x="239419" y="198272"/>
                    <a:pt x="234303" y="196422"/>
                    <a:pt x="234303" y="196422"/>
                  </a:cubicBezTo>
                  <a:lnTo>
                    <a:pt x="228414" y="194235"/>
                  </a:lnTo>
                  <a:lnTo>
                    <a:pt x="224274" y="195312"/>
                  </a:lnTo>
                  <a:cubicBezTo>
                    <a:pt x="224274" y="195312"/>
                    <a:pt x="223298" y="198911"/>
                    <a:pt x="223298" y="199214"/>
                  </a:cubicBezTo>
                  <a:cubicBezTo>
                    <a:pt x="223298" y="199550"/>
                    <a:pt x="223736" y="201165"/>
                    <a:pt x="223298" y="201602"/>
                  </a:cubicBezTo>
                  <a:cubicBezTo>
                    <a:pt x="222861" y="202040"/>
                    <a:pt x="222322" y="203890"/>
                    <a:pt x="222322" y="203890"/>
                  </a:cubicBezTo>
                  <a:cubicBezTo>
                    <a:pt x="222322" y="203890"/>
                    <a:pt x="220606" y="204966"/>
                    <a:pt x="220034" y="205303"/>
                  </a:cubicBezTo>
                  <a:cubicBezTo>
                    <a:pt x="219495" y="205639"/>
                    <a:pt x="216332" y="205740"/>
                    <a:pt x="216029" y="206076"/>
                  </a:cubicBezTo>
                  <a:cubicBezTo>
                    <a:pt x="215692" y="206413"/>
                    <a:pt x="213841" y="207926"/>
                    <a:pt x="213101" y="208465"/>
                  </a:cubicBezTo>
                  <a:cubicBezTo>
                    <a:pt x="212327" y="209003"/>
                    <a:pt x="208086" y="211089"/>
                    <a:pt x="208086" y="211089"/>
                  </a:cubicBezTo>
                  <a:lnTo>
                    <a:pt x="206471" y="213275"/>
                  </a:lnTo>
                  <a:lnTo>
                    <a:pt x="201692" y="213713"/>
                  </a:lnTo>
                  <a:lnTo>
                    <a:pt x="199841" y="218489"/>
                  </a:lnTo>
                  <a:lnTo>
                    <a:pt x="197351" y="223804"/>
                  </a:lnTo>
                  <a:cubicBezTo>
                    <a:pt x="197351" y="223804"/>
                    <a:pt x="193346" y="227707"/>
                    <a:pt x="193346" y="228480"/>
                  </a:cubicBezTo>
                  <a:cubicBezTo>
                    <a:pt x="193346" y="229254"/>
                    <a:pt x="192471" y="230667"/>
                    <a:pt x="193346" y="231844"/>
                  </a:cubicBezTo>
                  <a:cubicBezTo>
                    <a:pt x="194221" y="233022"/>
                    <a:pt x="195668" y="234704"/>
                    <a:pt x="195668" y="234704"/>
                  </a:cubicBezTo>
                  <a:lnTo>
                    <a:pt x="194658" y="238337"/>
                  </a:lnTo>
                  <a:lnTo>
                    <a:pt x="190451" y="242676"/>
                  </a:lnTo>
                  <a:lnTo>
                    <a:pt x="187254" y="246747"/>
                  </a:lnTo>
                  <a:lnTo>
                    <a:pt x="186379" y="249943"/>
                  </a:lnTo>
                  <a:lnTo>
                    <a:pt x="188331" y="251322"/>
                  </a:lnTo>
                  <a:lnTo>
                    <a:pt x="188634" y="252566"/>
                  </a:lnTo>
                  <a:lnTo>
                    <a:pt x="187187" y="255257"/>
                  </a:lnTo>
                  <a:lnTo>
                    <a:pt x="184494" y="256637"/>
                  </a:lnTo>
                  <a:lnTo>
                    <a:pt x="185369" y="259833"/>
                  </a:lnTo>
                  <a:lnTo>
                    <a:pt x="188567" y="259833"/>
                  </a:lnTo>
                  <a:lnTo>
                    <a:pt x="188769" y="261716"/>
                  </a:lnTo>
                  <a:lnTo>
                    <a:pt x="187826" y="264105"/>
                  </a:lnTo>
                  <a:lnTo>
                    <a:pt x="186749" y="265989"/>
                  </a:lnTo>
                  <a:lnTo>
                    <a:pt x="186615" y="267872"/>
                  </a:lnTo>
                  <a:lnTo>
                    <a:pt x="187860" y="270261"/>
                  </a:lnTo>
                  <a:cubicBezTo>
                    <a:pt x="187860" y="270261"/>
                    <a:pt x="189004" y="270900"/>
                    <a:pt x="189610" y="271203"/>
                  </a:cubicBezTo>
                  <a:cubicBezTo>
                    <a:pt x="190182" y="271505"/>
                    <a:pt x="191495" y="272279"/>
                    <a:pt x="191798" y="272447"/>
                  </a:cubicBezTo>
                  <a:cubicBezTo>
                    <a:pt x="192067" y="272582"/>
                    <a:pt x="194322" y="274634"/>
                    <a:pt x="194322" y="274634"/>
                  </a:cubicBezTo>
                  <a:lnTo>
                    <a:pt x="195398" y="275576"/>
                  </a:lnTo>
                  <a:lnTo>
                    <a:pt x="195701" y="276821"/>
                  </a:lnTo>
                  <a:cubicBezTo>
                    <a:pt x="195701" y="276821"/>
                    <a:pt x="195634" y="277830"/>
                    <a:pt x="195500" y="278032"/>
                  </a:cubicBezTo>
                  <a:cubicBezTo>
                    <a:pt x="195365" y="278267"/>
                    <a:pt x="193749" y="279478"/>
                    <a:pt x="193749" y="279478"/>
                  </a:cubicBezTo>
                  <a:lnTo>
                    <a:pt x="191798" y="281867"/>
                  </a:lnTo>
                  <a:lnTo>
                    <a:pt x="190889" y="285937"/>
                  </a:lnTo>
                  <a:lnTo>
                    <a:pt x="191225" y="289637"/>
                  </a:lnTo>
                  <a:lnTo>
                    <a:pt x="191225" y="292026"/>
                  </a:lnTo>
                  <a:lnTo>
                    <a:pt x="190519" y="295659"/>
                  </a:lnTo>
                  <a:cubicBezTo>
                    <a:pt x="190519" y="295659"/>
                    <a:pt x="190317" y="297980"/>
                    <a:pt x="190081" y="298283"/>
                  </a:cubicBezTo>
                  <a:cubicBezTo>
                    <a:pt x="189879" y="298585"/>
                    <a:pt x="189274" y="300167"/>
                    <a:pt x="189274" y="300167"/>
                  </a:cubicBezTo>
                  <a:cubicBezTo>
                    <a:pt x="189274" y="300167"/>
                    <a:pt x="189543" y="302925"/>
                    <a:pt x="189644" y="303127"/>
                  </a:cubicBezTo>
                  <a:cubicBezTo>
                    <a:pt x="189711" y="303362"/>
                    <a:pt x="190586" y="304640"/>
                    <a:pt x="190586" y="304640"/>
                  </a:cubicBezTo>
                  <a:cubicBezTo>
                    <a:pt x="190586" y="304640"/>
                    <a:pt x="192774" y="305784"/>
                    <a:pt x="192908" y="306020"/>
                  </a:cubicBezTo>
                  <a:cubicBezTo>
                    <a:pt x="193043" y="306222"/>
                    <a:pt x="197115" y="306659"/>
                    <a:pt x="197115" y="306659"/>
                  </a:cubicBezTo>
                  <a:lnTo>
                    <a:pt x="201255" y="305751"/>
                  </a:lnTo>
                  <a:lnTo>
                    <a:pt x="202500" y="305044"/>
                  </a:lnTo>
                  <a:lnTo>
                    <a:pt x="206033" y="305044"/>
                  </a:lnTo>
                  <a:lnTo>
                    <a:pt x="206942" y="308610"/>
                  </a:lnTo>
                  <a:cubicBezTo>
                    <a:pt x="207009" y="308610"/>
                    <a:pt x="207144" y="308644"/>
                    <a:pt x="207413" y="308745"/>
                  </a:cubicBezTo>
                  <a:cubicBezTo>
                    <a:pt x="208221" y="309047"/>
                    <a:pt x="209668" y="309384"/>
                    <a:pt x="209803" y="309686"/>
                  </a:cubicBezTo>
                  <a:cubicBezTo>
                    <a:pt x="209937" y="309989"/>
                    <a:pt x="210240" y="312580"/>
                    <a:pt x="210240" y="312580"/>
                  </a:cubicBezTo>
                  <a:cubicBezTo>
                    <a:pt x="210240" y="312580"/>
                    <a:pt x="210375" y="316347"/>
                    <a:pt x="210543" y="316650"/>
                  </a:cubicBezTo>
                  <a:cubicBezTo>
                    <a:pt x="210678" y="316953"/>
                    <a:pt x="214010" y="317592"/>
                    <a:pt x="214312" y="317659"/>
                  </a:cubicBezTo>
                  <a:cubicBezTo>
                    <a:pt x="214615" y="317726"/>
                    <a:pt x="218957" y="316280"/>
                    <a:pt x="219091" y="316078"/>
                  </a:cubicBezTo>
                  <a:cubicBezTo>
                    <a:pt x="219226" y="315876"/>
                    <a:pt x="219967" y="314329"/>
                    <a:pt x="220236" y="313689"/>
                  </a:cubicBezTo>
                  <a:cubicBezTo>
                    <a:pt x="220539" y="313050"/>
                    <a:pt x="221683" y="311806"/>
                    <a:pt x="221683" y="311806"/>
                  </a:cubicBezTo>
                  <a:cubicBezTo>
                    <a:pt x="221683" y="311806"/>
                    <a:pt x="220875" y="310864"/>
                    <a:pt x="222322" y="311234"/>
                  </a:cubicBezTo>
                  <a:cubicBezTo>
                    <a:pt x="223769" y="311604"/>
                    <a:pt x="226596" y="313992"/>
                    <a:pt x="226731" y="314262"/>
                  </a:cubicBezTo>
                  <a:cubicBezTo>
                    <a:pt x="226866" y="314564"/>
                    <a:pt x="227875" y="315708"/>
                    <a:pt x="227875" y="315708"/>
                  </a:cubicBezTo>
                  <a:lnTo>
                    <a:pt x="229827" y="315910"/>
                  </a:lnTo>
                  <a:lnTo>
                    <a:pt x="231274" y="315338"/>
                  </a:lnTo>
                  <a:lnTo>
                    <a:pt x="232351" y="314530"/>
                  </a:lnTo>
                  <a:cubicBezTo>
                    <a:pt x="232351" y="314530"/>
                    <a:pt x="236625" y="315540"/>
                    <a:pt x="236928" y="315775"/>
                  </a:cubicBezTo>
                  <a:cubicBezTo>
                    <a:pt x="237231" y="315977"/>
                    <a:pt x="240900" y="317289"/>
                    <a:pt x="241068" y="317659"/>
                  </a:cubicBezTo>
                  <a:cubicBezTo>
                    <a:pt x="241203" y="318029"/>
                    <a:pt x="243457" y="319543"/>
                    <a:pt x="243525" y="319745"/>
                  </a:cubicBezTo>
                  <a:cubicBezTo>
                    <a:pt x="243592" y="319947"/>
                    <a:pt x="245477" y="322570"/>
                    <a:pt x="245847" y="323008"/>
                  </a:cubicBezTo>
                  <a:cubicBezTo>
                    <a:pt x="246217" y="323445"/>
                    <a:pt x="246856" y="325026"/>
                    <a:pt x="247159" y="325598"/>
                  </a:cubicBezTo>
                  <a:cubicBezTo>
                    <a:pt x="247462" y="326170"/>
                    <a:pt x="248977" y="329736"/>
                    <a:pt x="248977" y="329736"/>
                  </a:cubicBezTo>
                  <a:lnTo>
                    <a:pt x="248034" y="333436"/>
                  </a:lnTo>
                  <a:cubicBezTo>
                    <a:pt x="248034" y="333436"/>
                    <a:pt x="250222" y="337506"/>
                    <a:pt x="251232" y="337641"/>
                  </a:cubicBezTo>
                  <a:cubicBezTo>
                    <a:pt x="252241" y="337776"/>
                    <a:pt x="253385" y="336329"/>
                    <a:pt x="253385" y="336329"/>
                  </a:cubicBezTo>
                  <a:lnTo>
                    <a:pt x="254261" y="335320"/>
                  </a:lnTo>
                  <a:lnTo>
                    <a:pt x="256852" y="338347"/>
                  </a:lnTo>
                  <a:lnTo>
                    <a:pt x="261496" y="342687"/>
                  </a:lnTo>
                  <a:lnTo>
                    <a:pt x="263818" y="345008"/>
                  </a:lnTo>
                  <a:lnTo>
                    <a:pt x="266107" y="348338"/>
                  </a:lnTo>
                  <a:lnTo>
                    <a:pt x="268025" y="347968"/>
                  </a:lnTo>
                  <a:cubicBezTo>
                    <a:pt x="268025" y="347968"/>
                    <a:pt x="268833" y="345513"/>
                    <a:pt x="269001" y="345513"/>
                  </a:cubicBezTo>
                  <a:cubicBezTo>
                    <a:pt x="269169" y="345513"/>
                    <a:pt x="269775" y="344806"/>
                    <a:pt x="269977" y="344537"/>
                  </a:cubicBezTo>
                  <a:cubicBezTo>
                    <a:pt x="270179" y="344268"/>
                    <a:pt x="271391" y="342855"/>
                    <a:pt x="271391" y="342855"/>
                  </a:cubicBezTo>
                  <a:cubicBezTo>
                    <a:pt x="271391" y="342855"/>
                    <a:pt x="273410" y="342788"/>
                    <a:pt x="273713" y="342788"/>
                  </a:cubicBezTo>
                  <a:cubicBezTo>
                    <a:pt x="274049" y="342788"/>
                    <a:pt x="276102" y="343595"/>
                    <a:pt x="276271" y="343696"/>
                  </a:cubicBezTo>
                  <a:cubicBezTo>
                    <a:pt x="276439" y="343797"/>
                    <a:pt x="278290" y="345479"/>
                    <a:pt x="278458" y="345647"/>
                  </a:cubicBezTo>
                  <a:cubicBezTo>
                    <a:pt x="278626" y="345816"/>
                    <a:pt x="279501" y="346724"/>
                    <a:pt x="279804" y="347262"/>
                  </a:cubicBezTo>
                  <a:cubicBezTo>
                    <a:pt x="280141" y="347800"/>
                    <a:pt x="281487" y="349213"/>
                    <a:pt x="281992" y="349617"/>
                  </a:cubicBezTo>
                  <a:cubicBezTo>
                    <a:pt x="282497" y="349987"/>
                    <a:pt x="284213" y="351803"/>
                    <a:pt x="284213" y="351803"/>
                  </a:cubicBezTo>
                  <a:cubicBezTo>
                    <a:pt x="284213" y="351803"/>
                    <a:pt x="286064" y="353418"/>
                    <a:pt x="286401" y="353721"/>
                  </a:cubicBezTo>
                  <a:cubicBezTo>
                    <a:pt x="286737" y="353990"/>
                    <a:pt x="291146" y="356715"/>
                    <a:pt x="291146" y="356715"/>
                  </a:cubicBezTo>
                  <a:cubicBezTo>
                    <a:pt x="291146" y="356715"/>
                    <a:pt x="293064" y="359810"/>
                    <a:pt x="292997" y="360112"/>
                  </a:cubicBezTo>
                  <a:cubicBezTo>
                    <a:pt x="292930" y="360415"/>
                    <a:pt x="295756" y="361189"/>
                    <a:pt x="295756" y="361189"/>
                  </a:cubicBezTo>
                  <a:lnTo>
                    <a:pt x="298954" y="360752"/>
                  </a:lnTo>
                  <a:lnTo>
                    <a:pt x="301074" y="360179"/>
                  </a:lnTo>
                  <a:cubicBezTo>
                    <a:pt x="301074" y="360179"/>
                    <a:pt x="306358" y="360752"/>
                    <a:pt x="306593" y="360886"/>
                  </a:cubicBezTo>
                  <a:cubicBezTo>
                    <a:pt x="306795" y="361020"/>
                    <a:pt x="309555" y="361525"/>
                    <a:pt x="309791" y="361828"/>
                  </a:cubicBezTo>
                  <a:cubicBezTo>
                    <a:pt x="309993" y="362131"/>
                    <a:pt x="312247" y="363779"/>
                    <a:pt x="312247" y="363779"/>
                  </a:cubicBezTo>
                  <a:lnTo>
                    <a:pt x="315512" y="366907"/>
                  </a:lnTo>
                  <a:lnTo>
                    <a:pt x="316050" y="367984"/>
                  </a:lnTo>
                  <a:lnTo>
                    <a:pt x="316522" y="371449"/>
                  </a:lnTo>
                  <a:lnTo>
                    <a:pt x="316522" y="373703"/>
                  </a:lnTo>
                  <a:lnTo>
                    <a:pt x="316387" y="375587"/>
                  </a:lnTo>
                  <a:lnTo>
                    <a:pt x="315815" y="377033"/>
                  </a:lnTo>
                  <a:lnTo>
                    <a:pt x="314502" y="378849"/>
                  </a:lnTo>
                  <a:cubicBezTo>
                    <a:pt x="314502" y="378849"/>
                    <a:pt x="312617" y="379220"/>
                    <a:pt x="312617" y="379489"/>
                  </a:cubicBezTo>
                  <a:cubicBezTo>
                    <a:pt x="312617" y="379791"/>
                    <a:pt x="311238" y="381137"/>
                    <a:pt x="311238" y="381137"/>
                  </a:cubicBezTo>
                  <a:lnTo>
                    <a:pt x="310598" y="382584"/>
                  </a:lnTo>
                  <a:cubicBezTo>
                    <a:pt x="310598" y="382584"/>
                    <a:pt x="310228" y="384535"/>
                    <a:pt x="310228" y="384770"/>
                  </a:cubicBezTo>
                  <a:cubicBezTo>
                    <a:pt x="310228" y="385006"/>
                    <a:pt x="311810" y="386957"/>
                    <a:pt x="311810" y="386957"/>
                  </a:cubicBezTo>
                  <a:lnTo>
                    <a:pt x="313324" y="388605"/>
                  </a:lnTo>
                  <a:lnTo>
                    <a:pt x="314670" y="395097"/>
                  </a:lnTo>
                  <a:lnTo>
                    <a:pt x="314872" y="398697"/>
                  </a:lnTo>
                  <a:lnTo>
                    <a:pt x="314771" y="402162"/>
                  </a:lnTo>
                  <a:lnTo>
                    <a:pt x="317161" y="405425"/>
                  </a:lnTo>
                  <a:lnTo>
                    <a:pt x="317935" y="407477"/>
                  </a:lnTo>
                  <a:lnTo>
                    <a:pt x="318271" y="410202"/>
                  </a:lnTo>
                  <a:cubicBezTo>
                    <a:pt x="318271" y="410202"/>
                    <a:pt x="317497" y="411816"/>
                    <a:pt x="317296" y="412691"/>
                  </a:cubicBezTo>
                  <a:cubicBezTo>
                    <a:pt x="317094" y="413566"/>
                    <a:pt x="315781" y="415954"/>
                    <a:pt x="315781" y="415954"/>
                  </a:cubicBezTo>
                  <a:lnTo>
                    <a:pt x="314031" y="416728"/>
                  </a:lnTo>
                  <a:cubicBezTo>
                    <a:pt x="314031" y="416728"/>
                    <a:pt x="311642" y="416526"/>
                    <a:pt x="311305" y="416728"/>
                  </a:cubicBezTo>
                  <a:cubicBezTo>
                    <a:pt x="310968" y="416930"/>
                    <a:pt x="307300" y="416290"/>
                    <a:pt x="306964" y="416728"/>
                  </a:cubicBezTo>
                  <a:cubicBezTo>
                    <a:pt x="306627" y="417165"/>
                    <a:pt x="303800" y="417502"/>
                    <a:pt x="303800" y="417502"/>
                  </a:cubicBezTo>
                  <a:cubicBezTo>
                    <a:pt x="303800" y="417502"/>
                    <a:pt x="302084" y="418713"/>
                    <a:pt x="301747" y="418813"/>
                  </a:cubicBezTo>
                  <a:cubicBezTo>
                    <a:pt x="301410" y="418914"/>
                    <a:pt x="300872" y="419587"/>
                    <a:pt x="300098" y="419789"/>
                  </a:cubicBezTo>
                  <a:cubicBezTo>
                    <a:pt x="299324" y="419991"/>
                    <a:pt x="298348" y="420428"/>
                    <a:pt x="298348" y="421101"/>
                  </a:cubicBezTo>
                  <a:cubicBezTo>
                    <a:pt x="298348" y="421740"/>
                    <a:pt x="297910" y="423388"/>
                    <a:pt x="297910" y="423388"/>
                  </a:cubicBezTo>
                  <a:cubicBezTo>
                    <a:pt x="297910" y="423388"/>
                    <a:pt x="297574" y="425878"/>
                    <a:pt x="297675" y="426416"/>
                  </a:cubicBezTo>
                  <a:cubicBezTo>
                    <a:pt x="297776" y="426954"/>
                    <a:pt x="297574" y="430015"/>
                    <a:pt x="297439" y="430318"/>
                  </a:cubicBezTo>
                  <a:cubicBezTo>
                    <a:pt x="297338" y="430655"/>
                    <a:pt x="297338" y="433043"/>
                    <a:pt x="297338" y="433346"/>
                  </a:cubicBezTo>
                  <a:cubicBezTo>
                    <a:pt x="297338" y="433682"/>
                    <a:pt x="297540" y="435398"/>
                    <a:pt x="297540" y="435398"/>
                  </a:cubicBezTo>
                  <a:lnTo>
                    <a:pt x="297877" y="440275"/>
                  </a:lnTo>
                  <a:lnTo>
                    <a:pt x="297641" y="444413"/>
                  </a:lnTo>
                  <a:lnTo>
                    <a:pt x="299055" y="449156"/>
                  </a:lnTo>
                  <a:cubicBezTo>
                    <a:pt x="299055" y="449156"/>
                    <a:pt x="299930" y="454505"/>
                    <a:pt x="300199" y="455077"/>
                  </a:cubicBezTo>
                  <a:cubicBezTo>
                    <a:pt x="300502" y="455649"/>
                    <a:pt x="304978" y="461031"/>
                    <a:pt x="304978" y="461031"/>
                  </a:cubicBezTo>
                  <a:lnTo>
                    <a:pt x="307300" y="463352"/>
                  </a:lnTo>
                  <a:lnTo>
                    <a:pt x="309319" y="466817"/>
                  </a:lnTo>
                  <a:lnTo>
                    <a:pt x="308175" y="468398"/>
                  </a:lnTo>
                  <a:lnTo>
                    <a:pt x="305113" y="468398"/>
                  </a:lnTo>
                  <a:lnTo>
                    <a:pt x="302353" y="471594"/>
                  </a:lnTo>
                  <a:lnTo>
                    <a:pt x="302487" y="475059"/>
                  </a:lnTo>
                  <a:lnTo>
                    <a:pt x="301040" y="480139"/>
                  </a:lnTo>
                  <a:cubicBezTo>
                    <a:pt x="301040" y="480139"/>
                    <a:pt x="301781" y="483603"/>
                    <a:pt x="302218" y="483771"/>
                  </a:cubicBezTo>
                  <a:cubicBezTo>
                    <a:pt x="302656" y="483906"/>
                    <a:pt x="303531" y="488851"/>
                    <a:pt x="303531" y="488851"/>
                  </a:cubicBezTo>
                  <a:cubicBezTo>
                    <a:pt x="303531" y="488851"/>
                    <a:pt x="301343" y="491744"/>
                    <a:pt x="301209" y="492181"/>
                  </a:cubicBezTo>
                  <a:cubicBezTo>
                    <a:pt x="301074" y="492619"/>
                    <a:pt x="294982" y="492181"/>
                    <a:pt x="294242" y="492181"/>
                  </a:cubicBezTo>
                  <a:cubicBezTo>
                    <a:pt x="293502" y="492181"/>
                    <a:pt x="290776" y="490163"/>
                    <a:pt x="289901" y="490163"/>
                  </a:cubicBezTo>
                  <a:cubicBezTo>
                    <a:pt x="289026" y="490163"/>
                    <a:pt x="287578" y="490600"/>
                    <a:pt x="287141" y="490735"/>
                  </a:cubicBezTo>
                  <a:cubicBezTo>
                    <a:pt x="286703" y="490870"/>
                    <a:pt x="283809" y="492417"/>
                    <a:pt x="282497" y="492383"/>
                  </a:cubicBezTo>
                  <a:cubicBezTo>
                    <a:pt x="281184" y="492316"/>
                    <a:pt x="277852" y="491744"/>
                    <a:pt x="277280" y="491610"/>
                  </a:cubicBezTo>
                  <a:cubicBezTo>
                    <a:pt x="276708" y="491475"/>
                    <a:pt x="273645" y="488279"/>
                    <a:pt x="273645" y="488279"/>
                  </a:cubicBezTo>
                  <a:cubicBezTo>
                    <a:pt x="273645" y="488279"/>
                    <a:pt x="271020" y="487976"/>
                    <a:pt x="270179" y="487842"/>
                  </a:cubicBezTo>
                  <a:cubicBezTo>
                    <a:pt x="269304" y="487707"/>
                    <a:pt x="264390" y="486530"/>
                    <a:pt x="264390" y="486530"/>
                  </a:cubicBezTo>
                  <a:lnTo>
                    <a:pt x="261059" y="489558"/>
                  </a:lnTo>
                  <a:lnTo>
                    <a:pt x="259477" y="492350"/>
                  </a:lnTo>
                  <a:lnTo>
                    <a:pt x="255270" y="493897"/>
                  </a:lnTo>
                  <a:lnTo>
                    <a:pt x="251366" y="495916"/>
                  </a:lnTo>
                  <a:lnTo>
                    <a:pt x="248909" y="497934"/>
                  </a:lnTo>
                  <a:cubicBezTo>
                    <a:pt x="248909" y="497934"/>
                    <a:pt x="246150" y="496185"/>
                    <a:pt x="245578" y="496050"/>
                  </a:cubicBezTo>
                  <a:cubicBezTo>
                    <a:pt x="245006" y="495916"/>
                    <a:pt x="242111" y="493292"/>
                    <a:pt x="241236" y="493157"/>
                  </a:cubicBezTo>
                  <a:cubicBezTo>
                    <a:pt x="240361" y="493022"/>
                    <a:pt x="233260" y="491845"/>
                    <a:pt x="233260" y="491845"/>
                  </a:cubicBezTo>
                  <a:lnTo>
                    <a:pt x="229053" y="488515"/>
                  </a:lnTo>
                  <a:lnTo>
                    <a:pt x="224409" y="485184"/>
                  </a:lnTo>
                  <a:lnTo>
                    <a:pt x="222221" y="486496"/>
                  </a:lnTo>
                  <a:lnTo>
                    <a:pt x="222356" y="489961"/>
                  </a:lnTo>
                  <a:lnTo>
                    <a:pt x="224106" y="493594"/>
                  </a:lnTo>
                  <a:lnTo>
                    <a:pt x="224409" y="497934"/>
                  </a:lnTo>
                  <a:cubicBezTo>
                    <a:pt x="224409" y="497934"/>
                    <a:pt x="224409" y="500120"/>
                    <a:pt x="223837" y="500255"/>
                  </a:cubicBezTo>
                  <a:cubicBezTo>
                    <a:pt x="223265" y="500389"/>
                    <a:pt x="219765" y="499111"/>
                    <a:pt x="219765" y="499111"/>
                  </a:cubicBezTo>
                  <a:lnTo>
                    <a:pt x="215692" y="497362"/>
                  </a:lnTo>
                  <a:lnTo>
                    <a:pt x="215558" y="501701"/>
                  </a:lnTo>
                  <a:cubicBezTo>
                    <a:pt x="215558" y="501701"/>
                    <a:pt x="217005" y="505032"/>
                    <a:pt x="217308" y="505906"/>
                  </a:cubicBezTo>
                  <a:cubicBezTo>
                    <a:pt x="217611" y="506781"/>
                    <a:pt x="221817" y="509809"/>
                    <a:pt x="221817" y="509809"/>
                  </a:cubicBezTo>
                  <a:lnTo>
                    <a:pt x="224409" y="511255"/>
                  </a:lnTo>
                  <a:lnTo>
                    <a:pt x="226563" y="513442"/>
                  </a:lnTo>
                  <a:lnTo>
                    <a:pt x="228313" y="517209"/>
                  </a:lnTo>
                  <a:lnTo>
                    <a:pt x="231342" y="519665"/>
                  </a:lnTo>
                  <a:lnTo>
                    <a:pt x="236558" y="518084"/>
                  </a:lnTo>
                  <a:lnTo>
                    <a:pt x="238005" y="514619"/>
                  </a:lnTo>
                  <a:lnTo>
                    <a:pt x="243053" y="519699"/>
                  </a:lnTo>
                  <a:cubicBezTo>
                    <a:pt x="243053" y="519699"/>
                    <a:pt x="243491" y="521280"/>
                    <a:pt x="242784" y="521583"/>
                  </a:cubicBezTo>
                  <a:cubicBezTo>
                    <a:pt x="242044" y="521885"/>
                    <a:pt x="242347" y="521583"/>
                    <a:pt x="240597" y="522592"/>
                  </a:cubicBezTo>
                  <a:cubicBezTo>
                    <a:pt x="238847" y="523601"/>
                    <a:pt x="238443" y="524476"/>
                    <a:pt x="236525" y="524778"/>
                  </a:cubicBezTo>
                  <a:cubicBezTo>
                    <a:pt x="234640" y="525081"/>
                    <a:pt x="232890" y="525216"/>
                    <a:pt x="231443" y="525788"/>
                  </a:cubicBezTo>
                  <a:cubicBezTo>
                    <a:pt x="229996" y="526359"/>
                    <a:pt x="229255" y="526931"/>
                    <a:pt x="227101" y="527234"/>
                  </a:cubicBezTo>
                  <a:cubicBezTo>
                    <a:pt x="224914" y="527537"/>
                    <a:pt x="223029" y="527234"/>
                    <a:pt x="223029" y="527234"/>
                  </a:cubicBezTo>
                  <a:lnTo>
                    <a:pt x="219832" y="529555"/>
                  </a:lnTo>
                  <a:lnTo>
                    <a:pt x="216130" y="531136"/>
                  </a:lnTo>
                  <a:lnTo>
                    <a:pt x="213740" y="528815"/>
                  </a:lnTo>
                  <a:lnTo>
                    <a:pt x="213740" y="526629"/>
                  </a:lnTo>
                  <a:lnTo>
                    <a:pt x="210409" y="524610"/>
                  </a:lnTo>
                  <a:lnTo>
                    <a:pt x="207380" y="524913"/>
                  </a:lnTo>
                  <a:lnTo>
                    <a:pt x="207110" y="528681"/>
                  </a:lnTo>
                  <a:lnTo>
                    <a:pt x="206235" y="531708"/>
                  </a:lnTo>
                  <a:lnTo>
                    <a:pt x="203038" y="534466"/>
                  </a:lnTo>
                  <a:cubicBezTo>
                    <a:pt x="203038" y="534466"/>
                    <a:pt x="197956" y="533726"/>
                    <a:pt x="197519" y="534466"/>
                  </a:cubicBezTo>
                  <a:cubicBezTo>
                    <a:pt x="197081" y="535207"/>
                    <a:pt x="193480" y="535207"/>
                    <a:pt x="193480" y="535207"/>
                  </a:cubicBezTo>
                  <a:lnTo>
                    <a:pt x="187692" y="531573"/>
                  </a:lnTo>
                  <a:lnTo>
                    <a:pt x="185067" y="529118"/>
                  </a:lnTo>
                  <a:lnTo>
                    <a:pt x="181432" y="529824"/>
                  </a:lnTo>
                  <a:lnTo>
                    <a:pt x="180422" y="535173"/>
                  </a:lnTo>
                  <a:lnTo>
                    <a:pt x="179413" y="537931"/>
                  </a:lnTo>
                  <a:lnTo>
                    <a:pt x="175509" y="537057"/>
                  </a:lnTo>
                  <a:lnTo>
                    <a:pt x="170158" y="533424"/>
                  </a:lnTo>
                  <a:lnTo>
                    <a:pt x="165951" y="528344"/>
                  </a:lnTo>
                  <a:lnTo>
                    <a:pt x="164066" y="524005"/>
                  </a:lnTo>
                  <a:cubicBezTo>
                    <a:pt x="164066" y="524005"/>
                    <a:pt x="167398" y="521986"/>
                    <a:pt x="167398" y="521549"/>
                  </a:cubicBezTo>
                  <a:cubicBezTo>
                    <a:pt x="167398" y="521112"/>
                    <a:pt x="165210" y="519093"/>
                    <a:pt x="163494" y="517916"/>
                  </a:cubicBezTo>
                  <a:cubicBezTo>
                    <a:pt x="161744" y="516738"/>
                    <a:pt x="158143" y="515292"/>
                    <a:pt x="158143" y="515292"/>
                  </a:cubicBezTo>
                  <a:cubicBezTo>
                    <a:pt x="158143" y="515292"/>
                    <a:pt x="154946" y="511087"/>
                    <a:pt x="154374" y="511087"/>
                  </a:cubicBezTo>
                  <a:cubicBezTo>
                    <a:pt x="153801" y="511087"/>
                    <a:pt x="147272" y="510650"/>
                    <a:pt x="147272" y="510650"/>
                  </a:cubicBezTo>
                  <a:lnTo>
                    <a:pt x="139868" y="510952"/>
                  </a:lnTo>
                  <a:lnTo>
                    <a:pt x="137277" y="513139"/>
                  </a:lnTo>
                  <a:lnTo>
                    <a:pt x="133508" y="514451"/>
                  </a:lnTo>
                  <a:lnTo>
                    <a:pt x="127551" y="512130"/>
                  </a:lnTo>
                  <a:lnTo>
                    <a:pt x="121628" y="513576"/>
                  </a:lnTo>
                  <a:lnTo>
                    <a:pt x="112339" y="513711"/>
                  </a:lnTo>
                  <a:lnTo>
                    <a:pt x="111262" y="515897"/>
                  </a:lnTo>
                  <a:cubicBezTo>
                    <a:pt x="111262" y="515897"/>
                    <a:pt x="109445" y="520237"/>
                    <a:pt x="109445" y="521246"/>
                  </a:cubicBezTo>
                  <a:cubicBezTo>
                    <a:pt x="109445" y="522255"/>
                    <a:pt x="109445" y="524879"/>
                    <a:pt x="109445" y="524879"/>
                  </a:cubicBezTo>
                  <a:lnTo>
                    <a:pt x="110185" y="530531"/>
                  </a:lnTo>
                  <a:cubicBezTo>
                    <a:pt x="110185" y="530531"/>
                    <a:pt x="111195" y="532112"/>
                    <a:pt x="111498" y="532549"/>
                  </a:cubicBezTo>
                  <a:cubicBezTo>
                    <a:pt x="111801" y="532986"/>
                    <a:pt x="114695" y="536619"/>
                    <a:pt x="114695" y="536619"/>
                  </a:cubicBezTo>
                  <a:lnTo>
                    <a:pt x="115873" y="537931"/>
                  </a:lnTo>
                  <a:lnTo>
                    <a:pt x="116445" y="540555"/>
                  </a:lnTo>
                  <a:cubicBezTo>
                    <a:pt x="116445" y="540555"/>
                    <a:pt x="116580" y="541565"/>
                    <a:pt x="116580" y="542136"/>
                  </a:cubicBezTo>
                  <a:cubicBezTo>
                    <a:pt x="116580" y="542708"/>
                    <a:pt x="116142" y="544895"/>
                    <a:pt x="116142" y="544895"/>
                  </a:cubicBezTo>
                  <a:lnTo>
                    <a:pt x="116007" y="546476"/>
                  </a:lnTo>
                  <a:lnTo>
                    <a:pt x="115132" y="547620"/>
                  </a:lnTo>
                  <a:cubicBezTo>
                    <a:pt x="115132" y="547620"/>
                    <a:pt x="113382" y="548360"/>
                    <a:pt x="112676" y="548360"/>
                  </a:cubicBezTo>
                  <a:cubicBezTo>
                    <a:pt x="111969" y="548360"/>
                    <a:pt x="110791" y="548225"/>
                    <a:pt x="109478" y="548360"/>
                  </a:cubicBezTo>
                  <a:cubicBezTo>
                    <a:pt x="108166" y="548494"/>
                    <a:pt x="107459" y="547620"/>
                    <a:pt x="106887" y="548360"/>
                  </a:cubicBezTo>
                  <a:cubicBezTo>
                    <a:pt x="106315" y="549066"/>
                    <a:pt x="104430" y="549806"/>
                    <a:pt x="104430" y="549806"/>
                  </a:cubicBezTo>
                  <a:lnTo>
                    <a:pt x="102983" y="551387"/>
                  </a:lnTo>
                  <a:lnTo>
                    <a:pt x="102243" y="552262"/>
                  </a:lnTo>
                  <a:lnTo>
                    <a:pt x="100661" y="554718"/>
                  </a:lnTo>
                  <a:cubicBezTo>
                    <a:pt x="100661" y="554718"/>
                    <a:pt x="100358" y="556030"/>
                    <a:pt x="99920" y="556467"/>
                  </a:cubicBezTo>
                  <a:cubicBezTo>
                    <a:pt x="99483" y="556904"/>
                    <a:pt x="98036" y="559225"/>
                    <a:pt x="98036" y="559225"/>
                  </a:cubicBezTo>
                  <a:lnTo>
                    <a:pt x="97296" y="562421"/>
                  </a:lnTo>
                  <a:lnTo>
                    <a:pt x="97296" y="564877"/>
                  </a:lnTo>
                  <a:lnTo>
                    <a:pt x="97296" y="568342"/>
                  </a:lnTo>
                  <a:lnTo>
                    <a:pt x="96420" y="571235"/>
                  </a:lnTo>
                  <a:lnTo>
                    <a:pt x="97161" y="574430"/>
                  </a:lnTo>
                  <a:lnTo>
                    <a:pt x="99483" y="576617"/>
                  </a:lnTo>
                  <a:cubicBezTo>
                    <a:pt x="99483" y="576617"/>
                    <a:pt x="100055" y="576751"/>
                    <a:pt x="101671" y="576617"/>
                  </a:cubicBezTo>
                  <a:cubicBezTo>
                    <a:pt x="103252" y="576482"/>
                    <a:pt x="103252" y="575473"/>
                    <a:pt x="103690" y="575305"/>
                  </a:cubicBezTo>
                  <a:cubicBezTo>
                    <a:pt x="104127" y="575171"/>
                    <a:pt x="106887" y="576684"/>
                    <a:pt x="106887" y="576684"/>
                  </a:cubicBezTo>
                  <a:lnTo>
                    <a:pt x="109781" y="579073"/>
                  </a:lnTo>
                  <a:cubicBezTo>
                    <a:pt x="109781" y="579073"/>
                    <a:pt x="112978" y="580822"/>
                    <a:pt x="113551" y="580822"/>
                  </a:cubicBezTo>
                  <a:cubicBezTo>
                    <a:pt x="114123" y="580822"/>
                    <a:pt x="116310" y="582403"/>
                    <a:pt x="116310" y="582403"/>
                  </a:cubicBezTo>
                  <a:cubicBezTo>
                    <a:pt x="116310" y="582403"/>
                    <a:pt x="118195" y="586608"/>
                    <a:pt x="118330" y="587045"/>
                  </a:cubicBezTo>
                  <a:cubicBezTo>
                    <a:pt x="118464" y="587483"/>
                    <a:pt x="122099" y="591822"/>
                    <a:pt x="122099" y="591822"/>
                  </a:cubicBezTo>
                  <a:lnTo>
                    <a:pt x="124286" y="593269"/>
                  </a:lnTo>
                  <a:lnTo>
                    <a:pt x="126036" y="595186"/>
                  </a:lnTo>
                  <a:lnTo>
                    <a:pt x="128964" y="597675"/>
                  </a:lnTo>
                  <a:cubicBezTo>
                    <a:pt x="128964" y="597675"/>
                    <a:pt x="128729" y="600266"/>
                    <a:pt x="128729" y="600703"/>
                  </a:cubicBezTo>
                  <a:cubicBezTo>
                    <a:pt x="128729" y="601140"/>
                    <a:pt x="128190" y="602721"/>
                    <a:pt x="127753" y="602822"/>
                  </a:cubicBezTo>
                  <a:cubicBezTo>
                    <a:pt x="127315" y="602923"/>
                    <a:pt x="125565" y="603966"/>
                    <a:pt x="125565" y="603966"/>
                  </a:cubicBezTo>
                  <a:lnTo>
                    <a:pt x="122536" y="603966"/>
                  </a:lnTo>
                  <a:lnTo>
                    <a:pt x="117320" y="603966"/>
                  </a:lnTo>
                  <a:cubicBezTo>
                    <a:pt x="117320" y="603966"/>
                    <a:pt x="116546" y="604504"/>
                    <a:pt x="115368" y="605043"/>
                  </a:cubicBezTo>
                  <a:cubicBezTo>
                    <a:pt x="114190" y="605581"/>
                    <a:pt x="112440" y="606354"/>
                    <a:pt x="112103" y="606556"/>
                  </a:cubicBezTo>
                  <a:cubicBezTo>
                    <a:pt x="111767" y="606758"/>
                    <a:pt x="111027" y="607330"/>
                    <a:pt x="110690" y="607633"/>
                  </a:cubicBezTo>
                  <a:cubicBezTo>
                    <a:pt x="110354" y="607969"/>
                    <a:pt x="107762" y="609247"/>
                    <a:pt x="107762" y="609247"/>
                  </a:cubicBezTo>
                  <a:lnTo>
                    <a:pt x="107762" y="611737"/>
                  </a:lnTo>
                  <a:cubicBezTo>
                    <a:pt x="107762" y="611737"/>
                    <a:pt x="107964" y="612073"/>
                    <a:pt x="109613" y="612376"/>
                  </a:cubicBezTo>
                  <a:cubicBezTo>
                    <a:pt x="111262" y="612712"/>
                    <a:pt x="113416" y="613452"/>
                    <a:pt x="114055" y="613452"/>
                  </a:cubicBezTo>
                  <a:cubicBezTo>
                    <a:pt x="114695" y="613452"/>
                    <a:pt x="117320" y="614663"/>
                    <a:pt x="117656" y="615067"/>
                  </a:cubicBezTo>
                  <a:cubicBezTo>
                    <a:pt x="117993" y="615504"/>
                    <a:pt x="119171" y="616278"/>
                    <a:pt x="119507" y="616480"/>
                  </a:cubicBezTo>
                  <a:cubicBezTo>
                    <a:pt x="119844" y="616682"/>
                    <a:pt x="120820" y="617792"/>
                    <a:pt x="120820" y="618969"/>
                  </a:cubicBezTo>
                  <a:cubicBezTo>
                    <a:pt x="120820" y="620180"/>
                    <a:pt x="121358" y="620920"/>
                    <a:pt x="120181" y="621257"/>
                  </a:cubicBezTo>
                  <a:cubicBezTo>
                    <a:pt x="118969" y="621593"/>
                    <a:pt x="117118" y="622131"/>
                    <a:pt x="116277" y="622031"/>
                  </a:cubicBezTo>
                  <a:cubicBezTo>
                    <a:pt x="115402" y="621929"/>
                    <a:pt x="112373" y="622031"/>
                    <a:pt x="112373" y="622031"/>
                  </a:cubicBezTo>
                  <a:cubicBezTo>
                    <a:pt x="112373" y="622031"/>
                    <a:pt x="111498" y="622872"/>
                    <a:pt x="110522" y="623443"/>
                  </a:cubicBezTo>
                  <a:cubicBezTo>
                    <a:pt x="109546" y="623982"/>
                    <a:pt x="109108" y="625394"/>
                    <a:pt x="109108" y="625394"/>
                  </a:cubicBezTo>
                  <a:lnTo>
                    <a:pt x="106079" y="628994"/>
                  </a:lnTo>
                  <a:lnTo>
                    <a:pt x="103791" y="631618"/>
                  </a:lnTo>
                  <a:cubicBezTo>
                    <a:pt x="103791" y="631618"/>
                    <a:pt x="101300" y="633233"/>
                    <a:pt x="101300" y="633670"/>
                  </a:cubicBezTo>
                  <a:cubicBezTo>
                    <a:pt x="101300" y="634107"/>
                    <a:pt x="100964" y="637269"/>
                    <a:pt x="100863" y="637706"/>
                  </a:cubicBezTo>
                  <a:cubicBezTo>
                    <a:pt x="100762" y="638144"/>
                    <a:pt x="100526" y="641710"/>
                    <a:pt x="100863" y="642921"/>
                  </a:cubicBezTo>
                  <a:cubicBezTo>
                    <a:pt x="101199" y="644098"/>
                    <a:pt x="102815" y="648909"/>
                    <a:pt x="102815" y="648909"/>
                  </a:cubicBezTo>
                  <a:lnTo>
                    <a:pt x="104868" y="651734"/>
                  </a:lnTo>
                  <a:lnTo>
                    <a:pt x="105945" y="652609"/>
                  </a:lnTo>
                  <a:cubicBezTo>
                    <a:pt x="105945" y="652609"/>
                    <a:pt x="106820" y="654661"/>
                    <a:pt x="106820" y="655098"/>
                  </a:cubicBezTo>
                  <a:cubicBezTo>
                    <a:pt x="106820" y="655535"/>
                    <a:pt x="106046" y="658462"/>
                    <a:pt x="106046" y="658899"/>
                  </a:cubicBezTo>
                  <a:cubicBezTo>
                    <a:pt x="106046" y="659337"/>
                    <a:pt x="106046" y="662163"/>
                    <a:pt x="106046" y="662163"/>
                  </a:cubicBezTo>
                  <a:lnTo>
                    <a:pt x="106921" y="664988"/>
                  </a:lnTo>
                  <a:lnTo>
                    <a:pt x="108772" y="666300"/>
                  </a:lnTo>
                  <a:cubicBezTo>
                    <a:pt x="108772" y="666300"/>
                    <a:pt x="109108" y="666637"/>
                    <a:pt x="108435" y="667713"/>
                  </a:cubicBezTo>
                  <a:cubicBezTo>
                    <a:pt x="107796" y="668789"/>
                    <a:pt x="106382" y="671514"/>
                    <a:pt x="106382" y="671952"/>
                  </a:cubicBezTo>
                  <a:cubicBezTo>
                    <a:pt x="106382" y="672389"/>
                    <a:pt x="107897" y="673802"/>
                    <a:pt x="109310" y="673465"/>
                  </a:cubicBezTo>
                  <a:cubicBezTo>
                    <a:pt x="110724" y="673129"/>
                    <a:pt x="114089" y="673028"/>
                    <a:pt x="114089" y="673028"/>
                  </a:cubicBezTo>
                  <a:lnTo>
                    <a:pt x="116378" y="675316"/>
                  </a:lnTo>
                  <a:cubicBezTo>
                    <a:pt x="116378" y="675316"/>
                    <a:pt x="117017" y="679319"/>
                    <a:pt x="117017" y="679655"/>
                  </a:cubicBezTo>
                  <a:cubicBezTo>
                    <a:pt x="117017" y="679992"/>
                    <a:pt x="116243" y="683019"/>
                    <a:pt x="115806" y="683995"/>
                  </a:cubicBezTo>
                  <a:cubicBezTo>
                    <a:pt x="115368" y="684970"/>
                    <a:pt x="113955" y="686181"/>
                    <a:pt x="113854" y="687258"/>
                  </a:cubicBezTo>
                  <a:cubicBezTo>
                    <a:pt x="113753" y="688334"/>
                    <a:pt x="112204" y="689444"/>
                    <a:pt x="112204" y="689444"/>
                  </a:cubicBezTo>
                  <a:cubicBezTo>
                    <a:pt x="112204" y="689444"/>
                    <a:pt x="111868" y="689781"/>
                    <a:pt x="111430" y="690083"/>
                  </a:cubicBezTo>
                  <a:cubicBezTo>
                    <a:pt x="110993" y="690420"/>
                    <a:pt x="110118" y="691160"/>
                    <a:pt x="108839" y="691160"/>
                  </a:cubicBezTo>
                  <a:cubicBezTo>
                    <a:pt x="107526" y="691160"/>
                    <a:pt x="106113" y="690723"/>
                    <a:pt x="105474" y="689848"/>
                  </a:cubicBezTo>
                  <a:cubicBezTo>
                    <a:pt x="104834" y="688973"/>
                    <a:pt x="103723" y="687460"/>
                    <a:pt x="103421" y="687460"/>
                  </a:cubicBezTo>
                  <a:cubicBezTo>
                    <a:pt x="103084" y="687460"/>
                    <a:pt x="102646" y="687123"/>
                    <a:pt x="102546" y="686686"/>
                  </a:cubicBezTo>
                  <a:cubicBezTo>
                    <a:pt x="102445" y="686248"/>
                    <a:pt x="102007" y="684196"/>
                    <a:pt x="102007" y="683759"/>
                  </a:cubicBezTo>
                  <a:cubicBezTo>
                    <a:pt x="102007" y="683322"/>
                    <a:pt x="101906" y="681573"/>
                    <a:pt x="101805" y="681270"/>
                  </a:cubicBezTo>
                  <a:cubicBezTo>
                    <a:pt x="101704" y="680934"/>
                    <a:pt x="101570" y="680631"/>
                    <a:pt x="101570" y="680193"/>
                  </a:cubicBezTo>
                  <a:cubicBezTo>
                    <a:pt x="101570" y="679756"/>
                    <a:pt x="101334" y="677906"/>
                    <a:pt x="101031" y="677704"/>
                  </a:cubicBezTo>
                  <a:cubicBezTo>
                    <a:pt x="100695" y="677502"/>
                    <a:pt x="99820" y="675854"/>
                    <a:pt x="98843" y="676729"/>
                  </a:cubicBezTo>
                  <a:cubicBezTo>
                    <a:pt x="97868" y="677603"/>
                    <a:pt x="97868" y="677502"/>
                    <a:pt x="96993" y="678141"/>
                  </a:cubicBezTo>
                  <a:cubicBezTo>
                    <a:pt x="96117" y="678781"/>
                    <a:pt x="96117" y="679218"/>
                    <a:pt x="95243" y="680193"/>
                  </a:cubicBezTo>
                  <a:cubicBezTo>
                    <a:pt x="94368" y="681169"/>
                    <a:pt x="94031" y="681270"/>
                    <a:pt x="93627" y="682044"/>
                  </a:cubicBezTo>
                  <a:cubicBezTo>
                    <a:pt x="93190" y="682817"/>
                    <a:pt x="91440" y="682683"/>
                    <a:pt x="91137" y="682683"/>
                  </a:cubicBezTo>
                  <a:cubicBezTo>
                    <a:pt x="90800" y="682683"/>
                    <a:pt x="90497" y="682044"/>
                    <a:pt x="89050" y="681808"/>
                  </a:cubicBezTo>
                  <a:cubicBezTo>
                    <a:pt x="87637" y="681573"/>
                    <a:pt x="87199" y="681169"/>
                    <a:pt x="86122" y="681169"/>
                  </a:cubicBezTo>
                  <a:cubicBezTo>
                    <a:pt x="85045" y="681169"/>
                    <a:pt x="83632" y="681505"/>
                    <a:pt x="83632" y="681505"/>
                  </a:cubicBezTo>
                  <a:cubicBezTo>
                    <a:pt x="83632" y="681505"/>
                    <a:pt x="81444" y="682279"/>
                    <a:pt x="81007" y="683154"/>
                  </a:cubicBezTo>
                  <a:cubicBezTo>
                    <a:pt x="80569" y="684028"/>
                    <a:pt x="81007" y="684028"/>
                    <a:pt x="80031" y="684230"/>
                  </a:cubicBezTo>
                  <a:cubicBezTo>
                    <a:pt x="79055" y="684432"/>
                    <a:pt x="75151" y="682178"/>
                    <a:pt x="75151" y="682178"/>
                  </a:cubicBezTo>
                  <a:lnTo>
                    <a:pt x="73098" y="679790"/>
                  </a:lnTo>
                  <a:cubicBezTo>
                    <a:pt x="73098" y="679790"/>
                    <a:pt x="71247" y="677940"/>
                    <a:pt x="70910" y="677940"/>
                  </a:cubicBezTo>
                  <a:cubicBezTo>
                    <a:pt x="70574" y="677940"/>
                    <a:pt x="69059" y="675450"/>
                    <a:pt x="69059" y="675450"/>
                  </a:cubicBezTo>
                  <a:lnTo>
                    <a:pt x="65155" y="675248"/>
                  </a:lnTo>
                  <a:lnTo>
                    <a:pt x="63641" y="676560"/>
                  </a:lnTo>
                  <a:cubicBezTo>
                    <a:pt x="63641" y="676560"/>
                    <a:pt x="61689" y="678949"/>
                    <a:pt x="61352" y="679050"/>
                  </a:cubicBezTo>
                  <a:cubicBezTo>
                    <a:pt x="61016" y="679151"/>
                    <a:pt x="59501" y="680799"/>
                    <a:pt x="59400" y="681102"/>
                  </a:cubicBezTo>
                  <a:cubicBezTo>
                    <a:pt x="59299" y="681438"/>
                    <a:pt x="57549" y="682414"/>
                    <a:pt x="56237" y="682716"/>
                  </a:cubicBezTo>
                  <a:cubicBezTo>
                    <a:pt x="54924" y="683053"/>
                    <a:pt x="51559" y="684566"/>
                    <a:pt x="51559" y="684566"/>
                  </a:cubicBezTo>
                  <a:cubicBezTo>
                    <a:pt x="51559" y="684566"/>
                    <a:pt x="50044" y="685744"/>
                    <a:pt x="50044" y="686417"/>
                  </a:cubicBezTo>
                  <a:cubicBezTo>
                    <a:pt x="50044" y="687056"/>
                    <a:pt x="48968" y="689343"/>
                    <a:pt x="48833" y="689680"/>
                  </a:cubicBezTo>
                  <a:cubicBezTo>
                    <a:pt x="48732" y="690016"/>
                    <a:pt x="47857" y="693380"/>
                    <a:pt x="47857" y="693380"/>
                  </a:cubicBezTo>
                  <a:lnTo>
                    <a:pt x="46881" y="697518"/>
                  </a:lnTo>
                  <a:lnTo>
                    <a:pt x="46881" y="702160"/>
                  </a:lnTo>
                  <a:cubicBezTo>
                    <a:pt x="46881" y="702160"/>
                    <a:pt x="44491" y="702496"/>
                    <a:pt x="43717" y="703035"/>
                  </a:cubicBezTo>
                  <a:cubicBezTo>
                    <a:pt x="42943" y="703573"/>
                    <a:pt x="38501" y="704986"/>
                    <a:pt x="38164" y="705322"/>
                  </a:cubicBezTo>
                  <a:cubicBezTo>
                    <a:pt x="37828" y="705659"/>
                    <a:pt x="36112" y="705659"/>
                    <a:pt x="35775" y="706399"/>
                  </a:cubicBezTo>
                  <a:cubicBezTo>
                    <a:pt x="35438" y="707172"/>
                    <a:pt x="35135" y="708585"/>
                    <a:pt x="35236" y="709124"/>
                  </a:cubicBezTo>
                  <a:cubicBezTo>
                    <a:pt x="35337" y="709662"/>
                    <a:pt x="35102" y="711613"/>
                    <a:pt x="35236" y="712488"/>
                  </a:cubicBezTo>
                  <a:cubicBezTo>
                    <a:pt x="35371" y="713362"/>
                    <a:pt x="34933" y="714338"/>
                    <a:pt x="36010" y="715111"/>
                  </a:cubicBezTo>
                  <a:cubicBezTo>
                    <a:pt x="37087" y="715885"/>
                    <a:pt x="40049" y="716961"/>
                    <a:pt x="40352" y="717062"/>
                  </a:cubicBezTo>
                  <a:cubicBezTo>
                    <a:pt x="40688" y="717163"/>
                    <a:pt x="41126" y="717500"/>
                    <a:pt x="42539" y="717601"/>
                  </a:cubicBezTo>
                  <a:cubicBezTo>
                    <a:pt x="43953" y="717702"/>
                    <a:pt x="46443" y="717601"/>
                    <a:pt x="46443" y="717601"/>
                  </a:cubicBezTo>
                  <a:lnTo>
                    <a:pt x="49809" y="719787"/>
                  </a:lnTo>
                  <a:lnTo>
                    <a:pt x="52535" y="720931"/>
                  </a:lnTo>
                  <a:lnTo>
                    <a:pt x="53174" y="722176"/>
                  </a:lnTo>
                  <a:lnTo>
                    <a:pt x="54722" y="722176"/>
                  </a:lnTo>
                  <a:lnTo>
                    <a:pt x="57448" y="721301"/>
                  </a:lnTo>
                  <a:cubicBezTo>
                    <a:pt x="57448" y="721301"/>
                    <a:pt x="58088" y="721200"/>
                    <a:pt x="58761" y="721301"/>
                  </a:cubicBezTo>
                  <a:cubicBezTo>
                    <a:pt x="59400" y="721402"/>
                    <a:pt x="62126" y="722277"/>
                    <a:pt x="62564" y="722176"/>
                  </a:cubicBezTo>
                  <a:cubicBezTo>
                    <a:pt x="63001" y="722075"/>
                    <a:pt x="64314" y="725237"/>
                    <a:pt x="64314" y="725237"/>
                  </a:cubicBezTo>
                  <a:cubicBezTo>
                    <a:pt x="64314" y="725237"/>
                    <a:pt x="64314" y="726885"/>
                    <a:pt x="63775" y="727188"/>
                  </a:cubicBezTo>
                  <a:cubicBezTo>
                    <a:pt x="63237" y="727524"/>
                    <a:pt x="60949" y="727726"/>
                    <a:pt x="60949" y="727726"/>
                  </a:cubicBezTo>
                  <a:cubicBezTo>
                    <a:pt x="60949" y="727726"/>
                    <a:pt x="59199" y="727087"/>
                    <a:pt x="58896" y="727087"/>
                  </a:cubicBezTo>
                  <a:cubicBezTo>
                    <a:pt x="58559" y="727087"/>
                    <a:pt x="57381" y="726650"/>
                    <a:pt x="56708" y="727087"/>
                  </a:cubicBezTo>
                  <a:cubicBezTo>
                    <a:pt x="56069" y="727524"/>
                    <a:pt x="54319" y="728063"/>
                    <a:pt x="53982" y="728500"/>
                  </a:cubicBezTo>
                  <a:cubicBezTo>
                    <a:pt x="53645" y="728937"/>
                    <a:pt x="53006" y="728937"/>
                    <a:pt x="52804" y="729576"/>
                  </a:cubicBezTo>
                  <a:cubicBezTo>
                    <a:pt x="52602" y="730215"/>
                    <a:pt x="52468" y="731326"/>
                    <a:pt x="52367" y="732503"/>
                  </a:cubicBezTo>
                  <a:cubicBezTo>
                    <a:pt x="52266" y="733680"/>
                    <a:pt x="52266" y="736102"/>
                    <a:pt x="52266" y="736102"/>
                  </a:cubicBezTo>
                  <a:lnTo>
                    <a:pt x="52905" y="742191"/>
                  </a:lnTo>
                  <a:cubicBezTo>
                    <a:pt x="52905" y="742191"/>
                    <a:pt x="52468" y="743369"/>
                    <a:pt x="52468" y="743806"/>
                  </a:cubicBezTo>
                  <a:cubicBezTo>
                    <a:pt x="52468" y="744243"/>
                    <a:pt x="51694" y="747271"/>
                    <a:pt x="51694" y="747271"/>
                  </a:cubicBezTo>
                  <a:lnTo>
                    <a:pt x="51256" y="748684"/>
                  </a:lnTo>
                  <a:lnTo>
                    <a:pt x="44290" y="753461"/>
                  </a:lnTo>
                  <a:lnTo>
                    <a:pt x="37323" y="754537"/>
                  </a:lnTo>
                  <a:lnTo>
                    <a:pt x="31905" y="758877"/>
                  </a:lnTo>
                  <a:lnTo>
                    <a:pt x="26688" y="761063"/>
                  </a:lnTo>
                  <a:lnTo>
                    <a:pt x="19957" y="756724"/>
                  </a:lnTo>
                  <a:lnTo>
                    <a:pt x="13226" y="759112"/>
                  </a:lnTo>
                  <a:lnTo>
                    <a:pt x="11476" y="756084"/>
                  </a:lnTo>
                  <a:lnTo>
                    <a:pt x="8010" y="755210"/>
                  </a:lnTo>
                  <a:lnTo>
                    <a:pt x="2591" y="755210"/>
                  </a:lnTo>
                  <a:lnTo>
                    <a:pt x="0" y="758473"/>
                  </a:lnTo>
                  <a:lnTo>
                    <a:pt x="0" y="763014"/>
                  </a:lnTo>
                  <a:lnTo>
                    <a:pt x="0" y="766479"/>
                  </a:lnTo>
                  <a:lnTo>
                    <a:pt x="0" y="769944"/>
                  </a:lnTo>
                  <a:lnTo>
                    <a:pt x="2188" y="772568"/>
                  </a:lnTo>
                  <a:lnTo>
                    <a:pt x="7842" y="772568"/>
                  </a:lnTo>
                  <a:lnTo>
                    <a:pt x="10904" y="775393"/>
                  </a:lnTo>
                  <a:lnTo>
                    <a:pt x="14371" y="779531"/>
                  </a:lnTo>
                  <a:cubicBezTo>
                    <a:pt x="14371" y="779531"/>
                    <a:pt x="16996" y="778892"/>
                    <a:pt x="18510" y="779531"/>
                  </a:cubicBezTo>
                  <a:cubicBezTo>
                    <a:pt x="20025" y="780170"/>
                    <a:pt x="22650" y="779733"/>
                    <a:pt x="23525" y="779531"/>
                  </a:cubicBezTo>
                  <a:cubicBezTo>
                    <a:pt x="24400" y="779329"/>
                    <a:pt x="28102" y="778455"/>
                    <a:pt x="28102" y="778455"/>
                  </a:cubicBezTo>
                  <a:cubicBezTo>
                    <a:pt x="28102" y="778455"/>
                    <a:pt x="32241" y="775629"/>
                    <a:pt x="33116" y="775629"/>
                  </a:cubicBezTo>
                  <a:cubicBezTo>
                    <a:pt x="33991" y="775629"/>
                    <a:pt x="36818" y="773443"/>
                    <a:pt x="36818" y="773443"/>
                  </a:cubicBezTo>
                  <a:lnTo>
                    <a:pt x="39006" y="771054"/>
                  </a:lnTo>
                  <a:lnTo>
                    <a:pt x="40756" y="769103"/>
                  </a:lnTo>
                  <a:lnTo>
                    <a:pt x="42506" y="766715"/>
                  </a:lnTo>
                  <a:lnTo>
                    <a:pt x="45770" y="768464"/>
                  </a:lnTo>
                  <a:lnTo>
                    <a:pt x="47722" y="768901"/>
                  </a:lnTo>
                  <a:cubicBezTo>
                    <a:pt x="47722" y="768901"/>
                    <a:pt x="49035" y="767589"/>
                    <a:pt x="50549" y="767152"/>
                  </a:cubicBezTo>
                  <a:cubicBezTo>
                    <a:pt x="52064" y="766715"/>
                    <a:pt x="57953" y="765840"/>
                    <a:pt x="57953" y="765840"/>
                  </a:cubicBezTo>
                  <a:lnTo>
                    <a:pt x="60545" y="766277"/>
                  </a:lnTo>
                  <a:lnTo>
                    <a:pt x="67175" y="766815"/>
                  </a:lnTo>
                  <a:lnTo>
                    <a:pt x="68487" y="768329"/>
                  </a:lnTo>
                  <a:lnTo>
                    <a:pt x="69026" y="771256"/>
                  </a:lnTo>
                  <a:lnTo>
                    <a:pt x="68050" y="772332"/>
                  </a:lnTo>
                  <a:lnTo>
                    <a:pt x="65761" y="773745"/>
                  </a:lnTo>
                  <a:cubicBezTo>
                    <a:pt x="65761" y="773745"/>
                    <a:pt x="64785" y="775360"/>
                    <a:pt x="64785" y="775797"/>
                  </a:cubicBezTo>
                  <a:cubicBezTo>
                    <a:pt x="64785" y="776234"/>
                    <a:pt x="64886" y="778825"/>
                    <a:pt x="64886" y="778825"/>
                  </a:cubicBezTo>
                  <a:lnTo>
                    <a:pt x="66064" y="779834"/>
                  </a:lnTo>
                  <a:cubicBezTo>
                    <a:pt x="66064" y="779834"/>
                    <a:pt x="68891" y="781011"/>
                    <a:pt x="69329" y="781112"/>
                  </a:cubicBezTo>
                  <a:cubicBezTo>
                    <a:pt x="69766" y="781213"/>
                    <a:pt x="72795" y="782088"/>
                    <a:pt x="73232" y="782424"/>
                  </a:cubicBezTo>
                  <a:cubicBezTo>
                    <a:pt x="73670" y="782761"/>
                    <a:pt x="75858" y="783602"/>
                    <a:pt x="76261" y="783837"/>
                  </a:cubicBezTo>
                  <a:cubicBezTo>
                    <a:pt x="76699" y="784073"/>
                    <a:pt x="77675" y="784813"/>
                    <a:pt x="78112" y="785048"/>
                  </a:cubicBezTo>
                  <a:cubicBezTo>
                    <a:pt x="78550" y="785250"/>
                    <a:pt x="82016" y="787100"/>
                    <a:pt x="82454" y="787336"/>
                  </a:cubicBezTo>
                  <a:cubicBezTo>
                    <a:pt x="82891" y="787538"/>
                    <a:pt x="85617" y="788210"/>
                    <a:pt x="85617" y="788210"/>
                  </a:cubicBezTo>
                  <a:cubicBezTo>
                    <a:pt x="85617" y="788210"/>
                    <a:pt x="86930" y="787773"/>
                    <a:pt x="88781" y="788210"/>
                  </a:cubicBezTo>
                  <a:cubicBezTo>
                    <a:pt x="90632" y="788648"/>
                    <a:pt x="92920" y="791372"/>
                    <a:pt x="92920" y="791372"/>
                  </a:cubicBezTo>
                  <a:lnTo>
                    <a:pt x="94132" y="793424"/>
                  </a:lnTo>
                  <a:lnTo>
                    <a:pt x="96622" y="793424"/>
                  </a:lnTo>
                  <a:cubicBezTo>
                    <a:pt x="96622" y="793424"/>
                    <a:pt x="96858" y="792550"/>
                    <a:pt x="97699" y="792348"/>
                  </a:cubicBezTo>
                  <a:cubicBezTo>
                    <a:pt x="98574" y="792146"/>
                    <a:pt x="99752" y="791574"/>
                    <a:pt x="100425" y="791473"/>
                  </a:cubicBezTo>
                  <a:cubicBezTo>
                    <a:pt x="101065" y="791372"/>
                    <a:pt x="102276" y="790061"/>
                    <a:pt x="102613" y="789960"/>
                  </a:cubicBezTo>
                  <a:cubicBezTo>
                    <a:pt x="102949" y="789859"/>
                    <a:pt x="104127" y="789758"/>
                    <a:pt x="104363" y="789320"/>
                  </a:cubicBezTo>
                  <a:cubicBezTo>
                    <a:pt x="104598" y="788883"/>
                    <a:pt x="105440" y="787268"/>
                    <a:pt x="105877" y="787134"/>
                  </a:cubicBezTo>
                  <a:cubicBezTo>
                    <a:pt x="106315" y="787033"/>
                    <a:pt x="108166" y="785183"/>
                    <a:pt x="108166" y="785183"/>
                  </a:cubicBezTo>
                  <a:cubicBezTo>
                    <a:pt x="108166" y="785183"/>
                    <a:pt x="110555" y="784544"/>
                    <a:pt x="111329" y="784544"/>
                  </a:cubicBezTo>
                  <a:cubicBezTo>
                    <a:pt x="112070" y="784544"/>
                    <a:pt x="113820" y="784005"/>
                    <a:pt x="113820" y="784005"/>
                  </a:cubicBezTo>
                  <a:cubicBezTo>
                    <a:pt x="113820" y="784005"/>
                    <a:pt x="114796" y="783568"/>
                    <a:pt x="115233" y="783568"/>
                  </a:cubicBezTo>
                  <a:cubicBezTo>
                    <a:pt x="115671" y="783568"/>
                    <a:pt x="117185" y="782054"/>
                    <a:pt x="117522" y="781920"/>
                  </a:cubicBezTo>
                  <a:cubicBezTo>
                    <a:pt x="117858" y="781819"/>
                    <a:pt x="119810" y="780843"/>
                    <a:pt x="120113" y="780709"/>
                  </a:cubicBezTo>
                  <a:cubicBezTo>
                    <a:pt x="120450" y="780608"/>
                    <a:pt x="122065" y="779498"/>
                    <a:pt x="122065" y="779498"/>
                  </a:cubicBezTo>
                  <a:lnTo>
                    <a:pt x="124017" y="780137"/>
                  </a:lnTo>
                  <a:lnTo>
                    <a:pt x="127046" y="781348"/>
                  </a:lnTo>
                  <a:cubicBezTo>
                    <a:pt x="127046" y="781348"/>
                    <a:pt x="128561" y="784174"/>
                    <a:pt x="128561" y="784611"/>
                  </a:cubicBezTo>
                  <a:cubicBezTo>
                    <a:pt x="128561" y="785048"/>
                    <a:pt x="129772" y="785923"/>
                    <a:pt x="129772" y="785923"/>
                  </a:cubicBezTo>
                  <a:cubicBezTo>
                    <a:pt x="129772" y="785923"/>
                    <a:pt x="132263" y="786259"/>
                    <a:pt x="132936" y="786259"/>
                  </a:cubicBezTo>
                  <a:cubicBezTo>
                    <a:pt x="133575" y="786259"/>
                    <a:pt x="133037" y="785620"/>
                    <a:pt x="135426" y="786360"/>
                  </a:cubicBezTo>
                  <a:cubicBezTo>
                    <a:pt x="137816" y="787134"/>
                    <a:pt x="139330" y="787134"/>
                    <a:pt x="139330" y="787134"/>
                  </a:cubicBezTo>
                  <a:lnTo>
                    <a:pt x="142258" y="787033"/>
                  </a:lnTo>
                  <a:lnTo>
                    <a:pt x="144109" y="786596"/>
                  </a:lnTo>
                  <a:cubicBezTo>
                    <a:pt x="144109" y="786596"/>
                    <a:pt x="145725" y="786495"/>
                    <a:pt x="146162" y="786495"/>
                  </a:cubicBezTo>
                  <a:cubicBezTo>
                    <a:pt x="146599" y="786495"/>
                    <a:pt x="147676" y="786293"/>
                    <a:pt x="147676" y="786293"/>
                  </a:cubicBezTo>
                  <a:lnTo>
                    <a:pt x="149864" y="785956"/>
                  </a:lnTo>
                  <a:cubicBezTo>
                    <a:pt x="149864" y="785956"/>
                    <a:pt x="150200" y="784880"/>
                    <a:pt x="151042" y="784443"/>
                  </a:cubicBezTo>
                  <a:cubicBezTo>
                    <a:pt x="151917" y="784005"/>
                    <a:pt x="153869" y="782828"/>
                    <a:pt x="154306" y="783030"/>
                  </a:cubicBezTo>
                  <a:cubicBezTo>
                    <a:pt x="154744" y="783232"/>
                    <a:pt x="157470" y="783131"/>
                    <a:pt x="157470" y="783131"/>
                  </a:cubicBezTo>
                  <a:lnTo>
                    <a:pt x="159085" y="784005"/>
                  </a:lnTo>
                  <a:cubicBezTo>
                    <a:pt x="159085" y="784005"/>
                    <a:pt x="160499" y="785755"/>
                    <a:pt x="160499" y="786057"/>
                  </a:cubicBezTo>
                  <a:cubicBezTo>
                    <a:pt x="160499" y="786394"/>
                    <a:pt x="159960" y="789220"/>
                    <a:pt x="159960" y="789220"/>
                  </a:cubicBezTo>
                  <a:lnTo>
                    <a:pt x="158446" y="790834"/>
                  </a:lnTo>
                  <a:cubicBezTo>
                    <a:pt x="158446" y="790834"/>
                    <a:pt x="158782" y="793862"/>
                    <a:pt x="158109" y="794635"/>
                  </a:cubicBezTo>
                  <a:cubicBezTo>
                    <a:pt x="157436" y="795409"/>
                    <a:pt x="156359" y="796048"/>
                    <a:pt x="156359" y="796048"/>
                  </a:cubicBezTo>
                  <a:cubicBezTo>
                    <a:pt x="156359" y="796048"/>
                    <a:pt x="155720" y="797461"/>
                    <a:pt x="155383" y="798235"/>
                  </a:cubicBezTo>
                  <a:cubicBezTo>
                    <a:pt x="155047" y="798975"/>
                    <a:pt x="154508" y="800287"/>
                    <a:pt x="154508" y="800287"/>
                  </a:cubicBezTo>
                  <a:cubicBezTo>
                    <a:pt x="154508" y="800287"/>
                    <a:pt x="153431" y="801700"/>
                    <a:pt x="154407" y="803113"/>
                  </a:cubicBezTo>
                  <a:cubicBezTo>
                    <a:pt x="155383" y="804526"/>
                    <a:pt x="156696" y="806140"/>
                    <a:pt x="156696" y="806140"/>
                  </a:cubicBezTo>
                  <a:lnTo>
                    <a:pt x="158984" y="807217"/>
                  </a:lnTo>
                  <a:lnTo>
                    <a:pt x="164201" y="809807"/>
                  </a:lnTo>
                  <a:lnTo>
                    <a:pt x="164975" y="811993"/>
                  </a:lnTo>
                  <a:cubicBezTo>
                    <a:pt x="164975" y="811993"/>
                    <a:pt x="165076" y="814718"/>
                    <a:pt x="165177" y="815055"/>
                  </a:cubicBezTo>
                  <a:cubicBezTo>
                    <a:pt x="165278" y="815391"/>
                    <a:pt x="167028" y="816905"/>
                    <a:pt x="167465" y="817107"/>
                  </a:cubicBezTo>
                  <a:cubicBezTo>
                    <a:pt x="167903" y="817309"/>
                    <a:pt x="169653" y="817645"/>
                    <a:pt x="170057" y="817645"/>
                  </a:cubicBezTo>
                  <a:cubicBezTo>
                    <a:pt x="170494" y="817645"/>
                    <a:pt x="172884" y="817847"/>
                    <a:pt x="173321" y="818183"/>
                  </a:cubicBezTo>
                  <a:cubicBezTo>
                    <a:pt x="173759" y="818520"/>
                    <a:pt x="173961" y="819159"/>
                    <a:pt x="174836" y="818183"/>
                  </a:cubicBezTo>
                  <a:cubicBezTo>
                    <a:pt x="175711" y="817208"/>
                    <a:pt x="175980" y="817410"/>
                    <a:pt x="175980" y="816232"/>
                  </a:cubicBezTo>
                  <a:cubicBezTo>
                    <a:pt x="175980" y="815055"/>
                    <a:pt x="175711" y="814819"/>
                    <a:pt x="175711" y="814382"/>
                  </a:cubicBezTo>
                  <a:cubicBezTo>
                    <a:pt x="175711" y="813945"/>
                    <a:pt x="175711" y="811657"/>
                    <a:pt x="175711" y="811657"/>
                  </a:cubicBezTo>
                  <a:cubicBezTo>
                    <a:pt x="175711" y="811657"/>
                    <a:pt x="176586" y="811321"/>
                    <a:pt x="176788" y="810883"/>
                  </a:cubicBezTo>
                  <a:cubicBezTo>
                    <a:pt x="176990" y="810446"/>
                    <a:pt x="176990" y="810009"/>
                    <a:pt x="177528" y="809571"/>
                  </a:cubicBezTo>
                  <a:cubicBezTo>
                    <a:pt x="178067" y="809134"/>
                    <a:pt x="178639" y="809470"/>
                    <a:pt x="179278" y="808596"/>
                  </a:cubicBezTo>
                  <a:cubicBezTo>
                    <a:pt x="179917" y="807721"/>
                    <a:pt x="180355" y="806847"/>
                    <a:pt x="180591" y="806308"/>
                  </a:cubicBezTo>
                  <a:cubicBezTo>
                    <a:pt x="180793" y="805770"/>
                    <a:pt x="180052" y="805434"/>
                    <a:pt x="181567" y="805232"/>
                  </a:cubicBezTo>
                  <a:cubicBezTo>
                    <a:pt x="183081" y="804997"/>
                    <a:pt x="185369" y="805131"/>
                    <a:pt x="185807" y="805131"/>
                  </a:cubicBezTo>
                  <a:cubicBezTo>
                    <a:pt x="186245" y="805131"/>
                    <a:pt x="188735" y="804795"/>
                    <a:pt x="189172" y="805131"/>
                  </a:cubicBezTo>
                  <a:cubicBezTo>
                    <a:pt x="189610" y="805467"/>
                    <a:pt x="190249" y="807620"/>
                    <a:pt x="190485" y="808192"/>
                  </a:cubicBezTo>
                  <a:cubicBezTo>
                    <a:pt x="190687" y="808730"/>
                    <a:pt x="190384" y="810244"/>
                    <a:pt x="190048" y="810480"/>
                  </a:cubicBezTo>
                  <a:cubicBezTo>
                    <a:pt x="189745" y="810682"/>
                    <a:pt x="189307" y="809605"/>
                    <a:pt x="188297" y="812431"/>
                  </a:cubicBezTo>
                  <a:cubicBezTo>
                    <a:pt x="187322" y="815257"/>
                    <a:pt x="187860" y="816333"/>
                    <a:pt x="187860" y="816333"/>
                  </a:cubicBezTo>
                  <a:lnTo>
                    <a:pt x="188398" y="817309"/>
                  </a:lnTo>
                  <a:cubicBezTo>
                    <a:pt x="188398" y="817309"/>
                    <a:pt x="189172" y="817847"/>
                    <a:pt x="189374" y="818183"/>
                  </a:cubicBezTo>
                  <a:cubicBezTo>
                    <a:pt x="189576" y="818520"/>
                    <a:pt x="189913" y="818822"/>
                    <a:pt x="190249" y="819394"/>
                  </a:cubicBezTo>
                  <a:cubicBezTo>
                    <a:pt x="190586" y="819933"/>
                    <a:pt x="191663" y="822422"/>
                    <a:pt x="191663" y="822422"/>
                  </a:cubicBezTo>
                  <a:lnTo>
                    <a:pt x="193413" y="824709"/>
                  </a:lnTo>
                  <a:lnTo>
                    <a:pt x="195668" y="824709"/>
                  </a:lnTo>
                  <a:lnTo>
                    <a:pt x="199134" y="824709"/>
                  </a:lnTo>
                  <a:cubicBezTo>
                    <a:pt x="199134" y="824709"/>
                    <a:pt x="201625" y="824272"/>
                    <a:pt x="201961" y="823734"/>
                  </a:cubicBezTo>
                  <a:cubicBezTo>
                    <a:pt x="202298" y="823195"/>
                    <a:pt x="203038" y="821345"/>
                    <a:pt x="203375" y="821244"/>
                  </a:cubicBezTo>
                  <a:cubicBezTo>
                    <a:pt x="203711" y="821144"/>
                    <a:pt x="205764" y="820807"/>
                    <a:pt x="206740" y="820807"/>
                  </a:cubicBezTo>
                  <a:cubicBezTo>
                    <a:pt x="207716" y="820807"/>
                    <a:pt x="210779" y="820908"/>
                    <a:pt x="210779" y="820908"/>
                  </a:cubicBezTo>
                  <a:lnTo>
                    <a:pt x="213505" y="822119"/>
                  </a:lnTo>
                  <a:cubicBezTo>
                    <a:pt x="213505" y="822119"/>
                    <a:pt x="216096" y="823532"/>
                    <a:pt x="215793" y="823868"/>
                  </a:cubicBezTo>
                  <a:cubicBezTo>
                    <a:pt x="215457" y="824205"/>
                    <a:pt x="215793" y="825281"/>
                    <a:pt x="215793" y="825281"/>
                  </a:cubicBezTo>
                  <a:lnTo>
                    <a:pt x="218620" y="827569"/>
                  </a:lnTo>
                  <a:lnTo>
                    <a:pt x="218721" y="830731"/>
                  </a:lnTo>
                  <a:lnTo>
                    <a:pt x="219361" y="832480"/>
                  </a:lnTo>
                  <a:lnTo>
                    <a:pt x="219260" y="834667"/>
                  </a:lnTo>
                  <a:cubicBezTo>
                    <a:pt x="219260" y="834667"/>
                    <a:pt x="219697" y="836853"/>
                    <a:pt x="219798" y="837593"/>
                  </a:cubicBezTo>
                  <a:cubicBezTo>
                    <a:pt x="219899" y="838367"/>
                    <a:pt x="224375" y="839544"/>
                    <a:pt x="224375" y="839544"/>
                  </a:cubicBezTo>
                  <a:lnTo>
                    <a:pt x="227303" y="840419"/>
                  </a:lnTo>
                  <a:lnTo>
                    <a:pt x="228818" y="843043"/>
                  </a:lnTo>
                  <a:cubicBezTo>
                    <a:pt x="228818" y="843043"/>
                    <a:pt x="230769" y="843817"/>
                    <a:pt x="231106" y="844456"/>
                  </a:cubicBezTo>
                  <a:cubicBezTo>
                    <a:pt x="231443" y="845095"/>
                    <a:pt x="232419" y="846642"/>
                    <a:pt x="232822" y="846945"/>
                  </a:cubicBezTo>
                  <a:cubicBezTo>
                    <a:pt x="233260" y="847281"/>
                    <a:pt x="235010" y="850208"/>
                    <a:pt x="235010" y="850208"/>
                  </a:cubicBezTo>
                  <a:cubicBezTo>
                    <a:pt x="235010" y="850208"/>
                    <a:pt x="236760" y="852395"/>
                    <a:pt x="237063" y="852395"/>
                  </a:cubicBezTo>
                  <a:cubicBezTo>
                    <a:pt x="237400" y="852395"/>
                    <a:pt x="238039" y="852832"/>
                    <a:pt x="239351" y="852395"/>
                  </a:cubicBezTo>
                  <a:cubicBezTo>
                    <a:pt x="240664" y="851957"/>
                    <a:pt x="240866" y="851184"/>
                    <a:pt x="241303" y="850881"/>
                  </a:cubicBezTo>
                  <a:cubicBezTo>
                    <a:pt x="241741" y="850545"/>
                    <a:pt x="242717" y="849569"/>
                    <a:pt x="243053" y="848829"/>
                  </a:cubicBezTo>
                  <a:cubicBezTo>
                    <a:pt x="243356" y="848055"/>
                    <a:pt x="243390" y="846777"/>
                    <a:pt x="243390" y="846003"/>
                  </a:cubicBezTo>
                  <a:cubicBezTo>
                    <a:pt x="243390" y="845229"/>
                    <a:pt x="243154" y="844388"/>
                    <a:pt x="243289" y="844052"/>
                  </a:cubicBezTo>
                  <a:cubicBezTo>
                    <a:pt x="243390" y="843716"/>
                    <a:pt x="244164" y="841664"/>
                    <a:pt x="244501" y="841563"/>
                  </a:cubicBezTo>
                  <a:cubicBezTo>
                    <a:pt x="244837" y="841462"/>
                    <a:pt x="246150" y="840486"/>
                    <a:pt x="246150" y="840486"/>
                  </a:cubicBezTo>
                  <a:cubicBezTo>
                    <a:pt x="246150" y="840486"/>
                    <a:pt x="248001" y="839612"/>
                    <a:pt x="248438" y="839612"/>
                  </a:cubicBezTo>
                  <a:cubicBezTo>
                    <a:pt x="248876" y="839612"/>
                    <a:pt x="250054" y="839712"/>
                    <a:pt x="250054" y="839712"/>
                  </a:cubicBezTo>
                  <a:cubicBezTo>
                    <a:pt x="250054" y="839712"/>
                    <a:pt x="251703" y="839511"/>
                    <a:pt x="252342" y="839712"/>
                  </a:cubicBezTo>
                  <a:cubicBezTo>
                    <a:pt x="252982" y="839948"/>
                    <a:pt x="255169" y="840486"/>
                    <a:pt x="255169" y="840486"/>
                  </a:cubicBezTo>
                  <a:cubicBezTo>
                    <a:pt x="255169" y="840486"/>
                    <a:pt x="256044" y="840924"/>
                    <a:pt x="256919" y="840486"/>
                  </a:cubicBezTo>
                  <a:cubicBezTo>
                    <a:pt x="257794" y="840049"/>
                    <a:pt x="259309" y="839712"/>
                    <a:pt x="259746" y="839612"/>
                  </a:cubicBezTo>
                  <a:cubicBezTo>
                    <a:pt x="260184" y="839511"/>
                    <a:pt x="260958" y="839174"/>
                    <a:pt x="261362" y="839174"/>
                  </a:cubicBezTo>
                  <a:cubicBezTo>
                    <a:pt x="261799" y="839174"/>
                    <a:pt x="262674" y="838972"/>
                    <a:pt x="263213" y="838838"/>
                  </a:cubicBezTo>
                  <a:cubicBezTo>
                    <a:pt x="263751" y="838737"/>
                    <a:pt x="264727" y="838064"/>
                    <a:pt x="265165" y="837862"/>
                  </a:cubicBezTo>
                  <a:cubicBezTo>
                    <a:pt x="265602" y="837627"/>
                    <a:pt x="266814" y="836651"/>
                    <a:pt x="266814" y="836651"/>
                  </a:cubicBezTo>
                  <a:lnTo>
                    <a:pt x="268126" y="835777"/>
                  </a:lnTo>
                  <a:cubicBezTo>
                    <a:pt x="268126" y="835777"/>
                    <a:pt x="269102" y="835676"/>
                    <a:pt x="269540" y="835777"/>
                  </a:cubicBezTo>
                  <a:cubicBezTo>
                    <a:pt x="269977" y="835878"/>
                    <a:pt x="270953" y="836752"/>
                    <a:pt x="271391" y="836853"/>
                  </a:cubicBezTo>
                  <a:cubicBezTo>
                    <a:pt x="271828" y="836954"/>
                    <a:pt x="273040" y="838064"/>
                    <a:pt x="273141" y="838602"/>
                  </a:cubicBezTo>
                  <a:cubicBezTo>
                    <a:pt x="273242" y="839141"/>
                    <a:pt x="274655" y="840453"/>
                    <a:pt x="274655" y="840453"/>
                  </a:cubicBezTo>
                  <a:cubicBezTo>
                    <a:pt x="274655" y="840453"/>
                    <a:pt x="274857" y="840553"/>
                    <a:pt x="276169" y="840453"/>
                  </a:cubicBezTo>
                  <a:cubicBezTo>
                    <a:pt x="277482" y="840352"/>
                    <a:pt x="278694" y="840553"/>
                    <a:pt x="278997" y="840453"/>
                  </a:cubicBezTo>
                  <a:cubicBezTo>
                    <a:pt x="279333" y="840352"/>
                    <a:pt x="286165" y="840453"/>
                    <a:pt x="286165" y="840453"/>
                  </a:cubicBezTo>
                  <a:lnTo>
                    <a:pt x="291348" y="840453"/>
                  </a:lnTo>
                  <a:lnTo>
                    <a:pt x="293098" y="840453"/>
                  </a:lnTo>
                  <a:cubicBezTo>
                    <a:pt x="293098" y="840453"/>
                    <a:pt x="295992" y="842774"/>
                    <a:pt x="295790" y="843211"/>
                  </a:cubicBezTo>
                  <a:cubicBezTo>
                    <a:pt x="295588" y="843648"/>
                    <a:pt x="297742" y="846407"/>
                    <a:pt x="297742" y="846407"/>
                  </a:cubicBezTo>
                  <a:cubicBezTo>
                    <a:pt x="297742" y="846407"/>
                    <a:pt x="300805" y="848863"/>
                    <a:pt x="301209" y="849165"/>
                  </a:cubicBezTo>
                  <a:cubicBezTo>
                    <a:pt x="301646" y="849468"/>
                    <a:pt x="306728" y="852193"/>
                    <a:pt x="306728" y="852193"/>
                  </a:cubicBezTo>
                  <a:lnTo>
                    <a:pt x="313391" y="855523"/>
                  </a:lnTo>
                  <a:lnTo>
                    <a:pt x="316420" y="858988"/>
                  </a:lnTo>
                  <a:lnTo>
                    <a:pt x="319449" y="861175"/>
                  </a:lnTo>
                  <a:lnTo>
                    <a:pt x="325810" y="865077"/>
                  </a:lnTo>
                  <a:lnTo>
                    <a:pt x="329142" y="867398"/>
                  </a:lnTo>
                  <a:lnTo>
                    <a:pt x="331027" y="869416"/>
                  </a:lnTo>
                  <a:lnTo>
                    <a:pt x="334493" y="871166"/>
                  </a:lnTo>
                  <a:cubicBezTo>
                    <a:pt x="334493" y="871166"/>
                    <a:pt x="335806" y="871300"/>
                    <a:pt x="337387" y="871300"/>
                  </a:cubicBezTo>
                  <a:cubicBezTo>
                    <a:pt x="338969" y="871300"/>
                    <a:pt x="340282" y="871435"/>
                    <a:pt x="340854" y="871435"/>
                  </a:cubicBezTo>
                  <a:cubicBezTo>
                    <a:pt x="341426" y="871435"/>
                    <a:pt x="343445" y="872007"/>
                    <a:pt x="343445" y="872007"/>
                  </a:cubicBezTo>
                  <a:lnTo>
                    <a:pt x="344320" y="873756"/>
                  </a:lnTo>
                  <a:cubicBezTo>
                    <a:pt x="344320" y="873756"/>
                    <a:pt x="345767" y="875942"/>
                    <a:pt x="346339" y="876077"/>
                  </a:cubicBezTo>
                  <a:cubicBezTo>
                    <a:pt x="346911" y="876212"/>
                    <a:pt x="347652" y="876380"/>
                    <a:pt x="348359" y="877221"/>
                  </a:cubicBezTo>
                  <a:cubicBezTo>
                    <a:pt x="349099" y="878095"/>
                    <a:pt x="351388" y="880686"/>
                    <a:pt x="351388" y="880686"/>
                  </a:cubicBezTo>
                  <a:lnTo>
                    <a:pt x="352700" y="881997"/>
                  </a:lnTo>
                  <a:lnTo>
                    <a:pt x="356167" y="884756"/>
                  </a:lnTo>
                  <a:lnTo>
                    <a:pt x="357042" y="887514"/>
                  </a:lnTo>
                  <a:cubicBezTo>
                    <a:pt x="357042" y="887514"/>
                    <a:pt x="357917" y="889533"/>
                    <a:pt x="358926" y="890979"/>
                  </a:cubicBezTo>
                  <a:cubicBezTo>
                    <a:pt x="359936" y="892426"/>
                    <a:pt x="363873" y="895184"/>
                    <a:pt x="363873" y="895184"/>
                  </a:cubicBezTo>
                  <a:lnTo>
                    <a:pt x="365758" y="898817"/>
                  </a:lnTo>
                  <a:lnTo>
                    <a:pt x="369393" y="903022"/>
                  </a:lnTo>
                  <a:lnTo>
                    <a:pt x="376494" y="903022"/>
                  </a:lnTo>
                  <a:lnTo>
                    <a:pt x="379556" y="901946"/>
                  </a:lnTo>
                  <a:lnTo>
                    <a:pt x="386085" y="901307"/>
                  </a:lnTo>
                  <a:lnTo>
                    <a:pt x="392177" y="901307"/>
                  </a:lnTo>
                  <a:lnTo>
                    <a:pt x="395643" y="901307"/>
                  </a:lnTo>
                  <a:lnTo>
                    <a:pt x="401163" y="901744"/>
                  </a:lnTo>
                  <a:cubicBezTo>
                    <a:pt x="401163" y="901744"/>
                    <a:pt x="400422" y="898111"/>
                    <a:pt x="400019" y="897539"/>
                  </a:cubicBezTo>
                  <a:cubicBezTo>
                    <a:pt x="399581" y="896967"/>
                    <a:pt x="396249" y="886539"/>
                    <a:pt x="396249" y="886539"/>
                  </a:cubicBezTo>
                  <a:cubicBezTo>
                    <a:pt x="396249" y="886539"/>
                    <a:pt x="395946" y="880450"/>
                    <a:pt x="395946" y="879878"/>
                  </a:cubicBezTo>
                  <a:cubicBezTo>
                    <a:pt x="395946" y="879306"/>
                    <a:pt x="396384" y="872208"/>
                    <a:pt x="396384" y="871603"/>
                  </a:cubicBezTo>
                  <a:cubicBezTo>
                    <a:pt x="396384" y="871031"/>
                    <a:pt x="396956" y="864202"/>
                    <a:pt x="396821" y="862756"/>
                  </a:cubicBezTo>
                  <a:cubicBezTo>
                    <a:pt x="396687" y="861309"/>
                    <a:pt x="396687" y="854514"/>
                    <a:pt x="396687" y="854514"/>
                  </a:cubicBezTo>
                  <a:cubicBezTo>
                    <a:pt x="396687" y="854514"/>
                    <a:pt x="395542" y="849872"/>
                    <a:pt x="394499" y="849165"/>
                  </a:cubicBezTo>
                  <a:cubicBezTo>
                    <a:pt x="393490" y="848425"/>
                    <a:pt x="391436" y="845970"/>
                    <a:pt x="390158" y="844388"/>
                  </a:cubicBezTo>
                  <a:cubicBezTo>
                    <a:pt x="388845" y="842807"/>
                    <a:pt x="384941" y="838165"/>
                    <a:pt x="384504" y="837593"/>
                  </a:cubicBezTo>
                  <a:cubicBezTo>
                    <a:pt x="384066" y="837021"/>
                    <a:pt x="383494" y="834700"/>
                    <a:pt x="383932" y="832951"/>
                  </a:cubicBezTo>
                  <a:cubicBezTo>
                    <a:pt x="384369" y="831202"/>
                    <a:pt x="386691" y="827165"/>
                    <a:pt x="387836" y="825988"/>
                  </a:cubicBezTo>
                  <a:cubicBezTo>
                    <a:pt x="388980" y="824844"/>
                    <a:pt x="390461" y="822657"/>
                    <a:pt x="391033" y="822220"/>
                  </a:cubicBezTo>
                  <a:cubicBezTo>
                    <a:pt x="391605" y="821783"/>
                    <a:pt x="391739" y="814382"/>
                    <a:pt x="391739" y="814382"/>
                  </a:cubicBezTo>
                  <a:lnTo>
                    <a:pt x="392614" y="804391"/>
                  </a:lnTo>
                  <a:lnTo>
                    <a:pt x="395643" y="803315"/>
                  </a:lnTo>
                  <a:lnTo>
                    <a:pt x="397965" y="800489"/>
                  </a:lnTo>
                  <a:lnTo>
                    <a:pt x="404360" y="800489"/>
                  </a:lnTo>
                  <a:lnTo>
                    <a:pt x="409879" y="803819"/>
                  </a:lnTo>
                  <a:cubicBezTo>
                    <a:pt x="409879" y="803819"/>
                    <a:pt x="417990" y="803685"/>
                    <a:pt x="419000" y="803382"/>
                  </a:cubicBezTo>
                  <a:cubicBezTo>
                    <a:pt x="420009" y="803079"/>
                    <a:pt x="427413" y="800489"/>
                    <a:pt x="427413" y="800489"/>
                  </a:cubicBezTo>
                  <a:cubicBezTo>
                    <a:pt x="427413" y="800489"/>
                    <a:pt x="429870" y="799042"/>
                    <a:pt x="432058" y="800489"/>
                  </a:cubicBezTo>
                  <a:cubicBezTo>
                    <a:pt x="434245" y="801935"/>
                    <a:pt x="438856" y="799345"/>
                    <a:pt x="440606" y="798739"/>
                  </a:cubicBezTo>
                  <a:cubicBezTo>
                    <a:pt x="442356" y="798168"/>
                    <a:pt x="445957" y="796418"/>
                    <a:pt x="446697" y="795544"/>
                  </a:cubicBezTo>
                  <a:cubicBezTo>
                    <a:pt x="447404" y="794669"/>
                    <a:pt x="449020" y="791776"/>
                    <a:pt x="449592" y="790632"/>
                  </a:cubicBezTo>
                  <a:cubicBezTo>
                    <a:pt x="450164" y="789489"/>
                    <a:pt x="451342" y="788311"/>
                    <a:pt x="451039" y="785856"/>
                  </a:cubicBezTo>
                  <a:cubicBezTo>
                    <a:pt x="450736" y="783400"/>
                    <a:pt x="451476" y="781651"/>
                    <a:pt x="449592" y="780204"/>
                  </a:cubicBezTo>
                  <a:cubicBezTo>
                    <a:pt x="447707" y="778757"/>
                    <a:pt x="443063" y="775427"/>
                    <a:pt x="441918" y="774687"/>
                  </a:cubicBezTo>
                  <a:cubicBezTo>
                    <a:pt x="440774" y="773947"/>
                    <a:pt x="439462" y="771794"/>
                    <a:pt x="436702" y="771357"/>
                  </a:cubicBezTo>
                  <a:cubicBezTo>
                    <a:pt x="433942" y="770920"/>
                    <a:pt x="432798" y="769776"/>
                    <a:pt x="428154" y="769910"/>
                  </a:cubicBezTo>
                  <a:cubicBezTo>
                    <a:pt x="423509" y="770045"/>
                    <a:pt x="423947" y="770348"/>
                    <a:pt x="421355" y="770617"/>
                  </a:cubicBezTo>
                  <a:cubicBezTo>
                    <a:pt x="418730" y="770920"/>
                    <a:pt x="419471" y="772938"/>
                    <a:pt x="417283" y="770920"/>
                  </a:cubicBezTo>
                  <a:cubicBezTo>
                    <a:pt x="415096" y="768901"/>
                    <a:pt x="412370" y="768161"/>
                    <a:pt x="412370" y="765840"/>
                  </a:cubicBezTo>
                  <a:cubicBezTo>
                    <a:pt x="412370" y="763519"/>
                    <a:pt x="412504" y="761500"/>
                    <a:pt x="412672" y="761063"/>
                  </a:cubicBezTo>
                  <a:cubicBezTo>
                    <a:pt x="412807" y="760626"/>
                    <a:pt x="414860" y="756993"/>
                    <a:pt x="414860" y="756993"/>
                  </a:cubicBezTo>
                  <a:lnTo>
                    <a:pt x="414288" y="752081"/>
                  </a:lnTo>
                  <a:lnTo>
                    <a:pt x="413716" y="747439"/>
                  </a:lnTo>
                  <a:cubicBezTo>
                    <a:pt x="413716" y="747439"/>
                    <a:pt x="409072" y="745118"/>
                    <a:pt x="407624" y="744546"/>
                  </a:cubicBezTo>
                  <a:cubicBezTo>
                    <a:pt x="406177" y="743974"/>
                    <a:pt x="402677" y="744546"/>
                    <a:pt x="402677" y="744546"/>
                  </a:cubicBezTo>
                  <a:cubicBezTo>
                    <a:pt x="402677" y="744546"/>
                    <a:pt x="400355" y="745488"/>
                    <a:pt x="397764" y="744277"/>
                  </a:cubicBezTo>
                  <a:cubicBezTo>
                    <a:pt x="395172" y="743100"/>
                    <a:pt x="394566" y="743671"/>
                    <a:pt x="393994" y="742797"/>
                  </a:cubicBezTo>
                  <a:cubicBezTo>
                    <a:pt x="393422" y="741922"/>
                    <a:pt x="385311" y="738726"/>
                    <a:pt x="385311" y="738726"/>
                  </a:cubicBezTo>
                  <a:cubicBezTo>
                    <a:pt x="385311" y="738726"/>
                    <a:pt x="384436" y="737213"/>
                    <a:pt x="384436" y="736775"/>
                  </a:cubicBezTo>
                  <a:cubicBezTo>
                    <a:pt x="384436" y="736338"/>
                    <a:pt x="384874" y="734050"/>
                    <a:pt x="385210" y="733849"/>
                  </a:cubicBezTo>
                  <a:cubicBezTo>
                    <a:pt x="385547" y="733647"/>
                    <a:pt x="387701" y="730922"/>
                    <a:pt x="387936" y="730485"/>
                  </a:cubicBezTo>
                  <a:cubicBezTo>
                    <a:pt x="388172" y="730047"/>
                    <a:pt x="388037" y="729947"/>
                    <a:pt x="389013" y="729408"/>
                  </a:cubicBezTo>
                  <a:cubicBezTo>
                    <a:pt x="389989" y="728870"/>
                    <a:pt x="392917" y="727457"/>
                    <a:pt x="393590" y="727457"/>
                  </a:cubicBezTo>
                  <a:cubicBezTo>
                    <a:pt x="394264" y="727457"/>
                    <a:pt x="396855" y="727995"/>
                    <a:pt x="397932" y="727457"/>
                  </a:cubicBezTo>
                  <a:cubicBezTo>
                    <a:pt x="399042" y="726919"/>
                    <a:pt x="401836" y="726549"/>
                    <a:pt x="402509" y="726112"/>
                  </a:cubicBezTo>
                  <a:cubicBezTo>
                    <a:pt x="403148" y="725674"/>
                    <a:pt x="407523" y="723992"/>
                    <a:pt x="407523" y="723992"/>
                  </a:cubicBezTo>
                  <a:lnTo>
                    <a:pt x="411427" y="723992"/>
                  </a:lnTo>
                  <a:lnTo>
                    <a:pt x="415668" y="725943"/>
                  </a:lnTo>
                  <a:cubicBezTo>
                    <a:pt x="415668" y="725943"/>
                    <a:pt x="420447" y="728231"/>
                    <a:pt x="421086" y="728433"/>
                  </a:cubicBezTo>
                  <a:cubicBezTo>
                    <a:pt x="421726" y="728668"/>
                    <a:pt x="427178" y="730720"/>
                    <a:pt x="428490" y="730922"/>
                  </a:cubicBezTo>
                  <a:cubicBezTo>
                    <a:pt x="429803" y="731124"/>
                    <a:pt x="434683" y="732873"/>
                    <a:pt x="435760" y="732873"/>
                  </a:cubicBezTo>
                  <a:cubicBezTo>
                    <a:pt x="436837" y="732873"/>
                    <a:pt x="444240" y="735261"/>
                    <a:pt x="445217" y="735261"/>
                  </a:cubicBezTo>
                  <a:cubicBezTo>
                    <a:pt x="446193" y="735261"/>
                    <a:pt x="454135" y="737213"/>
                    <a:pt x="455111" y="736910"/>
                  </a:cubicBezTo>
                  <a:cubicBezTo>
                    <a:pt x="456087" y="736573"/>
                    <a:pt x="462952" y="735497"/>
                    <a:pt x="462952" y="735497"/>
                  </a:cubicBezTo>
                  <a:lnTo>
                    <a:pt x="465544" y="733983"/>
                  </a:lnTo>
                  <a:lnTo>
                    <a:pt x="475775" y="733748"/>
                  </a:lnTo>
                  <a:cubicBezTo>
                    <a:pt x="475775" y="733748"/>
                    <a:pt x="481664" y="731797"/>
                    <a:pt x="482068" y="731157"/>
                  </a:cubicBezTo>
                  <a:cubicBezTo>
                    <a:pt x="482506" y="730485"/>
                    <a:pt x="484794" y="729106"/>
                    <a:pt x="484794" y="729106"/>
                  </a:cubicBezTo>
                  <a:lnTo>
                    <a:pt x="487621" y="725506"/>
                  </a:lnTo>
                  <a:lnTo>
                    <a:pt x="490246" y="725304"/>
                  </a:lnTo>
                  <a:lnTo>
                    <a:pt x="492299" y="726280"/>
                  </a:lnTo>
                  <a:lnTo>
                    <a:pt x="493040" y="728130"/>
                  </a:lnTo>
                  <a:lnTo>
                    <a:pt x="492501" y="731292"/>
                  </a:lnTo>
                  <a:cubicBezTo>
                    <a:pt x="492501" y="731292"/>
                    <a:pt x="492064" y="732907"/>
                    <a:pt x="493040" y="733781"/>
                  </a:cubicBezTo>
                  <a:cubicBezTo>
                    <a:pt x="494016" y="734656"/>
                    <a:pt x="495126" y="735968"/>
                    <a:pt x="495867" y="736607"/>
                  </a:cubicBezTo>
                  <a:cubicBezTo>
                    <a:pt x="496641" y="737246"/>
                    <a:pt x="499030" y="738895"/>
                    <a:pt x="499333" y="739096"/>
                  </a:cubicBezTo>
                  <a:cubicBezTo>
                    <a:pt x="499670" y="739332"/>
                    <a:pt x="503035" y="740072"/>
                    <a:pt x="503035" y="740072"/>
                  </a:cubicBezTo>
                  <a:cubicBezTo>
                    <a:pt x="503035" y="740072"/>
                    <a:pt x="504247" y="740173"/>
                    <a:pt x="505122" y="740173"/>
                  </a:cubicBezTo>
                  <a:cubicBezTo>
                    <a:pt x="505997" y="740173"/>
                    <a:pt x="507747" y="739937"/>
                    <a:pt x="508386" y="739736"/>
                  </a:cubicBezTo>
                  <a:cubicBezTo>
                    <a:pt x="509026" y="739500"/>
                    <a:pt x="511112" y="738121"/>
                    <a:pt x="511550" y="737549"/>
                  </a:cubicBezTo>
                  <a:cubicBezTo>
                    <a:pt x="511987" y="737011"/>
                    <a:pt x="513502" y="736035"/>
                    <a:pt x="513939" y="735699"/>
                  </a:cubicBezTo>
                  <a:cubicBezTo>
                    <a:pt x="514377" y="735362"/>
                    <a:pt x="515252" y="733849"/>
                    <a:pt x="515790" y="733310"/>
                  </a:cubicBezTo>
                  <a:cubicBezTo>
                    <a:pt x="516329" y="732772"/>
                    <a:pt x="516766" y="731460"/>
                    <a:pt x="518180" y="731023"/>
                  </a:cubicBezTo>
                  <a:cubicBezTo>
                    <a:pt x="519593" y="730586"/>
                    <a:pt x="521882" y="729947"/>
                    <a:pt x="522757" y="729274"/>
                  </a:cubicBezTo>
                  <a:cubicBezTo>
                    <a:pt x="523632" y="728635"/>
                    <a:pt x="525348" y="728197"/>
                    <a:pt x="526122" y="727121"/>
                  </a:cubicBezTo>
                  <a:cubicBezTo>
                    <a:pt x="526425" y="726683"/>
                    <a:pt x="527334" y="725943"/>
                    <a:pt x="528276" y="725237"/>
                  </a:cubicBezTo>
                  <a:lnTo>
                    <a:pt x="531406" y="720527"/>
                  </a:lnTo>
                  <a:lnTo>
                    <a:pt x="534031" y="716793"/>
                  </a:lnTo>
                  <a:lnTo>
                    <a:pt x="534031" y="712656"/>
                  </a:lnTo>
                  <a:cubicBezTo>
                    <a:pt x="534031" y="712656"/>
                    <a:pt x="534031" y="709695"/>
                    <a:pt x="534031" y="709393"/>
                  </a:cubicBezTo>
                  <a:cubicBezTo>
                    <a:pt x="534031" y="709090"/>
                    <a:pt x="534031" y="703977"/>
                    <a:pt x="534031" y="703977"/>
                  </a:cubicBezTo>
                  <a:lnTo>
                    <a:pt x="534603" y="701151"/>
                  </a:lnTo>
                  <a:cubicBezTo>
                    <a:pt x="534603" y="701151"/>
                    <a:pt x="534166" y="696441"/>
                    <a:pt x="534098" y="696240"/>
                  </a:cubicBezTo>
                  <a:cubicBezTo>
                    <a:pt x="534031" y="696004"/>
                    <a:pt x="532214" y="692102"/>
                    <a:pt x="532012" y="691967"/>
                  </a:cubicBezTo>
                  <a:cubicBezTo>
                    <a:pt x="531776" y="691833"/>
                    <a:pt x="527939" y="688570"/>
                    <a:pt x="527738" y="688435"/>
                  </a:cubicBezTo>
                  <a:cubicBezTo>
                    <a:pt x="527536" y="688301"/>
                    <a:pt x="523228" y="684667"/>
                    <a:pt x="523161" y="684466"/>
                  </a:cubicBezTo>
                  <a:cubicBezTo>
                    <a:pt x="523093" y="684264"/>
                    <a:pt x="519761" y="682145"/>
                    <a:pt x="519761" y="682145"/>
                  </a:cubicBezTo>
                  <a:lnTo>
                    <a:pt x="518247" y="680563"/>
                  </a:lnTo>
                  <a:lnTo>
                    <a:pt x="515756" y="680563"/>
                  </a:lnTo>
                  <a:cubicBezTo>
                    <a:pt x="515756" y="680563"/>
                    <a:pt x="512425" y="676358"/>
                    <a:pt x="512290" y="675787"/>
                  </a:cubicBezTo>
                  <a:cubicBezTo>
                    <a:pt x="512155" y="675215"/>
                    <a:pt x="512290" y="670875"/>
                    <a:pt x="512290" y="670875"/>
                  </a:cubicBezTo>
                  <a:lnTo>
                    <a:pt x="512223" y="666670"/>
                  </a:lnTo>
                  <a:cubicBezTo>
                    <a:pt x="512223" y="666670"/>
                    <a:pt x="509968" y="664349"/>
                    <a:pt x="509665" y="663777"/>
                  </a:cubicBezTo>
                  <a:cubicBezTo>
                    <a:pt x="509362" y="663205"/>
                    <a:pt x="505458" y="659370"/>
                    <a:pt x="505458" y="659370"/>
                  </a:cubicBezTo>
                  <a:lnTo>
                    <a:pt x="504011" y="657991"/>
                  </a:lnTo>
                  <a:lnTo>
                    <a:pt x="498357" y="657991"/>
                  </a:lnTo>
                  <a:cubicBezTo>
                    <a:pt x="498357" y="657991"/>
                    <a:pt x="496035" y="657688"/>
                    <a:pt x="495597" y="657991"/>
                  </a:cubicBezTo>
                  <a:cubicBezTo>
                    <a:pt x="495160" y="658294"/>
                    <a:pt x="493275" y="657251"/>
                    <a:pt x="493275" y="657251"/>
                  </a:cubicBezTo>
                  <a:lnTo>
                    <a:pt x="492266" y="654930"/>
                  </a:lnTo>
                  <a:lnTo>
                    <a:pt x="492266" y="651903"/>
                  </a:lnTo>
                  <a:lnTo>
                    <a:pt x="494150" y="650153"/>
                  </a:lnTo>
                  <a:cubicBezTo>
                    <a:pt x="494150" y="650153"/>
                    <a:pt x="494722" y="649279"/>
                    <a:pt x="495160" y="649144"/>
                  </a:cubicBezTo>
                  <a:cubicBezTo>
                    <a:pt x="495597" y="649010"/>
                    <a:pt x="498492" y="645814"/>
                    <a:pt x="498492" y="645814"/>
                  </a:cubicBezTo>
                  <a:lnTo>
                    <a:pt x="494857" y="642349"/>
                  </a:lnTo>
                  <a:lnTo>
                    <a:pt x="489641" y="642349"/>
                  </a:lnTo>
                  <a:cubicBezTo>
                    <a:pt x="489641" y="642349"/>
                    <a:pt x="487319" y="640465"/>
                    <a:pt x="487049" y="640028"/>
                  </a:cubicBezTo>
                  <a:cubicBezTo>
                    <a:pt x="486746" y="639590"/>
                    <a:pt x="486040" y="637572"/>
                    <a:pt x="486040" y="637000"/>
                  </a:cubicBezTo>
                  <a:cubicBezTo>
                    <a:pt x="486040" y="636428"/>
                    <a:pt x="486477" y="635116"/>
                    <a:pt x="487487" y="634107"/>
                  </a:cubicBezTo>
                  <a:cubicBezTo>
                    <a:pt x="488496" y="633098"/>
                    <a:pt x="490684" y="631080"/>
                    <a:pt x="491256" y="630777"/>
                  </a:cubicBezTo>
                  <a:cubicBezTo>
                    <a:pt x="491828" y="630508"/>
                    <a:pt x="494319" y="629196"/>
                    <a:pt x="494891" y="628893"/>
                  </a:cubicBezTo>
                  <a:cubicBezTo>
                    <a:pt x="495463" y="628590"/>
                    <a:pt x="497348" y="625865"/>
                    <a:pt x="497348" y="625865"/>
                  </a:cubicBezTo>
                  <a:cubicBezTo>
                    <a:pt x="497348" y="625865"/>
                    <a:pt x="497650" y="624991"/>
                    <a:pt x="497482" y="624419"/>
                  </a:cubicBezTo>
                  <a:cubicBezTo>
                    <a:pt x="497348" y="623847"/>
                    <a:pt x="495900" y="622098"/>
                    <a:pt x="495295" y="621829"/>
                  </a:cubicBezTo>
                  <a:cubicBezTo>
                    <a:pt x="494722" y="621526"/>
                    <a:pt x="493545" y="620517"/>
                    <a:pt x="493545" y="620517"/>
                  </a:cubicBezTo>
                  <a:cubicBezTo>
                    <a:pt x="493545" y="620517"/>
                    <a:pt x="491963" y="619373"/>
                    <a:pt x="490650" y="618767"/>
                  </a:cubicBezTo>
                  <a:cubicBezTo>
                    <a:pt x="489338" y="618196"/>
                    <a:pt x="486443" y="617893"/>
                    <a:pt x="486006" y="617590"/>
                  </a:cubicBezTo>
                  <a:cubicBezTo>
                    <a:pt x="485568" y="617287"/>
                    <a:pt x="482371" y="616581"/>
                    <a:pt x="481799" y="616446"/>
                  </a:cubicBezTo>
                  <a:cubicBezTo>
                    <a:pt x="481227" y="616312"/>
                    <a:pt x="478164" y="614697"/>
                    <a:pt x="478164" y="614697"/>
                  </a:cubicBezTo>
                  <a:lnTo>
                    <a:pt x="476280" y="612241"/>
                  </a:lnTo>
                  <a:lnTo>
                    <a:pt x="474530" y="609046"/>
                  </a:lnTo>
                  <a:cubicBezTo>
                    <a:pt x="474530" y="609046"/>
                    <a:pt x="473520" y="608238"/>
                    <a:pt x="474530" y="608104"/>
                  </a:cubicBezTo>
                  <a:cubicBezTo>
                    <a:pt x="475539" y="607969"/>
                    <a:pt x="478299" y="605850"/>
                    <a:pt x="478299" y="605850"/>
                  </a:cubicBezTo>
                  <a:lnTo>
                    <a:pt x="480890" y="605850"/>
                  </a:lnTo>
                  <a:lnTo>
                    <a:pt x="481597" y="604101"/>
                  </a:lnTo>
                  <a:lnTo>
                    <a:pt x="482607" y="602520"/>
                  </a:lnTo>
                  <a:lnTo>
                    <a:pt x="480790" y="600131"/>
                  </a:lnTo>
                  <a:lnTo>
                    <a:pt x="477458" y="596935"/>
                  </a:lnTo>
                  <a:lnTo>
                    <a:pt x="475708" y="594917"/>
                  </a:lnTo>
                  <a:lnTo>
                    <a:pt x="471232" y="590275"/>
                  </a:lnTo>
                  <a:lnTo>
                    <a:pt x="467597" y="585767"/>
                  </a:lnTo>
                  <a:cubicBezTo>
                    <a:pt x="467597" y="585767"/>
                    <a:pt x="466015" y="584018"/>
                    <a:pt x="466015" y="583446"/>
                  </a:cubicBezTo>
                  <a:cubicBezTo>
                    <a:pt x="466015" y="582874"/>
                    <a:pt x="466015" y="578669"/>
                    <a:pt x="466015" y="578669"/>
                  </a:cubicBezTo>
                  <a:lnTo>
                    <a:pt x="466755" y="576718"/>
                  </a:lnTo>
                  <a:cubicBezTo>
                    <a:pt x="466755" y="576718"/>
                    <a:pt x="468135" y="575238"/>
                    <a:pt x="469179" y="574599"/>
                  </a:cubicBezTo>
                  <a:cubicBezTo>
                    <a:pt x="469179" y="574599"/>
                    <a:pt x="469179" y="574599"/>
                    <a:pt x="469179" y="574599"/>
                  </a:cubicBezTo>
                  <a:lnTo>
                    <a:pt x="469179" y="574599"/>
                  </a:lnTo>
                  <a:lnTo>
                    <a:pt x="462852" y="572143"/>
                  </a:lnTo>
                  <a:cubicBezTo>
                    <a:pt x="462852" y="572143"/>
                    <a:pt x="461270" y="569250"/>
                    <a:pt x="460967" y="568510"/>
                  </a:cubicBezTo>
                  <a:cubicBezTo>
                    <a:pt x="460664" y="567770"/>
                    <a:pt x="460664" y="563161"/>
                    <a:pt x="460260" y="562556"/>
                  </a:cubicBezTo>
                  <a:cubicBezTo>
                    <a:pt x="459823" y="561984"/>
                    <a:pt x="460260" y="551690"/>
                    <a:pt x="460260" y="551690"/>
                  </a:cubicBezTo>
                  <a:lnTo>
                    <a:pt x="461842" y="544727"/>
                  </a:lnTo>
                  <a:lnTo>
                    <a:pt x="460832" y="542136"/>
                  </a:lnTo>
                  <a:cubicBezTo>
                    <a:pt x="460832" y="542136"/>
                    <a:pt x="460832" y="535610"/>
                    <a:pt x="460832" y="534029"/>
                  </a:cubicBezTo>
                  <a:cubicBezTo>
                    <a:pt x="460832" y="532448"/>
                    <a:pt x="461606" y="530699"/>
                    <a:pt x="461909" y="529959"/>
                  </a:cubicBezTo>
                  <a:cubicBezTo>
                    <a:pt x="462212" y="529252"/>
                    <a:pt x="463727" y="526629"/>
                    <a:pt x="463727" y="526629"/>
                  </a:cubicBezTo>
                  <a:cubicBezTo>
                    <a:pt x="463727" y="526629"/>
                    <a:pt x="465880" y="523298"/>
                    <a:pt x="466049" y="522726"/>
                  </a:cubicBezTo>
                  <a:cubicBezTo>
                    <a:pt x="466183" y="522154"/>
                    <a:pt x="466621" y="519530"/>
                    <a:pt x="466755" y="519093"/>
                  </a:cubicBezTo>
                  <a:cubicBezTo>
                    <a:pt x="466890" y="518656"/>
                    <a:pt x="467765" y="516637"/>
                    <a:pt x="467765" y="516637"/>
                  </a:cubicBezTo>
                  <a:cubicBezTo>
                    <a:pt x="467765" y="516637"/>
                    <a:pt x="467630" y="512433"/>
                    <a:pt x="467765" y="511289"/>
                  </a:cubicBezTo>
                  <a:cubicBezTo>
                    <a:pt x="467900" y="510145"/>
                    <a:pt x="467765" y="507387"/>
                    <a:pt x="467765" y="507387"/>
                  </a:cubicBezTo>
                  <a:cubicBezTo>
                    <a:pt x="467765" y="507387"/>
                    <a:pt x="467765" y="502744"/>
                    <a:pt x="467765" y="501870"/>
                  </a:cubicBezTo>
                  <a:cubicBezTo>
                    <a:pt x="467765" y="500995"/>
                    <a:pt x="469347" y="499280"/>
                    <a:pt x="469515" y="498977"/>
                  </a:cubicBezTo>
                  <a:cubicBezTo>
                    <a:pt x="469650" y="498674"/>
                    <a:pt x="472544" y="495646"/>
                    <a:pt x="472712" y="495075"/>
                  </a:cubicBezTo>
                  <a:cubicBezTo>
                    <a:pt x="472847" y="494503"/>
                    <a:pt x="474328" y="492619"/>
                    <a:pt x="474900" y="491744"/>
                  </a:cubicBezTo>
                  <a:cubicBezTo>
                    <a:pt x="475472" y="490870"/>
                    <a:pt x="477929" y="487405"/>
                    <a:pt x="478232" y="486967"/>
                  </a:cubicBezTo>
                  <a:cubicBezTo>
                    <a:pt x="478535" y="486530"/>
                    <a:pt x="482573" y="481753"/>
                    <a:pt x="482573" y="481753"/>
                  </a:cubicBezTo>
                  <a:cubicBezTo>
                    <a:pt x="482573" y="481753"/>
                    <a:pt x="483145" y="476404"/>
                    <a:pt x="483145" y="475799"/>
                  </a:cubicBezTo>
                  <a:cubicBezTo>
                    <a:pt x="483145" y="475227"/>
                    <a:pt x="485165" y="472166"/>
                    <a:pt x="485737" y="471594"/>
                  </a:cubicBezTo>
                  <a:cubicBezTo>
                    <a:pt x="486309" y="471022"/>
                    <a:pt x="487319" y="469004"/>
                    <a:pt x="487621" y="467826"/>
                  </a:cubicBezTo>
                  <a:cubicBezTo>
                    <a:pt x="487891" y="466683"/>
                    <a:pt x="489068" y="462747"/>
                    <a:pt x="489068" y="462747"/>
                  </a:cubicBezTo>
                  <a:cubicBezTo>
                    <a:pt x="489068" y="462747"/>
                    <a:pt x="490819" y="459416"/>
                    <a:pt x="490819" y="458542"/>
                  </a:cubicBezTo>
                  <a:cubicBezTo>
                    <a:pt x="490819" y="457667"/>
                    <a:pt x="491391" y="452890"/>
                    <a:pt x="491391" y="452890"/>
                  </a:cubicBezTo>
                  <a:lnTo>
                    <a:pt x="490381" y="448248"/>
                  </a:lnTo>
                  <a:lnTo>
                    <a:pt x="490381" y="444178"/>
                  </a:lnTo>
                  <a:lnTo>
                    <a:pt x="488799" y="436373"/>
                  </a:lnTo>
                  <a:lnTo>
                    <a:pt x="486477" y="433615"/>
                  </a:lnTo>
                  <a:lnTo>
                    <a:pt x="481395" y="427257"/>
                  </a:lnTo>
                  <a:lnTo>
                    <a:pt x="480823" y="420159"/>
                  </a:lnTo>
                  <a:lnTo>
                    <a:pt x="481698" y="415820"/>
                  </a:lnTo>
                  <a:lnTo>
                    <a:pt x="480554" y="410471"/>
                  </a:lnTo>
                  <a:lnTo>
                    <a:pt x="478972" y="406838"/>
                  </a:lnTo>
                  <a:lnTo>
                    <a:pt x="476953" y="403507"/>
                  </a:lnTo>
                  <a:lnTo>
                    <a:pt x="476684" y="397856"/>
                  </a:lnTo>
                  <a:lnTo>
                    <a:pt x="476246" y="392642"/>
                  </a:lnTo>
                  <a:lnTo>
                    <a:pt x="476818" y="389312"/>
                  </a:lnTo>
                  <a:lnTo>
                    <a:pt x="477693" y="387428"/>
                  </a:lnTo>
                  <a:lnTo>
                    <a:pt x="478131" y="381776"/>
                  </a:lnTo>
                  <a:lnTo>
                    <a:pt x="478568" y="377874"/>
                  </a:lnTo>
                  <a:lnTo>
                    <a:pt x="478265" y="374241"/>
                  </a:lnTo>
                  <a:cubicBezTo>
                    <a:pt x="478265" y="374241"/>
                    <a:pt x="477962" y="370911"/>
                    <a:pt x="477962" y="370473"/>
                  </a:cubicBezTo>
                  <a:cubicBezTo>
                    <a:pt x="477962" y="370036"/>
                    <a:pt x="477390" y="367278"/>
                    <a:pt x="477390" y="367278"/>
                  </a:cubicBezTo>
                  <a:cubicBezTo>
                    <a:pt x="477390" y="367278"/>
                    <a:pt x="476818" y="365831"/>
                    <a:pt x="476650" y="365394"/>
                  </a:cubicBezTo>
                  <a:cubicBezTo>
                    <a:pt x="476515" y="364956"/>
                    <a:pt x="476515" y="364082"/>
                    <a:pt x="476785" y="363947"/>
                  </a:cubicBezTo>
                  <a:cubicBezTo>
                    <a:pt x="477087" y="363813"/>
                    <a:pt x="476919" y="361626"/>
                    <a:pt x="477357" y="361323"/>
                  </a:cubicBezTo>
                  <a:cubicBezTo>
                    <a:pt x="477794" y="361020"/>
                    <a:pt x="478366" y="359440"/>
                    <a:pt x="478366" y="359440"/>
                  </a:cubicBezTo>
                  <a:cubicBezTo>
                    <a:pt x="478366" y="359440"/>
                    <a:pt x="478938" y="357253"/>
                    <a:pt x="479073" y="356681"/>
                  </a:cubicBezTo>
                  <a:cubicBezTo>
                    <a:pt x="479208" y="356109"/>
                    <a:pt x="479948" y="354360"/>
                    <a:pt x="479948" y="354360"/>
                  </a:cubicBezTo>
                  <a:lnTo>
                    <a:pt x="479948" y="351601"/>
                  </a:lnTo>
                  <a:lnTo>
                    <a:pt x="478938" y="350020"/>
                  </a:lnTo>
                  <a:lnTo>
                    <a:pt x="477626" y="346555"/>
                  </a:lnTo>
                  <a:lnTo>
                    <a:pt x="475035" y="342653"/>
                  </a:lnTo>
                  <a:cubicBezTo>
                    <a:pt x="475035" y="342653"/>
                    <a:pt x="473284" y="340635"/>
                    <a:pt x="473150" y="340198"/>
                  </a:cubicBezTo>
                  <a:cubicBezTo>
                    <a:pt x="473015" y="339760"/>
                    <a:pt x="471265" y="338751"/>
                    <a:pt x="471265" y="338751"/>
                  </a:cubicBezTo>
                  <a:lnTo>
                    <a:pt x="471265" y="337607"/>
                  </a:lnTo>
                  <a:lnTo>
                    <a:pt x="472207" y="335858"/>
                  </a:lnTo>
                  <a:lnTo>
                    <a:pt x="474025" y="334714"/>
                  </a:lnTo>
                  <a:lnTo>
                    <a:pt x="475035" y="332830"/>
                  </a:lnTo>
                  <a:cubicBezTo>
                    <a:pt x="475035" y="332830"/>
                    <a:pt x="475741" y="330947"/>
                    <a:pt x="475741" y="330509"/>
                  </a:cubicBezTo>
                  <a:cubicBezTo>
                    <a:pt x="475741" y="330072"/>
                    <a:pt x="475741" y="328323"/>
                    <a:pt x="475607" y="327751"/>
                  </a:cubicBezTo>
                  <a:cubicBezTo>
                    <a:pt x="475472" y="327179"/>
                    <a:pt x="473857" y="327751"/>
                    <a:pt x="473857" y="327751"/>
                  </a:cubicBezTo>
                  <a:cubicBezTo>
                    <a:pt x="473857" y="327751"/>
                    <a:pt x="472140" y="325867"/>
                    <a:pt x="471972" y="324858"/>
                  </a:cubicBezTo>
                  <a:cubicBezTo>
                    <a:pt x="471837" y="323849"/>
                    <a:pt x="469515" y="324858"/>
                    <a:pt x="469515" y="324858"/>
                  </a:cubicBezTo>
                  <a:lnTo>
                    <a:pt x="469515" y="323277"/>
                  </a:lnTo>
                  <a:lnTo>
                    <a:pt x="471837" y="322268"/>
                  </a:lnTo>
                  <a:lnTo>
                    <a:pt x="473419" y="320081"/>
                  </a:lnTo>
                  <a:cubicBezTo>
                    <a:pt x="473419" y="320081"/>
                    <a:pt x="472712" y="318635"/>
                    <a:pt x="472712" y="318063"/>
                  </a:cubicBezTo>
                  <a:cubicBezTo>
                    <a:pt x="472712" y="317491"/>
                    <a:pt x="471703" y="316751"/>
                    <a:pt x="471703" y="316751"/>
                  </a:cubicBezTo>
                  <a:lnTo>
                    <a:pt x="470558" y="315001"/>
                  </a:lnTo>
                  <a:lnTo>
                    <a:pt x="471703" y="313555"/>
                  </a:lnTo>
                  <a:lnTo>
                    <a:pt x="470390" y="310797"/>
                  </a:lnTo>
                  <a:lnTo>
                    <a:pt x="469515" y="305717"/>
                  </a:lnTo>
                  <a:lnTo>
                    <a:pt x="469515" y="302252"/>
                  </a:lnTo>
                  <a:lnTo>
                    <a:pt x="471030" y="300368"/>
                  </a:lnTo>
                  <a:lnTo>
                    <a:pt x="474732" y="299796"/>
                  </a:lnTo>
                  <a:lnTo>
                    <a:pt x="476179" y="298047"/>
                  </a:lnTo>
                  <a:lnTo>
                    <a:pt x="475741" y="295861"/>
                  </a:lnTo>
                  <a:lnTo>
                    <a:pt x="474732" y="295289"/>
                  </a:lnTo>
                  <a:lnTo>
                    <a:pt x="474732" y="292261"/>
                  </a:lnTo>
                  <a:lnTo>
                    <a:pt x="479006" y="290815"/>
                  </a:lnTo>
                  <a:cubicBezTo>
                    <a:pt x="479006" y="290815"/>
                    <a:pt x="480251" y="288224"/>
                    <a:pt x="480520" y="287787"/>
                  </a:cubicBezTo>
                  <a:cubicBezTo>
                    <a:pt x="480823" y="287350"/>
                    <a:pt x="482977" y="283447"/>
                    <a:pt x="482977" y="283447"/>
                  </a:cubicBezTo>
                  <a:lnTo>
                    <a:pt x="486309" y="278099"/>
                  </a:lnTo>
                  <a:cubicBezTo>
                    <a:pt x="486309" y="278099"/>
                    <a:pt x="492838" y="273625"/>
                    <a:pt x="492838" y="273187"/>
                  </a:cubicBezTo>
                  <a:cubicBezTo>
                    <a:pt x="492838" y="272750"/>
                    <a:pt x="494420" y="269554"/>
                    <a:pt x="494722" y="269117"/>
                  </a:cubicBezTo>
                  <a:cubicBezTo>
                    <a:pt x="495025" y="268680"/>
                    <a:pt x="497314" y="266661"/>
                    <a:pt x="497314" y="266661"/>
                  </a:cubicBezTo>
                  <a:lnTo>
                    <a:pt x="498189" y="263903"/>
                  </a:lnTo>
                  <a:lnTo>
                    <a:pt x="497886" y="259395"/>
                  </a:lnTo>
                  <a:lnTo>
                    <a:pt x="495867" y="257780"/>
                  </a:lnTo>
                  <a:cubicBezTo>
                    <a:pt x="495867" y="257780"/>
                    <a:pt x="492972" y="253744"/>
                    <a:pt x="492972" y="252701"/>
                  </a:cubicBezTo>
                  <a:cubicBezTo>
                    <a:pt x="492972" y="251658"/>
                    <a:pt x="493275" y="250111"/>
                    <a:pt x="493275" y="250111"/>
                  </a:cubicBezTo>
                  <a:lnTo>
                    <a:pt x="496304" y="248092"/>
                  </a:lnTo>
                  <a:cubicBezTo>
                    <a:pt x="496304" y="248092"/>
                    <a:pt x="497886" y="245468"/>
                    <a:pt x="499333" y="244022"/>
                  </a:cubicBezTo>
                  <a:cubicBezTo>
                    <a:pt x="500780" y="242575"/>
                    <a:pt x="502362" y="243450"/>
                    <a:pt x="502362" y="243450"/>
                  </a:cubicBezTo>
                  <a:cubicBezTo>
                    <a:pt x="502362" y="243450"/>
                    <a:pt x="503809" y="242575"/>
                    <a:pt x="505256" y="241129"/>
                  </a:cubicBezTo>
                  <a:cubicBezTo>
                    <a:pt x="506703" y="239682"/>
                    <a:pt x="506703" y="238673"/>
                    <a:pt x="506703" y="238673"/>
                  </a:cubicBezTo>
                  <a:lnTo>
                    <a:pt x="507444" y="234334"/>
                  </a:lnTo>
                  <a:lnTo>
                    <a:pt x="503977" y="230129"/>
                  </a:lnTo>
                  <a:lnTo>
                    <a:pt x="504550" y="227505"/>
                  </a:lnTo>
                  <a:lnTo>
                    <a:pt x="506131" y="225318"/>
                  </a:lnTo>
                  <a:lnTo>
                    <a:pt x="507276" y="223300"/>
                  </a:lnTo>
                  <a:lnTo>
                    <a:pt x="504516" y="221853"/>
                  </a:lnTo>
                  <a:lnTo>
                    <a:pt x="500747" y="220541"/>
                  </a:lnTo>
                  <a:lnTo>
                    <a:pt x="500747" y="219398"/>
                  </a:lnTo>
                  <a:lnTo>
                    <a:pt x="501184" y="216303"/>
                  </a:lnTo>
                  <a:cubicBezTo>
                    <a:pt x="501184" y="216303"/>
                    <a:pt x="502059" y="215765"/>
                    <a:pt x="502497" y="215529"/>
                  </a:cubicBezTo>
                  <a:cubicBezTo>
                    <a:pt x="502934" y="215327"/>
                    <a:pt x="504011" y="214453"/>
                    <a:pt x="504247" y="214116"/>
                  </a:cubicBezTo>
                  <a:cubicBezTo>
                    <a:pt x="504449" y="213780"/>
                    <a:pt x="504449" y="213040"/>
                    <a:pt x="504449" y="213040"/>
                  </a:cubicBezTo>
                  <a:lnTo>
                    <a:pt x="501521" y="210651"/>
                  </a:lnTo>
                  <a:cubicBezTo>
                    <a:pt x="501521" y="210651"/>
                    <a:pt x="499468" y="209777"/>
                    <a:pt x="499131" y="209440"/>
                  </a:cubicBezTo>
                  <a:cubicBezTo>
                    <a:pt x="498795" y="209104"/>
                    <a:pt x="498155" y="208128"/>
                    <a:pt x="498155" y="208128"/>
                  </a:cubicBezTo>
                  <a:lnTo>
                    <a:pt x="496843" y="207355"/>
                  </a:lnTo>
                  <a:lnTo>
                    <a:pt x="494117" y="206480"/>
                  </a:lnTo>
                  <a:lnTo>
                    <a:pt x="493780" y="204865"/>
                  </a:lnTo>
                  <a:lnTo>
                    <a:pt x="493780" y="202141"/>
                  </a:lnTo>
                  <a:lnTo>
                    <a:pt x="492198" y="199315"/>
                  </a:lnTo>
                  <a:cubicBezTo>
                    <a:pt x="492198" y="199315"/>
                    <a:pt x="490516" y="196825"/>
                    <a:pt x="490078" y="196590"/>
                  </a:cubicBezTo>
                  <a:cubicBezTo>
                    <a:pt x="489641" y="196388"/>
                    <a:pt x="488665" y="195177"/>
                    <a:pt x="488665" y="195177"/>
                  </a:cubicBezTo>
                  <a:cubicBezTo>
                    <a:pt x="488665" y="195177"/>
                    <a:pt x="486275" y="192352"/>
                    <a:pt x="485636" y="191813"/>
                  </a:cubicBezTo>
                  <a:cubicBezTo>
                    <a:pt x="484996" y="191275"/>
                    <a:pt x="483785" y="190400"/>
                    <a:pt x="483347" y="190299"/>
                  </a:cubicBezTo>
                  <a:cubicBezTo>
                    <a:pt x="482910" y="190199"/>
                    <a:pt x="481294" y="188988"/>
                    <a:pt x="480857" y="188685"/>
                  </a:cubicBezTo>
                  <a:cubicBezTo>
                    <a:pt x="480419" y="188348"/>
                    <a:pt x="478804" y="186195"/>
                    <a:pt x="478804" y="185859"/>
                  </a:cubicBezTo>
                  <a:cubicBezTo>
                    <a:pt x="478804" y="185523"/>
                    <a:pt x="479241" y="184211"/>
                    <a:pt x="479881" y="183571"/>
                  </a:cubicBezTo>
                  <a:cubicBezTo>
                    <a:pt x="480520" y="182932"/>
                    <a:pt x="479881" y="182260"/>
                    <a:pt x="479881" y="182260"/>
                  </a:cubicBezTo>
                  <a:lnTo>
                    <a:pt x="479881" y="180073"/>
                  </a:lnTo>
                  <a:cubicBezTo>
                    <a:pt x="479881" y="180073"/>
                    <a:pt x="480655" y="177247"/>
                    <a:pt x="480655" y="176810"/>
                  </a:cubicBezTo>
                  <a:cubicBezTo>
                    <a:pt x="480655" y="176373"/>
                    <a:pt x="482169" y="174522"/>
                    <a:pt x="482506" y="174522"/>
                  </a:cubicBezTo>
                  <a:cubicBezTo>
                    <a:pt x="482842" y="174522"/>
                    <a:pt x="482405" y="172571"/>
                    <a:pt x="482169" y="171697"/>
                  </a:cubicBezTo>
                  <a:cubicBezTo>
                    <a:pt x="481967" y="170822"/>
                    <a:pt x="479914" y="170082"/>
                    <a:pt x="479914" y="170082"/>
                  </a:cubicBezTo>
                  <a:lnTo>
                    <a:pt x="479914" y="166617"/>
                  </a:lnTo>
                  <a:cubicBezTo>
                    <a:pt x="479914" y="166617"/>
                    <a:pt x="481866" y="163993"/>
                    <a:pt x="482068" y="163589"/>
                  </a:cubicBezTo>
                  <a:cubicBezTo>
                    <a:pt x="482304" y="163152"/>
                    <a:pt x="483145" y="161201"/>
                    <a:pt x="483145" y="161201"/>
                  </a:cubicBezTo>
                  <a:lnTo>
                    <a:pt x="484323" y="157063"/>
                  </a:lnTo>
                  <a:lnTo>
                    <a:pt x="489102" y="152724"/>
                  </a:lnTo>
                  <a:lnTo>
                    <a:pt x="491054" y="149461"/>
                  </a:lnTo>
                  <a:lnTo>
                    <a:pt x="493242" y="148149"/>
                  </a:lnTo>
                  <a:lnTo>
                    <a:pt x="497785" y="145962"/>
                  </a:lnTo>
                  <a:lnTo>
                    <a:pt x="499972" y="143238"/>
                  </a:lnTo>
                  <a:cubicBezTo>
                    <a:pt x="499972" y="143238"/>
                    <a:pt x="501386" y="139975"/>
                    <a:pt x="501487" y="139638"/>
                  </a:cubicBezTo>
                  <a:cubicBezTo>
                    <a:pt x="501588" y="139302"/>
                    <a:pt x="502900" y="137048"/>
                    <a:pt x="502900" y="137048"/>
                  </a:cubicBezTo>
                  <a:lnTo>
                    <a:pt x="504953" y="133347"/>
                  </a:lnTo>
                  <a:lnTo>
                    <a:pt x="507881" y="131834"/>
                  </a:lnTo>
                  <a:lnTo>
                    <a:pt x="511381" y="130959"/>
                  </a:lnTo>
                  <a:lnTo>
                    <a:pt x="513670" y="129445"/>
                  </a:lnTo>
                  <a:lnTo>
                    <a:pt x="514646" y="126620"/>
                  </a:lnTo>
                  <a:lnTo>
                    <a:pt x="514646" y="121607"/>
                  </a:lnTo>
                  <a:lnTo>
                    <a:pt x="515790" y="116931"/>
                  </a:lnTo>
                  <a:cubicBezTo>
                    <a:pt x="515790" y="116931"/>
                    <a:pt x="515420" y="114543"/>
                    <a:pt x="515521" y="114206"/>
                  </a:cubicBezTo>
                  <a:cubicBezTo>
                    <a:pt x="515622" y="113870"/>
                    <a:pt x="516396" y="110944"/>
                    <a:pt x="516396" y="110944"/>
                  </a:cubicBezTo>
                  <a:lnTo>
                    <a:pt x="516396" y="107479"/>
                  </a:lnTo>
                  <a:cubicBezTo>
                    <a:pt x="516396" y="107479"/>
                    <a:pt x="516396" y="104653"/>
                    <a:pt x="516396" y="104115"/>
                  </a:cubicBezTo>
                  <a:cubicBezTo>
                    <a:pt x="516396" y="103576"/>
                    <a:pt x="517035" y="101827"/>
                    <a:pt x="517372" y="101524"/>
                  </a:cubicBezTo>
                  <a:cubicBezTo>
                    <a:pt x="517708" y="101188"/>
                    <a:pt x="518987" y="99674"/>
                    <a:pt x="519661" y="98934"/>
                  </a:cubicBezTo>
                  <a:cubicBezTo>
                    <a:pt x="520300" y="98161"/>
                    <a:pt x="521310" y="96445"/>
                    <a:pt x="521511" y="96108"/>
                  </a:cubicBezTo>
                  <a:cubicBezTo>
                    <a:pt x="521747" y="95772"/>
                    <a:pt x="523362" y="91870"/>
                    <a:pt x="523362" y="91870"/>
                  </a:cubicBezTo>
                  <a:lnTo>
                    <a:pt x="523362" y="89683"/>
                  </a:lnTo>
                  <a:lnTo>
                    <a:pt x="524641" y="87194"/>
                  </a:lnTo>
                  <a:cubicBezTo>
                    <a:pt x="524641" y="87194"/>
                    <a:pt x="525853" y="84368"/>
                    <a:pt x="525853" y="84032"/>
                  </a:cubicBezTo>
                  <a:cubicBezTo>
                    <a:pt x="525853" y="83695"/>
                    <a:pt x="526290" y="80029"/>
                    <a:pt x="526290" y="80029"/>
                  </a:cubicBezTo>
                  <a:cubicBezTo>
                    <a:pt x="526290" y="80029"/>
                    <a:pt x="524339" y="77203"/>
                    <a:pt x="524574" y="76564"/>
                  </a:cubicBezTo>
                  <a:cubicBezTo>
                    <a:pt x="524776" y="75925"/>
                    <a:pt x="524574" y="72964"/>
                    <a:pt x="524574" y="72527"/>
                  </a:cubicBezTo>
                  <a:cubicBezTo>
                    <a:pt x="524574" y="72090"/>
                    <a:pt x="526964" y="70239"/>
                    <a:pt x="526964" y="70239"/>
                  </a:cubicBezTo>
                  <a:lnTo>
                    <a:pt x="529454" y="69466"/>
                  </a:lnTo>
                  <a:lnTo>
                    <a:pt x="531305" y="67717"/>
                  </a:lnTo>
                  <a:lnTo>
                    <a:pt x="534569" y="65429"/>
                  </a:lnTo>
                  <a:lnTo>
                    <a:pt x="537060" y="62940"/>
                  </a:lnTo>
                  <a:lnTo>
                    <a:pt x="539012" y="58701"/>
                  </a:lnTo>
                  <a:cubicBezTo>
                    <a:pt x="539012" y="58701"/>
                    <a:pt x="540089" y="54362"/>
                    <a:pt x="540089" y="53924"/>
                  </a:cubicBezTo>
                  <a:cubicBezTo>
                    <a:pt x="540089" y="53487"/>
                    <a:pt x="540190" y="50325"/>
                    <a:pt x="540190" y="50325"/>
                  </a:cubicBezTo>
                  <a:lnTo>
                    <a:pt x="540964" y="43597"/>
                  </a:lnTo>
                  <a:cubicBezTo>
                    <a:pt x="540964" y="43597"/>
                    <a:pt x="541300" y="41208"/>
                    <a:pt x="548233" y="37609"/>
                  </a:cubicBezTo>
                  <a:cubicBezTo>
                    <a:pt x="555233" y="34178"/>
                    <a:pt x="548503" y="36062"/>
                    <a:pt x="547829" y="36062"/>
                  </a:cubicBezTo>
                  <a:close/>
                </a:path>
              </a:pathLst>
            </a:custGeom>
            <a:grpFill/>
            <a:ln w="6350" cap="flat">
              <a:solidFill>
                <a:schemeClr val="bg1"/>
              </a:solidFill>
              <a:prstDash val="solid"/>
              <a:miter/>
            </a:ln>
          </p:spPr>
          <p:txBody>
            <a:bodyPr rtlCol="0" anchor="ctr"/>
            <a:lstStyle/>
            <a:p>
              <a:endParaRPr lang="en-US"/>
            </a:p>
          </p:txBody>
        </p:sp>
        <p:sp>
          <p:nvSpPr>
            <p:cNvPr id="127" name="Freeform 906">
              <a:extLst>
                <a:ext uri="{FF2B5EF4-FFF2-40B4-BE49-F238E27FC236}">
                  <a16:creationId xmlns:a16="http://schemas.microsoft.com/office/drawing/2014/main" id="{3F641C94-AD72-7147-9686-2E011752CE13}"/>
                </a:ext>
              </a:extLst>
            </p:cNvPr>
            <p:cNvSpPr/>
            <p:nvPr/>
          </p:nvSpPr>
          <p:spPr>
            <a:xfrm>
              <a:off x="7482803" y="2560251"/>
              <a:ext cx="157817" cy="247545"/>
            </a:xfrm>
            <a:custGeom>
              <a:avLst/>
              <a:gdLst>
                <a:gd name="connsiteX0" fmla="*/ 75352 w 302992"/>
                <a:gd name="connsiteY0" fmla="*/ 278402 h 475260"/>
                <a:gd name="connsiteX1" fmla="*/ 78180 w 302992"/>
                <a:gd name="connsiteY1" fmla="*/ 278940 h 475260"/>
                <a:gd name="connsiteX2" fmla="*/ 81545 w 302992"/>
                <a:gd name="connsiteY2" fmla="*/ 279814 h 475260"/>
                <a:gd name="connsiteX3" fmla="*/ 83160 w 302992"/>
                <a:gd name="connsiteY3" fmla="*/ 280252 h 475260"/>
                <a:gd name="connsiteX4" fmla="*/ 85785 w 302992"/>
                <a:gd name="connsiteY4" fmla="*/ 282876 h 475260"/>
                <a:gd name="connsiteX5" fmla="*/ 87636 w 302992"/>
                <a:gd name="connsiteY5" fmla="*/ 286475 h 475260"/>
                <a:gd name="connsiteX6" fmla="*/ 89925 w 302992"/>
                <a:gd name="connsiteY6" fmla="*/ 289738 h 475260"/>
                <a:gd name="connsiteX7" fmla="*/ 90026 w 302992"/>
                <a:gd name="connsiteY7" fmla="*/ 292328 h 475260"/>
                <a:gd name="connsiteX8" fmla="*/ 89824 w 302992"/>
                <a:gd name="connsiteY8" fmla="*/ 295154 h 475260"/>
                <a:gd name="connsiteX9" fmla="*/ 89185 w 302992"/>
                <a:gd name="connsiteY9" fmla="*/ 297105 h 475260"/>
                <a:gd name="connsiteX10" fmla="*/ 87435 w 302992"/>
                <a:gd name="connsiteY10" fmla="*/ 298955 h 475260"/>
                <a:gd name="connsiteX11" fmla="*/ 85920 w 302992"/>
                <a:gd name="connsiteY11" fmla="*/ 299931 h 475260"/>
                <a:gd name="connsiteX12" fmla="*/ 85045 w 302992"/>
                <a:gd name="connsiteY12" fmla="*/ 300267 h 475260"/>
                <a:gd name="connsiteX13" fmla="*/ 82218 w 302992"/>
                <a:gd name="connsiteY13" fmla="*/ 301579 h 475260"/>
                <a:gd name="connsiteX14" fmla="*/ 80906 w 302992"/>
                <a:gd name="connsiteY14" fmla="*/ 303968 h 475260"/>
                <a:gd name="connsiteX15" fmla="*/ 79593 w 302992"/>
                <a:gd name="connsiteY15" fmla="*/ 305482 h 475260"/>
                <a:gd name="connsiteX16" fmla="*/ 78180 w 302992"/>
                <a:gd name="connsiteY16" fmla="*/ 310157 h 475260"/>
                <a:gd name="connsiteX17" fmla="*/ 78718 w 302992"/>
                <a:gd name="connsiteY17" fmla="*/ 313420 h 475260"/>
                <a:gd name="connsiteX18" fmla="*/ 78180 w 302992"/>
                <a:gd name="connsiteY18" fmla="*/ 316684 h 475260"/>
                <a:gd name="connsiteX19" fmla="*/ 78718 w 302992"/>
                <a:gd name="connsiteY19" fmla="*/ 319947 h 475260"/>
                <a:gd name="connsiteX20" fmla="*/ 80569 w 302992"/>
                <a:gd name="connsiteY20" fmla="*/ 322571 h 475260"/>
                <a:gd name="connsiteX21" fmla="*/ 83833 w 302992"/>
                <a:gd name="connsiteY21" fmla="*/ 323647 h 475260"/>
                <a:gd name="connsiteX22" fmla="*/ 87535 w 302992"/>
                <a:gd name="connsiteY22" fmla="*/ 324084 h 475260"/>
                <a:gd name="connsiteX23" fmla="*/ 90161 w 302992"/>
                <a:gd name="connsiteY23" fmla="*/ 324320 h 475260"/>
                <a:gd name="connsiteX24" fmla="*/ 93088 w 302992"/>
                <a:gd name="connsiteY24" fmla="*/ 326607 h 475260"/>
                <a:gd name="connsiteX25" fmla="*/ 93694 w 302992"/>
                <a:gd name="connsiteY25" fmla="*/ 330812 h 475260"/>
                <a:gd name="connsiteX26" fmla="*/ 96454 w 302992"/>
                <a:gd name="connsiteY26" fmla="*/ 337338 h 475260"/>
                <a:gd name="connsiteX27" fmla="*/ 99348 w 302992"/>
                <a:gd name="connsiteY27" fmla="*/ 345143 h 475260"/>
                <a:gd name="connsiteX28" fmla="*/ 100089 w 302992"/>
                <a:gd name="connsiteY28" fmla="*/ 354427 h 475260"/>
                <a:gd name="connsiteX29" fmla="*/ 101233 w 302992"/>
                <a:gd name="connsiteY29" fmla="*/ 359641 h 475260"/>
                <a:gd name="connsiteX30" fmla="*/ 100089 w 302992"/>
                <a:gd name="connsiteY30" fmla="*/ 365495 h 475260"/>
                <a:gd name="connsiteX31" fmla="*/ 100493 w 302992"/>
                <a:gd name="connsiteY31" fmla="*/ 369935 h 475260"/>
                <a:gd name="connsiteX32" fmla="*/ 100593 w 302992"/>
                <a:gd name="connsiteY32" fmla="*/ 371953 h 475260"/>
                <a:gd name="connsiteX33" fmla="*/ 99079 w 302992"/>
                <a:gd name="connsiteY33" fmla="*/ 374207 h 475260"/>
                <a:gd name="connsiteX34" fmla="*/ 95949 w 302992"/>
                <a:gd name="connsiteY34" fmla="*/ 378446 h 475260"/>
                <a:gd name="connsiteX35" fmla="*/ 93661 w 302992"/>
                <a:gd name="connsiteY35" fmla="*/ 379455 h 475260"/>
                <a:gd name="connsiteX36" fmla="*/ 91776 w 302992"/>
                <a:gd name="connsiteY36" fmla="*/ 380229 h 475260"/>
                <a:gd name="connsiteX37" fmla="*/ 89858 w 302992"/>
                <a:gd name="connsiteY37" fmla="*/ 381406 h 475260"/>
                <a:gd name="connsiteX38" fmla="*/ 89622 w 302992"/>
                <a:gd name="connsiteY38" fmla="*/ 383021 h 475260"/>
                <a:gd name="connsiteX39" fmla="*/ 89387 w 302992"/>
                <a:gd name="connsiteY39" fmla="*/ 384669 h 475260"/>
                <a:gd name="connsiteX40" fmla="*/ 88007 w 302992"/>
                <a:gd name="connsiteY40" fmla="*/ 386351 h 475260"/>
                <a:gd name="connsiteX41" fmla="*/ 86324 w 302992"/>
                <a:gd name="connsiteY41" fmla="*/ 387327 h 475260"/>
                <a:gd name="connsiteX42" fmla="*/ 83901 w 302992"/>
                <a:gd name="connsiteY42" fmla="*/ 389513 h 475260"/>
                <a:gd name="connsiteX43" fmla="*/ 83833 w 302992"/>
                <a:gd name="connsiteY43" fmla="*/ 392003 h 475260"/>
                <a:gd name="connsiteX44" fmla="*/ 83463 w 302992"/>
                <a:gd name="connsiteY44" fmla="*/ 394257 h 475260"/>
                <a:gd name="connsiteX45" fmla="*/ 83463 w 302992"/>
                <a:gd name="connsiteY45" fmla="*/ 396510 h 475260"/>
                <a:gd name="connsiteX46" fmla="*/ 83766 w 302992"/>
                <a:gd name="connsiteY46" fmla="*/ 397822 h 475260"/>
                <a:gd name="connsiteX47" fmla="*/ 85550 w 302992"/>
                <a:gd name="connsiteY47" fmla="*/ 399639 h 475260"/>
                <a:gd name="connsiteX48" fmla="*/ 88074 w 302992"/>
                <a:gd name="connsiteY48" fmla="*/ 401624 h 475260"/>
                <a:gd name="connsiteX49" fmla="*/ 88612 w 302992"/>
                <a:gd name="connsiteY49" fmla="*/ 403406 h 475260"/>
                <a:gd name="connsiteX50" fmla="*/ 87805 w 302992"/>
                <a:gd name="connsiteY50" fmla="*/ 404954 h 475260"/>
                <a:gd name="connsiteX51" fmla="*/ 89252 w 302992"/>
                <a:gd name="connsiteY51" fmla="*/ 406299 h 475260"/>
                <a:gd name="connsiteX52" fmla="*/ 91204 w 302992"/>
                <a:gd name="connsiteY52" fmla="*/ 407073 h 475260"/>
                <a:gd name="connsiteX53" fmla="*/ 93257 w 302992"/>
                <a:gd name="connsiteY53" fmla="*/ 407746 h 475260"/>
                <a:gd name="connsiteX54" fmla="*/ 94771 w 302992"/>
                <a:gd name="connsiteY54" fmla="*/ 409024 h 475260"/>
                <a:gd name="connsiteX55" fmla="*/ 96084 w 302992"/>
                <a:gd name="connsiteY55" fmla="*/ 411211 h 475260"/>
                <a:gd name="connsiteX56" fmla="*/ 96622 w 302992"/>
                <a:gd name="connsiteY56" fmla="*/ 413297 h 475260"/>
                <a:gd name="connsiteX57" fmla="*/ 99247 w 302992"/>
                <a:gd name="connsiteY57" fmla="*/ 414171 h 475260"/>
                <a:gd name="connsiteX58" fmla="*/ 104161 w 302992"/>
                <a:gd name="connsiteY58" fmla="*/ 415618 h 475260"/>
                <a:gd name="connsiteX59" fmla="*/ 106180 w 302992"/>
                <a:gd name="connsiteY59" fmla="*/ 415315 h 475260"/>
                <a:gd name="connsiteX60" fmla="*/ 108199 w 302992"/>
                <a:gd name="connsiteY60" fmla="*/ 414440 h 475260"/>
                <a:gd name="connsiteX61" fmla="*/ 111666 w 302992"/>
                <a:gd name="connsiteY61" fmla="*/ 414440 h 475260"/>
                <a:gd name="connsiteX62" fmla="*/ 118632 w 302992"/>
                <a:gd name="connsiteY62" fmla="*/ 415584 h 475260"/>
                <a:gd name="connsiteX63" fmla="*/ 120955 w 302992"/>
                <a:gd name="connsiteY63" fmla="*/ 416459 h 475260"/>
                <a:gd name="connsiteX64" fmla="*/ 120652 w 302992"/>
                <a:gd name="connsiteY64" fmla="*/ 417905 h 475260"/>
                <a:gd name="connsiteX65" fmla="*/ 120080 w 302992"/>
                <a:gd name="connsiteY65" fmla="*/ 421101 h 475260"/>
                <a:gd name="connsiteX66" fmla="*/ 118632 w 302992"/>
                <a:gd name="connsiteY66" fmla="*/ 422245 h 475260"/>
                <a:gd name="connsiteX67" fmla="*/ 120652 w 302992"/>
                <a:gd name="connsiteY67" fmla="*/ 426315 h 475260"/>
                <a:gd name="connsiteX68" fmla="*/ 122099 w 302992"/>
                <a:gd name="connsiteY68" fmla="*/ 432337 h 475260"/>
                <a:gd name="connsiteX69" fmla="*/ 131084 w 302992"/>
                <a:gd name="connsiteY69" fmla="*/ 436743 h 475260"/>
                <a:gd name="connsiteX70" fmla="*/ 134551 w 302992"/>
                <a:gd name="connsiteY70" fmla="*/ 437887 h 475260"/>
                <a:gd name="connsiteX71" fmla="*/ 141214 w 302992"/>
                <a:gd name="connsiteY71" fmla="*/ 440780 h 475260"/>
                <a:gd name="connsiteX72" fmla="*/ 146936 w 302992"/>
                <a:gd name="connsiteY72" fmla="*/ 444615 h 475260"/>
                <a:gd name="connsiteX73" fmla="*/ 149628 w 302992"/>
                <a:gd name="connsiteY73" fmla="*/ 447441 h 475260"/>
                <a:gd name="connsiteX74" fmla="*/ 149763 w 302992"/>
                <a:gd name="connsiteY74" fmla="*/ 449627 h 475260"/>
                <a:gd name="connsiteX75" fmla="*/ 149056 w 302992"/>
                <a:gd name="connsiteY75" fmla="*/ 451814 h 475260"/>
                <a:gd name="connsiteX76" fmla="*/ 149056 w 302992"/>
                <a:gd name="connsiteY76" fmla="*/ 454135 h 475260"/>
                <a:gd name="connsiteX77" fmla="*/ 150301 w 302992"/>
                <a:gd name="connsiteY77" fmla="*/ 457028 h 475260"/>
                <a:gd name="connsiteX78" fmla="*/ 151681 w 302992"/>
                <a:gd name="connsiteY78" fmla="*/ 459047 h 475260"/>
                <a:gd name="connsiteX79" fmla="*/ 154003 w 302992"/>
                <a:gd name="connsiteY79" fmla="*/ 458172 h 475260"/>
                <a:gd name="connsiteX80" fmla="*/ 155148 w 302992"/>
                <a:gd name="connsiteY80" fmla="*/ 457028 h 475260"/>
                <a:gd name="connsiteX81" fmla="*/ 155888 w 302992"/>
                <a:gd name="connsiteY81" fmla="*/ 455447 h 475260"/>
                <a:gd name="connsiteX82" fmla="*/ 157773 w 302992"/>
                <a:gd name="connsiteY82" fmla="*/ 454572 h 475260"/>
                <a:gd name="connsiteX83" fmla="*/ 161239 w 302992"/>
                <a:gd name="connsiteY83" fmla="*/ 455279 h 475260"/>
                <a:gd name="connsiteX84" fmla="*/ 161239 w 302992"/>
                <a:gd name="connsiteY84" fmla="*/ 455144 h 475260"/>
                <a:gd name="connsiteX85" fmla="*/ 162754 w 302992"/>
                <a:gd name="connsiteY85" fmla="*/ 455716 h 475260"/>
                <a:gd name="connsiteX86" fmla="*/ 165883 w 302992"/>
                <a:gd name="connsiteY86" fmla="*/ 456591 h 475260"/>
                <a:gd name="connsiteX87" fmla="*/ 167465 w 302992"/>
                <a:gd name="connsiteY87" fmla="*/ 458609 h 475260"/>
                <a:gd name="connsiteX88" fmla="*/ 168609 w 302992"/>
                <a:gd name="connsiteY88" fmla="*/ 461367 h 475260"/>
                <a:gd name="connsiteX89" fmla="*/ 169619 w 302992"/>
                <a:gd name="connsiteY89" fmla="*/ 464698 h 475260"/>
                <a:gd name="connsiteX90" fmla="*/ 171369 w 302992"/>
                <a:gd name="connsiteY90" fmla="*/ 466716 h 475260"/>
                <a:gd name="connsiteX91" fmla="*/ 171369 w 302992"/>
                <a:gd name="connsiteY91" fmla="*/ 468735 h 475260"/>
                <a:gd name="connsiteX92" fmla="*/ 172816 w 302992"/>
                <a:gd name="connsiteY92" fmla="*/ 471493 h 475260"/>
                <a:gd name="connsiteX93" fmla="*/ 173961 w 302992"/>
                <a:gd name="connsiteY93" fmla="*/ 472368 h 475260"/>
                <a:gd name="connsiteX94" fmla="*/ 176148 w 302992"/>
                <a:gd name="connsiteY94" fmla="*/ 474386 h 475260"/>
                <a:gd name="connsiteX95" fmla="*/ 177730 w 302992"/>
                <a:gd name="connsiteY95" fmla="*/ 475261 h 475260"/>
                <a:gd name="connsiteX96" fmla="*/ 179480 w 302992"/>
                <a:gd name="connsiteY96" fmla="*/ 475261 h 475260"/>
                <a:gd name="connsiteX97" fmla="*/ 180624 w 302992"/>
                <a:gd name="connsiteY97" fmla="*/ 474117 h 475260"/>
                <a:gd name="connsiteX98" fmla="*/ 181634 w 302992"/>
                <a:gd name="connsiteY98" fmla="*/ 472368 h 475260"/>
                <a:gd name="connsiteX99" fmla="*/ 182643 w 302992"/>
                <a:gd name="connsiteY99" fmla="*/ 469307 h 475260"/>
                <a:gd name="connsiteX100" fmla="*/ 183216 w 302992"/>
                <a:gd name="connsiteY100" fmla="*/ 467557 h 475260"/>
                <a:gd name="connsiteX101" fmla="*/ 184360 w 302992"/>
                <a:gd name="connsiteY101" fmla="*/ 463790 h 475260"/>
                <a:gd name="connsiteX102" fmla="*/ 184932 w 302992"/>
                <a:gd name="connsiteY102" fmla="*/ 460325 h 475260"/>
                <a:gd name="connsiteX103" fmla="*/ 185672 w 302992"/>
                <a:gd name="connsiteY103" fmla="*/ 457566 h 475260"/>
                <a:gd name="connsiteX104" fmla="*/ 185369 w 302992"/>
                <a:gd name="connsiteY104" fmla="*/ 454808 h 475260"/>
                <a:gd name="connsiteX105" fmla="*/ 184663 w 302992"/>
                <a:gd name="connsiteY105" fmla="*/ 452049 h 475260"/>
                <a:gd name="connsiteX106" fmla="*/ 182643 w 302992"/>
                <a:gd name="connsiteY106" fmla="*/ 445826 h 475260"/>
                <a:gd name="connsiteX107" fmla="*/ 182071 w 302992"/>
                <a:gd name="connsiteY107" fmla="*/ 440612 h 475260"/>
                <a:gd name="connsiteX108" fmla="*/ 184023 w 302992"/>
                <a:gd name="connsiteY108" fmla="*/ 436104 h 475260"/>
                <a:gd name="connsiteX109" fmla="*/ 182509 w 302992"/>
                <a:gd name="connsiteY109" fmla="*/ 433817 h 475260"/>
                <a:gd name="connsiteX110" fmla="*/ 181297 w 302992"/>
                <a:gd name="connsiteY110" fmla="*/ 429679 h 475260"/>
                <a:gd name="connsiteX111" fmla="*/ 180321 w 302992"/>
                <a:gd name="connsiteY111" fmla="*/ 427392 h 475260"/>
                <a:gd name="connsiteX112" fmla="*/ 180321 w 302992"/>
                <a:gd name="connsiteY112" fmla="*/ 426315 h 475260"/>
                <a:gd name="connsiteX113" fmla="*/ 179951 w 302992"/>
                <a:gd name="connsiteY113" fmla="*/ 424028 h 475260"/>
                <a:gd name="connsiteX114" fmla="*/ 178605 w 302992"/>
                <a:gd name="connsiteY114" fmla="*/ 422177 h 475260"/>
                <a:gd name="connsiteX115" fmla="*/ 178605 w 302992"/>
                <a:gd name="connsiteY115" fmla="*/ 419789 h 475260"/>
                <a:gd name="connsiteX116" fmla="*/ 179379 w 302992"/>
                <a:gd name="connsiteY116" fmla="*/ 417737 h 475260"/>
                <a:gd name="connsiteX117" fmla="*/ 182643 w 302992"/>
                <a:gd name="connsiteY117" fmla="*/ 416862 h 475260"/>
                <a:gd name="connsiteX118" fmla="*/ 184595 w 302992"/>
                <a:gd name="connsiteY118" fmla="*/ 416089 h 475260"/>
                <a:gd name="connsiteX119" fmla="*/ 187220 w 302992"/>
                <a:gd name="connsiteY119" fmla="*/ 413801 h 475260"/>
                <a:gd name="connsiteX120" fmla="*/ 188970 w 302992"/>
                <a:gd name="connsiteY120" fmla="*/ 413700 h 475260"/>
                <a:gd name="connsiteX121" fmla="*/ 191898 w 302992"/>
                <a:gd name="connsiteY121" fmla="*/ 416728 h 475260"/>
                <a:gd name="connsiteX122" fmla="*/ 194288 w 302992"/>
                <a:gd name="connsiteY122" fmla="*/ 417602 h 475260"/>
                <a:gd name="connsiteX123" fmla="*/ 197350 w 302992"/>
                <a:gd name="connsiteY123" fmla="*/ 419352 h 475260"/>
                <a:gd name="connsiteX124" fmla="*/ 200951 w 302992"/>
                <a:gd name="connsiteY124" fmla="*/ 422076 h 475260"/>
                <a:gd name="connsiteX125" fmla="*/ 203879 w 302992"/>
                <a:gd name="connsiteY125" fmla="*/ 424801 h 475260"/>
                <a:gd name="connsiteX126" fmla="*/ 205831 w 302992"/>
                <a:gd name="connsiteY126" fmla="*/ 424801 h 475260"/>
                <a:gd name="connsiteX127" fmla="*/ 207783 w 302992"/>
                <a:gd name="connsiteY127" fmla="*/ 423119 h 475260"/>
                <a:gd name="connsiteX128" fmla="*/ 209870 w 302992"/>
                <a:gd name="connsiteY128" fmla="*/ 421202 h 475260"/>
                <a:gd name="connsiteX129" fmla="*/ 213572 w 302992"/>
                <a:gd name="connsiteY129" fmla="*/ 421976 h 475260"/>
                <a:gd name="connsiteX130" fmla="*/ 215860 w 302992"/>
                <a:gd name="connsiteY130" fmla="*/ 418511 h 475260"/>
                <a:gd name="connsiteX131" fmla="*/ 216399 w 302992"/>
                <a:gd name="connsiteY131" fmla="*/ 417972 h 475260"/>
                <a:gd name="connsiteX132" fmla="*/ 217712 w 302992"/>
                <a:gd name="connsiteY132" fmla="*/ 416122 h 475260"/>
                <a:gd name="connsiteX133" fmla="*/ 219562 w 302992"/>
                <a:gd name="connsiteY133" fmla="*/ 416122 h 475260"/>
                <a:gd name="connsiteX134" fmla="*/ 223466 w 302992"/>
                <a:gd name="connsiteY134" fmla="*/ 416122 h 475260"/>
                <a:gd name="connsiteX135" fmla="*/ 226192 w 302992"/>
                <a:gd name="connsiteY135" fmla="*/ 415416 h 475260"/>
                <a:gd name="connsiteX136" fmla="*/ 227404 w 302992"/>
                <a:gd name="connsiteY136" fmla="*/ 415248 h 475260"/>
                <a:gd name="connsiteX137" fmla="*/ 227404 w 302992"/>
                <a:gd name="connsiteY137" fmla="*/ 413398 h 475260"/>
                <a:gd name="connsiteX138" fmla="*/ 226933 w 302992"/>
                <a:gd name="connsiteY138" fmla="*/ 410572 h 475260"/>
                <a:gd name="connsiteX139" fmla="*/ 227000 w 302992"/>
                <a:gd name="connsiteY139" fmla="*/ 409697 h 475260"/>
                <a:gd name="connsiteX140" fmla="*/ 223836 w 302992"/>
                <a:gd name="connsiteY140" fmla="*/ 406333 h 475260"/>
                <a:gd name="connsiteX141" fmla="*/ 220471 w 302992"/>
                <a:gd name="connsiteY141" fmla="*/ 401354 h 475260"/>
                <a:gd name="connsiteX142" fmla="*/ 220471 w 302992"/>
                <a:gd name="connsiteY142" fmla="*/ 399605 h 475260"/>
                <a:gd name="connsiteX143" fmla="*/ 224274 w 302992"/>
                <a:gd name="connsiteY143" fmla="*/ 397755 h 475260"/>
                <a:gd name="connsiteX144" fmla="*/ 226563 w 302992"/>
                <a:gd name="connsiteY144" fmla="*/ 396342 h 475260"/>
                <a:gd name="connsiteX145" fmla="*/ 228414 w 302992"/>
                <a:gd name="connsiteY145" fmla="*/ 392440 h 475260"/>
                <a:gd name="connsiteX146" fmla="*/ 229188 w 302992"/>
                <a:gd name="connsiteY146" fmla="*/ 387865 h 475260"/>
                <a:gd name="connsiteX147" fmla="*/ 230365 w 302992"/>
                <a:gd name="connsiteY147" fmla="*/ 383828 h 475260"/>
                <a:gd name="connsiteX148" fmla="*/ 232452 w 302992"/>
                <a:gd name="connsiteY148" fmla="*/ 380128 h 475260"/>
                <a:gd name="connsiteX149" fmla="*/ 231577 w 302992"/>
                <a:gd name="connsiteY149" fmla="*/ 377403 h 475260"/>
                <a:gd name="connsiteX150" fmla="*/ 229726 w 302992"/>
                <a:gd name="connsiteY150" fmla="*/ 375788 h 475260"/>
                <a:gd name="connsiteX151" fmla="*/ 227539 w 302992"/>
                <a:gd name="connsiteY151" fmla="*/ 373299 h 475260"/>
                <a:gd name="connsiteX152" fmla="*/ 226226 w 302992"/>
                <a:gd name="connsiteY152" fmla="*/ 371348 h 475260"/>
                <a:gd name="connsiteX153" fmla="*/ 228414 w 302992"/>
                <a:gd name="connsiteY153" fmla="*/ 368421 h 475260"/>
                <a:gd name="connsiteX154" fmla="*/ 226226 w 302992"/>
                <a:gd name="connsiteY154" fmla="*/ 366134 h 475260"/>
                <a:gd name="connsiteX155" fmla="*/ 221346 w 302992"/>
                <a:gd name="connsiteY155" fmla="*/ 363947 h 475260"/>
                <a:gd name="connsiteX156" fmla="*/ 218721 w 302992"/>
                <a:gd name="connsiteY156" fmla="*/ 363947 h 475260"/>
                <a:gd name="connsiteX157" fmla="*/ 214178 w 302992"/>
                <a:gd name="connsiteY157" fmla="*/ 362904 h 475260"/>
                <a:gd name="connsiteX158" fmla="*/ 209836 w 302992"/>
                <a:gd name="connsiteY158" fmla="*/ 361222 h 475260"/>
                <a:gd name="connsiteX159" fmla="*/ 207110 w 302992"/>
                <a:gd name="connsiteY159" fmla="*/ 359271 h 475260"/>
                <a:gd name="connsiteX160" fmla="*/ 205158 w 302992"/>
                <a:gd name="connsiteY160" fmla="*/ 356883 h 475260"/>
                <a:gd name="connsiteX161" fmla="*/ 201793 w 302992"/>
                <a:gd name="connsiteY161" fmla="*/ 355806 h 475260"/>
                <a:gd name="connsiteX162" fmla="*/ 198528 w 302992"/>
                <a:gd name="connsiteY162" fmla="*/ 357455 h 475260"/>
                <a:gd name="connsiteX163" fmla="*/ 189408 w 302992"/>
                <a:gd name="connsiteY163" fmla="*/ 357455 h 475260"/>
                <a:gd name="connsiteX164" fmla="*/ 186480 w 302992"/>
                <a:gd name="connsiteY164" fmla="*/ 355941 h 475260"/>
                <a:gd name="connsiteX165" fmla="*/ 184865 w 302992"/>
                <a:gd name="connsiteY165" fmla="*/ 352476 h 475260"/>
                <a:gd name="connsiteX166" fmla="*/ 189206 w 302992"/>
                <a:gd name="connsiteY166" fmla="*/ 349449 h 475260"/>
                <a:gd name="connsiteX167" fmla="*/ 190821 w 302992"/>
                <a:gd name="connsiteY167" fmla="*/ 347935 h 475260"/>
                <a:gd name="connsiteX168" fmla="*/ 191696 w 302992"/>
                <a:gd name="connsiteY168" fmla="*/ 343595 h 475260"/>
                <a:gd name="connsiteX169" fmla="*/ 191158 w 302992"/>
                <a:gd name="connsiteY169" fmla="*/ 339895 h 475260"/>
                <a:gd name="connsiteX170" fmla="*/ 189408 w 302992"/>
                <a:gd name="connsiteY170" fmla="*/ 337406 h 475260"/>
                <a:gd name="connsiteX171" fmla="*/ 187355 w 302992"/>
                <a:gd name="connsiteY171" fmla="*/ 334243 h 475260"/>
                <a:gd name="connsiteX172" fmla="*/ 184427 w 302992"/>
                <a:gd name="connsiteY172" fmla="*/ 332057 h 475260"/>
                <a:gd name="connsiteX173" fmla="*/ 181701 w 302992"/>
                <a:gd name="connsiteY173" fmla="*/ 330207 h 475260"/>
                <a:gd name="connsiteX174" fmla="*/ 178975 w 302992"/>
                <a:gd name="connsiteY174" fmla="*/ 326944 h 475260"/>
                <a:gd name="connsiteX175" fmla="*/ 178975 w 302992"/>
                <a:gd name="connsiteY175" fmla="*/ 323680 h 475260"/>
                <a:gd name="connsiteX176" fmla="*/ 181028 w 302992"/>
                <a:gd name="connsiteY176" fmla="*/ 322604 h 475260"/>
                <a:gd name="connsiteX177" fmla="*/ 184494 w 302992"/>
                <a:gd name="connsiteY177" fmla="*/ 322604 h 475260"/>
                <a:gd name="connsiteX178" fmla="*/ 185369 w 302992"/>
                <a:gd name="connsiteY178" fmla="*/ 320216 h 475260"/>
                <a:gd name="connsiteX179" fmla="*/ 187456 w 302992"/>
                <a:gd name="connsiteY179" fmla="*/ 318904 h 475260"/>
                <a:gd name="connsiteX180" fmla="*/ 189206 w 302992"/>
                <a:gd name="connsiteY180" fmla="*/ 316414 h 475260"/>
                <a:gd name="connsiteX181" fmla="*/ 189206 w 302992"/>
                <a:gd name="connsiteY181" fmla="*/ 314463 h 475260"/>
                <a:gd name="connsiteX182" fmla="*/ 189206 w 302992"/>
                <a:gd name="connsiteY182" fmla="*/ 311873 h 475260"/>
                <a:gd name="connsiteX183" fmla="*/ 190619 w 302992"/>
                <a:gd name="connsiteY183" fmla="*/ 308845 h 475260"/>
                <a:gd name="connsiteX184" fmla="*/ 192571 w 302992"/>
                <a:gd name="connsiteY184" fmla="*/ 306020 h 475260"/>
                <a:gd name="connsiteX185" fmla="*/ 194322 w 302992"/>
                <a:gd name="connsiteY185" fmla="*/ 303867 h 475260"/>
                <a:gd name="connsiteX186" fmla="*/ 197586 w 302992"/>
                <a:gd name="connsiteY186" fmla="*/ 303833 h 475260"/>
                <a:gd name="connsiteX187" fmla="*/ 200649 w 302992"/>
                <a:gd name="connsiteY187" fmla="*/ 303833 h 475260"/>
                <a:gd name="connsiteX188" fmla="*/ 204115 w 302992"/>
                <a:gd name="connsiteY188" fmla="*/ 303295 h 475260"/>
                <a:gd name="connsiteX189" fmla="*/ 203577 w 302992"/>
                <a:gd name="connsiteY189" fmla="*/ 300907 h 475260"/>
                <a:gd name="connsiteX190" fmla="*/ 202802 w 302992"/>
                <a:gd name="connsiteY190" fmla="*/ 299595 h 475260"/>
                <a:gd name="connsiteX191" fmla="*/ 203240 w 302992"/>
                <a:gd name="connsiteY191" fmla="*/ 295793 h 475260"/>
                <a:gd name="connsiteX192" fmla="*/ 205629 w 302992"/>
                <a:gd name="connsiteY192" fmla="*/ 295154 h 475260"/>
                <a:gd name="connsiteX193" fmla="*/ 205529 w 302992"/>
                <a:gd name="connsiteY193" fmla="*/ 292429 h 475260"/>
                <a:gd name="connsiteX194" fmla="*/ 204317 w 302992"/>
                <a:gd name="connsiteY194" fmla="*/ 290680 h 475260"/>
                <a:gd name="connsiteX195" fmla="*/ 201052 w 302992"/>
                <a:gd name="connsiteY195" fmla="*/ 289065 h 475260"/>
                <a:gd name="connsiteX196" fmla="*/ 197687 w 302992"/>
                <a:gd name="connsiteY196" fmla="*/ 287653 h 475260"/>
                <a:gd name="connsiteX197" fmla="*/ 195398 w 302992"/>
                <a:gd name="connsiteY197" fmla="*/ 282876 h 475260"/>
                <a:gd name="connsiteX198" fmla="*/ 196711 w 302992"/>
                <a:gd name="connsiteY198" fmla="*/ 280151 h 475260"/>
                <a:gd name="connsiteX199" fmla="*/ 200312 w 302992"/>
                <a:gd name="connsiteY199" fmla="*/ 278502 h 475260"/>
                <a:gd name="connsiteX200" fmla="*/ 203677 w 302992"/>
                <a:gd name="connsiteY200" fmla="*/ 277964 h 475260"/>
                <a:gd name="connsiteX201" fmla="*/ 204216 w 302992"/>
                <a:gd name="connsiteY201" fmla="*/ 275374 h 475260"/>
                <a:gd name="connsiteX202" fmla="*/ 204855 w 302992"/>
                <a:gd name="connsiteY202" fmla="*/ 272750 h 475260"/>
                <a:gd name="connsiteX203" fmla="*/ 204855 w 302992"/>
                <a:gd name="connsiteY203" fmla="*/ 267536 h 475260"/>
                <a:gd name="connsiteX204" fmla="*/ 204855 w 302992"/>
                <a:gd name="connsiteY204" fmla="*/ 263028 h 475260"/>
                <a:gd name="connsiteX205" fmla="*/ 206033 w 302992"/>
                <a:gd name="connsiteY205" fmla="*/ 259833 h 475260"/>
                <a:gd name="connsiteX206" fmla="*/ 208187 w 302992"/>
                <a:gd name="connsiteY206" fmla="*/ 259664 h 475260"/>
                <a:gd name="connsiteX207" fmla="*/ 210509 w 302992"/>
                <a:gd name="connsiteY207" fmla="*/ 260169 h 475260"/>
                <a:gd name="connsiteX208" fmla="*/ 214413 w 302992"/>
                <a:gd name="connsiteY208" fmla="*/ 260943 h 475260"/>
                <a:gd name="connsiteX209" fmla="*/ 216332 w 302992"/>
                <a:gd name="connsiteY209" fmla="*/ 259294 h 475260"/>
                <a:gd name="connsiteX210" fmla="*/ 217139 w 302992"/>
                <a:gd name="connsiteY210" fmla="*/ 257511 h 475260"/>
                <a:gd name="connsiteX211" fmla="*/ 221043 w 302992"/>
                <a:gd name="connsiteY211" fmla="*/ 255762 h 475260"/>
                <a:gd name="connsiteX212" fmla="*/ 224308 w 302992"/>
                <a:gd name="connsiteY212" fmla="*/ 256267 h 475260"/>
                <a:gd name="connsiteX213" fmla="*/ 227808 w 302992"/>
                <a:gd name="connsiteY213" fmla="*/ 260573 h 475260"/>
                <a:gd name="connsiteX214" fmla="*/ 228245 w 302992"/>
                <a:gd name="connsiteY214" fmla="*/ 260236 h 475260"/>
                <a:gd name="connsiteX215" fmla="*/ 231442 w 302992"/>
                <a:gd name="connsiteY215" fmla="*/ 257579 h 475260"/>
                <a:gd name="connsiteX216" fmla="*/ 233933 w 302992"/>
                <a:gd name="connsiteY216" fmla="*/ 258050 h 475260"/>
                <a:gd name="connsiteX217" fmla="*/ 237265 w 302992"/>
                <a:gd name="connsiteY217" fmla="*/ 261481 h 475260"/>
                <a:gd name="connsiteX218" fmla="*/ 239688 w 302992"/>
                <a:gd name="connsiteY218" fmla="*/ 260606 h 475260"/>
                <a:gd name="connsiteX219" fmla="*/ 241875 w 302992"/>
                <a:gd name="connsiteY219" fmla="*/ 258756 h 475260"/>
                <a:gd name="connsiteX220" fmla="*/ 244736 w 302992"/>
                <a:gd name="connsiteY220" fmla="*/ 256570 h 475260"/>
                <a:gd name="connsiteX221" fmla="*/ 248606 w 302992"/>
                <a:gd name="connsiteY221" fmla="*/ 256199 h 475260"/>
                <a:gd name="connsiteX222" fmla="*/ 254530 w 302992"/>
                <a:gd name="connsiteY222" fmla="*/ 258386 h 475260"/>
                <a:gd name="connsiteX223" fmla="*/ 258063 w 302992"/>
                <a:gd name="connsiteY223" fmla="*/ 260505 h 475260"/>
                <a:gd name="connsiteX224" fmla="*/ 260049 w 302992"/>
                <a:gd name="connsiteY224" fmla="*/ 262457 h 475260"/>
                <a:gd name="connsiteX225" fmla="*/ 265501 w 302992"/>
                <a:gd name="connsiteY225" fmla="*/ 265383 h 475260"/>
                <a:gd name="connsiteX226" fmla="*/ 265669 w 302992"/>
                <a:gd name="connsiteY226" fmla="*/ 265383 h 475260"/>
                <a:gd name="connsiteX227" fmla="*/ 265366 w 302992"/>
                <a:gd name="connsiteY227" fmla="*/ 266729 h 475260"/>
                <a:gd name="connsiteX228" fmla="*/ 266275 w 302992"/>
                <a:gd name="connsiteY228" fmla="*/ 262658 h 475260"/>
                <a:gd name="connsiteX229" fmla="*/ 268227 w 302992"/>
                <a:gd name="connsiteY229" fmla="*/ 260270 h 475260"/>
                <a:gd name="connsiteX230" fmla="*/ 269977 w 302992"/>
                <a:gd name="connsiteY230" fmla="*/ 258823 h 475260"/>
                <a:gd name="connsiteX231" fmla="*/ 270179 w 302992"/>
                <a:gd name="connsiteY231" fmla="*/ 257579 h 475260"/>
                <a:gd name="connsiteX232" fmla="*/ 269876 w 302992"/>
                <a:gd name="connsiteY232" fmla="*/ 256334 h 475260"/>
                <a:gd name="connsiteX233" fmla="*/ 268799 w 302992"/>
                <a:gd name="connsiteY233" fmla="*/ 255392 h 475260"/>
                <a:gd name="connsiteX234" fmla="*/ 266275 w 302992"/>
                <a:gd name="connsiteY234" fmla="*/ 253206 h 475260"/>
                <a:gd name="connsiteX235" fmla="*/ 264087 w 302992"/>
                <a:gd name="connsiteY235" fmla="*/ 251961 h 475260"/>
                <a:gd name="connsiteX236" fmla="*/ 262337 w 302992"/>
                <a:gd name="connsiteY236" fmla="*/ 251019 h 475260"/>
                <a:gd name="connsiteX237" fmla="*/ 261092 w 302992"/>
                <a:gd name="connsiteY237" fmla="*/ 248630 h 475260"/>
                <a:gd name="connsiteX238" fmla="*/ 261227 w 302992"/>
                <a:gd name="connsiteY238" fmla="*/ 246747 h 475260"/>
                <a:gd name="connsiteX239" fmla="*/ 262304 w 302992"/>
                <a:gd name="connsiteY239" fmla="*/ 244863 h 475260"/>
                <a:gd name="connsiteX240" fmla="*/ 263246 w 302992"/>
                <a:gd name="connsiteY240" fmla="*/ 242475 h 475260"/>
                <a:gd name="connsiteX241" fmla="*/ 263044 w 302992"/>
                <a:gd name="connsiteY241" fmla="*/ 240591 h 475260"/>
                <a:gd name="connsiteX242" fmla="*/ 259847 w 302992"/>
                <a:gd name="connsiteY242" fmla="*/ 240591 h 475260"/>
                <a:gd name="connsiteX243" fmla="*/ 258972 w 302992"/>
                <a:gd name="connsiteY243" fmla="*/ 237395 h 475260"/>
                <a:gd name="connsiteX244" fmla="*/ 261664 w 302992"/>
                <a:gd name="connsiteY244" fmla="*/ 236016 h 475260"/>
                <a:gd name="connsiteX245" fmla="*/ 263112 w 302992"/>
                <a:gd name="connsiteY245" fmla="*/ 233324 h 475260"/>
                <a:gd name="connsiteX246" fmla="*/ 262809 w 302992"/>
                <a:gd name="connsiteY246" fmla="*/ 232080 h 475260"/>
                <a:gd name="connsiteX247" fmla="*/ 260856 w 302992"/>
                <a:gd name="connsiteY247" fmla="*/ 230701 h 475260"/>
                <a:gd name="connsiteX248" fmla="*/ 261732 w 302992"/>
                <a:gd name="connsiteY248" fmla="*/ 227505 h 475260"/>
                <a:gd name="connsiteX249" fmla="*/ 264929 w 302992"/>
                <a:gd name="connsiteY249" fmla="*/ 223434 h 475260"/>
                <a:gd name="connsiteX250" fmla="*/ 269136 w 302992"/>
                <a:gd name="connsiteY250" fmla="*/ 219095 h 475260"/>
                <a:gd name="connsiteX251" fmla="*/ 270145 w 302992"/>
                <a:gd name="connsiteY251" fmla="*/ 215462 h 475260"/>
                <a:gd name="connsiteX252" fmla="*/ 267823 w 302992"/>
                <a:gd name="connsiteY252" fmla="*/ 212603 h 475260"/>
                <a:gd name="connsiteX253" fmla="*/ 267823 w 302992"/>
                <a:gd name="connsiteY253" fmla="*/ 209239 h 475260"/>
                <a:gd name="connsiteX254" fmla="*/ 271862 w 302992"/>
                <a:gd name="connsiteY254" fmla="*/ 204563 h 475260"/>
                <a:gd name="connsiteX255" fmla="*/ 274352 w 302992"/>
                <a:gd name="connsiteY255" fmla="*/ 199247 h 475260"/>
                <a:gd name="connsiteX256" fmla="*/ 276203 w 302992"/>
                <a:gd name="connsiteY256" fmla="*/ 194471 h 475260"/>
                <a:gd name="connsiteX257" fmla="*/ 280982 w 302992"/>
                <a:gd name="connsiteY257" fmla="*/ 194033 h 475260"/>
                <a:gd name="connsiteX258" fmla="*/ 282631 w 302992"/>
                <a:gd name="connsiteY258" fmla="*/ 191847 h 475260"/>
                <a:gd name="connsiteX259" fmla="*/ 287646 w 302992"/>
                <a:gd name="connsiteY259" fmla="*/ 189257 h 475260"/>
                <a:gd name="connsiteX260" fmla="*/ 290574 w 302992"/>
                <a:gd name="connsiteY260" fmla="*/ 186868 h 475260"/>
                <a:gd name="connsiteX261" fmla="*/ 294612 w 302992"/>
                <a:gd name="connsiteY261" fmla="*/ 186094 h 475260"/>
                <a:gd name="connsiteX262" fmla="*/ 296901 w 302992"/>
                <a:gd name="connsiteY262" fmla="*/ 184681 h 475260"/>
                <a:gd name="connsiteX263" fmla="*/ 297877 w 302992"/>
                <a:gd name="connsiteY263" fmla="*/ 182394 h 475260"/>
                <a:gd name="connsiteX264" fmla="*/ 297877 w 302992"/>
                <a:gd name="connsiteY264" fmla="*/ 180006 h 475260"/>
                <a:gd name="connsiteX265" fmla="*/ 298853 w 302992"/>
                <a:gd name="connsiteY265" fmla="*/ 176103 h 475260"/>
                <a:gd name="connsiteX266" fmla="*/ 302992 w 302992"/>
                <a:gd name="connsiteY266" fmla="*/ 175027 h 475260"/>
                <a:gd name="connsiteX267" fmla="*/ 296867 w 302992"/>
                <a:gd name="connsiteY267" fmla="*/ 174489 h 475260"/>
                <a:gd name="connsiteX268" fmla="*/ 292458 w 302992"/>
                <a:gd name="connsiteY268" fmla="*/ 174859 h 475260"/>
                <a:gd name="connsiteX269" fmla="*/ 288117 w 302992"/>
                <a:gd name="connsiteY269" fmla="*/ 172605 h 475260"/>
                <a:gd name="connsiteX270" fmla="*/ 286165 w 302992"/>
                <a:gd name="connsiteY270" fmla="*/ 169342 h 475260"/>
                <a:gd name="connsiteX271" fmla="*/ 285155 w 302992"/>
                <a:gd name="connsiteY271" fmla="*/ 165137 h 475260"/>
                <a:gd name="connsiteX272" fmla="*/ 281016 w 302992"/>
                <a:gd name="connsiteY272" fmla="*/ 160293 h 475260"/>
                <a:gd name="connsiteX273" fmla="*/ 277886 w 302992"/>
                <a:gd name="connsiteY273" fmla="*/ 153834 h 475260"/>
                <a:gd name="connsiteX274" fmla="*/ 275261 w 302992"/>
                <a:gd name="connsiteY274" fmla="*/ 151008 h 475260"/>
                <a:gd name="connsiteX275" fmla="*/ 270549 w 302992"/>
                <a:gd name="connsiteY275" fmla="*/ 145357 h 475260"/>
                <a:gd name="connsiteX276" fmla="*/ 268664 w 302992"/>
                <a:gd name="connsiteY276" fmla="*/ 144112 h 475260"/>
                <a:gd name="connsiteX277" fmla="*/ 262640 w 302992"/>
                <a:gd name="connsiteY277" fmla="*/ 142228 h 475260"/>
                <a:gd name="connsiteX278" fmla="*/ 259578 w 302992"/>
                <a:gd name="connsiteY278" fmla="*/ 141421 h 475260"/>
                <a:gd name="connsiteX279" fmla="*/ 256549 w 302992"/>
                <a:gd name="connsiteY279" fmla="*/ 141421 h 475260"/>
                <a:gd name="connsiteX280" fmla="*/ 253217 w 302992"/>
                <a:gd name="connsiteY280" fmla="*/ 143708 h 475260"/>
                <a:gd name="connsiteX281" fmla="*/ 247563 w 302992"/>
                <a:gd name="connsiteY281" fmla="*/ 145996 h 475260"/>
                <a:gd name="connsiteX282" fmla="*/ 244164 w 302992"/>
                <a:gd name="connsiteY282" fmla="*/ 146702 h 475260"/>
                <a:gd name="connsiteX283" fmla="*/ 238140 w 302992"/>
                <a:gd name="connsiteY283" fmla="*/ 146702 h 475260"/>
                <a:gd name="connsiteX284" fmla="*/ 234068 w 302992"/>
                <a:gd name="connsiteY284" fmla="*/ 145256 h 475260"/>
                <a:gd name="connsiteX285" fmla="*/ 225149 w 302992"/>
                <a:gd name="connsiteY285" fmla="*/ 139100 h 475260"/>
                <a:gd name="connsiteX286" fmla="*/ 219798 w 302992"/>
                <a:gd name="connsiteY286" fmla="*/ 136409 h 475260"/>
                <a:gd name="connsiteX287" fmla="*/ 215221 w 302992"/>
                <a:gd name="connsiteY287" fmla="*/ 133381 h 475260"/>
                <a:gd name="connsiteX288" fmla="*/ 212832 w 302992"/>
                <a:gd name="connsiteY288" fmla="*/ 131867 h 475260"/>
                <a:gd name="connsiteX289" fmla="*/ 208692 w 302992"/>
                <a:gd name="connsiteY289" fmla="*/ 129042 h 475260"/>
                <a:gd name="connsiteX290" fmla="*/ 203475 w 302992"/>
                <a:gd name="connsiteY290" fmla="*/ 124029 h 475260"/>
                <a:gd name="connsiteX291" fmla="*/ 202399 w 302992"/>
                <a:gd name="connsiteY291" fmla="*/ 122515 h 475260"/>
                <a:gd name="connsiteX292" fmla="*/ 202634 w 302992"/>
                <a:gd name="connsiteY292" fmla="*/ 119051 h 475260"/>
                <a:gd name="connsiteX293" fmla="*/ 203947 w 302992"/>
                <a:gd name="connsiteY293" fmla="*/ 114476 h 475260"/>
                <a:gd name="connsiteX294" fmla="*/ 202870 w 302992"/>
                <a:gd name="connsiteY294" fmla="*/ 111852 h 475260"/>
                <a:gd name="connsiteX295" fmla="*/ 202230 w 302992"/>
                <a:gd name="connsiteY295" fmla="*/ 108151 h 475260"/>
                <a:gd name="connsiteX296" fmla="*/ 203980 w 302992"/>
                <a:gd name="connsiteY296" fmla="*/ 104922 h 475260"/>
                <a:gd name="connsiteX297" fmla="*/ 205495 w 302992"/>
                <a:gd name="connsiteY297" fmla="*/ 103408 h 475260"/>
                <a:gd name="connsiteX298" fmla="*/ 206572 w 302992"/>
                <a:gd name="connsiteY298" fmla="*/ 100582 h 475260"/>
                <a:gd name="connsiteX299" fmla="*/ 206572 w 302992"/>
                <a:gd name="connsiteY299" fmla="*/ 99069 h 475260"/>
                <a:gd name="connsiteX300" fmla="*/ 203846 w 302992"/>
                <a:gd name="connsiteY300" fmla="*/ 95368 h 475260"/>
                <a:gd name="connsiteX301" fmla="*/ 203072 w 302992"/>
                <a:gd name="connsiteY301" fmla="*/ 93619 h 475260"/>
                <a:gd name="connsiteX302" fmla="*/ 203072 w 302992"/>
                <a:gd name="connsiteY302" fmla="*/ 89919 h 475260"/>
                <a:gd name="connsiteX303" fmla="*/ 205798 w 302992"/>
                <a:gd name="connsiteY303" fmla="*/ 86858 h 475260"/>
                <a:gd name="connsiteX304" fmla="*/ 206336 w 302992"/>
                <a:gd name="connsiteY304" fmla="*/ 84906 h 475260"/>
                <a:gd name="connsiteX305" fmla="*/ 206774 w 302992"/>
                <a:gd name="connsiteY305" fmla="*/ 81879 h 475260"/>
                <a:gd name="connsiteX306" fmla="*/ 207851 w 302992"/>
                <a:gd name="connsiteY306" fmla="*/ 79289 h 475260"/>
                <a:gd name="connsiteX307" fmla="*/ 208490 w 302992"/>
                <a:gd name="connsiteY307" fmla="*/ 76463 h 475260"/>
                <a:gd name="connsiteX308" fmla="*/ 211519 w 302992"/>
                <a:gd name="connsiteY308" fmla="*/ 72763 h 475260"/>
                <a:gd name="connsiteX309" fmla="*/ 213269 w 302992"/>
                <a:gd name="connsiteY309" fmla="*/ 68860 h 475260"/>
                <a:gd name="connsiteX310" fmla="*/ 215894 w 302992"/>
                <a:gd name="connsiteY310" fmla="*/ 63209 h 475260"/>
                <a:gd name="connsiteX311" fmla="*/ 220303 w 302992"/>
                <a:gd name="connsiteY311" fmla="*/ 61762 h 475260"/>
                <a:gd name="connsiteX312" fmla="*/ 222760 w 302992"/>
                <a:gd name="connsiteY312" fmla="*/ 56683 h 475260"/>
                <a:gd name="connsiteX313" fmla="*/ 226529 w 302992"/>
                <a:gd name="connsiteY313" fmla="*/ 55236 h 475260"/>
                <a:gd name="connsiteX314" fmla="*/ 231880 w 302992"/>
                <a:gd name="connsiteY314" fmla="*/ 53050 h 475260"/>
                <a:gd name="connsiteX315" fmla="*/ 234909 w 302992"/>
                <a:gd name="connsiteY315" fmla="*/ 53487 h 475260"/>
                <a:gd name="connsiteX316" fmla="*/ 238678 w 302992"/>
                <a:gd name="connsiteY316" fmla="*/ 53790 h 475260"/>
                <a:gd name="connsiteX317" fmla="*/ 240428 w 302992"/>
                <a:gd name="connsiteY317" fmla="*/ 54227 h 475260"/>
                <a:gd name="connsiteX318" fmla="*/ 242751 w 302992"/>
                <a:gd name="connsiteY318" fmla="*/ 54664 h 475260"/>
                <a:gd name="connsiteX319" fmla="*/ 244063 w 302992"/>
                <a:gd name="connsiteY319" fmla="*/ 53655 h 475260"/>
                <a:gd name="connsiteX320" fmla="*/ 244635 w 302992"/>
                <a:gd name="connsiteY320" fmla="*/ 49316 h 475260"/>
                <a:gd name="connsiteX321" fmla="*/ 244635 w 302992"/>
                <a:gd name="connsiteY321" fmla="*/ 46288 h 475260"/>
                <a:gd name="connsiteX322" fmla="*/ 243625 w 302992"/>
                <a:gd name="connsiteY322" fmla="*/ 42958 h 475260"/>
                <a:gd name="connsiteX323" fmla="*/ 242481 w 302992"/>
                <a:gd name="connsiteY323" fmla="*/ 39325 h 475260"/>
                <a:gd name="connsiteX324" fmla="*/ 239722 w 302992"/>
                <a:gd name="connsiteY324" fmla="*/ 36566 h 475260"/>
                <a:gd name="connsiteX325" fmla="*/ 236390 w 302992"/>
                <a:gd name="connsiteY325" fmla="*/ 36566 h 475260"/>
                <a:gd name="connsiteX326" fmla="*/ 234774 w 302992"/>
                <a:gd name="connsiteY326" fmla="*/ 36701 h 475260"/>
                <a:gd name="connsiteX327" fmla="*/ 232587 w 302992"/>
                <a:gd name="connsiteY327" fmla="*/ 38013 h 475260"/>
                <a:gd name="connsiteX328" fmla="*/ 232587 w 302992"/>
                <a:gd name="connsiteY328" fmla="*/ 30612 h 475260"/>
                <a:gd name="connsiteX329" fmla="*/ 231510 w 302992"/>
                <a:gd name="connsiteY329" fmla="*/ 26979 h 475260"/>
                <a:gd name="connsiteX330" fmla="*/ 231745 w 302992"/>
                <a:gd name="connsiteY330" fmla="*/ 22337 h 475260"/>
                <a:gd name="connsiteX331" fmla="*/ 230635 w 302992"/>
                <a:gd name="connsiteY331" fmla="*/ 17694 h 475260"/>
                <a:gd name="connsiteX332" fmla="*/ 228851 w 302992"/>
                <a:gd name="connsiteY332" fmla="*/ 14936 h 475260"/>
                <a:gd name="connsiteX333" fmla="*/ 230467 w 302992"/>
                <a:gd name="connsiteY333" fmla="*/ 11034 h 475260"/>
                <a:gd name="connsiteX334" fmla="*/ 230433 w 302992"/>
                <a:gd name="connsiteY334" fmla="*/ 7569 h 475260"/>
                <a:gd name="connsiteX335" fmla="*/ 230433 w 302992"/>
                <a:gd name="connsiteY335" fmla="*/ 3936 h 475260"/>
                <a:gd name="connsiteX336" fmla="*/ 229726 w 302992"/>
                <a:gd name="connsiteY336" fmla="*/ 740 h 475260"/>
                <a:gd name="connsiteX337" fmla="*/ 225654 w 302992"/>
                <a:gd name="connsiteY337" fmla="*/ 0 h 475260"/>
                <a:gd name="connsiteX338" fmla="*/ 222187 w 302992"/>
                <a:gd name="connsiteY338" fmla="*/ 3465 h 475260"/>
                <a:gd name="connsiteX339" fmla="*/ 216096 w 302992"/>
                <a:gd name="connsiteY339" fmla="*/ 4037 h 475260"/>
                <a:gd name="connsiteX340" fmla="*/ 211014 w 302992"/>
                <a:gd name="connsiteY340" fmla="*/ 4037 h 475260"/>
                <a:gd name="connsiteX341" fmla="*/ 208692 w 302992"/>
                <a:gd name="connsiteY341" fmla="*/ 4911 h 475260"/>
                <a:gd name="connsiteX342" fmla="*/ 205495 w 302992"/>
                <a:gd name="connsiteY342" fmla="*/ 6930 h 475260"/>
                <a:gd name="connsiteX343" fmla="*/ 201860 w 302992"/>
                <a:gd name="connsiteY343" fmla="*/ 8242 h 475260"/>
                <a:gd name="connsiteX344" fmla="*/ 196946 w 302992"/>
                <a:gd name="connsiteY344" fmla="*/ 9554 h 475260"/>
                <a:gd name="connsiteX345" fmla="*/ 193615 w 302992"/>
                <a:gd name="connsiteY345" fmla="*/ 9554 h 475260"/>
                <a:gd name="connsiteX346" fmla="*/ 190552 w 302992"/>
                <a:gd name="connsiteY346" fmla="*/ 8242 h 475260"/>
                <a:gd name="connsiteX347" fmla="*/ 187793 w 302992"/>
                <a:gd name="connsiteY347" fmla="*/ 11707 h 475260"/>
                <a:gd name="connsiteX348" fmla="*/ 184461 w 302992"/>
                <a:gd name="connsiteY348" fmla="*/ 16618 h 475260"/>
                <a:gd name="connsiteX349" fmla="*/ 183754 w 302992"/>
                <a:gd name="connsiteY349" fmla="*/ 19814 h 475260"/>
                <a:gd name="connsiteX350" fmla="*/ 183014 w 302992"/>
                <a:gd name="connsiteY350" fmla="*/ 25768 h 475260"/>
                <a:gd name="connsiteX351" fmla="*/ 180691 w 302992"/>
                <a:gd name="connsiteY351" fmla="*/ 27786 h 475260"/>
                <a:gd name="connsiteX352" fmla="*/ 176787 w 302992"/>
                <a:gd name="connsiteY352" fmla="*/ 30108 h 475260"/>
                <a:gd name="connsiteX353" fmla="*/ 172715 w 302992"/>
                <a:gd name="connsiteY353" fmla="*/ 32731 h 475260"/>
                <a:gd name="connsiteX354" fmla="*/ 169249 w 302992"/>
                <a:gd name="connsiteY354" fmla="*/ 35490 h 475260"/>
                <a:gd name="connsiteX355" fmla="*/ 167364 w 302992"/>
                <a:gd name="connsiteY355" fmla="*/ 37945 h 475260"/>
                <a:gd name="connsiteX356" fmla="*/ 165042 w 302992"/>
                <a:gd name="connsiteY356" fmla="*/ 42722 h 475260"/>
                <a:gd name="connsiteX357" fmla="*/ 162720 w 302992"/>
                <a:gd name="connsiteY357" fmla="*/ 45918 h 475260"/>
                <a:gd name="connsiteX358" fmla="*/ 158244 w 302992"/>
                <a:gd name="connsiteY358" fmla="*/ 50695 h 475260"/>
                <a:gd name="connsiteX359" fmla="*/ 153027 w 302992"/>
                <a:gd name="connsiteY359" fmla="*/ 56044 h 475260"/>
                <a:gd name="connsiteX360" fmla="*/ 149830 w 302992"/>
                <a:gd name="connsiteY360" fmla="*/ 65025 h 475260"/>
                <a:gd name="connsiteX361" fmla="*/ 147070 w 302992"/>
                <a:gd name="connsiteY361" fmla="*/ 74882 h 475260"/>
                <a:gd name="connsiteX362" fmla="*/ 143167 w 302992"/>
                <a:gd name="connsiteY362" fmla="*/ 80096 h 475260"/>
                <a:gd name="connsiteX363" fmla="*/ 142157 w 302992"/>
                <a:gd name="connsiteY363" fmla="*/ 93552 h 475260"/>
                <a:gd name="connsiteX364" fmla="*/ 142157 w 302992"/>
                <a:gd name="connsiteY364" fmla="*/ 99338 h 475260"/>
                <a:gd name="connsiteX365" fmla="*/ 145287 w 302992"/>
                <a:gd name="connsiteY365" fmla="*/ 102971 h 475260"/>
                <a:gd name="connsiteX366" fmla="*/ 145926 w 302992"/>
                <a:gd name="connsiteY366" fmla="*/ 107176 h 475260"/>
                <a:gd name="connsiteX367" fmla="*/ 144479 w 302992"/>
                <a:gd name="connsiteY367" fmla="*/ 110943 h 475260"/>
                <a:gd name="connsiteX368" fmla="*/ 143739 w 302992"/>
                <a:gd name="connsiteY368" fmla="*/ 116730 h 475260"/>
                <a:gd name="connsiteX369" fmla="*/ 144479 w 302992"/>
                <a:gd name="connsiteY369" fmla="*/ 120766 h 475260"/>
                <a:gd name="connsiteX370" fmla="*/ 139565 w 302992"/>
                <a:gd name="connsiteY370" fmla="*/ 125106 h 475260"/>
                <a:gd name="connsiteX371" fmla="*/ 136099 w 302992"/>
                <a:gd name="connsiteY371" fmla="*/ 127730 h 475260"/>
                <a:gd name="connsiteX372" fmla="*/ 133205 w 302992"/>
                <a:gd name="connsiteY372" fmla="*/ 134088 h 475260"/>
                <a:gd name="connsiteX373" fmla="*/ 133508 w 302992"/>
                <a:gd name="connsiteY373" fmla="*/ 138999 h 475260"/>
                <a:gd name="connsiteX374" fmla="*/ 134955 w 302992"/>
                <a:gd name="connsiteY374" fmla="*/ 144213 h 475260"/>
                <a:gd name="connsiteX375" fmla="*/ 139296 w 302992"/>
                <a:gd name="connsiteY375" fmla="*/ 149999 h 475260"/>
                <a:gd name="connsiteX376" fmla="*/ 142763 w 302992"/>
                <a:gd name="connsiteY376" fmla="*/ 157232 h 475260"/>
                <a:gd name="connsiteX377" fmla="*/ 142763 w 302992"/>
                <a:gd name="connsiteY377" fmla="*/ 166516 h 475260"/>
                <a:gd name="connsiteX378" fmla="*/ 138690 w 302992"/>
                <a:gd name="connsiteY378" fmla="*/ 171158 h 475260"/>
                <a:gd name="connsiteX379" fmla="*/ 127113 w 302992"/>
                <a:gd name="connsiteY379" fmla="*/ 177516 h 475260"/>
                <a:gd name="connsiteX380" fmla="*/ 122099 w 302992"/>
                <a:gd name="connsiteY380" fmla="*/ 177550 h 475260"/>
                <a:gd name="connsiteX381" fmla="*/ 117757 w 302992"/>
                <a:gd name="connsiteY381" fmla="*/ 178122 h 475260"/>
                <a:gd name="connsiteX382" fmla="*/ 115805 w 302992"/>
                <a:gd name="connsiteY382" fmla="*/ 180880 h 475260"/>
                <a:gd name="connsiteX383" fmla="*/ 117892 w 302992"/>
                <a:gd name="connsiteY383" fmla="*/ 183403 h 475260"/>
                <a:gd name="connsiteX384" fmla="*/ 123176 w 302992"/>
                <a:gd name="connsiteY384" fmla="*/ 184143 h 475260"/>
                <a:gd name="connsiteX385" fmla="*/ 120921 w 302992"/>
                <a:gd name="connsiteY385" fmla="*/ 187911 h 475260"/>
                <a:gd name="connsiteX386" fmla="*/ 116344 w 302992"/>
                <a:gd name="connsiteY386" fmla="*/ 188550 h 475260"/>
                <a:gd name="connsiteX387" fmla="*/ 108872 w 302992"/>
                <a:gd name="connsiteY387" fmla="*/ 186532 h 475260"/>
                <a:gd name="connsiteX388" fmla="*/ 104733 w 302992"/>
                <a:gd name="connsiteY388" fmla="*/ 186532 h 475260"/>
                <a:gd name="connsiteX389" fmla="*/ 102983 w 302992"/>
                <a:gd name="connsiteY389" fmla="*/ 186532 h 475260"/>
                <a:gd name="connsiteX390" fmla="*/ 93190 w 302992"/>
                <a:gd name="connsiteY390" fmla="*/ 186532 h 475260"/>
                <a:gd name="connsiteX391" fmla="*/ 88175 w 302992"/>
                <a:gd name="connsiteY391" fmla="*/ 187844 h 475260"/>
                <a:gd name="connsiteX392" fmla="*/ 81007 w 302992"/>
                <a:gd name="connsiteY392" fmla="*/ 192621 h 475260"/>
                <a:gd name="connsiteX393" fmla="*/ 71651 w 302992"/>
                <a:gd name="connsiteY393" fmla="*/ 195446 h 475260"/>
                <a:gd name="connsiteX394" fmla="*/ 67309 w 302992"/>
                <a:gd name="connsiteY394" fmla="*/ 198070 h 475260"/>
                <a:gd name="connsiteX395" fmla="*/ 57078 w 302992"/>
                <a:gd name="connsiteY395" fmla="*/ 200660 h 475260"/>
                <a:gd name="connsiteX396" fmla="*/ 52064 w 302992"/>
                <a:gd name="connsiteY396" fmla="*/ 202847 h 475260"/>
                <a:gd name="connsiteX397" fmla="*/ 40991 w 302992"/>
                <a:gd name="connsiteY397" fmla="*/ 203049 h 475260"/>
                <a:gd name="connsiteX398" fmla="*/ 30996 w 302992"/>
                <a:gd name="connsiteY398" fmla="*/ 200660 h 475260"/>
                <a:gd name="connsiteX399" fmla="*/ 28371 w 302992"/>
                <a:gd name="connsiteY399" fmla="*/ 203486 h 475260"/>
                <a:gd name="connsiteX400" fmla="*/ 19250 w 302992"/>
                <a:gd name="connsiteY400" fmla="*/ 205875 h 475260"/>
                <a:gd name="connsiteX401" fmla="*/ 10769 w 302992"/>
                <a:gd name="connsiteY401" fmla="*/ 209138 h 475260"/>
                <a:gd name="connsiteX402" fmla="*/ 7942 w 302992"/>
                <a:gd name="connsiteY402" fmla="*/ 209138 h 475260"/>
                <a:gd name="connsiteX403" fmla="*/ 4442 w 302992"/>
                <a:gd name="connsiteY403" fmla="*/ 211896 h 475260"/>
                <a:gd name="connsiteX404" fmla="*/ 707 w 302992"/>
                <a:gd name="connsiteY404" fmla="*/ 213343 h 475260"/>
                <a:gd name="connsiteX405" fmla="*/ 0 w 302992"/>
                <a:gd name="connsiteY405" fmla="*/ 214890 h 475260"/>
                <a:gd name="connsiteX406" fmla="*/ 3264 w 302992"/>
                <a:gd name="connsiteY406" fmla="*/ 216538 h 475260"/>
                <a:gd name="connsiteX407" fmla="*/ 7303 w 302992"/>
                <a:gd name="connsiteY407" fmla="*/ 216538 h 475260"/>
                <a:gd name="connsiteX408" fmla="*/ 13495 w 302992"/>
                <a:gd name="connsiteY408" fmla="*/ 217850 h 475260"/>
                <a:gd name="connsiteX409" fmla="*/ 19250 w 302992"/>
                <a:gd name="connsiteY409" fmla="*/ 217850 h 475260"/>
                <a:gd name="connsiteX410" fmla="*/ 26419 w 302992"/>
                <a:gd name="connsiteY410" fmla="*/ 217850 h 475260"/>
                <a:gd name="connsiteX411" fmla="*/ 31635 w 302992"/>
                <a:gd name="connsiteY411" fmla="*/ 217850 h 475260"/>
                <a:gd name="connsiteX412" fmla="*/ 38602 w 302992"/>
                <a:gd name="connsiteY412" fmla="*/ 217850 h 475260"/>
                <a:gd name="connsiteX413" fmla="*/ 42068 w 302992"/>
                <a:gd name="connsiteY413" fmla="*/ 217850 h 475260"/>
                <a:gd name="connsiteX414" fmla="*/ 44256 w 302992"/>
                <a:gd name="connsiteY414" fmla="*/ 217850 h 475260"/>
                <a:gd name="connsiteX415" fmla="*/ 45770 w 302992"/>
                <a:gd name="connsiteY415" fmla="*/ 218725 h 475260"/>
                <a:gd name="connsiteX416" fmla="*/ 46410 w 302992"/>
                <a:gd name="connsiteY416" fmla="*/ 220474 h 475260"/>
                <a:gd name="connsiteX417" fmla="*/ 46410 w 302992"/>
                <a:gd name="connsiteY417" fmla="*/ 223300 h 475260"/>
                <a:gd name="connsiteX418" fmla="*/ 45905 w 302992"/>
                <a:gd name="connsiteY418" fmla="*/ 225251 h 475260"/>
                <a:gd name="connsiteX419" fmla="*/ 44861 w 302992"/>
                <a:gd name="connsiteY419" fmla="*/ 226563 h 475260"/>
                <a:gd name="connsiteX420" fmla="*/ 42035 w 302992"/>
                <a:gd name="connsiteY420" fmla="*/ 227875 h 475260"/>
                <a:gd name="connsiteX421" fmla="*/ 40284 w 302992"/>
                <a:gd name="connsiteY421" fmla="*/ 228850 h 475260"/>
                <a:gd name="connsiteX422" fmla="*/ 38534 w 302992"/>
                <a:gd name="connsiteY422" fmla="*/ 230028 h 475260"/>
                <a:gd name="connsiteX423" fmla="*/ 35068 w 302992"/>
                <a:gd name="connsiteY423" fmla="*/ 230028 h 475260"/>
                <a:gd name="connsiteX424" fmla="*/ 31366 w 302992"/>
                <a:gd name="connsiteY424" fmla="*/ 230028 h 475260"/>
                <a:gd name="connsiteX425" fmla="*/ 29852 w 302992"/>
                <a:gd name="connsiteY425" fmla="*/ 231104 h 475260"/>
                <a:gd name="connsiteX426" fmla="*/ 27260 w 302992"/>
                <a:gd name="connsiteY426" fmla="*/ 232618 h 475260"/>
                <a:gd name="connsiteX427" fmla="*/ 27260 w 302992"/>
                <a:gd name="connsiteY427" fmla="*/ 234132 h 475260"/>
                <a:gd name="connsiteX428" fmla="*/ 27799 w 302992"/>
                <a:gd name="connsiteY428" fmla="*/ 235982 h 475260"/>
                <a:gd name="connsiteX429" fmla="*/ 29751 w 302992"/>
                <a:gd name="connsiteY429" fmla="*/ 238707 h 475260"/>
                <a:gd name="connsiteX430" fmla="*/ 33924 w 302992"/>
                <a:gd name="connsiteY430" fmla="*/ 239682 h 475260"/>
                <a:gd name="connsiteX431" fmla="*/ 35606 w 302992"/>
                <a:gd name="connsiteY431" fmla="*/ 239716 h 475260"/>
                <a:gd name="connsiteX432" fmla="*/ 37188 w 302992"/>
                <a:gd name="connsiteY432" fmla="*/ 239716 h 475260"/>
                <a:gd name="connsiteX433" fmla="*/ 40318 w 302992"/>
                <a:gd name="connsiteY433" fmla="*/ 240422 h 475260"/>
                <a:gd name="connsiteX434" fmla="*/ 43650 w 302992"/>
                <a:gd name="connsiteY434" fmla="*/ 240422 h 475260"/>
                <a:gd name="connsiteX435" fmla="*/ 46612 w 302992"/>
                <a:gd name="connsiteY435" fmla="*/ 240490 h 475260"/>
                <a:gd name="connsiteX436" fmla="*/ 48126 w 302992"/>
                <a:gd name="connsiteY436" fmla="*/ 241297 h 475260"/>
                <a:gd name="connsiteX437" fmla="*/ 48126 w 302992"/>
                <a:gd name="connsiteY437" fmla="*/ 244123 h 475260"/>
                <a:gd name="connsiteX438" fmla="*/ 48833 w 302992"/>
                <a:gd name="connsiteY438" fmla="*/ 248025 h 475260"/>
                <a:gd name="connsiteX439" fmla="*/ 49169 w 302992"/>
                <a:gd name="connsiteY439" fmla="*/ 250918 h 475260"/>
                <a:gd name="connsiteX440" fmla="*/ 51559 w 302992"/>
                <a:gd name="connsiteY440" fmla="*/ 253609 h 475260"/>
                <a:gd name="connsiteX441" fmla="*/ 54016 w 302992"/>
                <a:gd name="connsiteY441" fmla="*/ 255594 h 475260"/>
                <a:gd name="connsiteX442" fmla="*/ 54453 w 302992"/>
                <a:gd name="connsiteY442" fmla="*/ 257242 h 475260"/>
                <a:gd name="connsiteX443" fmla="*/ 54016 w 302992"/>
                <a:gd name="connsiteY443" fmla="*/ 258554 h 475260"/>
                <a:gd name="connsiteX444" fmla="*/ 55968 w 302992"/>
                <a:gd name="connsiteY444" fmla="*/ 260640 h 475260"/>
                <a:gd name="connsiteX445" fmla="*/ 57717 w 302992"/>
                <a:gd name="connsiteY445" fmla="*/ 261514 h 475260"/>
                <a:gd name="connsiteX446" fmla="*/ 63136 w 302992"/>
                <a:gd name="connsiteY446" fmla="*/ 261750 h 475260"/>
                <a:gd name="connsiteX447" fmla="*/ 65761 w 302992"/>
                <a:gd name="connsiteY447" fmla="*/ 262725 h 475260"/>
                <a:gd name="connsiteX448" fmla="*/ 67713 w 302992"/>
                <a:gd name="connsiteY448" fmla="*/ 264677 h 475260"/>
                <a:gd name="connsiteX449" fmla="*/ 70001 w 302992"/>
                <a:gd name="connsiteY449" fmla="*/ 267401 h 475260"/>
                <a:gd name="connsiteX450" fmla="*/ 71314 w 302992"/>
                <a:gd name="connsiteY450" fmla="*/ 269689 h 475260"/>
                <a:gd name="connsiteX451" fmla="*/ 73064 w 302992"/>
                <a:gd name="connsiteY451" fmla="*/ 272952 h 475260"/>
                <a:gd name="connsiteX452" fmla="*/ 74242 w 302992"/>
                <a:gd name="connsiteY452" fmla="*/ 276753 h 475260"/>
                <a:gd name="connsiteX453" fmla="*/ 75352 w 302992"/>
                <a:gd name="connsiteY453" fmla="*/ 278402 h 4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02992" h="475260">
                  <a:moveTo>
                    <a:pt x="75352" y="278402"/>
                  </a:moveTo>
                  <a:lnTo>
                    <a:pt x="78180" y="278940"/>
                  </a:lnTo>
                  <a:cubicBezTo>
                    <a:pt x="78180" y="278940"/>
                    <a:pt x="81107" y="279814"/>
                    <a:pt x="81545" y="279814"/>
                  </a:cubicBezTo>
                  <a:cubicBezTo>
                    <a:pt x="81983" y="279814"/>
                    <a:pt x="83160" y="280252"/>
                    <a:pt x="83160" y="280252"/>
                  </a:cubicBezTo>
                  <a:lnTo>
                    <a:pt x="85785" y="282876"/>
                  </a:lnTo>
                  <a:lnTo>
                    <a:pt x="87636" y="286475"/>
                  </a:lnTo>
                  <a:cubicBezTo>
                    <a:pt x="87636" y="286475"/>
                    <a:pt x="89588" y="289402"/>
                    <a:pt x="89925" y="289738"/>
                  </a:cubicBezTo>
                  <a:cubicBezTo>
                    <a:pt x="90262" y="290075"/>
                    <a:pt x="90026" y="291925"/>
                    <a:pt x="90026" y="292328"/>
                  </a:cubicBezTo>
                  <a:cubicBezTo>
                    <a:pt x="90026" y="292766"/>
                    <a:pt x="89925" y="294717"/>
                    <a:pt x="89824" y="295154"/>
                  </a:cubicBezTo>
                  <a:cubicBezTo>
                    <a:pt x="89723" y="295591"/>
                    <a:pt x="89185" y="297105"/>
                    <a:pt x="89185" y="297105"/>
                  </a:cubicBezTo>
                  <a:cubicBezTo>
                    <a:pt x="89185" y="297105"/>
                    <a:pt x="88108" y="298417"/>
                    <a:pt x="87435" y="298955"/>
                  </a:cubicBezTo>
                  <a:cubicBezTo>
                    <a:pt x="86795" y="299494"/>
                    <a:pt x="85920" y="299931"/>
                    <a:pt x="85920" y="299931"/>
                  </a:cubicBezTo>
                  <a:lnTo>
                    <a:pt x="85045" y="300267"/>
                  </a:lnTo>
                  <a:cubicBezTo>
                    <a:pt x="85045" y="300267"/>
                    <a:pt x="83295" y="301041"/>
                    <a:pt x="82218" y="301579"/>
                  </a:cubicBezTo>
                  <a:cubicBezTo>
                    <a:pt x="81141" y="302118"/>
                    <a:pt x="80906" y="303968"/>
                    <a:pt x="80906" y="303968"/>
                  </a:cubicBezTo>
                  <a:lnTo>
                    <a:pt x="79593" y="305482"/>
                  </a:lnTo>
                  <a:lnTo>
                    <a:pt x="78180" y="310157"/>
                  </a:lnTo>
                  <a:lnTo>
                    <a:pt x="78718" y="313420"/>
                  </a:lnTo>
                  <a:lnTo>
                    <a:pt x="78180" y="316684"/>
                  </a:lnTo>
                  <a:lnTo>
                    <a:pt x="78718" y="319947"/>
                  </a:lnTo>
                  <a:lnTo>
                    <a:pt x="80569" y="322571"/>
                  </a:lnTo>
                  <a:lnTo>
                    <a:pt x="83833" y="323647"/>
                  </a:lnTo>
                  <a:lnTo>
                    <a:pt x="87535" y="324084"/>
                  </a:lnTo>
                  <a:lnTo>
                    <a:pt x="90161" y="324320"/>
                  </a:lnTo>
                  <a:lnTo>
                    <a:pt x="93088" y="326607"/>
                  </a:lnTo>
                  <a:lnTo>
                    <a:pt x="93694" y="330812"/>
                  </a:lnTo>
                  <a:lnTo>
                    <a:pt x="96454" y="337338"/>
                  </a:lnTo>
                  <a:lnTo>
                    <a:pt x="99348" y="345143"/>
                  </a:lnTo>
                  <a:lnTo>
                    <a:pt x="100089" y="354427"/>
                  </a:lnTo>
                  <a:lnTo>
                    <a:pt x="101233" y="359641"/>
                  </a:lnTo>
                  <a:lnTo>
                    <a:pt x="100089" y="365495"/>
                  </a:lnTo>
                  <a:lnTo>
                    <a:pt x="100493" y="369935"/>
                  </a:lnTo>
                  <a:lnTo>
                    <a:pt x="100593" y="371953"/>
                  </a:lnTo>
                  <a:lnTo>
                    <a:pt x="99079" y="374207"/>
                  </a:lnTo>
                  <a:cubicBezTo>
                    <a:pt x="99079" y="374207"/>
                    <a:pt x="96521" y="378412"/>
                    <a:pt x="95949" y="378446"/>
                  </a:cubicBezTo>
                  <a:cubicBezTo>
                    <a:pt x="95411" y="378480"/>
                    <a:pt x="94367" y="379119"/>
                    <a:pt x="93661" y="379455"/>
                  </a:cubicBezTo>
                  <a:cubicBezTo>
                    <a:pt x="92954" y="379791"/>
                    <a:pt x="92113" y="380229"/>
                    <a:pt x="91776" y="380229"/>
                  </a:cubicBezTo>
                  <a:cubicBezTo>
                    <a:pt x="91439" y="380229"/>
                    <a:pt x="89925" y="381272"/>
                    <a:pt x="89858" y="381406"/>
                  </a:cubicBezTo>
                  <a:cubicBezTo>
                    <a:pt x="89790" y="381541"/>
                    <a:pt x="89622" y="382853"/>
                    <a:pt x="89622" y="383021"/>
                  </a:cubicBezTo>
                  <a:cubicBezTo>
                    <a:pt x="89622" y="383155"/>
                    <a:pt x="89387" y="384669"/>
                    <a:pt x="89387" y="384669"/>
                  </a:cubicBezTo>
                  <a:lnTo>
                    <a:pt x="88007" y="386351"/>
                  </a:lnTo>
                  <a:lnTo>
                    <a:pt x="86324" y="387327"/>
                  </a:lnTo>
                  <a:lnTo>
                    <a:pt x="83901" y="389513"/>
                  </a:lnTo>
                  <a:cubicBezTo>
                    <a:pt x="83901" y="389513"/>
                    <a:pt x="83867" y="391734"/>
                    <a:pt x="83833" y="392003"/>
                  </a:cubicBezTo>
                  <a:cubicBezTo>
                    <a:pt x="83800" y="392305"/>
                    <a:pt x="83699" y="394055"/>
                    <a:pt x="83463" y="394257"/>
                  </a:cubicBezTo>
                  <a:cubicBezTo>
                    <a:pt x="83261" y="394425"/>
                    <a:pt x="83463" y="396510"/>
                    <a:pt x="83463" y="396510"/>
                  </a:cubicBezTo>
                  <a:cubicBezTo>
                    <a:pt x="83463" y="396510"/>
                    <a:pt x="83699" y="397654"/>
                    <a:pt x="83766" y="397822"/>
                  </a:cubicBezTo>
                  <a:cubicBezTo>
                    <a:pt x="83833" y="397957"/>
                    <a:pt x="85011" y="399235"/>
                    <a:pt x="85550" y="399639"/>
                  </a:cubicBezTo>
                  <a:cubicBezTo>
                    <a:pt x="86088" y="400042"/>
                    <a:pt x="87872" y="401422"/>
                    <a:pt x="88074" y="401624"/>
                  </a:cubicBezTo>
                  <a:cubicBezTo>
                    <a:pt x="88276" y="401859"/>
                    <a:pt x="88713" y="403036"/>
                    <a:pt x="88612" y="403406"/>
                  </a:cubicBezTo>
                  <a:cubicBezTo>
                    <a:pt x="88512" y="403776"/>
                    <a:pt x="88040" y="404382"/>
                    <a:pt x="87805" y="404954"/>
                  </a:cubicBezTo>
                  <a:cubicBezTo>
                    <a:pt x="87603" y="405526"/>
                    <a:pt x="89117" y="406266"/>
                    <a:pt x="89252" y="406299"/>
                  </a:cubicBezTo>
                  <a:cubicBezTo>
                    <a:pt x="89387" y="406333"/>
                    <a:pt x="90699" y="406905"/>
                    <a:pt x="91204" y="407073"/>
                  </a:cubicBezTo>
                  <a:cubicBezTo>
                    <a:pt x="91709" y="407208"/>
                    <a:pt x="93055" y="407746"/>
                    <a:pt x="93257" y="407746"/>
                  </a:cubicBezTo>
                  <a:cubicBezTo>
                    <a:pt x="93425" y="407746"/>
                    <a:pt x="94771" y="409024"/>
                    <a:pt x="94771" y="409024"/>
                  </a:cubicBezTo>
                  <a:lnTo>
                    <a:pt x="96084" y="411211"/>
                  </a:lnTo>
                  <a:lnTo>
                    <a:pt x="96622" y="413297"/>
                  </a:lnTo>
                  <a:lnTo>
                    <a:pt x="99247" y="414171"/>
                  </a:lnTo>
                  <a:lnTo>
                    <a:pt x="104161" y="415618"/>
                  </a:lnTo>
                  <a:lnTo>
                    <a:pt x="106180" y="415315"/>
                  </a:lnTo>
                  <a:lnTo>
                    <a:pt x="108199" y="414440"/>
                  </a:lnTo>
                  <a:lnTo>
                    <a:pt x="111666" y="414440"/>
                  </a:lnTo>
                  <a:cubicBezTo>
                    <a:pt x="111666" y="414440"/>
                    <a:pt x="116007" y="415012"/>
                    <a:pt x="118632" y="415584"/>
                  </a:cubicBezTo>
                  <a:cubicBezTo>
                    <a:pt x="121224" y="416156"/>
                    <a:pt x="120955" y="416459"/>
                    <a:pt x="120955" y="416459"/>
                  </a:cubicBezTo>
                  <a:lnTo>
                    <a:pt x="120652" y="417905"/>
                  </a:lnTo>
                  <a:lnTo>
                    <a:pt x="120080" y="421101"/>
                  </a:lnTo>
                  <a:lnTo>
                    <a:pt x="118632" y="422245"/>
                  </a:lnTo>
                  <a:cubicBezTo>
                    <a:pt x="118632" y="422245"/>
                    <a:pt x="120382" y="425138"/>
                    <a:pt x="120652" y="426315"/>
                  </a:cubicBezTo>
                  <a:cubicBezTo>
                    <a:pt x="120955" y="427459"/>
                    <a:pt x="122099" y="432337"/>
                    <a:pt x="122099" y="432337"/>
                  </a:cubicBezTo>
                  <a:cubicBezTo>
                    <a:pt x="122099" y="432337"/>
                    <a:pt x="130210" y="436474"/>
                    <a:pt x="131084" y="436743"/>
                  </a:cubicBezTo>
                  <a:cubicBezTo>
                    <a:pt x="131959" y="437046"/>
                    <a:pt x="134551" y="437887"/>
                    <a:pt x="134551" y="437887"/>
                  </a:cubicBezTo>
                  <a:lnTo>
                    <a:pt x="141214" y="440780"/>
                  </a:lnTo>
                  <a:lnTo>
                    <a:pt x="146936" y="444615"/>
                  </a:lnTo>
                  <a:lnTo>
                    <a:pt x="149628" y="447441"/>
                  </a:lnTo>
                  <a:lnTo>
                    <a:pt x="149763" y="449627"/>
                  </a:lnTo>
                  <a:lnTo>
                    <a:pt x="149056" y="451814"/>
                  </a:lnTo>
                  <a:lnTo>
                    <a:pt x="149056" y="454135"/>
                  </a:lnTo>
                  <a:cubicBezTo>
                    <a:pt x="149056" y="454135"/>
                    <a:pt x="149998" y="455010"/>
                    <a:pt x="150301" y="457028"/>
                  </a:cubicBezTo>
                  <a:cubicBezTo>
                    <a:pt x="150604" y="459047"/>
                    <a:pt x="151681" y="459047"/>
                    <a:pt x="151681" y="459047"/>
                  </a:cubicBezTo>
                  <a:lnTo>
                    <a:pt x="154003" y="458172"/>
                  </a:lnTo>
                  <a:lnTo>
                    <a:pt x="155148" y="457028"/>
                  </a:lnTo>
                  <a:lnTo>
                    <a:pt x="155888" y="455447"/>
                  </a:lnTo>
                  <a:lnTo>
                    <a:pt x="157773" y="454572"/>
                  </a:lnTo>
                  <a:lnTo>
                    <a:pt x="161239" y="455279"/>
                  </a:lnTo>
                  <a:lnTo>
                    <a:pt x="161239" y="455144"/>
                  </a:lnTo>
                  <a:lnTo>
                    <a:pt x="162754" y="455716"/>
                  </a:lnTo>
                  <a:lnTo>
                    <a:pt x="165883" y="456591"/>
                  </a:lnTo>
                  <a:lnTo>
                    <a:pt x="167465" y="458609"/>
                  </a:lnTo>
                  <a:lnTo>
                    <a:pt x="168609" y="461367"/>
                  </a:lnTo>
                  <a:cubicBezTo>
                    <a:pt x="168609" y="461367"/>
                    <a:pt x="169181" y="462814"/>
                    <a:pt x="169619" y="464698"/>
                  </a:cubicBezTo>
                  <a:cubicBezTo>
                    <a:pt x="170056" y="466582"/>
                    <a:pt x="170629" y="465707"/>
                    <a:pt x="171369" y="466716"/>
                  </a:cubicBezTo>
                  <a:cubicBezTo>
                    <a:pt x="172076" y="467725"/>
                    <a:pt x="171369" y="468735"/>
                    <a:pt x="171369" y="468735"/>
                  </a:cubicBezTo>
                  <a:lnTo>
                    <a:pt x="172816" y="471493"/>
                  </a:lnTo>
                  <a:lnTo>
                    <a:pt x="173961" y="472368"/>
                  </a:lnTo>
                  <a:cubicBezTo>
                    <a:pt x="173961" y="472368"/>
                    <a:pt x="175542" y="474117"/>
                    <a:pt x="176148" y="474386"/>
                  </a:cubicBezTo>
                  <a:cubicBezTo>
                    <a:pt x="176720" y="474689"/>
                    <a:pt x="177730" y="475261"/>
                    <a:pt x="177730" y="475261"/>
                  </a:cubicBezTo>
                  <a:lnTo>
                    <a:pt x="179480" y="475261"/>
                  </a:lnTo>
                  <a:cubicBezTo>
                    <a:pt x="179480" y="475261"/>
                    <a:pt x="180220" y="474554"/>
                    <a:pt x="180624" y="474117"/>
                  </a:cubicBezTo>
                  <a:cubicBezTo>
                    <a:pt x="181062" y="473680"/>
                    <a:pt x="181634" y="472368"/>
                    <a:pt x="181634" y="472368"/>
                  </a:cubicBezTo>
                  <a:lnTo>
                    <a:pt x="182643" y="469307"/>
                  </a:lnTo>
                  <a:lnTo>
                    <a:pt x="183216" y="467557"/>
                  </a:lnTo>
                  <a:lnTo>
                    <a:pt x="184360" y="463790"/>
                  </a:lnTo>
                  <a:lnTo>
                    <a:pt x="184932" y="460325"/>
                  </a:lnTo>
                  <a:lnTo>
                    <a:pt x="185672" y="457566"/>
                  </a:lnTo>
                  <a:lnTo>
                    <a:pt x="185369" y="454808"/>
                  </a:lnTo>
                  <a:cubicBezTo>
                    <a:pt x="185369" y="454808"/>
                    <a:pt x="185067" y="452218"/>
                    <a:pt x="184663" y="452049"/>
                  </a:cubicBezTo>
                  <a:cubicBezTo>
                    <a:pt x="184225" y="451915"/>
                    <a:pt x="182643" y="445826"/>
                    <a:pt x="182643" y="445826"/>
                  </a:cubicBezTo>
                  <a:lnTo>
                    <a:pt x="182071" y="440612"/>
                  </a:lnTo>
                  <a:lnTo>
                    <a:pt x="184023" y="436104"/>
                  </a:lnTo>
                  <a:lnTo>
                    <a:pt x="182509" y="433817"/>
                  </a:lnTo>
                  <a:lnTo>
                    <a:pt x="181297" y="429679"/>
                  </a:lnTo>
                  <a:lnTo>
                    <a:pt x="180321" y="427392"/>
                  </a:lnTo>
                  <a:lnTo>
                    <a:pt x="180321" y="426315"/>
                  </a:lnTo>
                  <a:cubicBezTo>
                    <a:pt x="180321" y="426315"/>
                    <a:pt x="180153" y="424465"/>
                    <a:pt x="179951" y="424028"/>
                  </a:cubicBezTo>
                  <a:cubicBezTo>
                    <a:pt x="179749" y="423590"/>
                    <a:pt x="178605" y="422177"/>
                    <a:pt x="178605" y="422177"/>
                  </a:cubicBezTo>
                  <a:lnTo>
                    <a:pt x="178605" y="419789"/>
                  </a:lnTo>
                  <a:lnTo>
                    <a:pt x="179379" y="417737"/>
                  </a:lnTo>
                  <a:lnTo>
                    <a:pt x="182643" y="416862"/>
                  </a:lnTo>
                  <a:lnTo>
                    <a:pt x="184595" y="416089"/>
                  </a:lnTo>
                  <a:lnTo>
                    <a:pt x="187220" y="413801"/>
                  </a:lnTo>
                  <a:lnTo>
                    <a:pt x="188970" y="413700"/>
                  </a:lnTo>
                  <a:lnTo>
                    <a:pt x="191898" y="416728"/>
                  </a:lnTo>
                  <a:lnTo>
                    <a:pt x="194288" y="417602"/>
                  </a:lnTo>
                  <a:lnTo>
                    <a:pt x="197350" y="419352"/>
                  </a:lnTo>
                  <a:lnTo>
                    <a:pt x="200951" y="422076"/>
                  </a:lnTo>
                  <a:lnTo>
                    <a:pt x="203879" y="424801"/>
                  </a:lnTo>
                  <a:lnTo>
                    <a:pt x="205831" y="424801"/>
                  </a:lnTo>
                  <a:lnTo>
                    <a:pt x="207783" y="423119"/>
                  </a:lnTo>
                  <a:lnTo>
                    <a:pt x="209870" y="421202"/>
                  </a:lnTo>
                  <a:lnTo>
                    <a:pt x="213572" y="421976"/>
                  </a:lnTo>
                  <a:cubicBezTo>
                    <a:pt x="213572" y="421976"/>
                    <a:pt x="214548" y="419486"/>
                    <a:pt x="215860" y="418511"/>
                  </a:cubicBezTo>
                  <a:cubicBezTo>
                    <a:pt x="217173" y="417535"/>
                    <a:pt x="215860" y="418511"/>
                    <a:pt x="216399" y="417972"/>
                  </a:cubicBezTo>
                  <a:cubicBezTo>
                    <a:pt x="216937" y="417434"/>
                    <a:pt x="217375" y="416223"/>
                    <a:pt x="217712" y="416122"/>
                  </a:cubicBezTo>
                  <a:cubicBezTo>
                    <a:pt x="218048" y="416021"/>
                    <a:pt x="218485" y="416122"/>
                    <a:pt x="219562" y="416122"/>
                  </a:cubicBezTo>
                  <a:cubicBezTo>
                    <a:pt x="220639" y="416122"/>
                    <a:pt x="221952" y="416122"/>
                    <a:pt x="223466" y="416122"/>
                  </a:cubicBezTo>
                  <a:cubicBezTo>
                    <a:pt x="224981" y="416122"/>
                    <a:pt x="225216" y="415954"/>
                    <a:pt x="226192" y="415416"/>
                  </a:cubicBezTo>
                  <a:cubicBezTo>
                    <a:pt x="227168" y="414878"/>
                    <a:pt x="227404" y="415248"/>
                    <a:pt x="227404" y="415248"/>
                  </a:cubicBezTo>
                  <a:lnTo>
                    <a:pt x="227404" y="413398"/>
                  </a:lnTo>
                  <a:lnTo>
                    <a:pt x="226933" y="410572"/>
                  </a:lnTo>
                  <a:lnTo>
                    <a:pt x="227000" y="409697"/>
                  </a:lnTo>
                  <a:lnTo>
                    <a:pt x="223836" y="406333"/>
                  </a:lnTo>
                  <a:lnTo>
                    <a:pt x="220471" y="401354"/>
                  </a:lnTo>
                  <a:lnTo>
                    <a:pt x="220471" y="399605"/>
                  </a:lnTo>
                  <a:lnTo>
                    <a:pt x="224274" y="397755"/>
                  </a:lnTo>
                  <a:lnTo>
                    <a:pt x="226563" y="396342"/>
                  </a:lnTo>
                  <a:lnTo>
                    <a:pt x="228414" y="392440"/>
                  </a:lnTo>
                  <a:cubicBezTo>
                    <a:pt x="228414" y="392440"/>
                    <a:pt x="229188" y="388302"/>
                    <a:pt x="229188" y="387865"/>
                  </a:cubicBezTo>
                  <a:cubicBezTo>
                    <a:pt x="229188" y="387428"/>
                    <a:pt x="229726" y="385241"/>
                    <a:pt x="230365" y="383828"/>
                  </a:cubicBezTo>
                  <a:cubicBezTo>
                    <a:pt x="231005" y="382415"/>
                    <a:pt x="232452" y="380128"/>
                    <a:pt x="232452" y="380128"/>
                  </a:cubicBezTo>
                  <a:lnTo>
                    <a:pt x="231577" y="377403"/>
                  </a:lnTo>
                  <a:lnTo>
                    <a:pt x="229726" y="375788"/>
                  </a:lnTo>
                  <a:lnTo>
                    <a:pt x="227539" y="373299"/>
                  </a:lnTo>
                  <a:lnTo>
                    <a:pt x="226226" y="371348"/>
                  </a:lnTo>
                  <a:lnTo>
                    <a:pt x="228414" y="368421"/>
                  </a:lnTo>
                  <a:lnTo>
                    <a:pt x="226226" y="366134"/>
                  </a:lnTo>
                  <a:lnTo>
                    <a:pt x="221346" y="363947"/>
                  </a:lnTo>
                  <a:cubicBezTo>
                    <a:pt x="221346" y="363947"/>
                    <a:pt x="219058" y="363947"/>
                    <a:pt x="218721" y="363947"/>
                  </a:cubicBezTo>
                  <a:cubicBezTo>
                    <a:pt x="218384" y="363947"/>
                    <a:pt x="215255" y="362904"/>
                    <a:pt x="214178" y="362904"/>
                  </a:cubicBezTo>
                  <a:cubicBezTo>
                    <a:pt x="213101" y="362904"/>
                    <a:pt x="209836" y="361222"/>
                    <a:pt x="209836" y="361222"/>
                  </a:cubicBezTo>
                  <a:lnTo>
                    <a:pt x="207110" y="359271"/>
                  </a:lnTo>
                  <a:lnTo>
                    <a:pt x="205158" y="356883"/>
                  </a:lnTo>
                  <a:lnTo>
                    <a:pt x="201793" y="355806"/>
                  </a:lnTo>
                  <a:lnTo>
                    <a:pt x="198528" y="357455"/>
                  </a:lnTo>
                  <a:cubicBezTo>
                    <a:pt x="198528" y="357455"/>
                    <a:pt x="193413" y="357657"/>
                    <a:pt x="189408" y="357455"/>
                  </a:cubicBezTo>
                  <a:cubicBezTo>
                    <a:pt x="185369" y="357219"/>
                    <a:pt x="186783" y="356244"/>
                    <a:pt x="186480" y="355941"/>
                  </a:cubicBezTo>
                  <a:cubicBezTo>
                    <a:pt x="186143" y="355605"/>
                    <a:pt x="184865" y="352476"/>
                    <a:pt x="184865" y="352476"/>
                  </a:cubicBezTo>
                  <a:cubicBezTo>
                    <a:pt x="184865" y="352476"/>
                    <a:pt x="188028" y="349987"/>
                    <a:pt x="189206" y="349449"/>
                  </a:cubicBezTo>
                  <a:cubicBezTo>
                    <a:pt x="190417" y="348910"/>
                    <a:pt x="190519" y="348036"/>
                    <a:pt x="190821" y="347935"/>
                  </a:cubicBezTo>
                  <a:cubicBezTo>
                    <a:pt x="191158" y="347834"/>
                    <a:pt x="191696" y="344335"/>
                    <a:pt x="191696" y="343595"/>
                  </a:cubicBezTo>
                  <a:cubicBezTo>
                    <a:pt x="191696" y="342821"/>
                    <a:pt x="191158" y="339895"/>
                    <a:pt x="191158" y="339895"/>
                  </a:cubicBezTo>
                  <a:lnTo>
                    <a:pt x="189408" y="337406"/>
                  </a:lnTo>
                  <a:lnTo>
                    <a:pt x="187355" y="334243"/>
                  </a:lnTo>
                  <a:lnTo>
                    <a:pt x="184427" y="332057"/>
                  </a:lnTo>
                  <a:cubicBezTo>
                    <a:pt x="184427" y="332057"/>
                    <a:pt x="182374" y="330207"/>
                    <a:pt x="181701" y="330207"/>
                  </a:cubicBezTo>
                  <a:cubicBezTo>
                    <a:pt x="181028" y="330207"/>
                    <a:pt x="179312" y="327616"/>
                    <a:pt x="178975" y="326944"/>
                  </a:cubicBezTo>
                  <a:cubicBezTo>
                    <a:pt x="178638" y="326304"/>
                    <a:pt x="178975" y="323680"/>
                    <a:pt x="178975" y="323680"/>
                  </a:cubicBezTo>
                  <a:cubicBezTo>
                    <a:pt x="178975" y="323680"/>
                    <a:pt x="179951" y="322907"/>
                    <a:pt x="181028" y="322604"/>
                  </a:cubicBezTo>
                  <a:cubicBezTo>
                    <a:pt x="182105" y="322268"/>
                    <a:pt x="183754" y="322940"/>
                    <a:pt x="184494" y="322604"/>
                  </a:cubicBezTo>
                  <a:cubicBezTo>
                    <a:pt x="185268" y="322268"/>
                    <a:pt x="185033" y="320317"/>
                    <a:pt x="185369" y="320216"/>
                  </a:cubicBezTo>
                  <a:cubicBezTo>
                    <a:pt x="185706" y="320115"/>
                    <a:pt x="187456" y="318904"/>
                    <a:pt x="187456" y="318904"/>
                  </a:cubicBezTo>
                  <a:cubicBezTo>
                    <a:pt x="187456" y="318904"/>
                    <a:pt x="188432" y="316515"/>
                    <a:pt x="189206" y="316414"/>
                  </a:cubicBezTo>
                  <a:cubicBezTo>
                    <a:pt x="189980" y="316313"/>
                    <a:pt x="189206" y="314463"/>
                    <a:pt x="189206" y="314463"/>
                  </a:cubicBezTo>
                  <a:cubicBezTo>
                    <a:pt x="189206" y="314463"/>
                    <a:pt x="189206" y="312310"/>
                    <a:pt x="189206" y="311873"/>
                  </a:cubicBezTo>
                  <a:cubicBezTo>
                    <a:pt x="189206" y="311436"/>
                    <a:pt x="190619" y="308845"/>
                    <a:pt x="190619" y="308845"/>
                  </a:cubicBezTo>
                  <a:cubicBezTo>
                    <a:pt x="190619" y="308845"/>
                    <a:pt x="192370" y="306356"/>
                    <a:pt x="192571" y="306020"/>
                  </a:cubicBezTo>
                  <a:cubicBezTo>
                    <a:pt x="192773" y="305683"/>
                    <a:pt x="194322" y="303867"/>
                    <a:pt x="194322" y="303867"/>
                  </a:cubicBezTo>
                  <a:cubicBezTo>
                    <a:pt x="194322" y="303867"/>
                    <a:pt x="196071" y="304069"/>
                    <a:pt x="197586" y="303833"/>
                  </a:cubicBezTo>
                  <a:cubicBezTo>
                    <a:pt x="199100" y="303631"/>
                    <a:pt x="200211" y="303934"/>
                    <a:pt x="200649" y="303833"/>
                  </a:cubicBezTo>
                  <a:cubicBezTo>
                    <a:pt x="201086" y="303732"/>
                    <a:pt x="203913" y="303631"/>
                    <a:pt x="204115" y="303295"/>
                  </a:cubicBezTo>
                  <a:cubicBezTo>
                    <a:pt x="204317" y="302959"/>
                    <a:pt x="203577" y="300907"/>
                    <a:pt x="203577" y="300907"/>
                  </a:cubicBezTo>
                  <a:lnTo>
                    <a:pt x="202802" y="299595"/>
                  </a:lnTo>
                  <a:lnTo>
                    <a:pt x="203240" y="295793"/>
                  </a:lnTo>
                  <a:lnTo>
                    <a:pt x="205629" y="295154"/>
                  </a:lnTo>
                  <a:lnTo>
                    <a:pt x="205529" y="292429"/>
                  </a:lnTo>
                  <a:lnTo>
                    <a:pt x="204317" y="290680"/>
                  </a:lnTo>
                  <a:cubicBezTo>
                    <a:pt x="204317" y="290680"/>
                    <a:pt x="202264" y="289368"/>
                    <a:pt x="201052" y="289065"/>
                  </a:cubicBezTo>
                  <a:cubicBezTo>
                    <a:pt x="199841" y="288729"/>
                    <a:pt x="197687" y="287653"/>
                    <a:pt x="197687" y="287653"/>
                  </a:cubicBezTo>
                  <a:lnTo>
                    <a:pt x="195398" y="282876"/>
                  </a:lnTo>
                  <a:cubicBezTo>
                    <a:pt x="195398" y="282876"/>
                    <a:pt x="196475" y="280487"/>
                    <a:pt x="196711" y="280151"/>
                  </a:cubicBezTo>
                  <a:cubicBezTo>
                    <a:pt x="196913" y="279814"/>
                    <a:pt x="200312" y="278502"/>
                    <a:pt x="200312" y="278502"/>
                  </a:cubicBezTo>
                  <a:lnTo>
                    <a:pt x="203677" y="277964"/>
                  </a:lnTo>
                  <a:lnTo>
                    <a:pt x="204216" y="275374"/>
                  </a:lnTo>
                  <a:lnTo>
                    <a:pt x="204855" y="272750"/>
                  </a:lnTo>
                  <a:lnTo>
                    <a:pt x="204855" y="267536"/>
                  </a:lnTo>
                  <a:lnTo>
                    <a:pt x="204855" y="263028"/>
                  </a:lnTo>
                  <a:lnTo>
                    <a:pt x="206033" y="259833"/>
                  </a:lnTo>
                  <a:lnTo>
                    <a:pt x="208187" y="259664"/>
                  </a:lnTo>
                  <a:lnTo>
                    <a:pt x="210509" y="260169"/>
                  </a:lnTo>
                  <a:cubicBezTo>
                    <a:pt x="210509" y="260169"/>
                    <a:pt x="213437" y="261043"/>
                    <a:pt x="214413" y="260943"/>
                  </a:cubicBezTo>
                  <a:cubicBezTo>
                    <a:pt x="215389" y="260842"/>
                    <a:pt x="216264" y="259530"/>
                    <a:pt x="216332" y="259294"/>
                  </a:cubicBezTo>
                  <a:cubicBezTo>
                    <a:pt x="216399" y="259059"/>
                    <a:pt x="217139" y="257511"/>
                    <a:pt x="217139" y="257511"/>
                  </a:cubicBezTo>
                  <a:lnTo>
                    <a:pt x="221043" y="255762"/>
                  </a:lnTo>
                  <a:cubicBezTo>
                    <a:pt x="221043" y="255762"/>
                    <a:pt x="223668" y="256401"/>
                    <a:pt x="224308" y="256267"/>
                  </a:cubicBezTo>
                  <a:cubicBezTo>
                    <a:pt x="224981" y="256099"/>
                    <a:pt x="227808" y="260573"/>
                    <a:pt x="227808" y="260573"/>
                  </a:cubicBezTo>
                  <a:lnTo>
                    <a:pt x="228245" y="260236"/>
                  </a:lnTo>
                  <a:lnTo>
                    <a:pt x="231442" y="257579"/>
                  </a:lnTo>
                  <a:cubicBezTo>
                    <a:pt x="231442" y="257579"/>
                    <a:pt x="233294" y="258016"/>
                    <a:pt x="233933" y="258050"/>
                  </a:cubicBezTo>
                  <a:cubicBezTo>
                    <a:pt x="234572" y="258117"/>
                    <a:pt x="237265" y="261481"/>
                    <a:pt x="237265" y="261481"/>
                  </a:cubicBezTo>
                  <a:cubicBezTo>
                    <a:pt x="237265" y="261481"/>
                    <a:pt x="239553" y="260707"/>
                    <a:pt x="239688" y="260606"/>
                  </a:cubicBezTo>
                  <a:cubicBezTo>
                    <a:pt x="239856" y="260505"/>
                    <a:pt x="241875" y="258756"/>
                    <a:pt x="241875" y="258756"/>
                  </a:cubicBezTo>
                  <a:lnTo>
                    <a:pt x="244736" y="256570"/>
                  </a:lnTo>
                  <a:lnTo>
                    <a:pt x="248606" y="256199"/>
                  </a:lnTo>
                  <a:lnTo>
                    <a:pt x="254530" y="258386"/>
                  </a:lnTo>
                  <a:lnTo>
                    <a:pt x="258063" y="260505"/>
                  </a:lnTo>
                  <a:lnTo>
                    <a:pt x="260049" y="262457"/>
                  </a:lnTo>
                  <a:lnTo>
                    <a:pt x="265501" y="265383"/>
                  </a:lnTo>
                  <a:lnTo>
                    <a:pt x="265669" y="265383"/>
                  </a:lnTo>
                  <a:lnTo>
                    <a:pt x="265366" y="266729"/>
                  </a:lnTo>
                  <a:lnTo>
                    <a:pt x="266275" y="262658"/>
                  </a:lnTo>
                  <a:lnTo>
                    <a:pt x="268227" y="260270"/>
                  </a:lnTo>
                  <a:cubicBezTo>
                    <a:pt x="268227" y="260270"/>
                    <a:pt x="269809" y="259025"/>
                    <a:pt x="269977" y="258823"/>
                  </a:cubicBezTo>
                  <a:cubicBezTo>
                    <a:pt x="270112" y="258622"/>
                    <a:pt x="270179" y="257579"/>
                    <a:pt x="270179" y="257579"/>
                  </a:cubicBezTo>
                  <a:lnTo>
                    <a:pt x="269876" y="256334"/>
                  </a:lnTo>
                  <a:lnTo>
                    <a:pt x="268799" y="255392"/>
                  </a:lnTo>
                  <a:cubicBezTo>
                    <a:pt x="268799" y="255392"/>
                    <a:pt x="266544" y="253374"/>
                    <a:pt x="266275" y="253206"/>
                  </a:cubicBezTo>
                  <a:cubicBezTo>
                    <a:pt x="265972" y="253071"/>
                    <a:pt x="264693" y="252264"/>
                    <a:pt x="264087" y="251961"/>
                  </a:cubicBezTo>
                  <a:cubicBezTo>
                    <a:pt x="263515" y="251658"/>
                    <a:pt x="262337" y="251019"/>
                    <a:pt x="262337" y="251019"/>
                  </a:cubicBezTo>
                  <a:lnTo>
                    <a:pt x="261092" y="248630"/>
                  </a:lnTo>
                  <a:lnTo>
                    <a:pt x="261227" y="246747"/>
                  </a:lnTo>
                  <a:lnTo>
                    <a:pt x="262304" y="244863"/>
                  </a:lnTo>
                  <a:lnTo>
                    <a:pt x="263246" y="242475"/>
                  </a:lnTo>
                  <a:lnTo>
                    <a:pt x="263044" y="240591"/>
                  </a:lnTo>
                  <a:lnTo>
                    <a:pt x="259847" y="240591"/>
                  </a:lnTo>
                  <a:lnTo>
                    <a:pt x="258972" y="237395"/>
                  </a:lnTo>
                  <a:lnTo>
                    <a:pt x="261664" y="236016"/>
                  </a:lnTo>
                  <a:lnTo>
                    <a:pt x="263112" y="233324"/>
                  </a:lnTo>
                  <a:lnTo>
                    <a:pt x="262809" y="232080"/>
                  </a:lnTo>
                  <a:lnTo>
                    <a:pt x="260856" y="230701"/>
                  </a:lnTo>
                  <a:lnTo>
                    <a:pt x="261732" y="227505"/>
                  </a:lnTo>
                  <a:lnTo>
                    <a:pt x="264929" y="223434"/>
                  </a:lnTo>
                  <a:lnTo>
                    <a:pt x="269136" y="219095"/>
                  </a:lnTo>
                  <a:lnTo>
                    <a:pt x="270145" y="215462"/>
                  </a:lnTo>
                  <a:cubicBezTo>
                    <a:pt x="270145" y="215462"/>
                    <a:pt x="268698" y="213780"/>
                    <a:pt x="267823" y="212603"/>
                  </a:cubicBezTo>
                  <a:cubicBezTo>
                    <a:pt x="266948" y="211391"/>
                    <a:pt x="267823" y="210012"/>
                    <a:pt x="267823" y="209239"/>
                  </a:cubicBezTo>
                  <a:cubicBezTo>
                    <a:pt x="267823" y="208465"/>
                    <a:pt x="271862" y="204563"/>
                    <a:pt x="271862" y="204563"/>
                  </a:cubicBezTo>
                  <a:lnTo>
                    <a:pt x="274352" y="199247"/>
                  </a:lnTo>
                  <a:lnTo>
                    <a:pt x="276203" y="194471"/>
                  </a:lnTo>
                  <a:lnTo>
                    <a:pt x="280982" y="194033"/>
                  </a:lnTo>
                  <a:lnTo>
                    <a:pt x="282631" y="191847"/>
                  </a:lnTo>
                  <a:cubicBezTo>
                    <a:pt x="282631" y="191847"/>
                    <a:pt x="286872" y="189795"/>
                    <a:pt x="287646" y="189257"/>
                  </a:cubicBezTo>
                  <a:cubicBezTo>
                    <a:pt x="288420" y="188718"/>
                    <a:pt x="290237" y="187204"/>
                    <a:pt x="290574" y="186868"/>
                  </a:cubicBezTo>
                  <a:cubicBezTo>
                    <a:pt x="290910" y="186532"/>
                    <a:pt x="294040" y="186431"/>
                    <a:pt x="294612" y="186094"/>
                  </a:cubicBezTo>
                  <a:cubicBezTo>
                    <a:pt x="295151" y="185758"/>
                    <a:pt x="296901" y="184681"/>
                    <a:pt x="296901" y="184681"/>
                  </a:cubicBezTo>
                  <a:cubicBezTo>
                    <a:pt x="296901" y="184681"/>
                    <a:pt x="297439" y="182831"/>
                    <a:pt x="297877" y="182394"/>
                  </a:cubicBezTo>
                  <a:cubicBezTo>
                    <a:pt x="298314" y="181957"/>
                    <a:pt x="297877" y="180308"/>
                    <a:pt x="297877" y="180006"/>
                  </a:cubicBezTo>
                  <a:cubicBezTo>
                    <a:pt x="297877" y="179669"/>
                    <a:pt x="298853" y="176103"/>
                    <a:pt x="298853" y="176103"/>
                  </a:cubicBezTo>
                  <a:lnTo>
                    <a:pt x="302992" y="175027"/>
                  </a:lnTo>
                  <a:lnTo>
                    <a:pt x="296867" y="174489"/>
                  </a:lnTo>
                  <a:cubicBezTo>
                    <a:pt x="296867" y="174489"/>
                    <a:pt x="293401" y="174859"/>
                    <a:pt x="292458" y="174859"/>
                  </a:cubicBezTo>
                  <a:cubicBezTo>
                    <a:pt x="291516" y="174859"/>
                    <a:pt x="288554" y="173110"/>
                    <a:pt x="288117" y="172605"/>
                  </a:cubicBezTo>
                  <a:cubicBezTo>
                    <a:pt x="287679" y="172100"/>
                    <a:pt x="286165" y="169342"/>
                    <a:pt x="286165" y="169342"/>
                  </a:cubicBezTo>
                  <a:lnTo>
                    <a:pt x="285155" y="165137"/>
                  </a:lnTo>
                  <a:lnTo>
                    <a:pt x="281016" y="160293"/>
                  </a:lnTo>
                  <a:lnTo>
                    <a:pt x="277886" y="153834"/>
                  </a:lnTo>
                  <a:lnTo>
                    <a:pt x="275261" y="151008"/>
                  </a:lnTo>
                  <a:cubicBezTo>
                    <a:pt x="275261" y="151008"/>
                    <a:pt x="270684" y="145794"/>
                    <a:pt x="270549" y="145357"/>
                  </a:cubicBezTo>
                  <a:cubicBezTo>
                    <a:pt x="270414" y="144920"/>
                    <a:pt x="268664" y="144112"/>
                    <a:pt x="268664" y="144112"/>
                  </a:cubicBezTo>
                  <a:lnTo>
                    <a:pt x="262640" y="142228"/>
                  </a:lnTo>
                  <a:lnTo>
                    <a:pt x="259578" y="141421"/>
                  </a:lnTo>
                  <a:cubicBezTo>
                    <a:pt x="259578" y="141421"/>
                    <a:pt x="256986" y="141421"/>
                    <a:pt x="256549" y="141421"/>
                  </a:cubicBezTo>
                  <a:cubicBezTo>
                    <a:pt x="256111" y="141421"/>
                    <a:pt x="253453" y="143641"/>
                    <a:pt x="253217" y="143708"/>
                  </a:cubicBezTo>
                  <a:cubicBezTo>
                    <a:pt x="253015" y="143776"/>
                    <a:pt x="247563" y="145996"/>
                    <a:pt x="247563" y="145996"/>
                  </a:cubicBezTo>
                  <a:cubicBezTo>
                    <a:pt x="247563" y="145996"/>
                    <a:pt x="244366" y="146635"/>
                    <a:pt x="244164" y="146702"/>
                  </a:cubicBezTo>
                  <a:cubicBezTo>
                    <a:pt x="243962" y="146770"/>
                    <a:pt x="239015" y="146568"/>
                    <a:pt x="238140" y="146702"/>
                  </a:cubicBezTo>
                  <a:cubicBezTo>
                    <a:pt x="237265" y="146837"/>
                    <a:pt x="234068" y="145256"/>
                    <a:pt x="234068" y="145256"/>
                  </a:cubicBezTo>
                  <a:lnTo>
                    <a:pt x="225149" y="139100"/>
                  </a:lnTo>
                  <a:lnTo>
                    <a:pt x="219798" y="136409"/>
                  </a:lnTo>
                  <a:lnTo>
                    <a:pt x="215221" y="133381"/>
                  </a:lnTo>
                  <a:lnTo>
                    <a:pt x="212832" y="131867"/>
                  </a:lnTo>
                  <a:lnTo>
                    <a:pt x="208692" y="129042"/>
                  </a:lnTo>
                  <a:lnTo>
                    <a:pt x="203475" y="124029"/>
                  </a:lnTo>
                  <a:lnTo>
                    <a:pt x="202399" y="122515"/>
                  </a:lnTo>
                  <a:lnTo>
                    <a:pt x="202634" y="119051"/>
                  </a:lnTo>
                  <a:lnTo>
                    <a:pt x="203947" y="114476"/>
                  </a:lnTo>
                  <a:lnTo>
                    <a:pt x="202870" y="111852"/>
                  </a:lnTo>
                  <a:cubicBezTo>
                    <a:pt x="202870" y="111852"/>
                    <a:pt x="201355" y="107512"/>
                    <a:pt x="202230" y="108151"/>
                  </a:cubicBezTo>
                  <a:cubicBezTo>
                    <a:pt x="203105" y="108757"/>
                    <a:pt x="203105" y="105797"/>
                    <a:pt x="203980" y="104922"/>
                  </a:cubicBezTo>
                  <a:cubicBezTo>
                    <a:pt x="204855" y="104047"/>
                    <a:pt x="205293" y="104047"/>
                    <a:pt x="205495" y="103408"/>
                  </a:cubicBezTo>
                  <a:cubicBezTo>
                    <a:pt x="205697" y="102769"/>
                    <a:pt x="206572" y="100582"/>
                    <a:pt x="206572" y="100582"/>
                  </a:cubicBezTo>
                  <a:lnTo>
                    <a:pt x="206572" y="99069"/>
                  </a:lnTo>
                  <a:lnTo>
                    <a:pt x="203846" y="95368"/>
                  </a:lnTo>
                  <a:lnTo>
                    <a:pt x="203072" y="93619"/>
                  </a:lnTo>
                  <a:lnTo>
                    <a:pt x="203072" y="89919"/>
                  </a:lnTo>
                  <a:lnTo>
                    <a:pt x="205798" y="86858"/>
                  </a:lnTo>
                  <a:lnTo>
                    <a:pt x="206336" y="84906"/>
                  </a:lnTo>
                  <a:lnTo>
                    <a:pt x="206774" y="81879"/>
                  </a:lnTo>
                  <a:lnTo>
                    <a:pt x="207851" y="79289"/>
                  </a:lnTo>
                  <a:lnTo>
                    <a:pt x="208490" y="76463"/>
                  </a:lnTo>
                  <a:lnTo>
                    <a:pt x="211519" y="72763"/>
                  </a:lnTo>
                  <a:lnTo>
                    <a:pt x="213269" y="68860"/>
                  </a:lnTo>
                  <a:lnTo>
                    <a:pt x="215894" y="63209"/>
                  </a:lnTo>
                  <a:lnTo>
                    <a:pt x="220303" y="61762"/>
                  </a:lnTo>
                  <a:cubicBezTo>
                    <a:pt x="220303" y="61762"/>
                    <a:pt x="222625" y="57120"/>
                    <a:pt x="222760" y="56683"/>
                  </a:cubicBezTo>
                  <a:cubicBezTo>
                    <a:pt x="222894" y="56245"/>
                    <a:pt x="226529" y="55236"/>
                    <a:pt x="226529" y="55236"/>
                  </a:cubicBezTo>
                  <a:lnTo>
                    <a:pt x="231880" y="53050"/>
                  </a:lnTo>
                  <a:cubicBezTo>
                    <a:pt x="231880" y="53050"/>
                    <a:pt x="234337" y="53184"/>
                    <a:pt x="234909" y="53487"/>
                  </a:cubicBezTo>
                  <a:cubicBezTo>
                    <a:pt x="235481" y="53790"/>
                    <a:pt x="238678" y="53790"/>
                    <a:pt x="238678" y="53790"/>
                  </a:cubicBezTo>
                  <a:cubicBezTo>
                    <a:pt x="238678" y="53790"/>
                    <a:pt x="239856" y="54093"/>
                    <a:pt x="240428" y="54227"/>
                  </a:cubicBezTo>
                  <a:cubicBezTo>
                    <a:pt x="241000" y="54362"/>
                    <a:pt x="241606" y="54664"/>
                    <a:pt x="242751" y="54664"/>
                  </a:cubicBezTo>
                  <a:cubicBezTo>
                    <a:pt x="243895" y="54664"/>
                    <a:pt x="244063" y="53655"/>
                    <a:pt x="244063" y="53655"/>
                  </a:cubicBezTo>
                  <a:cubicBezTo>
                    <a:pt x="244063" y="53655"/>
                    <a:pt x="244500" y="50897"/>
                    <a:pt x="244635" y="49316"/>
                  </a:cubicBezTo>
                  <a:cubicBezTo>
                    <a:pt x="244770" y="47735"/>
                    <a:pt x="244635" y="46288"/>
                    <a:pt x="244635" y="46288"/>
                  </a:cubicBezTo>
                  <a:lnTo>
                    <a:pt x="243625" y="42958"/>
                  </a:lnTo>
                  <a:lnTo>
                    <a:pt x="242481" y="39325"/>
                  </a:lnTo>
                  <a:lnTo>
                    <a:pt x="239722" y="36566"/>
                  </a:lnTo>
                  <a:cubicBezTo>
                    <a:pt x="239722" y="36566"/>
                    <a:pt x="237265" y="36129"/>
                    <a:pt x="236390" y="36566"/>
                  </a:cubicBezTo>
                  <a:cubicBezTo>
                    <a:pt x="235515" y="37004"/>
                    <a:pt x="234774" y="36701"/>
                    <a:pt x="234774" y="36701"/>
                  </a:cubicBezTo>
                  <a:lnTo>
                    <a:pt x="232587" y="38013"/>
                  </a:lnTo>
                  <a:lnTo>
                    <a:pt x="232587" y="30612"/>
                  </a:lnTo>
                  <a:cubicBezTo>
                    <a:pt x="232587" y="30612"/>
                    <a:pt x="231947" y="27585"/>
                    <a:pt x="231510" y="26979"/>
                  </a:cubicBezTo>
                  <a:cubicBezTo>
                    <a:pt x="231072" y="26407"/>
                    <a:pt x="231745" y="22337"/>
                    <a:pt x="231745" y="22337"/>
                  </a:cubicBezTo>
                  <a:lnTo>
                    <a:pt x="230635" y="17694"/>
                  </a:lnTo>
                  <a:lnTo>
                    <a:pt x="228851" y="14936"/>
                  </a:lnTo>
                  <a:lnTo>
                    <a:pt x="230467" y="11034"/>
                  </a:lnTo>
                  <a:cubicBezTo>
                    <a:pt x="230467" y="11034"/>
                    <a:pt x="230870" y="8141"/>
                    <a:pt x="230433" y="7569"/>
                  </a:cubicBezTo>
                  <a:cubicBezTo>
                    <a:pt x="229995" y="6997"/>
                    <a:pt x="230567" y="4373"/>
                    <a:pt x="230433" y="3936"/>
                  </a:cubicBezTo>
                  <a:cubicBezTo>
                    <a:pt x="230298" y="3498"/>
                    <a:pt x="229726" y="740"/>
                    <a:pt x="229726" y="740"/>
                  </a:cubicBezTo>
                  <a:lnTo>
                    <a:pt x="225654" y="0"/>
                  </a:lnTo>
                  <a:cubicBezTo>
                    <a:pt x="225654" y="0"/>
                    <a:pt x="223466" y="2456"/>
                    <a:pt x="222187" y="3465"/>
                  </a:cubicBezTo>
                  <a:cubicBezTo>
                    <a:pt x="220875" y="4474"/>
                    <a:pt x="216096" y="4037"/>
                    <a:pt x="216096" y="4037"/>
                  </a:cubicBezTo>
                  <a:lnTo>
                    <a:pt x="211014" y="4037"/>
                  </a:lnTo>
                  <a:cubicBezTo>
                    <a:pt x="211014" y="4037"/>
                    <a:pt x="209129" y="4609"/>
                    <a:pt x="208692" y="4911"/>
                  </a:cubicBezTo>
                  <a:cubicBezTo>
                    <a:pt x="208255" y="5214"/>
                    <a:pt x="206942" y="5921"/>
                    <a:pt x="205495" y="6930"/>
                  </a:cubicBezTo>
                  <a:cubicBezTo>
                    <a:pt x="204048" y="7939"/>
                    <a:pt x="203038" y="8376"/>
                    <a:pt x="201860" y="8242"/>
                  </a:cubicBezTo>
                  <a:cubicBezTo>
                    <a:pt x="200716" y="8107"/>
                    <a:pt x="199100" y="9554"/>
                    <a:pt x="196946" y="9554"/>
                  </a:cubicBezTo>
                  <a:cubicBezTo>
                    <a:pt x="194793" y="9554"/>
                    <a:pt x="194490" y="9688"/>
                    <a:pt x="193615" y="9554"/>
                  </a:cubicBezTo>
                  <a:cubicBezTo>
                    <a:pt x="192740" y="9419"/>
                    <a:pt x="191158" y="8242"/>
                    <a:pt x="190552" y="8242"/>
                  </a:cubicBezTo>
                  <a:cubicBezTo>
                    <a:pt x="189980" y="8242"/>
                    <a:pt x="187793" y="11707"/>
                    <a:pt x="187793" y="11707"/>
                  </a:cubicBezTo>
                  <a:lnTo>
                    <a:pt x="184461" y="16618"/>
                  </a:lnTo>
                  <a:cubicBezTo>
                    <a:pt x="184461" y="16618"/>
                    <a:pt x="183754" y="19208"/>
                    <a:pt x="183754" y="19814"/>
                  </a:cubicBezTo>
                  <a:cubicBezTo>
                    <a:pt x="183754" y="20386"/>
                    <a:pt x="183014" y="25768"/>
                    <a:pt x="183014" y="25768"/>
                  </a:cubicBezTo>
                  <a:lnTo>
                    <a:pt x="180691" y="27786"/>
                  </a:lnTo>
                  <a:lnTo>
                    <a:pt x="176787" y="30108"/>
                  </a:lnTo>
                  <a:cubicBezTo>
                    <a:pt x="176787" y="30108"/>
                    <a:pt x="173321" y="32294"/>
                    <a:pt x="172715" y="32731"/>
                  </a:cubicBezTo>
                  <a:cubicBezTo>
                    <a:pt x="172143" y="33169"/>
                    <a:pt x="169956" y="35052"/>
                    <a:pt x="169249" y="35490"/>
                  </a:cubicBezTo>
                  <a:cubicBezTo>
                    <a:pt x="168509" y="35927"/>
                    <a:pt x="167364" y="37374"/>
                    <a:pt x="167364" y="37945"/>
                  </a:cubicBezTo>
                  <a:cubicBezTo>
                    <a:pt x="167364" y="38517"/>
                    <a:pt x="165177" y="42285"/>
                    <a:pt x="165042" y="42722"/>
                  </a:cubicBezTo>
                  <a:cubicBezTo>
                    <a:pt x="164907" y="43160"/>
                    <a:pt x="162720" y="45918"/>
                    <a:pt x="162720" y="45918"/>
                  </a:cubicBezTo>
                  <a:cubicBezTo>
                    <a:pt x="162720" y="45918"/>
                    <a:pt x="159388" y="49383"/>
                    <a:pt x="158244" y="50695"/>
                  </a:cubicBezTo>
                  <a:cubicBezTo>
                    <a:pt x="157100" y="52007"/>
                    <a:pt x="153162" y="55472"/>
                    <a:pt x="153027" y="56044"/>
                  </a:cubicBezTo>
                  <a:cubicBezTo>
                    <a:pt x="152893" y="56616"/>
                    <a:pt x="149830" y="64453"/>
                    <a:pt x="149830" y="65025"/>
                  </a:cubicBezTo>
                  <a:cubicBezTo>
                    <a:pt x="149830" y="65597"/>
                    <a:pt x="147205" y="74445"/>
                    <a:pt x="147070" y="74882"/>
                  </a:cubicBezTo>
                  <a:cubicBezTo>
                    <a:pt x="146936" y="75319"/>
                    <a:pt x="143604" y="79659"/>
                    <a:pt x="143167" y="80096"/>
                  </a:cubicBezTo>
                  <a:cubicBezTo>
                    <a:pt x="142729" y="80533"/>
                    <a:pt x="142157" y="93552"/>
                    <a:pt x="142157" y="93552"/>
                  </a:cubicBezTo>
                  <a:cubicBezTo>
                    <a:pt x="142157" y="93552"/>
                    <a:pt x="142157" y="97891"/>
                    <a:pt x="142157" y="99338"/>
                  </a:cubicBezTo>
                  <a:cubicBezTo>
                    <a:pt x="142157" y="100784"/>
                    <a:pt x="144849" y="102668"/>
                    <a:pt x="145287" y="102971"/>
                  </a:cubicBezTo>
                  <a:cubicBezTo>
                    <a:pt x="145724" y="103274"/>
                    <a:pt x="145792" y="105864"/>
                    <a:pt x="145926" y="107176"/>
                  </a:cubicBezTo>
                  <a:cubicBezTo>
                    <a:pt x="146061" y="108488"/>
                    <a:pt x="144479" y="110943"/>
                    <a:pt x="144479" y="110943"/>
                  </a:cubicBezTo>
                  <a:lnTo>
                    <a:pt x="143739" y="116730"/>
                  </a:lnTo>
                  <a:lnTo>
                    <a:pt x="144479" y="120766"/>
                  </a:lnTo>
                  <a:cubicBezTo>
                    <a:pt x="144479" y="120766"/>
                    <a:pt x="140138" y="124231"/>
                    <a:pt x="139565" y="125106"/>
                  </a:cubicBezTo>
                  <a:cubicBezTo>
                    <a:pt x="138993" y="125980"/>
                    <a:pt x="136099" y="127730"/>
                    <a:pt x="136099" y="127730"/>
                  </a:cubicBezTo>
                  <a:cubicBezTo>
                    <a:pt x="136099" y="127730"/>
                    <a:pt x="133205" y="133247"/>
                    <a:pt x="133205" y="134088"/>
                  </a:cubicBezTo>
                  <a:cubicBezTo>
                    <a:pt x="133205" y="134962"/>
                    <a:pt x="133508" y="138999"/>
                    <a:pt x="133508" y="138999"/>
                  </a:cubicBezTo>
                  <a:lnTo>
                    <a:pt x="134955" y="144213"/>
                  </a:lnTo>
                  <a:lnTo>
                    <a:pt x="139296" y="149999"/>
                  </a:lnTo>
                  <a:cubicBezTo>
                    <a:pt x="139296" y="149999"/>
                    <a:pt x="141921" y="156088"/>
                    <a:pt x="142763" y="157232"/>
                  </a:cubicBezTo>
                  <a:cubicBezTo>
                    <a:pt x="143638" y="158375"/>
                    <a:pt x="143065" y="165339"/>
                    <a:pt x="142763" y="166516"/>
                  </a:cubicBezTo>
                  <a:cubicBezTo>
                    <a:pt x="142460" y="167660"/>
                    <a:pt x="138690" y="171158"/>
                    <a:pt x="138690" y="171158"/>
                  </a:cubicBezTo>
                  <a:lnTo>
                    <a:pt x="127113" y="177516"/>
                  </a:lnTo>
                  <a:cubicBezTo>
                    <a:pt x="127113" y="177516"/>
                    <a:pt x="122334" y="177685"/>
                    <a:pt x="122099" y="177550"/>
                  </a:cubicBezTo>
                  <a:cubicBezTo>
                    <a:pt x="121897" y="177415"/>
                    <a:pt x="119339" y="177853"/>
                    <a:pt x="117757" y="178122"/>
                  </a:cubicBezTo>
                  <a:cubicBezTo>
                    <a:pt x="116175" y="178425"/>
                    <a:pt x="115873" y="180578"/>
                    <a:pt x="115805" y="180880"/>
                  </a:cubicBezTo>
                  <a:cubicBezTo>
                    <a:pt x="115738" y="181183"/>
                    <a:pt x="117690" y="183202"/>
                    <a:pt x="117892" y="183403"/>
                  </a:cubicBezTo>
                  <a:cubicBezTo>
                    <a:pt x="118094" y="183605"/>
                    <a:pt x="122671" y="184043"/>
                    <a:pt x="123176" y="184143"/>
                  </a:cubicBezTo>
                  <a:cubicBezTo>
                    <a:pt x="123681" y="184211"/>
                    <a:pt x="121358" y="187844"/>
                    <a:pt x="120921" y="187911"/>
                  </a:cubicBezTo>
                  <a:cubicBezTo>
                    <a:pt x="120483" y="187978"/>
                    <a:pt x="116344" y="188550"/>
                    <a:pt x="116344" y="188550"/>
                  </a:cubicBezTo>
                  <a:cubicBezTo>
                    <a:pt x="116344" y="188550"/>
                    <a:pt x="115200" y="186734"/>
                    <a:pt x="108872" y="186532"/>
                  </a:cubicBezTo>
                  <a:cubicBezTo>
                    <a:pt x="102579" y="186296"/>
                    <a:pt x="104733" y="186532"/>
                    <a:pt x="104733" y="186532"/>
                  </a:cubicBezTo>
                  <a:lnTo>
                    <a:pt x="102983" y="186532"/>
                  </a:lnTo>
                  <a:lnTo>
                    <a:pt x="93190" y="186532"/>
                  </a:lnTo>
                  <a:lnTo>
                    <a:pt x="88175" y="187844"/>
                  </a:lnTo>
                  <a:lnTo>
                    <a:pt x="81007" y="192621"/>
                  </a:lnTo>
                  <a:cubicBezTo>
                    <a:pt x="81007" y="192621"/>
                    <a:pt x="72526" y="195446"/>
                    <a:pt x="71651" y="195446"/>
                  </a:cubicBezTo>
                  <a:cubicBezTo>
                    <a:pt x="70775" y="195446"/>
                    <a:pt x="67309" y="198070"/>
                    <a:pt x="67309" y="198070"/>
                  </a:cubicBezTo>
                  <a:lnTo>
                    <a:pt x="57078" y="200660"/>
                  </a:lnTo>
                  <a:cubicBezTo>
                    <a:pt x="57078" y="200660"/>
                    <a:pt x="54049" y="202410"/>
                    <a:pt x="52064" y="202847"/>
                  </a:cubicBezTo>
                  <a:cubicBezTo>
                    <a:pt x="50112" y="203284"/>
                    <a:pt x="41833" y="203049"/>
                    <a:pt x="40991" y="203049"/>
                  </a:cubicBezTo>
                  <a:cubicBezTo>
                    <a:pt x="40116" y="203049"/>
                    <a:pt x="30996" y="200660"/>
                    <a:pt x="30996" y="200660"/>
                  </a:cubicBezTo>
                  <a:lnTo>
                    <a:pt x="28371" y="203486"/>
                  </a:lnTo>
                  <a:lnTo>
                    <a:pt x="19250" y="205875"/>
                  </a:lnTo>
                  <a:lnTo>
                    <a:pt x="10769" y="209138"/>
                  </a:lnTo>
                  <a:cubicBezTo>
                    <a:pt x="10769" y="209138"/>
                    <a:pt x="8817" y="209138"/>
                    <a:pt x="7942" y="209138"/>
                  </a:cubicBezTo>
                  <a:cubicBezTo>
                    <a:pt x="7067" y="209138"/>
                    <a:pt x="4442" y="211896"/>
                    <a:pt x="4442" y="211896"/>
                  </a:cubicBezTo>
                  <a:lnTo>
                    <a:pt x="707" y="213343"/>
                  </a:lnTo>
                  <a:lnTo>
                    <a:pt x="0" y="214890"/>
                  </a:lnTo>
                  <a:cubicBezTo>
                    <a:pt x="808" y="215327"/>
                    <a:pt x="2457" y="216202"/>
                    <a:pt x="3264" y="216538"/>
                  </a:cubicBezTo>
                  <a:cubicBezTo>
                    <a:pt x="4341" y="216976"/>
                    <a:pt x="6428" y="216673"/>
                    <a:pt x="7303" y="216538"/>
                  </a:cubicBezTo>
                  <a:cubicBezTo>
                    <a:pt x="8178" y="216437"/>
                    <a:pt x="12082" y="217312"/>
                    <a:pt x="13495" y="217850"/>
                  </a:cubicBezTo>
                  <a:cubicBezTo>
                    <a:pt x="14909" y="218388"/>
                    <a:pt x="18813" y="217749"/>
                    <a:pt x="19250" y="217850"/>
                  </a:cubicBezTo>
                  <a:cubicBezTo>
                    <a:pt x="19688" y="217951"/>
                    <a:pt x="26419" y="217850"/>
                    <a:pt x="26419" y="217850"/>
                  </a:cubicBezTo>
                  <a:lnTo>
                    <a:pt x="31635" y="217850"/>
                  </a:lnTo>
                  <a:lnTo>
                    <a:pt x="38602" y="217850"/>
                  </a:lnTo>
                  <a:lnTo>
                    <a:pt x="42068" y="217850"/>
                  </a:lnTo>
                  <a:cubicBezTo>
                    <a:pt x="42068" y="217850"/>
                    <a:pt x="43280" y="217850"/>
                    <a:pt x="44256" y="217850"/>
                  </a:cubicBezTo>
                  <a:cubicBezTo>
                    <a:pt x="45232" y="217850"/>
                    <a:pt x="45770" y="218725"/>
                    <a:pt x="45770" y="218725"/>
                  </a:cubicBezTo>
                  <a:lnTo>
                    <a:pt x="46410" y="220474"/>
                  </a:lnTo>
                  <a:cubicBezTo>
                    <a:pt x="46410" y="220474"/>
                    <a:pt x="46410" y="222863"/>
                    <a:pt x="46410" y="223300"/>
                  </a:cubicBezTo>
                  <a:cubicBezTo>
                    <a:pt x="46410" y="223737"/>
                    <a:pt x="45905" y="224948"/>
                    <a:pt x="45905" y="225251"/>
                  </a:cubicBezTo>
                  <a:cubicBezTo>
                    <a:pt x="45905" y="225587"/>
                    <a:pt x="44861" y="226563"/>
                    <a:pt x="44861" y="226563"/>
                  </a:cubicBezTo>
                  <a:lnTo>
                    <a:pt x="42035" y="227875"/>
                  </a:lnTo>
                  <a:lnTo>
                    <a:pt x="40284" y="228850"/>
                  </a:lnTo>
                  <a:lnTo>
                    <a:pt x="38534" y="230028"/>
                  </a:lnTo>
                  <a:lnTo>
                    <a:pt x="35068" y="230028"/>
                  </a:lnTo>
                  <a:lnTo>
                    <a:pt x="31366" y="230028"/>
                  </a:lnTo>
                  <a:lnTo>
                    <a:pt x="29852" y="231104"/>
                  </a:lnTo>
                  <a:lnTo>
                    <a:pt x="27260" y="232618"/>
                  </a:lnTo>
                  <a:lnTo>
                    <a:pt x="27260" y="234132"/>
                  </a:lnTo>
                  <a:lnTo>
                    <a:pt x="27799" y="235982"/>
                  </a:lnTo>
                  <a:lnTo>
                    <a:pt x="29751" y="238707"/>
                  </a:lnTo>
                  <a:lnTo>
                    <a:pt x="33924" y="239682"/>
                  </a:lnTo>
                  <a:cubicBezTo>
                    <a:pt x="33924" y="239682"/>
                    <a:pt x="35304" y="239783"/>
                    <a:pt x="35606" y="239716"/>
                  </a:cubicBezTo>
                  <a:cubicBezTo>
                    <a:pt x="35876" y="239649"/>
                    <a:pt x="37188" y="239716"/>
                    <a:pt x="37188" y="239716"/>
                  </a:cubicBezTo>
                  <a:lnTo>
                    <a:pt x="40318" y="240422"/>
                  </a:lnTo>
                  <a:lnTo>
                    <a:pt x="43650" y="240422"/>
                  </a:lnTo>
                  <a:lnTo>
                    <a:pt x="46612" y="240490"/>
                  </a:lnTo>
                  <a:lnTo>
                    <a:pt x="48126" y="241297"/>
                  </a:lnTo>
                  <a:lnTo>
                    <a:pt x="48126" y="244123"/>
                  </a:lnTo>
                  <a:lnTo>
                    <a:pt x="48833" y="248025"/>
                  </a:lnTo>
                  <a:cubicBezTo>
                    <a:pt x="48833" y="248025"/>
                    <a:pt x="49068" y="250649"/>
                    <a:pt x="49169" y="250918"/>
                  </a:cubicBezTo>
                  <a:cubicBezTo>
                    <a:pt x="49237" y="251221"/>
                    <a:pt x="50751" y="252869"/>
                    <a:pt x="51559" y="253609"/>
                  </a:cubicBezTo>
                  <a:cubicBezTo>
                    <a:pt x="52367" y="254349"/>
                    <a:pt x="54016" y="255594"/>
                    <a:pt x="54016" y="255594"/>
                  </a:cubicBezTo>
                  <a:cubicBezTo>
                    <a:pt x="54016" y="255594"/>
                    <a:pt x="54453" y="256940"/>
                    <a:pt x="54453" y="257242"/>
                  </a:cubicBezTo>
                  <a:cubicBezTo>
                    <a:pt x="54453" y="257545"/>
                    <a:pt x="54016" y="258554"/>
                    <a:pt x="54016" y="258554"/>
                  </a:cubicBezTo>
                  <a:lnTo>
                    <a:pt x="55968" y="260640"/>
                  </a:lnTo>
                  <a:lnTo>
                    <a:pt x="57717" y="261514"/>
                  </a:lnTo>
                  <a:lnTo>
                    <a:pt x="63136" y="261750"/>
                  </a:lnTo>
                  <a:lnTo>
                    <a:pt x="65761" y="262725"/>
                  </a:lnTo>
                  <a:lnTo>
                    <a:pt x="67713" y="264677"/>
                  </a:lnTo>
                  <a:lnTo>
                    <a:pt x="70001" y="267401"/>
                  </a:lnTo>
                  <a:lnTo>
                    <a:pt x="71314" y="269689"/>
                  </a:lnTo>
                  <a:lnTo>
                    <a:pt x="73064" y="272952"/>
                  </a:lnTo>
                  <a:lnTo>
                    <a:pt x="74242" y="276753"/>
                  </a:lnTo>
                  <a:lnTo>
                    <a:pt x="75352" y="278402"/>
                  </a:lnTo>
                  <a:close/>
                </a:path>
              </a:pathLst>
            </a:custGeom>
            <a:grpFill/>
            <a:ln w="6350" cap="flat">
              <a:solidFill>
                <a:schemeClr val="bg1"/>
              </a:solidFill>
              <a:prstDash val="solid"/>
              <a:miter/>
            </a:ln>
          </p:spPr>
          <p:txBody>
            <a:bodyPr rtlCol="0" anchor="ctr"/>
            <a:lstStyle/>
            <a:p>
              <a:endParaRPr lang="en-US"/>
            </a:p>
          </p:txBody>
        </p:sp>
        <p:sp>
          <p:nvSpPr>
            <p:cNvPr id="128" name="Freeform 907">
              <a:extLst>
                <a:ext uri="{FF2B5EF4-FFF2-40B4-BE49-F238E27FC236}">
                  <a16:creationId xmlns:a16="http://schemas.microsoft.com/office/drawing/2014/main" id="{B924CD40-4B08-9741-D261-5110A13E155F}"/>
                </a:ext>
              </a:extLst>
            </p:cNvPr>
            <p:cNvSpPr/>
            <p:nvPr/>
          </p:nvSpPr>
          <p:spPr>
            <a:xfrm>
              <a:off x="6965407" y="2330299"/>
              <a:ext cx="721805" cy="631318"/>
            </a:xfrm>
            <a:custGeom>
              <a:avLst/>
              <a:gdLst>
                <a:gd name="connsiteX0" fmla="*/ 1385526 w 1385794"/>
                <a:gd name="connsiteY0" fmla="*/ 829621 h 1212067"/>
                <a:gd name="connsiteX1" fmla="*/ 1384752 w 1385794"/>
                <a:gd name="connsiteY1" fmla="*/ 827569 h 1212067"/>
                <a:gd name="connsiteX2" fmla="*/ 1382362 w 1385794"/>
                <a:gd name="connsiteY2" fmla="*/ 824306 h 1212067"/>
                <a:gd name="connsiteX3" fmla="*/ 1382463 w 1385794"/>
                <a:gd name="connsiteY3" fmla="*/ 820841 h 1212067"/>
                <a:gd name="connsiteX4" fmla="*/ 1382261 w 1385794"/>
                <a:gd name="connsiteY4" fmla="*/ 817241 h 1212067"/>
                <a:gd name="connsiteX5" fmla="*/ 1380915 w 1385794"/>
                <a:gd name="connsiteY5" fmla="*/ 810749 h 1212067"/>
                <a:gd name="connsiteX6" fmla="*/ 1379400 w 1385794"/>
                <a:gd name="connsiteY6" fmla="*/ 809100 h 1212067"/>
                <a:gd name="connsiteX7" fmla="*/ 1377819 w 1385794"/>
                <a:gd name="connsiteY7" fmla="*/ 806914 h 1212067"/>
                <a:gd name="connsiteX8" fmla="*/ 1378189 w 1385794"/>
                <a:gd name="connsiteY8" fmla="*/ 804727 h 1212067"/>
                <a:gd name="connsiteX9" fmla="*/ 1378828 w 1385794"/>
                <a:gd name="connsiteY9" fmla="*/ 803281 h 1212067"/>
                <a:gd name="connsiteX10" fmla="*/ 1380208 w 1385794"/>
                <a:gd name="connsiteY10" fmla="*/ 801633 h 1212067"/>
                <a:gd name="connsiteX11" fmla="*/ 1382093 w 1385794"/>
                <a:gd name="connsiteY11" fmla="*/ 800993 h 1212067"/>
                <a:gd name="connsiteX12" fmla="*/ 1383405 w 1385794"/>
                <a:gd name="connsiteY12" fmla="*/ 799177 h 1212067"/>
                <a:gd name="connsiteX13" fmla="*/ 1383978 w 1385794"/>
                <a:gd name="connsiteY13" fmla="*/ 797730 h 1212067"/>
                <a:gd name="connsiteX14" fmla="*/ 1384112 w 1385794"/>
                <a:gd name="connsiteY14" fmla="*/ 795846 h 1212067"/>
                <a:gd name="connsiteX15" fmla="*/ 1384112 w 1385794"/>
                <a:gd name="connsiteY15" fmla="*/ 793593 h 1212067"/>
                <a:gd name="connsiteX16" fmla="*/ 1383641 w 1385794"/>
                <a:gd name="connsiteY16" fmla="*/ 790128 h 1212067"/>
                <a:gd name="connsiteX17" fmla="*/ 1383102 w 1385794"/>
                <a:gd name="connsiteY17" fmla="*/ 789051 h 1212067"/>
                <a:gd name="connsiteX18" fmla="*/ 1379838 w 1385794"/>
                <a:gd name="connsiteY18" fmla="*/ 785923 h 1212067"/>
                <a:gd name="connsiteX19" fmla="*/ 1377381 w 1385794"/>
                <a:gd name="connsiteY19" fmla="*/ 783972 h 1212067"/>
                <a:gd name="connsiteX20" fmla="*/ 1374184 w 1385794"/>
                <a:gd name="connsiteY20" fmla="*/ 783030 h 1212067"/>
                <a:gd name="connsiteX21" fmla="*/ 1368665 w 1385794"/>
                <a:gd name="connsiteY21" fmla="*/ 782323 h 1212067"/>
                <a:gd name="connsiteX22" fmla="*/ 1366578 w 1385794"/>
                <a:gd name="connsiteY22" fmla="*/ 782895 h 1212067"/>
                <a:gd name="connsiteX23" fmla="*/ 1363381 w 1385794"/>
                <a:gd name="connsiteY23" fmla="*/ 783333 h 1212067"/>
                <a:gd name="connsiteX24" fmla="*/ 1360621 w 1385794"/>
                <a:gd name="connsiteY24" fmla="*/ 782256 h 1212067"/>
                <a:gd name="connsiteX25" fmla="*/ 1358770 w 1385794"/>
                <a:gd name="connsiteY25" fmla="*/ 778858 h 1212067"/>
                <a:gd name="connsiteX26" fmla="*/ 1354025 w 1385794"/>
                <a:gd name="connsiteY26" fmla="*/ 775864 h 1212067"/>
                <a:gd name="connsiteX27" fmla="*/ 1351837 w 1385794"/>
                <a:gd name="connsiteY27" fmla="*/ 773947 h 1212067"/>
                <a:gd name="connsiteX28" fmla="*/ 1349616 w 1385794"/>
                <a:gd name="connsiteY28" fmla="*/ 771761 h 1212067"/>
                <a:gd name="connsiteX29" fmla="*/ 1347429 w 1385794"/>
                <a:gd name="connsiteY29" fmla="*/ 769406 h 1212067"/>
                <a:gd name="connsiteX30" fmla="*/ 1346082 w 1385794"/>
                <a:gd name="connsiteY30" fmla="*/ 767791 h 1212067"/>
                <a:gd name="connsiteX31" fmla="*/ 1343895 w 1385794"/>
                <a:gd name="connsiteY31" fmla="*/ 765840 h 1212067"/>
                <a:gd name="connsiteX32" fmla="*/ 1341337 w 1385794"/>
                <a:gd name="connsiteY32" fmla="*/ 764932 h 1212067"/>
                <a:gd name="connsiteX33" fmla="*/ 1339015 w 1385794"/>
                <a:gd name="connsiteY33" fmla="*/ 764999 h 1212067"/>
                <a:gd name="connsiteX34" fmla="*/ 1337601 w 1385794"/>
                <a:gd name="connsiteY34" fmla="*/ 766681 h 1212067"/>
                <a:gd name="connsiteX35" fmla="*/ 1336626 w 1385794"/>
                <a:gd name="connsiteY35" fmla="*/ 767657 h 1212067"/>
                <a:gd name="connsiteX36" fmla="*/ 1335649 w 1385794"/>
                <a:gd name="connsiteY36" fmla="*/ 770112 h 1212067"/>
                <a:gd name="connsiteX37" fmla="*/ 1333731 w 1385794"/>
                <a:gd name="connsiteY37" fmla="*/ 770482 h 1212067"/>
                <a:gd name="connsiteX38" fmla="*/ 1331443 w 1385794"/>
                <a:gd name="connsiteY38" fmla="*/ 767152 h 1212067"/>
                <a:gd name="connsiteX39" fmla="*/ 1329120 w 1385794"/>
                <a:gd name="connsiteY39" fmla="*/ 764831 h 1212067"/>
                <a:gd name="connsiteX40" fmla="*/ 1324476 w 1385794"/>
                <a:gd name="connsiteY40" fmla="*/ 760491 h 1212067"/>
                <a:gd name="connsiteX41" fmla="*/ 1321851 w 1385794"/>
                <a:gd name="connsiteY41" fmla="*/ 757464 h 1212067"/>
                <a:gd name="connsiteX42" fmla="*/ 1320976 w 1385794"/>
                <a:gd name="connsiteY42" fmla="*/ 758473 h 1212067"/>
                <a:gd name="connsiteX43" fmla="*/ 1318788 w 1385794"/>
                <a:gd name="connsiteY43" fmla="*/ 759785 h 1212067"/>
                <a:gd name="connsiteX44" fmla="*/ 1315591 w 1385794"/>
                <a:gd name="connsiteY44" fmla="*/ 755580 h 1212067"/>
                <a:gd name="connsiteX45" fmla="*/ 1316534 w 1385794"/>
                <a:gd name="connsiteY45" fmla="*/ 751880 h 1212067"/>
                <a:gd name="connsiteX46" fmla="*/ 1314716 w 1385794"/>
                <a:gd name="connsiteY46" fmla="*/ 747742 h 1212067"/>
                <a:gd name="connsiteX47" fmla="*/ 1313404 w 1385794"/>
                <a:gd name="connsiteY47" fmla="*/ 745152 h 1212067"/>
                <a:gd name="connsiteX48" fmla="*/ 1311082 w 1385794"/>
                <a:gd name="connsiteY48" fmla="*/ 741889 h 1212067"/>
                <a:gd name="connsiteX49" fmla="*/ 1308625 w 1385794"/>
                <a:gd name="connsiteY49" fmla="*/ 739803 h 1212067"/>
                <a:gd name="connsiteX50" fmla="*/ 1304485 w 1385794"/>
                <a:gd name="connsiteY50" fmla="*/ 737919 h 1212067"/>
                <a:gd name="connsiteX51" fmla="*/ 1299908 w 1385794"/>
                <a:gd name="connsiteY51" fmla="*/ 736674 h 1212067"/>
                <a:gd name="connsiteX52" fmla="*/ 1298831 w 1385794"/>
                <a:gd name="connsiteY52" fmla="*/ 737482 h 1212067"/>
                <a:gd name="connsiteX53" fmla="*/ 1297384 w 1385794"/>
                <a:gd name="connsiteY53" fmla="*/ 738054 h 1212067"/>
                <a:gd name="connsiteX54" fmla="*/ 1295432 w 1385794"/>
                <a:gd name="connsiteY54" fmla="*/ 737852 h 1212067"/>
                <a:gd name="connsiteX55" fmla="*/ 1294288 w 1385794"/>
                <a:gd name="connsiteY55" fmla="*/ 736405 h 1212067"/>
                <a:gd name="connsiteX56" fmla="*/ 1289879 w 1385794"/>
                <a:gd name="connsiteY56" fmla="*/ 733378 h 1212067"/>
                <a:gd name="connsiteX57" fmla="*/ 1289240 w 1385794"/>
                <a:gd name="connsiteY57" fmla="*/ 733950 h 1212067"/>
                <a:gd name="connsiteX58" fmla="*/ 1287793 w 1385794"/>
                <a:gd name="connsiteY58" fmla="*/ 735833 h 1212067"/>
                <a:gd name="connsiteX59" fmla="*/ 1286648 w 1385794"/>
                <a:gd name="connsiteY59" fmla="*/ 738222 h 1212067"/>
                <a:gd name="connsiteX60" fmla="*/ 1281869 w 1385794"/>
                <a:gd name="connsiteY60" fmla="*/ 739803 h 1212067"/>
                <a:gd name="connsiteX61" fmla="*/ 1278100 w 1385794"/>
                <a:gd name="connsiteY61" fmla="*/ 738794 h 1212067"/>
                <a:gd name="connsiteX62" fmla="*/ 1277797 w 1385794"/>
                <a:gd name="connsiteY62" fmla="*/ 734723 h 1212067"/>
                <a:gd name="connsiteX63" fmla="*/ 1277360 w 1385794"/>
                <a:gd name="connsiteY63" fmla="*/ 731830 h 1212067"/>
                <a:gd name="connsiteX64" fmla="*/ 1274970 w 1385794"/>
                <a:gd name="connsiteY64" fmla="*/ 730888 h 1212067"/>
                <a:gd name="connsiteX65" fmla="*/ 1274499 w 1385794"/>
                <a:gd name="connsiteY65" fmla="*/ 730754 h 1212067"/>
                <a:gd name="connsiteX66" fmla="*/ 1273590 w 1385794"/>
                <a:gd name="connsiteY66" fmla="*/ 727188 h 1212067"/>
                <a:gd name="connsiteX67" fmla="*/ 1270057 w 1385794"/>
                <a:gd name="connsiteY67" fmla="*/ 727188 h 1212067"/>
                <a:gd name="connsiteX68" fmla="*/ 1268811 w 1385794"/>
                <a:gd name="connsiteY68" fmla="*/ 727895 h 1212067"/>
                <a:gd name="connsiteX69" fmla="*/ 1264672 w 1385794"/>
                <a:gd name="connsiteY69" fmla="*/ 728803 h 1212067"/>
                <a:gd name="connsiteX70" fmla="*/ 1260465 w 1385794"/>
                <a:gd name="connsiteY70" fmla="*/ 728130 h 1212067"/>
                <a:gd name="connsiteX71" fmla="*/ 1258143 w 1385794"/>
                <a:gd name="connsiteY71" fmla="*/ 726751 h 1212067"/>
                <a:gd name="connsiteX72" fmla="*/ 1257201 w 1385794"/>
                <a:gd name="connsiteY72" fmla="*/ 725237 h 1212067"/>
                <a:gd name="connsiteX73" fmla="*/ 1256830 w 1385794"/>
                <a:gd name="connsiteY73" fmla="*/ 722277 h 1212067"/>
                <a:gd name="connsiteX74" fmla="*/ 1257638 w 1385794"/>
                <a:gd name="connsiteY74" fmla="*/ 720393 h 1212067"/>
                <a:gd name="connsiteX75" fmla="*/ 1258076 w 1385794"/>
                <a:gd name="connsiteY75" fmla="*/ 717769 h 1212067"/>
                <a:gd name="connsiteX76" fmla="*/ 1258782 w 1385794"/>
                <a:gd name="connsiteY76" fmla="*/ 714136 h 1212067"/>
                <a:gd name="connsiteX77" fmla="*/ 1258782 w 1385794"/>
                <a:gd name="connsiteY77" fmla="*/ 711747 h 1212067"/>
                <a:gd name="connsiteX78" fmla="*/ 1258446 w 1385794"/>
                <a:gd name="connsiteY78" fmla="*/ 708047 h 1212067"/>
                <a:gd name="connsiteX79" fmla="*/ 1258749 w 1385794"/>
                <a:gd name="connsiteY79" fmla="*/ 706701 h 1212067"/>
                <a:gd name="connsiteX80" fmla="*/ 1258581 w 1385794"/>
                <a:gd name="connsiteY80" fmla="*/ 706701 h 1212067"/>
                <a:gd name="connsiteX81" fmla="*/ 1253129 w 1385794"/>
                <a:gd name="connsiteY81" fmla="*/ 703775 h 1212067"/>
                <a:gd name="connsiteX82" fmla="*/ 1251143 w 1385794"/>
                <a:gd name="connsiteY82" fmla="*/ 701824 h 1212067"/>
                <a:gd name="connsiteX83" fmla="*/ 1247609 w 1385794"/>
                <a:gd name="connsiteY83" fmla="*/ 699705 h 1212067"/>
                <a:gd name="connsiteX84" fmla="*/ 1241686 w 1385794"/>
                <a:gd name="connsiteY84" fmla="*/ 697518 h 1212067"/>
                <a:gd name="connsiteX85" fmla="*/ 1237816 w 1385794"/>
                <a:gd name="connsiteY85" fmla="*/ 697888 h 1212067"/>
                <a:gd name="connsiteX86" fmla="*/ 1234955 w 1385794"/>
                <a:gd name="connsiteY86" fmla="*/ 700075 h 1212067"/>
                <a:gd name="connsiteX87" fmla="*/ 1232767 w 1385794"/>
                <a:gd name="connsiteY87" fmla="*/ 701925 h 1212067"/>
                <a:gd name="connsiteX88" fmla="*/ 1230344 w 1385794"/>
                <a:gd name="connsiteY88" fmla="*/ 702799 h 1212067"/>
                <a:gd name="connsiteX89" fmla="*/ 1227013 w 1385794"/>
                <a:gd name="connsiteY89" fmla="*/ 699368 h 1212067"/>
                <a:gd name="connsiteX90" fmla="*/ 1224522 w 1385794"/>
                <a:gd name="connsiteY90" fmla="*/ 698897 h 1212067"/>
                <a:gd name="connsiteX91" fmla="*/ 1221325 w 1385794"/>
                <a:gd name="connsiteY91" fmla="*/ 701555 h 1212067"/>
                <a:gd name="connsiteX92" fmla="*/ 1220887 w 1385794"/>
                <a:gd name="connsiteY92" fmla="*/ 701891 h 1212067"/>
                <a:gd name="connsiteX93" fmla="*/ 1217387 w 1385794"/>
                <a:gd name="connsiteY93" fmla="*/ 697585 h 1212067"/>
                <a:gd name="connsiteX94" fmla="*/ 1214123 w 1385794"/>
                <a:gd name="connsiteY94" fmla="*/ 697114 h 1212067"/>
                <a:gd name="connsiteX95" fmla="*/ 1210219 w 1385794"/>
                <a:gd name="connsiteY95" fmla="*/ 698864 h 1212067"/>
                <a:gd name="connsiteX96" fmla="*/ 1209411 w 1385794"/>
                <a:gd name="connsiteY96" fmla="*/ 700646 h 1212067"/>
                <a:gd name="connsiteX97" fmla="*/ 1207493 w 1385794"/>
                <a:gd name="connsiteY97" fmla="*/ 702261 h 1212067"/>
                <a:gd name="connsiteX98" fmla="*/ 1203589 w 1385794"/>
                <a:gd name="connsiteY98" fmla="*/ 701487 h 1212067"/>
                <a:gd name="connsiteX99" fmla="*/ 1201267 w 1385794"/>
                <a:gd name="connsiteY99" fmla="*/ 701016 h 1212067"/>
                <a:gd name="connsiteX100" fmla="*/ 1199113 w 1385794"/>
                <a:gd name="connsiteY100" fmla="*/ 701185 h 1212067"/>
                <a:gd name="connsiteX101" fmla="*/ 1197935 w 1385794"/>
                <a:gd name="connsiteY101" fmla="*/ 704380 h 1212067"/>
                <a:gd name="connsiteX102" fmla="*/ 1197935 w 1385794"/>
                <a:gd name="connsiteY102" fmla="*/ 708888 h 1212067"/>
                <a:gd name="connsiteX103" fmla="*/ 1197935 w 1385794"/>
                <a:gd name="connsiteY103" fmla="*/ 714102 h 1212067"/>
                <a:gd name="connsiteX104" fmla="*/ 1197295 w 1385794"/>
                <a:gd name="connsiteY104" fmla="*/ 716692 h 1212067"/>
                <a:gd name="connsiteX105" fmla="*/ 1196757 w 1385794"/>
                <a:gd name="connsiteY105" fmla="*/ 719283 h 1212067"/>
                <a:gd name="connsiteX106" fmla="*/ 1193392 w 1385794"/>
                <a:gd name="connsiteY106" fmla="*/ 719821 h 1212067"/>
                <a:gd name="connsiteX107" fmla="*/ 1189791 w 1385794"/>
                <a:gd name="connsiteY107" fmla="*/ 721469 h 1212067"/>
                <a:gd name="connsiteX108" fmla="*/ 1188478 w 1385794"/>
                <a:gd name="connsiteY108" fmla="*/ 724194 h 1212067"/>
                <a:gd name="connsiteX109" fmla="*/ 1190766 w 1385794"/>
                <a:gd name="connsiteY109" fmla="*/ 728971 h 1212067"/>
                <a:gd name="connsiteX110" fmla="*/ 1194132 w 1385794"/>
                <a:gd name="connsiteY110" fmla="*/ 730384 h 1212067"/>
                <a:gd name="connsiteX111" fmla="*/ 1197397 w 1385794"/>
                <a:gd name="connsiteY111" fmla="*/ 731998 h 1212067"/>
                <a:gd name="connsiteX112" fmla="*/ 1198608 w 1385794"/>
                <a:gd name="connsiteY112" fmla="*/ 733748 h 1212067"/>
                <a:gd name="connsiteX113" fmla="*/ 1198709 w 1385794"/>
                <a:gd name="connsiteY113" fmla="*/ 736473 h 1212067"/>
                <a:gd name="connsiteX114" fmla="*/ 1196320 w 1385794"/>
                <a:gd name="connsiteY114" fmla="*/ 737112 h 1212067"/>
                <a:gd name="connsiteX115" fmla="*/ 1195882 w 1385794"/>
                <a:gd name="connsiteY115" fmla="*/ 740913 h 1212067"/>
                <a:gd name="connsiteX116" fmla="*/ 1196656 w 1385794"/>
                <a:gd name="connsiteY116" fmla="*/ 742225 h 1212067"/>
                <a:gd name="connsiteX117" fmla="*/ 1197195 w 1385794"/>
                <a:gd name="connsiteY117" fmla="*/ 744613 h 1212067"/>
                <a:gd name="connsiteX118" fmla="*/ 1193728 w 1385794"/>
                <a:gd name="connsiteY118" fmla="*/ 745152 h 1212067"/>
                <a:gd name="connsiteX119" fmla="*/ 1190666 w 1385794"/>
                <a:gd name="connsiteY119" fmla="*/ 745152 h 1212067"/>
                <a:gd name="connsiteX120" fmla="*/ 1187401 w 1385794"/>
                <a:gd name="connsiteY120" fmla="*/ 745185 h 1212067"/>
                <a:gd name="connsiteX121" fmla="*/ 1185651 w 1385794"/>
                <a:gd name="connsiteY121" fmla="*/ 747338 h 1212067"/>
                <a:gd name="connsiteX122" fmla="*/ 1183699 w 1385794"/>
                <a:gd name="connsiteY122" fmla="*/ 750164 h 1212067"/>
                <a:gd name="connsiteX123" fmla="*/ 1182285 w 1385794"/>
                <a:gd name="connsiteY123" fmla="*/ 753191 h 1212067"/>
                <a:gd name="connsiteX124" fmla="*/ 1182285 w 1385794"/>
                <a:gd name="connsiteY124" fmla="*/ 755815 h 1212067"/>
                <a:gd name="connsiteX125" fmla="*/ 1182285 w 1385794"/>
                <a:gd name="connsiteY125" fmla="*/ 757767 h 1212067"/>
                <a:gd name="connsiteX126" fmla="*/ 1180536 w 1385794"/>
                <a:gd name="connsiteY126" fmla="*/ 760256 h 1212067"/>
                <a:gd name="connsiteX127" fmla="*/ 1178449 w 1385794"/>
                <a:gd name="connsiteY127" fmla="*/ 761568 h 1212067"/>
                <a:gd name="connsiteX128" fmla="*/ 1177574 w 1385794"/>
                <a:gd name="connsiteY128" fmla="*/ 763956 h 1212067"/>
                <a:gd name="connsiteX129" fmla="*/ 1174107 w 1385794"/>
                <a:gd name="connsiteY129" fmla="*/ 763956 h 1212067"/>
                <a:gd name="connsiteX130" fmla="*/ 1172055 w 1385794"/>
                <a:gd name="connsiteY130" fmla="*/ 765033 h 1212067"/>
                <a:gd name="connsiteX131" fmla="*/ 1172055 w 1385794"/>
                <a:gd name="connsiteY131" fmla="*/ 768296 h 1212067"/>
                <a:gd name="connsiteX132" fmla="*/ 1174781 w 1385794"/>
                <a:gd name="connsiteY132" fmla="*/ 771559 h 1212067"/>
                <a:gd name="connsiteX133" fmla="*/ 1177507 w 1385794"/>
                <a:gd name="connsiteY133" fmla="*/ 773409 h 1212067"/>
                <a:gd name="connsiteX134" fmla="*/ 1180434 w 1385794"/>
                <a:gd name="connsiteY134" fmla="*/ 775596 h 1212067"/>
                <a:gd name="connsiteX135" fmla="*/ 1182487 w 1385794"/>
                <a:gd name="connsiteY135" fmla="*/ 778758 h 1212067"/>
                <a:gd name="connsiteX136" fmla="*/ 1184237 w 1385794"/>
                <a:gd name="connsiteY136" fmla="*/ 781247 h 1212067"/>
                <a:gd name="connsiteX137" fmla="*/ 1184776 w 1385794"/>
                <a:gd name="connsiteY137" fmla="*/ 784947 h 1212067"/>
                <a:gd name="connsiteX138" fmla="*/ 1183901 w 1385794"/>
                <a:gd name="connsiteY138" fmla="*/ 789287 h 1212067"/>
                <a:gd name="connsiteX139" fmla="*/ 1182285 w 1385794"/>
                <a:gd name="connsiteY139" fmla="*/ 790800 h 1212067"/>
                <a:gd name="connsiteX140" fmla="*/ 1177944 w 1385794"/>
                <a:gd name="connsiteY140" fmla="*/ 793828 h 1212067"/>
                <a:gd name="connsiteX141" fmla="*/ 1179559 w 1385794"/>
                <a:gd name="connsiteY141" fmla="*/ 797293 h 1212067"/>
                <a:gd name="connsiteX142" fmla="*/ 1182487 w 1385794"/>
                <a:gd name="connsiteY142" fmla="*/ 798807 h 1212067"/>
                <a:gd name="connsiteX143" fmla="*/ 1191608 w 1385794"/>
                <a:gd name="connsiteY143" fmla="*/ 798807 h 1212067"/>
                <a:gd name="connsiteX144" fmla="*/ 1194872 w 1385794"/>
                <a:gd name="connsiteY144" fmla="*/ 797158 h 1212067"/>
                <a:gd name="connsiteX145" fmla="*/ 1198238 w 1385794"/>
                <a:gd name="connsiteY145" fmla="*/ 798235 h 1212067"/>
                <a:gd name="connsiteX146" fmla="*/ 1200190 w 1385794"/>
                <a:gd name="connsiteY146" fmla="*/ 800623 h 1212067"/>
                <a:gd name="connsiteX147" fmla="*/ 1202916 w 1385794"/>
                <a:gd name="connsiteY147" fmla="*/ 802574 h 1212067"/>
                <a:gd name="connsiteX148" fmla="*/ 1207257 w 1385794"/>
                <a:gd name="connsiteY148" fmla="*/ 804256 h 1212067"/>
                <a:gd name="connsiteX149" fmla="*/ 1211801 w 1385794"/>
                <a:gd name="connsiteY149" fmla="*/ 805299 h 1212067"/>
                <a:gd name="connsiteX150" fmla="*/ 1214426 w 1385794"/>
                <a:gd name="connsiteY150" fmla="*/ 805299 h 1212067"/>
                <a:gd name="connsiteX151" fmla="*/ 1219305 w 1385794"/>
                <a:gd name="connsiteY151" fmla="*/ 807486 h 1212067"/>
                <a:gd name="connsiteX152" fmla="*/ 1221493 w 1385794"/>
                <a:gd name="connsiteY152" fmla="*/ 809773 h 1212067"/>
                <a:gd name="connsiteX153" fmla="*/ 1219305 w 1385794"/>
                <a:gd name="connsiteY153" fmla="*/ 812700 h 1212067"/>
                <a:gd name="connsiteX154" fmla="*/ 1220618 w 1385794"/>
                <a:gd name="connsiteY154" fmla="*/ 814651 h 1212067"/>
                <a:gd name="connsiteX155" fmla="*/ 1222806 w 1385794"/>
                <a:gd name="connsiteY155" fmla="*/ 817140 h 1212067"/>
                <a:gd name="connsiteX156" fmla="*/ 1224657 w 1385794"/>
                <a:gd name="connsiteY156" fmla="*/ 818755 h 1212067"/>
                <a:gd name="connsiteX157" fmla="*/ 1225532 w 1385794"/>
                <a:gd name="connsiteY157" fmla="*/ 821480 h 1212067"/>
                <a:gd name="connsiteX158" fmla="*/ 1223445 w 1385794"/>
                <a:gd name="connsiteY158" fmla="*/ 825180 h 1212067"/>
                <a:gd name="connsiteX159" fmla="*/ 1222267 w 1385794"/>
                <a:gd name="connsiteY159" fmla="*/ 829183 h 1212067"/>
                <a:gd name="connsiteX160" fmla="*/ 1221493 w 1385794"/>
                <a:gd name="connsiteY160" fmla="*/ 833758 h 1212067"/>
                <a:gd name="connsiteX161" fmla="*/ 1219642 w 1385794"/>
                <a:gd name="connsiteY161" fmla="*/ 837661 h 1212067"/>
                <a:gd name="connsiteX162" fmla="*/ 1217354 w 1385794"/>
                <a:gd name="connsiteY162" fmla="*/ 839073 h 1212067"/>
                <a:gd name="connsiteX163" fmla="*/ 1213551 w 1385794"/>
                <a:gd name="connsiteY163" fmla="*/ 840890 h 1212067"/>
                <a:gd name="connsiteX164" fmla="*/ 1213551 w 1385794"/>
                <a:gd name="connsiteY164" fmla="*/ 842639 h 1212067"/>
                <a:gd name="connsiteX165" fmla="*/ 1216916 w 1385794"/>
                <a:gd name="connsiteY165" fmla="*/ 847652 h 1212067"/>
                <a:gd name="connsiteX166" fmla="*/ 1220080 w 1385794"/>
                <a:gd name="connsiteY166" fmla="*/ 851016 h 1212067"/>
                <a:gd name="connsiteX167" fmla="*/ 1220012 w 1385794"/>
                <a:gd name="connsiteY167" fmla="*/ 851890 h 1212067"/>
                <a:gd name="connsiteX168" fmla="*/ 1220517 w 1385794"/>
                <a:gd name="connsiteY168" fmla="*/ 854716 h 1212067"/>
                <a:gd name="connsiteX169" fmla="*/ 1220517 w 1385794"/>
                <a:gd name="connsiteY169" fmla="*/ 856566 h 1212067"/>
                <a:gd name="connsiteX170" fmla="*/ 1219305 w 1385794"/>
                <a:gd name="connsiteY170" fmla="*/ 856734 h 1212067"/>
                <a:gd name="connsiteX171" fmla="*/ 1216579 w 1385794"/>
                <a:gd name="connsiteY171" fmla="*/ 857441 h 1212067"/>
                <a:gd name="connsiteX172" fmla="*/ 1212676 w 1385794"/>
                <a:gd name="connsiteY172" fmla="*/ 857441 h 1212067"/>
                <a:gd name="connsiteX173" fmla="*/ 1210825 w 1385794"/>
                <a:gd name="connsiteY173" fmla="*/ 857441 h 1212067"/>
                <a:gd name="connsiteX174" fmla="*/ 1209512 w 1385794"/>
                <a:gd name="connsiteY174" fmla="*/ 859291 h 1212067"/>
                <a:gd name="connsiteX175" fmla="*/ 1208974 w 1385794"/>
                <a:gd name="connsiteY175" fmla="*/ 859829 h 1212067"/>
                <a:gd name="connsiteX176" fmla="*/ 1206685 w 1385794"/>
                <a:gd name="connsiteY176" fmla="*/ 863294 h 1212067"/>
                <a:gd name="connsiteX177" fmla="*/ 1202983 w 1385794"/>
                <a:gd name="connsiteY177" fmla="*/ 862520 h 1212067"/>
                <a:gd name="connsiteX178" fmla="*/ 1200930 w 1385794"/>
                <a:gd name="connsiteY178" fmla="*/ 864438 h 1212067"/>
                <a:gd name="connsiteX179" fmla="*/ 1198978 w 1385794"/>
                <a:gd name="connsiteY179" fmla="*/ 866120 h 1212067"/>
                <a:gd name="connsiteX180" fmla="*/ 1197026 w 1385794"/>
                <a:gd name="connsiteY180" fmla="*/ 866120 h 1212067"/>
                <a:gd name="connsiteX181" fmla="*/ 1194098 w 1385794"/>
                <a:gd name="connsiteY181" fmla="*/ 863395 h 1212067"/>
                <a:gd name="connsiteX182" fmla="*/ 1190497 w 1385794"/>
                <a:gd name="connsiteY182" fmla="*/ 860670 h 1212067"/>
                <a:gd name="connsiteX183" fmla="*/ 1187435 w 1385794"/>
                <a:gd name="connsiteY183" fmla="*/ 858921 h 1212067"/>
                <a:gd name="connsiteX184" fmla="*/ 1185045 w 1385794"/>
                <a:gd name="connsiteY184" fmla="*/ 858046 h 1212067"/>
                <a:gd name="connsiteX185" fmla="*/ 1182117 w 1385794"/>
                <a:gd name="connsiteY185" fmla="*/ 855019 h 1212067"/>
                <a:gd name="connsiteX186" fmla="*/ 1180367 w 1385794"/>
                <a:gd name="connsiteY186" fmla="*/ 855120 h 1212067"/>
                <a:gd name="connsiteX187" fmla="*/ 1177910 w 1385794"/>
                <a:gd name="connsiteY187" fmla="*/ 857542 h 1212067"/>
                <a:gd name="connsiteX188" fmla="*/ 1175958 w 1385794"/>
                <a:gd name="connsiteY188" fmla="*/ 858315 h 1212067"/>
                <a:gd name="connsiteX189" fmla="*/ 1172694 w 1385794"/>
                <a:gd name="connsiteY189" fmla="*/ 859190 h 1212067"/>
                <a:gd name="connsiteX190" fmla="*/ 1171920 w 1385794"/>
                <a:gd name="connsiteY190" fmla="*/ 861242 h 1212067"/>
                <a:gd name="connsiteX191" fmla="*/ 1171920 w 1385794"/>
                <a:gd name="connsiteY191" fmla="*/ 863630 h 1212067"/>
                <a:gd name="connsiteX192" fmla="*/ 1173266 w 1385794"/>
                <a:gd name="connsiteY192" fmla="*/ 865481 h 1212067"/>
                <a:gd name="connsiteX193" fmla="*/ 1173636 w 1385794"/>
                <a:gd name="connsiteY193" fmla="*/ 867768 h 1212067"/>
                <a:gd name="connsiteX194" fmla="*/ 1173636 w 1385794"/>
                <a:gd name="connsiteY194" fmla="*/ 868844 h 1212067"/>
                <a:gd name="connsiteX195" fmla="*/ 1174612 w 1385794"/>
                <a:gd name="connsiteY195" fmla="*/ 871132 h 1212067"/>
                <a:gd name="connsiteX196" fmla="*/ 1175824 w 1385794"/>
                <a:gd name="connsiteY196" fmla="*/ 875270 h 1212067"/>
                <a:gd name="connsiteX197" fmla="*/ 1177338 w 1385794"/>
                <a:gd name="connsiteY197" fmla="*/ 877557 h 1212067"/>
                <a:gd name="connsiteX198" fmla="*/ 1175386 w 1385794"/>
                <a:gd name="connsiteY198" fmla="*/ 882065 h 1212067"/>
                <a:gd name="connsiteX199" fmla="*/ 1175958 w 1385794"/>
                <a:gd name="connsiteY199" fmla="*/ 887279 h 1212067"/>
                <a:gd name="connsiteX200" fmla="*/ 1177978 w 1385794"/>
                <a:gd name="connsiteY200" fmla="*/ 893502 h 1212067"/>
                <a:gd name="connsiteX201" fmla="*/ 1178685 w 1385794"/>
                <a:gd name="connsiteY201" fmla="*/ 896261 h 1212067"/>
                <a:gd name="connsiteX202" fmla="*/ 1178987 w 1385794"/>
                <a:gd name="connsiteY202" fmla="*/ 899019 h 1212067"/>
                <a:gd name="connsiteX203" fmla="*/ 1178281 w 1385794"/>
                <a:gd name="connsiteY203" fmla="*/ 901778 h 1212067"/>
                <a:gd name="connsiteX204" fmla="*/ 1177708 w 1385794"/>
                <a:gd name="connsiteY204" fmla="*/ 905243 h 1212067"/>
                <a:gd name="connsiteX205" fmla="*/ 1176564 w 1385794"/>
                <a:gd name="connsiteY205" fmla="*/ 909010 h 1212067"/>
                <a:gd name="connsiteX206" fmla="*/ 1175992 w 1385794"/>
                <a:gd name="connsiteY206" fmla="*/ 910760 h 1212067"/>
                <a:gd name="connsiteX207" fmla="*/ 1174982 w 1385794"/>
                <a:gd name="connsiteY207" fmla="*/ 913821 h 1212067"/>
                <a:gd name="connsiteX208" fmla="*/ 1173973 w 1385794"/>
                <a:gd name="connsiteY208" fmla="*/ 915570 h 1212067"/>
                <a:gd name="connsiteX209" fmla="*/ 1172829 w 1385794"/>
                <a:gd name="connsiteY209" fmla="*/ 916714 h 1212067"/>
                <a:gd name="connsiteX210" fmla="*/ 1171079 w 1385794"/>
                <a:gd name="connsiteY210" fmla="*/ 916714 h 1212067"/>
                <a:gd name="connsiteX211" fmla="*/ 1169497 w 1385794"/>
                <a:gd name="connsiteY211" fmla="*/ 915839 h 1212067"/>
                <a:gd name="connsiteX212" fmla="*/ 1167309 w 1385794"/>
                <a:gd name="connsiteY212" fmla="*/ 913821 h 1212067"/>
                <a:gd name="connsiteX213" fmla="*/ 1166165 w 1385794"/>
                <a:gd name="connsiteY213" fmla="*/ 912946 h 1212067"/>
                <a:gd name="connsiteX214" fmla="*/ 1164718 w 1385794"/>
                <a:gd name="connsiteY214" fmla="*/ 910188 h 1212067"/>
                <a:gd name="connsiteX215" fmla="*/ 1164718 w 1385794"/>
                <a:gd name="connsiteY215" fmla="*/ 908169 h 1212067"/>
                <a:gd name="connsiteX216" fmla="*/ 1162968 w 1385794"/>
                <a:gd name="connsiteY216" fmla="*/ 906151 h 1212067"/>
                <a:gd name="connsiteX217" fmla="*/ 1161958 w 1385794"/>
                <a:gd name="connsiteY217" fmla="*/ 902821 h 1212067"/>
                <a:gd name="connsiteX218" fmla="*/ 1160814 w 1385794"/>
                <a:gd name="connsiteY218" fmla="*/ 900062 h 1212067"/>
                <a:gd name="connsiteX219" fmla="*/ 1159232 w 1385794"/>
                <a:gd name="connsiteY219" fmla="*/ 898044 h 1212067"/>
                <a:gd name="connsiteX220" fmla="*/ 1156102 w 1385794"/>
                <a:gd name="connsiteY220" fmla="*/ 897169 h 1212067"/>
                <a:gd name="connsiteX221" fmla="*/ 1154588 w 1385794"/>
                <a:gd name="connsiteY221" fmla="*/ 896597 h 1212067"/>
                <a:gd name="connsiteX222" fmla="*/ 1154588 w 1385794"/>
                <a:gd name="connsiteY222" fmla="*/ 896732 h 1212067"/>
                <a:gd name="connsiteX223" fmla="*/ 1151121 w 1385794"/>
                <a:gd name="connsiteY223" fmla="*/ 896025 h 1212067"/>
                <a:gd name="connsiteX224" fmla="*/ 1149237 w 1385794"/>
                <a:gd name="connsiteY224" fmla="*/ 896900 h 1212067"/>
                <a:gd name="connsiteX225" fmla="*/ 1148496 w 1385794"/>
                <a:gd name="connsiteY225" fmla="*/ 898481 h 1212067"/>
                <a:gd name="connsiteX226" fmla="*/ 1147352 w 1385794"/>
                <a:gd name="connsiteY226" fmla="*/ 899625 h 1212067"/>
                <a:gd name="connsiteX227" fmla="*/ 1145030 w 1385794"/>
                <a:gd name="connsiteY227" fmla="*/ 900499 h 1212067"/>
                <a:gd name="connsiteX228" fmla="*/ 1143650 w 1385794"/>
                <a:gd name="connsiteY228" fmla="*/ 898481 h 1212067"/>
                <a:gd name="connsiteX229" fmla="*/ 1142405 w 1385794"/>
                <a:gd name="connsiteY229" fmla="*/ 895588 h 1212067"/>
                <a:gd name="connsiteX230" fmla="*/ 1142405 w 1385794"/>
                <a:gd name="connsiteY230" fmla="*/ 893267 h 1212067"/>
                <a:gd name="connsiteX231" fmla="*/ 1143112 w 1385794"/>
                <a:gd name="connsiteY231" fmla="*/ 891080 h 1212067"/>
                <a:gd name="connsiteX232" fmla="*/ 1142977 w 1385794"/>
                <a:gd name="connsiteY232" fmla="*/ 888894 h 1212067"/>
                <a:gd name="connsiteX233" fmla="*/ 1140285 w 1385794"/>
                <a:gd name="connsiteY233" fmla="*/ 886068 h 1212067"/>
                <a:gd name="connsiteX234" fmla="*/ 1134563 w 1385794"/>
                <a:gd name="connsiteY234" fmla="*/ 882233 h 1212067"/>
                <a:gd name="connsiteX235" fmla="*/ 1127900 w 1385794"/>
                <a:gd name="connsiteY235" fmla="*/ 879340 h 1212067"/>
                <a:gd name="connsiteX236" fmla="*/ 1124433 w 1385794"/>
                <a:gd name="connsiteY236" fmla="*/ 878196 h 1212067"/>
                <a:gd name="connsiteX237" fmla="*/ 1115448 w 1385794"/>
                <a:gd name="connsiteY237" fmla="*/ 873790 h 1212067"/>
                <a:gd name="connsiteX238" fmla="*/ 1114000 w 1385794"/>
                <a:gd name="connsiteY238" fmla="*/ 867768 h 1212067"/>
                <a:gd name="connsiteX239" fmla="*/ 1111981 w 1385794"/>
                <a:gd name="connsiteY239" fmla="*/ 863698 h 1212067"/>
                <a:gd name="connsiteX240" fmla="*/ 1113428 w 1385794"/>
                <a:gd name="connsiteY240" fmla="*/ 862554 h 1212067"/>
                <a:gd name="connsiteX241" fmla="*/ 1114000 w 1385794"/>
                <a:gd name="connsiteY241" fmla="*/ 859358 h 1212067"/>
                <a:gd name="connsiteX242" fmla="*/ 1114303 w 1385794"/>
                <a:gd name="connsiteY242" fmla="*/ 857912 h 1212067"/>
                <a:gd name="connsiteX243" fmla="*/ 1111981 w 1385794"/>
                <a:gd name="connsiteY243" fmla="*/ 857037 h 1212067"/>
                <a:gd name="connsiteX244" fmla="*/ 1105015 w 1385794"/>
                <a:gd name="connsiteY244" fmla="*/ 855893 h 1212067"/>
                <a:gd name="connsiteX245" fmla="*/ 1101548 w 1385794"/>
                <a:gd name="connsiteY245" fmla="*/ 855893 h 1212067"/>
                <a:gd name="connsiteX246" fmla="*/ 1099529 w 1385794"/>
                <a:gd name="connsiteY246" fmla="*/ 856768 h 1212067"/>
                <a:gd name="connsiteX247" fmla="*/ 1097510 w 1385794"/>
                <a:gd name="connsiteY247" fmla="*/ 857071 h 1212067"/>
                <a:gd name="connsiteX248" fmla="*/ 1092596 w 1385794"/>
                <a:gd name="connsiteY248" fmla="*/ 855624 h 1212067"/>
                <a:gd name="connsiteX249" fmla="*/ 1089971 w 1385794"/>
                <a:gd name="connsiteY249" fmla="*/ 854749 h 1212067"/>
                <a:gd name="connsiteX250" fmla="*/ 1089433 w 1385794"/>
                <a:gd name="connsiteY250" fmla="*/ 852664 h 1212067"/>
                <a:gd name="connsiteX251" fmla="*/ 1088120 w 1385794"/>
                <a:gd name="connsiteY251" fmla="*/ 850477 h 1212067"/>
                <a:gd name="connsiteX252" fmla="*/ 1086606 w 1385794"/>
                <a:gd name="connsiteY252" fmla="*/ 849199 h 1212067"/>
                <a:gd name="connsiteX253" fmla="*/ 1084586 w 1385794"/>
                <a:gd name="connsiteY253" fmla="*/ 848493 h 1212067"/>
                <a:gd name="connsiteX254" fmla="*/ 1082634 w 1385794"/>
                <a:gd name="connsiteY254" fmla="*/ 847719 h 1212067"/>
                <a:gd name="connsiteX255" fmla="*/ 1081187 w 1385794"/>
                <a:gd name="connsiteY255" fmla="*/ 846373 h 1212067"/>
                <a:gd name="connsiteX256" fmla="*/ 1081995 w 1385794"/>
                <a:gd name="connsiteY256" fmla="*/ 844826 h 1212067"/>
                <a:gd name="connsiteX257" fmla="*/ 1081456 w 1385794"/>
                <a:gd name="connsiteY257" fmla="*/ 843043 h 1212067"/>
                <a:gd name="connsiteX258" fmla="*/ 1078932 w 1385794"/>
                <a:gd name="connsiteY258" fmla="*/ 841058 h 1212067"/>
                <a:gd name="connsiteX259" fmla="*/ 1077149 w 1385794"/>
                <a:gd name="connsiteY259" fmla="*/ 839242 h 1212067"/>
                <a:gd name="connsiteX260" fmla="*/ 1076846 w 1385794"/>
                <a:gd name="connsiteY260" fmla="*/ 837930 h 1212067"/>
                <a:gd name="connsiteX261" fmla="*/ 1076846 w 1385794"/>
                <a:gd name="connsiteY261" fmla="*/ 835676 h 1212067"/>
                <a:gd name="connsiteX262" fmla="*/ 1077216 w 1385794"/>
                <a:gd name="connsiteY262" fmla="*/ 833422 h 1212067"/>
                <a:gd name="connsiteX263" fmla="*/ 1077283 w 1385794"/>
                <a:gd name="connsiteY263" fmla="*/ 830933 h 1212067"/>
                <a:gd name="connsiteX264" fmla="*/ 1079706 w 1385794"/>
                <a:gd name="connsiteY264" fmla="*/ 828746 h 1212067"/>
                <a:gd name="connsiteX265" fmla="*/ 1081423 w 1385794"/>
                <a:gd name="connsiteY265" fmla="*/ 827771 h 1212067"/>
                <a:gd name="connsiteX266" fmla="*/ 1082803 w 1385794"/>
                <a:gd name="connsiteY266" fmla="*/ 826122 h 1212067"/>
                <a:gd name="connsiteX267" fmla="*/ 1083004 w 1385794"/>
                <a:gd name="connsiteY267" fmla="*/ 824440 h 1212067"/>
                <a:gd name="connsiteX268" fmla="*/ 1083274 w 1385794"/>
                <a:gd name="connsiteY268" fmla="*/ 822859 h 1212067"/>
                <a:gd name="connsiteX269" fmla="*/ 1085192 w 1385794"/>
                <a:gd name="connsiteY269" fmla="*/ 821648 h 1212067"/>
                <a:gd name="connsiteX270" fmla="*/ 1087077 w 1385794"/>
                <a:gd name="connsiteY270" fmla="*/ 820874 h 1212067"/>
                <a:gd name="connsiteX271" fmla="*/ 1089365 w 1385794"/>
                <a:gd name="connsiteY271" fmla="*/ 819865 h 1212067"/>
                <a:gd name="connsiteX272" fmla="*/ 1092495 w 1385794"/>
                <a:gd name="connsiteY272" fmla="*/ 815627 h 1212067"/>
                <a:gd name="connsiteX273" fmla="*/ 1094010 w 1385794"/>
                <a:gd name="connsiteY273" fmla="*/ 813373 h 1212067"/>
                <a:gd name="connsiteX274" fmla="*/ 1093909 w 1385794"/>
                <a:gd name="connsiteY274" fmla="*/ 811354 h 1212067"/>
                <a:gd name="connsiteX275" fmla="*/ 1093505 w 1385794"/>
                <a:gd name="connsiteY275" fmla="*/ 806914 h 1212067"/>
                <a:gd name="connsiteX276" fmla="*/ 1094649 w 1385794"/>
                <a:gd name="connsiteY276" fmla="*/ 801061 h 1212067"/>
                <a:gd name="connsiteX277" fmla="*/ 1093505 w 1385794"/>
                <a:gd name="connsiteY277" fmla="*/ 795846 h 1212067"/>
                <a:gd name="connsiteX278" fmla="*/ 1092764 w 1385794"/>
                <a:gd name="connsiteY278" fmla="*/ 786562 h 1212067"/>
                <a:gd name="connsiteX279" fmla="*/ 1089870 w 1385794"/>
                <a:gd name="connsiteY279" fmla="*/ 778758 h 1212067"/>
                <a:gd name="connsiteX280" fmla="*/ 1087110 w 1385794"/>
                <a:gd name="connsiteY280" fmla="*/ 772232 h 1212067"/>
                <a:gd name="connsiteX281" fmla="*/ 1086505 w 1385794"/>
                <a:gd name="connsiteY281" fmla="*/ 768027 h 1212067"/>
                <a:gd name="connsiteX282" fmla="*/ 1083577 w 1385794"/>
                <a:gd name="connsiteY282" fmla="*/ 765739 h 1212067"/>
                <a:gd name="connsiteX283" fmla="*/ 1080985 w 1385794"/>
                <a:gd name="connsiteY283" fmla="*/ 765537 h 1212067"/>
                <a:gd name="connsiteX284" fmla="*/ 1077283 w 1385794"/>
                <a:gd name="connsiteY284" fmla="*/ 765100 h 1212067"/>
                <a:gd name="connsiteX285" fmla="*/ 1074019 w 1385794"/>
                <a:gd name="connsiteY285" fmla="*/ 764023 h 1212067"/>
                <a:gd name="connsiteX286" fmla="*/ 1072168 w 1385794"/>
                <a:gd name="connsiteY286" fmla="*/ 761433 h 1212067"/>
                <a:gd name="connsiteX287" fmla="*/ 1071629 w 1385794"/>
                <a:gd name="connsiteY287" fmla="*/ 758170 h 1212067"/>
                <a:gd name="connsiteX288" fmla="*/ 1072168 w 1385794"/>
                <a:gd name="connsiteY288" fmla="*/ 754907 h 1212067"/>
                <a:gd name="connsiteX289" fmla="*/ 1071629 w 1385794"/>
                <a:gd name="connsiteY289" fmla="*/ 751644 h 1212067"/>
                <a:gd name="connsiteX290" fmla="*/ 1073043 w 1385794"/>
                <a:gd name="connsiteY290" fmla="*/ 746968 h 1212067"/>
                <a:gd name="connsiteX291" fmla="*/ 1074355 w 1385794"/>
                <a:gd name="connsiteY291" fmla="*/ 745454 h 1212067"/>
                <a:gd name="connsiteX292" fmla="*/ 1075668 w 1385794"/>
                <a:gd name="connsiteY292" fmla="*/ 743066 h 1212067"/>
                <a:gd name="connsiteX293" fmla="*/ 1078495 w 1385794"/>
                <a:gd name="connsiteY293" fmla="*/ 741754 h 1212067"/>
                <a:gd name="connsiteX294" fmla="*/ 1079370 w 1385794"/>
                <a:gd name="connsiteY294" fmla="*/ 741418 h 1212067"/>
                <a:gd name="connsiteX295" fmla="*/ 1080884 w 1385794"/>
                <a:gd name="connsiteY295" fmla="*/ 740442 h 1212067"/>
                <a:gd name="connsiteX296" fmla="*/ 1082634 w 1385794"/>
                <a:gd name="connsiteY296" fmla="*/ 738592 h 1212067"/>
                <a:gd name="connsiteX297" fmla="*/ 1083274 w 1385794"/>
                <a:gd name="connsiteY297" fmla="*/ 736641 h 1212067"/>
                <a:gd name="connsiteX298" fmla="*/ 1083476 w 1385794"/>
                <a:gd name="connsiteY298" fmla="*/ 733815 h 1212067"/>
                <a:gd name="connsiteX299" fmla="*/ 1083375 w 1385794"/>
                <a:gd name="connsiteY299" fmla="*/ 731225 h 1212067"/>
                <a:gd name="connsiteX300" fmla="*/ 1081086 w 1385794"/>
                <a:gd name="connsiteY300" fmla="*/ 727962 h 1212067"/>
                <a:gd name="connsiteX301" fmla="*/ 1079235 w 1385794"/>
                <a:gd name="connsiteY301" fmla="*/ 724362 h 1212067"/>
                <a:gd name="connsiteX302" fmla="*/ 1076610 w 1385794"/>
                <a:gd name="connsiteY302" fmla="*/ 721738 h 1212067"/>
                <a:gd name="connsiteX303" fmla="*/ 1074995 w 1385794"/>
                <a:gd name="connsiteY303" fmla="*/ 721301 h 1212067"/>
                <a:gd name="connsiteX304" fmla="*/ 1071629 w 1385794"/>
                <a:gd name="connsiteY304" fmla="*/ 720426 h 1212067"/>
                <a:gd name="connsiteX305" fmla="*/ 1068802 w 1385794"/>
                <a:gd name="connsiteY305" fmla="*/ 719888 h 1212067"/>
                <a:gd name="connsiteX306" fmla="*/ 1067725 w 1385794"/>
                <a:gd name="connsiteY306" fmla="*/ 718273 h 1212067"/>
                <a:gd name="connsiteX307" fmla="*/ 1066548 w 1385794"/>
                <a:gd name="connsiteY307" fmla="*/ 714472 h 1212067"/>
                <a:gd name="connsiteX308" fmla="*/ 1064797 w 1385794"/>
                <a:gd name="connsiteY308" fmla="*/ 711209 h 1212067"/>
                <a:gd name="connsiteX309" fmla="*/ 1063485 w 1385794"/>
                <a:gd name="connsiteY309" fmla="*/ 708922 h 1212067"/>
                <a:gd name="connsiteX310" fmla="*/ 1061196 w 1385794"/>
                <a:gd name="connsiteY310" fmla="*/ 706197 h 1212067"/>
                <a:gd name="connsiteX311" fmla="*/ 1059244 w 1385794"/>
                <a:gd name="connsiteY311" fmla="*/ 704246 h 1212067"/>
                <a:gd name="connsiteX312" fmla="*/ 1056653 w 1385794"/>
                <a:gd name="connsiteY312" fmla="*/ 703270 h 1212067"/>
                <a:gd name="connsiteX313" fmla="*/ 1051235 w 1385794"/>
                <a:gd name="connsiteY313" fmla="*/ 703068 h 1212067"/>
                <a:gd name="connsiteX314" fmla="*/ 1049485 w 1385794"/>
                <a:gd name="connsiteY314" fmla="*/ 702194 h 1212067"/>
                <a:gd name="connsiteX315" fmla="*/ 1047533 w 1385794"/>
                <a:gd name="connsiteY315" fmla="*/ 700108 h 1212067"/>
                <a:gd name="connsiteX316" fmla="*/ 1047970 w 1385794"/>
                <a:gd name="connsiteY316" fmla="*/ 698796 h 1212067"/>
                <a:gd name="connsiteX317" fmla="*/ 1047533 w 1385794"/>
                <a:gd name="connsiteY317" fmla="*/ 697148 h 1212067"/>
                <a:gd name="connsiteX318" fmla="*/ 1045076 w 1385794"/>
                <a:gd name="connsiteY318" fmla="*/ 695163 h 1212067"/>
                <a:gd name="connsiteX319" fmla="*/ 1042686 w 1385794"/>
                <a:gd name="connsiteY319" fmla="*/ 692472 h 1212067"/>
                <a:gd name="connsiteX320" fmla="*/ 1042350 w 1385794"/>
                <a:gd name="connsiteY320" fmla="*/ 689579 h 1212067"/>
                <a:gd name="connsiteX321" fmla="*/ 1041643 w 1385794"/>
                <a:gd name="connsiteY321" fmla="*/ 685677 h 1212067"/>
                <a:gd name="connsiteX322" fmla="*/ 1041643 w 1385794"/>
                <a:gd name="connsiteY322" fmla="*/ 682851 h 1212067"/>
                <a:gd name="connsiteX323" fmla="*/ 1040129 w 1385794"/>
                <a:gd name="connsiteY323" fmla="*/ 682044 h 1212067"/>
                <a:gd name="connsiteX324" fmla="*/ 1037167 w 1385794"/>
                <a:gd name="connsiteY324" fmla="*/ 681976 h 1212067"/>
                <a:gd name="connsiteX325" fmla="*/ 1033835 w 1385794"/>
                <a:gd name="connsiteY325" fmla="*/ 681976 h 1212067"/>
                <a:gd name="connsiteX326" fmla="*/ 1030705 w 1385794"/>
                <a:gd name="connsiteY326" fmla="*/ 681236 h 1212067"/>
                <a:gd name="connsiteX327" fmla="*/ 1029124 w 1385794"/>
                <a:gd name="connsiteY327" fmla="*/ 681236 h 1212067"/>
                <a:gd name="connsiteX328" fmla="*/ 1027441 w 1385794"/>
                <a:gd name="connsiteY328" fmla="*/ 681203 h 1212067"/>
                <a:gd name="connsiteX329" fmla="*/ 1023268 w 1385794"/>
                <a:gd name="connsiteY329" fmla="*/ 680227 h 1212067"/>
                <a:gd name="connsiteX330" fmla="*/ 1021316 w 1385794"/>
                <a:gd name="connsiteY330" fmla="*/ 677502 h 1212067"/>
                <a:gd name="connsiteX331" fmla="*/ 1020777 w 1385794"/>
                <a:gd name="connsiteY331" fmla="*/ 675652 h 1212067"/>
                <a:gd name="connsiteX332" fmla="*/ 1020777 w 1385794"/>
                <a:gd name="connsiteY332" fmla="*/ 674138 h 1212067"/>
                <a:gd name="connsiteX333" fmla="*/ 1023369 w 1385794"/>
                <a:gd name="connsiteY333" fmla="*/ 672625 h 1212067"/>
                <a:gd name="connsiteX334" fmla="*/ 1024883 w 1385794"/>
                <a:gd name="connsiteY334" fmla="*/ 671548 h 1212067"/>
                <a:gd name="connsiteX335" fmla="*/ 1028585 w 1385794"/>
                <a:gd name="connsiteY335" fmla="*/ 671548 h 1212067"/>
                <a:gd name="connsiteX336" fmla="*/ 1032052 w 1385794"/>
                <a:gd name="connsiteY336" fmla="*/ 671548 h 1212067"/>
                <a:gd name="connsiteX337" fmla="*/ 1033801 w 1385794"/>
                <a:gd name="connsiteY337" fmla="*/ 670371 h 1212067"/>
                <a:gd name="connsiteX338" fmla="*/ 1035552 w 1385794"/>
                <a:gd name="connsiteY338" fmla="*/ 669395 h 1212067"/>
                <a:gd name="connsiteX339" fmla="*/ 1038379 w 1385794"/>
                <a:gd name="connsiteY339" fmla="*/ 668083 h 1212067"/>
                <a:gd name="connsiteX340" fmla="*/ 1039422 w 1385794"/>
                <a:gd name="connsiteY340" fmla="*/ 666771 h 1212067"/>
                <a:gd name="connsiteX341" fmla="*/ 1039893 w 1385794"/>
                <a:gd name="connsiteY341" fmla="*/ 664820 h 1212067"/>
                <a:gd name="connsiteX342" fmla="*/ 1039893 w 1385794"/>
                <a:gd name="connsiteY342" fmla="*/ 661994 h 1212067"/>
                <a:gd name="connsiteX343" fmla="*/ 1039253 w 1385794"/>
                <a:gd name="connsiteY343" fmla="*/ 660245 h 1212067"/>
                <a:gd name="connsiteX344" fmla="*/ 1037739 w 1385794"/>
                <a:gd name="connsiteY344" fmla="*/ 659371 h 1212067"/>
                <a:gd name="connsiteX345" fmla="*/ 1035552 w 1385794"/>
                <a:gd name="connsiteY345" fmla="*/ 659371 h 1212067"/>
                <a:gd name="connsiteX346" fmla="*/ 1032052 w 1385794"/>
                <a:gd name="connsiteY346" fmla="*/ 659371 h 1212067"/>
                <a:gd name="connsiteX347" fmla="*/ 1025085 w 1385794"/>
                <a:gd name="connsiteY347" fmla="*/ 659371 h 1212067"/>
                <a:gd name="connsiteX348" fmla="*/ 1019869 w 1385794"/>
                <a:gd name="connsiteY348" fmla="*/ 659371 h 1212067"/>
                <a:gd name="connsiteX349" fmla="*/ 1012700 w 1385794"/>
                <a:gd name="connsiteY349" fmla="*/ 659371 h 1212067"/>
                <a:gd name="connsiteX350" fmla="*/ 1006945 w 1385794"/>
                <a:gd name="connsiteY350" fmla="*/ 659371 h 1212067"/>
                <a:gd name="connsiteX351" fmla="*/ 1000753 w 1385794"/>
                <a:gd name="connsiteY351" fmla="*/ 658059 h 1212067"/>
                <a:gd name="connsiteX352" fmla="*/ 996714 w 1385794"/>
                <a:gd name="connsiteY352" fmla="*/ 658059 h 1212067"/>
                <a:gd name="connsiteX353" fmla="*/ 993012 w 1385794"/>
                <a:gd name="connsiteY353" fmla="*/ 656175 h 1212067"/>
                <a:gd name="connsiteX354" fmla="*/ 990825 w 1385794"/>
                <a:gd name="connsiteY354" fmla="*/ 652441 h 1212067"/>
                <a:gd name="connsiteX355" fmla="*/ 986752 w 1385794"/>
                <a:gd name="connsiteY355" fmla="*/ 652441 h 1212067"/>
                <a:gd name="connsiteX356" fmla="*/ 984026 w 1385794"/>
                <a:gd name="connsiteY356" fmla="*/ 656578 h 1212067"/>
                <a:gd name="connsiteX357" fmla="*/ 981738 w 1385794"/>
                <a:gd name="connsiteY357" fmla="*/ 655266 h 1212067"/>
                <a:gd name="connsiteX358" fmla="*/ 977767 w 1385794"/>
                <a:gd name="connsiteY358" fmla="*/ 653450 h 1212067"/>
                <a:gd name="connsiteX359" fmla="*/ 972617 w 1385794"/>
                <a:gd name="connsiteY359" fmla="*/ 650422 h 1212067"/>
                <a:gd name="connsiteX360" fmla="*/ 965887 w 1385794"/>
                <a:gd name="connsiteY360" fmla="*/ 643694 h 1212067"/>
                <a:gd name="connsiteX361" fmla="*/ 956901 w 1385794"/>
                <a:gd name="connsiteY361" fmla="*/ 634915 h 1212067"/>
                <a:gd name="connsiteX362" fmla="*/ 948117 w 1385794"/>
                <a:gd name="connsiteY362" fmla="*/ 624789 h 1212067"/>
                <a:gd name="connsiteX363" fmla="*/ 947040 w 1385794"/>
                <a:gd name="connsiteY363" fmla="*/ 620450 h 1212067"/>
                <a:gd name="connsiteX364" fmla="*/ 942396 w 1385794"/>
                <a:gd name="connsiteY364" fmla="*/ 616110 h 1212067"/>
                <a:gd name="connsiteX365" fmla="*/ 938323 w 1385794"/>
                <a:gd name="connsiteY365" fmla="*/ 614361 h 1212067"/>
                <a:gd name="connsiteX366" fmla="*/ 930213 w 1385794"/>
                <a:gd name="connsiteY366" fmla="*/ 611602 h 1212067"/>
                <a:gd name="connsiteX367" fmla="*/ 925299 w 1385794"/>
                <a:gd name="connsiteY367" fmla="*/ 608978 h 1212067"/>
                <a:gd name="connsiteX368" fmla="*/ 920655 w 1385794"/>
                <a:gd name="connsiteY368" fmla="*/ 608978 h 1212067"/>
                <a:gd name="connsiteX369" fmla="*/ 916010 w 1385794"/>
                <a:gd name="connsiteY369" fmla="*/ 606960 h 1212067"/>
                <a:gd name="connsiteX370" fmla="*/ 916010 w 1385794"/>
                <a:gd name="connsiteY370" fmla="*/ 604639 h 1212067"/>
                <a:gd name="connsiteX371" fmla="*/ 916010 w 1385794"/>
                <a:gd name="connsiteY371" fmla="*/ 600871 h 1212067"/>
                <a:gd name="connsiteX372" fmla="*/ 915876 w 1385794"/>
                <a:gd name="connsiteY372" fmla="*/ 597675 h 1212067"/>
                <a:gd name="connsiteX373" fmla="*/ 914698 w 1385794"/>
                <a:gd name="connsiteY373" fmla="*/ 594210 h 1212067"/>
                <a:gd name="connsiteX374" fmla="*/ 912948 w 1385794"/>
                <a:gd name="connsiteY374" fmla="*/ 590746 h 1212067"/>
                <a:gd name="connsiteX375" fmla="*/ 912376 w 1385794"/>
                <a:gd name="connsiteY375" fmla="*/ 587550 h 1212067"/>
                <a:gd name="connsiteX376" fmla="*/ 912376 w 1385794"/>
                <a:gd name="connsiteY376" fmla="*/ 583917 h 1212067"/>
                <a:gd name="connsiteX377" fmla="*/ 912376 w 1385794"/>
                <a:gd name="connsiteY377" fmla="*/ 579443 h 1212067"/>
                <a:gd name="connsiteX378" fmla="*/ 912308 w 1385794"/>
                <a:gd name="connsiteY378" fmla="*/ 578804 h 1212067"/>
                <a:gd name="connsiteX379" fmla="*/ 914126 w 1385794"/>
                <a:gd name="connsiteY379" fmla="*/ 575978 h 1212067"/>
                <a:gd name="connsiteX380" fmla="*/ 918905 w 1385794"/>
                <a:gd name="connsiteY380" fmla="*/ 575978 h 1212067"/>
                <a:gd name="connsiteX381" fmla="*/ 921059 w 1385794"/>
                <a:gd name="connsiteY381" fmla="*/ 575978 h 1212067"/>
                <a:gd name="connsiteX382" fmla="*/ 924121 w 1385794"/>
                <a:gd name="connsiteY382" fmla="*/ 575978 h 1212067"/>
                <a:gd name="connsiteX383" fmla="*/ 926746 w 1385794"/>
                <a:gd name="connsiteY383" fmla="*/ 577424 h 1212067"/>
                <a:gd name="connsiteX384" fmla="*/ 929641 w 1385794"/>
                <a:gd name="connsiteY384" fmla="*/ 575978 h 1212067"/>
                <a:gd name="connsiteX385" fmla="*/ 930213 w 1385794"/>
                <a:gd name="connsiteY385" fmla="*/ 573354 h 1212067"/>
                <a:gd name="connsiteX386" fmla="*/ 930213 w 1385794"/>
                <a:gd name="connsiteY386" fmla="*/ 569889 h 1212067"/>
                <a:gd name="connsiteX387" fmla="*/ 929641 w 1385794"/>
                <a:gd name="connsiteY387" fmla="*/ 562051 h 1212067"/>
                <a:gd name="connsiteX388" fmla="*/ 929775 w 1385794"/>
                <a:gd name="connsiteY388" fmla="*/ 559730 h 1212067"/>
                <a:gd name="connsiteX389" fmla="*/ 928631 w 1385794"/>
                <a:gd name="connsiteY389" fmla="*/ 558283 h 1212067"/>
                <a:gd name="connsiteX390" fmla="*/ 928496 w 1385794"/>
                <a:gd name="connsiteY390" fmla="*/ 557106 h 1212067"/>
                <a:gd name="connsiteX391" fmla="*/ 929237 w 1385794"/>
                <a:gd name="connsiteY391" fmla="*/ 555660 h 1212067"/>
                <a:gd name="connsiteX392" fmla="*/ 930246 w 1385794"/>
                <a:gd name="connsiteY392" fmla="*/ 553776 h 1212067"/>
                <a:gd name="connsiteX393" fmla="*/ 930246 w 1385794"/>
                <a:gd name="connsiteY393" fmla="*/ 552464 h 1212067"/>
                <a:gd name="connsiteX394" fmla="*/ 929506 w 1385794"/>
                <a:gd name="connsiteY394" fmla="*/ 549840 h 1212067"/>
                <a:gd name="connsiteX395" fmla="*/ 926881 w 1385794"/>
                <a:gd name="connsiteY395" fmla="*/ 546577 h 1212067"/>
                <a:gd name="connsiteX396" fmla="*/ 923549 w 1385794"/>
                <a:gd name="connsiteY396" fmla="*/ 544626 h 1212067"/>
                <a:gd name="connsiteX397" fmla="*/ 920655 w 1385794"/>
                <a:gd name="connsiteY397" fmla="*/ 544626 h 1212067"/>
                <a:gd name="connsiteX398" fmla="*/ 919713 w 1385794"/>
                <a:gd name="connsiteY398" fmla="*/ 542843 h 1212067"/>
                <a:gd name="connsiteX399" fmla="*/ 919780 w 1385794"/>
                <a:gd name="connsiteY399" fmla="*/ 542136 h 1212067"/>
                <a:gd name="connsiteX400" fmla="*/ 920890 w 1385794"/>
                <a:gd name="connsiteY400" fmla="*/ 541127 h 1212067"/>
                <a:gd name="connsiteX401" fmla="*/ 922775 w 1385794"/>
                <a:gd name="connsiteY401" fmla="*/ 540219 h 1212067"/>
                <a:gd name="connsiteX402" fmla="*/ 926645 w 1385794"/>
                <a:gd name="connsiteY402" fmla="*/ 538268 h 1212067"/>
                <a:gd name="connsiteX403" fmla="*/ 938559 w 1385794"/>
                <a:gd name="connsiteY403" fmla="*/ 533222 h 1212067"/>
                <a:gd name="connsiteX404" fmla="*/ 947679 w 1385794"/>
                <a:gd name="connsiteY404" fmla="*/ 528109 h 1212067"/>
                <a:gd name="connsiteX405" fmla="*/ 957473 w 1385794"/>
                <a:gd name="connsiteY405" fmla="*/ 523332 h 1212067"/>
                <a:gd name="connsiteX406" fmla="*/ 962353 w 1385794"/>
                <a:gd name="connsiteY406" fmla="*/ 519430 h 1212067"/>
                <a:gd name="connsiteX407" fmla="*/ 967367 w 1385794"/>
                <a:gd name="connsiteY407" fmla="*/ 513038 h 1212067"/>
                <a:gd name="connsiteX408" fmla="*/ 969319 w 1385794"/>
                <a:gd name="connsiteY408" fmla="*/ 506411 h 1212067"/>
                <a:gd name="connsiteX409" fmla="*/ 973021 w 1385794"/>
                <a:gd name="connsiteY409" fmla="*/ 500423 h 1212067"/>
                <a:gd name="connsiteX410" fmla="*/ 974771 w 1385794"/>
                <a:gd name="connsiteY410" fmla="*/ 496958 h 1212067"/>
                <a:gd name="connsiteX411" fmla="*/ 979449 w 1385794"/>
                <a:gd name="connsiteY411" fmla="*/ 495781 h 1212067"/>
                <a:gd name="connsiteX412" fmla="*/ 980762 w 1385794"/>
                <a:gd name="connsiteY412" fmla="*/ 493393 h 1212067"/>
                <a:gd name="connsiteX413" fmla="*/ 984666 w 1385794"/>
                <a:gd name="connsiteY413" fmla="*/ 489490 h 1212067"/>
                <a:gd name="connsiteX414" fmla="*/ 985204 w 1385794"/>
                <a:gd name="connsiteY414" fmla="*/ 487539 h 1212067"/>
                <a:gd name="connsiteX415" fmla="*/ 988772 w 1385794"/>
                <a:gd name="connsiteY415" fmla="*/ 484276 h 1212067"/>
                <a:gd name="connsiteX416" fmla="*/ 992238 w 1385794"/>
                <a:gd name="connsiteY416" fmla="*/ 482224 h 1212067"/>
                <a:gd name="connsiteX417" fmla="*/ 994089 w 1385794"/>
                <a:gd name="connsiteY417" fmla="*/ 479399 h 1212067"/>
                <a:gd name="connsiteX418" fmla="*/ 993988 w 1385794"/>
                <a:gd name="connsiteY418" fmla="*/ 474285 h 1212067"/>
                <a:gd name="connsiteX419" fmla="*/ 992911 w 1385794"/>
                <a:gd name="connsiteY419" fmla="*/ 469509 h 1212067"/>
                <a:gd name="connsiteX420" fmla="*/ 992373 w 1385794"/>
                <a:gd name="connsiteY420" fmla="*/ 463756 h 1212067"/>
                <a:gd name="connsiteX421" fmla="*/ 990084 w 1385794"/>
                <a:gd name="connsiteY421" fmla="*/ 460594 h 1212067"/>
                <a:gd name="connsiteX422" fmla="*/ 987358 w 1385794"/>
                <a:gd name="connsiteY422" fmla="*/ 456456 h 1212067"/>
                <a:gd name="connsiteX423" fmla="*/ 986483 w 1385794"/>
                <a:gd name="connsiteY423" fmla="*/ 453530 h 1212067"/>
                <a:gd name="connsiteX424" fmla="*/ 985945 w 1385794"/>
                <a:gd name="connsiteY424" fmla="*/ 451478 h 1212067"/>
                <a:gd name="connsiteX425" fmla="*/ 983555 w 1385794"/>
                <a:gd name="connsiteY425" fmla="*/ 447575 h 1212067"/>
                <a:gd name="connsiteX426" fmla="*/ 982142 w 1385794"/>
                <a:gd name="connsiteY426" fmla="*/ 445523 h 1212067"/>
                <a:gd name="connsiteX427" fmla="*/ 983993 w 1385794"/>
                <a:gd name="connsiteY427" fmla="*/ 442159 h 1212067"/>
                <a:gd name="connsiteX428" fmla="*/ 985945 w 1385794"/>
                <a:gd name="connsiteY428" fmla="*/ 439771 h 1212067"/>
                <a:gd name="connsiteX429" fmla="*/ 986921 w 1385794"/>
                <a:gd name="connsiteY429" fmla="*/ 438694 h 1212067"/>
                <a:gd name="connsiteX430" fmla="*/ 987022 w 1385794"/>
                <a:gd name="connsiteY430" fmla="*/ 435970 h 1212067"/>
                <a:gd name="connsiteX431" fmla="*/ 984195 w 1385794"/>
                <a:gd name="connsiteY431" fmla="*/ 433144 h 1212067"/>
                <a:gd name="connsiteX432" fmla="*/ 980594 w 1385794"/>
                <a:gd name="connsiteY432" fmla="*/ 429444 h 1212067"/>
                <a:gd name="connsiteX433" fmla="*/ 976555 w 1385794"/>
                <a:gd name="connsiteY433" fmla="*/ 427493 h 1212067"/>
                <a:gd name="connsiteX434" fmla="*/ 972416 w 1385794"/>
                <a:gd name="connsiteY434" fmla="*/ 426517 h 1212067"/>
                <a:gd name="connsiteX435" fmla="*/ 967536 w 1385794"/>
                <a:gd name="connsiteY435" fmla="*/ 426517 h 1212067"/>
                <a:gd name="connsiteX436" fmla="*/ 963194 w 1385794"/>
                <a:gd name="connsiteY436" fmla="*/ 425979 h 1212067"/>
                <a:gd name="connsiteX437" fmla="*/ 956228 w 1385794"/>
                <a:gd name="connsiteY437" fmla="*/ 425979 h 1212067"/>
                <a:gd name="connsiteX438" fmla="*/ 951752 w 1385794"/>
                <a:gd name="connsiteY438" fmla="*/ 427392 h 1212067"/>
                <a:gd name="connsiteX439" fmla="*/ 948184 w 1385794"/>
                <a:gd name="connsiteY439" fmla="*/ 428704 h 1212067"/>
                <a:gd name="connsiteX440" fmla="*/ 945357 w 1385794"/>
                <a:gd name="connsiteY440" fmla="*/ 429242 h 1212067"/>
                <a:gd name="connsiteX441" fmla="*/ 942766 w 1385794"/>
                <a:gd name="connsiteY441" fmla="*/ 430756 h 1212067"/>
                <a:gd name="connsiteX442" fmla="*/ 940814 w 1385794"/>
                <a:gd name="connsiteY442" fmla="*/ 431630 h 1212067"/>
                <a:gd name="connsiteX443" fmla="*/ 936237 w 1385794"/>
                <a:gd name="connsiteY443" fmla="*/ 432505 h 1212067"/>
                <a:gd name="connsiteX444" fmla="*/ 932097 w 1385794"/>
                <a:gd name="connsiteY444" fmla="*/ 434456 h 1212067"/>
                <a:gd name="connsiteX445" fmla="*/ 928496 w 1385794"/>
                <a:gd name="connsiteY445" fmla="*/ 436071 h 1212067"/>
                <a:gd name="connsiteX446" fmla="*/ 926544 w 1385794"/>
                <a:gd name="connsiteY446" fmla="*/ 436306 h 1212067"/>
                <a:gd name="connsiteX447" fmla="*/ 924491 w 1385794"/>
                <a:gd name="connsiteY447" fmla="*/ 438055 h 1212067"/>
                <a:gd name="connsiteX448" fmla="*/ 922439 w 1385794"/>
                <a:gd name="connsiteY448" fmla="*/ 441419 h 1212067"/>
                <a:gd name="connsiteX449" fmla="*/ 919511 w 1385794"/>
                <a:gd name="connsiteY449" fmla="*/ 443909 h 1212067"/>
                <a:gd name="connsiteX450" fmla="*/ 915708 w 1385794"/>
                <a:gd name="connsiteY450" fmla="*/ 446398 h 1212067"/>
                <a:gd name="connsiteX451" fmla="*/ 910054 w 1385794"/>
                <a:gd name="connsiteY451" fmla="*/ 450199 h 1212067"/>
                <a:gd name="connsiteX452" fmla="*/ 904501 w 1385794"/>
                <a:gd name="connsiteY452" fmla="*/ 454640 h 1212067"/>
                <a:gd name="connsiteX453" fmla="*/ 903323 w 1385794"/>
                <a:gd name="connsiteY453" fmla="*/ 455952 h 1212067"/>
                <a:gd name="connsiteX454" fmla="*/ 900832 w 1385794"/>
                <a:gd name="connsiteY454" fmla="*/ 457028 h 1212067"/>
                <a:gd name="connsiteX455" fmla="*/ 898544 w 1385794"/>
                <a:gd name="connsiteY455" fmla="*/ 457802 h 1212067"/>
                <a:gd name="connsiteX456" fmla="*/ 892789 w 1385794"/>
                <a:gd name="connsiteY456" fmla="*/ 457802 h 1212067"/>
                <a:gd name="connsiteX457" fmla="*/ 888649 w 1385794"/>
                <a:gd name="connsiteY457" fmla="*/ 458138 h 1212067"/>
                <a:gd name="connsiteX458" fmla="*/ 882019 w 1385794"/>
                <a:gd name="connsiteY458" fmla="*/ 458340 h 1212067"/>
                <a:gd name="connsiteX459" fmla="*/ 875490 w 1385794"/>
                <a:gd name="connsiteY459" fmla="*/ 457802 h 1212067"/>
                <a:gd name="connsiteX460" fmla="*/ 873336 w 1385794"/>
                <a:gd name="connsiteY460" fmla="*/ 454640 h 1212067"/>
                <a:gd name="connsiteX461" fmla="*/ 871149 w 1385794"/>
                <a:gd name="connsiteY461" fmla="*/ 452453 h 1212067"/>
                <a:gd name="connsiteX462" fmla="*/ 866370 w 1385794"/>
                <a:gd name="connsiteY462" fmla="*/ 451579 h 1212067"/>
                <a:gd name="connsiteX463" fmla="*/ 860178 w 1385794"/>
                <a:gd name="connsiteY463" fmla="*/ 451780 h 1212067"/>
                <a:gd name="connsiteX464" fmla="*/ 857788 w 1385794"/>
                <a:gd name="connsiteY464" fmla="*/ 451679 h 1212067"/>
                <a:gd name="connsiteX465" fmla="*/ 853884 w 1385794"/>
                <a:gd name="connsiteY465" fmla="*/ 449190 h 1212067"/>
                <a:gd name="connsiteX466" fmla="*/ 851394 w 1385794"/>
                <a:gd name="connsiteY466" fmla="*/ 444851 h 1212067"/>
                <a:gd name="connsiteX467" fmla="*/ 850317 w 1385794"/>
                <a:gd name="connsiteY467" fmla="*/ 443000 h 1212067"/>
                <a:gd name="connsiteX468" fmla="*/ 847591 w 1385794"/>
                <a:gd name="connsiteY468" fmla="*/ 438863 h 1212067"/>
                <a:gd name="connsiteX469" fmla="*/ 844124 w 1385794"/>
                <a:gd name="connsiteY469" fmla="*/ 438425 h 1212067"/>
                <a:gd name="connsiteX470" fmla="*/ 840658 w 1385794"/>
                <a:gd name="connsiteY470" fmla="*/ 440376 h 1212067"/>
                <a:gd name="connsiteX471" fmla="*/ 838706 w 1385794"/>
                <a:gd name="connsiteY471" fmla="*/ 441991 h 1212067"/>
                <a:gd name="connsiteX472" fmla="*/ 837393 w 1385794"/>
                <a:gd name="connsiteY472" fmla="*/ 443841 h 1212067"/>
                <a:gd name="connsiteX473" fmla="*/ 833691 w 1385794"/>
                <a:gd name="connsiteY473" fmla="*/ 443841 h 1212067"/>
                <a:gd name="connsiteX474" fmla="*/ 829350 w 1385794"/>
                <a:gd name="connsiteY474" fmla="*/ 444043 h 1212067"/>
                <a:gd name="connsiteX475" fmla="*/ 825984 w 1385794"/>
                <a:gd name="connsiteY475" fmla="*/ 445120 h 1212067"/>
                <a:gd name="connsiteX476" fmla="*/ 823797 w 1385794"/>
                <a:gd name="connsiteY476" fmla="*/ 446734 h 1212067"/>
                <a:gd name="connsiteX477" fmla="*/ 818143 w 1385794"/>
                <a:gd name="connsiteY477" fmla="*/ 448786 h 1212067"/>
                <a:gd name="connsiteX478" fmla="*/ 813566 w 1385794"/>
                <a:gd name="connsiteY478" fmla="*/ 450199 h 1212067"/>
                <a:gd name="connsiteX479" fmla="*/ 810739 w 1385794"/>
                <a:gd name="connsiteY479" fmla="*/ 452117 h 1212067"/>
                <a:gd name="connsiteX480" fmla="*/ 807811 w 1385794"/>
                <a:gd name="connsiteY480" fmla="*/ 452487 h 1212067"/>
                <a:gd name="connsiteX481" fmla="*/ 804143 w 1385794"/>
                <a:gd name="connsiteY481" fmla="*/ 452487 h 1212067"/>
                <a:gd name="connsiteX482" fmla="*/ 799801 w 1385794"/>
                <a:gd name="connsiteY482" fmla="*/ 450738 h 1212067"/>
                <a:gd name="connsiteX483" fmla="*/ 795897 w 1385794"/>
                <a:gd name="connsiteY483" fmla="*/ 449964 h 1212067"/>
                <a:gd name="connsiteX484" fmla="*/ 792195 w 1385794"/>
                <a:gd name="connsiteY484" fmla="*/ 448652 h 1212067"/>
                <a:gd name="connsiteX485" fmla="*/ 787315 w 1385794"/>
                <a:gd name="connsiteY485" fmla="*/ 446701 h 1212067"/>
                <a:gd name="connsiteX486" fmla="*/ 785464 w 1385794"/>
                <a:gd name="connsiteY486" fmla="*/ 446465 h 1212067"/>
                <a:gd name="connsiteX487" fmla="*/ 781661 w 1385794"/>
                <a:gd name="connsiteY487" fmla="*/ 447004 h 1212067"/>
                <a:gd name="connsiteX488" fmla="*/ 780786 w 1385794"/>
                <a:gd name="connsiteY488" fmla="*/ 449190 h 1212067"/>
                <a:gd name="connsiteX489" fmla="*/ 781561 w 1385794"/>
                <a:gd name="connsiteY489" fmla="*/ 452016 h 1212067"/>
                <a:gd name="connsiteX490" fmla="*/ 784926 w 1385794"/>
                <a:gd name="connsiteY490" fmla="*/ 453765 h 1212067"/>
                <a:gd name="connsiteX491" fmla="*/ 790041 w 1385794"/>
                <a:gd name="connsiteY491" fmla="*/ 456389 h 1212067"/>
                <a:gd name="connsiteX492" fmla="*/ 794719 w 1385794"/>
                <a:gd name="connsiteY492" fmla="*/ 458777 h 1212067"/>
                <a:gd name="connsiteX493" fmla="*/ 795796 w 1385794"/>
                <a:gd name="connsiteY493" fmla="*/ 462478 h 1212067"/>
                <a:gd name="connsiteX494" fmla="*/ 797008 w 1385794"/>
                <a:gd name="connsiteY494" fmla="*/ 465943 h 1212067"/>
                <a:gd name="connsiteX495" fmla="*/ 798859 w 1385794"/>
                <a:gd name="connsiteY495" fmla="*/ 469744 h 1212067"/>
                <a:gd name="connsiteX496" fmla="*/ 802561 w 1385794"/>
                <a:gd name="connsiteY496" fmla="*/ 473209 h 1212067"/>
                <a:gd name="connsiteX497" fmla="*/ 804075 w 1385794"/>
                <a:gd name="connsiteY497" fmla="*/ 474723 h 1212067"/>
                <a:gd name="connsiteX498" fmla="*/ 807542 w 1385794"/>
                <a:gd name="connsiteY498" fmla="*/ 477346 h 1212067"/>
                <a:gd name="connsiteX499" fmla="*/ 808518 w 1385794"/>
                <a:gd name="connsiteY499" fmla="*/ 479634 h 1212067"/>
                <a:gd name="connsiteX500" fmla="*/ 805792 w 1385794"/>
                <a:gd name="connsiteY500" fmla="*/ 482258 h 1212067"/>
                <a:gd name="connsiteX501" fmla="*/ 800239 w 1385794"/>
                <a:gd name="connsiteY501" fmla="*/ 485857 h 1212067"/>
                <a:gd name="connsiteX502" fmla="*/ 796974 w 1385794"/>
                <a:gd name="connsiteY502" fmla="*/ 487808 h 1212067"/>
                <a:gd name="connsiteX503" fmla="*/ 792936 w 1385794"/>
                <a:gd name="connsiteY503" fmla="*/ 492148 h 1212067"/>
                <a:gd name="connsiteX504" fmla="*/ 791522 w 1385794"/>
                <a:gd name="connsiteY504" fmla="*/ 493897 h 1212067"/>
                <a:gd name="connsiteX505" fmla="*/ 788056 w 1385794"/>
                <a:gd name="connsiteY505" fmla="*/ 497160 h 1212067"/>
                <a:gd name="connsiteX506" fmla="*/ 785868 w 1385794"/>
                <a:gd name="connsiteY506" fmla="*/ 500524 h 1212067"/>
                <a:gd name="connsiteX507" fmla="*/ 785431 w 1385794"/>
                <a:gd name="connsiteY507" fmla="*/ 503249 h 1212067"/>
                <a:gd name="connsiteX508" fmla="*/ 784657 w 1385794"/>
                <a:gd name="connsiteY508" fmla="*/ 506512 h 1212067"/>
                <a:gd name="connsiteX509" fmla="*/ 782469 w 1385794"/>
                <a:gd name="connsiteY509" fmla="*/ 507151 h 1212067"/>
                <a:gd name="connsiteX510" fmla="*/ 779104 w 1385794"/>
                <a:gd name="connsiteY510" fmla="*/ 506714 h 1212067"/>
                <a:gd name="connsiteX511" fmla="*/ 777051 w 1385794"/>
                <a:gd name="connsiteY511" fmla="*/ 504325 h 1212067"/>
                <a:gd name="connsiteX512" fmla="*/ 775200 w 1385794"/>
                <a:gd name="connsiteY512" fmla="*/ 499751 h 1212067"/>
                <a:gd name="connsiteX513" fmla="*/ 771397 w 1385794"/>
                <a:gd name="connsiteY513" fmla="*/ 498001 h 1212067"/>
                <a:gd name="connsiteX514" fmla="*/ 768132 w 1385794"/>
                <a:gd name="connsiteY514" fmla="*/ 498977 h 1212067"/>
                <a:gd name="connsiteX515" fmla="*/ 764767 w 1385794"/>
                <a:gd name="connsiteY515" fmla="*/ 501802 h 1212067"/>
                <a:gd name="connsiteX516" fmla="*/ 763791 w 1385794"/>
                <a:gd name="connsiteY516" fmla="*/ 502442 h 1212067"/>
                <a:gd name="connsiteX517" fmla="*/ 759988 w 1385794"/>
                <a:gd name="connsiteY517" fmla="*/ 499280 h 1212067"/>
                <a:gd name="connsiteX518" fmla="*/ 757699 w 1385794"/>
                <a:gd name="connsiteY518" fmla="*/ 494503 h 1212067"/>
                <a:gd name="connsiteX519" fmla="*/ 756723 w 1385794"/>
                <a:gd name="connsiteY519" fmla="*/ 493090 h 1212067"/>
                <a:gd name="connsiteX520" fmla="*/ 754872 w 1385794"/>
                <a:gd name="connsiteY520" fmla="*/ 491038 h 1212067"/>
                <a:gd name="connsiteX521" fmla="*/ 752685 w 1385794"/>
                <a:gd name="connsiteY521" fmla="*/ 489524 h 1212067"/>
                <a:gd name="connsiteX522" fmla="*/ 750396 w 1385794"/>
                <a:gd name="connsiteY522" fmla="*/ 489423 h 1212067"/>
                <a:gd name="connsiteX523" fmla="*/ 748209 w 1385794"/>
                <a:gd name="connsiteY523" fmla="*/ 489423 h 1212067"/>
                <a:gd name="connsiteX524" fmla="*/ 744608 w 1385794"/>
                <a:gd name="connsiteY524" fmla="*/ 489524 h 1212067"/>
                <a:gd name="connsiteX525" fmla="*/ 742757 w 1385794"/>
                <a:gd name="connsiteY525" fmla="*/ 488986 h 1212067"/>
                <a:gd name="connsiteX526" fmla="*/ 740367 w 1385794"/>
                <a:gd name="connsiteY526" fmla="*/ 487371 h 1212067"/>
                <a:gd name="connsiteX527" fmla="*/ 739290 w 1385794"/>
                <a:gd name="connsiteY527" fmla="*/ 484343 h 1212067"/>
                <a:gd name="connsiteX528" fmla="*/ 739290 w 1385794"/>
                <a:gd name="connsiteY528" fmla="*/ 481181 h 1212067"/>
                <a:gd name="connsiteX529" fmla="*/ 739223 w 1385794"/>
                <a:gd name="connsiteY529" fmla="*/ 478692 h 1212067"/>
                <a:gd name="connsiteX530" fmla="*/ 739122 w 1385794"/>
                <a:gd name="connsiteY530" fmla="*/ 477178 h 1212067"/>
                <a:gd name="connsiteX531" fmla="*/ 737103 w 1385794"/>
                <a:gd name="connsiteY531" fmla="*/ 475429 h 1212067"/>
                <a:gd name="connsiteX532" fmla="*/ 734478 w 1385794"/>
                <a:gd name="connsiteY532" fmla="*/ 474353 h 1212067"/>
                <a:gd name="connsiteX533" fmla="*/ 732963 w 1385794"/>
                <a:gd name="connsiteY533" fmla="*/ 473141 h 1212067"/>
                <a:gd name="connsiteX534" fmla="*/ 731213 w 1385794"/>
                <a:gd name="connsiteY534" fmla="*/ 470854 h 1212067"/>
                <a:gd name="connsiteX535" fmla="*/ 728925 w 1385794"/>
                <a:gd name="connsiteY535" fmla="*/ 467591 h 1212067"/>
                <a:gd name="connsiteX536" fmla="*/ 728925 w 1385794"/>
                <a:gd name="connsiteY536" fmla="*/ 466279 h 1212067"/>
                <a:gd name="connsiteX537" fmla="*/ 730540 w 1385794"/>
                <a:gd name="connsiteY537" fmla="*/ 463992 h 1212067"/>
                <a:gd name="connsiteX538" fmla="*/ 733030 w 1385794"/>
                <a:gd name="connsiteY538" fmla="*/ 462579 h 1212067"/>
                <a:gd name="connsiteX539" fmla="*/ 735521 w 1385794"/>
                <a:gd name="connsiteY539" fmla="*/ 461805 h 1212067"/>
                <a:gd name="connsiteX540" fmla="*/ 737910 w 1385794"/>
                <a:gd name="connsiteY540" fmla="*/ 458004 h 1212067"/>
                <a:gd name="connsiteX541" fmla="*/ 735858 w 1385794"/>
                <a:gd name="connsiteY541" fmla="*/ 455817 h 1212067"/>
                <a:gd name="connsiteX542" fmla="*/ 731718 w 1385794"/>
                <a:gd name="connsiteY542" fmla="*/ 454841 h 1212067"/>
                <a:gd name="connsiteX543" fmla="*/ 727578 w 1385794"/>
                <a:gd name="connsiteY543" fmla="*/ 455279 h 1212067"/>
                <a:gd name="connsiteX544" fmla="*/ 725290 w 1385794"/>
                <a:gd name="connsiteY544" fmla="*/ 456456 h 1212067"/>
                <a:gd name="connsiteX545" fmla="*/ 722026 w 1385794"/>
                <a:gd name="connsiteY545" fmla="*/ 459181 h 1212067"/>
                <a:gd name="connsiteX546" fmla="*/ 719535 w 1385794"/>
                <a:gd name="connsiteY546" fmla="*/ 460493 h 1212067"/>
                <a:gd name="connsiteX547" fmla="*/ 717785 w 1385794"/>
                <a:gd name="connsiteY547" fmla="*/ 462007 h 1212067"/>
                <a:gd name="connsiteX548" fmla="*/ 714857 w 1385794"/>
                <a:gd name="connsiteY548" fmla="*/ 462343 h 1212067"/>
                <a:gd name="connsiteX549" fmla="*/ 711391 w 1385794"/>
                <a:gd name="connsiteY549" fmla="*/ 461704 h 1212067"/>
                <a:gd name="connsiteX550" fmla="*/ 708665 w 1385794"/>
                <a:gd name="connsiteY550" fmla="*/ 459854 h 1212067"/>
                <a:gd name="connsiteX551" fmla="*/ 706713 w 1385794"/>
                <a:gd name="connsiteY551" fmla="*/ 457129 h 1212067"/>
                <a:gd name="connsiteX552" fmla="*/ 706174 w 1385794"/>
                <a:gd name="connsiteY552" fmla="*/ 454841 h 1212067"/>
                <a:gd name="connsiteX553" fmla="*/ 704121 w 1385794"/>
                <a:gd name="connsiteY553" fmla="*/ 453866 h 1212067"/>
                <a:gd name="connsiteX554" fmla="*/ 700655 w 1385794"/>
                <a:gd name="connsiteY554" fmla="*/ 453866 h 1212067"/>
                <a:gd name="connsiteX555" fmla="*/ 698467 w 1385794"/>
                <a:gd name="connsiteY555" fmla="*/ 452453 h 1212067"/>
                <a:gd name="connsiteX556" fmla="*/ 699679 w 1385794"/>
                <a:gd name="connsiteY556" fmla="*/ 449527 h 1212067"/>
                <a:gd name="connsiteX557" fmla="*/ 702405 w 1385794"/>
                <a:gd name="connsiteY557" fmla="*/ 447037 h 1212067"/>
                <a:gd name="connsiteX558" fmla="*/ 702405 w 1385794"/>
                <a:gd name="connsiteY558" fmla="*/ 443673 h 1212067"/>
                <a:gd name="connsiteX559" fmla="*/ 700890 w 1385794"/>
                <a:gd name="connsiteY559" fmla="*/ 442361 h 1212067"/>
                <a:gd name="connsiteX560" fmla="*/ 698467 w 1385794"/>
                <a:gd name="connsiteY560" fmla="*/ 439973 h 1212067"/>
                <a:gd name="connsiteX561" fmla="*/ 699713 w 1385794"/>
                <a:gd name="connsiteY561" fmla="*/ 437921 h 1212067"/>
                <a:gd name="connsiteX562" fmla="*/ 701227 w 1385794"/>
                <a:gd name="connsiteY562" fmla="*/ 436272 h 1212067"/>
                <a:gd name="connsiteX563" fmla="*/ 702741 w 1385794"/>
                <a:gd name="connsiteY563" fmla="*/ 434759 h 1212067"/>
                <a:gd name="connsiteX564" fmla="*/ 701530 w 1385794"/>
                <a:gd name="connsiteY564" fmla="*/ 431933 h 1212067"/>
                <a:gd name="connsiteX565" fmla="*/ 700991 w 1385794"/>
                <a:gd name="connsiteY565" fmla="*/ 430520 h 1212067"/>
                <a:gd name="connsiteX566" fmla="*/ 702506 w 1385794"/>
                <a:gd name="connsiteY566" fmla="*/ 428670 h 1212067"/>
                <a:gd name="connsiteX567" fmla="*/ 703381 w 1385794"/>
                <a:gd name="connsiteY567" fmla="*/ 427694 h 1212067"/>
                <a:gd name="connsiteX568" fmla="*/ 703583 w 1385794"/>
                <a:gd name="connsiteY568" fmla="*/ 424667 h 1212067"/>
                <a:gd name="connsiteX569" fmla="*/ 702506 w 1385794"/>
                <a:gd name="connsiteY569" fmla="*/ 422177 h 1212067"/>
                <a:gd name="connsiteX570" fmla="*/ 704693 w 1385794"/>
                <a:gd name="connsiteY570" fmla="*/ 419789 h 1212067"/>
                <a:gd name="connsiteX571" fmla="*/ 706208 w 1385794"/>
                <a:gd name="connsiteY571" fmla="*/ 418040 h 1212067"/>
                <a:gd name="connsiteX572" fmla="*/ 706208 w 1385794"/>
                <a:gd name="connsiteY572" fmla="*/ 414878 h 1212067"/>
                <a:gd name="connsiteX573" fmla="*/ 703818 w 1385794"/>
                <a:gd name="connsiteY573" fmla="*/ 411716 h 1212067"/>
                <a:gd name="connsiteX574" fmla="*/ 701328 w 1385794"/>
                <a:gd name="connsiteY574" fmla="*/ 410740 h 1212067"/>
                <a:gd name="connsiteX575" fmla="*/ 697962 w 1385794"/>
                <a:gd name="connsiteY575" fmla="*/ 410740 h 1212067"/>
                <a:gd name="connsiteX576" fmla="*/ 696212 w 1385794"/>
                <a:gd name="connsiteY576" fmla="*/ 410740 h 1212067"/>
                <a:gd name="connsiteX577" fmla="*/ 694462 w 1385794"/>
                <a:gd name="connsiteY577" fmla="*/ 410740 h 1212067"/>
                <a:gd name="connsiteX578" fmla="*/ 690996 w 1385794"/>
                <a:gd name="connsiteY578" fmla="*/ 410740 h 1212067"/>
                <a:gd name="connsiteX579" fmla="*/ 690222 w 1385794"/>
                <a:gd name="connsiteY579" fmla="*/ 412590 h 1212067"/>
                <a:gd name="connsiteX580" fmla="*/ 688707 w 1385794"/>
                <a:gd name="connsiteY580" fmla="*/ 413465 h 1212067"/>
                <a:gd name="connsiteX581" fmla="*/ 687193 w 1385794"/>
                <a:gd name="connsiteY581" fmla="*/ 412489 h 1212067"/>
                <a:gd name="connsiteX582" fmla="*/ 684366 w 1385794"/>
                <a:gd name="connsiteY582" fmla="*/ 411514 h 1212067"/>
                <a:gd name="connsiteX583" fmla="*/ 682515 w 1385794"/>
                <a:gd name="connsiteY583" fmla="*/ 411312 h 1212067"/>
                <a:gd name="connsiteX584" fmla="*/ 680226 w 1385794"/>
                <a:gd name="connsiteY584" fmla="*/ 411648 h 1212067"/>
                <a:gd name="connsiteX585" fmla="*/ 678375 w 1385794"/>
                <a:gd name="connsiteY585" fmla="*/ 412422 h 1212067"/>
                <a:gd name="connsiteX586" fmla="*/ 674135 w 1385794"/>
                <a:gd name="connsiteY586" fmla="*/ 410807 h 1212067"/>
                <a:gd name="connsiteX587" fmla="*/ 673597 w 1385794"/>
                <a:gd name="connsiteY587" fmla="*/ 409394 h 1212067"/>
                <a:gd name="connsiteX588" fmla="*/ 676087 w 1385794"/>
                <a:gd name="connsiteY588" fmla="*/ 403104 h 1212067"/>
                <a:gd name="connsiteX589" fmla="*/ 673597 w 1385794"/>
                <a:gd name="connsiteY589" fmla="*/ 398226 h 1212067"/>
                <a:gd name="connsiteX590" fmla="*/ 670568 w 1385794"/>
                <a:gd name="connsiteY590" fmla="*/ 396914 h 1212067"/>
                <a:gd name="connsiteX591" fmla="*/ 668380 w 1385794"/>
                <a:gd name="connsiteY591" fmla="*/ 396914 h 1212067"/>
                <a:gd name="connsiteX592" fmla="*/ 664914 w 1385794"/>
                <a:gd name="connsiteY592" fmla="*/ 396914 h 1212067"/>
                <a:gd name="connsiteX593" fmla="*/ 662962 w 1385794"/>
                <a:gd name="connsiteY593" fmla="*/ 395064 h 1212067"/>
                <a:gd name="connsiteX594" fmla="*/ 662962 w 1385794"/>
                <a:gd name="connsiteY594" fmla="*/ 393113 h 1212067"/>
                <a:gd name="connsiteX595" fmla="*/ 659058 w 1385794"/>
                <a:gd name="connsiteY595" fmla="*/ 392339 h 1212067"/>
                <a:gd name="connsiteX596" fmla="*/ 658519 w 1385794"/>
                <a:gd name="connsiteY596" fmla="*/ 389312 h 1212067"/>
                <a:gd name="connsiteX597" fmla="*/ 658957 w 1385794"/>
                <a:gd name="connsiteY597" fmla="*/ 386048 h 1212067"/>
                <a:gd name="connsiteX598" fmla="*/ 659159 w 1385794"/>
                <a:gd name="connsiteY598" fmla="*/ 382785 h 1212067"/>
                <a:gd name="connsiteX599" fmla="*/ 659058 w 1385794"/>
                <a:gd name="connsiteY599" fmla="*/ 379321 h 1212067"/>
                <a:gd name="connsiteX600" fmla="*/ 657442 w 1385794"/>
                <a:gd name="connsiteY600" fmla="*/ 377370 h 1212067"/>
                <a:gd name="connsiteX601" fmla="*/ 656231 w 1385794"/>
                <a:gd name="connsiteY601" fmla="*/ 375183 h 1212067"/>
                <a:gd name="connsiteX602" fmla="*/ 657745 w 1385794"/>
                <a:gd name="connsiteY602" fmla="*/ 372122 h 1212067"/>
                <a:gd name="connsiteX603" fmla="*/ 655457 w 1385794"/>
                <a:gd name="connsiteY603" fmla="*/ 368960 h 1212067"/>
                <a:gd name="connsiteX604" fmla="*/ 652293 w 1385794"/>
                <a:gd name="connsiteY604" fmla="*/ 368051 h 1212067"/>
                <a:gd name="connsiteX605" fmla="*/ 648591 w 1385794"/>
                <a:gd name="connsiteY605" fmla="*/ 367345 h 1212067"/>
                <a:gd name="connsiteX606" fmla="*/ 642298 w 1385794"/>
                <a:gd name="connsiteY606" fmla="*/ 367345 h 1212067"/>
                <a:gd name="connsiteX607" fmla="*/ 636879 w 1385794"/>
                <a:gd name="connsiteY607" fmla="*/ 365495 h 1212067"/>
                <a:gd name="connsiteX608" fmla="*/ 633076 w 1385794"/>
                <a:gd name="connsiteY608" fmla="*/ 362871 h 1212067"/>
                <a:gd name="connsiteX609" fmla="*/ 629172 w 1385794"/>
                <a:gd name="connsiteY609" fmla="*/ 360381 h 1212067"/>
                <a:gd name="connsiteX610" fmla="*/ 625269 w 1385794"/>
                <a:gd name="connsiteY610" fmla="*/ 357758 h 1212067"/>
                <a:gd name="connsiteX611" fmla="*/ 620052 w 1385794"/>
                <a:gd name="connsiteY611" fmla="*/ 358397 h 1212067"/>
                <a:gd name="connsiteX612" fmla="*/ 617999 w 1385794"/>
                <a:gd name="connsiteY612" fmla="*/ 352846 h 1212067"/>
                <a:gd name="connsiteX613" fmla="*/ 612345 w 1385794"/>
                <a:gd name="connsiteY613" fmla="*/ 349045 h 1212067"/>
                <a:gd name="connsiteX614" fmla="*/ 608980 w 1385794"/>
                <a:gd name="connsiteY614" fmla="*/ 348507 h 1212067"/>
                <a:gd name="connsiteX615" fmla="*/ 601811 w 1385794"/>
                <a:gd name="connsiteY615" fmla="*/ 346993 h 1212067"/>
                <a:gd name="connsiteX616" fmla="*/ 597032 w 1385794"/>
                <a:gd name="connsiteY616" fmla="*/ 346993 h 1212067"/>
                <a:gd name="connsiteX617" fmla="*/ 594407 w 1385794"/>
                <a:gd name="connsiteY617" fmla="*/ 346959 h 1212067"/>
                <a:gd name="connsiteX618" fmla="*/ 590268 w 1385794"/>
                <a:gd name="connsiteY618" fmla="*/ 348204 h 1212067"/>
                <a:gd name="connsiteX619" fmla="*/ 587542 w 1385794"/>
                <a:gd name="connsiteY619" fmla="*/ 348978 h 1212067"/>
                <a:gd name="connsiteX620" fmla="*/ 582763 w 1385794"/>
                <a:gd name="connsiteY620" fmla="*/ 345513 h 1212067"/>
                <a:gd name="connsiteX621" fmla="*/ 587239 w 1385794"/>
                <a:gd name="connsiteY621" fmla="*/ 345513 h 1212067"/>
                <a:gd name="connsiteX622" fmla="*/ 589830 w 1385794"/>
                <a:gd name="connsiteY622" fmla="*/ 345378 h 1212067"/>
                <a:gd name="connsiteX623" fmla="*/ 592220 w 1385794"/>
                <a:gd name="connsiteY623" fmla="*/ 343898 h 1212067"/>
                <a:gd name="connsiteX624" fmla="*/ 592758 w 1385794"/>
                <a:gd name="connsiteY624" fmla="*/ 342822 h 1212067"/>
                <a:gd name="connsiteX625" fmla="*/ 593633 w 1385794"/>
                <a:gd name="connsiteY625" fmla="*/ 340231 h 1212067"/>
                <a:gd name="connsiteX626" fmla="*/ 594508 w 1385794"/>
                <a:gd name="connsiteY626" fmla="*/ 338482 h 1212067"/>
                <a:gd name="connsiteX627" fmla="*/ 596258 w 1385794"/>
                <a:gd name="connsiteY627" fmla="*/ 335892 h 1212067"/>
                <a:gd name="connsiteX628" fmla="*/ 598446 w 1385794"/>
                <a:gd name="connsiteY628" fmla="*/ 334681 h 1212067"/>
                <a:gd name="connsiteX629" fmla="*/ 599859 w 1385794"/>
                <a:gd name="connsiteY629" fmla="*/ 333604 h 1212067"/>
                <a:gd name="connsiteX630" fmla="*/ 601710 w 1385794"/>
                <a:gd name="connsiteY630" fmla="*/ 332831 h 1212067"/>
                <a:gd name="connsiteX631" fmla="*/ 604201 w 1385794"/>
                <a:gd name="connsiteY631" fmla="*/ 330678 h 1212067"/>
                <a:gd name="connsiteX632" fmla="*/ 605715 w 1385794"/>
                <a:gd name="connsiteY632" fmla="*/ 329265 h 1212067"/>
                <a:gd name="connsiteX633" fmla="*/ 606893 w 1385794"/>
                <a:gd name="connsiteY633" fmla="*/ 328289 h 1212067"/>
                <a:gd name="connsiteX634" fmla="*/ 609081 w 1385794"/>
                <a:gd name="connsiteY634" fmla="*/ 327415 h 1212067"/>
                <a:gd name="connsiteX635" fmla="*/ 611033 w 1385794"/>
                <a:gd name="connsiteY635" fmla="*/ 327415 h 1212067"/>
                <a:gd name="connsiteX636" fmla="*/ 615172 w 1385794"/>
                <a:gd name="connsiteY636" fmla="*/ 327415 h 1212067"/>
                <a:gd name="connsiteX637" fmla="*/ 616249 w 1385794"/>
                <a:gd name="connsiteY637" fmla="*/ 327415 h 1212067"/>
                <a:gd name="connsiteX638" fmla="*/ 618740 w 1385794"/>
                <a:gd name="connsiteY638" fmla="*/ 325564 h 1212067"/>
                <a:gd name="connsiteX639" fmla="*/ 620490 w 1385794"/>
                <a:gd name="connsiteY639" fmla="*/ 323815 h 1212067"/>
                <a:gd name="connsiteX640" fmla="*/ 622004 w 1385794"/>
                <a:gd name="connsiteY640" fmla="*/ 321629 h 1212067"/>
                <a:gd name="connsiteX641" fmla="*/ 623317 w 1385794"/>
                <a:gd name="connsiteY641" fmla="*/ 319947 h 1212067"/>
                <a:gd name="connsiteX642" fmla="*/ 624730 w 1385794"/>
                <a:gd name="connsiteY642" fmla="*/ 318702 h 1212067"/>
                <a:gd name="connsiteX643" fmla="*/ 624932 w 1385794"/>
                <a:gd name="connsiteY643" fmla="*/ 318702 h 1212067"/>
                <a:gd name="connsiteX644" fmla="*/ 628398 w 1385794"/>
                <a:gd name="connsiteY644" fmla="*/ 318702 h 1212067"/>
                <a:gd name="connsiteX645" fmla="*/ 630889 w 1385794"/>
                <a:gd name="connsiteY645" fmla="*/ 318567 h 1212067"/>
                <a:gd name="connsiteX646" fmla="*/ 633514 w 1385794"/>
                <a:gd name="connsiteY646" fmla="*/ 316650 h 1212067"/>
                <a:gd name="connsiteX647" fmla="*/ 635567 w 1385794"/>
                <a:gd name="connsiteY647" fmla="*/ 315136 h 1212067"/>
                <a:gd name="connsiteX648" fmla="*/ 636341 w 1385794"/>
                <a:gd name="connsiteY648" fmla="*/ 313084 h 1212067"/>
                <a:gd name="connsiteX649" fmla="*/ 635129 w 1385794"/>
                <a:gd name="connsiteY649" fmla="*/ 309047 h 1212067"/>
                <a:gd name="connsiteX650" fmla="*/ 634153 w 1385794"/>
                <a:gd name="connsiteY650" fmla="*/ 306861 h 1212067"/>
                <a:gd name="connsiteX651" fmla="*/ 635230 w 1385794"/>
                <a:gd name="connsiteY651" fmla="*/ 304371 h 1212067"/>
                <a:gd name="connsiteX652" fmla="*/ 637283 w 1385794"/>
                <a:gd name="connsiteY652" fmla="*/ 301748 h 1212067"/>
                <a:gd name="connsiteX653" fmla="*/ 638899 w 1385794"/>
                <a:gd name="connsiteY653" fmla="*/ 299359 h 1212067"/>
                <a:gd name="connsiteX654" fmla="*/ 642500 w 1385794"/>
                <a:gd name="connsiteY654" fmla="*/ 294347 h 1212067"/>
                <a:gd name="connsiteX655" fmla="*/ 644553 w 1385794"/>
                <a:gd name="connsiteY655" fmla="*/ 292934 h 1212067"/>
                <a:gd name="connsiteX656" fmla="*/ 645630 w 1385794"/>
                <a:gd name="connsiteY656" fmla="*/ 292396 h 1212067"/>
                <a:gd name="connsiteX657" fmla="*/ 646841 w 1385794"/>
                <a:gd name="connsiteY657" fmla="*/ 290983 h 1212067"/>
                <a:gd name="connsiteX658" fmla="*/ 646639 w 1385794"/>
                <a:gd name="connsiteY658" fmla="*/ 288494 h 1212067"/>
                <a:gd name="connsiteX659" fmla="*/ 648053 w 1385794"/>
                <a:gd name="connsiteY659" fmla="*/ 286879 h 1212067"/>
                <a:gd name="connsiteX660" fmla="*/ 649904 w 1385794"/>
                <a:gd name="connsiteY660" fmla="*/ 285264 h 1212067"/>
                <a:gd name="connsiteX661" fmla="*/ 651418 w 1385794"/>
                <a:gd name="connsiteY661" fmla="*/ 284053 h 1212067"/>
                <a:gd name="connsiteX662" fmla="*/ 653168 w 1385794"/>
                <a:gd name="connsiteY662" fmla="*/ 282876 h 1212067"/>
                <a:gd name="connsiteX663" fmla="*/ 655457 w 1385794"/>
                <a:gd name="connsiteY663" fmla="*/ 280689 h 1212067"/>
                <a:gd name="connsiteX664" fmla="*/ 656534 w 1385794"/>
                <a:gd name="connsiteY664" fmla="*/ 279377 h 1212067"/>
                <a:gd name="connsiteX665" fmla="*/ 659024 w 1385794"/>
                <a:gd name="connsiteY665" fmla="*/ 276989 h 1212067"/>
                <a:gd name="connsiteX666" fmla="*/ 660236 w 1385794"/>
                <a:gd name="connsiteY666" fmla="*/ 275374 h 1212067"/>
                <a:gd name="connsiteX667" fmla="*/ 661380 w 1385794"/>
                <a:gd name="connsiteY667" fmla="*/ 273860 h 1212067"/>
                <a:gd name="connsiteX668" fmla="*/ 662322 w 1385794"/>
                <a:gd name="connsiteY668" fmla="*/ 271236 h 1212067"/>
                <a:gd name="connsiteX669" fmla="*/ 662322 w 1385794"/>
                <a:gd name="connsiteY669" fmla="*/ 267435 h 1212067"/>
                <a:gd name="connsiteX670" fmla="*/ 661346 w 1385794"/>
                <a:gd name="connsiteY670" fmla="*/ 265585 h 1212067"/>
                <a:gd name="connsiteX671" fmla="*/ 662322 w 1385794"/>
                <a:gd name="connsiteY671" fmla="*/ 264508 h 1212067"/>
                <a:gd name="connsiteX672" fmla="*/ 663635 w 1385794"/>
                <a:gd name="connsiteY672" fmla="*/ 262995 h 1212067"/>
                <a:gd name="connsiteX673" fmla="*/ 664072 w 1385794"/>
                <a:gd name="connsiteY673" fmla="*/ 262019 h 1212067"/>
                <a:gd name="connsiteX674" fmla="*/ 662760 w 1385794"/>
                <a:gd name="connsiteY674" fmla="*/ 257680 h 1212067"/>
                <a:gd name="connsiteX675" fmla="*/ 661885 w 1385794"/>
                <a:gd name="connsiteY675" fmla="*/ 256368 h 1212067"/>
                <a:gd name="connsiteX676" fmla="*/ 660471 w 1385794"/>
                <a:gd name="connsiteY676" fmla="*/ 254854 h 1212067"/>
                <a:gd name="connsiteX677" fmla="*/ 658923 w 1385794"/>
                <a:gd name="connsiteY677" fmla="*/ 252028 h 1212067"/>
                <a:gd name="connsiteX678" fmla="*/ 658788 w 1385794"/>
                <a:gd name="connsiteY678" fmla="*/ 248900 h 1212067"/>
                <a:gd name="connsiteX679" fmla="*/ 658216 w 1385794"/>
                <a:gd name="connsiteY679" fmla="*/ 246141 h 1212067"/>
                <a:gd name="connsiteX680" fmla="*/ 657341 w 1385794"/>
                <a:gd name="connsiteY680" fmla="*/ 244627 h 1212067"/>
                <a:gd name="connsiteX681" fmla="*/ 654817 w 1385794"/>
                <a:gd name="connsiteY681" fmla="*/ 242306 h 1212067"/>
                <a:gd name="connsiteX682" fmla="*/ 651923 w 1385794"/>
                <a:gd name="connsiteY682" fmla="*/ 240288 h 1212067"/>
                <a:gd name="connsiteX683" fmla="*/ 648658 w 1385794"/>
                <a:gd name="connsiteY683" fmla="*/ 238606 h 1212067"/>
                <a:gd name="connsiteX684" fmla="*/ 647144 w 1385794"/>
                <a:gd name="connsiteY684" fmla="*/ 236789 h 1212067"/>
                <a:gd name="connsiteX685" fmla="*/ 646942 w 1385794"/>
                <a:gd name="connsiteY685" fmla="*/ 235545 h 1212067"/>
                <a:gd name="connsiteX686" fmla="*/ 644990 w 1385794"/>
                <a:gd name="connsiteY686" fmla="*/ 235545 h 1212067"/>
                <a:gd name="connsiteX687" fmla="*/ 642803 w 1385794"/>
                <a:gd name="connsiteY687" fmla="*/ 235545 h 1212067"/>
                <a:gd name="connsiteX688" fmla="*/ 640110 w 1385794"/>
                <a:gd name="connsiteY688" fmla="*/ 235545 h 1212067"/>
                <a:gd name="connsiteX689" fmla="*/ 637418 w 1385794"/>
                <a:gd name="connsiteY689" fmla="*/ 235208 h 1212067"/>
                <a:gd name="connsiteX690" fmla="*/ 632774 w 1385794"/>
                <a:gd name="connsiteY690" fmla="*/ 233896 h 1212067"/>
                <a:gd name="connsiteX691" fmla="*/ 630014 w 1385794"/>
                <a:gd name="connsiteY691" fmla="*/ 232887 h 1212067"/>
                <a:gd name="connsiteX692" fmla="*/ 628701 w 1385794"/>
                <a:gd name="connsiteY692" fmla="*/ 232887 h 1212067"/>
                <a:gd name="connsiteX693" fmla="*/ 623283 w 1385794"/>
                <a:gd name="connsiteY693" fmla="*/ 231003 h 1212067"/>
                <a:gd name="connsiteX694" fmla="*/ 621331 w 1385794"/>
                <a:gd name="connsiteY694" fmla="*/ 230364 h 1212067"/>
                <a:gd name="connsiteX695" fmla="*/ 616990 w 1385794"/>
                <a:gd name="connsiteY695" fmla="*/ 228918 h 1212067"/>
                <a:gd name="connsiteX696" fmla="*/ 615610 w 1385794"/>
                <a:gd name="connsiteY696" fmla="*/ 227101 h 1212067"/>
                <a:gd name="connsiteX697" fmla="*/ 613860 w 1385794"/>
                <a:gd name="connsiteY697" fmla="*/ 227976 h 1212067"/>
                <a:gd name="connsiteX698" fmla="*/ 612278 w 1385794"/>
                <a:gd name="connsiteY698" fmla="*/ 229994 h 1212067"/>
                <a:gd name="connsiteX699" fmla="*/ 612143 w 1385794"/>
                <a:gd name="connsiteY699" fmla="*/ 231743 h 1212067"/>
                <a:gd name="connsiteX700" fmla="*/ 611134 w 1385794"/>
                <a:gd name="connsiteY700" fmla="*/ 232988 h 1212067"/>
                <a:gd name="connsiteX701" fmla="*/ 610561 w 1385794"/>
                <a:gd name="connsiteY701" fmla="*/ 234300 h 1212067"/>
                <a:gd name="connsiteX702" fmla="*/ 610057 w 1385794"/>
                <a:gd name="connsiteY702" fmla="*/ 235612 h 1212067"/>
                <a:gd name="connsiteX703" fmla="*/ 608744 w 1385794"/>
                <a:gd name="connsiteY703" fmla="*/ 236487 h 1212067"/>
                <a:gd name="connsiteX704" fmla="*/ 606859 w 1385794"/>
                <a:gd name="connsiteY704" fmla="*/ 237294 h 1212067"/>
                <a:gd name="connsiteX705" fmla="*/ 602720 w 1385794"/>
                <a:gd name="connsiteY705" fmla="*/ 236924 h 1212067"/>
                <a:gd name="connsiteX706" fmla="*/ 599388 w 1385794"/>
                <a:gd name="connsiteY706" fmla="*/ 236991 h 1212067"/>
                <a:gd name="connsiteX707" fmla="*/ 596629 w 1385794"/>
                <a:gd name="connsiteY707" fmla="*/ 237059 h 1212067"/>
                <a:gd name="connsiteX708" fmla="*/ 593667 w 1385794"/>
                <a:gd name="connsiteY708" fmla="*/ 237059 h 1212067"/>
                <a:gd name="connsiteX709" fmla="*/ 590907 w 1385794"/>
                <a:gd name="connsiteY709" fmla="*/ 235679 h 1212067"/>
                <a:gd name="connsiteX710" fmla="*/ 589460 w 1385794"/>
                <a:gd name="connsiteY710" fmla="*/ 235545 h 1212067"/>
                <a:gd name="connsiteX711" fmla="*/ 585556 w 1385794"/>
                <a:gd name="connsiteY711" fmla="*/ 233291 h 1212067"/>
                <a:gd name="connsiteX712" fmla="*/ 580474 w 1385794"/>
                <a:gd name="connsiteY712" fmla="*/ 234300 h 1212067"/>
                <a:gd name="connsiteX713" fmla="*/ 576570 w 1385794"/>
                <a:gd name="connsiteY713" fmla="*/ 235881 h 1212067"/>
                <a:gd name="connsiteX714" fmla="*/ 570916 w 1385794"/>
                <a:gd name="connsiteY714" fmla="*/ 234872 h 1212067"/>
                <a:gd name="connsiteX715" fmla="*/ 563512 w 1385794"/>
                <a:gd name="connsiteY715" fmla="*/ 235747 h 1212067"/>
                <a:gd name="connsiteX716" fmla="*/ 560618 w 1385794"/>
                <a:gd name="connsiteY716" fmla="*/ 237933 h 1212067"/>
                <a:gd name="connsiteX717" fmla="*/ 558027 w 1385794"/>
                <a:gd name="connsiteY717" fmla="*/ 240557 h 1212067"/>
                <a:gd name="connsiteX718" fmla="*/ 555267 w 1385794"/>
                <a:gd name="connsiteY718" fmla="*/ 240422 h 1212067"/>
                <a:gd name="connsiteX719" fmla="*/ 553080 w 1385794"/>
                <a:gd name="connsiteY719" fmla="*/ 240725 h 1212067"/>
                <a:gd name="connsiteX720" fmla="*/ 550757 w 1385794"/>
                <a:gd name="connsiteY720" fmla="*/ 243618 h 1212067"/>
                <a:gd name="connsiteX721" fmla="*/ 548300 w 1385794"/>
                <a:gd name="connsiteY721" fmla="*/ 245065 h 1212067"/>
                <a:gd name="connsiteX722" fmla="*/ 544228 w 1385794"/>
                <a:gd name="connsiteY722" fmla="*/ 245637 h 1212067"/>
                <a:gd name="connsiteX723" fmla="*/ 538002 w 1385794"/>
                <a:gd name="connsiteY723" fmla="*/ 248967 h 1212067"/>
                <a:gd name="connsiteX724" fmla="*/ 532348 w 1385794"/>
                <a:gd name="connsiteY724" fmla="*/ 254047 h 1212067"/>
                <a:gd name="connsiteX725" fmla="*/ 528141 w 1385794"/>
                <a:gd name="connsiteY725" fmla="*/ 257949 h 1212067"/>
                <a:gd name="connsiteX726" fmla="*/ 524237 w 1385794"/>
                <a:gd name="connsiteY726" fmla="*/ 259530 h 1212067"/>
                <a:gd name="connsiteX727" fmla="*/ 522487 w 1385794"/>
                <a:gd name="connsiteY727" fmla="*/ 263735 h 1212067"/>
                <a:gd name="connsiteX728" fmla="*/ 520603 w 1385794"/>
                <a:gd name="connsiteY728" fmla="*/ 265888 h 1212067"/>
                <a:gd name="connsiteX729" fmla="*/ 514646 w 1385794"/>
                <a:gd name="connsiteY729" fmla="*/ 265753 h 1212067"/>
                <a:gd name="connsiteX730" fmla="*/ 508184 w 1385794"/>
                <a:gd name="connsiteY730" fmla="*/ 265047 h 1212067"/>
                <a:gd name="connsiteX731" fmla="*/ 504045 w 1385794"/>
                <a:gd name="connsiteY731" fmla="*/ 263163 h 1212067"/>
                <a:gd name="connsiteX732" fmla="*/ 504045 w 1385794"/>
                <a:gd name="connsiteY732" fmla="*/ 260539 h 1212067"/>
                <a:gd name="connsiteX733" fmla="*/ 500141 w 1385794"/>
                <a:gd name="connsiteY733" fmla="*/ 260102 h 1212067"/>
                <a:gd name="connsiteX734" fmla="*/ 499434 w 1385794"/>
                <a:gd name="connsiteY734" fmla="*/ 262423 h 1212067"/>
                <a:gd name="connsiteX735" fmla="*/ 498559 w 1385794"/>
                <a:gd name="connsiteY735" fmla="*/ 262995 h 1212067"/>
                <a:gd name="connsiteX736" fmla="*/ 495867 w 1385794"/>
                <a:gd name="connsiteY736" fmla="*/ 263197 h 1212067"/>
                <a:gd name="connsiteX737" fmla="*/ 492165 w 1385794"/>
                <a:gd name="connsiteY737" fmla="*/ 262894 h 1212067"/>
                <a:gd name="connsiteX738" fmla="*/ 489775 w 1385794"/>
                <a:gd name="connsiteY738" fmla="*/ 261817 h 1212067"/>
                <a:gd name="connsiteX739" fmla="*/ 490650 w 1385794"/>
                <a:gd name="connsiteY739" fmla="*/ 259631 h 1212067"/>
                <a:gd name="connsiteX740" fmla="*/ 491727 w 1385794"/>
                <a:gd name="connsiteY740" fmla="*/ 257242 h 1212067"/>
                <a:gd name="connsiteX741" fmla="*/ 492366 w 1385794"/>
                <a:gd name="connsiteY741" fmla="*/ 255358 h 1212067"/>
                <a:gd name="connsiteX742" fmla="*/ 493006 w 1385794"/>
                <a:gd name="connsiteY742" fmla="*/ 253172 h 1212067"/>
                <a:gd name="connsiteX743" fmla="*/ 493645 w 1385794"/>
                <a:gd name="connsiteY743" fmla="*/ 250144 h 1212067"/>
                <a:gd name="connsiteX744" fmla="*/ 494958 w 1385794"/>
                <a:gd name="connsiteY744" fmla="*/ 246444 h 1212067"/>
                <a:gd name="connsiteX745" fmla="*/ 495833 w 1385794"/>
                <a:gd name="connsiteY745" fmla="*/ 245368 h 1212067"/>
                <a:gd name="connsiteX746" fmla="*/ 498155 w 1385794"/>
                <a:gd name="connsiteY746" fmla="*/ 243551 h 1212067"/>
                <a:gd name="connsiteX747" fmla="*/ 499299 w 1385794"/>
                <a:gd name="connsiteY747" fmla="*/ 242979 h 1212067"/>
                <a:gd name="connsiteX748" fmla="*/ 499670 w 1385794"/>
                <a:gd name="connsiteY748" fmla="*/ 240221 h 1212067"/>
                <a:gd name="connsiteX749" fmla="*/ 499030 w 1385794"/>
                <a:gd name="connsiteY749" fmla="*/ 238135 h 1212067"/>
                <a:gd name="connsiteX750" fmla="*/ 499333 w 1385794"/>
                <a:gd name="connsiteY750" fmla="*/ 235747 h 1212067"/>
                <a:gd name="connsiteX751" fmla="*/ 501016 w 1385794"/>
                <a:gd name="connsiteY751" fmla="*/ 233930 h 1212067"/>
                <a:gd name="connsiteX752" fmla="*/ 502261 w 1385794"/>
                <a:gd name="connsiteY752" fmla="*/ 232685 h 1212067"/>
                <a:gd name="connsiteX753" fmla="*/ 503001 w 1385794"/>
                <a:gd name="connsiteY753" fmla="*/ 229994 h 1212067"/>
                <a:gd name="connsiteX754" fmla="*/ 503069 w 1385794"/>
                <a:gd name="connsiteY754" fmla="*/ 226227 h 1212067"/>
                <a:gd name="connsiteX755" fmla="*/ 503001 w 1385794"/>
                <a:gd name="connsiteY755" fmla="*/ 222963 h 1212067"/>
                <a:gd name="connsiteX756" fmla="*/ 502867 w 1385794"/>
                <a:gd name="connsiteY756" fmla="*/ 221282 h 1212067"/>
                <a:gd name="connsiteX757" fmla="*/ 502497 w 1385794"/>
                <a:gd name="connsiteY757" fmla="*/ 219028 h 1212067"/>
                <a:gd name="connsiteX758" fmla="*/ 497785 w 1385794"/>
                <a:gd name="connsiteY758" fmla="*/ 218153 h 1212067"/>
                <a:gd name="connsiteX759" fmla="*/ 497146 w 1385794"/>
                <a:gd name="connsiteY759" fmla="*/ 215832 h 1212067"/>
                <a:gd name="connsiteX760" fmla="*/ 494319 w 1385794"/>
                <a:gd name="connsiteY760" fmla="*/ 212804 h 1212067"/>
                <a:gd name="connsiteX761" fmla="*/ 491626 w 1385794"/>
                <a:gd name="connsiteY761" fmla="*/ 212804 h 1212067"/>
                <a:gd name="connsiteX762" fmla="*/ 489304 w 1385794"/>
                <a:gd name="connsiteY762" fmla="*/ 213174 h 1212067"/>
                <a:gd name="connsiteX763" fmla="*/ 487487 w 1385794"/>
                <a:gd name="connsiteY763" fmla="*/ 210853 h 1212067"/>
                <a:gd name="connsiteX764" fmla="*/ 482842 w 1385794"/>
                <a:gd name="connsiteY764" fmla="*/ 207590 h 1212067"/>
                <a:gd name="connsiteX765" fmla="*/ 478568 w 1385794"/>
                <a:gd name="connsiteY765" fmla="*/ 203755 h 1212067"/>
                <a:gd name="connsiteX766" fmla="*/ 475539 w 1385794"/>
                <a:gd name="connsiteY766" fmla="*/ 200223 h 1212067"/>
                <a:gd name="connsiteX767" fmla="*/ 475236 w 1385794"/>
                <a:gd name="connsiteY767" fmla="*/ 196758 h 1212067"/>
                <a:gd name="connsiteX768" fmla="*/ 473049 w 1385794"/>
                <a:gd name="connsiteY768" fmla="*/ 195177 h 1212067"/>
                <a:gd name="connsiteX769" fmla="*/ 469347 w 1385794"/>
                <a:gd name="connsiteY769" fmla="*/ 192486 h 1212067"/>
                <a:gd name="connsiteX770" fmla="*/ 467327 w 1385794"/>
                <a:gd name="connsiteY770" fmla="*/ 191107 h 1212067"/>
                <a:gd name="connsiteX771" fmla="*/ 464736 w 1385794"/>
                <a:gd name="connsiteY771" fmla="*/ 187474 h 1212067"/>
                <a:gd name="connsiteX772" fmla="*/ 462481 w 1385794"/>
                <a:gd name="connsiteY772" fmla="*/ 183908 h 1212067"/>
                <a:gd name="connsiteX773" fmla="*/ 460597 w 1385794"/>
                <a:gd name="connsiteY773" fmla="*/ 178997 h 1212067"/>
                <a:gd name="connsiteX774" fmla="*/ 457837 w 1385794"/>
                <a:gd name="connsiteY774" fmla="*/ 174792 h 1212067"/>
                <a:gd name="connsiteX775" fmla="*/ 454202 w 1385794"/>
                <a:gd name="connsiteY775" fmla="*/ 167694 h 1212067"/>
                <a:gd name="connsiteX776" fmla="*/ 454202 w 1385794"/>
                <a:gd name="connsiteY776" fmla="*/ 164935 h 1212067"/>
                <a:gd name="connsiteX777" fmla="*/ 450803 w 1385794"/>
                <a:gd name="connsiteY777" fmla="*/ 160663 h 1212067"/>
                <a:gd name="connsiteX778" fmla="*/ 448717 w 1385794"/>
                <a:gd name="connsiteY778" fmla="*/ 155213 h 1212067"/>
                <a:gd name="connsiteX779" fmla="*/ 445250 w 1385794"/>
                <a:gd name="connsiteY779" fmla="*/ 151311 h 1212067"/>
                <a:gd name="connsiteX780" fmla="*/ 443500 w 1385794"/>
                <a:gd name="connsiteY780" fmla="*/ 148351 h 1212067"/>
                <a:gd name="connsiteX781" fmla="*/ 443500 w 1385794"/>
                <a:gd name="connsiteY781" fmla="*/ 146467 h 1212067"/>
                <a:gd name="connsiteX782" fmla="*/ 444308 w 1385794"/>
                <a:gd name="connsiteY782" fmla="*/ 144583 h 1212067"/>
                <a:gd name="connsiteX783" fmla="*/ 445890 w 1385794"/>
                <a:gd name="connsiteY783" fmla="*/ 143574 h 1212067"/>
                <a:gd name="connsiteX784" fmla="*/ 450669 w 1385794"/>
                <a:gd name="connsiteY784" fmla="*/ 141186 h 1212067"/>
                <a:gd name="connsiteX785" fmla="*/ 454371 w 1385794"/>
                <a:gd name="connsiteY785" fmla="*/ 139537 h 1212067"/>
                <a:gd name="connsiteX786" fmla="*/ 458409 w 1385794"/>
                <a:gd name="connsiteY786" fmla="*/ 137283 h 1212067"/>
                <a:gd name="connsiteX787" fmla="*/ 465005 w 1385794"/>
                <a:gd name="connsiteY787" fmla="*/ 132944 h 1212067"/>
                <a:gd name="connsiteX788" fmla="*/ 467395 w 1385794"/>
                <a:gd name="connsiteY788" fmla="*/ 130421 h 1212067"/>
                <a:gd name="connsiteX789" fmla="*/ 466890 w 1385794"/>
                <a:gd name="connsiteY789" fmla="*/ 128167 h 1212067"/>
                <a:gd name="connsiteX790" fmla="*/ 466318 w 1385794"/>
                <a:gd name="connsiteY790" fmla="*/ 126283 h 1212067"/>
                <a:gd name="connsiteX791" fmla="*/ 464736 w 1385794"/>
                <a:gd name="connsiteY791" fmla="*/ 124265 h 1212067"/>
                <a:gd name="connsiteX792" fmla="*/ 462212 w 1385794"/>
                <a:gd name="connsiteY792" fmla="*/ 122516 h 1212067"/>
                <a:gd name="connsiteX793" fmla="*/ 462515 w 1385794"/>
                <a:gd name="connsiteY793" fmla="*/ 119555 h 1212067"/>
                <a:gd name="connsiteX794" fmla="*/ 462818 w 1385794"/>
                <a:gd name="connsiteY794" fmla="*/ 117234 h 1212067"/>
                <a:gd name="connsiteX795" fmla="*/ 459991 w 1385794"/>
                <a:gd name="connsiteY795" fmla="*/ 112222 h 1212067"/>
                <a:gd name="connsiteX796" fmla="*/ 457366 w 1385794"/>
                <a:gd name="connsiteY796" fmla="*/ 108892 h 1212067"/>
                <a:gd name="connsiteX797" fmla="*/ 457500 w 1385794"/>
                <a:gd name="connsiteY797" fmla="*/ 105494 h 1212067"/>
                <a:gd name="connsiteX798" fmla="*/ 458308 w 1385794"/>
                <a:gd name="connsiteY798" fmla="*/ 102164 h 1212067"/>
                <a:gd name="connsiteX799" fmla="*/ 455986 w 1385794"/>
                <a:gd name="connsiteY799" fmla="*/ 97185 h 1212067"/>
                <a:gd name="connsiteX800" fmla="*/ 453899 w 1385794"/>
                <a:gd name="connsiteY800" fmla="*/ 92173 h 1212067"/>
                <a:gd name="connsiteX801" fmla="*/ 453260 w 1385794"/>
                <a:gd name="connsiteY801" fmla="*/ 88842 h 1212067"/>
                <a:gd name="connsiteX802" fmla="*/ 451443 w 1385794"/>
                <a:gd name="connsiteY802" fmla="*/ 81543 h 1212067"/>
                <a:gd name="connsiteX803" fmla="*/ 448481 w 1385794"/>
                <a:gd name="connsiteY803" fmla="*/ 75521 h 1212067"/>
                <a:gd name="connsiteX804" fmla="*/ 447337 w 1385794"/>
                <a:gd name="connsiteY804" fmla="*/ 66977 h 1212067"/>
                <a:gd name="connsiteX805" fmla="*/ 437779 w 1385794"/>
                <a:gd name="connsiteY805" fmla="*/ 45245 h 1212067"/>
                <a:gd name="connsiteX806" fmla="*/ 432865 w 1385794"/>
                <a:gd name="connsiteY806" fmla="*/ 24389 h 1212067"/>
                <a:gd name="connsiteX807" fmla="*/ 428524 w 1385794"/>
                <a:gd name="connsiteY807" fmla="*/ 3229 h 1212067"/>
                <a:gd name="connsiteX808" fmla="*/ 409677 w 1385794"/>
                <a:gd name="connsiteY808" fmla="*/ 639 h 1212067"/>
                <a:gd name="connsiteX809" fmla="*/ 398942 w 1385794"/>
                <a:gd name="connsiteY809" fmla="*/ 639 h 1212067"/>
                <a:gd name="connsiteX810" fmla="*/ 385042 w 1385794"/>
                <a:gd name="connsiteY810" fmla="*/ 639 h 1212067"/>
                <a:gd name="connsiteX811" fmla="*/ 376359 w 1385794"/>
                <a:gd name="connsiteY811" fmla="*/ 639 h 1212067"/>
                <a:gd name="connsiteX812" fmla="*/ 364176 w 1385794"/>
                <a:gd name="connsiteY812" fmla="*/ 639 h 1212067"/>
                <a:gd name="connsiteX813" fmla="*/ 357210 w 1385794"/>
                <a:gd name="connsiteY813" fmla="*/ 639 h 1212067"/>
                <a:gd name="connsiteX814" fmla="*/ 348964 w 1385794"/>
                <a:gd name="connsiteY814" fmla="*/ 0 h 1212067"/>
                <a:gd name="connsiteX815" fmla="*/ 341695 w 1385794"/>
                <a:gd name="connsiteY815" fmla="*/ 639 h 1212067"/>
                <a:gd name="connsiteX816" fmla="*/ 335503 w 1385794"/>
                <a:gd name="connsiteY816" fmla="*/ 4878 h 1212067"/>
                <a:gd name="connsiteX817" fmla="*/ 329748 w 1385794"/>
                <a:gd name="connsiteY817" fmla="*/ 8343 h 1212067"/>
                <a:gd name="connsiteX818" fmla="*/ 327123 w 1385794"/>
                <a:gd name="connsiteY818" fmla="*/ 11606 h 1212067"/>
                <a:gd name="connsiteX819" fmla="*/ 326483 w 1385794"/>
                <a:gd name="connsiteY819" fmla="*/ 16820 h 1212067"/>
                <a:gd name="connsiteX820" fmla="*/ 326483 w 1385794"/>
                <a:gd name="connsiteY820" fmla="*/ 20958 h 1212067"/>
                <a:gd name="connsiteX821" fmla="*/ 325406 w 1385794"/>
                <a:gd name="connsiteY821" fmla="*/ 27484 h 1212067"/>
                <a:gd name="connsiteX822" fmla="*/ 326820 w 1385794"/>
                <a:gd name="connsiteY822" fmla="*/ 38114 h 1212067"/>
                <a:gd name="connsiteX823" fmla="*/ 325945 w 1385794"/>
                <a:gd name="connsiteY823" fmla="*/ 49181 h 1212067"/>
                <a:gd name="connsiteX824" fmla="*/ 322916 w 1385794"/>
                <a:gd name="connsiteY824" fmla="*/ 57120 h 1212067"/>
                <a:gd name="connsiteX825" fmla="*/ 320728 w 1385794"/>
                <a:gd name="connsiteY825" fmla="*/ 68625 h 1212067"/>
                <a:gd name="connsiteX826" fmla="*/ 325305 w 1385794"/>
                <a:gd name="connsiteY826" fmla="*/ 73839 h 1212067"/>
                <a:gd name="connsiteX827" fmla="*/ 325507 w 1385794"/>
                <a:gd name="connsiteY827" fmla="*/ 76463 h 1212067"/>
                <a:gd name="connsiteX828" fmla="*/ 322916 w 1385794"/>
                <a:gd name="connsiteY828" fmla="*/ 79490 h 1212067"/>
                <a:gd name="connsiteX829" fmla="*/ 317026 w 1385794"/>
                <a:gd name="connsiteY829" fmla="*/ 82518 h 1212067"/>
                <a:gd name="connsiteX830" fmla="*/ 313560 w 1385794"/>
                <a:gd name="connsiteY830" fmla="*/ 85007 h 1212067"/>
                <a:gd name="connsiteX831" fmla="*/ 309420 w 1385794"/>
                <a:gd name="connsiteY831" fmla="*/ 90659 h 1212067"/>
                <a:gd name="connsiteX832" fmla="*/ 300502 w 1385794"/>
                <a:gd name="connsiteY832" fmla="*/ 91197 h 1212067"/>
                <a:gd name="connsiteX833" fmla="*/ 289732 w 1385794"/>
                <a:gd name="connsiteY833" fmla="*/ 87934 h 1212067"/>
                <a:gd name="connsiteX834" fmla="*/ 284852 w 1385794"/>
                <a:gd name="connsiteY834" fmla="*/ 86757 h 1212067"/>
                <a:gd name="connsiteX835" fmla="*/ 279838 w 1385794"/>
                <a:gd name="connsiteY835" fmla="*/ 84806 h 1212067"/>
                <a:gd name="connsiteX836" fmla="*/ 275496 w 1385794"/>
                <a:gd name="connsiteY836" fmla="*/ 84032 h 1212067"/>
                <a:gd name="connsiteX837" fmla="*/ 272030 w 1385794"/>
                <a:gd name="connsiteY837" fmla="*/ 84032 h 1212067"/>
                <a:gd name="connsiteX838" fmla="*/ 267588 w 1385794"/>
                <a:gd name="connsiteY838" fmla="*/ 86656 h 1212067"/>
                <a:gd name="connsiteX839" fmla="*/ 264424 w 1385794"/>
                <a:gd name="connsiteY839" fmla="*/ 87429 h 1212067"/>
                <a:gd name="connsiteX840" fmla="*/ 261160 w 1385794"/>
                <a:gd name="connsiteY840" fmla="*/ 88741 h 1212067"/>
                <a:gd name="connsiteX841" fmla="*/ 258232 w 1385794"/>
                <a:gd name="connsiteY841" fmla="*/ 89179 h 1212067"/>
                <a:gd name="connsiteX842" fmla="*/ 252039 w 1385794"/>
                <a:gd name="connsiteY842" fmla="*/ 86790 h 1212067"/>
                <a:gd name="connsiteX843" fmla="*/ 249010 w 1385794"/>
                <a:gd name="connsiteY843" fmla="*/ 87228 h 1212067"/>
                <a:gd name="connsiteX844" fmla="*/ 230433 w 1385794"/>
                <a:gd name="connsiteY844" fmla="*/ 92105 h 1212067"/>
                <a:gd name="connsiteX845" fmla="*/ 215322 w 1385794"/>
                <a:gd name="connsiteY845" fmla="*/ 94157 h 1212067"/>
                <a:gd name="connsiteX846" fmla="*/ 211183 w 1385794"/>
                <a:gd name="connsiteY846" fmla="*/ 97219 h 1212067"/>
                <a:gd name="connsiteX847" fmla="*/ 206067 w 1385794"/>
                <a:gd name="connsiteY847" fmla="*/ 99271 h 1212067"/>
                <a:gd name="connsiteX848" fmla="*/ 199875 w 1385794"/>
                <a:gd name="connsiteY848" fmla="*/ 102197 h 1212067"/>
                <a:gd name="connsiteX849" fmla="*/ 194557 w 1385794"/>
                <a:gd name="connsiteY849" fmla="*/ 105460 h 1212067"/>
                <a:gd name="connsiteX850" fmla="*/ 190552 w 1385794"/>
                <a:gd name="connsiteY850" fmla="*/ 108824 h 1212067"/>
                <a:gd name="connsiteX851" fmla="*/ 186850 w 1385794"/>
                <a:gd name="connsiteY851" fmla="*/ 111314 h 1212067"/>
                <a:gd name="connsiteX852" fmla="*/ 178706 w 1385794"/>
                <a:gd name="connsiteY852" fmla="*/ 118479 h 1212067"/>
                <a:gd name="connsiteX853" fmla="*/ 164672 w 1385794"/>
                <a:gd name="connsiteY853" fmla="*/ 128470 h 1212067"/>
                <a:gd name="connsiteX854" fmla="*/ 159018 w 1385794"/>
                <a:gd name="connsiteY854" fmla="*/ 133146 h 1212067"/>
                <a:gd name="connsiteX855" fmla="*/ 150638 w 1385794"/>
                <a:gd name="connsiteY855" fmla="*/ 139335 h 1212067"/>
                <a:gd name="connsiteX856" fmla="*/ 141080 w 1385794"/>
                <a:gd name="connsiteY856" fmla="*/ 144987 h 1212067"/>
                <a:gd name="connsiteX857" fmla="*/ 131085 w 1385794"/>
                <a:gd name="connsiteY857" fmla="*/ 151614 h 1212067"/>
                <a:gd name="connsiteX858" fmla="*/ 123580 w 1385794"/>
                <a:gd name="connsiteY858" fmla="*/ 160091 h 1212067"/>
                <a:gd name="connsiteX859" fmla="*/ 118700 w 1385794"/>
                <a:gd name="connsiteY859" fmla="*/ 168131 h 1212067"/>
                <a:gd name="connsiteX860" fmla="*/ 114022 w 1385794"/>
                <a:gd name="connsiteY860" fmla="*/ 171394 h 1212067"/>
                <a:gd name="connsiteX861" fmla="*/ 108368 w 1385794"/>
                <a:gd name="connsiteY861" fmla="*/ 177247 h 1212067"/>
                <a:gd name="connsiteX862" fmla="*/ 106079 w 1385794"/>
                <a:gd name="connsiteY862" fmla="*/ 181688 h 1212067"/>
                <a:gd name="connsiteX863" fmla="*/ 105002 w 1385794"/>
                <a:gd name="connsiteY863" fmla="*/ 184850 h 1212067"/>
                <a:gd name="connsiteX864" fmla="*/ 103252 w 1385794"/>
                <a:gd name="connsiteY864" fmla="*/ 187137 h 1212067"/>
                <a:gd name="connsiteX865" fmla="*/ 101199 w 1385794"/>
                <a:gd name="connsiteY865" fmla="*/ 190165 h 1212067"/>
                <a:gd name="connsiteX866" fmla="*/ 100324 w 1385794"/>
                <a:gd name="connsiteY866" fmla="*/ 191914 h 1212067"/>
                <a:gd name="connsiteX867" fmla="*/ 99247 w 1385794"/>
                <a:gd name="connsiteY867" fmla="*/ 193125 h 1212067"/>
                <a:gd name="connsiteX868" fmla="*/ 97497 w 1385794"/>
                <a:gd name="connsiteY868" fmla="*/ 193899 h 1212067"/>
                <a:gd name="connsiteX869" fmla="*/ 95747 w 1385794"/>
                <a:gd name="connsiteY869" fmla="*/ 194538 h 1212067"/>
                <a:gd name="connsiteX870" fmla="*/ 94435 w 1385794"/>
                <a:gd name="connsiteY870" fmla="*/ 195749 h 1212067"/>
                <a:gd name="connsiteX871" fmla="*/ 93560 w 1385794"/>
                <a:gd name="connsiteY871" fmla="*/ 196186 h 1212067"/>
                <a:gd name="connsiteX872" fmla="*/ 92786 w 1385794"/>
                <a:gd name="connsiteY872" fmla="*/ 196725 h 1212067"/>
                <a:gd name="connsiteX873" fmla="*/ 91608 w 1385794"/>
                <a:gd name="connsiteY873" fmla="*/ 197936 h 1212067"/>
                <a:gd name="connsiteX874" fmla="*/ 89656 w 1385794"/>
                <a:gd name="connsiteY874" fmla="*/ 199550 h 1212067"/>
                <a:gd name="connsiteX875" fmla="*/ 87704 w 1385794"/>
                <a:gd name="connsiteY875" fmla="*/ 200425 h 1212067"/>
                <a:gd name="connsiteX876" fmla="*/ 86627 w 1385794"/>
                <a:gd name="connsiteY876" fmla="*/ 200862 h 1212067"/>
                <a:gd name="connsiteX877" fmla="*/ 85113 w 1385794"/>
                <a:gd name="connsiteY877" fmla="*/ 201401 h 1212067"/>
                <a:gd name="connsiteX878" fmla="*/ 83699 w 1385794"/>
                <a:gd name="connsiteY878" fmla="*/ 202477 h 1212067"/>
                <a:gd name="connsiteX879" fmla="*/ 82387 w 1385794"/>
                <a:gd name="connsiteY879" fmla="*/ 203553 h 1212067"/>
                <a:gd name="connsiteX880" fmla="*/ 80435 w 1385794"/>
                <a:gd name="connsiteY880" fmla="*/ 204765 h 1212067"/>
                <a:gd name="connsiteX881" fmla="*/ 78684 w 1385794"/>
                <a:gd name="connsiteY881" fmla="*/ 205404 h 1212067"/>
                <a:gd name="connsiteX882" fmla="*/ 76732 w 1385794"/>
                <a:gd name="connsiteY882" fmla="*/ 206278 h 1212067"/>
                <a:gd name="connsiteX883" fmla="*/ 74444 w 1385794"/>
                <a:gd name="connsiteY883" fmla="*/ 206917 h 1212067"/>
                <a:gd name="connsiteX884" fmla="*/ 72694 w 1385794"/>
                <a:gd name="connsiteY884" fmla="*/ 207456 h 1212067"/>
                <a:gd name="connsiteX885" fmla="*/ 71617 w 1385794"/>
                <a:gd name="connsiteY885" fmla="*/ 208095 h 1212067"/>
                <a:gd name="connsiteX886" fmla="*/ 68992 w 1385794"/>
                <a:gd name="connsiteY886" fmla="*/ 209070 h 1212067"/>
                <a:gd name="connsiteX887" fmla="*/ 66064 w 1385794"/>
                <a:gd name="connsiteY887" fmla="*/ 209844 h 1212067"/>
                <a:gd name="connsiteX888" fmla="*/ 62463 w 1385794"/>
                <a:gd name="connsiteY888" fmla="*/ 210046 h 1212067"/>
                <a:gd name="connsiteX889" fmla="*/ 59636 w 1385794"/>
                <a:gd name="connsiteY889" fmla="*/ 210147 h 1212067"/>
                <a:gd name="connsiteX890" fmla="*/ 55631 w 1385794"/>
                <a:gd name="connsiteY890" fmla="*/ 209810 h 1212067"/>
                <a:gd name="connsiteX891" fmla="*/ 52602 w 1385794"/>
                <a:gd name="connsiteY891" fmla="*/ 208936 h 1212067"/>
                <a:gd name="connsiteX892" fmla="*/ 49001 w 1385794"/>
                <a:gd name="connsiteY892" fmla="*/ 207624 h 1212067"/>
                <a:gd name="connsiteX893" fmla="*/ 42371 w 1385794"/>
                <a:gd name="connsiteY893" fmla="*/ 204462 h 1212067"/>
                <a:gd name="connsiteX894" fmla="*/ 37054 w 1385794"/>
                <a:gd name="connsiteY894" fmla="*/ 204361 h 1212067"/>
                <a:gd name="connsiteX895" fmla="*/ 32174 w 1385794"/>
                <a:gd name="connsiteY895" fmla="*/ 203049 h 1212067"/>
                <a:gd name="connsiteX896" fmla="*/ 29448 w 1385794"/>
                <a:gd name="connsiteY896" fmla="*/ 201838 h 1212067"/>
                <a:gd name="connsiteX897" fmla="*/ 26621 w 1385794"/>
                <a:gd name="connsiteY897" fmla="*/ 201300 h 1212067"/>
                <a:gd name="connsiteX898" fmla="*/ 24400 w 1385794"/>
                <a:gd name="connsiteY898" fmla="*/ 201199 h 1212067"/>
                <a:gd name="connsiteX899" fmla="*/ 22515 w 1385794"/>
                <a:gd name="connsiteY899" fmla="*/ 201300 h 1212067"/>
                <a:gd name="connsiteX900" fmla="*/ 22515 w 1385794"/>
                <a:gd name="connsiteY900" fmla="*/ 203049 h 1212067"/>
                <a:gd name="connsiteX901" fmla="*/ 22515 w 1385794"/>
                <a:gd name="connsiteY901" fmla="*/ 206514 h 1212067"/>
                <a:gd name="connsiteX902" fmla="*/ 22515 w 1385794"/>
                <a:gd name="connsiteY902" fmla="*/ 208129 h 1212067"/>
                <a:gd name="connsiteX903" fmla="*/ 22852 w 1385794"/>
                <a:gd name="connsiteY903" fmla="*/ 210315 h 1212067"/>
                <a:gd name="connsiteX904" fmla="*/ 22347 w 1385794"/>
                <a:gd name="connsiteY904" fmla="*/ 212804 h 1212067"/>
                <a:gd name="connsiteX905" fmla="*/ 21875 w 1385794"/>
                <a:gd name="connsiteY905" fmla="*/ 235612 h 1212067"/>
                <a:gd name="connsiteX906" fmla="*/ 22952 w 1385794"/>
                <a:gd name="connsiteY906" fmla="*/ 239851 h 1212067"/>
                <a:gd name="connsiteX907" fmla="*/ 23188 w 1385794"/>
                <a:gd name="connsiteY907" fmla="*/ 242239 h 1212067"/>
                <a:gd name="connsiteX908" fmla="*/ 21875 w 1385794"/>
                <a:gd name="connsiteY908" fmla="*/ 245704 h 1212067"/>
                <a:gd name="connsiteX909" fmla="*/ 19385 w 1385794"/>
                <a:gd name="connsiteY909" fmla="*/ 248731 h 1212067"/>
                <a:gd name="connsiteX910" fmla="*/ 17332 w 1385794"/>
                <a:gd name="connsiteY910" fmla="*/ 250784 h 1212067"/>
                <a:gd name="connsiteX911" fmla="*/ 13731 w 1385794"/>
                <a:gd name="connsiteY911" fmla="*/ 255661 h 1212067"/>
                <a:gd name="connsiteX912" fmla="*/ 10265 w 1385794"/>
                <a:gd name="connsiteY912" fmla="*/ 257713 h 1212067"/>
                <a:gd name="connsiteX913" fmla="*/ 8414 w 1385794"/>
                <a:gd name="connsiteY913" fmla="*/ 260875 h 1212067"/>
                <a:gd name="connsiteX914" fmla="*/ 5923 w 1385794"/>
                <a:gd name="connsiteY914" fmla="*/ 264576 h 1212067"/>
                <a:gd name="connsiteX915" fmla="*/ 4308 w 1385794"/>
                <a:gd name="connsiteY915" fmla="*/ 267267 h 1212067"/>
                <a:gd name="connsiteX916" fmla="*/ 4308 w 1385794"/>
                <a:gd name="connsiteY916" fmla="*/ 269117 h 1212067"/>
                <a:gd name="connsiteX917" fmla="*/ 4644 w 1385794"/>
                <a:gd name="connsiteY917" fmla="*/ 271068 h 1212067"/>
                <a:gd name="connsiteX918" fmla="*/ 5183 w 1385794"/>
                <a:gd name="connsiteY918" fmla="*/ 273154 h 1212067"/>
                <a:gd name="connsiteX919" fmla="*/ 5183 w 1385794"/>
                <a:gd name="connsiteY919" fmla="*/ 275980 h 1212067"/>
                <a:gd name="connsiteX920" fmla="*/ 4308 w 1385794"/>
                <a:gd name="connsiteY920" fmla="*/ 279243 h 1212067"/>
                <a:gd name="connsiteX921" fmla="*/ 3467 w 1385794"/>
                <a:gd name="connsiteY921" fmla="*/ 288056 h 1212067"/>
                <a:gd name="connsiteX922" fmla="*/ 3467 w 1385794"/>
                <a:gd name="connsiteY922" fmla="*/ 295121 h 1212067"/>
                <a:gd name="connsiteX923" fmla="*/ 0 w 1385794"/>
                <a:gd name="connsiteY923" fmla="*/ 298720 h 1212067"/>
                <a:gd name="connsiteX924" fmla="*/ 0 w 1385794"/>
                <a:gd name="connsiteY924" fmla="*/ 302084 h 1212067"/>
                <a:gd name="connsiteX925" fmla="*/ 1178 w 1385794"/>
                <a:gd name="connsiteY925" fmla="*/ 305549 h 1212067"/>
                <a:gd name="connsiteX926" fmla="*/ 1817 w 1385794"/>
                <a:gd name="connsiteY926" fmla="*/ 309687 h 1212067"/>
                <a:gd name="connsiteX927" fmla="*/ 2154 w 1385794"/>
                <a:gd name="connsiteY927" fmla="*/ 312849 h 1212067"/>
                <a:gd name="connsiteX928" fmla="*/ 2928 w 1385794"/>
                <a:gd name="connsiteY928" fmla="*/ 313387 h 1212067"/>
                <a:gd name="connsiteX929" fmla="*/ 6933 w 1385794"/>
                <a:gd name="connsiteY929" fmla="*/ 315977 h 1212067"/>
                <a:gd name="connsiteX930" fmla="*/ 7909 w 1385794"/>
                <a:gd name="connsiteY930" fmla="*/ 316953 h 1212067"/>
                <a:gd name="connsiteX931" fmla="*/ 9760 w 1385794"/>
                <a:gd name="connsiteY931" fmla="*/ 318164 h 1212067"/>
                <a:gd name="connsiteX932" fmla="*/ 10029 w 1385794"/>
                <a:gd name="connsiteY932" fmla="*/ 319913 h 1212067"/>
                <a:gd name="connsiteX933" fmla="*/ 10399 w 1385794"/>
                <a:gd name="connsiteY933" fmla="*/ 322940 h 1212067"/>
                <a:gd name="connsiteX934" fmla="*/ 10399 w 1385794"/>
                <a:gd name="connsiteY934" fmla="*/ 324690 h 1212067"/>
                <a:gd name="connsiteX935" fmla="*/ 10298 w 1385794"/>
                <a:gd name="connsiteY935" fmla="*/ 326540 h 1212067"/>
                <a:gd name="connsiteX936" fmla="*/ 10063 w 1385794"/>
                <a:gd name="connsiteY936" fmla="*/ 329029 h 1212067"/>
                <a:gd name="connsiteX937" fmla="*/ 9625 w 1385794"/>
                <a:gd name="connsiteY937" fmla="*/ 331754 h 1212067"/>
                <a:gd name="connsiteX938" fmla="*/ 8851 w 1385794"/>
                <a:gd name="connsiteY938" fmla="*/ 335892 h 1212067"/>
                <a:gd name="connsiteX939" fmla="*/ 8313 w 1385794"/>
                <a:gd name="connsiteY939" fmla="*/ 337507 h 1212067"/>
                <a:gd name="connsiteX940" fmla="*/ 7673 w 1385794"/>
                <a:gd name="connsiteY940" fmla="*/ 339357 h 1212067"/>
                <a:gd name="connsiteX941" fmla="*/ 6899 w 1385794"/>
                <a:gd name="connsiteY941" fmla="*/ 342519 h 1212067"/>
                <a:gd name="connsiteX942" fmla="*/ 6899 w 1385794"/>
                <a:gd name="connsiteY942" fmla="*/ 344907 h 1212067"/>
                <a:gd name="connsiteX943" fmla="*/ 7000 w 1385794"/>
                <a:gd name="connsiteY943" fmla="*/ 346993 h 1212067"/>
                <a:gd name="connsiteX944" fmla="*/ 7101 w 1385794"/>
                <a:gd name="connsiteY944" fmla="*/ 348608 h 1212067"/>
                <a:gd name="connsiteX945" fmla="*/ 8717 w 1385794"/>
                <a:gd name="connsiteY945" fmla="*/ 350794 h 1212067"/>
                <a:gd name="connsiteX946" fmla="*/ 11645 w 1385794"/>
                <a:gd name="connsiteY946" fmla="*/ 353384 h 1212067"/>
                <a:gd name="connsiteX947" fmla="*/ 13496 w 1385794"/>
                <a:gd name="connsiteY947" fmla="*/ 354999 h 1212067"/>
                <a:gd name="connsiteX948" fmla="*/ 15683 w 1385794"/>
                <a:gd name="connsiteY948" fmla="*/ 354225 h 1212067"/>
                <a:gd name="connsiteX949" fmla="*/ 18847 w 1385794"/>
                <a:gd name="connsiteY949" fmla="*/ 354024 h 1212067"/>
                <a:gd name="connsiteX950" fmla="*/ 27328 w 1385794"/>
                <a:gd name="connsiteY950" fmla="*/ 353485 h 1212067"/>
                <a:gd name="connsiteX951" fmla="*/ 34395 w 1385794"/>
                <a:gd name="connsiteY951" fmla="*/ 352947 h 1212067"/>
                <a:gd name="connsiteX952" fmla="*/ 36246 w 1385794"/>
                <a:gd name="connsiteY952" fmla="*/ 350761 h 1212067"/>
                <a:gd name="connsiteX953" fmla="*/ 38299 w 1385794"/>
                <a:gd name="connsiteY953" fmla="*/ 350962 h 1212067"/>
                <a:gd name="connsiteX954" fmla="*/ 40049 w 1385794"/>
                <a:gd name="connsiteY954" fmla="*/ 352274 h 1212067"/>
                <a:gd name="connsiteX955" fmla="*/ 44727 w 1385794"/>
                <a:gd name="connsiteY955" fmla="*/ 353149 h 1212067"/>
                <a:gd name="connsiteX956" fmla="*/ 47991 w 1385794"/>
                <a:gd name="connsiteY956" fmla="*/ 352947 h 1212067"/>
                <a:gd name="connsiteX957" fmla="*/ 50819 w 1385794"/>
                <a:gd name="connsiteY957" fmla="*/ 350559 h 1212067"/>
                <a:gd name="connsiteX958" fmla="*/ 52232 w 1385794"/>
                <a:gd name="connsiteY958" fmla="*/ 347733 h 1212067"/>
                <a:gd name="connsiteX959" fmla="*/ 52871 w 1385794"/>
                <a:gd name="connsiteY959" fmla="*/ 345345 h 1212067"/>
                <a:gd name="connsiteX960" fmla="*/ 53410 w 1385794"/>
                <a:gd name="connsiteY960" fmla="*/ 345008 h 1212067"/>
                <a:gd name="connsiteX961" fmla="*/ 56136 w 1385794"/>
                <a:gd name="connsiteY961" fmla="*/ 345345 h 1212067"/>
                <a:gd name="connsiteX962" fmla="*/ 59939 w 1385794"/>
                <a:gd name="connsiteY962" fmla="*/ 346959 h 1212067"/>
                <a:gd name="connsiteX963" fmla="*/ 63540 w 1385794"/>
                <a:gd name="connsiteY963" fmla="*/ 348574 h 1212067"/>
                <a:gd name="connsiteX964" fmla="*/ 68420 w 1385794"/>
                <a:gd name="connsiteY964" fmla="*/ 349886 h 1212067"/>
                <a:gd name="connsiteX965" fmla="*/ 75588 w 1385794"/>
                <a:gd name="connsiteY965" fmla="*/ 349886 h 1212067"/>
                <a:gd name="connsiteX966" fmla="*/ 81781 w 1385794"/>
                <a:gd name="connsiteY966" fmla="*/ 350861 h 1212067"/>
                <a:gd name="connsiteX967" fmla="*/ 88411 w 1385794"/>
                <a:gd name="connsiteY967" fmla="*/ 351635 h 1212067"/>
                <a:gd name="connsiteX968" fmla="*/ 92214 w 1385794"/>
                <a:gd name="connsiteY968" fmla="*/ 353048 h 1212067"/>
                <a:gd name="connsiteX969" fmla="*/ 95478 w 1385794"/>
                <a:gd name="connsiteY969" fmla="*/ 354562 h 1212067"/>
                <a:gd name="connsiteX970" fmla="*/ 99281 w 1385794"/>
                <a:gd name="connsiteY970" fmla="*/ 355100 h 1212067"/>
                <a:gd name="connsiteX971" fmla="*/ 102882 w 1385794"/>
                <a:gd name="connsiteY971" fmla="*/ 355335 h 1212067"/>
                <a:gd name="connsiteX972" fmla="*/ 106349 w 1385794"/>
                <a:gd name="connsiteY972" fmla="*/ 354125 h 1212067"/>
                <a:gd name="connsiteX973" fmla="*/ 110152 w 1385794"/>
                <a:gd name="connsiteY973" fmla="*/ 353485 h 1212067"/>
                <a:gd name="connsiteX974" fmla="*/ 113854 w 1385794"/>
                <a:gd name="connsiteY974" fmla="*/ 351972 h 1212067"/>
                <a:gd name="connsiteX975" fmla="*/ 117892 w 1385794"/>
                <a:gd name="connsiteY975" fmla="*/ 350660 h 1212067"/>
                <a:gd name="connsiteX976" fmla="*/ 119945 w 1385794"/>
                <a:gd name="connsiteY976" fmla="*/ 350323 h 1212067"/>
                <a:gd name="connsiteX977" fmla="*/ 121796 w 1385794"/>
                <a:gd name="connsiteY977" fmla="*/ 351736 h 1212067"/>
                <a:gd name="connsiteX978" fmla="*/ 124522 w 1385794"/>
                <a:gd name="connsiteY978" fmla="*/ 354125 h 1212067"/>
                <a:gd name="connsiteX979" fmla="*/ 128123 w 1385794"/>
                <a:gd name="connsiteY979" fmla="*/ 356176 h 1212067"/>
                <a:gd name="connsiteX980" fmla="*/ 137142 w 1385794"/>
                <a:gd name="connsiteY980" fmla="*/ 355100 h 1212067"/>
                <a:gd name="connsiteX981" fmla="*/ 143133 w 1385794"/>
                <a:gd name="connsiteY981" fmla="*/ 356076 h 1212067"/>
                <a:gd name="connsiteX982" fmla="*/ 146936 w 1385794"/>
                <a:gd name="connsiteY982" fmla="*/ 358464 h 1212067"/>
                <a:gd name="connsiteX983" fmla="*/ 153128 w 1385794"/>
                <a:gd name="connsiteY983" fmla="*/ 362904 h 1212067"/>
                <a:gd name="connsiteX984" fmla="*/ 159556 w 1385794"/>
                <a:gd name="connsiteY984" fmla="*/ 367244 h 1212067"/>
                <a:gd name="connsiteX985" fmla="*/ 165984 w 1385794"/>
                <a:gd name="connsiteY985" fmla="*/ 369094 h 1212067"/>
                <a:gd name="connsiteX986" fmla="*/ 173489 w 1385794"/>
                <a:gd name="connsiteY986" fmla="*/ 369296 h 1212067"/>
                <a:gd name="connsiteX987" fmla="*/ 178067 w 1385794"/>
                <a:gd name="connsiteY987" fmla="*/ 369195 h 1212067"/>
                <a:gd name="connsiteX988" fmla="*/ 184494 w 1385794"/>
                <a:gd name="connsiteY988" fmla="*/ 371247 h 1212067"/>
                <a:gd name="connsiteX989" fmla="*/ 190485 w 1385794"/>
                <a:gd name="connsiteY989" fmla="*/ 375385 h 1212067"/>
                <a:gd name="connsiteX990" fmla="*/ 195500 w 1385794"/>
                <a:gd name="connsiteY990" fmla="*/ 379085 h 1212067"/>
                <a:gd name="connsiteX991" fmla="*/ 203745 w 1385794"/>
                <a:gd name="connsiteY991" fmla="*/ 378009 h 1212067"/>
                <a:gd name="connsiteX992" fmla="*/ 209298 w 1385794"/>
                <a:gd name="connsiteY992" fmla="*/ 379623 h 1212067"/>
                <a:gd name="connsiteX993" fmla="*/ 212899 w 1385794"/>
                <a:gd name="connsiteY993" fmla="*/ 387327 h 1212067"/>
                <a:gd name="connsiteX994" fmla="*/ 217678 w 1385794"/>
                <a:gd name="connsiteY994" fmla="*/ 391128 h 1212067"/>
                <a:gd name="connsiteX995" fmla="*/ 225519 w 1385794"/>
                <a:gd name="connsiteY995" fmla="*/ 400816 h 1212067"/>
                <a:gd name="connsiteX996" fmla="*/ 235077 w 1385794"/>
                <a:gd name="connsiteY996" fmla="*/ 408419 h 1212067"/>
                <a:gd name="connsiteX997" fmla="*/ 237366 w 1385794"/>
                <a:gd name="connsiteY997" fmla="*/ 410706 h 1212067"/>
                <a:gd name="connsiteX998" fmla="*/ 242145 w 1385794"/>
                <a:gd name="connsiteY998" fmla="*/ 415046 h 1212067"/>
                <a:gd name="connsiteX999" fmla="*/ 243222 w 1385794"/>
                <a:gd name="connsiteY999" fmla="*/ 423187 h 1212067"/>
                <a:gd name="connsiteX1000" fmla="*/ 244871 w 1385794"/>
                <a:gd name="connsiteY1000" fmla="*/ 424499 h 1212067"/>
                <a:gd name="connsiteX1001" fmla="*/ 248674 w 1385794"/>
                <a:gd name="connsiteY1001" fmla="*/ 426349 h 1212067"/>
                <a:gd name="connsiteX1002" fmla="*/ 251164 w 1385794"/>
                <a:gd name="connsiteY1002" fmla="*/ 427863 h 1212067"/>
                <a:gd name="connsiteX1003" fmla="*/ 254092 w 1385794"/>
                <a:gd name="connsiteY1003" fmla="*/ 430587 h 1212067"/>
                <a:gd name="connsiteX1004" fmla="*/ 258972 w 1385794"/>
                <a:gd name="connsiteY1004" fmla="*/ 435802 h 1212067"/>
                <a:gd name="connsiteX1005" fmla="*/ 265501 w 1385794"/>
                <a:gd name="connsiteY1005" fmla="*/ 442092 h 1212067"/>
                <a:gd name="connsiteX1006" fmla="*/ 269943 w 1385794"/>
                <a:gd name="connsiteY1006" fmla="*/ 446331 h 1212067"/>
                <a:gd name="connsiteX1007" fmla="*/ 281891 w 1385794"/>
                <a:gd name="connsiteY1007" fmla="*/ 453933 h 1212067"/>
                <a:gd name="connsiteX1008" fmla="*/ 287982 w 1385794"/>
                <a:gd name="connsiteY1008" fmla="*/ 456759 h 1212067"/>
                <a:gd name="connsiteX1009" fmla="*/ 290574 w 1385794"/>
                <a:gd name="connsiteY1009" fmla="*/ 456759 h 1212067"/>
                <a:gd name="connsiteX1010" fmla="*/ 297103 w 1385794"/>
                <a:gd name="connsiteY1010" fmla="*/ 459248 h 1212067"/>
                <a:gd name="connsiteX1011" fmla="*/ 300906 w 1385794"/>
                <a:gd name="connsiteY1011" fmla="*/ 461099 h 1212067"/>
                <a:gd name="connsiteX1012" fmla="*/ 305785 w 1385794"/>
                <a:gd name="connsiteY1012" fmla="*/ 466649 h 1212067"/>
                <a:gd name="connsiteX1013" fmla="*/ 310026 w 1385794"/>
                <a:gd name="connsiteY1013" fmla="*/ 470652 h 1212067"/>
                <a:gd name="connsiteX1014" fmla="*/ 309925 w 1385794"/>
                <a:gd name="connsiteY1014" fmla="*/ 476505 h 1212067"/>
                <a:gd name="connsiteX1015" fmla="*/ 309723 w 1385794"/>
                <a:gd name="connsiteY1015" fmla="*/ 478894 h 1212067"/>
                <a:gd name="connsiteX1016" fmla="*/ 311473 w 1385794"/>
                <a:gd name="connsiteY1016" fmla="*/ 482493 h 1212067"/>
                <a:gd name="connsiteX1017" fmla="*/ 314839 w 1385794"/>
                <a:gd name="connsiteY1017" fmla="*/ 483368 h 1212067"/>
                <a:gd name="connsiteX1018" fmla="*/ 318642 w 1385794"/>
                <a:gd name="connsiteY1018" fmla="*/ 487068 h 1212067"/>
                <a:gd name="connsiteX1019" fmla="*/ 322546 w 1385794"/>
                <a:gd name="connsiteY1019" fmla="*/ 490432 h 1212067"/>
                <a:gd name="connsiteX1020" fmla="*/ 326685 w 1385794"/>
                <a:gd name="connsiteY1020" fmla="*/ 493796 h 1212067"/>
                <a:gd name="connsiteX1021" fmla="*/ 329075 w 1385794"/>
                <a:gd name="connsiteY1021" fmla="*/ 495007 h 1212067"/>
                <a:gd name="connsiteX1022" fmla="*/ 334392 w 1385794"/>
                <a:gd name="connsiteY1022" fmla="*/ 495546 h 1212067"/>
                <a:gd name="connsiteX1023" fmla="*/ 338094 w 1385794"/>
                <a:gd name="connsiteY1023" fmla="*/ 493931 h 1212067"/>
                <a:gd name="connsiteX1024" fmla="*/ 342570 w 1385794"/>
                <a:gd name="connsiteY1024" fmla="*/ 493931 h 1212067"/>
                <a:gd name="connsiteX1025" fmla="*/ 346911 w 1385794"/>
                <a:gd name="connsiteY1025" fmla="*/ 493056 h 1212067"/>
                <a:gd name="connsiteX1026" fmla="*/ 349301 w 1385794"/>
                <a:gd name="connsiteY1026" fmla="*/ 491542 h 1212067"/>
                <a:gd name="connsiteX1027" fmla="*/ 349839 w 1385794"/>
                <a:gd name="connsiteY1027" fmla="*/ 489053 h 1212067"/>
                <a:gd name="connsiteX1028" fmla="*/ 349940 w 1385794"/>
                <a:gd name="connsiteY1028" fmla="*/ 484713 h 1212067"/>
                <a:gd name="connsiteX1029" fmla="*/ 350479 w 1385794"/>
                <a:gd name="connsiteY1029" fmla="*/ 479499 h 1212067"/>
                <a:gd name="connsiteX1030" fmla="*/ 350714 w 1385794"/>
                <a:gd name="connsiteY1030" fmla="*/ 473074 h 1212067"/>
                <a:gd name="connsiteX1031" fmla="*/ 350378 w 1385794"/>
                <a:gd name="connsiteY1031" fmla="*/ 465808 h 1212067"/>
                <a:gd name="connsiteX1032" fmla="*/ 348527 w 1385794"/>
                <a:gd name="connsiteY1032" fmla="*/ 460695 h 1212067"/>
                <a:gd name="connsiteX1033" fmla="*/ 346911 w 1385794"/>
                <a:gd name="connsiteY1033" fmla="*/ 455817 h 1212067"/>
                <a:gd name="connsiteX1034" fmla="*/ 347988 w 1385794"/>
                <a:gd name="connsiteY1034" fmla="*/ 451040 h 1212067"/>
                <a:gd name="connsiteX1035" fmla="*/ 350479 w 1385794"/>
                <a:gd name="connsiteY1035" fmla="*/ 441688 h 1212067"/>
                <a:gd name="connsiteX1036" fmla="*/ 353407 w 1385794"/>
                <a:gd name="connsiteY1036" fmla="*/ 431462 h 1212067"/>
                <a:gd name="connsiteX1037" fmla="*/ 356234 w 1385794"/>
                <a:gd name="connsiteY1037" fmla="*/ 424734 h 1212067"/>
                <a:gd name="connsiteX1038" fmla="*/ 356133 w 1385794"/>
                <a:gd name="connsiteY1038" fmla="*/ 420395 h 1212067"/>
                <a:gd name="connsiteX1039" fmla="*/ 351253 w 1385794"/>
                <a:gd name="connsiteY1039" fmla="*/ 413566 h 1212067"/>
                <a:gd name="connsiteX1040" fmla="*/ 353541 w 1385794"/>
                <a:gd name="connsiteY1040" fmla="*/ 405963 h 1212067"/>
                <a:gd name="connsiteX1041" fmla="*/ 355157 w 1385794"/>
                <a:gd name="connsiteY1041" fmla="*/ 402599 h 1212067"/>
                <a:gd name="connsiteX1042" fmla="*/ 358758 w 1385794"/>
                <a:gd name="connsiteY1042" fmla="*/ 398798 h 1212067"/>
                <a:gd name="connsiteX1043" fmla="*/ 360272 w 1385794"/>
                <a:gd name="connsiteY1043" fmla="*/ 397721 h 1212067"/>
                <a:gd name="connsiteX1044" fmla="*/ 363739 w 1385794"/>
                <a:gd name="connsiteY1044" fmla="*/ 396948 h 1212067"/>
                <a:gd name="connsiteX1045" fmla="*/ 375484 w 1385794"/>
                <a:gd name="connsiteY1045" fmla="*/ 397385 h 1212067"/>
                <a:gd name="connsiteX1046" fmla="*/ 380600 w 1385794"/>
                <a:gd name="connsiteY1046" fmla="*/ 398125 h 1212067"/>
                <a:gd name="connsiteX1047" fmla="*/ 384840 w 1385794"/>
                <a:gd name="connsiteY1047" fmla="*/ 400615 h 1212067"/>
                <a:gd name="connsiteX1048" fmla="*/ 388206 w 1385794"/>
                <a:gd name="connsiteY1048" fmla="*/ 403339 h 1212067"/>
                <a:gd name="connsiteX1049" fmla="*/ 392345 w 1385794"/>
                <a:gd name="connsiteY1049" fmla="*/ 408452 h 1212067"/>
                <a:gd name="connsiteX1050" fmla="*/ 395273 w 1385794"/>
                <a:gd name="connsiteY1050" fmla="*/ 411480 h 1212067"/>
                <a:gd name="connsiteX1051" fmla="*/ 400052 w 1385794"/>
                <a:gd name="connsiteY1051" fmla="*/ 416795 h 1212067"/>
                <a:gd name="connsiteX1052" fmla="*/ 403216 w 1385794"/>
                <a:gd name="connsiteY1052" fmla="*/ 420260 h 1212067"/>
                <a:gd name="connsiteX1053" fmla="*/ 406581 w 1385794"/>
                <a:gd name="connsiteY1053" fmla="*/ 425138 h 1212067"/>
                <a:gd name="connsiteX1054" fmla="*/ 408869 w 1385794"/>
                <a:gd name="connsiteY1054" fmla="*/ 427963 h 1212067"/>
                <a:gd name="connsiteX1055" fmla="*/ 412908 w 1385794"/>
                <a:gd name="connsiteY1055" fmla="*/ 432976 h 1212067"/>
                <a:gd name="connsiteX1056" fmla="*/ 418562 w 1385794"/>
                <a:gd name="connsiteY1056" fmla="*/ 436239 h 1212067"/>
                <a:gd name="connsiteX1057" fmla="*/ 424553 w 1385794"/>
                <a:gd name="connsiteY1057" fmla="*/ 438190 h 1212067"/>
                <a:gd name="connsiteX1058" fmla="*/ 429332 w 1385794"/>
                <a:gd name="connsiteY1058" fmla="*/ 440679 h 1212067"/>
                <a:gd name="connsiteX1059" fmla="*/ 435423 w 1385794"/>
                <a:gd name="connsiteY1059" fmla="*/ 443606 h 1212067"/>
                <a:gd name="connsiteX1060" fmla="*/ 440639 w 1385794"/>
                <a:gd name="connsiteY1060" fmla="*/ 446095 h 1212067"/>
                <a:gd name="connsiteX1061" fmla="*/ 445082 w 1385794"/>
                <a:gd name="connsiteY1061" fmla="*/ 448484 h 1212067"/>
                <a:gd name="connsiteX1062" fmla="*/ 445317 w 1385794"/>
                <a:gd name="connsiteY1062" fmla="*/ 452285 h 1212067"/>
                <a:gd name="connsiteX1063" fmla="*/ 445317 w 1385794"/>
                <a:gd name="connsiteY1063" fmla="*/ 454976 h 1212067"/>
                <a:gd name="connsiteX1064" fmla="*/ 446091 w 1385794"/>
                <a:gd name="connsiteY1064" fmla="*/ 456288 h 1212067"/>
                <a:gd name="connsiteX1065" fmla="*/ 451106 w 1385794"/>
                <a:gd name="connsiteY1065" fmla="*/ 456624 h 1212067"/>
                <a:gd name="connsiteX1066" fmla="*/ 453395 w 1385794"/>
                <a:gd name="connsiteY1066" fmla="*/ 455985 h 1212067"/>
                <a:gd name="connsiteX1067" fmla="*/ 455683 w 1385794"/>
                <a:gd name="connsiteY1067" fmla="*/ 452285 h 1212067"/>
                <a:gd name="connsiteX1068" fmla="*/ 456558 w 1385794"/>
                <a:gd name="connsiteY1068" fmla="*/ 450233 h 1212067"/>
                <a:gd name="connsiteX1069" fmla="*/ 457972 w 1385794"/>
                <a:gd name="connsiteY1069" fmla="*/ 446768 h 1212067"/>
                <a:gd name="connsiteX1070" fmla="*/ 460698 w 1385794"/>
                <a:gd name="connsiteY1070" fmla="*/ 444716 h 1212067"/>
                <a:gd name="connsiteX1071" fmla="*/ 462010 w 1385794"/>
                <a:gd name="connsiteY1071" fmla="*/ 444279 h 1212067"/>
                <a:gd name="connsiteX1072" fmla="*/ 464299 w 1385794"/>
                <a:gd name="connsiteY1072" fmla="*/ 442428 h 1212067"/>
                <a:gd name="connsiteX1073" fmla="*/ 465813 w 1385794"/>
                <a:gd name="connsiteY1073" fmla="*/ 439704 h 1212067"/>
                <a:gd name="connsiteX1074" fmla="*/ 467227 w 1385794"/>
                <a:gd name="connsiteY1074" fmla="*/ 438291 h 1212067"/>
                <a:gd name="connsiteX1075" fmla="*/ 469515 w 1385794"/>
                <a:gd name="connsiteY1075" fmla="*/ 435263 h 1212067"/>
                <a:gd name="connsiteX1076" fmla="*/ 470929 w 1385794"/>
                <a:gd name="connsiteY1076" fmla="*/ 432976 h 1212067"/>
                <a:gd name="connsiteX1077" fmla="*/ 472881 w 1385794"/>
                <a:gd name="connsiteY1077" fmla="*/ 432774 h 1212067"/>
                <a:gd name="connsiteX1078" fmla="*/ 474294 w 1385794"/>
                <a:gd name="connsiteY1078" fmla="*/ 432572 h 1212067"/>
                <a:gd name="connsiteX1079" fmla="*/ 476885 w 1385794"/>
                <a:gd name="connsiteY1079" fmla="*/ 433548 h 1212067"/>
                <a:gd name="connsiteX1080" fmla="*/ 480587 w 1385794"/>
                <a:gd name="connsiteY1080" fmla="*/ 438425 h 1212067"/>
                <a:gd name="connsiteX1081" fmla="*/ 482775 w 1385794"/>
                <a:gd name="connsiteY1081" fmla="*/ 441688 h 1212067"/>
                <a:gd name="connsiteX1082" fmla="*/ 484088 w 1385794"/>
                <a:gd name="connsiteY1082" fmla="*/ 445052 h 1212067"/>
                <a:gd name="connsiteX1083" fmla="*/ 489943 w 1385794"/>
                <a:gd name="connsiteY1083" fmla="*/ 445692 h 1212067"/>
                <a:gd name="connsiteX1084" fmla="*/ 498290 w 1385794"/>
                <a:gd name="connsiteY1084" fmla="*/ 444447 h 1212067"/>
                <a:gd name="connsiteX1085" fmla="*/ 503372 w 1385794"/>
                <a:gd name="connsiteY1085" fmla="*/ 442866 h 1212067"/>
                <a:gd name="connsiteX1086" fmla="*/ 504247 w 1385794"/>
                <a:gd name="connsiteY1086" fmla="*/ 441722 h 1212067"/>
                <a:gd name="connsiteX1087" fmla="*/ 505997 w 1385794"/>
                <a:gd name="connsiteY1087" fmla="*/ 439132 h 1212067"/>
                <a:gd name="connsiteX1088" fmla="*/ 506569 w 1385794"/>
                <a:gd name="connsiteY1088" fmla="*/ 437685 h 1212067"/>
                <a:gd name="connsiteX1089" fmla="*/ 506872 w 1385794"/>
                <a:gd name="connsiteY1089" fmla="*/ 435230 h 1212067"/>
                <a:gd name="connsiteX1090" fmla="*/ 507881 w 1385794"/>
                <a:gd name="connsiteY1090" fmla="*/ 433346 h 1212067"/>
                <a:gd name="connsiteX1091" fmla="*/ 509059 w 1385794"/>
                <a:gd name="connsiteY1091" fmla="*/ 431327 h 1212067"/>
                <a:gd name="connsiteX1092" fmla="*/ 510944 w 1385794"/>
                <a:gd name="connsiteY1092" fmla="*/ 430520 h 1212067"/>
                <a:gd name="connsiteX1093" fmla="*/ 514579 w 1385794"/>
                <a:gd name="connsiteY1093" fmla="*/ 428132 h 1212067"/>
                <a:gd name="connsiteX1094" fmla="*/ 517607 w 1385794"/>
                <a:gd name="connsiteY1094" fmla="*/ 428132 h 1212067"/>
                <a:gd name="connsiteX1095" fmla="*/ 522084 w 1385794"/>
                <a:gd name="connsiteY1095" fmla="*/ 430453 h 1212067"/>
                <a:gd name="connsiteX1096" fmla="*/ 524540 w 1385794"/>
                <a:gd name="connsiteY1096" fmla="*/ 433211 h 1212067"/>
                <a:gd name="connsiteX1097" fmla="*/ 525853 w 1385794"/>
                <a:gd name="connsiteY1097" fmla="*/ 437416 h 1212067"/>
                <a:gd name="connsiteX1098" fmla="*/ 526862 w 1385794"/>
                <a:gd name="connsiteY1098" fmla="*/ 440612 h 1212067"/>
                <a:gd name="connsiteX1099" fmla="*/ 529454 w 1385794"/>
                <a:gd name="connsiteY1099" fmla="*/ 443505 h 1212067"/>
                <a:gd name="connsiteX1100" fmla="*/ 531473 w 1385794"/>
                <a:gd name="connsiteY1100" fmla="*/ 445523 h 1212067"/>
                <a:gd name="connsiteX1101" fmla="*/ 533223 w 1385794"/>
                <a:gd name="connsiteY1101" fmla="*/ 445523 h 1212067"/>
                <a:gd name="connsiteX1102" fmla="*/ 536993 w 1385794"/>
                <a:gd name="connsiteY1102" fmla="*/ 448114 h 1212067"/>
                <a:gd name="connsiteX1103" fmla="*/ 539315 w 1385794"/>
                <a:gd name="connsiteY1103" fmla="*/ 452184 h 1212067"/>
                <a:gd name="connsiteX1104" fmla="*/ 540897 w 1385794"/>
                <a:gd name="connsiteY1104" fmla="*/ 455952 h 1212067"/>
                <a:gd name="connsiteX1105" fmla="*/ 543791 w 1385794"/>
                <a:gd name="connsiteY1105" fmla="*/ 457533 h 1212067"/>
                <a:gd name="connsiteX1106" fmla="*/ 545675 w 1385794"/>
                <a:gd name="connsiteY1106" fmla="*/ 459417 h 1212067"/>
                <a:gd name="connsiteX1107" fmla="*/ 547257 w 1385794"/>
                <a:gd name="connsiteY1107" fmla="*/ 460998 h 1212067"/>
                <a:gd name="connsiteX1108" fmla="*/ 550286 w 1385794"/>
                <a:gd name="connsiteY1108" fmla="*/ 464025 h 1212067"/>
                <a:gd name="connsiteX1109" fmla="*/ 553483 w 1385794"/>
                <a:gd name="connsiteY1109" fmla="*/ 466615 h 1212067"/>
                <a:gd name="connsiteX1110" fmla="*/ 557253 w 1385794"/>
                <a:gd name="connsiteY1110" fmla="*/ 470518 h 1212067"/>
                <a:gd name="connsiteX1111" fmla="*/ 561762 w 1385794"/>
                <a:gd name="connsiteY1111" fmla="*/ 472973 h 1212067"/>
                <a:gd name="connsiteX1112" fmla="*/ 565397 w 1385794"/>
                <a:gd name="connsiteY1112" fmla="*/ 476304 h 1212067"/>
                <a:gd name="connsiteX1113" fmla="*/ 569032 w 1385794"/>
                <a:gd name="connsiteY1113" fmla="*/ 481081 h 1212067"/>
                <a:gd name="connsiteX1114" fmla="*/ 570782 w 1385794"/>
                <a:gd name="connsiteY1114" fmla="*/ 484848 h 1212067"/>
                <a:gd name="connsiteX1115" fmla="*/ 571960 w 1385794"/>
                <a:gd name="connsiteY1115" fmla="*/ 487607 h 1212067"/>
                <a:gd name="connsiteX1116" fmla="*/ 574416 w 1385794"/>
                <a:gd name="connsiteY1116" fmla="*/ 490062 h 1212067"/>
                <a:gd name="connsiteX1117" fmla="*/ 576166 w 1385794"/>
                <a:gd name="connsiteY1117" fmla="*/ 491509 h 1212067"/>
                <a:gd name="connsiteX1118" fmla="*/ 577311 w 1385794"/>
                <a:gd name="connsiteY1118" fmla="*/ 493830 h 1212067"/>
                <a:gd name="connsiteX1119" fmla="*/ 577748 w 1385794"/>
                <a:gd name="connsiteY1119" fmla="*/ 497160 h 1212067"/>
                <a:gd name="connsiteX1120" fmla="*/ 579061 w 1385794"/>
                <a:gd name="connsiteY1120" fmla="*/ 500188 h 1212067"/>
                <a:gd name="connsiteX1121" fmla="*/ 580643 w 1385794"/>
                <a:gd name="connsiteY1121" fmla="*/ 501634 h 1212067"/>
                <a:gd name="connsiteX1122" fmla="*/ 582662 w 1385794"/>
                <a:gd name="connsiteY1122" fmla="*/ 502643 h 1212067"/>
                <a:gd name="connsiteX1123" fmla="*/ 583974 w 1385794"/>
                <a:gd name="connsiteY1123" fmla="*/ 505099 h 1212067"/>
                <a:gd name="connsiteX1124" fmla="*/ 586229 w 1385794"/>
                <a:gd name="connsiteY1124" fmla="*/ 506613 h 1212067"/>
                <a:gd name="connsiteX1125" fmla="*/ 586734 w 1385794"/>
                <a:gd name="connsiteY1125" fmla="*/ 507757 h 1212067"/>
                <a:gd name="connsiteX1126" fmla="*/ 584917 w 1385794"/>
                <a:gd name="connsiteY1126" fmla="*/ 509506 h 1212067"/>
                <a:gd name="connsiteX1127" fmla="*/ 585051 w 1385794"/>
                <a:gd name="connsiteY1127" fmla="*/ 511087 h 1212067"/>
                <a:gd name="connsiteX1128" fmla="*/ 586498 w 1385794"/>
                <a:gd name="connsiteY1128" fmla="*/ 512399 h 1212067"/>
                <a:gd name="connsiteX1129" fmla="*/ 587508 w 1385794"/>
                <a:gd name="connsiteY1129" fmla="*/ 513341 h 1212067"/>
                <a:gd name="connsiteX1130" fmla="*/ 589258 w 1385794"/>
                <a:gd name="connsiteY1130" fmla="*/ 513543 h 1212067"/>
                <a:gd name="connsiteX1131" fmla="*/ 591513 w 1385794"/>
                <a:gd name="connsiteY1131" fmla="*/ 513173 h 1212067"/>
                <a:gd name="connsiteX1132" fmla="*/ 592960 w 1385794"/>
                <a:gd name="connsiteY1132" fmla="*/ 514182 h 1212067"/>
                <a:gd name="connsiteX1133" fmla="*/ 594609 w 1385794"/>
                <a:gd name="connsiteY1133" fmla="*/ 515830 h 1212067"/>
                <a:gd name="connsiteX1134" fmla="*/ 596797 w 1385794"/>
                <a:gd name="connsiteY1134" fmla="*/ 518454 h 1212067"/>
                <a:gd name="connsiteX1135" fmla="*/ 597874 w 1385794"/>
                <a:gd name="connsiteY1135" fmla="*/ 519329 h 1212067"/>
                <a:gd name="connsiteX1136" fmla="*/ 607364 w 1385794"/>
                <a:gd name="connsiteY1136" fmla="*/ 527436 h 1212067"/>
                <a:gd name="connsiteX1137" fmla="*/ 612076 w 1385794"/>
                <a:gd name="connsiteY1137" fmla="*/ 531204 h 1212067"/>
                <a:gd name="connsiteX1138" fmla="*/ 613961 w 1385794"/>
                <a:gd name="connsiteY1138" fmla="*/ 532078 h 1212067"/>
                <a:gd name="connsiteX1139" fmla="*/ 616653 w 1385794"/>
                <a:gd name="connsiteY1139" fmla="*/ 534534 h 1212067"/>
                <a:gd name="connsiteX1140" fmla="*/ 616956 w 1385794"/>
                <a:gd name="connsiteY1140" fmla="*/ 537360 h 1212067"/>
                <a:gd name="connsiteX1141" fmla="*/ 618639 w 1385794"/>
                <a:gd name="connsiteY1141" fmla="*/ 538604 h 1212067"/>
                <a:gd name="connsiteX1142" fmla="*/ 622273 w 1385794"/>
                <a:gd name="connsiteY1142" fmla="*/ 540421 h 1212067"/>
                <a:gd name="connsiteX1143" fmla="*/ 624293 w 1385794"/>
                <a:gd name="connsiteY1143" fmla="*/ 541363 h 1212067"/>
                <a:gd name="connsiteX1144" fmla="*/ 627692 w 1385794"/>
                <a:gd name="connsiteY1144" fmla="*/ 542372 h 1212067"/>
                <a:gd name="connsiteX1145" fmla="*/ 629812 w 1385794"/>
                <a:gd name="connsiteY1145" fmla="*/ 542237 h 1212067"/>
                <a:gd name="connsiteX1146" fmla="*/ 633548 w 1385794"/>
                <a:gd name="connsiteY1146" fmla="*/ 541161 h 1212067"/>
                <a:gd name="connsiteX1147" fmla="*/ 635298 w 1385794"/>
                <a:gd name="connsiteY1147" fmla="*/ 539142 h 1212067"/>
                <a:gd name="connsiteX1148" fmla="*/ 635600 w 1385794"/>
                <a:gd name="connsiteY1148" fmla="*/ 536249 h 1212067"/>
                <a:gd name="connsiteX1149" fmla="*/ 632134 w 1385794"/>
                <a:gd name="connsiteY1149" fmla="*/ 531607 h 1212067"/>
                <a:gd name="connsiteX1150" fmla="*/ 630990 w 1385794"/>
                <a:gd name="connsiteY1150" fmla="*/ 530867 h 1212067"/>
                <a:gd name="connsiteX1151" fmla="*/ 629846 w 1385794"/>
                <a:gd name="connsiteY1151" fmla="*/ 529421 h 1212067"/>
                <a:gd name="connsiteX1152" fmla="*/ 629240 w 1385794"/>
                <a:gd name="connsiteY1152" fmla="*/ 528916 h 1212067"/>
                <a:gd name="connsiteX1153" fmla="*/ 627995 w 1385794"/>
                <a:gd name="connsiteY1153" fmla="*/ 527167 h 1212067"/>
                <a:gd name="connsiteX1154" fmla="*/ 627120 w 1385794"/>
                <a:gd name="connsiteY1154" fmla="*/ 524846 h 1212067"/>
                <a:gd name="connsiteX1155" fmla="*/ 625841 w 1385794"/>
                <a:gd name="connsiteY1155" fmla="*/ 523029 h 1212067"/>
                <a:gd name="connsiteX1156" fmla="*/ 624562 w 1385794"/>
                <a:gd name="connsiteY1156" fmla="*/ 521078 h 1212067"/>
                <a:gd name="connsiteX1157" fmla="*/ 624562 w 1385794"/>
                <a:gd name="connsiteY1157" fmla="*/ 519261 h 1212067"/>
                <a:gd name="connsiteX1158" fmla="*/ 624629 w 1385794"/>
                <a:gd name="connsiteY1158" fmla="*/ 517310 h 1212067"/>
                <a:gd name="connsiteX1159" fmla="*/ 625201 w 1385794"/>
                <a:gd name="connsiteY1159" fmla="*/ 514922 h 1212067"/>
                <a:gd name="connsiteX1160" fmla="*/ 625639 w 1385794"/>
                <a:gd name="connsiteY1160" fmla="*/ 512534 h 1212067"/>
                <a:gd name="connsiteX1161" fmla="*/ 626514 w 1385794"/>
                <a:gd name="connsiteY1161" fmla="*/ 510582 h 1212067"/>
                <a:gd name="connsiteX1162" fmla="*/ 628264 w 1385794"/>
                <a:gd name="connsiteY1162" fmla="*/ 509270 h 1212067"/>
                <a:gd name="connsiteX1163" fmla="*/ 629879 w 1385794"/>
                <a:gd name="connsiteY1163" fmla="*/ 508463 h 1212067"/>
                <a:gd name="connsiteX1164" fmla="*/ 631091 w 1385794"/>
                <a:gd name="connsiteY1164" fmla="*/ 508598 h 1212067"/>
                <a:gd name="connsiteX1165" fmla="*/ 632841 w 1385794"/>
                <a:gd name="connsiteY1165" fmla="*/ 509977 h 1212067"/>
                <a:gd name="connsiteX1166" fmla="*/ 634355 w 1385794"/>
                <a:gd name="connsiteY1166" fmla="*/ 512164 h 1212067"/>
                <a:gd name="connsiteX1167" fmla="*/ 635567 w 1385794"/>
                <a:gd name="connsiteY1167" fmla="*/ 514855 h 1212067"/>
                <a:gd name="connsiteX1168" fmla="*/ 635870 w 1385794"/>
                <a:gd name="connsiteY1168" fmla="*/ 517613 h 1212067"/>
                <a:gd name="connsiteX1169" fmla="*/ 635802 w 1385794"/>
                <a:gd name="connsiteY1169" fmla="*/ 520506 h 1212067"/>
                <a:gd name="connsiteX1170" fmla="*/ 639067 w 1385794"/>
                <a:gd name="connsiteY1170" fmla="*/ 522020 h 1212067"/>
                <a:gd name="connsiteX1171" fmla="*/ 641153 w 1385794"/>
                <a:gd name="connsiteY1171" fmla="*/ 522760 h 1212067"/>
                <a:gd name="connsiteX1172" fmla="*/ 642096 w 1385794"/>
                <a:gd name="connsiteY1172" fmla="*/ 524509 h 1212067"/>
                <a:gd name="connsiteX1173" fmla="*/ 643240 w 1385794"/>
                <a:gd name="connsiteY1173" fmla="*/ 526763 h 1212067"/>
                <a:gd name="connsiteX1174" fmla="*/ 644822 w 1385794"/>
                <a:gd name="connsiteY1174" fmla="*/ 529286 h 1212067"/>
                <a:gd name="connsiteX1175" fmla="*/ 646269 w 1385794"/>
                <a:gd name="connsiteY1175" fmla="*/ 530665 h 1212067"/>
                <a:gd name="connsiteX1176" fmla="*/ 647649 w 1385794"/>
                <a:gd name="connsiteY1176" fmla="*/ 532044 h 1212067"/>
                <a:gd name="connsiteX1177" fmla="*/ 650543 w 1385794"/>
                <a:gd name="connsiteY1177" fmla="*/ 534433 h 1212067"/>
                <a:gd name="connsiteX1178" fmla="*/ 652226 w 1385794"/>
                <a:gd name="connsiteY1178" fmla="*/ 534904 h 1212067"/>
                <a:gd name="connsiteX1179" fmla="*/ 655793 w 1385794"/>
                <a:gd name="connsiteY1179" fmla="*/ 535812 h 1212067"/>
                <a:gd name="connsiteX1180" fmla="*/ 658418 w 1385794"/>
                <a:gd name="connsiteY1180" fmla="*/ 535812 h 1212067"/>
                <a:gd name="connsiteX1181" fmla="*/ 661784 w 1385794"/>
                <a:gd name="connsiteY1181" fmla="*/ 537561 h 1212067"/>
                <a:gd name="connsiteX1182" fmla="*/ 667640 w 1385794"/>
                <a:gd name="connsiteY1182" fmla="*/ 538436 h 1212067"/>
                <a:gd name="connsiteX1183" fmla="*/ 669390 w 1385794"/>
                <a:gd name="connsiteY1183" fmla="*/ 541161 h 1212067"/>
                <a:gd name="connsiteX1184" fmla="*/ 669726 w 1385794"/>
                <a:gd name="connsiteY1184" fmla="*/ 545299 h 1212067"/>
                <a:gd name="connsiteX1185" fmla="*/ 669726 w 1385794"/>
                <a:gd name="connsiteY1185" fmla="*/ 548898 h 1212067"/>
                <a:gd name="connsiteX1186" fmla="*/ 670702 w 1385794"/>
                <a:gd name="connsiteY1186" fmla="*/ 553776 h 1212067"/>
                <a:gd name="connsiteX1187" fmla="*/ 670265 w 1385794"/>
                <a:gd name="connsiteY1187" fmla="*/ 555828 h 1212067"/>
                <a:gd name="connsiteX1188" fmla="*/ 669726 w 1385794"/>
                <a:gd name="connsiteY1188" fmla="*/ 558553 h 1212067"/>
                <a:gd name="connsiteX1189" fmla="*/ 669188 w 1385794"/>
                <a:gd name="connsiteY1189" fmla="*/ 560403 h 1212067"/>
                <a:gd name="connsiteX1190" fmla="*/ 671241 w 1385794"/>
                <a:gd name="connsiteY1190" fmla="*/ 562455 h 1212067"/>
                <a:gd name="connsiteX1191" fmla="*/ 675582 w 1385794"/>
                <a:gd name="connsiteY1191" fmla="*/ 562118 h 1212067"/>
                <a:gd name="connsiteX1192" fmla="*/ 678746 w 1385794"/>
                <a:gd name="connsiteY1192" fmla="*/ 560369 h 1212067"/>
                <a:gd name="connsiteX1193" fmla="*/ 680058 w 1385794"/>
                <a:gd name="connsiteY1193" fmla="*/ 560033 h 1212067"/>
                <a:gd name="connsiteX1194" fmla="*/ 682448 w 1385794"/>
                <a:gd name="connsiteY1194" fmla="*/ 562522 h 1212067"/>
                <a:gd name="connsiteX1195" fmla="*/ 684400 w 1385794"/>
                <a:gd name="connsiteY1195" fmla="*/ 564137 h 1212067"/>
                <a:gd name="connsiteX1196" fmla="*/ 688977 w 1385794"/>
                <a:gd name="connsiteY1196" fmla="*/ 568375 h 1212067"/>
                <a:gd name="connsiteX1197" fmla="*/ 692982 w 1385794"/>
                <a:gd name="connsiteY1197" fmla="*/ 569586 h 1212067"/>
                <a:gd name="connsiteX1198" fmla="*/ 697659 w 1385794"/>
                <a:gd name="connsiteY1198" fmla="*/ 570898 h 1212067"/>
                <a:gd name="connsiteX1199" fmla="*/ 699713 w 1385794"/>
                <a:gd name="connsiteY1199" fmla="*/ 572311 h 1212067"/>
                <a:gd name="connsiteX1200" fmla="*/ 703179 w 1385794"/>
                <a:gd name="connsiteY1200" fmla="*/ 575238 h 1212067"/>
                <a:gd name="connsiteX1201" fmla="*/ 709910 w 1385794"/>
                <a:gd name="connsiteY1201" fmla="*/ 578703 h 1212067"/>
                <a:gd name="connsiteX1202" fmla="*/ 716001 w 1385794"/>
                <a:gd name="connsiteY1202" fmla="*/ 583917 h 1212067"/>
                <a:gd name="connsiteX1203" fmla="*/ 721453 w 1385794"/>
                <a:gd name="connsiteY1203" fmla="*/ 588155 h 1212067"/>
                <a:gd name="connsiteX1204" fmla="*/ 731449 w 1385794"/>
                <a:gd name="connsiteY1204" fmla="*/ 597070 h 1212067"/>
                <a:gd name="connsiteX1205" fmla="*/ 734040 w 1385794"/>
                <a:gd name="connsiteY1205" fmla="*/ 598483 h 1212067"/>
                <a:gd name="connsiteX1206" fmla="*/ 737641 w 1385794"/>
                <a:gd name="connsiteY1206" fmla="*/ 602183 h 1212067"/>
                <a:gd name="connsiteX1207" fmla="*/ 742959 w 1385794"/>
                <a:gd name="connsiteY1207" fmla="*/ 608474 h 1212067"/>
                <a:gd name="connsiteX1208" fmla="*/ 745247 w 1385794"/>
                <a:gd name="connsiteY1208" fmla="*/ 611299 h 1212067"/>
                <a:gd name="connsiteX1209" fmla="*/ 748848 w 1385794"/>
                <a:gd name="connsiteY1209" fmla="*/ 615336 h 1212067"/>
                <a:gd name="connsiteX1210" fmla="*/ 750901 w 1385794"/>
                <a:gd name="connsiteY1210" fmla="*/ 617086 h 1212067"/>
                <a:gd name="connsiteX1211" fmla="*/ 753089 w 1385794"/>
                <a:gd name="connsiteY1211" fmla="*/ 617960 h 1212067"/>
                <a:gd name="connsiteX1212" fmla="*/ 755142 w 1385794"/>
                <a:gd name="connsiteY1212" fmla="*/ 618498 h 1212067"/>
                <a:gd name="connsiteX1213" fmla="*/ 758171 w 1385794"/>
                <a:gd name="connsiteY1213" fmla="*/ 620550 h 1212067"/>
                <a:gd name="connsiteX1214" fmla="*/ 760897 w 1385794"/>
                <a:gd name="connsiteY1214" fmla="*/ 625125 h 1212067"/>
                <a:gd name="connsiteX1215" fmla="*/ 763623 w 1385794"/>
                <a:gd name="connsiteY1215" fmla="*/ 627716 h 1212067"/>
                <a:gd name="connsiteX1216" fmla="*/ 765372 w 1385794"/>
                <a:gd name="connsiteY1216" fmla="*/ 630440 h 1212067"/>
                <a:gd name="connsiteX1217" fmla="*/ 766786 w 1385794"/>
                <a:gd name="connsiteY1217" fmla="*/ 633266 h 1212067"/>
                <a:gd name="connsiteX1218" fmla="*/ 768401 w 1385794"/>
                <a:gd name="connsiteY1218" fmla="*/ 633367 h 1212067"/>
                <a:gd name="connsiteX1219" fmla="*/ 770690 w 1385794"/>
                <a:gd name="connsiteY1219" fmla="*/ 632930 h 1212067"/>
                <a:gd name="connsiteX1220" fmla="*/ 773079 w 1385794"/>
                <a:gd name="connsiteY1220" fmla="*/ 632291 h 1212067"/>
                <a:gd name="connsiteX1221" fmla="*/ 774930 w 1385794"/>
                <a:gd name="connsiteY1221" fmla="*/ 630541 h 1212067"/>
                <a:gd name="connsiteX1222" fmla="*/ 774830 w 1385794"/>
                <a:gd name="connsiteY1222" fmla="*/ 628927 h 1212067"/>
                <a:gd name="connsiteX1223" fmla="*/ 774291 w 1385794"/>
                <a:gd name="connsiteY1223" fmla="*/ 626437 h 1212067"/>
                <a:gd name="connsiteX1224" fmla="*/ 774055 w 1385794"/>
                <a:gd name="connsiteY1224" fmla="*/ 624587 h 1212067"/>
                <a:gd name="connsiteX1225" fmla="*/ 774156 w 1385794"/>
                <a:gd name="connsiteY1225" fmla="*/ 621761 h 1212067"/>
                <a:gd name="connsiteX1226" fmla="*/ 775233 w 1385794"/>
                <a:gd name="connsiteY1226" fmla="*/ 619575 h 1212067"/>
                <a:gd name="connsiteX1227" fmla="*/ 775873 w 1385794"/>
                <a:gd name="connsiteY1227" fmla="*/ 618700 h 1212067"/>
                <a:gd name="connsiteX1228" fmla="*/ 777522 w 1385794"/>
                <a:gd name="connsiteY1228" fmla="*/ 615975 h 1212067"/>
                <a:gd name="connsiteX1229" fmla="*/ 779272 w 1385794"/>
                <a:gd name="connsiteY1229" fmla="*/ 612611 h 1212067"/>
                <a:gd name="connsiteX1230" fmla="*/ 779810 w 1385794"/>
                <a:gd name="connsiteY1230" fmla="*/ 610425 h 1212067"/>
                <a:gd name="connsiteX1231" fmla="*/ 779911 w 1385794"/>
                <a:gd name="connsiteY1231" fmla="*/ 608373 h 1212067"/>
                <a:gd name="connsiteX1232" fmla="*/ 780988 w 1385794"/>
                <a:gd name="connsiteY1232" fmla="*/ 607162 h 1212067"/>
                <a:gd name="connsiteX1233" fmla="*/ 783277 w 1385794"/>
                <a:gd name="connsiteY1233" fmla="*/ 606388 h 1212067"/>
                <a:gd name="connsiteX1234" fmla="*/ 786003 w 1385794"/>
                <a:gd name="connsiteY1234" fmla="*/ 607599 h 1212067"/>
                <a:gd name="connsiteX1235" fmla="*/ 789469 w 1385794"/>
                <a:gd name="connsiteY1235" fmla="*/ 610324 h 1212067"/>
                <a:gd name="connsiteX1236" fmla="*/ 789705 w 1385794"/>
                <a:gd name="connsiteY1236" fmla="*/ 612712 h 1212067"/>
                <a:gd name="connsiteX1237" fmla="*/ 789705 w 1385794"/>
                <a:gd name="connsiteY1237" fmla="*/ 614899 h 1212067"/>
                <a:gd name="connsiteX1238" fmla="*/ 790041 w 1385794"/>
                <a:gd name="connsiteY1238" fmla="*/ 616951 h 1212067"/>
                <a:gd name="connsiteX1239" fmla="*/ 791657 w 1385794"/>
                <a:gd name="connsiteY1239" fmla="*/ 618700 h 1212067"/>
                <a:gd name="connsiteX1240" fmla="*/ 793609 w 1385794"/>
                <a:gd name="connsiteY1240" fmla="*/ 621190 h 1212067"/>
                <a:gd name="connsiteX1241" fmla="*/ 794147 w 1385794"/>
                <a:gd name="connsiteY1241" fmla="*/ 623141 h 1212067"/>
                <a:gd name="connsiteX1242" fmla="*/ 793811 w 1385794"/>
                <a:gd name="connsiteY1242" fmla="*/ 625092 h 1212067"/>
                <a:gd name="connsiteX1243" fmla="*/ 793373 w 1385794"/>
                <a:gd name="connsiteY1243" fmla="*/ 626841 h 1212067"/>
                <a:gd name="connsiteX1244" fmla="*/ 792599 w 1385794"/>
                <a:gd name="connsiteY1244" fmla="*/ 628893 h 1212067"/>
                <a:gd name="connsiteX1245" fmla="*/ 791926 w 1385794"/>
                <a:gd name="connsiteY1245" fmla="*/ 630541 h 1212067"/>
                <a:gd name="connsiteX1246" fmla="*/ 791287 w 1385794"/>
                <a:gd name="connsiteY1246" fmla="*/ 632291 h 1212067"/>
                <a:gd name="connsiteX1247" fmla="*/ 789772 w 1385794"/>
                <a:gd name="connsiteY1247" fmla="*/ 633804 h 1212067"/>
                <a:gd name="connsiteX1248" fmla="*/ 788460 w 1385794"/>
                <a:gd name="connsiteY1248" fmla="*/ 634578 h 1212067"/>
                <a:gd name="connsiteX1249" fmla="*/ 787685 w 1385794"/>
                <a:gd name="connsiteY1249" fmla="*/ 638043 h 1212067"/>
                <a:gd name="connsiteX1250" fmla="*/ 787248 w 1385794"/>
                <a:gd name="connsiteY1250" fmla="*/ 640330 h 1212067"/>
                <a:gd name="connsiteX1251" fmla="*/ 787147 w 1385794"/>
                <a:gd name="connsiteY1251" fmla="*/ 643055 h 1212067"/>
                <a:gd name="connsiteX1252" fmla="*/ 788460 w 1385794"/>
                <a:gd name="connsiteY1252" fmla="*/ 644367 h 1212067"/>
                <a:gd name="connsiteX1253" fmla="*/ 792263 w 1385794"/>
                <a:gd name="connsiteY1253" fmla="*/ 646991 h 1212067"/>
                <a:gd name="connsiteX1254" fmla="*/ 797816 w 1385794"/>
                <a:gd name="connsiteY1254" fmla="*/ 649918 h 1212067"/>
                <a:gd name="connsiteX1255" fmla="*/ 803133 w 1385794"/>
                <a:gd name="connsiteY1255" fmla="*/ 651667 h 1212067"/>
                <a:gd name="connsiteX1256" fmla="*/ 806162 w 1385794"/>
                <a:gd name="connsiteY1256" fmla="*/ 652979 h 1212067"/>
                <a:gd name="connsiteX1257" fmla="*/ 807239 w 1385794"/>
                <a:gd name="connsiteY1257" fmla="*/ 653315 h 1212067"/>
                <a:gd name="connsiteX1258" fmla="*/ 812556 w 1385794"/>
                <a:gd name="connsiteY1258" fmla="*/ 655704 h 1212067"/>
                <a:gd name="connsiteX1259" fmla="*/ 815282 w 1385794"/>
                <a:gd name="connsiteY1259" fmla="*/ 659169 h 1212067"/>
                <a:gd name="connsiteX1260" fmla="*/ 818648 w 1385794"/>
                <a:gd name="connsiteY1260" fmla="*/ 661658 h 1212067"/>
                <a:gd name="connsiteX1261" fmla="*/ 823427 w 1385794"/>
                <a:gd name="connsiteY1261" fmla="*/ 664686 h 1212067"/>
                <a:gd name="connsiteX1262" fmla="*/ 826254 w 1385794"/>
                <a:gd name="connsiteY1262" fmla="*/ 668689 h 1212067"/>
                <a:gd name="connsiteX1263" fmla="*/ 829081 w 1385794"/>
                <a:gd name="connsiteY1263" fmla="*/ 671178 h 1212067"/>
                <a:gd name="connsiteX1264" fmla="*/ 830494 w 1385794"/>
                <a:gd name="connsiteY1264" fmla="*/ 673129 h 1212067"/>
                <a:gd name="connsiteX1265" fmla="*/ 832783 w 1385794"/>
                <a:gd name="connsiteY1265" fmla="*/ 675719 h 1212067"/>
                <a:gd name="connsiteX1266" fmla="*/ 834095 w 1385794"/>
                <a:gd name="connsiteY1266" fmla="*/ 678343 h 1212067"/>
                <a:gd name="connsiteX1267" fmla="*/ 834196 w 1385794"/>
                <a:gd name="connsiteY1267" fmla="*/ 681943 h 1212067"/>
                <a:gd name="connsiteX1268" fmla="*/ 832446 w 1385794"/>
                <a:gd name="connsiteY1268" fmla="*/ 683457 h 1212067"/>
                <a:gd name="connsiteX1269" fmla="*/ 830057 w 1385794"/>
                <a:gd name="connsiteY1269" fmla="*/ 684331 h 1212067"/>
                <a:gd name="connsiteX1270" fmla="*/ 828542 w 1385794"/>
                <a:gd name="connsiteY1270" fmla="*/ 685206 h 1212067"/>
                <a:gd name="connsiteX1271" fmla="*/ 827768 w 1385794"/>
                <a:gd name="connsiteY1271" fmla="*/ 687695 h 1212067"/>
                <a:gd name="connsiteX1272" fmla="*/ 826355 w 1385794"/>
                <a:gd name="connsiteY1272" fmla="*/ 692136 h 1212067"/>
                <a:gd name="connsiteX1273" fmla="*/ 825244 w 1385794"/>
                <a:gd name="connsiteY1273" fmla="*/ 694827 h 1212067"/>
                <a:gd name="connsiteX1274" fmla="*/ 824268 w 1385794"/>
                <a:gd name="connsiteY1274" fmla="*/ 696879 h 1212067"/>
                <a:gd name="connsiteX1275" fmla="*/ 822518 w 1385794"/>
                <a:gd name="connsiteY1275" fmla="*/ 697854 h 1212067"/>
                <a:gd name="connsiteX1276" fmla="*/ 821004 w 1385794"/>
                <a:gd name="connsiteY1276" fmla="*/ 702328 h 1212067"/>
                <a:gd name="connsiteX1277" fmla="*/ 823629 w 1385794"/>
                <a:gd name="connsiteY1277" fmla="*/ 703640 h 1212067"/>
                <a:gd name="connsiteX1278" fmla="*/ 828845 w 1385794"/>
                <a:gd name="connsiteY1278" fmla="*/ 705154 h 1212067"/>
                <a:gd name="connsiteX1279" fmla="*/ 832985 w 1385794"/>
                <a:gd name="connsiteY1279" fmla="*/ 707643 h 1212067"/>
                <a:gd name="connsiteX1280" fmla="*/ 834634 w 1385794"/>
                <a:gd name="connsiteY1280" fmla="*/ 709157 h 1212067"/>
                <a:gd name="connsiteX1281" fmla="*/ 837898 w 1385794"/>
                <a:gd name="connsiteY1281" fmla="*/ 711781 h 1212067"/>
                <a:gd name="connsiteX1282" fmla="*/ 840624 w 1385794"/>
                <a:gd name="connsiteY1282" fmla="*/ 713093 h 1212067"/>
                <a:gd name="connsiteX1283" fmla="*/ 842139 w 1385794"/>
                <a:gd name="connsiteY1283" fmla="*/ 714943 h 1212067"/>
                <a:gd name="connsiteX1284" fmla="*/ 842576 w 1385794"/>
                <a:gd name="connsiteY1284" fmla="*/ 718105 h 1212067"/>
                <a:gd name="connsiteX1285" fmla="*/ 842812 w 1385794"/>
                <a:gd name="connsiteY1285" fmla="*/ 720056 h 1212067"/>
                <a:gd name="connsiteX1286" fmla="*/ 842273 w 1385794"/>
                <a:gd name="connsiteY1286" fmla="*/ 721907 h 1212067"/>
                <a:gd name="connsiteX1287" fmla="*/ 840860 w 1385794"/>
                <a:gd name="connsiteY1287" fmla="*/ 723959 h 1212067"/>
                <a:gd name="connsiteX1288" fmla="*/ 840321 w 1385794"/>
                <a:gd name="connsiteY1288" fmla="*/ 724295 h 1212067"/>
                <a:gd name="connsiteX1289" fmla="*/ 838470 w 1385794"/>
                <a:gd name="connsiteY1289" fmla="*/ 726347 h 1212067"/>
                <a:gd name="connsiteX1290" fmla="*/ 836417 w 1385794"/>
                <a:gd name="connsiteY1290" fmla="*/ 727424 h 1212067"/>
                <a:gd name="connsiteX1291" fmla="*/ 834465 w 1385794"/>
                <a:gd name="connsiteY1291" fmla="*/ 728500 h 1212067"/>
                <a:gd name="connsiteX1292" fmla="*/ 832715 w 1385794"/>
                <a:gd name="connsiteY1292" fmla="*/ 731326 h 1212067"/>
                <a:gd name="connsiteX1293" fmla="*/ 832513 w 1385794"/>
                <a:gd name="connsiteY1293" fmla="*/ 734151 h 1212067"/>
                <a:gd name="connsiteX1294" fmla="*/ 832951 w 1385794"/>
                <a:gd name="connsiteY1294" fmla="*/ 736002 h 1212067"/>
                <a:gd name="connsiteX1295" fmla="*/ 840119 w 1385794"/>
                <a:gd name="connsiteY1295" fmla="*/ 738928 h 1212067"/>
                <a:gd name="connsiteX1296" fmla="*/ 840994 w 1385794"/>
                <a:gd name="connsiteY1296" fmla="*/ 739567 h 1212067"/>
                <a:gd name="connsiteX1297" fmla="*/ 841768 w 1385794"/>
                <a:gd name="connsiteY1297" fmla="*/ 741754 h 1212067"/>
                <a:gd name="connsiteX1298" fmla="*/ 842745 w 1385794"/>
                <a:gd name="connsiteY1298" fmla="*/ 744916 h 1212067"/>
                <a:gd name="connsiteX1299" fmla="*/ 843821 w 1385794"/>
                <a:gd name="connsiteY1299" fmla="*/ 748616 h 1212067"/>
                <a:gd name="connsiteX1300" fmla="*/ 843956 w 1385794"/>
                <a:gd name="connsiteY1300" fmla="*/ 752956 h 1212067"/>
                <a:gd name="connsiteX1301" fmla="*/ 844057 w 1385794"/>
                <a:gd name="connsiteY1301" fmla="*/ 757094 h 1212067"/>
                <a:gd name="connsiteX1302" fmla="*/ 844932 w 1385794"/>
                <a:gd name="connsiteY1302" fmla="*/ 762409 h 1212067"/>
                <a:gd name="connsiteX1303" fmla="*/ 848971 w 1385794"/>
                <a:gd name="connsiteY1303" fmla="*/ 766008 h 1212067"/>
                <a:gd name="connsiteX1304" fmla="*/ 852672 w 1385794"/>
                <a:gd name="connsiteY1304" fmla="*/ 768296 h 1212067"/>
                <a:gd name="connsiteX1305" fmla="*/ 856375 w 1385794"/>
                <a:gd name="connsiteY1305" fmla="*/ 771996 h 1212067"/>
                <a:gd name="connsiteX1306" fmla="*/ 859976 w 1385794"/>
                <a:gd name="connsiteY1306" fmla="*/ 774586 h 1212067"/>
                <a:gd name="connsiteX1307" fmla="*/ 861625 w 1385794"/>
                <a:gd name="connsiteY1307" fmla="*/ 775562 h 1212067"/>
                <a:gd name="connsiteX1308" fmla="*/ 864115 w 1385794"/>
                <a:gd name="connsiteY1308" fmla="*/ 778589 h 1212067"/>
                <a:gd name="connsiteX1309" fmla="*/ 864553 w 1385794"/>
                <a:gd name="connsiteY1309" fmla="*/ 780978 h 1212067"/>
                <a:gd name="connsiteX1310" fmla="*/ 865327 w 1385794"/>
                <a:gd name="connsiteY1310" fmla="*/ 782391 h 1212067"/>
                <a:gd name="connsiteX1311" fmla="*/ 867952 w 1385794"/>
                <a:gd name="connsiteY1311" fmla="*/ 783366 h 1212067"/>
                <a:gd name="connsiteX1312" fmla="*/ 868726 w 1385794"/>
                <a:gd name="connsiteY1312" fmla="*/ 783804 h 1212067"/>
                <a:gd name="connsiteX1313" fmla="*/ 867413 w 1385794"/>
                <a:gd name="connsiteY1313" fmla="*/ 786831 h 1212067"/>
                <a:gd name="connsiteX1314" fmla="*/ 866538 w 1385794"/>
                <a:gd name="connsiteY1314" fmla="*/ 790397 h 1212067"/>
                <a:gd name="connsiteX1315" fmla="*/ 860783 w 1385794"/>
                <a:gd name="connsiteY1315" fmla="*/ 794736 h 1212067"/>
                <a:gd name="connsiteX1316" fmla="*/ 858495 w 1385794"/>
                <a:gd name="connsiteY1316" fmla="*/ 796149 h 1212067"/>
                <a:gd name="connsiteX1317" fmla="*/ 856442 w 1385794"/>
                <a:gd name="connsiteY1317" fmla="*/ 799951 h 1212067"/>
                <a:gd name="connsiteX1318" fmla="*/ 856105 w 1385794"/>
                <a:gd name="connsiteY1318" fmla="*/ 800724 h 1212067"/>
                <a:gd name="connsiteX1319" fmla="*/ 855903 w 1385794"/>
                <a:gd name="connsiteY1319" fmla="*/ 802675 h 1212067"/>
                <a:gd name="connsiteX1320" fmla="*/ 856980 w 1385794"/>
                <a:gd name="connsiteY1320" fmla="*/ 805165 h 1212067"/>
                <a:gd name="connsiteX1321" fmla="*/ 857620 w 1385794"/>
                <a:gd name="connsiteY1321" fmla="*/ 806477 h 1212067"/>
                <a:gd name="connsiteX1322" fmla="*/ 859235 w 1385794"/>
                <a:gd name="connsiteY1322" fmla="*/ 808966 h 1212067"/>
                <a:gd name="connsiteX1323" fmla="*/ 859235 w 1385794"/>
                <a:gd name="connsiteY1323" fmla="*/ 810715 h 1212067"/>
                <a:gd name="connsiteX1324" fmla="*/ 859336 w 1385794"/>
                <a:gd name="connsiteY1324" fmla="*/ 814517 h 1212067"/>
                <a:gd name="connsiteX1325" fmla="*/ 859336 w 1385794"/>
                <a:gd name="connsiteY1325" fmla="*/ 818217 h 1212067"/>
                <a:gd name="connsiteX1326" fmla="*/ 859235 w 1385794"/>
                <a:gd name="connsiteY1326" fmla="*/ 821917 h 1212067"/>
                <a:gd name="connsiteX1327" fmla="*/ 858798 w 1385794"/>
                <a:gd name="connsiteY1327" fmla="*/ 825718 h 1212067"/>
                <a:gd name="connsiteX1328" fmla="*/ 858697 w 1385794"/>
                <a:gd name="connsiteY1328" fmla="*/ 827131 h 1212067"/>
                <a:gd name="connsiteX1329" fmla="*/ 858461 w 1385794"/>
                <a:gd name="connsiteY1329" fmla="*/ 828342 h 1212067"/>
                <a:gd name="connsiteX1330" fmla="*/ 857283 w 1385794"/>
                <a:gd name="connsiteY1330" fmla="*/ 829318 h 1212067"/>
                <a:gd name="connsiteX1331" fmla="*/ 854221 w 1385794"/>
                <a:gd name="connsiteY1331" fmla="*/ 828881 h 1212067"/>
                <a:gd name="connsiteX1332" fmla="*/ 851629 w 1385794"/>
                <a:gd name="connsiteY1332" fmla="*/ 828107 h 1212067"/>
                <a:gd name="connsiteX1333" fmla="*/ 846076 w 1385794"/>
                <a:gd name="connsiteY1333" fmla="*/ 827468 h 1212067"/>
                <a:gd name="connsiteX1334" fmla="*/ 841836 w 1385794"/>
                <a:gd name="connsiteY1334" fmla="*/ 829520 h 1212067"/>
                <a:gd name="connsiteX1335" fmla="*/ 837932 w 1385794"/>
                <a:gd name="connsiteY1335" fmla="*/ 831370 h 1212067"/>
                <a:gd name="connsiteX1336" fmla="*/ 836619 w 1385794"/>
                <a:gd name="connsiteY1336" fmla="*/ 831706 h 1212067"/>
                <a:gd name="connsiteX1337" fmla="*/ 833691 w 1385794"/>
                <a:gd name="connsiteY1337" fmla="*/ 832682 h 1212067"/>
                <a:gd name="connsiteX1338" fmla="*/ 834566 w 1385794"/>
                <a:gd name="connsiteY1338" fmla="*/ 835609 h 1212067"/>
                <a:gd name="connsiteX1339" fmla="*/ 835105 w 1385794"/>
                <a:gd name="connsiteY1339" fmla="*/ 838098 h 1212067"/>
                <a:gd name="connsiteX1340" fmla="*/ 835441 w 1385794"/>
                <a:gd name="connsiteY1340" fmla="*/ 839948 h 1212067"/>
                <a:gd name="connsiteX1341" fmla="*/ 835643 w 1385794"/>
                <a:gd name="connsiteY1341" fmla="*/ 844187 h 1212067"/>
                <a:gd name="connsiteX1342" fmla="*/ 836417 w 1385794"/>
                <a:gd name="connsiteY1342" fmla="*/ 847988 h 1212067"/>
                <a:gd name="connsiteX1343" fmla="*/ 837292 w 1385794"/>
                <a:gd name="connsiteY1343" fmla="*/ 851049 h 1212067"/>
                <a:gd name="connsiteX1344" fmla="*/ 838066 w 1385794"/>
                <a:gd name="connsiteY1344" fmla="*/ 855490 h 1212067"/>
                <a:gd name="connsiteX1345" fmla="*/ 837965 w 1385794"/>
                <a:gd name="connsiteY1345" fmla="*/ 857777 h 1212067"/>
                <a:gd name="connsiteX1346" fmla="*/ 837763 w 1385794"/>
                <a:gd name="connsiteY1346" fmla="*/ 862117 h 1212067"/>
                <a:gd name="connsiteX1347" fmla="*/ 836451 w 1385794"/>
                <a:gd name="connsiteY1347" fmla="*/ 864942 h 1212067"/>
                <a:gd name="connsiteX1348" fmla="*/ 833860 w 1385794"/>
                <a:gd name="connsiteY1348" fmla="*/ 866591 h 1212067"/>
                <a:gd name="connsiteX1349" fmla="*/ 829081 w 1385794"/>
                <a:gd name="connsiteY1349" fmla="*/ 867028 h 1212067"/>
                <a:gd name="connsiteX1350" fmla="*/ 825816 w 1385794"/>
                <a:gd name="connsiteY1350" fmla="*/ 864539 h 1212067"/>
                <a:gd name="connsiteX1351" fmla="*/ 821138 w 1385794"/>
                <a:gd name="connsiteY1351" fmla="*/ 862352 h 1212067"/>
                <a:gd name="connsiteX1352" fmla="*/ 816460 w 1385794"/>
                <a:gd name="connsiteY1352" fmla="*/ 863765 h 1212067"/>
                <a:gd name="connsiteX1353" fmla="*/ 814845 w 1385794"/>
                <a:gd name="connsiteY1353" fmla="*/ 867903 h 1212067"/>
                <a:gd name="connsiteX1354" fmla="*/ 810941 w 1385794"/>
                <a:gd name="connsiteY1354" fmla="*/ 870829 h 1212067"/>
                <a:gd name="connsiteX1355" fmla="*/ 807676 w 1385794"/>
                <a:gd name="connsiteY1355" fmla="*/ 873655 h 1212067"/>
                <a:gd name="connsiteX1356" fmla="*/ 805388 w 1385794"/>
                <a:gd name="connsiteY1356" fmla="*/ 875068 h 1212067"/>
                <a:gd name="connsiteX1357" fmla="*/ 803200 w 1385794"/>
                <a:gd name="connsiteY1357" fmla="*/ 873117 h 1212067"/>
                <a:gd name="connsiteX1358" fmla="*/ 799296 w 1385794"/>
                <a:gd name="connsiteY1358" fmla="*/ 872780 h 1212067"/>
                <a:gd name="connsiteX1359" fmla="*/ 796469 w 1385794"/>
                <a:gd name="connsiteY1359" fmla="*/ 873991 h 1212067"/>
                <a:gd name="connsiteX1360" fmla="*/ 795392 w 1385794"/>
                <a:gd name="connsiteY1360" fmla="*/ 875505 h 1212067"/>
                <a:gd name="connsiteX1361" fmla="*/ 794248 w 1385794"/>
                <a:gd name="connsiteY1361" fmla="*/ 878095 h 1212067"/>
                <a:gd name="connsiteX1362" fmla="*/ 793306 w 1385794"/>
                <a:gd name="connsiteY1362" fmla="*/ 881695 h 1212067"/>
                <a:gd name="connsiteX1363" fmla="*/ 793306 w 1385794"/>
                <a:gd name="connsiteY1363" fmla="*/ 884319 h 1212067"/>
                <a:gd name="connsiteX1364" fmla="*/ 793844 w 1385794"/>
                <a:gd name="connsiteY1364" fmla="*/ 887044 h 1212067"/>
                <a:gd name="connsiteX1365" fmla="*/ 794484 w 1385794"/>
                <a:gd name="connsiteY1365" fmla="*/ 889533 h 1212067"/>
                <a:gd name="connsiteX1366" fmla="*/ 797210 w 1385794"/>
                <a:gd name="connsiteY1366" fmla="*/ 891719 h 1212067"/>
                <a:gd name="connsiteX1367" fmla="*/ 801551 w 1385794"/>
                <a:gd name="connsiteY1367" fmla="*/ 892931 h 1212067"/>
                <a:gd name="connsiteX1368" fmla="*/ 803941 w 1385794"/>
                <a:gd name="connsiteY1368" fmla="*/ 896093 h 1212067"/>
                <a:gd name="connsiteX1369" fmla="*/ 804479 w 1385794"/>
                <a:gd name="connsiteY1369" fmla="*/ 898145 h 1212067"/>
                <a:gd name="connsiteX1370" fmla="*/ 804580 w 1385794"/>
                <a:gd name="connsiteY1370" fmla="*/ 899457 h 1212067"/>
                <a:gd name="connsiteX1371" fmla="*/ 803402 w 1385794"/>
                <a:gd name="connsiteY1371" fmla="*/ 902921 h 1212067"/>
                <a:gd name="connsiteX1372" fmla="*/ 801349 w 1385794"/>
                <a:gd name="connsiteY1372" fmla="*/ 905747 h 1212067"/>
                <a:gd name="connsiteX1373" fmla="*/ 797647 w 1385794"/>
                <a:gd name="connsiteY1373" fmla="*/ 908472 h 1212067"/>
                <a:gd name="connsiteX1374" fmla="*/ 795359 w 1385794"/>
                <a:gd name="connsiteY1374" fmla="*/ 909885 h 1212067"/>
                <a:gd name="connsiteX1375" fmla="*/ 793272 w 1385794"/>
                <a:gd name="connsiteY1375" fmla="*/ 912475 h 1212067"/>
                <a:gd name="connsiteX1376" fmla="*/ 791758 w 1385794"/>
                <a:gd name="connsiteY1376" fmla="*/ 914863 h 1212067"/>
                <a:gd name="connsiteX1377" fmla="*/ 788493 w 1385794"/>
                <a:gd name="connsiteY1377" fmla="*/ 916478 h 1212067"/>
                <a:gd name="connsiteX1378" fmla="*/ 785666 w 1385794"/>
                <a:gd name="connsiteY1378" fmla="*/ 917790 h 1212067"/>
                <a:gd name="connsiteX1379" fmla="*/ 781964 w 1385794"/>
                <a:gd name="connsiteY1379" fmla="*/ 918665 h 1212067"/>
                <a:gd name="connsiteX1380" fmla="*/ 779676 w 1385794"/>
                <a:gd name="connsiteY1380" fmla="*/ 919539 h 1212067"/>
                <a:gd name="connsiteX1381" fmla="*/ 775873 w 1385794"/>
                <a:gd name="connsiteY1381" fmla="*/ 921726 h 1212067"/>
                <a:gd name="connsiteX1382" fmla="*/ 771969 w 1385794"/>
                <a:gd name="connsiteY1382" fmla="*/ 922601 h 1212067"/>
                <a:gd name="connsiteX1383" fmla="*/ 769142 w 1385794"/>
                <a:gd name="connsiteY1383" fmla="*/ 924114 h 1212067"/>
                <a:gd name="connsiteX1384" fmla="*/ 764363 w 1385794"/>
                <a:gd name="connsiteY1384" fmla="*/ 925965 h 1212067"/>
                <a:gd name="connsiteX1385" fmla="*/ 761772 w 1385794"/>
                <a:gd name="connsiteY1385" fmla="*/ 927579 h 1212067"/>
                <a:gd name="connsiteX1386" fmla="*/ 759820 w 1385794"/>
                <a:gd name="connsiteY1386" fmla="*/ 929531 h 1212067"/>
                <a:gd name="connsiteX1387" fmla="*/ 758069 w 1385794"/>
                <a:gd name="connsiteY1387" fmla="*/ 931717 h 1212067"/>
                <a:gd name="connsiteX1388" fmla="*/ 757632 w 1385794"/>
                <a:gd name="connsiteY1388" fmla="*/ 934980 h 1212067"/>
                <a:gd name="connsiteX1389" fmla="*/ 757868 w 1385794"/>
                <a:gd name="connsiteY1389" fmla="*/ 937469 h 1212067"/>
                <a:gd name="connsiteX1390" fmla="*/ 758507 w 1385794"/>
                <a:gd name="connsiteY1390" fmla="*/ 940632 h 1212067"/>
                <a:gd name="connsiteX1391" fmla="*/ 758507 w 1385794"/>
                <a:gd name="connsiteY1391" fmla="*/ 943424 h 1212067"/>
                <a:gd name="connsiteX1392" fmla="*/ 758305 w 1385794"/>
                <a:gd name="connsiteY1392" fmla="*/ 945173 h 1212067"/>
                <a:gd name="connsiteX1393" fmla="*/ 758406 w 1385794"/>
                <a:gd name="connsiteY1393" fmla="*/ 946922 h 1212067"/>
                <a:gd name="connsiteX1394" fmla="*/ 758137 w 1385794"/>
                <a:gd name="connsiteY1394" fmla="*/ 948840 h 1212067"/>
                <a:gd name="connsiteX1395" fmla="*/ 757497 w 1385794"/>
                <a:gd name="connsiteY1395" fmla="*/ 949210 h 1212067"/>
                <a:gd name="connsiteX1396" fmla="*/ 756252 w 1385794"/>
                <a:gd name="connsiteY1396" fmla="*/ 950017 h 1212067"/>
                <a:gd name="connsiteX1397" fmla="*/ 754502 w 1385794"/>
                <a:gd name="connsiteY1397" fmla="*/ 950017 h 1212067"/>
                <a:gd name="connsiteX1398" fmla="*/ 752550 w 1385794"/>
                <a:gd name="connsiteY1398" fmla="*/ 949512 h 1212067"/>
                <a:gd name="connsiteX1399" fmla="*/ 750766 w 1385794"/>
                <a:gd name="connsiteY1399" fmla="*/ 948099 h 1212067"/>
                <a:gd name="connsiteX1400" fmla="*/ 748882 w 1385794"/>
                <a:gd name="connsiteY1400" fmla="*/ 945980 h 1212067"/>
                <a:gd name="connsiteX1401" fmla="*/ 746425 w 1385794"/>
                <a:gd name="connsiteY1401" fmla="*/ 946417 h 1212067"/>
                <a:gd name="connsiteX1402" fmla="*/ 743867 w 1385794"/>
                <a:gd name="connsiteY1402" fmla="*/ 947662 h 1212067"/>
                <a:gd name="connsiteX1403" fmla="*/ 741478 w 1385794"/>
                <a:gd name="connsiteY1403" fmla="*/ 948739 h 1212067"/>
                <a:gd name="connsiteX1404" fmla="*/ 739189 w 1385794"/>
                <a:gd name="connsiteY1404" fmla="*/ 949546 h 1212067"/>
                <a:gd name="connsiteX1405" fmla="*/ 737136 w 1385794"/>
                <a:gd name="connsiteY1405" fmla="*/ 950723 h 1212067"/>
                <a:gd name="connsiteX1406" fmla="*/ 735521 w 1385794"/>
                <a:gd name="connsiteY1406" fmla="*/ 953011 h 1212067"/>
                <a:gd name="connsiteX1407" fmla="*/ 734444 w 1385794"/>
                <a:gd name="connsiteY1407" fmla="*/ 955904 h 1212067"/>
                <a:gd name="connsiteX1408" fmla="*/ 734107 w 1385794"/>
                <a:gd name="connsiteY1408" fmla="*/ 957922 h 1212067"/>
                <a:gd name="connsiteX1409" fmla="*/ 734208 w 1385794"/>
                <a:gd name="connsiteY1409" fmla="*/ 959604 h 1212067"/>
                <a:gd name="connsiteX1410" fmla="*/ 735958 w 1385794"/>
                <a:gd name="connsiteY1410" fmla="*/ 963742 h 1212067"/>
                <a:gd name="connsiteX1411" fmla="*/ 737742 w 1385794"/>
                <a:gd name="connsiteY1411" fmla="*/ 965626 h 1212067"/>
                <a:gd name="connsiteX1412" fmla="*/ 742050 w 1385794"/>
                <a:gd name="connsiteY1412" fmla="*/ 966433 h 1212067"/>
                <a:gd name="connsiteX1413" fmla="*/ 744540 w 1385794"/>
                <a:gd name="connsiteY1413" fmla="*/ 964112 h 1212067"/>
                <a:gd name="connsiteX1414" fmla="*/ 746492 w 1385794"/>
                <a:gd name="connsiteY1414" fmla="*/ 961656 h 1212067"/>
                <a:gd name="connsiteX1415" fmla="*/ 748545 w 1385794"/>
                <a:gd name="connsiteY1415" fmla="*/ 959873 h 1212067"/>
                <a:gd name="connsiteX1416" fmla="*/ 751978 w 1385794"/>
                <a:gd name="connsiteY1416" fmla="*/ 958797 h 1212067"/>
                <a:gd name="connsiteX1417" fmla="*/ 755411 w 1385794"/>
                <a:gd name="connsiteY1417" fmla="*/ 959840 h 1212067"/>
                <a:gd name="connsiteX1418" fmla="*/ 756656 w 1385794"/>
                <a:gd name="connsiteY1418" fmla="*/ 961690 h 1212067"/>
                <a:gd name="connsiteX1419" fmla="*/ 756925 w 1385794"/>
                <a:gd name="connsiteY1419" fmla="*/ 963607 h 1212067"/>
                <a:gd name="connsiteX1420" fmla="*/ 756017 w 1385794"/>
                <a:gd name="connsiteY1420" fmla="*/ 966635 h 1212067"/>
                <a:gd name="connsiteX1421" fmla="*/ 755074 w 1385794"/>
                <a:gd name="connsiteY1421" fmla="*/ 968855 h 1212067"/>
                <a:gd name="connsiteX1422" fmla="*/ 755074 w 1385794"/>
                <a:gd name="connsiteY1422" fmla="*/ 969494 h 1212067"/>
                <a:gd name="connsiteX1423" fmla="*/ 757295 w 1385794"/>
                <a:gd name="connsiteY1423" fmla="*/ 972253 h 1212067"/>
                <a:gd name="connsiteX1424" fmla="*/ 760122 w 1385794"/>
                <a:gd name="connsiteY1424" fmla="*/ 974036 h 1212067"/>
                <a:gd name="connsiteX1425" fmla="*/ 764026 w 1385794"/>
                <a:gd name="connsiteY1425" fmla="*/ 975650 h 1212067"/>
                <a:gd name="connsiteX1426" fmla="*/ 768469 w 1385794"/>
                <a:gd name="connsiteY1426" fmla="*/ 976727 h 1212067"/>
                <a:gd name="connsiteX1427" fmla="*/ 770690 w 1385794"/>
                <a:gd name="connsiteY1427" fmla="*/ 976525 h 1212067"/>
                <a:gd name="connsiteX1428" fmla="*/ 775099 w 1385794"/>
                <a:gd name="connsiteY1428" fmla="*/ 978577 h 1212067"/>
                <a:gd name="connsiteX1429" fmla="*/ 776950 w 1385794"/>
                <a:gd name="connsiteY1429" fmla="*/ 980595 h 1212067"/>
                <a:gd name="connsiteX1430" fmla="*/ 777017 w 1385794"/>
                <a:gd name="connsiteY1430" fmla="*/ 981907 h 1212067"/>
                <a:gd name="connsiteX1431" fmla="*/ 777825 w 1385794"/>
                <a:gd name="connsiteY1431" fmla="*/ 987021 h 1212067"/>
                <a:gd name="connsiteX1432" fmla="*/ 777724 w 1385794"/>
                <a:gd name="connsiteY1432" fmla="*/ 988433 h 1212067"/>
                <a:gd name="connsiteX1433" fmla="*/ 778060 w 1385794"/>
                <a:gd name="connsiteY1433" fmla="*/ 991595 h 1212067"/>
                <a:gd name="connsiteX1434" fmla="*/ 778397 w 1385794"/>
                <a:gd name="connsiteY1434" fmla="*/ 993547 h 1212067"/>
                <a:gd name="connsiteX1435" fmla="*/ 781224 w 1385794"/>
                <a:gd name="connsiteY1435" fmla="*/ 995229 h 1212067"/>
                <a:gd name="connsiteX1436" fmla="*/ 781830 w 1385794"/>
                <a:gd name="connsiteY1436" fmla="*/ 996810 h 1212067"/>
                <a:gd name="connsiteX1437" fmla="*/ 780786 w 1385794"/>
                <a:gd name="connsiteY1437" fmla="*/ 997853 h 1212067"/>
                <a:gd name="connsiteX1438" fmla="*/ 778296 w 1385794"/>
                <a:gd name="connsiteY1438" fmla="*/ 999030 h 1212067"/>
                <a:gd name="connsiteX1439" fmla="*/ 775267 w 1385794"/>
                <a:gd name="connsiteY1439" fmla="*/ 999736 h 1212067"/>
                <a:gd name="connsiteX1440" fmla="*/ 771901 w 1385794"/>
                <a:gd name="connsiteY1440" fmla="*/ 1000174 h 1212067"/>
                <a:gd name="connsiteX1441" fmla="*/ 771127 w 1385794"/>
                <a:gd name="connsiteY1441" fmla="*/ 1001856 h 1212067"/>
                <a:gd name="connsiteX1442" fmla="*/ 770757 w 1385794"/>
                <a:gd name="connsiteY1442" fmla="*/ 1002932 h 1212067"/>
                <a:gd name="connsiteX1443" fmla="*/ 767291 w 1385794"/>
                <a:gd name="connsiteY1443" fmla="*/ 1003740 h 1212067"/>
                <a:gd name="connsiteX1444" fmla="*/ 765608 w 1385794"/>
                <a:gd name="connsiteY1444" fmla="*/ 1004110 h 1212067"/>
                <a:gd name="connsiteX1445" fmla="*/ 762781 w 1385794"/>
                <a:gd name="connsiteY1445" fmla="*/ 1006834 h 1212067"/>
                <a:gd name="connsiteX1446" fmla="*/ 761435 w 1385794"/>
                <a:gd name="connsiteY1446" fmla="*/ 1008886 h 1212067"/>
                <a:gd name="connsiteX1447" fmla="*/ 761098 w 1385794"/>
                <a:gd name="connsiteY1447" fmla="*/ 1011207 h 1212067"/>
                <a:gd name="connsiteX1448" fmla="*/ 760661 w 1385794"/>
                <a:gd name="connsiteY1448" fmla="*/ 1013159 h 1212067"/>
                <a:gd name="connsiteX1449" fmla="*/ 759180 w 1385794"/>
                <a:gd name="connsiteY1449" fmla="*/ 1015446 h 1212067"/>
                <a:gd name="connsiteX1450" fmla="*/ 758238 w 1385794"/>
                <a:gd name="connsiteY1450" fmla="*/ 1016422 h 1212067"/>
                <a:gd name="connsiteX1451" fmla="*/ 758069 w 1385794"/>
                <a:gd name="connsiteY1451" fmla="*/ 1019887 h 1212067"/>
                <a:gd name="connsiteX1452" fmla="*/ 756757 w 1385794"/>
                <a:gd name="connsiteY1452" fmla="*/ 1021669 h 1212067"/>
                <a:gd name="connsiteX1453" fmla="*/ 753728 w 1385794"/>
                <a:gd name="connsiteY1453" fmla="*/ 1020526 h 1212067"/>
                <a:gd name="connsiteX1454" fmla="*/ 752214 w 1385794"/>
                <a:gd name="connsiteY1454" fmla="*/ 1017868 h 1212067"/>
                <a:gd name="connsiteX1455" fmla="*/ 750295 w 1385794"/>
                <a:gd name="connsiteY1455" fmla="*/ 1016354 h 1212067"/>
                <a:gd name="connsiteX1456" fmla="*/ 748411 w 1385794"/>
                <a:gd name="connsiteY1456" fmla="*/ 1017296 h 1212067"/>
                <a:gd name="connsiteX1457" fmla="*/ 747401 w 1385794"/>
                <a:gd name="connsiteY1457" fmla="*/ 1018373 h 1212067"/>
                <a:gd name="connsiteX1458" fmla="*/ 746661 w 1385794"/>
                <a:gd name="connsiteY1458" fmla="*/ 1019819 h 1212067"/>
                <a:gd name="connsiteX1459" fmla="*/ 746156 w 1385794"/>
                <a:gd name="connsiteY1459" fmla="*/ 1020963 h 1212067"/>
                <a:gd name="connsiteX1460" fmla="*/ 745786 w 1385794"/>
                <a:gd name="connsiteY1460" fmla="*/ 1022208 h 1212067"/>
                <a:gd name="connsiteX1461" fmla="*/ 745483 w 1385794"/>
                <a:gd name="connsiteY1461" fmla="*/ 1023721 h 1212067"/>
                <a:gd name="connsiteX1462" fmla="*/ 744540 w 1385794"/>
                <a:gd name="connsiteY1462" fmla="*/ 1024966 h 1212067"/>
                <a:gd name="connsiteX1463" fmla="*/ 742353 w 1385794"/>
                <a:gd name="connsiteY1463" fmla="*/ 1025773 h 1212067"/>
                <a:gd name="connsiteX1464" fmla="*/ 741410 w 1385794"/>
                <a:gd name="connsiteY1464" fmla="*/ 1026345 h 1212067"/>
                <a:gd name="connsiteX1465" fmla="*/ 739593 w 1385794"/>
                <a:gd name="connsiteY1465" fmla="*/ 1026715 h 1212067"/>
                <a:gd name="connsiteX1466" fmla="*/ 737910 w 1385794"/>
                <a:gd name="connsiteY1466" fmla="*/ 1026715 h 1212067"/>
                <a:gd name="connsiteX1467" fmla="*/ 735218 w 1385794"/>
                <a:gd name="connsiteY1467" fmla="*/ 1026278 h 1212067"/>
                <a:gd name="connsiteX1468" fmla="*/ 734141 w 1385794"/>
                <a:gd name="connsiteY1468" fmla="*/ 1024966 h 1212067"/>
                <a:gd name="connsiteX1469" fmla="*/ 731752 w 1385794"/>
                <a:gd name="connsiteY1469" fmla="*/ 1022510 h 1212067"/>
                <a:gd name="connsiteX1470" fmla="*/ 729732 w 1385794"/>
                <a:gd name="connsiteY1470" fmla="*/ 1021064 h 1212067"/>
                <a:gd name="connsiteX1471" fmla="*/ 726703 w 1385794"/>
                <a:gd name="connsiteY1471" fmla="*/ 1018743 h 1212067"/>
                <a:gd name="connsiteX1472" fmla="*/ 723136 w 1385794"/>
                <a:gd name="connsiteY1472" fmla="*/ 1016994 h 1212067"/>
                <a:gd name="connsiteX1473" fmla="*/ 721756 w 1385794"/>
                <a:gd name="connsiteY1473" fmla="*/ 1013529 h 1212067"/>
                <a:gd name="connsiteX1474" fmla="*/ 721049 w 1385794"/>
                <a:gd name="connsiteY1474" fmla="*/ 1012082 h 1212067"/>
                <a:gd name="connsiteX1475" fmla="*/ 717650 w 1385794"/>
                <a:gd name="connsiteY1475" fmla="*/ 1010501 h 1212067"/>
                <a:gd name="connsiteX1476" fmla="*/ 714689 w 1385794"/>
                <a:gd name="connsiteY1476" fmla="*/ 1009425 h 1212067"/>
                <a:gd name="connsiteX1477" fmla="*/ 712501 w 1385794"/>
                <a:gd name="connsiteY1477" fmla="*/ 1008684 h 1212067"/>
                <a:gd name="connsiteX1478" fmla="*/ 708294 w 1385794"/>
                <a:gd name="connsiteY1478" fmla="*/ 1006935 h 1212067"/>
                <a:gd name="connsiteX1479" fmla="*/ 705400 w 1385794"/>
                <a:gd name="connsiteY1479" fmla="*/ 1005859 h 1212067"/>
                <a:gd name="connsiteX1480" fmla="*/ 702943 w 1385794"/>
                <a:gd name="connsiteY1480" fmla="*/ 1004042 h 1212067"/>
                <a:gd name="connsiteX1481" fmla="*/ 698804 w 1385794"/>
                <a:gd name="connsiteY1481" fmla="*/ 1001587 h 1212067"/>
                <a:gd name="connsiteX1482" fmla="*/ 694530 w 1385794"/>
                <a:gd name="connsiteY1482" fmla="*/ 999400 h 1212067"/>
                <a:gd name="connsiteX1483" fmla="*/ 691198 w 1385794"/>
                <a:gd name="connsiteY1483" fmla="*/ 996574 h 1212067"/>
                <a:gd name="connsiteX1484" fmla="*/ 687563 w 1385794"/>
                <a:gd name="connsiteY1484" fmla="*/ 994186 h 1212067"/>
                <a:gd name="connsiteX1485" fmla="*/ 684433 w 1385794"/>
                <a:gd name="connsiteY1485" fmla="*/ 991797 h 1212067"/>
                <a:gd name="connsiteX1486" fmla="*/ 682111 w 1385794"/>
                <a:gd name="connsiteY1486" fmla="*/ 989913 h 1212067"/>
                <a:gd name="connsiteX1487" fmla="*/ 678712 w 1385794"/>
                <a:gd name="connsiteY1487" fmla="*/ 989476 h 1212067"/>
                <a:gd name="connsiteX1488" fmla="*/ 676524 w 1385794"/>
                <a:gd name="connsiteY1488" fmla="*/ 988602 h 1212067"/>
                <a:gd name="connsiteX1489" fmla="*/ 674337 w 1385794"/>
                <a:gd name="connsiteY1489" fmla="*/ 988232 h 1212067"/>
                <a:gd name="connsiteX1490" fmla="*/ 671577 w 1385794"/>
                <a:gd name="connsiteY1490" fmla="*/ 987794 h 1212067"/>
                <a:gd name="connsiteX1491" fmla="*/ 669322 w 1385794"/>
                <a:gd name="connsiteY1491" fmla="*/ 986920 h 1212067"/>
                <a:gd name="connsiteX1492" fmla="*/ 667741 w 1385794"/>
                <a:gd name="connsiteY1492" fmla="*/ 985473 h 1212067"/>
                <a:gd name="connsiteX1493" fmla="*/ 665351 w 1385794"/>
                <a:gd name="connsiteY1493" fmla="*/ 984464 h 1212067"/>
                <a:gd name="connsiteX1494" fmla="*/ 663096 w 1385794"/>
                <a:gd name="connsiteY1494" fmla="*/ 984161 h 1212067"/>
                <a:gd name="connsiteX1495" fmla="*/ 658755 w 1385794"/>
                <a:gd name="connsiteY1495" fmla="*/ 983892 h 1212067"/>
                <a:gd name="connsiteX1496" fmla="*/ 655793 w 1385794"/>
                <a:gd name="connsiteY1496" fmla="*/ 984397 h 1212067"/>
                <a:gd name="connsiteX1497" fmla="*/ 650644 w 1385794"/>
                <a:gd name="connsiteY1497" fmla="*/ 984599 h 1212067"/>
                <a:gd name="connsiteX1498" fmla="*/ 648961 w 1385794"/>
                <a:gd name="connsiteY1498" fmla="*/ 985238 h 1212067"/>
                <a:gd name="connsiteX1499" fmla="*/ 647649 w 1385794"/>
                <a:gd name="connsiteY1499" fmla="*/ 987256 h 1212067"/>
                <a:gd name="connsiteX1500" fmla="*/ 647514 w 1385794"/>
                <a:gd name="connsiteY1500" fmla="*/ 990654 h 1212067"/>
                <a:gd name="connsiteX1501" fmla="*/ 648221 w 1385794"/>
                <a:gd name="connsiteY1501" fmla="*/ 995060 h 1212067"/>
                <a:gd name="connsiteX1502" fmla="*/ 648423 w 1385794"/>
                <a:gd name="connsiteY1502" fmla="*/ 998391 h 1212067"/>
                <a:gd name="connsiteX1503" fmla="*/ 649433 w 1385794"/>
                <a:gd name="connsiteY1503" fmla="*/ 1004412 h 1212067"/>
                <a:gd name="connsiteX1504" fmla="*/ 649062 w 1385794"/>
                <a:gd name="connsiteY1504" fmla="*/ 1013764 h 1212067"/>
                <a:gd name="connsiteX1505" fmla="*/ 649567 w 1385794"/>
                <a:gd name="connsiteY1505" fmla="*/ 1016792 h 1212067"/>
                <a:gd name="connsiteX1506" fmla="*/ 653908 w 1385794"/>
                <a:gd name="connsiteY1506" fmla="*/ 1025908 h 1212067"/>
                <a:gd name="connsiteX1507" fmla="*/ 657308 w 1385794"/>
                <a:gd name="connsiteY1507" fmla="*/ 1032199 h 1212067"/>
                <a:gd name="connsiteX1508" fmla="*/ 666428 w 1385794"/>
                <a:gd name="connsiteY1508" fmla="*/ 1041752 h 1212067"/>
                <a:gd name="connsiteX1509" fmla="*/ 670837 w 1385794"/>
                <a:gd name="connsiteY1509" fmla="*/ 1046327 h 1212067"/>
                <a:gd name="connsiteX1510" fmla="*/ 676693 w 1385794"/>
                <a:gd name="connsiteY1510" fmla="*/ 1052046 h 1212067"/>
                <a:gd name="connsiteX1511" fmla="*/ 678140 w 1385794"/>
                <a:gd name="connsiteY1511" fmla="*/ 1053425 h 1212067"/>
                <a:gd name="connsiteX1512" fmla="*/ 678241 w 1385794"/>
                <a:gd name="connsiteY1512" fmla="*/ 1055914 h 1212067"/>
                <a:gd name="connsiteX1513" fmla="*/ 677601 w 1385794"/>
                <a:gd name="connsiteY1513" fmla="*/ 1058303 h 1212067"/>
                <a:gd name="connsiteX1514" fmla="*/ 676188 w 1385794"/>
                <a:gd name="connsiteY1514" fmla="*/ 1061028 h 1212067"/>
                <a:gd name="connsiteX1515" fmla="*/ 675212 w 1385794"/>
                <a:gd name="connsiteY1515" fmla="*/ 1062979 h 1212067"/>
                <a:gd name="connsiteX1516" fmla="*/ 674236 w 1385794"/>
                <a:gd name="connsiteY1516" fmla="*/ 1065468 h 1212067"/>
                <a:gd name="connsiteX1517" fmla="*/ 672789 w 1385794"/>
                <a:gd name="connsiteY1517" fmla="*/ 1066881 h 1212067"/>
                <a:gd name="connsiteX1518" fmla="*/ 673092 w 1385794"/>
                <a:gd name="connsiteY1518" fmla="*/ 1068563 h 1212067"/>
                <a:gd name="connsiteX1519" fmla="*/ 674472 w 1385794"/>
                <a:gd name="connsiteY1519" fmla="*/ 1070144 h 1212067"/>
                <a:gd name="connsiteX1520" fmla="*/ 676794 w 1385794"/>
                <a:gd name="connsiteY1520" fmla="*/ 1070144 h 1212067"/>
                <a:gd name="connsiteX1521" fmla="*/ 680933 w 1385794"/>
                <a:gd name="connsiteY1521" fmla="*/ 1070514 h 1212067"/>
                <a:gd name="connsiteX1522" fmla="*/ 685510 w 1385794"/>
                <a:gd name="connsiteY1522" fmla="*/ 1069202 h 1212067"/>
                <a:gd name="connsiteX1523" fmla="*/ 687698 w 1385794"/>
                <a:gd name="connsiteY1523" fmla="*/ 1067722 h 1212067"/>
                <a:gd name="connsiteX1524" fmla="*/ 689381 w 1385794"/>
                <a:gd name="connsiteY1524" fmla="*/ 1067554 h 1212067"/>
                <a:gd name="connsiteX1525" fmla="*/ 693217 w 1385794"/>
                <a:gd name="connsiteY1525" fmla="*/ 1067554 h 1212067"/>
                <a:gd name="connsiteX1526" fmla="*/ 693722 w 1385794"/>
                <a:gd name="connsiteY1526" fmla="*/ 1067756 h 1212067"/>
                <a:gd name="connsiteX1527" fmla="*/ 694799 w 1385794"/>
                <a:gd name="connsiteY1527" fmla="*/ 1068900 h 1212067"/>
                <a:gd name="connsiteX1528" fmla="*/ 696818 w 1385794"/>
                <a:gd name="connsiteY1528" fmla="*/ 1068832 h 1212067"/>
                <a:gd name="connsiteX1529" fmla="*/ 699578 w 1385794"/>
                <a:gd name="connsiteY1529" fmla="*/ 1068462 h 1212067"/>
                <a:gd name="connsiteX1530" fmla="*/ 703650 w 1385794"/>
                <a:gd name="connsiteY1530" fmla="*/ 1067520 h 1212067"/>
                <a:gd name="connsiteX1531" fmla="*/ 706107 w 1385794"/>
                <a:gd name="connsiteY1531" fmla="*/ 1066410 h 1212067"/>
                <a:gd name="connsiteX1532" fmla="*/ 706914 w 1385794"/>
                <a:gd name="connsiteY1532" fmla="*/ 1065805 h 1212067"/>
                <a:gd name="connsiteX1533" fmla="*/ 707116 w 1385794"/>
                <a:gd name="connsiteY1533" fmla="*/ 1065805 h 1212067"/>
                <a:gd name="connsiteX1534" fmla="*/ 709068 w 1385794"/>
                <a:gd name="connsiteY1534" fmla="*/ 1066309 h 1212067"/>
                <a:gd name="connsiteX1535" fmla="*/ 710886 w 1385794"/>
                <a:gd name="connsiteY1535" fmla="*/ 1066511 h 1212067"/>
                <a:gd name="connsiteX1536" fmla="*/ 714924 w 1385794"/>
                <a:gd name="connsiteY1536" fmla="*/ 1068597 h 1212067"/>
                <a:gd name="connsiteX1537" fmla="*/ 714924 w 1385794"/>
                <a:gd name="connsiteY1537" fmla="*/ 1073575 h 1212067"/>
                <a:gd name="connsiteX1538" fmla="*/ 714588 w 1385794"/>
                <a:gd name="connsiteY1538" fmla="*/ 1075190 h 1212067"/>
                <a:gd name="connsiteX1539" fmla="*/ 714487 w 1385794"/>
                <a:gd name="connsiteY1539" fmla="*/ 1077478 h 1212067"/>
                <a:gd name="connsiteX1540" fmla="*/ 713612 w 1385794"/>
                <a:gd name="connsiteY1540" fmla="*/ 1079429 h 1212067"/>
                <a:gd name="connsiteX1541" fmla="*/ 713073 w 1385794"/>
                <a:gd name="connsiteY1541" fmla="*/ 1081279 h 1212067"/>
                <a:gd name="connsiteX1542" fmla="*/ 712535 w 1385794"/>
                <a:gd name="connsiteY1542" fmla="*/ 1082053 h 1212067"/>
                <a:gd name="connsiteX1543" fmla="*/ 711660 w 1385794"/>
                <a:gd name="connsiteY1543" fmla="*/ 1083667 h 1212067"/>
                <a:gd name="connsiteX1544" fmla="*/ 710482 w 1385794"/>
                <a:gd name="connsiteY1544" fmla="*/ 1085316 h 1212067"/>
                <a:gd name="connsiteX1545" fmla="*/ 710381 w 1385794"/>
                <a:gd name="connsiteY1545" fmla="*/ 1086964 h 1212067"/>
                <a:gd name="connsiteX1546" fmla="*/ 711357 w 1385794"/>
                <a:gd name="connsiteY1546" fmla="*/ 1089991 h 1212067"/>
                <a:gd name="connsiteX1547" fmla="*/ 714520 w 1385794"/>
                <a:gd name="connsiteY1547" fmla="*/ 1091842 h 1212067"/>
                <a:gd name="connsiteX1548" fmla="*/ 715833 w 1385794"/>
                <a:gd name="connsiteY1548" fmla="*/ 1091842 h 1212067"/>
                <a:gd name="connsiteX1549" fmla="*/ 717718 w 1385794"/>
                <a:gd name="connsiteY1549" fmla="*/ 1092548 h 1212067"/>
                <a:gd name="connsiteX1550" fmla="*/ 719468 w 1385794"/>
                <a:gd name="connsiteY1550" fmla="*/ 1092111 h 1212067"/>
                <a:gd name="connsiteX1551" fmla="*/ 722059 w 1385794"/>
                <a:gd name="connsiteY1551" fmla="*/ 1090799 h 1212067"/>
                <a:gd name="connsiteX1552" fmla="*/ 722934 w 1385794"/>
                <a:gd name="connsiteY1552" fmla="*/ 1090496 h 1212067"/>
                <a:gd name="connsiteX1553" fmla="*/ 724078 w 1385794"/>
                <a:gd name="connsiteY1553" fmla="*/ 1089487 h 1212067"/>
                <a:gd name="connsiteX1554" fmla="*/ 727040 w 1385794"/>
                <a:gd name="connsiteY1554" fmla="*/ 1088982 h 1212067"/>
                <a:gd name="connsiteX1555" fmla="*/ 728756 w 1385794"/>
                <a:gd name="connsiteY1555" fmla="*/ 1088646 h 1212067"/>
                <a:gd name="connsiteX1556" fmla="*/ 729598 w 1385794"/>
                <a:gd name="connsiteY1556" fmla="*/ 1087839 h 1212067"/>
                <a:gd name="connsiteX1557" fmla="*/ 731449 w 1385794"/>
                <a:gd name="connsiteY1557" fmla="*/ 1085114 h 1212067"/>
                <a:gd name="connsiteX1558" fmla="*/ 733535 w 1385794"/>
                <a:gd name="connsiteY1558" fmla="*/ 1081548 h 1212067"/>
                <a:gd name="connsiteX1559" fmla="*/ 734175 w 1385794"/>
                <a:gd name="connsiteY1559" fmla="*/ 1079260 h 1212067"/>
                <a:gd name="connsiteX1560" fmla="*/ 736160 w 1385794"/>
                <a:gd name="connsiteY1560" fmla="*/ 1077377 h 1212067"/>
                <a:gd name="connsiteX1561" fmla="*/ 738920 w 1385794"/>
                <a:gd name="connsiteY1561" fmla="*/ 1074450 h 1212067"/>
                <a:gd name="connsiteX1562" fmla="*/ 740132 w 1385794"/>
                <a:gd name="connsiteY1562" fmla="*/ 1074450 h 1212067"/>
                <a:gd name="connsiteX1563" fmla="*/ 741377 w 1385794"/>
                <a:gd name="connsiteY1563" fmla="*/ 1077377 h 1212067"/>
                <a:gd name="connsiteX1564" fmla="*/ 742723 w 1385794"/>
                <a:gd name="connsiteY1564" fmla="*/ 1079227 h 1212067"/>
                <a:gd name="connsiteX1565" fmla="*/ 742723 w 1385794"/>
                <a:gd name="connsiteY1565" fmla="*/ 1082254 h 1212067"/>
                <a:gd name="connsiteX1566" fmla="*/ 742723 w 1385794"/>
                <a:gd name="connsiteY1566" fmla="*/ 1085719 h 1212067"/>
                <a:gd name="connsiteX1567" fmla="*/ 742723 w 1385794"/>
                <a:gd name="connsiteY1567" fmla="*/ 1089184 h 1212067"/>
                <a:gd name="connsiteX1568" fmla="*/ 742723 w 1385794"/>
                <a:gd name="connsiteY1568" fmla="*/ 1092649 h 1212067"/>
                <a:gd name="connsiteX1569" fmla="*/ 744843 w 1385794"/>
                <a:gd name="connsiteY1569" fmla="*/ 1095273 h 1212067"/>
                <a:gd name="connsiteX1570" fmla="*/ 746190 w 1385794"/>
                <a:gd name="connsiteY1570" fmla="*/ 1096450 h 1212067"/>
                <a:gd name="connsiteX1571" fmla="*/ 746190 w 1385794"/>
                <a:gd name="connsiteY1571" fmla="*/ 1097863 h 1212067"/>
                <a:gd name="connsiteX1572" fmla="*/ 746190 w 1385794"/>
                <a:gd name="connsiteY1572" fmla="*/ 1099613 h 1212067"/>
                <a:gd name="connsiteX1573" fmla="*/ 746190 w 1385794"/>
                <a:gd name="connsiteY1573" fmla="*/ 1103616 h 1212067"/>
                <a:gd name="connsiteX1574" fmla="*/ 744877 w 1385794"/>
                <a:gd name="connsiteY1574" fmla="*/ 1106206 h 1212067"/>
                <a:gd name="connsiteX1575" fmla="*/ 743901 w 1385794"/>
                <a:gd name="connsiteY1575" fmla="*/ 1110646 h 1212067"/>
                <a:gd name="connsiteX1576" fmla="*/ 742824 w 1385794"/>
                <a:gd name="connsiteY1576" fmla="*/ 1112496 h 1212067"/>
                <a:gd name="connsiteX1577" fmla="*/ 741747 w 1385794"/>
                <a:gd name="connsiteY1577" fmla="*/ 1113909 h 1212067"/>
                <a:gd name="connsiteX1578" fmla="*/ 739896 w 1385794"/>
                <a:gd name="connsiteY1578" fmla="*/ 1115524 h 1212067"/>
                <a:gd name="connsiteX1579" fmla="*/ 737406 w 1385794"/>
                <a:gd name="connsiteY1579" fmla="*/ 1116399 h 1212067"/>
                <a:gd name="connsiteX1580" fmla="*/ 732526 w 1385794"/>
                <a:gd name="connsiteY1580" fmla="*/ 1118888 h 1212067"/>
                <a:gd name="connsiteX1581" fmla="*/ 730641 w 1385794"/>
                <a:gd name="connsiteY1581" fmla="*/ 1120234 h 1212067"/>
                <a:gd name="connsiteX1582" fmla="*/ 733333 w 1385794"/>
                <a:gd name="connsiteY1582" fmla="*/ 1123026 h 1212067"/>
                <a:gd name="connsiteX1583" fmla="*/ 735790 w 1385794"/>
                <a:gd name="connsiteY1583" fmla="*/ 1128677 h 1212067"/>
                <a:gd name="connsiteX1584" fmla="*/ 736800 w 1385794"/>
                <a:gd name="connsiteY1584" fmla="*/ 1129686 h 1212067"/>
                <a:gd name="connsiteX1585" fmla="*/ 740132 w 1385794"/>
                <a:gd name="connsiteY1585" fmla="*/ 1132714 h 1212067"/>
                <a:gd name="connsiteX1586" fmla="*/ 746930 w 1385794"/>
                <a:gd name="connsiteY1586" fmla="*/ 1133286 h 1212067"/>
                <a:gd name="connsiteX1587" fmla="*/ 749387 w 1385794"/>
                <a:gd name="connsiteY1587" fmla="*/ 1131402 h 1212067"/>
                <a:gd name="connsiteX1588" fmla="*/ 750396 w 1385794"/>
                <a:gd name="connsiteY1588" fmla="*/ 1129081 h 1212067"/>
                <a:gd name="connsiteX1589" fmla="*/ 751137 w 1385794"/>
                <a:gd name="connsiteY1589" fmla="*/ 1127500 h 1212067"/>
                <a:gd name="connsiteX1590" fmla="*/ 752012 w 1385794"/>
                <a:gd name="connsiteY1590" fmla="*/ 1125616 h 1212067"/>
                <a:gd name="connsiteX1591" fmla="*/ 753021 w 1385794"/>
                <a:gd name="connsiteY1591" fmla="*/ 1123867 h 1212067"/>
                <a:gd name="connsiteX1592" fmla="*/ 754334 w 1385794"/>
                <a:gd name="connsiteY1592" fmla="*/ 1122723 h 1212067"/>
                <a:gd name="connsiteX1593" fmla="*/ 757531 w 1385794"/>
                <a:gd name="connsiteY1593" fmla="*/ 1123026 h 1212067"/>
                <a:gd name="connsiteX1594" fmla="*/ 758541 w 1385794"/>
                <a:gd name="connsiteY1594" fmla="*/ 1119123 h 1212067"/>
                <a:gd name="connsiteX1595" fmla="*/ 760291 w 1385794"/>
                <a:gd name="connsiteY1595" fmla="*/ 1116096 h 1212067"/>
                <a:gd name="connsiteX1596" fmla="*/ 762748 w 1385794"/>
                <a:gd name="connsiteY1596" fmla="*/ 1116096 h 1212067"/>
                <a:gd name="connsiteX1597" fmla="*/ 765204 w 1385794"/>
                <a:gd name="connsiteY1597" fmla="*/ 1121175 h 1212067"/>
                <a:gd name="connsiteX1598" fmla="*/ 766079 w 1385794"/>
                <a:gd name="connsiteY1598" fmla="*/ 1123059 h 1212067"/>
                <a:gd name="connsiteX1599" fmla="*/ 770421 w 1385794"/>
                <a:gd name="connsiteY1599" fmla="*/ 1123194 h 1212067"/>
                <a:gd name="connsiteX1600" fmla="*/ 770993 w 1385794"/>
                <a:gd name="connsiteY1600" fmla="*/ 1121613 h 1212067"/>
                <a:gd name="connsiteX1601" fmla="*/ 768805 w 1385794"/>
                <a:gd name="connsiteY1601" fmla="*/ 1120166 h 1212067"/>
                <a:gd name="connsiteX1602" fmla="*/ 767358 w 1385794"/>
                <a:gd name="connsiteY1602" fmla="*/ 1118013 h 1212067"/>
                <a:gd name="connsiteX1603" fmla="*/ 766214 w 1385794"/>
                <a:gd name="connsiteY1603" fmla="*/ 1116129 h 1212067"/>
                <a:gd name="connsiteX1604" fmla="*/ 766349 w 1385794"/>
                <a:gd name="connsiteY1604" fmla="*/ 1114683 h 1212067"/>
                <a:gd name="connsiteX1605" fmla="*/ 767661 w 1385794"/>
                <a:gd name="connsiteY1605" fmla="*/ 1113102 h 1212067"/>
                <a:gd name="connsiteX1606" fmla="*/ 769983 w 1385794"/>
                <a:gd name="connsiteY1606" fmla="*/ 1112530 h 1212067"/>
                <a:gd name="connsiteX1607" fmla="*/ 770858 w 1385794"/>
                <a:gd name="connsiteY1607" fmla="*/ 1114549 h 1212067"/>
                <a:gd name="connsiteX1608" fmla="*/ 771430 w 1385794"/>
                <a:gd name="connsiteY1608" fmla="*/ 1112530 h 1212067"/>
                <a:gd name="connsiteX1609" fmla="*/ 772171 w 1385794"/>
                <a:gd name="connsiteY1609" fmla="*/ 1109503 h 1212067"/>
                <a:gd name="connsiteX1610" fmla="*/ 773483 w 1385794"/>
                <a:gd name="connsiteY1610" fmla="*/ 1107619 h 1212067"/>
                <a:gd name="connsiteX1611" fmla="*/ 777118 w 1385794"/>
                <a:gd name="connsiteY1611" fmla="*/ 1106609 h 1212067"/>
                <a:gd name="connsiteX1612" fmla="*/ 780753 w 1385794"/>
                <a:gd name="connsiteY1612" fmla="*/ 1104860 h 1212067"/>
                <a:gd name="connsiteX1613" fmla="*/ 782772 w 1385794"/>
                <a:gd name="connsiteY1613" fmla="*/ 1104591 h 1212067"/>
                <a:gd name="connsiteX1614" fmla="*/ 786407 w 1385794"/>
                <a:gd name="connsiteY1614" fmla="*/ 1105903 h 1212067"/>
                <a:gd name="connsiteX1615" fmla="*/ 788157 w 1385794"/>
                <a:gd name="connsiteY1615" fmla="*/ 1106340 h 1212067"/>
                <a:gd name="connsiteX1616" fmla="*/ 793508 w 1385794"/>
                <a:gd name="connsiteY1616" fmla="*/ 1104591 h 1212067"/>
                <a:gd name="connsiteX1617" fmla="*/ 794955 w 1385794"/>
                <a:gd name="connsiteY1617" fmla="*/ 1102136 h 1212067"/>
                <a:gd name="connsiteX1618" fmla="*/ 795527 w 1385794"/>
                <a:gd name="connsiteY1618" fmla="*/ 1099108 h 1212067"/>
                <a:gd name="connsiteX1619" fmla="*/ 796402 w 1385794"/>
                <a:gd name="connsiteY1619" fmla="*/ 1094466 h 1212067"/>
                <a:gd name="connsiteX1620" fmla="*/ 796671 w 1385794"/>
                <a:gd name="connsiteY1620" fmla="*/ 1090429 h 1212067"/>
                <a:gd name="connsiteX1621" fmla="*/ 796671 w 1385794"/>
                <a:gd name="connsiteY1621" fmla="*/ 1089285 h 1212067"/>
                <a:gd name="connsiteX1622" fmla="*/ 794921 w 1385794"/>
                <a:gd name="connsiteY1622" fmla="*/ 1086964 h 1212067"/>
                <a:gd name="connsiteX1623" fmla="*/ 792027 w 1385794"/>
                <a:gd name="connsiteY1623" fmla="*/ 1084643 h 1212067"/>
                <a:gd name="connsiteX1624" fmla="*/ 789402 w 1385794"/>
                <a:gd name="connsiteY1624" fmla="*/ 1082624 h 1212067"/>
                <a:gd name="connsiteX1625" fmla="*/ 787383 w 1385794"/>
                <a:gd name="connsiteY1625" fmla="*/ 1081313 h 1212067"/>
                <a:gd name="connsiteX1626" fmla="*/ 786238 w 1385794"/>
                <a:gd name="connsiteY1626" fmla="*/ 1078857 h 1212067"/>
                <a:gd name="connsiteX1627" fmla="*/ 786238 w 1385794"/>
                <a:gd name="connsiteY1627" fmla="*/ 1075392 h 1212067"/>
                <a:gd name="connsiteX1628" fmla="*/ 785229 w 1385794"/>
                <a:gd name="connsiteY1628" fmla="*/ 1071321 h 1212067"/>
                <a:gd name="connsiteX1629" fmla="*/ 787113 w 1385794"/>
                <a:gd name="connsiteY1629" fmla="*/ 1066410 h 1212067"/>
                <a:gd name="connsiteX1630" fmla="*/ 788258 w 1385794"/>
                <a:gd name="connsiteY1630" fmla="*/ 1062071 h 1212067"/>
                <a:gd name="connsiteX1631" fmla="*/ 788258 w 1385794"/>
                <a:gd name="connsiteY1631" fmla="*/ 1056722 h 1212067"/>
                <a:gd name="connsiteX1632" fmla="*/ 786945 w 1385794"/>
                <a:gd name="connsiteY1632" fmla="*/ 1051642 h 1212067"/>
                <a:gd name="connsiteX1633" fmla="*/ 782738 w 1385794"/>
                <a:gd name="connsiteY1633" fmla="*/ 1048447 h 1212067"/>
                <a:gd name="connsiteX1634" fmla="*/ 778094 w 1385794"/>
                <a:gd name="connsiteY1634" fmla="*/ 1045688 h 1212067"/>
                <a:gd name="connsiteX1635" fmla="*/ 775132 w 1385794"/>
                <a:gd name="connsiteY1635" fmla="*/ 1042425 h 1212067"/>
                <a:gd name="connsiteX1636" fmla="*/ 773382 w 1385794"/>
                <a:gd name="connsiteY1636" fmla="*/ 1040037 h 1212067"/>
                <a:gd name="connsiteX1637" fmla="*/ 772878 w 1385794"/>
                <a:gd name="connsiteY1637" fmla="*/ 1039095 h 1212067"/>
                <a:gd name="connsiteX1638" fmla="*/ 773618 w 1385794"/>
                <a:gd name="connsiteY1638" fmla="*/ 1037715 h 1212067"/>
                <a:gd name="connsiteX1639" fmla="*/ 774695 w 1385794"/>
                <a:gd name="connsiteY1639" fmla="*/ 1037312 h 1212067"/>
                <a:gd name="connsiteX1640" fmla="*/ 777219 w 1385794"/>
                <a:gd name="connsiteY1640" fmla="*/ 1036269 h 1212067"/>
                <a:gd name="connsiteX1641" fmla="*/ 783613 w 1385794"/>
                <a:gd name="connsiteY1641" fmla="*/ 1036269 h 1212067"/>
                <a:gd name="connsiteX1642" fmla="*/ 786440 w 1385794"/>
                <a:gd name="connsiteY1642" fmla="*/ 1035630 h 1212067"/>
                <a:gd name="connsiteX1643" fmla="*/ 789335 w 1385794"/>
                <a:gd name="connsiteY1643" fmla="*/ 1034183 h 1212067"/>
                <a:gd name="connsiteX1644" fmla="*/ 791287 w 1385794"/>
                <a:gd name="connsiteY1644" fmla="*/ 1032939 h 1212067"/>
                <a:gd name="connsiteX1645" fmla="*/ 792868 w 1385794"/>
                <a:gd name="connsiteY1645" fmla="*/ 1031425 h 1212067"/>
                <a:gd name="connsiteX1646" fmla="*/ 794820 w 1385794"/>
                <a:gd name="connsiteY1646" fmla="*/ 1029407 h 1212067"/>
                <a:gd name="connsiteX1647" fmla="*/ 795628 w 1385794"/>
                <a:gd name="connsiteY1647" fmla="*/ 1028969 h 1212067"/>
                <a:gd name="connsiteX1648" fmla="*/ 798253 w 1385794"/>
                <a:gd name="connsiteY1648" fmla="*/ 1028835 h 1212067"/>
                <a:gd name="connsiteX1649" fmla="*/ 800340 w 1385794"/>
                <a:gd name="connsiteY1649" fmla="*/ 1029339 h 1212067"/>
                <a:gd name="connsiteX1650" fmla="*/ 802224 w 1385794"/>
                <a:gd name="connsiteY1650" fmla="*/ 1031290 h 1212067"/>
                <a:gd name="connsiteX1651" fmla="*/ 803974 w 1385794"/>
                <a:gd name="connsiteY1651" fmla="*/ 1030920 h 1212067"/>
                <a:gd name="connsiteX1652" fmla="*/ 805859 w 1385794"/>
                <a:gd name="connsiteY1652" fmla="*/ 1030046 h 1212067"/>
                <a:gd name="connsiteX1653" fmla="*/ 808114 w 1385794"/>
                <a:gd name="connsiteY1653" fmla="*/ 1029036 h 1212067"/>
                <a:gd name="connsiteX1654" fmla="*/ 811008 w 1385794"/>
                <a:gd name="connsiteY1654" fmla="*/ 1028465 h 1212067"/>
                <a:gd name="connsiteX1655" fmla="*/ 817032 w 1385794"/>
                <a:gd name="connsiteY1655" fmla="*/ 1030718 h 1212067"/>
                <a:gd name="connsiteX1656" fmla="*/ 819489 w 1385794"/>
                <a:gd name="connsiteY1656" fmla="*/ 1032670 h 1212067"/>
                <a:gd name="connsiteX1657" fmla="*/ 821071 w 1385794"/>
                <a:gd name="connsiteY1657" fmla="*/ 1032165 h 1212067"/>
                <a:gd name="connsiteX1658" fmla="*/ 821374 w 1385794"/>
                <a:gd name="connsiteY1658" fmla="*/ 1030416 h 1212067"/>
                <a:gd name="connsiteX1659" fmla="*/ 821071 w 1385794"/>
                <a:gd name="connsiteY1659" fmla="*/ 1027657 h 1212067"/>
                <a:gd name="connsiteX1660" fmla="*/ 819859 w 1385794"/>
                <a:gd name="connsiteY1660" fmla="*/ 1026076 h 1212067"/>
                <a:gd name="connsiteX1661" fmla="*/ 817604 w 1385794"/>
                <a:gd name="connsiteY1661" fmla="*/ 1024495 h 1212067"/>
                <a:gd name="connsiteX1662" fmla="*/ 815652 w 1385794"/>
                <a:gd name="connsiteY1662" fmla="*/ 1024058 h 1212067"/>
                <a:gd name="connsiteX1663" fmla="*/ 814643 w 1385794"/>
                <a:gd name="connsiteY1663" fmla="*/ 1023116 h 1212067"/>
                <a:gd name="connsiteX1664" fmla="*/ 815350 w 1385794"/>
                <a:gd name="connsiteY1664" fmla="*/ 1021737 h 1212067"/>
                <a:gd name="connsiteX1665" fmla="*/ 816494 w 1385794"/>
                <a:gd name="connsiteY1665" fmla="*/ 1020492 h 1212067"/>
                <a:gd name="connsiteX1666" fmla="*/ 817504 w 1385794"/>
                <a:gd name="connsiteY1666" fmla="*/ 1019550 h 1212067"/>
                <a:gd name="connsiteX1667" fmla="*/ 819018 w 1385794"/>
                <a:gd name="connsiteY1667" fmla="*/ 1017868 h 1212067"/>
                <a:gd name="connsiteX1668" fmla="*/ 820768 w 1385794"/>
                <a:gd name="connsiteY1668" fmla="*/ 1016623 h 1212067"/>
                <a:gd name="connsiteX1669" fmla="*/ 822282 w 1385794"/>
                <a:gd name="connsiteY1669" fmla="*/ 1015682 h 1212067"/>
                <a:gd name="connsiteX1670" fmla="*/ 824807 w 1385794"/>
                <a:gd name="connsiteY1670" fmla="*/ 1013428 h 1212067"/>
                <a:gd name="connsiteX1671" fmla="*/ 826759 w 1385794"/>
                <a:gd name="connsiteY1671" fmla="*/ 1011308 h 1212067"/>
                <a:gd name="connsiteX1672" fmla="*/ 828206 w 1385794"/>
                <a:gd name="connsiteY1672" fmla="*/ 1009996 h 1212067"/>
                <a:gd name="connsiteX1673" fmla="*/ 829283 w 1385794"/>
                <a:gd name="connsiteY1673" fmla="*/ 1009290 h 1212067"/>
                <a:gd name="connsiteX1674" fmla="*/ 831033 w 1385794"/>
                <a:gd name="connsiteY1674" fmla="*/ 1008920 h 1212067"/>
                <a:gd name="connsiteX1675" fmla="*/ 833220 w 1385794"/>
                <a:gd name="connsiteY1675" fmla="*/ 1008920 h 1212067"/>
                <a:gd name="connsiteX1676" fmla="*/ 835980 w 1385794"/>
                <a:gd name="connsiteY1676" fmla="*/ 1009122 h 1212067"/>
                <a:gd name="connsiteX1677" fmla="*/ 837292 w 1385794"/>
                <a:gd name="connsiteY1677" fmla="*/ 1010568 h 1212067"/>
                <a:gd name="connsiteX1678" fmla="*/ 838437 w 1385794"/>
                <a:gd name="connsiteY1678" fmla="*/ 1013091 h 1212067"/>
                <a:gd name="connsiteX1679" fmla="*/ 839514 w 1385794"/>
                <a:gd name="connsiteY1679" fmla="*/ 1013024 h 1212067"/>
                <a:gd name="connsiteX1680" fmla="*/ 840321 w 1385794"/>
                <a:gd name="connsiteY1680" fmla="*/ 1012082 h 1212067"/>
                <a:gd name="connsiteX1681" fmla="*/ 840759 w 1385794"/>
                <a:gd name="connsiteY1681" fmla="*/ 1011073 h 1212067"/>
                <a:gd name="connsiteX1682" fmla="*/ 841196 w 1385794"/>
                <a:gd name="connsiteY1682" fmla="*/ 1010131 h 1212067"/>
                <a:gd name="connsiteX1683" fmla="*/ 841398 w 1385794"/>
                <a:gd name="connsiteY1683" fmla="*/ 1009054 h 1212067"/>
                <a:gd name="connsiteX1684" fmla="*/ 841836 w 1385794"/>
                <a:gd name="connsiteY1684" fmla="*/ 1008045 h 1212067"/>
                <a:gd name="connsiteX1685" fmla="*/ 842273 w 1385794"/>
                <a:gd name="connsiteY1685" fmla="*/ 1007473 h 1212067"/>
                <a:gd name="connsiteX1686" fmla="*/ 844023 w 1385794"/>
                <a:gd name="connsiteY1686" fmla="*/ 1007036 h 1212067"/>
                <a:gd name="connsiteX1687" fmla="*/ 846648 w 1385794"/>
                <a:gd name="connsiteY1687" fmla="*/ 1007978 h 1212067"/>
                <a:gd name="connsiteX1688" fmla="*/ 848163 w 1385794"/>
                <a:gd name="connsiteY1688" fmla="*/ 1009425 h 1212067"/>
                <a:gd name="connsiteX1689" fmla="*/ 849004 w 1385794"/>
                <a:gd name="connsiteY1689" fmla="*/ 1011308 h 1212067"/>
                <a:gd name="connsiteX1690" fmla="*/ 848836 w 1385794"/>
                <a:gd name="connsiteY1690" fmla="*/ 1013192 h 1212067"/>
                <a:gd name="connsiteX1691" fmla="*/ 848836 w 1385794"/>
                <a:gd name="connsiteY1691" fmla="*/ 1014504 h 1212067"/>
                <a:gd name="connsiteX1692" fmla="*/ 849274 w 1385794"/>
                <a:gd name="connsiteY1692" fmla="*/ 1016994 h 1212067"/>
                <a:gd name="connsiteX1693" fmla="*/ 849274 w 1385794"/>
                <a:gd name="connsiteY1693" fmla="*/ 1018608 h 1212067"/>
                <a:gd name="connsiteX1694" fmla="*/ 850889 w 1385794"/>
                <a:gd name="connsiteY1694" fmla="*/ 1019483 h 1212067"/>
                <a:gd name="connsiteX1695" fmla="*/ 851764 w 1385794"/>
                <a:gd name="connsiteY1695" fmla="*/ 1019920 h 1212067"/>
                <a:gd name="connsiteX1696" fmla="*/ 854793 w 1385794"/>
                <a:gd name="connsiteY1696" fmla="*/ 1020458 h 1212067"/>
                <a:gd name="connsiteX1697" fmla="*/ 856644 w 1385794"/>
                <a:gd name="connsiteY1697" fmla="*/ 1019819 h 1212067"/>
                <a:gd name="connsiteX1698" fmla="*/ 857317 w 1385794"/>
                <a:gd name="connsiteY1698" fmla="*/ 1022409 h 1212067"/>
                <a:gd name="connsiteX1699" fmla="*/ 859067 w 1385794"/>
                <a:gd name="connsiteY1699" fmla="*/ 1023284 h 1212067"/>
                <a:gd name="connsiteX1700" fmla="*/ 860144 w 1385794"/>
                <a:gd name="connsiteY1700" fmla="*/ 1023385 h 1212067"/>
                <a:gd name="connsiteX1701" fmla="*/ 862331 w 1385794"/>
                <a:gd name="connsiteY1701" fmla="*/ 1023284 h 1212067"/>
                <a:gd name="connsiteX1702" fmla="*/ 863846 w 1385794"/>
                <a:gd name="connsiteY1702" fmla="*/ 1025336 h 1212067"/>
                <a:gd name="connsiteX1703" fmla="*/ 864620 w 1385794"/>
                <a:gd name="connsiteY1703" fmla="*/ 1027287 h 1212067"/>
                <a:gd name="connsiteX1704" fmla="*/ 865798 w 1385794"/>
                <a:gd name="connsiteY1704" fmla="*/ 1029676 h 1212067"/>
                <a:gd name="connsiteX1705" fmla="*/ 866000 w 1385794"/>
                <a:gd name="connsiteY1705" fmla="*/ 1033040 h 1212067"/>
                <a:gd name="connsiteX1706" fmla="*/ 864788 w 1385794"/>
                <a:gd name="connsiteY1706" fmla="*/ 1036639 h 1212067"/>
                <a:gd name="connsiteX1707" fmla="*/ 863711 w 1385794"/>
                <a:gd name="connsiteY1707" fmla="*/ 1039027 h 1212067"/>
                <a:gd name="connsiteX1708" fmla="*/ 860985 w 1385794"/>
                <a:gd name="connsiteY1708" fmla="*/ 1042627 h 1212067"/>
                <a:gd name="connsiteX1709" fmla="*/ 859908 w 1385794"/>
                <a:gd name="connsiteY1709" fmla="*/ 1045116 h 1212067"/>
                <a:gd name="connsiteX1710" fmla="*/ 860548 w 1385794"/>
                <a:gd name="connsiteY1710" fmla="*/ 1047505 h 1212067"/>
                <a:gd name="connsiteX1711" fmla="*/ 862634 w 1385794"/>
                <a:gd name="connsiteY1711" fmla="*/ 1049994 h 1212067"/>
                <a:gd name="connsiteX1712" fmla="*/ 864149 w 1385794"/>
                <a:gd name="connsiteY1712" fmla="*/ 1051407 h 1212067"/>
                <a:gd name="connsiteX1713" fmla="*/ 864384 w 1385794"/>
                <a:gd name="connsiteY1713" fmla="*/ 1053795 h 1212067"/>
                <a:gd name="connsiteX1714" fmla="*/ 864283 w 1385794"/>
                <a:gd name="connsiteY1714" fmla="*/ 1055982 h 1212067"/>
                <a:gd name="connsiteX1715" fmla="*/ 864216 w 1385794"/>
                <a:gd name="connsiteY1715" fmla="*/ 1057832 h 1212067"/>
                <a:gd name="connsiteX1716" fmla="*/ 864485 w 1385794"/>
                <a:gd name="connsiteY1716" fmla="*/ 1060557 h 1212067"/>
                <a:gd name="connsiteX1717" fmla="*/ 864485 w 1385794"/>
                <a:gd name="connsiteY1717" fmla="*/ 1061431 h 1212067"/>
                <a:gd name="connsiteX1718" fmla="*/ 864586 w 1385794"/>
                <a:gd name="connsiteY1718" fmla="*/ 1063719 h 1212067"/>
                <a:gd name="connsiteX1719" fmla="*/ 864149 w 1385794"/>
                <a:gd name="connsiteY1719" fmla="*/ 1064930 h 1212067"/>
                <a:gd name="connsiteX1720" fmla="*/ 864048 w 1385794"/>
                <a:gd name="connsiteY1720" fmla="*/ 1066444 h 1212067"/>
                <a:gd name="connsiteX1721" fmla="*/ 864384 w 1385794"/>
                <a:gd name="connsiteY1721" fmla="*/ 1067756 h 1212067"/>
                <a:gd name="connsiteX1722" fmla="*/ 868827 w 1385794"/>
                <a:gd name="connsiteY1722" fmla="*/ 1068395 h 1212067"/>
                <a:gd name="connsiteX1723" fmla="*/ 872091 w 1385794"/>
                <a:gd name="connsiteY1723" fmla="*/ 1070245 h 1212067"/>
                <a:gd name="connsiteX1724" fmla="*/ 877745 w 1385794"/>
                <a:gd name="connsiteY1724" fmla="*/ 1069606 h 1212067"/>
                <a:gd name="connsiteX1725" fmla="*/ 879394 w 1385794"/>
                <a:gd name="connsiteY1725" fmla="*/ 1069068 h 1212067"/>
                <a:gd name="connsiteX1726" fmla="*/ 881885 w 1385794"/>
                <a:gd name="connsiteY1726" fmla="*/ 1070682 h 1212067"/>
                <a:gd name="connsiteX1727" fmla="*/ 884173 w 1385794"/>
                <a:gd name="connsiteY1727" fmla="*/ 1071019 h 1212067"/>
                <a:gd name="connsiteX1728" fmla="*/ 886260 w 1385794"/>
                <a:gd name="connsiteY1728" fmla="*/ 1069707 h 1212067"/>
                <a:gd name="connsiteX1729" fmla="*/ 888548 w 1385794"/>
                <a:gd name="connsiteY1729" fmla="*/ 1068059 h 1212067"/>
                <a:gd name="connsiteX1730" fmla="*/ 890298 w 1385794"/>
                <a:gd name="connsiteY1730" fmla="*/ 1065771 h 1212067"/>
                <a:gd name="connsiteX1731" fmla="*/ 890938 w 1385794"/>
                <a:gd name="connsiteY1731" fmla="*/ 1064257 h 1212067"/>
                <a:gd name="connsiteX1732" fmla="*/ 892452 w 1385794"/>
                <a:gd name="connsiteY1732" fmla="*/ 1063046 h 1212067"/>
                <a:gd name="connsiteX1733" fmla="*/ 895178 w 1385794"/>
                <a:gd name="connsiteY1733" fmla="*/ 1063046 h 1212067"/>
                <a:gd name="connsiteX1734" fmla="*/ 896592 w 1385794"/>
                <a:gd name="connsiteY1734" fmla="*/ 1063685 h 1212067"/>
                <a:gd name="connsiteX1735" fmla="*/ 897366 w 1385794"/>
                <a:gd name="connsiteY1735" fmla="*/ 1065435 h 1212067"/>
                <a:gd name="connsiteX1736" fmla="*/ 897601 w 1385794"/>
                <a:gd name="connsiteY1736" fmla="*/ 1068462 h 1212067"/>
                <a:gd name="connsiteX1737" fmla="*/ 897164 w 1385794"/>
                <a:gd name="connsiteY1737" fmla="*/ 1070951 h 1212067"/>
                <a:gd name="connsiteX1738" fmla="*/ 896625 w 1385794"/>
                <a:gd name="connsiteY1738" fmla="*/ 1072028 h 1212067"/>
                <a:gd name="connsiteX1739" fmla="*/ 896861 w 1385794"/>
                <a:gd name="connsiteY1739" fmla="*/ 1073878 h 1212067"/>
                <a:gd name="connsiteX1740" fmla="*/ 898174 w 1385794"/>
                <a:gd name="connsiteY1740" fmla="*/ 1075392 h 1212067"/>
                <a:gd name="connsiteX1741" fmla="*/ 898914 w 1385794"/>
                <a:gd name="connsiteY1741" fmla="*/ 1077444 h 1212067"/>
                <a:gd name="connsiteX1742" fmla="*/ 898712 w 1385794"/>
                <a:gd name="connsiteY1742" fmla="*/ 1078621 h 1212067"/>
                <a:gd name="connsiteX1743" fmla="*/ 898712 w 1385794"/>
                <a:gd name="connsiteY1743" fmla="*/ 1079059 h 1212067"/>
                <a:gd name="connsiteX1744" fmla="*/ 900664 w 1385794"/>
                <a:gd name="connsiteY1744" fmla="*/ 1079933 h 1212067"/>
                <a:gd name="connsiteX1745" fmla="*/ 903727 w 1385794"/>
                <a:gd name="connsiteY1745" fmla="*/ 1078419 h 1212067"/>
                <a:gd name="connsiteX1746" fmla="*/ 904703 w 1385794"/>
                <a:gd name="connsiteY1746" fmla="*/ 1077007 h 1212067"/>
                <a:gd name="connsiteX1747" fmla="*/ 906217 w 1385794"/>
                <a:gd name="connsiteY1747" fmla="*/ 1077007 h 1212067"/>
                <a:gd name="connsiteX1748" fmla="*/ 908607 w 1385794"/>
                <a:gd name="connsiteY1748" fmla="*/ 1079059 h 1212067"/>
                <a:gd name="connsiteX1749" fmla="*/ 913924 w 1385794"/>
                <a:gd name="connsiteY1749" fmla="*/ 1080135 h 1212067"/>
                <a:gd name="connsiteX1750" fmla="*/ 917289 w 1385794"/>
                <a:gd name="connsiteY1750" fmla="*/ 1081649 h 1212067"/>
                <a:gd name="connsiteX1751" fmla="*/ 919881 w 1385794"/>
                <a:gd name="connsiteY1751" fmla="*/ 1082086 h 1212067"/>
                <a:gd name="connsiteX1752" fmla="*/ 921631 w 1385794"/>
                <a:gd name="connsiteY1752" fmla="*/ 1081985 h 1212067"/>
                <a:gd name="connsiteX1753" fmla="*/ 928261 w 1385794"/>
                <a:gd name="connsiteY1753" fmla="*/ 1081783 h 1212067"/>
                <a:gd name="connsiteX1754" fmla="*/ 931963 w 1385794"/>
                <a:gd name="connsiteY1754" fmla="*/ 1081447 h 1212067"/>
                <a:gd name="connsiteX1755" fmla="*/ 934453 w 1385794"/>
                <a:gd name="connsiteY1755" fmla="*/ 1081346 h 1212067"/>
                <a:gd name="connsiteX1756" fmla="*/ 936742 w 1385794"/>
                <a:gd name="connsiteY1756" fmla="*/ 1081346 h 1212067"/>
                <a:gd name="connsiteX1757" fmla="*/ 940208 w 1385794"/>
                <a:gd name="connsiteY1757" fmla="*/ 1081346 h 1212067"/>
                <a:gd name="connsiteX1758" fmla="*/ 942261 w 1385794"/>
                <a:gd name="connsiteY1758" fmla="*/ 1083196 h 1212067"/>
                <a:gd name="connsiteX1759" fmla="*/ 944550 w 1385794"/>
                <a:gd name="connsiteY1759" fmla="*/ 1083970 h 1212067"/>
                <a:gd name="connsiteX1760" fmla="*/ 946737 w 1385794"/>
                <a:gd name="connsiteY1760" fmla="*/ 1084744 h 1212067"/>
                <a:gd name="connsiteX1761" fmla="*/ 949127 w 1385794"/>
                <a:gd name="connsiteY1761" fmla="*/ 1086257 h 1212067"/>
                <a:gd name="connsiteX1762" fmla="*/ 950978 w 1385794"/>
                <a:gd name="connsiteY1762" fmla="*/ 1087771 h 1212067"/>
                <a:gd name="connsiteX1763" fmla="*/ 953266 w 1385794"/>
                <a:gd name="connsiteY1763" fmla="*/ 1090597 h 1212067"/>
                <a:gd name="connsiteX1764" fmla="*/ 953905 w 1385794"/>
                <a:gd name="connsiteY1764" fmla="*/ 1092212 h 1212067"/>
                <a:gd name="connsiteX1765" fmla="*/ 954545 w 1385794"/>
                <a:gd name="connsiteY1765" fmla="*/ 1095037 h 1212067"/>
                <a:gd name="connsiteX1766" fmla="*/ 956194 w 1385794"/>
                <a:gd name="connsiteY1766" fmla="*/ 1100252 h 1212067"/>
                <a:gd name="connsiteX1767" fmla="*/ 958045 w 1385794"/>
                <a:gd name="connsiteY1767" fmla="*/ 1105466 h 1212067"/>
                <a:gd name="connsiteX1768" fmla="*/ 960233 w 1385794"/>
                <a:gd name="connsiteY1768" fmla="*/ 1110243 h 1212067"/>
                <a:gd name="connsiteX1769" fmla="*/ 962084 w 1385794"/>
                <a:gd name="connsiteY1769" fmla="*/ 1115019 h 1212067"/>
                <a:gd name="connsiteX1770" fmla="*/ 963396 w 1385794"/>
                <a:gd name="connsiteY1770" fmla="*/ 1118821 h 1212067"/>
                <a:gd name="connsiteX1771" fmla="*/ 965045 w 1385794"/>
                <a:gd name="connsiteY1771" fmla="*/ 1120435 h 1212067"/>
                <a:gd name="connsiteX1772" fmla="*/ 968310 w 1385794"/>
                <a:gd name="connsiteY1772" fmla="*/ 1121747 h 1212067"/>
                <a:gd name="connsiteX1773" fmla="*/ 971238 w 1385794"/>
                <a:gd name="connsiteY1773" fmla="*/ 1123261 h 1212067"/>
                <a:gd name="connsiteX1774" fmla="*/ 976017 w 1385794"/>
                <a:gd name="connsiteY1774" fmla="*/ 1123799 h 1212067"/>
                <a:gd name="connsiteX1775" fmla="*/ 979483 w 1385794"/>
                <a:gd name="connsiteY1775" fmla="*/ 1123598 h 1212067"/>
                <a:gd name="connsiteX1776" fmla="*/ 981772 w 1385794"/>
                <a:gd name="connsiteY1776" fmla="*/ 1124472 h 1212067"/>
                <a:gd name="connsiteX1777" fmla="*/ 983185 w 1385794"/>
                <a:gd name="connsiteY1777" fmla="*/ 1128711 h 1212067"/>
                <a:gd name="connsiteX1778" fmla="*/ 980997 w 1385794"/>
                <a:gd name="connsiteY1778" fmla="*/ 1131335 h 1212067"/>
                <a:gd name="connsiteX1779" fmla="*/ 977632 w 1385794"/>
                <a:gd name="connsiteY1779" fmla="*/ 1133353 h 1212067"/>
                <a:gd name="connsiteX1780" fmla="*/ 973055 w 1385794"/>
                <a:gd name="connsiteY1780" fmla="*/ 1135338 h 1212067"/>
                <a:gd name="connsiteX1781" fmla="*/ 970766 w 1385794"/>
                <a:gd name="connsiteY1781" fmla="*/ 1140451 h 1212067"/>
                <a:gd name="connsiteX1782" fmla="*/ 972079 w 1385794"/>
                <a:gd name="connsiteY1782" fmla="*/ 1143916 h 1212067"/>
                <a:gd name="connsiteX1783" fmla="*/ 972315 w 1385794"/>
                <a:gd name="connsiteY1783" fmla="*/ 1149029 h 1212067"/>
                <a:gd name="connsiteX1784" fmla="*/ 972214 w 1385794"/>
                <a:gd name="connsiteY1784" fmla="*/ 1152830 h 1212067"/>
                <a:gd name="connsiteX1785" fmla="*/ 970026 w 1385794"/>
                <a:gd name="connsiteY1785" fmla="*/ 1154681 h 1212067"/>
                <a:gd name="connsiteX1786" fmla="*/ 971238 w 1385794"/>
                <a:gd name="connsiteY1786" fmla="*/ 1157069 h 1212067"/>
                <a:gd name="connsiteX1787" fmla="*/ 973526 w 1385794"/>
                <a:gd name="connsiteY1787" fmla="*/ 1157607 h 1212067"/>
                <a:gd name="connsiteX1788" fmla="*/ 975579 w 1385794"/>
                <a:gd name="connsiteY1788" fmla="*/ 1160097 h 1212067"/>
                <a:gd name="connsiteX1789" fmla="*/ 975142 w 1385794"/>
                <a:gd name="connsiteY1789" fmla="*/ 1164974 h 1212067"/>
                <a:gd name="connsiteX1790" fmla="*/ 973526 w 1385794"/>
                <a:gd name="connsiteY1790" fmla="*/ 1168002 h 1212067"/>
                <a:gd name="connsiteX1791" fmla="*/ 969925 w 1385794"/>
                <a:gd name="connsiteY1791" fmla="*/ 1168977 h 1212067"/>
                <a:gd name="connsiteX1792" fmla="*/ 966661 w 1385794"/>
                <a:gd name="connsiteY1792" fmla="*/ 1170727 h 1212067"/>
                <a:gd name="connsiteX1793" fmla="*/ 962420 w 1385794"/>
                <a:gd name="connsiteY1793" fmla="*/ 1171938 h 1212067"/>
                <a:gd name="connsiteX1794" fmla="*/ 961646 w 1385794"/>
                <a:gd name="connsiteY1794" fmla="*/ 1174124 h 1212067"/>
                <a:gd name="connsiteX1795" fmla="*/ 961983 w 1385794"/>
                <a:gd name="connsiteY1795" fmla="*/ 1176412 h 1212067"/>
                <a:gd name="connsiteX1796" fmla="*/ 962420 w 1385794"/>
                <a:gd name="connsiteY1796" fmla="*/ 1177925 h 1212067"/>
                <a:gd name="connsiteX1797" fmla="*/ 964911 w 1385794"/>
                <a:gd name="connsiteY1797" fmla="*/ 1181289 h 1212067"/>
                <a:gd name="connsiteX1798" fmla="*/ 968613 w 1385794"/>
                <a:gd name="connsiteY1798" fmla="*/ 1184553 h 1212067"/>
                <a:gd name="connsiteX1799" fmla="*/ 971103 w 1385794"/>
                <a:gd name="connsiteY1799" fmla="*/ 1186167 h 1212067"/>
                <a:gd name="connsiteX1800" fmla="*/ 973156 w 1385794"/>
                <a:gd name="connsiteY1800" fmla="*/ 1187816 h 1212067"/>
                <a:gd name="connsiteX1801" fmla="*/ 977598 w 1385794"/>
                <a:gd name="connsiteY1801" fmla="*/ 1189868 h 1212067"/>
                <a:gd name="connsiteX1802" fmla="*/ 979887 w 1385794"/>
                <a:gd name="connsiteY1802" fmla="*/ 1190843 h 1212067"/>
                <a:gd name="connsiteX1803" fmla="*/ 984127 w 1385794"/>
                <a:gd name="connsiteY1803" fmla="*/ 1193131 h 1212067"/>
                <a:gd name="connsiteX1804" fmla="*/ 988368 w 1385794"/>
                <a:gd name="connsiteY1804" fmla="*/ 1194543 h 1212067"/>
                <a:gd name="connsiteX1805" fmla="*/ 991834 w 1385794"/>
                <a:gd name="connsiteY1805" fmla="*/ 1195956 h 1212067"/>
                <a:gd name="connsiteX1806" fmla="*/ 995200 w 1385794"/>
                <a:gd name="connsiteY1806" fmla="*/ 1197807 h 1212067"/>
                <a:gd name="connsiteX1807" fmla="*/ 997488 w 1385794"/>
                <a:gd name="connsiteY1807" fmla="*/ 1200094 h 1212067"/>
                <a:gd name="connsiteX1808" fmla="*/ 999440 w 1385794"/>
                <a:gd name="connsiteY1808" fmla="*/ 1202045 h 1212067"/>
                <a:gd name="connsiteX1809" fmla="*/ 1001628 w 1385794"/>
                <a:gd name="connsiteY1809" fmla="*/ 1204535 h 1212067"/>
                <a:gd name="connsiteX1810" fmla="*/ 1005532 w 1385794"/>
                <a:gd name="connsiteY1810" fmla="*/ 1206385 h 1212067"/>
                <a:gd name="connsiteX1811" fmla="*/ 1008460 w 1385794"/>
                <a:gd name="connsiteY1811" fmla="*/ 1206385 h 1212067"/>
                <a:gd name="connsiteX1812" fmla="*/ 1011388 w 1385794"/>
                <a:gd name="connsiteY1812" fmla="*/ 1205510 h 1212067"/>
                <a:gd name="connsiteX1813" fmla="*/ 1016166 w 1385794"/>
                <a:gd name="connsiteY1813" fmla="*/ 1207461 h 1212067"/>
                <a:gd name="connsiteX1814" fmla="*/ 1018892 w 1385794"/>
                <a:gd name="connsiteY1814" fmla="*/ 1209210 h 1212067"/>
                <a:gd name="connsiteX1815" fmla="*/ 1023671 w 1385794"/>
                <a:gd name="connsiteY1815" fmla="*/ 1210825 h 1212067"/>
                <a:gd name="connsiteX1816" fmla="*/ 1030638 w 1385794"/>
                <a:gd name="connsiteY1816" fmla="*/ 1210825 h 1212067"/>
                <a:gd name="connsiteX1817" fmla="*/ 1032052 w 1385794"/>
                <a:gd name="connsiteY1817" fmla="*/ 1208773 h 1212067"/>
                <a:gd name="connsiteX1818" fmla="*/ 1034542 w 1385794"/>
                <a:gd name="connsiteY1818" fmla="*/ 1208571 h 1212067"/>
                <a:gd name="connsiteX1819" fmla="*/ 1038244 w 1385794"/>
                <a:gd name="connsiteY1819" fmla="*/ 1209648 h 1212067"/>
                <a:gd name="connsiteX1820" fmla="*/ 1041407 w 1385794"/>
                <a:gd name="connsiteY1820" fmla="*/ 1211700 h 1212067"/>
                <a:gd name="connsiteX1821" fmla="*/ 1044672 w 1385794"/>
                <a:gd name="connsiteY1821" fmla="*/ 1211700 h 1212067"/>
                <a:gd name="connsiteX1822" fmla="*/ 1046960 w 1385794"/>
                <a:gd name="connsiteY1822" fmla="*/ 1208874 h 1212067"/>
                <a:gd name="connsiteX1823" fmla="*/ 1047600 w 1385794"/>
                <a:gd name="connsiteY1823" fmla="*/ 1207259 h 1212067"/>
                <a:gd name="connsiteX1824" fmla="*/ 1049114 w 1385794"/>
                <a:gd name="connsiteY1824" fmla="*/ 1206183 h 1212067"/>
                <a:gd name="connsiteX1825" fmla="*/ 1055408 w 1385794"/>
                <a:gd name="connsiteY1825" fmla="*/ 1209749 h 1212067"/>
                <a:gd name="connsiteX1826" fmla="*/ 1059446 w 1385794"/>
                <a:gd name="connsiteY1826" fmla="*/ 1208235 h 1212067"/>
                <a:gd name="connsiteX1827" fmla="*/ 1062509 w 1385794"/>
                <a:gd name="connsiteY1827" fmla="*/ 1203559 h 1212067"/>
                <a:gd name="connsiteX1828" fmla="*/ 1065437 w 1385794"/>
                <a:gd name="connsiteY1828" fmla="*/ 1200531 h 1212067"/>
                <a:gd name="connsiteX1829" fmla="*/ 1067187 w 1385794"/>
                <a:gd name="connsiteY1829" fmla="*/ 1197941 h 1212067"/>
                <a:gd name="connsiteX1830" fmla="*/ 1069677 w 1385794"/>
                <a:gd name="connsiteY1830" fmla="*/ 1196192 h 1212067"/>
                <a:gd name="connsiteX1831" fmla="*/ 1070216 w 1385794"/>
                <a:gd name="connsiteY1831" fmla="*/ 1194342 h 1212067"/>
                <a:gd name="connsiteX1832" fmla="*/ 1068028 w 1385794"/>
                <a:gd name="connsiteY1832" fmla="*/ 1191751 h 1212067"/>
                <a:gd name="connsiteX1833" fmla="*/ 1068028 w 1385794"/>
                <a:gd name="connsiteY1833" fmla="*/ 1188287 h 1212067"/>
                <a:gd name="connsiteX1834" fmla="*/ 1068028 w 1385794"/>
                <a:gd name="connsiteY1834" fmla="*/ 1184822 h 1212067"/>
                <a:gd name="connsiteX1835" fmla="*/ 1068028 w 1385794"/>
                <a:gd name="connsiteY1835" fmla="*/ 1180247 h 1212067"/>
                <a:gd name="connsiteX1836" fmla="*/ 1070653 w 1385794"/>
                <a:gd name="connsiteY1836" fmla="*/ 1176984 h 1212067"/>
                <a:gd name="connsiteX1837" fmla="*/ 1076072 w 1385794"/>
                <a:gd name="connsiteY1837" fmla="*/ 1176984 h 1212067"/>
                <a:gd name="connsiteX1838" fmla="*/ 1079538 w 1385794"/>
                <a:gd name="connsiteY1838" fmla="*/ 1177858 h 1212067"/>
                <a:gd name="connsiteX1839" fmla="*/ 1081288 w 1385794"/>
                <a:gd name="connsiteY1839" fmla="*/ 1180886 h 1212067"/>
                <a:gd name="connsiteX1840" fmla="*/ 1088019 w 1385794"/>
                <a:gd name="connsiteY1840" fmla="*/ 1178497 h 1212067"/>
                <a:gd name="connsiteX1841" fmla="*/ 1094750 w 1385794"/>
                <a:gd name="connsiteY1841" fmla="*/ 1182837 h 1212067"/>
                <a:gd name="connsiteX1842" fmla="*/ 1099966 w 1385794"/>
                <a:gd name="connsiteY1842" fmla="*/ 1180650 h 1212067"/>
                <a:gd name="connsiteX1843" fmla="*/ 1105385 w 1385794"/>
                <a:gd name="connsiteY1843" fmla="*/ 1176311 h 1212067"/>
                <a:gd name="connsiteX1844" fmla="*/ 1112351 w 1385794"/>
                <a:gd name="connsiteY1844" fmla="*/ 1175234 h 1212067"/>
                <a:gd name="connsiteX1845" fmla="*/ 1119318 w 1385794"/>
                <a:gd name="connsiteY1845" fmla="*/ 1170458 h 1212067"/>
                <a:gd name="connsiteX1846" fmla="*/ 1119755 w 1385794"/>
                <a:gd name="connsiteY1846" fmla="*/ 1169045 h 1212067"/>
                <a:gd name="connsiteX1847" fmla="*/ 1120529 w 1385794"/>
                <a:gd name="connsiteY1847" fmla="*/ 1165580 h 1212067"/>
                <a:gd name="connsiteX1848" fmla="*/ 1120967 w 1385794"/>
                <a:gd name="connsiteY1848" fmla="*/ 1163965 h 1212067"/>
                <a:gd name="connsiteX1849" fmla="*/ 1120327 w 1385794"/>
                <a:gd name="connsiteY1849" fmla="*/ 1157876 h 1212067"/>
                <a:gd name="connsiteX1850" fmla="*/ 1120428 w 1385794"/>
                <a:gd name="connsiteY1850" fmla="*/ 1154277 h 1212067"/>
                <a:gd name="connsiteX1851" fmla="*/ 1120866 w 1385794"/>
                <a:gd name="connsiteY1851" fmla="*/ 1151350 h 1212067"/>
                <a:gd name="connsiteX1852" fmla="*/ 1122078 w 1385794"/>
                <a:gd name="connsiteY1852" fmla="*/ 1150274 h 1212067"/>
                <a:gd name="connsiteX1853" fmla="*/ 1124804 w 1385794"/>
                <a:gd name="connsiteY1853" fmla="*/ 1148861 h 1212067"/>
                <a:gd name="connsiteX1854" fmla="*/ 1126991 w 1385794"/>
                <a:gd name="connsiteY1854" fmla="*/ 1148861 h 1212067"/>
                <a:gd name="connsiteX1855" fmla="*/ 1129044 w 1385794"/>
                <a:gd name="connsiteY1855" fmla="*/ 1149500 h 1212067"/>
                <a:gd name="connsiteX1856" fmla="*/ 1131871 w 1385794"/>
                <a:gd name="connsiteY1856" fmla="*/ 1148962 h 1212067"/>
                <a:gd name="connsiteX1857" fmla="*/ 1132410 w 1385794"/>
                <a:gd name="connsiteY1857" fmla="*/ 1147011 h 1212067"/>
                <a:gd name="connsiteX1858" fmla="*/ 1130659 w 1385794"/>
                <a:gd name="connsiteY1858" fmla="*/ 1143983 h 1212067"/>
                <a:gd name="connsiteX1859" fmla="*/ 1126856 w 1385794"/>
                <a:gd name="connsiteY1859" fmla="*/ 1143109 h 1212067"/>
                <a:gd name="connsiteX1860" fmla="*/ 1125544 w 1385794"/>
                <a:gd name="connsiteY1860" fmla="*/ 1143109 h 1212067"/>
                <a:gd name="connsiteX1861" fmla="*/ 1122818 w 1385794"/>
                <a:gd name="connsiteY1861" fmla="*/ 1143983 h 1212067"/>
                <a:gd name="connsiteX1862" fmla="*/ 1121303 w 1385794"/>
                <a:gd name="connsiteY1862" fmla="*/ 1143983 h 1212067"/>
                <a:gd name="connsiteX1863" fmla="*/ 1120664 w 1385794"/>
                <a:gd name="connsiteY1863" fmla="*/ 1142739 h 1212067"/>
                <a:gd name="connsiteX1864" fmla="*/ 1117938 w 1385794"/>
                <a:gd name="connsiteY1864" fmla="*/ 1141595 h 1212067"/>
                <a:gd name="connsiteX1865" fmla="*/ 1114572 w 1385794"/>
                <a:gd name="connsiteY1865" fmla="*/ 1139408 h 1212067"/>
                <a:gd name="connsiteX1866" fmla="*/ 1110669 w 1385794"/>
                <a:gd name="connsiteY1866" fmla="*/ 1139408 h 1212067"/>
                <a:gd name="connsiteX1867" fmla="*/ 1108481 w 1385794"/>
                <a:gd name="connsiteY1867" fmla="*/ 1138870 h 1212067"/>
                <a:gd name="connsiteX1868" fmla="*/ 1104140 w 1385794"/>
                <a:gd name="connsiteY1868" fmla="*/ 1136919 h 1212067"/>
                <a:gd name="connsiteX1869" fmla="*/ 1103366 w 1385794"/>
                <a:gd name="connsiteY1869" fmla="*/ 1134329 h 1212067"/>
                <a:gd name="connsiteX1870" fmla="*/ 1103399 w 1385794"/>
                <a:gd name="connsiteY1870" fmla="*/ 1130965 h 1212067"/>
                <a:gd name="connsiteX1871" fmla="*/ 1103938 w 1385794"/>
                <a:gd name="connsiteY1871" fmla="*/ 1128240 h 1212067"/>
                <a:gd name="connsiteX1872" fmla="*/ 1106327 w 1385794"/>
                <a:gd name="connsiteY1872" fmla="*/ 1127163 h 1212067"/>
                <a:gd name="connsiteX1873" fmla="*/ 1111880 w 1385794"/>
                <a:gd name="connsiteY1873" fmla="*/ 1124876 h 1212067"/>
                <a:gd name="connsiteX1874" fmla="*/ 1115044 w 1385794"/>
                <a:gd name="connsiteY1874" fmla="*/ 1124001 h 1212067"/>
                <a:gd name="connsiteX1875" fmla="*/ 1115044 w 1385794"/>
                <a:gd name="connsiteY1875" fmla="*/ 1119325 h 1212067"/>
                <a:gd name="connsiteX1876" fmla="*/ 1116020 w 1385794"/>
                <a:gd name="connsiteY1876" fmla="*/ 1115188 h 1212067"/>
                <a:gd name="connsiteX1877" fmla="*/ 1116996 w 1385794"/>
                <a:gd name="connsiteY1877" fmla="*/ 1111487 h 1212067"/>
                <a:gd name="connsiteX1878" fmla="*/ 1118174 w 1385794"/>
                <a:gd name="connsiteY1878" fmla="*/ 1108224 h 1212067"/>
                <a:gd name="connsiteX1879" fmla="*/ 1119688 w 1385794"/>
                <a:gd name="connsiteY1879" fmla="*/ 1106374 h 1212067"/>
                <a:gd name="connsiteX1880" fmla="*/ 1124366 w 1385794"/>
                <a:gd name="connsiteY1880" fmla="*/ 1104524 h 1212067"/>
                <a:gd name="connsiteX1881" fmla="*/ 1127530 w 1385794"/>
                <a:gd name="connsiteY1881" fmla="*/ 1102909 h 1212067"/>
                <a:gd name="connsiteX1882" fmla="*/ 1129481 w 1385794"/>
                <a:gd name="connsiteY1882" fmla="*/ 1100857 h 1212067"/>
                <a:gd name="connsiteX1883" fmla="*/ 1131770 w 1385794"/>
                <a:gd name="connsiteY1883" fmla="*/ 1098368 h 1212067"/>
                <a:gd name="connsiteX1884" fmla="*/ 1133284 w 1385794"/>
                <a:gd name="connsiteY1884" fmla="*/ 1097056 h 1212067"/>
                <a:gd name="connsiteX1885" fmla="*/ 1137188 w 1385794"/>
                <a:gd name="connsiteY1885" fmla="*/ 1097291 h 1212067"/>
                <a:gd name="connsiteX1886" fmla="*/ 1139039 w 1385794"/>
                <a:gd name="connsiteY1886" fmla="*/ 1099781 h 1212067"/>
                <a:gd name="connsiteX1887" fmla="*/ 1141227 w 1385794"/>
                <a:gd name="connsiteY1887" fmla="*/ 1101631 h 1212067"/>
                <a:gd name="connsiteX1888" fmla="*/ 1143314 w 1385794"/>
                <a:gd name="connsiteY1888" fmla="*/ 1104019 h 1212067"/>
                <a:gd name="connsiteX1889" fmla="*/ 1148193 w 1385794"/>
                <a:gd name="connsiteY1889" fmla="*/ 1106071 h 1212067"/>
                <a:gd name="connsiteX1890" fmla="*/ 1149169 w 1385794"/>
                <a:gd name="connsiteY1890" fmla="*/ 1104995 h 1212067"/>
                <a:gd name="connsiteX1891" fmla="*/ 1151761 w 1385794"/>
                <a:gd name="connsiteY1891" fmla="*/ 1103346 h 1212067"/>
                <a:gd name="connsiteX1892" fmla="*/ 1154251 w 1385794"/>
                <a:gd name="connsiteY1892" fmla="*/ 1103010 h 1212067"/>
                <a:gd name="connsiteX1893" fmla="*/ 1157179 w 1385794"/>
                <a:gd name="connsiteY1893" fmla="*/ 1103649 h 1212067"/>
                <a:gd name="connsiteX1894" fmla="*/ 1159266 w 1385794"/>
                <a:gd name="connsiteY1894" fmla="*/ 1104524 h 1212067"/>
                <a:gd name="connsiteX1895" fmla="*/ 1161756 w 1385794"/>
                <a:gd name="connsiteY1895" fmla="*/ 1103885 h 1212067"/>
                <a:gd name="connsiteX1896" fmla="*/ 1163372 w 1385794"/>
                <a:gd name="connsiteY1896" fmla="*/ 1102034 h 1212067"/>
                <a:gd name="connsiteX1897" fmla="*/ 1165122 w 1385794"/>
                <a:gd name="connsiteY1897" fmla="*/ 1099983 h 1212067"/>
                <a:gd name="connsiteX1898" fmla="*/ 1166973 w 1385794"/>
                <a:gd name="connsiteY1898" fmla="*/ 1098570 h 1212067"/>
                <a:gd name="connsiteX1899" fmla="*/ 1169160 w 1385794"/>
                <a:gd name="connsiteY1899" fmla="*/ 1099545 h 1212067"/>
                <a:gd name="connsiteX1900" fmla="*/ 1169699 w 1385794"/>
                <a:gd name="connsiteY1900" fmla="*/ 1102034 h 1212067"/>
                <a:gd name="connsiteX1901" fmla="*/ 1169934 w 1385794"/>
                <a:gd name="connsiteY1901" fmla="*/ 1103111 h 1212067"/>
                <a:gd name="connsiteX1902" fmla="*/ 1170136 w 1385794"/>
                <a:gd name="connsiteY1902" fmla="*/ 1105600 h 1212067"/>
                <a:gd name="connsiteX1903" fmla="*/ 1170675 w 1385794"/>
                <a:gd name="connsiteY1903" fmla="*/ 1108527 h 1212067"/>
                <a:gd name="connsiteX1904" fmla="*/ 1171550 w 1385794"/>
                <a:gd name="connsiteY1904" fmla="*/ 1109301 h 1212067"/>
                <a:gd name="connsiteX1905" fmla="*/ 1173603 w 1385794"/>
                <a:gd name="connsiteY1905" fmla="*/ 1111689 h 1212067"/>
                <a:gd name="connsiteX1906" fmla="*/ 1176968 w 1385794"/>
                <a:gd name="connsiteY1906" fmla="*/ 1113001 h 1212067"/>
                <a:gd name="connsiteX1907" fmla="*/ 1179593 w 1385794"/>
                <a:gd name="connsiteY1907" fmla="*/ 1111925 h 1212067"/>
                <a:gd name="connsiteX1908" fmla="*/ 1180367 w 1385794"/>
                <a:gd name="connsiteY1908" fmla="*/ 1111285 h 1212067"/>
                <a:gd name="connsiteX1909" fmla="*/ 1181983 w 1385794"/>
                <a:gd name="connsiteY1909" fmla="*/ 1109099 h 1212067"/>
                <a:gd name="connsiteX1910" fmla="*/ 1183935 w 1385794"/>
                <a:gd name="connsiteY1910" fmla="*/ 1105836 h 1212067"/>
                <a:gd name="connsiteX1911" fmla="*/ 1185146 w 1385794"/>
                <a:gd name="connsiteY1911" fmla="*/ 1101496 h 1212067"/>
                <a:gd name="connsiteX1912" fmla="*/ 1184507 w 1385794"/>
                <a:gd name="connsiteY1912" fmla="*/ 1097157 h 1212067"/>
                <a:gd name="connsiteX1913" fmla="*/ 1182218 w 1385794"/>
                <a:gd name="connsiteY1913" fmla="*/ 1094869 h 1212067"/>
                <a:gd name="connsiteX1914" fmla="*/ 1177439 w 1385794"/>
                <a:gd name="connsiteY1914" fmla="*/ 1095307 h 1212067"/>
                <a:gd name="connsiteX1915" fmla="*/ 1174511 w 1385794"/>
                <a:gd name="connsiteY1915" fmla="*/ 1093793 h 1212067"/>
                <a:gd name="connsiteX1916" fmla="*/ 1176564 w 1385794"/>
                <a:gd name="connsiteY1916" fmla="*/ 1089554 h 1212067"/>
                <a:gd name="connsiteX1917" fmla="*/ 1176901 w 1385794"/>
                <a:gd name="connsiteY1917" fmla="*/ 1088141 h 1212067"/>
                <a:gd name="connsiteX1918" fmla="*/ 1175050 w 1385794"/>
                <a:gd name="connsiteY1918" fmla="*/ 1086829 h 1212067"/>
                <a:gd name="connsiteX1919" fmla="*/ 1174175 w 1385794"/>
                <a:gd name="connsiteY1919" fmla="*/ 1084004 h 1212067"/>
                <a:gd name="connsiteX1920" fmla="*/ 1174175 w 1385794"/>
                <a:gd name="connsiteY1920" fmla="*/ 1080741 h 1212067"/>
                <a:gd name="connsiteX1921" fmla="*/ 1174915 w 1385794"/>
                <a:gd name="connsiteY1921" fmla="*/ 1076939 h 1212067"/>
                <a:gd name="connsiteX1922" fmla="*/ 1174040 w 1385794"/>
                <a:gd name="connsiteY1922" fmla="*/ 1074450 h 1212067"/>
                <a:gd name="connsiteX1923" fmla="*/ 1172963 w 1385794"/>
                <a:gd name="connsiteY1923" fmla="*/ 1073575 h 1212067"/>
                <a:gd name="connsiteX1924" fmla="*/ 1170910 w 1385794"/>
                <a:gd name="connsiteY1924" fmla="*/ 1070750 h 1212067"/>
                <a:gd name="connsiteX1925" fmla="*/ 1168958 w 1385794"/>
                <a:gd name="connsiteY1925" fmla="*/ 1064762 h 1212067"/>
                <a:gd name="connsiteX1926" fmla="*/ 1168958 w 1385794"/>
                <a:gd name="connsiteY1926" fmla="*/ 1059548 h 1212067"/>
                <a:gd name="connsiteX1927" fmla="*/ 1169396 w 1385794"/>
                <a:gd name="connsiteY1927" fmla="*/ 1055511 h 1212067"/>
                <a:gd name="connsiteX1928" fmla="*/ 1171886 w 1385794"/>
                <a:gd name="connsiteY1928" fmla="*/ 1053459 h 1212067"/>
                <a:gd name="connsiteX1929" fmla="*/ 1174175 w 1385794"/>
                <a:gd name="connsiteY1929" fmla="*/ 1050835 h 1212067"/>
                <a:gd name="connsiteX1930" fmla="*/ 1177204 w 1385794"/>
                <a:gd name="connsiteY1930" fmla="*/ 1047236 h 1212067"/>
                <a:gd name="connsiteX1931" fmla="*/ 1178617 w 1385794"/>
                <a:gd name="connsiteY1931" fmla="*/ 1045284 h 1212067"/>
                <a:gd name="connsiteX1932" fmla="*/ 1180468 w 1385794"/>
                <a:gd name="connsiteY1932" fmla="*/ 1043872 h 1212067"/>
                <a:gd name="connsiteX1933" fmla="*/ 1184372 w 1385794"/>
                <a:gd name="connsiteY1933" fmla="*/ 1043872 h 1212067"/>
                <a:gd name="connsiteX1934" fmla="*/ 1188276 w 1385794"/>
                <a:gd name="connsiteY1934" fmla="*/ 1043098 h 1212067"/>
                <a:gd name="connsiteX1935" fmla="*/ 1188916 w 1385794"/>
                <a:gd name="connsiteY1935" fmla="*/ 1040810 h 1212067"/>
                <a:gd name="connsiteX1936" fmla="*/ 1187603 w 1385794"/>
                <a:gd name="connsiteY1936" fmla="*/ 1038321 h 1212067"/>
                <a:gd name="connsiteX1937" fmla="*/ 1185752 w 1385794"/>
                <a:gd name="connsiteY1937" fmla="*/ 1036908 h 1212067"/>
                <a:gd name="connsiteX1938" fmla="*/ 1182151 w 1385794"/>
                <a:gd name="connsiteY1938" fmla="*/ 1035294 h 1212067"/>
                <a:gd name="connsiteX1939" fmla="*/ 1177708 w 1385794"/>
                <a:gd name="connsiteY1939" fmla="*/ 1034217 h 1212067"/>
                <a:gd name="connsiteX1940" fmla="*/ 1175790 w 1385794"/>
                <a:gd name="connsiteY1940" fmla="*/ 1033578 h 1212067"/>
                <a:gd name="connsiteX1941" fmla="*/ 1175790 w 1385794"/>
                <a:gd name="connsiteY1941" fmla="*/ 1031089 h 1212067"/>
                <a:gd name="connsiteX1942" fmla="*/ 1178718 w 1385794"/>
                <a:gd name="connsiteY1942" fmla="*/ 1029440 h 1212067"/>
                <a:gd name="connsiteX1943" fmla="*/ 1180132 w 1385794"/>
                <a:gd name="connsiteY1943" fmla="*/ 1028364 h 1212067"/>
                <a:gd name="connsiteX1944" fmla="*/ 1183396 w 1385794"/>
                <a:gd name="connsiteY1944" fmla="*/ 1026850 h 1212067"/>
                <a:gd name="connsiteX1945" fmla="*/ 1185348 w 1385794"/>
                <a:gd name="connsiteY1945" fmla="*/ 1025773 h 1212067"/>
                <a:gd name="connsiteX1946" fmla="*/ 1190565 w 1385794"/>
                <a:gd name="connsiteY1946" fmla="*/ 1025773 h 1212067"/>
                <a:gd name="connsiteX1947" fmla="*/ 1193594 w 1385794"/>
                <a:gd name="connsiteY1947" fmla="*/ 1025773 h 1212067"/>
                <a:gd name="connsiteX1948" fmla="*/ 1195781 w 1385794"/>
                <a:gd name="connsiteY1948" fmla="*/ 1024630 h 1212067"/>
                <a:gd name="connsiteX1949" fmla="*/ 1196757 w 1385794"/>
                <a:gd name="connsiteY1949" fmla="*/ 1022510 h 1212067"/>
                <a:gd name="connsiteX1950" fmla="*/ 1196959 w 1385794"/>
                <a:gd name="connsiteY1950" fmla="*/ 1019483 h 1212067"/>
                <a:gd name="connsiteX1951" fmla="*/ 1194031 w 1385794"/>
                <a:gd name="connsiteY1951" fmla="*/ 1016994 h 1212067"/>
                <a:gd name="connsiteX1952" fmla="*/ 1192281 w 1385794"/>
                <a:gd name="connsiteY1952" fmla="*/ 1015076 h 1212067"/>
                <a:gd name="connsiteX1953" fmla="*/ 1190093 w 1385794"/>
                <a:gd name="connsiteY1953" fmla="*/ 1013630 h 1212067"/>
                <a:gd name="connsiteX1954" fmla="*/ 1186324 w 1385794"/>
                <a:gd name="connsiteY1954" fmla="*/ 1008853 h 1212067"/>
                <a:gd name="connsiteX1955" fmla="*/ 1184305 w 1385794"/>
                <a:gd name="connsiteY1955" fmla="*/ 1004210 h 1212067"/>
                <a:gd name="connsiteX1956" fmla="*/ 1181545 w 1385794"/>
                <a:gd name="connsiteY1956" fmla="*/ 1002629 h 1212067"/>
                <a:gd name="connsiteX1957" fmla="*/ 1177776 w 1385794"/>
                <a:gd name="connsiteY1957" fmla="*/ 1000880 h 1212067"/>
                <a:gd name="connsiteX1958" fmla="*/ 1174545 w 1385794"/>
                <a:gd name="connsiteY1958" fmla="*/ 998828 h 1212067"/>
                <a:gd name="connsiteX1959" fmla="*/ 1171348 w 1385794"/>
                <a:gd name="connsiteY1959" fmla="*/ 997449 h 1212067"/>
                <a:gd name="connsiteX1960" fmla="*/ 1169329 w 1385794"/>
                <a:gd name="connsiteY1960" fmla="*/ 998761 h 1212067"/>
                <a:gd name="connsiteX1961" fmla="*/ 1167141 w 1385794"/>
                <a:gd name="connsiteY1961" fmla="*/ 998761 h 1212067"/>
                <a:gd name="connsiteX1962" fmla="*/ 1164819 w 1385794"/>
                <a:gd name="connsiteY1962" fmla="*/ 996574 h 1212067"/>
                <a:gd name="connsiteX1963" fmla="*/ 1164078 w 1385794"/>
                <a:gd name="connsiteY1963" fmla="*/ 993378 h 1212067"/>
                <a:gd name="connsiteX1964" fmla="*/ 1164953 w 1385794"/>
                <a:gd name="connsiteY1964" fmla="*/ 990486 h 1212067"/>
                <a:gd name="connsiteX1965" fmla="*/ 1164953 w 1385794"/>
                <a:gd name="connsiteY1965" fmla="*/ 987021 h 1212067"/>
                <a:gd name="connsiteX1966" fmla="*/ 1164953 w 1385794"/>
                <a:gd name="connsiteY1966" fmla="*/ 984565 h 1212067"/>
                <a:gd name="connsiteX1967" fmla="*/ 1165694 w 1385794"/>
                <a:gd name="connsiteY1967" fmla="*/ 981369 h 1212067"/>
                <a:gd name="connsiteX1968" fmla="*/ 1167578 w 1385794"/>
                <a:gd name="connsiteY1968" fmla="*/ 978611 h 1212067"/>
                <a:gd name="connsiteX1969" fmla="*/ 1168319 w 1385794"/>
                <a:gd name="connsiteY1969" fmla="*/ 976861 h 1212067"/>
                <a:gd name="connsiteX1970" fmla="*/ 1169901 w 1385794"/>
                <a:gd name="connsiteY1970" fmla="*/ 974406 h 1212067"/>
                <a:gd name="connsiteX1971" fmla="*/ 1170607 w 1385794"/>
                <a:gd name="connsiteY1971" fmla="*/ 973531 h 1212067"/>
                <a:gd name="connsiteX1972" fmla="*/ 1172055 w 1385794"/>
                <a:gd name="connsiteY1972" fmla="*/ 971950 h 1212067"/>
                <a:gd name="connsiteX1973" fmla="*/ 1174511 w 1385794"/>
                <a:gd name="connsiteY1973" fmla="*/ 970504 h 1212067"/>
                <a:gd name="connsiteX1974" fmla="*/ 1177103 w 1385794"/>
                <a:gd name="connsiteY1974" fmla="*/ 970504 h 1212067"/>
                <a:gd name="connsiteX1975" fmla="*/ 1180300 w 1385794"/>
                <a:gd name="connsiteY1975" fmla="*/ 970504 h 1212067"/>
                <a:gd name="connsiteX1976" fmla="*/ 1182757 w 1385794"/>
                <a:gd name="connsiteY1976" fmla="*/ 969763 h 1212067"/>
                <a:gd name="connsiteX1977" fmla="*/ 1183632 w 1385794"/>
                <a:gd name="connsiteY1977" fmla="*/ 968620 h 1212067"/>
                <a:gd name="connsiteX1978" fmla="*/ 1183766 w 1385794"/>
                <a:gd name="connsiteY1978" fmla="*/ 967039 h 1212067"/>
                <a:gd name="connsiteX1979" fmla="*/ 1184204 w 1385794"/>
                <a:gd name="connsiteY1979" fmla="*/ 964280 h 1212067"/>
                <a:gd name="connsiteX1980" fmla="*/ 1184069 w 1385794"/>
                <a:gd name="connsiteY1980" fmla="*/ 962699 h 1212067"/>
                <a:gd name="connsiteX1981" fmla="*/ 1183497 w 1385794"/>
                <a:gd name="connsiteY1981" fmla="*/ 960075 h 1212067"/>
                <a:gd name="connsiteX1982" fmla="*/ 1182353 w 1385794"/>
                <a:gd name="connsiteY1982" fmla="*/ 958763 h 1212067"/>
                <a:gd name="connsiteX1983" fmla="*/ 1179156 w 1385794"/>
                <a:gd name="connsiteY1983" fmla="*/ 954693 h 1212067"/>
                <a:gd name="connsiteX1984" fmla="*/ 1177843 w 1385794"/>
                <a:gd name="connsiteY1984" fmla="*/ 952675 h 1212067"/>
                <a:gd name="connsiteX1985" fmla="*/ 1177103 w 1385794"/>
                <a:gd name="connsiteY1985" fmla="*/ 947023 h 1212067"/>
                <a:gd name="connsiteX1986" fmla="*/ 1177103 w 1385794"/>
                <a:gd name="connsiteY1986" fmla="*/ 943390 h 1212067"/>
                <a:gd name="connsiteX1987" fmla="*/ 1178920 w 1385794"/>
                <a:gd name="connsiteY1987" fmla="*/ 938041 h 1212067"/>
                <a:gd name="connsiteX1988" fmla="*/ 1179997 w 1385794"/>
                <a:gd name="connsiteY1988" fmla="*/ 935855 h 1212067"/>
                <a:gd name="connsiteX1989" fmla="*/ 1189286 w 1385794"/>
                <a:gd name="connsiteY1989" fmla="*/ 935720 h 1212067"/>
                <a:gd name="connsiteX1990" fmla="*/ 1195243 w 1385794"/>
                <a:gd name="connsiteY1990" fmla="*/ 934274 h 1212067"/>
                <a:gd name="connsiteX1991" fmla="*/ 1201199 w 1385794"/>
                <a:gd name="connsiteY1991" fmla="*/ 936595 h 1212067"/>
                <a:gd name="connsiteX1992" fmla="*/ 1204969 w 1385794"/>
                <a:gd name="connsiteY1992" fmla="*/ 935283 h 1212067"/>
                <a:gd name="connsiteX1993" fmla="*/ 1207560 w 1385794"/>
                <a:gd name="connsiteY1993" fmla="*/ 933096 h 1212067"/>
                <a:gd name="connsiteX1994" fmla="*/ 1214964 w 1385794"/>
                <a:gd name="connsiteY1994" fmla="*/ 932793 h 1212067"/>
                <a:gd name="connsiteX1995" fmla="*/ 1222065 w 1385794"/>
                <a:gd name="connsiteY1995" fmla="*/ 933231 h 1212067"/>
                <a:gd name="connsiteX1996" fmla="*/ 1225834 w 1385794"/>
                <a:gd name="connsiteY1996" fmla="*/ 937436 h 1212067"/>
                <a:gd name="connsiteX1997" fmla="*/ 1231186 w 1385794"/>
                <a:gd name="connsiteY1997" fmla="*/ 940060 h 1212067"/>
                <a:gd name="connsiteX1998" fmla="*/ 1235089 w 1385794"/>
                <a:gd name="connsiteY1998" fmla="*/ 943693 h 1212067"/>
                <a:gd name="connsiteX1999" fmla="*/ 1231758 w 1385794"/>
                <a:gd name="connsiteY1999" fmla="*/ 946149 h 1212067"/>
                <a:gd name="connsiteX2000" fmla="*/ 1233642 w 1385794"/>
                <a:gd name="connsiteY2000" fmla="*/ 950488 h 1212067"/>
                <a:gd name="connsiteX2001" fmla="*/ 1237849 w 1385794"/>
                <a:gd name="connsiteY2001" fmla="*/ 955568 h 1212067"/>
                <a:gd name="connsiteX2002" fmla="*/ 1243200 w 1385794"/>
                <a:gd name="connsiteY2002" fmla="*/ 959200 h 1212067"/>
                <a:gd name="connsiteX2003" fmla="*/ 1247104 w 1385794"/>
                <a:gd name="connsiteY2003" fmla="*/ 960075 h 1212067"/>
                <a:gd name="connsiteX2004" fmla="*/ 1248114 w 1385794"/>
                <a:gd name="connsiteY2004" fmla="*/ 957317 h 1212067"/>
                <a:gd name="connsiteX2005" fmla="*/ 1249124 w 1385794"/>
                <a:gd name="connsiteY2005" fmla="*/ 951968 h 1212067"/>
                <a:gd name="connsiteX2006" fmla="*/ 1252725 w 1385794"/>
                <a:gd name="connsiteY2006" fmla="*/ 951262 h 1212067"/>
                <a:gd name="connsiteX2007" fmla="*/ 1255350 w 1385794"/>
                <a:gd name="connsiteY2007" fmla="*/ 953717 h 1212067"/>
                <a:gd name="connsiteX2008" fmla="*/ 1261138 w 1385794"/>
                <a:gd name="connsiteY2008" fmla="*/ 957350 h 1212067"/>
                <a:gd name="connsiteX2009" fmla="*/ 1265177 w 1385794"/>
                <a:gd name="connsiteY2009" fmla="*/ 956644 h 1212067"/>
                <a:gd name="connsiteX2010" fmla="*/ 1270696 w 1385794"/>
                <a:gd name="connsiteY2010" fmla="*/ 956644 h 1212067"/>
                <a:gd name="connsiteX2011" fmla="*/ 1273893 w 1385794"/>
                <a:gd name="connsiteY2011" fmla="*/ 953886 h 1212067"/>
                <a:gd name="connsiteX2012" fmla="*/ 1274768 w 1385794"/>
                <a:gd name="connsiteY2012" fmla="*/ 950858 h 1212067"/>
                <a:gd name="connsiteX2013" fmla="*/ 1275071 w 1385794"/>
                <a:gd name="connsiteY2013" fmla="*/ 947090 h 1212067"/>
                <a:gd name="connsiteX2014" fmla="*/ 1278100 w 1385794"/>
                <a:gd name="connsiteY2014" fmla="*/ 946788 h 1212067"/>
                <a:gd name="connsiteX2015" fmla="*/ 1281432 w 1385794"/>
                <a:gd name="connsiteY2015" fmla="*/ 948806 h 1212067"/>
                <a:gd name="connsiteX2016" fmla="*/ 1281432 w 1385794"/>
                <a:gd name="connsiteY2016" fmla="*/ 950993 h 1212067"/>
                <a:gd name="connsiteX2017" fmla="*/ 1283821 w 1385794"/>
                <a:gd name="connsiteY2017" fmla="*/ 953314 h 1212067"/>
                <a:gd name="connsiteX2018" fmla="*/ 1287523 w 1385794"/>
                <a:gd name="connsiteY2018" fmla="*/ 951733 h 1212067"/>
                <a:gd name="connsiteX2019" fmla="*/ 1290721 w 1385794"/>
                <a:gd name="connsiteY2019" fmla="*/ 949411 h 1212067"/>
                <a:gd name="connsiteX2020" fmla="*/ 1294793 w 1385794"/>
                <a:gd name="connsiteY2020" fmla="*/ 949411 h 1212067"/>
                <a:gd name="connsiteX2021" fmla="*/ 1299134 w 1385794"/>
                <a:gd name="connsiteY2021" fmla="*/ 947965 h 1212067"/>
                <a:gd name="connsiteX2022" fmla="*/ 1304216 w 1385794"/>
                <a:gd name="connsiteY2022" fmla="*/ 946956 h 1212067"/>
                <a:gd name="connsiteX2023" fmla="*/ 1308255 w 1385794"/>
                <a:gd name="connsiteY2023" fmla="*/ 944803 h 1212067"/>
                <a:gd name="connsiteX2024" fmla="*/ 1310442 w 1385794"/>
                <a:gd name="connsiteY2024" fmla="*/ 943794 h 1212067"/>
                <a:gd name="connsiteX2025" fmla="*/ 1310745 w 1385794"/>
                <a:gd name="connsiteY2025" fmla="*/ 941910 h 1212067"/>
                <a:gd name="connsiteX2026" fmla="*/ 1305663 w 1385794"/>
                <a:gd name="connsiteY2026" fmla="*/ 936830 h 1212067"/>
                <a:gd name="connsiteX2027" fmla="*/ 1304216 w 1385794"/>
                <a:gd name="connsiteY2027" fmla="*/ 940295 h 1212067"/>
                <a:gd name="connsiteX2028" fmla="*/ 1299000 w 1385794"/>
                <a:gd name="connsiteY2028" fmla="*/ 941876 h 1212067"/>
                <a:gd name="connsiteX2029" fmla="*/ 1295971 w 1385794"/>
                <a:gd name="connsiteY2029" fmla="*/ 939421 h 1212067"/>
                <a:gd name="connsiteX2030" fmla="*/ 1294221 w 1385794"/>
                <a:gd name="connsiteY2030" fmla="*/ 935653 h 1212067"/>
                <a:gd name="connsiteX2031" fmla="*/ 1292033 w 1385794"/>
                <a:gd name="connsiteY2031" fmla="*/ 933466 h 1212067"/>
                <a:gd name="connsiteX2032" fmla="*/ 1289408 w 1385794"/>
                <a:gd name="connsiteY2032" fmla="*/ 932020 h 1212067"/>
                <a:gd name="connsiteX2033" fmla="*/ 1284898 w 1385794"/>
                <a:gd name="connsiteY2033" fmla="*/ 928118 h 1212067"/>
                <a:gd name="connsiteX2034" fmla="*/ 1283148 w 1385794"/>
                <a:gd name="connsiteY2034" fmla="*/ 923913 h 1212067"/>
                <a:gd name="connsiteX2035" fmla="*/ 1283283 w 1385794"/>
                <a:gd name="connsiteY2035" fmla="*/ 919573 h 1212067"/>
                <a:gd name="connsiteX2036" fmla="*/ 1287355 w 1385794"/>
                <a:gd name="connsiteY2036" fmla="*/ 921322 h 1212067"/>
                <a:gd name="connsiteX2037" fmla="*/ 1291427 w 1385794"/>
                <a:gd name="connsiteY2037" fmla="*/ 922466 h 1212067"/>
                <a:gd name="connsiteX2038" fmla="*/ 1292000 w 1385794"/>
                <a:gd name="connsiteY2038" fmla="*/ 920145 h 1212067"/>
                <a:gd name="connsiteX2039" fmla="*/ 1291697 w 1385794"/>
                <a:gd name="connsiteY2039" fmla="*/ 915805 h 1212067"/>
                <a:gd name="connsiteX2040" fmla="*/ 1289947 w 1385794"/>
                <a:gd name="connsiteY2040" fmla="*/ 912172 h 1212067"/>
                <a:gd name="connsiteX2041" fmla="*/ 1289812 w 1385794"/>
                <a:gd name="connsiteY2041" fmla="*/ 908708 h 1212067"/>
                <a:gd name="connsiteX2042" fmla="*/ 1292000 w 1385794"/>
                <a:gd name="connsiteY2042" fmla="*/ 907396 h 1212067"/>
                <a:gd name="connsiteX2043" fmla="*/ 1296644 w 1385794"/>
                <a:gd name="connsiteY2043" fmla="*/ 910726 h 1212067"/>
                <a:gd name="connsiteX2044" fmla="*/ 1300851 w 1385794"/>
                <a:gd name="connsiteY2044" fmla="*/ 914056 h 1212067"/>
                <a:gd name="connsiteX2045" fmla="*/ 1308827 w 1385794"/>
                <a:gd name="connsiteY2045" fmla="*/ 915368 h 1212067"/>
                <a:gd name="connsiteX2046" fmla="*/ 1313168 w 1385794"/>
                <a:gd name="connsiteY2046" fmla="*/ 918261 h 1212067"/>
                <a:gd name="connsiteX2047" fmla="*/ 1316500 w 1385794"/>
                <a:gd name="connsiteY2047" fmla="*/ 920145 h 1212067"/>
                <a:gd name="connsiteX2048" fmla="*/ 1318957 w 1385794"/>
                <a:gd name="connsiteY2048" fmla="*/ 918127 h 1212067"/>
                <a:gd name="connsiteX2049" fmla="*/ 1322861 w 1385794"/>
                <a:gd name="connsiteY2049" fmla="*/ 916108 h 1212067"/>
                <a:gd name="connsiteX2050" fmla="*/ 1327068 w 1385794"/>
                <a:gd name="connsiteY2050" fmla="*/ 914561 h 1212067"/>
                <a:gd name="connsiteX2051" fmla="*/ 1328649 w 1385794"/>
                <a:gd name="connsiteY2051" fmla="*/ 911769 h 1212067"/>
                <a:gd name="connsiteX2052" fmla="*/ 1331981 w 1385794"/>
                <a:gd name="connsiteY2052" fmla="*/ 908741 h 1212067"/>
                <a:gd name="connsiteX2053" fmla="*/ 1337770 w 1385794"/>
                <a:gd name="connsiteY2053" fmla="*/ 910053 h 1212067"/>
                <a:gd name="connsiteX2054" fmla="*/ 1341236 w 1385794"/>
                <a:gd name="connsiteY2054" fmla="*/ 910490 h 1212067"/>
                <a:gd name="connsiteX2055" fmla="*/ 1344871 w 1385794"/>
                <a:gd name="connsiteY2055" fmla="*/ 913821 h 1212067"/>
                <a:gd name="connsiteX2056" fmla="*/ 1350087 w 1385794"/>
                <a:gd name="connsiteY2056" fmla="*/ 914595 h 1212067"/>
                <a:gd name="connsiteX2057" fmla="*/ 1354732 w 1385794"/>
                <a:gd name="connsiteY2057" fmla="*/ 912946 h 1212067"/>
                <a:gd name="connsiteX2058" fmla="*/ 1357491 w 1385794"/>
                <a:gd name="connsiteY2058" fmla="*/ 912374 h 1212067"/>
                <a:gd name="connsiteX2059" fmla="*/ 1361833 w 1385794"/>
                <a:gd name="connsiteY2059" fmla="*/ 914393 h 1212067"/>
                <a:gd name="connsiteX2060" fmla="*/ 1368799 w 1385794"/>
                <a:gd name="connsiteY2060" fmla="*/ 914393 h 1212067"/>
                <a:gd name="connsiteX2061" fmla="*/ 1371121 w 1385794"/>
                <a:gd name="connsiteY2061" fmla="*/ 911062 h 1212067"/>
                <a:gd name="connsiteX2062" fmla="*/ 1369809 w 1385794"/>
                <a:gd name="connsiteY2062" fmla="*/ 905983 h 1212067"/>
                <a:gd name="connsiteX2063" fmla="*/ 1368631 w 1385794"/>
                <a:gd name="connsiteY2063" fmla="*/ 902350 h 1212067"/>
                <a:gd name="connsiteX2064" fmla="*/ 1370078 w 1385794"/>
                <a:gd name="connsiteY2064" fmla="*/ 897270 h 1212067"/>
                <a:gd name="connsiteX2065" fmla="*/ 1369943 w 1385794"/>
                <a:gd name="connsiteY2065" fmla="*/ 893805 h 1212067"/>
                <a:gd name="connsiteX2066" fmla="*/ 1372703 w 1385794"/>
                <a:gd name="connsiteY2066" fmla="*/ 890609 h 1212067"/>
                <a:gd name="connsiteX2067" fmla="*/ 1375732 w 1385794"/>
                <a:gd name="connsiteY2067" fmla="*/ 890609 h 1212067"/>
                <a:gd name="connsiteX2068" fmla="*/ 1376876 w 1385794"/>
                <a:gd name="connsiteY2068" fmla="*/ 889028 h 1212067"/>
                <a:gd name="connsiteX2069" fmla="*/ 1374857 w 1385794"/>
                <a:gd name="connsiteY2069" fmla="*/ 885563 h 1212067"/>
                <a:gd name="connsiteX2070" fmla="*/ 1372535 w 1385794"/>
                <a:gd name="connsiteY2070" fmla="*/ 883242 h 1212067"/>
                <a:gd name="connsiteX2071" fmla="*/ 1367756 w 1385794"/>
                <a:gd name="connsiteY2071" fmla="*/ 877288 h 1212067"/>
                <a:gd name="connsiteX2072" fmla="*/ 1366612 w 1385794"/>
                <a:gd name="connsiteY2072" fmla="*/ 871334 h 1212067"/>
                <a:gd name="connsiteX2073" fmla="*/ 1365198 w 1385794"/>
                <a:gd name="connsiteY2073" fmla="*/ 866591 h 1212067"/>
                <a:gd name="connsiteX2074" fmla="*/ 1365434 w 1385794"/>
                <a:gd name="connsiteY2074" fmla="*/ 862453 h 1212067"/>
                <a:gd name="connsiteX2075" fmla="*/ 1365097 w 1385794"/>
                <a:gd name="connsiteY2075" fmla="*/ 857575 h 1212067"/>
                <a:gd name="connsiteX2076" fmla="*/ 1364895 w 1385794"/>
                <a:gd name="connsiteY2076" fmla="*/ 855523 h 1212067"/>
                <a:gd name="connsiteX2077" fmla="*/ 1364996 w 1385794"/>
                <a:gd name="connsiteY2077" fmla="*/ 852496 h 1212067"/>
                <a:gd name="connsiteX2078" fmla="*/ 1365232 w 1385794"/>
                <a:gd name="connsiteY2078" fmla="*/ 848594 h 1212067"/>
                <a:gd name="connsiteX2079" fmla="*/ 1365468 w 1385794"/>
                <a:gd name="connsiteY2079" fmla="*/ 845532 h 1212067"/>
                <a:gd name="connsiteX2080" fmla="*/ 1365905 w 1385794"/>
                <a:gd name="connsiteY2080" fmla="*/ 843245 h 1212067"/>
                <a:gd name="connsiteX2081" fmla="*/ 1367655 w 1385794"/>
                <a:gd name="connsiteY2081" fmla="*/ 841933 h 1212067"/>
                <a:gd name="connsiteX2082" fmla="*/ 1369270 w 1385794"/>
                <a:gd name="connsiteY2082" fmla="*/ 840957 h 1212067"/>
                <a:gd name="connsiteX2083" fmla="*/ 1371323 w 1385794"/>
                <a:gd name="connsiteY2083" fmla="*/ 839645 h 1212067"/>
                <a:gd name="connsiteX2084" fmla="*/ 1374487 w 1385794"/>
                <a:gd name="connsiteY2084" fmla="*/ 838872 h 1212067"/>
                <a:gd name="connsiteX2085" fmla="*/ 1378828 w 1385794"/>
                <a:gd name="connsiteY2085" fmla="*/ 838872 h 1212067"/>
                <a:gd name="connsiteX2086" fmla="*/ 1381554 w 1385794"/>
                <a:gd name="connsiteY2086" fmla="*/ 838872 h 1212067"/>
                <a:gd name="connsiteX2087" fmla="*/ 1383304 w 1385794"/>
                <a:gd name="connsiteY2087" fmla="*/ 838098 h 1212067"/>
                <a:gd name="connsiteX2088" fmla="*/ 1384819 w 1385794"/>
                <a:gd name="connsiteY2088" fmla="*/ 834835 h 1212067"/>
                <a:gd name="connsiteX2089" fmla="*/ 1385795 w 1385794"/>
                <a:gd name="connsiteY2089" fmla="*/ 832346 h 1212067"/>
                <a:gd name="connsiteX2090" fmla="*/ 1385526 w 1385794"/>
                <a:gd name="connsiteY2090" fmla="*/ 829621 h 12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Lst>
              <a:rect l="l" t="t" r="r" b="b"/>
              <a:pathLst>
                <a:path w="1385794" h="1212067">
                  <a:moveTo>
                    <a:pt x="1385526" y="829621"/>
                  </a:moveTo>
                  <a:lnTo>
                    <a:pt x="1384752" y="827569"/>
                  </a:lnTo>
                  <a:lnTo>
                    <a:pt x="1382362" y="824306"/>
                  </a:lnTo>
                  <a:lnTo>
                    <a:pt x="1382463" y="820841"/>
                  </a:lnTo>
                  <a:lnTo>
                    <a:pt x="1382261" y="817241"/>
                  </a:lnTo>
                  <a:lnTo>
                    <a:pt x="1380915" y="810749"/>
                  </a:lnTo>
                  <a:lnTo>
                    <a:pt x="1379400" y="809100"/>
                  </a:lnTo>
                  <a:cubicBezTo>
                    <a:pt x="1379400" y="809100"/>
                    <a:pt x="1377819" y="807150"/>
                    <a:pt x="1377819" y="806914"/>
                  </a:cubicBezTo>
                  <a:cubicBezTo>
                    <a:pt x="1377819" y="806712"/>
                    <a:pt x="1378189" y="804727"/>
                    <a:pt x="1378189" y="804727"/>
                  </a:cubicBezTo>
                  <a:lnTo>
                    <a:pt x="1378828" y="803281"/>
                  </a:lnTo>
                  <a:cubicBezTo>
                    <a:pt x="1378828" y="803281"/>
                    <a:pt x="1380208" y="801902"/>
                    <a:pt x="1380208" y="801633"/>
                  </a:cubicBezTo>
                  <a:cubicBezTo>
                    <a:pt x="1380208" y="801330"/>
                    <a:pt x="1382093" y="800993"/>
                    <a:pt x="1382093" y="800993"/>
                  </a:cubicBezTo>
                  <a:lnTo>
                    <a:pt x="1383405" y="799177"/>
                  </a:lnTo>
                  <a:lnTo>
                    <a:pt x="1383978" y="797730"/>
                  </a:lnTo>
                  <a:lnTo>
                    <a:pt x="1384112" y="795846"/>
                  </a:lnTo>
                  <a:lnTo>
                    <a:pt x="1384112" y="793593"/>
                  </a:lnTo>
                  <a:lnTo>
                    <a:pt x="1383641" y="790128"/>
                  </a:lnTo>
                  <a:lnTo>
                    <a:pt x="1383102" y="789051"/>
                  </a:lnTo>
                  <a:lnTo>
                    <a:pt x="1379838" y="785923"/>
                  </a:lnTo>
                  <a:cubicBezTo>
                    <a:pt x="1379838" y="785923"/>
                    <a:pt x="1377583" y="784241"/>
                    <a:pt x="1377381" y="783972"/>
                  </a:cubicBezTo>
                  <a:cubicBezTo>
                    <a:pt x="1377179" y="783669"/>
                    <a:pt x="1374420" y="783164"/>
                    <a:pt x="1374184" y="783030"/>
                  </a:cubicBezTo>
                  <a:cubicBezTo>
                    <a:pt x="1373982" y="782895"/>
                    <a:pt x="1368665" y="782323"/>
                    <a:pt x="1368665" y="782323"/>
                  </a:cubicBezTo>
                  <a:lnTo>
                    <a:pt x="1366578" y="782895"/>
                  </a:lnTo>
                  <a:lnTo>
                    <a:pt x="1363381" y="783333"/>
                  </a:lnTo>
                  <a:cubicBezTo>
                    <a:pt x="1363381" y="783333"/>
                    <a:pt x="1360554" y="782525"/>
                    <a:pt x="1360621" y="782256"/>
                  </a:cubicBezTo>
                  <a:cubicBezTo>
                    <a:pt x="1360688" y="781953"/>
                    <a:pt x="1358770" y="778858"/>
                    <a:pt x="1358770" y="778858"/>
                  </a:cubicBezTo>
                  <a:cubicBezTo>
                    <a:pt x="1358770" y="778858"/>
                    <a:pt x="1354361" y="776134"/>
                    <a:pt x="1354025" y="775864"/>
                  </a:cubicBezTo>
                  <a:cubicBezTo>
                    <a:pt x="1353688" y="775596"/>
                    <a:pt x="1351837" y="773947"/>
                    <a:pt x="1351837" y="773947"/>
                  </a:cubicBezTo>
                  <a:cubicBezTo>
                    <a:pt x="1351837" y="773947"/>
                    <a:pt x="1350087" y="772164"/>
                    <a:pt x="1349616" y="771761"/>
                  </a:cubicBezTo>
                  <a:cubicBezTo>
                    <a:pt x="1349145" y="771391"/>
                    <a:pt x="1347765" y="769978"/>
                    <a:pt x="1347429" y="769406"/>
                  </a:cubicBezTo>
                  <a:cubicBezTo>
                    <a:pt x="1347126" y="768868"/>
                    <a:pt x="1346217" y="767926"/>
                    <a:pt x="1346082" y="767791"/>
                  </a:cubicBezTo>
                  <a:cubicBezTo>
                    <a:pt x="1345914" y="767623"/>
                    <a:pt x="1344063" y="765941"/>
                    <a:pt x="1343895" y="765840"/>
                  </a:cubicBezTo>
                  <a:cubicBezTo>
                    <a:pt x="1343727" y="765739"/>
                    <a:pt x="1341674" y="764932"/>
                    <a:pt x="1341337" y="764932"/>
                  </a:cubicBezTo>
                  <a:cubicBezTo>
                    <a:pt x="1341001" y="764932"/>
                    <a:pt x="1339015" y="764999"/>
                    <a:pt x="1339015" y="764999"/>
                  </a:cubicBezTo>
                  <a:cubicBezTo>
                    <a:pt x="1339015" y="764999"/>
                    <a:pt x="1337803" y="766412"/>
                    <a:pt x="1337601" y="766681"/>
                  </a:cubicBezTo>
                  <a:cubicBezTo>
                    <a:pt x="1337366" y="766950"/>
                    <a:pt x="1336794" y="767657"/>
                    <a:pt x="1336626" y="767657"/>
                  </a:cubicBezTo>
                  <a:cubicBezTo>
                    <a:pt x="1336457" y="767657"/>
                    <a:pt x="1335649" y="770112"/>
                    <a:pt x="1335649" y="770112"/>
                  </a:cubicBezTo>
                  <a:lnTo>
                    <a:pt x="1333731" y="770482"/>
                  </a:lnTo>
                  <a:lnTo>
                    <a:pt x="1331443" y="767152"/>
                  </a:lnTo>
                  <a:lnTo>
                    <a:pt x="1329120" y="764831"/>
                  </a:lnTo>
                  <a:lnTo>
                    <a:pt x="1324476" y="760491"/>
                  </a:lnTo>
                  <a:lnTo>
                    <a:pt x="1321851" y="757464"/>
                  </a:lnTo>
                  <a:lnTo>
                    <a:pt x="1320976" y="758473"/>
                  </a:lnTo>
                  <a:cubicBezTo>
                    <a:pt x="1320976" y="758473"/>
                    <a:pt x="1319798" y="759919"/>
                    <a:pt x="1318788" y="759785"/>
                  </a:cubicBezTo>
                  <a:cubicBezTo>
                    <a:pt x="1317779" y="759650"/>
                    <a:pt x="1315591" y="755580"/>
                    <a:pt x="1315591" y="755580"/>
                  </a:cubicBezTo>
                  <a:lnTo>
                    <a:pt x="1316534" y="751880"/>
                  </a:lnTo>
                  <a:cubicBezTo>
                    <a:pt x="1316534" y="751880"/>
                    <a:pt x="1315019" y="748347"/>
                    <a:pt x="1314716" y="747742"/>
                  </a:cubicBezTo>
                  <a:cubicBezTo>
                    <a:pt x="1314413" y="747170"/>
                    <a:pt x="1313774" y="745555"/>
                    <a:pt x="1313404" y="745152"/>
                  </a:cubicBezTo>
                  <a:cubicBezTo>
                    <a:pt x="1313034" y="744714"/>
                    <a:pt x="1311149" y="742124"/>
                    <a:pt x="1311082" y="741889"/>
                  </a:cubicBezTo>
                  <a:cubicBezTo>
                    <a:pt x="1311014" y="741687"/>
                    <a:pt x="1308759" y="740139"/>
                    <a:pt x="1308625" y="739803"/>
                  </a:cubicBezTo>
                  <a:cubicBezTo>
                    <a:pt x="1308490" y="739433"/>
                    <a:pt x="1304788" y="738121"/>
                    <a:pt x="1304485" y="737919"/>
                  </a:cubicBezTo>
                  <a:cubicBezTo>
                    <a:pt x="1304182" y="737717"/>
                    <a:pt x="1299908" y="736674"/>
                    <a:pt x="1299908" y="736674"/>
                  </a:cubicBezTo>
                  <a:lnTo>
                    <a:pt x="1298831" y="737482"/>
                  </a:lnTo>
                  <a:lnTo>
                    <a:pt x="1297384" y="738054"/>
                  </a:lnTo>
                  <a:lnTo>
                    <a:pt x="1295432" y="737852"/>
                  </a:lnTo>
                  <a:cubicBezTo>
                    <a:pt x="1295432" y="737852"/>
                    <a:pt x="1294423" y="736708"/>
                    <a:pt x="1294288" y="736405"/>
                  </a:cubicBezTo>
                  <a:cubicBezTo>
                    <a:pt x="1294153" y="736103"/>
                    <a:pt x="1291326" y="733714"/>
                    <a:pt x="1289879" y="733378"/>
                  </a:cubicBezTo>
                  <a:cubicBezTo>
                    <a:pt x="1288432" y="733008"/>
                    <a:pt x="1289240" y="733950"/>
                    <a:pt x="1289240" y="733950"/>
                  </a:cubicBezTo>
                  <a:cubicBezTo>
                    <a:pt x="1289240" y="733950"/>
                    <a:pt x="1288095" y="735194"/>
                    <a:pt x="1287793" y="735833"/>
                  </a:cubicBezTo>
                  <a:cubicBezTo>
                    <a:pt x="1287490" y="736473"/>
                    <a:pt x="1286783" y="738020"/>
                    <a:pt x="1286648" y="738222"/>
                  </a:cubicBezTo>
                  <a:cubicBezTo>
                    <a:pt x="1286514" y="738424"/>
                    <a:pt x="1282139" y="739870"/>
                    <a:pt x="1281869" y="739803"/>
                  </a:cubicBezTo>
                  <a:cubicBezTo>
                    <a:pt x="1281566" y="739736"/>
                    <a:pt x="1278235" y="739063"/>
                    <a:pt x="1278100" y="738794"/>
                  </a:cubicBezTo>
                  <a:cubicBezTo>
                    <a:pt x="1277966" y="738491"/>
                    <a:pt x="1277797" y="734723"/>
                    <a:pt x="1277797" y="734723"/>
                  </a:cubicBezTo>
                  <a:cubicBezTo>
                    <a:pt x="1277797" y="734723"/>
                    <a:pt x="1277494" y="732133"/>
                    <a:pt x="1277360" y="731830"/>
                  </a:cubicBezTo>
                  <a:cubicBezTo>
                    <a:pt x="1277225" y="731561"/>
                    <a:pt x="1275778" y="731191"/>
                    <a:pt x="1274970" y="730888"/>
                  </a:cubicBezTo>
                  <a:cubicBezTo>
                    <a:pt x="1274701" y="730788"/>
                    <a:pt x="1274566" y="730754"/>
                    <a:pt x="1274499" y="730754"/>
                  </a:cubicBezTo>
                  <a:lnTo>
                    <a:pt x="1273590" y="727188"/>
                  </a:lnTo>
                  <a:lnTo>
                    <a:pt x="1270057" y="727188"/>
                  </a:lnTo>
                  <a:lnTo>
                    <a:pt x="1268811" y="727895"/>
                  </a:lnTo>
                  <a:lnTo>
                    <a:pt x="1264672" y="728803"/>
                  </a:lnTo>
                  <a:cubicBezTo>
                    <a:pt x="1264672" y="728803"/>
                    <a:pt x="1260633" y="728365"/>
                    <a:pt x="1260465" y="728130"/>
                  </a:cubicBezTo>
                  <a:cubicBezTo>
                    <a:pt x="1260330" y="727928"/>
                    <a:pt x="1258143" y="726751"/>
                    <a:pt x="1258143" y="726751"/>
                  </a:cubicBezTo>
                  <a:cubicBezTo>
                    <a:pt x="1258143" y="726751"/>
                    <a:pt x="1257268" y="725439"/>
                    <a:pt x="1257201" y="725237"/>
                  </a:cubicBezTo>
                  <a:cubicBezTo>
                    <a:pt x="1257133" y="725035"/>
                    <a:pt x="1256830" y="722277"/>
                    <a:pt x="1256830" y="722277"/>
                  </a:cubicBezTo>
                  <a:cubicBezTo>
                    <a:pt x="1256830" y="722277"/>
                    <a:pt x="1257403" y="720696"/>
                    <a:pt x="1257638" y="720393"/>
                  </a:cubicBezTo>
                  <a:cubicBezTo>
                    <a:pt x="1257874" y="720090"/>
                    <a:pt x="1258076" y="717769"/>
                    <a:pt x="1258076" y="717769"/>
                  </a:cubicBezTo>
                  <a:lnTo>
                    <a:pt x="1258782" y="714136"/>
                  </a:lnTo>
                  <a:lnTo>
                    <a:pt x="1258782" y="711747"/>
                  </a:lnTo>
                  <a:lnTo>
                    <a:pt x="1258446" y="708047"/>
                  </a:lnTo>
                  <a:lnTo>
                    <a:pt x="1258749" y="706701"/>
                  </a:lnTo>
                  <a:lnTo>
                    <a:pt x="1258581" y="706701"/>
                  </a:lnTo>
                  <a:lnTo>
                    <a:pt x="1253129" y="703775"/>
                  </a:lnTo>
                  <a:lnTo>
                    <a:pt x="1251143" y="701824"/>
                  </a:lnTo>
                  <a:lnTo>
                    <a:pt x="1247609" y="699705"/>
                  </a:lnTo>
                  <a:lnTo>
                    <a:pt x="1241686" y="697518"/>
                  </a:lnTo>
                  <a:lnTo>
                    <a:pt x="1237816" y="697888"/>
                  </a:lnTo>
                  <a:lnTo>
                    <a:pt x="1234955" y="700075"/>
                  </a:lnTo>
                  <a:cubicBezTo>
                    <a:pt x="1234955" y="700075"/>
                    <a:pt x="1232936" y="701824"/>
                    <a:pt x="1232767" y="701925"/>
                  </a:cubicBezTo>
                  <a:cubicBezTo>
                    <a:pt x="1232599" y="702026"/>
                    <a:pt x="1230344" y="702799"/>
                    <a:pt x="1230344" y="702799"/>
                  </a:cubicBezTo>
                  <a:cubicBezTo>
                    <a:pt x="1230344" y="702799"/>
                    <a:pt x="1227686" y="699435"/>
                    <a:pt x="1227013" y="699368"/>
                  </a:cubicBezTo>
                  <a:cubicBezTo>
                    <a:pt x="1226373" y="699301"/>
                    <a:pt x="1224522" y="698897"/>
                    <a:pt x="1224522" y="698897"/>
                  </a:cubicBezTo>
                  <a:lnTo>
                    <a:pt x="1221325" y="701555"/>
                  </a:lnTo>
                  <a:lnTo>
                    <a:pt x="1220887" y="701891"/>
                  </a:lnTo>
                  <a:cubicBezTo>
                    <a:pt x="1220887" y="701891"/>
                    <a:pt x="1218060" y="697451"/>
                    <a:pt x="1217387" y="697585"/>
                  </a:cubicBezTo>
                  <a:cubicBezTo>
                    <a:pt x="1216748" y="697753"/>
                    <a:pt x="1214123" y="697114"/>
                    <a:pt x="1214123" y="697114"/>
                  </a:cubicBezTo>
                  <a:lnTo>
                    <a:pt x="1210219" y="698864"/>
                  </a:lnTo>
                  <a:cubicBezTo>
                    <a:pt x="1210219" y="698864"/>
                    <a:pt x="1209445" y="700444"/>
                    <a:pt x="1209411" y="700646"/>
                  </a:cubicBezTo>
                  <a:cubicBezTo>
                    <a:pt x="1209344" y="700848"/>
                    <a:pt x="1208503" y="702160"/>
                    <a:pt x="1207493" y="702261"/>
                  </a:cubicBezTo>
                  <a:cubicBezTo>
                    <a:pt x="1206517" y="702362"/>
                    <a:pt x="1203589" y="701487"/>
                    <a:pt x="1203589" y="701487"/>
                  </a:cubicBezTo>
                  <a:lnTo>
                    <a:pt x="1201267" y="701016"/>
                  </a:lnTo>
                  <a:lnTo>
                    <a:pt x="1199113" y="701185"/>
                  </a:lnTo>
                  <a:lnTo>
                    <a:pt x="1197935" y="704380"/>
                  </a:lnTo>
                  <a:lnTo>
                    <a:pt x="1197935" y="708888"/>
                  </a:lnTo>
                  <a:lnTo>
                    <a:pt x="1197935" y="714102"/>
                  </a:lnTo>
                  <a:lnTo>
                    <a:pt x="1197295" y="716692"/>
                  </a:lnTo>
                  <a:lnTo>
                    <a:pt x="1196757" y="719283"/>
                  </a:lnTo>
                  <a:lnTo>
                    <a:pt x="1193392" y="719821"/>
                  </a:lnTo>
                  <a:cubicBezTo>
                    <a:pt x="1193392" y="719821"/>
                    <a:pt x="1190026" y="721133"/>
                    <a:pt x="1189791" y="721469"/>
                  </a:cubicBezTo>
                  <a:cubicBezTo>
                    <a:pt x="1189555" y="721806"/>
                    <a:pt x="1188478" y="724194"/>
                    <a:pt x="1188478" y="724194"/>
                  </a:cubicBezTo>
                  <a:lnTo>
                    <a:pt x="1190766" y="728971"/>
                  </a:lnTo>
                  <a:cubicBezTo>
                    <a:pt x="1190766" y="728971"/>
                    <a:pt x="1192954" y="730047"/>
                    <a:pt x="1194132" y="730384"/>
                  </a:cubicBezTo>
                  <a:cubicBezTo>
                    <a:pt x="1195343" y="730720"/>
                    <a:pt x="1197397" y="731998"/>
                    <a:pt x="1197397" y="731998"/>
                  </a:cubicBezTo>
                  <a:lnTo>
                    <a:pt x="1198608" y="733748"/>
                  </a:lnTo>
                  <a:lnTo>
                    <a:pt x="1198709" y="736473"/>
                  </a:lnTo>
                  <a:lnTo>
                    <a:pt x="1196320" y="737112"/>
                  </a:lnTo>
                  <a:lnTo>
                    <a:pt x="1195882" y="740913"/>
                  </a:lnTo>
                  <a:lnTo>
                    <a:pt x="1196656" y="742225"/>
                  </a:lnTo>
                  <a:cubicBezTo>
                    <a:pt x="1196656" y="742225"/>
                    <a:pt x="1197397" y="744277"/>
                    <a:pt x="1197195" y="744613"/>
                  </a:cubicBezTo>
                  <a:cubicBezTo>
                    <a:pt x="1196992" y="744950"/>
                    <a:pt x="1194166" y="745051"/>
                    <a:pt x="1193728" y="745152"/>
                  </a:cubicBezTo>
                  <a:cubicBezTo>
                    <a:pt x="1193291" y="745253"/>
                    <a:pt x="1192214" y="744950"/>
                    <a:pt x="1190666" y="745152"/>
                  </a:cubicBezTo>
                  <a:cubicBezTo>
                    <a:pt x="1189151" y="745387"/>
                    <a:pt x="1187401" y="745185"/>
                    <a:pt x="1187401" y="745185"/>
                  </a:cubicBezTo>
                  <a:cubicBezTo>
                    <a:pt x="1187401" y="745185"/>
                    <a:pt x="1185887" y="747002"/>
                    <a:pt x="1185651" y="747338"/>
                  </a:cubicBezTo>
                  <a:cubicBezTo>
                    <a:pt x="1185449" y="747675"/>
                    <a:pt x="1183699" y="750164"/>
                    <a:pt x="1183699" y="750164"/>
                  </a:cubicBezTo>
                  <a:cubicBezTo>
                    <a:pt x="1183699" y="750164"/>
                    <a:pt x="1182285" y="752754"/>
                    <a:pt x="1182285" y="753191"/>
                  </a:cubicBezTo>
                  <a:cubicBezTo>
                    <a:pt x="1182285" y="753629"/>
                    <a:pt x="1182285" y="755815"/>
                    <a:pt x="1182285" y="755815"/>
                  </a:cubicBezTo>
                  <a:cubicBezTo>
                    <a:pt x="1182285" y="755815"/>
                    <a:pt x="1183060" y="757666"/>
                    <a:pt x="1182285" y="757767"/>
                  </a:cubicBezTo>
                  <a:cubicBezTo>
                    <a:pt x="1181511" y="757867"/>
                    <a:pt x="1180536" y="760256"/>
                    <a:pt x="1180536" y="760256"/>
                  </a:cubicBezTo>
                  <a:cubicBezTo>
                    <a:pt x="1180536" y="760256"/>
                    <a:pt x="1178785" y="761467"/>
                    <a:pt x="1178449" y="761568"/>
                  </a:cubicBezTo>
                  <a:cubicBezTo>
                    <a:pt x="1178112" y="761669"/>
                    <a:pt x="1178348" y="763620"/>
                    <a:pt x="1177574" y="763956"/>
                  </a:cubicBezTo>
                  <a:cubicBezTo>
                    <a:pt x="1176800" y="764293"/>
                    <a:pt x="1175184" y="763620"/>
                    <a:pt x="1174107" y="763956"/>
                  </a:cubicBezTo>
                  <a:cubicBezTo>
                    <a:pt x="1173030" y="764293"/>
                    <a:pt x="1172055" y="765033"/>
                    <a:pt x="1172055" y="765033"/>
                  </a:cubicBezTo>
                  <a:cubicBezTo>
                    <a:pt x="1172055" y="765033"/>
                    <a:pt x="1171718" y="767657"/>
                    <a:pt x="1172055" y="768296"/>
                  </a:cubicBezTo>
                  <a:cubicBezTo>
                    <a:pt x="1172391" y="768935"/>
                    <a:pt x="1174107" y="771559"/>
                    <a:pt x="1174781" y="771559"/>
                  </a:cubicBezTo>
                  <a:cubicBezTo>
                    <a:pt x="1175420" y="771559"/>
                    <a:pt x="1177507" y="773409"/>
                    <a:pt x="1177507" y="773409"/>
                  </a:cubicBezTo>
                  <a:lnTo>
                    <a:pt x="1180434" y="775596"/>
                  </a:lnTo>
                  <a:lnTo>
                    <a:pt x="1182487" y="778758"/>
                  </a:lnTo>
                  <a:lnTo>
                    <a:pt x="1184237" y="781247"/>
                  </a:lnTo>
                  <a:cubicBezTo>
                    <a:pt x="1184237" y="781247"/>
                    <a:pt x="1184776" y="784174"/>
                    <a:pt x="1184776" y="784947"/>
                  </a:cubicBezTo>
                  <a:cubicBezTo>
                    <a:pt x="1184776" y="785721"/>
                    <a:pt x="1184237" y="789186"/>
                    <a:pt x="1183901" y="789287"/>
                  </a:cubicBezTo>
                  <a:cubicBezTo>
                    <a:pt x="1183564" y="789388"/>
                    <a:pt x="1183463" y="790262"/>
                    <a:pt x="1182285" y="790800"/>
                  </a:cubicBezTo>
                  <a:cubicBezTo>
                    <a:pt x="1181074" y="791339"/>
                    <a:pt x="1177944" y="793828"/>
                    <a:pt x="1177944" y="793828"/>
                  </a:cubicBezTo>
                  <a:cubicBezTo>
                    <a:pt x="1177944" y="793828"/>
                    <a:pt x="1179257" y="796990"/>
                    <a:pt x="1179559" y="797293"/>
                  </a:cubicBezTo>
                  <a:cubicBezTo>
                    <a:pt x="1179896" y="797629"/>
                    <a:pt x="1178482" y="798605"/>
                    <a:pt x="1182487" y="798807"/>
                  </a:cubicBezTo>
                  <a:cubicBezTo>
                    <a:pt x="1186492" y="799009"/>
                    <a:pt x="1191608" y="798807"/>
                    <a:pt x="1191608" y="798807"/>
                  </a:cubicBezTo>
                  <a:lnTo>
                    <a:pt x="1194872" y="797158"/>
                  </a:lnTo>
                  <a:lnTo>
                    <a:pt x="1198238" y="798235"/>
                  </a:lnTo>
                  <a:lnTo>
                    <a:pt x="1200190" y="800623"/>
                  </a:lnTo>
                  <a:lnTo>
                    <a:pt x="1202916" y="802574"/>
                  </a:lnTo>
                  <a:cubicBezTo>
                    <a:pt x="1202916" y="802574"/>
                    <a:pt x="1206180" y="804256"/>
                    <a:pt x="1207257" y="804256"/>
                  </a:cubicBezTo>
                  <a:cubicBezTo>
                    <a:pt x="1208334" y="804256"/>
                    <a:pt x="1211498" y="805299"/>
                    <a:pt x="1211801" y="805299"/>
                  </a:cubicBezTo>
                  <a:cubicBezTo>
                    <a:pt x="1212104" y="805299"/>
                    <a:pt x="1214426" y="805299"/>
                    <a:pt x="1214426" y="805299"/>
                  </a:cubicBezTo>
                  <a:lnTo>
                    <a:pt x="1219305" y="807486"/>
                  </a:lnTo>
                  <a:lnTo>
                    <a:pt x="1221493" y="809773"/>
                  </a:lnTo>
                  <a:lnTo>
                    <a:pt x="1219305" y="812700"/>
                  </a:lnTo>
                  <a:lnTo>
                    <a:pt x="1220618" y="814651"/>
                  </a:lnTo>
                  <a:lnTo>
                    <a:pt x="1222806" y="817140"/>
                  </a:lnTo>
                  <a:lnTo>
                    <a:pt x="1224657" y="818755"/>
                  </a:lnTo>
                  <a:lnTo>
                    <a:pt x="1225532" y="821480"/>
                  </a:lnTo>
                  <a:cubicBezTo>
                    <a:pt x="1225532" y="821480"/>
                    <a:pt x="1224118" y="823768"/>
                    <a:pt x="1223445" y="825180"/>
                  </a:cubicBezTo>
                  <a:cubicBezTo>
                    <a:pt x="1222806" y="826593"/>
                    <a:pt x="1222267" y="828780"/>
                    <a:pt x="1222267" y="829183"/>
                  </a:cubicBezTo>
                  <a:cubicBezTo>
                    <a:pt x="1222267" y="829621"/>
                    <a:pt x="1221493" y="833758"/>
                    <a:pt x="1221493" y="833758"/>
                  </a:cubicBezTo>
                  <a:lnTo>
                    <a:pt x="1219642" y="837661"/>
                  </a:lnTo>
                  <a:lnTo>
                    <a:pt x="1217354" y="839073"/>
                  </a:lnTo>
                  <a:lnTo>
                    <a:pt x="1213551" y="840890"/>
                  </a:lnTo>
                  <a:lnTo>
                    <a:pt x="1213551" y="842639"/>
                  </a:lnTo>
                  <a:lnTo>
                    <a:pt x="1216916" y="847652"/>
                  </a:lnTo>
                  <a:lnTo>
                    <a:pt x="1220080" y="851016"/>
                  </a:lnTo>
                  <a:lnTo>
                    <a:pt x="1220012" y="851890"/>
                  </a:lnTo>
                  <a:lnTo>
                    <a:pt x="1220517" y="854716"/>
                  </a:lnTo>
                  <a:lnTo>
                    <a:pt x="1220517" y="856566"/>
                  </a:lnTo>
                  <a:cubicBezTo>
                    <a:pt x="1220517" y="856566"/>
                    <a:pt x="1220315" y="856196"/>
                    <a:pt x="1219305" y="856734"/>
                  </a:cubicBezTo>
                  <a:cubicBezTo>
                    <a:pt x="1218330" y="857272"/>
                    <a:pt x="1218094" y="857441"/>
                    <a:pt x="1216579" y="857441"/>
                  </a:cubicBezTo>
                  <a:cubicBezTo>
                    <a:pt x="1215065" y="857441"/>
                    <a:pt x="1213753" y="857441"/>
                    <a:pt x="1212676" y="857441"/>
                  </a:cubicBezTo>
                  <a:cubicBezTo>
                    <a:pt x="1211599" y="857441"/>
                    <a:pt x="1211127" y="857340"/>
                    <a:pt x="1210825" y="857441"/>
                  </a:cubicBezTo>
                  <a:cubicBezTo>
                    <a:pt x="1210488" y="857542"/>
                    <a:pt x="1210050" y="858753"/>
                    <a:pt x="1209512" y="859291"/>
                  </a:cubicBezTo>
                  <a:cubicBezTo>
                    <a:pt x="1208974" y="859829"/>
                    <a:pt x="1210286" y="858854"/>
                    <a:pt x="1208974" y="859829"/>
                  </a:cubicBezTo>
                  <a:cubicBezTo>
                    <a:pt x="1207661" y="860805"/>
                    <a:pt x="1206685" y="863294"/>
                    <a:pt x="1206685" y="863294"/>
                  </a:cubicBezTo>
                  <a:lnTo>
                    <a:pt x="1202983" y="862520"/>
                  </a:lnTo>
                  <a:lnTo>
                    <a:pt x="1200930" y="864438"/>
                  </a:lnTo>
                  <a:lnTo>
                    <a:pt x="1198978" y="866120"/>
                  </a:lnTo>
                  <a:lnTo>
                    <a:pt x="1197026" y="866120"/>
                  </a:lnTo>
                  <a:lnTo>
                    <a:pt x="1194098" y="863395"/>
                  </a:lnTo>
                  <a:lnTo>
                    <a:pt x="1190497" y="860670"/>
                  </a:lnTo>
                  <a:lnTo>
                    <a:pt x="1187435" y="858921"/>
                  </a:lnTo>
                  <a:lnTo>
                    <a:pt x="1185045" y="858046"/>
                  </a:lnTo>
                  <a:lnTo>
                    <a:pt x="1182117" y="855019"/>
                  </a:lnTo>
                  <a:lnTo>
                    <a:pt x="1180367" y="855120"/>
                  </a:lnTo>
                  <a:lnTo>
                    <a:pt x="1177910" y="857542"/>
                  </a:lnTo>
                  <a:lnTo>
                    <a:pt x="1175958" y="858315"/>
                  </a:lnTo>
                  <a:lnTo>
                    <a:pt x="1172694" y="859190"/>
                  </a:lnTo>
                  <a:lnTo>
                    <a:pt x="1171920" y="861242"/>
                  </a:lnTo>
                  <a:lnTo>
                    <a:pt x="1171920" y="863630"/>
                  </a:lnTo>
                  <a:cubicBezTo>
                    <a:pt x="1171920" y="863630"/>
                    <a:pt x="1173064" y="865043"/>
                    <a:pt x="1173266" y="865481"/>
                  </a:cubicBezTo>
                  <a:cubicBezTo>
                    <a:pt x="1173468" y="865918"/>
                    <a:pt x="1173636" y="867768"/>
                    <a:pt x="1173636" y="867768"/>
                  </a:cubicBezTo>
                  <a:lnTo>
                    <a:pt x="1173636" y="868844"/>
                  </a:lnTo>
                  <a:lnTo>
                    <a:pt x="1174612" y="871132"/>
                  </a:lnTo>
                  <a:lnTo>
                    <a:pt x="1175824" y="875270"/>
                  </a:lnTo>
                  <a:lnTo>
                    <a:pt x="1177338" y="877557"/>
                  </a:lnTo>
                  <a:lnTo>
                    <a:pt x="1175386" y="882065"/>
                  </a:lnTo>
                  <a:lnTo>
                    <a:pt x="1175958" y="887279"/>
                  </a:lnTo>
                  <a:cubicBezTo>
                    <a:pt x="1175958" y="887279"/>
                    <a:pt x="1177540" y="893368"/>
                    <a:pt x="1177978" y="893502"/>
                  </a:cubicBezTo>
                  <a:cubicBezTo>
                    <a:pt x="1178415" y="893637"/>
                    <a:pt x="1178685" y="896261"/>
                    <a:pt x="1178685" y="896261"/>
                  </a:cubicBezTo>
                  <a:lnTo>
                    <a:pt x="1178987" y="899019"/>
                  </a:lnTo>
                  <a:lnTo>
                    <a:pt x="1178281" y="901778"/>
                  </a:lnTo>
                  <a:lnTo>
                    <a:pt x="1177708" y="905243"/>
                  </a:lnTo>
                  <a:lnTo>
                    <a:pt x="1176564" y="909010"/>
                  </a:lnTo>
                  <a:lnTo>
                    <a:pt x="1175992" y="910760"/>
                  </a:lnTo>
                  <a:lnTo>
                    <a:pt x="1174982" y="913821"/>
                  </a:lnTo>
                  <a:cubicBezTo>
                    <a:pt x="1174982" y="913821"/>
                    <a:pt x="1174410" y="915133"/>
                    <a:pt x="1173973" y="915570"/>
                  </a:cubicBezTo>
                  <a:cubicBezTo>
                    <a:pt x="1173535" y="916007"/>
                    <a:pt x="1172829" y="916714"/>
                    <a:pt x="1172829" y="916714"/>
                  </a:cubicBezTo>
                  <a:lnTo>
                    <a:pt x="1171079" y="916714"/>
                  </a:lnTo>
                  <a:cubicBezTo>
                    <a:pt x="1171079" y="916714"/>
                    <a:pt x="1170069" y="916142"/>
                    <a:pt x="1169497" y="915839"/>
                  </a:cubicBezTo>
                  <a:cubicBezTo>
                    <a:pt x="1168925" y="915536"/>
                    <a:pt x="1167309" y="913821"/>
                    <a:pt x="1167309" y="913821"/>
                  </a:cubicBezTo>
                  <a:lnTo>
                    <a:pt x="1166165" y="912946"/>
                  </a:lnTo>
                  <a:lnTo>
                    <a:pt x="1164718" y="910188"/>
                  </a:lnTo>
                  <a:cubicBezTo>
                    <a:pt x="1164718" y="910188"/>
                    <a:pt x="1165425" y="909178"/>
                    <a:pt x="1164718" y="908169"/>
                  </a:cubicBezTo>
                  <a:cubicBezTo>
                    <a:pt x="1163977" y="907160"/>
                    <a:pt x="1163405" y="908035"/>
                    <a:pt x="1162968" y="906151"/>
                  </a:cubicBezTo>
                  <a:cubicBezTo>
                    <a:pt x="1162530" y="904267"/>
                    <a:pt x="1161958" y="902821"/>
                    <a:pt x="1161958" y="902821"/>
                  </a:cubicBezTo>
                  <a:lnTo>
                    <a:pt x="1160814" y="900062"/>
                  </a:lnTo>
                  <a:lnTo>
                    <a:pt x="1159232" y="898044"/>
                  </a:lnTo>
                  <a:lnTo>
                    <a:pt x="1156102" y="897169"/>
                  </a:lnTo>
                  <a:lnTo>
                    <a:pt x="1154588" y="896597"/>
                  </a:lnTo>
                  <a:lnTo>
                    <a:pt x="1154588" y="896732"/>
                  </a:lnTo>
                  <a:lnTo>
                    <a:pt x="1151121" y="896025"/>
                  </a:lnTo>
                  <a:lnTo>
                    <a:pt x="1149237" y="896900"/>
                  </a:lnTo>
                  <a:lnTo>
                    <a:pt x="1148496" y="898481"/>
                  </a:lnTo>
                  <a:lnTo>
                    <a:pt x="1147352" y="899625"/>
                  </a:lnTo>
                  <a:lnTo>
                    <a:pt x="1145030" y="900499"/>
                  </a:lnTo>
                  <a:cubicBezTo>
                    <a:pt x="1145030" y="900499"/>
                    <a:pt x="1143953" y="900499"/>
                    <a:pt x="1143650" y="898481"/>
                  </a:cubicBezTo>
                  <a:cubicBezTo>
                    <a:pt x="1143381" y="896463"/>
                    <a:pt x="1142405" y="895588"/>
                    <a:pt x="1142405" y="895588"/>
                  </a:cubicBezTo>
                  <a:lnTo>
                    <a:pt x="1142405" y="893267"/>
                  </a:lnTo>
                  <a:lnTo>
                    <a:pt x="1143112" y="891080"/>
                  </a:lnTo>
                  <a:lnTo>
                    <a:pt x="1142977" y="888894"/>
                  </a:lnTo>
                  <a:lnTo>
                    <a:pt x="1140285" y="886068"/>
                  </a:lnTo>
                  <a:lnTo>
                    <a:pt x="1134563" y="882233"/>
                  </a:lnTo>
                  <a:lnTo>
                    <a:pt x="1127900" y="879340"/>
                  </a:lnTo>
                  <a:cubicBezTo>
                    <a:pt x="1127900" y="879340"/>
                    <a:pt x="1125275" y="878465"/>
                    <a:pt x="1124433" y="878196"/>
                  </a:cubicBezTo>
                  <a:cubicBezTo>
                    <a:pt x="1123558" y="877894"/>
                    <a:pt x="1115448" y="873790"/>
                    <a:pt x="1115448" y="873790"/>
                  </a:cubicBezTo>
                  <a:cubicBezTo>
                    <a:pt x="1115448" y="873790"/>
                    <a:pt x="1114303" y="868946"/>
                    <a:pt x="1114000" y="867768"/>
                  </a:cubicBezTo>
                  <a:cubicBezTo>
                    <a:pt x="1113697" y="866624"/>
                    <a:pt x="1111981" y="863698"/>
                    <a:pt x="1111981" y="863698"/>
                  </a:cubicBezTo>
                  <a:lnTo>
                    <a:pt x="1113428" y="862554"/>
                  </a:lnTo>
                  <a:lnTo>
                    <a:pt x="1114000" y="859358"/>
                  </a:lnTo>
                  <a:lnTo>
                    <a:pt x="1114303" y="857912"/>
                  </a:lnTo>
                  <a:cubicBezTo>
                    <a:pt x="1114303" y="857912"/>
                    <a:pt x="1114606" y="857609"/>
                    <a:pt x="1111981" y="857037"/>
                  </a:cubicBezTo>
                  <a:cubicBezTo>
                    <a:pt x="1109390" y="856465"/>
                    <a:pt x="1105015" y="855893"/>
                    <a:pt x="1105015" y="855893"/>
                  </a:cubicBezTo>
                  <a:lnTo>
                    <a:pt x="1101548" y="855893"/>
                  </a:lnTo>
                  <a:lnTo>
                    <a:pt x="1099529" y="856768"/>
                  </a:lnTo>
                  <a:lnTo>
                    <a:pt x="1097510" y="857071"/>
                  </a:lnTo>
                  <a:lnTo>
                    <a:pt x="1092596" y="855624"/>
                  </a:lnTo>
                  <a:lnTo>
                    <a:pt x="1089971" y="854749"/>
                  </a:lnTo>
                  <a:lnTo>
                    <a:pt x="1089433" y="852664"/>
                  </a:lnTo>
                  <a:lnTo>
                    <a:pt x="1088120" y="850477"/>
                  </a:lnTo>
                  <a:cubicBezTo>
                    <a:pt x="1088120" y="850477"/>
                    <a:pt x="1086774" y="849199"/>
                    <a:pt x="1086606" y="849199"/>
                  </a:cubicBezTo>
                  <a:cubicBezTo>
                    <a:pt x="1086437" y="849199"/>
                    <a:pt x="1085091" y="848661"/>
                    <a:pt x="1084586" y="848493"/>
                  </a:cubicBezTo>
                  <a:cubicBezTo>
                    <a:pt x="1084081" y="848358"/>
                    <a:pt x="1082769" y="847786"/>
                    <a:pt x="1082634" y="847719"/>
                  </a:cubicBezTo>
                  <a:cubicBezTo>
                    <a:pt x="1082500" y="847685"/>
                    <a:pt x="1080952" y="846945"/>
                    <a:pt x="1081187" y="846373"/>
                  </a:cubicBezTo>
                  <a:cubicBezTo>
                    <a:pt x="1081389" y="845801"/>
                    <a:pt x="1081860" y="845162"/>
                    <a:pt x="1081995" y="844826"/>
                  </a:cubicBezTo>
                  <a:cubicBezTo>
                    <a:pt x="1082096" y="844456"/>
                    <a:pt x="1081658" y="843278"/>
                    <a:pt x="1081456" y="843043"/>
                  </a:cubicBezTo>
                  <a:cubicBezTo>
                    <a:pt x="1081255" y="842841"/>
                    <a:pt x="1079471" y="841462"/>
                    <a:pt x="1078932" y="841058"/>
                  </a:cubicBezTo>
                  <a:cubicBezTo>
                    <a:pt x="1078394" y="840654"/>
                    <a:pt x="1077216" y="839410"/>
                    <a:pt x="1077149" y="839242"/>
                  </a:cubicBezTo>
                  <a:cubicBezTo>
                    <a:pt x="1077081" y="839107"/>
                    <a:pt x="1076846" y="837930"/>
                    <a:pt x="1076846" y="837930"/>
                  </a:cubicBezTo>
                  <a:cubicBezTo>
                    <a:pt x="1076846" y="837930"/>
                    <a:pt x="1076644" y="835878"/>
                    <a:pt x="1076846" y="835676"/>
                  </a:cubicBezTo>
                  <a:cubicBezTo>
                    <a:pt x="1077081" y="835508"/>
                    <a:pt x="1077182" y="833725"/>
                    <a:pt x="1077216" y="833422"/>
                  </a:cubicBezTo>
                  <a:cubicBezTo>
                    <a:pt x="1077250" y="833119"/>
                    <a:pt x="1077283" y="830933"/>
                    <a:pt x="1077283" y="830933"/>
                  </a:cubicBezTo>
                  <a:lnTo>
                    <a:pt x="1079706" y="828746"/>
                  </a:lnTo>
                  <a:lnTo>
                    <a:pt x="1081423" y="827771"/>
                  </a:lnTo>
                  <a:lnTo>
                    <a:pt x="1082803" y="826122"/>
                  </a:lnTo>
                  <a:cubicBezTo>
                    <a:pt x="1082803" y="826122"/>
                    <a:pt x="1083004" y="824608"/>
                    <a:pt x="1083004" y="824440"/>
                  </a:cubicBezTo>
                  <a:cubicBezTo>
                    <a:pt x="1083004" y="824306"/>
                    <a:pt x="1083173" y="822994"/>
                    <a:pt x="1083274" y="822859"/>
                  </a:cubicBezTo>
                  <a:cubicBezTo>
                    <a:pt x="1083341" y="822725"/>
                    <a:pt x="1084856" y="821648"/>
                    <a:pt x="1085192" y="821648"/>
                  </a:cubicBezTo>
                  <a:cubicBezTo>
                    <a:pt x="1085529" y="821648"/>
                    <a:pt x="1086370" y="821211"/>
                    <a:pt x="1087077" y="820874"/>
                  </a:cubicBezTo>
                  <a:cubicBezTo>
                    <a:pt x="1087784" y="820538"/>
                    <a:pt x="1088827" y="819899"/>
                    <a:pt x="1089365" y="819865"/>
                  </a:cubicBezTo>
                  <a:cubicBezTo>
                    <a:pt x="1089904" y="819832"/>
                    <a:pt x="1092495" y="815627"/>
                    <a:pt x="1092495" y="815627"/>
                  </a:cubicBezTo>
                  <a:lnTo>
                    <a:pt x="1094010" y="813373"/>
                  </a:lnTo>
                  <a:lnTo>
                    <a:pt x="1093909" y="811354"/>
                  </a:lnTo>
                  <a:lnTo>
                    <a:pt x="1093505" y="806914"/>
                  </a:lnTo>
                  <a:lnTo>
                    <a:pt x="1094649" y="801061"/>
                  </a:lnTo>
                  <a:lnTo>
                    <a:pt x="1093505" y="795846"/>
                  </a:lnTo>
                  <a:lnTo>
                    <a:pt x="1092764" y="786562"/>
                  </a:lnTo>
                  <a:lnTo>
                    <a:pt x="1089870" y="778758"/>
                  </a:lnTo>
                  <a:lnTo>
                    <a:pt x="1087110" y="772232"/>
                  </a:lnTo>
                  <a:lnTo>
                    <a:pt x="1086505" y="768027"/>
                  </a:lnTo>
                  <a:lnTo>
                    <a:pt x="1083577" y="765739"/>
                  </a:lnTo>
                  <a:lnTo>
                    <a:pt x="1080985" y="765537"/>
                  </a:lnTo>
                  <a:lnTo>
                    <a:pt x="1077283" y="765100"/>
                  </a:lnTo>
                  <a:lnTo>
                    <a:pt x="1074019" y="764023"/>
                  </a:lnTo>
                  <a:lnTo>
                    <a:pt x="1072168" y="761433"/>
                  </a:lnTo>
                  <a:lnTo>
                    <a:pt x="1071629" y="758170"/>
                  </a:lnTo>
                  <a:lnTo>
                    <a:pt x="1072168" y="754907"/>
                  </a:lnTo>
                  <a:lnTo>
                    <a:pt x="1071629" y="751644"/>
                  </a:lnTo>
                  <a:lnTo>
                    <a:pt x="1073043" y="746968"/>
                  </a:lnTo>
                  <a:lnTo>
                    <a:pt x="1074355" y="745454"/>
                  </a:lnTo>
                  <a:cubicBezTo>
                    <a:pt x="1074355" y="745454"/>
                    <a:pt x="1074557" y="743604"/>
                    <a:pt x="1075668" y="743066"/>
                  </a:cubicBezTo>
                  <a:cubicBezTo>
                    <a:pt x="1076745" y="742528"/>
                    <a:pt x="1078495" y="741754"/>
                    <a:pt x="1078495" y="741754"/>
                  </a:cubicBezTo>
                  <a:lnTo>
                    <a:pt x="1079370" y="741418"/>
                  </a:lnTo>
                  <a:cubicBezTo>
                    <a:pt x="1079370" y="741418"/>
                    <a:pt x="1080245" y="740980"/>
                    <a:pt x="1080884" y="740442"/>
                  </a:cubicBezTo>
                  <a:cubicBezTo>
                    <a:pt x="1081524" y="739904"/>
                    <a:pt x="1082634" y="738592"/>
                    <a:pt x="1082634" y="738592"/>
                  </a:cubicBezTo>
                  <a:cubicBezTo>
                    <a:pt x="1082634" y="738592"/>
                    <a:pt x="1083173" y="737078"/>
                    <a:pt x="1083274" y="736641"/>
                  </a:cubicBezTo>
                  <a:cubicBezTo>
                    <a:pt x="1083375" y="736203"/>
                    <a:pt x="1083476" y="734252"/>
                    <a:pt x="1083476" y="733815"/>
                  </a:cubicBezTo>
                  <a:cubicBezTo>
                    <a:pt x="1083476" y="733378"/>
                    <a:pt x="1083711" y="731527"/>
                    <a:pt x="1083375" y="731225"/>
                  </a:cubicBezTo>
                  <a:cubicBezTo>
                    <a:pt x="1083038" y="730888"/>
                    <a:pt x="1081086" y="727962"/>
                    <a:pt x="1081086" y="727962"/>
                  </a:cubicBezTo>
                  <a:lnTo>
                    <a:pt x="1079235" y="724362"/>
                  </a:lnTo>
                  <a:lnTo>
                    <a:pt x="1076610" y="721738"/>
                  </a:lnTo>
                  <a:cubicBezTo>
                    <a:pt x="1076610" y="721738"/>
                    <a:pt x="1075399" y="721301"/>
                    <a:pt x="1074995" y="721301"/>
                  </a:cubicBezTo>
                  <a:cubicBezTo>
                    <a:pt x="1074557" y="721301"/>
                    <a:pt x="1071629" y="720426"/>
                    <a:pt x="1071629" y="720426"/>
                  </a:cubicBezTo>
                  <a:lnTo>
                    <a:pt x="1068802" y="719888"/>
                  </a:lnTo>
                  <a:lnTo>
                    <a:pt x="1067725" y="718273"/>
                  </a:lnTo>
                  <a:lnTo>
                    <a:pt x="1066548" y="714472"/>
                  </a:lnTo>
                  <a:lnTo>
                    <a:pt x="1064797" y="711209"/>
                  </a:lnTo>
                  <a:lnTo>
                    <a:pt x="1063485" y="708922"/>
                  </a:lnTo>
                  <a:lnTo>
                    <a:pt x="1061196" y="706197"/>
                  </a:lnTo>
                  <a:lnTo>
                    <a:pt x="1059244" y="704246"/>
                  </a:lnTo>
                  <a:lnTo>
                    <a:pt x="1056653" y="703270"/>
                  </a:lnTo>
                  <a:lnTo>
                    <a:pt x="1051235" y="703068"/>
                  </a:lnTo>
                  <a:lnTo>
                    <a:pt x="1049485" y="702194"/>
                  </a:lnTo>
                  <a:lnTo>
                    <a:pt x="1047533" y="700108"/>
                  </a:lnTo>
                  <a:cubicBezTo>
                    <a:pt x="1047533" y="700108"/>
                    <a:pt x="1047970" y="699099"/>
                    <a:pt x="1047970" y="698796"/>
                  </a:cubicBezTo>
                  <a:cubicBezTo>
                    <a:pt x="1047970" y="698493"/>
                    <a:pt x="1047533" y="697148"/>
                    <a:pt x="1047533" y="697148"/>
                  </a:cubicBezTo>
                  <a:cubicBezTo>
                    <a:pt x="1047533" y="697148"/>
                    <a:pt x="1045850" y="695903"/>
                    <a:pt x="1045076" y="695163"/>
                  </a:cubicBezTo>
                  <a:cubicBezTo>
                    <a:pt x="1044268" y="694457"/>
                    <a:pt x="1042754" y="692775"/>
                    <a:pt x="1042686" y="692472"/>
                  </a:cubicBezTo>
                  <a:cubicBezTo>
                    <a:pt x="1042619" y="692169"/>
                    <a:pt x="1042350" y="689579"/>
                    <a:pt x="1042350" y="689579"/>
                  </a:cubicBezTo>
                  <a:lnTo>
                    <a:pt x="1041643" y="685677"/>
                  </a:lnTo>
                  <a:lnTo>
                    <a:pt x="1041643" y="682851"/>
                  </a:lnTo>
                  <a:lnTo>
                    <a:pt x="1040129" y="682044"/>
                  </a:lnTo>
                  <a:lnTo>
                    <a:pt x="1037167" y="681976"/>
                  </a:lnTo>
                  <a:lnTo>
                    <a:pt x="1033835" y="681976"/>
                  </a:lnTo>
                  <a:lnTo>
                    <a:pt x="1030705" y="681236"/>
                  </a:lnTo>
                  <a:cubicBezTo>
                    <a:pt x="1030705" y="681236"/>
                    <a:pt x="1029393" y="681169"/>
                    <a:pt x="1029124" y="681236"/>
                  </a:cubicBezTo>
                  <a:cubicBezTo>
                    <a:pt x="1028821" y="681304"/>
                    <a:pt x="1027441" y="681203"/>
                    <a:pt x="1027441" y="681203"/>
                  </a:cubicBezTo>
                  <a:lnTo>
                    <a:pt x="1023268" y="680227"/>
                  </a:lnTo>
                  <a:lnTo>
                    <a:pt x="1021316" y="677502"/>
                  </a:lnTo>
                  <a:lnTo>
                    <a:pt x="1020777" y="675652"/>
                  </a:lnTo>
                  <a:lnTo>
                    <a:pt x="1020777" y="674138"/>
                  </a:lnTo>
                  <a:lnTo>
                    <a:pt x="1023369" y="672625"/>
                  </a:lnTo>
                  <a:lnTo>
                    <a:pt x="1024883" y="671548"/>
                  </a:lnTo>
                  <a:lnTo>
                    <a:pt x="1028585" y="671548"/>
                  </a:lnTo>
                  <a:lnTo>
                    <a:pt x="1032052" y="671548"/>
                  </a:lnTo>
                  <a:lnTo>
                    <a:pt x="1033801" y="670371"/>
                  </a:lnTo>
                  <a:lnTo>
                    <a:pt x="1035552" y="669395"/>
                  </a:lnTo>
                  <a:lnTo>
                    <a:pt x="1038379" y="668083"/>
                  </a:lnTo>
                  <a:cubicBezTo>
                    <a:pt x="1038379" y="668083"/>
                    <a:pt x="1039422" y="667108"/>
                    <a:pt x="1039422" y="666771"/>
                  </a:cubicBezTo>
                  <a:cubicBezTo>
                    <a:pt x="1039422" y="666435"/>
                    <a:pt x="1039893" y="665258"/>
                    <a:pt x="1039893" y="664820"/>
                  </a:cubicBezTo>
                  <a:cubicBezTo>
                    <a:pt x="1039893" y="664383"/>
                    <a:pt x="1039893" y="661994"/>
                    <a:pt x="1039893" y="661994"/>
                  </a:cubicBezTo>
                  <a:lnTo>
                    <a:pt x="1039253" y="660245"/>
                  </a:lnTo>
                  <a:cubicBezTo>
                    <a:pt x="1039253" y="660245"/>
                    <a:pt x="1038715" y="659371"/>
                    <a:pt x="1037739" y="659371"/>
                  </a:cubicBezTo>
                  <a:cubicBezTo>
                    <a:pt x="1036763" y="659371"/>
                    <a:pt x="1035552" y="659371"/>
                    <a:pt x="1035552" y="659371"/>
                  </a:cubicBezTo>
                  <a:lnTo>
                    <a:pt x="1032052" y="659371"/>
                  </a:lnTo>
                  <a:lnTo>
                    <a:pt x="1025085" y="659371"/>
                  </a:lnTo>
                  <a:lnTo>
                    <a:pt x="1019869" y="659371"/>
                  </a:lnTo>
                  <a:cubicBezTo>
                    <a:pt x="1019869" y="659371"/>
                    <a:pt x="1013138" y="659471"/>
                    <a:pt x="1012700" y="659371"/>
                  </a:cubicBezTo>
                  <a:cubicBezTo>
                    <a:pt x="1012263" y="659270"/>
                    <a:pt x="1008359" y="659909"/>
                    <a:pt x="1006945" y="659371"/>
                  </a:cubicBezTo>
                  <a:cubicBezTo>
                    <a:pt x="1005532" y="658832"/>
                    <a:pt x="1001628" y="657958"/>
                    <a:pt x="1000753" y="658059"/>
                  </a:cubicBezTo>
                  <a:cubicBezTo>
                    <a:pt x="999878" y="658159"/>
                    <a:pt x="997825" y="658462"/>
                    <a:pt x="996714" y="658059"/>
                  </a:cubicBezTo>
                  <a:cubicBezTo>
                    <a:pt x="995637" y="657621"/>
                    <a:pt x="993012" y="656175"/>
                    <a:pt x="993012" y="656175"/>
                  </a:cubicBezTo>
                  <a:lnTo>
                    <a:pt x="990825" y="652441"/>
                  </a:lnTo>
                  <a:lnTo>
                    <a:pt x="986752" y="652441"/>
                  </a:lnTo>
                  <a:lnTo>
                    <a:pt x="984026" y="656578"/>
                  </a:lnTo>
                  <a:lnTo>
                    <a:pt x="981738" y="655266"/>
                  </a:lnTo>
                  <a:cubicBezTo>
                    <a:pt x="981738" y="655266"/>
                    <a:pt x="977969" y="653517"/>
                    <a:pt x="977767" y="653450"/>
                  </a:cubicBezTo>
                  <a:cubicBezTo>
                    <a:pt x="977565" y="653383"/>
                    <a:pt x="972617" y="650422"/>
                    <a:pt x="972617" y="650422"/>
                  </a:cubicBezTo>
                  <a:cubicBezTo>
                    <a:pt x="972617" y="650422"/>
                    <a:pt x="966963" y="644771"/>
                    <a:pt x="965887" y="643694"/>
                  </a:cubicBezTo>
                  <a:cubicBezTo>
                    <a:pt x="964810" y="642618"/>
                    <a:pt x="957204" y="635217"/>
                    <a:pt x="956901" y="634915"/>
                  </a:cubicBezTo>
                  <a:cubicBezTo>
                    <a:pt x="956598" y="634612"/>
                    <a:pt x="948117" y="624789"/>
                    <a:pt x="948117" y="624789"/>
                  </a:cubicBezTo>
                  <a:lnTo>
                    <a:pt x="947040" y="620450"/>
                  </a:lnTo>
                  <a:lnTo>
                    <a:pt x="942396" y="616110"/>
                  </a:lnTo>
                  <a:cubicBezTo>
                    <a:pt x="942396" y="616110"/>
                    <a:pt x="938929" y="614663"/>
                    <a:pt x="938323" y="614361"/>
                  </a:cubicBezTo>
                  <a:cubicBezTo>
                    <a:pt x="937751" y="614058"/>
                    <a:pt x="930785" y="612174"/>
                    <a:pt x="930213" y="611602"/>
                  </a:cubicBezTo>
                  <a:cubicBezTo>
                    <a:pt x="929641" y="611030"/>
                    <a:pt x="925871" y="608978"/>
                    <a:pt x="925299" y="608978"/>
                  </a:cubicBezTo>
                  <a:cubicBezTo>
                    <a:pt x="924727" y="608978"/>
                    <a:pt x="920655" y="608978"/>
                    <a:pt x="920655" y="608978"/>
                  </a:cubicBezTo>
                  <a:lnTo>
                    <a:pt x="916010" y="606960"/>
                  </a:lnTo>
                  <a:cubicBezTo>
                    <a:pt x="916010" y="606960"/>
                    <a:pt x="916448" y="605345"/>
                    <a:pt x="916010" y="604639"/>
                  </a:cubicBezTo>
                  <a:cubicBezTo>
                    <a:pt x="915573" y="603899"/>
                    <a:pt x="916448" y="601443"/>
                    <a:pt x="916010" y="600871"/>
                  </a:cubicBezTo>
                  <a:cubicBezTo>
                    <a:pt x="915573" y="600299"/>
                    <a:pt x="916179" y="598415"/>
                    <a:pt x="915876" y="597675"/>
                  </a:cubicBezTo>
                  <a:cubicBezTo>
                    <a:pt x="915573" y="596969"/>
                    <a:pt x="915573" y="595657"/>
                    <a:pt x="914698" y="594210"/>
                  </a:cubicBezTo>
                  <a:cubicBezTo>
                    <a:pt x="913823" y="592764"/>
                    <a:pt x="912948" y="590746"/>
                    <a:pt x="912948" y="590746"/>
                  </a:cubicBezTo>
                  <a:cubicBezTo>
                    <a:pt x="912948" y="590746"/>
                    <a:pt x="912376" y="587987"/>
                    <a:pt x="912376" y="587550"/>
                  </a:cubicBezTo>
                  <a:cubicBezTo>
                    <a:pt x="912376" y="587113"/>
                    <a:pt x="912510" y="584489"/>
                    <a:pt x="912376" y="583917"/>
                  </a:cubicBezTo>
                  <a:cubicBezTo>
                    <a:pt x="912241" y="583345"/>
                    <a:pt x="912376" y="579443"/>
                    <a:pt x="912376" y="579443"/>
                  </a:cubicBezTo>
                  <a:lnTo>
                    <a:pt x="912308" y="578804"/>
                  </a:lnTo>
                  <a:lnTo>
                    <a:pt x="914126" y="575978"/>
                  </a:lnTo>
                  <a:lnTo>
                    <a:pt x="918905" y="575978"/>
                  </a:lnTo>
                  <a:lnTo>
                    <a:pt x="921059" y="575978"/>
                  </a:lnTo>
                  <a:lnTo>
                    <a:pt x="924121" y="575978"/>
                  </a:lnTo>
                  <a:lnTo>
                    <a:pt x="926746" y="577424"/>
                  </a:lnTo>
                  <a:lnTo>
                    <a:pt x="929641" y="575978"/>
                  </a:lnTo>
                  <a:cubicBezTo>
                    <a:pt x="929641" y="575978"/>
                    <a:pt x="930213" y="573960"/>
                    <a:pt x="930213" y="573354"/>
                  </a:cubicBezTo>
                  <a:cubicBezTo>
                    <a:pt x="930213" y="572782"/>
                    <a:pt x="930213" y="569889"/>
                    <a:pt x="930213" y="569889"/>
                  </a:cubicBezTo>
                  <a:lnTo>
                    <a:pt x="929641" y="562051"/>
                  </a:lnTo>
                  <a:lnTo>
                    <a:pt x="929775" y="559730"/>
                  </a:lnTo>
                  <a:lnTo>
                    <a:pt x="928631" y="558283"/>
                  </a:lnTo>
                  <a:lnTo>
                    <a:pt x="928496" y="557106"/>
                  </a:lnTo>
                  <a:cubicBezTo>
                    <a:pt x="928496" y="557106"/>
                    <a:pt x="929068" y="556097"/>
                    <a:pt x="929237" y="555660"/>
                  </a:cubicBezTo>
                  <a:cubicBezTo>
                    <a:pt x="929371" y="555222"/>
                    <a:pt x="930246" y="553776"/>
                    <a:pt x="930246" y="553776"/>
                  </a:cubicBezTo>
                  <a:lnTo>
                    <a:pt x="930246" y="552464"/>
                  </a:lnTo>
                  <a:cubicBezTo>
                    <a:pt x="930246" y="552464"/>
                    <a:pt x="929674" y="550445"/>
                    <a:pt x="929506" y="549840"/>
                  </a:cubicBezTo>
                  <a:cubicBezTo>
                    <a:pt x="929371" y="549268"/>
                    <a:pt x="927318" y="547149"/>
                    <a:pt x="926881" y="546577"/>
                  </a:cubicBezTo>
                  <a:cubicBezTo>
                    <a:pt x="926443" y="546005"/>
                    <a:pt x="923549" y="544626"/>
                    <a:pt x="923549" y="544626"/>
                  </a:cubicBezTo>
                  <a:lnTo>
                    <a:pt x="920655" y="544626"/>
                  </a:lnTo>
                  <a:lnTo>
                    <a:pt x="919713" y="542843"/>
                  </a:lnTo>
                  <a:cubicBezTo>
                    <a:pt x="919713" y="542843"/>
                    <a:pt x="919713" y="542204"/>
                    <a:pt x="919780" y="542136"/>
                  </a:cubicBezTo>
                  <a:cubicBezTo>
                    <a:pt x="919881" y="542069"/>
                    <a:pt x="920688" y="541228"/>
                    <a:pt x="920890" y="541127"/>
                  </a:cubicBezTo>
                  <a:cubicBezTo>
                    <a:pt x="921092" y="541026"/>
                    <a:pt x="922439" y="540354"/>
                    <a:pt x="922775" y="540219"/>
                  </a:cubicBezTo>
                  <a:cubicBezTo>
                    <a:pt x="923112" y="540084"/>
                    <a:pt x="926645" y="538268"/>
                    <a:pt x="926645" y="538268"/>
                  </a:cubicBezTo>
                  <a:lnTo>
                    <a:pt x="938559" y="533222"/>
                  </a:lnTo>
                  <a:lnTo>
                    <a:pt x="947679" y="528109"/>
                  </a:lnTo>
                  <a:cubicBezTo>
                    <a:pt x="947679" y="528109"/>
                    <a:pt x="957136" y="523668"/>
                    <a:pt x="957473" y="523332"/>
                  </a:cubicBezTo>
                  <a:cubicBezTo>
                    <a:pt x="957810" y="522995"/>
                    <a:pt x="961613" y="520304"/>
                    <a:pt x="962353" y="519430"/>
                  </a:cubicBezTo>
                  <a:cubicBezTo>
                    <a:pt x="963127" y="518555"/>
                    <a:pt x="967367" y="513038"/>
                    <a:pt x="967367" y="513038"/>
                  </a:cubicBezTo>
                  <a:lnTo>
                    <a:pt x="969319" y="506411"/>
                  </a:lnTo>
                  <a:lnTo>
                    <a:pt x="973021" y="500423"/>
                  </a:lnTo>
                  <a:cubicBezTo>
                    <a:pt x="973021" y="500423"/>
                    <a:pt x="974233" y="497261"/>
                    <a:pt x="974771" y="496958"/>
                  </a:cubicBezTo>
                  <a:cubicBezTo>
                    <a:pt x="975310" y="496622"/>
                    <a:pt x="979449" y="495781"/>
                    <a:pt x="979449" y="495781"/>
                  </a:cubicBezTo>
                  <a:lnTo>
                    <a:pt x="980762" y="493393"/>
                  </a:lnTo>
                  <a:lnTo>
                    <a:pt x="984666" y="489490"/>
                  </a:lnTo>
                  <a:cubicBezTo>
                    <a:pt x="984666" y="489490"/>
                    <a:pt x="984767" y="487876"/>
                    <a:pt x="985204" y="487539"/>
                  </a:cubicBezTo>
                  <a:cubicBezTo>
                    <a:pt x="985642" y="487203"/>
                    <a:pt x="988368" y="484613"/>
                    <a:pt x="988772" y="484276"/>
                  </a:cubicBezTo>
                  <a:cubicBezTo>
                    <a:pt x="989209" y="483940"/>
                    <a:pt x="991801" y="482325"/>
                    <a:pt x="992238" y="482224"/>
                  </a:cubicBezTo>
                  <a:cubicBezTo>
                    <a:pt x="992676" y="482123"/>
                    <a:pt x="994089" y="479399"/>
                    <a:pt x="994089" y="479399"/>
                  </a:cubicBezTo>
                  <a:cubicBezTo>
                    <a:pt x="994089" y="479399"/>
                    <a:pt x="994089" y="474723"/>
                    <a:pt x="993988" y="474285"/>
                  </a:cubicBezTo>
                  <a:cubicBezTo>
                    <a:pt x="993887" y="473848"/>
                    <a:pt x="992911" y="469845"/>
                    <a:pt x="992911" y="469509"/>
                  </a:cubicBezTo>
                  <a:cubicBezTo>
                    <a:pt x="992911" y="469172"/>
                    <a:pt x="992373" y="463756"/>
                    <a:pt x="992373" y="463756"/>
                  </a:cubicBezTo>
                  <a:cubicBezTo>
                    <a:pt x="992373" y="463756"/>
                    <a:pt x="990623" y="461132"/>
                    <a:pt x="990084" y="460594"/>
                  </a:cubicBezTo>
                  <a:cubicBezTo>
                    <a:pt x="989546" y="460056"/>
                    <a:pt x="987358" y="456456"/>
                    <a:pt x="987358" y="456456"/>
                  </a:cubicBezTo>
                  <a:lnTo>
                    <a:pt x="986483" y="453530"/>
                  </a:lnTo>
                  <a:lnTo>
                    <a:pt x="985945" y="451478"/>
                  </a:lnTo>
                  <a:lnTo>
                    <a:pt x="983555" y="447575"/>
                  </a:lnTo>
                  <a:cubicBezTo>
                    <a:pt x="983555" y="447575"/>
                    <a:pt x="982142" y="445826"/>
                    <a:pt x="982142" y="445523"/>
                  </a:cubicBezTo>
                  <a:cubicBezTo>
                    <a:pt x="982142" y="445187"/>
                    <a:pt x="982916" y="442899"/>
                    <a:pt x="983993" y="442159"/>
                  </a:cubicBezTo>
                  <a:cubicBezTo>
                    <a:pt x="985070" y="441386"/>
                    <a:pt x="985945" y="439771"/>
                    <a:pt x="985945" y="439771"/>
                  </a:cubicBezTo>
                  <a:cubicBezTo>
                    <a:pt x="985945" y="439771"/>
                    <a:pt x="986820" y="439334"/>
                    <a:pt x="986921" y="438694"/>
                  </a:cubicBezTo>
                  <a:cubicBezTo>
                    <a:pt x="987022" y="438055"/>
                    <a:pt x="987022" y="435970"/>
                    <a:pt x="987022" y="435970"/>
                  </a:cubicBezTo>
                  <a:cubicBezTo>
                    <a:pt x="987022" y="435970"/>
                    <a:pt x="984632" y="433783"/>
                    <a:pt x="984195" y="433144"/>
                  </a:cubicBezTo>
                  <a:cubicBezTo>
                    <a:pt x="983757" y="432505"/>
                    <a:pt x="983118" y="430554"/>
                    <a:pt x="980594" y="429444"/>
                  </a:cubicBezTo>
                  <a:cubicBezTo>
                    <a:pt x="978103" y="428367"/>
                    <a:pt x="976992" y="427694"/>
                    <a:pt x="976555" y="427493"/>
                  </a:cubicBezTo>
                  <a:cubicBezTo>
                    <a:pt x="976118" y="427291"/>
                    <a:pt x="973526" y="426517"/>
                    <a:pt x="972416" y="426517"/>
                  </a:cubicBezTo>
                  <a:cubicBezTo>
                    <a:pt x="971339" y="426517"/>
                    <a:pt x="967536" y="426517"/>
                    <a:pt x="967536" y="426517"/>
                  </a:cubicBezTo>
                  <a:cubicBezTo>
                    <a:pt x="967536" y="426517"/>
                    <a:pt x="964507" y="426080"/>
                    <a:pt x="963194" y="425979"/>
                  </a:cubicBezTo>
                  <a:cubicBezTo>
                    <a:pt x="961882" y="425878"/>
                    <a:pt x="957641" y="425777"/>
                    <a:pt x="956228" y="425979"/>
                  </a:cubicBezTo>
                  <a:cubicBezTo>
                    <a:pt x="954814" y="426181"/>
                    <a:pt x="952088" y="427156"/>
                    <a:pt x="951752" y="427392"/>
                  </a:cubicBezTo>
                  <a:cubicBezTo>
                    <a:pt x="951449" y="427593"/>
                    <a:pt x="948487" y="428468"/>
                    <a:pt x="948184" y="428704"/>
                  </a:cubicBezTo>
                  <a:cubicBezTo>
                    <a:pt x="947848" y="428905"/>
                    <a:pt x="945694" y="429040"/>
                    <a:pt x="945357" y="429242"/>
                  </a:cubicBezTo>
                  <a:cubicBezTo>
                    <a:pt x="945021" y="429444"/>
                    <a:pt x="943069" y="430655"/>
                    <a:pt x="942766" y="430756"/>
                  </a:cubicBezTo>
                  <a:cubicBezTo>
                    <a:pt x="942429" y="430857"/>
                    <a:pt x="942429" y="431193"/>
                    <a:pt x="940814" y="431630"/>
                  </a:cubicBezTo>
                  <a:cubicBezTo>
                    <a:pt x="939198" y="432067"/>
                    <a:pt x="937549" y="431967"/>
                    <a:pt x="936237" y="432505"/>
                  </a:cubicBezTo>
                  <a:cubicBezTo>
                    <a:pt x="934924" y="433043"/>
                    <a:pt x="932535" y="434120"/>
                    <a:pt x="932097" y="434456"/>
                  </a:cubicBezTo>
                  <a:cubicBezTo>
                    <a:pt x="931660" y="434792"/>
                    <a:pt x="928496" y="436071"/>
                    <a:pt x="928496" y="436071"/>
                  </a:cubicBezTo>
                  <a:lnTo>
                    <a:pt x="926544" y="436306"/>
                  </a:lnTo>
                  <a:cubicBezTo>
                    <a:pt x="926544" y="436306"/>
                    <a:pt x="924794" y="437181"/>
                    <a:pt x="924491" y="438055"/>
                  </a:cubicBezTo>
                  <a:cubicBezTo>
                    <a:pt x="924155" y="438930"/>
                    <a:pt x="922439" y="441419"/>
                    <a:pt x="922439" y="441419"/>
                  </a:cubicBezTo>
                  <a:cubicBezTo>
                    <a:pt x="922439" y="441419"/>
                    <a:pt x="920352" y="443269"/>
                    <a:pt x="919511" y="443909"/>
                  </a:cubicBezTo>
                  <a:cubicBezTo>
                    <a:pt x="918636" y="444548"/>
                    <a:pt x="915708" y="446398"/>
                    <a:pt x="915708" y="446398"/>
                  </a:cubicBezTo>
                  <a:lnTo>
                    <a:pt x="910054" y="450199"/>
                  </a:lnTo>
                  <a:lnTo>
                    <a:pt x="904501" y="454640"/>
                  </a:lnTo>
                  <a:cubicBezTo>
                    <a:pt x="904501" y="454640"/>
                    <a:pt x="903626" y="455615"/>
                    <a:pt x="903323" y="455952"/>
                  </a:cubicBezTo>
                  <a:cubicBezTo>
                    <a:pt x="902986" y="456288"/>
                    <a:pt x="901135" y="456725"/>
                    <a:pt x="900832" y="457028"/>
                  </a:cubicBezTo>
                  <a:cubicBezTo>
                    <a:pt x="900496" y="457364"/>
                    <a:pt x="900731" y="457802"/>
                    <a:pt x="898544" y="457802"/>
                  </a:cubicBezTo>
                  <a:cubicBezTo>
                    <a:pt x="896356" y="457802"/>
                    <a:pt x="892789" y="457802"/>
                    <a:pt x="892789" y="457802"/>
                  </a:cubicBezTo>
                  <a:cubicBezTo>
                    <a:pt x="892789" y="457802"/>
                    <a:pt x="889322" y="457903"/>
                    <a:pt x="888649" y="458138"/>
                  </a:cubicBezTo>
                  <a:cubicBezTo>
                    <a:pt x="888010" y="458340"/>
                    <a:pt x="882019" y="458340"/>
                    <a:pt x="882019" y="458340"/>
                  </a:cubicBezTo>
                  <a:cubicBezTo>
                    <a:pt x="882019" y="458340"/>
                    <a:pt x="875928" y="457903"/>
                    <a:pt x="875490" y="457802"/>
                  </a:cubicBezTo>
                  <a:cubicBezTo>
                    <a:pt x="875053" y="457701"/>
                    <a:pt x="873740" y="455312"/>
                    <a:pt x="873336" y="454640"/>
                  </a:cubicBezTo>
                  <a:cubicBezTo>
                    <a:pt x="872899" y="454000"/>
                    <a:pt x="871587" y="452453"/>
                    <a:pt x="871149" y="452453"/>
                  </a:cubicBezTo>
                  <a:cubicBezTo>
                    <a:pt x="870711" y="452453"/>
                    <a:pt x="868322" y="451579"/>
                    <a:pt x="866370" y="451579"/>
                  </a:cubicBezTo>
                  <a:cubicBezTo>
                    <a:pt x="864418" y="451579"/>
                    <a:pt x="860480" y="451478"/>
                    <a:pt x="860178" y="451780"/>
                  </a:cubicBezTo>
                  <a:cubicBezTo>
                    <a:pt x="859841" y="452117"/>
                    <a:pt x="857788" y="451679"/>
                    <a:pt x="857788" y="451679"/>
                  </a:cubicBezTo>
                  <a:lnTo>
                    <a:pt x="853884" y="449190"/>
                  </a:lnTo>
                  <a:lnTo>
                    <a:pt x="851394" y="444851"/>
                  </a:lnTo>
                  <a:cubicBezTo>
                    <a:pt x="851394" y="444851"/>
                    <a:pt x="850620" y="443337"/>
                    <a:pt x="850317" y="443000"/>
                  </a:cubicBezTo>
                  <a:cubicBezTo>
                    <a:pt x="849980" y="442664"/>
                    <a:pt x="847927" y="438964"/>
                    <a:pt x="847591" y="438863"/>
                  </a:cubicBezTo>
                  <a:cubicBezTo>
                    <a:pt x="847254" y="438762"/>
                    <a:pt x="844528" y="438425"/>
                    <a:pt x="844124" y="438425"/>
                  </a:cubicBezTo>
                  <a:cubicBezTo>
                    <a:pt x="843687" y="438425"/>
                    <a:pt x="841398" y="439636"/>
                    <a:pt x="840658" y="440376"/>
                  </a:cubicBezTo>
                  <a:cubicBezTo>
                    <a:pt x="839884" y="441150"/>
                    <a:pt x="839009" y="441352"/>
                    <a:pt x="838706" y="441991"/>
                  </a:cubicBezTo>
                  <a:cubicBezTo>
                    <a:pt x="838369" y="442630"/>
                    <a:pt x="837831" y="443841"/>
                    <a:pt x="837393" y="443841"/>
                  </a:cubicBezTo>
                  <a:cubicBezTo>
                    <a:pt x="836956" y="443841"/>
                    <a:pt x="833691" y="443841"/>
                    <a:pt x="833691" y="443841"/>
                  </a:cubicBezTo>
                  <a:cubicBezTo>
                    <a:pt x="833691" y="443841"/>
                    <a:pt x="831066" y="443640"/>
                    <a:pt x="829350" y="444043"/>
                  </a:cubicBezTo>
                  <a:cubicBezTo>
                    <a:pt x="827600" y="444481"/>
                    <a:pt x="825984" y="445120"/>
                    <a:pt x="825984" y="445120"/>
                  </a:cubicBezTo>
                  <a:lnTo>
                    <a:pt x="823797" y="446734"/>
                  </a:lnTo>
                  <a:cubicBezTo>
                    <a:pt x="823797" y="446734"/>
                    <a:pt x="818581" y="448585"/>
                    <a:pt x="818143" y="448786"/>
                  </a:cubicBezTo>
                  <a:cubicBezTo>
                    <a:pt x="817705" y="449022"/>
                    <a:pt x="814003" y="450098"/>
                    <a:pt x="813566" y="450199"/>
                  </a:cubicBezTo>
                  <a:cubicBezTo>
                    <a:pt x="813128" y="450300"/>
                    <a:pt x="810739" y="452117"/>
                    <a:pt x="810739" y="452117"/>
                  </a:cubicBezTo>
                  <a:lnTo>
                    <a:pt x="807811" y="452487"/>
                  </a:lnTo>
                  <a:lnTo>
                    <a:pt x="804143" y="452487"/>
                  </a:lnTo>
                  <a:cubicBezTo>
                    <a:pt x="804143" y="452487"/>
                    <a:pt x="800239" y="450872"/>
                    <a:pt x="799801" y="450738"/>
                  </a:cubicBezTo>
                  <a:cubicBezTo>
                    <a:pt x="799364" y="450637"/>
                    <a:pt x="795897" y="449964"/>
                    <a:pt x="795897" y="449964"/>
                  </a:cubicBezTo>
                  <a:cubicBezTo>
                    <a:pt x="795897" y="449964"/>
                    <a:pt x="792969" y="448753"/>
                    <a:pt x="792195" y="448652"/>
                  </a:cubicBezTo>
                  <a:cubicBezTo>
                    <a:pt x="791421" y="448551"/>
                    <a:pt x="787955" y="446701"/>
                    <a:pt x="787315" y="446701"/>
                  </a:cubicBezTo>
                  <a:cubicBezTo>
                    <a:pt x="786676" y="446701"/>
                    <a:pt x="785902" y="446465"/>
                    <a:pt x="785464" y="446465"/>
                  </a:cubicBezTo>
                  <a:cubicBezTo>
                    <a:pt x="785027" y="446465"/>
                    <a:pt x="781661" y="447004"/>
                    <a:pt x="781661" y="447004"/>
                  </a:cubicBezTo>
                  <a:lnTo>
                    <a:pt x="780786" y="449190"/>
                  </a:lnTo>
                  <a:cubicBezTo>
                    <a:pt x="780786" y="449190"/>
                    <a:pt x="781123" y="451679"/>
                    <a:pt x="781561" y="452016"/>
                  </a:cubicBezTo>
                  <a:cubicBezTo>
                    <a:pt x="781998" y="452352"/>
                    <a:pt x="784926" y="453765"/>
                    <a:pt x="784926" y="453765"/>
                  </a:cubicBezTo>
                  <a:lnTo>
                    <a:pt x="790041" y="456389"/>
                  </a:lnTo>
                  <a:lnTo>
                    <a:pt x="794719" y="458777"/>
                  </a:lnTo>
                  <a:cubicBezTo>
                    <a:pt x="794719" y="458777"/>
                    <a:pt x="795493" y="462242"/>
                    <a:pt x="795796" y="462478"/>
                  </a:cubicBezTo>
                  <a:cubicBezTo>
                    <a:pt x="796133" y="462680"/>
                    <a:pt x="797008" y="465943"/>
                    <a:pt x="797008" y="465943"/>
                  </a:cubicBezTo>
                  <a:cubicBezTo>
                    <a:pt x="797008" y="465943"/>
                    <a:pt x="798522" y="469542"/>
                    <a:pt x="798859" y="469744"/>
                  </a:cubicBezTo>
                  <a:cubicBezTo>
                    <a:pt x="799195" y="469946"/>
                    <a:pt x="802561" y="473209"/>
                    <a:pt x="802561" y="473209"/>
                  </a:cubicBezTo>
                  <a:cubicBezTo>
                    <a:pt x="802561" y="473209"/>
                    <a:pt x="803200" y="474622"/>
                    <a:pt x="804075" y="474723"/>
                  </a:cubicBezTo>
                  <a:cubicBezTo>
                    <a:pt x="804950" y="474823"/>
                    <a:pt x="807239" y="476775"/>
                    <a:pt x="807542" y="477346"/>
                  </a:cubicBezTo>
                  <a:cubicBezTo>
                    <a:pt x="807845" y="477885"/>
                    <a:pt x="808518" y="479634"/>
                    <a:pt x="808518" y="479634"/>
                  </a:cubicBezTo>
                  <a:cubicBezTo>
                    <a:pt x="808518" y="479634"/>
                    <a:pt x="807542" y="481686"/>
                    <a:pt x="805792" y="482258"/>
                  </a:cubicBezTo>
                  <a:cubicBezTo>
                    <a:pt x="804042" y="482796"/>
                    <a:pt x="801316" y="485286"/>
                    <a:pt x="800239" y="485857"/>
                  </a:cubicBezTo>
                  <a:cubicBezTo>
                    <a:pt x="799162" y="486395"/>
                    <a:pt x="798186" y="486934"/>
                    <a:pt x="796974" y="487808"/>
                  </a:cubicBezTo>
                  <a:cubicBezTo>
                    <a:pt x="795763" y="488683"/>
                    <a:pt x="792936" y="492148"/>
                    <a:pt x="792936" y="492148"/>
                  </a:cubicBezTo>
                  <a:lnTo>
                    <a:pt x="791522" y="493897"/>
                  </a:lnTo>
                  <a:cubicBezTo>
                    <a:pt x="791522" y="493897"/>
                    <a:pt x="788359" y="496622"/>
                    <a:pt x="788056" y="497160"/>
                  </a:cubicBezTo>
                  <a:cubicBezTo>
                    <a:pt x="787719" y="497699"/>
                    <a:pt x="785868" y="500087"/>
                    <a:pt x="785868" y="500524"/>
                  </a:cubicBezTo>
                  <a:cubicBezTo>
                    <a:pt x="785868" y="500961"/>
                    <a:pt x="785431" y="502812"/>
                    <a:pt x="785431" y="503249"/>
                  </a:cubicBezTo>
                  <a:cubicBezTo>
                    <a:pt x="785431" y="503686"/>
                    <a:pt x="785094" y="506277"/>
                    <a:pt x="784657" y="506512"/>
                  </a:cubicBezTo>
                  <a:cubicBezTo>
                    <a:pt x="784219" y="506747"/>
                    <a:pt x="783681" y="506949"/>
                    <a:pt x="782469" y="507151"/>
                  </a:cubicBezTo>
                  <a:cubicBezTo>
                    <a:pt x="781258" y="507353"/>
                    <a:pt x="779541" y="507252"/>
                    <a:pt x="779104" y="506714"/>
                  </a:cubicBezTo>
                  <a:cubicBezTo>
                    <a:pt x="778666" y="506176"/>
                    <a:pt x="777354" y="505839"/>
                    <a:pt x="777051" y="504325"/>
                  </a:cubicBezTo>
                  <a:cubicBezTo>
                    <a:pt x="776714" y="502812"/>
                    <a:pt x="775200" y="499751"/>
                    <a:pt x="775200" y="499751"/>
                  </a:cubicBezTo>
                  <a:lnTo>
                    <a:pt x="771397" y="498001"/>
                  </a:lnTo>
                  <a:cubicBezTo>
                    <a:pt x="771397" y="498001"/>
                    <a:pt x="768469" y="498775"/>
                    <a:pt x="768132" y="498977"/>
                  </a:cubicBezTo>
                  <a:cubicBezTo>
                    <a:pt x="767796" y="499178"/>
                    <a:pt x="764767" y="501802"/>
                    <a:pt x="764767" y="501802"/>
                  </a:cubicBezTo>
                  <a:cubicBezTo>
                    <a:pt x="764767" y="501802"/>
                    <a:pt x="764666" y="502879"/>
                    <a:pt x="763791" y="502442"/>
                  </a:cubicBezTo>
                  <a:cubicBezTo>
                    <a:pt x="762916" y="502004"/>
                    <a:pt x="760964" y="501130"/>
                    <a:pt x="759988" y="499280"/>
                  </a:cubicBezTo>
                  <a:cubicBezTo>
                    <a:pt x="759012" y="497429"/>
                    <a:pt x="758036" y="495276"/>
                    <a:pt x="757699" y="494503"/>
                  </a:cubicBezTo>
                  <a:cubicBezTo>
                    <a:pt x="757363" y="493763"/>
                    <a:pt x="757262" y="493628"/>
                    <a:pt x="756723" y="493090"/>
                  </a:cubicBezTo>
                  <a:cubicBezTo>
                    <a:pt x="756185" y="492552"/>
                    <a:pt x="755209" y="491576"/>
                    <a:pt x="754872" y="491038"/>
                  </a:cubicBezTo>
                  <a:cubicBezTo>
                    <a:pt x="754536" y="490500"/>
                    <a:pt x="752685" y="489524"/>
                    <a:pt x="752685" y="489524"/>
                  </a:cubicBezTo>
                  <a:cubicBezTo>
                    <a:pt x="752685" y="489524"/>
                    <a:pt x="751507" y="489423"/>
                    <a:pt x="750396" y="489423"/>
                  </a:cubicBezTo>
                  <a:cubicBezTo>
                    <a:pt x="749319" y="489423"/>
                    <a:pt x="750060" y="489087"/>
                    <a:pt x="748209" y="489423"/>
                  </a:cubicBezTo>
                  <a:cubicBezTo>
                    <a:pt x="746358" y="489759"/>
                    <a:pt x="744944" y="489759"/>
                    <a:pt x="744608" y="489524"/>
                  </a:cubicBezTo>
                  <a:cubicBezTo>
                    <a:pt x="744271" y="489322"/>
                    <a:pt x="743093" y="489087"/>
                    <a:pt x="742757" y="488986"/>
                  </a:cubicBezTo>
                  <a:cubicBezTo>
                    <a:pt x="742420" y="488885"/>
                    <a:pt x="741242" y="489423"/>
                    <a:pt x="740367" y="487371"/>
                  </a:cubicBezTo>
                  <a:cubicBezTo>
                    <a:pt x="739492" y="485319"/>
                    <a:pt x="739290" y="484983"/>
                    <a:pt x="739290" y="484343"/>
                  </a:cubicBezTo>
                  <a:cubicBezTo>
                    <a:pt x="739290" y="483704"/>
                    <a:pt x="739189" y="481619"/>
                    <a:pt x="739290" y="481181"/>
                  </a:cubicBezTo>
                  <a:cubicBezTo>
                    <a:pt x="739391" y="480744"/>
                    <a:pt x="738987" y="479230"/>
                    <a:pt x="739223" y="478692"/>
                  </a:cubicBezTo>
                  <a:cubicBezTo>
                    <a:pt x="739492" y="478154"/>
                    <a:pt x="739122" y="477481"/>
                    <a:pt x="739122" y="477178"/>
                  </a:cubicBezTo>
                  <a:cubicBezTo>
                    <a:pt x="739156" y="476842"/>
                    <a:pt x="737507" y="475866"/>
                    <a:pt x="737103" y="475429"/>
                  </a:cubicBezTo>
                  <a:cubicBezTo>
                    <a:pt x="736665" y="474992"/>
                    <a:pt x="734478" y="474353"/>
                    <a:pt x="734478" y="474353"/>
                  </a:cubicBezTo>
                  <a:cubicBezTo>
                    <a:pt x="734478" y="474353"/>
                    <a:pt x="733165" y="473579"/>
                    <a:pt x="732963" y="473141"/>
                  </a:cubicBezTo>
                  <a:cubicBezTo>
                    <a:pt x="732761" y="472704"/>
                    <a:pt x="731550" y="471089"/>
                    <a:pt x="731213" y="470854"/>
                  </a:cubicBezTo>
                  <a:cubicBezTo>
                    <a:pt x="730877" y="470652"/>
                    <a:pt x="728925" y="467591"/>
                    <a:pt x="728925" y="467591"/>
                  </a:cubicBezTo>
                  <a:cubicBezTo>
                    <a:pt x="728925" y="467591"/>
                    <a:pt x="727949" y="467053"/>
                    <a:pt x="728925" y="466279"/>
                  </a:cubicBezTo>
                  <a:cubicBezTo>
                    <a:pt x="729901" y="465505"/>
                    <a:pt x="730002" y="464530"/>
                    <a:pt x="730540" y="463992"/>
                  </a:cubicBezTo>
                  <a:cubicBezTo>
                    <a:pt x="731079" y="463453"/>
                    <a:pt x="731953" y="462814"/>
                    <a:pt x="733030" y="462579"/>
                  </a:cubicBezTo>
                  <a:cubicBezTo>
                    <a:pt x="734107" y="462343"/>
                    <a:pt x="735083" y="461940"/>
                    <a:pt x="735521" y="461805"/>
                  </a:cubicBezTo>
                  <a:cubicBezTo>
                    <a:pt x="735958" y="461704"/>
                    <a:pt x="737910" y="458340"/>
                    <a:pt x="737910" y="458004"/>
                  </a:cubicBezTo>
                  <a:cubicBezTo>
                    <a:pt x="737910" y="457667"/>
                    <a:pt x="737136" y="456053"/>
                    <a:pt x="735858" y="455817"/>
                  </a:cubicBezTo>
                  <a:cubicBezTo>
                    <a:pt x="734545" y="455582"/>
                    <a:pt x="732829" y="454741"/>
                    <a:pt x="731718" y="454841"/>
                  </a:cubicBezTo>
                  <a:cubicBezTo>
                    <a:pt x="730641" y="454942"/>
                    <a:pt x="727915" y="454942"/>
                    <a:pt x="727578" y="455279"/>
                  </a:cubicBezTo>
                  <a:cubicBezTo>
                    <a:pt x="727242" y="455615"/>
                    <a:pt x="726064" y="455817"/>
                    <a:pt x="725290" y="456456"/>
                  </a:cubicBezTo>
                  <a:cubicBezTo>
                    <a:pt x="724516" y="457095"/>
                    <a:pt x="723001" y="458407"/>
                    <a:pt x="722026" y="459181"/>
                  </a:cubicBezTo>
                  <a:cubicBezTo>
                    <a:pt x="721049" y="459955"/>
                    <a:pt x="719972" y="459618"/>
                    <a:pt x="719535" y="460493"/>
                  </a:cubicBezTo>
                  <a:cubicBezTo>
                    <a:pt x="719097" y="461368"/>
                    <a:pt x="718121" y="462007"/>
                    <a:pt x="717785" y="462007"/>
                  </a:cubicBezTo>
                  <a:cubicBezTo>
                    <a:pt x="717448" y="462007"/>
                    <a:pt x="714857" y="462343"/>
                    <a:pt x="714857" y="462343"/>
                  </a:cubicBezTo>
                  <a:cubicBezTo>
                    <a:pt x="714857" y="462343"/>
                    <a:pt x="711828" y="461906"/>
                    <a:pt x="711391" y="461704"/>
                  </a:cubicBezTo>
                  <a:cubicBezTo>
                    <a:pt x="710953" y="461502"/>
                    <a:pt x="709001" y="460190"/>
                    <a:pt x="708665" y="459854"/>
                  </a:cubicBezTo>
                  <a:cubicBezTo>
                    <a:pt x="708328" y="459517"/>
                    <a:pt x="707049" y="458777"/>
                    <a:pt x="706713" y="457129"/>
                  </a:cubicBezTo>
                  <a:cubicBezTo>
                    <a:pt x="706376" y="455481"/>
                    <a:pt x="706612" y="455279"/>
                    <a:pt x="706174" y="454841"/>
                  </a:cubicBezTo>
                  <a:cubicBezTo>
                    <a:pt x="705737" y="454404"/>
                    <a:pt x="704559" y="453866"/>
                    <a:pt x="704121" y="453866"/>
                  </a:cubicBezTo>
                  <a:cubicBezTo>
                    <a:pt x="703684" y="453866"/>
                    <a:pt x="700958" y="453967"/>
                    <a:pt x="700655" y="453866"/>
                  </a:cubicBezTo>
                  <a:cubicBezTo>
                    <a:pt x="700318" y="453765"/>
                    <a:pt x="698602" y="452991"/>
                    <a:pt x="698467" y="452453"/>
                  </a:cubicBezTo>
                  <a:cubicBezTo>
                    <a:pt x="698366" y="451915"/>
                    <a:pt x="698467" y="450603"/>
                    <a:pt x="699679" y="449527"/>
                  </a:cubicBezTo>
                  <a:cubicBezTo>
                    <a:pt x="700857" y="448450"/>
                    <a:pt x="702405" y="447037"/>
                    <a:pt x="702405" y="447037"/>
                  </a:cubicBezTo>
                  <a:cubicBezTo>
                    <a:pt x="702405" y="447037"/>
                    <a:pt x="702741" y="443774"/>
                    <a:pt x="702405" y="443673"/>
                  </a:cubicBezTo>
                  <a:cubicBezTo>
                    <a:pt x="702068" y="443572"/>
                    <a:pt x="701429" y="442698"/>
                    <a:pt x="700890" y="442361"/>
                  </a:cubicBezTo>
                  <a:cubicBezTo>
                    <a:pt x="700352" y="442025"/>
                    <a:pt x="698467" y="439973"/>
                    <a:pt x="698467" y="439973"/>
                  </a:cubicBezTo>
                  <a:cubicBezTo>
                    <a:pt x="698467" y="439973"/>
                    <a:pt x="699174" y="438358"/>
                    <a:pt x="699713" y="437921"/>
                  </a:cubicBezTo>
                  <a:cubicBezTo>
                    <a:pt x="700251" y="437484"/>
                    <a:pt x="701126" y="436609"/>
                    <a:pt x="701227" y="436272"/>
                  </a:cubicBezTo>
                  <a:cubicBezTo>
                    <a:pt x="701328" y="435936"/>
                    <a:pt x="702741" y="434759"/>
                    <a:pt x="702741" y="434759"/>
                  </a:cubicBezTo>
                  <a:cubicBezTo>
                    <a:pt x="702741" y="434759"/>
                    <a:pt x="701664" y="432269"/>
                    <a:pt x="701530" y="431933"/>
                  </a:cubicBezTo>
                  <a:cubicBezTo>
                    <a:pt x="701429" y="431597"/>
                    <a:pt x="700217" y="431159"/>
                    <a:pt x="700991" y="430520"/>
                  </a:cubicBezTo>
                  <a:cubicBezTo>
                    <a:pt x="701765" y="429881"/>
                    <a:pt x="702506" y="428670"/>
                    <a:pt x="702506" y="428670"/>
                  </a:cubicBezTo>
                  <a:lnTo>
                    <a:pt x="703381" y="427694"/>
                  </a:lnTo>
                  <a:cubicBezTo>
                    <a:pt x="703381" y="427694"/>
                    <a:pt x="703717" y="425070"/>
                    <a:pt x="703583" y="424667"/>
                  </a:cubicBezTo>
                  <a:cubicBezTo>
                    <a:pt x="703482" y="424229"/>
                    <a:pt x="702506" y="422615"/>
                    <a:pt x="702506" y="422177"/>
                  </a:cubicBezTo>
                  <a:cubicBezTo>
                    <a:pt x="702506" y="421740"/>
                    <a:pt x="703583" y="420428"/>
                    <a:pt x="704693" y="419789"/>
                  </a:cubicBezTo>
                  <a:cubicBezTo>
                    <a:pt x="705770" y="419150"/>
                    <a:pt x="706208" y="418477"/>
                    <a:pt x="706208" y="418040"/>
                  </a:cubicBezTo>
                  <a:cubicBezTo>
                    <a:pt x="706208" y="417602"/>
                    <a:pt x="707285" y="416627"/>
                    <a:pt x="706208" y="414878"/>
                  </a:cubicBezTo>
                  <a:cubicBezTo>
                    <a:pt x="705131" y="413128"/>
                    <a:pt x="703818" y="411716"/>
                    <a:pt x="703818" y="411716"/>
                  </a:cubicBezTo>
                  <a:lnTo>
                    <a:pt x="701328" y="410740"/>
                  </a:lnTo>
                  <a:lnTo>
                    <a:pt x="697962" y="410740"/>
                  </a:lnTo>
                  <a:lnTo>
                    <a:pt x="696212" y="410740"/>
                  </a:lnTo>
                  <a:lnTo>
                    <a:pt x="694462" y="410740"/>
                  </a:lnTo>
                  <a:lnTo>
                    <a:pt x="690996" y="410740"/>
                  </a:lnTo>
                  <a:cubicBezTo>
                    <a:pt x="690996" y="410740"/>
                    <a:pt x="690659" y="412254"/>
                    <a:pt x="690222" y="412590"/>
                  </a:cubicBezTo>
                  <a:cubicBezTo>
                    <a:pt x="689784" y="412927"/>
                    <a:pt x="688707" y="413465"/>
                    <a:pt x="688707" y="413465"/>
                  </a:cubicBezTo>
                  <a:cubicBezTo>
                    <a:pt x="688707" y="413465"/>
                    <a:pt x="687732" y="412927"/>
                    <a:pt x="687193" y="412489"/>
                  </a:cubicBezTo>
                  <a:cubicBezTo>
                    <a:pt x="686655" y="412052"/>
                    <a:pt x="684366" y="411514"/>
                    <a:pt x="684366" y="411514"/>
                  </a:cubicBezTo>
                  <a:cubicBezTo>
                    <a:pt x="684366" y="411514"/>
                    <a:pt x="683053" y="411312"/>
                    <a:pt x="682515" y="411312"/>
                  </a:cubicBezTo>
                  <a:cubicBezTo>
                    <a:pt x="681977" y="411312"/>
                    <a:pt x="680226" y="411648"/>
                    <a:pt x="680226" y="411648"/>
                  </a:cubicBezTo>
                  <a:lnTo>
                    <a:pt x="678375" y="412422"/>
                  </a:lnTo>
                  <a:lnTo>
                    <a:pt x="674135" y="410807"/>
                  </a:lnTo>
                  <a:lnTo>
                    <a:pt x="673597" y="409394"/>
                  </a:lnTo>
                  <a:cubicBezTo>
                    <a:pt x="673597" y="409394"/>
                    <a:pt x="675986" y="403407"/>
                    <a:pt x="676087" y="403104"/>
                  </a:cubicBezTo>
                  <a:cubicBezTo>
                    <a:pt x="676188" y="402767"/>
                    <a:pt x="673597" y="398226"/>
                    <a:pt x="673597" y="398226"/>
                  </a:cubicBezTo>
                  <a:lnTo>
                    <a:pt x="670568" y="396914"/>
                  </a:lnTo>
                  <a:lnTo>
                    <a:pt x="668380" y="396914"/>
                  </a:lnTo>
                  <a:lnTo>
                    <a:pt x="664914" y="396914"/>
                  </a:lnTo>
                  <a:cubicBezTo>
                    <a:pt x="664914" y="396914"/>
                    <a:pt x="662861" y="396039"/>
                    <a:pt x="662962" y="395064"/>
                  </a:cubicBezTo>
                  <a:cubicBezTo>
                    <a:pt x="663063" y="394088"/>
                    <a:pt x="664375" y="393113"/>
                    <a:pt x="662962" y="393113"/>
                  </a:cubicBezTo>
                  <a:cubicBezTo>
                    <a:pt x="661548" y="393113"/>
                    <a:pt x="659058" y="392339"/>
                    <a:pt x="659058" y="392339"/>
                  </a:cubicBezTo>
                  <a:cubicBezTo>
                    <a:pt x="659058" y="392339"/>
                    <a:pt x="658284" y="389614"/>
                    <a:pt x="658519" y="389312"/>
                  </a:cubicBezTo>
                  <a:cubicBezTo>
                    <a:pt x="658721" y="388975"/>
                    <a:pt x="658957" y="386486"/>
                    <a:pt x="658957" y="386048"/>
                  </a:cubicBezTo>
                  <a:cubicBezTo>
                    <a:pt x="658957" y="385611"/>
                    <a:pt x="659159" y="383223"/>
                    <a:pt x="659159" y="382785"/>
                  </a:cubicBezTo>
                  <a:cubicBezTo>
                    <a:pt x="659159" y="382348"/>
                    <a:pt x="659058" y="379321"/>
                    <a:pt x="659058" y="379321"/>
                  </a:cubicBezTo>
                  <a:cubicBezTo>
                    <a:pt x="659058" y="379321"/>
                    <a:pt x="657543" y="377672"/>
                    <a:pt x="657442" y="377370"/>
                  </a:cubicBezTo>
                  <a:cubicBezTo>
                    <a:pt x="657341" y="377033"/>
                    <a:pt x="655490" y="375957"/>
                    <a:pt x="656231" y="375183"/>
                  </a:cubicBezTo>
                  <a:cubicBezTo>
                    <a:pt x="657005" y="374409"/>
                    <a:pt x="657745" y="372593"/>
                    <a:pt x="657745" y="372122"/>
                  </a:cubicBezTo>
                  <a:cubicBezTo>
                    <a:pt x="657745" y="371684"/>
                    <a:pt x="655793" y="368960"/>
                    <a:pt x="655457" y="368960"/>
                  </a:cubicBezTo>
                  <a:cubicBezTo>
                    <a:pt x="655120" y="368960"/>
                    <a:pt x="652865" y="367917"/>
                    <a:pt x="652293" y="368051"/>
                  </a:cubicBezTo>
                  <a:cubicBezTo>
                    <a:pt x="651755" y="368152"/>
                    <a:pt x="648928" y="367345"/>
                    <a:pt x="648591" y="367345"/>
                  </a:cubicBezTo>
                  <a:cubicBezTo>
                    <a:pt x="648255" y="367345"/>
                    <a:pt x="642298" y="367345"/>
                    <a:pt x="642298" y="367345"/>
                  </a:cubicBezTo>
                  <a:lnTo>
                    <a:pt x="636879" y="365495"/>
                  </a:lnTo>
                  <a:lnTo>
                    <a:pt x="633076" y="362871"/>
                  </a:lnTo>
                  <a:lnTo>
                    <a:pt x="629172" y="360381"/>
                  </a:lnTo>
                  <a:lnTo>
                    <a:pt x="625269" y="357758"/>
                  </a:lnTo>
                  <a:lnTo>
                    <a:pt x="620052" y="358397"/>
                  </a:lnTo>
                  <a:cubicBezTo>
                    <a:pt x="620052" y="358397"/>
                    <a:pt x="618302" y="353284"/>
                    <a:pt x="617999" y="352846"/>
                  </a:cubicBezTo>
                  <a:cubicBezTo>
                    <a:pt x="617663" y="352409"/>
                    <a:pt x="612345" y="349045"/>
                    <a:pt x="612345" y="349045"/>
                  </a:cubicBezTo>
                  <a:cubicBezTo>
                    <a:pt x="612345" y="349045"/>
                    <a:pt x="609417" y="348608"/>
                    <a:pt x="608980" y="348507"/>
                  </a:cubicBezTo>
                  <a:cubicBezTo>
                    <a:pt x="608542" y="348406"/>
                    <a:pt x="602148" y="347094"/>
                    <a:pt x="601811" y="346993"/>
                  </a:cubicBezTo>
                  <a:cubicBezTo>
                    <a:pt x="601475" y="346892"/>
                    <a:pt x="597032" y="346993"/>
                    <a:pt x="597032" y="346993"/>
                  </a:cubicBezTo>
                  <a:cubicBezTo>
                    <a:pt x="597032" y="346993"/>
                    <a:pt x="595518" y="346455"/>
                    <a:pt x="594407" y="346959"/>
                  </a:cubicBezTo>
                  <a:cubicBezTo>
                    <a:pt x="593330" y="347430"/>
                    <a:pt x="590268" y="348204"/>
                    <a:pt x="590268" y="348204"/>
                  </a:cubicBezTo>
                  <a:cubicBezTo>
                    <a:pt x="590268" y="348204"/>
                    <a:pt x="589830" y="349617"/>
                    <a:pt x="587542" y="348978"/>
                  </a:cubicBezTo>
                  <a:cubicBezTo>
                    <a:pt x="585253" y="348338"/>
                    <a:pt x="582527" y="345816"/>
                    <a:pt x="582763" y="345513"/>
                  </a:cubicBezTo>
                  <a:cubicBezTo>
                    <a:pt x="582965" y="345176"/>
                    <a:pt x="587239" y="345513"/>
                    <a:pt x="587239" y="345513"/>
                  </a:cubicBezTo>
                  <a:lnTo>
                    <a:pt x="589830" y="345378"/>
                  </a:lnTo>
                  <a:lnTo>
                    <a:pt x="592220" y="343898"/>
                  </a:lnTo>
                  <a:lnTo>
                    <a:pt x="592758" y="342822"/>
                  </a:lnTo>
                  <a:lnTo>
                    <a:pt x="593633" y="340231"/>
                  </a:lnTo>
                  <a:cubicBezTo>
                    <a:pt x="593633" y="340231"/>
                    <a:pt x="594273" y="338818"/>
                    <a:pt x="594508" y="338482"/>
                  </a:cubicBezTo>
                  <a:cubicBezTo>
                    <a:pt x="594710" y="338146"/>
                    <a:pt x="596258" y="335892"/>
                    <a:pt x="596258" y="335892"/>
                  </a:cubicBezTo>
                  <a:cubicBezTo>
                    <a:pt x="596258" y="335892"/>
                    <a:pt x="598109" y="334916"/>
                    <a:pt x="598446" y="334681"/>
                  </a:cubicBezTo>
                  <a:cubicBezTo>
                    <a:pt x="598782" y="334479"/>
                    <a:pt x="598883" y="333806"/>
                    <a:pt x="599859" y="333604"/>
                  </a:cubicBezTo>
                  <a:cubicBezTo>
                    <a:pt x="600835" y="333402"/>
                    <a:pt x="601273" y="333402"/>
                    <a:pt x="601710" y="332831"/>
                  </a:cubicBezTo>
                  <a:cubicBezTo>
                    <a:pt x="602148" y="332292"/>
                    <a:pt x="603326" y="331317"/>
                    <a:pt x="604201" y="330678"/>
                  </a:cubicBezTo>
                  <a:cubicBezTo>
                    <a:pt x="605076" y="330039"/>
                    <a:pt x="605412" y="329366"/>
                    <a:pt x="605715" y="329265"/>
                  </a:cubicBezTo>
                  <a:cubicBezTo>
                    <a:pt x="606052" y="329164"/>
                    <a:pt x="606893" y="328289"/>
                    <a:pt x="606893" y="328289"/>
                  </a:cubicBezTo>
                  <a:lnTo>
                    <a:pt x="609081" y="327415"/>
                  </a:lnTo>
                  <a:lnTo>
                    <a:pt x="611033" y="327415"/>
                  </a:lnTo>
                  <a:lnTo>
                    <a:pt x="615172" y="327415"/>
                  </a:lnTo>
                  <a:lnTo>
                    <a:pt x="616249" y="327415"/>
                  </a:lnTo>
                  <a:cubicBezTo>
                    <a:pt x="616249" y="327415"/>
                    <a:pt x="618201" y="326103"/>
                    <a:pt x="618740" y="325564"/>
                  </a:cubicBezTo>
                  <a:cubicBezTo>
                    <a:pt x="619278" y="325026"/>
                    <a:pt x="620153" y="324252"/>
                    <a:pt x="620490" y="323815"/>
                  </a:cubicBezTo>
                  <a:cubicBezTo>
                    <a:pt x="620826" y="323378"/>
                    <a:pt x="622004" y="321629"/>
                    <a:pt x="622004" y="321629"/>
                  </a:cubicBezTo>
                  <a:lnTo>
                    <a:pt x="623317" y="319947"/>
                  </a:lnTo>
                  <a:lnTo>
                    <a:pt x="624730" y="318702"/>
                  </a:lnTo>
                  <a:lnTo>
                    <a:pt x="624932" y="318702"/>
                  </a:lnTo>
                  <a:cubicBezTo>
                    <a:pt x="624932" y="318702"/>
                    <a:pt x="627220" y="318366"/>
                    <a:pt x="628398" y="318702"/>
                  </a:cubicBezTo>
                  <a:cubicBezTo>
                    <a:pt x="629610" y="319038"/>
                    <a:pt x="630889" y="318567"/>
                    <a:pt x="630889" y="318567"/>
                  </a:cubicBezTo>
                  <a:cubicBezTo>
                    <a:pt x="630889" y="318567"/>
                    <a:pt x="632942" y="317289"/>
                    <a:pt x="633514" y="316650"/>
                  </a:cubicBezTo>
                  <a:cubicBezTo>
                    <a:pt x="634052" y="316011"/>
                    <a:pt x="635365" y="315574"/>
                    <a:pt x="635567" y="315136"/>
                  </a:cubicBezTo>
                  <a:cubicBezTo>
                    <a:pt x="635769" y="314699"/>
                    <a:pt x="636341" y="313723"/>
                    <a:pt x="636341" y="313084"/>
                  </a:cubicBezTo>
                  <a:cubicBezTo>
                    <a:pt x="636341" y="312445"/>
                    <a:pt x="635903" y="309720"/>
                    <a:pt x="635129" y="309047"/>
                  </a:cubicBezTo>
                  <a:cubicBezTo>
                    <a:pt x="634355" y="308408"/>
                    <a:pt x="634153" y="306861"/>
                    <a:pt x="634153" y="306861"/>
                  </a:cubicBezTo>
                  <a:cubicBezTo>
                    <a:pt x="634153" y="306861"/>
                    <a:pt x="635028" y="304910"/>
                    <a:pt x="635230" y="304371"/>
                  </a:cubicBezTo>
                  <a:cubicBezTo>
                    <a:pt x="635432" y="303833"/>
                    <a:pt x="636644" y="302757"/>
                    <a:pt x="637283" y="301748"/>
                  </a:cubicBezTo>
                  <a:cubicBezTo>
                    <a:pt x="637923" y="300772"/>
                    <a:pt x="638899" y="299359"/>
                    <a:pt x="638899" y="299359"/>
                  </a:cubicBezTo>
                  <a:cubicBezTo>
                    <a:pt x="638899" y="299359"/>
                    <a:pt x="642163" y="294481"/>
                    <a:pt x="642500" y="294347"/>
                  </a:cubicBezTo>
                  <a:cubicBezTo>
                    <a:pt x="642836" y="294246"/>
                    <a:pt x="644553" y="292934"/>
                    <a:pt x="644553" y="292934"/>
                  </a:cubicBezTo>
                  <a:cubicBezTo>
                    <a:pt x="644553" y="292934"/>
                    <a:pt x="645091" y="292732"/>
                    <a:pt x="645630" y="292396"/>
                  </a:cubicBezTo>
                  <a:cubicBezTo>
                    <a:pt x="646168" y="292059"/>
                    <a:pt x="646942" y="291622"/>
                    <a:pt x="646841" y="290983"/>
                  </a:cubicBezTo>
                  <a:cubicBezTo>
                    <a:pt x="646740" y="290344"/>
                    <a:pt x="646639" y="288494"/>
                    <a:pt x="646639" y="288494"/>
                  </a:cubicBezTo>
                  <a:cubicBezTo>
                    <a:pt x="646639" y="288494"/>
                    <a:pt x="647615" y="287518"/>
                    <a:pt x="648053" y="286879"/>
                  </a:cubicBezTo>
                  <a:cubicBezTo>
                    <a:pt x="648490" y="286240"/>
                    <a:pt x="649904" y="285264"/>
                    <a:pt x="649904" y="285264"/>
                  </a:cubicBezTo>
                  <a:cubicBezTo>
                    <a:pt x="649904" y="285264"/>
                    <a:pt x="650880" y="284289"/>
                    <a:pt x="651418" y="284053"/>
                  </a:cubicBezTo>
                  <a:cubicBezTo>
                    <a:pt x="651957" y="283851"/>
                    <a:pt x="653168" y="282876"/>
                    <a:pt x="653168" y="282876"/>
                  </a:cubicBezTo>
                  <a:lnTo>
                    <a:pt x="655457" y="280689"/>
                  </a:lnTo>
                  <a:cubicBezTo>
                    <a:pt x="655457" y="280689"/>
                    <a:pt x="656231" y="279478"/>
                    <a:pt x="656534" y="279377"/>
                  </a:cubicBezTo>
                  <a:cubicBezTo>
                    <a:pt x="656870" y="279276"/>
                    <a:pt x="658385" y="277762"/>
                    <a:pt x="659024" y="276989"/>
                  </a:cubicBezTo>
                  <a:cubicBezTo>
                    <a:pt x="659664" y="276249"/>
                    <a:pt x="660236" y="275677"/>
                    <a:pt x="660236" y="275374"/>
                  </a:cubicBezTo>
                  <a:cubicBezTo>
                    <a:pt x="660236" y="275038"/>
                    <a:pt x="661380" y="273860"/>
                    <a:pt x="661380" y="273860"/>
                  </a:cubicBezTo>
                  <a:cubicBezTo>
                    <a:pt x="661380" y="273860"/>
                    <a:pt x="662322" y="271573"/>
                    <a:pt x="662322" y="271236"/>
                  </a:cubicBezTo>
                  <a:cubicBezTo>
                    <a:pt x="662322" y="270900"/>
                    <a:pt x="662322" y="267435"/>
                    <a:pt x="662322" y="267435"/>
                  </a:cubicBezTo>
                  <a:cubicBezTo>
                    <a:pt x="662322" y="267435"/>
                    <a:pt x="661346" y="265921"/>
                    <a:pt x="661346" y="265585"/>
                  </a:cubicBezTo>
                  <a:cubicBezTo>
                    <a:pt x="661346" y="265249"/>
                    <a:pt x="661986" y="264710"/>
                    <a:pt x="662322" y="264508"/>
                  </a:cubicBezTo>
                  <a:cubicBezTo>
                    <a:pt x="662659" y="264307"/>
                    <a:pt x="663635" y="262995"/>
                    <a:pt x="663635" y="262995"/>
                  </a:cubicBezTo>
                  <a:lnTo>
                    <a:pt x="664072" y="262019"/>
                  </a:lnTo>
                  <a:lnTo>
                    <a:pt x="662760" y="257680"/>
                  </a:lnTo>
                  <a:cubicBezTo>
                    <a:pt x="662760" y="257680"/>
                    <a:pt x="662221" y="256704"/>
                    <a:pt x="661885" y="256368"/>
                  </a:cubicBezTo>
                  <a:cubicBezTo>
                    <a:pt x="661548" y="256031"/>
                    <a:pt x="660808" y="254955"/>
                    <a:pt x="660471" y="254854"/>
                  </a:cubicBezTo>
                  <a:cubicBezTo>
                    <a:pt x="660135" y="254753"/>
                    <a:pt x="658923" y="252028"/>
                    <a:pt x="658923" y="252028"/>
                  </a:cubicBezTo>
                  <a:lnTo>
                    <a:pt x="658788" y="248900"/>
                  </a:lnTo>
                  <a:lnTo>
                    <a:pt x="658216" y="246141"/>
                  </a:lnTo>
                  <a:lnTo>
                    <a:pt x="657341" y="244627"/>
                  </a:lnTo>
                  <a:cubicBezTo>
                    <a:pt x="657341" y="244627"/>
                    <a:pt x="655087" y="242306"/>
                    <a:pt x="654817" y="242306"/>
                  </a:cubicBezTo>
                  <a:cubicBezTo>
                    <a:pt x="654514" y="242306"/>
                    <a:pt x="652125" y="240355"/>
                    <a:pt x="651923" y="240288"/>
                  </a:cubicBezTo>
                  <a:cubicBezTo>
                    <a:pt x="651721" y="240221"/>
                    <a:pt x="648894" y="238606"/>
                    <a:pt x="648658" y="238606"/>
                  </a:cubicBezTo>
                  <a:cubicBezTo>
                    <a:pt x="648456" y="238606"/>
                    <a:pt x="647144" y="236789"/>
                    <a:pt x="647144" y="236789"/>
                  </a:cubicBezTo>
                  <a:lnTo>
                    <a:pt x="646942" y="235545"/>
                  </a:lnTo>
                  <a:cubicBezTo>
                    <a:pt x="646942" y="235545"/>
                    <a:pt x="645630" y="235612"/>
                    <a:pt x="644990" y="235545"/>
                  </a:cubicBezTo>
                  <a:cubicBezTo>
                    <a:pt x="644351" y="235477"/>
                    <a:pt x="643408" y="235612"/>
                    <a:pt x="642803" y="235545"/>
                  </a:cubicBezTo>
                  <a:cubicBezTo>
                    <a:pt x="642230" y="235477"/>
                    <a:pt x="640413" y="235578"/>
                    <a:pt x="640110" y="235545"/>
                  </a:cubicBezTo>
                  <a:cubicBezTo>
                    <a:pt x="639807" y="235477"/>
                    <a:pt x="638529" y="235410"/>
                    <a:pt x="637418" y="235208"/>
                  </a:cubicBezTo>
                  <a:cubicBezTo>
                    <a:pt x="636341" y="234973"/>
                    <a:pt x="633076" y="233964"/>
                    <a:pt x="632774" y="233896"/>
                  </a:cubicBezTo>
                  <a:cubicBezTo>
                    <a:pt x="632471" y="233829"/>
                    <a:pt x="630014" y="232887"/>
                    <a:pt x="630014" y="232887"/>
                  </a:cubicBezTo>
                  <a:cubicBezTo>
                    <a:pt x="630014" y="232887"/>
                    <a:pt x="629004" y="233089"/>
                    <a:pt x="628701" y="232887"/>
                  </a:cubicBezTo>
                  <a:cubicBezTo>
                    <a:pt x="628398" y="232685"/>
                    <a:pt x="623283" y="231003"/>
                    <a:pt x="623283" y="231003"/>
                  </a:cubicBezTo>
                  <a:cubicBezTo>
                    <a:pt x="623283" y="231003"/>
                    <a:pt x="622206" y="230499"/>
                    <a:pt x="621331" y="230364"/>
                  </a:cubicBezTo>
                  <a:cubicBezTo>
                    <a:pt x="620456" y="230230"/>
                    <a:pt x="616990" y="228918"/>
                    <a:pt x="616990" y="228918"/>
                  </a:cubicBezTo>
                  <a:cubicBezTo>
                    <a:pt x="616990" y="228918"/>
                    <a:pt x="616047" y="227034"/>
                    <a:pt x="615610" y="227101"/>
                  </a:cubicBezTo>
                  <a:cubicBezTo>
                    <a:pt x="615172" y="227168"/>
                    <a:pt x="613860" y="227976"/>
                    <a:pt x="613860" y="227976"/>
                  </a:cubicBezTo>
                  <a:cubicBezTo>
                    <a:pt x="613860" y="227976"/>
                    <a:pt x="612278" y="229658"/>
                    <a:pt x="612278" y="229994"/>
                  </a:cubicBezTo>
                  <a:cubicBezTo>
                    <a:pt x="612278" y="230364"/>
                    <a:pt x="612143" y="231743"/>
                    <a:pt x="612143" y="231743"/>
                  </a:cubicBezTo>
                  <a:lnTo>
                    <a:pt x="611134" y="232988"/>
                  </a:lnTo>
                  <a:lnTo>
                    <a:pt x="610561" y="234300"/>
                  </a:lnTo>
                  <a:cubicBezTo>
                    <a:pt x="610561" y="234300"/>
                    <a:pt x="610124" y="235377"/>
                    <a:pt x="610057" y="235612"/>
                  </a:cubicBezTo>
                  <a:cubicBezTo>
                    <a:pt x="609989" y="235814"/>
                    <a:pt x="608912" y="235982"/>
                    <a:pt x="608744" y="236487"/>
                  </a:cubicBezTo>
                  <a:cubicBezTo>
                    <a:pt x="608610" y="236991"/>
                    <a:pt x="607162" y="237294"/>
                    <a:pt x="606859" y="237294"/>
                  </a:cubicBezTo>
                  <a:cubicBezTo>
                    <a:pt x="606557" y="237294"/>
                    <a:pt x="603225" y="236857"/>
                    <a:pt x="602720" y="236924"/>
                  </a:cubicBezTo>
                  <a:cubicBezTo>
                    <a:pt x="602215" y="236991"/>
                    <a:pt x="599388" y="236991"/>
                    <a:pt x="599388" y="236991"/>
                  </a:cubicBezTo>
                  <a:cubicBezTo>
                    <a:pt x="599388" y="236991"/>
                    <a:pt x="596931" y="237059"/>
                    <a:pt x="596629" y="237059"/>
                  </a:cubicBezTo>
                  <a:cubicBezTo>
                    <a:pt x="596326" y="237059"/>
                    <a:pt x="593667" y="237059"/>
                    <a:pt x="593667" y="237059"/>
                  </a:cubicBezTo>
                  <a:lnTo>
                    <a:pt x="590907" y="235679"/>
                  </a:lnTo>
                  <a:lnTo>
                    <a:pt x="589460" y="235545"/>
                  </a:lnTo>
                  <a:lnTo>
                    <a:pt x="585556" y="233291"/>
                  </a:lnTo>
                  <a:lnTo>
                    <a:pt x="580474" y="234300"/>
                  </a:lnTo>
                  <a:lnTo>
                    <a:pt x="576570" y="235881"/>
                  </a:lnTo>
                  <a:cubicBezTo>
                    <a:pt x="576570" y="235881"/>
                    <a:pt x="571488" y="234872"/>
                    <a:pt x="570916" y="234872"/>
                  </a:cubicBezTo>
                  <a:cubicBezTo>
                    <a:pt x="570344" y="234872"/>
                    <a:pt x="563512" y="235747"/>
                    <a:pt x="563512" y="235747"/>
                  </a:cubicBezTo>
                  <a:lnTo>
                    <a:pt x="560618" y="237933"/>
                  </a:lnTo>
                  <a:lnTo>
                    <a:pt x="558027" y="240557"/>
                  </a:lnTo>
                  <a:lnTo>
                    <a:pt x="555267" y="240422"/>
                  </a:lnTo>
                  <a:lnTo>
                    <a:pt x="553080" y="240725"/>
                  </a:lnTo>
                  <a:lnTo>
                    <a:pt x="550757" y="243618"/>
                  </a:lnTo>
                  <a:lnTo>
                    <a:pt x="548300" y="245065"/>
                  </a:lnTo>
                  <a:cubicBezTo>
                    <a:pt x="548300" y="245065"/>
                    <a:pt x="545406" y="245199"/>
                    <a:pt x="544228" y="245637"/>
                  </a:cubicBezTo>
                  <a:cubicBezTo>
                    <a:pt x="543084" y="246074"/>
                    <a:pt x="538002" y="248967"/>
                    <a:pt x="538002" y="248967"/>
                  </a:cubicBezTo>
                  <a:lnTo>
                    <a:pt x="532348" y="254047"/>
                  </a:lnTo>
                  <a:lnTo>
                    <a:pt x="528141" y="257949"/>
                  </a:lnTo>
                  <a:lnTo>
                    <a:pt x="524237" y="259530"/>
                  </a:lnTo>
                  <a:lnTo>
                    <a:pt x="522487" y="263735"/>
                  </a:lnTo>
                  <a:lnTo>
                    <a:pt x="520603" y="265888"/>
                  </a:lnTo>
                  <a:lnTo>
                    <a:pt x="514646" y="265753"/>
                  </a:lnTo>
                  <a:cubicBezTo>
                    <a:pt x="514646" y="265753"/>
                    <a:pt x="508790" y="265181"/>
                    <a:pt x="508184" y="265047"/>
                  </a:cubicBezTo>
                  <a:cubicBezTo>
                    <a:pt x="507612" y="264912"/>
                    <a:pt x="504045" y="263163"/>
                    <a:pt x="504045" y="263163"/>
                  </a:cubicBezTo>
                  <a:lnTo>
                    <a:pt x="504045" y="260539"/>
                  </a:lnTo>
                  <a:lnTo>
                    <a:pt x="500141" y="260102"/>
                  </a:lnTo>
                  <a:lnTo>
                    <a:pt x="499434" y="262423"/>
                  </a:lnTo>
                  <a:lnTo>
                    <a:pt x="498559" y="262995"/>
                  </a:lnTo>
                  <a:lnTo>
                    <a:pt x="495867" y="263197"/>
                  </a:lnTo>
                  <a:cubicBezTo>
                    <a:pt x="495867" y="263197"/>
                    <a:pt x="492737" y="262894"/>
                    <a:pt x="492165" y="262894"/>
                  </a:cubicBezTo>
                  <a:cubicBezTo>
                    <a:pt x="491593" y="262894"/>
                    <a:pt x="489708" y="262086"/>
                    <a:pt x="489775" y="261817"/>
                  </a:cubicBezTo>
                  <a:cubicBezTo>
                    <a:pt x="489842" y="261515"/>
                    <a:pt x="490415" y="259934"/>
                    <a:pt x="490650" y="259631"/>
                  </a:cubicBezTo>
                  <a:cubicBezTo>
                    <a:pt x="490852" y="259328"/>
                    <a:pt x="491727" y="257242"/>
                    <a:pt x="491727" y="257242"/>
                  </a:cubicBezTo>
                  <a:lnTo>
                    <a:pt x="492366" y="255358"/>
                  </a:lnTo>
                  <a:lnTo>
                    <a:pt x="493006" y="253172"/>
                  </a:lnTo>
                  <a:lnTo>
                    <a:pt x="493645" y="250144"/>
                  </a:lnTo>
                  <a:lnTo>
                    <a:pt x="494958" y="246444"/>
                  </a:lnTo>
                  <a:cubicBezTo>
                    <a:pt x="494958" y="246444"/>
                    <a:pt x="495463" y="245569"/>
                    <a:pt x="495833" y="245368"/>
                  </a:cubicBezTo>
                  <a:cubicBezTo>
                    <a:pt x="496203" y="245132"/>
                    <a:pt x="498155" y="243551"/>
                    <a:pt x="498155" y="243551"/>
                  </a:cubicBezTo>
                  <a:cubicBezTo>
                    <a:pt x="498155" y="243551"/>
                    <a:pt x="499097" y="243753"/>
                    <a:pt x="499299" y="242979"/>
                  </a:cubicBezTo>
                  <a:cubicBezTo>
                    <a:pt x="499501" y="242172"/>
                    <a:pt x="499670" y="240658"/>
                    <a:pt x="499670" y="240221"/>
                  </a:cubicBezTo>
                  <a:cubicBezTo>
                    <a:pt x="499670" y="239783"/>
                    <a:pt x="499097" y="238404"/>
                    <a:pt x="499030" y="238135"/>
                  </a:cubicBezTo>
                  <a:cubicBezTo>
                    <a:pt x="498963" y="237832"/>
                    <a:pt x="499097" y="235948"/>
                    <a:pt x="499333" y="235747"/>
                  </a:cubicBezTo>
                  <a:cubicBezTo>
                    <a:pt x="499535" y="235545"/>
                    <a:pt x="501016" y="233930"/>
                    <a:pt x="501016" y="233930"/>
                  </a:cubicBezTo>
                  <a:cubicBezTo>
                    <a:pt x="501016" y="233930"/>
                    <a:pt x="502025" y="233123"/>
                    <a:pt x="502261" y="232685"/>
                  </a:cubicBezTo>
                  <a:cubicBezTo>
                    <a:pt x="502463" y="232248"/>
                    <a:pt x="502900" y="230667"/>
                    <a:pt x="503001" y="229994"/>
                  </a:cubicBezTo>
                  <a:cubicBezTo>
                    <a:pt x="503069" y="229355"/>
                    <a:pt x="503069" y="226529"/>
                    <a:pt x="503069" y="226227"/>
                  </a:cubicBezTo>
                  <a:cubicBezTo>
                    <a:pt x="503069" y="225924"/>
                    <a:pt x="503001" y="222963"/>
                    <a:pt x="503001" y="222963"/>
                  </a:cubicBezTo>
                  <a:lnTo>
                    <a:pt x="502867" y="221282"/>
                  </a:lnTo>
                  <a:lnTo>
                    <a:pt x="502497" y="219028"/>
                  </a:lnTo>
                  <a:lnTo>
                    <a:pt x="497785" y="218153"/>
                  </a:lnTo>
                  <a:lnTo>
                    <a:pt x="497146" y="215832"/>
                  </a:lnTo>
                  <a:cubicBezTo>
                    <a:pt x="497146" y="215832"/>
                    <a:pt x="494621" y="212804"/>
                    <a:pt x="494319" y="212804"/>
                  </a:cubicBezTo>
                  <a:cubicBezTo>
                    <a:pt x="494016" y="212804"/>
                    <a:pt x="492737" y="212300"/>
                    <a:pt x="491626" y="212804"/>
                  </a:cubicBezTo>
                  <a:cubicBezTo>
                    <a:pt x="490549" y="213309"/>
                    <a:pt x="489304" y="213174"/>
                    <a:pt x="489304" y="213174"/>
                  </a:cubicBezTo>
                  <a:cubicBezTo>
                    <a:pt x="489304" y="213174"/>
                    <a:pt x="489237" y="211997"/>
                    <a:pt x="487487" y="210853"/>
                  </a:cubicBezTo>
                  <a:cubicBezTo>
                    <a:pt x="485737" y="209710"/>
                    <a:pt x="483852" y="208229"/>
                    <a:pt x="482842" y="207590"/>
                  </a:cubicBezTo>
                  <a:cubicBezTo>
                    <a:pt x="481833" y="206951"/>
                    <a:pt x="478568" y="203755"/>
                    <a:pt x="478568" y="203755"/>
                  </a:cubicBezTo>
                  <a:lnTo>
                    <a:pt x="475539" y="200223"/>
                  </a:lnTo>
                  <a:lnTo>
                    <a:pt x="475236" y="196758"/>
                  </a:lnTo>
                  <a:cubicBezTo>
                    <a:pt x="475236" y="196758"/>
                    <a:pt x="473789" y="195379"/>
                    <a:pt x="473049" y="195177"/>
                  </a:cubicBezTo>
                  <a:cubicBezTo>
                    <a:pt x="472308" y="194942"/>
                    <a:pt x="469650" y="192553"/>
                    <a:pt x="469347" y="192486"/>
                  </a:cubicBezTo>
                  <a:cubicBezTo>
                    <a:pt x="469044" y="192419"/>
                    <a:pt x="467597" y="191410"/>
                    <a:pt x="467327" y="191107"/>
                  </a:cubicBezTo>
                  <a:cubicBezTo>
                    <a:pt x="467025" y="190804"/>
                    <a:pt x="465073" y="188147"/>
                    <a:pt x="464736" y="187474"/>
                  </a:cubicBezTo>
                  <a:cubicBezTo>
                    <a:pt x="464366" y="186835"/>
                    <a:pt x="462481" y="183908"/>
                    <a:pt x="462481" y="183908"/>
                  </a:cubicBezTo>
                  <a:lnTo>
                    <a:pt x="460597" y="178997"/>
                  </a:lnTo>
                  <a:lnTo>
                    <a:pt x="457837" y="174792"/>
                  </a:lnTo>
                  <a:lnTo>
                    <a:pt x="454202" y="167694"/>
                  </a:lnTo>
                  <a:cubicBezTo>
                    <a:pt x="454202" y="167694"/>
                    <a:pt x="454135" y="165171"/>
                    <a:pt x="454202" y="164935"/>
                  </a:cubicBezTo>
                  <a:cubicBezTo>
                    <a:pt x="454270" y="164733"/>
                    <a:pt x="451443" y="161470"/>
                    <a:pt x="450803" y="160663"/>
                  </a:cubicBezTo>
                  <a:cubicBezTo>
                    <a:pt x="450164" y="159856"/>
                    <a:pt x="448717" y="155213"/>
                    <a:pt x="448717" y="155213"/>
                  </a:cubicBezTo>
                  <a:lnTo>
                    <a:pt x="445250" y="151311"/>
                  </a:lnTo>
                  <a:cubicBezTo>
                    <a:pt x="445250" y="151311"/>
                    <a:pt x="443500" y="148620"/>
                    <a:pt x="443500" y="148351"/>
                  </a:cubicBezTo>
                  <a:cubicBezTo>
                    <a:pt x="443500" y="148082"/>
                    <a:pt x="443635" y="146770"/>
                    <a:pt x="443500" y="146467"/>
                  </a:cubicBezTo>
                  <a:cubicBezTo>
                    <a:pt x="443365" y="146164"/>
                    <a:pt x="444072" y="144650"/>
                    <a:pt x="444308" y="144583"/>
                  </a:cubicBezTo>
                  <a:cubicBezTo>
                    <a:pt x="444543" y="144516"/>
                    <a:pt x="444611" y="143843"/>
                    <a:pt x="445890" y="143574"/>
                  </a:cubicBezTo>
                  <a:cubicBezTo>
                    <a:pt x="447202" y="143271"/>
                    <a:pt x="449962" y="141320"/>
                    <a:pt x="450669" y="141186"/>
                  </a:cubicBezTo>
                  <a:cubicBezTo>
                    <a:pt x="451409" y="141051"/>
                    <a:pt x="453697" y="139672"/>
                    <a:pt x="454371" y="139537"/>
                  </a:cubicBezTo>
                  <a:cubicBezTo>
                    <a:pt x="455010" y="139403"/>
                    <a:pt x="458005" y="137283"/>
                    <a:pt x="458409" y="137283"/>
                  </a:cubicBezTo>
                  <a:cubicBezTo>
                    <a:pt x="458847" y="137283"/>
                    <a:pt x="465005" y="132944"/>
                    <a:pt x="465005" y="132944"/>
                  </a:cubicBezTo>
                  <a:lnTo>
                    <a:pt x="467395" y="130421"/>
                  </a:lnTo>
                  <a:cubicBezTo>
                    <a:pt x="467395" y="130421"/>
                    <a:pt x="466890" y="128470"/>
                    <a:pt x="466890" y="128167"/>
                  </a:cubicBezTo>
                  <a:cubicBezTo>
                    <a:pt x="466890" y="127864"/>
                    <a:pt x="466385" y="126485"/>
                    <a:pt x="466318" y="126283"/>
                  </a:cubicBezTo>
                  <a:cubicBezTo>
                    <a:pt x="466251" y="126081"/>
                    <a:pt x="465073" y="124534"/>
                    <a:pt x="464736" y="124265"/>
                  </a:cubicBezTo>
                  <a:cubicBezTo>
                    <a:pt x="464366" y="123962"/>
                    <a:pt x="462212" y="122516"/>
                    <a:pt x="462212" y="122516"/>
                  </a:cubicBezTo>
                  <a:cubicBezTo>
                    <a:pt x="462212" y="122516"/>
                    <a:pt x="462347" y="119757"/>
                    <a:pt x="462515" y="119555"/>
                  </a:cubicBezTo>
                  <a:cubicBezTo>
                    <a:pt x="462650" y="119353"/>
                    <a:pt x="462818" y="117234"/>
                    <a:pt x="462818" y="117234"/>
                  </a:cubicBezTo>
                  <a:cubicBezTo>
                    <a:pt x="462818" y="117234"/>
                    <a:pt x="460731" y="113164"/>
                    <a:pt x="459991" y="112222"/>
                  </a:cubicBezTo>
                  <a:cubicBezTo>
                    <a:pt x="459284" y="111280"/>
                    <a:pt x="457366" y="108892"/>
                    <a:pt x="457366" y="108892"/>
                  </a:cubicBezTo>
                  <a:lnTo>
                    <a:pt x="457500" y="105494"/>
                  </a:lnTo>
                  <a:lnTo>
                    <a:pt x="458308" y="102164"/>
                  </a:lnTo>
                  <a:cubicBezTo>
                    <a:pt x="458308" y="102164"/>
                    <a:pt x="456053" y="97589"/>
                    <a:pt x="455986" y="97185"/>
                  </a:cubicBezTo>
                  <a:cubicBezTo>
                    <a:pt x="455919" y="96748"/>
                    <a:pt x="453899" y="92475"/>
                    <a:pt x="453899" y="92173"/>
                  </a:cubicBezTo>
                  <a:cubicBezTo>
                    <a:pt x="453899" y="91870"/>
                    <a:pt x="453327" y="89212"/>
                    <a:pt x="453260" y="88842"/>
                  </a:cubicBezTo>
                  <a:cubicBezTo>
                    <a:pt x="453193" y="88472"/>
                    <a:pt x="451443" y="81543"/>
                    <a:pt x="451443" y="81543"/>
                  </a:cubicBezTo>
                  <a:lnTo>
                    <a:pt x="448481" y="75521"/>
                  </a:lnTo>
                  <a:lnTo>
                    <a:pt x="447337" y="66977"/>
                  </a:lnTo>
                  <a:lnTo>
                    <a:pt x="437779" y="45245"/>
                  </a:lnTo>
                  <a:lnTo>
                    <a:pt x="432865" y="24389"/>
                  </a:lnTo>
                  <a:lnTo>
                    <a:pt x="428524" y="3229"/>
                  </a:lnTo>
                  <a:lnTo>
                    <a:pt x="409677" y="639"/>
                  </a:lnTo>
                  <a:lnTo>
                    <a:pt x="398942" y="639"/>
                  </a:lnTo>
                  <a:lnTo>
                    <a:pt x="385042" y="639"/>
                  </a:lnTo>
                  <a:lnTo>
                    <a:pt x="376359" y="639"/>
                  </a:lnTo>
                  <a:lnTo>
                    <a:pt x="364176" y="639"/>
                  </a:lnTo>
                  <a:lnTo>
                    <a:pt x="357210" y="639"/>
                  </a:lnTo>
                  <a:lnTo>
                    <a:pt x="348964" y="0"/>
                  </a:lnTo>
                  <a:cubicBezTo>
                    <a:pt x="348964" y="0"/>
                    <a:pt x="341998" y="437"/>
                    <a:pt x="341695" y="639"/>
                  </a:cubicBezTo>
                  <a:cubicBezTo>
                    <a:pt x="341358" y="875"/>
                    <a:pt x="337656" y="3364"/>
                    <a:pt x="335503" y="4878"/>
                  </a:cubicBezTo>
                  <a:cubicBezTo>
                    <a:pt x="333315" y="6392"/>
                    <a:pt x="330185" y="7704"/>
                    <a:pt x="329748" y="8343"/>
                  </a:cubicBezTo>
                  <a:cubicBezTo>
                    <a:pt x="329310" y="8982"/>
                    <a:pt x="327358" y="11067"/>
                    <a:pt x="327123" y="11606"/>
                  </a:cubicBezTo>
                  <a:cubicBezTo>
                    <a:pt x="326921" y="12144"/>
                    <a:pt x="326483" y="16484"/>
                    <a:pt x="326483" y="16820"/>
                  </a:cubicBezTo>
                  <a:cubicBezTo>
                    <a:pt x="326483" y="17156"/>
                    <a:pt x="326584" y="20621"/>
                    <a:pt x="326483" y="20958"/>
                  </a:cubicBezTo>
                  <a:cubicBezTo>
                    <a:pt x="326382" y="21294"/>
                    <a:pt x="325406" y="27484"/>
                    <a:pt x="325406" y="27484"/>
                  </a:cubicBezTo>
                  <a:lnTo>
                    <a:pt x="326820" y="38114"/>
                  </a:lnTo>
                  <a:lnTo>
                    <a:pt x="325945" y="49181"/>
                  </a:lnTo>
                  <a:lnTo>
                    <a:pt x="322916" y="57120"/>
                  </a:lnTo>
                  <a:lnTo>
                    <a:pt x="320728" y="68625"/>
                  </a:lnTo>
                  <a:lnTo>
                    <a:pt x="325305" y="73839"/>
                  </a:lnTo>
                  <a:cubicBezTo>
                    <a:pt x="325305" y="73839"/>
                    <a:pt x="325844" y="75891"/>
                    <a:pt x="325507" y="76463"/>
                  </a:cubicBezTo>
                  <a:cubicBezTo>
                    <a:pt x="325171" y="77001"/>
                    <a:pt x="322916" y="79490"/>
                    <a:pt x="322916" y="79490"/>
                  </a:cubicBezTo>
                  <a:cubicBezTo>
                    <a:pt x="322916" y="79490"/>
                    <a:pt x="317161" y="82215"/>
                    <a:pt x="317026" y="82518"/>
                  </a:cubicBezTo>
                  <a:cubicBezTo>
                    <a:pt x="316925" y="82854"/>
                    <a:pt x="313560" y="85007"/>
                    <a:pt x="313560" y="85007"/>
                  </a:cubicBezTo>
                  <a:cubicBezTo>
                    <a:pt x="313560" y="85007"/>
                    <a:pt x="309656" y="90222"/>
                    <a:pt x="309420" y="90659"/>
                  </a:cubicBezTo>
                  <a:cubicBezTo>
                    <a:pt x="309218" y="91096"/>
                    <a:pt x="300939" y="91197"/>
                    <a:pt x="300502" y="91197"/>
                  </a:cubicBezTo>
                  <a:cubicBezTo>
                    <a:pt x="300064" y="91197"/>
                    <a:pt x="290170" y="88035"/>
                    <a:pt x="289732" y="87934"/>
                  </a:cubicBezTo>
                  <a:cubicBezTo>
                    <a:pt x="289295" y="87833"/>
                    <a:pt x="285290" y="86757"/>
                    <a:pt x="284852" y="86757"/>
                  </a:cubicBezTo>
                  <a:cubicBezTo>
                    <a:pt x="284415" y="86757"/>
                    <a:pt x="281487" y="84806"/>
                    <a:pt x="279838" y="84806"/>
                  </a:cubicBezTo>
                  <a:cubicBezTo>
                    <a:pt x="278222" y="84806"/>
                    <a:pt x="275496" y="84032"/>
                    <a:pt x="275496" y="84032"/>
                  </a:cubicBezTo>
                  <a:cubicBezTo>
                    <a:pt x="275496" y="84032"/>
                    <a:pt x="272434" y="84032"/>
                    <a:pt x="272030" y="84032"/>
                  </a:cubicBezTo>
                  <a:cubicBezTo>
                    <a:pt x="271593" y="84032"/>
                    <a:pt x="267588" y="86656"/>
                    <a:pt x="267588" y="86656"/>
                  </a:cubicBezTo>
                  <a:cubicBezTo>
                    <a:pt x="267588" y="86656"/>
                    <a:pt x="264761" y="87429"/>
                    <a:pt x="264424" y="87429"/>
                  </a:cubicBezTo>
                  <a:cubicBezTo>
                    <a:pt x="264088" y="87429"/>
                    <a:pt x="261934" y="88640"/>
                    <a:pt x="261160" y="88741"/>
                  </a:cubicBezTo>
                  <a:cubicBezTo>
                    <a:pt x="260385" y="88842"/>
                    <a:pt x="260621" y="90491"/>
                    <a:pt x="258232" y="89179"/>
                  </a:cubicBezTo>
                  <a:cubicBezTo>
                    <a:pt x="255842" y="87867"/>
                    <a:pt x="252039" y="86790"/>
                    <a:pt x="252039" y="86790"/>
                  </a:cubicBezTo>
                  <a:lnTo>
                    <a:pt x="249010" y="87228"/>
                  </a:lnTo>
                  <a:lnTo>
                    <a:pt x="230433" y="92105"/>
                  </a:lnTo>
                  <a:lnTo>
                    <a:pt x="215322" y="94157"/>
                  </a:lnTo>
                  <a:lnTo>
                    <a:pt x="211183" y="97219"/>
                  </a:lnTo>
                  <a:cubicBezTo>
                    <a:pt x="211183" y="97219"/>
                    <a:pt x="207043" y="98631"/>
                    <a:pt x="206067" y="99271"/>
                  </a:cubicBezTo>
                  <a:cubicBezTo>
                    <a:pt x="205091" y="99910"/>
                    <a:pt x="201052" y="101222"/>
                    <a:pt x="199875" y="102197"/>
                  </a:cubicBezTo>
                  <a:cubicBezTo>
                    <a:pt x="198663" y="103173"/>
                    <a:pt x="195096" y="105023"/>
                    <a:pt x="194557" y="105460"/>
                  </a:cubicBezTo>
                  <a:cubicBezTo>
                    <a:pt x="194019" y="105898"/>
                    <a:pt x="190956" y="108723"/>
                    <a:pt x="190552" y="108824"/>
                  </a:cubicBezTo>
                  <a:cubicBezTo>
                    <a:pt x="190115" y="108925"/>
                    <a:pt x="186850" y="111314"/>
                    <a:pt x="186850" y="111314"/>
                  </a:cubicBezTo>
                  <a:lnTo>
                    <a:pt x="178706" y="118479"/>
                  </a:lnTo>
                  <a:lnTo>
                    <a:pt x="164672" y="128470"/>
                  </a:lnTo>
                  <a:lnTo>
                    <a:pt x="159018" y="133146"/>
                  </a:lnTo>
                  <a:cubicBezTo>
                    <a:pt x="159018" y="133146"/>
                    <a:pt x="150974" y="139134"/>
                    <a:pt x="150638" y="139335"/>
                  </a:cubicBezTo>
                  <a:cubicBezTo>
                    <a:pt x="150301" y="139537"/>
                    <a:pt x="141080" y="144987"/>
                    <a:pt x="141080" y="144987"/>
                  </a:cubicBezTo>
                  <a:lnTo>
                    <a:pt x="131085" y="151614"/>
                  </a:lnTo>
                  <a:lnTo>
                    <a:pt x="123580" y="160091"/>
                  </a:lnTo>
                  <a:lnTo>
                    <a:pt x="118700" y="168131"/>
                  </a:lnTo>
                  <a:cubicBezTo>
                    <a:pt x="118700" y="168131"/>
                    <a:pt x="115334" y="170620"/>
                    <a:pt x="114022" y="171394"/>
                  </a:cubicBezTo>
                  <a:cubicBezTo>
                    <a:pt x="112709" y="172168"/>
                    <a:pt x="108368" y="177247"/>
                    <a:pt x="108368" y="177247"/>
                  </a:cubicBezTo>
                  <a:cubicBezTo>
                    <a:pt x="108368" y="177247"/>
                    <a:pt x="106416" y="180847"/>
                    <a:pt x="106079" y="181688"/>
                  </a:cubicBezTo>
                  <a:cubicBezTo>
                    <a:pt x="105743" y="182562"/>
                    <a:pt x="105305" y="184312"/>
                    <a:pt x="105002" y="184850"/>
                  </a:cubicBezTo>
                  <a:cubicBezTo>
                    <a:pt x="104666" y="185388"/>
                    <a:pt x="103387" y="186700"/>
                    <a:pt x="103252" y="187137"/>
                  </a:cubicBezTo>
                  <a:cubicBezTo>
                    <a:pt x="103151" y="187575"/>
                    <a:pt x="101199" y="190165"/>
                    <a:pt x="101199" y="190165"/>
                  </a:cubicBezTo>
                  <a:lnTo>
                    <a:pt x="100324" y="191914"/>
                  </a:lnTo>
                  <a:lnTo>
                    <a:pt x="99247" y="193125"/>
                  </a:lnTo>
                  <a:cubicBezTo>
                    <a:pt x="99247" y="193125"/>
                    <a:pt x="97935" y="193899"/>
                    <a:pt x="97497" y="193899"/>
                  </a:cubicBezTo>
                  <a:cubicBezTo>
                    <a:pt x="97060" y="193899"/>
                    <a:pt x="95747" y="194538"/>
                    <a:pt x="95747" y="194538"/>
                  </a:cubicBezTo>
                  <a:lnTo>
                    <a:pt x="94435" y="195749"/>
                  </a:lnTo>
                  <a:lnTo>
                    <a:pt x="93560" y="196186"/>
                  </a:lnTo>
                  <a:lnTo>
                    <a:pt x="92786" y="196725"/>
                  </a:lnTo>
                  <a:cubicBezTo>
                    <a:pt x="92786" y="196725"/>
                    <a:pt x="92247" y="197498"/>
                    <a:pt x="91608" y="197936"/>
                  </a:cubicBezTo>
                  <a:cubicBezTo>
                    <a:pt x="90968" y="198373"/>
                    <a:pt x="90093" y="199113"/>
                    <a:pt x="89656" y="199550"/>
                  </a:cubicBezTo>
                  <a:cubicBezTo>
                    <a:pt x="89218" y="199988"/>
                    <a:pt x="87704" y="200425"/>
                    <a:pt x="87704" y="200425"/>
                  </a:cubicBezTo>
                  <a:lnTo>
                    <a:pt x="86627" y="200862"/>
                  </a:lnTo>
                  <a:lnTo>
                    <a:pt x="85113" y="201401"/>
                  </a:lnTo>
                  <a:lnTo>
                    <a:pt x="83699" y="202477"/>
                  </a:lnTo>
                  <a:cubicBezTo>
                    <a:pt x="83699" y="202477"/>
                    <a:pt x="82723" y="203251"/>
                    <a:pt x="82387" y="203553"/>
                  </a:cubicBezTo>
                  <a:cubicBezTo>
                    <a:pt x="82050" y="203890"/>
                    <a:pt x="81074" y="204529"/>
                    <a:pt x="80435" y="204765"/>
                  </a:cubicBezTo>
                  <a:cubicBezTo>
                    <a:pt x="79795" y="204966"/>
                    <a:pt x="79257" y="204966"/>
                    <a:pt x="78684" y="205404"/>
                  </a:cubicBezTo>
                  <a:cubicBezTo>
                    <a:pt x="78146" y="205841"/>
                    <a:pt x="77809" y="206043"/>
                    <a:pt x="76732" y="206278"/>
                  </a:cubicBezTo>
                  <a:cubicBezTo>
                    <a:pt x="75656" y="206480"/>
                    <a:pt x="74444" y="206917"/>
                    <a:pt x="74444" y="206917"/>
                  </a:cubicBezTo>
                  <a:lnTo>
                    <a:pt x="72694" y="207456"/>
                  </a:lnTo>
                  <a:cubicBezTo>
                    <a:pt x="72694" y="207456"/>
                    <a:pt x="72055" y="207792"/>
                    <a:pt x="71617" y="208095"/>
                  </a:cubicBezTo>
                  <a:cubicBezTo>
                    <a:pt x="71180" y="208431"/>
                    <a:pt x="70103" y="208869"/>
                    <a:pt x="68992" y="209070"/>
                  </a:cubicBezTo>
                  <a:cubicBezTo>
                    <a:pt x="67915" y="209306"/>
                    <a:pt x="67377" y="209743"/>
                    <a:pt x="66064" y="209844"/>
                  </a:cubicBezTo>
                  <a:cubicBezTo>
                    <a:pt x="64751" y="209945"/>
                    <a:pt x="62800" y="209844"/>
                    <a:pt x="62463" y="210046"/>
                  </a:cubicBezTo>
                  <a:cubicBezTo>
                    <a:pt x="62126" y="210281"/>
                    <a:pt x="62126" y="210147"/>
                    <a:pt x="59636" y="210147"/>
                  </a:cubicBezTo>
                  <a:cubicBezTo>
                    <a:pt x="57146" y="210147"/>
                    <a:pt x="57146" y="209945"/>
                    <a:pt x="55631" y="209810"/>
                  </a:cubicBezTo>
                  <a:cubicBezTo>
                    <a:pt x="54117" y="209710"/>
                    <a:pt x="52905" y="209037"/>
                    <a:pt x="52602" y="208936"/>
                  </a:cubicBezTo>
                  <a:cubicBezTo>
                    <a:pt x="52266" y="208835"/>
                    <a:pt x="49674" y="207624"/>
                    <a:pt x="49001" y="207624"/>
                  </a:cubicBezTo>
                  <a:cubicBezTo>
                    <a:pt x="48362" y="207624"/>
                    <a:pt x="43246" y="204462"/>
                    <a:pt x="42371" y="204462"/>
                  </a:cubicBezTo>
                  <a:cubicBezTo>
                    <a:pt x="41496" y="204462"/>
                    <a:pt x="37491" y="204563"/>
                    <a:pt x="37054" y="204361"/>
                  </a:cubicBezTo>
                  <a:cubicBezTo>
                    <a:pt x="36616" y="204159"/>
                    <a:pt x="32174" y="203049"/>
                    <a:pt x="32174" y="203049"/>
                  </a:cubicBezTo>
                  <a:cubicBezTo>
                    <a:pt x="32174" y="203049"/>
                    <a:pt x="29885" y="201838"/>
                    <a:pt x="29448" y="201838"/>
                  </a:cubicBezTo>
                  <a:cubicBezTo>
                    <a:pt x="29010" y="201838"/>
                    <a:pt x="26621" y="201300"/>
                    <a:pt x="26621" y="201300"/>
                  </a:cubicBezTo>
                  <a:lnTo>
                    <a:pt x="24400" y="201199"/>
                  </a:lnTo>
                  <a:lnTo>
                    <a:pt x="22515" y="201300"/>
                  </a:lnTo>
                  <a:lnTo>
                    <a:pt x="22515" y="203049"/>
                  </a:lnTo>
                  <a:lnTo>
                    <a:pt x="22515" y="206514"/>
                  </a:lnTo>
                  <a:cubicBezTo>
                    <a:pt x="22515" y="206514"/>
                    <a:pt x="22077" y="207590"/>
                    <a:pt x="22515" y="208129"/>
                  </a:cubicBezTo>
                  <a:cubicBezTo>
                    <a:pt x="22952" y="208667"/>
                    <a:pt x="22852" y="209878"/>
                    <a:pt x="22852" y="210315"/>
                  </a:cubicBezTo>
                  <a:cubicBezTo>
                    <a:pt x="22852" y="210752"/>
                    <a:pt x="22347" y="212804"/>
                    <a:pt x="22347" y="212804"/>
                  </a:cubicBezTo>
                  <a:lnTo>
                    <a:pt x="21875" y="235612"/>
                  </a:lnTo>
                  <a:lnTo>
                    <a:pt x="22952" y="239851"/>
                  </a:lnTo>
                  <a:cubicBezTo>
                    <a:pt x="22952" y="239851"/>
                    <a:pt x="23289" y="241802"/>
                    <a:pt x="23188" y="242239"/>
                  </a:cubicBezTo>
                  <a:cubicBezTo>
                    <a:pt x="23087" y="242676"/>
                    <a:pt x="22751" y="244527"/>
                    <a:pt x="21875" y="245704"/>
                  </a:cubicBezTo>
                  <a:cubicBezTo>
                    <a:pt x="21000" y="246881"/>
                    <a:pt x="20799" y="247453"/>
                    <a:pt x="19385" y="248731"/>
                  </a:cubicBezTo>
                  <a:cubicBezTo>
                    <a:pt x="17972" y="250043"/>
                    <a:pt x="18308" y="248832"/>
                    <a:pt x="17332" y="250784"/>
                  </a:cubicBezTo>
                  <a:cubicBezTo>
                    <a:pt x="16356" y="252735"/>
                    <a:pt x="13731" y="255661"/>
                    <a:pt x="13731" y="255661"/>
                  </a:cubicBezTo>
                  <a:cubicBezTo>
                    <a:pt x="13731" y="255661"/>
                    <a:pt x="10803" y="257074"/>
                    <a:pt x="10265" y="257713"/>
                  </a:cubicBezTo>
                  <a:cubicBezTo>
                    <a:pt x="9726" y="258352"/>
                    <a:pt x="8414" y="260875"/>
                    <a:pt x="8414" y="260875"/>
                  </a:cubicBezTo>
                  <a:lnTo>
                    <a:pt x="5923" y="264576"/>
                  </a:lnTo>
                  <a:lnTo>
                    <a:pt x="4308" y="267267"/>
                  </a:lnTo>
                  <a:cubicBezTo>
                    <a:pt x="4308" y="267267"/>
                    <a:pt x="4644" y="268343"/>
                    <a:pt x="4308" y="269117"/>
                  </a:cubicBezTo>
                  <a:cubicBezTo>
                    <a:pt x="3971" y="269891"/>
                    <a:pt x="4308" y="270631"/>
                    <a:pt x="4644" y="271068"/>
                  </a:cubicBezTo>
                  <a:cubicBezTo>
                    <a:pt x="4981" y="271506"/>
                    <a:pt x="5183" y="273154"/>
                    <a:pt x="5183" y="273154"/>
                  </a:cubicBezTo>
                  <a:lnTo>
                    <a:pt x="5183" y="275980"/>
                  </a:lnTo>
                  <a:lnTo>
                    <a:pt x="4308" y="279243"/>
                  </a:lnTo>
                  <a:lnTo>
                    <a:pt x="3467" y="288056"/>
                  </a:lnTo>
                  <a:lnTo>
                    <a:pt x="3467" y="295121"/>
                  </a:lnTo>
                  <a:lnTo>
                    <a:pt x="0" y="298720"/>
                  </a:lnTo>
                  <a:lnTo>
                    <a:pt x="0" y="302084"/>
                  </a:lnTo>
                  <a:lnTo>
                    <a:pt x="1178" y="305549"/>
                  </a:lnTo>
                  <a:lnTo>
                    <a:pt x="1817" y="309687"/>
                  </a:lnTo>
                  <a:lnTo>
                    <a:pt x="2154" y="312849"/>
                  </a:lnTo>
                  <a:lnTo>
                    <a:pt x="2928" y="313387"/>
                  </a:lnTo>
                  <a:lnTo>
                    <a:pt x="6933" y="315977"/>
                  </a:lnTo>
                  <a:lnTo>
                    <a:pt x="7909" y="316953"/>
                  </a:lnTo>
                  <a:lnTo>
                    <a:pt x="9760" y="318164"/>
                  </a:lnTo>
                  <a:cubicBezTo>
                    <a:pt x="9760" y="318164"/>
                    <a:pt x="9928" y="319139"/>
                    <a:pt x="10029" y="319913"/>
                  </a:cubicBezTo>
                  <a:cubicBezTo>
                    <a:pt x="10130" y="320687"/>
                    <a:pt x="10399" y="322940"/>
                    <a:pt x="10399" y="322940"/>
                  </a:cubicBezTo>
                  <a:lnTo>
                    <a:pt x="10399" y="324690"/>
                  </a:lnTo>
                  <a:cubicBezTo>
                    <a:pt x="10399" y="324690"/>
                    <a:pt x="10298" y="326103"/>
                    <a:pt x="10298" y="326540"/>
                  </a:cubicBezTo>
                  <a:cubicBezTo>
                    <a:pt x="10298" y="326977"/>
                    <a:pt x="10063" y="329029"/>
                    <a:pt x="10063" y="329029"/>
                  </a:cubicBezTo>
                  <a:cubicBezTo>
                    <a:pt x="10063" y="329029"/>
                    <a:pt x="9625" y="331317"/>
                    <a:pt x="9625" y="331754"/>
                  </a:cubicBezTo>
                  <a:cubicBezTo>
                    <a:pt x="9625" y="332191"/>
                    <a:pt x="8851" y="335219"/>
                    <a:pt x="8851" y="335892"/>
                  </a:cubicBezTo>
                  <a:cubicBezTo>
                    <a:pt x="8851" y="336531"/>
                    <a:pt x="8414" y="337069"/>
                    <a:pt x="8313" y="337507"/>
                  </a:cubicBezTo>
                  <a:cubicBezTo>
                    <a:pt x="8212" y="337944"/>
                    <a:pt x="7875" y="338919"/>
                    <a:pt x="7673" y="339357"/>
                  </a:cubicBezTo>
                  <a:cubicBezTo>
                    <a:pt x="7471" y="339794"/>
                    <a:pt x="6899" y="342519"/>
                    <a:pt x="6899" y="342519"/>
                  </a:cubicBezTo>
                  <a:cubicBezTo>
                    <a:pt x="6899" y="342519"/>
                    <a:pt x="6798" y="344604"/>
                    <a:pt x="6899" y="344907"/>
                  </a:cubicBezTo>
                  <a:cubicBezTo>
                    <a:pt x="7000" y="345244"/>
                    <a:pt x="7000" y="346993"/>
                    <a:pt x="7000" y="346993"/>
                  </a:cubicBezTo>
                  <a:cubicBezTo>
                    <a:pt x="7000" y="346993"/>
                    <a:pt x="6899" y="348204"/>
                    <a:pt x="7101" y="348608"/>
                  </a:cubicBezTo>
                  <a:cubicBezTo>
                    <a:pt x="7303" y="349045"/>
                    <a:pt x="7640" y="349819"/>
                    <a:pt x="8717" y="350794"/>
                  </a:cubicBezTo>
                  <a:cubicBezTo>
                    <a:pt x="9794" y="351770"/>
                    <a:pt x="11005" y="352745"/>
                    <a:pt x="11645" y="353384"/>
                  </a:cubicBezTo>
                  <a:cubicBezTo>
                    <a:pt x="12284" y="354024"/>
                    <a:pt x="13058" y="354898"/>
                    <a:pt x="13496" y="354999"/>
                  </a:cubicBezTo>
                  <a:cubicBezTo>
                    <a:pt x="13933" y="355100"/>
                    <a:pt x="15683" y="354225"/>
                    <a:pt x="15683" y="354225"/>
                  </a:cubicBezTo>
                  <a:cubicBezTo>
                    <a:pt x="15683" y="354225"/>
                    <a:pt x="18409" y="354225"/>
                    <a:pt x="18847" y="354024"/>
                  </a:cubicBezTo>
                  <a:cubicBezTo>
                    <a:pt x="19284" y="353788"/>
                    <a:pt x="27328" y="353485"/>
                    <a:pt x="27328" y="353485"/>
                  </a:cubicBezTo>
                  <a:cubicBezTo>
                    <a:pt x="27328" y="353485"/>
                    <a:pt x="34159" y="353384"/>
                    <a:pt x="34395" y="352947"/>
                  </a:cubicBezTo>
                  <a:cubicBezTo>
                    <a:pt x="34631" y="352510"/>
                    <a:pt x="36246" y="350761"/>
                    <a:pt x="36246" y="350761"/>
                  </a:cubicBezTo>
                  <a:lnTo>
                    <a:pt x="38299" y="350962"/>
                  </a:lnTo>
                  <a:cubicBezTo>
                    <a:pt x="38299" y="350962"/>
                    <a:pt x="38198" y="352039"/>
                    <a:pt x="40049" y="352274"/>
                  </a:cubicBezTo>
                  <a:cubicBezTo>
                    <a:pt x="41900" y="352476"/>
                    <a:pt x="43650" y="353149"/>
                    <a:pt x="44727" y="353149"/>
                  </a:cubicBezTo>
                  <a:cubicBezTo>
                    <a:pt x="45804" y="353149"/>
                    <a:pt x="47016" y="353788"/>
                    <a:pt x="47991" y="352947"/>
                  </a:cubicBezTo>
                  <a:cubicBezTo>
                    <a:pt x="48967" y="352072"/>
                    <a:pt x="50482" y="351097"/>
                    <a:pt x="50819" y="350559"/>
                  </a:cubicBezTo>
                  <a:cubicBezTo>
                    <a:pt x="51155" y="350020"/>
                    <a:pt x="52131" y="348170"/>
                    <a:pt x="52232" y="347733"/>
                  </a:cubicBezTo>
                  <a:cubicBezTo>
                    <a:pt x="52333" y="347296"/>
                    <a:pt x="52871" y="345345"/>
                    <a:pt x="52871" y="345345"/>
                  </a:cubicBezTo>
                  <a:cubicBezTo>
                    <a:pt x="52871" y="345345"/>
                    <a:pt x="52770" y="344907"/>
                    <a:pt x="53410" y="345008"/>
                  </a:cubicBezTo>
                  <a:cubicBezTo>
                    <a:pt x="54049" y="345109"/>
                    <a:pt x="55261" y="345109"/>
                    <a:pt x="56136" y="345345"/>
                  </a:cubicBezTo>
                  <a:cubicBezTo>
                    <a:pt x="57011" y="345546"/>
                    <a:pt x="59400" y="346657"/>
                    <a:pt x="59939" y="346959"/>
                  </a:cubicBezTo>
                  <a:cubicBezTo>
                    <a:pt x="60477" y="347296"/>
                    <a:pt x="62766" y="348574"/>
                    <a:pt x="63540" y="348574"/>
                  </a:cubicBezTo>
                  <a:cubicBezTo>
                    <a:pt x="64314" y="348574"/>
                    <a:pt x="67982" y="349886"/>
                    <a:pt x="68420" y="349886"/>
                  </a:cubicBezTo>
                  <a:cubicBezTo>
                    <a:pt x="68857" y="349886"/>
                    <a:pt x="75588" y="349886"/>
                    <a:pt x="75588" y="349886"/>
                  </a:cubicBezTo>
                  <a:cubicBezTo>
                    <a:pt x="75588" y="349886"/>
                    <a:pt x="80165" y="350424"/>
                    <a:pt x="81781" y="350861"/>
                  </a:cubicBezTo>
                  <a:cubicBezTo>
                    <a:pt x="83430" y="351299"/>
                    <a:pt x="87334" y="351063"/>
                    <a:pt x="88411" y="351635"/>
                  </a:cubicBezTo>
                  <a:cubicBezTo>
                    <a:pt x="89488" y="352173"/>
                    <a:pt x="91137" y="352510"/>
                    <a:pt x="92214" y="353048"/>
                  </a:cubicBezTo>
                  <a:cubicBezTo>
                    <a:pt x="93291" y="353586"/>
                    <a:pt x="94603" y="354461"/>
                    <a:pt x="95478" y="354562"/>
                  </a:cubicBezTo>
                  <a:cubicBezTo>
                    <a:pt x="96353" y="354663"/>
                    <a:pt x="97968" y="355100"/>
                    <a:pt x="99281" y="355100"/>
                  </a:cubicBezTo>
                  <a:cubicBezTo>
                    <a:pt x="100594" y="355100"/>
                    <a:pt x="101906" y="355436"/>
                    <a:pt x="102882" y="355335"/>
                  </a:cubicBezTo>
                  <a:cubicBezTo>
                    <a:pt x="103858" y="355235"/>
                    <a:pt x="105171" y="354125"/>
                    <a:pt x="106349" y="354125"/>
                  </a:cubicBezTo>
                  <a:cubicBezTo>
                    <a:pt x="107526" y="354125"/>
                    <a:pt x="108637" y="353788"/>
                    <a:pt x="110152" y="353485"/>
                  </a:cubicBezTo>
                  <a:cubicBezTo>
                    <a:pt x="111666" y="353149"/>
                    <a:pt x="112204" y="352409"/>
                    <a:pt x="113854" y="351972"/>
                  </a:cubicBezTo>
                  <a:cubicBezTo>
                    <a:pt x="115469" y="351534"/>
                    <a:pt x="117219" y="350660"/>
                    <a:pt x="117892" y="350660"/>
                  </a:cubicBezTo>
                  <a:cubicBezTo>
                    <a:pt x="118532" y="350660"/>
                    <a:pt x="119642" y="350323"/>
                    <a:pt x="119945" y="350323"/>
                  </a:cubicBezTo>
                  <a:cubicBezTo>
                    <a:pt x="120281" y="350323"/>
                    <a:pt x="121796" y="351736"/>
                    <a:pt x="121796" y="351736"/>
                  </a:cubicBezTo>
                  <a:lnTo>
                    <a:pt x="124522" y="354125"/>
                  </a:lnTo>
                  <a:cubicBezTo>
                    <a:pt x="124522" y="354125"/>
                    <a:pt x="126810" y="356513"/>
                    <a:pt x="128123" y="356176"/>
                  </a:cubicBezTo>
                  <a:cubicBezTo>
                    <a:pt x="129436" y="355840"/>
                    <a:pt x="137142" y="355100"/>
                    <a:pt x="137142" y="355100"/>
                  </a:cubicBezTo>
                  <a:cubicBezTo>
                    <a:pt x="137142" y="355100"/>
                    <a:pt x="142796" y="355874"/>
                    <a:pt x="143133" y="356076"/>
                  </a:cubicBezTo>
                  <a:cubicBezTo>
                    <a:pt x="143470" y="356277"/>
                    <a:pt x="144984" y="357488"/>
                    <a:pt x="146936" y="358464"/>
                  </a:cubicBezTo>
                  <a:cubicBezTo>
                    <a:pt x="148888" y="359440"/>
                    <a:pt x="152253" y="362265"/>
                    <a:pt x="153128" y="362904"/>
                  </a:cubicBezTo>
                  <a:cubicBezTo>
                    <a:pt x="154003" y="363544"/>
                    <a:pt x="158883" y="367042"/>
                    <a:pt x="159556" y="367244"/>
                  </a:cubicBezTo>
                  <a:cubicBezTo>
                    <a:pt x="160196" y="367446"/>
                    <a:pt x="163460" y="368859"/>
                    <a:pt x="165984" y="369094"/>
                  </a:cubicBezTo>
                  <a:cubicBezTo>
                    <a:pt x="168475" y="369296"/>
                    <a:pt x="171201" y="369296"/>
                    <a:pt x="173489" y="369296"/>
                  </a:cubicBezTo>
                  <a:cubicBezTo>
                    <a:pt x="175778" y="369296"/>
                    <a:pt x="176754" y="369094"/>
                    <a:pt x="178067" y="369195"/>
                  </a:cubicBezTo>
                  <a:cubicBezTo>
                    <a:pt x="179379" y="369296"/>
                    <a:pt x="183384" y="370608"/>
                    <a:pt x="184494" y="371247"/>
                  </a:cubicBezTo>
                  <a:cubicBezTo>
                    <a:pt x="185571" y="371886"/>
                    <a:pt x="188937" y="374073"/>
                    <a:pt x="190485" y="375385"/>
                  </a:cubicBezTo>
                  <a:cubicBezTo>
                    <a:pt x="191999" y="376697"/>
                    <a:pt x="194826" y="378984"/>
                    <a:pt x="195500" y="379085"/>
                  </a:cubicBezTo>
                  <a:cubicBezTo>
                    <a:pt x="196139" y="379186"/>
                    <a:pt x="203745" y="378009"/>
                    <a:pt x="203745" y="378009"/>
                  </a:cubicBezTo>
                  <a:cubicBezTo>
                    <a:pt x="203745" y="378009"/>
                    <a:pt x="208961" y="377370"/>
                    <a:pt x="209298" y="379623"/>
                  </a:cubicBezTo>
                  <a:cubicBezTo>
                    <a:pt x="209635" y="381911"/>
                    <a:pt x="211485" y="385914"/>
                    <a:pt x="212899" y="387327"/>
                  </a:cubicBezTo>
                  <a:cubicBezTo>
                    <a:pt x="214312" y="388740"/>
                    <a:pt x="217038" y="389816"/>
                    <a:pt x="217678" y="391128"/>
                  </a:cubicBezTo>
                  <a:cubicBezTo>
                    <a:pt x="218317" y="392440"/>
                    <a:pt x="224543" y="399942"/>
                    <a:pt x="225519" y="400816"/>
                  </a:cubicBezTo>
                  <a:cubicBezTo>
                    <a:pt x="226495" y="401691"/>
                    <a:pt x="234741" y="408217"/>
                    <a:pt x="235077" y="408419"/>
                  </a:cubicBezTo>
                  <a:cubicBezTo>
                    <a:pt x="235414" y="408654"/>
                    <a:pt x="237130" y="410370"/>
                    <a:pt x="237366" y="410706"/>
                  </a:cubicBezTo>
                  <a:cubicBezTo>
                    <a:pt x="237568" y="411043"/>
                    <a:pt x="241707" y="411581"/>
                    <a:pt x="242145" y="415046"/>
                  </a:cubicBezTo>
                  <a:cubicBezTo>
                    <a:pt x="242582" y="418511"/>
                    <a:pt x="243222" y="423187"/>
                    <a:pt x="243222" y="423187"/>
                  </a:cubicBezTo>
                  <a:cubicBezTo>
                    <a:pt x="243222" y="423187"/>
                    <a:pt x="244433" y="424364"/>
                    <a:pt x="244871" y="424499"/>
                  </a:cubicBezTo>
                  <a:cubicBezTo>
                    <a:pt x="245308" y="424599"/>
                    <a:pt x="248674" y="426349"/>
                    <a:pt x="248674" y="426349"/>
                  </a:cubicBezTo>
                  <a:cubicBezTo>
                    <a:pt x="248674" y="426349"/>
                    <a:pt x="250727" y="427223"/>
                    <a:pt x="251164" y="427863"/>
                  </a:cubicBezTo>
                  <a:cubicBezTo>
                    <a:pt x="251602" y="428502"/>
                    <a:pt x="253655" y="429814"/>
                    <a:pt x="254092" y="430587"/>
                  </a:cubicBezTo>
                  <a:cubicBezTo>
                    <a:pt x="254530" y="431361"/>
                    <a:pt x="257996" y="435162"/>
                    <a:pt x="258972" y="435802"/>
                  </a:cubicBezTo>
                  <a:cubicBezTo>
                    <a:pt x="259948" y="436441"/>
                    <a:pt x="265265" y="441655"/>
                    <a:pt x="265501" y="442092"/>
                  </a:cubicBezTo>
                  <a:cubicBezTo>
                    <a:pt x="265703" y="442529"/>
                    <a:pt x="269641" y="446129"/>
                    <a:pt x="269943" y="446331"/>
                  </a:cubicBezTo>
                  <a:cubicBezTo>
                    <a:pt x="270280" y="446533"/>
                    <a:pt x="281352" y="453496"/>
                    <a:pt x="281891" y="453933"/>
                  </a:cubicBezTo>
                  <a:cubicBezTo>
                    <a:pt x="282429" y="454371"/>
                    <a:pt x="287982" y="456759"/>
                    <a:pt x="287982" y="456759"/>
                  </a:cubicBezTo>
                  <a:cubicBezTo>
                    <a:pt x="287982" y="456759"/>
                    <a:pt x="290170" y="456557"/>
                    <a:pt x="290574" y="456759"/>
                  </a:cubicBezTo>
                  <a:cubicBezTo>
                    <a:pt x="291011" y="456961"/>
                    <a:pt x="296665" y="459046"/>
                    <a:pt x="297103" y="459248"/>
                  </a:cubicBezTo>
                  <a:cubicBezTo>
                    <a:pt x="297540" y="459450"/>
                    <a:pt x="300569" y="460459"/>
                    <a:pt x="300906" y="461099"/>
                  </a:cubicBezTo>
                  <a:cubicBezTo>
                    <a:pt x="301242" y="461738"/>
                    <a:pt x="305146" y="466212"/>
                    <a:pt x="305785" y="466649"/>
                  </a:cubicBezTo>
                  <a:cubicBezTo>
                    <a:pt x="306425" y="467086"/>
                    <a:pt x="310026" y="470652"/>
                    <a:pt x="310026" y="470652"/>
                  </a:cubicBezTo>
                  <a:cubicBezTo>
                    <a:pt x="310026" y="470652"/>
                    <a:pt x="309925" y="476203"/>
                    <a:pt x="309925" y="476505"/>
                  </a:cubicBezTo>
                  <a:cubicBezTo>
                    <a:pt x="309925" y="476842"/>
                    <a:pt x="309723" y="478457"/>
                    <a:pt x="309723" y="478894"/>
                  </a:cubicBezTo>
                  <a:cubicBezTo>
                    <a:pt x="309723" y="479331"/>
                    <a:pt x="310800" y="482157"/>
                    <a:pt x="311473" y="482493"/>
                  </a:cubicBezTo>
                  <a:cubicBezTo>
                    <a:pt x="312113" y="482830"/>
                    <a:pt x="314300" y="483032"/>
                    <a:pt x="314839" y="483368"/>
                  </a:cubicBezTo>
                  <a:cubicBezTo>
                    <a:pt x="315377" y="483704"/>
                    <a:pt x="317329" y="485857"/>
                    <a:pt x="318642" y="487068"/>
                  </a:cubicBezTo>
                  <a:cubicBezTo>
                    <a:pt x="319954" y="488246"/>
                    <a:pt x="322108" y="490096"/>
                    <a:pt x="322546" y="490432"/>
                  </a:cubicBezTo>
                  <a:cubicBezTo>
                    <a:pt x="322983" y="490769"/>
                    <a:pt x="326685" y="493796"/>
                    <a:pt x="326685" y="493796"/>
                  </a:cubicBezTo>
                  <a:cubicBezTo>
                    <a:pt x="326685" y="493796"/>
                    <a:pt x="328200" y="495007"/>
                    <a:pt x="329075" y="495007"/>
                  </a:cubicBezTo>
                  <a:cubicBezTo>
                    <a:pt x="329950" y="495007"/>
                    <a:pt x="333416" y="495646"/>
                    <a:pt x="334392" y="495546"/>
                  </a:cubicBezTo>
                  <a:cubicBezTo>
                    <a:pt x="335368" y="495445"/>
                    <a:pt x="336243" y="493594"/>
                    <a:pt x="338094" y="493931"/>
                  </a:cubicBezTo>
                  <a:cubicBezTo>
                    <a:pt x="339945" y="494267"/>
                    <a:pt x="341897" y="493931"/>
                    <a:pt x="342570" y="493931"/>
                  </a:cubicBezTo>
                  <a:cubicBezTo>
                    <a:pt x="343210" y="493931"/>
                    <a:pt x="346036" y="493393"/>
                    <a:pt x="346911" y="493056"/>
                  </a:cubicBezTo>
                  <a:cubicBezTo>
                    <a:pt x="347787" y="492720"/>
                    <a:pt x="349200" y="492282"/>
                    <a:pt x="349301" y="491542"/>
                  </a:cubicBezTo>
                  <a:cubicBezTo>
                    <a:pt x="349402" y="490769"/>
                    <a:pt x="349839" y="491004"/>
                    <a:pt x="349839" y="489053"/>
                  </a:cubicBezTo>
                  <a:cubicBezTo>
                    <a:pt x="349839" y="487102"/>
                    <a:pt x="349940" y="485050"/>
                    <a:pt x="349940" y="484713"/>
                  </a:cubicBezTo>
                  <a:cubicBezTo>
                    <a:pt x="349940" y="484377"/>
                    <a:pt x="350277" y="481888"/>
                    <a:pt x="350479" y="479499"/>
                  </a:cubicBezTo>
                  <a:cubicBezTo>
                    <a:pt x="350714" y="477111"/>
                    <a:pt x="350479" y="473848"/>
                    <a:pt x="350714" y="473074"/>
                  </a:cubicBezTo>
                  <a:cubicBezTo>
                    <a:pt x="350916" y="472300"/>
                    <a:pt x="350613" y="466111"/>
                    <a:pt x="350378" y="465808"/>
                  </a:cubicBezTo>
                  <a:cubicBezTo>
                    <a:pt x="350142" y="465472"/>
                    <a:pt x="349065" y="462343"/>
                    <a:pt x="348527" y="460695"/>
                  </a:cubicBezTo>
                  <a:cubicBezTo>
                    <a:pt x="347988" y="459080"/>
                    <a:pt x="346911" y="457533"/>
                    <a:pt x="346911" y="455817"/>
                  </a:cubicBezTo>
                  <a:cubicBezTo>
                    <a:pt x="346911" y="454068"/>
                    <a:pt x="347012" y="453092"/>
                    <a:pt x="347988" y="451040"/>
                  </a:cubicBezTo>
                  <a:cubicBezTo>
                    <a:pt x="348964" y="448988"/>
                    <a:pt x="348964" y="446701"/>
                    <a:pt x="350479" y="441688"/>
                  </a:cubicBezTo>
                  <a:cubicBezTo>
                    <a:pt x="351993" y="436676"/>
                    <a:pt x="351690" y="433749"/>
                    <a:pt x="353407" y="431462"/>
                  </a:cubicBezTo>
                  <a:cubicBezTo>
                    <a:pt x="355157" y="429175"/>
                    <a:pt x="356133" y="427762"/>
                    <a:pt x="356234" y="424734"/>
                  </a:cubicBezTo>
                  <a:cubicBezTo>
                    <a:pt x="356335" y="421707"/>
                    <a:pt x="357210" y="421908"/>
                    <a:pt x="356133" y="420395"/>
                  </a:cubicBezTo>
                  <a:cubicBezTo>
                    <a:pt x="355056" y="418881"/>
                    <a:pt x="351556" y="413768"/>
                    <a:pt x="351253" y="413566"/>
                  </a:cubicBezTo>
                  <a:cubicBezTo>
                    <a:pt x="350916" y="413364"/>
                    <a:pt x="353642" y="406401"/>
                    <a:pt x="353541" y="405963"/>
                  </a:cubicBezTo>
                  <a:cubicBezTo>
                    <a:pt x="353440" y="405526"/>
                    <a:pt x="354316" y="403777"/>
                    <a:pt x="355157" y="402599"/>
                  </a:cubicBezTo>
                  <a:cubicBezTo>
                    <a:pt x="356032" y="401422"/>
                    <a:pt x="358758" y="398798"/>
                    <a:pt x="358758" y="398798"/>
                  </a:cubicBezTo>
                  <a:lnTo>
                    <a:pt x="360272" y="397721"/>
                  </a:lnTo>
                  <a:cubicBezTo>
                    <a:pt x="360272" y="397721"/>
                    <a:pt x="362460" y="396948"/>
                    <a:pt x="363739" y="396948"/>
                  </a:cubicBezTo>
                  <a:cubicBezTo>
                    <a:pt x="365018" y="396948"/>
                    <a:pt x="375148" y="397385"/>
                    <a:pt x="375484" y="397385"/>
                  </a:cubicBezTo>
                  <a:cubicBezTo>
                    <a:pt x="375821" y="397385"/>
                    <a:pt x="380600" y="398125"/>
                    <a:pt x="380600" y="398125"/>
                  </a:cubicBezTo>
                  <a:cubicBezTo>
                    <a:pt x="380600" y="398125"/>
                    <a:pt x="384066" y="400177"/>
                    <a:pt x="384840" y="400615"/>
                  </a:cubicBezTo>
                  <a:cubicBezTo>
                    <a:pt x="385614" y="401052"/>
                    <a:pt x="387028" y="401388"/>
                    <a:pt x="388206" y="403339"/>
                  </a:cubicBezTo>
                  <a:cubicBezTo>
                    <a:pt x="389417" y="405290"/>
                    <a:pt x="392009" y="408015"/>
                    <a:pt x="392345" y="408452"/>
                  </a:cubicBezTo>
                  <a:cubicBezTo>
                    <a:pt x="392682" y="408890"/>
                    <a:pt x="394735" y="410841"/>
                    <a:pt x="395273" y="411480"/>
                  </a:cubicBezTo>
                  <a:cubicBezTo>
                    <a:pt x="395811" y="412119"/>
                    <a:pt x="399514" y="415920"/>
                    <a:pt x="400052" y="416795"/>
                  </a:cubicBezTo>
                  <a:cubicBezTo>
                    <a:pt x="400591" y="417670"/>
                    <a:pt x="402879" y="419083"/>
                    <a:pt x="403216" y="420260"/>
                  </a:cubicBezTo>
                  <a:cubicBezTo>
                    <a:pt x="403552" y="421471"/>
                    <a:pt x="406043" y="424398"/>
                    <a:pt x="406581" y="425138"/>
                  </a:cubicBezTo>
                  <a:cubicBezTo>
                    <a:pt x="407120" y="425911"/>
                    <a:pt x="408197" y="426551"/>
                    <a:pt x="408869" y="427963"/>
                  </a:cubicBezTo>
                  <a:cubicBezTo>
                    <a:pt x="409509" y="429376"/>
                    <a:pt x="410822" y="431664"/>
                    <a:pt x="412908" y="432976"/>
                  </a:cubicBezTo>
                  <a:cubicBezTo>
                    <a:pt x="414961" y="434288"/>
                    <a:pt x="415836" y="435263"/>
                    <a:pt x="418562" y="436239"/>
                  </a:cubicBezTo>
                  <a:cubicBezTo>
                    <a:pt x="421288" y="437214"/>
                    <a:pt x="423004" y="437551"/>
                    <a:pt x="424553" y="438190"/>
                  </a:cubicBezTo>
                  <a:cubicBezTo>
                    <a:pt x="426067" y="438829"/>
                    <a:pt x="427918" y="440141"/>
                    <a:pt x="429332" y="440679"/>
                  </a:cubicBezTo>
                  <a:cubicBezTo>
                    <a:pt x="430745" y="441217"/>
                    <a:pt x="434010" y="442529"/>
                    <a:pt x="435423" y="443606"/>
                  </a:cubicBezTo>
                  <a:cubicBezTo>
                    <a:pt x="436836" y="444682"/>
                    <a:pt x="440639" y="446095"/>
                    <a:pt x="440639" y="446095"/>
                  </a:cubicBezTo>
                  <a:cubicBezTo>
                    <a:pt x="440639" y="446095"/>
                    <a:pt x="444981" y="448046"/>
                    <a:pt x="445082" y="448484"/>
                  </a:cubicBezTo>
                  <a:cubicBezTo>
                    <a:pt x="445183" y="448921"/>
                    <a:pt x="445317" y="452285"/>
                    <a:pt x="445317" y="452285"/>
                  </a:cubicBezTo>
                  <a:lnTo>
                    <a:pt x="445317" y="454976"/>
                  </a:lnTo>
                  <a:cubicBezTo>
                    <a:pt x="445317" y="454976"/>
                    <a:pt x="444005" y="455851"/>
                    <a:pt x="446091" y="456288"/>
                  </a:cubicBezTo>
                  <a:cubicBezTo>
                    <a:pt x="448145" y="456725"/>
                    <a:pt x="449894" y="456927"/>
                    <a:pt x="451106" y="456624"/>
                  </a:cubicBezTo>
                  <a:cubicBezTo>
                    <a:pt x="452284" y="456288"/>
                    <a:pt x="452183" y="456826"/>
                    <a:pt x="453395" y="455985"/>
                  </a:cubicBezTo>
                  <a:cubicBezTo>
                    <a:pt x="454606" y="455111"/>
                    <a:pt x="455246" y="452722"/>
                    <a:pt x="455683" y="452285"/>
                  </a:cubicBezTo>
                  <a:cubicBezTo>
                    <a:pt x="456121" y="451848"/>
                    <a:pt x="456558" y="451108"/>
                    <a:pt x="456558" y="450233"/>
                  </a:cubicBezTo>
                  <a:cubicBezTo>
                    <a:pt x="456558" y="449358"/>
                    <a:pt x="457198" y="447407"/>
                    <a:pt x="457972" y="446768"/>
                  </a:cubicBezTo>
                  <a:cubicBezTo>
                    <a:pt x="458746" y="446129"/>
                    <a:pt x="460698" y="444716"/>
                    <a:pt x="460698" y="444716"/>
                  </a:cubicBezTo>
                  <a:cubicBezTo>
                    <a:pt x="460698" y="444716"/>
                    <a:pt x="461034" y="445052"/>
                    <a:pt x="462010" y="444279"/>
                  </a:cubicBezTo>
                  <a:cubicBezTo>
                    <a:pt x="462986" y="443505"/>
                    <a:pt x="463626" y="442866"/>
                    <a:pt x="464299" y="442428"/>
                  </a:cubicBezTo>
                  <a:cubicBezTo>
                    <a:pt x="464938" y="441991"/>
                    <a:pt x="465813" y="439704"/>
                    <a:pt x="465813" y="439704"/>
                  </a:cubicBezTo>
                  <a:cubicBezTo>
                    <a:pt x="465813" y="439704"/>
                    <a:pt x="466352" y="439165"/>
                    <a:pt x="467227" y="438291"/>
                  </a:cubicBezTo>
                  <a:cubicBezTo>
                    <a:pt x="468102" y="437416"/>
                    <a:pt x="469078" y="436239"/>
                    <a:pt x="469515" y="435263"/>
                  </a:cubicBezTo>
                  <a:cubicBezTo>
                    <a:pt x="469953" y="434288"/>
                    <a:pt x="470289" y="433077"/>
                    <a:pt x="470929" y="432976"/>
                  </a:cubicBezTo>
                  <a:cubicBezTo>
                    <a:pt x="471568" y="432875"/>
                    <a:pt x="472544" y="432774"/>
                    <a:pt x="472881" y="432774"/>
                  </a:cubicBezTo>
                  <a:cubicBezTo>
                    <a:pt x="473217" y="432774"/>
                    <a:pt x="473856" y="432572"/>
                    <a:pt x="474294" y="432572"/>
                  </a:cubicBezTo>
                  <a:cubicBezTo>
                    <a:pt x="474732" y="432572"/>
                    <a:pt x="476885" y="433548"/>
                    <a:pt x="476885" y="433548"/>
                  </a:cubicBezTo>
                  <a:lnTo>
                    <a:pt x="480587" y="438425"/>
                  </a:lnTo>
                  <a:cubicBezTo>
                    <a:pt x="480587" y="438425"/>
                    <a:pt x="482640" y="441150"/>
                    <a:pt x="482775" y="441688"/>
                  </a:cubicBezTo>
                  <a:cubicBezTo>
                    <a:pt x="482876" y="442227"/>
                    <a:pt x="482977" y="444716"/>
                    <a:pt x="484088" y="445052"/>
                  </a:cubicBezTo>
                  <a:cubicBezTo>
                    <a:pt x="485165" y="445389"/>
                    <a:pt x="489943" y="445692"/>
                    <a:pt x="489943" y="445692"/>
                  </a:cubicBezTo>
                  <a:cubicBezTo>
                    <a:pt x="489943" y="445692"/>
                    <a:pt x="497684" y="444615"/>
                    <a:pt x="498290" y="444447"/>
                  </a:cubicBezTo>
                  <a:cubicBezTo>
                    <a:pt x="498862" y="444312"/>
                    <a:pt x="503372" y="442866"/>
                    <a:pt x="503372" y="442866"/>
                  </a:cubicBezTo>
                  <a:cubicBezTo>
                    <a:pt x="503372" y="442866"/>
                    <a:pt x="503675" y="442126"/>
                    <a:pt x="504247" y="441722"/>
                  </a:cubicBezTo>
                  <a:cubicBezTo>
                    <a:pt x="504819" y="441285"/>
                    <a:pt x="505997" y="439132"/>
                    <a:pt x="505997" y="439132"/>
                  </a:cubicBezTo>
                  <a:cubicBezTo>
                    <a:pt x="505997" y="439132"/>
                    <a:pt x="506569" y="438829"/>
                    <a:pt x="506569" y="437685"/>
                  </a:cubicBezTo>
                  <a:cubicBezTo>
                    <a:pt x="506569" y="436542"/>
                    <a:pt x="506872" y="435230"/>
                    <a:pt x="506872" y="435230"/>
                  </a:cubicBezTo>
                  <a:lnTo>
                    <a:pt x="507881" y="433346"/>
                  </a:lnTo>
                  <a:lnTo>
                    <a:pt x="509059" y="431327"/>
                  </a:lnTo>
                  <a:cubicBezTo>
                    <a:pt x="509059" y="431327"/>
                    <a:pt x="510204" y="431126"/>
                    <a:pt x="510944" y="430520"/>
                  </a:cubicBezTo>
                  <a:cubicBezTo>
                    <a:pt x="511651" y="429948"/>
                    <a:pt x="514141" y="428132"/>
                    <a:pt x="514579" y="428132"/>
                  </a:cubicBezTo>
                  <a:cubicBezTo>
                    <a:pt x="515016" y="428132"/>
                    <a:pt x="517607" y="428132"/>
                    <a:pt x="517607" y="428132"/>
                  </a:cubicBezTo>
                  <a:lnTo>
                    <a:pt x="522084" y="430453"/>
                  </a:lnTo>
                  <a:lnTo>
                    <a:pt x="524540" y="433211"/>
                  </a:lnTo>
                  <a:cubicBezTo>
                    <a:pt x="524540" y="433211"/>
                    <a:pt x="525853" y="436844"/>
                    <a:pt x="525853" y="437416"/>
                  </a:cubicBezTo>
                  <a:cubicBezTo>
                    <a:pt x="525853" y="437988"/>
                    <a:pt x="526593" y="440040"/>
                    <a:pt x="526862" y="440612"/>
                  </a:cubicBezTo>
                  <a:cubicBezTo>
                    <a:pt x="527165" y="441184"/>
                    <a:pt x="529319" y="443068"/>
                    <a:pt x="529454" y="443505"/>
                  </a:cubicBezTo>
                  <a:cubicBezTo>
                    <a:pt x="529588" y="443942"/>
                    <a:pt x="530901" y="445523"/>
                    <a:pt x="531473" y="445523"/>
                  </a:cubicBezTo>
                  <a:cubicBezTo>
                    <a:pt x="532045" y="445523"/>
                    <a:pt x="533223" y="445523"/>
                    <a:pt x="533223" y="445523"/>
                  </a:cubicBezTo>
                  <a:lnTo>
                    <a:pt x="536993" y="448114"/>
                  </a:lnTo>
                  <a:cubicBezTo>
                    <a:pt x="536993" y="448114"/>
                    <a:pt x="538877" y="451141"/>
                    <a:pt x="539315" y="452184"/>
                  </a:cubicBezTo>
                  <a:cubicBezTo>
                    <a:pt x="539752" y="453193"/>
                    <a:pt x="540762" y="455514"/>
                    <a:pt x="540897" y="455952"/>
                  </a:cubicBezTo>
                  <a:cubicBezTo>
                    <a:pt x="541031" y="456389"/>
                    <a:pt x="543353" y="457095"/>
                    <a:pt x="543791" y="457533"/>
                  </a:cubicBezTo>
                  <a:cubicBezTo>
                    <a:pt x="544228" y="457970"/>
                    <a:pt x="545675" y="459417"/>
                    <a:pt x="545675" y="459417"/>
                  </a:cubicBezTo>
                  <a:cubicBezTo>
                    <a:pt x="545675" y="459417"/>
                    <a:pt x="546248" y="459719"/>
                    <a:pt x="547257" y="460998"/>
                  </a:cubicBezTo>
                  <a:cubicBezTo>
                    <a:pt x="548267" y="462310"/>
                    <a:pt x="549714" y="463453"/>
                    <a:pt x="550286" y="464025"/>
                  </a:cubicBezTo>
                  <a:cubicBezTo>
                    <a:pt x="550858" y="464597"/>
                    <a:pt x="551868" y="465472"/>
                    <a:pt x="553483" y="466615"/>
                  </a:cubicBezTo>
                  <a:cubicBezTo>
                    <a:pt x="555065" y="467793"/>
                    <a:pt x="556681" y="470248"/>
                    <a:pt x="557253" y="470518"/>
                  </a:cubicBezTo>
                  <a:cubicBezTo>
                    <a:pt x="557825" y="470820"/>
                    <a:pt x="561459" y="472099"/>
                    <a:pt x="561762" y="472973"/>
                  </a:cubicBezTo>
                  <a:cubicBezTo>
                    <a:pt x="562065" y="473848"/>
                    <a:pt x="565397" y="476304"/>
                    <a:pt x="565397" y="476304"/>
                  </a:cubicBezTo>
                  <a:cubicBezTo>
                    <a:pt x="565397" y="476304"/>
                    <a:pt x="569032" y="480206"/>
                    <a:pt x="569032" y="481081"/>
                  </a:cubicBezTo>
                  <a:cubicBezTo>
                    <a:pt x="569032" y="481955"/>
                    <a:pt x="570613" y="484411"/>
                    <a:pt x="570782" y="484848"/>
                  </a:cubicBezTo>
                  <a:cubicBezTo>
                    <a:pt x="570916" y="485286"/>
                    <a:pt x="571657" y="486866"/>
                    <a:pt x="571960" y="487607"/>
                  </a:cubicBezTo>
                  <a:cubicBezTo>
                    <a:pt x="572263" y="488313"/>
                    <a:pt x="574416" y="489490"/>
                    <a:pt x="574416" y="490062"/>
                  </a:cubicBezTo>
                  <a:cubicBezTo>
                    <a:pt x="574416" y="490634"/>
                    <a:pt x="576166" y="491509"/>
                    <a:pt x="576166" y="491509"/>
                  </a:cubicBezTo>
                  <a:lnTo>
                    <a:pt x="577311" y="493830"/>
                  </a:lnTo>
                  <a:cubicBezTo>
                    <a:pt x="577311" y="493830"/>
                    <a:pt x="577614" y="496588"/>
                    <a:pt x="577748" y="497160"/>
                  </a:cubicBezTo>
                  <a:cubicBezTo>
                    <a:pt x="577883" y="497732"/>
                    <a:pt x="579061" y="500188"/>
                    <a:pt x="579061" y="500188"/>
                  </a:cubicBezTo>
                  <a:cubicBezTo>
                    <a:pt x="579061" y="500188"/>
                    <a:pt x="580205" y="501365"/>
                    <a:pt x="580643" y="501634"/>
                  </a:cubicBezTo>
                  <a:cubicBezTo>
                    <a:pt x="581080" y="501937"/>
                    <a:pt x="582527" y="502206"/>
                    <a:pt x="582662" y="502643"/>
                  </a:cubicBezTo>
                  <a:cubicBezTo>
                    <a:pt x="582796" y="503081"/>
                    <a:pt x="583974" y="505099"/>
                    <a:pt x="583974" y="505099"/>
                  </a:cubicBezTo>
                  <a:lnTo>
                    <a:pt x="586229" y="506613"/>
                  </a:lnTo>
                  <a:cubicBezTo>
                    <a:pt x="586229" y="506613"/>
                    <a:pt x="587239" y="507420"/>
                    <a:pt x="586734" y="507757"/>
                  </a:cubicBezTo>
                  <a:cubicBezTo>
                    <a:pt x="586229" y="508127"/>
                    <a:pt x="584984" y="509203"/>
                    <a:pt x="584917" y="509506"/>
                  </a:cubicBezTo>
                  <a:cubicBezTo>
                    <a:pt x="584849" y="509809"/>
                    <a:pt x="584715" y="510818"/>
                    <a:pt x="585051" y="511087"/>
                  </a:cubicBezTo>
                  <a:cubicBezTo>
                    <a:pt x="585422" y="511390"/>
                    <a:pt x="586498" y="512399"/>
                    <a:pt x="586498" y="512399"/>
                  </a:cubicBezTo>
                  <a:cubicBezTo>
                    <a:pt x="586498" y="512399"/>
                    <a:pt x="587071" y="513139"/>
                    <a:pt x="587508" y="513341"/>
                  </a:cubicBezTo>
                  <a:cubicBezTo>
                    <a:pt x="587946" y="513543"/>
                    <a:pt x="588080" y="513475"/>
                    <a:pt x="589258" y="513543"/>
                  </a:cubicBezTo>
                  <a:cubicBezTo>
                    <a:pt x="590402" y="513610"/>
                    <a:pt x="591277" y="513038"/>
                    <a:pt x="591513" y="513173"/>
                  </a:cubicBezTo>
                  <a:cubicBezTo>
                    <a:pt x="591715" y="513307"/>
                    <a:pt x="592826" y="513812"/>
                    <a:pt x="592960" y="514182"/>
                  </a:cubicBezTo>
                  <a:cubicBezTo>
                    <a:pt x="593095" y="514552"/>
                    <a:pt x="594205" y="515326"/>
                    <a:pt x="594609" y="515830"/>
                  </a:cubicBezTo>
                  <a:cubicBezTo>
                    <a:pt x="595047" y="516335"/>
                    <a:pt x="596494" y="518084"/>
                    <a:pt x="596797" y="518454"/>
                  </a:cubicBezTo>
                  <a:cubicBezTo>
                    <a:pt x="597100" y="518824"/>
                    <a:pt x="597874" y="519329"/>
                    <a:pt x="597874" y="519329"/>
                  </a:cubicBezTo>
                  <a:lnTo>
                    <a:pt x="607364" y="527436"/>
                  </a:lnTo>
                  <a:lnTo>
                    <a:pt x="612076" y="531204"/>
                  </a:lnTo>
                  <a:lnTo>
                    <a:pt x="613961" y="532078"/>
                  </a:lnTo>
                  <a:cubicBezTo>
                    <a:pt x="613961" y="532078"/>
                    <a:pt x="616720" y="534332"/>
                    <a:pt x="616653" y="534534"/>
                  </a:cubicBezTo>
                  <a:cubicBezTo>
                    <a:pt x="616586" y="534736"/>
                    <a:pt x="616956" y="537360"/>
                    <a:pt x="616956" y="537360"/>
                  </a:cubicBezTo>
                  <a:cubicBezTo>
                    <a:pt x="616956" y="537360"/>
                    <a:pt x="618403" y="538369"/>
                    <a:pt x="618639" y="538604"/>
                  </a:cubicBezTo>
                  <a:cubicBezTo>
                    <a:pt x="618840" y="538806"/>
                    <a:pt x="622038" y="540354"/>
                    <a:pt x="622273" y="540421"/>
                  </a:cubicBezTo>
                  <a:cubicBezTo>
                    <a:pt x="622509" y="540488"/>
                    <a:pt x="623216" y="540791"/>
                    <a:pt x="624293" y="541363"/>
                  </a:cubicBezTo>
                  <a:cubicBezTo>
                    <a:pt x="625369" y="541935"/>
                    <a:pt x="627254" y="542372"/>
                    <a:pt x="627692" y="542372"/>
                  </a:cubicBezTo>
                  <a:cubicBezTo>
                    <a:pt x="628129" y="542372"/>
                    <a:pt x="629341" y="542237"/>
                    <a:pt x="629812" y="542237"/>
                  </a:cubicBezTo>
                  <a:cubicBezTo>
                    <a:pt x="630283" y="542237"/>
                    <a:pt x="633110" y="541665"/>
                    <a:pt x="633548" y="541161"/>
                  </a:cubicBezTo>
                  <a:cubicBezTo>
                    <a:pt x="633985" y="540656"/>
                    <a:pt x="635230" y="540084"/>
                    <a:pt x="635298" y="539142"/>
                  </a:cubicBezTo>
                  <a:cubicBezTo>
                    <a:pt x="635365" y="538201"/>
                    <a:pt x="635533" y="537191"/>
                    <a:pt x="635600" y="536249"/>
                  </a:cubicBezTo>
                  <a:cubicBezTo>
                    <a:pt x="635668" y="535308"/>
                    <a:pt x="632134" y="531607"/>
                    <a:pt x="632134" y="531607"/>
                  </a:cubicBezTo>
                  <a:cubicBezTo>
                    <a:pt x="632134" y="531607"/>
                    <a:pt x="631764" y="531237"/>
                    <a:pt x="630990" y="530867"/>
                  </a:cubicBezTo>
                  <a:cubicBezTo>
                    <a:pt x="630182" y="530497"/>
                    <a:pt x="630115" y="529488"/>
                    <a:pt x="629846" y="529421"/>
                  </a:cubicBezTo>
                  <a:cubicBezTo>
                    <a:pt x="629610" y="529353"/>
                    <a:pt x="630048" y="529723"/>
                    <a:pt x="629240" y="528916"/>
                  </a:cubicBezTo>
                  <a:cubicBezTo>
                    <a:pt x="628432" y="528109"/>
                    <a:pt x="628533" y="527671"/>
                    <a:pt x="627995" y="527167"/>
                  </a:cubicBezTo>
                  <a:cubicBezTo>
                    <a:pt x="627490" y="526662"/>
                    <a:pt x="627793" y="525418"/>
                    <a:pt x="627120" y="524846"/>
                  </a:cubicBezTo>
                  <a:cubicBezTo>
                    <a:pt x="626480" y="524274"/>
                    <a:pt x="626783" y="524341"/>
                    <a:pt x="625841" y="523029"/>
                  </a:cubicBezTo>
                  <a:cubicBezTo>
                    <a:pt x="624898" y="521717"/>
                    <a:pt x="624562" y="521347"/>
                    <a:pt x="624562" y="521078"/>
                  </a:cubicBezTo>
                  <a:cubicBezTo>
                    <a:pt x="624562" y="520775"/>
                    <a:pt x="624562" y="519261"/>
                    <a:pt x="624562" y="519261"/>
                  </a:cubicBezTo>
                  <a:cubicBezTo>
                    <a:pt x="624562" y="519261"/>
                    <a:pt x="624562" y="518319"/>
                    <a:pt x="624629" y="517310"/>
                  </a:cubicBezTo>
                  <a:cubicBezTo>
                    <a:pt x="624696" y="516301"/>
                    <a:pt x="625067" y="515426"/>
                    <a:pt x="625201" y="514922"/>
                  </a:cubicBezTo>
                  <a:cubicBezTo>
                    <a:pt x="625336" y="514417"/>
                    <a:pt x="625571" y="512971"/>
                    <a:pt x="625639" y="512534"/>
                  </a:cubicBezTo>
                  <a:cubicBezTo>
                    <a:pt x="625706" y="512096"/>
                    <a:pt x="626514" y="510582"/>
                    <a:pt x="626514" y="510582"/>
                  </a:cubicBezTo>
                  <a:lnTo>
                    <a:pt x="628264" y="509270"/>
                  </a:lnTo>
                  <a:lnTo>
                    <a:pt x="629879" y="508463"/>
                  </a:lnTo>
                  <a:cubicBezTo>
                    <a:pt x="629879" y="508463"/>
                    <a:pt x="630653" y="508026"/>
                    <a:pt x="631091" y="508598"/>
                  </a:cubicBezTo>
                  <a:cubicBezTo>
                    <a:pt x="631528" y="509170"/>
                    <a:pt x="632841" y="509977"/>
                    <a:pt x="632841" y="509977"/>
                  </a:cubicBezTo>
                  <a:cubicBezTo>
                    <a:pt x="632841" y="509977"/>
                    <a:pt x="633918" y="511491"/>
                    <a:pt x="634355" y="512164"/>
                  </a:cubicBezTo>
                  <a:cubicBezTo>
                    <a:pt x="634793" y="512803"/>
                    <a:pt x="635567" y="514619"/>
                    <a:pt x="635567" y="514855"/>
                  </a:cubicBezTo>
                  <a:cubicBezTo>
                    <a:pt x="635567" y="515090"/>
                    <a:pt x="635937" y="516738"/>
                    <a:pt x="635870" y="517613"/>
                  </a:cubicBezTo>
                  <a:cubicBezTo>
                    <a:pt x="635802" y="518488"/>
                    <a:pt x="634927" y="519362"/>
                    <a:pt x="635802" y="520506"/>
                  </a:cubicBezTo>
                  <a:cubicBezTo>
                    <a:pt x="636677" y="521683"/>
                    <a:pt x="639067" y="522020"/>
                    <a:pt x="639067" y="522020"/>
                  </a:cubicBezTo>
                  <a:cubicBezTo>
                    <a:pt x="639067" y="522020"/>
                    <a:pt x="641086" y="522154"/>
                    <a:pt x="641153" y="522760"/>
                  </a:cubicBezTo>
                  <a:cubicBezTo>
                    <a:pt x="641221" y="523332"/>
                    <a:pt x="641961" y="523904"/>
                    <a:pt x="642096" y="524509"/>
                  </a:cubicBezTo>
                  <a:cubicBezTo>
                    <a:pt x="642230" y="525081"/>
                    <a:pt x="643106" y="525956"/>
                    <a:pt x="643240" y="526763"/>
                  </a:cubicBezTo>
                  <a:cubicBezTo>
                    <a:pt x="643375" y="527570"/>
                    <a:pt x="644317" y="528714"/>
                    <a:pt x="644822" y="529286"/>
                  </a:cubicBezTo>
                  <a:cubicBezTo>
                    <a:pt x="645327" y="529858"/>
                    <a:pt x="645966" y="530228"/>
                    <a:pt x="646269" y="530665"/>
                  </a:cubicBezTo>
                  <a:cubicBezTo>
                    <a:pt x="646572" y="531103"/>
                    <a:pt x="647346" y="531540"/>
                    <a:pt x="647649" y="532044"/>
                  </a:cubicBezTo>
                  <a:cubicBezTo>
                    <a:pt x="647952" y="532549"/>
                    <a:pt x="650543" y="534433"/>
                    <a:pt x="650543" y="534433"/>
                  </a:cubicBezTo>
                  <a:cubicBezTo>
                    <a:pt x="650543" y="534433"/>
                    <a:pt x="651284" y="534265"/>
                    <a:pt x="652226" y="534904"/>
                  </a:cubicBezTo>
                  <a:cubicBezTo>
                    <a:pt x="653168" y="535543"/>
                    <a:pt x="655793" y="535812"/>
                    <a:pt x="655793" y="535812"/>
                  </a:cubicBezTo>
                  <a:lnTo>
                    <a:pt x="658418" y="535812"/>
                  </a:lnTo>
                  <a:lnTo>
                    <a:pt x="661784" y="537561"/>
                  </a:lnTo>
                  <a:cubicBezTo>
                    <a:pt x="661784" y="537561"/>
                    <a:pt x="667438" y="538100"/>
                    <a:pt x="667640" y="538436"/>
                  </a:cubicBezTo>
                  <a:cubicBezTo>
                    <a:pt x="667842" y="538772"/>
                    <a:pt x="669390" y="541161"/>
                    <a:pt x="669390" y="541161"/>
                  </a:cubicBezTo>
                  <a:lnTo>
                    <a:pt x="669726" y="545299"/>
                  </a:lnTo>
                  <a:lnTo>
                    <a:pt x="669726" y="548898"/>
                  </a:lnTo>
                  <a:lnTo>
                    <a:pt x="670702" y="553776"/>
                  </a:lnTo>
                  <a:cubicBezTo>
                    <a:pt x="670702" y="553776"/>
                    <a:pt x="670500" y="554852"/>
                    <a:pt x="670265" y="555828"/>
                  </a:cubicBezTo>
                  <a:cubicBezTo>
                    <a:pt x="670063" y="556803"/>
                    <a:pt x="669726" y="558553"/>
                    <a:pt x="669726" y="558553"/>
                  </a:cubicBezTo>
                  <a:lnTo>
                    <a:pt x="669188" y="560403"/>
                  </a:lnTo>
                  <a:cubicBezTo>
                    <a:pt x="669188" y="560403"/>
                    <a:pt x="670164" y="562354"/>
                    <a:pt x="671241" y="562455"/>
                  </a:cubicBezTo>
                  <a:cubicBezTo>
                    <a:pt x="672318" y="562556"/>
                    <a:pt x="673731" y="563094"/>
                    <a:pt x="675582" y="562118"/>
                  </a:cubicBezTo>
                  <a:cubicBezTo>
                    <a:pt x="677433" y="561143"/>
                    <a:pt x="678073" y="560706"/>
                    <a:pt x="678746" y="560369"/>
                  </a:cubicBezTo>
                  <a:cubicBezTo>
                    <a:pt x="679385" y="560033"/>
                    <a:pt x="680058" y="560033"/>
                    <a:pt x="680058" y="560033"/>
                  </a:cubicBezTo>
                  <a:cubicBezTo>
                    <a:pt x="680058" y="560033"/>
                    <a:pt x="682111" y="561984"/>
                    <a:pt x="682448" y="562522"/>
                  </a:cubicBezTo>
                  <a:cubicBezTo>
                    <a:pt x="682784" y="563060"/>
                    <a:pt x="684299" y="563733"/>
                    <a:pt x="684400" y="564137"/>
                  </a:cubicBezTo>
                  <a:cubicBezTo>
                    <a:pt x="684501" y="564574"/>
                    <a:pt x="688539" y="568173"/>
                    <a:pt x="688977" y="568375"/>
                  </a:cubicBezTo>
                  <a:cubicBezTo>
                    <a:pt x="689414" y="568577"/>
                    <a:pt x="692679" y="569351"/>
                    <a:pt x="692982" y="569586"/>
                  </a:cubicBezTo>
                  <a:cubicBezTo>
                    <a:pt x="693318" y="569788"/>
                    <a:pt x="697659" y="570898"/>
                    <a:pt x="697659" y="570898"/>
                  </a:cubicBezTo>
                  <a:cubicBezTo>
                    <a:pt x="697659" y="570898"/>
                    <a:pt x="699275" y="572210"/>
                    <a:pt x="699713" y="572311"/>
                  </a:cubicBezTo>
                  <a:cubicBezTo>
                    <a:pt x="700150" y="572412"/>
                    <a:pt x="702741" y="574901"/>
                    <a:pt x="703179" y="575238"/>
                  </a:cubicBezTo>
                  <a:cubicBezTo>
                    <a:pt x="703616" y="575574"/>
                    <a:pt x="709910" y="578703"/>
                    <a:pt x="709910" y="578703"/>
                  </a:cubicBezTo>
                  <a:cubicBezTo>
                    <a:pt x="709910" y="578703"/>
                    <a:pt x="715025" y="583143"/>
                    <a:pt x="716001" y="583917"/>
                  </a:cubicBezTo>
                  <a:cubicBezTo>
                    <a:pt x="716977" y="584691"/>
                    <a:pt x="720477" y="587718"/>
                    <a:pt x="721453" y="588155"/>
                  </a:cubicBezTo>
                  <a:cubicBezTo>
                    <a:pt x="722429" y="588593"/>
                    <a:pt x="731449" y="597070"/>
                    <a:pt x="731449" y="597070"/>
                  </a:cubicBezTo>
                  <a:lnTo>
                    <a:pt x="734040" y="598483"/>
                  </a:lnTo>
                  <a:cubicBezTo>
                    <a:pt x="734040" y="598483"/>
                    <a:pt x="737507" y="601847"/>
                    <a:pt x="737641" y="602183"/>
                  </a:cubicBezTo>
                  <a:cubicBezTo>
                    <a:pt x="737742" y="602520"/>
                    <a:pt x="742959" y="608474"/>
                    <a:pt x="742959" y="608474"/>
                  </a:cubicBezTo>
                  <a:lnTo>
                    <a:pt x="745247" y="611299"/>
                  </a:lnTo>
                  <a:lnTo>
                    <a:pt x="748848" y="615336"/>
                  </a:lnTo>
                  <a:lnTo>
                    <a:pt x="750901" y="617086"/>
                  </a:lnTo>
                  <a:cubicBezTo>
                    <a:pt x="750901" y="617086"/>
                    <a:pt x="752752" y="617859"/>
                    <a:pt x="753089" y="617960"/>
                  </a:cubicBezTo>
                  <a:cubicBezTo>
                    <a:pt x="753425" y="618061"/>
                    <a:pt x="754300" y="618162"/>
                    <a:pt x="755142" y="618498"/>
                  </a:cubicBezTo>
                  <a:cubicBezTo>
                    <a:pt x="756017" y="618835"/>
                    <a:pt x="758171" y="620550"/>
                    <a:pt x="758171" y="620550"/>
                  </a:cubicBezTo>
                  <a:lnTo>
                    <a:pt x="760897" y="625125"/>
                  </a:lnTo>
                  <a:lnTo>
                    <a:pt x="763623" y="627716"/>
                  </a:lnTo>
                  <a:lnTo>
                    <a:pt x="765372" y="630440"/>
                  </a:lnTo>
                  <a:lnTo>
                    <a:pt x="766786" y="633266"/>
                  </a:lnTo>
                  <a:cubicBezTo>
                    <a:pt x="766786" y="633266"/>
                    <a:pt x="768099" y="633468"/>
                    <a:pt x="768401" y="633367"/>
                  </a:cubicBezTo>
                  <a:cubicBezTo>
                    <a:pt x="768738" y="633266"/>
                    <a:pt x="770690" y="632930"/>
                    <a:pt x="770690" y="632930"/>
                  </a:cubicBezTo>
                  <a:lnTo>
                    <a:pt x="773079" y="632291"/>
                  </a:lnTo>
                  <a:lnTo>
                    <a:pt x="774930" y="630541"/>
                  </a:lnTo>
                  <a:cubicBezTo>
                    <a:pt x="774930" y="630541"/>
                    <a:pt x="775132" y="629465"/>
                    <a:pt x="774830" y="628927"/>
                  </a:cubicBezTo>
                  <a:cubicBezTo>
                    <a:pt x="774493" y="628388"/>
                    <a:pt x="774291" y="626437"/>
                    <a:pt x="774291" y="626437"/>
                  </a:cubicBezTo>
                  <a:cubicBezTo>
                    <a:pt x="774291" y="626437"/>
                    <a:pt x="774055" y="625024"/>
                    <a:pt x="774055" y="624587"/>
                  </a:cubicBezTo>
                  <a:cubicBezTo>
                    <a:pt x="774055" y="624150"/>
                    <a:pt x="773719" y="622300"/>
                    <a:pt x="774156" y="621761"/>
                  </a:cubicBezTo>
                  <a:cubicBezTo>
                    <a:pt x="774594" y="621223"/>
                    <a:pt x="775233" y="619575"/>
                    <a:pt x="775233" y="619575"/>
                  </a:cubicBezTo>
                  <a:cubicBezTo>
                    <a:pt x="775233" y="619575"/>
                    <a:pt x="775132" y="619676"/>
                    <a:pt x="775873" y="618700"/>
                  </a:cubicBezTo>
                  <a:cubicBezTo>
                    <a:pt x="776647" y="617725"/>
                    <a:pt x="776849" y="616749"/>
                    <a:pt x="777522" y="615975"/>
                  </a:cubicBezTo>
                  <a:cubicBezTo>
                    <a:pt x="778161" y="615202"/>
                    <a:pt x="779036" y="613049"/>
                    <a:pt x="779272" y="612611"/>
                  </a:cubicBezTo>
                  <a:cubicBezTo>
                    <a:pt x="779474" y="612174"/>
                    <a:pt x="779709" y="611199"/>
                    <a:pt x="779810" y="610425"/>
                  </a:cubicBezTo>
                  <a:cubicBezTo>
                    <a:pt x="779911" y="609651"/>
                    <a:pt x="779911" y="608373"/>
                    <a:pt x="779911" y="608373"/>
                  </a:cubicBezTo>
                  <a:cubicBezTo>
                    <a:pt x="779911" y="608373"/>
                    <a:pt x="780685" y="607397"/>
                    <a:pt x="780988" y="607162"/>
                  </a:cubicBezTo>
                  <a:cubicBezTo>
                    <a:pt x="781325" y="606960"/>
                    <a:pt x="783277" y="606388"/>
                    <a:pt x="783277" y="606388"/>
                  </a:cubicBezTo>
                  <a:cubicBezTo>
                    <a:pt x="783277" y="606388"/>
                    <a:pt x="785666" y="607263"/>
                    <a:pt x="786003" y="607599"/>
                  </a:cubicBezTo>
                  <a:cubicBezTo>
                    <a:pt x="786339" y="607935"/>
                    <a:pt x="789469" y="609348"/>
                    <a:pt x="789469" y="610324"/>
                  </a:cubicBezTo>
                  <a:cubicBezTo>
                    <a:pt x="789469" y="611299"/>
                    <a:pt x="789705" y="612073"/>
                    <a:pt x="789705" y="612712"/>
                  </a:cubicBezTo>
                  <a:cubicBezTo>
                    <a:pt x="789705" y="613351"/>
                    <a:pt x="789705" y="614899"/>
                    <a:pt x="789705" y="614899"/>
                  </a:cubicBezTo>
                  <a:lnTo>
                    <a:pt x="790041" y="616951"/>
                  </a:lnTo>
                  <a:cubicBezTo>
                    <a:pt x="790041" y="616951"/>
                    <a:pt x="791017" y="616951"/>
                    <a:pt x="791657" y="618700"/>
                  </a:cubicBezTo>
                  <a:cubicBezTo>
                    <a:pt x="792296" y="620450"/>
                    <a:pt x="793508" y="620450"/>
                    <a:pt x="793609" y="621190"/>
                  </a:cubicBezTo>
                  <a:cubicBezTo>
                    <a:pt x="793710" y="621963"/>
                    <a:pt x="794147" y="623141"/>
                    <a:pt x="794147" y="623141"/>
                  </a:cubicBezTo>
                  <a:lnTo>
                    <a:pt x="793811" y="625092"/>
                  </a:lnTo>
                  <a:cubicBezTo>
                    <a:pt x="793811" y="625092"/>
                    <a:pt x="793609" y="626168"/>
                    <a:pt x="793373" y="626841"/>
                  </a:cubicBezTo>
                  <a:cubicBezTo>
                    <a:pt x="793171" y="627480"/>
                    <a:pt x="792835" y="628456"/>
                    <a:pt x="792599" y="628893"/>
                  </a:cubicBezTo>
                  <a:cubicBezTo>
                    <a:pt x="792397" y="629330"/>
                    <a:pt x="792061" y="630104"/>
                    <a:pt x="791926" y="630541"/>
                  </a:cubicBezTo>
                  <a:cubicBezTo>
                    <a:pt x="791825" y="630979"/>
                    <a:pt x="791287" y="631853"/>
                    <a:pt x="791287" y="632291"/>
                  </a:cubicBezTo>
                  <a:cubicBezTo>
                    <a:pt x="791287" y="632728"/>
                    <a:pt x="790210" y="633165"/>
                    <a:pt x="789772" y="633804"/>
                  </a:cubicBezTo>
                  <a:cubicBezTo>
                    <a:pt x="789335" y="634444"/>
                    <a:pt x="788594" y="634242"/>
                    <a:pt x="788460" y="634578"/>
                  </a:cubicBezTo>
                  <a:cubicBezTo>
                    <a:pt x="788359" y="634915"/>
                    <a:pt x="787820" y="637303"/>
                    <a:pt x="787685" y="638043"/>
                  </a:cubicBezTo>
                  <a:cubicBezTo>
                    <a:pt x="787585" y="638817"/>
                    <a:pt x="787248" y="639994"/>
                    <a:pt x="787248" y="640330"/>
                  </a:cubicBezTo>
                  <a:cubicBezTo>
                    <a:pt x="787248" y="640667"/>
                    <a:pt x="787147" y="642618"/>
                    <a:pt x="787147" y="643055"/>
                  </a:cubicBezTo>
                  <a:cubicBezTo>
                    <a:pt x="787147" y="643493"/>
                    <a:pt x="788022" y="643930"/>
                    <a:pt x="788460" y="644367"/>
                  </a:cubicBezTo>
                  <a:cubicBezTo>
                    <a:pt x="788897" y="644805"/>
                    <a:pt x="790950" y="646217"/>
                    <a:pt x="792263" y="646991"/>
                  </a:cubicBezTo>
                  <a:cubicBezTo>
                    <a:pt x="793575" y="647765"/>
                    <a:pt x="797277" y="649279"/>
                    <a:pt x="797816" y="649918"/>
                  </a:cubicBezTo>
                  <a:cubicBezTo>
                    <a:pt x="798354" y="650557"/>
                    <a:pt x="803133" y="651667"/>
                    <a:pt x="803133" y="651667"/>
                  </a:cubicBezTo>
                  <a:lnTo>
                    <a:pt x="806162" y="652979"/>
                  </a:lnTo>
                  <a:lnTo>
                    <a:pt x="807239" y="653315"/>
                  </a:lnTo>
                  <a:lnTo>
                    <a:pt x="812556" y="655704"/>
                  </a:lnTo>
                  <a:lnTo>
                    <a:pt x="815282" y="659169"/>
                  </a:lnTo>
                  <a:lnTo>
                    <a:pt x="818648" y="661658"/>
                  </a:lnTo>
                  <a:lnTo>
                    <a:pt x="823427" y="664686"/>
                  </a:lnTo>
                  <a:lnTo>
                    <a:pt x="826254" y="668689"/>
                  </a:lnTo>
                  <a:lnTo>
                    <a:pt x="829081" y="671178"/>
                  </a:lnTo>
                  <a:cubicBezTo>
                    <a:pt x="829081" y="671178"/>
                    <a:pt x="830292" y="672692"/>
                    <a:pt x="830494" y="673129"/>
                  </a:cubicBezTo>
                  <a:cubicBezTo>
                    <a:pt x="830696" y="673566"/>
                    <a:pt x="832547" y="675282"/>
                    <a:pt x="832783" y="675719"/>
                  </a:cubicBezTo>
                  <a:cubicBezTo>
                    <a:pt x="832985" y="676157"/>
                    <a:pt x="833860" y="677132"/>
                    <a:pt x="834095" y="678343"/>
                  </a:cubicBezTo>
                  <a:cubicBezTo>
                    <a:pt x="834297" y="679521"/>
                    <a:pt x="834297" y="681169"/>
                    <a:pt x="834196" y="681943"/>
                  </a:cubicBezTo>
                  <a:cubicBezTo>
                    <a:pt x="834095" y="682717"/>
                    <a:pt x="833422" y="683019"/>
                    <a:pt x="832446" y="683457"/>
                  </a:cubicBezTo>
                  <a:cubicBezTo>
                    <a:pt x="831470" y="683894"/>
                    <a:pt x="830797" y="683894"/>
                    <a:pt x="830057" y="684331"/>
                  </a:cubicBezTo>
                  <a:cubicBezTo>
                    <a:pt x="829316" y="684769"/>
                    <a:pt x="828542" y="685206"/>
                    <a:pt x="828542" y="685206"/>
                  </a:cubicBezTo>
                  <a:cubicBezTo>
                    <a:pt x="828542" y="685206"/>
                    <a:pt x="827903" y="687258"/>
                    <a:pt x="827768" y="687695"/>
                  </a:cubicBezTo>
                  <a:cubicBezTo>
                    <a:pt x="827667" y="688132"/>
                    <a:pt x="827230" y="690857"/>
                    <a:pt x="826355" y="692136"/>
                  </a:cubicBezTo>
                  <a:cubicBezTo>
                    <a:pt x="825480" y="693447"/>
                    <a:pt x="825244" y="694827"/>
                    <a:pt x="825244" y="694827"/>
                  </a:cubicBezTo>
                  <a:cubicBezTo>
                    <a:pt x="825244" y="694827"/>
                    <a:pt x="824705" y="696677"/>
                    <a:pt x="824268" y="696879"/>
                  </a:cubicBezTo>
                  <a:cubicBezTo>
                    <a:pt x="823831" y="697114"/>
                    <a:pt x="823494" y="696879"/>
                    <a:pt x="822518" y="697854"/>
                  </a:cubicBezTo>
                  <a:cubicBezTo>
                    <a:pt x="821542" y="698830"/>
                    <a:pt x="821004" y="701992"/>
                    <a:pt x="821004" y="702328"/>
                  </a:cubicBezTo>
                  <a:cubicBezTo>
                    <a:pt x="821004" y="702665"/>
                    <a:pt x="822754" y="703304"/>
                    <a:pt x="823629" y="703640"/>
                  </a:cubicBezTo>
                  <a:cubicBezTo>
                    <a:pt x="824504" y="703943"/>
                    <a:pt x="828206" y="704616"/>
                    <a:pt x="828845" y="705154"/>
                  </a:cubicBezTo>
                  <a:cubicBezTo>
                    <a:pt x="829485" y="705692"/>
                    <a:pt x="833086" y="708316"/>
                    <a:pt x="832985" y="707643"/>
                  </a:cubicBezTo>
                  <a:cubicBezTo>
                    <a:pt x="832884" y="707004"/>
                    <a:pt x="834634" y="709157"/>
                    <a:pt x="834634" y="709157"/>
                  </a:cubicBezTo>
                  <a:lnTo>
                    <a:pt x="837898" y="711781"/>
                  </a:lnTo>
                  <a:lnTo>
                    <a:pt x="840624" y="713093"/>
                  </a:lnTo>
                  <a:lnTo>
                    <a:pt x="842139" y="714943"/>
                  </a:lnTo>
                  <a:lnTo>
                    <a:pt x="842576" y="718105"/>
                  </a:lnTo>
                  <a:lnTo>
                    <a:pt x="842812" y="720056"/>
                  </a:lnTo>
                  <a:cubicBezTo>
                    <a:pt x="842812" y="720056"/>
                    <a:pt x="842812" y="721368"/>
                    <a:pt x="842273" y="721907"/>
                  </a:cubicBezTo>
                  <a:cubicBezTo>
                    <a:pt x="841735" y="722445"/>
                    <a:pt x="841398" y="723656"/>
                    <a:pt x="840860" y="723959"/>
                  </a:cubicBezTo>
                  <a:cubicBezTo>
                    <a:pt x="840321" y="724295"/>
                    <a:pt x="841062" y="723084"/>
                    <a:pt x="840321" y="724295"/>
                  </a:cubicBezTo>
                  <a:cubicBezTo>
                    <a:pt x="839547" y="725506"/>
                    <a:pt x="839345" y="725910"/>
                    <a:pt x="838470" y="726347"/>
                  </a:cubicBezTo>
                  <a:cubicBezTo>
                    <a:pt x="837595" y="726784"/>
                    <a:pt x="837696" y="726784"/>
                    <a:pt x="836417" y="727424"/>
                  </a:cubicBezTo>
                  <a:cubicBezTo>
                    <a:pt x="835105" y="728063"/>
                    <a:pt x="835105" y="727424"/>
                    <a:pt x="834465" y="728500"/>
                  </a:cubicBezTo>
                  <a:cubicBezTo>
                    <a:pt x="833826" y="729577"/>
                    <a:pt x="832850" y="730686"/>
                    <a:pt x="832715" y="731326"/>
                  </a:cubicBezTo>
                  <a:cubicBezTo>
                    <a:pt x="832614" y="731965"/>
                    <a:pt x="832513" y="733613"/>
                    <a:pt x="832513" y="734151"/>
                  </a:cubicBezTo>
                  <a:cubicBezTo>
                    <a:pt x="832513" y="734690"/>
                    <a:pt x="832715" y="735564"/>
                    <a:pt x="832951" y="736002"/>
                  </a:cubicBezTo>
                  <a:cubicBezTo>
                    <a:pt x="833153" y="736439"/>
                    <a:pt x="840119" y="738928"/>
                    <a:pt x="840119" y="738928"/>
                  </a:cubicBezTo>
                  <a:lnTo>
                    <a:pt x="840994" y="739567"/>
                  </a:lnTo>
                  <a:lnTo>
                    <a:pt x="841768" y="741754"/>
                  </a:lnTo>
                  <a:lnTo>
                    <a:pt x="842745" y="744916"/>
                  </a:lnTo>
                  <a:cubicBezTo>
                    <a:pt x="842745" y="744916"/>
                    <a:pt x="843720" y="747944"/>
                    <a:pt x="843821" y="748616"/>
                  </a:cubicBezTo>
                  <a:cubicBezTo>
                    <a:pt x="843922" y="749289"/>
                    <a:pt x="843956" y="752956"/>
                    <a:pt x="843956" y="752956"/>
                  </a:cubicBezTo>
                  <a:cubicBezTo>
                    <a:pt x="843956" y="752956"/>
                    <a:pt x="844057" y="756421"/>
                    <a:pt x="844057" y="757094"/>
                  </a:cubicBezTo>
                  <a:cubicBezTo>
                    <a:pt x="844057" y="757733"/>
                    <a:pt x="844932" y="762409"/>
                    <a:pt x="844932" y="762409"/>
                  </a:cubicBezTo>
                  <a:cubicBezTo>
                    <a:pt x="844932" y="762409"/>
                    <a:pt x="848533" y="765773"/>
                    <a:pt x="848971" y="766008"/>
                  </a:cubicBezTo>
                  <a:cubicBezTo>
                    <a:pt x="849408" y="766244"/>
                    <a:pt x="852235" y="767959"/>
                    <a:pt x="852672" y="768296"/>
                  </a:cubicBezTo>
                  <a:cubicBezTo>
                    <a:pt x="853110" y="768632"/>
                    <a:pt x="855836" y="771222"/>
                    <a:pt x="856375" y="771996"/>
                  </a:cubicBezTo>
                  <a:cubicBezTo>
                    <a:pt x="856913" y="772770"/>
                    <a:pt x="859976" y="774586"/>
                    <a:pt x="859976" y="774586"/>
                  </a:cubicBezTo>
                  <a:cubicBezTo>
                    <a:pt x="859976" y="774586"/>
                    <a:pt x="861389" y="775125"/>
                    <a:pt x="861625" y="775562"/>
                  </a:cubicBezTo>
                  <a:cubicBezTo>
                    <a:pt x="861860" y="775999"/>
                    <a:pt x="864115" y="778589"/>
                    <a:pt x="864115" y="778589"/>
                  </a:cubicBezTo>
                  <a:lnTo>
                    <a:pt x="864553" y="780978"/>
                  </a:lnTo>
                  <a:lnTo>
                    <a:pt x="865327" y="782391"/>
                  </a:lnTo>
                  <a:lnTo>
                    <a:pt x="867952" y="783366"/>
                  </a:lnTo>
                  <a:cubicBezTo>
                    <a:pt x="867952" y="783366"/>
                    <a:pt x="868827" y="783366"/>
                    <a:pt x="868726" y="783804"/>
                  </a:cubicBezTo>
                  <a:cubicBezTo>
                    <a:pt x="868625" y="784241"/>
                    <a:pt x="867413" y="786831"/>
                    <a:pt x="867413" y="786831"/>
                  </a:cubicBezTo>
                  <a:lnTo>
                    <a:pt x="866538" y="790397"/>
                  </a:lnTo>
                  <a:lnTo>
                    <a:pt x="860783" y="794736"/>
                  </a:lnTo>
                  <a:cubicBezTo>
                    <a:pt x="860783" y="794736"/>
                    <a:pt x="858932" y="795947"/>
                    <a:pt x="858495" y="796149"/>
                  </a:cubicBezTo>
                  <a:cubicBezTo>
                    <a:pt x="858057" y="796385"/>
                    <a:pt x="856442" y="799951"/>
                    <a:pt x="856442" y="799951"/>
                  </a:cubicBezTo>
                  <a:cubicBezTo>
                    <a:pt x="856442" y="799951"/>
                    <a:pt x="856341" y="800287"/>
                    <a:pt x="856105" y="800724"/>
                  </a:cubicBezTo>
                  <a:cubicBezTo>
                    <a:pt x="855903" y="801162"/>
                    <a:pt x="855903" y="801801"/>
                    <a:pt x="855903" y="802675"/>
                  </a:cubicBezTo>
                  <a:cubicBezTo>
                    <a:pt x="855903" y="803550"/>
                    <a:pt x="856778" y="804862"/>
                    <a:pt x="856980" y="805165"/>
                  </a:cubicBezTo>
                  <a:cubicBezTo>
                    <a:pt x="857182" y="805501"/>
                    <a:pt x="857620" y="806039"/>
                    <a:pt x="857620" y="806477"/>
                  </a:cubicBezTo>
                  <a:cubicBezTo>
                    <a:pt x="857620" y="806914"/>
                    <a:pt x="859134" y="808663"/>
                    <a:pt x="859235" y="808966"/>
                  </a:cubicBezTo>
                  <a:cubicBezTo>
                    <a:pt x="859336" y="809302"/>
                    <a:pt x="859235" y="809605"/>
                    <a:pt x="859235" y="810715"/>
                  </a:cubicBezTo>
                  <a:cubicBezTo>
                    <a:pt x="859235" y="811792"/>
                    <a:pt x="859336" y="813877"/>
                    <a:pt x="859336" y="814517"/>
                  </a:cubicBezTo>
                  <a:cubicBezTo>
                    <a:pt x="859336" y="815156"/>
                    <a:pt x="859336" y="818217"/>
                    <a:pt x="859336" y="818217"/>
                  </a:cubicBezTo>
                  <a:cubicBezTo>
                    <a:pt x="859336" y="818217"/>
                    <a:pt x="859336" y="821144"/>
                    <a:pt x="859235" y="821917"/>
                  </a:cubicBezTo>
                  <a:cubicBezTo>
                    <a:pt x="859134" y="822691"/>
                    <a:pt x="858798" y="825718"/>
                    <a:pt x="858798" y="825718"/>
                  </a:cubicBezTo>
                  <a:lnTo>
                    <a:pt x="858697" y="827131"/>
                  </a:lnTo>
                  <a:cubicBezTo>
                    <a:pt x="858697" y="827131"/>
                    <a:pt x="858798" y="827771"/>
                    <a:pt x="858461" y="828342"/>
                  </a:cubicBezTo>
                  <a:cubicBezTo>
                    <a:pt x="858125" y="828881"/>
                    <a:pt x="858125" y="828982"/>
                    <a:pt x="857283" y="829318"/>
                  </a:cubicBezTo>
                  <a:cubicBezTo>
                    <a:pt x="856408" y="829654"/>
                    <a:pt x="856072" y="829318"/>
                    <a:pt x="854221" y="828881"/>
                  </a:cubicBezTo>
                  <a:cubicBezTo>
                    <a:pt x="852370" y="828443"/>
                    <a:pt x="854120" y="828342"/>
                    <a:pt x="851629" y="828107"/>
                  </a:cubicBezTo>
                  <a:cubicBezTo>
                    <a:pt x="849139" y="827905"/>
                    <a:pt x="847826" y="827030"/>
                    <a:pt x="846076" y="827468"/>
                  </a:cubicBezTo>
                  <a:cubicBezTo>
                    <a:pt x="844326" y="827905"/>
                    <a:pt x="844326" y="828780"/>
                    <a:pt x="841836" y="829520"/>
                  </a:cubicBezTo>
                  <a:cubicBezTo>
                    <a:pt x="839345" y="830294"/>
                    <a:pt x="838369" y="831269"/>
                    <a:pt x="837932" y="831370"/>
                  </a:cubicBezTo>
                  <a:cubicBezTo>
                    <a:pt x="837494" y="831471"/>
                    <a:pt x="836619" y="831706"/>
                    <a:pt x="836619" y="831706"/>
                  </a:cubicBezTo>
                  <a:lnTo>
                    <a:pt x="833691" y="832682"/>
                  </a:lnTo>
                  <a:lnTo>
                    <a:pt x="834566" y="835609"/>
                  </a:lnTo>
                  <a:lnTo>
                    <a:pt x="835105" y="838098"/>
                  </a:lnTo>
                  <a:cubicBezTo>
                    <a:pt x="835105" y="838098"/>
                    <a:pt x="835441" y="839511"/>
                    <a:pt x="835441" y="839948"/>
                  </a:cubicBezTo>
                  <a:cubicBezTo>
                    <a:pt x="835441" y="840385"/>
                    <a:pt x="835643" y="844187"/>
                    <a:pt x="835643" y="844187"/>
                  </a:cubicBezTo>
                  <a:cubicBezTo>
                    <a:pt x="835643" y="844187"/>
                    <a:pt x="836182" y="847349"/>
                    <a:pt x="836417" y="847988"/>
                  </a:cubicBezTo>
                  <a:cubicBezTo>
                    <a:pt x="836619" y="848627"/>
                    <a:pt x="837292" y="851049"/>
                    <a:pt x="837292" y="851049"/>
                  </a:cubicBezTo>
                  <a:cubicBezTo>
                    <a:pt x="837292" y="851049"/>
                    <a:pt x="838066" y="855187"/>
                    <a:pt x="838066" y="855490"/>
                  </a:cubicBezTo>
                  <a:cubicBezTo>
                    <a:pt x="838066" y="855826"/>
                    <a:pt x="837831" y="856364"/>
                    <a:pt x="837965" y="857777"/>
                  </a:cubicBezTo>
                  <a:cubicBezTo>
                    <a:pt x="838066" y="859190"/>
                    <a:pt x="838066" y="861477"/>
                    <a:pt x="837763" y="862117"/>
                  </a:cubicBezTo>
                  <a:cubicBezTo>
                    <a:pt x="837427" y="862756"/>
                    <a:pt x="837225" y="864606"/>
                    <a:pt x="836451" y="864942"/>
                  </a:cubicBezTo>
                  <a:cubicBezTo>
                    <a:pt x="835677" y="865279"/>
                    <a:pt x="836788" y="866019"/>
                    <a:pt x="833860" y="866591"/>
                  </a:cubicBezTo>
                  <a:cubicBezTo>
                    <a:pt x="830932" y="867129"/>
                    <a:pt x="831234" y="867667"/>
                    <a:pt x="829081" y="867028"/>
                  </a:cubicBezTo>
                  <a:cubicBezTo>
                    <a:pt x="826893" y="866389"/>
                    <a:pt x="828441" y="865514"/>
                    <a:pt x="825816" y="864539"/>
                  </a:cubicBezTo>
                  <a:cubicBezTo>
                    <a:pt x="823225" y="863563"/>
                    <a:pt x="824941" y="862251"/>
                    <a:pt x="821138" y="862352"/>
                  </a:cubicBezTo>
                  <a:cubicBezTo>
                    <a:pt x="817335" y="862453"/>
                    <a:pt x="817100" y="863328"/>
                    <a:pt x="816460" y="863765"/>
                  </a:cubicBezTo>
                  <a:cubicBezTo>
                    <a:pt x="815821" y="864202"/>
                    <a:pt x="816023" y="866355"/>
                    <a:pt x="814845" y="867903"/>
                  </a:cubicBezTo>
                  <a:cubicBezTo>
                    <a:pt x="813633" y="869417"/>
                    <a:pt x="812792" y="869955"/>
                    <a:pt x="810941" y="870829"/>
                  </a:cubicBezTo>
                  <a:cubicBezTo>
                    <a:pt x="809090" y="871704"/>
                    <a:pt x="808316" y="873117"/>
                    <a:pt x="807676" y="873655"/>
                  </a:cubicBezTo>
                  <a:cubicBezTo>
                    <a:pt x="807037" y="874193"/>
                    <a:pt x="807037" y="876043"/>
                    <a:pt x="805388" y="875068"/>
                  </a:cubicBezTo>
                  <a:cubicBezTo>
                    <a:pt x="803739" y="874092"/>
                    <a:pt x="805489" y="873117"/>
                    <a:pt x="803200" y="873117"/>
                  </a:cubicBezTo>
                  <a:cubicBezTo>
                    <a:pt x="800912" y="873117"/>
                    <a:pt x="800710" y="872478"/>
                    <a:pt x="799296" y="872780"/>
                  </a:cubicBezTo>
                  <a:cubicBezTo>
                    <a:pt x="797883" y="873117"/>
                    <a:pt x="797008" y="873655"/>
                    <a:pt x="796469" y="873991"/>
                  </a:cubicBezTo>
                  <a:cubicBezTo>
                    <a:pt x="795931" y="874328"/>
                    <a:pt x="795695" y="874967"/>
                    <a:pt x="795392" y="875505"/>
                  </a:cubicBezTo>
                  <a:cubicBezTo>
                    <a:pt x="795056" y="876043"/>
                    <a:pt x="794450" y="877120"/>
                    <a:pt x="794248" y="878095"/>
                  </a:cubicBezTo>
                  <a:cubicBezTo>
                    <a:pt x="794046" y="879071"/>
                    <a:pt x="793306" y="881359"/>
                    <a:pt x="793306" y="881695"/>
                  </a:cubicBezTo>
                  <a:cubicBezTo>
                    <a:pt x="793306" y="882031"/>
                    <a:pt x="793306" y="884319"/>
                    <a:pt x="793306" y="884319"/>
                  </a:cubicBezTo>
                  <a:cubicBezTo>
                    <a:pt x="793306" y="884319"/>
                    <a:pt x="793743" y="886505"/>
                    <a:pt x="793844" y="887044"/>
                  </a:cubicBezTo>
                  <a:cubicBezTo>
                    <a:pt x="793945" y="887582"/>
                    <a:pt x="793609" y="887817"/>
                    <a:pt x="794484" y="889533"/>
                  </a:cubicBezTo>
                  <a:cubicBezTo>
                    <a:pt x="795359" y="891282"/>
                    <a:pt x="795460" y="891383"/>
                    <a:pt x="797210" y="891719"/>
                  </a:cubicBezTo>
                  <a:cubicBezTo>
                    <a:pt x="798960" y="892056"/>
                    <a:pt x="801349" y="892157"/>
                    <a:pt x="801551" y="892931"/>
                  </a:cubicBezTo>
                  <a:cubicBezTo>
                    <a:pt x="801753" y="893704"/>
                    <a:pt x="803941" y="896093"/>
                    <a:pt x="803941" y="896093"/>
                  </a:cubicBezTo>
                  <a:lnTo>
                    <a:pt x="804479" y="898145"/>
                  </a:lnTo>
                  <a:cubicBezTo>
                    <a:pt x="804479" y="898145"/>
                    <a:pt x="804681" y="898918"/>
                    <a:pt x="804580" y="899457"/>
                  </a:cubicBezTo>
                  <a:cubicBezTo>
                    <a:pt x="804479" y="899995"/>
                    <a:pt x="803604" y="902181"/>
                    <a:pt x="803402" y="902921"/>
                  </a:cubicBezTo>
                  <a:cubicBezTo>
                    <a:pt x="803167" y="903695"/>
                    <a:pt x="802191" y="905310"/>
                    <a:pt x="801349" y="905747"/>
                  </a:cubicBezTo>
                  <a:cubicBezTo>
                    <a:pt x="800474" y="906185"/>
                    <a:pt x="798421" y="908136"/>
                    <a:pt x="797647" y="908472"/>
                  </a:cubicBezTo>
                  <a:cubicBezTo>
                    <a:pt x="796873" y="908808"/>
                    <a:pt x="795695" y="909549"/>
                    <a:pt x="795359" y="909885"/>
                  </a:cubicBezTo>
                  <a:cubicBezTo>
                    <a:pt x="795022" y="910221"/>
                    <a:pt x="794383" y="912072"/>
                    <a:pt x="793272" y="912475"/>
                  </a:cubicBezTo>
                  <a:cubicBezTo>
                    <a:pt x="792195" y="912913"/>
                    <a:pt x="791758" y="914863"/>
                    <a:pt x="791758" y="914863"/>
                  </a:cubicBezTo>
                  <a:lnTo>
                    <a:pt x="788493" y="916478"/>
                  </a:lnTo>
                  <a:cubicBezTo>
                    <a:pt x="788493" y="916478"/>
                    <a:pt x="787181" y="917790"/>
                    <a:pt x="785666" y="917790"/>
                  </a:cubicBezTo>
                  <a:cubicBezTo>
                    <a:pt x="784152" y="917790"/>
                    <a:pt x="781964" y="918665"/>
                    <a:pt x="781964" y="918665"/>
                  </a:cubicBezTo>
                  <a:cubicBezTo>
                    <a:pt x="781964" y="918665"/>
                    <a:pt x="780113" y="919304"/>
                    <a:pt x="779676" y="919539"/>
                  </a:cubicBezTo>
                  <a:cubicBezTo>
                    <a:pt x="779238" y="919741"/>
                    <a:pt x="778700" y="921053"/>
                    <a:pt x="775873" y="921726"/>
                  </a:cubicBezTo>
                  <a:cubicBezTo>
                    <a:pt x="773046" y="922365"/>
                    <a:pt x="772608" y="922601"/>
                    <a:pt x="771969" y="922601"/>
                  </a:cubicBezTo>
                  <a:cubicBezTo>
                    <a:pt x="771329" y="922601"/>
                    <a:pt x="770454" y="923913"/>
                    <a:pt x="769142" y="924114"/>
                  </a:cubicBezTo>
                  <a:cubicBezTo>
                    <a:pt x="767829" y="924316"/>
                    <a:pt x="765002" y="925292"/>
                    <a:pt x="764363" y="925965"/>
                  </a:cubicBezTo>
                  <a:cubicBezTo>
                    <a:pt x="763723" y="926604"/>
                    <a:pt x="762310" y="927142"/>
                    <a:pt x="761772" y="927579"/>
                  </a:cubicBezTo>
                  <a:cubicBezTo>
                    <a:pt x="761233" y="928017"/>
                    <a:pt x="760795" y="928891"/>
                    <a:pt x="759820" y="929531"/>
                  </a:cubicBezTo>
                  <a:cubicBezTo>
                    <a:pt x="758844" y="930170"/>
                    <a:pt x="758171" y="931381"/>
                    <a:pt x="758069" y="931717"/>
                  </a:cubicBezTo>
                  <a:cubicBezTo>
                    <a:pt x="757969" y="932020"/>
                    <a:pt x="757632" y="934980"/>
                    <a:pt x="757632" y="934980"/>
                  </a:cubicBezTo>
                  <a:cubicBezTo>
                    <a:pt x="757632" y="934980"/>
                    <a:pt x="757868" y="936830"/>
                    <a:pt x="757868" y="937469"/>
                  </a:cubicBezTo>
                  <a:cubicBezTo>
                    <a:pt x="757868" y="938109"/>
                    <a:pt x="758507" y="940632"/>
                    <a:pt x="758507" y="940632"/>
                  </a:cubicBezTo>
                  <a:lnTo>
                    <a:pt x="758507" y="943424"/>
                  </a:lnTo>
                  <a:cubicBezTo>
                    <a:pt x="758507" y="943424"/>
                    <a:pt x="758305" y="944837"/>
                    <a:pt x="758305" y="945173"/>
                  </a:cubicBezTo>
                  <a:cubicBezTo>
                    <a:pt x="758305" y="945509"/>
                    <a:pt x="758406" y="946922"/>
                    <a:pt x="758406" y="946922"/>
                  </a:cubicBezTo>
                  <a:lnTo>
                    <a:pt x="758137" y="948840"/>
                  </a:lnTo>
                  <a:lnTo>
                    <a:pt x="757497" y="949210"/>
                  </a:lnTo>
                  <a:lnTo>
                    <a:pt x="756252" y="950017"/>
                  </a:lnTo>
                  <a:cubicBezTo>
                    <a:pt x="756252" y="950017"/>
                    <a:pt x="755209" y="949849"/>
                    <a:pt x="754502" y="950017"/>
                  </a:cubicBezTo>
                  <a:cubicBezTo>
                    <a:pt x="753795" y="950185"/>
                    <a:pt x="753089" y="949849"/>
                    <a:pt x="752550" y="949512"/>
                  </a:cubicBezTo>
                  <a:cubicBezTo>
                    <a:pt x="752012" y="949176"/>
                    <a:pt x="751036" y="948301"/>
                    <a:pt x="750766" y="948099"/>
                  </a:cubicBezTo>
                  <a:cubicBezTo>
                    <a:pt x="750497" y="947898"/>
                    <a:pt x="749454" y="946216"/>
                    <a:pt x="748882" y="945980"/>
                  </a:cubicBezTo>
                  <a:cubicBezTo>
                    <a:pt x="748276" y="945778"/>
                    <a:pt x="746661" y="946317"/>
                    <a:pt x="746425" y="946417"/>
                  </a:cubicBezTo>
                  <a:cubicBezTo>
                    <a:pt x="746223" y="946518"/>
                    <a:pt x="743867" y="947662"/>
                    <a:pt x="743867" y="947662"/>
                  </a:cubicBezTo>
                  <a:cubicBezTo>
                    <a:pt x="743867" y="947662"/>
                    <a:pt x="741814" y="948570"/>
                    <a:pt x="741478" y="948739"/>
                  </a:cubicBezTo>
                  <a:cubicBezTo>
                    <a:pt x="741141" y="948907"/>
                    <a:pt x="739627" y="949512"/>
                    <a:pt x="739189" y="949546"/>
                  </a:cubicBezTo>
                  <a:cubicBezTo>
                    <a:pt x="738752" y="949613"/>
                    <a:pt x="737507" y="950320"/>
                    <a:pt x="737136" y="950723"/>
                  </a:cubicBezTo>
                  <a:cubicBezTo>
                    <a:pt x="736766" y="951161"/>
                    <a:pt x="735824" y="952675"/>
                    <a:pt x="735521" y="953011"/>
                  </a:cubicBezTo>
                  <a:cubicBezTo>
                    <a:pt x="735184" y="953347"/>
                    <a:pt x="734545" y="955500"/>
                    <a:pt x="734444" y="955904"/>
                  </a:cubicBezTo>
                  <a:cubicBezTo>
                    <a:pt x="734343" y="956274"/>
                    <a:pt x="734107" y="957922"/>
                    <a:pt x="734107" y="957922"/>
                  </a:cubicBezTo>
                  <a:cubicBezTo>
                    <a:pt x="734107" y="957922"/>
                    <a:pt x="734040" y="959268"/>
                    <a:pt x="734208" y="959604"/>
                  </a:cubicBezTo>
                  <a:cubicBezTo>
                    <a:pt x="734377" y="959941"/>
                    <a:pt x="735958" y="963742"/>
                    <a:pt x="735958" y="963742"/>
                  </a:cubicBezTo>
                  <a:cubicBezTo>
                    <a:pt x="735958" y="963742"/>
                    <a:pt x="736497" y="964886"/>
                    <a:pt x="737742" y="965626"/>
                  </a:cubicBezTo>
                  <a:cubicBezTo>
                    <a:pt x="738987" y="966399"/>
                    <a:pt x="741208" y="966870"/>
                    <a:pt x="742050" y="966433"/>
                  </a:cubicBezTo>
                  <a:cubicBezTo>
                    <a:pt x="742858" y="965996"/>
                    <a:pt x="744170" y="964684"/>
                    <a:pt x="744540" y="964112"/>
                  </a:cubicBezTo>
                  <a:cubicBezTo>
                    <a:pt x="744911" y="963506"/>
                    <a:pt x="746055" y="962464"/>
                    <a:pt x="746492" y="961656"/>
                  </a:cubicBezTo>
                  <a:cubicBezTo>
                    <a:pt x="746930" y="960849"/>
                    <a:pt x="748411" y="959907"/>
                    <a:pt x="748545" y="959873"/>
                  </a:cubicBezTo>
                  <a:cubicBezTo>
                    <a:pt x="748714" y="959806"/>
                    <a:pt x="751978" y="958797"/>
                    <a:pt x="751978" y="958797"/>
                  </a:cubicBezTo>
                  <a:cubicBezTo>
                    <a:pt x="751978" y="958797"/>
                    <a:pt x="755243" y="959705"/>
                    <a:pt x="755411" y="959840"/>
                  </a:cubicBezTo>
                  <a:cubicBezTo>
                    <a:pt x="755579" y="959941"/>
                    <a:pt x="756555" y="961421"/>
                    <a:pt x="756656" y="961690"/>
                  </a:cubicBezTo>
                  <a:cubicBezTo>
                    <a:pt x="756757" y="961959"/>
                    <a:pt x="757194" y="963170"/>
                    <a:pt x="756925" y="963607"/>
                  </a:cubicBezTo>
                  <a:cubicBezTo>
                    <a:pt x="756656" y="964045"/>
                    <a:pt x="756252" y="966601"/>
                    <a:pt x="756017" y="966635"/>
                  </a:cubicBezTo>
                  <a:cubicBezTo>
                    <a:pt x="755781" y="966702"/>
                    <a:pt x="755074" y="968855"/>
                    <a:pt x="755074" y="968855"/>
                  </a:cubicBezTo>
                  <a:lnTo>
                    <a:pt x="755074" y="969494"/>
                  </a:lnTo>
                  <a:cubicBezTo>
                    <a:pt x="755074" y="969494"/>
                    <a:pt x="757026" y="972085"/>
                    <a:pt x="757295" y="972253"/>
                  </a:cubicBezTo>
                  <a:cubicBezTo>
                    <a:pt x="757565" y="972421"/>
                    <a:pt x="759584" y="974002"/>
                    <a:pt x="760122" y="974036"/>
                  </a:cubicBezTo>
                  <a:cubicBezTo>
                    <a:pt x="760661" y="974103"/>
                    <a:pt x="763555" y="975550"/>
                    <a:pt x="764026" y="975650"/>
                  </a:cubicBezTo>
                  <a:cubicBezTo>
                    <a:pt x="764498" y="975751"/>
                    <a:pt x="768200" y="976794"/>
                    <a:pt x="768469" y="976727"/>
                  </a:cubicBezTo>
                  <a:cubicBezTo>
                    <a:pt x="768738" y="976693"/>
                    <a:pt x="770488" y="976458"/>
                    <a:pt x="770690" y="976525"/>
                  </a:cubicBezTo>
                  <a:cubicBezTo>
                    <a:pt x="770926" y="976592"/>
                    <a:pt x="774493" y="978005"/>
                    <a:pt x="775099" y="978577"/>
                  </a:cubicBezTo>
                  <a:cubicBezTo>
                    <a:pt x="775704" y="979182"/>
                    <a:pt x="776950" y="980595"/>
                    <a:pt x="776950" y="980595"/>
                  </a:cubicBezTo>
                  <a:lnTo>
                    <a:pt x="777017" y="981907"/>
                  </a:lnTo>
                  <a:lnTo>
                    <a:pt x="777825" y="987021"/>
                  </a:lnTo>
                  <a:lnTo>
                    <a:pt x="777724" y="988433"/>
                  </a:lnTo>
                  <a:lnTo>
                    <a:pt x="778060" y="991595"/>
                  </a:lnTo>
                  <a:lnTo>
                    <a:pt x="778397" y="993547"/>
                  </a:lnTo>
                  <a:lnTo>
                    <a:pt x="781224" y="995229"/>
                  </a:lnTo>
                  <a:cubicBezTo>
                    <a:pt x="781224" y="995229"/>
                    <a:pt x="782032" y="996541"/>
                    <a:pt x="781830" y="996810"/>
                  </a:cubicBezTo>
                  <a:cubicBezTo>
                    <a:pt x="781628" y="997079"/>
                    <a:pt x="782200" y="997583"/>
                    <a:pt x="780786" y="997853"/>
                  </a:cubicBezTo>
                  <a:cubicBezTo>
                    <a:pt x="779373" y="998122"/>
                    <a:pt x="779541" y="998727"/>
                    <a:pt x="778296" y="999030"/>
                  </a:cubicBezTo>
                  <a:cubicBezTo>
                    <a:pt x="777051" y="999366"/>
                    <a:pt x="776007" y="999467"/>
                    <a:pt x="775267" y="999736"/>
                  </a:cubicBezTo>
                  <a:cubicBezTo>
                    <a:pt x="774493" y="1000005"/>
                    <a:pt x="771901" y="1000174"/>
                    <a:pt x="771901" y="1000174"/>
                  </a:cubicBezTo>
                  <a:lnTo>
                    <a:pt x="771127" y="1001856"/>
                  </a:lnTo>
                  <a:lnTo>
                    <a:pt x="770757" y="1002932"/>
                  </a:lnTo>
                  <a:lnTo>
                    <a:pt x="767291" y="1003740"/>
                  </a:lnTo>
                  <a:cubicBezTo>
                    <a:pt x="767291" y="1003740"/>
                    <a:pt x="766079" y="1003941"/>
                    <a:pt x="765608" y="1004110"/>
                  </a:cubicBezTo>
                  <a:cubicBezTo>
                    <a:pt x="765103" y="1004278"/>
                    <a:pt x="763118" y="1006666"/>
                    <a:pt x="762781" y="1006834"/>
                  </a:cubicBezTo>
                  <a:cubicBezTo>
                    <a:pt x="762445" y="1007002"/>
                    <a:pt x="761435" y="1008886"/>
                    <a:pt x="761435" y="1008886"/>
                  </a:cubicBezTo>
                  <a:lnTo>
                    <a:pt x="761098" y="1011207"/>
                  </a:lnTo>
                  <a:cubicBezTo>
                    <a:pt x="761098" y="1011207"/>
                    <a:pt x="760829" y="1012957"/>
                    <a:pt x="760661" y="1013159"/>
                  </a:cubicBezTo>
                  <a:cubicBezTo>
                    <a:pt x="760493" y="1013360"/>
                    <a:pt x="759315" y="1015278"/>
                    <a:pt x="759180" y="1015446"/>
                  </a:cubicBezTo>
                  <a:cubicBezTo>
                    <a:pt x="759079" y="1015614"/>
                    <a:pt x="758406" y="1016153"/>
                    <a:pt x="758238" y="1016422"/>
                  </a:cubicBezTo>
                  <a:cubicBezTo>
                    <a:pt x="758069" y="1016691"/>
                    <a:pt x="758339" y="1019517"/>
                    <a:pt x="758069" y="1019887"/>
                  </a:cubicBezTo>
                  <a:cubicBezTo>
                    <a:pt x="757800" y="1020257"/>
                    <a:pt x="758406" y="1022107"/>
                    <a:pt x="756757" y="1021669"/>
                  </a:cubicBezTo>
                  <a:cubicBezTo>
                    <a:pt x="755142" y="1021232"/>
                    <a:pt x="754435" y="1021030"/>
                    <a:pt x="753728" y="1020526"/>
                  </a:cubicBezTo>
                  <a:cubicBezTo>
                    <a:pt x="753021" y="1020021"/>
                    <a:pt x="753728" y="1018945"/>
                    <a:pt x="752214" y="1017868"/>
                  </a:cubicBezTo>
                  <a:cubicBezTo>
                    <a:pt x="750699" y="1016792"/>
                    <a:pt x="750295" y="1016354"/>
                    <a:pt x="750295" y="1016354"/>
                  </a:cubicBezTo>
                  <a:lnTo>
                    <a:pt x="748411" y="1017296"/>
                  </a:lnTo>
                  <a:lnTo>
                    <a:pt x="747401" y="1018373"/>
                  </a:lnTo>
                  <a:lnTo>
                    <a:pt x="746661" y="1019819"/>
                  </a:lnTo>
                  <a:lnTo>
                    <a:pt x="746156" y="1020963"/>
                  </a:lnTo>
                  <a:lnTo>
                    <a:pt x="745786" y="1022208"/>
                  </a:lnTo>
                  <a:lnTo>
                    <a:pt x="745483" y="1023721"/>
                  </a:lnTo>
                  <a:lnTo>
                    <a:pt x="744540" y="1024966"/>
                  </a:lnTo>
                  <a:lnTo>
                    <a:pt x="742353" y="1025773"/>
                  </a:lnTo>
                  <a:cubicBezTo>
                    <a:pt x="742353" y="1025773"/>
                    <a:pt x="741915" y="1026278"/>
                    <a:pt x="741410" y="1026345"/>
                  </a:cubicBezTo>
                  <a:cubicBezTo>
                    <a:pt x="740906" y="1026413"/>
                    <a:pt x="739829" y="1026715"/>
                    <a:pt x="739593" y="1026715"/>
                  </a:cubicBezTo>
                  <a:cubicBezTo>
                    <a:pt x="739391" y="1026715"/>
                    <a:pt x="739290" y="1026413"/>
                    <a:pt x="737910" y="1026715"/>
                  </a:cubicBezTo>
                  <a:cubicBezTo>
                    <a:pt x="736531" y="1027018"/>
                    <a:pt x="735218" y="1026278"/>
                    <a:pt x="735218" y="1026278"/>
                  </a:cubicBezTo>
                  <a:cubicBezTo>
                    <a:pt x="735218" y="1026278"/>
                    <a:pt x="734276" y="1025202"/>
                    <a:pt x="734141" y="1024966"/>
                  </a:cubicBezTo>
                  <a:cubicBezTo>
                    <a:pt x="734007" y="1024764"/>
                    <a:pt x="732055" y="1022510"/>
                    <a:pt x="731752" y="1022510"/>
                  </a:cubicBezTo>
                  <a:cubicBezTo>
                    <a:pt x="731449" y="1022510"/>
                    <a:pt x="730069" y="1021434"/>
                    <a:pt x="729732" y="1021064"/>
                  </a:cubicBezTo>
                  <a:cubicBezTo>
                    <a:pt x="729362" y="1020694"/>
                    <a:pt x="727276" y="1018877"/>
                    <a:pt x="726703" y="1018743"/>
                  </a:cubicBezTo>
                  <a:cubicBezTo>
                    <a:pt x="726131" y="1018608"/>
                    <a:pt x="723742" y="1017431"/>
                    <a:pt x="723136" y="1016994"/>
                  </a:cubicBezTo>
                  <a:cubicBezTo>
                    <a:pt x="722564" y="1016556"/>
                    <a:pt x="721992" y="1013663"/>
                    <a:pt x="721756" y="1013529"/>
                  </a:cubicBezTo>
                  <a:cubicBezTo>
                    <a:pt x="721554" y="1013394"/>
                    <a:pt x="721824" y="1012519"/>
                    <a:pt x="721049" y="1012082"/>
                  </a:cubicBezTo>
                  <a:cubicBezTo>
                    <a:pt x="720242" y="1011645"/>
                    <a:pt x="718660" y="1010703"/>
                    <a:pt x="717650" y="1010501"/>
                  </a:cubicBezTo>
                  <a:cubicBezTo>
                    <a:pt x="716641" y="1010299"/>
                    <a:pt x="715126" y="1009559"/>
                    <a:pt x="714689" y="1009425"/>
                  </a:cubicBezTo>
                  <a:cubicBezTo>
                    <a:pt x="714251" y="1009290"/>
                    <a:pt x="713814" y="1009189"/>
                    <a:pt x="712501" y="1008684"/>
                  </a:cubicBezTo>
                  <a:cubicBezTo>
                    <a:pt x="711189" y="1008180"/>
                    <a:pt x="709102" y="1007104"/>
                    <a:pt x="708294" y="1006935"/>
                  </a:cubicBezTo>
                  <a:cubicBezTo>
                    <a:pt x="707487" y="1006801"/>
                    <a:pt x="705669" y="1005993"/>
                    <a:pt x="705400" y="1005859"/>
                  </a:cubicBezTo>
                  <a:cubicBezTo>
                    <a:pt x="705097" y="1005724"/>
                    <a:pt x="704256" y="1004547"/>
                    <a:pt x="702943" y="1004042"/>
                  </a:cubicBezTo>
                  <a:cubicBezTo>
                    <a:pt x="701631" y="1003538"/>
                    <a:pt x="699982" y="1002091"/>
                    <a:pt x="698804" y="1001587"/>
                  </a:cubicBezTo>
                  <a:cubicBezTo>
                    <a:pt x="697626" y="1001082"/>
                    <a:pt x="694530" y="999400"/>
                    <a:pt x="694530" y="999400"/>
                  </a:cubicBezTo>
                  <a:lnTo>
                    <a:pt x="691198" y="996574"/>
                  </a:lnTo>
                  <a:lnTo>
                    <a:pt x="687563" y="994186"/>
                  </a:lnTo>
                  <a:cubicBezTo>
                    <a:pt x="687563" y="994186"/>
                    <a:pt x="684601" y="991999"/>
                    <a:pt x="684433" y="991797"/>
                  </a:cubicBezTo>
                  <a:cubicBezTo>
                    <a:pt x="684299" y="991595"/>
                    <a:pt x="682111" y="989913"/>
                    <a:pt x="682111" y="989913"/>
                  </a:cubicBezTo>
                  <a:lnTo>
                    <a:pt x="678712" y="989476"/>
                  </a:lnTo>
                  <a:cubicBezTo>
                    <a:pt x="678712" y="989476"/>
                    <a:pt x="677198" y="988669"/>
                    <a:pt x="676524" y="988602"/>
                  </a:cubicBezTo>
                  <a:cubicBezTo>
                    <a:pt x="675885" y="988534"/>
                    <a:pt x="674842" y="988232"/>
                    <a:pt x="674337" y="988232"/>
                  </a:cubicBezTo>
                  <a:cubicBezTo>
                    <a:pt x="673832" y="988232"/>
                    <a:pt x="672587" y="987862"/>
                    <a:pt x="671577" y="987794"/>
                  </a:cubicBezTo>
                  <a:cubicBezTo>
                    <a:pt x="670568" y="987727"/>
                    <a:pt x="669558" y="987155"/>
                    <a:pt x="669322" y="986920"/>
                  </a:cubicBezTo>
                  <a:cubicBezTo>
                    <a:pt x="669120" y="986684"/>
                    <a:pt x="669020" y="986180"/>
                    <a:pt x="667741" y="985473"/>
                  </a:cubicBezTo>
                  <a:cubicBezTo>
                    <a:pt x="666428" y="984767"/>
                    <a:pt x="665351" y="984464"/>
                    <a:pt x="665351" y="984464"/>
                  </a:cubicBezTo>
                  <a:cubicBezTo>
                    <a:pt x="665351" y="984464"/>
                    <a:pt x="664779" y="984161"/>
                    <a:pt x="663096" y="984161"/>
                  </a:cubicBezTo>
                  <a:cubicBezTo>
                    <a:pt x="661447" y="984161"/>
                    <a:pt x="659192" y="983892"/>
                    <a:pt x="658755" y="983892"/>
                  </a:cubicBezTo>
                  <a:cubicBezTo>
                    <a:pt x="658317" y="983892"/>
                    <a:pt x="656500" y="984397"/>
                    <a:pt x="655793" y="984397"/>
                  </a:cubicBezTo>
                  <a:cubicBezTo>
                    <a:pt x="655053" y="984397"/>
                    <a:pt x="651216" y="984464"/>
                    <a:pt x="650644" y="984599"/>
                  </a:cubicBezTo>
                  <a:cubicBezTo>
                    <a:pt x="650072" y="984733"/>
                    <a:pt x="649399" y="985036"/>
                    <a:pt x="648961" y="985238"/>
                  </a:cubicBezTo>
                  <a:cubicBezTo>
                    <a:pt x="648524" y="985440"/>
                    <a:pt x="647817" y="986819"/>
                    <a:pt x="647649" y="987256"/>
                  </a:cubicBezTo>
                  <a:cubicBezTo>
                    <a:pt x="647514" y="987693"/>
                    <a:pt x="647514" y="989880"/>
                    <a:pt x="647514" y="990654"/>
                  </a:cubicBezTo>
                  <a:cubicBezTo>
                    <a:pt x="647514" y="991461"/>
                    <a:pt x="648322" y="994791"/>
                    <a:pt x="648221" y="995060"/>
                  </a:cubicBezTo>
                  <a:cubicBezTo>
                    <a:pt x="648154" y="995363"/>
                    <a:pt x="648423" y="997819"/>
                    <a:pt x="648423" y="998391"/>
                  </a:cubicBezTo>
                  <a:cubicBezTo>
                    <a:pt x="648423" y="998963"/>
                    <a:pt x="649433" y="1004412"/>
                    <a:pt x="649433" y="1004412"/>
                  </a:cubicBezTo>
                  <a:cubicBezTo>
                    <a:pt x="649433" y="1004412"/>
                    <a:pt x="649062" y="1013024"/>
                    <a:pt x="649062" y="1013764"/>
                  </a:cubicBezTo>
                  <a:cubicBezTo>
                    <a:pt x="649062" y="1014504"/>
                    <a:pt x="649500" y="1016590"/>
                    <a:pt x="649567" y="1016792"/>
                  </a:cubicBezTo>
                  <a:cubicBezTo>
                    <a:pt x="649635" y="1016994"/>
                    <a:pt x="653908" y="1025134"/>
                    <a:pt x="653908" y="1025908"/>
                  </a:cubicBezTo>
                  <a:cubicBezTo>
                    <a:pt x="653908" y="1026715"/>
                    <a:pt x="656231" y="1030618"/>
                    <a:pt x="657308" y="1032199"/>
                  </a:cubicBezTo>
                  <a:cubicBezTo>
                    <a:pt x="658385" y="1033780"/>
                    <a:pt x="666159" y="1041483"/>
                    <a:pt x="666428" y="1041752"/>
                  </a:cubicBezTo>
                  <a:cubicBezTo>
                    <a:pt x="666731" y="1042055"/>
                    <a:pt x="669693" y="1045823"/>
                    <a:pt x="670837" y="1046327"/>
                  </a:cubicBezTo>
                  <a:cubicBezTo>
                    <a:pt x="671981" y="1046832"/>
                    <a:pt x="676693" y="1052046"/>
                    <a:pt x="676693" y="1052046"/>
                  </a:cubicBezTo>
                  <a:lnTo>
                    <a:pt x="678140" y="1053425"/>
                  </a:lnTo>
                  <a:lnTo>
                    <a:pt x="678241" y="1055914"/>
                  </a:lnTo>
                  <a:cubicBezTo>
                    <a:pt x="678241" y="1055914"/>
                    <a:pt x="677702" y="1057866"/>
                    <a:pt x="677601" y="1058303"/>
                  </a:cubicBezTo>
                  <a:cubicBezTo>
                    <a:pt x="677500" y="1058740"/>
                    <a:pt x="676188" y="1061028"/>
                    <a:pt x="676188" y="1061028"/>
                  </a:cubicBezTo>
                  <a:lnTo>
                    <a:pt x="675212" y="1062979"/>
                  </a:lnTo>
                  <a:lnTo>
                    <a:pt x="674236" y="1065468"/>
                  </a:lnTo>
                  <a:lnTo>
                    <a:pt x="672789" y="1066881"/>
                  </a:lnTo>
                  <a:lnTo>
                    <a:pt x="673092" y="1068563"/>
                  </a:lnTo>
                  <a:lnTo>
                    <a:pt x="674472" y="1070144"/>
                  </a:lnTo>
                  <a:cubicBezTo>
                    <a:pt x="674472" y="1070144"/>
                    <a:pt x="676289" y="1070077"/>
                    <a:pt x="676794" y="1070144"/>
                  </a:cubicBezTo>
                  <a:cubicBezTo>
                    <a:pt x="677298" y="1070211"/>
                    <a:pt x="680698" y="1070582"/>
                    <a:pt x="680933" y="1070514"/>
                  </a:cubicBezTo>
                  <a:cubicBezTo>
                    <a:pt x="681135" y="1070447"/>
                    <a:pt x="685207" y="1069202"/>
                    <a:pt x="685510" y="1069202"/>
                  </a:cubicBezTo>
                  <a:cubicBezTo>
                    <a:pt x="685813" y="1069202"/>
                    <a:pt x="687698" y="1067722"/>
                    <a:pt x="687698" y="1067722"/>
                  </a:cubicBezTo>
                  <a:lnTo>
                    <a:pt x="689381" y="1067554"/>
                  </a:lnTo>
                  <a:lnTo>
                    <a:pt x="693217" y="1067554"/>
                  </a:lnTo>
                  <a:cubicBezTo>
                    <a:pt x="693217" y="1067554"/>
                    <a:pt x="693520" y="1067688"/>
                    <a:pt x="693722" y="1067756"/>
                  </a:cubicBezTo>
                  <a:cubicBezTo>
                    <a:pt x="693958" y="1067823"/>
                    <a:pt x="694799" y="1068900"/>
                    <a:pt x="694799" y="1068900"/>
                  </a:cubicBezTo>
                  <a:cubicBezTo>
                    <a:pt x="694799" y="1068900"/>
                    <a:pt x="696381" y="1068967"/>
                    <a:pt x="696818" y="1068832"/>
                  </a:cubicBezTo>
                  <a:cubicBezTo>
                    <a:pt x="697256" y="1068698"/>
                    <a:pt x="698770" y="1068529"/>
                    <a:pt x="699578" y="1068462"/>
                  </a:cubicBezTo>
                  <a:cubicBezTo>
                    <a:pt x="700385" y="1068395"/>
                    <a:pt x="703213" y="1067588"/>
                    <a:pt x="703650" y="1067520"/>
                  </a:cubicBezTo>
                  <a:cubicBezTo>
                    <a:pt x="704088" y="1067453"/>
                    <a:pt x="706107" y="1066410"/>
                    <a:pt x="706107" y="1066410"/>
                  </a:cubicBezTo>
                  <a:lnTo>
                    <a:pt x="706914" y="1065805"/>
                  </a:lnTo>
                  <a:lnTo>
                    <a:pt x="707116" y="1065805"/>
                  </a:lnTo>
                  <a:lnTo>
                    <a:pt x="709068" y="1066309"/>
                  </a:lnTo>
                  <a:lnTo>
                    <a:pt x="710886" y="1066511"/>
                  </a:lnTo>
                  <a:lnTo>
                    <a:pt x="714924" y="1068597"/>
                  </a:lnTo>
                  <a:lnTo>
                    <a:pt x="714924" y="1073575"/>
                  </a:lnTo>
                  <a:cubicBezTo>
                    <a:pt x="714924" y="1073575"/>
                    <a:pt x="714588" y="1074753"/>
                    <a:pt x="714588" y="1075190"/>
                  </a:cubicBezTo>
                  <a:cubicBezTo>
                    <a:pt x="714588" y="1075627"/>
                    <a:pt x="714487" y="1077478"/>
                    <a:pt x="714487" y="1077478"/>
                  </a:cubicBezTo>
                  <a:lnTo>
                    <a:pt x="713612" y="1079429"/>
                  </a:lnTo>
                  <a:lnTo>
                    <a:pt x="713073" y="1081279"/>
                  </a:lnTo>
                  <a:lnTo>
                    <a:pt x="712535" y="1082053"/>
                  </a:lnTo>
                  <a:cubicBezTo>
                    <a:pt x="712535" y="1082053"/>
                    <a:pt x="711660" y="1083365"/>
                    <a:pt x="711660" y="1083667"/>
                  </a:cubicBezTo>
                  <a:cubicBezTo>
                    <a:pt x="711660" y="1084004"/>
                    <a:pt x="710482" y="1085316"/>
                    <a:pt x="710482" y="1085316"/>
                  </a:cubicBezTo>
                  <a:cubicBezTo>
                    <a:pt x="710482" y="1085316"/>
                    <a:pt x="710684" y="1086392"/>
                    <a:pt x="710381" y="1086964"/>
                  </a:cubicBezTo>
                  <a:cubicBezTo>
                    <a:pt x="710045" y="1087502"/>
                    <a:pt x="710819" y="1089251"/>
                    <a:pt x="711357" y="1089991"/>
                  </a:cubicBezTo>
                  <a:cubicBezTo>
                    <a:pt x="711895" y="1090765"/>
                    <a:pt x="714520" y="1091842"/>
                    <a:pt x="714520" y="1091842"/>
                  </a:cubicBezTo>
                  <a:lnTo>
                    <a:pt x="715833" y="1091842"/>
                  </a:lnTo>
                  <a:lnTo>
                    <a:pt x="717718" y="1092548"/>
                  </a:lnTo>
                  <a:lnTo>
                    <a:pt x="719468" y="1092111"/>
                  </a:lnTo>
                  <a:lnTo>
                    <a:pt x="722059" y="1090799"/>
                  </a:lnTo>
                  <a:lnTo>
                    <a:pt x="722934" y="1090496"/>
                  </a:lnTo>
                  <a:cubicBezTo>
                    <a:pt x="722934" y="1090496"/>
                    <a:pt x="723877" y="1089554"/>
                    <a:pt x="724078" y="1089487"/>
                  </a:cubicBezTo>
                  <a:cubicBezTo>
                    <a:pt x="724314" y="1089420"/>
                    <a:pt x="727040" y="1088982"/>
                    <a:pt x="727040" y="1088982"/>
                  </a:cubicBezTo>
                  <a:lnTo>
                    <a:pt x="728756" y="1088646"/>
                  </a:lnTo>
                  <a:cubicBezTo>
                    <a:pt x="729295" y="1088141"/>
                    <a:pt x="729598" y="1087839"/>
                    <a:pt x="729598" y="1087839"/>
                  </a:cubicBezTo>
                  <a:cubicBezTo>
                    <a:pt x="729598" y="1087839"/>
                    <a:pt x="731247" y="1085416"/>
                    <a:pt x="731449" y="1085114"/>
                  </a:cubicBezTo>
                  <a:cubicBezTo>
                    <a:pt x="731684" y="1084811"/>
                    <a:pt x="733535" y="1081548"/>
                    <a:pt x="733535" y="1081548"/>
                  </a:cubicBezTo>
                  <a:lnTo>
                    <a:pt x="734175" y="1079260"/>
                  </a:lnTo>
                  <a:lnTo>
                    <a:pt x="736160" y="1077377"/>
                  </a:lnTo>
                  <a:lnTo>
                    <a:pt x="738920" y="1074450"/>
                  </a:lnTo>
                  <a:lnTo>
                    <a:pt x="740132" y="1074450"/>
                  </a:lnTo>
                  <a:lnTo>
                    <a:pt x="741377" y="1077377"/>
                  </a:lnTo>
                  <a:lnTo>
                    <a:pt x="742723" y="1079227"/>
                  </a:lnTo>
                  <a:lnTo>
                    <a:pt x="742723" y="1082254"/>
                  </a:lnTo>
                  <a:lnTo>
                    <a:pt x="742723" y="1085719"/>
                  </a:lnTo>
                  <a:lnTo>
                    <a:pt x="742723" y="1089184"/>
                  </a:lnTo>
                  <a:lnTo>
                    <a:pt x="742723" y="1092649"/>
                  </a:lnTo>
                  <a:lnTo>
                    <a:pt x="744843" y="1095273"/>
                  </a:lnTo>
                  <a:lnTo>
                    <a:pt x="746190" y="1096450"/>
                  </a:lnTo>
                  <a:lnTo>
                    <a:pt x="746190" y="1097863"/>
                  </a:lnTo>
                  <a:lnTo>
                    <a:pt x="746190" y="1099613"/>
                  </a:lnTo>
                  <a:cubicBezTo>
                    <a:pt x="746190" y="1099613"/>
                    <a:pt x="746526" y="1103212"/>
                    <a:pt x="746190" y="1103616"/>
                  </a:cubicBezTo>
                  <a:cubicBezTo>
                    <a:pt x="745853" y="1104053"/>
                    <a:pt x="744877" y="1106206"/>
                    <a:pt x="744877" y="1106206"/>
                  </a:cubicBezTo>
                  <a:lnTo>
                    <a:pt x="743901" y="1110646"/>
                  </a:lnTo>
                  <a:lnTo>
                    <a:pt x="742824" y="1112496"/>
                  </a:lnTo>
                  <a:lnTo>
                    <a:pt x="741747" y="1113909"/>
                  </a:lnTo>
                  <a:lnTo>
                    <a:pt x="739896" y="1115524"/>
                  </a:lnTo>
                  <a:cubicBezTo>
                    <a:pt x="739896" y="1115524"/>
                    <a:pt x="738482" y="1115961"/>
                    <a:pt x="737406" y="1116399"/>
                  </a:cubicBezTo>
                  <a:cubicBezTo>
                    <a:pt x="736329" y="1116836"/>
                    <a:pt x="732526" y="1118888"/>
                    <a:pt x="732526" y="1118888"/>
                  </a:cubicBezTo>
                  <a:lnTo>
                    <a:pt x="730641" y="1120234"/>
                  </a:lnTo>
                  <a:lnTo>
                    <a:pt x="733333" y="1123026"/>
                  </a:lnTo>
                  <a:lnTo>
                    <a:pt x="735790" y="1128677"/>
                  </a:lnTo>
                  <a:lnTo>
                    <a:pt x="736800" y="1129686"/>
                  </a:lnTo>
                  <a:lnTo>
                    <a:pt x="740132" y="1132714"/>
                  </a:lnTo>
                  <a:lnTo>
                    <a:pt x="746930" y="1133286"/>
                  </a:lnTo>
                  <a:cubicBezTo>
                    <a:pt x="746930" y="1133286"/>
                    <a:pt x="748949" y="1131839"/>
                    <a:pt x="749387" y="1131402"/>
                  </a:cubicBezTo>
                  <a:cubicBezTo>
                    <a:pt x="749824" y="1130965"/>
                    <a:pt x="750396" y="1129081"/>
                    <a:pt x="750396" y="1129081"/>
                  </a:cubicBezTo>
                  <a:cubicBezTo>
                    <a:pt x="750396" y="1129081"/>
                    <a:pt x="750968" y="1127937"/>
                    <a:pt x="751137" y="1127500"/>
                  </a:cubicBezTo>
                  <a:cubicBezTo>
                    <a:pt x="751271" y="1127062"/>
                    <a:pt x="751877" y="1126053"/>
                    <a:pt x="752012" y="1125616"/>
                  </a:cubicBezTo>
                  <a:cubicBezTo>
                    <a:pt x="752146" y="1125179"/>
                    <a:pt x="753021" y="1123867"/>
                    <a:pt x="753021" y="1123867"/>
                  </a:cubicBezTo>
                  <a:lnTo>
                    <a:pt x="754334" y="1122723"/>
                  </a:lnTo>
                  <a:lnTo>
                    <a:pt x="757531" y="1123026"/>
                  </a:lnTo>
                  <a:lnTo>
                    <a:pt x="758541" y="1119123"/>
                  </a:lnTo>
                  <a:lnTo>
                    <a:pt x="760291" y="1116096"/>
                  </a:lnTo>
                  <a:lnTo>
                    <a:pt x="762748" y="1116096"/>
                  </a:lnTo>
                  <a:lnTo>
                    <a:pt x="765204" y="1121175"/>
                  </a:lnTo>
                  <a:cubicBezTo>
                    <a:pt x="765204" y="1121175"/>
                    <a:pt x="765642" y="1122622"/>
                    <a:pt x="766079" y="1123059"/>
                  </a:cubicBezTo>
                  <a:cubicBezTo>
                    <a:pt x="766517" y="1123497"/>
                    <a:pt x="770421" y="1123766"/>
                    <a:pt x="770421" y="1123194"/>
                  </a:cubicBezTo>
                  <a:cubicBezTo>
                    <a:pt x="770421" y="1122622"/>
                    <a:pt x="770993" y="1121613"/>
                    <a:pt x="770993" y="1121613"/>
                  </a:cubicBezTo>
                  <a:lnTo>
                    <a:pt x="768805" y="1120166"/>
                  </a:lnTo>
                  <a:cubicBezTo>
                    <a:pt x="768805" y="1120166"/>
                    <a:pt x="767796" y="1118282"/>
                    <a:pt x="767358" y="1118013"/>
                  </a:cubicBezTo>
                  <a:cubicBezTo>
                    <a:pt x="766921" y="1117711"/>
                    <a:pt x="766214" y="1116129"/>
                    <a:pt x="766214" y="1116129"/>
                  </a:cubicBezTo>
                  <a:cubicBezTo>
                    <a:pt x="766214" y="1116129"/>
                    <a:pt x="766349" y="1115255"/>
                    <a:pt x="766349" y="1114683"/>
                  </a:cubicBezTo>
                  <a:cubicBezTo>
                    <a:pt x="766349" y="1114111"/>
                    <a:pt x="767661" y="1113102"/>
                    <a:pt x="767661" y="1113102"/>
                  </a:cubicBezTo>
                  <a:lnTo>
                    <a:pt x="769983" y="1112530"/>
                  </a:lnTo>
                  <a:lnTo>
                    <a:pt x="770858" y="1114549"/>
                  </a:lnTo>
                  <a:cubicBezTo>
                    <a:pt x="770858" y="1114549"/>
                    <a:pt x="771430" y="1113405"/>
                    <a:pt x="771430" y="1112530"/>
                  </a:cubicBezTo>
                  <a:cubicBezTo>
                    <a:pt x="771430" y="1111655"/>
                    <a:pt x="772171" y="1109503"/>
                    <a:pt x="772171" y="1109503"/>
                  </a:cubicBezTo>
                  <a:cubicBezTo>
                    <a:pt x="772171" y="1109503"/>
                    <a:pt x="772878" y="1107921"/>
                    <a:pt x="773483" y="1107619"/>
                  </a:cubicBezTo>
                  <a:cubicBezTo>
                    <a:pt x="774055" y="1107316"/>
                    <a:pt x="777118" y="1106609"/>
                    <a:pt x="777118" y="1106609"/>
                  </a:cubicBezTo>
                  <a:lnTo>
                    <a:pt x="780753" y="1104860"/>
                  </a:lnTo>
                  <a:lnTo>
                    <a:pt x="782772" y="1104591"/>
                  </a:lnTo>
                  <a:lnTo>
                    <a:pt x="786407" y="1105903"/>
                  </a:lnTo>
                  <a:lnTo>
                    <a:pt x="788157" y="1106340"/>
                  </a:lnTo>
                  <a:lnTo>
                    <a:pt x="793508" y="1104591"/>
                  </a:lnTo>
                  <a:cubicBezTo>
                    <a:pt x="793508" y="1104591"/>
                    <a:pt x="794955" y="1102707"/>
                    <a:pt x="794955" y="1102136"/>
                  </a:cubicBezTo>
                  <a:cubicBezTo>
                    <a:pt x="794955" y="1101563"/>
                    <a:pt x="795258" y="1100554"/>
                    <a:pt x="795527" y="1099108"/>
                  </a:cubicBezTo>
                  <a:cubicBezTo>
                    <a:pt x="795830" y="1097661"/>
                    <a:pt x="796402" y="1094466"/>
                    <a:pt x="796402" y="1094466"/>
                  </a:cubicBezTo>
                  <a:lnTo>
                    <a:pt x="796671" y="1090429"/>
                  </a:lnTo>
                  <a:lnTo>
                    <a:pt x="796671" y="1089285"/>
                  </a:lnTo>
                  <a:cubicBezTo>
                    <a:pt x="796671" y="1089285"/>
                    <a:pt x="796402" y="1087839"/>
                    <a:pt x="794921" y="1086964"/>
                  </a:cubicBezTo>
                  <a:cubicBezTo>
                    <a:pt x="793474" y="1086089"/>
                    <a:pt x="792027" y="1084643"/>
                    <a:pt x="792027" y="1084643"/>
                  </a:cubicBezTo>
                  <a:cubicBezTo>
                    <a:pt x="792027" y="1084643"/>
                    <a:pt x="790580" y="1083062"/>
                    <a:pt x="789402" y="1082624"/>
                  </a:cubicBezTo>
                  <a:cubicBezTo>
                    <a:pt x="788258" y="1082187"/>
                    <a:pt x="787383" y="1081313"/>
                    <a:pt x="787383" y="1081313"/>
                  </a:cubicBezTo>
                  <a:lnTo>
                    <a:pt x="786238" y="1078857"/>
                  </a:lnTo>
                  <a:cubicBezTo>
                    <a:pt x="786238" y="1078857"/>
                    <a:pt x="786238" y="1075964"/>
                    <a:pt x="786238" y="1075392"/>
                  </a:cubicBezTo>
                  <a:cubicBezTo>
                    <a:pt x="786238" y="1074820"/>
                    <a:pt x="785229" y="1071321"/>
                    <a:pt x="785229" y="1071321"/>
                  </a:cubicBezTo>
                  <a:lnTo>
                    <a:pt x="787113" y="1066410"/>
                  </a:lnTo>
                  <a:lnTo>
                    <a:pt x="788258" y="1062071"/>
                  </a:lnTo>
                  <a:cubicBezTo>
                    <a:pt x="788258" y="1062071"/>
                    <a:pt x="788392" y="1057428"/>
                    <a:pt x="788258" y="1056722"/>
                  </a:cubicBezTo>
                  <a:cubicBezTo>
                    <a:pt x="788123" y="1055982"/>
                    <a:pt x="787955" y="1052820"/>
                    <a:pt x="786945" y="1051642"/>
                  </a:cubicBezTo>
                  <a:cubicBezTo>
                    <a:pt x="785936" y="1050499"/>
                    <a:pt x="784320" y="1049052"/>
                    <a:pt x="782738" y="1048447"/>
                  </a:cubicBezTo>
                  <a:cubicBezTo>
                    <a:pt x="781156" y="1047875"/>
                    <a:pt x="779272" y="1046563"/>
                    <a:pt x="778094" y="1045688"/>
                  </a:cubicBezTo>
                  <a:cubicBezTo>
                    <a:pt x="776916" y="1044813"/>
                    <a:pt x="775132" y="1042425"/>
                    <a:pt x="775132" y="1042425"/>
                  </a:cubicBezTo>
                  <a:lnTo>
                    <a:pt x="773382" y="1040037"/>
                  </a:lnTo>
                  <a:cubicBezTo>
                    <a:pt x="773382" y="1040037"/>
                    <a:pt x="772878" y="1039599"/>
                    <a:pt x="772878" y="1039095"/>
                  </a:cubicBezTo>
                  <a:cubicBezTo>
                    <a:pt x="772878" y="1038590"/>
                    <a:pt x="773618" y="1037715"/>
                    <a:pt x="773618" y="1037715"/>
                  </a:cubicBezTo>
                  <a:lnTo>
                    <a:pt x="774695" y="1037312"/>
                  </a:lnTo>
                  <a:cubicBezTo>
                    <a:pt x="774695" y="1037312"/>
                    <a:pt x="776950" y="1036269"/>
                    <a:pt x="777219" y="1036269"/>
                  </a:cubicBezTo>
                  <a:cubicBezTo>
                    <a:pt x="777522" y="1036269"/>
                    <a:pt x="783613" y="1036269"/>
                    <a:pt x="783613" y="1036269"/>
                  </a:cubicBezTo>
                  <a:cubicBezTo>
                    <a:pt x="783613" y="1036269"/>
                    <a:pt x="786205" y="1035764"/>
                    <a:pt x="786440" y="1035630"/>
                  </a:cubicBezTo>
                  <a:cubicBezTo>
                    <a:pt x="786642" y="1035495"/>
                    <a:pt x="789335" y="1034183"/>
                    <a:pt x="789335" y="1034183"/>
                  </a:cubicBezTo>
                  <a:cubicBezTo>
                    <a:pt x="789335" y="1034183"/>
                    <a:pt x="790782" y="1033174"/>
                    <a:pt x="791287" y="1032939"/>
                  </a:cubicBezTo>
                  <a:cubicBezTo>
                    <a:pt x="791791" y="1032737"/>
                    <a:pt x="792229" y="1031997"/>
                    <a:pt x="792868" y="1031425"/>
                  </a:cubicBezTo>
                  <a:cubicBezTo>
                    <a:pt x="793508" y="1030853"/>
                    <a:pt x="794820" y="1029407"/>
                    <a:pt x="794820" y="1029407"/>
                  </a:cubicBezTo>
                  <a:lnTo>
                    <a:pt x="795628" y="1028969"/>
                  </a:lnTo>
                  <a:lnTo>
                    <a:pt x="798253" y="1028835"/>
                  </a:lnTo>
                  <a:cubicBezTo>
                    <a:pt x="798253" y="1028835"/>
                    <a:pt x="800138" y="1028902"/>
                    <a:pt x="800340" y="1029339"/>
                  </a:cubicBezTo>
                  <a:cubicBezTo>
                    <a:pt x="800542" y="1029777"/>
                    <a:pt x="802224" y="1031290"/>
                    <a:pt x="802224" y="1031290"/>
                  </a:cubicBezTo>
                  <a:cubicBezTo>
                    <a:pt x="802224" y="1031290"/>
                    <a:pt x="803671" y="1030920"/>
                    <a:pt x="803974" y="1030920"/>
                  </a:cubicBezTo>
                  <a:cubicBezTo>
                    <a:pt x="804277" y="1030920"/>
                    <a:pt x="805421" y="1030214"/>
                    <a:pt x="805859" y="1030046"/>
                  </a:cubicBezTo>
                  <a:cubicBezTo>
                    <a:pt x="806297" y="1029911"/>
                    <a:pt x="807172" y="1029238"/>
                    <a:pt x="808114" y="1029036"/>
                  </a:cubicBezTo>
                  <a:cubicBezTo>
                    <a:pt x="809056" y="1028801"/>
                    <a:pt x="810436" y="1028532"/>
                    <a:pt x="811008" y="1028465"/>
                  </a:cubicBezTo>
                  <a:cubicBezTo>
                    <a:pt x="811580" y="1028397"/>
                    <a:pt x="817032" y="1030718"/>
                    <a:pt x="817032" y="1030718"/>
                  </a:cubicBezTo>
                  <a:lnTo>
                    <a:pt x="819489" y="1032670"/>
                  </a:lnTo>
                  <a:lnTo>
                    <a:pt x="821071" y="1032165"/>
                  </a:lnTo>
                  <a:lnTo>
                    <a:pt x="821374" y="1030416"/>
                  </a:lnTo>
                  <a:cubicBezTo>
                    <a:pt x="821374" y="1030416"/>
                    <a:pt x="821307" y="1027792"/>
                    <a:pt x="821071" y="1027657"/>
                  </a:cubicBezTo>
                  <a:cubicBezTo>
                    <a:pt x="820869" y="1027523"/>
                    <a:pt x="820263" y="1026345"/>
                    <a:pt x="819859" y="1026076"/>
                  </a:cubicBezTo>
                  <a:cubicBezTo>
                    <a:pt x="819422" y="1025807"/>
                    <a:pt x="818042" y="1024630"/>
                    <a:pt x="817604" y="1024495"/>
                  </a:cubicBezTo>
                  <a:cubicBezTo>
                    <a:pt x="817167" y="1024361"/>
                    <a:pt x="816090" y="1024361"/>
                    <a:pt x="815652" y="1024058"/>
                  </a:cubicBezTo>
                  <a:cubicBezTo>
                    <a:pt x="815215" y="1023755"/>
                    <a:pt x="814643" y="1023419"/>
                    <a:pt x="814643" y="1023116"/>
                  </a:cubicBezTo>
                  <a:cubicBezTo>
                    <a:pt x="814643" y="1022813"/>
                    <a:pt x="815148" y="1021905"/>
                    <a:pt x="815350" y="1021737"/>
                  </a:cubicBezTo>
                  <a:cubicBezTo>
                    <a:pt x="815552" y="1021602"/>
                    <a:pt x="816292" y="1020728"/>
                    <a:pt x="816494" y="1020492"/>
                  </a:cubicBezTo>
                  <a:cubicBezTo>
                    <a:pt x="816729" y="1020290"/>
                    <a:pt x="817504" y="1019550"/>
                    <a:pt x="817504" y="1019550"/>
                  </a:cubicBezTo>
                  <a:cubicBezTo>
                    <a:pt x="817504" y="1019550"/>
                    <a:pt x="818749" y="1018036"/>
                    <a:pt x="819018" y="1017868"/>
                  </a:cubicBezTo>
                  <a:cubicBezTo>
                    <a:pt x="819287" y="1017734"/>
                    <a:pt x="820263" y="1016859"/>
                    <a:pt x="820768" y="1016623"/>
                  </a:cubicBezTo>
                  <a:cubicBezTo>
                    <a:pt x="821273" y="1016388"/>
                    <a:pt x="821710" y="1016052"/>
                    <a:pt x="822282" y="1015682"/>
                  </a:cubicBezTo>
                  <a:cubicBezTo>
                    <a:pt x="822855" y="1015312"/>
                    <a:pt x="824470" y="1013798"/>
                    <a:pt x="824807" y="1013428"/>
                  </a:cubicBezTo>
                  <a:cubicBezTo>
                    <a:pt x="825177" y="1013058"/>
                    <a:pt x="826321" y="1011611"/>
                    <a:pt x="826759" y="1011308"/>
                  </a:cubicBezTo>
                  <a:cubicBezTo>
                    <a:pt x="827196" y="1011039"/>
                    <a:pt x="827903" y="1010064"/>
                    <a:pt x="828206" y="1009996"/>
                  </a:cubicBezTo>
                  <a:cubicBezTo>
                    <a:pt x="828508" y="1009929"/>
                    <a:pt x="829013" y="1009290"/>
                    <a:pt x="829283" y="1009290"/>
                  </a:cubicBezTo>
                  <a:cubicBezTo>
                    <a:pt x="829585" y="1009290"/>
                    <a:pt x="830427" y="1008920"/>
                    <a:pt x="831033" y="1008920"/>
                  </a:cubicBezTo>
                  <a:cubicBezTo>
                    <a:pt x="831605" y="1008920"/>
                    <a:pt x="832715" y="1008853"/>
                    <a:pt x="833220" y="1008920"/>
                  </a:cubicBezTo>
                  <a:cubicBezTo>
                    <a:pt x="833725" y="1008987"/>
                    <a:pt x="835105" y="1008550"/>
                    <a:pt x="835980" y="1009122"/>
                  </a:cubicBezTo>
                  <a:cubicBezTo>
                    <a:pt x="836855" y="1009694"/>
                    <a:pt x="837292" y="1010568"/>
                    <a:pt x="837292" y="1010568"/>
                  </a:cubicBezTo>
                  <a:lnTo>
                    <a:pt x="838437" y="1013091"/>
                  </a:lnTo>
                  <a:lnTo>
                    <a:pt x="839514" y="1013024"/>
                  </a:lnTo>
                  <a:lnTo>
                    <a:pt x="840321" y="1012082"/>
                  </a:lnTo>
                  <a:lnTo>
                    <a:pt x="840759" y="1011073"/>
                  </a:lnTo>
                  <a:cubicBezTo>
                    <a:pt x="840759" y="1011073"/>
                    <a:pt x="841196" y="1010568"/>
                    <a:pt x="841196" y="1010131"/>
                  </a:cubicBezTo>
                  <a:cubicBezTo>
                    <a:pt x="841196" y="1009694"/>
                    <a:pt x="841398" y="1009054"/>
                    <a:pt x="841398" y="1009054"/>
                  </a:cubicBezTo>
                  <a:lnTo>
                    <a:pt x="841836" y="1008045"/>
                  </a:lnTo>
                  <a:lnTo>
                    <a:pt x="842273" y="1007473"/>
                  </a:lnTo>
                  <a:cubicBezTo>
                    <a:pt x="842273" y="1007473"/>
                    <a:pt x="843518" y="1007036"/>
                    <a:pt x="844023" y="1007036"/>
                  </a:cubicBezTo>
                  <a:cubicBezTo>
                    <a:pt x="844528" y="1007036"/>
                    <a:pt x="846110" y="1007406"/>
                    <a:pt x="846648" y="1007978"/>
                  </a:cubicBezTo>
                  <a:cubicBezTo>
                    <a:pt x="847153" y="1008550"/>
                    <a:pt x="847793" y="1008785"/>
                    <a:pt x="848163" y="1009425"/>
                  </a:cubicBezTo>
                  <a:cubicBezTo>
                    <a:pt x="848533" y="1010064"/>
                    <a:pt x="849004" y="1010736"/>
                    <a:pt x="849004" y="1011308"/>
                  </a:cubicBezTo>
                  <a:cubicBezTo>
                    <a:pt x="849004" y="1011880"/>
                    <a:pt x="848836" y="1013192"/>
                    <a:pt x="848836" y="1013192"/>
                  </a:cubicBezTo>
                  <a:lnTo>
                    <a:pt x="848836" y="1014504"/>
                  </a:lnTo>
                  <a:cubicBezTo>
                    <a:pt x="848836" y="1014504"/>
                    <a:pt x="849374" y="1016119"/>
                    <a:pt x="849274" y="1016994"/>
                  </a:cubicBezTo>
                  <a:cubicBezTo>
                    <a:pt x="849172" y="1017868"/>
                    <a:pt x="849274" y="1018608"/>
                    <a:pt x="849274" y="1018608"/>
                  </a:cubicBezTo>
                  <a:lnTo>
                    <a:pt x="850889" y="1019483"/>
                  </a:lnTo>
                  <a:lnTo>
                    <a:pt x="851764" y="1019920"/>
                  </a:lnTo>
                  <a:cubicBezTo>
                    <a:pt x="851764" y="1019920"/>
                    <a:pt x="854490" y="1020358"/>
                    <a:pt x="854793" y="1020458"/>
                  </a:cubicBezTo>
                  <a:cubicBezTo>
                    <a:pt x="855129" y="1020559"/>
                    <a:pt x="856644" y="1019819"/>
                    <a:pt x="856644" y="1019819"/>
                  </a:cubicBezTo>
                  <a:cubicBezTo>
                    <a:pt x="856644" y="1019819"/>
                    <a:pt x="857182" y="1022006"/>
                    <a:pt x="857317" y="1022409"/>
                  </a:cubicBezTo>
                  <a:cubicBezTo>
                    <a:pt x="857418" y="1022847"/>
                    <a:pt x="859067" y="1023284"/>
                    <a:pt x="859067" y="1023284"/>
                  </a:cubicBezTo>
                  <a:cubicBezTo>
                    <a:pt x="859067" y="1023284"/>
                    <a:pt x="859303" y="1023385"/>
                    <a:pt x="860144" y="1023385"/>
                  </a:cubicBezTo>
                  <a:cubicBezTo>
                    <a:pt x="861019" y="1023385"/>
                    <a:pt x="861995" y="1023183"/>
                    <a:pt x="862331" y="1023284"/>
                  </a:cubicBezTo>
                  <a:cubicBezTo>
                    <a:pt x="862668" y="1023385"/>
                    <a:pt x="863745" y="1024899"/>
                    <a:pt x="863846" y="1025336"/>
                  </a:cubicBezTo>
                  <a:cubicBezTo>
                    <a:pt x="863947" y="1025773"/>
                    <a:pt x="864620" y="1026951"/>
                    <a:pt x="864620" y="1027287"/>
                  </a:cubicBezTo>
                  <a:cubicBezTo>
                    <a:pt x="864620" y="1027624"/>
                    <a:pt x="865798" y="1028902"/>
                    <a:pt x="865798" y="1029676"/>
                  </a:cubicBezTo>
                  <a:cubicBezTo>
                    <a:pt x="865798" y="1030449"/>
                    <a:pt x="866235" y="1031627"/>
                    <a:pt x="866000" y="1033040"/>
                  </a:cubicBezTo>
                  <a:cubicBezTo>
                    <a:pt x="865798" y="1034453"/>
                    <a:pt x="865024" y="1036303"/>
                    <a:pt x="864788" y="1036639"/>
                  </a:cubicBezTo>
                  <a:cubicBezTo>
                    <a:pt x="864586" y="1036976"/>
                    <a:pt x="864586" y="1038489"/>
                    <a:pt x="863711" y="1039027"/>
                  </a:cubicBezTo>
                  <a:cubicBezTo>
                    <a:pt x="862836" y="1039566"/>
                    <a:pt x="861322" y="1042055"/>
                    <a:pt x="860985" y="1042627"/>
                  </a:cubicBezTo>
                  <a:cubicBezTo>
                    <a:pt x="860649" y="1043165"/>
                    <a:pt x="859908" y="1045116"/>
                    <a:pt x="859908" y="1045116"/>
                  </a:cubicBezTo>
                  <a:lnTo>
                    <a:pt x="860548" y="1047505"/>
                  </a:lnTo>
                  <a:lnTo>
                    <a:pt x="862634" y="1049994"/>
                  </a:lnTo>
                  <a:lnTo>
                    <a:pt x="864149" y="1051407"/>
                  </a:lnTo>
                  <a:cubicBezTo>
                    <a:pt x="864149" y="1051407"/>
                    <a:pt x="864384" y="1053257"/>
                    <a:pt x="864384" y="1053795"/>
                  </a:cubicBezTo>
                  <a:cubicBezTo>
                    <a:pt x="864384" y="1054334"/>
                    <a:pt x="864283" y="1055982"/>
                    <a:pt x="864283" y="1055982"/>
                  </a:cubicBezTo>
                  <a:lnTo>
                    <a:pt x="864216" y="1057832"/>
                  </a:lnTo>
                  <a:lnTo>
                    <a:pt x="864485" y="1060557"/>
                  </a:lnTo>
                  <a:lnTo>
                    <a:pt x="864485" y="1061431"/>
                  </a:lnTo>
                  <a:lnTo>
                    <a:pt x="864586" y="1063719"/>
                  </a:lnTo>
                  <a:lnTo>
                    <a:pt x="864149" y="1064930"/>
                  </a:lnTo>
                  <a:lnTo>
                    <a:pt x="864048" y="1066444"/>
                  </a:lnTo>
                  <a:lnTo>
                    <a:pt x="864384" y="1067756"/>
                  </a:lnTo>
                  <a:lnTo>
                    <a:pt x="868827" y="1068395"/>
                  </a:lnTo>
                  <a:cubicBezTo>
                    <a:pt x="868827" y="1068395"/>
                    <a:pt x="871654" y="1070245"/>
                    <a:pt x="872091" y="1070245"/>
                  </a:cubicBezTo>
                  <a:cubicBezTo>
                    <a:pt x="872529" y="1070245"/>
                    <a:pt x="877745" y="1069606"/>
                    <a:pt x="877745" y="1069606"/>
                  </a:cubicBezTo>
                  <a:lnTo>
                    <a:pt x="879394" y="1069068"/>
                  </a:lnTo>
                  <a:cubicBezTo>
                    <a:pt x="879394" y="1069068"/>
                    <a:pt x="881582" y="1070582"/>
                    <a:pt x="881885" y="1070682"/>
                  </a:cubicBezTo>
                  <a:cubicBezTo>
                    <a:pt x="882221" y="1070783"/>
                    <a:pt x="883399" y="1071321"/>
                    <a:pt x="884173" y="1071019"/>
                  </a:cubicBezTo>
                  <a:cubicBezTo>
                    <a:pt x="884947" y="1070682"/>
                    <a:pt x="885587" y="1070480"/>
                    <a:pt x="886260" y="1069707"/>
                  </a:cubicBezTo>
                  <a:cubicBezTo>
                    <a:pt x="886899" y="1068933"/>
                    <a:pt x="888548" y="1068059"/>
                    <a:pt x="888548" y="1068059"/>
                  </a:cubicBezTo>
                  <a:cubicBezTo>
                    <a:pt x="888548" y="1068059"/>
                    <a:pt x="889962" y="1066208"/>
                    <a:pt x="890298" y="1065771"/>
                  </a:cubicBezTo>
                  <a:cubicBezTo>
                    <a:pt x="890635" y="1065334"/>
                    <a:pt x="890938" y="1064257"/>
                    <a:pt x="890938" y="1064257"/>
                  </a:cubicBezTo>
                  <a:lnTo>
                    <a:pt x="892452" y="1063046"/>
                  </a:lnTo>
                  <a:cubicBezTo>
                    <a:pt x="892452" y="1063046"/>
                    <a:pt x="894640" y="1062844"/>
                    <a:pt x="895178" y="1063046"/>
                  </a:cubicBezTo>
                  <a:cubicBezTo>
                    <a:pt x="895717" y="1063248"/>
                    <a:pt x="896592" y="1063685"/>
                    <a:pt x="896592" y="1063685"/>
                  </a:cubicBezTo>
                  <a:cubicBezTo>
                    <a:pt x="896592" y="1063685"/>
                    <a:pt x="897130" y="1064661"/>
                    <a:pt x="897366" y="1065435"/>
                  </a:cubicBezTo>
                  <a:cubicBezTo>
                    <a:pt x="897601" y="1066208"/>
                    <a:pt x="897702" y="1067621"/>
                    <a:pt x="897601" y="1068462"/>
                  </a:cubicBezTo>
                  <a:cubicBezTo>
                    <a:pt x="897500" y="1069337"/>
                    <a:pt x="897164" y="1070951"/>
                    <a:pt x="897164" y="1070951"/>
                  </a:cubicBezTo>
                  <a:cubicBezTo>
                    <a:pt x="897164" y="1070951"/>
                    <a:pt x="896726" y="1071725"/>
                    <a:pt x="896625" y="1072028"/>
                  </a:cubicBezTo>
                  <a:cubicBezTo>
                    <a:pt x="896524" y="1072364"/>
                    <a:pt x="896861" y="1073878"/>
                    <a:pt x="896861" y="1073878"/>
                  </a:cubicBezTo>
                  <a:lnTo>
                    <a:pt x="898174" y="1075392"/>
                  </a:lnTo>
                  <a:cubicBezTo>
                    <a:pt x="898174" y="1075392"/>
                    <a:pt x="898914" y="1077007"/>
                    <a:pt x="898914" y="1077444"/>
                  </a:cubicBezTo>
                  <a:cubicBezTo>
                    <a:pt x="898914" y="1077881"/>
                    <a:pt x="898712" y="1078218"/>
                    <a:pt x="898712" y="1078621"/>
                  </a:cubicBezTo>
                  <a:cubicBezTo>
                    <a:pt x="898712" y="1079025"/>
                    <a:pt x="897938" y="1078621"/>
                    <a:pt x="898712" y="1079059"/>
                  </a:cubicBezTo>
                  <a:cubicBezTo>
                    <a:pt x="899486" y="1079496"/>
                    <a:pt x="899352" y="1080270"/>
                    <a:pt x="900664" y="1079933"/>
                  </a:cubicBezTo>
                  <a:cubicBezTo>
                    <a:pt x="901976" y="1079597"/>
                    <a:pt x="903727" y="1078722"/>
                    <a:pt x="903727" y="1078419"/>
                  </a:cubicBezTo>
                  <a:cubicBezTo>
                    <a:pt x="903727" y="1078083"/>
                    <a:pt x="904703" y="1077007"/>
                    <a:pt x="904703" y="1077007"/>
                  </a:cubicBezTo>
                  <a:cubicBezTo>
                    <a:pt x="904703" y="1077007"/>
                    <a:pt x="905578" y="1076670"/>
                    <a:pt x="906217" y="1077007"/>
                  </a:cubicBezTo>
                  <a:cubicBezTo>
                    <a:pt x="906856" y="1077343"/>
                    <a:pt x="908607" y="1079059"/>
                    <a:pt x="908607" y="1079059"/>
                  </a:cubicBezTo>
                  <a:lnTo>
                    <a:pt x="913924" y="1080135"/>
                  </a:lnTo>
                  <a:lnTo>
                    <a:pt x="917289" y="1081649"/>
                  </a:lnTo>
                  <a:lnTo>
                    <a:pt x="919881" y="1082086"/>
                  </a:lnTo>
                  <a:cubicBezTo>
                    <a:pt x="919881" y="1082086"/>
                    <a:pt x="921193" y="1081985"/>
                    <a:pt x="921631" y="1081985"/>
                  </a:cubicBezTo>
                  <a:cubicBezTo>
                    <a:pt x="922068" y="1081985"/>
                    <a:pt x="927621" y="1081783"/>
                    <a:pt x="928261" y="1081783"/>
                  </a:cubicBezTo>
                  <a:cubicBezTo>
                    <a:pt x="928900" y="1081783"/>
                    <a:pt x="931525" y="1081447"/>
                    <a:pt x="931963" y="1081447"/>
                  </a:cubicBezTo>
                  <a:cubicBezTo>
                    <a:pt x="932400" y="1081447"/>
                    <a:pt x="934016" y="1081346"/>
                    <a:pt x="934453" y="1081346"/>
                  </a:cubicBezTo>
                  <a:cubicBezTo>
                    <a:pt x="934891" y="1081346"/>
                    <a:pt x="936742" y="1081346"/>
                    <a:pt x="936742" y="1081346"/>
                  </a:cubicBezTo>
                  <a:lnTo>
                    <a:pt x="940208" y="1081346"/>
                  </a:lnTo>
                  <a:lnTo>
                    <a:pt x="942261" y="1083196"/>
                  </a:lnTo>
                  <a:lnTo>
                    <a:pt x="944550" y="1083970"/>
                  </a:lnTo>
                  <a:cubicBezTo>
                    <a:pt x="944550" y="1083970"/>
                    <a:pt x="946401" y="1084609"/>
                    <a:pt x="946737" y="1084744"/>
                  </a:cubicBezTo>
                  <a:cubicBezTo>
                    <a:pt x="947074" y="1084845"/>
                    <a:pt x="949127" y="1086257"/>
                    <a:pt x="949127" y="1086257"/>
                  </a:cubicBezTo>
                  <a:cubicBezTo>
                    <a:pt x="949127" y="1086257"/>
                    <a:pt x="950776" y="1087334"/>
                    <a:pt x="950978" y="1087771"/>
                  </a:cubicBezTo>
                  <a:cubicBezTo>
                    <a:pt x="951179" y="1088209"/>
                    <a:pt x="953165" y="1090059"/>
                    <a:pt x="953266" y="1090597"/>
                  </a:cubicBezTo>
                  <a:cubicBezTo>
                    <a:pt x="953367" y="1091135"/>
                    <a:pt x="953905" y="1091774"/>
                    <a:pt x="953905" y="1092212"/>
                  </a:cubicBezTo>
                  <a:cubicBezTo>
                    <a:pt x="953905" y="1092649"/>
                    <a:pt x="954444" y="1093423"/>
                    <a:pt x="954545" y="1095037"/>
                  </a:cubicBezTo>
                  <a:cubicBezTo>
                    <a:pt x="954646" y="1096652"/>
                    <a:pt x="955958" y="1099478"/>
                    <a:pt x="956194" y="1100252"/>
                  </a:cubicBezTo>
                  <a:cubicBezTo>
                    <a:pt x="956430" y="1101025"/>
                    <a:pt x="958045" y="1104827"/>
                    <a:pt x="958045" y="1105466"/>
                  </a:cubicBezTo>
                  <a:cubicBezTo>
                    <a:pt x="958045" y="1106105"/>
                    <a:pt x="959694" y="1109166"/>
                    <a:pt x="960233" y="1110243"/>
                  </a:cubicBezTo>
                  <a:cubicBezTo>
                    <a:pt x="960771" y="1111319"/>
                    <a:pt x="961882" y="1114582"/>
                    <a:pt x="962084" y="1115019"/>
                  </a:cubicBezTo>
                  <a:cubicBezTo>
                    <a:pt x="962285" y="1115457"/>
                    <a:pt x="963396" y="1118821"/>
                    <a:pt x="963396" y="1118821"/>
                  </a:cubicBezTo>
                  <a:cubicBezTo>
                    <a:pt x="963396" y="1118821"/>
                    <a:pt x="964271" y="1119897"/>
                    <a:pt x="965045" y="1120435"/>
                  </a:cubicBezTo>
                  <a:cubicBezTo>
                    <a:pt x="965819" y="1120974"/>
                    <a:pt x="967771" y="1121512"/>
                    <a:pt x="968310" y="1121747"/>
                  </a:cubicBezTo>
                  <a:cubicBezTo>
                    <a:pt x="968848" y="1121949"/>
                    <a:pt x="970262" y="1123059"/>
                    <a:pt x="971238" y="1123261"/>
                  </a:cubicBezTo>
                  <a:cubicBezTo>
                    <a:pt x="972214" y="1123463"/>
                    <a:pt x="974940" y="1123900"/>
                    <a:pt x="976017" y="1123799"/>
                  </a:cubicBezTo>
                  <a:cubicBezTo>
                    <a:pt x="977094" y="1123698"/>
                    <a:pt x="979483" y="1123598"/>
                    <a:pt x="979483" y="1123598"/>
                  </a:cubicBezTo>
                  <a:cubicBezTo>
                    <a:pt x="979483" y="1123598"/>
                    <a:pt x="980997" y="1122958"/>
                    <a:pt x="981772" y="1124472"/>
                  </a:cubicBezTo>
                  <a:cubicBezTo>
                    <a:pt x="982546" y="1125986"/>
                    <a:pt x="983824" y="1128072"/>
                    <a:pt x="983185" y="1128711"/>
                  </a:cubicBezTo>
                  <a:cubicBezTo>
                    <a:pt x="982512" y="1129350"/>
                    <a:pt x="981973" y="1130897"/>
                    <a:pt x="980997" y="1131335"/>
                  </a:cubicBezTo>
                  <a:cubicBezTo>
                    <a:pt x="980021" y="1131772"/>
                    <a:pt x="979786" y="1133017"/>
                    <a:pt x="977632" y="1133353"/>
                  </a:cubicBezTo>
                  <a:cubicBezTo>
                    <a:pt x="975478" y="1133723"/>
                    <a:pt x="973728" y="1134799"/>
                    <a:pt x="973055" y="1135338"/>
                  </a:cubicBezTo>
                  <a:cubicBezTo>
                    <a:pt x="972416" y="1135876"/>
                    <a:pt x="970766" y="1140451"/>
                    <a:pt x="970766" y="1140451"/>
                  </a:cubicBezTo>
                  <a:cubicBezTo>
                    <a:pt x="970766" y="1140451"/>
                    <a:pt x="972079" y="1143277"/>
                    <a:pt x="972079" y="1143916"/>
                  </a:cubicBezTo>
                  <a:cubicBezTo>
                    <a:pt x="972079" y="1144555"/>
                    <a:pt x="972315" y="1149029"/>
                    <a:pt x="972315" y="1149029"/>
                  </a:cubicBezTo>
                  <a:lnTo>
                    <a:pt x="972214" y="1152830"/>
                  </a:lnTo>
                  <a:lnTo>
                    <a:pt x="970026" y="1154681"/>
                  </a:lnTo>
                  <a:lnTo>
                    <a:pt x="971238" y="1157069"/>
                  </a:lnTo>
                  <a:lnTo>
                    <a:pt x="973526" y="1157607"/>
                  </a:lnTo>
                  <a:cubicBezTo>
                    <a:pt x="973526" y="1157607"/>
                    <a:pt x="975579" y="1159020"/>
                    <a:pt x="975579" y="1160097"/>
                  </a:cubicBezTo>
                  <a:cubicBezTo>
                    <a:pt x="975579" y="1161173"/>
                    <a:pt x="975377" y="1163696"/>
                    <a:pt x="975142" y="1164974"/>
                  </a:cubicBezTo>
                  <a:cubicBezTo>
                    <a:pt x="974940" y="1166286"/>
                    <a:pt x="974940" y="1167699"/>
                    <a:pt x="973526" y="1168002"/>
                  </a:cubicBezTo>
                  <a:cubicBezTo>
                    <a:pt x="972113" y="1168338"/>
                    <a:pt x="971675" y="1168540"/>
                    <a:pt x="969925" y="1168977"/>
                  </a:cubicBezTo>
                  <a:cubicBezTo>
                    <a:pt x="968175" y="1169415"/>
                    <a:pt x="970127" y="1170054"/>
                    <a:pt x="966661" y="1170727"/>
                  </a:cubicBezTo>
                  <a:cubicBezTo>
                    <a:pt x="963194" y="1171366"/>
                    <a:pt x="962959" y="1171938"/>
                    <a:pt x="962420" y="1171938"/>
                  </a:cubicBezTo>
                  <a:cubicBezTo>
                    <a:pt x="961882" y="1171938"/>
                    <a:pt x="961646" y="1174124"/>
                    <a:pt x="961646" y="1174124"/>
                  </a:cubicBezTo>
                  <a:cubicBezTo>
                    <a:pt x="961646" y="1174124"/>
                    <a:pt x="961983" y="1175974"/>
                    <a:pt x="961983" y="1176412"/>
                  </a:cubicBezTo>
                  <a:cubicBezTo>
                    <a:pt x="961983" y="1176849"/>
                    <a:pt x="962084" y="1176849"/>
                    <a:pt x="962420" y="1177925"/>
                  </a:cubicBezTo>
                  <a:cubicBezTo>
                    <a:pt x="962757" y="1179002"/>
                    <a:pt x="964911" y="1181289"/>
                    <a:pt x="964911" y="1181289"/>
                  </a:cubicBezTo>
                  <a:cubicBezTo>
                    <a:pt x="964911" y="1181289"/>
                    <a:pt x="968175" y="1184115"/>
                    <a:pt x="968613" y="1184553"/>
                  </a:cubicBezTo>
                  <a:cubicBezTo>
                    <a:pt x="969050" y="1184990"/>
                    <a:pt x="971103" y="1186167"/>
                    <a:pt x="971103" y="1186167"/>
                  </a:cubicBezTo>
                  <a:cubicBezTo>
                    <a:pt x="971103" y="1186167"/>
                    <a:pt x="972853" y="1187580"/>
                    <a:pt x="973156" y="1187816"/>
                  </a:cubicBezTo>
                  <a:cubicBezTo>
                    <a:pt x="973492" y="1188017"/>
                    <a:pt x="977194" y="1189767"/>
                    <a:pt x="977598" y="1189868"/>
                  </a:cubicBezTo>
                  <a:cubicBezTo>
                    <a:pt x="978036" y="1189969"/>
                    <a:pt x="979550" y="1190742"/>
                    <a:pt x="979887" y="1190843"/>
                  </a:cubicBezTo>
                  <a:cubicBezTo>
                    <a:pt x="980223" y="1190944"/>
                    <a:pt x="983690" y="1192794"/>
                    <a:pt x="984127" y="1193131"/>
                  </a:cubicBezTo>
                  <a:cubicBezTo>
                    <a:pt x="984565" y="1193467"/>
                    <a:pt x="987930" y="1194207"/>
                    <a:pt x="988368" y="1194543"/>
                  </a:cubicBezTo>
                  <a:cubicBezTo>
                    <a:pt x="988805" y="1194880"/>
                    <a:pt x="990656" y="1195519"/>
                    <a:pt x="991834" y="1195956"/>
                  </a:cubicBezTo>
                  <a:cubicBezTo>
                    <a:pt x="993046" y="1196394"/>
                    <a:pt x="994863" y="1197033"/>
                    <a:pt x="995200" y="1197807"/>
                  </a:cubicBezTo>
                  <a:cubicBezTo>
                    <a:pt x="995536" y="1198580"/>
                    <a:pt x="997488" y="1200094"/>
                    <a:pt x="997488" y="1200094"/>
                  </a:cubicBezTo>
                  <a:cubicBezTo>
                    <a:pt x="997488" y="1200094"/>
                    <a:pt x="999003" y="1201070"/>
                    <a:pt x="999440" y="1202045"/>
                  </a:cubicBezTo>
                  <a:cubicBezTo>
                    <a:pt x="999878" y="1203021"/>
                    <a:pt x="1001628" y="1204535"/>
                    <a:pt x="1001628" y="1204535"/>
                  </a:cubicBezTo>
                  <a:lnTo>
                    <a:pt x="1005532" y="1206385"/>
                  </a:lnTo>
                  <a:cubicBezTo>
                    <a:pt x="1005532" y="1206385"/>
                    <a:pt x="1008157" y="1206284"/>
                    <a:pt x="1008460" y="1206385"/>
                  </a:cubicBezTo>
                  <a:cubicBezTo>
                    <a:pt x="1008796" y="1206486"/>
                    <a:pt x="1008897" y="1204972"/>
                    <a:pt x="1011388" y="1205510"/>
                  </a:cubicBezTo>
                  <a:cubicBezTo>
                    <a:pt x="1013878" y="1206048"/>
                    <a:pt x="1015628" y="1207158"/>
                    <a:pt x="1016166" y="1207461"/>
                  </a:cubicBezTo>
                  <a:cubicBezTo>
                    <a:pt x="1016705" y="1207798"/>
                    <a:pt x="1017479" y="1208672"/>
                    <a:pt x="1018892" y="1209210"/>
                  </a:cubicBezTo>
                  <a:cubicBezTo>
                    <a:pt x="1020306" y="1209749"/>
                    <a:pt x="1019532" y="1210522"/>
                    <a:pt x="1023671" y="1210825"/>
                  </a:cubicBezTo>
                  <a:cubicBezTo>
                    <a:pt x="1027811" y="1211161"/>
                    <a:pt x="1030200" y="1211061"/>
                    <a:pt x="1030638" y="1210825"/>
                  </a:cubicBezTo>
                  <a:cubicBezTo>
                    <a:pt x="1031075" y="1210623"/>
                    <a:pt x="1032052" y="1208773"/>
                    <a:pt x="1032052" y="1208773"/>
                  </a:cubicBezTo>
                  <a:cubicBezTo>
                    <a:pt x="1032052" y="1208773"/>
                    <a:pt x="1034239" y="1208672"/>
                    <a:pt x="1034542" y="1208571"/>
                  </a:cubicBezTo>
                  <a:cubicBezTo>
                    <a:pt x="1034878" y="1208470"/>
                    <a:pt x="1036595" y="1208773"/>
                    <a:pt x="1038244" y="1209648"/>
                  </a:cubicBezTo>
                  <a:cubicBezTo>
                    <a:pt x="1039859" y="1210522"/>
                    <a:pt x="1039994" y="1211599"/>
                    <a:pt x="1041407" y="1211700"/>
                  </a:cubicBezTo>
                  <a:cubicBezTo>
                    <a:pt x="1042821" y="1211801"/>
                    <a:pt x="1043595" y="1212473"/>
                    <a:pt x="1044672" y="1211700"/>
                  </a:cubicBezTo>
                  <a:cubicBezTo>
                    <a:pt x="1045749" y="1210926"/>
                    <a:pt x="1046759" y="1209749"/>
                    <a:pt x="1046960" y="1208874"/>
                  </a:cubicBezTo>
                  <a:cubicBezTo>
                    <a:pt x="1047162" y="1207999"/>
                    <a:pt x="1047061" y="1208235"/>
                    <a:pt x="1047600" y="1207259"/>
                  </a:cubicBezTo>
                  <a:cubicBezTo>
                    <a:pt x="1048138" y="1206284"/>
                    <a:pt x="1047162" y="1205308"/>
                    <a:pt x="1049114" y="1206183"/>
                  </a:cubicBezTo>
                  <a:cubicBezTo>
                    <a:pt x="1051066" y="1207058"/>
                    <a:pt x="1055408" y="1209749"/>
                    <a:pt x="1055408" y="1209749"/>
                  </a:cubicBezTo>
                  <a:lnTo>
                    <a:pt x="1059446" y="1208235"/>
                  </a:lnTo>
                  <a:lnTo>
                    <a:pt x="1062509" y="1203559"/>
                  </a:lnTo>
                  <a:lnTo>
                    <a:pt x="1065437" y="1200531"/>
                  </a:lnTo>
                  <a:lnTo>
                    <a:pt x="1067187" y="1197941"/>
                  </a:lnTo>
                  <a:lnTo>
                    <a:pt x="1069677" y="1196192"/>
                  </a:lnTo>
                  <a:lnTo>
                    <a:pt x="1070216" y="1194342"/>
                  </a:lnTo>
                  <a:lnTo>
                    <a:pt x="1068028" y="1191751"/>
                  </a:lnTo>
                  <a:lnTo>
                    <a:pt x="1068028" y="1188287"/>
                  </a:lnTo>
                  <a:lnTo>
                    <a:pt x="1068028" y="1184822"/>
                  </a:lnTo>
                  <a:lnTo>
                    <a:pt x="1068028" y="1180247"/>
                  </a:lnTo>
                  <a:lnTo>
                    <a:pt x="1070653" y="1176984"/>
                  </a:lnTo>
                  <a:lnTo>
                    <a:pt x="1076072" y="1176984"/>
                  </a:lnTo>
                  <a:lnTo>
                    <a:pt x="1079538" y="1177858"/>
                  </a:lnTo>
                  <a:lnTo>
                    <a:pt x="1081288" y="1180886"/>
                  </a:lnTo>
                  <a:lnTo>
                    <a:pt x="1088019" y="1178497"/>
                  </a:lnTo>
                  <a:lnTo>
                    <a:pt x="1094750" y="1182837"/>
                  </a:lnTo>
                  <a:lnTo>
                    <a:pt x="1099966" y="1180650"/>
                  </a:lnTo>
                  <a:lnTo>
                    <a:pt x="1105385" y="1176311"/>
                  </a:lnTo>
                  <a:lnTo>
                    <a:pt x="1112351" y="1175234"/>
                  </a:lnTo>
                  <a:lnTo>
                    <a:pt x="1119318" y="1170458"/>
                  </a:lnTo>
                  <a:lnTo>
                    <a:pt x="1119755" y="1169045"/>
                  </a:lnTo>
                  <a:cubicBezTo>
                    <a:pt x="1119755" y="1169045"/>
                    <a:pt x="1120529" y="1166017"/>
                    <a:pt x="1120529" y="1165580"/>
                  </a:cubicBezTo>
                  <a:cubicBezTo>
                    <a:pt x="1120529" y="1165142"/>
                    <a:pt x="1120967" y="1163965"/>
                    <a:pt x="1120967" y="1163965"/>
                  </a:cubicBezTo>
                  <a:lnTo>
                    <a:pt x="1120327" y="1157876"/>
                  </a:lnTo>
                  <a:cubicBezTo>
                    <a:pt x="1120327" y="1157876"/>
                    <a:pt x="1120327" y="1155488"/>
                    <a:pt x="1120428" y="1154277"/>
                  </a:cubicBezTo>
                  <a:cubicBezTo>
                    <a:pt x="1120529" y="1153066"/>
                    <a:pt x="1120630" y="1151989"/>
                    <a:pt x="1120866" y="1151350"/>
                  </a:cubicBezTo>
                  <a:cubicBezTo>
                    <a:pt x="1121101" y="1150711"/>
                    <a:pt x="1121741" y="1150711"/>
                    <a:pt x="1122078" y="1150274"/>
                  </a:cubicBezTo>
                  <a:cubicBezTo>
                    <a:pt x="1122414" y="1149836"/>
                    <a:pt x="1124130" y="1149298"/>
                    <a:pt x="1124804" y="1148861"/>
                  </a:cubicBezTo>
                  <a:cubicBezTo>
                    <a:pt x="1125443" y="1148423"/>
                    <a:pt x="1126655" y="1148861"/>
                    <a:pt x="1126991" y="1148861"/>
                  </a:cubicBezTo>
                  <a:cubicBezTo>
                    <a:pt x="1127328" y="1148861"/>
                    <a:pt x="1129044" y="1149500"/>
                    <a:pt x="1129044" y="1149500"/>
                  </a:cubicBezTo>
                  <a:cubicBezTo>
                    <a:pt x="1129044" y="1149500"/>
                    <a:pt x="1131333" y="1149264"/>
                    <a:pt x="1131871" y="1148962"/>
                  </a:cubicBezTo>
                  <a:cubicBezTo>
                    <a:pt x="1132410" y="1148626"/>
                    <a:pt x="1132410" y="1147011"/>
                    <a:pt x="1132410" y="1147011"/>
                  </a:cubicBezTo>
                  <a:cubicBezTo>
                    <a:pt x="1132410" y="1147011"/>
                    <a:pt x="1131097" y="1143849"/>
                    <a:pt x="1130659" y="1143983"/>
                  </a:cubicBezTo>
                  <a:cubicBezTo>
                    <a:pt x="1130222" y="1144084"/>
                    <a:pt x="1127496" y="1143209"/>
                    <a:pt x="1126856" y="1143109"/>
                  </a:cubicBezTo>
                  <a:cubicBezTo>
                    <a:pt x="1126217" y="1143008"/>
                    <a:pt x="1125544" y="1143109"/>
                    <a:pt x="1125544" y="1143109"/>
                  </a:cubicBezTo>
                  <a:lnTo>
                    <a:pt x="1122818" y="1143983"/>
                  </a:lnTo>
                  <a:lnTo>
                    <a:pt x="1121303" y="1143983"/>
                  </a:lnTo>
                  <a:lnTo>
                    <a:pt x="1120664" y="1142739"/>
                  </a:lnTo>
                  <a:lnTo>
                    <a:pt x="1117938" y="1141595"/>
                  </a:lnTo>
                  <a:lnTo>
                    <a:pt x="1114572" y="1139408"/>
                  </a:lnTo>
                  <a:cubicBezTo>
                    <a:pt x="1114572" y="1139408"/>
                    <a:pt x="1112082" y="1139509"/>
                    <a:pt x="1110669" y="1139408"/>
                  </a:cubicBezTo>
                  <a:cubicBezTo>
                    <a:pt x="1109255" y="1139307"/>
                    <a:pt x="1108818" y="1138971"/>
                    <a:pt x="1108481" y="1138870"/>
                  </a:cubicBezTo>
                  <a:cubicBezTo>
                    <a:pt x="1108145" y="1138769"/>
                    <a:pt x="1105217" y="1137659"/>
                    <a:pt x="1104140" y="1136919"/>
                  </a:cubicBezTo>
                  <a:cubicBezTo>
                    <a:pt x="1103063" y="1136145"/>
                    <a:pt x="1103500" y="1135170"/>
                    <a:pt x="1103366" y="1134329"/>
                  </a:cubicBezTo>
                  <a:cubicBezTo>
                    <a:pt x="1103231" y="1133454"/>
                    <a:pt x="1103500" y="1131503"/>
                    <a:pt x="1103399" y="1130965"/>
                  </a:cubicBezTo>
                  <a:cubicBezTo>
                    <a:pt x="1103298" y="1130426"/>
                    <a:pt x="1103635" y="1129014"/>
                    <a:pt x="1103938" y="1128240"/>
                  </a:cubicBezTo>
                  <a:cubicBezTo>
                    <a:pt x="1104274" y="1127500"/>
                    <a:pt x="1105991" y="1127500"/>
                    <a:pt x="1106327" y="1127163"/>
                  </a:cubicBezTo>
                  <a:cubicBezTo>
                    <a:pt x="1106664" y="1126827"/>
                    <a:pt x="1111106" y="1125414"/>
                    <a:pt x="1111880" y="1124876"/>
                  </a:cubicBezTo>
                  <a:cubicBezTo>
                    <a:pt x="1112654" y="1124338"/>
                    <a:pt x="1115044" y="1124001"/>
                    <a:pt x="1115044" y="1124001"/>
                  </a:cubicBezTo>
                  <a:lnTo>
                    <a:pt x="1115044" y="1119325"/>
                  </a:lnTo>
                  <a:lnTo>
                    <a:pt x="1116020" y="1115188"/>
                  </a:lnTo>
                  <a:cubicBezTo>
                    <a:pt x="1116020" y="1115188"/>
                    <a:pt x="1116895" y="1111824"/>
                    <a:pt x="1116996" y="1111487"/>
                  </a:cubicBezTo>
                  <a:cubicBezTo>
                    <a:pt x="1117097" y="1111151"/>
                    <a:pt x="1118174" y="1108863"/>
                    <a:pt x="1118174" y="1108224"/>
                  </a:cubicBezTo>
                  <a:cubicBezTo>
                    <a:pt x="1118174" y="1107585"/>
                    <a:pt x="1119688" y="1106374"/>
                    <a:pt x="1119688" y="1106374"/>
                  </a:cubicBezTo>
                  <a:cubicBezTo>
                    <a:pt x="1119688" y="1106374"/>
                    <a:pt x="1123053" y="1104860"/>
                    <a:pt x="1124366" y="1104524"/>
                  </a:cubicBezTo>
                  <a:cubicBezTo>
                    <a:pt x="1125679" y="1104187"/>
                    <a:pt x="1127395" y="1103212"/>
                    <a:pt x="1127530" y="1102909"/>
                  </a:cubicBezTo>
                  <a:cubicBezTo>
                    <a:pt x="1127630" y="1102573"/>
                    <a:pt x="1129179" y="1100958"/>
                    <a:pt x="1129481" y="1100857"/>
                  </a:cubicBezTo>
                  <a:cubicBezTo>
                    <a:pt x="1129818" y="1100756"/>
                    <a:pt x="1131770" y="1098368"/>
                    <a:pt x="1131770" y="1098368"/>
                  </a:cubicBezTo>
                  <a:lnTo>
                    <a:pt x="1133284" y="1097056"/>
                  </a:lnTo>
                  <a:lnTo>
                    <a:pt x="1137188" y="1097291"/>
                  </a:lnTo>
                  <a:cubicBezTo>
                    <a:pt x="1137188" y="1097291"/>
                    <a:pt x="1138703" y="1099781"/>
                    <a:pt x="1139039" y="1099781"/>
                  </a:cubicBezTo>
                  <a:cubicBezTo>
                    <a:pt x="1139376" y="1099781"/>
                    <a:pt x="1141227" y="1101631"/>
                    <a:pt x="1141227" y="1101631"/>
                  </a:cubicBezTo>
                  <a:lnTo>
                    <a:pt x="1143314" y="1104019"/>
                  </a:lnTo>
                  <a:cubicBezTo>
                    <a:pt x="1143314" y="1104019"/>
                    <a:pt x="1147217" y="1106307"/>
                    <a:pt x="1148193" y="1106071"/>
                  </a:cubicBezTo>
                  <a:cubicBezTo>
                    <a:pt x="1149169" y="1105869"/>
                    <a:pt x="1148732" y="1105869"/>
                    <a:pt x="1149169" y="1104995"/>
                  </a:cubicBezTo>
                  <a:cubicBezTo>
                    <a:pt x="1149607" y="1104120"/>
                    <a:pt x="1151761" y="1103346"/>
                    <a:pt x="1151761" y="1103346"/>
                  </a:cubicBezTo>
                  <a:cubicBezTo>
                    <a:pt x="1151761" y="1103346"/>
                    <a:pt x="1153174" y="1103010"/>
                    <a:pt x="1154251" y="1103010"/>
                  </a:cubicBezTo>
                  <a:cubicBezTo>
                    <a:pt x="1155328" y="1103010"/>
                    <a:pt x="1155766" y="1103447"/>
                    <a:pt x="1157179" y="1103649"/>
                  </a:cubicBezTo>
                  <a:cubicBezTo>
                    <a:pt x="1158593" y="1103851"/>
                    <a:pt x="1158929" y="1104524"/>
                    <a:pt x="1159266" y="1104524"/>
                  </a:cubicBezTo>
                  <a:cubicBezTo>
                    <a:pt x="1159569" y="1104524"/>
                    <a:pt x="1161319" y="1104625"/>
                    <a:pt x="1161756" y="1103885"/>
                  </a:cubicBezTo>
                  <a:cubicBezTo>
                    <a:pt x="1162194" y="1103111"/>
                    <a:pt x="1162497" y="1103010"/>
                    <a:pt x="1163372" y="1102034"/>
                  </a:cubicBezTo>
                  <a:cubicBezTo>
                    <a:pt x="1164247" y="1101059"/>
                    <a:pt x="1164247" y="1100622"/>
                    <a:pt x="1165122" y="1099983"/>
                  </a:cubicBezTo>
                  <a:cubicBezTo>
                    <a:pt x="1165997" y="1099343"/>
                    <a:pt x="1165997" y="1099444"/>
                    <a:pt x="1166973" y="1098570"/>
                  </a:cubicBezTo>
                  <a:cubicBezTo>
                    <a:pt x="1167949" y="1097695"/>
                    <a:pt x="1168824" y="1099343"/>
                    <a:pt x="1169160" y="1099545"/>
                  </a:cubicBezTo>
                  <a:cubicBezTo>
                    <a:pt x="1169497" y="1099747"/>
                    <a:pt x="1169699" y="1101597"/>
                    <a:pt x="1169699" y="1102034"/>
                  </a:cubicBezTo>
                  <a:cubicBezTo>
                    <a:pt x="1169699" y="1102472"/>
                    <a:pt x="1169800" y="1102808"/>
                    <a:pt x="1169934" y="1103111"/>
                  </a:cubicBezTo>
                  <a:cubicBezTo>
                    <a:pt x="1170035" y="1103447"/>
                    <a:pt x="1170136" y="1105163"/>
                    <a:pt x="1170136" y="1105600"/>
                  </a:cubicBezTo>
                  <a:cubicBezTo>
                    <a:pt x="1170136" y="1106038"/>
                    <a:pt x="1170574" y="1108090"/>
                    <a:pt x="1170675" y="1108527"/>
                  </a:cubicBezTo>
                  <a:cubicBezTo>
                    <a:pt x="1170776" y="1108964"/>
                    <a:pt x="1171213" y="1109301"/>
                    <a:pt x="1171550" y="1109301"/>
                  </a:cubicBezTo>
                  <a:cubicBezTo>
                    <a:pt x="1171886" y="1109301"/>
                    <a:pt x="1172963" y="1110814"/>
                    <a:pt x="1173603" y="1111689"/>
                  </a:cubicBezTo>
                  <a:cubicBezTo>
                    <a:pt x="1174242" y="1112564"/>
                    <a:pt x="1175656" y="1113001"/>
                    <a:pt x="1176968" y="1113001"/>
                  </a:cubicBezTo>
                  <a:cubicBezTo>
                    <a:pt x="1178281" y="1113001"/>
                    <a:pt x="1179156" y="1112227"/>
                    <a:pt x="1179593" y="1111925"/>
                  </a:cubicBezTo>
                  <a:cubicBezTo>
                    <a:pt x="1180031" y="1111588"/>
                    <a:pt x="1180367" y="1111285"/>
                    <a:pt x="1180367" y="1111285"/>
                  </a:cubicBezTo>
                  <a:cubicBezTo>
                    <a:pt x="1180367" y="1111285"/>
                    <a:pt x="1181882" y="1110209"/>
                    <a:pt x="1181983" y="1109099"/>
                  </a:cubicBezTo>
                  <a:cubicBezTo>
                    <a:pt x="1182084" y="1108022"/>
                    <a:pt x="1183497" y="1106811"/>
                    <a:pt x="1183935" y="1105836"/>
                  </a:cubicBezTo>
                  <a:cubicBezTo>
                    <a:pt x="1184372" y="1104860"/>
                    <a:pt x="1185146" y="1101833"/>
                    <a:pt x="1185146" y="1101496"/>
                  </a:cubicBezTo>
                  <a:cubicBezTo>
                    <a:pt x="1185146" y="1101160"/>
                    <a:pt x="1184507" y="1097157"/>
                    <a:pt x="1184507" y="1097157"/>
                  </a:cubicBezTo>
                  <a:lnTo>
                    <a:pt x="1182218" y="1094869"/>
                  </a:lnTo>
                  <a:cubicBezTo>
                    <a:pt x="1182218" y="1094869"/>
                    <a:pt x="1178853" y="1094970"/>
                    <a:pt x="1177439" y="1095307"/>
                  </a:cubicBezTo>
                  <a:cubicBezTo>
                    <a:pt x="1176026" y="1095643"/>
                    <a:pt x="1174511" y="1094230"/>
                    <a:pt x="1174511" y="1093793"/>
                  </a:cubicBezTo>
                  <a:cubicBezTo>
                    <a:pt x="1174511" y="1093355"/>
                    <a:pt x="1175925" y="1090631"/>
                    <a:pt x="1176564" y="1089554"/>
                  </a:cubicBezTo>
                  <a:cubicBezTo>
                    <a:pt x="1177204" y="1088478"/>
                    <a:pt x="1176901" y="1088141"/>
                    <a:pt x="1176901" y="1088141"/>
                  </a:cubicBezTo>
                  <a:lnTo>
                    <a:pt x="1175050" y="1086829"/>
                  </a:lnTo>
                  <a:lnTo>
                    <a:pt x="1174175" y="1084004"/>
                  </a:lnTo>
                  <a:cubicBezTo>
                    <a:pt x="1174175" y="1084004"/>
                    <a:pt x="1174175" y="1081178"/>
                    <a:pt x="1174175" y="1080741"/>
                  </a:cubicBezTo>
                  <a:cubicBezTo>
                    <a:pt x="1174175" y="1080303"/>
                    <a:pt x="1174915" y="1077377"/>
                    <a:pt x="1174915" y="1076939"/>
                  </a:cubicBezTo>
                  <a:cubicBezTo>
                    <a:pt x="1174915" y="1076502"/>
                    <a:pt x="1174040" y="1074450"/>
                    <a:pt x="1174040" y="1074450"/>
                  </a:cubicBezTo>
                  <a:lnTo>
                    <a:pt x="1172963" y="1073575"/>
                  </a:lnTo>
                  <a:lnTo>
                    <a:pt x="1170910" y="1070750"/>
                  </a:lnTo>
                  <a:cubicBezTo>
                    <a:pt x="1170910" y="1070750"/>
                    <a:pt x="1169295" y="1065973"/>
                    <a:pt x="1168958" y="1064762"/>
                  </a:cubicBezTo>
                  <a:cubicBezTo>
                    <a:pt x="1168622" y="1063551"/>
                    <a:pt x="1168824" y="1059985"/>
                    <a:pt x="1168958" y="1059548"/>
                  </a:cubicBezTo>
                  <a:cubicBezTo>
                    <a:pt x="1169059" y="1059110"/>
                    <a:pt x="1169396" y="1055948"/>
                    <a:pt x="1169396" y="1055511"/>
                  </a:cubicBezTo>
                  <a:cubicBezTo>
                    <a:pt x="1169396" y="1055073"/>
                    <a:pt x="1171886" y="1053459"/>
                    <a:pt x="1171886" y="1053459"/>
                  </a:cubicBezTo>
                  <a:lnTo>
                    <a:pt x="1174175" y="1050835"/>
                  </a:lnTo>
                  <a:lnTo>
                    <a:pt x="1177204" y="1047236"/>
                  </a:lnTo>
                  <a:cubicBezTo>
                    <a:pt x="1177204" y="1047236"/>
                    <a:pt x="1177641" y="1045823"/>
                    <a:pt x="1178617" y="1045284"/>
                  </a:cubicBezTo>
                  <a:cubicBezTo>
                    <a:pt x="1179593" y="1044746"/>
                    <a:pt x="1180468" y="1043872"/>
                    <a:pt x="1180468" y="1043872"/>
                  </a:cubicBezTo>
                  <a:cubicBezTo>
                    <a:pt x="1180468" y="1043872"/>
                    <a:pt x="1183497" y="1043737"/>
                    <a:pt x="1184372" y="1043872"/>
                  </a:cubicBezTo>
                  <a:cubicBezTo>
                    <a:pt x="1185247" y="1043972"/>
                    <a:pt x="1187098" y="1043434"/>
                    <a:pt x="1188276" y="1043098"/>
                  </a:cubicBezTo>
                  <a:cubicBezTo>
                    <a:pt x="1189454" y="1042761"/>
                    <a:pt x="1188916" y="1042021"/>
                    <a:pt x="1188916" y="1040810"/>
                  </a:cubicBezTo>
                  <a:cubicBezTo>
                    <a:pt x="1188916" y="1039633"/>
                    <a:pt x="1187940" y="1038523"/>
                    <a:pt x="1187603" y="1038321"/>
                  </a:cubicBezTo>
                  <a:cubicBezTo>
                    <a:pt x="1187266" y="1038119"/>
                    <a:pt x="1186088" y="1037346"/>
                    <a:pt x="1185752" y="1036908"/>
                  </a:cubicBezTo>
                  <a:cubicBezTo>
                    <a:pt x="1185416" y="1036471"/>
                    <a:pt x="1182824" y="1035294"/>
                    <a:pt x="1182151" y="1035294"/>
                  </a:cubicBezTo>
                  <a:cubicBezTo>
                    <a:pt x="1181511" y="1035294"/>
                    <a:pt x="1179324" y="1034520"/>
                    <a:pt x="1177708" y="1034217"/>
                  </a:cubicBezTo>
                  <a:cubicBezTo>
                    <a:pt x="1176093" y="1033881"/>
                    <a:pt x="1175790" y="1033578"/>
                    <a:pt x="1175790" y="1033578"/>
                  </a:cubicBezTo>
                  <a:lnTo>
                    <a:pt x="1175790" y="1031089"/>
                  </a:lnTo>
                  <a:cubicBezTo>
                    <a:pt x="1175790" y="1031089"/>
                    <a:pt x="1178415" y="1029777"/>
                    <a:pt x="1178718" y="1029440"/>
                  </a:cubicBezTo>
                  <a:cubicBezTo>
                    <a:pt x="1179055" y="1029104"/>
                    <a:pt x="1179795" y="1028566"/>
                    <a:pt x="1180132" y="1028364"/>
                  </a:cubicBezTo>
                  <a:cubicBezTo>
                    <a:pt x="1180468" y="1028162"/>
                    <a:pt x="1182218" y="1027388"/>
                    <a:pt x="1183396" y="1026850"/>
                  </a:cubicBezTo>
                  <a:cubicBezTo>
                    <a:pt x="1184608" y="1026312"/>
                    <a:pt x="1185348" y="1025773"/>
                    <a:pt x="1185348" y="1025773"/>
                  </a:cubicBezTo>
                  <a:lnTo>
                    <a:pt x="1190565" y="1025773"/>
                  </a:lnTo>
                  <a:lnTo>
                    <a:pt x="1193594" y="1025773"/>
                  </a:lnTo>
                  <a:cubicBezTo>
                    <a:pt x="1193594" y="1025773"/>
                    <a:pt x="1195343" y="1024731"/>
                    <a:pt x="1195781" y="1024630"/>
                  </a:cubicBezTo>
                  <a:cubicBezTo>
                    <a:pt x="1196218" y="1024529"/>
                    <a:pt x="1196757" y="1022948"/>
                    <a:pt x="1196757" y="1022510"/>
                  </a:cubicBezTo>
                  <a:cubicBezTo>
                    <a:pt x="1196757" y="1022073"/>
                    <a:pt x="1196959" y="1019483"/>
                    <a:pt x="1196959" y="1019483"/>
                  </a:cubicBezTo>
                  <a:lnTo>
                    <a:pt x="1194031" y="1016994"/>
                  </a:lnTo>
                  <a:lnTo>
                    <a:pt x="1192281" y="1015076"/>
                  </a:lnTo>
                  <a:lnTo>
                    <a:pt x="1190093" y="1013630"/>
                  </a:lnTo>
                  <a:cubicBezTo>
                    <a:pt x="1190093" y="1013630"/>
                    <a:pt x="1186459" y="1009290"/>
                    <a:pt x="1186324" y="1008853"/>
                  </a:cubicBezTo>
                  <a:cubicBezTo>
                    <a:pt x="1186189" y="1008415"/>
                    <a:pt x="1184305" y="1004210"/>
                    <a:pt x="1184305" y="1004210"/>
                  </a:cubicBezTo>
                  <a:cubicBezTo>
                    <a:pt x="1184305" y="1004210"/>
                    <a:pt x="1182117" y="1002629"/>
                    <a:pt x="1181545" y="1002629"/>
                  </a:cubicBezTo>
                  <a:cubicBezTo>
                    <a:pt x="1180973" y="1002629"/>
                    <a:pt x="1177776" y="1000880"/>
                    <a:pt x="1177776" y="1000880"/>
                  </a:cubicBezTo>
                  <a:lnTo>
                    <a:pt x="1174545" y="998828"/>
                  </a:lnTo>
                  <a:cubicBezTo>
                    <a:pt x="1174545" y="998828"/>
                    <a:pt x="1171785" y="997314"/>
                    <a:pt x="1171348" y="997449"/>
                  </a:cubicBezTo>
                  <a:cubicBezTo>
                    <a:pt x="1170910" y="997583"/>
                    <a:pt x="1170910" y="998593"/>
                    <a:pt x="1169329" y="998761"/>
                  </a:cubicBezTo>
                  <a:cubicBezTo>
                    <a:pt x="1167747" y="998895"/>
                    <a:pt x="1167141" y="998761"/>
                    <a:pt x="1167141" y="998761"/>
                  </a:cubicBezTo>
                  <a:lnTo>
                    <a:pt x="1164819" y="996574"/>
                  </a:lnTo>
                  <a:lnTo>
                    <a:pt x="1164078" y="993378"/>
                  </a:lnTo>
                  <a:lnTo>
                    <a:pt x="1164953" y="990486"/>
                  </a:lnTo>
                  <a:lnTo>
                    <a:pt x="1164953" y="987021"/>
                  </a:lnTo>
                  <a:lnTo>
                    <a:pt x="1164953" y="984565"/>
                  </a:lnTo>
                  <a:lnTo>
                    <a:pt x="1165694" y="981369"/>
                  </a:lnTo>
                  <a:cubicBezTo>
                    <a:pt x="1165694" y="981369"/>
                    <a:pt x="1167141" y="979048"/>
                    <a:pt x="1167578" y="978611"/>
                  </a:cubicBezTo>
                  <a:cubicBezTo>
                    <a:pt x="1168016" y="978173"/>
                    <a:pt x="1168319" y="976861"/>
                    <a:pt x="1168319" y="976861"/>
                  </a:cubicBezTo>
                  <a:lnTo>
                    <a:pt x="1169901" y="974406"/>
                  </a:lnTo>
                  <a:lnTo>
                    <a:pt x="1170607" y="973531"/>
                  </a:lnTo>
                  <a:lnTo>
                    <a:pt x="1172055" y="971950"/>
                  </a:lnTo>
                  <a:cubicBezTo>
                    <a:pt x="1172055" y="971950"/>
                    <a:pt x="1173939" y="971244"/>
                    <a:pt x="1174511" y="970504"/>
                  </a:cubicBezTo>
                  <a:cubicBezTo>
                    <a:pt x="1175084" y="969763"/>
                    <a:pt x="1175824" y="970638"/>
                    <a:pt x="1177103" y="970504"/>
                  </a:cubicBezTo>
                  <a:cubicBezTo>
                    <a:pt x="1178415" y="970369"/>
                    <a:pt x="1179559" y="970504"/>
                    <a:pt x="1180300" y="970504"/>
                  </a:cubicBezTo>
                  <a:cubicBezTo>
                    <a:pt x="1181007" y="970504"/>
                    <a:pt x="1182757" y="969763"/>
                    <a:pt x="1182757" y="969763"/>
                  </a:cubicBezTo>
                  <a:lnTo>
                    <a:pt x="1183632" y="968620"/>
                  </a:lnTo>
                  <a:lnTo>
                    <a:pt x="1183766" y="967039"/>
                  </a:lnTo>
                  <a:cubicBezTo>
                    <a:pt x="1183766" y="967039"/>
                    <a:pt x="1184204" y="964852"/>
                    <a:pt x="1184204" y="964280"/>
                  </a:cubicBezTo>
                  <a:cubicBezTo>
                    <a:pt x="1184204" y="963708"/>
                    <a:pt x="1184069" y="962699"/>
                    <a:pt x="1184069" y="962699"/>
                  </a:cubicBezTo>
                  <a:lnTo>
                    <a:pt x="1183497" y="960075"/>
                  </a:lnTo>
                  <a:lnTo>
                    <a:pt x="1182353" y="958763"/>
                  </a:lnTo>
                  <a:cubicBezTo>
                    <a:pt x="1182353" y="958763"/>
                    <a:pt x="1179459" y="955130"/>
                    <a:pt x="1179156" y="954693"/>
                  </a:cubicBezTo>
                  <a:cubicBezTo>
                    <a:pt x="1178853" y="954256"/>
                    <a:pt x="1177843" y="952675"/>
                    <a:pt x="1177843" y="952675"/>
                  </a:cubicBezTo>
                  <a:lnTo>
                    <a:pt x="1177103" y="947023"/>
                  </a:lnTo>
                  <a:cubicBezTo>
                    <a:pt x="1177103" y="947023"/>
                    <a:pt x="1177103" y="944399"/>
                    <a:pt x="1177103" y="943390"/>
                  </a:cubicBezTo>
                  <a:cubicBezTo>
                    <a:pt x="1177103" y="942381"/>
                    <a:pt x="1178920" y="938041"/>
                    <a:pt x="1178920" y="938041"/>
                  </a:cubicBezTo>
                  <a:lnTo>
                    <a:pt x="1179997" y="935855"/>
                  </a:lnTo>
                  <a:lnTo>
                    <a:pt x="1189286" y="935720"/>
                  </a:lnTo>
                  <a:lnTo>
                    <a:pt x="1195243" y="934274"/>
                  </a:lnTo>
                  <a:lnTo>
                    <a:pt x="1201199" y="936595"/>
                  </a:lnTo>
                  <a:lnTo>
                    <a:pt x="1204969" y="935283"/>
                  </a:lnTo>
                  <a:lnTo>
                    <a:pt x="1207560" y="933096"/>
                  </a:lnTo>
                  <a:lnTo>
                    <a:pt x="1214964" y="932793"/>
                  </a:lnTo>
                  <a:cubicBezTo>
                    <a:pt x="1214964" y="932793"/>
                    <a:pt x="1221493" y="933231"/>
                    <a:pt x="1222065" y="933231"/>
                  </a:cubicBezTo>
                  <a:cubicBezTo>
                    <a:pt x="1222637" y="933231"/>
                    <a:pt x="1225834" y="937436"/>
                    <a:pt x="1225834" y="937436"/>
                  </a:cubicBezTo>
                  <a:cubicBezTo>
                    <a:pt x="1225834" y="937436"/>
                    <a:pt x="1229469" y="938882"/>
                    <a:pt x="1231186" y="940060"/>
                  </a:cubicBezTo>
                  <a:cubicBezTo>
                    <a:pt x="1232936" y="941237"/>
                    <a:pt x="1235089" y="943255"/>
                    <a:pt x="1235089" y="943693"/>
                  </a:cubicBezTo>
                  <a:cubicBezTo>
                    <a:pt x="1235089" y="944130"/>
                    <a:pt x="1231758" y="946149"/>
                    <a:pt x="1231758" y="946149"/>
                  </a:cubicBezTo>
                  <a:lnTo>
                    <a:pt x="1233642" y="950488"/>
                  </a:lnTo>
                  <a:lnTo>
                    <a:pt x="1237849" y="955568"/>
                  </a:lnTo>
                  <a:lnTo>
                    <a:pt x="1243200" y="959200"/>
                  </a:lnTo>
                  <a:lnTo>
                    <a:pt x="1247104" y="960075"/>
                  </a:lnTo>
                  <a:lnTo>
                    <a:pt x="1248114" y="957317"/>
                  </a:lnTo>
                  <a:lnTo>
                    <a:pt x="1249124" y="951968"/>
                  </a:lnTo>
                  <a:lnTo>
                    <a:pt x="1252725" y="951262"/>
                  </a:lnTo>
                  <a:lnTo>
                    <a:pt x="1255350" y="953717"/>
                  </a:lnTo>
                  <a:lnTo>
                    <a:pt x="1261138" y="957350"/>
                  </a:lnTo>
                  <a:cubicBezTo>
                    <a:pt x="1261138" y="957350"/>
                    <a:pt x="1264773" y="957350"/>
                    <a:pt x="1265177" y="956644"/>
                  </a:cubicBezTo>
                  <a:cubicBezTo>
                    <a:pt x="1265614" y="955904"/>
                    <a:pt x="1270696" y="956644"/>
                    <a:pt x="1270696" y="956644"/>
                  </a:cubicBezTo>
                  <a:lnTo>
                    <a:pt x="1273893" y="953886"/>
                  </a:lnTo>
                  <a:lnTo>
                    <a:pt x="1274768" y="950858"/>
                  </a:lnTo>
                  <a:lnTo>
                    <a:pt x="1275071" y="947090"/>
                  </a:lnTo>
                  <a:lnTo>
                    <a:pt x="1278100" y="946788"/>
                  </a:lnTo>
                  <a:lnTo>
                    <a:pt x="1281432" y="948806"/>
                  </a:lnTo>
                  <a:lnTo>
                    <a:pt x="1281432" y="950993"/>
                  </a:lnTo>
                  <a:lnTo>
                    <a:pt x="1283821" y="953314"/>
                  </a:lnTo>
                  <a:lnTo>
                    <a:pt x="1287523" y="951733"/>
                  </a:lnTo>
                  <a:lnTo>
                    <a:pt x="1290721" y="949411"/>
                  </a:lnTo>
                  <a:cubicBezTo>
                    <a:pt x="1290721" y="949411"/>
                    <a:pt x="1292605" y="949714"/>
                    <a:pt x="1294793" y="949411"/>
                  </a:cubicBezTo>
                  <a:cubicBezTo>
                    <a:pt x="1296980" y="949109"/>
                    <a:pt x="1297687" y="948537"/>
                    <a:pt x="1299134" y="947965"/>
                  </a:cubicBezTo>
                  <a:cubicBezTo>
                    <a:pt x="1300581" y="947393"/>
                    <a:pt x="1302331" y="947225"/>
                    <a:pt x="1304216" y="946956"/>
                  </a:cubicBezTo>
                  <a:cubicBezTo>
                    <a:pt x="1306101" y="946687"/>
                    <a:pt x="1306538" y="945812"/>
                    <a:pt x="1308255" y="944803"/>
                  </a:cubicBezTo>
                  <a:cubicBezTo>
                    <a:pt x="1310005" y="943794"/>
                    <a:pt x="1309702" y="944063"/>
                    <a:pt x="1310442" y="943794"/>
                  </a:cubicBezTo>
                  <a:cubicBezTo>
                    <a:pt x="1311149" y="943491"/>
                    <a:pt x="1310745" y="941910"/>
                    <a:pt x="1310745" y="941910"/>
                  </a:cubicBezTo>
                  <a:lnTo>
                    <a:pt x="1305663" y="936830"/>
                  </a:lnTo>
                  <a:lnTo>
                    <a:pt x="1304216" y="940295"/>
                  </a:lnTo>
                  <a:lnTo>
                    <a:pt x="1299000" y="941876"/>
                  </a:lnTo>
                  <a:lnTo>
                    <a:pt x="1295971" y="939421"/>
                  </a:lnTo>
                  <a:lnTo>
                    <a:pt x="1294221" y="935653"/>
                  </a:lnTo>
                  <a:lnTo>
                    <a:pt x="1292033" y="933466"/>
                  </a:lnTo>
                  <a:lnTo>
                    <a:pt x="1289408" y="932020"/>
                  </a:lnTo>
                  <a:cubicBezTo>
                    <a:pt x="1289408" y="932020"/>
                    <a:pt x="1285201" y="928992"/>
                    <a:pt x="1284898" y="928118"/>
                  </a:cubicBezTo>
                  <a:cubicBezTo>
                    <a:pt x="1284629" y="927243"/>
                    <a:pt x="1283148" y="923913"/>
                    <a:pt x="1283148" y="923913"/>
                  </a:cubicBezTo>
                  <a:lnTo>
                    <a:pt x="1283283" y="919573"/>
                  </a:lnTo>
                  <a:lnTo>
                    <a:pt x="1287355" y="921322"/>
                  </a:lnTo>
                  <a:cubicBezTo>
                    <a:pt x="1287355" y="921322"/>
                    <a:pt x="1290821" y="922634"/>
                    <a:pt x="1291427" y="922466"/>
                  </a:cubicBezTo>
                  <a:cubicBezTo>
                    <a:pt x="1292000" y="922332"/>
                    <a:pt x="1292000" y="920145"/>
                    <a:pt x="1292000" y="920145"/>
                  </a:cubicBezTo>
                  <a:lnTo>
                    <a:pt x="1291697" y="915805"/>
                  </a:lnTo>
                  <a:lnTo>
                    <a:pt x="1289947" y="912172"/>
                  </a:lnTo>
                  <a:lnTo>
                    <a:pt x="1289812" y="908708"/>
                  </a:lnTo>
                  <a:lnTo>
                    <a:pt x="1292000" y="907396"/>
                  </a:lnTo>
                  <a:lnTo>
                    <a:pt x="1296644" y="910726"/>
                  </a:lnTo>
                  <a:lnTo>
                    <a:pt x="1300851" y="914056"/>
                  </a:lnTo>
                  <a:cubicBezTo>
                    <a:pt x="1300851" y="914056"/>
                    <a:pt x="1307952" y="915200"/>
                    <a:pt x="1308827" y="915368"/>
                  </a:cubicBezTo>
                  <a:cubicBezTo>
                    <a:pt x="1309702" y="915503"/>
                    <a:pt x="1312596" y="918127"/>
                    <a:pt x="1313168" y="918261"/>
                  </a:cubicBezTo>
                  <a:cubicBezTo>
                    <a:pt x="1313740" y="918396"/>
                    <a:pt x="1316500" y="920145"/>
                    <a:pt x="1316500" y="920145"/>
                  </a:cubicBezTo>
                  <a:lnTo>
                    <a:pt x="1318957" y="918127"/>
                  </a:lnTo>
                  <a:lnTo>
                    <a:pt x="1322861" y="916108"/>
                  </a:lnTo>
                  <a:lnTo>
                    <a:pt x="1327068" y="914561"/>
                  </a:lnTo>
                  <a:lnTo>
                    <a:pt x="1328649" y="911769"/>
                  </a:lnTo>
                  <a:lnTo>
                    <a:pt x="1331981" y="908741"/>
                  </a:lnTo>
                  <a:cubicBezTo>
                    <a:pt x="1331981" y="908741"/>
                    <a:pt x="1336895" y="909885"/>
                    <a:pt x="1337770" y="910053"/>
                  </a:cubicBezTo>
                  <a:cubicBezTo>
                    <a:pt x="1338645" y="910188"/>
                    <a:pt x="1341236" y="910490"/>
                    <a:pt x="1341236" y="910490"/>
                  </a:cubicBezTo>
                  <a:cubicBezTo>
                    <a:pt x="1341236" y="910490"/>
                    <a:pt x="1344265" y="913686"/>
                    <a:pt x="1344871" y="913821"/>
                  </a:cubicBezTo>
                  <a:cubicBezTo>
                    <a:pt x="1345443" y="913955"/>
                    <a:pt x="1348775" y="914527"/>
                    <a:pt x="1350087" y="914595"/>
                  </a:cubicBezTo>
                  <a:cubicBezTo>
                    <a:pt x="1351400" y="914628"/>
                    <a:pt x="1354294" y="913081"/>
                    <a:pt x="1354732" y="912946"/>
                  </a:cubicBezTo>
                  <a:cubicBezTo>
                    <a:pt x="1355169" y="912812"/>
                    <a:pt x="1356616" y="912374"/>
                    <a:pt x="1357491" y="912374"/>
                  </a:cubicBezTo>
                  <a:cubicBezTo>
                    <a:pt x="1358366" y="912374"/>
                    <a:pt x="1361126" y="914393"/>
                    <a:pt x="1361833" y="914393"/>
                  </a:cubicBezTo>
                  <a:cubicBezTo>
                    <a:pt x="1362539" y="914393"/>
                    <a:pt x="1368631" y="914830"/>
                    <a:pt x="1368799" y="914393"/>
                  </a:cubicBezTo>
                  <a:cubicBezTo>
                    <a:pt x="1368934" y="913955"/>
                    <a:pt x="1371121" y="911062"/>
                    <a:pt x="1371121" y="911062"/>
                  </a:cubicBezTo>
                  <a:cubicBezTo>
                    <a:pt x="1371121" y="911062"/>
                    <a:pt x="1370246" y="906151"/>
                    <a:pt x="1369809" y="905983"/>
                  </a:cubicBezTo>
                  <a:cubicBezTo>
                    <a:pt x="1369371" y="905848"/>
                    <a:pt x="1368631" y="902350"/>
                    <a:pt x="1368631" y="902350"/>
                  </a:cubicBezTo>
                  <a:lnTo>
                    <a:pt x="1370078" y="897270"/>
                  </a:lnTo>
                  <a:lnTo>
                    <a:pt x="1369943" y="893805"/>
                  </a:lnTo>
                  <a:lnTo>
                    <a:pt x="1372703" y="890609"/>
                  </a:lnTo>
                  <a:lnTo>
                    <a:pt x="1375732" y="890609"/>
                  </a:lnTo>
                  <a:lnTo>
                    <a:pt x="1376876" y="889028"/>
                  </a:lnTo>
                  <a:lnTo>
                    <a:pt x="1374857" y="885563"/>
                  </a:lnTo>
                  <a:lnTo>
                    <a:pt x="1372535" y="883242"/>
                  </a:lnTo>
                  <a:cubicBezTo>
                    <a:pt x="1372535" y="883242"/>
                    <a:pt x="1368025" y="877894"/>
                    <a:pt x="1367756" y="877288"/>
                  </a:cubicBezTo>
                  <a:cubicBezTo>
                    <a:pt x="1367453" y="876716"/>
                    <a:pt x="1366612" y="871334"/>
                    <a:pt x="1366612" y="871334"/>
                  </a:cubicBezTo>
                  <a:lnTo>
                    <a:pt x="1365198" y="866591"/>
                  </a:lnTo>
                  <a:lnTo>
                    <a:pt x="1365434" y="862453"/>
                  </a:lnTo>
                  <a:lnTo>
                    <a:pt x="1365097" y="857575"/>
                  </a:lnTo>
                  <a:cubicBezTo>
                    <a:pt x="1365097" y="857575"/>
                    <a:pt x="1364895" y="855826"/>
                    <a:pt x="1364895" y="855523"/>
                  </a:cubicBezTo>
                  <a:cubicBezTo>
                    <a:pt x="1364895" y="855187"/>
                    <a:pt x="1364895" y="852799"/>
                    <a:pt x="1364996" y="852496"/>
                  </a:cubicBezTo>
                  <a:cubicBezTo>
                    <a:pt x="1365097" y="852193"/>
                    <a:pt x="1365333" y="849132"/>
                    <a:pt x="1365232" y="848594"/>
                  </a:cubicBezTo>
                  <a:cubicBezTo>
                    <a:pt x="1365131" y="848055"/>
                    <a:pt x="1365468" y="845532"/>
                    <a:pt x="1365468" y="845532"/>
                  </a:cubicBezTo>
                  <a:cubicBezTo>
                    <a:pt x="1365468" y="845532"/>
                    <a:pt x="1365905" y="843918"/>
                    <a:pt x="1365905" y="843245"/>
                  </a:cubicBezTo>
                  <a:cubicBezTo>
                    <a:pt x="1365905" y="842572"/>
                    <a:pt x="1366881" y="842168"/>
                    <a:pt x="1367655" y="841933"/>
                  </a:cubicBezTo>
                  <a:cubicBezTo>
                    <a:pt x="1368429" y="841731"/>
                    <a:pt x="1368968" y="841058"/>
                    <a:pt x="1369270" y="840957"/>
                  </a:cubicBezTo>
                  <a:cubicBezTo>
                    <a:pt x="1369607" y="840856"/>
                    <a:pt x="1371323" y="839645"/>
                    <a:pt x="1371323" y="839645"/>
                  </a:cubicBezTo>
                  <a:cubicBezTo>
                    <a:pt x="1371323" y="839645"/>
                    <a:pt x="1374150" y="839309"/>
                    <a:pt x="1374487" y="838872"/>
                  </a:cubicBezTo>
                  <a:cubicBezTo>
                    <a:pt x="1374823" y="838434"/>
                    <a:pt x="1378492" y="839107"/>
                    <a:pt x="1378828" y="838872"/>
                  </a:cubicBezTo>
                  <a:cubicBezTo>
                    <a:pt x="1379165" y="838670"/>
                    <a:pt x="1381554" y="838872"/>
                    <a:pt x="1381554" y="838872"/>
                  </a:cubicBezTo>
                  <a:lnTo>
                    <a:pt x="1383304" y="838098"/>
                  </a:lnTo>
                  <a:cubicBezTo>
                    <a:pt x="1383304" y="838098"/>
                    <a:pt x="1384617" y="835710"/>
                    <a:pt x="1384819" y="834835"/>
                  </a:cubicBezTo>
                  <a:cubicBezTo>
                    <a:pt x="1385021" y="833960"/>
                    <a:pt x="1385795" y="832346"/>
                    <a:pt x="1385795" y="832346"/>
                  </a:cubicBezTo>
                  <a:lnTo>
                    <a:pt x="1385526" y="829621"/>
                  </a:lnTo>
                  <a:close/>
                </a:path>
              </a:pathLst>
            </a:custGeom>
            <a:grpFill/>
            <a:ln w="6350" cap="flat">
              <a:solidFill>
                <a:schemeClr val="bg1"/>
              </a:solidFill>
              <a:prstDash val="solid"/>
              <a:miter/>
            </a:ln>
          </p:spPr>
          <p:txBody>
            <a:bodyPr rtlCol="0" anchor="ctr"/>
            <a:lstStyle/>
            <a:p>
              <a:endParaRPr lang="en-US"/>
            </a:p>
          </p:txBody>
        </p:sp>
        <p:sp>
          <p:nvSpPr>
            <p:cNvPr id="129" name="Freeform 908">
              <a:extLst>
                <a:ext uri="{FF2B5EF4-FFF2-40B4-BE49-F238E27FC236}">
                  <a16:creationId xmlns:a16="http://schemas.microsoft.com/office/drawing/2014/main" id="{A182AEDA-3B3B-55AC-648D-89162D13779D}"/>
                </a:ext>
              </a:extLst>
            </p:cNvPr>
            <p:cNvSpPr/>
            <p:nvPr/>
          </p:nvSpPr>
          <p:spPr>
            <a:xfrm>
              <a:off x="7125555" y="2850549"/>
              <a:ext cx="549716" cy="494528"/>
            </a:xfrm>
            <a:custGeom>
              <a:avLst/>
              <a:gdLst>
                <a:gd name="connsiteX0" fmla="*/ 1054161 w 1055399"/>
                <a:gd name="connsiteY0" fmla="*/ 318904 h 949444"/>
                <a:gd name="connsiteX1" fmla="*/ 1050089 w 1055399"/>
                <a:gd name="connsiteY1" fmla="*/ 315843 h 949444"/>
                <a:gd name="connsiteX2" fmla="*/ 1043728 w 1055399"/>
                <a:gd name="connsiteY2" fmla="*/ 312647 h 949444"/>
                <a:gd name="connsiteX3" fmla="*/ 1040700 w 1055399"/>
                <a:gd name="connsiteY3" fmla="*/ 311200 h 949444"/>
                <a:gd name="connsiteX4" fmla="*/ 1037065 w 1055399"/>
                <a:gd name="connsiteY4" fmla="*/ 309316 h 949444"/>
                <a:gd name="connsiteX5" fmla="*/ 1036190 w 1055399"/>
                <a:gd name="connsiteY5" fmla="*/ 306121 h 949444"/>
                <a:gd name="connsiteX6" fmla="*/ 1032858 w 1055399"/>
                <a:gd name="connsiteY6" fmla="*/ 303665 h 949444"/>
                <a:gd name="connsiteX7" fmla="*/ 1031478 w 1055399"/>
                <a:gd name="connsiteY7" fmla="*/ 302219 h 949444"/>
                <a:gd name="connsiteX8" fmla="*/ 1031411 w 1055399"/>
                <a:gd name="connsiteY8" fmla="*/ 298316 h 949444"/>
                <a:gd name="connsiteX9" fmla="*/ 1031411 w 1055399"/>
                <a:gd name="connsiteY9" fmla="*/ 292396 h 949444"/>
                <a:gd name="connsiteX10" fmla="*/ 1031276 w 1055399"/>
                <a:gd name="connsiteY10" fmla="*/ 290949 h 949444"/>
                <a:gd name="connsiteX11" fmla="*/ 1036190 w 1055399"/>
                <a:gd name="connsiteY11" fmla="*/ 290949 h 949444"/>
                <a:gd name="connsiteX12" fmla="*/ 1038815 w 1055399"/>
                <a:gd name="connsiteY12" fmla="*/ 294582 h 949444"/>
                <a:gd name="connsiteX13" fmla="*/ 1040397 w 1055399"/>
                <a:gd name="connsiteY13" fmla="*/ 293708 h 949444"/>
                <a:gd name="connsiteX14" fmla="*/ 1041103 w 1055399"/>
                <a:gd name="connsiteY14" fmla="*/ 287922 h 949444"/>
                <a:gd name="connsiteX15" fmla="*/ 1041406 w 1055399"/>
                <a:gd name="connsiteY15" fmla="*/ 285163 h 949444"/>
                <a:gd name="connsiteX16" fmla="*/ 1042854 w 1055399"/>
                <a:gd name="connsiteY16" fmla="*/ 284591 h 949444"/>
                <a:gd name="connsiteX17" fmla="*/ 1044435 w 1055399"/>
                <a:gd name="connsiteY17" fmla="*/ 284591 h 949444"/>
                <a:gd name="connsiteX18" fmla="*/ 1046185 w 1055399"/>
                <a:gd name="connsiteY18" fmla="*/ 284591 h 949444"/>
                <a:gd name="connsiteX19" fmla="*/ 1047060 w 1055399"/>
                <a:gd name="connsiteY19" fmla="*/ 282842 h 949444"/>
                <a:gd name="connsiteX20" fmla="*/ 1047060 w 1055399"/>
                <a:gd name="connsiteY20" fmla="*/ 281967 h 949444"/>
                <a:gd name="connsiteX21" fmla="*/ 1047363 w 1055399"/>
                <a:gd name="connsiteY21" fmla="*/ 278502 h 949444"/>
                <a:gd name="connsiteX22" fmla="*/ 1046219 w 1055399"/>
                <a:gd name="connsiteY22" fmla="*/ 278502 h 949444"/>
                <a:gd name="connsiteX23" fmla="*/ 1043897 w 1055399"/>
                <a:gd name="connsiteY23" fmla="*/ 276047 h 949444"/>
                <a:gd name="connsiteX24" fmla="*/ 1042147 w 1055399"/>
                <a:gd name="connsiteY24" fmla="*/ 275038 h 949444"/>
                <a:gd name="connsiteX25" fmla="*/ 1040834 w 1055399"/>
                <a:gd name="connsiteY25" fmla="*/ 273457 h 949444"/>
                <a:gd name="connsiteX26" fmla="*/ 1041406 w 1055399"/>
                <a:gd name="connsiteY26" fmla="*/ 271438 h 949444"/>
                <a:gd name="connsiteX27" fmla="*/ 1041709 w 1055399"/>
                <a:gd name="connsiteY27" fmla="*/ 269689 h 949444"/>
                <a:gd name="connsiteX28" fmla="*/ 1042147 w 1055399"/>
                <a:gd name="connsiteY28" fmla="*/ 267805 h 949444"/>
                <a:gd name="connsiteX29" fmla="*/ 1044469 w 1055399"/>
                <a:gd name="connsiteY29" fmla="*/ 265417 h 949444"/>
                <a:gd name="connsiteX30" fmla="*/ 1046219 w 1055399"/>
                <a:gd name="connsiteY30" fmla="*/ 263735 h 949444"/>
                <a:gd name="connsiteX31" fmla="*/ 1039051 w 1055399"/>
                <a:gd name="connsiteY31" fmla="*/ 263735 h 949444"/>
                <a:gd name="connsiteX32" fmla="*/ 1036223 w 1055399"/>
                <a:gd name="connsiteY32" fmla="*/ 263735 h 949444"/>
                <a:gd name="connsiteX33" fmla="*/ 1034709 w 1055399"/>
                <a:gd name="connsiteY33" fmla="*/ 263735 h 949444"/>
                <a:gd name="connsiteX34" fmla="*/ 1033194 w 1055399"/>
                <a:gd name="connsiteY34" fmla="*/ 261884 h 949444"/>
                <a:gd name="connsiteX35" fmla="*/ 1031445 w 1055399"/>
                <a:gd name="connsiteY35" fmla="*/ 260135 h 949444"/>
                <a:gd name="connsiteX36" fmla="*/ 1029594 w 1055399"/>
                <a:gd name="connsiteY36" fmla="*/ 259059 h 949444"/>
                <a:gd name="connsiteX37" fmla="*/ 1028180 w 1055399"/>
                <a:gd name="connsiteY37" fmla="*/ 259059 h 949444"/>
                <a:gd name="connsiteX38" fmla="*/ 1026868 w 1055399"/>
                <a:gd name="connsiteY38" fmla="*/ 259934 h 949444"/>
                <a:gd name="connsiteX39" fmla="*/ 1025218 w 1055399"/>
                <a:gd name="connsiteY39" fmla="*/ 261145 h 949444"/>
                <a:gd name="connsiteX40" fmla="*/ 1023267 w 1055399"/>
                <a:gd name="connsiteY40" fmla="*/ 262120 h 949444"/>
                <a:gd name="connsiteX41" fmla="*/ 1021415 w 1055399"/>
                <a:gd name="connsiteY41" fmla="*/ 262457 h 949444"/>
                <a:gd name="connsiteX42" fmla="*/ 1019766 w 1055399"/>
                <a:gd name="connsiteY42" fmla="*/ 262894 h 949444"/>
                <a:gd name="connsiteX43" fmla="*/ 1016939 w 1055399"/>
                <a:gd name="connsiteY43" fmla="*/ 263768 h 949444"/>
                <a:gd name="connsiteX44" fmla="*/ 1015189 w 1055399"/>
                <a:gd name="connsiteY44" fmla="*/ 263768 h 949444"/>
                <a:gd name="connsiteX45" fmla="*/ 1012362 w 1055399"/>
                <a:gd name="connsiteY45" fmla="*/ 262995 h 949444"/>
                <a:gd name="connsiteX46" fmla="*/ 1010074 w 1055399"/>
                <a:gd name="connsiteY46" fmla="*/ 262995 h 949444"/>
                <a:gd name="connsiteX47" fmla="*/ 1008425 w 1055399"/>
                <a:gd name="connsiteY47" fmla="*/ 262894 h 949444"/>
                <a:gd name="connsiteX48" fmla="*/ 1006136 w 1055399"/>
                <a:gd name="connsiteY48" fmla="*/ 263768 h 949444"/>
                <a:gd name="connsiteX49" fmla="*/ 1004521 w 1055399"/>
                <a:gd name="connsiteY49" fmla="*/ 264845 h 949444"/>
                <a:gd name="connsiteX50" fmla="*/ 1003309 w 1055399"/>
                <a:gd name="connsiteY50" fmla="*/ 267334 h 949444"/>
                <a:gd name="connsiteX51" fmla="*/ 1003410 w 1055399"/>
                <a:gd name="connsiteY51" fmla="*/ 269285 h 949444"/>
                <a:gd name="connsiteX52" fmla="*/ 1003074 w 1055399"/>
                <a:gd name="connsiteY52" fmla="*/ 272111 h 949444"/>
                <a:gd name="connsiteX53" fmla="*/ 1001324 w 1055399"/>
                <a:gd name="connsiteY53" fmla="*/ 274163 h 949444"/>
                <a:gd name="connsiteX54" fmla="*/ 999372 w 1055399"/>
                <a:gd name="connsiteY54" fmla="*/ 275677 h 949444"/>
                <a:gd name="connsiteX55" fmla="*/ 997083 w 1055399"/>
                <a:gd name="connsiteY55" fmla="*/ 275677 h 949444"/>
                <a:gd name="connsiteX56" fmla="*/ 994997 w 1055399"/>
                <a:gd name="connsiteY56" fmla="*/ 273490 h 949444"/>
                <a:gd name="connsiteX57" fmla="*/ 992809 w 1055399"/>
                <a:gd name="connsiteY57" fmla="*/ 270227 h 949444"/>
                <a:gd name="connsiteX58" fmla="*/ 991093 w 1055399"/>
                <a:gd name="connsiteY58" fmla="*/ 267738 h 949444"/>
                <a:gd name="connsiteX59" fmla="*/ 988804 w 1055399"/>
                <a:gd name="connsiteY59" fmla="*/ 266325 h 949444"/>
                <a:gd name="connsiteX60" fmla="*/ 987290 w 1055399"/>
                <a:gd name="connsiteY60" fmla="*/ 263701 h 949444"/>
                <a:gd name="connsiteX61" fmla="*/ 984362 w 1055399"/>
                <a:gd name="connsiteY61" fmla="*/ 262826 h 949444"/>
                <a:gd name="connsiteX62" fmla="*/ 979785 w 1055399"/>
                <a:gd name="connsiteY62" fmla="*/ 260875 h 949444"/>
                <a:gd name="connsiteX63" fmla="*/ 979246 w 1055399"/>
                <a:gd name="connsiteY63" fmla="*/ 257949 h 949444"/>
                <a:gd name="connsiteX64" fmla="*/ 979347 w 1055399"/>
                <a:gd name="connsiteY64" fmla="*/ 255762 h 949444"/>
                <a:gd name="connsiteX65" fmla="*/ 978708 w 1055399"/>
                <a:gd name="connsiteY65" fmla="*/ 254013 h 949444"/>
                <a:gd name="connsiteX66" fmla="*/ 978607 w 1055399"/>
                <a:gd name="connsiteY66" fmla="*/ 250851 h 949444"/>
                <a:gd name="connsiteX67" fmla="*/ 975780 w 1055399"/>
                <a:gd name="connsiteY67" fmla="*/ 248563 h 949444"/>
                <a:gd name="connsiteX68" fmla="*/ 975780 w 1055399"/>
                <a:gd name="connsiteY68" fmla="*/ 247150 h 949444"/>
                <a:gd name="connsiteX69" fmla="*/ 973491 w 1055399"/>
                <a:gd name="connsiteY69" fmla="*/ 245401 h 949444"/>
                <a:gd name="connsiteX70" fmla="*/ 970765 w 1055399"/>
                <a:gd name="connsiteY70" fmla="*/ 244190 h 949444"/>
                <a:gd name="connsiteX71" fmla="*/ 966727 w 1055399"/>
                <a:gd name="connsiteY71" fmla="*/ 244089 h 949444"/>
                <a:gd name="connsiteX72" fmla="*/ 963361 w 1055399"/>
                <a:gd name="connsiteY72" fmla="*/ 244527 h 949444"/>
                <a:gd name="connsiteX73" fmla="*/ 961948 w 1055399"/>
                <a:gd name="connsiteY73" fmla="*/ 247016 h 949444"/>
                <a:gd name="connsiteX74" fmla="*/ 959154 w 1055399"/>
                <a:gd name="connsiteY74" fmla="*/ 247991 h 949444"/>
                <a:gd name="connsiteX75" fmla="*/ 955688 w 1055399"/>
                <a:gd name="connsiteY75" fmla="*/ 247991 h 949444"/>
                <a:gd name="connsiteX76" fmla="*/ 953400 w 1055399"/>
                <a:gd name="connsiteY76" fmla="*/ 247991 h 949444"/>
                <a:gd name="connsiteX77" fmla="*/ 951649 w 1055399"/>
                <a:gd name="connsiteY77" fmla="*/ 245704 h 949444"/>
                <a:gd name="connsiteX78" fmla="*/ 950236 w 1055399"/>
                <a:gd name="connsiteY78" fmla="*/ 242676 h 949444"/>
                <a:gd name="connsiteX79" fmla="*/ 949361 w 1055399"/>
                <a:gd name="connsiteY79" fmla="*/ 241465 h 949444"/>
                <a:gd name="connsiteX80" fmla="*/ 948385 w 1055399"/>
                <a:gd name="connsiteY80" fmla="*/ 240591 h 949444"/>
                <a:gd name="connsiteX81" fmla="*/ 947847 w 1055399"/>
                <a:gd name="connsiteY81" fmla="*/ 239615 h 949444"/>
                <a:gd name="connsiteX82" fmla="*/ 948284 w 1055399"/>
                <a:gd name="connsiteY82" fmla="*/ 235713 h 949444"/>
                <a:gd name="connsiteX83" fmla="*/ 950000 w 1055399"/>
                <a:gd name="connsiteY83" fmla="*/ 233762 h 949444"/>
                <a:gd name="connsiteX84" fmla="*/ 950438 w 1055399"/>
                <a:gd name="connsiteY84" fmla="*/ 231474 h 949444"/>
                <a:gd name="connsiteX85" fmla="*/ 949125 w 1055399"/>
                <a:gd name="connsiteY85" fmla="*/ 228447 h 949444"/>
                <a:gd name="connsiteX86" fmla="*/ 945760 w 1055399"/>
                <a:gd name="connsiteY86" fmla="*/ 228447 h 949444"/>
                <a:gd name="connsiteX87" fmla="*/ 941519 w 1055399"/>
                <a:gd name="connsiteY87" fmla="*/ 228548 h 949444"/>
                <a:gd name="connsiteX88" fmla="*/ 940544 w 1055399"/>
                <a:gd name="connsiteY88" fmla="*/ 229624 h 949444"/>
                <a:gd name="connsiteX89" fmla="*/ 939231 w 1055399"/>
                <a:gd name="connsiteY89" fmla="*/ 231912 h 949444"/>
                <a:gd name="connsiteX90" fmla="*/ 937481 w 1055399"/>
                <a:gd name="connsiteY90" fmla="*/ 232887 h 949444"/>
                <a:gd name="connsiteX91" fmla="*/ 936741 w 1055399"/>
                <a:gd name="connsiteY91" fmla="*/ 234199 h 949444"/>
                <a:gd name="connsiteX92" fmla="*/ 935664 w 1055399"/>
                <a:gd name="connsiteY92" fmla="*/ 234973 h 949444"/>
                <a:gd name="connsiteX93" fmla="*/ 935664 w 1055399"/>
                <a:gd name="connsiteY93" fmla="*/ 237698 h 949444"/>
                <a:gd name="connsiteX94" fmla="*/ 935933 w 1055399"/>
                <a:gd name="connsiteY94" fmla="*/ 239548 h 949444"/>
                <a:gd name="connsiteX95" fmla="*/ 934789 w 1055399"/>
                <a:gd name="connsiteY95" fmla="*/ 241499 h 949444"/>
                <a:gd name="connsiteX96" fmla="*/ 933274 w 1055399"/>
                <a:gd name="connsiteY96" fmla="*/ 241499 h 949444"/>
                <a:gd name="connsiteX97" fmla="*/ 930010 w 1055399"/>
                <a:gd name="connsiteY97" fmla="*/ 240961 h 949444"/>
                <a:gd name="connsiteX98" fmla="*/ 927418 w 1055399"/>
                <a:gd name="connsiteY98" fmla="*/ 240422 h 949444"/>
                <a:gd name="connsiteX99" fmla="*/ 925130 w 1055399"/>
                <a:gd name="connsiteY99" fmla="*/ 238370 h 949444"/>
                <a:gd name="connsiteX100" fmla="*/ 924894 w 1055399"/>
                <a:gd name="connsiteY100" fmla="*/ 235343 h 949444"/>
                <a:gd name="connsiteX101" fmla="*/ 924120 w 1055399"/>
                <a:gd name="connsiteY101" fmla="*/ 233156 h 949444"/>
                <a:gd name="connsiteX102" fmla="*/ 918904 w 1055399"/>
                <a:gd name="connsiteY102" fmla="*/ 230566 h 949444"/>
                <a:gd name="connsiteX103" fmla="*/ 916615 w 1055399"/>
                <a:gd name="connsiteY103" fmla="*/ 229489 h 949444"/>
                <a:gd name="connsiteX104" fmla="*/ 914327 w 1055399"/>
                <a:gd name="connsiteY104" fmla="*/ 226462 h 949444"/>
                <a:gd name="connsiteX105" fmla="*/ 914428 w 1055399"/>
                <a:gd name="connsiteY105" fmla="*/ 223636 h 949444"/>
                <a:gd name="connsiteX106" fmla="*/ 915303 w 1055399"/>
                <a:gd name="connsiteY106" fmla="*/ 221584 h 949444"/>
                <a:gd name="connsiteX107" fmla="*/ 916278 w 1055399"/>
                <a:gd name="connsiteY107" fmla="*/ 219398 h 949444"/>
                <a:gd name="connsiteX108" fmla="*/ 918029 w 1055399"/>
                <a:gd name="connsiteY108" fmla="*/ 217985 h 949444"/>
                <a:gd name="connsiteX109" fmla="*/ 918365 w 1055399"/>
                <a:gd name="connsiteY109" fmla="*/ 214183 h 949444"/>
                <a:gd name="connsiteX110" fmla="*/ 919880 w 1055399"/>
                <a:gd name="connsiteY110" fmla="*/ 212569 h 949444"/>
                <a:gd name="connsiteX111" fmla="*/ 920418 w 1055399"/>
                <a:gd name="connsiteY111" fmla="*/ 209407 h 949444"/>
                <a:gd name="connsiteX112" fmla="*/ 919005 w 1055399"/>
                <a:gd name="connsiteY112" fmla="*/ 207355 h 949444"/>
                <a:gd name="connsiteX113" fmla="*/ 917389 w 1055399"/>
                <a:gd name="connsiteY113" fmla="*/ 206480 h 949444"/>
                <a:gd name="connsiteX114" fmla="*/ 914226 w 1055399"/>
                <a:gd name="connsiteY114" fmla="*/ 206379 h 949444"/>
                <a:gd name="connsiteX115" fmla="*/ 910961 w 1055399"/>
                <a:gd name="connsiteY115" fmla="*/ 207792 h 949444"/>
                <a:gd name="connsiteX116" fmla="*/ 909783 w 1055399"/>
                <a:gd name="connsiteY116" fmla="*/ 209306 h 949444"/>
                <a:gd name="connsiteX117" fmla="*/ 907596 w 1055399"/>
                <a:gd name="connsiteY117" fmla="*/ 209642 h 949444"/>
                <a:gd name="connsiteX118" fmla="*/ 906081 w 1055399"/>
                <a:gd name="connsiteY118" fmla="*/ 209844 h 949444"/>
                <a:gd name="connsiteX119" fmla="*/ 904028 w 1055399"/>
                <a:gd name="connsiteY119" fmla="*/ 209945 h 949444"/>
                <a:gd name="connsiteX120" fmla="*/ 902177 w 1055399"/>
                <a:gd name="connsiteY120" fmla="*/ 210382 h 949444"/>
                <a:gd name="connsiteX121" fmla="*/ 899249 w 1055399"/>
                <a:gd name="connsiteY121" fmla="*/ 210483 h 949444"/>
                <a:gd name="connsiteX122" fmla="*/ 895345 w 1055399"/>
                <a:gd name="connsiteY122" fmla="*/ 209710 h 949444"/>
                <a:gd name="connsiteX123" fmla="*/ 892855 w 1055399"/>
                <a:gd name="connsiteY123" fmla="*/ 209609 h 949444"/>
                <a:gd name="connsiteX124" fmla="*/ 889692 w 1055399"/>
                <a:gd name="connsiteY124" fmla="*/ 209272 h 949444"/>
                <a:gd name="connsiteX125" fmla="*/ 888513 w 1055399"/>
                <a:gd name="connsiteY125" fmla="*/ 207960 h 949444"/>
                <a:gd name="connsiteX126" fmla="*/ 886999 w 1055399"/>
                <a:gd name="connsiteY126" fmla="*/ 204697 h 949444"/>
                <a:gd name="connsiteX127" fmla="*/ 883936 w 1055399"/>
                <a:gd name="connsiteY127" fmla="*/ 203520 h 949444"/>
                <a:gd name="connsiteX128" fmla="*/ 881984 w 1055399"/>
                <a:gd name="connsiteY128" fmla="*/ 202881 h 949444"/>
                <a:gd name="connsiteX129" fmla="*/ 880033 w 1055399"/>
                <a:gd name="connsiteY129" fmla="*/ 204092 h 949444"/>
                <a:gd name="connsiteX130" fmla="*/ 877407 w 1055399"/>
                <a:gd name="connsiteY130" fmla="*/ 205303 h 949444"/>
                <a:gd name="connsiteX131" fmla="*/ 875119 w 1055399"/>
                <a:gd name="connsiteY131" fmla="*/ 206951 h 949444"/>
                <a:gd name="connsiteX132" fmla="*/ 873706 w 1055399"/>
                <a:gd name="connsiteY132" fmla="*/ 207388 h 949444"/>
                <a:gd name="connsiteX133" fmla="*/ 871215 w 1055399"/>
                <a:gd name="connsiteY133" fmla="*/ 207927 h 949444"/>
                <a:gd name="connsiteX134" fmla="*/ 868052 w 1055399"/>
                <a:gd name="connsiteY134" fmla="*/ 208566 h 949444"/>
                <a:gd name="connsiteX135" fmla="*/ 865763 w 1055399"/>
                <a:gd name="connsiteY135" fmla="*/ 210517 h 949444"/>
                <a:gd name="connsiteX136" fmla="*/ 864249 w 1055399"/>
                <a:gd name="connsiteY136" fmla="*/ 212703 h 949444"/>
                <a:gd name="connsiteX137" fmla="*/ 862499 w 1055399"/>
                <a:gd name="connsiteY137" fmla="*/ 213343 h 949444"/>
                <a:gd name="connsiteX138" fmla="*/ 860311 w 1055399"/>
                <a:gd name="connsiteY138" fmla="*/ 214856 h 949444"/>
                <a:gd name="connsiteX139" fmla="*/ 857585 w 1055399"/>
                <a:gd name="connsiteY139" fmla="*/ 215731 h 949444"/>
                <a:gd name="connsiteX140" fmla="*/ 856508 w 1055399"/>
                <a:gd name="connsiteY140" fmla="*/ 216807 h 949444"/>
                <a:gd name="connsiteX141" fmla="*/ 854018 w 1055399"/>
                <a:gd name="connsiteY141" fmla="*/ 216807 h 949444"/>
                <a:gd name="connsiteX142" fmla="*/ 852806 w 1055399"/>
                <a:gd name="connsiteY142" fmla="*/ 214756 h 949444"/>
                <a:gd name="connsiteX143" fmla="*/ 848667 w 1055399"/>
                <a:gd name="connsiteY143" fmla="*/ 211593 h 949444"/>
                <a:gd name="connsiteX144" fmla="*/ 845503 w 1055399"/>
                <a:gd name="connsiteY144" fmla="*/ 211593 h 949444"/>
                <a:gd name="connsiteX145" fmla="*/ 842339 w 1055399"/>
                <a:gd name="connsiteY145" fmla="*/ 210719 h 949444"/>
                <a:gd name="connsiteX146" fmla="*/ 837998 w 1055399"/>
                <a:gd name="connsiteY146" fmla="*/ 208431 h 949444"/>
                <a:gd name="connsiteX147" fmla="*/ 836147 w 1055399"/>
                <a:gd name="connsiteY147" fmla="*/ 207220 h 949444"/>
                <a:gd name="connsiteX148" fmla="*/ 833118 w 1055399"/>
                <a:gd name="connsiteY148" fmla="*/ 205807 h 949444"/>
                <a:gd name="connsiteX149" fmla="*/ 829214 w 1055399"/>
                <a:gd name="connsiteY149" fmla="*/ 204495 h 949444"/>
                <a:gd name="connsiteX150" fmla="*/ 825950 w 1055399"/>
                <a:gd name="connsiteY150" fmla="*/ 203217 h 949444"/>
                <a:gd name="connsiteX151" fmla="*/ 824738 w 1055399"/>
                <a:gd name="connsiteY151" fmla="*/ 202208 h 949444"/>
                <a:gd name="connsiteX152" fmla="*/ 824637 w 1055399"/>
                <a:gd name="connsiteY152" fmla="*/ 199180 h 949444"/>
                <a:gd name="connsiteX153" fmla="*/ 825613 w 1055399"/>
                <a:gd name="connsiteY153" fmla="*/ 197128 h 949444"/>
                <a:gd name="connsiteX154" fmla="*/ 827902 w 1055399"/>
                <a:gd name="connsiteY154" fmla="*/ 195715 h 949444"/>
                <a:gd name="connsiteX155" fmla="*/ 828878 w 1055399"/>
                <a:gd name="connsiteY155" fmla="*/ 194639 h 949444"/>
                <a:gd name="connsiteX156" fmla="*/ 828339 w 1055399"/>
                <a:gd name="connsiteY156" fmla="*/ 191712 h 949444"/>
                <a:gd name="connsiteX157" fmla="*/ 827027 w 1055399"/>
                <a:gd name="connsiteY157" fmla="*/ 190198 h 949444"/>
                <a:gd name="connsiteX158" fmla="*/ 820397 w 1055399"/>
                <a:gd name="connsiteY158" fmla="*/ 189660 h 949444"/>
                <a:gd name="connsiteX159" fmla="*/ 817805 w 1055399"/>
                <a:gd name="connsiteY159" fmla="*/ 189223 h 949444"/>
                <a:gd name="connsiteX160" fmla="*/ 810401 w 1055399"/>
                <a:gd name="connsiteY160" fmla="*/ 190535 h 949444"/>
                <a:gd name="connsiteX161" fmla="*/ 807574 w 1055399"/>
                <a:gd name="connsiteY161" fmla="*/ 192284 h 949444"/>
                <a:gd name="connsiteX162" fmla="*/ 805622 w 1055399"/>
                <a:gd name="connsiteY162" fmla="*/ 191847 h 949444"/>
                <a:gd name="connsiteX163" fmla="*/ 802358 w 1055399"/>
                <a:gd name="connsiteY163" fmla="*/ 190098 h 949444"/>
                <a:gd name="connsiteX164" fmla="*/ 800608 w 1055399"/>
                <a:gd name="connsiteY164" fmla="*/ 192486 h 949444"/>
                <a:gd name="connsiteX165" fmla="*/ 798858 w 1055399"/>
                <a:gd name="connsiteY165" fmla="*/ 194437 h 949444"/>
                <a:gd name="connsiteX166" fmla="*/ 796704 w 1055399"/>
                <a:gd name="connsiteY166" fmla="*/ 196826 h 949444"/>
                <a:gd name="connsiteX167" fmla="*/ 793002 w 1055399"/>
                <a:gd name="connsiteY167" fmla="*/ 199012 h 949444"/>
                <a:gd name="connsiteX168" fmla="*/ 787987 w 1055399"/>
                <a:gd name="connsiteY168" fmla="*/ 201838 h 949444"/>
                <a:gd name="connsiteX169" fmla="*/ 783410 w 1055399"/>
                <a:gd name="connsiteY169" fmla="*/ 202914 h 949444"/>
                <a:gd name="connsiteX170" fmla="*/ 778429 w 1055399"/>
                <a:gd name="connsiteY170" fmla="*/ 202914 h 949444"/>
                <a:gd name="connsiteX171" fmla="*/ 774290 w 1055399"/>
                <a:gd name="connsiteY171" fmla="*/ 202914 h 949444"/>
                <a:gd name="connsiteX172" fmla="*/ 770823 w 1055399"/>
                <a:gd name="connsiteY172" fmla="*/ 198777 h 949444"/>
                <a:gd name="connsiteX173" fmla="*/ 767795 w 1055399"/>
                <a:gd name="connsiteY173" fmla="*/ 195951 h 949444"/>
                <a:gd name="connsiteX174" fmla="*/ 762141 w 1055399"/>
                <a:gd name="connsiteY174" fmla="*/ 195951 h 949444"/>
                <a:gd name="connsiteX175" fmla="*/ 761602 w 1055399"/>
                <a:gd name="connsiteY175" fmla="*/ 197801 h 949444"/>
                <a:gd name="connsiteX176" fmla="*/ 759112 w 1055399"/>
                <a:gd name="connsiteY176" fmla="*/ 199550 h 949444"/>
                <a:gd name="connsiteX177" fmla="*/ 757362 w 1055399"/>
                <a:gd name="connsiteY177" fmla="*/ 202174 h 949444"/>
                <a:gd name="connsiteX178" fmla="*/ 754434 w 1055399"/>
                <a:gd name="connsiteY178" fmla="*/ 205202 h 949444"/>
                <a:gd name="connsiteX179" fmla="*/ 751371 w 1055399"/>
                <a:gd name="connsiteY179" fmla="*/ 209878 h 949444"/>
                <a:gd name="connsiteX180" fmla="*/ 747366 w 1055399"/>
                <a:gd name="connsiteY180" fmla="*/ 211392 h 949444"/>
                <a:gd name="connsiteX181" fmla="*/ 741073 w 1055399"/>
                <a:gd name="connsiteY181" fmla="*/ 207792 h 949444"/>
                <a:gd name="connsiteX182" fmla="*/ 739558 w 1055399"/>
                <a:gd name="connsiteY182" fmla="*/ 208869 h 949444"/>
                <a:gd name="connsiteX183" fmla="*/ 738919 w 1055399"/>
                <a:gd name="connsiteY183" fmla="*/ 210517 h 949444"/>
                <a:gd name="connsiteX184" fmla="*/ 736630 w 1055399"/>
                <a:gd name="connsiteY184" fmla="*/ 213343 h 949444"/>
                <a:gd name="connsiteX185" fmla="*/ 733366 w 1055399"/>
                <a:gd name="connsiteY185" fmla="*/ 213343 h 949444"/>
                <a:gd name="connsiteX186" fmla="*/ 730236 w 1055399"/>
                <a:gd name="connsiteY186" fmla="*/ 211291 h 949444"/>
                <a:gd name="connsiteX187" fmla="*/ 726534 w 1055399"/>
                <a:gd name="connsiteY187" fmla="*/ 210214 h 949444"/>
                <a:gd name="connsiteX188" fmla="*/ 724044 w 1055399"/>
                <a:gd name="connsiteY188" fmla="*/ 210416 h 949444"/>
                <a:gd name="connsiteX189" fmla="*/ 722630 w 1055399"/>
                <a:gd name="connsiteY189" fmla="*/ 212468 h 949444"/>
                <a:gd name="connsiteX190" fmla="*/ 715664 w 1055399"/>
                <a:gd name="connsiteY190" fmla="*/ 212468 h 949444"/>
                <a:gd name="connsiteX191" fmla="*/ 710885 w 1055399"/>
                <a:gd name="connsiteY191" fmla="*/ 210853 h 949444"/>
                <a:gd name="connsiteX192" fmla="*/ 708159 w 1055399"/>
                <a:gd name="connsiteY192" fmla="*/ 209104 h 949444"/>
                <a:gd name="connsiteX193" fmla="*/ 703380 w 1055399"/>
                <a:gd name="connsiteY193" fmla="*/ 207153 h 949444"/>
                <a:gd name="connsiteX194" fmla="*/ 700452 w 1055399"/>
                <a:gd name="connsiteY194" fmla="*/ 208028 h 949444"/>
                <a:gd name="connsiteX195" fmla="*/ 697524 w 1055399"/>
                <a:gd name="connsiteY195" fmla="*/ 208028 h 949444"/>
                <a:gd name="connsiteX196" fmla="*/ 693620 w 1055399"/>
                <a:gd name="connsiteY196" fmla="*/ 206177 h 949444"/>
                <a:gd name="connsiteX197" fmla="*/ 691432 w 1055399"/>
                <a:gd name="connsiteY197" fmla="*/ 203688 h 949444"/>
                <a:gd name="connsiteX198" fmla="*/ 689480 w 1055399"/>
                <a:gd name="connsiteY198" fmla="*/ 201737 h 949444"/>
                <a:gd name="connsiteX199" fmla="*/ 687192 w 1055399"/>
                <a:gd name="connsiteY199" fmla="*/ 199449 h 949444"/>
                <a:gd name="connsiteX200" fmla="*/ 683826 w 1055399"/>
                <a:gd name="connsiteY200" fmla="*/ 197599 h 949444"/>
                <a:gd name="connsiteX201" fmla="*/ 680360 w 1055399"/>
                <a:gd name="connsiteY201" fmla="*/ 196186 h 949444"/>
                <a:gd name="connsiteX202" fmla="*/ 676119 w 1055399"/>
                <a:gd name="connsiteY202" fmla="*/ 194774 h 949444"/>
                <a:gd name="connsiteX203" fmla="*/ 671879 w 1055399"/>
                <a:gd name="connsiteY203" fmla="*/ 192486 h 949444"/>
                <a:gd name="connsiteX204" fmla="*/ 669590 w 1055399"/>
                <a:gd name="connsiteY204" fmla="*/ 191510 h 949444"/>
                <a:gd name="connsiteX205" fmla="*/ 665114 w 1055399"/>
                <a:gd name="connsiteY205" fmla="*/ 189458 h 949444"/>
                <a:gd name="connsiteX206" fmla="*/ 663061 w 1055399"/>
                <a:gd name="connsiteY206" fmla="*/ 187844 h 949444"/>
                <a:gd name="connsiteX207" fmla="*/ 660571 w 1055399"/>
                <a:gd name="connsiteY207" fmla="*/ 186229 h 949444"/>
                <a:gd name="connsiteX208" fmla="*/ 656869 w 1055399"/>
                <a:gd name="connsiteY208" fmla="*/ 182966 h 949444"/>
                <a:gd name="connsiteX209" fmla="*/ 654379 w 1055399"/>
                <a:gd name="connsiteY209" fmla="*/ 179602 h 949444"/>
                <a:gd name="connsiteX210" fmla="*/ 653941 w 1055399"/>
                <a:gd name="connsiteY210" fmla="*/ 178088 h 949444"/>
                <a:gd name="connsiteX211" fmla="*/ 653605 w 1055399"/>
                <a:gd name="connsiteY211" fmla="*/ 175801 h 949444"/>
                <a:gd name="connsiteX212" fmla="*/ 654379 w 1055399"/>
                <a:gd name="connsiteY212" fmla="*/ 173614 h 949444"/>
                <a:gd name="connsiteX213" fmla="*/ 658619 w 1055399"/>
                <a:gd name="connsiteY213" fmla="*/ 172437 h 949444"/>
                <a:gd name="connsiteX214" fmla="*/ 661884 w 1055399"/>
                <a:gd name="connsiteY214" fmla="*/ 170687 h 949444"/>
                <a:gd name="connsiteX215" fmla="*/ 665485 w 1055399"/>
                <a:gd name="connsiteY215" fmla="*/ 169712 h 949444"/>
                <a:gd name="connsiteX216" fmla="*/ 667100 w 1055399"/>
                <a:gd name="connsiteY216" fmla="*/ 166684 h 949444"/>
                <a:gd name="connsiteX217" fmla="*/ 667538 w 1055399"/>
                <a:gd name="connsiteY217" fmla="*/ 161807 h 949444"/>
                <a:gd name="connsiteX218" fmla="*/ 665485 w 1055399"/>
                <a:gd name="connsiteY218" fmla="*/ 159317 h 949444"/>
                <a:gd name="connsiteX219" fmla="*/ 663196 w 1055399"/>
                <a:gd name="connsiteY219" fmla="*/ 158779 h 949444"/>
                <a:gd name="connsiteX220" fmla="*/ 661984 w 1055399"/>
                <a:gd name="connsiteY220" fmla="*/ 156391 h 949444"/>
                <a:gd name="connsiteX221" fmla="*/ 664172 w 1055399"/>
                <a:gd name="connsiteY221" fmla="*/ 154540 h 949444"/>
                <a:gd name="connsiteX222" fmla="*/ 664273 w 1055399"/>
                <a:gd name="connsiteY222" fmla="*/ 150739 h 949444"/>
                <a:gd name="connsiteX223" fmla="*/ 664071 w 1055399"/>
                <a:gd name="connsiteY223" fmla="*/ 145626 h 949444"/>
                <a:gd name="connsiteX224" fmla="*/ 662759 w 1055399"/>
                <a:gd name="connsiteY224" fmla="*/ 142161 h 949444"/>
                <a:gd name="connsiteX225" fmla="*/ 665047 w 1055399"/>
                <a:gd name="connsiteY225" fmla="*/ 137048 h 949444"/>
                <a:gd name="connsiteX226" fmla="*/ 669624 w 1055399"/>
                <a:gd name="connsiteY226" fmla="*/ 135063 h 949444"/>
                <a:gd name="connsiteX227" fmla="*/ 672990 w 1055399"/>
                <a:gd name="connsiteY227" fmla="*/ 133045 h 949444"/>
                <a:gd name="connsiteX228" fmla="*/ 675177 w 1055399"/>
                <a:gd name="connsiteY228" fmla="*/ 130455 h 949444"/>
                <a:gd name="connsiteX229" fmla="*/ 673764 w 1055399"/>
                <a:gd name="connsiteY229" fmla="*/ 126216 h 949444"/>
                <a:gd name="connsiteX230" fmla="*/ 671475 w 1055399"/>
                <a:gd name="connsiteY230" fmla="*/ 125341 h 949444"/>
                <a:gd name="connsiteX231" fmla="*/ 668009 w 1055399"/>
                <a:gd name="connsiteY231" fmla="*/ 125543 h 949444"/>
                <a:gd name="connsiteX232" fmla="*/ 663230 w 1055399"/>
                <a:gd name="connsiteY232" fmla="*/ 125005 h 949444"/>
                <a:gd name="connsiteX233" fmla="*/ 660302 w 1055399"/>
                <a:gd name="connsiteY233" fmla="*/ 123491 h 949444"/>
                <a:gd name="connsiteX234" fmla="*/ 657037 w 1055399"/>
                <a:gd name="connsiteY234" fmla="*/ 122179 h 949444"/>
                <a:gd name="connsiteX235" fmla="*/ 655388 w 1055399"/>
                <a:gd name="connsiteY235" fmla="*/ 120565 h 949444"/>
                <a:gd name="connsiteX236" fmla="*/ 654076 w 1055399"/>
                <a:gd name="connsiteY236" fmla="*/ 116763 h 949444"/>
                <a:gd name="connsiteX237" fmla="*/ 652225 w 1055399"/>
                <a:gd name="connsiteY237" fmla="*/ 111986 h 949444"/>
                <a:gd name="connsiteX238" fmla="*/ 650037 w 1055399"/>
                <a:gd name="connsiteY238" fmla="*/ 107210 h 949444"/>
                <a:gd name="connsiteX239" fmla="*/ 648186 w 1055399"/>
                <a:gd name="connsiteY239" fmla="*/ 101995 h 949444"/>
                <a:gd name="connsiteX240" fmla="*/ 646537 w 1055399"/>
                <a:gd name="connsiteY240" fmla="*/ 96781 h 949444"/>
                <a:gd name="connsiteX241" fmla="*/ 645898 w 1055399"/>
                <a:gd name="connsiteY241" fmla="*/ 93955 h 949444"/>
                <a:gd name="connsiteX242" fmla="*/ 645258 w 1055399"/>
                <a:gd name="connsiteY242" fmla="*/ 92341 h 949444"/>
                <a:gd name="connsiteX243" fmla="*/ 642970 w 1055399"/>
                <a:gd name="connsiteY243" fmla="*/ 89515 h 949444"/>
                <a:gd name="connsiteX244" fmla="*/ 641119 w 1055399"/>
                <a:gd name="connsiteY244" fmla="*/ 88001 h 949444"/>
                <a:gd name="connsiteX245" fmla="*/ 638729 w 1055399"/>
                <a:gd name="connsiteY245" fmla="*/ 86488 h 949444"/>
                <a:gd name="connsiteX246" fmla="*/ 636542 w 1055399"/>
                <a:gd name="connsiteY246" fmla="*/ 85714 h 949444"/>
                <a:gd name="connsiteX247" fmla="*/ 634253 w 1055399"/>
                <a:gd name="connsiteY247" fmla="*/ 84940 h 949444"/>
                <a:gd name="connsiteX248" fmla="*/ 632234 w 1055399"/>
                <a:gd name="connsiteY248" fmla="*/ 83124 h 949444"/>
                <a:gd name="connsiteX249" fmla="*/ 628767 w 1055399"/>
                <a:gd name="connsiteY249" fmla="*/ 83124 h 949444"/>
                <a:gd name="connsiteX250" fmla="*/ 626479 w 1055399"/>
                <a:gd name="connsiteY250" fmla="*/ 83124 h 949444"/>
                <a:gd name="connsiteX251" fmla="*/ 623989 w 1055399"/>
                <a:gd name="connsiteY251" fmla="*/ 83224 h 949444"/>
                <a:gd name="connsiteX252" fmla="*/ 620286 w 1055399"/>
                <a:gd name="connsiteY252" fmla="*/ 83561 h 949444"/>
                <a:gd name="connsiteX253" fmla="*/ 613657 w 1055399"/>
                <a:gd name="connsiteY253" fmla="*/ 83763 h 949444"/>
                <a:gd name="connsiteX254" fmla="*/ 611906 w 1055399"/>
                <a:gd name="connsiteY254" fmla="*/ 83864 h 949444"/>
                <a:gd name="connsiteX255" fmla="*/ 609315 w 1055399"/>
                <a:gd name="connsiteY255" fmla="*/ 83426 h 949444"/>
                <a:gd name="connsiteX256" fmla="*/ 605950 w 1055399"/>
                <a:gd name="connsiteY256" fmla="*/ 81912 h 949444"/>
                <a:gd name="connsiteX257" fmla="*/ 600632 w 1055399"/>
                <a:gd name="connsiteY257" fmla="*/ 80836 h 949444"/>
                <a:gd name="connsiteX258" fmla="*/ 598243 w 1055399"/>
                <a:gd name="connsiteY258" fmla="*/ 78784 h 949444"/>
                <a:gd name="connsiteX259" fmla="*/ 596728 w 1055399"/>
                <a:gd name="connsiteY259" fmla="*/ 78784 h 949444"/>
                <a:gd name="connsiteX260" fmla="*/ 595752 w 1055399"/>
                <a:gd name="connsiteY260" fmla="*/ 80197 h 949444"/>
                <a:gd name="connsiteX261" fmla="*/ 592690 w 1055399"/>
                <a:gd name="connsiteY261" fmla="*/ 81711 h 949444"/>
                <a:gd name="connsiteX262" fmla="*/ 590738 w 1055399"/>
                <a:gd name="connsiteY262" fmla="*/ 80836 h 949444"/>
                <a:gd name="connsiteX263" fmla="*/ 590738 w 1055399"/>
                <a:gd name="connsiteY263" fmla="*/ 80399 h 949444"/>
                <a:gd name="connsiteX264" fmla="*/ 590940 w 1055399"/>
                <a:gd name="connsiteY264" fmla="*/ 79221 h 949444"/>
                <a:gd name="connsiteX265" fmla="*/ 590166 w 1055399"/>
                <a:gd name="connsiteY265" fmla="*/ 77169 h 949444"/>
                <a:gd name="connsiteX266" fmla="*/ 588853 w 1055399"/>
                <a:gd name="connsiteY266" fmla="*/ 75656 h 949444"/>
                <a:gd name="connsiteX267" fmla="*/ 588651 w 1055399"/>
                <a:gd name="connsiteY267" fmla="*/ 73805 h 949444"/>
                <a:gd name="connsiteX268" fmla="*/ 589190 w 1055399"/>
                <a:gd name="connsiteY268" fmla="*/ 72729 h 949444"/>
                <a:gd name="connsiteX269" fmla="*/ 589627 w 1055399"/>
                <a:gd name="connsiteY269" fmla="*/ 70240 h 949444"/>
                <a:gd name="connsiteX270" fmla="*/ 589392 w 1055399"/>
                <a:gd name="connsiteY270" fmla="*/ 67212 h 949444"/>
                <a:gd name="connsiteX271" fmla="*/ 588618 w 1055399"/>
                <a:gd name="connsiteY271" fmla="*/ 65463 h 949444"/>
                <a:gd name="connsiteX272" fmla="*/ 587204 w 1055399"/>
                <a:gd name="connsiteY272" fmla="*/ 64824 h 949444"/>
                <a:gd name="connsiteX273" fmla="*/ 584478 w 1055399"/>
                <a:gd name="connsiteY273" fmla="*/ 64824 h 949444"/>
                <a:gd name="connsiteX274" fmla="*/ 582964 w 1055399"/>
                <a:gd name="connsiteY274" fmla="*/ 66035 h 949444"/>
                <a:gd name="connsiteX275" fmla="*/ 582324 w 1055399"/>
                <a:gd name="connsiteY275" fmla="*/ 67548 h 949444"/>
                <a:gd name="connsiteX276" fmla="*/ 580574 w 1055399"/>
                <a:gd name="connsiteY276" fmla="*/ 69836 h 949444"/>
                <a:gd name="connsiteX277" fmla="*/ 578286 w 1055399"/>
                <a:gd name="connsiteY277" fmla="*/ 71484 h 949444"/>
                <a:gd name="connsiteX278" fmla="*/ 576199 w 1055399"/>
                <a:gd name="connsiteY278" fmla="*/ 72796 h 949444"/>
                <a:gd name="connsiteX279" fmla="*/ 573911 w 1055399"/>
                <a:gd name="connsiteY279" fmla="*/ 72460 h 949444"/>
                <a:gd name="connsiteX280" fmla="*/ 571420 w 1055399"/>
                <a:gd name="connsiteY280" fmla="*/ 70845 h 949444"/>
                <a:gd name="connsiteX281" fmla="*/ 569771 w 1055399"/>
                <a:gd name="connsiteY281" fmla="*/ 71383 h 949444"/>
                <a:gd name="connsiteX282" fmla="*/ 564117 w 1055399"/>
                <a:gd name="connsiteY282" fmla="*/ 72022 h 949444"/>
                <a:gd name="connsiteX283" fmla="*/ 560853 w 1055399"/>
                <a:gd name="connsiteY283" fmla="*/ 70172 h 949444"/>
                <a:gd name="connsiteX284" fmla="*/ 556410 w 1055399"/>
                <a:gd name="connsiteY284" fmla="*/ 69533 h 949444"/>
                <a:gd name="connsiteX285" fmla="*/ 556074 w 1055399"/>
                <a:gd name="connsiteY285" fmla="*/ 68221 h 949444"/>
                <a:gd name="connsiteX286" fmla="*/ 556174 w 1055399"/>
                <a:gd name="connsiteY286" fmla="*/ 66707 h 949444"/>
                <a:gd name="connsiteX287" fmla="*/ 556612 w 1055399"/>
                <a:gd name="connsiteY287" fmla="*/ 65530 h 949444"/>
                <a:gd name="connsiteX288" fmla="*/ 556511 w 1055399"/>
                <a:gd name="connsiteY288" fmla="*/ 63242 h 949444"/>
                <a:gd name="connsiteX289" fmla="*/ 556511 w 1055399"/>
                <a:gd name="connsiteY289" fmla="*/ 62368 h 949444"/>
                <a:gd name="connsiteX290" fmla="*/ 556242 w 1055399"/>
                <a:gd name="connsiteY290" fmla="*/ 59643 h 949444"/>
                <a:gd name="connsiteX291" fmla="*/ 556309 w 1055399"/>
                <a:gd name="connsiteY291" fmla="*/ 57793 h 949444"/>
                <a:gd name="connsiteX292" fmla="*/ 556410 w 1055399"/>
                <a:gd name="connsiteY292" fmla="*/ 55640 h 949444"/>
                <a:gd name="connsiteX293" fmla="*/ 556174 w 1055399"/>
                <a:gd name="connsiteY293" fmla="*/ 53252 h 949444"/>
                <a:gd name="connsiteX294" fmla="*/ 554660 w 1055399"/>
                <a:gd name="connsiteY294" fmla="*/ 51839 h 949444"/>
                <a:gd name="connsiteX295" fmla="*/ 552573 w 1055399"/>
                <a:gd name="connsiteY295" fmla="*/ 49349 h 949444"/>
                <a:gd name="connsiteX296" fmla="*/ 551934 w 1055399"/>
                <a:gd name="connsiteY296" fmla="*/ 46961 h 949444"/>
                <a:gd name="connsiteX297" fmla="*/ 553011 w 1055399"/>
                <a:gd name="connsiteY297" fmla="*/ 44471 h 949444"/>
                <a:gd name="connsiteX298" fmla="*/ 555737 w 1055399"/>
                <a:gd name="connsiteY298" fmla="*/ 40872 h 949444"/>
                <a:gd name="connsiteX299" fmla="*/ 556814 w 1055399"/>
                <a:gd name="connsiteY299" fmla="*/ 38484 h 949444"/>
                <a:gd name="connsiteX300" fmla="*/ 558025 w 1055399"/>
                <a:gd name="connsiteY300" fmla="*/ 34884 h 949444"/>
                <a:gd name="connsiteX301" fmla="*/ 557824 w 1055399"/>
                <a:gd name="connsiteY301" fmla="*/ 31520 h 949444"/>
                <a:gd name="connsiteX302" fmla="*/ 556612 w 1055399"/>
                <a:gd name="connsiteY302" fmla="*/ 29132 h 949444"/>
                <a:gd name="connsiteX303" fmla="*/ 555838 w 1055399"/>
                <a:gd name="connsiteY303" fmla="*/ 27181 h 949444"/>
                <a:gd name="connsiteX304" fmla="*/ 554324 w 1055399"/>
                <a:gd name="connsiteY304" fmla="*/ 25129 h 949444"/>
                <a:gd name="connsiteX305" fmla="*/ 552136 w 1055399"/>
                <a:gd name="connsiteY305" fmla="*/ 25230 h 949444"/>
                <a:gd name="connsiteX306" fmla="*/ 551059 w 1055399"/>
                <a:gd name="connsiteY306" fmla="*/ 25129 h 949444"/>
                <a:gd name="connsiteX307" fmla="*/ 549309 w 1055399"/>
                <a:gd name="connsiteY307" fmla="*/ 24254 h 949444"/>
                <a:gd name="connsiteX308" fmla="*/ 548670 w 1055399"/>
                <a:gd name="connsiteY308" fmla="*/ 21664 h 949444"/>
                <a:gd name="connsiteX309" fmla="*/ 546819 w 1055399"/>
                <a:gd name="connsiteY309" fmla="*/ 22303 h 949444"/>
                <a:gd name="connsiteX310" fmla="*/ 543790 w 1055399"/>
                <a:gd name="connsiteY310" fmla="*/ 21765 h 949444"/>
                <a:gd name="connsiteX311" fmla="*/ 542915 w 1055399"/>
                <a:gd name="connsiteY311" fmla="*/ 21328 h 949444"/>
                <a:gd name="connsiteX312" fmla="*/ 541299 w 1055399"/>
                <a:gd name="connsiteY312" fmla="*/ 20453 h 949444"/>
                <a:gd name="connsiteX313" fmla="*/ 541299 w 1055399"/>
                <a:gd name="connsiteY313" fmla="*/ 18838 h 949444"/>
                <a:gd name="connsiteX314" fmla="*/ 540862 w 1055399"/>
                <a:gd name="connsiteY314" fmla="*/ 16349 h 949444"/>
                <a:gd name="connsiteX315" fmla="*/ 540862 w 1055399"/>
                <a:gd name="connsiteY315" fmla="*/ 15037 h 949444"/>
                <a:gd name="connsiteX316" fmla="*/ 541030 w 1055399"/>
                <a:gd name="connsiteY316" fmla="*/ 13153 h 949444"/>
                <a:gd name="connsiteX317" fmla="*/ 540189 w 1055399"/>
                <a:gd name="connsiteY317" fmla="*/ 11269 h 949444"/>
                <a:gd name="connsiteX318" fmla="*/ 538674 w 1055399"/>
                <a:gd name="connsiteY318" fmla="*/ 9823 h 949444"/>
                <a:gd name="connsiteX319" fmla="*/ 536083 w 1055399"/>
                <a:gd name="connsiteY319" fmla="*/ 8881 h 949444"/>
                <a:gd name="connsiteX320" fmla="*/ 534333 w 1055399"/>
                <a:gd name="connsiteY320" fmla="*/ 9318 h 949444"/>
                <a:gd name="connsiteX321" fmla="*/ 533895 w 1055399"/>
                <a:gd name="connsiteY321" fmla="*/ 9890 h 949444"/>
                <a:gd name="connsiteX322" fmla="*/ 533458 w 1055399"/>
                <a:gd name="connsiteY322" fmla="*/ 10899 h 949444"/>
                <a:gd name="connsiteX323" fmla="*/ 533222 w 1055399"/>
                <a:gd name="connsiteY323" fmla="*/ 11976 h 949444"/>
                <a:gd name="connsiteX324" fmla="*/ 532785 w 1055399"/>
                <a:gd name="connsiteY324" fmla="*/ 12918 h 949444"/>
                <a:gd name="connsiteX325" fmla="*/ 532347 w 1055399"/>
                <a:gd name="connsiteY325" fmla="*/ 13927 h 949444"/>
                <a:gd name="connsiteX326" fmla="*/ 531539 w 1055399"/>
                <a:gd name="connsiteY326" fmla="*/ 14869 h 949444"/>
                <a:gd name="connsiteX327" fmla="*/ 530463 w 1055399"/>
                <a:gd name="connsiteY327" fmla="*/ 14936 h 949444"/>
                <a:gd name="connsiteX328" fmla="*/ 529285 w 1055399"/>
                <a:gd name="connsiteY328" fmla="*/ 12413 h 949444"/>
                <a:gd name="connsiteX329" fmla="*/ 527972 w 1055399"/>
                <a:gd name="connsiteY329" fmla="*/ 10967 h 949444"/>
                <a:gd name="connsiteX330" fmla="*/ 525212 w 1055399"/>
                <a:gd name="connsiteY330" fmla="*/ 10765 h 949444"/>
                <a:gd name="connsiteX331" fmla="*/ 523025 w 1055399"/>
                <a:gd name="connsiteY331" fmla="*/ 10765 h 949444"/>
                <a:gd name="connsiteX332" fmla="*/ 521275 w 1055399"/>
                <a:gd name="connsiteY332" fmla="*/ 11135 h 949444"/>
                <a:gd name="connsiteX333" fmla="*/ 520198 w 1055399"/>
                <a:gd name="connsiteY333" fmla="*/ 11875 h 949444"/>
                <a:gd name="connsiteX334" fmla="*/ 518751 w 1055399"/>
                <a:gd name="connsiteY334" fmla="*/ 13187 h 949444"/>
                <a:gd name="connsiteX335" fmla="*/ 516799 w 1055399"/>
                <a:gd name="connsiteY335" fmla="*/ 15272 h 949444"/>
                <a:gd name="connsiteX336" fmla="*/ 514274 w 1055399"/>
                <a:gd name="connsiteY336" fmla="*/ 17526 h 949444"/>
                <a:gd name="connsiteX337" fmla="*/ 512760 w 1055399"/>
                <a:gd name="connsiteY337" fmla="*/ 18468 h 949444"/>
                <a:gd name="connsiteX338" fmla="*/ 511010 w 1055399"/>
                <a:gd name="connsiteY338" fmla="*/ 19713 h 949444"/>
                <a:gd name="connsiteX339" fmla="*/ 509496 w 1055399"/>
                <a:gd name="connsiteY339" fmla="*/ 21395 h 949444"/>
                <a:gd name="connsiteX340" fmla="*/ 508486 w 1055399"/>
                <a:gd name="connsiteY340" fmla="*/ 22337 h 949444"/>
                <a:gd name="connsiteX341" fmla="*/ 507342 w 1055399"/>
                <a:gd name="connsiteY341" fmla="*/ 23581 h 949444"/>
                <a:gd name="connsiteX342" fmla="*/ 506601 w 1055399"/>
                <a:gd name="connsiteY342" fmla="*/ 24961 h 949444"/>
                <a:gd name="connsiteX343" fmla="*/ 507611 w 1055399"/>
                <a:gd name="connsiteY343" fmla="*/ 25903 h 949444"/>
                <a:gd name="connsiteX344" fmla="*/ 509563 w 1055399"/>
                <a:gd name="connsiteY344" fmla="*/ 26340 h 949444"/>
                <a:gd name="connsiteX345" fmla="*/ 511818 w 1055399"/>
                <a:gd name="connsiteY345" fmla="*/ 27921 h 949444"/>
                <a:gd name="connsiteX346" fmla="*/ 513063 w 1055399"/>
                <a:gd name="connsiteY346" fmla="*/ 29502 h 949444"/>
                <a:gd name="connsiteX347" fmla="*/ 513366 w 1055399"/>
                <a:gd name="connsiteY347" fmla="*/ 32261 h 949444"/>
                <a:gd name="connsiteX348" fmla="*/ 513063 w 1055399"/>
                <a:gd name="connsiteY348" fmla="*/ 34010 h 949444"/>
                <a:gd name="connsiteX349" fmla="*/ 511481 w 1055399"/>
                <a:gd name="connsiteY349" fmla="*/ 34514 h 949444"/>
                <a:gd name="connsiteX350" fmla="*/ 509024 w 1055399"/>
                <a:gd name="connsiteY350" fmla="*/ 32563 h 949444"/>
                <a:gd name="connsiteX351" fmla="*/ 503000 w 1055399"/>
                <a:gd name="connsiteY351" fmla="*/ 30309 h 949444"/>
                <a:gd name="connsiteX352" fmla="*/ 500106 w 1055399"/>
                <a:gd name="connsiteY352" fmla="*/ 30881 h 949444"/>
                <a:gd name="connsiteX353" fmla="*/ 497851 w 1055399"/>
                <a:gd name="connsiteY353" fmla="*/ 31890 h 949444"/>
                <a:gd name="connsiteX354" fmla="*/ 495967 w 1055399"/>
                <a:gd name="connsiteY354" fmla="*/ 32765 h 949444"/>
                <a:gd name="connsiteX355" fmla="*/ 494216 w 1055399"/>
                <a:gd name="connsiteY355" fmla="*/ 33135 h 949444"/>
                <a:gd name="connsiteX356" fmla="*/ 492332 w 1055399"/>
                <a:gd name="connsiteY356" fmla="*/ 31184 h 949444"/>
                <a:gd name="connsiteX357" fmla="*/ 490245 w 1055399"/>
                <a:gd name="connsiteY357" fmla="*/ 30679 h 949444"/>
                <a:gd name="connsiteX358" fmla="*/ 487620 w 1055399"/>
                <a:gd name="connsiteY358" fmla="*/ 30814 h 949444"/>
                <a:gd name="connsiteX359" fmla="*/ 486812 w 1055399"/>
                <a:gd name="connsiteY359" fmla="*/ 31251 h 949444"/>
                <a:gd name="connsiteX360" fmla="*/ 484860 w 1055399"/>
                <a:gd name="connsiteY360" fmla="*/ 33270 h 949444"/>
                <a:gd name="connsiteX361" fmla="*/ 483279 w 1055399"/>
                <a:gd name="connsiteY361" fmla="*/ 34783 h 949444"/>
                <a:gd name="connsiteX362" fmla="*/ 481327 w 1055399"/>
                <a:gd name="connsiteY362" fmla="*/ 36028 h 949444"/>
                <a:gd name="connsiteX363" fmla="*/ 478432 w 1055399"/>
                <a:gd name="connsiteY363" fmla="*/ 37475 h 949444"/>
                <a:gd name="connsiteX364" fmla="*/ 475605 w 1055399"/>
                <a:gd name="connsiteY364" fmla="*/ 38147 h 949444"/>
                <a:gd name="connsiteX365" fmla="*/ 469211 w 1055399"/>
                <a:gd name="connsiteY365" fmla="*/ 38147 h 949444"/>
                <a:gd name="connsiteX366" fmla="*/ 466687 w 1055399"/>
                <a:gd name="connsiteY366" fmla="*/ 39190 h 949444"/>
                <a:gd name="connsiteX367" fmla="*/ 465610 w 1055399"/>
                <a:gd name="connsiteY367" fmla="*/ 39594 h 949444"/>
                <a:gd name="connsiteX368" fmla="*/ 464870 w 1055399"/>
                <a:gd name="connsiteY368" fmla="*/ 40973 h 949444"/>
                <a:gd name="connsiteX369" fmla="*/ 465374 w 1055399"/>
                <a:gd name="connsiteY369" fmla="*/ 41915 h 949444"/>
                <a:gd name="connsiteX370" fmla="*/ 467125 w 1055399"/>
                <a:gd name="connsiteY370" fmla="*/ 44303 h 949444"/>
                <a:gd name="connsiteX371" fmla="*/ 470086 w 1055399"/>
                <a:gd name="connsiteY371" fmla="*/ 47566 h 949444"/>
                <a:gd name="connsiteX372" fmla="*/ 474730 w 1055399"/>
                <a:gd name="connsiteY372" fmla="*/ 50325 h 949444"/>
                <a:gd name="connsiteX373" fmla="*/ 478937 w 1055399"/>
                <a:gd name="connsiteY373" fmla="*/ 53521 h 949444"/>
                <a:gd name="connsiteX374" fmla="*/ 480250 w 1055399"/>
                <a:gd name="connsiteY374" fmla="*/ 58600 h 949444"/>
                <a:gd name="connsiteX375" fmla="*/ 480250 w 1055399"/>
                <a:gd name="connsiteY375" fmla="*/ 63949 h 949444"/>
                <a:gd name="connsiteX376" fmla="*/ 479106 w 1055399"/>
                <a:gd name="connsiteY376" fmla="*/ 68288 h 949444"/>
                <a:gd name="connsiteX377" fmla="*/ 477221 w 1055399"/>
                <a:gd name="connsiteY377" fmla="*/ 73200 h 949444"/>
                <a:gd name="connsiteX378" fmla="*/ 478231 w 1055399"/>
                <a:gd name="connsiteY378" fmla="*/ 77270 h 949444"/>
                <a:gd name="connsiteX379" fmla="*/ 478231 w 1055399"/>
                <a:gd name="connsiteY379" fmla="*/ 80735 h 949444"/>
                <a:gd name="connsiteX380" fmla="*/ 479408 w 1055399"/>
                <a:gd name="connsiteY380" fmla="*/ 83191 h 949444"/>
                <a:gd name="connsiteX381" fmla="*/ 481428 w 1055399"/>
                <a:gd name="connsiteY381" fmla="*/ 84503 h 949444"/>
                <a:gd name="connsiteX382" fmla="*/ 484053 w 1055399"/>
                <a:gd name="connsiteY382" fmla="*/ 86521 h 949444"/>
                <a:gd name="connsiteX383" fmla="*/ 486947 w 1055399"/>
                <a:gd name="connsiteY383" fmla="*/ 88842 h 949444"/>
                <a:gd name="connsiteX384" fmla="*/ 488663 w 1055399"/>
                <a:gd name="connsiteY384" fmla="*/ 91163 h 949444"/>
                <a:gd name="connsiteX385" fmla="*/ 488663 w 1055399"/>
                <a:gd name="connsiteY385" fmla="*/ 92307 h 949444"/>
                <a:gd name="connsiteX386" fmla="*/ 488394 w 1055399"/>
                <a:gd name="connsiteY386" fmla="*/ 96344 h 949444"/>
                <a:gd name="connsiteX387" fmla="*/ 487519 w 1055399"/>
                <a:gd name="connsiteY387" fmla="*/ 100986 h 949444"/>
                <a:gd name="connsiteX388" fmla="*/ 486947 w 1055399"/>
                <a:gd name="connsiteY388" fmla="*/ 104014 h 949444"/>
                <a:gd name="connsiteX389" fmla="*/ 485500 w 1055399"/>
                <a:gd name="connsiteY389" fmla="*/ 106470 h 949444"/>
                <a:gd name="connsiteX390" fmla="*/ 480149 w 1055399"/>
                <a:gd name="connsiteY390" fmla="*/ 108219 h 949444"/>
                <a:gd name="connsiteX391" fmla="*/ 478399 w 1055399"/>
                <a:gd name="connsiteY391" fmla="*/ 107781 h 949444"/>
                <a:gd name="connsiteX392" fmla="*/ 474764 w 1055399"/>
                <a:gd name="connsiteY392" fmla="*/ 106470 h 949444"/>
                <a:gd name="connsiteX393" fmla="*/ 472745 w 1055399"/>
                <a:gd name="connsiteY393" fmla="*/ 106738 h 949444"/>
                <a:gd name="connsiteX394" fmla="*/ 469110 w 1055399"/>
                <a:gd name="connsiteY394" fmla="*/ 108488 h 949444"/>
                <a:gd name="connsiteX395" fmla="*/ 465475 w 1055399"/>
                <a:gd name="connsiteY395" fmla="*/ 109497 h 949444"/>
                <a:gd name="connsiteX396" fmla="*/ 464163 w 1055399"/>
                <a:gd name="connsiteY396" fmla="*/ 111381 h 949444"/>
                <a:gd name="connsiteX397" fmla="*/ 463422 w 1055399"/>
                <a:gd name="connsiteY397" fmla="*/ 114408 h 949444"/>
                <a:gd name="connsiteX398" fmla="*/ 462850 w 1055399"/>
                <a:gd name="connsiteY398" fmla="*/ 116427 h 949444"/>
                <a:gd name="connsiteX399" fmla="*/ 461975 w 1055399"/>
                <a:gd name="connsiteY399" fmla="*/ 114408 h 949444"/>
                <a:gd name="connsiteX400" fmla="*/ 459653 w 1055399"/>
                <a:gd name="connsiteY400" fmla="*/ 114980 h 949444"/>
                <a:gd name="connsiteX401" fmla="*/ 458341 w 1055399"/>
                <a:gd name="connsiteY401" fmla="*/ 116561 h 949444"/>
                <a:gd name="connsiteX402" fmla="*/ 458206 w 1055399"/>
                <a:gd name="connsiteY402" fmla="*/ 118008 h 949444"/>
                <a:gd name="connsiteX403" fmla="*/ 459350 w 1055399"/>
                <a:gd name="connsiteY403" fmla="*/ 119892 h 949444"/>
                <a:gd name="connsiteX404" fmla="*/ 460797 w 1055399"/>
                <a:gd name="connsiteY404" fmla="*/ 122078 h 949444"/>
                <a:gd name="connsiteX405" fmla="*/ 462985 w 1055399"/>
                <a:gd name="connsiteY405" fmla="*/ 123525 h 949444"/>
                <a:gd name="connsiteX406" fmla="*/ 462413 w 1055399"/>
                <a:gd name="connsiteY406" fmla="*/ 125106 h 949444"/>
                <a:gd name="connsiteX407" fmla="*/ 458071 w 1055399"/>
                <a:gd name="connsiteY407" fmla="*/ 124971 h 949444"/>
                <a:gd name="connsiteX408" fmla="*/ 457196 w 1055399"/>
                <a:gd name="connsiteY408" fmla="*/ 123088 h 949444"/>
                <a:gd name="connsiteX409" fmla="*/ 454740 w 1055399"/>
                <a:gd name="connsiteY409" fmla="*/ 118008 h 949444"/>
                <a:gd name="connsiteX410" fmla="*/ 452283 w 1055399"/>
                <a:gd name="connsiteY410" fmla="*/ 118008 h 949444"/>
                <a:gd name="connsiteX411" fmla="*/ 450533 w 1055399"/>
                <a:gd name="connsiteY411" fmla="*/ 121035 h 949444"/>
                <a:gd name="connsiteX412" fmla="*/ 449523 w 1055399"/>
                <a:gd name="connsiteY412" fmla="*/ 124938 h 949444"/>
                <a:gd name="connsiteX413" fmla="*/ 446326 w 1055399"/>
                <a:gd name="connsiteY413" fmla="*/ 124635 h 949444"/>
                <a:gd name="connsiteX414" fmla="*/ 445013 w 1055399"/>
                <a:gd name="connsiteY414" fmla="*/ 125779 h 949444"/>
                <a:gd name="connsiteX415" fmla="*/ 444004 w 1055399"/>
                <a:gd name="connsiteY415" fmla="*/ 127528 h 949444"/>
                <a:gd name="connsiteX416" fmla="*/ 443129 w 1055399"/>
                <a:gd name="connsiteY416" fmla="*/ 129412 h 949444"/>
                <a:gd name="connsiteX417" fmla="*/ 442388 w 1055399"/>
                <a:gd name="connsiteY417" fmla="*/ 130993 h 949444"/>
                <a:gd name="connsiteX418" fmla="*/ 441379 w 1055399"/>
                <a:gd name="connsiteY418" fmla="*/ 133314 h 949444"/>
                <a:gd name="connsiteX419" fmla="*/ 438922 w 1055399"/>
                <a:gd name="connsiteY419" fmla="*/ 135198 h 949444"/>
                <a:gd name="connsiteX420" fmla="*/ 432124 w 1055399"/>
                <a:gd name="connsiteY420" fmla="*/ 134626 h 949444"/>
                <a:gd name="connsiteX421" fmla="*/ 428792 w 1055399"/>
                <a:gd name="connsiteY421" fmla="*/ 131598 h 949444"/>
                <a:gd name="connsiteX422" fmla="*/ 427782 w 1055399"/>
                <a:gd name="connsiteY422" fmla="*/ 130589 h 949444"/>
                <a:gd name="connsiteX423" fmla="*/ 425325 w 1055399"/>
                <a:gd name="connsiteY423" fmla="*/ 124938 h 949444"/>
                <a:gd name="connsiteX424" fmla="*/ 422633 w 1055399"/>
                <a:gd name="connsiteY424" fmla="*/ 122146 h 949444"/>
                <a:gd name="connsiteX425" fmla="*/ 424518 w 1055399"/>
                <a:gd name="connsiteY425" fmla="*/ 120800 h 949444"/>
                <a:gd name="connsiteX426" fmla="*/ 429398 w 1055399"/>
                <a:gd name="connsiteY426" fmla="*/ 118311 h 949444"/>
                <a:gd name="connsiteX427" fmla="*/ 431888 w 1055399"/>
                <a:gd name="connsiteY427" fmla="*/ 117436 h 949444"/>
                <a:gd name="connsiteX428" fmla="*/ 433739 w 1055399"/>
                <a:gd name="connsiteY428" fmla="*/ 115821 h 949444"/>
                <a:gd name="connsiteX429" fmla="*/ 434816 w 1055399"/>
                <a:gd name="connsiteY429" fmla="*/ 114408 h 949444"/>
                <a:gd name="connsiteX430" fmla="*/ 435893 w 1055399"/>
                <a:gd name="connsiteY430" fmla="*/ 112558 h 949444"/>
                <a:gd name="connsiteX431" fmla="*/ 436869 w 1055399"/>
                <a:gd name="connsiteY431" fmla="*/ 108118 h 949444"/>
                <a:gd name="connsiteX432" fmla="*/ 438182 w 1055399"/>
                <a:gd name="connsiteY432" fmla="*/ 105528 h 949444"/>
                <a:gd name="connsiteX433" fmla="*/ 438182 w 1055399"/>
                <a:gd name="connsiteY433" fmla="*/ 101491 h 949444"/>
                <a:gd name="connsiteX434" fmla="*/ 438182 w 1055399"/>
                <a:gd name="connsiteY434" fmla="*/ 99742 h 949444"/>
                <a:gd name="connsiteX435" fmla="*/ 438182 w 1055399"/>
                <a:gd name="connsiteY435" fmla="*/ 98329 h 949444"/>
                <a:gd name="connsiteX436" fmla="*/ 436835 w 1055399"/>
                <a:gd name="connsiteY436" fmla="*/ 97151 h 949444"/>
                <a:gd name="connsiteX437" fmla="*/ 434715 w 1055399"/>
                <a:gd name="connsiteY437" fmla="*/ 94527 h 949444"/>
                <a:gd name="connsiteX438" fmla="*/ 434715 w 1055399"/>
                <a:gd name="connsiteY438" fmla="*/ 91063 h 949444"/>
                <a:gd name="connsiteX439" fmla="*/ 434715 w 1055399"/>
                <a:gd name="connsiteY439" fmla="*/ 87598 h 949444"/>
                <a:gd name="connsiteX440" fmla="*/ 434715 w 1055399"/>
                <a:gd name="connsiteY440" fmla="*/ 84133 h 949444"/>
                <a:gd name="connsiteX441" fmla="*/ 434715 w 1055399"/>
                <a:gd name="connsiteY441" fmla="*/ 81105 h 949444"/>
                <a:gd name="connsiteX442" fmla="*/ 433369 w 1055399"/>
                <a:gd name="connsiteY442" fmla="*/ 79255 h 949444"/>
                <a:gd name="connsiteX443" fmla="*/ 432124 w 1055399"/>
                <a:gd name="connsiteY443" fmla="*/ 76328 h 949444"/>
                <a:gd name="connsiteX444" fmla="*/ 430946 w 1055399"/>
                <a:gd name="connsiteY444" fmla="*/ 76328 h 949444"/>
                <a:gd name="connsiteX445" fmla="*/ 428186 w 1055399"/>
                <a:gd name="connsiteY445" fmla="*/ 79255 h 949444"/>
                <a:gd name="connsiteX446" fmla="*/ 426200 w 1055399"/>
                <a:gd name="connsiteY446" fmla="*/ 81139 h 949444"/>
                <a:gd name="connsiteX447" fmla="*/ 425561 w 1055399"/>
                <a:gd name="connsiteY447" fmla="*/ 83426 h 949444"/>
                <a:gd name="connsiteX448" fmla="*/ 423474 w 1055399"/>
                <a:gd name="connsiteY448" fmla="*/ 86992 h 949444"/>
                <a:gd name="connsiteX449" fmla="*/ 421624 w 1055399"/>
                <a:gd name="connsiteY449" fmla="*/ 89717 h 949444"/>
                <a:gd name="connsiteX450" fmla="*/ 420782 w 1055399"/>
                <a:gd name="connsiteY450" fmla="*/ 90524 h 949444"/>
                <a:gd name="connsiteX451" fmla="*/ 419335 w 1055399"/>
                <a:gd name="connsiteY451" fmla="*/ 90827 h 949444"/>
                <a:gd name="connsiteX452" fmla="*/ 422599 w 1055399"/>
                <a:gd name="connsiteY452" fmla="*/ 92307 h 949444"/>
                <a:gd name="connsiteX453" fmla="*/ 422599 w 1055399"/>
                <a:gd name="connsiteY453" fmla="*/ 94595 h 949444"/>
                <a:gd name="connsiteX454" fmla="*/ 421287 w 1055399"/>
                <a:gd name="connsiteY454" fmla="*/ 96546 h 949444"/>
                <a:gd name="connsiteX455" fmla="*/ 416710 w 1055399"/>
                <a:gd name="connsiteY455" fmla="*/ 98497 h 949444"/>
                <a:gd name="connsiteX456" fmla="*/ 413244 w 1055399"/>
                <a:gd name="connsiteY456" fmla="*/ 100986 h 949444"/>
                <a:gd name="connsiteX457" fmla="*/ 411628 w 1055399"/>
                <a:gd name="connsiteY457" fmla="*/ 102063 h 949444"/>
                <a:gd name="connsiteX458" fmla="*/ 410316 w 1055399"/>
                <a:gd name="connsiteY458" fmla="*/ 105090 h 949444"/>
                <a:gd name="connsiteX459" fmla="*/ 409340 w 1055399"/>
                <a:gd name="connsiteY459" fmla="*/ 108992 h 949444"/>
                <a:gd name="connsiteX460" fmla="*/ 411191 w 1055399"/>
                <a:gd name="connsiteY460" fmla="*/ 113231 h 949444"/>
                <a:gd name="connsiteX461" fmla="*/ 414657 w 1055399"/>
                <a:gd name="connsiteY461" fmla="*/ 115619 h 949444"/>
                <a:gd name="connsiteX462" fmla="*/ 417383 w 1055399"/>
                <a:gd name="connsiteY462" fmla="*/ 119522 h 949444"/>
                <a:gd name="connsiteX463" fmla="*/ 417383 w 1055399"/>
                <a:gd name="connsiteY463" fmla="*/ 120598 h 949444"/>
                <a:gd name="connsiteX464" fmla="*/ 415970 w 1055399"/>
                <a:gd name="connsiteY464" fmla="*/ 122011 h 949444"/>
                <a:gd name="connsiteX465" fmla="*/ 412369 w 1055399"/>
                <a:gd name="connsiteY465" fmla="*/ 125173 h 949444"/>
                <a:gd name="connsiteX466" fmla="*/ 409340 w 1055399"/>
                <a:gd name="connsiteY466" fmla="*/ 127561 h 949444"/>
                <a:gd name="connsiteX467" fmla="*/ 407590 w 1055399"/>
                <a:gd name="connsiteY467" fmla="*/ 130925 h 949444"/>
                <a:gd name="connsiteX468" fmla="*/ 406075 w 1055399"/>
                <a:gd name="connsiteY468" fmla="*/ 132137 h 949444"/>
                <a:gd name="connsiteX469" fmla="*/ 400522 w 1055399"/>
                <a:gd name="connsiteY469" fmla="*/ 132137 h 949444"/>
                <a:gd name="connsiteX470" fmla="*/ 395407 w 1055399"/>
                <a:gd name="connsiteY470" fmla="*/ 129849 h 949444"/>
                <a:gd name="connsiteX471" fmla="*/ 394330 w 1055399"/>
                <a:gd name="connsiteY471" fmla="*/ 125711 h 949444"/>
                <a:gd name="connsiteX472" fmla="*/ 393354 w 1055399"/>
                <a:gd name="connsiteY472" fmla="*/ 122684 h 949444"/>
                <a:gd name="connsiteX473" fmla="*/ 391301 w 1055399"/>
                <a:gd name="connsiteY473" fmla="*/ 120060 h 949444"/>
                <a:gd name="connsiteX474" fmla="*/ 388911 w 1055399"/>
                <a:gd name="connsiteY474" fmla="*/ 119959 h 949444"/>
                <a:gd name="connsiteX475" fmla="*/ 386724 w 1055399"/>
                <a:gd name="connsiteY475" fmla="*/ 120834 h 949444"/>
                <a:gd name="connsiteX476" fmla="*/ 385209 w 1055399"/>
                <a:gd name="connsiteY476" fmla="*/ 122886 h 949444"/>
                <a:gd name="connsiteX477" fmla="*/ 384570 w 1055399"/>
                <a:gd name="connsiteY477" fmla="*/ 125711 h 949444"/>
                <a:gd name="connsiteX478" fmla="*/ 383594 w 1055399"/>
                <a:gd name="connsiteY478" fmla="*/ 126788 h 949444"/>
                <a:gd name="connsiteX479" fmla="*/ 380329 w 1055399"/>
                <a:gd name="connsiteY479" fmla="*/ 126889 h 949444"/>
                <a:gd name="connsiteX480" fmla="*/ 377940 w 1055399"/>
                <a:gd name="connsiteY480" fmla="*/ 126014 h 949444"/>
                <a:gd name="connsiteX481" fmla="*/ 375752 w 1055399"/>
                <a:gd name="connsiteY481" fmla="*/ 124938 h 949444"/>
                <a:gd name="connsiteX482" fmla="*/ 373060 w 1055399"/>
                <a:gd name="connsiteY482" fmla="*/ 124938 h 949444"/>
                <a:gd name="connsiteX483" fmla="*/ 371411 w 1055399"/>
                <a:gd name="connsiteY483" fmla="*/ 124063 h 949444"/>
                <a:gd name="connsiteX484" fmla="*/ 367507 w 1055399"/>
                <a:gd name="connsiteY484" fmla="*/ 124164 h 949444"/>
                <a:gd name="connsiteX485" fmla="*/ 365118 w 1055399"/>
                <a:gd name="connsiteY485" fmla="*/ 124803 h 949444"/>
                <a:gd name="connsiteX486" fmla="*/ 363367 w 1055399"/>
                <a:gd name="connsiteY486" fmla="*/ 126754 h 949444"/>
                <a:gd name="connsiteX487" fmla="*/ 361180 w 1055399"/>
                <a:gd name="connsiteY487" fmla="*/ 129344 h 949444"/>
                <a:gd name="connsiteX488" fmla="*/ 359329 w 1055399"/>
                <a:gd name="connsiteY488" fmla="*/ 132507 h 949444"/>
                <a:gd name="connsiteX489" fmla="*/ 357579 w 1055399"/>
                <a:gd name="connsiteY489" fmla="*/ 135669 h 949444"/>
                <a:gd name="connsiteX490" fmla="*/ 355728 w 1055399"/>
                <a:gd name="connsiteY490" fmla="*/ 140681 h 949444"/>
                <a:gd name="connsiteX491" fmla="*/ 354853 w 1055399"/>
                <a:gd name="connsiteY491" fmla="*/ 146871 h 949444"/>
                <a:gd name="connsiteX492" fmla="*/ 354314 w 1055399"/>
                <a:gd name="connsiteY492" fmla="*/ 151210 h 949444"/>
                <a:gd name="connsiteX493" fmla="*/ 355189 w 1055399"/>
                <a:gd name="connsiteY493" fmla="*/ 155213 h 949444"/>
                <a:gd name="connsiteX494" fmla="*/ 357781 w 1055399"/>
                <a:gd name="connsiteY494" fmla="*/ 157938 h 949444"/>
                <a:gd name="connsiteX495" fmla="*/ 360372 w 1055399"/>
                <a:gd name="connsiteY495" fmla="*/ 160528 h 949444"/>
                <a:gd name="connsiteX496" fmla="*/ 362661 w 1055399"/>
                <a:gd name="connsiteY496" fmla="*/ 161302 h 949444"/>
                <a:gd name="connsiteX497" fmla="*/ 367440 w 1055399"/>
                <a:gd name="connsiteY497" fmla="*/ 165978 h 949444"/>
                <a:gd name="connsiteX498" fmla="*/ 366363 w 1055399"/>
                <a:gd name="connsiteY498" fmla="*/ 168266 h 949444"/>
                <a:gd name="connsiteX499" fmla="*/ 366901 w 1055399"/>
                <a:gd name="connsiteY499" fmla="*/ 170990 h 949444"/>
                <a:gd name="connsiteX500" fmla="*/ 366800 w 1055399"/>
                <a:gd name="connsiteY500" fmla="*/ 173580 h 949444"/>
                <a:gd name="connsiteX501" fmla="*/ 365824 w 1055399"/>
                <a:gd name="connsiteY501" fmla="*/ 175868 h 949444"/>
                <a:gd name="connsiteX502" fmla="*/ 362358 w 1055399"/>
                <a:gd name="connsiteY502" fmla="*/ 178694 h 949444"/>
                <a:gd name="connsiteX503" fmla="*/ 357242 w 1055399"/>
                <a:gd name="connsiteY503" fmla="*/ 180107 h 949444"/>
                <a:gd name="connsiteX504" fmla="*/ 355627 w 1055399"/>
                <a:gd name="connsiteY504" fmla="*/ 180107 h 949444"/>
                <a:gd name="connsiteX505" fmla="*/ 352800 w 1055399"/>
                <a:gd name="connsiteY505" fmla="*/ 180880 h 949444"/>
                <a:gd name="connsiteX506" fmla="*/ 351050 w 1055399"/>
                <a:gd name="connsiteY506" fmla="*/ 179568 h 949444"/>
                <a:gd name="connsiteX507" fmla="*/ 349737 w 1055399"/>
                <a:gd name="connsiteY507" fmla="*/ 179333 h 949444"/>
                <a:gd name="connsiteX508" fmla="*/ 347247 w 1055399"/>
                <a:gd name="connsiteY508" fmla="*/ 180847 h 949444"/>
                <a:gd name="connsiteX509" fmla="*/ 344622 w 1055399"/>
                <a:gd name="connsiteY509" fmla="*/ 183437 h 949444"/>
                <a:gd name="connsiteX510" fmla="*/ 342131 w 1055399"/>
                <a:gd name="connsiteY510" fmla="*/ 184648 h 949444"/>
                <a:gd name="connsiteX511" fmla="*/ 337992 w 1055399"/>
                <a:gd name="connsiteY511" fmla="*/ 185724 h 949444"/>
                <a:gd name="connsiteX512" fmla="*/ 334963 w 1055399"/>
                <a:gd name="connsiteY512" fmla="*/ 185724 h 949444"/>
                <a:gd name="connsiteX513" fmla="*/ 329208 w 1055399"/>
                <a:gd name="connsiteY513" fmla="*/ 183773 h 949444"/>
                <a:gd name="connsiteX514" fmla="*/ 324530 w 1055399"/>
                <a:gd name="connsiteY514" fmla="*/ 179871 h 949444"/>
                <a:gd name="connsiteX515" fmla="*/ 321939 w 1055399"/>
                <a:gd name="connsiteY515" fmla="*/ 178256 h 949444"/>
                <a:gd name="connsiteX516" fmla="*/ 318237 w 1055399"/>
                <a:gd name="connsiteY516" fmla="*/ 178357 h 949444"/>
                <a:gd name="connsiteX517" fmla="*/ 313761 w 1055399"/>
                <a:gd name="connsiteY517" fmla="*/ 179804 h 949444"/>
                <a:gd name="connsiteX518" fmla="*/ 312179 w 1055399"/>
                <a:gd name="connsiteY518" fmla="*/ 183134 h 949444"/>
                <a:gd name="connsiteX519" fmla="*/ 308409 w 1055399"/>
                <a:gd name="connsiteY519" fmla="*/ 184715 h 949444"/>
                <a:gd name="connsiteX520" fmla="*/ 306390 w 1055399"/>
                <a:gd name="connsiteY520" fmla="*/ 189627 h 949444"/>
                <a:gd name="connsiteX521" fmla="*/ 306087 w 1055399"/>
                <a:gd name="connsiteY521" fmla="*/ 193832 h 949444"/>
                <a:gd name="connsiteX522" fmla="*/ 306087 w 1055399"/>
                <a:gd name="connsiteY522" fmla="*/ 196994 h 949444"/>
                <a:gd name="connsiteX523" fmla="*/ 304337 w 1055399"/>
                <a:gd name="connsiteY523" fmla="*/ 200459 h 949444"/>
                <a:gd name="connsiteX524" fmla="*/ 301308 w 1055399"/>
                <a:gd name="connsiteY524" fmla="*/ 204226 h 949444"/>
                <a:gd name="connsiteX525" fmla="*/ 297977 w 1055399"/>
                <a:gd name="connsiteY525" fmla="*/ 204798 h 949444"/>
                <a:gd name="connsiteX526" fmla="*/ 293198 w 1055399"/>
                <a:gd name="connsiteY526" fmla="*/ 204798 h 949444"/>
                <a:gd name="connsiteX527" fmla="*/ 288856 w 1055399"/>
                <a:gd name="connsiteY527" fmla="*/ 202780 h 949444"/>
                <a:gd name="connsiteX528" fmla="*/ 286669 w 1055399"/>
                <a:gd name="connsiteY528" fmla="*/ 200324 h 949444"/>
                <a:gd name="connsiteX529" fmla="*/ 287409 w 1055399"/>
                <a:gd name="connsiteY529" fmla="*/ 198743 h 949444"/>
                <a:gd name="connsiteX530" fmla="*/ 291178 w 1055399"/>
                <a:gd name="connsiteY530" fmla="*/ 196725 h 949444"/>
                <a:gd name="connsiteX531" fmla="*/ 293770 w 1055399"/>
                <a:gd name="connsiteY531" fmla="*/ 193966 h 949444"/>
                <a:gd name="connsiteX532" fmla="*/ 296227 w 1055399"/>
                <a:gd name="connsiteY532" fmla="*/ 190939 h 949444"/>
                <a:gd name="connsiteX533" fmla="*/ 297977 w 1055399"/>
                <a:gd name="connsiteY533" fmla="*/ 188752 h 949444"/>
                <a:gd name="connsiteX534" fmla="*/ 299424 w 1055399"/>
                <a:gd name="connsiteY534" fmla="*/ 185724 h 949444"/>
                <a:gd name="connsiteX535" fmla="*/ 299424 w 1055399"/>
                <a:gd name="connsiteY535" fmla="*/ 183706 h 949444"/>
                <a:gd name="connsiteX536" fmla="*/ 298852 w 1055399"/>
                <a:gd name="connsiteY536" fmla="*/ 180376 h 949444"/>
                <a:gd name="connsiteX537" fmla="*/ 294948 w 1055399"/>
                <a:gd name="connsiteY537" fmla="*/ 174590 h 949444"/>
                <a:gd name="connsiteX538" fmla="*/ 293803 w 1055399"/>
                <a:gd name="connsiteY538" fmla="*/ 170822 h 949444"/>
                <a:gd name="connsiteX539" fmla="*/ 291212 w 1055399"/>
                <a:gd name="connsiteY539" fmla="*/ 167357 h 949444"/>
                <a:gd name="connsiteX540" fmla="*/ 288183 w 1055399"/>
                <a:gd name="connsiteY540" fmla="*/ 167223 h 949444"/>
                <a:gd name="connsiteX541" fmla="*/ 286736 w 1055399"/>
                <a:gd name="connsiteY541" fmla="*/ 168232 h 949444"/>
                <a:gd name="connsiteX542" fmla="*/ 283707 w 1055399"/>
                <a:gd name="connsiteY542" fmla="*/ 169241 h 949444"/>
                <a:gd name="connsiteX543" fmla="*/ 282967 w 1055399"/>
                <a:gd name="connsiteY543" fmla="*/ 169375 h 949444"/>
                <a:gd name="connsiteX544" fmla="*/ 277178 w 1055399"/>
                <a:gd name="connsiteY544" fmla="*/ 167492 h 949444"/>
                <a:gd name="connsiteX545" fmla="*/ 275159 w 1055399"/>
                <a:gd name="connsiteY545" fmla="*/ 165743 h 949444"/>
                <a:gd name="connsiteX546" fmla="*/ 272702 w 1055399"/>
                <a:gd name="connsiteY546" fmla="*/ 167626 h 949444"/>
                <a:gd name="connsiteX547" fmla="*/ 270817 w 1055399"/>
                <a:gd name="connsiteY547" fmla="*/ 171259 h 949444"/>
                <a:gd name="connsiteX548" fmla="*/ 269640 w 1055399"/>
                <a:gd name="connsiteY548" fmla="*/ 172706 h 949444"/>
                <a:gd name="connsiteX549" fmla="*/ 269640 w 1055399"/>
                <a:gd name="connsiteY549" fmla="*/ 174455 h 949444"/>
                <a:gd name="connsiteX550" fmla="*/ 268495 w 1055399"/>
                <a:gd name="connsiteY550" fmla="*/ 177920 h 949444"/>
                <a:gd name="connsiteX551" fmla="*/ 265904 w 1055399"/>
                <a:gd name="connsiteY551" fmla="*/ 178929 h 949444"/>
                <a:gd name="connsiteX552" fmla="*/ 262269 w 1055399"/>
                <a:gd name="connsiteY552" fmla="*/ 177785 h 949444"/>
                <a:gd name="connsiteX553" fmla="*/ 260519 w 1055399"/>
                <a:gd name="connsiteY553" fmla="*/ 176474 h 949444"/>
                <a:gd name="connsiteX554" fmla="*/ 258062 w 1055399"/>
                <a:gd name="connsiteY554" fmla="*/ 173009 h 949444"/>
                <a:gd name="connsiteX555" fmla="*/ 258062 w 1055399"/>
                <a:gd name="connsiteY555" fmla="*/ 170687 h 949444"/>
                <a:gd name="connsiteX556" fmla="*/ 259072 w 1055399"/>
                <a:gd name="connsiteY556" fmla="*/ 166651 h 949444"/>
                <a:gd name="connsiteX557" fmla="*/ 260654 w 1055399"/>
                <a:gd name="connsiteY557" fmla="*/ 163186 h 949444"/>
                <a:gd name="connsiteX558" fmla="*/ 260788 w 1055399"/>
                <a:gd name="connsiteY558" fmla="*/ 156391 h 949444"/>
                <a:gd name="connsiteX559" fmla="*/ 258904 w 1055399"/>
                <a:gd name="connsiteY559" fmla="*/ 153330 h 949444"/>
                <a:gd name="connsiteX560" fmla="*/ 253115 w 1055399"/>
                <a:gd name="connsiteY560" fmla="*/ 148990 h 949444"/>
                <a:gd name="connsiteX561" fmla="*/ 253687 w 1055399"/>
                <a:gd name="connsiteY561" fmla="*/ 146400 h 949444"/>
                <a:gd name="connsiteX562" fmla="*/ 256884 w 1055399"/>
                <a:gd name="connsiteY562" fmla="*/ 143204 h 949444"/>
                <a:gd name="connsiteX563" fmla="*/ 255303 w 1055399"/>
                <a:gd name="connsiteY563" fmla="*/ 142026 h 949444"/>
                <a:gd name="connsiteX564" fmla="*/ 252543 w 1055399"/>
                <a:gd name="connsiteY564" fmla="*/ 142464 h 949444"/>
                <a:gd name="connsiteX565" fmla="*/ 249514 w 1055399"/>
                <a:gd name="connsiteY565" fmla="*/ 143776 h 949444"/>
                <a:gd name="connsiteX566" fmla="*/ 247932 w 1055399"/>
                <a:gd name="connsiteY566" fmla="*/ 146669 h 949444"/>
                <a:gd name="connsiteX567" fmla="*/ 246788 w 1055399"/>
                <a:gd name="connsiteY567" fmla="*/ 148553 h 949444"/>
                <a:gd name="connsiteX568" fmla="*/ 245475 w 1055399"/>
                <a:gd name="connsiteY568" fmla="*/ 150302 h 949444"/>
                <a:gd name="connsiteX569" fmla="*/ 242716 w 1055399"/>
                <a:gd name="connsiteY569" fmla="*/ 150167 h 949444"/>
                <a:gd name="connsiteX570" fmla="*/ 237499 w 1055399"/>
                <a:gd name="connsiteY570" fmla="*/ 150739 h 949444"/>
                <a:gd name="connsiteX571" fmla="*/ 235749 w 1055399"/>
                <a:gd name="connsiteY571" fmla="*/ 151883 h 949444"/>
                <a:gd name="connsiteX572" fmla="*/ 234874 w 1055399"/>
                <a:gd name="connsiteY572" fmla="*/ 156222 h 949444"/>
                <a:gd name="connsiteX573" fmla="*/ 234874 w 1055399"/>
                <a:gd name="connsiteY573" fmla="*/ 160562 h 949444"/>
                <a:gd name="connsiteX574" fmla="*/ 234874 w 1055399"/>
                <a:gd name="connsiteY574" fmla="*/ 164902 h 949444"/>
                <a:gd name="connsiteX575" fmla="*/ 235615 w 1055399"/>
                <a:gd name="connsiteY575" fmla="*/ 166920 h 949444"/>
                <a:gd name="connsiteX576" fmla="*/ 235480 w 1055399"/>
                <a:gd name="connsiteY576" fmla="*/ 168064 h 949444"/>
                <a:gd name="connsiteX577" fmla="*/ 235177 w 1055399"/>
                <a:gd name="connsiteY577" fmla="*/ 169073 h 949444"/>
                <a:gd name="connsiteX578" fmla="*/ 233158 w 1055399"/>
                <a:gd name="connsiteY578" fmla="*/ 168636 h 949444"/>
                <a:gd name="connsiteX579" fmla="*/ 231845 w 1055399"/>
                <a:gd name="connsiteY579" fmla="*/ 168266 h 949444"/>
                <a:gd name="connsiteX580" fmla="*/ 230600 w 1055399"/>
                <a:gd name="connsiteY580" fmla="*/ 169510 h 949444"/>
                <a:gd name="connsiteX581" fmla="*/ 230163 w 1055399"/>
                <a:gd name="connsiteY581" fmla="*/ 170822 h 949444"/>
                <a:gd name="connsiteX582" fmla="*/ 229658 w 1055399"/>
                <a:gd name="connsiteY582" fmla="*/ 171461 h 949444"/>
                <a:gd name="connsiteX583" fmla="*/ 227134 w 1055399"/>
                <a:gd name="connsiteY583" fmla="*/ 171461 h 949444"/>
                <a:gd name="connsiteX584" fmla="*/ 225889 w 1055399"/>
                <a:gd name="connsiteY584" fmla="*/ 170385 h 949444"/>
                <a:gd name="connsiteX585" fmla="*/ 224239 w 1055399"/>
                <a:gd name="connsiteY585" fmla="*/ 168871 h 949444"/>
                <a:gd name="connsiteX586" fmla="*/ 222860 w 1055399"/>
                <a:gd name="connsiteY586" fmla="*/ 166752 h 949444"/>
                <a:gd name="connsiteX587" fmla="*/ 221985 w 1055399"/>
                <a:gd name="connsiteY587" fmla="*/ 165877 h 949444"/>
                <a:gd name="connsiteX588" fmla="*/ 221177 w 1055399"/>
                <a:gd name="connsiteY588" fmla="*/ 163993 h 949444"/>
                <a:gd name="connsiteX589" fmla="*/ 221177 w 1055399"/>
                <a:gd name="connsiteY589" fmla="*/ 161672 h 949444"/>
                <a:gd name="connsiteX590" fmla="*/ 220167 w 1055399"/>
                <a:gd name="connsiteY590" fmla="*/ 160865 h 949444"/>
                <a:gd name="connsiteX591" fmla="*/ 217710 w 1055399"/>
                <a:gd name="connsiteY591" fmla="*/ 158981 h 949444"/>
                <a:gd name="connsiteX592" fmla="*/ 216331 w 1055399"/>
                <a:gd name="connsiteY592" fmla="*/ 158779 h 949444"/>
                <a:gd name="connsiteX593" fmla="*/ 215186 w 1055399"/>
                <a:gd name="connsiteY593" fmla="*/ 159721 h 949444"/>
                <a:gd name="connsiteX594" fmla="*/ 214244 w 1055399"/>
                <a:gd name="connsiteY594" fmla="*/ 161538 h 949444"/>
                <a:gd name="connsiteX595" fmla="*/ 213302 w 1055399"/>
                <a:gd name="connsiteY595" fmla="*/ 163421 h 949444"/>
                <a:gd name="connsiteX596" fmla="*/ 211787 w 1055399"/>
                <a:gd name="connsiteY596" fmla="*/ 165877 h 949444"/>
                <a:gd name="connsiteX597" fmla="*/ 210037 w 1055399"/>
                <a:gd name="connsiteY597" fmla="*/ 165877 h 949444"/>
                <a:gd name="connsiteX598" fmla="*/ 207513 w 1055399"/>
                <a:gd name="connsiteY598" fmla="*/ 163354 h 949444"/>
                <a:gd name="connsiteX599" fmla="*/ 204383 w 1055399"/>
                <a:gd name="connsiteY599" fmla="*/ 161470 h 949444"/>
                <a:gd name="connsiteX600" fmla="*/ 201354 w 1055399"/>
                <a:gd name="connsiteY600" fmla="*/ 160091 h 949444"/>
                <a:gd name="connsiteX601" fmla="*/ 198090 w 1055399"/>
                <a:gd name="connsiteY601" fmla="*/ 158005 h 949444"/>
                <a:gd name="connsiteX602" fmla="*/ 194758 w 1055399"/>
                <a:gd name="connsiteY602" fmla="*/ 154675 h 949444"/>
                <a:gd name="connsiteX603" fmla="*/ 192873 w 1055399"/>
                <a:gd name="connsiteY603" fmla="*/ 151648 h 949444"/>
                <a:gd name="connsiteX604" fmla="*/ 191628 w 1055399"/>
                <a:gd name="connsiteY604" fmla="*/ 149629 h 949444"/>
                <a:gd name="connsiteX605" fmla="*/ 191628 w 1055399"/>
                <a:gd name="connsiteY605" fmla="*/ 148115 h 949444"/>
                <a:gd name="connsiteX606" fmla="*/ 191561 w 1055399"/>
                <a:gd name="connsiteY606" fmla="*/ 145794 h 949444"/>
                <a:gd name="connsiteX607" fmla="*/ 189609 w 1055399"/>
                <a:gd name="connsiteY607" fmla="*/ 144280 h 949444"/>
                <a:gd name="connsiteX608" fmla="*/ 186412 w 1055399"/>
                <a:gd name="connsiteY608" fmla="*/ 142094 h 949444"/>
                <a:gd name="connsiteX609" fmla="*/ 182340 w 1055399"/>
                <a:gd name="connsiteY609" fmla="*/ 136140 h 949444"/>
                <a:gd name="connsiteX610" fmla="*/ 181397 w 1055399"/>
                <a:gd name="connsiteY610" fmla="*/ 130993 h 949444"/>
                <a:gd name="connsiteX611" fmla="*/ 175306 w 1055399"/>
                <a:gd name="connsiteY611" fmla="*/ 124702 h 949444"/>
                <a:gd name="connsiteX612" fmla="*/ 171402 w 1055399"/>
                <a:gd name="connsiteY612" fmla="*/ 121002 h 949444"/>
                <a:gd name="connsiteX613" fmla="*/ 164233 w 1055399"/>
                <a:gd name="connsiteY613" fmla="*/ 117974 h 949444"/>
                <a:gd name="connsiteX614" fmla="*/ 159892 w 1055399"/>
                <a:gd name="connsiteY614" fmla="*/ 116898 h 949444"/>
                <a:gd name="connsiteX615" fmla="*/ 157267 w 1055399"/>
                <a:gd name="connsiteY615" fmla="*/ 115148 h 949444"/>
                <a:gd name="connsiteX616" fmla="*/ 153565 w 1055399"/>
                <a:gd name="connsiteY616" fmla="*/ 113197 h 949444"/>
                <a:gd name="connsiteX617" fmla="*/ 151613 w 1055399"/>
                <a:gd name="connsiteY617" fmla="*/ 111246 h 949444"/>
                <a:gd name="connsiteX618" fmla="*/ 148988 w 1055399"/>
                <a:gd name="connsiteY618" fmla="*/ 109497 h 949444"/>
                <a:gd name="connsiteX619" fmla="*/ 145286 w 1055399"/>
                <a:gd name="connsiteY619" fmla="*/ 107748 h 949444"/>
                <a:gd name="connsiteX620" fmla="*/ 145286 w 1055399"/>
                <a:gd name="connsiteY620" fmla="*/ 104720 h 949444"/>
                <a:gd name="connsiteX621" fmla="*/ 146161 w 1055399"/>
                <a:gd name="connsiteY621" fmla="*/ 102971 h 949444"/>
                <a:gd name="connsiteX622" fmla="*/ 143771 w 1055399"/>
                <a:gd name="connsiteY622" fmla="*/ 98631 h 949444"/>
                <a:gd name="connsiteX623" fmla="*/ 140507 w 1055399"/>
                <a:gd name="connsiteY623" fmla="*/ 96243 h 949444"/>
                <a:gd name="connsiteX624" fmla="*/ 137478 w 1055399"/>
                <a:gd name="connsiteY624" fmla="*/ 89852 h 949444"/>
                <a:gd name="connsiteX625" fmla="*/ 138555 w 1055399"/>
                <a:gd name="connsiteY625" fmla="*/ 82787 h 949444"/>
                <a:gd name="connsiteX626" fmla="*/ 139867 w 1055399"/>
                <a:gd name="connsiteY626" fmla="*/ 74545 h 949444"/>
                <a:gd name="connsiteX627" fmla="*/ 137478 w 1055399"/>
                <a:gd name="connsiteY627" fmla="*/ 66506 h 949444"/>
                <a:gd name="connsiteX628" fmla="*/ 132463 w 1055399"/>
                <a:gd name="connsiteY628" fmla="*/ 61291 h 949444"/>
                <a:gd name="connsiteX629" fmla="*/ 129838 w 1055399"/>
                <a:gd name="connsiteY629" fmla="*/ 54765 h 949444"/>
                <a:gd name="connsiteX630" fmla="*/ 127449 w 1055399"/>
                <a:gd name="connsiteY630" fmla="*/ 51502 h 949444"/>
                <a:gd name="connsiteX631" fmla="*/ 126372 w 1055399"/>
                <a:gd name="connsiteY631" fmla="*/ 47163 h 949444"/>
                <a:gd name="connsiteX632" fmla="*/ 129401 w 1055399"/>
                <a:gd name="connsiteY632" fmla="*/ 44774 h 949444"/>
                <a:gd name="connsiteX633" fmla="*/ 130713 w 1055399"/>
                <a:gd name="connsiteY633" fmla="*/ 42184 h 949444"/>
                <a:gd name="connsiteX634" fmla="*/ 128526 w 1055399"/>
                <a:gd name="connsiteY634" fmla="*/ 38921 h 949444"/>
                <a:gd name="connsiteX635" fmla="*/ 126338 w 1055399"/>
                <a:gd name="connsiteY635" fmla="*/ 33270 h 949444"/>
                <a:gd name="connsiteX636" fmla="*/ 121761 w 1055399"/>
                <a:gd name="connsiteY636" fmla="*/ 28829 h 949444"/>
                <a:gd name="connsiteX637" fmla="*/ 118295 w 1055399"/>
                <a:gd name="connsiteY637" fmla="*/ 25903 h 949444"/>
                <a:gd name="connsiteX638" fmla="*/ 113953 w 1055399"/>
                <a:gd name="connsiteY638" fmla="*/ 25903 h 949444"/>
                <a:gd name="connsiteX639" fmla="*/ 110924 w 1055399"/>
                <a:gd name="connsiteY639" fmla="*/ 23581 h 949444"/>
                <a:gd name="connsiteX640" fmla="*/ 109343 w 1055399"/>
                <a:gd name="connsiteY640" fmla="*/ 22707 h 949444"/>
                <a:gd name="connsiteX641" fmla="*/ 108602 w 1055399"/>
                <a:gd name="connsiteY641" fmla="*/ 20083 h 949444"/>
                <a:gd name="connsiteX642" fmla="*/ 107727 w 1055399"/>
                <a:gd name="connsiteY642" fmla="*/ 17896 h 949444"/>
                <a:gd name="connsiteX643" fmla="*/ 104463 w 1055399"/>
                <a:gd name="connsiteY643" fmla="*/ 17896 h 949444"/>
                <a:gd name="connsiteX644" fmla="*/ 99179 w 1055399"/>
                <a:gd name="connsiteY644" fmla="*/ 17896 h 949444"/>
                <a:gd name="connsiteX645" fmla="*/ 99179 w 1055399"/>
                <a:gd name="connsiteY645" fmla="*/ 14566 h 949444"/>
                <a:gd name="connsiteX646" fmla="*/ 99179 w 1055399"/>
                <a:gd name="connsiteY646" fmla="*/ 11101 h 949444"/>
                <a:gd name="connsiteX647" fmla="*/ 96722 w 1055399"/>
                <a:gd name="connsiteY647" fmla="*/ 9520 h 949444"/>
                <a:gd name="connsiteX648" fmla="*/ 94972 w 1055399"/>
                <a:gd name="connsiteY648" fmla="*/ 7199 h 949444"/>
                <a:gd name="connsiteX649" fmla="*/ 90631 w 1055399"/>
                <a:gd name="connsiteY649" fmla="*/ 6459 h 949444"/>
                <a:gd name="connsiteX650" fmla="*/ 88309 w 1055399"/>
                <a:gd name="connsiteY650" fmla="*/ 6627 h 949444"/>
                <a:gd name="connsiteX651" fmla="*/ 85549 w 1055399"/>
                <a:gd name="connsiteY651" fmla="*/ 6728 h 949444"/>
                <a:gd name="connsiteX652" fmla="*/ 79188 w 1055399"/>
                <a:gd name="connsiteY652" fmla="*/ 6728 h 949444"/>
                <a:gd name="connsiteX653" fmla="*/ 74409 w 1055399"/>
                <a:gd name="connsiteY653" fmla="*/ 7603 h 949444"/>
                <a:gd name="connsiteX654" fmla="*/ 72222 w 1055399"/>
                <a:gd name="connsiteY654" fmla="*/ 9352 h 949444"/>
                <a:gd name="connsiteX655" fmla="*/ 68318 w 1055399"/>
                <a:gd name="connsiteY655" fmla="*/ 10529 h 949444"/>
                <a:gd name="connsiteX656" fmla="*/ 63976 w 1055399"/>
                <a:gd name="connsiteY656" fmla="*/ 12110 h 949444"/>
                <a:gd name="connsiteX657" fmla="*/ 62226 w 1055399"/>
                <a:gd name="connsiteY657" fmla="*/ 13691 h 949444"/>
                <a:gd name="connsiteX658" fmla="*/ 59197 w 1055399"/>
                <a:gd name="connsiteY658" fmla="*/ 14129 h 949444"/>
                <a:gd name="connsiteX659" fmla="*/ 54553 w 1055399"/>
                <a:gd name="connsiteY659" fmla="*/ 11673 h 949444"/>
                <a:gd name="connsiteX660" fmla="*/ 54553 w 1055399"/>
                <a:gd name="connsiteY660" fmla="*/ 9486 h 949444"/>
                <a:gd name="connsiteX661" fmla="*/ 56741 w 1055399"/>
                <a:gd name="connsiteY661" fmla="*/ 6459 h 949444"/>
                <a:gd name="connsiteX662" fmla="*/ 56875 w 1055399"/>
                <a:gd name="connsiteY662" fmla="*/ 3263 h 949444"/>
                <a:gd name="connsiteX663" fmla="*/ 54553 w 1055399"/>
                <a:gd name="connsiteY663" fmla="*/ 807 h 949444"/>
                <a:gd name="connsiteX664" fmla="*/ 53106 w 1055399"/>
                <a:gd name="connsiteY664" fmla="*/ 67 h 949444"/>
                <a:gd name="connsiteX665" fmla="*/ 49034 w 1055399"/>
                <a:gd name="connsiteY665" fmla="*/ 67 h 949444"/>
                <a:gd name="connsiteX666" fmla="*/ 42976 w 1055399"/>
                <a:gd name="connsiteY666" fmla="*/ 0 h 949444"/>
                <a:gd name="connsiteX667" fmla="*/ 40048 w 1055399"/>
                <a:gd name="connsiteY667" fmla="*/ 2388 h 949444"/>
                <a:gd name="connsiteX668" fmla="*/ 40048 w 1055399"/>
                <a:gd name="connsiteY668" fmla="*/ 4138 h 949444"/>
                <a:gd name="connsiteX669" fmla="*/ 40048 w 1055399"/>
                <a:gd name="connsiteY669" fmla="*/ 5887 h 949444"/>
                <a:gd name="connsiteX670" fmla="*/ 40048 w 1055399"/>
                <a:gd name="connsiteY670" fmla="*/ 7636 h 949444"/>
                <a:gd name="connsiteX671" fmla="*/ 38971 w 1055399"/>
                <a:gd name="connsiteY671" fmla="*/ 9587 h 949444"/>
                <a:gd name="connsiteX672" fmla="*/ 36144 w 1055399"/>
                <a:gd name="connsiteY672" fmla="*/ 10126 h 949444"/>
                <a:gd name="connsiteX673" fmla="*/ 27899 w 1055399"/>
                <a:gd name="connsiteY673" fmla="*/ 10226 h 949444"/>
                <a:gd name="connsiteX674" fmla="*/ 23557 w 1055399"/>
                <a:gd name="connsiteY674" fmla="*/ 10226 h 949444"/>
                <a:gd name="connsiteX675" fmla="*/ 20966 w 1055399"/>
                <a:gd name="connsiteY675" fmla="*/ 9789 h 949444"/>
                <a:gd name="connsiteX676" fmla="*/ 17499 w 1055399"/>
                <a:gd name="connsiteY676" fmla="*/ 10428 h 949444"/>
                <a:gd name="connsiteX677" fmla="*/ 14033 w 1055399"/>
                <a:gd name="connsiteY677" fmla="*/ 12615 h 949444"/>
                <a:gd name="connsiteX678" fmla="*/ 14033 w 1055399"/>
                <a:gd name="connsiteY678" fmla="*/ 12817 h 949444"/>
                <a:gd name="connsiteX679" fmla="*/ 15110 w 1055399"/>
                <a:gd name="connsiteY679" fmla="*/ 16282 h 949444"/>
                <a:gd name="connsiteX680" fmla="*/ 15312 w 1055399"/>
                <a:gd name="connsiteY680" fmla="*/ 17358 h 949444"/>
                <a:gd name="connsiteX681" fmla="*/ 17499 w 1055399"/>
                <a:gd name="connsiteY681" fmla="*/ 22370 h 949444"/>
                <a:gd name="connsiteX682" fmla="*/ 17499 w 1055399"/>
                <a:gd name="connsiteY682" fmla="*/ 24994 h 949444"/>
                <a:gd name="connsiteX683" fmla="*/ 18374 w 1055399"/>
                <a:gd name="connsiteY683" fmla="*/ 27383 h 949444"/>
                <a:gd name="connsiteX684" fmla="*/ 18172 w 1055399"/>
                <a:gd name="connsiteY684" fmla="*/ 30646 h 949444"/>
                <a:gd name="connsiteX685" fmla="*/ 17735 w 1055399"/>
                <a:gd name="connsiteY685" fmla="*/ 34346 h 949444"/>
                <a:gd name="connsiteX686" fmla="*/ 16220 w 1055399"/>
                <a:gd name="connsiteY686" fmla="*/ 37374 h 949444"/>
                <a:gd name="connsiteX687" fmla="*/ 14033 w 1055399"/>
                <a:gd name="connsiteY687" fmla="*/ 39762 h 949444"/>
                <a:gd name="connsiteX688" fmla="*/ 14033 w 1055399"/>
                <a:gd name="connsiteY688" fmla="*/ 42352 h 949444"/>
                <a:gd name="connsiteX689" fmla="*/ 15547 w 1055399"/>
                <a:gd name="connsiteY689" fmla="*/ 43664 h 949444"/>
                <a:gd name="connsiteX690" fmla="*/ 22076 w 1055399"/>
                <a:gd name="connsiteY690" fmla="*/ 47802 h 949444"/>
                <a:gd name="connsiteX691" fmla="*/ 21437 w 1055399"/>
                <a:gd name="connsiteY691" fmla="*/ 51502 h 949444"/>
                <a:gd name="connsiteX692" fmla="*/ 20999 w 1055399"/>
                <a:gd name="connsiteY692" fmla="*/ 55203 h 949444"/>
                <a:gd name="connsiteX693" fmla="*/ 21437 w 1055399"/>
                <a:gd name="connsiteY693" fmla="*/ 57793 h 949444"/>
                <a:gd name="connsiteX694" fmla="*/ 30557 w 1055399"/>
                <a:gd name="connsiteY694" fmla="*/ 58432 h 949444"/>
                <a:gd name="connsiteX695" fmla="*/ 35134 w 1055399"/>
                <a:gd name="connsiteY695" fmla="*/ 58230 h 949444"/>
                <a:gd name="connsiteX696" fmla="*/ 40586 w 1055399"/>
                <a:gd name="connsiteY696" fmla="*/ 57793 h 949444"/>
                <a:gd name="connsiteX697" fmla="*/ 42538 w 1055399"/>
                <a:gd name="connsiteY697" fmla="*/ 60181 h 949444"/>
                <a:gd name="connsiteX698" fmla="*/ 43851 w 1055399"/>
                <a:gd name="connsiteY698" fmla="*/ 61493 h 949444"/>
                <a:gd name="connsiteX699" fmla="*/ 42774 w 1055399"/>
                <a:gd name="connsiteY699" fmla="*/ 64958 h 949444"/>
                <a:gd name="connsiteX700" fmla="*/ 41461 w 1055399"/>
                <a:gd name="connsiteY700" fmla="*/ 66035 h 949444"/>
                <a:gd name="connsiteX701" fmla="*/ 37557 w 1055399"/>
                <a:gd name="connsiteY701" fmla="*/ 72325 h 949444"/>
                <a:gd name="connsiteX702" fmla="*/ 30389 w 1055399"/>
                <a:gd name="connsiteY702" fmla="*/ 78414 h 949444"/>
                <a:gd name="connsiteX703" fmla="*/ 24533 w 1055399"/>
                <a:gd name="connsiteY703" fmla="*/ 86891 h 949444"/>
                <a:gd name="connsiteX704" fmla="*/ 18004 w 1055399"/>
                <a:gd name="connsiteY704" fmla="*/ 91029 h 949444"/>
                <a:gd name="connsiteX705" fmla="*/ 15817 w 1055399"/>
                <a:gd name="connsiteY705" fmla="*/ 94931 h 949444"/>
                <a:gd name="connsiteX706" fmla="*/ 16389 w 1055399"/>
                <a:gd name="connsiteY706" fmla="*/ 97118 h 949444"/>
                <a:gd name="connsiteX707" fmla="*/ 16961 w 1055399"/>
                <a:gd name="connsiteY707" fmla="*/ 99304 h 949444"/>
                <a:gd name="connsiteX708" fmla="*/ 19485 w 1055399"/>
                <a:gd name="connsiteY708" fmla="*/ 101121 h 949444"/>
                <a:gd name="connsiteX709" fmla="*/ 19552 w 1055399"/>
                <a:gd name="connsiteY709" fmla="*/ 102567 h 949444"/>
                <a:gd name="connsiteX710" fmla="*/ 19418 w 1055399"/>
                <a:gd name="connsiteY710" fmla="*/ 104687 h 949444"/>
                <a:gd name="connsiteX711" fmla="*/ 18273 w 1055399"/>
                <a:gd name="connsiteY711" fmla="*/ 107445 h 949444"/>
                <a:gd name="connsiteX712" fmla="*/ 17196 w 1055399"/>
                <a:gd name="connsiteY712" fmla="*/ 109026 h 949444"/>
                <a:gd name="connsiteX713" fmla="*/ 15312 w 1055399"/>
                <a:gd name="connsiteY713" fmla="*/ 110473 h 949444"/>
                <a:gd name="connsiteX714" fmla="*/ 12619 w 1055399"/>
                <a:gd name="connsiteY714" fmla="*/ 111179 h 949444"/>
                <a:gd name="connsiteX715" fmla="*/ 9489 w 1055399"/>
                <a:gd name="connsiteY715" fmla="*/ 111314 h 949444"/>
                <a:gd name="connsiteX716" fmla="*/ 6023 w 1055399"/>
                <a:gd name="connsiteY716" fmla="*/ 111314 h 949444"/>
                <a:gd name="connsiteX717" fmla="*/ 3331 w 1055399"/>
                <a:gd name="connsiteY717" fmla="*/ 111953 h 949444"/>
                <a:gd name="connsiteX718" fmla="*/ 1513 w 1055399"/>
                <a:gd name="connsiteY718" fmla="*/ 113904 h 949444"/>
                <a:gd name="connsiteX719" fmla="*/ 436 w 1055399"/>
                <a:gd name="connsiteY719" fmla="*/ 115418 h 949444"/>
                <a:gd name="connsiteX720" fmla="*/ 66 w 1055399"/>
                <a:gd name="connsiteY720" fmla="*/ 116931 h 949444"/>
                <a:gd name="connsiteX721" fmla="*/ 1143 w 1055399"/>
                <a:gd name="connsiteY721" fmla="*/ 119757 h 949444"/>
                <a:gd name="connsiteX722" fmla="*/ 2960 w 1055399"/>
                <a:gd name="connsiteY722" fmla="*/ 123155 h 949444"/>
                <a:gd name="connsiteX723" fmla="*/ 4273 w 1055399"/>
                <a:gd name="connsiteY723" fmla="*/ 124736 h 949444"/>
                <a:gd name="connsiteX724" fmla="*/ 3634 w 1055399"/>
                <a:gd name="connsiteY724" fmla="*/ 127057 h 949444"/>
                <a:gd name="connsiteX725" fmla="*/ 2826 w 1055399"/>
                <a:gd name="connsiteY725" fmla="*/ 129143 h 949444"/>
                <a:gd name="connsiteX726" fmla="*/ 1816 w 1055399"/>
                <a:gd name="connsiteY726" fmla="*/ 131161 h 949444"/>
                <a:gd name="connsiteX727" fmla="*/ 2018 w 1055399"/>
                <a:gd name="connsiteY727" fmla="*/ 133045 h 949444"/>
                <a:gd name="connsiteX728" fmla="*/ 3095 w 1055399"/>
                <a:gd name="connsiteY728" fmla="*/ 135299 h 949444"/>
                <a:gd name="connsiteX729" fmla="*/ 4845 w 1055399"/>
                <a:gd name="connsiteY729" fmla="*/ 137384 h 949444"/>
                <a:gd name="connsiteX730" fmla="*/ 9927 w 1055399"/>
                <a:gd name="connsiteY730" fmla="*/ 141791 h 949444"/>
                <a:gd name="connsiteX731" fmla="*/ 12014 w 1055399"/>
                <a:gd name="connsiteY731" fmla="*/ 143540 h 949444"/>
                <a:gd name="connsiteX732" fmla="*/ 15413 w 1055399"/>
                <a:gd name="connsiteY732" fmla="*/ 146736 h 949444"/>
                <a:gd name="connsiteX733" fmla="*/ 20562 w 1055399"/>
                <a:gd name="connsiteY733" fmla="*/ 151479 h 949444"/>
                <a:gd name="connsiteX734" fmla="*/ 25240 w 1055399"/>
                <a:gd name="connsiteY734" fmla="*/ 156592 h 949444"/>
                <a:gd name="connsiteX735" fmla="*/ 30355 w 1055399"/>
                <a:gd name="connsiteY735" fmla="*/ 161033 h 949444"/>
                <a:gd name="connsiteX736" fmla="*/ 34495 w 1055399"/>
                <a:gd name="connsiteY736" fmla="*/ 165810 h 949444"/>
                <a:gd name="connsiteX737" fmla="*/ 39812 w 1055399"/>
                <a:gd name="connsiteY737" fmla="*/ 169073 h 949444"/>
                <a:gd name="connsiteX738" fmla="*/ 44490 w 1055399"/>
                <a:gd name="connsiteY738" fmla="*/ 171898 h 949444"/>
                <a:gd name="connsiteX739" fmla="*/ 47856 w 1055399"/>
                <a:gd name="connsiteY739" fmla="*/ 173648 h 949444"/>
                <a:gd name="connsiteX740" fmla="*/ 48495 w 1055399"/>
                <a:gd name="connsiteY740" fmla="*/ 174522 h 949444"/>
                <a:gd name="connsiteX741" fmla="*/ 50111 w 1055399"/>
                <a:gd name="connsiteY741" fmla="*/ 177113 h 949444"/>
                <a:gd name="connsiteX742" fmla="*/ 54789 w 1055399"/>
                <a:gd name="connsiteY742" fmla="*/ 177214 h 949444"/>
                <a:gd name="connsiteX743" fmla="*/ 60644 w 1055399"/>
                <a:gd name="connsiteY743" fmla="*/ 178526 h 949444"/>
                <a:gd name="connsiteX744" fmla="*/ 61856 w 1055399"/>
                <a:gd name="connsiteY744" fmla="*/ 179938 h 949444"/>
                <a:gd name="connsiteX745" fmla="*/ 66534 w 1055399"/>
                <a:gd name="connsiteY745" fmla="*/ 183639 h 949444"/>
                <a:gd name="connsiteX746" fmla="*/ 69799 w 1055399"/>
                <a:gd name="connsiteY746" fmla="*/ 187238 h 949444"/>
                <a:gd name="connsiteX747" fmla="*/ 72390 w 1055399"/>
                <a:gd name="connsiteY747" fmla="*/ 189088 h 949444"/>
                <a:gd name="connsiteX748" fmla="*/ 72827 w 1055399"/>
                <a:gd name="connsiteY748" fmla="*/ 195715 h 949444"/>
                <a:gd name="connsiteX749" fmla="*/ 73265 w 1055399"/>
                <a:gd name="connsiteY749" fmla="*/ 200929 h 949444"/>
                <a:gd name="connsiteX750" fmla="*/ 74140 w 1055399"/>
                <a:gd name="connsiteY750" fmla="*/ 206816 h 949444"/>
                <a:gd name="connsiteX751" fmla="*/ 77068 w 1055399"/>
                <a:gd name="connsiteY751" fmla="*/ 211694 h 949444"/>
                <a:gd name="connsiteX752" fmla="*/ 77943 w 1055399"/>
                <a:gd name="connsiteY752" fmla="*/ 217144 h 949444"/>
                <a:gd name="connsiteX753" fmla="*/ 79794 w 1055399"/>
                <a:gd name="connsiteY753" fmla="*/ 220945 h 949444"/>
                <a:gd name="connsiteX754" fmla="*/ 85111 w 1055399"/>
                <a:gd name="connsiteY754" fmla="*/ 227572 h 949444"/>
                <a:gd name="connsiteX755" fmla="*/ 88813 w 1055399"/>
                <a:gd name="connsiteY755" fmla="*/ 231272 h 949444"/>
                <a:gd name="connsiteX756" fmla="*/ 89352 w 1055399"/>
                <a:gd name="connsiteY756" fmla="*/ 232584 h 949444"/>
                <a:gd name="connsiteX757" fmla="*/ 89453 w 1055399"/>
                <a:gd name="connsiteY757" fmla="*/ 236386 h 949444"/>
                <a:gd name="connsiteX758" fmla="*/ 88813 w 1055399"/>
                <a:gd name="connsiteY758" fmla="*/ 239312 h 949444"/>
                <a:gd name="connsiteX759" fmla="*/ 87938 w 1055399"/>
                <a:gd name="connsiteY759" fmla="*/ 242037 h 949444"/>
                <a:gd name="connsiteX760" fmla="*/ 86626 w 1055399"/>
                <a:gd name="connsiteY760" fmla="*/ 243114 h 949444"/>
                <a:gd name="connsiteX761" fmla="*/ 84472 w 1055399"/>
                <a:gd name="connsiteY761" fmla="*/ 244190 h 949444"/>
                <a:gd name="connsiteX762" fmla="*/ 83698 w 1055399"/>
                <a:gd name="connsiteY762" fmla="*/ 245065 h 949444"/>
                <a:gd name="connsiteX763" fmla="*/ 85111 w 1055399"/>
                <a:gd name="connsiteY763" fmla="*/ 247117 h 949444"/>
                <a:gd name="connsiteX764" fmla="*/ 85885 w 1055399"/>
                <a:gd name="connsiteY764" fmla="*/ 248092 h 949444"/>
                <a:gd name="connsiteX765" fmla="*/ 87736 w 1055399"/>
                <a:gd name="connsiteY765" fmla="*/ 250817 h 949444"/>
                <a:gd name="connsiteX766" fmla="*/ 88376 w 1055399"/>
                <a:gd name="connsiteY766" fmla="*/ 252331 h 949444"/>
                <a:gd name="connsiteX767" fmla="*/ 89991 w 1055399"/>
                <a:gd name="connsiteY767" fmla="*/ 254618 h 949444"/>
                <a:gd name="connsiteX768" fmla="*/ 89116 w 1055399"/>
                <a:gd name="connsiteY768" fmla="*/ 258487 h 949444"/>
                <a:gd name="connsiteX769" fmla="*/ 92717 w 1055399"/>
                <a:gd name="connsiteY769" fmla="*/ 260505 h 949444"/>
                <a:gd name="connsiteX770" fmla="*/ 93155 w 1055399"/>
                <a:gd name="connsiteY770" fmla="*/ 260505 h 949444"/>
                <a:gd name="connsiteX771" fmla="*/ 94938 w 1055399"/>
                <a:gd name="connsiteY771" fmla="*/ 263533 h 949444"/>
                <a:gd name="connsiteX772" fmla="*/ 97496 w 1055399"/>
                <a:gd name="connsiteY772" fmla="*/ 265719 h 949444"/>
                <a:gd name="connsiteX773" fmla="*/ 97496 w 1055399"/>
                <a:gd name="connsiteY773" fmla="*/ 266594 h 949444"/>
                <a:gd name="connsiteX774" fmla="*/ 97496 w 1055399"/>
                <a:gd name="connsiteY774" fmla="*/ 269958 h 949444"/>
                <a:gd name="connsiteX775" fmla="*/ 97496 w 1055399"/>
                <a:gd name="connsiteY775" fmla="*/ 273558 h 949444"/>
                <a:gd name="connsiteX776" fmla="*/ 99347 w 1055399"/>
                <a:gd name="connsiteY776" fmla="*/ 276383 h 949444"/>
                <a:gd name="connsiteX777" fmla="*/ 102511 w 1055399"/>
                <a:gd name="connsiteY777" fmla="*/ 279983 h 949444"/>
                <a:gd name="connsiteX778" fmla="*/ 105674 w 1055399"/>
                <a:gd name="connsiteY778" fmla="*/ 284019 h 949444"/>
                <a:gd name="connsiteX779" fmla="*/ 106751 w 1055399"/>
                <a:gd name="connsiteY779" fmla="*/ 285230 h 949444"/>
                <a:gd name="connsiteX780" fmla="*/ 110117 w 1055399"/>
                <a:gd name="connsiteY780" fmla="*/ 287518 h 949444"/>
                <a:gd name="connsiteX781" fmla="*/ 114357 w 1055399"/>
                <a:gd name="connsiteY781" fmla="*/ 291858 h 949444"/>
                <a:gd name="connsiteX782" fmla="*/ 119674 w 1055399"/>
                <a:gd name="connsiteY782" fmla="*/ 295558 h 949444"/>
                <a:gd name="connsiteX783" fmla="*/ 122266 w 1055399"/>
                <a:gd name="connsiteY783" fmla="*/ 299595 h 949444"/>
                <a:gd name="connsiteX784" fmla="*/ 125968 w 1055399"/>
                <a:gd name="connsiteY784" fmla="*/ 304472 h 949444"/>
                <a:gd name="connsiteX785" fmla="*/ 127045 w 1055399"/>
                <a:gd name="connsiteY785" fmla="*/ 306323 h 949444"/>
                <a:gd name="connsiteX786" fmla="*/ 127045 w 1055399"/>
                <a:gd name="connsiteY786" fmla="*/ 308374 h 949444"/>
                <a:gd name="connsiteX787" fmla="*/ 126708 w 1055399"/>
                <a:gd name="connsiteY787" fmla="*/ 309686 h 949444"/>
                <a:gd name="connsiteX788" fmla="*/ 126372 w 1055399"/>
                <a:gd name="connsiteY788" fmla="*/ 311099 h 949444"/>
                <a:gd name="connsiteX789" fmla="*/ 124184 w 1055399"/>
                <a:gd name="connsiteY789" fmla="*/ 313151 h 949444"/>
                <a:gd name="connsiteX790" fmla="*/ 123208 w 1055399"/>
                <a:gd name="connsiteY790" fmla="*/ 313690 h 949444"/>
                <a:gd name="connsiteX791" fmla="*/ 121795 w 1055399"/>
                <a:gd name="connsiteY791" fmla="*/ 314564 h 949444"/>
                <a:gd name="connsiteX792" fmla="*/ 120381 w 1055399"/>
                <a:gd name="connsiteY792" fmla="*/ 315775 h 949444"/>
                <a:gd name="connsiteX793" fmla="*/ 119069 w 1055399"/>
                <a:gd name="connsiteY793" fmla="*/ 317625 h 949444"/>
                <a:gd name="connsiteX794" fmla="*/ 117319 w 1055399"/>
                <a:gd name="connsiteY794" fmla="*/ 318164 h 949444"/>
                <a:gd name="connsiteX795" fmla="*/ 114391 w 1055399"/>
                <a:gd name="connsiteY795" fmla="*/ 317625 h 949444"/>
                <a:gd name="connsiteX796" fmla="*/ 113516 w 1055399"/>
                <a:gd name="connsiteY796" fmla="*/ 316448 h 949444"/>
                <a:gd name="connsiteX797" fmla="*/ 110924 w 1055399"/>
                <a:gd name="connsiteY797" fmla="*/ 314598 h 949444"/>
                <a:gd name="connsiteX798" fmla="*/ 108198 w 1055399"/>
                <a:gd name="connsiteY798" fmla="*/ 312546 h 949444"/>
                <a:gd name="connsiteX799" fmla="*/ 106583 w 1055399"/>
                <a:gd name="connsiteY799" fmla="*/ 311772 h 949444"/>
                <a:gd name="connsiteX800" fmla="*/ 103655 w 1055399"/>
                <a:gd name="connsiteY800" fmla="*/ 312008 h 949444"/>
                <a:gd name="connsiteX801" fmla="*/ 102578 w 1055399"/>
                <a:gd name="connsiteY801" fmla="*/ 312781 h 949444"/>
                <a:gd name="connsiteX802" fmla="*/ 101804 w 1055399"/>
                <a:gd name="connsiteY802" fmla="*/ 314093 h 949444"/>
                <a:gd name="connsiteX803" fmla="*/ 102241 w 1055399"/>
                <a:gd name="connsiteY803" fmla="*/ 318231 h 949444"/>
                <a:gd name="connsiteX804" fmla="*/ 100189 w 1055399"/>
                <a:gd name="connsiteY804" fmla="*/ 321393 h 949444"/>
                <a:gd name="connsiteX805" fmla="*/ 98876 w 1055399"/>
                <a:gd name="connsiteY805" fmla="*/ 324320 h 949444"/>
                <a:gd name="connsiteX806" fmla="*/ 98237 w 1055399"/>
                <a:gd name="connsiteY806" fmla="*/ 328054 h 949444"/>
                <a:gd name="connsiteX807" fmla="*/ 102679 w 1055399"/>
                <a:gd name="connsiteY807" fmla="*/ 331922 h 949444"/>
                <a:gd name="connsiteX808" fmla="*/ 103554 w 1055399"/>
                <a:gd name="connsiteY808" fmla="*/ 331922 h 949444"/>
                <a:gd name="connsiteX809" fmla="*/ 104732 w 1055399"/>
                <a:gd name="connsiteY809" fmla="*/ 332696 h 949444"/>
                <a:gd name="connsiteX810" fmla="*/ 107996 w 1055399"/>
                <a:gd name="connsiteY810" fmla="*/ 334883 h 949444"/>
                <a:gd name="connsiteX811" fmla="*/ 107996 w 1055399"/>
                <a:gd name="connsiteY811" fmla="*/ 335320 h 949444"/>
                <a:gd name="connsiteX812" fmla="*/ 109477 w 1055399"/>
                <a:gd name="connsiteY812" fmla="*/ 339558 h 949444"/>
                <a:gd name="connsiteX813" fmla="*/ 109645 w 1055399"/>
                <a:gd name="connsiteY813" fmla="*/ 341510 h 949444"/>
                <a:gd name="connsiteX814" fmla="*/ 109645 w 1055399"/>
                <a:gd name="connsiteY814" fmla="*/ 343259 h 949444"/>
                <a:gd name="connsiteX815" fmla="*/ 109881 w 1055399"/>
                <a:gd name="connsiteY815" fmla="*/ 345109 h 949444"/>
                <a:gd name="connsiteX816" fmla="*/ 111833 w 1055399"/>
                <a:gd name="connsiteY816" fmla="*/ 347834 h 949444"/>
                <a:gd name="connsiteX817" fmla="*/ 114559 w 1055399"/>
                <a:gd name="connsiteY817" fmla="*/ 348910 h 949444"/>
                <a:gd name="connsiteX818" fmla="*/ 114896 w 1055399"/>
                <a:gd name="connsiteY818" fmla="*/ 352375 h 949444"/>
                <a:gd name="connsiteX819" fmla="*/ 114896 w 1055399"/>
                <a:gd name="connsiteY819" fmla="*/ 355436 h 949444"/>
                <a:gd name="connsiteX820" fmla="*/ 114896 w 1055399"/>
                <a:gd name="connsiteY820" fmla="*/ 356849 h 949444"/>
                <a:gd name="connsiteX821" fmla="*/ 113583 w 1055399"/>
                <a:gd name="connsiteY821" fmla="*/ 358800 h 949444"/>
                <a:gd name="connsiteX822" fmla="*/ 112506 w 1055399"/>
                <a:gd name="connsiteY822" fmla="*/ 359877 h 949444"/>
                <a:gd name="connsiteX823" fmla="*/ 112271 w 1055399"/>
                <a:gd name="connsiteY823" fmla="*/ 361929 h 949444"/>
                <a:gd name="connsiteX824" fmla="*/ 112910 w 1055399"/>
                <a:gd name="connsiteY824" fmla="*/ 362904 h 949444"/>
                <a:gd name="connsiteX825" fmla="*/ 114088 w 1055399"/>
                <a:gd name="connsiteY825" fmla="*/ 363981 h 949444"/>
                <a:gd name="connsiteX826" fmla="*/ 117689 w 1055399"/>
                <a:gd name="connsiteY826" fmla="*/ 366605 h 949444"/>
                <a:gd name="connsiteX827" fmla="*/ 120079 w 1055399"/>
                <a:gd name="connsiteY827" fmla="*/ 368119 h 949444"/>
                <a:gd name="connsiteX828" fmla="*/ 121593 w 1055399"/>
                <a:gd name="connsiteY828" fmla="*/ 370507 h 949444"/>
                <a:gd name="connsiteX829" fmla="*/ 122569 w 1055399"/>
                <a:gd name="connsiteY829" fmla="*/ 372693 h 949444"/>
                <a:gd name="connsiteX830" fmla="*/ 124420 w 1055399"/>
                <a:gd name="connsiteY830" fmla="*/ 374443 h 949444"/>
                <a:gd name="connsiteX831" fmla="*/ 127583 w 1055399"/>
                <a:gd name="connsiteY831" fmla="*/ 377369 h 949444"/>
                <a:gd name="connsiteX832" fmla="*/ 127920 w 1055399"/>
                <a:gd name="connsiteY832" fmla="*/ 381272 h 949444"/>
                <a:gd name="connsiteX833" fmla="*/ 127482 w 1055399"/>
                <a:gd name="connsiteY833" fmla="*/ 383223 h 949444"/>
                <a:gd name="connsiteX834" fmla="*/ 126170 w 1055399"/>
                <a:gd name="connsiteY834" fmla="*/ 385712 h 949444"/>
                <a:gd name="connsiteX835" fmla="*/ 125194 w 1055399"/>
                <a:gd name="connsiteY835" fmla="*/ 387461 h 949444"/>
                <a:gd name="connsiteX836" fmla="*/ 123040 w 1055399"/>
                <a:gd name="connsiteY836" fmla="*/ 388437 h 949444"/>
                <a:gd name="connsiteX837" fmla="*/ 122064 w 1055399"/>
                <a:gd name="connsiteY837" fmla="*/ 388975 h 949444"/>
                <a:gd name="connsiteX838" fmla="*/ 120550 w 1055399"/>
                <a:gd name="connsiteY838" fmla="*/ 389951 h 949444"/>
                <a:gd name="connsiteX839" fmla="*/ 119910 w 1055399"/>
                <a:gd name="connsiteY839" fmla="*/ 392003 h 949444"/>
                <a:gd name="connsiteX840" fmla="*/ 121526 w 1055399"/>
                <a:gd name="connsiteY840" fmla="*/ 394627 h 949444"/>
                <a:gd name="connsiteX841" fmla="*/ 124016 w 1055399"/>
                <a:gd name="connsiteY841" fmla="*/ 396914 h 949444"/>
                <a:gd name="connsiteX842" fmla="*/ 124218 w 1055399"/>
                <a:gd name="connsiteY842" fmla="*/ 400278 h 949444"/>
                <a:gd name="connsiteX843" fmla="*/ 124117 w 1055399"/>
                <a:gd name="connsiteY843" fmla="*/ 403743 h 949444"/>
                <a:gd name="connsiteX844" fmla="*/ 123242 w 1055399"/>
                <a:gd name="connsiteY844" fmla="*/ 406905 h 949444"/>
                <a:gd name="connsiteX845" fmla="*/ 122805 w 1055399"/>
                <a:gd name="connsiteY845" fmla="*/ 411346 h 949444"/>
                <a:gd name="connsiteX846" fmla="*/ 126170 w 1055399"/>
                <a:gd name="connsiteY846" fmla="*/ 415584 h 949444"/>
                <a:gd name="connsiteX847" fmla="*/ 125833 w 1055399"/>
                <a:gd name="connsiteY847" fmla="*/ 417871 h 949444"/>
                <a:gd name="connsiteX848" fmla="*/ 125396 w 1055399"/>
                <a:gd name="connsiteY848" fmla="*/ 422547 h 949444"/>
                <a:gd name="connsiteX849" fmla="*/ 125396 w 1055399"/>
                <a:gd name="connsiteY849" fmla="*/ 426450 h 949444"/>
                <a:gd name="connsiteX850" fmla="*/ 124420 w 1055399"/>
                <a:gd name="connsiteY850" fmla="*/ 429175 h 949444"/>
                <a:gd name="connsiteX851" fmla="*/ 122905 w 1055399"/>
                <a:gd name="connsiteY851" fmla="*/ 431025 h 949444"/>
                <a:gd name="connsiteX852" fmla="*/ 121828 w 1055399"/>
                <a:gd name="connsiteY852" fmla="*/ 434187 h 949444"/>
                <a:gd name="connsiteX853" fmla="*/ 121828 w 1055399"/>
                <a:gd name="connsiteY853" fmla="*/ 437113 h 949444"/>
                <a:gd name="connsiteX854" fmla="*/ 122703 w 1055399"/>
                <a:gd name="connsiteY854" fmla="*/ 442866 h 949444"/>
                <a:gd name="connsiteX855" fmla="*/ 123780 w 1055399"/>
                <a:gd name="connsiteY855" fmla="*/ 447205 h 949444"/>
                <a:gd name="connsiteX856" fmla="*/ 126372 w 1055399"/>
                <a:gd name="connsiteY856" fmla="*/ 455144 h 949444"/>
                <a:gd name="connsiteX857" fmla="*/ 127247 w 1055399"/>
                <a:gd name="connsiteY857" fmla="*/ 460156 h 949444"/>
                <a:gd name="connsiteX858" fmla="*/ 128122 w 1055399"/>
                <a:gd name="connsiteY858" fmla="*/ 468398 h 949444"/>
                <a:gd name="connsiteX859" fmla="*/ 128357 w 1055399"/>
                <a:gd name="connsiteY859" fmla="*/ 480778 h 949444"/>
                <a:gd name="connsiteX860" fmla="*/ 124656 w 1055399"/>
                <a:gd name="connsiteY860" fmla="*/ 486631 h 949444"/>
                <a:gd name="connsiteX861" fmla="*/ 121828 w 1055399"/>
                <a:gd name="connsiteY861" fmla="*/ 491206 h 949444"/>
                <a:gd name="connsiteX862" fmla="*/ 120079 w 1055399"/>
                <a:gd name="connsiteY862" fmla="*/ 495781 h 949444"/>
                <a:gd name="connsiteX863" fmla="*/ 117891 w 1055399"/>
                <a:gd name="connsiteY863" fmla="*/ 498405 h 949444"/>
                <a:gd name="connsiteX864" fmla="*/ 116915 w 1055399"/>
                <a:gd name="connsiteY864" fmla="*/ 499044 h 949444"/>
                <a:gd name="connsiteX865" fmla="*/ 114828 w 1055399"/>
                <a:gd name="connsiteY865" fmla="*/ 501399 h 949444"/>
                <a:gd name="connsiteX866" fmla="*/ 114828 w 1055399"/>
                <a:gd name="connsiteY866" fmla="*/ 504864 h 949444"/>
                <a:gd name="connsiteX867" fmla="*/ 115703 w 1055399"/>
                <a:gd name="connsiteY867" fmla="*/ 510952 h 949444"/>
                <a:gd name="connsiteX868" fmla="*/ 116141 w 1055399"/>
                <a:gd name="connsiteY868" fmla="*/ 513240 h 949444"/>
                <a:gd name="connsiteX869" fmla="*/ 118530 w 1055399"/>
                <a:gd name="connsiteY869" fmla="*/ 516167 h 949444"/>
                <a:gd name="connsiteX870" fmla="*/ 120920 w 1055399"/>
                <a:gd name="connsiteY870" fmla="*/ 516167 h 949444"/>
                <a:gd name="connsiteX871" fmla="*/ 121997 w 1055399"/>
                <a:gd name="connsiteY871" fmla="*/ 519194 h 949444"/>
                <a:gd name="connsiteX872" fmla="*/ 122199 w 1055399"/>
                <a:gd name="connsiteY872" fmla="*/ 523971 h 949444"/>
                <a:gd name="connsiteX873" fmla="*/ 121997 w 1055399"/>
                <a:gd name="connsiteY873" fmla="*/ 529185 h 949444"/>
                <a:gd name="connsiteX874" fmla="*/ 122636 w 1055399"/>
                <a:gd name="connsiteY874" fmla="*/ 532011 h 949444"/>
                <a:gd name="connsiteX875" fmla="*/ 122838 w 1055399"/>
                <a:gd name="connsiteY875" fmla="*/ 539613 h 949444"/>
                <a:gd name="connsiteX876" fmla="*/ 123713 w 1055399"/>
                <a:gd name="connsiteY876" fmla="*/ 545467 h 949444"/>
                <a:gd name="connsiteX877" fmla="*/ 122838 w 1055399"/>
                <a:gd name="connsiteY877" fmla="*/ 549806 h 949444"/>
                <a:gd name="connsiteX878" fmla="*/ 124353 w 1055399"/>
                <a:gd name="connsiteY878" fmla="*/ 554583 h 949444"/>
                <a:gd name="connsiteX879" fmla="*/ 123377 w 1055399"/>
                <a:gd name="connsiteY879" fmla="*/ 557846 h 949444"/>
                <a:gd name="connsiteX880" fmla="*/ 126978 w 1055399"/>
                <a:gd name="connsiteY880" fmla="*/ 562085 h 949444"/>
                <a:gd name="connsiteX881" fmla="*/ 127314 w 1055399"/>
                <a:gd name="connsiteY881" fmla="*/ 565785 h 949444"/>
                <a:gd name="connsiteX882" fmla="*/ 127954 w 1055399"/>
                <a:gd name="connsiteY882" fmla="*/ 575339 h 949444"/>
                <a:gd name="connsiteX883" fmla="*/ 127516 w 1055399"/>
                <a:gd name="connsiteY883" fmla="*/ 577963 h 949444"/>
                <a:gd name="connsiteX884" fmla="*/ 126641 w 1055399"/>
                <a:gd name="connsiteY884" fmla="*/ 580990 h 949444"/>
                <a:gd name="connsiteX885" fmla="*/ 125127 w 1055399"/>
                <a:gd name="connsiteY885" fmla="*/ 587718 h 949444"/>
                <a:gd name="connsiteX886" fmla="*/ 122535 w 1055399"/>
                <a:gd name="connsiteY886" fmla="*/ 593470 h 949444"/>
                <a:gd name="connsiteX887" fmla="*/ 120415 w 1055399"/>
                <a:gd name="connsiteY887" fmla="*/ 600198 h 949444"/>
                <a:gd name="connsiteX888" fmla="*/ 118295 w 1055399"/>
                <a:gd name="connsiteY888" fmla="*/ 603798 h 949444"/>
                <a:gd name="connsiteX889" fmla="*/ 118295 w 1055399"/>
                <a:gd name="connsiteY889" fmla="*/ 607397 h 949444"/>
                <a:gd name="connsiteX890" fmla="*/ 119170 w 1055399"/>
                <a:gd name="connsiteY890" fmla="*/ 611535 h 949444"/>
                <a:gd name="connsiteX891" fmla="*/ 119506 w 1055399"/>
                <a:gd name="connsiteY891" fmla="*/ 615336 h 949444"/>
                <a:gd name="connsiteX892" fmla="*/ 120045 w 1055399"/>
                <a:gd name="connsiteY892" fmla="*/ 618599 h 949444"/>
                <a:gd name="connsiteX893" fmla="*/ 120045 w 1055399"/>
                <a:gd name="connsiteY893" fmla="*/ 626538 h 949444"/>
                <a:gd name="connsiteX894" fmla="*/ 120381 w 1055399"/>
                <a:gd name="connsiteY894" fmla="*/ 629263 h 949444"/>
                <a:gd name="connsiteX895" fmla="*/ 119304 w 1055399"/>
                <a:gd name="connsiteY895" fmla="*/ 633165 h 949444"/>
                <a:gd name="connsiteX896" fmla="*/ 118766 w 1055399"/>
                <a:gd name="connsiteY896" fmla="*/ 635991 h 949444"/>
                <a:gd name="connsiteX897" fmla="*/ 118429 w 1055399"/>
                <a:gd name="connsiteY897" fmla="*/ 641642 h 949444"/>
                <a:gd name="connsiteX898" fmla="*/ 119304 w 1055399"/>
                <a:gd name="connsiteY898" fmla="*/ 646083 h 949444"/>
                <a:gd name="connsiteX899" fmla="*/ 120819 w 1055399"/>
                <a:gd name="connsiteY899" fmla="*/ 654997 h 949444"/>
                <a:gd name="connsiteX900" fmla="*/ 125833 w 1055399"/>
                <a:gd name="connsiteY900" fmla="*/ 662062 h 949444"/>
                <a:gd name="connsiteX901" fmla="*/ 129636 w 1055399"/>
                <a:gd name="connsiteY901" fmla="*/ 666502 h 949444"/>
                <a:gd name="connsiteX902" fmla="*/ 134516 w 1055399"/>
                <a:gd name="connsiteY902" fmla="*/ 672894 h 949444"/>
                <a:gd name="connsiteX903" fmla="*/ 140608 w 1055399"/>
                <a:gd name="connsiteY903" fmla="*/ 672557 h 949444"/>
                <a:gd name="connsiteX904" fmla="*/ 141819 w 1055399"/>
                <a:gd name="connsiteY904" fmla="*/ 667881 h 949444"/>
                <a:gd name="connsiteX905" fmla="*/ 142694 w 1055399"/>
                <a:gd name="connsiteY905" fmla="*/ 659942 h 949444"/>
                <a:gd name="connsiteX906" fmla="*/ 142694 w 1055399"/>
                <a:gd name="connsiteY906" fmla="*/ 656040 h 949444"/>
                <a:gd name="connsiteX907" fmla="*/ 140944 w 1055399"/>
                <a:gd name="connsiteY907" fmla="*/ 649951 h 949444"/>
                <a:gd name="connsiteX908" fmla="*/ 140944 w 1055399"/>
                <a:gd name="connsiteY908" fmla="*/ 647361 h 949444"/>
                <a:gd name="connsiteX909" fmla="*/ 141718 w 1055399"/>
                <a:gd name="connsiteY909" fmla="*/ 643123 h 949444"/>
                <a:gd name="connsiteX910" fmla="*/ 142257 w 1055399"/>
                <a:gd name="connsiteY910" fmla="*/ 640936 h 949444"/>
                <a:gd name="connsiteX911" fmla="*/ 143132 w 1055399"/>
                <a:gd name="connsiteY911" fmla="*/ 639086 h 949444"/>
                <a:gd name="connsiteX912" fmla="*/ 145622 w 1055399"/>
                <a:gd name="connsiteY912" fmla="*/ 637471 h 949444"/>
                <a:gd name="connsiteX913" fmla="*/ 149762 w 1055399"/>
                <a:gd name="connsiteY913" fmla="*/ 637236 h 949444"/>
                <a:gd name="connsiteX914" fmla="*/ 153127 w 1055399"/>
                <a:gd name="connsiteY914" fmla="*/ 636361 h 949444"/>
                <a:gd name="connsiteX915" fmla="*/ 154541 w 1055399"/>
                <a:gd name="connsiteY915" fmla="*/ 635486 h 949444"/>
                <a:gd name="connsiteX916" fmla="*/ 157132 w 1055399"/>
                <a:gd name="connsiteY916" fmla="*/ 632862 h 949444"/>
                <a:gd name="connsiteX917" fmla="*/ 159858 w 1055399"/>
                <a:gd name="connsiteY917" fmla="*/ 629936 h 949444"/>
                <a:gd name="connsiteX918" fmla="*/ 161474 w 1055399"/>
                <a:gd name="connsiteY918" fmla="*/ 627447 h 949444"/>
                <a:gd name="connsiteX919" fmla="*/ 164200 w 1055399"/>
                <a:gd name="connsiteY919" fmla="*/ 623746 h 949444"/>
                <a:gd name="connsiteX920" fmla="*/ 165714 w 1055399"/>
                <a:gd name="connsiteY920" fmla="*/ 619507 h 949444"/>
                <a:gd name="connsiteX921" fmla="*/ 167228 w 1055399"/>
                <a:gd name="connsiteY921" fmla="*/ 617893 h 949444"/>
                <a:gd name="connsiteX922" fmla="*/ 170594 w 1055399"/>
                <a:gd name="connsiteY922" fmla="*/ 614731 h 949444"/>
                <a:gd name="connsiteX923" fmla="*/ 170931 w 1055399"/>
                <a:gd name="connsiteY923" fmla="*/ 611131 h 949444"/>
                <a:gd name="connsiteX924" fmla="*/ 171806 w 1055399"/>
                <a:gd name="connsiteY924" fmla="*/ 609718 h 949444"/>
                <a:gd name="connsiteX925" fmla="*/ 173421 w 1055399"/>
                <a:gd name="connsiteY925" fmla="*/ 607330 h 949444"/>
                <a:gd name="connsiteX926" fmla="*/ 174397 w 1055399"/>
                <a:gd name="connsiteY926" fmla="*/ 606253 h 949444"/>
                <a:gd name="connsiteX927" fmla="*/ 176349 w 1055399"/>
                <a:gd name="connsiteY927" fmla="*/ 605480 h 949444"/>
                <a:gd name="connsiteX928" fmla="*/ 180152 w 1055399"/>
                <a:gd name="connsiteY928" fmla="*/ 605042 h 949444"/>
                <a:gd name="connsiteX929" fmla="*/ 182104 w 1055399"/>
                <a:gd name="connsiteY929" fmla="*/ 605244 h 949444"/>
                <a:gd name="connsiteX930" fmla="*/ 184056 w 1055399"/>
                <a:gd name="connsiteY930" fmla="*/ 607969 h 949444"/>
                <a:gd name="connsiteX931" fmla="*/ 183181 w 1055399"/>
                <a:gd name="connsiteY931" fmla="*/ 609382 h 949444"/>
                <a:gd name="connsiteX932" fmla="*/ 181969 w 1055399"/>
                <a:gd name="connsiteY932" fmla="*/ 611770 h 949444"/>
                <a:gd name="connsiteX933" fmla="*/ 181330 w 1055399"/>
                <a:gd name="connsiteY933" fmla="*/ 614495 h 949444"/>
                <a:gd name="connsiteX934" fmla="*/ 181767 w 1055399"/>
                <a:gd name="connsiteY934" fmla="*/ 618532 h 949444"/>
                <a:gd name="connsiteX935" fmla="*/ 182743 w 1055399"/>
                <a:gd name="connsiteY935" fmla="*/ 621156 h 949444"/>
                <a:gd name="connsiteX936" fmla="*/ 184359 w 1055399"/>
                <a:gd name="connsiteY936" fmla="*/ 624520 h 949444"/>
                <a:gd name="connsiteX937" fmla="*/ 187623 w 1055399"/>
                <a:gd name="connsiteY937" fmla="*/ 627682 h 949444"/>
                <a:gd name="connsiteX938" fmla="*/ 189575 w 1055399"/>
                <a:gd name="connsiteY938" fmla="*/ 631382 h 949444"/>
                <a:gd name="connsiteX939" fmla="*/ 193378 w 1055399"/>
                <a:gd name="connsiteY939" fmla="*/ 634309 h 949444"/>
                <a:gd name="connsiteX940" fmla="*/ 198696 w 1055399"/>
                <a:gd name="connsiteY940" fmla="*/ 633973 h 949444"/>
                <a:gd name="connsiteX941" fmla="*/ 200648 w 1055399"/>
                <a:gd name="connsiteY941" fmla="*/ 636563 h 949444"/>
                <a:gd name="connsiteX942" fmla="*/ 201825 w 1055399"/>
                <a:gd name="connsiteY942" fmla="*/ 640902 h 949444"/>
                <a:gd name="connsiteX943" fmla="*/ 204989 w 1055399"/>
                <a:gd name="connsiteY943" fmla="*/ 648942 h 949444"/>
                <a:gd name="connsiteX944" fmla="*/ 208893 w 1055399"/>
                <a:gd name="connsiteY944" fmla="*/ 655569 h 949444"/>
                <a:gd name="connsiteX945" fmla="*/ 208994 w 1055399"/>
                <a:gd name="connsiteY945" fmla="*/ 658630 h 949444"/>
                <a:gd name="connsiteX946" fmla="*/ 210205 w 1055399"/>
                <a:gd name="connsiteY946" fmla="*/ 662432 h 949444"/>
                <a:gd name="connsiteX947" fmla="*/ 213234 w 1055399"/>
                <a:gd name="connsiteY947" fmla="*/ 666435 h 949444"/>
                <a:gd name="connsiteX948" fmla="*/ 215287 w 1055399"/>
                <a:gd name="connsiteY948" fmla="*/ 667511 h 949444"/>
                <a:gd name="connsiteX949" fmla="*/ 218215 w 1055399"/>
                <a:gd name="connsiteY949" fmla="*/ 669563 h 949444"/>
                <a:gd name="connsiteX950" fmla="*/ 218855 w 1055399"/>
                <a:gd name="connsiteY950" fmla="*/ 671178 h 949444"/>
                <a:gd name="connsiteX951" fmla="*/ 219191 w 1055399"/>
                <a:gd name="connsiteY951" fmla="*/ 673264 h 949444"/>
                <a:gd name="connsiteX952" fmla="*/ 218855 w 1055399"/>
                <a:gd name="connsiteY952" fmla="*/ 677065 h 949444"/>
                <a:gd name="connsiteX953" fmla="*/ 218081 w 1055399"/>
                <a:gd name="connsiteY953" fmla="*/ 679117 h 949444"/>
                <a:gd name="connsiteX954" fmla="*/ 215893 w 1055399"/>
                <a:gd name="connsiteY954" fmla="*/ 681943 h 949444"/>
                <a:gd name="connsiteX955" fmla="*/ 214379 w 1055399"/>
                <a:gd name="connsiteY955" fmla="*/ 682716 h 949444"/>
                <a:gd name="connsiteX956" fmla="*/ 211787 w 1055399"/>
                <a:gd name="connsiteY956" fmla="*/ 683356 h 949444"/>
                <a:gd name="connsiteX957" fmla="*/ 206234 w 1055399"/>
                <a:gd name="connsiteY957" fmla="*/ 684331 h 949444"/>
                <a:gd name="connsiteX958" fmla="*/ 204383 w 1055399"/>
                <a:gd name="connsiteY958" fmla="*/ 684768 h 949444"/>
                <a:gd name="connsiteX959" fmla="*/ 202532 w 1055399"/>
                <a:gd name="connsiteY959" fmla="*/ 685643 h 949444"/>
                <a:gd name="connsiteX960" fmla="*/ 202532 w 1055399"/>
                <a:gd name="connsiteY960" fmla="*/ 688570 h 949444"/>
                <a:gd name="connsiteX961" fmla="*/ 204047 w 1055399"/>
                <a:gd name="connsiteY961" fmla="*/ 692606 h 949444"/>
                <a:gd name="connsiteX962" fmla="*/ 205124 w 1055399"/>
                <a:gd name="connsiteY962" fmla="*/ 696509 h 949444"/>
                <a:gd name="connsiteX963" fmla="*/ 207311 w 1055399"/>
                <a:gd name="connsiteY963" fmla="*/ 700646 h 949444"/>
                <a:gd name="connsiteX964" fmla="*/ 210138 w 1055399"/>
                <a:gd name="connsiteY964" fmla="*/ 703573 h 949444"/>
                <a:gd name="connsiteX965" fmla="*/ 212965 w 1055399"/>
                <a:gd name="connsiteY965" fmla="*/ 708350 h 949444"/>
                <a:gd name="connsiteX966" fmla="*/ 214816 w 1055399"/>
                <a:gd name="connsiteY966" fmla="*/ 712689 h 949444"/>
                <a:gd name="connsiteX967" fmla="*/ 217408 w 1055399"/>
                <a:gd name="connsiteY967" fmla="*/ 717466 h 949444"/>
                <a:gd name="connsiteX968" fmla="*/ 221749 w 1055399"/>
                <a:gd name="connsiteY968" fmla="*/ 723454 h 949444"/>
                <a:gd name="connsiteX969" fmla="*/ 226326 w 1055399"/>
                <a:gd name="connsiteY969" fmla="*/ 726482 h 949444"/>
                <a:gd name="connsiteX970" fmla="*/ 232417 w 1055399"/>
                <a:gd name="connsiteY970" fmla="*/ 727121 h 949444"/>
                <a:gd name="connsiteX971" fmla="*/ 236321 w 1055399"/>
                <a:gd name="connsiteY971" fmla="*/ 726145 h 949444"/>
                <a:gd name="connsiteX972" fmla="*/ 240124 w 1055399"/>
                <a:gd name="connsiteY972" fmla="*/ 721806 h 949444"/>
                <a:gd name="connsiteX973" fmla="*/ 241874 w 1055399"/>
                <a:gd name="connsiteY973" fmla="*/ 719215 h 949444"/>
                <a:gd name="connsiteX974" fmla="*/ 243187 w 1055399"/>
                <a:gd name="connsiteY974" fmla="*/ 718576 h 949444"/>
                <a:gd name="connsiteX975" fmla="*/ 245576 w 1055399"/>
                <a:gd name="connsiteY975" fmla="*/ 718778 h 949444"/>
                <a:gd name="connsiteX976" fmla="*/ 246216 w 1055399"/>
                <a:gd name="connsiteY976" fmla="*/ 720628 h 949444"/>
                <a:gd name="connsiteX977" fmla="*/ 250019 w 1055399"/>
                <a:gd name="connsiteY977" fmla="*/ 722916 h 949444"/>
                <a:gd name="connsiteX978" fmla="*/ 254259 w 1055399"/>
                <a:gd name="connsiteY978" fmla="*/ 724362 h 949444"/>
                <a:gd name="connsiteX979" fmla="*/ 257154 w 1055399"/>
                <a:gd name="connsiteY979" fmla="*/ 719888 h 949444"/>
                <a:gd name="connsiteX980" fmla="*/ 258298 w 1055399"/>
                <a:gd name="connsiteY980" fmla="*/ 719316 h 949444"/>
                <a:gd name="connsiteX981" fmla="*/ 261495 w 1055399"/>
                <a:gd name="connsiteY981" fmla="*/ 718307 h 949444"/>
                <a:gd name="connsiteX982" fmla="*/ 263817 w 1055399"/>
                <a:gd name="connsiteY982" fmla="*/ 719182 h 949444"/>
                <a:gd name="connsiteX983" fmla="*/ 267014 w 1055399"/>
                <a:gd name="connsiteY983" fmla="*/ 722209 h 949444"/>
                <a:gd name="connsiteX984" fmla="*/ 267452 w 1055399"/>
                <a:gd name="connsiteY984" fmla="*/ 727289 h 949444"/>
                <a:gd name="connsiteX985" fmla="*/ 269337 w 1055399"/>
                <a:gd name="connsiteY985" fmla="*/ 733815 h 949444"/>
                <a:gd name="connsiteX986" fmla="*/ 271524 w 1055399"/>
                <a:gd name="connsiteY986" fmla="*/ 739904 h 949444"/>
                <a:gd name="connsiteX987" fmla="*/ 274553 w 1055399"/>
                <a:gd name="connsiteY987" fmla="*/ 744546 h 949444"/>
                <a:gd name="connsiteX988" fmla="*/ 279029 w 1055399"/>
                <a:gd name="connsiteY988" fmla="*/ 751072 h 949444"/>
                <a:gd name="connsiteX989" fmla="*/ 279904 w 1055399"/>
                <a:gd name="connsiteY989" fmla="*/ 753965 h 949444"/>
                <a:gd name="connsiteX990" fmla="*/ 279904 w 1055399"/>
                <a:gd name="connsiteY990" fmla="*/ 760323 h 949444"/>
                <a:gd name="connsiteX991" fmla="*/ 280644 w 1055399"/>
                <a:gd name="connsiteY991" fmla="*/ 766546 h 949444"/>
                <a:gd name="connsiteX992" fmla="*/ 280342 w 1055399"/>
                <a:gd name="connsiteY992" fmla="*/ 770449 h 949444"/>
                <a:gd name="connsiteX993" fmla="*/ 285121 w 1055399"/>
                <a:gd name="connsiteY993" fmla="*/ 775091 h 949444"/>
                <a:gd name="connsiteX994" fmla="*/ 287712 w 1055399"/>
                <a:gd name="connsiteY994" fmla="*/ 775091 h 949444"/>
                <a:gd name="connsiteX995" fmla="*/ 292356 w 1055399"/>
                <a:gd name="connsiteY995" fmla="*/ 774788 h 949444"/>
                <a:gd name="connsiteX996" fmla="*/ 293803 w 1055399"/>
                <a:gd name="connsiteY996" fmla="*/ 780440 h 949444"/>
                <a:gd name="connsiteX997" fmla="*/ 294376 w 1055399"/>
                <a:gd name="connsiteY997" fmla="*/ 785956 h 949444"/>
                <a:gd name="connsiteX998" fmla="*/ 297001 w 1055399"/>
                <a:gd name="connsiteY998" fmla="*/ 797831 h 949444"/>
                <a:gd name="connsiteX999" fmla="*/ 298448 w 1055399"/>
                <a:gd name="connsiteY999" fmla="*/ 801161 h 949444"/>
                <a:gd name="connsiteX1000" fmla="*/ 300635 w 1055399"/>
                <a:gd name="connsiteY1000" fmla="*/ 804492 h 949444"/>
                <a:gd name="connsiteX1001" fmla="*/ 306424 w 1055399"/>
                <a:gd name="connsiteY1001" fmla="*/ 806948 h 949444"/>
                <a:gd name="connsiteX1002" fmla="*/ 306491 w 1055399"/>
                <a:gd name="connsiteY1002" fmla="*/ 809134 h 949444"/>
                <a:gd name="connsiteX1003" fmla="*/ 305986 w 1055399"/>
                <a:gd name="connsiteY1003" fmla="*/ 815088 h 949444"/>
                <a:gd name="connsiteX1004" fmla="*/ 305986 w 1055399"/>
                <a:gd name="connsiteY1004" fmla="*/ 817679 h 949444"/>
                <a:gd name="connsiteX1005" fmla="*/ 306727 w 1055399"/>
                <a:gd name="connsiteY1005" fmla="*/ 819697 h 949444"/>
                <a:gd name="connsiteX1006" fmla="*/ 309116 w 1055399"/>
                <a:gd name="connsiteY1006" fmla="*/ 825651 h 949444"/>
                <a:gd name="connsiteX1007" fmla="*/ 311506 w 1055399"/>
                <a:gd name="connsiteY1007" fmla="*/ 830428 h 949444"/>
                <a:gd name="connsiteX1008" fmla="*/ 314131 w 1055399"/>
                <a:gd name="connsiteY1008" fmla="*/ 834330 h 949444"/>
                <a:gd name="connsiteX1009" fmla="*/ 319919 w 1055399"/>
                <a:gd name="connsiteY1009" fmla="*/ 836517 h 949444"/>
                <a:gd name="connsiteX1010" fmla="*/ 322679 w 1055399"/>
                <a:gd name="connsiteY1010" fmla="*/ 837391 h 949444"/>
                <a:gd name="connsiteX1011" fmla="*/ 325001 w 1055399"/>
                <a:gd name="connsiteY1011" fmla="*/ 838569 h 949444"/>
                <a:gd name="connsiteX1012" fmla="*/ 328198 w 1055399"/>
                <a:gd name="connsiteY1012" fmla="*/ 842908 h 949444"/>
                <a:gd name="connsiteX1013" fmla="*/ 329073 w 1055399"/>
                <a:gd name="connsiteY1013" fmla="*/ 849132 h 949444"/>
                <a:gd name="connsiteX1014" fmla="*/ 328939 w 1055399"/>
                <a:gd name="connsiteY1014" fmla="*/ 850713 h 949444"/>
                <a:gd name="connsiteX1015" fmla="*/ 328501 w 1055399"/>
                <a:gd name="connsiteY1015" fmla="*/ 854178 h 949444"/>
                <a:gd name="connsiteX1016" fmla="*/ 327626 w 1055399"/>
                <a:gd name="connsiteY1016" fmla="*/ 856499 h 949444"/>
                <a:gd name="connsiteX1017" fmla="*/ 328064 w 1055399"/>
                <a:gd name="connsiteY1017" fmla="*/ 858955 h 949444"/>
                <a:gd name="connsiteX1018" fmla="*/ 331530 w 1055399"/>
                <a:gd name="connsiteY1018" fmla="*/ 859695 h 949444"/>
                <a:gd name="connsiteX1019" fmla="*/ 338934 w 1055399"/>
                <a:gd name="connsiteY1019" fmla="*/ 855490 h 949444"/>
                <a:gd name="connsiteX1020" fmla="*/ 340819 w 1055399"/>
                <a:gd name="connsiteY1020" fmla="*/ 855927 h 949444"/>
                <a:gd name="connsiteX1021" fmla="*/ 338362 w 1055399"/>
                <a:gd name="connsiteY1021" fmla="*/ 863328 h 949444"/>
                <a:gd name="connsiteX1022" fmla="*/ 337050 w 1055399"/>
                <a:gd name="connsiteY1022" fmla="*/ 865783 h 949444"/>
                <a:gd name="connsiteX1023" fmla="*/ 334727 w 1055399"/>
                <a:gd name="connsiteY1023" fmla="*/ 868104 h 949444"/>
                <a:gd name="connsiteX1024" fmla="*/ 330958 w 1055399"/>
                <a:gd name="connsiteY1024" fmla="*/ 870291 h 949444"/>
                <a:gd name="connsiteX1025" fmla="*/ 326919 w 1055399"/>
                <a:gd name="connsiteY1025" fmla="*/ 871300 h 949444"/>
                <a:gd name="connsiteX1026" fmla="*/ 324732 w 1055399"/>
                <a:gd name="connsiteY1026" fmla="*/ 873319 h 949444"/>
                <a:gd name="connsiteX1027" fmla="*/ 324867 w 1055399"/>
                <a:gd name="connsiteY1027" fmla="*/ 876952 h 949444"/>
                <a:gd name="connsiteX1028" fmla="*/ 326617 w 1055399"/>
                <a:gd name="connsiteY1028" fmla="*/ 881728 h 949444"/>
                <a:gd name="connsiteX1029" fmla="*/ 333011 w 1055399"/>
                <a:gd name="connsiteY1029" fmla="*/ 885799 h 949444"/>
                <a:gd name="connsiteX1030" fmla="*/ 339977 w 1055399"/>
                <a:gd name="connsiteY1030" fmla="*/ 888995 h 949444"/>
                <a:gd name="connsiteX1031" fmla="*/ 343309 w 1055399"/>
                <a:gd name="connsiteY1031" fmla="*/ 892190 h 949444"/>
                <a:gd name="connsiteX1032" fmla="*/ 344184 w 1055399"/>
                <a:gd name="connsiteY1032" fmla="*/ 894209 h 949444"/>
                <a:gd name="connsiteX1033" fmla="*/ 347382 w 1055399"/>
                <a:gd name="connsiteY1033" fmla="*/ 898986 h 949444"/>
                <a:gd name="connsiteX1034" fmla="*/ 351285 w 1055399"/>
                <a:gd name="connsiteY1034" fmla="*/ 905512 h 949444"/>
                <a:gd name="connsiteX1035" fmla="*/ 349401 w 1055399"/>
                <a:gd name="connsiteY1035" fmla="*/ 908707 h 949444"/>
                <a:gd name="connsiteX1036" fmla="*/ 343040 w 1055399"/>
                <a:gd name="connsiteY1036" fmla="*/ 910019 h 949444"/>
                <a:gd name="connsiteX1037" fmla="*/ 339843 w 1055399"/>
                <a:gd name="connsiteY1037" fmla="*/ 910154 h 949444"/>
                <a:gd name="connsiteX1038" fmla="*/ 338833 w 1055399"/>
                <a:gd name="connsiteY1038" fmla="*/ 915671 h 949444"/>
                <a:gd name="connsiteX1039" fmla="*/ 340146 w 1055399"/>
                <a:gd name="connsiteY1039" fmla="*/ 920582 h 949444"/>
                <a:gd name="connsiteX1040" fmla="*/ 345228 w 1055399"/>
                <a:gd name="connsiteY1040" fmla="*/ 922903 h 949444"/>
                <a:gd name="connsiteX1041" fmla="*/ 350444 w 1055399"/>
                <a:gd name="connsiteY1041" fmla="*/ 922903 h 949444"/>
                <a:gd name="connsiteX1042" fmla="*/ 353069 w 1055399"/>
                <a:gd name="connsiteY1042" fmla="*/ 920448 h 949444"/>
                <a:gd name="connsiteX1043" fmla="*/ 355526 w 1055399"/>
                <a:gd name="connsiteY1043" fmla="*/ 918698 h 949444"/>
                <a:gd name="connsiteX1044" fmla="*/ 357545 w 1055399"/>
                <a:gd name="connsiteY1044" fmla="*/ 917252 h 949444"/>
                <a:gd name="connsiteX1045" fmla="*/ 358992 w 1055399"/>
                <a:gd name="connsiteY1045" fmla="*/ 919876 h 949444"/>
                <a:gd name="connsiteX1046" fmla="*/ 359564 w 1055399"/>
                <a:gd name="connsiteY1046" fmla="*/ 924955 h 949444"/>
                <a:gd name="connsiteX1047" fmla="*/ 361012 w 1055399"/>
                <a:gd name="connsiteY1047" fmla="*/ 929867 h 949444"/>
                <a:gd name="connsiteX1048" fmla="*/ 364041 w 1055399"/>
                <a:gd name="connsiteY1048" fmla="*/ 932188 h 949444"/>
                <a:gd name="connsiteX1049" fmla="*/ 365185 w 1055399"/>
                <a:gd name="connsiteY1049" fmla="*/ 934375 h 949444"/>
                <a:gd name="connsiteX1050" fmla="*/ 365185 w 1055399"/>
                <a:gd name="connsiteY1050" fmla="*/ 939454 h 949444"/>
                <a:gd name="connsiteX1051" fmla="*/ 365488 w 1055399"/>
                <a:gd name="connsiteY1051" fmla="*/ 942784 h 949444"/>
                <a:gd name="connsiteX1052" fmla="*/ 365925 w 1055399"/>
                <a:gd name="connsiteY1052" fmla="*/ 946989 h 949444"/>
                <a:gd name="connsiteX1053" fmla="*/ 368954 w 1055399"/>
                <a:gd name="connsiteY1053" fmla="*/ 948873 h 949444"/>
                <a:gd name="connsiteX1054" fmla="*/ 375483 w 1055399"/>
                <a:gd name="connsiteY1054" fmla="*/ 949445 h 949444"/>
                <a:gd name="connsiteX1055" fmla="*/ 382012 w 1055399"/>
                <a:gd name="connsiteY1055" fmla="*/ 946418 h 949444"/>
                <a:gd name="connsiteX1056" fmla="*/ 386522 w 1055399"/>
                <a:gd name="connsiteY1056" fmla="*/ 944029 h 949444"/>
                <a:gd name="connsiteX1057" fmla="*/ 393623 w 1055399"/>
                <a:gd name="connsiteY1057" fmla="*/ 940329 h 949444"/>
                <a:gd name="connsiteX1058" fmla="*/ 399109 w 1055399"/>
                <a:gd name="connsiteY1058" fmla="*/ 940329 h 949444"/>
                <a:gd name="connsiteX1059" fmla="*/ 403753 w 1055399"/>
                <a:gd name="connsiteY1059" fmla="*/ 937133 h 949444"/>
                <a:gd name="connsiteX1060" fmla="*/ 408094 w 1055399"/>
                <a:gd name="connsiteY1060" fmla="*/ 932928 h 949444"/>
                <a:gd name="connsiteX1061" fmla="*/ 410551 w 1055399"/>
                <a:gd name="connsiteY1061" fmla="*/ 931616 h 949444"/>
                <a:gd name="connsiteX1062" fmla="*/ 412570 w 1055399"/>
                <a:gd name="connsiteY1062" fmla="*/ 929160 h 949444"/>
                <a:gd name="connsiteX1063" fmla="*/ 414893 w 1055399"/>
                <a:gd name="connsiteY1063" fmla="*/ 928017 h 949444"/>
                <a:gd name="connsiteX1064" fmla="*/ 420412 w 1055399"/>
                <a:gd name="connsiteY1064" fmla="*/ 927075 h 949444"/>
                <a:gd name="connsiteX1065" fmla="*/ 425763 w 1055399"/>
                <a:gd name="connsiteY1065" fmla="*/ 926436 h 949444"/>
                <a:gd name="connsiteX1066" fmla="*/ 428657 w 1055399"/>
                <a:gd name="connsiteY1066" fmla="*/ 926436 h 949444"/>
                <a:gd name="connsiteX1067" fmla="*/ 432427 w 1055399"/>
                <a:gd name="connsiteY1067" fmla="*/ 922971 h 949444"/>
                <a:gd name="connsiteX1068" fmla="*/ 438215 w 1055399"/>
                <a:gd name="connsiteY1068" fmla="*/ 917757 h 949444"/>
                <a:gd name="connsiteX1069" fmla="*/ 441984 w 1055399"/>
                <a:gd name="connsiteY1069" fmla="*/ 913989 h 949444"/>
                <a:gd name="connsiteX1070" fmla="*/ 446898 w 1055399"/>
                <a:gd name="connsiteY1070" fmla="*/ 912845 h 949444"/>
                <a:gd name="connsiteX1071" fmla="*/ 448211 w 1055399"/>
                <a:gd name="connsiteY1071" fmla="*/ 914864 h 949444"/>
                <a:gd name="connsiteX1072" fmla="*/ 445182 w 1055399"/>
                <a:gd name="connsiteY1072" fmla="*/ 920650 h 949444"/>
                <a:gd name="connsiteX1073" fmla="*/ 445182 w 1055399"/>
                <a:gd name="connsiteY1073" fmla="*/ 923845 h 949444"/>
                <a:gd name="connsiteX1074" fmla="*/ 449254 w 1055399"/>
                <a:gd name="connsiteY1074" fmla="*/ 926436 h 949444"/>
                <a:gd name="connsiteX1075" fmla="*/ 453023 w 1055399"/>
                <a:gd name="connsiteY1075" fmla="*/ 926436 h 949444"/>
                <a:gd name="connsiteX1076" fmla="*/ 455345 w 1055399"/>
                <a:gd name="connsiteY1076" fmla="*/ 924686 h 949444"/>
                <a:gd name="connsiteX1077" fmla="*/ 459115 w 1055399"/>
                <a:gd name="connsiteY1077" fmla="*/ 922668 h 949444"/>
                <a:gd name="connsiteX1078" fmla="*/ 464399 w 1055399"/>
                <a:gd name="connsiteY1078" fmla="*/ 921154 h 949444"/>
                <a:gd name="connsiteX1079" fmla="*/ 468168 w 1055399"/>
                <a:gd name="connsiteY1079" fmla="*/ 920010 h 949444"/>
                <a:gd name="connsiteX1080" fmla="*/ 470759 w 1055399"/>
                <a:gd name="connsiteY1080" fmla="*/ 918564 h 949444"/>
                <a:gd name="connsiteX1081" fmla="*/ 474461 w 1055399"/>
                <a:gd name="connsiteY1081" fmla="*/ 918564 h 949444"/>
                <a:gd name="connsiteX1082" fmla="*/ 478735 w 1055399"/>
                <a:gd name="connsiteY1082" fmla="*/ 918429 h 949444"/>
                <a:gd name="connsiteX1083" fmla="*/ 482000 w 1055399"/>
                <a:gd name="connsiteY1083" fmla="*/ 917286 h 949444"/>
                <a:gd name="connsiteX1084" fmla="*/ 484255 w 1055399"/>
                <a:gd name="connsiteY1084" fmla="*/ 915536 h 949444"/>
                <a:gd name="connsiteX1085" fmla="*/ 485837 w 1055399"/>
                <a:gd name="connsiteY1085" fmla="*/ 911836 h 949444"/>
                <a:gd name="connsiteX1086" fmla="*/ 486409 w 1055399"/>
                <a:gd name="connsiteY1086" fmla="*/ 907126 h 949444"/>
                <a:gd name="connsiteX1087" fmla="*/ 484793 w 1055399"/>
                <a:gd name="connsiteY1087" fmla="*/ 901408 h 949444"/>
                <a:gd name="connsiteX1088" fmla="*/ 483111 w 1055399"/>
                <a:gd name="connsiteY1088" fmla="*/ 897875 h 949444"/>
                <a:gd name="connsiteX1089" fmla="*/ 484961 w 1055399"/>
                <a:gd name="connsiteY1089" fmla="*/ 897102 h 949444"/>
                <a:gd name="connsiteX1090" fmla="*/ 487149 w 1055399"/>
                <a:gd name="connsiteY1090" fmla="*/ 896866 h 949444"/>
                <a:gd name="connsiteX1091" fmla="*/ 489538 w 1055399"/>
                <a:gd name="connsiteY1091" fmla="*/ 896866 h 949444"/>
                <a:gd name="connsiteX1092" fmla="*/ 490750 w 1055399"/>
                <a:gd name="connsiteY1092" fmla="*/ 894579 h 949444"/>
                <a:gd name="connsiteX1093" fmla="*/ 491389 w 1055399"/>
                <a:gd name="connsiteY1093" fmla="*/ 891316 h 949444"/>
                <a:gd name="connsiteX1094" fmla="*/ 491389 w 1055399"/>
                <a:gd name="connsiteY1094" fmla="*/ 888927 h 949444"/>
                <a:gd name="connsiteX1095" fmla="*/ 489740 w 1055399"/>
                <a:gd name="connsiteY1095" fmla="*/ 887414 h 949444"/>
                <a:gd name="connsiteX1096" fmla="*/ 487452 w 1055399"/>
                <a:gd name="connsiteY1096" fmla="*/ 884588 h 949444"/>
                <a:gd name="connsiteX1097" fmla="*/ 485399 w 1055399"/>
                <a:gd name="connsiteY1097" fmla="*/ 881762 h 949444"/>
                <a:gd name="connsiteX1098" fmla="*/ 483750 w 1055399"/>
                <a:gd name="connsiteY1098" fmla="*/ 878163 h 949444"/>
                <a:gd name="connsiteX1099" fmla="*/ 483413 w 1055399"/>
                <a:gd name="connsiteY1099" fmla="*/ 876414 h 949444"/>
                <a:gd name="connsiteX1100" fmla="*/ 483413 w 1055399"/>
                <a:gd name="connsiteY1100" fmla="*/ 869887 h 949444"/>
                <a:gd name="connsiteX1101" fmla="*/ 484288 w 1055399"/>
                <a:gd name="connsiteY1101" fmla="*/ 866086 h 949444"/>
                <a:gd name="connsiteX1102" fmla="*/ 482639 w 1055399"/>
                <a:gd name="connsiteY1102" fmla="*/ 859997 h 949444"/>
                <a:gd name="connsiteX1103" fmla="*/ 481865 w 1055399"/>
                <a:gd name="connsiteY1103" fmla="*/ 857710 h 949444"/>
                <a:gd name="connsiteX1104" fmla="*/ 479375 w 1055399"/>
                <a:gd name="connsiteY1104" fmla="*/ 854884 h 949444"/>
                <a:gd name="connsiteX1105" fmla="*/ 478500 w 1055399"/>
                <a:gd name="connsiteY1105" fmla="*/ 852933 h 949444"/>
                <a:gd name="connsiteX1106" fmla="*/ 477961 w 1055399"/>
                <a:gd name="connsiteY1106" fmla="*/ 848358 h 949444"/>
                <a:gd name="connsiteX1107" fmla="*/ 480351 w 1055399"/>
                <a:gd name="connsiteY1107" fmla="*/ 844321 h 949444"/>
                <a:gd name="connsiteX1108" fmla="*/ 481663 w 1055399"/>
                <a:gd name="connsiteY1108" fmla="*/ 841596 h 949444"/>
                <a:gd name="connsiteX1109" fmla="*/ 482639 w 1055399"/>
                <a:gd name="connsiteY1109" fmla="*/ 837694 h 949444"/>
                <a:gd name="connsiteX1110" fmla="*/ 483413 w 1055399"/>
                <a:gd name="connsiteY1110" fmla="*/ 831942 h 949444"/>
                <a:gd name="connsiteX1111" fmla="*/ 483413 w 1055399"/>
                <a:gd name="connsiteY1111" fmla="*/ 829890 h 949444"/>
                <a:gd name="connsiteX1112" fmla="*/ 484288 w 1055399"/>
                <a:gd name="connsiteY1112" fmla="*/ 824575 h 949444"/>
                <a:gd name="connsiteX1113" fmla="*/ 482976 w 1055399"/>
                <a:gd name="connsiteY1113" fmla="*/ 819899 h 949444"/>
                <a:gd name="connsiteX1114" fmla="*/ 483312 w 1055399"/>
                <a:gd name="connsiteY1114" fmla="*/ 816097 h 949444"/>
                <a:gd name="connsiteX1115" fmla="*/ 483111 w 1055399"/>
                <a:gd name="connsiteY1115" fmla="*/ 814147 h 949444"/>
                <a:gd name="connsiteX1116" fmla="*/ 480183 w 1055399"/>
                <a:gd name="connsiteY1116" fmla="*/ 810883 h 949444"/>
                <a:gd name="connsiteX1117" fmla="*/ 478668 w 1055399"/>
                <a:gd name="connsiteY1117" fmla="*/ 810009 h 949444"/>
                <a:gd name="connsiteX1118" fmla="*/ 478668 w 1055399"/>
                <a:gd name="connsiteY1118" fmla="*/ 807721 h 949444"/>
                <a:gd name="connsiteX1119" fmla="*/ 480620 w 1055399"/>
                <a:gd name="connsiteY1119" fmla="*/ 804559 h 949444"/>
                <a:gd name="connsiteX1120" fmla="*/ 483346 w 1055399"/>
                <a:gd name="connsiteY1120" fmla="*/ 802070 h 949444"/>
                <a:gd name="connsiteX1121" fmla="*/ 485197 w 1055399"/>
                <a:gd name="connsiteY1121" fmla="*/ 799782 h 949444"/>
                <a:gd name="connsiteX1122" fmla="*/ 485534 w 1055399"/>
                <a:gd name="connsiteY1122" fmla="*/ 795645 h 949444"/>
                <a:gd name="connsiteX1123" fmla="*/ 485971 w 1055399"/>
                <a:gd name="connsiteY1123" fmla="*/ 791742 h 949444"/>
                <a:gd name="connsiteX1124" fmla="*/ 487586 w 1055399"/>
                <a:gd name="connsiteY1124" fmla="*/ 791406 h 949444"/>
                <a:gd name="connsiteX1125" fmla="*/ 489640 w 1055399"/>
                <a:gd name="connsiteY1125" fmla="*/ 792819 h 949444"/>
                <a:gd name="connsiteX1126" fmla="*/ 490514 w 1055399"/>
                <a:gd name="connsiteY1126" fmla="*/ 795746 h 949444"/>
                <a:gd name="connsiteX1127" fmla="*/ 491289 w 1055399"/>
                <a:gd name="connsiteY1127" fmla="*/ 799547 h 949444"/>
                <a:gd name="connsiteX1128" fmla="*/ 492938 w 1055399"/>
                <a:gd name="connsiteY1128" fmla="*/ 801061 h 949444"/>
                <a:gd name="connsiteX1129" fmla="*/ 496942 w 1055399"/>
                <a:gd name="connsiteY1129" fmla="*/ 799850 h 949444"/>
                <a:gd name="connsiteX1130" fmla="*/ 499567 w 1055399"/>
                <a:gd name="connsiteY1130" fmla="*/ 795409 h 949444"/>
                <a:gd name="connsiteX1131" fmla="*/ 503034 w 1055399"/>
                <a:gd name="connsiteY1131" fmla="*/ 793794 h 949444"/>
                <a:gd name="connsiteX1132" fmla="*/ 508486 w 1055399"/>
                <a:gd name="connsiteY1132" fmla="*/ 788782 h 949444"/>
                <a:gd name="connsiteX1133" fmla="*/ 510976 w 1055399"/>
                <a:gd name="connsiteY1133" fmla="*/ 786057 h 949444"/>
                <a:gd name="connsiteX1134" fmla="*/ 514342 w 1055399"/>
                <a:gd name="connsiteY1134" fmla="*/ 781718 h 949444"/>
                <a:gd name="connsiteX1135" fmla="*/ 516092 w 1055399"/>
                <a:gd name="connsiteY1135" fmla="*/ 778993 h 949444"/>
                <a:gd name="connsiteX1136" fmla="*/ 519356 w 1055399"/>
                <a:gd name="connsiteY1136" fmla="*/ 776605 h 949444"/>
                <a:gd name="connsiteX1137" fmla="*/ 521847 w 1055399"/>
                <a:gd name="connsiteY1137" fmla="*/ 775629 h 949444"/>
                <a:gd name="connsiteX1138" fmla="*/ 524236 w 1055399"/>
                <a:gd name="connsiteY1138" fmla="*/ 774990 h 949444"/>
                <a:gd name="connsiteX1139" fmla="*/ 525111 w 1055399"/>
                <a:gd name="connsiteY1139" fmla="*/ 773913 h 949444"/>
                <a:gd name="connsiteX1140" fmla="*/ 527265 w 1055399"/>
                <a:gd name="connsiteY1140" fmla="*/ 769675 h 949444"/>
                <a:gd name="connsiteX1141" fmla="*/ 528780 w 1055399"/>
                <a:gd name="connsiteY1141" fmla="*/ 767085 h 949444"/>
                <a:gd name="connsiteX1142" fmla="*/ 530294 w 1055399"/>
                <a:gd name="connsiteY1142" fmla="*/ 764696 h 949444"/>
                <a:gd name="connsiteX1143" fmla="*/ 532246 w 1055399"/>
                <a:gd name="connsiteY1143" fmla="*/ 762745 h 949444"/>
                <a:gd name="connsiteX1144" fmla="*/ 534636 w 1055399"/>
                <a:gd name="connsiteY1144" fmla="*/ 760256 h 949444"/>
                <a:gd name="connsiteX1145" fmla="*/ 536823 w 1055399"/>
                <a:gd name="connsiteY1145" fmla="*/ 758506 h 949444"/>
                <a:gd name="connsiteX1146" fmla="*/ 538237 w 1055399"/>
                <a:gd name="connsiteY1146" fmla="*/ 757531 h 949444"/>
                <a:gd name="connsiteX1147" fmla="*/ 539650 w 1055399"/>
                <a:gd name="connsiteY1147" fmla="*/ 757094 h 949444"/>
                <a:gd name="connsiteX1148" fmla="*/ 542713 w 1055399"/>
                <a:gd name="connsiteY1148" fmla="*/ 755142 h 949444"/>
                <a:gd name="connsiteX1149" fmla="*/ 546415 w 1055399"/>
                <a:gd name="connsiteY1149" fmla="*/ 751139 h 949444"/>
                <a:gd name="connsiteX1150" fmla="*/ 548367 w 1055399"/>
                <a:gd name="connsiteY1150" fmla="*/ 747775 h 949444"/>
                <a:gd name="connsiteX1151" fmla="*/ 549242 w 1055399"/>
                <a:gd name="connsiteY1151" fmla="*/ 745488 h 949444"/>
                <a:gd name="connsiteX1152" fmla="*/ 549780 w 1055399"/>
                <a:gd name="connsiteY1152" fmla="*/ 742225 h 949444"/>
                <a:gd name="connsiteX1153" fmla="*/ 550117 w 1055399"/>
                <a:gd name="connsiteY1153" fmla="*/ 739635 h 949444"/>
                <a:gd name="connsiteX1154" fmla="*/ 551093 w 1055399"/>
                <a:gd name="connsiteY1154" fmla="*/ 738659 h 949444"/>
                <a:gd name="connsiteX1155" fmla="*/ 553280 w 1055399"/>
                <a:gd name="connsiteY1155" fmla="*/ 736910 h 949444"/>
                <a:gd name="connsiteX1156" fmla="*/ 554357 w 1055399"/>
                <a:gd name="connsiteY1156" fmla="*/ 735497 h 949444"/>
                <a:gd name="connsiteX1157" fmla="*/ 554458 w 1055399"/>
                <a:gd name="connsiteY1157" fmla="*/ 734421 h 949444"/>
                <a:gd name="connsiteX1158" fmla="*/ 552607 w 1055399"/>
                <a:gd name="connsiteY1158" fmla="*/ 731595 h 949444"/>
                <a:gd name="connsiteX1159" fmla="*/ 551732 w 1055399"/>
                <a:gd name="connsiteY1159" fmla="*/ 731057 h 949444"/>
                <a:gd name="connsiteX1160" fmla="*/ 549982 w 1055399"/>
                <a:gd name="connsiteY1160" fmla="*/ 730283 h 949444"/>
                <a:gd name="connsiteX1161" fmla="*/ 547492 w 1055399"/>
                <a:gd name="connsiteY1161" fmla="*/ 728231 h 949444"/>
                <a:gd name="connsiteX1162" fmla="*/ 544328 w 1055399"/>
                <a:gd name="connsiteY1162" fmla="*/ 725741 h 949444"/>
                <a:gd name="connsiteX1163" fmla="*/ 542477 w 1055399"/>
                <a:gd name="connsiteY1163" fmla="*/ 724329 h 949444"/>
                <a:gd name="connsiteX1164" fmla="*/ 542376 w 1055399"/>
                <a:gd name="connsiteY1164" fmla="*/ 722277 h 949444"/>
                <a:gd name="connsiteX1165" fmla="*/ 542915 w 1055399"/>
                <a:gd name="connsiteY1165" fmla="*/ 720426 h 949444"/>
                <a:gd name="connsiteX1166" fmla="*/ 543689 w 1055399"/>
                <a:gd name="connsiteY1166" fmla="*/ 718812 h 949444"/>
                <a:gd name="connsiteX1167" fmla="*/ 544766 w 1055399"/>
                <a:gd name="connsiteY1167" fmla="*/ 716861 h 949444"/>
                <a:gd name="connsiteX1168" fmla="*/ 546381 w 1055399"/>
                <a:gd name="connsiteY1168" fmla="*/ 714371 h 949444"/>
                <a:gd name="connsiteX1169" fmla="*/ 548871 w 1055399"/>
                <a:gd name="connsiteY1169" fmla="*/ 712420 h 949444"/>
                <a:gd name="connsiteX1170" fmla="*/ 550184 w 1055399"/>
                <a:gd name="connsiteY1170" fmla="*/ 711445 h 949444"/>
                <a:gd name="connsiteX1171" fmla="*/ 553448 w 1055399"/>
                <a:gd name="connsiteY1171" fmla="*/ 709493 h 949444"/>
                <a:gd name="connsiteX1172" fmla="*/ 556276 w 1055399"/>
                <a:gd name="connsiteY1172" fmla="*/ 707307 h 949444"/>
                <a:gd name="connsiteX1173" fmla="*/ 557050 w 1055399"/>
                <a:gd name="connsiteY1173" fmla="*/ 705793 h 949444"/>
                <a:gd name="connsiteX1174" fmla="*/ 559338 w 1055399"/>
                <a:gd name="connsiteY1174" fmla="*/ 704212 h 949444"/>
                <a:gd name="connsiteX1175" fmla="*/ 561391 w 1055399"/>
                <a:gd name="connsiteY1175" fmla="*/ 702194 h 949444"/>
                <a:gd name="connsiteX1176" fmla="*/ 562569 w 1055399"/>
                <a:gd name="connsiteY1176" fmla="*/ 702194 h 949444"/>
                <a:gd name="connsiteX1177" fmla="*/ 565396 w 1055399"/>
                <a:gd name="connsiteY1177" fmla="*/ 701958 h 949444"/>
                <a:gd name="connsiteX1178" fmla="*/ 569199 w 1055399"/>
                <a:gd name="connsiteY1178" fmla="*/ 705221 h 949444"/>
                <a:gd name="connsiteX1179" fmla="*/ 569973 w 1055399"/>
                <a:gd name="connsiteY1179" fmla="*/ 705558 h 949444"/>
                <a:gd name="connsiteX1180" fmla="*/ 572564 w 1055399"/>
                <a:gd name="connsiteY1180" fmla="*/ 706533 h 949444"/>
                <a:gd name="connsiteX1181" fmla="*/ 575055 w 1055399"/>
                <a:gd name="connsiteY1181" fmla="*/ 706533 h 949444"/>
                <a:gd name="connsiteX1182" fmla="*/ 578555 w 1055399"/>
                <a:gd name="connsiteY1182" fmla="*/ 704347 h 949444"/>
                <a:gd name="connsiteX1183" fmla="*/ 581920 w 1055399"/>
                <a:gd name="connsiteY1183" fmla="*/ 701420 h 949444"/>
                <a:gd name="connsiteX1184" fmla="*/ 584310 w 1055399"/>
                <a:gd name="connsiteY1184" fmla="*/ 698695 h 949444"/>
                <a:gd name="connsiteX1185" fmla="*/ 585723 w 1055399"/>
                <a:gd name="connsiteY1185" fmla="*/ 696408 h 949444"/>
                <a:gd name="connsiteX1186" fmla="*/ 586800 w 1055399"/>
                <a:gd name="connsiteY1186" fmla="*/ 694019 h 949444"/>
                <a:gd name="connsiteX1187" fmla="*/ 587002 w 1055399"/>
                <a:gd name="connsiteY1187" fmla="*/ 690218 h 949444"/>
                <a:gd name="connsiteX1188" fmla="*/ 587103 w 1055399"/>
                <a:gd name="connsiteY1188" fmla="*/ 687493 h 949444"/>
                <a:gd name="connsiteX1189" fmla="*/ 586666 w 1055399"/>
                <a:gd name="connsiteY1189" fmla="*/ 684903 h 949444"/>
                <a:gd name="connsiteX1190" fmla="*/ 585016 w 1055399"/>
                <a:gd name="connsiteY1190" fmla="*/ 681976 h 949444"/>
                <a:gd name="connsiteX1191" fmla="*/ 583502 w 1055399"/>
                <a:gd name="connsiteY1191" fmla="*/ 679050 h 949444"/>
                <a:gd name="connsiteX1192" fmla="*/ 581315 w 1055399"/>
                <a:gd name="connsiteY1192" fmla="*/ 677738 h 949444"/>
                <a:gd name="connsiteX1193" fmla="*/ 579363 w 1055399"/>
                <a:gd name="connsiteY1193" fmla="*/ 675989 h 949444"/>
                <a:gd name="connsiteX1194" fmla="*/ 579026 w 1055399"/>
                <a:gd name="connsiteY1194" fmla="*/ 673802 h 949444"/>
                <a:gd name="connsiteX1195" fmla="*/ 580002 w 1055399"/>
                <a:gd name="connsiteY1195" fmla="*/ 671178 h 949444"/>
                <a:gd name="connsiteX1196" fmla="*/ 582190 w 1055399"/>
                <a:gd name="connsiteY1196" fmla="*/ 667040 h 949444"/>
                <a:gd name="connsiteX1197" fmla="*/ 582829 w 1055399"/>
                <a:gd name="connsiteY1197" fmla="*/ 664551 h 949444"/>
                <a:gd name="connsiteX1198" fmla="*/ 584141 w 1055399"/>
                <a:gd name="connsiteY1198" fmla="*/ 662062 h 949444"/>
                <a:gd name="connsiteX1199" fmla="*/ 584478 w 1055399"/>
                <a:gd name="connsiteY1199" fmla="*/ 659774 h 949444"/>
                <a:gd name="connsiteX1200" fmla="*/ 585892 w 1055399"/>
                <a:gd name="connsiteY1200" fmla="*/ 657588 h 949444"/>
                <a:gd name="connsiteX1201" fmla="*/ 586666 w 1055399"/>
                <a:gd name="connsiteY1201" fmla="*/ 657487 h 949444"/>
                <a:gd name="connsiteX1202" fmla="*/ 588954 w 1055399"/>
                <a:gd name="connsiteY1202" fmla="*/ 657386 h 949444"/>
                <a:gd name="connsiteX1203" fmla="*/ 590469 w 1055399"/>
                <a:gd name="connsiteY1203" fmla="*/ 660110 h 949444"/>
                <a:gd name="connsiteX1204" fmla="*/ 591445 w 1055399"/>
                <a:gd name="connsiteY1204" fmla="*/ 661422 h 949444"/>
                <a:gd name="connsiteX1205" fmla="*/ 593834 w 1055399"/>
                <a:gd name="connsiteY1205" fmla="*/ 662129 h 949444"/>
                <a:gd name="connsiteX1206" fmla="*/ 597637 w 1055399"/>
                <a:gd name="connsiteY1206" fmla="*/ 662196 h 949444"/>
                <a:gd name="connsiteX1207" fmla="*/ 599050 w 1055399"/>
                <a:gd name="connsiteY1207" fmla="*/ 662196 h 949444"/>
                <a:gd name="connsiteX1208" fmla="*/ 601642 w 1055399"/>
                <a:gd name="connsiteY1208" fmla="*/ 662533 h 949444"/>
                <a:gd name="connsiteX1209" fmla="*/ 604570 w 1055399"/>
                <a:gd name="connsiteY1209" fmla="*/ 662196 h 949444"/>
                <a:gd name="connsiteX1210" fmla="*/ 608608 w 1055399"/>
                <a:gd name="connsiteY1210" fmla="*/ 661994 h 949444"/>
                <a:gd name="connsiteX1211" fmla="*/ 610123 w 1055399"/>
                <a:gd name="connsiteY1211" fmla="*/ 659539 h 949444"/>
                <a:gd name="connsiteX1212" fmla="*/ 612613 w 1055399"/>
                <a:gd name="connsiteY1212" fmla="*/ 658731 h 949444"/>
                <a:gd name="connsiteX1213" fmla="*/ 614666 w 1055399"/>
                <a:gd name="connsiteY1213" fmla="*/ 658731 h 949444"/>
                <a:gd name="connsiteX1214" fmla="*/ 619008 w 1055399"/>
                <a:gd name="connsiteY1214" fmla="*/ 661355 h 949444"/>
                <a:gd name="connsiteX1215" fmla="*/ 623013 w 1055399"/>
                <a:gd name="connsiteY1215" fmla="*/ 663004 h 949444"/>
                <a:gd name="connsiteX1216" fmla="*/ 630518 w 1055399"/>
                <a:gd name="connsiteY1216" fmla="*/ 661591 h 949444"/>
                <a:gd name="connsiteX1217" fmla="*/ 636710 w 1055399"/>
                <a:gd name="connsiteY1217" fmla="*/ 660951 h 949444"/>
                <a:gd name="connsiteX1218" fmla="*/ 641051 w 1055399"/>
                <a:gd name="connsiteY1218" fmla="*/ 660077 h 949444"/>
                <a:gd name="connsiteX1219" fmla="*/ 644316 w 1055399"/>
                <a:gd name="connsiteY1219" fmla="*/ 663340 h 949444"/>
                <a:gd name="connsiteX1220" fmla="*/ 643676 w 1055399"/>
                <a:gd name="connsiteY1220" fmla="*/ 667478 h 949444"/>
                <a:gd name="connsiteX1221" fmla="*/ 642263 w 1055399"/>
                <a:gd name="connsiteY1221" fmla="*/ 668554 h 949444"/>
                <a:gd name="connsiteX1222" fmla="*/ 639335 w 1055399"/>
                <a:gd name="connsiteY1222" fmla="*/ 670842 h 949444"/>
                <a:gd name="connsiteX1223" fmla="*/ 635869 w 1055399"/>
                <a:gd name="connsiteY1223" fmla="*/ 671380 h 949444"/>
                <a:gd name="connsiteX1224" fmla="*/ 633244 w 1055399"/>
                <a:gd name="connsiteY1224" fmla="*/ 672692 h 949444"/>
                <a:gd name="connsiteX1225" fmla="*/ 631393 w 1055399"/>
                <a:gd name="connsiteY1225" fmla="*/ 674105 h 949444"/>
                <a:gd name="connsiteX1226" fmla="*/ 629239 w 1055399"/>
                <a:gd name="connsiteY1226" fmla="*/ 676291 h 949444"/>
                <a:gd name="connsiteX1227" fmla="*/ 627287 w 1055399"/>
                <a:gd name="connsiteY1227" fmla="*/ 678242 h 949444"/>
                <a:gd name="connsiteX1228" fmla="*/ 624796 w 1055399"/>
                <a:gd name="connsiteY1228" fmla="*/ 680429 h 949444"/>
                <a:gd name="connsiteX1229" fmla="*/ 623820 w 1055399"/>
                <a:gd name="connsiteY1229" fmla="*/ 681640 h 949444"/>
                <a:gd name="connsiteX1230" fmla="*/ 623618 w 1055399"/>
                <a:gd name="connsiteY1230" fmla="*/ 685441 h 949444"/>
                <a:gd name="connsiteX1231" fmla="*/ 623820 w 1055399"/>
                <a:gd name="connsiteY1231" fmla="*/ 691295 h 949444"/>
                <a:gd name="connsiteX1232" fmla="*/ 624022 w 1055399"/>
                <a:gd name="connsiteY1232" fmla="*/ 693044 h 949444"/>
                <a:gd name="connsiteX1233" fmla="*/ 625974 w 1055399"/>
                <a:gd name="connsiteY1233" fmla="*/ 695769 h 949444"/>
                <a:gd name="connsiteX1234" fmla="*/ 632066 w 1055399"/>
                <a:gd name="connsiteY1234" fmla="*/ 698493 h 949444"/>
                <a:gd name="connsiteX1235" fmla="*/ 635431 w 1055399"/>
                <a:gd name="connsiteY1235" fmla="*/ 698493 h 949444"/>
                <a:gd name="connsiteX1236" fmla="*/ 637922 w 1055399"/>
                <a:gd name="connsiteY1236" fmla="*/ 700007 h 949444"/>
                <a:gd name="connsiteX1237" fmla="*/ 640950 w 1055399"/>
                <a:gd name="connsiteY1237" fmla="*/ 704044 h 949444"/>
                <a:gd name="connsiteX1238" fmla="*/ 642465 w 1055399"/>
                <a:gd name="connsiteY1238" fmla="*/ 708484 h 949444"/>
                <a:gd name="connsiteX1239" fmla="*/ 640143 w 1055399"/>
                <a:gd name="connsiteY1239" fmla="*/ 709964 h 949444"/>
                <a:gd name="connsiteX1240" fmla="*/ 638999 w 1055399"/>
                <a:gd name="connsiteY1240" fmla="*/ 712992 h 949444"/>
                <a:gd name="connsiteX1241" fmla="*/ 638561 w 1055399"/>
                <a:gd name="connsiteY1241" fmla="*/ 714741 h 949444"/>
                <a:gd name="connsiteX1242" fmla="*/ 640748 w 1055399"/>
                <a:gd name="connsiteY1242" fmla="*/ 715313 h 949444"/>
                <a:gd name="connsiteX1243" fmla="*/ 643071 w 1055399"/>
                <a:gd name="connsiteY1243" fmla="*/ 716188 h 949444"/>
                <a:gd name="connsiteX1244" fmla="*/ 643777 w 1055399"/>
                <a:gd name="connsiteY1244" fmla="*/ 718206 h 949444"/>
                <a:gd name="connsiteX1245" fmla="*/ 643643 w 1055399"/>
                <a:gd name="connsiteY1245" fmla="*/ 722983 h 949444"/>
                <a:gd name="connsiteX1246" fmla="*/ 639873 w 1055399"/>
                <a:gd name="connsiteY1246" fmla="*/ 726313 h 949444"/>
                <a:gd name="connsiteX1247" fmla="*/ 637417 w 1055399"/>
                <a:gd name="connsiteY1247" fmla="*/ 727188 h 949444"/>
                <a:gd name="connsiteX1248" fmla="*/ 635095 w 1055399"/>
                <a:gd name="connsiteY1248" fmla="*/ 728937 h 949444"/>
                <a:gd name="connsiteX1249" fmla="*/ 630316 w 1055399"/>
                <a:gd name="connsiteY1249" fmla="*/ 732402 h 949444"/>
                <a:gd name="connsiteX1250" fmla="*/ 630181 w 1055399"/>
                <a:gd name="connsiteY1250" fmla="*/ 734858 h 949444"/>
                <a:gd name="connsiteX1251" fmla="*/ 630316 w 1055399"/>
                <a:gd name="connsiteY1251" fmla="*/ 736607 h 949444"/>
                <a:gd name="connsiteX1252" fmla="*/ 634085 w 1055399"/>
                <a:gd name="connsiteY1252" fmla="*/ 739500 h 949444"/>
                <a:gd name="connsiteX1253" fmla="*/ 636542 w 1055399"/>
                <a:gd name="connsiteY1253" fmla="*/ 741081 h 949444"/>
                <a:gd name="connsiteX1254" fmla="*/ 638864 w 1055399"/>
                <a:gd name="connsiteY1254" fmla="*/ 741384 h 949444"/>
                <a:gd name="connsiteX1255" fmla="*/ 642499 w 1055399"/>
                <a:gd name="connsiteY1255" fmla="*/ 743268 h 949444"/>
                <a:gd name="connsiteX1256" fmla="*/ 644821 w 1055399"/>
                <a:gd name="connsiteY1256" fmla="*/ 746295 h 949444"/>
                <a:gd name="connsiteX1257" fmla="*/ 645965 w 1055399"/>
                <a:gd name="connsiteY1257" fmla="*/ 748482 h 949444"/>
                <a:gd name="connsiteX1258" fmla="*/ 646537 w 1055399"/>
                <a:gd name="connsiteY1258" fmla="*/ 750500 h 949444"/>
                <a:gd name="connsiteX1259" fmla="*/ 646672 w 1055399"/>
                <a:gd name="connsiteY1259" fmla="*/ 751947 h 949444"/>
                <a:gd name="connsiteX1260" fmla="*/ 649128 w 1055399"/>
                <a:gd name="connsiteY1260" fmla="*/ 753090 h 949444"/>
                <a:gd name="connsiteX1261" fmla="*/ 654076 w 1055399"/>
                <a:gd name="connsiteY1261" fmla="*/ 752519 h 949444"/>
                <a:gd name="connsiteX1262" fmla="*/ 655523 w 1055399"/>
                <a:gd name="connsiteY1262" fmla="*/ 751341 h 949444"/>
                <a:gd name="connsiteX1263" fmla="*/ 660302 w 1055399"/>
                <a:gd name="connsiteY1263" fmla="*/ 751039 h 949444"/>
                <a:gd name="connsiteX1264" fmla="*/ 663364 w 1055399"/>
                <a:gd name="connsiteY1264" fmla="*/ 752216 h 949444"/>
                <a:gd name="connsiteX1265" fmla="*/ 666999 w 1055399"/>
                <a:gd name="connsiteY1265" fmla="*/ 752922 h 949444"/>
                <a:gd name="connsiteX1266" fmla="*/ 672081 w 1055399"/>
                <a:gd name="connsiteY1266" fmla="*/ 750298 h 949444"/>
                <a:gd name="connsiteX1267" fmla="*/ 673663 w 1055399"/>
                <a:gd name="connsiteY1267" fmla="*/ 747271 h 949444"/>
                <a:gd name="connsiteX1268" fmla="*/ 674100 w 1055399"/>
                <a:gd name="connsiteY1268" fmla="*/ 744815 h 949444"/>
                <a:gd name="connsiteX1269" fmla="*/ 676288 w 1055399"/>
                <a:gd name="connsiteY1269" fmla="*/ 744512 h 949444"/>
                <a:gd name="connsiteX1270" fmla="*/ 678307 w 1055399"/>
                <a:gd name="connsiteY1270" fmla="*/ 744512 h 949444"/>
                <a:gd name="connsiteX1271" fmla="*/ 680629 w 1055399"/>
                <a:gd name="connsiteY1271" fmla="*/ 745387 h 949444"/>
                <a:gd name="connsiteX1272" fmla="*/ 682379 w 1055399"/>
                <a:gd name="connsiteY1272" fmla="*/ 745690 h 949444"/>
                <a:gd name="connsiteX1273" fmla="*/ 684701 w 1055399"/>
                <a:gd name="connsiteY1273" fmla="*/ 745118 h 949444"/>
                <a:gd name="connsiteX1274" fmla="*/ 686283 w 1055399"/>
                <a:gd name="connsiteY1274" fmla="*/ 742797 h 949444"/>
                <a:gd name="connsiteX1275" fmla="*/ 687158 w 1055399"/>
                <a:gd name="connsiteY1275" fmla="*/ 740476 h 949444"/>
                <a:gd name="connsiteX1276" fmla="*/ 688168 w 1055399"/>
                <a:gd name="connsiteY1276" fmla="*/ 738895 h 949444"/>
                <a:gd name="connsiteX1277" fmla="*/ 690053 w 1055399"/>
                <a:gd name="connsiteY1277" fmla="*/ 736876 h 949444"/>
                <a:gd name="connsiteX1278" fmla="*/ 690928 w 1055399"/>
                <a:gd name="connsiteY1278" fmla="*/ 734992 h 949444"/>
                <a:gd name="connsiteX1279" fmla="*/ 692677 w 1055399"/>
                <a:gd name="connsiteY1279" fmla="*/ 732369 h 949444"/>
                <a:gd name="connsiteX1280" fmla="*/ 694259 w 1055399"/>
                <a:gd name="connsiteY1280" fmla="*/ 729778 h 949444"/>
                <a:gd name="connsiteX1281" fmla="*/ 695000 w 1055399"/>
                <a:gd name="connsiteY1281" fmla="*/ 727894 h 949444"/>
                <a:gd name="connsiteX1282" fmla="*/ 696884 w 1055399"/>
                <a:gd name="connsiteY1282" fmla="*/ 725439 h 949444"/>
                <a:gd name="connsiteX1283" fmla="*/ 699072 w 1055399"/>
                <a:gd name="connsiteY1283" fmla="*/ 722546 h 949444"/>
                <a:gd name="connsiteX1284" fmla="*/ 701529 w 1055399"/>
                <a:gd name="connsiteY1284" fmla="*/ 720225 h 949444"/>
                <a:gd name="connsiteX1285" fmla="*/ 704423 w 1055399"/>
                <a:gd name="connsiteY1285" fmla="*/ 721974 h 949444"/>
                <a:gd name="connsiteX1286" fmla="*/ 707048 w 1055399"/>
                <a:gd name="connsiteY1286" fmla="*/ 725001 h 949444"/>
                <a:gd name="connsiteX1287" fmla="*/ 707923 w 1055399"/>
                <a:gd name="connsiteY1287" fmla="*/ 727760 h 949444"/>
                <a:gd name="connsiteX1288" fmla="*/ 708630 w 1055399"/>
                <a:gd name="connsiteY1288" fmla="*/ 731225 h 949444"/>
                <a:gd name="connsiteX1289" fmla="*/ 710077 w 1055399"/>
                <a:gd name="connsiteY1289" fmla="*/ 732671 h 949444"/>
                <a:gd name="connsiteX1290" fmla="*/ 713409 w 1055399"/>
                <a:gd name="connsiteY1290" fmla="*/ 734690 h 949444"/>
                <a:gd name="connsiteX1291" fmla="*/ 715866 w 1055399"/>
                <a:gd name="connsiteY1291" fmla="*/ 736271 h 949444"/>
                <a:gd name="connsiteX1292" fmla="*/ 718760 w 1055399"/>
                <a:gd name="connsiteY1292" fmla="*/ 736977 h 949444"/>
                <a:gd name="connsiteX1293" fmla="*/ 720947 w 1055399"/>
                <a:gd name="connsiteY1293" fmla="*/ 737852 h 949444"/>
                <a:gd name="connsiteX1294" fmla="*/ 724145 w 1055399"/>
                <a:gd name="connsiteY1294" fmla="*/ 738726 h 949444"/>
                <a:gd name="connsiteX1295" fmla="*/ 726837 w 1055399"/>
                <a:gd name="connsiteY1295" fmla="*/ 741485 h 949444"/>
                <a:gd name="connsiteX1296" fmla="*/ 726904 w 1055399"/>
                <a:gd name="connsiteY1296" fmla="*/ 745387 h 949444"/>
                <a:gd name="connsiteX1297" fmla="*/ 726904 w 1055399"/>
                <a:gd name="connsiteY1297" fmla="*/ 748314 h 949444"/>
                <a:gd name="connsiteX1298" fmla="*/ 725322 w 1055399"/>
                <a:gd name="connsiteY1298" fmla="*/ 750332 h 949444"/>
                <a:gd name="connsiteX1299" fmla="*/ 723572 w 1055399"/>
                <a:gd name="connsiteY1299" fmla="*/ 751779 h 949444"/>
                <a:gd name="connsiteX1300" fmla="*/ 723135 w 1055399"/>
                <a:gd name="connsiteY1300" fmla="*/ 754537 h 949444"/>
                <a:gd name="connsiteX1301" fmla="*/ 722832 w 1055399"/>
                <a:gd name="connsiteY1301" fmla="*/ 757733 h 949444"/>
                <a:gd name="connsiteX1302" fmla="*/ 725895 w 1055399"/>
                <a:gd name="connsiteY1302" fmla="*/ 757867 h 949444"/>
                <a:gd name="connsiteX1303" fmla="*/ 731246 w 1055399"/>
                <a:gd name="connsiteY1303" fmla="*/ 757867 h 949444"/>
                <a:gd name="connsiteX1304" fmla="*/ 732121 w 1055399"/>
                <a:gd name="connsiteY1304" fmla="*/ 759886 h 949444"/>
                <a:gd name="connsiteX1305" fmla="*/ 732121 w 1055399"/>
                <a:gd name="connsiteY1305" fmla="*/ 760458 h 949444"/>
                <a:gd name="connsiteX1306" fmla="*/ 732121 w 1055399"/>
                <a:gd name="connsiteY1306" fmla="*/ 763923 h 949444"/>
                <a:gd name="connsiteX1307" fmla="*/ 729967 w 1055399"/>
                <a:gd name="connsiteY1307" fmla="*/ 765234 h 949444"/>
                <a:gd name="connsiteX1308" fmla="*/ 725188 w 1055399"/>
                <a:gd name="connsiteY1308" fmla="*/ 766681 h 949444"/>
                <a:gd name="connsiteX1309" fmla="*/ 723875 w 1055399"/>
                <a:gd name="connsiteY1309" fmla="*/ 770146 h 949444"/>
                <a:gd name="connsiteX1310" fmla="*/ 724010 w 1055399"/>
                <a:gd name="connsiteY1310" fmla="*/ 771592 h 949444"/>
                <a:gd name="connsiteX1311" fmla="*/ 726803 w 1055399"/>
                <a:gd name="connsiteY1311" fmla="*/ 773173 h 949444"/>
                <a:gd name="connsiteX1312" fmla="*/ 726904 w 1055399"/>
                <a:gd name="connsiteY1312" fmla="*/ 773476 h 949444"/>
                <a:gd name="connsiteX1313" fmla="*/ 726904 w 1055399"/>
                <a:gd name="connsiteY1313" fmla="*/ 773476 h 949444"/>
                <a:gd name="connsiteX1314" fmla="*/ 731246 w 1055399"/>
                <a:gd name="connsiteY1314" fmla="*/ 773476 h 949444"/>
                <a:gd name="connsiteX1315" fmla="*/ 736765 w 1055399"/>
                <a:gd name="connsiteY1315" fmla="*/ 768262 h 949444"/>
                <a:gd name="connsiteX1316" fmla="*/ 741679 w 1055399"/>
                <a:gd name="connsiteY1316" fmla="*/ 768262 h 949444"/>
                <a:gd name="connsiteX1317" fmla="*/ 744876 w 1055399"/>
                <a:gd name="connsiteY1317" fmla="*/ 766244 h 949444"/>
                <a:gd name="connsiteX1318" fmla="*/ 747198 w 1055399"/>
                <a:gd name="connsiteY1318" fmla="*/ 767993 h 949444"/>
                <a:gd name="connsiteX1319" fmla="*/ 748948 w 1055399"/>
                <a:gd name="connsiteY1319" fmla="*/ 772063 h 949444"/>
                <a:gd name="connsiteX1320" fmla="*/ 751842 w 1055399"/>
                <a:gd name="connsiteY1320" fmla="*/ 773510 h 949444"/>
                <a:gd name="connsiteX1321" fmla="*/ 758439 w 1055399"/>
                <a:gd name="connsiteY1321" fmla="*/ 776975 h 949444"/>
                <a:gd name="connsiteX1322" fmla="*/ 762578 w 1055399"/>
                <a:gd name="connsiteY1322" fmla="*/ 776975 h 949444"/>
                <a:gd name="connsiteX1323" fmla="*/ 771261 w 1055399"/>
                <a:gd name="connsiteY1323" fmla="*/ 776975 h 949444"/>
                <a:gd name="connsiteX1324" fmla="*/ 773852 w 1055399"/>
                <a:gd name="connsiteY1324" fmla="*/ 772938 h 949444"/>
                <a:gd name="connsiteX1325" fmla="*/ 775804 w 1055399"/>
                <a:gd name="connsiteY1325" fmla="*/ 770011 h 949444"/>
                <a:gd name="connsiteX1326" fmla="*/ 785160 w 1055399"/>
                <a:gd name="connsiteY1326" fmla="*/ 770011 h 949444"/>
                <a:gd name="connsiteX1327" fmla="*/ 790141 w 1055399"/>
                <a:gd name="connsiteY1327" fmla="*/ 770449 h 949444"/>
                <a:gd name="connsiteX1328" fmla="*/ 801449 w 1055399"/>
                <a:gd name="connsiteY1328" fmla="*/ 771693 h 949444"/>
                <a:gd name="connsiteX1329" fmla="*/ 804377 w 1055399"/>
                <a:gd name="connsiteY1329" fmla="*/ 769574 h 949444"/>
                <a:gd name="connsiteX1330" fmla="*/ 806867 w 1055399"/>
                <a:gd name="connsiteY1330" fmla="*/ 766244 h 949444"/>
                <a:gd name="connsiteX1331" fmla="*/ 806867 w 1055399"/>
                <a:gd name="connsiteY1331" fmla="*/ 765672 h 949444"/>
                <a:gd name="connsiteX1332" fmla="*/ 812286 w 1055399"/>
                <a:gd name="connsiteY1332" fmla="*/ 766984 h 949444"/>
                <a:gd name="connsiteX1333" fmla="*/ 814473 w 1055399"/>
                <a:gd name="connsiteY1333" fmla="*/ 771424 h 949444"/>
                <a:gd name="connsiteX1334" fmla="*/ 817940 w 1055399"/>
                <a:gd name="connsiteY1334" fmla="*/ 773274 h 949444"/>
                <a:gd name="connsiteX1335" fmla="*/ 821844 w 1055399"/>
                <a:gd name="connsiteY1335" fmla="*/ 771424 h 949444"/>
                <a:gd name="connsiteX1336" fmla="*/ 823796 w 1055399"/>
                <a:gd name="connsiteY1336" fmla="*/ 768935 h 949444"/>
                <a:gd name="connsiteX1337" fmla="*/ 825546 w 1055399"/>
                <a:gd name="connsiteY1337" fmla="*/ 765672 h 949444"/>
                <a:gd name="connsiteX1338" fmla="*/ 826858 w 1055399"/>
                <a:gd name="connsiteY1338" fmla="*/ 764158 h 949444"/>
                <a:gd name="connsiteX1339" fmla="*/ 826858 w 1055399"/>
                <a:gd name="connsiteY1339" fmla="*/ 761770 h 949444"/>
                <a:gd name="connsiteX1340" fmla="*/ 827161 w 1055399"/>
                <a:gd name="connsiteY1340" fmla="*/ 759818 h 949444"/>
                <a:gd name="connsiteX1341" fmla="*/ 827296 w 1055399"/>
                <a:gd name="connsiteY1341" fmla="*/ 758506 h 949444"/>
                <a:gd name="connsiteX1342" fmla="*/ 827431 w 1055399"/>
                <a:gd name="connsiteY1342" fmla="*/ 755243 h 949444"/>
                <a:gd name="connsiteX1343" fmla="*/ 827733 w 1055399"/>
                <a:gd name="connsiteY1343" fmla="*/ 752418 h 949444"/>
                <a:gd name="connsiteX1344" fmla="*/ 827733 w 1055399"/>
                <a:gd name="connsiteY1344" fmla="*/ 750029 h 949444"/>
                <a:gd name="connsiteX1345" fmla="*/ 825781 w 1055399"/>
                <a:gd name="connsiteY1345" fmla="*/ 748280 h 949444"/>
                <a:gd name="connsiteX1346" fmla="*/ 825142 w 1055399"/>
                <a:gd name="connsiteY1346" fmla="*/ 745892 h 949444"/>
                <a:gd name="connsiteX1347" fmla="*/ 823628 w 1055399"/>
                <a:gd name="connsiteY1347" fmla="*/ 744849 h 949444"/>
                <a:gd name="connsiteX1348" fmla="*/ 820800 w 1055399"/>
                <a:gd name="connsiteY1348" fmla="*/ 742797 h 949444"/>
                <a:gd name="connsiteX1349" fmla="*/ 820800 w 1055399"/>
                <a:gd name="connsiteY1349" fmla="*/ 740778 h 949444"/>
                <a:gd name="connsiteX1350" fmla="*/ 821608 w 1055399"/>
                <a:gd name="connsiteY1350" fmla="*/ 739365 h 949444"/>
                <a:gd name="connsiteX1351" fmla="*/ 822416 w 1055399"/>
                <a:gd name="connsiteY1351" fmla="*/ 738491 h 949444"/>
                <a:gd name="connsiteX1352" fmla="*/ 822921 w 1055399"/>
                <a:gd name="connsiteY1352" fmla="*/ 736540 h 949444"/>
                <a:gd name="connsiteX1353" fmla="*/ 822921 w 1055399"/>
                <a:gd name="connsiteY1353" fmla="*/ 734421 h 949444"/>
                <a:gd name="connsiteX1354" fmla="*/ 821945 w 1055399"/>
                <a:gd name="connsiteY1354" fmla="*/ 732503 h 949444"/>
                <a:gd name="connsiteX1355" fmla="*/ 819656 w 1055399"/>
                <a:gd name="connsiteY1355" fmla="*/ 731460 h 949444"/>
                <a:gd name="connsiteX1356" fmla="*/ 816897 w 1055399"/>
                <a:gd name="connsiteY1356" fmla="*/ 730014 h 949444"/>
                <a:gd name="connsiteX1357" fmla="*/ 814709 w 1055399"/>
                <a:gd name="connsiteY1357" fmla="*/ 730014 h 949444"/>
                <a:gd name="connsiteX1358" fmla="*/ 813094 w 1055399"/>
                <a:gd name="connsiteY1358" fmla="*/ 728601 h 949444"/>
                <a:gd name="connsiteX1359" fmla="*/ 811882 w 1055399"/>
                <a:gd name="connsiteY1359" fmla="*/ 728264 h 949444"/>
                <a:gd name="connsiteX1360" fmla="*/ 807742 w 1055399"/>
                <a:gd name="connsiteY1360" fmla="*/ 728264 h 949444"/>
                <a:gd name="connsiteX1361" fmla="*/ 806228 w 1055399"/>
                <a:gd name="connsiteY1361" fmla="*/ 728567 h 949444"/>
                <a:gd name="connsiteX1362" fmla="*/ 804916 w 1055399"/>
                <a:gd name="connsiteY1362" fmla="*/ 730081 h 949444"/>
                <a:gd name="connsiteX1363" fmla="*/ 802089 w 1055399"/>
                <a:gd name="connsiteY1363" fmla="*/ 731090 h 949444"/>
                <a:gd name="connsiteX1364" fmla="*/ 800069 w 1055399"/>
                <a:gd name="connsiteY1364" fmla="*/ 732335 h 949444"/>
                <a:gd name="connsiteX1365" fmla="*/ 797747 w 1055399"/>
                <a:gd name="connsiteY1365" fmla="*/ 733781 h 949444"/>
                <a:gd name="connsiteX1366" fmla="*/ 794281 w 1055399"/>
                <a:gd name="connsiteY1366" fmla="*/ 734656 h 949444"/>
                <a:gd name="connsiteX1367" fmla="*/ 788324 w 1055399"/>
                <a:gd name="connsiteY1367" fmla="*/ 735228 h 949444"/>
                <a:gd name="connsiteX1368" fmla="*/ 785127 w 1055399"/>
                <a:gd name="connsiteY1368" fmla="*/ 735228 h 949444"/>
                <a:gd name="connsiteX1369" fmla="*/ 783982 w 1055399"/>
                <a:gd name="connsiteY1369" fmla="*/ 733916 h 949444"/>
                <a:gd name="connsiteX1370" fmla="*/ 783848 w 1055399"/>
                <a:gd name="connsiteY1370" fmla="*/ 730888 h 949444"/>
                <a:gd name="connsiteX1371" fmla="*/ 784588 w 1055399"/>
                <a:gd name="connsiteY1371" fmla="*/ 729307 h 949444"/>
                <a:gd name="connsiteX1372" fmla="*/ 785598 w 1055399"/>
                <a:gd name="connsiteY1372" fmla="*/ 727121 h 949444"/>
                <a:gd name="connsiteX1373" fmla="*/ 784454 w 1055399"/>
                <a:gd name="connsiteY1373" fmla="*/ 724093 h 949444"/>
                <a:gd name="connsiteX1374" fmla="*/ 784151 w 1055399"/>
                <a:gd name="connsiteY1374" fmla="*/ 719316 h 949444"/>
                <a:gd name="connsiteX1375" fmla="*/ 783141 w 1055399"/>
                <a:gd name="connsiteY1375" fmla="*/ 715246 h 949444"/>
                <a:gd name="connsiteX1376" fmla="*/ 780381 w 1055399"/>
                <a:gd name="connsiteY1376" fmla="*/ 712353 h 949444"/>
                <a:gd name="connsiteX1377" fmla="*/ 779069 w 1055399"/>
                <a:gd name="connsiteY1377" fmla="*/ 710536 h 949444"/>
                <a:gd name="connsiteX1378" fmla="*/ 778194 w 1055399"/>
                <a:gd name="connsiteY1378" fmla="*/ 709157 h 949444"/>
                <a:gd name="connsiteX1379" fmla="*/ 777453 w 1055399"/>
                <a:gd name="connsiteY1379" fmla="*/ 709157 h 949444"/>
                <a:gd name="connsiteX1380" fmla="*/ 773684 w 1055399"/>
                <a:gd name="connsiteY1380" fmla="*/ 709090 h 949444"/>
                <a:gd name="connsiteX1381" fmla="*/ 768771 w 1055399"/>
                <a:gd name="connsiteY1381" fmla="*/ 711175 h 949444"/>
                <a:gd name="connsiteX1382" fmla="*/ 766751 w 1055399"/>
                <a:gd name="connsiteY1382" fmla="*/ 712487 h 949444"/>
                <a:gd name="connsiteX1383" fmla="*/ 764564 w 1055399"/>
                <a:gd name="connsiteY1383" fmla="*/ 710301 h 949444"/>
                <a:gd name="connsiteX1384" fmla="*/ 763823 w 1055399"/>
                <a:gd name="connsiteY1384" fmla="*/ 708821 h 949444"/>
                <a:gd name="connsiteX1385" fmla="*/ 762006 w 1055399"/>
                <a:gd name="connsiteY1385" fmla="*/ 707172 h 949444"/>
                <a:gd name="connsiteX1386" fmla="*/ 762444 w 1055399"/>
                <a:gd name="connsiteY1386" fmla="*/ 704414 h 949444"/>
                <a:gd name="connsiteX1387" fmla="*/ 762376 w 1055399"/>
                <a:gd name="connsiteY1387" fmla="*/ 701084 h 949444"/>
                <a:gd name="connsiteX1388" fmla="*/ 763386 w 1055399"/>
                <a:gd name="connsiteY1388" fmla="*/ 695096 h 949444"/>
                <a:gd name="connsiteX1389" fmla="*/ 763386 w 1055399"/>
                <a:gd name="connsiteY1389" fmla="*/ 692606 h 949444"/>
                <a:gd name="connsiteX1390" fmla="*/ 760121 w 1055399"/>
                <a:gd name="connsiteY1390" fmla="*/ 689680 h 949444"/>
                <a:gd name="connsiteX1391" fmla="*/ 758607 w 1055399"/>
                <a:gd name="connsiteY1391" fmla="*/ 687931 h 949444"/>
                <a:gd name="connsiteX1392" fmla="*/ 758943 w 1055399"/>
                <a:gd name="connsiteY1392" fmla="*/ 685643 h 949444"/>
                <a:gd name="connsiteX1393" fmla="*/ 760693 w 1055399"/>
                <a:gd name="connsiteY1393" fmla="*/ 683692 h 949444"/>
                <a:gd name="connsiteX1394" fmla="*/ 762006 w 1055399"/>
                <a:gd name="connsiteY1394" fmla="*/ 681842 h 949444"/>
                <a:gd name="connsiteX1395" fmla="*/ 763083 w 1055399"/>
                <a:gd name="connsiteY1395" fmla="*/ 679655 h 949444"/>
                <a:gd name="connsiteX1396" fmla="*/ 764295 w 1055399"/>
                <a:gd name="connsiteY1396" fmla="*/ 678680 h 949444"/>
                <a:gd name="connsiteX1397" fmla="*/ 767021 w 1055399"/>
                <a:gd name="connsiteY1397" fmla="*/ 675753 h 949444"/>
                <a:gd name="connsiteX1398" fmla="*/ 768097 w 1055399"/>
                <a:gd name="connsiteY1398" fmla="*/ 674677 h 949444"/>
                <a:gd name="connsiteX1399" fmla="*/ 768973 w 1055399"/>
                <a:gd name="connsiteY1399" fmla="*/ 674037 h 949444"/>
                <a:gd name="connsiteX1400" fmla="*/ 770487 w 1055399"/>
                <a:gd name="connsiteY1400" fmla="*/ 672725 h 949444"/>
                <a:gd name="connsiteX1401" fmla="*/ 772001 w 1055399"/>
                <a:gd name="connsiteY1401" fmla="*/ 671851 h 949444"/>
                <a:gd name="connsiteX1402" fmla="*/ 775030 w 1055399"/>
                <a:gd name="connsiteY1402" fmla="*/ 670875 h 949444"/>
                <a:gd name="connsiteX1403" fmla="*/ 778194 w 1055399"/>
                <a:gd name="connsiteY1403" fmla="*/ 670875 h 949444"/>
                <a:gd name="connsiteX1404" fmla="*/ 780785 w 1055399"/>
                <a:gd name="connsiteY1404" fmla="*/ 672490 h 949444"/>
                <a:gd name="connsiteX1405" fmla="*/ 782973 w 1055399"/>
                <a:gd name="connsiteY1405" fmla="*/ 673365 h 949444"/>
                <a:gd name="connsiteX1406" fmla="*/ 786574 w 1055399"/>
                <a:gd name="connsiteY1406" fmla="*/ 673466 h 949444"/>
                <a:gd name="connsiteX1407" fmla="*/ 788324 w 1055399"/>
                <a:gd name="connsiteY1407" fmla="*/ 673129 h 949444"/>
                <a:gd name="connsiteX1408" fmla="*/ 789939 w 1055399"/>
                <a:gd name="connsiteY1408" fmla="*/ 670303 h 949444"/>
                <a:gd name="connsiteX1409" fmla="*/ 789502 w 1055399"/>
                <a:gd name="connsiteY1409" fmla="*/ 664215 h 949444"/>
                <a:gd name="connsiteX1410" fmla="*/ 789502 w 1055399"/>
                <a:gd name="connsiteY1410" fmla="*/ 663037 h 949444"/>
                <a:gd name="connsiteX1411" fmla="*/ 790915 w 1055399"/>
                <a:gd name="connsiteY1411" fmla="*/ 660750 h 949444"/>
                <a:gd name="connsiteX1412" fmla="*/ 793002 w 1055399"/>
                <a:gd name="connsiteY1412" fmla="*/ 658630 h 949444"/>
                <a:gd name="connsiteX1413" fmla="*/ 795290 w 1055399"/>
                <a:gd name="connsiteY1413" fmla="*/ 655199 h 949444"/>
                <a:gd name="connsiteX1414" fmla="*/ 797343 w 1055399"/>
                <a:gd name="connsiteY1414" fmla="*/ 655199 h 949444"/>
                <a:gd name="connsiteX1415" fmla="*/ 799834 w 1055399"/>
                <a:gd name="connsiteY1415" fmla="*/ 656074 h 949444"/>
                <a:gd name="connsiteX1416" fmla="*/ 800608 w 1055399"/>
                <a:gd name="connsiteY1416" fmla="*/ 658799 h 949444"/>
                <a:gd name="connsiteX1417" fmla="*/ 801920 w 1055399"/>
                <a:gd name="connsiteY1417" fmla="*/ 661624 h 949444"/>
                <a:gd name="connsiteX1418" fmla="*/ 805387 w 1055399"/>
                <a:gd name="connsiteY1418" fmla="*/ 664988 h 949444"/>
                <a:gd name="connsiteX1419" fmla="*/ 807440 w 1055399"/>
                <a:gd name="connsiteY1419" fmla="*/ 667713 h 949444"/>
                <a:gd name="connsiteX1420" fmla="*/ 809930 w 1055399"/>
                <a:gd name="connsiteY1420" fmla="*/ 670202 h 949444"/>
                <a:gd name="connsiteX1421" fmla="*/ 812656 w 1055399"/>
                <a:gd name="connsiteY1421" fmla="*/ 670404 h 949444"/>
                <a:gd name="connsiteX1422" fmla="*/ 814171 w 1055399"/>
                <a:gd name="connsiteY1422" fmla="*/ 670068 h 949444"/>
                <a:gd name="connsiteX1423" fmla="*/ 815584 w 1055399"/>
                <a:gd name="connsiteY1423" fmla="*/ 669866 h 949444"/>
                <a:gd name="connsiteX1424" fmla="*/ 818209 w 1055399"/>
                <a:gd name="connsiteY1424" fmla="*/ 671178 h 949444"/>
                <a:gd name="connsiteX1425" fmla="*/ 820262 w 1055399"/>
                <a:gd name="connsiteY1425" fmla="*/ 675316 h 949444"/>
                <a:gd name="connsiteX1426" fmla="*/ 821036 w 1055399"/>
                <a:gd name="connsiteY1426" fmla="*/ 677166 h 949444"/>
                <a:gd name="connsiteX1427" fmla="*/ 822113 w 1055399"/>
                <a:gd name="connsiteY1427" fmla="*/ 679453 h 949444"/>
                <a:gd name="connsiteX1428" fmla="*/ 824166 w 1055399"/>
                <a:gd name="connsiteY1428" fmla="*/ 679117 h 949444"/>
                <a:gd name="connsiteX1429" fmla="*/ 825377 w 1055399"/>
                <a:gd name="connsiteY1429" fmla="*/ 680328 h 949444"/>
                <a:gd name="connsiteX1430" fmla="*/ 826152 w 1055399"/>
                <a:gd name="connsiteY1430" fmla="*/ 681943 h 949444"/>
                <a:gd name="connsiteX1431" fmla="*/ 827128 w 1055399"/>
                <a:gd name="connsiteY1431" fmla="*/ 683591 h 949444"/>
                <a:gd name="connsiteX1432" fmla="*/ 828979 w 1055399"/>
                <a:gd name="connsiteY1432" fmla="*/ 685206 h 949444"/>
                <a:gd name="connsiteX1433" fmla="*/ 830628 w 1055399"/>
                <a:gd name="connsiteY1433" fmla="*/ 685979 h 949444"/>
                <a:gd name="connsiteX1434" fmla="*/ 832479 w 1055399"/>
                <a:gd name="connsiteY1434" fmla="*/ 686619 h 949444"/>
                <a:gd name="connsiteX1435" fmla="*/ 834229 w 1055399"/>
                <a:gd name="connsiteY1435" fmla="*/ 686854 h 949444"/>
                <a:gd name="connsiteX1436" fmla="*/ 835642 w 1055399"/>
                <a:gd name="connsiteY1436" fmla="*/ 685374 h 949444"/>
                <a:gd name="connsiteX1437" fmla="*/ 835205 w 1055399"/>
                <a:gd name="connsiteY1437" fmla="*/ 686047 h 949444"/>
                <a:gd name="connsiteX1438" fmla="*/ 833017 w 1055399"/>
                <a:gd name="connsiteY1438" fmla="*/ 680429 h 949444"/>
                <a:gd name="connsiteX1439" fmla="*/ 833017 w 1055399"/>
                <a:gd name="connsiteY1439" fmla="*/ 675215 h 949444"/>
                <a:gd name="connsiteX1440" fmla="*/ 831906 w 1055399"/>
                <a:gd name="connsiteY1440" fmla="*/ 672826 h 949444"/>
                <a:gd name="connsiteX1441" fmla="*/ 831301 w 1055399"/>
                <a:gd name="connsiteY1441" fmla="*/ 669496 h 949444"/>
                <a:gd name="connsiteX1442" fmla="*/ 831301 w 1055399"/>
                <a:gd name="connsiteY1442" fmla="*/ 668251 h 949444"/>
                <a:gd name="connsiteX1443" fmla="*/ 829113 w 1055399"/>
                <a:gd name="connsiteY1443" fmla="*/ 663172 h 949444"/>
                <a:gd name="connsiteX1444" fmla="*/ 828238 w 1055399"/>
                <a:gd name="connsiteY1444" fmla="*/ 658967 h 949444"/>
                <a:gd name="connsiteX1445" fmla="*/ 825411 w 1055399"/>
                <a:gd name="connsiteY1445" fmla="*/ 656646 h 949444"/>
                <a:gd name="connsiteX1446" fmla="*/ 824334 w 1055399"/>
                <a:gd name="connsiteY1446" fmla="*/ 651297 h 949444"/>
                <a:gd name="connsiteX1447" fmla="*/ 824334 w 1055399"/>
                <a:gd name="connsiteY1447" fmla="*/ 647395 h 949444"/>
                <a:gd name="connsiteX1448" fmla="*/ 821877 w 1055399"/>
                <a:gd name="connsiteY1448" fmla="*/ 644939 h 949444"/>
                <a:gd name="connsiteX1449" fmla="*/ 817805 w 1055399"/>
                <a:gd name="connsiteY1449" fmla="*/ 640734 h 949444"/>
                <a:gd name="connsiteX1450" fmla="*/ 811848 w 1055399"/>
                <a:gd name="connsiteY1450" fmla="*/ 641743 h 949444"/>
                <a:gd name="connsiteX1451" fmla="*/ 806060 w 1055399"/>
                <a:gd name="connsiteY1451" fmla="*/ 639725 h 949444"/>
                <a:gd name="connsiteX1452" fmla="*/ 801584 w 1055399"/>
                <a:gd name="connsiteY1452" fmla="*/ 634511 h 949444"/>
                <a:gd name="connsiteX1453" fmla="*/ 798252 w 1055399"/>
                <a:gd name="connsiteY1453" fmla="*/ 632761 h 949444"/>
                <a:gd name="connsiteX1454" fmla="*/ 790276 w 1055399"/>
                <a:gd name="connsiteY1454" fmla="*/ 634073 h 949444"/>
                <a:gd name="connsiteX1455" fmla="*/ 783478 w 1055399"/>
                <a:gd name="connsiteY1455" fmla="*/ 636664 h 949444"/>
                <a:gd name="connsiteX1456" fmla="*/ 778396 w 1055399"/>
                <a:gd name="connsiteY1456" fmla="*/ 636226 h 949444"/>
                <a:gd name="connsiteX1457" fmla="*/ 773920 w 1055399"/>
                <a:gd name="connsiteY1457" fmla="*/ 630272 h 949444"/>
                <a:gd name="connsiteX1458" fmla="*/ 773920 w 1055399"/>
                <a:gd name="connsiteY1458" fmla="*/ 624755 h 949444"/>
                <a:gd name="connsiteX1459" fmla="*/ 773920 w 1055399"/>
                <a:gd name="connsiteY1459" fmla="*/ 619541 h 949444"/>
                <a:gd name="connsiteX1460" fmla="*/ 771093 w 1055399"/>
                <a:gd name="connsiteY1460" fmla="*/ 614529 h 949444"/>
                <a:gd name="connsiteX1461" fmla="*/ 769141 w 1055399"/>
                <a:gd name="connsiteY1461" fmla="*/ 610829 h 949444"/>
                <a:gd name="connsiteX1462" fmla="*/ 770218 w 1055399"/>
                <a:gd name="connsiteY1462" fmla="*/ 608205 h 949444"/>
                <a:gd name="connsiteX1463" fmla="*/ 771295 w 1055399"/>
                <a:gd name="connsiteY1463" fmla="*/ 605177 h 949444"/>
                <a:gd name="connsiteX1464" fmla="*/ 773247 w 1055399"/>
                <a:gd name="connsiteY1464" fmla="*/ 602553 h 949444"/>
                <a:gd name="connsiteX1465" fmla="*/ 773684 w 1055399"/>
                <a:gd name="connsiteY1465" fmla="*/ 599290 h 949444"/>
                <a:gd name="connsiteX1466" fmla="*/ 774122 w 1055399"/>
                <a:gd name="connsiteY1466" fmla="*/ 596666 h 949444"/>
                <a:gd name="connsiteX1467" fmla="*/ 776511 w 1055399"/>
                <a:gd name="connsiteY1467" fmla="*/ 593841 h 949444"/>
                <a:gd name="connsiteX1468" fmla="*/ 774357 w 1055399"/>
                <a:gd name="connsiteY1468" fmla="*/ 588862 h 949444"/>
                <a:gd name="connsiteX1469" fmla="*/ 769141 w 1055399"/>
                <a:gd name="connsiteY1469" fmla="*/ 589938 h 949444"/>
                <a:gd name="connsiteX1470" fmla="*/ 765876 w 1055399"/>
                <a:gd name="connsiteY1470" fmla="*/ 591688 h 949444"/>
                <a:gd name="connsiteX1471" fmla="*/ 760660 w 1055399"/>
                <a:gd name="connsiteY1471" fmla="*/ 594278 h 949444"/>
                <a:gd name="connsiteX1472" fmla="*/ 757395 w 1055399"/>
                <a:gd name="connsiteY1472" fmla="*/ 594278 h 949444"/>
                <a:gd name="connsiteX1473" fmla="*/ 750429 w 1055399"/>
                <a:gd name="connsiteY1473" fmla="*/ 593201 h 949444"/>
                <a:gd name="connsiteX1474" fmla="*/ 746962 w 1055399"/>
                <a:gd name="connsiteY1474" fmla="*/ 590376 h 949444"/>
                <a:gd name="connsiteX1475" fmla="*/ 744573 w 1055399"/>
                <a:gd name="connsiteY1475" fmla="*/ 586911 h 949444"/>
                <a:gd name="connsiteX1476" fmla="*/ 745650 w 1055399"/>
                <a:gd name="connsiteY1476" fmla="*/ 582773 h 949444"/>
                <a:gd name="connsiteX1477" fmla="*/ 746087 w 1055399"/>
                <a:gd name="connsiteY1477" fmla="*/ 580385 h 949444"/>
                <a:gd name="connsiteX1478" fmla="*/ 744573 w 1055399"/>
                <a:gd name="connsiteY1478" fmla="*/ 578871 h 949444"/>
                <a:gd name="connsiteX1479" fmla="*/ 740433 w 1055399"/>
                <a:gd name="connsiteY1479" fmla="*/ 573657 h 949444"/>
                <a:gd name="connsiteX1480" fmla="*/ 739356 w 1055399"/>
                <a:gd name="connsiteY1480" fmla="*/ 570595 h 949444"/>
                <a:gd name="connsiteX1481" fmla="*/ 740669 w 1055399"/>
                <a:gd name="connsiteY1481" fmla="*/ 563868 h 949444"/>
                <a:gd name="connsiteX1482" fmla="*/ 739356 w 1055399"/>
                <a:gd name="connsiteY1482" fmla="*/ 558653 h 949444"/>
                <a:gd name="connsiteX1483" fmla="*/ 743496 w 1055399"/>
                <a:gd name="connsiteY1483" fmla="*/ 556366 h 949444"/>
                <a:gd name="connsiteX1484" fmla="*/ 748477 w 1055399"/>
                <a:gd name="connsiteY1484" fmla="*/ 550815 h 949444"/>
                <a:gd name="connsiteX1485" fmla="*/ 754333 w 1055399"/>
                <a:gd name="connsiteY1485" fmla="*/ 547351 h 949444"/>
                <a:gd name="connsiteX1486" fmla="*/ 759785 w 1055399"/>
                <a:gd name="connsiteY1486" fmla="*/ 545601 h 949444"/>
                <a:gd name="connsiteX1487" fmla="*/ 762612 w 1055399"/>
                <a:gd name="connsiteY1487" fmla="*/ 542775 h 949444"/>
                <a:gd name="connsiteX1488" fmla="*/ 764564 w 1055399"/>
                <a:gd name="connsiteY1488" fmla="*/ 536149 h 949444"/>
                <a:gd name="connsiteX1489" fmla="*/ 765439 w 1055399"/>
                <a:gd name="connsiteY1489" fmla="*/ 531708 h 949444"/>
                <a:gd name="connsiteX1490" fmla="*/ 767828 w 1055399"/>
                <a:gd name="connsiteY1490" fmla="*/ 531708 h 949444"/>
                <a:gd name="connsiteX1491" fmla="*/ 770891 w 1055399"/>
                <a:gd name="connsiteY1491" fmla="*/ 531708 h 949444"/>
                <a:gd name="connsiteX1492" fmla="*/ 773920 w 1055399"/>
                <a:gd name="connsiteY1492" fmla="*/ 529959 h 949444"/>
                <a:gd name="connsiteX1493" fmla="*/ 775232 w 1055399"/>
                <a:gd name="connsiteY1493" fmla="*/ 526931 h 949444"/>
                <a:gd name="connsiteX1494" fmla="*/ 776545 w 1055399"/>
                <a:gd name="connsiteY1494" fmla="*/ 522592 h 949444"/>
                <a:gd name="connsiteX1495" fmla="*/ 777420 w 1055399"/>
                <a:gd name="connsiteY1495" fmla="*/ 518690 h 949444"/>
                <a:gd name="connsiteX1496" fmla="*/ 777857 w 1055399"/>
                <a:gd name="connsiteY1496" fmla="*/ 515662 h 949444"/>
                <a:gd name="connsiteX1497" fmla="*/ 778732 w 1055399"/>
                <a:gd name="connsiteY1497" fmla="*/ 512399 h 949444"/>
                <a:gd name="connsiteX1498" fmla="*/ 777655 w 1055399"/>
                <a:gd name="connsiteY1498" fmla="*/ 508934 h 949444"/>
                <a:gd name="connsiteX1499" fmla="*/ 775030 w 1055399"/>
                <a:gd name="connsiteY1499" fmla="*/ 503922 h 949444"/>
                <a:gd name="connsiteX1500" fmla="*/ 768703 w 1055399"/>
                <a:gd name="connsiteY1500" fmla="*/ 501533 h 949444"/>
                <a:gd name="connsiteX1501" fmla="*/ 763285 w 1055399"/>
                <a:gd name="connsiteY1501" fmla="*/ 498270 h 949444"/>
                <a:gd name="connsiteX1502" fmla="*/ 760895 w 1055399"/>
                <a:gd name="connsiteY1502" fmla="*/ 494133 h 949444"/>
                <a:gd name="connsiteX1503" fmla="*/ 760660 w 1055399"/>
                <a:gd name="connsiteY1503" fmla="*/ 489692 h 949444"/>
                <a:gd name="connsiteX1504" fmla="*/ 761299 w 1055399"/>
                <a:gd name="connsiteY1504" fmla="*/ 486530 h 949444"/>
                <a:gd name="connsiteX1505" fmla="*/ 766078 w 1055399"/>
                <a:gd name="connsiteY1505" fmla="*/ 486530 h 949444"/>
                <a:gd name="connsiteX1506" fmla="*/ 770420 w 1055399"/>
                <a:gd name="connsiteY1506" fmla="*/ 488717 h 949444"/>
                <a:gd name="connsiteX1507" fmla="*/ 771295 w 1055399"/>
                <a:gd name="connsiteY1507" fmla="*/ 485454 h 949444"/>
                <a:gd name="connsiteX1508" fmla="*/ 768670 w 1055399"/>
                <a:gd name="connsiteY1508" fmla="*/ 481316 h 949444"/>
                <a:gd name="connsiteX1509" fmla="*/ 771497 w 1055399"/>
                <a:gd name="connsiteY1509" fmla="*/ 480239 h 949444"/>
                <a:gd name="connsiteX1510" fmla="*/ 775199 w 1055399"/>
                <a:gd name="connsiteY1510" fmla="*/ 480239 h 949444"/>
                <a:gd name="connsiteX1511" fmla="*/ 777386 w 1055399"/>
                <a:gd name="connsiteY1511" fmla="*/ 480239 h 949444"/>
                <a:gd name="connsiteX1512" fmla="*/ 780651 w 1055399"/>
                <a:gd name="connsiteY1512" fmla="*/ 474151 h 949444"/>
                <a:gd name="connsiteX1513" fmla="*/ 784353 w 1055399"/>
                <a:gd name="connsiteY1513" fmla="*/ 468937 h 949444"/>
                <a:gd name="connsiteX1514" fmla="*/ 787180 w 1055399"/>
                <a:gd name="connsiteY1514" fmla="*/ 464597 h 949444"/>
                <a:gd name="connsiteX1515" fmla="*/ 790209 w 1055399"/>
                <a:gd name="connsiteY1515" fmla="*/ 462410 h 949444"/>
                <a:gd name="connsiteX1516" fmla="*/ 793473 w 1055399"/>
                <a:gd name="connsiteY1516" fmla="*/ 464799 h 949444"/>
                <a:gd name="connsiteX1517" fmla="*/ 796738 w 1055399"/>
                <a:gd name="connsiteY1517" fmla="*/ 467826 h 949444"/>
                <a:gd name="connsiteX1518" fmla="*/ 800641 w 1055399"/>
                <a:gd name="connsiteY1518" fmla="*/ 468466 h 949444"/>
                <a:gd name="connsiteX1519" fmla="*/ 804343 w 1055399"/>
                <a:gd name="connsiteY1519" fmla="*/ 470652 h 949444"/>
                <a:gd name="connsiteX1520" fmla="*/ 806733 w 1055399"/>
                <a:gd name="connsiteY1520" fmla="*/ 471729 h 949444"/>
                <a:gd name="connsiteX1521" fmla="*/ 810199 w 1055399"/>
                <a:gd name="connsiteY1521" fmla="*/ 473478 h 949444"/>
                <a:gd name="connsiteX1522" fmla="*/ 812387 w 1055399"/>
                <a:gd name="connsiteY1522" fmla="*/ 476741 h 949444"/>
                <a:gd name="connsiteX1523" fmla="*/ 814574 w 1055399"/>
                <a:gd name="connsiteY1523" fmla="*/ 479567 h 949444"/>
                <a:gd name="connsiteX1524" fmla="*/ 818276 w 1055399"/>
                <a:gd name="connsiteY1524" fmla="*/ 479567 h 949444"/>
                <a:gd name="connsiteX1525" fmla="*/ 821103 w 1055399"/>
                <a:gd name="connsiteY1525" fmla="*/ 481955 h 949444"/>
                <a:gd name="connsiteX1526" fmla="*/ 825007 w 1055399"/>
                <a:gd name="connsiteY1526" fmla="*/ 485218 h 949444"/>
                <a:gd name="connsiteX1527" fmla="*/ 826959 w 1055399"/>
                <a:gd name="connsiteY1527" fmla="*/ 488986 h 949444"/>
                <a:gd name="connsiteX1528" fmla="*/ 830426 w 1055399"/>
                <a:gd name="connsiteY1528" fmla="*/ 492316 h 949444"/>
                <a:gd name="connsiteX1529" fmla="*/ 834801 w 1055399"/>
                <a:gd name="connsiteY1529" fmla="*/ 492451 h 949444"/>
                <a:gd name="connsiteX1530" fmla="*/ 837358 w 1055399"/>
                <a:gd name="connsiteY1530" fmla="*/ 492316 h 949444"/>
                <a:gd name="connsiteX1531" fmla="*/ 840118 w 1055399"/>
                <a:gd name="connsiteY1531" fmla="*/ 490735 h 949444"/>
                <a:gd name="connsiteX1532" fmla="*/ 841565 w 1055399"/>
                <a:gd name="connsiteY1532" fmla="*/ 488717 h 949444"/>
                <a:gd name="connsiteX1533" fmla="*/ 842878 w 1055399"/>
                <a:gd name="connsiteY1533" fmla="*/ 488212 h 949444"/>
                <a:gd name="connsiteX1534" fmla="*/ 844628 w 1055399"/>
                <a:gd name="connsiteY1534" fmla="*/ 488279 h 949444"/>
                <a:gd name="connsiteX1535" fmla="*/ 847825 w 1055399"/>
                <a:gd name="connsiteY1535" fmla="*/ 488279 h 949444"/>
                <a:gd name="connsiteX1536" fmla="*/ 848700 w 1055399"/>
                <a:gd name="connsiteY1536" fmla="*/ 487707 h 949444"/>
                <a:gd name="connsiteX1537" fmla="*/ 850450 w 1055399"/>
                <a:gd name="connsiteY1537" fmla="*/ 485084 h 949444"/>
                <a:gd name="connsiteX1538" fmla="*/ 851628 w 1055399"/>
                <a:gd name="connsiteY1538" fmla="*/ 483334 h 949444"/>
                <a:gd name="connsiteX1539" fmla="*/ 852638 w 1055399"/>
                <a:gd name="connsiteY1539" fmla="*/ 482090 h 949444"/>
                <a:gd name="connsiteX1540" fmla="*/ 855667 w 1055399"/>
                <a:gd name="connsiteY1540" fmla="*/ 481282 h 949444"/>
                <a:gd name="connsiteX1541" fmla="*/ 860008 w 1055399"/>
                <a:gd name="connsiteY1541" fmla="*/ 481282 h 949444"/>
                <a:gd name="connsiteX1542" fmla="*/ 861455 w 1055399"/>
                <a:gd name="connsiteY1542" fmla="*/ 480576 h 949444"/>
                <a:gd name="connsiteX1543" fmla="*/ 863912 w 1055399"/>
                <a:gd name="connsiteY1543" fmla="*/ 481888 h 949444"/>
                <a:gd name="connsiteX1544" fmla="*/ 870441 w 1055399"/>
                <a:gd name="connsiteY1544" fmla="*/ 485958 h 949444"/>
                <a:gd name="connsiteX1545" fmla="*/ 871148 w 1055399"/>
                <a:gd name="connsiteY1545" fmla="*/ 489726 h 949444"/>
                <a:gd name="connsiteX1546" fmla="*/ 870778 w 1055399"/>
                <a:gd name="connsiteY1546" fmla="*/ 495512 h 949444"/>
                <a:gd name="connsiteX1547" fmla="*/ 871282 w 1055399"/>
                <a:gd name="connsiteY1547" fmla="*/ 500154 h 949444"/>
                <a:gd name="connsiteX1548" fmla="*/ 871282 w 1055399"/>
                <a:gd name="connsiteY1548" fmla="*/ 503047 h 949444"/>
                <a:gd name="connsiteX1549" fmla="*/ 874311 w 1055399"/>
                <a:gd name="connsiteY1549" fmla="*/ 505234 h 949444"/>
                <a:gd name="connsiteX1550" fmla="*/ 875186 w 1055399"/>
                <a:gd name="connsiteY1550" fmla="*/ 508429 h 949444"/>
                <a:gd name="connsiteX1551" fmla="*/ 880100 w 1055399"/>
                <a:gd name="connsiteY1551" fmla="*/ 511625 h 949444"/>
                <a:gd name="connsiteX1552" fmla="*/ 882557 w 1055399"/>
                <a:gd name="connsiteY1552" fmla="*/ 512130 h 949444"/>
                <a:gd name="connsiteX1553" fmla="*/ 887470 w 1055399"/>
                <a:gd name="connsiteY1553" fmla="*/ 512634 h 949444"/>
                <a:gd name="connsiteX1554" fmla="*/ 891239 w 1055399"/>
                <a:gd name="connsiteY1554" fmla="*/ 512634 h 949444"/>
                <a:gd name="connsiteX1555" fmla="*/ 896591 w 1055399"/>
                <a:gd name="connsiteY1555" fmla="*/ 512634 h 949444"/>
                <a:gd name="connsiteX1556" fmla="*/ 901673 w 1055399"/>
                <a:gd name="connsiteY1556" fmla="*/ 512634 h 949444"/>
                <a:gd name="connsiteX1557" fmla="*/ 904432 w 1055399"/>
                <a:gd name="connsiteY1557" fmla="*/ 510448 h 949444"/>
                <a:gd name="connsiteX1558" fmla="*/ 906620 w 1055399"/>
                <a:gd name="connsiteY1558" fmla="*/ 509439 h 949444"/>
                <a:gd name="connsiteX1559" fmla="*/ 909951 w 1055399"/>
                <a:gd name="connsiteY1559" fmla="*/ 508295 h 949444"/>
                <a:gd name="connsiteX1560" fmla="*/ 914731 w 1055399"/>
                <a:gd name="connsiteY1560" fmla="*/ 505839 h 949444"/>
                <a:gd name="connsiteX1561" fmla="*/ 917995 w 1055399"/>
                <a:gd name="connsiteY1561" fmla="*/ 503081 h 949444"/>
                <a:gd name="connsiteX1562" fmla="*/ 919947 w 1055399"/>
                <a:gd name="connsiteY1562" fmla="*/ 499616 h 949444"/>
                <a:gd name="connsiteX1563" fmla="*/ 919947 w 1055399"/>
                <a:gd name="connsiteY1563" fmla="*/ 497867 h 949444"/>
                <a:gd name="connsiteX1564" fmla="*/ 920822 w 1055399"/>
                <a:gd name="connsiteY1564" fmla="*/ 495276 h 949444"/>
                <a:gd name="connsiteX1565" fmla="*/ 922707 w 1055399"/>
                <a:gd name="connsiteY1565" fmla="*/ 492955 h 949444"/>
                <a:gd name="connsiteX1566" fmla="*/ 924591 w 1055399"/>
                <a:gd name="connsiteY1566" fmla="*/ 491071 h 949444"/>
                <a:gd name="connsiteX1567" fmla="*/ 928058 w 1055399"/>
                <a:gd name="connsiteY1567" fmla="*/ 486732 h 949444"/>
                <a:gd name="connsiteX1568" fmla="*/ 929808 w 1055399"/>
                <a:gd name="connsiteY1568" fmla="*/ 480509 h 949444"/>
                <a:gd name="connsiteX1569" fmla="*/ 932870 w 1055399"/>
                <a:gd name="connsiteY1569" fmla="*/ 474992 h 949444"/>
                <a:gd name="connsiteX1570" fmla="*/ 936337 w 1055399"/>
                <a:gd name="connsiteY1570" fmla="*/ 472973 h 949444"/>
                <a:gd name="connsiteX1571" fmla="*/ 937918 w 1055399"/>
                <a:gd name="connsiteY1571" fmla="*/ 469643 h 949444"/>
                <a:gd name="connsiteX1572" fmla="*/ 939366 w 1055399"/>
                <a:gd name="connsiteY1572" fmla="*/ 465303 h 949444"/>
                <a:gd name="connsiteX1573" fmla="*/ 940375 w 1055399"/>
                <a:gd name="connsiteY1573" fmla="*/ 462478 h 949444"/>
                <a:gd name="connsiteX1574" fmla="*/ 942394 w 1055399"/>
                <a:gd name="connsiteY1574" fmla="*/ 458340 h 949444"/>
                <a:gd name="connsiteX1575" fmla="*/ 943976 w 1055399"/>
                <a:gd name="connsiteY1575" fmla="*/ 456894 h 949444"/>
                <a:gd name="connsiteX1576" fmla="*/ 945558 w 1055399"/>
                <a:gd name="connsiteY1576" fmla="*/ 455010 h 949444"/>
                <a:gd name="connsiteX1577" fmla="*/ 946871 w 1055399"/>
                <a:gd name="connsiteY1577" fmla="*/ 451679 h 949444"/>
                <a:gd name="connsiteX1578" fmla="*/ 948318 w 1055399"/>
                <a:gd name="connsiteY1578" fmla="*/ 450098 h 949444"/>
                <a:gd name="connsiteX1579" fmla="*/ 951212 w 1055399"/>
                <a:gd name="connsiteY1579" fmla="*/ 450098 h 949444"/>
                <a:gd name="connsiteX1580" fmla="*/ 951212 w 1055399"/>
                <a:gd name="connsiteY1580" fmla="*/ 449224 h 949444"/>
                <a:gd name="connsiteX1581" fmla="*/ 952962 w 1055399"/>
                <a:gd name="connsiteY1581" fmla="*/ 446902 h 949444"/>
                <a:gd name="connsiteX1582" fmla="*/ 952962 w 1055399"/>
                <a:gd name="connsiteY1582" fmla="*/ 445759 h 949444"/>
                <a:gd name="connsiteX1583" fmla="*/ 952962 w 1055399"/>
                <a:gd name="connsiteY1583" fmla="*/ 442866 h 949444"/>
                <a:gd name="connsiteX1584" fmla="*/ 950068 w 1055399"/>
                <a:gd name="connsiteY1584" fmla="*/ 439233 h 949444"/>
                <a:gd name="connsiteX1585" fmla="*/ 947308 w 1055399"/>
                <a:gd name="connsiteY1585" fmla="*/ 436912 h 949444"/>
                <a:gd name="connsiteX1586" fmla="*/ 948452 w 1055399"/>
                <a:gd name="connsiteY1586" fmla="*/ 433884 h 949444"/>
                <a:gd name="connsiteX1587" fmla="*/ 950472 w 1055399"/>
                <a:gd name="connsiteY1587" fmla="*/ 430688 h 949444"/>
                <a:gd name="connsiteX1588" fmla="*/ 952726 w 1055399"/>
                <a:gd name="connsiteY1588" fmla="*/ 429107 h 949444"/>
                <a:gd name="connsiteX1589" fmla="*/ 954678 w 1055399"/>
                <a:gd name="connsiteY1589" fmla="*/ 427661 h 949444"/>
                <a:gd name="connsiteX1590" fmla="*/ 954678 w 1055399"/>
                <a:gd name="connsiteY1590" fmla="*/ 424902 h 949444"/>
                <a:gd name="connsiteX1591" fmla="*/ 953534 w 1055399"/>
                <a:gd name="connsiteY1591" fmla="*/ 423018 h 949444"/>
                <a:gd name="connsiteX1592" fmla="*/ 954678 w 1055399"/>
                <a:gd name="connsiteY1592" fmla="*/ 421067 h 949444"/>
                <a:gd name="connsiteX1593" fmla="*/ 955823 w 1055399"/>
                <a:gd name="connsiteY1593" fmla="*/ 418813 h 949444"/>
                <a:gd name="connsiteX1594" fmla="*/ 959020 w 1055399"/>
                <a:gd name="connsiteY1594" fmla="*/ 418813 h 949444"/>
                <a:gd name="connsiteX1595" fmla="*/ 960770 w 1055399"/>
                <a:gd name="connsiteY1595" fmla="*/ 418813 h 949444"/>
                <a:gd name="connsiteX1596" fmla="*/ 964102 w 1055399"/>
                <a:gd name="connsiteY1596" fmla="*/ 418813 h 949444"/>
                <a:gd name="connsiteX1597" fmla="*/ 965986 w 1055399"/>
                <a:gd name="connsiteY1597" fmla="*/ 420697 h 949444"/>
                <a:gd name="connsiteX1598" fmla="*/ 967434 w 1055399"/>
                <a:gd name="connsiteY1598" fmla="*/ 421841 h 949444"/>
                <a:gd name="connsiteX1599" fmla="*/ 970631 w 1055399"/>
                <a:gd name="connsiteY1599" fmla="*/ 422985 h 949444"/>
                <a:gd name="connsiteX1600" fmla="*/ 973390 w 1055399"/>
                <a:gd name="connsiteY1600" fmla="*/ 422850 h 949444"/>
                <a:gd name="connsiteX1601" fmla="*/ 976150 w 1055399"/>
                <a:gd name="connsiteY1601" fmla="*/ 420226 h 949444"/>
                <a:gd name="connsiteX1602" fmla="*/ 978035 w 1055399"/>
                <a:gd name="connsiteY1602" fmla="*/ 419654 h 949444"/>
                <a:gd name="connsiteX1603" fmla="*/ 979179 w 1055399"/>
                <a:gd name="connsiteY1603" fmla="*/ 420092 h 949444"/>
                <a:gd name="connsiteX1604" fmla="*/ 979886 w 1055399"/>
                <a:gd name="connsiteY1604" fmla="*/ 423119 h 949444"/>
                <a:gd name="connsiteX1605" fmla="*/ 982511 w 1055399"/>
                <a:gd name="connsiteY1605" fmla="*/ 426450 h 949444"/>
                <a:gd name="connsiteX1606" fmla="*/ 984261 w 1055399"/>
                <a:gd name="connsiteY1606" fmla="*/ 427459 h 949444"/>
                <a:gd name="connsiteX1607" fmla="*/ 986852 w 1055399"/>
                <a:gd name="connsiteY1607" fmla="*/ 427459 h 949444"/>
                <a:gd name="connsiteX1608" fmla="*/ 989174 w 1055399"/>
                <a:gd name="connsiteY1608" fmla="*/ 426450 h 949444"/>
                <a:gd name="connsiteX1609" fmla="*/ 991194 w 1055399"/>
                <a:gd name="connsiteY1609" fmla="*/ 424700 h 949444"/>
                <a:gd name="connsiteX1610" fmla="*/ 992776 w 1055399"/>
                <a:gd name="connsiteY1610" fmla="*/ 424263 h 949444"/>
                <a:gd name="connsiteX1611" fmla="*/ 994795 w 1055399"/>
                <a:gd name="connsiteY1611" fmla="*/ 422682 h 949444"/>
                <a:gd name="connsiteX1612" fmla="*/ 995804 w 1055399"/>
                <a:gd name="connsiteY1612" fmla="*/ 421235 h 949444"/>
                <a:gd name="connsiteX1613" fmla="*/ 999708 w 1055399"/>
                <a:gd name="connsiteY1613" fmla="*/ 416728 h 949444"/>
                <a:gd name="connsiteX1614" fmla="*/ 996814 w 1055399"/>
                <a:gd name="connsiteY1614" fmla="*/ 412960 h 949444"/>
                <a:gd name="connsiteX1615" fmla="*/ 995939 w 1055399"/>
                <a:gd name="connsiteY1615" fmla="*/ 409630 h 949444"/>
                <a:gd name="connsiteX1616" fmla="*/ 997083 w 1055399"/>
                <a:gd name="connsiteY1616" fmla="*/ 406434 h 949444"/>
                <a:gd name="connsiteX1617" fmla="*/ 999675 w 1055399"/>
                <a:gd name="connsiteY1617" fmla="*/ 403676 h 949444"/>
                <a:gd name="connsiteX1618" fmla="*/ 1001997 w 1055399"/>
                <a:gd name="connsiteY1618" fmla="*/ 402801 h 949444"/>
                <a:gd name="connsiteX1619" fmla="*/ 1005026 w 1055399"/>
                <a:gd name="connsiteY1619" fmla="*/ 399774 h 949444"/>
                <a:gd name="connsiteX1620" fmla="*/ 1007348 w 1055399"/>
                <a:gd name="connsiteY1620" fmla="*/ 396006 h 949444"/>
                <a:gd name="connsiteX1621" fmla="*/ 1004891 w 1055399"/>
                <a:gd name="connsiteY1621" fmla="*/ 394257 h 949444"/>
                <a:gd name="connsiteX1622" fmla="*/ 1004319 w 1055399"/>
                <a:gd name="connsiteY1622" fmla="*/ 391935 h 949444"/>
                <a:gd name="connsiteX1623" fmla="*/ 1005463 w 1055399"/>
                <a:gd name="connsiteY1623" fmla="*/ 389917 h 949444"/>
                <a:gd name="connsiteX1624" fmla="*/ 1008795 w 1055399"/>
                <a:gd name="connsiteY1624" fmla="*/ 388336 h 949444"/>
                <a:gd name="connsiteX1625" fmla="*/ 1011824 w 1055399"/>
                <a:gd name="connsiteY1625" fmla="*/ 384871 h 949444"/>
                <a:gd name="connsiteX1626" fmla="*/ 1008627 w 1055399"/>
                <a:gd name="connsiteY1626" fmla="*/ 381238 h 949444"/>
                <a:gd name="connsiteX1627" fmla="*/ 1007483 w 1055399"/>
                <a:gd name="connsiteY1627" fmla="*/ 379354 h 949444"/>
                <a:gd name="connsiteX1628" fmla="*/ 1008492 w 1055399"/>
                <a:gd name="connsiteY1628" fmla="*/ 376158 h 949444"/>
                <a:gd name="connsiteX1629" fmla="*/ 1013709 w 1055399"/>
                <a:gd name="connsiteY1629" fmla="*/ 374140 h 949444"/>
                <a:gd name="connsiteX1630" fmla="*/ 1017613 w 1055399"/>
                <a:gd name="connsiteY1630" fmla="*/ 371953 h 949444"/>
                <a:gd name="connsiteX1631" fmla="*/ 1020069 w 1055399"/>
                <a:gd name="connsiteY1631" fmla="*/ 368186 h 949444"/>
                <a:gd name="connsiteX1632" fmla="*/ 1021079 w 1055399"/>
                <a:gd name="connsiteY1632" fmla="*/ 364721 h 949444"/>
                <a:gd name="connsiteX1633" fmla="*/ 1022661 w 1055399"/>
                <a:gd name="connsiteY1633" fmla="*/ 361391 h 949444"/>
                <a:gd name="connsiteX1634" fmla="*/ 1023805 w 1055399"/>
                <a:gd name="connsiteY1634" fmla="*/ 358060 h 949444"/>
                <a:gd name="connsiteX1635" fmla="*/ 1023805 w 1055399"/>
                <a:gd name="connsiteY1635" fmla="*/ 355167 h 949444"/>
                <a:gd name="connsiteX1636" fmla="*/ 1023805 w 1055399"/>
                <a:gd name="connsiteY1636" fmla="*/ 352409 h 949444"/>
                <a:gd name="connsiteX1637" fmla="*/ 1023939 w 1055399"/>
                <a:gd name="connsiteY1637" fmla="*/ 350660 h 949444"/>
                <a:gd name="connsiteX1638" fmla="*/ 1025993 w 1055399"/>
                <a:gd name="connsiteY1638" fmla="*/ 348473 h 949444"/>
                <a:gd name="connsiteX1639" fmla="*/ 1028315 w 1055399"/>
                <a:gd name="connsiteY1639" fmla="*/ 348473 h 949444"/>
                <a:gd name="connsiteX1640" fmla="*/ 1031074 w 1055399"/>
                <a:gd name="connsiteY1640" fmla="*/ 348473 h 949444"/>
                <a:gd name="connsiteX1641" fmla="*/ 1035113 w 1055399"/>
                <a:gd name="connsiteY1641" fmla="*/ 347767 h 949444"/>
                <a:gd name="connsiteX1642" fmla="*/ 1037570 w 1055399"/>
                <a:gd name="connsiteY1642" fmla="*/ 345311 h 949444"/>
                <a:gd name="connsiteX1643" fmla="*/ 1040531 w 1055399"/>
                <a:gd name="connsiteY1643" fmla="*/ 342115 h 949444"/>
                <a:gd name="connsiteX1644" fmla="*/ 1041474 w 1055399"/>
                <a:gd name="connsiteY1644" fmla="*/ 338919 h 949444"/>
                <a:gd name="connsiteX1645" fmla="*/ 1041474 w 1055399"/>
                <a:gd name="connsiteY1645" fmla="*/ 337910 h 949444"/>
                <a:gd name="connsiteX1646" fmla="*/ 1042180 w 1055399"/>
                <a:gd name="connsiteY1646" fmla="*/ 336464 h 949444"/>
                <a:gd name="connsiteX1647" fmla="*/ 1045647 w 1055399"/>
                <a:gd name="connsiteY1647" fmla="*/ 335454 h 949444"/>
                <a:gd name="connsiteX1648" fmla="*/ 1047229 w 1055399"/>
                <a:gd name="connsiteY1648" fmla="*/ 335454 h 949444"/>
                <a:gd name="connsiteX1649" fmla="*/ 1051570 w 1055399"/>
                <a:gd name="connsiteY1649" fmla="*/ 333705 h 949444"/>
                <a:gd name="connsiteX1650" fmla="*/ 1053758 w 1055399"/>
                <a:gd name="connsiteY1650" fmla="*/ 332259 h 949444"/>
                <a:gd name="connsiteX1651" fmla="*/ 1055339 w 1055399"/>
                <a:gd name="connsiteY1651" fmla="*/ 329803 h 949444"/>
                <a:gd name="connsiteX1652" fmla="*/ 1055339 w 1055399"/>
                <a:gd name="connsiteY1652" fmla="*/ 327616 h 949444"/>
                <a:gd name="connsiteX1653" fmla="*/ 1055339 w 1055399"/>
                <a:gd name="connsiteY1653" fmla="*/ 323849 h 949444"/>
                <a:gd name="connsiteX1654" fmla="*/ 1054161 w 1055399"/>
                <a:gd name="connsiteY1654" fmla="*/ 318904 h 94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Lst>
              <a:rect l="l" t="t" r="r" b="b"/>
              <a:pathLst>
                <a:path w="1055399" h="949444">
                  <a:moveTo>
                    <a:pt x="1054161" y="318904"/>
                  </a:moveTo>
                  <a:lnTo>
                    <a:pt x="1050089" y="315843"/>
                  </a:lnTo>
                  <a:lnTo>
                    <a:pt x="1043728" y="312647"/>
                  </a:lnTo>
                  <a:lnTo>
                    <a:pt x="1040700" y="311200"/>
                  </a:lnTo>
                  <a:lnTo>
                    <a:pt x="1037065" y="309316"/>
                  </a:lnTo>
                  <a:cubicBezTo>
                    <a:pt x="1037065" y="309316"/>
                    <a:pt x="1037199" y="306255"/>
                    <a:pt x="1036190" y="306121"/>
                  </a:cubicBezTo>
                  <a:cubicBezTo>
                    <a:pt x="1035180" y="305986"/>
                    <a:pt x="1032858" y="303665"/>
                    <a:pt x="1032858" y="303665"/>
                  </a:cubicBezTo>
                  <a:cubicBezTo>
                    <a:pt x="1032858" y="303665"/>
                    <a:pt x="1031613" y="302790"/>
                    <a:pt x="1031478" y="302219"/>
                  </a:cubicBezTo>
                  <a:cubicBezTo>
                    <a:pt x="1031344" y="301647"/>
                    <a:pt x="1031411" y="298316"/>
                    <a:pt x="1031411" y="298316"/>
                  </a:cubicBezTo>
                  <a:lnTo>
                    <a:pt x="1031411" y="292396"/>
                  </a:lnTo>
                  <a:lnTo>
                    <a:pt x="1031276" y="290949"/>
                  </a:lnTo>
                  <a:cubicBezTo>
                    <a:pt x="1031276" y="290949"/>
                    <a:pt x="1035315" y="290815"/>
                    <a:pt x="1036190" y="290949"/>
                  </a:cubicBezTo>
                  <a:cubicBezTo>
                    <a:pt x="1037065" y="291084"/>
                    <a:pt x="1038815" y="294582"/>
                    <a:pt x="1038815" y="294582"/>
                  </a:cubicBezTo>
                  <a:lnTo>
                    <a:pt x="1040397" y="293708"/>
                  </a:lnTo>
                  <a:cubicBezTo>
                    <a:pt x="1040397" y="293708"/>
                    <a:pt x="1041103" y="288494"/>
                    <a:pt x="1041103" y="287922"/>
                  </a:cubicBezTo>
                  <a:cubicBezTo>
                    <a:pt x="1041103" y="287350"/>
                    <a:pt x="1041238" y="285601"/>
                    <a:pt x="1041406" y="285163"/>
                  </a:cubicBezTo>
                  <a:cubicBezTo>
                    <a:pt x="1041541" y="284726"/>
                    <a:pt x="1042854" y="284591"/>
                    <a:pt x="1042854" y="284591"/>
                  </a:cubicBezTo>
                  <a:lnTo>
                    <a:pt x="1044435" y="284591"/>
                  </a:lnTo>
                  <a:lnTo>
                    <a:pt x="1046185" y="284591"/>
                  </a:lnTo>
                  <a:lnTo>
                    <a:pt x="1047060" y="282842"/>
                  </a:lnTo>
                  <a:lnTo>
                    <a:pt x="1047060" y="281967"/>
                  </a:lnTo>
                  <a:lnTo>
                    <a:pt x="1047363" y="278502"/>
                  </a:lnTo>
                  <a:cubicBezTo>
                    <a:pt x="1047363" y="278502"/>
                    <a:pt x="1046623" y="278940"/>
                    <a:pt x="1046219" y="278502"/>
                  </a:cubicBezTo>
                  <a:cubicBezTo>
                    <a:pt x="1045781" y="278065"/>
                    <a:pt x="1043897" y="276047"/>
                    <a:pt x="1043897" y="276047"/>
                  </a:cubicBezTo>
                  <a:lnTo>
                    <a:pt x="1042147" y="275038"/>
                  </a:lnTo>
                  <a:cubicBezTo>
                    <a:pt x="1042147" y="275038"/>
                    <a:pt x="1040834" y="273894"/>
                    <a:pt x="1040834" y="273457"/>
                  </a:cubicBezTo>
                  <a:cubicBezTo>
                    <a:pt x="1040834" y="273019"/>
                    <a:pt x="1041406" y="271438"/>
                    <a:pt x="1041406" y="271438"/>
                  </a:cubicBezTo>
                  <a:lnTo>
                    <a:pt x="1041709" y="269689"/>
                  </a:lnTo>
                  <a:lnTo>
                    <a:pt x="1042147" y="267805"/>
                  </a:lnTo>
                  <a:lnTo>
                    <a:pt x="1044469" y="265417"/>
                  </a:lnTo>
                  <a:lnTo>
                    <a:pt x="1046219" y="263735"/>
                  </a:lnTo>
                  <a:cubicBezTo>
                    <a:pt x="1046219" y="263735"/>
                    <a:pt x="1039353" y="263634"/>
                    <a:pt x="1039051" y="263735"/>
                  </a:cubicBezTo>
                  <a:cubicBezTo>
                    <a:pt x="1038714" y="263836"/>
                    <a:pt x="1037536" y="263634"/>
                    <a:pt x="1036223" y="263735"/>
                  </a:cubicBezTo>
                  <a:cubicBezTo>
                    <a:pt x="1034911" y="263836"/>
                    <a:pt x="1034709" y="263735"/>
                    <a:pt x="1034709" y="263735"/>
                  </a:cubicBezTo>
                  <a:cubicBezTo>
                    <a:pt x="1034709" y="263735"/>
                    <a:pt x="1033296" y="262423"/>
                    <a:pt x="1033194" y="261884"/>
                  </a:cubicBezTo>
                  <a:cubicBezTo>
                    <a:pt x="1033094" y="261346"/>
                    <a:pt x="1031882" y="260270"/>
                    <a:pt x="1031445" y="260135"/>
                  </a:cubicBezTo>
                  <a:cubicBezTo>
                    <a:pt x="1031007" y="260034"/>
                    <a:pt x="1030031" y="259160"/>
                    <a:pt x="1029594" y="259059"/>
                  </a:cubicBezTo>
                  <a:cubicBezTo>
                    <a:pt x="1029156" y="258958"/>
                    <a:pt x="1028180" y="259059"/>
                    <a:pt x="1028180" y="259059"/>
                  </a:cubicBezTo>
                  <a:lnTo>
                    <a:pt x="1026868" y="259934"/>
                  </a:lnTo>
                  <a:cubicBezTo>
                    <a:pt x="1026868" y="259934"/>
                    <a:pt x="1025656" y="260909"/>
                    <a:pt x="1025218" y="261145"/>
                  </a:cubicBezTo>
                  <a:cubicBezTo>
                    <a:pt x="1024781" y="261346"/>
                    <a:pt x="1023805" y="262019"/>
                    <a:pt x="1023267" y="262120"/>
                  </a:cubicBezTo>
                  <a:cubicBezTo>
                    <a:pt x="1022728" y="262221"/>
                    <a:pt x="1021853" y="262457"/>
                    <a:pt x="1021415" y="262457"/>
                  </a:cubicBezTo>
                  <a:cubicBezTo>
                    <a:pt x="1020978" y="262457"/>
                    <a:pt x="1020204" y="262793"/>
                    <a:pt x="1019766" y="262894"/>
                  </a:cubicBezTo>
                  <a:cubicBezTo>
                    <a:pt x="1019329" y="262995"/>
                    <a:pt x="1017815" y="263331"/>
                    <a:pt x="1016939" y="263768"/>
                  </a:cubicBezTo>
                  <a:cubicBezTo>
                    <a:pt x="1016064" y="264206"/>
                    <a:pt x="1015189" y="263768"/>
                    <a:pt x="1015189" y="263768"/>
                  </a:cubicBezTo>
                  <a:cubicBezTo>
                    <a:pt x="1015189" y="263768"/>
                    <a:pt x="1013002" y="263230"/>
                    <a:pt x="1012362" y="262995"/>
                  </a:cubicBezTo>
                  <a:cubicBezTo>
                    <a:pt x="1011723" y="262793"/>
                    <a:pt x="1010074" y="262995"/>
                    <a:pt x="1010074" y="262995"/>
                  </a:cubicBezTo>
                  <a:cubicBezTo>
                    <a:pt x="1010074" y="262995"/>
                    <a:pt x="1008862" y="262894"/>
                    <a:pt x="1008425" y="262894"/>
                  </a:cubicBezTo>
                  <a:cubicBezTo>
                    <a:pt x="1007987" y="262894"/>
                    <a:pt x="1006136" y="263768"/>
                    <a:pt x="1006136" y="263768"/>
                  </a:cubicBezTo>
                  <a:cubicBezTo>
                    <a:pt x="1006136" y="263768"/>
                    <a:pt x="1004824" y="264744"/>
                    <a:pt x="1004521" y="264845"/>
                  </a:cubicBezTo>
                  <a:cubicBezTo>
                    <a:pt x="1004184" y="264946"/>
                    <a:pt x="1003444" y="267031"/>
                    <a:pt x="1003309" y="267334"/>
                  </a:cubicBezTo>
                  <a:cubicBezTo>
                    <a:pt x="1003208" y="267671"/>
                    <a:pt x="1003410" y="268545"/>
                    <a:pt x="1003410" y="269285"/>
                  </a:cubicBezTo>
                  <a:cubicBezTo>
                    <a:pt x="1003410" y="270025"/>
                    <a:pt x="1003410" y="271337"/>
                    <a:pt x="1003074" y="272111"/>
                  </a:cubicBezTo>
                  <a:cubicBezTo>
                    <a:pt x="1002737" y="272885"/>
                    <a:pt x="1001761" y="273860"/>
                    <a:pt x="1001324" y="274163"/>
                  </a:cubicBezTo>
                  <a:cubicBezTo>
                    <a:pt x="1000886" y="274499"/>
                    <a:pt x="1000684" y="275240"/>
                    <a:pt x="999372" y="275677"/>
                  </a:cubicBezTo>
                  <a:cubicBezTo>
                    <a:pt x="998059" y="276114"/>
                    <a:pt x="997420" y="275677"/>
                    <a:pt x="997083" y="275677"/>
                  </a:cubicBezTo>
                  <a:cubicBezTo>
                    <a:pt x="996747" y="275677"/>
                    <a:pt x="994997" y="273490"/>
                    <a:pt x="994997" y="273490"/>
                  </a:cubicBezTo>
                  <a:cubicBezTo>
                    <a:pt x="994997" y="273490"/>
                    <a:pt x="993280" y="270564"/>
                    <a:pt x="992809" y="270227"/>
                  </a:cubicBezTo>
                  <a:cubicBezTo>
                    <a:pt x="992372" y="269891"/>
                    <a:pt x="991396" y="268377"/>
                    <a:pt x="991093" y="267738"/>
                  </a:cubicBezTo>
                  <a:cubicBezTo>
                    <a:pt x="990756" y="267099"/>
                    <a:pt x="988804" y="266325"/>
                    <a:pt x="988804" y="266325"/>
                  </a:cubicBezTo>
                  <a:lnTo>
                    <a:pt x="987290" y="263701"/>
                  </a:lnTo>
                  <a:lnTo>
                    <a:pt x="984362" y="262826"/>
                  </a:lnTo>
                  <a:cubicBezTo>
                    <a:pt x="984362" y="262826"/>
                    <a:pt x="979886" y="261649"/>
                    <a:pt x="979785" y="260875"/>
                  </a:cubicBezTo>
                  <a:cubicBezTo>
                    <a:pt x="979684" y="260102"/>
                    <a:pt x="979246" y="257949"/>
                    <a:pt x="979246" y="257949"/>
                  </a:cubicBezTo>
                  <a:lnTo>
                    <a:pt x="979347" y="255762"/>
                  </a:lnTo>
                  <a:lnTo>
                    <a:pt x="978708" y="254013"/>
                  </a:lnTo>
                  <a:lnTo>
                    <a:pt x="978607" y="250851"/>
                  </a:lnTo>
                  <a:lnTo>
                    <a:pt x="975780" y="248563"/>
                  </a:lnTo>
                  <a:cubicBezTo>
                    <a:pt x="975780" y="248563"/>
                    <a:pt x="975443" y="247487"/>
                    <a:pt x="975780" y="247150"/>
                  </a:cubicBezTo>
                  <a:cubicBezTo>
                    <a:pt x="976116" y="246814"/>
                    <a:pt x="973491" y="245401"/>
                    <a:pt x="973491" y="245401"/>
                  </a:cubicBezTo>
                  <a:lnTo>
                    <a:pt x="970765" y="244190"/>
                  </a:lnTo>
                  <a:cubicBezTo>
                    <a:pt x="970765" y="244190"/>
                    <a:pt x="967703" y="244089"/>
                    <a:pt x="966727" y="244089"/>
                  </a:cubicBezTo>
                  <a:cubicBezTo>
                    <a:pt x="965751" y="244089"/>
                    <a:pt x="963698" y="244425"/>
                    <a:pt x="963361" y="244527"/>
                  </a:cubicBezTo>
                  <a:cubicBezTo>
                    <a:pt x="963025" y="244627"/>
                    <a:pt x="962284" y="246478"/>
                    <a:pt x="961948" y="247016"/>
                  </a:cubicBezTo>
                  <a:cubicBezTo>
                    <a:pt x="961611" y="247554"/>
                    <a:pt x="959154" y="247991"/>
                    <a:pt x="959154" y="247991"/>
                  </a:cubicBezTo>
                  <a:lnTo>
                    <a:pt x="955688" y="247991"/>
                  </a:lnTo>
                  <a:lnTo>
                    <a:pt x="953400" y="247991"/>
                  </a:lnTo>
                  <a:lnTo>
                    <a:pt x="951649" y="245704"/>
                  </a:lnTo>
                  <a:cubicBezTo>
                    <a:pt x="951649" y="245704"/>
                    <a:pt x="950573" y="243215"/>
                    <a:pt x="950236" y="242676"/>
                  </a:cubicBezTo>
                  <a:cubicBezTo>
                    <a:pt x="949899" y="242138"/>
                    <a:pt x="949597" y="241802"/>
                    <a:pt x="949361" y="241465"/>
                  </a:cubicBezTo>
                  <a:cubicBezTo>
                    <a:pt x="949125" y="241129"/>
                    <a:pt x="948385" y="240591"/>
                    <a:pt x="948385" y="240591"/>
                  </a:cubicBezTo>
                  <a:lnTo>
                    <a:pt x="947847" y="239615"/>
                  </a:lnTo>
                  <a:cubicBezTo>
                    <a:pt x="947847" y="239615"/>
                    <a:pt x="947308" y="238539"/>
                    <a:pt x="948284" y="235713"/>
                  </a:cubicBezTo>
                  <a:cubicBezTo>
                    <a:pt x="949260" y="232887"/>
                    <a:pt x="949697" y="233964"/>
                    <a:pt x="950000" y="233762"/>
                  </a:cubicBezTo>
                  <a:cubicBezTo>
                    <a:pt x="950337" y="233560"/>
                    <a:pt x="950640" y="232012"/>
                    <a:pt x="950438" y="231474"/>
                  </a:cubicBezTo>
                  <a:cubicBezTo>
                    <a:pt x="950236" y="230936"/>
                    <a:pt x="949563" y="228750"/>
                    <a:pt x="949125" y="228447"/>
                  </a:cubicBezTo>
                  <a:cubicBezTo>
                    <a:pt x="948688" y="228110"/>
                    <a:pt x="946197" y="228447"/>
                    <a:pt x="945760" y="228447"/>
                  </a:cubicBezTo>
                  <a:cubicBezTo>
                    <a:pt x="945322" y="228447"/>
                    <a:pt x="943034" y="228346"/>
                    <a:pt x="941519" y="228548"/>
                  </a:cubicBezTo>
                  <a:cubicBezTo>
                    <a:pt x="940005" y="228783"/>
                    <a:pt x="940745" y="229086"/>
                    <a:pt x="940544" y="229624"/>
                  </a:cubicBezTo>
                  <a:cubicBezTo>
                    <a:pt x="940342" y="230162"/>
                    <a:pt x="939904" y="231037"/>
                    <a:pt x="939231" y="231912"/>
                  </a:cubicBezTo>
                  <a:cubicBezTo>
                    <a:pt x="938558" y="232786"/>
                    <a:pt x="938019" y="232450"/>
                    <a:pt x="937481" y="232887"/>
                  </a:cubicBezTo>
                  <a:cubicBezTo>
                    <a:pt x="936942" y="233324"/>
                    <a:pt x="936942" y="233762"/>
                    <a:pt x="936741" y="234199"/>
                  </a:cubicBezTo>
                  <a:cubicBezTo>
                    <a:pt x="936505" y="234636"/>
                    <a:pt x="935664" y="234973"/>
                    <a:pt x="935664" y="234973"/>
                  </a:cubicBezTo>
                  <a:cubicBezTo>
                    <a:pt x="935664" y="234973"/>
                    <a:pt x="935664" y="237260"/>
                    <a:pt x="935664" y="237698"/>
                  </a:cubicBezTo>
                  <a:cubicBezTo>
                    <a:pt x="935664" y="238135"/>
                    <a:pt x="935933" y="238337"/>
                    <a:pt x="935933" y="239548"/>
                  </a:cubicBezTo>
                  <a:cubicBezTo>
                    <a:pt x="935933" y="240759"/>
                    <a:pt x="935664" y="240523"/>
                    <a:pt x="934789" y="241499"/>
                  </a:cubicBezTo>
                  <a:cubicBezTo>
                    <a:pt x="933913" y="242475"/>
                    <a:pt x="933712" y="241835"/>
                    <a:pt x="933274" y="241499"/>
                  </a:cubicBezTo>
                  <a:cubicBezTo>
                    <a:pt x="932837" y="241163"/>
                    <a:pt x="930447" y="240961"/>
                    <a:pt x="930010" y="240961"/>
                  </a:cubicBezTo>
                  <a:cubicBezTo>
                    <a:pt x="929572" y="240961"/>
                    <a:pt x="927822" y="240624"/>
                    <a:pt x="927418" y="240422"/>
                  </a:cubicBezTo>
                  <a:cubicBezTo>
                    <a:pt x="926981" y="240187"/>
                    <a:pt x="925231" y="238673"/>
                    <a:pt x="925130" y="238370"/>
                  </a:cubicBezTo>
                  <a:cubicBezTo>
                    <a:pt x="925029" y="238034"/>
                    <a:pt x="924894" y="235343"/>
                    <a:pt x="924894" y="235343"/>
                  </a:cubicBezTo>
                  <a:lnTo>
                    <a:pt x="924120" y="233156"/>
                  </a:lnTo>
                  <a:lnTo>
                    <a:pt x="918904" y="230566"/>
                  </a:lnTo>
                  <a:lnTo>
                    <a:pt x="916615" y="229489"/>
                  </a:lnTo>
                  <a:cubicBezTo>
                    <a:pt x="916615" y="229489"/>
                    <a:pt x="915303" y="227875"/>
                    <a:pt x="914327" y="226462"/>
                  </a:cubicBezTo>
                  <a:cubicBezTo>
                    <a:pt x="913351" y="225049"/>
                    <a:pt x="914428" y="223636"/>
                    <a:pt x="914428" y="223636"/>
                  </a:cubicBezTo>
                  <a:cubicBezTo>
                    <a:pt x="914428" y="223636"/>
                    <a:pt x="914966" y="222324"/>
                    <a:pt x="915303" y="221584"/>
                  </a:cubicBezTo>
                  <a:cubicBezTo>
                    <a:pt x="915639" y="220811"/>
                    <a:pt x="916278" y="219398"/>
                    <a:pt x="916278" y="219398"/>
                  </a:cubicBezTo>
                  <a:cubicBezTo>
                    <a:pt x="916278" y="219398"/>
                    <a:pt x="917355" y="218759"/>
                    <a:pt x="918029" y="217985"/>
                  </a:cubicBezTo>
                  <a:cubicBezTo>
                    <a:pt x="918668" y="217211"/>
                    <a:pt x="918365" y="214183"/>
                    <a:pt x="918365" y="214183"/>
                  </a:cubicBezTo>
                  <a:lnTo>
                    <a:pt x="919880" y="212569"/>
                  </a:lnTo>
                  <a:cubicBezTo>
                    <a:pt x="919880" y="212569"/>
                    <a:pt x="920418" y="209743"/>
                    <a:pt x="920418" y="209407"/>
                  </a:cubicBezTo>
                  <a:cubicBezTo>
                    <a:pt x="920418" y="209070"/>
                    <a:pt x="919005" y="207355"/>
                    <a:pt x="919005" y="207355"/>
                  </a:cubicBezTo>
                  <a:lnTo>
                    <a:pt x="917389" y="206480"/>
                  </a:lnTo>
                  <a:cubicBezTo>
                    <a:pt x="917389" y="206480"/>
                    <a:pt x="914663" y="206581"/>
                    <a:pt x="914226" y="206379"/>
                  </a:cubicBezTo>
                  <a:cubicBezTo>
                    <a:pt x="913788" y="206177"/>
                    <a:pt x="911836" y="207355"/>
                    <a:pt x="910961" y="207792"/>
                  </a:cubicBezTo>
                  <a:cubicBezTo>
                    <a:pt x="910086" y="208229"/>
                    <a:pt x="909783" y="209306"/>
                    <a:pt x="909783" y="209306"/>
                  </a:cubicBezTo>
                  <a:lnTo>
                    <a:pt x="907596" y="209642"/>
                  </a:lnTo>
                  <a:cubicBezTo>
                    <a:pt x="907596" y="209642"/>
                    <a:pt x="906519" y="209844"/>
                    <a:pt x="906081" y="209844"/>
                  </a:cubicBezTo>
                  <a:cubicBezTo>
                    <a:pt x="905644" y="209844"/>
                    <a:pt x="904028" y="209945"/>
                    <a:pt x="904028" y="209945"/>
                  </a:cubicBezTo>
                  <a:lnTo>
                    <a:pt x="902177" y="210382"/>
                  </a:lnTo>
                  <a:lnTo>
                    <a:pt x="899249" y="210483"/>
                  </a:lnTo>
                  <a:cubicBezTo>
                    <a:pt x="899249" y="210483"/>
                    <a:pt x="897735" y="210483"/>
                    <a:pt x="895345" y="209710"/>
                  </a:cubicBezTo>
                  <a:cubicBezTo>
                    <a:pt x="892956" y="208936"/>
                    <a:pt x="893494" y="209609"/>
                    <a:pt x="892855" y="209609"/>
                  </a:cubicBezTo>
                  <a:cubicBezTo>
                    <a:pt x="892216" y="209609"/>
                    <a:pt x="889692" y="209272"/>
                    <a:pt x="889692" y="209272"/>
                  </a:cubicBezTo>
                  <a:cubicBezTo>
                    <a:pt x="889692" y="209272"/>
                    <a:pt x="888513" y="208398"/>
                    <a:pt x="888513" y="207960"/>
                  </a:cubicBezTo>
                  <a:cubicBezTo>
                    <a:pt x="888513" y="207523"/>
                    <a:pt x="886999" y="204697"/>
                    <a:pt x="886999" y="204697"/>
                  </a:cubicBezTo>
                  <a:lnTo>
                    <a:pt x="883936" y="203520"/>
                  </a:lnTo>
                  <a:lnTo>
                    <a:pt x="881984" y="202881"/>
                  </a:lnTo>
                  <a:cubicBezTo>
                    <a:pt x="881984" y="202881"/>
                    <a:pt x="880335" y="203957"/>
                    <a:pt x="880033" y="204092"/>
                  </a:cubicBezTo>
                  <a:cubicBezTo>
                    <a:pt x="879696" y="204193"/>
                    <a:pt x="877744" y="205168"/>
                    <a:pt x="877407" y="205303"/>
                  </a:cubicBezTo>
                  <a:cubicBezTo>
                    <a:pt x="877105" y="205404"/>
                    <a:pt x="875557" y="206951"/>
                    <a:pt x="875119" y="206951"/>
                  </a:cubicBezTo>
                  <a:cubicBezTo>
                    <a:pt x="874681" y="206951"/>
                    <a:pt x="873706" y="207388"/>
                    <a:pt x="873706" y="207388"/>
                  </a:cubicBezTo>
                  <a:cubicBezTo>
                    <a:pt x="873706" y="207388"/>
                    <a:pt x="871955" y="207927"/>
                    <a:pt x="871215" y="207927"/>
                  </a:cubicBezTo>
                  <a:cubicBezTo>
                    <a:pt x="870475" y="207927"/>
                    <a:pt x="868052" y="208566"/>
                    <a:pt x="868052" y="208566"/>
                  </a:cubicBezTo>
                  <a:cubicBezTo>
                    <a:pt x="868052" y="208566"/>
                    <a:pt x="866200" y="210416"/>
                    <a:pt x="865763" y="210517"/>
                  </a:cubicBezTo>
                  <a:cubicBezTo>
                    <a:pt x="865326" y="210618"/>
                    <a:pt x="864451" y="212266"/>
                    <a:pt x="864249" y="212703"/>
                  </a:cubicBezTo>
                  <a:cubicBezTo>
                    <a:pt x="864047" y="213141"/>
                    <a:pt x="862835" y="213242"/>
                    <a:pt x="862499" y="213343"/>
                  </a:cubicBezTo>
                  <a:cubicBezTo>
                    <a:pt x="862162" y="213444"/>
                    <a:pt x="860984" y="214756"/>
                    <a:pt x="860311" y="214856"/>
                  </a:cubicBezTo>
                  <a:cubicBezTo>
                    <a:pt x="859671" y="214957"/>
                    <a:pt x="858460" y="215495"/>
                    <a:pt x="857585" y="215731"/>
                  </a:cubicBezTo>
                  <a:cubicBezTo>
                    <a:pt x="856710" y="215966"/>
                    <a:pt x="856508" y="216807"/>
                    <a:pt x="856508" y="216807"/>
                  </a:cubicBezTo>
                  <a:lnTo>
                    <a:pt x="854018" y="216807"/>
                  </a:lnTo>
                  <a:lnTo>
                    <a:pt x="852806" y="214756"/>
                  </a:lnTo>
                  <a:cubicBezTo>
                    <a:pt x="852806" y="214756"/>
                    <a:pt x="850518" y="212031"/>
                    <a:pt x="848667" y="211593"/>
                  </a:cubicBezTo>
                  <a:cubicBezTo>
                    <a:pt x="846816" y="211156"/>
                    <a:pt x="845503" y="211593"/>
                    <a:pt x="845503" y="211593"/>
                  </a:cubicBezTo>
                  <a:cubicBezTo>
                    <a:pt x="845503" y="211593"/>
                    <a:pt x="842777" y="210954"/>
                    <a:pt x="842339" y="210719"/>
                  </a:cubicBezTo>
                  <a:cubicBezTo>
                    <a:pt x="841902" y="210517"/>
                    <a:pt x="838435" y="208667"/>
                    <a:pt x="837998" y="208431"/>
                  </a:cubicBezTo>
                  <a:cubicBezTo>
                    <a:pt x="837561" y="208229"/>
                    <a:pt x="836584" y="207456"/>
                    <a:pt x="836147" y="207220"/>
                  </a:cubicBezTo>
                  <a:cubicBezTo>
                    <a:pt x="835709" y="207018"/>
                    <a:pt x="833556" y="206144"/>
                    <a:pt x="833118" y="205807"/>
                  </a:cubicBezTo>
                  <a:cubicBezTo>
                    <a:pt x="832681" y="205471"/>
                    <a:pt x="829652" y="204596"/>
                    <a:pt x="829214" y="204495"/>
                  </a:cubicBezTo>
                  <a:cubicBezTo>
                    <a:pt x="828777" y="204394"/>
                    <a:pt x="825950" y="203217"/>
                    <a:pt x="825950" y="203217"/>
                  </a:cubicBezTo>
                  <a:lnTo>
                    <a:pt x="824738" y="202208"/>
                  </a:lnTo>
                  <a:cubicBezTo>
                    <a:pt x="824738" y="202208"/>
                    <a:pt x="824637" y="199618"/>
                    <a:pt x="824637" y="199180"/>
                  </a:cubicBezTo>
                  <a:cubicBezTo>
                    <a:pt x="824637" y="198743"/>
                    <a:pt x="825613" y="197128"/>
                    <a:pt x="825613" y="197128"/>
                  </a:cubicBezTo>
                  <a:lnTo>
                    <a:pt x="827902" y="195715"/>
                  </a:lnTo>
                  <a:lnTo>
                    <a:pt x="828878" y="194639"/>
                  </a:lnTo>
                  <a:lnTo>
                    <a:pt x="828339" y="191712"/>
                  </a:lnTo>
                  <a:lnTo>
                    <a:pt x="827027" y="190198"/>
                  </a:lnTo>
                  <a:lnTo>
                    <a:pt x="820397" y="189660"/>
                  </a:lnTo>
                  <a:lnTo>
                    <a:pt x="817805" y="189223"/>
                  </a:lnTo>
                  <a:cubicBezTo>
                    <a:pt x="817805" y="189223"/>
                    <a:pt x="811949" y="190098"/>
                    <a:pt x="810401" y="190535"/>
                  </a:cubicBezTo>
                  <a:cubicBezTo>
                    <a:pt x="808887" y="190972"/>
                    <a:pt x="807574" y="192284"/>
                    <a:pt x="807574" y="192284"/>
                  </a:cubicBezTo>
                  <a:lnTo>
                    <a:pt x="805622" y="191847"/>
                  </a:lnTo>
                  <a:lnTo>
                    <a:pt x="802358" y="190098"/>
                  </a:lnTo>
                  <a:lnTo>
                    <a:pt x="800608" y="192486"/>
                  </a:lnTo>
                  <a:lnTo>
                    <a:pt x="798858" y="194437"/>
                  </a:lnTo>
                  <a:lnTo>
                    <a:pt x="796704" y="196826"/>
                  </a:lnTo>
                  <a:cubicBezTo>
                    <a:pt x="796704" y="196826"/>
                    <a:pt x="793877" y="199012"/>
                    <a:pt x="793002" y="199012"/>
                  </a:cubicBezTo>
                  <a:cubicBezTo>
                    <a:pt x="792127" y="199012"/>
                    <a:pt x="787987" y="201838"/>
                    <a:pt x="787987" y="201838"/>
                  </a:cubicBezTo>
                  <a:cubicBezTo>
                    <a:pt x="787987" y="201838"/>
                    <a:pt x="784285" y="202712"/>
                    <a:pt x="783410" y="202914"/>
                  </a:cubicBezTo>
                  <a:cubicBezTo>
                    <a:pt x="782535" y="203150"/>
                    <a:pt x="779944" y="203553"/>
                    <a:pt x="778429" y="202914"/>
                  </a:cubicBezTo>
                  <a:cubicBezTo>
                    <a:pt x="776915" y="202275"/>
                    <a:pt x="774290" y="202914"/>
                    <a:pt x="774290" y="202914"/>
                  </a:cubicBezTo>
                  <a:lnTo>
                    <a:pt x="770823" y="198777"/>
                  </a:lnTo>
                  <a:lnTo>
                    <a:pt x="767795" y="195951"/>
                  </a:lnTo>
                  <a:lnTo>
                    <a:pt x="762141" y="195951"/>
                  </a:lnTo>
                  <a:lnTo>
                    <a:pt x="761602" y="197801"/>
                  </a:lnTo>
                  <a:lnTo>
                    <a:pt x="759112" y="199550"/>
                  </a:lnTo>
                  <a:lnTo>
                    <a:pt x="757362" y="202174"/>
                  </a:lnTo>
                  <a:lnTo>
                    <a:pt x="754434" y="205202"/>
                  </a:lnTo>
                  <a:lnTo>
                    <a:pt x="751371" y="209878"/>
                  </a:lnTo>
                  <a:lnTo>
                    <a:pt x="747366" y="211392"/>
                  </a:lnTo>
                  <a:cubicBezTo>
                    <a:pt x="747366" y="211392"/>
                    <a:pt x="743025" y="208667"/>
                    <a:pt x="741073" y="207792"/>
                  </a:cubicBezTo>
                  <a:cubicBezTo>
                    <a:pt x="739121" y="206917"/>
                    <a:pt x="740097" y="207893"/>
                    <a:pt x="739558" y="208869"/>
                  </a:cubicBezTo>
                  <a:cubicBezTo>
                    <a:pt x="739020" y="209844"/>
                    <a:pt x="739121" y="209642"/>
                    <a:pt x="738919" y="210517"/>
                  </a:cubicBezTo>
                  <a:cubicBezTo>
                    <a:pt x="738717" y="211392"/>
                    <a:pt x="737741" y="212569"/>
                    <a:pt x="736630" y="213343"/>
                  </a:cubicBezTo>
                  <a:cubicBezTo>
                    <a:pt x="735553" y="214116"/>
                    <a:pt x="734779" y="213444"/>
                    <a:pt x="733366" y="213343"/>
                  </a:cubicBezTo>
                  <a:cubicBezTo>
                    <a:pt x="731952" y="213242"/>
                    <a:pt x="731851" y="212165"/>
                    <a:pt x="730236" y="211291"/>
                  </a:cubicBezTo>
                  <a:cubicBezTo>
                    <a:pt x="728587" y="210416"/>
                    <a:pt x="726871" y="210080"/>
                    <a:pt x="726534" y="210214"/>
                  </a:cubicBezTo>
                  <a:cubicBezTo>
                    <a:pt x="726197" y="210315"/>
                    <a:pt x="724044" y="210416"/>
                    <a:pt x="724044" y="210416"/>
                  </a:cubicBezTo>
                  <a:cubicBezTo>
                    <a:pt x="724044" y="210416"/>
                    <a:pt x="723068" y="212266"/>
                    <a:pt x="722630" y="212468"/>
                  </a:cubicBezTo>
                  <a:cubicBezTo>
                    <a:pt x="722193" y="212670"/>
                    <a:pt x="719803" y="212804"/>
                    <a:pt x="715664" y="212468"/>
                  </a:cubicBezTo>
                  <a:cubicBezTo>
                    <a:pt x="711524" y="212132"/>
                    <a:pt x="712298" y="211392"/>
                    <a:pt x="710885" y="210853"/>
                  </a:cubicBezTo>
                  <a:cubicBezTo>
                    <a:pt x="709471" y="210315"/>
                    <a:pt x="708697" y="209440"/>
                    <a:pt x="708159" y="209104"/>
                  </a:cubicBezTo>
                  <a:cubicBezTo>
                    <a:pt x="707620" y="208768"/>
                    <a:pt x="705870" y="207691"/>
                    <a:pt x="703380" y="207153"/>
                  </a:cubicBezTo>
                  <a:cubicBezTo>
                    <a:pt x="700889" y="206615"/>
                    <a:pt x="700788" y="208128"/>
                    <a:pt x="700452" y="208028"/>
                  </a:cubicBezTo>
                  <a:cubicBezTo>
                    <a:pt x="700115" y="207927"/>
                    <a:pt x="697524" y="208028"/>
                    <a:pt x="697524" y="208028"/>
                  </a:cubicBezTo>
                  <a:lnTo>
                    <a:pt x="693620" y="206177"/>
                  </a:lnTo>
                  <a:cubicBezTo>
                    <a:pt x="693620" y="206177"/>
                    <a:pt x="691870" y="204664"/>
                    <a:pt x="691432" y="203688"/>
                  </a:cubicBezTo>
                  <a:cubicBezTo>
                    <a:pt x="690995" y="202712"/>
                    <a:pt x="689480" y="201737"/>
                    <a:pt x="689480" y="201737"/>
                  </a:cubicBezTo>
                  <a:cubicBezTo>
                    <a:pt x="689480" y="201737"/>
                    <a:pt x="687528" y="200223"/>
                    <a:pt x="687192" y="199449"/>
                  </a:cubicBezTo>
                  <a:cubicBezTo>
                    <a:pt x="686855" y="198676"/>
                    <a:pt x="685004" y="198037"/>
                    <a:pt x="683826" y="197599"/>
                  </a:cubicBezTo>
                  <a:cubicBezTo>
                    <a:pt x="682615" y="197162"/>
                    <a:pt x="680797" y="196523"/>
                    <a:pt x="680360" y="196186"/>
                  </a:cubicBezTo>
                  <a:cubicBezTo>
                    <a:pt x="679922" y="195850"/>
                    <a:pt x="676557" y="195110"/>
                    <a:pt x="676119" y="194774"/>
                  </a:cubicBezTo>
                  <a:cubicBezTo>
                    <a:pt x="675682" y="194437"/>
                    <a:pt x="672216" y="192587"/>
                    <a:pt x="671879" y="192486"/>
                  </a:cubicBezTo>
                  <a:cubicBezTo>
                    <a:pt x="671542" y="192385"/>
                    <a:pt x="670028" y="191611"/>
                    <a:pt x="669590" y="191510"/>
                  </a:cubicBezTo>
                  <a:cubicBezTo>
                    <a:pt x="669153" y="191410"/>
                    <a:pt x="665451" y="189660"/>
                    <a:pt x="665114" y="189458"/>
                  </a:cubicBezTo>
                  <a:cubicBezTo>
                    <a:pt x="664778" y="189257"/>
                    <a:pt x="663061" y="187844"/>
                    <a:pt x="663061" y="187844"/>
                  </a:cubicBezTo>
                  <a:cubicBezTo>
                    <a:pt x="663061" y="187844"/>
                    <a:pt x="661009" y="186633"/>
                    <a:pt x="660571" y="186229"/>
                  </a:cubicBezTo>
                  <a:cubicBezTo>
                    <a:pt x="660134" y="185792"/>
                    <a:pt x="656869" y="182966"/>
                    <a:pt x="656869" y="182966"/>
                  </a:cubicBezTo>
                  <a:cubicBezTo>
                    <a:pt x="656869" y="182966"/>
                    <a:pt x="654682" y="180679"/>
                    <a:pt x="654379" y="179602"/>
                  </a:cubicBezTo>
                  <a:cubicBezTo>
                    <a:pt x="654042" y="178526"/>
                    <a:pt x="653941" y="178526"/>
                    <a:pt x="653941" y="178088"/>
                  </a:cubicBezTo>
                  <a:cubicBezTo>
                    <a:pt x="653941" y="177651"/>
                    <a:pt x="653605" y="175801"/>
                    <a:pt x="653605" y="175801"/>
                  </a:cubicBezTo>
                  <a:cubicBezTo>
                    <a:pt x="653605" y="175801"/>
                    <a:pt x="653840" y="173614"/>
                    <a:pt x="654379" y="173614"/>
                  </a:cubicBezTo>
                  <a:cubicBezTo>
                    <a:pt x="654917" y="173614"/>
                    <a:pt x="655153" y="173076"/>
                    <a:pt x="658619" y="172437"/>
                  </a:cubicBezTo>
                  <a:cubicBezTo>
                    <a:pt x="662086" y="171798"/>
                    <a:pt x="660134" y="171125"/>
                    <a:pt x="661884" y="170687"/>
                  </a:cubicBezTo>
                  <a:cubicBezTo>
                    <a:pt x="663634" y="170250"/>
                    <a:pt x="664071" y="170048"/>
                    <a:pt x="665485" y="169712"/>
                  </a:cubicBezTo>
                  <a:cubicBezTo>
                    <a:pt x="666898" y="169375"/>
                    <a:pt x="666898" y="167963"/>
                    <a:pt x="667100" y="166684"/>
                  </a:cubicBezTo>
                  <a:cubicBezTo>
                    <a:pt x="667302" y="165372"/>
                    <a:pt x="667538" y="162883"/>
                    <a:pt x="667538" y="161807"/>
                  </a:cubicBezTo>
                  <a:cubicBezTo>
                    <a:pt x="667538" y="160730"/>
                    <a:pt x="665485" y="159317"/>
                    <a:pt x="665485" y="159317"/>
                  </a:cubicBezTo>
                  <a:lnTo>
                    <a:pt x="663196" y="158779"/>
                  </a:lnTo>
                  <a:lnTo>
                    <a:pt x="661984" y="156391"/>
                  </a:lnTo>
                  <a:lnTo>
                    <a:pt x="664172" y="154540"/>
                  </a:lnTo>
                  <a:lnTo>
                    <a:pt x="664273" y="150739"/>
                  </a:lnTo>
                  <a:cubicBezTo>
                    <a:pt x="664273" y="150739"/>
                    <a:pt x="664071" y="146299"/>
                    <a:pt x="664071" y="145626"/>
                  </a:cubicBezTo>
                  <a:cubicBezTo>
                    <a:pt x="664071" y="144987"/>
                    <a:pt x="662759" y="142161"/>
                    <a:pt x="662759" y="142161"/>
                  </a:cubicBezTo>
                  <a:cubicBezTo>
                    <a:pt x="662759" y="142161"/>
                    <a:pt x="664374" y="137586"/>
                    <a:pt x="665047" y="137048"/>
                  </a:cubicBezTo>
                  <a:cubicBezTo>
                    <a:pt x="665687" y="136510"/>
                    <a:pt x="667437" y="135433"/>
                    <a:pt x="669624" y="135063"/>
                  </a:cubicBezTo>
                  <a:cubicBezTo>
                    <a:pt x="671812" y="134693"/>
                    <a:pt x="672014" y="133482"/>
                    <a:pt x="672990" y="133045"/>
                  </a:cubicBezTo>
                  <a:cubicBezTo>
                    <a:pt x="673966" y="132607"/>
                    <a:pt x="674504" y="131094"/>
                    <a:pt x="675177" y="130455"/>
                  </a:cubicBezTo>
                  <a:cubicBezTo>
                    <a:pt x="675816" y="129815"/>
                    <a:pt x="674538" y="127730"/>
                    <a:pt x="673764" y="126216"/>
                  </a:cubicBezTo>
                  <a:cubicBezTo>
                    <a:pt x="672990" y="124702"/>
                    <a:pt x="671475" y="125341"/>
                    <a:pt x="671475" y="125341"/>
                  </a:cubicBezTo>
                  <a:cubicBezTo>
                    <a:pt x="671475" y="125341"/>
                    <a:pt x="669086" y="125442"/>
                    <a:pt x="668009" y="125543"/>
                  </a:cubicBezTo>
                  <a:cubicBezTo>
                    <a:pt x="666932" y="125644"/>
                    <a:pt x="664206" y="125207"/>
                    <a:pt x="663230" y="125005"/>
                  </a:cubicBezTo>
                  <a:cubicBezTo>
                    <a:pt x="662254" y="124803"/>
                    <a:pt x="660840" y="123693"/>
                    <a:pt x="660302" y="123491"/>
                  </a:cubicBezTo>
                  <a:cubicBezTo>
                    <a:pt x="659763" y="123289"/>
                    <a:pt x="657811" y="122717"/>
                    <a:pt x="657037" y="122179"/>
                  </a:cubicBezTo>
                  <a:cubicBezTo>
                    <a:pt x="656263" y="121641"/>
                    <a:pt x="655388" y="120565"/>
                    <a:pt x="655388" y="120565"/>
                  </a:cubicBezTo>
                  <a:cubicBezTo>
                    <a:pt x="655388" y="120565"/>
                    <a:pt x="654311" y="117201"/>
                    <a:pt x="654076" y="116763"/>
                  </a:cubicBezTo>
                  <a:cubicBezTo>
                    <a:pt x="653874" y="116326"/>
                    <a:pt x="652763" y="113063"/>
                    <a:pt x="652225" y="111986"/>
                  </a:cubicBezTo>
                  <a:cubicBezTo>
                    <a:pt x="651686" y="110910"/>
                    <a:pt x="650037" y="107849"/>
                    <a:pt x="650037" y="107210"/>
                  </a:cubicBezTo>
                  <a:cubicBezTo>
                    <a:pt x="650037" y="106570"/>
                    <a:pt x="648388" y="102735"/>
                    <a:pt x="648186" y="101995"/>
                  </a:cubicBezTo>
                  <a:cubicBezTo>
                    <a:pt x="647984" y="101222"/>
                    <a:pt x="646672" y="98396"/>
                    <a:pt x="646537" y="96781"/>
                  </a:cubicBezTo>
                  <a:cubicBezTo>
                    <a:pt x="646436" y="95166"/>
                    <a:pt x="645898" y="94393"/>
                    <a:pt x="645898" y="93955"/>
                  </a:cubicBezTo>
                  <a:cubicBezTo>
                    <a:pt x="645898" y="93518"/>
                    <a:pt x="645359" y="92879"/>
                    <a:pt x="645258" y="92341"/>
                  </a:cubicBezTo>
                  <a:cubicBezTo>
                    <a:pt x="645157" y="91802"/>
                    <a:pt x="643205" y="89952"/>
                    <a:pt x="642970" y="89515"/>
                  </a:cubicBezTo>
                  <a:cubicBezTo>
                    <a:pt x="642768" y="89078"/>
                    <a:pt x="641119" y="88001"/>
                    <a:pt x="641119" y="88001"/>
                  </a:cubicBezTo>
                  <a:cubicBezTo>
                    <a:pt x="641119" y="88001"/>
                    <a:pt x="639066" y="86588"/>
                    <a:pt x="638729" y="86488"/>
                  </a:cubicBezTo>
                  <a:cubicBezTo>
                    <a:pt x="638393" y="86387"/>
                    <a:pt x="636542" y="85714"/>
                    <a:pt x="636542" y="85714"/>
                  </a:cubicBezTo>
                  <a:lnTo>
                    <a:pt x="634253" y="84940"/>
                  </a:lnTo>
                  <a:lnTo>
                    <a:pt x="632234" y="83124"/>
                  </a:lnTo>
                  <a:lnTo>
                    <a:pt x="628767" y="83124"/>
                  </a:lnTo>
                  <a:cubicBezTo>
                    <a:pt x="628767" y="83124"/>
                    <a:pt x="626916" y="83124"/>
                    <a:pt x="626479" y="83124"/>
                  </a:cubicBezTo>
                  <a:cubicBezTo>
                    <a:pt x="626041" y="83124"/>
                    <a:pt x="624426" y="83224"/>
                    <a:pt x="623989" y="83224"/>
                  </a:cubicBezTo>
                  <a:cubicBezTo>
                    <a:pt x="623551" y="83224"/>
                    <a:pt x="620926" y="83561"/>
                    <a:pt x="620286" y="83561"/>
                  </a:cubicBezTo>
                  <a:cubicBezTo>
                    <a:pt x="619647" y="83561"/>
                    <a:pt x="614094" y="83763"/>
                    <a:pt x="613657" y="83763"/>
                  </a:cubicBezTo>
                  <a:cubicBezTo>
                    <a:pt x="613219" y="83763"/>
                    <a:pt x="611906" y="83864"/>
                    <a:pt x="611906" y="83864"/>
                  </a:cubicBezTo>
                  <a:lnTo>
                    <a:pt x="609315" y="83426"/>
                  </a:lnTo>
                  <a:lnTo>
                    <a:pt x="605950" y="81912"/>
                  </a:lnTo>
                  <a:lnTo>
                    <a:pt x="600632" y="80836"/>
                  </a:lnTo>
                  <a:cubicBezTo>
                    <a:pt x="600632" y="80836"/>
                    <a:pt x="598882" y="79087"/>
                    <a:pt x="598243" y="78784"/>
                  </a:cubicBezTo>
                  <a:cubicBezTo>
                    <a:pt x="597570" y="78448"/>
                    <a:pt x="596728" y="78784"/>
                    <a:pt x="596728" y="78784"/>
                  </a:cubicBezTo>
                  <a:cubicBezTo>
                    <a:pt x="596728" y="78784"/>
                    <a:pt x="595752" y="79860"/>
                    <a:pt x="595752" y="80197"/>
                  </a:cubicBezTo>
                  <a:cubicBezTo>
                    <a:pt x="595752" y="80533"/>
                    <a:pt x="594002" y="81408"/>
                    <a:pt x="592690" y="81711"/>
                  </a:cubicBezTo>
                  <a:cubicBezTo>
                    <a:pt x="591377" y="82047"/>
                    <a:pt x="591512" y="81273"/>
                    <a:pt x="590738" y="80836"/>
                  </a:cubicBezTo>
                  <a:cubicBezTo>
                    <a:pt x="589964" y="80399"/>
                    <a:pt x="590738" y="80836"/>
                    <a:pt x="590738" y="80399"/>
                  </a:cubicBezTo>
                  <a:cubicBezTo>
                    <a:pt x="590738" y="79961"/>
                    <a:pt x="590940" y="79625"/>
                    <a:pt x="590940" y="79221"/>
                  </a:cubicBezTo>
                  <a:cubicBezTo>
                    <a:pt x="590940" y="78784"/>
                    <a:pt x="590166" y="77169"/>
                    <a:pt x="590166" y="77169"/>
                  </a:cubicBezTo>
                  <a:lnTo>
                    <a:pt x="588853" y="75656"/>
                  </a:lnTo>
                  <a:cubicBezTo>
                    <a:pt x="588853" y="75656"/>
                    <a:pt x="588517" y="74142"/>
                    <a:pt x="588651" y="73805"/>
                  </a:cubicBezTo>
                  <a:cubicBezTo>
                    <a:pt x="588752" y="73469"/>
                    <a:pt x="589190" y="72729"/>
                    <a:pt x="589190" y="72729"/>
                  </a:cubicBezTo>
                  <a:cubicBezTo>
                    <a:pt x="589190" y="72729"/>
                    <a:pt x="589526" y="71114"/>
                    <a:pt x="589627" y="70240"/>
                  </a:cubicBezTo>
                  <a:cubicBezTo>
                    <a:pt x="589728" y="69365"/>
                    <a:pt x="589627" y="67952"/>
                    <a:pt x="589392" y="67212"/>
                  </a:cubicBezTo>
                  <a:cubicBezTo>
                    <a:pt x="589190" y="66438"/>
                    <a:pt x="588618" y="65463"/>
                    <a:pt x="588618" y="65463"/>
                  </a:cubicBezTo>
                  <a:cubicBezTo>
                    <a:pt x="588618" y="65463"/>
                    <a:pt x="587742" y="65025"/>
                    <a:pt x="587204" y="64824"/>
                  </a:cubicBezTo>
                  <a:cubicBezTo>
                    <a:pt x="586666" y="64622"/>
                    <a:pt x="584478" y="64824"/>
                    <a:pt x="584478" y="64824"/>
                  </a:cubicBezTo>
                  <a:lnTo>
                    <a:pt x="582964" y="66035"/>
                  </a:lnTo>
                  <a:cubicBezTo>
                    <a:pt x="582964" y="66035"/>
                    <a:pt x="582627" y="67111"/>
                    <a:pt x="582324" y="67548"/>
                  </a:cubicBezTo>
                  <a:cubicBezTo>
                    <a:pt x="581988" y="67986"/>
                    <a:pt x="580574" y="69836"/>
                    <a:pt x="580574" y="69836"/>
                  </a:cubicBezTo>
                  <a:cubicBezTo>
                    <a:pt x="580574" y="69836"/>
                    <a:pt x="578925" y="70711"/>
                    <a:pt x="578286" y="71484"/>
                  </a:cubicBezTo>
                  <a:cubicBezTo>
                    <a:pt x="577646" y="72258"/>
                    <a:pt x="576973" y="72460"/>
                    <a:pt x="576199" y="72796"/>
                  </a:cubicBezTo>
                  <a:cubicBezTo>
                    <a:pt x="575425" y="73133"/>
                    <a:pt x="574247" y="72561"/>
                    <a:pt x="573911" y="72460"/>
                  </a:cubicBezTo>
                  <a:cubicBezTo>
                    <a:pt x="573574" y="72359"/>
                    <a:pt x="571420" y="70845"/>
                    <a:pt x="571420" y="70845"/>
                  </a:cubicBezTo>
                  <a:lnTo>
                    <a:pt x="569771" y="71383"/>
                  </a:lnTo>
                  <a:cubicBezTo>
                    <a:pt x="569771" y="71383"/>
                    <a:pt x="564554" y="72022"/>
                    <a:pt x="564117" y="72022"/>
                  </a:cubicBezTo>
                  <a:cubicBezTo>
                    <a:pt x="563680" y="72022"/>
                    <a:pt x="560853" y="70172"/>
                    <a:pt x="560853" y="70172"/>
                  </a:cubicBezTo>
                  <a:lnTo>
                    <a:pt x="556410" y="69533"/>
                  </a:lnTo>
                  <a:lnTo>
                    <a:pt x="556074" y="68221"/>
                  </a:lnTo>
                  <a:lnTo>
                    <a:pt x="556174" y="66707"/>
                  </a:lnTo>
                  <a:lnTo>
                    <a:pt x="556612" y="65530"/>
                  </a:lnTo>
                  <a:lnTo>
                    <a:pt x="556511" y="63242"/>
                  </a:lnTo>
                  <a:lnTo>
                    <a:pt x="556511" y="62368"/>
                  </a:lnTo>
                  <a:lnTo>
                    <a:pt x="556242" y="59643"/>
                  </a:lnTo>
                  <a:lnTo>
                    <a:pt x="556309" y="57793"/>
                  </a:lnTo>
                  <a:cubicBezTo>
                    <a:pt x="556309" y="57793"/>
                    <a:pt x="556410" y="56178"/>
                    <a:pt x="556410" y="55640"/>
                  </a:cubicBezTo>
                  <a:cubicBezTo>
                    <a:pt x="556410" y="55102"/>
                    <a:pt x="556174" y="53252"/>
                    <a:pt x="556174" y="53252"/>
                  </a:cubicBezTo>
                  <a:lnTo>
                    <a:pt x="554660" y="51839"/>
                  </a:lnTo>
                  <a:lnTo>
                    <a:pt x="552573" y="49349"/>
                  </a:lnTo>
                  <a:lnTo>
                    <a:pt x="551934" y="46961"/>
                  </a:lnTo>
                  <a:cubicBezTo>
                    <a:pt x="551934" y="46961"/>
                    <a:pt x="552708" y="45010"/>
                    <a:pt x="553011" y="44471"/>
                  </a:cubicBezTo>
                  <a:cubicBezTo>
                    <a:pt x="553348" y="43933"/>
                    <a:pt x="554862" y="41444"/>
                    <a:pt x="555737" y="40872"/>
                  </a:cubicBezTo>
                  <a:cubicBezTo>
                    <a:pt x="556612" y="40334"/>
                    <a:pt x="556612" y="38820"/>
                    <a:pt x="556814" y="38484"/>
                  </a:cubicBezTo>
                  <a:cubicBezTo>
                    <a:pt x="557050" y="38147"/>
                    <a:pt x="557790" y="36297"/>
                    <a:pt x="558025" y="34884"/>
                  </a:cubicBezTo>
                  <a:cubicBezTo>
                    <a:pt x="558228" y="33471"/>
                    <a:pt x="557824" y="32294"/>
                    <a:pt x="557824" y="31520"/>
                  </a:cubicBezTo>
                  <a:cubicBezTo>
                    <a:pt x="557824" y="30747"/>
                    <a:pt x="556612" y="29468"/>
                    <a:pt x="556612" y="29132"/>
                  </a:cubicBezTo>
                  <a:cubicBezTo>
                    <a:pt x="556612" y="28796"/>
                    <a:pt x="555973" y="27618"/>
                    <a:pt x="555838" y="27181"/>
                  </a:cubicBezTo>
                  <a:cubicBezTo>
                    <a:pt x="555737" y="26744"/>
                    <a:pt x="554660" y="25230"/>
                    <a:pt x="554324" y="25129"/>
                  </a:cubicBezTo>
                  <a:cubicBezTo>
                    <a:pt x="553987" y="25028"/>
                    <a:pt x="553011" y="25230"/>
                    <a:pt x="552136" y="25230"/>
                  </a:cubicBezTo>
                  <a:cubicBezTo>
                    <a:pt x="551261" y="25230"/>
                    <a:pt x="551059" y="25129"/>
                    <a:pt x="551059" y="25129"/>
                  </a:cubicBezTo>
                  <a:cubicBezTo>
                    <a:pt x="551059" y="25129"/>
                    <a:pt x="549444" y="24692"/>
                    <a:pt x="549309" y="24254"/>
                  </a:cubicBezTo>
                  <a:cubicBezTo>
                    <a:pt x="549208" y="23817"/>
                    <a:pt x="548670" y="21664"/>
                    <a:pt x="548670" y="21664"/>
                  </a:cubicBezTo>
                  <a:cubicBezTo>
                    <a:pt x="548670" y="21664"/>
                    <a:pt x="547155" y="22404"/>
                    <a:pt x="546819" y="22303"/>
                  </a:cubicBezTo>
                  <a:cubicBezTo>
                    <a:pt x="546482" y="22202"/>
                    <a:pt x="543790" y="21765"/>
                    <a:pt x="543790" y="21765"/>
                  </a:cubicBezTo>
                  <a:lnTo>
                    <a:pt x="542915" y="21328"/>
                  </a:lnTo>
                  <a:lnTo>
                    <a:pt x="541299" y="20453"/>
                  </a:lnTo>
                  <a:cubicBezTo>
                    <a:pt x="541299" y="20453"/>
                    <a:pt x="541198" y="19679"/>
                    <a:pt x="541299" y="18838"/>
                  </a:cubicBezTo>
                  <a:cubicBezTo>
                    <a:pt x="541400" y="17964"/>
                    <a:pt x="540862" y="16349"/>
                    <a:pt x="540862" y="16349"/>
                  </a:cubicBezTo>
                  <a:lnTo>
                    <a:pt x="540862" y="15037"/>
                  </a:lnTo>
                  <a:cubicBezTo>
                    <a:pt x="540862" y="15037"/>
                    <a:pt x="541030" y="13725"/>
                    <a:pt x="541030" y="13153"/>
                  </a:cubicBezTo>
                  <a:cubicBezTo>
                    <a:pt x="541030" y="12581"/>
                    <a:pt x="540559" y="11908"/>
                    <a:pt x="540189" y="11269"/>
                  </a:cubicBezTo>
                  <a:cubicBezTo>
                    <a:pt x="539818" y="10630"/>
                    <a:pt x="539179" y="10395"/>
                    <a:pt x="538674" y="9823"/>
                  </a:cubicBezTo>
                  <a:cubicBezTo>
                    <a:pt x="538169" y="9251"/>
                    <a:pt x="536587" y="8881"/>
                    <a:pt x="536083" y="8881"/>
                  </a:cubicBezTo>
                  <a:cubicBezTo>
                    <a:pt x="535578" y="8881"/>
                    <a:pt x="534333" y="9318"/>
                    <a:pt x="534333" y="9318"/>
                  </a:cubicBezTo>
                  <a:lnTo>
                    <a:pt x="533895" y="9890"/>
                  </a:lnTo>
                  <a:lnTo>
                    <a:pt x="533458" y="10899"/>
                  </a:lnTo>
                  <a:cubicBezTo>
                    <a:pt x="533458" y="10899"/>
                    <a:pt x="533222" y="11538"/>
                    <a:pt x="533222" y="11976"/>
                  </a:cubicBezTo>
                  <a:cubicBezTo>
                    <a:pt x="533222" y="12413"/>
                    <a:pt x="532785" y="12918"/>
                    <a:pt x="532785" y="12918"/>
                  </a:cubicBezTo>
                  <a:lnTo>
                    <a:pt x="532347" y="13927"/>
                  </a:lnTo>
                  <a:lnTo>
                    <a:pt x="531539" y="14869"/>
                  </a:lnTo>
                  <a:lnTo>
                    <a:pt x="530463" y="14936"/>
                  </a:lnTo>
                  <a:lnTo>
                    <a:pt x="529285" y="12413"/>
                  </a:lnTo>
                  <a:cubicBezTo>
                    <a:pt x="529285" y="12413"/>
                    <a:pt x="528847" y="11538"/>
                    <a:pt x="527972" y="10967"/>
                  </a:cubicBezTo>
                  <a:cubicBezTo>
                    <a:pt x="527097" y="10395"/>
                    <a:pt x="525717" y="10832"/>
                    <a:pt x="525212" y="10765"/>
                  </a:cubicBezTo>
                  <a:cubicBezTo>
                    <a:pt x="524708" y="10697"/>
                    <a:pt x="523631" y="10765"/>
                    <a:pt x="523025" y="10765"/>
                  </a:cubicBezTo>
                  <a:cubicBezTo>
                    <a:pt x="522453" y="10765"/>
                    <a:pt x="521578" y="11135"/>
                    <a:pt x="521275" y="11135"/>
                  </a:cubicBezTo>
                  <a:cubicBezTo>
                    <a:pt x="520972" y="11135"/>
                    <a:pt x="520467" y="11774"/>
                    <a:pt x="520198" y="11875"/>
                  </a:cubicBezTo>
                  <a:cubicBezTo>
                    <a:pt x="519895" y="11942"/>
                    <a:pt x="519188" y="12884"/>
                    <a:pt x="518751" y="13187"/>
                  </a:cubicBezTo>
                  <a:cubicBezTo>
                    <a:pt x="518313" y="13490"/>
                    <a:pt x="517169" y="14936"/>
                    <a:pt x="516799" y="15272"/>
                  </a:cubicBezTo>
                  <a:cubicBezTo>
                    <a:pt x="516428" y="15643"/>
                    <a:pt x="514847" y="17156"/>
                    <a:pt x="514274" y="17526"/>
                  </a:cubicBezTo>
                  <a:cubicBezTo>
                    <a:pt x="513702" y="17896"/>
                    <a:pt x="513265" y="18233"/>
                    <a:pt x="512760" y="18468"/>
                  </a:cubicBezTo>
                  <a:cubicBezTo>
                    <a:pt x="512255" y="18704"/>
                    <a:pt x="511313" y="19545"/>
                    <a:pt x="511010" y="19713"/>
                  </a:cubicBezTo>
                  <a:cubicBezTo>
                    <a:pt x="510707" y="19847"/>
                    <a:pt x="509496" y="21395"/>
                    <a:pt x="509496" y="21395"/>
                  </a:cubicBezTo>
                  <a:cubicBezTo>
                    <a:pt x="509496" y="21395"/>
                    <a:pt x="508688" y="22101"/>
                    <a:pt x="508486" y="22337"/>
                  </a:cubicBezTo>
                  <a:cubicBezTo>
                    <a:pt x="508284" y="22539"/>
                    <a:pt x="507544" y="23413"/>
                    <a:pt x="507342" y="23581"/>
                  </a:cubicBezTo>
                  <a:cubicBezTo>
                    <a:pt x="507106" y="23716"/>
                    <a:pt x="506601" y="24658"/>
                    <a:pt x="506601" y="24961"/>
                  </a:cubicBezTo>
                  <a:cubicBezTo>
                    <a:pt x="506601" y="25263"/>
                    <a:pt x="507173" y="25600"/>
                    <a:pt x="507611" y="25903"/>
                  </a:cubicBezTo>
                  <a:cubicBezTo>
                    <a:pt x="508048" y="26205"/>
                    <a:pt x="509125" y="26205"/>
                    <a:pt x="509563" y="26340"/>
                  </a:cubicBezTo>
                  <a:cubicBezTo>
                    <a:pt x="510000" y="26474"/>
                    <a:pt x="511380" y="27652"/>
                    <a:pt x="511818" y="27921"/>
                  </a:cubicBezTo>
                  <a:cubicBezTo>
                    <a:pt x="512255" y="28224"/>
                    <a:pt x="512827" y="29367"/>
                    <a:pt x="513063" y="29502"/>
                  </a:cubicBezTo>
                  <a:cubicBezTo>
                    <a:pt x="513265" y="29637"/>
                    <a:pt x="513366" y="32261"/>
                    <a:pt x="513366" y="32261"/>
                  </a:cubicBezTo>
                  <a:lnTo>
                    <a:pt x="513063" y="34010"/>
                  </a:lnTo>
                  <a:lnTo>
                    <a:pt x="511481" y="34514"/>
                  </a:lnTo>
                  <a:lnTo>
                    <a:pt x="509024" y="32563"/>
                  </a:lnTo>
                  <a:cubicBezTo>
                    <a:pt x="509024" y="32563"/>
                    <a:pt x="503572" y="30242"/>
                    <a:pt x="503000" y="30309"/>
                  </a:cubicBezTo>
                  <a:cubicBezTo>
                    <a:pt x="502428" y="30377"/>
                    <a:pt x="501048" y="30679"/>
                    <a:pt x="500106" y="30881"/>
                  </a:cubicBezTo>
                  <a:cubicBezTo>
                    <a:pt x="499164" y="31117"/>
                    <a:pt x="498289" y="31756"/>
                    <a:pt x="497851" y="31890"/>
                  </a:cubicBezTo>
                  <a:cubicBezTo>
                    <a:pt x="497414" y="32025"/>
                    <a:pt x="496269" y="32765"/>
                    <a:pt x="495967" y="32765"/>
                  </a:cubicBezTo>
                  <a:cubicBezTo>
                    <a:pt x="495664" y="32765"/>
                    <a:pt x="494216" y="33135"/>
                    <a:pt x="494216" y="33135"/>
                  </a:cubicBezTo>
                  <a:cubicBezTo>
                    <a:pt x="494216" y="33135"/>
                    <a:pt x="492534" y="31621"/>
                    <a:pt x="492332" y="31184"/>
                  </a:cubicBezTo>
                  <a:cubicBezTo>
                    <a:pt x="492130" y="30747"/>
                    <a:pt x="490245" y="30679"/>
                    <a:pt x="490245" y="30679"/>
                  </a:cubicBezTo>
                  <a:lnTo>
                    <a:pt x="487620" y="30814"/>
                  </a:lnTo>
                  <a:lnTo>
                    <a:pt x="486812" y="31251"/>
                  </a:lnTo>
                  <a:cubicBezTo>
                    <a:pt x="486812" y="31251"/>
                    <a:pt x="485500" y="32698"/>
                    <a:pt x="484860" y="33270"/>
                  </a:cubicBezTo>
                  <a:cubicBezTo>
                    <a:pt x="484221" y="33841"/>
                    <a:pt x="483783" y="34582"/>
                    <a:pt x="483279" y="34783"/>
                  </a:cubicBezTo>
                  <a:cubicBezTo>
                    <a:pt x="482774" y="35019"/>
                    <a:pt x="481327" y="36028"/>
                    <a:pt x="481327" y="36028"/>
                  </a:cubicBezTo>
                  <a:cubicBezTo>
                    <a:pt x="481327" y="36028"/>
                    <a:pt x="478634" y="37340"/>
                    <a:pt x="478432" y="37475"/>
                  </a:cubicBezTo>
                  <a:cubicBezTo>
                    <a:pt x="478231" y="37609"/>
                    <a:pt x="475605" y="38147"/>
                    <a:pt x="475605" y="38147"/>
                  </a:cubicBezTo>
                  <a:cubicBezTo>
                    <a:pt x="475605" y="38147"/>
                    <a:pt x="469514" y="38147"/>
                    <a:pt x="469211" y="38147"/>
                  </a:cubicBezTo>
                  <a:cubicBezTo>
                    <a:pt x="468908" y="38147"/>
                    <a:pt x="466687" y="39190"/>
                    <a:pt x="466687" y="39190"/>
                  </a:cubicBezTo>
                  <a:lnTo>
                    <a:pt x="465610" y="39594"/>
                  </a:lnTo>
                  <a:cubicBezTo>
                    <a:pt x="465610" y="39594"/>
                    <a:pt x="464870" y="40469"/>
                    <a:pt x="464870" y="40973"/>
                  </a:cubicBezTo>
                  <a:cubicBezTo>
                    <a:pt x="464870" y="41478"/>
                    <a:pt x="465374" y="41915"/>
                    <a:pt x="465374" y="41915"/>
                  </a:cubicBezTo>
                  <a:lnTo>
                    <a:pt x="467125" y="44303"/>
                  </a:lnTo>
                  <a:cubicBezTo>
                    <a:pt x="467125" y="44303"/>
                    <a:pt x="468942" y="46692"/>
                    <a:pt x="470086" y="47566"/>
                  </a:cubicBezTo>
                  <a:cubicBezTo>
                    <a:pt x="471230" y="48441"/>
                    <a:pt x="473115" y="49753"/>
                    <a:pt x="474730" y="50325"/>
                  </a:cubicBezTo>
                  <a:cubicBezTo>
                    <a:pt x="476312" y="50897"/>
                    <a:pt x="477928" y="52343"/>
                    <a:pt x="478937" y="53521"/>
                  </a:cubicBezTo>
                  <a:cubicBezTo>
                    <a:pt x="479947" y="54664"/>
                    <a:pt x="480082" y="57860"/>
                    <a:pt x="480250" y="58600"/>
                  </a:cubicBezTo>
                  <a:cubicBezTo>
                    <a:pt x="480384" y="59307"/>
                    <a:pt x="480250" y="63949"/>
                    <a:pt x="480250" y="63949"/>
                  </a:cubicBezTo>
                  <a:lnTo>
                    <a:pt x="479106" y="68288"/>
                  </a:lnTo>
                  <a:lnTo>
                    <a:pt x="477221" y="73200"/>
                  </a:lnTo>
                  <a:cubicBezTo>
                    <a:pt x="477221" y="73200"/>
                    <a:pt x="478231" y="76665"/>
                    <a:pt x="478231" y="77270"/>
                  </a:cubicBezTo>
                  <a:cubicBezTo>
                    <a:pt x="478231" y="77842"/>
                    <a:pt x="478231" y="80735"/>
                    <a:pt x="478231" y="80735"/>
                  </a:cubicBezTo>
                  <a:lnTo>
                    <a:pt x="479408" y="83191"/>
                  </a:lnTo>
                  <a:cubicBezTo>
                    <a:pt x="479408" y="83191"/>
                    <a:pt x="480283" y="84065"/>
                    <a:pt x="481428" y="84503"/>
                  </a:cubicBezTo>
                  <a:cubicBezTo>
                    <a:pt x="482572" y="84940"/>
                    <a:pt x="484053" y="86521"/>
                    <a:pt x="484053" y="86521"/>
                  </a:cubicBezTo>
                  <a:cubicBezTo>
                    <a:pt x="484053" y="86521"/>
                    <a:pt x="485500" y="87968"/>
                    <a:pt x="486947" y="88842"/>
                  </a:cubicBezTo>
                  <a:cubicBezTo>
                    <a:pt x="488394" y="89717"/>
                    <a:pt x="488663" y="91163"/>
                    <a:pt x="488663" y="91163"/>
                  </a:cubicBezTo>
                  <a:lnTo>
                    <a:pt x="488663" y="92307"/>
                  </a:lnTo>
                  <a:lnTo>
                    <a:pt x="488394" y="96344"/>
                  </a:lnTo>
                  <a:cubicBezTo>
                    <a:pt x="488394" y="96344"/>
                    <a:pt x="487822" y="99540"/>
                    <a:pt x="487519" y="100986"/>
                  </a:cubicBezTo>
                  <a:cubicBezTo>
                    <a:pt x="487216" y="102433"/>
                    <a:pt x="486947" y="103442"/>
                    <a:pt x="486947" y="104014"/>
                  </a:cubicBezTo>
                  <a:cubicBezTo>
                    <a:pt x="486947" y="104586"/>
                    <a:pt x="485500" y="106470"/>
                    <a:pt x="485500" y="106470"/>
                  </a:cubicBezTo>
                  <a:lnTo>
                    <a:pt x="480149" y="108219"/>
                  </a:lnTo>
                  <a:lnTo>
                    <a:pt x="478399" y="107781"/>
                  </a:lnTo>
                  <a:lnTo>
                    <a:pt x="474764" y="106470"/>
                  </a:lnTo>
                  <a:lnTo>
                    <a:pt x="472745" y="106738"/>
                  </a:lnTo>
                  <a:lnTo>
                    <a:pt x="469110" y="108488"/>
                  </a:lnTo>
                  <a:cubicBezTo>
                    <a:pt x="469110" y="108488"/>
                    <a:pt x="466081" y="109228"/>
                    <a:pt x="465475" y="109497"/>
                  </a:cubicBezTo>
                  <a:cubicBezTo>
                    <a:pt x="464870" y="109766"/>
                    <a:pt x="464163" y="111381"/>
                    <a:pt x="464163" y="111381"/>
                  </a:cubicBezTo>
                  <a:cubicBezTo>
                    <a:pt x="464163" y="111381"/>
                    <a:pt x="463422" y="113567"/>
                    <a:pt x="463422" y="114408"/>
                  </a:cubicBezTo>
                  <a:cubicBezTo>
                    <a:pt x="463422" y="115283"/>
                    <a:pt x="462850" y="116427"/>
                    <a:pt x="462850" y="116427"/>
                  </a:cubicBezTo>
                  <a:lnTo>
                    <a:pt x="461975" y="114408"/>
                  </a:lnTo>
                  <a:lnTo>
                    <a:pt x="459653" y="114980"/>
                  </a:lnTo>
                  <a:cubicBezTo>
                    <a:pt x="459653" y="114980"/>
                    <a:pt x="458341" y="115989"/>
                    <a:pt x="458341" y="116561"/>
                  </a:cubicBezTo>
                  <a:cubicBezTo>
                    <a:pt x="458341" y="117133"/>
                    <a:pt x="458206" y="118008"/>
                    <a:pt x="458206" y="118008"/>
                  </a:cubicBezTo>
                  <a:cubicBezTo>
                    <a:pt x="458206" y="118008"/>
                    <a:pt x="458947" y="119589"/>
                    <a:pt x="459350" y="119892"/>
                  </a:cubicBezTo>
                  <a:cubicBezTo>
                    <a:pt x="459788" y="120194"/>
                    <a:pt x="460797" y="122078"/>
                    <a:pt x="460797" y="122078"/>
                  </a:cubicBezTo>
                  <a:lnTo>
                    <a:pt x="462985" y="123525"/>
                  </a:lnTo>
                  <a:cubicBezTo>
                    <a:pt x="462985" y="123525"/>
                    <a:pt x="462413" y="124534"/>
                    <a:pt x="462413" y="125106"/>
                  </a:cubicBezTo>
                  <a:cubicBezTo>
                    <a:pt x="462413" y="125678"/>
                    <a:pt x="458509" y="125375"/>
                    <a:pt x="458071" y="124971"/>
                  </a:cubicBezTo>
                  <a:cubicBezTo>
                    <a:pt x="457634" y="124534"/>
                    <a:pt x="457196" y="123088"/>
                    <a:pt x="457196" y="123088"/>
                  </a:cubicBezTo>
                  <a:lnTo>
                    <a:pt x="454740" y="118008"/>
                  </a:lnTo>
                  <a:lnTo>
                    <a:pt x="452283" y="118008"/>
                  </a:lnTo>
                  <a:lnTo>
                    <a:pt x="450533" y="121035"/>
                  </a:lnTo>
                  <a:lnTo>
                    <a:pt x="449523" y="124938"/>
                  </a:lnTo>
                  <a:lnTo>
                    <a:pt x="446326" y="124635"/>
                  </a:lnTo>
                  <a:lnTo>
                    <a:pt x="445013" y="125779"/>
                  </a:lnTo>
                  <a:cubicBezTo>
                    <a:pt x="445013" y="125779"/>
                    <a:pt x="444138" y="127091"/>
                    <a:pt x="444004" y="127528"/>
                  </a:cubicBezTo>
                  <a:cubicBezTo>
                    <a:pt x="443869" y="127965"/>
                    <a:pt x="443263" y="128974"/>
                    <a:pt x="443129" y="129412"/>
                  </a:cubicBezTo>
                  <a:cubicBezTo>
                    <a:pt x="442994" y="129849"/>
                    <a:pt x="442388" y="130993"/>
                    <a:pt x="442388" y="130993"/>
                  </a:cubicBezTo>
                  <a:cubicBezTo>
                    <a:pt x="442388" y="130993"/>
                    <a:pt x="441816" y="132877"/>
                    <a:pt x="441379" y="133314"/>
                  </a:cubicBezTo>
                  <a:cubicBezTo>
                    <a:pt x="440941" y="133751"/>
                    <a:pt x="438922" y="135198"/>
                    <a:pt x="438922" y="135198"/>
                  </a:cubicBezTo>
                  <a:lnTo>
                    <a:pt x="432124" y="134626"/>
                  </a:lnTo>
                  <a:lnTo>
                    <a:pt x="428792" y="131598"/>
                  </a:lnTo>
                  <a:lnTo>
                    <a:pt x="427782" y="130589"/>
                  </a:lnTo>
                  <a:lnTo>
                    <a:pt x="425325" y="124938"/>
                  </a:lnTo>
                  <a:lnTo>
                    <a:pt x="422633" y="122146"/>
                  </a:lnTo>
                  <a:lnTo>
                    <a:pt x="424518" y="120800"/>
                  </a:lnTo>
                  <a:cubicBezTo>
                    <a:pt x="424518" y="120800"/>
                    <a:pt x="428321" y="118748"/>
                    <a:pt x="429398" y="118311"/>
                  </a:cubicBezTo>
                  <a:cubicBezTo>
                    <a:pt x="430475" y="117873"/>
                    <a:pt x="431888" y="117436"/>
                    <a:pt x="431888" y="117436"/>
                  </a:cubicBezTo>
                  <a:lnTo>
                    <a:pt x="433739" y="115821"/>
                  </a:lnTo>
                  <a:lnTo>
                    <a:pt x="434816" y="114408"/>
                  </a:lnTo>
                  <a:lnTo>
                    <a:pt x="435893" y="112558"/>
                  </a:lnTo>
                  <a:lnTo>
                    <a:pt x="436869" y="108118"/>
                  </a:lnTo>
                  <a:cubicBezTo>
                    <a:pt x="436869" y="108118"/>
                    <a:pt x="437845" y="105931"/>
                    <a:pt x="438182" y="105528"/>
                  </a:cubicBezTo>
                  <a:cubicBezTo>
                    <a:pt x="438518" y="105090"/>
                    <a:pt x="438182" y="101491"/>
                    <a:pt x="438182" y="101491"/>
                  </a:cubicBezTo>
                  <a:lnTo>
                    <a:pt x="438182" y="99742"/>
                  </a:lnTo>
                  <a:lnTo>
                    <a:pt x="438182" y="98329"/>
                  </a:lnTo>
                  <a:lnTo>
                    <a:pt x="436835" y="97151"/>
                  </a:lnTo>
                  <a:lnTo>
                    <a:pt x="434715" y="94527"/>
                  </a:lnTo>
                  <a:lnTo>
                    <a:pt x="434715" y="91063"/>
                  </a:lnTo>
                  <a:lnTo>
                    <a:pt x="434715" y="87598"/>
                  </a:lnTo>
                  <a:lnTo>
                    <a:pt x="434715" y="84133"/>
                  </a:lnTo>
                  <a:lnTo>
                    <a:pt x="434715" y="81105"/>
                  </a:lnTo>
                  <a:lnTo>
                    <a:pt x="433369" y="79255"/>
                  </a:lnTo>
                  <a:lnTo>
                    <a:pt x="432124" y="76328"/>
                  </a:lnTo>
                  <a:lnTo>
                    <a:pt x="430946" y="76328"/>
                  </a:lnTo>
                  <a:lnTo>
                    <a:pt x="428186" y="79255"/>
                  </a:lnTo>
                  <a:lnTo>
                    <a:pt x="426200" y="81139"/>
                  </a:lnTo>
                  <a:lnTo>
                    <a:pt x="425561" y="83426"/>
                  </a:lnTo>
                  <a:cubicBezTo>
                    <a:pt x="425561" y="83426"/>
                    <a:pt x="423676" y="86723"/>
                    <a:pt x="423474" y="86992"/>
                  </a:cubicBezTo>
                  <a:cubicBezTo>
                    <a:pt x="423273" y="87295"/>
                    <a:pt x="421624" y="89717"/>
                    <a:pt x="421624" y="89717"/>
                  </a:cubicBezTo>
                  <a:cubicBezTo>
                    <a:pt x="421624" y="89717"/>
                    <a:pt x="421287" y="90020"/>
                    <a:pt x="420782" y="90524"/>
                  </a:cubicBezTo>
                  <a:lnTo>
                    <a:pt x="419335" y="90827"/>
                  </a:lnTo>
                  <a:lnTo>
                    <a:pt x="422599" y="92307"/>
                  </a:lnTo>
                  <a:lnTo>
                    <a:pt x="422599" y="94595"/>
                  </a:lnTo>
                  <a:lnTo>
                    <a:pt x="421287" y="96546"/>
                  </a:lnTo>
                  <a:lnTo>
                    <a:pt x="416710" y="98497"/>
                  </a:lnTo>
                  <a:lnTo>
                    <a:pt x="413244" y="100986"/>
                  </a:lnTo>
                  <a:lnTo>
                    <a:pt x="411628" y="102063"/>
                  </a:lnTo>
                  <a:lnTo>
                    <a:pt x="410316" y="105090"/>
                  </a:lnTo>
                  <a:lnTo>
                    <a:pt x="409340" y="108992"/>
                  </a:lnTo>
                  <a:lnTo>
                    <a:pt x="411191" y="113231"/>
                  </a:lnTo>
                  <a:cubicBezTo>
                    <a:pt x="411191" y="113231"/>
                    <a:pt x="414354" y="115317"/>
                    <a:pt x="414657" y="115619"/>
                  </a:cubicBezTo>
                  <a:cubicBezTo>
                    <a:pt x="414993" y="115956"/>
                    <a:pt x="417383" y="119522"/>
                    <a:pt x="417383" y="119522"/>
                  </a:cubicBezTo>
                  <a:lnTo>
                    <a:pt x="417383" y="120598"/>
                  </a:lnTo>
                  <a:lnTo>
                    <a:pt x="415970" y="122011"/>
                  </a:lnTo>
                  <a:cubicBezTo>
                    <a:pt x="415970" y="122011"/>
                    <a:pt x="412806" y="125038"/>
                    <a:pt x="412369" y="125173"/>
                  </a:cubicBezTo>
                  <a:cubicBezTo>
                    <a:pt x="411931" y="125274"/>
                    <a:pt x="409441" y="127360"/>
                    <a:pt x="409340" y="127561"/>
                  </a:cubicBezTo>
                  <a:cubicBezTo>
                    <a:pt x="409239" y="127763"/>
                    <a:pt x="407825" y="130387"/>
                    <a:pt x="407590" y="130925"/>
                  </a:cubicBezTo>
                  <a:cubicBezTo>
                    <a:pt x="407354" y="131464"/>
                    <a:pt x="406075" y="132137"/>
                    <a:pt x="406075" y="132137"/>
                  </a:cubicBezTo>
                  <a:cubicBezTo>
                    <a:pt x="406075" y="132137"/>
                    <a:pt x="402912" y="133112"/>
                    <a:pt x="400522" y="132137"/>
                  </a:cubicBezTo>
                  <a:cubicBezTo>
                    <a:pt x="398133" y="131161"/>
                    <a:pt x="395844" y="131161"/>
                    <a:pt x="395407" y="129849"/>
                  </a:cubicBezTo>
                  <a:cubicBezTo>
                    <a:pt x="394969" y="128537"/>
                    <a:pt x="394969" y="127023"/>
                    <a:pt x="394330" y="125711"/>
                  </a:cubicBezTo>
                  <a:cubicBezTo>
                    <a:pt x="393690" y="124399"/>
                    <a:pt x="394666" y="123962"/>
                    <a:pt x="393354" y="122684"/>
                  </a:cubicBezTo>
                  <a:cubicBezTo>
                    <a:pt x="392041" y="121372"/>
                    <a:pt x="391301" y="120060"/>
                    <a:pt x="391301" y="120060"/>
                  </a:cubicBezTo>
                  <a:lnTo>
                    <a:pt x="388911" y="119959"/>
                  </a:lnTo>
                  <a:lnTo>
                    <a:pt x="386724" y="120834"/>
                  </a:lnTo>
                  <a:lnTo>
                    <a:pt x="385209" y="122886"/>
                  </a:lnTo>
                  <a:lnTo>
                    <a:pt x="384570" y="125711"/>
                  </a:lnTo>
                  <a:lnTo>
                    <a:pt x="383594" y="126788"/>
                  </a:lnTo>
                  <a:lnTo>
                    <a:pt x="380329" y="126889"/>
                  </a:lnTo>
                  <a:cubicBezTo>
                    <a:pt x="380329" y="126889"/>
                    <a:pt x="378815" y="126250"/>
                    <a:pt x="377940" y="126014"/>
                  </a:cubicBezTo>
                  <a:cubicBezTo>
                    <a:pt x="377065" y="125812"/>
                    <a:pt x="375752" y="124938"/>
                    <a:pt x="375752" y="124938"/>
                  </a:cubicBezTo>
                  <a:lnTo>
                    <a:pt x="373060" y="124938"/>
                  </a:lnTo>
                  <a:cubicBezTo>
                    <a:pt x="373060" y="124938"/>
                    <a:pt x="372421" y="124063"/>
                    <a:pt x="371411" y="124063"/>
                  </a:cubicBezTo>
                  <a:cubicBezTo>
                    <a:pt x="370435" y="124063"/>
                    <a:pt x="367507" y="124164"/>
                    <a:pt x="367507" y="124164"/>
                  </a:cubicBezTo>
                  <a:lnTo>
                    <a:pt x="365118" y="124803"/>
                  </a:lnTo>
                  <a:cubicBezTo>
                    <a:pt x="365118" y="124803"/>
                    <a:pt x="363805" y="126115"/>
                    <a:pt x="363367" y="126754"/>
                  </a:cubicBezTo>
                  <a:cubicBezTo>
                    <a:pt x="362930" y="127393"/>
                    <a:pt x="361180" y="129344"/>
                    <a:pt x="361180" y="129344"/>
                  </a:cubicBezTo>
                  <a:lnTo>
                    <a:pt x="359329" y="132507"/>
                  </a:lnTo>
                  <a:cubicBezTo>
                    <a:pt x="359329" y="132507"/>
                    <a:pt x="357814" y="135130"/>
                    <a:pt x="357579" y="135669"/>
                  </a:cubicBezTo>
                  <a:cubicBezTo>
                    <a:pt x="357377" y="136207"/>
                    <a:pt x="355728" y="140681"/>
                    <a:pt x="355728" y="140681"/>
                  </a:cubicBezTo>
                  <a:lnTo>
                    <a:pt x="354853" y="146871"/>
                  </a:lnTo>
                  <a:lnTo>
                    <a:pt x="354314" y="151210"/>
                  </a:lnTo>
                  <a:lnTo>
                    <a:pt x="355189" y="155213"/>
                  </a:lnTo>
                  <a:lnTo>
                    <a:pt x="357781" y="157938"/>
                  </a:lnTo>
                  <a:lnTo>
                    <a:pt x="360372" y="160528"/>
                  </a:lnTo>
                  <a:lnTo>
                    <a:pt x="362661" y="161302"/>
                  </a:lnTo>
                  <a:lnTo>
                    <a:pt x="367440" y="165978"/>
                  </a:lnTo>
                  <a:lnTo>
                    <a:pt x="366363" y="168266"/>
                  </a:lnTo>
                  <a:lnTo>
                    <a:pt x="366901" y="170990"/>
                  </a:lnTo>
                  <a:lnTo>
                    <a:pt x="366800" y="173580"/>
                  </a:lnTo>
                  <a:lnTo>
                    <a:pt x="365824" y="175868"/>
                  </a:lnTo>
                  <a:lnTo>
                    <a:pt x="362358" y="178694"/>
                  </a:lnTo>
                  <a:lnTo>
                    <a:pt x="357242" y="180107"/>
                  </a:lnTo>
                  <a:cubicBezTo>
                    <a:pt x="357242" y="180107"/>
                    <a:pt x="355930" y="179568"/>
                    <a:pt x="355627" y="180107"/>
                  </a:cubicBezTo>
                  <a:cubicBezTo>
                    <a:pt x="355290" y="180645"/>
                    <a:pt x="352800" y="180880"/>
                    <a:pt x="352800" y="180880"/>
                  </a:cubicBezTo>
                  <a:lnTo>
                    <a:pt x="351050" y="179568"/>
                  </a:lnTo>
                  <a:lnTo>
                    <a:pt x="349737" y="179333"/>
                  </a:lnTo>
                  <a:lnTo>
                    <a:pt x="347247" y="180847"/>
                  </a:lnTo>
                  <a:cubicBezTo>
                    <a:pt x="347247" y="180847"/>
                    <a:pt x="345194" y="183134"/>
                    <a:pt x="344622" y="183437"/>
                  </a:cubicBezTo>
                  <a:cubicBezTo>
                    <a:pt x="344083" y="183773"/>
                    <a:pt x="342333" y="184311"/>
                    <a:pt x="342131" y="184648"/>
                  </a:cubicBezTo>
                  <a:cubicBezTo>
                    <a:pt x="341929" y="184984"/>
                    <a:pt x="338328" y="185623"/>
                    <a:pt x="337992" y="185724"/>
                  </a:cubicBezTo>
                  <a:cubicBezTo>
                    <a:pt x="337655" y="185825"/>
                    <a:pt x="337218" y="186263"/>
                    <a:pt x="334963" y="185724"/>
                  </a:cubicBezTo>
                  <a:cubicBezTo>
                    <a:pt x="332674" y="185186"/>
                    <a:pt x="330722" y="184951"/>
                    <a:pt x="329208" y="183773"/>
                  </a:cubicBezTo>
                  <a:cubicBezTo>
                    <a:pt x="327694" y="182562"/>
                    <a:pt x="324530" y="179871"/>
                    <a:pt x="324530" y="179871"/>
                  </a:cubicBezTo>
                  <a:lnTo>
                    <a:pt x="321939" y="178256"/>
                  </a:lnTo>
                  <a:lnTo>
                    <a:pt x="318237" y="178357"/>
                  </a:lnTo>
                  <a:lnTo>
                    <a:pt x="313761" y="179804"/>
                  </a:lnTo>
                  <a:lnTo>
                    <a:pt x="312179" y="183134"/>
                  </a:lnTo>
                  <a:lnTo>
                    <a:pt x="308409" y="184715"/>
                  </a:lnTo>
                  <a:lnTo>
                    <a:pt x="306390" y="189627"/>
                  </a:lnTo>
                  <a:lnTo>
                    <a:pt x="306087" y="193832"/>
                  </a:lnTo>
                  <a:lnTo>
                    <a:pt x="306087" y="196994"/>
                  </a:lnTo>
                  <a:lnTo>
                    <a:pt x="304337" y="200459"/>
                  </a:lnTo>
                  <a:lnTo>
                    <a:pt x="301308" y="204226"/>
                  </a:lnTo>
                  <a:cubicBezTo>
                    <a:pt x="301308" y="204226"/>
                    <a:pt x="299727" y="204798"/>
                    <a:pt x="297977" y="204798"/>
                  </a:cubicBezTo>
                  <a:cubicBezTo>
                    <a:pt x="296227" y="204798"/>
                    <a:pt x="293635" y="205235"/>
                    <a:pt x="293198" y="204798"/>
                  </a:cubicBezTo>
                  <a:cubicBezTo>
                    <a:pt x="292760" y="204361"/>
                    <a:pt x="289294" y="203217"/>
                    <a:pt x="288856" y="202780"/>
                  </a:cubicBezTo>
                  <a:cubicBezTo>
                    <a:pt x="288419" y="202342"/>
                    <a:pt x="286669" y="200324"/>
                    <a:pt x="286669" y="200324"/>
                  </a:cubicBezTo>
                  <a:lnTo>
                    <a:pt x="287409" y="198743"/>
                  </a:lnTo>
                  <a:lnTo>
                    <a:pt x="291178" y="196725"/>
                  </a:lnTo>
                  <a:cubicBezTo>
                    <a:pt x="291178" y="196725"/>
                    <a:pt x="293198" y="194134"/>
                    <a:pt x="293770" y="193966"/>
                  </a:cubicBezTo>
                  <a:cubicBezTo>
                    <a:pt x="294342" y="193832"/>
                    <a:pt x="295520" y="191510"/>
                    <a:pt x="296227" y="190939"/>
                  </a:cubicBezTo>
                  <a:cubicBezTo>
                    <a:pt x="296933" y="190367"/>
                    <a:pt x="297808" y="189357"/>
                    <a:pt x="297977" y="188752"/>
                  </a:cubicBezTo>
                  <a:cubicBezTo>
                    <a:pt x="298111" y="188180"/>
                    <a:pt x="299424" y="185724"/>
                    <a:pt x="299424" y="185724"/>
                  </a:cubicBezTo>
                  <a:cubicBezTo>
                    <a:pt x="299424" y="185724"/>
                    <a:pt x="299727" y="184581"/>
                    <a:pt x="299424" y="183706"/>
                  </a:cubicBezTo>
                  <a:cubicBezTo>
                    <a:pt x="299121" y="182831"/>
                    <a:pt x="298986" y="180813"/>
                    <a:pt x="298852" y="180376"/>
                  </a:cubicBezTo>
                  <a:cubicBezTo>
                    <a:pt x="298717" y="179938"/>
                    <a:pt x="294948" y="175162"/>
                    <a:pt x="294948" y="174590"/>
                  </a:cubicBezTo>
                  <a:cubicBezTo>
                    <a:pt x="294948" y="174018"/>
                    <a:pt x="294207" y="171831"/>
                    <a:pt x="293803" y="170822"/>
                  </a:cubicBezTo>
                  <a:cubicBezTo>
                    <a:pt x="293366" y="169813"/>
                    <a:pt x="291919" y="167795"/>
                    <a:pt x="291212" y="167357"/>
                  </a:cubicBezTo>
                  <a:cubicBezTo>
                    <a:pt x="290472" y="166920"/>
                    <a:pt x="288318" y="166651"/>
                    <a:pt x="288183" y="167223"/>
                  </a:cubicBezTo>
                  <a:cubicBezTo>
                    <a:pt x="288048" y="167795"/>
                    <a:pt x="289193" y="168097"/>
                    <a:pt x="286736" y="168232"/>
                  </a:cubicBezTo>
                  <a:cubicBezTo>
                    <a:pt x="284279" y="168366"/>
                    <a:pt x="283707" y="169241"/>
                    <a:pt x="283707" y="169241"/>
                  </a:cubicBezTo>
                  <a:cubicBezTo>
                    <a:pt x="283707" y="169241"/>
                    <a:pt x="285019" y="169813"/>
                    <a:pt x="282967" y="169375"/>
                  </a:cubicBezTo>
                  <a:cubicBezTo>
                    <a:pt x="280947" y="168938"/>
                    <a:pt x="277178" y="167492"/>
                    <a:pt x="277178" y="167492"/>
                  </a:cubicBezTo>
                  <a:lnTo>
                    <a:pt x="275159" y="165743"/>
                  </a:lnTo>
                  <a:cubicBezTo>
                    <a:pt x="275159" y="165743"/>
                    <a:pt x="273577" y="167054"/>
                    <a:pt x="272702" y="167626"/>
                  </a:cubicBezTo>
                  <a:cubicBezTo>
                    <a:pt x="271827" y="168198"/>
                    <a:pt x="270817" y="171259"/>
                    <a:pt x="270817" y="171259"/>
                  </a:cubicBezTo>
                  <a:lnTo>
                    <a:pt x="269640" y="172706"/>
                  </a:lnTo>
                  <a:lnTo>
                    <a:pt x="269640" y="174455"/>
                  </a:lnTo>
                  <a:cubicBezTo>
                    <a:pt x="269640" y="174455"/>
                    <a:pt x="268899" y="177483"/>
                    <a:pt x="268495" y="177920"/>
                  </a:cubicBezTo>
                  <a:cubicBezTo>
                    <a:pt x="268058" y="178357"/>
                    <a:pt x="265904" y="178929"/>
                    <a:pt x="265904" y="178929"/>
                  </a:cubicBezTo>
                  <a:lnTo>
                    <a:pt x="262269" y="177785"/>
                  </a:lnTo>
                  <a:cubicBezTo>
                    <a:pt x="262269" y="177785"/>
                    <a:pt x="260957" y="176911"/>
                    <a:pt x="260519" y="176474"/>
                  </a:cubicBezTo>
                  <a:cubicBezTo>
                    <a:pt x="260082" y="176036"/>
                    <a:pt x="258197" y="173446"/>
                    <a:pt x="258062" y="173009"/>
                  </a:cubicBezTo>
                  <a:cubicBezTo>
                    <a:pt x="257928" y="172571"/>
                    <a:pt x="258062" y="171865"/>
                    <a:pt x="258062" y="170687"/>
                  </a:cubicBezTo>
                  <a:cubicBezTo>
                    <a:pt x="258062" y="169544"/>
                    <a:pt x="258197" y="168501"/>
                    <a:pt x="259072" y="166651"/>
                  </a:cubicBezTo>
                  <a:cubicBezTo>
                    <a:pt x="259947" y="164767"/>
                    <a:pt x="260519" y="163623"/>
                    <a:pt x="260654" y="163186"/>
                  </a:cubicBezTo>
                  <a:cubicBezTo>
                    <a:pt x="260788" y="162749"/>
                    <a:pt x="261529" y="157534"/>
                    <a:pt x="260788" y="156391"/>
                  </a:cubicBezTo>
                  <a:cubicBezTo>
                    <a:pt x="260048" y="155247"/>
                    <a:pt x="261932" y="155516"/>
                    <a:pt x="258904" y="153330"/>
                  </a:cubicBezTo>
                  <a:cubicBezTo>
                    <a:pt x="255875" y="151143"/>
                    <a:pt x="253115" y="148990"/>
                    <a:pt x="253115" y="148990"/>
                  </a:cubicBezTo>
                  <a:lnTo>
                    <a:pt x="253687" y="146400"/>
                  </a:lnTo>
                  <a:lnTo>
                    <a:pt x="256884" y="143204"/>
                  </a:lnTo>
                  <a:lnTo>
                    <a:pt x="255303" y="142026"/>
                  </a:lnTo>
                  <a:cubicBezTo>
                    <a:pt x="255303" y="142026"/>
                    <a:pt x="253115" y="142464"/>
                    <a:pt x="252543" y="142464"/>
                  </a:cubicBezTo>
                  <a:cubicBezTo>
                    <a:pt x="251971" y="142464"/>
                    <a:pt x="249514" y="143776"/>
                    <a:pt x="249514" y="143776"/>
                  </a:cubicBezTo>
                  <a:lnTo>
                    <a:pt x="247932" y="146669"/>
                  </a:lnTo>
                  <a:lnTo>
                    <a:pt x="246788" y="148553"/>
                  </a:lnTo>
                  <a:lnTo>
                    <a:pt x="245475" y="150302"/>
                  </a:lnTo>
                  <a:cubicBezTo>
                    <a:pt x="245475" y="150302"/>
                    <a:pt x="243288" y="149999"/>
                    <a:pt x="242716" y="150167"/>
                  </a:cubicBezTo>
                  <a:cubicBezTo>
                    <a:pt x="242144" y="150302"/>
                    <a:pt x="237499" y="150739"/>
                    <a:pt x="237499" y="150739"/>
                  </a:cubicBezTo>
                  <a:lnTo>
                    <a:pt x="235749" y="151883"/>
                  </a:lnTo>
                  <a:cubicBezTo>
                    <a:pt x="235749" y="151883"/>
                    <a:pt x="234874" y="155651"/>
                    <a:pt x="234874" y="156222"/>
                  </a:cubicBezTo>
                  <a:cubicBezTo>
                    <a:pt x="234874" y="156794"/>
                    <a:pt x="234874" y="160562"/>
                    <a:pt x="234874" y="160562"/>
                  </a:cubicBezTo>
                  <a:cubicBezTo>
                    <a:pt x="234874" y="160562"/>
                    <a:pt x="234134" y="164330"/>
                    <a:pt x="234874" y="164902"/>
                  </a:cubicBezTo>
                  <a:cubicBezTo>
                    <a:pt x="235615" y="165473"/>
                    <a:pt x="235615" y="166920"/>
                    <a:pt x="235615" y="166920"/>
                  </a:cubicBezTo>
                  <a:lnTo>
                    <a:pt x="235480" y="168064"/>
                  </a:lnTo>
                  <a:lnTo>
                    <a:pt x="235177" y="169073"/>
                  </a:lnTo>
                  <a:lnTo>
                    <a:pt x="233158" y="168636"/>
                  </a:lnTo>
                  <a:cubicBezTo>
                    <a:pt x="233158" y="168636"/>
                    <a:pt x="232148" y="168266"/>
                    <a:pt x="231845" y="168266"/>
                  </a:cubicBezTo>
                  <a:cubicBezTo>
                    <a:pt x="231543" y="168266"/>
                    <a:pt x="230600" y="169275"/>
                    <a:pt x="230600" y="169510"/>
                  </a:cubicBezTo>
                  <a:cubicBezTo>
                    <a:pt x="230600" y="169712"/>
                    <a:pt x="230163" y="170822"/>
                    <a:pt x="230163" y="170822"/>
                  </a:cubicBezTo>
                  <a:cubicBezTo>
                    <a:pt x="230163" y="170822"/>
                    <a:pt x="230364" y="171461"/>
                    <a:pt x="229658" y="171461"/>
                  </a:cubicBezTo>
                  <a:cubicBezTo>
                    <a:pt x="228917" y="171461"/>
                    <a:pt x="227638" y="171831"/>
                    <a:pt x="227134" y="171461"/>
                  </a:cubicBezTo>
                  <a:cubicBezTo>
                    <a:pt x="226629" y="171091"/>
                    <a:pt x="226696" y="171158"/>
                    <a:pt x="225889" y="170385"/>
                  </a:cubicBezTo>
                  <a:cubicBezTo>
                    <a:pt x="225081" y="169577"/>
                    <a:pt x="224744" y="169746"/>
                    <a:pt x="224239" y="168871"/>
                  </a:cubicBezTo>
                  <a:cubicBezTo>
                    <a:pt x="223735" y="167996"/>
                    <a:pt x="223230" y="167054"/>
                    <a:pt x="222860" y="166752"/>
                  </a:cubicBezTo>
                  <a:cubicBezTo>
                    <a:pt x="222489" y="166449"/>
                    <a:pt x="221985" y="165877"/>
                    <a:pt x="221985" y="165877"/>
                  </a:cubicBezTo>
                  <a:cubicBezTo>
                    <a:pt x="221985" y="165877"/>
                    <a:pt x="221177" y="164296"/>
                    <a:pt x="221177" y="163993"/>
                  </a:cubicBezTo>
                  <a:cubicBezTo>
                    <a:pt x="221177" y="163690"/>
                    <a:pt x="221547" y="161975"/>
                    <a:pt x="221177" y="161672"/>
                  </a:cubicBezTo>
                  <a:cubicBezTo>
                    <a:pt x="220807" y="161369"/>
                    <a:pt x="220874" y="161302"/>
                    <a:pt x="220167" y="160865"/>
                  </a:cubicBezTo>
                  <a:cubicBezTo>
                    <a:pt x="219460" y="160427"/>
                    <a:pt x="217980" y="159048"/>
                    <a:pt x="217710" y="158981"/>
                  </a:cubicBezTo>
                  <a:cubicBezTo>
                    <a:pt x="217408" y="158914"/>
                    <a:pt x="216768" y="158678"/>
                    <a:pt x="216331" y="158779"/>
                  </a:cubicBezTo>
                  <a:cubicBezTo>
                    <a:pt x="215893" y="158846"/>
                    <a:pt x="215456" y="158981"/>
                    <a:pt x="215186" y="159721"/>
                  </a:cubicBezTo>
                  <a:cubicBezTo>
                    <a:pt x="214883" y="160427"/>
                    <a:pt x="214984" y="160865"/>
                    <a:pt x="214244" y="161538"/>
                  </a:cubicBezTo>
                  <a:cubicBezTo>
                    <a:pt x="213503" y="162177"/>
                    <a:pt x="213672" y="162917"/>
                    <a:pt x="213302" y="163421"/>
                  </a:cubicBezTo>
                  <a:cubicBezTo>
                    <a:pt x="212931" y="163926"/>
                    <a:pt x="212359" y="165675"/>
                    <a:pt x="211787" y="165877"/>
                  </a:cubicBezTo>
                  <a:cubicBezTo>
                    <a:pt x="211215" y="166079"/>
                    <a:pt x="211350" y="167122"/>
                    <a:pt x="210037" y="165877"/>
                  </a:cubicBezTo>
                  <a:cubicBezTo>
                    <a:pt x="208725" y="164632"/>
                    <a:pt x="207513" y="163354"/>
                    <a:pt x="207513" y="163354"/>
                  </a:cubicBezTo>
                  <a:lnTo>
                    <a:pt x="204383" y="161470"/>
                  </a:lnTo>
                  <a:cubicBezTo>
                    <a:pt x="204383" y="161470"/>
                    <a:pt x="201994" y="160461"/>
                    <a:pt x="201354" y="160091"/>
                  </a:cubicBezTo>
                  <a:cubicBezTo>
                    <a:pt x="200715" y="159721"/>
                    <a:pt x="198662" y="158712"/>
                    <a:pt x="198090" y="158005"/>
                  </a:cubicBezTo>
                  <a:cubicBezTo>
                    <a:pt x="197518" y="157265"/>
                    <a:pt x="195195" y="155381"/>
                    <a:pt x="194758" y="154675"/>
                  </a:cubicBezTo>
                  <a:cubicBezTo>
                    <a:pt x="194321" y="153935"/>
                    <a:pt x="192941" y="151849"/>
                    <a:pt x="192873" y="151648"/>
                  </a:cubicBezTo>
                  <a:cubicBezTo>
                    <a:pt x="192806" y="151446"/>
                    <a:pt x="191628" y="149898"/>
                    <a:pt x="191628" y="149629"/>
                  </a:cubicBezTo>
                  <a:cubicBezTo>
                    <a:pt x="191628" y="149326"/>
                    <a:pt x="191493" y="149125"/>
                    <a:pt x="191628" y="148115"/>
                  </a:cubicBezTo>
                  <a:cubicBezTo>
                    <a:pt x="191763" y="147106"/>
                    <a:pt x="191493" y="146097"/>
                    <a:pt x="191561" y="145794"/>
                  </a:cubicBezTo>
                  <a:cubicBezTo>
                    <a:pt x="191628" y="145491"/>
                    <a:pt x="190114" y="144348"/>
                    <a:pt x="189609" y="144280"/>
                  </a:cubicBezTo>
                  <a:cubicBezTo>
                    <a:pt x="189104" y="144213"/>
                    <a:pt x="188162" y="143204"/>
                    <a:pt x="186412" y="142094"/>
                  </a:cubicBezTo>
                  <a:cubicBezTo>
                    <a:pt x="184662" y="141017"/>
                    <a:pt x="182340" y="136140"/>
                    <a:pt x="182340" y="136140"/>
                  </a:cubicBezTo>
                  <a:lnTo>
                    <a:pt x="181397" y="130993"/>
                  </a:lnTo>
                  <a:lnTo>
                    <a:pt x="175306" y="124702"/>
                  </a:lnTo>
                  <a:lnTo>
                    <a:pt x="171402" y="121002"/>
                  </a:lnTo>
                  <a:lnTo>
                    <a:pt x="164233" y="117974"/>
                  </a:lnTo>
                  <a:lnTo>
                    <a:pt x="159892" y="116898"/>
                  </a:lnTo>
                  <a:cubicBezTo>
                    <a:pt x="159892" y="116898"/>
                    <a:pt x="158377" y="115148"/>
                    <a:pt x="157267" y="115148"/>
                  </a:cubicBezTo>
                  <a:cubicBezTo>
                    <a:pt x="156190" y="115148"/>
                    <a:pt x="153565" y="113197"/>
                    <a:pt x="153565" y="113197"/>
                  </a:cubicBezTo>
                  <a:cubicBezTo>
                    <a:pt x="153565" y="113197"/>
                    <a:pt x="152252" y="111684"/>
                    <a:pt x="151613" y="111246"/>
                  </a:cubicBezTo>
                  <a:cubicBezTo>
                    <a:pt x="150973" y="110809"/>
                    <a:pt x="150300" y="109934"/>
                    <a:pt x="148988" y="109497"/>
                  </a:cubicBezTo>
                  <a:cubicBezTo>
                    <a:pt x="147675" y="109060"/>
                    <a:pt x="145286" y="107748"/>
                    <a:pt x="145286" y="107748"/>
                  </a:cubicBezTo>
                  <a:cubicBezTo>
                    <a:pt x="145286" y="107748"/>
                    <a:pt x="144848" y="105359"/>
                    <a:pt x="145286" y="104720"/>
                  </a:cubicBezTo>
                  <a:cubicBezTo>
                    <a:pt x="145723" y="104081"/>
                    <a:pt x="146800" y="105158"/>
                    <a:pt x="146161" y="102971"/>
                  </a:cubicBezTo>
                  <a:cubicBezTo>
                    <a:pt x="145521" y="100784"/>
                    <a:pt x="144411" y="99069"/>
                    <a:pt x="143771" y="98631"/>
                  </a:cubicBezTo>
                  <a:cubicBezTo>
                    <a:pt x="143132" y="98194"/>
                    <a:pt x="143132" y="100381"/>
                    <a:pt x="140507" y="96243"/>
                  </a:cubicBezTo>
                  <a:cubicBezTo>
                    <a:pt x="137882" y="92105"/>
                    <a:pt x="137478" y="89852"/>
                    <a:pt x="137478" y="89852"/>
                  </a:cubicBezTo>
                  <a:lnTo>
                    <a:pt x="138555" y="82787"/>
                  </a:lnTo>
                  <a:lnTo>
                    <a:pt x="139867" y="74545"/>
                  </a:lnTo>
                  <a:cubicBezTo>
                    <a:pt x="139867" y="74545"/>
                    <a:pt x="138790" y="67380"/>
                    <a:pt x="137478" y="66506"/>
                  </a:cubicBezTo>
                  <a:cubicBezTo>
                    <a:pt x="136165" y="65631"/>
                    <a:pt x="132901" y="62166"/>
                    <a:pt x="132463" y="61291"/>
                  </a:cubicBezTo>
                  <a:cubicBezTo>
                    <a:pt x="132026" y="60417"/>
                    <a:pt x="129838" y="54765"/>
                    <a:pt x="129838" y="54765"/>
                  </a:cubicBezTo>
                  <a:lnTo>
                    <a:pt x="127449" y="51502"/>
                  </a:lnTo>
                  <a:lnTo>
                    <a:pt x="126372" y="47163"/>
                  </a:lnTo>
                  <a:cubicBezTo>
                    <a:pt x="126372" y="47163"/>
                    <a:pt x="128761" y="45212"/>
                    <a:pt x="129401" y="44774"/>
                  </a:cubicBezTo>
                  <a:cubicBezTo>
                    <a:pt x="130040" y="44337"/>
                    <a:pt x="130713" y="43025"/>
                    <a:pt x="130713" y="42184"/>
                  </a:cubicBezTo>
                  <a:cubicBezTo>
                    <a:pt x="130713" y="41310"/>
                    <a:pt x="128526" y="38921"/>
                    <a:pt x="128526" y="38921"/>
                  </a:cubicBezTo>
                  <a:cubicBezTo>
                    <a:pt x="128526" y="38921"/>
                    <a:pt x="128088" y="35019"/>
                    <a:pt x="126338" y="33270"/>
                  </a:cubicBezTo>
                  <a:cubicBezTo>
                    <a:pt x="124588" y="31520"/>
                    <a:pt x="121761" y="28829"/>
                    <a:pt x="121761" y="28829"/>
                  </a:cubicBezTo>
                  <a:lnTo>
                    <a:pt x="118295" y="25903"/>
                  </a:lnTo>
                  <a:lnTo>
                    <a:pt x="113953" y="25903"/>
                  </a:lnTo>
                  <a:lnTo>
                    <a:pt x="110924" y="23581"/>
                  </a:lnTo>
                  <a:lnTo>
                    <a:pt x="109343" y="22707"/>
                  </a:lnTo>
                  <a:cubicBezTo>
                    <a:pt x="109343" y="22707"/>
                    <a:pt x="109208" y="21395"/>
                    <a:pt x="108602" y="20083"/>
                  </a:cubicBezTo>
                  <a:cubicBezTo>
                    <a:pt x="108030" y="18771"/>
                    <a:pt x="107727" y="17896"/>
                    <a:pt x="107727" y="17896"/>
                  </a:cubicBezTo>
                  <a:cubicBezTo>
                    <a:pt x="107727" y="17896"/>
                    <a:pt x="105910" y="18199"/>
                    <a:pt x="104463" y="17896"/>
                  </a:cubicBezTo>
                  <a:cubicBezTo>
                    <a:pt x="103016" y="17593"/>
                    <a:pt x="99179" y="17896"/>
                    <a:pt x="99179" y="17896"/>
                  </a:cubicBezTo>
                  <a:lnTo>
                    <a:pt x="99179" y="14566"/>
                  </a:lnTo>
                  <a:lnTo>
                    <a:pt x="99179" y="11101"/>
                  </a:lnTo>
                  <a:lnTo>
                    <a:pt x="96722" y="9520"/>
                  </a:lnTo>
                  <a:cubicBezTo>
                    <a:pt x="96722" y="9520"/>
                    <a:pt x="97160" y="7636"/>
                    <a:pt x="94972" y="7199"/>
                  </a:cubicBezTo>
                  <a:cubicBezTo>
                    <a:pt x="92785" y="6762"/>
                    <a:pt x="90631" y="6459"/>
                    <a:pt x="90631" y="6459"/>
                  </a:cubicBezTo>
                  <a:cubicBezTo>
                    <a:pt x="90631" y="6459"/>
                    <a:pt x="89756" y="6492"/>
                    <a:pt x="88309" y="6627"/>
                  </a:cubicBezTo>
                  <a:cubicBezTo>
                    <a:pt x="86861" y="6762"/>
                    <a:pt x="85549" y="6728"/>
                    <a:pt x="85549" y="6728"/>
                  </a:cubicBezTo>
                  <a:lnTo>
                    <a:pt x="79188" y="6728"/>
                  </a:lnTo>
                  <a:cubicBezTo>
                    <a:pt x="77741" y="7300"/>
                    <a:pt x="74409" y="7603"/>
                    <a:pt x="74409" y="7603"/>
                  </a:cubicBezTo>
                  <a:cubicBezTo>
                    <a:pt x="74409" y="7603"/>
                    <a:pt x="73097" y="8612"/>
                    <a:pt x="72222" y="9352"/>
                  </a:cubicBezTo>
                  <a:cubicBezTo>
                    <a:pt x="71347" y="10092"/>
                    <a:pt x="70774" y="9924"/>
                    <a:pt x="68318" y="10529"/>
                  </a:cubicBezTo>
                  <a:cubicBezTo>
                    <a:pt x="65861" y="11101"/>
                    <a:pt x="64246" y="11673"/>
                    <a:pt x="63976" y="12110"/>
                  </a:cubicBezTo>
                  <a:cubicBezTo>
                    <a:pt x="63673" y="12548"/>
                    <a:pt x="62967" y="13120"/>
                    <a:pt x="62226" y="13691"/>
                  </a:cubicBezTo>
                  <a:cubicBezTo>
                    <a:pt x="61486" y="14263"/>
                    <a:pt x="61654" y="15003"/>
                    <a:pt x="59197" y="14129"/>
                  </a:cubicBezTo>
                  <a:cubicBezTo>
                    <a:pt x="56741" y="13254"/>
                    <a:pt x="54553" y="11673"/>
                    <a:pt x="54553" y="11673"/>
                  </a:cubicBezTo>
                  <a:cubicBezTo>
                    <a:pt x="54553" y="11673"/>
                    <a:pt x="52803" y="11236"/>
                    <a:pt x="54553" y="9486"/>
                  </a:cubicBezTo>
                  <a:cubicBezTo>
                    <a:pt x="56303" y="7737"/>
                    <a:pt x="56572" y="7165"/>
                    <a:pt x="56741" y="6459"/>
                  </a:cubicBezTo>
                  <a:cubicBezTo>
                    <a:pt x="56875" y="5752"/>
                    <a:pt x="57313" y="3869"/>
                    <a:pt x="56875" y="3263"/>
                  </a:cubicBezTo>
                  <a:cubicBezTo>
                    <a:pt x="56438" y="2691"/>
                    <a:pt x="54553" y="807"/>
                    <a:pt x="54553" y="807"/>
                  </a:cubicBezTo>
                  <a:cubicBezTo>
                    <a:pt x="54553" y="807"/>
                    <a:pt x="53678" y="236"/>
                    <a:pt x="53106" y="67"/>
                  </a:cubicBezTo>
                  <a:cubicBezTo>
                    <a:pt x="52534" y="-67"/>
                    <a:pt x="49034" y="67"/>
                    <a:pt x="49034" y="67"/>
                  </a:cubicBezTo>
                  <a:lnTo>
                    <a:pt x="42976" y="0"/>
                  </a:lnTo>
                  <a:lnTo>
                    <a:pt x="40048" y="2388"/>
                  </a:lnTo>
                  <a:lnTo>
                    <a:pt x="40048" y="4138"/>
                  </a:lnTo>
                  <a:lnTo>
                    <a:pt x="40048" y="5887"/>
                  </a:lnTo>
                  <a:lnTo>
                    <a:pt x="40048" y="7636"/>
                  </a:lnTo>
                  <a:lnTo>
                    <a:pt x="38971" y="9587"/>
                  </a:lnTo>
                  <a:cubicBezTo>
                    <a:pt x="38971" y="9587"/>
                    <a:pt x="38331" y="10126"/>
                    <a:pt x="36144" y="10126"/>
                  </a:cubicBezTo>
                  <a:cubicBezTo>
                    <a:pt x="33956" y="10126"/>
                    <a:pt x="29615" y="10226"/>
                    <a:pt x="27899" y="10226"/>
                  </a:cubicBezTo>
                  <a:cubicBezTo>
                    <a:pt x="26148" y="10226"/>
                    <a:pt x="23557" y="10226"/>
                    <a:pt x="23557" y="10226"/>
                  </a:cubicBezTo>
                  <a:lnTo>
                    <a:pt x="20966" y="9789"/>
                  </a:lnTo>
                  <a:lnTo>
                    <a:pt x="17499" y="10428"/>
                  </a:lnTo>
                  <a:lnTo>
                    <a:pt x="14033" y="12615"/>
                  </a:lnTo>
                  <a:lnTo>
                    <a:pt x="14033" y="12817"/>
                  </a:lnTo>
                  <a:cubicBezTo>
                    <a:pt x="14033" y="12817"/>
                    <a:pt x="14470" y="15205"/>
                    <a:pt x="15110" y="16282"/>
                  </a:cubicBezTo>
                  <a:cubicBezTo>
                    <a:pt x="15749" y="17358"/>
                    <a:pt x="15312" y="17358"/>
                    <a:pt x="15312" y="17358"/>
                  </a:cubicBezTo>
                  <a:lnTo>
                    <a:pt x="17499" y="22370"/>
                  </a:lnTo>
                  <a:lnTo>
                    <a:pt x="17499" y="24994"/>
                  </a:lnTo>
                  <a:lnTo>
                    <a:pt x="18374" y="27383"/>
                  </a:lnTo>
                  <a:lnTo>
                    <a:pt x="18172" y="30646"/>
                  </a:lnTo>
                  <a:lnTo>
                    <a:pt x="17735" y="34346"/>
                  </a:lnTo>
                  <a:lnTo>
                    <a:pt x="16220" y="37374"/>
                  </a:lnTo>
                  <a:lnTo>
                    <a:pt x="14033" y="39762"/>
                  </a:lnTo>
                  <a:lnTo>
                    <a:pt x="14033" y="42352"/>
                  </a:lnTo>
                  <a:cubicBezTo>
                    <a:pt x="14033" y="42352"/>
                    <a:pt x="14908" y="43429"/>
                    <a:pt x="15547" y="43664"/>
                  </a:cubicBezTo>
                  <a:cubicBezTo>
                    <a:pt x="16187" y="43866"/>
                    <a:pt x="22076" y="47802"/>
                    <a:pt x="22076" y="47802"/>
                  </a:cubicBezTo>
                  <a:cubicBezTo>
                    <a:pt x="22076" y="47802"/>
                    <a:pt x="21437" y="50426"/>
                    <a:pt x="21437" y="51502"/>
                  </a:cubicBezTo>
                  <a:cubicBezTo>
                    <a:pt x="21437" y="52579"/>
                    <a:pt x="20798" y="54328"/>
                    <a:pt x="20999" y="55203"/>
                  </a:cubicBezTo>
                  <a:cubicBezTo>
                    <a:pt x="21201" y="56077"/>
                    <a:pt x="15345" y="57154"/>
                    <a:pt x="21437" y="57793"/>
                  </a:cubicBezTo>
                  <a:cubicBezTo>
                    <a:pt x="27528" y="58432"/>
                    <a:pt x="29043" y="58432"/>
                    <a:pt x="30557" y="58432"/>
                  </a:cubicBezTo>
                  <a:cubicBezTo>
                    <a:pt x="32072" y="58432"/>
                    <a:pt x="34259" y="58869"/>
                    <a:pt x="35134" y="58230"/>
                  </a:cubicBezTo>
                  <a:cubicBezTo>
                    <a:pt x="36009" y="57557"/>
                    <a:pt x="40586" y="57793"/>
                    <a:pt x="40586" y="57793"/>
                  </a:cubicBezTo>
                  <a:lnTo>
                    <a:pt x="42538" y="60181"/>
                  </a:lnTo>
                  <a:lnTo>
                    <a:pt x="43851" y="61493"/>
                  </a:lnTo>
                  <a:lnTo>
                    <a:pt x="42774" y="64958"/>
                  </a:lnTo>
                  <a:lnTo>
                    <a:pt x="41461" y="66035"/>
                  </a:lnTo>
                  <a:lnTo>
                    <a:pt x="37557" y="72325"/>
                  </a:lnTo>
                  <a:cubicBezTo>
                    <a:pt x="37557" y="72325"/>
                    <a:pt x="30591" y="77775"/>
                    <a:pt x="30389" y="78414"/>
                  </a:cubicBezTo>
                  <a:cubicBezTo>
                    <a:pt x="30187" y="79053"/>
                    <a:pt x="24533" y="86891"/>
                    <a:pt x="24533" y="86891"/>
                  </a:cubicBezTo>
                  <a:lnTo>
                    <a:pt x="18004" y="91029"/>
                  </a:lnTo>
                  <a:lnTo>
                    <a:pt x="15817" y="94931"/>
                  </a:lnTo>
                  <a:lnTo>
                    <a:pt x="16389" y="97118"/>
                  </a:lnTo>
                  <a:lnTo>
                    <a:pt x="16961" y="99304"/>
                  </a:lnTo>
                  <a:lnTo>
                    <a:pt x="19485" y="101121"/>
                  </a:lnTo>
                  <a:lnTo>
                    <a:pt x="19552" y="102567"/>
                  </a:lnTo>
                  <a:cubicBezTo>
                    <a:pt x="19552" y="102567"/>
                    <a:pt x="19485" y="103947"/>
                    <a:pt x="19418" y="104687"/>
                  </a:cubicBezTo>
                  <a:cubicBezTo>
                    <a:pt x="19350" y="105393"/>
                    <a:pt x="18341" y="107210"/>
                    <a:pt x="18273" y="107445"/>
                  </a:cubicBezTo>
                  <a:cubicBezTo>
                    <a:pt x="18206" y="107681"/>
                    <a:pt x="17769" y="108320"/>
                    <a:pt x="17196" y="109026"/>
                  </a:cubicBezTo>
                  <a:cubicBezTo>
                    <a:pt x="16624" y="109732"/>
                    <a:pt x="15379" y="110170"/>
                    <a:pt x="15312" y="110473"/>
                  </a:cubicBezTo>
                  <a:cubicBezTo>
                    <a:pt x="15244" y="110775"/>
                    <a:pt x="12619" y="111179"/>
                    <a:pt x="12619" y="111179"/>
                  </a:cubicBezTo>
                  <a:cubicBezTo>
                    <a:pt x="12619" y="111179"/>
                    <a:pt x="9792" y="111314"/>
                    <a:pt x="9489" y="111314"/>
                  </a:cubicBezTo>
                  <a:cubicBezTo>
                    <a:pt x="9187" y="111314"/>
                    <a:pt x="6292" y="111179"/>
                    <a:pt x="6023" y="111314"/>
                  </a:cubicBezTo>
                  <a:cubicBezTo>
                    <a:pt x="5720" y="111448"/>
                    <a:pt x="3566" y="111818"/>
                    <a:pt x="3331" y="111953"/>
                  </a:cubicBezTo>
                  <a:cubicBezTo>
                    <a:pt x="3129" y="112087"/>
                    <a:pt x="1513" y="113904"/>
                    <a:pt x="1513" y="113904"/>
                  </a:cubicBezTo>
                  <a:lnTo>
                    <a:pt x="436" y="115418"/>
                  </a:lnTo>
                  <a:cubicBezTo>
                    <a:pt x="436" y="115418"/>
                    <a:pt x="-203" y="116561"/>
                    <a:pt x="66" y="116931"/>
                  </a:cubicBezTo>
                  <a:cubicBezTo>
                    <a:pt x="369" y="117301"/>
                    <a:pt x="1143" y="119757"/>
                    <a:pt x="1143" y="119757"/>
                  </a:cubicBezTo>
                  <a:lnTo>
                    <a:pt x="2960" y="123155"/>
                  </a:lnTo>
                  <a:lnTo>
                    <a:pt x="4273" y="124736"/>
                  </a:lnTo>
                  <a:cubicBezTo>
                    <a:pt x="4273" y="124736"/>
                    <a:pt x="3903" y="126552"/>
                    <a:pt x="3634" y="127057"/>
                  </a:cubicBezTo>
                  <a:cubicBezTo>
                    <a:pt x="3331" y="127561"/>
                    <a:pt x="3129" y="128571"/>
                    <a:pt x="2826" y="129143"/>
                  </a:cubicBezTo>
                  <a:cubicBezTo>
                    <a:pt x="2557" y="129714"/>
                    <a:pt x="1816" y="131161"/>
                    <a:pt x="1816" y="131161"/>
                  </a:cubicBezTo>
                  <a:lnTo>
                    <a:pt x="2018" y="133045"/>
                  </a:lnTo>
                  <a:lnTo>
                    <a:pt x="3095" y="135299"/>
                  </a:lnTo>
                  <a:cubicBezTo>
                    <a:pt x="3095" y="135299"/>
                    <a:pt x="4610" y="136947"/>
                    <a:pt x="4845" y="137384"/>
                  </a:cubicBezTo>
                  <a:cubicBezTo>
                    <a:pt x="5047" y="137821"/>
                    <a:pt x="9759" y="141522"/>
                    <a:pt x="9927" y="141791"/>
                  </a:cubicBezTo>
                  <a:cubicBezTo>
                    <a:pt x="10062" y="142094"/>
                    <a:pt x="11879" y="143238"/>
                    <a:pt x="12014" y="143540"/>
                  </a:cubicBezTo>
                  <a:cubicBezTo>
                    <a:pt x="12148" y="143843"/>
                    <a:pt x="15043" y="146433"/>
                    <a:pt x="15413" y="146736"/>
                  </a:cubicBezTo>
                  <a:cubicBezTo>
                    <a:pt x="15783" y="147039"/>
                    <a:pt x="20562" y="151479"/>
                    <a:pt x="20562" y="151479"/>
                  </a:cubicBezTo>
                  <a:lnTo>
                    <a:pt x="25240" y="156592"/>
                  </a:lnTo>
                  <a:lnTo>
                    <a:pt x="30355" y="161033"/>
                  </a:lnTo>
                  <a:lnTo>
                    <a:pt x="34495" y="165810"/>
                  </a:lnTo>
                  <a:lnTo>
                    <a:pt x="39812" y="169073"/>
                  </a:lnTo>
                  <a:cubicBezTo>
                    <a:pt x="39812" y="169073"/>
                    <a:pt x="43615" y="171898"/>
                    <a:pt x="44490" y="171898"/>
                  </a:cubicBezTo>
                  <a:cubicBezTo>
                    <a:pt x="45365" y="171898"/>
                    <a:pt x="47856" y="173648"/>
                    <a:pt x="47856" y="173648"/>
                  </a:cubicBezTo>
                  <a:lnTo>
                    <a:pt x="48495" y="174522"/>
                  </a:lnTo>
                  <a:lnTo>
                    <a:pt x="50111" y="177113"/>
                  </a:lnTo>
                  <a:cubicBezTo>
                    <a:pt x="50111" y="177113"/>
                    <a:pt x="53375" y="177012"/>
                    <a:pt x="54789" y="177214"/>
                  </a:cubicBezTo>
                  <a:cubicBezTo>
                    <a:pt x="56202" y="177449"/>
                    <a:pt x="60342" y="178189"/>
                    <a:pt x="60644" y="178526"/>
                  </a:cubicBezTo>
                  <a:cubicBezTo>
                    <a:pt x="60981" y="178862"/>
                    <a:pt x="61519" y="179838"/>
                    <a:pt x="61856" y="179938"/>
                  </a:cubicBezTo>
                  <a:cubicBezTo>
                    <a:pt x="62193" y="180039"/>
                    <a:pt x="66534" y="183639"/>
                    <a:pt x="66534" y="183639"/>
                  </a:cubicBezTo>
                  <a:cubicBezTo>
                    <a:pt x="66534" y="183639"/>
                    <a:pt x="68385" y="186128"/>
                    <a:pt x="69799" y="187238"/>
                  </a:cubicBezTo>
                  <a:cubicBezTo>
                    <a:pt x="71212" y="188315"/>
                    <a:pt x="72390" y="189088"/>
                    <a:pt x="72390" y="189088"/>
                  </a:cubicBezTo>
                  <a:cubicBezTo>
                    <a:pt x="72390" y="189088"/>
                    <a:pt x="72827" y="195278"/>
                    <a:pt x="72827" y="195715"/>
                  </a:cubicBezTo>
                  <a:cubicBezTo>
                    <a:pt x="72827" y="196153"/>
                    <a:pt x="73164" y="200593"/>
                    <a:pt x="73265" y="200929"/>
                  </a:cubicBezTo>
                  <a:cubicBezTo>
                    <a:pt x="73366" y="201266"/>
                    <a:pt x="74140" y="206816"/>
                    <a:pt x="74140" y="206816"/>
                  </a:cubicBezTo>
                  <a:lnTo>
                    <a:pt x="77068" y="211694"/>
                  </a:lnTo>
                  <a:lnTo>
                    <a:pt x="77943" y="217144"/>
                  </a:lnTo>
                  <a:cubicBezTo>
                    <a:pt x="77943" y="217144"/>
                    <a:pt x="79794" y="220508"/>
                    <a:pt x="79794" y="220945"/>
                  </a:cubicBezTo>
                  <a:cubicBezTo>
                    <a:pt x="79794" y="221382"/>
                    <a:pt x="84472" y="227034"/>
                    <a:pt x="85111" y="227572"/>
                  </a:cubicBezTo>
                  <a:cubicBezTo>
                    <a:pt x="85751" y="228110"/>
                    <a:pt x="88813" y="231272"/>
                    <a:pt x="88813" y="231272"/>
                  </a:cubicBezTo>
                  <a:cubicBezTo>
                    <a:pt x="88813" y="231272"/>
                    <a:pt x="89352" y="232147"/>
                    <a:pt x="89352" y="232584"/>
                  </a:cubicBezTo>
                  <a:cubicBezTo>
                    <a:pt x="89352" y="233022"/>
                    <a:pt x="89453" y="235948"/>
                    <a:pt x="89453" y="236386"/>
                  </a:cubicBezTo>
                  <a:cubicBezTo>
                    <a:pt x="89453" y="236823"/>
                    <a:pt x="89116" y="238572"/>
                    <a:pt x="88813" y="239312"/>
                  </a:cubicBezTo>
                  <a:cubicBezTo>
                    <a:pt x="88477" y="240086"/>
                    <a:pt x="88275" y="241499"/>
                    <a:pt x="87938" y="242037"/>
                  </a:cubicBezTo>
                  <a:cubicBezTo>
                    <a:pt x="87602" y="242575"/>
                    <a:pt x="87400" y="242374"/>
                    <a:pt x="86626" y="243114"/>
                  </a:cubicBezTo>
                  <a:cubicBezTo>
                    <a:pt x="85852" y="243887"/>
                    <a:pt x="84674" y="243551"/>
                    <a:pt x="84472" y="244190"/>
                  </a:cubicBezTo>
                  <a:cubicBezTo>
                    <a:pt x="84236" y="244829"/>
                    <a:pt x="83698" y="245065"/>
                    <a:pt x="83698" y="245065"/>
                  </a:cubicBezTo>
                  <a:cubicBezTo>
                    <a:pt x="83698" y="245065"/>
                    <a:pt x="84573" y="246713"/>
                    <a:pt x="85111" y="247117"/>
                  </a:cubicBezTo>
                  <a:cubicBezTo>
                    <a:pt x="85650" y="247554"/>
                    <a:pt x="85111" y="247117"/>
                    <a:pt x="85885" y="248092"/>
                  </a:cubicBezTo>
                  <a:cubicBezTo>
                    <a:pt x="86659" y="249068"/>
                    <a:pt x="87736" y="250380"/>
                    <a:pt x="87736" y="250817"/>
                  </a:cubicBezTo>
                  <a:cubicBezTo>
                    <a:pt x="87736" y="251254"/>
                    <a:pt x="88275" y="251456"/>
                    <a:pt x="88376" y="252331"/>
                  </a:cubicBezTo>
                  <a:cubicBezTo>
                    <a:pt x="88477" y="253206"/>
                    <a:pt x="89688" y="254181"/>
                    <a:pt x="89991" y="254618"/>
                  </a:cubicBezTo>
                  <a:cubicBezTo>
                    <a:pt x="90328" y="255056"/>
                    <a:pt x="89116" y="258487"/>
                    <a:pt x="89116" y="258487"/>
                  </a:cubicBezTo>
                  <a:lnTo>
                    <a:pt x="92717" y="260505"/>
                  </a:lnTo>
                  <a:lnTo>
                    <a:pt x="93155" y="260505"/>
                  </a:lnTo>
                  <a:lnTo>
                    <a:pt x="94938" y="263533"/>
                  </a:lnTo>
                  <a:lnTo>
                    <a:pt x="97496" y="265719"/>
                  </a:lnTo>
                  <a:lnTo>
                    <a:pt x="97496" y="266594"/>
                  </a:lnTo>
                  <a:cubicBezTo>
                    <a:pt x="97496" y="266594"/>
                    <a:pt x="97496" y="268882"/>
                    <a:pt x="97496" y="269958"/>
                  </a:cubicBezTo>
                  <a:cubicBezTo>
                    <a:pt x="97496" y="271035"/>
                    <a:pt x="97496" y="273558"/>
                    <a:pt x="97496" y="273558"/>
                  </a:cubicBezTo>
                  <a:cubicBezTo>
                    <a:pt x="97496" y="273558"/>
                    <a:pt x="98809" y="275206"/>
                    <a:pt x="99347" y="276383"/>
                  </a:cubicBezTo>
                  <a:cubicBezTo>
                    <a:pt x="99886" y="277561"/>
                    <a:pt x="101400" y="278671"/>
                    <a:pt x="102511" y="279983"/>
                  </a:cubicBezTo>
                  <a:cubicBezTo>
                    <a:pt x="103588" y="281295"/>
                    <a:pt x="105674" y="284019"/>
                    <a:pt x="105674" y="284019"/>
                  </a:cubicBezTo>
                  <a:cubicBezTo>
                    <a:pt x="105674" y="284019"/>
                    <a:pt x="105439" y="284221"/>
                    <a:pt x="106751" y="285230"/>
                  </a:cubicBezTo>
                  <a:cubicBezTo>
                    <a:pt x="108064" y="286206"/>
                    <a:pt x="109343" y="286307"/>
                    <a:pt x="110117" y="287518"/>
                  </a:cubicBezTo>
                  <a:cubicBezTo>
                    <a:pt x="110891" y="288729"/>
                    <a:pt x="112944" y="290243"/>
                    <a:pt x="114357" y="291858"/>
                  </a:cubicBezTo>
                  <a:cubicBezTo>
                    <a:pt x="115771" y="293506"/>
                    <a:pt x="119473" y="295221"/>
                    <a:pt x="119674" y="295558"/>
                  </a:cubicBezTo>
                  <a:cubicBezTo>
                    <a:pt x="119877" y="295894"/>
                    <a:pt x="122266" y="299595"/>
                    <a:pt x="122266" y="299595"/>
                  </a:cubicBezTo>
                  <a:lnTo>
                    <a:pt x="125968" y="304472"/>
                  </a:lnTo>
                  <a:lnTo>
                    <a:pt x="127045" y="306323"/>
                  </a:lnTo>
                  <a:lnTo>
                    <a:pt x="127045" y="308374"/>
                  </a:lnTo>
                  <a:lnTo>
                    <a:pt x="126708" y="309686"/>
                  </a:lnTo>
                  <a:cubicBezTo>
                    <a:pt x="126708" y="309686"/>
                    <a:pt x="126608" y="310662"/>
                    <a:pt x="126372" y="311099"/>
                  </a:cubicBezTo>
                  <a:cubicBezTo>
                    <a:pt x="126170" y="311537"/>
                    <a:pt x="124184" y="313151"/>
                    <a:pt x="124184" y="313151"/>
                  </a:cubicBezTo>
                  <a:cubicBezTo>
                    <a:pt x="124184" y="313151"/>
                    <a:pt x="123747" y="313151"/>
                    <a:pt x="123208" y="313690"/>
                  </a:cubicBezTo>
                  <a:cubicBezTo>
                    <a:pt x="122670" y="314228"/>
                    <a:pt x="121997" y="314228"/>
                    <a:pt x="121795" y="314564"/>
                  </a:cubicBezTo>
                  <a:cubicBezTo>
                    <a:pt x="121593" y="314901"/>
                    <a:pt x="120381" y="315775"/>
                    <a:pt x="120381" y="315775"/>
                  </a:cubicBezTo>
                  <a:lnTo>
                    <a:pt x="119069" y="317625"/>
                  </a:lnTo>
                  <a:cubicBezTo>
                    <a:pt x="119069" y="317625"/>
                    <a:pt x="117655" y="318164"/>
                    <a:pt x="117319" y="318164"/>
                  </a:cubicBezTo>
                  <a:cubicBezTo>
                    <a:pt x="116982" y="318164"/>
                    <a:pt x="114391" y="317625"/>
                    <a:pt x="114391" y="317625"/>
                  </a:cubicBezTo>
                  <a:cubicBezTo>
                    <a:pt x="114391" y="317625"/>
                    <a:pt x="114189" y="316852"/>
                    <a:pt x="113516" y="316448"/>
                  </a:cubicBezTo>
                  <a:cubicBezTo>
                    <a:pt x="112876" y="316011"/>
                    <a:pt x="112001" y="314934"/>
                    <a:pt x="110924" y="314598"/>
                  </a:cubicBezTo>
                  <a:cubicBezTo>
                    <a:pt x="109847" y="314261"/>
                    <a:pt x="108198" y="312546"/>
                    <a:pt x="108198" y="312546"/>
                  </a:cubicBezTo>
                  <a:cubicBezTo>
                    <a:pt x="108198" y="312546"/>
                    <a:pt x="107121" y="311772"/>
                    <a:pt x="106583" y="311772"/>
                  </a:cubicBezTo>
                  <a:cubicBezTo>
                    <a:pt x="106044" y="311772"/>
                    <a:pt x="103655" y="312008"/>
                    <a:pt x="103655" y="312008"/>
                  </a:cubicBezTo>
                  <a:lnTo>
                    <a:pt x="102578" y="312781"/>
                  </a:lnTo>
                  <a:cubicBezTo>
                    <a:pt x="102578" y="312781"/>
                    <a:pt x="101939" y="313757"/>
                    <a:pt x="101804" y="314093"/>
                  </a:cubicBezTo>
                  <a:cubicBezTo>
                    <a:pt x="101703" y="314430"/>
                    <a:pt x="102241" y="318231"/>
                    <a:pt x="102241" y="318231"/>
                  </a:cubicBezTo>
                  <a:lnTo>
                    <a:pt x="100189" y="321393"/>
                  </a:lnTo>
                  <a:lnTo>
                    <a:pt x="98876" y="324320"/>
                  </a:lnTo>
                  <a:lnTo>
                    <a:pt x="98237" y="328054"/>
                  </a:lnTo>
                  <a:lnTo>
                    <a:pt x="102679" y="331922"/>
                  </a:lnTo>
                  <a:lnTo>
                    <a:pt x="103554" y="331922"/>
                  </a:lnTo>
                  <a:lnTo>
                    <a:pt x="104732" y="332696"/>
                  </a:lnTo>
                  <a:cubicBezTo>
                    <a:pt x="104732" y="332696"/>
                    <a:pt x="107996" y="334445"/>
                    <a:pt x="107996" y="334883"/>
                  </a:cubicBezTo>
                  <a:cubicBezTo>
                    <a:pt x="107996" y="335320"/>
                    <a:pt x="107357" y="333907"/>
                    <a:pt x="107996" y="335320"/>
                  </a:cubicBezTo>
                  <a:cubicBezTo>
                    <a:pt x="108636" y="336733"/>
                    <a:pt x="109477" y="339558"/>
                    <a:pt x="109477" y="339558"/>
                  </a:cubicBezTo>
                  <a:lnTo>
                    <a:pt x="109645" y="341510"/>
                  </a:lnTo>
                  <a:lnTo>
                    <a:pt x="109645" y="343259"/>
                  </a:lnTo>
                  <a:lnTo>
                    <a:pt x="109881" y="345109"/>
                  </a:lnTo>
                  <a:lnTo>
                    <a:pt x="111833" y="347834"/>
                  </a:lnTo>
                  <a:lnTo>
                    <a:pt x="114559" y="348910"/>
                  </a:lnTo>
                  <a:lnTo>
                    <a:pt x="114896" y="352375"/>
                  </a:lnTo>
                  <a:lnTo>
                    <a:pt x="114896" y="355436"/>
                  </a:lnTo>
                  <a:cubicBezTo>
                    <a:pt x="114896" y="355436"/>
                    <a:pt x="114997" y="356513"/>
                    <a:pt x="114896" y="356849"/>
                  </a:cubicBezTo>
                  <a:cubicBezTo>
                    <a:pt x="114795" y="357186"/>
                    <a:pt x="113583" y="358800"/>
                    <a:pt x="113583" y="358800"/>
                  </a:cubicBezTo>
                  <a:lnTo>
                    <a:pt x="112506" y="359877"/>
                  </a:lnTo>
                  <a:lnTo>
                    <a:pt x="112271" y="361929"/>
                  </a:lnTo>
                  <a:lnTo>
                    <a:pt x="112910" y="362904"/>
                  </a:lnTo>
                  <a:cubicBezTo>
                    <a:pt x="112910" y="362904"/>
                    <a:pt x="113785" y="363779"/>
                    <a:pt x="114088" y="363981"/>
                  </a:cubicBezTo>
                  <a:cubicBezTo>
                    <a:pt x="114424" y="364216"/>
                    <a:pt x="117554" y="366268"/>
                    <a:pt x="117689" y="366605"/>
                  </a:cubicBezTo>
                  <a:cubicBezTo>
                    <a:pt x="117790" y="366941"/>
                    <a:pt x="120079" y="368119"/>
                    <a:pt x="120079" y="368119"/>
                  </a:cubicBezTo>
                  <a:lnTo>
                    <a:pt x="121593" y="370507"/>
                  </a:lnTo>
                  <a:lnTo>
                    <a:pt x="122569" y="372693"/>
                  </a:lnTo>
                  <a:lnTo>
                    <a:pt x="124420" y="374443"/>
                  </a:lnTo>
                  <a:lnTo>
                    <a:pt x="127583" y="377369"/>
                  </a:lnTo>
                  <a:lnTo>
                    <a:pt x="127920" y="381272"/>
                  </a:lnTo>
                  <a:cubicBezTo>
                    <a:pt x="127920" y="381272"/>
                    <a:pt x="127920" y="382584"/>
                    <a:pt x="127482" y="383223"/>
                  </a:cubicBezTo>
                  <a:cubicBezTo>
                    <a:pt x="127045" y="383862"/>
                    <a:pt x="126506" y="385073"/>
                    <a:pt x="126170" y="385712"/>
                  </a:cubicBezTo>
                  <a:cubicBezTo>
                    <a:pt x="125833" y="386351"/>
                    <a:pt x="125968" y="387125"/>
                    <a:pt x="125194" y="387461"/>
                  </a:cubicBezTo>
                  <a:cubicBezTo>
                    <a:pt x="124420" y="387798"/>
                    <a:pt x="123040" y="388437"/>
                    <a:pt x="123040" y="388437"/>
                  </a:cubicBezTo>
                  <a:cubicBezTo>
                    <a:pt x="123040" y="388437"/>
                    <a:pt x="122603" y="388773"/>
                    <a:pt x="122064" y="388975"/>
                  </a:cubicBezTo>
                  <a:cubicBezTo>
                    <a:pt x="121526" y="389177"/>
                    <a:pt x="121088" y="389311"/>
                    <a:pt x="120550" y="389951"/>
                  </a:cubicBezTo>
                  <a:cubicBezTo>
                    <a:pt x="120011" y="390590"/>
                    <a:pt x="119574" y="391027"/>
                    <a:pt x="119910" y="392003"/>
                  </a:cubicBezTo>
                  <a:cubicBezTo>
                    <a:pt x="120247" y="392978"/>
                    <a:pt x="120550" y="393416"/>
                    <a:pt x="121526" y="394627"/>
                  </a:cubicBezTo>
                  <a:cubicBezTo>
                    <a:pt x="122502" y="395804"/>
                    <a:pt x="124016" y="396914"/>
                    <a:pt x="124016" y="396914"/>
                  </a:cubicBezTo>
                  <a:cubicBezTo>
                    <a:pt x="124016" y="396914"/>
                    <a:pt x="124218" y="399841"/>
                    <a:pt x="124218" y="400278"/>
                  </a:cubicBezTo>
                  <a:cubicBezTo>
                    <a:pt x="124218" y="400715"/>
                    <a:pt x="124117" y="403306"/>
                    <a:pt x="124117" y="403743"/>
                  </a:cubicBezTo>
                  <a:cubicBezTo>
                    <a:pt x="124117" y="404180"/>
                    <a:pt x="123242" y="406905"/>
                    <a:pt x="123242" y="406905"/>
                  </a:cubicBezTo>
                  <a:lnTo>
                    <a:pt x="122805" y="411346"/>
                  </a:lnTo>
                  <a:lnTo>
                    <a:pt x="126170" y="415584"/>
                  </a:lnTo>
                  <a:cubicBezTo>
                    <a:pt x="126170" y="415584"/>
                    <a:pt x="125968" y="417434"/>
                    <a:pt x="125833" y="417871"/>
                  </a:cubicBezTo>
                  <a:cubicBezTo>
                    <a:pt x="125732" y="418309"/>
                    <a:pt x="125396" y="422547"/>
                    <a:pt x="125396" y="422547"/>
                  </a:cubicBezTo>
                  <a:cubicBezTo>
                    <a:pt x="125396" y="422547"/>
                    <a:pt x="125598" y="425811"/>
                    <a:pt x="125396" y="426450"/>
                  </a:cubicBezTo>
                  <a:cubicBezTo>
                    <a:pt x="125160" y="427089"/>
                    <a:pt x="125396" y="428502"/>
                    <a:pt x="124420" y="429175"/>
                  </a:cubicBezTo>
                  <a:cubicBezTo>
                    <a:pt x="123444" y="429814"/>
                    <a:pt x="123242" y="430385"/>
                    <a:pt x="122905" y="431025"/>
                  </a:cubicBezTo>
                  <a:cubicBezTo>
                    <a:pt x="122569" y="431664"/>
                    <a:pt x="121828" y="433514"/>
                    <a:pt x="121828" y="434187"/>
                  </a:cubicBezTo>
                  <a:cubicBezTo>
                    <a:pt x="121828" y="434826"/>
                    <a:pt x="121828" y="437113"/>
                    <a:pt x="121828" y="437113"/>
                  </a:cubicBezTo>
                  <a:cubicBezTo>
                    <a:pt x="121828" y="437113"/>
                    <a:pt x="122703" y="442126"/>
                    <a:pt x="122703" y="442866"/>
                  </a:cubicBezTo>
                  <a:cubicBezTo>
                    <a:pt x="122703" y="443640"/>
                    <a:pt x="123780" y="445893"/>
                    <a:pt x="123780" y="447205"/>
                  </a:cubicBezTo>
                  <a:cubicBezTo>
                    <a:pt x="123780" y="448517"/>
                    <a:pt x="126170" y="454471"/>
                    <a:pt x="126372" y="455144"/>
                  </a:cubicBezTo>
                  <a:cubicBezTo>
                    <a:pt x="126608" y="455783"/>
                    <a:pt x="127247" y="460156"/>
                    <a:pt x="127247" y="460156"/>
                  </a:cubicBezTo>
                  <a:lnTo>
                    <a:pt x="128122" y="468398"/>
                  </a:lnTo>
                  <a:lnTo>
                    <a:pt x="128357" y="480778"/>
                  </a:lnTo>
                  <a:lnTo>
                    <a:pt x="124656" y="486631"/>
                  </a:lnTo>
                  <a:lnTo>
                    <a:pt x="121828" y="491206"/>
                  </a:lnTo>
                  <a:lnTo>
                    <a:pt x="120079" y="495781"/>
                  </a:lnTo>
                  <a:cubicBezTo>
                    <a:pt x="120079" y="495781"/>
                    <a:pt x="118564" y="497732"/>
                    <a:pt x="117891" y="498405"/>
                  </a:cubicBezTo>
                  <a:cubicBezTo>
                    <a:pt x="117251" y="499044"/>
                    <a:pt x="117992" y="497968"/>
                    <a:pt x="116915" y="499044"/>
                  </a:cubicBezTo>
                  <a:cubicBezTo>
                    <a:pt x="115838" y="500120"/>
                    <a:pt x="114828" y="501399"/>
                    <a:pt x="114828" y="501399"/>
                  </a:cubicBezTo>
                  <a:lnTo>
                    <a:pt x="114828" y="504864"/>
                  </a:lnTo>
                  <a:lnTo>
                    <a:pt x="115703" y="510952"/>
                  </a:lnTo>
                  <a:lnTo>
                    <a:pt x="116141" y="513240"/>
                  </a:lnTo>
                  <a:lnTo>
                    <a:pt x="118530" y="516167"/>
                  </a:lnTo>
                  <a:lnTo>
                    <a:pt x="120920" y="516167"/>
                  </a:lnTo>
                  <a:cubicBezTo>
                    <a:pt x="120920" y="516167"/>
                    <a:pt x="121795" y="518118"/>
                    <a:pt x="121997" y="519194"/>
                  </a:cubicBezTo>
                  <a:cubicBezTo>
                    <a:pt x="122199" y="520271"/>
                    <a:pt x="122434" y="523096"/>
                    <a:pt x="122199" y="523971"/>
                  </a:cubicBezTo>
                  <a:cubicBezTo>
                    <a:pt x="121997" y="524846"/>
                    <a:pt x="121997" y="529185"/>
                    <a:pt x="121997" y="529185"/>
                  </a:cubicBezTo>
                  <a:lnTo>
                    <a:pt x="122636" y="532011"/>
                  </a:lnTo>
                  <a:cubicBezTo>
                    <a:pt x="122636" y="532011"/>
                    <a:pt x="122838" y="538739"/>
                    <a:pt x="122838" y="539613"/>
                  </a:cubicBezTo>
                  <a:cubicBezTo>
                    <a:pt x="122838" y="540488"/>
                    <a:pt x="123713" y="545467"/>
                    <a:pt x="123713" y="545467"/>
                  </a:cubicBezTo>
                  <a:lnTo>
                    <a:pt x="122838" y="549806"/>
                  </a:lnTo>
                  <a:lnTo>
                    <a:pt x="124353" y="554583"/>
                  </a:lnTo>
                  <a:lnTo>
                    <a:pt x="123377" y="557846"/>
                  </a:lnTo>
                  <a:cubicBezTo>
                    <a:pt x="123814" y="557846"/>
                    <a:pt x="126978" y="562085"/>
                    <a:pt x="126978" y="562085"/>
                  </a:cubicBezTo>
                  <a:lnTo>
                    <a:pt x="127314" y="565785"/>
                  </a:lnTo>
                  <a:lnTo>
                    <a:pt x="127954" y="575339"/>
                  </a:lnTo>
                  <a:lnTo>
                    <a:pt x="127516" y="577963"/>
                  </a:lnTo>
                  <a:lnTo>
                    <a:pt x="126641" y="580990"/>
                  </a:lnTo>
                  <a:lnTo>
                    <a:pt x="125127" y="587718"/>
                  </a:lnTo>
                  <a:lnTo>
                    <a:pt x="122535" y="593470"/>
                  </a:lnTo>
                  <a:lnTo>
                    <a:pt x="120415" y="600198"/>
                  </a:lnTo>
                  <a:lnTo>
                    <a:pt x="118295" y="603798"/>
                  </a:lnTo>
                  <a:lnTo>
                    <a:pt x="118295" y="607397"/>
                  </a:lnTo>
                  <a:lnTo>
                    <a:pt x="119170" y="611535"/>
                  </a:lnTo>
                  <a:lnTo>
                    <a:pt x="119506" y="615336"/>
                  </a:lnTo>
                  <a:lnTo>
                    <a:pt x="120045" y="618599"/>
                  </a:lnTo>
                  <a:lnTo>
                    <a:pt x="120045" y="626538"/>
                  </a:lnTo>
                  <a:lnTo>
                    <a:pt x="120381" y="629263"/>
                  </a:lnTo>
                  <a:lnTo>
                    <a:pt x="119304" y="633165"/>
                  </a:lnTo>
                  <a:lnTo>
                    <a:pt x="118766" y="635991"/>
                  </a:lnTo>
                  <a:lnTo>
                    <a:pt x="118429" y="641642"/>
                  </a:lnTo>
                  <a:lnTo>
                    <a:pt x="119304" y="646083"/>
                  </a:lnTo>
                  <a:lnTo>
                    <a:pt x="120819" y="654997"/>
                  </a:lnTo>
                  <a:lnTo>
                    <a:pt x="125833" y="662062"/>
                  </a:lnTo>
                  <a:lnTo>
                    <a:pt x="129636" y="666502"/>
                  </a:lnTo>
                  <a:lnTo>
                    <a:pt x="134516" y="672894"/>
                  </a:lnTo>
                  <a:cubicBezTo>
                    <a:pt x="134516" y="672894"/>
                    <a:pt x="140507" y="672995"/>
                    <a:pt x="140608" y="672557"/>
                  </a:cubicBezTo>
                  <a:cubicBezTo>
                    <a:pt x="140709" y="672120"/>
                    <a:pt x="141819" y="668319"/>
                    <a:pt x="141819" y="667881"/>
                  </a:cubicBezTo>
                  <a:cubicBezTo>
                    <a:pt x="141819" y="667444"/>
                    <a:pt x="142694" y="661053"/>
                    <a:pt x="142694" y="659942"/>
                  </a:cubicBezTo>
                  <a:cubicBezTo>
                    <a:pt x="142694" y="658866"/>
                    <a:pt x="142694" y="656040"/>
                    <a:pt x="142694" y="656040"/>
                  </a:cubicBezTo>
                  <a:cubicBezTo>
                    <a:pt x="142694" y="656040"/>
                    <a:pt x="140944" y="651028"/>
                    <a:pt x="140944" y="649951"/>
                  </a:cubicBezTo>
                  <a:cubicBezTo>
                    <a:pt x="140944" y="648875"/>
                    <a:pt x="140944" y="647361"/>
                    <a:pt x="140944" y="647361"/>
                  </a:cubicBezTo>
                  <a:cubicBezTo>
                    <a:pt x="140944" y="647361"/>
                    <a:pt x="141584" y="643997"/>
                    <a:pt x="141718" y="643123"/>
                  </a:cubicBezTo>
                  <a:cubicBezTo>
                    <a:pt x="141819" y="642248"/>
                    <a:pt x="142257" y="641272"/>
                    <a:pt x="142257" y="640936"/>
                  </a:cubicBezTo>
                  <a:cubicBezTo>
                    <a:pt x="142257" y="640600"/>
                    <a:pt x="142896" y="639523"/>
                    <a:pt x="143132" y="639086"/>
                  </a:cubicBezTo>
                  <a:cubicBezTo>
                    <a:pt x="143334" y="638648"/>
                    <a:pt x="145084" y="637673"/>
                    <a:pt x="145622" y="637471"/>
                  </a:cubicBezTo>
                  <a:cubicBezTo>
                    <a:pt x="146161" y="637236"/>
                    <a:pt x="147911" y="637807"/>
                    <a:pt x="149762" y="637236"/>
                  </a:cubicBezTo>
                  <a:cubicBezTo>
                    <a:pt x="151613" y="636697"/>
                    <a:pt x="152791" y="636462"/>
                    <a:pt x="153127" y="636361"/>
                  </a:cubicBezTo>
                  <a:cubicBezTo>
                    <a:pt x="153464" y="636260"/>
                    <a:pt x="153228" y="636361"/>
                    <a:pt x="154541" y="635486"/>
                  </a:cubicBezTo>
                  <a:cubicBezTo>
                    <a:pt x="155853" y="634612"/>
                    <a:pt x="156829" y="633199"/>
                    <a:pt x="157132" y="632862"/>
                  </a:cubicBezTo>
                  <a:cubicBezTo>
                    <a:pt x="157469" y="632526"/>
                    <a:pt x="159421" y="630474"/>
                    <a:pt x="159858" y="629936"/>
                  </a:cubicBezTo>
                  <a:cubicBezTo>
                    <a:pt x="160296" y="629397"/>
                    <a:pt x="161474" y="627447"/>
                    <a:pt x="161474" y="627447"/>
                  </a:cubicBezTo>
                  <a:cubicBezTo>
                    <a:pt x="161474" y="627447"/>
                    <a:pt x="163863" y="624284"/>
                    <a:pt x="164200" y="623746"/>
                  </a:cubicBezTo>
                  <a:cubicBezTo>
                    <a:pt x="164536" y="623208"/>
                    <a:pt x="165714" y="619507"/>
                    <a:pt x="165714" y="619507"/>
                  </a:cubicBezTo>
                  <a:cubicBezTo>
                    <a:pt x="165714" y="619507"/>
                    <a:pt x="166488" y="617994"/>
                    <a:pt x="167228" y="617893"/>
                  </a:cubicBezTo>
                  <a:cubicBezTo>
                    <a:pt x="168003" y="617792"/>
                    <a:pt x="170594" y="614731"/>
                    <a:pt x="170594" y="614731"/>
                  </a:cubicBezTo>
                  <a:lnTo>
                    <a:pt x="170931" y="611131"/>
                  </a:lnTo>
                  <a:cubicBezTo>
                    <a:pt x="170931" y="611131"/>
                    <a:pt x="171469" y="610055"/>
                    <a:pt x="171806" y="609718"/>
                  </a:cubicBezTo>
                  <a:cubicBezTo>
                    <a:pt x="172142" y="609382"/>
                    <a:pt x="173421" y="607330"/>
                    <a:pt x="173421" y="607330"/>
                  </a:cubicBezTo>
                  <a:cubicBezTo>
                    <a:pt x="173421" y="607330"/>
                    <a:pt x="174060" y="606354"/>
                    <a:pt x="174397" y="606253"/>
                  </a:cubicBezTo>
                  <a:cubicBezTo>
                    <a:pt x="174734" y="606153"/>
                    <a:pt x="175474" y="605480"/>
                    <a:pt x="176349" y="605480"/>
                  </a:cubicBezTo>
                  <a:cubicBezTo>
                    <a:pt x="177224" y="605480"/>
                    <a:pt x="180152" y="605042"/>
                    <a:pt x="180152" y="605042"/>
                  </a:cubicBezTo>
                  <a:cubicBezTo>
                    <a:pt x="180152" y="605042"/>
                    <a:pt x="181767" y="605244"/>
                    <a:pt x="182104" y="605244"/>
                  </a:cubicBezTo>
                  <a:cubicBezTo>
                    <a:pt x="182440" y="605244"/>
                    <a:pt x="184056" y="607969"/>
                    <a:pt x="184056" y="607969"/>
                  </a:cubicBezTo>
                  <a:cubicBezTo>
                    <a:pt x="184056" y="607969"/>
                    <a:pt x="183618" y="608743"/>
                    <a:pt x="183181" y="609382"/>
                  </a:cubicBezTo>
                  <a:cubicBezTo>
                    <a:pt x="182743" y="610021"/>
                    <a:pt x="181969" y="611770"/>
                    <a:pt x="181969" y="611770"/>
                  </a:cubicBezTo>
                  <a:cubicBezTo>
                    <a:pt x="181969" y="611770"/>
                    <a:pt x="181330" y="613856"/>
                    <a:pt x="181330" y="614495"/>
                  </a:cubicBezTo>
                  <a:cubicBezTo>
                    <a:pt x="181330" y="615134"/>
                    <a:pt x="181767" y="618532"/>
                    <a:pt x="181767" y="618532"/>
                  </a:cubicBezTo>
                  <a:cubicBezTo>
                    <a:pt x="181767" y="618532"/>
                    <a:pt x="182306" y="620483"/>
                    <a:pt x="182743" y="621156"/>
                  </a:cubicBezTo>
                  <a:cubicBezTo>
                    <a:pt x="183181" y="621795"/>
                    <a:pt x="183820" y="623746"/>
                    <a:pt x="184359" y="624520"/>
                  </a:cubicBezTo>
                  <a:cubicBezTo>
                    <a:pt x="184897" y="625294"/>
                    <a:pt x="187623" y="627682"/>
                    <a:pt x="187623" y="627682"/>
                  </a:cubicBezTo>
                  <a:lnTo>
                    <a:pt x="189575" y="631382"/>
                  </a:lnTo>
                  <a:cubicBezTo>
                    <a:pt x="189575" y="631382"/>
                    <a:pt x="192941" y="634309"/>
                    <a:pt x="193378" y="634309"/>
                  </a:cubicBezTo>
                  <a:cubicBezTo>
                    <a:pt x="193816" y="634309"/>
                    <a:pt x="198696" y="633973"/>
                    <a:pt x="198696" y="633973"/>
                  </a:cubicBezTo>
                  <a:lnTo>
                    <a:pt x="200648" y="636563"/>
                  </a:lnTo>
                  <a:lnTo>
                    <a:pt x="201825" y="640902"/>
                  </a:lnTo>
                  <a:lnTo>
                    <a:pt x="204989" y="648942"/>
                  </a:lnTo>
                  <a:lnTo>
                    <a:pt x="208893" y="655569"/>
                  </a:lnTo>
                  <a:lnTo>
                    <a:pt x="208994" y="658630"/>
                  </a:lnTo>
                  <a:lnTo>
                    <a:pt x="210205" y="662432"/>
                  </a:lnTo>
                  <a:lnTo>
                    <a:pt x="213234" y="666435"/>
                  </a:lnTo>
                  <a:cubicBezTo>
                    <a:pt x="213234" y="666435"/>
                    <a:pt x="214883" y="667511"/>
                    <a:pt x="215287" y="667511"/>
                  </a:cubicBezTo>
                  <a:cubicBezTo>
                    <a:pt x="215725" y="667511"/>
                    <a:pt x="218215" y="669563"/>
                    <a:pt x="218215" y="669563"/>
                  </a:cubicBezTo>
                  <a:cubicBezTo>
                    <a:pt x="218215" y="669563"/>
                    <a:pt x="218552" y="670774"/>
                    <a:pt x="218855" y="671178"/>
                  </a:cubicBezTo>
                  <a:cubicBezTo>
                    <a:pt x="219191" y="671615"/>
                    <a:pt x="219191" y="672793"/>
                    <a:pt x="219191" y="673264"/>
                  </a:cubicBezTo>
                  <a:cubicBezTo>
                    <a:pt x="219191" y="673701"/>
                    <a:pt x="219090" y="676628"/>
                    <a:pt x="218855" y="677065"/>
                  </a:cubicBezTo>
                  <a:cubicBezTo>
                    <a:pt x="218619" y="677502"/>
                    <a:pt x="218518" y="678579"/>
                    <a:pt x="218081" y="679117"/>
                  </a:cubicBezTo>
                  <a:cubicBezTo>
                    <a:pt x="217643" y="679655"/>
                    <a:pt x="216667" y="681606"/>
                    <a:pt x="215893" y="681943"/>
                  </a:cubicBezTo>
                  <a:cubicBezTo>
                    <a:pt x="215119" y="682279"/>
                    <a:pt x="214682" y="682582"/>
                    <a:pt x="214379" y="682716"/>
                  </a:cubicBezTo>
                  <a:cubicBezTo>
                    <a:pt x="214042" y="682817"/>
                    <a:pt x="216129" y="682817"/>
                    <a:pt x="211787" y="683356"/>
                  </a:cubicBezTo>
                  <a:cubicBezTo>
                    <a:pt x="207446" y="683894"/>
                    <a:pt x="206234" y="684331"/>
                    <a:pt x="206234" y="684331"/>
                  </a:cubicBezTo>
                  <a:cubicBezTo>
                    <a:pt x="206234" y="684331"/>
                    <a:pt x="204821" y="684768"/>
                    <a:pt x="204383" y="684768"/>
                  </a:cubicBezTo>
                  <a:cubicBezTo>
                    <a:pt x="203946" y="684768"/>
                    <a:pt x="202633" y="685307"/>
                    <a:pt x="202532" y="685643"/>
                  </a:cubicBezTo>
                  <a:cubicBezTo>
                    <a:pt x="202431" y="685979"/>
                    <a:pt x="202431" y="688132"/>
                    <a:pt x="202532" y="688570"/>
                  </a:cubicBezTo>
                  <a:cubicBezTo>
                    <a:pt x="202633" y="689007"/>
                    <a:pt x="203172" y="691059"/>
                    <a:pt x="204047" y="692606"/>
                  </a:cubicBezTo>
                  <a:cubicBezTo>
                    <a:pt x="204922" y="694120"/>
                    <a:pt x="204821" y="696408"/>
                    <a:pt x="205124" y="696509"/>
                  </a:cubicBezTo>
                  <a:cubicBezTo>
                    <a:pt x="205460" y="696610"/>
                    <a:pt x="206874" y="700310"/>
                    <a:pt x="207311" y="700646"/>
                  </a:cubicBezTo>
                  <a:cubicBezTo>
                    <a:pt x="207749" y="700983"/>
                    <a:pt x="209263" y="703472"/>
                    <a:pt x="210138" y="703573"/>
                  </a:cubicBezTo>
                  <a:cubicBezTo>
                    <a:pt x="211013" y="703674"/>
                    <a:pt x="212965" y="708350"/>
                    <a:pt x="212965" y="708350"/>
                  </a:cubicBezTo>
                  <a:lnTo>
                    <a:pt x="214816" y="712689"/>
                  </a:lnTo>
                  <a:lnTo>
                    <a:pt x="217408" y="717466"/>
                  </a:lnTo>
                  <a:lnTo>
                    <a:pt x="221749" y="723454"/>
                  </a:lnTo>
                  <a:lnTo>
                    <a:pt x="226326" y="726482"/>
                  </a:lnTo>
                  <a:lnTo>
                    <a:pt x="232417" y="727121"/>
                  </a:lnTo>
                  <a:cubicBezTo>
                    <a:pt x="232417" y="727121"/>
                    <a:pt x="235682" y="726482"/>
                    <a:pt x="236321" y="726145"/>
                  </a:cubicBezTo>
                  <a:cubicBezTo>
                    <a:pt x="236961" y="725809"/>
                    <a:pt x="239788" y="722243"/>
                    <a:pt x="240124" y="721806"/>
                  </a:cubicBezTo>
                  <a:cubicBezTo>
                    <a:pt x="240461" y="721368"/>
                    <a:pt x="241639" y="719518"/>
                    <a:pt x="241874" y="719215"/>
                  </a:cubicBezTo>
                  <a:cubicBezTo>
                    <a:pt x="242076" y="718879"/>
                    <a:pt x="243187" y="718576"/>
                    <a:pt x="243187" y="718576"/>
                  </a:cubicBezTo>
                  <a:lnTo>
                    <a:pt x="245576" y="718778"/>
                  </a:lnTo>
                  <a:lnTo>
                    <a:pt x="246216" y="720628"/>
                  </a:lnTo>
                  <a:lnTo>
                    <a:pt x="250019" y="722916"/>
                  </a:lnTo>
                  <a:lnTo>
                    <a:pt x="254259" y="724362"/>
                  </a:lnTo>
                  <a:lnTo>
                    <a:pt x="257154" y="719888"/>
                  </a:lnTo>
                  <a:lnTo>
                    <a:pt x="258298" y="719316"/>
                  </a:lnTo>
                  <a:lnTo>
                    <a:pt x="261495" y="718307"/>
                  </a:lnTo>
                  <a:lnTo>
                    <a:pt x="263817" y="719182"/>
                  </a:lnTo>
                  <a:lnTo>
                    <a:pt x="267014" y="722209"/>
                  </a:lnTo>
                  <a:lnTo>
                    <a:pt x="267452" y="727289"/>
                  </a:lnTo>
                  <a:lnTo>
                    <a:pt x="269337" y="733815"/>
                  </a:lnTo>
                  <a:lnTo>
                    <a:pt x="271524" y="739904"/>
                  </a:lnTo>
                  <a:lnTo>
                    <a:pt x="274553" y="744546"/>
                  </a:lnTo>
                  <a:lnTo>
                    <a:pt x="279029" y="751072"/>
                  </a:lnTo>
                  <a:lnTo>
                    <a:pt x="279904" y="753965"/>
                  </a:lnTo>
                  <a:lnTo>
                    <a:pt x="279904" y="760323"/>
                  </a:lnTo>
                  <a:lnTo>
                    <a:pt x="280644" y="766546"/>
                  </a:lnTo>
                  <a:lnTo>
                    <a:pt x="280342" y="770449"/>
                  </a:lnTo>
                  <a:cubicBezTo>
                    <a:pt x="280342" y="770449"/>
                    <a:pt x="284414" y="775091"/>
                    <a:pt x="285121" y="775091"/>
                  </a:cubicBezTo>
                  <a:cubicBezTo>
                    <a:pt x="285861" y="775091"/>
                    <a:pt x="287712" y="775091"/>
                    <a:pt x="287712" y="775091"/>
                  </a:cubicBezTo>
                  <a:lnTo>
                    <a:pt x="292356" y="774788"/>
                  </a:lnTo>
                  <a:lnTo>
                    <a:pt x="293803" y="780440"/>
                  </a:lnTo>
                  <a:cubicBezTo>
                    <a:pt x="293803" y="780440"/>
                    <a:pt x="294106" y="785351"/>
                    <a:pt x="294376" y="785956"/>
                  </a:cubicBezTo>
                  <a:cubicBezTo>
                    <a:pt x="294678" y="786528"/>
                    <a:pt x="297001" y="797831"/>
                    <a:pt x="297001" y="797831"/>
                  </a:cubicBezTo>
                  <a:lnTo>
                    <a:pt x="298448" y="801161"/>
                  </a:lnTo>
                  <a:lnTo>
                    <a:pt x="300635" y="804492"/>
                  </a:lnTo>
                  <a:lnTo>
                    <a:pt x="306424" y="806948"/>
                  </a:lnTo>
                  <a:lnTo>
                    <a:pt x="306491" y="809134"/>
                  </a:lnTo>
                  <a:lnTo>
                    <a:pt x="305986" y="815088"/>
                  </a:lnTo>
                  <a:lnTo>
                    <a:pt x="305986" y="817679"/>
                  </a:lnTo>
                  <a:lnTo>
                    <a:pt x="306727" y="819697"/>
                  </a:lnTo>
                  <a:lnTo>
                    <a:pt x="309116" y="825651"/>
                  </a:lnTo>
                  <a:lnTo>
                    <a:pt x="311506" y="830428"/>
                  </a:lnTo>
                  <a:lnTo>
                    <a:pt x="314131" y="834330"/>
                  </a:lnTo>
                  <a:lnTo>
                    <a:pt x="319919" y="836517"/>
                  </a:lnTo>
                  <a:lnTo>
                    <a:pt x="322679" y="837391"/>
                  </a:lnTo>
                  <a:lnTo>
                    <a:pt x="325001" y="838569"/>
                  </a:lnTo>
                  <a:lnTo>
                    <a:pt x="328198" y="842908"/>
                  </a:lnTo>
                  <a:lnTo>
                    <a:pt x="329073" y="849132"/>
                  </a:lnTo>
                  <a:lnTo>
                    <a:pt x="328939" y="850713"/>
                  </a:lnTo>
                  <a:lnTo>
                    <a:pt x="328501" y="854178"/>
                  </a:lnTo>
                  <a:lnTo>
                    <a:pt x="327626" y="856499"/>
                  </a:lnTo>
                  <a:lnTo>
                    <a:pt x="328064" y="858955"/>
                  </a:lnTo>
                  <a:cubicBezTo>
                    <a:pt x="328064" y="858955"/>
                    <a:pt x="329814" y="859695"/>
                    <a:pt x="331530" y="859695"/>
                  </a:cubicBezTo>
                  <a:cubicBezTo>
                    <a:pt x="333280" y="859695"/>
                    <a:pt x="338934" y="855490"/>
                    <a:pt x="338934" y="855490"/>
                  </a:cubicBezTo>
                  <a:lnTo>
                    <a:pt x="340819" y="855927"/>
                  </a:lnTo>
                  <a:lnTo>
                    <a:pt x="338362" y="863328"/>
                  </a:lnTo>
                  <a:lnTo>
                    <a:pt x="337050" y="865783"/>
                  </a:lnTo>
                  <a:lnTo>
                    <a:pt x="334727" y="868104"/>
                  </a:lnTo>
                  <a:cubicBezTo>
                    <a:pt x="334727" y="868104"/>
                    <a:pt x="331833" y="870291"/>
                    <a:pt x="330958" y="870291"/>
                  </a:cubicBezTo>
                  <a:cubicBezTo>
                    <a:pt x="330083" y="870291"/>
                    <a:pt x="327761" y="870863"/>
                    <a:pt x="326919" y="871300"/>
                  </a:cubicBezTo>
                  <a:cubicBezTo>
                    <a:pt x="326044" y="871738"/>
                    <a:pt x="324732" y="873319"/>
                    <a:pt x="324732" y="873319"/>
                  </a:cubicBezTo>
                  <a:cubicBezTo>
                    <a:pt x="324732" y="873319"/>
                    <a:pt x="324597" y="876346"/>
                    <a:pt x="324867" y="876952"/>
                  </a:cubicBezTo>
                  <a:cubicBezTo>
                    <a:pt x="325170" y="877523"/>
                    <a:pt x="326617" y="881728"/>
                    <a:pt x="326617" y="881728"/>
                  </a:cubicBezTo>
                  <a:lnTo>
                    <a:pt x="333011" y="885799"/>
                  </a:lnTo>
                  <a:lnTo>
                    <a:pt x="339977" y="888995"/>
                  </a:lnTo>
                  <a:lnTo>
                    <a:pt x="343309" y="892190"/>
                  </a:lnTo>
                  <a:lnTo>
                    <a:pt x="344184" y="894209"/>
                  </a:lnTo>
                  <a:lnTo>
                    <a:pt x="347382" y="898986"/>
                  </a:lnTo>
                  <a:lnTo>
                    <a:pt x="351285" y="905512"/>
                  </a:lnTo>
                  <a:lnTo>
                    <a:pt x="349401" y="908707"/>
                  </a:lnTo>
                  <a:lnTo>
                    <a:pt x="343040" y="910019"/>
                  </a:lnTo>
                  <a:lnTo>
                    <a:pt x="339843" y="910154"/>
                  </a:lnTo>
                  <a:lnTo>
                    <a:pt x="338833" y="915671"/>
                  </a:lnTo>
                  <a:lnTo>
                    <a:pt x="340146" y="920582"/>
                  </a:lnTo>
                  <a:cubicBezTo>
                    <a:pt x="340146" y="920582"/>
                    <a:pt x="344353" y="922903"/>
                    <a:pt x="345228" y="922903"/>
                  </a:cubicBezTo>
                  <a:cubicBezTo>
                    <a:pt x="346103" y="922903"/>
                    <a:pt x="350444" y="922903"/>
                    <a:pt x="350444" y="922903"/>
                  </a:cubicBezTo>
                  <a:cubicBezTo>
                    <a:pt x="350444" y="922903"/>
                    <a:pt x="352194" y="920885"/>
                    <a:pt x="353069" y="920448"/>
                  </a:cubicBezTo>
                  <a:cubicBezTo>
                    <a:pt x="353944" y="920010"/>
                    <a:pt x="355526" y="918698"/>
                    <a:pt x="355526" y="918698"/>
                  </a:cubicBezTo>
                  <a:lnTo>
                    <a:pt x="357545" y="917252"/>
                  </a:lnTo>
                  <a:lnTo>
                    <a:pt x="358992" y="919876"/>
                  </a:lnTo>
                  <a:lnTo>
                    <a:pt x="359564" y="924955"/>
                  </a:lnTo>
                  <a:lnTo>
                    <a:pt x="361012" y="929867"/>
                  </a:lnTo>
                  <a:lnTo>
                    <a:pt x="364041" y="932188"/>
                  </a:lnTo>
                  <a:lnTo>
                    <a:pt x="365185" y="934375"/>
                  </a:lnTo>
                  <a:lnTo>
                    <a:pt x="365185" y="939454"/>
                  </a:lnTo>
                  <a:lnTo>
                    <a:pt x="365488" y="942784"/>
                  </a:lnTo>
                  <a:lnTo>
                    <a:pt x="365925" y="946989"/>
                  </a:lnTo>
                  <a:cubicBezTo>
                    <a:pt x="365925" y="946989"/>
                    <a:pt x="366935" y="948604"/>
                    <a:pt x="368954" y="948873"/>
                  </a:cubicBezTo>
                  <a:cubicBezTo>
                    <a:pt x="370973" y="949176"/>
                    <a:pt x="374911" y="949445"/>
                    <a:pt x="375483" y="949445"/>
                  </a:cubicBezTo>
                  <a:cubicBezTo>
                    <a:pt x="376055" y="949445"/>
                    <a:pt x="380834" y="947259"/>
                    <a:pt x="382012" y="946418"/>
                  </a:cubicBezTo>
                  <a:cubicBezTo>
                    <a:pt x="383156" y="945543"/>
                    <a:pt x="385344" y="944332"/>
                    <a:pt x="386522" y="944029"/>
                  </a:cubicBezTo>
                  <a:cubicBezTo>
                    <a:pt x="387666" y="943726"/>
                    <a:pt x="393623" y="940329"/>
                    <a:pt x="393623" y="940329"/>
                  </a:cubicBezTo>
                  <a:lnTo>
                    <a:pt x="399109" y="940329"/>
                  </a:lnTo>
                  <a:cubicBezTo>
                    <a:pt x="399109" y="940329"/>
                    <a:pt x="403315" y="937301"/>
                    <a:pt x="403753" y="937133"/>
                  </a:cubicBezTo>
                  <a:cubicBezTo>
                    <a:pt x="404190" y="936998"/>
                    <a:pt x="407522" y="932928"/>
                    <a:pt x="408094" y="932928"/>
                  </a:cubicBezTo>
                  <a:cubicBezTo>
                    <a:pt x="408667" y="932928"/>
                    <a:pt x="410114" y="931784"/>
                    <a:pt x="410551" y="931616"/>
                  </a:cubicBezTo>
                  <a:cubicBezTo>
                    <a:pt x="410989" y="931482"/>
                    <a:pt x="412570" y="929160"/>
                    <a:pt x="412570" y="929160"/>
                  </a:cubicBezTo>
                  <a:cubicBezTo>
                    <a:pt x="412570" y="929160"/>
                    <a:pt x="414018" y="928017"/>
                    <a:pt x="414893" y="928017"/>
                  </a:cubicBezTo>
                  <a:cubicBezTo>
                    <a:pt x="415768" y="928017"/>
                    <a:pt x="419234" y="927075"/>
                    <a:pt x="420412" y="927075"/>
                  </a:cubicBezTo>
                  <a:cubicBezTo>
                    <a:pt x="421556" y="927075"/>
                    <a:pt x="425763" y="926436"/>
                    <a:pt x="425763" y="926436"/>
                  </a:cubicBezTo>
                  <a:lnTo>
                    <a:pt x="428657" y="926436"/>
                  </a:lnTo>
                  <a:lnTo>
                    <a:pt x="432427" y="922971"/>
                  </a:lnTo>
                  <a:lnTo>
                    <a:pt x="438215" y="917757"/>
                  </a:lnTo>
                  <a:lnTo>
                    <a:pt x="441984" y="913989"/>
                  </a:lnTo>
                  <a:lnTo>
                    <a:pt x="446898" y="912845"/>
                  </a:lnTo>
                  <a:cubicBezTo>
                    <a:pt x="446898" y="912845"/>
                    <a:pt x="448211" y="913720"/>
                    <a:pt x="448211" y="914864"/>
                  </a:cubicBezTo>
                  <a:cubicBezTo>
                    <a:pt x="448211" y="916007"/>
                    <a:pt x="445182" y="920650"/>
                    <a:pt x="445182" y="920650"/>
                  </a:cubicBezTo>
                  <a:lnTo>
                    <a:pt x="445182" y="923845"/>
                  </a:lnTo>
                  <a:lnTo>
                    <a:pt x="449254" y="926436"/>
                  </a:lnTo>
                  <a:lnTo>
                    <a:pt x="453023" y="926436"/>
                  </a:lnTo>
                  <a:lnTo>
                    <a:pt x="455345" y="924686"/>
                  </a:lnTo>
                  <a:lnTo>
                    <a:pt x="459115" y="922668"/>
                  </a:lnTo>
                  <a:lnTo>
                    <a:pt x="464399" y="921154"/>
                  </a:lnTo>
                  <a:cubicBezTo>
                    <a:pt x="464399" y="921154"/>
                    <a:pt x="467865" y="920010"/>
                    <a:pt x="468168" y="920010"/>
                  </a:cubicBezTo>
                  <a:cubicBezTo>
                    <a:pt x="468471" y="920010"/>
                    <a:pt x="470759" y="918564"/>
                    <a:pt x="470759" y="918564"/>
                  </a:cubicBezTo>
                  <a:cubicBezTo>
                    <a:pt x="470759" y="918564"/>
                    <a:pt x="473889" y="918698"/>
                    <a:pt x="474461" y="918564"/>
                  </a:cubicBezTo>
                  <a:cubicBezTo>
                    <a:pt x="475033" y="918429"/>
                    <a:pt x="477928" y="918497"/>
                    <a:pt x="478735" y="918429"/>
                  </a:cubicBezTo>
                  <a:cubicBezTo>
                    <a:pt x="479543" y="918362"/>
                    <a:pt x="481764" y="917286"/>
                    <a:pt x="482000" y="917286"/>
                  </a:cubicBezTo>
                  <a:cubicBezTo>
                    <a:pt x="482235" y="917286"/>
                    <a:pt x="483750" y="916781"/>
                    <a:pt x="484255" y="915536"/>
                  </a:cubicBezTo>
                  <a:cubicBezTo>
                    <a:pt x="484760" y="914292"/>
                    <a:pt x="485837" y="912206"/>
                    <a:pt x="485837" y="911836"/>
                  </a:cubicBezTo>
                  <a:cubicBezTo>
                    <a:pt x="485837" y="911466"/>
                    <a:pt x="486409" y="907126"/>
                    <a:pt x="486409" y="907126"/>
                  </a:cubicBezTo>
                  <a:lnTo>
                    <a:pt x="484793" y="901408"/>
                  </a:lnTo>
                  <a:lnTo>
                    <a:pt x="483111" y="897875"/>
                  </a:lnTo>
                  <a:cubicBezTo>
                    <a:pt x="483111" y="897875"/>
                    <a:pt x="484187" y="897337"/>
                    <a:pt x="484961" y="897102"/>
                  </a:cubicBezTo>
                  <a:cubicBezTo>
                    <a:pt x="485735" y="896866"/>
                    <a:pt x="486712" y="896866"/>
                    <a:pt x="487149" y="896866"/>
                  </a:cubicBezTo>
                  <a:cubicBezTo>
                    <a:pt x="487586" y="896866"/>
                    <a:pt x="489538" y="896866"/>
                    <a:pt x="489538" y="896866"/>
                  </a:cubicBezTo>
                  <a:cubicBezTo>
                    <a:pt x="489538" y="896866"/>
                    <a:pt x="490750" y="895117"/>
                    <a:pt x="490750" y="894579"/>
                  </a:cubicBezTo>
                  <a:cubicBezTo>
                    <a:pt x="490750" y="894041"/>
                    <a:pt x="491389" y="891753"/>
                    <a:pt x="491389" y="891316"/>
                  </a:cubicBezTo>
                  <a:cubicBezTo>
                    <a:pt x="491389" y="890879"/>
                    <a:pt x="491726" y="889028"/>
                    <a:pt x="491389" y="888927"/>
                  </a:cubicBezTo>
                  <a:cubicBezTo>
                    <a:pt x="491053" y="888826"/>
                    <a:pt x="490312" y="888053"/>
                    <a:pt x="489740" y="887414"/>
                  </a:cubicBezTo>
                  <a:cubicBezTo>
                    <a:pt x="489202" y="886774"/>
                    <a:pt x="488125" y="885227"/>
                    <a:pt x="487452" y="884588"/>
                  </a:cubicBezTo>
                  <a:cubicBezTo>
                    <a:pt x="486812" y="883949"/>
                    <a:pt x="485702" y="881998"/>
                    <a:pt x="485399" y="881762"/>
                  </a:cubicBezTo>
                  <a:cubicBezTo>
                    <a:pt x="485062" y="881527"/>
                    <a:pt x="483750" y="878163"/>
                    <a:pt x="483750" y="878163"/>
                  </a:cubicBezTo>
                  <a:cubicBezTo>
                    <a:pt x="483750" y="878163"/>
                    <a:pt x="483413" y="877523"/>
                    <a:pt x="483413" y="876414"/>
                  </a:cubicBezTo>
                  <a:cubicBezTo>
                    <a:pt x="483413" y="875337"/>
                    <a:pt x="483413" y="869887"/>
                    <a:pt x="483413" y="869887"/>
                  </a:cubicBezTo>
                  <a:cubicBezTo>
                    <a:pt x="483413" y="869887"/>
                    <a:pt x="484288" y="866523"/>
                    <a:pt x="484288" y="866086"/>
                  </a:cubicBezTo>
                  <a:cubicBezTo>
                    <a:pt x="484288" y="865649"/>
                    <a:pt x="482639" y="859997"/>
                    <a:pt x="482639" y="859997"/>
                  </a:cubicBezTo>
                  <a:lnTo>
                    <a:pt x="481865" y="857710"/>
                  </a:lnTo>
                  <a:cubicBezTo>
                    <a:pt x="481865" y="857710"/>
                    <a:pt x="479812" y="854682"/>
                    <a:pt x="479375" y="854884"/>
                  </a:cubicBezTo>
                  <a:cubicBezTo>
                    <a:pt x="478937" y="855086"/>
                    <a:pt x="478601" y="853269"/>
                    <a:pt x="478500" y="852933"/>
                  </a:cubicBezTo>
                  <a:cubicBezTo>
                    <a:pt x="478399" y="852597"/>
                    <a:pt x="477961" y="848795"/>
                    <a:pt x="477961" y="848358"/>
                  </a:cubicBezTo>
                  <a:cubicBezTo>
                    <a:pt x="477961" y="847921"/>
                    <a:pt x="480115" y="845196"/>
                    <a:pt x="480351" y="844321"/>
                  </a:cubicBezTo>
                  <a:cubicBezTo>
                    <a:pt x="480553" y="843447"/>
                    <a:pt x="481663" y="841596"/>
                    <a:pt x="481663" y="841596"/>
                  </a:cubicBezTo>
                  <a:cubicBezTo>
                    <a:pt x="481663" y="841596"/>
                    <a:pt x="482437" y="838132"/>
                    <a:pt x="482639" y="837694"/>
                  </a:cubicBezTo>
                  <a:cubicBezTo>
                    <a:pt x="482875" y="837257"/>
                    <a:pt x="483413" y="831942"/>
                    <a:pt x="483413" y="831942"/>
                  </a:cubicBezTo>
                  <a:lnTo>
                    <a:pt x="483413" y="829890"/>
                  </a:lnTo>
                  <a:cubicBezTo>
                    <a:pt x="483413" y="829890"/>
                    <a:pt x="484490" y="824911"/>
                    <a:pt x="484288" y="824575"/>
                  </a:cubicBezTo>
                  <a:cubicBezTo>
                    <a:pt x="484053" y="824238"/>
                    <a:pt x="482976" y="819899"/>
                    <a:pt x="482976" y="819899"/>
                  </a:cubicBezTo>
                  <a:lnTo>
                    <a:pt x="483312" y="816097"/>
                  </a:lnTo>
                  <a:cubicBezTo>
                    <a:pt x="483312" y="816097"/>
                    <a:pt x="483514" y="814786"/>
                    <a:pt x="483111" y="814147"/>
                  </a:cubicBezTo>
                  <a:cubicBezTo>
                    <a:pt x="482673" y="813507"/>
                    <a:pt x="481158" y="811220"/>
                    <a:pt x="480183" y="810883"/>
                  </a:cubicBezTo>
                  <a:cubicBezTo>
                    <a:pt x="479206" y="810547"/>
                    <a:pt x="478668" y="810009"/>
                    <a:pt x="478668" y="810009"/>
                  </a:cubicBezTo>
                  <a:cubicBezTo>
                    <a:pt x="478668" y="810009"/>
                    <a:pt x="477793" y="809471"/>
                    <a:pt x="478668" y="807721"/>
                  </a:cubicBezTo>
                  <a:cubicBezTo>
                    <a:pt x="479543" y="805972"/>
                    <a:pt x="480620" y="804559"/>
                    <a:pt x="480620" y="804559"/>
                  </a:cubicBezTo>
                  <a:lnTo>
                    <a:pt x="483346" y="802070"/>
                  </a:lnTo>
                  <a:lnTo>
                    <a:pt x="485197" y="799782"/>
                  </a:lnTo>
                  <a:cubicBezTo>
                    <a:pt x="485197" y="799782"/>
                    <a:pt x="485433" y="796082"/>
                    <a:pt x="485534" y="795645"/>
                  </a:cubicBezTo>
                  <a:cubicBezTo>
                    <a:pt x="485635" y="795207"/>
                    <a:pt x="485971" y="791742"/>
                    <a:pt x="485971" y="791742"/>
                  </a:cubicBezTo>
                  <a:cubicBezTo>
                    <a:pt x="485971" y="791742"/>
                    <a:pt x="486846" y="791406"/>
                    <a:pt x="487586" y="791406"/>
                  </a:cubicBezTo>
                  <a:cubicBezTo>
                    <a:pt x="488361" y="791406"/>
                    <a:pt x="489640" y="792819"/>
                    <a:pt x="489640" y="792819"/>
                  </a:cubicBezTo>
                  <a:cubicBezTo>
                    <a:pt x="489640" y="792819"/>
                    <a:pt x="490279" y="795308"/>
                    <a:pt x="490514" y="795746"/>
                  </a:cubicBezTo>
                  <a:cubicBezTo>
                    <a:pt x="490750" y="796183"/>
                    <a:pt x="491289" y="799547"/>
                    <a:pt x="491289" y="799547"/>
                  </a:cubicBezTo>
                  <a:cubicBezTo>
                    <a:pt x="491289" y="799547"/>
                    <a:pt x="491962" y="801061"/>
                    <a:pt x="492938" y="801061"/>
                  </a:cubicBezTo>
                  <a:cubicBezTo>
                    <a:pt x="493913" y="801061"/>
                    <a:pt x="496640" y="799984"/>
                    <a:pt x="496942" y="799850"/>
                  </a:cubicBezTo>
                  <a:cubicBezTo>
                    <a:pt x="497279" y="799749"/>
                    <a:pt x="499567" y="795409"/>
                    <a:pt x="499567" y="795409"/>
                  </a:cubicBezTo>
                  <a:lnTo>
                    <a:pt x="503034" y="793794"/>
                  </a:lnTo>
                  <a:lnTo>
                    <a:pt x="508486" y="788782"/>
                  </a:lnTo>
                  <a:lnTo>
                    <a:pt x="510976" y="786057"/>
                  </a:lnTo>
                  <a:cubicBezTo>
                    <a:pt x="510976" y="786057"/>
                    <a:pt x="513904" y="782357"/>
                    <a:pt x="514342" y="781718"/>
                  </a:cubicBezTo>
                  <a:cubicBezTo>
                    <a:pt x="514779" y="781079"/>
                    <a:pt x="515654" y="779666"/>
                    <a:pt x="516092" y="778993"/>
                  </a:cubicBezTo>
                  <a:cubicBezTo>
                    <a:pt x="516529" y="778354"/>
                    <a:pt x="518683" y="776706"/>
                    <a:pt x="519356" y="776605"/>
                  </a:cubicBezTo>
                  <a:cubicBezTo>
                    <a:pt x="519996" y="776504"/>
                    <a:pt x="520972" y="775730"/>
                    <a:pt x="521847" y="775629"/>
                  </a:cubicBezTo>
                  <a:cubicBezTo>
                    <a:pt x="522722" y="775528"/>
                    <a:pt x="524236" y="774990"/>
                    <a:pt x="524236" y="774990"/>
                  </a:cubicBezTo>
                  <a:cubicBezTo>
                    <a:pt x="524236" y="774990"/>
                    <a:pt x="524674" y="774990"/>
                    <a:pt x="525111" y="773913"/>
                  </a:cubicBezTo>
                  <a:cubicBezTo>
                    <a:pt x="525549" y="772837"/>
                    <a:pt x="526861" y="770213"/>
                    <a:pt x="527265" y="769675"/>
                  </a:cubicBezTo>
                  <a:cubicBezTo>
                    <a:pt x="527703" y="769137"/>
                    <a:pt x="528140" y="768060"/>
                    <a:pt x="528780" y="767085"/>
                  </a:cubicBezTo>
                  <a:cubicBezTo>
                    <a:pt x="529419" y="766109"/>
                    <a:pt x="529857" y="764898"/>
                    <a:pt x="530294" y="764696"/>
                  </a:cubicBezTo>
                  <a:cubicBezTo>
                    <a:pt x="530732" y="764461"/>
                    <a:pt x="531910" y="762846"/>
                    <a:pt x="532246" y="762745"/>
                  </a:cubicBezTo>
                  <a:cubicBezTo>
                    <a:pt x="532583" y="762644"/>
                    <a:pt x="534097" y="760559"/>
                    <a:pt x="534636" y="760256"/>
                  </a:cubicBezTo>
                  <a:cubicBezTo>
                    <a:pt x="535174" y="759919"/>
                    <a:pt x="536823" y="758506"/>
                    <a:pt x="536823" y="758506"/>
                  </a:cubicBezTo>
                  <a:lnTo>
                    <a:pt x="538237" y="757531"/>
                  </a:lnTo>
                  <a:lnTo>
                    <a:pt x="539650" y="757094"/>
                  </a:lnTo>
                  <a:lnTo>
                    <a:pt x="542713" y="755142"/>
                  </a:lnTo>
                  <a:cubicBezTo>
                    <a:pt x="542713" y="755142"/>
                    <a:pt x="546179" y="751442"/>
                    <a:pt x="546415" y="751139"/>
                  </a:cubicBezTo>
                  <a:cubicBezTo>
                    <a:pt x="546617" y="750803"/>
                    <a:pt x="548367" y="747775"/>
                    <a:pt x="548367" y="747775"/>
                  </a:cubicBezTo>
                  <a:cubicBezTo>
                    <a:pt x="548367" y="747775"/>
                    <a:pt x="549242" y="745824"/>
                    <a:pt x="549242" y="745488"/>
                  </a:cubicBezTo>
                  <a:cubicBezTo>
                    <a:pt x="549242" y="745152"/>
                    <a:pt x="549780" y="742561"/>
                    <a:pt x="549780" y="742225"/>
                  </a:cubicBezTo>
                  <a:cubicBezTo>
                    <a:pt x="549780" y="741888"/>
                    <a:pt x="550117" y="739635"/>
                    <a:pt x="550117" y="739635"/>
                  </a:cubicBezTo>
                  <a:cubicBezTo>
                    <a:pt x="550117" y="739635"/>
                    <a:pt x="550453" y="739534"/>
                    <a:pt x="551093" y="738659"/>
                  </a:cubicBezTo>
                  <a:cubicBezTo>
                    <a:pt x="551732" y="737785"/>
                    <a:pt x="552944" y="737246"/>
                    <a:pt x="553280" y="736910"/>
                  </a:cubicBezTo>
                  <a:cubicBezTo>
                    <a:pt x="553617" y="736574"/>
                    <a:pt x="554357" y="735497"/>
                    <a:pt x="554357" y="735497"/>
                  </a:cubicBezTo>
                  <a:cubicBezTo>
                    <a:pt x="554357" y="735497"/>
                    <a:pt x="555333" y="735295"/>
                    <a:pt x="554458" y="734421"/>
                  </a:cubicBezTo>
                  <a:cubicBezTo>
                    <a:pt x="553583" y="733546"/>
                    <a:pt x="552607" y="731595"/>
                    <a:pt x="552607" y="731595"/>
                  </a:cubicBezTo>
                  <a:cubicBezTo>
                    <a:pt x="552607" y="731595"/>
                    <a:pt x="552506" y="731258"/>
                    <a:pt x="551732" y="731057"/>
                  </a:cubicBezTo>
                  <a:cubicBezTo>
                    <a:pt x="550958" y="730855"/>
                    <a:pt x="550319" y="730417"/>
                    <a:pt x="549982" y="730283"/>
                  </a:cubicBezTo>
                  <a:cubicBezTo>
                    <a:pt x="549645" y="730182"/>
                    <a:pt x="548131" y="728534"/>
                    <a:pt x="547492" y="728231"/>
                  </a:cubicBezTo>
                  <a:cubicBezTo>
                    <a:pt x="546852" y="727894"/>
                    <a:pt x="545405" y="726179"/>
                    <a:pt x="544328" y="725741"/>
                  </a:cubicBezTo>
                  <a:cubicBezTo>
                    <a:pt x="543251" y="725304"/>
                    <a:pt x="542578" y="724665"/>
                    <a:pt x="542477" y="724329"/>
                  </a:cubicBezTo>
                  <a:cubicBezTo>
                    <a:pt x="542376" y="723992"/>
                    <a:pt x="542376" y="722277"/>
                    <a:pt x="542376" y="722277"/>
                  </a:cubicBezTo>
                  <a:lnTo>
                    <a:pt x="542915" y="720426"/>
                  </a:lnTo>
                  <a:lnTo>
                    <a:pt x="543689" y="718812"/>
                  </a:lnTo>
                  <a:cubicBezTo>
                    <a:pt x="543689" y="718812"/>
                    <a:pt x="544564" y="717197"/>
                    <a:pt x="544766" y="716861"/>
                  </a:cubicBezTo>
                  <a:cubicBezTo>
                    <a:pt x="544968" y="716524"/>
                    <a:pt x="545742" y="715010"/>
                    <a:pt x="546381" y="714371"/>
                  </a:cubicBezTo>
                  <a:cubicBezTo>
                    <a:pt x="547021" y="713732"/>
                    <a:pt x="548871" y="712420"/>
                    <a:pt x="548871" y="712420"/>
                  </a:cubicBezTo>
                  <a:cubicBezTo>
                    <a:pt x="548871" y="712420"/>
                    <a:pt x="549410" y="711781"/>
                    <a:pt x="550184" y="711445"/>
                  </a:cubicBezTo>
                  <a:cubicBezTo>
                    <a:pt x="550958" y="711108"/>
                    <a:pt x="551934" y="710469"/>
                    <a:pt x="553448" y="709493"/>
                  </a:cubicBezTo>
                  <a:cubicBezTo>
                    <a:pt x="554963" y="708518"/>
                    <a:pt x="556276" y="707307"/>
                    <a:pt x="556276" y="707307"/>
                  </a:cubicBezTo>
                  <a:lnTo>
                    <a:pt x="557050" y="705793"/>
                  </a:lnTo>
                  <a:lnTo>
                    <a:pt x="559338" y="704212"/>
                  </a:lnTo>
                  <a:lnTo>
                    <a:pt x="561391" y="702194"/>
                  </a:lnTo>
                  <a:lnTo>
                    <a:pt x="562569" y="702194"/>
                  </a:lnTo>
                  <a:lnTo>
                    <a:pt x="565396" y="701958"/>
                  </a:lnTo>
                  <a:lnTo>
                    <a:pt x="569199" y="705221"/>
                  </a:lnTo>
                  <a:lnTo>
                    <a:pt x="569973" y="705558"/>
                  </a:lnTo>
                  <a:lnTo>
                    <a:pt x="572564" y="706533"/>
                  </a:lnTo>
                  <a:cubicBezTo>
                    <a:pt x="572564" y="706533"/>
                    <a:pt x="573776" y="706870"/>
                    <a:pt x="575055" y="706533"/>
                  </a:cubicBezTo>
                  <a:cubicBezTo>
                    <a:pt x="576367" y="706197"/>
                    <a:pt x="577242" y="705659"/>
                    <a:pt x="578555" y="704347"/>
                  </a:cubicBezTo>
                  <a:cubicBezTo>
                    <a:pt x="579867" y="703035"/>
                    <a:pt x="581382" y="701857"/>
                    <a:pt x="581920" y="701420"/>
                  </a:cubicBezTo>
                  <a:cubicBezTo>
                    <a:pt x="582459" y="700983"/>
                    <a:pt x="583771" y="699368"/>
                    <a:pt x="584310" y="698695"/>
                  </a:cubicBezTo>
                  <a:cubicBezTo>
                    <a:pt x="584848" y="698056"/>
                    <a:pt x="585387" y="697282"/>
                    <a:pt x="585723" y="696408"/>
                  </a:cubicBezTo>
                  <a:cubicBezTo>
                    <a:pt x="586060" y="695533"/>
                    <a:pt x="586800" y="694759"/>
                    <a:pt x="586800" y="694019"/>
                  </a:cubicBezTo>
                  <a:cubicBezTo>
                    <a:pt x="586800" y="693246"/>
                    <a:pt x="586901" y="691429"/>
                    <a:pt x="587002" y="690218"/>
                  </a:cubicBezTo>
                  <a:cubicBezTo>
                    <a:pt x="587103" y="689007"/>
                    <a:pt x="587339" y="688805"/>
                    <a:pt x="587103" y="687493"/>
                  </a:cubicBezTo>
                  <a:cubicBezTo>
                    <a:pt x="586901" y="686181"/>
                    <a:pt x="586767" y="685206"/>
                    <a:pt x="586666" y="684903"/>
                  </a:cubicBezTo>
                  <a:cubicBezTo>
                    <a:pt x="586565" y="684567"/>
                    <a:pt x="585589" y="682952"/>
                    <a:pt x="585016" y="681976"/>
                  </a:cubicBezTo>
                  <a:cubicBezTo>
                    <a:pt x="584478" y="681001"/>
                    <a:pt x="583805" y="679151"/>
                    <a:pt x="583502" y="679050"/>
                  </a:cubicBezTo>
                  <a:cubicBezTo>
                    <a:pt x="583166" y="678949"/>
                    <a:pt x="582190" y="678612"/>
                    <a:pt x="581315" y="677738"/>
                  </a:cubicBezTo>
                  <a:cubicBezTo>
                    <a:pt x="580440" y="676863"/>
                    <a:pt x="579464" y="676762"/>
                    <a:pt x="579363" y="675989"/>
                  </a:cubicBezTo>
                  <a:cubicBezTo>
                    <a:pt x="579262" y="675215"/>
                    <a:pt x="579026" y="674239"/>
                    <a:pt x="579026" y="673802"/>
                  </a:cubicBezTo>
                  <a:cubicBezTo>
                    <a:pt x="579026" y="673365"/>
                    <a:pt x="577814" y="675316"/>
                    <a:pt x="580002" y="671178"/>
                  </a:cubicBezTo>
                  <a:cubicBezTo>
                    <a:pt x="582190" y="667040"/>
                    <a:pt x="582190" y="667040"/>
                    <a:pt x="582190" y="667040"/>
                  </a:cubicBezTo>
                  <a:lnTo>
                    <a:pt x="582829" y="664551"/>
                  </a:lnTo>
                  <a:lnTo>
                    <a:pt x="584141" y="662062"/>
                  </a:lnTo>
                  <a:lnTo>
                    <a:pt x="584478" y="659774"/>
                  </a:lnTo>
                  <a:lnTo>
                    <a:pt x="585892" y="657588"/>
                  </a:lnTo>
                  <a:cubicBezTo>
                    <a:pt x="585892" y="657588"/>
                    <a:pt x="586093" y="657487"/>
                    <a:pt x="586666" y="657487"/>
                  </a:cubicBezTo>
                  <a:cubicBezTo>
                    <a:pt x="587204" y="657487"/>
                    <a:pt x="588954" y="657386"/>
                    <a:pt x="588954" y="657386"/>
                  </a:cubicBezTo>
                  <a:lnTo>
                    <a:pt x="590469" y="660110"/>
                  </a:lnTo>
                  <a:lnTo>
                    <a:pt x="591445" y="661422"/>
                  </a:lnTo>
                  <a:cubicBezTo>
                    <a:pt x="591445" y="661422"/>
                    <a:pt x="593396" y="662129"/>
                    <a:pt x="593834" y="662129"/>
                  </a:cubicBezTo>
                  <a:cubicBezTo>
                    <a:pt x="594271" y="662129"/>
                    <a:pt x="597637" y="662196"/>
                    <a:pt x="597637" y="662196"/>
                  </a:cubicBezTo>
                  <a:lnTo>
                    <a:pt x="599050" y="662196"/>
                  </a:lnTo>
                  <a:lnTo>
                    <a:pt x="601642" y="662533"/>
                  </a:lnTo>
                  <a:cubicBezTo>
                    <a:pt x="601642" y="662533"/>
                    <a:pt x="603392" y="662196"/>
                    <a:pt x="604570" y="662196"/>
                  </a:cubicBezTo>
                  <a:cubicBezTo>
                    <a:pt x="605781" y="662196"/>
                    <a:pt x="608272" y="661994"/>
                    <a:pt x="608608" y="661994"/>
                  </a:cubicBezTo>
                  <a:cubicBezTo>
                    <a:pt x="608945" y="661994"/>
                    <a:pt x="610123" y="659539"/>
                    <a:pt x="610123" y="659539"/>
                  </a:cubicBezTo>
                  <a:cubicBezTo>
                    <a:pt x="610123" y="659539"/>
                    <a:pt x="612176" y="658731"/>
                    <a:pt x="612613" y="658731"/>
                  </a:cubicBezTo>
                  <a:cubicBezTo>
                    <a:pt x="613051" y="658731"/>
                    <a:pt x="614666" y="658731"/>
                    <a:pt x="614666" y="658731"/>
                  </a:cubicBezTo>
                  <a:lnTo>
                    <a:pt x="619008" y="661355"/>
                  </a:lnTo>
                  <a:cubicBezTo>
                    <a:pt x="619008" y="661355"/>
                    <a:pt x="622710" y="663104"/>
                    <a:pt x="623013" y="663004"/>
                  </a:cubicBezTo>
                  <a:cubicBezTo>
                    <a:pt x="623349" y="662903"/>
                    <a:pt x="630518" y="661591"/>
                    <a:pt x="630518" y="661591"/>
                  </a:cubicBezTo>
                  <a:cubicBezTo>
                    <a:pt x="630518" y="661591"/>
                    <a:pt x="635734" y="661389"/>
                    <a:pt x="636710" y="660951"/>
                  </a:cubicBezTo>
                  <a:cubicBezTo>
                    <a:pt x="637686" y="660514"/>
                    <a:pt x="640715" y="660077"/>
                    <a:pt x="641051" y="660077"/>
                  </a:cubicBezTo>
                  <a:cubicBezTo>
                    <a:pt x="641388" y="660077"/>
                    <a:pt x="644316" y="663340"/>
                    <a:pt x="644316" y="663340"/>
                  </a:cubicBezTo>
                  <a:lnTo>
                    <a:pt x="643676" y="667478"/>
                  </a:lnTo>
                  <a:lnTo>
                    <a:pt x="642263" y="668554"/>
                  </a:lnTo>
                  <a:cubicBezTo>
                    <a:pt x="642263" y="668554"/>
                    <a:pt x="639974" y="670842"/>
                    <a:pt x="639335" y="670842"/>
                  </a:cubicBezTo>
                  <a:cubicBezTo>
                    <a:pt x="638696" y="670842"/>
                    <a:pt x="635869" y="671380"/>
                    <a:pt x="635869" y="671380"/>
                  </a:cubicBezTo>
                  <a:lnTo>
                    <a:pt x="633244" y="672692"/>
                  </a:lnTo>
                  <a:lnTo>
                    <a:pt x="631393" y="674105"/>
                  </a:lnTo>
                  <a:cubicBezTo>
                    <a:pt x="631393" y="674105"/>
                    <a:pt x="629441" y="675955"/>
                    <a:pt x="629239" y="676291"/>
                  </a:cubicBezTo>
                  <a:cubicBezTo>
                    <a:pt x="629003" y="676628"/>
                    <a:pt x="627489" y="677906"/>
                    <a:pt x="627287" y="678242"/>
                  </a:cubicBezTo>
                  <a:cubicBezTo>
                    <a:pt x="627085" y="678579"/>
                    <a:pt x="624796" y="680429"/>
                    <a:pt x="624796" y="680429"/>
                  </a:cubicBezTo>
                  <a:lnTo>
                    <a:pt x="623820" y="681640"/>
                  </a:lnTo>
                  <a:cubicBezTo>
                    <a:pt x="623820" y="681640"/>
                    <a:pt x="623618" y="685004"/>
                    <a:pt x="623618" y="685441"/>
                  </a:cubicBezTo>
                  <a:cubicBezTo>
                    <a:pt x="623618" y="685879"/>
                    <a:pt x="623820" y="691295"/>
                    <a:pt x="623820" y="691295"/>
                  </a:cubicBezTo>
                  <a:cubicBezTo>
                    <a:pt x="623820" y="691295"/>
                    <a:pt x="623820" y="692371"/>
                    <a:pt x="624022" y="693044"/>
                  </a:cubicBezTo>
                  <a:cubicBezTo>
                    <a:pt x="624224" y="693683"/>
                    <a:pt x="625537" y="695769"/>
                    <a:pt x="625974" y="695769"/>
                  </a:cubicBezTo>
                  <a:cubicBezTo>
                    <a:pt x="626412" y="695769"/>
                    <a:pt x="630114" y="698493"/>
                    <a:pt x="632066" y="698493"/>
                  </a:cubicBezTo>
                  <a:cubicBezTo>
                    <a:pt x="634018" y="698493"/>
                    <a:pt x="634556" y="698292"/>
                    <a:pt x="635431" y="698493"/>
                  </a:cubicBezTo>
                  <a:cubicBezTo>
                    <a:pt x="636306" y="698695"/>
                    <a:pt x="637922" y="700007"/>
                    <a:pt x="637922" y="700007"/>
                  </a:cubicBezTo>
                  <a:lnTo>
                    <a:pt x="640950" y="704044"/>
                  </a:lnTo>
                  <a:cubicBezTo>
                    <a:pt x="640950" y="704044"/>
                    <a:pt x="642364" y="708047"/>
                    <a:pt x="642465" y="708484"/>
                  </a:cubicBezTo>
                  <a:cubicBezTo>
                    <a:pt x="642566" y="708922"/>
                    <a:pt x="640143" y="709964"/>
                    <a:pt x="640143" y="709964"/>
                  </a:cubicBezTo>
                  <a:lnTo>
                    <a:pt x="638999" y="712992"/>
                  </a:lnTo>
                  <a:lnTo>
                    <a:pt x="638561" y="714741"/>
                  </a:lnTo>
                  <a:cubicBezTo>
                    <a:pt x="638561" y="714741"/>
                    <a:pt x="640580" y="714876"/>
                    <a:pt x="640748" y="715313"/>
                  </a:cubicBezTo>
                  <a:cubicBezTo>
                    <a:pt x="640883" y="715751"/>
                    <a:pt x="643071" y="716188"/>
                    <a:pt x="643071" y="716188"/>
                  </a:cubicBezTo>
                  <a:lnTo>
                    <a:pt x="643777" y="718206"/>
                  </a:lnTo>
                  <a:cubicBezTo>
                    <a:pt x="643777" y="718206"/>
                    <a:pt x="643777" y="722411"/>
                    <a:pt x="643643" y="722983"/>
                  </a:cubicBezTo>
                  <a:cubicBezTo>
                    <a:pt x="643508" y="723555"/>
                    <a:pt x="639873" y="726313"/>
                    <a:pt x="639873" y="726313"/>
                  </a:cubicBezTo>
                  <a:cubicBezTo>
                    <a:pt x="639873" y="726313"/>
                    <a:pt x="638426" y="726448"/>
                    <a:pt x="637417" y="727188"/>
                  </a:cubicBezTo>
                  <a:cubicBezTo>
                    <a:pt x="636407" y="727894"/>
                    <a:pt x="635095" y="728937"/>
                    <a:pt x="635095" y="728937"/>
                  </a:cubicBezTo>
                  <a:lnTo>
                    <a:pt x="630316" y="732402"/>
                  </a:lnTo>
                  <a:cubicBezTo>
                    <a:pt x="630316" y="732402"/>
                    <a:pt x="630181" y="734286"/>
                    <a:pt x="630181" y="734858"/>
                  </a:cubicBezTo>
                  <a:cubicBezTo>
                    <a:pt x="630181" y="735430"/>
                    <a:pt x="629744" y="735295"/>
                    <a:pt x="630316" y="736607"/>
                  </a:cubicBezTo>
                  <a:cubicBezTo>
                    <a:pt x="630888" y="737919"/>
                    <a:pt x="634085" y="739500"/>
                    <a:pt x="634085" y="739500"/>
                  </a:cubicBezTo>
                  <a:lnTo>
                    <a:pt x="636542" y="741081"/>
                  </a:lnTo>
                  <a:lnTo>
                    <a:pt x="638864" y="741384"/>
                  </a:lnTo>
                  <a:lnTo>
                    <a:pt x="642499" y="743268"/>
                  </a:lnTo>
                  <a:lnTo>
                    <a:pt x="644821" y="746295"/>
                  </a:lnTo>
                  <a:lnTo>
                    <a:pt x="645965" y="748482"/>
                  </a:lnTo>
                  <a:lnTo>
                    <a:pt x="646537" y="750500"/>
                  </a:lnTo>
                  <a:lnTo>
                    <a:pt x="646672" y="751947"/>
                  </a:lnTo>
                  <a:lnTo>
                    <a:pt x="649128" y="753090"/>
                  </a:lnTo>
                  <a:lnTo>
                    <a:pt x="654076" y="752519"/>
                  </a:lnTo>
                  <a:lnTo>
                    <a:pt x="655523" y="751341"/>
                  </a:lnTo>
                  <a:cubicBezTo>
                    <a:pt x="655523" y="751341"/>
                    <a:pt x="659730" y="751039"/>
                    <a:pt x="660302" y="751039"/>
                  </a:cubicBezTo>
                  <a:cubicBezTo>
                    <a:pt x="660874" y="751039"/>
                    <a:pt x="662927" y="752216"/>
                    <a:pt x="663364" y="752216"/>
                  </a:cubicBezTo>
                  <a:cubicBezTo>
                    <a:pt x="663802" y="752216"/>
                    <a:pt x="665821" y="752922"/>
                    <a:pt x="666999" y="752922"/>
                  </a:cubicBezTo>
                  <a:cubicBezTo>
                    <a:pt x="668143" y="752922"/>
                    <a:pt x="672081" y="750298"/>
                    <a:pt x="672081" y="750298"/>
                  </a:cubicBezTo>
                  <a:lnTo>
                    <a:pt x="673663" y="747271"/>
                  </a:lnTo>
                  <a:lnTo>
                    <a:pt x="674100" y="744815"/>
                  </a:lnTo>
                  <a:lnTo>
                    <a:pt x="676288" y="744512"/>
                  </a:lnTo>
                  <a:cubicBezTo>
                    <a:pt x="676288" y="744512"/>
                    <a:pt x="677600" y="744075"/>
                    <a:pt x="678307" y="744512"/>
                  </a:cubicBezTo>
                  <a:cubicBezTo>
                    <a:pt x="679047" y="744950"/>
                    <a:pt x="680629" y="745387"/>
                    <a:pt x="680629" y="745387"/>
                  </a:cubicBezTo>
                  <a:lnTo>
                    <a:pt x="682379" y="745690"/>
                  </a:lnTo>
                  <a:cubicBezTo>
                    <a:pt x="682379" y="745690"/>
                    <a:pt x="684264" y="745387"/>
                    <a:pt x="684701" y="745118"/>
                  </a:cubicBezTo>
                  <a:cubicBezTo>
                    <a:pt x="685139" y="744815"/>
                    <a:pt x="686148" y="743369"/>
                    <a:pt x="686283" y="742797"/>
                  </a:cubicBezTo>
                  <a:cubicBezTo>
                    <a:pt x="686418" y="742225"/>
                    <a:pt x="687158" y="740476"/>
                    <a:pt x="687158" y="740476"/>
                  </a:cubicBezTo>
                  <a:lnTo>
                    <a:pt x="688168" y="738895"/>
                  </a:lnTo>
                  <a:cubicBezTo>
                    <a:pt x="688168" y="738895"/>
                    <a:pt x="690053" y="737313"/>
                    <a:pt x="690053" y="736876"/>
                  </a:cubicBezTo>
                  <a:cubicBezTo>
                    <a:pt x="690053" y="736439"/>
                    <a:pt x="690928" y="734992"/>
                    <a:pt x="690928" y="734992"/>
                  </a:cubicBezTo>
                  <a:cubicBezTo>
                    <a:pt x="690928" y="734992"/>
                    <a:pt x="692375" y="732974"/>
                    <a:pt x="692677" y="732369"/>
                  </a:cubicBezTo>
                  <a:cubicBezTo>
                    <a:pt x="692980" y="731797"/>
                    <a:pt x="694259" y="729778"/>
                    <a:pt x="694259" y="729778"/>
                  </a:cubicBezTo>
                  <a:lnTo>
                    <a:pt x="695000" y="727894"/>
                  </a:lnTo>
                  <a:cubicBezTo>
                    <a:pt x="695000" y="727894"/>
                    <a:pt x="696582" y="725876"/>
                    <a:pt x="696884" y="725439"/>
                  </a:cubicBezTo>
                  <a:cubicBezTo>
                    <a:pt x="697187" y="725001"/>
                    <a:pt x="699072" y="722546"/>
                    <a:pt x="699072" y="722546"/>
                  </a:cubicBezTo>
                  <a:cubicBezTo>
                    <a:pt x="699072" y="722546"/>
                    <a:pt x="701529" y="719350"/>
                    <a:pt x="701529" y="720225"/>
                  </a:cubicBezTo>
                  <a:cubicBezTo>
                    <a:pt x="701529" y="721099"/>
                    <a:pt x="704423" y="721974"/>
                    <a:pt x="704423" y="721974"/>
                  </a:cubicBezTo>
                  <a:lnTo>
                    <a:pt x="707048" y="725001"/>
                  </a:lnTo>
                  <a:cubicBezTo>
                    <a:pt x="707048" y="725001"/>
                    <a:pt x="707486" y="726885"/>
                    <a:pt x="707923" y="727760"/>
                  </a:cubicBezTo>
                  <a:cubicBezTo>
                    <a:pt x="708361" y="728634"/>
                    <a:pt x="708630" y="731225"/>
                    <a:pt x="708630" y="731225"/>
                  </a:cubicBezTo>
                  <a:cubicBezTo>
                    <a:pt x="708630" y="731225"/>
                    <a:pt x="709202" y="732099"/>
                    <a:pt x="710077" y="732671"/>
                  </a:cubicBezTo>
                  <a:cubicBezTo>
                    <a:pt x="710952" y="733243"/>
                    <a:pt x="712702" y="734421"/>
                    <a:pt x="713409" y="734690"/>
                  </a:cubicBezTo>
                  <a:cubicBezTo>
                    <a:pt x="714149" y="734992"/>
                    <a:pt x="715024" y="735564"/>
                    <a:pt x="715866" y="736271"/>
                  </a:cubicBezTo>
                  <a:cubicBezTo>
                    <a:pt x="716741" y="736977"/>
                    <a:pt x="718760" y="736977"/>
                    <a:pt x="718760" y="736977"/>
                  </a:cubicBezTo>
                  <a:lnTo>
                    <a:pt x="720947" y="737852"/>
                  </a:lnTo>
                  <a:cubicBezTo>
                    <a:pt x="720947" y="737852"/>
                    <a:pt x="721082" y="737415"/>
                    <a:pt x="724145" y="738726"/>
                  </a:cubicBezTo>
                  <a:cubicBezTo>
                    <a:pt x="727207" y="740038"/>
                    <a:pt x="726837" y="741485"/>
                    <a:pt x="726837" y="741485"/>
                  </a:cubicBezTo>
                  <a:lnTo>
                    <a:pt x="726904" y="745387"/>
                  </a:lnTo>
                  <a:lnTo>
                    <a:pt x="726904" y="748314"/>
                  </a:lnTo>
                  <a:lnTo>
                    <a:pt x="725322" y="750332"/>
                  </a:lnTo>
                  <a:lnTo>
                    <a:pt x="723572" y="751779"/>
                  </a:lnTo>
                  <a:lnTo>
                    <a:pt x="723135" y="754537"/>
                  </a:lnTo>
                  <a:cubicBezTo>
                    <a:pt x="723135" y="754537"/>
                    <a:pt x="722260" y="757598"/>
                    <a:pt x="722832" y="757733"/>
                  </a:cubicBezTo>
                  <a:cubicBezTo>
                    <a:pt x="723404" y="757867"/>
                    <a:pt x="725289" y="757867"/>
                    <a:pt x="725895" y="757867"/>
                  </a:cubicBezTo>
                  <a:cubicBezTo>
                    <a:pt x="726467" y="757867"/>
                    <a:pt x="731246" y="757867"/>
                    <a:pt x="731246" y="757867"/>
                  </a:cubicBezTo>
                  <a:lnTo>
                    <a:pt x="732121" y="759886"/>
                  </a:lnTo>
                  <a:lnTo>
                    <a:pt x="732121" y="760458"/>
                  </a:lnTo>
                  <a:lnTo>
                    <a:pt x="732121" y="763923"/>
                  </a:lnTo>
                  <a:lnTo>
                    <a:pt x="729967" y="765234"/>
                  </a:lnTo>
                  <a:lnTo>
                    <a:pt x="725188" y="766681"/>
                  </a:lnTo>
                  <a:lnTo>
                    <a:pt x="723875" y="770146"/>
                  </a:lnTo>
                  <a:cubicBezTo>
                    <a:pt x="723875" y="770146"/>
                    <a:pt x="723438" y="771290"/>
                    <a:pt x="724010" y="771592"/>
                  </a:cubicBezTo>
                  <a:cubicBezTo>
                    <a:pt x="724582" y="771895"/>
                    <a:pt x="726803" y="773173"/>
                    <a:pt x="726803" y="773173"/>
                  </a:cubicBezTo>
                  <a:cubicBezTo>
                    <a:pt x="726803" y="773173"/>
                    <a:pt x="726904" y="773308"/>
                    <a:pt x="726904" y="773476"/>
                  </a:cubicBezTo>
                  <a:lnTo>
                    <a:pt x="726904" y="773476"/>
                  </a:lnTo>
                  <a:lnTo>
                    <a:pt x="731246" y="773476"/>
                  </a:lnTo>
                  <a:lnTo>
                    <a:pt x="736765" y="768262"/>
                  </a:lnTo>
                  <a:lnTo>
                    <a:pt x="741679" y="768262"/>
                  </a:lnTo>
                  <a:lnTo>
                    <a:pt x="744876" y="766244"/>
                  </a:lnTo>
                  <a:lnTo>
                    <a:pt x="747198" y="767993"/>
                  </a:lnTo>
                  <a:lnTo>
                    <a:pt x="748948" y="772063"/>
                  </a:lnTo>
                  <a:lnTo>
                    <a:pt x="751842" y="773510"/>
                  </a:lnTo>
                  <a:lnTo>
                    <a:pt x="758439" y="776975"/>
                  </a:lnTo>
                  <a:lnTo>
                    <a:pt x="762578" y="776975"/>
                  </a:lnTo>
                  <a:cubicBezTo>
                    <a:pt x="762578" y="776975"/>
                    <a:pt x="770622" y="777412"/>
                    <a:pt x="771261" y="776975"/>
                  </a:cubicBezTo>
                  <a:cubicBezTo>
                    <a:pt x="771900" y="776537"/>
                    <a:pt x="773852" y="772938"/>
                    <a:pt x="773852" y="772938"/>
                  </a:cubicBezTo>
                  <a:lnTo>
                    <a:pt x="775804" y="770011"/>
                  </a:lnTo>
                  <a:lnTo>
                    <a:pt x="785160" y="770011"/>
                  </a:lnTo>
                  <a:lnTo>
                    <a:pt x="790141" y="770449"/>
                  </a:lnTo>
                  <a:cubicBezTo>
                    <a:pt x="790141" y="770449"/>
                    <a:pt x="800574" y="772534"/>
                    <a:pt x="801449" y="771693"/>
                  </a:cubicBezTo>
                  <a:cubicBezTo>
                    <a:pt x="802324" y="770886"/>
                    <a:pt x="802661" y="772164"/>
                    <a:pt x="804377" y="769574"/>
                  </a:cubicBezTo>
                  <a:cubicBezTo>
                    <a:pt x="806127" y="766950"/>
                    <a:pt x="806867" y="766244"/>
                    <a:pt x="806867" y="766244"/>
                  </a:cubicBezTo>
                  <a:lnTo>
                    <a:pt x="806867" y="765672"/>
                  </a:lnTo>
                  <a:lnTo>
                    <a:pt x="812286" y="766984"/>
                  </a:lnTo>
                  <a:lnTo>
                    <a:pt x="814473" y="771424"/>
                  </a:lnTo>
                  <a:cubicBezTo>
                    <a:pt x="814473" y="771424"/>
                    <a:pt x="817065" y="773274"/>
                    <a:pt x="817940" y="773274"/>
                  </a:cubicBezTo>
                  <a:cubicBezTo>
                    <a:pt x="818815" y="773274"/>
                    <a:pt x="821204" y="772164"/>
                    <a:pt x="821844" y="771424"/>
                  </a:cubicBezTo>
                  <a:cubicBezTo>
                    <a:pt x="822483" y="770684"/>
                    <a:pt x="822483" y="770247"/>
                    <a:pt x="823796" y="768935"/>
                  </a:cubicBezTo>
                  <a:cubicBezTo>
                    <a:pt x="825108" y="767623"/>
                    <a:pt x="825108" y="765907"/>
                    <a:pt x="825546" y="765672"/>
                  </a:cubicBezTo>
                  <a:cubicBezTo>
                    <a:pt x="825983" y="765436"/>
                    <a:pt x="826858" y="764158"/>
                    <a:pt x="826858" y="764158"/>
                  </a:cubicBezTo>
                  <a:cubicBezTo>
                    <a:pt x="826858" y="764158"/>
                    <a:pt x="827498" y="762409"/>
                    <a:pt x="826858" y="761770"/>
                  </a:cubicBezTo>
                  <a:cubicBezTo>
                    <a:pt x="826219" y="761130"/>
                    <a:pt x="826993" y="761130"/>
                    <a:pt x="827161" y="759818"/>
                  </a:cubicBezTo>
                  <a:cubicBezTo>
                    <a:pt x="827296" y="758506"/>
                    <a:pt x="826858" y="760054"/>
                    <a:pt x="827296" y="758506"/>
                  </a:cubicBezTo>
                  <a:cubicBezTo>
                    <a:pt x="827733" y="756993"/>
                    <a:pt x="827431" y="755243"/>
                    <a:pt x="827431" y="755243"/>
                  </a:cubicBezTo>
                  <a:lnTo>
                    <a:pt x="827733" y="752418"/>
                  </a:lnTo>
                  <a:lnTo>
                    <a:pt x="827733" y="750029"/>
                  </a:lnTo>
                  <a:cubicBezTo>
                    <a:pt x="827733" y="750029"/>
                    <a:pt x="825983" y="748953"/>
                    <a:pt x="825781" y="748280"/>
                  </a:cubicBezTo>
                  <a:cubicBezTo>
                    <a:pt x="825546" y="747641"/>
                    <a:pt x="825142" y="745892"/>
                    <a:pt x="825142" y="745892"/>
                  </a:cubicBezTo>
                  <a:lnTo>
                    <a:pt x="823628" y="744849"/>
                  </a:lnTo>
                  <a:lnTo>
                    <a:pt x="820800" y="742797"/>
                  </a:lnTo>
                  <a:cubicBezTo>
                    <a:pt x="820800" y="742797"/>
                    <a:pt x="820733" y="741014"/>
                    <a:pt x="820800" y="740778"/>
                  </a:cubicBezTo>
                  <a:cubicBezTo>
                    <a:pt x="820868" y="740577"/>
                    <a:pt x="821406" y="739635"/>
                    <a:pt x="821608" y="739365"/>
                  </a:cubicBezTo>
                  <a:cubicBezTo>
                    <a:pt x="821810" y="739096"/>
                    <a:pt x="822147" y="738995"/>
                    <a:pt x="822416" y="738491"/>
                  </a:cubicBezTo>
                  <a:cubicBezTo>
                    <a:pt x="822685" y="737986"/>
                    <a:pt x="822921" y="737583"/>
                    <a:pt x="822921" y="736540"/>
                  </a:cubicBezTo>
                  <a:cubicBezTo>
                    <a:pt x="822921" y="735497"/>
                    <a:pt x="823022" y="735060"/>
                    <a:pt x="822921" y="734421"/>
                  </a:cubicBezTo>
                  <a:cubicBezTo>
                    <a:pt x="822820" y="733781"/>
                    <a:pt x="822719" y="732940"/>
                    <a:pt x="821945" y="732503"/>
                  </a:cubicBezTo>
                  <a:cubicBezTo>
                    <a:pt x="821171" y="732066"/>
                    <a:pt x="820329" y="732268"/>
                    <a:pt x="819656" y="731460"/>
                  </a:cubicBezTo>
                  <a:cubicBezTo>
                    <a:pt x="819017" y="730653"/>
                    <a:pt x="816897" y="730014"/>
                    <a:pt x="816897" y="730014"/>
                  </a:cubicBezTo>
                  <a:lnTo>
                    <a:pt x="814709" y="730014"/>
                  </a:lnTo>
                  <a:lnTo>
                    <a:pt x="813094" y="728601"/>
                  </a:lnTo>
                  <a:lnTo>
                    <a:pt x="811882" y="728264"/>
                  </a:lnTo>
                  <a:lnTo>
                    <a:pt x="807742" y="728264"/>
                  </a:lnTo>
                  <a:lnTo>
                    <a:pt x="806228" y="728567"/>
                  </a:lnTo>
                  <a:lnTo>
                    <a:pt x="804916" y="730081"/>
                  </a:lnTo>
                  <a:lnTo>
                    <a:pt x="802089" y="731090"/>
                  </a:lnTo>
                  <a:lnTo>
                    <a:pt x="800069" y="732335"/>
                  </a:lnTo>
                  <a:lnTo>
                    <a:pt x="797747" y="733781"/>
                  </a:lnTo>
                  <a:lnTo>
                    <a:pt x="794281" y="734656"/>
                  </a:lnTo>
                  <a:lnTo>
                    <a:pt x="788324" y="735228"/>
                  </a:lnTo>
                  <a:lnTo>
                    <a:pt x="785127" y="735228"/>
                  </a:lnTo>
                  <a:cubicBezTo>
                    <a:pt x="785127" y="735228"/>
                    <a:pt x="784117" y="734353"/>
                    <a:pt x="783982" y="733916"/>
                  </a:cubicBezTo>
                  <a:cubicBezTo>
                    <a:pt x="783848" y="733479"/>
                    <a:pt x="783848" y="731292"/>
                    <a:pt x="783848" y="730888"/>
                  </a:cubicBezTo>
                  <a:cubicBezTo>
                    <a:pt x="783848" y="730451"/>
                    <a:pt x="784588" y="729307"/>
                    <a:pt x="784588" y="729307"/>
                  </a:cubicBezTo>
                  <a:cubicBezTo>
                    <a:pt x="784588" y="729307"/>
                    <a:pt x="785463" y="727592"/>
                    <a:pt x="785598" y="727121"/>
                  </a:cubicBezTo>
                  <a:cubicBezTo>
                    <a:pt x="785732" y="726683"/>
                    <a:pt x="784723" y="726818"/>
                    <a:pt x="784454" y="724093"/>
                  </a:cubicBezTo>
                  <a:cubicBezTo>
                    <a:pt x="784151" y="721335"/>
                    <a:pt x="784319" y="720763"/>
                    <a:pt x="784151" y="719316"/>
                  </a:cubicBezTo>
                  <a:cubicBezTo>
                    <a:pt x="784016" y="717870"/>
                    <a:pt x="783713" y="715414"/>
                    <a:pt x="783141" y="715246"/>
                  </a:cubicBezTo>
                  <a:cubicBezTo>
                    <a:pt x="782569" y="715111"/>
                    <a:pt x="780381" y="712353"/>
                    <a:pt x="780381" y="712353"/>
                  </a:cubicBezTo>
                  <a:lnTo>
                    <a:pt x="779069" y="710536"/>
                  </a:lnTo>
                  <a:cubicBezTo>
                    <a:pt x="779069" y="710536"/>
                    <a:pt x="778766" y="709157"/>
                    <a:pt x="778194" y="709157"/>
                  </a:cubicBezTo>
                  <a:cubicBezTo>
                    <a:pt x="778194" y="709157"/>
                    <a:pt x="778328" y="709023"/>
                    <a:pt x="777453" y="709157"/>
                  </a:cubicBezTo>
                  <a:cubicBezTo>
                    <a:pt x="776578" y="709292"/>
                    <a:pt x="775569" y="708451"/>
                    <a:pt x="773684" y="709090"/>
                  </a:cubicBezTo>
                  <a:cubicBezTo>
                    <a:pt x="771799" y="709729"/>
                    <a:pt x="768771" y="710604"/>
                    <a:pt x="768771" y="711175"/>
                  </a:cubicBezTo>
                  <a:cubicBezTo>
                    <a:pt x="768771" y="711747"/>
                    <a:pt x="767021" y="712925"/>
                    <a:pt x="766751" y="712487"/>
                  </a:cubicBezTo>
                  <a:cubicBezTo>
                    <a:pt x="766448" y="712050"/>
                    <a:pt x="764564" y="710301"/>
                    <a:pt x="764564" y="710301"/>
                  </a:cubicBezTo>
                  <a:lnTo>
                    <a:pt x="763823" y="708821"/>
                  </a:lnTo>
                  <a:lnTo>
                    <a:pt x="762006" y="707172"/>
                  </a:lnTo>
                  <a:cubicBezTo>
                    <a:pt x="762006" y="707172"/>
                    <a:pt x="762444" y="704717"/>
                    <a:pt x="762444" y="704414"/>
                  </a:cubicBezTo>
                  <a:cubicBezTo>
                    <a:pt x="762444" y="704111"/>
                    <a:pt x="762376" y="701084"/>
                    <a:pt x="762376" y="701084"/>
                  </a:cubicBezTo>
                  <a:lnTo>
                    <a:pt x="763386" y="695096"/>
                  </a:lnTo>
                  <a:lnTo>
                    <a:pt x="763386" y="692606"/>
                  </a:lnTo>
                  <a:cubicBezTo>
                    <a:pt x="763386" y="692606"/>
                    <a:pt x="760559" y="690016"/>
                    <a:pt x="760121" y="689680"/>
                  </a:cubicBezTo>
                  <a:cubicBezTo>
                    <a:pt x="759684" y="689343"/>
                    <a:pt x="758607" y="687931"/>
                    <a:pt x="758607" y="687931"/>
                  </a:cubicBezTo>
                  <a:cubicBezTo>
                    <a:pt x="758607" y="687931"/>
                    <a:pt x="758405" y="686080"/>
                    <a:pt x="758943" y="685643"/>
                  </a:cubicBezTo>
                  <a:cubicBezTo>
                    <a:pt x="759482" y="685206"/>
                    <a:pt x="760357" y="683793"/>
                    <a:pt x="760693" y="683692"/>
                  </a:cubicBezTo>
                  <a:cubicBezTo>
                    <a:pt x="761030" y="683591"/>
                    <a:pt x="762006" y="681842"/>
                    <a:pt x="762006" y="681842"/>
                  </a:cubicBezTo>
                  <a:cubicBezTo>
                    <a:pt x="762006" y="681842"/>
                    <a:pt x="762780" y="679790"/>
                    <a:pt x="763083" y="679655"/>
                  </a:cubicBezTo>
                  <a:cubicBezTo>
                    <a:pt x="763419" y="679554"/>
                    <a:pt x="763419" y="679218"/>
                    <a:pt x="764295" y="678680"/>
                  </a:cubicBezTo>
                  <a:cubicBezTo>
                    <a:pt x="765170" y="678141"/>
                    <a:pt x="767021" y="675753"/>
                    <a:pt x="767021" y="675753"/>
                  </a:cubicBezTo>
                  <a:lnTo>
                    <a:pt x="768097" y="674677"/>
                  </a:lnTo>
                  <a:lnTo>
                    <a:pt x="768973" y="674037"/>
                  </a:lnTo>
                  <a:lnTo>
                    <a:pt x="770487" y="672725"/>
                  </a:lnTo>
                  <a:cubicBezTo>
                    <a:pt x="770487" y="672725"/>
                    <a:pt x="771126" y="671851"/>
                    <a:pt x="772001" y="671851"/>
                  </a:cubicBezTo>
                  <a:cubicBezTo>
                    <a:pt x="772876" y="671851"/>
                    <a:pt x="774593" y="670875"/>
                    <a:pt x="775030" y="670875"/>
                  </a:cubicBezTo>
                  <a:cubicBezTo>
                    <a:pt x="775468" y="670875"/>
                    <a:pt x="778194" y="670875"/>
                    <a:pt x="778194" y="670875"/>
                  </a:cubicBezTo>
                  <a:cubicBezTo>
                    <a:pt x="778194" y="670875"/>
                    <a:pt x="780348" y="672187"/>
                    <a:pt x="780785" y="672490"/>
                  </a:cubicBezTo>
                  <a:cubicBezTo>
                    <a:pt x="781223" y="672826"/>
                    <a:pt x="782401" y="673264"/>
                    <a:pt x="782973" y="673365"/>
                  </a:cubicBezTo>
                  <a:cubicBezTo>
                    <a:pt x="783511" y="673466"/>
                    <a:pt x="786103" y="673466"/>
                    <a:pt x="786574" y="673466"/>
                  </a:cubicBezTo>
                  <a:cubicBezTo>
                    <a:pt x="787011" y="673466"/>
                    <a:pt x="787213" y="674979"/>
                    <a:pt x="788324" y="673129"/>
                  </a:cubicBezTo>
                  <a:cubicBezTo>
                    <a:pt x="789401" y="671279"/>
                    <a:pt x="789939" y="670741"/>
                    <a:pt x="789939" y="670303"/>
                  </a:cubicBezTo>
                  <a:cubicBezTo>
                    <a:pt x="789939" y="669866"/>
                    <a:pt x="789502" y="664215"/>
                    <a:pt x="789502" y="664215"/>
                  </a:cubicBezTo>
                  <a:lnTo>
                    <a:pt x="789502" y="663037"/>
                  </a:lnTo>
                  <a:lnTo>
                    <a:pt x="790915" y="660750"/>
                  </a:lnTo>
                  <a:lnTo>
                    <a:pt x="793002" y="658630"/>
                  </a:lnTo>
                  <a:lnTo>
                    <a:pt x="795290" y="655199"/>
                  </a:lnTo>
                  <a:lnTo>
                    <a:pt x="797343" y="655199"/>
                  </a:lnTo>
                  <a:lnTo>
                    <a:pt x="799834" y="656074"/>
                  </a:lnTo>
                  <a:lnTo>
                    <a:pt x="800608" y="658799"/>
                  </a:lnTo>
                  <a:lnTo>
                    <a:pt x="801920" y="661624"/>
                  </a:lnTo>
                  <a:lnTo>
                    <a:pt x="805387" y="664988"/>
                  </a:lnTo>
                  <a:lnTo>
                    <a:pt x="807440" y="667713"/>
                  </a:lnTo>
                  <a:lnTo>
                    <a:pt x="809930" y="670202"/>
                  </a:lnTo>
                  <a:lnTo>
                    <a:pt x="812656" y="670404"/>
                  </a:lnTo>
                  <a:lnTo>
                    <a:pt x="814171" y="670068"/>
                  </a:lnTo>
                  <a:lnTo>
                    <a:pt x="815584" y="669866"/>
                  </a:lnTo>
                  <a:lnTo>
                    <a:pt x="818209" y="671178"/>
                  </a:lnTo>
                  <a:lnTo>
                    <a:pt x="820262" y="675316"/>
                  </a:lnTo>
                  <a:lnTo>
                    <a:pt x="821036" y="677166"/>
                  </a:lnTo>
                  <a:lnTo>
                    <a:pt x="822113" y="679453"/>
                  </a:lnTo>
                  <a:lnTo>
                    <a:pt x="824166" y="679117"/>
                  </a:lnTo>
                  <a:lnTo>
                    <a:pt x="825377" y="680328"/>
                  </a:lnTo>
                  <a:lnTo>
                    <a:pt x="826152" y="681943"/>
                  </a:lnTo>
                  <a:lnTo>
                    <a:pt x="827128" y="683591"/>
                  </a:lnTo>
                  <a:lnTo>
                    <a:pt x="828979" y="685206"/>
                  </a:lnTo>
                  <a:lnTo>
                    <a:pt x="830628" y="685979"/>
                  </a:lnTo>
                  <a:lnTo>
                    <a:pt x="832479" y="686619"/>
                  </a:lnTo>
                  <a:cubicBezTo>
                    <a:pt x="832479" y="686619"/>
                    <a:pt x="833253" y="687258"/>
                    <a:pt x="834229" y="686854"/>
                  </a:cubicBezTo>
                  <a:cubicBezTo>
                    <a:pt x="835205" y="686417"/>
                    <a:pt x="835642" y="685374"/>
                    <a:pt x="835642" y="685374"/>
                  </a:cubicBezTo>
                  <a:cubicBezTo>
                    <a:pt x="835642" y="685374"/>
                    <a:pt x="835474" y="685710"/>
                    <a:pt x="835205" y="686047"/>
                  </a:cubicBezTo>
                  <a:lnTo>
                    <a:pt x="833017" y="680429"/>
                  </a:lnTo>
                  <a:lnTo>
                    <a:pt x="833017" y="675215"/>
                  </a:lnTo>
                  <a:lnTo>
                    <a:pt x="831906" y="672826"/>
                  </a:lnTo>
                  <a:lnTo>
                    <a:pt x="831301" y="669496"/>
                  </a:lnTo>
                  <a:lnTo>
                    <a:pt x="831301" y="668251"/>
                  </a:lnTo>
                  <a:cubicBezTo>
                    <a:pt x="831301" y="668251"/>
                    <a:pt x="829113" y="663609"/>
                    <a:pt x="829113" y="663172"/>
                  </a:cubicBezTo>
                  <a:cubicBezTo>
                    <a:pt x="829113" y="662734"/>
                    <a:pt x="828238" y="658967"/>
                    <a:pt x="828238" y="658967"/>
                  </a:cubicBezTo>
                  <a:lnTo>
                    <a:pt x="825411" y="656646"/>
                  </a:lnTo>
                  <a:lnTo>
                    <a:pt x="824334" y="651297"/>
                  </a:lnTo>
                  <a:lnTo>
                    <a:pt x="824334" y="647395"/>
                  </a:lnTo>
                  <a:cubicBezTo>
                    <a:pt x="824334" y="647395"/>
                    <a:pt x="822450" y="644939"/>
                    <a:pt x="821877" y="644939"/>
                  </a:cubicBezTo>
                  <a:cubicBezTo>
                    <a:pt x="821305" y="644939"/>
                    <a:pt x="817805" y="640734"/>
                    <a:pt x="817805" y="640734"/>
                  </a:cubicBezTo>
                  <a:cubicBezTo>
                    <a:pt x="817805" y="640734"/>
                    <a:pt x="813026" y="641743"/>
                    <a:pt x="811848" y="641743"/>
                  </a:cubicBezTo>
                  <a:cubicBezTo>
                    <a:pt x="810704" y="641743"/>
                    <a:pt x="806935" y="641003"/>
                    <a:pt x="806060" y="639725"/>
                  </a:cubicBezTo>
                  <a:cubicBezTo>
                    <a:pt x="805185" y="638413"/>
                    <a:pt x="801584" y="634511"/>
                    <a:pt x="801584" y="634511"/>
                  </a:cubicBezTo>
                  <a:lnTo>
                    <a:pt x="798252" y="632761"/>
                  </a:lnTo>
                  <a:lnTo>
                    <a:pt x="790276" y="634073"/>
                  </a:lnTo>
                  <a:cubicBezTo>
                    <a:pt x="790276" y="634073"/>
                    <a:pt x="783915" y="636529"/>
                    <a:pt x="783478" y="636664"/>
                  </a:cubicBezTo>
                  <a:cubicBezTo>
                    <a:pt x="783040" y="636798"/>
                    <a:pt x="778833" y="636361"/>
                    <a:pt x="778396" y="636226"/>
                  </a:cubicBezTo>
                  <a:cubicBezTo>
                    <a:pt x="777958" y="636092"/>
                    <a:pt x="773920" y="630272"/>
                    <a:pt x="773920" y="630272"/>
                  </a:cubicBezTo>
                  <a:lnTo>
                    <a:pt x="773920" y="624755"/>
                  </a:lnTo>
                  <a:lnTo>
                    <a:pt x="773920" y="619541"/>
                  </a:lnTo>
                  <a:cubicBezTo>
                    <a:pt x="773920" y="619541"/>
                    <a:pt x="771968" y="615202"/>
                    <a:pt x="771093" y="614529"/>
                  </a:cubicBezTo>
                  <a:cubicBezTo>
                    <a:pt x="770218" y="613890"/>
                    <a:pt x="769141" y="611703"/>
                    <a:pt x="769141" y="610829"/>
                  </a:cubicBezTo>
                  <a:cubicBezTo>
                    <a:pt x="769141" y="609954"/>
                    <a:pt x="770016" y="609315"/>
                    <a:pt x="770218" y="608205"/>
                  </a:cubicBezTo>
                  <a:cubicBezTo>
                    <a:pt x="770420" y="607128"/>
                    <a:pt x="771295" y="606018"/>
                    <a:pt x="771295" y="605177"/>
                  </a:cubicBezTo>
                  <a:cubicBezTo>
                    <a:pt x="771295" y="604302"/>
                    <a:pt x="773247" y="602553"/>
                    <a:pt x="773247" y="602553"/>
                  </a:cubicBezTo>
                  <a:lnTo>
                    <a:pt x="773684" y="599290"/>
                  </a:lnTo>
                  <a:lnTo>
                    <a:pt x="774122" y="596666"/>
                  </a:lnTo>
                  <a:lnTo>
                    <a:pt x="776511" y="593841"/>
                  </a:lnTo>
                  <a:lnTo>
                    <a:pt x="774357" y="588862"/>
                  </a:lnTo>
                  <a:lnTo>
                    <a:pt x="769141" y="589938"/>
                  </a:lnTo>
                  <a:cubicBezTo>
                    <a:pt x="769141" y="589938"/>
                    <a:pt x="766516" y="591015"/>
                    <a:pt x="765876" y="591688"/>
                  </a:cubicBezTo>
                  <a:cubicBezTo>
                    <a:pt x="765237" y="592327"/>
                    <a:pt x="760660" y="594278"/>
                    <a:pt x="760660" y="594278"/>
                  </a:cubicBezTo>
                  <a:lnTo>
                    <a:pt x="757395" y="594278"/>
                  </a:lnTo>
                  <a:lnTo>
                    <a:pt x="750429" y="593201"/>
                  </a:lnTo>
                  <a:lnTo>
                    <a:pt x="746962" y="590376"/>
                  </a:lnTo>
                  <a:lnTo>
                    <a:pt x="744573" y="586911"/>
                  </a:lnTo>
                  <a:lnTo>
                    <a:pt x="745650" y="582773"/>
                  </a:lnTo>
                  <a:lnTo>
                    <a:pt x="746087" y="580385"/>
                  </a:lnTo>
                  <a:lnTo>
                    <a:pt x="744573" y="578871"/>
                  </a:lnTo>
                  <a:lnTo>
                    <a:pt x="740433" y="573657"/>
                  </a:lnTo>
                  <a:cubicBezTo>
                    <a:pt x="740433" y="573657"/>
                    <a:pt x="739356" y="571268"/>
                    <a:pt x="739356" y="570595"/>
                  </a:cubicBezTo>
                  <a:cubicBezTo>
                    <a:pt x="739356" y="569956"/>
                    <a:pt x="739996" y="564069"/>
                    <a:pt x="740669" y="563868"/>
                  </a:cubicBezTo>
                  <a:cubicBezTo>
                    <a:pt x="741342" y="563666"/>
                    <a:pt x="739356" y="558653"/>
                    <a:pt x="739356" y="558653"/>
                  </a:cubicBezTo>
                  <a:cubicBezTo>
                    <a:pt x="739356" y="558653"/>
                    <a:pt x="742823" y="556265"/>
                    <a:pt x="743496" y="556366"/>
                  </a:cubicBezTo>
                  <a:cubicBezTo>
                    <a:pt x="744135" y="556467"/>
                    <a:pt x="748477" y="550815"/>
                    <a:pt x="748477" y="550815"/>
                  </a:cubicBezTo>
                  <a:cubicBezTo>
                    <a:pt x="748477" y="550815"/>
                    <a:pt x="753895" y="547990"/>
                    <a:pt x="754333" y="547351"/>
                  </a:cubicBezTo>
                  <a:cubicBezTo>
                    <a:pt x="754770" y="546711"/>
                    <a:pt x="759112" y="545837"/>
                    <a:pt x="759785" y="545601"/>
                  </a:cubicBezTo>
                  <a:cubicBezTo>
                    <a:pt x="760424" y="545399"/>
                    <a:pt x="762612" y="543650"/>
                    <a:pt x="762612" y="542775"/>
                  </a:cubicBezTo>
                  <a:cubicBezTo>
                    <a:pt x="762612" y="541901"/>
                    <a:pt x="764564" y="537023"/>
                    <a:pt x="764564" y="536149"/>
                  </a:cubicBezTo>
                  <a:cubicBezTo>
                    <a:pt x="764564" y="535274"/>
                    <a:pt x="765439" y="531708"/>
                    <a:pt x="765439" y="531708"/>
                  </a:cubicBezTo>
                  <a:lnTo>
                    <a:pt x="767828" y="531708"/>
                  </a:lnTo>
                  <a:cubicBezTo>
                    <a:pt x="767828" y="531708"/>
                    <a:pt x="769343" y="531910"/>
                    <a:pt x="770891" y="531708"/>
                  </a:cubicBezTo>
                  <a:cubicBezTo>
                    <a:pt x="772405" y="531473"/>
                    <a:pt x="773280" y="530632"/>
                    <a:pt x="773920" y="529959"/>
                  </a:cubicBezTo>
                  <a:cubicBezTo>
                    <a:pt x="774559" y="529320"/>
                    <a:pt x="774795" y="527570"/>
                    <a:pt x="775232" y="526931"/>
                  </a:cubicBezTo>
                  <a:cubicBezTo>
                    <a:pt x="775670" y="526292"/>
                    <a:pt x="776545" y="523466"/>
                    <a:pt x="776545" y="522592"/>
                  </a:cubicBezTo>
                  <a:cubicBezTo>
                    <a:pt x="776545" y="521717"/>
                    <a:pt x="777420" y="518690"/>
                    <a:pt x="777420" y="518690"/>
                  </a:cubicBezTo>
                  <a:cubicBezTo>
                    <a:pt x="777420" y="518690"/>
                    <a:pt x="777857" y="516503"/>
                    <a:pt x="777857" y="515662"/>
                  </a:cubicBezTo>
                  <a:cubicBezTo>
                    <a:pt x="777857" y="514787"/>
                    <a:pt x="779170" y="513274"/>
                    <a:pt x="778732" y="512399"/>
                  </a:cubicBezTo>
                  <a:cubicBezTo>
                    <a:pt x="778295" y="511524"/>
                    <a:pt x="778295" y="509136"/>
                    <a:pt x="777655" y="508934"/>
                  </a:cubicBezTo>
                  <a:cubicBezTo>
                    <a:pt x="777016" y="508732"/>
                    <a:pt x="776780" y="505032"/>
                    <a:pt x="775030" y="503922"/>
                  </a:cubicBezTo>
                  <a:cubicBezTo>
                    <a:pt x="773280" y="502845"/>
                    <a:pt x="771328" y="501971"/>
                    <a:pt x="768703" y="501533"/>
                  </a:cubicBezTo>
                  <a:cubicBezTo>
                    <a:pt x="766112" y="501096"/>
                    <a:pt x="763924" y="498506"/>
                    <a:pt x="763285" y="498270"/>
                  </a:cubicBezTo>
                  <a:cubicBezTo>
                    <a:pt x="762612" y="498035"/>
                    <a:pt x="760895" y="494133"/>
                    <a:pt x="760895" y="494133"/>
                  </a:cubicBezTo>
                  <a:lnTo>
                    <a:pt x="760660" y="489692"/>
                  </a:lnTo>
                  <a:lnTo>
                    <a:pt x="761299" y="486530"/>
                  </a:lnTo>
                  <a:lnTo>
                    <a:pt x="766078" y="486530"/>
                  </a:lnTo>
                  <a:lnTo>
                    <a:pt x="770420" y="488717"/>
                  </a:lnTo>
                  <a:lnTo>
                    <a:pt x="771295" y="485454"/>
                  </a:lnTo>
                  <a:lnTo>
                    <a:pt x="768670" y="481316"/>
                  </a:lnTo>
                  <a:lnTo>
                    <a:pt x="771497" y="480239"/>
                  </a:lnTo>
                  <a:cubicBezTo>
                    <a:pt x="771497" y="480239"/>
                    <a:pt x="774324" y="480677"/>
                    <a:pt x="775199" y="480239"/>
                  </a:cubicBezTo>
                  <a:cubicBezTo>
                    <a:pt x="776074" y="479802"/>
                    <a:pt x="777386" y="480239"/>
                    <a:pt x="777386" y="480239"/>
                  </a:cubicBezTo>
                  <a:lnTo>
                    <a:pt x="780651" y="474151"/>
                  </a:lnTo>
                  <a:cubicBezTo>
                    <a:pt x="780651" y="474151"/>
                    <a:pt x="783680" y="469811"/>
                    <a:pt x="784353" y="468937"/>
                  </a:cubicBezTo>
                  <a:cubicBezTo>
                    <a:pt x="784992" y="468062"/>
                    <a:pt x="786574" y="464597"/>
                    <a:pt x="787180" y="464597"/>
                  </a:cubicBezTo>
                  <a:cubicBezTo>
                    <a:pt x="787819" y="464597"/>
                    <a:pt x="790209" y="462410"/>
                    <a:pt x="790209" y="462410"/>
                  </a:cubicBezTo>
                  <a:cubicBezTo>
                    <a:pt x="790209" y="462410"/>
                    <a:pt x="792834" y="464597"/>
                    <a:pt x="793473" y="464799"/>
                  </a:cubicBezTo>
                  <a:cubicBezTo>
                    <a:pt x="794112" y="465001"/>
                    <a:pt x="796738" y="467826"/>
                    <a:pt x="796738" y="467826"/>
                  </a:cubicBezTo>
                  <a:cubicBezTo>
                    <a:pt x="796738" y="467826"/>
                    <a:pt x="800002" y="468264"/>
                    <a:pt x="800641" y="468466"/>
                  </a:cubicBezTo>
                  <a:cubicBezTo>
                    <a:pt x="801315" y="468667"/>
                    <a:pt x="804343" y="470652"/>
                    <a:pt x="804343" y="470652"/>
                  </a:cubicBezTo>
                  <a:lnTo>
                    <a:pt x="806733" y="471729"/>
                  </a:lnTo>
                  <a:lnTo>
                    <a:pt x="810199" y="473478"/>
                  </a:lnTo>
                  <a:lnTo>
                    <a:pt x="812387" y="476741"/>
                  </a:lnTo>
                  <a:lnTo>
                    <a:pt x="814574" y="479567"/>
                  </a:lnTo>
                  <a:lnTo>
                    <a:pt x="818276" y="479567"/>
                  </a:lnTo>
                  <a:lnTo>
                    <a:pt x="821103" y="481955"/>
                  </a:lnTo>
                  <a:lnTo>
                    <a:pt x="825007" y="485218"/>
                  </a:lnTo>
                  <a:lnTo>
                    <a:pt x="826959" y="488986"/>
                  </a:lnTo>
                  <a:lnTo>
                    <a:pt x="830426" y="492316"/>
                  </a:lnTo>
                  <a:cubicBezTo>
                    <a:pt x="830426" y="492316"/>
                    <a:pt x="834700" y="492451"/>
                    <a:pt x="834801" y="492451"/>
                  </a:cubicBezTo>
                  <a:cubicBezTo>
                    <a:pt x="834902" y="492451"/>
                    <a:pt x="836921" y="492451"/>
                    <a:pt x="837358" y="492316"/>
                  </a:cubicBezTo>
                  <a:cubicBezTo>
                    <a:pt x="837796" y="492181"/>
                    <a:pt x="840118" y="490735"/>
                    <a:pt x="840118" y="490735"/>
                  </a:cubicBezTo>
                  <a:lnTo>
                    <a:pt x="841565" y="488717"/>
                  </a:lnTo>
                  <a:lnTo>
                    <a:pt x="842878" y="488212"/>
                  </a:lnTo>
                  <a:cubicBezTo>
                    <a:pt x="842878" y="488212"/>
                    <a:pt x="844190" y="488279"/>
                    <a:pt x="844628" y="488279"/>
                  </a:cubicBezTo>
                  <a:cubicBezTo>
                    <a:pt x="845065" y="488279"/>
                    <a:pt x="847825" y="488279"/>
                    <a:pt x="847825" y="488279"/>
                  </a:cubicBezTo>
                  <a:lnTo>
                    <a:pt x="848700" y="487707"/>
                  </a:lnTo>
                  <a:cubicBezTo>
                    <a:pt x="848700" y="487707"/>
                    <a:pt x="850013" y="485521"/>
                    <a:pt x="850450" y="485084"/>
                  </a:cubicBezTo>
                  <a:cubicBezTo>
                    <a:pt x="850888" y="484646"/>
                    <a:pt x="851628" y="483334"/>
                    <a:pt x="851628" y="483334"/>
                  </a:cubicBezTo>
                  <a:lnTo>
                    <a:pt x="852638" y="482090"/>
                  </a:lnTo>
                  <a:lnTo>
                    <a:pt x="855667" y="481282"/>
                  </a:lnTo>
                  <a:lnTo>
                    <a:pt x="860008" y="481282"/>
                  </a:lnTo>
                  <a:lnTo>
                    <a:pt x="861455" y="480576"/>
                  </a:lnTo>
                  <a:cubicBezTo>
                    <a:pt x="861455" y="480576"/>
                    <a:pt x="862465" y="481013"/>
                    <a:pt x="863912" y="481888"/>
                  </a:cubicBezTo>
                  <a:cubicBezTo>
                    <a:pt x="865359" y="482762"/>
                    <a:pt x="870441" y="485958"/>
                    <a:pt x="870441" y="485958"/>
                  </a:cubicBezTo>
                  <a:lnTo>
                    <a:pt x="871148" y="489726"/>
                  </a:lnTo>
                  <a:cubicBezTo>
                    <a:pt x="871148" y="489726"/>
                    <a:pt x="870508" y="494940"/>
                    <a:pt x="870778" y="495512"/>
                  </a:cubicBezTo>
                  <a:cubicBezTo>
                    <a:pt x="871080" y="496084"/>
                    <a:pt x="871282" y="500154"/>
                    <a:pt x="871282" y="500154"/>
                  </a:cubicBezTo>
                  <a:lnTo>
                    <a:pt x="871282" y="503047"/>
                  </a:lnTo>
                  <a:lnTo>
                    <a:pt x="874311" y="505234"/>
                  </a:lnTo>
                  <a:lnTo>
                    <a:pt x="875186" y="508429"/>
                  </a:lnTo>
                  <a:cubicBezTo>
                    <a:pt x="875186" y="508429"/>
                    <a:pt x="879258" y="511322"/>
                    <a:pt x="880100" y="511625"/>
                  </a:cubicBezTo>
                  <a:cubicBezTo>
                    <a:pt x="880975" y="511928"/>
                    <a:pt x="881109" y="511827"/>
                    <a:pt x="882557" y="512130"/>
                  </a:cubicBezTo>
                  <a:cubicBezTo>
                    <a:pt x="884004" y="512433"/>
                    <a:pt x="886898" y="512634"/>
                    <a:pt x="887470" y="512634"/>
                  </a:cubicBezTo>
                  <a:cubicBezTo>
                    <a:pt x="888042" y="512634"/>
                    <a:pt x="891239" y="512634"/>
                    <a:pt x="891239" y="512634"/>
                  </a:cubicBezTo>
                  <a:cubicBezTo>
                    <a:pt x="891239" y="512634"/>
                    <a:pt x="895144" y="512634"/>
                    <a:pt x="896591" y="512634"/>
                  </a:cubicBezTo>
                  <a:cubicBezTo>
                    <a:pt x="898038" y="512634"/>
                    <a:pt x="901673" y="512634"/>
                    <a:pt x="901673" y="512634"/>
                  </a:cubicBezTo>
                  <a:lnTo>
                    <a:pt x="904432" y="510448"/>
                  </a:lnTo>
                  <a:lnTo>
                    <a:pt x="906620" y="509439"/>
                  </a:lnTo>
                  <a:cubicBezTo>
                    <a:pt x="906620" y="509439"/>
                    <a:pt x="909379" y="508295"/>
                    <a:pt x="909951" y="508295"/>
                  </a:cubicBezTo>
                  <a:cubicBezTo>
                    <a:pt x="910524" y="508295"/>
                    <a:pt x="914158" y="505974"/>
                    <a:pt x="914731" y="505839"/>
                  </a:cubicBezTo>
                  <a:cubicBezTo>
                    <a:pt x="915303" y="505705"/>
                    <a:pt x="917557" y="503081"/>
                    <a:pt x="917995" y="503081"/>
                  </a:cubicBezTo>
                  <a:cubicBezTo>
                    <a:pt x="918432" y="503081"/>
                    <a:pt x="919947" y="499616"/>
                    <a:pt x="919947" y="499616"/>
                  </a:cubicBezTo>
                  <a:lnTo>
                    <a:pt x="919947" y="497867"/>
                  </a:lnTo>
                  <a:lnTo>
                    <a:pt x="920822" y="495276"/>
                  </a:lnTo>
                  <a:lnTo>
                    <a:pt x="922707" y="492955"/>
                  </a:lnTo>
                  <a:lnTo>
                    <a:pt x="924591" y="491071"/>
                  </a:lnTo>
                  <a:lnTo>
                    <a:pt x="928058" y="486732"/>
                  </a:lnTo>
                  <a:lnTo>
                    <a:pt x="929808" y="480509"/>
                  </a:lnTo>
                  <a:cubicBezTo>
                    <a:pt x="929808" y="480509"/>
                    <a:pt x="932130" y="474992"/>
                    <a:pt x="932870" y="474992"/>
                  </a:cubicBezTo>
                  <a:cubicBezTo>
                    <a:pt x="933577" y="474992"/>
                    <a:pt x="936337" y="472973"/>
                    <a:pt x="936337" y="472973"/>
                  </a:cubicBezTo>
                  <a:lnTo>
                    <a:pt x="937918" y="469643"/>
                  </a:lnTo>
                  <a:lnTo>
                    <a:pt x="939366" y="465303"/>
                  </a:lnTo>
                  <a:cubicBezTo>
                    <a:pt x="939366" y="465303"/>
                    <a:pt x="939938" y="462982"/>
                    <a:pt x="940375" y="462478"/>
                  </a:cubicBezTo>
                  <a:cubicBezTo>
                    <a:pt x="940813" y="461973"/>
                    <a:pt x="942394" y="458340"/>
                    <a:pt x="942394" y="458340"/>
                  </a:cubicBezTo>
                  <a:cubicBezTo>
                    <a:pt x="942394" y="458340"/>
                    <a:pt x="943842" y="457331"/>
                    <a:pt x="943976" y="456894"/>
                  </a:cubicBezTo>
                  <a:cubicBezTo>
                    <a:pt x="944111" y="456456"/>
                    <a:pt x="945558" y="455010"/>
                    <a:pt x="945558" y="455010"/>
                  </a:cubicBezTo>
                  <a:lnTo>
                    <a:pt x="946871" y="451679"/>
                  </a:lnTo>
                  <a:cubicBezTo>
                    <a:pt x="946871" y="451679"/>
                    <a:pt x="946736" y="450098"/>
                    <a:pt x="948318" y="450098"/>
                  </a:cubicBezTo>
                  <a:cubicBezTo>
                    <a:pt x="949899" y="450098"/>
                    <a:pt x="951212" y="450098"/>
                    <a:pt x="951212" y="450098"/>
                  </a:cubicBezTo>
                  <a:lnTo>
                    <a:pt x="951212" y="449224"/>
                  </a:lnTo>
                  <a:lnTo>
                    <a:pt x="952962" y="446902"/>
                  </a:lnTo>
                  <a:lnTo>
                    <a:pt x="952962" y="445759"/>
                  </a:lnTo>
                  <a:cubicBezTo>
                    <a:pt x="952962" y="445759"/>
                    <a:pt x="952828" y="443303"/>
                    <a:pt x="952962" y="442866"/>
                  </a:cubicBezTo>
                  <a:cubicBezTo>
                    <a:pt x="953097" y="442429"/>
                    <a:pt x="950068" y="439233"/>
                    <a:pt x="950068" y="439233"/>
                  </a:cubicBezTo>
                  <a:lnTo>
                    <a:pt x="947308" y="436912"/>
                  </a:lnTo>
                  <a:lnTo>
                    <a:pt x="948452" y="433884"/>
                  </a:lnTo>
                  <a:lnTo>
                    <a:pt x="950472" y="430688"/>
                  </a:lnTo>
                  <a:lnTo>
                    <a:pt x="952726" y="429107"/>
                  </a:lnTo>
                  <a:lnTo>
                    <a:pt x="954678" y="427661"/>
                  </a:lnTo>
                  <a:lnTo>
                    <a:pt x="954678" y="424902"/>
                  </a:lnTo>
                  <a:cubicBezTo>
                    <a:pt x="954678" y="424902"/>
                    <a:pt x="953097" y="423153"/>
                    <a:pt x="953534" y="423018"/>
                  </a:cubicBezTo>
                  <a:cubicBezTo>
                    <a:pt x="953972" y="422884"/>
                    <a:pt x="954409" y="421202"/>
                    <a:pt x="954678" y="421067"/>
                  </a:cubicBezTo>
                  <a:cubicBezTo>
                    <a:pt x="954981" y="420933"/>
                    <a:pt x="955823" y="418813"/>
                    <a:pt x="955823" y="418813"/>
                  </a:cubicBezTo>
                  <a:lnTo>
                    <a:pt x="959020" y="418813"/>
                  </a:lnTo>
                  <a:lnTo>
                    <a:pt x="960770" y="418813"/>
                  </a:lnTo>
                  <a:cubicBezTo>
                    <a:pt x="960770" y="418813"/>
                    <a:pt x="963227" y="418242"/>
                    <a:pt x="964102" y="418813"/>
                  </a:cubicBezTo>
                  <a:cubicBezTo>
                    <a:pt x="964977" y="419385"/>
                    <a:pt x="965986" y="420697"/>
                    <a:pt x="965986" y="420697"/>
                  </a:cubicBezTo>
                  <a:cubicBezTo>
                    <a:pt x="965986" y="420697"/>
                    <a:pt x="966558" y="421269"/>
                    <a:pt x="967434" y="421841"/>
                  </a:cubicBezTo>
                  <a:cubicBezTo>
                    <a:pt x="968309" y="422413"/>
                    <a:pt x="969890" y="422985"/>
                    <a:pt x="970631" y="422985"/>
                  </a:cubicBezTo>
                  <a:cubicBezTo>
                    <a:pt x="971338" y="422985"/>
                    <a:pt x="972650" y="423557"/>
                    <a:pt x="973390" y="422850"/>
                  </a:cubicBezTo>
                  <a:cubicBezTo>
                    <a:pt x="974097" y="422110"/>
                    <a:pt x="975578" y="420226"/>
                    <a:pt x="976150" y="420226"/>
                  </a:cubicBezTo>
                  <a:cubicBezTo>
                    <a:pt x="976722" y="420226"/>
                    <a:pt x="978035" y="419654"/>
                    <a:pt x="978035" y="419654"/>
                  </a:cubicBezTo>
                  <a:lnTo>
                    <a:pt x="979179" y="420092"/>
                  </a:lnTo>
                  <a:cubicBezTo>
                    <a:pt x="979179" y="420092"/>
                    <a:pt x="979482" y="422682"/>
                    <a:pt x="979886" y="423119"/>
                  </a:cubicBezTo>
                  <a:cubicBezTo>
                    <a:pt x="980323" y="423557"/>
                    <a:pt x="982511" y="426450"/>
                    <a:pt x="982511" y="426450"/>
                  </a:cubicBezTo>
                  <a:lnTo>
                    <a:pt x="984261" y="427459"/>
                  </a:lnTo>
                  <a:lnTo>
                    <a:pt x="986852" y="427459"/>
                  </a:lnTo>
                  <a:lnTo>
                    <a:pt x="989174" y="426450"/>
                  </a:lnTo>
                  <a:lnTo>
                    <a:pt x="991194" y="424700"/>
                  </a:lnTo>
                  <a:cubicBezTo>
                    <a:pt x="991194" y="424700"/>
                    <a:pt x="992338" y="424566"/>
                    <a:pt x="992776" y="424263"/>
                  </a:cubicBezTo>
                  <a:cubicBezTo>
                    <a:pt x="993213" y="423960"/>
                    <a:pt x="994357" y="422951"/>
                    <a:pt x="994795" y="422682"/>
                  </a:cubicBezTo>
                  <a:cubicBezTo>
                    <a:pt x="995232" y="422379"/>
                    <a:pt x="995804" y="421235"/>
                    <a:pt x="995804" y="421235"/>
                  </a:cubicBezTo>
                  <a:lnTo>
                    <a:pt x="999708" y="416728"/>
                  </a:lnTo>
                  <a:lnTo>
                    <a:pt x="996814" y="412960"/>
                  </a:lnTo>
                  <a:cubicBezTo>
                    <a:pt x="996814" y="412960"/>
                    <a:pt x="995804" y="410505"/>
                    <a:pt x="995939" y="409630"/>
                  </a:cubicBezTo>
                  <a:cubicBezTo>
                    <a:pt x="996074" y="408755"/>
                    <a:pt x="996242" y="407174"/>
                    <a:pt x="997083" y="406434"/>
                  </a:cubicBezTo>
                  <a:cubicBezTo>
                    <a:pt x="997958" y="405694"/>
                    <a:pt x="999675" y="403676"/>
                    <a:pt x="999675" y="403676"/>
                  </a:cubicBezTo>
                  <a:lnTo>
                    <a:pt x="1001997" y="402801"/>
                  </a:lnTo>
                  <a:cubicBezTo>
                    <a:pt x="1001997" y="402801"/>
                    <a:pt x="1004454" y="401052"/>
                    <a:pt x="1005026" y="399774"/>
                  </a:cubicBezTo>
                  <a:cubicBezTo>
                    <a:pt x="1005598" y="398462"/>
                    <a:pt x="1007348" y="396006"/>
                    <a:pt x="1007348" y="396006"/>
                  </a:cubicBezTo>
                  <a:lnTo>
                    <a:pt x="1004891" y="394257"/>
                  </a:lnTo>
                  <a:lnTo>
                    <a:pt x="1004319" y="391935"/>
                  </a:lnTo>
                  <a:lnTo>
                    <a:pt x="1005463" y="389917"/>
                  </a:lnTo>
                  <a:lnTo>
                    <a:pt x="1008795" y="388336"/>
                  </a:lnTo>
                  <a:lnTo>
                    <a:pt x="1011824" y="384871"/>
                  </a:lnTo>
                  <a:lnTo>
                    <a:pt x="1008627" y="381238"/>
                  </a:lnTo>
                  <a:lnTo>
                    <a:pt x="1007483" y="379354"/>
                  </a:lnTo>
                  <a:cubicBezTo>
                    <a:pt x="1007483" y="379354"/>
                    <a:pt x="1008055" y="376327"/>
                    <a:pt x="1008492" y="376158"/>
                  </a:cubicBezTo>
                  <a:cubicBezTo>
                    <a:pt x="1008930" y="376024"/>
                    <a:pt x="1013709" y="374140"/>
                    <a:pt x="1013709" y="374140"/>
                  </a:cubicBezTo>
                  <a:lnTo>
                    <a:pt x="1017613" y="371953"/>
                  </a:lnTo>
                  <a:lnTo>
                    <a:pt x="1020069" y="368186"/>
                  </a:lnTo>
                  <a:lnTo>
                    <a:pt x="1021079" y="364721"/>
                  </a:lnTo>
                  <a:cubicBezTo>
                    <a:pt x="1021079" y="364721"/>
                    <a:pt x="1022661" y="361962"/>
                    <a:pt x="1022661" y="361391"/>
                  </a:cubicBezTo>
                  <a:cubicBezTo>
                    <a:pt x="1022661" y="360819"/>
                    <a:pt x="1023805" y="358060"/>
                    <a:pt x="1023805" y="358060"/>
                  </a:cubicBezTo>
                  <a:cubicBezTo>
                    <a:pt x="1023805" y="358060"/>
                    <a:pt x="1023502" y="355605"/>
                    <a:pt x="1023805" y="355167"/>
                  </a:cubicBezTo>
                  <a:cubicBezTo>
                    <a:pt x="1024108" y="354730"/>
                    <a:pt x="1023805" y="352409"/>
                    <a:pt x="1023805" y="352409"/>
                  </a:cubicBezTo>
                  <a:cubicBezTo>
                    <a:pt x="1023805" y="352409"/>
                    <a:pt x="1023199" y="351097"/>
                    <a:pt x="1023939" y="350660"/>
                  </a:cubicBezTo>
                  <a:cubicBezTo>
                    <a:pt x="1024680" y="350222"/>
                    <a:pt x="1025993" y="348473"/>
                    <a:pt x="1025993" y="348473"/>
                  </a:cubicBezTo>
                  <a:cubicBezTo>
                    <a:pt x="1025993" y="348473"/>
                    <a:pt x="1027742" y="348608"/>
                    <a:pt x="1028315" y="348473"/>
                  </a:cubicBezTo>
                  <a:cubicBezTo>
                    <a:pt x="1028887" y="348338"/>
                    <a:pt x="1029762" y="348608"/>
                    <a:pt x="1031074" y="348473"/>
                  </a:cubicBezTo>
                  <a:cubicBezTo>
                    <a:pt x="1032387" y="348338"/>
                    <a:pt x="1035113" y="347767"/>
                    <a:pt x="1035113" y="347767"/>
                  </a:cubicBezTo>
                  <a:cubicBezTo>
                    <a:pt x="1035113" y="347767"/>
                    <a:pt x="1035988" y="346017"/>
                    <a:pt x="1037570" y="345311"/>
                  </a:cubicBezTo>
                  <a:cubicBezTo>
                    <a:pt x="1039151" y="344571"/>
                    <a:pt x="1040531" y="342721"/>
                    <a:pt x="1040531" y="342115"/>
                  </a:cubicBezTo>
                  <a:cubicBezTo>
                    <a:pt x="1040531" y="341543"/>
                    <a:pt x="1041474" y="338919"/>
                    <a:pt x="1041474" y="338919"/>
                  </a:cubicBezTo>
                  <a:lnTo>
                    <a:pt x="1041474" y="337910"/>
                  </a:lnTo>
                  <a:lnTo>
                    <a:pt x="1042180" y="336464"/>
                  </a:lnTo>
                  <a:cubicBezTo>
                    <a:pt x="1042180" y="336464"/>
                    <a:pt x="1045075" y="335454"/>
                    <a:pt x="1045647" y="335454"/>
                  </a:cubicBezTo>
                  <a:cubicBezTo>
                    <a:pt x="1046219" y="335454"/>
                    <a:pt x="1046656" y="335589"/>
                    <a:pt x="1047229" y="335454"/>
                  </a:cubicBezTo>
                  <a:cubicBezTo>
                    <a:pt x="1047801" y="335320"/>
                    <a:pt x="1051132" y="333705"/>
                    <a:pt x="1051570" y="333705"/>
                  </a:cubicBezTo>
                  <a:cubicBezTo>
                    <a:pt x="1052008" y="333705"/>
                    <a:pt x="1053320" y="332259"/>
                    <a:pt x="1053758" y="332259"/>
                  </a:cubicBezTo>
                  <a:cubicBezTo>
                    <a:pt x="1054195" y="332259"/>
                    <a:pt x="1055339" y="329803"/>
                    <a:pt x="1055339" y="329803"/>
                  </a:cubicBezTo>
                  <a:cubicBezTo>
                    <a:pt x="1055339" y="329803"/>
                    <a:pt x="1055205" y="328222"/>
                    <a:pt x="1055339" y="327616"/>
                  </a:cubicBezTo>
                  <a:cubicBezTo>
                    <a:pt x="1055474" y="327044"/>
                    <a:pt x="1055339" y="323849"/>
                    <a:pt x="1055339" y="323849"/>
                  </a:cubicBezTo>
                  <a:lnTo>
                    <a:pt x="1054161" y="318904"/>
                  </a:lnTo>
                  <a:close/>
                </a:path>
              </a:pathLst>
            </a:custGeom>
            <a:grpFill/>
            <a:ln w="6350" cap="flat">
              <a:solidFill>
                <a:schemeClr val="bg1"/>
              </a:solidFill>
              <a:prstDash val="solid"/>
              <a:miter/>
            </a:ln>
          </p:spPr>
          <p:txBody>
            <a:bodyPr rtlCol="0" anchor="ctr"/>
            <a:lstStyle/>
            <a:p>
              <a:endParaRPr lang="en-US"/>
            </a:p>
          </p:txBody>
        </p:sp>
        <p:sp>
          <p:nvSpPr>
            <p:cNvPr id="130" name="Freeform 909">
              <a:extLst>
                <a:ext uri="{FF2B5EF4-FFF2-40B4-BE49-F238E27FC236}">
                  <a16:creationId xmlns:a16="http://schemas.microsoft.com/office/drawing/2014/main" id="{5BD23057-531C-8946-8529-DBBBE96B9333}"/>
                </a:ext>
              </a:extLst>
            </p:cNvPr>
            <p:cNvSpPr/>
            <p:nvPr/>
          </p:nvSpPr>
          <p:spPr>
            <a:xfrm>
              <a:off x="6762206" y="2509387"/>
              <a:ext cx="655514" cy="476204"/>
            </a:xfrm>
            <a:custGeom>
              <a:avLst/>
              <a:gdLst>
                <a:gd name="connsiteX0" fmla="*/ 1116827 w 1258521"/>
                <a:gd name="connsiteY0" fmla="*/ 745555 h 914263"/>
                <a:gd name="connsiteX1" fmla="*/ 1113866 w 1258521"/>
                <a:gd name="connsiteY1" fmla="*/ 746060 h 914263"/>
                <a:gd name="connsiteX2" fmla="*/ 1112721 w 1258521"/>
                <a:gd name="connsiteY2" fmla="*/ 747069 h 914263"/>
                <a:gd name="connsiteX3" fmla="*/ 1111846 w 1258521"/>
                <a:gd name="connsiteY3" fmla="*/ 747372 h 914263"/>
                <a:gd name="connsiteX4" fmla="*/ 1109255 w 1258521"/>
                <a:gd name="connsiteY4" fmla="*/ 748684 h 914263"/>
                <a:gd name="connsiteX5" fmla="*/ 1107505 w 1258521"/>
                <a:gd name="connsiteY5" fmla="*/ 749121 h 914263"/>
                <a:gd name="connsiteX6" fmla="*/ 1105620 w 1258521"/>
                <a:gd name="connsiteY6" fmla="*/ 748381 h 914263"/>
                <a:gd name="connsiteX7" fmla="*/ 1104274 w 1258521"/>
                <a:gd name="connsiteY7" fmla="*/ 748381 h 914263"/>
                <a:gd name="connsiteX8" fmla="*/ 1101111 w 1258521"/>
                <a:gd name="connsiteY8" fmla="*/ 746531 h 914263"/>
                <a:gd name="connsiteX9" fmla="*/ 1100135 w 1258521"/>
                <a:gd name="connsiteY9" fmla="*/ 743503 h 914263"/>
                <a:gd name="connsiteX10" fmla="*/ 1100236 w 1258521"/>
                <a:gd name="connsiteY10" fmla="*/ 741855 h 914263"/>
                <a:gd name="connsiteX11" fmla="*/ 1101414 w 1258521"/>
                <a:gd name="connsiteY11" fmla="*/ 740207 h 914263"/>
                <a:gd name="connsiteX12" fmla="*/ 1102288 w 1258521"/>
                <a:gd name="connsiteY12" fmla="*/ 738592 h 914263"/>
                <a:gd name="connsiteX13" fmla="*/ 1102827 w 1258521"/>
                <a:gd name="connsiteY13" fmla="*/ 737818 h 914263"/>
                <a:gd name="connsiteX14" fmla="*/ 1103365 w 1258521"/>
                <a:gd name="connsiteY14" fmla="*/ 735968 h 914263"/>
                <a:gd name="connsiteX15" fmla="*/ 1104240 w 1258521"/>
                <a:gd name="connsiteY15" fmla="*/ 734017 h 914263"/>
                <a:gd name="connsiteX16" fmla="*/ 1104342 w 1258521"/>
                <a:gd name="connsiteY16" fmla="*/ 731729 h 914263"/>
                <a:gd name="connsiteX17" fmla="*/ 1104678 w 1258521"/>
                <a:gd name="connsiteY17" fmla="*/ 730115 h 914263"/>
                <a:gd name="connsiteX18" fmla="*/ 1104678 w 1258521"/>
                <a:gd name="connsiteY18" fmla="*/ 725102 h 914263"/>
                <a:gd name="connsiteX19" fmla="*/ 1100639 w 1258521"/>
                <a:gd name="connsiteY19" fmla="*/ 723017 h 914263"/>
                <a:gd name="connsiteX20" fmla="*/ 1098822 w 1258521"/>
                <a:gd name="connsiteY20" fmla="*/ 722815 h 914263"/>
                <a:gd name="connsiteX21" fmla="*/ 1096870 w 1258521"/>
                <a:gd name="connsiteY21" fmla="*/ 722310 h 914263"/>
                <a:gd name="connsiteX22" fmla="*/ 1096668 w 1258521"/>
                <a:gd name="connsiteY22" fmla="*/ 722310 h 914263"/>
                <a:gd name="connsiteX23" fmla="*/ 1095861 w 1258521"/>
                <a:gd name="connsiteY23" fmla="*/ 722916 h 914263"/>
                <a:gd name="connsiteX24" fmla="*/ 1093404 w 1258521"/>
                <a:gd name="connsiteY24" fmla="*/ 724026 h 914263"/>
                <a:gd name="connsiteX25" fmla="*/ 1089332 w 1258521"/>
                <a:gd name="connsiteY25" fmla="*/ 724968 h 914263"/>
                <a:gd name="connsiteX26" fmla="*/ 1086572 w 1258521"/>
                <a:gd name="connsiteY26" fmla="*/ 725338 h 914263"/>
                <a:gd name="connsiteX27" fmla="*/ 1084553 w 1258521"/>
                <a:gd name="connsiteY27" fmla="*/ 725405 h 914263"/>
                <a:gd name="connsiteX28" fmla="*/ 1083476 w 1258521"/>
                <a:gd name="connsiteY28" fmla="*/ 724228 h 914263"/>
                <a:gd name="connsiteX29" fmla="*/ 1082971 w 1258521"/>
                <a:gd name="connsiteY29" fmla="*/ 724026 h 914263"/>
                <a:gd name="connsiteX30" fmla="*/ 1079134 w 1258521"/>
                <a:gd name="connsiteY30" fmla="*/ 724026 h 914263"/>
                <a:gd name="connsiteX31" fmla="*/ 1077485 w 1258521"/>
                <a:gd name="connsiteY31" fmla="*/ 724194 h 914263"/>
                <a:gd name="connsiteX32" fmla="*/ 1075298 w 1258521"/>
                <a:gd name="connsiteY32" fmla="*/ 725674 h 914263"/>
                <a:gd name="connsiteX33" fmla="*/ 1070721 w 1258521"/>
                <a:gd name="connsiteY33" fmla="*/ 726986 h 914263"/>
                <a:gd name="connsiteX34" fmla="*/ 1066581 w 1258521"/>
                <a:gd name="connsiteY34" fmla="*/ 726616 h 914263"/>
                <a:gd name="connsiteX35" fmla="*/ 1064259 w 1258521"/>
                <a:gd name="connsiteY35" fmla="*/ 726616 h 914263"/>
                <a:gd name="connsiteX36" fmla="*/ 1062879 w 1258521"/>
                <a:gd name="connsiteY36" fmla="*/ 725035 h 914263"/>
                <a:gd name="connsiteX37" fmla="*/ 1062576 w 1258521"/>
                <a:gd name="connsiteY37" fmla="*/ 723353 h 914263"/>
                <a:gd name="connsiteX38" fmla="*/ 1064023 w 1258521"/>
                <a:gd name="connsiteY38" fmla="*/ 721940 h 914263"/>
                <a:gd name="connsiteX39" fmla="*/ 1064999 w 1258521"/>
                <a:gd name="connsiteY39" fmla="*/ 719451 h 914263"/>
                <a:gd name="connsiteX40" fmla="*/ 1065975 w 1258521"/>
                <a:gd name="connsiteY40" fmla="*/ 717500 h 914263"/>
                <a:gd name="connsiteX41" fmla="*/ 1067389 w 1258521"/>
                <a:gd name="connsiteY41" fmla="*/ 714775 h 914263"/>
                <a:gd name="connsiteX42" fmla="*/ 1068028 w 1258521"/>
                <a:gd name="connsiteY42" fmla="*/ 712387 h 914263"/>
                <a:gd name="connsiteX43" fmla="*/ 1067927 w 1258521"/>
                <a:gd name="connsiteY43" fmla="*/ 709897 h 914263"/>
                <a:gd name="connsiteX44" fmla="*/ 1066480 w 1258521"/>
                <a:gd name="connsiteY44" fmla="*/ 708518 h 914263"/>
                <a:gd name="connsiteX45" fmla="*/ 1060624 w 1258521"/>
                <a:gd name="connsiteY45" fmla="*/ 702799 h 914263"/>
                <a:gd name="connsiteX46" fmla="*/ 1056215 w 1258521"/>
                <a:gd name="connsiteY46" fmla="*/ 698224 h 914263"/>
                <a:gd name="connsiteX47" fmla="*/ 1047095 w 1258521"/>
                <a:gd name="connsiteY47" fmla="*/ 688671 h 914263"/>
                <a:gd name="connsiteX48" fmla="*/ 1043696 w 1258521"/>
                <a:gd name="connsiteY48" fmla="*/ 682380 h 914263"/>
                <a:gd name="connsiteX49" fmla="*/ 1039355 w 1258521"/>
                <a:gd name="connsiteY49" fmla="*/ 673264 h 914263"/>
                <a:gd name="connsiteX50" fmla="*/ 1038850 w 1258521"/>
                <a:gd name="connsiteY50" fmla="*/ 670236 h 914263"/>
                <a:gd name="connsiteX51" fmla="*/ 1039220 w 1258521"/>
                <a:gd name="connsiteY51" fmla="*/ 660884 h 914263"/>
                <a:gd name="connsiteX52" fmla="*/ 1038210 w 1258521"/>
                <a:gd name="connsiteY52" fmla="*/ 654863 h 914263"/>
                <a:gd name="connsiteX53" fmla="*/ 1038008 w 1258521"/>
                <a:gd name="connsiteY53" fmla="*/ 651532 h 914263"/>
                <a:gd name="connsiteX54" fmla="*/ 1037268 w 1258521"/>
                <a:gd name="connsiteY54" fmla="*/ 647126 h 914263"/>
                <a:gd name="connsiteX55" fmla="*/ 1037402 w 1258521"/>
                <a:gd name="connsiteY55" fmla="*/ 643728 h 914263"/>
                <a:gd name="connsiteX56" fmla="*/ 1038715 w 1258521"/>
                <a:gd name="connsiteY56" fmla="*/ 641710 h 914263"/>
                <a:gd name="connsiteX57" fmla="*/ 1040398 w 1258521"/>
                <a:gd name="connsiteY57" fmla="*/ 641070 h 914263"/>
                <a:gd name="connsiteX58" fmla="*/ 1045547 w 1258521"/>
                <a:gd name="connsiteY58" fmla="*/ 640869 h 914263"/>
                <a:gd name="connsiteX59" fmla="*/ 1048508 w 1258521"/>
                <a:gd name="connsiteY59" fmla="*/ 640364 h 914263"/>
                <a:gd name="connsiteX60" fmla="*/ 1052850 w 1258521"/>
                <a:gd name="connsiteY60" fmla="*/ 640667 h 914263"/>
                <a:gd name="connsiteX61" fmla="*/ 1055105 w 1258521"/>
                <a:gd name="connsiteY61" fmla="*/ 640970 h 914263"/>
                <a:gd name="connsiteX62" fmla="*/ 1057494 w 1258521"/>
                <a:gd name="connsiteY62" fmla="*/ 641979 h 914263"/>
                <a:gd name="connsiteX63" fmla="*/ 1059076 w 1258521"/>
                <a:gd name="connsiteY63" fmla="*/ 643425 h 914263"/>
                <a:gd name="connsiteX64" fmla="*/ 1061331 w 1258521"/>
                <a:gd name="connsiteY64" fmla="*/ 644300 h 914263"/>
                <a:gd name="connsiteX65" fmla="*/ 1064091 w 1258521"/>
                <a:gd name="connsiteY65" fmla="*/ 644737 h 914263"/>
                <a:gd name="connsiteX66" fmla="*/ 1066278 w 1258521"/>
                <a:gd name="connsiteY66" fmla="*/ 645107 h 914263"/>
                <a:gd name="connsiteX67" fmla="*/ 1068466 w 1258521"/>
                <a:gd name="connsiteY67" fmla="*/ 645982 h 914263"/>
                <a:gd name="connsiteX68" fmla="*/ 1071865 w 1258521"/>
                <a:gd name="connsiteY68" fmla="*/ 646419 h 914263"/>
                <a:gd name="connsiteX69" fmla="*/ 1074187 w 1258521"/>
                <a:gd name="connsiteY69" fmla="*/ 648303 h 914263"/>
                <a:gd name="connsiteX70" fmla="*/ 1077283 w 1258521"/>
                <a:gd name="connsiteY70" fmla="*/ 650691 h 914263"/>
                <a:gd name="connsiteX71" fmla="*/ 1080918 w 1258521"/>
                <a:gd name="connsiteY71" fmla="*/ 653080 h 914263"/>
                <a:gd name="connsiteX72" fmla="*/ 1084250 w 1258521"/>
                <a:gd name="connsiteY72" fmla="*/ 655906 h 914263"/>
                <a:gd name="connsiteX73" fmla="*/ 1088524 w 1258521"/>
                <a:gd name="connsiteY73" fmla="*/ 658092 h 914263"/>
                <a:gd name="connsiteX74" fmla="*/ 1092663 w 1258521"/>
                <a:gd name="connsiteY74" fmla="*/ 660548 h 914263"/>
                <a:gd name="connsiteX75" fmla="*/ 1095120 w 1258521"/>
                <a:gd name="connsiteY75" fmla="*/ 662364 h 914263"/>
                <a:gd name="connsiteX76" fmla="*/ 1098014 w 1258521"/>
                <a:gd name="connsiteY76" fmla="*/ 663441 h 914263"/>
                <a:gd name="connsiteX77" fmla="*/ 1102221 w 1258521"/>
                <a:gd name="connsiteY77" fmla="*/ 665190 h 914263"/>
                <a:gd name="connsiteX78" fmla="*/ 1104409 w 1258521"/>
                <a:gd name="connsiteY78" fmla="*/ 665897 h 914263"/>
                <a:gd name="connsiteX79" fmla="*/ 1107370 w 1258521"/>
                <a:gd name="connsiteY79" fmla="*/ 666973 h 914263"/>
                <a:gd name="connsiteX80" fmla="*/ 1110769 w 1258521"/>
                <a:gd name="connsiteY80" fmla="*/ 668554 h 914263"/>
                <a:gd name="connsiteX81" fmla="*/ 1111510 w 1258521"/>
                <a:gd name="connsiteY81" fmla="*/ 670001 h 914263"/>
                <a:gd name="connsiteX82" fmla="*/ 1112890 w 1258521"/>
                <a:gd name="connsiteY82" fmla="*/ 673465 h 914263"/>
                <a:gd name="connsiteX83" fmla="*/ 1116457 w 1258521"/>
                <a:gd name="connsiteY83" fmla="*/ 675215 h 914263"/>
                <a:gd name="connsiteX84" fmla="*/ 1119486 w 1258521"/>
                <a:gd name="connsiteY84" fmla="*/ 677536 h 914263"/>
                <a:gd name="connsiteX85" fmla="*/ 1121505 w 1258521"/>
                <a:gd name="connsiteY85" fmla="*/ 678982 h 914263"/>
                <a:gd name="connsiteX86" fmla="*/ 1123895 w 1258521"/>
                <a:gd name="connsiteY86" fmla="*/ 681438 h 914263"/>
                <a:gd name="connsiteX87" fmla="*/ 1124972 w 1258521"/>
                <a:gd name="connsiteY87" fmla="*/ 682750 h 914263"/>
                <a:gd name="connsiteX88" fmla="*/ 1127664 w 1258521"/>
                <a:gd name="connsiteY88" fmla="*/ 683187 h 914263"/>
                <a:gd name="connsiteX89" fmla="*/ 1129313 w 1258521"/>
                <a:gd name="connsiteY89" fmla="*/ 683187 h 914263"/>
                <a:gd name="connsiteX90" fmla="*/ 1131130 w 1258521"/>
                <a:gd name="connsiteY90" fmla="*/ 682817 h 914263"/>
                <a:gd name="connsiteX91" fmla="*/ 1132073 w 1258521"/>
                <a:gd name="connsiteY91" fmla="*/ 682245 h 914263"/>
                <a:gd name="connsiteX92" fmla="*/ 1134260 w 1258521"/>
                <a:gd name="connsiteY92" fmla="*/ 681438 h 914263"/>
                <a:gd name="connsiteX93" fmla="*/ 1135203 w 1258521"/>
                <a:gd name="connsiteY93" fmla="*/ 680193 h 914263"/>
                <a:gd name="connsiteX94" fmla="*/ 1135506 w 1258521"/>
                <a:gd name="connsiteY94" fmla="*/ 678680 h 914263"/>
                <a:gd name="connsiteX95" fmla="*/ 1135876 w 1258521"/>
                <a:gd name="connsiteY95" fmla="*/ 677435 h 914263"/>
                <a:gd name="connsiteX96" fmla="*/ 1136381 w 1258521"/>
                <a:gd name="connsiteY96" fmla="*/ 676291 h 914263"/>
                <a:gd name="connsiteX97" fmla="*/ 1137121 w 1258521"/>
                <a:gd name="connsiteY97" fmla="*/ 674845 h 914263"/>
                <a:gd name="connsiteX98" fmla="*/ 1138131 w 1258521"/>
                <a:gd name="connsiteY98" fmla="*/ 673768 h 914263"/>
                <a:gd name="connsiteX99" fmla="*/ 1140015 w 1258521"/>
                <a:gd name="connsiteY99" fmla="*/ 672826 h 914263"/>
                <a:gd name="connsiteX100" fmla="*/ 1141900 w 1258521"/>
                <a:gd name="connsiteY100" fmla="*/ 674340 h 914263"/>
                <a:gd name="connsiteX101" fmla="*/ 1143414 w 1258521"/>
                <a:gd name="connsiteY101" fmla="*/ 676998 h 914263"/>
                <a:gd name="connsiteX102" fmla="*/ 1146443 w 1258521"/>
                <a:gd name="connsiteY102" fmla="*/ 678141 h 914263"/>
                <a:gd name="connsiteX103" fmla="*/ 1147756 w 1258521"/>
                <a:gd name="connsiteY103" fmla="*/ 676358 h 914263"/>
                <a:gd name="connsiteX104" fmla="*/ 1147924 w 1258521"/>
                <a:gd name="connsiteY104" fmla="*/ 672894 h 914263"/>
                <a:gd name="connsiteX105" fmla="*/ 1148833 w 1258521"/>
                <a:gd name="connsiteY105" fmla="*/ 671918 h 914263"/>
                <a:gd name="connsiteX106" fmla="*/ 1150314 w 1258521"/>
                <a:gd name="connsiteY106" fmla="*/ 669630 h 914263"/>
                <a:gd name="connsiteX107" fmla="*/ 1150751 w 1258521"/>
                <a:gd name="connsiteY107" fmla="*/ 667680 h 914263"/>
                <a:gd name="connsiteX108" fmla="*/ 1151088 w 1258521"/>
                <a:gd name="connsiteY108" fmla="*/ 665358 h 914263"/>
                <a:gd name="connsiteX109" fmla="*/ 1152434 w 1258521"/>
                <a:gd name="connsiteY109" fmla="*/ 663306 h 914263"/>
                <a:gd name="connsiteX110" fmla="*/ 1155261 w 1258521"/>
                <a:gd name="connsiteY110" fmla="*/ 660581 h 914263"/>
                <a:gd name="connsiteX111" fmla="*/ 1156944 w 1258521"/>
                <a:gd name="connsiteY111" fmla="*/ 660211 h 914263"/>
                <a:gd name="connsiteX112" fmla="*/ 1160410 w 1258521"/>
                <a:gd name="connsiteY112" fmla="*/ 659404 h 914263"/>
                <a:gd name="connsiteX113" fmla="*/ 1160780 w 1258521"/>
                <a:gd name="connsiteY113" fmla="*/ 658328 h 914263"/>
                <a:gd name="connsiteX114" fmla="*/ 1161554 w 1258521"/>
                <a:gd name="connsiteY114" fmla="*/ 656646 h 914263"/>
                <a:gd name="connsiteX115" fmla="*/ 1164920 w 1258521"/>
                <a:gd name="connsiteY115" fmla="*/ 656208 h 914263"/>
                <a:gd name="connsiteX116" fmla="*/ 1167949 w 1258521"/>
                <a:gd name="connsiteY116" fmla="*/ 655502 h 914263"/>
                <a:gd name="connsiteX117" fmla="*/ 1170439 w 1258521"/>
                <a:gd name="connsiteY117" fmla="*/ 654291 h 914263"/>
                <a:gd name="connsiteX118" fmla="*/ 1171482 w 1258521"/>
                <a:gd name="connsiteY118" fmla="*/ 653248 h 914263"/>
                <a:gd name="connsiteX119" fmla="*/ 1170876 w 1258521"/>
                <a:gd name="connsiteY119" fmla="*/ 651667 h 914263"/>
                <a:gd name="connsiteX120" fmla="*/ 1168050 w 1258521"/>
                <a:gd name="connsiteY120" fmla="*/ 649985 h 914263"/>
                <a:gd name="connsiteX121" fmla="*/ 1167713 w 1258521"/>
                <a:gd name="connsiteY121" fmla="*/ 648034 h 914263"/>
                <a:gd name="connsiteX122" fmla="*/ 1167376 w 1258521"/>
                <a:gd name="connsiteY122" fmla="*/ 644872 h 914263"/>
                <a:gd name="connsiteX123" fmla="*/ 1167478 w 1258521"/>
                <a:gd name="connsiteY123" fmla="*/ 643459 h 914263"/>
                <a:gd name="connsiteX124" fmla="*/ 1166670 w 1258521"/>
                <a:gd name="connsiteY124" fmla="*/ 638346 h 914263"/>
                <a:gd name="connsiteX125" fmla="*/ 1166603 w 1258521"/>
                <a:gd name="connsiteY125" fmla="*/ 637034 h 914263"/>
                <a:gd name="connsiteX126" fmla="*/ 1164751 w 1258521"/>
                <a:gd name="connsiteY126" fmla="*/ 635015 h 914263"/>
                <a:gd name="connsiteX127" fmla="*/ 1160343 w 1258521"/>
                <a:gd name="connsiteY127" fmla="*/ 632963 h 914263"/>
                <a:gd name="connsiteX128" fmla="*/ 1158121 w 1258521"/>
                <a:gd name="connsiteY128" fmla="*/ 633165 h 914263"/>
                <a:gd name="connsiteX129" fmla="*/ 1153679 w 1258521"/>
                <a:gd name="connsiteY129" fmla="*/ 632089 h 914263"/>
                <a:gd name="connsiteX130" fmla="*/ 1149775 w 1258521"/>
                <a:gd name="connsiteY130" fmla="*/ 630474 h 914263"/>
                <a:gd name="connsiteX131" fmla="*/ 1146948 w 1258521"/>
                <a:gd name="connsiteY131" fmla="*/ 628691 h 914263"/>
                <a:gd name="connsiteX132" fmla="*/ 1144727 w 1258521"/>
                <a:gd name="connsiteY132" fmla="*/ 625933 h 914263"/>
                <a:gd name="connsiteX133" fmla="*/ 1144727 w 1258521"/>
                <a:gd name="connsiteY133" fmla="*/ 625293 h 914263"/>
                <a:gd name="connsiteX134" fmla="*/ 1145669 w 1258521"/>
                <a:gd name="connsiteY134" fmla="*/ 623073 h 914263"/>
                <a:gd name="connsiteX135" fmla="*/ 1146578 w 1258521"/>
                <a:gd name="connsiteY135" fmla="*/ 620046 h 914263"/>
                <a:gd name="connsiteX136" fmla="*/ 1146309 w 1258521"/>
                <a:gd name="connsiteY136" fmla="*/ 618128 h 914263"/>
                <a:gd name="connsiteX137" fmla="*/ 1145063 w 1258521"/>
                <a:gd name="connsiteY137" fmla="*/ 616278 h 914263"/>
                <a:gd name="connsiteX138" fmla="*/ 1141631 w 1258521"/>
                <a:gd name="connsiteY138" fmla="*/ 615235 h 914263"/>
                <a:gd name="connsiteX139" fmla="*/ 1138198 w 1258521"/>
                <a:gd name="connsiteY139" fmla="*/ 616312 h 914263"/>
                <a:gd name="connsiteX140" fmla="*/ 1136145 w 1258521"/>
                <a:gd name="connsiteY140" fmla="*/ 618095 h 914263"/>
                <a:gd name="connsiteX141" fmla="*/ 1134193 w 1258521"/>
                <a:gd name="connsiteY141" fmla="*/ 620550 h 914263"/>
                <a:gd name="connsiteX142" fmla="*/ 1131703 w 1258521"/>
                <a:gd name="connsiteY142" fmla="*/ 622872 h 914263"/>
                <a:gd name="connsiteX143" fmla="*/ 1127395 w 1258521"/>
                <a:gd name="connsiteY143" fmla="*/ 622064 h 914263"/>
                <a:gd name="connsiteX144" fmla="*/ 1125611 w 1258521"/>
                <a:gd name="connsiteY144" fmla="*/ 620147 h 914263"/>
                <a:gd name="connsiteX145" fmla="*/ 1123861 w 1258521"/>
                <a:gd name="connsiteY145" fmla="*/ 616009 h 914263"/>
                <a:gd name="connsiteX146" fmla="*/ 1123760 w 1258521"/>
                <a:gd name="connsiteY146" fmla="*/ 614327 h 914263"/>
                <a:gd name="connsiteX147" fmla="*/ 1124097 w 1258521"/>
                <a:gd name="connsiteY147" fmla="*/ 612309 h 914263"/>
                <a:gd name="connsiteX148" fmla="*/ 1125174 w 1258521"/>
                <a:gd name="connsiteY148" fmla="*/ 609416 h 914263"/>
                <a:gd name="connsiteX149" fmla="*/ 1126823 w 1258521"/>
                <a:gd name="connsiteY149" fmla="*/ 607128 h 914263"/>
                <a:gd name="connsiteX150" fmla="*/ 1128876 w 1258521"/>
                <a:gd name="connsiteY150" fmla="*/ 605951 h 914263"/>
                <a:gd name="connsiteX151" fmla="*/ 1131164 w 1258521"/>
                <a:gd name="connsiteY151" fmla="*/ 605143 h 914263"/>
                <a:gd name="connsiteX152" fmla="*/ 1133554 w 1258521"/>
                <a:gd name="connsiteY152" fmla="*/ 604067 h 914263"/>
                <a:gd name="connsiteX153" fmla="*/ 1136111 w 1258521"/>
                <a:gd name="connsiteY153" fmla="*/ 602822 h 914263"/>
                <a:gd name="connsiteX154" fmla="*/ 1138568 w 1258521"/>
                <a:gd name="connsiteY154" fmla="*/ 602385 h 914263"/>
                <a:gd name="connsiteX155" fmla="*/ 1140487 w 1258521"/>
                <a:gd name="connsiteY155" fmla="*/ 604504 h 914263"/>
                <a:gd name="connsiteX156" fmla="*/ 1142270 w 1258521"/>
                <a:gd name="connsiteY156" fmla="*/ 605917 h 914263"/>
                <a:gd name="connsiteX157" fmla="*/ 1144222 w 1258521"/>
                <a:gd name="connsiteY157" fmla="*/ 606422 h 914263"/>
                <a:gd name="connsiteX158" fmla="*/ 1145972 w 1258521"/>
                <a:gd name="connsiteY158" fmla="*/ 606422 h 914263"/>
                <a:gd name="connsiteX159" fmla="*/ 1147217 w 1258521"/>
                <a:gd name="connsiteY159" fmla="*/ 605614 h 914263"/>
                <a:gd name="connsiteX160" fmla="*/ 1147857 w 1258521"/>
                <a:gd name="connsiteY160" fmla="*/ 605244 h 914263"/>
                <a:gd name="connsiteX161" fmla="*/ 1148126 w 1258521"/>
                <a:gd name="connsiteY161" fmla="*/ 603327 h 914263"/>
                <a:gd name="connsiteX162" fmla="*/ 1148025 w 1258521"/>
                <a:gd name="connsiteY162" fmla="*/ 601578 h 914263"/>
                <a:gd name="connsiteX163" fmla="*/ 1148227 w 1258521"/>
                <a:gd name="connsiteY163" fmla="*/ 599828 h 914263"/>
                <a:gd name="connsiteX164" fmla="*/ 1148227 w 1258521"/>
                <a:gd name="connsiteY164" fmla="*/ 597003 h 914263"/>
                <a:gd name="connsiteX165" fmla="*/ 1147588 w 1258521"/>
                <a:gd name="connsiteY165" fmla="*/ 593840 h 914263"/>
                <a:gd name="connsiteX166" fmla="*/ 1147386 w 1258521"/>
                <a:gd name="connsiteY166" fmla="*/ 591351 h 914263"/>
                <a:gd name="connsiteX167" fmla="*/ 1147823 w 1258521"/>
                <a:gd name="connsiteY167" fmla="*/ 588088 h 914263"/>
                <a:gd name="connsiteX168" fmla="*/ 1149573 w 1258521"/>
                <a:gd name="connsiteY168" fmla="*/ 585902 h 914263"/>
                <a:gd name="connsiteX169" fmla="*/ 1151525 w 1258521"/>
                <a:gd name="connsiteY169" fmla="*/ 583950 h 914263"/>
                <a:gd name="connsiteX170" fmla="*/ 1154117 w 1258521"/>
                <a:gd name="connsiteY170" fmla="*/ 582336 h 914263"/>
                <a:gd name="connsiteX171" fmla="*/ 1158895 w 1258521"/>
                <a:gd name="connsiteY171" fmla="*/ 580485 h 914263"/>
                <a:gd name="connsiteX172" fmla="*/ 1161723 w 1258521"/>
                <a:gd name="connsiteY172" fmla="*/ 578972 h 914263"/>
                <a:gd name="connsiteX173" fmla="*/ 1165626 w 1258521"/>
                <a:gd name="connsiteY173" fmla="*/ 578097 h 914263"/>
                <a:gd name="connsiteX174" fmla="*/ 1169429 w 1258521"/>
                <a:gd name="connsiteY174" fmla="*/ 575910 h 914263"/>
                <a:gd name="connsiteX175" fmla="*/ 1171718 w 1258521"/>
                <a:gd name="connsiteY175" fmla="*/ 575036 h 914263"/>
                <a:gd name="connsiteX176" fmla="*/ 1175420 w 1258521"/>
                <a:gd name="connsiteY176" fmla="*/ 574161 h 914263"/>
                <a:gd name="connsiteX177" fmla="*/ 1178247 w 1258521"/>
                <a:gd name="connsiteY177" fmla="*/ 572849 h 914263"/>
                <a:gd name="connsiteX178" fmla="*/ 1181511 w 1258521"/>
                <a:gd name="connsiteY178" fmla="*/ 571235 h 914263"/>
                <a:gd name="connsiteX179" fmla="*/ 1183026 w 1258521"/>
                <a:gd name="connsiteY179" fmla="*/ 568846 h 914263"/>
                <a:gd name="connsiteX180" fmla="*/ 1185113 w 1258521"/>
                <a:gd name="connsiteY180" fmla="*/ 566222 h 914263"/>
                <a:gd name="connsiteX181" fmla="*/ 1187401 w 1258521"/>
                <a:gd name="connsiteY181" fmla="*/ 564809 h 914263"/>
                <a:gd name="connsiteX182" fmla="*/ 1191103 w 1258521"/>
                <a:gd name="connsiteY182" fmla="*/ 562085 h 914263"/>
                <a:gd name="connsiteX183" fmla="*/ 1193156 w 1258521"/>
                <a:gd name="connsiteY183" fmla="*/ 559259 h 914263"/>
                <a:gd name="connsiteX184" fmla="*/ 1194334 w 1258521"/>
                <a:gd name="connsiteY184" fmla="*/ 555794 h 914263"/>
                <a:gd name="connsiteX185" fmla="*/ 1194233 w 1258521"/>
                <a:gd name="connsiteY185" fmla="*/ 554482 h 914263"/>
                <a:gd name="connsiteX186" fmla="*/ 1193694 w 1258521"/>
                <a:gd name="connsiteY186" fmla="*/ 552430 h 914263"/>
                <a:gd name="connsiteX187" fmla="*/ 1191305 w 1258521"/>
                <a:gd name="connsiteY187" fmla="*/ 549268 h 914263"/>
                <a:gd name="connsiteX188" fmla="*/ 1186963 w 1258521"/>
                <a:gd name="connsiteY188" fmla="*/ 548057 h 914263"/>
                <a:gd name="connsiteX189" fmla="*/ 1184237 w 1258521"/>
                <a:gd name="connsiteY189" fmla="*/ 545870 h 914263"/>
                <a:gd name="connsiteX190" fmla="*/ 1183598 w 1258521"/>
                <a:gd name="connsiteY190" fmla="*/ 543381 h 914263"/>
                <a:gd name="connsiteX191" fmla="*/ 1183059 w 1258521"/>
                <a:gd name="connsiteY191" fmla="*/ 540690 h 914263"/>
                <a:gd name="connsiteX192" fmla="*/ 1183059 w 1258521"/>
                <a:gd name="connsiteY192" fmla="*/ 538100 h 914263"/>
                <a:gd name="connsiteX193" fmla="*/ 1184002 w 1258521"/>
                <a:gd name="connsiteY193" fmla="*/ 534500 h 914263"/>
                <a:gd name="connsiteX194" fmla="*/ 1185146 w 1258521"/>
                <a:gd name="connsiteY194" fmla="*/ 531876 h 914263"/>
                <a:gd name="connsiteX195" fmla="*/ 1186223 w 1258521"/>
                <a:gd name="connsiteY195" fmla="*/ 530363 h 914263"/>
                <a:gd name="connsiteX196" fmla="*/ 1189050 w 1258521"/>
                <a:gd name="connsiteY196" fmla="*/ 529152 h 914263"/>
                <a:gd name="connsiteX197" fmla="*/ 1192954 w 1258521"/>
                <a:gd name="connsiteY197" fmla="*/ 529488 h 914263"/>
                <a:gd name="connsiteX198" fmla="*/ 1195142 w 1258521"/>
                <a:gd name="connsiteY198" fmla="*/ 531439 h 914263"/>
                <a:gd name="connsiteX199" fmla="*/ 1197430 w 1258521"/>
                <a:gd name="connsiteY199" fmla="*/ 530026 h 914263"/>
                <a:gd name="connsiteX200" fmla="*/ 1200695 w 1258521"/>
                <a:gd name="connsiteY200" fmla="*/ 527200 h 914263"/>
                <a:gd name="connsiteX201" fmla="*/ 1204598 w 1258521"/>
                <a:gd name="connsiteY201" fmla="*/ 524274 h 914263"/>
                <a:gd name="connsiteX202" fmla="*/ 1206214 w 1258521"/>
                <a:gd name="connsiteY202" fmla="*/ 520136 h 914263"/>
                <a:gd name="connsiteX203" fmla="*/ 1210892 w 1258521"/>
                <a:gd name="connsiteY203" fmla="*/ 518723 h 914263"/>
                <a:gd name="connsiteX204" fmla="*/ 1215570 w 1258521"/>
                <a:gd name="connsiteY204" fmla="*/ 520910 h 914263"/>
                <a:gd name="connsiteX205" fmla="*/ 1218834 w 1258521"/>
                <a:gd name="connsiteY205" fmla="*/ 523399 h 914263"/>
                <a:gd name="connsiteX206" fmla="*/ 1223613 w 1258521"/>
                <a:gd name="connsiteY206" fmla="*/ 522962 h 914263"/>
                <a:gd name="connsiteX207" fmla="*/ 1226238 w 1258521"/>
                <a:gd name="connsiteY207" fmla="*/ 521347 h 914263"/>
                <a:gd name="connsiteX208" fmla="*/ 1227551 w 1258521"/>
                <a:gd name="connsiteY208" fmla="*/ 518521 h 914263"/>
                <a:gd name="connsiteX209" fmla="*/ 1227753 w 1258521"/>
                <a:gd name="connsiteY209" fmla="*/ 514182 h 914263"/>
                <a:gd name="connsiteX210" fmla="*/ 1227854 w 1258521"/>
                <a:gd name="connsiteY210" fmla="*/ 511894 h 914263"/>
                <a:gd name="connsiteX211" fmla="*/ 1227080 w 1258521"/>
                <a:gd name="connsiteY211" fmla="*/ 507454 h 914263"/>
                <a:gd name="connsiteX212" fmla="*/ 1226205 w 1258521"/>
                <a:gd name="connsiteY212" fmla="*/ 504426 h 914263"/>
                <a:gd name="connsiteX213" fmla="*/ 1225431 w 1258521"/>
                <a:gd name="connsiteY213" fmla="*/ 500625 h 914263"/>
                <a:gd name="connsiteX214" fmla="*/ 1225229 w 1258521"/>
                <a:gd name="connsiteY214" fmla="*/ 496386 h 914263"/>
                <a:gd name="connsiteX215" fmla="*/ 1224892 w 1258521"/>
                <a:gd name="connsiteY215" fmla="*/ 494536 h 914263"/>
                <a:gd name="connsiteX216" fmla="*/ 1224354 w 1258521"/>
                <a:gd name="connsiteY216" fmla="*/ 492047 h 914263"/>
                <a:gd name="connsiteX217" fmla="*/ 1223479 w 1258521"/>
                <a:gd name="connsiteY217" fmla="*/ 489120 h 914263"/>
                <a:gd name="connsiteX218" fmla="*/ 1226407 w 1258521"/>
                <a:gd name="connsiteY218" fmla="*/ 488145 h 914263"/>
                <a:gd name="connsiteX219" fmla="*/ 1227719 w 1258521"/>
                <a:gd name="connsiteY219" fmla="*/ 487808 h 914263"/>
                <a:gd name="connsiteX220" fmla="*/ 1231623 w 1258521"/>
                <a:gd name="connsiteY220" fmla="*/ 485958 h 914263"/>
                <a:gd name="connsiteX221" fmla="*/ 1235863 w 1258521"/>
                <a:gd name="connsiteY221" fmla="*/ 483906 h 914263"/>
                <a:gd name="connsiteX222" fmla="*/ 1241417 w 1258521"/>
                <a:gd name="connsiteY222" fmla="*/ 484579 h 914263"/>
                <a:gd name="connsiteX223" fmla="*/ 1244008 w 1258521"/>
                <a:gd name="connsiteY223" fmla="*/ 485353 h 914263"/>
                <a:gd name="connsiteX224" fmla="*/ 1247037 w 1258521"/>
                <a:gd name="connsiteY224" fmla="*/ 485790 h 914263"/>
                <a:gd name="connsiteX225" fmla="*/ 1248249 w 1258521"/>
                <a:gd name="connsiteY225" fmla="*/ 484814 h 914263"/>
                <a:gd name="connsiteX226" fmla="*/ 1248484 w 1258521"/>
                <a:gd name="connsiteY226" fmla="*/ 483637 h 914263"/>
                <a:gd name="connsiteX227" fmla="*/ 1248585 w 1258521"/>
                <a:gd name="connsiteY227" fmla="*/ 482224 h 914263"/>
                <a:gd name="connsiteX228" fmla="*/ 1249023 w 1258521"/>
                <a:gd name="connsiteY228" fmla="*/ 478423 h 914263"/>
                <a:gd name="connsiteX229" fmla="*/ 1249123 w 1258521"/>
                <a:gd name="connsiteY229" fmla="*/ 474722 h 914263"/>
                <a:gd name="connsiteX230" fmla="*/ 1249123 w 1258521"/>
                <a:gd name="connsiteY230" fmla="*/ 471022 h 914263"/>
                <a:gd name="connsiteX231" fmla="*/ 1249023 w 1258521"/>
                <a:gd name="connsiteY231" fmla="*/ 467221 h 914263"/>
                <a:gd name="connsiteX232" fmla="*/ 1249023 w 1258521"/>
                <a:gd name="connsiteY232" fmla="*/ 465472 h 914263"/>
                <a:gd name="connsiteX233" fmla="*/ 1247407 w 1258521"/>
                <a:gd name="connsiteY233" fmla="*/ 462982 h 914263"/>
                <a:gd name="connsiteX234" fmla="*/ 1246768 w 1258521"/>
                <a:gd name="connsiteY234" fmla="*/ 461670 h 914263"/>
                <a:gd name="connsiteX235" fmla="*/ 1245691 w 1258521"/>
                <a:gd name="connsiteY235" fmla="*/ 459181 h 914263"/>
                <a:gd name="connsiteX236" fmla="*/ 1245893 w 1258521"/>
                <a:gd name="connsiteY236" fmla="*/ 457230 h 914263"/>
                <a:gd name="connsiteX237" fmla="*/ 1246229 w 1258521"/>
                <a:gd name="connsiteY237" fmla="*/ 456456 h 914263"/>
                <a:gd name="connsiteX238" fmla="*/ 1248282 w 1258521"/>
                <a:gd name="connsiteY238" fmla="*/ 452655 h 914263"/>
                <a:gd name="connsiteX239" fmla="*/ 1250571 w 1258521"/>
                <a:gd name="connsiteY239" fmla="*/ 451242 h 914263"/>
                <a:gd name="connsiteX240" fmla="*/ 1256326 w 1258521"/>
                <a:gd name="connsiteY240" fmla="*/ 446903 h 914263"/>
                <a:gd name="connsiteX241" fmla="*/ 1257201 w 1258521"/>
                <a:gd name="connsiteY241" fmla="*/ 443303 h 914263"/>
                <a:gd name="connsiteX242" fmla="*/ 1258513 w 1258521"/>
                <a:gd name="connsiteY242" fmla="*/ 440275 h 914263"/>
                <a:gd name="connsiteX243" fmla="*/ 1257739 w 1258521"/>
                <a:gd name="connsiteY243" fmla="*/ 439838 h 914263"/>
                <a:gd name="connsiteX244" fmla="*/ 1255114 w 1258521"/>
                <a:gd name="connsiteY244" fmla="*/ 438863 h 914263"/>
                <a:gd name="connsiteX245" fmla="*/ 1254340 w 1258521"/>
                <a:gd name="connsiteY245" fmla="*/ 437450 h 914263"/>
                <a:gd name="connsiteX246" fmla="*/ 1253902 w 1258521"/>
                <a:gd name="connsiteY246" fmla="*/ 435061 h 914263"/>
                <a:gd name="connsiteX247" fmla="*/ 1251412 w 1258521"/>
                <a:gd name="connsiteY247" fmla="*/ 432034 h 914263"/>
                <a:gd name="connsiteX248" fmla="*/ 1249763 w 1258521"/>
                <a:gd name="connsiteY248" fmla="*/ 431058 h 914263"/>
                <a:gd name="connsiteX249" fmla="*/ 1246195 w 1258521"/>
                <a:gd name="connsiteY249" fmla="*/ 428468 h 914263"/>
                <a:gd name="connsiteX250" fmla="*/ 1242494 w 1258521"/>
                <a:gd name="connsiteY250" fmla="*/ 424768 h 914263"/>
                <a:gd name="connsiteX251" fmla="*/ 1238791 w 1258521"/>
                <a:gd name="connsiteY251" fmla="*/ 422480 h 914263"/>
                <a:gd name="connsiteX252" fmla="*/ 1234753 w 1258521"/>
                <a:gd name="connsiteY252" fmla="*/ 418881 h 914263"/>
                <a:gd name="connsiteX253" fmla="*/ 1233878 w 1258521"/>
                <a:gd name="connsiteY253" fmla="*/ 413566 h 914263"/>
                <a:gd name="connsiteX254" fmla="*/ 1233777 w 1258521"/>
                <a:gd name="connsiteY254" fmla="*/ 409428 h 914263"/>
                <a:gd name="connsiteX255" fmla="*/ 1233676 w 1258521"/>
                <a:gd name="connsiteY255" fmla="*/ 405089 h 914263"/>
                <a:gd name="connsiteX256" fmla="*/ 1232599 w 1258521"/>
                <a:gd name="connsiteY256" fmla="*/ 401388 h 914263"/>
                <a:gd name="connsiteX257" fmla="*/ 1231623 w 1258521"/>
                <a:gd name="connsiteY257" fmla="*/ 398226 h 914263"/>
                <a:gd name="connsiteX258" fmla="*/ 1230849 w 1258521"/>
                <a:gd name="connsiteY258" fmla="*/ 396039 h 914263"/>
                <a:gd name="connsiteX259" fmla="*/ 1229974 w 1258521"/>
                <a:gd name="connsiteY259" fmla="*/ 395400 h 914263"/>
                <a:gd name="connsiteX260" fmla="*/ 1222805 w 1258521"/>
                <a:gd name="connsiteY260" fmla="*/ 392474 h 914263"/>
                <a:gd name="connsiteX261" fmla="*/ 1222368 w 1258521"/>
                <a:gd name="connsiteY261" fmla="*/ 390623 h 914263"/>
                <a:gd name="connsiteX262" fmla="*/ 1222570 w 1258521"/>
                <a:gd name="connsiteY262" fmla="*/ 387798 h 914263"/>
                <a:gd name="connsiteX263" fmla="*/ 1224320 w 1258521"/>
                <a:gd name="connsiteY263" fmla="*/ 384972 h 914263"/>
                <a:gd name="connsiteX264" fmla="*/ 1226272 w 1258521"/>
                <a:gd name="connsiteY264" fmla="*/ 383895 h 914263"/>
                <a:gd name="connsiteX265" fmla="*/ 1228325 w 1258521"/>
                <a:gd name="connsiteY265" fmla="*/ 382819 h 914263"/>
                <a:gd name="connsiteX266" fmla="*/ 1230176 w 1258521"/>
                <a:gd name="connsiteY266" fmla="*/ 380767 h 914263"/>
                <a:gd name="connsiteX267" fmla="*/ 1230714 w 1258521"/>
                <a:gd name="connsiteY267" fmla="*/ 380431 h 914263"/>
                <a:gd name="connsiteX268" fmla="*/ 1232128 w 1258521"/>
                <a:gd name="connsiteY268" fmla="*/ 378379 h 914263"/>
                <a:gd name="connsiteX269" fmla="*/ 1232666 w 1258521"/>
                <a:gd name="connsiteY269" fmla="*/ 376528 h 914263"/>
                <a:gd name="connsiteX270" fmla="*/ 1232431 w 1258521"/>
                <a:gd name="connsiteY270" fmla="*/ 374577 h 914263"/>
                <a:gd name="connsiteX271" fmla="*/ 1231993 w 1258521"/>
                <a:gd name="connsiteY271" fmla="*/ 371415 h 914263"/>
                <a:gd name="connsiteX272" fmla="*/ 1230479 w 1258521"/>
                <a:gd name="connsiteY272" fmla="*/ 369565 h 914263"/>
                <a:gd name="connsiteX273" fmla="*/ 1227753 w 1258521"/>
                <a:gd name="connsiteY273" fmla="*/ 368253 h 914263"/>
                <a:gd name="connsiteX274" fmla="*/ 1224488 w 1258521"/>
                <a:gd name="connsiteY274" fmla="*/ 365629 h 914263"/>
                <a:gd name="connsiteX275" fmla="*/ 1222839 w 1258521"/>
                <a:gd name="connsiteY275" fmla="*/ 364115 h 914263"/>
                <a:gd name="connsiteX276" fmla="*/ 1218700 w 1258521"/>
                <a:gd name="connsiteY276" fmla="*/ 361626 h 914263"/>
                <a:gd name="connsiteX277" fmla="*/ 1213483 w 1258521"/>
                <a:gd name="connsiteY277" fmla="*/ 360112 h 914263"/>
                <a:gd name="connsiteX278" fmla="*/ 1210858 w 1258521"/>
                <a:gd name="connsiteY278" fmla="*/ 358800 h 914263"/>
                <a:gd name="connsiteX279" fmla="*/ 1212373 w 1258521"/>
                <a:gd name="connsiteY279" fmla="*/ 354326 h 914263"/>
                <a:gd name="connsiteX280" fmla="*/ 1214123 w 1258521"/>
                <a:gd name="connsiteY280" fmla="*/ 353351 h 914263"/>
                <a:gd name="connsiteX281" fmla="*/ 1215099 w 1258521"/>
                <a:gd name="connsiteY281" fmla="*/ 351332 h 914263"/>
                <a:gd name="connsiteX282" fmla="*/ 1216176 w 1258521"/>
                <a:gd name="connsiteY282" fmla="*/ 348607 h 914263"/>
                <a:gd name="connsiteX283" fmla="*/ 1217589 w 1258521"/>
                <a:gd name="connsiteY283" fmla="*/ 344167 h 914263"/>
                <a:gd name="connsiteX284" fmla="*/ 1218363 w 1258521"/>
                <a:gd name="connsiteY284" fmla="*/ 341678 h 914263"/>
                <a:gd name="connsiteX285" fmla="*/ 1219878 w 1258521"/>
                <a:gd name="connsiteY285" fmla="*/ 340803 h 914263"/>
                <a:gd name="connsiteX286" fmla="*/ 1222267 w 1258521"/>
                <a:gd name="connsiteY286" fmla="*/ 339929 h 914263"/>
                <a:gd name="connsiteX287" fmla="*/ 1224017 w 1258521"/>
                <a:gd name="connsiteY287" fmla="*/ 338415 h 914263"/>
                <a:gd name="connsiteX288" fmla="*/ 1223916 w 1258521"/>
                <a:gd name="connsiteY288" fmla="*/ 334815 h 914263"/>
                <a:gd name="connsiteX289" fmla="*/ 1222604 w 1258521"/>
                <a:gd name="connsiteY289" fmla="*/ 332225 h 914263"/>
                <a:gd name="connsiteX290" fmla="*/ 1220315 w 1258521"/>
                <a:gd name="connsiteY290" fmla="*/ 329601 h 914263"/>
                <a:gd name="connsiteX291" fmla="*/ 1218902 w 1258521"/>
                <a:gd name="connsiteY291" fmla="*/ 327650 h 914263"/>
                <a:gd name="connsiteX292" fmla="*/ 1216075 w 1258521"/>
                <a:gd name="connsiteY292" fmla="*/ 325161 h 914263"/>
                <a:gd name="connsiteX293" fmla="*/ 1213248 w 1258521"/>
                <a:gd name="connsiteY293" fmla="*/ 321158 h 914263"/>
                <a:gd name="connsiteX294" fmla="*/ 1208469 w 1258521"/>
                <a:gd name="connsiteY294" fmla="*/ 318130 h 914263"/>
                <a:gd name="connsiteX295" fmla="*/ 1205103 w 1258521"/>
                <a:gd name="connsiteY295" fmla="*/ 315641 h 914263"/>
                <a:gd name="connsiteX296" fmla="*/ 1202377 w 1258521"/>
                <a:gd name="connsiteY296" fmla="*/ 312176 h 914263"/>
                <a:gd name="connsiteX297" fmla="*/ 1197060 w 1258521"/>
                <a:gd name="connsiteY297" fmla="*/ 309787 h 914263"/>
                <a:gd name="connsiteX298" fmla="*/ 1195983 w 1258521"/>
                <a:gd name="connsiteY298" fmla="*/ 309451 h 914263"/>
                <a:gd name="connsiteX299" fmla="*/ 1192920 w 1258521"/>
                <a:gd name="connsiteY299" fmla="*/ 308139 h 914263"/>
                <a:gd name="connsiteX300" fmla="*/ 1187603 w 1258521"/>
                <a:gd name="connsiteY300" fmla="*/ 306390 h 914263"/>
                <a:gd name="connsiteX301" fmla="*/ 1182050 w 1258521"/>
                <a:gd name="connsiteY301" fmla="*/ 303463 h 914263"/>
                <a:gd name="connsiteX302" fmla="*/ 1178247 w 1258521"/>
                <a:gd name="connsiteY302" fmla="*/ 300873 h 914263"/>
                <a:gd name="connsiteX303" fmla="*/ 1176934 w 1258521"/>
                <a:gd name="connsiteY303" fmla="*/ 299561 h 914263"/>
                <a:gd name="connsiteX304" fmla="*/ 1177035 w 1258521"/>
                <a:gd name="connsiteY304" fmla="*/ 296836 h 914263"/>
                <a:gd name="connsiteX305" fmla="*/ 1177473 w 1258521"/>
                <a:gd name="connsiteY305" fmla="*/ 294549 h 914263"/>
                <a:gd name="connsiteX306" fmla="*/ 1178247 w 1258521"/>
                <a:gd name="connsiteY306" fmla="*/ 291084 h 914263"/>
                <a:gd name="connsiteX307" fmla="*/ 1179559 w 1258521"/>
                <a:gd name="connsiteY307" fmla="*/ 290310 h 914263"/>
                <a:gd name="connsiteX308" fmla="*/ 1181074 w 1258521"/>
                <a:gd name="connsiteY308" fmla="*/ 288796 h 914263"/>
                <a:gd name="connsiteX309" fmla="*/ 1181713 w 1258521"/>
                <a:gd name="connsiteY309" fmla="*/ 287047 h 914263"/>
                <a:gd name="connsiteX310" fmla="*/ 1182353 w 1258521"/>
                <a:gd name="connsiteY310" fmla="*/ 285399 h 914263"/>
                <a:gd name="connsiteX311" fmla="*/ 1183127 w 1258521"/>
                <a:gd name="connsiteY311" fmla="*/ 283347 h 914263"/>
                <a:gd name="connsiteX312" fmla="*/ 1183564 w 1258521"/>
                <a:gd name="connsiteY312" fmla="*/ 281597 h 914263"/>
                <a:gd name="connsiteX313" fmla="*/ 1183901 w 1258521"/>
                <a:gd name="connsiteY313" fmla="*/ 279646 h 914263"/>
                <a:gd name="connsiteX314" fmla="*/ 1183362 w 1258521"/>
                <a:gd name="connsiteY314" fmla="*/ 277695 h 914263"/>
                <a:gd name="connsiteX315" fmla="*/ 1181410 w 1258521"/>
                <a:gd name="connsiteY315" fmla="*/ 275206 h 914263"/>
                <a:gd name="connsiteX316" fmla="*/ 1179795 w 1258521"/>
                <a:gd name="connsiteY316" fmla="*/ 273457 h 914263"/>
                <a:gd name="connsiteX317" fmla="*/ 1179459 w 1258521"/>
                <a:gd name="connsiteY317" fmla="*/ 271404 h 914263"/>
                <a:gd name="connsiteX318" fmla="*/ 1179459 w 1258521"/>
                <a:gd name="connsiteY318" fmla="*/ 269218 h 914263"/>
                <a:gd name="connsiteX319" fmla="*/ 1179223 w 1258521"/>
                <a:gd name="connsiteY319" fmla="*/ 266830 h 914263"/>
                <a:gd name="connsiteX320" fmla="*/ 1175756 w 1258521"/>
                <a:gd name="connsiteY320" fmla="*/ 264105 h 914263"/>
                <a:gd name="connsiteX321" fmla="*/ 1173030 w 1258521"/>
                <a:gd name="connsiteY321" fmla="*/ 262894 h 914263"/>
                <a:gd name="connsiteX322" fmla="*/ 1170742 w 1258521"/>
                <a:gd name="connsiteY322" fmla="*/ 263667 h 914263"/>
                <a:gd name="connsiteX323" fmla="*/ 1169665 w 1258521"/>
                <a:gd name="connsiteY323" fmla="*/ 264879 h 914263"/>
                <a:gd name="connsiteX324" fmla="*/ 1169564 w 1258521"/>
                <a:gd name="connsiteY324" fmla="*/ 266931 h 914263"/>
                <a:gd name="connsiteX325" fmla="*/ 1169026 w 1258521"/>
                <a:gd name="connsiteY325" fmla="*/ 269117 h 914263"/>
                <a:gd name="connsiteX326" fmla="*/ 1167275 w 1258521"/>
                <a:gd name="connsiteY326" fmla="*/ 272481 h 914263"/>
                <a:gd name="connsiteX327" fmla="*/ 1165626 w 1258521"/>
                <a:gd name="connsiteY327" fmla="*/ 275206 h 914263"/>
                <a:gd name="connsiteX328" fmla="*/ 1164987 w 1258521"/>
                <a:gd name="connsiteY328" fmla="*/ 276080 h 914263"/>
                <a:gd name="connsiteX329" fmla="*/ 1163910 w 1258521"/>
                <a:gd name="connsiteY329" fmla="*/ 278267 h 914263"/>
                <a:gd name="connsiteX330" fmla="*/ 1163809 w 1258521"/>
                <a:gd name="connsiteY330" fmla="*/ 281093 h 914263"/>
                <a:gd name="connsiteX331" fmla="*/ 1164011 w 1258521"/>
                <a:gd name="connsiteY331" fmla="*/ 282943 h 914263"/>
                <a:gd name="connsiteX332" fmla="*/ 1164549 w 1258521"/>
                <a:gd name="connsiteY332" fmla="*/ 285432 h 914263"/>
                <a:gd name="connsiteX333" fmla="*/ 1164650 w 1258521"/>
                <a:gd name="connsiteY333" fmla="*/ 287047 h 914263"/>
                <a:gd name="connsiteX334" fmla="*/ 1162800 w 1258521"/>
                <a:gd name="connsiteY334" fmla="*/ 288796 h 914263"/>
                <a:gd name="connsiteX335" fmla="*/ 1160410 w 1258521"/>
                <a:gd name="connsiteY335" fmla="*/ 289435 h 914263"/>
                <a:gd name="connsiteX336" fmla="*/ 1158121 w 1258521"/>
                <a:gd name="connsiteY336" fmla="*/ 289873 h 914263"/>
                <a:gd name="connsiteX337" fmla="*/ 1156472 w 1258521"/>
                <a:gd name="connsiteY337" fmla="*/ 289772 h 914263"/>
                <a:gd name="connsiteX338" fmla="*/ 1155059 w 1258521"/>
                <a:gd name="connsiteY338" fmla="*/ 286946 h 914263"/>
                <a:gd name="connsiteX339" fmla="*/ 1153309 w 1258521"/>
                <a:gd name="connsiteY339" fmla="*/ 284221 h 914263"/>
                <a:gd name="connsiteX340" fmla="*/ 1150583 w 1258521"/>
                <a:gd name="connsiteY340" fmla="*/ 281631 h 914263"/>
                <a:gd name="connsiteX341" fmla="*/ 1147857 w 1258521"/>
                <a:gd name="connsiteY341" fmla="*/ 277056 h 914263"/>
                <a:gd name="connsiteX342" fmla="*/ 1144828 w 1258521"/>
                <a:gd name="connsiteY342" fmla="*/ 275004 h 914263"/>
                <a:gd name="connsiteX343" fmla="*/ 1142775 w 1258521"/>
                <a:gd name="connsiteY343" fmla="*/ 274466 h 914263"/>
                <a:gd name="connsiteX344" fmla="*/ 1140587 w 1258521"/>
                <a:gd name="connsiteY344" fmla="*/ 273591 h 914263"/>
                <a:gd name="connsiteX345" fmla="*/ 1138534 w 1258521"/>
                <a:gd name="connsiteY345" fmla="*/ 271842 h 914263"/>
                <a:gd name="connsiteX346" fmla="*/ 1134933 w 1258521"/>
                <a:gd name="connsiteY346" fmla="*/ 267805 h 914263"/>
                <a:gd name="connsiteX347" fmla="*/ 1132645 w 1258521"/>
                <a:gd name="connsiteY347" fmla="*/ 264979 h 914263"/>
                <a:gd name="connsiteX348" fmla="*/ 1127327 w 1258521"/>
                <a:gd name="connsiteY348" fmla="*/ 258689 h 914263"/>
                <a:gd name="connsiteX349" fmla="*/ 1123727 w 1258521"/>
                <a:gd name="connsiteY349" fmla="*/ 254988 h 914263"/>
                <a:gd name="connsiteX350" fmla="*/ 1121135 w 1258521"/>
                <a:gd name="connsiteY350" fmla="*/ 253575 h 914263"/>
                <a:gd name="connsiteX351" fmla="*/ 1111140 w 1258521"/>
                <a:gd name="connsiteY351" fmla="*/ 244661 h 914263"/>
                <a:gd name="connsiteX352" fmla="*/ 1105688 w 1258521"/>
                <a:gd name="connsiteY352" fmla="*/ 240422 h 914263"/>
                <a:gd name="connsiteX353" fmla="*/ 1099596 w 1258521"/>
                <a:gd name="connsiteY353" fmla="*/ 235208 h 914263"/>
                <a:gd name="connsiteX354" fmla="*/ 1092865 w 1258521"/>
                <a:gd name="connsiteY354" fmla="*/ 231743 h 914263"/>
                <a:gd name="connsiteX355" fmla="*/ 1089399 w 1258521"/>
                <a:gd name="connsiteY355" fmla="*/ 228817 h 914263"/>
                <a:gd name="connsiteX356" fmla="*/ 1087346 w 1258521"/>
                <a:gd name="connsiteY356" fmla="*/ 227404 h 914263"/>
                <a:gd name="connsiteX357" fmla="*/ 1082668 w 1258521"/>
                <a:gd name="connsiteY357" fmla="*/ 226092 h 914263"/>
                <a:gd name="connsiteX358" fmla="*/ 1078629 w 1258521"/>
                <a:gd name="connsiteY358" fmla="*/ 224881 h 914263"/>
                <a:gd name="connsiteX359" fmla="*/ 1074052 w 1258521"/>
                <a:gd name="connsiteY359" fmla="*/ 220642 h 914263"/>
                <a:gd name="connsiteX360" fmla="*/ 1072100 w 1258521"/>
                <a:gd name="connsiteY360" fmla="*/ 219028 h 914263"/>
                <a:gd name="connsiteX361" fmla="*/ 1069711 w 1258521"/>
                <a:gd name="connsiteY361" fmla="*/ 216538 h 914263"/>
                <a:gd name="connsiteX362" fmla="*/ 1068398 w 1258521"/>
                <a:gd name="connsiteY362" fmla="*/ 216875 h 914263"/>
                <a:gd name="connsiteX363" fmla="*/ 1065235 w 1258521"/>
                <a:gd name="connsiteY363" fmla="*/ 218624 h 914263"/>
                <a:gd name="connsiteX364" fmla="*/ 1060893 w 1258521"/>
                <a:gd name="connsiteY364" fmla="*/ 218960 h 914263"/>
                <a:gd name="connsiteX365" fmla="*/ 1058840 w 1258521"/>
                <a:gd name="connsiteY365" fmla="*/ 216908 h 914263"/>
                <a:gd name="connsiteX366" fmla="*/ 1059379 w 1258521"/>
                <a:gd name="connsiteY366" fmla="*/ 215058 h 914263"/>
                <a:gd name="connsiteX367" fmla="*/ 1059917 w 1258521"/>
                <a:gd name="connsiteY367" fmla="*/ 212333 h 914263"/>
                <a:gd name="connsiteX368" fmla="*/ 1060355 w 1258521"/>
                <a:gd name="connsiteY368" fmla="*/ 210281 h 914263"/>
                <a:gd name="connsiteX369" fmla="*/ 1059379 w 1258521"/>
                <a:gd name="connsiteY369" fmla="*/ 205404 h 914263"/>
                <a:gd name="connsiteX370" fmla="*/ 1059379 w 1258521"/>
                <a:gd name="connsiteY370" fmla="*/ 201804 h 914263"/>
                <a:gd name="connsiteX371" fmla="*/ 1059042 w 1258521"/>
                <a:gd name="connsiteY371" fmla="*/ 197666 h 914263"/>
                <a:gd name="connsiteX372" fmla="*/ 1057292 w 1258521"/>
                <a:gd name="connsiteY372" fmla="*/ 194942 h 914263"/>
                <a:gd name="connsiteX373" fmla="*/ 1051436 w 1258521"/>
                <a:gd name="connsiteY373" fmla="*/ 194067 h 914263"/>
                <a:gd name="connsiteX374" fmla="*/ 1048071 w 1258521"/>
                <a:gd name="connsiteY374" fmla="*/ 192318 h 914263"/>
                <a:gd name="connsiteX375" fmla="*/ 1045379 w 1258521"/>
                <a:gd name="connsiteY375" fmla="*/ 192318 h 914263"/>
                <a:gd name="connsiteX376" fmla="*/ 1041845 w 1258521"/>
                <a:gd name="connsiteY376" fmla="*/ 191410 h 914263"/>
                <a:gd name="connsiteX377" fmla="*/ 1040162 w 1258521"/>
                <a:gd name="connsiteY377" fmla="*/ 190938 h 914263"/>
                <a:gd name="connsiteX378" fmla="*/ 1037268 w 1258521"/>
                <a:gd name="connsiteY378" fmla="*/ 188550 h 914263"/>
                <a:gd name="connsiteX379" fmla="*/ 1035888 w 1258521"/>
                <a:gd name="connsiteY379" fmla="*/ 187171 h 914263"/>
                <a:gd name="connsiteX380" fmla="*/ 1034441 w 1258521"/>
                <a:gd name="connsiteY380" fmla="*/ 185792 h 914263"/>
                <a:gd name="connsiteX381" fmla="*/ 1032859 w 1258521"/>
                <a:gd name="connsiteY381" fmla="*/ 183269 h 914263"/>
                <a:gd name="connsiteX382" fmla="*/ 1031715 w 1258521"/>
                <a:gd name="connsiteY382" fmla="*/ 181015 h 914263"/>
                <a:gd name="connsiteX383" fmla="*/ 1030772 w 1258521"/>
                <a:gd name="connsiteY383" fmla="*/ 179266 h 914263"/>
                <a:gd name="connsiteX384" fmla="*/ 1028686 w 1258521"/>
                <a:gd name="connsiteY384" fmla="*/ 178525 h 914263"/>
                <a:gd name="connsiteX385" fmla="*/ 1025421 w 1258521"/>
                <a:gd name="connsiteY385" fmla="*/ 177012 h 914263"/>
                <a:gd name="connsiteX386" fmla="*/ 1025489 w 1258521"/>
                <a:gd name="connsiteY386" fmla="*/ 174119 h 914263"/>
                <a:gd name="connsiteX387" fmla="*/ 1025186 w 1258521"/>
                <a:gd name="connsiteY387" fmla="*/ 171360 h 914263"/>
                <a:gd name="connsiteX388" fmla="*/ 1023941 w 1258521"/>
                <a:gd name="connsiteY388" fmla="*/ 168669 h 914263"/>
                <a:gd name="connsiteX389" fmla="*/ 1022426 w 1258521"/>
                <a:gd name="connsiteY389" fmla="*/ 166516 h 914263"/>
                <a:gd name="connsiteX390" fmla="*/ 1020676 w 1258521"/>
                <a:gd name="connsiteY390" fmla="*/ 165137 h 914263"/>
                <a:gd name="connsiteX391" fmla="*/ 1019465 w 1258521"/>
                <a:gd name="connsiteY391" fmla="*/ 165002 h 914263"/>
                <a:gd name="connsiteX392" fmla="*/ 1017849 w 1258521"/>
                <a:gd name="connsiteY392" fmla="*/ 165810 h 914263"/>
                <a:gd name="connsiteX393" fmla="*/ 1016099 w 1258521"/>
                <a:gd name="connsiteY393" fmla="*/ 167122 h 914263"/>
                <a:gd name="connsiteX394" fmla="*/ 1015224 w 1258521"/>
                <a:gd name="connsiteY394" fmla="*/ 169073 h 914263"/>
                <a:gd name="connsiteX395" fmla="*/ 1014787 w 1258521"/>
                <a:gd name="connsiteY395" fmla="*/ 171461 h 914263"/>
                <a:gd name="connsiteX396" fmla="*/ 1014214 w 1258521"/>
                <a:gd name="connsiteY396" fmla="*/ 173850 h 914263"/>
                <a:gd name="connsiteX397" fmla="*/ 1014147 w 1258521"/>
                <a:gd name="connsiteY397" fmla="*/ 175801 h 914263"/>
                <a:gd name="connsiteX398" fmla="*/ 1014147 w 1258521"/>
                <a:gd name="connsiteY398" fmla="*/ 177617 h 914263"/>
                <a:gd name="connsiteX399" fmla="*/ 1015426 w 1258521"/>
                <a:gd name="connsiteY399" fmla="*/ 179568 h 914263"/>
                <a:gd name="connsiteX400" fmla="*/ 1016705 w 1258521"/>
                <a:gd name="connsiteY400" fmla="*/ 181385 h 914263"/>
                <a:gd name="connsiteX401" fmla="*/ 1017580 w 1258521"/>
                <a:gd name="connsiteY401" fmla="*/ 183706 h 914263"/>
                <a:gd name="connsiteX402" fmla="*/ 1018825 w 1258521"/>
                <a:gd name="connsiteY402" fmla="*/ 185455 h 914263"/>
                <a:gd name="connsiteX403" fmla="*/ 1019431 w 1258521"/>
                <a:gd name="connsiteY403" fmla="*/ 185960 h 914263"/>
                <a:gd name="connsiteX404" fmla="*/ 1020575 w 1258521"/>
                <a:gd name="connsiteY404" fmla="*/ 187406 h 914263"/>
                <a:gd name="connsiteX405" fmla="*/ 1021719 w 1258521"/>
                <a:gd name="connsiteY405" fmla="*/ 188146 h 914263"/>
                <a:gd name="connsiteX406" fmla="*/ 1025186 w 1258521"/>
                <a:gd name="connsiteY406" fmla="*/ 192789 h 914263"/>
                <a:gd name="connsiteX407" fmla="*/ 1024883 w 1258521"/>
                <a:gd name="connsiteY407" fmla="*/ 195682 h 914263"/>
                <a:gd name="connsiteX408" fmla="*/ 1023133 w 1258521"/>
                <a:gd name="connsiteY408" fmla="*/ 197700 h 914263"/>
                <a:gd name="connsiteX409" fmla="*/ 1019397 w 1258521"/>
                <a:gd name="connsiteY409" fmla="*/ 198777 h 914263"/>
                <a:gd name="connsiteX410" fmla="*/ 1017277 w 1258521"/>
                <a:gd name="connsiteY410" fmla="*/ 198911 h 914263"/>
                <a:gd name="connsiteX411" fmla="*/ 1013878 w 1258521"/>
                <a:gd name="connsiteY411" fmla="*/ 197902 h 914263"/>
                <a:gd name="connsiteX412" fmla="*/ 1011859 w 1258521"/>
                <a:gd name="connsiteY412" fmla="*/ 196960 h 914263"/>
                <a:gd name="connsiteX413" fmla="*/ 1008224 w 1258521"/>
                <a:gd name="connsiteY413" fmla="*/ 195143 h 914263"/>
                <a:gd name="connsiteX414" fmla="*/ 1006575 w 1258521"/>
                <a:gd name="connsiteY414" fmla="*/ 193899 h 914263"/>
                <a:gd name="connsiteX415" fmla="*/ 1006272 w 1258521"/>
                <a:gd name="connsiteY415" fmla="*/ 191073 h 914263"/>
                <a:gd name="connsiteX416" fmla="*/ 1003580 w 1258521"/>
                <a:gd name="connsiteY416" fmla="*/ 188617 h 914263"/>
                <a:gd name="connsiteX417" fmla="*/ 1001695 w 1258521"/>
                <a:gd name="connsiteY417" fmla="*/ 187743 h 914263"/>
                <a:gd name="connsiteX418" fmla="*/ 996983 w 1258521"/>
                <a:gd name="connsiteY418" fmla="*/ 183975 h 914263"/>
                <a:gd name="connsiteX419" fmla="*/ 987493 w 1258521"/>
                <a:gd name="connsiteY419" fmla="*/ 175868 h 914263"/>
                <a:gd name="connsiteX420" fmla="*/ 986416 w 1258521"/>
                <a:gd name="connsiteY420" fmla="*/ 174993 h 914263"/>
                <a:gd name="connsiteX421" fmla="*/ 984228 w 1258521"/>
                <a:gd name="connsiteY421" fmla="*/ 172370 h 914263"/>
                <a:gd name="connsiteX422" fmla="*/ 982579 w 1258521"/>
                <a:gd name="connsiteY422" fmla="*/ 170721 h 914263"/>
                <a:gd name="connsiteX423" fmla="*/ 981132 w 1258521"/>
                <a:gd name="connsiteY423" fmla="*/ 169712 h 914263"/>
                <a:gd name="connsiteX424" fmla="*/ 978877 w 1258521"/>
                <a:gd name="connsiteY424" fmla="*/ 170082 h 914263"/>
                <a:gd name="connsiteX425" fmla="*/ 977127 w 1258521"/>
                <a:gd name="connsiteY425" fmla="*/ 169880 h 914263"/>
                <a:gd name="connsiteX426" fmla="*/ 976117 w 1258521"/>
                <a:gd name="connsiteY426" fmla="*/ 168938 h 914263"/>
                <a:gd name="connsiteX427" fmla="*/ 974670 w 1258521"/>
                <a:gd name="connsiteY427" fmla="*/ 167626 h 914263"/>
                <a:gd name="connsiteX428" fmla="*/ 974536 w 1258521"/>
                <a:gd name="connsiteY428" fmla="*/ 166045 h 914263"/>
                <a:gd name="connsiteX429" fmla="*/ 976353 w 1258521"/>
                <a:gd name="connsiteY429" fmla="*/ 164296 h 914263"/>
                <a:gd name="connsiteX430" fmla="*/ 975848 w 1258521"/>
                <a:gd name="connsiteY430" fmla="*/ 163152 h 914263"/>
                <a:gd name="connsiteX431" fmla="*/ 973593 w 1258521"/>
                <a:gd name="connsiteY431" fmla="*/ 161639 h 914263"/>
                <a:gd name="connsiteX432" fmla="*/ 972281 w 1258521"/>
                <a:gd name="connsiteY432" fmla="*/ 159183 h 914263"/>
                <a:gd name="connsiteX433" fmla="*/ 970262 w 1258521"/>
                <a:gd name="connsiteY433" fmla="*/ 158174 h 914263"/>
                <a:gd name="connsiteX434" fmla="*/ 968680 w 1258521"/>
                <a:gd name="connsiteY434" fmla="*/ 156727 h 914263"/>
                <a:gd name="connsiteX435" fmla="*/ 967367 w 1258521"/>
                <a:gd name="connsiteY435" fmla="*/ 153699 h 914263"/>
                <a:gd name="connsiteX436" fmla="*/ 966930 w 1258521"/>
                <a:gd name="connsiteY436" fmla="*/ 150369 h 914263"/>
                <a:gd name="connsiteX437" fmla="*/ 965785 w 1258521"/>
                <a:gd name="connsiteY437" fmla="*/ 148048 h 914263"/>
                <a:gd name="connsiteX438" fmla="*/ 964036 w 1258521"/>
                <a:gd name="connsiteY438" fmla="*/ 146601 h 914263"/>
                <a:gd name="connsiteX439" fmla="*/ 961579 w 1258521"/>
                <a:gd name="connsiteY439" fmla="*/ 144146 h 914263"/>
                <a:gd name="connsiteX440" fmla="*/ 960401 w 1258521"/>
                <a:gd name="connsiteY440" fmla="*/ 141387 h 914263"/>
                <a:gd name="connsiteX441" fmla="*/ 958651 w 1258521"/>
                <a:gd name="connsiteY441" fmla="*/ 137620 h 914263"/>
                <a:gd name="connsiteX442" fmla="*/ 955016 w 1258521"/>
                <a:gd name="connsiteY442" fmla="*/ 132843 h 914263"/>
                <a:gd name="connsiteX443" fmla="*/ 951381 w 1258521"/>
                <a:gd name="connsiteY443" fmla="*/ 129512 h 914263"/>
                <a:gd name="connsiteX444" fmla="*/ 946872 w 1258521"/>
                <a:gd name="connsiteY444" fmla="*/ 127057 h 914263"/>
                <a:gd name="connsiteX445" fmla="*/ 943102 w 1258521"/>
                <a:gd name="connsiteY445" fmla="*/ 123155 h 914263"/>
                <a:gd name="connsiteX446" fmla="*/ 939905 w 1258521"/>
                <a:gd name="connsiteY446" fmla="*/ 120564 h 914263"/>
                <a:gd name="connsiteX447" fmla="*/ 936876 w 1258521"/>
                <a:gd name="connsiteY447" fmla="*/ 117537 h 914263"/>
                <a:gd name="connsiteX448" fmla="*/ 935294 w 1258521"/>
                <a:gd name="connsiteY448" fmla="*/ 115956 h 914263"/>
                <a:gd name="connsiteX449" fmla="*/ 933410 w 1258521"/>
                <a:gd name="connsiteY449" fmla="*/ 114072 h 914263"/>
                <a:gd name="connsiteX450" fmla="*/ 930516 w 1258521"/>
                <a:gd name="connsiteY450" fmla="*/ 112491 h 914263"/>
                <a:gd name="connsiteX451" fmla="*/ 928934 w 1258521"/>
                <a:gd name="connsiteY451" fmla="*/ 108723 h 914263"/>
                <a:gd name="connsiteX452" fmla="*/ 926612 w 1258521"/>
                <a:gd name="connsiteY452" fmla="*/ 104653 h 914263"/>
                <a:gd name="connsiteX453" fmla="*/ 922842 w 1258521"/>
                <a:gd name="connsiteY453" fmla="*/ 102063 h 914263"/>
                <a:gd name="connsiteX454" fmla="*/ 921092 w 1258521"/>
                <a:gd name="connsiteY454" fmla="*/ 102063 h 914263"/>
                <a:gd name="connsiteX455" fmla="*/ 919073 w 1258521"/>
                <a:gd name="connsiteY455" fmla="*/ 100044 h 914263"/>
                <a:gd name="connsiteX456" fmla="*/ 916482 w 1258521"/>
                <a:gd name="connsiteY456" fmla="*/ 97151 h 914263"/>
                <a:gd name="connsiteX457" fmla="*/ 915472 w 1258521"/>
                <a:gd name="connsiteY457" fmla="*/ 93955 h 914263"/>
                <a:gd name="connsiteX458" fmla="*/ 914159 w 1258521"/>
                <a:gd name="connsiteY458" fmla="*/ 89751 h 914263"/>
                <a:gd name="connsiteX459" fmla="*/ 911703 w 1258521"/>
                <a:gd name="connsiteY459" fmla="*/ 86992 h 914263"/>
                <a:gd name="connsiteX460" fmla="*/ 907227 w 1258521"/>
                <a:gd name="connsiteY460" fmla="*/ 84671 h 914263"/>
                <a:gd name="connsiteX461" fmla="*/ 904198 w 1258521"/>
                <a:gd name="connsiteY461" fmla="*/ 84671 h 914263"/>
                <a:gd name="connsiteX462" fmla="*/ 900563 w 1258521"/>
                <a:gd name="connsiteY462" fmla="*/ 87059 h 914263"/>
                <a:gd name="connsiteX463" fmla="*/ 898678 w 1258521"/>
                <a:gd name="connsiteY463" fmla="*/ 87867 h 914263"/>
                <a:gd name="connsiteX464" fmla="*/ 897534 w 1258521"/>
                <a:gd name="connsiteY464" fmla="*/ 89885 h 914263"/>
                <a:gd name="connsiteX465" fmla="*/ 896524 w 1258521"/>
                <a:gd name="connsiteY465" fmla="*/ 91769 h 914263"/>
                <a:gd name="connsiteX466" fmla="*/ 896221 w 1258521"/>
                <a:gd name="connsiteY466" fmla="*/ 94225 h 914263"/>
                <a:gd name="connsiteX467" fmla="*/ 895649 w 1258521"/>
                <a:gd name="connsiteY467" fmla="*/ 95671 h 914263"/>
                <a:gd name="connsiteX468" fmla="*/ 893899 w 1258521"/>
                <a:gd name="connsiteY468" fmla="*/ 98295 h 914263"/>
                <a:gd name="connsiteX469" fmla="*/ 893024 w 1258521"/>
                <a:gd name="connsiteY469" fmla="*/ 99439 h 914263"/>
                <a:gd name="connsiteX470" fmla="*/ 887942 w 1258521"/>
                <a:gd name="connsiteY470" fmla="*/ 101020 h 914263"/>
                <a:gd name="connsiteX471" fmla="*/ 879596 w 1258521"/>
                <a:gd name="connsiteY471" fmla="*/ 102264 h 914263"/>
                <a:gd name="connsiteX472" fmla="*/ 873740 w 1258521"/>
                <a:gd name="connsiteY472" fmla="*/ 101625 h 914263"/>
                <a:gd name="connsiteX473" fmla="*/ 872428 w 1258521"/>
                <a:gd name="connsiteY473" fmla="*/ 98261 h 914263"/>
                <a:gd name="connsiteX474" fmla="*/ 870240 w 1258521"/>
                <a:gd name="connsiteY474" fmla="*/ 94998 h 914263"/>
                <a:gd name="connsiteX475" fmla="*/ 866538 w 1258521"/>
                <a:gd name="connsiteY475" fmla="*/ 90087 h 914263"/>
                <a:gd name="connsiteX476" fmla="*/ 863913 w 1258521"/>
                <a:gd name="connsiteY476" fmla="*/ 89111 h 914263"/>
                <a:gd name="connsiteX477" fmla="*/ 862500 w 1258521"/>
                <a:gd name="connsiteY477" fmla="*/ 89313 h 914263"/>
                <a:gd name="connsiteX478" fmla="*/ 860548 w 1258521"/>
                <a:gd name="connsiteY478" fmla="*/ 89515 h 914263"/>
                <a:gd name="connsiteX479" fmla="*/ 859134 w 1258521"/>
                <a:gd name="connsiteY479" fmla="*/ 91802 h 914263"/>
                <a:gd name="connsiteX480" fmla="*/ 856846 w 1258521"/>
                <a:gd name="connsiteY480" fmla="*/ 94830 h 914263"/>
                <a:gd name="connsiteX481" fmla="*/ 855432 w 1258521"/>
                <a:gd name="connsiteY481" fmla="*/ 96243 h 914263"/>
                <a:gd name="connsiteX482" fmla="*/ 853918 w 1258521"/>
                <a:gd name="connsiteY482" fmla="*/ 98968 h 914263"/>
                <a:gd name="connsiteX483" fmla="*/ 851629 w 1258521"/>
                <a:gd name="connsiteY483" fmla="*/ 100818 h 914263"/>
                <a:gd name="connsiteX484" fmla="*/ 850317 w 1258521"/>
                <a:gd name="connsiteY484" fmla="*/ 101255 h 914263"/>
                <a:gd name="connsiteX485" fmla="*/ 847591 w 1258521"/>
                <a:gd name="connsiteY485" fmla="*/ 103307 h 914263"/>
                <a:gd name="connsiteX486" fmla="*/ 846177 w 1258521"/>
                <a:gd name="connsiteY486" fmla="*/ 106772 h 914263"/>
                <a:gd name="connsiteX487" fmla="*/ 845302 w 1258521"/>
                <a:gd name="connsiteY487" fmla="*/ 108824 h 914263"/>
                <a:gd name="connsiteX488" fmla="*/ 843014 w 1258521"/>
                <a:gd name="connsiteY488" fmla="*/ 112525 h 914263"/>
                <a:gd name="connsiteX489" fmla="*/ 840725 w 1258521"/>
                <a:gd name="connsiteY489" fmla="*/ 113164 h 914263"/>
                <a:gd name="connsiteX490" fmla="*/ 835711 w 1258521"/>
                <a:gd name="connsiteY490" fmla="*/ 112827 h 914263"/>
                <a:gd name="connsiteX491" fmla="*/ 834970 w 1258521"/>
                <a:gd name="connsiteY491" fmla="*/ 111515 h 914263"/>
                <a:gd name="connsiteX492" fmla="*/ 834970 w 1258521"/>
                <a:gd name="connsiteY492" fmla="*/ 108791 h 914263"/>
                <a:gd name="connsiteX493" fmla="*/ 834768 w 1258521"/>
                <a:gd name="connsiteY493" fmla="*/ 104989 h 914263"/>
                <a:gd name="connsiteX494" fmla="*/ 830326 w 1258521"/>
                <a:gd name="connsiteY494" fmla="*/ 102601 h 914263"/>
                <a:gd name="connsiteX495" fmla="*/ 825109 w 1258521"/>
                <a:gd name="connsiteY495" fmla="*/ 100111 h 914263"/>
                <a:gd name="connsiteX496" fmla="*/ 819018 w 1258521"/>
                <a:gd name="connsiteY496" fmla="*/ 97185 h 914263"/>
                <a:gd name="connsiteX497" fmla="*/ 814239 w 1258521"/>
                <a:gd name="connsiteY497" fmla="*/ 94696 h 914263"/>
                <a:gd name="connsiteX498" fmla="*/ 808248 w 1258521"/>
                <a:gd name="connsiteY498" fmla="*/ 92744 h 914263"/>
                <a:gd name="connsiteX499" fmla="*/ 802594 w 1258521"/>
                <a:gd name="connsiteY499" fmla="*/ 89481 h 914263"/>
                <a:gd name="connsiteX500" fmla="*/ 798590 w 1258521"/>
                <a:gd name="connsiteY500" fmla="*/ 84469 h 914263"/>
                <a:gd name="connsiteX501" fmla="*/ 796301 w 1258521"/>
                <a:gd name="connsiteY501" fmla="*/ 81643 h 914263"/>
                <a:gd name="connsiteX502" fmla="*/ 792936 w 1258521"/>
                <a:gd name="connsiteY502" fmla="*/ 76766 h 914263"/>
                <a:gd name="connsiteX503" fmla="*/ 789772 w 1258521"/>
                <a:gd name="connsiteY503" fmla="*/ 73301 h 914263"/>
                <a:gd name="connsiteX504" fmla="*/ 784993 w 1258521"/>
                <a:gd name="connsiteY504" fmla="*/ 67986 h 914263"/>
                <a:gd name="connsiteX505" fmla="*/ 782065 w 1258521"/>
                <a:gd name="connsiteY505" fmla="*/ 64958 h 914263"/>
                <a:gd name="connsiteX506" fmla="*/ 777926 w 1258521"/>
                <a:gd name="connsiteY506" fmla="*/ 59845 h 914263"/>
                <a:gd name="connsiteX507" fmla="*/ 774560 w 1258521"/>
                <a:gd name="connsiteY507" fmla="*/ 57120 h 914263"/>
                <a:gd name="connsiteX508" fmla="*/ 770320 w 1258521"/>
                <a:gd name="connsiteY508" fmla="*/ 54631 h 914263"/>
                <a:gd name="connsiteX509" fmla="*/ 765204 w 1258521"/>
                <a:gd name="connsiteY509" fmla="*/ 53857 h 914263"/>
                <a:gd name="connsiteX510" fmla="*/ 753459 w 1258521"/>
                <a:gd name="connsiteY510" fmla="*/ 53420 h 914263"/>
                <a:gd name="connsiteX511" fmla="*/ 749992 w 1258521"/>
                <a:gd name="connsiteY511" fmla="*/ 54193 h 914263"/>
                <a:gd name="connsiteX512" fmla="*/ 748478 w 1258521"/>
                <a:gd name="connsiteY512" fmla="*/ 55270 h 914263"/>
                <a:gd name="connsiteX513" fmla="*/ 744877 w 1258521"/>
                <a:gd name="connsiteY513" fmla="*/ 59071 h 914263"/>
                <a:gd name="connsiteX514" fmla="*/ 743261 w 1258521"/>
                <a:gd name="connsiteY514" fmla="*/ 62435 h 914263"/>
                <a:gd name="connsiteX515" fmla="*/ 740973 w 1258521"/>
                <a:gd name="connsiteY515" fmla="*/ 70038 h 914263"/>
                <a:gd name="connsiteX516" fmla="*/ 745853 w 1258521"/>
                <a:gd name="connsiteY516" fmla="*/ 76867 h 914263"/>
                <a:gd name="connsiteX517" fmla="*/ 745954 w 1258521"/>
                <a:gd name="connsiteY517" fmla="*/ 81206 h 914263"/>
                <a:gd name="connsiteX518" fmla="*/ 743127 w 1258521"/>
                <a:gd name="connsiteY518" fmla="*/ 87934 h 914263"/>
                <a:gd name="connsiteX519" fmla="*/ 740199 w 1258521"/>
                <a:gd name="connsiteY519" fmla="*/ 98160 h 914263"/>
                <a:gd name="connsiteX520" fmla="*/ 737708 w 1258521"/>
                <a:gd name="connsiteY520" fmla="*/ 107512 h 914263"/>
                <a:gd name="connsiteX521" fmla="*/ 736632 w 1258521"/>
                <a:gd name="connsiteY521" fmla="*/ 112289 h 914263"/>
                <a:gd name="connsiteX522" fmla="*/ 738247 w 1258521"/>
                <a:gd name="connsiteY522" fmla="*/ 117167 h 914263"/>
                <a:gd name="connsiteX523" fmla="*/ 740098 w 1258521"/>
                <a:gd name="connsiteY523" fmla="*/ 122280 h 914263"/>
                <a:gd name="connsiteX524" fmla="*/ 740435 w 1258521"/>
                <a:gd name="connsiteY524" fmla="*/ 129546 h 914263"/>
                <a:gd name="connsiteX525" fmla="*/ 740233 w 1258521"/>
                <a:gd name="connsiteY525" fmla="*/ 135971 h 914263"/>
                <a:gd name="connsiteX526" fmla="*/ 739694 w 1258521"/>
                <a:gd name="connsiteY526" fmla="*/ 141186 h 914263"/>
                <a:gd name="connsiteX527" fmla="*/ 739593 w 1258521"/>
                <a:gd name="connsiteY527" fmla="*/ 145525 h 914263"/>
                <a:gd name="connsiteX528" fmla="*/ 739055 w 1258521"/>
                <a:gd name="connsiteY528" fmla="*/ 148014 h 914263"/>
                <a:gd name="connsiteX529" fmla="*/ 736665 w 1258521"/>
                <a:gd name="connsiteY529" fmla="*/ 149528 h 914263"/>
                <a:gd name="connsiteX530" fmla="*/ 732324 w 1258521"/>
                <a:gd name="connsiteY530" fmla="*/ 150403 h 914263"/>
                <a:gd name="connsiteX531" fmla="*/ 727881 w 1258521"/>
                <a:gd name="connsiteY531" fmla="*/ 150403 h 914263"/>
                <a:gd name="connsiteX532" fmla="*/ 724179 w 1258521"/>
                <a:gd name="connsiteY532" fmla="*/ 152051 h 914263"/>
                <a:gd name="connsiteX533" fmla="*/ 718862 w 1258521"/>
                <a:gd name="connsiteY533" fmla="*/ 151513 h 914263"/>
                <a:gd name="connsiteX534" fmla="*/ 716472 w 1258521"/>
                <a:gd name="connsiteY534" fmla="*/ 150302 h 914263"/>
                <a:gd name="connsiteX535" fmla="*/ 712333 w 1258521"/>
                <a:gd name="connsiteY535" fmla="*/ 146938 h 914263"/>
                <a:gd name="connsiteX536" fmla="*/ 708429 w 1258521"/>
                <a:gd name="connsiteY536" fmla="*/ 143574 h 914263"/>
                <a:gd name="connsiteX537" fmla="*/ 704626 w 1258521"/>
                <a:gd name="connsiteY537" fmla="*/ 139874 h 914263"/>
                <a:gd name="connsiteX538" fmla="*/ 701261 w 1258521"/>
                <a:gd name="connsiteY538" fmla="*/ 138999 h 914263"/>
                <a:gd name="connsiteX539" fmla="*/ 699510 w 1258521"/>
                <a:gd name="connsiteY539" fmla="*/ 135399 h 914263"/>
                <a:gd name="connsiteX540" fmla="*/ 699746 w 1258521"/>
                <a:gd name="connsiteY540" fmla="*/ 133011 h 914263"/>
                <a:gd name="connsiteX541" fmla="*/ 699847 w 1258521"/>
                <a:gd name="connsiteY541" fmla="*/ 127158 h 914263"/>
                <a:gd name="connsiteX542" fmla="*/ 695607 w 1258521"/>
                <a:gd name="connsiteY542" fmla="*/ 123155 h 914263"/>
                <a:gd name="connsiteX543" fmla="*/ 690727 w 1258521"/>
                <a:gd name="connsiteY543" fmla="*/ 117604 h 914263"/>
                <a:gd name="connsiteX544" fmla="*/ 686924 w 1258521"/>
                <a:gd name="connsiteY544" fmla="*/ 115754 h 914263"/>
                <a:gd name="connsiteX545" fmla="*/ 680395 w 1258521"/>
                <a:gd name="connsiteY545" fmla="*/ 113265 h 914263"/>
                <a:gd name="connsiteX546" fmla="*/ 677770 w 1258521"/>
                <a:gd name="connsiteY546" fmla="*/ 113265 h 914263"/>
                <a:gd name="connsiteX547" fmla="*/ 671678 w 1258521"/>
                <a:gd name="connsiteY547" fmla="*/ 110439 h 914263"/>
                <a:gd name="connsiteX548" fmla="*/ 659731 w 1258521"/>
                <a:gd name="connsiteY548" fmla="*/ 102836 h 914263"/>
                <a:gd name="connsiteX549" fmla="*/ 655288 w 1258521"/>
                <a:gd name="connsiteY549" fmla="*/ 98598 h 914263"/>
                <a:gd name="connsiteX550" fmla="*/ 648759 w 1258521"/>
                <a:gd name="connsiteY550" fmla="*/ 92307 h 914263"/>
                <a:gd name="connsiteX551" fmla="*/ 643879 w 1258521"/>
                <a:gd name="connsiteY551" fmla="*/ 87093 h 914263"/>
                <a:gd name="connsiteX552" fmla="*/ 640952 w 1258521"/>
                <a:gd name="connsiteY552" fmla="*/ 84368 h 914263"/>
                <a:gd name="connsiteX553" fmla="*/ 638461 w 1258521"/>
                <a:gd name="connsiteY553" fmla="*/ 82854 h 914263"/>
                <a:gd name="connsiteX554" fmla="*/ 634658 w 1258521"/>
                <a:gd name="connsiteY554" fmla="*/ 81004 h 914263"/>
                <a:gd name="connsiteX555" fmla="*/ 633043 w 1258521"/>
                <a:gd name="connsiteY555" fmla="*/ 79692 h 914263"/>
                <a:gd name="connsiteX556" fmla="*/ 631966 w 1258521"/>
                <a:gd name="connsiteY556" fmla="*/ 71551 h 914263"/>
                <a:gd name="connsiteX557" fmla="*/ 627187 w 1258521"/>
                <a:gd name="connsiteY557" fmla="*/ 67212 h 914263"/>
                <a:gd name="connsiteX558" fmla="*/ 624898 w 1258521"/>
                <a:gd name="connsiteY558" fmla="*/ 64924 h 914263"/>
                <a:gd name="connsiteX559" fmla="*/ 615340 w 1258521"/>
                <a:gd name="connsiteY559" fmla="*/ 57322 h 914263"/>
                <a:gd name="connsiteX560" fmla="*/ 607499 w 1258521"/>
                <a:gd name="connsiteY560" fmla="*/ 47667 h 914263"/>
                <a:gd name="connsiteX561" fmla="*/ 602720 w 1258521"/>
                <a:gd name="connsiteY561" fmla="*/ 43866 h 914263"/>
                <a:gd name="connsiteX562" fmla="*/ 599119 w 1258521"/>
                <a:gd name="connsiteY562" fmla="*/ 36163 h 914263"/>
                <a:gd name="connsiteX563" fmla="*/ 593566 w 1258521"/>
                <a:gd name="connsiteY563" fmla="*/ 34514 h 914263"/>
                <a:gd name="connsiteX564" fmla="*/ 585320 w 1258521"/>
                <a:gd name="connsiteY564" fmla="*/ 35591 h 914263"/>
                <a:gd name="connsiteX565" fmla="*/ 580306 w 1258521"/>
                <a:gd name="connsiteY565" fmla="*/ 31890 h 914263"/>
                <a:gd name="connsiteX566" fmla="*/ 574316 w 1258521"/>
                <a:gd name="connsiteY566" fmla="*/ 27753 h 914263"/>
                <a:gd name="connsiteX567" fmla="*/ 567887 w 1258521"/>
                <a:gd name="connsiteY567" fmla="*/ 25701 h 914263"/>
                <a:gd name="connsiteX568" fmla="*/ 563310 w 1258521"/>
                <a:gd name="connsiteY568" fmla="*/ 25802 h 914263"/>
                <a:gd name="connsiteX569" fmla="*/ 555806 w 1258521"/>
                <a:gd name="connsiteY569" fmla="*/ 25600 h 914263"/>
                <a:gd name="connsiteX570" fmla="*/ 549377 w 1258521"/>
                <a:gd name="connsiteY570" fmla="*/ 23750 h 914263"/>
                <a:gd name="connsiteX571" fmla="*/ 542949 w 1258521"/>
                <a:gd name="connsiteY571" fmla="*/ 19410 h 914263"/>
                <a:gd name="connsiteX572" fmla="*/ 536757 w 1258521"/>
                <a:gd name="connsiteY572" fmla="*/ 14970 h 914263"/>
                <a:gd name="connsiteX573" fmla="*/ 532954 w 1258521"/>
                <a:gd name="connsiteY573" fmla="*/ 12581 h 914263"/>
                <a:gd name="connsiteX574" fmla="*/ 526997 w 1258521"/>
                <a:gd name="connsiteY574" fmla="*/ 11606 h 914263"/>
                <a:gd name="connsiteX575" fmla="*/ 517978 w 1258521"/>
                <a:gd name="connsiteY575" fmla="*/ 12682 h 914263"/>
                <a:gd name="connsiteX576" fmla="*/ 514377 w 1258521"/>
                <a:gd name="connsiteY576" fmla="*/ 10630 h 914263"/>
                <a:gd name="connsiteX577" fmla="*/ 511651 w 1258521"/>
                <a:gd name="connsiteY577" fmla="*/ 8242 h 914263"/>
                <a:gd name="connsiteX578" fmla="*/ 509800 w 1258521"/>
                <a:gd name="connsiteY578" fmla="*/ 6829 h 914263"/>
                <a:gd name="connsiteX579" fmla="*/ 507747 w 1258521"/>
                <a:gd name="connsiteY579" fmla="*/ 7165 h 914263"/>
                <a:gd name="connsiteX580" fmla="*/ 503708 w 1258521"/>
                <a:gd name="connsiteY580" fmla="*/ 8477 h 914263"/>
                <a:gd name="connsiteX581" fmla="*/ 500006 w 1258521"/>
                <a:gd name="connsiteY581" fmla="*/ 9991 h 914263"/>
                <a:gd name="connsiteX582" fmla="*/ 496203 w 1258521"/>
                <a:gd name="connsiteY582" fmla="*/ 10630 h 914263"/>
                <a:gd name="connsiteX583" fmla="*/ 492737 w 1258521"/>
                <a:gd name="connsiteY583" fmla="*/ 11841 h 914263"/>
                <a:gd name="connsiteX584" fmla="*/ 489136 w 1258521"/>
                <a:gd name="connsiteY584" fmla="*/ 11639 h 914263"/>
                <a:gd name="connsiteX585" fmla="*/ 485333 w 1258521"/>
                <a:gd name="connsiteY585" fmla="*/ 11101 h 914263"/>
                <a:gd name="connsiteX586" fmla="*/ 482068 w 1258521"/>
                <a:gd name="connsiteY586" fmla="*/ 9587 h 914263"/>
                <a:gd name="connsiteX587" fmla="*/ 478265 w 1258521"/>
                <a:gd name="connsiteY587" fmla="*/ 8174 h 914263"/>
                <a:gd name="connsiteX588" fmla="*/ 471635 w 1258521"/>
                <a:gd name="connsiteY588" fmla="*/ 7401 h 914263"/>
                <a:gd name="connsiteX589" fmla="*/ 465477 w 1258521"/>
                <a:gd name="connsiteY589" fmla="*/ 6425 h 914263"/>
                <a:gd name="connsiteX590" fmla="*/ 458308 w 1258521"/>
                <a:gd name="connsiteY590" fmla="*/ 6425 h 914263"/>
                <a:gd name="connsiteX591" fmla="*/ 453428 w 1258521"/>
                <a:gd name="connsiteY591" fmla="*/ 5113 h 914263"/>
                <a:gd name="connsiteX592" fmla="*/ 449827 w 1258521"/>
                <a:gd name="connsiteY592" fmla="*/ 3498 h 914263"/>
                <a:gd name="connsiteX593" fmla="*/ 446024 w 1258521"/>
                <a:gd name="connsiteY593" fmla="*/ 1884 h 914263"/>
                <a:gd name="connsiteX594" fmla="*/ 443298 w 1258521"/>
                <a:gd name="connsiteY594" fmla="*/ 1547 h 914263"/>
                <a:gd name="connsiteX595" fmla="*/ 442760 w 1258521"/>
                <a:gd name="connsiteY595" fmla="*/ 1884 h 914263"/>
                <a:gd name="connsiteX596" fmla="*/ 442120 w 1258521"/>
                <a:gd name="connsiteY596" fmla="*/ 4272 h 914263"/>
                <a:gd name="connsiteX597" fmla="*/ 440707 w 1258521"/>
                <a:gd name="connsiteY597" fmla="*/ 7098 h 914263"/>
                <a:gd name="connsiteX598" fmla="*/ 437880 w 1258521"/>
                <a:gd name="connsiteY598" fmla="*/ 9486 h 914263"/>
                <a:gd name="connsiteX599" fmla="*/ 434615 w 1258521"/>
                <a:gd name="connsiteY599" fmla="*/ 9688 h 914263"/>
                <a:gd name="connsiteX600" fmla="*/ 429937 w 1258521"/>
                <a:gd name="connsiteY600" fmla="*/ 8814 h 914263"/>
                <a:gd name="connsiteX601" fmla="*/ 428187 w 1258521"/>
                <a:gd name="connsiteY601" fmla="*/ 7502 h 914263"/>
                <a:gd name="connsiteX602" fmla="*/ 426134 w 1258521"/>
                <a:gd name="connsiteY602" fmla="*/ 7266 h 914263"/>
                <a:gd name="connsiteX603" fmla="*/ 424283 w 1258521"/>
                <a:gd name="connsiteY603" fmla="*/ 9453 h 914263"/>
                <a:gd name="connsiteX604" fmla="*/ 417216 w 1258521"/>
                <a:gd name="connsiteY604" fmla="*/ 9991 h 914263"/>
                <a:gd name="connsiteX605" fmla="*/ 408735 w 1258521"/>
                <a:gd name="connsiteY605" fmla="*/ 10529 h 914263"/>
                <a:gd name="connsiteX606" fmla="*/ 405571 w 1258521"/>
                <a:gd name="connsiteY606" fmla="*/ 10765 h 914263"/>
                <a:gd name="connsiteX607" fmla="*/ 403417 w 1258521"/>
                <a:gd name="connsiteY607" fmla="*/ 11538 h 914263"/>
                <a:gd name="connsiteX608" fmla="*/ 401567 w 1258521"/>
                <a:gd name="connsiteY608" fmla="*/ 9924 h 914263"/>
                <a:gd name="connsiteX609" fmla="*/ 398639 w 1258521"/>
                <a:gd name="connsiteY609" fmla="*/ 7333 h 914263"/>
                <a:gd name="connsiteX610" fmla="*/ 397023 w 1258521"/>
                <a:gd name="connsiteY610" fmla="*/ 5147 h 914263"/>
                <a:gd name="connsiteX611" fmla="*/ 396922 w 1258521"/>
                <a:gd name="connsiteY611" fmla="*/ 3532 h 914263"/>
                <a:gd name="connsiteX612" fmla="*/ 396821 w 1258521"/>
                <a:gd name="connsiteY612" fmla="*/ 1480 h 914263"/>
                <a:gd name="connsiteX613" fmla="*/ 396788 w 1258521"/>
                <a:gd name="connsiteY613" fmla="*/ 0 h 914263"/>
                <a:gd name="connsiteX614" fmla="*/ 396720 w 1258521"/>
                <a:gd name="connsiteY614" fmla="*/ 0 h 914263"/>
                <a:gd name="connsiteX615" fmla="*/ 393355 w 1258521"/>
                <a:gd name="connsiteY615" fmla="*/ 2725 h 914263"/>
                <a:gd name="connsiteX616" fmla="*/ 393355 w 1258521"/>
                <a:gd name="connsiteY616" fmla="*/ 7367 h 914263"/>
                <a:gd name="connsiteX617" fmla="*/ 375686 w 1258521"/>
                <a:gd name="connsiteY617" fmla="*/ 10125 h 914263"/>
                <a:gd name="connsiteX618" fmla="*/ 372489 w 1258521"/>
                <a:gd name="connsiteY618" fmla="*/ 11707 h 914263"/>
                <a:gd name="connsiteX619" fmla="*/ 364681 w 1258521"/>
                <a:gd name="connsiteY619" fmla="*/ 11707 h 914263"/>
                <a:gd name="connsiteX620" fmla="*/ 360609 w 1258521"/>
                <a:gd name="connsiteY620" fmla="*/ 7064 h 914263"/>
                <a:gd name="connsiteX621" fmla="*/ 349301 w 1258521"/>
                <a:gd name="connsiteY621" fmla="*/ 11707 h 914263"/>
                <a:gd name="connsiteX622" fmla="*/ 340887 w 1258521"/>
                <a:gd name="connsiteY622" fmla="*/ 18670 h 914263"/>
                <a:gd name="connsiteX623" fmla="*/ 334796 w 1258521"/>
                <a:gd name="connsiteY623" fmla="*/ 20116 h 914263"/>
                <a:gd name="connsiteX624" fmla="*/ 331026 w 1258521"/>
                <a:gd name="connsiteY624" fmla="*/ 15474 h 914263"/>
                <a:gd name="connsiteX625" fmla="*/ 323791 w 1258521"/>
                <a:gd name="connsiteY625" fmla="*/ 18098 h 914263"/>
                <a:gd name="connsiteX626" fmla="*/ 315983 w 1258521"/>
                <a:gd name="connsiteY626" fmla="*/ 20116 h 914263"/>
                <a:gd name="connsiteX627" fmla="*/ 305853 w 1258521"/>
                <a:gd name="connsiteY627" fmla="*/ 20116 h 914263"/>
                <a:gd name="connsiteX628" fmla="*/ 302386 w 1258521"/>
                <a:gd name="connsiteY628" fmla="*/ 24591 h 914263"/>
                <a:gd name="connsiteX629" fmla="*/ 297170 w 1258521"/>
                <a:gd name="connsiteY629" fmla="*/ 27349 h 914263"/>
                <a:gd name="connsiteX630" fmla="*/ 288218 w 1258521"/>
                <a:gd name="connsiteY630" fmla="*/ 27349 h 914263"/>
                <a:gd name="connsiteX631" fmla="*/ 281251 w 1258521"/>
                <a:gd name="connsiteY631" fmla="*/ 27349 h 914263"/>
                <a:gd name="connsiteX632" fmla="*/ 271996 w 1258521"/>
                <a:gd name="connsiteY632" fmla="*/ 28796 h 914263"/>
                <a:gd name="connsiteX633" fmla="*/ 253453 w 1258521"/>
                <a:gd name="connsiteY633" fmla="*/ 32260 h 914263"/>
                <a:gd name="connsiteX634" fmla="*/ 238678 w 1258521"/>
                <a:gd name="connsiteY634" fmla="*/ 35288 h 914263"/>
                <a:gd name="connsiteX635" fmla="*/ 223029 w 1258521"/>
                <a:gd name="connsiteY635" fmla="*/ 37744 h 914263"/>
                <a:gd name="connsiteX636" fmla="*/ 206504 w 1258521"/>
                <a:gd name="connsiteY636" fmla="*/ 37744 h 914263"/>
                <a:gd name="connsiteX637" fmla="*/ 194894 w 1258521"/>
                <a:gd name="connsiteY637" fmla="*/ 34279 h 914263"/>
                <a:gd name="connsiteX638" fmla="*/ 187052 w 1258521"/>
                <a:gd name="connsiteY638" fmla="*/ 29637 h 914263"/>
                <a:gd name="connsiteX639" fmla="*/ 177764 w 1258521"/>
                <a:gd name="connsiteY639" fmla="*/ 30511 h 914263"/>
                <a:gd name="connsiteX640" fmla="*/ 173422 w 1258521"/>
                <a:gd name="connsiteY640" fmla="*/ 32832 h 914263"/>
                <a:gd name="connsiteX641" fmla="*/ 168509 w 1258521"/>
                <a:gd name="connsiteY641" fmla="*/ 39493 h 914263"/>
                <a:gd name="connsiteX642" fmla="*/ 159523 w 1258521"/>
                <a:gd name="connsiteY642" fmla="*/ 45279 h 914263"/>
                <a:gd name="connsiteX643" fmla="*/ 155181 w 1258521"/>
                <a:gd name="connsiteY643" fmla="*/ 49181 h 914263"/>
                <a:gd name="connsiteX644" fmla="*/ 151109 w 1258521"/>
                <a:gd name="connsiteY644" fmla="*/ 51637 h 914263"/>
                <a:gd name="connsiteX645" fmla="*/ 140373 w 1258521"/>
                <a:gd name="connsiteY645" fmla="*/ 51637 h 914263"/>
                <a:gd name="connsiteX646" fmla="*/ 136032 w 1258521"/>
                <a:gd name="connsiteY646" fmla="*/ 54833 h 914263"/>
                <a:gd name="connsiteX647" fmla="*/ 136032 w 1258521"/>
                <a:gd name="connsiteY647" fmla="*/ 62940 h 914263"/>
                <a:gd name="connsiteX648" fmla="*/ 141820 w 1258521"/>
                <a:gd name="connsiteY648" fmla="*/ 75117 h 914263"/>
                <a:gd name="connsiteX649" fmla="*/ 148787 w 1258521"/>
                <a:gd name="connsiteY649" fmla="*/ 87867 h 914263"/>
                <a:gd name="connsiteX650" fmla="*/ 153431 w 1258521"/>
                <a:gd name="connsiteY650" fmla="*/ 97420 h 914263"/>
                <a:gd name="connsiteX651" fmla="*/ 155753 w 1258521"/>
                <a:gd name="connsiteY651" fmla="*/ 101491 h 914263"/>
                <a:gd name="connsiteX652" fmla="*/ 153734 w 1258521"/>
                <a:gd name="connsiteY652" fmla="*/ 109598 h 914263"/>
                <a:gd name="connsiteX653" fmla="*/ 147946 w 1258521"/>
                <a:gd name="connsiteY653" fmla="*/ 112491 h 914263"/>
                <a:gd name="connsiteX654" fmla="*/ 147070 w 1258521"/>
                <a:gd name="connsiteY654" fmla="*/ 120026 h 914263"/>
                <a:gd name="connsiteX655" fmla="*/ 145926 w 1258521"/>
                <a:gd name="connsiteY655" fmla="*/ 125812 h 914263"/>
                <a:gd name="connsiteX656" fmla="*/ 154609 w 1258521"/>
                <a:gd name="connsiteY656" fmla="*/ 133347 h 914263"/>
                <a:gd name="connsiteX657" fmla="*/ 162720 w 1258521"/>
                <a:gd name="connsiteY657" fmla="*/ 137990 h 914263"/>
                <a:gd name="connsiteX658" fmla="*/ 167364 w 1258521"/>
                <a:gd name="connsiteY658" fmla="*/ 144079 h 914263"/>
                <a:gd name="connsiteX659" fmla="*/ 176350 w 1258521"/>
                <a:gd name="connsiteY659" fmla="*/ 150436 h 914263"/>
                <a:gd name="connsiteX660" fmla="*/ 180759 w 1258521"/>
                <a:gd name="connsiteY660" fmla="*/ 149562 h 914263"/>
                <a:gd name="connsiteX661" fmla="*/ 181264 w 1258521"/>
                <a:gd name="connsiteY661" fmla="*/ 154776 h 914263"/>
                <a:gd name="connsiteX662" fmla="*/ 181264 w 1258521"/>
                <a:gd name="connsiteY662" fmla="*/ 160293 h 914263"/>
                <a:gd name="connsiteX663" fmla="*/ 180961 w 1258521"/>
                <a:gd name="connsiteY663" fmla="*/ 165810 h 914263"/>
                <a:gd name="connsiteX664" fmla="*/ 186918 w 1258521"/>
                <a:gd name="connsiteY664" fmla="*/ 167996 h 914263"/>
                <a:gd name="connsiteX665" fmla="*/ 193884 w 1258521"/>
                <a:gd name="connsiteY665" fmla="*/ 173211 h 914263"/>
                <a:gd name="connsiteX666" fmla="*/ 197350 w 1258521"/>
                <a:gd name="connsiteY666" fmla="*/ 175666 h 914263"/>
                <a:gd name="connsiteX667" fmla="*/ 200682 w 1258521"/>
                <a:gd name="connsiteY667" fmla="*/ 176406 h 914263"/>
                <a:gd name="connsiteX668" fmla="*/ 200379 w 1258521"/>
                <a:gd name="connsiteY668" fmla="*/ 180880 h 914263"/>
                <a:gd name="connsiteX669" fmla="*/ 202836 w 1258521"/>
                <a:gd name="connsiteY669" fmla="*/ 191611 h 914263"/>
                <a:gd name="connsiteX670" fmla="*/ 204418 w 1258521"/>
                <a:gd name="connsiteY670" fmla="*/ 197969 h 914263"/>
                <a:gd name="connsiteX671" fmla="*/ 209264 w 1258521"/>
                <a:gd name="connsiteY671" fmla="*/ 204193 h 914263"/>
                <a:gd name="connsiteX672" fmla="*/ 214279 w 1258521"/>
                <a:gd name="connsiteY672" fmla="*/ 210584 h 914263"/>
                <a:gd name="connsiteX673" fmla="*/ 214279 w 1258521"/>
                <a:gd name="connsiteY673" fmla="*/ 214217 h 914263"/>
                <a:gd name="connsiteX674" fmla="*/ 213101 w 1258521"/>
                <a:gd name="connsiteY674" fmla="*/ 217682 h 914263"/>
                <a:gd name="connsiteX675" fmla="*/ 211216 w 1258521"/>
                <a:gd name="connsiteY675" fmla="*/ 222459 h 914263"/>
                <a:gd name="connsiteX676" fmla="*/ 209904 w 1258521"/>
                <a:gd name="connsiteY676" fmla="*/ 224040 h 914263"/>
                <a:gd name="connsiteX677" fmla="*/ 208154 w 1258521"/>
                <a:gd name="connsiteY677" fmla="*/ 225486 h 914263"/>
                <a:gd name="connsiteX678" fmla="*/ 206404 w 1258521"/>
                <a:gd name="connsiteY678" fmla="*/ 225486 h 914263"/>
                <a:gd name="connsiteX679" fmla="*/ 202937 w 1258521"/>
                <a:gd name="connsiteY679" fmla="*/ 225486 h 914263"/>
                <a:gd name="connsiteX680" fmla="*/ 199471 w 1258521"/>
                <a:gd name="connsiteY680" fmla="*/ 223737 h 914263"/>
                <a:gd name="connsiteX681" fmla="*/ 196004 w 1258521"/>
                <a:gd name="connsiteY681" fmla="*/ 223737 h 914263"/>
                <a:gd name="connsiteX682" fmla="*/ 194591 w 1258521"/>
                <a:gd name="connsiteY682" fmla="*/ 225486 h 914263"/>
                <a:gd name="connsiteX683" fmla="*/ 192100 w 1258521"/>
                <a:gd name="connsiteY683" fmla="*/ 226899 h 914263"/>
                <a:gd name="connsiteX684" fmla="*/ 190249 w 1258521"/>
                <a:gd name="connsiteY684" fmla="*/ 229389 h 914263"/>
                <a:gd name="connsiteX685" fmla="*/ 186211 w 1258521"/>
                <a:gd name="connsiteY685" fmla="*/ 231340 h 914263"/>
                <a:gd name="connsiteX686" fmla="*/ 181970 w 1258521"/>
                <a:gd name="connsiteY686" fmla="*/ 232315 h 914263"/>
                <a:gd name="connsiteX687" fmla="*/ 173388 w 1258521"/>
                <a:gd name="connsiteY687" fmla="*/ 232315 h 914263"/>
                <a:gd name="connsiteX688" fmla="*/ 169047 w 1258521"/>
                <a:gd name="connsiteY688" fmla="*/ 232349 h 914263"/>
                <a:gd name="connsiteX689" fmla="*/ 166994 w 1258521"/>
                <a:gd name="connsiteY689" fmla="*/ 233594 h 914263"/>
                <a:gd name="connsiteX690" fmla="*/ 163830 w 1258521"/>
                <a:gd name="connsiteY690" fmla="*/ 235444 h 914263"/>
                <a:gd name="connsiteX691" fmla="*/ 158614 w 1258521"/>
                <a:gd name="connsiteY691" fmla="*/ 238068 h 914263"/>
                <a:gd name="connsiteX692" fmla="*/ 156864 w 1258521"/>
                <a:gd name="connsiteY692" fmla="*/ 239480 h 914263"/>
                <a:gd name="connsiteX693" fmla="*/ 152825 w 1258521"/>
                <a:gd name="connsiteY693" fmla="*/ 241095 h 914263"/>
                <a:gd name="connsiteX694" fmla="*/ 151311 w 1258521"/>
                <a:gd name="connsiteY694" fmla="*/ 243282 h 914263"/>
                <a:gd name="connsiteX695" fmla="*/ 151849 w 1258521"/>
                <a:gd name="connsiteY695" fmla="*/ 245031 h 914263"/>
                <a:gd name="connsiteX696" fmla="*/ 151950 w 1258521"/>
                <a:gd name="connsiteY696" fmla="*/ 248059 h 914263"/>
                <a:gd name="connsiteX697" fmla="*/ 155316 w 1258521"/>
                <a:gd name="connsiteY697" fmla="*/ 250884 h 914263"/>
                <a:gd name="connsiteX698" fmla="*/ 155215 w 1258521"/>
                <a:gd name="connsiteY698" fmla="*/ 252499 h 914263"/>
                <a:gd name="connsiteX699" fmla="*/ 153599 w 1258521"/>
                <a:gd name="connsiteY699" fmla="*/ 255661 h 914263"/>
                <a:gd name="connsiteX700" fmla="*/ 152960 w 1258521"/>
                <a:gd name="connsiteY700" fmla="*/ 256637 h 914263"/>
                <a:gd name="connsiteX701" fmla="*/ 152253 w 1258521"/>
                <a:gd name="connsiteY701" fmla="*/ 259126 h 914263"/>
                <a:gd name="connsiteX702" fmla="*/ 151648 w 1258521"/>
                <a:gd name="connsiteY702" fmla="*/ 262793 h 914263"/>
                <a:gd name="connsiteX703" fmla="*/ 151648 w 1258521"/>
                <a:gd name="connsiteY703" fmla="*/ 266258 h 914263"/>
                <a:gd name="connsiteX704" fmla="*/ 152422 w 1258521"/>
                <a:gd name="connsiteY704" fmla="*/ 270395 h 914263"/>
                <a:gd name="connsiteX705" fmla="*/ 157638 w 1258521"/>
                <a:gd name="connsiteY705" fmla="*/ 271472 h 914263"/>
                <a:gd name="connsiteX706" fmla="*/ 161542 w 1258521"/>
                <a:gd name="connsiteY706" fmla="*/ 273524 h 914263"/>
                <a:gd name="connsiteX707" fmla="*/ 164806 w 1258521"/>
                <a:gd name="connsiteY707" fmla="*/ 274836 h 914263"/>
                <a:gd name="connsiteX708" fmla="*/ 167398 w 1258521"/>
                <a:gd name="connsiteY708" fmla="*/ 275912 h 914263"/>
                <a:gd name="connsiteX709" fmla="*/ 172076 w 1258521"/>
                <a:gd name="connsiteY709" fmla="*/ 279613 h 914263"/>
                <a:gd name="connsiteX710" fmla="*/ 173860 w 1258521"/>
                <a:gd name="connsiteY710" fmla="*/ 283078 h 914263"/>
                <a:gd name="connsiteX711" fmla="*/ 174230 w 1258521"/>
                <a:gd name="connsiteY711" fmla="*/ 286441 h 914263"/>
                <a:gd name="connsiteX712" fmla="*/ 174230 w 1258521"/>
                <a:gd name="connsiteY712" fmla="*/ 290579 h 914263"/>
                <a:gd name="connsiteX713" fmla="*/ 175105 w 1258521"/>
                <a:gd name="connsiteY713" fmla="*/ 297240 h 914263"/>
                <a:gd name="connsiteX714" fmla="*/ 174802 w 1258521"/>
                <a:gd name="connsiteY714" fmla="*/ 302757 h 914263"/>
                <a:gd name="connsiteX715" fmla="*/ 176249 w 1258521"/>
                <a:gd name="connsiteY715" fmla="*/ 306827 h 914263"/>
                <a:gd name="connsiteX716" fmla="*/ 176821 w 1258521"/>
                <a:gd name="connsiteY716" fmla="*/ 311469 h 914263"/>
                <a:gd name="connsiteX717" fmla="*/ 175946 w 1258521"/>
                <a:gd name="connsiteY717" fmla="*/ 316381 h 914263"/>
                <a:gd name="connsiteX718" fmla="*/ 172480 w 1258521"/>
                <a:gd name="connsiteY718" fmla="*/ 322907 h 914263"/>
                <a:gd name="connsiteX719" fmla="*/ 170460 w 1258521"/>
                <a:gd name="connsiteY719" fmla="*/ 326237 h 914263"/>
                <a:gd name="connsiteX720" fmla="*/ 166388 w 1258521"/>
                <a:gd name="connsiteY720" fmla="*/ 326237 h 914263"/>
                <a:gd name="connsiteX721" fmla="*/ 162316 w 1258521"/>
                <a:gd name="connsiteY721" fmla="*/ 331451 h 914263"/>
                <a:gd name="connsiteX722" fmla="*/ 159422 w 1258521"/>
                <a:gd name="connsiteY722" fmla="*/ 331451 h 914263"/>
                <a:gd name="connsiteX723" fmla="*/ 155955 w 1258521"/>
                <a:gd name="connsiteY723" fmla="*/ 328861 h 914263"/>
                <a:gd name="connsiteX724" fmla="*/ 149864 w 1258521"/>
                <a:gd name="connsiteY724" fmla="*/ 327415 h 914263"/>
                <a:gd name="connsiteX725" fmla="*/ 144344 w 1258521"/>
                <a:gd name="connsiteY725" fmla="*/ 322503 h 914263"/>
                <a:gd name="connsiteX726" fmla="*/ 143470 w 1258521"/>
                <a:gd name="connsiteY726" fmla="*/ 317592 h 914263"/>
                <a:gd name="connsiteX727" fmla="*/ 140844 w 1258521"/>
                <a:gd name="connsiteY727" fmla="*/ 317020 h 914263"/>
                <a:gd name="connsiteX728" fmla="*/ 132162 w 1258521"/>
                <a:gd name="connsiteY728" fmla="*/ 315573 h 914263"/>
                <a:gd name="connsiteX729" fmla="*/ 127517 w 1258521"/>
                <a:gd name="connsiteY729" fmla="*/ 312983 h 914263"/>
                <a:gd name="connsiteX730" fmla="*/ 115065 w 1258521"/>
                <a:gd name="connsiteY730" fmla="*/ 312109 h 914263"/>
                <a:gd name="connsiteX731" fmla="*/ 105776 w 1258521"/>
                <a:gd name="connsiteY731" fmla="*/ 310359 h 914263"/>
                <a:gd name="connsiteX732" fmla="*/ 99988 w 1258521"/>
                <a:gd name="connsiteY732" fmla="*/ 305717 h 914263"/>
                <a:gd name="connsiteX733" fmla="*/ 95343 w 1258521"/>
                <a:gd name="connsiteY733" fmla="*/ 302824 h 914263"/>
                <a:gd name="connsiteX734" fmla="*/ 91002 w 1258521"/>
                <a:gd name="connsiteY734" fmla="*/ 296735 h 914263"/>
                <a:gd name="connsiteX735" fmla="*/ 87233 w 1258521"/>
                <a:gd name="connsiteY735" fmla="*/ 293270 h 914263"/>
                <a:gd name="connsiteX736" fmla="*/ 82891 w 1258521"/>
                <a:gd name="connsiteY736" fmla="*/ 293270 h 914263"/>
                <a:gd name="connsiteX737" fmla="*/ 80502 w 1258521"/>
                <a:gd name="connsiteY737" fmla="*/ 294952 h 914263"/>
                <a:gd name="connsiteX738" fmla="*/ 78314 w 1258521"/>
                <a:gd name="connsiteY738" fmla="*/ 298081 h 914263"/>
                <a:gd name="connsiteX739" fmla="*/ 78752 w 1258521"/>
                <a:gd name="connsiteY739" fmla="*/ 303228 h 914263"/>
                <a:gd name="connsiteX740" fmla="*/ 75117 w 1258521"/>
                <a:gd name="connsiteY740" fmla="*/ 303968 h 914263"/>
                <a:gd name="connsiteX741" fmla="*/ 72929 w 1258521"/>
                <a:gd name="connsiteY741" fmla="*/ 305111 h 914263"/>
                <a:gd name="connsiteX742" fmla="*/ 71482 w 1258521"/>
                <a:gd name="connsiteY742" fmla="*/ 309182 h 914263"/>
                <a:gd name="connsiteX743" fmla="*/ 66569 w 1258521"/>
                <a:gd name="connsiteY743" fmla="*/ 309417 h 914263"/>
                <a:gd name="connsiteX744" fmla="*/ 61924 w 1258521"/>
                <a:gd name="connsiteY744" fmla="*/ 306592 h 914263"/>
                <a:gd name="connsiteX745" fmla="*/ 60477 w 1258521"/>
                <a:gd name="connsiteY745" fmla="*/ 304708 h 914263"/>
                <a:gd name="connsiteX746" fmla="*/ 57583 w 1258521"/>
                <a:gd name="connsiteY746" fmla="*/ 303059 h 914263"/>
                <a:gd name="connsiteX747" fmla="*/ 54117 w 1258521"/>
                <a:gd name="connsiteY747" fmla="*/ 302925 h 914263"/>
                <a:gd name="connsiteX748" fmla="*/ 50482 w 1258521"/>
                <a:gd name="connsiteY748" fmla="*/ 303261 h 914263"/>
                <a:gd name="connsiteX749" fmla="*/ 44626 w 1258521"/>
                <a:gd name="connsiteY749" fmla="*/ 303799 h 914263"/>
                <a:gd name="connsiteX750" fmla="*/ 41159 w 1258521"/>
                <a:gd name="connsiteY750" fmla="*/ 303799 h 914263"/>
                <a:gd name="connsiteX751" fmla="*/ 39342 w 1258521"/>
                <a:gd name="connsiteY751" fmla="*/ 302992 h 914263"/>
                <a:gd name="connsiteX752" fmla="*/ 35707 w 1258521"/>
                <a:gd name="connsiteY752" fmla="*/ 304506 h 914263"/>
                <a:gd name="connsiteX753" fmla="*/ 32376 w 1258521"/>
                <a:gd name="connsiteY753" fmla="*/ 306154 h 914263"/>
                <a:gd name="connsiteX754" fmla="*/ 28606 w 1258521"/>
                <a:gd name="connsiteY754" fmla="*/ 307668 h 914263"/>
                <a:gd name="connsiteX755" fmla="*/ 25477 w 1258521"/>
                <a:gd name="connsiteY755" fmla="*/ 308307 h 914263"/>
                <a:gd name="connsiteX756" fmla="*/ 22448 w 1258521"/>
                <a:gd name="connsiteY756" fmla="*/ 308879 h 914263"/>
                <a:gd name="connsiteX757" fmla="*/ 19688 w 1258521"/>
                <a:gd name="connsiteY757" fmla="*/ 311402 h 914263"/>
                <a:gd name="connsiteX758" fmla="*/ 19385 w 1258521"/>
                <a:gd name="connsiteY758" fmla="*/ 314968 h 914263"/>
                <a:gd name="connsiteX759" fmla="*/ 19385 w 1258521"/>
                <a:gd name="connsiteY759" fmla="*/ 320249 h 914263"/>
                <a:gd name="connsiteX760" fmla="*/ 21034 w 1258521"/>
                <a:gd name="connsiteY760" fmla="*/ 323075 h 914263"/>
                <a:gd name="connsiteX761" fmla="*/ 24568 w 1258521"/>
                <a:gd name="connsiteY761" fmla="*/ 326103 h 914263"/>
                <a:gd name="connsiteX762" fmla="*/ 27832 w 1258521"/>
                <a:gd name="connsiteY762" fmla="*/ 326742 h 914263"/>
                <a:gd name="connsiteX763" fmla="*/ 32981 w 1258521"/>
                <a:gd name="connsiteY763" fmla="*/ 327246 h 914263"/>
                <a:gd name="connsiteX764" fmla="*/ 37020 w 1258521"/>
                <a:gd name="connsiteY764" fmla="*/ 328491 h 914263"/>
                <a:gd name="connsiteX765" fmla="*/ 41092 w 1258521"/>
                <a:gd name="connsiteY765" fmla="*/ 330577 h 914263"/>
                <a:gd name="connsiteX766" fmla="*/ 43414 w 1258521"/>
                <a:gd name="connsiteY766" fmla="*/ 332595 h 914263"/>
                <a:gd name="connsiteX767" fmla="*/ 46174 w 1258521"/>
                <a:gd name="connsiteY767" fmla="*/ 335858 h 914263"/>
                <a:gd name="connsiteX768" fmla="*/ 49068 w 1258521"/>
                <a:gd name="connsiteY768" fmla="*/ 339121 h 914263"/>
                <a:gd name="connsiteX769" fmla="*/ 48765 w 1258521"/>
                <a:gd name="connsiteY769" fmla="*/ 341072 h 914263"/>
                <a:gd name="connsiteX770" fmla="*/ 46881 w 1258521"/>
                <a:gd name="connsiteY770" fmla="*/ 344975 h 914263"/>
                <a:gd name="connsiteX771" fmla="*/ 43852 w 1258521"/>
                <a:gd name="connsiteY771" fmla="*/ 348877 h 914263"/>
                <a:gd name="connsiteX772" fmla="*/ 41900 w 1258521"/>
                <a:gd name="connsiteY772" fmla="*/ 352072 h 914263"/>
                <a:gd name="connsiteX773" fmla="*/ 39679 w 1258521"/>
                <a:gd name="connsiteY773" fmla="*/ 357858 h 914263"/>
                <a:gd name="connsiteX774" fmla="*/ 40217 w 1258521"/>
                <a:gd name="connsiteY774" fmla="*/ 361424 h 914263"/>
                <a:gd name="connsiteX775" fmla="*/ 40217 w 1258521"/>
                <a:gd name="connsiteY775" fmla="*/ 365427 h 914263"/>
                <a:gd name="connsiteX776" fmla="*/ 34698 w 1258521"/>
                <a:gd name="connsiteY776" fmla="*/ 368253 h 914263"/>
                <a:gd name="connsiteX777" fmla="*/ 33453 w 1258521"/>
                <a:gd name="connsiteY777" fmla="*/ 370070 h 914263"/>
                <a:gd name="connsiteX778" fmla="*/ 33756 w 1258521"/>
                <a:gd name="connsiteY778" fmla="*/ 373535 h 914263"/>
                <a:gd name="connsiteX779" fmla="*/ 34496 w 1258521"/>
                <a:gd name="connsiteY779" fmla="*/ 377167 h 914263"/>
                <a:gd name="connsiteX780" fmla="*/ 34496 w 1258521"/>
                <a:gd name="connsiteY780" fmla="*/ 378849 h 914263"/>
                <a:gd name="connsiteX781" fmla="*/ 33183 w 1258521"/>
                <a:gd name="connsiteY781" fmla="*/ 380868 h 914263"/>
                <a:gd name="connsiteX782" fmla="*/ 30861 w 1258521"/>
                <a:gd name="connsiteY782" fmla="*/ 381171 h 914263"/>
                <a:gd name="connsiteX783" fmla="*/ 27900 w 1258521"/>
                <a:gd name="connsiteY783" fmla="*/ 380229 h 914263"/>
                <a:gd name="connsiteX784" fmla="*/ 25443 w 1258521"/>
                <a:gd name="connsiteY784" fmla="*/ 380229 h 914263"/>
                <a:gd name="connsiteX785" fmla="*/ 22313 w 1258521"/>
                <a:gd name="connsiteY785" fmla="*/ 380666 h 914263"/>
                <a:gd name="connsiteX786" fmla="*/ 16962 w 1258521"/>
                <a:gd name="connsiteY786" fmla="*/ 382684 h 914263"/>
                <a:gd name="connsiteX787" fmla="*/ 14640 w 1258521"/>
                <a:gd name="connsiteY787" fmla="*/ 385308 h 914263"/>
                <a:gd name="connsiteX788" fmla="*/ 11813 w 1258521"/>
                <a:gd name="connsiteY788" fmla="*/ 391532 h 914263"/>
                <a:gd name="connsiteX789" fmla="*/ 8986 w 1258521"/>
                <a:gd name="connsiteY789" fmla="*/ 397990 h 914263"/>
                <a:gd name="connsiteX790" fmla="*/ 5654 w 1258521"/>
                <a:gd name="connsiteY790" fmla="*/ 403507 h 914263"/>
                <a:gd name="connsiteX791" fmla="*/ 8178 w 1258521"/>
                <a:gd name="connsiteY791" fmla="*/ 409966 h 914263"/>
                <a:gd name="connsiteX792" fmla="*/ 13596 w 1258521"/>
                <a:gd name="connsiteY792" fmla="*/ 414238 h 914263"/>
                <a:gd name="connsiteX793" fmla="*/ 14337 w 1258521"/>
                <a:gd name="connsiteY793" fmla="*/ 417434 h 914263"/>
                <a:gd name="connsiteX794" fmla="*/ 10938 w 1258521"/>
                <a:gd name="connsiteY794" fmla="*/ 423220 h 914263"/>
                <a:gd name="connsiteX795" fmla="*/ 9928 w 1258521"/>
                <a:gd name="connsiteY795" fmla="*/ 427425 h 914263"/>
                <a:gd name="connsiteX796" fmla="*/ 8616 w 1258521"/>
                <a:gd name="connsiteY796" fmla="*/ 429814 h 914263"/>
                <a:gd name="connsiteX797" fmla="*/ 7168 w 1258521"/>
                <a:gd name="connsiteY797" fmla="*/ 432067 h 914263"/>
                <a:gd name="connsiteX798" fmla="*/ 5654 w 1258521"/>
                <a:gd name="connsiteY798" fmla="*/ 433447 h 914263"/>
                <a:gd name="connsiteX799" fmla="*/ 7236 w 1258521"/>
                <a:gd name="connsiteY799" fmla="*/ 436340 h 914263"/>
                <a:gd name="connsiteX800" fmla="*/ 10063 w 1258521"/>
                <a:gd name="connsiteY800" fmla="*/ 437484 h 914263"/>
                <a:gd name="connsiteX801" fmla="*/ 13327 w 1258521"/>
                <a:gd name="connsiteY801" fmla="*/ 439502 h 914263"/>
                <a:gd name="connsiteX802" fmla="*/ 16222 w 1258521"/>
                <a:gd name="connsiteY802" fmla="*/ 439502 h 914263"/>
                <a:gd name="connsiteX803" fmla="*/ 22077 w 1258521"/>
                <a:gd name="connsiteY803" fmla="*/ 438560 h 914263"/>
                <a:gd name="connsiteX804" fmla="*/ 23659 w 1258521"/>
                <a:gd name="connsiteY804" fmla="*/ 438694 h 914263"/>
                <a:gd name="connsiteX805" fmla="*/ 27563 w 1258521"/>
                <a:gd name="connsiteY805" fmla="*/ 441083 h 914263"/>
                <a:gd name="connsiteX806" fmla="*/ 30188 w 1258521"/>
                <a:gd name="connsiteY806" fmla="*/ 444346 h 914263"/>
                <a:gd name="connsiteX807" fmla="*/ 33756 w 1258521"/>
                <a:gd name="connsiteY807" fmla="*/ 447172 h 914263"/>
                <a:gd name="connsiteX808" fmla="*/ 33183 w 1258521"/>
                <a:gd name="connsiteY808" fmla="*/ 449930 h 914263"/>
                <a:gd name="connsiteX809" fmla="*/ 31602 w 1258521"/>
                <a:gd name="connsiteY809" fmla="*/ 451881 h 914263"/>
                <a:gd name="connsiteX810" fmla="*/ 30861 w 1258521"/>
                <a:gd name="connsiteY810" fmla="*/ 452823 h 914263"/>
                <a:gd name="connsiteX811" fmla="*/ 28337 w 1258521"/>
                <a:gd name="connsiteY811" fmla="*/ 457297 h 914263"/>
                <a:gd name="connsiteX812" fmla="*/ 22380 w 1258521"/>
                <a:gd name="connsiteY812" fmla="*/ 458811 h 914263"/>
                <a:gd name="connsiteX813" fmla="*/ 18173 w 1258521"/>
                <a:gd name="connsiteY813" fmla="*/ 461199 h 914263"/>
                <a:gd name="connsiteX814" fmla="*/ 16356 w 1258521"/>
                <a:gd name="connsiteY814" fmla="*/ 463016 h 914263"/>
                <a:gd name="connsiteX815" fmla="*/ 14909 w 1258521"/>
                <a:gd name="connsiteY815" fmla="*/ 464698 h 914263"/>
                <a:gd name="connsiteX816" fmla="*/ 14976 w 1258521"/>
                <a:gd name="connsiteY816" fmla="*/ 466514 h 914263"/>
                <a:gd name="connsiteX817" fmla="*/ 16289 w 1258521"/>
                <a:gd name="connsiteY817" fmla="*/ 467759 h 914263"/>
                <a:gd name="connsiteX818" fmla="*/ 17164 w 1258521"/>
                <a:gd name="connsiteY818" fmla="*/ 468634 h 914263"/>
                <a:gd name="connsiteX819" fmla="*/ 18544 w 1258521"/>
                <a:gd name="connsiteY819" fmla="*/ 469206 h 914263"/>
                <a:gd name="connsiteX820" fmla="*/ 20193 w 1258521"/>
                <a:gd name="connsiteY820" fmla="*/ 471157 h 914263"/>
                <a:gd name="connsiteX821" fmla="*/ 20933 w 1258521"/>
                <a:gd name="connsiteY821" fmla="*/ 473175 h 914263"/>
                <a:gd name="connsiteX822" fmla="*/ 21741 w 1258521"/>
                <a:gd name="connsiteY822" fmla="*/ 474622 h 914263"/>
                <a:gd name="connsiteX823" fmla="*/ 22818 w 1258521"/>
                <a:gd name="connsiteY823" fmla="*/ 476438 h 914263"/>
                <a:gd name="connsiteX824" fmla="*/ 22818 w 1258521"/>
                <a:gd name="connsiteY824" fmla="*/ 478457 h 914263"/>
                <a:gd name="connsiteX825" fmla="*/ 22347 w 1258521"/>
                <a:gd name="connsiteY825" fmla="*/ 480980 h 914263"/>
                <a:gd name="connsiteX826" fmla="*/ 22818 w 1258521"/>
                <a:gd name="connsiteY826" fmla="*/ 484612 h 914263"/>
                <a:gd name="connsiteX827" fmla="*/ 22818 w 1258521"/>
                <a:gd name="connsiteY827" fmla="*/ 487135 h 914263"/>
                <a:gd name="connsiteX828" fmla="*/ 22616 w 1258521"/>
                <a:gd name="connsiteY828" fmla="*/ 490029 h 914263"/>
                <a:gd name="connsiteX829" fmla="*/ 22751 w 1258521"/>
                <a:gd name="connsiteY829" fmla="*/ 492854 h 914263"/>
                <a:gd name="connsiteX830" fmla="*/ 22885 w 1258521"/>
                <a:gd name="connsiteY830" fmla="*/ 495243 h 914263"/>
                <a:gd name="connsiteX831" fmla="*/ 22683 w 1258521"/>
                <a:gd name="connsiteY831" fmla="*/ 499212 h 914263"/>
                <a:gd name="connsiteX832" fmla="*/ 23255 w 1258521"/>
                <a:gd name="connsiteY832" fmla="*/ 501230 h 914263"/>
                <a:gd name="connsiteX833" fmla="*/ 23188 w 1258521"/>
                <a:gd name="connsiteY833" fmla="*/ 503989 h 914263"/>
                <a:gd name="connsiteX834" fmla="*/ 22818 w 1258521"/>
                <a:gd name="connsiteY834" fmla="*/ 508194 h 914263"/>
                <a:gd name="connsiteX835" fmla="*/ 22818 w 1258521"/>
                <a:gd name="connsiteY835" fmla="*/ 511457 h 914263"/>
                <a:gd name="connsiteX836" fmla="*/ 23558 w 1258521"/>
                <a:gd name="connsiteY836" fmla="*/ 513980 h 914263"/>
                <a:gd name="connsiteX837" fmla="*/ 22313 w 1258521"/>
                <a:gd name="connsiteY837" fmla="*/ 517310 h 914263"/>
                <a:gd name="connsiteX838" fmla="*/ 19553 w 1258521"/>
                <a:gd name="connsiteY838" fmla="*/ 520641 h 914263"/>
                <a:gd name="connsiteX839" fmla="*/ 15851 w 1258521"/>
                <a:gd name="connsiteY839" fmla="*/ 522457 h 914263"/>
                <a:gd name="connsiteX840" fmla="*/ 14404 w 1258521"/>
                <a:gd name="connsiteY840" fmla="*/ 523836 h 914263"/>
                <a:gd name="connsiteX841" fmla="*/ 11274 w 1258521"/>
                <a:gd name="connsiteY841" fmla="*/ 525283 h 914263"/>
                <a:gd name="connsiteX842" fmla="*/ 8447 w 1258521"/>
                <a:gd name="connsiteY842" fmla="*/ 525653 h 914263"/>
                <a:gd name="connsiteX843" fmla="*/ 4476 w 1258521"/>
                <a:gd name="connsiteY843" fmla="*/ 523567 h 914263"/>
                <a:gd name="connsiteX844" fmla="*/ 2154 w 1258521"/>
                <a:gd name="connsiteY844" fmla="*/ 524139 h 914263"/>
                <a:gd name="connsiteX845" fmla="*/ 1077 w 1258521"/>
                <a:gd name="connsiteY845" fmla="*/ 526965 h 914263"/>
                <a:gd name="connsiteX846" fmla="*/ 0 w 1258521"/>
                <a:gd name="connsiteY846" fmla="*/ 530531 h 914263"/>
                <a:gd name="connsiteX847" fmla="*/ 875 w 1258521"/>
                <a:gd name="connsiteY847" fmla="*/ 536989 h 914263"/>
                <a:gd name="connsiteX848" fmla="*/ 942 w 1258521"/>
                <a:gd name="connsiteY848" fmla="*/ 542069 h 914263"/>
                <a:gd name="connsiteX849" fmla="*/ 1885 w 1258521"/>
                <a:gd name="connsiteY849" fmla="*/ 548225 h 914263"/>
                <a:gd name="connsiteX850" fmla="*/ 4207 w 1258521"/>
                <a:gd name="connsiteY850" fmla="*/ 552699 h 914263"/>
                <a:gd name="connsiteX851" fmla="*/ 8111 w 1258521"/>
                <a:gd name="connsiteY851" fmla="*/ 558923 h 914263"/>
                <a:gd name="connsiteX852" fmla="*/ 11745 w 1258521"/>
                <a:gd name="connsiteY852" fmla="*/ 561883 h 914263"/>
                <a:gd name="connsiteX853" fmla="*/ 16322 w 1258521"/>
                <a:gd name="connsiteY853" fmla="*/ 563026 h 914263"/>
                <a:gd name="connsiteX854" fmla="*/ 18207 w 1258521"/>
                <a:gd name="connsiteY854" fmla="*/ 565348 h 914263"/>
                <a:gd name="connsiteX855" fmla="*/ 17972 w 1258521"/>
                <a:gd name="connsiteY855" fmla="*/ 568543 h 914263"/>
                <a:gd name="connsiteX856" fmla="*/ 17467 w 1258521"/>
                <a:gd name="connsiteY856" fmla="*/ 570360 h 914263"/>
                <a:gd name="connsiteX857" fmla="*/ 14943 w 1258521"/>
                <a:gd name="connsiteY857" fmla="*/ 572681 h 914263"/>
                <a:gd name="connsiteX858" fmla="*/ 15750 w 1258521"/>
                <a:gd name="connsiteY858" fmla="*/ 575641 h 914263"/>
                <a:gd name="connsiteX859" fmla="*/ 18779 w 1258521"/>
                <a:gd name="connsiteY859" fmla="*/ 577323 h 914263"/>
                <a:gd name="connsiteX860" fmla="*/ 20226 w 1258521"/>
                <a:gd name="connsiteY860" fmla="*/ 578400 h 914263"/>
                <a:gd name="connsiteX861" fmla="*/ 21101 w 1258521"/>
                <a:gd name="connsiteY861" fmla="*/ 579712 h 914263"/>
                <a:gd name="connsiteX862" fmla="*/ 21101 w 1258521"/>
                <a:gd name="connsiteY862" fmla="*/ 582739 h 914263"/>
                <a:gd name="connsiteX863" fmla="*/ 20361 w 1258521"/>
                <a:gd name="connsiteY863" fmla="*/ 583177 h 914263"/>
                <a:gd name="connsiteX864" fmla="*/ 19217 w 1258521"/>
                <a:gd name="connsiteY864" fmla="*/ 585431 h 914263"/>
                <a:gd name="connsiteX865" fmla="*/ 18847 w 1258521"/>
                <a:gd name="connsiteY865" fmla="*/ 586507 h 914263"/>
                <a:gd name="connsiteX866" fmla="*/ 18847 w 1258521"/>
                <a:gd name="connsiteY866" fmla="*/ 587382 h 914263"/>
                <a:gd name="connsiteX867" fmla="*/ 18914 w 1258521"/>
                <a:gd name="connsiteY867" fmla="*/ 590073 h 914263"/>
                <a:gd name="connsiteX868" fmla="*/ 20226 w 1258521"/>
                <a:gd name="connsiteY868" fmla="*/ 591216 h 914263"/>
                <a:gd name="connsiteX869" fmla="*/ 21606 w 1258521"/>
                <a:gd name="connsiteY869" fmla="*/ 591587 h 914263"/>
                <a:gd name="connsiteX870" fmla="*/ 23996 w 1258521"/>
                <a:gd name="connsiteY870" fmla="*/ 592091 h 914263"/>
                <a:gd name="connsiteX871" fmla="*/ 26520 w 1258521"/>
                <a:gd name="connsiteY871" fmla="*/ 592898 h 914263"/>
                <a:gd name="connsiteX872" fmla="*/ 28606 w 1258521"/>
                <a:gd name="connsiteY872" fmla="*/ 593403 h 914263"/>
                <a:gd name="connsiteX873" fmla="*/ 29616 w 1258521"/>
                <a:gd name="connsiteY873" fmla="*/ 594984 h 914263"/>
                <a:gd name="connsiteX874" fmla="*/ 30424 w 1258521"/>
                <a:gd name="connsiteY874" fmla="*/ 596498 h 914263"/>
                <a:gd name="connsiteX875" fmla="*/ 31433 w 1258521"/>
                <a:gd name="connsiteY875" fmla="*/ 598886 h 914263"/>
                <a:gd name="connsiteX876" fmla="*/ 33621 w 1258521"/>
                <a:gd name="connsiteY876" fmla="*/ 600400 h 914263"/>
                <a:gd name="connsiteX877" fmla="*/ 37592 w 1258521"/>
                <a:gd name="connsiteY877" fmla="*/ 604033 h 914263"/>
                <a:gd name="connsiteX878" fmla="*/ 38333 w 1258521"/>
                <a:gd name="connsiteY878" fmla="*/ 604975 h 914263"/>
                <a:gd name="connsiteX879" fmla="*/ 40015 w 1258521"/>
                <a:gd name="connsiteY879" fmla="*/ 608810 h 914263"/>
                <a:gd name="connsiteX880" fmla="*/ 40318 w 1258521"/>
                <a:gd name="connsiteY880" fmla="*/ 611703 h 914263"/>
                <a:gd name="connsiteX881" fmla="*/ 40453 w 1258521"/>
                <a:gd name="connsiteY881" fmla="*/ 615235 h 914263"/>
                <a:gd name="connsiteX882" fmla="*/ 40587 w 1258521"/>
                <a:gd name="connsiteY882" fmla="*/ 617489 h 914263"/>
                <a:gd name="connsiteX883" fmla="*/ 40958 w 1258521"/>
                <a:gd name="connsiteY883" fmla="*/ 619070 h 914263"/>
                <a:gd name="connsiteX884" fmla="*/ 42775 w 1258521"/>
                <a:gd name="connsiteY884" fmla="*/ 620315 h 914263"/>
                <a:gd name="connsiteX885" fmla="*/ 44794 w 1258521"/>
                <a:gd name="connsiteY885" fmla="*/ 621560 h 914263"/>
                <a:gd name="connsiteX886" fmla="*/ 46174 w 1258521"/>
                <a:gd name="connsiteY886" fmla="*/ 625764 h 914263"/>
                <a:gd name="connsiteX887" fmla="*/ 46982 w 1258521"/>
                <a:gd name="connsiteY887" fmla="*/ 627783 h 914263"/>
                <a:gd name="connsiteX888" fmla="*/ 48866 w 1258521"/>
                <a:gd name="connsiteY888" fmla="*/ 630979 h 914263"/>
                <a:gd name="connsiteX889" fmla="*/ 49809 w 1258521"/>
                <a:gd name="connsiteY889" fmla="*/ 633502 h 914263"/>
                <a:gd name="connsiteX890" fmla="*/ 50381 w 1258521"/>
                <a:gd name="connsiteY890" fmla="*/ 634814 h 914263"/>
                <a:gd name="connsiteX891" fmla="*/ 54016 w 1258521"/>
                <a:gd name="connsiteY891" fmla="*/ 637067 h 914263"/>
                <a:gd name="connsiteX892" fmla="*/ 59535 w 1258521"/>
                <a:gd name="connsiteY892" fmla="*/ 638211 h 914263"/>
                <a:gd name="connsiteX893" fmla="*/ 63506 w 1258521"/>
                <a:gd name="connsiteY893" fmla="*/ 640667 h 914263"/>
                <a:gd name="connsiteX894" fmla="*/ 65761 w 1258521"/>
                <a:gd name="connsiteY894" fmla="*/ 643493 h 914263"/>
                <a:gd name="connsiteX895" fmla="*/ 70910 w 1258521"/>
                <a:gd name="connsiteY895" fmla="*/ 648505 h 914263"/>
                <a:gd name="connsiteX896" fmla="*/ 77809 w 1258521"/>
                <a:gd name="connsiteY896" fmla="*/ 655233 h 914263"/>
                <a:gd name="connsiteX897" fmla="*/ 78550 w 1258521"/>
                <a:gd name="connsiteY897" fmla="*/ 657621 h 914263"/>
                <a:gd name="connsiteX898" fmla="*/ 78550 w 1258521"/>
                <a:gd name="connsiteY898" fmla="*/ 659202 h 914263"/>
                <a:gd name="connsiteX899" fmla="*/ 79997 w 1258521"/>
                <a:gd name="connsiteY899" fmla="*/ 661826 h 914263"/>
                <a:gd name="connsiteX900" fmla="*/ 82891 w 1258521"/>
                <a:gd name="connsiteY900" fmla="*/ 661826 h 914263"/>
                <a:gd name="connsiteX901" fmla="*/ 87367 w 1258521"/>
                <a:gd name="connsiteY901" fmla="*/ 660581 h 914263"/>
                <a:gd name="connsiteX902" fmla="*/ 90262 w 1258521"/>
                <a:gd name="connsiteY902" fmla="*/ 659774 h 914263"/>
                <a:gd name="connsiteX903" fmla="*/ 94031 w 1258521"/>
                <a:gd name="connsiteY903" fmla="*/ 658529 h 914263"/>
                <a:gd name="connsiteX904" fmla="*/ 95613 w 1258521"/>
                <a:gd name="connsiteY904" fmla="*/ 656948 h 914263"/>
                <a:gd name="connsiteX905" fmla="*/ 97632 w 1258521"/>
                <a:gd name="connsiteY905" fmla="*/ 654627 h 914263"/>
                <a:gd name="connsiteX906" fmla="*/ 99146 w 1258521"/>
                <a:gd name="connsiteY906" fmla="*/ 652239 h 914263"/>
                <a:gd name="connsiteX907" fmla="*/ 100964 w 1258521"/>
                <a:gd name="connsiteY907" fmla="*/ 650557 h 914263"/>
                <a:gd name="connsiteX908" fmla="*/ 102916 w 1258521"/>
                <a:gd name="connsiteY908" fmla="*/ 649480 h 914263"/>
                <a:gd name="connsiteX909" fmla="*/ 105608 w 1258521"/>
                <a:gd name="connsiteY909" fmla="*/ 648740 h 914263"/>
                <a:gd name="connsiteX910" fmla="*/ 110959 w 1258521"/>
                <a:gd name="connsiteY910" fmla="*/ 649178 h 914263"/>
                <a:gd name="connsiteX911" fmla="*/ 112911 w 1258521"/>
                <a:gd name="connsiteY911" fmla="*/ 650254 h 914263"/>
                <a:gd name="connsiteX912" fmla="*/ 114863 w 1258521"/>
                <a:gd name="connsiteY912" fmla="*/ 652340 h 914263"/>
                <a:gd name="connsiteX913" fmla="*/ 116377 w 1258521"/>
                <a:gd name="connsiteY913" fmla="*/ 653585 h 914263"/>
                <a:gd name="connsiteX914" fmla="*/ 117825 w 1258521"/>
                <a:gd name="connsiteY914" fmla="*/ 653786 h 914263"/>
                <a:gd name="connsiteX915" fmla="*/ 119642 w 1258521"/>
                <a:gd name="connsiteY915" fmla="*/ 652340 h 914263"/>
                <a:gd name="connsiteX916" fmla="*/ 120887 w 1258521"/>
                <a:gd name="connsiteY916" fmla="*/ 651263 h 914263"/>
                <a:gd name="connsiteX917" fmla="*/ 121695 w 1258521"/>
                <a:gd name="connsiteY917" fmla="*/ 650187 h 914263"/>
                <a:gd name="connsiteX918" fmla="*/ 122839 w 1258521"/>
                <a:gd name="connsiteY918" fmla="*/ 648303 h 914263"/>
                <a:gd name="connsiteX919" fmla="*/ 125094 w 1258521"/>
                <a:gd name="connsiteY919" fmla="*/ 647933 h 914263"/>
                <a:gd name="connsiteX920" fmla="*/ 126609 w 1258521"/>
                <a:gd name="connsiteY920" fmla="*/ 647126 h 914263"/>
                <a:gd name="connsiteX921" fmla="*/ 127618 w 1258521"/>
                <a:gd name="connsiteY921" fmla="*/ 646116 h 914263"/>
                <a:gd name="connsiteX922" fmla="*/ 130142 w 1258521"/>
                <a:gd name="connsiteY922" fmla="*/ 645477 h 914263"/>
                <a:gd name="connsiteX923" fmla="*/ 132969 w 1258521"/>
                <a:gd name="connsiteY923" fmla="*/ 645612 h 914263"/>
                <a:gd name="connsiteX924" fmla="*/ 136166 w 1258521"/>
                <a:gd name="connsiteY924" fmla="*/ 646352 h 914263"/>
                <a:gd name="connsiteX925" fmla="*/ 138354 w 1258521"/>
                <a:gd name="connsiteY925" fmla="*/ 646924 h 914263"/>
                <a:gd name="connsiteX926" fmla="*/ 143066 w 1258521"/>
                <a:gd name="connsiteY926" fmla="*/ 649817 h 914263"/>
                <a:gd name="connsiteX927" fmla="*/ 143200 w 1258521"/>
                <a:gd name="connsiteY927" fmla="*/ 651129 h 914263"/>
                <a:gd name="connsiteX928" fmla="*/ 142763 w 1258521"/>
                <a:gd name="connsiteY928" fmla="*/ 653012 h 914263"/>
                <a:gd name="connsiteX929" fmla="*/ 141719 w 1258521"/>
                <a:gd name="connsiteY929" fmla="*/ 653954 h 914263"/>
                <a:gd name="connsiteX930" fmla="*/ 141114 w 1258521"/>
                <a:gd name="connsiteY930" fmla="*/ 654896 h 914263"/>
                <a:gd name="connsiteX931" fmla="*/ 141114 w 1258521"/>
                <a:gd name="connsiteY931" fmla="*/ 655704 h 914263"/>
                <a:gd name="connsiteX932" fmla="*/ 141618 w 1258521"/>
                <a:gd name="connsiteY932" fmla="*/ 658092 h 914263"/>
                <a:gd name="connsiteX933" fmla="*/ 143301 w 1258521"/>
                <a:gd name="connsiteY933" fmla="*/ 658664 h 914263"/>
                <a:gd name="connsiteX934" fmla="*/ 145623 w 1258521"/>
                <a:gd name="connsiteY934" fmla="*/ 660178 h 914263"/>
                <a:gd name="connsiteX935" fmla="*/ 146196 w 1258521"/>
                <a:gd name="connsiteY935" fmla="*/ 660615 h 914263"/>
                <a:gd name="connsiteX936" fmla="*/ 147575 w 1258521"/>
                <a:gd name="connsiteY936" fmla="*/ 662364 h 914263"/>
                <a:gd name="connsiteX937" fmla="*/ 147946 w 1258521"/>
                <a:gd name="connsiteY937" fmla="*/ 664383 h 914263"/>
                <a:gd name="connsiteX938" fmla="*/ 148450 w 1258521"/>
                <a:gd name="connsiteY938" fmla="*/ 665964 h 914263"/>
                <a:gd name="connsiteX939" fmla="*/ 149325 w 1258521"/>
                <a:gd name="connsiteY939" fmla="*/ 667478 h 914263"/>
                <a:gd name="connsiteX940" fmla="*/ 150470 w 1258521"/>
                <a:gd name="connsiteY940" fmla="*/ 669160 h 914263"/>
                <a:gd name="connsiteX941" fmla="*/ 152422 w 1258521"/>
                <a:gd name="connsiteY941" fmla="*/ 672927 h 914263"/>
                <a:gd name="connsiteX942" fmla="*/ 154172 w 1258521"/>
                <a:gd name="connsiteY942" fmla="*/ 676459 h 914263"/>
                <a:gd name="connsiteX943" fmla="*/ 156561 w 1258521"/>
                <a:gd name="connsiteY943" fmla="*/ 679857 h 914263"/>
                <a:gd name="connsiteX944" fmla="*/ 157874 w 1258521"/>
                <a:gd name="connsiteY944" fmla="*/ 680664 h 914263"/>
                <a:gd name="connsiteX945" fmla="*/ 160768 w 1258521"/>
                <a:gd name="connsiteY945" fmla="*/ 682548 h 914263"/>
                <a:gd name="connsiteX946" fmla="*/ 161205 w 1258521"/>
                <a:gd name="connsiteY946" fmla="*/ 685071 h 914263"/>
                <a:gd name="connsiteX947" fmla="*/ 162080 w 1258521"/>
                <a:gd name="connsiteY947" fmla="*/ 687392 h 914263"/>
                <a:gd name="connsiteX948" fmla="*/ 163830 w 1258521"/>
                <a:gd name="connsiteY948" fmla="*/ 688200 h 914263"/>
                <a:gd name="connsiteX949" fmla="*/ 166960 w 1258521"/>
                <a:gd name="connsiteY949" fmla="*/ 690151 h 914263"/>
                <a:gd name="connsiteX950" fmla="*/ 168980 w 1258521"/>
                <a:gd name="connsiteY950" fmla="*/ 692169 h 914263"/>
                <a:gd name="connsiteX951" fmla="*/ 169484 w 1258521"/>
                <a:gd name="connsiteY951" fmla="*/ 692808 h 914263"/>
                <a:gd name="connsiteX952" fmla="*/ 173489 w 1258521"/>
                <a:gd name="connsiteY952" fmla="*/ 692808 h 914263"/>
                <a:gd name="connsiteX953" fmla="*/ 175138 w 1258521"/>
                <a:gd name="connsiteY953" fmla="*/ 692842 h 914263"/>
                <a:gd name="connsiteX954" fmla="*/ 177158 w 1258521"/>
                <a:gd name="connsiteY954" fmla="*/ 692842 h 914263"/>
                <a:gd name="connsiteX955" fmla="*/ 178908 w 1258521"/>
                <a:gd name="connsiteY955" fmla="*/ 693246 h 914263"/>
                <a:gd name="connsiteX956" fmla="*/ 182980 w 1258521"/>
                <a:gd name="connsiteY956" fmla="*/ 697148 h 914263"/>
                <a:gd name="connsiteX957" fmla="*/ 184326 w 1258521"/>
                <a:gd name="connsiteY957" fmla="*/ 699536 h 914263"/>
                <a:gd name="connsiteX958" fmla="*/ 186379 w 1258521"/>
                <a:gd name="connsiteY958" fmla="*/ 704448 h 914263"/>
                <a:gd name="connsiteX959" fmla="*/ 186379 w 1258521"/>
                <a:gd name="connsiteY959" fmla="*/ 706029 h 914263"/>
                <a:gd name="connsiteX960" fmla="*/ 186009 w 1258521"/>
                <a:gd name="connsiteY960" fmla="*/ 708215 h 914263"/>
                <a:gd name="connsiteX961" fmla="*/ 187389 w 1258521"/>
                <a:gd name="connsiteY961" fmla="*/ 710536 h 914263"/>
                <a:gd name="connsiteX962" fmla="*/ 189711 w 1258521"/>
                <a:gd name="connsiteY962" fmla="*/ 711344 h 914263"/>
                <a:gd name="connsiteX963" fmla="*/ 196004 w 1258521"/>
                <a:gd name="connsiteY963" fmla="*/ 710402 h 914263"/>
                <a:gd name="connsiteX964" fmla="*/ 197889 w 1258521"/>
                <a:gd name="connsiteY964" fmla="*/ 709325 h 914263"/>
                <a:gd name="connsiteX965" fmla="*/ 201153 w 1258521"/>
                <a:gd name="connsiteY965" fmla="*/ 708821 h 914263"/>
                <a:gd name="connsiteX966" fmla="*/ 206235 w 1258521"/>
                <a:gd name="connsiteY966" fmla="*/ 708888 h 914263"/>
                <a:gd name="connsiteX967" fmla="*/ 209634 w 1258521"/>
                <a:gd name="connsiteY967" fmla="*/ 710637 h 914263"/>
                <a:gd name="connsiteX968" fmla="*/ 212764 w 1258521"/>
                <a:gd name="connsiteY968" fmla="*/ 712958 h 914263"/>
                <a:gd name="connsiteX969" fmla="*/ 214952 w 1258521"/>
                <a:gd name="connsiteY969" fmla="*/ 715650 h 914263"/>
                <a:gd name="connsiteX970" fmla="*/ 215187 w 1258521"/>
                <a:gd name="connsiteY970" fmla="*/ 717601 h 914263"/>
                <a:gd name="connsiteX971" fmla="*/ 215120 w 1258521"/>
                <a:gd name="connsiteY971" fmla="*/ 720056 h 914263"/>
                <a:gd name="connsiteX972" fmla="*/ 214985 w 1258521"/>
                <a:gd name="connsiteY972" fmla="*/ 722007 h 914263"/>
                <a:gd name="connsiteX973" fmla="*/ 214346 w 1258521"/>
                <a:gd name="connsiteY973" fmla="*/ 725641 h 914263"/>
                <a:gd name="connsiteX974" fmla="*/ 215154 w 1258521"/>
                <a:gd name="connsiteY974" fmla="*/ 729980 h 914263"/>
                <a:gd name="connsiteX975" fmla="*/ 215961 w 1258521"/>
                <a:gd name="connsiteY975" fmla="*/ 729980 h 914263"/>
                <a:gd name="connsiteX976" fmla="*/ 218216 w 1258521"/>
                <a:gd name="connsiteY976" fmla="*/ 728096 h 914263"/>
                <a:gd name="connsiteX977" fmla="*/ 218519 w 1258521"/>
                <a:gd name="connsiteY977" fmla="*/ 726650 h 914263"/>
                <a:gd name="connsiteX978" fmla="*/ 219394 w 1258521"/>
                <a:gd name="connsiteY978" fmla="*/ 724833 h 914263"/>
                <a:gd name="connsiteX979" fmla="*/ 221414 w 1258521"/>
                <a:gd name="connsiteY979" fmla="*/ 723689 h 914263"/>
                <a:gd name="connsiteX980" fmla="*/ 227135 w 1258521"/>
                <a:gd name="connsiteY980" fmla="*/ 723118 h 914263"/>
                <a:gd name="connsiteX981" fmla="*/ 229457 w 1258521"/>
                <a:gd name="connsiteY981" fmla="*/ 723925 h 914263"/>
                <a:gd name="connsiteX982" fmla="*/ 231207 w 1258521"/>
                <a:gd name="connsiteY982" fmla="*/ 725170 h 914263"/>
                <a:gd name="connsiteX983" fmla="*/ 234471 w 1258521"/>
                <a:gd name="connsiteY983" fmla="*/ 729072 h 914263"/>
                <a:gd name="connsiteX984" fmla="*/ 235851 w 1258521"/>
                <a:gd name="connsiteY984" fmla="*/ 731326 h 914263"/>
                <a:gd name="connsiteX985" fmla="*/ 236491 w 1258521"/>
                <a:gd name="connsiteY985" fmla="*/ 733344 h 914263"/>
                <a:gd name="connsiteX986" fmla="*/ 237568 w 1258521"/>
                <a:gd name="connsiteY986" fmla="*/ 734286 h 914263"/>
                <a:gd name="connsiteX987" fmla="*/ 240597 w 1258521"/>
                <a:gd name="connsiteY987" fmla="*/ 732907 h 914263"/>
                <a:gd name="connsiteX988" fmla="*/ 242347 w 1258521"/>
                <a:gd name="connsiteY988" fmla="*/ 731460 h 914263"/>
                <a:gd name="connsiteX989" fmla="*/ 244803 w 1258521"/>
                <a:gd name="connsiteY989" fmla="*/ 730215 h 914263"/>
                <a:gd name="connsiteX990" fmla="*/ 248270 w 1258521"/>
                <a:gd name="connsiteY990" fmla="*/ 732301 h 914263"/>
                <a:gd name="connsiteX991" fmla="*/ 250020 w 1258521"/>
                <a:gd name="connsiteY991" fmla="*/ 733815 h 914263"/>
                <a:gd name="connsiteX992" fmla="*/ 251467 w 1258521"/>
                <a:gd name="connsiteY992" fmla="*/ 733613 h 914263"/>
                <a:gd name="connsiteX993" fmla="*/ 253991 w 1258521"/>
                <a:gd name="connsiteY993" fmla="*/ 731662 h 914263"/>
                <a:gd name="connsiteX994" fmla="*/ 254496 w 1258521"/>
                <a:gd name="connsiteY994" fmla="*/ 730855 h 914263"/>
                <a:gd name="connsiteX995" fmla="*/ 255809 w 1258521"/>
                <a:gd name="connsiteY995" fmla="*/ 730350 h 914263"/>
                <a:gd name="connsiteX996" fmla="*/ 259342 w 1258521"/>
                <a:gd name="connsiteY996" fmla="*/ 731662 h 914263"/>
                <a:gd name="connsiteX997" fmla="*/ 260285 w 1258521"/>
                <a:gd name="connsiteY997" fmla="*/ 732301 h 914263"/>
                <a:gd name="connsiteX998" fmla="*/ 262035 w 1258521"/>
                <a:gd name="connsiteY998" fmla="*/ 734757 h 914263"/>
                <a:gd name="connsiteX999" fmla="*/ 263616 w 1258521"/>
                <a:gd name="connsiteY999" fmla="*/ 736439 h 914263"/>
                <a:gd name="connsiteX1000" fmla="*/ 265366 w 1258521"/>
                <a:gd name="connsiteY1000" fmla="*/ 737313 h 914263"/>
                <a:gd name="connsiteX1001" fmla="*/ 267049 w 1258521"/>
                <a:gd name="connsiteY1001" fmla="*/ 736674 h 914263"/>
                <a:gd name="connsiteX1002" fmla="*/ 269237 w 1258521"/>
                <a:gd name="connsiteY1002" fmla="*/ 736372 h 914263"/>
                <a:gd name="connsiteX1003" fmla="*/ 272367 w 1258521"/>
                <a:gd name="connsiteY1003" fmla="*/ 735800 h 914263"/>
                <a:gd name="connsiteX1004" fmla="*/ 274117 w 1258521"/>
                <a:gd name="connsiteY1004" fmla="*/ 734858 h 914263"/>
                <a:gd name="connsiteX1005" fmla="*/ 275867 w 1258521"/>
                <a:gd name="connsiteY1005" fmla="*/ 732907 h 914263"/>
                <a:gd name="connsiteX1006" fmla="*/ 278391 w 1258521"/>
                <a:gd name="connsiteY1006" fmla="*/ 732604 h 914263"/>
                <a:gd name="connsiteX1007" fmla="*/ 282867 w 1258521"/>
                <a:gd name="connsiteY1007" fmla="*/ 737313 h 914263"/>
                <a:gd name="connsiteX1008" fmla="*/ 283742 w 1258521"/>
                <a:gd name="connsiteY1008" fmla="*/ 739063 h 914263"/>
                <a:gd name="connsiteX1009" fmla="*/ 284617 w 1258521"/>
                <a:gd name="connsiteY1009" fmla="*/ 743638 h 914263"/>
                <a:gd name="connsiteX1010" fmla="*/ 285425 w 1258521"/>
                <a:gd name="connsiteY1010" fmla="*/ 746968 h 914263"/>
                <a:gd name="connsiteX1011" fmla="*/ 286804 w 1258521"/>
                <a:gd name="connsiteY1011" fmla="*/ 749289 h 914263"/>
                <a:gd name="connsiteX1012" fmla="*/ 287679 w 1258521"/>
                <a:gd name="connsiteY1012" fmla="*/ 749726 h 914263"/>
                <a:gd name="connsiteX1013" fmla="*/ 289934 w 1258521"/>
                <a:gd name="connsiteY1013" fmla="*/ 749996 h 914263"/>
                <a:gd name="connsiteX1014" fmla="*/ 294646 w 1258521"/>
                <a:gd name="connsiteY1014" fmla="*/ 749626 h 914263"/>
                <a:gd name="connsiteX1015" fmla="*/ 297338 w 1258521"/>
                <a:gd name="connsiteY1015" fmla="*/ 749054 h 914263"/>
                <a:gd name="connsiteX1016" fmla="*/ 300670 w 1258521"/>
                <a:gd name="connsiteY1016" fmla="*/ 748044 h 914263"/>
                <a:gd name="connsiteX1017" fmla="*/ 305314 w 1258521"/>
                <a:gd name="connsiteY1017" fmla="*/ 748986 h 914263"/>
                <a:gd name="connsiteX1018" fmla="*/ 306896 w 1258521"/>
                <a:gd name="connsiteY1018" fmla="*/ 750870 h 914263"/>
                <a:gd name="connsiteX1019" fmla="*/ 308141 w 1258521"/>
                <a:gd name="connsiteY1019" fmla="*/ 755580 h 914263"/>
                <a:gd name="connsiteX1020" fmla="*/ 308882 w 1258521"/>
                <a:gd name="connsiteY1020" fmla="*/ 758271 h 914263"/>
                <a:gd name="connsiteX1021" fmla="*/ 309016 w 1258521"/>
                <a:gd name="connsiteY1021" fmla="*/ 760222 h 914263"/>
                <a:gd name="connsiteX1022" fmla="*/ 310464 w 1258521"/>
                <a:gd name="connsiteY1022" fmla="*/ 761736 h 914263"/>
                <a:gd name="connsiteX1023" fmla="*/ 313930 w 1258521"/>
                <a:gd name="connsiteY1023" fmla="*/ 761736 h 914263"/>
                <a:gd name="connsiteX1024" fmla="*/ 315310 w 1258521"/>
                <a:gd name="connsiteY1024" fmla="*/ 762240 h 914263"/>
                <a:gd name="connsiteX1025" fmla="*/ 316690 w 1258521"/>
                <a:gd name="connsiteY1025" fmla="*/ 765874 h 914263"/>
                <a:gd name="connsiteX1026" fmla="*/ 316993 w 1258521"/>
                <a:gd name="connsiteY1026" fmla="*/ 767017 h 914263"/>
                <a:gd name="connsiteX1027" fmla="*/ 319180 w 1258521"/>
                <a:gd name="connsiteY1027" fmla="*/ 767017 h 914263"/>
                <a:gd name="connsiteX1028" fmla="*/ 320324 w 1258521"/>
                <a:gd name="connsiteY1028" fmla="*/ 766143 h 914263"/>
                <a:gd name="connsiteX1029" fmla="*/ 323723 w 1258521"/>
                <a:gd name="connsiteY1029" fmla="*/ 764763 h 914263"/>
                <a:gd name="connsiteX1030" fmla="*/ 325372 w 1258521"/>
                <a:gd name="connsiteY1030" fmla="*/ 766008 h 914263"/>
                <a:gd name="connsiteX1031" fmla="*/ 325507 w 1258521"/>
                <a:gd name="connsiteY1031" fmla="*/ 767959 h 914263"/>
                <a:gd name="connsiteX1032" fmla="*/ 325574 w 1258521"/>
                <a:gd name="connsiteY1032" fmla="*/ 769204 h 914263"/>
                <a:gd name="connsiteX1033" fmla="*/ 325709 w 1258521"/>
                <a:gd name="connsiteY1033" fmla="*/ 771390 h 914263"/>
                <a:gd name="connsiteX1034" fmla="*/ 326786 w 1258521"/>
                <a:gd name="connsiteY1034" fmla="*/ 773342 h 914263"/>
                <a:gd name="connsiteX1035" fmla="*/ 328098 w 1258521"/>
                <a:gd name="connsiteY1035" fmla="*/ 773913 h 914263"/>
                <a:gd name="connsiteX1036" fmla="*/ 330791 w 1258521"/>
                <a:gd name="connsiteY1036" fmla="*/ 774351 h 914263"/>
                <a:gd name="connsiteX1037" fmla="*/ 332676 w 1258521"/>
                <a:gd name="connsiteY1037" fmla="*/ 775158 h 914263"/>
                <a:gd name="connsiteX1038" fmla="*/ 334560 w 1258521"/>
                <a:gd name="connsiteY1038" fmla="*/ 776302 h 914263"/>
                <a:gd name="connsiteX1039" fmla="*/ 336580 w 1258521"/>
                <a:gd name="connsiteY1039" fmla="*/ 774284 h 914263"/>
                <a:gd name="connsiteX1040" fmla="*/ 337892 w 1258521"/>
                <a:gd name="connsiteY1040" fmla="*/ 772332 h 914263"/>
                <a:gd name="connsiteX1041" fmla="*/ 338834 w 1258521"/>
                <a:gd name="connsiteY1041" fmla="*/ 770751 h 914263"/>
                <a:gd name="connsiteX1042" fmla="*/ 339709 w 1258521"/>
                <a:gd name="connsiteY1042" fmla="*/ 769002 h 914263"/>
                <a:gd name="connsiteX1043" fmla="*/ 341291 w 1258521"/>
                <a:gd name="connsiteY1043" fmla="*/ 767690 h 914263"/>
                <a:gd name="connsiteX1044" fmla="*/ 343041 w 1258521"/>
                <a:gd name="connsiteY1044" fmla="*/ 766984 h 914263"/>
                <a:gd name="connsiteX1045" fmla="*/ 344858 w 1258521"/>
                <a:gd name="connsiteY1045" fmla="*/ 765806 h 914263"/>
                <a:gd name="connsiteX1046" fmla="*/ 347046 w 1258521"/>
                <a:gd name="connsiteY1046" fmla="*/ 765604 h 914263"/>
                <a:gd name="connsiteX1047" fmla="*/ 349738 w 1258521"/>
                <a:gd name="connsiteY1047" fmla="*/ 765403 h 914263"/>
                <a:gd name="connsiteX1048" fmla="*/ 351623 w 1258521"/>
                <a:gd name="connsiteY1048" fmla="*/ 765100 h 914263"/>
                <a:gd name="connsiteX1049" fmla="*/ 353508 w 1258521"/>
                <a:gd name="connsiteY1049" fmla="*/ 765773 h 914263"/>
                <a:gd name="connsiteX1050" fmla="*/ 355965 w 1258521"/>
                <a:gd name="connsiteY1050" fmla="*/ 766210 h 914263"/>
                <a:gd name="connsiteX1051" fmla="*/ 358421 w 1258521"/>
                <a:gd name="connsiteY1051" fmla="*/ 767219 h 914263"/>
                <a:gd name="connsiteX1052" fmla="*/ 360945 w 1258521"/>
                <a:gd name="connsiteY1052" fmla="*/ 768598 h 914263"/>
                <a:gd name="connsiteX1053" fmla="*/ 362191 w 1258521"/>
                <a:gd name="connsiteY1053" fmla="*/ 769675 h 914263"/>
                <a:gd name="connsiteX1054" fmla="*/ 362628 w 1258521"/>
                <a:gd name="connsiteY1054" fmla="*/ 772803 h 914263"/>
                <a:gd name="connsiteX1055" fmla="*/ 362696 w 1258521"/>
                <a:gd name="connsiteY1055" fmla="*/ 775764 h 914263"/>
                <a:gd name="connsiteX1056" fmla="*/ 362628 w 1258521"/>
                <a:gd name="connsiteY1056" fmla="*/ 779397 h 914263"/>
                <a:gd name="connsiteX1057" fmla="*/ 362763 w 1258521"/>
                <a:gd name="connsiteY1057" fmla="*/ 781583 h 914263"/>
                <a:gd name="connsiteX1058" fmla="*/ 364008 w 1258521"/>
                <a:gd name="connsiteY1058" fmla="*/ 782323 h 914263"/>
                <a:gd name="connsiteX1059" fmla="*/ 365960 w 1258521"/>
                <a:gd name="connsiteY1059" fmla="*/ 781381 h 914263"/>
                <a:gd name="connsiteX1060" fmla="*/ 366969 w 1258521"/>
                <a:gd name="connsiteY1060" fmla="*/ 778488 h 914263"/>
                <a:gd name="connsiteX1061" fmla="*/ 367609 w 1258521"/>
                <a:gd name="connsiteY1061" fmla="*/ 777244 h 914263"/>
                <a:gd name="connsiteX1062" fmla="*/ 368854 w 1258521"/>
                <a:gd name="connsiteY1062" fmla="*/ 776605 h 914263"/>
                <a:gd name="connsiteX1063" fmla="*/ 370941 w 1258521"/>
                <a:gd name="connsiteY1063" fmla="*/ 776470 h 914263"/>
                <a:gd name="connsiteX1064" fmla="*/ 372523 w 1258521"/>
                <a:gd name="connsiteY1064" fmla="*/ 778219 h 914263"/>
                <a:gd name="connsiteX1065" fmla="*/ 376662 w 1258521"/>
                <a:gd name="connsiteY1065" fmla="*/ 780608 h 914263"/>
                <a:gd name="connsiteX1066" fmla="*/ 379186 w 1258521"/>
                <a:gd name="connsiteY1066" fmla="*/ 783063 h 914263"/>
                <a:gd name="connsiteX1067" fmla="*/ 381878 w 1258521"/>
                <a:gd name="connsiteY1067" fmla="*/ 785452 h 914263"/>
                <a:gd name="connsiteX1068" fmla="*/ 384133 w 1258521"/>
                <a:gd name="connsiteY1068" fmla="*/ 785452 h 914263"/>
                <a:gd name="connsiteX1069" fmla="*/ 386758 w 1258521"/>
                <a:gd name="connsiteY1069" fmla="*/ 784947 h 914263"/>
                <a:gd name="connsiteX1070" fmla="*/ 389653 w 1258521"/>
                <a:gd name="connsiteY1070" fmla="*/ 783568 h 914263"/>
                <a:gd name="connsiteX1071" fmla="*/ 391537 w 1258521"/>
                <a:gd name="connsiteY1071" fmla="*/ 781247 h 914263"/>
                <a:gd name="connsiteX1072" fmla="*/ 393624 w 1258521"/>
                <a:gd name="connsiteY1072" fmla="*/ 779800 h 914263"/>
                <a:gd name="connsiteX1073" fmla="*/ 399211 w 1258521"/>
                <a:gd name="connsiteY1073" fmla="*/ 778556 h 914263"/>
                <a:gd name="connsiteX1074" fmla="*/ 403283 w 1258521"/>
                <a:gd name="connsiteY1074" fmla="*/ 778556 h 914263"/>
                <a:gd name="connsiteX1075" fmla="*/ 406749 w 1258521"/>
                <a:gd name="connsiteY1075" fmla="*/ 778556 h 914263"/>
                <a:gd name="connsiteX1076" fmla="*/ 409576 w 1258521"/>
                <a:gd name="connsiteY1076" fmla="*/ 777446 h 914263"/>
                <a:gd name="connsiteX1077" fmla="*/ 410283 w 1258521"/>
                <a:gd name="connsiteY1077" fmla="*/ 776605 h 914263"/>
                <a:gd name="connsiteX1078" fmla="*/ 411730 w 1258521"/>
                <a:gd name="connsiteY1078" fmla="*/ 776605 h 914263"/>
                <a:gd name="connsiteX1079" fmla="*/ 414322 w 1258521"/>
                <a:gd name="connsiteY1079" fmla="*/ 775797 h 914263"/>
                <a:gd name="connsiteX1080" fmla="*/ 417149 w 1258521"/>
                <a:gd name="connsiteY1080" fmla="*/ 776369 h 914263"/>
                <a:gd name="connsiteX1081" fmla="*/ 418898 w 1258521"/>
                <a:gd name="connsiteY1081" fmla="*/ 776672 h 914263"/>
                <a:gd name="connsiteX1082" fmla="*/ 421423 w 1258521"/>
                <a:gd name="connsiteY1082" fmla="*/ 776234 h 914263"/>
                <a:gd name="connsiteX1083" fmla="*/ 422735 w 1258521"/>
                <a:gd name="connsiteY1083" fmla="*/ 774149 h 914263"/>
                <a:gd name="connsiteX1084" fmla="*/ 424115 w 1258521"/>
                <a:gd name="connsiteY1084" fmla="*/ 772904 h 914263"/>
                <a:gd name="connsiteX1085" fmla="*/ 425495 w 1258521"/>
                <a:gd name="connsiteY1085" fmla="*/ 772534 h 914263"/>
                <a:gd name="connsiteX1086" fmla="*/ 428255 w 1258521"/>
                <a:gd name="connsiteY1086" fmla="*/ 771155 h 914263"/>
                <a:gd name="connsiteX1087" fmla="*/ 430442 w 1258521"/>
                <a:gd name="connsiteY1087" fmla="*/ 770718 h 914263"/>
                <a:gd name="connsiteX1088" fmla="*/ 432024 w 1258521"/>
                <a:gd name="connsiteY1088" fmla="*/ 770079 h 914263"/>
                <a:gd name="connsiteX1089" fmla="*/ 433606 w 1258521"/>
                <a:gd name="connsiteY1089" fmla="*/ 770146 h 914263"/>
                <a:gd name="connsiteX1090" fmla="*/ 434985 w 1258521"/>
                <a:gd name="connsiteY1090" fmla="*/ 770650 h 914263"/>
                <a:gd name="connsiteX1091" fmla="*/ 437375 w 1258521"/>
                <a:gd name="connsiteY1091" fmla="*/ 772400 h 914263"/>
                <a:gd name="connsiteX1092" fmla="*/ 439327 w 1258521"/>
                <a:gd name="connsiteY1092" fmla="*/ 773409 h 914263"/>
                <a:gd name="connsiteX1093" fmla="*/ 440909 w 1258521"/>
                <a:gd name="connsiteY1093" fmla="*/ 775730 h 914263"/>
                <a:gd name="connsiteX1094" fmla="*/ 441918 w 1258521"/>
                <a:gd name="connsiteY1094" fmla="*/ 777176 h 914263"/>
                <a:gd name="connsiteX1095" fmla="*/ 443736 w 1258521"/>
                <a:gd name="connsiteY1095" fmla="*/ 778690 h 914263"/>
                <a:gd name="connsiteX1096" fmla="*/ 447067 w 1258521"/>
                <a:gd name="connsiteY1096" fmla="*/ 781516 h 914263"/>
                <a:gd name="connsiteX1097" fmla="*/ 448515 w 1258521"/>
                <a:gd name="connsiteY1097" fmla="*/ 782525 h 914263"/>
                <a:gd name="connsiteX1098" fmla="*/ 451342 w 1258521"/>
                <a:gd name="connsiteY1098" fmla="*/ 784476 h 914263"/>
                <a:gd name="connsiteX1099" fmla="*/ 453664 w 1258521"/>
                <a:gd name="connsiteY1099" fmla="*/ 786865 h 914263"/>
                <a:gd name="connsiteX1100" fmla="*/ 454673 w 1258521"/>
                <a:gd name="connsiteY1100" fmla="*/ 789892 h 914263"/>
                <a:gd name="connsiteX1101" fmla="*/ 457803 w 1258521"/>
                <a:gd name="connsiteY1101" fmla="*/ 795174 h 914263"/>
                <a:gd name="connsiteX1102" fmla="*/ 458880 w 1258521"/>
                <a:gd name="connsiteY1102" fmla="*/ 798134 h 914263"/>
                <a:gd name="connsiteX1103" fmla="*/ 460765 w 1258521"/>
                <a:gd name="connsiteY1103" fmla="*/ 801767 h 914263"/>
                <a:gd name="connsiteX1104" fmla="*/ 461270 w 1258521"/>
                <a:gd name="connsiteY1104" fmla="*/ 805097 h 914263"/>
                <a:gd name="connsiteX1105" fmla="*/ 462212 w 1258521"/>
                <a:gd name="connsiteY1105" fmla="*/ 809672 h 914263"/>
                <a:gd name="connsiteX1106" fmla="*/ 464164 w 1258521"/>
                <a:gd name="connsiteY1106" fmla="*/ 810110 h 914263"/>
                <a:gd name="connsiteX1107" fmla="*/ 466924 w 1258521"/>
                <a:gd name="connsiteY1107" fmla="*/ 810110 h 914263"/>
                <a:gd name="connsiteX1108" fmla="*/ 469178 w 1258521"/>
                <a:gd name="connsiteY1108" fmla="*/ 809403 h 914263"/>
                <a:gd name="connsiteX1109" fmla="*/ 470053 w 1258521"/>
                <a:gd name="connsiteY1109" fmla="*/ 810211 h 914263"/>
                <a:gd name="connsiteX1110" fmla="*/ 473082 w 1258521"/>
                <a:gd name="connsiteY1110" fmla="*/ 815694 h 914263"/>
                <a:gd name="connsiteX1111" fmla="*/ 473890 w 1258521"/>
                <a:gd name="connsiteY1111" fmla="*/ 817645 h 914263"/>
                <a:gd name="connsiteX1112" fmla="*/ 475135 w 1258521"/>
                <a:gd name="connsiteY1112" fmla="*/ 819596 h 914263"/>
                <a:gd name="connsiteX1113" fmla="*/ 475842 w 1258521"/>
                <a:gd name="connsiteY1113" fmla="*/ 820908 h 914263"/>
                <a:gd name="connsiteX1114" fmla="*/ 476852 w 1258521"/>
                <a:gd name="connsiteY1114" fmla="*/ 820908 h 914263"/>
                <a:gd name="connsiteX1115" fmla="*/ 478938 w 1258521"/>
                <a:gd name="connsiteY1115" fmla="*/ 820471 h 914263"/>
                <a:gd name="connsiteX1116" fmla="*/ 480453 w 1258521"/>
                <a:gd name="connsiteY1116" fmla="*/ 820403 h 914263"/>
                <a:gd name="connsiteX1117" fmla="*/ 482977 w 1258521"/>
                <a:gd name="connsiteY1117" fmla="*/ 820908 h 914263"/>
                <a:gd name="connsiteX1118" fmla="*/ 485366 w 1258521"/>
                <a:gd name="connsiteY1118" fmla="*/ 821547 h 914263"/>
                <a:gd name="connsiteX1119" fmla="*/ 486814 w 1258521"/>
                <a:gd name="connsiteY1119" fmla="*/ 822119 h 914263"/>
                <a:gd name="connsiteX1120" fmla="*/ 488564 w 1258521"/>
                <a:gd name="connsiteY1120" fmla="*/ 822926 h 914263"/>
                <a:gd name="connsiteX1121" fmla="*/ 490886 w 1258521"/>
                <a:gd name="connsiteY1121" fmla="*/ 823666 h 914263"/>
                <a:gd name="connsiteX1122" fmla="*/ 492400 w 1258521"/>
                <a:gd name="connsiteY1122" fmla="*/ 823666 h 914263"/>
                <a:gd name="connsiteX1123" fmla="*/ 493780 w 1258521"/>
                <a:gd name="connsiteY1123" fmla="*/ 824743 h 914263"/>
                <a:gd name="connsiteX1124" fmla="*/ 495530 w 1258521"/>
                <a:gd name="connsiteY1124" fmla="*/ 826761 h 914263"/>
                <a:gd name="connsiteX1125" fmla="*/ 496169 w 1258521"/>
                <a:gd name="connsiteY1125" fmla="*/ 828948 h 914263"/>
                <a:gd name="connsiteX1126" fmla="*/ 497415 w 1258521"/>
                <a:gd name="connsiteY1126" fmla="*/ 831774 h 914263"/>
                <a:gd name="connsiteX1127" fmla="*/ 498492 w 1258521"/>
                <a:gd name="connsiteY1127" fmla="*/ 833590 h 914263"/>
                <a:gd name="connsiteX1128" fmla="*/ 500948 w 1258521"/>
                <a:gd name="connsiteY1128" fmla="*/ 836550 h 914263"/>
                <a:gd name="connsiteX1129" fmla="*/ 502194 w 1258521"/>
                <a:gd name="connsiteY1129" fmla="*/ 838501 h 914263"/>
                <a:gd name="connsiteX1130" fmla="*/ 502194 w 1258521"/>
                <a:gd name="connsiteY1130" fmla="*/ 842908 h 914263"/>
                <a:gd name="connsiteX1131" fmla="*/ 502631 w 1258521"/>
                <a:gd name="connsiteY1131" fmla="*/ 847248 h 914263"/>
                <a:gd name="connsiteX1132" fmla="*/ 502059 w 1258521"/>
                <a:gd name="connsiteY1132" fmla="*/ 848560 h 914263"/>
                <a:gd name="connsiteX1133" fmla="*/ 501756 w 1258521"/>
                <a:gd name="connsiteY1133" fmla="*/ 851688 h 914263"/>
                <a:gd name="connsiteX1134" fmla="*/ 499434 w 1258521"/>
                <a:gd name="connsiteY1134" fmla="*/ 852698 h 914263"/>
                <a:gd name="connsiteX1135" fmla="*/ 497549 w 1258521"/>
                <a:gd name="connsiteY1135" fmla="*/ 853269 h 914263"/>
                <a:gd name="connsiteX1136" fmla="*/ 496876 w 1258521"/>
                <a:gd name="connsiteY1136" fmla="*/ 855086 h 914263"/>
                <a:gd name="connsiteX1137" fmla="*/ 496035 w 1258521"/>
                <a:gd name="connsiteY1137" fmla="*/ 857037 h 914263"/>
                <a:gd name="connsiteX1138" fmla="*/ 496035 w 1258521"/>
                <a:gd name="connsiteY1138" fmla="*/ 859123 h 914263"/>
                <a:gd name="connsiteX1139" fmla="*/ 496775 w 1258521"/>
                <a:gd name="connsiteY1139" fmla="*/ 860435 h 914263"/>
                <a:gd name="connsiteX1140" fmla="*/ 498525 w 1258521"/>
                <a:gd name="connsiteY1140" fmla="*/ 863563 h 914263"/>
                <a:gd name="connsiteX1141" fmla="*/ 499165 w 1258521"/>
                <a:gd name="connsiteY1141" fmla="*/ 864572 h 914263"/>
                <a:gd name="connsiteX1142" fmla="*/ 499535 w 1258521"/>
                <a:gd name="connsiteY1142" fmla="*/ 867028 h 914263"/>
                <a:gd name="connsiteX1143" fmla="*/ 500410 w 1258521"/>
                <a:gd name="connsiteY1143" fmla="*/ 869046 h 914263"/>
                <a:gd name="connsiteX1144" fmla="*/ 501790 w 1258521"/>
                <a:gd name="connsiteY1144" fmla="*/ 872377 h 914263"/>
                <a:gd name="connsiteX1145" fmla="*/ 502093 w 1258521"/>
                <a:gd name="connsiteY1145" fmla="*/ 873890 h 914263"/>
                <a:gd name="connsiteX1146" fmla="*/ 502665 w 1258521"/>
                <a:gd name="connsiteY1146" fmla="*/ 876918 h 914263"/>
                <a:gd name="connsiteX1147" fmla="*/ 504415 w 1258521"/>
                <a:gd name="connsiteY1147" fmla="*/ 879306 h 914263"/>
                <a:gd name="connsiteX1148" fmla="*/ 505559 w 1258521"/>
                <a:gd name="connsiteY1148" fmla="*/ 880114 h 914263"/>
                <a:gd name="connsiteX1149" fmla="*/ 508319 w 1258521"/>
                <a:gd name="connsiteY1149" fmla="*/ 882065 h 914263"/>
                <a:gd name="connsiteX1150" fmla="*/ 510641 w 1258521"/>
                <a:gd name="connsiteY1150" fmla="*/ 882570 h 914263"/>
                <a:gd name="connsiteX1151" fmla="*/ 512593 w 1258521"/>
                <a:gd name="connsiteY1151" fmla="*/ 882570 h 914263"/>
                <a:gd name="connsiteX1152" fmla="*/ 514107 w 1258521"/>
                <a:gd name="connsiteY1152" fmla="*/ 882570 h 914263"/>
                <a:gd name="connsiteX1153" fmla="*/ 516564 w 1258521"/>
                <a:gd name="connsiteY1153" fmla="*/ 881258 h 914263"/>
                <a:gd name="connsiteX1154" fmla="*/ 517204 w 1258521"/>
                <a:gd name="connsiteY1154" fmla="*/ 880686 h 914263"/>
                <a:gd name="connsiteX1155" fmla="*/ 518146 w 1258521"/>
                <a:gd name="connsiteY1155" fmla="*/ 879878 h 914263"/>
                <a:gd name="connsiteX1156" fmla="*/ 518954 w 1258521"/>
                <a:gd name="connsiteY1156" fmla="*/ 879441 h 914263"/>
                <a:gd name="connsiteX1157" fmla="*/ 519896 w 1258521"/>
                <a:gd name="connsiteY1157" fmla="*/ 879508 h 914263"/>
                <a:gd name="connsiteX1158" fmla="*/ 521814 w 1258521"/>
                <a:gd name="connsiteY1158" fmla="*/ 879744 h 914263"/>
                <a:gd name="connsiteX1159" fmla="*/ 522151 w 1258521"/>
                <a:gd name="connsiteY1159" fmla="*/ 880988 h 914263"/>
                <a:gd name="connsiteX1160" fmla="*/ 522151 w 1258521"/>
                <a:gd name="connsiteY1160" fmla="*/ 881729 h 914263"/>
                <a:gd name="connsiteX1161" fmla="*/ 523901 w 1258521"/>
                <a:gd name="connsiteY1161" fmla="*/ 883545 h 914263"/>
                <a:gd name="connsiteX1162" fmla="*/ 523901 w 1258521"/>
                <a:gd name="connsiteY1162" fmla="*/ 883478 h 914263"/>
                <a:gd name="connsiteX1163" fmla="*/ 524776 w 1258521"/>
                <a:gd name="connsiteY1163" fmla="*/ 885361 h 914263"/>
                <a:gd name="connsiteX1164" fmla="*/ 526290 w 1258521"/>
                <a:gd name="connsiteY1164" fmla="*/ 885933 h 914263"/>
                <a:gd name="connsiteX1165" fmla="*/ 528478 w 1258521"/>
                <a:gd name="connsiteY1165" fmla="*/ 887380 h 914263"/>
                <a:gd name="connsiteX1166" fmla="*/ 529488 w 1258521"/>
                <a:gd name="connsiteY1166" fmla="*/ 888961 h 914263"/>
                <a:gd name="connsiteX1167" fmla="*/ 530295 w 1258521"/>
                <a:gd name="connsiteY1167" fmla="*/ 891551 h 914263"/>
                <a:gd name="connsiteX1168" fmla="*/ 530295 w 1258521"/>
                <a:gd name="connsiteY1168" fmla="*/ 892998 h 914263"/>
                <a:gd name="connsiteX1169" fmla="*/ 530935 w 1258521"/>
                <a:gd name="connsiteY1169" fmla="*/ 894142 h 914263"/>
                <a:gd name="connsiteX1170" fmla="*/ 531877 w 1258521"/>
                <a:gd name="connsiteY1170" fmla="*/ 894848 h 914263"/>
                <a:gd name="connsiteX1171" fmla="*/ 533762 w 1258521"/>
                <a:gd name="connsiteY1171" fmla="*/ 894848 h 914263"/>
                <a:gd name="connsiteX1172" fmla="*/ 535209 w 1258521"/>
                <a:gd name="connsiteY1172" fmla="*/ 893704 h 914263"/>
                <a:gd name="connsiteX1173" fmla="*/ 536017 w 1258521"/>
                <a:gd name="connsiteY1173" fmla="*/ 892190 h 914263"/>
                <a:gd name="connsiteX1174" fmla="*/ 536891 w 1258521"/>
                <a:gd name="connsiteY1174" fmla="*/ 891248 h 914263"/>
                <a:gd name="connsiteX1175" fmla="*/ 538709 w 1258521"/>
                <a:gd name="connsiteY1175" fmla="*/ 891248 h 914263"/>
                <a:gd name="connsiteX1176" fmla="*/ 540526 w 1258521"/>
                <a:gd name="connsiteY1176" fmla="*/ 890946 h 914263"/>
                <a:gd name="connsiteX1177" fmla="*/ 541771 w 1258521"/>
                <a:gd name="connsiteY1177" fmla="*/ 891013 h 914263"/>
                <a:gd name="connsiteX1178" fmla="*/ 542916 w 1258521"/>
                <a:gd name="connsiteY1178" fmla="*/ 892022 h 914263"/>
                <a:gd name="connsiteX1179" fmla="*/ 544733 w 1258521"/>
                <a:gd name="connsiteY1179" fmla="*/ 892157 h 914263"/>
                <a:gd name="connsiteX1180" fmla="*/ 546416 w 1258521"/>
                <a:gd name="connsiteY1180" fmla="*/ 890206 h 914263"/>
                <a:gd name="connsiteX1181" fmla="*/ 547560 w 1258521"/>
                <a:gd name="connsiteY1181" fmla="*/ 890273 h 914263"/>
                <a:gd name="connsiteX1182" fmla="*/ 551329 w 1258521"/>
                <a:gd name="connsiteY1182" fmla="*/ 892157 h 914263"/>
                <a:gd name="connsiteX1183" fmla="*/ 553719 w 1258521"/>
                <a:gd name="connsiteY1183" fmla="*/ 893973 h 914263"/>
                <a:gd name="connsiteX1184" fmla="*/ 555974 w 1258521"/>
                <a:gd name="connsiteY1184" fmla="*/ 896429 h 914263"/>
                <a:gd name="connsiteX1185" fmla="*/ 561998 w 1258521"/>
                <a:gd name="connsiteY1185" fmla="*/ 899456 h 914263"/>
                <a:gd name="connsiteX1186" fmla="*/ 565262 w 1258521"/>
                <a:gd name="connsiteY1186" fmla="*/ 901038 h 914263"/>
                <a:gd name="connsiteX1187" fmla="*/ 566205 w 1258521"/>
                <a:gd name="connsiteY1187" fmla="*/ 902551 h 914263"/>
                <a:gd name="connsiteX1188" fmla="*/ 565700 w 1258521"/>
                <a:gd name="connsiteY1188" fmla="*/ 906454 h 914263"/>
                <a:gd name="connsiteX1189" fmla="*/ 565700 w 1258521"/>
                <a:gd name="connsiteY1189" fmla="*/ 907698 h 914263"/>
                <a:gd name="connsiteX1190" fmla="*/ 566205 w 1258521"/>
                <a:gd name="connsiteY1190" fmla="*/ 909010 h 914263"/>
                <a:gd name="connsiteX1191" fmla="*/ 567450 w 1258521"/>
                <a:gd name="connsiteY1191" fmla="*/ 910591 h 914263"/>
                <a:gd name="connsiteX1192" fmla="*/ 569503 w 1258521"/>
                <a:gd name="connsiteY1192" fmla="*/ 913417 h 914263"/>
                <a:gd name="connsiteX1193" fmla="*/ 571118 w 1258521"/>
                <a:gd name="connsiteY1193" fmla="*/ 913787 h 914263"/>
                <a:gd name="connsiteX1194" fmla="*/ 573508 w 1258521"/>
                <a:gd name="connsiteY1194" fmla="*/ 913787 h 914263"/>
                <a:gd name="connsiteX1195" fmla="*/ 578455 w 1258521"/>
                <a:gd name="connsiteY1195" fmla="*/ 914224 h 914263"/>
                <a:gd name="connsiteX1196" fmla="*/ 579263 w 1258521"/>
                <a:gd name="connsiteY1196" fmla="*/ 912710 h 914263"/>
                <a:gd name="connsiteX1197" fmla="*/ 579263 w 1258521"/>
                <a:gd name="connsiteY1197" fmla="*/ 910322 h 914263"/>
                <a:gd name="connsiteX1198" fmla="*/ 578993 w 1258521"/>
                <a:gd name="connsiteY1198" fmla="*/ 907295 h 914263"/>
                <a:gd name="connsiteX1199" fmla="*/ 578219 w 1258521"/>
                <a:gd name="connsiteY1199" fmla="*/ 905007 h 914263"/>
                <a:gd name="connsiteX1200" fmla="*/ 577614 w 1258521"/>
                <a:gd name="connsiteY1200" fmla="*/ 903762 h 914263"/>
                <a:gd name="connsiteX1201" fmla="*/ 577008 w 1258521"/>
                <a:gd name="connsiteY1201" fmla="*/ 901576 h 914263"/>
                <a:gd name="connsiteX1202" fmla="*/ 576200 w 1258521"/>
                <a:gd name="connsiteY1202" fmla="*/ 899086 h 914263"/>
                <a:gd name="connsiteX1203" fmla="*/ 575157 w 1258521"/>
                <a:gd name="connsiteY1203" fmla="*/ 897438 h 914263"/>
                <a:gd name="connsiteX1204" fmla="*/ 573205 w 1258521"/>
                <a:gd name="connsiteY1204" fmla="*/ 894242 h 914263"/>
                <a:gd name="connsiteX1205" fmla="*/ 571791 w 1258521"/>
                <a:gd name="connsiteY1205" fmla="*/ 892190 h 914263"/>
                <a:gd name="connsiteX1206" fmla="*/ 570479 w 1258521"/>
                <a:gd name="connsiteY1206" fmla="*/ 890710 h 914263"/>
                <a:gd name="connsiteX1207" fmla="*/ 569133 w 1258521"/>
                <a:gd name="connsiteY1207" fmla="*/ 888927 h 914263"/>
                <a:gd name="connsiteX1208" fmla="*/ 567988 w 1258521"/>
                <a:gd name="connsiteY1208" fmla="*/ 885664 h 914263"/>
                <a:gd name="connsiteX1209" fmla="*/ 568089 w 1258521"/>
                <a:gd name="connsiteY1209" fmla="*/ 884520 h 914263"/>
                <a:gd name="connsiteX1210" fmla="*/ 569570 w 1258521"/>
                <a:gd name="connsiteY1210" fmla="*/ 881796 h 914263"/>
                <a:gd name="connsiteX1211" fmla="*/ 571488 w 1258521"/>
                <a:gd name="connsiteY1211" fmla="*/ 879845 h 914263"/>
                <a:gd name="connsiteX1212" fmla="*/ 574046 w 1258521"/>
                <a:gd name="connsiteY1212" fmla="*/ 877187 h 914263"/>
                <a:gd name="connsiteX1213" fmla="*/ 576368 w 1258521"/>
                <a:gd name="connsiteY1213" fmla="*/ 875505 h 914263"/>
                <a:gd name="connsiteX1214" fmla="*/ 579633 w 1258521"/>
                <a:gd name="connsiteY1214" fmla="*/ 874597 h 914263"/>
                <a:gd name="connsiteX1215" fmla="*/ 581417 w 1258521"/>
                <a:gd name="connsiteY1215" fmla="*/ 874429 h 914263"/>
                <a:gd name="connsiteX1216" fmla="*/ 583200 w 1258521"/>
                <a:gd name="connsiteY1216" fmla="*/ 874698 h 914263"/>
                <a:gd name="connsiteX1217" fmla="*/ 586397 w 1258521"/>
                <a:gd name="connsiteY1217" fmla="*/ 876615 h 914263"/>
                <a:gd name="connsiteX1218" fmla="*/ 587878 w 1258521"/>
                <a:gd name="connsiteY1218" fmla="*/ 878196 h 914263"/>
                <a:gd name="connsiteX1219" fmla="*/ 590638 w 1258521"/>
                <a:gd name="connsiteY1219" fmla="*/ 881190 h 914263"/>
                <a:gd name="connsiteX1220" fmla="*/ 595518 w 1258521"/>
                <a:gd name="connsiteY1220" fmla="*/ 885361 h 914263"/>
                <a:gd name="connsiteX1221" fmla="*/ 597470 w 1258521"/>
                <a:gd name="connsiteY1221" fmla="*/ 888524 h 914263"/>
                <a:gd name="connsiteX1222" fmla="*/ 600027 w 1258521"/>
                <a:gd name="connsiteY1222" fmla="*/ 893301 h 914263"/>
                <a:gd name="connsiteX1223" fmla="*/ 603292 w 1258521"/>
                <a:gd name="connsiteY1223" fmla="*/ 896025 h 914263"/>
                <a:gd name="connsiteX1224" fmla="*/ 608307 w 1258521"/>
                <a:gd name="connsiteY1224" fmla="*/ 896732 h 914263"/>
                <a:gd name="connsiteX1225" fmla="*/ 610057 w 1258521"/>
                <a:gd name="connsiteY1225" fmla="*/ 897976 h 914263"/>
                <a:gd name="connsiteX1226" fmla="*/ 612783 w 1258521"/>
                <a:gd name="connsiteY1226" fmla="*/ 898347 h 914263"/>
                <a:gd name="connsiteX1227" fmla="*/ 615711 w 1258521"/>
                <a:gd name="connsiteY1227" fmla="*/ 900970 h 914263"/>
                <a:gd name="connsiteX1228" fmla="*/ 618167 w 1258521"/>
                <a:gd name="connsiteY1228" fmla="*/ 902551 h 914263"/>
                <a:gd name="connsiteX1229" fmla="*/ 620490 w 1258521"/>
                <a:gd name="connsiteY1229" fmla="*/ 904502 h 914263"/>
                <a:gd name="connsiteX1230" fmla="*/ 622778 w 1258521"/>
                <a:gd name="connsiteY1230" fmla="*/ 905579 h 914263"/>
                <a:gd name="connsiteX1231" fmla="*/ 627490 w 1258521"/>
                <a:gd name="connsiteY1231" fmla="*/ 907328 h 914263"/>
                <a:gd name="connsiteX1232" fmla="*/ 630384 w 1258521"/>
                <a:gd name="connsiteY1232" fmla="*/ 905108 h 914263"/>
                <a:gd name="connsiteX1233" fmla="*/ 632168 w 1258521"/>
                <a:gd name="connsiteY1233" fmla="*/ 902518 h 914263"/>
                <a:gd name="connsiteX1234" fmla="*/ 630249 w 1258521"/>
                <a:gd name="connsiteY1234" fmla="*/ 898178 h 914263"/>
                <a:gd name="connsiteX1235" fmla="*/ 626917 w 1258521"/>
                <a:gd name="connsiteY1235" fmla="*/ 895252 h 914263"/>
                <a:gd name="connsiteX1236" fmla="*/ 623788 w 1258521"/>
                <a:gd name="connsiteY1236" fmla="*/ 892493 h 914263"/>
                <a:gd name="connsiteX1237" fmla="*/ 623586 w 1258521"/>
                <a:gd name="connsiteY1237" fmla="*/ 889600 h 914263"/>
                <a:gd name="connsiteX1238" fmla="*/ 624158 w 1258521"/>
                <a:gd name="connsiteY1238" fmla="*/ 887144 h 914263"/>
                <a:gd name="connsiteX1239" fmla="*/ 627624 w 1258521"/>
                <a:gd name="connsiteY1239" fmla="*/ 883881 h 914263"/>
                <a:gd name="connsiteX1240" fmla="*/ 628264 w 1258521"/>
                <a:gd name="connsiteY1240" fmla="*/ 882199 h 914263"/>
                <a:gd name="connsiteX1241" fmla="*/ 627523 w 1258521"/>
                <a:gd name="connsiteY1241" fmla="*/ 878735 h 914263"/>
                <a:gd name="connsiteX1242" fmla="*/ 624999 w 1258521"/>
                <a:gd name="connsiteY1242" fmla="*/ 875404 h 914263"/>
                <a:gd name="connsiteX1243" fmla="*/ 624696 w 1258521"/>
                <a:gd name="connsiteY1243" fmla="*/ 872713 h 914263"/>
                <a:gd name="connsiteX1244" fmla="*/ 628163 w 1258521"/>
                <a:gd name="connsiteY1244" fmla="*/ 868508 h 914263"/>
                <a:gd name="connsiteX1245" fmla="*/ 629240 w 1258521"/>
                <a:gd name="connsiteY1245" fmla="*/ 865918 h 914263"/>
                <a:gd name="connsiteX1246" fmla="*/ 633581 w 1258521"/>
                <a:gd name="connsiteY1246" fmla="*/ 867364 h 914263"/>
                <a:gd name="connsiteX1247" fmla="*/ 637990 w 1258521"/>
                <a:gd name="connsiteY1247" fmla="*/ 869046 h 914263"/>
                <a:gd name="connsiteX1248" fmla="*/ 641894 w 1258521"/>
                <a:gd name="connsiteY1248" fmla="*/ 870493 h 914263"/>
                <a:gd name="connsiteX1249" fmla="*/ 645798 w 1258521"/>
                <a:gd name="connsiteY1249" fmla="*/ 869753 h 914263"/>
                <a:gd name="connsiteX1250" fmla="*/ 646875 w 1258521"/>
                <a:gd name="connsiteY1250" fmla="*/ 867499 h 914263"/>
                <a:gd name="connsiteX1251" fmla="*/ 648759 w 1258521"/>
                <a:gd name="connsiteY1251" fmla="*/ 865245 h 914263"/>
                <a:gd name="connsiteX1252" fmla="*/ 650005 w 1258521"/>
                <a:gd name="connsiteY1252" fmla="*/ 864169 h 914263"/>
                <a:gd name="connsiteX1253" fmla="*/ 652899 w 1258521"/>
                <a:gd name="connsiteY1253" fmla="*/ 864370 h 914263"/>
                <a:gd name="connsiteX1254" fmla="*/ 654043 w 1258521"/>
                <a:gd name="connsiteY1254" fmla="*/ 865447 h 914263"/>
                <a:gd name="connsiteX1255" fmla="*/ 657947 w 1258521"/>
                <a:gd name="connsiteY1255" fmla="*/ 867331 h 914263"/>
                <a:gd name="connsiteX1256" fmla="*/ 660202 w 1258521"/>
                <a:gd name="connsiteY1256" fmla="*/ 869719 h 914263"/>
                <a:gd name="connsiteX1257" fmla="*/ 664039 w 1258521"/>
                <a:gd name="connsiteY1257" fmla="*/ 871300 h 914263"/>
                <a:gd name="connsiteX1258" fmla="*/ 670500 w 1258521"/>
                <a:gd name="connsiteY1258" fmla="*/ 871065 h 914263"/>
                <a:gd name="connsiteX1259" fmla="*/ 670870 w 1258521"/>
                <a:gd name="connsiteY1259" fmla="*/ 868979 h 914263"/>
                <a:gd name="connsiteX1260" fmla="*/ 670366 w 1258521"/>
                <a:gd name="connsiteY1260" fmla="*/ 865144 h 914263"/>
                <a:gd name="connsiteX1261" fmla="*/ 672015 w 1258521"/>
                <a:gd name="connsiteY1261" fmla="*/ 863395 h 914263"/>
                <a:gd name="connsiteX1262" fmla="*/ 673260 w 1258521"/>
                <a:gd name="connsiteY1262" fmla="*/ 863260 h 914263"/>
                <a:gd name="connsiteX1263" fmla="*/ 675515 w 1258521"/>
                <a:gd name="connsiteY1263" fmla="*/ 865447 h 914263"/>
                <a:gd name="connsiteX1264" fmla="*/ 676760 w 1258521"/>
                <a:gd name="connsiteY1264" fmla="*/ 866019 h 914263"/>
                <a:gd name="connsiteX1265" fmla="*/ 679520 w 1258521"/>
                <a:gd name="connsiteY1265" fmla="*/ 862621 h 914263"/>
                <a:gd name="connsiteX1266" fmla="*/ 680327 w 1258521"/>
                <a:gd name="connsiteY1266" fmla="*/ 859493 h 914263"/>
                <a:gd name="connsiteX1267" fmla="*/ 680327 w 1258521"/>
                <a:gd name="connsiteY1267" fmla="*/ 855590 h 914263"/>
                <a:gd name="connsiteX1268" fmla="*/ 681202 w 1258521"/>
                <a:gd name="connsiteY1268" fmla="*/ 853572 h 914263"/>
                <a:gd name="connsiteX1269" fmla="*/ 682784 w 1258521"/>
                <a:gd name="connsiteY1269" fmla="*/ 850107 h 914263"/>
                <a:gd name="connsiteX1270" fmla="*/ 684803 w 1258521"/>
                <a:gd name="connsiteY1270" fmla="*/ 848089 h 914263"/>
                <a:gd name="connsiteX1271" fmla="*/ 688270 w 1258521"/>
                <a:gd name="connsiteY1271" fmla="*/ 845196 h 914263"/>
                <a:gd name="connsiteX1272" fmla="*/ 691736 w 1258521"/>
                <a:gd name="connsiteY1272" fmla="*/ 842437 h 914263"/>
                <a:gd name="connsiteX1273" fmla="*/ 693486 w 1258521"/>
                <a:gd name="connsiteY1273" fmla="*/ 841428 h 914263"/>
                <a:gd name="connsiteX1274" fmla="*/ 694294 w 1258521"/>
                <a:gd name="connsiteY1274" fmla="*/ 838670 h 914263"/>
                <a:gd name="connsiteX1275" fmla="*/ 692779 w 1258521"/>
                <a:gd name="connsiteY1275" fmla="*/ 836281 h 914263"/>
                <a:gd name="connsiteX1276" fmla="*/ 692712 w 1258521"/>
                <a:gd name="connsiteY1276" fmla="*/ 835474 h 914263"/>
                <a:gd name="connsiteX1277" fmla="*/ 693856 w 1258521"/>
                <a:gd name="connsiteY1277" fmla="*/ 834330 h 914263"/>
                <a:gd name="connsiteX1278" fmla="*/ 694294 w 1258521"/>
                <a:gd name="connsiteY1278" fmla="*/ 833691 h 914263"/>
                <a:gd name="connsiteX1279" fmla="*/ 693991 w 1258521"/>
                <a:gd name="connsiteY1279" fmla="*/ 831370 h 914263"/>
                <a:gd name="connsiteX1280" fmla="*/ 691299 w 1258521"/>
                <a:gd name="connsiteY1280" fmla="*/ 828241 h 914263"/>
                <a:gd name="connsiteX1281" fmla="*/ 690289 w 1258521"/>
                <a:gd name="connsiteY1281" fmla="*/ 826997 h 914263"/>
                <a:gd name="connsiteX1282" fmla="*/ 689919 w 1258521"/>
                <a:gd name="connsiteY1282" fmla="*/ 823734 h 914263"/>
                <a:gd name="connsiteX1283" fmla="*/ 691232 w 1258521"/>
                <a:gd name="connsiteY1283" fmla="*/ 821850 h 914263"/>
                <a:gd name="connsiteX1284" fmla="*/ 693251 w 1258521"/>
                <a:gd name="connsiteY1284" fmla="*/ 819024 h 914263"/>
                <a:gd name="connsiteX1285" fmla="*/ 696381 w 1258521"/>
                <a:gd name="connsiteY1285" fmla="*/ 816770 h 914263"/>
                <a:gd name="connsiteX1286" fmla="*/ 698905 w 1258521"/>
                <a:gd name="connsiteY1286" fmla="*/ 815761 h 914263"/>
                <a:gd name="connsiteX1287" fmla="*/ 704323 w 1258521"/>
                <a:gd name="connsiteY1287" fmla="*/ 816770 h 914263"/>
                <a:gd name="connsiteX1288" fmla="*/ 706140 w 1258521"/>
                <a:gd name="connsiteY1288" fmla="*/ 817948 h 914263"/>
                <a:gd name="connsiteX1289" fmla="*/ 709842 w 1258521"/>
                <a:gd name="connsiteY1289" fmla="*/ 820538 h 914263"/>
                <a:gd name="connsiteX1290" fmla="*/ 712669 w 1258521"/>
                <a:gd name="connsiteY1290" fmla="*/ 822052 h 914263"/>
                <a:gd name="connsiteX1291" fmla="*/ 716371 w 1258521"/>
                <a:gd name="connsiteY1291" fmla="*/ 823935 h 914263"/>
                <a:gd name="connsiteX1292" fmla="*/ 720208 w 1258521"/>
                <a:gd name="connsiteY1292" fmla="*/ 824003 h 914263"/>
                <a:gd name="connsiteX1293" fmla="*/ 724785 w 1258521"/>
                <a:gd name="connsiteY1293" fmla="*/ 823498 h 914263"/>
                <a:gd name="connsiteX1294" fmla="*/ 728319 w 1258521"/>
                <a:gd name="connsiteY1294" fmla="*/ 821985 h 914263"/>
                <a:gd name="connsiteX1295" fmla="*/ 732021 w 1258521"/>
                <a:gd name="connsiteY1295" fmla="*/ 820942 h 914263"/>
                <a:gd name="connsiteX1296" fmla="*/ 727881 w 1258521"/>
                <a:gd name="connsiteY1296" fmla="*/ 816165 h 914263"/>
                <a:gd name="connsiteX1297" fmla="*/ 722766 w 1258521"/>
                <a:gd name="connsiteY1297" fmla="*/ 811724 h 914263"/>
                <a:gd name="connsiteX1298" fmla="*/ 718088 w 1258521"/>
                <a:gd name="connsiteY1298" fmla="*/ 806611 h 914263"/>
                <a:gd name="connsiteX1299" fmla="*/ 712939 w 1258521"/>
                <a:gd name="connsiteY1299" fmla="*/ 801868 h 914263"/>
                <a:gd name="connsiteX1300" fmla="*/ 709540 w 1258521"/>
                <a:gd name="connsiteY1300" fmla="*/ 798672 h 914263"/>
                <a:gd name="connsiteX1301" fmla="*/ 707453 w 1258521"/>
                <a:gd name="connsiteY1301" fmla="*/ 796923 h 914263"/>
                <a:gd name="connsiteX1302" fmla="*/ 702371 w 1258521"/>
                <a:gd name="connsiteY1302" fmla="*/ 792516 h 914263"/>
                <a:gd name="connsiteX1303" fmla="*/ 700621 w 1258521"/>
                <a:gd name="connsiteY1303" fmla="*/ 790431 h 914263"/>
                <a:gd name="connsiteX1304" fmla="*/ 699544 w 1258521"/>
                <a:gd name="connsiteY1304" fmla="*/ 788177 h 914263"/>
                <a:gd name="connsiteX1305" fmla="*/ 699342 w 1258521"/>
                <a:gd name="connsiteY1305" fmla="*/ 786293 h 914263"/>
                <a:gd name="connsiteX1306" fmla="*/ 700352 w 1258521"/>
                <a:gd name="connsiteY1306" fmla="*/ 784274 h 914263"/>
                <a:gd name="connsiteX1307" fmla="*/ 701159 w 1258521"/>
                <a:gd name="connsiteY1307" fmla="*/ 782189 h 914263"/>
                <a:gd name="connsiteX1308" fmla="*/ 701799 w 1258521"/>
                <a:gd name="connsiteY1308" fmla="*/ 779868 h 914263"/>
                <a:gd name="connsiteX1309" fmla="*/ 700487 w 1258521"/>
                <a:gd name="connsiteY1309" fmla="*/ 778287 h 914263"/>
                <a:gd name="connsiteX1310" fmla="*/ 698669 w 1258521"/>
                <a:gd name="connsiteY1310" fmla="*/ 774889 h 914263"/>
                <a:gd name="connsiteX1311" fmla="*/ 697592 w 1258521"/>
                <a:gd name="connsiteY1311" fmla="*/ 772063 h 914263"/>
                <a:gd name="connsiteX1312" fmla="*/ 697962 w 1258521"/>
                <a:gd name="connsiteY1312" fmla="*/ 770549 h 914263"/>
                <a:gd name="connsiteX1313" fmla="*/ 699039 w 1258521"/>
                <a:gd name="connsiteY1313" fmla="*/ 769036 h 914263"/>
                <a:gd name="connsiteX1314" fmla="*/ 700857 w 1258521"/>
                <a:gd name="connsiteY1314" fmla="*/ 767085 h 914263"/>
                <a:gd name="connsiteX1315" fmla="*/ 703549 w 1258521"/>
                <a:gd name="connsiteY1315" fmla="*/ 766445 h 914263"/>
                <a:gd name="connsiteX1316" fmla="*/ 707016 w 1258521"/>
                <a:gd name="connsiteY1316" fmla="*/ 766445 h 914263"/>
                <a:gd name="connsiteX1317" fmla="*/ 710145 w 1258521"/>
                <a:gd name="connsiteY1317" fmla="*/ 766311 h 914263"/>
                <a:gd name="connsiteX1318" fmla="*/ 712838 w 1258521"/>
                <a:gd name="connsiteY1318" fmla="*/ 765604 h 914263"/>
                <a:gd name="connsiteX1319" fmla="*/ 714722 w 1258521"/>
                <a:gd name="connsiteY1319" fmla="*/ 764158 h 914263"/>
                <a:gd name="connsiteX1320" fmla="*/ 715799 w 1258521"/>
                <a:gd name="connsiteY1320" fmla="*/ 762577 h 914263"/>
                <a:gd name="connsiteX1321" fmla="*/ 716943 w 1258521"/>
                <a:gd name="connsiteY1321" fmla="*/ 759818 h 914263"/>
                <a:gd name="connsiteX1322" fmla="*/ 717078 w 1258521"/>
                <a:gd name="connsiteY1322" fmla="*/ 757699 h 914263"/>
                <a:gd name="connsiteX1323" fmla="*/ 717011 w 1258521"/>
                <a:gd name="connsiteY1323" fmla="*/ 756253 h 914263"/>
                <a:gd name="connsiteX1324" fmla="*/ 714487 w 1258521"/>
                <a:gd name="connsiteY1324" fmla="*/ 754436 h 914263"/>
                <a:gd name="connsiteX1325" fmla="*/ 713915 w 1258521"/>
                <a:gd name="connsiteY1325" fmla="*/ 752249 h 914263"/>
                <a:gd name="connsiteX1326" fmla="*/ 713343 w 1258521"/>
                <a:gd name="connsiteY1326" fmla="*/ 750063 h 914263"/>
                <a:gd name="connsiteX1327" fmla="*/ 715530 w 1258521"/>
                <a:gd name="connsiteY1327" fmla="*/ 746161 h 914263"/>
                <a:gd name="connsiteX1328" fmla="*/ 722059 w 1258521"/>
                <a:gd name="connsiteY1328" fmla="*/ 742023 h 914263"/>
                <a:gd name="connsiteX1329" fmla="*/ 727915 w 1258521"/>
                <a:gd name="connsiteY1329" fmla="*/ 733546 h 914263"/>
                <a:gd name="connsiteX1330" fmla="*/ 735083 w 1258521"/>
                <a:gd name="connsiteY1330" fmla="*/ 727457 h 914263"/>
                <a:gd name="connsiteX1331" fmla="*/ 738987 w 1258521"/>
                <a:gd name="connsiteY1331" fmla="*/ 721166 h 914263"/>
                <a:gd name="connsiteX1332" fmla="*/ 740300 w 1258521"/>
                <a:gd name="connsiteY1332" fmla="*/ 720090 h 914263"/>
                <a:gd name="connsiteX1333" fmla="*/ 741377 w 1258521"/>
                <a:gd name="connsiteY1333" fmla="*/ 716625 h 914263"/>
                <a:gd name="connsiteX1334" fmla="*/ 740064 w 1258521"/>
                <a:gd name="connsiteY1334" fmla="*/ 715313 h 914263"/>
                <a:gd name="connsiteX1335" fmla="*/ 738112 w 1258521"/>
                <a:gd name="connsiteY1335" fmla="*/ 712925 h 914263"/>
                <a:gd name="connsiteX1336" fmla="*/ 732660 w 1258521"/>
                <a:gd name="connsiteY1336" fmla="*/ 713362 h 914263"/>
                <a:gd name="connsiteX1337" fmla="*/ 728083 w 1258521"/>
                <a:gd name="connsiteY1337" fmla="*/ 713564 h 914263"/>
                <a:gd name="connsiteX1338" fmla="*/ 718963 w 1258521"/>
                <a:gd name="connsiteY1338" fmla="*/ 712925 h 914263"/>
                <a:gd name="connsiteX1339" fmla="*/ 718525 w 1258521"/>
                <a:gd name="connsiteY1339" fmla="*/ 710335 h 914263"/>
                <a:gd name="connsiteX1340" fmla="*/ 718963 w 1258521"/>
                <a:gd name="connsiteY1340" fmla="*/ 706634 h 914263"/>
                <a:gd name="connsiteX1341" fmla="*/ 719602 w 1258521"/>
                <a:gd name="connsiteY1341" fmla="*/ 702934 h 914263"/>
                <a:gd name="connsiteX1342" fmla="*/ 713073 w 1258521"/>
                <a:gd name="connsiteY1342" fmla="*/ 698796 h 914263"/>
                <a:gd name="connsiteX1343" fmla="*/ 711559 w 1258521"/>
                <a:gd name="connsiteY1343" fmla="*/ 697484 h 914263"/>
                <a:gd name="connsiteX1344" fmla="*/ 711559 w 1258521"/>
                <a:gd name="connsiteY1344" fmla="*/ 694894 h 914263"/>
                <a:gd name="connsiteX1345" fmla="*/ 713746 w 1258521"/>
                <a:gd name="connsiteY1345" fmla="*/ 692506 h 914263"/>
                <a:gd name="connsiteX1346" fmla="*/ 715261 w 1258521"/>
                <a:gd name="connsiteY1346" fmla="*/ 689478 h 914263"/>
                <a:gd name="connsiteX1347" fmla="*/ 715698 w 1258521"/>
                <a:gd name="connsiteY1347" fmla="*/ 685778 h 914263"/>
                <a:gd name="connsiteX1348" fmla="*/ 715900 w 1258521"/>
                <a:gd name="connsiteY1348" fmla="*/ 682515 h 914263"/>
                <a:gd name="connsiteX1349" fmla="*/ 715025 w 1258521"/>
                <a:gd name="connsiteY1349" fmla="*/ 680126 h 914263"/>
                <a:gd name="connsiteX1350" fmla="*/ 715025 w 1258521"/>
                <a:gd name="connsiteY1350" fmla="*/ 677502 h 914263"/>
                <a:gd name="connsiteX1351" fmla="*/ 712838 w 1258521"/>
                <a:gd name="connsiteY1351" fmla="*/ 672490 h 914263"/>
                <a:gd name="connsiteX1352" fmla="*/ 712636 w 1258521"/>
                <a:gd name="connsiteY1352" fmla="*/ 671413 h 914263"/>
                <a:gd name="connsiteX1353" fmla="*/ 711559 w 1258521"/>
                <a:gd name="connsiteY1353" fmla="*/ 667948 h 914263"/>
                <a:gd name="connsiteX1354" fmla="*/ 711559 w 1258521"/>
                <a:gd name="connsiteY1354" fmla="*/ 667713 h 914263"/>
                <a:gd name="connsiteX1355" fmla="*/ 715025 w 1258521"/>
                <a:gd name="connsiteY1355" fmla="*/ 665527 h 914263"/>
                <a:gd name="connsiteX1356" fmla="*/ 718492 w 1258521"/>
                <a:gd name="connsiteY1356" fmla="*/ 664887 h 914263"/>
                <a:gd name="connsiteX1357" fmla="*/ 721083 w 1258521"/>
                <a:gd name="connsiteY1357" fmla="*/ 665325 h 914263"/>
                <a:gd name="connsiteX1358" fmla="*/ 725424 w 1258521"/>
                <a:gd name="connsiteY1358" fmla="*/ 665325 h 914263"/>
                <a:gd name="connsiteX1359" fmla="*/ 733670 w 1258521"/>
                <a:gd name="connsiteY1359" fmla="*/ 665224 h 914263"/>
                <a:gd name="connsiteX1360" fmla="*/ 736497 w 1258521"/>
                <a:gd name="connsiteY1360" fmla="*/ 664686 h 914263"/>
                <a:gd name="connsiteX1361" fmla="*/ 737574 w 1258521"/>
                <a:gd name="connsiteY1361" fmla="*/ 662734 h 914263"/>
                <a:gd name="connsiteX1362" fmla="*/ 737574 w 1258521"/>
                <a:gd name="connsiteY1362" fmla="*/ 660985 h 914263"/>
                <a:gd name="connsiteX1363" fmla="*/ 737574 w 1258521"/>
                <a:gd name="connsiteY1363" fmla="*/ 659236 h 914263"/>
                <a:gd name="connsiteX1364" fmla="*/ 737574 w 1258521"/>
                <a:gd name="connsiteY1364" fmla="*/ 657487 h 914263"/>
                <a:gd name="connsiteX1365" fmla="*/ 740502 w 1258521"/>
                <a:gd name="connsiteY1365" fmla="*/ 655098 h 914263"/>
                <a:gd name="connsiteX1366" fmla="*/ 746560 w 1258521"/>
                <a:gd name="connsiteY1366" fmla="*/ 655165 h 914263"/>
                <a:gd name="connsiteX1367" fmla="*/ 750632 w 1258521"/>
                <a:gd name="connsiteY1367" fmla="*/ 655165 h 914263"/>
                <a:gd name="connsiteX1368" fmla="*/ 752079 w 1258521"/>
                <a:gd name="connsiteY1368" fmla="*/ 655906 h 914263"/>
                <a:gd name="connsiteX1369" fmla="*/ 754401 w 1258521"/>
                <a:gd name="connsiteY1369" fmla="*/ 658361 h 914263"/>
                <a:gd name="connsiteX1370" fmla="*/ 754266 w 1258521"/>
                <a:gd name="connsiteY1370" fmla="*/ 661557 h 914263"/>
                <a:gd name="connsiteX1371" fmla="*/ 752079 w 1258521"/>
                <a:gd name="connsiteY1371" fmla="*/ 664585 h 914263"/>
                <a:gd name="connsiteX1372" fmla="*/ 752079 w 1258521"/>
                <a:gd name="connsiteY1372" fmla="*/ 666771 h 914263"/>
                <a:gd name="connsiteX1373" fmla="*/ 756723 w 1258521"/>
                <a:gd name="connsiteY1373" fmla="*/ 669227 h 914263"/>
                <a:gd name="connsiteX1374" fmla="*/ 759752 w 1258521"/>
                <a:gd name="connsiteY1374" fmla="*/ 668789 h 914263"/>
                <a:gd name="connsiteX1375" fmla="*/ 761502 w 1258521"/>
                <a:gd name="connsiteY1375" fmla="*/ 667209 h 914263"/>
                <a:gd name="connsiteX1376" fmla="*/ 765844 w 1258521"/>
                <a:gd name="connsiteY1376" fmla="*/ 665627 h 914263"/>
                <a:gd name="connsiteX1377" fmla="*/ 769748 w 1258521"/>
                <a:gd name="connsiteY1377" fmla="*/ 664450 h 914263"/>
                <a:gd name="connsiteX1378" fmla="*/ 771935 w 1258521"/>
                <a:gd name="connsiteY1378" fmla="*/ 662701 h 914263"/>
                <a:gd name="connsiteX1379" fmla="*/ 776714 w 1258521"/>
                <a:gd name="connsiteY1379" fmla="*/ 661826 h 914263"/>
                <a:gd name="connsiteX1380" fmla="*/ 783075 w 1258521"/>
                <a:gd name="connsiteY1380" fmla="*/ 661826 h 914263"/>
                <a:gd name="connsiteX1381" fmla="*/ 785834 w 1258521"/>
                <a:gd name="connsiteY1381" fmla="*/ 661725 h 914263"/>
                <a:gd name="connsiteX1382" fmla="*/ 788157 w 1258521"/>
                <a:gd name="connsiteY1382" fmla="*/ 661557 h 914263"/>
                <a:gd name="connsiteX1383" fmla="*/ 792498 w 1258521"/>
                <a:gd name="connsiteY1383" fmla="*/ 662263 h 914263"/>
                <a:gd name="connsiteX1384" fmla="*/ 794248 w 1258521"/>
                <a:gd name="connsiteY1384" fmla="*/ 664585 h 914263"/>
                <a:gd name="connsiteX1385" fmla="*/ 796705 w 1258521"/>
                <a:gd name="connsiteY1385" fmla="*/ 666166 h 914263"/>
                <a:gd name="connsiteX1386" fmla="*/ 796705 w 1258521"/>
                <a:gd name="connsiteY1386" fmla="*/ 669630 h 914263"/>
                <a:gd name="connsiteX1387" fmla="*/ 796705 w 1258521"/>
                <a:gd name="connsiteY1387" fmla="*/ 672961 h 914263"/>
                <a:gd name="connsiteX1388" fmla="*/ 801989 w 1258521"/>
                <a:gd name="connsiteY1388" fmla="*/ 672961 h 914263"/>
                <a:gd name="connsiteX1389" fmla="*/ 805253 w 1258521"/>
                <a:gd name="connsiteY1389" fmla="*/ 672961 h 914263"/>
                <a:gd name="connsiteX1390" fmla="*/ 806128 w 1258521"/>
                <a:gd name="connsiteY1390" fmla="*/ 675147 h 914263"/>
                <a:gd name="connsiteX1391" fmla="*/ 806835 w 1258521"/>
                <a:gd name="connsiteY1391" fmla="*/ 677738 h 914263"/>
                <a:gd name="connsiteX1392" fmla="*/ 808417 w 1258521"/>
                <a:gd name="connsiteY1392" fmla="*/ 678612 h 914263"/>
                <a:gd name="connsiteX1393" fmla="*/ 811479 w 1258521"/>
                <a:gd name="connsiteY1393" fmla="*/ 680934 h 914263"/>
                <a:gd name="connsiteX1394" fmla="*/ 815821 w 1258521"/>
                <a:gd name="connsiteY1394" fmla="*/ 680934 h 914263"/>
                <a:gd name="connsiteX1395" fmla="*/ 819287 w 1258521"/>
                <a:gd name="connsiteY1395" fmla="*/ 683860 h 914263"/>
                <a:gd name="connsiteX1396" fmla="*/ 823864 w 1258521"/>
                <a:gd name="connsiteY1396" fmla="*/ 688301 h 914263"/>
                <a:gd name="connsiteX1397" fmla="*/ 826052 w 1258521"/>
                <a:gd name="connsiteY1397" fmla="*/ 693952 h 914263"/>
                <a:gd name="connsiteX1398" fmla="*/ 828239 w 1258521"/>
                <a:gd name="connsiteY1398" fmla="*/ 697215 h 914263"/>
                <a:gd name="connsiteX1399" fmla="*/ 826927 w 1258521"/>
                <a:gd name="connsiteY1399" fmla="*/ 699839 h 914263"/>
                <a:gd name="connsiteX1400" fmla="*/ 823898 w 1258521"/>
                <a:gd name="connsiteY1400" fmla="*/ 702227 h 914263"/>
                <a:gd name="connsiteX1401" fmla="*/ 824975 w 1258521"/>
                <a:gd name="connsiteY1401" fmla="*/ 706567 h 914263"/>
                <a:gd name="connsiteX1402" fmla="*/ 827364 w 1258521"/>
                <a:gd name="connsiteY1402" fmla="*/ 709830 h 914263"/>
                <a:gd name="connsiteX1403" fmla="*/ 829989 w 1258521"/>
                <a:gd name="connsiteY1403" fmla="*/ 716356 h 914263"/>
                <a:gd name="connsiteX1404" fmla="*/ 835004 w 1258521"/>
                <a:gd name="connsiteY1404" fmla="*/ 721570 h 914263"/>
                <a:gd name="connsiteX1405" fmla="*/ 837393 w 1258521"/>
                <a:gd name="connsiteY1405" fmla="*/ 729610 h 914263"/>
                <a:gd name="connsiteX1406" fmla="*/ 836081 w 1258521"/>
                <a:gd name="connsiteY1406" fmla="*/ 737885 h 914263"/>
                <a:gd name="connsiteX1407" fmla="*/ 835004 w 1258521"/>
                <a:gd name="connsiteY1407" fmla="*/ 744950 h 914263"/>
                <a:gd name="connsiteX1408" fmla="*/ 838033 w 1258521"/>
                <a:gd name="connsiteY1408" fmla="*/ 751375 h 914263"/>
                <a:gd name="connsiteX1409" fmla="*/ 841297 w 1258521"/>
                <a:gd name="connsiteY1409" fmla="*/ 753763 h 914263"/>
                <a:gd name="connsiteX1410" fmla="*/ 843687 w 1258521"/>
                <a:gd name="connsiteY1410" fmla="*/ 758103 h 914263"/>
                <a:gd name="connsiteX1411" fmla="*/ 842812 w 1258521"/>
                <a:gd name="connsiteY1411" fmla="*/ 759852 h 914263"/>
                <a:gd name="connsiteX1412" fmla="*/ 842812 w 1258521"/>
                <a:gd name="connsiteY1412" fmla="*/ 762880 h 914263"/>
                <a:gd name="connsiteX1413" fmla="*/ 846514 w 1258521"/>
                <a:gd name="connsiteY1413" fmla="*/ 764629 h 914263"/>
                <a:gd name="connsiteX1414" fmla="*/ 849105 w 1258521"/>
                <a:gd name="connsiteY1414" fmla="*/ 766378 h 914263"/>
                <a:gd name="connsiteX1415" fmla="*/ 851057 w 1258521"/>
                <a:gd name="connsiteY1415" fmla="*/ 768329 h 914263"/>
                <a:gd name="connsiteX1416" fmla="*/ 854759 w 1258521"/>
                <a:gd name="connsiteY1416" fmla="*/ 770280 h 914263"/>
                <a:gd name="connsiteX1417" fmla="*/ 857350 w 1258521"/>
                <a:gd name="connsiteY1417" fmla="*/ 772030 h 914263"/>
                <a:gd name="connsiteX1418" fmla="*/ 861692 w 1258521"/>
                <a:gd name="connsiteY1418" fmla="*/ 773106 h 914263"/>
                <a:gd name="connsiteX1419" fmla="*/ 868860 w 1258521"/>
                <a:gd name="connsiteY1419" fmla="*/ 776134 h 914263"/>
                <a:gd name="connsiteX1420" fmla="*/ 872764 w 1258521"/>
                <a:gd name="connsiteY1420" fmla="*/ 779834 h 914263"/>
                <a:gd name="connsiteX1421" fmla="*/ 878856 w 1258521"/>
                <a:gd name="connsiteY1421" fmla="*/ 786125 h 914263"/>
                <a:gd name="connsiteX1422" fmla="*/ 879798 w 1258521"/>
                <a:gd name="connsiteY1422" fmla="*/ 791272 h 914263"/>
                <a:gd name="connsiteX1423" fmla="*/ 883870 w 1258521"/>
                <a:gd name="connsiteY1423" fmla="*/ 797226 h 914263"/>
                <a:gd name="connsiteX1424" fmla="*/ 887068 w 1258521"/>
                <a:gd name="connsiteY1424" fmla="*/ 799412 h 914263"/>
                <a:gd name="connsiteX1425" fmla="*/ 889019 w 1258521"/>
                <a:gd name="connsiteY1425" fmla="*/ 800926 h 914263"/>
                <a:gd name="connsiteX1426" fmla="*/ 889087 w 1258521"/>
                <a:gd name="connsiteY1426" fmla="*/ 803247 h 914263"/>
                <a:gd name="connsiteX1427" fmla="*/ 889087 w 1258521"/>
                <a:gd name="connsiteY1427" fmla="*/ 804761 h 914263"/>
                <a:gd name="connsiteX1428" fmla="*/ 890332 w 1258521"/>
                <a:gd name="connsiteY1428" fmla="*/ 806779 h 914263"/>
                <a:gd name="connsiteX1429" fmla="*/ 892217 w 1258521"/>
                <a:gd name="connsiteY1429" fmla="*/ 809807 h 914263"/>
                <a:gd name="connsiteX1430" fmla="*/ 895548 w 1258521"/>
                <a:gd name="connsiteY1430" fmla="*/ 813137 h 914263"/>
                <a:gd name="connsiteX1431" fmla="*/ 898813 w 1258521"/>
                <a:gd name="connsiteY1431" fmla="*/ 815223 h 914263"/>
                <a:gd name="connsiteX1432" fmla="*/ 901842 w 1258521"/>
                <a:gd name="connsiteY1432" fmla="*/ 816602 h 914263"/>
                <a:gd name="connsiteX1433" fmla="*/ 904972 w 1258521"/>
                <a:gd name="connsiteY1433" fmla="*/ 818486 h 914263"/>
                <a:gd name="connsiteX1434" fmla="*/ 907496 w 1258521"/>
                <a:gd name="connsiteY1434" fmla="*/ 821009 h 914263"/>
                <a:gd name="connsiteX1435" fmla="*/ 909246 w 1258521"/>
                <a:gd name="connsiteY1435" fmla="*/ 821009 h 914263"/>
                <a:gd name="connsiteX1436" fmla="*/ 910760 w 1258521"/>
                <a:gd name="connsiteY1436" fmla="*/ 818553 h 914263"/>
                <a:gd name="connsiteX1437" fmla="*/ 911703 w 1258521"/>
                <a:gd name="connsiteY1437" fmla="*/ 816669 h 914263"/>
                <a:gd name="connsiteX1438" fmla="*/ 912645 w 1258521"/>
                <a:gd name="connsiteY1438" fmla="*/ 814853 h 914263"/>
                <a:gd name="connsiteX1439" fmla="*/ 913789 w 1258521"/>
                <a:gd name="connsiteY1439" fmla="*/ 813911 h 914263"/>
                <a:gd name="connsiteX1440" fmla="*/ 915169 w 1258521"/>
                <a:gd name="connsiteY1440" fmla="*/ 814113 h 914263"/>
                <a:gd name="connsiteX1441" fmla="*/ 917626 w 1258521"/>
                <a:gd name="connsiteY1441" fmla="*/ 815997 h 914263"/>
                <a:gd name="connsiteX1442" fmla="*/ 918636 w 1258521"/>
                <a:gd name="connsiteY1442" fmla="*/ 816804 h 914263"/>
                <a:gd name="connsiteX1443" fmla="*/ 918636 w 1258521"/>
                <a:gd name="connsiteY1443" fmla="*/ 819125 h 914263"/>
                <a:gd name="connsiteX1444" fmla="*/ 919443 w 1258521"/>
                <a:gd name="connsiteY1444" fmla="*/ 821009 h 914263"/>
                <a:gd name="connsiteX1445" fmla="*/ 920318 w 1258521"/>
                <a:gd name="connsiteY1445" fmla="*/ 821883 h 914263"/>
                <a:gd name="connsiteX1446" fmla="*/ 921698 w 1258521"/>
                <a:gd name="connsiteY1446" fmla="*/ 824003 h 914263"/>
                <a:gd name="connsiteX1447" fmla="*/ 923381 w 1258521"/>
                <a:gd name="connsiteY1447" fmla="*/ 825517 h 914263"/>
                <a:gd name="connsiteX1448" fmla="*/ 924626 w 1258521"/>
                <a:gd name="connsiteY1448" fmla="*/ 826593 h 914263"/>
                <a:gd name="connsiteX1449" fmla="*/ 927150 w 1258521"/>
                <a:gd name="connsiteY1449" fmla="*/ 826593 h 914263"/>
                <a:gd name="connsiteX1450" fmla="*/ 927655 w 1258521"/>
                <a:gd name="connsiteY1450" fmla="*/ 825954 h 914263"/>
                <a:gd name="connsiteX1451" fmla="*/ 928092 w 1258521"/>
                <a:gd name="connsiteY1451" fmla="*/ 824642 h 914263"/>
                <a:gd name="connsiteX1452" fmla="*/ 929338 w 1258521"/>
                <a:gd name="connsiteY1452" fmla="*/ 823397 h 914263"/>
                <a:gd name="connsiteX1453" fmla="*/ 930650 w 1258521"/>
                <a:gd name="connsiteY1453" fmla="*/ 823767 h 914263"/>
                <a:gd name="connsiteX1454" fmla="*/ 932669 w 1258521"/>
                <a:gd name="connsiteY1454" fmla="*/ 824205 h 914263"/>
                <a:gd name="connsiteX1455" fmla="*/ 932972 w 1258521"/>
                <a:gd name="connsiteY1455" fmla="*/ 823195 h 914263"/>
                <a:gd name="connsiteX1456" fmla="*/ 933107 w 1258521"/>
                <a:gd name="connsiteY1456" fmla="*/ 822052 h 914263"/>
                <a:gd name="connsiteX1457" fmla="*/ 932366 w 1258521"/>
                <a:gd name="connsiteY1457" fmla="*/ 820033 h 914263"/>
                <a:gd name="connsiteX1458" fmla="*/ 932366 w 1258521"/>
                <a:gd name="connsiteY1458" fmla="*/ 815694 h 914263"/>
                <a:gd name="connsiteX1459" fmla="*/ 932366 w 1258521"/>
                <a:gd name="connsiteY1459" fmla="*/ 811354 h 914263"/>
                <a:gd name="connsiteX1460" fmla="*/ 933242 w 1258521"/>
                <a:gd name="connsiteY1460" fmla="*/ 807015 h 914263"/>
                <a:gd name="connsiteX1461" fmla="*/ 934992 w 1258521"/>
                <a:gd name="connsiteY1461" fmla="*/ 805871 h 914263"/>
                <a:gd name="connsiteX1462" fmla="*/ 940208 w 1258521"/>
                <a:gd name="connsiteY1462" fmla="*/ 805299 h 914263"/>
                <a:gd name="connsiteX1463" fmla="*/ 942968 w 1258521"/>
                <a:gd name="connsiteY1463" fmla="*/ 805434 h 914263"/>
                <a:gd name="connsiteX1464" fmla="*/ 944280 w 1258521"/>
                <a:gd name="connsiteY1464" fmla="*/ 803685 h 914263"/>
                <a:gd name="connsiteX1465" fmla="*/ 945424 w 1258521"/>
                <a:gd name="connsiteY1465" fmla="*/ 801801 h 914263"/>
                <a:gd name="connsiteX1466" fmla="*/ 947006 w 1258521"/>
                <a:gd name="connsiteY1466" fmla="*/ 798908 h 914263"/>
                <a:gd name="connsiteX1467" fmla="*/ 950035 w 1258521"/>
                <a:gd name="connsiteY1467" fmla="*/ 797596 h 914263"/>
                <a:gd name="connsiteX1468" fmla="*/ 952795 w 1258521"/>
                <a:gd name="connsiteY1468" fmla="*/ 797158 h 914263"/>
                <a:gd name="connsiteX1469" fmla="*/ 954377 w 1258521"/>
                <a:gd name="connsiteY1469" fmla="*/ 798302 h 914263"/>
                <a:gd name="connsiteX1470" fmla="*/ 951179 w 1258521"/>
                <a:gd name="connsiteY1470" fmla="*/ 801498 h 914263"/>
                <a:gd name="connsiteX1471" fmla="*/ 950607 w 1258521"/>
                <a:gd name="connsiteY1471" fmla="*/ 804088 h 914263"/>
                <a:gd name="connsiteX1472" fmla="*/ 956396 w 1258521"/>
                <a:gd name="connsiteY1472" fmla="*/ 808428 h 914263"/>
                <a:gd name="connsiteX1473" fmla="*/ 958281 w 1258521"/>
                <a:gd name="connsiteY1473" fmla="*/ 811455 h 914263"/>
                <a:gd name="connsiteX1474" fmla="*/ 958146 w 1258521"/>
                <a:gd name="connsiteY1474" fmla="*/ 818251 h 914263"/>
                <a:gd name="connsiteX1475" fmla="*/ 956564 w 1258521"/>
                <a:gd name="connsiteY1475" fmla="*/ 821715 h 914263"/>
                <a:gd name="connsiteX1476" fmla="*/ 955555 w 1258521"/>
                <a:gd name="connsiteY1476" fmla="*/ 825786 h 914263"/>
                <a:gd name="connsiteX1477" fmla="*/ 955555 w 1258521"/>
                <a:gd name="connsiteY1477" fmla="*/ 828107 h 914263"/>
                <a:gd name="connsiteX1478" fmla="*/ 958011 w 1258521"/>
                <a:gd name="connsiteY1478" fmla="*/ 831572 h 914263"/>
                <a:gd name="connsiteX1479" fmla="*/ 959761 w 1258521"/>
                <a:gd name="connsiteY1479" fmla="*/ 832884 h 914263"/>
                <a:gd name="connsiteX1480" fmla="*/ 963396 w 1258521"/>
                <a:gd name="connsiteY1480" fmla="*/ 834027 h 914263"/>
                <a:gd name="connsiteX1481" fmla="*/ 965987 w 1258521"/>
                <a:gd name="connsiteY1481" fmla="*/ 833018 h 914263"/>
                <a:gd name="connsiteX1482" fmla="*/ 967132 w 1258521"/>
                <a:gd name="connsiteY1482" fmla="*/ 829553 h 914263"/>
                <a:gd name="connsiteX1483" fmla="*/ 967132 w 1258521"/>
                <a:gd name="connsiteY1483" fmla="*/ 827804 h 914263"/>
                <a:gd name="connsiteX1484" fmla="*/ 968276 w 1258521"/>
                <a:gd name="connsiteY1484" fmla="*/ 826358 h 914263"/>
                <a:gd name="connsiteX1485" fmla="*/ 970161 w 1258521"/>
                <a:gd name="connsiteY1485" fmla="*/ 822724 h 914263"/>
                <a:gd name="connsiteX1486" fmla="*/ 972617 w 1258521"/>
                <a:gd name="connsiteY1486" fmla="*/ 820841 h 914263"/>
                <a:gd name="connsiteX1487" fmla="*/ 974637 w 1258521"/>
                <a:gd name="connsiteY1487" fmla="*/ 822590 h 914263"/>
                <a:gd name="connsiteX1488" fmla="*/ 980425 w 1258521"/>
                <a:gd name="connsiteY1488" fmla="*/ 824474 h 914263"/>
                <a:gd name="connsiteX1489" fmla="*/ 981166 w 1258521"/>
                <a:gd name="connsiteY1489" fmla="*/ 824339 h 914263"/>
                <a:gd name="connsiteX1490" fmla="*/ 984195 w 1258521"/>
                <a:gd name="connsiteY1490" fmla="*/ 823330 h 914263"/>
                <a:gd name="connsiteX1491" fmla="*/ 985642 w 1258521"/>
                <a:gd name="connsiteY1491" fmla="*/ 822321 h 914263"/>
                <a:gd name="connsiteX1492" fmla="*/ 988671 w 1258521"/>
                <a:gd name="connsiteY1492" fmla="*/ 822456 h 914263"/>
                <a:gd name="connsiteX1493" fmla="*/ 991262 w 1258521"/>
                <a:gd name="connsiteY1493" fmla="*/ 825920 h 914263"/>
                <a:gd name="connsiteX1494" fmla="*/ 992440 w 1258521"/>
                <a:gd name="connsiteY1494" fmla="*/ 829688 h 914263"/>
                <a:gd name="connsiteX1495" fmla="*/ 996344 w 1258521"/>
                <a:gd name="connsiteY1495" fmla="*/ 835474 h 914263"/>
                <a:gd name="connsiteX1496" fmla="*/ 996916 w 1258521"/>
                <a:gd name="connsiteY1496" fmla="*/ 838804 h 914263"/>
                <a:gd name="connsiteX1497" fmla="*/ 996916 w 1258521"/>
                <a:gd name="connsiteY1497" fmla="*/ 840823 h 914263"/>
                <a:gd name="connsiteX1498" fmla="*/ 995469 w 1258521"/>
                <a:gd name="connsiteY1498" fmla="*/ 843850 h 914263"/>
                <a:gd name="connsiteX1499" fmla="*/ 993719 w 1258521"/>
                <a:gd name="connsiteY1499" fmla="*/ 846037 h 914263"/>
                <a:gd name="connsiteX1500" fmla="*/ 991262 w 1258521"/>
                <a:gd name="connsiteY1500" fmla="*/ 849064 h 914263"/>
                <a:gd name="connsiteX1501" fmla="*/ 988671 w 1258521"/>
                <a:gd name="connsiteY1501" fmla="*/ 851823 h 914263"/>
                <a:gd name="connsiteX1502" fmla="*/ 984901 w 1258521"/>
                <a:gd name="connsiteY1502" fmla="*/ 853841 h 914263"/>
                <a:gd name="connsiteX1503" fmla="*/ 984161 w 1258521"/>
                <a:gd name="connsiteY1503" fmla="*/ 855422 h 914263"/>
                <a:gd name="connsiteX1504" fmla="*/ 986349 w 1258521"/>
                <a:gd name="connsiteY1504" fmla="*/ 857878 h 914263"/>
                <a:gd name="connsiteX1505" fmla="*/ 990690 w 1258521"/>
                <a:gd name="connsiteY1505" fmla="*/ 859896 h 914263"/>
                <a:gd name="connsiteX1506" fmla="*/ 995469 w 1258521"/>
                <a:gd name="connsiteY1506" fmla="*/ 859896 h 914263"/>
                <a:gd name="connsiteX1507" fmla="*/ 998801 w 1258521"/>
                <a:gd name="connsiteY1507" fmla="*/ 859324 h 914263"/>
                <a:gd name="connsiteX1508" fmla="*/ 1001830 w 1258521"/>
                <a:gd name="connsiteY1508" fmla="*/ 855557 h 914263"/>
                <a:gd name="connsiteX1509" fmla="*/ 1003580 w 1258521"/>
                <a:gd name="connsiteY1509" fmla="*/ 852092 h 914263"/>
                <a:gd name="connsiteX1510" fmla="*/ 1003580 w 1258521"/>
                <a:gd name="connsiteY1510" fmla="*/ 848896 h 914263"/>
                <a:gd name="connsiteX1511" fmla="*/ 1003882 w 1258521"/>
                <a:gd name="connsiteY1511" fmla="*/ 844691 h 914263"/>
                <a:gd name="connsiteX1512" fmla="*/ 1005902 w 1258521"/>
                <a:gd name="connsiteY1512" fmla="*/ 839780 h 914263"/>
                <a:gd name="connsiteX1513" fmla="*/ 1009671 w 1258521"/>
                <a:gd name="connsiteY1513" fmla="*/ 838199 h 914263"/>
                <a:gd name="connsiteX1514" fmla="*/ 1011253 w 1258521"/>
                <a:gd name="connsiteY1514" fmla="*/ 834868 h 914263"/>
                <a:gd name="connsiteX1515" fmla="*/ 1015729 w 1258521"/>
                <a:gd name="connsiteY1515" fmla="*/ 833422 h 914263"/>
                <a:gd name="connsiteX1516" fmla="*/ 1019431 w 1258521"/>
                <a:gd name="connsiteY1516" fmla="*/ 833321 h 914263"/>
                <a:gd name="connsiteX1517" fmla="*/ 1022056 w 1258521"/>
                <a:gd name="connsiteY1517" fmla="*/ 834969 h 914263"/>
                <a:gd name="connsiteX1518" fmla="*/ 1026734 w 1258521"/>
                <a:gd name="connsiteY1518" fmla="*/ 838871 h 914263"/>
                <a:gd name="connsiteX1519" fmla="*/ 1032489 w 1258521"/>
                <a:gd name="connsiteY1519" fmla="*/ 840823 h 914263"/>
                <a:gd name="connsiteX1520" fmla="*/ 1035518 w 1258521"/>
                <a:gd name="connsiteY1520" fmla="*/ 840823 h 914263"/>
                <a:gd name="connsiteX1521" fmla="*/ 1039657 w 1258521"/>
                <a:gd name="connsiteY1521" fmla="*/ 839746 h 914263"/>
                <a:gd name="connsiteX1522" fmla="*/ 1042148 w 1258521"/>
                <a:gd name="connsiteY1522" fmla="*/ 838569 h 914263"/>
                <a:gd name="connsiteX1523" fmla="*/ 1044773 w 1258521"/>
                <a:gd name="connsiteY1523" fmla="*/ 835945 h 914263"/>
                <a:gd name="connsiteX1524" fmla="*/ 1047263 w 1258521"/>
                <a:gd name="connsiteY1524" fmla="*/ 834431 h 914263"/>
                <a:gd name="connsiteX1525" fmla="*/ 1048576 w 1258521"/>
                <a:gd name="connsiteY1525" fmla="*/ 834633 h 914263"/>
                <a:gd name="connsiteX1526" fmla="*/ 1050326 w 1258521"/>
                <a:gd name="connsiteY1526" fmla="*/ 835945 h 914263"/>
                <a:gd name="connsiteX1527" fmla="*/ 1053153 w 1258521"/>
                <a:gd name="connsiteY1527" fmla="*/ 835171 h 914263"/>
                <a:gd name="connsiteX1528" fmla="*/ 1054802 w 1258521"/>
                <a:gd name="connsiteY1528" fmla="*/ 835171 h 914263"/>
                <a:gd name="connsiteX1529" fmla="*/ 1059917 w 1258521"/>
                <a:gd name="connsiteY1529" fmla="*/ 833758 h 914263"/>
                <a:gd name="connsiteX1530" fmla="*/ 1063384 w 1258521"/>
                <a:gd name="connsiteY1530" fmla="*/ 830933 h 914263"/>
                <a:gd name="connsiteX1531" fmla="*/ 1064360 w 1258521"/>
                <a:gd name="connsiteY1531" fmla="*/ 828645 h 914263"/>
                <a:gd name="connsiteX1532" fmla="*/ 1064461 w 1258521"/>
                <a:gd name="connsiteY1532" fmla="*/ 826021 h 914263"/>
                <a:gd name="connsiteX1533" fmla="*/ 1063922 w 1258521"/>
                <a:gd name="connsiteY1533" fmla="*/ 823296 h 914263"/>
                <a:gd name="connsiteX1534" fmla="*/ 1064999 w 1258521"/>
                <a:gd name="connsiteY1534" fmla="*/ 821009 h 914263"/>
                <a:gd name="connsiteX1535" fmla="*/ 1060220 w 1258521"/>
                <a:gd name="connsiteY1535" fmla="*/ 816333 h 914263"/>
                <a:gd name="connsiteX1536" fmla="*/ 1057932 w 1258521"/>
                <a:gd name="connsiteY1536" fmla="*/ 815559 h 914263"/>
                <a:gd name="connsiteX1537" fmla="*/ 1055340 w 1258521"/>
                <a:gd name="connsiteY1537" fmla="*/ 812935 h 914263"/>
                <a:gd name="connsiteX1538" fmla="*/ 1052749 w 1258521"/>
                <a:gd name="connsiteY1538" fmla="*/ 810211 h 914263"/>
                <a:gd name="connsiteX1539" fmla="*/ 1051874 w 1258521"/>
                <a:gd name="connsiteY1539" fmla="*/ 806174 h 914263"/>
                <a:gd name="connsiteX1540" fmla="*/ 1052413 w 1258521"/>
                <a:gd name="connsiteY1540" fmla="*/ 801834 h 914263"/>
                <a:gd name="connsiteX1541" fmla="*/ 1053287 w 1258521"/>
                <a:gd name="connsiteY1541" fmla="*/ 795645 h 914263"/>
                <a:gd name="connsiteX1542" fmla="*/ 1055139 w 1258521"/>
                <a:gd name="connsiteY1542" fmla="*/ 790632 h 914263"/>
                <a:gd name="connsiteX1543" fmla="*/ 1056888 w 1258521"/>
                <a:gd name="connsiteY1543" fmla="*/ 787470 h 914263"/>
                <a:gd name="connsiteX1544" fmla="*/ 1058739 w 1258521"/>
                <a:gd name="connsiteY1544" fmla="*/ 784308 h 914263"/>
                <a:gd name="connsiteX1545" fmla="*/ 1060927 w 1258521"/>
                <a:gd name="connsiteY1545" fmla="*/ 781684 h 914263"/>
                <a:gd name="connsiteX1546" fmla="*/ 1062677 w 1258521"/>
                <a:gd name="connsiteY1546" fmla="*/ 779733 h 914263"/>
                <a:gd name="connsiteX1547" fmla="*/ 1065066 w 1258521"/>
                <a:gd name="connsiteY1547" fmla="*/ 779094 h 914263"/>
                <a:gd name="connsiteX1548" fmla="*/ 1068971 w 1258521"/>
                <a:gd name="connsiteY1548" fmla="*/ 778993 h 914263"/>
                <a:gd name="connsiteX1549" fmla="*/ 1070586 w 1258521"/>
                <a:gd name="connsiteY1549" fmla="*/ 779868 h 914263"/>
                <a:gd name="connsiteX1550" fmla="*/ 1073312 w 1258521"/>
                <a:gd name="connsiteY1550" fmla="*/ 779868 h 914263"/>
                <a:gd name="connsiteX1551" fmla="*/ 1075500 w 1258521"/>
                <a:gd name="connsiteY1551" fmla="*/ 780944 h 914263"/>
                <a:gd name="connsiteX1552" fmla="*/ 1077889 w 1258521"/>
                <a:gd name="connsiteY1552" fmla="*/ 781819 h 914263"/>
                <a:gd name="connsiteX1553" fmla="*/ 1081153 w 1258521"/>
                <a:gd name="connsiteY1553" fmla="*/ 781718 h 914263"/>
                <a:gd name="connsiteX1554" fmla="*/ 1082129 w 1258521"/>
                <a:gd name="connsiteY1554" fmla="*/ 780641 h 914263"/>
                <a:gd name="connsiteX1555" fmla="*/ 1082769 w 1258521"/>
                <a:gd name="connsiteY1555" fmla="*/ 777816 h 914263"/>
                <a:gd name="connsiteX1556" fmla="*/ 1084283 w 1258521"/>
                <a:gd name="connsiteY1556" fmla="*/ 775764 h 914263"/>
                <a:gd name="connsiteX1557" fmla="*/ 1086471 w 1258521"/>
                <a:gd name="connsiteY1557" fmla="*/ 774889 h 914263"/>
                <a:gd name="connsiteX1558" fmla="*/ 1088860 w 1258521"/>
                <a:gd name="connsiteY1558" fmla="*/ 774990 h 914263"/>
                <a:gd name="connsiteX1559" fmla="*/ 1090913 w 1258521"/>
                <a:gd name="connsiteY1559" fmla="*/ 777580 h 914263"/>
                <a:gd name="connsiteX1560" fmla="*/ 1091889 w 1258521"/>
                <a:gd name="connsiteY1560" fmla="*/ 780608 h 914263"/>
                <a:gd name="connsiteX1561" fmla="*/ 1092966 w 1258521"/>
                <a:gd name="connsiteY1561" fmla="*/ 784745 h 914263"/>
                <a:gd name="connsiteX1562" fmla="*/ 1098082 w 1258521"/>
                <a:gd name="connsiteY1562" fmla="*/ 787033 h 914263"/>
                <a:gd name="connsiteX1563" fmla="*/ 1103635 w 1258521"/>
                <a:gd name="connsiteY1563" fmla="*/ 787033 h 914263"/>
                <a:gd name="connsiteX1564" fmla="*/ 1105149 w 1258521"/>
                <a:gd name="connsiteY1564" fmla="*/ 785856 h 914263"/>
                <a:gd name="connsiteX1565" fmla="*/ 1106899 w 1258521"/>
                <a:gd name="connsiteY1565" fmla="*/ 782492 h 914263"/>
                <a:gd name="connsiteX1566" fmla="*/ 1109928 w 1258521"/>
                <a:gd name="connsiteY1566" fmla="*/ 780103 h 914263"/>
                <a:gd name="connsiteX1567" fmla="*/ 1113529 w 1258521"/>
                <a:gd name="connsiteY1567" fmla="*/ 776941 h 914263"/>
                <a:gd name="connsiteX1568" fmla="*/ 1114943 w 1258521"/>
                <a:gd name="connsiteY1568" fmla="*/ 775528 h 914263"/>
                <a:gd name="connsiteX1569" fmla="*/ 1114943 w 1258521"/>
                <a:gd name="connsiteY1569" fmla="*/ 774452 h 914263"/>
                <a:gd name="connsiteX1570" fmla="*/ 1112217 w 1258521"/>
                <a:gd name="connsiteY1570" fmla="*/ 770549 h 914263"/>
                <a:gd name="connsiteX1571" fmla="*/ 1108750 w 1258521"/>
                <a:gd name="connsiteY1571" fmla="*/ 768161 h 914263"/>
                <a:gd name="connsiteX1572" fmla="*/ 1106899 w 1258521"/>
                <a:gd name="connsiteY1572" fmla="*/ 763922 h 914263"/>
                <a:gd name="connsiteX1573" fmla="*/ 1107875 w 1258521"/>
                <a:gd name="connsiteY1573" fmla="*/ 760020 h 914263"/>
                <a:gd name="connsiteX1574" fmla="*/ 1109188 w 1258521"/>
                <a:gd name="connsiteY1574" fmla="*/ 756993 h 914263"/>
                <a:gd name="connsiteX1575" fmla="*/ 1110803 w 1258521"/>
                <a:gd name="connsiteY1575" fmla="*/ 755916 h 914263"/>
                <a:gd name="connsiteX1576" fmla="*/ 1114269 w 1258521"/>
                <a:gd name="connsiteY1576" fmla="*/ 753427 h 914263"/>
                <a:gd name="connsiteX1577" fmla="*/ 1118847 w 1258521"/>
                <a:gd name="connsiteY1577" fmla="*/ 751476 h 914263"/>
                <a:gd name="connsiteX1578" fmla="*/ 1120159 w 1258521"/>
                <a:gd name="connsiteY1578" fmla="*/ 749525 h 914263"/>
                <a:gd name="connsiteX1579" fmla="*/ 1120159 w 1258521"/>
                <a:gd name="connsiteY1579" fmla="*/ 747237 h 914263"/>
                <a:gd name="connsiteX1580" fmla="*/ 1116895 w 1258521"/>
                <a:gd name="connsiteY1580" fmla="*/ 745757 h 914263"/>
                <a:gd name="connsiteX1581" fmla="*/ 1116827 w 1258521"/>
                <a:gd name="connsiteY1581" fmla="*/ 745555 h 9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Lst>
              <a:rect l="l" t="t" r="r" b="b"/>
              <a:pathLst>
                <a:path w="1258521" h="914263">
                  <a:moveTo>
                    <a:pt x="1116827" y="745555"/>
                  </a:moveTo>
                  <a:cubicBezTo>
                    <a:pt x="1116827" y="745555"/>
                    <a:pt x="1114068" y="745992"/>
                    <a:pt x="1113866" y="746060"/>
                  </a:cubicBezTo>
                  <a:cubicBezTo>
                    <a:pt x="1113664" y="746127"/>
                    <a:pt x="1112721" y="747069"/>
                    <a:pt x="1112721" y="747069"/>
                  </a:cubicBezTo>
                  <a:lnTo>
                    <a:pt x="1111846" y="747372"/>
                  </a:lnTo>
                  <a:lnTo>
                    <a:pt x="1109255" y="748684"/>
                  </a:lnTo>
                  <a:lnTo>
                    <a:pt x="1107505" y="749121"/>
                  </a:lnTo>
                  <a:lnTo>
                    <a:pt x="1105620" y="748381"/>
                  </a:lnTo>
                  <a:lnTo>
                    <a:pt x="1104274" y="748381"/>
                  </a:lnTo>
                  <a:cubicBezTo>
                    <a:pt x="1104274" y="748381"/>
                    <a:pt x="1101683" y="747304"/>
                    <a:pt x="1101111" y="746531"/>
                  </a:cubicBezTo>
                  <a:cubicBezTo>
                    <a:pt x="1100572" y="745757"/>
                    <a:pt x="1099798" y="744041"/>
                    <a:pt x="1100135" y="743503"/>
                  </a:cubicBezTo>
                  <a:cubicBezTo>
                    <a:pt x="1100471" y="742965"/>
                    <a:pt x="1100236" y="741855"/>
                    <a:pt x="1100236" y="741855"/>
                  </a:cubicBezTo>
                  <a:cubicBezTo>
                    <a:pt x="1100236" y="741855"/>
                    <a:pt x="1101414" y="740543"/>
                    <a:pt x="1101414" y="740207"/>
                  </a:cubicBezTo>
                  <a:cubicBezTo>
                    <a:pt x="1101414" y="739870"/>
                    <a:pt x="1102288" y="738592"/>
                    <a:pt x="1102288" y="738592"/>
                  </a:cubicBezTo>
                  <a:lnTo>
                    <a:pt x="1102827" y="737818"/>
                  </a:lnTo>
                  <a:lnTo>
                    <a:pt x="1103365" y="735968"/>
                  </a:lnTo>
                  <a:lnTo>
                    <a:pt x="1104240" y="734017"/>
                  </a:lnTo>
                  <a:cubicBezTo>
                    <a:pt x="1104240" y="734017"/>
                    <a:pt x="1104342" y="732167"/>
                    <a:pt x="1104342" y="731729"/>
                  </a:cubicBezTo>
                  <a:cubicBezTo>
                    <a:pt x="1104342" y="731292"/>
                    <a:pt x="1104678" y="730115"/>
                    <a:pt x="1104678" y="730115"/>
                  </a:cubicBezTo>
                  <a:lnTo>
                    <a:pt x="1104678" y="725102"/>
                  </a:lnTo>
                  <a:lnTo>
                    <a:pt x="1100639" y="723017"/>
                  </a:lnTo>
                  <a:lnTo>
                    <a:pt x="1098822" y="722815"/>
                  </a:lnTo>
                  <a:lnTo>
                    <a:pt x="1096870" y="722310"/>
                  </a:lnTo>
                  <a:lnTo>
                    <a:pt x="1096668" y="722310"/>
                  </a:lnTo>
                  <a:lnTo>
                    <a:pt x="1095861" y="722916"/>
                  </a:lnTo>
                  <a:cubicBezTo>
                    <a:pt x="1095861" y="722916"/>
                    <a:pt x="1093841" y="723959"/>
                    <a:pt x="1093404" y="724026"/>
                  </a:cubicBezTo>
                  <a:cubicBezTo>
                    <a:pt x="1092966" y="724093"/>
                    <a:pt x="1090139" y="724901"/>
                    <a:pt x="1089332" y="724968"/>
                  </a:cubicBezTo>
                  <a:cubicBezTo>
                    <a:pt x="1088524" y="725035"/>
                    <a:pt x="1087009" y="725170"/>
                    <a:pt x="1086572" y="725338"/>
                  </a:cubicBezTo>
                  <a:cubicBezTo>
                    <a:pt x="1086134" y="725472"/>
                    <a:pt x="1084553" y="725405"/>
                    <a:pt x="1084553" y="725405"/>
                  </a:cubicBezTo>
                  <a:cubicBezTo>
                    <a:pt x="1084553" y="725405"/>
                    <a:pt x="1083678" y="724329"/>
                    <a:pt x="1083476" y="724228"/>
                  </a:cubicBezTo>
                  <a:cubicBezTo>
                    <a:pt x="1083274" y="724160"/>
                    <a:pt x="1082971" y="724026"/>
                    <a:pt x="1082971" y="724026"/>
                  </a:cubicBezTo>
                  <a:lnTo>
                    <a:pt x="1079134" y="724026"/>
                  </a:lnTo>
                  <a:lnTo>
                    <a:pt x="1077485" y="724194"/>
                  </a:lnTo>
                  <a:cubicBezTo>
                    <a:pt x="1077485" y="724194"/>
                    <a:pt x="1075600" y="725674"/>
                    <a:pt x="1075298" y="725674"/>
                  </a:cubicBezTo>
                  <a:cubicBezTo>
                    <a:pt x="1074995" y="725674"/>
                    <a:pt x="1070956" y="726919"/>
                    <a:pt x="1070721" y="726986"/>
                  </a:cubicBezTo>
                  <a:cubicBezTo>
                    <a:pt x="1070485" y="727053"/>
                    <a:pt x="1067086" y="726683"/>
                    <a:pt x="1066581" y="726616"/>
                  </a:cubicBezTo>
                  <a:cubicBezTo>
                    <a:pt x="1066076" y="726549"/>
                    <a:pt x="1064259" y="726616"/>
                    <a:pt x="1064259" y="726616"/>
                  </a:cubicBezTo>
                  <a:lnTo>
                    <a:pt x="1062879" y="725035"/>
                  </a:lnTo>
                  <a:lnTo>
                    <a:pt x="1062576" y="723353"/>
                  </a:lnTo>
                  <a:lnTo>
                    <a:pt x="1064023" y="721940"/>
                  </a:lnTo>
                  <a:lnTo>
                    <a:pt x="1064999" y="719451"/>
                  </a:lnTo>
                  <a:lnTo>
                    <a:pt x="1065975" y="717500"/>
                  </a:lnTo>
                  <a:cubicBezTo>
                    <a:pt x="1065975" y="717500"/>
                    <a:pt x="1067288" y="715212"/>
                    <a:pt x="1067389" y="714775"/>
                  </a:cubicBezTo>
                  <a:cubicBezTo>
                    <a:pt x="1067490" y="714338"/>
                    <a:pt x="1068028" y="712387"/>
                    <a:pt x="1068028" y="712387"/>
                  </a:cubicBezTo>
                  <a:lnTo>
                    <a:pt x="1067927" y="709897"/>
                  </a:lnTo>
                  <a:lnTo>
                    <a:pt x="1066480" y="708518"/>
                  </a:lnTo>
                  <a:cubicBezTo>
                    <a:pt x="1066480" y="708518"/>
                    <a:pt x="1061768" y="703304"/>
                    <a:pt x="1060624" y="702799"/>
                  </a:cubicBezTo>
                  <a:cubicBezTo>
                    <a:pt x="1059480" y="702295"/>
                    <a:pt x="1056485" y="698527"/>
                    <a:pt x="1056215" y="698224"/>
                  </a:cubicBezTo>
                  <a:cubicBezTo>
                    <a:pt x="1055913" y="697955"/>
                    <a:pt x="1048172" y="690252"/>
                    <a:pt x="1047095" y="688671"/>
                  </a:cubicBezTo>
                  <a:cubicBezTo>
                    <a:pt x="1046018" y="687089"/>
                    <a:pt x="1043696" y="683154"/>
                    <a:pt x="1043696" y="682380"/>
                  </a:cubicBezTo>
                  <a:cubicBezTo>
                    <a:pt x="1043696" y="681573"/>
                    <a:pt x="1039422" y="673465"/>
                    <a:pt x="1039355" y="673264"/>
                  </a:cubicBezTo>
                  <a:cubicBezTo>
                    <a:pt x="1039287" y="673062"/>
                    <a:pt x="1038850" y="670942"/>
                    <a:pt x="1038850" y="670236"/>
                  </a:cubicBezTo>
                  <a:cubicBezTo>
                    <a:pt x="1038850" y="669496"/>
                    <a:pt x="1039220" y="660884"/>
                    <a:pt x="1039220" y="660884"/>
                  </a:cubicBezTo>
                  <a:cubicBezTo>
                    <a:pt x="1039220" y="660884"/>
                    <a:pt x="1038210" y="655435"/>
                    <a:pt x="1038210" y="654863"/>
                  </a:cubicBezTo>
                  <a:cubicBezTo>
                    <a:pt x="1038210" y="654291"/>
                    <a:pt x="1037907" y="651835"/>
                    <a:pt x="1038008" y="651532"/>
                  </a:cubicBezTo>
                  <a:cubicBezTo>
                    <a:pt x="1038076" y="651230"/>
                    <a:pt x="1037268" y="647899"/>
                    <a:pt x="1037268" y="647126"/>
                  </a:cubicBezTo>
                  <a:cubicBezTo>
                    <a:pt x="1037268" y="646318"/>
                    <a:pt x="1037268" y="644165"/>
                    <a:pt x="1037402" y="643728"/>
                  </a:cubicBezTo>
                  <a:cubicBezTo>
                    <a:pt x="1037537" y="643291"/>
                    <a:pt x="1038278" y="641911"/>
                    <a:pt x="1038715" y="641710"/>
                  </a:cubicBezTo>
                  <a:cubicBezTo>
                    <a:pt x="1039153" y="641474"/>
                    <a:pt x="1039792" y="641205"/>
                    <a:pt x="1040398" y="641070"/>
                  </a:cubicBezTo>
                  <a:cubicBezTo>
                    <a:pt x="1040970" y="640936"/>
                    <a:pt x="1044807" y="640869"/>
                    <a:pt x="1045547" y="640869"/>
                  </a:cubicBezTo>
                  <a:cubicBezTo>
                    <a:pt x="1046287" y="640869"/>
                    <a:pt x="1048071" y="640364"/>
                    <a:pt x="1048508" y="640364"/>
                  </a:cubicBezTo>
                  <a:cubicBezTo>
                    <a:pt x="1048946" y="640364"/>
                    <a:pt x="1051201" y="640667"/>
                    <a:pt x="1052850" y="640667"/>
                  </a:cubicBezTo>
                  <a:cubicBezTo>
                    <a:pt x="1054499" y="640667"/>
                    <a:pt x="1055105" y="640970"/>
                    <a:pt x="1055105" y="640970"/>
                  </a:cubicBezTo>
                  <a:cubicBezTo>
                    <a:pt x="1055105" y="640970"/>
                    <a:pt x="1056182" y="641272"/>
                    <a:pt x="1057494" y="641979"/>
                  </a:cubicBezTo>
                  <a:cubicBezTo>
                    <a:pt x="1058807" y="642685"/>
                    <a:pt x="1058874" y="643190"/>
                    <a:pt x="1059076" y="643425"/>
                  </a:cubicBezTo>
                  <a:cubicBezTo>
                    <a:pt x="1059278" y="643627"/>
                    <a:pt x="1060321" y="644233"/>
                    <a:pt x="1061331" y="644300"/>
                  </a:cubicBezTo>
                  <a:cubicBezTo>
                    <a:pt x="1062340" y="644367"/>
                    <a:pt x="1063586" y="644737"/>
                    <a:pt x="1064091" y="644737"/>
                  </a:cubicBezTo>
                  <a:cubicBezTo>
                    <a:pt x="1064595" y="644737"/>
                    <a:pt x="1065605" y="645040"/>
                    <a:pt x="1066278" y="645107"/>
                  </a:cubicBezTo>
                  <a:cubicBezTo>
                    <a:pt x="1066918" y="645175"/>
                    <a:pt x="1068466" y="645982"/>
                    <a:pt x="1068466" y="645982"/>
                  </a:cubicBezTo>
                  <a:lnTo>
                    <a:pt x="1071865" y="646419"/>
                  </a:lnTo>
                  <a:cubicBezTo>
                    <a:pt x="1071865" y="646419"/>
                    <a:pt x="1074052" y="648101"/>
                    <a:pt x="1074187" y="648303"/>
                  </a:cubicBezTo>
                  <a:cubicBezTo>
                    <a:pt x="1074321" y="648505"/>
                    <a:pt x="1077283" y="650691"/>
                    <a:pt x="1077283" y="650691"/>
                  </a:cubicBezTo>
                  <a:lnTo>
                    <a:pt x="1080918" y="653080"/>
                  </a:lnTo>
                  <a:lnTo>
                    <a:pt x="1084250" y="655906"/>
                  </a:lnTo>
                  <a:cubicBezTo>
                    <a:pt x="1084250" y="655906"/>
                    <a:pt x="1087379" y="657588"/>
                    <a:pt x="1088524" y="658092"/>
                  </a:cubicBezTo>
                  <a:cubicBezTo>
                    <a:pt x="1089668" y="658597"/>
                    <a:pt x="1091351" y="660043"/>
                    <a:pt x="1092663" y="660548"/>
                  </a:cubicBezTo>
                  <a:cubicBezTo>
                    <a:pt x="1093976" y="661052"/>
                    <a:pt x="1094851" y="662196"/>
                    <a:pt x="1095120" y="662364"/>
                  </a:cubicBezTo>
                  <a:cubicBezTo>
                    <a:pt x="1095423" y="662499"/>
                    <a:pt x="1097207" y="663306"/>
                    <a:pt x="1098014" y="663441"/>
                  </a:cubicBezTo>
                  <a:cubicBezTo>
                    <a:pt x="1098822" y="663575"/>
                    <a:pt x="1100909" y="664686"/>
                    <a:pt x="1102221" y="665190"/>
                  </a:cubicBezTo>
                  <a:cubicBezTo>
                    <a:pt x="1103534" y="665695"/>
                    <a:pt x="1103971" y="665762"/>
                    <a:pt x="1104409" y="665897"/>
                  </a:cubicBezTo>
                  <a:cubicBezTo>
                    <a:pt x="1104846" y="666031"/>
                    <a:pt x="1106361" y="666771"/>
                    <a:pt x="1107370" y="666973"/>
                  </a:cubicBezTo>
                  <a:cubicBezTo>
                    <a:pt x="1108380" y="667175"/>
                    <a:pt x="1109962" y="668117"/>
                    <a:pt x="1110769" y="668554"/>
                  </a:cubicBezTo>
                  <a:cubicBezTo>
                    <a:pt x="1111577" y="668991"/>
                    <a:pt x="1111274" y="669866"/>
                    <a:pt x="1111510" y="670001"/>
                  </a:cubicBezTo>
                  <a:cubicBezTo>
                    <a:pt x="1111712" y="670135"/>
                    <a:pt x="1112318" y="673028"/>
                    <a:pt x="1112890" y="673465"/>
                  </a:cubicBezTo>
                  <a:cubicBezTo>
                    <a:pt x="1113462" y="673903"/>
                    <a:pt x="1115851" y="675047"/>
                    <a:pt x="1116457" y="675215"/>
                  </a:cubicBezTo>
                  <a:cubicBezTo>
                    <a:pt x="1117029" y="675349"/>
                    <a:pt x="1119149" y="677166"/>
                    <a:pt x="1119486" y="677536"/>
                  </a:cubicBezTo>
                  <a:cubicBezTo>
                    <a:pt x="1119856" y="677906"/>
                    <a:pt x="1121236" y="678982"/>
                    <a:pt x="1121505" y="678982"/>
                  </a:cubicBezTo>
                  <a:cubicBezTo>
                    <a:pt x="1121808" y="678982"/>
                    <a:pt x="1123760" y="681236"/>
                    <a:pt x="1123895" y="681438"/>
                  </a:cubicBezTo>
                  <a:cubicBezTo>
                    <a:pt x="1124029" y="681674"/>
                    <a:pt x="1124972" y="682750"/>
                    <a:pt x="1124972" y="682750"/>
                  </a:cubicBezTo>
                  <a:cubicBezTo>
                    <a:pt x="1124972" y="682750"/>
                    <a:pt x="1126284" y="683490"/>
                    <a:pt x="1127664" y="683187"/>
                  </a:cubicBezTo>
                  <a:cubicBezTo>
                    <a:pt x="1129044" y="682884"/>
                    <a:pt x="1129111" y="683187"/>
                    <a:pt x="1129313" y="683187"/>
                  </a:cubicBezTo>
                  <a:cubicBezTo>
                    <a:pt x="1129515" y="683187"/>
                    <a:pt x="1130626" y="682884"/>
                    <a:pt x="1131130" y="682817"/>
                  </a:cubicBezTo>
                  <a:cubicBezTo>
                    <a:pt x="1131635" y="682750"/>
                    <a:pt x="1132073" y="682245"/>
                    <a:pt x="1132073" y="682245"/>
                  </a:cubicBezTo>
                  <a:lnTo>
                    <a:pt x="1134260" y="681438"/>
                  </a:lnTo>
                  <a:lnTo>
                    <a:pt x="1135203" y="680193"/>
                  </a:lnTo>
                  <a:lnTo>
                    <a:pt x="1135506" y="678680"/>
                  </a:lnTo>
                  <a:lnTo>
                    <a:pt x="1135876" y="677435"/>
                  </a:lnTo>
                  <a:lnTo>
                    <a:pt x="1136381" y="676291"/>
                  </a:lnTo>
                  <a:lnTo>
                    <a:pt x="1137121" y="674845"/>
                  </a:lnTo>
                  <a:lnTo>
                    <a:pt x="1138131" y="673768"/>
                  </a:lnTo>
                  <a:lnTo>
                    <a:pt x="1140015" y="672826"/>
                  </a:lnTo>
                  <a:cubicBezTo>
                    <a:pt x="1140015" y="672826"/>
                    <a:pt x="1140385" y="673264"/>
                    <a:pt x="1141900" y="674340"/>
                  </a:cubicBezTo>
                  <a:cubicBezTo>
                    <a:pt x="1143414" y="675417"/>
                    <a:pt x="1142708" y="676527"/>
                    <a:pt x="1143414" y="676998"/>
                  </a:cubicBezTo>
                  <a:cubicBezTo>
                    <a:pt x="1144121" y="677502"/>
                    <a:pt x="1144828" y="677704"/>
                    <a:pt x="1146443" y="678141"/>
                  </a:cubicBezTo>
                  <a:cubicBezTo>
                    <a:pt x="1148092" y="678579"/>
                    <a:pt x="1147487" y="676729"/>
                    <a:pt x="1147756" y="676358"/>
                  </a:cubicBezTo>
                  <a:cubicBezTo>
                    <a:pt x="1148025" y="675988"/>
                    <a:pt x="1147756" y="673163"/>
                    <a:pt x="1147924" y="672894"/>
                  </a:cubicBezTo>
                  <a:cubicBezTo>
                    <a:pt x="1148092" y="672624"/>
                    <a:pt x="1148732" y="672086"/>
                    <a:pt x="1148833" y="671918"/>
                  </a:cubicBezTo>
                  <a:cubicBezTo>
                    <a:pt x="1148934" y="671750"/>
                    <a:pt x="1150145" y="669866"/>
                    <a:pt x="1150314" y="669630"/>
                  </a:cubicBezTo>
                  <a:cubicBezTo>
                    <a:pt x="1150482" y="669429"/>
                    <a:pt x="1150751" y="667680"/>
                    <a:pt x="1150751" y="667680"/>
                  </a:cubicBezTo>
                  <a:lnTo>
                    <a:pt x="1151088" y="665358"/>
                  </a:lnTo>
                  <a:cubicBezTo>
                    <a:pt x="1151088" y="665358"/>
                    <a:pt x="1152131" y="663475"/>
                    <a:pt x="1152434" y="663306"/>
                  </a:cubicBezTo>
                  <a:cubicBezTo>
                    <a:pt x="1152770" y="663138"/>
                    <a:pt x="1154756" y="660750"/>
                    <a:pt x="1155261" y="660581"/>
                  </a:cubicBezTo>
                  <a:cubicBezTo>
                    <a:pt x="1155766" y="660413"/>
                    <a:pt x="1156944" y="660211"/>
                    <a:pt x="1156944" y="660211"/>
                  </a:cubicBezTo>
                  <a:lnTo>
                    <a:pt x="1160410" y="659404"/>
                  </a:lnTo>
                  <a:lnTo>
                    <a:pt x="1160780" y="658328"/>
                  </a:lnTo>
                  <a:lnTo>
                    <a:pt x="1161554" y="656646"/>
                  </a:lnTo>
                  <a:cubicBezTo>
                    <a:pt x="1161554" y="656646"/>
                    <a:pt x="1164179" y="656477"/>
                    <a:pt x="1164920" y="656208"/>
                  </a:cubicBezTo>
                  <a:cubicBezTo>
                    <a:pt x="1165694" y="655939"/>
                    <a:pt x="1166703" y="655838"/>
                    <a:pt x="1167949" y="655502"/>
                  </a:cubicBezTo>
                  <a:cubicBezTo>
                    <a:pt x="1169194" y="655165"/>
                    <a:pt x="1169026" y="654560"/>
                    <a:pt x="1170439" y="654291"/>
                  </a:cubicBezTo>
                  <a:cubicBezTo>
                    <a:pt x="1171853" y="654022"/>
                    <a:pt x="1171247" y="653517"/>
                    <a:pt x="1171482" y="653248"/>
                  </a:cubicBezTo>
                  <a:cubicBezTo>
                    <a:pt x="1171718" y="652979"/>
                    <a:pt x="1170876" y="651667"/>
                    <a:pt x="1170876" y="651667"/>
                  </a:cubicBezTo>
                  <a:lnTo>
                    <a:pt x="1168050" y="649985"/>
                  </a:lnTo>
                  <a:lnTo>
                    <a:pt x="1167713" y="648034"/>
                  </a:lnTo>
                  <a:lnTo>
                    <a:pt x="1167376" y="644872"/>
                  </a:lnTo>
                  <a:lnTo>
                    <a:pt x="1167478" y="643459"/>
                  </a:lnTo>
                  <a:lnTo>
                    <a:pt x="1166670" y="638346"/>
                  </a:lnTo>
                  <a:lnTo>
                    <a:pt x="1166603" y="637034"/>
                  </a:lnTo>
                  <a:cubicBezTo>
                    <a:pt x="1166603" y="637034"/>
                    <a:pt x="1165357" y="635621"/>
                    <a:pt x="1164751" y="635015"/>
                  </a:cubicBezTo>
                  <a:cubicBezTo>
                    <a:pt x="1164146" y="634410"/>
                    <a:pt x="1160578" y="632997"/>
                    <a:pt x="1160343" y="632963"/>
                  </a:cubicBezTo>
                  <a:cubicBezTo>
                    <a:pt x="1160141" y="632896"/>
                    <a:pt x="1158391" y="633132"/>
                    <a:pt x="1158121" y="633165"/>
                  </a:cubicBezTo>
                  <a:cubicBezTo>
                    <a:pt x="1157852" y="633233"/>
                    <a:pt x="1154150" y="632190"/>
                    <a:pt x="1153679" y="632089"/>
                  </a:cubicBezTo>
                  <a:cubicBezTo>
                    <a:pt x="1153174" y="631988"/>
                    <a:pt x="1150314" y="630508"/>
                    <a:pt x="1149775" y="630474"/>
                  </a:cubicBezTo>
                  <a:cubicBezTo>
                    <a:pt x="1149237" y="630407"/>
                    <a:pt x="1147217" y="628859"/>
                    <a:pt x="1146948" y="628691"/>
                  </a:cubicBezTo>
                  <a:cubicBezTo>
                    <a:pt x="1146679" y="628523"/>
                    <a:pt x="1144727" y="625933"/>
                    <a:pt x="1144727" y="625933"/>
                  </a:cubicBezTo>
                  <a:lnTo>
                    <a:pt x="1144727" y="625293"/>
                  </a:lnTo>
                  <a:cubicBezTo>
                    <a:pt x="1144727" y="625293"/>
                    <a:pt x="1145467" y="623107"/>
                    <a:pt x="1145669" y="623073"/>
                  </a:cubicBezTo>
                  <a:cubicBezTo>
                    <a:pt x="1145871" y="623006"/>
                    <a:pt x="1146309" y="620449"/>
                    <a:pt x="1146578" y="620046"/>
                  </a:cubicBezTo>
                  <a:cubicBezTo>
                    <a:pt x="1146847" y="619608"/>
                    <a:pt x="1146410" y="618397"/>
                    <a:pt x="1146309" y="618128"/>
                  </a:cubicBezTo>
                  <a:cubicBezTo>
                    <a:pt x="1146208" y="617859"/>
                    <a:pt x="1145232" y="616379"/>
                    <a:pt x="1145063" y="616278"/>
                  </a:cubicBezTo>
                  <a:cubicBezTo>
                    <a:pt x="1144895" y="616177"/>
                    <a:pt x="1141631" y="615235"/>
                    <a:pt x="1141631" y="615235"/>
                  </a:cubicBezTo>
                  <a:cubicBezTo>
                    <a:pt x="1141631" y="615235"/>
                    <a:pt x="1138366" y="616278"/>
                    <a:pt x="1138198" y="616312"/>
                  </a:cubicBezTo>
                  <a:cubicBezTo>
                    <a:pt x="1138030" y="616379"/>
                    <a:pt x="1136582" y="617287"/>
                    <a:pt x="1136145" y="618095"/>
                  </a:cubicBezTo>
                  <a:cubicBezTo>
                    <a:pt x="1135708" y="618902"/>
                    <a:pt x="1134563" y="619945"/>
                    <a:pt x="1134193" y="620550"/>
                  </a:cubicBezTo>
                  <a:cubicBezTo>
                    <a:pt x="1133823" y="621156"/>
                    <a:pt x="1132510" y="622468"/>
                    <a:pt x="1131703" y="622872"/>
                  </a:cubicBezTo>
                  <a:cubicBezTo>
                    <a:pt x="1130895" y="623309"/>
                    <a:pt x="1128674" y="622804"/>
                    <a:pt x="1127395" y="622064"/>
                  </a:cubicBezTo>
                  <a:cubicBezTo>
                    <a:pt x="1126150" y="621290"/>
                    <a:pt x="1125611" y="620147"/>
                    <a:pt x="1125611" y="620147"/>
                  </a:cubicBezTo>
                  <a:cubicBezTo>
                    <a:pt x="1125611" y="620147"/>
                    <a:pt x="1124029" y="616345"/>
                    <a:pt x="1123861" y="616009"/>
                  </a:cubicBezTo>
                  <a:cubicBezTo>
                    <a:pt x="1123693" y="615673"/>
                    <a:pt x="1123760" y="614327"/>
                    <a:pt x="1123760" y="614327"/>
                  </a:cubicBezTo>
                  <a:cubicBezTo>
                    <a:pt x="1123760" y="614327"/>
                    <a:pt x="1123962" y="612712"/>
                    <a:pt x="1124097" y="612309"/>
                  </a:cubicBezTo>
                  <a:cubicBezTo>
                    <a:pt x="1124198" y="611939"/>
                    <a:pt x="1124871" y="609752"/>
                    <a:pt x="1125174" y="609416"/>
                  </a:cubicBezTo>
                  <a:cubicBezTo>
                    <a:pt x="1125510" y="609079"/>
                    <a:pt x="1126419" y="607566"/>
                    <a:pt x="1126823" y="607128"/>
                  </a:cubicBezTo>
                  <a:cubicBezTo>
                    <a:pt x="1127193" y="606691"/>
                    <a:pt x="1128472" y="605984"/>
                    <a:pt x="1128876" y="605951"/>
                  </a:cubicBezTo>
                  <a:cubicBezTo>
                    <a:pt x="1129313" y="605884"/>
                    <a:pt x="1130828" y="605312"/>
                    <a:pt x="1131164" y="605143"/>
                  </a:cubicBezTo>
                  <a:cubicBezTo>
                    <a:pt x="1131501" y="604975"/>
                    <a:pt x="1133554" y="604067"/>
                    <a:pt x="1133554" y="604067"/>
                  </a:cubicBezTo>
                  <a:cubicBezTo>
                    <a:pt x="1133554" y="604067"/>
                    <a:pt x="1135910" y="602923"/>
                    <a:pt x="1136111" y="602822"/>
                  </a:cubicBezTo>
                  <a:cubicBezTo>
                    <a:pt x="1136313" y="602721"/>
                    <a:pt x="1137962" y="602183"/>
                    <a:pt x="1138568" y="602385"/>
                  </a:cubicBezTo>
                  <a:cubicBezTo>
                    <a:pt x="1139174" y="602587"/>
                    <a:pt x="1140217" y="604269"/>
                    <a:pt x="1140487" y="604504"/>
                  </a:cubicBezTo>
                  <a:cubicBezTo>
                    <a:pt x="1140756" y="604706"/>
                    <a:pt x="1141732" y="605581"/>
                    <a:pt x="1142270" y="605917"/>
                  </a:cubicBezTo>
                  <a:cubicBezTo>
                    <a:pt x="1142809" y="606254"/>
                    <a:pt x="1143515" y="606556"/>
                    <a:pt x="1144222" y="606422"/>
                  </a:cubicBezTo>
                  <a:cubicBezTo>
                    <a:pt x="1144929" y="606254"/>
                    <a:pt x="1145972" y="606422"/>
                    <a:pt x="1145972" y="606422"/>
                  </a:cubicBezTo>
                  <a:lnTo>
                    <a:pt x="1147217" y="605614"/>
                  </a:lnTo>
                  <a:lnTo>
                    <a:pt x="1147857" y="605244"/>
                  </a:lnTo>
                  <a:lnTo>
                    <a:pt x="1148126" y="603327"/>
                  </a:lnTo>
                  <a:cubicBezTo>
                    <a:pt x="1148126" y="603327"/>
                    <a:pt x="1148025" y="601914"/>
                    <a:pt x="1148025" y="601578"/>
                  </a:cubicBezTo>
                  <a:cubicBezTo>
                    <a:pt x="1148025" y="601241"/>
                    <a:pt x="1148227" y="599828"/>
                    <a:pt x="1148227" y="599828"/>
                  </a:cubicBezTo>
                  <a:lnTo>
                    <a:pt x="1148227" y="597003"/>
                  </a:lnTo>
                  <a:cubicBezTo>
                    <a:pt x="1148227" y="597003"/>
                    <a:pt x="1147588" y="594513"/>
                    <a:pt x="1147588" y="593840"/>
                  </a:cubicBezTo>
                  <a:cubicBezTo>
                    <a:pt x="1147588" y="593201"/>
                    <a:pt x="1147386" y="591351"/>
                    <a:pt x="1147386" y="591351"/>
                  </a:cubicBezTo>
                  <a:cubicBezTo>
                    <a:pt x="1147386" y="591351"/>
                    <a:pt x="1147722" y="588425"/>
                    <a:pt x="1147823" y="588088"/>
                  </a:cubicBezTo>
                  <a:cubicBezTo>
                    <a:pt x="1147924" y="587752"/>
                    <a:pt x="1148597" y="586574"/>
                    <a:pt x="1149573" y="585902"/>
                  </a:cubicBezTo>
                  <a:cubicBezTo>
                    <a:pt x="1150549" y="585262"/>
                    <a:pt x="1150987" y="584388"/>
                    <a:pt x="1151525" y="583950"/>
                  </a:cubicBezTo>
                  <a:cubicBezTo>
                    <a:pt x="1152064" y="583513"/>
                    <a:pt x="1153477" y="582975"/>
                    <a:pt x="1154117" y="582336"/>
                  </a:cubicBezTo>
                  <a:cubicBezTo>
                    <a:pt x="1154756" y="581697"/>
                    <a:pt x="1157583" y="580721"/>
                    <a:pt x="1158895" y="580485"/>
                  </a:cubicBezTo>
                  <a:cubicBezTo>
                    <a:pt x="1160208" y="580284"/>
                    <a:pt x="1161083" y="578972"/>
                    <a:pt x="1161723" y="578972"/>
                  </a:cubicBezTo>
                  <a:cubicBezTo>
                    <a:pt x="1162362" y="578972"/>
                    <a:pt x="1162800" y="578770"/>
                    <a:pt x="1165626" y="578097"/>
                  </a:cubicBezTo>
                  <a:cubicBezTo>
                    <a:pt x="1168453" y="577458"/>
                    <a:pt x="1168992" y="576146"/>
                    <a:pt x="1169429" y="575910"/>
                  </a:cubicBezTo>
                  <a:cubicBezTo>
                    <a:pt x="1169867" y="575709"/>
                    <a:pt x="1171718" y="575036"/>
                    <a:pt x="1171718" y="575036"/>
                  </a:cubicBezTo>
                  <a:cubicBezTo>
                    <a:pt x="1171718" y="575036"/>
                    <a:pt x="1173905" y="574161"/>
                    <a:pt x="1175420" y="574161"/>
                  </a:cubicBezTo>
                  <a:cubicBezTo>
                    <a:pt x="1176934" y="574161"/>
                    <a:pt x="1178247" y="572849"/>
                    <a:pt x="1178247" y="572849"/>
                  </a:cubicBezTo>
                  <a:lnTo>
                    <a:pt x="1181511" y="571235"/>
                  </a:lnTo>
                  <a:cubicBezTo>
                    <a:pt x="1181511" y="571235"/>
                    <a:pt x="1181949" y="569284"/>
                    <a:pt x="1183026" y="568846"/>
                  </a:cubicBezTo>
                  <a:cubicBezTo>
                    <a:pt x="1184103" y="568409"/>
                    <a:pt x="1184776" y="566559"/>
                    <a:pt x="1185113" y="566222"/>
                  </a:cubicBezTo>
                  <a:cubicBezTo>
                    <a:pt x="1185449" y="565886"/>
                    <a:pt x="1186627" y="565146"/>
                    <a:pt x="1187401" y="564809"/>
                  </a:cubicBezTo>
                  <a:cubicBezTo>
                    <a:pt x="1188175" y="564473"/>
                    <a:pt x="1190228" y="562522"/>
                    <a:pt x="1191103" y="562085"/>
                  </a:cubicBezTo>
                  <a:cubicBezTo>
                    <a:pt x="1191978" y="561647"/>
                    <a:pt x="1192954" y="560033"/>
                    <a:pt x="1193156" y="559259"/>
                  </a:cubicBezTo>
                  <a:cubicBezTo>
                    <a:pt x="1193358" y="558485"/>
                    <a:pt x="1194233" y="556332"/>
                    <a:pt x="1194334" y="555794"/>
                  </a:cubicBezTo>
                  <a:cubicBezTo>
                    <a:pt x="1194435" y="555256"/>
                    <a:pt x="1194233" y="554482"/>
                    <a:pt x="1194233" y="554482"/>
                  </a:cubicBezTo>
                  <a:lnTo>
                    <a:pt x="1193694" y="552430"/>
                  </a:lnTo>
                  <a:cubicBezTo>
                    <a:pt x="1193694" y="552430"/>
                    <a:pt x="1191507" y="550042"/>
                    <a:pt x="1191305" y="549268"/>
                  </a:cubicBezTo>
                  <a:cubicBezTo>
                    <a:pt x="1191103" y="548494"/>
                    <a:pt x="1188714" y="548393"/>
                    <a:pt x="1186963" y="548057"/>
                  </a:cubicBezTo>
                  <a:cubicBezTo>
                    <a:pt x="1185213" y="547720"/>
                    <a:pt x="1185113" y="547620"/>
                    <a:pt x="1184237" y="545870"/>
                  </a:cubicBezTo>
                  <a:cubicBezTo>
                    <a:pt x="1183362" y="544121"/>
                    <a:pt x="1183699" y="543919"/>
                    <a:pt x="1183598" y="543381"/>
                  </a:cubicBezTo>
                  <a:cubicBezTo>
                    <a:pt x="1183497" y="542843"/>
                    <a:pt x="1183059" y="540690"/>
                    <a:pt x="1183059" y="540690"/>
                  </a:cubicBezTo>
                  <a:cubicBezTo>
                    <a:pt x="1183059" y="540690"/>
                    <a:pt x="1183059" y="538402"/>
                    <a:pt x="1183059" y="538100"/>
                  </a:cubicBezTo>
                  <a:cubicBezTo>
                    <a:pt x="1183059" y="537763"/>
                    <a:pt x="1183766" y="535476"/>
                    <a:pt x="1184002" y="534500"/>
                  </a:cubicBezTo>
                  <a:cubicBezTo>
                    <a:pt x="1184204" y="533525"/>
                    <a:pt x="1184810" y="532448"/>
                    <a:pt x="1185146" y="531876"/>
                  </a:cubicBezTo>
                  <a:cubicBezTo>
                    <a:pt x="1185483" y="531338"/>
                    <a:pt x="1185685" y="530665"/>
                    <a:pt x="1186223" y="530363"/>
                  </a:cubicBezTo>
                  <a:cubicBezTo>
                    <a:pt x="1186762" y="530026"/>
                    <a:pt x="1187637" y="529488"/>
                    <a:pt x="1189050" y="529152"/>
                  </a:cubicBezTo>
                  <a:cubicBezTo>
                    <a:pt x="1190463" y="528815"/>
                    <a:pt x="1190699" y="529488"/>
                    <a:pt x="1192954" y="529488"/>
                  </a:cubicBezTo>
                  <a:cubicBezTo>
                    <a:pt x="1195243" y="529488"/>
                    <a:pt x="1193492" y="530463"/>
                    <a:pt x="1195142" y="531439"/>
                  </a:cubicBezTo>
                  <a:cubicBezTo>
                    <a:pt x="1196757" y="532414"/>
                    <a:pt x="1196757" y="530564"/>
                    <a:pt x="1197430" y="530026"/>
                  </a:cubicBezTo>
                  <a:cubicBezTo>
                    <a:pt x="1198069" y="529488"/>
                    <a:pt x="1198843" y="528075"/>
                    <a:pt x="1200695" y="527200"/>
                  </a:cubicBezTo>
                  <a:cubicBezTo>
                    <a:pt x="1202546" y="526326"/>
                    <a:pt x="1203421" y="525788"/>
                    <a:pt x="1204598" y="524274"/>
                  </a:cubicBezTo>
                  <a:cubicBezTo>
                    <a:pt x="1205776" y="522760"/>
                    <a:pt x="1205574" y="520573"/>
                    <a:pt x="1206214" y="520136"/>
                  </a:cubicBezTo>
                  <a:cubicBezTo>
                    <a:pt x="1206853" y="519699"/>
                    <a:pt x="1207089" y="518824"/>
                    <a:pt x="1210892" y="518723"/>
                  </a:cubicBezTo>
                  <a:cubicBezTo>
                    <a:pt x="1214695" y="518622"/>
                    <a:pt x="1212945" y="519934"/>
                    <a:pt x="1215570" y="520910"/>
                  </a:cubicBezTo>
                  <a:cubicBezTo>
                    <a:pt x="1218161" y="521885"/>
                    <a:pt x="1216647" y="522760"/>
                    <a:pt x="1218834" y="523399"/>
                  </a:cubicBezTo>
                  <a:cubicBezTo>
                    <a:pt x="1221022" y="524038"/>
                    <a:pt x="1220685" y="523500"/>
                    <a:pt x="1223613" y="522962"/>
                  </a:cubicBezTo>
                  <a:cubicBezTo>
                    <a:pt x="1226541" y="522424"/>
                    <a:pt x="1225464" y="521650"/>
                    <a:pt x="1226238" y="521347"/>
                  </a:cubicBezTo>
                  <a:cubicBezTo>
                    <a:pt x="1227012" y="521011"/>
                    <a:pt x="1227214" y="519160"/>
                    <a:pt x="1227551" y="518521"/>
                  </a:cubicBezTo>
                  <a:cubicBezTo>
                    <a:pt x="1227887" y="517882"/>
                    <a:pt x="1227887" y="515595"/>
                    <a:pt x="1227753" y="514182"/>
                  </a:cubicBezTo>
                  <a:cubicBezTo>
                    <a:pt x="1227652" y="512769"/>
                    <a:pt x="1227854" y="512231"/>
                    <a:pt x="1227854" y="511894"/>
                  </a:cubicBezTo>
                  <a:cubicBezTo>
                    <a:pt x="1227854" y="511558"/>
                    <a:pt x="1227080" y="507454"/>
                    <a:pt x="1227080" y="507454"/>
                  </a:cubicBezTo>
                  <a:cubicBezTo>
                    <a:pt x="1227080" y="507454"/>
                    <a:pt x="1226440" y="505065"/>
                    <a:pt x="1226205" y="504426"/>
                  </a:cubicBezTo>
                  <a:cubicBezTo>
                    <a:pt x="1226003" y="503787"/>
                    <a:pt x="1225431" y="500625"/>
                    <a:pt x="1225431" y="500625"/>
                  </a:cubicBezTo>
                  <a:cubicBezTo>
                    <a:pt x="1225431" y="500625"/>
                    <a:pt x="1225229" y="496824"/>
                    <a:pt x="1225229" y="496386"/>
                  </a:cubicBezTo>
                  <a:cubicBezTo>
                    <a:pt x="1225229" y="495949"/>
                    <a:pt x="1224892" y="494536"/>
                    <a:pt x="1224892" y="494536"/>
                  </a:cubicBezTo>
                  <a:lnTo>
                    <a:pt x="1224354" y="492047"/>
                  </a:lnTo>
                  <a:lnTo>
                    <a:pt x="1223479" y="489120"/>
                  </a:lnTo>
                  <a:lnTo>
                    <a:pt x="1226407" y="488145"/>
                  </a:lnTo>
                  <a:cubicBezTo>
                    <a:pt x="1226407" y="488145"/>
                    <a:pt x="1227282" y="487943"/>
                    <a:pt x="1227719" y="487808"/>
                  </a:cubicBezTo>
                  <a:cubicBezTo>
                    <a:pt x="1228157" y="487707"/>
                    <a:pt x="1229133" y="486732"/>
                    <a:pt x="1231623" y="485958"/>
                  </a:cubicBezTo>
                  <a:cubicBezTo>
                    <a:pt x="1234114" y="485184"/>
                    <a:pt x="1234114" y="484343"/>
                    <a:pt x="1235863" y="483906"/>
                  </a:cubicBezTo>
                  <a:cubicBezTo>
                    <a:pt x="1237614" y="483469"/>
                    <a:pt x="1238892" y="484343"/>
                    <a:pt x="1241417" y="484579"/>
                  </a:cubicBezTo>
                  <a:cubicBezTo>
                    <a:pt x="1243907" y="484781"/>
                    <a:pt x="1242191" y="484915"/>
                    <a:pt x="1244008" y="485353"/>
                  </a:cubicBezTo>
                  <a:cubicBezTo>
                    <a:pt x="1245859" y="485790"/>
                    <a:pt x="1246195" y="486126"/>
                    <a:pt x="1247037" y="485790"/>
                  </a:cubicBezTo>
                  <a:cubicBezTo>
                    <a:pt x="1247912" y="485453"/>
                    <a:pt x="1247912" y="485353"/>
                    <a:pt x="1248249" y="484814"/>
                  </a:cubicBezTo>
                  <a:cubicBezTo>
                    <a:pt x="1248585" y="484276"/>
                    <a:pt x="1248484" y="483637"/>
                    <a:pt x="1248484" y="483637"/>
                  </a:cubicBezTo>
                  <a:lnTo>
                    <a:pt x="1248585" y="482224"/>
                  </a:lnTo>
                  <a:cubicBezTo>
                    <a:pt x="1248585" y="482224"/>
                    <a:pt x="1248921" y="479197"/>
                    <a:pt x="1249023" y="478423"/>
                  </a:cubicBezTo>
                  <a:cubicBezTo>
                    <a:pt x="1249123" y="477649"/>
                    <a:pt x="1249123" y="474722"/>
                    <a:pt x="1249123" y="474722"/>
                  </a:cubicBezTo>
                  <a:cubicBezTo>
                    <a:pt x="1249123" y="474722"/>
                    <a:pt x="1249123" y="471695"/>
                    <a:pt x="1249123" y="471022"/>
                  </a:cubicBezTo>
                  <a:cubicBezTo>
                    <a:pt x="1249123" y="470383"/>
                    <a:pt x="1249023" y="468297"/>
                    <a:pt x="1249023" y="467221"/>
                  </a:cubicBezTo>
                  <a:cubicBezTo>
                    <a:pt x="1249023" y="466144"/>
                    <a:pt x="1249123" y="465808"/>
                    <a:pt x="1249023" y="465472"/>
                  </a:cubicBezTo>
                  <a:cubicBezTo>
                    <a:pt x="1248921" y="465135"/>
                    <a:pt x="1247407" y="463420"/>
                    <a:pt x="1247407" y="462982"/>
                  </a:cubicBezTo>
                  <a:cubicBezTo>
                    <a:pt x="1247407" y="462545"/>
                    <a:pt x="1246970" y="462007"/>
                    <a:pt x="1246768" y="461670"/>
                  </a:cubicBezTo>
                  <a:cubicBezTo>
                    <a:pt x="1246566" y="461334"/>
                    <a:pt x="1245691" y="460022"/>
                    <a:pt x="1245691" y="459181"/>
                  </a:cubicBezTo>
                  <a:cubicBezTo>
                    <a:pt x="1245691" y="458306"/>
                    <a:pt x="1245691" y="457667"/>
                    <a:pt x="1245893" y="457230"/>
                  </a:cubicBezTo>
                  <a:cubicBezTo>
                    <a:pt x="1246095" y="456793"/>
                    <a:pt x="1246229" y="456456"/>
                    <a:pt x="1246229" y="456456"/>
                  </a:cubicBezTo>
                  <a:cubicBezTo>
                    <a:pt x="1246229" y="456456"/>
                    <a:pt x="1247878" y="452857"/>
                    <a:pt x="1248282" y="452655"/>
                  </a:cubicBezTo>
                  <a:cubicBezTo>
                    <a:pt x="1248720" y="452453"/>
                    <a:pt x="1250571" y="451242"/>
                    <a:pt x="1250571" y="451242"/>
                  </a:cubicBezTo>
                  <a:lnTo>
                    <a:pt x="1256326" y="446903"/>
                  </a:lnTo>
                  <a:lnTo>
                    <a:pt x="1257201" y="443303"/>
                  </a:lnTo>
                  <a:cubicBezTo>
                    <a:pt x="1257201" y="443303"/>
                    <a:pt x="1258378" y="440713"/>
                    <a:pt x="1258513" y="440275"/>
                  </a:cubicBezTo>
                  <a:cubicBezTo>
                    <a:pt x="1258614" y="439838"/>
                    <a:pt x="1257739" y="439838"/>
                    <a:pt x="1257739" y="439838"/>
                  </a:cubicBezTo>
                  <a:lnTo>
                    <a:pt x="1255114" y="438863"/>
                  </a:lnTo>
                  <a:lnTo>
                    <a:pt x="1254340" y="437450"/>
                  </a:lnTo>
                  <a:lnTo>
                    <a:pt x="1253902" y="435061"/>
                  </a:lnTo>
                  <a:cubicBezTo>
                    <a:pt x="1253902" y="435061"/>
                    <a:pt x="1251614" y="432471"/>
                    <a:pt x="1251412" y="432034"/>
                  </a:cubicBezTo>
                  <a:cubicBezTo>
                    <a:pt x="1251210" y="431597"/>
                    <a:pt x="1249763" y="431058"/>
                    <a:pt x="1249763" y="431058"/>
                  </a:cubicBezTo>
                  <a:cubicBezTo>
                    <a:pt x="1249763" y="431058"/>
                    <a:pt x="1246734" y="429208"/>
                    <a:pt x="1246195" y="428468"/>
                  </a:cubicBezTo>
                  <a:cubicBezTo>
                    <a:pt x="1245657" y="427694"/>
                    <a:pt x="1242931" y="425104"/>
                    <a:pt x="1242494" y="424768"/>
                  </a:cubicBezTo>
                  <a:cubicBezTo>
                    <a:pt x="1242056" y="424431"/>
                    <a:pt x="1239229" y="422716"/>
                    <a:pt x="1238791" y="422480"/>
                  </a:cubicBezTo>
                  <a:cubicBezTo>
                    <a:pt x="1238354" y="422278"/>
                    <a:pt x="1234753" y="418881"/>
                    <a:pt x="1234753" y="418881"/>
                  </a:cubicBezTo>
                  <a:cubicBezTo>
                    <a:pt x="1234753" y="418881"/>
                    <a:pt x="1233878" y="414205"/>
                    <a:pt x="1233878" y="413566"/>
                  </a:cubicBezTo>
                  <a:cubicBezTo>
                    <a:pt x="1233878" y="412926"/>
                    <a:pt x="1233777" y="409428"/>
                    <a:pt x="1233777" y="409428"/>
                  </a:cubicBezTo>
                  <a:cubicBezTo>
                    <a:pt x="1233777" y="409428"/>
                    <a:pt x="1233777" y="405728"/>
                    <a:pt x="1233676" y="405089"/>
                  </a:cubicBezTo>
                  <a:cubicBezTo>
                    <a:pt x="1233575" y="404449"/>
                    <a:pt x="1232599" y="401388"/>
                    <a:pt x="1232599" y="401388"/>
                  </a:cubicBezTo>
                  <a:lnTo>
                    <a:pt x="1231623" y="398226"/>
                  </a:lnTo>
                  <a:lnTo>
                    <a:pt x="1230849" y="396039"/>
                  </a:lnTo>
                  <a:lnTo>
                    <a:pt x="1229974" y="395400"/>
                  </a:lnTo>
                  <a:cubicBezTo>
                    <a:pt x="1229974" y="395400"/>
                    <a:pt x="1223008" y="392911"/>
                    <a:pt x="1222805" y="392474"/>
                  </a:cubicBezTo>
                  <a:cubicBezTo>
                    <a:pt x="1222570" y="392036"/>
                    <a:pt x="1222368" y="391162"/>
                    <a:pt x="1222368" y="390623"/>
                  </a:cubicBezTo>
                  <a:cubicBezTo>
                    <a:pt x="1222368" y="390085"/>
                    <a:pt x="1222469" y="388437"/>
                    <a:pt x="1222570" y="387798"/>
                  </a:cubicBezTo>
                  <a:cubicBezTo>
                    <a:pt x="1222671" y="387159"/>
                    <a:pt x="1223647" y="386048"/>
                    <a:pt x="1224320" y="384972"/>
                  </a:cubicBezTo>
                  <a:cubicBezTo>
                    <a:pt x="1224959" y="383895"/>
                    <a:pt x="1224959" y="384535"/>
                    <a:pt x="1226272" y="383895"/>
                  </a:cubicBezTo>
                  <a:cubicBezTo>
                    <a:pt x="1227585" y="383256"/>
                    <a:pt x="1227484" y="383256"/>
                    <a:pt x="1228325" y="382819"/>
                  </a:cubicBezTo>
                  <a:cubicBezTo>
                    <a:pt x="1229200" y="382382"/>
                    <a:pt x="1229402" y="381944"/>
                    <a:pt x="1230176" y="380767"/>
                  </a:cubicBezTo>
                  <a:cubicBezTo>
                    <a:pt x="1230950" y="379556"/>
                    <a:pt x="1230176" y="380767"/>
                    <a:pt x="1230714" y="380431"/>
                  </a:cubicBezTo>
                  <a:cubicBezTo>
                    <a:pt x="1231253" y="380094"/>
                    <a:pt x="1231589" y="378917"/>
                    <a:pt x="1232128" y="378379"/>
                  </a:cubicBezTo>
                  <a:cubicBezTo>
                    <a:pt x="1232666" y="377840"/>
                    <a:pt x="1232666" y="376528"/>
                    <a:pt x="1232666" y="376528"/>
                  </a:cubicBezTo>
                  <a:lnTo>
                    <a:pt x="1232431" y="374577"/>
                  </a:lnTo>
                  <a:lnTo>
                    <a:pt x="1231993" y="371415"/>
                  </a:lnTo>
                  <a:lnTo>
                    <a:pt x="1230479" y="369565"/>
                  </a:lnTo>
                  <a:lnTo>
                    <a:pt x="1227753" y="368253"/>
                  </a:lnTo>
                  <a:lnTo>
                    <a:pt x="1224488" y="365629"/>
                  </a:lnTo>
                  <a:cubicBezTo>
                    <a:pt x="1224488" y="365629"/>
                    <a:pt x="1222738" y="363443"/>
                    <a:pt x="1222839" y="364115"/>
                  </a:cubicBezTo>
                  <a:cubicBezTo>
                    <a:pt x="1222940" y="364754"/>
                    <a:pt x="1219373" y="362164"/>
                    <a:pt x="1218700" y="361626"/>
                  </a:cubicBezTo>
                  <a:cubicBezTo>
                    <a:pt x="1218060" y="361088"/>
                    <a:pt x="1214358" y="360415"/>
                    <a:pt x="1213483" y="360112"/>
                  </a:cubicBezTo>
                  <a:cubicBezTo>
                    <a:pt x="1212608" y="359776"/>
                    <a:pt x="1210858" y="359137"/>
                    <a:pt x="1210858" y="358800"/>
                  </a:cubicBezTo>
                  <a:cubicBezTo>
                    <a:pt x="1210858" y="358464"/>
                    <a:pt x="1211397" y="355335"/>
                    <a:pt x="1212373" y="354326"/>
                  </a:cubicBezTo>
                  <a:cubicBezTo>
                    <a:pt x="1213349" y="353351"/>
                    <a:pt x="1213685" y="353553"/>
                    <a:pt x="1214123" y="353351"/>
                  </a:cubicBezTo>
                  <a:cubicBezTo>
                    <a:pt x="1214560" y="353149"/>
                    <a:pt x="1215099" y="351332"/>
                    <a:pt x="1215099" y="351332"/>
                  </a:cubicBezTo>
                  <a:cubicBezTo>
                    <a:pt x="1215099" y="351332"/>
                    <a:pt x="1215301" y="349919"/>
                    <a:pt x="1216176" y="348607"/>
                  </a:cubicBezTo>
                  <a:cubicBezTo>
                    <a:pt x="1217051" y="347296"/>
                    <a:pt x="1217488" y="344571"/>
                    <a:pt x="1217589" y="344167"/>
                  </a:cubicBezTo>
                  <a:cubicBezTo>
                    <a:pt x="1217690" y="343730"/>
                    <a:pt x="1218363" y="341678"/>
                    <a:pt x="1218363" y="341678"/>
                  </a:cubicBezTo>
                  <a:cubicBezTo>
                    <a:pt x="1218363" y="341678"/>
                    <a:pt x="1219137" y="341240"/>
                    <a:pt x="1219878" y="340803"/>
                  </a:cubicBezTo>
                  <a:cubicBezTo>
                    <a:pt x="1220652" y="340366"/>
                    <a:pt x="1221291" y="340366"/>
                    <a:pt x="1222267" y="339929"/>
                  </a:cubicBezTo>
                  <a:cubicBezTo>
                    <a:pt x="1223243" y="339491"/>
                    <a:pt x="1223916" y="339155"/>
                    <a:pt x="1224017" y="338415"/>
                  </a:cubicBezTo>
                  <a:cubicBezTo>
                    <a:pt x="1224118" y="337641"/>
                    <a:pt x="1224118" y="336026"/>
                    <a:pt x="1223916" y="334815"/>
                  </a:cubicBezTo>
                  <a:cubicBezTo>
                    <a:pt x="1223714" y="333604"/>
                    <a:pt x="1222839" y="332629"/>
                    <a:pt x="1222604" y="332225"/>
                  </a:cubicBezTo>
                  <a:cubicBezTo>
                    <a:pt x="1222368" y="331788"/>
                    <a:pt x="1220551" y="330039"/>
                    <a:pt x="1220315" y="329601"/>
                  </a:cubicBezTo>
                  <a:cubicBezTo>
                    <a:pt x="1220079" y="329164"/>
                    <a:pt x="1218902" y="327650"/>
                    <a:pt x="1218902" y="327650"/>
                  </a:cubicBezTo>
                  <a:lnTo>
                    <a:pt x="1216075" y="325161"/>
                  </a:lnTo>
                  <a:lnTo>
                    <a:pt x="1213248" y="321158"/>
                  </a:lnTo>
                  <a:lnTo>
                    <a:pt x="1208469" y="318130"/>
                  </a:lnTo>
                  <a:lnTo>
                    <a:pt x="1205103" y="315641"/>
                  </a:lnTo>
                  <a:lnTo>
                    <a:pt x="1202377" y="312176"/>
                  </a:lnTo>
                  <a:lnTo>
                    <a:pt x="1197060" y="309787"/>
                  </a:lnTo>
                  <a:lnTo>
                    <a:pt x="1195983" y="309451"/>
                  </a:lnTo>
                  <a:lnTo>
                    <a:pt x="1192920" y="308139"/>
                  </a:lnTo>
                  <a:cubicBezTo>
                    <a:pt x="1192920" y="308139"/>
                    <a:pt x="1188141" y="307063"/>
                    <a:pt x="1187603" y="306390"/>
                  </a:cubicBezTo>
                  <a:cubicBezTo>
                    <a:pt x="1187064" y="305751"/>
                    <a:pt x="1183362" y="304203"/>
                    <a:pt x="1182050" y="303463"/>
                  </a:cubicBezTo>
                  <a:cubicBezTo>
                    <a:pt x="1180737" y="302689"/>
                    <a:pt x="1178684" y="301276"/>
                    <a:pt x="1178247" y="300873"/>
                  </a:cubicBezTo>
                  <a:cubicBezTo>
                    <a:pt x="1177809" y="300435"/>
                    <a:pt x="1176934" y="299998"/>
                    <a:pt x="1176934" y="299561"/>
                  </a:cubicBezTo>
                  <a:cubicBezTo>
                    <a:pt x="1176934" y="299124"/>
                    <a:pt x="1177035" y="297173"/>
                    <a:pt x="1177035" y="296836"/>
                  </a:cubicBezTo>
                  <a:cubicBezTo>
                    <a:pt x="1177035" y="296500"/>
                    <a:pt x="1177372" y="295322"/>
                    <a:pt x="1177473" y="294549"/>
                  </a:cubicBezTo>
                  <a:cubicBezTo>
                    <a:pt x="1177574" y="293775"/>
                    <a:pt x="1178146" y="291386"/>
                    <a:pt x="1178247" y="291084"/>
                  </a:cubicBezTo>
                  <a:cubicBezTo>
                    <a:pt x="1178348" y="290747"/>
                    <a:pt x="1179122" y="290983"/>
                    <a:pt x="1179559" y="290310"/>
                  </a:cubicBezTo>
                  <a:cubicBezTo>
                    <a:pt x="1179997" y="289671"/>
                    <a:pt x="1181074" y="289234"/>
                    <a:pt x="1181074" y="288796"/>
                  </a:cubicBezTo>
                  <a:cubicBezTo>
                    <a:pt x="1181074" y="288359"/>
                    <a:pt x="1181612" y="287484"/>
                    <a:pt x="1181713" y="287047"/>
                  </a:cubicBezTo>
                  <a:cubicBezTo>
                    <a:pt x="1181814" y="286610"/>
                    <a:pt x="1182151" y="285836"/>
                    <a:pt x="1182353" y="285399"/>
                  </a:cubicBezTo>
                  <a:cubicBezTo>
                    <a:pt x="1182555" y="284961"/>
                    <a:pt x="1182891" y="283986"/>
                    <a:pt x="1183127" y="283347"/>
                  </a:cubicBezTo>
                  <a:cubicBezTo>
                    <a:pt x="1183329" y="282708"/>
                    <a:pt x="1183564" y="281597"/>
                    <a:pt x="1183564" y="281597"/>
                  </a:cubicBezTo>
                  <a:lnTo>
                    <a:pt x="1183901" y="279646"/>
                  </a:lnTo>
                  <a:cubicBezTo>
                    <a:pt x="1183901" y="279646"/>
                    <a:pt x="1183463" y="278435"/>
                    <a:pt x="1183362" y="277695"/>
                  </a:cubicBezTo>
                  <a:cubicBezTo>
                    <a:pt x="1183261" y="276921"/>
                    <a:pt x="1182050" y="276921"/>
                    <a:pt x="1181410" y="275206"/>
                  </a:cubicBezTo>
                  <a:cubicBezTo>
                    <a:pt x="1180771" y="273457"/>
                    <a:pt x="1179795" y="273457"/>
                    <a:pt x="1179795" y="273457"/>
                  </a:cubicBezTo>
                  <a:lnTo>
                    <a:pt x="1179459" y="271404"/>
                  </a:lnTo>
                  <a:cubicBezTo>
                    <a:pt x="1179459" y="271404"/>
                    <a:pt x="1179459" y="269891"/>
                    <a:pt x="1179459" y="269218"/>
                  </a:cubicBezTo>
                  <a:cubicBezTo>
                    <a:pt x="1179459" y="268579"/>
                    <a:pt x="1179223" y="267805"/>
                    <a:pt x="1179223" y="266830"/>
                  </a:cubicBezTo>
                  <a:cubicBezTo>
                    <a:pt x="1179223" y="265854"/>
                    <a:pt x="1176059" y="264441"/>
                    <a:pt x="1175756" y="264105"/>
                  </a:cubicBezTo>
                  <a:cubicBezTo>
                    <a:pt x="1175420" y="263768"/>
                    <a:pt x="1173030" y="262894"/>
                    <a:pt x="1173030" y="262894"/>
                  </a:cubicBezTo>
                  <a:cubicBezTo>
                    <a:pt x="1173030" y="262894"/>
                    <a:pt x="1171078" y="263432"/>
                    <a:pt x="1170742" y="263667"/>
                  </a:cubicBezTo>
                  <a:cubicBezTo>
                    <a:pt x="1170405" y="263869"/>
                    <a:pt x="1169665" y="264879"/>
                    <a:pt x="1169665" y="264879"/>
                  </a:cubicBezTo>
                  <a:cubicBezTo>
                    <a:pt x="1169665" y="264879"/>
                    <a:pt x="1169665" y="266190"/>
                    <a:pt x="1169564" y="266931"/>
                  </a:cubicBezTo>
                  <a:cubicBezTo>
                    <a:pt x="1169463" y="267704"/>
                    <a:pt x="1169227" y="268680"/>
                    <a:pt x="1169026" y="269117"/>
                  </a:cubicBezTo>
                  <a:cubicBezTo>
                    <a:pt x="1168824" y="269554"/>
                    <a:pt x="1167949" y="271741"/>
                    <a:pt x="1167275" y="272481"/>
                  </a:cubicBezTo>
                  <a:cubicBezTo>
                    <a:pt x="1166636" y="273255"/>
                    <a:pt x="1166401" y="274230"/>
                    <a:pt x="1165626" y="275206"/>
                  </a:cubicBezTo>
                  <a:cubicBezTo>
                    <a:pt x="1164852" y="276181"/>
                    <a:pt x="1164987" y="276080"/>
                    <a:pt x="1164987" y="276080"/>
                  </a:cubicBezTo>
                  <a:cubicBezTo>
                    <a:pt x="1164987" y="276080"/>
                    <a:pt x="1164348" y="277695"/>
                    <a:pt x="1163910" y="278267"/>
                  </a:cubicBezTo>
                  <a:cubicBezTo>
                    <a:pt x="1163473" y="278805"/>
                    <a:pt x="1163809" y="280655"/>
                    <a:pt x="1163809" y="281093"/>
                  </a:cubicBezTo>
                  <a:cubicBezTo>
                    <a:pt x="1163809" y="281530"/>
                    <a:pt x="1164011" y="282943"/>
                    <a:pt x="1164011" y="282943"/>
                  </a:cubicBezTo>
                  <a:cubicBezTo>
                    <a:pt x="1164011" y="282943"/>
                    <a:pt x="1164247" y="284894"/>
                    <a:pt x="1164549" y="285432"/>
                  </a:cubicBezTo>
                  <a:cubicBezTo>
                    <a:pt x="1164886" y="285970"/>
                    <a:pt x="1164650" y="287047"/>
                    <a:pt x="1164650" y="287047"/>
                  </a:cubicBezTo>
                  <a:lnTo>
                    <a:pt x="1162800" y="288796"/>
                  </a:lnTo>
                  <a:lnTo>
                    <a:pt x="1160410" y="289435"/>
                  </a:lnTo>
                  <a:cubicBezTo>
                    <a:pt x="1160410" y="289435"/>
                    <a:pt x="1158458" y="289772"/>
                    <a:pt x="1158121" y="289873"/>
                  </a:cubicBezTo>
                  <a:cubicBezTo>
                    <a:pt x="1157785" y="289974"/>
                    <a:pt x="1156472" y="289772"/>
                    <a:pt x="1156472" y="289772"/>
                  </a:cubicBezTo>
                  <a:lnTo>
                    <a:pt x="1155059" y="286946"/>
                  </a:lnTo>
                  <a:lnTo>
                    <a:pt x="1153309" y="284221"/>
                  </a:lnTo>
                  <a:lnTo>
                    <a:pt x="1150583" y="281631"/>
                  </a:lnTo>
                  <a:lnTo>
                    <a:pt x="1147857" y="277056"/>
                  </a:lnTo>
                  <a:cubicBezTo>
                    <a:pt x="1147857" y="277056"/>
                    <a:pt x="1145669" y="275307"/>
                    <a:pt x="1144828" y="275004"/>
                  </a:cubicBezTo>
                  <a:cubicBezTo>
                    <a:pt x="1143953" y="274668"/>
                    <a:pt x="1143078" y="274567"/>
                    <a:pt x="1142775" y="274466"/>
                  </a:cubicBezTo>
                  <a:cubicBezTo>
                    <a:pt x="1142439" y="274365"/>
                    <a:pt x="1140587" y="273591"/>
                    <a:pt x="1140587" y="273591"/>
                  </a:cubicBezTo>
                  <a:lnTo>
                    <a:pt x="1138534" y="271842"/>
                  </a:lnTo>
                  <a:lnTo>
                    <a:pt x="1134933" y="267805"/>
                  </a:lnTo>
                  <a:lnTo>
                    <a:pt x="1132645" y="264979"/>
                  </a:lnTo>
                  <a:cubicBezTo>
                    <a:pt x="1132645" y="264979"/>
                    <a:pt x="1127429" y="258992"/>
                    <a:pt x="1127327" y="258689"/>
                  </a:cubicBezTo>
                  <a:cubicBezTo>
                    <a:pt x="1127227" y="258352"/>
                    <a:pt x="1123727" y="254988"/>
                    <a:pt x="1123727" y="254988"/>
                  </a:cubicBezTo>
                  <a:lnTo>
                    <a:pt x="1121135" y="253575"/>
                  </a:lnTo>
                  <a:cubicBezTo>
                    <a:pt x="1121135" y="253575"/>
                    <a:pt x="1112116" y="245098"/>
                    <a:pt x="1111140" y="244661"/>
                  </a:cubicBezTo>
                  <a:cubicBezTo>
                    <a:pt x="1110164" y="244224"/>
                    <a:pt x="1106697" y="241196"/>
                    <a:pt x="1105688" y="240422"/>
                  </a:cubicBezTo>
                  <a:cubicBezTo>
                    <a:pt x="1104712" y="239649"/>
                    <a:pt x="1099596" y="235208"/>
                    <a:pt x="1099596" y="235208"/>
                  </a:cubicBezTo>
                  <a:cubicBezTo>
                    <a:pt x="1099596" y="235208"/>
                    <a:pt x="1093303" y="232046"/>
                    <a:pt x="1092865" y="231743"/>
                  </a:cubicBezTo>
                  <a:cubicBezTo>
                    <a:pt x="1092428" y="231407"/>
                    <a:pt x="1089803" y="228918"/>
                    <a:pt x="1089399" y="228817"/>
                  </a:cubicBezTo>
                  <a:cubicBezTo>
                    <a:pt x="1088961" y="228716"/>
                    <a:pt x="1087346" y="227404"/>
                    <a:pt x="1087346" y="227404"/>
                  </a:cubicBezTo>
                  <a:cubicBezTo>
                    <a:pt x="1087346" y="227404"/>
                    <a:pt x="1083004" y="226327"/>
                    <a:pt x="1082668" y="226092"/>
                  </a:cubicBezTo>
                  <a:cubicBezTo>
                    <a:pt x="1082331" y="225890"/>
                    <a:pt x="1079067" y="225116"/>
                    <a:pt x="1078629" y="224881"/>
                  </a:cubicBezTo>
                  <a:cubicBezTo>
                    <a:pt x="1078192" y="224679"/>
                    <a:pt x="1074187" y="221080"/>
                    <a:pt x="1074052" y="220642"/>
                  </a:cubicBezTo>
                  <a:cubicBezTo>
                    <a:pt x="1073951" y="220205"/>
                    <a:pt x="1072437" y="219566"/>
                    <a:pt x="1072100" y="219028"/>
                  </a:cubicBezTo>
                  <a:cubicBezTo>
                    <a:pt x="1071764" y="218489"/>
                    <a:pt x="1069711" y="216538"/>
                    <a:pt x="1069711" y="216538"/>
                  </a:cubicBezTo>
                  <a:cubicBezTo>
                    <a:pt x="1069711" y="216538"/>
                    <a:pt x="1069071" y="216538"/>
                    <a:pt x="1068398" y="216875"/>
                  </a:cubicBezTo>
                  <a:cubicBezTo>
                    <a:pt x="1067759" y="217211"/>
                    <a:pt x="1067086" y="217648"/>
                    <a:pt x="1065235" y="218624"/>
                  </a:cubicBezTo>
                  <a:cubicBezTo>
                    <a:pt x="1063384" y="219600"/>
                    <a:pt x="1061970" y="219061"/>
                    <a:pt x="1060893" y="218960"/>
                  </a:cubicBezTo>
                  <a:cubicBezTo>
                    <a:pt x="1059816" y="218859"/>
                    <a:pt x="1058840" y="216908"/>
                    <a:pt x="1058840" y="216908"/>
                  </a:cubicBezTo>
                  <a:lnTo>
                    <a:pt x="1059379" y="215058"/>
                  </a:lnTo>
                  <a:cubicBezTo>
                    <a:pt x="1059379" y="215058"/>
                    <a:pt x="1059716" y="213309"/>
                    <a:pt x="1059917" y="212333"/>
                  </a:cubicBezTo>
                  <a:cubicBezTo>
                    <a:pt x="1060119" y="211358"/>
                    <a:pt x="1060355" y="210281"/>
                    <a:pt x="1060355" y="210281"/>
                  </a:cubicBezTo>
                  <a:lnTo>
                    <a:pt x="1059379" y="205404"/>
                  </a:lnTo>
                  <a:lnTo>
                    <a:pt x="1059379" y="201804"/>
                  </a:lnTo>
                  <a:lnTo>
                    <a:pt x="1059042" y="197666"/>
                  </a:lnTo>
                  <a:cubicBezTo>
                    <a:pt x="1059042" y="197666"/>
                    <a:pt x="1057528" y="195278"/>
                    <a:pt x="1057292" y="194942"/>
                  </a:cubicBezTo>
                  <a:cubicBezTo>
                    <a:pt x="1057090" y="194605"/>
                    <a:pt x="1051436" y="194067"/>
                    <a:pt x="1051436" y="194067"/>
                  </a:cubicBezTo>
                  <a:lnTo>
                    <a:pt x="1048071" y="192318"/>
                  </a:lnTo>
                  <a:lnTo>
                    <a:pt x="1045379" y="192318"/>
                  </a:lnTo>
                  <a:cubicBezTo>
                    <a:pt x="1045379" y="192318"/>
                    <a:pt x="1042787" y="192049"/>
                    <a:pt x="1041845" y="191410"/>
                  </a:cubicBezTo>
                  <a:cubicBezTo>
                    <a:pt x="1040902" y="190770"/>
                    <a:pt x="1040162" y="190938"/>
                    <a:pt x="1040162" y="190938"/>
                  </a:cubicBezTo>
                  <a:cubicBezTo>
                    <a:pt x="1040162" y="190938"/>
                    <a:pt x="1037571" y="189055"/>
                    <a:pt x="1037268" y="188550"/>
                  </a:cubicBezTo>
                  <a:cubicBezTo>
                    <a:pt x="1036965" y="188046"/>
                    <a:pt x="1036191" y="187608"/>
                    <a:pt x="1035888" y="187171"/>
                  </a:cubicBezTo>
                  <a:cubicBezTo>
                    <a:pt x="1035585" y="186734"/>
                    <a:pt x="1034946" y="186364"/>
                    <a:pt x="1034441" y="185792"/>
                  </a:cubicBezTo>
                  <a:cubicBezTo>
                    <a:pt x="1033936" y="185220"/>
                    <a:pt x="1032994" y="184042"/>
                    <a:pt x="1032859" y="183269"/>
                  </a:cubicBezTo>
                  <a:cubicBezTo>
                    <a:pt x="1032724" y="182461"/>
                    <a:pt x="1031849" y="181620"/>
                    <a:pt x="1031715" y="181015"/>
                  </a:cubicBezTo>
                  <a:cubicBezTo>
                    <a:pt x="1031580" y="180443"/>
                    <a:pt x="1030840" y="179871"/>
                    <a:pt x="1030772" y="179266"/>
                  </a:cubicBezTo>
                  <a:cubicBezTo>
                    <a:pt x="1030705" y="178694"/>
                    <a:pt x="1028686" y="178525"/>
                    <a:pt x="1028686" y="178525"/>
                  </a:cubicBezTo>
                  <a:cubicBezTo>
                    <a:pt x="1028686" y="178525"/>
                    <a:pt x="1026297" y="178155"/>
                    <a:pt x="1025421" y="177012"/>
                  </a:cubicBezTo>
                  <a:cubicBezTo>
                    <a:pt x="1024546" y="175868"/>
                    <a:pt x="1025421" y="174993"/>
                    <a:pt x="1025489" y="174119"/>
                  </a:cubicBezTo>
                  <a:cubicBezTo>
                    <a:pt x="1025556" y="173244"/>
                    <a:pt x="1025186" y="171596"/>
                    <a:pt x="1025186" y="171360"/>
                  </a:cubicBezTo>
                  <a:cubicBezTo>
                    <a:pt x="1025186" y="171125"/>
                    <a:pt x="1024378" y="169342"/>
                    <a:pt x="1023941" y="168669"/>
                  </a:cubicBezTo>
                  <a:cubicBezTo>
                    <a:pt x="1023503" y="168030"/>
                    <a:pt x="1022426" y="166516"/>
                    <a:pt x="1022426" y="166516"/>
                  </a:cubicBezTo>
                  <a:cubicBezTo>
                    <a:pt x="1022426" y="166516"/>
                    <a:pt x="1021114" y="165709"/>
                    <a:pt x="1020676" y="165137"/>
                  </a:cubicBezTo>
                  <a:cubicBezTo>
                    <a:pt x="1020239" y="164565"/>
                    <a:pt x="1019465" y="165002"/>
                    <a:pt x="1019465" y="165002"/>
                  </a:cubicBezTo>
                  <a:lnTo>
                    <a:pt x="1017849" y="165810"/>
                  </a:lnTo>
                  <a:lnTo>
                    <a:pt x="1016099" y="167122"/>
                  </a:lnTo>
                  <a:cubicBezTo>
                    <a:pt x="1016099" y="167122"/>
                    <a:pt x="1015291" y="168635"/>
                    <a:pt x="1015224" y="169073"/>
                  </a:cubicBezTo>
                  <a:cubicBezTo>
                    <a:pt x="1015157" y="169510"/>
                    <a:pt x="1014921" y="170957"/>
                    <a:pt x="1014787" y="171461"/>
                  </a:cubicBezTo>
                  <a:cubicBezTo>
                    <a:pt x="1014652" y="171966"/>
                    <a:pt x="1014282" y="172840"/>
                    <a:pt x="1014214" y="173850"/>
                  </a:cubicBezTo>
                  <a:cubicBezTo>
                    <a:pt x="1014147" y="174859"/>
                    <a:pt x="1014147" y="175801"/>
                    <a:pt x="1014147" y="175801"/>
                  </a:cubicBezTo>
                  <a:cubicBezTo>
                    <a:pt x="1014147" y="175801"/>
                    <a:pt x="1014147" y="177314"/>
                    <a:pt x="1014147" y="177617"/>
                  </a:cubicBezTo>
                  <a:cubicBezTo>
                    <a:pt x="1014147" y="177920"/>
                    <a:pt x="1014484" y="178256"/>
                    <a:pt x="1015426" y="179568"/>
                  </a:cubicBezTo>
                  <a:cubicBezTo>
                    <a:pt x="1016368" y="180880"/>
                    <a:pt x="1016032" y="180813"/>
                    <a:pt x="1016705" y="181385"/>
                  </a:cubicBezTo>
                  <a:cubicBezTo>
                    <a:pt x="1017344" y="181957"/>
                    <a:pt x="1017075" y="183201"/>
                    <a:pt x="1017580" y="183706"/>
                  </a:cubicBezTo>
                  <a:cubicBezTo>
                    <a:pt x="1018085" y="184211"/>
                    <a:pt x="1018017" y="184648"/>
                    <a:pt x="1018825" y="185455"/>
                  </a:cubicBezTo>
                  <a:cubicBezTo>
                    <a:pt x="1019633" y="186263"/>
                    <a:pt x="1019195" y="185893"/>
                    <a:pt x="1019431" y="185960"/>
                  </a:cubicBezTo>
                  <a:cubicBezTo>
                    <a:pt x="1019666" y="186027"/>
                    <a:pt x="1019768" y="187036"/>
                    <a:pt x="1020575" y="187406"/>
                  </a:cubicBezTo>
                  <a:cubicBezTo>
                    <a:pt x="1021383" y="187776"/>
                    <a:pt x="1021719" y="188146"/>
                    <a:pt x="1021719" y="188146"/>
                  </a:cubicBezTo>
                  <a:cubicBezTo>
                    <a:pt x="1021719" y="188146"/>
                    <a:pt x="1025287" y="191847"/>
                    <a:pt x="1025186" y="192789"/>
                  </a:cubicBezTo>
                  <a:cubicBezTo>
                    <a:pt x="1025118" y="193731"/>
                    <a:pt x="1024984" y="194740"/>
                    <a:pt x="1024883" y="195682"/>
                  </a:cubicBezTo>
                  <a:cubicBezTo>
                    <a:pt x="1024816" y="196624"/>
                    <a:pt x="1023571" y="197195"/>
                    <a:pt x="1023133" y="197700"/>
                  </a:cubicBezTo>
                  <a:cubicBezTo>
                    <a:pt x="1022695" y="198205"/>
                    <a:pt x="1019868" y="198777"/>
                    <a:pt x="1019397" y="198777"/>
                  </a:cubicBezTo>
                  <a:cubicBezTo>
                    <a:pt x="1018926" y="198777"/>
                    <a:pt x="1017715" y="198911"/>
                    <a:pt x="1017277" y="198911"/>
                  </a:cubicBezTo>
                  <a:cubicBezTo>
                    <a:pt x="1016840" y="198911"/>
                    <a:pt x="1014955" y="198474"/>
                    <a:pt x="1013878" y="197902"/>
                  </a:cubicBezTo>
                  <a:cubicBezTo>
                    <a:pt x="1012801" y="197330"/>
                    <a:pt x="1012060" y="197027"/>
                    <a:pt x="1011859" y="196960"/>
                  </a:cubicBezTo>
                  <a:cubicBezTo>
                    <a:pt x="1011657" y="196893"/>
                    <a:pt x="1008460" y="195379"/>
                    <a:pt x="1008224" y="195143"/>
                  </a:cubicBezTo>
                  <a:cubicBezTo>
                    <a:pt x="1007988" y="194908"/>
                    <a:pt x="1006575" y="193899"/>
                    <a:pt x="1006575" y="193899"/>
                  </a:cubicBezTo>
                  <a:cubicBezTo>
                    <a:pt x="1006575" y="193899"/>
                    <a:pt x="1006205" y="191275"/>
                    <a:pt x="1006272" y="191073"/>
                  </a:cubicBezTo>
                  <a:cubicBezTo>
                    <a:pt x="1006339" y="190871"/>
                    <a:pt x="1003580" y="188617"/>
                    <a:pt x="1003580" y="188617"/>
                  </a:cubicBezTo>
                  <a:lnTo>
                    <a:pt x="1001695" y="187743"/>
                  </a:lnTo>
                  <a:lnTo>
                    <a:pt x="996983" y="183975"/>
                  </a:lnTo>
                  <a:lnTo>
                    <a:pt x="987493" y="175868"/>
                  </a:lnTo>
                  <a:cubicBezTo>
                    <a:pt x="987493" y="175868"/>
                    <a:pt x="986685" y="175363"/>
                    <a:pt x="986416" y="174993"/>
                  </a:cubicBezTo>
                  <a:cubicBezTo>
                    <a:pt x="986113" y="174623"/>
                    <a:pt x="984666" y="172908"/>
                    <a:pt x="984228" y="172370"/>
                  </a:cubicBezTo>
                  <a:cubicBezTo>
                    <a:pt x="983791" y="171865"/>
                    <a:pt x="982714" y="171058"/>
                    <a:pt x="982579" y="170721"/>
                  </a:cubicBezTo>
                  <a:cubicBezTo>
                    <a:pt x="982445" y="170351"/>
                    <a:pt x="981334" y="169847"/>
                    <a:pt x="981132" y="169712"/>
                  </a:cubicBezTo>
                  <a:cubicBezTo>
                    <a:pt x="980897" y="169577"/>
                    <a:pt x="980055" y="170149"/>
                    <a:pt x="978877" y="170082"/>
                  </a:cubicBezTo>
                  <a:cubicBezTo>
                    <a:pt x="977733" y="170015"/>
                    <a:pt x="977565" y="170082"/>
                    <a:pt x="977127" y="169880"/>
                  </a:cubicBezTo>
                  <a:cubicBezTo>
                    <a:pt x="976690" y="169678"/>
                    <a:pt x="976117" y="168938"/>
                    <a:pt x="976117" y="168938"/>
                  </a:cubicBezTo>
                  <a:cubicBezTo>
                    <a:pt x="976117" y="168938"/>
                    <a:pt x="975040" y="167929"/>
                    <a:pt x="974670" y="167626"/>
                  </a:cubicBezTo>
                  <a:cubicBezTo>
                    <a:pt x="974300" y="167324"/>
                    <a:pt x="974468" y="166314"/>
                    <a:pt x="974536" y="166045"/>
                  </a:cubicBezTo>
                  <a:cubicBezTo>
                    <a:pt x="974603" y="165742"/>
                    <a:pt x="975848" y="164666"/>
                    <a:pt x="976353" y="164296"/>
                  </a:cubicBezTo>
                  <a:cubicBezTo>
                    <a:pt x="976858" y="163926"/>
                    <a:pt x="975848" y="163152"/>
                    <a:pt x="975848" y="163152"/>
                  </a:cubicBezTo>
                  <a:lnTo>
                    <a:pt x="973593" y="161639"/>
                  </a:lnTo>
                  <a:cubicBezTo>
                    <a:pt x="973593" y="161639"/>
                    <a:pt x="972449" y="159620"/>
                    <a:pt x="972281" y="159183"/>
                  </a:cubicBezTo>
                  <a:cubicBezTo>
                    <a:pt x="972146" y="158745"/>
                    <a:pt x="970699" y="158476"/>
                    <a:pt x="970262" y="158174"/>
                  </a:cubicBezTo>
                  <a:cubicBezTo>
                    <a:pt x="969824" y="157871"/>
                    <a:pt x="968680" y="156727"/>
                    <a:pt x="968680" y="156727"/>
                  </a:cubicBezTo>
                  <a:cubicBezTo>
                    <a:pt x="968680" y="156727"/>
                    <a:pt x="967536" y="154271"/>
                    <a:pt x="967367" y="153699"/>
                  </a:cubicBezTo>
                  <a:cubicBezTo>
                    <a:pt x="967233" y="153128"/>
                    <a:pt x="966930" y="150369"/>
                    <a:pt x="966930" y="150369"/>
                  </a:cubicBezTo>
                  <a:lnTo>
                    <a:pt x="965785" y="148048"/>
                  </a:lnTo>
                  <a:cubicBezTo>
                    <a:pt x="965785" y="148048"/>
                    <a:pt x="964036" y="147173"/>
                    <a:pt x="964036" y="146601"/>
                  </a:cubicBezTo>
                  <a:cubicBezTo>
                    <a:pt x="964036" y="146030"/>
                    <a:pt x="961848" y="144852"/>
                    <a:pt x="961579" y="144146"/>
                  </a:cubicBezTo>
                  <a:cubicBezTo>
                    <a:pt x="961276" y="143406"/>
                    <a:pt x="960569" y="141825"/>
                    <a:pt x="960401" y="141387"/>
                  </a:cubicBezTo>
                  <a:cubicBezTo>
                    <a:pt x="960266" y="140950"/>
                    <a:pt x="958651" y="138494"/>
                    <a:pt x="958651" y="137620"/>
                  </a:cubicBezTo>
                  <a:cubicBezTo>
                    <a:pt x="958651" y="136745"/>
                    <a:pt x="955016" y="132843"/>
                    <a:pt x="955016" y="132843"/>
                  </a:cubicBezTo>
                  <a:cubicBezTo>
                    <a:pt x="955016" y="132843"/>
                    <a:pt x="951684" y="130387"/>
                    <a:pt x="951381" y="129512"/>
                  </a:cubicBezTo>
                  <a:cubicBezTo>
                    <a:pt x="951078" y="128638"/>
                    <a:pt x="947477" y="127326"/>
                    <a:pt x="946872" y="127057"/>
                  </a:cubicBezTo>
                  <a:cubicBezTo>
                    <a:pt x="946300" y="126754"/>
                    <a:pt x="944684" y="124298"/>
                    <a:pt x="943102" y="123155"/>
                  </a:cubicBezTo>
                  <a:cubicBezTo>
                    <a:pt x="941521" y="122011"/>
                    <a:pt x="940511" y="121136"/>
                    <a:pt x="939905" y="120564"/>
                  </a:cubicBezTo>
                  <a:cubicBezTo>
                    <a:pt x="939333" y="119993"/>
                    <a:pt x="937886" y="118815"/>
                    <a:pt x="936876" y="117537"/>
                  </a:cubicBezTo>
                  <a:cubicBezTo>
                    <a:pt x="935867" y="116225"/>
                    <a:pt x="935294" y="115956"/>
                    <a:pt x="935294" y="115956"/>
                  </a:cubicBezTo>
                  <a:cubicBezTo>
                    <a:pt x="935294" y="115956"/>
                    <a:pt x="933847" y="114509"/>
                    <a:pt x="933410" y="114072"/>
                  </a:cubicBezTo>
                  <a:cubicBezTo>
                    <a:pt x="932972" y="113635"/>
                    <a:pt x="930650" y="112928"/>
                    <a:pt x="930516" y="112491"/>
                  </a:cubicBezTo>
                  <a:cubicBezTo>
                    <a:pt x="930381" y="112054"/>
                    <a:pt x="929371" y="109732"/>
                    <a:pt x="928934" y="108723"/>
                  </a:cubicBezTo>
                  <a:cubicBezTo>
                    <a:pt x="928496" y="107714"/>
                    <a:pt x="926612" y="104653"/>
                    <a:pt x="926612" y="104653"/>
                  </a:cubicBezTo>
                  <a:lnTo>
                    <a:pt x="922842" y="102063"/>
                  </a:lnTo>
                  <a:cubicBezTo>
                    <a:pt x="922842" y="102063"/>
                    <a:pt x="921664" y="102063"/>
                    <a:pt x="921092" y="102063"/>
                  </a:cubicBezTo>
                  <a:cubicBezTo>
                    <a:pt x="920520" y="102063"/>
                    <a:pt x="919208" y="100481"/>
                    <a:pt x="919073" y="100044"/>
                  </a:cubicBezTo>
                  <a:cubicBezTo>
                    <a:pt x="918938" y="99607"/>
                    <a:pt x="916751" y="97723"/>
                    <a:pt x="916482" y="97151"/>
                  </a:cubicBezTo>
                  <a:cubicBezTo>
                    <a:pt x="916179" y="96579"/>
                    <a:pt x="915472" y="94527"/>
                    <a:pt x="915472" y="93955"/>
                  </a:cubicBezTo>
                  <a:cubicBezTo>
                    <a:pt x="915472" y="93384"/>
                    <a:pt x="914159" y="89751"/>
                    <a:pt x="914159" y="89751"/>
                  </a:cubicBezTo>
                  <a:lnTo>
                    <a:pt x="911703" y="86992"/>
                  </a:lnTo>
                  <a:lnTo>
                    <a:pt x="907227" y="84671"/>
                  </a:lnTo>
                  <a:cubicBezTo>
                    <a:pt x="907227" y="84671"/>
                    <a:pt x="904635" y="84671"/>
                    <a:pt x="904198" y="84671"/>
                  </a:cubicBezTo>
                  <a:cubicBezTo>
                    <a:pt x="903760" y="84671"/>
                    <a:pt x="901303" y="86487"/>
                    <a:pt x="900563" y="87059"/>
                  </a:cubicBezTo>
                  <a:cubicBezTo>
                    <a:pt x="899856" y="87631"/>
                    <a:pt x="898678" y="87867"/>
                    <a:pt x="898678" y="87867"/>
                  </a:cubicBezTo>
                  <a:lnTo>
                    <a:pt x="897534" y="89885"/>
                  </a:lnTo>
                  <a:lnTo>
                    <a:pt x="896524" y="91769"/>
                  </a:lnTo>
                  <a:cubicBezTo>
                    <a:pt x="896524" y="91769"/>
                    <a:pt x="896221" y="93081"/>
                    <a:pt x="896221" y="94225"/>
                  </a:cubicBezTo>
                  <a:cubicBezTo>
                    <a:pt x="896221" y="95368"/>
                    <a:pt x="895649" y="95671"/>
                    <a:pt x="895649" y="95671"/>
                  </a:cubicBezTo>
                  <a:cubicBezTo>
                    <a:pt x="895649" y="95671"/>
                    <a:pt x="894505" y="97858"/>
                    <a:pt x="893899" y="98295"/>
                  </a:cubicBezTo>
                  <a:cubicBezTo>
                    <a:pt x="893327" y="98732"/>
                    <a:pt x="893024" y="99439"/>
                    <a:pt x="893024" y="99439"/>
                  </a:cubicBezTo>
                  <a:cubicBezTo>
                    <a:pt x="893024" y="99439"/>
                    <a:pt x="888548" y="100885"/>
                    <a:pt x="887942" y="101020"/>
                  </a:cubicBezTo>
                  <a:cubicBezTo>
                    <a:pt x="887370" y="101154"/>
                    <a:pt x="879596" y="102264"/>
                    <a:pt x="879596" y="102264"/>
                  </a:cubicBezTo>
                  <a:cubicBezTo>
                    <a:pt x="879596" y="102264"/>
                    <a:pt x="874817" y="101928"/>
                    <a:pt x="873740" y="101625"/>
                  </a:cubicBezTo>
                  <a:cubicBezTo>
                    <a:pt x="872663" y="101289"/>
                    <a:pt x="872529" y="98799"/>
                    <a:pt x="872428" y="98261"/>
                  </a:cubicBezTo>
                  <a:cubicBezTo>
                    <a:pt x="872327" y="97723"/>
                    <a:pt x="870240" y="94998"/>
                    <a:pt x="870240" y="94998"/>
                  </a:cubicBezTo>
                  <a:lnTo>
                    <a:pt x="866538" y="90087"/>
                  </a:lnTo>
                  <a:cubicBezTo>
                    <a:pt x="866538" y="90087"/>
                    <a:pt x="864351" y="89111"/>
                    <a:pt x="863913" y="89111"/>
                  </a:cubicBezTo>
                  <a:cubicBezTo>
                    <a:pt x="863476" y="89111"/>
                    <a:pt x="862836" y="89313"/>
                    <a:pt x="862500" y="89313"/>
                  </a:cubicBezTo>
                  <a:cubicBezTo>
                    <a:pt x="862163" y="89313"/>
                    <a:pt x="861187" y="89414"/>
                    <a:pt x="860548" y="89515"/>
                  </a:cubicBezTo>
                  <a:cubicBezTo>
                    <a:pt x="859908" y="89616"/>
                    <a:pt x="859572" y="90827"/>
                    <a:pt x="859134" y="91802"/>
                  </a:cubicBezTo>
                  <a:cubicBezTo>
                    <a:pt x="858697" y="92778"/>
                    <a:pt x="857721" y="93989"/>
                    <a:pt x="856846" y="94830"/>
                  </a:cubicBezTo>
                  <a:cubicBezTo>
                    <a:pt x="855971" y="95705"/>
                    <a:pt x="855432" y="96243"/>
                    <a:pt x="855432" y="96243"/>
                  </a:cubicBezTo>
                  <a:cubicBezTo>
                    <a:pt x="855432" y="96243"/>
                    <a:pt x="854557" y="98531"/>
                    <a:pt x="853918" y="98968"/>
                  </a:cubicBezTo>
                  <a:cubicBezTo>
                    <a:pt x="853278" y="99405"/>
                    <a:pt x="852605" y="100044"/>
                    <a:pt x="851629" y="100818"/>
                  </a:cubicBezTo>
                  <a:cubicBezTo>
                    <a:pt x="850653" y="101592"/>
                    <a:pt x="850317" y="101255"/>
                    <a:pt x="850317" y="101255"/>
                  </a:cubicBezTo>
                  <a:cubicBezTo>
                    <a:pt x="850317" y="101255"/>
                    <a:pt x="848365" y="102668"/>
                    <a:pt x="847591" y="103307"/>
                  </a:cubicBezTo>
                  <a:cubicBezTo>
                    <a:pt x="846817" y="103946"/>
                    <a:pt x="846177" y="105898"/>
                    <a:pt x="846177" y="106772"/>
                  </a:cubicBezTo>
                  <a:cubicBezTo>
                    <a:pt x="846177" y="107647"/>
                    <a:pt x="845740" y="108387"/>
                    <a:pt x="845302" y="108824"/>
                  </a:cubicBezTo>
                  <a:cubicBezTo>
                    <a:pt x="844865" y="109262"/>
                    <a:pt x="844225" y="111650"/>
                    <a:pt x="843014" y="112525"/>
                  </a:cubicBezTo>
                  <a:cubicBezTo>
                    <a:pt x="841802" y="113399"/>
                    <a:pt x="841937" y="112861"/>
                    <a:pt x="840725" y="113164"/>
                  </a:cubicBezTo>
                  <a:cubicBezTo>
                    <a:pt x="839514" y="113500"/>
                    <a:pt x="837797" y="113265"/>
                    <a:pt x="835711" y="112827"/>
                  </a:cubicBezTo>
                  <a:cubicBezTo>
                    <a:pt x="833658" y="112390"/>
                    <a:pt x="834970" y="111515"/>
                    <a:pt x="834970" y="111515"/>
                  </a:cubicBezTo>
                  <a:lnTo>
                    <a:pt x="834970" y="108791"/>
                  </a:lnTo>
                  <a:cubicBezTo>
                    <a:pt x="834970" y="108791"/>
                    <a:pt x="834869" y="105427"/>
                    <a:pt x="834768" y="104989"/>
                  </a:cubicBezTo>
                  <a:cubicBezTo>
                    <a:pt x="834667" y="104552"/>
                    <a:pt x="830326" y="102601"/>
                    <a:pt x="830326" y="102601"/>
                  </a:cubicBezTo>
                  <a:cubicBezTo>
                    <a:pt x="830326" y="102601"/>
                    <a:pt x="826523" y="101188"/>
                    <a:pt x="825109" y="100111"/>
                  </a:cubicBezTo>
                  <a:cubicBezTo>
                    <a:pt x="823696" y="99035"/>
                    <a:pt x="820431" y="97723"/>
                    <a:pt x="819018" y="97185"/>
                  </a:cubicBezTo>
                  <a:cubicBezTo>
                    <a:pt x="817604" y="96647"/>
                    <a:pt x="815753" y="95335"/>
                    <a:pt x="814239" y="94696"/>
                  </a:cubicBezTo>
                  <a:cubicBezTo>
                    <a:pt x="812724" y="94056"/>
                    <a:pt x="810974" y="93720"/>
                    <a:pt x="808248" y="92744"/>
                  </a:cubicBezTo>
                  <a:cubicBezTo>
                    <a:pt x="805522" y="91769"/>
                    <a:pt x="804647" y="90793"/>
                    <a:pt x="802594" y="89481"/>
                  </a:cubicBezTo>
                  <a:cubicBezTo>
                    <a:pt x="800542" y="88169"/>
                    <a:pt x="799229" y="85882"/>
                    <a:pt x="798590" y="84469"/>
                  </a:cubicBezTo>
                  <a:cubicBezTo>
                    <a:pt x="797950" y="83056"/>
                    <a:pt x="796840" y="82417"/>
                    <a:pt x="796301" y="81643"/>
                  </a:cubicBezTo>
                  <a:cubicBezTo>
                    <a:pt x="795763" y="80870"/>
                    <a:pt x="793272" y="77943"/>
                    <a:pt x="792936" y="76766"/>
                  </a:cubicBezTo>
                  <a:cubicBezTo>
                    <a:pt x="792599" y="75555"/>
                    <a:pt x="790344" y="74142"/>
                    <a:pt x="789772" y="73301"/>
                  </a:cubicBezTo>
                  <a:cubicBezTo>
                    <a:pt x="789234" y="72426"/>
                    <a:pt x="785532" y="68625"/>
                    <a:pt x="784993" y="67986"/>
                  </a:cubicBezTo>
                  <a:cubicBezTo>
                    <a:pt x="784455" y="67347"/>
                    <a:pt x="782368" y="65362"/>
                    <a:pt x="782065" y="64958"/>
                  </a:cubicBezTo>
                  <a:cubicBezTo>
                    <a:pt x="781729" y="64521"/>
                    <a:pt x="779137" y="61796"/>
                    <a:pt x="777926" y="59845"/>
                  </a:cubicBezTo>
                  <a:cubicBezTo>
                    <a:pt x="776748" y="57894"/>
                    <a:pt x="775301" y="57557"/>
                    <a:pt x="774560" y="57120"/>
                  </a:cubicBezTo>
                  <a:cubicBezTo>
                    <a:pt x="773786" y="56683"/>
                    <a:pt x="770320" y="54631"/>
                    <a:pt x="770320" y="54631"/>
                  </a:cubicBezTo>
                  <a:cubicBezTo>
                    <a:pt x="770320" y="54631"/>
                    <a:pt x="765541" y="53857"/>
                    <a:pt x="765204" y="53857"/>
                  </a:cubicBezTo>
                  <a:cubicBezTo>
                    <a:pt x="764868" y="53857"/>
                    <a:pt x="754771" y="53420"/>
                    <a:pt x="753459" y="53420"/>
                  </a:cubicBezTo>
                  <a:cubicBezTo>
                    <a:pt x="752146" y="53420"/>
                    <a:pt x="749992" y="54193"/>
                    <a:pt x="749992" y="54193"/>
                  </a:cubicBezTo>
                  <a:lnTo>
                    <a:pt x="748478" y="55270"/>
                  </a:lnTo>
                  <a:cubicBezTo>
                    <a:pt x="748478" y="55270"/>
                    <a:pt x="745752" y="57860"/>
                    <a:pt x="744877" y="59071"/>
                  </a:cubicBezTo>
                  <a:cubicBezTo>
                    <a:pt x="744002" y="60249"/>
                    <a:pt x="743127" y="61998"/>
                    <a:pt x="743261" y="62435"/>
                  </a:cubicBezTo>
                  <a:cubicBezTo>
                    <a:pt x="743362" y="62872"/>
                    <a:pt x="740670" y="69836"/>
                    <a:pt x="740973" y="70038"/>
                  </a:cubicBezTo>
                  <a:cubicBezTo>
                    <a:pt x="741310" y="70240"/>
                    <a:pt x="744776" y="75353"/>
                    <a:pt x="745853" y="76867"/>
                  </a:cubicBezTo>
                  <a:cubicBezTo>
                    <a:pt x="746930" y="78380"/>
                    <a:pt x="746088" y="78178"/>
                    <a:pt x="745954" y="81206"/>
                  </a:cubicBezTo>
                  <a:cubicBezTo>
                    <a:pt x="745853" y="84234"/>
                    <a:pt x="744877" y="85646"/>
                    <a:pt x="743127" y="87934"/>
                  </a:cubicBezTo>
                  <a:cubicBezTo>
                    <a:pt x="741377" y="90221"/>
                    <a:pt x="741713" y="93148"/>
                    <a:pt x="740199" y="98160"/>
                  </a:cubicBezTo>
                  <a:cubicBezTo>
                    <a:pt x="738684" y="103173"/>
                    <a:pt x="738684" y="105427"/>
                    <a:pt x="737708" y="107512"/>
                  </a:cubicBezTo>
                  <a:cubicBezTo>
                    <a:pt x="736732" y="109564"/>
                    <a:pt x="736632" y="110540"/>
                    <a:pt x="736632" y="112289"/>
                  </a:cubicBezTo>
                  <a:cubicBezTo>
                    <a:pt x="736632" y="114038"/>
                    <a:pt x="737708" y="115552"/>
                    <a:pt x="738247" y="117167"/>
                  </a:cubicBezTo>
                  <a:cubicBezTo>
                    <a:pt x="738785" y="118781"/>
                    <a:pt x="739862" y="121944"/>
                    <a:pt x="740098" y="122280"/>
                  </a:cubicBezTo>
                  <a:cubicBezTo>
                    <a:pt x="740333" y="122616"/>
                    <a:pt x="740636" y="128806"/>
                    <a:pt x="740435" y="129546"/>
                  </a:cubicBezTo>
                  <a:cubicBezTo>
                    <a:pt x="740233" y="130320"/>
                    <a:pt x="740435" y="133549"/>
                    <a:pt x="740233" y="135971"/>
                  </a:cubicBezTo>
                  <a:cubicBezTo>
                    <a:pt x="740031" y="138360"/>
                    <a:pt x="739694" y="140849"/>
                    <a:pt x="739694" y="141186"/>
                  </a:cubicBezTo>
                  <a:cubicBezTo>
                    <a:pt x="739694" y="141522"/>
                    <a:pt x="739593" y="143574"/>
                    <a:pt x="739593" y="145525"/>
                  </a:cubicBezTo>
                  <a:cubicBezTo>
                    <a:pt x="739593" y="147476"/>
                    <a:pt x="739156" y="147274"/>
                    <a:pt x="739055" y="148014"/>
                  </a:cubicBezTo>
                  <a:cubicBezTo>
                    <a:pt x="738954" y="148788"/>
                    <a:pt x="737540" y="149225"/>
                    <a:pt x="736665" y="149528"/>
                  </a:cubicBezTo>
                  <a:cubicBezTo>
                    <a:pt x="735790" y="149865"/>
                    <a:pt x="732963" y="150403"/>
                    <a:pt x="732324" y="150403"/>
                  </a:cubicBezTo>
                  <a:cubicBezTo>
                    <a:pt x="731684" y="150403"/>
                    <a:pt x="729732" y="150739"/>
                    <a:pt x="727881" y="150403"/>
                  </a:cubicBezTo>
                  <a:cubicBezTo>
                    <a:pt x="726030" y="150066"/>
                    <a:pt x="725155" y="151917"/>
                    <a:pt x="724179" y="152051"/>
                  </a:cubicBezTo>
                  <a:cubicBezTo>
                    <a:pt x="723203" y="152152"/>
                    <a:pt x="719737" y="151513"/>
                    <a:pt x="718862" y="151513"/>
                  </a:cubicBezTo>
                  <a:cubicBezTo>
                    <a:pt x="717987" y="151513"/>
                    <a:pt x="716472" y="150302"/>
                    <a:pt x="716472" y="150302"/>
                  </a:cubicBezTo>
                  <a:cubicBezTo>
                    <a:pt x="716472" y="150302"/>
                    <a:pt x="712770" y="147274"/>
                    <a:pt x="712333" y="146938"/>
                  </a:cubicBezTo>
                  <a:cubicBezTo>
                    <a:pt x="711895" y="146601"/>
                    <a:pt x="709742" y="144751"/>
                    <a:pt x="708429" y="143574"/>
                  </a:cubicBezTo>
                  <a:cubicBezTo>
                    <a:pt x="707116" y="142397"/>
                    <a:pt x="705164" y="140210"/>
                    <a:pt x="704626" y="139874"/>
                  </a:cubicBezTo>
                  <a:cubicBezTo>
                    <a:pt x="704088" y="139537"/>
                    <a:pt x="701900" y="139335"/>
                    <a:pt x="701261" y="138999"/>
                  </a:cubicBezTo>
                  <a:cubicBezTo>
                    <a:pt x="700621" y="138663"/>
                    <a:pt x="699510" y="135837"/>
                    <a:pt x="699510" y="135399"/>
                  </a:cubicBezTo>
                  <a:cubicBezTo>
                    <a:pt x="699510" y="134962"/>
                    <a:pt x="699746" y="133347"/>
                    <a:pt x="699746" y="133011"/>
                  </a:cubicBezTo>
                  <a:cubicBezTo>
                    <a:pt x="699746" y="132675"/>
                    <a:pt x="699847" y="127158"/>
                    <a:pt x="699847" y="127158"/>
                  </a:cubicBezTo>
                  <a:cubicBezTo>
                    <a:pt x="699847" y="127158"/>
                    <a:pt x="696246" y="123558"/>
                    <a:pt x="695607" y="123155"/>
                  </a:cubicBezTo>
                  <a:cubicBezTo>
                    <a:pt x="694967" y="122717"/>
                    <a:pt x="691030" y="118277"/>
                    <a:pt x="690727" y="117604"/>
                  </a:cubicBezTo>
                  <a:cubicBezTo>
                    <a:pt x="690390" y="116965"/>
                    <a:pt x="687361" y="115989"/>
                    <a:pt x="686924" y="115754"/>
                  </a:cubicBezTo>
                  <a:cubicBezTo>
                    <a:pt x="686486" y="115552"/>
                    <a:pt x="680832" y="113467"/>
                    <a:pt x="680395" y="113265"/>
                  </a:cubicBezTo>
                  <a:cubicBezTo>
                    <a:pt x="679957" y="113063"/>
                    <a:pt x="677770" y="113265"/>
                    <a:pt x="677770" y="113265"/>
                  </a:cubicBezTo>
                  <a:cubicBezTo>
                    <a:pt x="677770" y="113265"/>
                    <a:pt x="672217" y="110876"/>
                    <a:pt x="671678" y="110439"/>
                  </a:cubicBezTo>
                  <a:cubicBezTo>
                    <a:pt x="671140" y="110002"/>
                    <a:pt x="660034" y="103038"/>
                    <a:pt x="659731" y="102836"/>
                  </a:cubicBezTo>
                  <a:cubicBezTo>
                    <a:pt x="659394" y="102634"/>
                    <a:pt x="655490" y="99035"/>
                    <a:pt x="655288" y="98598"/>
                  </a:cubicBezTo>
                  <a:cubicBezTo>
                    <a:pt x="655087" y="98160"/>
                    <a:pt x="649735" y="92946"/>
                    <a:pt x="648759" y="92307"/>
                  </a:cubicBezTo>
                  <a:cubicBezTo>
                    <a:pt x="647783" y="91668"/>
                    <a:pt x="644283" y="87867"/>
                    <a:pt x="643879" y="87093"/>
                  </a:cubicBezTo>
                  <a:cubicBezTo>
                    <a:pt x="643442" y="86319"/>
                    <a:pt x="641389" y="85041"/>
                    <a:pt x="640952" y="84368"/>
                  </a:cubicBezTo>
                  <a:cubicBezTo>
                    <a:pt x="640514" y="83729"/>
                    <a:pt x="638461" y="82854"/>
                    <a:pt x="638461" y="82854"/>
                  </a:cubicBezTo>
                  <a:cubicBezTo>
                    <a:pt x="638461" y="82854"/>
                    <a:pt x="635096" y="81105"/>
                    <a:pt x="634658" y="81004"/>
                  </a:cubicBezTo>
                  <a:cubicBezTo>
                    <a:pt x="634221" y="80903"/>
                    <a:pt x="633043" y="79692"/>
                    <a:pt x="633043" y="79692"/>
                  </a:cubicBezTo>
                  <a:cubicBezTo>
                    <a:pt x="633043" y="79692"/>
                    <a:pt x="632403" y="75016"/>
                    <a:pt x="631966" y="71551"/>
                  </a:cubicBezTo>
                  <a:cubicBezTo>
                    <a:pt x="631528" y="68087"/>
                    <a:pt x="627389" y="67515"/>
                    <a:pt x="627187" y="67212"/>
                  </a:cubicBezTo>
                  <a:cubicBezTo>
                    <a:pt x="626951" y="66876"/>
                    <a:pt x="625235" y="65160"/>
                    <a:pt x="624898" y="64924"/>
                  </a:cubicBezTo>
                  <a:cubicBezTo>
                    <a:pt x="624562" y="64723"/>
                    <a:pt x="616316" y="58197"/>
                    <a:pt x="615340" y="57322"/>
                  </a:cubicBezTo>
                  <a:cubicBezTo>
                    <a:pt x="614364" y="56447"/>
                    <a:pt x="608172" y="48946"/>
                    <a:pt x="607499" y="47667"/>
                  </a:cubicBezTo>
                  <a:cubicBezTo>
                    <a:pt x="606859" y="46355"/>
                    <a:pt x="604133" y="45279"/>
                    <a:pt x="602720" y="43866"/>
                  </a:cubicBezTo>
                  <a:cubicBezTo>
                    <a:pt x="601306" y="42453"/>
                    <a:pt x="599455" y="38416"/>
                    <a:pt x="599119" y="36163"/>
                  </a:cubicBezTo>
                  <a:cubicBezTo>
                    <a:pt x="598782" y="33875"/>
                    <a:pt x="593566" y="34514"/>
                    <a:pt x="593566" y="34514"/>
                  </a:cubicBezTo>
                  <a:cubicBezTo>
                    <a:pt x="593566" y="34514"/>
                    <a:pt x="585960" y="35725"/>
                    <a:pt x="585320" y="35591"/>
                  </a:cubicBezTo>
                  <a:cubicBezTo>
                    <a:pt x="584681" y="35490"/>
                    <a:pt x="581854" y="33202"/>
                    <a:pt x="580306" y="31890"/>
                  </a:cubicBezTo>
                  <a:cubicBezTo>
                    <a:pt x="578791" y="30578"/>
                    <a:pt x="575426" y="28425"/>
                    <a:pt x="574316" y="27753"/>
                  </a:cubicBezTo>
                  <a:cubicBezTo>
                    <a:pt x="573239" y="27114"/>
                    <a:pt x="569200" y="25802"/>
                    <a:pt x="567887" y="25701"/>
                  </a:cubicBezTo>
                  <a:cubicBezTo>
                    <a:pt x="566575" y="25600"/>
                    <a:pt x="565599" y="25802"/>
                    <a:pt x="563310" y="25802"/>
                  </a:cubicBezTo>
                  <a:cubicBezTo>
                    <a:pt x="561022" y="25802"/>
                    <a:pt x="558296" y="25802"/>
                    <a:pt x="555806" y="25600"/>
                  </a:cubicBezTo>
                  <a:cubicBezTo>
                    <a:pt x="553315" y="25364"/>
                    <a:pt x="550051" y="23951"/>
                    <a:pt x="549377" y="23750"/>
                  </a:cubicBezTo>
                  <a:cubicBezTo>
                    <a:pt x="548738" y="23548"/>
                    <a:pt x="543824" y="20049"/>
                    <a:pt x="542949" y="19410"/>
                  </a:cubicBezTo>
                  <a:cubicBezTo>
                    <a:pt x="542074" y="18771"/>
                    <a:pt x="538709" y="15945"/>
                    <a:pt x="536757" y="14970"/>
                  </a:cubicBezTo>
                  <a:cubicBezTo>
                    <a:pt x="534805" y="13994"/>
                    <a:pt x="533291" y="12783"/>
                    <a:pt x="532954" y="12581"/>
                  </a:cubicBezTo>
                  <a:cubicBezTo>
                    <a:pt x="532617" y="12379"/>
                    <a:pt x="526997" y="11606"/>
                    <a:pt x="526997" y="11606"/>
                  </a:cubicBezTo>
                  <a:cubicBezTo>
                    <a:pt x="526997" y="11606"/>
                    <a:pt x="519290" y="12379"/>
                    <a:pt x="517978" y="12682"/>
                  </a:cubicBezTo>
                  <a:cubicBezTo>
                    <a:pt x="516665" y="13019"/>
                    <a:pt x="514377" y="10630"/>
                    <a:pt x="514377" y="10630"/>
                  </a:cubicBezTo>
                  <a:lnTo>
                    <a:pt x="511651" y="8242"/>
                  </a:lnTo>
                  <a:cubicBezTo>
                    <a:pt x="511651" y="8242"/>
                    <a:pt x="510136" y="6829"/>
                    <a:pt x="509800" y="6829"/>
                  </a:cubicBezTo>
                  <a:cubicBezTo>
                    <a:pt x="509463" y="6829"/>
                    <a:pt x="508386" y="7165"/>
                    <a:pt x="507747" y="7165"/>
                  </a:cubicBezTo>
                  <a:cubicBezTo>
                    <a:pt x="507107" y="7165"/>
                    <a:pt x="505357" y="8040"/>
                    <a:pt x="503708" y="8477"/>
                  </a:cubicBezTo>
                  <a:cubicBezTo>
                    <a:pt x="502093" y="8914"/>
                    <a:pt x="501521" y="9688"/>
                    <a:pt x="500006" y="9991"/>
                  </a:cubicBezTo>
                  <a:cubicBezTo>
                    <a:pt x="498492" y="10327"/>
                    <a:pt x="497415" y="10630"/>
                    <a:pt x="496203" y="10630"/>
                  </a:cubicBezTo>
                  <a:cubicBezTo>
                    <a:pt x="494992" y="10630"/>
                    <a:pt x="493713" y="11707"/>
                    <a:pt x="492737" y="11841"/>
                  </a:cubicBezTo>
                  <a:cubicBezTo>
                    <a:pt x="491761" y="11942"/>
                    <a:pt x="490448" y="11639"/>
                    <a:pt x="489136" y="11639"/>
                  </a:cubicBezTo>
                  <a:cubicBezTo>
                    <a:pt x="487823" y="11639"/>
                    <a:pt x="486208" y="11202"/>
                    <a:pt x="485333" y="11101"/>
                  </a:cubicBezTo>
                  <a:cubicBezTo>
                    <a:pt x="484458" y="11000"/>
                    <a:pt x="483145" y="10125"/>
                    <a:pt x="482068" y="9587"/>
                  </a:cubicBezTo>
                  <a:cubicBezTo>
                    <a:pt x="480991" y="9049"/>
                    <a:pt x="479342" y="8713"/>
                    <a:pt x="478265" y="8174"/>
                  </a:cubicBezTo>
                  <a:cubicBezTo>
                    <a:pt x="477188" y="7636"/>
                    <a:pt x="473284" y="7838"/>
                    <a:pt x="471635" y="7401"/>
                  </a:cubicBezTo>
                  <a:cubicBezTo>
                    <a:pt x="470020" y="6963"/>
                    <a:pt x="465477" y="6425"/>
                    <a:pt x="465477" y="6425"/>
                  </a:cubicBezTo>
                  <a:cubicBezTo>
                    <a:pt x="465477" y="6425"/>
                    <a:pt x="458746" y="6425"/>
                    <a:pt x="458308" y="6425"/>
                  </a:cubicBezTo>
                  <a:cubicBezTo>
                    <a:pt x="457871" y="6425"/>
                    <a:pt x="454169" y="5113"/>
                    <a:pt x="453428" y="5113"/>
                  </a:cubicBezTo>
                  <a:cubicBezTo>
                    <a:pt x="452654" y="5113"/>
                    <a:pt x="450399" y="3801"/>
                    <a:pt x="449827" y="3498"/>
                  </a:cubicBezTo>
                  <a:cubicBezTo>
                    <a:pt x="449289" y="3162"/>
                    <a:pt x="446899" y="2086"/>
                    <a:pt x="446024" y="1884"/>
                  </a:cubicBezTo>
                  <a:cubicBezTo>
                    <a:pt x="445149" y="1648"/>
                    <a:pt x="443971" y="1648"/>
                    <a:pt x="443298" y="1547"/>
                  </a:cubicBezTo>
                  <a:cubicBezTo>
                    <a:pt x="442659" y="1446"/>
                    <a:pt x="442760" y="1884"/>
                    <a:pt x="442760" y="1884"/>
                  </a:cubicBezTo>
                  <a:cubicBezTo>
                    <a:pt x="442760" y="1884"/>
                    <a:pt x="442221" y="3835"/>
                    <a:pt x="442120" y="4272"/>
                  </a:cubicBezTo>
                  <a:cubicBezTo>
                    <a:pt x="442019" y="4710"/>
                    <a:pt x="441043" y="6560"/>
                    <a:pt x="440707" y="7098"/>
                  </a:cubicBezTo>
                  <a:cubicBezTo>
                    <a:pt x="440370" y="7636"/>
                    <a:pt x="438856" y="8612"/>
                    <a:pt x="437880" y="9486"/>
                  </a:cubicBezTo>
                  <a:cubicBezTo>
                    <a:pt x="436904" y="10361"/>
                    <a:pt x="435692" y="9688"/>
                    <a:pt x="434615" y="9688"/>
                  </a:cubicBezTo>
                  <a:cubicBezTo>
                    <a:pt x="433538" y="9688"/>
                    <a:pt x="431788" y="9049"/>
                    <a:pt x="429937" y="8814"/>
                  </a:cubicBezTo>
                  <a:cubicBezTo>
                    <a:pt x="428086" y="8578"/>
                    <a:pt x="428187" y="7502"/>
                    <a:pt x="428187" y="7502"/>
                  </a:cubicBezTo>
                  <a:lnTo>
                    <a:pt x="426134" y="7266"/>
                  </a:lnTo>
                  <a:cubicBezTo>
                    <a:pt x="426134" y="7266"/>
                    <a:pt x="424519" y="9015"/>
                    <a:pt x="424283" y="9453"/>
                  </a:cubicBezTo>
                  <a:cubicBezTo>
                    <a:pt x="424081" y="9890"/>
                    <a:pt x="417216" y="9991"/>
                    <a:pt x="417216" y="9991"/>
                  </a:cubicBezTo>
                  <a:cubicBezTo>
                    <a:pt x="417216" y="9991"/>
                    <a:pt x="409172" y="10327"/>
                    <a:pt x="408735" y="10529"/>
                  </a:cubicBezTo>
                  <a:cubicBezTo>
                    <a:pt x="408297" y="10765"/>
                    <a:pt x="405571" y="10765"/>
                    <a:pt x="405571" y="10765"/>
                  </a:cubicBezTo>
                  <a:cubicBezTo>
                    <a:pt x="405571" y="10765"/>
                    <a:pt x="403821" y="11639"/>
                    <a:pt x="403417" y="11538"/>
                  </a:cubicBezTo>
                  <a:cubicBezTo>
                    <a:pt x="402980" y="11437"/>
                    <a:pt x="402206" y="10563"/>
                    <a:pt x="401567" y="9924"/>
                  </a:cubicBezTo>
                  <a:cubicBezTo>
                    <a:pt x="400927" y="9284"/>
                    <a:pt x="399716" y="8309"/>
                    <a:pt x="398639" y="7333"/>
                  </a:cubicBezTo>
                  <a:cubicBezTo>
                    <a:pt x="397562" y="6358"/>
                    <a:pt x="397225" y="5584"/>
                    <a:pt x="397023" y="5147"/>
                  </a:cubicBezTo>
                  <a:cubicBezTo>
                    <a:pt x="396788" y="4710"/>
                    <a:pt x="396922" y="3532"/>
                    <a:pt x="396922" y="3532"/>
                  </a:cubicBezTo>
                  <a:cubicBezTo>
                    <a:pt x="396922" y="3532"/>
                    <a:pt x="396922" y="1783"/>
                    <a:pt x="396821" y="1480"/>
                  </a:cubicBezTo>
                  <a:cubicBezTo>
                    <a:pt x="396754" y="1312"/>
                    <a:pt x="396754" y="605"/>
                    <a:pt x="396788" y="0"/>
                  </a:cubicBezTo>
                  <a:lnTo>
                    <a:pt x="396720" y="0"/>
                  </a:lnTo>
                  <a:lnTo>
                    <a:pt x="393355" y="2725"/>
                  </a:lnTo>
                  <a:lnTo>
                    <a:pt x="393355" y="7367"/>
                  </a:lnTo>
                  <a:lnTo>
                    <a:pt x="375686" y="10125"/>
                  </a:lnTo>
                  <a:lnTo>
                    <a:pt x="372489" y="11707"/>
                  </a:lnTo>
                  <a:lnTo>
                    <a:pt x="364681" y="11707"/>
                  </a:lnTo>
                  <a:lnTo>
                    <a:pt x="360609" y="7064"/>
                  </a:lnTo>
                  <a:lnTo>
                    <a:pt x="349301" y="11707"/>
                  </a:lnTo>
                  <a:lnTo>
                    <a:pt x="340887" y="18670"/>
                  </a:lnTo>
                  <a:lnTo>
                    <a:pt x="334796" y="20116"/>
                  </a:lnTo>
                  <a:lnTo>
                    <a:pt x="331026" y="15474"/>
                  </a:lnTo>
                  <a:lnTo>
                    <a:pt x="323791" y="18098"/>
                  </a:lnTo>
                  <a:cubicBezTo>
                    <a:pt x="323791" y="18098"/>
                    <a:pt x="317127" y="19847"/>
                    <a:pt x="315983" y="20116"/>
                  </a:cubicBezTo>
                  <a:cubicBezTo>
                    <a:pt x="314839" y="20419"/>
                    <a:pt x="305853" y="20116"/>
                    <a:pt x="305853" y="20116"/>
                  </a:cubicBezTo>
                  <a:lnTo>
                    <a:pt x="302386" y="24591"/>
                  </a:lnTo>
                  <a:lnTo>
                    <a:pt x="297170" y="27349"/>
                  </a:lnTo>
                  <a:lnTo>
                    <a:pt x="288218" y="27349"/>
                  </a:lnTo>
                  <a:lnTo>
                    <a:pt x="281251" y="27349"/>
                  </a:lnTo>
                  <a:lnTo>
                    <a:pt x="271996" y="28796"/>
                  </a:lnTo>
                  <a:lnTo>
                    <a:pt x="253453" y="32260"/>
                  </a:lnTo>
                  <a:lnTo>
                    <a:pt x="238678" y="35288"/>
                  </a:lnTo>
                  <a:lnTo>
                    <a:pt x="223029" y="37744"/>
                  </a:lnTo>
                  <a:lnTo>
                    <a:pt x="206504" y="37744"/>
                  </a:lnTo>
                  <a:lnTo>
                    <a:pt x="194894" y="34279"/>
                  </a:lnTo>
                  <a:lnTo>
                    <a:pt x="187052" y="29637"/>
                  </a:lnTo>
                  <a:lnTo>
                    <a:pt x="177764" y="30511"/>
                  </a:lnTo>
                  <a:lnTo>
                    <a:pt x="173422" y="32832"/>
                  </a:lnTo>
                  <a:lnTo>
                    <a:pt x="168509" y="39493"/>
                  </a:lnTo>
                  <a:lnTo>
                    <a:pt x="159523" y="45279"/>
                  </a:lnTo>
                  <a:lnTo>
                    <a:pt x="155181" y="49181"/>
                  </a:lnTo>
                  <a:lnTo>
                    <a:pt x="151109" y="51637"/>
                  </a:lnTo>
                  <a:lnTo>
                    <a:pt x="140373" y="51637"/>
                  </a:lnTo>
                  <a:lnTo>
                    <a:pt x="136032" y="54833"/>
                  </a:lnTo>
                  <a:lnTo>
                    <a:pt x="136032" y="62940"/>
                  </a:lnTo>
                  <a:lnTo>
                    <a:pt x="141820" y="75117"/>
                  </a:lnTo>
                  <a:lnTo>
                    <a:pt x="148787" y="87867"/>
                  </a:lnTo>
                  <a:lnTo>
                    <a:pt x="153431" y="97420"/>
                  </a:lnTo>
                  <a:lnTo>
                    <a:pt x="155753" y="101491"/>
                  </a:lnTo>
                  <a:lnTo>
                    <a:pt x="153734" y="109598"/>
                  </a:lnTo>
                  <a:lnTo>
                    <a:pt x="147946" y="112491"/>
                  </a:lnTo>
                  <a:lnTo>
                    <a:pt x="147070" y="120026"/>
                  </a:lnTo>
                  <a:lnTo>
                    <a:pt x="145926" y="125812"/>
                  </a:lnTo>
                  <a:lnTo>
                    <a:pt x="154609" y="133347"/>
                  </a:lnTo>
                  <a:lnTo>
                    <a:pt x="162720" y="137990"/>
                  </a:lnTo>
                  <a:lnTo>
                    <a:pt x="167364" y="144079"/>
                  </a:lnTo>
                  <a:lnTo>
                    <a:pt x="176350" y="150436"/>
                  </a:lnTo>
                  <a:lnTo>
                    <a:pt x="180759" y="149562"/>
                  </a:lnTo>
                  <a:lnTo>
                    <a:pt x="181264" y="154776"/>
                  </a:lnTo>
                  <a:lnTo>
                    <a:pt x="181264" y="160293"/>
                  </a:lnTo>
                  <a:lnTo>
                    <a:pt x="180961" y="165810"/>
                  </a:lnTo>
                  <a:lnTo>
                    <a:pt x="186918" y="167996"/>
                  </a:lnTo>
                  <a:lnTo>
                    <a:pt x="193884" y="173211"/>
                  </a:lnTo>
                  <a:lnTo>
                    <a:pt x="197350" y="175666"/>
                  </a:lnTo>
                  <a:lnTo>
                    <a:pt x="200682" y="176406"/>
                  </a:lnTo>
                  <a:lnTo>
                    <a:pt x="200379" y="180880"/>
                  </a:lnTo>
                  <a:lnTo>
                    <a:pt x="202836" y="191611"/>
                  </a:lnTo>
                  <a:lnTo>
                    <a:pt x="204418" y="197969"/>
                  </a:lnTo>
                  <a:lnTo>
                    <a:pt x="209264" y="204193"/>
                  </a:lnTo>
                  <a:lnTo>
                    <a:pt x="214279" y="210584"/>
                  </a:lnTo>
                  <a:lnTo>
                    <a:pt x="214279" y="214217"/>
                  </a:lnTo>
                  <a:lnTo>
                    <a:pt x="213101" y="217682"/>
                  </a:lnTo>
                  <a:lnTo>
                    <a:pt x="211216" y="222459"/>
                  </a:lnTo>
                  <a:lnTo>
                    <a:pt x="209904" y="224040"/>
                  </a:lnTo>
                  <a:lnTo>
                    <a:pt x="208154" y="225486"/>
                  </a:lnTo>
                  <a:lnTo>
                    <a:pt x="206404" y="225486"/>
                  </a:lnTo>
                  <a:lnTo>
                    <a:pt x="202937" y="225486"/>
                  </a:lnTo>
                  <a:lnTo>
                    <a:pt x="199471" y="223737"/>
                  </a:lnTo>
                  <a:lnTo>
                    <a:pt x="196004" y="223737"/>
                  </a:lnTo>
                  <a:lnTo>
                    <a:pt x="194591" y="225486"/>
                  </a:lnTo>
                  <a:lnTo>
                    <a:pt x="192100" y="226899"/>
                  </a:lnTo>
                  <a:lnTo>
                    <a:pt x="190249" y="229389"/>
                  </a:lnTo>
                  <a:lnTo>
                    <a:pt x="186211" y="231340"/>
                  </a:lnTo>
                  <a:cubicBezTo>
                    <a:pt x="186211" y="231340"/>
                    <a:pt x="182408" y="232214"/>
                    <a:pt x="181970" y="232315"/>
                  </a:cubicBezTo>
                  <a:cubicBezTo>
                    <a:pt x="181533" y="232416"/>
                    <a:pt x="173388" y="232315"/>
                    <a:pt x="173388" y="232315"/>
                  </a:cubicBezTo>
                  <a:lnTo>
                    <a:pt x="169047" y="232349"/>
                  </a:lnTo>
                  <a:cubicBezTo>
                    <a:pt x="169047" y="232349"/>
                    <a:pt x="167398" y="233392"/>
                    <a:pt x="166994" y="233594"/>
                  </a:cubicBezTo>
                  <a:cubicBezTo>
                    <a:pt x="166556" y="233829"/>
                    <a:pt x="164268" y="235208"/>
                    <a:pt x="163830" y="235444"/>
                  </a:cubicBezTo>
                  <a:cubicBezTo>
                    <a:pt x="163393" y="235646"/>
                    <a:pt x="158614" y="238068"/>
                    <a:pt x="158614" y="238068"/>
                  </a:cubicBezTo>
                  <a:cubicBezTo>
                    <a:pt x="158614" y="238068"/>
                    <a:pt x="157638" y="239144"/>
                    <a:pt x="156864" y="239480"/>
                  </a:cubicBezTo>
                  <a:cubicBezTo>
                    <a:pt x="156090" y="239817"/>
                    <a:pt x="152825" y="241095"/>
                    <a:pt x="152825" y="241095"/>
                  </a:cubicBezTo>
                  <a:lnTo>
                    <a:pt x="151311" y="243282"/>
                  </a:lnTo>
                  <a:lnTo>
                    <a:pt x="151849" y="245031"/>
                  </a:lnTo>
                  <a:cubicBezTo>
                    <a:pt x="151849" y="245031"/>
                    <a:pt x="151412" y="247083"/>
                    <a:pt x="151950" y="248059"/>
                  </a:cubicBezTo>
                  <a:cubicBezTo>
                    <a:pt x="152489" y="249034"/>
                    <a:pt x="155316" y="250884"/>
                    <a:pt x="155316" y="250884"/>
                  </a:cubicBezTo>
                  <a:cubicBezTo>
                    <a:pt x="155316" y="250884"/>
                    <a:pt x="155316" y="252196"/>
                    <a:pt x="155215" y="252499"/>
                  </a:cubicBezTo>
                  <a:cubicBezTo>
                    <a:pt x="155114" y="252836"/>
                    <a:pt x="153599" y="255661"/>
                    <a:pt x="153599" y="255661"/>
                  </a:cubicBezTo>
                  <a:lnTo>
                    <a:pt x="152960" y="256637"/>
                  </a:lnTo>
                  <a:lnTo>
                    <a:pt x="152253" y="259126"/>
                  </a:lnTo>
                  <a:lnTo>
                    <a:pt x="151648" y="262793"/>
                  </a:lnTo>
                  <a:lnTo>
                    <a:pt x="151648" y="266258"/>
                  </a:lnTo>
                  <a:lnTo>
                    <a:pt x="152422" y="270395"/>
                  </a:lnTo>
                  <a:lnTo>
                    <a:pt x="157638" y="271472"/>
                  </a:lnTo>
                  <a:lnTo>
                    <a:pt x="161542" y="273524"/>
                  </a:lnTo>
                  <a:cubicBezTo>
                    <a:pt x="161542" y="273524"/>
                    <a:pt x="164369" y="274836"/>
                    <a:pt x="164806" y="274836"/>
                  </a:cubicBezTo>
                  <a:cubicBezTo>
                    <a:pt x="165244" y="274836"/>
                    <a:pt x="166859" y="275374"/>
                    <a:pt x="167398" y="275912"/>
                  </a:cubicBezTo>
                  <a:cubicBezTo>
                    <a:pt x="167936" y="276450"/>
                    <a:pt x="172076" y="279613"/>
                    <a:pt x="172076" y="279613"/>
                  </a:cubicBezTo>
                  <a:lnTo>
                    <a:pt x="173860" y="283078"/>
                  </a:lnTo>
                  <a:lnTo>
                    <a:pt x="174230" y="286441"/>
                  </a:lnTo>
                  <a:lnTo>
                    <a:pt x="174230" y="290579"/>
                  </a:lnTo>
                  <a:lnTo>
                    <a:pt x="175105" y="297240"/>
                  </a:lnTo>
                  <a:lnTo>
                    <a:pt x="174802" y="302757"/>
                  </a:lnTo>
                  <a:lnTo>
                    <a:pt x="176249" y="306827"/>
                  </a:lnTo>
                  <a:lnTo>
                    <a:pt x="176821" y="311469"/>
                  </a:lnTo>
                  <a:lnTo>
                    <a:pt x="175946" y="316381"/>
                  </a:lnTo>
                  <a:lnTo>
                    <a:pt x="172480" y="322907"/>
                  </a:lnTo>
                  <a:lnTo>
                    <a:pt x="170460" y="326237"/>
                  </a:lnTo>
                  <a:lnTo>
                    <a:pt x="166388" y="326237"/>
                  </a:lnTo>
                  <a:lnTo>
                    <a:pt x="162316" y="331451"/>
                  </a:lnTo>
                  <a:lnTo>
                    <a:pt x="159422" y="331451"/>
                  </a:lnTo>
                  <a:lnTo>
                    <a:pt x="155955" y="328861"/>
                  </a:lnTo>
                  <a:lnTo>
                    <a:pt x="149864" y="327415"/>
                  </a:lnTo>
                  <a:lnTo>
                    <a:pt x="144344" y="322503"/>
                  </a:lnTo>
                  <a:lnTo>
                    <a:pt x="143470" y="317592"/>
                  </a:lnTo>
                  <a:lnTo>
                    <a:pt x="140844" y="317020"/>
                  </a:lnTo>
                  <a:lnTo>
                    <a:pt x="132162" y="315573"/>
                  </a:lnTo>
                  <a:lnTo>
                    <a:pt x="127517" y="312983"/>
                  </a:lnTo>
                  <a:lnTo>
                    <a:pt x="115065" y="312109"/>
                  </a:lnTo>
                  <a:lnTo>
                    <a:pt x="105776" y="310359"/>
                  </a:lnTo>
                  <a:lnTo>
                    <a:pt x="99988" y="305717"/>
                  </a:lnTo>
                  <a:lnTo>
                    <a:pt x="95343" y="302824"/>
                  </a:lnTo>
                  <a:lnTo>
                    <a:pt x="91002" y="296735"/>
                  </a:lnTo>
                  <a:lnTo>
                    <a:pt x="87233" y="293270"/>
                  </a:lnTo>
                  <a:lnTo>
                    <a:pt x="82891" y="293270"/>
                  </a:lnTo>
                  <a:lnTo>
                    <a:pt x="80502" y="294952"/>
                  </a:lnTo>
                  <a:cubicBezTo>
                    <a:pt x="80502" y="294952"/>
                    <a:pt x="78314" y="297778"/>
                    <a:pt x="78314" y="298081"/>
                  </a:cubicBezTo>
                  <a:cubicBezTo>
                    <a:pt x="78314" y="298384"/>
                    <a:pt x="78752" y="303228"/>
                    <a:pt x="78752" y="303228"/>
                  </a:cubicBezTo>
                  <a:lnTo>
                    <a:pt x="75117" y="303968"/>
                  </a:lnTo>
                  <a:cubicBezTo>
                    <a:pt x="75117" y="303968"/>
                    <a:pt x="73535" y="304607"/>
                    <a:pt x="72929" y="305111"/>
                  </a:cubicBezTo>
                  <a:cubicBezTo>
                    <a:pt x="72357" y="305616"/>
                    <a:pt x="71482" y="309182"/>
                    <a:pt x="71482" y="309182"/>
                  </a:cubicBezTo>
                  <a:lnTo>
                    <a:pt x="66569" y="309417"/>
                  </a:lnTo>
                  <a:lnTo>
                    <a:pt x="61924" y="306592"/>
                  </a:lnTo>
                  <a:cubicBezTo>
                    <a:pt x="61924" y="306592"/>
                    <a:pt x="60679" y="304708"/>
                    <a:pt x="60477" y="304708"/>
                  </a:cubicBezTo>
                  <a:cubicBezTo>
                    <a:pt x="60275" y="304708"/>
                    <a:pt x="57852" y="303059"/>
                    <a:pt x="57583" y="303059"/>
                  </a:cubicBezTo>
                  <a:cubicBezTo>
                    <a:pt x="57280" y="303059"/>
                    <a:pt x="54117" y="302925"/>
                    <a:pt x="54117" y="302925"/>
                  </a:cubicBezTo>
                  <a:lnTo>
                    <a:pt x="50482" y="303261"/>
                  </a:lnTo>
                  <a:lnTo>
                    <a:pt x="44626" y="303799"/>
                  </a:lnTo>
                  <a:lnTo>
                    <a:pt x="41159" y="303799"/>
                  </a:lnTo>
                  <a:lnTo>
                    <a:pt x="39342" y="302992"/>
                  </a:lnTo>
                  <a:lnTo>
                    <a:pt x="35707" y="304506"/>
                  </a:lnTo>
                  <a:cubicBezTo>
                    <a:pt x="35707" y="304506"/>
                    <a:pt x="34193" y="305582"/>
                    <a:pt x="32376" y="306154"/>
                  </a:cubicBezTo>
                  <a:cubicBezTo>
                    <a:pt x="30558" y="306726"/>
                    <a:pt x="28606" y="307668"/>
                    <a:pt x="28606" y="307668"/>
                  </a:cubicBezTo>
                  <a:lnTo>
                    <a:pt x="25477" y="308307"/>
                  </a:lnTo>
                  <a:lnTo>
                    <a:pt x="22448" y="308879"/>
                  </a:lnTo>
                  <a:lnTo>
                    <a:pt x="19688" y="311402"/>
                  </a:lnTo>
                  <a:lnTo>
                    <a:pt x="19385" y="314968"/>
                  </a:lnTo>
                  <a:lnTo>
                    <a:pt x="19385" y="320249"/>
                  </a:lnTo>
                  <a:lnTo>
                    <a:pt x="21034" y="323075"/>
                  </a:lnTo>
                  <a:lnTo>
                    <a:pt x="24568" y="326103"/>
                  </a:lnTo>
                  <a:lnTo>
                    <a:pt x="27832" y="326742"/>
                  </a:lnTo>
                  <a:lnTo>
                    <a:pt x="32981" y="327246"/>
                  </a:lnTo>
                  <a:lnTo>
                    <a:pt x="37020" y="328491"/>
                  </a:lnTo>
                  <a:cubicBezTo>
                    <a:pt x="37020" y="328491"/>
                    <a:pt x="40655" y="330173"/>
                    <a:pt x="41092" y="330577"/>
                  </a:cubicBezTo>
                  <a:cubicBezTo>
                    <a:pt x="41530" y="331014"/>
                    <a:pt x="43414" y="332595"/>
                    <a:pt x="43414" y="332595"/>
                  </a:cubicBezTo>
                  <a:lnTo>
                    <a:pt x="46174" y="335858"/>
                  </a:lnTo>
                  <a:lnTo>
                    <a:pt x="49068" y="339121"/>
                  </a:lnTo>
                  <a:lnTo>
                    <a:pt x="48765" y="341072"/>
                  </a:lnTo>
                  <a:cubicBezTo>
                    <a:pt x="48765" y="341072"/>
                    <a:pt x="47015" y="344402"/>
                    <a:pt x="46881" y="344975"/>
                  </a:cubicBezTo>
                  <a:cubicBezTo>
                    <a:pt x="46746" y="345546"/>
                    <a:pt x="43987" y="348675"/>
                    <a:pt x="43852" y="348877"/>
                  </a:cubicBezTo>
                  <a:cubicBezTo>
                    <a:pt x="43717" y="349078"/>
                    <a:pt x="42270" y="351837"/>
                    <a:pt x="41900" y="352072"/>
                  </a:cubicBezTo>
                  <a:cubicBezTo>
                    <a:pt x="41530" y="352274"/>
                    <a:pt x="39679" y="357858"/>
                    <a:pt x="39679" y="357858"/>
                  </a:cubicBezTo>
                  <a:lnTo>
                    <a:pt x="40217" y="361424"/>
                  </a:lnTo>
                  <a:lnTo>
                    <a:pt x="40217" y="365427"/>
                  </a:lnTo>
                  <a:lnTo>
                    <a:pt x="34698" y="368253"/>
                  </a:lnTo>
                  <a:lnTo>
                    <a:pt x="33453" y="370070"/>
                  </a:lnTo>
                  <a:lnTo>
                    <a:pt x="33756" y="373535"/>
                  </a:lnTo>
                  <a:lnTo>
                    <a:pt x="34496" y="377167"/>
                  </a:lnTo>
                  <a:cubicBezTo>
                    <a:pt x="34496" y="377167"/>
                    <a:pt x="34631" y="378177"/>
                    <a:pt x="34496" y="378849"/>
                  </a:cubicBezTo>
                  <a:cubicBezTo>
                    <a:pt x="34361" y="379489"/>
                    <a:pt x="33183" y="380868"/>
                    <a:pt x="33183" y="380868"/>
                  </a:cubicBezTo>
                  <a:cubicBezTo>
                    <a:pt x="33183" y="380868"/>
                    <a:pt x="31097" y="380801"/>
                    <a:pt x="30861" y="381171"/>
                  </a:cubicBezTo>
                  <a:cubicBezTo>
                    <a:pt x="30626" y="381541"/>
                    <a:pt x="27900" y="380229"/>
                    <a:pt x="27900" y="380229"/>
                  </a:cubicBezTo>
                  <a:lnTo>
                    <a:pt x="25443" y="380229"/>
                  </a:lnTo>
                  <a:cubicBezTo>
                    <a:pt x="25443" y="380229"/>
                    <a:pt x="22616" y="380531"/>
                    <a:pt x="22313" y="380666"/>
                  </a:cubicBezTo>
                  <a:cubicBezTo>
                    <a:pt x="22010" y="380801"/>
                    <a:pt x="16962" y="382684"/>
                    <a:pt x="16962" y="382684"/>
                  </a:cubicBezTo>
                  <a:lnTo>
                    <a:pt x="14640" y="385308"/>
                  </a:lnTo>
                  <a:lnTo>
                    <a:pt x="11813" y="391532"/>
                  </a:lnTo>
                  <a:lnTo>
                    <a:pt x="8986" y="397990"/>
                  </a:lnTo>
                  <a:lnTo>
                    <a:pt x="5654" y="403507"/>
                  </a:lnTo>
                  <a:lnTo>
                    <a:pt x="8178" y="409966"/>
                  </a:lnTo>
                  <a:lnTo>
                    <a:pt x="13596" y="414238"/>
                  </a:lnTo>
                  <a:lnTo>
                    <a:pt x="14337" y="417434"/>
                  </a:lnTo>
                  <a:lnTo>
                    <a:pt x="10938" y="423220"/>
                  </a:lnTo>
                  <a:lnTo>
                    <a:pt x="9928" y="427425"/>
                  </a:lnTo>
                  <a:lnTo>
                    <a:pt x="8616" y="429814"/>
                  </a:lnTo>
                  <a:lnTo>
                    <a:pt x="7168" y="432067"/>
                  </a:lnTo>
                  <a:lnTo>
                    <a:pt x="5654" y="433447"/>
                  </a:lnTo>
                  <a:lnTo>
                    <a:pt x="7236" y="436340"/>
                  </a:lnTo>
                  <a:cubicBezTo>
                    <a:pt x="7236" y="436340"/>
                    <a:pt x="9861" y="437484"/>
                    <a:pt x="10063" y="437484"/>
                  </a:cubicBezTo>
                  <a:cubicBezTo>
                    <a:pt x="10265" y="437484"/>
                    <a:pt x="13327" y="439502"/>
                    <a:pt x="13327" y="439502"/>
                  </a:cubicBezTo>
                  <a:cubicBezTo>
                    <a:pt x="13327" y="439502"/>
                    <a:pt x="15077" y="439872"/>
                    <a:pt x="16222" y="439502"/>
                  </a:cubicBezTo>
                  <a:cubicBezTo>
                    <a:pt x="17399" y="439132"/>
                    <a:pt x="22077" y="438560"/>
                    <a:pt x="22077" y="438560"/>
                  </a:cubicBezTo>
                  <a:lnTo>
                    <a:pt x="23659" y="438694"/>
                  </a:lnTo>
                  <a:cubicBezTo>
                    <a:pt x="23659" y="438694"/>
                    <a:pt x="27428" y="440881"/>
                    <a:pt x="27563" y="441083"/>
                  </a:cubicBezTo>
                  <a:cubicBezTo>
                    <a:pt x="27698" y="441318"/>
                    <a:pt x="29313" y="443707"/>
                    <a:pt x="30188" y="444346"/>
                  </a:cubicBezTo>
                  <a:cubicBezTo>
                    <a:pt x="31063" y="444985"/>
                    <a:pt x="33756" y="447172"/>
                    <a:pt x="33756" y="447172"/>
                  </a:cubicBezTo>
                  <a:cubicBezTo>
                    <a:pt x="33756" y="447172"/>
                    <a:pt x="33453" y="449627"/>
                    <a:pt x="33183" y="449930"/>
                  </a:cubicBezTo>
                  <a:cubicBezTo>
                    <a:pt x="32880" y="450233"/>
                    <a:pt x="31804" y="451747"/>
                    <a:pt x="31602" y="451881"/>
                  </a:cubicBezTo>
                  <a:cubicBezTo>
                    <a:pt x="31400" y="452016"/>
                    <a:pt x="30861" y="452823"/>
                    <a:pt x="30861" y="452823"/>
                  </a:cubicBezTo>
                  <a:lnTo>
                    <a:pt x="28337" y="457297"/>
                  </a:lnTo>
                  <a:lnTo>
                    <a:pt x="22380" y="458811"/>
                  </a:lnTo>
                  <a:lnTo>
                    <a:pt x="18173" y="461199"/>
                  </a:lnTo>
                  <a:lnTo>
                    <a:pt x="16356" y="463016"/>
                  </a:lnTo>
                  <a:lnTo>
                    <a:pt x="14909" y="464698"/>
                  </a:lnTo>
                  <a:lnTo>
                    <a:pt x="14976" y="466514"/>
                  </a:lnTo>
                  <a:lnTo>
                    <a:pt x="16289" y="467759"/>
                  </a:lnTo>
                  <a:lnTo>
                    <a:pt x="17164" y="468634"/>
                  </a:lnTo>
                  <a:lnTo>
                    <a:pt x="18544" y="469206"/>
                  </a:lnTo>
                  <a:lnTo>
                    <a:pt x="20193" y="471157"/>
                  </a:lnTo>
                  <a:lnTo>
                    <a:pt x="20933" y="473175"/>
                  </a:lnTo>
                  <a:lnTo>
                    <a:pt x="21741" y="474622"/>
                  </a:lnTo>
                  <a:lnTo>
                    <a:pt x="22818" y="476438"/>
                  </a:lnTo>
                  <a:lnTo>
                    <a:pt x="22818" y="478457"/>
                  </a:lnTo>
                  <a:cubicBezTo>
                    <a:pt x="22818" y="478457"/>
                    <a:pt x="22347" y="480542"/>
                    <a:pt x="22347" y="480980"/>
                  </a:cubicBezTo>
                  <a:cubicBezTo>
                    <a:pt x="22347" y="481417"/>
                    <a:pt x="22818" y="483570"/>
                    <a:pt x="22818" y="484612"/>
                  </a:cubicBezTo>
                  <a:cubicBezTo>
                    <a:pt x="22818" y="485622"/>
                    <a:pt x="22818" y="487135"/>
                    <a:pt x="22818" y="487135"/>
                  </a:cubicBezTo>
                  <a:cubicBezTo>
                    <a:pt x="22818" y="487135"/>
                    <a:pt x="22616" y="489759"/>
                    <a:pt x="22616" y="490029"/>
                  </a:cubicBezTo>
                  <a:cubicBezTo>
                    <a:pt x="22616" y="490331"/>
                    <a:pt x="22751" y="492552"/>
                    <a:pt x="22751" y="492854"/>
                  </a:cubicBezTo>
                  <a:cubicBezTo>
                    <a:pt x="22751" y="493157"/>
                    <a:pt x="22885" y="495041"/>
                    <a:pt x="22885" y="495243"/>
                  </a:cubicBezTo>
                  <a:cubicBezTo>
                    <a:pt x="22885" y="495445"/>
                    <a:pt x="22683" y="499212"/>
                    <a:pt x="22683" y="499212"/>
                  </a:cubicBezTo>
                  <a:lnTo>
                    <a:pt x="23255" y="501230"/>
                  </a:lnTo>
                  <a:lnTo>
                    <a:pt x="23188" y="503989"/>
                  </a:lnTo>
                  <a:lnTo>
                    <a:pt x="22818" y="508194"/>
                  </a:lnTo>
                  <a:lnTo>
                    <a:pt x="22818" y="511457"/>
                  </a:lnTo>
                  <a:lnTo>
                    <a:pt x="23558" y="513980"/>
                  </a:lnTo>
                  <a:cubicBezTo>
                    <a:pt x="23558" y="513980"/>
                    <a:pt x="22549" y="516604"/>
                    <a:pt x="22313" y="517310"/>
                  </a:cubicBezTo>
                  <a:cubicBezTo>
                    <a:pt x="22111" y="518050"/>
                    <a:pt x="19553" y="520641"/>
                    <a:pt x="19553" y="520641"/>
                  </a:cubicBezTo>
                  <a:cubicBezTo>
                    <a:pt x="19553" y="520641"/>
                    <a:pt x="15919" y="522154"/>
                    <a:pt x="15851" y="522457"/>
                  </a:cubicBezTo>
                  <a:cubicBezTo>
                    <a:pt x="15784" y="522726"/>
                    <a:pt x="14404" y="523836"/>
                    <a:pt x="14404" y="523836"/>
                  </a:cubicBezTo>
                  <a:cubicBezTo>
                    <a:pt x="14404" y="523836"/>
                    <a:pt x="11577" y="525283"/>
                    <a:pt x="11274" y="525283"/>
                  </a:cubicBezTo>
                  <a:cubicBezTo>
                    <a:pt x="10971" y="525283"/>
                    <a:pt x="8750" y="525653"/>
                    <a:pt x="8447" y="525653"/>
                  </a:cubicBezTo>
                  <a:cubicBezTo>
                    <a:pt x="8144" y="525653"/>
                    <a:pt x="4745" y="523567"/>
                    <a:pt x="4476" y="523567"/>
                  </a:cubicBezTo>
                  <a:cubicBezTo>
                    <a:pt x="4173" y="523567"/>
                    <a:pt x="2154" y="523870"/>
                    <a:pt x="2154" y="524139"/>
                  </a:cubicBezTo>
                  <a:cubicBezTo>
                    <a:pt x="2154" y="524442"/>
                    <a:pt x="1716" y="526090"/>
                    <a:pt x="1077" y="526965"/>
                  </a:cubicBezTo>
                  <a:cubicBezTo>
                    <a:pt x="438" y="527840"/>
                    <a:pt x="0" y="530531"/>
                    <a:pt x="0" y="530531"/>
                  </a:cubicBezTo>
                  <a:lnTo>
                    <a:pt x="875" y="536989"/>
                  </a:lnTo>
                  <a:lnTo>
                    <a:pt x="942" y="542069"/>
                  </a:lnTo>
                  <a:lnTo>
                    <a:pt x="1885" y="548225"/>
                  </a:lnTo>
                  <a:cubicBezTo>
                    <a:pt x="1885" y="548225"/>
                    <a:pt x="3904" y="551757"/>
                    <a:pt x="4207" y="552699"/>
                  </a:cubicBezTo>
                  <a:cubicBezTo>
                    <a:pt x="4510" y="553641"/>
                    <a:pt x="8111" y="558923"/>
                    <a:pt x="8111" y="558923"/>
                  </a:cubicBezTo>
                  <a:lnTo>
                    <a:pt x="11745" y="561883"/>
                  </a:lnTo>
                  <a:cubicBezTo>
                    <a:pt x="11745" y="561883"/>
                    <a:pt x="16020" y="562825"/>
                    <a:pt x="16322" y="563026"/>
                  </a:cubicBezTo>
                  <a:cubicBezTo>
                    <a:pt x="16625" y="563262"/>
                    <a:pt x="18207" y="565045"/>
                    <a:pt x="18207" y="565348"/>
                  </a:cubicBezTo>
                  <a:cubicBezTo>
                    <a:pt x="18207" y="565650"/>
                    <a:pt x="18140" y="567602"/>
                    <a:pt x="17972" y="568543"/>
                  </a:cubicBezTo>
                  <a:cubicBezTo>
                    <a:pt x="17837" y="569485"/>
                    <a:pt x="17467" y="570360"/>
                    <a:pt x="17467" y="570360"/>
                  </a:cubicBezTo>
                  <a:lnTo>
                    <a:pt x="14943" y="572681"/>
                  </a:lnTo>
                  <a:lnTo>
                    <a:pt x="15750" y="575641"/>
                  </a:lnTo>
                  <a:lnTo>
                    <a:pt x="18779" y="577323"/>
                  </a:lnTo>
                  <a:lnTo>
                    <a:pt x="20226" y="578400"/>
                  </a:lnTo>
                  <a:lnTo>
                    <a:pt x="21101" y="579712"/>
                  </a:lnTo>
                  <a:lnTo>
                    <a:pt x="21101" y="582739"/>
                  </a:lnTo>
                  <a:cubicBezTo>
                    <a:pt x="21101" y="582739"/>
                    <a:pt x="20597" y="582975"/>
                    <a:pt x="20361" y="583177"/>
                  </a:cubicBezTo>
                  <a:cubicBezTo>
                    <a:pt x="20159" y="583379"/>
                    <a:pt x="19217" y="585431"/>
                    <a:pt x="19217" y="585431"/>
                  </a:cubicBezTo>
                  <a:cubicBezTo>
                    <a:pt x="19217" y="585431"/>
                    <a:pt x="18847" y="586238"/>
                    <a:pt x="18847" y="586507"/>
                  </a:cubicBezTo>
                  <a:cubicBezTo>
                    <a:pt x="18847" y="586810"/>
                    <a:pt x="18779" y="587146"/>
                    <a:pt x="18847" y="587382"/>
                  </a:cubicBezTo>
                  <a:cubicBezTo>
                    <a:pt x="18914" y="587617"/>
                    <a:pt x="18914" y="590073"/>
                    <a:pt x="18914" y="590073"/>
                  </a:cubicBezTo>
                  <a:cubicBezTo>
                    <a:pt x="18914" y="590073"/>
                    <a:pt x="19991" y="591015"/>
                    <a:pt x="20226" y="591216"/>
                  </a:cubicBezTo>
                  <a:cubicBezTo>
                    <a:pt x="20462" y="591418"/>
                    <a:pt x="20529" y="591587"/>
                    <a:pt x="21606" y="591587"/>
                  </a:cubicBezTo>
                  <a:cubicBezTo>
                    <a:pt x="22683" y="591587"/>
                    <a:pt x="22986" y="592024"/>
                    <a:pt x="23996" y="592091"/>
                  </a:cubicBezTo>
                  <a:cubicBezTo>
                    <a:pt x="25005" y="592159"/>
                    <a:pt x="26015" y="592663"/>
                    <a:pt x="26520" y="592898"/>
                  </a:cubicBezTo>
                  <a:cubicBezTo>
                    <a:pt x="27025" y="593100"/>
                    <a:pt x="28539" y="593201"/>
                    <a:pt x="28606" y="593403"/>
                  </a:cubicBezTo>
                  <a:cubicBezTo>
                    <a:pt x="28674" y="593605"/>
                    <a:pt x="29246" y="594345"/>
                    <a:pt x="29616" y="594984"/>
                  </a:cubicBezTo>
                  <a:cubicBezTo>
                    <a:pt x="29986" y="595623"/>
                    <a:pt x="30424" y="596498"/>
                    <a:pt x="30424" y="596498"/>
                  </a:cubicBezTo>
                  <a:lnTo>
                    <a:pt x="31433" y="598886"/>
                  </a:lnTo>
                  <a:cubicBezTo>
                    <a:pt x="31433" y="598886"/>
                    <a:pt x="33385" y="600266"/>
                    <a:pt x="33621" y="600400"/>
                  </a:cubicBezTo>
                  <a:cubicBezTo>
                    <a:pt x="33823" y="600535"/>
                    <a:pt x="37592" y="604033"/>
                    <a:pt x="37592" y="604033"/>
                  </a:cubicBezTo>
                  <a:cubicBezTo>
                    <a:pt x="37592" y="604033"/>
                    <a:pt x="38164" y="604740"/>
                    <a:pt x="38333" y="604975"/>
                  </a:cubicBezTo>
                  <a:cubicBezTo>
                    <a:pt x="38467" y="605177"/>
                    <a:pt x="40015" y="608810"/>
                    <a:pt x="40015" y="608810"/>
                  </a:cubicBezTo>
                  <a:cubicBezTo>
                    <a:pt x="40015" y="608810"/>
                    <a:pt x="40318" y="611434"/>
                    <a:pt x="40318" y="611703"/>
                  </a:cubicBezTo>
                  <a:cubicBezTo>
                    <a:pt x="40318" y="612006"/>
                    <a:pt x="40453" y="614529"/>
                    <a:pt x="40453" y="615235"/>
                  </a:cubicBezTo>
                  <a:cubicBezTo>
                    <a:pt x="40453" y="615975"/>
                    <a:pt x="40587" y="617489"/>
                    <a:pt x="40587" y="617489"/>
                  </a:cubicBezTo>
                  <a:lnTo>
                    <a:pt x="40958" y="619070"/>
                  </a:lnTo>
                  <a:cubicBezTo>
                    <a:pt x="40958" y="619070"/>
                    <a:pt x="42405" y="620079"/>
                    <a:pt x="42775" y="620315"/>
                  </a:cubicBezTo>
                  <a:cubicBezTo>
                    <a:pt x="43145" y="620517"/>
                    <a:pt x="44592" y="621391"/>
                    <a:pt x="44794" y="621560"/>
                  </a:cubicBezTo>
                  <a:cubicBezTo>
                    <a:pt x="45030" y="621694"/>
                    <a:pt x="46174" y="625764"/>
                    <a:pt x="46174" y="625764"/>
                  </a:cubicBezTo>
                  <a:lnTo>
                    <a:pt x="46982" y="627783"/>
                  </a:lnTo>
                  <a:lnTo>
                    <a:pt x="48866" y="630979"/>
                  </a:lnTo>
                  <a:lnTo>
                    <a:pt x="49809" y="633502"/>
                  </a:lnTo>
                  <a:lnTo>
                    <a:pt x="50381" y="634814"/>
                  </a:lnTo>
                  <a:lnTo>
                    <a:pt x="54016" y="637067"/>
                  </a:lnTo>
                  <a:lnTo>
                    <a:pt x="59535" y="638211"/>
                  </a:lnTo>
                  <a:cubicBezTo>
                    <a:pt x="59535" y="638211"/>
                    <a:pt x="63304" y="640599"/>
                    <a:pt x="63506" y="640667"/>
                  </a:cubicBezTo>
                  <a:cubicBezTo>
                    <a:pt x="63708" y="640734"/>
                    <a:pt x="65694" y="643291"/>
                    <a:pt x="65761" y="643493"/>
                  </a:cubicBezTo>
                  <a:cubicBezTo>
                    <a:pt x="65828" y="643694"/>
                    <a:pt x="70338" y="647765"/>
                    <a:pt x="70910" y="648505"/>
                  </a:cubicBezTo>
                  <a:cubicBezTo>
                    <a:pt x="71482" y="649211"/>
                    <a:pt x="77809" y="655233"/>
                    <a:pt x="77809" y="655233"/>
                  </a:cubicBezTo>
                  <a:cubicBezTo>
                    <a:pt x="77809" y="655233"/>
                    <a:pt x="78550" y="657318"/>
                    <a:pt x="78550" y="657621"/>
                  </a:cubicBezTo>
                  <a:cubicBezTo>
                    <a:pt x="78550" y="657924"/>
                    <a:pt x="78550" y="659202"/>
                    <a:pt x="78550" y="659202"/>
                  </a:cubicBezTo>
                  <a:lnTo>
                    <a:pt x="79997" y="661826"/>
                  </a:lnTo>
                  <a:lnTo>
                    <a:pt x="82891" y="661826"/>
                  </a:lnTo>
                  <a:cubicBezTo>
                    <a:pt x="82891" y="661826"/>
                    <a:pt x="86223" y="660884"/>
                    <a:pt x="87367" y="660581"/>
                  </a:cubicBezTo>
                  <a:cubicBezTo>
                    <a:pt x="88512" y="660279"/>
                    <a:pt x="89891" y="659942"/>
                    <a:pt x="90262" y="659774"/>
                  </a:cubicBezTo>
                  <a:cubicBezTo>
                    <a:pt x="90632" y="659640"/>
                    <a:pt x="93391" y="659034"/>
                    <a:pt x="94031" y="658529"/>
                  </a:cubicBezTo>
                  <a:cubicBezTo>
                    <a:pt x="94670" y="658025"/>
                    <a:pt x="95041" y="657150"/>
                    <a:pt x="95613" y="656948"/>
                  </a:cubicBezTo>
                  <a:cubicBezTo>
                    <a:pt x="96185" y="656747"/>
                    <a:pt x="97430" y="654930"/>
                    <a:pt x="97632" y="654627"/>
                  </a:cubicBezTo>
                  <a:cubicBezTo>
                    <a:pt x="97834" y="654324"/>
                    <a:pt x="99012" y="652542"/>
                    <a:pt x="99146" y="652239"/>
                  </a:cubicBezTo>
                  <a:cubicBezTo>
                    <a:pt x="99281" y="651936"/>
                    <a:pt x="100964" y="650557"/>
                    <a:pt x="100964" y="650557"/>
                  </a:cubicBezTo>
                  <a:lnTo>
                    <a:pt x="102916" y="649480"/>
                  </a:lnTo>
                  <a:lnTo>
                    <a:pt x="105608" y="648740"/>
                  </a:lnTo>
                  <a:lnTo>
                    <a:pt x="110959" y="649178"/>
                  </a:lnTo>
                  <a:lnTo>
                    <a:pt x="112911" y="650254"/>
                  </a:lnTo>
                  <a:lnTo>
                    <a:pt x="114863" y="652340"/>
                  </a:lnTo>
                  <a:lnTo>
                    <a:pt x="116377" y="653585"/>
                  </a:lnTo>
                  <a:cubicBezTo>
                    <a:pt x="116377" y="653585"/>
                    <a:pt x="117253" y="653786"/>
                    <a:pt x="117825" y="653786"/>
                  </a:cubicBezTo>
                  <a:cubicBezTo>
                    <a:pt x="118397" y="653786"/>
                    <a:pt x="119272" y="652979"/>
                    <a:pt x="119642" y="652340"/>
                  </a:cubicBezTo>
                  <a:cubicBezTo>
                    <a:pt x="120012" y="651701"/>
                    <a:pt x="120887" y="651263"/>
                    <a:pt x="120887" y="651263"/>
                  </a:cubicBezTo>
                  <a:lnTo>
                    <a:pt x="121695" y="650187"/>
                  </a:lnTo>
                  <a:cubicBezTo>
                    <a:pt x="121695" y="650187"/>
                    <a:pt x="122637" y="648370"/>
                    <a:pt x="122839" y="648303"/>
                  </a:cubicBezTo>
                  <a:cubicBezTo>
                    <a:pt x="123041" y="648236"/>
                    <a:pt x="125094" y="647933"/>
                    <a:pt x="125094" y="647933"/>
                  </a:cubicBezTo>
                  <a:cubicBezTo>
                    <a:pt x="125094" y="647933"/>
                    <a:pt x="126339" y="647193"/>
                    <a:pt x="126609" y="647126"/>
                  </a:cubicBezTo>
                  <a:cubicBezTo>
                    <a:pt x="126911" y="647058"/>
                    <a:pt x="126911" y="646318"/>
                    <a:pt x="127618" y="646116"/>
                  </a:cubicBezTo>
                  <a:cubicBezTo>
                    <a:pt x="128359" y="645915"/>
                    <a:pt x="129301" y="645242"/>
                    <a:pt x="130142" y="645477"/>
                  </a:cubicBezTo>
                  <a:cubicBezTo>
                    <a:pt x="131017" y="645713"/>
                    <a:pt x="132666" y="645477"/>
                    <a:pt x="132969" y="645612"/>
                  </a:cubicBezTo>
                  <a:cubicBezTo>
                    <a:pt x="133272" y="645746"/>
                    <a:pt x="135864" y="646251"/>
                    <a:pt x="136166" y="646352"/>
                  </a:cubicBezTo>
                  <a:cubicBezTo>
                    <a:pt x="136469" y="646419"/>
                    <a:pt x="137479" y="646352"/>
                    <a:pt x="138354" y="646924"/>
                  </a:cubicBezTo>
                  <a:cubicBezTo>
                    <a:pt x="139229" y="647496"/>
                    <a:pt x="143066" y="649817"/>
                    <a:pt x="143066" y="649817"/>
                  </a:cubicBezTo>
                  <a:lnTo>
                    <a:pt x="143200" y="651129"/>
                  </a:lnTo>
                  <a:cubicBezTo>
                    <a:pt x="143200" y="651129"/>
                    <a:pt x="142897" y="652811"/>
                    <a:pt x="142763" y="653012"/>
                  </a:cubicBezTo>
                  <a:cubicBezTo>
                    <a:pt x="142628" y="653214"/>
                    <a:pt x="141719" y="653954"/>
                    <a:pt x="141719" y="653954"/>
                  </a:cubicBezTo>
                  <a:lnTo>
                    <a:pt x="141114" y="654896"/>
                  </a:lnTo>
                  <a:lnTo>
                    <a:pt x="141114" y="655704"/>
                  </a:lnTo>
                  <a:lnTo>
                    <a:pt x="141618" y="658092"/>
                  </a:lnTo>
                  <a:lnTo>
                    <a:pt x="143301" y="658664"/>
                  </a:lnTo>
                  <a:lnTo>
                    <a:pt x="145623" y="660178"/>
                  </a:lnTo>
                  <a:lnTo>
                    <a:pt x="146196" y="660615"/>
                  </a:lnTo>
                  <a:lnTo>
                    <a:pt x="147575" y="662364"/>
                  </a:lnTo>
                  <a:cubicBezTo>
                    <a:pt x="147575" y="662364"/>
                    <a:pt x="147811" y="664181"/>
                    <a:pt x="147946" y="664383"/>
                  </a:cubicBezTo>
                  <a:cubicBezTo>
                    <a:pt x="148080" y="664618"/>
                    <a:pt x="148450" y="665964"/>
                    <a:pt x="148450" y="665964"/>
                  </a:cubicBezTo>
                  <a:lnTo>
                    <a:pt x="149325" y="667478"/>
                  </a:lnTo>
                  <a:lnTo>
                    <a:pt x="150470" y="669160"/>
                  </a:lnTo>
                  <a:lnTo>
                    <a:pt x="152422" y="672927"/>
                  </a:lnTo>
                  <a:cubicBezTo>
                    <a:pt x="152422" y="672927"/>
                    <a:pt x="153936" y="675820"/>
                    <a:pt x="154172" y="676459"/>
                  </a:cubicBezTo>
                  <a:cubicBezTo>
                    <a:pt x="154374" y="677099"/>
                    <a:pt x="156359" y="679588"/>
                    <a:pt x="156561" y="679857"/>
                  </a:cubicBezTo>
                  <a:cubicBezTo>
                    <a:pt x="156763" y="680160"/>
                    <a:pt x="157201" y="680160"/>
                    <a:pt x="157874" y="680664"/>
                  </a:cubicBezTo>
                  <a:cubicBezTo>
                    <a:pt x="158513" y="681169"/>
                    <a:pt x="160768" y="682044"/>
                    <a:pt x="160768" y="682548"/>
                  </a:cubicBezTo>
                  <a:cubicBezTo>
                    <a:pt x="160768" y="683053"/>
                    <a:pt x="161138" y="684499"/>
                    <a:pt x="161205" y="685071"/>
                  </a:cubicBezTo>
                  <a:cubicBezTo>
                    <a:pt x="161273" y="685643"/>
                    <a:pt x="161273" y="686888"/>
                    <a:pt x="162080" y="687392"/>
                  </a:cubicBezTo>
                  <a:cubicBezTo>
                    <a:pt x="162888" y="687897"/>
                    <a:pt x="162955" y="687695"/>
                    <a:pt x="163830" y="688200"/>
                  </a:cubicBezTo>
                  <a:cubicBezTo>
                    <a:pt x="164706" y="688704"/>
                    <a:pt x="166523" y="689882"/>
                    <a:pt x="166960" y="690151"/>
                  </a:cubicBezTo>
                  <a:cubicBezTo>
                    <a:pt x="167398" y="690453"/>
                    <a:pt x="168980" y="692169"/>
                    <a:pt x="168980" y="692169"/>
                  </a:cubicBezTo>
                  <a:cubicBezTo>
                    <a:pt x="168980" y="692169"/>
                    <a:pt x="169283" y="692741"/>
                    <a:pt x="169484" y="692808"/>
                  </a:cubicBezTo>
                  <a:cubicBezTo>
                    <a:pt x="169720" y="692876"/>
                    <a:pt x="173052" y="692741"/>
                    <a:pt x="173489" y="692808"/>
                  </a:cubicBezTo>
                  <a:cubicBezTo>
                    <a:pt x="173927" y="692876"/>
                    <a:pt x="174735" y="692775"/>
                    <a:pt x="175138" y="692842"/>
                  </a:cubicBezTo>
                  <a:cubicBezTo>
                    <a:pt x="175576" y="692909"/>
                    <a:pt x="176384" y="692876"/>
                    <a:pt x="177158" y="692842"/>
                  </a:cubicBezTo>
                  <a:cubicBezTo>
                    <a:pt x="177965" y="692808"/>
                    <a:pt x="178470" y="692909"/>
                    <a:pt x="178908" y="693246"/>
                  </a:cubicBezTo>
                  <a:cubicBezTo>
                    <a:pt x="179345" y="693616"/>
                    <a:pt x="182980" y="697148"/>
                    <a:pt x="182980" y="697148"/>
                  </a:cubicBezTo>
                  <a:cubicBezTo>
                    <a:pt x="182980" y="697148"/>
                    <a:pt x="183889" y="698964"/>
                    <a:pt x="184326" y="699536"/>
                  </a:cubicBezTo>
                  <a:cubicBezTo>
                    <a:pt x="184764" y="700108"/>
                    <a:pt x="186379" y="704448"/>
                    <a:pt x="186379" y="704448"/>
                  </a:cubicBezTo>
                  <a:lnTo>
                    <a:pt x="186379" y="706029"/>
                  </a:lnTo>
                  <a:lnTo>
                    <a:pt x="186009" y="708215"/>
                  </a:lnTo>
                  <a:lnTo>
                    <a:pt x="187389" y="710536"/>
                  </a:lnTo>
                  <a:cubicBezTo>
                    <a:pt x="187389" y="710536"/>
                    <a:pt x="188970" y="711108"/>
                    <a:pt x="189711" y="711344"/>
                  </a:cubicBezTo>
                  <a:cubicBezTo>
                    <a:pt x="190418" y="711546"/>
                    <a:pt x="195735" y="710469"/>
                    <a:pt x="196004" y="710402"/>
                  </a:cubicBezTo>
                  <a:cubicBezTo>
                    <a:pt x="196307" y="710335"/>
                    <a:pt x="197586" y="709325"/>
                    <a:pt x="197889" y="709325"/>
                  </a:cubicBezTo>
                  <a:cubicBezTo>
                    <a:pt x="198192" y="709325"/>
                    <a:pt x="200851" y="708955"/>
                    <a:pt x="201153" y="708821"/>
                  </a:cubicBezTo>
                  <a:cubicBezTo>
                    <a:pt x="201456" y="708686"/>
                    <a:pt x="205865" y="708619"/>
                    <a:pt x="206235" y="708888"/>
                  </a:cubicBezTo>
                  <a:cubicBezTo>
                    <a:pt x="206605" y="709157"/>
                    <a:pt x="209634" y="710637"/>
                    <a:pt x="209634" y="710637"/>
                  </a:cubicBezTo>
                  <a:cubicBezTo>
                    <a:pt x="209634" y="710637"/>
                    <a:pt x="212529" y="712891"/>
                    <a:pt x="212764" y="712958"/>
                  </a:cubicBezTo>
                  <a:cubicBezTo>
                    <a:pt x="213000" y="713026"/>
                    <a:pt x="214952" y="715650"/>
                    <a:pt x="214952" y="715650"/>
                  </a:cubicBezTo>
                  <a:lnTo>
                    <a:pt x="215187" y="717601"/>
                  </a:lnTo>
                  <a:cubicBezTo>
                    <a:pt x="215187" y="717601"/>
                    <a:pt x="215120" y="719619"/>
                    <a:pt x="215120" y="720056"/>
                  </a:cubicBezTo>
                  <a:cubicBezTo>
                    <a:pt x="215120" y="720494"/>
                    <a:pt x="214985" y="721570"/>
                    <a:pt x="214985" y="722007"/>
                  </a:cubicBezTo>
                  <a:cubicBezTo>
                    <a:pt x="214985" y="722445"/>
                    <a:pt x="214346" y="725641"/>
                    <a:pt x="214346" y="725641"/>
                  </a:cubicBezTo>
                  <a:lnTo>
                    <a:pt x="215154" y="729980"/>
                  </a:lnTo>
                  <a:cubicBezTo>
                    <a:pt x="215154" y="729980"/>
                    <a:pt x="215086" y="730182"/>
                    <a:pt x="215961" y="729980"/>
                  </a:cubicBezTo>
                  <a:cubicBezTo>
                    <a:pt x="216836" y="729778"/>
                    <a:pt x="218216" y="728096"/>
                    <a:pt x="218216" y="728096"/>
                  </a:cubicBezTo>
                  <a:cubicBezTo>
                    <a:pt x="218216" y="728096"/>
                    <a:pt x="218351" y="727020"/>
                    <a:pt x="218519" y="726650"/>
                  </a:cubicBezTo>
                  <a:cubicBezTo>
                    <a:pt x="218654" y="726280"/>
                    <a:pt x="218957" y="725338"/>
                    <a:pt x="219394" y="724833"/>
                  </a:cubicBezTo>
                  <a:cubicBezTo>
                    <a:pt x="219832" y="724329"/>
                    <a:pt x="220841" y="723824"/>
                    <a:pt x="221414" y="723689"/>
                  </a:cubicBezTo>
                  <a:cubicBezTo>
                    <a:pt x="221986" y="723555"/>
                    <a:pt x="227135" y="723118"/>
                    <a:pt x="227135" y="723118"/>
                  </a:cubicBezTo>
                  <a:cubicBezTo>
                    <a:pt x="227135" y="723118"/>
                    <a:pt x="228817" y="723555"/>
                    <a:pt x="229457" y="723925"/>
                  </a:cubicBezTo>
                  <a:cubicBezTo>
                    <a:pt x="230096" y="724295"/>
                    <a:pt x="230399" y="724228"/>
                    <a:pt x="231207" y="725170"/>
                  </a:cubicBezTo>
                  <a:cubicBezTo>
                    <a:pt x="232015" y="726112"/>
                    <a:pt x="234236" y="728870"/>
                    <a:pt x="234471" y="729072"/>
                  </a:cubicBezTo>
                  <a:cubicBezTo>
                    <a:pt x="234673" y="729307"/>
                    <a:pt x="235851" y="731326"/>
                    <a:pt x="235851" y="731326"/>
                  </a:cubicBezTo>
                  <a:lnTo>
                    <a:pt x="236491" y="733344"/>
                  </a:lnTo>
                  <a:cubicBezTo>
                    <a:pt x="236491" y="733344"/>
                    <a:pt x="236861" y="734286"/>
                    <a:pt x="237568" y="734286"/>
                  </a:cubicBezTo>
                  <a:cubicBezTo>
                    <a:pt x="238274" y="734286"/>
                    <a:pt x="240159" y="733041"/>
                    <a:pt x="240597" y="732907"/>
                  </a:cubicBezTo>
                  <a:cubicBezTo>
                    <a:pt x="241034" y="732772"/>
                    <a:pt x="242044" y="731763"/>
                    <a:pt x="242347" y="731460"/>
                  </a:cubicBezTo>
                  <a:cubicBezTo>
                    <a:pt x="242650" y="731157"/>
                    <a:pt x="244803" y="730215"/>
                    <a:pt x="244803" y="730215"/>
                  </a:cubicBezTo>
                  <a:cubicBezTo>
                    <a:pt x="244803" y="730215"/>
                    <a:pt x="247563" y="731595"/>
                    <a:pt x="248270" y="732301"/>
                  </a:cubicBezTo>
                  <a:cubicBezTo>
                    <a:pt x="249010" y="733041"/>
                    <a:pt x="250020" y="733815"/>
                    <a:pt x="250020" y="733815"/>
                  </a:cubicBezTo>
                  <a:lnTo>
                    <a:pt x="251467" y="733613"/>
                  </a:lnTo>
                  <a:lnTo>
                    <a:pt x="253991" y="731662"/>
                  </a:lnTo>
                  <a:cubicBezTo>
                    <a:pt x="253991" y="731662"/>
                    <a:pt x="254294" y="731090"/>
                    <a:pt x="254496" y="730855"/>
                  </a:cubicBezTo>
                  <a:cubicBezTo>
                    <a:pt x="254698" y="730653"/>
                    <a:pt x="255573" y="730350"/>
                    <a:pt x="255809" y="730350"/>
                  </a:cubicBezTo>
                  <a:cubicBezTo>
                    <a:pt x="256010" y="730350"/>
                    <a:pt x="259342" y="731662"/>
                    <a:pt x="259342" y="731662"/>
                  </a:cubicBezTo>
                  <a:cubicBezTo>
                    <a:pt x="259342" y="731662"/>
                    <a:pt x="260083" y="731965"/>
                    <a:pt x="260285" y="732301"/>
                  </a:cubicBezTo>
                  <a:cubicBezTo>
                    <a:pt x="260486" y="732671"/>
                    <a:pt x="262035" y="734757"/>
                    <a:pt x="262035" y="734757"/>
                  </a:cubicBezTo>
                  <a:cubicBezTo>
                    <a:pt x="262035" y="734757"/>
                    <a:pt x="263414" y="736136"/>
                    <a:pt x="263616" y="736439"/>
                  </a:cubicBezTo>
                  <a:cubicBezTo>
                    <a:pt x="263818" y="736742"/>
                    <a:pt x="265064" y="737246"/>
                    <a:pt x="265366" y="737313"/>
                  </a:cubicBezTo>
                  <a:cubicBezTo>
                    <a:pt x="265669" y="737381"/>
                    <a:pt x="266814" y="736674"/>
                    <a:pt x="267049" y="736674"/>
                  </a:cubicBezTo>
                  <a:cubicBezTo>
                    <a:pt x="267251" y="736674"/>
                    <a:pt x="268227" y="736540"/>
                    <a:pt x="269237" y="736372"/>
                  </a:cubicBezTo>
                  <a:cubicBezTo>
                    <a:pt x="270246" y="736237"/>
                    <a:pt x="271626" y="736002"/>
                    <a:pt x="272367" y="735800"/>
                  </a:cubicBezTo>
                  <a:cubicBezTo>
                    <a:pt x="273107" y="735598"/>
                    <a:pt x="273814" y="734992"/>
                    <a:pt x="274117" y="734858"/>
                  </a:cubicBezTo>
                  <a:cubicBezTo>
                    <a:pt x="274419" y="734723"/>
                    <a:pt x="275564" y="732907"/>
                    <a:pt x="275867" y="732907"/>
                  </a:cubicBezTo>
                  <a:cubicBezTo>
                    <a:pt x="276169" y="732907"/>
                    <a:pt x="278121" y="732604"/>
                    <a:pt x="278391" y="732604"/>
                  </a:cubicBezTo>
                  <a:cubicBezTo>
                    <a:pt x="278694" y="732604"/>
                    <a:pt x="282463" y="736742"/>
                    <a:pt x="282867" y="737313"/>
                  </a:cubicBezTo>
                  <a:cubicBezTo>
                    <a:pt x="283304" y="737885"/>
                    <a:pt x="283304" y="737751"/>
                    <a:pt x="283742" y="739063"/>
                  </a:cubicBezTo>
                  <a:cubicBezTo>
                    <a:pt x="284179" y="740375"/>
                    <a:pt x="284549" y="743335"/>
                    <a:pt x="284617" y="743638"/>
                  </a:cubicBezTo>
                  <a:cubicBezTo>
                    <a:pt x="284684" y="743941"/>
                    <a:pt x="285122" y="746262"/>
                    <a:pt x="285425" y="746968"/>
                  </a:cubicBezTo>
                  <a:cubicBezTo>
                    <a:pt x="285694" y="747674"/>
                    <a:pt x="286804" y="749289"/>
                    <a:pt x="286804" y="749289"/>
                  </a:cubicBezTo>
                  <a:lnTo>
                    <a:pt x="287679" y="749726"/>
                  </a:lnTo>
                  <a:cubicBezTo>
                    <a:pt x="287679" y="749726"/>
                    <a:pt x="289194" y="750231"/>
                    <a:pt x="289934" y="749996"/>
                  </a:cubicBezTo>
                  <a:cubicBezTo>
                    <a:pt x="290641" y="749794"/>
                    <a:pt x="294410" y="749693"/>
                    <a:pt x="294646" y="749626"/>
                  </a:cubicBezTo>
                  <a:cubicBezTo>
                    <a:pt x="294848" y="749558"/>
                    <a:pt x="297035" y="749054"/>
                    <a:pt x="297338" y="749054"/>
                  </a:cubicBezTo>
                  <a:cubicBezTo>
                    <a:pt x="297641" y="749054"/>
                    <a:pt x="300098" y="748044"/>
                    <a:pt x="300670" y="748044"/>
                  </a:cubicBezTo>
                  <a:cubicBezTo>
                    <a:pt x="301242" y="748044"/>
                    <a:pt x="305079" y="748919"/>
                    <a:pt x="305314" y="748986"/>
                  </a:cubicBezTo>
                  <a:cubicBezTo>
                    <a:pt x="305516" y="749054"/>
                    <a:pt x="306762" y="750366"/>
                    <a:pt x="306896" y="750870"/>
                  </a:cubicBezTo>
                  <a:cubicBezTo>
                    <a:pt x="307031" y="751375"/>
                    <a:pt x="307973" y="754941"/>
                    <a:pt x="308141" y="755580"/>
                  </a:cubicBezTo>
                  <a:cubicBezTo>
                    <a:pt x="308276" y="756219"/>
                    <a:pt x="308781" y="757901"/>
                    <a:pt x="308882" y="758271"/>
                  </a:cubicBezTo>
                  <a:cubicBezTo>
                    <a:pt x="308949" y="758641"/>
                    <a:pt x="308949" y="759650"/>
                    <a:pt x="309016" y="760222"/>
                  </a:cubicBezTo>
                  <a:cubicBezTo>
                    <a:pt x="309084" y="760794"/>
                    <a:pt x="310161" y="761601"/>
                    <a:pt x="310464" y="761736"/>
                  </a:cubicBezTo>
                  <a:cubicBezTo>
                    <a:pt x="310766" y="761870"/>
                    <a:pt x="313223" y="761534"/>
                    <a:pt x="313930" y="761736"/>
                  </a:cubicBezTo>
                  <a:cubicBezTo>
                    <a:pt x="314637" y="761971"/>
                    <a:pt x="315310" y="761870"/>
                    <a:pt x="315310" y="762240"/>
                  </a:cubicBezTo>
                  <a:cubicBezTo>
                    <a:pt x="315310" y="762610"/>
                    <a:pt x="316690" y="765874"/>
                    <a:pt x="316690" y="765874"/>
                  </a:cubicBezTo>
                  <a:cubicBezTo>
                    <a:pt x="316690" y="765874"/>
                    <a:pt x="316488" y="766378"/>
                    <a:pt x="316993" y="767017"/>
                  </a:cubicBezTo>
                  <a:cubicBezTo>
                    <a:pt x="317497" y="767656"/>
                    <a:pt x="318944" y="767085"/>
                    <a:pt x="319180" y="767017"/>
                  </a:cubicBezTo>
                  <a:cubicBezTo>
                    <a:pt x="319382" y="766950"/>
                    <a:pt x="320324" y="766143"/>
                    <a:pt x="320324" y="766143"/>
                  </a:cubicBezTo>
                  <a:cubicBezTo>
                    <a:pt x="320324" y="766143"/>
                    <a:pt x="323522" y="764763"/>
                    <a:pt x="323723" y="764763"/>
                  </a:cubicBezTo>
                  <a:cubicBezTo>
                    <a:pt x="323959" y="764763"/>
                    <a:pt x="325372" y="765705"/>
                    <a:pt x="325372" y="766008"/>
                  </a:cubicBezTo>
                  <a:cubicBezTo>
                    <a:pt x="325372" y="766311"/>
                    <a:pt x="325507" y="767959"/>
                    <a:pt x="325507" y="767959"/>
                  </a:cubicBezTo>
                  <a:lnTo>
                    <a:pt x="325574" y="769204"/>
                  </a:lnTo>
                  <a:lnTo>
                    <a:pt x="325709" y="771390"/>
                  </a:lnTo>
                  <a:cubicBezTo>
                    <a:pt x="325709" y="771390"/>
                    <a:pt x="326584" y="773140"/>
                    <a:pt x="326786" y="773342"/>
                  </a:cubicBezTo>
                  <a:cubicBezTo>
                    <a:pt x="327022" y="773577"/>
                    <a:pt x="326651" y="773913"/>
                    <a:pt x="328098" y="773913"/>
                  </a:cubicBezTo>
                  <a:cubicBezTo>
                    <a:pt x="329546" y="773913"/>
                    <a:pt x="330353" y="774216"/>
                    <a:pt x="330791" y="774351"/>
                  </a:cubicBezTo>
                  <a:cubicBezTo>
                    <a:pt x="331228" y="774485"/>
                    <a:pt x="331666" y="773981"/>
                    <a:pt x="332676" y="775158"/>
                  </a:cubicBezTo>
                  <a:cubicBezTo>
                    <a:pt x="333685" y="776302"/>
                    <a:pt x="333820" y="776605"/>
                    <a:pt x="334560" y="776302"/>
                  </a:cubicBezTo>
                  <a:cubicBezTo>
                    <a:pt x="335301" y="775999"/>
                    <a:pt x="336243" y="774351"/>
                    <a:pt x="336580" y="774284"/>
                  </a:cubicBezTo>
                  <a:cubicBezTo>
                    <a:pt x="336950" y="774216"/>
                    <a:pt x="337757" y="772602"/>
                    <a:pt x="337892" y="772332"/>
                  </a:cubicBezTo>
                  <a:cubicBezTo>
                    <a:pt x="338027" y="772030"/>
                    <a:pt x="338632" y="771121"/>
                    <a:pt x="338834" y="770751"/>
                  </a:cubicBezTo>
                  <a:cubicBezTo>
                    <a:pt x="339036" y="770381"/>
                    <a:pt x="339709" y="769002"/>
                    <a:pt x="339709" y="769002"/>
                  </a:cubicBezTo>
                  <a:cubicBezTo>
                    <a:pt x="339709" y="769002"/>
                    <a:pt x="340854" y="767993"/>
                    <a:pt x="341291" y="767690"/>
                  </a:cubicBezTo>
                  <a:cubicBezTo>
                    <a:pt x="341729" y="767387"/>
                    <a:pt x="342301" y="767387"/>
                    <a:pt x="343041" y="766984"/>
                  </a:cubicBezTo>
                  <a:cubicBezTo>
                    <a:pt x="343782" y="766546"/>
                    <a:pt x="344286" y="765907"/>
                    <a:pt x="344858" y="765806"/>
                  </a:cubicBezTo>
                  <a:cubicBezTo>
                    <a:pt x="345431" y="765739"/>
                    <a:pt x="346676" y="765604"/>
                    <a:pt x="347046" y="765604"/>
                  </a:cubicBezTo>
                  <a:cubicBezTo>
                    <a:pt x="347416" y="765604"/>
                    <a:pt x="349738" y="765403"/>
                    <a:pt x="349738" y="765403"/>
                  </a:cubicBezTo>
                  <a:lnTo>
                    <a:pt x="351623" y="765100"/>
                  </a:lnTo>
                  <a:lnTo>
                    <a:pt x="353508" y="765773"/>
                  </a:lnTo>
                  <a:cubicBezTo>
                    <a:pt x="353508" y="765773"/>
                    <a:pt x="355325" y="765974"/>
                    <a:pt x="355965" y="766210"/>
                  </a:cubicBezTo>
                  <a:cubicBezTo>
                    <a:pt x="356604" y="766412"/>
                    <a:pt x="357849" y="766782"/>
                    <a:pt x="358421" y="767219"/>
                  </a:cubicBezTo>
                  <a:cubicBezTo>
                    <a:pt x="358993" y="767656"/>
                    <a:pt x="360373" y="768228"/>
                    <a:pt x="360945" y="768598"/>
                  </a:cubicBezTo>
                  <a:cubicBezTo>
                    <a:pt x="361517" y="768968"/>
                    <a:pt x="362191" y="769406"/>
                    <a:pt x="362191" y="769675"/>
                  </a:cubicBezTo>
                  <a:cubicBezTo>
                    <a:pt x="362191" y="769978"/>
                    <a:pt x="362628" y="772366"/>
                    <a:pt x="362628" y="772803"/>
                  </a:cubicBezTo>
                  <a:cubicBezTo>
                    <a:pt x="362628" y="773241"/>
                    <a:pt x="362696" y="775764"/>
                    <a:pt x="362696" y="775764"/>
                  </a:cubicBezTo>
                  <a:cubicBezTo>
                    <a:pt x="362696" y="775764"/>
                    <a:pt x="362628" y="779094"/>
                    <a:pt x="362628" y="779397"/>
                  </a:cubicBezTo>
                  <a:cubicBezTo>
                    <a:pt x="362628" y="779699"/>
                    <a:pt x="362561" y="781482"/>
                    <a:pt x="362763" y="781583"/>
                  </a:cubicBezTo>
                  <a:cubicBezTo>
                    <a:pt x="362965" y="781651"/>
                    <a:pt x="363570" y="782323"/>
                    <a:pt x="364008" y="782323"/>
                  </a:cubicBezTo>
                  <a:cubicBezTo>
                    <a:pt x="364445" y="782323"/>
                    <a:pt x="365455" y="781886"/>
                    <a:pt x="365960" y="781381"/>
                  </a:cubicBezTo>
                  <a:cubicBezTo>
                    <a:pt x="366465" y="780877"/>
                    <a:pt x="366700" y="778690"/>
                    <a:pt x="366969" y="778488"/>
                  </a:cubicBezTo>
                  <a:cubicBezTo>
                    <a:pt x="367272" y="778253"/>
                    <a:pt x="367037" y="777546"/>
                    <a:pt x="367609" y="777244"/>
                  </a:cubicBezTo>
                  <a:cubicBezTo>
                    <a:pt x="368181" y="776941"/>
                    <a:pt x="368854" y="776605"/>
                    <a:pt x="368854" y="776605"/>
                  </a:cubicBezTo>
                  <a:lnTo>
                    <a:pt x="370941" y="776470"/>
                  </a:lnTo>
                  <a:lnTo>
                    <a:pt x="372523" y="778219"/>
                  </a:lnTo>
                  <a:lnTo>
                    <a:pt x="376662" y="780608"/>
                  </a:lnTo>
                  <a:lnTo>
                    <a:pt x="379186" y="783063"/>
                  </a:lnTo>
                  <a:lnTo>
                    <a:pt x="381878" y="785452"/>
                  </a:lnTo>
                  <a:cubicBezTo>
                    <a:pt x="381878" y="785452"/>
                    <a:pt x="383629" y="785519"/>
                    <a:pt x="384133" y="785452"/>
                  </a:cubicBezTo>
                  <a:cubicBezTo>
                    <a:pt x="384638" y="785385"/>
                    <a:pt x="385581" y="785519"/>
                    <a:pt x="386758" y="784947"/>
                  </a:cubicBezTo>
                  <a:cubicBezTo>
                    <a:pt x="387903" y="784375"/>
                    <a:pt x="388441" y="784644"/>
                    <a:pt x="389653" y="783568"/>
                  </a:cubicBezTo>
                  <a:cubicBezTo>
                    <a:pt x="390898" y="782492"/>
                    <a:pt x="391235" y="781415"/>
                    <a:pt x="391537" y="781247"/>
                  </a:cubicBezTo>
                  <a:cubicBezTo>
                    <a:pt x="391840" y="781112"/>
                    <a:pt x="393187" y="779868"/>
                    <a:pt x="393624" y="779800"/>
                  </a:cubicBezTo>
                  <a:cubicBezTo>
                    <a:pt x="394061" y="779733"/>
                    <a:pt x="399211" y="778556"/>
                    <a:pt x="399211" y="778556"/>
                  </a:cubicBezTo>
                  <a:cubicBezTo>
                    <a:pt x="399211" y="778556"/>
                    <a:pt x="402677" y="778488"/>
                    <a:pt x="403283" y="778556"/>
                  </a:cubicBezTo>
                  <a:cubicBezTo>
                    <a:pt x="403855" y="778623"/>
                    <a:pt x="406749" y="778556"/>
                    <a:pt x="406749" y="778556"/>
                  </a:cubicBezTo>
                  <a:cubicBezTo>
                    <a:pt x="406749" y="778556"/>
                    <a:pt x="409341" y="777513"/>
                    <a:pt x="409576" y="777446"/>
                  </a:cubicBezTo>
                  <a:cubicBezTo>
                    <a:pt x="409778" y="777378"/>
                    <a:pt x="410283" y="776605"/>
                    <a:pt x="410283" y="776605"/>
                  </a:cubicBezTo>
                  <a:lnTo>
                    <a:pt x="411730" y="776605"/>
                  </a:lnTo>
                  <a:cubicBezTo>
                    <a:pt x="411730" y="776605"/>
                    <a:pt x="414120" y="775797"/>
                    <a:pt x="414322" y="775797"/>
                  </a:cubicBezTo>
                  <a:cubicBezTo>
                    <a:pt x="414523" y="775797"/>
                    <a:pt x="416846" y="776234"/>
                    <a:pt x="417149" y="776369"/>
                  </a:cubicBezTo>
                  <a:cubicBezTo>
                    <a:pt x="417451" y="776504"/>
                    <a:pt x="418528" y="776504"/>
                    <a:pt x="418898" y="776672"/>
                  </a:cubicBezTo>
                  <a:cubicBezTo>
                    <a:pt x="419269" y="776806"/>
                    <a:pt x="421086" y="776605"/>
                    <a:pt x="421423" y="776234"/>
                  </a:cubicBezTo>
                  <a:cubicBezTo>
                    <a:pt x="421793" y="775864"/>
                    <a:pt x="422500" y="774418"/>
                    <a:pt x="422735" y="774149"/>
                  </a:cubicBezTo>
                  <a:cubicBezTo>
                    <a:pt x="422937" y="773846"/>
                    <a:pt x="423880" y="773005"/>
                    <a:pt x="424115" y="772904"/>
                  </a:cubicBezTo>
                  <a:cubicBezTo>
                    <a:pt x="424351" y="772837"/>
                    <a:pt x="424755" y="772904"/>
                    <a:pt x="425495" y="772534"/>
                  </a:cubicBezTo>
                  <a:cubicBezTo>
                    <a:pt x="426235" y="772164"/>
                    <a:pt x="427952" y="771155"/>
                    <a:pt x="428255" y="771155"/>
                  </a:cubicBezTo>
                  <a:cubicBezTo>
                    <a:pt x="428557" y="771155"/>
                    <a:pt x="430139" y="770785"/>
                    <a:pt x="430442" y="770718"/>
                  </a:cubicBezTo>
                  <a:cubicBezTo>
                    <a:pt x="430745" y="770650"/>
                    <a:pt x="431822" y="770079"/>
                    <a:pt x="432024" y="770079"/>
                  </a:cubicBezTo>
                  <a:cubicBezTo>
                    <a:pt x="432259" y="770079"/>
                    <a:pt x="433168" y="769776"/>
                    <a:pt x="433606" y="770146"/>
                  </a:cubicBezTo>
                  <a:cubicBezTo>
                    <a:pt x="434043" y="770516"/>
                    <a:pt x="434615" y="770280"/>
                    <a:pt x="434985" y="770650"/>
                  </a:cubicBezTo>
                  <a:cubicBezTo>
                    <a:pt x="435356" y="771020"/>
                    <a:pt x="437072" y="772097"/>
                    <a:pt x="437375" y="772400"/>
                  </a:cubicBezTo>
                  <a:cubicBezTo>
                    <a:pt x="437678" y="772702"/>
                    <a:pt x="439024" y="773140"/>
                    <a:pt x="439327" y="773409"/>
                  </a:cubicBezTo>
                  <a:cubicBezTo>
                    <a:pt x="439630" y="773712"/>
                    <a:pt x="440774" y="775158"/>
                    <a:pt x="440909" y="775730"/>
                  </a:cubicBezTo>
                  <a:cubicBezTo>
                    <a:pt x="441043" y="776302"/>
                    <a:pt x="441279" y="776369"/>
                    <a:pt x="441918" y="777176"/>
                  </a:cubicBezTo>
                  <a:cubicBezTo>
                    <a:pt x="442558" y="777984"/>
                    <a:pt x="442995" y="777984"/>
                    <a:pt x="443736" y="778690"/>
                  </a:cubicBezTo>
                  <a:cubicBezTo>
                    <a:pt x="444476" y="779430"/>
                    <a:pt x="446765" y="781314"/>
                    <a:pt x="447067" y="781516"/>
                  </a:cubicBezTo>
                  <a:cubicBezTo>
                    <a:pt x="447370" y="781718"/>
                    <a:pt x="448515" y="782525"/>
                    <a:pt x="448515" y="782525"/>
                  </a:cubicBezTo>
                  <a:lnTo>
                    <a:pt x="451342" y="784476"/>
                  </a:lnTo>
                  <a:lnTo>
                    <a:pt x="453664" y="786865"/>
                  </a:lnTo>
                  <a:cubicBezTo>
                    <a:pt x="453664" y="786865"/>
                    <a:pt x="454303" y="789119"/>
                    <a:pt x="454673" y="789892"/>
                  </a:cubicBezTo>
                  <a:cubicBezTo>
                    <a:pt x="455044" y="790700"/>
                    <a:pt x="457803" y="795174"/>
                    <a:pt x="457803" y="795174"/>
                  </a:cubicBezTo>
                  <a:lnTo>
                    <a:pt x="458880" y="798134"/>
                  </a:lnTo>
                  <a:cubicBezTo>
                    <a:pt x="458880" y="798134"/>
                    <a:pt x="460765" y="801464"/>
                    <a:pt x="460765" y="801767"/>
                  </a:cubicBezTo>
                  <a:cubicBezTo>
                    <a:pt x="460765" y="802036"/>
                    <a:pt x="461270" y="805097"/>
                    <a:pt x="461270" y="805097"/>
                  </a:cubicBezTo>
                  <a:lnTo>
                    <a:pt x="462212" y="809672"/>
                  </a:lnTo>
                  <a:cubicBezTo>
                    <a:pt x="462212" y="809672"/>
                    <a:pt x="463457" y="810110"/>
                    <a:pt x="464164" y="810110"/>
                  </a:cubicBezTo>
                  <a:cubicBezTo>
                    <a:pt x="464904" y="810110"/>
                    <a:pt x="466621" y="810311"/>
                    <a:pt x="466924" y="810110"/>
                  </a:cubicBezTo>
                  <a:cubicBezTo>
                    <a:pt x="467227" y="809874"/>
                    <a:pt x="469178" y="809403"/>
                    <a:pt x="469178" y="809403"/>
                  </a:cubicBezTo>
                  <a:cubicBezTo>
                    <a:pt x="469178" y="809403"/>
                    <a:pt x="469986" y="809807"/>
                    <a:pt x="470053" y="810211"/>
                  </a:cubicBezTo>
                  <a:cubicBezTo>
                    <a:pt x="470121" y="810614"/>
                    <a:pt x="472948" y="815458"/>
                    <a:pt x="473082" y="815694"/>
                  </a:cubicBezTo>
                  <a:cubicBezTo>
                    <a:pt x="473217" y="815896"/>
                    <a:pt x="473890" y="817645"/>
                    <a:pt x="473890" y="817645"/>
                  </a:cubicBezTo>
                  <a:lnTo>
                    <a:pt x="475135" y="819596"/>
                  </a:lnTo>
                  <a:lnTo>
                    <a:pt x="475842" y="820908"/>
                  </a:lnTo>
                  <a:cubicBezTo>
                    <a:pt x="475842" y="820908"/>
                    <a:pt x="476145" y="820841"/>
                    <a:pt x="476852" y="820908"/>
                  </a:cubicBezTo>
                  <a:cubicBezTo>
                    <a:pt x="477559" y="820975"/>
                    <a:pt x="478669" y="820538"/>
                    <a:pt x="478938" y="820471"/>
                  </a:cubicBezTo>
                  <a:cubicBezTo>
                    <a:pt x="479241" y="820403"/>
                    <a:pt x="479948" y="820403"/>
                    <a:pt x="480453" y="820403"/>
                  </a:cubicBezTo>
                  <a:cubicBezTo>
                    <a:pt x="480958" y="820403"/>
                    <a:pt x="482203" y="820571"/>
                    <a:pt x="482977" y="820908"/>
                  </a:cubicBezTo>
                  <a:cubicBezTo>
                    <a:pt x="483785" y="821244"/>
                    <a:pt x="485164" y="821345"/>
                    <a:pt x="485366" y="821547"/>
                  </a:cubicBezTo>
                  <a:cubicBezTo>
                    <a:pt x="485568" y="821749"/>
                    <a:pt x="486376" y="821850"/>
                    <a:pt x="486814" y="822119"/>
                  </a:cubicBezTo>
                  <a:cubicBezTo>
                    <a:pt x="487251" y="822422"/>
                    <a:pt x="488261" y="822691"/>
                    <a:pt x="488564" y="822926"/>
                  </a:cubicBezTo>
                  <a:cubicBezTo>
                    <a:pt x="488866" y="823162"/>
                    <a:pt x="490650" y="823498"/>
                    <a:pt x="490886" y="823666"/>
                  </a:cubicBezTo>
                  <a:cubicBezTo>
                    <a:pt x="491121" y="823801"/>
                    <a:pt x="492198" y="823296"/>
                    <a:pt x="492400" y="823666"/>
                  </a:cubicBezTo>
                  <a:cubicBezTo>
                    <a:pt x="492602" y="824036"/>
                    <a:pt x="493545" y="824541"/>
                    <a:pt x="493780" y="824743"/>
                  </a:cubicBezTo>
                  <a:cubicBezTo>
                    <a:pt x="493982" y="824945"/>
                    <a:pt x="495530" y="826761"/>
                    <a:pt x="495530" y="826761"/>
                  </a:cubicBezTo>
                  <a:cubicBezTo>
                    <a:pt x="495530" y="826761"/>
                    <a:pt x="495968" y="828342"/>
                    <a:pt x="496169" y="828948"/>
                  </a:cubicBezTo>
                  <a:cubicBezTo>
                    <a:pt x="496371" y="829520"/>
                    <a:pt x="497246" y="831336"/>
                    <a:pt x="497415" y="831774"/>
                  </a:cubicBezTo>
                  <a:cubicBezTo>
                    <a:pt x="497549" y="832211"/>
                    <a:pt x="498492" y="833590"/>
                    <a:pt x="498492" y="833590"/>
                  </a:cubicBezTo>
                  <a:cubicBezTo>
                    <a:pt x="498492" y="833590"/>
                    <a:pt x="500746" y="836348"/>
                    <a:pt x="500948" y="836550"/>
                  </a:cubicBezTo>
                  <a:cubicBezTo>
                    <a:pt x="501184" y="836786"/>
                    <a:pt x="502025" y="838232"/>
                    <a:pt x="502194" y="838501"/>
                  </a:cubicBezTo>
                  <a:cubicBezTo>
                    <a:pt x="502328" y="838804"/>
                    <a:pt x="501891" y="842135"/>
                    <a:pt x="502194" y="842908"/>
                  </a:cubicBezTo>
                  <a:cubicBezTo>
                    <a:pt x="502497" y="843716"/>
                    <a:pt x="502631" y="847248"/>
                    <a:pt x="502631" y="847248"/>
                  </a:cubicBezTo>
                  <a:lnTo>
                    <a:pt x="502059" y="848560"/>
                  </a:lnTo>
                  <a:cubicBezTo>
                    <a:pt x="502059" y="848560"/>
                    <a:pt x="501992" y="851520"/>
                    <a:pt x="501756" y="851688"/>
                  </a:cubicBezTo>
                  <a:cubicBezTo>
                    <a:pt x="501554" y="851823"/>
                    <a:pt x="499434" y="852698"/>
                    <a:pt x="499434" y="852698"/>
                  </a:cubicBezTo>
                  <a:lnTo>
                    <a:pt x="497549" y="853269"/>
                  </a:lnTo>
                  <a:cubicBezTo>
                    <a:pt x="497549" y="853269"/>
                    <a:pt x="496943" y="854850"/>
                    <a:pt x="496876" y="855086"/>
                  </a:cubicBezTo>
                  <a:cubicBezTo>
                    <a:pt x="496809" y="855321"/>
                    <a:pt x="496035" y="856330"/>
                    <a:pt x="496035" y="857037"/>
                  </a:cubicBezTo>
                  <a:cubicBezTo>
                    <a:pt x="496035" y="857777"/>
                    <a:pt x="496035" y="859123"/>
                    <a:pt x="496035" y="859123"/>
                  </a:cubicBezTo>
                  <a:lnTo>
                    <a:pt x="496775" y="860435"/>
                  </a:lnTo>
                  <a:lnTo>
                    <a:pt x="498525" y="863563"/>
                  </a:lnTo>
                  <a:lnTo>
                    <a:pt x="499165" y="864572"/>
                  </a:lnTo>
                  <a:cubicBezTo>
                    <a:pt x="499165" y="864572"/>
                    <a:pt x="499535" y="866759"/>
                    <a:pt x="499535" y="867028"/>
                  </a:cubicBezTo>
                  <a:cubicBezTo>
                    <a:pt x="499535" y="867331"/>
                    <a:pt x="500410" y="868710"/>
                    <a:pt x="500410" y="869046"/>
                  </a:cubicBezTo>
                  <a:cubicBezTo>
                    <a:pt x="500410" y="869416"/>
                    <a:pt x="501790" y="872377"/>
                    <a:pt x="501790" y="872377"/>
                  </a:cubicBezTo>
                  <a:lnTo>
                    <a:pt x="502093" y="873890"/>
                  </a:lnTo>
                  <a:lnTo>
                    <a:pt x="502665" y="876918"/>
                  </a:lnTo>
                  <a:lnTo>
                    <a:pt x="504415" y="879306"/>
                  </a:lnTo>
                  <a:lnTo>
                    <a:pt x="505559" y="880114"/>
                  </a:lnTo>
                  <a:cubicBezTo>
                    <a:pt x="505559" y="880114"/>
                    <a:pt x="508083" y="881930"/>
                    <a:pt x="508319" y="882065"/>
                  </a:cubicBezTo>
                  <a:cubicBezTo>
                    <a:pt x="508521" y="882199"/>
                    <a:pt x="510641" y="882570"/>
                    <a:pt x="510641" y="882570"/>
                  </a:cubicBezTo>
                  <a:lnTo>
                    <a:pt x="512593" y="882570"/>
                  </a:lnTo>
                  <a:cubicBezTo>
                    <a:pt x="512593" y="882570"/>
                    <a:pt x="513535" y="882940"/>
                    <a:pt x="514107" y="882570"/>
                  </a:cubicBezTo>
                  <a:cubicBezTo>
                    <a:pt x="514679" y="882199"/>
                    <a:pt x="516564" y="881258"/>
                    <a:pt x="516564" y="881258"/>
                  </a:cubicBezTo>
                  <a:cubicBezTo>
                    <a:pt x="516564" y="881258"/>
                    <a:pt x="516934" y="880686"/>
                    <a:pt x="517204" y="880686"/>
                  </a:cubicBezTo>
                  <a:cubicBezTo>
                    <a:pt x="517507" y="880686"/>
                    <a:pt x="518146" y="879878"/>
                    <a:pt x="518146" y="879878"/>
                  </a:cubicBezTo>
                  <a:lnTo>
                    <a:pt x="518954" y="879441"/>
                  </a:lnTo>
                  <a:cubicBezTo>
                    <a:pt x="518954" y="879441"/>
                    <a:pt x="519593" y="879508"/>
                    <a:pt x="519896" y="879508"/>
                  </a:cubicBezTo>
                  <a:cubicBezTo>
                    <a:pt x="520199" y="879508"/>
                    <a:pt x="521579" y="879441"/>
                    <a:pt x="521814" y="879744"/>
                  </a:cubicBezTo>
                  <a:cubicBezTo>
                    <a:pt x="522016" y="880047"/>
                    <a:pt x="522151" y="880988"/>
                    <a:pt x="522151" y="880988"/>
                  </a:cubicBezTo>
                  <a:lnTo>
                    <a:pt x="522151" y="881729"/>
                  </a:lnTo>
                  <a:lnTo>
                    <a:pt x="523901" y="883545"/>
                  </a:lnTo>
                  <a:lnTo>
                    <a:pt x="523901" y="883478"/>
                  </a:lnTo>
                  <a:cubicBezTo>
                    <a:pt x="523901" y="883478"/>
                    <a:pt x="524338" y="885227"/>
                    <a:pt x="524776" y="885361"/>
                  </a:cubicBezTo>
                  <a:cubicBezTo>
                    <a:pt x="525213" y="885496"/>
                    <a:pt x="525920" y="885866"/>
                    <a:pt x="526290" y="885933"/>
                  </a:cubicBezTo>
                  <a:cubicBezTo>
                    <a:pt x="526661" y="886001"/>
                    <a:pt x="528175" y="887178"/>
                    <a:pt x="528478" y="887380"/>
                  </a:cubicBezTo>
                  <a:cubicBezTo>
                    <a:pt x="528781" y="887582"/>
                    <a:pt x="529185" y="888322"/>
                    <a:pt x="529488" y="888961"/>
                  </a:cubicBezTo>
                  <a:cubicBezTo>
                    <a:pt x="529790" y="889600"/>
                    <a:pt x="530295" y="891551"/>
                    <a:pt x="530295" y="891551"/>
                  </a:cubicBezTo>
                  <a:cubicBezTo>
                    <a:pt x="530295" y="891551"/>
                    <a:pt x="530228" y="892426"/>
                    <a:pt x="530295" y="892998"/>
                  </a:cubicBezTo>
                  <a:cubicBezTo>
                    <a:pt x="530362" y="893570"/>
                    <a:pt x="530800" y="893738"/>
                    <a:pt x="530935" y="894142"/>
                  </a:cubicBezTo>
                  <a:cubicBezTo>
                    <a:pt x="531069" y="894579"/>
                    <a:pt x="531002" y="894713"/>
                    <a:pt x="531877" y="894848"/>
                  </a:cubicBezTo>
                  <a:cubicBezTo>
                    <a:pt x="532752" y="894983"/>
                    <a:pt x="532887" y="894713"/>
                    <a:pt x="533762" y="894848"/>
                  </a:cubicBezTo>
                  <a:cubicBezTo>
                    <a:pt x="534637" y="894983"/>
                    <a:pt x="534637" y="894545"/>
                    <a:pt x="535209" y="893704"/>
                  </a:cubicBezTo>
                  <a:cubicBezTo>
                    <a:pt x="535781" y="892830"/>
                    <a:pt x="535714" y="892628"/>
                    <a:pt x="536017" y="892190"/>
                  </a:cubicBezTo>
                  <a:cubicBezTo>
                    <a:pt x="536319" y="891753"/>
                    <a:pt x="536891" y="891248"/>
                    <a:pt x="536891" y="891248"/>
                  </a:cubicBezTo>
                  <a:lnTo>
                    <a:pt x="538709" y="891248"/>
                  </a:lnTo>
                  <a:cubicBezTo>
                    <a:pt x="538709" y="891248"/>
                    <a:pt x="540089" y="890946"/>
                    <a:pt x="540526" y="890946"/>
                  </a:cubicBezTo>
                  <a:cubicBezTo>
                    <a:pt x="540964" y="890946"/>
                    <a:pt x="541267" y="890710"/>
                    <a:pt x="541771" y="891013"/>
                  </a:cubicBezTo>
                  <a:cubicBezTo>
                    <a:pt x="542276" y="891316"/>
                    <a:pt x="542714" y="892022"/>
                    <a:pt x="542916" y="892022"/>
                  </a:cubicBezTo>
                  <a:cubicBezTo>
                    <a:pt x="543118" y="892022"/>
                    <a:pt x="543488" y="893200"/>
                    <a:pt x="544733" y="892157"/>
                  </a:cubicBezTo>
                  <a:cubicBezTo>
                    <a:pt x="545978" y="891148"/>
                    <a:pt x="546180" y="890206"/>
                    <a:pt x="546416" y="890206"/>
                  </a:cubicBezTo>
                  <a:cubicBezTo>
                    <a:pt x="546651" y="890206"/>
                    <a:pt x="546853" y="889903"/>
                    <a:pt x="547560" y="890273"/>
                  </a:cubicBezTo>
                  <a:cubicBezTo>
                    <a:pt x="548300" y="890643"/>
                    <a:pt x="550084" y="891215"/>
                    <a:pt x="551329" y="892157"/>
                  </a:cubicBezTo>
                  <a:cubicBezTo>
                    <a:pt x="552575" y="893099"/>
                    <a:pt x="552911" y="893031"/>
                    <a:pt x="553719" y="893973"/>
                  </a:cubicBezTo>
                  <a:cubicBezTo>
                    <a:pt x="554527" y="894915"/>
                    <a:pt x="554224" y="895487"/>
                    <a:pt x="555974" y="896429"/>
                  </a:cubicBezTo>
                  <a:cubicBezTo>
                    <a:pt x="557724" y="897371"/>
                    <a:pt x="561190" y="899322"/>
                    <a:pt x="561998" y="899456"/>
                  </a:cubicBezTo>
                  <a:cubicBezTo>
                    <a:pt x="562806" y="899591"/>
                    <a:pt x="564758" y="900768"/>
                    <a:pt x="565262" y="901038"/>
                  </a:cubicBezTo>
                  <a:cubicBezTo>
                    <a:pt x="565767" y="901340"/>
                    <a:pt x="566205" y="902551"/>
                    <a:pt x="566205" y="902551"/>
                  </a:cubicBezTo>
                  <a:lnTo>
                    <a:pt x="565700" y="906454"/>
                  </a:lnTo>
                  <a:lnTo>
                    <a:pt x="565700" y="907698"/>
                  </a:lnTo>
                  <a:lnTo>
                    <a:pt x="566205" y="909010"/>
                  </a:lnTo>
                  <a:lnTo>
                    <a:pt x="567450" y="910591"/>
                  </a:lnTo>
                  <a:lnTo>
                    <a:pt x="569503" y="913417"/>
                  </a:lnTo>
                  <a:cubicBezTo>
                    <a:pt x="569503" y="913417"/>
                    <a:pt x="570815" y="913787"/>
                    <a:pt x="571118" y="913787"/>
                  </a:cubicBezTo>
                  <a:cubicBezTo>
                    <a:pt x="571455" y="913787"/>
                    <a:pt x="573508" y="913787"/>
                    <a:pt x="573508" y="913787"/>
                  </a:cubicBezTo>
                  <a:cubicBezTo>
                    <a:pt x="573508" y="913787"/>
                    <a:pt x="578219" y="914426"/>
                    <a:pt x="578455" y="914224"/>
                  </a:cubicBezTo>
                  <a:cubicBezTo>
                    <a:pt x="578691" y="914022"/>
                    <a:pt x="579263" y="912912"/>
                    <a:pt x="579263" y="912710"/>
                  </a:cubicBezTo>
                  <a:cubicBezTo>
                    <a:pt x="579263" y="912475"/>
                    <a:pt x="579330" y="911197"/>
                    <a:pt x="579263" y="910322"/>
                  </a:cubicBezTo>
                  <a:cubicBezTo>
                    <a:pt x="579195" y="909448"/>
                    <a:pt x="579162" y="907396"/>
                    <a:pt x="578993" y="907295"/>
                  </a:cubicBezTo>
                  <a:cubicBezTo>
                    <a:pt x="578825" y="907194"/>
                    <a:pt x="578287" y="905243"/>
                    <a:pt x="578219" y="905007"/>
                  </a:cubicBezTo>
                  <a:cubicBezTo>
                    <a:pt x="578152" y="904805"/>
                    <a:pt x="577714" y="903931"/>
                    <a:pt x="577614" y="903762"/>
                  </a:cubicBezTo>
                  <a:cubicBezTo>
                    <a:pt x="577513" y="903594"/>
                    <a:pt x="577008" y="901576"/>
                    <a:pt x="577008" y="901576"/>
                  </a:cubicBezTo>
                  <a:lnTo>
                    <a:pt x="576200" y="899086"/>
                  </a:lnTo>
                  <a:lnTo>
                    <a:pt x="575157" y="897438"/>
                  </a:lnTo>
                  <a:lnTo>
                    <a:pt x="573205" y="894242"/>
                  </a:lnTo>
                  <a:cubicBezTo>
                    <a:pt x="573205" y="894242"/>
                    <a:pt x="571993" y="892291"/>
                    <a:pt x="571791" y="892190"/>
                  </a:cubicBezTo>
                  <a:cubicBezTo>
                    <a:pt x="571589" y="892089"/>
                    <a:pt x="570580" y="890878"/>
                    <a:pt x="570479" y="890710"/>
                  </a:cubicBezTo>
                  <a:cubicBezTo>
                    <a:pt x="570378" y="890542"/>
                    <a:pt x="569166" y="889096"/>
                    <a:pt x="569133" y="888927"/>
                  </a:cubicBezTo>
                  <a:cubicBezTo>
                    <a:pt x="569065" y="888759"/>
                    <a:pt x="567988" y="885832"/>
                    <a:pt x="567988" y="885664"/>
                  </a:cubicBezTo>
                  <a:cubicBezTo>
                    <a:pt x="567988" y="885496"/>
                    <a:pt x="568089" y="884520"/>
                    <a:pt x="568089" y="884520"/>
                  </a:cubicBezTo>
                  <a:cubicBezTo>
                    <a:pt x="568089" y="884520"/>
                    <a:pt x="569065" y="882401"/>
                    <a:pt x="569570" y="881796"/>
                  </a:cubicBezTo>
                  <a:cubicBezTo>
                    <a:pt x="570075" y="881190"/>
                    <a:pt x="570916" y="880551"/>
                    <a:pt x="571488" y="879845"/>
                  </a:cubicBezTo>
                  <a:cubicBezTo>
                    <a:pt x="572027" y="879138"/>
                    <a:pt x="573710" y="877624"/>
                    <a:pt x="574046" y="877187"/>
                  </a:cubicBezTo>
                  <a:cubicBezTo>
                    <a:pt x="574383" y="876750"/>
                    <a:pt x="576368" y="875505"/>
                    <a:pt x="576368" y="875505"/>
                  </a:cubicBezTo>
                  <a:lnTo>
                    <a:pt x="579633" y="874597"/>
                  </a:lnTo>
                  <a:lnTo>
                    <a:pt x="581417" y="874429"/>
                  </a:lnTo>
                  <a:lnTo>
                    <a:pt x="583200" y="874698"/>
                  </a:lnTo>
                  <a:lnTo>
                    <a:pt x="586397" y="876615"/>
                  </a:lnTo>
                  <a:cubicBezTo>
                    <a:pt x="586397" y="876615"/>
                    <a:pt x="587575" y="877759"/>
                    <a:pt x="587878" y="878196"/>
                  </a:cubicBezTo>
                  <a:cubicBezTo>
                    <a:pt x="588148" y="878634"/>
                    <a:pt x="590099" y="880517"/>
                    <a:pt x="590638" y="881190"/>
                  </a:cubicBezTo>
                  <a:cubicBezTo>
                    <a:pt x="591176" y="881829"/>
                    <a:pt x="595417" y="885160"/>
                    <a:pt x="595518" y="885361"/>
                  </a:cubicBezTo>
                  <a:cubicBezTo>
                    <a:pt x="595619" y="885563"/>
                    <a:pt x="597301" y="888019"/>
                    <a:pt x="597470" y="888524"/>
                  </a:cubicBezTo>
                  <a:cubicBezTo>
                    <a:pt x="597638" y="889028"/>
                    <a:pt x="599422" y="892830"/>
                    <a:pt x="600027" y="893301"/>
                  </a:cubicBezTo>
                  <a:cubicBezTo>
                    <a:pt x="600633" y="893771"/>
                    <a:pt x="602350" y="895756"/>
                    <a:pt x="603292" y="896025"/>
                  </a:cubicBezTo>
                  <a:cubicBezTo>
                    <a:pt x="604201" y="896294"/>
                    <a:pt x="608307" y="896732"/>
                    <a:pt x="608307" y="896732"/>
                  </a:cubicBezTo>
                  <a:lnTo>
                    <a:pt x="610057" y="897976"/>
                  </a:lnTo>
                  <a:cubicBezTo>
                    <a:pt x="610057" y="897976"/>
                    <a:pt x="612648" y="898178"/>
                    <a:pt x="612783" y="898347"/>
                  </a:cubicBezTo>
                  <a:cubicBezTo>
                    <a:pt x="612884" y="898515"/>
                    <a:pt x="615509" y="900668"/>
                    <a:pt x="615711" y="900970"/>
                  </a:cubicBezTo>
                  <a:cubicBezTo>
                    <a:pt x="615913" y="901239"/>
                    <a:pt x="617999" y="902114"/>
                    <a:pt x="618167" y="902551"/>
                  </a:cubicBezTo>
                  <a:cubicBezTo>
                    <a:pt x="618336" y="902989"/>
                    <a:pt x="620490" y="904502"/>
                    <a:pt x="620490" y="904502"/>
                  </a:cubicBezTo>
                  <a:cubicBezTo>
                    <a:pt x="620490" y="904502"/>
                    <a:pt x="620321" y="904132"/>
                    <a:pt x="622778" y="905579"/>
                  </a:cubicBezTo>
                  <a:cubicBezTo>
                    <a:pt x="625235" y="907059"/>
                    <a:pt x="627086" y="907261"/>
                    <a:pt x="627490" y="907328"/>
                  </a:cubicBezTo>
                  <a:cubicBezTo>
                    <a:pt x="627927" y="907396"/>
                    <a:pt x="630048" y="905545"/>
                    <a:pt x="630384" y="905108"/>
                  </a:cubicBezTo>
                  <a:cubicBezTo>
                    <a:pt x="630720" y="904671"/>
                    <a:pt x="632504" y="903964"/>
                    <a:pt x="632168" y="902518"/>
                  </a:cubicBezTo>
                  <a:cubicBezTo>
                    <a:pt x="631831" y="901038"/>
                    <a:pt x="632437" y="899356"/>
                    <a:pt x="630249" y="898178"/>
                  </a:cubicBezTo>
                  <a:cubicBezTo>
                    <a:pt x="628062" y="897001"/>
                    <a:pt x="626917" y="895252"/>
                    <a:pt x="626917" y="895252"/>
                  </a:cubicBezTo>
                  <a:cubicBezTo>
                    <a:pt x="626917" y="895252"/>
                    <a:pt x="623788" y="892863"/>
                    <a:pt x="623788" y="892493"/>
                  </a:cubicBezTo>
                  <a:cubicBezTo>
                    <a:pt x="623788" y="892123"/>
                    <a:pt x="623586" y="890475"/>
                    <a:pt x="623586" y="889600"/>
                  </a:cubicBezTo>
                  <a:cubicBezTo>
                    <a:pt x="623586" y="888725"/>
                    <a:pt x="623889" y="887414"/>
                    <a:pt x="624158" y="887144"/>
                  </a:cubicBezTo>
                  <a:cubicBezTo>
                    <a:pt x="624461" y="886842"/>
                    <a:pt x="627422" y="883949"/>
                    <a:pt x="627624" y="883881"/>
                  </a:cubicBezTo>
                  <a:cubicBezTo>
                    <a:pt x="627860" y="883814"/>
                    <a:pt x="628499" y="883007"/>
                    <a:pt x="628264" y="882199"/>
                  </a:cubicBezTo>
                  <a:cubicBezTo>
                    <a:pt x="628062" y="881392"/>
                    <a:pt x="628634" y="880450"/>
                    <a:pt x="627523" y="878735"/>
                  </a:cubicBezTo>
                  <a:cubicBezTo>
                    <a:pt x="626446" y="876985"/>
                    <a:pt x="625066" y="875909"/>
                    <a:pt x="624999" y="875404"/>
                  </a:cubicBezTo>
                  <a:cubicBezTo>
                    <a:pt x="624932" y="874900"/>
                    <a:pt x="624696" y="873016"/>
                    <a:pt x="624696" y="872713"/>
                  </a:cubicBezTo>
                  <a:cubicBezTo>
                    <a:pt x="624696" y="872410"/>
                    <a:pt x="627826" y="869383"/>
                    <a:pt x="628163" y="868508"/>
                  </a:cubicBezTo>
                  <a:cubicBezTo>
                    <a:pt x="628533" y="867634"/>
                    <a:pt x="628971" y="865985"/>
                    <a:pt x="629240" y="865918"/>
                  </a:cubicBezTo>
                  <a:cubicBezTo>
                    <a:pt x="629543" y="865851"/>
                    <a:pt x="633211" y="867163"/>
                    <a:pt x="633581" y="867364"/>
                  </a:cubicBezTo>
                  <a:cubicBezTo>
                    <a:pt x="633951" y="867566"/>
                    <a:pt x="637721" y="868743"/>
                    <a:pt x="637990" y="869046"/>
                  </a:cubicBezTo>
                  <a:cubicBezTo>
                    <a:pt x="638293" y="869349"/>
                    <a:pt x="641254" y="870425"/>
                    <a:pt x="641894" y="870493"/>
                  </a:cubicBezTo>
                  <a:cubicBezTo>
                    <a:pt x="642533" y="870560"/>
                    <a:pt x="645798" y="869753"/>
                    <a:pt x="645798" y="869753"/>
                  </a:cubicBezTo>
                  <a:lnTo>
                    <a:pt x="646875" y="867499"/>
                  </a:lnTo>
                  <a:lnTo>
                    <a:pt x="648759" y="865245"/>
                  </a:lnTo>
                  <a:cubicBezTo>
                    <a:pt x="648759" y="865245"/>
                    <a:pt x="649702" y="864236"/>
                    <a:pt x="650005" y="864169"/>
                  </a:cubicBezTo>
                  <a:cubicBezTo>
                    <a:pt x="650274" y="864101"/>
                    <a:pt x="652899" y="864370"/>
                    <a:pt x="652899" y="864370"/>
                  </a:cubicBezTo>
                  <a:lnTo>
                    <a:pt x="654043" y="865447"/>
                  </a:lnTo>
                  <a:lnTo>
                    <a:pt x="657947" y="867331"/>
                  </a:lnTo>
                  <a:lnTo>
                    <a:pt x="660202" y="869719"/>
                  </a:lnTo>
                  <a:cubicBezTo>
                    <a:pt x="660202" y="869719"/>
                    <a:pt x="662726" y="871401"/>
                    <a:pt x="664039" y="871300"/>
                  </a:cubicBezTo>
                  <a:cubicBezTo>
                    <a:pt x="665351" y="871233"/>
                    <a:pt x="670500" y="871065"/>
                    <a:pt x="670500" y="871065"/>
                  </a:cubicBezTo>
                  <a:cubicBezTo>
                    <a:pt x="670500" y="871065"/>
                    <a:pt x="671072" y="869484"/>
                    <a:pt x="670870" y="868979"/>
                  </a:cubicBezTo>
                  <a:cubicBezTo>
                    <a:pt x="670668" y="868475"/>
                    <a:pt x="670366" y="865144"/>
                    <a:pt x="670366" y="865144"/>
                  </a:cubicBezTo>
                  <a:lnTo>
                    <a:pt x="672015" y="863395"/>
                  </a:lnTo>
                  <a:cubicBezTo>
                    <a:pt x="672015" y="863395"/>
                    <a:pt x="672957" y="863260"/>
                    <a:pt x="673260" y="863260"/>
                  </a:cubicBezTo>
                  <a:cubicBezTo>
                    <a:pt x="673563" y="863260"/>
                    <a:pt x="675515" y="865447"/>
                    <a:pt x="675515" y="865447"/>
                  </a:cubicBezTo>
                  <a:cubicBezTo>
                    <a:pt x="675515" y="865447"/>
                    <a:pt x="675717" y="866591"/>
                    <a:pt x="676760" y="866019"/>
                  </a:cubicBezTo>
                  <a:cubicBezTo>
                    <a:pt x="677770" y="865447"/>
                    <a:pt x="679082" y="864270"/>
                    <a:pt x="679520" y="862621"/>
                  </a:cubicBezTo>
                  <a:cubicBezTo>
                    <a:pt x="679957" y="860939"/>
                    <a:pt x="680327" y="859493"/>
                    <a:pt x="680327" y="859493"/>
                  </a:cubicBezTo>
                  <a:lnTo>
                    <a:pt x="680327" y="855590"/>
                  </a:lnTo>
                  <a:cubicBezTo>
                    <a:pt x="680327" y="855590"/>
                    <a:pt x="681068" y="854447"/>
                    <a:pt x="681202" y="853572"/>
                  </a:cubicBezTo>
                  <a:cubicBezTo>
                    <a:pt x="681337" y="852698"/>
                    <a:pt x="682784" y="850107"/>
                    <a:pt x="682784" y="850107"/>
                  </a:cubicBezTo>
                  <a:cubicBezTo>
                    <a:pt x="682784" y="850107"/>
                    <a:pt x="683222" y="848795"/>
                    <a:pt x="684803" y="848089"/>
                  </a:cubicBezTo>
                  <a:cubicBezTo>
                    <a:pt x="686385" y="847349"/>
                    <a:pt x="687698" y="845499"/>
                    <a:pt x="688270" y="845196"/>
                  </a:cubicBezTo>
                  <a:cubicBezTo>
                    <a:pt x="688842" y="844893"/>
                    <a:pt x="691299" y="842740"/>
                    <a:pt x="691736" y="842437"/>
                  </a:cubicBezTo>
                  <a:cubicBezTo>
                    <a:pt x="692174" y="842135"/>
                    <a:pt x="693486" y="841428"/>
                    <a:pt x="693486" y="841428"/>
                  </a:cubicBezTo>
                  <a:lnTo>
                    <a:pt x="694294" y="838670"/>
                  </a:lnTo>
                  <a:lnTo>
                    <a:pt x="692779" y="836281"/>
                  </a:lnTo>
                  <a:cubicBezTo>
                    <a:pt x="692779" y="836281"/>
                    <a:pt x="692342" y="835642"/>
                    <a:pt x="692712" y="835474"/>
                  </a:cubicBezTo>
                  <a:cubicBezTo>
                    <a:pt x="693082" y="835339"/>
                    <a:pt x="693722" y="834768"/>
                    <a:pt x="693856" y="834330"/>
                  </a:cubicBezTo>
                  <a:cubicBezTo>
                    <a:pt x="693991" y="833893"/>
                    <a:pt x="694361" y="833960"/>
                    <a:pt x="694294" y="833691"/>
                  </a:cubicBezTo>
                  <a:cubicBezTo>
                    <a:pt x="694227" y="833388"/>
                    <a:pt x="694530" y="832177"/>
                    <a:pt x="693991" y="831370"/>
                  </a:cubicBezTo>
                  <a:cubicBezTo>
                    <a:pt x="693486" y="830563"/>
                    <a:pt x="691299" y="828241"/>
                    <a:pt x="691299" y="828241"/>
                  </a:cubicBezTo>
                  <a:cubicBezTo>
                    <a:pt x="691299" y="828241"/>
                    <a:pt x="690659" y="828881"/>
                    <a:pt x="690289" y="826997"/>
                  </a:cubicBezTo>
                  <a:cubicBezTo>
                    <a:pt x="689919" y="825113"/>
                    <a:pt x="689650" y="824743"/>
                    <a:pt x="689919" y="823734"/>
                  </a:cubicBezTo>
                  <a:cubicBezTo>
                    <a:pt x="690222" y="822724"/>
                    <a:pt x="690053" y="823229"/>
                    <a:pt x="691232" y="821850"/>
                  </a:cubicBezTo>
                  <a:cubicBezTo>
                    <a:pt x="692376" y="820471"/>
                    <a:pt x="691804" y="820269"/>
                    <a:pt x="693251" y="819024"/>
                  </a:cubicBezTo>
                  <a:cubicBezTo>
                    <a:pt x="694698" y="817780"/>
                    <a:pt x="695203" y="817578"/>
                    <a:pt x="696381" y="816770"/>
                  </a:cubicBezTo>
                  <a:cubicBezTo>
                    <a:pt x="697525" y="815963"/>
                    <a:pt x="697761" y="815694"/>
                    <a:pt x="698905" y="815761"/>
                  </a:cubicBezTo>
                  <a:cubicBezTo>
                    <a:pt x="700049" y="815828"/>
                    <a:pt x="704323" y="816770"/>
                    <a:pt x="704323" y="816770"/>
                  </a:cubicBezTo>
                  <a:cubicBezTo>
                    <a:pt x="704323" y="816770"/>
                    <a:pt x="705770" y="817847"/>
                    <a:pt x="706140" y="817948"/>
                  </a:cubicBezTo>
                  <a:cubicBezTo>
                    <a:pt x="706511" y="818015"/>
                    <a:pt x="709842" y="820538"/>
                    <a:pt x="709842" y="820538"/>
                  </a:cubicBezTo>
                  <a:cubicBezTo>
                    <a:pt x="709842" y="820538"/>
                    <a:pt x="711929" y="821985"/>
                    <a:pt x="712669" y="822052"/>
                  </a:cubicBezTo>
                  <a:cubicBezTo>
                    <a:pt x="713410" y="822119"/>
                    <a:pt x="715631" y="823935"/>
                    <a:pt x="716371" y="823935"/>
                  </a:cubicBezTo>
                  <a:cubicBezTo>
                    <a:pt x="717078" y="823935"/>
                    <a:pt x="720208" y="824003"/>
                    <a:pt x="720208" y="824003"/>
                  </a:cubicBezTo>
                  <a:lnTo>
                    <a:pt x="724785" y="823498"/>
                  </a:lnTo>
                  <a:cubicBezTo>
                    <a:pt x="724785" y="823498"/>
                    <a:pt x="728117" y="821985"/>
                    <a:pt x="728319" y="821985"/>
                  </a:cubicBezTo>
                  <a:cubicBezTo>
                    <a:pt x="728521" y="821985"/>
                    <a:pt x="732021" y="820942"/>
                    <a:pt x="732021" y="820942"/>
                  </a:cubicBezTo>
                  <a:lnTo>
                    <a:pt x="727881" y="816165"/>
                  </a:lnTo>
                  <a:lnTo>
                    <a:pt x="722766" y="811724"/>
                  </a:lnTo>
                  <a:lnTo>
                    <a:pt x="718088" y="806611"/>
                  </a:lnTo>
                  <a:cubicBezTo>
                    <a:pt x="718088" y="806611"/>
                    <a:pt x="713309" y="802171"/>
                    <a:pt x="712939" y="801868"/>
                  </a:cubicBezTo>
                  <a:cubicBezTo>
                    <a:pt x="712568" y="801565"/>
                    <a:pt x="709674" y="798975"/>
                    <a:pt x="709540" y="798672"/>
                  </a:cubicBezTo>
                  <a:cubicBezTo>
                    <a:pt x="709405" y="798403"/>
                    <a:pt x="707588" y="797226"/>
                    <a:pt x="707453" y="796923"/>
                  </a:cubicBezTo>
                  <a:cubicBezTo>
                    <a:pt x="707318" y="796620"/>
                    <a:pt x="702607" y="792920"/>
                    <a:pt x="702371" y="792516"/>
                  </a:cubicBezTo>
                  <a:cubicBezTo>
                    <a:pt x="702136" y="792079"/>
                    <a:pt x="700621" y="790431"/>
                    <a:pt x="700621" y="790431"/>
                  </a:cubicBezTo>
                  <a:lnTo>
                    <a:pt x="699544" y="788177"/>
                  </a:lnTo>
                  <a:lnTo>
                    <a:pt x="699342" y="786293"/>
                  </a:lnTo>
                  <a:cubicBezTo>
                    <a:pt x="699342" y="786293"/>
                    <a:pt x="700083" y="784846"/>
                    <a:pt x="700352" y="784274"/>
                  </a:cubicBezTo>
                  <a:cubicBezTo>
                    <a:pt x="700655" y="783703"/>
                    <a:pt x="700857" y="782693"/>
                    <a:pt x="701159" y="782189"/>
                  </a:cubicBezTo>
                  <a:cubicBezTo>
                    <a:pt x="701429" y="781684"/>
                    <a:pt x="701799" y="779868"/>
                    <a:pt x="701799" y="779868"/>
                  </a:cubicBezTo>
                  <a:lnTo>
                    <a:pt x="700487" y="778287"/>
                  </a:lnTo>
                  <a:lnTo>
                    <a:pt x="698669" y="774889"/>
                  </a:lnTo>
                  <a:cubicBezTo>
                    <a:pt x="698669" y="774889"/>
                    <a:pt x="697861" y="772433"/>
                    <a:pt x="697592" y="772063"/>
                  </a:cubicBezTo>
                  <a:cubicBezTo>
                    <a:pt x="697289" y="771693"/>
                    <a:pt x="697962" y="770549"/>
                    <a:pt x="697962" y="770549"/>
                  </a:cubicBezTo>
                  <a:lnTo>
                    <a:pt x="699039" y="769036"/>
                  </a:lnTo>
                  <a:cubicBezTo>
                    <a:pt x="699039" y="769036"/>
                    <a:pt x="700621" y="767219"/>
                    <a:pt x="700857" y="767085"/>
                  </a:cubicBezTo>
                  <a:cubicBezTo>
                    <a:pt x="701092" y="766950"/>
                    <a:pt x="703246" y="766580"/>
                    <a:pt x="703549" y="766445"/>
                  </a:cubicBezTo>
                  <a:cubicBezTo>
                    <a:pt x="703852" y="766311"/>
                    <a:pt x="706746" y="766445"/>
                    <a:pt x="707016" y="766445"/>
                  </a:cubicBezTo>
                  <a:cubicBezTo>
                    <a:pt x="707318" y="766445"/>
                    <a:pt x="710145" y="766311"/>
                    <a:pt x="710145" y="766311"/>
                  </a:cubicBezTo>
                  <a:cubicBezTo>
                    <a:pt x="710145" y="766311"/>
                    <a:pt x="712770" y="765874"/>
                    <a:pt x="712838" y="765604"/>
                  </a:cubicBezTo>
                  <a:cubicBezTo>
                    <a:pt x="712905" y="765302"/>
                    <a:pt x="714150" y="764864"/>
                    <a:pt x="714722" y="764158"/>
                  </a:cubicBezTo>
                  <a:cubicBezTo>
                    <a:pt x="715294" y="763418"/>
                    <a:pt x="715732" y="762779"/>
                    <a:pt x="715799" y="762577"/>
                  </a:cubicBezTo>
                  <a:cubicBezTo>
                    <a:pt x="715867" y="762375"/>
                    <a:pt x="716876" y="760558"/>
                    <a:pt x="716943" y="759818"/>
                  </a:cubicBezTo>
                  <a:cubicBezTo>
                    <a:pt x="717011" y="759078"/>
                    <a:pt x="717078" y="757699"/>
                    <a:pt x="717078" y="757699"/>
                  </a:cubicBezTo>
                  <a:lnTo>
                    <a:pt x="717011" y="756253"/>
                  </a:lnTo>
                  <a:lnTo>
                    <a:pt x="714487" y="754436"/>
                  </a:lnTo>
                  <a:lnTo>
                    <a:pt x="713915" y="752249"/>
                  </a:lnTo>
                  <a:lnTo>
                    <a:pt x="713343" y="750063"/>
                  </a:lnTo>
                  <a:lnTo>
                    <a:pt x="715530" y="746161"/>
                  </a:lnTo>
                  <a:lnTo>
                    <a:pt x="722059" y="742023"/>
                  </a:lnTo>
                  <a:cubicBezTo>
                    <a:pt x="722059" y="742023"/>
                    <a:pt x="727713" y="734185"/>
                    <a:pt x="727915" y="733546"/>
                  </a:cubicBezTo>
                  <a:cubicBezTo>
                    <a:pt x="728117" y="732907"/>
                    <a:pt x="735083" y="727457"/>
                    <a:pt x="735083" y="727457"/>
                  </a:cubicBezTo>
                  <a:lnTo>
                    <a:pt x="738987" y="721166"/>
                  </a:lnTo>
                  <a:lnTo>
                    <a:pt x="740300" y="720090"/>
                  </a:lnTo>
                  <a:lnTo>
                    <a:pt x="741377" y="716625"/>
                  </a:lnTo>
                  <a:lnTo>
                    <a:pt x="740064" y="715313"/>
                  </a:lnTo>
                  <a:lnTo>
                    <a:pt x="738112" y="712925"/>
                  </a:lnTo>
                  <a:cubicBezTo>
                    <a:pt x="738112" y="712925"/>
                    <a:pt x="733535" y="712689"/>
                    <a:pt x="732660" y="713362"/>
                  </a:cubicBezTo>
                  <a:cubicBezTo>
                    <a:pt x="731785" y="714001"/>
                    <a:pt x="729631" y="713564"/>
                    <a:pt x="728083" y="713564"/>
                  </a:cubicBezTo>
                  <a:cubicBezTo>
                    <a:pt x="726569" y="713564"/>
                    <a:pt x="725054" y="713564"/>
                    <a:pt x="718963" y="712925"/>
                  </a:cubicBezTo>
                  <a:cubicBezTo>
                    <a:pt x="712871" y="712286"/>
                    <a:pt x="718761" y="711176"/>
                    <a:pt x="718525" y="710335"/>
                  </a:cubicBezTo>
                  <a:cubicBezTo>
                    <a:pt x="718323" y="709460"/>
                    <a:pt x="718963" y="707711"/>
                    <a:pt x="718963" y="706634"/>
                  </a:cubicBezTo>
                  <a:cubicBezTo>
                    <a:pt x="718963" y="705558"/>
                    <a:pt x="719602" y="702934"/>
                    <a:pt x="719602" y="702934"/>
                  </a:cubicBezTo>
                  <a:cubicBezTo>
                    <a:pt x="719602" y="702934"/>
                    <a:pt x="713746" y="699032"/>
                    <a:pt x="713073" y="698796"/>
                  </a:cubicBezTo>
                  <a:cubicBezTo>
                    <a:pt x="712434" y="698594"/>
                    <a:pt x="711559" y="697484"/>
                    <a:pt x="711559" y="697484"/>
                  </a:cubicBezTo>
                  <a:lnTo>
                    <a:pt x="711559" y="694894"/>
                  </a:lnTo>
                  <a:lnTo>
                    <a:pt x="713746" y="692506"/>
                  </a:lnTo>
                  <a:lnTo>
                    <a:pt x="715261" y="689478"/>
                  </a:lnTo>
                  <a:lnTo>
                    <a:pt x="715698" y="685778"/>
                  </a:lnTo>
                  <a:lnTo>
                    <a:pt x="715900" y="682515"/>
                  </a:lnTo>
                  <a:lnTo>
                    <a:pt x="715025" y="680126"/>
                  </a:lnTo>
                  <a:lnTo>
                    <a:pt x="715025" y="677502"/>
                  </a:lnTo>
                  <a:lnTo>
                    <a:pt x="712838" y="672490"/>
                  </a:lnTo>
                  <a:cubicBezTo>
                    <a:pt x="712838" y="672490"/>
                    <a:pt x="713275" y="672490"/>
                    <a:pt x="712636" y="671413"/>
                  </a:cubicBezTo>
                  <a:cubicBezTo>
                    <a:pt x="711996" y="670337"/>
                    <a:pt x="711559" y="667948"/>
                    <a:pt x="711559" y="667948"/>
                  </a:cubicBezTo>
                  <a:lnTo>
                    <a:pt x="711559" y="667713"/>
                  </a:lnTo>
                  <a:lnTo>
                    <a:pt x="715025" y="665527"/>
                  </a:lnTo>
                  <a:lnTo>
                    <a:pt x="718492" y="664887"/>
                  </a:lnTo>
                  <a:lnTo>
                    <a:pt x="721083" y="665325"/>
                  </a:lnTo>
                  <a:cubicBezTo>
                    <a:pt x="721083" y="665325"/>
                    <a:pt x="723674" y="665325"/>
                    <a:pt x="725424" y="665325"/>
                  </a:cubicBezTo>
                  <a:cubicBezTo>
                    <a:pt x="727175" y="665325"/>
                    <a:pt x="731516" y="665224"/>
                    <a:pt x="733670" y="665224"/>
                  </a:cubicBezTo>
                  <a:cubicBezTo>
                    <a:pt x="735858" y="665224"/>
                    <a:pt x="736497" y="664686"/>
                    <a:pt x="736497" y="664686"/>
                  </a:cubicBezTo>
                  <a:lnTo>
                    <a:pt x="737574" y="662734"/>
                  </a:lnTo>
                  <a:lnTo>
                    <a:pt x="737574" y="660985"/>
                  </a:lnTo>
                  <a:lnTo>
                    <a:pt x="737574" y="659236"/>
                  </a:lnTo>
                  <a:lnTo>
                    <a:pt x="737574" y="657487"/>
                  </a:lnTo>
                  <a:lnTo>
                    <a:pt x="740502" y="655098"/>
                  </a:lnTo>
                  <a:lnTo>
                    <a:pt x="746560" y="655165"/>
                  </a:lnTo>
                  <a:cubicBezTo>
                    <a:pt x="746560" y="655165"/>
                    <a:pt x="750026" y="655031"/>
                    <a:pt x="750632" y="655165"/>
                  </a:cubicBezTo>
                  <a:cubicBezTo>
                    <a:pt x="751204" y="655300"/>
                    <a:pt x="752079" y="655906"/>
                    <a:pt x="752079" y="655906"/>
                  </a:cubicBezTo>
                  <a:cubicBezTo>
                    <a:pt x="752079" y="655906"/>
                    <a:pt x="753964" y="657789"/>
                    <a:pt x="754401" y="658361"/>
                  </a:cubicBezTo>
                  <a:cubicBezTo>
                    <a:pt x="754839" y="658933"/>
                    <a:pt x="754401" y="660817"/>
                    <a:pt x="754266" y="661557"/>
                  </a:cubicBezTo>
                  <a:cubicBezTo>
                    <a:pt x="754132" y="662263"/>
                    <a:pt x="753829" y="662869"/>
                    <a:pt x="752079" y="664585"/>
                  </a:cubicBezTo>
                  <a:cubicBezTo>
                    <a:pt x="750329" y="666334"/>
                    <a:pt x="752079" y="666771"/>
                    <a:pt x="752079" y="666771"/>
                  </a:cubicBezTo>
                  <a:cubicBezTo>
                    <a:pt x="752079" y="666771"/>
                    <a:pt x="754266" y="668352"/>
                    <a:pt x="756723" y="669227"/>
                  </a:cubicBezTo>
                  <a:cubicBezTo>
                    <a:pt x="759180" y="670101"/>
                    <a:pt x="759045" y="669362"/>
                    <a:pt x="759752" y="668789"/>
                  </a:cubicBezTo>
                  <a:cubicBezTo>
                    <a:pt x="760492" y="668218"/>
                    <a:pt x="761199" y="667646"/>
                    <a:pt x="761502" y="667209"/>
                  </a:cubicBezTo>
                  <a:cubicBezTo>
                    <a:pt x="761805" y="666771"/>
                    <a:pt x="763387" y="666199"/>
                    <a:pt x="765844" y="665627"/>
                  </a:cubicBezTo>
                  <a:cubicBezTo>
                    <a:pt x="768300" y="665056"/>
                    <a:pt x="768906" y="665190"/>
                    <a:pt x="769748" y="664450"/>
                  </a:cubicBezTo>
                  <a:cubicBezTo>
                    <a:pt x="770623" y="663744"/>
                    <a:pt x="771935" y="662701"/>
                    <a:pt x="771935" y="662701"/>
                  </a:cubicBezTo>
                  <a:cubicBezTo>
                    <a:pt x="771935" y="662701"/>
                    <a:pt x="775267" y="662398"/>
                    <a:pt x="776714" y="661826"/>
                  </a:cubicBezTo>
                  <a:lnTo>
                    <a:pt x="783075" y="661826"/>
                  </a:lnTo>
                  <a:cubicBezTo>
                    <a:pt x="783075" y="661826"/>
                    <a:pt x="784387" y="661860"/>
                    <a:pt x="785834" y="661725"/>
                  </a:cubicBezTo>
                  <a:cubicBezTo>
                    <a:pt x="787282" y="661591"/>
                    <a:pt x="788157" y="661557"/>
                    <a:pt x="788157" y="661557"/>
                  </a:cubicBezTo>
                  <a:cubicBezTo>
                    <a:pt x="788157" y="661557"/>
                    <a:pt x="790344" y="661860"/>
                    <a:pt x="792498" y="662263"/>
                  </a:cubicBezTo>
                  <a:cubicBezTo>
                    <a:pt x="794686" y="662701"/>
                    <a:pt x="794248" y="664585"/>
                    <a:pt x="794248" y="664585"/>
                  </a:cubicBezTo>
                  <a:lnTo>
                    <a:pt x="796705" y="666166"/>
                  </a:lnTo>
                  <a:lnTo>
                    <a:pt x="796705" y="669630"/>
                  </a:lnTo>
                  <a:lnTo>
                    <a:pt x="796705" y="672961"/>
                  </a:lnTo>
                  <a:cubicBezTo>
                    <a:pt x="796705" y="672961"/>
                    <a:pt x="800542" y="672692"/>
                    <a:pt x="801989" y="672961"/>
                  </a:cubicBezTo>
                  <a:cubicBezTo>
                    <a:pt x="803436" y="673264"/>
                    <a:pt x="805253" y="672961"/>
                    <a:pt x="805253" y="672961"/>
                  </a:cubicBezTo>
                  <a:cubicBezTo>
                    <a:pt x="805253" y="672961"/>
                    <a:pt x="805556" y="673835"/>
                    <a:pt x="806128" y="675147"/>
                  </a:cubicBezTo>
                  <a:cubicBezTo>
                    <a:pt x="806700" y="676459"/>
                    <a:pt x="806835" y="677738"/>
                    <a:pt x="806835" y="677738"/>
                  </a:cubicBezTo>
                  <a:lnTo>
                    <a:pt x="808417" y="678612"/>
                  </a:lnTo>
                  <a:lnTo>
                    <a:pt x="811479" y="680934"/>
                  </a:lnTo>
                  <a:lnTo>
                    <a:pt x="815821" y="680934"/>
                  </a:lnTo>
                  <a:lnTo>
                    <a:pt x="819287" y="683860"/>
                  </a:lnTo>
                  <a:cubicBezTo>
                    <a:pt x="819287" y="683860"/>
                    <a:pt x="822114" y="686585"/>
                    <a:pt x="823864" y="688301"/>
                  </a:cubicBezTo>
                  <a:cubicBezTo>
                    <a:pt x="825614" y="690050"/>
                    <a:pt x="826052" y="693952"/>
                    <a:pt x="826052" y="693952"/>
                  </a:cubicBezTo>
                  <a:cubicBezTo>
                    <a:pt x="826052" y="693952"/>
                    <a:pt x="828239" y="696340"/>
                    <a:pt x="828239" y="697215"/>
                  </a:cubicBezTo>
                  <a:cubicBezTo>
                    <a:pt x="828239" y="698090"/>
                    <a:pt x="827600" y="699402"/>
                    <a:pt x="826927" y="699839"/>
                  </a:cubicBezTo>
                  <a:cubicBezTo>
                    <a:pt x="826287" y="700276"/>
                    <a:pt x="823898" y="702227"/>
                    <a:pt x="823898" y="702227"/>
                  </a:cubicBezTo>
                  <a:lnTo>
                    <a:pt x="824975" y="706567"/>
                  </a:lnTo>
                  <a:lnTo>
                    <a:pt x="827364" y="709830"/>
                  </a:lnTo>
                  <a:cubicBezTo>
                    <a:pt x="827364" y="709830"/>
                    <a:pt x="829552" y="715481"/>
                    <a:pt x="829989" y="716356"/>
                  </a:cubicBezTo>
                  <a:cubicBezTo>
                    <a:pt x="830427" y="717231"/>
                    <a:pt x="833691" y="720696"/>
                    <a:pt x="835004" y="721570"/>
                  </a:cubicBezTo>
                  <a:cubicBezTo>
                    <a:pt x="836316" y="722445"/>
                    <a:pt x="837393" y="729610"/>
                    <a:pt x="837393" y="729610"/>
                  </a:cubicBezTo>
                  <a:lnTo>
                    <a:pt x="836081" y="737885"/>
                  </a:lnTo>
                  <a:lnTo>
                    <a:pt x="835004" y="744950"/>
                  </a:lnTo>
                  <a:cubicBezTo>
                    <a:pt x="835004" y="744950"/>
                    <a:pt x="835441" y="747237"/>
                    <a:pt x="838033" y="751375"/>
                  </a:cubicBezTo>
                  <a:cubicBezTo>
                    <a:pt x="840658" y="755513"/>
                    <a:pt x="840658" y="753326"/>
                    <a:pt x="841297" y="753763"/>
                  </a:cubicBezTo>
                  <a:cubicBezTo>
                    <a:pt x="841937" y="754201"/>
                    <a:pt x="843047" y="755950"/>
                    <a:pt x="843687" y="758103"/>
                  </a:cubicBezTo>
                  <a:cubicBezTo>
                    <a:pt x="844326" y="760289"/>
                    <a:pt x="843249" y="759179"/>
                    <a:pt x="842812" y="759852"/>
                  </a:cubicBezTo>
                  <a:cubicBezTo>
                    <a:pt x="842374" y="760491"/>
                    <a:pt x="842812" y="762880"/>
                    <a:pt x="842812" y="762880"/>
                  </a:cubicBezTo>
                  <a:cubicBezTo>
                    <a:pt x="842812" y="762880"/>
                    <a:pt x="845201" y="764192"/>
                    <a:pt x="846514" y="764629"/>
                  </a:cubicBezTo>
                  <a:cubicBezTo>
                    <a:pt x="847826" y="765066"/>
                    <a:pt x="848466" y="765941"/>
                    <a:pt x="849105" y="766378"/>
                  </a:cubicBezTo>
                  <a:cubicBezTo>
                    <a:pt x="849745" y="766815"/>
                    <a:pt x="851057" y="768329"/>
                    <a:pt x="851057" y="768329"/>
                  </a:cubicBezTo>
                  <a:cubicBezTo>
                    <a:pt x="851057" y="768329"/>
                    <a:pt x="853682" y="770280"/>
                    <a:pt x="854759" y="770280"/>
                  </a:cubicBezTo>
                  <a:cubicBezTo>
                    <a:pt x="855836" y="770280"/>
                    <a:pt x="857350" y="772030"/>
                    <a:pt x="857350" y="772030"/>
                  </a:cubicBezTo>
                  <a:lnTo>
                    <a:pt x="861692" y="773106"/>
                  </a:lnTo>
                  <a:lnTo>
                    <a:pt x="868860" y="776134"/>
                  </a:lnTo>
                  <a:lnTo>
                    <a:pt x="872764" y="779834"/>
                  </a:lnTo>
                  <a:lnTo>
                    <a:pt x="878856" y="786125"/>
                  </a:lnTo>
                  <a:lnTo>
                    <a:pt x="879798" y="791272"/>
                  </a:lnTo>
                  <a:cubicBezTo>
                    <a:pt x="879798" y="791272"/>
                    <a:pt x="882120" y="796116"/>
                    <a:pt x="883870" y="797226"/>
                  </a:cubicBezTo>
                  <a:cubicBezTo>
                    <a:pt x="885620" y="798302"/>
                    <a:pt x="886563" y="799311"/>
                    <a:pt x="887068" y="799412"/>
                  </a:cubicBezTo>
                  <a:cubicBezTo>
                    <a:pt x="887572" y="799480"/>
                    <a:pt x="889087" y="800657"/>
                    <a:pt x="889019" y="800926"/>
                  </a:cubicBezTo>
                  <a:cubicBezTo>
                    <a:pt x="888952" y="801229"/>
                    <a:pt x="889221" y="802238"/>
                    <a:pt x="889087" y="803247"/>
                  </a:cubicBezTo>
                  <a:cubicBezTo>
                    <a:pt x="888952" y="804256"/>
                    <a:pt x="889087" y="804492"/>
                    <a:pt x="889087" y="804761"/>
                  </a:cubicBezTo>
                  <a:cubicBezTo>
                    <a:pt x="889087" y="805064"/>
                    <a:pt x="890231" y="806577"/>
                    <a:pt x="890332" y="806779"/>
                  </a:cubicBezTo>
                  <a:cubicBezTo>
                    <a:pt x="890399" y="806981"/>
                    <a:pt x="891779" y="809100"/>
                    <a:pt x="892217" y="809807"/>
                  </a:cubicBezTo>
                  <a:cubicBezTo>
                    <a:pt x="892654" y="810547"/>
                    <a:pt x="894976" y="812431"/>
                    <a:pt x="895548" y="813137"/>
                  </a:cubicBezTo>
                  <a:cubicBezTo>
                    <a:pt x="896121" y="813844"/>
                    <a:pt x="898140" y="814887"/>
                    <a:pt x="898813" y="815223"/>
                  </a:cubicBezTo>
                  <a:cubicBezTo>
                    <a:pt x="899452" y="815593"/>
                    <a:pt x="901842" y="816602"/>
                    <a:pt x="901842" y="816602"/>
                  </a:cubicBezTo>
                  <a:lnTo>
                    <a:pt x="904972" y="818486"/>
                  </a:lnTo>
                  <a:cubicBezTo>
                    <a:pt x="904972" y="818486"/>
                    <a:pt x="906217" y="819798"/>
                    <a:pt x="907496" y="821009"/>
                  </a:cubicBezTo>
                  <a:cubicBezTo>
                    <a:pt x="908808" y="822253"/>
                    <a:pt x="908640" y="821211"/>
                    <a:pt x="909246" y="821009"/>
                  </a:cubicBezTo>
                  <a:cubicBezTo>
                    <a:pt x="909818" y="820807"/>
                    <a:pt x="910424" y="819058"/>
                    <a:pt x="910760" y="818553"/>
                  </a:cubicBezTo>
                  <a:cubicBezTo>
                    <a:pt x="911130" y="818049"/>
                    <a:pt x="910996" y="817309"/>
                    <a:pt x="911703" y="816669"/>
                  </a:cubicBezTo>
                  <a:cubicBezTo>
                    <a:pt x="912443" y="816030"/>
                    <a:pt x="912342" y="815593"/>
                    <a:pt x="912645" y="814853"/>
                  </a:cubicBezTo>
                  <a:cubicBezTo>
                    <a:pt x="912948" y="814113"/>
                    <a:pt x="913385" y="813978"/>
                    <a:pt x="913789" y="813911"/>
                  </a:cubicBezTo>
                  <a:cubicBezTo>
                    <a:pt x="914227" y="813844"/>
                    <a:pt x="914866" y="814046"/>
                    <a:pt x="915169" y="814113"/>
                  </a:cubicBezTo>
                  <a:cubicBezTo>
                    <a:pt x="915472" y="814180"/>
                    <a:pt x="916919" y="815559"/>
                    <a:pt x="917626" y="815997"/>
                  </a:cubicBezTo>
                  <a:cubicBezTo>
                    <a:pt x="918366" y="816434"/>
                    <a:pt x="918265" y="816501"/>
                    <a:pt x="918636" y="816804"/>
                  </a:cubicBezTo>
                  <a:cubicBezTo>
                    <a:pt x="919006" y="817107"/>
                    <a:pt x="918636" y="818822"/>
                    <a:pt x="918636" y="819125"/>
                  </a:cubicBezTo>
                  <a:cubicBezTo>
                    <a:pt x="918636" y="819428"/>
                    <a:pt x="919443" y="821009"/>
                    <a:pt x="919443" y="821009"/>
                  </a:cubicBezTo>
                  <a:cubicBezTo>
                    <a:pt x="919443" y="821009"/>
                    <a:pt x="919948" y="821581"/>
                    <a:pt x="920318" y="821883"/>
                  </a:cubicBezTo>
                  <a:cubicBezTo>
                    <a:pt x="920688" y="822186"/>
                    <a:pt x="921193" y="823128"/>
                    <a:pt x="921698" y="824003"/>
                  </a:cubicBezTo>
                  <a:cubicBezTo>
                    <a:pt x="922203" y="824877"/>
                    <a:pt x="922573" y="824709"/>
                    <a:pt x="923381" y="825517"/>
                  </a:cubicBezTo>
                  <a:cubicBezTo>
                    <a:pt x="924188" y="826324"/>
                    <a:pt x="924088" y="826257"/>
                    <a:pt x="924626" y="826593"/>
                  </a:cubicBezTo>
                  <a:cubicBezTo>
                    <a:pt x="925131" y="826963"/>
                    <a:pt x="926443" y="826593"/>
                    <a:pt x="927150" y="826593"/>
                  </a:cubicBezTo>
                  <a:cubicBezTo>
                    <a:pt x="927857" y="826593"/>
                    <a:pt x="927655" y="825954"/>
                    <a:pt x="927655" y="825954"/>
                  </a:cubicBezTo>
                  <a:cubicBezTo>
                    <a:pt x="927655" y="825954"/>
                    <a:pt x="928092" y="824877"/>
                    <a:pt x="928092" y="824642"/>
                  </a:cubicBezTo>
                  <a:cubicBezTo>
                    <a:pt x="928092" y="824440"/>
                    <a:pt x="929035" y="823397"/>
                    <a:pt x="929338" y="823397"/>
                  </a:cubicBezTo>
                  <a:cubicBezTo>
                    <a:pt x="929640" y="823397"/>
                    <a:pt x="930650" y="823767"/>
                    <a:pt x="930650" y="823767"/>
                  </a:cubicBezTo>
                  <a:lnTo>
                    <a:pt x="932669" y="824205"/>
                  </a:lnTo>
                  <a:lnTo>
                    <a:pt x="932972" y="823195"/>
                  </a:lnTo>
                  <a:lnTo>
                    <a:pt x="933107" y="822052"/>
                  </a:lnTo>
                  <a:cubicBezTo>
                    <a:pt x="933107" y="822052"/>
                    <a:pt x="933107" y="820605"/>
                    <a:pt x="932366" y="820033"/>
                  </a:cubicBezTo>
                  <a:cubicBezTo>
                    <a:pt x="931626" y="819462"/>
                    <a:pt x="932366" y="815694"/>
                    <a:pt x="932366" y="815694"/>
                  </a:cubicBezTo>
                  <a:cubicBezTo>
                    <a:pt x="932366" y="815694"/>
                    <a:pt x="932366" y="811926"/>
                    <a:pt x="932366" y="811354"/>
                  </a:cubicBezTo>
                  <a:cubicBezTo>
                    <a:pt x="932366" y="810782"/>
                    <a:pt x="933242" y="807015"/>
                    <a:pt x="933242" y="807015"/>
                  </a:cubicBezTo>
                  <a:lnTo>
                    <a:pt x="934992" y="805871"/>
                  </a:lnTo>
                  <a:cubicBezTo>
                    <a:pt x="934992" y="805871"/>
                    <a:pt x="939636" y="805434"/>
                    <a:pt x="940208" y="805299"/>
                  </a:cubicBezTo>
                  <a:cubicBezTo>
                    <a:pt x="940780" y="805165"/>
                    <a:pt x="942968" y="805434"/>
                    <a:pt x="942968" y="805434"/>
                  </a:cubicBezTo>
                  <a:lnTo>
                    <a:pt x="944280" y="803685"/>
                  </a:lnTo>
                  <a:lnTo>
                    <a:pt x="945424" y="801801"/>
                  </a:lnTo>
                  <a:lnTo>
                    <a:pt x="947006" y="798908"/>
                  </a:lnTo>
                  <a:cubicBezTo>
                    <a:pt x="947006" y="798908"/>
                    <a:pt x="949463" y="797596"/>
                    <a:pt x="950035" y="797596"/>
                  </a:cubicBezTo>
                  <a:cubicBezTo>
                    <a:pt x="950607" y="797596"/>
                    <a:pt x="952795" y="797158"/>
                    <a:pt x="952795" y="797158"/>
                  </a:cubicBezTo>
                  <a:lnTo>
                    <a:pt x="954377" y="798302"/>
                  </a:lnTo>
                  <a:lnTo>
                    <a:pt x="951179" y="801498"/>
                  </a:lnTo>
                  <a:lnTo>
                    <a:pt x="950607" y="804088"/>
                  </a:lnTo>
                  <a:cubicBezTo>
                    <a:pt x="950607" y="804088"/>
                    <a:pt x="953367" y="806275"/>
                    <a:pt x="956396" y="808428"/>
                  </a:cubicBezTo>
                  <a:cubicBezTo>
                    <a:pt x="959425" y="810614"/>
                    <a:pt x="957540" y="810311"/>
                    <a:pt x="958281" y="811455"/>
                  </a:cubicBezTo>
                  <a:cubicBezTo>
                    <a:pt x="958987" y="812599"/>
                    <a:pt x="958281" y="817813"/>
                    <a:pt x="958146" y="818251"/>
                  </a:cubicBezTo>
                  <a:cubicBezTo>
                    <a:pt x="958011" y="818688"/>
                    <a:pt x="957405" y="819832"/>
                    <a:pt x="956564" y="821715"/>
                  </a:cubicBezTo>
                  <a:cubicBezTo>
                    <a:pt x="955689" y="823599"/>
                    <a:pt x="955555" y="824608"/>
                    <a:pt x="955555" y="825786"/>
                  </a:cubicBezTo>
                  <a:cubicBezTo>
                    <a:pt x="955555" y="826929"/>
                    <a:pt x="955420" y="827670"/>
                    <a:pt x="955555" y="828107"/>
                  </a:cubicBezTo>
                  <a:cubicBezTo>
                    <a:pt x="955689" y="828544"/>
                    <a:pt x="957574" y="831134"/>
                    <a:pt x="958011" y="831572"/>
                  </a:cubicBezTo>
                  <a:cubicBezTo>
                    <a:pt x="958449" y="832009"/>
                    <a:pt x="959761" y="832884"/>
                    <a:pt x="959761" y="832884"/>
                  </a:cubicBezTo>
                  <a:lnTo>
                    <a:pt x="963396" y="834027"/>
                  </a:lnTo>
                  <a:cubicBezTo>
                    <a:pt x="963396" y="834027"/>
                    <a:pt x="965584" y="833456"/>
                    <a:pt x="965987" y="833018"/>
                  </a:cubicBezTo>
                  <a:cubicBezTo>
                    <a:pt x="966425" y="832581"/>
                    <a:pt x="967132" y="829553"/>
                    <a:pt x="967132" y="829553"/>
                  </a:cubicBezTo>
                  <a:lnTo>
                    <a:pt x="967132" y="827804"/>
                  </a:lnTo>
                  <a:lnTo>
                    <a:pt x="968276" y="826358"/>
                  </a:lnTo>
                  <a:cubicBezTo>
                    <a:pt x="968276" y="826358"/>
                    <a:pt x="969286" y="823330"/>
                    <a:pt x="970161" y="822724"/>
                  </a:cubicBezTo>
                  <a:cubicBezTo>
                    <a:pt x="971036" y="822153"/>
                    <a:pt x="972617" y="820841"/>
                    <a:pt x="972617" y="820841"/>
                  </a:cubicBezTo>
                  <a:lnTo>
                    <a:pt x="974637" y="822590"/>
                  </a:lnTo>
                  <a:cubicBezTo>
                    <a:pt x="974637" y="822590"/>
                    <a:pt x="978406" y="824036"/>
                    <a:pt x="980425" y="824474"/>
                  </a:cubicBezTo>
                  <a:cubicBezTo>
                    <a:pt x="982445" y="824911"/>
                    <a:pt x="981166" y="824339"/>
                    <a:pt x="981166" y="824339"/>
                  </a:cubicBezTo>
                  <a:cubicBezTo>
                    <a:pt x="981166" y="824339"/>
                    <a:pt x="981738" y="823465"/>
                    <a:pt x="984195" y="823330"/>
                  </a:cubicBezTo>
                  <a:cubicBezTo>
                    <a:pt x="986651" y="823195"/>
                    <a:pt x="985507" y="822893"/>
                    <a:pt x="985642" y="822321"/>
                  </a:cubicBezTo>
                  <a:cubicBezTo>
                    <a:pt x="985776" y="821749"/>
                    <a:pt x="987964" y="822018"/>
                    <a:pt x="988671" y="822456"/>
                  </a:cubicBezTo>
                  <a:cubicBezTo>
                    <a:pt x="989377" y="822893"/>
                    <a:pt x="990858" y="824911"/>
                    <a:pt x="991262" y="825920"/>
                  </a:cubicBezTo>
                  <a:cubicBezTo>
                    <a:pt x="991700" y="826929"/>
                    <a:pt x="992440" y="829116"/>
                    <a:pt x="992440" y="829688"/>
                  </a:cubicBezTo>
                  <a:cubicBezTo>
                    <a:pt x="992440" y="830260"/>
                    <a:pt x="996209" y="835037"/>
                    <a:pt x="996344" y="835474"/>
                  </a:cubicBezTo>
                  <a:cubicBezTo>
                    <a:pt x="996478" y="835911"/>
                    <a:pt x="996647" y="837930"/>
                    <a:pt x="996916" y="838804"/>
                  </a:cubicBezTo>
                  <a:cubicBezTo>
                    <a:pt x="997219" y="839679"/>
                    <a:pt x="996916" y="840823"/>
                    <a:pt x="996916" y="840823"/>
                  </a:cubicBezTo>
                  <a:cubicBezTo>
                    <a:pt x="996916" y="840823"/>
                    <a:pt x="995604" y="843278"/>
                    <a:pt x="995469" y="843850"/>
                  </a:cubicBezTo>
                  <a:cubicBezTo>
                    <a:pt x="995334" y="844422"/>
                    <a:pt x="994459" y="845431"/>
                    <a:pt x="993719" y="846037"/>
                  </a:cubicBezTo>
                  <a:cubicBezTo>
                    <a:pt x="992978" y="846609"/>
                    <a:pt x="991834" y="848930"/>
                    <a:pt x="991262" y="849064"/>
                  </a:cubicBezTo>
                  <a:cubicBezTo>
                    <a:pt x="990690" y="849199"/>
                    <a:pt x="988671" y="851823"/>
                    <a:pt x="988671" y="851823"/>
                  </a:cubicBezTo>
                  <a:lnTo>
                    <a:pt x="984901" y="853841"/>
                  </a:lnTo>
                  <a:lnTo>
                    <a:pt x="984161" y="855422"/>
                  </a:lnTo>
                  <a:cubicBezTo>
                    <a:pt x="984161" y="855422"/>
                    <a:pt x="985911" y="857441"/>
                    <a:pt x="986349" y="857878"/>
                  </a:cubicBezTo>
                  <a:cubicBezTo>
                    <a:pt x="986786" y="858315"/>
                    <a:pt x="990252" y="859459"/>
                    <a:pt x="990690" y="859896"/>
                  </a:cubicBezTo>
                  <a:cubicBezTo>
                    <a:pt x="991127" y="860334"/>
                    <a:pt x="993719" y="859896"/>
                    <a:pt x="995469" y="859896"/>
                  </a:cubicBezTo>
                  <a:cubicBezTo>
                    <a:pt x="997219" y="859896"/>
                    <a:pt x="998801" y="859324"/>
                    <a:pt x="998801" y="859324"/>
                  </a:cubicBezTo>
                  <a:lnTo>
                    <a:pt x="1001830" y="855557"/>
                  </a:lnTo>
                  <a:lnTo>
                    <a:pt x="1003580" y="852092"/>
                  </a:lnTo>
                  <a:lnTo>
                    <a:pt x="1003580" y="848896"/>
                  </a:lnTo>
                  <a:lnTo>
                    <a:pt x="1003882" y="844691"/>
                  </a:lnTo>
                  <a:lnTo>
                    <a:pt x="1005902" y="839780"/>
                  </a:lnTo>
                  <a:lnTo>
                    <a:pt x="1009671" y="838199"/>
                  </a:lnTo>
                  <a:lnTo>
                    <a:pt x="1011253" y="834868"/>
                  </a:lnTo>
                  <a:lnTo>
                    <a:pt x="1015729" y="833422"/>
                  </a:lnTo>
                  <a:lnTo>
                    <a:pt x="1019431" y="833321"/>
                  </a:lnTo>
                  <a:lnTo>
                    <a:pt x="1022056" y="834969"/>
                  </a:lnTo>
                  <a:cubicBezTo>
                    <a:pt x="1022056" y="834969"/>
                    <a:pt x="1025220" y="837694"/>
                    <a:pt x="1026734" y="838871"/>
                  </a:cubicBezTo>
                  <a:cubicBezTo>
                    <a:pt x="1028248" y="840083"/>
                    <a:pt x="1030200" y="840284"/>
                    <a:pt x="1032489" y="840823"/>
                  </a:cubicBezTo>
                  <a:cubicBezTo>
                    <a:pt x="1034777" y="841361"/>
                    <a:pt x="1035215" y="840924"/>
                    <a:pt x="1035518" y="840823"/>
                  </a:cubicBezTo>
                  <a:cubicBezTo>
                    <a:pt x="1035854" y="840722"/>
                    <a:pt x="1039422" y="840049"/>
                    <a:pt x="1039657" y="839746"/>
                  </a:cubicBezTo>
                  <a:cubicBezTo>
                    <a:pt x="1039893" y="839410"/>
                    <a:pt x="1041609" y="838871"/>
                    <a:pt x="1042148" y="838569"/>
                  </a:cubicBezTo>
                  <a:cubicBezTo>
                    <a:pt x="1042686" y="838232"/>
                    <a:pt x="1044773" y="835945"/>
                    <a:pt x="1044773" y="835945"/>
                  </a:cubicBezTo>
                  <a:lnTo>
                    <a:pt x="1047263" y="834431"/>
                  </a:lnTo>
                  <a:lnTo>
                    <a:pt x="1048576" y="834633"/>
                  </a:lnTo>
                  <a:lnTo>
                    <a:pt x="1050326" y="835945"/>
                  </a:lnTo>
                  <a:cubicBezTo>
                    <a:pt x="1050326" y="835945"/>
                    <a:pt x="1052816" y="835743"/>
                    <a:pt x="1053153" y="835171"/>
                  </a:cubicBezTo>
                  <a:cubicBezTo>
                    <a:pt x="1053489" y="834633"/>
                    <a:pt x="1054802" y="835171"/>
                    <a:pt x="1054802" y="835171"/>
                  </a:cubicBezTo>
                  <a:lnTo>
                    <a:pt x="1059917" y="833758"/>
                  </a:lnTo>
                  <a:lnTo>
                    <a:pt x="1063384" y="830933"/>
                  </a:lnTo>
                  <a:lnTo>
                    <a:pt x="1064360" y="828645"/>
                  </a:lnTo>
                  <a:lnTo>
                    <a:pt x="1064461" y="826021"/>
                  </a:lnTo>
                  <a:lnTo>
                    <a:pt x="1063922" y="823296"/>
                  </a:lnTo>
                  <a:lnTo>
                    <a:pt x="1064999" y="821009"/>
                  </a:lnTo>
                  <a:lnTo>
                    <a:pt x="1060220" y="816333"/>
                  </a:lnTo>
                  <a:lnTo>
                    <a:pt x="1057932" y="815559"/>
                  </a:lnTo>
                  <a:lnTo>
                    <a:pt x="1055340" y="812935"/>
                  </a:lnTo>
                  <a:lnTo>
                    <a:pt x="1052749" y="810211"/>
                  </a:lnTo>
                  <a:lnTo>
                    <a:pt x="1051874" y="806174"/>
                  </a:lnTo>
                  <a:lnTo>
                    <a:pt x="1052413" y="801834"/>
                  </a:lnTo>
                  <a:lnTo>
                    <a:pt x="1053287" y="795645"/>
                  </a:lnTo>
                  <a:cubicBezTo>
                    <a:pt x="1053287" y="795645"/>
                    <a:pt x="1054903" y="791204"/>
                    <a:pt x="1055139" y="790632"/>
                  </a:cubicBezTo>
                  <a:cubicBezTo>
                    <a:pt x="1055340" y="790094"/>
                    <a:pt x="1056888" y="787470"/>
                    <a:pt x="1056888" y="787470"/>
                  </a:cubicBezTo>
                  <a:lnTo>
                    <a:pt x="1058739" y="784308"/>
                  </a:lnTo>
                  <a:cubicBezTo>
                    <a:pt x="1058739" y="784308"/>
                    <a:pt x="1060490" y="782357"/>
                    <a:pt x="1060927" y="781684"/>
                  </a:cubicBezTo>
                  <a:cubicBezTo>
                    <a:pt x="1061365" y="781045"/>
                    <a:pt x="1062677" y="779733"/>
                    <a:pt x="1062677" y="779733"/>
                  </a:cubicBezTo>
                  <a:lnTo>
                    <a:pt x="1065066" y="779094"/>
                  </a:lnTo>
                  <a:cubicBezTo>
                    <a:pt x="1065066" y="779094"/>
                    <a:pt x="1067994" y="778993"/>
                    <a:pt x="1068971" y="778993"/>
                  </a:cubicBezTo>
                  <a:cubicBezTo>
                    <a:pt x="1069946" y="778993"/>
                    <a:pt x="1070586" y="779868"/>
                    <a:pt x="1070586" y="779868"/>
                  </a:cubicBezTo>
                  <a:lnTo>
                    <a:pt x="1073312" y="779868"/>
                  </a:lnTo>
                  <a:cubicBezTo>
                    <a:pt x="1073312" y="779868"/>
                    <a:pt x="1074624" y="780742"/>
                    <a:pt x="1075500" y="780944"/>
                  </a:cubicBezTo>
                  <a:cubicBezTo>
                    <a:pt x="1076375" y="781146"/>
                    <a:pt x="1077889" y="781819"/>
                    <a:pt x="1077889" y="781819"/>
                  </a:cubicBezTo>
                  <a:lnTo>
                    <a:pt x="1081153" y="781718"/>
                  </a:lnTo>
                  <a:lnTo>
                    <a:pt x="1082129" y="780641"/>
                  </a:lnTo>
                  <a:lnTo>
                    <a:pt x="1082769" y="777816"/>
                  </a:lnTo>
                  <a:lnTo>
                    <a:pt x="1084283" y="775764"/>
                  </a:lnTo>
                  <a:lnTo>
                    <a:pt x="1086471" y="774889"/>
                  </a:lnTo>
                  <a:lnTo>
                    <a:pt x="1088860" y="774990"/>
                  </a:lnTo>
                  <a:cubicBezTo>
                    <a:pt x="1088860" y="774990"/>
                    <a:pt x="1089634" y="776302"/>
                    <a:pt x="1090913" y="777580"/>
                  </a:cubicBezTo>
                  <a:cubicBezTo>
                    <a:pt x="1092226" y="778892"/>
                    <a:pt x="1091250" y="779329"/>
                    <a:pt x="1091889" y="780608"/>
                  </a:cubicBezTo>
                  <a:cubicBezTo>
                    <a:pt x="1092529" y="781920"/>
                    <a:pt x="1092529" y="783433"/>
                    <a:pt x="1092966" y="784745"/>
                  </a:cubicBezTo>
                  <a:cubicBezTo>
                    <a:pt x="1093404" y="786057"/>
                    <a:pt x="1095692" y="786057"/>
                    <a:pt x="1098082" y="787033"/>
                  </a:cubicBezTo>
                  <a:cubicBezTo>
                    <a:pt x="1100471" y="788008"/>
                    <a:pt x="1103635" y="787033"/>
                    <a:pt x="1103635" y="787033"/>
                  </a:cubicBezTo>
                  <a:cubicBezTo>
                    <a:pt x="1103635" y="787033"/>
                    <a:pt x="1104947" y="786394"/>
                    <a:pt x="1105149" y="785856"/>
                  </a:cubicBezTo>
                  <a:cubicBezTo>
                    <a:pt x="1105351" y="785317"/>
                    <a:pt x="1106765" y="782693"/>
                    <a:pt x="1106899" y="782492"/>
                  </a:cubicBezTo>
                  <a:cubicBezTo>
                    <a:pt x="1107000" y="782256"/>
                    <a:pt x="1109524" y="780204"/>
                    <a:pt x="1109928" y="780103"/>
                  </a:cubicBezTo>
                  <a:cubicBezTo>
                    <a:pt x="1110366" y="780002"/>
                    <a:pt x="1113529" y="776941"/>
                    <a:pt x="1113529" y="776941"/>
                  </a:cubicBezTo>
                  <a:lnTo>
                    <a:pt x="1114943" y="775528"/>
                  </a:lnTo>
                  <a:lnTo>
                    <a:pt x="1114943" y="774452"/>
                  </a:lnTo>
                  <a:cubicBezTo>
                    <a:pt x="1114943" y="774452"/>
                    <a:pt x="1112553" y="770852"/>
                    <a:pt x="1112217" y="770549"/>
                  </a:cubicBezTo>
                  <a:cubicBezTo>
                    <a:pt x="1111880" y="770213"/>
                    <a:pt x="1108750" y="768161"/>
                    <a:pt x="1108750" y="768161"/>
                  </a:cubicBezTo>
                  <a:lnTo>
                    <a:pt x="1106899" y="763922"/>
                  </a:lnTo>
                  <a:lnTo>
                    <a:pt x="1107875" y="760020"/>
                  </a:lnTo>
                  <a:lnTo>
                    <a:pt x="1109188" y="756993"/>
                  </a:lnTo>
                  <a:lnTo>
                    <a:pt x="1110803" y="755916"/>
                  </a:lnTo>
                  <a:lnTo>
                    <a:pt x="1114269" y="753427"/>
                  </a:lnTo>
                  <a:lnTo>
                    <a:pt x="1118847" y="751476"/>
                  </a:lnTo>
                  <a:lnTo>
                    <a:pt x="1120159" y="749525"/>
                  </a:lnTo>
                  <a:lnTo>
                    <a:pt x="1120159" y="747237"/>
                  </a:lnTo>
                  <a:lnTo>
                    <a:pt x="1116895" y="745757"/>
                  </a:lnTo>
                  <a:lnTo>
                    <a:pt x="1116827" y="745555"/>
                  </a:lnTo>
                  <a:close/>
                </a:path>
              </a:pathLst>
            </a:custGeom>
            <a:grpFill/>
            <a:ln w="6350" cap="flat">
              <a:solidFill>
                <a:schemeClr val="bg1"/>
              </a:solidFill>
              <a:prstDash val="solid"/>
              <a:miter/>
            </a:ln>
          </p:spPr>
          <p:txBody>
            <a:bodyPr rtlCol="0" anchor="ctr"/>
            <a:lstStyle/>
            <a:p>
              <a:endParaRPr lang="en-US"/>
            </a:p>
          </p:txBody>
        </p:sp>
        <p:sp>
          <p:nvSpPr>
            <p:cNvPr id="131" name="Freeform 910">
              <a:extLst>
                <a:ext uri="{FF2B5EF4-FFF2-40B4-BE49-F238E27FC236}">
                  <a16:creationId xmlns:a16="http://schemas.microsoft.com/office/drawing/2014/main" id="{6DFB8E5D-CD15-F80A-0BA9-5FBC6A88C51D}"/>
                </a:ext>
              </a:extLst>
            </p:cNvPr>
            <p:cNvSpPr/>
            <p:nvPr/>
          </p:nvSpPr>
          <p:spPr>
            <a:xfrm>
              <a:off x="7188590" y="1736685"/>
              <a:ext cx="1193060" cy="935511"/>
            </a:xfrm>
            <a:custGeom>
              <a:avLst/>
              <a:gdLst>
                <a:gd name="connsiteX0" fmla="*/ 2222549 w 2290556"/>
                <a:gd name="connsiteY0" fmla="*/ 1067285 h 1796087"/>
                <a:gd name="connsiteX1" fmla="*/ 2222246 w 2290556"/>
                <a:gd name="connsiteY1" fmla="*/ 1063652 h 1796087"/>
                <a:gd name="connsiteX2" fmla="*/ 2221371 w 2290556"/>
                <a:gd name="connsiteY2" fmla="*/ 1061465 h 1796087"/>
                <a:gd name="connsiteX3" fmla="*/ 2220428 w 2290556"/>
                <a:gd name="connsiteY3" fmla="*/ 1059379 h 1796087"/>
                <a:gd name="connsiteX4" fmla="*/ 2218981 w 2290556"/>
                <a:gd name="connsiteY4" fmla="*/ 1060321 h 1796087"/>
                <a:gd name="connsiteX5" fmla="*/ 2216154 w 2290556"/>
                <a:gd name="connsiteY5" fmla="*/ 1060321 h 1796087"/>
                <a:gd name="connsiteX6" fmla="*/ 2213866 w 2290556"/>
                <a:gd name="connsiteY6" fmla="*/ 1061364 h 1796087"/>
                <a:gd name="connsiteX7" fmla="*/ 2211039 w 2290556"/>
                <a:gd name="connsiteY7" fmla="*/ 1060658 h 1796087"/>
                <a:gd name="connsiteX8" fmla="*/ 2209524 w 2290556"/>
                <a:gd name="connsiteY8" fmla="*/ 1058269 h 1796087"/>
                <a:gd name="connsiteX9" fmla="*/ 2208111 w 2290556"/>
                <a:gd name="connsiteY9" fmla="*/ 1057193 h 1796087"/>
                <a:gd name="connsiteX10" fmla="*/ 2205183 w 2290556"/>
                <a:gd name="connsiteY10" fmla="*/ 1057092 h 1796087"/>
                <a:gd name="connsiteX11" fmla="*/ 2204745 w 2290556"/>
                <a:gd name="connsiteY11" fmla="*/ 1058404 h 1796087"/>
                <a:gd name="connsiteX12" fmla="*/ 2206832 w 2290556"/>
                <a:gd name="connsiteY12" fmla="*/ 1060691 h 1796087"/>
                <a:gd name="connsiteX13" fmla="*/ 2206058 w 2290556"/>
                <a:gd name="connsiteY13" fmla="*/ 1064055 h 1796087"/>
                <a:gd name="connsiteX14" fmla="*/ 2203769 w 2290556"/>
                <a:gd name="connsiteY14" fmla="*/ 1063416 h 1796087"/>
                <a:gd name="connsiteX15" fmla="*/ 2200942 w 2290556"/>
                <a:gd name="connsiteY15" fmla="*/ 1062777 h 1796087"/>
                <a:gd name="connsiteX16" fmla="*/ 2198452 w 2290556"/>
                <a:gd name="connsiteY16" fmla="*/ 1060725 h 1796087"/>
                <a:gd name="connsiteX17" fmla="*/ 2197375 w 2290556"/>
                <a:gd name="connsiteY17" fmla="*/ 1059649 h 1796087"/>
                <a:gd name="connsiteX18" fmla="*/ 2196500 w 2290556"/>
                <a:gd name="connsiteY18" fmla="*/ 1058337 h 1796087"/>
                <a:gd name="connsiteX19" fmla="*/ 2192159 w 2290556"/>
                <a:gd name="connsiteY19" fmla="*/ 1057697 h 1796087"/>
                <a:gd name="connsiteX20" fmla="*/ 2189668 w 2290556"/>
                <a:gd name="connsiteY20" fmla="*/ 1057058 h 1796087"/>
                <a:gd name="connsiteX21" fmla="*/ 2187582 w 2290556"/>
                <a:gd name="connsiteY21" fmla="*/ 1055107 h 1796087"/>
                <a:gd name="connsiteX22" fmla="*/ 2186808 w 2290556"/>
                <a:gd name="connsiteY22" fmla="*/ 1053055 h 1796087"/>
                <a:gd name="connsiteX23" fmla="*/ 2187447 w 2290556"/>
                <a:gd name="connsiteY23" fmla="*/ 1051104 h 1796087"/>
                <a:gd name="connsiteX24" fmla="*/ 2188759 w 2290556"/>
                <a:gd name="connsiteY24" fmla="*/ 1048817 h 1796087"/>
                <a:gd name="connsiteX25" fmla="*/ 2191048 w 2290556"/>
                <a:gd name="connsiteY25" fmla="*/ 1048043 h 1796087"/>
                <a:gd name="connsiteX26" fmla="*/ 2192361 w 2290556"/>
                <a:gd name="connsiteY26" fmla="*/ 1047067 h 1796087"/>
                <a:gd name="connsiteX27" fmla="*/ 2195289 w 2290556"/>
                <a:gd name="connsiteY27" fmla="*/ 1046529 h 1796087"/>
                <a:gd name="connsiteX28" fmla="*/ 2197577 w 2290556"/>
                <a:gd name="connsiteY28" fmla="*/ 1045991 h 1796087"/>
                <a:gd name="connsiteX29" fmla="*/ 2199967 w 2290556"/>
                <a:gd name="connsiteY29" fmla="*/ 1044477 h 1796087"/>
                <a:gd name="connsiteX30" fmla="*/ 2203332 w 2290556"/>
                <a:gd name="connsiteY30" fmla="*/ 1042290 h 1796087"/>
                <a:gd name="connsiteX31" fmla="*/ 2205284 w 2290556"/>
                <a:gd name="connsiteY31" fmla="*/ 1038691 h 1796087"/>
                <a:gd name="connsiteX32" fmla="*/ 2206058 w 2290556"/>
                <a:gd name="connsiteY32" fmla="*/ 1036841 h 1796087"/>
                <a:gd name="connsiteX33" fmla="*/ 2206394 w 2290556"/>
                <a:gd name="connsiteY33" fmla="*/ 1034452 h 1796087"/>
                <a:gd name="connsiteX34" fmla="*/ 2205755 w 2290556"/>
                <a:gd name="connsiteY34" fmla="*/ 1031828 h 1796087"/>
                <a:gd name="connsiteX35" fmla="*/ 2203702 w 2290556"/>
                <a:gd name="connsiteY35" fmla="*/ 1029541 h 1796087"/>
                <a:gd name="connsiteX36" fmla="*/ 2201649 w 2290556"/>
                <a:gd name="connsiteY36" fmla="*/ 1028902 h 1796087"/>
                <a:gd name="connsiteX37" fmla="*/ 2196634 w 2290556"/>
                <a:gd name="connsiteY37" fmla="*/ 1026614 h 1796087"/>
                <a:gd name="connsiteX38" fmla="*/ 2194683 w 2290556"/>
                <a:gd name="connsiteY38" fmla="*/ 1023351 h 1796087"/>
                <a:gd name="connsiteX39" fmla="*/ 2194582 w 2290556"/>
                <a:gd name="connsiteY39" fmla="*/ 1021737 h 1796087"/>
                <a:gd name="connsiteX40" fmla="*/ 2194683 w 2290556"/>
                <a:gd name="connsiteY40" fmla="*/ 1016522 h 1796087"/>
                <a:gd name="connsiteX41" fmla="*/ 2194784 w 2290556"/>
                <a:gd name="connsiteY41" fmla="*/ 1014033 h 1796087"/>
                <a:gd name="connsiteX42" fmla="*/ 2194447 w 2290556"/>
                <a:gd name="connsiteY42" fmla="*/ 1011207 h 1796087"/>
                <a:gd name="connsiteX43" fmla="*/ 2193471 w 2290556"/>
                <a:gd name="connsiteY43" fmla="*/ 1007742 h 1796087"/>
                <a:gd name="connsiteX44" fmla="*/ 2192394 w 2290556"/>
                <a:gd name="connsiteY44" fmla="*/ 1007204 h 1796087"/>
                <a:gd name="connsiteX45" fmla="*/ 2188389 w 2290556"/>
                <a:gd name="connsiteY45" fmla="*/ 1003941 h 1796087"/>
                <a:gd name="connsiteX46" fmla="*/ 2184351 w 2290556"/>
                <a:gd name="connsiteY46" fmla="*/ 1000241 h 1796087"/>
                <a:gd name="connsiteX47" fmla="*/ 2184149 w 2290556"/>
                <a:gd name="connsiteY47" fmla="*/ 996541 h 1796087"/>
                <a:gd name="connsiteX48" fmla="*/ 2183375 w 2290556"/>
                <a:gd name="connsiteY48" fmla="*/ 992067 h 1796087"/>
                <a:gd name="connsiteX49" fmla="*/ 2183812 w 2290556"/>
                <a:gd name="connsiteY49" fmla="*/ 988299 h 1796087"/>
                <a:gd name="connsiteX50" fmla="*/ 2184182 w 2290556"/>
                <a:gd name="connsiteY50" fmla="*/ 984733 h 1796087"/>
                <a:gd name="connsiteX51" fmla="*/ 2183476 w 2290556"/>
                <a:gd name="connsiteY51" fmla="*/ 981167 h 1796087"/>
                <a:gd name="connsiteX52" fmla="*/ 2180379 w 2290556"/>
                <a:gd name="connsiteY52" fmla="*/ 977030 h 1796087"/>
                <a:gd name="connsiteX53" fmla="*/ 2176980 w 2290556"/>
                <a:gd name="connsiteY53" fmla="*/ 975146 h 1796087"/>
                <a:gd name="connsiteX54" fmla="*/ 2173783 w 2290556"/>
                <a:gd name="connsiteY54" fmla="*/ 971883 h 1796087"/>
                <a:gd name="connsiteX55" fmla="*/ 2171596 w 2290556"/>
                <a:gd name="connsiteY55" fmla="*/ 969696 h 1796087"/>
                <a:gd name="connsiteX56" fmla="*/ 2169341 w 2290556"/>
                <a:gd name="connsiteY56" fmla="*/ 967745 h 1796087"/>
                <a:gd name="connsiteX57" fmla="*/ 2165370 w 2290556"/>
                <a:gd name="connsiteY57" fmla="*/ 964617 h 1796087"/>
                <a:gd name="connsiteX58" fmla="*/ 2163182 w 2290556"/>
                <a:gd name="connsiteY58" fmla="*/ 961723 h 1796087"/>
                <a:gd name="connsiteX59" fmla="*/ 2161668 w 2290556"/>
                <a:gd name="connsiteY59" fmla="*/ 960142 h 1796087"/>
                <a:gd name="connsiteX60" fmla="*/ 2160725 w 2290556"/>
                <a:gd name="connsiteY60" fmla="*/ 958326 h 1796087"/>
                <a:gd name="connsiteX61" fmla="*/ 2160355 w 2290556"/>
                <a:gd name="connsiteY61" fmla="*/ 956139 h 1796087"/>
                <a:gd name="connsiteX62" fmla="*/ 2160187 w 2290556"/>
                <a:gd name="connsiteY62" fmla="*/ 953886 h 1796087"/>
                <a:gd name="connsiteX63" fmla="*/ 2160423 w 2290556"/>
                <a:gd name="connsiteY63" fmla="*/ 951497 h 1796087"/>
                <a:gd name="connsiteX64" fmla="*/ 2160927 w 2290556"/>
                <a:gd name="connsiteY64" fmla="*/ 949613 h 1796087"/>
                <a:gd name="connsiteX65" fmla="*/ 2161567 w 2290556"/>
                <a:gd name="connsiteY65" fmla="*/ 947797 h 1796087"/>
                <a:gd name="connsiteX66" fmla="*/ 2162643 w 2290556"/>
                <a:gd name="connsiteY66" fmla="*/ 945476 h 1796087"/>
                <a:gd name="connsiteX67" fmla="*/ 2162711 w 2290556"/>
                <a:gd name="connsiteY67" fmla="*/ 943020 h 1796087"/>
                <a:gd name="connsiteX68" fmla="*/ 2162509 w 2290556"/>
                <a:gd name="connsiteY68" fmla="*/ 941708 h 1796087"/>
                <a:gd name="connsiteX69" fmla="*/ 2159985 w 2290556"/>
                <a:gd name="connsiteY69" fmla="*/ 939454 h 1796087"/>
                <a:gd name="connsiteX70" fmla="*/ 2157090 w 2290556"/>
                <a:gd name="connsiteY70" fmla="*/ 938882 h 1796087"/>
                <a:gd name="connsiteX71" fmla="*/ 2155139 w 2290556"/>
                <a:gd name="connsiteY71" fmla="*/ 939690 h 1796087"/>
                <a:gd name="connsiteX72" fmla="*/ 2153388 w 2290556"/>
                <a:gd name="connsiteY72" fmla="*/ 941439 h 1796087"/>
                <a:gd name="connsiteX73" fmla="*/ 2149989 w 2290556"/>
                <a:gd name="connsiteY73" fmla="*/ 942751 h 1796087"/>
                <a:gd name="connsiteX74" fmla="*/ 2146657 w 2290556"/>
                <a:gd name="connsiteY74" fmla="*/ 944433 h 1796087"/>
                <a:gd name="connsiteX75" fmla="*/ 2144975 w 2290556"/>
                <a:gd name="connsiteY75" fmla="*/ 947965 h 1796087"/>
                <a:gd name="connsiteX76" fmla="*/ 2140768 w 2290556"/>
                <a:gd name="connsiteY76" fmla="*/ 952170 h 1796087"/>
                <a:gd name="connsiteX77" fmla="*/ 2135552 w 2290556"/>
                <a:gd name="connsiteY77" fmla="*/ 955937 h 1796087"/>
                <a:gd name="connsiteX78" fmla="*/ 2131278 w 2290556"/>
                <a:gd name="connsiteY78" fmla="*/ 961354 h 1796087"/>
                <a:gd name="connsiteX79" fmla="*/ 2124244 w 2290556"/>
                <a:gd name="connsiteY79" fmla="*/ 967812 h 1796087"/>
                <a:gd name="connsiteX80" fmla="*/ 2122292 w 2290556"/>
                <a:gd name="connsiteY80" fmla="*/ 971075 h 1796087"/>
                <a:gd name="connsiteX81" fmla="*/ 2119027 w 2290556"/>
                <a:gd name="connsiteY81" fmla="*/ 975415 h 1796087"/>
                <a:gd name="connsiteX82" fmla="*/ 2115897 w 2290556"/>
                <a:gd name="connsiteY82" fmla="*/ 977938 h 1796087"/>
                <a:gd name="connsiteX83" fmla="*/ 2111825 w 2290556"/>
                <a:gd name="connsiteY83" fmla="*/ 980326 h 1796087"/>
                <a:gd name="connsiteX84" fmla="*/ 2108056 w 2290556"/>
                <a:gd name="connsiteY84" fmla="*/ 982412 h 1796087"/>
                <a:gd name="connsiteX85" fmla="*/ 2103714 w 2290556"/>
                <a:gd name="connsiteY85" fmla="*/ 982984 h 1796087"/>
                <a:gd name="connsiteX86" fmla="*/ 2100080 w 2290556"/>
                <a:gd name="connsiteY86" fmla="*/ 982984 h 1796087"/>
                <a:gd name="connsiteX87" fmla="*/ 2096613 w 2290556"/>
                <a:gd name="connsiteY87" fmla="*/ 982614 h 1796087"/>
                <a:gd name="connsiteX88" fmla="*/ 2093651 w 2290556"/>
                <a:gd name="connsiteY88" fmla="*/ 981033 h 1796087"/>
                <a:gd name="connsiteX89" fmla="*/ 2091700 w 2290556"/>
                <a:gd name="connsiteY89" fmla="*/ 979586 h 1796087"/>
                <a:gd name="connsiteX90" fmla="*/ 2089950 w 2290556"/>
                <a:gd name="connsiteY90" fmla="*/ 977938 h 1796087"/>
                <a:gd name="connsiteX91" fmla="*/ 2089243 w 2290556"/>
                <a:gd name="connsiteY91" fmla="*/ 976121 h 1796087"/>
                <a:gd name="connsiteX92" fmla="*/ 2089041 w 2290556"/>
                <a:gd name="connsiteY92" fmla="*/ 973531 h 1796087"/>
                <a:gd name="connsiteX93" fmla="*/ 2089478 w 2290556"/>
                <a:gd name="connsiteY93" fmla="*/ 971647 h 1796087"/>
                <a:gd name="connsiteX94" fmla="*/ 2090556 w 2290556"/>
                <a:gd name="connsiteY94" fmla="*/ 970705 h 1796087"/>
                <a:gd name="connsiteX95" fmla="*/ 2091195 w 2290556"/>
                <a:gd name="connsiteY95" fmla="*/ 968081 h 1796087"/>
                <a:gd name="connsiteX96" fmla="*/ 2091767 w 2290556"/>
                <a:gd name="connsiteY96" fmla="*/ 966198 h 1796087"/>
                <a:gd name="connsiteX97" fmla="*/ 2092137 w 2290556"/>
                <a:gd name="connsiteY97" fmla="*/ 964011 h 1796087"/>
                <a:gd name="connsiteX98" fmla="*/ 2092507 w 2290556"/>
                <a:gd name="connsiteY98" fmla="*/ 960983 h 1796087"/>
                <a:gd name="connsiteX99" fmla="*/ 2092070 w 2290556"/>
                <a:gd name="connsiteY99" fmla="*/ 958595 h 1796087"/>
                <a:gd name="connsiteX100" fmla="*/ 2088738 w 2290556"/>
                <a:gd name="connsiteY100" fmla="*/ 956644 h 1796087"/>
                <a:gd name="connsiteX101" fmla="*/ 2085406 w 2290556"/>
                <a:gd name="connsiteY101" fmla="*/ 954054 h 1796087"/>
                <a:gd name="connsiteX102" fmla="*/ 2080997 w 2290556"/>
                <a:gd name="connsiteY102" fmla="*/ 948772 h 1796087"/>
                <a:gd name="connsiteX103" fmla="*/ 2076858 w 2290556"/>
                <a:gd name="connsiteY103" fmla="*/ 945307 h 1796087"/>
                <a:gd name="connsiteX104" fmla="*/ 2072079 w 2290556"/>
                <a:gd name="connsiteY104" fmla="*/ 942549 h 1796087"/>
                <a:gd name="connsiteX105" fmla="*/ 2069252 w 2290556"/>
                <a:gd name="connsiteY105" fmla="*/ 940093 h 1796087"/>
                <a:gd name="connsiteX106" fmla="*/ 2068882 w 2290556"/>
                <a:gd name="connsiteY106" fmla="*/ 938008 h 1796087"/>
                <a:gd name="connsiteX107" fmla="*/ 2069319 w 2290556"/>
                <a:gd name="connsiteY107" fmla="*/ 934677 h 1796087"/>
                <a:gd name="connsiteX108" fmla="*/ 2069521 w 2290556"/>
                <a:gd name="connsiteY108" fmla="*/ 931414 h 1796087"/>
                <a:gd name="connsiteX109" fmla="*/ 2071103 w 2290556"/>
                <a:gd name="connsiteY109" fmla="*/ 927344 h 1796087"/>
                <a:gd name="connsiteX110" fmla="*/ 2072281 w 2290556"/>
                <a:gd name="connsiteY110" fmla="*/ 923576 h 1796087"/>
                <a:gd name="connsiteX111" fmla="*/ 2072146 w 2290556"/>
                <a:gd name="connsiteY111" fmla="*/ 921053 h 1796087"/>
                <a:gd name="connsiteX112" fmla="*/ 2066930 w 2290556"/>
                <a:gd name="connsiteY112" fmla="*/ 920919 h 1796087"/>
                <a:gd name="connsiteX113" fmla="*/ 2066122 w 2290556"/>
                <a:gd name="connsiteY113" fmla="*/ 918093 h 1796087"/>
                <a:gd name="connsiteX114" fmla="*/ 2065752 w 2290556"/>
                <a:gd name="connsiteY114" fmla="*/ 911432 h 1796087"/>
                <a:gd name="connsiteX115" fmla="*/ 2065011 w 2290556"/>
                <a:gd name="connsiteY115" fmla="*/ 908741 h 1796087"/>
                <a:gd name="connsiteX116" fmla="*/ 2065584 w 2290556"/>
                <a:gd name="connsiteY116" fmla="*/ 904772 h 1796087"/>
                <a:gd name="connsiteX117" fmla="*/ 2066156 w 2290556"/>
                <a:gd name="connsiteY117" fmla="*/ 901374 h 1796087"/>
                <a:gd name="connsiteX118" fmla="*/ 2068781 w 2290556"/>
                <a:gd name="connsiteY118" fmla="*/ 898683 h 1796087"/>
                <a:gd name="connsiteX119" fmla="*/ 2069858 w 2290556"/>
                <a:gd name="connsiteY119" fmla="*/ 895050 h 1796087"/>
                <a:gd name="connsiteX120" fmla="*/ 2068781 w 2290556"/>
                <a:gd name="connsiteY120" fmla="*/ 892291 h 1796087"/>
                <a:gd name="connsiteX121" fmla="*/ 2065819 w 2290556"/>
                <a:gd name="connsiteY121" fmla="*/ 888456 h 1796087"/>
                <a:gd name="connsiteX122" fmla="*/ 2068646 w 2290556"/>
                <a:gd name="connsiteY122" fmla="*/ 887447 h 1796087"/>
                <a:gd name="connsiteX123" fmla="*/ 2068411 w 2290556"/>
                <a:gd name="connsiteY123" fmla="*/ 880282 h 1796087"/>
                <a:gd name="connsiteX124" fmla="*/ 2069420 w 2290556"/>
                <a:gd name="connsiteY124" fmla="*/ 876144 h 1796087"/>
                <a:gd name="connsiteX125" fmla="*/ 2070497 w 2290556"/>
                <a:gd name="connsiteY125" fmla="*/ 874933 h 1796087"/>
                <a:gd name="connsiteX126" fmla="*/ 2073695 w 2290556"/>
                <a:gd name="connsiteY126" fmla="*/ 873487 h 1796087"/>
                <a:gd name="connsiteX127" fmla="*/ 2077262 w 2290556"/>
                <a:gd name="connsiteY127" fmla="*/ 870089 h 1796087"/>
                <a:gd name="connsiteX128" fmla="*/ 2077262 w 2290556"/>
                <a:gd name="connsiteY128" fmla="*/ 869450 h 1796087"/>
                <a:gd name="connsiteX129" fmla="*/ 2074334 w 2290556"/>
                <a:gd name="connsiteY129" fmla="*/ 864438 h 1796087"/>
                <a:gd name="connsiteX130" fmla="*/ 2070968 w 2290556"/>
                <a:gd name="connsiteY130" fmla="*/ 861982 h 1796087"/>
                <a:gd name="connsiteX131" fmla="*/ 2070026 w 2290556"/>
                <a:gd name="connsiteY131" fmla="*/ 861915 h 1796087"/>
                <a:gd name="connsiteX132" fmla="*/ 2064305 w 2290556"/>
                <a:gd name="connsiteY132" fmla="*/ 859156 h 1796087"/>
                <a:gd name="connsiteX133" fmla="*/ 2065247 w 2290556"/>
                <a:gd name="connsiteY133" fmla="*/ 857474 h 1796087"/>
                <a:gd name="connsiteX134" fmla="*/ 2067064 w 2290556"/>
                <a:gd name="connsiteY134" fmla="*/ 856465 h 1796087"/>
                <a:gd name="connsiteX135" fmla="*/ 2071036 w 2290556"/>
                <a:gd name="connsiteY135" fmla="*/ 855019 h 1796087"/>
                <a:gd name="connsiteX136" fmla="*/ 2072483 w 2290556"/>
                <a:gd name="connsiteY136" fmla="*/ 853438 h 1796087"/>
                <a:gd name="connsiteX137" fmla="*/ 2070733 w 2290556"/>
                <a:gd name="connsiteY137" fmla="*/ 851049 h 1796087"/>
                <a:gd name="connsiteX138" fmla="*/ 2067771 w 2290556"/>
                <a:gd name="connsiteY138" fmla="*/ 847584 h 1796087"/>
                <a:gd name="connsiteX139" fmla="*/ 2063800 w 2290556"/>
                <a:gd name="connsiteY139" fmla="*/ 845196 h 1796087"/>
                <a:gd name="connsiteX140" fmla="*/ 2061545 w 2290556"/>
                <a:gd name="connsiteY140" fmla="*/ 843615 h 1796087"/>
                <a:gd name="connsiteX141" fmla="*/ 2057978 w 2290556"/>
                <a:gd name="connsiteY141" fmla="*/ 841159 h 1796087"/>
                <a:gd name="connsiteX142" fmla="*/ 2054511 w 2290556"/>
                <a:gd name="connsiteY142" fmla="*/ 839141 h 1796087"/>
                <a:gd name="connsiteX143" fmla="*/ 2050742 w 2290556"/>
                <a:gd name="connsiteY143" fmla="*/ 838333 h 1796087"/>
                <a:gd name="connsiteX144" fmla="*/ 2048487 w 2290556"/>
                <a:gd name="connsiteY144" fmla="*/ 837829 h 1796087"/>
                <a:gd name="connsiteX145" fmla="*/ 2047410 w 2290556"/>
                <a:gd name="connsiteY145" fmla="*/ 834700 h 1796087"/>
                <a:gd name="connsiteX146" fmla="*/ 2050170 w 2290556"/>
                <a:gd name="connsiteY146" fmla="*/ 832379 h 1796087"/>
                <a:gd name="connsiteX147" fmla="*/ 2053064 w 2290556"/>
                <a:gd name="connsiteY147" fmla="*/ 827535 h 1796087"/>
                <a:gd name="connsiteX148" fmla="*/ 2052997 w 2290556"/>
                <a:gd name="connsiteY148" fmla="*/ 825449 h 1796087"/>
                <a:gd name="connsiteX149" fmla="*/ 2052795 w 2290556"/>
                <a:gd name="connsiteY149" fmla="*/ 822624 h 1796087"/>
                <a:gd name="connsiteX150" fmla="*/ 2049160 w 2290556"/>
                <a:gd name="connsiteY150" fmla="*/ 819865 h 1796087"/>
                <a:gd name="connsiteX151" fmla="*/ 2045828 w 2290556"/>
                <a:gd name="connsiteY151" fmla="*/ 818049 h 1796087"/>
                <a:gd name="connsiteX152" fmla="*/ 2041823 w 2290556"/>
                <a:gd name="connsiteY152" fmla="*/ 819697 h 1796087"/>
                <a:gd name="connsiteX153" fmla="*/ 2041453 w 2290556"/>
                <a:gd name="connsiteY153" fmla="*/ 821379 h 1796087"/>
                <a:gd name="connsiteX154" fmla="*/ 2038121 w 2290556"/>
                <a:gd name="connsiteY154" fmla="*/ 823565 h 1796087"/>
                <a:gd name="connsiteX155" fmla="*/ 2033410 w 2290556"/>
                <a:gd name="connsiteY155" fmla="*/ 823633 h 1796087"/>
                <a:gd name="connsiteX156" fmla="*/ 2030515 w 2290556"/>
                <a:gd name="connsiteY156" fmla="*/ 822489 h 1796087"/>
                <a:gd name="connsiteX157" fmla="*/ 2027621 w 2290556"/>
                <a:gd name="connsiteY157" fmla="*/ 821345 h 1796087"/>
                <a:gd name="connsiteX158" fmla="*/ 2026612 w 2290556"/>
                <a:gd name="connsiteY158" fmla="*/ 819159 h 1796087"/>
                <a:gd name="connsiteX159" fmla="*/ 2025905 w 2290556"/>
                <a:gd name="connsiteY159" fmla="*/ 815526 h 1796087"/>
                <a:gd name="connsiteX160" fmla="*/ 2026847 w 2290556"/>
                <a:gd name="connsiteY160" fmla="*/ 814079 h 1796087"/>
                <a:gd name="connsiteX161" fmla="*/ 2028665 w 2290556"/>
                <a:gd name="connsiteY161" fmla="*/ 812195 h 1796087"/>
                <a:gd name="connsiteX162" fmla="*/ 2030549 w 2290556"/>
                <a:gd name="connsiteY162" fmla="*/ 810816 h 1796087"/>
                <a:gd name="connsiteX163" fmla="*/ 2032434 w 2290556"/>
                <a:gd name="connsiteY163" fmla="*/ 809437 h 1796087"/>
                <a:gd name="connsiteX164" fmla="*/ 2033881 w 2290556"/>
                <a:gd name="connsiteY164" fmla="*/ 808495 h 1796087"/>
                <a:gd name="connsiteX165" fmla="*/ 2034756 w 2290556"/>
                <a:gd name="connsiteY165" fmla="*/ 807183 h 1796087"/>
                <a:gd name="connsiteX166" fmla="*/ 2035396 w 2290556"/>
                <a:gd name="connsiteY166" fmla="*/ 805669 h 1796087"/>
                <a:gd name="connsiteX167" fmla="*/ 2035463 w 2290556"/>
                <a:gd name="connsiteY167" fmla="*/ 802978 h 1796087"/>
                <a:gd name="connsiteX168" fmla="*/ 2035328 w 2290556"/>
                <a:gd name="connsiteY168" fmla="*/ 800657 h 1796087"/>
                <a:gd name="connsiteX169" fmla="*/ 2034891 w 2290556"/>
                <a:gd name="connsiteY169" fmla="*/ 798033 h 1796087"/>
                <a:gd name="connsiteX170" fmla="*/ 2034588 w 2290556"/>
                <a:gd name="connsiteY170" fmla="*/ 795947 h 1796087"/>
                <a:gd name="connsiteX171" fmla="*/ 2031895 w 2290556"/>
                <a:gd name="connsiteY171" fmla="*/ 793559 h 1796087"/>
                <a:gd name="connsiteX172" fmla="*/ 2027184 w 2290556"/>
                <a:gd name="connsiteY172" fmla="*/ 790868 h 1796087"/>
                <a:gd name="connsiteX173" fmla="*/ 2027991 w 2290556"/>
                <a:gd name="connsiteY173" fmla="*/ 787605 h 1796087"/>
                <a:gd name="connsiteX174" fmla="*/ 2031559 w 2290556"/>
                <a:gd name="connsiteY174" fmla="*/ 786226 h 1796087"/>
                <a:gd name="connsiteX175" fmla="*/ 2035900 w 2290556"/>
                <a:gd name="connsiteY175" fmla="*/ 785519 h 1796087"/>
                <a:gd name="connsiteX176" fmla="*/ 2037347 w 2290556"/>
                <a:gd name="connsiteY176" fmla="*/ 785385 h 1796087"/>
                <a:gd name="connsiteX177" fmla="*/ 2039973 w 2290556"/>
                <a:gd name="connsiteY177" fmla="*/ 784745 h 1796087"/>
                <a:gd name="connsiteX178" fmla="*/ 2042665 w 2290556"/>
                <a:gd name="connsiteY178" fmla="*/ 785183 h 1796087"/>
                <a:gd name="connsiteX179" fmla="*/ 2045256 w 2290556"/>
                <a:gd name="connsiteY179" fmla="*/ 785687 h 1796087"/>
                <a:gd name="connsiteX180" fmla="*/ 2048588 w 2290556"/>
                <a:gd name="connsiteY180" fmla="*/ 787504 h 1796087"/>
                <a:gd name="connsiteX181" fmla="*/ 2050978 w 2290556"/>
                <a:gd name="connsiteY181" fmla="*/ 789522 h 1796087"/>
                <a:gd name="connsiteX182" fmla="*/ 2053602 w 2290556"/>
                <a:gd name="connsiteY182" fmla="*/ 792785 h 1796087"/>
                <a:gd name="connsiteX183" fmla="*/ 2055353 w 2290556"/>
                <a:gd name="connsiteY183" fmla="*/ 795039 h 1796087"/>
                <a:gd name="connsiteX184" fmla="*/ 2056598 w 2290556"/>
                <a:gd name="connsiteY184" fmla="*/ 797428 h 1796087"/>
                <a:gd name="connsiteX185" fmla="*/ 2058617 w 2290556"/>
                <a:gd name="connsiteY185" fmla="*/ 796990 h 1796087"/>
                <a:gd name="connsiteX186" fmla="*/ 2061007 w 2290556"/>
                <a:gd name="connsiteY186" fmla="*/ 795914 h 1796087"/>
                <a:gd name="connsiteX187" fmla="*/ 2062521 w 2290556"/>
                <a:gd name="connsiteY187" fmla="*/ 797798 h 1796087"/>
                <a:gd name="connsiteX188" fmla="*/ 2063396 w 2290556"/>
                <a:gd name="connsiteY188" fmla="*/ 798874 h 1796087"/>
                <a:gd name="connsiteX189" fmla="*/ 2066223 w 2290556"/>
                <a:gd name="connsiteY189" fmla="*/ 801195 h 1796087"/>
                <a:gd name="connsiteX190" fmla="*/ 2066593 w 2290556"/>
                <a:gd name="connsiteY190" fmla="*/ 803079 h 1796087"/>
                <a:gd name="connsiteX191" fmla="*/ 2069689 w 2290556"/>
                <a:gd name="connsiteY191" fmla="*/ 805400 h 1796087"/>
                <a:gd name="connsiteX192" fmla="*/ 2071877 w 2290556"/>
                <a:gd name="connsiteY192" fmla="*/ 805030 h 1796087"/>
                <a:gd name="connsiteX193" fmla="*/ 2074704 w 2290556"/>
                <a:gd name="connsiteY193" fmla="*/ 803012 h 1796087"/>
                <a:gd name="connsiteX194" fmla="*/ 2076286 w 2290556"/>
                <a:gd name="connsiteY194" fmla="*/ 799984 h 1796087"/>
                <a:gd name="connsiteX195" fmla="*/ 2077531 w 2290556"/>
                <a:gd name="connsiteY195" fmla="*/ 798100 h 1796087"/>
                <a:gd name="connsiteX196" fmla="*/ 2079180 w 2290556"/>
                <a:gd name="connsiteY196" fmla="*/ 795846 h 1796087"/>
                <a:gd name="connsiteX197" fmla="*/ 2080257 w 2290556"/>
                <a:gd name="connsiteY197" fmla="*/ 794164 h 1796087"/>
                <a:gd name="connsiteX198" fmla="*/ 2082512 w 2290556"/>
                <a:gd name="connsiteY198" fmla="*/ 792516 h 1796087"/>
                <a:gd name="connsiteX199" fmla="*/ 2083521 w 2290556"/>
                <a:gd name="connsiteY199" fmla="*/ 792516 h 1796087"/>
                <a:gd name="connsiteX200" fmla="*/ 2085272 w 2290556"/>
                <a:gd name="connsiteY200" fmla="*/ 792954 h 1796087"/>
                <a:gd name="connsiteX201" fmla="*/ 2087022 w 2290556"/>
                <a:gd name="connsiteY201" fmla="*/ 794400 h 1796087"/>
                <a:gd name="connsiteX202" fmla="*/ 2087964 w 2290556"/>
                <a:gd name="connsiteY202" fmla="*/ 795914 h 1796087"/>
                <a:gd name="connsiteX203" fmla="*/ 2089647 w 2290556"/>
                <a:gd name="connsiteY203" fmla="*/ 798168 h 1796087"/>
                <a:gd name="connsiteX204" fmla="*/ 2090522 w 2290556"/>
                <a:gd name="connsiteY204" fmla="*/ 800623 h 1796087"/>
                <a:gd name="connsiteX205" fmla="*/ 2091026 w 2290556"/>
                <a:gd name="connsiteY205" fmla="*/ 803079 h 1796087"/>
                <a:gd name="connsiteX206" fmla="*/ 2092844 w 2290556"/>
                <a:gd name="connsiteY206" fmla="*/ 805097 h 1796087"/>
                <a:gd name="connsiteX207" fmla="*/ 2094661 w 2290556"/>
                <a:gd name="connsiteY207" fmla="*/ 807351 h 1796087"/>
                <a:gd name="connsiteX208" fmla="*/ 2096916 w 2290556"/>
                <a:gd name="connsiteY208" fmla="*/ 807351 h 1796087"/>
                <a:gd name="connsiteX209" fmla="*/ 2097724 w 2290556"/>
                <a:gd name="connsiteY209" fmla="*/ 805972 h 1796087"/>
                <a:gd name="connsiteX210" fmla="*/ 2098868 w 2290556"/>
                <a:gd name="connsiteY210" fmla="*/ 805266 h 1796087"/>
                <a:gd name="connsiteX211" fmla="*/ 2100887 w 2290556"/>
                <a:gd name="connsiteY211" fmla="*/ 805636 h 1796087"/>
                <a:gd name="connsiteX212" fmla="*/ 2102200 w 2290556"/>
                <a:gd name="connsiteY212" fmla="*/ 807721 h 1796087"/>
                <a:gd name="connsiteX213" fmla="*/ 2102570 w 2290556"/>
                <a:gd name="connsiteY213" fmla="*/ 810917 h 1796087"/>
                <a:gd name="connsiteX214" fmla="*/ 2103647 w 2290556"/>
                <a:gd name="connsiteY214" fmla="*/ 812431 h 1796087"/>
                <a:gd name="connsiteX215" fmla="*/ 2104388 w 2290556"/>
                <a:gd name="connsiteY215" fmla="*/ 814517 h 1796087"/>
                <a:gd name="connsiteX216" fmla="*/ 2106272 w 2290556"/>
                <a:gd name="connsiteY216" fmla="*/ 816905 h 1796087"/>
                <a:gd name="connsiteX217" fmla="*/ 2108460 w 2290556"/>
                <a:gd name="connsiteY217" fmla="*/ 817611 h 1796087"/>
                <a:gd name="connsiteX218" fmla="*/ 2110916 w 2290556"/>
                <a:gd name="connsiteY218" fmla="*/ 816602 h 1796087"/>
                <a:gd name="connsiteX219" fmla="*/ 2111219 w 2290556"/>
                <a:gd name="connsiteY219" fmla="*/ 814718 h 1796087"/>
                <a:gd name="connsiteX220" fmla="*/ 2112734 w 2290556"/>
                <a:gd name="connsiteY220" fmla="*/ 810951 h 1796087"/>
                <a:gd name="connsiteX221" fmla="*/ 2114417 w 2290556"/>
                <a:gd name="connsiteY221" fmla="*/ 809000 h 1796087"/>
                <a:gd name="connsiteX222" fmla="*/ 2115662 w 2290556"/>
                <a:gd name="connsiteY222" fmla="*/ 807553 h 1796087"/>
                <a:gd name="connsiteX223" fmla="*/ 2115662 w 2290556"/>
                <a:gd name="connsiteY223" fmla="*/ 803987 h 1796087"/>
                <a:gd name="connsiteX224" fmla="*/ 2115931 w 2290556"/>
                <a:gd name="connsiteY224" fmla="*/ 801094 h 1796087"/>
                <a:gd name="connsiteX225" fmla="*/ 2115224 w 2290556"/>
                <a:gd name="connsiteY225" fmla="*/ 794064 h 1796087"/>
                <a:gd name="connsiteX226" fmla="*/ 2114585 w 2290556"/>
                <a:gd name="connsiteY226" fmla="*/ 791238 h 1796087"/>
                <a:gd name="connsiteX227" fmla="*/ 2113945 w 2290556"/>
                <a:gd name="connsiteY227" fmla="*/ 787975 h 1796087"/>
                <a:gd name="connsiteX228" fmla="*/ 2111354 w 2290556"/>
                <a:gd name="connsiteY228" fmla="*/ 782963 h 1796087"/>
                <a:gd name="connsiteX229" fmla="*/ 2109469 w 2290556"/>
                <a:gd name="connsiteY229" fmla="*/ 780877 h 1796087"/>
                <a:gd name="connsiteX230" fmla="*/ 2106945 w 2290556"/>
                <a:gd name="connsiteY230" fmla="*/ 776739 h 1796087"/>
                <a:gd name="connsiteX231" fmla="*/ 2107315 w 2290556"/>
                <a:gd name="connsiteY231" fmla="*/ 772837 h 1796087"/>
                <a:gd name="connsiteX232" fmla="*/ 2108460 w 2290556"/>
                <a:gd name="connsiteY232" fmla="*/ 770449 h 1796087"/>
                <a:gd name="connsiteX233" fmla="*/ 2113104 w 2290556"/>
                <a:gd name="connsiteY233" fmla="*/ 769574 h 1796087"/>
                <a:gd name="connsiteX234" fmla="*/ 2115056 w 2290556"/>
                <a:gd name="connsiteY234" fmla="*/ 768935 h 1796087"/>
                <a:gd name="connsiteX235" fmla="*/ 2117580 w 2290556"/>
                <a:gd name="connsiteY235" fmla="*/ 768363 h 1796087"/>
                <a:gd name="connsiteX236" fmla="*/ 2122662 w 2290556"/>
                <a:gd name="connsiteY236" fmla="*/ 768800 h 1796087"/>
                <a:gd name="connsiteX237" fmla="*/ 2127373 w 2290556"/>
                <a:gd name="connsiteY237" fmla="*/ 767556 h 1796087"/>
                <a:gd name="connsiteX238" fmla="*/ 2129494 w 2290556"/>
                <a:gd name="connsiteY238" fmla="*/ 767186 h 1796087"/>
                <a:gd name="connsiteX239" fmla="*/ 2131749 w 2290556"/>
                <a:gd name="connsiteY239" fmla="*/ 765806 h 1796087"/>
                <a:gd name="connsiteX240" fmla="*/ 2133128 w 2290556"/>
                <a:gd name="connsiteY240" fmla="*/ 764427 h 1796087"/>
                <a:gd name="connsiteX241" fmla="*/ 2133128 w 2290556"/>
                <a:gd name="connsiteY241" fmla="*/ 761803 h 1796087"/>
                <a:gd name="connsiteX242" fmla="*/ 2133128 w 2290556"/>
                <a:gd name="connsiteY242" fmla="*/ 759718 h 1796087"/>
                <a:gd name="connsiteX243" fmla="*/ 2133701 w 2290556"/>
                <a:gd name="connsiteY243" fmla="*/ 754873 h 1796087"/>
                <a:gd name="connsiteX244" fmla="*/ 2133128 w 2290556"/>
                <a:gd name="connsiteY244" fmla="*/ 753629 h 1796087"/>
                <a:gd name="connsiteX245" fmla="*/ 2133128 w 2290556"/>
                <a:gd name="connsiteY245" fmla="*/ 750500 h 1796087"/>
                <a:gd name="connsiteX246" fmla="*/ 2133734 w 2290556"/>
                <a:gd name="connsiteY246" fmla="*/ 748112 h 1796087"/>
                <a:gd name="connsiteX247" fmla="*/ 2133398 w 2290556"/>
                <a:gd name="connsiteY247" fmla="*/ 744041 h 1796087"/>
                <a:gd name="connsiteX248" fmla="*/ 2130806 w 2290556"/>
                <a:gd name="connsiteY248" fmla="*/ 740408 h 1796087"/>
                <a:gd name="connsiteX249" fmla="*/ 2128046 w 2290556"/>
                <a:gd name="connsiteY249" fmla="*/ 734757 h 1796087"/>
                <a:gd name="connsiteX250" fmla="*/ 2127037 w 2290556"/>
                <a:gd name="connsiteY250" fmla="*/ 733209 h 1796087"/>
                <a:gd name="connsiteX251" fmla="*/ 2123570 w 2290556"/>
                <a:gd name="connsiteY251" fmla="*/ 729139 h 1796087"/>
                <a:gd name="connsiteX252" fmla="*/ 2122426 w 2290556"/>
                <a:gd name="connsiteY252" fmla="*/ 726246 h 1796087"/>
                <a:gd name="connsiteX253" fmla="*/ 2121989 w 2290556"/>
                <a:gd name="connsiteY253" fmla="*/ 720023 h 1796087"/>
                <a:gd name="connsiteX254" fmla="*/ 2121686 w 2290556"/>
                <a:gd name="connsiteY254" fmla="*/ 716390 h 1796087"/>
                <a:gd name="connsiteX255" fmla="*/ 2122258 w 2290556"/>
                <a:gd name="connsiteY255" fmla="*/ 712925 h 1796087"/>
                <a:gd name="connsiteX256" fmla="*/ 2124143 w 2290556"/>
                <a:gd name="connsiteY256" fmla="*/ 709292 h 1796087"/>
                <a:gd name="connsiteX257" fmla="*/ 2127912 w 2290556"/>
                <a:gd name="connsiteY257" fmla="*/ 708283 h 1796087"/>
                <a:gd name="connsiteX258" fmla="*/ 2131244 w 2290556"/>
                <a:gd name="connsiteY258" fmla="*/ 707408 h 1796087"/>
                <a:gd name="connsiteX259" fmla="*/ 2134710 w 2290556"/>
                <a:gd name="connsiteY259" fmla="*/ 705221 h 1796087"/>
                <a:gd name="connsiteX260" fmla="*/ 2138480 w 2290556"/>
                <a:gd name="connsiteY260" fmla="*/ 707542 h 1796087"/>
                <a:gd name="connsiteX261" fmla="*/ 2140802 w 2290556"/>
                <a:gd name="connsiteY261" fmla="*/ 709998 h 1796087"/>
                <a:gd name="connsiteX262" fmla="*/ 2142383 w 2290556"/>
                <a:gd name="connsiteY262" fmla="*/ 709123 h 1796087"/>
                <a:gd name="connsiteX263" fmla="*/ 2143258 w 2290556"/>
                <a:gd name="connsiteY263" fmla="*/ 706230 h 1796087"/>
                <a:gd name="connsiteX264" fmla="*/ 2145446 w 2290556"/>
                <a:gd name="connsiteY264" fmla="*/ 703909 h 1796087"/>
                <a:gd name="connsiteX265" fmla="*/ 2147634 w 2290556"/>
                <a:gd name="connsiteY265" fmla="*/ 702160 h 1796087"/>
                <a:gd name="connsiteX266" fmla="*/ 2149518 w 2290556"/>
                <a:gd name="connsiteY266" fmla="*/ 700142 h 1796087"/>
                <a:gd name="connsiteX267" fmla="*/ 2152715 w 2290556"/>
                <a:gd name="connsiteY267" fmla="*/ 698695 h 1796087"/>
                <a:gd name="connsiteX268" fmla="*/ 2154600 w 2290556"/>
                <a:gd name="connsiteY268" fmla="*/ 697686 h 1796087"/>
                <a:gd name="connsiteX269" fmla="*/ 2156047 w 2290556"/>
                <a:gd name="connsiteY269" fmla="*/ 697114 h 1796087"/>
                <a:gd name="connsiteX270" fmla="*/ 2159817 w 2290556"/>
                <a:gd name="connsiteY270" fmla="*/ 696677 h 1796087"/>
                <a:gd name="connsiteX271" fmla="*/ 2160961 w 2290556"/>
                <a:gd name="connsiteY271" fmla="*/ 696105 h 1796087"/>
                <a:gd name="connsiteX272" fmla="*/ 2163586 w 2290556"/>
                <a:gd name="connsiteY272" fmla="*/ 692909 h 1796087"/>
                <a:gd name="connsiteX273" fmla="*/ 2166615 w 2290556"/>
                <a:gd name="connsiteY273" fmla="*/ 690588 h 1796087"/>
                <a:gd name="connsiteX274" fmla="*/ 2167355 w 2290556"/>
                <a:gd name="connsiteY274" fmla="*/ 689142 h 1796087"/>
                <a:gd name="connsiteX275" fmla="*/ 2167490 w 2290556"/>
                <a:gd name="connsiteY275" fmla="*/ 687560 h 1796087"/>
                <a:gd name="connsiteX276" fmla="*/ 2166918 w 2290556"/>
                <a:gd name="connsiteY276" fmla="*/ 685374 h 1796087"/>
                <a:gd name="connsiteX277" fmla="*/ 2166043 w 2290556"/>
                <a:gd name="connsiteY277" fmla="*/ 684802 h 1796087"/>
                <a:gd name="connsiteX278" fmla="*/ 2167052 w 2290556"/>
                <a:gd name="connsiteY278" fmla="*/ 681472 h 1796087"/>
                <a:gd name="connsiteX279" fmla="*/ 2168062 w 2290556"/>
                <a:gd name="connsiteY279" fmla="*/ 678579 h 1796087"/>
                <a:gd name="connsiteX280" fmla="*/ 2167759 w 2290556"/>
                <a:gd name="connsiteY280" fmla="*/ 674946 h 1796087"/>
                <a:gd name="connsiteX281" fmla="*/ 2165302 w 2290556"/>
                <a:gd name="connsiteY281" fmla="*/ 673062 h 1796087"/>
                <a:gd name="connsiteX282" fmla="*/ 2162846 w 2290556"/>
                <a:gd name="connsiteY282" fmla="*/ 674811 h 1796087"/>
                <a:gd name="connsiteX283" fmla="*/ 2162542 w 2290556"/>
                <a:gd name="connsiteY283" fmla="*/ 677704 h 1796087"/>
                <a:gd name="connsiteX284" fmla="*/ 2161668 w 2290556"/>
                <a:gd name="connsiteY284" fmla="*/ 680900 h 1796087"/>
                <a:gd name="connsiteX285" fmla="*/ 2158908 w 2290556"/>
                <a:gd name="connsiteY285" fmla="*/ 682044 h 1796087"/>
                <a:gd name="connsiteX286" fmla="*/ 2154398 w 2290556"/>
                <a:gd name="connsiteY286" fmla="*/ 679285 h 1796087"/>
                <a:gd name="connsiteX287" fmla="*/ 2154701 w 2290556"/>
                <a:gd name="connsiteY287" fmla="*/ 676527 h 1796087"/>
                <a:gd name="connsiteX288" fmla="*/ 2155711 w 2290556"/>
                <a:gd name="connsiteY288" fmla="*/ 673634 h 1796087"/>
                <a:gd name="connsiteX289" fmla="*/ 2155711 w 2290556"/>
                <a:gd name="connsiteY289" fmla="*/ 667982 h 1796087"/>
                <a:gd name="connsiteX290" fmla="*/ 2152951 w 2290556"/>
                <a:gd name="connsiteY290" fmla="*/ 666401 h 1796087"/>
                <a:gd name="connsiteX291" fmla="*/ 2150763 w 2290556"/>
                <a:gd name="connsiteY291" fmla="*/ 665829 h 1796087"/>
                <a:gd name="connsiteX292" fmla="*/ 2148004 w 2290556"/>
                <a:gd name="connsiteY292" fmla="*/ 665257 h 1796087"/>
                <a:gd name="connsiteX293" fmla="*/ 2145110 w 2290556"/>
                <a:gd name="connsiteY293" fmla="*/ 665123 h 1796087"/>
                <a:gd name="connsiteX294" fmla="*/ 2142922 w 2290556"/>
                <a:gd name="connsiteY294" fmla="*/ 666704 h 1796087"/>
                <a:gd name="connsiteX295" fmla="*/ 2142619 w 2290556"/>
                <a:gd name="connsiteY295" fmla="*/ 668722 h 1796087"/>
                <a:gd name="connsiteX296" fmla="*/ 2146388 w 2290556"/>
                <a:gd name="connsiteY296" fmla="*/ 672187 h 1796087"/>
                <a:gd name="connsiteX297" fmla="*/ 2147095 w 2290556"/>
                <a:gd name="connsiteY297" fmla="*/ 672490 h 1796087"/>
                <a:gd name="connsiteX298" fmla="*/ 2146086 w 2290556"/>
                <a:gd name="connsiteY298" fmla="*/ 675820 h 1796087"/>
                <a:gd name="connsiteX299" fmla="*/ 2144941 w 2290556"/>
                <a:gd name="connsiteY299" fmla="*/ 678713 h 1796087"/>
                <a:gd name="connsiteX300" fmla="*/ 2143932 w 2290556"/>
                <a:gd name="connsiteY300" fmla="*/ 679588 h 1796087"/>
                <a:gd name="connsiteX301" fmla="*/ 2140869 w 2290556"/>
                <a:gd name="connsiteY301" fmla="*/ 679722 h 1796087"/>
                <a:gd name="connsiteX302" fmla="*/ 2137672 w 2290556"/>
                <a:gd name="connsiteY302" fmla="*/ 679722 h 1796087"/>
                <a:gd name="connsiteX303" fmla="*/ 2134912 w 2290556"/>
                <a:gd name="connsiteY303" fmla="*/ 680093 h 1796087"/>
                <a:gd name="connsiteX304" fmla="*/ 2133028 w 2290556"/>
                <a:gd name="connsiteY304" fmla="*/ 682346 h 1796087"/>
                <a:gd name="connsiteX305" fmla="*/ 2133028 w 2290556"/>
                <a:gd name="connsiteY305" fmla="*/ 685677 h 1796087"/>
                <a:gd name="connsiteX306" fmla="*/ 2134475 w 2290556"/>
                <a:gd name="connsiteY306" fmla="*/ 689579 h 1796087"/>
                <a:gd name="connsiteX307" fmla="*/ 2131849 w 2290556"/>
                <a:gd name="connsiteY307" fmla="*/ 692606 h 1796087"/>
                <a:gd name="connsiteX308" fmla="*/ 2131547 w 2290556"/>
                <a:gd name="connsiteY308" fmla="*/ 694793 h 1796087"/>
                <a:gd name="connsiteX309" fmla="*/ 2127205 w 2290556"/>
                <a:gd name="connsiteY309" fmla="*/ 695365 h 1796087"/>
                <a:gd name="connsiteX310" fmla="*/ 2124580 w 2290556"/>
                <a:gd name="connsiteY310" fmla="*/ 695668 h 1796087"/>
                <a:gd name="connsiteX311" fmla="*/ 2117782 w 2290556"/>
                <a:gd name="connsiteY311" fmla="*/ 695970 h 1796087"/>
                <a:gd name="connsiteX312" fmla="*/ 2114753 w 2290556"/>
                <a:gd name="connsiteY312" fmla="*/ 694827 h 1796087"/>
                <a:gd name="connsiteX313" fmla="*/ 2113440 w 2290556"/>
                <a:gd name="connsiteY313" fmla="*/ 693246 h 1796087"/>
                <a:gd name="connsiteX314" fmla="*/ 2113138 w 2290556"/>
                <a:gd name="connsiteY314" fmla="*/ 690790 h 1796087"/>
                <a:gd name="connsiteX315" fmla="*/ 2111825 w 2290556"/>
                <a:gd name="connsiteY315" fmla="*/ 687762 h 1796087"/>
                <a:gd name="connsiteX316" fmla="*/ 2110815 w 2290556"/>
                <a:gd name="connsiteY316" fmla="*/ 686316 h 1796087"/>
                <a:gd name="connsiteX317" fmla="*/ 2108359 w 2290556"/>
                <a:gd name="connsiteY317" fmla="*/ 685307 h 1796087"/>
                <a:gd name="connsiteX318" fmla="*/ 2108493 w 2290556"/>
                <a:gd name="connsiteY318" fmla="*/ 683423 h 1796087"/>
                <a:gd name="connsiteX319" fmla="*/ 2108931 w 2290556"/>
                <a:gd name="connsiteY319" fmla="*/ 680530 h 1796087"/>
                <a:gd name="connsiteX320" fmla="*/ 2107921 w 2290556"/>
                <a:gd name="connsiteY320" fmla="*/ 678343 h 1796087"/>
                <a:gd name="connsiteX321" fmla="*/ 2106912 w 2290556"/>
                <a:gd name="connsiteY321" fmla="*/ 678041 h 1796087"/>
                <a:gd name="connsiteX322" fmla="*/ 2105599 w 2290556"/>
                <a:gd name="connsiteY322" fmla="*/ 678612 h 1796087"/>
                <a:gd name="connsiteX323" fmla="*/ 2098363 w 2290556"/>
                <a:gd name="connsiteY323" fmla="*/ 678478 h 1796087"/>
                <a:gd name="connsiteX324" fmla="*/ 2096344 w 2290556"/>
                <a:gd name="connsiteY324" fmla="*/ 675147 h 1796087"/>
                <a:gd name="connsiteX325" fmla="*/ 2097219 w 2290556"/>
                <a:gd name="connsiteY325" fmla="*/ 671245 h 1796087"/>
                <a:gd name="connsiteX326" fmla="*/ 2098969 w 2290556"/>
                <a:gd name="connsiteY326" fmla="*/ 668352 h 1796087"/>
                <a:gd name="connsiteX327" fmla="*/ 2100988 w 2290556"/>
                <a:gd name="connsiteY327" fmla="*/ 666906 h 1796087"/>
                <a:gd name="connsiteX328" fmla="*/ 2104758 w 2290556"/>
                <a:gd name="connsiteY328" fmla="*/ 663273 h 1796087"/>
                <a:gd name="connsiteX329" fmla="*/ 2101426 w 2290556"/>
                <a:gd name="connsiteY329" fmla="*/ 661086 h 1796087"/>
                <a:gd name="connsiteX330" fmla="*/ 2094628 w 2290556"/>
                <a:gd name="connsiteY330" fmla="*/ 660649 h 1796087"/>
                <a:gd name="connsiteX331" fmla="*/ 2092474 w 2290556"/>
                <a:gd name="connsiteY331" fmla="*/ 658328 h 1796087"/>
                <a:gd name="connsiteX332" fmla="*/ 2088570 w 2290556"/>
                <a:gd name="connsiteY332" fmla="*/ 657016 h 1796087"/>
                <a:gd name="connsiteX333" fmla="*/ 2083219 w 2290556"/>
                <a:gd name="connsiteY333" fmla="*/ 657318 h 1796087"/>
                <a:gd name="connsiteX334" fmla="*/ 2076387 w 2290556"/>
                <a:gd name="connsiteY334" fmla="*/ 654997 h 1796087"/>
                <a:gd name="connsiteX335" fmla="*/ 2074502 w 2290556"/>
                <a:gd name="connsiteY335" fmla="*/ 652542 h 1796087"/>
                <a:gd name="connsiteX336" fmla="*/ 2067839 w 2290556"/>
                <a:gd name="connsiteY336" fmla="*/ 646318 h 1796087"/>
                <a:gd name="connsiteX337" fmla="*/ 2066526 w 2290556"/>
                <a:gd name="connsiteY337" fmla="*/ 643291 h 1796087"/>
                <a:gd name="connsiteX338" fmla="*/ 2065516 w 2290556"/>
                <a:gd name="connsiteY338" fmla="*/ 640263 h 1796087"/>
                <a:gd name="connsiteX339" fmla="*/ 2065651 w 2290556"/>
                <a:gd name="connsiteY339" fmla="*/ 636496 h 1796087"/>
                <a:gd name="connsiteX340" fmla="*/ 2066795 w 2290556"/>
                <a:gd name="connsiteY340" fmla="*/ 632593 h 1796087"/>
                <a:gd name="connsiteX341" fmla="*/ 2066930 w 2290556"/>
                <a:gd name="connsiteY341" fmla="*/ 631853 h 1796087"/>
                <a:gd name="connsiteX342" fmla="*/ 2068680 w 2290556"/>
                <a:gd name="connsiteY342" fmla="*/ 627514 h 1796087"/>
                <a:gd name="connsiteX343" fmla="*/ 2069824 w 2290556"/>
                <a:gd name="connsiteY343" fmla="*/ 622737 h 1796087"/>
                <a:gd name="connsiteX344" fmla="*/ 2069387 w 2290556"/>
                <a:gd name="connsiteY344" fmla="*/ 619272 h 1796087"/>
                <a:gd name="connsiteX345" fmla="*/ 2069959 w 2290556"/>
                <a:gd name="connsiteY345" fmla="*/ 614933 h 1796087"/>
                <a:gd name="connsiteX346" fmla="*/ 2074603 w 2290556"/>
                <a:gd name="connsiteY346" fmla="*/ 613049 h 1796087"/>
                <a:gd name="connsiteX347" fmla="*/ 2080829 w 2290556"/>
                <a:gd name="connsiteY347" fmla="*/ 607835 h 1796087"/>
                <a:gd name="connsiteX348" fmla="*/ 2084295 w 2290556"/>
                <a:gd name="connsiteY348" fmla="*/ 604201 h 1796087"/>
                <a:gd name="connsiteX349" fmla="*/ 2089377 w 2290556"/>
                <a:gd name="connsiteY349" fmla="*/ 600131 h 1796087"/>
                <a:gd name="connsiteX350" fmla="*/ 2095166 w 2290556"/>
                <a:gd name="connsiteY350" fmla="*/ 595220 h 1796087"/>
                <a:gd name="connsiteX351" fmla="*/ 2099373 w 2290556"/>
                <a:gd name="connsiteY351" fmla="*/ 592024 h 1796087"/>
                <a:gd name="connsiteX352" fmla="*/ 2102267 w 2290556"/>
                <a:gd name="connsiteY352" fmla="*/ 589266 h 1796087"/>
                <a:gd name="connsiteX353" fmla="*/ 2105296 w 2290556"/>
                <a:gd name="connsiteY353" fmla="*/ 587079 h 1796087"/>
                <a:gd name="connsiteX354" fmla="*/ 2109200 w 2290556"/>
                <a:gd name="connsiteY354" fmla="*/ 584489 h 1796087"/>
                <a:gd name="connsiteX355" fmla="*/ 2111825 w 2290556"/>
                <a:gd name="connsiteY355" fmla="*/ 580856 h 1796087"/>
                <a:gd name="connsiteX356" fmla="*/ 2115292 w 2290556"/>
                <a:gd name="connsiteY356" fmla="*/ 578972 h 1796087"/>
                <a:gd name="connsiteX357" fmla="*/ 2118489 w 2290556"/>
                <a:gd name="connsiteY357" fmla="*/ 579544 h 1796087"/>
                <a:gd name="connsiteX358" fmla="*/ 2121080 w 2290556"/>
                <a:gd name="connsiteY358" fmla="*/ 579241 h 1796087"/>
                <a:gd name="connsiteX359" fmla="*/ 2123672 w 2290556"/>
                <a:gd name="connsiteY359" fmla="*/ 577357 h 1796087"/>
                <a:gd name="connsiteX360" fmla="*/ 2124244 w 2290556"/>
                <a:gd name="connsiteY360" fmla="*/ 574901 h 1796087"/>
                <a:gd name="connsiteX361" fmla="*/ 2124681 w 2290556"/>
                <a:gd name="connsiteY361" fmla="*/ 571436 h 1796087"/>
                <a:gd name="connsiteX362" fmla="*/ 2124950 w 2290556"/>
                <a:gd name="connsiteY362" fmla="*/ 570696 h 1796087"/>
                <a:gd name="connsiteX363" fmla="*/ 2126263 w 2290556"/>
                <a:gd name="connsiteY363" fmla="*/ 567063 h 1796087"/>
                <a:gd name="connsiteX364" fmla="*/ 2126835 w 2290556"/>
                <a:gd name="connsiteY364" fmla="*/ 564170 h 1796087"/>
                <a:gd name="connsiteX365" fmla="*/ 2127542 w 2290556"/>
                <a:gd name="connsiteY365" fmla="*/ 562724 h 1796087"/>
                <a:gd name="connsiteX366" fmla="*/ 2128417 w 2290556"/>
                <a:gd name="connsiteY366" fmla="*/ 559528 h 1796087"/>
                <a:gd name="connsiteX367" fmla="*/ 2130167 w 2290556"/>
                <a:gd name="connsiteY367" fmla="*/ 557779 h 1796087"/>
                <a:gd name="connsiteX368" fmla="*/ 2134508 w 2290556"/>
                <a:gd name="connsiteY368" fmla="*/ 555895 h 1796087"/>
                <a:gd name="connsiteX369" fmla="*/ 2137268 w 2290556"/>
                <a:gd name="connsiteY369" fmla="*/ 554886 h 1796087"/>
                <a:gd name="connsiteX370" fmla="*/ 2139287 w 2290556"/>
                <a:gd name="connsiteY370" fmla="*/ 554011 h 1796087"/>
                <a:gd name="connsiteX371" fmla="*/ 2142316 w 2290556"/>
                <a:gd name="connsiteY371" fmla="*/ 551993 h 1796087"/>
                <a:gd name="connsiteX372" fmla="*/ 2145951 w 2290556"/>
                <a:gd name="connsiteY372" fmla="*/ 548797 h 1796087"/>
                <a:gd name="connsiteX373" fmla="*/ 2149283 w 2290556"/>
                <a:gd name="connsiteY373" fmla="*/ 545164 h 1796087"/>
                <a:gd name="connsiteX374" fmla="*/ 2151033 w 2290556"/>
                <a:gd name="connsiteY374" fmla="*/ 542977 h 1796087"/>
                <a:gd name="connsiteX375" fmla="*/ 2152042 w 2290556"/>
                <a:gd name="connsiteY375" fmla="*/ 541228 h 1796087"/>
                <a:gd name="connsiteX376" fmla="*/ 2154499 w 2290556"/>
                <a:gd name="connsiteY376" fmla="*/ 537023 h 1796087"/>
                <a:gd name="connsiteX377" fmla="*/ 2155643 w 2290556"/>
                <a:gd name="connsiteY377" fmla="*/ 534567 h 1796087"/>
                <a:gd name="connsiteX378" fmla="*/ 2154768 w 2290556"/>
                <a:gd name="connsiteY378" fmla="*/ 531372 h 1796087"/>
                <a:gd name="connsiteX379" fmla="*/ 2158538 w 2290556"/>
                <a:gd name="connsiteY379" fmla="*/ 526595 h 1796087"/>
                <a:gd name="connsiteX380" fmla="*/ 2160692 w 2290556"/>
                <a:gd name="connsiteY380" fmla="*/ 523567 h 1796087"/>
                <a:gd name="connsiteX381" fmla="*/ 2162879 w 2290556"/>
                <a:gd name="connsiteY381" fmla="*/ 519497 h 1796087"/>
                <a:gd name="connsiteX382" fmla="*/ 2167658 w 2290556"/>
                <a:gd name="connsiteY382" fmla="*/ 516301 h 1796087"/>
                <a:gd name="connsiteX383" fmla="*/ 2170552 w 2290556"/>
                <a:gd name="connsiteY383" fmla="*/ 514855 h 1796087"/>
                <a:gd name="connsiteX384" fmla="*/ 2172437 w 2290556"/>
                <a:gd name="connsiteY384" fmla="*/ 512096 h 1796087"/>
                <a:gd name="connsiteX385" fmla="*/ 2173177 w 2290556"/>
                <a:gd name="connsiteY385" fmla="*/ 510952 h 1796087"/>
                <a:gd name="connsiteX386" fmla="*/ 2173750 w 2290556"/>
                <a:gd name="connsiteY386" fmla="*/ 507488 h 1796087"/>
                <a:gd name="connsiteX387" fmla="*/ 2174456 w 2290556"/>
                <a:gd name="connsiteY387" fmla="*/ 505604 h 1796087"/>
                <a:gd name="connsiteX388" fmla="*/ 2177923 w 2290556"/>
                <a:gd name="connsiteY388" fmla="*/ 503585 h 1796087"/>
                <a:gd name="connsiteX389" fmla="*/ 2180682 w 2290556"/>
                <a:gd name="connsiteY389" fmla="*/ 501836 h 1796087"/>
                <a:gd name="connsiteX390" fmla="*/ 2183576 w 2290556"/>
                <a:gd name="connsiteY390" fmla="*/ 500961 h 1796087"/>
                <a:gd name="connsiteX391" fmla="*/ 2185159 w 2290556"/>
                <a:gd name="connsiteY391" fmla="*/ 499515 h 1796087"/>
                <a:gd name="connsiteX392" fmla="*/ 2186471 w 2290556"/>
                <a:gd name="connsiteY392" fmla="*/ 496487 h 1796087"/>
                <a:gd name="connsiteX393" fmla="*/ 2186909 w 2290556"/>
                <a:gd name="connsiteY393" fmla="*/ 495175 h 1796087"/>
                <a:gd name="connsiteX394" fmla="*/ 2185461 w 2290556"/>
                <a:gd name="connsiteY394" fmla="*/ 491845 h 1796087"/>
                <a:gd name="connsiteX395" fmla="*/ 2185596 w 2290556"/>
                <a:gd name="connsiteY395" fmla="*/ 488380 h 1796087"/>
                <a:gd name="connsiteX396" fmla="*/ 2187043 w 2290556"/>
                <a:gd name="connsiteY396" fmla="*/ 485184 h 1796087"/>
                <a:gd name="connsiteX397" fmla="*/ 2189634 w 2290556"/>
                <a:gd name="connsiteY397" fmla="*/ 482426 h 1796087"/>
                <a:gd name="connsiteX398" fmla="*/ 2193404 w 2290556"/>
                <a:gd name="connsiteY398" fmla="*/ 486934 h 1796087"/>
                <a:gd name="connsiteX399" fmla="*/ 2195423 w 2290556"/>
                <a:gd name="connsiteY399" fmla="*/ 489961 h 1796087"/>
                <a:gd name="connsiteX400" fmla="*/ 2197745 w 2290556"/>
                <a:gd name="connsiteY400" fmla="*/ 491711 h 1796087"/>
                <a:gd name="connsiteX401" fmla="*/ 2198183 w 2290556"/>
                <a:gd name="connsiteY401" fmla="*/ 495344 h 1796087"/>
                <a:gd name="connsiteX402" fmla="*/ 2197611 w 2290556"/>
                <a:gd name="connsiteY402" fmla="*/ 498405 h 1796087"/>
                <a:gd name="connsiteX403" fmla="*/ 2197173 w 2290556"/>
                <a:gd name="connsiteY403" fmla="*/ 499986 h 1796087"/>
                <a:gd name="connsiteX404" fmla="*/ 2196736 w 2290556"/>
                <a:gd name="connsiteY404" fmla="*/ 501870 h 1796087"/>
                <a:gd name="connsiteX405" fmla="*/ 2197005 w 2290556"/>
                <a:gd name="connsiteY405" fmla="*/ 503451 h 1796087"/>
                <a:gd name="connsiteX406" fmla="*/ 2197139 w 2290556"/>
                <a:gd name="connsiteY406" fmla="*/ 507218 h 1796087"/>
                <a:gd name="connsiteX407" fmla="*/ 2197712 w 2290556"/>
                <a:gd name="connsiteY407" fmla="*/ 508530 h 1796087"/>
                <a:gd name="connsiteX408" fmla="*/ 2200337 w 2290556"/>
                <a:gd name="connsiteY408" fmla="*/ 511423 h 1796087"/>
                <a:gd name="connsiteX409" fmla="*/ 2202356 w 2290556"/>
                <a:gd name="connsiteY409" fmla="*/ 514182 h 1796087"/>
                <a:gd name="connsiteX410" fmla="*/ 2205250 w 2290556"/>
                <a:gd name="connsiteY410" fmla="*/ 516637 h 1796087"/>
                <a:gd name="connsiteX411" fmla="*/ 2207707 w 2290556"/>
                <a:gd name="connsiteY411" fmla="*/ 517344 h 1796087"/>
                <a:gd name="connsiteX412" fmla="*/ 2209289 w 2290556"/>
                <a:gd name="connsiteY412" fmla="*/ 518521 h 1796087"/>
                <a:gd name="connsiteX413" fmla="*/ 2211173 w 2290556"/>
                <a:gd name="connsiteY413" fmla="*/ 519833 h 1796087"/>
                <a:gd name="connsiteX414" fmla="*/ 2211039 w 2290556"/>
                <a:gd name="connsiteY414" fmla="*/ 522861 h 1796087"/>
                <a:gd name="connsiteX415" fmla="*/ 2210029 w 2290556"/>
                <a:gd name="connsiteY415" fmla="*/ 524005 h 1796087"/>
                <a:gd name="connsiteX416" fmla="*/ 2210164 w 2290556"/>
                <a:gd name="connsiteY416" fmla="*/ 525888 h 1796087"/>
                <a:gd name="connsiteX417" fmla="*/ 2211039 w 2290556"/>
                <a:gd name="connsiteY417" fmla="*/ 527907 h 1796087"/>
                <a:gd name="connsiteX418" fmla="*/ 2212183 w 2290556"/>
                <a:gd name="connsiteY418" fmla="*/ 530800 h 1796087"/>
                <a:gd name="connsiteX419" fmla="*/ 2213765 w 2290556"/>
                <a:gd name="connsiteY419" fmla="*/ 533827 h 1796087"/>
                <a:gd name="connsiteX420" fmla="*/ 2215078 w 2290556"/>
                <a:gd name="connsiteY420" fmla="*/ 536283 h 1796087"/>
                <a:gd name="connsiteX421" fmla="*/ 2217972 w 2290556"/>
                <a:gd name="connsiteY421" fmla="*/ 537595 h 1796087"/>
                <a:gd name="connsiteX422" fmla="*/ 2218678 w 2290556"/>
                <a:gd name="connsiteY422" fmla="*/ 534399 h 1796087"/>
                <a:gd name="connsiteX423" fmla="*/ 2218544 w 2290556"/>
                <a:gd name="connsiteY423" fmla="*/ 530497 h 1796087"/>
                <a:gd name="connsiteX424" fmla="*/ 2218544 w 2290556"/>
                <a:gd name="connsiteY424" fmla="*/ 526729 h 1796087"/>
                <a:gd name="connsiteX425" fmla="*/ 2218981 w 2290556"/>
                <a:gd name="connsiteY425" fmla="*/ 522962 h 1796087"/>
                <a:gd name="connsiteX426" fmla="*/ 2217972 w 2290556"/>
                <a:gd name="connsiteY426" fmla="*/ 520203 h 1796087"/>
                <a:gd name="connsiteX427" fmla="*/ 2215953 w 2290556"/>
                <a:gd name="connsiteY427" fmla="*/ 516570 h 1796087"/>
                <a:gd name="connsiteX428" fmla="*/ 2215818 w 2290556"/>
                <a:gd name="connsiteY428" fmla="*/ 513240 h 1796087"/>
                <a:gd name="connsiteX429" fmla="*/ 2218847 w 2290556"/>
                <a:gd name="connsiteY429" fmla="*/ 511491 h 1796087"/>
                <a:gd name="connsiteX430" fmla="*/ 2219991 w 2290556"/>
                <a:gd name="connsiteY430" fmla="*/ 508732 h 1796087"/>
                <a:gd name="connsiteX431" fmla="*/ 2216659 w 2290556"/>
                <a:gd name="connsiteY431" fmla="*/ 508026 h 1796087"/>
                <a:gd name="connsiteX432" fmla="*/ 2215044 w 2290556"/>
                <a:gd name="connsiteY432" fmla="*/ 505267 h 1796087"/>
                <a:gd name="connsiteX433" fmla="*/ 2213899 w 2290556"/>
                <a:gd name="connsiteY433" fmla="*/ 500760 h 1796087"/>
                <a:gd name="connsiteX434" fmla="*/ 2212318 w 2290556"/>
                <a:gd name="connsiteY434" fmla="*/ 497867 h 1796087"/>
                <a:gd name="connsiteX435" fmla="*/ 2212587 w 2290556"/>
                <a:gd name="connsiteY435" fmla="*/ 490466 h 1796087"/>
                <a:gd name="connsiteX436" fmla="*/ 2213024 w 2290556"/>
                <a:gd name="connsiteY436" fmla="*/ 488279 h 1796087"/>
                <a:gd name="connsiteX437" fmla="*/ 2212721 w 2290556"/>
                <a:gd name="connsiteY437" fmla="*/ 485252 h 1796087"/>
                <a:gd name="connsiteX438" fmla="*/ 2212284 w 2290556"/>
                <a:gd name="connsiteY438" fmla="*/ 482628 h 1796087"/>
                <a:gd name="connsiteX439" fmla="*/ 2212419 w 2290556"/>
                <a:gd name="connsiteY439" fmla="*/ 480744 h 1796087"/>
                <a:gd name="connsiteX440" fmla="*/ 2215313 w 2290556"/>
                <a:gd name="connsiteY440" fmla="*/ 476842 h 1796087"/>
                <a:gd name="connsiteX441" fmla="*/ 2217501 w 2290556"/>
                <a:gd name="connsiteY441" fmla="*/ 475530 h 1796087"/>
                <a:gd name="connsiteX442" fmla="*/ 2218376 w 2290556"/>
                <a:gd name="connsiteY442" fmla="*/ 468129 h 1796087"/>
                <a:gd name="connsiteX443" fmla="*/ 2217198 w 2290556"/>
                <a:gd name="connsiteY443" fmla="*/ 462040 h 1796087"/>
                <a:gd name="connsiteX444" fmla="*/ 2216323 w 2290556"/>
                <a:gd name="connsiteY444" fmla="*/ 457398 h 1796087"/>
                <a:gd name="connsiteX445" fmla="*/ 2216625 w 2290556"/>
                <a:gd name="connsiteY445" fmla="*/ 453193 h 1796087"/>
                <a:gd name="connsiteX446" fmla="*/ 2217198 w 2290556"/>
                <a:gd name="connsiteY446" fmla="*/ 447676 h 1796087"/>
                <a:gd name="connsiteX447" fmla="*/ 2217635 w 2290556"/>
                <a:gd name="connsiteY447" fmla="*/ 445221 h 1796087"/>
                <a:gd name="connsiteX448" fmla="*/ 2219654 w 2290556"/>
                <a:gd name="connsiteY448" fmla="*/ 442630 h 1796087"/>
                <a:gd name="connsiteX449" fmla="*/ 2222986 w 2290556"/>
                <a:gd name="connsiteY449" fmla="*/ 440309 h 1796087"/>
                <a:gd name="connsiteX450" fmla="*/ 2223558 w 2290556"/>
                <a:gd name="connsiteY450" fmla="*/ 439300 h 1796087"/>
                <a:gd name="connsiteX451" fmla="*/ 2224299 w 2290556"/>
                <a:gd name="connsiteY451" fmla="*/ 436104 h 1796087"/>
                <a:gd name="connsiteX452" fmla="*/ 2225443 w 2290556"/>
                <a:gd name="connsiteY452" fmla="*/ 433077 h 1796087"/>
                <a:gd name="connsiteX453" fmla="*/ 2226318 w 2290556"/>
                <a:gd name="connsiteY453" fmla="*/ 429612 h 1796087"/>
                <a:gd name="connsiteX454" fmla="*/ 2225005 w 2290556"/>
                <a:gd name="connsiteY454" fmla="*/ 426281 h 1796087"/>
                <a:gd name="connsiteX455" fmla="*/ 2222414 w 2290556"/>
                <a:gd name="connsiteY455" fmla="*/ 423086 h 1796087"/>
                <a:gd name="connsiteX456" fmla="*/ 2222414 w 2290556"/>
                <a:gd name="connsiteY456" fmla="*/ 419621 h 1796087"/>
                <a:gd name="connsiteX457" fmla="*/ 2223996 w 2290556"/>
                <a:gd name="connsiteY457" fmla="*/ 413667 h 1796087"/>
                <a:gd name="connsiteX458" fmla="*/ 2228909 w 2290556"/>
                <a:gd name="connsiteY458" fmla="*/ 410336 h 1796087"/>
                <a:gd name="connsiteX459" fmla="*/ 2233419 w 2290556"/>
                <a:gd name="connsiteY459" fmla="*/ 409024 h 1796087"/>
                <a:gd name="connsiteX460" fmla="*/ 2237491 w 2290556"/>
                <a:gd name="connsiteY460" fmla="*/ 409462 h 1796087"/>
                <a:gd name="connsiteX461" fmla="*/ 2241126 w 2290556"/>
                <a:gd name="connsiteY461" fmla="*/ 412220 h 1796087"/>
                <a:gd name="connsiteX462" fmla="*/ 2245467 w 2290556"/>
                <a:gd name="connsiteY462" fmla="*/ 414541 h 1796087"/>
                <a:gd name="connsiteX463" fmla="*/ 2249237 w 2290556"/>
                <a:gd name="connsiteY463" fmla="*/ 413969 h 1796087"/>
                <a:gd name="connsiteX464" fmla="*/ 2252266 w 2290556"/>
                <a:gd name="connsiteY464" fmla="*/ 411076 h 1796087"/>
                <a:gd name="connsiteX465" fmla="*/ 2255025 w 2290556"/>
                <a:gd name="connsiteY465" fmla="*/ 405290 h 1796087"/>
                <a:gd name="connsiteX466" fmla="*/ 2257482 w 2290556"/>
                <a:gd name="connsiteY466" fmla="*/ 399639 h 1796087"/>
                <a:gd name="connsiteX467" fmla="*/ 2255160 w 2290556"/>
                <a:gd name="connsiteY467" fmla="*/ 394122 h 1796087"/>
                <a:gd name="connsiteX468" fmla="*/ 2255597 w 2290556"/>
                <a:gd name="connsiteY468" fmla="*/ 390489 h 1796087"/>
                <a:gd name="connsiteX469" fmla="*/ 2256035 w 2290556"/>
                <a:gd name="connsiteY469" fmla="*/ 386721 h 1796087"/>
                <a:gd name="connsiteX470" fmla="*/ 2256170 w 2290556"/>
                <a:gd name="connsiteY470" fmla="*/ 383694 h 1796087"/>
                <a:gd name="connsiteX471" fmla="*/ 2254420 w 2290556"/>
                <a:gd name="connsiteY471" fmla="*/ 381103 h 1796087"/>
                <a:gd name="connsiteX472" fmla="*/ 2252973 w 2290556"/>
                <a:gd name="connsiteY472" fmla="*/ 377908 h 1796087"/>
                <a:gd name="connsiteX473" fmla="*/ 2254285 w 2290556"/>
                <a:gd name="connsiteY473" fmla="*/ 375889 h 1796087"/>
                <a:gd name="connsiteX474" fmla="*/ 2253847 w 2290556"/>
                <a:gd name="connsiteY474" fmla="*/ 374746 h 1796087"/>
                <a:gd name="connsiteX475" fmla="*/ 2252266 w 2290556"/>
                <a:gd name="connsiteY475" fmla="*/ 371415 h 1796087"/>
                <a:gd name="connsiteX476" fmla="*/ 2247487 w 2290556"/>
                <a:gd name="connsiteY476" fmla="*/ 367076 h 1796087"/>
                <a:gd name="connsiteX477" fmla="*/ 2244289 w 2290556"/>
                <a:gd name="connsiteY477" fmla="*/ 363308 h 1796087"/>
                <a:gd name="connsiteX478" fmla="*/ 2242405 w 2290556"/>
                <a:gd name="connsiteY478" fmla="*/ 358800 h 1796087"/>
                <a:gd name="connsiteX479" fmla="*/ 2243280 w 2290556"/>
                <a:gd name="connsiteY479" fmla="*/ 356345 h 1796087"/>
                <a:gd name="connsiteX480" fmla="*/ 2245467 w 2290556"/>
                <a:gd name="connsiteY480" fmla="*/ 354764 h 1796087"/>
                <a:gd name="connsiteX481" fmla="*/ 2248227 w 2290556"/>
                <a:gd name="connsiteY481" fmla="*/ 350996 h 1796087"/>
                <a:gd name="connsiteX482" fmla="*/ 2248362 w 2290556"/>
                <a:gd name="connsiteY482" fmla="*/ 348237 h 1796087"/>
                <a:gd name="connsiteX483" fmla="*/ 2245905 w 2290556"/>
                <a:gd name="connsiteY483" fmla="*/ 343898 h 1796087"/>
                <a:gd name="connsiteX484" fmla="*/ 2245333 w 2290556"/>
                <a:gd name="connsiteY484" fmla="*/ 339390 h 1796087"/>
                <a:gd name="connsiteX485" fmla="*/ 2242741 w 2290556"/>
                <a:gd name="connsiteY485" fmla="*/ 331149 h 1796087"/>
                <a:gd name="connsiteX486" fmla="*/ 2242876 w 2290556"/>
                <a:gd name="connsiteY486" fmla="*/ 326641 h 1796087"/>
                <a:gd name="connsiteX487" fmla="*/ 2244188 w 2290556"/>
                <a:gd name="connsiteY487" fmla="*/ 322167 h 1796087"/>
                <a:gd name="connsiteX488" fmla="*/ 2245636 w 2290556"/>
                <a:gd name="connsiteY488" fmla="*/ 319274 h 1796087"/>
                <a:gd name="connsiteX489" fmla="*/ 2248227 w 2290556"/>
                <a:gd name="connsiteY489" fmla="*/ 315069 h 1796087"/>
                <a:gd name="connsiteX490" fmla="*/ 2247520 w 2290556"/>
                <a:gd name="connsiteY490" fmla="*/ 311873 h 1796087"/>
                <a:gd name="connsiteX491" fmla="*/ 2246948 w 2290556"/>
                <a:gd name="connsiteY491" fmla="*/ 307399 h 1796087"/>
                <a:gd name="connsiteX492" fmla="*/ 2248092 w 2290556"/>
                <a:gd name="connsiteY492" fmla="*/ 303631 h 1796087"/>
                <a:gd name="connsiteX493" fmla="*/ 2250987 w 2290556"/>
                <a:gd name="connsiteY493" fmla="*/ 301310 h 1796087"/>
                <a:gd name="connsiteX494" fmla="*/ 2254016 w 2290556"/>
                <a:gd name="connsiteY494" fmla="*/ 297845 h 1796087"/>
                <a:gd name="connsiteX495" fmla="*/ 2256910 w 2290556"/>
                <a:gd name="connsiteY495" fmla="*/ 290478 h 1796087"/>
                <a:gd name="connsiteX496" fmla="*/ 2257650 w 2290556"/>
                <a:gd name="connsiteY496" fmla="*/ 288594 h 1796087"/>
                <a:gd name="connsiteX497" fmla="*/ 2258525 w 2290556"/>
                <a:gd name="connsiteY497" fmla="*/ 282808 h 1796087"/>
                <a:gd name="connsiteX498" fmla="*/ 2259973 w 2290556"/>
                <a:gd name="connsiteY498" fmla="*/ 276417 h 1796087"/>
                <a:gd name="connsiteX499" fmla="*/ 2259838 w 2290556"/>
                <a:gd name="connsiteY499" fmla="*/ 272515 h 1796087"/>
                <a:gd name="connsiteX500" fmla="*/ 2260578 w 2290556"/>
                <a:gd name="connsiteY500" fmla="*/ 267435 h 1796087"/>
                <a:gd name="connsiteX501" fmla="*/ 2264920 w 2290556"/>
                <a:gd name="connsiteY501" fmla="*/ 266729 h 1796087"/>
                <a:gd name="connsiteX502" fmla="*/ 2267242 w 2290556"/>
                <a:gd name="connsiteY502" fmla="*/ 265854 h 1796087"/>
                <a:gd name="connsiteX503" fmla="*/ 2272593 w 2290556"/>
                <a:gd name="connsiteY503" fmla="*/ 262961 h 1796087"/>
                <a:gd name="connsiteX504" fmla="*/ 2275218 w 2290556"/>
                <a:gd name="connsiteY504" fmla="*/ 259496 h 1796087"/>
                <a:gd name="connsiteX505" fmla="*/ 2278112 w 2290556"/>
                <a:gd name="connsiteY505" fmla="*/ 255426 h 1796087"/>
                <a:gd name="connsiteX506" fmla="*/ 2278415 w 2290556"/>
                <a:gd name="connsiteY506" fmla="*/ 248328 h 1796087"/>
                <a:gd name="connsiteX507" fmla="*/ 2277540 w 2290556"/>
                <a:gd name="connsiteY507" fmla="*/ 243416 h 1796087"/>
                <a:gd name="connsiteX508" fmla="*/ 2276968 w 2290556"/>
                <a:gd name="connsiteY508" fmla="*/ 241398 h 1796087"/>
                <a:gd name="connsiteX509" fmla="*/ 2275824 w 2290556"/>
                <a:gd name="connsiteY509" fmla="*/ 238808 h 1796087"/>
                <a:gd name="connsiteX510" fmla="*/ 2273232 w 2290556"/>
                <a:gd name="connsiteY510" fmla="*/ 235040 h 1796087"/>
                <a:gd name="connsiteX511" fmla="*/ 2271348 w 2290556"/>
                <a:gd name="connsiteY511" fmla="*/ 231272 h 1796087"/>
                <a:gd name="connsiteX512" fmla="*/ 2272660 w 2290556"/>
                <a:gd name="connsiteY512" fmla="*/ 228817 h 1796087"/>
                <a:gd name="connsiteX513" fmla="*/ 2277742 w 2290556"/>
                <a:gd name="connsiteY513" fmla="*/ 226933 h 1796087"/>
                <a:gd name="connsiteX514" fmla="*/ 2278045 w 2290556"/>
                <a:gd name="connsiteY514" fmla="*/ 225352 h 1796087"/>
                <a:gd name="connsiteX515" fmla="*/ 2279627 w 2290556"/>
                <a:gd name="connsiteY515" fmla="*/ 222593 h 1796087"/>
                <a:gd name="connsiteX516" fmla="*/ 2282252 w 2290556"/>
                <a:gd name="connsiteY516" fmla="*/ 221584 h 1796087"/>
                <a:gd name="connsiteX517" fmla="*/ 2284574 w 2290556"/>
                <a:gd name="connsiteY517" fmla="*/ 220272 h 1796087"/>
                <a:gd name="connsiteX518" fmla="*/ 2286896 w 2290556"/>
                <a:gd name="connsiteY518" fmla="*/ 218254 h 1796087"/>
                <a:gd name="connsiteX519" fmla="*/ 2288646 w 2290556"/>
                <a:gd name="connsiteY519" fmla="*/ 216067 h 1796087"/>
                <a:gd name="connsiteX520" fmla="*/ 2290531 w 2290556"/>
                <a:gd name="connsiteY520" fmla="*/ 213174 h 1796087"/>
                <a:gd name="connsiteX521" fmla="*/ 2290228 w 2290556"/>
                <a:gd name="connsiteY521" fmla="*/ 210147 h 1796087"/>
                <a:gd name="connsiteX522" fmla="*/ 2288478 w 2290556"/>
                <a:gd name="connsiteY522" fmla="*/ 207691 h 1796087"/>
                <a:gd name="connsiteX523" fmla="*/ 2287738 w 2290556"/>
                <a:gd name="connsiteY523" fmla="*/ 204798 h 1796087"/>
                <a:gd name="connsiteX524" fmla="*/ 2288310 w 2290556"/>
                <a:gd name="connsiteY524" fmla="*/ 201905 h 1796087"/>
                <a:gd name="connsiteX525" fmla="*/ 2289622 w 2290556"/>
                <a:gd name="connsiteY525" fmla="*/ 199719 h 1796087"/>
                <a:gd name="connsiteX526" fmla="*/ 2289622 w 2290556"/>
                <a:gd name="connsiteY526" fmla="*/ 196826 h 1796087"/>
                <a:gd name="connsiteX527" fmla="*/ 2287738 w 2290556"/>
                <a:gd name="connsiteY527" fmla="*/ 194807 h 1796087"/>
                <a:gd name="connsiteX528" fmla="*/ 2285988 w 2290556"/>
                <a:gd name="connsiteY528" fmla="*/ 193226 h 1796087"/>
                <a:gd name="connsiteX529" fmla="*/ 2283968 w 2290556"/>
                <a:gd name="connsiteY529" fmla="*/ 193529 h 1796087"/>
                <a:gd name="connsiteX530" fmla="*/ 2281646 w 2290556"/>
                <a:gd name="connsiteY530" fmla="*/ 194101 h 1796087"/>
                <a:gd name="connsiteX531" fmla="*/ 2278180 w 2290556"/>
                <a:gd name="connsiteY531" fmla="*/ 194673 h 1796087"/>
                <a:gd name="connsiteX532" fmla="*/ 2276733 w 2290556"/>
                <a:gd name="connsiteY532" fmla="*/ 192654 h 1796087"/>
                <a:gd name="connsiteX533" fmla="*/ 2275992 w 2290556"/>
                <a:gd name="connsiteY533" fmla="*/ 189627 h 1796087"/>
                <a:gd name="connsiteX534" fmla="*/ 2273536 w 2290556"/>
                <a:gd name="connsiteY534" fmla="*/ 186734 h 1796087"/>
                <a:gd name="connsiteX535" fmla="*/ 2270338 w 2290556"/>
                <a:gd name="connsiteY535" fmla="*/ 186162 h 1796087"/>
                <a:gd name="connsiteX536" fmla="*/ 2268150 w 2290556"/>
                <a:gd name="connsiteY536" fmla="*/ 186027 h 1796087"/>
                <a:gd name="connsiteX537" fmla="*/ 2266401 w 2290556"/>
                <a:gd name="connsiteY537" fmla="*/ 184009 h 1796087"/>
                <a:gd name="connsiteX538" fmla="*/ 2266704 w 2290556"/>
                <a:gd name="connsiteY538" fmla="*/ 181822 h 1796087"/>
                <a:gd name="connsiteX539" fmla="*/ 2266704 w 2290556"/>
                <a:gd name="connsiteY539" fmla="*/ 178626 h 1796087"/>
                <a:gd name="connsiteX540" fmla="*/ 2265324 w 2290556"/>
                <a:gd name="connsiteY540" fmla="*/ 177045 h 1796087"/>
                <a:gd name="connsiteX541" fmla="*/ 2263237 w 2290556"/>
                <a:gd name="connsiteY541" fmla="*/ 174018 h 1796087"/>
                <a:gd name="connsiteX542" fmla="*/ 2259468 w 2290556"/>
                <a:gd name="connsiteY542" fmla="*/ 168938 h 1796087"/>
                <a:gd name="connsiteX543" fmla="*/ 2255564 w 2290556"/>
                <a:gd name="connsiteY543" fmla="*/ 167492 h 1796087"/>
                <a:gd name="connsiteX544" fmla="*/ 2252232 w 2290556"/>
                <a:gd name="connsiteY544" fmla="*/ 166348 h 1796087"/>
                <a:gd name="connsiteX545" fmla="*/ 2249338 w 2290556"/>
                <a:gd name="connsiteY545" fmla="*/ 163320 h 1796087"/>
                <a:gd name="connsiteX546" fmla="*/ 2248766 w 2290556"/>
                <a:gd name="connsiteY546" fmla="*/ 159250 h 1796087"/>
                <a:gd name="connsiteX547" fmla="*/ 2247184 w 2290556"/>
                <a:gd name="connsiteY547" fmla="*/ 157938 h 1796087"/>
                <a:gd name="connsiteX548" fmla="*/ 2244155 w 2290556"/>
                <a:gd name="connsiteY548" fmla="*/ 155617 h 1796087"/>
                <a:gd name="connsiteX549" fmla="*/ 2243414 w 2290556"/>
                <a:gd name="connsiteY549" fmla="*/ 154877 h 1796087"/>
                <a:gd name="connsiteX550" fmla="*/ 2242102 w 2290556"/>
                <a:gd name="connsiteY550" fmla="*/ 152287 h 1796087"/>
                <a:gd name="connsiteX551" fmla="*/ 2240352 w 2290556"/>
                <a:gd name="connsiteY551" fmla="*/ 150268 h 1796087"/>
                <a:gd name="connsiteX552" fmla="*/ 2238333 w 2290556"/>
                <a:gd name="connsiteY552" fmla="*/ 149125 h 1796087"/>
                <a:gd name="connsiteX553" fmla="*/ 2235136 w 2290556"/>
                <a:gd name="connsiteY553" fmla="*/ 147543 h 1796087"/>
                <a:gd name="connsiteX554" fmla="*/ 2232679 w 2290556"/>
                <a:gd name="connsiteY554" fmla="*/ 145794 h 1796087"/>
                <a:gd name="connsiteX555" fmla="*/ 2229347 w 2290556"/>
                <a:gd name="connsiteY555" fmla="*/ 143910 h 1796087"/>
                <a:gd name="connsiteX556" fmla="*/ 2224130 w 2290556"/>
                <a:gd name="connsiteY556" fmla="*/ 142733 h 1796087"/>
                <a:gd name="connsiteX557" fmla="*/ 2222986 w 2290556"/>
                <a:gd name="connsiteY557" fmla="*/ 142733 h 1796087"/>
                <a:gd name="connsiteX558" fmla="*/ 2220530 w 2290556"/>
                <a:gd name="connsiteY558" fmla="*/ 144112 h 1796087"/>
                <a:gd name="connsiteX559" fmla="*/ 2217198 w 2290556"/>
                <a:gd name="connsiteY559" fmla="*/ 145491 h 1796087"/>
                <a:gd name="connsiteX560" fmla="*/ 2215144 w 2290556"/>
                <a:gd name="connsiteY560" fmla="*/ 143910 h 1796087"/>
                <a:gd name="connsiteX561" fmla="*/ 2215717 w 2290556"/>
                <a:gd name="connsiteY561" fmla="*/ 140715 h 1796087"/>
                <a:gd name="connsiteX562" fmla="*/ 2216154 w 2290556"/>
                <a:gd name="connsiteY562" fmla="*/ 137250 h 1796087"/>
                <a:gd name="connsiteX563" fmla="*/ 2213125 w 2290556"/>
                <a:gd name="connsiteY563" fmla="*/ 135231 h 1796087"/>
                <a:gd name="connsiteX564" fmla="*/ 2209491 w 2290556"/>
                <a:gd name="connsiteY564" fmla="*/ 135097 h 1796087"/>
                <a:gd name="connsiteX565" fmla="*/ 2208347 w 2290556"/>
                <a:gd name="connsiteY565" fmla="*/ 136543 h 1796087"/>
                <a:gd name="connsiteX566" fmla="*/ 2208784 w 2290556"/>
                <a:gd name="connsiteY566" fmla="*/ 138864 h 1796087"/>
                <a:gd name="connsiteX567" fmla="*/ 2210231 w 2290556"/>
                <a:gd name="connsiteY567" fmla="*/ 140883 h 1796087"/>
                <a:gd name="connsiteX568" fmla="*/ 2209524 w 2290556"/>
                <a:gd name="connsiteY568" fmla="*/ 143507 h 1796087"/>
                <a:gd name="connsiteX569" fmla="*/ 2209524 w 2290556"/>
                <a:gd name="connsiteY569" fmla="*/ 148149 h 1796087"/>
                <a:gd name="connsiteX570" fmla="*/ 2208784 w 2290556"/>
                <a:gd name="connsiteY570" fmla="*/ 150033 h 1796087"/>
                <a:gd name="connsiteX571" fmla="*/ 2208515 w 2290556"/>
                <a:gd name="connsiteY571" fmla="*/ 153363 h 1796087"/>
                <a:gd name="connsiteX572" fmla="*/ 2209390 w 2290556"/>
                <a:gd name="connsiteY572" fmla="*/ 154070 h 1796087"/>
                <a:gd name="connsiteX573" fmla="*/ 2209390 w 2290556"/>
                <a:gd name="connsiteY573" fmla="*/ 158274 h 1796087"/>
                <a:gd name="connsiteX574" fmla="*/ 2206866 w 2290556"/>
                <a:gd name="connsiteY574" fmla="*/ 160596 h 1796087"/>
                <a:gd name="connsiteX575" fmla="*/ 2204611 w 2290556"/>
                <a:gd name="connsiteY575" fmla="*/ 158005 h 1796087"/>
                <a:gd name="connsiteX576" fmla="*/ 2200269 w 2290556"/>
                <a:gd name="connsiteY576" fmla="*/ 158005 h 1796087"/>
                <a:gd name="connsiteX577" fmla="*/ 2198688 w 2290556"/>
                <a:gd name="connsiteY577" fmla="*/ 160024 h 1796087"/>
                <a:gd name="connsiteX578" fmla="*/ 2201716 w 2290556"/>
                <a:gd name="connsiteY578" fmla="*/ 165238 h 1796087"/>
                <a:gd name="connsiteX579" fmla="*/ 2198957 w 2290556"/>
                <a:gd name="connsiteY579" fmla="*/ 170317 h 1796087"/>
                <a:gd name="connsiteX580" fmla="*/ 2190846 w 2290556"/>
                <a:gd name="connsiteY580" fmla="*/ 173782 h 1796087"/>
                <a:gd name="connsiteX581" fmla="*/ 2188389 w 2290556"/>
                <a:gd name="connsiteY581" fmla="*/ 176675 h 1796087"/>
                <a:gd name="connsiteX582" fmla="*/ 2188154 w 2290556"/>
                <a:gd name="connsiteY582" fmla="*/ 179097 h 1796087"/>
                <a:gd name="connsiteX583" fmla="*/ 2188086 w 2290556"/>
                <a:gd name="connsiteY583" fmla="*/ 181015 h 1796087"/>
                <a:gd name="connsiteX584" fmla="*/ 2186336 w 2290556"/>
                <a:gd name="connsiteY584" fmla="*/ 183773 h 1796087"/>
                <a:gd name="connsiteX585" fmla="*/ 2183307 w 2290556"/>
                <a:gd name="connsiteY585" fmla="*/ 182461 h 1796087"/>
                <a:gd name="connsiteX586" fmla="*/ 2180548 w 2290556"/>
                <a:gd name="connsiteY586" fmla="*/ 180140 h 1796087"/>
                <a:gd name="connsiteX587" fmla="*/ 2177788 w 2290556"/>
                <a:gd name="connsiteY587" fmla="*/ 178122 h 1796087"/>
                <a:gd name="connsiteX588" fmla="*/ 2173581 w 2290556"/>
                <a:gd name="connsiteY588" fmla="*/ 176675 h 1796087"/>
                <a:gd name="connsiteX589" fmla="*/ 2170552 w 2290556"/>
                <a:gd name="connsiteY589" fmla="*/ 176978 h 1796087"/>
                <a:gd name="connsiteX590" fmla="*/ 2169374 w 2290556"/>
                <a:gd name="connsiteY590" fmla="*/ 181890 h 1796087"/>
                <a:gd name="connsiteX591" fmla="*/ 2169374 w 2290556"/>
                <a:gd name="connsiteY591" fmla="*/ 183471 h 1796087"/>
                <a:gd name="connsiteX592" fmla="*/ 2166345 w 2290556"/>
                <a:gd name="connsiteY592" fmla="*/ 189694 h 1796087"/>
                <a:gd name="connsiteX593" fmla="*/ 2164326 w 2290556"/>
                <a:gd name="connsiteY593" fmla="*/ 187676 h 1796087"/>
                <a:gd name="connsiteX594" fmla="*/ 2161432 w 2290556"/>
                <a:gd name="connsiteY594" fmla="*/ 190266 h 1796087"/>
                <a:gd name="connsiteX595" fmla="*/ 2159547 w 2290556"/>
                <a:gd name="connsiteY595" fmla="*/ 190703 h 1796087"/>
                <a:gd name="connsiteX596" fmla="*/ 2155475 w 2290556"/>
                <a:gd name="connsiteY596" fmla="*/ 190131 h 1796087"/>
                <a:gd name="connsiteX597" fmla="*/ 2155744 w 2290556"/>
                <a:gd name="connsiteY597" fmla="*/ 188113 h 1796087"/>
                <a:gd name="connsiteX598" fmla="*/ 2156047 w 2290556"/>
                <a:gd name="connsiteY598" fmla="*/ 186229 h 1796087"/>
                <a:gd name="connsiteX599" fmla="*/ 2149249 w 2290556"/>
                <a:gd name="connsiteY599" fmla="*/ 185489 h 1796087"/>
                <a:gd name="connsiteX600" fmla="*/ 2145614 w 2290556"/>
                <a:gd name="connsiteY600" fmla="*/ 186633 h 1796087"/>
                <a:gd name="connsiteX601" fmla="*/ 2144739 w 2290556"/>
                <a:gd name="connsiteY601" fmla="*/ 188651 h 1796087"/>
                <a:gd name="connsiteX602" fmla="*/ 2144167 w 2290556"/>
                <a:gd name="connsiteY602" fmla="*/ 191847 h 1796087"/>
                <a:gd name="connsiteX603" fmla="*/ 2142283 w 2290556"/>
                <a:gd name="connsiteY603" fmla="*/ 194471 h 1796087"/>
                <a:gd name="connsiteX604" fmla="*/ 2138076 w 2290556"/>
                <a:gd name="connsiteY604" fmla="*/ 194605 h 1796087"/>
                <a:gd name="connsiteX605" fmla="*/ 2136898 w 2290556"/>
                <a:gd name="connsiteY605" fmla="*/ 191712 h 1796087"/>
                <a:gd name="connsiteX606" fmla="*/ 2132826 w 2290556"/>
                <a:gd name="connsiteY606" fmla="*/ 191712 h 1796087"/>
                <a:gd name="connsiteX607" fmla="*/ 2130369 w 2290556"/>
                <a:gd name="connsiteY607" fmla="*/ 190838 h 1796087"/>
                <a:gd name="connsiteX608" fmla="*/ 2123705 w 2290556"/>
                <a:gd name="connsiteY608" fmla="*/ 190131 h 1796087"/>
                <a:gd name="connsiteX609" fmla="*/ 2120239 w 2290556"/>
                <a:gd name="connsiteY609" fmla="*/ 189559 h 1796087"/>
                <a:gd name="connsiteX610" fmla="*/ 2116032 w 2290556"/>
                <a:gd name="connsiteY610" fmla="*/ 187104 h 1796087"/>
                <a:gd name="connsiteX611" fmla="*/ 2111825 w 2290556"/>
                <a:gd name="connsiteY611" fmla="*/ 183773 h 1796087"/>
                <a:gd name="connsiteX612" fmla="*/ 2108493 w 2290556"/>
                <a:gd name="connsiteY612" fmla="*/ 179871 h 1796087"/>
                <a:gd name="connsiteX613" fmla="*/ 2106171 w 2290556"/>
                <a:gd name="connsiteY613" fmla="*/ 180578 h 1796087"/>
                <a:gd name="connsiteX614" fmla="*/ 2106608 w 2290556"/>
                <a:gd name="connsiteY614" fmla="*/ 185085 h 1796087"/>
                <a:gd name="connsiteX615" fmla="*/ 2107349 w 2290556"/>
                <a:gd name="connsiteY615" fmla="*/ 188281 h 1796087"/>
                <a:gd name="connsiteX616" fmla="*/ 2102873 w 2290556"/>
                <a:gd name="connsiteY616" fmla="*/ 190165 h 1796087"/>
                <a:gd name="connsiteX617" fmla="*/ 2101560 w 2290556"/>
                <a:gd name="connsiteY617" fmla="*/ 193495 h 1796087"/>
                <a:gd name="connsiteX618" fmla="*/ 2098363 w 2290556"/>
                <a:gd name="connsiteY618" fmla="*/ 197263 h 1796087"/>
                <a:gd name="connsiteX619" fmla="*/ 2092844 w 2290556"/>
                <a:gd name="connsiteY619" fmla="*/ 200728 h 1796087"/>
                <a:gd name="connsiteX620" fmla="*/ 2091531 w 2290556"/>
                <a:gd name="connsiteY620" fmla="*/ 203486 h 1796087"/>
                <a:gd name="connsiteX621" fmla="*/ 2085002 w 2290556"/>
                <a:gd name="connsiteY621" fmla="*/ 209138 h 1796087"/>
                <a:gd name="connsiteX622" fmla="*/ 2082815 w 2290556"/>
                <a:gd name="connsiteY622" fmla="*/ 205673 h 1796087"/>
                <a:gd name="connsiteX623" fmla="*/ 2078473 w 2290556"/>
                <a:gd name="connsiteY623" fmla="*/ 201771 h 1796087"/>
                <a:gd name="connsiteX624" fmla="*/ 2074670 w 2290556"/>
                <a:gd name="connsiteY624" fmla="*/ 202141 h 1796087"/>
                <a:gd name="connsiteX625" fmla="*/ 2068579 w 2290556"/>
                <a:gd name="connsiteY625" fmla="*/ 204865 h 1796087"/>
                <a:gd name="connsiteX626" fmla="*/ 2068579 w 2290556"/>
                <a:gd name="connsiteY626" fmla="*/ 199988 h 1796087"/>
                <a:gd name="connsiteX627" fmla="*/ 2063026 w 2290556"/>
                <a:gd name="connsiteY627" fmla="*/ 200425 h 1796087"/>
                <a:gd name="connsiteX628" fmla="*/ 2063026 w 2290556"/>
                <a:gd name="connsiteY628" fmla="*/ 198575 h 1796087"/>
                <a:gd name="connsiteX629" fmla="*/ 2060300 w 2290556"/>
                <a:gd name="connsiteY629" fmla="*/ 195211 h 1796087"/>
                <a:gd name="connsiteX630" fmla="*/ 2059088 w 2290556"/>
                <a:gd name="connsiteY630" fmla="*/ 195211 h 1796087"/>
                <a:gd name="connsiteX631" fmla="*/ 2053232 w 2290556"/>
                <a:gd name="connsiteY631" fmla="*/ 194000 h 1796087"/>
                <a:gd name="connsiteX632" fmla="*/ 2052795 w 2290556"/>
                <a:gd name="connsiteY632" fmla="*/ 192385 h 1796087"/>
                <a:gd name="connsiteX633" fmla="*/ 2052795 w 2290556"/>
                <a:gd name="connsiteY633" fmla="*/ 186734 h 1796087"/>
                <a:gd name="connsiteX634" fmla="*/ 2053939 w 2290556"/>
                <a:gd name="connsiteY634" fmla="*/ 181755 h 1796087"/>
                <a:gd name="connsiteX635" fmla="*/ 2053468 w 2290556"/>
                <a:gd name="connsiteY635" fmla="*/ 171865 h 1796087"/>
                <a:gd name="connsiteX636" fmla="*/ 2050439 w 2290556"/>
                <a:gd name="connsiteY636" fmla="*/ 169376 h 1796087"/>
                <a:gd name="connsiteX637" fmla="*/ 2046098 w 2290556"/>
                <a:gd name="connsiteY637" fmla="*/ 163926 h 1796087"/>
                <a:gd name="connsiteX638" fmla="*/ 2046199 w 2290556"/>
                <a:gd name="connsiteY638" fmla="*/ 161302 h 1796087"/>
                <a:gd name="connsiteX639" fmla="*/ 2043708 w 2290556"/>
                <a:gd name="connsiteY639" fmla="*/ 159351 h 1796087"/>
                <a:gd name="connsiteX640" fmla="*/ 2040242 w 2290556"/>
                <a:gd name="connsiteY640" fmla="*/ 156424 h 1796087"/>
                <a:gd name="connsiteX641" fmla="*/ 2037852 w 2290556"/>
                <a:gd name="connsiteY641" fmla="*/ 153262 h 1796087"/>
                <a:gd name="connsiteX642" fmla="*/ 2037516 w 2290556"/>
                <a:gd name="connsiteY642" fmla="*/ 148822 h 1796087"/>
                <a:gd name="connsiteX643" fmla="*/ 2037852 w 2290556"/>
                <a:gd name="connsiteY643" fmla="*/ 146534 h 1796087"/>
                <a:gd name="connsiteX644" fmla="*/ 2036439 w 2290556"/>
                <a:gd name="connsiteY644" fmla="*/ 143507 h 1796087"/>
                <a:gd name="connsiteX645" fmla="*/ 2033612 w 2290556"/>
                <a:gd name="connsiteY645" fmla="*/ 140143 h 1796087"/>
                <a:gd name="connsiteX646" fmla="*/ 2031761 w 2290556"/>
                <a:gd name="connsiteY646" fmla="*/ 137317 h 1796087"/>
                <a:gd name="connsiteX647" fmla="*/ 2031424 w 2290556"/>
                <a:gd name="connsiteY647" fmla="*/ 133852 h 1796087"/>
                <a:gd name="connsiteX648" fmla="*/ 2030886 w 2290556"/>
                <a:gd name="connsiteY648" fmla="*/ 130589 h 1796087"/>
                <a:gd name="connsiteX649" fmla="*/ 2029910 w 2290556"/>
                <a:gd name="connsiteY649" fmla="*/ 127326 h 1796087"/>
                <a:gd name="connsiteX650" fmla="*/ 2028496 w 2290556"/>
                <a:gd name="connsiteY650" fmla="*/ 124837 h 1796087"/>
                <a:gd name="connsiteX651" fmla="*/ 2025568 w 2290556"/>
                <a:gd name="connsiteY651" fmla="*/ 120598 h 1796087"/>
                <a:gd name="connsiteX652" fmla="*/ 2024492 w 2290556"/>
                <a:gd name="connsiteY652" fmla="*/ 120060 h 1796087"/>
                <a:gd name="connsiteX653" fmla="*/ 2024256 w 2290556"/>
                <a:gd name="connsiteY653" fmla="*/ 116359 h 1796087"/>
                <a:gd name="connsiteX654" fmla="*/ 2025333 w 2290556"/>
                <a:gd name="connsiteY654" fmla="*/ 113096 h 1796087"/>
                <a:gd name="connsiteX655" fmla="*/ 2028799 w 2290556"/>
                <a:gd name="connsiteY655" fmla="*/ 111246 h 1796087"/>
                <a:gd name="connsiteX656" fmla="*/ 2030549 w 2290556"/>
                <a:gd name="connsiteY656" fmla="*/ 109396 h 1796087"/>
                <a:gd name="connsiteX657" fmla="*/ 2033814 w 2290556"/>
                <a:gd name="connsiteY657" fmla="*/ 107781 h 1796087"/>
                <a:gd name="connsiteX658" fmla="*/ 2034150 w 2290556"/>
                <a:gd name="connsiteY658" fmla="*/ 106705 h 1796087"/>
                <a:gd name="connsiteX659" fmla="*/ 2033376 w 2290556"/>
                <a:gd name="connsiteY659" fmla="*/ 105494 h 1796087"/>
                <a:gd name="connsiteX660" fmla="*/ 2030886 w 2290556"/>
                <a:gd name="connsiteY660" fmla="*/ 103980 h 1796087"/>
                <a:gd name="connsiteX661" fmla="*/ 2025467 w 2290556"/>
                <a:gd name="connsiteY661" fmla="*/ 102466 h 1796087"/>
                <a:gd name="connsiteX662" fmla="*/ 2021126 w 2290556"/>
                <a:gd name="connsiteY662" fmla="*/ 102264 h 1796087"/>
                <a:gd name="connsiteX663" fmla="*/ 2018837 w 2290556"/>
                <a:gd name="connsiteY663" fmla="*/ 101928 h 1796087"/>
                <a:gd name="connsiteX664" fmla="*/ 2017087 w 2290556"/>
                <a:gd name="connsiteY664" fmla="*/ 104216 h 1796087"/>
                <a:gd name="connsiteX665" fmla="*/ 2012847 w 2290556"/>
                <a:gd name="connsiteY665" fmla="*/ 106268 h 1796087"/>
                <a:gd name="connsiteX666" fmla="*/ 2009919 w 2290556"/>
                <a:gd name="connsiteY666" fmla="*/ 105729 h 1796087"/>
                <a:gd name="connsiteX667" fmla="*/ 2007530 w 2290556"/>
                <a:gd name="connsiteY667" fmla="*/ 105830 h 1796087"/>
                <a:gd name="connsiteX668" fmla="*/ 2005578 w 2290556"/>
                <a:gd name="connsiteY668" fmla="*/ 103879 h 1796087"/>
                <a:gd name="connsiteX669" fmla="*/ 2005477 w 2290556"/>
                <a:gd name="connsiteY669" fmla="*/ 102029 h 1796087"/>
                <a:gd name="connsiteX670" fmla="*/ 2004703 w 2290556"/>
                <a:gd name="connsiteY670" fmla="*/ 99977 h 1796087"/>
                <a:gd name="connsiteX671" fmla="*/ 2003727 w 2290556"/>
                <a:gd name="connsiteY671" fmla="*/ 98665 h 1796087"/>
                <a:gd name="connsiteX672" fmla="*/ 2002515 w 2290556"/>
                <a:gd name="connsiteY672" fmla="*/ 96378 h 1796087"/>
                <a:gd name="connsiteX673" fmla="*/ 2001539 w 2290556"/>
                <a:gd name="connsiteY673" fmla="*/ 95167 h 1796087"/>
                <a:gd name="connsiteX674" fmla="*/ 1999486 w 2290556"/>
                <a:gd name="connsiteY674" fmla="*/ 92677 h 1796087"/>
                <a:gd name="connsiteX675" fmla="*/ 1998409 w 2290556"/>
                <a:gd name="connsiteY675" fmla="*/ 90491 h 1796087"/>
                <a:gd name="connsiteX676" fmla="*/ 1997298 w 2290556"/>
                <a:gd name="connsiteY676" fmla="*/ 88203 h 1796087"/>
                <a:gd name="connsiteX677" fmla="*/ 1995683 w 2290556"/>
                <a:gd name="connsiteY677" fmla="*/ 87026 h 1796087"/>
                <a:gd name="connsiteX678" fmla="*/ 1992957 w 2290556"/>
                <a:gd name="connsiteY678" fmla="*/ 86252 h 1796087"/>
                <a:gd name="connsiteX679" fmla="*/ 1990231 w 2290556"/>
                <a:gd name="connsiteY679" fmla="*/ 84301 h 1796087"/>
                <a:gd name="connsiteX680" fmla="*/ 1987842 w 2290556"/>
                <a:gd name="connsiteY680" fmla="*/ 82114 h 1796087"/>
                <a:gd name="connsiteX681" fmla="*/ 1986764 w 2290556"/>
                <a:gd name="connsiteY681" fmla="*/ 81576 h 1796087"/>
                <a:gd name="connsiteX682" fmla="*/ 1984712 w 2290556"/>
                <a:gd name="connsiteY682" fmla="*/ 81913 h 1796087"/>
                <a:gd name="connsiteX683" fmla="*/ 1983399 w 2290556"/>
                <a:gd name="connsiteY683" fmla="*/ 85176 h 1796087"/>
                <a:gd name="connsiteX684" fmla="*/ 1982423 w 2290556"/>
                <a:gd name="connsiteY684" fmla="*/ 88001 h 1796087"/>
                <a:gd name="connsiteX685" fmla="*/ 1981010 w 2290556"/>
                <a:gd name="connsiteY685" fmla="*/ 90726 h 1796087"/>
                <a:gd name="connsiteX686" fmla="*/ 1980370 w 2290556"/>
                <a:gd name="connsiteY686" fmla="*/ 92240 h 1796087"/>
                <a:gd name="connsiteX687" fmla="*/ 1979394 w 2290556"/>
                <a:gd name="connsiteY687" fmla="*/ 95839 h 1796087"/>
                <a:gd name="connsiteX688" fmla="*/ 1978317 w 2290556"/>
                <a:gd name="connsiteY688" fmla="*/ 98564 h 1796087"/>
                <a:gd name="connsiteX689" fmla="*/ 1976904 w 2290556"/>
                <a:gd name="connsiteY689" fmla="*/ 99775 h 1796087"/>
                <a:gd name="connsiteX690" fmla="*/ 1974851 w 2290556"/>
                <a:gd name="connsiteY690" fmla="*/ 100212 h 1796087"/>
                <a:gd name="connsiteX691" fmla="*/ 1972798 w 2290556"/>
                <a:gd name="connsiteY691" fmla="*/ 101188 h 1796087"/>
                <a:gd name="connsiteX692" fmla="*/ 1975188 w 2290556"/>
                <a:gd name="connsiteY692" fmla="*/ 105528 h 1796087"/>
                <a:gd name="connsiteX693" fmla="*/ 1974312 w 2290556"/>
                <a:gd name="connsiteY693" fmla="*/ 107142 h 1796087"/>
                <a:gd name="connsiteX694" fmla="*/ 1971586 w 2290556"/>
                <a:gd name="connsiteY694" fmla="*/ 109093 h 1796087"/>
                <a:gd name="connsiteX695" fmla="*/ 1970173 w 2290556"/>
                <a:gd name="connsiteY695" fmla="*/ 109732 h 1796087"/>
                <a:gd name="connsiteX696" fmla="*/ 1967009 w 2290556"/>
                <a:gd name="connsiteY696" fmla="*/ 110069 h 1796087"/>
                <a:gd name="connsiteX697" fmla="*/ 1964519 w 2290556"/>
                <a:gd name="connsiteY697" fmla="*/ 110405 h 1796087"/>
                <a:gd name="connsiteX698" fmla="*/ 1961927 w 2290556"/>
                <a:gd name="connsiteY698" fmla="*/ 109329 h 1796087"/>
                <a:gd name="connsiteX699" fmla="*/ 1960077 w 2290556"/>
                <a:gd name="connsiteY699" fmla="*/ 107479 h 1796087"/>
                <a:gd name="connsiteX700" fmla="*/ 1958225 w 2290556"/>
                <a:gd name="connsiteY700" fmla="*/ 106268 h 1796087"/>
                <a:gd name="connsiteX701" fmla="*/ 1956173 w 2290556"/>
                <a:gd name="connsiteY701" fmla="*/ 103442 h 1796087"/>
                <a:gd name="connsiteX702" fmla="*/ 1955399 w 2290556"/>
                <a:gd name="connsiteY702" fmla="*/ 101356 h 1796087"/>
                <a:gd name="connsiteX703" fmla="*/ 1955298 w 2290556"/>
                <a:gd name="connsiteY703" fmla="*/ 98631 h 1796087"/>
                <a:gd name="connsiteX704" fmla="*/ 1954860 w 2290556"/>
                <a:gd name="connsiteY704" fmla="*/ 95267 h 1796087"/>
                <a:gd name="connsiteX705" fmla="*/ 1951932 w 2290556"/>
                <a:gd name="connsiteY705" fmla="*/ 93653 h 1796087"/>
                <a:gd name="connsiteX706" fmla="*/ 1947590 w 2290556"/>
                <a:gd name="connsiteY706" fmla="*/ 93888 h 1796087"/>
                <a:gd name="connsiteX707" fmla="*/ 1944225 w 2290556"/>
                <a:gd name="connsiteY707" fmla="*/ 94763 h 1796087"/>
                <a:gd name="connsiteX708" fmla="*/ 1942475 w 2290556"/>
                <a:gd name="connsiteY708" fmla="*/ 96075 h 1796087"/>
                <a:gd name="connsiteX709" fmla="*/ 1936720 w 2290556"/>
                <a:gd name="connsiteY709" fmla="*/ 96613 h 1796087"/>
                <a:gd name="connsiteX710" fmla="*/ 1932379 w 2290556"/>
                <a:gd name="connsiteY710" fmla="*/ 93350 h 1796087"/>
                <a:gd name="connsiteX711" fmla="*/ 1930528 w 2290556"/>
                <a:gd name="connsiteY711" fmla="*/ 92576 h 1796087"/>
                <a:gd name="connsiteX712" fmla="*/ 1929014 w 2290556"/>
                <a:gd name="connsiteY712" fmla="*/ 90188 h 1796087"/>
                <a:gd name="connsiteX713" fmla="*/ 1926086 w 2290556"/>
                <a:gd name="connsiteY713" fmla="*/ 87362 h 1796087"/>
                <a:gd name="connsiteX714" fmla="*/ 1922956 w 2290556"/>
                <a:gd name="connsiteY714" fmla="*/ 87564 h 1796087"/>
                <a:gd name="connsiteX715" fmla="*/ 1920667 w 2290556"/>
                <a:gd name="connsiteY715" fmla="*/ 88001 h 1796087"/>
                <a:gd name="connsiteX716" fmla="*/ 1915248 w 2290556"/>
                <a:gd name="connsiteY716" fmla="*/ 90053 h 1796087"/>
                <a:gd name="connsiteX717" fmla="*/ 1914037 w 2290556"/>
                <a:gd name="connsiteY717" fmla="*/ 89280 h 1796087"/>
                <a:gd name="connsiteX718" fmla="*/ 1915248 w 2290556"/>
                <a:gd name="connsiteY718" fmla="*/ 83527 h 1796087"/>
                <a:gd name="connsiteX719" fmla="*/ 1915248 w 2290556"/>
                <a:gd name="connsiteY719" fmla="*/ 82114 h 1796087"/>
                <a:gd name="connsiteX720" fmla="*/ 1918614 w 2290556"/>
                <a:gd name="connsiteY720" fmla="*/ 80601 h 1796087"/>
                <a:gd name="connsiteX721" fmla="*/ 1921004 w 2290556"/>
                <a:gd name="connsiteY721" fmla="*/ 79087 h 1796087"/>
                <a:gd name="connsiteX722" fmla="*/ 1924605 w 2290556"/>
                <a:gd name="connsiteY722" fmla="*/ 74848 h 1796087"/>
                <a:gd name="connsiteX723" fmla="*/ 1925244 w 2290556"/>
                <a:gd name="connsiteY723" fmla="*/ 73772 h 1796087"/>
                <a:gd name="connsiteX724" fmla="*/ 1924605 w 2290556"/>
                <a:gd name="connsiteY724" fmla="*/ 72022 h 1796087"/>
                <a:gd name="connsiteX725" fmla="*/ 1922417 w 2290556"/>
                <a:gd name="connsiteY725" fmla="*/ 70946 h 1796087"/>
                <a:gd name="connsiteX726" fmla="*/ 1923932 w 2290556"/>
                <a:gd name="connsiteY726" fmla="*/ 68356 h 1796087"/>
                <a:gd name="connsiteX727" fmla="*/ 1928374 w 2290556"/>
                <a:gd name="connsiteY727" fmla="*/ 66741 h 1796087"/>
                <a:gd name="connsiteX728" fmla="*/ 1932379 w 2290556"/>
                <a:gd name="connsiteY728" fmla="*/ 63713 h 1796087"/>
                <a:gd name="connsiteX729" fmla="*/ 1933893 w 2290556"/>
                <a:gd name="connsiteY729" fmla="*/ 61661 h 1796087"/>
                <a:gd name="connsiteX730" fmla="*/ 1934970 w 2290556"/>
                <a:gd name="connsiteY730" fmla="*/ 59071 h 1796087"/>
                <a:gd name="connsiteX731" fmla="*/ 1938235 w 2290556"/>
                <a:gd name="connsiteY731" fmla="*/ 56447 h 1796087"/>
                <a:gd name="connsiteX732" fmla="*/ 1939648 w 2290556"/>
                <a:gd name="connsiteY732" fmla="*/ 53823 h 1796087"/>
                <a:gd name="connsiteX733" fmla="*/ 1940826 w 2290556"/>
                <a:gd name="connsiteY733" fmla="*/ 51536 h 1796087"/>
                <a:gd name="connsiteX734" fmla="*/ 1942004 w 2290556"/>
                <a:gd name="connsiteY734" fmla="*/ 48508 h 1796087"/>
                <a:gd name="connsiteX735" fmla="*/ 1942341 w 2290556"/>
                <a:gd name="connsiteY735" fmla="*/ 45245 h 1796087"/>
                <a:gd name="connsiteX736" fmla="*/ 1941466 w 2290556"/>
                <a:gd name="connsiteY736" fmla="*/ 43765 h 1796087"/>
                <a:gd name="connsiteX737" fmla="*/ 1940725 w 2290556"/>
                <a:gd name="connsiteY737" fmla="*/ 38887 h 1796087"/>
                <a:gd name="connsiteX738" fmla="*/ 1942576 w 2290556"/>
                <a:gd name="connsiteY738" fmla="*/ 37273 h 1796087"/>
                <a:gd name="connsiteX739" fmla="*/ 1944326 w 2290556"/>
                <a:gd name="connsiteY739" fmla="*/ 36398 h 1796087"/>
                <a:gd name="connsiteX740" fmla="*/ 1948331 w 2290556"/>
                <a:gd name="connsiteY740" fmla="*/ 34649 h 1796087"/>
                <a:gd name="connsiteX741" fmla="*/ 1951596 w 2290556"/>
                <a:gd name="connsiteY741" fmla="*/ 32260 h 1796087"/>
                <a:gd name="connsiteX742" fmla="*/ 1951898 w 2290556"/>
                <a:gd name="connsiteY742" fmla="*/ 30074 h 1796087"/>
                <a:gd name="connsiteX743" fmla="*/ 1950048 w 2290556"/>
                <a:gd name="connsiteY743" fmla="*/ 27585 h 1796087"/>
                <a:gd name="connsiteX744" fmla="*/ 1949173 w 2290556"/>
                <a:gd name="connsiteY744" fmla="*/ 25633 h 1796087"/>
                <a:gd name="connsiteX745" fmla="*/ 1945370 w 2290556"/>
                <a:gd name="connsiteY745" fmla="*/ 21832 h 1796087"/>
                <a:gd name="connsiteX746" fmla="*/ 1940793 w 2290556"/>
                <a:gd name="connsiteY746" fmla="*/ 18031 h 1796087"/>
                <a:gd name="connsiteX747" fmla="*/ 1937090 w 2290556"/>
                <a:gd name="connsiteY747" fmla="*/ 13052 h 1796087"/>
                <a:gd name="connsiteX748" fmla="*/ 1931335 w 2290556"/>
                <a:gd name="connsiteY748" fmla="*/ 8376 h 1796087"/>
                <a:gd name="connsiteX749" fmla="*/ 1927634 w 2290556"/>
                <a:gd name="connsiteY749" fmla="*/ 4373 h 1796087"/>
                <a:gd name="connsiteX750" fmla="*/ 1927634 w 2290556"/>
                <a:gd name="connsiteY750" fmla="*/ 34 h 1796087"/>
                <a:gd name="connsiteX751" fmla="*/ 1926759 w 2290556"/>
                <a:gd name="connsiteY751" fmla="*/ 0 h 1796087"/>
                <a:gd name="connsiteX752" fmla="*/ 1925008 w 2290556"/>
                <a:gd name="connsiteY752" fmla="*/ 0 h 1796087"/>
                <a:gd name="connsiteX753" fmla="*/ 1921979 w 2290556"/>
                <a:gd name="connsiteY753" fmla="*/ 0 h 1796087"/>
                <a:gd name="connsiteX754" fmla="*/ 1918210 w 2290556"/>
                <a:gd name="connsiteY754" fmla="*/ 706 h 1796087"/>
                <a:gd name="connsiteX755" fmla="*/ 1912859 w 2290556"/>
                <a:gd name="connsiteY755" fmla="*/ 1716 h 1796087"/>
                <a:gd name="connsiteX756" fmla="*/ 1910537 w 2290556"/>
                <a:gd name="connsiteY756" fmla="*/ 1716 h 1796087"/>
                <a:gd name="connsiteX757" fmla="*/ 1907643 w 2290556"/>
                <a:gd name="connsiteY757" fmla="*/ 1716 h 1796087"/>
                <a:gd name="connsiteX758" fmla="*/ 1905758 w 2290556"/>
                <a:gd name="connsiteY758" fmla="*/ 1716 h 1796087"/>
                <a:gd name="connsiteX759" fmla="*/ 1903133 w 2290556"/>
                <a:gd name="connsiteY759" fmla="*/ 3364 h 1796087"/>
                <a:gd name="connsiteX760" fmla="*/ 1898791 w 2290556"/>
                <a:gd name="connsiteY760" fmla="*/ 6930 h 1796087"/>
                <a:gd name="connsiteX761" fmla="*/ 1897479 w 2290556"/>
                <a:gd name="connsiteY761" fmla="*/ 9385 h 1796087"/>
                <a:gd name="connsiteX762" fmla="*/ 1893710 w 2290556"/>
                <a:gd name="connsiteY762" fmla="*/ 10395 h 1796087"/>
                <a:gd name="connsiteX763" fmla="*/ 1874594 w 2290556"/>
                <a:gd name="connsiteY763" fmla="*/ 10395 h 1796087"/>
                <a:gd name="connsiteX764" fmla="*/ 1872002 w 2290556"/>
                <a:gd name="connsiteY764" fmla="*/ 10395 h 1796087"/>
                <a:gd name="connsiteX765" fmla="*/ 1870252 w 2290556"/>
                <a:gd name="connsiteY765" fmla="*/ 11471 h 1796087"/>
                <a:gd name="connsiteX766" fmla="*/ 1868502 w 2290556"/>
                <a:gd name="connsiteY766" fmla="*/ 12850 h 1796087"/>
                <a:gd name="connsiteX767" fmla="*/ 1864733 w 2290556"/>
                <a:gd name="connsiteY767" fmla="*/ 14734 h 1796087"/>
                <a:gd name="connsiteX768" fmla="*/ 1862276 w 2290556"/>
                <a:gd name="connsiteY768" fmla="*/ 16315 h 1796087"/>
                <a:gd name="connsiteX769" fmla="*/ 1861570 w 2290556"/>
                <a:gd name="connsiteY769" fmla="*/ 17190 h 1796087"/>
                <a:gd name="connsiteX770" fmla="*/ 1860425 w 2290556"/>
                <a:gd name="connsiteY770" fmla="*/ 20083 h 1796087"/>
                <a:gd name="connsiteX771" fmla="*/ 1860291 w 2290556"/>
                <a:gd name="connsiteY771" fmla="*/ 22101 h 1796087"/>
                <a:gd name="connsiteX772" fmla="*/ 1859853 w 2290556"/>
                <a:gd name="connsiteY772" fmla="*/ 23985 h 1796087"/>
                <a:gd name="connsiteX773" fmla="*/ 1859281 w 2290556"/>
                <a:gd name="connsiteY773" fmla="*/ 25734 h 1796087"/>
                <a:gd name="connsiteX774" fmla="*/ 1858541 w 2290556"/>
                <a:gd name="connsiteY774" fmla="*/ 27484 h 1796087"/>
                <a:gd name="connsiteX775" fmla="*/ 1857396 w 2290556"/>
                <a:gd name="connsiteY775" fmla="*/ 29065 h 1796087"/>
                <a:gd name="connsiteX776" fmla="*/ 1855646 w 2290556"/>
                <a:gd name="connsiteY776" fmla="*/ 31958 h 1796087"/>
                <a:gd name="connsiteX777" fmla="*/ 1854199 w 2290556"/>
                <a:gd name="connsiteY777" fmla="*/ 34582 h 1796087"/>
                <a:gd name="connsiteX778" fmla="*/ 1852315 w 2290556"/>
                <a:gd name="connsiteY778" fmla="*/ 36903 h 1796087"/>
                <a:gd name="connsiteX779" fmla="*/ 1851002 w 2290556"/>
                <a:gd name="connsiteY779" fmla="*/ 38786 h 1796087"/>
                <a:gd name="connsiteX780" fmla="*/ 1849420 w 2290556"/>
                <a:gd name="connsiteY780" fmla="*/ 39796 h 1796087"/>
                <a:gd name="connsiteX781" fmla="*/ 1847839 w 2290556"/>
                <a:gd name="connsiteY781" fmla="*/ 41545 h 1796087"/>
                <a:gd name="connsiteX782" fmla="*/ 1845954 w 2290556"/>
                <a:gd name="connsiteY782" fmla="*/ 43732 h 1796087"/>
                <a:gd name="connsiteX783" fmla="*/ 1843497 w 2290556"/>
                <a:gd name="connsiteY783" fmla="*/ 44741 h 1796087"/>
                <a:gd name="connsiteX784" fmla="*/ 1841747 w 2290556"/>
                <a:gd name="connsiteY784" fmla="*/ 45481 h 1796087"/>
                <a:gd name="connsiteX785" fmla="*/ 1838853 w 2290556"/>
                <a:gd name="connsiteY785" fmla="*/ 48105 h 1796087"/>
                <a:gd name="connsiteX786" fmla="*/ 1837540 w 2290556"/>
                <a:gd name="connsiteY786" fmla="*/ 49114 h 1796087"/>
                <a:gd name="connsiteX787" fmla="*/ 1835790 w 2290556"/>
                <a:gd name="connsiteY787" fmla="*/ 50426 h 1796087"/>
                <a:gd name="connsiteX788" fmla="*/ 1835487 w 2290556"/>
                <a:gd name="connsiteY788" fmla="*/ 51300 h 1796087"/>
                <a:gd name="connsiteX789" fmla="*/ 1835487 w 2290556"/>
                <a:gd name="connsiteY789" fmla="*/ 53184 h 1796087"/>
                <a:gd name="connsiteX790" fmla="*/ 1835622 w 2290556"/>
                <a:gd name="connsiteY790" fmla="*/ 55943 h 1796087"/>
                <a:gd name="connsiteX791" fmla="*/ 1833737 w 2290556"/>
                <a:gd name="connsiteY791" fmla="*/ 58701 h 1796087"/>
                <a:gd name="connsiteX792" fmla="*/ 1833434 w 2290556"/>
                <a:gd name="connsiteY792" fmla="*/ 61460 h 1796087"/>
                <a:gd name="connsiteX793" fmla="*/ 1831684 w 2290556"/>
                <a:gd name="connsiteY793" fmla="*/ 63915 h 1796087"/>
                <a:gd name="connsiteX794" fmla="*/ 1829799 w 2290556"/>
                <a:gd name="connsiteY794" fmla="*/ 65227 h 1796087"/>
                <a:gd name="connsiteX795" fmla="*/ 1827612 w 2290556"/>
                <a:gd name="connsiteY795" fmla="*/ 67246 h 1796087"/>
                <a:gd name="connsiteX796" fmla="*/ 1822396 w 2290556"/>
                <a:gd name="connsiteY796" fmla="*/ 67818 h 1796087"/>
                <a:gd name="connsiteX797" fmla="*/ 1819804 w 2290556"/>
                <a:gd name="connsiteY797" fmla="*/ 67818 h 1796087"/>
                <a:gd name="connsiteX798" fmla="*/ 1817920 w 2290556"/>
                <a:gd name="connsiteY798" fmla="*/ 69129 h 1796087"/>
                <a:gd name="connsiteX799" fmla="*/ 1815463 w 2290556"/>
                <a:gd name="connsiteY799" fmla="*/ 71316 h 1796087"/>
                <a:gd name="connsiteX800" fmla="*/ 1815025 w 2290556"/>
                <a:gd name="connsiteY800" fmla="*/ 71316 h 1796087"/>
                <a:gd name="connsiteX801" fmla="*/ 1814016 w 2290556"/>
                <a:gd name="connsiteY801" fmla="*/ 72527 h 1796087"/>
                <a:gd name="connsiteX802" fmla="*/ 1814588 w 2290556"/>
                <a:gd name="connsiteY802" fmla="*/ 75656 h 1796087"/>
                <a:gd name="connsiteX803" fmla="*/ 1814588 w 2290556"/>
                <a:gd name="connsiteY803" fmla="*/ 77102 h 1796087"/>
                <a:gd name="connsiteX804" fmla="*/ 1814285 w 2290556"/>
                <a:gd name="connsiteY804" fmla="*/ 78111 h 1796087"/>
                <a:gd name="connsiteX805" fmla="*/ 1813275 w 2290556"/>
                <a:gd name="connsiteY805" fmla="*/ 81576 h 1796087"/>
                <a:gd name="connsiteX806" fmla="*/ 1812838 w 2290556"/>
                <a:gd name="connsiteY806" fmla="*/ 86050 h 1796087"/>
                <a:gd name="connsiteX807" fmla="*/ 1812838 w 2290556"/>
                <a:gd name="connsiteY807" fmla="*/ 88371 h 1796087"/>
                <a:gd name="connsiteX808" fmla="*/ 1813343 w 2290556"/>
                <a:gd name="connsiteY808" fmla="*/ 90827 h 1796087"/>
                <a:gd name="connsiteX809" fmla="*/ 1813982 w 2290556"/>
                <a:gd name="connsiteY809" fmla="*/ 92845 h 1796087"/>
                <a:gd name="connsiteX810" fmla="*/ 1814857 w 2290556"/>
                <a:gd name="connsiteY810" fmla="*/ 94426 h 1796087"/>
                <a:gd name="connsiteX811" fmla="*/ 1815732 w 2290556"/>
                <a:gd name="connsiteY811" fmla="*/ 95301 h 1796087"/>
                <a:gd name="connsiteX812" fmla="*/ 1817482 w 2290556"/>
                <a:gd name="connsiteY812" fmla="*/ 95604 h 1796087"/>
                <a:gd name="connsiteX813" fmla="*/ 1821117 w 2290556"/>
                <a:gd name="connsiteY813" fmla="*/ 96344 h 1796087"/>
                <a:gd name="connsiteX814" fmla="*/ 1823708 w 2290556"/>
                <a:gd name="connsiteY814" fmla="*/ 96209 h 1796087"/>
                <a:gd name="connsiteX815" fmla="*/ 1825896 w 2290556"/>
                <a:gd name="connsiteY815" fmla="*/ 95469 h 1796087"/>
                <a:gd name="connsiteX816" fmla="*/ 1827477 w 2290556"/>
                <a:gd name="connsiteY816" fmla="*/ 94595 h 1796087"/>
                <a:gd name="connsiteX817" fmla="*/ 1829665 w 2290556"/>
                <a:gd name="connsiteY817" fmla="*/ 93148 h 1796087"/>
                <a:gd name="connsiteX818" fmla="*/ 1831247 w 2290556"/>
                <a:gd name="connsiteY818" fmla="*/ 90692 h 1796087"/>
                <a:gd name="connsiteX819" fmla="*/ 1833132 w 2290556"/>
                <a:gd name="connsiteY819" fmla="*/ 88237 h 1796087"/>
                <a:gd name="connsiteX820" fmla="*/ 1836766 w 2290556"/>
                <a:gd name="connsiteY820" fmla="*/ 86555 h 1796087"/>
                <a:gd name="connsiteX821" fmla="*/ 1839526 w 2290556"/>
                <a:gd name="connsiteY821" fmla="*/ 86723 h 1796087"/>
                <a:gd name="connsiteX822" fmla="*/ 1843295 w 2290556"/>
                <a:gd name="connsiteY822" fmla="*/ 86790 h 1796087"/>
                <a:gd name="connsiteX823" fmla="*/ 1846627 w 2290556"/>
                <a:gd name="connsiteY823" fmla="*/ 86790 h 1796087"/>
                <a:gd name="connsiteX824" fmla="*/ 1849656 w 2290556"/>
                <a:gd name="connsiteY824" fmla="*/ 87665 h 1796087"/>
                <a:gd name="connsiteX825" fmla="*/ 1852685 w 2290556"/>
                <a:gd name="connsiteY825" fmla="*/ 89111 h 1796087"/>
                <a:gd name="connsiteX826" fmla="*/ 1855007 w 2290556"/>
                <a:gd name="connsiteY826" fmla="*/ 90255 h 1796087"/>
                <a:gd name="connsiteX827" fmla="*/ 1858069 w 2290556"/>
                <a:gd name="connsiteY827" fmla="*/ 92274 h 1796087"/>
                <a:gd name="connsiteX828" fmla="*/ 1858776 w 2290556"/>
                <a:gd name="connsiteY828" fmla="*/ 93148 h 1796087"/>
                <a:gd name="connsiteX829" fmla="*/ 1859786 w 2290556"/>
                <a:gd name="connsiteY829" fmla="*/ 94595 h 1796087"/>
                <a:gd name="connsiteX830" fmla="*/ 1861098 w 2290556"/>
                <a:gd name="connsiteY830" fmla="*/ 96344 h 1796087"/>
                <a:gd name="connsiteX831" fmla="*/ 1863252 w 2290556"/>
                <a:gd name="connsiteY831" fmla="*/ 99977 h 1796087"/>
                <a:gd name="connsiteX832" fmla="*/ 1863252 w 2290556"/>
                <a:gd name="connsiteY832" fmla="*/ 102433 h 1796087"/>
                <a:gd name="connsiteX833" fmla="*/ 1861872 w 2290556"/>
                <a:gd name="connsiteY833" fmla="*/ 104754 h 1796087"/>
                <a:gd name="connsiteX834" fmla="*/ 1860358 w 2290556"/>
                <a:gd name="connsiteY834" fmla="*/ 106940 h 1796087"/>
                <a:gd name="connsiteX835" fmla="*/ 1859921 w 2290556"/>
                <a:gd name="connsiteY835" fmla="*/ 109564 h 1796087"/>
                <a:gd name="connsiteX836" fmla="*/ 1859786 w 2290556"/>
                <a:gd name="connsiteY836" fmla="*/ 112188 h 1796087"/>
                <a:gd name="connsiteX837" fmla="*/ 1859786 w 2290556"/>
                <a:gd name="connsiteY837" fmla="*/ 115081 h 1796087"/>
                <a:gd name="connsiteX838" fmla="*/ 1862175 w 2290556"/>
                <a:gd name="connsiteY838" fmla="*/ 117402 h 1796087"/>
                <a:gd name="connsiteX839" fmla="*/ 1865574 w 2290556"/>
                <a:gd name="connsiteY839" fmla="*/ 119152 h 1796087"/>
                <a:gd name="connsiteX840" fmla="*/ 1867324 w 2290556"/>
                <a:gd name="connsiteY840" fmla="*/ 120901 h 1796087"/>
                <a:gd name="connsiteX841" fmla="*/ 1870084 w 2290556"/>
                <a:gd name="connsiteY841" fmla="*/ 122045 h 1796087"/>
                <a:gd name="connsiteX842" fmla="*/ 1872104 w 2290556"/>
                <a:gd name="connsiteY842" fmla="*/ 123491 h 1796087"/>
                <a:gd name="connsiteX843" fmla="*/ 1874291 w 2290556"/>
                <a:gd name="connsiteY843" fmla="*/ 124938 h 1796087"/>
                <a:gd name="connsiteX844" fmla="*/ 1875435 w 2290556"/>
                <a:gd name="connsiteY844" fmla="*/ 129580 h 1796087"/>
                <a:gd name="connsiteX845" fmla="*/ 1875435 w 2290556"/>
                <a:gd name="connsiteY845" fmla="*/ 135231 h 1796087"/>
                <a:gd name="connsiteX846" fmla="*/ 1874224 w 2290556"/>
                <a:gd name="connsiteY846" fmla="*/ 141017 h 1796087"/>
                <a:gd name="connsiteX847" fmla="*/ 1872709 w 2290556"/>
                <a:gd name="connsiteY847" fmla="*/ 146803 h 1796087"/>
                <a:gd name="connsiteX848" fmla="*/ 1869377 w 2290556"/>
                <a:gd name="connsiteY848" fmla="*/ 152589 h 1796087"/>
                <a:gd name="connsiteX849" fmla="*/ 1862714 w 2290556"/>
                <a:gd name="connsiteY849" fmla="*/ 159553 h 1796087"/>
                <a:gd name="connsiteX850" fmla="*/ 1854738 w 2290556"/>
                <a:gd name="connsiteY850" fmla="*/ 165507 h 1796087"/>
                <a:gd name="connsiteX851" fmla="*/ 1848781 w 2290556"/>
                <a:gd name="connsiteY851" fmla="*/ 170418 h 1796087"/>
                <a:gd name="connsiteX852" fmla="*/ 1840233 w 2290556"/>
                <a:gd name="connsiteY852" fmla="*/ 177382 h 1796087"/>
                <a:gd name="connsiteX853" fmla="*/ 1833838 w 2290556"/>
                <a:gd name="connsiteY853" fmla="*/ 183033 h 1796087"/>
                <a:gd name="connsiteX854" fmla="*/ 1829766 w 2290556"/>
                <a:gd name="connsiteY854" fmla="*/ 191578 h 1796087"/>
                <a:gd name="connsiteX855" fmla="*/ 1825425 w 2290556"/>
                <a:gd name="connsiteY855" fmla="*/ 198978 h 1796087"/>
                <a:gd name="connsiteX856" fmla="*/ 1823977 w 2290556"/>
                <a:gd name="connsiteY856" fmla="*/ 206951 h 1796087"/>
                <a:gd name="connsiteX857" fmla="*/ 1823102 w 2290556"/>
                <a:gd name="connsiteY857" fmla="*/ 218254 h 1796087"/>
                <a:gd name="connsiteX858" fmla="*/ 1821521 w 2290556"/>
                <a:gd name="connsiteY858" fmla="*/ 226058 h 1796087"/>
                <a:gd name="connsiteX859" fmla="*/ 1817448 w 2290556"/>
                <a:gd name="connsiteY859" fmla="*/ 233459 h 1796087"/>
                <a:gd name="connsiteX860" fmla="*/ 1812098 w 2290556"/>
                <a:gd name="connsiteY860" fmla="*/ 242575 h 1796087"/>
                <a:gd name="connsiteX861" fmla="*/ 1810953 w 2290556"/>
                <a:gd name="connsiteY861" fmla="*/ 248799 h 1796087"/>
                <a:gd name="connsiteX862" fmla="*/ 1804727 w 2290556"/>
                <a:gd name="connsiteY862" fmla="*/ 261851 h 1796087"/>
                <a:gd name="connsiteX863" fmla="*/ 1798400 w 2290556"/>
                <a:gd name="connsiteY863" fmla="*/ 274096 h 1796087"/>
                <a:gd name="connsiteX864" fmla="*/ 1795640 w 2290556"/>
                <a:gd name="connsiteY864" fmla="*/ 279680 h 1796087"/>
                <a:gd name="connsiteX865" fmla="*/ 1793688 w 2290556"/>
                <a:gd name="connsiteY865" fmla="*/ 282708 h 1796087"/>
                <a:gd name="connsiteX866" fmla="*/ 1790929 w 2290556"/>
                <a:gd name="connsiteY866" fmla="*/ 287282 h 1796087"/>
                <a:gd name="connsiteX867" fmla="*/ 1789919 w 2290556"/>
                <a:gd name="connsiteY867" fmla="*/ 292295 h 1796087"/>
                <a:gd name="connsiteX868" fmla="*/ 1789414 w 2290556"/>
                <a:gd name="connsiteY868" fmla="*/ 298081 h 1796087"/>
                <a:gd name="connsiteX869" fmla="*/ 1785342 w 2290556"/>
                <a:gd name="connsiteY869" fmla="*/ 306423 h 1796087"/>
                <a:gd name="connsiteX870" fmla="*/ 1783020 w 2290556"/>
                <a:gd name="connsiteY870" fmla="*/ 310763 h 1796087"/>
                <a:gd name="connsiteX871" fmla="*/ 1782650 w 2290556"/>
                <a:gd name="connsiteY871" fmla="*/ 311638 h 1796087"/>
                <a:gd name="connsiteX872" fmla="*/ 1781573 w 2290556"/>
                <a:gd name="connsiteY872" fmla="*/ 313589 h 1796087"/>
                <a:gd name="connsiteX873" fmla="*/ 1780765 w 2290556"/>
                <a:gd name="connsiteY873" fmla="*/ 315540 h 1796087"/>
                <a:gd name="connsiteX874" fmla="*/ 1780496 w 2290556"/>
                <a:gd name="connsiteY874" fmla="*/ 317625 h 1796087"/>
                <a:gd name="connsiteX875" fmla="*/ 1779755 w 2290556"/>
                <a:gd name="connsiteY875" fmla="*/ 319072 h 1796087"/>
                <a:gd name="connsiteX876" fmla="*/ 1779755 w 2290556"/>
                <a:gd name="connsiteY876" fmla="*/ 321326 h 1796087"/>
                <a:gd name="connsiteX877" fmla="*/ 1779755 w 2290556"/>
                <a:gd name="connsiteY877" fmla="*/ 323210 h 1796087"/>
                <a:gd name="connsiteX878" fmla="*/ 1779755 w 2290556"/>
                <a:gd name="connsiteY878" fmla="*/ 324959 h 1796087"/>
                <a:gd name="connsiteX879" fmla="*/ 1778880 w 2290556"/>
                <a:gd name="connsiteY879" fmla="*/ 327650 h 1796087"/>
                <a:gd name="connsiteX880" fmla="*/ 1777433 w 2290556"/>
                <a:gd name="connsiteY880" fmla="*/ 329164 h 1796087"/>
                <a:gd name="connsiteX881" fmla="*/ 1775851 w 2290556"/>
                <a:gd name="connsiteY881" fmla="*/ 330173 h 1796087"/>
                <a:gd name="connsiteX882" fmla="*/ 1774472 w 2290556"/>
                <a:gd name="connsiteY882" fmla="*/ 330980 h 1796087"/>
                <a:gd name="connsiteX883" fmla="*/ 1771947 w 2290556"/>
                <a:gd name="connsiteY883" fmla="*/ 332292 h 1796087"/>
                <a:gd name="connsiteX884" fmla="*/ 1770567 w 2290556"/>
                <a:gd name="connsiteY884" fmla="*/ 333234 h 1796087"/>
                <a:gd name="connsiteX885" fmla="*/ 1769895 w 2290556"/>
                <a:gd name="connsiteY885" fmla="*/ 335051 h 1796087"/>
                <a:gd name="connsiteX886" fmla="*/ 1768952 w 2290556"/>
                <a:gd name="connsiteY886" fmla="*/ 337439 h 1796087"/>
                <a:gd name="connsiteX887" fmla="*/ 1768380 w 2290556"/>
                <a:gd name="connsiteY887" fmla="*/ 339323 h 1796087"/>
                <a:gd name="connsiteX888" fmla="*/ 1769524 w 2290556"/>
                <a:gd name="connsiteY888" fmla="*/ 340332 h 1796087"/>
                <a:gd name="connsiteX889" fmla="*/ 1771914 w 2290556"/>
                <a:gd name="connsiteY889" fmla="*/ 342149 h 1796087"/>
                <a:gd name="connsiteX890" fmla="*/ 1773495 w 2290556"/>
                <a:gd name="connsiteY890" fmla="*/ 342283 h 1796087"/>
                <a:gd name="connsiteX891" fmla="*/ 1775818 w 2290556"/>
                <a:gd name="connsiteY891" fmla="*/ 342283 h 1796087"/>
                <a:gd name="connsiteX892" fmla="*/ 1777770 w 2290556"/>
                <a:gd name="connsiteY892" fmla="*/ 342081 h 1796087"/>
                <a:gd name="connsiteX893" fmla="*/ 1779082 w 2290556"/>
                <a:gd name="connsiteY893" fmla="*/ 341644 h 1796087"/>
                <a:gd name="connsiteX894" fmla="*/ 1780462 w 2290556"/>
                <a:gd name="connsiteY894" fmla="*/ 341140 h 1796087"/>
                <a:gd name="connsiteX895" fmla="*/ 1782347 w 2290556"/>
                <a:gd name="connsiteY895" fmla="*/ 341140 h 1796087"/>
                <a:gd name="connsiteX896" fmla="*/ 1783524 w 2290556"/>
                <a:gd name="connsiteY896" fmla="*/ 341140 h 1796087"/>
                <a:gd name="connsiteX897" fmla="*/ 1785712 w 2290556"/>
                <a:gd name="connsiteY897" fmla="*/ 342653 h 1796087"/>
                <a:gd name="connsiteX898" fmla="*/ 1786587 w 2290556"/>
                <a:gd name="connsiteY898" fmla="*/ 344604 h 1796087"/>
                <a:gd name="connsiteX899" fmla="*/ 1787092 w 2290556"/>
                <a:gd name="connsiteY899" fmla="*/ 349684 h 1796087"/>
                <a:gd name="connsiteX900" fmla="*/ 1786957 w 2290556"/>
                <a:gd name="connsiteY900" fmla="*/ 353452 h 1796087"/>
                <a:gd name="connsiteX901" fmla="*/ 1786823 w 2290556"/>
                <a:gd name="connsiteY901" fmla="*/ 356917 h 1796087"/>
                <a:gd name="connsiteX902" fmla="*/ 1786385 w 2290556"/>
                <a:gd name="connsiteY902" fmla="*/ 359608 h 1796087"/>
                <a:gd name="connsiteX903" fmla="*/ 1785510 w 2290556"/>
                <a:gd name="connsiteY903" fmla="*/ 362501 h 1796087"/>
                <a:gd name="connsiteX904" fmla="*/ 1783693 w 2290556"/>
                <a:gd name="connsiteY904" fmla="*/ 365764 h 1796087"/>
                <a:gd name="connsiteX905" fmla="*/ 1782077 w 2290556"/>
                <a:gd name="connsiteY905" fmla="*/ 367950 h 1796087"/>
                <a:gd name="connsiteX906" fmla="*/ 1779822 w 2290556"/>
                <a:gd name="connsiteY906" fmla="*/ 370406 h 1796087"/>
                <a:gd name="connsiteX907" fmla="*/ 1777298 w 2290556"/>
                <a:gd name="connsiteY907" fmla="*/ 372794 h 1796087"/>
                <a:gd name="connsiteX908" fmla="*/ 1773664 w 2290556"/>
                <a:gd name="connsiteY908" fmla="*/ 374981 h 1796087"/>
                <a:gd name="connsiteX909" fmla="*/ 1768447 w 2290556"/>
                <a:gd name="connsiteY909" fmla="*/ 379119 h 1796087"/>
                <a:gd name="connsiteX910" fmla="*/ 1762558 w 2290556"/>
                <a:gd name="connsiteY910" fmla="*/ 379119 h 1796087"/>
                <a:gd name="connsiteX911" fmla="*/ 1756264 w 2290556"/>
                <a:gd name="connsiteY911" fmla="*/ 380868 h 1796087"/>
                <a:gd name="connsiteX912" fmla="*/ 1752798 w 2290556"/>
                <a:gd name="connsiteY912" fmla="*/ 380868 h 1796087"/>
                <a:gd name="connsiteX913" fmla="*/ 1750207 w 2290556"/>
                <a:gd name="connsiteY913" fmla="*/ 382516 h 1796087"/>
                <a:gd name="connsiteX914" fmla="*/ 1745865 w 2290556"/>
                <a:gd name="connsiteY914" fmla="*/ 385880 h 1796087"/>
                <a:gd name="connsiteX915" fmla="*/ 1729778 w 2290556"/>
                <a:gd name="connsiteY915" fmla="*/ 396510 h 1796087"/>
                <a:gd name="connsiteX916" fmla="*/ 1709014 w 2290556"/>
                <a:gd name="connsiteY916" fmla="*/ 411076 h 1796087"/>
                <a:gd name="connsiteX917" fmla="*/ 1706388 w 2290556"/>
                <a:gd name="connsiteY917" fmla="*/ 414339 h 1796087"/>
                <a:gd name="connsiteX918" fmla="*/ 1703999 w 2290556"/>
                <a:gd name="connsiteY918" fmla="*/ 416526 h 1796087"/>
                <a:gd name="connsiteX919" fmla="*/ 1700398 w 2290556"/>
                <a:gd name="connsiteY919" fmla="*/ 420092 h 1796087"/>
                <a:gd name="connsiteX920" fmla="*/ 1695484 w 2290556"/>
                <a:gd name="connsiteY920" fmla="*/ 423119 h 1796087"/>
                <a:gd name="connsiteX921" fmla="*/ 1692321 w 2290556"/>
                <a:gd name="connsiteY921" fmla="*/ 425945 h 1796087"/>
                <a:gd name="connsiteX922" fmla="*/ 1689258 w 2290556"/>
                <a:gd name="connsiteY922" fmla="*/ 425844 h 1796087"/>
                <a:gd name="connsiteX923" fmla="*/ 1684580 w 2290556"/>
                <a:gd name="connsiteY923" fmla="*/ 428132 h 1796087"/>
                <a:gd name="connsiteX924" fmla="*/ 1682965 w 2290556"/>
                <a:gd name="connsiteY924" fmla="*/ 428132 h 1796087"/>
                <a:gd name="connsiteX925" fmla="*/ 1681215 w 2290556"/>
                <a:gd name="connsiteY925" fmla="*/ 429107 h 1796087"/>
                <a:gd name="connsiteX926" fmla="*/ 1679700 w 2290556"/>
                <a:gd name="connsiteY926" fmla="*/ 431058 h 1796087"/>
                <a:gd name="connsiteX927" fmla="*/ 1676234 w 2290556"/>
                <a:gd name="connsiteY927" fmla="*/ 432034 h 1796087"/>
                <a:gd name="connsiteX928" fmla="*/ 1673306 w 2290556"/>
                <a:gd name="connsiteY928" fmla="*/ 432471 h 1796087"/>
                <a:gd name="connsiteX929" fmla="*/ 1668863 w 2290556"/>
                <a:gd name="connsiteY929" fmla="*/ 432572 h 1796087"/>
                <a:gd name="connsiteX930" fmla="*/ 1667012 w 2290556"/>
                <a:gd name="connsiteY930" fmla="*/ 432370 h 1796087"/>
                <a:gd name="connsiteX931" fmla="*/ 1665263 w 2290556"/>
                <a:gd name="connsiteY931" fmla="*/ 431395 h 1796087"/>
                <a:gd name="connsiteX932" fmla="*/ 1662873 w 2290556"/>
                <a:gd name="connsiteY932" fmla="*/ 429780 h 1796087"/>
                <a:gd name="connsiteX933" fmla="*/ 1660685 w 2290556"/>
                <a:gd name="connsiteY933" fmla="*/ 427392 h 1796087"/>
                <a:gd name="connsiteX934" fmla="*/ 1658296 w 2290556"/>
                <a:gd name="connsiteY934" fmla="*/ 423691 h 1796087"/>
                <a:gd name="connsiteX935" fmla="*/ 1655772 w 2290556"/>
                <a:gd name="connsiteY935" fmla="*/ 421101 h 1796087"/>
                <a:gd name="connsiteX936" fmla="*/ 1653618 w 2290556"/>
                <a:gd name="connsiteY936" fmla="*/ 420865 h 1796087"/>
                <a:gd name="connsiteX937" fmla="*/ 1650993 w 2290556"/>
                <a:gd name="connsiteY937" fmla="*/ 420865 h 1796087"/>
                <a:gd name="connsiteX938" fmla="*/ 1647392 w 2290556"/>
                <a:gd name="connsiteY938" fmla="*/ 421572 h 1796087"/>
                <a:gd name="connsiteX939" fmla="*/ 1642950 w 2290556"/>
                <a:gd name="connsiteY939" fmla="*/ 422278 h 1796087"/>
                <a:gd name="connsiteX940" fmla="*/ 1635209 w 2290556"/>
                <a:gd name="connsiteY940" fmla="*/ 423893 h 1796087"/>
                <a:gd name="connsiteX941" fmla="*/ 1631204 w 2290556"/>
                <a:gd name="connsiteY941" fmla="*/ 423557 h 1796087"/>
                <a:gd name="connsiteX942" fmla="*/ 1625785 w 2290556"/>
                <a:gd name="connsiteY942" fmla="*/ 421269 h 1796087"/>
                <a:gd name="connsiteX943" fmla="*/ 1621646 w 2290556"/>
                <a:gd name="connsiteY943" fmla="*/ 419856 h 1796087"/>
                <a:gd name="connsiteX944" fmla="*/ 1617843 w 2290556"/>
                <a:gd name="connsiteY944" fmla="*/ 417905 h 1796087"/>
                <a:gd name="connsiteX945" fmla="*/ 1615016 w 2290556"/>
                <a:gd name="connsiteY945" fmla="*/ 416156 h 1796087"/>
                <a:gd name="connsiteX946" fmla="*/ 1611987 w 2290556"/>
                <a:gd name="connsiteY946" fmla="*/ 414541 h 1796087"/>
                <a:gd name="connsiteX947" fmla="*/ 1609261 w 2290556"/>
                <a:gd name="connsiteY947" fmla="*/ 413128 h 1796087"/>
                <a:gd name="connsiteX948" fmla="*/ 1605896 w 2290556"/>
                <a:gd name="connsiteY948" fmla="*/ 410639 h 1796087"/>
                <a:gd name="connsiteX949" fmla="*/ 1603069 w 2290556"/>
                <a:gd name="connsiteY949" fmla="*/ 408789 h 1796087"/>
                <a:gd name="connsiteX950" fmla="*/ 1599804 w 2290556"/>
                <a:gd name="connsiteY950" fmla="*/ 406300 h 1796087"/>
                <a:gd name="connsiteX951" fmla="*/ 1596741 w 2290556"/>
                <a:gd name="connsiteY951" fmla="*/ 404550 h 1796087"/>
                <a:gd name="connsiteX952" fmla="*/ 1593915 w 2290556"/>
                <a:gd name="connsiteY952" fmla="*/ 403137 h 1796087"/>
                <a:gd name="connsiteX953" fmla="*/ 1590314 w 2290556"/>
                <a:gd name="connsiteY953" fmla="*/ 401725 h 1796087"/>
                <a:gd name="connsiteX954" fmla="*/ 1587486 w 2290556"/>
                <a:gd name="connsiteY954" fmla="*/ 401725 h 1796087"/>
                <a:gd name="connsiteX955" fmla="*/ 1586511 w 2290556"/>
                <a:gd name="connsiteY955" fmla="*/ 401725 h 1796087"/>
                <a:gd name="connsiteX956" fmla="*/ 1584660 w 2290556"/>
                <a:gd name="connsiteY956" fmla="*/ 402532 h 1796087"/>
                <a:gd name="connsiteX957" fmla="*/ 1581833 w 2290556"/>
                <a:gd name="connsiteY957" fmla="*/ 405829 h 1796087"/>
                <a:gd name="connsiteX958" fmla="*/ 1578568 w 2290556"/>
                <a:gd name="connsiteY958" fmla="*/ 412691 h 1796087"/>
                <a:gd name="connsiteX959" fmla="*/ 1575741 w 2290556"/>
                <a:gd name="connsiteY959" fmla="*/ 416930 h 1796087"/>
                <a:gd name="connsiteX960" fmla="*/ 1573352 w 2290556"/>
                <a:gd name="connsiteY960" fmla="*/ 424532 h 1796087"/>
                <a:gd name="connsiteX961" fmla="*/ 1569885 w 2290556"/>
                <a:gd name="connsiteY961" fmla="*/ 430957 h 1796087"/>
                <a:gd name="connsiteX962" fmla="*/ 1566520 w 2290556"/>
                <a:gd name="connsiteY962" fmla="*/ 439771 h 1796087"/>
                <a:gd name="connsiteX963" fmla="*/ 1561068 w 2290556"/>
                <a:gd name="connsiteY963" fmla="*/ 452588 h 1796087"/>
                <a:gd name="connsiteX964" fmla="*/ 1560092 w 2290556"/>
                <a:gd name="connsiteY964" fmla="*/ 457364 h 1796087"/>
                <a:gd name="connsiteX965" fmla="*/ 1558443 w 2290556"/>
                <a:gd name="connsiteY965" fmla="*/ 466178 h 1796087"/>
                <a:gd name="connsiteX966" fmla="*/ 1555515 w 2290556"/>
                <a:gd name="connsiteY966" fmla="*/ 471830 h 1796087"/>
                <a:gd name="connsiteX967" fmla="*/ 1554303 w 2290556"/>
                <a:gd name="connsiteY967" fmla="*/ 476068 h 1796087"/>
                <a:gd name="connsiteX968" fmla="*/ 1550399 w 2290556"/>
                <a:gd name="connsiteY968" fmla="*/ 480206 h 1796087"/>
                <a:gd name="connsiteX969" fmla="*/ 1548111 w 2290556"/>
                <a:gd name="connsiteY969" fmla="*/ 486395 h 1796087"/>
                <a:gd name="connsiteX970" fmla="*/ 1545620 w 2290556"/>
                <a:gd name="connsiteY970" fmla="*/ 491408 h 1796087"/>
                <a:gd name="connsiteX971" fmla="*/ 1544544 w 2290556"/>
                <a:gd name="connsiteY971" fmla="*/ 499650 h 1796087"/>
                <a:gd name="connsiteX972" fmla="*/ 1540000 w 2290556"/>
                <a:gd name="connsiteY972" fmla="*/ 510313 h 1796087"/>
                <a:gd name="connsiteX973" fmla="*/ 1540202 w 2290556"/>
                <a:gd name="connsiteY973" fmla="*/ 514552 h 1796087"/>
                <a:gd name="connsiteX974" fmla="*/ 1540101 w 2290556"/>
                <a:gd name="connsiteY974" fmla="*/ 521818 h 1796087"/>
                <a:gd name="connsiteX975" fmla="*/ 1539024 w 2290556"/>
                <a:gd name="connsiteY975" fmla="*/ 528109 h 1796087"/>
                <a:gd name="connsiteX976" fmla="*/ 1535221 w 2290556"/>
                <a:gd name="connsiteY976" fmla="*/ 531809 h 1796087"/>
                <a:gd name="connsiteX977" fmla="*/ 1532596 w 2290556"/>
                <a:gd name="connsiteY977" fmla="*/ 535274 h 1796087"/>
                <a:gd name="connsiteX978" fmla="*/ 1526740 w 2290556"/>
                <a:gd name="connsiteY978" fmla="*/ 540824 h 1796087"/>
                <a:gd name="connsiteX979" fmla="*/ 1524351 w 2290556"/>
                <a:gd name="connsiteY979" fmla="*/ 545265 h 1796087"/>
                <a:gd name="connsiteX980" fmla="*/ 1521086 w 2290556"/>
                <a:gd name="connsiteY980" fmla="*/ 548091 h 1796087"/>
                <a:gd name="connsiteX981" fmla="*/ 1520009 w 2290556"/>
                <a:gd name="connsiteY981" fmla="*/ 552329 h 1796087"/>
                <a:gd name="connsiteX982" fmla="*/ 1519773 w 2290556"/>
                <a:gd name="connsiteY982" fmla="*/ 556904 h 1796087"/>
                <a:gd name="connsiteX983" fmla="*/ 1520413 w 2290556"/>
                <a:gd name="connsiteY983" fmla="*/ 561244 h 1796087"/>
                <a:gd name="connsiteX984" fmla="*/ 1520649 w 2290556"/>
                <a:gd name="connsiteY984" fmla="*/ 569485 h 1796087"/>
                <a:gd name="connsiteX985" fmla="*/ 1524115 w 2290556"/>
                <a:gd name="connsiteY985" fmla="*/ 574700 h 1796087"/>
                <a:gd name="connsiteX986" fmla="*/ 1524553 w 2290556"/>
                <a:gd name="connsiteY986" fmla="*/ 578938 h 1796087"/>
                <a:gd name="connsiteX987" fmla="*/ 1521625 w 2290556"/>
                <a:gd name="connsiteY987" fmla="*/ 583076 h 1796087"/>
                <a:gd name="connsiteX988" fmla="*/ 1517822 w 2290556"/>
                <a:gd name="connsiteY988" fmla="*/ 586238 h 1796087"/>
                <a:gd name="connsiteX989" fmla="*/ 1512942 w 2290556"/>
                <a:gd name="connsiteY989" fmla="*/ 590477 h 1796087"/>
                <a:gd name="connsiteX990" fmla="*/ 1509879 w 2290556"/>
                <a:gd name="connsiteY990" fmla="*/ 592327 h 1796087"/>
                <a:gd name="connsiteX991" fmla="*/ 1505201 w 2290556"/>
                <a:gd name="connsiteY991" fmla="*/ 594715 h 1796087"/>
                <a:gd name="connsiteX992" fmla="*/ 1504764 w 2290556"/>
                <a:gd name="connsiteY992" fmla="*/ 596666 h 1796087"/>
                <a:gd name="connsiteX993" fmla="*/ 1504663 w 2290556"/>
                <a:gd name="connsiteY993" fmla="*/ 601880 h 1796087"/>
                <a:gd name="connsiteX994" fmla="*/ 1504764 w 2290556"/>
                <a:gd name="connsiteY994" fmla="*/ 607431 h 1796087"/>
                <a:gd name="connsiteX995" fmla="*/ 1505538 w 2290556"/>
                <a:gd name="connsiteY995" fmla="*/ 611333 h 1796087"/>
                <a:gd name="connsiteX996" fmla="*/ 1505975 w 2290556"/>
                <a:gd name="connsiteY996" fmla="*/ 613183 h 1796087"/>
                <a:gd name="connsiteX997" fmla="*/ 1507591 w 2290556"/>
                <a:gd name="connsiteY997" fmla="*/ 619474 h 1796087"/>
                <a:gd name="connsiteX998" fmla="*/ 1508903 w 2290556"/>
                <a:gd name="connsiteY998" fmla="*/ 621223 h 1796087"/>
                <a:gd name="connsiteX999" fmla="*/ 1512706 w 2290556"/>
                <a:gd name="connsiteY999" fmla="*/ 625563 h 1796087"/>
                <a:gd name="connsiteX1000" fmla="*/ 1515870 w 2290556"/>
                <a:gd name="connsiteY1000" fmla="*/ 629263 h 1796087"/>
                <a:gd name="connsiteX1001" fmla="*/ 1521086 w 2290556"/>
                <a:gd name="connsiteY1001" fmla="*/ 635251 h 1796087"/>
                <a:gd name="connsiteX1002" fmla="*/ 1524149 w 2290556"/>
                <a:gd name="connsiteY1002" fmla="*/ 638850 h 1796087"/>
                <a:gd name="connsiteX1003" fmla="*/ 1532966 w 2290556"/>
                <a:gd name="connsiteY1003" fmla="*/ 643526 h 1796087"/>
                <a:gd name="connsiteX1004" fmla="*/ 1535457 w 2290556"/>
                <a:gd name="connsiteY1004" fmla="*/ 645814 h 1796087"/>
                <a:gd name="connsiteX1005" fmla="*/ 1537207 w 2290556"/>
                <a:gd name="connsiteY1005" fmla="*/ 645814 h 1796087"/>
                <a:gd name="connsiteX1006" fmla="*/ 1541010 w 2290556"/>
                <a:gd name="connsiteY1006" fmla="*/ 644737 h 1796087"/>
                <a:gd name="connsiteX1007" fmla="*/ 1543399 w 2290556"/>
                <a:gd name="connsiteY1007" fmla="*/ 641272 h 1796087"/>
                <a:gd name="connsiteX1008" fmla="*/ 1541986 w 2290556"/>
                <a:gd name="connsiteY1008" fmla="*/ 635285 h 1796087"/>
                <a:gd name="connsiteX1009" fmla="*/ 1544914 w 2290556"/>
                <a:gd name="connsiteY1009" fmla="*/ 632021 h 1796087"/>
                <a:gd name="connsiteX1010" fmla="*/ 1549827 w 2290556"/>
                <a:gd name="connsiteY1010" fmla="*/ 629835 h 1796087"/>
                <a:gd name="connsiteX1011" fmla="*/ 1556020 w 2290556"/>
                <a:gd name="connsiteY1011" fmla="*/ 627648 h 1796087"/>
                <a:gd name="connsiteX1012" fmla="*/ 1561674 w 2290556"/>
                <a:gd name="connsiteY1012" fmla="*/ 626336 h 1796087"/>
                <a:gd name="connsiteX1013" fmla="*/ 1567428 w 2290556"/>
                <a:gd name="connsiteY1013" fmla="*/ 624587 h 1796087"/>
                <a:gd name="connsiteX1014" fmla="*/ 1577121 w 2290556"/>
                <a:gd name="connsiteY1014" fmla="*/ 624251 h 1796087"/>
                <a:gd name="connsiteX1015" fmla="*/ 1579746 w 2290556"/>
                <a:gd name="connsiteY1015" fmla="*/ 624251 h 1796087"/>
                <a:gd name="connsiteX1016" fmla="*/ 1584525 w 2290556"/>
                <a:gd name="connsiteY1016" fmla="*/ 625933 h 1796087"/>
                <a:gd name="connsiteX1017" fmla="*/ 1588429 w 2290556"/>
                <a:gd name="connsiteY1017" fmla="*/ 623914 h 1796087"/>
                <a:gd name="connsiteX1018" fmla="*/ 1594857 w 2290556"/>
                <a:gd name="connsiteY1018" fmla="*/ 622401 h 1796087"/>
                <a:gd name="connsiteX1019" fmla="*/ 1598996 w 2290556"/>
                <a:gd name="connsiteY1019" fmla="*/ 621425 h 1796087"/>
                <a:gd name="connsiteX1020" fmla="*/ 1606064 w 2290556"/>
                <a:gd name="connsiteY1020" fmla="*/ 621189 h 1796087"/>
                <a:gd name="connsiteX1021" fmla="*/ 1611281 w 2290556"/>
                <a:gd name="connsiteY1021" fmla="*/ 620214 h 1796087"/>
                <a:gd name="connsiteX1022" fmla="*/ 1617035 w 2290556"/>
                <a:gd name="connsiteY1022" fmla="*/ 620113 h 1796087"/>
                <a:gd name="connsiteX1023" fmla="*/ 1624002 w 2290556"/>
                <a:gd name="connsiteY1023" fmla="*/ 621526 h 1796087"/>
                <a:gd name="connsiteX1024" fmla="*/ 1637598 w 2290556"/>
                <a:gd name="connsiteY1024" fmla="*/ 629128 h 1796087"/>
                <a:gd name="connsiteX1025" fmla="*/ 1641199 w 2290556"/>
                <a:gd name="connsiteY1025" fmla="*/ 633266 h 1796087"/>
                <a:gd name="connsiteX1026" fmla="*/ 1648704 w 2290556"/>
                <a:gd name="connsiteY1026" fmla="*/ 637168 h 1796087"/>
                <a:gd name="connsiteX1027" fmla="*/ 1653921 w 2290556"/>
                <a:gd name="connsiteY1027" fmla="*/ 637942 h 1796087"/>
                <a:gd name="connsiteX1028" fmla="*/ 1660214 w 2290556"/>
                <a:gd name="connsiteY1028" fmla="*/ 637067 h 1796087"/>
                <a:gd name="connsiteX1029" fmla="*/ 1662907 w 2290556"/>
                <a:gd name="connsiteY1029" fmla="*/ 635015 h 1796087"/>
                <a:gd name="connsiteX1030" fmla="*/ 1663782 w 2290556"/>
                <a:gd name="connsiteY1030" fmla="*/ 630878 h 1796087"/>
                <a:gd name="connsiteX1031" fmla="*/ 1664421 w 2290556"/>
                <a:gd name="connsiteY1031" fmla="*/ 628927 h 1796087"/>
                <a:gd name="connsiteX1032" fmla="*/ 1664959 w 2290556"/>
                <a:gd name="connsiteY1032" fmla="*/ 626875 h 1796087"/>
                <a:gd name="connsiteX1033" fmla="*/ 1664959 w 2290556"/>
                <a:gd name="connsiteY1033" fmla="*/ 624385 h 1796087"/>
                <a:gd name="connsiteX1034" fmla="*/ 1668157 w 2290556"/>
                <a:gd name="connsiteY1034" fmla="*/ 620786 h 1796087"/>
                <a:gd name="connsiteX1035" fmla="*/ 1669940 w 2290556"/>
                <a:gd name="connsiteY1035" fmla="*/ 618196 h 1796087"/>
                <a:gd name="connsiteX1036" fmla="*/ 1671892 w 2290556"/>
                <a:gd name="connsiteY1036" fmla="*/ 615706 h 1796087"/>
                <a:gd name="connsiteX1037" fmla="*/ 1674383 w 2290556"/>
                <a:gd name="connsiteY1037" fmla="*/ 612006 h 1796087"/>
                <a:gd name="connsiteX1038" fmla="*/ 1678085 w 2290556"/>
                <a:gd name="connsiteY1038" fmla="*/ 608406 h 1796087"/>
                <a:gd name="connsiteX1039" fmla="*/ 1682426 w 2290556"/>
                <a:gd name="connsiteY1039" fmla="*/ 606119 h 1796087"/>
                <a:gd name="connsiteX1040" fmla="*/ 1686431 w 2290556"/>
                <a:gd name="connsiteY1040" fmla="*/ 603831 h 1796087"/>
                <a:gd name="connsiteX1041" fmla="*/ 1691446 w 2290556"/>
                <a:gd name="connsiteY1041" fmla="*/ 601006 h 1796087"/>
                <a:gd name="connsiteX1042" fmla="*/ 1694037 w 2290556"/>
                <a:gd name="connsiteY1042" fmla="*/ 599694 h 1796087"/>
                <a:gd name="connsiteX1043" fmla="*/ 1700364 w 2290556"/>
                <a:gd name="connsiteY1043" fmla="*/ 596229 h 1796087"/>
                <a:gd name="connsiteX1044" fmla="*/ 1707768 w 2290556"/>
                <a:gd name="connsiteY1044" fmla="*/ 596128 h 1796087"/>
                <a:gd name="connsiteX1045" fmla="*/ 1714499 w 2290556"/>
                <a:gd name="connsiteY1045" fmla="*/ 594715 h 1796087"/>
                <a:gd name="connsiteX1046" fmla="*/ 1719177 w 2290556"/>
                <a:gd name="connsiteY1046" fmla="*/ 594715 h 1796087"/>
                <a:gd name="connsiteX1047" fmla="*/ 1722341 w 2290556"/>
                <a:gd name="connsiteY1047" fmla="*/ 595859 h 1796087"/>
                <a:gd name="connsiteX1048" fmla="*/ 1725066 w 2290556"/>
                <a:gd name="connsiteY1048" fmla="*/ 596229 h 1796087"/>
                <a:gd name="connsiteX1049" fmla="*/ 1729105 w 2290556"/>
                <a:gd name="connsiteY1049" fmla="*/ 597440 h 1796087"/>
                <a:gd name="connsiteX1050" fmla="*/ 1733009 w 2290556"/>
                <a:gd name="connsiteY1050" fmla="*/ 601039 h 1796087"/>
                <a:gd name="connsiteX1051" fmla="*/ 1734422 w 2290556"/>
                <a:gd name="connsiteY1051" fmla="*/ 602116 h 1796087"/>
                <a:gd name="connsiteX1052" fmla="*/ 1735836 w 2290556"/>
                <a:gd name="connsiteY1052" fmla="*/ 602890 h 1796087"/>
                <a:gd name="connsiteX1053" fmla="*/ 1739303 w 2290556"/>
                <a:gd name="connsiteY1053" fmla="*/ 602890 h 1796087"/>
                <a:gd name="connsiteX1054" fmla="*/ 1742466 w 2290556"/>
                <a:gd name="connsiteY1054" fmla="*/ 603529 h 1796087"/>
                <a:gd name="connsiteX1055" fmla="*/ 1746067 w 2290556"/>
                <a:gd name="connsiteY1055" fmla="*/ 606253 h 1796087"/>
                <a:gd name="connsiteX1056" fmla="*/ 1748457 w 2290556"/>
                <a:gd name="connsiteY1056" fmla="*/ 608642 h 1796087"/>
                <a:gd name="connsiteX1057" fmla="*/ 1750509 w 2290556"/>
                <a:gd name="connsiteY1057" fmla="*/ 611030 h 1796087"/>
                <a:gd name="connsiteX1058" fmla="*/ 1753875 w 2290556"/>
                <a:gd name="connsiteY1058" fmla="*/ 613856 h 1796087"/>
                <a:gd name="connsiteX1059" fmla="*/ 1757678 w 2290556"/>
                <a:gd name="connsiteY1059" fmla="*/ 617556 h 1796087"/>
                <a:gd name="connsiteX1060" fmla="*/ 1760303 w 2290556"/>
                <a:gd name="connsiteY1060" fmla="*/ 619608 h 1796087"/>
                <a:gd name="connsiteX1061" fmla="*/ 1764308 w 2290556"/>
                <a:gd name="connsiteY1061" fmla="*/ 620248 h 1796087"/>
                <a:gd name="connsiteX1062" fmla="*/ 1769524 w 2290556"/>
                <a:gd name="connsiteY1062" fmla="*/ 620248 h 1796087"/>
                <a:gd name="connsiteX1063" fmla="*/ 1773664 w 2290556"/>
                <a:gd name="connsiteY1063" fmla="*/ 621122 h 1796087"/>
                <a:gd name="connsiteX1064" fmla="*/ 1776289 w 2290556"/>
                <a:gd name="connsiteY1064" fmla="*/ 621660 h 1796087"/>
                <a:gd name="connsiteX1065" fmla="*/ 1781404 w 2290556"/>
                <a:gd name="connsiteY1065" fmla="*/ 625462 h 1796087"/>
                <a:gd name="connsiteX1066" fmla="*/ 1785005 w 2290556"/>
                <a:gd name="connsiteY1066" fmla="*/ 627514 h 1796087"/>
                <a:gd name="connsiteX1067" fmla="*/ 1787159 w 2290556"/>
                <a:gd name="connsiteY1067" fmla="*/ 628927 h 1796087"/>
                <a:gd name="connsiteX1068" fmla="*/ 1790962 w 2290556"/>
                <a:gd name="connsiteY1068" fmla="*/ 631752 h 1796087"/>
                <a:gd name="connsiteX1069" fmla="*/ 1791736 w 2290556"/>
                <a:gd name="connsiteY1069" fmla="*/ 635217 h 1796087"/>
                <a:gd name="connsiteX1070" fmla="*/ 1794462 w 2290556"/>
                <a:gd name="connsiteY1070" fmla="*/ 640532 h 1796087"/>
                <a:gd name="connsiteX1071" fmla="*/ 1797390 w 2290556"/>
                <a:gd name="connsiteY1071" fmla="*/ 641508 h 1796087"/>
                <a:gd name="connsiteX1072" fmla="*/ 1799578 w 2290556"/>
                <a:gd name="connsiteY1072" fmla="*/ 641508 h 1796087"/>
                <a:gd name="connsiteX1073" fmla="*/ 1803818 w 2290556"/>
                <a:gd name="connsiteY1073" fmla="*/ 643257 h 1796087"/>
                <a:gd name="connsiteX1074" fmla="*/ 1804054 w 2290556"/>
                <a:gd name="connsiteY1074" fmla="*/ 645107 h 1796087"/>
                <a:gd name="connsiteX1075" fmla="*/ 1805232 w 2290556"/>
                <a:gd name="connsiteY1075" fmla="*/ 647832 h 1796087"/>
                <a:gd name="connsiteX1076" fmla="*/ 1808833 w 2290556"/>
                <a:gd name="connsiteY1076" fmla="*/ 651095 h 1796087"/>
                <a:gd name="connsiteX1077" fmla="*/ 1814386 w 2290556"/>
                <a:gd name="connsiteY1077" fmla="*/ 656208 h 1796087"/>
                <a:gd name="connsiteX1078" fmla="*/ 1818391 w 2290556"/>
                <a:gd name="connsiteY1078" fmla="*/ 659808 h 1796087"/>
                <a:gd name="connsiteX1079" fmla="*/ 1824247 w 2290556"/>
                <a:gd name="connsiteY1079" fmla="*/ 665022 h 1796087"/>
                <a:gd name="connsiteX1080" fmla="*/ 1830540 w 2290556"/>
                <a:gd name="connsiteY1080" fmla="*/ 669900 h 1796087"/>
                <a:gd name="connsiteX1081" fmla="*/ 1836396 w 2290556"/>
                <a:gd name="connsiteY1081" fmla="*/ 676325 h 1796087"/>
                <a:gd name="connsiteX1082" fmla="*/ 1839223 w 2290556"/>
                <a:gd name="connsiteY1082" fmla="*/ 680664 h 1796087"/>
                <a:gd name="connsiteX1083" fmla="*/ 1841713 w 2290556"/>
                <a:gd name="connsiteY1083" fmla="*/ 683726 h 1796087"/>
                <a:gd name="connsiteX1084" fmla="*/ 1845180 w 2290556"/>
                <a:gd name="connsiteY1084" fmla="*/ 690016 h 1796087"/>
                <a:gd name="connsiteX1085" fmla="*/ 1854098 w 2290556"/>
                <a:gd name="connsiteY1085" fmla="*/ 696744 h 1796087"/>
                <a:gd name="connsiteX1086" fmla="*/ 1857464 w 2290556"/>
                <a:gd name="connsiteY1086" fmla="*/ 701319 h 1796087"/>
                <a:gd name="connsiteX1087" fmla="*/ 1856286 w 2290556"/>
                <a:gd name="connsiteY1087" fmla="*/ 704145 h 1796087"/>
                <a:gd name="connsiteX1088" fmla="*/ 1853459 w 2290556"/>
                <a:gd name="connsiteY1088" fmla="*/ 707509 h 1796087"/>
                <a:gd name="connsiteX1089" fmla="*/ 1859550 w 2290556"/>
                <a:gd name="connsiteY1089" fmla="*/ 712622 h 1796087"/>
                <a:gd name="connsiteX1090" fmla="*/ 1861704 w 2290556"/>
                <a:gd name="connsiteY1090" fmla="*/ 713799 h 1796087"/>
                <a:gd name="connsiteX1091" fmla="*/ 1867156 w 2290556"/>
                <a:gd name="connsiteY1091" fmla="*/ 719989 h 1796087"/>
                <a:gd name="connsiteX1092" fmla="*/ 1867156 w 2290556"/>
                <a:gd name="connsiteY1092" fmla="*/ 722916 h 1796087"/>
                <a:gd name="connsiteX1093" fmla="*/ 1866180 w 2290556"/>
                <a:gd name="connsiteY1093" fmla="*/ 724766 h 1796087"/>
                <a:gd name="connsiteX1094" fmla="*/ 1862478 w 2290556"/>
                <a:gd name="connsiteY1094" fmla="*/ 727794 h 1796087"/>
                <a:gd name="connsiteX1095" fmla="*/ 1857800 w 2290556"/>
                <a:gd name="connsiteY1095" fmla="*/ 731158 h 1796087"/>
                <a:gd name="connsiteX1096" fmla="*/ 1851170 w 2290556"/>
                <a:gd name="connsiteY1096" fmla="*/ 736473 h 1796087"/>
                <a:gd name="connsiteX1097" fmla="*/ 1849118 w 2290556"/>
                <a:gd name="connsiteY1097" fmla="*/ 738222 h 1796087"/>
                <a:gd name="connsiteX1098" fmla="*/ 1842689 w 2290556"/>
                <a:gd name="connsiteY1098" fmla="*/ 740947 h 1796087"/>
                <a:gd name="connsiteX1099" fmla="*/ 1836834 w 2290556"/>
                <a:gd name="connsiteY1099" fmla="*/ 742898 h 1796087"/>
                <a:gd name="connsiteX1100" fmla="*/ 1830641 w 2290556"/>
                <a:gd name="connsiteY1100" fmla="*/ 744210 h 1796087"/>
                <a:gd name="connsiteX1101" fmla="*/ 1825727 w 2290556"/>
                <a:gd name="connsiteY1101" fmla="*/ 744411 h 1796087"/>
                <a:gd name="connsiteX1102" fmla="*/ 1814318 w 2290556"/>
                <a:gd name="connsiteY1102" fmla="*/ 744311 h 1796087"/>
                <a:gd name="connsiteX1103" fmla="*/ 1805737 w 2290556"/>
                <a:gd name="connsiteY1103" fmla="*/ 744950 h 1796087"/>
                <a:gd name="connsiteX1104" fmla="*/ 1801732 w 2290556"/>
                <a:gd name="connsiteY1104" fmla="*/ 743739 h 1796087"/>
                <a:gd name="connsiteX1105" fmla="*/ 1798131 w 2290556"/>
                <a:gd name="connsiteY1105" fmla="*/ 741989 h 1796087"/>
                <a:gd name="connsiteX1106" fmla="*/ 1796078 w 2290556"/>
                <a:gd name="connsiteY1106" fmla="*/ 739803 h 1796087"/>
                <a:gd name="connsiteX1107" fmla="*/ 1793688 w 2290556"/>
                <a:gd name="connsiteY1107" fmla="*/ 736775 h 1796087"/>
                <a:gd name="connsiteX1108" fmla="*/ 1792510 w 2290556"/>
                <a:gd name="connsiteY1108" fmla="*/ 735800 h 1796087"/>
                <a:gd name="connsiteX1109" fmla="*/ 1790996 w 2290556"/>
                <a:gd name="connsiteY1109" fmla="*/ 734286 h 1796087"/>
                <a:gd name="connsiteX1110" fmla="*/ 1788606 w 2290556"/>
                <a:gd name="connsiteY1110" fmla="*/ 732537 h 1796087"/>
                <a:gd name="connsiteX1111" fmla="*/ 1786857 w 2290556"/>
                <a:gd name="connsiteY1111" fmla="*/ 731662 h 1796087"/>
                <a:gd name="connsiteX1112" fmla="*/ 1784803 w 2290556"/>
                <a:gd name="connsiteY1112" fmla="*/ 731763 h 1796087"/>
                <a:gd name="connsiteX1113" fmla="*/ 1782515 w 2290556"/>
                <a:gd name="connsiteY1113" fmla="*/ 731763 h 1796087"/>
                <a:gd name="connsiteX1114" fmla="*/ 1780563 w 2290556"/>
                <a:gd name="connsiteY1114" fmla="*/ 731763 h 1796087"/>
                <a:gd name="connsiteX1115" fmla="*/ 1778376 w 2290556"/>
                <a:gd name="connsiteY1115" fmla="*/ 732537 h 1796087"/>
                <a:gd name="connsiteX1116" fmla="*/ 1775784 w 2290556"/>
                <a:gd name="connsiteY1116" fmla="*/ 734824 h 1796087"/>
                <a:gd name="connsiteX1117" fmla="*/ 1774034 w 2290556"/>
                <a:gd name="connsiteY1117" fmla="*/ 736136 h 1796087"/>
                <a:gd name="connsiteX1118" fmla="*/ 1771207 w 2290556"/>
                <a:gd name="connsiteY1118" fmla="*/ 738087 h 1796087"/>
                <a:gd name="connsiteX1119" fmla="*/ 1768144 w 2290556"/>
                <a:gd name="connsiteY1119" fmla="*/ 738962 h 1796087"/>
                <a:gd name="connsiteX1120" fmla="*/ 1766731 w 2290556"/>
                <a:gd name="connsiteY1120" fmla="*/ 738962 h 1796087"/>
                <a:gd name="connsiteX1121" fmla="*/ 1763567 w 2290556"/>
                <a:gd name="connsiteY1121" fmla="*/ 738962 h 1796087"/>
                <a:gd name="connsiteX1122" fmla="*/ 1760101 w 2290556"/>
                <a:gd name="connsiteY1122" fmla="*/ 738794 h 1796087"/>
                <a:gd name="connsiteX1123" fmla="*/ 1757375 w 2290556"/>
                <a:gd name="connsiteY1123" fmla="*/ 738726 h 1796087"/>
                <a:gd name="connsiteX1124" fmla="*/ 1751182 w 2290556"/>
                <a:gd name="connsiteY1124" fmla="*/ 736876 h 1796087"/>
                <a:gd name="connsiteX1125" fmla="*/ 1746605 w 2290556"/>
                <a:gd name="connsiteY1125" fmla="*/ 735800 h 1796087"/>
                <a:gd name="connsiteX1126" fmla="*/ 1743779 w 2290556"/>
                <a:gd name="connsiteY1126" fmla="*/ 735800 h 1796087"/>
                <a:gd name="connsiteX1127" fmla="*/ 1739740 w 2290556"/>
                <a:gd name="connsiteY1127" fmla="*/ 735800 h 1796087"/>
                <a:gd name="connsiteX1128" fmla="*/ 1736173 w 2290556"/>
                <a:gd name="connsiteY1128" fmla="*/ 736674 h 1796087"/>
                <a:gd name="connsiteX1129" fmla="*/ 1733346 w 2290556"/>
                <a:gd name="connsiteY1129" fmla="*/ 737549 h 1796087"/>
                <a:gd name="connsiteX1130" fmla="*/ 1729879 w 2290556"/>
                <a:gd name="connsiteY1130" fmla="*/ 738861 h 1796087"/>
                <a:gd name="connsiteX1131" fmla="*/ 1725538 w 2290556"/>
                <a:gd name="connsiteY1131" fmla="*/ 740913 h 1796087"/>
                <a:gd name="connsiteX1132" fmla="*/ 1722913 w 2290556"/>
                <a:gd name="connsiteY1132" fmla="*/ 741788 h 1796087"/>
                <a:gd name="connsiteX1133" fmla="*/ 1720321 w 2290556"/>
                <a:gd name="connsiteY1133" fmla="*/ 742662 h 1796087"/>
                <a:gd name="connsiteX1134" fmla="*/ 1717158 w 2290556"/>
                <a:gd name="connsiteY1134" fmla="*/ 743840 h 1796087"/>
                <a:gd name="connsiteX1135" fmla="*/ 1713994 w 2290556"/>
                <a:gd name="connsiteY1135" fmla="*/ 745791 h 1796087"/>
                <a:gd name="connsiteX1136" fmla="*/ 1711268 w 2290556"/>
                <a:gd name="connsiteY1136" fmla="*/ 748078 h 1796087"/>
                <a:gd name="connsiteX1137" fmla="*/ 1708340 w 2290556"/>
                <a:gd name="connsiteY1137" fmla="*/ 750130 h 1796087"/>
                <a:gd name="connsiteX1138" fmla="*/ 1704537 w 2290556"/>
                <a:gd name="connsiteY1138" fmla="*/ 753057 h 1796087"/>
                <a:gd name="connsiteX1139" fmla="*/ 1699960 w 2290556"/>
                <a:gd name="connsiteY1139" fmla="*/ 756421 h 1796087"/>
                <a:gd name="connsiteX1140" fmla="*/ 1697335 w 2290556"/>
                <a:gd name="connsiteY1140" fmla="*/ 757396 h 1796087"/>
                <a:gd name="connsiteX1141" fmla="*/ 1692321 w 2290556"/>
                <a:gd name="connsiteY1141" fmla="*/ 760020 h 1796087"/>
                <a:gd name="connsiteX1142" fmla="*/ 1688282 w 2290556"/>
                <a:gd name="connsiteY1142" fmla="*/ 760121 h 1796087"/>
                <a:gd name="connsiteX1143" fmla="*/ 1682527 w 2290556"/>
                <a:gd name="connsiteY1143" fmla="*/ 759146 h 1796087"/>
                <a:gd name="connsiteX1144" fmla="*/ 1679364 w 2290556"/>
                <a:gd name="connsiteY1144" fmla="*/ 757497 h 1796087"/>
                <a:gd name="connsiteX1145" fmla="*/ 1677950 w 2290556"/>
                <a:gd name="connsiteY1145" fmla="*/ 758036 h 1796087"/>
                <a:gd name="connsiteX1146" fmla="*/ 1674349 w 2290556"/>
                <a:gd name="connsiteY1146" fmla="*/ 758036 h 1796087"/>
                <a:gd name="connsiteX1147" fmla="*/ 1672060 w 2290556"/>
                <a:gd name="connsiteY1147" fmla="*/ 758574 h 1796087"/>
                <a:gd name="connsiteX1148" fmla="*/ 1667921 w 2290556"/>
                <a:gd name="connsiteY1148" fmla="*/ 760323 h 1796087"/>
                <a:gd name="connsiteX1149" fmla="*/ 1664454 w 2290556"/>
                <a:gd name="connsiteY1149" fmla="*/ 764225 h 1796087"/>
                <a:gd name="connsiteX1150" fmla="*/ 1662940 w 2290556"/>
                <a:gd name="connsiteY1150" fmla="*/ 767589 h 1796087"/>
                <a:gd name="connsiteX1151" fmla="*/ 1662940 w 2290556"/>
                <a:gd name="connsiteY1151" fmla="*/ 772601 h 1796087"/>
                <a:gd name="connsiteX1152" fmla="*/ 1660349 w 2290556"/>
                <a:gd name="connsiteY1152" fmla="*/ 777177 h 1796087"/>
                <a:gd name="connsiteX1153" fmla="*/ 1657959 w 2290556"/>
                <a:gd name="connsiteY1153" fmla="*/ 781079 h 1796087"/>
                <a:gd name="connsiteX1154" fmla="*/ 1654358 w 2290556"/>
                <a:gd name="connsiteY1154" fmla="*/ 783568 h 1796087"/>
                <a:gd name="connsiteX1155" fmla="*/ 1651195 w 2290556"/>
                <a:gd name="connsiteY1155" fmla="*/ 784443 h 1796087"/>
                <a:gd name="connsiteX1156" fmla="*/ 1647930 w 2290556"/>
                <a:gd name="connsiteY1156" fmla="*/ 784241 h 1796087"/>
                <a:gd name="connsiteX1157" fmla="*/ 1644868 w 2290556"/>
                <a:gd name="connsiteY1157" fmla="*/ 783164 h 1796087"/>
                <a:gd name="connsiteX1158" fmla="*/ 1637464 w 2290556"/>
                <a:gd name="connsiteY1158" fmla="*/ 781953 h 1796087"/>
                <a:gd name="connsiteX1159" fmla="*/ 1631608 w 2290556"/>
                <a:gd name="connsiteY1159" fmla="*/ 781953 h 1796087"/>
                <a:gd name="connsiteX1160" fmla="*/ 1626829 w 2290556"/>
                <a:gd name="connsiteY1160" fmla="*/ 781953 h 1796087"/>
                <a:gd name="connsiteX1161" fmla="*/ 1621074 w 2290556"/>
                <a:gd name="connsiteY1161" fmla="*/ 783265 h 1796087"/>
                <a:gd name="connsiteX1162" fmla="*/ 1614444 w 2290556"/>
                <a:gd name="connsiteY1162" fmla="*/ 786730 h 1796087"/>
                <a:gd name="connsiteX1163" fmla="*/ 1606199 w 2290556"/>
                <a:gd name="connsiteY1163" fmla="*/ 792718 h 1796087"/>
                <a:gd name="connsiteX1164" fmla="*/ 1600343 w 2290556"/>
                <a:gd name="connsiteY1164" fmla="*/ 794333 h 1796087"/>
                <a:gd name="connsiteX1165" fmla="*/ 1595463 w 2290556"/>
                <a:gd name="connsiteY1165" fmla="*/ 798672 h 1796087"/>
                <a:gd name="connsiteX1166" fmla="*/ 1593410 w 2290556"/>
                <a:gd name="connsiteY1166" fmla="*/ 805198 h 1796087"/>
                <a:gd name="connsiteX1167" fmla="*/ 1590919 w 2290556"/>
                <a:gd name="connsiteY1167" fmla="*/ 808798 h 1796087"/>
                <a:gd name="connsiteX1168" fmla="*/ 1585804 w 2290556"/>
                <a:gd name="connsiteY1168" fmla="*/ 813575 h 1796087"/>
                <a:gd name="connsiteX1169" fmla="*/ 1583953 w 2290556"/>
                <a:gd name="connsiteY1169" fmla="*/ 815526 h 1796087"/>
                <a:gd name="connsiteX1170" fmla="*/ 1581227 w 2290556"/>
                <a:gd name="connsiteY1170" fmla="*/ 818351 h 1796087"/>
                <a:gd name="connsiteX1171" fmla="*/ 1577962 w 2290556"/>
                <a:gd name="connsiteY1171" fmla="*/ 822691 h 1796087"/>
                <a:gd name="connsiteX1172" fmla="*/ 1576212 w 2290556"/>
                <a:gd name="connsiteY1172" fmla="*/ 826829 h 1796087"/>
                <a:gd name="connsiteX1173" fmla="*/ 1574563 w 2290556"/>
                <a:gd name="connsiteY1173" fmla="*/ 828040 h 1796087"/>
                <a:gd name="connsiteX1174" fmla="*/ 1573486 w 2290556"/>
                <a:gd name="connsiteY1174" fmla="*/ 831404 h 1796087"/>
                <a:gd name="connsiteX1175" fmla="*/ 1572712 w 2290556"/>
                <a:gd name="connsiteY1175" fmla="*/ 833893 h 1796087"/>
                <a:gd name="connsiteX1176" fmla="*/ 1572376 w 2290556"/>
                <a:gd name="connsiteY1176" fmla="*/ 836618 h 1796087"/>
                <a:gd name="connsiteX1177" fmla="*/ 1572039 w 2290556"/>
                <a:gd name="connsiteY1177" fmla="*/ 837694 h 1796087"/>
                <a:gd name="connsiteX1178" fmla="*/ 1573654 w 2290556"/>
                <a:gd name="connsiteY1178" fmla="*/ 840318 h 1796087"/>
                <a:gd name="connsiteX1179" fmla="*/ 1576683 w 2290556"/>
                <a:gd name="connsiteY1179" fmla="*/ 845431 h 1796087"/>
                <a:gd name="connsiteX1180" fmla="*/ 1577323 w 2290556"/>
                <a:gd name="connsiteY1180" fmla="*/ 847618 h 1796087"/>
                <a:gd name="connsiteX1181" fmla="*/ 1577861 w 2290556"/>
                <a:gd name="connsiteY1181" fmla="*/ 851083 h 1796087"/>
                <a:gd name="connsiteX1182" fmla="*/ 1577861 w 2290556"/>
                <a:gd name="connsiteY1182" fmla="*/ 854548 h 1796087"/>
                <a:gd name="connsiteX1183" fmla="*/ 1577861 w 2290556"/>
                <a:gd name="connsiteY1183" fmla="*/ 856600 h 1796087"/>
                <a:gd name="connsiteX1184" fmla="*/ 1577054 w 2290556"/>
                <a:gd name="connsiteY1184" fmla="*/ 858349 h 1796087"/>
                <a:gd name="connsiteX1185" fmla="*/ 1575034 w 2290556"/>
                <a:gd name="connsiteY1185" fmla="*/ 860098 h 1796087"/>
                <a:gd name="connsiteX1186" fmla="*/ 1572544 w 2290556"/>
                <a:gd name="connsiteY1186" fmla="*/ 862049 h 1796087"/>
                <a:gd name="connsiteX1187" fmla="*/ 1569818 w 2290556"/>
                <a:gd name="connsiteY1187" fmla="*/ 862924 h 1796087"/>
                <a:gd name="connsiteX1188" fmla="*/ 1565678 w 2290556"/>
                <a:gd name="connsiteY1188" fmla="*/ 862924 h 1796087"/>
                <a:gd name="connsiteX1189" fmla="*/ 1561236 w 2290556"/>
                <a:gd name="connsiteY1189" fmla="*/ 863698 h 1796087"/>
                <a:gd name="connsiteX1190" fmla="*/ 1558207 w 2290556"/>
                <a:gd name="connsiteY1190" fmla="*/ 864236 h 1796087"/>
                <a:gd name="connsiteX1191" fmla="*/ 1555918 w 2290556"/>
                <a:gd name="connsiteY1191" fmla="*/ 865110 h 1796087"/>
                <a:gd name="connsiteX1192" fmla="*/ 1553193 w 2290556"/>
                <a:gd name="connsiteY1192" fmla="*/ 866961 h 1796087"/>
                <a:gd name="connsiteX1193" fmla="*/ 1551341 w 2290556"/>
                <a:gd name="connsiteY1193" fmla="*/ 868710 h 1796087"/>
                <a:gd name="connsiteX1194" fmla="*/ 1549928 w 2290556"/>
                <a:gd name="connsiteY1194" fmla="*/ 870997 h 1796087"/>
                <a:gd name="connsiteX1195" fmla="*/ 1547438 w 2290556"/>
                <a:gd name="connsiteY1195" fmla="*/ 874462 h 1796087"/>
                <a:gd name="connsiteX1196" fmla="*/ 1542995 w 2290556"/>
                <a:gd name="connsiteY1196" fmla="*/ 878802 h 1796087"/>
                <a:gd name="connsiteX1197" fmla="*/ 1538519 w 2290556"/>
                <a:gd name="connsiteY1197" fmla="*/ 880316 h 1796087"/>
                <a:gd name="connsiteX1198" fmla="*/ 1533202 w 2290556"/>
                <a:gd name="connsiteY1198" fmla="*/ 885631 h 1796087"/>
                <a:gd name="connsiteX1199" fmla="*/ 1527312 w 2290556"/>
                <a:gd name="connsiteY1199" fmla="*/ 891282 h 1796087"/>
                <a:gd name="connsiteX1200" fmla="*/ 1520918 w 2290556"/>
                <a:gd name="connsiteY1200" fmla="*/ 895285 h 1796087"/>
                <a:gd name="connsiteX1201" fmla="*/ 1515802 w 2290556"/>
                <a:gd name="connsiteY1201" fmla="*/ 896799 h 1796087"/>
                <a:gd name="connsiteX1202" fmla="*/ 1509812 w 2290556"/>
                <a:gd name="connsiteY1202" fmla="*/ 899187 h 1796087"/>
                <a:gd name="connsiteX1203" fmla="*/ 1502240 w 2290556"/>
                <a:gd name="connsiteY1203" fmla="*/ 900600 h 1796087"/>
                <a:gd name="connsiteX1204" fmla="*/ 1479624 w 2290556"/>
                <a:gd name="connsiteY1204" fmla="*/ 900600 h 1796087"/>
                <a:gd name="connsiteX1205" fmla="*/ 1467441 w 2290556"/>
                <a:gd name="connsiteY1205" fmla="*/ 900600 h 1796087"/>
                <a:gd name="connsiteX1206" fmla="*/ 1459397 w 2290556"/>
                <a:gd name="connsiteY1206" fmla="*/ 900600 h 1796087"/>
                <a:gd name="connsiteX1207" fmla="*/ 1453306 w 2290556"/>
                <a:gd name="connsiteY1207" fmla="*/ 901139 h 1796087"/>
                <a:gd name="connsiteX1208" fmla="*/ 1446878 w 2290556"/>
                <a:gd name="connsiteY1208" fmla="*/ 902114 h 1796087"/>
                <a:gd name="connsiteX1209" fmla="*/ 1443176 w 2290556"/>
                <a:gd name="connsiteY1209" fmla="*/ 903191 h 1796087"/>
                <a:gd name="connsiteX1210" fmla="*/ 1439036 w 2290556"/>
                <a:gd name="connsiteY1210" fmla="*/ 905243 h 1796087"/>
                <a:gd name="connsiteX1211" fmla="*/ 1437959 w 2290556"/>
                <a:gd name="connsiteY1211" fmla="*/ 906555 h 1796087"/>
                <a:gd name="connsiteX1212" fmla="*/ 1436983 w 2290556"/>
                <a:gd name="connsiteY1212" fmla="*/ 908405 h 1796087"/>
                <a:gd name="connsiteX1213" fmla="*/ 1436983 w 2290556"/>
                <a:gd name="connsiteY1213" fmla="*/ 911567 h 1796087"/>
                <a:gd name="connsiteX1214" fmla="*/ 1435233 w 2290556"/>
                <a:gd name="connsiteY1214" fmla="*/ 915368 h 1796087"/>
                <a:gd name="connsiteX1215" fmla="*/ 1435233 w 2290556"/>
                <a:gd name="connsiteY1215" fmla="*/ 920246 h 1796087"/>
                <a:gd name="connsiteX1216" fmla="*/ 1432070 w 2290556"/>
                <a:gd name="connsiteY1216" fmla="*/ 925023 h 1796087"/>
                <a:gd name="connsiteX1217" fmla="*/ 1427055 w 2290556"/>
                <a:gd name="connsiteY1217" fmla="*/ 930674 h 1796087"/>
                <a:gd name="connsiteX1218" fmla="*/ 1421401 w 2290556"/>
                <a:gd name="connsiteY1218" fmla="*/ 936225 h 1796087"/>
                <a:gd name="connsiteX1219" fmla="*/ 1412180 w 2290556"/>
                <a:gd name="connsiteY1219" fmla="*/ 942953 h 1796087"/>
                <a:gd name="connsiteX1220" fmla="*/ 1400233 w 2290556"/>
                <a:gd name="connsiteY1220" fmla="*/ 955668 h 1796087"/>
                <a:gd name="connsiteX1221" fmla="*/ 1389699 w 2290556"/>
                <a:gd name="connsiteY1221" fmla="*/ 962834 h 1796087"/>
                <a:gd name="connsiteX1222" fmla="*/ 1378626 w 2290556"/>
                <a:gd name="connsiteY1222" fmla="*/ 970672 h 1796087"/>
                <a:gd name="connsiteX1223" fmla="*/ 1374722 w 2290556"/>
                <a:gd name="connsiteY1223" fmla="*/ 971849 h 1796087"/>
                <a:gd name="connsiteX1224" fmla="*/ 1364828 w 2290556"/>
                <a:gd name="connsiteY1224" fmla="*/ 975314 h 1796087"/>
                <a:gd name="connsiteX1225" fmla="*/ 1355169 w 2290556"/>
                <a:gd name="connsiteY1225" fmla="*/ 975314 h 1796087"/>
                <a:gd name="connsiteX1226" fmla="*/ 1348001 w 2290556"/>
                <a:gd name="connsiteY1226" fmla="*/ 974776 h 1796087"/>
                <a:gd name="connsiteX1227" fmla="*/ 1341808 w 2290556"/>
                <a:gd name="connsiteY1227" fmla="*/ 974338 h 1796087"/>
                <a:gd name="connsiteX1228" fmla="*/ 1336255 w 2290556"/>
                <a:gd name="connsiteY1228" fmla="*/ 974776 h 1796087"/>
                <a:gd name="connsiteX1229" fmla="*/ 1332553 w 2290556"/>
                <a:gd name="connsiteY1229" fmla="*/ 974237 h 1796087"/>
                <a:gd name="connsiteX1230" fmla="*/ 1327135 w 2290556"/>
                <a:gd name="connsiteY1230" fmla="*/ 973262 h 1796087"/>
                <a:gd name="connsiteX1231" fmla="*/ 1322558 w 2290556"/>
                <a:gd name="connsiteY1231" fmla="*/ 972051 h 1796087"/>
                <a:gd name="connsiteX1232" fmla="*/ 1317139 w 2290556"/>
                <a:gd name="connsiteY1232" fmla="*/ 971513 h 1796087"/>
                <a:gd name="connsiteX1233" fmla="*/ 1307582 w 2290556"/>
                <a:gd name="connsiteY1233" fmla="*/ 967711 h 1796087"/>
                <a:gd name="connsiteX1234" fmla="*/ 1302264 w 2290556"/>
                <a:gd name="connsiteY1234" fmla="*/ 968351 h 1796087"/>
                <a:gd name="connsiteX1235" fmla="*/ 1298024 w 2290556"/>
                <a:gd name="connsiteY1235" fmla="*/ 968351 h 1796087"/>
                <a:gd name="connsiteX1236" fmla="*/ 1293446 w 2290556"/>
                <a:gd name="connsiteY1236" fmla="*/ 967812 h 1796087"/>
                <a:gd name="connsiteX1237" fmla="*/ 1289307 w 2290556"/>
                <a:gd name="connsiteY1237" fmla="*/ 966063 h 1796087"/>
                <a:gd name="connsiteX1238" fmla="*/ 1284427 w 2290556"/>
                <a:gd name="connsiteY1238" fmla="*/ 963574 h 1796087"/>
                <a:gd name="connsiteX1239" fmla="*/ 1274735 w 2290556"/>
                <a:gd name="connsiteY1239" fmla="*/ 954760 h 1796087"/>
                <a:gd name="connsiteX1240" fmla="*/ 1272143 w 2290556"/>
                <a:gd name="connsiteY1240" fmla="*/ 952035 h 1796087"/>
                <a:gd name="connsiteX1241" fmla="*/ 1269653 w 2290556"/>
                <a:gd name="connsiteY1241" fmla="*/ 949546 h 1796087"/>
                <a:gd name="connsiteX1242" fmla="*/ 1267028 w 2290556"/>
                <a:gd name="connsiteY1242" fmla="*/ 948133 h 1796087"/>
                <a:gd name="connsiteX1243" fmla="*/ 1262249 w 2290556"/>
                <a:gd name="connsiteY1243" fmla="*/ 947494 h 1796087"/>
                <a:gd name="connsiteX1244" fmla="*/ 1253566 w 2290556"/>
                <a:gd name="connsiteY1244" fmla="*/ 947494 h 1796087"/>
                <a:gd name="connsiteX1245" fmla="*/ 1240508 w 2290556"/>
                <a:gd name="connsiteY1245" fmla="*/ 947494 h 1796087"/>
                <a:gd name="connsiteX1246" fmla="*/ 1236907 w 2290556"/>
                <a:gd name="connsiteY1246" fmla="*/ 947696 h 1796087"/>
                <a:gd name="connsiteX1247" fmla="*/ 1233340 w 2290556"/>
                <a:gd name="connsiteY1247" fmla="*/ 947830 h 1796087"/>
                <a:gd name="connsiteX1248" fmla="*/ 1229739 w 2290556"/>
                <a:gd name="connsiteY1248" fmla="*/ 948806 h 1796087"/>
                <a:gd name="connsiteX1249" fmla="*/ 1227450 w 2290556"/>
                <a:gd name="connsiteY1249" fmla="*/ 949344 h 1796087"/>
                <a:gd name="connsiteX1250" fmla="*/ 1222873 w 2290556"/>
                <a:gd name="connsiteY1250" fmla="*/ 951632 h 1796087"/>
                <a:gd name="connsiteX1251" fmla="*/ 1219507 w 2290556"/>
                <a:gd name="connsiteY1251" fmla="*/ 953280 h 1796087"/>
                <a:gd name="connsiteX1252" fmla="*/ 1216479 w 2290556"/>
                <a:gd name="connsiteY1252" fmla="*/ 955870 h 1796087"/>
                <a:gd name="connsiteX1253" fmla="*/ 1213753 w 2290556"/>
                <a:gd name="connsiteY1253" fmla="*/ 957922 h 1796087"/>
                <a:gd name="connsiteX1254" fmla="*/ 1210152 w 2290556"/>
                <a:gd name="connsiteY1254" fmla="*/ 960950 h 1796087"/>
                <a:gd name="connsiteX1255" fmla="*/ 1208099 w 2290556"/>
                <a:gd name="connsiteY1255" fmla="*/ 964953 h 1796087"/>
                <a:gd name="connsiteX1256" fmla="*/ 1205810 w 2290556"/>
                <a:gd name="connsiteY1256" fmla="*/ 969831 h 1796087"/>
                <a:gd name="connsiteX1257" fmla="*/ 1200358 w 2290556"/>
                <a:gd name="connsiteY1257" fmla="*/ 975684 h 1796087"/>
                <a:gd name="connsiteX1258" fmla="*/ 1198171 w 2290556"/>
                <a:gd name="connsiteY1258" fmla="*/ 985675 h 1796087"/>
                <a:gd name="connsiteX1259" fmla="*/ 1197194 w 2290556"/>
                <a:gd name="connsiteY1259" fmla="*/ 987962 h 1796087"/>
                <a:gd name="connsiteX1260" fmla="*/ 1195243 w 2290556"/>
                <a:gd name="connsiteY1260" fmla="*/ 992403 h 1796087"/>
                <a:gd name="connsiteX1261" fmla="*/ 1193728 w 2290556"/>
                <a:gd name="connsiteY1261" fmla="*/ 996641 h 1796087"/>
                <a:gd name="connsiteX1262" fmla="*/ 1191978 w 2290556"/>
                <a:gd name="connsiteY1262" fmla="*/ 1000544 h 1796087"/>
                <a:gd name="connsiteX1263" fmla="*/ 1191002 w 2290556"/>
                <a:gd name="connsiteY1263" fmla="*/ 1004984 h 1796087"/>
                <a:gd name="connsiteX1264" fmla="*/ 1190565 w 2290556"/>
                <a:gd name="connsiteY1264" fmla="*/ 1009559 h 1796087"/>
                <a:gd name="connsiteX1265" fmla="*/ 1189689 w 2290556"/>
                <a:gd name="connsiteY1265" fmla="*/ 1012721 h 1796087"/>
                <a:gd name="connsiteX1266" fmla="*/ 1188377 w 2290556"/>
                <a:gd name="connsiteY1266" fmla="*/ 1015648 h 1796087"/>
                <a:gd name="connsiteX1267" fmla="*/ 1185314 w 2290556"/>
                <a:gd name="connsiteY1267" fmla="*/ 1019348 h 1796087"/>
                <a:gd name="connsiteX1268" fmla="*/ 1184574 w 2290556"/>
                <a:gd name="connsiteY1268" fmla="*/ 1021299 h 1796087"/>
                <a:gd name="connsiteX1269" fmla="*/ 1184776 w 2290556"/>
                <a:gd name="connsiteY1269" fmla="*/ 1024764 h 1796087"/>
                <a:gd name="connsiteX1270" fmla="*/ 1184776 w 2290556"/>
                <a:gd name="connsiteY1270" fmla="*/ 1027691 h 1796087"/>
                <a:gd name="connsiteX1271" fmla="*/ 1185819 w 2290556"/>
                <a:gd name="connsiteY1271" fmla="*/ 1030752 h 1796087"/>
                <a:gd name="connsiteX1272" fmla="*/ 1188040 w 2290556"/>
                <a:gd name="connsiteY1272" fmla="*/ 1033342 h 1796087"/>
                <a:gd name="connsiteX1273" fmla="*/ 1191204 w 2290556"/>
                <a:gd name="connsiteY1273" fmla="*/ 1036942 h 1796087"/>
                <a:gd name="connsiteX1274" fmla="*/ 1192718 w 2290556"/>
                <a:gd name="connsiteY1274" fmla="*/ 1043569 h 1796087"/>
                <a:gd name="connsiteX1275" fmla="*/ 1192920 w 2290556"/>
                <a:gd name="connsiteY1275" fmla="*/ 1046731 h 1796087"/>
                <a:gd name="connsiteX1276" fmla="*/ 1198036 w 2290556"/>
                <a:gd name="connsiteY1276" fmla="*/ 1054434 h 1796087"/>
                <a:gd name="connsiteX1277" fmla="*/ 1201300 w 2290556"/>
                <a:gd name="connsiteY1277" fmla="*/ 1059850 h 1796087"/>
                <a:gd name="connsiteX1278" fmla="*/ 1207493 w 2290556"/>
                <a:gd name="connsiteY1278" fmla="*/ 1064863 h 1796087"/>
                <a:gd name="connsiteX1279" fmla="*/ 1218464 w 2290556"/>
                <a:gd name="connsiteY1279" fmla="*/ 1074854 h 1796087"/>
                <a:gd name="connsiteX1280" fmla="*/ 1221931 w 2290556"/>
                <a:gd name="connsiteY1280" fmla="*/ 1078991 h 1796087"/>
                <a:gd name="connsiteX1281" fmla="*/ 1225296 w 2290556"/>
                <a:gd name="connsiteY1281" fmla="*/ 1082153 h 1796087"/>
                <a:gd name="connsiteX1282" fmla="*/ 1226508 w 2290556"/>
                <a:gd name="connsiteY1282" fmla="*/ 1085618 h 1796087"/>
                <a:gd name="connsiteX1283" fmla="*/ 1226508 w 2290556"/>
                <a:gd name="connsiteY1283" fmla="*/ 1089857 h 1796087"/>
                <a:gd name="connsiteX1284" fmla="*/ 1226036 w 2290556"/>
                <a:gd name="connsiteY1284" fmla="*/ 1095845 h 1796087"/>
                <a:gd name="connsiteX1285" fmla="*/ 1222267 w 2290556"/>
                <a:gd name="connsiteY1285" fmla="*/ 1100622 h 1796087"/>
                <a:gd name="connsiteX1286" fmla="*/ 1217589 w 2290556"/>
                <a:gd name="connsiteY1286" fmla="*/ 1106273 h 1796087"/>
                <a:gd name="connsiteX1287" fmla="*/ 1207493 w 2290556"/>
                <a:gd name="connsiteY1287" fmla="*/ 1114851 h 1796087"/>
                <a:gd name="connsiteX1288" fmla="*/ 1196420 w 2290556"/>
                <a:gd name="connsiteY1288" fmla="*/ 1123429 h 1796087"/>
                <a:gd name="connsiteX1289" fmla="*/ 1185314 w 2290556"/>
                <a:gd name="connsiteY1289" fmla="*/ 1129518 h 1796087"/>
                <a:gd name="connsiteX1290" fmla="*/ 1166535 w 2290556"/>
                <a:gd name="connsiteY1290" fmla="*/ 1137423 h 1796087"/>
                <a:gd name="connsiteX1291" fmla="*/ 1159569 w 2290556"/>
                <a:gd name="connsiteY1291" fmla="*/ 1140586 h 1796087"/>
                <a:gd name="connsiteX1292" fmla="*/ 1153141 w 2290556"/>
                <a:gd name="connsiteY1292" fmla="*/ 1142436 h 1796087"/>
                <a:gd name="connsiteX1293" fmla="*/ 1148799 w 2290556"/>
                <a:gd name="connsiteY1293" fmla="*/ 1145160 h 1796087"/>
                <a:gd name="connsiteX1294" fmla="*/ 1144020 w 2290556"/>
                <a:gd name="connsiteY1294" fmla="*/ 1148087 h 1796087"/>
                <a:gd name="connsiteX1295" fmla="*/ 1140857 w 2290556"/>
                <a:gd name="connsiteY1295" fmla="*/ 1151552 h 1796087"/>
                <a:gd name="connsiteX1296" fmla="*/ 1137794 w 2290556"/>
                <a:gd name="connsiteY1296" fmla="*/ 1155589 h 1796087"/>
                <a:gd name="connsiteX1297" fmla="*/ 1135943 w 2290556"/>
                <a:gd name="connsiteY1297" fmla="*/ 1158852 h 1796087"/>
                <a:gd name="connsiteX1298" fmla="*/ 1134092 w 2290556"/>
                <a:gd name="connsiteY1298" fmla="*/ 1162014 h 1796087"/>
                <a:gd name="connsiteX1299" fmla="*/ 1131467 w 2290556"/>
                <a:gd name="connsiteY1299" fmla="*/ 1165378 h 1796087"/>
                <a:gd name="connsiteX1300" fmla="*/ 1129179 w 2290556"/>
                <a:gd name="connsiteY1300" fmla="*/ 1168103 h 1796087"/>
                <a:gd name="connsiteX1301" fmla="*/ 1126789 w 2290556"/>
                <a:gd name="connsiteY1301" fmla="*/ 1172341 h 1796087"/>
                <a:gd name="connsiteX1302" fmla="*/ 1123323 w 2290556"/>
                <a:gd name="connsiteY1302" fmla="*/ 1175941 h 1796087"/>
                <a:gd name="connsiteX1303" fmla="*/ 1120832 w 2290556"/>
                <a:gd name="connsiteY1303" fmla="*/ 1180818 h 1796087"/>
                <a:gd name="connsiteX1304" fmla="*/ 1115818 w 2290556"/>
                <a:gd name="connsiteY1304" fmla="*/ 1189195 h 1796087"/>
                <a:gd name="connsiteX1305" fmla="*/ 1094178 w 2290556"/>
                <a:gd name="connsiteY1305" fmla="*/ 1207562 h 1796087"/>
                <a:gd name="connsiteX1306" fmla="*/ 1091014 w 2290556"/>
                <a:gd name="connsiteY1306" fmla="*/ 1211599 h 1796087"/>
                <a:gd name="connsiteX1307" fmla="*/ 1087851 w 2290556"/>
                <a:gd name="connsiteY1307" fmla="*/ 1215198 h 1796087"/>
                <a:gd name="connsiteX1308" fmla="*/ 1084923 w 2290556"/>
                <a:gd name="connsiteY1308" fmla="*/ 1217048 h 1796087"/>
                <a:gd name="connsiteX1309" fmla="*/ 1080783 w 2290556"/>
                <a:gd name="connsiteY1309" fmla="*/ 1220110 h 1796087"/>
                <a:gd name="connsiteX1310" fmla="*/ 1076105 w 2290556"/>
                <a:gd name="connsiteY1310" fmla="*/ 1221422 h 1796087"/>
                <a:gd name="connsiteX1311" fmla="*/ 1070889 w 2290556"/>
                <a:gd name="connsiteY1311" fmla="*/ 1222498 h 1796087"/>
                <a:gd name="connsiteX1312" fmla="*/ 1067523 w 2290556"/>
                <a:gd name="connsiteY1312" fmla="*/ 1222935 h 1796087"/>
                <a:gd name="connsiteX1313" fmla="*/ 1062745 w 2290556"/>
                <a:gd name="connsiteY1313" fmla="*/ 1223373 h 1796087"/>
                <a:gd name="connsiteX1314" fmla="*/ 1055340 w 2290556"/>
                <a:gd name="connsiteY1314" fmla="*/ 1224146 h 1796087"/>
                <a:gd name="connsiteX1315" fmla="*/ 1051436 w 2290556"/>
                <a:gd name="connsiteY1315" fmla="*/ 1224584 h 1796087"/>
                <a:gd name="connsiteX1316" fmla="*/ 1046657 w 2290556"/>
                <a:gd name="connsiteY1316" fmla="*/ 1226636 h 1796087"/>
                <a:gd name="connsiteX1317" fmla="*/ 1040028 w 2290556"/>
                <a:gd name="connsiteY1317" fmla="*/ 1230235 h 1796087"/>
                <a:gd name="connsiteX1318" fmla="*/ 1034037 w 2290556"/>
                <a:gd name="connsiteY1318" fmla="*/ 1234238 h 1796087"/>
                <a:gd name="connsiteX1319" fmla="*/ 1025657 w 2290556"/>
                <a:gd name="connsiteY1319" fmla="*/ 1241504 h 1796087"/>
                <a:gd name="connsiteX1320" fmla="*/ 1016873 w 2290556"/>
                <a:gd name="connsiteY1320" fmla="*/ 1244734 h 1796087"/>
                <a:gd name="connsiteX1321" fmla="*/ 1002536 w 2290556"/>
                <a:gd name="connsiteY1321" fmla="*/ 1244734 h 1796087"/>
                <a:gd name="connsiteX1322" fmla="*/ 978944 w 2290556"/>
                <a:gd name="connsiteY1322" fmla="*/ 1246079 h 1796087"/>
                <a:gd name="connsiteX1323" fmla="*/ 959055 w 2290556"/>
                <a:gd name="connsiteY1323" fmla="*/ 1248199 h 1796087"/>
                <a:gd name="connsiteX1324" fmla="*/ 953199 w 2290556"/>
                <a:gd name="connsiteY1324" fmla="*/ 1248636 h 1796087"/>
                <a:gd name="connsiteX1325" fmla="*/ 941352 w 2290556"/>
                <a:gd name="connsiteY1325" fmla="*/ 1246786 h 1796087"/>
                <a:gd name="connsiteX1326" fmla="*/ 926242 w 2290556"/>
                <a:gd name="connsiteY1326" fmla="*/ 1245272 h 1796087"/>
                <a:gd name="connsiteX1327" fmla="*/ 916010 w 2290556"/>
                <a:gd name="connsiteY1327" fmla="*/ 1245474 h 1796087"/>
                <a:gd name="connsiteX1328" fmla="*/ 890130 w 2290556"/>
                <a:gd name="connsiteY1328" fmla="*/ 1246113 h 1796087"/>
                <a:gd name="connsiteX1329" fmla="*/ 883702 w 2290556"/>
                <a:gd name="connsiteY1329" fmla="*/ 1246449 h 1796087"/>
                <a:gd name="connsiteX1330" fmla="*/ 871250 w 2290556"/>
                <a:gd name="connsiteY1330" fmla="*/ 1248064 h 1796087"/>
                <a:gd name="connsiteX1331" fmla="*/ 860615 w 2290556"/>
                <a:gd name="connsiteY1331" fmla="*/ 1248064 h 1796087"/>
                <a:gd name="connsiteX1332" fmla="*/ 856576 w 2290556"/>
                <a:gd name="connsiteY1332" fmla="*/ 1245171 h 1796087"/>
                <a:gd name="connsiteX1333" fmla="*/ 852235 w 2290556"/>
                <a:gd name="connsiteY1333" fmla="*/ 1243388 h 1796087"/>
                <a:gd name="connsiteX1334" fmla="*/ 847692 w 2290556"/>
                <a:gd name="connsiteY1334" fmla="*/ 1242850 h 1796087"/>
                <a:gd name="connsiteX1335" fmla="*/ 842038 w 2290556"/>
                <a:gd name="connsiteY1335" fmla="*/ 1243085 h 1796087"/>
                <a:gd name="connsiteX1336" fmla="*/ 837898 w 2290556"/>
                <a:gd name="connsiteY1336" fmla="*/ 1243422 h 1796087"/>
                <a:gd name="connsiteX1337" fmla="*/ 833994 w 2290556"/>
                <a:gd name="connsiteY1337" fmla="*/ 1244734 h 1796087"/>
                <a:gd name="connsiteX1338" fmla="*/ 828677 w 2290556"/>
                <a:gd name="connsiteY1338" fmla="*/ 1247459 h 1796087"/>
                <a:gd name="connsiteX1339" fmla="*/ 815854 w 2290556"/>
                <a:gd name="connsiteY1339" fmla="*/ 1255936 h 1796087"/>
                <a:gd name="connsiteX1340" fmla="*/ 812354 w 2290556"/>
                <a:gd name="connsiteY1340" fmla="*/ 1260073 h 1796087"/>
                <a:gd name="connsiteX1341" fmla="*/ 803234 w 2290556"/>
                <a:gd name="connsiteY1341" fmla="*/ 1262361 h 1796087"/>
                <a:gd name="connsiteX1342" fmla="*/ 794214 w 2290556"/>
                <a:gd name="connsiteY1342" fmla="*/ 1262563 h 1796087"/>
                <a:gd name="connsiteX1343" fmla="*/ 785633 w 2290556"/>
                <a:gd name="connsiteY1343" fmla="*/ 1262462 h 1796087"/>
                <a:gd name="connsiteX1344" fmla="*/ 780079 w 2290556"/>
                <a:gd name="connsiteY1344" fmla="*/ 1263437 h 1796087"/>
                <a:gd name="connsiteX1345" fmla="*/ 770084 w 2290556"/>
                <a:gd name="connsiteY1345" fmla="*/ 1267239 h 1796087"/>
                <a:gd name="connsiteX1346" fmla="*/ 735184 w 2290556"/>
                <a:gd name="connsiteY1346" fmla="*/ 1282444 h 1796087"/>
                <a:gd name="connsiteX1347" fmla="*/ 719097 w 2290556"/>
                <a:gd name="connsiteY1347" fmla="*/ 1288734 h 1796087"/>
                <a:gd name="connsiteX1348" fmla="*/ 693890 w 2290556"/>
                <a:gd name="connsiteY1348" fmla="*/ 1299062 h 1796087"/>
                <a:gd name="connsiteX1349" fmla="*/ 667808 w 2290556"/>
                <a:gd name="connsiteY1349" fmla="*/ 1313291 h 1796087"/>
                <a:gd name="connsiteX1350" fmla="*/ 661817 w 2290556"/>
                <a:gd name="connsiteY1350" fmla="*/ 1316117 h 1796087"/>
                <a:gd name="connsiteX1351" fmla="*/ 655962 w 2290556"/>
                <a:gd name="connsiteY1351" fmla="*/ 1322105 h 1796087"/>
                <a:gd name="connsiteX1352" fmla="*/ 647817 w 2290556"/>
                <a:gd name="connsiteY1352" fmla="*/ 1326344 h 1796087"/>
                <a:gd name="connsiteX1353" fmla="*/ 645428 w 2290556"/>
                <a:gd name="connsiteY1353" fmla="*/ 1328934 h 1796087"/>
                <a:gd name="connsiteX1354" fmla="*/ 643476 w 2290556"/>
                <a:gd name="connsiteY1354" fmla="*/ 1332096 h 1796087"/>
                <a:gd name="connsiteX1355" fmla="*/ 638899 w 2290556"/>
                <a:gd name="connsiteY1355" fmla="*/ 1333946 h 1796087"/>
                <a:gd name="connsiteX1356" fmla="*/ 634423 w 2290556"/>
                <a:gd name="connsiteY1356" fmla="*/ 1332298 h 1796087"/>
                <a:gd name="connsiteX1357" fmla="*/ 633447 w 2290556"/>
                <a:gd name="connsiteY1357" fmla="*/ 1329573 h 1796087"/>
                <a:gd name="connsiteX1358" fmla="*/ 632134 w 2290556"/>
                <a:gd name="connsiteY1358" fmla="*/ 1325973 h 1796087"/>
                <a:gd name="connsiteX1359" fmla="*/ 627994 w 2290556"/>
                <a:gd name="connsiteY1359" fmla="*/ 1324998 h 1796087"/>
                <a:gd name="connsiteX1360" fmla="*/ 621600 w 2290556"/>
                <a:gd name="connsiteY1360" fmla="*/ 1324022 h 1796087"/>
                <a:gd name="connsiteX1361" fmla="*/ 616720 w 2290556"/>
                <a:gd name="connsiteY1361" fmla="*/ 1324897 h 1796087"/>
                <a:gd name="connsiteX1362" fmla="*/ 611066 w 2290556"/>
                <a:gd name="connsiteY1362" fmla="*/ 1325873 h 1796087"/>
                <a:gd name="connsiteX1363" fmla="*/ 606489 w 2290556"/>
                <a:gd name="connsiteY1363" fmla="*/ 1325873 h 1796087"/>
                <a:gd name="connsiteX1364" fmla="*/ 602047 w 2290556"/>
                <a:gd name="connsiteY1364" fmla="*/ 1324460 h 1796087"/>
                <a:gd name="connsiteX1365" fmla="*/ 600432 w 2290556"/>
                <a:gd name="connsiteY1365" fmla="*/ 1322408 h 1796087"/>
                <a:gd name="connsiteX1366" fmla="*/ 599119 w 2290556"/>
                <a:gd name="connsiteY1366" fmla="*/ 1318505 h 1796087"/>
                <a:gd name="connsiteX1367" fmla="*/ 599119 w 2290556"/>
                <a:gd name="connsiteY1367" fmla="*/ 1311542 h 1796087"/>
                <a:gd name="connsiteX1368" fmla="*/ 599119 w 2290556"/>
                <a:gd name="connsiteY1368" fmla="*/ 1308077 h 1796087"/>
                <a:gd name="connsiteX1369" fmla="*/ 599119 w 2290556"/>
                <a:gd name="connsiteY1369" fmla="*/ 1303199 h 1796087"/>
                <a:gd name="connsiteX1370" fmla="*/ 596561 w 2290556"/>
                <a:gd name="connsiteY1370" fmla="*/ 1299936 h 1796087"/>
                <a:gd name="connsiteX1371" fmla="*/ 594441 w 2290556"/>
                <a:gd name="connsiteY1371" fmla="*/ 1298288 h 1796087"/>
                <a:gd name="connsiteX1372" fmla="*/ 589426 w 2290556"/>
                <a:gd name="connsiteY1372" fmla="*/ 1297851 h 1796087"/>
                <a:gd name="connsiteX1373" fmla="*/ 584648 w 2290556"/>
                <a:gd name="connsiteY1373" fmla="*/ 1300475 h 1796087"/>
                <a:gd name="connsiteX1374" fmla="*/ 572262 w 2290556"/>
                <a:gd name="connsiteY1374" fmla="*/ 1303199 h 1796087"/>
                <a:gd name="connsiteX1375" fmla="*/ 539988 w 2290556"/>
                <a:gd name="connsiteY1375" fmla="*/ 1302224 h 1796087"/>
                <a:gd name="connsiteX1376" fmla="*/ 531170 w 2290556"/>
                <a:gd name="connsiteY1376" fmla="*/ 1300374 h 1796087"/>
                <a:gd name="connsiteX1377" fmla="*/ 518684 w 2290556"/>
                <a:gd name="connsiteY1377" fmla="*/ 1299297 h 1796087"/>
                <a:gd name="connsiteX1378" fmla="*/ 507275 w 2290556"/>
                <a:gd name="connsiteY1378" fmla="*/ 1294621 h 1796087"/>
                <a:gd name="connsiteX1379" fmla="*/ 486073 w 2290556"/>
                <a:gd name="connsiteY1379" fmla="*/ 1282881 h 1796087"/>
                <a:gd name="connsiteX1380" fmla="*/ 454774 w 2290556"/>
                <a:gd name="connsiteY1380" fmla="*/ 1267575 h 1796087"/>
                <a:gd name="connsiteX1381" fmla="*/ 438788 w 2290556"/>
                <a:gd name="connsiteY1381" fmla="*/ 1259434 h 1796087"/>
                <a:gd name="connsiteX1382" fmla="*/ 420750 w 2290556"/>
                <a:gd name="connsiteY1382" fmla="*/ 1254859 h 1796087"/>
                <a:gd name="connsiteX1383" fmla="*/ 411932 w 2290556"/>
                <a:gd name="connsiteY1383" fmla="*/ 1252471 h 1796087"/>
                <a:gd name="connsiteX1384" fmla="*/ 406480 w 2290556"/>
                <a:gd name="connsiteY1384" fmla="*/ 1250621 h 1796087"/>
                <a:gd name="connsiteX1385" fmla="*/ 398672 w 2290556"/>
                <a:gd name="connsiteY1385" fmla="*/ 1248232 h 1796087"/>
                <a:gd name="connsiteX1386" fmla="*/ 394634 w 2290556"/>
                <a:gd name="connsiteY1386" fmla="*/ 1246046 h 1796087"/>
                <a:gd name="connsiteX1387" fmla="*/ 391706 w 2290556"/>
                <a:gd name="connsiteY1387" fmla="*/ 1242244 h 1796087"/>
                <a:gd name="connsiteX1388" fmla="*/ 389619 w 2290556"/>
                <a:gd name="connsiteY1388" fmla="*/ 1238107 h 1796087"/>
                <a:gd name="connsiteX1389" fmla="*/ 389081 w 2290556"/>
                <a:gd name="connsiteY1389" fmla="*/ 1233532 h 1796087"/>
                <a:gd name="connsiteX1390" fmla="*/ 383629 w 2290556"/>
                <a:gd name="connsiteY1390" fmla="*/ 1227443 h 1796087"/>
                <a:gd name="connsiteX1391" fmla="*/ 376561 w 2290556"/>
                <a:gd name="connsiteY1391" fmla="*/ 1219067 h 1796087"/>
                <a:gd name="connsiteX1392" fmla="*/ 374912 w 2290556"/>
                <a:gd name="connsiteY1392" fmla="*/ 1215366 h 1796087"/>
                <a:gd name="connsiteX1393" fmla="*/ 371311 w 2290556"/>
                <a:gd name="connsiteY1393" fmla="*/ 1210791 h 1796087"/>
                <a:gd name="connsiteX1394" fmla="*/ 368383 w 2290556"/>
                <a:gd name="connsiteY1394" fmla="*/ 1208840 h 1796087"/>
                <a:gd name="connsiteX1395" fmla="*/ 365152 w 2290556"/>
                <a:gd name="connsiteY1395" fmla="*/ 1208100 h 1796087"/>
                <a:gd name="connsiteX1396" fmla="*/ 359936 w 2290556"/>
                <a:gd name="connsiteY1396" fmla="*/ 1208100 h 1796087"/>
                <a:gd name="connsiteX1397" fmla="*/ 355056 w 2290556"/>
                <a:gd name="connsiteY1397" fmla="*/ 1208100 h 1796087"/>
                <a:gd name="connsiteX1398" fmla="*/ 346036 w 2290556"/>
                <a:gd name="connsiteY1398" fmla="*/ 1206586 h 1796087"/>
                <a:gd name="connsiteX1399" fmla="*/ 337892 w 2290556"/>
                <a:gd name="connsiteY1399" fmla="*/ 1204534 h 1796087"/>
                <a:gd name="connsiteX1400" fmla="*/ 315949 w 2290556"/>
                <a:gd name="connsiteY1400" fmla="*/ 1193770 h 1796087"/>
                <a:gd name="connsiteX1401" fmla="*/ 284549 w 2290556"/>
                <a:gd name="connsiteY1401" fmla="*/ 1183005 h 1796087"/>
                <a:gd name="connsiteX1402" fmla="*/ 267285 w 2290556"/>
                <a:gd name="connsiteY1402" fmla="*/ 1182366 h 1796087"/>
                <a:gd name="connsiteX1403" fmla="*/ 213909 w 2290556"/>
                <a:gd name="connsiteY1403" fmla="*/ 1185528 h 1796087"/>
                <a:gd name="connsiteX1404" fmla="*/ 185773 w 2290556"/>
                <a:gd name="connsiteY1404" fmla="*/ 1185528 h 1796087"/>
                <a:gd name="connsiteX1405" fmla="*/ 139330 w 2290556"/>
                <a:gd name="connsiteY1405" fmla="*/ 1179607 h 1796087"/>
                <a:gd name="connsiteX1406" fmla="*/ 109075 w 2290556"/>
                <a:gd name="connsiteY1406" fmla="*/ 1171938 h 1796087"/>
                <a:gd name="connsiteX1407" fmla="*/ 84776 w 2290556"/>
                <a:gd name="connsiteY1407" fmla="*/ 1167026 h 1796087"/>
                <a:gd name="connsiteX1408" fmla="*/ 58593 w 2290556"/>
                <a:gd name="connsiteY1408" fmla="*/ 1161476 h 1796087"/>
                <a:gd name="connsiteX1409" fmla="*/ 23390 w 2290556"/>
                <a:gd name="connsiteY1409" fmla="*/ 1148625 h 1796087"/>
                <a:gd name="connsiteX1410" fmla="*/ 0 w 2290556"/>
                <a:gd name="connsiteY1410" fmla="*/ 1142974 h 1796087"/>
                <a:gd name="connsiteX1411" fmla="*/ 4341 w 2290556"/>
                <a:gd name="connsiteY1411" fmla="*/ 1164100 h 1796087"/>
                <a:gd name="connsiteX1412" fmla="*/ 9255 w 2290556"/>
                <a:gd name="connsiteY1412" fmla="*/ 1184956 h 1796087"/>
                <a:gd name="connsiteX1413" fmla="*/ 18813 w 2290556"/>
                <a:gd name="connsiteY1413" fmla="*/ 1206687 h 1796087"/>
                <a:gd name="connsiteX1414" fmla="*/ 19957 w 2290556"/>
                <a:gd name="connsiteY1414" fmla="*/ 1215232 h 1796087"/>
                <a:gd name="connsiteX1415" fmla="*/ 22919 w 2290556"/>
                <a:gd name="connsiteY1415" fmla="*/ 1221253 h 1796087"/>
                <a:gd name="connsiteX1416" fmla="*/ 24736 w 2290556"/>
                <a:gd name="connsiteY1416" fmla="*/ 1228553 h 1796087"/>
                <a:gd name="connsiteX1417" fmla="*/ 25375 w 2290556"/>
                <a:gd name="connsiteY1417" fmla="*/ 1231883 h 1796087"/>
                <a:gd name="connsiteX1418" fmla="*/ 27462 w 2290556"/>
                <a:gd name="connsiteY1418" fmla="*/ 1236896 h 1796087"/>
                <a:gd name="connsiteX1419" fmla="*/ 29784 w 2290556"/>
                <a:gd name="connsiteY1419" fmla="*/ 1241874 h 1796087"/>
                <a:gd name="connsiteX1420" fmla="*/ 28977 w 2290556"/>
                <a:gd name="connsiteY1420" fmla="*/ 1245205 h 1796087"/>
                <a:gd name="connsiteX1421" fmla="*/ 28842 w 2290556"/>
                <a:gd name="connsiteY1421" fmla="*/ 1248602 h 1796087"/>
                <a:gd name="connsiteX1422" fmla="*/ 31467 w 2290556"/>
                <a:gd name="connsiteY1422" fmla="*/ 1251933 h 1796087"/>
                <a:gd name="connsiteX1423" fmla="*/ 34294 w 2290556"/>
                <a:gd name="connsiteY1423" fmla="*/ 1256945 h 1796087"/>
                <a:gd name="connsiteX1424" fmla="*/ 33991 w 2290556"/>
                <a:gd name="connsiteY1424" fmla="*/ 1259266 h 1796087"/>
                <a:gd name="connsiteX1425" fmla="*/ 33688 w 2290556"/>
                <a:gd name="connsiteY1425" fmla="*/ 1262226 h 1796087"/>
                <a:gd name="connsiteX1426" fmla="*/ 36212 w 2290556"/>
                <a:gd name="connsiteY1426" fmla="*/ 1263976 h 1796087"/>
                <a:gd name="connsiteX1427" fmla="*/ 37794 w 2290556"/>
                <a:gd name="connsiteY1427" fmla="*/ 1265994 h 1796087"/>
                <a:gd name="connsiteX1428" fmla="*/ 38366 w 2290556"/>
                <a:gd name="connsiteY1428" fmla="*/ 1267878 h 1796087"/>
                <a:gd name="connsiteX1429" fmla="*/ 38871 w 2290556"/>
                <a:gd name="connsiteY1429" fmla="*/ 1270132 h 1796087"/>
                <a:gd name="connsiteX1430" fmla="*/ 36616 w 2290556"/>
                <a:gd name="connsiteY1430" fmla="*/ 1272621 h 1796087"/>
                <a:gd name="connsiteX1431" fmla="*/ 30020 w 2290556"/>
                <a:gd name="connsiteY1431" fmla="*/ 1276961 h 1796087"/>
                <a:gd name="connsiteX1432" fmla="*/ 25948 w 2290556"/>
                <a:gd name="connsiteY1432" fmla="*/ 1279214 h 1796087"/>
                <a:gd name="connsiteX1433" fmla="*/ 22246 w 2290556"/>
                <a:gd name="connsiteY1433" fmla="*/ 1280896 h 1796087"/>
                <a:gd name="connsiteX1434" fmla="*/ 17467 w 2290556"/>
                <a:gd name="connsiteY1434" fmla="*/ 1283285 h 1796087"/>
                <a:gd name="connsiteX1435" fmla="*/ 15885 w 2290556"/>
                <a:gd name="connsiteY1435" fmla="*/ 1284294 h 1796087"/>
                <a:gd name="connsiteX1436" fmla="*/ 15077 w 2290556"/>
                <a:gd name="connsiteY1436" fmla="*/ 1286178 h 1796087"/>
                <a:gd name="connsiteX1437" fmla="*/ 15077 w 2290556"/>
                <a:gd name="connsiteY1437" fmla="*/ 1288062 h 1796087"/>
                <a:gd name="connsiteX1438" fmla="*/ 16827 w 2290556"/>
                <a:gd name="connsiteY1438" fmla="*/ 1291022 h 1796087"/>
                <a:gd name="connsiteX1439" fmla="*/ 20294 w 2290556"/>
                <a:gd name="connsiteY1439" fmla="*/ 1294924 h 1796087"/>
                <a:gd name="connsiteX1440" fmla="*/ 22380 w 2290556"/>
                <a:gd name="connsiteY1440" fmla="*/ 1300340 h 1796087"/>
                <a:gd name="connsiteX1441" fmla="*/ 25780 w 2290556"/>
                <a:gd name="connsiteY1441" fmla="*/ 1304612 h 1796087"/>
                <a:gd name="connsiteX1442" fmla="*/ 25780 w 2290556"/>
                <a:gd name="connsiteY1442" fmla="*/ 1307371 h 1796087"/>
                <a:gd name="connsiteX1443" fmla="*/ 29414 w 2290556"/>
                <a:gd name="connsiteY1443" fmla="*/ 1314469 h 1796087"/>
                <a:gd name="connsiteX1444" fmla="*/ 32174 w 2290556"/>
                <a:gd name="connsiteY1444" fmla="*/ 1318674 h 1796087"/>
                <a:gd name="connsiteX1445" fmla="*/ 34058 w 2290556"/>
                <a:gd name="connsiteY1445" fmla="*/ 1323585 h 1796087"/>
                <a:gd name="connsiteX1446" fmla="*/ 36313 w 2290556"/>
                <a:gd name="connsiteY1446" fmla="*/ 1327151 h 1796087"/>
                <a:gd name="connsiteX1447" fmla="*/ 38905 w 2290556"/>
                <a:gd name="connsiteY1447" fmla="*/ 1330784 h 1796087"/>
                <a:gd name="connsiteX1448" fmla="*/ 40924 w 2290556"/>
                <a:gd name="connsiteY1448" fmla="*/ 1332163 h 1796087"/>
                <a:gd name="connsiteX1449" fmla="*/ 44626 w 2290556"/>
                <a:gd name="connsiteY1449" fmla="*/ 1334854 h 1796087"/>
                <a:gd name="connsiteX1450" fmla="*/ 46814 w 2290556"/>
                <a:gd name="connsiteY1450" fmla="*/ 1336435 h 1796087"/>
                <a:gd name="connsiteX1451" fmla="*/ 47116 w 2290556"/>
                <a:gd name="connsiteY1451" fmla="*/ 1339900 h 1796087"/>
                <a:gd name="connsiteX1452" fmla="*/ 50145 w 2290556"/>
                <a:gd name="connsiteY1452" fmla="*/ 1343432 h 1796087"/>
                <a:gd name="connsiteX1453" fmla="*/ 54419 w 2290556"/>
                <a:gd name="connsiteY1453" fmla="*/ 1347267 h 1796087"/>
                <a:gd name="connsiteX1454" fmla="*/ 59064 w 2290556"/>
                <a:gd name="connsiteY1454" fmla="*/ 1350530 h 1796087"/>
                <a:gd name="connsiteX1455" fmla="*/ 60881 w 2290556"/>
                <a:gd name="connsiteY1455" fmla="*/ 1352852 h 1796087"/>
                <a:gd name="connsiteX1456" fmla="*/ 63203 w 2290556"/>
                <a:gd name="connsiteY1456" fmla="*/ 1352482 h 1796087"/>
                <a:gd name="connsiteX1457" fmla="*/ 65896 w 2290556"/>
                <a:gd name="connsiteY1457" fmla="*/ 1352482 h 1796087"/>
                <a:gd name="connsiteX1458" fmla="*/ 68723 w 2290556"/>
                <a:gd name="connsiteY1458" fmla="*/ 1355509 h 1796087"/>
                <a:gd name="connsiteX1459" fmla="*/ 69362 w 2290556"/>
                <a:gd name="connsiteY1459" fmla="*/ 1357830 h 1796087"/>
                <a:gd name="connsiteX1460" fmla="*/ 74074 w 2290556"/>
                <a:gd name="connsiteY1460" fmla="*/ 1358705 h 1796087"/>
                <a:gd name="connsiteX1461" fmla="*/ 74444 w 2290556"/>
                <a:gd name="connsiteY1461" fmla="*/ 1360959 h 1796087"/>
                <a:gd name="connsiteX1462" fmla="*/ 74579 w 2290556"/>
                <a:gd name="connsiteY1462" fmla="*/ 1362641 h 1796087"/>
                <a:gd name="connsiteX1463" fmla="*/ 74646 w 2290556"/>
                <a:gd name="connsiteY1463" fmla="*/ 1365904 h 1796087"/>
                <a:gd name="connsiteX1464" fmla="*/ 74579 w 2290556"/>
                <a:gd name="connsiteY1464" fmla="*/ 1369671 h 1796087"/>
                <a:gd name="connsiteX1465" fmla="*/ 73838 w 2290556"/>
                <a:gd name="connsiteY1465" fmla="*/ 1372363 h 1796087"/>
                <a:gd name="connsiteX1466" fmla="*/ 72593 w 2290556"/>
                <a:gd name="connsiteY1466" fmla="*/ 1373607 h 1796087"/>
                <a:gd name="connsiteX1467" fmla="*/ 70944 w 2290556"/>
                <a:gd name="connsiteY1467" fmla="*/ 1375424 h 1796087"/>
                <a:gd name="connsiteX1468" fmla="*/ 70641 w 2290556"/>
                <a:gd name="connsiteY1468" fmla="*/ 1377812 h 1796087"/>
                <a:gd name="connsiteX1469" fmla="*/ 71280 w 2290556"/>
                <a:gd name="connsiteY1469" fmla="*/ 1379898 h 1796087"/>
                <a:gd name="connsiteX1470" fmla="*/ 70910 w 2290556"/>
                <a:gd name="connsiteY1470" fmla="*/ 1382656 h 1796087"/>
                <a:gd name="connsiteX1471" fmla="*/ 69732 w 2290556"/>
                <a:gd name="connsiteY1471" fmla="*/ 1383228 h 1796087"/>
                <a:gd name="connsiteX1472" fmla="*/ 67410 w 2290556"/>
                <a:gd name="connsiteY1472" fmla="*/ 1385045 h 1796087"/>
                <a:gd name="connsiteX1473" fmla="*/ 66535 w 2290556"/>
                <a:gd name="connsiteY1473" fmla="*/ 1386121 h 1796087"/>
                <a:gd name="connsiteX1474" fmla="*/ 65223 w 2290556"/>
                <a:gd name="connsiteY1474" fmla="*/ 1389822 h 1796087"/>
                <a:gd name="connsiteX1475" fmla="*/ 64583 w 2290556"/>
                <a:gd name="connsiteY1475" fmla="*/ 1392849 h 1796087"/>
                <a:gd name="connsiteX1476" fmla="*/ 63944 w 2290556"/>
                <a:gd name="connsiteY1476" fmla="*/ 1395036 h 1796087"/>
                <a:gd name="connsiteX1477" fmla="*/ 63304 w 2290556"/>
                <a:gd name="connsiteY1477" fmla="*/ 1396919 h 1796087"/>
                <a:gd name="connsiteX1478" fmla="*/ 62227 w 2290556"/>
                <a:gd name="connsiteY1478" fmla="*/ 1399308 h 1796087"/>
                <a:gd name="connsiteX1479" fmla="*/ 61352 w 2290556"/>
                <a:gd name="connsiteY1479" fmla="*/ 1401494 h 1796087"/>
                <a:gd name="connsiteX1480" fmla="*/ 63742 w 2290556"/>
                <a:gd name="connsiteY1480" fmla="*/ 1402571 h 1796087"/>
                <a:gd name="connsiteX1481" fmla="*/ 67444 w 2290556"/>
                <a:gd name="connsiteY1481" fmla="*/ 1402874 h 1796087"/>
                <a:gd name="connsiteX1482" fmla="*/ 70136 w 2290556"/>
                <a:gd name="connsiteY1482" fmla="*/ 1402672 h 1796087"/>
                <a:gd name="connsiteX1483" fmla="*/ 71011 w 2290556"/>
                <a:gd name="connsiteY1483" fmla="*/ 1402100 h 1796087"/>
                <a:gd name="connsiteX1484" fmla="*/ 71718 w 2290556"/>
                <a:gd name="connsiteY1484" fmla="*/ 1399779 h 1796087"/>
                <a:gd name="connsiteX1485" fmla="*/ 75622 w 2290556"/>
                <a:gd name="connsiteY1485" fmla="*/ 1400216 h 1796087"/>
                <a:gd name="connsiteX1486" fmla="*/ 75622 w 2290556"/>
                <a:gd name="connsiteY1486" fmla="*/ 1402806 h 1796087"/>
                <a:gd name="connsiteX1487" fmla="*/ 79761 w 2290556"/>
                <a:gd name="connsiteY1487" fmla="*/ 1404690 h 1796087"/>
                <a:gd name="connsiteX1488" fmla="*/ 86223 w 2290556"/>
                <a:gd name="connsiteY1488" fmla="*/ 1405397 h 1796087"/>
                <a:gd name="connsiteX1489" fmla="*/ 92180 w 2290556"/>
                <a:gd name="connsiteY1489" fmla="*/ 1405531 h 1796087"/>
                <a:gd name="connsiteX1490" fmla="*/ 94065 w 2290556"/>
                <a:gd name="connsiteY1490" fmla="*/ 1403345 h 1796087"/>
                <a:gd name="connsiteX1491" fmla="*/ 95815 w 2290556"/>
                <a:gd name="connsiteY1491" fmla="*/ 1399140 h 1796087"/>
                <a:gd name="connsiteX1492" fmla="*/ 99719 w 2290556"/>
                <a:gd name="connsiteY1492" fmla="*/ 1397559 h 1796087"/>
                <a:gd name="connsiteX1493" fmla="*/ 103925 w 2290556"/>
                <a:gd name="connsiteY1493" fmla="*/ 1393656 h 1796087"/>
                <a:gd name="connsiteX1494" fmla="*/ 109579 w 2290556"/>
                <a:gd name="connsiteY1494" fmla="*/ 1388577 h 1796087"/>
                <a:gd name="connsiteX1495" fmla="*/ 115806 w 2290556"/>
                <a:gd name="connsiteY1495" fmla="*/ 1385246 h 1796087"/>
                <a:gd name="connsiteX1496" fmla="*/ 119878 w 2290556"/>
                <a:gd name="connsiteY1496" fmla="*/ 1384675 h 1796087"/>
                <a:gd name="connsiteX1497" fmla="*/ 122334 w 2290556"/>
                <a:gd name="connsiteY1497" fmla="*/ 1383228 h 1796087"/>
                <a:gd name="connsiteX1498" fmla="*/ 124656 w 2290556"/>
                <a:gd name="connsiteY1498" fmla="*/ 1380335 h 1796087"/>
                <a:gd name="connsiteX1499" fmla="*/ 126844 w 2290556"/>
                <a:gd name="connsiteY1499" fmla="*/ 1380032 h 1796087"/>
                <a:gd name="connsiteX1500" fmla="*/ 129604 w 2290556"/>
                <a:gd name="connsiteY1500" fmla="*/ 1380167 h 1796087"/>
                <a:gd name="connsiteX1501" fmla="*/ 132195 w 2290556"/>
                <a:gd name="connsiteY1501" fmla="*/ 1377543 h 1796087"/>
                <a:gd name="connsiteX1502" fmla="*/ 135090 w 2290556"/>
                <a:gd name="connsiteY1502" fmla="*/ 1375357 h 1796087"/>
                <a:gd name="connsiteX1503" fmla="*/ 142494 w 2290556"/>
                <a:gd name="connsiteY1503" fmla="*/ 1374482 h 1796087"/>
                <a:gd name="connsiteX1504" fmla="*/ 148148 w 2290556"/>
                <a:gd name="connsiteY1504" fmla="*/ 1375491 h 1796087"/>
                <a:gd name="connsiteX1505" fmla="*/ 152051 w 2290556"/>
                <a:gd name="connsiteY1505" fmla="*/ 1373876 h 1796087"/>
                <a:gd name="connsiteX1506" fmla="*/ 157133 w 2290556"/>
                <a:gd name="connsiteY1506" fmla="*/ 1372867 h 1796087"/>
                <a:gd name="connsiteX1507" fmla="*/ 161037 w 2290556"/>
                <a:gd name="connsiteY1507" fmla="*/ 1375121 h 1796087"/>
                <a:gd name="connsiteX1508" fmla="*/ 162484 w 2290556"/>
                <a:gd name="connsiteY1508" fmla="*/ 1375256 h 1796087"/>
                <a:gd name="connsiteX1509" fmla="*/ 165244 w 2290556"/>
                <a:gd name="connsiteY1509" fmla="*/ 1376635 h 1796087"/>
                <a:gd name="connsiteX1510" fmla="*/ 168206 w 2290556"/>
                <a:gd name="connsiteY1510" fmla="*/ 1376635 h 1796087"/>
                <a:gd name="connsiteX1511" fmla="*/ 170965 w 2290556"/>
                <a:gd name="connsiteY1511" fmla="*/ 1376568 h 1796087"/>
                <a:gd name="connsiteX1512" fmla="*/ 174297 w 2290556"/>
                <a:gd name="connsiteY1512" fmla="*/ 1376500 h 1796087"/>
                <a:gd name="connsiteX1513" fmla="*/ 178437 w 2290556"/>
                <a:gd name="connsiteY1513" fmla="*/ 1376870 h 1796087"/>
                <a:gd name="connsiteX1514" fmla="*/ 180321 w 2290556"/>
                <a:gd name="connsiteY1514" fmla="*/ 1376063 h 1796087"/>
                <a:gd name="connsiteX1515" fmla="*/ 181634 w 2290556"/>
                <a:gd name="connsiteY1515" fmla="*/ 1375188 h 1796087"/>
                <a:gd name="connsiteX1516" fmla="*/ 182139 w 2290556"/>
                <a:gd name="connsiteY1516" fmla="*/ 1373876 h 1796087"/>
                <a:gd name="connsiteX1517" fmla="*/ 182711 w 2290556"/>
                <a:gd name="connsiteY1517" fmla="*/ 1372564 h 1796087"/>
                <a:gd name="connsiteX1518" fmla="*/ 183720 w 2290556"/>
                <a:gd name="connsiteY1518" fmla="*/ 1371320 h 1796087"/>
                <a:gd name="connsiteX1519" fmla="*/ 183855 w 2290556"/>
                <a:gd name="connsiteY1519" fmla="*/ 1369571 h 1796087"/>
                <a:gd name="connsiteX1520" fmla="*/ 185437 w 2290556"/>
                <a:gd name="connsiteY1520" fmla="*/ 1367552 h 1796087"/>
                <a:gd name="connsiteX1521" fmla="*/ 187187 w 2290556"/>
                <a:gd name="connsiteY1521" fmla="*/ 1366677 h 1796087"/>
                <a:gd name="connsiteX1522" fmla="*/ 188567 w 2290556"/>
                <a:gd name="connsiteY1522" fmla="*/ 1368494 h 1796087"/>
                <a:gd name="connsiteX1523" fmla="*/ 192908 w 2290556"/>
                <a:gd name="connsiteY1523" fmla="*/ 1369941 h 1796087"/>
                <a:gd name="connsiteX1524" fmla="*/ 194860 w 2290556"/>
                <a:gd name="connsiteY1524" fmla="*/ 1370580 h 1796087"/>
                <a:gd name="connsiteX1525" fmla="*/ 200278 w 2290556"/>
                <a:gd name="connsiteY1525" fmla="*/ 1372463 h 1796087"/>
                <a:gd name="connsiteX1526" fmla="*/ 201591 w 2290556"/>
                <a:gd name="connsiteY1526" fmla="*/ 1372463 h 1796087"/>
                <a:gd name="connsiteX1527" fmla="*/ 204351 w 2290556"/>
                <a:gd name="connsiteY1527" fmla="*/ 1373473 h 1796087"/>
                <a:gd name="connsiteX1528" fmla="*/ 208995 w 2290556"/>
                <a:gd name="connsiteY1528" fmla="*/ 1374785 h 1796087"/>
                <a:gd name="connsiteX1529" fmla="*/ 211687 w 2290556"/>
                <a:gd name="connsiteY1529" fmla="*/ 1375121 h 1796087"/>
                <a:gd name="connsiteX1530" fmla="*/ 214380 w 2290556"/>
                <a:gd name="connsiteY1530" fmla="*/ 1375155 h 1796087"/>
                <a:gd name="connsiteX1531" fmla="*/ 216567 w 2290556"/>
                <a:gd name="connsiteY1531" fmla="*/ 1375155 h 1796087"/>
                <a:gd name="connsiteX1532" fmla="*/ 218519 w 2290556"/>
                <a:gd name="connsiteY1532" fmla="*/ 1375155 h 1796087"/>
                <a:gd name="connsiteX1533" fmla="*/ 218755 w 2290556"/>
                <a:gd name="connsiteY1533" fmla="*/ 1376399 h 1796087"/>
                <a:gd name="connsiteX1534" fmla="*/ 220269 w 2290556"/>
                <a:gd name="connsiteY1534" fmla="*/ 1378216 h 1796087"/>
                <a:gd name="connsiteX1535" fmla="*/ 223534 w 2290556"/>
                <a:gd name="connsiteY1535" fmla="*/ 1379898 h 1796087"/>
                <a:gd name="connsiteX1536" fmla="*/ 226428 w 2290556"/>
                <a:gd name="connsiteY1536" fmla="*/ 1381916 h 1796087"/>
                <a:gd name="connsiteX1537" fmla="*/ 228952 w 2290556"/>
                <a:gd name="connsiteY1537" fmla="*/ 1384237 h 1796087"/>
                <a:gd name="connsiteX1538" fmla="*/ 229827 w 2290556"/>
                <a:gd name="connsiteY1538" fmla="*/ 1385751 h 1796087"/>
                <a:gd name="connsiteX1539" fmla="*/ 230399 w 2290556"/>
                <a:gd name="connsiteY1539" fmla="*/ 1388510 h 1796087"/>
                <a:gd name="connsiteX1540" fmla="*/ 230534 w 2290556"/>
                <a:gd name="connsiteY1540" fmla="*/ 1391638 h 1796087"/>
                <a:gd name="connsiteX1541" fmla="*/ 232082 w 2290556"/>
                <a:gd name="connsiteY1541" fmla="*/ 1394464 h 1796087"/>
                <a:gd name="connsiteX1542" fmla="*/ 233496 w 2290556"/>
                <a:gd name="connsiteY1542" fmla="*/ 1395978 h 1796087"/>
                <a:gd name="connsiteX1543" fmla="*/ 234371 w 2290556"/>
                <a:gd name="connsiteY1543" fmla="*/ 1397290 h 1796087"/>
                <a:gd name="connsiteX1544" fmla="*/ 235683 w 2290556"/>
                <a:gd name="connsiteY1544" fmla="*/ 1401629 h 1796087"/>
                <a:gd name="connsiteX1545" fmla="*/ 235246 w 2290556"/>
                <a:gd name="connsiteY1545" fmla="*/ 1402605 h 1796087"/>
                <a:gd name="connsiteX1546" fmla="*/ 233933 w 2290556"/>
                <a:gd name="connsiteY1546" fmla="*/ 1404118 h 1796087"/>
                <a:gd name="connsiteX1547" fmla="*/ 232957 w 2290556"/>
                <a:gd name="connsiteY1547" fmla="*/ 1405195 h 1796087"/>
                <a:gd name="connsiteX1548" fmla="*/ 233933 w 2290556"/>
                <a:gd name="connsiteY1548" fmla="*/ 1407045 h 1796087"/>
                <a:gd name="connsiteX1549" fmla="*/ 233933 w 2290556"/>
                <a:gd name="connsiteY1549" fmla="*/ 1410846 h 1796087"/>
                <a:gd name="connsiteX1550" fmla="*/ 232991 w 2290556"/>
                <a:gd name="connsiteY1550" fmla="*/ 1413470 h 1796087"/>
                <a:gd name="connsiteX1551" fmla="*/ 231846 w 2290556"/>
                <a:gd name="connsiteY1551" fmla="*/ 1414984 h 1796087"/>
                <a:gd name="connsiteX1552" fmla="*/ 230668 w 2290556"/>
                <a:gd name="connsiteY1552" fmla="*/ 1416632 h 1796087"/>
                <a:gd name="connsiteX1553" fmla="*/ 228178 w 2290556"/>
                <a:gd name="connsiteY1553" fmla="*/ 1419021 h 1796087"/>
                <a:gd name="connsiteX1554" fmla="*/ 227101 w 2290556"/>
                <a:gd name="connsiteY1554" fmla="*/ 1420333 h 1796087"/>
                <a:gd name="connsiteX1555" fmla="*/ 224813 w 2290556"/>
                <a:gd name="connsiteY1555" fmla="*/ 1422519 h 1796087"/>
                <a:gd name="connsiteX1556" fmla="*/ 223063 w 2290556"/>
                <a:gd name="connsiteY1556" fmla="*/ 1423730 h 1796087"/>
                <a:gd name="connsiteX1557" fmla="*/ 221548 w 2290556"/>
                <a:gd name="connsiteY1557" fmla="*/ 1424941 h 1796087"/>
                <a:gd name="connsiteX1558" fmla="*/ 219697 w 2290556"/>
                <a:gd name="connsiteY1558" fmla="*/ 1426556 h 1796087"/>
                <a:gd name="connsiteX1559" fmla="*/ 218284 w 2290556"/>
                <a:gd name="connsiteY1559" fmla="*/ 1428171 h 1796087"/>
                <a:gd name="connsiteX1560" fmla="*/ 218485 w 2290556"/>
                <a:gd name="connsiteY1560" fmla="*/ 1430660 h 1796087"/>
                <a:gd name="connsiteX1561" fmla="*/ 217308 w 2290556"/>
                <a:gd name="connsiteY1561" fmla="*/ 1432073 h 1796087"/>
                <a:gd name="connsiteX1562" fmla="*/ 216231 w 2290556"/>
                <a:gd name="connsiteY1562" fmla="*/ 1432611 h 1796087"/>
                <a:gd name="connsiteX1563" fmla="*/ 214178 w 2290556"/>
                <a:gd name="connsiteY1563" fmla="*/ 1434024 h 1796087"/>
                <a:gd name="connsiteX1564" fmla="*/ 210577 w 2290556"/>
                <a:gd name="connsiteY1564" fmla="*/ 1439036 h 1796087"/>
                <a:gd name="connsiteX1565" fmla="*/ 208961 w 2290556"/>
                <a:gd name="connsiteY1565" fmla="*/ 1441425 h 1796087"/>
                <a:gd name="connsiteX1566" fmla="*/ 206908 w 2290556"/>
                <a:gd name="connsiteY1566" fmla="*/ 1444015 h 1796087"/>
                <a:gd name="connsiteX1567" fmla="*/ 205832 w 2290556"/>
                <a:gd name="connsiteY1567" fmla="*/ 1446504 h 1796087"/>
                <a:gd name="connsiteX1568" fmla="*/ 206807 w 2290556"/>
                <a:gd name="connsiteY1568" fmla="*/ 1448691 h 1796087"/>
                <a:gd name="connsiteX1569" fmla="*/ 208019 w 2290556"/>
                <a:gd name="connsiteY1569" fmla="*/ 1452694 h 1796087"/>
                <a:gd name="connsiteX1570" fmla="*/ 207245 w 2290556"/>
                <a:gd name="connsiteY1570" fmla="*/ 1454746 h 1796087"/>
                <a:gd name="connsiteX1571" fmla="*/ 205192 w 2290556"/>
                <a:gd name="connsiteY1571" fmla="*/ 1456260 h 1796087"/>
                <a:gd name="connsiteX1572" fmla="*/ 202601 w 2290556"/>
                <a:gd name="connsiteY1572" fmla="*/ 1458177 h 1796087"/>
                <a:gd name="connsiteX1573" fmla="*/ 200110 w 2290556"/>
                <a:gd name="connsiteY1573" fmla="*/ 1458312 h 1796087"/>
                <a:gd name="connsiteX1574" fmla="*/ 196644 w 2290556"/>
                <a:gd name="connsiteY1574" fmla="*/ 1458312 h 1796087"/>
                <a:gd name="connsiteX1575" fmla="*/ 196442 w 2290556"/>
                <a:gd name="connsiteY1575" fmla="*/ 1458312 h 1796087"/>
                <a:gd name="connsiteX1576" fmla="*/ 195028 w 2290556"/>
                <a:gd name="connsiteY1576" fmla="*/ 1459557 h 1796087"/>
                <a:gd name="connsiteX1577" fmla="*/ 193716 w 2290556"/>
                <a:gd name="connsiteY1577" fmla="*/ 1461239 h 1796087"/>
                <a:gd name="connsiteX1578" fmla="*/ 192201 w 2290556"/>
                <a:gd name="connsiteY1578" fmla="*/ 1463425 h 1796087"/>
                <a:gd name="connsiteX1579" fmla="*/ 190451 w 2290556"/>
                <a:gd name="connsiteY1579" fmla="*/ 1465174 h 1796087"/>
                <a:gd name="connsiteX1580" fmla="*/ 187961 w 2290556"/>
                <a:gd name="connsiteY1580" fmla="*/ 1467025 h 1796087"/>
                <a:gd name="connsiteX1581" fmla="*/ 186884 w 2290556"/>
                <a:gd name="connsiteY1581" fmla="*/ 1467025 h 1796087"/>
                <a:gd name="connsiteX1582" fmla="*/ 182744 w 2290556"/>
                <a:gd name="connsiteY1582" fmla="*/ 1467025 h 1796087"/>
                <a:gd name="connsiteX1583" fmla="*/ 180793 w 2290556"/>
                <a:gd name="connsiteY1583" fmla="*/ 1467025 h 1796087"/>
                <a:gd name="connsiteX1584" fmla="*/ 178605 w 2290556"/>
                <a:gd name="connsiteY1584" fmla="*/ 1467899 h 1796087"/>
                <a:gd name="connsiteX1585" fmla="*/ 177393 w 2290556"/>
                <a:gd name="connsiteY1585" fmla="*/ 1468875 h 1796087"/>
                <a:gd name="connsiteX1586" fmla="*/ 175879 w 2290556"/>
                <a:gd name="connsiteY1586" fmla="*/ 1470287 h 1796087"/>
                <a:gd name="connsiteX1587" fmla="*/ 173388 w 2290556"/>
                <a:gd name="connsiteY1587" fmla="*/ 1472474 h 1796087"/>
                <a:gd name="connsiteX1588" fmla="*/ 171538 w 2290556"/>
                <a:gd name="connsiteY1588" fmla="*/ 1473248 h 1796087"/>
                <a:gd name="connsiteX1589" fmla="*/ 170124 w 2290556"/>
                <a:gd name="connsiteY1589" fmla="*/ 1474324 h 1796087"/>
                <a:gd name="connsiteX1590" fmla="*/ 167936 w 2290556"/>
                <a:gd name="connsiteY1590" fmla="*/ 1475535 h 1796087"/>
                <a:gd name="connsiteX1591" fmla="*/ 166186 w 2290556"/>
                <a:gd name="connsiteY1591" fmla="*/ 1478126 h 1796087"/>
                <a:gd name="connsiteX1592" fmla="*/ 165311 w 2290556"/>
                <a:gd name="connsiteY1592" fmla="*/ 1479875 h 1796087"/>
                <a:gd name="connsiteX1593" fmla="*/ 164436 w 2290556"/>
                <a:gd name="connsiteY1593" fmla="*/ 1482465 h 1796087"/>
                <a:gd name="connsiteX1594" fmla="*/ 163898 w 2290556"/>
                <a:gd name="connsiteY1594" fmla="*/ 1483542 h 1796087"/>
                <a:gd name="connsiteX1595" fmla="*/ 161508 w 2290556"/>
                <a:gd name="connsiteY1595" fmla="*/ 1485022 h 1796087"/>
                <a:gd name="connsiteX1596" fmla="*/ 158917 w 2290556"/>
                <a:gd name="connsiteY1596" fmla="*/ 1485156 h 1796087"/>
                <a:gd name="connsiteX1597" fmla="*/ 154475 w 2290556"/>
                <a:gd name="connsiteY1597" fmla="*/ 1485156 h 1796087"/>
                <a:gd name="connsiteX1598" fmla="*/ 159254 w 2290556"/>
                <a:gd name="connsiteY1598" fmla="*/ 1488621 h 1796087"/>
                <a:gd name="connsiteX1599" fmla="*/ 161980 w 2290556"/>
                <a:gd name="connsiteY1599" fmla="*/ 1487847 h 1796087"/>
                <a:gd name="connsiteX1600" fmla="*/ 166119 w 2290556"/>
                <a:gd name="connsiteY1600" fmla="*/ 1486603 h 1796087"/>
                <a:gd name="connsiteX1601" fmla="*/ 168744 w 2290556"/>
                <a:gd name="connsiteY1601" fmla="*/ 1486636 h 1796087"/>
                <a:gd name="connsiteX1602" fmla="*/ 173523 w 2290556"/>
                <a:gd name="connsiteY1602" fmla="*/ 1486636 h 1796087"/>
                <a:gd name="connsiteX1603" fmla="*/ 180691 w 2290556"/>
                <a:gd name="connsiteY1603" fmla="*/ 1488150 h 1796087"/>
                <a:gd name="connsiteX1604" fmla="*/ 184057 w 2290556"/>
                <a:gd name="connsiteY1604" fmla="*/ 1488688 h 1796087"/>
                <a:gd name="connsiteX1605" fmla="*/ 189711 w 2290556"/>
                <a:gd name="connsiteY1605" fmla="*/ 1492490 h 1796087"/>
                <a:gd name="connsiteX1606" fmla="*/ 191764 w 2290556"/>
                <a:gd name="connsiteY1606" fmla="*/ 1498040 h 1796087"/>
                <a:gd name="connsiteX1607" fmla="*/ 196980 w 2290556"/>
                <a:gd name="connsiteY1607" fmla="*/ 1497401 h 1796087"/>
                <a:gd name="connsiteX1608" fmla="*/ 200884 w 2290556"/>
                <a:gd name="connsiteY1608" fmla="*/ 1500025 h 1796087"/>
                <a:gd name="connsiteX1609" fmla="*/ 204788 w 2290556"/>
                <a:gd name="connsiteY1609" fmla="*/ 1502514 h 1796087"/>
                <a:gd name="connsiteX1610" fmla="*/ 208591 w 2290556"/>
                <a:gd name="connsiteY1610" fmla="*/ 1505105 h 1796087"/>
                <a:gd name="connsiteX1611" fmla="*/ 214043 w 2290556"/>
                <a:gd name="connsiteY1611" fmla="*/ 1506955 h 1796087"/>
                <a:gd name="connsiteX1612" fmla="*/ 220337 w 2290556"/>
                <a:gd name="connsiteY1612" fmla="*/ 1506955 h 1796087"/>
                <a:gd name="connsiteX1613" fmla="*/ 224039 w 2290556"/>
                <a:gd name="connsiteY1613" fmla="*/ 1507661 h 1796087"/>
                <a:gd name="connsiteX1614" fmla="*/ 227202 w 2290556"/>
                <a:gd name="connsiteY1614" fmla="*/ 1508569 h 1796087"/>
                <a:gd name="connsiteX1615" fmla="*/ 229491 w 2290556"/>
                <a:gd name="connsiteY1615" fmla="*/ 1511732 h 1796087"/>
                <a:gd name="connsiteX1616" fmla="*/ 227976 w 2290556"/>
                <a:gd name="connsiteY1616" fmla="*/ 1514793 h 1796087"/>
                <a:gd name="connsiteX1617" fmla="*/ 229188 w 2290556"/>
                <a:gd name="connsiteY1617" fmla="*/ 1516979 h 1796087"/>
                <a:gd name="connsiteX1618" fmla="*/ 230803 w 2290556"/>
                <a:gd name="connsiteY1618" fmla="*/ 1518930 h 1796087"/>
                <a:gd name="connsiteX1619" fmla="*/ 230904 w 2290556"/>
                <a:gd name="connsiteY1619" fmla="*/ 1522395 h 1796087"/>
                <a:gd name="connsiteX1620" fmla="*/ 230668 w 2290556"/>
                <a:gd name="connsiteY1620" fmla="*/ 1525658 h 1796087"/>
                <a:gd name="connsiteX1621" fmla="*/ 230231 w 2290556"/>
                <a:gd name="connsiteY1621" fmla="*/ 1528921 h 1796087"/>
                <a:gd name="connsiteX1622" fmla="*/ 230769 w 2290556"/>
                <a:gd name="connsiteY1622" fmla="*/ 1531949 h 1796087"/>
                <a:gd name="connsiteX1623" fmla="*/ 234673 w 2290556"/>
                <a:gd name="connsiteY1623" fmla="*/ 1532723 h 1796087"/>
                <a:gd name="connsiteX1624" fmla="*/ 234673 w 2290556"/>
                <a:gd name="connsiteY1624" fmla="*/ 1534674 h 1796087"/>
                <a:gd name="connsiteX1625" fmla="*/ 236625 w 2290556"/>
                <a:gd name="connsiteY1625" fmla="*/ 1536524 h 1796087"/>
                <a:gd name="connsiteX1626" fmla="*/ 240092 w 2290556"/>
                <a:gd name="connsiteY1626" fmla="*/ 1536524 h 1796087"/>
                <a:gd name="connsiteX1627" fmla="*/ 242279 w 2290556"/>
                <a:gd name="connsiteY1627" fmla="*/ 1536524 h 1796087"/>
                <a:gd name="connsiteX1628" fmla="*/ 245308 w 2290556"/>
                <a:gd name="connsiteY1628" fmla="*/ 1537836 h 1796087"/>
                <a:gd name="connsiteX1629" fmla="*/ 247799 w 2290556"/>
                <a:gd name="connsiteY1629" fmla="*/ 1542714 h 1796087"/>
                <a:gd name="connsiteX1630" fmla="*/ 245308 w 2290556"/>
                <a:gd name="connsiteY1630" fmla="*/ 1549004 h 1796087"/>
                <a:gd name="connsiteX1631" fmla="*/ 245847 w 2290556"/>
                <a:gd name="connsiteY1631" fmla="*/ 1550417 h 1796087"/>
                <a:gd name="connsiteX1632" fmla="*/ 250087 w 2290556"/>
                <a:gd name="connsiteY1632" fmla="*/ 1552032 h 1796087"/>
                <a:gd name="connsiteX1633" fmla="*/ 251938 w 2290556"/>
                <a:gd name="connsiteY1633" fmla="*/ 1551258 h 1796087"/>
                <a:gd name="connsiteX1634" fmla="*/ 254227 w 2290556"/>
                <a:gd name="connsiteY1634" fmla="*/ 1550922 h 1796087"/>
                <a:gd name="connsiteX1635" fmla="*/ 256078 w 2290556"/>
                <a:gd name="connsiteY1635" fmla="*/ 1551124 h 1796087"/>
                <a:gd name="connsiteX1636" fmla="*/ 258905 w 2290556"/>
                <a:gd name="connsiteY1636" fmla="*/ 1552099 h 1796087"/>
                <a:gd name="connsiteX1637" fmla="*/ 260419 w 2290556"/>
                <a:gd name="connsiteY1637" fmla="*/ 1553075 h 1796087"/>
                <a:gd name="connsiteX1638" fmla="*/ 261934 w 2290556"/>
                <a:gd name="connsiteY1638" fmla="*/ 1552200 h 1796087"/>
                <a:gd name="connsiteX1639" fmla="*/ 262674 w 2290556"/>
                <a:gd name="connsiteY1639" fmla="*/ 1550350 h 1796087"/>
                <a:gd name="connsiteX1640" fmla="*/ 266140 w 2290556"/>
                <a:gd name="connsiteY1640" fmla="*/ 1550350 h 1796087"/>
                <a:gd name="connsiteX1641" fmla="*/ 267890 w 2290556"/>
                <a:gd name="connsiteY1641" fmla="*/ 1550350 h 1796087"/>
                <a:gd name="connsiteX1642" fmla="*/ 269641 w 2290556"/>
                <a:gd name="connsiteY1642" fmla="*/ 1550350 h 1796087"/>
                <a:gd name="connsiteX1643" fmla="*/ 273006 w 2290556"/>
                <a:gd name="connsiteY1643" fmla="*/ 1550350 h 1796087"/>
                <a:gd name="connsiteX1644" fmla="*/ 275496 w 2290556"/>
                <a:gd name="connsiteY1644" fmla="*/ 1551325 h 1796087"/>
                <a:gd name="connsiteX1645" fmla="*/ 277886 w 2290556"/>
                <a:gd name="connsiteY1645" fmla="*/ 1554488 h 1796087"/>
                <a:gd name="connsiteX1646" fmla="*/ 277886 w 2290556"/>
                <a:gd name="connsiteY1646" fmla="*/ 1557650 h 1796087"/>
                <a:gd name="connsiteX1647" fmla="*/ 276371 w 2290556"/>
                <a:gd name="connsiteY1647" fmla="*/ 1559399 h 1796087"/>
                <a:gd name="connsiteX1648" fmla="*/ 274184 w 2290556"/>
                <a:gd name="connsiteY1648" fmla="*/ 1561787 h 1796087"/>
                <a:gd name="connsiteX1649" fmla="*/ 275261 w 2290556"/>
                <a:gd name="connsiteY1649" fmla="*/ 1564277 h 1796087"/>
                <a:gd name="connsiteX1650" fmla="*/ 275059 w 2290556"/>
                <a:gd name="connsiteY1650" fmla="*/ 1567304 h 1796087"/>
                <a:gd name="connsiteX1651" fmla="*/ 274184 w 2290556"/>
                <a:gd name="connsiteY1651" fmla="*/ 1568280 h 1796087"/>
                <a:gd name="connsiteX1652" fmla="*/ 272669 w 2290556"/>
                <a:gd name="connsiteY1652" fmla="*/ 1570130 h 1796087"/>
                <a:gd name="connsiteX1653" fmla="*/ 273208 w 2290556"/>
                <a:gd name="connsiteY1653" fmla="*/ 1571543 h 1796087"/>
                <a:gd name="connsiteX1654" fmla="*/ 274419 w 2290556"/>
                <a:gd name="connsiteY1654" fmla="*/ 1574369 h 1796087"/>
                <a:gd name="connsiteX1655" fmla="*/ 272905 w 2290556"/>
                <a:gd name="connsiteY1655" fmla="*/ 1575882 h 1796087"/>
                <a:gd name="connsiteX1656" fmla="*/ 271391 w 2290556"/>
                <a:gd name="connsiteY1656" fmla="*/ 1577497 h 1796087"/>
                <a:gd name="connsiteX1657" fmla="*/ 270145 w 2290556"/>
                <a:gd name="connsiteY1657" fmla="*/ 1579549 h 1796087"/>
                <a:gd name="connsiteX1658" fmla="*/ 272568 w 2290556"/>
                <a:gd name="connsiteY1658" fmla="*/ 1581937 h 1796087"/>
                <a:gd name="connsiteX1659" fmla="*/ 274083 w 2290556"/>
                <a:gd name="connsiteY1659" fmla="*/ 1583249 h 1796087"/>
                <a:gd name="connsiteX1660" fmla="*/ 274083 w 2290556"/>
                <a:gd name="connsiteY1660" fmla="*/ 1586613 h 1796087"/>
                <a:gd name="connsiteX1661" fmla="*/ 271357 w 2290556"/>
                <a:gd name="connsiteY1661" fmla="*/ 1589103 h 1796087"/>
                <a:gd name="connsiteX1662" fmla="*/ 270145 w 2290556"/>
                <a:gd name="connsiteY1662" fmla="*/ 1592029 h 1796087"/>
                <a:gd name="connsiteX1663" fmla="*/ 272333 w 2290556"/>
                <a:gd name="connsiteY1663" fmla="*/ 1593442 h 1796087"/>
                <a:gd name="connsiteX1664" fmla="*/ 275799 w 2290556"/>
                <a:gd name="connsiteY1664" fmla="*/ 1593442 h 1796087"/>
                <a:gd name="connsiteX1665" fmla="*/ 277852 w 2290556"/>
                <a:gd name="connsiteY1665" fmla="*/ 1594418 h 1796087"/>
                <a:gd name="connsiteX1666" fmla="*/ 278391 w 2290556"/>
                <a:gd name="connsiteY1666" fmla="*/ 1596705 h 1796087"/>
                <a:gd name="connsiteX1667" fmla="*/ 280343 w 2290556"/>
                <a:gd name="connsiteY1667" fmla="*/ 1599430 h 1796087"/>
                <a:gd name="connsiteX1668" fmla="*/ 283069 w 2290556"/>
                <a:gd name="connsiteY1668" fmla="*/ 1601280 h 1796087"/>
                <a:gd name="connsiteX1669" fmla="*/ 286535 w 2290556"/>
                <a:gd name="connsiteY1669" fmla="*/ 1601919 h 1796087"/>
                <a:gd name="connsiteX1670" fmla="*/ 289463 w 2290556"/>
                <a:gd name="connsiteY1670" fmla="*/ 1601583 h 1796087"/>
                <a:gd name="connsiteX1671" fmla="*/ 291213 w 2290556"/>
                <a:gd name="connsiteY1671" fmla="*/ 1600069 h 1796087"/>
                <a:gd name="connsiteX1672" fmla="*/ 293704 w 2290556"/>
                <a:gd name="connsiteY1672" fmla="*/ 1598757 h 1796087"/>
                <a:gd name="connsiteX1673" fmla="*/ 296968 w 2290556"/>
                <a:gd name="connsiteY1673" fmla="*/ 1596032 h 1796087"/>
                <a:gd name="connsiteX1674" fmla="*/ 299256 w 2290556"/>
                <a:gd name="connsiteY1674" fmla="*/ 1594821 h 1796087"/>
                <a:gd name="connsiteX1675" fmla="*/ 303396 w 2290556"/>
                <a:gd name="connsiteY1675" fmla="*/ 1594384 h 1796087"/>
                <a:gd name="connsiteX1676" fmla="*/ 307536 w 2290556"/>
                <a:gd name="connsiteY1676" fmla="*/ 1595360 h 1796087"/>
                <a:gd name="connsiteX1677" fmla="*/ 309588 w 2290556"/>
                <a:gd name="connsiteY1677" fmla="*/ 1597546 h 1796087"/>
                <a:gd name="connsiteX1678" fmla="*/ 307199 w 2290556"/>
                <a:gd name="connsiteY1678" fmla="*/ 1601348 h 1796087"/>
                <a:gd name="connsiteX1679" fmla="*/ 304709 w 2290556"/>
                <a:gd name="connsiteY1679" fmla="*/ 1602121 h 1796087"/>
                <a:gd name="connsiteX1680" fmla="*/ 302218 w 2290556"/>
                <a:gd name="connsiteY1680" fmla="*/ 1603534 h 1796087"/>
                <a:gd name="connsiteX1681" fmla="*/ 300603 w 2290556"/>
                <a:gd name="connsiteY1681" fmla="*/ 1605822 h 1796087"/>
                <a:gd name="connsiteX1682" fmla="*/ 300603 w 2290556"/>
                <a:gd name="connsiteY1682" fmla="*/ 1607133 h 1796087"/>
                <a:gd name="connsiteX1683" fmla="*/ 302891 w 2290556"/>
                <a:gd name="connsiteY1683" fmla="*/ 1610397 h 1796087"/>
                <a:gd name="connsiteX1684" fmla="*/ 304641 w 2290556"/>
                <a:gd name="connsiteY1684" fmla="*/ 1612684 h 1796087"/>
                <a:gd name="connsiteX1685" fmla="*/ 306156 w 2290556"/>
                <a:gd name="connsiteY1685" fmla="*/ 1613861 h 1796087"/>
                <a:gd name="connsiteX1686" fmla="*/ 308747 w 2290556"/>
                <a:gd name="connsiteY1686" fmla="*/ 1614938 h 1796087"/>
                <a:gd name="connsiteX1687" fmla="*/ 310767 w 2290556"/>
                <a:gd name="connsiteY1687" fmla="*/ 1616687 h 1796087"/>
                <a:gd name="connsiteX1688" fmla="*/ 310867 w 2290556"/>
                <a:gd name="connsiteY1688" fmla="*/ 1618201 h 1796087"/>
                <a:gd name="connsiteX1689" fmla="*/ 310935 w 2290556"/>
                <a:gd name="connsiteY1689" fmla="*/ 1620690 h 1796087"/>
                <a:gd name="connsiteX1690" fmla="*/ 310935 w 2290556"/>
                <a:gd name="connsiteY1690" fmla="*/ 1623852 h 1796087"/>
                <a:gd name="connsiteX1691" fmla="*/ 312012 w 2290556"/>
                <a:gd name="connsiteY1691" fmla="*/ 1626880 h 1796087"/>
                <a:gd name="connsiteX1692" fmla="*/ 314401 w 2290556"/>
                <a:gd name="connsiteY1692" fmla="*/ 1628495 h 1796087"/>
                <a:gd name="connsiteX1693" fmla="*/ 316252 w 2290556"/>
                <a:gd name="connsiteY1693" fmla="*/ 1629033 h 1796087"/>
                <a:gd name="connsiteX1694" fmla="*/ 319853 w 2290556"/>
                <a:gd name="connsiteY1694" fmla="*/ 1628932 h 1796087"/>
                <a:gd name="connsiteX1695" fmla="*/ 322041 w 2290556"/>
                <a:gd name="connsiteY1695" fmla="*/ 1628932 h 1796087"/>
                <a:gd name="connsiteX1696" fmla="*/ 324329 w 2290556"/>
                <a:gd name="connsiteY1696" fmla="*/ 1629033 h 1796087"/>
                <a:gd name="connsiteX1697" fmla="*/ 326517 w 2290556"/>
                <a:gd name="connsiteY1697" fmla="*/ 1630547 h 1796087"/>
                <a:gd name="connsiteX1698" fmla="*/ 328368 w 2290556"/>
                <a:gd name="connsiteY1698" fmla="*/ 1632599 h 1796087"/>
                <a:gd name="connsiteX1699" fmla="*/ 329344 w 2290556"/>
                <a:gd name="connsiteY1699" fmla="*/ 1634012 h 1796087"/>
                <a:gd name="connsiteX1700" fmla="*/ 331632 w 2290556"/>
                <a:gd name="connsiteY1700" fmla="*/ 1638788 h 1796087"/>
                <a:gd name="connsiteX1701" fmla="*/ 335435 w 2290556"/>
                <a:gd name="connsiteY1701" fmla="*/ 1641951 h 1796087"/>
                <a:gd name="connsiteX1702" fmla="*/ 336411 w 2290556"/>
                <a:gd name="connsiteY1702" fmla="*/ 1641311 h 1796087"/>
                <a:gd name="connsiteX1703" fmla="*/ 339777 w 2290556"/>
                <a:gd name="connsiteY1703" fmla="*/ 1638486 h 1796087"/>
                <a:gd name="connsiteX1704" fmla="*/ 343041 w 2290556"/>
                <a:gd name="connsiteY1704" fmla="*/ 1637510 h 1796087"/>
                <a:gd name="connsiteX1705" fmla="*/ 346844 w 2290556"/>
                <a:gd name="connsiteY1705" fmla="*/ 1639260 h 1796087"/>
                <a:gd name="connsiteX1706" fmla="*/ 348695 w 2290556"/>
                <a:gd name="connsiteY1706" fmla="*/ 1643834 h 1796087"/>
                <a:gd name="connsiteX1707" fmla="*/ 350782 w 2290556"/>
                <a:gd name="connsiteY1707" fmla="*/ 1646223 h 1796087"/>
                <a:gd name="connsiteX1708" fmla="*/ 354147 w 2290556"/>
                <a:gd name="connsiteY1708" fmla="*/ 1646660 h 1796087"/>
                <a:gd name="connsiteX1709" fmla="*/ 356335 w 2290556"/>
                <a:gd name="connsiteY1709" fmla="*/ 1646021 h 1796087"/>
                <a:gd name="connsiteX1710" fmla="*/ 357109 w 2290556"/>
                <a:gd name="connsiteY1710" fmla="*/ 1642758 h 1796087"/>
                <a:gd name="connsiteX1711" fmla="*/ 357546 w 2290556"/>
                <a:gd name="connsiteY1711" fmla="*/ 1640033 h 1796087"/>
                <a:gd name="connsiteX1712" fmla="*/ 359734 w 2290556"/>
                <a:gd name="connsiteY1712" fmla="*/ 1636669 h 1796087"/>
                <a:gd name="connsiteX1713" fmla="*/ 363200 w 2290556"/>
                <a:gd name="connsiteY1713" fmla="*/ 1633406 h 1796087"/>
                <a:gd name="connsiteX1714" fmla="*/ 364614 w 2290556"/>
                <a:gd name="connsiteY1714" fmla="*/ 1631657 h 1796087"/>
                <a:gd name="connsiteX1715" fmla="*/ 368619 w 2290556"/>
                <a:gd name="connsiteY1715" fmla="*/ 1627317 h 1796087"/>
                <a:gd name="connsiteX1716" fmla="*/ 371883 w 2290556"/>
                <a:gd name="connsiteY1716" fmla="*/ 1625366 h 1796087"/>
                <a:gd name="connsiteX1717" fmla="*/ 377436 w 2290556"/>
                <a:gd name="connsiteY1717" fmla="*/ 1621767 h 1796087"/>
                <a:gd name="connsiteX1718" fmla="*/ 380162 w 2290556"/>
                <a:gd name="connsiteY1718" fmla="*/ 1619177 h 1796087"/>
                <a:gd name="connsiteX1719" fmla="*/ 379186 w 2290556"/>
                <a:gd name="connsiteY1719" fmla="*/ 1616889 h 1796087"/>
                <a:gd name="connsiteX1720" fmla="*/ 375720 w 2290556"/>
                <a:gd name="connsiteY1720" fmla="*/ 1614299 h 1796087"/>
                <a:gd name="connsiteX1721" fmla="*/ 374205 w 2290556"/>
                <a:gd name="connsiteY1721" fmla="*/ 1612785 h 1796087"/>
                <a:gd name="connsiteX1722" fmla="*/ 370503 w 2290556"/>
                <a:gd name="connsiteY1722" fmla="*/ 1609320 h 1796087"/>
                <a:gd name="connsiteX1723" fmla="*/ 368652 w 2290556"/>
                <a:gd name="connsiteY1723" fmla="*/ 1605519 h 1796087"/>
                <a:gd name="connsiteX1724" fmla="*/ 367474 w 2290556"/>
                <a:gd name="connsiteY1724" fmla="*/ 1602054 h 1796087"/>
                <a:gd name="connsiteX1725" fmla="*/ 366397 w 2290556"/>
                <a:gd name="connsiteY1725" fmla="*/ 1598354 h 1796087"/>
                <a:gd name="connsiteX1726" fmla="*/ 361719 w 2290556"/>
                <a:gd name="connsiteY1726" fmla="*/ 1595965 h 1796087"/>
                <a:gd name="connsiteX1727" fmla="*/ 356604 w 2290556"/>
                <a:gd name="connsiteY1727" fmla="*/ 1593341 h 1796087"/>
                <a:gd name="connsiteX1728" fmla="*/ 353239 w 2290556"/>
                <a:gd name="connsiteY1728" fmla="*/ 1591592 h 1796087"/>
                <a:gd name="connsiteX1729" fmla="*/ 352464 w 2290556"/>
                <a:gd name="connsiteY1729" fmla="*/ 1588766 h 1796087"/>
                <a:gd name="connsiteX1730" fmla="*/ 353339 w 2290556"/>
                <a:gd name="connsiteY1730" fmla="*/ 1586580 h 1796087"/>
                <a:gd name="connsiteX1731" fmla="*/ 357142 w 2290556"/>
                <a:gd name="connsiteY1731" fmla="*/ 1586042 h 1796087"/>
                <a:gd name="connsiteX1732" fmla="*/ 358993 w 2290556"/>
                <a:gd name="connsiteY1732" fmla="*/ 1586243 h 1796087"/>
                <a:gd name="connsiteX1733" fmla="*/ 363873 w 2290556"/>
                <a:gd name="connsiteY1733" fmla="*/ 1588194 h 1796087"/>
                <a:gd name="connsiteX1734" fmla="*/ 367575 w 2290556"/>
                <a:gd name="connsiteY1734" fmla="*/ 1589506 h 1796087"/>
                <a:gd name="connsiteX1735" fmla="*/ 371479 w 2290556"/>
                <a:gd name="connsiteY1735" fmla="*/ 1590280 h 1796087"/>
                <a:gd name="connsiteX1736" fmla="*/ 375821 w 2290556"/>
                <a:gd name="connsiteY1736" fmla="*/ 1592029 h 1796087"/>
                <a:gd name="connsiteX1737" fmla="*/ 379523 w 2290556"/>
                <a:gd name="connsiteY1737" fmla="*/ 1592029 h 1796087"/>
                <a:gd name="connsiteX1738" fmla="*/ 382451 w 2290556"/>
                <a:gd name="connsiteY1738" fmla="*/ 1591659 h 1796087"/>
                <a:gd name="connsiteX1739" fmla="*/ 385278 w 2290556"/>
                <a:gd name="connsiteY1739" fmla="*/ 1589742 h 1796087"/>
                <a:gd name="connsiteX1740" fmla="*/ 389855 w 2290556"/>
                <a:gd name="connsiteY1740" fmla="*/ 1588329 h 1796087"/>
                <a:gd name="connsiteX1741" fmla="*/ 395509 w 2290556"/>
                <a:gd name="connsiteY1741" fmla="*/ 1586277 h 1796087"/>
                <a:gd name="connsiteX1742" fmla="*/ 397696 w 2290556"/>
                <a:gd name="connsiteY1742" fmla="*/ 1584662 h 1796087"/>
                <a:gd name="connsiteX1743" fmla="*/ 401062 w 2290556"/>
                <a:gd name="connsiteY1743" fmla="*/ 1583586 h 1796087"/>
                <a:gd name="connsiteX1744" fmla="*/ 405403 w 2290556"/>
                <a:gd name="connsiteY1744" fmla="*/ 1583384 h 1796087"/>
                <a:gd name="connsiteX1745" fmla="*/ 409105 w 2290556"/>
                <a:gd name="connsiteY1745" fmla="*/ 1583384 h 1796087"/>
                <a:gd name="connsiteX1746" fmla="*/ 410418 w 2290556"/>
                <a:gd name="connsiteY1746" fmla="*/ 1581534 h 1796087"/>
                <a:gd name="connsiteX1747" fmla="*/ 412370 w 2290556"/>
                <a:gd name="connsiteY1747" fmla="*/ 1579919 h 1796087"/>
                <a:gd name="connsiteX1748" fmla="*/ 415836 w 2290556"/>
                <a:gd name="connsiteY1748" fmla="*/ 1577968 h 1796087"/>
                <a:gd name="connsiteX1749" fmla="*/ 419303 w 2290556"/>
                <a:gd name="connsiteY1749" fmla="*/ 1578405 h 1796087"/>
                <a:gd name="connsiteX1750" fmla="*/ 422029 w 2290556"/>
                <a:gd name="connsiteY1750" fmla="*/ 1582543 h 1796087"/>
                <a:gd name="connsiteX1751" fmla="*/ 423106 w 2290556"/>
                <a:gd name="connsiteY1751" fmla="*/ 1584393 h 1796087"/>
                <a:gd name="connsiteX1752" fmla="*/ 425596 w 2290556"/>
                <a:gd name="connsiteY1752" fmla="*/ 1588733 h 1796087"/>
                <a:gd name="connsiteX1753" fmla="*/ 429500 w 2290556"/>
                <a:gd name="connsiteY1753" fmla="*/ 1591222 h 1796087"/>
                <a:gd name="connsiteX1754" fmla="*/ 431889 w 2290556"/>
                <a:gd name="connsiteY1754" fmla="*/ 1591323 h 1796087"/>
                <a:gd name="connsiteX1755" fmla="*/ 438082 w 2290556"/>
                <a:gd name="connsiteY1755" fmla="*/ 1591088 h 1796087"/>
                <a:gd name="connsiteX1756" fmla="*/ 442861 w 2290556"/>
                <a:gd name="connsiteY1756" fmla="*/ 1591962 h 1796087"/>
                <a:gd name="connsiteX1757" fmla="*/ 445048 w 2290556"/>
                <a:gd name="connsiteY1757" fmla="*/ 1594149 h 1796087"/>
                <a:gd name="connsiteX1758" fmla="*/ 447236 w 2290556"/>
                <a:gd name="connsiteY1758" fmla="*/ 1597311 h 1796087"/>
                <a:gd name="connsiteX1759" fmla="*/ 453765 w 2290556"/>
                <a:gd name="connsiteY1759" fmla="*/ 1597849 h 1796087"/>
                <a:gd name="connsiteX1760" fmla="*/ 460395 w 2290556"/>
                <a:gd name="connsiteY1760" fmla="*/ 1597647 h 1796087"/>
                <a:gd name="connsiteX1761" fmla="*/ 464501 w 2290556"/>
                <a:gd name="connsiteY1761" fmla="*/ 1597311 h 1796087"/>
                <a:gd name="connsiteX1762" fmla="*/ 470255 w 2290556"/>
                <a:gd name="connsiteY1762" fmla="*/ 1597311 h 1796087"/>
                <a:gd name="connsiteX1763" fmla="*/ 472544 w 2290556"/>
                <a:gd name="connsiteY1763" fmla="*/ 1596537 h 1796087"/>
                <a:gd name="connsiteX1764" fmla="*/ 475035 w 2290556"/>
                <a:gd name="connsiteY1764" fmla="*/ 1595461 h 1796087"/>
                <a:gd name="connsiteX1765" fmla="*/ 476246 w 2290556"/>
                <a:gd name="connsiteY1765" fmla="*/ 1594149 h 1796087"/>
                <a:gd name="connsiteX1766" fmla="*/ 481799 w 2290556"/>
                <a:gd name="connsiteY1766" fmla="*/ 1589675 h 1796087"/>
                <a:gd name="connsiteX1767" fmla="*/ 487453 w 2290556"/>
                <a:gd name="connsiteY1767" fmla="*/ 1585873 h 1796087"/>
                <a:gd name="connsiteX1768" fmla="*/ 491256 w 2290556"/>
                <a:gd name="connsiteY1768" fmla="*/ 1583384 h 1796087"/>
                <a:gd name="connsiteX1769" fmla="*/ 494184 w 2290556"/>
                <a:gd name="connsiteY1769" fmla="*/ 1580895 h 1796087"/>
                <a:gd name="connsiteX1770" fmla="*/ 496237 w 2290556"/>
                <a:gd name="connsiteY1770" fmla="*/ 1577531 h 1796087"/>
                <a:gd name="connsiteX1771" fmla="*/ 498290 w 2290556"/>
                <a:gd name="connsiteY1771" fmla="*/ 1575781 h 1796087"/>
                <a:gd name="connsiteX1772" fmla="*/ 500242 w 2290556"/>
                <a:gd name="connsiteY1772" fmla="*/ 1575580 h 1796087"/>
                <a:gd name="connsiteX1773" fmla="*/ 503843 w 2290556"/>
                <a:gd name="connsiteY1773" fmla="*/ 1573931 h 1796087"/>
                <a:gd name="connsiteX1774" fmla="*/ 507982 w 2290556"/>
                <a:gd name="connsiteY1774" fmla="*/ 1571980 h 1796087"/>
                <a:gd name="connsiteX1775" fmla="*/ 512559 w 2290556"/>
                <a:gd name="connsiteY1775" fmla="*/ 1571105 h 1796087"/>
                <a:gd name="connsiteX1776" fmla="*/ 514511 w 2290556"/>
                <a:gd name="connsiteY1776" fmla="*/ 1570231 h 1796087"/>
                <a:gd name="connsiteX1777" fmla="*/ 517103 w 2290556"/>
                <a:gd name="connsiteY1777" fmla="*/ 1568717 h 1796087"/>
                <a:gd name="connsiteX1778" fmla="*/ 519930 w 2290556"/>
                <a:gd name="connsiteY1778" fmla="*/ 1568179 h 1796087"/>
                <a:gd name="connsiteX1779" fmla="*/ 523531 w 2290556"/>
                <a:gd name="connsiteY1779" fmla="*/ 1566867 h 1796087"/>
                <a:gd name="connsiteX1780" fmla="*/ 527973 w 2290556"/>
                <a:gd name="connsiteY1780" fmla="*/ 1565454 h 1796087"/>
                <a:gd name="connsiteX1781" fmla="*/ 534940 w 2290556"/>
                <a:gd name="connsiteY1781" fmla="*/ 1565454 h 1796087"/>
                <a:gd name="connsiteX1782" fmla="*/ 539281 w 2290556"/>
                <a:gd name="connsiteY1782" fmla="*/ 1565992 h 1796087"/>
                <a:gd name="connsiteX1783" fmla="*/ 544161 w 2290556"/>
                <a:gd name="connsiteY1783" fmla="*/ 1565992 h 1796087"/>
                <a:gd name="connsiteX1784" fmla="*/ 548300 w 2290556"/>
                <a:gd name="connsiteY1784" fmla="*/ 1566968 h 1796087"/>
                <a:gd name="connsiteX1785" fmla="*/ 552339 w 2290556"/>
                <a:gd name="connsiteY1785" fmla="*/ 1568919 h 1796087"/>
                <a:gd name="connsiteX1786" fmla="*/ 555940 w 2290556"/>
                <a:gd name="connsiteY1786" fmla="*/ 1572619 h 1796087"/>
                <a:gd name="connsiteX1787" fmla="*/ 558767 w 2290556"/>
                <a:gd name="connsiteY1787" fmla="*/ 1575445 h 1796087"/>
                <a:gd name="connsiteX1788" fmla="*/ 558666 w 2290556"/>
                <a:gd name="connsiteY1788" fmla="*/ 1578170 h 1796087"/>
                <a:gd name="connsiteX1789" fmla="*/ 557690 w 2290556"/>
                <a:gd name="connsiteY1789" fmla="*/ 1579246 h 1796087"/>
                <a:gd name="connsiteX1790" fmla="*/ 555738 w 2290556"/>
                <a:gd name="connsiteY1790" fmla="*/ 1581635 h 1796087"/>
                <a:gd name="connsiteX1791" fmla="*/ 553887 w 2290556"/>
                <a:gd name="connsiteY1791" fmla="*/ 1584999 h 1796087"/>
                <a:gd name="connsiteX1792" fmla="*/ 555301 w 2290556"/>
                <a:gd name="connsiteY1792" fmla="*/ 1587051 h 1796087"/>
                <a:gd name="connsiteX1793" fmla="*/ 557690 w 2290556"/>
                <a:gd name="connsiteY1793" fmla="*/ 1590953 h 1796087"/>
                <a:gd name="connsiteX1794" fmla="*/ 558229 w 2290556"/>
                <a:gd name="connsiteY1794" fmla="*/ 1593005 h 1796087"/>
                <a:gd name="connsiteX1795" fmla="*/ 559104 w 2290556"/>
                <a:gd name="connsiteY1795" fmla="*/ 1595932 h 1796087"/>
                <a:gd name="connsiteX1796" fmla="*/ 561830 w 2290556"/>
                <a:gd name="connsiteY1796" fmla="*/ 1600069 h 1796087"/>
                <a:gd name="connsiteX1797" fmla="*/ 564118 w 2290556"/>
                <a:gd name="connsiteY1797" fmla="*/ 1603231 h 1796087"/>
                <a:gd name="connsiteX1798" fmla="*/ 564657 w 2290556"/>
                <a:gd name="connsiteY1798" fmla="*/ 1608984 h 1796087"/>
                <a:gd name="connsiteX1799" fmla="*/ 565733 w 2290556"/>
                <a:gd name="connsiteY1799" fmla="*/ 1613761 h 1796087"/>
                <a:gd name="connsiteX1800" fmla="*/ 565835 w 2290556"/>
                <a:gd name="connsiteY1800" fmla="*/ 1618874 h 1796087"/>
                <a:gd name="connsiteX1801" fmla="*/ 563984 w 2290556"/>
                <a:gd name="connsiteY1801" fmla="*/ 1621700 h 1796087"/>
                <a:gd name="connsiteX1802" fmla="*/ 560517 w 2290556"/>
                <a:gd name="connsiteY1802" fmla="*/ 1623751 h 1796087"/>
                <a:gd name="connsiteX1803" fmla="*/ 556916 w 2290556"/>
                <a:gd name="connsiteY1803" fmla="*/ 1627015 h 1796087"/>
                <a:gd name="connsiteX1804" fmla="*/ 556378 w 2290556"/>
                <a:gd name="connsiteY1804" fmla="*/ 1628966 h 1796087"/>
                <a:gd name="connsiteX1805" fmla="*/ 552474 w 2290556"/>
                <a:gd name="connsiteY1805" fmla="*/ 1632868 h 1796087"/>
                <a:gd name="connsiteX1806" fmla="*/ 551161 w 2290556"/>
                <a:gd name="connsiteY1806" fmla="*/ 1635256 h 1796087"/>
                <a:gd name="connsiteX1807" fmla="*/ 546483 w 2290556"/>
                <a:gd name="connsiteY1807" fmla="*/ 1636434 h 1796087"/>
                <a:gd name="connsiteX1808" fmla="*/ 544767 w 2290556"/>
                <a:gd name="connsiteY1808" fmla="*/ 1639899 h 1796087"/>
                <a:gd name="connsiteX1809" fmla="*/ 541065 w 2290556"/>
                <a:gd name="connsiteY1809" fmla="*/ 1645886 h 1796087"/>
                <a:gd name="connsiteX1810" fmla="*/ 539113 w 2290556"/>
                <a:gd name="connsiteY1810" fmla="*/ 1652514 h 1796087"/>
                <a:gd name="connsiteX1811" fmla="*/ 534098 w 2290556"/>
                <a:gd name="connsiteY1811" fmla="*/ 1658939 h 1796087"/>
                <a:gd name="connsiteX1812" fmla="*/ 529218 w 2290556"/>
                <a:gd name="connsiteY1812" fmla="*/ 1662841 h 1796087"/>
                <a:gd name="connsiteX1813" fmla="*/ 519425 w 2290556"/>
                <a:gd name="connsiteY1813" fmla="*/ 1667618 h 1796087"/>
                <a:gd name="connsiteX1814" fmla="*/ 510304 w 2290556"/>
                <a:gd name="connsiteY1814" fmla="*/ 1672731 h 1796087"/>
                <a:gd name="connsiteX1815" fmla="*/ 498391 w 2290556"/>
                <a:gd name="connsiteY1815" fmla="*/ 1677777 h 1796087"/>
                <a:gd name="connsiteX1816" fmla="*/ 494520 w 2290556"/>
                <a:gd name="connsiteY1816" fmla="*/ 1679728 h 1796087"/>
                <a:gd name="connsiteX1817" fmla="*/ 492636 w 2290556"/>
                <a:gd name="connsiteY1817" fmla="*/ 1680636 h 1796087"/>
                <a:gd name="connsiteX1818" fmla="*/ 491525 w 2290556"/>
                <a:gd name="connsiteY1818" fmla="*/ 1681645 h 1796087"/>
                <a:gd name="connsiteX1819" fmla="*/ 491458 w 2290556"/>
                <a:gd name="connsiteY1819" fmla="*/ 1682352 h 1796087"/>
                <a:gd name="connsiteX1820" fmla="*/ 492366 w 2290556"/>
                <a:gd name="connsiteY1820" fmla="*/ 1684135 h 1796087"/>
                <a:gd name="connsiteX1821" fmla="*/ 495261 w 2290556"/>
                <a:gd name="connsiteY1821" fmla="*/ 1684135 h 1796087"/>
                <a:gd name="connsiteX1822" fmla="*/ 498593 w 2290556"/>
                <a:gd name="connsiteY1822" fmla="*/ 1686086 h 1796087"/>
                <a:gd name="connsiteX1823" fmla="*/ 501218 w 2290556"/>
                <a:gd name="connsiteY1823" fmla="*/ 1689349 h 1796087"/>
                <a:gd name="connsiteX1824" fmla="*/ 501924 w 2290556"/>
                <a:gd name="connsiteY1824" fmla="*/ 1691973 h 1796087"/>
                <a:gd name="connsiteX1825" fmla="*/ 501924 w 2290556"/>
                <a:gd name="connsiteY1825" fmla="*/ 1693285 h 1796087"/>
                <a:gd name="connsiteX1826" fmla="*/ 500915 w 2290556"/>
                <a:gd name="connsiteY1826" fmla="*/ 1695169 h 1796087"/>
                <a:gd name="connsiteX1827" fmla="*/ 500174 w 2290556"/>
                <a:gd name="connsiteY1827" fmla="*/ 1696615 h 1796087"/>
                <a:gd name="connsiteX1828" fmla="*/ 500309 w 2290556"/>
                <a:gd name="connsiteY1828" fmla="*/ 1697792 h 1796087"/>
                <a:gd name="connsiteX1829" fmla="*/ 501453 w 2290556"/>
                <a:gd name="connsiteY1829" fmla="*/ 1699239 h 1796087"/>
                <a:gd name="connsiteX1830" fmla="*/ 501319 w 2290556"/>
                <a:gd name="connsiteY1830" fmla="*/ 1701560 h 1796087"/>
                <a:gd name="connsiteX1831" fmla="*/ 501891 w 2290556"/>
                <a:gd name="connsiteY1831" fmla="*/ 1709398 h 1796087"/>
                <a:gd name="connsiteX1832" fmla="*/ 501891 w 2290556"/>
                <a:gd name="connsiteY1832" fmla="*/ 1712863 h 1796087"/>
                <a:gd name="connsiteX1833" fmla="*/ 501319 w 2290556"/>
                <a:gd name="connsiteY1833" fmla="*/ 1715453 h 1796087"/>
                <a:gd name="connsiteX1834" fmla="*/ 498424 w 2290556"/>
                <a:gd name="connsiteY1834" fmla="*/ 1716900 h 1796087"/>
                <a:gd name="connsiteX1835" fmla="*/ 495799 w 2290556"/>
                <a:gd name="connsiteY1835" fmla="*/ 1715453 h 1796087"/>
                <a:gd name="connsiteX1836" fmla="*/ 492770 w 2290556"/>
                <a:gd name="connsiteY1836" fmla="*/ 1715453 h 1796087"/>
                <a:gd name="connsiteX1837" fmla="*/ 490583 w 2290556"/>
                <a:gd name="connsiteY1837" fmla="*/ 1715453 h 1796087"/>
                <a:gd name="connsiteX1838" fmla="*/ 485804 w 2290556"/>
                <a:gd name="connsiteY1838" fmla="*/ 1715453 h 1796087"/>
                <a:gd name="connsiteX1839" fmla="*/ 483987 w 2290556"/>
                <a:gd name="connsiteY1839" fmla="*/ 1718279 h 1796087"/>
                <a:gd name="connsiteX1840" fmla="*/ 484054 w 2290556"/>
                <a:gd name="connsiteY1840" fmla="*/ 1718918 h 1796087"/>
                <a:gd name="connsiteX1841" fmla="*/ 484054 w 2290556"/>
                <a:gd name="connsiteY1841" fmla="*/ 1723426 h 1796087"/>
                <a:gd name="connsiteX1842" fmla="*/ 484054 w 2290556"/>
                <a:gd name="connsiteY1842" fmla="*/ 1727059 h 1796087"/>
                <a:gd name="connsiteX1843" fmla="*/ 484626 w 2290556"/>
                <a:gd name="connsiteY1843" fmla="*/ 1730255 h 1796087"/>
                <a:gd name="connsiteX1844" fmla="*/ 486376 w 2290556"/>
                <a:gd name="connsiteY1844" fmla="*/ 1733719 h 1796087"/>
                <a:gd name="connsiteX1845" fmla="*/ 487554 w 2290556"/>
                <a:gd name="connsiteY1845" fmla="*/ 1737184 h 1796087"/>
                <a:gd name="connsiteX1846" fmla="*/ 487689 w 2290556"/>
                <a:gd name="connsiteY1846" fmla="*/ 1740380 h 1796087"/>
                <a:gd name="connsiteX1847" fmla="*/ 487689 w 2290556"/>
                <a:gd name="connsiteY1847" fmla="*/ 1744148 h 1796087"/>
                <a:gd name="connsiteX1848" fmla="*/ 487689 w 2290556"/>
                <a:gd name="connsiteY1848" fmla="*/ 1746469 h 1796087"/>
                <a:gd name="connsiteX1849" fmla="*/ 492333 w 2290556"/>
                <a:gd name="connsiteY1849" fmla="*/ 1748487 h 1796087"/>
                <a:gd name="connsiteX1850" fmla="*/ 496977 w 2290556"/>
                <a:gd name="connsiteY1850" fmla="*/ 1748487 h 1796087"/>
                <a:gd name="connsiteX1851" fmla="*/ 501891 w 2290556"/>
                <a:gd name="connsiteY1851" fmla="*/ 1751111 h 1796087"/>
                <a:gd name="connsiteX1852" fmla="*/ 510001 w 2290556"/>
                <a:gd name="connsiteY1852" fmla="*/ 1753870 h 1796087"/>
                <a:gd name="connsiteX1853" fmla="*/ 514074 w 2290556"/>
                <a:gd name="connsiteY1853" fmla="*/ 1755619 h 1796087"/>
                <a:gd name="connsiteX1854" fmla="*/ 518718 w 2290556"/>
                <a:gd name="connsiteY1854" fmla="*/ 1759958 h 1796087"/>
                <a:gd name="connsiteX1855" fmla="*/ 519795 w 2290556"/>
                <a:gd name="connsiteY1855" fmla="*/ 1764298 h 1796087"/>
                <a:gd name="connsiteX1856" fmla="*/ 528545 w 2290556"/>
                <a:gd name="connsiteY1856" fmla="*/ 1774424 h 1796087"/>
                <a:gd name="connsiteX1857" fmla="*/ 537531 w 2290556"/>
                <a:gd name="connsiteY1857" fmla="*/ 1783203 h 1796087"/>
                <a:gd name="connsiteX1858" fmla="*/ 544262 w 2290556"/>
                <a:gd name="connsiteY1858" fmla="*/ 1789931 h 1796087"/>
                <a:gd name="connsiteX1859" fmla="*/ 549411 w 2290556"/>
                <a:gd name="connsiteY1859" fmla="*/ 1792959 h 1796087"/>
                <a:gd name="connsiteX1860" fmla="*/ 553416 w 2290556"/>
                <a:gd name="connsiteY1860" fmla="*/ 1794775 h 1796087"/>
                <a:gd name="connsiteX1861" fmla="*/ 555704 w 2290556"/>
                <a:gd name="connsiteY1861" fmla="*/ 1796087 h 1796087"/>
                <a:gd name="connsiteX1862" fmla="*/ 558430 w 2290556"/>
                <a:gd name="connsiteY1862" fmla="*/ 1791950 h 1796087"/>
                <a:gd name="connsiteX1863" fmla="*/ 562435 w 2290556"/>
                <a:gd name="connsiteY1863" fmla="*/ 1791950 h 1796087"/>
                <a:gd name="connsiteX1864" fmla="*/ 564623 w 2290556"/>
                <a:gd name="connsiteY1864" fmla="*/ 1795684 h 1796087"/>
                <a:gd name="connsiteX1865" fmla="*/ 565061 w 2290556"/>
                <a:gd name="connsiteY1865" fmla="*/ 1795919 h 1796087"/>
                <a:gd name="connsiteX1866" fmla="*/ 565767 w 2290556"/>
                <a:gd name="connsiteY1866" fmla="*/ 1794372 h 1796087"/>
                <a:gd name="connsiteX1867" fmla="*/ 569469 w 2290556"/>
                <a:gd name="connsiteY1867" fmla="*/ 1792925 h 1796087"/>
                <a:gd name="connsiteX1868" fmla="*/ 572969 w 2290556"/>
                <a:gd name="connsiteY1868" fmla="*/ 1790167 h 1796087"/>
                <a:gd name="connsiteX1869" fmla="*/ 575796 w 2290556"/>
                <a:gd name="connsiteY1869" fmla="*/ 1790167 h 1796087"/>
                <a:gd name="connsiteX1870" fmla="*/ 584277 w 2290556"/>
                <a:gd name="connsiteY1870" fmla="*/ 1786904 h 1796087"/>
                <a:gd name="connsiteX1871" fmla="*/ 593398 w 2290556"/>
                <a:gd name="connsiteY1871" fmla="*/ 1784515 h 1796087"/>
                <a:gd name="connsiteX1872" fmla="*/ 595989 w 2290556"/>
                <a:gd name="connsiteY1872" fmla="*/ 1781690 h 1796087"/>
                <a:gd name="connsiteX1873" fmla="*/ 605984 w 2290556"/>
                <a:gd name="connsiteY1873" fmla="*/ 1784078 h 1796087"/>
                <a:gd name="connsiteX1874" fmla="*/ 617057 w 2290556"/>
                <a:gd name="connsiteY1874" fmla="*/ 1783876 h 1796087"/>
                <a:gd name="connsiteX1875" fmla="*/ 622071 w 2290556"/>
                <a:gd name="connsiteY1875" fmla="*/ 1781690 h 1796087"/>
                <a:gd name="connsiteX1876" fmla="*/ 632302 w 2290556"/>
                <a:gd name="connsiteY1876" fmla="*/ 1779099 h 1796087"/>
                <a:gd name="connsiteX1877" fmla="*/ 636644 w 2290556"/>
                <a:gd name="connsiteY1877" fmla="*/ 1776475 h 1796087"/>
                <a:gd name="connsiteX1878" fmla="*/ 646000 w 2290556"/>
                <a:gd name="connsiteY1878" fmla="*/ 1773650 h 1796087"/>
                <a:gd name="connsiteX1879" fmla="*/ 653168 w 2290556"/>
                <a:gd name="connsiteY1879" fmla="*/ 1768873 h 1796087"/>
                <a:gd name="connsiteX1880" fmla="*/ 658183 w 2290556"/>
                <a:gd name="connsiteY1880" fmla="*/ 1767561 h 1796087"/>
                <a:gd name="connsiteX1881" fmla="*/ 667943 w 2290556"/>
                <a:gd name="connsiteY1881" fmla="*/ 1767561 h 1796087"/>
                <a:gd name="connsiteX1882" fmla="*/ 669693 w 2290556"/>
                <a:gd name="connsiteY1882" fmla="*/ 1767561 h 1796087"/>
                <a:gd name="connsiteX1883" fmla="*/ 673832 w 2290556"/>
                <a:gd name="connsiteY1883" fmla="*/ 1767561 h 1796087"/>
                <a:gd name="connsiteX1884" fmla="*/ 681303 w 2290556"/>
                <a:gd name="connsiteY1884" fmla="*/ 1769579 h 1796087"/>
                <a:gd name="connsiteX1885" fmla="*/ 685880 w 2290556"/>
                <a:gd name="connsiteY1885" fmla="*/ 1768940 h 1796087"/>
                <a:gd name="connsiteX1886" fmla="*/ 688135 w 2290556"/>
                <a:gd name="connsiteY1886" fmla="*/ 1765173 h 1796087"/>
                <a:gd name="connsiteX1887" fmla="*/ 682852 w 2290556"/>
                <a:gd name="connsiteY1887" fmla="*/ 1764432 h 1796087"/>
                <a:gd name="connsiteX1888" fmla="*/ 680765 w 2290556"/>
                <a:gd name="connsiteY1888" fmla="*/ 1761909 h 1796087"/>
                <a:gd name="connsiteX1889" fmla="*/ 682717 w 2290556"/>
                <a:gd name="connsiteY1889" fmla="*/ 1759151 h 1796087"/>
                <a:gd name="connsiteX1890" fmla="*/ 687058 w 2290556"/>
                <a:gd name="connsiteY1890" fmla="*/ 1758579 h 1796087"/>
                <a:gd name="connsiteX1891" fmla="*/ 692073 w 2290556"/>
                <a:gd name="connsiteY1891" fmla="*/ 1758546 h 1796087"/>
                <a:gd name="connsiteX1892" fmla="*/ 703650 w 2290556"/>
                <a:gd name="connsiteY1892" fmla="*/ 1752188 h 1796087"/>
                <a:gd name="connsiteX1893" fmla="*/ 707722 w 2290556"/>
                <a:gd name="connsiteY1893" fmla="*/ 1747545 h 1796087"/>
                <a:gd name="connsiteX1894" fmla="*/ 707722 w 2290556"/>
                <a:gd name="connsiteY1894" fmla="*/ 1738261 h 1796087"/>
                <a:gd name="connsiteX1895" fmla="*/ 704256 w 2290556"/>
                <a:gd name="connsiteY1895" fmla="*/ 1731028 h 1796087"/>
                <a:gd name="connsiteX1896" fmla="*/ 699914 w 2290556"/>
                <a:gd name="connsiteY1896" fmla="*/ 1725242 h 1796087"/>
                <a:gd name="connsiteX1897" fmla="*/ 698467 w 2290556"/>
                <a:gd name="connsiteY1897" fmla="*/ 1720028 h 1796087"/>
                <a:gd name="connsiteX1898" fmla="*/ 698164 w 2290556"/>
                <a:gd name="connsiteY1898" fmla="*/ 1715117 h 1796087"/>
                <a:gd name="connsiteX1899" fmla="*/ 701059 w 2290556"/>
                <a:gd name="connsiteY1899" fmla="*/ 1708759 h 1796087"/>
                <a:gd name="connsiteX1900" fmla="*/ 704525 w 2290556"/>
                <a:gd name="connsiteY1900" fmla="*/ 1706135 h 1796087"/>
                <a:gd name="connsiteX1901" fmla="*/ 709439 w 2290556"/>
                <a:gd name="connsiteY1901" fmla="*/ 1701795 h 1796087"/>
                <a:gd name="connsiteX1902" fmla="*/ 708698 w 2290556"/>
                <a:gd name="connsiteY1902" fmla="*/ 1697759 h 1796087"/>
                <a:gd name="connsiteX1903" fmla="*/ 709439 w 2290556"/>
                <a:gd name="connsiteY1903" fmla="*/ 1691973 h 1796087"/>
                <a:gd name="connsiteX1904" fmla="*/ 710886 w 2290556"/>
                <a:gd name="connsiteY1904" fmla="*/ 1688205 h 1796087"/>
                <a:gd name="connsiteX1905" fmla="*/ 710246 w 2290556"/>
                <a:gd name="connsiteY1905" fmla="*/ 1684000 h 1796087"/>
                <a:gd name="connsiteX1906" fmla="*/ 707116 w 2290556"/>
                <a:gd name="connsiteY1906" fmla="*/ 1680367 h 1796087"/>
                <a:gd name="connsiteX1907" fmla="*/ 707116 w 2290556"/>
                <a:gd name="connsiteY1907" fmla="*/ 1674581 h 1796087"/>
                <a:gd name="connsiteX1908" fmla="*/ 708126 w 2290556"/>
                <a:gd name="connsiteY1908" fmla="*/ 1661125 h 1796087"/>
                <a:gd name="connsiteX1909" fmla="*/ 712030 w 2290556"/>
                <a:gd name="connsiteY1909" fmla="*/ 1655911 h 1796087"/>
                <a:gd name="connsiteX1910" fmla="*/ 714790 w 2290556"/>
                <a:gd name="connsiteY1910" fmla="*/ 1646055 h 1796087"/>
                <a:gd name="connsiteX1911" fmla="*/ 717987 w 2290556"/>
                <a:gd name="connsiteY1911" fmla="*/ 1637073 h 1796087"/>
                <a:gd name="connsiteX1912" fmla="*/ 723203 w 2290556"/>
                <a:gd name="connsiteY1912" fmla="*/ 1631724 h 1796087"/>
                <a:gd name="connsiteX1913" fmla="*/ 727679 w 2290556"/>
                <a:gd name="connsiteY1913" fmla="*/ 1626947 h 1796087"/>
                <a:gd name="connsiteX1914" fmla="*/ 730002 w 2290556"/>
                <a:gd name="connsiteY1914" fmla="*/ 1623751 h 1796087"/>
                <a:gd name="connsiteX1915" fmla="*/ 732324 w 2290556"/>
                <a:gd name="connsiteY1915" fmla="*/ 1618975 h 1796087"/>
                <a:gd name="connsiteX1916" fmla="*/ 734208 w 2290556"/>
                <a:gd name="connsiteY1916" fmla="*/ 1616519 h 1796087"/>
                <a:gd name="connsiteX1917" fmla="*/ 737675 w 2290556"/>
                <a:gd name="connsiteY1917" fmla="*/ 1613761 h 1796087"/>
                <a:gd name="connsiteX1918" fmla="*/ 741747 w 2290556"/>
                <a:gd name="connsiteY1918" fmla="*/ 1611137 h 1796087"/>
                <a:gd name="connsiteX1919" fmla="*/ 745651 w 2290556"/>
                <a:gd name="connsiteY1919" fmla="*/ 1608815 h 1796087"/>
                <a:gd name="connsiteX1920" fmla="*/ 747973 w 2290556"/>
                <a:gd name="connsiteY1920" fmla="*/ 1606797 h 1796087"/>
                <a:gd name="connsiteX1921" fmla="*/ 748714 w 2290556"/>
                <a:gd name="connsiteY1921" fmla="*/ 1600843 h 1796087"/>
                <a:gd name="connsiteX1922" fmla="*/ 749420 w 2290556"/>
                <a:gd name="connsiteY1922" fmla="*/ 1597647 h 1796087"/>
                <a:gd name="connsiteX1923" fmla="*/ 752752 w 2290556"/>
                <a:gd name="connsiteY1923" fmla="*/ 1592736 h 1796087"/>
                <a:gd name="connsiteX1924" fmla="*/ 755512 w 2290556"/>
                <a:gd name="connsiteY1924" fmla="*/ 1589271 h 1796087"/>
                <a:gd name="connsiteX1925" fmla="*/ 758574 w 2290556"/>
                <a:gd name="connsiteY1925" fmla="*/ 1590583 h 1796087"/>
                <a:gd name="connsiteX1926" fmla="*/ 761906 w 2290556"/>
                <a:gd name="connsiteY1926" fmla="*/ 1590583 h 1796087"/>
                <a:gd name="connsiteX1927" fmla="*/ 766820 w 2290556"/>
                <a:gd name="connsiteY1927" fmla="*/ 1589271 h 1796087"/>
                <a:gd name="connsiteX1928" fmla="*/ 770454 w 2290556"/>
                <a:gd name="connsiteY1928" fmla="*/ 1587959 h 1796087"/>
                <a:gd name="connsiteX1929" fmla="*/ 773652 w 2290556"/>
                <a:gd name="connsiteY1929" fmla="*/ 1585941 h 1796087"/>
                <a:gd name="connsiteX1930" fmla="*/ 775974 w 2290556"/>
                <a:gd name="connsiteY1930" fmla="*/ 1585066 h 1796087"/>
                <a:gd name="connsiteX1931" fmla="*/ 781056 w 2290556"/>
                <a:gd name="connsiteY1931" fmla="*/ 1585066 h 1796087"/>
                <a:gd name="connsiteX1932" fmla="*/ 787147 w 2290556"/>
                <a:gd name="connsiteY1932" fmla="*/ 1584494 h 1796087"/>
                <a:gd name="connsiteX1933" fmla="*/ 790613 w 2290556"/>
                <a:gd name="connsiteY1933" fmla="*/ 1581029 h 1796087"/>
                <a:gd name="connsiteX1934" fmla="*/ 794686 w 2290556"/>
                <a:gd name="connsiteY1934" fmla="*/ 1581769 h 1796087"/>
                <a:gd name="connsiteX1935" fmla="*/ 795392 w 2290556"/>
                <a:gd name="connsiteY1935" fmla="*/ 1584965 h 1796087"/>
                <a:gd name="connsiteX1936" fmla="*/ 795392 w 2290556"/>
                <a:gd name="connsiteY1936" fmla="*/ 1588598 h 1796087"/>
                <a:gd name="connsiteX1937" fmla="*/ 795426 w 2290556"/>
                <a:gd name="connsiteY1937" fmla="*/ 1592063 h 1796087"/>
                <a:gd name="connsiteX1938" fmla="*/ 793811 w 2290556"/>
                <a:gd name="connsiteY1938" fmla="*/ 1595965 h 1796087"/>
                <a:gd name="connsiteX1939" fmla="*/ 795594 w 2290556"/>
                <a:gd name="connsiteY1939" fmla="*/ 1598724 h 1796087"/>
                <a:gd name="connsiteX1940" fmla="*/ 796705 w 2290556"/>
                <a:gd name="connsiteY1940" fmla="*/ 1603366 h 1796087"/>
                <a:gd name="connsiteX1941" fmla="*/ 796469 w 2290556"/>
                <a:gd name="connsiteY1941" fmla="*/ 1608008 h 1796087"/>
                <a:gd name="connsiteX1942" fmla="*/ 797546 w 2290556"/>
                <a:gd name="connsiteY1942" fmla="*/ 1611641 h 1796087"/>
                <a:gd name="connsiteX1943" fmla="*/ 797546 w 2290556"/>
                <a:gd name="connsiteY1943" fmla="*/ 1619042 h 1796087"/>
                <a:gd name="connsiteX1944" fmla="*/ 799734 w 2290556"/>
                <a:gd name="connsiteY1944" fmla="*/ 1617730 h 1796087"/>
                <a:gd name="connsiteX1945" fmla="*/ 801349 w 2290556"/>
                <a:gd name="connsiteY1945" fmla="*/ 1617596 h 1796087"/>
                <a:gd name="connsiteX1946" fmla="*/ 804681 w 2290556"/>
                <a:gd name="connsiteY1946" fmla="*/ 1617596 h 1796087"/>
                <a:gd name="connsiteX1947" fmla="*/ 807441 w 2290556"/>
                <a:gd name="connsiteY1947" fmla="*/ 1620354 h 1796087"/>
                <a:gd name="connsiteX1948" fmla="*/ 808585 w 2290556"/>
                <a:gd name="connsiteY1948" fmla="*/ 1623953 h 1796087"/>
                <a:gd name="connsiteX1949" fmla="*/ 809595 w 2290556"/>
                <a:gd name="connsiteY1949" fmla="*/ 1627284 h 1796087"/>
                <a:gd name="connsiteX1950" fmla="*/ 809595 w 2290556"/>
                <a:gd name="connsiteY1950" fmla="*/ 1630311 h 1796087"/>
                <a:gd name="connsiteX1951" fmla="*/ 809023 w 2290556"/>
                <a:gd name="connsiteY1951" fmla="*/ 1634651 h 1796087"/>
                <a:gd name="connsiteX1952" fmla="*/ 807710 w 2290556"/>
                <a:gd name="connsiteY1952" fmla="*/ 1635660 h 1796087"/>
                <a:gd name="connsiteX1953" fmla="*/ 805388 w 2290556"/>
                <a:gd name="connsiteY1953" fmla="*/ 1635223 h 1796087"/>
                <a:gd name="connsiteX1954" fmla="*/ 803638 w 2290556"/>
                <a:gd name="connsiteY1954" fmla="*/ 1634785 h 1796087"/>
                <a:gd name="connsiteX1955" fmla="*/ 799868 w 2290556"/>
                <a:gd name="connsiteY1955" fmla="*/ 1634483 h 1796087"/>
                <a:gd name="connsiteX1956" fmla="*/ 796840 w 2290556"/>
                <a:gd name="connsiteY1956" fmla="*/ 1634045 h 1796087"/>
                <a:gd name="connsiteX1957" fmla="*/ 791488 w 2290556"/>
                <a:gd name="connsiteY1957" fmla="*/ 1636232 h 1796087"/>
                <a:gd name="connsiteX1958" fmla="*/ 787719 w 2290556"/>
                <a:gd name="connsiteY1958" fmla="*/ 1637678 h 1796087"/>
                <a:gd name="connsiteX1959" fmla="*/ 785262 w 2290556"/>
                <a:gd name="connsiteY1959" fmla="*/ 1642758 h 1796087"/>
                <a:gd name="connsiteX1960" fmla="*/ 780854 w 2290556"/>
                <a:gd name="connsiteY1960" fmla="*/ 1644204 h 1796087"/>
                <a:gd name="connsiteX1961" fmla="*/ 778229 w 2290556"/>
                <a:gd name="connsiteY1961" fmla="*/ 1649856 h 1796087"/>
                <a:gd name="connsiteX1962" fmla="*/ 776479 w 2290556"/>
                <a:gd name="connsiteY1962" fmla="*/ 1653758 h 1796087"/>
                <a:gd name="connsiteX1963" fmla="*/ 773450 w 2290556"/>
                <a:gd name="connsiteY1963" fmla="*/ 1657458 h 1796087"/>
                <a:gd name="connsiteX1964" fmla="*/ 772810 w 2290556"/>
                <a:gd name="connsiteY1964" fmla="*/ 1660284 h 1796087"/>
                <a:gd name="connsiteX1965" fmla="*/ 771733 w 2290556"/>
                <a:gd name="connsiteY1965" fmla="*/ 1662908 h 1796087"/>
                <a:gd name="connsiteX1966" fmla="*/ 771296 w 2290556"/>
                <a:gd name="connsiteY1966" fmla="*/ 1665936 h 1796087"/>
                <a:gd name="connsiteX1967" fmla="*/ 770757 w 2290556"/>
                <a:gd name="connsiteY1967" fmla="*/ 1667887 h 1796087"/>
                <a:gd name="connsiteX1968" fmla="*/ 768031 w 2290556"/>
                <a:gd name="connsiteY1968" fmla="*/ 1670948 h 1796087"/>
                <a:gd name="connsiteX1969" fmla="*/ 768031 w 2290556"/>
                <a:gd name="connsiteY1969" fmla="*/ 1674648 h 1796087"/>
                <a:gd name="connsiteX1970" fmla="*/ 768805 w 2290556"/>
                <a:gd name="connsiteY1970" fmla="*/ 1676398 h 1796087"/>
                <a:gd name="connsiteX1971" fmla="*/ 771531 w 2290556"/>
                <a:gd name="connsiteY1971" fmla="*/ 1680098 h 1796087"/>
                <a:gd name="connsiteX1972" fmla="*/ 771531 w 2290556"/>
                <a:gd name="connsiteY1972" fmla="*/ 1681612 h 1796087"/>
                <a:gd name="connsiteX1973" fmla="*/ 770454 w 2290556"/>
                <a:gd name="connsiteY1973" fmla="*/ 1684438 h 1796087"/>
                <a:gd name="connsiteX1974" fmla="*/ 768940 w 2290556"/>
                <a:gd name="connsiteY1974" fmla="*/ 1685951 h 1796087"/>
                <a:gd name="connsiteX1975" fmla="*/ 767190 w 2290556"/>
                <a:gd name="connsiteY1975" fmla="*/ 1689181 h 1796087"/>
                <a:gd name="connsiteX1976" fmla="*/ 767829 w 2290556"/>
                <a:gd name="connsiteY1976" fmla="*/ 1692881 h 1796087"/>
                <a:gd name="connsiteX1977" fmla="*/ 768906 w 2290556"/>
                <a:gd name="connsiteY1977" fmla="*/ 1695505 h 1796087"/>
                <a:gd name="connsiteX1978" fmla="*/ 767594 w 2290556"/>
                <a:gd name="connsiteY1978" fmla="*/ 1700080 h 1796087"/>
                <a:gd name="connsiteX1979" fmla="*/ 767358 w 2290556"/>
                <a:gd name="connsiteY1979" fmla="*/ 1703545 h 1796087"/>
                <a:gd name="connsiteX1980" fmla="*/ 768435 w 2290556"/>
                <a:gd name="connsiteY1980" fmla="*/ 1705059 h 1796087"/>
                <a:gd name="connsiteX1981" fmla="*/ 773652 w 2290556"/>
                <a:gd name="connsiteY1981" fmla="*/ 1710037 h 1796087"/>
                <a:gd name="connsiteX1982" fmla="*/ 777791 w 2290556"/>
                <a:gd name="connsiteY1982" fmla="*/ 1712863 h 1796087"/>
                <a:gd name="connsiteX1983" fmla="*/ 780181 w 2290556"/>
                <a:gd name="connsiteY1983" fmla="*/ 1714377 h 1796087"/>
                <a:gd name="connsiteX1984" fmla="*/ 784758 w 2290556"/>
                <a:gd name="connsiteY1984" fmla="*/ 1717404 h 1796087"/>
                <a:gd name="connsiteX1985" fmla="*/ 790109 w 2290556"/>
                <a:gd name="connsiteY1985" fmla="*/ 1720095 h 1796087"/>
                <a:gd name="connsiteX1986" fmla="*/ 799027 w 2290556"/>
                <a:gd name="connsiteY1986" fmla="*/ 1726252 h 1796087"/>
                <a:gd name="connsiteX1987" fmla="*/ 803099 w 2290556"/>
                <a:gd name="connsiteY1987" fmla="*/ 1727698 h 1796087"/>
                <a:gd name="connsiteX1988" fmla="*/ 809123 w 2290556"/>
                <a:gd name="connsiteY1988" fmla="*/ 1727698 h 1796087"/>
                <a:gd name="connsiteX1989" fmla="*/ 812523 w 2290556"/>
                <a:gd name="connsiteY1989" fmla="*/ 1726992 h 1796087"/>
                <a:gd name="connsiteX1990" fmla="*/ 818176 w 2290556"/>
                <a:gd name="connsiteY1990" fmla="*/ 1724704 h 1796087"/>
                <a:gd name="connsiteX1991" fmla="*/ 821508 w 2290556"/>
                <a:gd name="connsiteY1991" fmla="*/ 1722417 h 1796087"/>
                <a:gd name="connsiteX1992" fmla="*/ 824537 w 2290556"/>
                <a:gd name="connsiteY1992" fmla="*/ 1722417 h 1796087"/>
                <a:gd name="connsiteX1993" fmla="*/ 827600 w 2290556"/>
                <a:gd name="connsiteY1993" fmla="*/ 1723224 h 1796087"/>
                <a:gd name="connsiteX1994" fmla="*/ 833624 w 2290556"/>
                <a:gd name="connsiteY1994" fmla="*/ 1725108 h 1796087"/>
                <a:gd name="connsiteX1995" fmla="*/ 835509 w 2290556"/>
                <a:gd name="connsiteY1995" fmla="*/ 1726352 h 1796087"/>
                <a:gd name="connsiteX1996" fmla="*/ 840220 w 2290556"/>
                <a:gd name="connsiteY1996" fmla="*/ 1732004 h 1796087"/>
                <a:gd name="connsiteX1997" fmla="*/ 842812 w 2290556"/>
                <a:gd name="connsiteY1997" fmla="*/ 1734830 h 1796087"/>
                <a:gd name="connsiteX1998" fmla="*/ 845942 w 2290556"/>
                <a:gd name="connsiteY1998" fmla="*/ 1741288 h 1796087"/>
                <a:gd name="connsiteX1999" fmla="*/ 850081 w 2290556"/>
                <a:gd name="connsiteY1999" fmla="*/ 1746132 h 1796087"/>
                <a:gd name="connsiteX2000" fmla="*/ 851091 w 2290556"/>
                <a:gd name="connsiteY2000" fmla="*/ 1750337 h 1796087"/>
                <a:gd name="connsiteX2001" fmla="*/ 853043 w 2290556"/>
                <a:gd name="connsiteY2001" fmla="*/ 1753601 h 1796087"/>
                <a:gd name="connsiteX2002" fmla="*/ 857384 w 2290556"/>
                <a:gd name="connsiteY2002" fmla="*/ 1755854 h 1796087"/>
                <a:gd name="connsiteX2003" fmla="*/ 861793 w 2290556"/>
                <a:gd name="connsiteY2003" fmla="*/ 1755484 h 1796087"/>
                <a:gd name="connsiteX2004" fmla="*/ 867918 w 2290556"/>
                <a:gd name="connsiteY2004" fmla="*/ 1756023 h 1796087"/>
                <a:gd name="connsiteX2005" fmla="*/ 873774 w 2290556"/>
                <a:gd name="connsiteY2005" fmla="*/ 1758209 h 1796087"/>
                <a:gd name="connsiteX2006" fmla="*/ 880202 w 2290556"/>
                <a:gd name="connsiteY2006" fmla="*/ 1759958 h 1796087"/>
                <a:gd name="connsiteX2007" fmla="*/ 886630 w 2290556"/>
                <a:gd name="connsiteY2007" fmla="*/ 1760934 h 1796087"/>
                <a:gd name="connsiteX2008" fmla="*/ 891072 w 2290556"/>
                <a:gd name="connsiteY2008" fmla="*/ 1759958 h 1796087"/>
                <a:gd name="connsiteX2009" fmla="*/ 891611 w 2290556"/>
                <a:gd name="connsiteY2009" fmla="*/ 1762986 h 1796087"/>
                <a:gd name="connsiteX2010" fmla="*/ 895313 w 2290556"/>
                <a:gd name="connsiteY2010" fmla="*/ 1764937 h 1796087"/>
                <a:gd name="connsiteX2011" fmla="*/ 897938 w 2290556"/>
                <a:gd name="connsiteY2011" fmla="*/ 1770151 h 1796087"/>
                <a:gd name="connsiteX2012" fmla="*/ 900967 w 2290556"/>
                <a:gd name="connsiteY2012" fmla="*/ 1777653 h 1796087"/>
                <a:gd name="connsiteX2013" fmla="*/ 903693 w 2290556"/>
                <a:gd name="connsiteY2013" fmla="*/ 1781454 h 1796087"/>
                <a:gd name="connsiteX2014" fmla="*/ 910121 w 2290556"/>
                <a:gd name="connsiteY2014" fmla="*/ 1783069 h 1796087"/>
                <a:gd name="connsiteX2015" fmla="*/ 911433 w 2290556"/>
                <a:gd name="connsiteY2015" fmla="*/ 1780142 h 1796087"/>
                <a:gd name="connsiteX2016" fmla="*/ 915001 w 2290556"/>
                <a:gd name="connsiteY2016" fmla="*/ 1779806 h 1796087"/>
                <a:gd name="connsiteX2017" fmla="*/ 918905 w 2290556"/>
                <a:gd name="connsiteY2017" fmla="*/ 1779806 h 1796087"/>
                <a:gd name="connsiteX2018" fmla="*/ 922068 w 2290556"/>
                <a:gd name="connsiteY2018" fmla="*/ 1782699 h 1796087"/>
                <a:gd name="connsiteX2019" fmla="*/ 925434 w 2290556"/>
                <a:gd name="connsiteY2019" fmla="*/ 1785020 h 1796087"/>
                <a:gd name="connsiteX2020" fmla="*/ 932400 w 2290556"/>
                <a:gd name="connsiteY2020" fmla="*/ 1785020 h 1796087"/>
                <a:gd name="connsiteX2021" fmla="*/ 937415 w 2290556"/>
                <a:gd name="connsiteY2021" fmla="*/ 1781118 h 1796087"/>
                <a:gd name="connsiteX2022" fmla="*/ 941554 w 2290556"/>
                <a:gd name="connsiteY2022" fmla="*/ 1780041 h 1796087"/>
                <a:gd name="connsiteX2023" fmla="*/ 952862 w 2290556"/>
                <a:gd name="connsiteY2023" fmla="*/ 1783304 h 1796087"/>
                <a:gd name="connsiteX2024" fmla="*/ 960536 w 2290556"/>
                <a:gd name="connsiteY2024" fmla="*/ 1782564 h 1796087"/>
                <a:gd name="connsiteX2025" fmla="*/ 964574 w 2290556"/>
                <a:gd name="connsiteY2025" fmla="*/ 1782564 h 1796087"/>
                <a:gd name="connsiteX2026" fmla="*/ 967199 w 2290556"/>
                <a:gd name="connsiteY2026" fmla="*/ 1781420 h 1796087"/>
                <a:gd name="connsiteX2027" fmla="*/ 970262 w 2290556"/>
                <a:gd name="connsiteY2027" fmla="*/ 1781420 h 1796087"/>
                <a:gd name="connsiteX2028" fmla="*/ 970968 w 2290556"/>
                <a:gd name="connsiteY2028" fmla="*/ 1778965 h 1796087"/>
                <a:gd name="connsiteX2029" fmla="*/ 970531 w 2290556"/>
                <a:gd name="connsiteY2029" fmla="*/ 1776644 h 1796087"/>
                <a:gd name="connsiteX2030" fmla="*/ 968343 w 2290556"/>
                <a:gd name="connsiteY2030" fmla="*/ 1774625 h 1796087"/>
                <a:gd name="connsiteX2031" fmla="*/ 966324 w 2290556"/>
                <a:gd name="connsiteY2031" fmla="*/ 1773751 h 1796087"/>
                <a:gd name="connsiteX2032" fmla="*/ 964574 w 2290556"/>
                <a:gd name="connsiteY2032" fmla="*/ 1771160 h 1796087"/>
                <a:gd name="connsiteX2033" fmla="*/ 964574 w 2290556"/>
                <a:gd name="connsiteY2033" fmla="*/ 1768570 h 1796087"/>
                <a:gd name="connsiteX2034" fmla="*/ 964574 w 2290556"/>
                <a:gd name="connsiteY2034" fmla="*/ 1765105 h 1796087"/>
                <a:gd name="connsiteX2035" fmla="*/ 965011 w 2290556"/>
                <a:gd name="connsiteY2035" fmla="*/ 1762212 h 1796087"/>
                <a:gd name="connsiteX2036" fmla="*/ 964574 w 2290556"/>
                <a:gd name="connsiteY2036" fmla="*/ 1759891 h 1796087"/>
                <a:gd name="connsiteX2037" fmla="*/ 964574 w 2290556"/>
                <a:gd name="connsiteY2037" fmla="*/ 1754677 h 1796087"/>
                <a:gd name="connsiteX2038" fmla="*/ 964574 w 2290556"/>
                <a:gd name="connsiteY2038" fmla="*/ 1752053 h 1796087"/>
                <a:gd name="connsiteX2039" fmla="*/ 966324 w 2290556"/>
                <a:gd name="connsiteY2039" fmla="*/ 1749463 h 1796087"/>
                <a:gd name="connsiteX2040" fmla="*/ 966324 w 2290556"/>
                <a:gd name="connsiteY2040" fmla="*/ 1747714 h 1796087"/>
                <a:gd name="connsiteX2041" fmla="*/ 966324 w 2290556"/>
                <a:gd name="connsiteY2041" fmla="*/ 1745695 h 1796087"/>
                <a:gd name="connsiteX2042" fmla="*/ 968074 w 2290556"/>
                <a:gd name="connsiteY2042" fmla="*/ 1742500 h 1796087"/>
                <a:gd name="connsiteX2043" fmla="*/ 968074 w 2290556"/>
                <a:gd name="connsiteY2043" fmla="*/ 1740481 h 1796087"/>
                <a:gd name="connsiteX2044" fmla="*/ 970766 w 2290556"/>
                <a:gd name="connsiteY2044" fmla="*/ 1740178 h 1796087"/>
                <a:gd name="connsiteX2045" fmla="*/ 972281 w 2290556"/>
                <a:gd name="connsiteY2045" fmla="*/ 1740616 h 1796087"/>
                <a:gd name="connsiteX2046" fmla="*/ 973425 w 2290556"/>
                <a:gd name="connsiteY2046" fmla="*/ 1744249 h 1796087"/>
                <a:gd name="connsiteX2047" fmla="*/ 976622 w 2290556"/>
                <a:gd name="connsiteY2047" fmla="*/ 1746570 h 1796087"/>
                <a:gd name="connsiteX2048" fmla="*/ 977497 w 2290556"/>
                <a:gd name="connsiteY2048" fmla="*/ 1751044 h 1796087"/>
                <a:gd name="connsiteX2049" fmla="*/ 978642 w 2290556"/>
                <a:gd name="connsiteY2049" fmla="*/ 1752591 h 1796087"/>
                <a:gd name="connsiteX2050" fmla="*/ 983589 w 2290556"/>
                <a:gd name="connsiteY2050" fmla="*/ 1752490 h 1796087"/>
                <a:gd name="connsiteX2051" fmla="*/ 986180 w 2290556"/>
                <a:gd name="connsiteY2051" fmla="*/ 1752490 h 1796087"/>
                <a:gd name="connsiteX2052" fmla="*/ 987055 w 2290556"/>
                <a:gd name="connsiteY2052" fmla="*/ 1750304 h 1796087"/>
                <a:gd name="connsiteX2053" fmla="*/ 987930 w 2290556"/>
                <a:gd name="connsiteY2053" fmla="*/ 1747848 h 1796087"/>
                <a:gd name="connsiteX2054" fmla="*/ 989680 w 2290556"/>
                <a:gd name="connsiteY2054" fmla="*/ 1744081 h 1796087"/>
                <a:gd name="connsiteX2055" fmla="*/ 990993 w 2290556"/>
                <a:gd name="connsiteY2055" fmla="*/ 1741625 h 1796087"/>
                <a:gd name="connsiteX2056" fmla="*/ 991127 w 2290556"/>
                <a:gd name="connsiteY2056" fmla="*/ 1738732 h 1796087"/>
                <a:gd name="connsiteX2057" fmla="*/ 990825 w 2290556"/>
                <a:gd name="connsiteY2057" fmla="*/ 1735671 h 1796087"/>
                <a:gd name="connsiteX2058" fmla="*/ 989075 w 2290556"/>
                <a:gd name="connsiteY2058" fmla="*/ 1732206 h 1796087"/>
                <a:gd name="connsiteX2059" fmla="*/ 985171 w 2290556"/>
                <a:gd name="connsiteY2059" fmla="*/ 1728438 h 1796087"/>
                <a:gd name="connsiteX2060" fmla="*/ 982411 w 2290556"/>
                <a:gd name="connsiteY2060" fmla="*/ 1728438 h 1796087"/>
                <a:gd name="connsiteX2061" fmla="*/ 979348 w 2290556"/>
                <a:gd name="connsiteY2061" fmla="*/ 1725680 h 1796087"/>
                <a:gd name="connsiteX2062" fmla="*/ 977464 w 2290556"/>
                <a:gd name="connsiteY2062" fmla="*/ 1722349 h 1796087"/>
                <a:gd name="connsiteX2063" fmla="*/ 978473 w 2290556"/>
                <a:gd name="connsiteY2063" fmla="*/ 1716395 h 1796087"/>
                <a:gd name="connsiteX2064" fmla="*/ 978473 w 2290556"/>
                <a:gd name="connsiteY2064" fmla="*/ 1711282 h 1796087"/>
                <a:gd name="connsiteX2065" fmla="*/ 978473 w 2290556"/>
                <a:gd name="connsiteY2065" fmla="*/ 1709533 h 1796087"/>
                <a:gd name="connsiteX2066" fmla="*/ 978473 w 2290556"/>
                <a:gd name="connsiteY2066" fmla="*/ 1706505 h 1796087"/>
                <a:gd name="connsiteX2067" fmla="*/ 982613 w 2290556"/>
                <a:gd name="connsiteY2067" fmla="*/ 1702165 h 1796087"/>
                <a:gd name="connsiteX2068" fmla="*/ 981973 w 2290556"/>
                <a:gd name="connsiteY2068" fmla="*/ 1697692 h 1796087"/>
                <a:gd name="connsiteX2069" fmla="*/ 984733 w 2290556"/>
                <a:gd name="connsiteY2069" fmla="*/ 1694798 h 1796087"/>
                <a:gd name="connsiteX2070" fmla="*/ 986315 w 2290556"/>
                <a:gd name="connsiteY2070" fmla="*/ 1691334 h 1796087"/>
                <a:gd name="connsiteX2071" fmla="*/ 991094 w 2290556"/>
                <a:gd name="connsiteY2071" fmla="*/ 1691334 h 1796087"/>
                <a:gd name="connsiteX2072" fmla="*/ 995166 w 2290556"/>
                <a:gd name="connsiteY2072" fmla="*/ 1689315 h 1796087"/>
                <a:gd name="connsiteX2073" fmla="*/ 997185 w 2290556"/>
                <a:gd name="connsiteY2073" fmla="*/ 1688306 h 1796087"/>
                <a:gd name="connsiteX2074" fmla="*/ 1001392 w 2290556"/>
                <a:gd name="connsiteY2074" fmla="*/ 1684673 h 1796087"/>
                <a:gd name="connsiteX2075" fmla="*/ 1004286 w 2290556"/>
                <a:gd name="connsiteY2075" fmla="*/ 1679459 h 1796087"/>
                <a:gd name="connsiteX2076" fmla="*/ 1007921 w 2290556"/>
                <a:gd name="connsiteY2076" fmla="*/ 1678147 h 1796087"/>
                <a:gd name="connsiteX2077" fmla="*/ 1010378 w 2290556"/>
                <a:gd name="connsiteY2077" fmla="*/ 1675388 h 1796087"/>
                <a:gd name="connsiteX2078" fmla="*/ 1014013 w 2290556"/>
                <a:gd name="connsiteY2078" fmla="*/ 1674514 h 1796087"/>
                <a:gd name="connsiteX2079" fmla="*/ 1018219 w 2290556"/>
                <a:gd name="connsiteY2079" fmla="*/ 1673807 h 1796087"/>
                <a:gd name="connsiteX2080" fmla="*/ 1017647 w 2290556"/>
                <a:gd name="connsiteY2080" fmla="*/ 1671352 h 1796087"/>
                <a:gd name="connsiteX2081" fmla="*/ 1016032 w 2290556"/>
                <a:gd name="connsiteY2081" fmla="*/ 1668021 h 1796087"/>
                <a:gd name="connsiteX2082" fmla="*/ 1016772 w 2290556"/>
                <a:gd name="connsiteY2082" fmla="*/ 1664388 h 1796087"/>
                <a:gd name="connsiteX2083" fmla="*/ 1016772 w 2290556"/>
                <a:gd name="connsiteY2083" fmla="*/ 1659746 h 1796087"/>
                <a:gd name="connsiteX2084" fmla="*/ 1018590 w 2290556"/>
                <a:gd name="connsiteY2084" fmla="*/ 1655709 h 1796087"/>
                <a:gd name="connsiteX2085" fmla="*/ 1021282 w 2290556"/>
                <a:gd name="connsiteY2085" fmla="*/ 1650495 h 1796087"/>
                <a:gd name="connsiteX2086" fmla="*/ 1024479 w 2290556"/>
                <a:gd name="connsiteY2086" fmla="*/ 1648611 h 1796087"/>
                <a:gd name="connsiteX2087" fmla="*/ 1028114 w 2290556"/>
                <a:gd name="connsiteY2087" fmla="*/ 1651370 h 1796087"/>
                <a:gd name="connsiteX2088" fmla="*/ 1033027 w 2290556"/>
                <a:gd name="connsiteY2088" fmla="*/ 1651370 h 1796087"/>
                <a:gd name="connsiteX2089" fmla="*/ 1038109 w 2290556"/>
                <a:gd name="connsiteY2089" fmla="*/ 1649923 h 1796087"/>
                <a:gd name="connsiteX2090" fmla="*/ 1039994 w 2290556"/>
                <a:gd name="connsiteY2090" fmla="*/ 1645853 h 1796087"/>
                <a:gd name="connsiteX2091" fmla="*/ 1042888 w 2290556"/>
                <a:gd name="connsiteY2091" fmla="*/ 1643532 h 1796087"/>
                <a:gd name="connsiteX2092" fmla="*/ 1042888 w 2290556"/>
                <a:gd name="connsiteY2092" fmla="*/ 1639629 h 1796087"/>
                <a:gd name="connsiteX2093" fmla="*/ 1043393 w 2290556"/>
                <a:gd name="connsiteY2093" fmla="*/ 1634415 h 1796087"/>
                <a:gd name="connsiteX2094" fmla="*/ 1043763 w 2290556"/>
                <a:gd name="connsiteY2094" fmla="*/ 1630210 h 1796087"/>
                <a:gd name="connsiteX2095" fmla="*/ 1045345 w 2290556"/>
                <a:gd name="connsiteY2095" fmla="*/ 1625568 h 1796087"/>
                <a:gd name="connsiteX2096" fmla="*/ 1046927 w 2290556"/>
                <a:gd name="connsiteY2096" fmla="*/ 1622103 h 1796087"/>
                <a:gd name="connsiteX2097" fmla="*/ 1053018 w 2290556"/>
                <a:gd name="connsiteY2097" fmla="*/ 1620522 h 1796087"/>
                <a:gd name="connsiteX2098" fmla="*/ 1057932 w 2290556"/>
                <a:gd name="connsiteY2098" fmla="*/ 1618638 h 1796087"/>
                <a:gd name="connsiteX2099" fmla="*/ 1062711 w 2290556"/>
                <a:gd name="connsiteY2099" fmla="*/ 1615745 h 1796087"/>
                <a:gd name="connsiteX2100" fmla="*/ 1065773 w 2290556"/>
                <a:gd name="connsiteY2100" fmla="*/ 1611978 h 1796087"/>
                <a:gd name="connsiteX2101" fmla="*/ 1070990 w 2290556"/>
                <a:gd name="connsiteY2101" fmla="*/ 1606629 h 1796087"/>
                <a:gd name="connsiteX2102" fmla="*/ 1074894 w 2290556"/>
                <a:gd name="connsiteY2102" fmla="*/ 1605317 h 1796087"/>
                <a:gd name="connsiteX2103" fmla="*/ 1078966 w 2290556"/>
                <a:gd name="connsiteY2103" fmla="*/ 1602121 h 1796087"/>
                <a:gd name="connsiteX2104" fmla="*/ 1082870 w 2290556"/>
                <a:gd name="connsiteY2104" fmla="*/ 1600237 h 1796087"/>
                <a:gd name="connsiteX2105" fmla="*/ 1086942 w 2290556"/>
                <a:gd name="connsiteY2105" fmla="*/ 1597614 h 1796087"/>
                <a:gd name="connsiteX2106" fmla="*/ 1088524 w 2290556"/>
                <a:gd name="connsiteY2106" fmla="*/ 1596032 h 1796087"/>
                <a:gd name="connsiteX2107" fmla="*/ 1091284 w 2290556"/>
                <a:gd name="connsiteY2107" fmla="*/ 1593577 h 1796087"/>
                <a:gd name="connsiteX2108" fmla="*/ 1093168 w 2290556"/>
                <a:gd name="connsiteY2108" fmla="*/ 1590818 h 1796087"/>
                <a:gd name="connsiteX2109" fmla="*/ 1088389 w 2290556"/>
                <a:gd name="connsiteY2109" fmla="*/ 1589069 h 1796087"/>
                <a:gd name="connsiteX2110" fmla="*/ 1084182 w 2290556"/>
                <a:gd name="connsiteY2110" fmla="*/ 1584999 h 1796087"/>
                <a:gd name="connsiteX2111" fmla="*/ 1080110 w 2290556"/>
                <a:gd name="connsiteY2111" fmla="*/ 1581366 h 1796087"/>
                <a:gd name="connsiteX2112" fmla="*/ 1084182 w 2290556"/>
                <a:gd name="connsiteY2112" fmla="*/ 1578473 h 1796087"/>
                <a:gd name="connsiteX2113" fmla="*/ 1088961 w 2290556"/>
                <a:gd name="connsiteY2113" fmla="*/ 1578338 h 1796087"/>
                <a:gd name="connsiteX2114" fmla="*/ 1092596 w 2290556"/>
                <a:gd name="connsiteY2114" fmla="*/ 1578338 h 1796087"/>
                <a:gd name="connsiteX2115" fmla="*/ 1097106 w 2290556"/>
                <a:gd name="connsiteY2115" fmla="*/ 1577699 h 1796087"/>
                <a:gd name="connsiteX2116" fmla="*/ 1100303 w 2290556"/>
                <a:gd name="connsiteY2116" fmla="*/ 1579213 h 1796087"/>
                <a:gd name="connsiteX2117" fmla="*/ 1100303 w 2290556"/>
                <a:gd name="connsiteY2117" fmla="*/ 1582846 h 1796087"/>
                <a:gd name="connsiteX2118" fmla="*/ 1101279 w 2290556"/>
                <a:gd name="connsiteY2118" fmla="*/ 1585301 h 1796087"/>
                <a:gd name="connsiteX2119" fmla="*/ 1104375 w 2290556"/>
                <a:gd name="connsiteY2119" fmla="*/ 1589641 h 1796087"/>
                <a:gd name="connsiteX2120" fmla="*/ 1107707 w 2290556"/>
                <a:gd name="connsiteY2120" fmla="*/ 1592399 h 1796087"/>
                <a:gd name="connsiteX2121" fmla="*/ 1111476 w 2290556"/>
                <a:gd name="connsiteY2121" fmla="*/ 1596739 h 1796087"/>
                <a:gd name="connsiteX2122" fmla="*/ 1113630 w 2290556"/>
                <a:gd name="connsiteY2122" fmla="*/ 1595427 h 1796087"/>
                <a:gd name="connsiteX2123" fmla="*/ 1113630 w 2290556"/>
                <a:gd name="connsiteY2123" fmla="*/ 1591962 h 1796087"/>
                <a:gd name="connsiteX2124" fmla="*/ 1117265 w 2290556"/>
                <a:gd name="connsiteY2124" fmla="*/ 1590818 h 1796087"/>
                <a:gd name="connsiteX2125" fmla="*/ 1119856 w 2290556"/>
                <a:gd name="connsiteY2125" fmla="*/ 1590684 h 1796087"/>
                <a:gd name="connsiteX2126" fmla="*/ 1122178 w 2290556"/>
                <a:gd name="connsiteY2126" fmla="*/ 1591390 h 1796087"/>
                <a:gd name="connsiteX2127" fmla="*/ 1125073 w 2290556"/>
                <a:gd name="connsiteY2127" fmla="*/ 1593139 h 1796087"/>
                <a:gd name="connsiteX2128" fmla="*/ 1129852 w 2290556"/>
                <a:gd name="connsiteY2128" fmla="*/ 1594586 h 1796087"/>
                <a:gd name="connsiteX2129" fmla="*/ 1134933 w 2290556"/>
                <a:gd name="connsiteY2129" fmla="*/ 1599228 h 1796087"/>
                <a:gd name="connsiteX2130" fmla="*/ 1136381 w 2290556"/>
                <a:gd name="connsiteY2130" fmla="*/ 1599228 h 1796087"/>
                <a:gd name="connsiteX2131" fmla="*/ 1137693 w 2290556"/>
                <a:gd name="connsiteY2131" fmla="*/ 1596638 h 1796087"/>
                <a:gd name="connsiteX2132" fmla="*/ 1140285 w 2290556"/>
                <a:gd name="connsiteY2132" fmla="*/ 1594889 h 1796087"/>
                <a:gd name="connsiteX2133" fmla="*/ 1140285 w 2290556"/>
                <a:gd name="connsiteY2133" fmla="*/ 1592130 h 1796087"/>
                <a:gd name="connsiteX2134" fmla="*/ 1142674 w 2290556"/>
                <a:gd name="connsiteY2134" fmla="*/ 1589237 h 1796087"/>
                <a:gd name="connsiteX2135" fmla="*/ 1144357 w 2290556"/>
                <a:gd name="connsiteY2135" fmla="*/ 1584595 h 1796087"/>
                <a:gd name="connsiteX2136" fmla="*/ 1149136 w 2290556"/>
                <a:gd name="connsiteY2136" fmla="*/ 1579381 h 1796087"/>
                <a:gd name="connsiteX2137" fmla="*/ 1153477 w 2290556"/>
                <a:gd name="connsiteY2137" fmla="*/ 1574907 h 1796087"/>
                <a:gd name="connsiteX2138" fmla="*/ 1161319 w 2290556"/>
                <a:gd name="connsiteY2138" fmla="*/ 1569255 h 1796087"/>
                <a:gd name="connsiteX2139" fmla="*/ 1165660 w 2290556"/>
                <a:gd name="connsiteY2139" fmla="*/ 1566362 h 1796087"/>
                <a:gd name="connsiteX2140" fmla="*/ 1169867 w 2290556"/>
                <a:gd name="connsiteY2140" fmla="*/ 1563167 h 1796087"/>
                <a:gd name="connsiteX2141" fmla="*/ 1173333 w 2290556"/>
                <a:gd name="connsiteY2141" fmla="*/ 1562023 h 1796087"/>
                <a:gd name="connsiteX2142" fmla="*/ 1174781 w 2290556"/>
                <a:gd name="connsiteY2142" fmla="*/ 1562897 h 1796087"/>
                <a:gd name="connsiteX2143" fmla="*/ 1176665 w 2290556"/>
                <a:gd name="connsiteY2143" fmla="*/ 1563772 h 1796087"/>
                <a:gd name="connsiteX2144" fmla="*/ 1176968 w 2290556"/>
                <a:gd name="connsiteY2144" fmla="*/ 1565521 h 1796087"/>
                <a:gd name="connsiteX2145" fmla="*/ 1175521 w 2290556"/>
                <a:gd name="connsiteY2145" fmla="*/ 1568414 h 1796087"/>
                <a:gd name="connsiteX2146" fmla="*/ 1173333 w 2290556"/>
                <a:gd name="connsiteY2146" fmla="*/ 1570601 h 1796087"/>
                <a:gd name="connsiteX2147" fmla="*/ 1173333 w 2290556"/>
                <a:gd name="connsiteY2147" fmla="*/ 1574066 h 1796087"/>
                <a:gd name="connsiteX2148" fmla="*/ 1174208 w 2290556"/>
                <a:gd name="connsiteY2148" fmla="*/ 1578405 h 1796087"/>
                <a:gd name="connsiteX2149" fmla="*/ 1182050 w 2290556"/>
                <a:gd name="connsiteY2149" fmla="*/ 1578405 h 1796087"/>
                <a:gd name="connsiteX2150" fmla="*/ 1182050 w 2290556"/>
                <a:gd name="connsiteY2150" fmla="*/ 1582173 h 1796087"/>
                <a:gd name="connsiteX2151" fmla="*/ 1180838 w 2290556"/>
                <a:gd name="connsiteY2151" fmla="*/ 1585032 h 1796087"/>
                <a:gd name="connsiteX2152" fmla="*/ 1181410 w 2290556"/>
                <a:gd name="connsiteY2152" fmla="*/ 1585739 h 1796087"/>
                <a:gd name="connsiteX2153" fmla="*/ 1182925 w 2290556"/>
                <a:gd name="connsiteY2153" fmla="*/ 1585907 h 1796087"/>
                <a:gd name="connsiteX2154" fmla="*/ 1186627 w 2290556"/>
                <a:gd name="connsiteY2154" fmla="*/ 1585907 h 1796087"/>
                <a:gd name="connsiteX2155" fmla="*/ 1192045 w 2290556"/>
                <a:gd name="connsiteY2155" fmla="*/ 1584595 h 1796087"/>
                <a:gd name="connsiteX2156" fmla="*/ 1194670 w 2290556"/>
                <a:gd name="connsiteY2156" fmla="*/ 1582644 h 1796087"/>
                <a:gd name="connsiteX2157" fmla="*/ 1194670 w 2290556"/>
                <a:gd name="connsiteY2157" fmla="*/ 1579818 h 1796087"/>
                <a:gd name="connsiteX2158" fmla="*/ 1195411 w 2290556"/>
                <a:gd name="connsiteY2158" fmla="*/ 1577867 h 1796087"/>
                <a:gd name="connsiteX2159" fmla="*/ 1198339 w 2290556"/>
                <a:gd name="connsiteY2159" fmla="*/ 1575815 h 1796087"/>
                <a:gd name="connsiteX2160" fmla="*/ 1200829 w 2290556"/>
                <a:gd name="connsiteY2160" fmla="*/ 1573528 h 1796087"/>
                <a:gd name="connsiteX2161" fmla="*/ 1202478 w 2290556"/>
                <a:gd name="connsiteY2161" fmla="*/ 1571139 h 1796087"/>
                <a:gd name="connsiteX2162" fmla="*/ 1203791 w 2290556"/>
                <a:gd name="connsiteY2162" fmla="*/ 1568313 h 1796087"/>
                <a:gd name="connsiteX2163" fmla="*/ 1204329 w 2290556"/>
                <a:gd name="connsiteY2163" fmla="*/ 1565387 h 1796087"/>
                <a:gd name="connsiteX2164" fmla="*/ 1203993 w 2290556"/>
                <a:gd name="connsiteY2164" fmla="*/ 1563436 h 1796087"/>
                <a:gd name="connsiteX2165" fmla="*/ 1201502 w 2290556"/>
                <a:gd name="connsiteY2165" fmla="*/ 1562359 h 1796087"/>
                <a:gd name="connsiteX2166" fmla="*/ 1199887 w 2290556"/>
                <a:gd name="connsiteY2166" fmla="*/ 1561384 h 1796087"/>
                <a:gd name="connsiteX2167" fmla="*/ 1197060 w 2290556"/>
                <a:gd name="connsiteY2167" fmla="*/ 1557044 h 1796087"/>
                <a:gd name="connsiteX2168" fmla="*/ 1201738 w 2290556"/>
                <a:gd name="connsiteY2168" fmla="*/ 1556405 h 1796087"/>
                <a:gd name="connsiteX2169" fmla="*/ 1205541 w 2290556"/>
                <a:gd name="connsiteY2169" fmla="*/ 1555833 h 1796087"/>
                <a:gd name="connsiteX2170" fmla="*/ 1212070 w 2290556"/>
                <a:gd name="connsiteY2170" fmla="*/ 1555833 h 1796087"/>
                <a:gd name="connsiteX2171" fmla="*/ 1222738 w 2290556"/>
                <a:gd name="connsiteY2171" fmla="*/ 1556069 h 1796087"/>
                <a:gd name="connsiteX2172" fmla="*/ 1237075 w 2290556"/>
                <a:gd name="connsiteY2172" fmla="*/ 1556371 h 1796087"/>
                <a:gd name="connsiteX2173" fmla="*/ 1242729 w 2290556"/>
                <a:gd name="connsiteY2173" fmla="*/ 1555160 h 1796087"/>
                <a:gd name="connsiteX2174" fmla="*/ 1246095 w 2290556"/>
                <a:gd name="connsiteY2174" fmla="*/ 1549845 h 1796087"/>
                <a:gd name="connsiteX2175" fmla="*/ 1248282 w 2290556"/>
                <a:gd name="connsiteY2175" fmla="*/ 1546784 h 1796087"/>
                <a:gd name="connsiteX2176" fmla="*/ 1249359 w 2290556"/>
                <a:gd name="connsiteY2176" fmla="*/ 1540594 h 1796087"/>
                <a:gd name="connsiteX2177" fmla="*/ 1249898 w 2290556"/>
                <a:gd name="connsiteY2177" fmla="*/ 1532353 h 1796087"/>
                <a:gd name="connsiteX2178" fmla="*/ 1249898 w 2290556"/>
                <a:gd name="connsiteY2178" fmla="*/ 1528551 h 1796087"/>
                <a:gd name="connsiteX2179" fmla="*/ 1251648 w 2290556"/>
                <a:gd name="connsiteY2179" fmla="*/ 1520276 h 1796087"/>
                <a:gd name="connsiteX2180" fmla="*/ 1256225 w 2290556"/>
                <a:gd name="connsiteY2180" fmla="*/ 1514187 h 1796087"/>
                <a:gd name="connsiteX2181" fmla="*/ 1258950 w 2290556"/>
                <a:gd name="connsiteY2181" fmla="*/ 1507998 h 1796087"/>
                <a:gd name="connsiteX2182" fmla="*/ 1263427 w 2290556"/>
                <a:gd name="connsiteY2182" fmla="*/ 1501034 h 1796087"/>
                <a:gd name="connsiteX2183" fmla="*/ 1268845 w 2290556"/>
                <a:gd name="connsiteY2183" fmla="*/ 1491481 h 1796087"/>
                <a:gd name="connsiteX2184" fmla="*/ 1275913 w 2290556"/>
                <a:gd name="connsiteY2184" fmla="*/ 1485728 h 1796087"/>
                <a:gd name="connsiteX2185" fmla="*/ 1282442 w 2290556"/>
                <a:gd name="connsiteY2185" fmla="*/ 1479976 h 1796087"/>
                <a:gd name="connsiteX2186" fmla="*/ 1288634 w 2290556"/>
                <a:gd name="connsiteY2186" fmla="*/ 1479101 h 1796087"/>
                <a:gd name="connsiteX2187" fmla="*/ 1294826 w 2290556"/>
                <a:gd name="connsiteY2187" fmla="*/ 1479337 h 1796087"/>
                <a:gd name="connsiteX2188" fmla="*/ 1299504 w 2290556"/>
                <a:gd name="connsiteY2188" fmla="*/ 1482263 h 1796087"/>
                <a:gd name="connsiteX2189" fmla="*/ 1306033 w 2290556"/>
                <a:gd name="connsiteY2189" fmla="*/ 1487376 h 1796087"/>
                <a:gd name="connsiteX2190" fmla="*/ 1312663 w 2290556"/>
                <a:gd name="connsiteY2190" fmla="*/ 1492591 h 1796087"/>
                <a:gd name="connsiteX2191" fmla="*/ 1317543 w 2290556"/>
                <a:gd name="connsiteY2191" fmla="*/ 1494003 h 1796087"/>
                <a:gd name="connsiteX2192" fmla="*/ 1322087 w 2290556"/>
                <a:gd name="connsiteY2192" fmla="*/ 1493465 h 1796087"/>
                <a:gd name="connsiteX2193" fmla="*/ 1325889 w 2290556"/>
                <a:gd name="connsiteY2193" fmla="*/ 1490202 h 1796087"/>
                <a:gd name="connsiteX2194" fmla="*/ 1329591 w 2290556"/>
                <a:gd name="connsiteY2194" fmla="*/ 1485627 h 1796087"/>
                <a:gd name="connsiteX2195" fmla="*/ 1332957 w 2290556"/>
                <a:gd name="connsiteY2195" fmla="*/ 1481052 h 1796087"/>
                <a:gd name="connsiteX2196" fmla="*/ 1337097 w 2290556"/>
                <a:gd name="connsiteY2196" fmla="*/ 1472777 h 1796087"/>
                <a:gd name="connsiteX2197" fmla="*/ 1338712 w 2290556"/>
                <a:gd name="connsiteY2197" fmla="*/ 1470187 h 1796087"/>
                <a:gd name="connsiteX2198" fmla="*/ 1342212 w 2290556"/>
                <a:gd name="connsiteY2198" fmla="*/ 1466722 h 1796087"/>
                <a:gd name="connsiteX2199" fmla="*/ 1345477 w 2290556"/>
                <a:gd name="connsiteY2199" fmla="*/ 1463560 h 1796087"/>
                <a:gd name="connsiteX2200" fmla="*/ 1351770 w 2290556"/>
                <a:gd name="connsiteY2200" fmla="*/ 1462786 h 1796087"/>
                <a:gd name="connsiteX2201" fmla="*/ 1356246 w 2290556"/>
                <a:gd name="connsiteY2201" fmla="*/ 1464535 h 1796087"/>
                <a:gd name="connsiteX2202" fmla="*/ 1360486 w 2290556"/>
                <a:gd name="connsiteY2202" fmla="*/ 1467899 h 1796087"/>
                <a:gd name="connsiteX2203" fmla="*/ 1362977 w 2290556"/>
                <a:gd name="connsiteY2203" fmla="*/ 1471061 h 1796087"/>
                <a:gd name="connsiteX2204" fmla="*/ 1370246 w 2290556"/>
                <a:gd name="connsiteY2204" fmla="*/ 1474762 h 1796087"/>
                <a:gd name="connsiteX2205" fmla="*/ 1376540 w 2290556"/>
                <a:gd name="connsiteY2205" fmla="*/ 1477150 h 1796087"/>
                <a:gd name="connsiteX2206" fmla="*/ 1381453 w 2290556"/>
                <a:gd name="connsiteY2206" fmla="*/ 1476612 h 1796087"/>
                <a:gd name="connsiteX2207" fmla="*/ 1384179 w 2290556"/>
                <a:gd name="connsiteY2207" fmla="*/ 1475199 h 1796087"/>
                <a:gd name="connsiteX2208" fmla="*/ 1386872 w 2290556"/>
                <a:gd name="connsiteY2208" fmla="*/ 1472575 h 1796087"/>
                <a:gd name="connsiteX2209" fmla="*/ 1391247 w 2290556"/>
                <a:gd name="connsiteY2209" fmla="*/ 1470624 h 1796087"/>
                <a:gd name="connsiteX2210" fmla="*/ 1393434 w 2290556"/>
                <a:gd name="connsiteY2210" fmla="*/ 1465847 h 1796087"/>
                <a:gd name="connsiteX2211" fmla="*/ 1395285 w 2290556"/>
                <a:gd name="connsiteY2211" fmla="*/ 1462147 h 1796087"/>
                <a:gd name="connsiteX2212" fmla="*/ 1397910 w 2290556"/>
                <a:gd name="connsiteY2212" fmla="*/ 1459220 h 1796087"/>
                <a:gd name="connsiteX2213" fmla="*/ 1401377 w 2290556"/>
                <a:gd name="connsiteY2213" fmla="*/ 1455318 h 1796087"/>
                <a:gd name="connsiteX2214" fmla="*/ 1402689 w 2290556"/>
                <a:gd name="connsiteY2214" fmla="*/ 1451281 h 1796087"/>
                <a:gd name="connsiteX2215" fmla="*/ 1404877 w 2290556"/>
                <a:gd name="connsiteY2215" fmla="*/ 1449767 h 1796087"/>
                <a:gd name="connsiteX2216" fmla="*/ 1406829 w 2290556"/>
                <a:gd name="connsiteY2216" fmla="*/ 1450104 h 1796087"/>
                <a:gd name="connsiteX2217" fmla="*/ 1409757 w 2290556"/>
                <a:gd name="connsiteY2217" fmla="*/ 1452930 h 1796087"/>
                <a:gd name="connsiteX2218" fmla="*/ 1412584 w 2290556"/>
                <a:gd name="connsiteY2218" fmla="*/ 1454679 h 1796087"/>
                <a:gd name="connsiteX2219" fmla="*/ 1417901 w 2290556"/>
                <a:gd name="connsiteY2219" fmla="*/ 1454140 h 1796087"/>
                <a:gd name="connsiteX2220" fmla="*/ 1420392 w 2290556"/>
                <a:gd name="connsiteY2220" fmla="*/ 1450676 h 1796087"/>
                <a:gd name="connsiteX2221" fmla="*/ 1420392 w 2290556"/>
                <a:gd name="connsiteY2221" fmla="*/ 1446000 h 1796087"/>
                <a:gd name="connsiteX2222" fmla="*/ 1422512 w 2290556"/>
                <a:gd name="connsiteY2222" fmla="*/ 1444587 h 1796087"/>
                <a:gd name="connsiteX2223" fmla="*/ 1425608 w 2290556"/>
                <a:gd name="connsiteY2223" fmla="*/ 1443712 h 1796087"/>
                <a:gd name="connsiteX2224" fmla="*/ 1425608 w 2290556"/>
                <a:gd name="connsiteY2224" fmla="*/ 1438498 h 1796087"/>
                <a:gd name="connsiteX2225" fmla="*/ 1425608 w 2290556"/>
                <a:gd name="connsiteY2225" fmla="*/ 1435033 h 1796087"/>
                <a:gd name="connsiteX2226" fmla="*/ 1425608 w 2290556"/>
                <a:gd name="connsiteY2226" fmla="*/ 1429382 h 1796087"/>
                <a:gd name="connsiteX2227" fmla="*/ 1426214 w 2290556"/>
                <a:gd name="connsiteY2227" fmla="*/ 1426993 h 1796087"/>
                <a:gd name="connsiteX2228" fmla="*/ 1428368 w 2290556"/>
                <a:gd name="connsiteY2228" fmla="*/ 1425345 h 1796087"/>
                <a:gd name="connsiteX2229" fmla="*/ 1429512 w 2290556"/>
                <a:gd name="connsiteY2229" fmla="*/ 1423932 h 1796087"/>
                <a:gd name="connsiteX2230" fmla="*/ 1431296 w 2290556"/>
                <a:gd name="connsiteY2230" fmla="*/ 1423899 h 1796087"/>
                <a:gd name="connsiteX2231" fmla="*/ 1430488 w 2290556"/>
                <a:gd name="connsiteY2231" fmla="*/ 1422654 h 1796087"/>
                <a:gd name="connsiteX2232" fmla="*/ 1428973 w 2290556"/>
                <a:gd name="connsiteY2232" fmla="*/ 1418213 h 1796087"/>
                <a:gd name="connsiteX2233" fmla="*/ 1427897 w 2290556"/>
                <a:gd name="connsiteY2233" fmla="*/ 1414311 h 1796087"/>
                <a:gd name="connsiteX2234" fmla="*/ 1426921 w 2290556"/>
                <a:gd name="connsiteY2234" fmla="*/ 1410947 h 1796087"/>
                <a:gd name="connsiteX2235" fmla="*/ 1423993 w 2290556"/>
                <a:gd name="connsiteY2235" fmla="*/ 1406810 h 1796087"/>
                <a:gd name="connsiteX2236" fmla="*/ 1421267 w 2290556"/>
                <a:gd name="connsiteY2236" fmla="*/ 1402907 h 1796087"/>
                <a:gd name="connsiteX2237" fmla="*/ 1418069 w 2290556"/>
                <a:gd name="connsiteY2237" fmla="*/ 1400149 h 1796087"/>
                <a:gd name="connsiteX2238" fmla="*/ 1416185 w 2290556"/>
                <a:gd name="connsiteY2238" fmla="*/ 1398131 h 1796087"/>
                <a:gd name="connsiteX2239" fmla="*/ 1415310 w 2290556"/>
                <a:gd name="connsiteY2239" fmla="*/ 1395809 h 1796087"/>
                <a:gd name="connsiteX2240" fmla="*/ 1414435 w 2290556"/>
                <a:gd name="connsiteY2240" fmla="*/ 1394666 h 1796087"/>
                <a:gd name="connsiteX2241" fmla="*/ 1412853 w 2290556"/>
                <a:gd name="connsiteY2241" fmla="*/ 1393656 h 1796087"/>
                <a:gd name="connsiteX2242" fmla="*/ 1410093 w 2290556"/>
                <a:gd name="connsiteY2242" fmla="*/ 1392210 h 1796087"/>
                <a:gd name="connsiteX2243" fmla="*/ 1408209 w 2290556"/>
                <a:gd name="connsiteY2243" fmla="*/ 1391638 h 1796087"/>
                <a:gd name="connsiteX2244" fmla="*/ 1408209 w 2290556"/>
                <a:gd name="connsiteY2244" fmla="*/ 1389182 h 1796087"/>
                <a:gd name="connsiteX2245" fmla="*/ 1408579 w 2290556"/>
                <a:gd name="connsiteY2245" fmla="*/ 1386996 h 1796087"/>
                <a:gd name="connsiteX2246" fmla="*/ 1410396 w 2290556"/>
                <a:gd name="connsiteY2246" fmla="*/ 1383363 h 1796087"/>
                <a:gd name="connsiteX2247" fmla="*/ 1411911 w 2290556"/>
                <a:gd name="connsiteY2247" fmla="*/ 1381412 h 1796087"/>
                <a:gd name="connsiteX2248" fmla="*/ 1414300 w 2290556"/>
                <a:gd name="connsiteY2248" fmla="*/ 1380100 h 1796087"/>
                <a:gd name="connsiteX2249" fmla="*/ 1415377 w 2290556"/>
                <a:gd name="connsiteY2249" fmla="*/ 1379460 h 1796087"/>
                <a:gd name="connsiteX2250" fmla="*/ 1418642 w 2290556"/>
                <a:gd name="connsiteY2250" fmla="*/ 1378384 h 1796087"/>
                <a:gd name="connsiteX2251" fmla="*/ 1420829 w 2290556"/>
                <a:gd name="connsiteY2251" fmla="*/ 1377106 h 1796087"/>
                <a:gd name="connsiteX2252" fmla="*/ 1423858 w 2290556"/>
                <a:gd name="connsiteY2252" fmla="*/ 1374246 h 1796087"/>
                <a:gd name="connsiteX2253" fmla="*/ 1423858 w 2290556"/>
                <a:gd name="connsiteY2253" fmla="*/ 1371622 h 1796087"/>
                <a:gd name="connsiteX2254" fmla="*/ 1422680 w 2290556"/>
                <a:gd name="connsiteY2254" fmla="*/ 1369032 h 1796087"/>
                <a:gd name="connsiteX2255" fmla="*/ 1421031 w 2290556"/>
                <a:gd name="connsiteY2255" fmla="*/ 1367720 h 1796087"/>
                <a:gd name="connsiteX2256" fmla="*/ 1418406 w 2290556"/>
                <a:gd name="connsiteY2256" fmla="*/ 1367518 h 1796087"/>
                <a:gd name="connsiteX2257" fmla="*/ 1416656 w 2290556"/>
                <a:gd name="connsiteY2257" fmla="*/ 1367283 h 1796087"/>
                <a:gd name="connsiteX2258" fmla="*/ 1415781 w 2290556"/>
                <a:gd name="connsiteY2258" fmla="*/ 1363583 h 1796087"/>
                <a:gd name="connsiteX2259" fmla="*/ 1418608 w 2290556"/>
                <a:gd name="connsiteY2259" fmla="*/ 1362069 h 1796087"/>
                <a:gd name="connsiteX2260" fmla="*/ 1418608 w 2290556"/>
                <a:gd name="connsiteY2260" fmla="*/ 1357292 h 1796087"/>
                <a:gd name="connsiteX2261" fmla="*/ 1416757 w 2290556"/>
                <a:gd name="connsiteY2261" fmla="*/ 1353794 h 1796087"/>
                <a:gd name="connsiteX2262" fmla="*/ 1413594 w 2290556"/>
                <a:gd name="connsiteY2262" fmla="*/ 1352280 h 1796087"/>
                <a:gd name="connsiteX2263" fmla="*/ 1409689 w 2290556"/>
                <a:gd name="connsiteY2263" fmla="*/ 1352078 h 1796087"/>
                <a:gd name="connsiteX2264" fmla="*/ 1408613 w 2290556"/>
                <a:gd name="connsiteY2264" fmla="*/ 1351439 h 1796087"/>
                <a:gd name="connsiteX2265" fmla="*/ 1406863 w 2290556"/>
                <a:gd name="connsiteY2265" fmla="*/ 1349252 h 1796087"/>
                <a:gd name="connsiteX2266" fmla="*/ 1407939 w 2290556"/>
                <a:gd name="connsiteY2266" fmla="*/ 1346864 h 1796087"/>
                <a:gd name="connsiteX2267" fmla="*/ 1409252 w 2290556"/>
                <a:gd name="connsiteY2267" fmla="*/ 1344677 h 1796087"/>
                <a:gd name="connsiteX2268" fmla="*/ 1415142 w 2290556"/>
                <a:gd name="connsiteY2268" fmla="*/ 1339026 h 1796087"/>
                <a:gd name="connsiteX2269" fmla="*/ 1418608 w 2290556"/>
                <a:gd name="connsiteY2269" fmla="*/ 1336200 h 1796087"/>
                <a:gd name="connsiteX2270" fmla="*/ 1421233 w 2290556"/>
                <a:gd name="connsiteY2270" fmla="*/ 1334686 h 1796087"/>
                <a:gd name="connsiteX2271" fmla="*/ 1426685 w 2290556"/>
                <a:gd name="connsiteY2271" fmla="*/ 1335325 h 1796087"/>
                <a:gd name="connsiteX2272" fmla="*/ 1431531 w 2290556"/>
                <a:gd name="connsiteY2272" fmla="*/ 1333542 h 1796087"/>
                <a:gd name="connsiteX2273" fmla="*/ 1435334 w 2290556"/>
                <a:gd name="connsiteY2273" fmla="*/ 1335998 h 1796087"/>
                <a:gd name="connsiteX2274" fmla="*/ 1437993 w 2290556"/>
                <a:gd name="connsiteY2274" fmla="*/ 1336335 h 1796087"/>
                <a:gd name="connsiteX2275" fmla="*/ 1438936 w 2290556"/>
                <a:gd name="connsiteY2275" fmla="*/ 1335157 h 1796087"/>
                <a:gd name="connsiteX2276" fmla="*/ 1438060 w 2290556"/>
                <a:gd name="connsiteY2276" fmla="*/ 1332062 h 1796087"/>
                <a:gd name="connsiteX2277" fmla="*/ 1437623 w 2290556"/>
                <a:gd name="connsiteY2277" fmla="*/ 1327824 h 1796087"/>
                <a:gd name="connsiteX2278" fmla="*/ 1437421 w 2290556"/>
                <a:gd name="connsiteY2278" fmla="*/ 1325368 h 1796087"/>
                <a:gd name="connsiteX2279" fmla="*/ 1436445 w 2290556"/>
                <a:gd name="connsiteY2279" fmla="*/ 1321230 h 1796087"/>
                <a:gd name="connsiteX2280" fmla="*/ 1435805 w 2290556"/>
                <a:gd name="connsiteY2280" fmla="*/ 1318842 h 1796087"/>
                <a:gd name="connsiteX2281" fmla="*/ 1434729 w 2290556"/>
                <a:gd name="connsiteY2281" fmla="*/ 1315848 h 1796087"/>
                <a:gd name="connsiteX2282" fmla="*/ 1435503 w 2290556"/>
                <a:gd name="connsiteY2282" fmla="*/ 1313560 h 1796087"/>
                <a:gd name="connsiteX2283" fmla="*/ 1435873 w 2290556"/>
                <a:gd name="connsiteY2283" fmla="*/ 1311979 h 1796087"/>
                <a:gd name="connsiteX2284" fmla="*/ 1434358 w 2290556"/>
                <a:gd name="connsiteY2284" fmla="*/ 1309927 h 1796087"/>
                <a:gd name="connsiteX2285" fmla="*/ 1434358 w 2290556"/>
                <a:gd name="connsiteY2285" fmla="*/ 1307741 h 1796087"/>
                <a:gd name="connsiteX2286" fmla="*/ 1435536 w 2290556"/>
                <a:gd name="connsiteY2286" fmla="*/ 1305352 h 1796087"/>
                <a:gd name="connsiteX2287" fmla="*/ 1435133 w 2290556"/>
                <a:gd name="connsiteY2287" fmla="*/ 1302325 h 1796087"/>
                <a:gd name="connsiteX2288" fmla="*/ 1436748 w 2290556"/>
                <a:gd name="connsiteY2288" fmla="*/ 1298725 h 1796087"/>
                <a:gd name="connsiteX2289" fmla="*/ 1438599 w 2290556"/>
                <a:gd name="connsiteY2289" fmla="*/ 1295799 h 1796087"/>
                <a:gd name="connsiteX2290" fmla="*/ 1440652 w 2290556"/>
                <a:gd name="connsiteY2290" fmla="*/ 1293410 h 1796087"/>
                <a:gd name="connsiteX2291" fmla="*/ 1442805 w 2290556"/>
                <a:gd name="connsiteY2291" fmla="*/ 1290585 h 1796087"/>
                <a:gd name="connsiteX2292" fmla="*/ 1445296 w 2290556"/>
                <a:gd name="connsiteY2292" fmla="*/ 1289374 h 1796087"/>
                <a:gd name="connsiteX2293" fmla="*/ 1448022 w 2290556"/>
                <a:gd name="connsiteY2293" fmla="*/ 1288499 h 1796087"/>
                <a:gd name="connsiteX2294" fmla="*/ 1451825 w 2290556"/>
                <a:gd name="connsiteY2294" fmla="*/ 1288263 h 1796087"/>
                <a:gd name="connsiteX2295" fmla="*/ 1454652 w 2290556"/>
                <a:gd name="connsiteY2295" fmla="*/ 1288163 h 1796087"/>
                <a:gd name="connsiteX2296" fmla="*/ 1457916 w 2290556"/>
                <a:gd name="connsiteY2296" fmla="*/ 1288263 h 1796087"/>
                <a:gd name="connsiteX2297" fmla="*/ 1459431 w 2290556"/>
                <a:gd name="connsiteY2297" fmla="*/ 1288062 h 1796087"/>
                <a:gd name="connsiteX2298" fmla="*/ 1460744 w 2290556"/>
                <a:gd name="connsiteY2298" fmla="*/ 1286548 h 1796087"/>
                <a:gd name="connsiteX2299" fmla="*/ 1461080 w 2290556"/>
                <a:gd name="connsiteY2299" fmla="*/ 1285471 h 1796087"/>
                <a:gd name="connsiteX2300" fmla="*/ 1461282 w 2290556"/>
                <a:gd name="connsiteY2300" fmla="*/ 1282982 h 1796087"/>
                <a:gd name="connsiteX2301" fmla="*/ 1460306 w 2290556"/>
                <a:gd name="connsiteY2301" fmla="*/ 1281132 h 1796087"/>
                <a:gd name="connsiteX2302" fmla="*/ 1458994 w 2290556"/>
                <a:gd name="connsiteY2302" fmla="*/ 1280156 h 1796087"/>
                <a:gd name="connsiteX2303" fmla="*/ 1458354 w 2290556"/>
                <a:gd name="connsiteY2303" fmla="*/ 1278945 h 1796087"/>
                <a:gd name="connsiteX2304" fmla="*/ 1456941 w 2290556"/>
                <a:gd name="connsiteY2304" fmla="*/ 1276893 h 1796087"/>
                <a:gd name="connsiteX2305" fmla="*/ 1456941 w 2290556"/>
                <a:gd name="connsiteY2305" fmla="*/ 1274168 h 1796087"/>
                <a:gd name="connsiteX2306" fmla="*/ 1458691 w 2290556"/>
                <a:gd name="connsiteY2306" fmla="*/ 1272857 h 1796087"/>
                <a:gd name="connsiteX2307" fmla="*/ 1460979 w 2290556"/>
                <a:gd name="connsiteY2307" fmla="*/ 1271982 h 1796087"/>
                <a:gd name="connsiteX2308" fmla="*/ 1462056 w 2290556"/>
                <a:gd name="connsiteY2308" fmla="*/ 1270233 h 1796087"/>
                <a:gd name="connsiteX2309" fmla="*/ 1462594 w 2290556"/>
                <a:gd name="connsiteY2309" fmla="*/ 1268046 h 1796087"/>
                <a:gd name="connsiteX2310" fmla="*/ 1463570 w 2290556"/>
                <a:gd name="connsiteY2310" fmla="*/ 1265994 h 1796087"/>
                <a:gd name="connsiteX2311" fmla="*/ 1466498 w 2290556"/>
                <a:gd name="connsiteY2311" fmla="*/ 1265355 h 1796087"/>
                <a:gd name="connsiteX2312" fmla="*/ 1467912 w 2290556"/>
                <a:gd name="connsiteY2312" fmla="*/ 1265557 h 1796087"/>
                <a:gd name="connsiteX2313" fmla="*/ 1468888 w 2290556"/>
                <a:gd name="connsiteY2313" fmla="*/ 1267071 h 1796087"/>
                <a:gd name="connsiteX2314" fmla="*/ 1471378 w 2290556"/>
                <a:gd name="connsiteY2314" fmla="*/ 1269022 h 1796087"/>
                <a:gd name="connsiteX2315" fmla="*/ 1472354 w 2290556"/>
                <a:gd name="connsiteY2315" fmla="*/ 1267609 h 1796087"/>
                <a:gd name="connsiteX2316" fmla="*/ 1474508 w 2290556"/>
                <a:gd name="connsiteY2316" fmla="*/ 1264682 h 1796087"/>
                <a:gd name="connsiteX2317" fmla="*/ 1476898 w 2290556"/>
                <a:gd name="connsiteY2317" fmla="*/ 1266431 h 1796087"/>
                <a:gd name="connsiteX2318" fmla="*/ 1477537 w 2290556"/>
                <a:gd name="connsiteY2318" fmla="*/ 1269257 h 1796087"/>
                <a:gd name="connsiteX2319" fmla="*/ 1480162 w 2290556"/>
                <a:gd name="connsiteY2319" fmla="*/ 1269795 h 1796087"/>
                <a:gd name="connsiteX2320" fmla="*/ 1482350 w 2290556"/>
                <a:gd name="connsiteY2320" fmla="*/ 1268921 h 1796087"/>
                <a:gd name="connsiteX2321" fmla="*/ 1483427 w 2290556"/>
                <a:gd name="connsiteY2321" fmla="*/ 1267508 h 1796087"/>
                <a:gd name="connsiteX2322" fmla="*/ 1484840 w 2290556"/>
                <a:gd name="connsiteY2322" fmla="*/ 1264581 h 1796087"/>
                <a:gd name="connsiteX2323" fmla="*/ 1485581 w 2290556"/>
                <a:gd name="connsiteY2323" fmla="*/ 1263841 h 1796087"/>
                <a:gd name="connsiteX2324" fmla="*/ 1488946 w 2290556"/>
                <a:gd name="connsiteY2324" fmla="*/ 1263841 h 1796087"/>
                <a:gd name="connsiteX2325" fmla="*/ 1490359 w 2290556"/>
                <a:gd name="connsiteY2325" fmla="*/ 1267407 h 1796087"/>
                <a:gd name="connsiteX2326" fmla="*/ 1492211 w 2290556"/>
                <a:gd name="connsiteY2326" fmla="*/ 1269257 h 1796087"/>
                <a:gd name="connsiteX2327" fmla="*/ 1494162 w 2290556"/>
                <a:gd name="connsiteY2327" fmla="*/ 1273496 h 1796087"/>
                <a:gd name="connsiteX2328" fmla="*/ 1493287 w 2290556"/>
                <a:gd name="connsiteY2328" fmla="*/ 1275009 h 1796087"/>
                <a:gd name="connsiteX2329" fmla="*/ 1490460 w 2290556"/>
                <a:gd name="connsiteY2329" fmla="*/ 1277398 h 1796087"/>
                <a:gd name="connsiteX2330" fmla="*/ 1492412 w 2290556"/>
                <a:gd name="connsiteY2330" fmla="*/ 1280022 h 1796087"/>
                <a:gd name="connsiteX2331" fmla="*/ 1493725 w 2290556"/>
                <a:gd name="connsiteY2331" fmla="*/ 1282074 h 1796087"/>
                <a:gd name="connsiteX2332" fmla="*/ 1499043 w 2290556"/>
                <a:gd name="connsiteY2332" fmla="*/ 1287389 h 1796087"/>
                <a:gd name="connsiteX2333" fmla="*/ 1497965 w 2290556"/>
                <a:gd name="connsiteY2333" fmla="*/ 1290551 h 1796087"/>
                <a:gd name="connsiteX2334" fmla="*/ 1498605 w 2290556"/>
                <a:gd name="connsiteY2334" fmla="*/ 1297851 h 1796087"/>
                <a:gd name="connsiteX2335" fmla="*/ 1497629 w 2290556"/>
                <a:gd name="connsiteY2335" fmla="*/ 1299062 h 1796087"/>
                <a:gd name="connsiteX2336" fmla="*/ 1496215 w 2290556"/>
                <a:gd name="connsiteY2336" fmla="*/ 1301652 h 1796087"/>
                <a:gd name="connsiteX2337" fmla="*/ 1496754 w 2290556"/>
                <a:gd name="connsiteY2337" fmla="*/ 1304814 h 1796087"/>
                <a:gd name="connsiteX2338" fmla="*/ 1495677 w 2290556"/>
                <a:gd name="connsiteY2338" fmla="*/ 1306227 h 1796087"/>
                <a:gd name="connsiteX2339" fmla="*/ 1494365 w 2290556"/>
                <a:gd name="connsiteY2339" fmla="*/ 1307539 h 1796087"/>
                <a:gd name="connsiteX2340" fmla="*/ 1493927 w 2290556"/>
                <a:gd name="connsiteY2340" fmla="*/ 1310028 h 1796087"/>
                <a:gd name="connsiteX2341" fmla="*/ 1494701 w 2290556"/>
                <a:gd name="connsiteY2341" fmla="*/ 1312518 h 1796087"/>
                <a:gd name="connsiteX2342" fmla="*/ 1495677 w 2290556"/>
                <a:gd name="connsiteY2342" fmla="*/ 1314570 h 1796087"/>
                <a:gd name="connsiteX2343" fmla="*/ 1496316 w 2290556"/>
                <a:gd name="connsiteY2343" fmla="*/ 1317194 h 1796087"/>
                <a:gd name="connsiteX2344" fmla="*/ 1495879 w 2290556"/>
                <a:gd name="connsiteY2344" fmla="*/ 1320995 h 1796087"/>
                <a:gd name="connsiteX2345" fmla="*/ 1495139 w 2290556"/>
                <a:gd name="connsiteY2345" fmla="*/ 1323720 h 1796087"/>
                <a:gd name="connsiteX2346" fmla="*/ 1494062 w 2290556"/>
                <a:gd name="connsiteY2346" fmla="*/ 1325469 h 1796087"/>
                <a:gd name="connsiteX2347" fmla="*/ 1492008 w 2290556"/>
                <a:gd name="connsiteY2347" fmla="*/ 1327319 h 1796087"/>
                <a:gd name="connsiteX2348" fmla="*/ 1492008 w 2290556"/>
                <a:gd name="connsiteY2348" fmla="*/ 1328194 h 1796087"/>
                <a:gd name="connsiteX2349" fmla="*/ 1497225 w 2290556"/>
                <a:gd name="connsiteY2349" fmla="*/ 1327756 h 1796087"/>
                <a:gd name="connsiteX2350" fmla="*/ 1498874 w 2290556"/>
                <a:gd name="connsiteY2350" fmla="*/ 1326444 h 1796087"/>
                <a:gd name="connsiteX2351" fmla="*/ 1502139 w 2290556"/>
                <a:gd name="connsiteY2351" fmla="*/ 1325368 h 1796087"/>
                <a:gd name="connsiteX2352" fmla="*/ 1504528 w 2290556"/>
                <a:gd name="connsiteY2352" fmla="*/ 1326108 h 1796087"/>
                <a:gd name="connsiteX2353" fmla="*/ 1507793 w 2290556"/>
                <a:gd name="connsiteY2353" fmla="*/ 1326646 h 1796087"/>
                <a:gd name="connsiteX2354" fmla="*/ 1510721 w 2290556"/>
                <a:gd name="connsiteY2354" fmla="*/ 1325671 h 1796087"/>
                <a:gd name="connsiteX2355" fmla="*/ 1513009 w 2290556"/>
                <a:gd name="connsiteY2355" fmla="*/ 1322946 h 1796087"/>
                <a:gd name="connsiteX2356" fmla="*/ 1517149 w 2290556"/>
                <a:gd name="connsiteY2356" fmla="*/ 1322172 h 1796087"/>
                <a:gd name="connsiteX2357" fmla="*/ 1520615 w 2290556"/>
                <a:gd name="connsiteY2357" fmla="*/ 1324998 h 1796087"/>
                <a:gd name="connsiteX2358" fmla="*/ 1524654 w 2290556"/>
                <a:gd name="connsiteY2358" fmla="*/ 1325099 h 1796087"/>
                <a:gd name="connsiteX2359" fmla="*/ 1529533 w 2290556"/>
                <a:gd name="connsiteY2359" fmla="*/ 1325334 h 1796087"/>
                <a:gd name="connsiteX2360" fmla="*/ 1531822 w 2290556"/>
                <a:gd name="connsiteY2360" fmla="*/ 1325233 h 1796087"/>
                <a:gd name="connsiteX2361" fmla="*/ 1536837 w 2290556"/>
                <a:gd name="connsiteY2361" fmla="*/ 1325032 h 1796087"/>
                <a:gd name="connsiteX2362" fmla="*/ 1538486 w 2290556"/>
                <a:gd name="connsiteY2362" fmla="*/ 1323282 h 1796087"/>
                <a:gd name="connsiteX2363" fmla="*/ 1538587 w 2290556"/>
                <a:gd name="connsiteY2363" fmla="*/ 1321769 h 1796087"/>
                <a:gd name="connsiteX2364" fmla="*/ 1536736 w 2290556"/>
                <a:gd name="connsiteY2364" fmla="*/ 1320019 h 1796087"/>
                <a:gd name="connsiteX2365" fmla="*/ 1533808 w 2290556"/>
                <a:gd name="connsiteY2365" fmla="*/ 1317967 h 1796087"/>
                <a:gd name="connsiteX2366" fmla="*/ 1530106 w 2290556"/>
                <a:gd name="connsiteY2366" fmla="*/ 1313493 h 1796087"/>
                <a:gd name="connsiteX2367" fmla="*/ 1530880 w 2290556"/>
                <a:gd name="connsiteY2367" fmla="*/ 1310466 h 1796087"/>
                <a:gd name="connsiteX2368" fmla="*/ 1533707 w 2290556"/>
                <a:gd name="connsiteY2368" fmla="*/ 1307741 h 1796087"/>
                <a:gd name="connsiteX2369" fmla="*/ 1535659 w 2290556"/>
                <a:gd name="connsiteY2369" fmla="*/ 1307741 h 1796087"/>
                <a:gd name="connsiteX2370" fmla="*/ 1542524 w 2290556"/>
                <a:gd name="connsiteY2370" fmla="*/ 1311778 h 1796087"/>
                <a:gd name="connsiteX2371" fmla="*/ 1544274 w 2290556"/>
                <a:gd name="connsiteY2371" fmla="*/ 1309591 h 1796087"/>
                <a:gd name="connsiteX2372" fmla="*/ 1545688 w 2290556"/>
                <a:gd name="connsiteY2372" fmla="*/ 1306866 h 1796087"/>
                <a:gd name="connsiteX2373" fmla="*/ 1548515 w 2290556"/>
                <a:gd name="connsiteY2373" fmla="*/ 1304915 h 1796087"/>
                <a:gd name="connsiteX2374" fmla="*/ 1556659 w 2290556"/>
                <a:gd name="connsiteY2374" fmla="*/ 1299600 h 1796087"/>
                <a:gd name="connsiteX2375" fmla="*/ 1559924 w 2290556"/>
                <a:gd name="connsiteY2375" fmla="*/ 1296875 h 1796087"/>
                <a:gd name="connsiteX2376" fmla="*/ 1568405 w 2290556"/>
                <a:gd name="connsiteY2376" fmla="*/ 1290013 h 1796087"/>
                <a:gd name="connsiteX2377" fmla="*/ 1572107 w 2290556"/>
                <a:gd name="connsiteY2377" fmla="*/ 1286985 h 1796087"/>
                <a:gd name="connsiteX2378" fmla="*/ 1575136 w 2290556"/>
                <a:gd name="connsiteY2378" fmla="*/ 1284933 h 1796087"/>
                <a:gd name="connsiteX2379" fmla="*/ 1576549 w 2290556"/>
                <a:gd name="connsiteY2379" fmla="*/ 1284395 h 1796087"/>
                <a:gd name="connsiteX2380" fmla="*/ 1580789 w 2290556"/>
                <a:gd name="connsiteY2380" fmla="*/ 1283520 h 1796087"/>
                <a:gd name="connsiteX2381" fmla="*/ 1583414 w 2290556"/>
                <a:gd name="connsiteY2381" fmla="*/ 1285572 h 1796087"/>
                <a:gd name="connsiteX2382" fmla="*/ 1585804 w 2290556"/>
                <a:gd name="connsiteY2382" fmla="*/ 1288196 h 1796087"/>
                <a:gd name="connsiteX2383" fmla="*/ 1588429 w 2290556"/>
                <a:gd name="connsiteY2383" fmla="*/ 1289845 h 1796087"/>
                <a:gd name="connsiteX2384" fmla="*/ 1589607 w 2290556"/>
                <a:gd name="connsiteY2384" fmla="*/ 1291997 h 1796087"/>
                <a:gd name="connsiteX2385" fmla="*/ 1590684 w 2290556"/>
                <a:gd name="connsiteY2385" fmla="*/ 1298725 h 1796087"/>
                <a:gd name="connsiteX2386" fmla="*/ 1592198 w 2290556"/>
                <a:gd name="connsiteY2386" fmla="*/ 1301013 h 1796087"/>
                <a:gd name="connsiteX2387" fmla="*/ 1596102 w 2290556"/>
                <a:gd name="connsiteY2387" fmla="*/ 1302964 h 1796087"/>
                <a:gd name="connsiteX2388" fmla="*/ 1596102 w 2290556"/>
                <a:gd name="connsiteY2388" fmla="*/ 1299499 h 1796087"/>
                <a:gd name="connsiteX2389" fmla="*/ 1596102 w 2290556"/>
                <a:gd name="connsiteY2389" fmla="*/ 1296774 h 1796087"/>
                <a:gd name="connsiteX2390" fmla="*/ 1597516 w 2290556"/>
                <a:gd name="connsiteY2390" fmla="*/ 1294049 h 1796087"/>
                <a:gd name="connsiteX2391" fmla="*/ 1599165 w 2290556"/>
                <a:gd name="connsiteY2391" fmla="*/ 1292536 h 1796087"/>
                <a:gd name="connsiteX2392" fmla="*/ 1600679 w 2290556"/>
                <a:gd name="connsiteY2392" fmla="*/ 1291997 h 1796087"/>
                <a:gd name="connsiteX2393" fmla="*/ 1602968 w 2290556"/>
                <a:gd name="connsiteY2393" fmla="*/ 1291123 h 1796087"/>
                <a:gd name="connsiteX2394" fmla="*/ 1604718 w 2290556"/>
                <a:gd name="connsiteY2394" fmla="*/ 1290349 h 1796087"/>
                <a:gd name="connsiteX2395" fmla="*/ 1607107 w 2290556"/>
                <a:gd name="connsiteY2395" fmla="*/ 1288701 h 1796087"/>
                <a:gd name="connsiteX2396" fmla="*/ 1608857 w 2290556"/>
                <a:gd name="connsiteY2396" fmla="*/ 1286750 h 1796087"/>
                <a:gd name="connsiteX2397" fmla="*/ 1611785 w 2290556"/>
                <a:gd name="connsiteY2397" fmla="*/ 1283823 h 1796087"/>
                <a:gd name="connsiteX2398" fmla="*/ 1611785 w 2290556"/>
                <a:gd name="connsiteY2398" fmla="*/ 1282377 h 1796087"/>
                <a:gd name="connsiteX2399" fmla="*/ 1613536 w 2290556"/>
                <a:gd name="connsiteY2399" fmla="*/ 1280358 h 1796087"/>
                <a:gd name="connsiteX2400" fmla="*/ 1613536 w 2290556"/>
                <a:gd name="connsiteY2400" fmla="*/ 1278609 h 1796087"/>
                <a:gd name="connsiteX2401" fmla="*/ 1615723 w 2290556"/>
                <a:gd name="connsiteY2401" fmla="*/ 1275413 h 1796087"/>
                <a:gd name="connsiteX2402" fmla="*/ 1617742 w 2290556"/>
                <a:gd name="connsiteY2402" fmla="*/ 1273529 h 1796087"/>
                <a:gd name="connsiteX2403" fmla="*/ 1620771 w 2290556"/>
                <a:gd name="connsiteY2403" fmla="*/ 1272386 h 1796087"/>
                <a:gd name="connsiteX2404" fmla="*/ 1623968 w 2290556"/>
                <a:gd name="connsiteY2404" fmla="*/ 1273395 h 1796087"/>
                <a:gd name="connsiteX2405" fmla="*/ 1623968 w 2290556"/>
                <a:gd name="connsiteY2405" fmla="*/ 1275985 h 1796087"/>
                <a:gd name="connsiteX2406" fmla="*/ 1622656 w 2290556"/>
                <a:gd name="connsiteY2406" fmla="*/ 1277566 h 1796087"/>
                <a:gd name="connsiteX2407" fmla="*/ 1622353 w 2290556"/>
                <a:gd name="connsiteY2407" fmla="*/ 1279887 h 1796087"/>
                <a:gd name="connsiteX2408" fmla="*/ 1625112 w 2290556"/>
                <a:gd name="connsiteY2408" fmla="*/ 1279147 h 1796087"/>
                <a:gd name="connsiteX2409" fmla="*/ 1626560 w 2290556"/>
                <a:gd name="connsiteY2409" fmla="*/ 1275951 h 1796087"/>
                <a:gd name="connsiteX2410" fmla="*/ 1629757 w 2290556"/>
                <a:gd name="connsiteY2410" fmla="*/ 1275951 h 1796087"/>
                <a:gd name="connsiteX2411" fmla="*/ 1631339 w 2290556"/>
                <a:gd name="connsiteY2411" fmla="*/ 1277903 h 1796087"/>
                <a:gd name="connsiteX2412" fmla="*/ 1634401 w 2290556"/>
                <a:gd name="connsiteY2412" fmla="*/ 1281166 h 1796087"/>
                <a:gd name="connsiteX2413" fmla="*/ 1637901 w 2290556"/>
                <a:gd name="connsiteY2413" fmla="*/ 1282477 h 1796087"/>
                <a:gd name="connsiteX2414" fmla="*/ 1643690 w 2290556"/>
                <a:gd name="connsiteY2414" fmla="*/ 1282175 h 1796087"/>
                <a:gd name="connsiteX2415" fmla="*/ 1649478 w 2290556"/>
                <a:gd name="connsiteY2415" fmla="*/ 1281737 h 1796087"/>
                <a:gd name="connsiteX2416" fmla="*/ 1650623 w 2290556"/>
                <a:gd name="connsiteY2416" fmla="*/ 1280594 h 1796087"/>
                <a:gd name="connsiteX2417" fmla="*/ 1651632 w 2290556"/>
                <a:gd name="connsiteY2417" fmla="*/ 1276086 h 1796087"/>
                <a:gd name="connsiteX2418" fmla="*/ 1653214 w 2290556"/>
                <a:gd name="connsiteY2418" fmla="*/ 1274505 h 1796087"/>
                <a:gd name="connsiteX2419" fmla="*/ 1656108 w 2290556"/>
                <a:gd name="connsiteY2419" fmla="*/ 1274202 h 1796087"/>
                <a:gd name="connsiteX2420" fmla="*/ 1658868 w 2290556"/>
                <a:gd name="connsiteY2420" fmla="*/ 1274202 h 1796087"/>
                <a:gd name="connsiteX2421" fmla="*/ 1660887 w 2290556"/>
                <a:gd name="connsiteY2421" fmla="*/ 1274000 h 1796087"/>
                <a:gd name="connsiteX2422" fmla="*/ 1661897 w 2290556"/>
                <a:gd name="connsiteY2422" fmla="*/ 1272184 h 1796087"/>
                <a:gd name="connsiteX2423" fmla="*/ 1662604 w 2290556"/>
                <a:gd name="connsiteY2423" fmla="*/ 1268113 h 1796087"/>
                <a:gd name="connsiteX2424" fmla="*/ 1663479 w 2290556"/>
                <a:gd name="connsiteY2424" fmla="*/ 1264043 h 1796087"/>
                <a:gd name="connsiteX2425" fmla="*/ 1664051 w 2290556"/>
                <a:gd name="connsiteY2425" fmla="*/ 1261722 h 1796087"/>
                <a:gd name="connsiteX2426" fmla="*/ 1663041 w 2290556"/>
                <a:gd name="connsiteY2426" fmla="*/ 1259838 h 1796087"/>
                <a:gd name="connsiteX2427" fmla="*/ 1660887 w 2290556"/>
                <a:gd name="connsiteY2427" fmla="*/ 1258526 h 1796087"/>
                <a:gd name="connsiteX2428" fmla="*/ 1656983 w 2290556"/>
                <a:gd name="connsiteY2428" fmla="*/ 1256642 h 1796087"/>
                <a:gd name="connsiteX2429" fmla="*/ 1653954 w 2290556"/>
                <a:gd name="connsiteY2429" fmla="*/ 1251563 h 1796087"/>
                <a:gd name="connsiteX2430" fmla="*/ 1660181 w 2290556"/>
                <a:gd name="connsiteY2430" fmla="*/ 1249813 h 1796087"/>
                <a:gd name="connsiteX2431" fmla="*/ 1663075 w 2290556"/>
                <a:gd name="connsiteY2431" fmla="*/ 1249107 h 1796087"/>
                <a:gd name="connsiteX2432" fmla="*/ 1664219 w 2290556"/>
                <a:gd name="connsiteY2432" fmla="*/ 1245339 h 1796087"/>
                <a:gd name="connsiteX2433" fmla="*/ 1662200 w 2290556"/>
                <a:gd name="connsiteY2433" fmla="*/ 1241134 h 1796087"/>
                <a:gd name="connsiteX2434" fmla="*/ 1662065 w 2290556"/>
                <a:gd name="connsiteY2434" fmla="*/ 1239251 h 1796087"/>
                <a:gd name="connsiteX2435" fmla="*/ 1661762 w 2290556"/>
                <a:gd name="connsiteY2435" fmla="*/ 1236055 h 1796087"/>
                <a:gd name="connsiteX2436" fmla="*/ 1661056 w 2290556"/>
                <a:gd name="connsiteY2436" fmla="*/ 1234305 h 1796087"/>
                <a:gd name="connsiteX2437" fmla="*/ 1660618 w 2290556"/>
                <a:gd name="connsiteY2437" fmla="*/ 1232556 h 1796087"/>
                <a:gd name="connsiteX2438" fmla="*/ 1659743 w 2290556"/>
                <a:gd name="connsiteY2438" fmla="*/ 1230807 h 1796087"/>
                <a:gd name="connsiteX2439" fmla="*/ 1658733 w 2290556"/>
                <a:gd name="connsiteY2439" fmla="*/ 1229798 h 1796087"/>
                <a:gd name="connsiteX2440" fmla="*/ 1658733 w 2290556"/>
                <a:gd name="connsiteY2440" fmla="*/ 1226905 h 1796087"/>
                <a:gd name="connsiteX2441" fmla="*/ 1665464 w 2290556"/>
                <a:gd name="connsiteY2441" fmla="*/ 1225761 h 1796087"/>
                <a:gd name="connsiteX2442" fmla="*/ 1665397 w 2290556"/>
                <a:gd name="connsiteY2442" fmla="*/ 1221422 h 1796087"/>
                <a:gd name="connsiteX2443" fmla="*/ 1667854 w 2290556"/>
                <a:gd name="connsiteY2443" fmla="*/ 1220681 h 1796087"/>
                <a:gd name="connsiteX2444" fmla="*/ 1670748 w 2290556"/>
                <a:gd name="connsiteY2444" fmla="*/ 1219975 h 1796087"/>
                <a:gd name="connsiteX2445" fmla="*/ 1674383 w 2290556"/>
                <a:gd name="connsiteY2445" fmla="*/ 1218831 h 1796087"/>
                <a:gd name="connsiteX2446" fmla="*/ 1677277 w 2290556"/>
                <a:gd name="connsiteY2446" fmla="*/ 1218697 h 1796087"/>
                <a:gd name="connsiteX2447" fmla="*/ 1682628 w 2290556"/>
                <a:gd name="connsiteY2447" fmla="*/ 1218999 h 1796087"/>
                <a:gd name="connsiteX2448" fmla="*/ 1686263 w 2290556"/>
                <a:gd name="connsiteY2448" fmla="*/ 1218697 h 1796087"/>
                <a:gd name="connsiteX2449" fmla="*/ 1687576 w 2290556"/>
                <a:gd name="connsiteY2449" fmla="*/ 1216510 h 1796087"/>
                <a:gd name="connsiteX2450" fmla="*/ 1690907 w 2290556"/>
                <a:gd name="connsiteY2450" fmla="*/ 1214626 h 1796087"/>
                <a:gd name="connsiteX2451" fmla="*/ 1692489 w 2290556"/>
                <a:gd name="connsiteY2451" fmla="*/ 1215636 h 1796087"/>
                <a:gd name="connsiteX2452" fmla="*/ 1696124 w 2290556"/>
                <a:gd name="connsiteY2452" fmla="*/ 1217654 h 1796087"/>
                <a:gd name="connsiteX2453" fmla="*/ 1697874 w 2290556"/>
                <a:gd name="connsiteY2453" fmla="*/ 1218528 h 1796087"/>
                <a:gd name="connsiteX2454" fmla="*/ 1701205 w 2290556"/>
                <a:gd name="connsiteY2454" fmla="*/ 1218528 h 1796087"/>
                <a:gd name="connsiteX2455" fmla="*/ 1703831 w 2290556"/>
                <a:gd name="connsiteY2455" fmla="*/ 1217889 h 1796087"/>
                <a:gd name="connsiteX2456" fmla="*/ 1704571 w 2290556"/>
                <a:gd name="connsiteY2456" fmla="*/ 1217385 h 1796087"/>
                <a:gd name="connsiteX2457" fmla="*/ 1707465 w 2290556"/>
                <a:gd name="connsiteY2457" fmla="*/ 1214189 h 1796087"/>
                <a:gd name="connsiteX2458" fmla="*/ 1707465 w 2290556"/>
                <a:gd name="connsiteY2458" fmla="*/ 1212002 h 1796087"/>
                <a:gd name="connsiteX2459" fmla="*/ 1708475 w 2290556"/>
                <a:gd name="connsiteY2459" fmla="*/ 1209681 h 1796087"/>
                <a:gd name="connsiteX2460" fmla="*/ 1709350 w 2290556"/>
                <a:gd name="connsiteY2460" fmla="*/ 1207966 h 1796087"/>
                <a:gd name="connsiteX2461" fmla="*/ 1710797 w 2290556"/>
                <a:gd name="connsiteY2461" fmla="*/ 1205645 h 1796087"/>
                <a:gd name="connsiteX2462" fmla="*/ 1713826 w 2290556"/>
                <a:gd name="connsiteY2462" fmla="*/ 1205207 h 1796087"/>
                <a:gd name="connsiteX2463" fmla="*/ 1714701 w 2290556"/>
                <a:gd name="connsiteY2463" fmla="*/ 1205779 h 1796087"/>
                <a:gd name="connsiteX2464" fmla="*/ 1716720 w 2290556"/>
                <a:gd name="connsiteY2464" fmla="*/ 1207226 h 1796087"/>
                <a:gd name="connsiteX2465" fmla="*/ 1720220 w 2290556"/>
                <a:gd name="connsiteY2465" fmla="*/ 1208235 h 1796087"/>
                <a:gd name="connsiteX2466" fmla="*/ 1722374 w 2290556"/>
                <a:gd name="connsiteY2466" fmla="*/ 1206486 h 1796087"/>
                <a:gd name="connsiteX2467" fmla="*/ 1724393 w 2290556"/>
                <a:gd name="connsiteY2467" fmla="*/ 1203727 h 1796087"/>
                <a:gd name="connsiteX2468" fmla="*/ 1727153 w 2290556"/>
                <a:gd name="connsiteY2468" fmla="*/ 1202718 h 1796087"/>
                <a:gd name="connsiteX2469" fmla="*/ 1730788 w 2290556"/>
                <a:gd name="connsiteY2469" fmla="*/ 1201978 h 1796087"/>
                <a:gd name="connsiteX2470" fmla="*/ 1733985 w 2290556"/>
                <a:gd name="connsiteY2470" fmla="*/ 1201339 h 1796087"/>
                <a:gd name="connsiteX2471" fmla="*/ 1739403 w 2290556"/>
                <a:gd name="connsiteY2471" fmla="*/ 1203088 h 1796087"/>
                <a:gd name="connsiteX2472" fmla="*/ 1742668 w 2290556"/>
                <a:gd name="connsiteY2472" fmla="*/ 1206553 h 1796087"/>
                <a:gd name="connsiteX2473" fmla="*/ 1742668 w 2290556"/>
                <a:gd name="connsiteY2473" fmla="*/ 1208504 h 1796087"/>
                <a:gd name="connsiteX2474" fmla="*/ 1743980 w 2290556"/>
                <a:gd name="connsiteY2474" fmla="*/ 1211969 h 1796087"/>
                <a:gd name="connsiteX2475" fmla="*/ 1749837 w 2290556"/>
                <a:gd name="connsiteY2475" fmla="*/ 1215232 h 1796087"/>
                <a:gd name="connsiteX2476" fmla="*/ 1754346 w 2290556"/>
                <a:gd name="connsiteY2476" fmla="*/ 1219639 h 1796087"/>
                <a:gd name="connsiteX2477" fmla="*/ 1756803 w 2290556"/>
                <a:gd name="connsiteY2477" fmla="*/ 1221522 h 1796087"/>
                <a:gd name="connsiteX2478" fmla="*/ 1757476 w 2290556"/>
                <a:gd name="connsiteY2478" fmla="*/ 1223406 h 1796087"/>
                <a:gd name="connsiteX2479" fmla="*/ 1758486 w 2290556"/>
                <a:gd name="connsiteY2479" fmla="*/ 1225727 h 1796087"/>
                <a:gd name="connsiteX2480" fmla="*/ 1759731 w 2290556"/>
                <a:gd name="connsiteY2480" fmla="*/ 1227409 h 1796087"/>
                <a:gd name="connsiteX2481" fmla="*/ 1760976 w 2290556"/>
                <a:gd name="connsiteY2481" fmla="*/ 1228990 h 1796087"/>
                <a:gd name="connsiteX2482" fmla="*/ 1761481 w 2290556"/>
                <a:gd name="connsiteY2482" fmla="*/ 1231379 h 1796087"/>
                <a:gd name="connsiteX2483" fmla="*/ 1760034 w 2290556"/>
                <a:gd name="connsiteY2483" fmla="*/ 1233532 h 1796087"/>
                <a:gd name="connsiteX2484" fmla="*/ 1759764 w 2290556"/>
                <a:gd name="connsiteY2484" fmla="*/ 1233902 h 1796087"/>
                <a:gd name="connsiteX2485" fmla="*/ 1757509 w 2290556"/>
                <a:gd name="connsiteY2485" fmla="*/ 1236425 h 1796087"/>
                <a:gd name="connsiteX2486" fmla="*/ 1758317 w 2290556"/>
                <a:gd name="connsiteY2486" fmla="*/ 1239183 h 1796087"/>
                <a:gd name="connsiteX2487" fmla="*/ 1759731 w 2290556"/>
                <a:gd name="connsiteY2487" fmla="*/ 1242278 h 1796087"/>
                <a:gd name="connsiteX2488" fmla="*/ 1764072 w 2290556"/>
                <a:gd name="connsiteY2488" fmla="*/ 1245037 h 1796087"/>
                <a:gd name="connsiteX2489" fmla="*/ 1764745 w 2290556"/>
                <a:gd name="connsiteY2489" fmla="*/ 1246180 h 1796087"/>
                <a:gd name="connsiteX2490" fmla="*/ 1764140 w 2290556"/>
                <a:gd name="connsiteY2490" fmla="*/ 1248031 h 1796087"/>
                <a:gd name="connsiteX2491" fmla="*/ 1764140 w 2290556"/>
                <a:gd name="connsiteY2491" fmla="*/ 1250688 h 1796087"/>
                <a:gd name="connsiteX2492" fmla="*/ 1764779 w 2290556"/>
                <a:gd name="connsiteY2492" fmla="*/ 1251058 h 1796087"/>
                <a:gd name="connsiteX2493" fmla="*/ 1766899 w 2290556"/>
                <a:gd name="connsiteY2493" fmla="*/ 1249645 h 1796087"/>
                <a:gd name="connsiteX2494" fmla="*/ 1769793 w 2290556"/>
                <a:gd name="connsiteY2494" fmla="*/ 1251764 h 1796087"/>
                <a:gd name="connsiteX2495" fmla="*/ 1770500 w 2290556"/>
                <a:gd name="connsiteY2495" fmla="*/ 1252942 h 1796087"/>
                <a:gd name="connsiteX2496" fmla="*/ 1771173 w 2290556"/>
                <a:gd name="connsiteY2496" fmla="*/ 1254624 h 1796087"/>
                <a:gd name="connsiteX2497" fmla="*/ 1768380 w 2290556"/>
                <a:gd name="connsiteY2497" fmla="*/ 1255835 h 1796087"/>
                <a:gd name="connsiteX2498" fmla="*/ 1768380 w 2290556"/>
                <a:gd name="connsiteY2498" fmla="*/ 1257853 h 1796087"/>
                <a:gd name="connsiteX2499" fmla="*/ 1769491 w 2290556"/>
                <a:gd name="connsiteY2499" fmla="*/ 1259300 h 1796087"/>
                <a:gd name="connsiteX2500" fmla="*/ 1770702 w 2290556"/>
                <a:gd name="connsiteY2500" fmla="*/ 1260746 h 1796087"/>
                <a:gd name="connsiteX2501" fmla="*/ 1772520 w 2290556"/>
                <a:gd name="connsiteY2501" fmla="*/ 1260881 h 1796087"/>
                <a:gd name="connsiteX2502" fmla="*/ 1774169 w 2290556"/>
                <a:gd name="connsiteY2502" fmla="*/ 1259434 h 1796087"/>
                <a:gd name="connsiteX2503" fmla="*/ 1775313 w 2290556"/>
                <a:gd name="connsiteY2503" fmla="*/ 1257550 h 1796087"/>
                <a:gd name="connsiteX2504" fmla="*/ 1776491 w 2290556"/>
                <a:gd name="connsiteY2504" fmla="*/ 1255667 h 1796087"/>
                <a:gd name="connsiteX2505" fmla="*/ 1778678 w 2290556"/>
                <a:gd name="connsiteY2505" fmla="*/ 1254927 h 1796087"/>
                <a:gd name="connsiteX2506" fmla="*/ 1781438 w 2290556"/>
                <a:gd name="connsiteY2506" fmla="*/ 1256676 h 1796087"/>
                <a:gd name="connsiteX2507" fmla="*/ 1782448 w 2290556"/>
                <a:gd name="connsiteY2507" fmla="*/ 1256676 h 1796087"/>
                <a:gd name="connsiteX2508" fmla="*/ 1783154 w 2290556"/>
                <a:gd name="connsiteY2508" fmla="*/ 1258997 h 1796087"/>
                <a:gd name="connsiteX2509" fmla="*/ 1782582 w 2290556"/>
                <a:gd name="connsiteY2509" fmla="*/ 1260746 h 1796087"/>
                <a:gd name="connsiteX2510" fmla="*/ 1781000 w 2290556"/>
                <a:gd name="connsiteY2510" fmla="*/ 1263067 h 1796087"/>
                <a:gd name="connsiteX2511" fmla="*/ 1783457 w 2290556"/>
                <a:gd name="connsiteY2511" fmla="*/ 1264648 h 1796087"/>
                <a:gd name="connsiteX2512" fmla="*/ 1787799 w 2290556"/>
                <a:gd name="connsiteY2512" fmla="*/ 1265389 h 1796087"/>
                <a:gd name="connsiteX2513" fmla="*/ 1787227 w 2290556"/>
                <a:gd name="connsiteY2513" fmla="*/ 1267979 h 1796087"/>
                <a:gd name="connsiteX2514" fmla="*/ 1783760 w 2290556"/>
                <a:gd name="connsiteY2514" fmla="*/ 1270872 h 1796087"/>
                <a:gd name="connsiteX2515" fmla="*/ 1783188 w 2290556"/>
                <a:gd name="connsiteY2515" fmla="*/ 1272756 h 1796087"/>
                <a:gd name="connsiteX2516" fmla="*/ 1786520 w 2290556"/>
                <a:gd name="connsiteY2516" fmla="*/ 1276086 h 1796087"/>
                <a:gd name="connsiteX2517" fmla="*/ 1787395 w 2290556"/>
                <a:gd name="connsiteY2517" fmla="*/ 1279551 h 1796087"/>
                <a:gd name="connsiteX2518" fmla="*/ 1789851 w 2290556"/>
                <a:gd name="connsiteY2518" fmla="*/ 1283184 h 1796087"/>
                <a:gd name="connsiteX2519" fmla="*/ 1790559 w 2290556"/>
                <a:gd name="connsiteY2519" fmla="*/ 1288835 h 1796087"/>
                <a:gd name="connsiteX2520" fmla="*/ 1787361 w 2290556"/>
                <a:gd name="connsiteY2520" fmla="*/ 1292468 h 1796087"/>
                <a:gd name="connsiteX2521" fmla="*/ 1784164 w 2290556"/>
                <a:gd name="connsiteY2521" fmla="*/ 1291156 h 1796087"/>
                <a:gd name="connsiteX2522" fmla="*/ 1780967 w 2290556"/>
                <a:gd name="connsiteY2522" fmla="*/ 1288835 h 1796087"/>
                <a:gd name="connsiteX2523" fmla="*/ 1777770 w 2290556"/>
                <a:gd name="connsiteY2523" fmla="*/ 1287961 h 1796087"/>
                <a:gd name="connsiteX2524" fmla="*/ 1776188 w 2290556"/>
                <a:gd name="connsiteY2524" fmla="*/ 1287961 h 1796087"/>
                <a:gd name="connsiteX2525" fmla="*/ 1775616 w 2290556"/>
                <a:gd name="connsiteY2525" fmla="*/ 1287961 h 1796087"/>
                <a:gd name="connsiteX2526" fmla="*/ 1774741 w 2290556"/>
                <a:gd name="connsiteY2526" fmla="*/ 1289037 h 1796087"/>
                <a:gd name="connsiteX2527" fmla="*/ 1772721 w 2290556"/>
                <a:gd name="connsiteY2527" fmla="*/ 1293007 h 1796087"/>
                <a:gd name="connsiteX2528" fmla="*/ 1772721 w 2290556"/>
                <a:gd name="connsiteY2528" fmla="*/ 1295193 h 1796087"/>
                <a:gd name="connsiteX2529" fmla="*/ 1773866 w 2290556"/>
                <a:gd name="connsiteY2529" fmla="*/ 1298086 h 1796087"/>
                <a:gd name="connsiteX2530" fmla="*/ 1776323 w 2290556"/>
                <a:gd name="connsiteY2530" fmla="*/ 1301854 h 1796087"/>
                <a:gd name="connsiteX2531" fmla="*/ 1777467 w 2290556"/>
                <a:gd name="connsiteY2531" fmla="*/ 1303603 h 1796087"/>
                <a:gd name="connsiteX2532" fmla="*/ 1780799 w 2290556"/>
                <a:gd name="connsiteY2532" fmla="*/ 1304478 h 1796087"/>
                <a:gd name="connsiteX2533" fmla="*/ 1783693 w 2290556"/>
                <a:gd name="connsiteY2533" fmla="*/ 1307943 h 1796087"/>
                <a:gd name="connsiteX2534" fmla="*/ 1780058 w 2290556"/>
                <a:gd name="connsiteY2534" fmla="*/ 1309961 h 1796087"/>
                <a:gd name="connsiteX2535" fmla="*/ 1781236 w 2290556"/>
                <a:gd name="connsiteY2535" fmla="*/ 1312989 h 1796087"/>
                <a:gd name="connsiteX2536" fmla="*/ 1788337 w 2290556"/>
                <a:gd name="connsiteY2536" fmla="*/ 1313998 h 1796087"/>
                <a:gd name="connsiteX2537" fmla="*/ 1789212 w 2290556"/>
                <a:gd name="connsiteY2537" fmla="*/ 1314872 h 1796087"/>
                <a:gd name="connsiteX2538" fmla="*/ 1789212 w 2290556"/>
                <a:gd name="connsiteY2538" fmla="*/ 1320087 h 1796087"/>
                <a:gd name="connsiteX2539" fmla="*/ 1787631 w 2290556"/>
                <a:gd name="connsiteY2539" fmla="*/ 1322105 h 1796087"/>
                <a:gd name="connsiteX2540" fmla="*/ 1787193 w 2290556"/>
                <a:gd name="connsiteY2540" fmla="*/ 1323854 h 1796087"/>
                <a:gd name="connsiteX2541" fmla="*/ 1788068 w 2290556"/>
                <a:gd name="connsiteY2541" fmla="*/ 1325873 h 1796087"/>
                <a:gd name="connsiteX2542" fmla="*/ 1789212 w 2290556"/>
                <a:gd name="connsiteY2542" fmla="*/ 1328194 h 1796087"/>
                <a:gd name="connsiteX2543" fmla="*/ 1790794 w 2290556"/>
                <a:gd name="connsiteY2543" fmla="*/ 1332264 h 1796087"/>
                <a:gd name="connsiteX2544" fmla="*/ 1791366 w 2290556"/>
                <a:gd name="connsiteY2544" fmla="*/ 1335897 h 1796087"/>
                <a:gd name="connsiteX2545" fmla="*/ 1793116 w 2290556"/>
                <a:gd name="connsiteY2545" fmla="*/ 1336604 h 1796087"/>
                <a:gd name="connsiteX2546" fmla="*/ 1798636 w 2290556"/>
                <a:gd name="connsiteY2546" fmla="*/ 1339934 h 1796087"/>
                <a:gd name="connsiteX2547" fmla="*/ 1800958 w 2290556"/>
                <a:gd name="connsiteY2547" fmla="*/ 1338790 h 1796087"/>
                <a:gd name="connsiteX2548" fmla="*/ 1803987 w 2290556"/>
                <a:gd name="connsiteY2548" fmla="*/ 1338050 h 1796087"/>
                <a:gd name="connsiteX2549" fmla="*/ 1806746 w 2290556"/>
                <a:gd name="connsiteY2549" fmla="*/ 1336469 h 1796087"/>
                <a:gd name="connsiteX2550" fmla="*/ 1808496 w 2290556"/>
                <a:gd name="connsiteY2550" fmla="*/ 1333273 h 1796087"/>
                <a:gd name="connsiteX2551" fmla="*/ 1810515 w 2290556"/>
                <a:gd name="connsiteY2551" fmla="*/ 1330818 h 1796087"/>
                <a:gd name="connsiteX2552" fmla="*/ 1814420 w 2290556"/>
                <a:gd name="connsiteY2552" fmla="*/ 1333576 h 1796087"/>
                <a:gd name="connsiteX2553" fmla="*/ 1816607 w 2290556"/>
                <a:gd name="connsiteY2553" fmla="*/ 1333441 h 1796087"/>
                <a:gd name="connsiteX2554" fmla="*/ 1818189 w 2290556"/>
                <a:gd name="connsiteY2554" fmla="*/ 1336200 h 1796087"/>
                <a:gd name="connsiteX2555" fmla="*/ 1821218 w 2290556"/>
                <a:gd name="connsiteY2555" fmla="*/ 1335460 h 1796087"/>
                <a:gd name="connsiteX2556" fmla="*/ 1826569 w 2290556"/>
                <a:gd name="connsiteY2556" fmla="*/ 1334585 h 1796087"/>
                <a:gd name="connsiteX2557" fmla="*/ 1831348 w 2290556"/>
                <a:gd name="connsiteY2557" fmla="*/ 1332264 h 1796087"/>
                <a:gd name="connsiteX2558" fmla="*/ 1834107 w 2290556"/>
                <a:gd name="connsiteY2558" fmla="*/ 1333711 h 1796087"/>
                <a:gd name="connsiteX2559" fmla="*/ 1836733 w 2290556"/>
                <a:gd name="connsiteY2559" fmla="*/ 1335729 h 1796087"/>
                <a:gd name="connsiteX2560" fmla="*/ 1841074 w 2290556"/>
                <a:gd name="connsiteY2560" fmla="*/ 1338757 h 1796087"/>
                <a:gd name="connsiteX2561" fmla="*/ 1843093 w 2290556"/>
                <a:gd name="connsiteY2561" fmla="*/ 1337310 h 1796087"/>
                <a:gd name="connsiteX2562" fmla="*/ 1845112 w 2290556"/>
                <a:gd name="connsiteY2562" fmla="*/ 1334720 h 1796087"/>
                <a:gd name="connsiteX2563" fmla="*/ 1848007 w 2290556"/>
                <a:gd name="connsiteY2563" fmla="*/ 1334148 h 1796087"/>
                <a:gd name="connsiteX2564" fmla="*/ 1850194 w 2290556"/>
                <a:gd name="connsiteY2564" fmla="*/ 1336166 h 1796087"/>
                <a:gd name="connsiteX2565" fmla="*/ 1852516 w 2290556"/>
                <a:gd name="connsiteY2565" fmla="*/ 1336906 h 1796087"/>
                <a:gd name="connsiteX2566" fmla="*/ 1857733 w 2290556"/>
                <a:gd name="connsiteY2566" fmla="*/ 1336166 h 1796087"/>
                <a:gd name="connsiteX2567" fmla="*/ 1862377 w 2290556"/>
                <a:gd name="connsiteY2567" fmla="*/ 1333980 h 1796087"/>
                <a:gd name="connsiteX2568" fmla="*/ 1865272 w 2290556"/>
                <a:gd name="connsiteY2568" fmla="*/ 1332365 h 1796087"/>
                <a:gd name="connsiteX2569" fmla="*/ 1868906 w 2290556"/>
                <a:gd name="connsiteY2569" fmla="*/ 1332399 h 1796087"/>
                <a:gd name="connsiteX2570" fmla="*/ 1875704 w 2290556"/>
                <a:gd name="connsiteY2570" fmla="*/ 1332399 h 1796087"/>
                <a:gd name="connsiteX2571" fmla="*/ 1876176 w 2290556"/>
                <a:gd name="connsiteY2571" fmla="*/ 1332634 h 1796087"/>
                <a:gd name="connsiteX2572" fmla="*/ 1876176 w 2290556"/>
                <a:gd name="connsiteY2572" fmla="*/ 1332634 h 1796087"/>
                <a:gd name="connsiteX2573" fmla="*/ 1876176 w 2290556"/>
                <a:gd name="connsiteY2573" fmla="*/ 1332264 h 1796087"/>
                <a:gd name="connsiteX2574" fmla="*/ 1876176 w 2290556"/>
                <a:gd name="connsiteY2574" fmla="*/ 1325301 h 1796087"/>
                <a:gd name="connsiteX2575" fmla="*/ 1877959 w 2290556"/>
                <a:gd name="connsiteY2575" fmla="*/ 1322038 h 1796087"/>
                <a:gd name="connsiteX2576" fmla="*/ 1880281 w 2290556"/>
                <a:gd name="connsiteY2576" fmla="*/ 1317900 h 1796087"/>
                <a:gd name="connsiteX2577" fmla="*/ 1881359 w 2290556"/>
                <a:gd name="connsiteY2577" fmla="*/ 1314301 h 1796087"/>
                <a:gd name="connsiteX2578" fmla="*/ 1881359 w 2290556"/>
                <a:gd name="connsiteY2578" fmla="*/ 1309625 h 1796087"/>
                <a:gd name="connsiteX2579" fmla="*/ 1876478 w 2290556"/>
                <a:gd name="connsiteY2579" fmla="*/ 1306261 h 1796087"/>
                <a:gd name="connsiteX2580" fmla="*/ 1876142 w 2290556"/>
                <a:gd name="connsiteY2580" fmla="*/ 1302661 h 1796087"/>
                <a:gd name="connsiteX2581" fmla="*/ 1877724 w 2290556"/>
                <a:gd name="connsiteY2581" fmla="*/ 1300475 h 1796087"/>
                <a:gd name="connsiteX2582" fmla="*/ 1878094 w 2290556"/>
                <a:gd name="connsiteY2582" fmla="*/ 1297884 h 1796087"/>
                <a:gd name="connsiteX2583" fmla="*/ 1873685 w 2290556"/>
                <a:gd name="connsiteY2583" fmla="*/ 1294251 h 1796087"/>
                <a:gd name="connsiteX2584" fmla="*/ 1872171 w 2290556"/>
                <a:gd name="connsiteY2584" fmla="*/ 1292334 h 1796087"/>
                <a:gd name="connsiteX2585" fmla="*/ 1871666 w 2290556"/>
                <a:gd name="connsiteY2585" fmla="*/ 1283756 h 1796087"/>
                <a:gd name="connsiteX2586" fmla="*/ 1871026 w 2290556"/>
                <a:gd name="connsiteY2586" fmla="*/ 1279685 h 1796087"/>
                <a:gd name="connsiteX2587" fmla="*/ 1869176 w 2290556"/>
                <a:gd name="connsiteY2587" fmla="*/ 1277398 h 1796087"/>
                <a:gd name="connsiteX2588" fmla="*/ 1869176 w 2290556"/>
                <a:gd name="connsiteY2588" fmla="*/ 1274841 h 1796087"/>
                <a:gd name="connsiteX2589" fmla="*/ 1869983 w 2290556"/>
                <a:gd name="connsiteY2589" fmla="*/ 1272251 h 1796087"/>
                <a:gd name="connsiteX2590" fmla="*/ 1870993 w 2290556"/>
                <a:gd name="connsiteY2590" fmla="*/ 1270199 h 1796087"/>
                <a:gd name="connsiteX2591" fmla="*/ 1870926 w 2290556"/>
                <a:gd name="connsiteY2591" fmla="*/ 1265489 h 1796087"/>
                <a:gd name="connsiteX2592" fmla="*/ 1870926 w 2290556"/>
                <a:gd name="connsiteY2592" fmla="*/ 1262731 h 1796087"/>
                <a:gd name="connsiteX2593" fmla="*/ 1872810 w 2290556"/>
                <a:gd name="connsiteY2593" fmla="*/ 1258762 h 1796087"/>
                <a:gd name="connsiteX2594" fmla="*/ 1874392 w 2290556"/>
                <a:gd name="connsiteY2594" fmla="*/ 1254153 h 1796087"/>
                <a:gd name="connsiteX2595" fmla="*/ 1876883 w 2290556"/>
                <a:gd name="connsiteY2595" fmla="*/ 1249477 h 1796087"/>
                <a:gd name="connsiteX2596" fmla="*/ 1878060 w 2290556"/>
                <a:gd name="connsiteY2596" fmla="*/ 1246651 h 1796087"/>
                <a:gd name="connsiteX2597" fmla="*/ 1875772 w 2290556"/>
                <a:gd name="connsiteY2597" fmla="*/ 1245440 h 1796087"/>
                <a:gd name="connsiteX2598" fmla="*/ 1873180 w 2290556"/>
                <a:gd name="connsiteY2598" fmla="*/ 1244465 h 1796087"/>
                <a:gd name="connsiteX2599" fmla="*/ 1871767 w 2290556"/>
                <a:gd name="connsiteY2599" fmla="*/ 1244465 h 1796087"/>
                <a:gd name="connsiteX2600" fmla="*/ 1869916 w 2290556"/>
                <a:gd name="connsiteY2600" fmla="*/ 1242514 h 1796087"/>
                <a:gd name="connsiteX2601" fmla="*/ 1870118 w 2290556"/>
                <a:gd name="connsiteY2601" fmla="*/ 1240865 h 1796087"/>
                <a:gd name="connsiteX2602" fmla="*/ 1870252 w 2290556"/>
                <a:gd name="connsiteY2602" fmla="*/ 1239654 h 1796087"/>
                <a:gd name="connsiteX2603" fmla="*/ 1866550 w 2290556"/>
                <a:gd name="connsiteY2603" fmla="*/ 1238679 h 1796087"/>
                <a:gd name="connsiteX2604" fmla="*/ 1864800 w 2290556"/>
                <a:gd name="connsiteY2604" fmla="*/ 1238040 h 1796087"/>
                <a:gd name="connsiteX2605" fmla="*/ 1862950 w 2290556"/>
                <a:gd name="connsiteY2605" fmla="*/ 1236728 h 1796087"/>
                <a:gd name="connsiteX2606" fmla="*/ 1861973 w 2290556"/>
                <a:gd name="connsiteY2606" fmla="*/ 1234003 h 1796087"/>
                <a:gd name="connsiteX2607" fmla="*/ 1862613 w 2290556"/>
                <a:gd name="connsiteY2607" fmla="*/ 1232153 h 1796087"/>
                <a:gd name="connsiteX2608" fmla="*/ 1863151 w 2290556"/>
                <a:gd name="connsiteY2608" fmla="*/ 1230201 h 1796087"/>
                <a:gd name="connsiteX2609" fmla="*/ 1864800 w 2290556"/>
                <a:gd name="connsiteY2609" fmla="*/ 1228789 h 1796087"/>
                <a:gd name="connsiteX2610" fmla="*/ 1866012 w 2290556"/>
                <a:gd name="connsiteY2610" fmla="*/ 1227376 h 1796087"/>
                <a:gd name="connsiteX2611" fmla="*/ 1866853 w 2290556"/>
                <a:gd name="connsiteY2611" fmla="*/ 1224685 h 1796087"/>
                <a:gd name="connsiteX2612" fmla="*/ 1867998 w 2290556"/>
                <a:gd name="connsiteY2612" fmla="*/ 1221825 h 1796087"/>
                <a:gd name="connsiteX2613" fmla="*/ 1870017 w 2290556"/>
                <a:gd name="connsiteY2613" fmla="*/ 1221825 h 1796087"/>
                <a:gd name="connsiteX2614" fmla="*/ 1871767 w 2290556"/>
                <a:gd name="connsiteY2614" fmla="*/ 1221825 h 1796087"/>
                <a:gd name="connsiteX2615" fmla="*/ 1871666 w 2290556"/>
                <a:gd name="connsiteY2615" fmla="*/ 1220244 h 1796087"/>
                <a:gd name="connsiteX2616" fmla="*/ 1872507 w 2290556"/>
                <a:gd name="connsiteY2616" fmla="*/ 1218999 h 1796087"/>
                <a:gd name="connsiteX2617" fmla="*/ 1874459 w 2290556"/>
                <a:gd name="connsiteY2617" fmla="*/ 1218360 h 1796087"/>
                <a:gd name="connsiteX2618" fmla="*/ 1876983 w 2290556"/>
                <a:gd name="connsiteY2618" fmla="*/ 1218360 h 1796087"/>
                <a:gd name="connsiteX2619" fmla="*/ 1878431 w 2290556"/>
                <a:gd name="connsiteY2619" fmla="*/ 1216981 h 1796087"/>
                <a:gd name="connsiteX2620" fmla="*/ 1879575 w 2290556"/>
                <a:gd name="connsiteY2620" fmla="*/ 1215400 h 1796087"/>
                <a:gd name="connsiteX2621" fmla="*/ 1879575 w 2290556"/>
                <a:gd name="connsiteY2621" fmla="*/ 1214021 h 1796087"/>
                <a:gd name="connsiteX2622" fmla="*/ 1882099 w 2290556"/>
                <a:gd name="connsiteY2622" fmla="*/ 1212272 h 1796087"/>
                <a:gd name="connsiteX2623" fmla="*/ 1882536 w 2290556"/>
                <a:gd name="connsiteY2623" fmla="*/ 1209883 h 1796087"/>
                <a:gd name="connsiteX2624" fmla="*/ 1883714 w 2290556"/>
                <a:gd name="connsiteY2624" fmla="*/ 1210186 h 1796087"/>
                <a:gd name="connsiteX2625" fmla="*/ 1885801 w 2290556"/>
                <a:gd name="connsiteY2625" fmla="*/ 1211060 h 1796087"/>
                <a:gd name="connsiteX2626" fmla="*/ 1887046 w 2290556"/>
                <a:gd name="connsiteY2626" fmla="*/ 1213247 h 1796087"/>
                <a:gd name="connsiteX2627" fmla="*/ 1888931 w 2290556"/>
                <a:gd name="connsiteY2627" fmla="*/ 1217587 h 1796087"/>
                <a:gd name="connsiteX2628" fmla="*/ 1890883 w 2290556"/>
                <a:gd name="connsiteY2628" fmla="*/ 1220177 h 1796087"/>
                <a:gd name="connsiteX2629" fmla="*/ 1891690 w 2290556"/>
                <a:gd name="connsiteY2629" fmla="*/ 1222061 h 1796087"/>
                <a:gd name="connsiteX2630" fmla="*/ 1891421 w 2290556"/>
                <a:gd name="connsiteY2630" fmla="*/ 1223070 h 1796087"/>
                <a:gd name="connsiteX2631" fmla="*/ 1891118 w 2290556"/>
                <a:gd name="connsiteY2631" fmla="*/ 1224584 h 1796087"/>
                <a:gd name="connsiteX2632" fmla="*/ 1893306 w 2290556"/>
                <a:gd name="connsiteY2632" fmla="*/ 1225727 h 1796087"/>
                <a:gd name="connsiteX2633" fmla="*/ 1895863 w 2290556"/>
                <a:gd name="connsiteY2633" fmla="*/ 1225593 h 1796087"/>
                <a:gd name="connsiteX2634" fmla="*/ 1896974 w 2290556"/>
                <a:gd name="connsiteY2634" fmla="*/ 1226972 h 1796087"/>
                <a:gd name="connsiteX2635" fmla="*/ 1896974 w 2290556"/>
                <a:gd name="connsiteY2635" fmla="*/ 1229663 h 1796087"/>
                <a:gd name="connsiteX2636" fmla="*/ 1898051 w 2290556"/>
                <a:gd name="connsiteY2636" fmla="*/ 1230740 h 1796087"/>
                <a:gd name="connsiteX2637" fmla="*/ 1899195 w 2290556"/>
                <a:gd name="connsiteY2637" fmla="*/ 1229360 h 1796087"/>
                <a:gd name="connsiteX2638" fmla="*/ 1900272 w 2290556"/>
                <a:gd name="connsiteY2638" fmla="*/ 1229226 h 1796087"/>
                <a:gd name="connsiteX2639" fmla="*/ 1900912 w 2290556"/>
                <a:gd name="connsiteY2639" fmla="*/ 1229024 h 1796087"/>
                <a:gd name="connsiteX2640" fmla="*/ 1903604 w 2290556"/>
                <a:gd name="connsiteY2640" fmla="*/ 1228890 h 1796087"/>
                <a:gd name="connsiteX2641" fmla="*/ 1908013 w 2290556"/>
                <a:gd name="connsiteY2641" fmla="*/ 1228318 h 1796087"/>
                <a:gd name="connsiteX2642" fmla="*/ 1912489 w 2290556"/>
                <a:gd name="connsiteY2642" fmla="*/ 1228755 h 1796087"/>
                <a:gd name="connsiteX2643" fmla="*/ 1914441 w 2290556"/>
                <a:gd name="connsiteY2643" fmla="*/ 1230201 h 1796087"/>
                <a:gd name="connsiteX2644" fmla="*/ 1914172 w 2290556"/>
                <a:gd name="connsiteY2644" fmla="*/ 1232657 h 1796087"/>
                <a:gd name="connsiteX2645" fmla="*/ 1912724 w 2290556"/>
                <a:gd name="connsiteY2645" fmla="*/ 1234541 h 1796087"/>
                <a:gd name="connsiteX2646" fmla="*/ 1912085 w 2290556"/>
                <a:gd name="connsiteY2646" fmla="*/ 1236492 h 1796087"/>
                <a:gd name="connsiteX2647" fmla="*/ 1912455 w 2290556"/>
                <a:gd name="connsiteY2647" fmla="*/ 1241202 h 1796087"/>
                <a:gd name="connsiteX2648" fmla="*/ 1914475 w 2290556"/>
                <a:gd name="connsiteY2648" fmla="*/ 1244027 h 1796087"/>
                <a:gd name="connsiteX2649" fmla="*/ 1917537 w 2290556"/>
                <a:gd name="connsiteY2649" fmla="*/ 1245474 h 1796087"/>
                <a:gd name="connsiteX2650" fmla="*/ 1917537 w 2290556"/>
                <a:gd name="connsiteY2650" fmla="*/ 1246988 h 1796087"/>
                <a:gd name="connsiteX2651" fmla="*/ 1920431 w 2290556"/>
                <a:gd name="connsiteY2651" fmla="*/ 1250688 h 1796087"/>
                <a:gd name="connsiteX2652" fmla="*/ 1926388 w 2290556"/>
                <a:gd name="connsiteY2652" fmla="*/ 1257550 h 1796087"/>
                <a:gd name="connsiteX2653" fmla="*/ 1931234 w 2290556"/>
                <a:gd name="connsiteY2653" fmla="*/ 1262832 h 1796087"/>
                <a:gd name="connsiteX2654" fmla="*/ 1931571 w 2290556"/>
                <a:gd name="connsiteY2654" fmla="*/ 1267104 h 1796087"/>
                <a:gd name="connsiteX2655" fmla="*/ 1931739 w 2290556"/>
                <a:gd name="connsiteY2655" fmla="*/ 1269930 h 1796087"/>
                <a:gd name="connsiteX2656" fmla="*/ 1931739 w 2290556"/>
                <a:gd name="connsiteY2656" fmla="*/ 1271376 h 1796087"/>
                <a:gd name="connsiteX2657" fmla="*/ 1931739 w 2290556"/>
                <a:gd name="connsiteY2657" fmla="*/ 1274841 h 1796087"/>
                <a:gd name="connsiteX2658" fmla="*/ 1933489 w 2290556"/>
                <a:gd name="connsiteY2658" fmla="*/ 1280123 h 1796087"/>
                <a:gd name="connsiteX2659" fmla="*/ 1933489 w 2290556"/>
                <a:gd name="connsiteY2659" fmla="*/ 1283520 h 1796087"/>
                <a:gd name="connsiteX2660" fmla="*/ 1935946 w 2290556"/>
                <a:gd name="connsiteY2660" fmla="*/ 1285841 h 1796087"/>
                <a:gd name="connsiteX2661" fmla="*/ 1940860 w 2290556"/>
                <a:gd name="connsiteY2661" fmla="*/ 1286077 h 1796087"/>
                <a:gd name="connsiteX2662" fmla="*/ 1943182 w 2290556"/>
                <a:gd name="connsiteY2662" fmla="*/ 1283184 h 1796087"/>
                <a:gd name="connsiteX2663" fmla="*/ 1943451 w 2290556"/>
                <a:gd name="connsiteY2663" fmla="*/ 1280055 h 1796087"/>
                <a:gd name="connsiteX2664" fmla="*/ 1940860 w 2290556"/>
                <a:gd name="connsiteY2664" fmla="*/ 1276490 h 1796087"/>
                <a:gd name="connsiteX2665" fmla="*/ 1942004 w 2290556"/>
                <a:gd name="connsiteY2665" fmla="*/ 1274808 h 1796087"/>
                <a:gd name="connsiteX2666" fmla="*/ 1943451 w 2290556"/>
                <a:gd name="connsiteY2666" fmla="*/ 1273496 h 1796087"/>
                <a:gd name="connsiteX2667" fmla="*/ 1945538 w 2290556"/>
                <a:gd name="connsiteY2667" fmla="*/ 1271679 h 1796087"/>
                <a:gd name="connsiteX2668" fmla="*/ 1945538 w 2290556"/>
                <a:gd name="connsiteY2668" fmla="*/ 1269493 h 1796087"/>
                <a:gd name="connsiteX2669" fmla="*/ 1944966 w 2290556"/>
                <a:gd name="connsiteY2669" fmla="*/ 1266095 h 1796087"/>
                <a:gd name="connsiteX2670" fmla="*/ 1945201 w 2290556"/>
                <a:gd name="connsiteY2670" fmla="*/ 1262967 h 1796087"/>
                <a:gd name="connsiteX2671" fmla="*/ 1945672 w 2290556"/>
                <a:gd name="connsiteY2671" fmla="*/ 1261015 h 1796087"/>
                <a:gd name="connsiteX2672" fmla="*/ 1947288 w 2290556"/>
                <a:gd name="connsiteY2672" fmla="*/ 1258997 h 1796087"/>
                <a:gd name="connsiteX2673" fmla="*/ 1949980 w 2290556"/>
                <a:gd name="connsiteY2673" fmla="*/ 1256743 h 1796087"/>
                <a:gd name="connsiteX2674" fmla="*/ 1951360 w 2290556"/>
                <a:gd name="connsiteY2674" fmla="*/ 1254927 h 1796087"/>
                <a:gd name="connsiteX2675" fmla="*/ 1953312 w 2290556"/>
                <a:gd name="connsiteY2675" fmla="*/ 1253346 h 1796087"/>
                <a:gd name="connsiteX2676" fmla="*/ 1954625 w 2290556"/>
                <a:gd name="connsiteY2676" fmla="*/ 1249511 h 1796087"/>
                <a:gd name="connsiteX2677" fmla="*/ 1957822 w 2290556"/>
                <a:gd name="connsiteY2677" fmla="*/ 1247829 h 1796087"/>
                <a:gd name="connsiteX2678" fmla="*/ 1961153 w 2290556"/>
                <a:gd name="connsiteY2678" fmla="*/ 1249208 h 1796087"/>
                <a:gd name="connsiteX2679" fmla="*/ 1963341 w 2290556"/>
                <a:gd name="connsiteY2679" fmla="*/ 1249847 h 1796087"/>
                <a:gd name="connsiteX2680" fmla="*/ 1965596 w 2290556"/>
                <a:gd name="connsiteY2680" fmla="*/ 1249544 h 1796087"/>
                <a:gd name="connsiteX2681" fmla="*/ 1967783 w 2290556"/>
                <a:gd name="connsiteY2681" fmla="*/ 1247156 h 1796087"/>
                <a:gd name="connsiteX2682" fmla="*/ 1968423 w 2290556"/>
                <a:gd name="connsiteY2682" fmla="*/ 1242951 h 1796087"/>
                <a:gd name="connsiteX2683" fmla="*/ 1968423 w 2290556"/>
                <a:gd name="connsiteY2683" fmla="*/ 1238241 h 1796087"/>
                <a:gd name="connsiteX2684" fmla="*/ 1967783 w 2290556"/>
                <a:gd name="connsiteY2684" fmla="*/ 1235113 h 1796087"/>
                <a:gd name="connsiteX2685" fmla="*/ 1968490 w 2290556"/>
                <a:gd name="connsiteY2685" fmla="*/ 1233364 h 1796087"/>
                <a:gd name="connsiteX2686" fmla="*/ 1969466 w 2290556"/>
                <a:gd name="connsiteY2686" fmla="*/ 1231042 h 1796087"/>
                <a:gd name="connsiteX2687" fmla="*/ 1970274 w 2290556"/>
                <a:gd name="connsiteY2687" fmla="*/ 1230235 h 1796087"/>
                <a:gd name="connsiteX2688" fmla="*/ 1973168 w 2290556"/>
                <a:gd name="connsiteY2688" fmla="*/ 1228789 h 1796087"/>
                <a:gd name="connsiteX2689" fmla="*/ 1974851 w 2290556"/>
                <a:gd name="connsiteY2689" fmla="*/ 1228856 h 1796087"/>
                <a:gd name="connsiteX2690" fmla="*/ 1976735 w 2290556"/>
                <a:gd name="connsiteY2690" fmla="*/ 1228990 h 1796087"/>
                <a:gd name="connsiteX2691" fmla="*/ 1979260 w 2290556"/>
                <a:gd name="connsiteY2691" fmla="*/ 1228049 h 1796087"/>
                <a:gd name="connsiteX2692" fmla="*/ 1981077 w 2290556"/>
                <a:gd name="connsiteY2692" fmla="*/ 1226972 h 1796087"/>
                <a:gd name="connsiteX2693" fmla="*/ 1982019 w 2290556"/>
                <a:gd name="connsiteY2693" fmla="*/ 1225727 h 1796087"/>
                <a:gd name="connsiteX2694" fmla="*/ 1982895 w 2290556"/>
                <a:gd name="connsiteY2694" fmla="*/ 1223709 h 1796087"/>
                <a:gd name="connsiteX2695" fmla="*/ 1984207 w 2290556"/>
                <a:gd name="connsiteY2695" fmla="*/ 1221960 h 1796087"/>
                <a:gd name="connsiteX2696" fmla="*/ 1985789 w 2290556"/>
                <a:gd name="connsiteY2696" fmla="*/ 1219269 h 1796087"/>
                <a:gd name="connsiteX2697" fmla="*/ 1988245 w 2290556"/>
                <a:gd name="connsiteY2697" fmla="*/ 1218899 h 1796087"/>
                <a:gd name="connsiteX2698" fmla="*/ 1992587 w 2290556"/>
                <a:gd name="connsiteY2698" fmla="*/ 1218158 h 1796087"/>
                <a:gd name="connsiteX2699" fmla="*/ 1995717 w 2290556"/>
                <a:gd name="connsiteY2699" fmla="*/ 1215905 h 1796087"/>
                <a:gd name="connsiteX2700" fmla="*/ 1997366 w 2290556"/>
                <a:gd name="connsiteY2700" fmla="*/ 1214357 h 1796087"/>
                <a:gd name="connsiteX2701" fmla="*/ 1998678 w 2290556"/>
                <a:gd name="connsiteY2701" fmla="*/ 1212944 h 1796087"/>
                <a:gd name="connsiteX2702" fmla="*/ 2000496 w 2290556"/>
                <a:gd name="connsiteY2702" fmla="*/ 1212944 h 1796087"/>
                <a:gd name="connsiteX2703" fmla="*/ 2001875 w 2290556"/>
                <a:gd name="connsiteY2703" fmla="*/ 1213684 h 1796087"/>
                <a:gd name="connsiteX2704" fmla="*/ 2004198 w 2290556"/>
                <a:gd name="connsiteY2704" fmla="*/ 1213247 h 1796087"/>
                <a:gd name="connsiteX2705" fmla="*/ 2005712 w 2290556"/>
                <a:gd name="connsiteY2705" fmla="*/ 1211296 h 1796087"/>
                <a:gd name="connsiteX2706" fmla="*/ 2006486 w 2290556"/>
                <a:gd name="connsiteY2706" fmla="*/ 1211229 h 1796087"/>
                <a:gd name="connsiteX2707" fmla="*/ 2008741 w 2290556"/>
                <a:gd name="connsiteY2707" fmla="*/ 1211969 h 1796087"/>
                <a:gd name="connsiteX2708" fmla="*/ 2010929 w 2290556"/>
                <a:gd name="connsiteY2708" fmla="*/ 1213853 h 1796087"/>
                <a:gd name="connsiteX2709" fmla="*/ 2012578 w 2290556"/>
                <a:gd name="connsiteY2709" fmla="*/ 1213987 h 1796087"/>
                <a:gd name="connsiteX2710" fmla="*/ 2016145 w 2290556"/>
                <a:gd name="connsiteY2710" fmla="*/ 1213617 h 1796087"/>
                <a:gd name="connsiteX2711" fmla="*/ 2018097 w 2290556"/>
                <a:gd name="connsiteY2711" fmla="*/ 1210926 h 1796087"/>
                <a:gd name="connsiteX2712" fmla="*/ 2021496 w 2290556"/>
                <a:gd name="connsiteY2712" fmla="*/ 1206956 h 1796087"/>
                <a:gd name="connsiteX2713" fmla="*/ 2026342 w 2290556"/>
                <a:gd name="connsiteY2713" fmla="*/ 1202180 h 1796087"/>
                <a:gd name="connsiteX2714" fmla="*/ 2028967 w 2290556"/>
                <a:gd name="connsiteY2714" fmla="*/ 1199421 h 1796087"/>
                <a:gd name="connsiteX2715" fmla="*/ 2030549 w 2290556"/>
                <a:gd name="connsiteY2715" fmla="*/ 1197033 h 1796087"/>
                <a:gd name="connsiteX2716" fmla="*/ 2033309 w 2290556"/>
                <a:gd name="connsiteY2716" fmla="*/ 1192323 h 1796087"/>
                <a:gd name="connsiteX2717" fmla="*/ 2036338 w 2290556"/>
                <a:gd name="connsiteY2717" fmla="*/ 1188993 h 1796087"/>
                <a:gd name="connsiteX2718" fmla="*/ 2038155 w 2290556"/>
                <a:gd name="connsiteY2718" fmla="*/ 1186167 h 1796087"/>
                <a:gd name="connsiteX2719" fmla="*/ 2042127 w 2290556"/>
                <a:gd name="connsiteY2719" fmla="*/ 1183712 h 1796087"/>
                <a:gd name="connsiteX2720" fmla="*/ 2047848 w 2290556"/>
                <a:gd name="connsiteY2720" fmla="*/ 1183207 h 1796087"/>
                <a:gd name="connsiteX2721" fmla="*/ 2050910 w 2290556"/>
                <a:gd name="connsiteY2721" fmla="*/ 1183644 h 1796087"/>
                <a:gd name="connsiteX2722" fmla="*/ 2054175 w 2290556"/>
                <a:gd name="connsiteY2722" fmla="*/ 1181256 h 1796087"/>
                <a:gd name="connsiteX2723" fmla="*/ 2056430 w 2290556"/>
                <a:gd name="connsiteY2723" fmla="*/ 1178363 h 1796087"/>
                <a:gd name="connsiteX2724" fmla="*/ 2057978 w 2290556"/>
                <a:gd name="connsiteY2724" fmla="*/ 1177858 h 1796087"/>
                <a:gd name="connsiteX2725" fmla="*/ 2060468 w 2290556"/>
                <a:gd name="connsiteY2725" fmla="*/ 1180045 h 1796087"/>
                <a:gd name="connsiteX2726" fmla="*/ 2060468 w 2290556"/>
                <a:gd name="connsiteY2726" fmla="*/ 1182601 h 1796087"/>
                <a:gd name="connsiteX2727" fmla="*/ 2061040 w 2290556"/>
                <a:gd name="connsiteY2727" fmla="*/ 1185124 h 1796087"/>
                <a:gd name="connsiteX2728" fmla="*/ 2063060 w 2290556"/>
                <a:gd name="connsiteY2728" fmla="*/ 1186201 h 1796087"/>
                <a:gd name="connsiteX2729" fmla="*/ 2066627 w 2290556"/>
                <a:gd name="connsiteY2729" fmla="*/ 1186134 h 1796087"/>
                <a:gd name="connsiteX2730" fmla="*/ 2069387 w 2290556"/>
                <a:gd name="connsiteY2730" fmla="*/ 1182063 h 1796087"/>
                <a:gd name="connsiteX2731" fmla="*/ 2068949 w 2290556"/>
                <a:gd name="connsiteY2731" fmla="*/ 1179540 h 1796087"/>
                <a:gd name="connsiteX2732" fmla="*/ 2069824 w 2290556"/>
                <a:gd name="connsiteY2732" fmla="*/ 1177118 h 1796087"/>
                <a:gd name="connsiteX2733" fmla="*/ 2071776 w 2290556"/>
                <a:gd name="connsiteY2733" fmla="*/ 1176513 h 1796087"/>
                <a:gd name="connsiteX2734" fmla="*/ 2075243 w 2290556"/>
                <a:gd name="connsiteY2734" fmla="*/ 1176513 h 1796087"/>
                <a:gd name="connsiteX2735" fmla="*/ 2076824 w 2290556"/>
                <a:gd name="connsiteY2735" fmla="*/ 1176513 h 1796087"/>
                <a:gd name="connsiteX2736" fmla="*/ 2079348 w 2290556"/>
                <a:gd name="connsiteY2736" fmla="*/ 1174124 h 1796087"/>
                <a:gd name="connsiteX2737" fmla="*/ 2081300 w 2290556"/>
                <a:gd name="connsiteY2737" fmla="*/ 1170727 h 1796087"/>
                <a:gd name="connsiteX2738" fmla="*/ 2081300 w 2290556"/>
                <a:gd name="connsiteY2738" fmla="*/ 1168708 h 1796087"/>
                <a:gd name="connsiteX2739" fmla="*/ 2081805 w 2290556"/>
                <a:gd name="connsiteY2739" fmla="*/ 1162485 h 1796087"/>
                <a:gd name="connsiteX2740" fmla="*/ 2083421 w 2290556"/>
                <a:gd name="connsiteY2740" fmla="*/ 1159659 h 1796087"/>
                <a:gd name="connsiteX2741" fmla="*/ 2084935 w 2290556"/>
                <a:gd name="connsiteY2741" fmla="*/ 1157136 h 1796087"/>
                <a:gd name="connsiteX2742" fmla="*/ 2086618 w 2290556"/>
                <a:gd name="connsiteY2742" fmla="*/ 1154512 h 1796087"/>
                <a:gd name="connsiteX2743" fmla="*/ 2088368 w 2290556"/>
                <a:gd name="connsiteY2743" fmla="*/ 1153638 h 1796087"/>
                <a:gd name="connsiteX2744" fmla="*/ 2093382 w 2290556"/>
                <a:gd name="connsiteY2744" fmla="*/ 1153335 h 1796087"/>
                <a:gd name="connsiteX2745" fmla="*/ 2096074 w 2290556"/>
                <a:gd name="connsiteY2745" fmla="*/ 1153335 h 1796087"/>
                <a:gd name="connsiteX2746" fmla="*/ 2100281 w 2290556"/>
                <a:gd name="connsiteY2746" fmla="*/ 1153638 h 1796087"/>
                <a:gd name="connsiteX2747" fmla="*/ 2104859 w 2290556"/>
                <a:gd name="connsiteY2747" fmla="*/ 1153705 h 1796087"/>
                <a:gd name="connsiteX2748" fmla="*/ 2109503 w 2290556"/>
                <a:gd name="connsiteY2748" fmla="*/ 1154142 h 1796087"/>
                <a:gd name="connsiteX2749" fmla="*/ 2113643 w 2290556"/>
                <a:gd name="connsiteY2749" fmla="*/ 1155084 h 1796087"/>
                <a:gd name="connsiteX2750" fmla="*/ 2117782 w 2290556"/>
                <a:gd name="connsiteY2750" fmla="*/ 1155959 h 1796087"/>
                <a:gd name="connsiteX2751" fmla="*/ 2121417 w 2290556"/>
                <a:gd name="connsiteY2751" fmla="*/ 1154210 h 1796087"/>
                <a:gd name="connsiteX2752" fmla="*/ 2123369 w 2290556"/>
                <a:gd name="connsiteY2752" fmla="*/ 1149870 h 1796087"/>
                <a:gd name="connsiteX2753" fmla="*/ 2126633 w 2290556"/>
                <a:gd name="connsiteY2753" fmla="*/ 1147616 h 1796087"/>
                <a:gd name="connsiteX2754" fmla="*/ 2126633 w 2290556"/>
                <a:gd name="connsiteY2754" fmla="*/ 1144353 h 1796087"/>
                <a:gd name="connsiteX2755" fmla="*/ 2126633 w 2290556"/>
                <a:gd name="connsiteY2755" fmla="*/ 1140888 h 1796087"/>
                <a:gd name="connsiteX2756" fmla="*/ 2124681 w 2290556"/>
                <a:gd name="connsiteY2756" fmla="*/ 1141965 h 1796087"/>
                <a:gd name="connsiteX2757" fmla="*/ 2122359 w 2290556"/>
                <a:gd name="connsiteY2757" fmla="*/ 1142032 h 1796087"/>
                <a:gd name="connsiteX2758" fmla="*/ 2119801 w 2290556"/>
                <a:gd name="connsiteY2758" fmla="*/ 1141796 h 1796087"/>
                <a:gd name="connsiteX2759" fmla="*/ 2117446 w 2290556"/>
                <a:gd name="connsiteY2759" fmla="*/ 1140855 h 1796087"/>
                <a:gd name="connsiteX2760" fmla="*/ 2116167 w 2290556"/>
                <a:gd name="connsiteY2760" fmla="*/ 1139038 h 1796087"/>
                <a:gd name="connsiteX2761" fmla="*/ 2116167 w 2290556"/>
                <a:gd name="connsiteY2761" fmla="*/ 1137390 h 1796087"/>
                <a:gd name="connsiteX2762" fmla="*/ 2117816 w 2290556"/>
                <a:gd name="connsiteY2762" fmla="*/ 1136246 h 1796087"/>
                <a:gd name="connsiteX2763" fmla="*/ 2119330 w 2290556"/>
                <a:gd name="connsiteY2763" fmla="*/ 1135035 h 1796087"/>
                <a:gd name="connsiteX2764" fmla="*/ 2120710 w 2290556"/>
                <a:gd name="connsiteY2764" fmla="*/ 1134766 h 1796087"/>
                <a:gd name="connsiteX2765" fmla="*/ 2123974 w 2290556"/>
                <a:gd name="connsiteY2765" fmla="*/ 1134766 h 1796087"/>
                <a:gd name="connsiteX2766" fmla="*/ 2124479 w 2290556"/>
                <a:gd name="connsiteY2766" fmla="*/ 1134766 h 1796087"/>
                <a:gd name="connsiteX2767" fmla="*/ 2125792 w 2290556"/>
                <a:gd name="connsiteY2767" fmla="*/ 1135338 h 1796087"/>
                <a:gd name="connsiteX2768" fmla="*/ 2129696 w 2290556"/>
                <a:gd name="connsiteY2768" fmla="*/ 1137020 h 1796087"/>
                <a:gd name="connsiteX2769" fmla="*/ 2131580 w 2290556"/>
                <a:gd name="connsiteY2769" fmla="*/ 1136952 h 1796087"/>
                <a:gd name="connsiteX2770" fmla="*/ 2134340 w 2290556"/>
                <a:gd name="connsiteY2770" fmla="*/ 1136078 h 1796087"/>
                <a:gd name="connsiteX2771" fmla="*/ 2135518 w 2290556"/>
                <a:gd name="connsiteY2771" fmla="*/ 1135775 h 1796087"/>
                <a:gd name="connsiteX2772" fmla="*/ 2138110 w 2290556"/>
                <a:gd name="connsiteY2772" fmla="*/ 1137154 h 1796087"/>
                <a:gd name="connsiteX2773" fmla="*/ 2139859 w 2290556"/>
                <a:gd name="connsiteY2773" fmla="*/ 1138029 h 1796087"/>
                <a:gd name="connsiteX2774" fmla="*/ 2143057 w 2290556"/>
                <a:gd name="connsiteY2774" fmla="*/ 1139206 h 1796087"/>
                <a:gd name="connsiteX2775" fmla="*/ 2143696 w 2290556"/>
                <a:gd name="connsiteY2775" fmla="*/ 1139711 h 1796087"/>
                <a:gd name="connsiteX2776" fmla="*/ 2147667 w 2290556"/>
                <a:gd name="connsiteY2776" fmla="*/ 1138634 h 1796087"/>
                <a:gd name="connsiteX2777" fmla="*/ 2150427 w 2290556"/>
                <a:gd name="connsiteY2777" fmla="*/ 1138197 h 1796087"/>
                <a:gd name="connsiteX2778" fmla="*/ 2153254 w 2290556"/>
                <a:gd name="connsiteY2778" fmla="*/ 1138264 h 1796087"/>
                <a:gd name="connsiteX2779" fmla="*/ 2154634 w 2290556"/>
                <a:gd name="connsiteY2779" fmla="*/ 1139442 h 1796087"/>
                <a:gd name="connsiteX2780" fmla="*/ 2157326 w 2290556"/>
                <a:gd name="connsiteY2780" fmla="*/ 1142402 h 1796087"/>
                <a:gd name="connsiteX2781" fmla="*/ 2156821 w 2290556"/>
                <a:gd name="connsiteY2781" fmla="*/ 1143546 h 1796087"/>
                <a:gd name="connsiteX2782" fmla="*/ 2156316 w 2290556"/>
                <a:gd name="connsiteY2782" fmla="*/ 1145362 h 1796087"/>
                <a:gd name="connsiteX2783" fmla="*/ 2159211 w 2290556"/>
                <a:gd name="connsiteY2783" fmla="*/ 1146506 h 1796087"/>
                <a:gd name="connsiteX2784" fmla="*/ 2161095 w 2290556"/>
                <a:gd name="connsiteY2784" fmla="*/ 1146372 h 1796087"/>
                <a:gd name="connsiteX2785" fmla="*/ 2163115 w 2290556"/>
                <a:gd name="connsiteY2785" fmla="*/ 1145564 h 1796087"/>
                <a:gd name="connsiteX2786" fmla="*/ 2163115 w 2290556"/>
                <a:gd name="connsiteY2786" fmla="*/ 1142604 h 1796087"/>
                <a:gd name="connsiteX2787" fmla="*/ 2162408 w 2290556"/>
                <a:gd name="connsiteY2787" fmla="*/ 1140922 h 1796087"/>
                <a:gd name="connsiteX2788" fmla="*/ 2163216 w 2290556"/>
                <a:gd name="connsiteY2788" fmla="*/ 1139475 h 1796087"/>
                <a:gd name="connsiteX2789" fmla="*/ 2164865 w 2290556"/>
                <a:gd name="connsiteY2789" fmla="*/ 1138466 h 1796087"/>
                <a:gd name="connsiteX2790" fmla="*/ 2166514 w 2290556"/>
                <a:gd name="connsiteY2790" fmla="*/ 1137659 h 1796087"/>
                <a:gd name="connsiteX2791" fmla="*/ 2170283 w 2290556"/>
                <a:gd name="connsiteY2791" fmla="*/ 1137592 h 1796087"/>
                <a:gd name="connsiteX2792" fmla="*/ 2173110 w 2290556"/>
                <a:gd name="connsiteY2792" fmla="*/ 1137995 h 1796087"/>
                <a:gd name="connsiteX2793" fmla="*/ 2175432 w 2290556"/>
                <a:gd name="connsiteY2793" fmla="*/ 1138264 h 1796087"/>
                <a:gd name="connsiteX2794" fmla="*/ 2177889 w 2290556"/>
                <a:gd name="connsiteY2794" fmla="*/ 1138264 h 1796087"/>
                <a:gd name="connsiteX2795" fmla="*/ 2179707 w 2290556"/>
                <a:gd name="connsiteY2795" fmla="*/ 1137894 h 1796087"/>
                <a:gd name="connsiteX2796" fmla="*/ 2181658 w 2290556"/>
                <a:gd name="connsiteY2796" fmla="*/ 1137087 h 1796087"/>
                <a:gd name="connsiteX2797" fmla="*/ 2182601 w 2290556"/>
                <a:gd name="connsiteY2797" fmla="*/ 1134328 h 1796087"/>
                <a:gd name="connsiteX2798" fmla="*/ 2183913 w 2290556"/>
                <a:gd name="connsiteY2798" fmla="*/ 1132747 h 1796087"/>
                <a:gd name="connsiteX2799" fmla="*/ 2186303 w 2290556"/>
                <a:gd name="connsiteY2799" fmla="*/ 1132445 h 1796087"/>
                <a:gd name="connsiteX2800" fmla="*/ 2189567 w 2290556"/>
                <a:gd name="connsiteY2800" fmla="*/ 1132445 h 1796087"/>
                <a:gd name="connsiteX2801" fmla="*/ 2190442 w 2290556"/>
                <a:gd name="connsiteY2801" fmla="*/ 1128913 h 1796087"/>
                <a:gd name="connsiteX2802" fmla="*/ 2189433 w 2290556"/>
                <a:gd name="connsiteY2802" fmla="*/ 1127769 h 1796087"/>
                <a:gd name="connsiteX2803" fmla="*/ 2186976 w 2290556"/>
                <a:gd name="connsiteY2803" fmla="*/ 1125246 h 1796087"/>
                <a:gd name="connsiteX2804" fmla="*/ 2186404 w 2290556"/>
                <a:gd name="connsiteY2804" fmla="*/ 1123867 h 1796087"/>
                <a:gd name="connsiteX2805" fmla="*/ 2184956 w 2290556"/>
                <a:gd name="connsiteY2805" fmla="*/ 1121983 h 1796087"/>
                <a:gd name="connsiteX2806" fmla="*/ 2184081 w 2290556"/>
                <a:gd name="connsiteY2806" fmla="*/ 1120469 h 1796087"/>
                <a:gd name="connsiteX2807" fmla="*/ 2184586 w 2290556"/>
                <a:gd name="connsiteY2807" fmla="*/ 1118148 h 1796087"/>
                <a:gd name="connsiteX2808" fmla="*/ 2186875 w 2290556"/>
                <a:gd name="connsiteY2808" fmla="*/ 1114178 h 1796087"/>
                <a:gd name="connsiteX2809" fmla="*/ 2189231 w 2290556"/>
                <a:gd name="connsiteY2809" fmla="*/ 1111218 h 1796087"/>
                <a:gd name="connsiteX2810" fmla="*/ 2189231 w 2290556"/>
                <a:gd name="connsiteY2810" fmla="*/ 1109637 h 1796087"/>
                <a:gd name="connsiteX2811" fmla="*/ 2194952 w 2290556"/>
                <a:gd name="connsiteY2811" fmla="*/ 1107013 h 1796087"/>
                <a:gd name="connsiteX2812" fmla="*/ 2199361 w 2290556"/>
                <a:gd name="connsiteY2812" fmla="*/ 1105197 h 1796087"/>
                <a:gd name="connsiteX2813" fmla="*/ 2205452 w 2290556"/>
                <a:gd name="connsiteY2813" fmla="*/ 1103817 h 1796087"/>
                <a:gd name="connsiteX2814" fmla="*/ 2207202 w 2290556"/>
                <a:gd name="connsiteY2814" fmla="*/ 1103817 h 1796087"/>
                <a:gd name="connsiteX2815" fmla="*/ 2211779 w 2290556"/>
                <a:gd name="connsiteY2815" fmla="*/ 1104322 h 1796087"/>
                <a:gd name="connsiteX2816" fmla="*/ 2213092 w 2290556"/>
                <a:gd name="connsiteY2816" fmla="*/ 1106340 h 1796087"/>
                <a:gd name="connsiteX2817" fmla="*/ 2216222 w 2290556"/>
                <a:gd name="connsiteY2817" fmla="*/ 1105398 h 1796087"/>
                <a:gd name="connsiteX2818" fmla="*/ 2218173 w 2290556"/>
                <a:gd name="connsiteY2818" fmla="*/ 1103784 h 1796087"/>
                <a:gd name="connsiteX2819" fmla="*/ 2219486 w 2290556"/>
                <a:gd name="connsiteY2819" fmla="*/ 1102001 h 1796087"/>
                <a:gd name="connsiteX2820" fmla="*/ 2220900 w 2290556"/>
                <a:gd name="connsiteY2820" fmla="*/ 1098671 h 1796087"/>
                <a:gd name="connsiteX2821" fmla="*/ 2220563 w 2290556"/>
                <a:gd name="connsiteY2821" fmla="*/ 1094264 h 1796087"/>
                <a:gd name="connsiteX2822" fmla="*/ 2220563 w 2290556"/>
                <a:gd name="connsiteY2822" fmla="*/ 1090496 h 1796087"/>
                <a:gd name="connsiteX2823" fmla="*/ 2220563 w 2290556"/>
                <a:gd name="connsiteY2823" fmla="*/ 1087906 h 1796087"/>
                <a:gd name="connsiteX2824" fmla="*/ 2220563 w 2290556"/>
                <a:gd name="connsiteY2824" fmla="*/ 1085282 h 1796087"/>
                <a:gd name="connsiteX2825" fmla="*/ 2220361 w 2290556"/>
                <a:gd name="connsiteY2825" fmla="*/ 1080135 h 1796087"/>
                <a:gd name="connsiteX2826" fmla="*/ 2220496 w 2290556"/>
                <a:gd name="connsiteY2826" fmla="*/ 1077242 h 1796087"/>
                <a:gd name="connsiteX2827" fmla="*/ 2225140 w 2290556"/>
                <a:gd name="connsiteY2827" fmla="*/ 1075493 h 1796087"/>
                <a:gd name="connsiteX2828" fmla="*/ 2226789 w 2290556"/>
                <a:gd name="connsiteY2828" fmla="*/ 1071725 h 1796087"/>
                <a:gd name="connsiteX2829" fmla="*/ 2223693 w 2290556"/>
                <a:gd name="connsiteY2829" fmla="*/ 1069774 h 1796087"/>
                <a:gd name="connsiteX2830" fmla="*/ 2222549 w 2290556"/>
                <a:gd name="connsiteY2830" fmla="*/ 1067285 h 17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Lst>
              <a:rect l="l" t="t" r="r" b="b"/>
              <a:pathLst>
                <a:path w="2290556" h="1796087">
                  <a:moveTo>
                    <a:pt x="2222549" y="1067285"/>
                  </a:moveTo>
                  <a:lnTo>
                    <a:pt x="2222246" y="1063652"/>
                  </a:lnTo>
                  <a:cubicBezTo>
                    <a:pt x="2222246" y="1063652"/>
                    <a:pt x="2221539" y="1061701"/>
                    <a:pt x="2221371" y="1061465"/>
                  </a:cubicBezTo>
                  <a:cubicBezTo>
                    <a:pt x="2221236" y="1061263"/>
                    <a:pt x="2220428" y="1059379"/>
                    <a:pt x="2220428" y="1059379"/>
                  </a:cubicBezTo>
                  <a:lnTo>
                    <a:pt x="2218981" y="1060321"/>
                  </a:lnTo>
                  <a:lnTo>
                    <a:pt x="2216154" y="1060321"/>
                  </a:lnTo>
                  <a:lnTo>
                    <a:pt x="2213866" y="1061364"/>
                  </a:lnTo>
                  <a:lnTo>
                    <a:pt x="2211039" y="1060658"/>
                  </a:lnTo>
                  <a:lnTo>
                    <a:pt x="2209524" y="1058269"/>
                  </a:lnTo>
                  <a:lnTo>
                    <a:pt x="2208111" y="1057193"/>
                  </a:lnTo>
                  <a:lnTo>
                    <a:pt x="2205183" y="1057092"/>
                  </a:lnTo>
                  <a:lnTo>
                    <a:pt x="2204745" y="1058404"/>
                  </a:lnTo>
                  <a:lnTo>
                    <a:pt x="2206832" y="1060691"/>
                  </a:lnTo>
                  <a:lnTo>
                    <a:pt x="2206058" y="1064055"/>
                  </a:lnTo>
                  <a:lnTo>
                    <a:pt x="2203769" y="1063416"/>
                  </a:lnTo>
                  <a:lnTo>
                    <a:pt x="2200942" y="1062777"/>
                  </a:lnTo>
                  <a:lnTo>
                    <a:pt x="2198452" y="1060725"/>
                  </a:lnTo>
                  <a:lnTo>
                    <a:pt x="2197375" y="1059649"/>
                  </a:lnTo>
                  <a:lnTo>
                    <a:pt x="2196500" y="1058337"/>
                  </a:lnTo>
                  <a:lnTo>
                    <a:pt x="2192159" y="1057697"/>
                  </a:lnTo>
                  <a:lnTo>
                    <a:pt x="2189668" y="1057058"/>
                  </a:lnTo>
                  <a:lnTo>
                    <a:pt x="2187582" y="1055107"/>
                  </a:lnTo>
                  <a:lnTo>
                    <a:pt x="2186808" y="1053055"/>
                  </a:lnTo>
                  <a:lnTo>
                    <a:pt x="2187447" y="1051104"/>
                  </a:lnTo>
                  <a:lnTo>
                    <a:pt x="2188759" y="1048817"/>
                  </a:lnTo>
                  <a:lnTo>
                    <a:pt x="2191048" y="1048043"/>
                  </a:lnTo>
                  <a:cubicBezTo>
                    <a:pt x="2191048" y="1048043"/>
                    <a:pt x="2191586" y="1047505"/>
                    <a:pt x="2192361" y="1047067"/>
                  </a:cubicBezTo>
                  <a:cubicBezTo>
                    <a:pt x="2193135" y="1046630"/>
                    <a:pt x="2194312" y="1046966"/>
                    <a:pt x="2195289" y="1046529"/>
                  </a:cubicBezTo>
                  <a:cubicBezTo>
                    <a:pt x="2196264" y="1046092"/>
                    <a:pt x="2197038" y="1046428"/>
                    <a:pt x="2197577" y="1045991"/>
                  </a:cubicBezTo>
                  <a:cubicBezTo>
                    <a:pt x="2198115" y="1045554"/>
                    <a:pt x="2198654" y="1045015"/>
                    <a:pt x="2199967" y="1044477"/>
                  </a:cubicBezTo>
                  <a:cubicBezTo>
                    <a:pt x="2201279" y="1043939"/>
                    <a:pt x="2201918" y="1043266"/>
                    <a:pt x="2203332" y="1042290"/>
                  </a:cubicBezTo>
                  <a:cubicBezTo>
                    <a:pt x="2204745" y="1041315"/>
                    <a:pt x="2204409" y="1040238"/>
                    <a:pt x="2205284" y="1038691"/>
                  </a:cubicBezTo>
                  <a:cubicBezTo>
                    <a:pt x="2206159" y="1037177"/>
                    <a:pt x="2205923" y="1037379"/>
                    <a:pt x="2206058" y="1036841"/>
                  </a:cubicBezTo>
                  <a:cubicBezTo>
                    <a:pt x="2206159" y="1036303"/>
                    <a:pt x="2206596" y="1034890"/>
                    <a:pt x="2206394" y="1034452"/>
                  </a:cubicBezTo>
                  <a:cubicBezTo>
                    <a:pt x="2206193" y="1034015"/>
                    <a:pt x="2206193" y="1032501"/>
                    <a:pt x="2205755" y="1031828"/>
                  </a:cubicBezTo>
                  <a:cubicBezTo>
                    <a:pt x="2205318" y="1031189"/>
                    <a:pt x="2204106" y="1029978"/>
                    <a:pt x="2203702" y="1029541"/>
                  </a:cubicBezTo>
                  <a:cubicBezTo>
                    <a:pt x="2203265" y="1029104"/>
                    <a:pt x="2201649" y="1028902"/>
                    <a:pt x="2201649" y="1028902"/>
                  </a:cubicBezTo>
                  <a:lnTo>
                    <a:pt x="2196634" y="1026614"/>
                  </a:lnTo>
                  <a:lnTo>
                    <a:pt x="2194683" y="1023351"/>
                  </a:lnTo>
                  <a:lnTo>
                    <a:pt x="2194582" y="1021737"/>
                  </a:lnTo>
                  <a:lnTo>
                    <a:pt x="2194683" y="1016522"/>
                  </a:lnTo>
                  <a:cubicBezTo>
                    <a:pt x="2194683" y="1016522"/>
                    <a:pt x="2194784" y="1014470"/>
                    <a:pt x="2194784" y="1014033"/>
                  </a:cubicBezTo>
                  <a:cubicBezTo>
                    <a:pt x="2194784" y="1013596"/>
                    <a:pt x="2194447" y="1011207"/>
                    <a:pt x="2194447" y="1011207"/>
                  </a:cubicBezTo>
                  <a:lnTo>
                    <a:pt x="2193471" y="1007742"/>
                  </a:lnTo>
                  <a:lnTo>
                    <a:pt x="2192394" y="1007204"/>
                  </a:lnTo>
                  <a:lnTo>
                    <a:pt x="2188389" y="1003941"/>
                  </a:lnTo>
                  <a:lnTo>
                    <a:pt x="2184351" y="1000241"/>
                  </a:lnTo>
                  <a:lnTo>
                    <a:pt x="2184149" y="996541"/>
                  </a:lnTo>
                  <a:lnTo>
                    <a:pt x="2183375" y="992067"/>
                  </a:lnTo>
                  <a:lnTo>
                    <a:pt x="2183812" y="988299"/>
                  </a:lnTo>
                  <a:lnTo>
                    <a:pt x="2184182" y="984733"/>
                  </a:lnTo>
                  <a:lnTo>
                    <a:pt x="2183476" y="981167"/>
                  </a:lnTo>
                  <a:lnTo>
                    <a:pt x="2180379" y="977030"/>
                  </a:lnTo>
                  <a:lnTo>
                    <a:pt x="2176980" y="975146"/>
                  </a:lnTo>
                  <a:lnTo>
                    <a:pt x="2173783" y="971883"/>
                  </a:lnTo>
                  <a:lnTo>
                    <a:pt x="2171596" y="969696"/>
                  </a:lnTo>
                  <a:cubicBezTo>
                    <a:pt x="2171596" y="969696"/>
                    <a:pt x="2169711" y="967947"/>
                    <a:pt x="2169341" y="967745"/>
                  </a:cubicBezTo>
                  <a:cubicBezTo>
                    <a:pt x="2168970" y="967543"/>
                    <a:pt x="2166817" y="966164"/>
                    <a:pt x="2165370" y="964617"/>
                  </a:cubicBezTo>
                  <a:cubicBezTo>
                    <a:pt x="2163922" y="963103"/>
                    <a:pt x="2163552" y="962363"/>
                    <a:pt x="2163182" y="961723"/>
                  </a:cubicBezTo>
                  <a:cubicBezTo>
                    <a:pt x="2162812" y="961084"/>
                    <a:pt x="2161668" y="960142"/>
                    <a:pt x="2161668" y="960142"/>
                  </a:cubicBezTo>
                  <a:cubicBezTo>
                    <a:pt x="2161668" y="960142"/>
                    <a:pt x="2160927" y="958763"/>
                    <a:pt x="2160725" y="958326"/>
                  </a:cubicBezTo>
                  <a:cubicBezTo>
                    <a:pt x="2160523" y="957889"/>
                    <a:pt x="2160523" y="956711"/>
                    <a:pt x="2160355" y="956139"/>
                  </a:cubicBezTo>
                  <a:cubicBezTo>
                    <a:pt x="2160187" y="955567"/>
                    <a:pt x="2160187" y="954491"/>
                    <a:pt x="2160187" y="953886"/>
                  </a:cubicBezTo>
                  <a:cubicBezTo>
                    <a:pt x="2160187" y="953314"/>
                    <a:pt x="2160254" y="952304"/>
                    <a:pt x="2160423" y="951497"/>
                  </a:cubicBezTo>
                  <a:cubicBezTo>
                    <a:pt x="2160557" y="950690"/>
                    <a:pt x="2160725" y="950185"/>
                    <a:pt x="2160927" y="949613"/>
                  </a:cubicBezTo>
                  <a:cubicBezTo>
                    <a:pt x="2161163" y="949041"/>
                    <a:pt x="2161499" y="948099"/>
                    <a:pt x="2161567" y="947797"/>
                  </a:cubicBezTo>
                  <a:cubicBezTo>
                    <a:pt x="2161634" y="947494"/>
                    <a:pt x="2162442" y="946047"/>
                    <a:pt x="2162643" y="945476"/>
                  </a:cubicBezTo>
                  <a:cubicBezTo>
                    <a:pt x="2162879" y="944904"/>
                    <a:pt x="2162711" y="943289"/>
                    <a:pt x="2162711" y="943020"/>
                  </a:cubicBezTo>
                  <a:cubicBezTo>
                    <a:pt x="2162711" y="942717"/>
                    <a:pt x="2162509" y="941708"/>
                    <a:pt x="2162509" y="941708"/>
                  </a:cubicBezTo>
                  <a:lnTo>
                    <a:pt x="2159985" y="939454"/>
                  </a:lnTo>
                  <a:lnTo>
                    <a:pt x="2157090" y="938882"/>
                  </a:lnTo>
                  <a:lnTo>
                    <a:pt x="2155139" y="939690"/>
                  </a:lnTo>
                  <a:cubicBezTo>
                    <a:pt x="2155139" y="939690"/>
                    <a:pt x="2153692" y="941439"/>
                    <a:pt x="2153388" y="941439"/>
                  </a:cubicBezTo>
                  <a:cubicBezTo>
                    <a:pt x="2153086" y="941439"/>
                    <a:pt x="2149989" y="942751"/>
                    <a:pt x="2149989" y="942751"/>
                  </a:cubicBezTo>
                  <a:cubicBezTo>
                    <a:pt x="2149989" y="942751"/>
                    <a:pt x="2147162" y="944063"/>
                    <a:pt x="2146657" y="944433"/>
                  </a:cubicBezTo>
                  <a:cubicBezTo>
                    <a:pt x="2146153" y="944803"/>
                    <a:pt x="2144975" y="947965"/>
                    <a:pt x="2144975" y="947965"/>
                  </a:cubicBezTo>
                  <a:lnTo>
                    <a:pt x="2140768" y="952170"/>
                  </a:lnTo>
                  <a:lnTo>
                    <a:pt x="2135552" y="955937"/>
                  </a:lnTo>
                  <a:cubicBezTo>
                    <a:pt x="2135552" y="955937"/>
                    <a:pt x="2131412" y="961152"/>
                    <a:pt x="2131278" y="961354"/>
                  </a:cubicBezTo>
                  <a:cubicBezTo>
                    <a:pt x="2131143" y="961555"/>
                    <a:pt x="2124244" y="967812"/>
                    <a:pt x="2124244" y="967812"/>
                  </a:cubicBezTo>
                  <a:lnTo>
                    <a:pt x="2122292" y="971075"/>
                  </a:lnTo>
                  <a:cubicBezTo>
                    <a:pt x="2122292" y="971075"/>
                    <a:pt x="2119465" y="975146"/>
                    <a:pt x="2119027" y="975415"/>
                  </a:cubicBezTo>
                  <a:cubicBezTo>
                    <a:pt x="2118590" y="975718"/>
                    <a:pt x="2116570" y="977231"/>
                    <a:pt x="2115897" y="977938"/>
                  </a:cubicBezTo>
                  <a:cubicBezTo>
                    <a:pt x="2115224" y="978644"/>
                    <a:pt x="2112498" y="980192"/>
                    <a:pt x="2111825" y="980326"/>
                  </a:cubicBezTo>
                  <a:cubicBezTo>
                    <a:pt x="2111186" y="980461"/>
                    <a:pt x="2109503" y="981907"/>
                    <a:pt x="2108056" y="982412"/>
                  </a:cubicBezTo>
                  <a:cubicBezTo>
                    <a:pt x="2106608" y="982917"/>
                    <a:pt x="2105666" y="982984"/>
                    <a:pt x="2103714" y="982984"/>
                  </a:cubicBezTo>
                  <a:cubicBezTo>
                    <a:pt x="2101762" y="982984"/>
                    <a:pt x="2101056" y="983118"/>
                    <a:pt x="2100080" y="982984"/>
                  </a:cubicBezTo>
                  <a:cubicBezTo>
                    <a:pt x="2099137" y="982849"/>
                    <a:pt x="2097320" y="982681"/>
                    <a:pt x="2096613" y="982614"/>
                  </a:cubicBezTo>
                  <a:cubicBezTo>
                    <a:pt x="2095906" y="982546"/>
                    <a:pt x="2094224" y="981470"/>
                    <a:pt x="2093651" y="981033"/>
                  </a:cubicBezTo>
                  <a:cubicBezTo>
                    <a:pt x="2093080" y="980595"/>
                    <a:pt x="2091901" y="979721"/>
                    <a:pt x="2091700" y="979586"/>
                  </a:cubicBezTo>
                  <a:cubicBezTo>
                    <a:pt x="2091464" y="979452"/>
                    <a:pt x="2090185" y="978072"/>
                    <a:pt x="2089950" y="977938"/>
                  </a:cubicBezTo>
                  <a:cubicBezTo>
                    <a:pt x="2089748" y="977803"/>
                    <a:pt x="2089512" y="976929"/>
                    <a:pt x="2089243" y="976121"/>
                  </a:cubicBezTo>
                  <a:cubicBezTo>
                    <a:pt x="2088940" y="975314"/>
                    <a:pt x="2089108" y="974170"/>
                    <a:pt x="2089041" y="973531"/>
                  </a:cubicBezTo>
                  <a:cubicBezTo>
                    <a:pt x="2088973" y="972892"/>
                    <a:pt x="2089478" y="972085"/>
                    <a:pt x="2089478" y="971647"/>
                  </a:cubicBezTo>
                  <a:cubicBezTo>
                    <a:pt x="2089478" y="971210"/>
                    <a:pt x="2090556" y="970705"/>
                    <a:pt x="2090556" y="970705"/>
                  </a:cubicBezTo>
                  <a:cubicBezTo>
                    <a:pt x="2090556" y="970705"/>
                    <a:pt x="2091195" y="968451"/>
                    <a:pt x="2091195" y="968081"/>
                  </a:cubicBezTo>
                  <a:cubicBezTo>
                    <a:pt x="2091195" y="967711"/>
                    <a:pt x="2091565" y="966837"/>
                    <a:pt x="2091767" y="966198"/>
                  </a:cubicBezTo>
                  <a:cubicBezTo>
                    <a:pt x="2091969" y="965558"/>
                    <a:pt x="2092070" y="964516"/>
                    <a:pt x="2092137" y="964011"/>
                  </a:cubicBezTo>
                  <a:cubicBezTo>
                    <a:pt x="2092205" y="963506"/>
                    <a:pt x="2092406" y="961555"/>
                    <a:pt x="2092507" y="960983"/>
                  </a:cubicBezTo>
                  <a:cubicBezTo>
                    <a:pt x="2092575" y="960412"/>
                    <a:pt x="2092070" y="958595"/>
                    <a:pt x="2092070" y="958595"/>
                  </a:cubicBezTo>
                  <a:lnTo>
                    <a:pt x="2088738" y="956644"/>
                  </a:lnTo>
                  <a:lnTo>
                    <a:pt x="2085406" y="954054"/>
                  </a:lnTo>
                  <a:cubicBezTo>
                    <a:pt x="2085406" y="954054"/>
                    <a:pt x="2081637" y="949210"/>
                    <a:pt x="2080997" y="948772"/>
                  </a:cubicBezTo>
                  <a:cubicBezTo>
                    <a:pt x="2080358" y="948335"/>
                    <a:pt x="2077094" y="945375"/>
                    <a:pt x="2076858" y="945307"/>
                  </a:cubicBezTo>
                  <a:cubicBezTo>
                    <a:pt x="2076656" y="945240"/>
                    <a:pt x="2072079" y="942549"/>
                    <a:pt x="2072079" y="942549"/>
                  </a:cubicBezTo>
                  <a:cubicBezTo>
                    <a:pt x="2072079" y="942549"/>
                    <a:pt x="2069892" y="941102"/>
                    <a:pt x="2069252" y="940093"/>
                  </a:cubicBezTo>
                  <a:cubicBezTo>
                    <a:pt x="2068613" y="939084"/>
                    <a:pt x="2068882" y="938714"/>
                    <a:pt x="2068882" y="938008"/>
                  </a:cubicBezTo>
                  <a:cubicBezTo>
                    <a:pt x="2068882" y="937301"/>
                    <a:pt x="2069151" y="935485"/>
                    <a:pt x="2069319" y="934677"/>
                  </a:cubicBezTo>
                  <a:cubicBezTo>
                    <a:pt x="2069454" y="933870"/>
                    <a:pt x="2069454" y="932222"/>
                    <a:pt x="2069521" y="931414"/>
                  </a:cubicBezTo>
                  <a:cubicBezTo>
                    <a:pt x="2069588" y="930607"/>
                    <a:pt x="2070901" y="928084"/>
                    <a:pt x="2071103" y="927344"/>
                  </a:cubicBezTo>
                  <a:cubicBezTo>
                    <a:pt x="2071305" y="926637"/>
                    <a:pt x="2072045" y="924013"/>
                    <a:pt x="2072281" y="923576"/>
                  </a:cubicBezTo>
                  <a:cubicBezTo>
                    <a:pt x="2072483" y="923139"/>
                    <a:pt x="2072146" y="921053"/>
                    <a:pt x="2072146" y="921053"/>
                  </a:cubicBezTo>
                  <a:lnTo>
                    <a:pt x="2066930" y="920919"/>
                  </a:lnTo>
                  <a:lnTo>
                    <a:pt x="2066122" y="918093"/>
                  </a:lnTo>
                  <a:lnTo>
                    <a:pt x="2065752" y="911432"/>
                  </a:lnTo>
                  <a:lnTo>
                    <a:pt x="2065011" y="908741"/>
                  </a:lnTo>
                  <a:lnTo>
                    <a:pt x="2065584" y="904772"/>
                  </a:lnTo>
                  <a:cubicBezTo>
                    <a:pt x="2065584" y="904772"/>
                    <a:pt x="2065954" y="902013"/>
                    <a:pt x="2066156" y="901374"/>
                  </a:cubicBezTo>
                  <a:cubicBezTo>
                    <a:pt x="2066391" y="900735"/>
                    <a:pt x="2068781" y="898683"/>
                    <a:pt x="2068781" y="898683"/>
                  </a:cubicBezTo>
                  <a:cubicBezTo>
                    <a:pt x="2068781" y="898683"/>
                    <a:pt x="2069790" y="895487"/>
                    <a:pt x="2069858" y="895050"/>
                  </a:cubicBezTo>
                  <a:cubicBezTo>
                    <a:pt x="2069925" y="894612"/>
                    <a:pt x="2068781" y="892291"/>
                    <a:pt x="2068781" y="892291"/>
                  </a:cubicBezTo>
                  <a:lnTo>
                    <a:pt x="2065819" y="888456"/>
                  </a:lnTo>
                  <a:lnTo>
                    <a:pt x="2068646" y="887447"/>
                  </a:lnTo>
                  <a:lnTo>
                    <a:pt x="2068411" y="880282"/>
                  </a:lnTo>
                  <a:cubicBezTo>
                    <a:pt x="2068411" y="880282"/>
                    <a:pt x="2069286" y="876884"/>
                    <a:pt x="2069420" y="876144"/>
                  </a:cubicBezTo>
                  <a:cubicBezTo>
                    <a:pt x="2069555" y="875404"/>
                    <a:pt x="2070497" y="874933"/>
                    <a:pt x="2070497" y="874933"/>
                  </a:cubicBezTo>
                  <a:cubicBezTo>
                    <a:pt x="2070497" y="874933"/>
                    <a:pt x="2073324" y="873689"/>
                    <a:pt x="2073695" y="873487"/>
                  </a:cubicBezTo>
                  <a:cubicBezTo>
                    <a:pt x="2074065" y="873285"/>
                    <a:pt x="2077262" y="870089"/>
                    <a:pt x="2077262" y="870089"/>
                  </a:cubicBezTo>
                  <a:lnTo>
                    <a:pt x="2077262" y="869450"/>
                  </a:lnTo>
                  <a:lnTo>
                    <a:pt x="2074334" y="864438"/>
                  </a:lnTo>
                  <a:lnTo>
                    <a:pt x="2070968" y="861982"/>
                  </a:lnTo>
                  <a:lnTo>
                    <a:pt x="2070026" y="861915"/>
                  </a:lnTo>
                  <a:cubicBezTo>
                    <a:pt x="2070026" y="861915"/>
                    <a:pt x="2064574" y="859829"/>
                    <a:pt x="2064305" y="859156"/>
                  </a:cubicBezTo>
                  <a:cubicBezTo>
                    <a:pt x="2064002" y="858517"/>
                    <a:pt x="2064675" y="858147"/>
                    <a:pt x="2065247" y="857474"/>
                  </a:cubicBezTo>
                  <a:cubicBezTo>
                    <a:pt x="2065819" y="856835"/>
                    <a:pt x="2066190" y="856835"/>
                    <a:pt x="2067064" y="856465"/>
                  </a:cubicBezTo>
                  <a:cubicBezTo>
                    <a:pt x="2067939" y="856095"/>
                    <a:pt x="2070093" y="855590"/>
                    <a:pt x="2071036" y="855019"/>
                  </a:cubicBezTo>
                  <a:cubicBezTo>
                    <a:pt x="2071978" y="854447"/>
                    <a:pt x="2071978" y="854077"/>
                    <a:pt x="2072483" y="853438"/>
                  </a:cubicBezTo>
                  <a:cubicBezTo>
                    <a:pt x="2072988" y="852798"/>
                    <a:pt x="2071238" y="851554"/>
                    <a:pt x="2070733" y="851049"/>
                  </a:cubicBezTo>
                  <a:cubicBezTo>
                    <a:pt x="2070228" y="850545"/>
                    <a:pt x="2068141" y="847921"/>
                    <a:pt x="2067771" y="847584"/>
                  </a:cubicBezTo>
                  <a:cubicBezTo>
                    <a:pt x="2067401" y="847214"/>
                    <a:pt x="2063800" y="845196"/>
                    <a:pt x="2063800" y="845196"/>
                  </a:cubicBezTo>
                  <a:cubicBezTo>
                    <a:pt x="2063800" y="845196"/>
                    <a:pt x="2061680" y="843817"/>
                    <a:pt x="2061545" y="843615"/>
                  </a:cubicBezTo>
                  <a:cubicBezTo>
                    <a:pt x="2061411" y="843413"/>
                    <a:pt x="2058348" y="841361"/>
                    <a:pt x="2057978" y="841159"/>
                  </a:cubicBezTo>
                  <a:cubicBezTo>
                    <a:pt x="2057608" y="840924"/>
                    <a:pt x="2054511" y="839141"/>
                    <a:pt x="2054511" y="839141"/>
                  </a:cubicBezTo>
                  <a:lnTo>
                    <a:pt x="2050742" y="838333"/>
                  </a:lnTo>
                  <a:lnTo>
                    <a:pt x="2048487" y="837829"/>
                  </a:lnTo>
                  <a:lnTo>
                    <a:pt x="2047410" y="834700"/>
                  </a:lnTo>
                  <a:lnTo>
                    <a:pt x="2050170" y="832379"/>
                  </a:lnTo>
                  <a:lnTo>
                    <a:pt x="2053064" y="827535"/>
                  </a:lnTo>
                  <a:cubicBezTo>
                    <a:pt x="2053064" y="827535"/>
                    <a:pt x="2053064" y="826156"/>
                    <a:pt x="2052997" y="825449"/>
                  </a:cubicBezTo>
                  <a:cubicBezTo>
                    <a:pt x="2052930" y="824743"/>
                    <a:pt x="2053132" y="823128"/>
                    <a:pt x="2052795" y="822624"/>
                  </a:cubicBezTo>
                  <a:cubicBezTo>
                    <a:pt x="2052425" y="822119"/>
                    <a:pt x="2049598" y="819932"/>
                    <a:pt x="2049160" y="819865"/>
                  </a:cubicBezTo>
                  <a:cubicBezTo>
                    <a:pt x="2048723" y="819798"/>
                    <a:pt x="2046468" y="818049"/>
                    <a:pt x="2045828" y="818049"/>
                  </a:cubicBezTo>
                  <a:cubicBezTo>
                    <a:pt x="2045189" y="818049"/>
                    <a:pt x="2041924" y="819428"/>
                    <a:pt x="2041823" y="819697"/>
                  </a:cubicBezTo>
                  <a:cubicBezTo>
                    <a:pt x="2041756" y="820000"/>
                    <a:pt x="2041689" y="820942"/>
                    <a:pt x="2041453" y="821379"/>
                  </a:cubicBezTo>
                  <a:cubicBezTo>
                    <a:pt x="2041251" y="821816"/>
                    <a:pt x="2039636" y="822624"/>
                    <a:pt x="2038121" y="823565"/>
                  </a:cubicBezTo>
                  <a:cubicBezTo>
                    <a:pt x="2036607" y="824508"/>
                    <a:pt x="2034049" y="823868"/>
                    <a:pt x="2033410" y="823633"/>
                  </a:cubicBezTo>
                  <a:cubicBezTo>
                    <a:pt x="2032770" y="823431"/>
                    <a:pt x="2031155" y="822926"/>
                    <a:pt x="2030515" y="822489"/>
                  </a:cubicBezTo>
                  <a:cubicBezTo>
                    <a:pt x="2029876" y="822052"/>
                    <a:pt x="2028698" y="821682"/>
                    <a:pt x="2027621" y="821345"/>
                  </a:cubicBezTo>
                  <a:cubicBezTo>
                    <a:pt x="2026544" y="820975"/>
                    <a:pt x="2026982" y="819832"/>
                    <a:pt x="2026612" y="819159"/>
                  </a:cubicBezTo>
                  <a:cubicBezTo>
                    <a:pt x="2026241" y="818520"/>
                    <a:pt x="2025905" y="816131"/>
                    <a:pt x="2025905" y="815526"/>
                  </a:cubicBezTo>
                  <a:cubicBezTo>
                    <a:pt x="2025905" y="814954"/>
                    <a:pt x="2026410" y="814651"/>
                    <a:pt x="2026847" y="814079"/>
                  </a:cubicBezTo>
                  <a:cubicBezTo>
                    <a:pt x="2027285" y="813507"/>
                    <a:pt x="2028092" y="812700"/>
                    <a:pt x="2028665" y="812195"/>
                  </a:cubicBezTo>
                  <a:cubicBezTo>
                    <a:pt x="2029237" y="811691"/>
                    <a:pt x="2029741" y="811489"/>
                    <a:pt x="2030549" y="810816"/>
                  </a:cubicBezTo>
                  <a:cubicBezTo>
                    <a:pt x="2031357" y="810177"/>
                    <a:pt x="2032367" y="809740"/>
                    <a:pt x="2032434" y="809437"/>
                  </a:cubicBezTo>
                  <a:cubicBezTo>
                    <a:pt x="2032501" y="809134"/>
                    <a:pt x="2033511" y="808697"/>
                    <a:pt x="2033881" y="808495"/>
                  </a:cubicBezTo>
                  <a:cubicBezTo>
                    <a:pt x="2034251" y="808293"/>
                    <a:pt x="2034521" y="807419"/>
                    <a:pt x="2034756" y="807183"/>
                  </a:cubicBezTo>
                  <a:cubicBezTo>
                    <a:pt x="2034958" y="806981"/>
                    <a:pt x="2035396" y="806107"/>
                    <a:pt x="2035396" y="805669"/>
                  </a:cubicBezTo>
                  <a:cubicBezTo>
                    <a:pt x="2035396" y="805232"/>
                    <a:pt x="2035463" y="802978"/>
                    <a:pt x="2035463" y="802978"/>
                  </a:cubicBezTo>
                  <a:lnTo>
                    <a:pt x="2035328" y="800657"/>
                  </a:lnTo>
                  <a:lnTo>
                    <a:pt x="2034891" y="798033"/>
                  </a:lnTo>
                  <a:lnTo>
                    <a:pt x="2034588" y="795947"/>
                  </a:lnTo>
                  <a:lnTo>
                    <a:pt x="2031895" y="793559"/>
                  </a:lnTo>
                  <a:cubicBezTo>
                    <a:pt x="2031895" y="793559"/>
                    <a:pt x="2027251" y="791305"/>
                    <a:pt x="2027184" y="790868"/>
                  </a:cubicBezTo>
                  <a:cubicBezTo>
                    <a:pt x="2027116" y="790431"/>
                    <a:pt x="2027891" y="787908"/>
                    <a:pt x="2027991" y="787605"/>
                  </a:cubicBezTo>
                  <a:cubicBezTo>
                    <a:pt x="2028059" y="787302"/>
                    <a:pt x="2031256" y="786293"/>
                    <a:pt x="2031559" y="786226"/>
                  </a:cubicBezTo>
                  <a:cubicBezTo>
                    <a:pt x="2031828" y="786158"/>
                    <a:pt x="2035092" y="785788"/>
                    <a:pt x="2035900" y="785519"/>
                  </a:cubicBezTo>
                  <a:cubicBezTo>
                    <a:pt x="2036708" y="785216"/>
                    <a:pt x="2037347" y="785385"/>
                    <a:pt x="2037347" y="785385"/>
                  </a:cubicBezTo>
                  <a:cubicBezTo>
                    <a:pt x="2037347" y="785385"/>
                    <a:pt x="2039737" y="784745"/>
                    <a:pt x="2039973" y="784745"/>
                  </a:cubicBezTo>
                  <a:cubicBezTo>
                    <a:pt x="2040174" y="784745"/>
                    <a:pt x="2042665" y="785183"/>
                    <a:pt x="2042665" y="785183"/>
                  </a:cubicBezTo>
                  <a:lnTo>
                    <a:pt x="2045256" y="785687"/>
                  </a:lnTo>
                  <a:lnTo>
                    <a:pt x="2048588" y="787504"/>
                  </a:lnTo>
                  <a:lnTo>
                    <a:pt x="2050978" y="789522"/>
                  </a:lnTo>
                  <a:cubicBezTo>
                    <a:pt x="2050978" y="789522"/>
                    <a:pt x="2053300" y="792348"/>
                    <a:pt x="2053602" y="792785"/>
                  </a:cubicBezTo>
                  <a:cubicBezTo>
                    <a:pt x="2053906" y="793223"/>
                    <a:pt x="2055050" y="794669"/>
                    <a:pt x="2055353" y="795039"/>
                  </a:cubicBezTo>
                  <a:cubicBezTo>
                    <a:pt x="2055656" y="795409"/>
                    <a:pt x="2056598" y="797428"/>
                    <a:pt x="2056598" y="797428"/>
                  </a:cubicBezTo>
                  <a:cubicBezTo>
                    <a:pt x="2056598" y="797428"/>
                    <a:pt x="2058415" y="797428"/>
                    <a:pt x="2058617" y="796990"/>
                  </a:cubicBezTo>
                  <a:cubicBezTo>
                    <a:pt x="2058853" y="796553"/>
                    <a:pt x="2061007" y="795914"/>
                    <a:pt x="2061007" y="795914"/>
                  </a:cubicBezTo>
                  <a:cubicBezTo>
                    <a:pt x="2061007" y="795914"/>
                    <a:pt x="2062252" y="797495"/>
                    <a:pt x="2062521" y="797798"/>
                  </a:cubicBezTo>
                  <a:cubicBezTo>
                    <a:pt x="2062824" y="798100"/>
                    <a:pt x="2063396" y="798874"/>
                    <a:pt x="2063396" y="798874"/>
                  </a:cubicBezTo>
                  <a:cubicBezTo>
                    <a:pt x="2063396" y="798874"/>
                    <a:pt x="2065214" y="799951"/>
                    <a:pt x="2066223" y="801195"/>
                  </a:cubicBezTo>
                  <a:cubicBezTo>
                    <a:pt x="2067233" y="802440"/>
                    <a:pt x="2066526" y="802844"/>
                    <a:pt x="2066593" y="803079"/>
                  </a:cubicBezTo>
                  <a:cubicBezTo>
                    <a:pt x="2066660" y="803281"/>
                    <a:pt x="2069689" y="805400"/>
                    <a:pt x="2069689" y="805400"/>
                  </a:cubicBezTo>
                  <a:cubicBezTo>
                    <a:pt x="2069689" y="805400"/>
                    <a:pt x="2071642" y="805198"/>
                    <a:pt x="2071877" y="805030"/>
                  </a:cubicBezTo>
                  <a:cubicBezTo>
                    <a:pt x="2072112" y="804896"/>
                    <a:pt x="2074704" y="803012"/>
                    <a:pt x="2074704" y="803012"/>
                  </a:cubicBezTo>
                  <a:cubicBezTo>
                    <a:pt x="2074704" y="803012"/>
                    <a:pt x="2076286" y="800186"/>
                    <a:pt x="2076286" y="799984"/>
                  </a:cubicBezTo>
                  <a:cubicBezTo>
                    <a:pt x="2076286" y="799782"/>
                    <a:pt x="2077161" y="798975"/>
                    <a:pt x="2077531" y="798100"/>
                  </a:cubicBezTo>
                  <a:cubicBezTo>
                    <a:pt x="2077901" y="797226"/>
                    <a:pt x="2079045" y="796351"/>
                    <a:pt x="2079180" y="795846"/>
                  </a:cubicBezTo>
                  <a:cubicBezTo>
                    <a:pt x="2079315" y="795342"/>
                    <a:pt x="2080257" y="794164"/>
                    <a:pt x="2080257" y="794164"/>
                  </a:cubicBezTo>
                  <a:cubicBezTo>
                    <a:pt x="2080257" y="794164"/>
                    <a:pt x="2082276" y="792583"/>
                    <a:pt x="2082512" y="792516"/>
                  </a:cubicBezTo>
                  <a:cubicBezTo>
                    <a:pt x="2082714" y="792449"/>
                    <a:pt x="2083521" y="792516"/>
                    <a:pt x="2083521" y="792516"/>
                  </a:cubicBezTo>
                  <a:lnTo>
                    <a:pt x="2085272" y="792954"/>
                  </a:lnTo>
                  <a:cubicBezTo>
                    <a:pt x="2085272" y="792954"/>
                    <a:pt x="2086584" y="794030"/>
                    <a:pt x="2087022" y="794400"/>
                  </a:cubicBezTo>
                  <a:cubicBezTo>
                    <a:pt x="2087459" y="794770"/>
                    <a:pt x="2087964" y="795914"/>
                    <a:pt x="2087964" y="795914"/>
                  </a:cubicBezTo>
                  <a:cubicBezTo>
                    <a:pt x="2087964" y="795914"/>
                    <a:pt x="2089478" y="797865"/>
                    <a:pt x="2089647" y="798168"/>
                  </a:cubicBezTo>
                  <a:cubicBezTo>
                    <a:pt x="2089781" y="798470"/>
                    <a:pt x="2090454" y="799850"/>
                    <a:pt x="2090522" y="800623"/>
                  </a:cubicBezTo>
                  <a:cubicBezTo>
                    <a:pt x="2090589" y="801431"/>
                    <a:pt x="2090892" y="802642"/>
                    <a:pt x="2091026" y="803079"/>
                  </a:cubicBezTo>
                  <a:cubicBezTo>
                    <a:pt x="2091161" y="803516"/>
                    <a:pt x="2092709" y="804828"/>
                    <a:pt x="2092844" y="805097"/>
                  </a:cubicBezTo>
                  <a:cubicBezTo>
                    <a:pt x="2092979" y="805400"/>
                    <a:pt x="2094661" y="807351"/>
                    <a:pt x="2094661" y="807351"/>
                  </a:cubicBezTo>
                  <a:cubicBezTo>
                    <a:pt x="2094661" y="807351"/>
                    <a:pt x="2096680" y="807486"/>
                    <a:pt x="2096916" y="807351"/>
                  </a:cubicBezTo>
                  <a:cubicBezTo>
                    <a:pt x="2097118" y="807217"/>
                    <a:pt x="2097724" y="805972"/>
                    <a:pt x="2097724" y="805972"/>
                  </a:cubicBezTo>
                  <a:lnTo>
                    <a:pt x="2098868" y="805266"/>
                  </a:lnTo>
                  <a:lnTo>
                    <a:pt x="2100887" y="805636"/>
                  </a:lnTo>
                  <a:cubicBezTo>
                    <a:pt x="2100887" y="805636"/>
                    <a:pt x="2102133" y="807452"/>
                    <a:pt x="2102200" y="807721"/>
                  </a:cubicBezTo>
                  <a:cubicBezTo>
                    <a:pt x="2102267" y="808024"/>
                    <a:pt x="2102570" y="810917"/>
                    <a:pt x="2102570" y="810917"/>
                  </a:cubicBezTo>
                  <a:cubicBezTo>
                    <a:pt x="2102570" y="810917"/>
                    <a:pt x="2103445" y="812094"/>
                    <a:pt x="2103647" y="812431"/>
                  </a:cubicBezTo>
                  <a:cubicBezTo>
                    <a:pt x="2103849" y="812801"/>
                    <a:pt x="2104388" y="814247"/>
                    <a:pt x="2104388" y="814517"/>
                  </a:cubicBezTo>
                  <a:cubicBezTo>
                    <a:pt x="2104388" y="814819"/>
                    <a:pt x="2105969" y="816535"/>
                    <a:pt x="2106272" y="816905"/>
                  </a:cubicBezTo>
                  <a:cubicBezTo>
                    <a:pt x="2106575" y="817275"/>
                    <a:pt x="2108460" y="817611"/>
                    <a:pt x="2108460" y="817611"/>
                  </a:cubicBezTo>
                  <a:lnTo>
                    <a:pt x="2110916" y="816602"/>
                  </a:lnTo>
                  <a:lnTo>
                    <a:pt x="2111219" y="814718"/>
                  </a:lnTo>
                  <a:lnTo>
                    <a:pt x="2112734" y="810951"/>
                  </a:lnTo>
                  <a:lnTo>
                    <a:pt x="2114417" y="809000"/>
                  </a:lnTo>
                  <a:lnTo>
                    <a:pt x="2115662" y="807553"/>
                  </a:lnTo>
                  <a:lnTo>
                    <a:pt x="2115662" y="803987"/>
                  </a:lnTo>
                  <a:lnTo>
                    <a:pt x="2115931" y="801094"/>
                  </a:lnTo>
                  <a:cubicBezTo>
                    <a:pt x="2115931" y="801094"/>
                    <a:pt x="2115224" y="794366"/>
                    <a:pt x="2115224" y="794064"/>
                  </a:cubicBezTo>
                  <a:cubicBezTo>
                    <a:pt x="2115224" y="793761"/>
                    <a:pt x="2114585" y="791238"/>
                    <a:pt x="2114585" y="791238"/>
                  </a:cubicBezTo>
                  <a:cubicBezTo>
                    <a:pt x="2114585" y="791238"/>
                    <a:pt x="2114147" y="788210"/>
                    <a:pt x="2113945" y="787975"/>
                  </a:cubicBezTo>
                  <a:cubicBezTo>
                    <a:pt x="2113743" y="787773"/>
                    <a:pt x="2111354" y="782963"/>
                    <a:pt x="2111354" y="782963"/>
                  </a:cubicBezTo>
                  <a:cubicBezTo>
                    <a:pt x="2111354" y="782963"/>
                    <a:pt x="2110041" y="781381"/>
                    <a:pt x="2109469" y="780877"/>
                  </a:cubicBezTo>
                  <a:cubicBezTo>
                    <a:pt x="2108897" y="780372"/>
                    <a:pt x="2107080" y="777042"/>
                    <a:pt x="2106945" y="776739"/>
                  </a:cubicBezTo>
                  <a:cubicBezTo>
                    <a:pt x="2106811" y="776436"/>
                    <a:pt x="2107315" y="772837"/>
                    <a:pt x="2107315" y="772837"/>
                  </a:cubicBezTo>
                  <a:lnTo>
                    <a:pt x="2108460" y="770449"/>
                  </a:lnTo>
                  <a:lnTo>
                    <a:pt x="2113104" y="769574"/>
                  </a:lnTo>
                  <a:lnTo>
                    <a:pt x="2115056" y="768935"/>
                  </a:lnTo>
                  <a:lnTo>
                    <a:pt x="2117580" y="768363"/>
                  </a:lnTo>
                  <a:lnTo>
                    <a:pt x="2122662" y="768800"/>
                  </a:lnTo>
                  <a:lnTo>
                    <a:pt x="2127373" y="767556"/>
                  </a:lnTo>
                  <a:lnTo>
                    <a:pt x="2129494" y="767186"/>
                  </a:lnTo>
                  <a:lnTo>
                    <a:pt x="2131749" y="765806"/>
                  </a:lnTo>
                  <a:cubicBezTo>
                    <a:pt x="2131749" y="765806"/>
                    <a:pt x="2132994" y="764494"/>
                    <a:pt x="2133128" y="764427"/>
                  </a:cubicBezTo>
                  <a:cubicBezTo>
                    <a:pt x="2133263" y="764360"/>
                    <a:pt x="2133128" y="761803"/>
                    <a:pt x="2133128" y="761803"/>
                  </a:cubicBezTo>
                  <a:cubicBezTo>
                    <a:pt x="2133128" y="761803"/>
                    <a:pt x="2133196" y="759987"/>
                    <a:pt x="2133128" y="759718"/>
                  </a:cubicBezTo>
                  <a:cubicBezTo>
                    <a:pt x="2133061" y="759448"/>
                    <a:pt x="2133701" y="755142"/>
                    <a:pt x="2133701" y="754873"/>
                  </a:cubicBezTo>
                  <a:cubicBezTo>
                    <a:pt x="2133701" y="754571"/>
                    <a:pt x="2133128" y="753629"/>
                    <a:pt x="2133128" y="753629"/>
                  </a:cubicBezTo>
                  <a:lnTo>
                    <a:pt x="2133128" y="750500"/>
                  </a:lnTo>
                  <a:lnTo>
                    <a:pt x="2133734" y="748112"/>
                  </a:lnTo>
                  <a:lnTo>
                    <a:pt x="2133398" y="744041"/>
                  </a:lnTo>
                  <a:lnTo>
                    <a:pt x="2130806" y="740408"/>
                  </a:lnTo>
                  <a:lnTo>
                    <a:pt x="2128046" y="734757"/>
                  </a:lnTo>
                  <a:lnTo>
                    <a:pt x="2127037" y="733209"/>
                  </a:lnTo>
                  <a:lnTo>
                    <a:pt x="2123570" y="729139"/>
                  </a:lnTo>
                  <a:cubicBezTo>
                    <a:pt x="2123570" y="729139"/>
                    <a:pt x="2122426" y="726818"/>
                    <a:pt x="2122426" y="726246"/>
                  </a:cubicBezTo>
                  <a:cubicBezTo>
                    <a:pt x="2122426" y="725674"/>
                    <a:pt x="2121989" y="720595"/>
                    <a:pt x="2121989" y="720023"/>
                  </a:cubicBezTo>
                  <a:cubicBezTo>
                    <a:pt x="2121989" y="719451"/>
                    <a:pt x="2121686" y="716390"/>
                    <a:pt x="2121686" y="716390"/>
                  </a:cubicBezTo>
                  <a:cubicBezTo>
                    <a:pt x="2121686" y="716390"/>
                    <a:pt x="2122258" y="714203"/>
                    <a:pt x="2122258" y="712925"/>
                  </a:cubicBezTo>
                  <a:cubicBezTo>
                    <a:pt x="2122258" y="711613"/>
                    <a:pt x="2123840" y="709897"/>
                    <a:pt x="2124143" y="709292"/>
                  </a:cubicBezTo>
                  <a:cubicBezTo>
                    <a:pt x="2124412" y="708720"/>
                    <a:pt x="2126768" y="708552"/>
                    <a:pt x="2127912" y="708283"/>
                  </a:cubicBezTo>
                  <a:cubicBezTo>
                    <a:pt x="2129090" y="708013"/>
                    <a:pt x="2131244" y="707408"/>
                    <a:pt x="2131244" y="707408"/>
                  </a:cubicBezTo>
                  <a:cubicBezTo>
                    <a:pt x="2131244" y="707408"/>
                    <a:pt x="2133835" y="705961"/>
                    <a:pt x="2134710" y="705221"/>
                  </a:cubicBezTo>
                  <a:cubicBezTo>
                    <a:pt x="2135585" y="704515"/>
                    <a:pt x="2137167" y="706802"/>
                    <a:pt x="2138480" y="707542"/>
                  </a:cubicBezTo>
                  <a:cubicBezTo>
                    <a:pt x="2139792" y="708249"/>
                    <a:pt x="2140230" y="709998"/>
                    <a:pt x="2140802" y="709998"/>
                  </a:cubicBezTo>
                  <a:cubicBezTo>
                    <a:pt x="2141374" y="709998"/>
                    <a:pt x="2141946" y="709695"/>
                    <a:pt x="2142383" y="709123"/>
                  </a:cubicBezTo>
                  <a:cubicBezTo>
                    <a:pt x="2142821" y="708552"/>
                    <a:pt x="2142821" y="706533"/>
                    <a:pt x="2143258" y="706230"/>
                  </a:cubicBezTo>
                  <a:cubicBezTo>
                    <a:pt x="2143696" y="705928"/>
                    <a:pt x="2145446" y="704347"/>
                    <a:pt x="2145446" y="703909"/>
                  </a:cubicBezTo>
                  <a:cubicBezTo>
                    <a:pt x="2145446" y="703472"/>
                    <a:pt x="2147634" y="702160"/>
                    <a:pt x="2147634" y="702160"/>
                  </a:cubicBezTo>
                  <a:cubicBezTo>
                    <a:pt x="2147634" y="702160"/>
                    <a:pt x="2149384" y="700579"/>
                    <a:pt x="2149518" y="700142"/>
                  </a:cubicBezTo>
                  <a:cubicBezTo>
                    <a:pt x="2149653" y="699704"/>
                    <a:pt x="2152715" y="698695"/>
                    <a:pt x="2152715" y="698695"/>
                  </a:cubicBezTo>
                  <a:lnTo>
                    <a:pt x="2154600" y="697686"/>
                  </a:lnTo>
                  <a:lnTo>
                    <a:pt x="2156047" y="697114"/>
                  </a:lnTo>
                  <a:lnTo>
                    <a:pt x="2159817" y="696677"/>
                  </a:lnTo>
                  <a:lnTo>
                    <a:pt x="2160961" y="696105"/>
                  </a:lnTo>
                  <a:lnTo>
                    <a:pt x="2163586" y="692909"/>
                  </a:lnTo>
                  <a:lnTo>
                    <a:pt x="2166615" y="690588"/>
                  </a:lnTo>
                  <a:lnTo>
                    <a:pt x="2167355" y="689142"/>
                  </a:lnTo>
                  <a:lnTo>
                    <a:pt x="2167490" y="687560"/>
                  </a:lnTo>
                  <a:lnTo>
                    <a:pt x="2166918" y="685374"/>
                  </a:lnTo>
                  <a:lnTo>
                    <a:pt x="2166043" y="684802"/>
                  </a:lnTo>
                  <a:lnTo>
                    <a:pt x="2167052" y="681472"/>
                  </a:lnTo>
                  <a:lnTo>
                    <a:pt x="2168062" y="678579"/>
                  </a:lnTo>
                  <a:lnTo>
                    <a:pt x="2167759" y="674946"/>
                  </a:lnTo>
                  <a:lnTo>
                    <a:pt x="2165302" y="673062"/>
                  </a:lnTo>
                  <a:lnTo>
                    <a:pt x="2162846" y="674811"/>
                  </a:lnTo>
                  <a:cubicBezTo>
                    <a:pt x="2162846" y="674811"/>
                    <a:pt x="2162542" y="675820"/>
                    <a:pt x="2162542" y="677704"/>
                  </a:cubicBezTo>
                  <a:cubicBezTo>
                    <a:pt x="2162542" y="679588"/>
                    <a:pt x="2161970" y="680328"/>
                    <a:pt x="2161668" y="680900"/>
                  </a:cubicBezTo>
                  <a:cubicBezTo>
                    <a:pt x="2161365" y="681472"/>
                    <a:pt x="2159783" y="682212"/>
                    <a:pt x="2158908" y="682044"/>
                  </a:cubicBezTo>
                  <a:cubicBezTo>
                    <a:pt x="2158033" y="681909"/>
                    <a:pt x="2154398" y="679285"/>
                    <a:pt x="2154398" y="679285"/>
                  </a:cubicBezTo>
                  <a:lnTo>
                    <a:pt x="2154701" y="676527"/>
                  </a:lnTo>
                  <a:lnTo>
                    <a:pt x="2155711" y="673634"/>
                  </a:lnTo>
                  <a:lnTo>
                    <a:pt x="2155711" y="667982"/>
                  </a:lnTo>
                  <a:lnTo>
                    <a:pt x="2152951" y="666401"/>
                  </a:lnTo>
                  <a:lnTo>
                    <a:pt x="2150763" y="665829"/>
                  </a:lnTo>
                  <a:lnTo>
                    <a:pt x="2148004" y="665257"/>
                  </a:lnTo>
                  <a:lnTo>
                    <a:pt x="2145110" y="665123"/>
                  </a:lnTo>
                  <a:cubicBezTo>
                    <a:pt x="2145110" y="665123"/>
                    <a:pt x="2143662" y="665998"/>
                    <a:pt x="2142922" y="666704"/>
                  </a:cubicBezTo>
                  <a:cubicBezTo>
                    <a:pt x="2142215" y="667444"/>
                    <a:pt x="2142619" y="668722"/>
                    <a:pt x="2142619" y="668722"/>
                  </a:cubicBezTo>
                  <a:cubicBezTo>
                    <a:pt x="2142619" y="668722"/>
                    <a:pt x="2145682" y="672187"/>
                    <a:pt x="2146388" y="672187"/>
                  </a:cubicBezTo>
                  <a:cubicBezTo>
                    <a:pt x="2147095" y="672187"/>
                    <a:pt x="2147095" y="672490"/>
                    <a:pt x="2147095" y="672490"/>
                  </a:cubicBezTo>
                  <a:cubicBezTo>
                    <a:pt x="2147095" y="672490"/>
                    <a:pt x="2146086" y="674374"/>
                    <a:pt x="2146086" y="675820"/>
                  </a:cubicBezTo>
                  <a:cubicBezTo>
                    <a:pt x="2146086" y="677267"/>
                    <a:pt x="2144941" y="678276"/>
                    <a:pt x="2144941" y="678713"/>
                  </a:cubicBezTo>
                  <a:cubicBezTo>
                    <a:pt x="2144941" y="679151"/>
                    <a:pt x="2143932" y="679588"/>
                    <a:pt x="2143932" y="679588"/>
                  </a:cubicBezTo>
                  <a:lnTo>
                    <a:pt x="2140869" y="679722"/>
                  </a:lnTo>
                  <a:lnTo>
                    <a:pt x="2137672" y="679722"/>
                  </a:lnTo>
                  <a:lnTo>
                    <a:pt x="2134912" y="680093"/>
                  </a:lnTo>
                  <a:lnTo>
                    <a:pt x="2133028" y="682346"/>
                  </a:lnTo>
                  <a:lnTo>
                    <a:pt x="2133028" y="685677"/>
                  </a:lnTo>
                  <a:lnTo>
                    <a:pt x="2134475" y="689579"/>
                  </a:lnTo>
                  <a:lnTo>
                    <a:pt x="2131849" y="692606"/>
                  </a:lnTo>
                  <a:cubicBezTo>
                    <a:pt x="2131849" y="692606"/>
                    <a:pt x="2132724" y="694490"/>
                    <a:pt x="2131547" y="694793"/>
                  </a:cubicBezTo>
                  <a:cubicBezTo>
                    <a:pt x="2130402" y="695096"/>
                    <a:pt x="2128787" y="695230"/>
                    <a:pt x="2127205" y="695365"/>
                  </a:cubicBezTo>
                  <a:cubicBezTo>
                    <a:pt x="2125590" y="695499"/>
                    <a:pt x="2124580" y="695668"/>
                    <a:pt x="2124580" y="695668"/>
                  </a:cubicBezTo>
                  <a:cubicBezTo>
                    <a:pt x="2124580" y="695668"/>
                    <a:pt x="2119364" y="696240"/>
                    <a:pt x="2117782" y="695970"/>
                  </a:cubicBezTo>
                  <a:cubicBezTo>
                    <a:pt x="2116200" y="695668"/>
                    <a:pt x="2115594" y="695399"/>
                    <a:pt x="2114753" y="694827"/>
                  </a:cubicBezTo>
                  <a:cubicBezTo>
                    <a:pt x="2113878" y="694255"/>
                    <a:pt x="2113878" y="693380"/>
                    <a:pt x="2113440" y="693246"/>
                  </a:cubicBezTo>
                  <a:cubicBezTo>
                    <a:pt x="2113003" y="693111"/>
                    <a:pt x="2113138" y="690790"/>
                    <a:pt x="2113138" y="690790"/>
                  </a:cubicBezTo>
                  <a:lnTo>
                    <a:pt x="2111825" y="687762"/>
                  </a:lnTo>
                  <a:lnTo>
                    <a:pt x="2110815" y="686316"/>
                  </a:lnTo>
                  <a:lnTo>
                    <a:pt x="2108359" y="685307"/>
                  </a:lnTo>
                  <a:lnTo>
                    <a:pt x="2108493" y="683423"/>
                  </a:lnTo>
                  <a:cubicBezTo>
                    <a:pt x="2108493" y="683423"/>
                    <a:pt x="2108931" y="680967"/>
                    <a:pt x="2108931" y="680530"/>
                  </a:cubicBezTo>
                  <a:cubicBezTo>
                    <a:pt x="2108931" y="680093"/>
                    <a:pt x="2107921" y="678343"/>
                    <a:pt x="2107921" y="678343"/>
                  </a:cubicBezTo>
                  <a:lnTo>
                    <a:pt x="2106912" y="678041"/>
                  </a:lnTo>
                  <a:lnTo>
                    <a:pt x="2105599" y="678612"/>
                  </a:lnTo>
                  <a:lnTo>
                    <a:pt x="2098363" y="678478"/>
                  </a:lnTo>
                  <a:lnTo>
                    <a:pt x="2096344" y="675147"/>
                  </a:lnTo>
                  <a:lnTo>
                    <a:pt x="2097219" y="671245"/>
                  </a:lnTo>
                  <a:lnTo>
                    <a:pt x="2098969" y="668352"/>
                  </a:lnTo>
                  <a:cubicBezTo>
                    <a:pt x="2098969" y="668352"/>
                    <a:pt x="2100416" y="666906"/>
                    <a:pt x="2100988" y="666906"/>
                  </a:cubicBezTo>
                  <a:cubicBezTo>
                    <a:pt x="2101560" y="666906"/>
                    <a:pt x="2104758" y="663878"/>
                    <a:pt x="2104758" y="663273"/>
                  </a:cubicBezTo>
                  <a:cubicBezTo>
                    <a:pt x="2104758" y="662701"/>
                    <a:pt x="2101426" y="661086"/>
                    <a:pt x="2101426" y="661086"/>
                  </a:cubicBezTo>
                  <a:lnTo>
                    <a:pt x="2094628" y="660649"/>
                  </a:lnTo>
                  <a:lnTo>
                    <a:pt x="2092474" y="658328"/>
                  </a:lnTo>
                  <a:lnTo>
                    <a:pt x="2088570" y="657016"/>
                  </a:lnTo>
                  <a:lnTo>
                    <a:pt x="2083219" y="657318"/>
                  </a:lnTo>
                  <a:lnTo>
                    <a:pt x="2076387" y="654997"/>
                  </a:lnTo>
                  <a:cubicBezTo>
                    <a:pt x="2076387" y="654997"/>
                    <a:pt x="2074502" y="653114"/>
                    <a:pt x="2074502" y="652542"/>
                  </a:cubicBezTo>
                  <a:cubicBezTo>
                    <a:pt x="2074502" y="651970"/>
                    <a:pt x="2068714" y="648202"/>
                    <a:pt x="2067839" y="646318"/>
                  </a:cubicBezTo>
                  <a:cubicBezTo>
                    <a:pt x="2066964" y="644434"/>
                    <a:pt x="2066964" y="643560"/>
                    <a:pt x="2066526" y="643291"/>
                  </a:cubicBezTo>
                  <a:cubicBezTo>
                    <a:pt x="2066089" y="642988"/>
                    <a:pt x="2065785" y="640970"/>
                    <a:pt x="2065516" y="640263"/>
                  </a:cubicBezTo>
                  <a:cubicBezTo>
                    <a:pt x="2065214" y="639557"/>
                    <a:pt x="2065516" y="637067"/>
                    <a:pt x="2065651" y="636496"/>
                  </a:cubicBezTo>
                  <a:cubicBezTo>
                    <a:pt x="2065785" y="635924"/>
                    <a:pt x="2066795" y="632593"/>
                    <a:pt x="2066795" y="632593"/>
                  </a:cubicBezTo>
                  <a:lnTo>
                    <a:pt x="2066930" y="631853"/>
                  </a:lnTo>
                  <a:cubicBezTo>
                    <a:pt x="2066930" y="631853"/>
                    <a:pt x="2068243" y="627951"/>
                    <a:pt x="2068680" y="627514"/>
                  </a:cubicBezTo>
                  <a:cubicBezTo>
                    <a:pt x="2069118" y="627076"/>
                    <a:pt x="2069824" y="623309"/>
                    <a:pt x="2069824" y="622737"/>
                  </a:cubicBezTo>
                  <a:cubicBezTo>
                    <a:pt x="2069824" y="622165"/>
                    <a:pt x="2069387" y="619272"/>
                    <a:pt x="2069387" y="619272"/>
                  </a:cubicBezTo>
                  <a:cubicBezTo>
                    <a:pt x="2069387" y="619272"/>
                    <a:pt x="2069656" y="615504"/>
                    <a:pt x="2069959" y="614933"/>
                  </a:cubicBezTo>
                  <a:cubicBezTo>
                    <a:pt x="2070262" y="614361"/>
                    <a:pt x="2073728" y="613486"/>
                    <a:pt x="2074603" y="613049"/>
                  </a:cubicBezTo>
                  <a:cubicBezTo>
                    <a:pt x="2075478" y="612611"/>
                    <a:pt x="2080829" y="607835"/>
                    <a:pt x="2080829" y="607835"/>
                  </a:cubicBezTo>
                  <a:cubicBezTo>
                    <a:pt x="2080829" y="607835"/>
                    <a:pt x="2083589" y="604639"/>
                    <a:pt x="2084295" y="604201"/>
                  </a:cubicBezTo>
                  <a:cubicBezTo>
                    <a:pt x="2085036" y="603764"/>
                    <a:pt x="2088772" y="600737"/>
                    <a:pt x="2089377" y="600131"/>
                  </a:cubicBezTo>
                  <a:cubicBezTo>
                    <a:pt x="2089950" y="599559"/>
                    <a:pt x="2094729" y="595354"/>
                    <a:pt x="2095166" y="595220"/>
                  </a:cubicBezTo>
                  <a:cubicBezTo>
                    <a:pt x="2095604" y="595085"/>
                    <a:pt x="2099070" y="592461"/>
                    <a:pt x="2099373" y="592024"/>
                  </a:cubicBezTo>
                  <a:cubicBezTo>
                    <a:pt x="2099676" y="591587"/>
                    <a:pt x="2101392" y="589703"/>
                    <a:pt x="2102267" y="589266"/>
                  </a:cubicBezTo>
                  <a:cubicBezTo>
                    <a:pt x="2103142" y="588828"/>
                    <a:pt x="2105296" y="587079"/>
                    <a:pt x="2105296" y="587079"/>
                  </a:cubicBezTo>
                  <a:cubicBezTo>
                    <a:pt x="2105296" y="587079"/>
                    <a:pt x="2108628" y="584623"/>
                    <a:pt x="2109200" y="584489"/>
                  </a:cubicBezTo>
                  <a:cubicBezTo>
                    <a:pt x="2109772" y="584354"/>
                    <a:pt x="2111388" y="581293"/>
                    <a:pt x="2111825" y="580856"/>
                  </a:cubicBezTo>
                  <a:cubicBezTo>
                    <a:pt x="2112263" y="580418"/>
                    <a:pt x="2115292" y="578972"/>
                    <a:pt x="2115292" y="578972"/>
                  </a:cubicBezTo>
                  <a:cubicBezTo>
                    <a:pt x="2115292" y="578972"/>
                    <a:pt x="2117344" y="579544"/>
                    <a:pt x="2118489" y="579544"/>
                  </a:cubicBezTo>
                  <a:cubicBezTo>
                    <a:pt x="2119633" y="579544"/>
                    <a:pt x="2120676" y="579409"/>
                    <a:pt x="2121080" y="579241"/>
                  </a:cubicBezTo>
                  <a:cubicBezTo>
                    <a:pt x="2121518" y="579106"/>
                    <a:pt x="2122830" y="577929"/>
                    <a:pt x="2123672" y="577357"/>
                  </a:cubicBezTo>
                  <a:cubicBezTo>
                    <a:pt x="2124547" y="576785"/>
                    <a:pt x="2124109" y="575339"/>
                    <a:pt x="2124244" y="574901"/>
                  </a:cubicBezTo>
                  <a:cubicBezTo>
                    <a:pt x="2124378" y="574464"/>
                    <a:pt x="2124681" y="571436"/>
                    <a:pt x="2124681" y="571436"/>
                  </a:cubicBezTo>
                  <a:lnTo>
                    <a:pt x="2124950" y="570696"/>
                  </a:lnTo>
                  <a:cubicBezTo>
                    <a:pt x="2124950" y="570696"/>
                    <a:pt x="2126263" y="567803"/>
                    <a:pt x="2126263" y="567063"/>
                  </a:cubicBezTo>
                  <a:cubicBezTo>
                    <a:pt x="2126263" y="566323"/>
                    <a:pt x="2126835" y="564170"/>
                    <a:pt x="2126835" y="564170"/>
                  </a:cubicBezTo>
                  <a:lnTo>
                    <a:pt x="2127542" y="562724"/>
                  </a:lnTo>
                  <a:cubicBezTo>
                    <a:pt x="2127542" y="562724"/>
                    <a:pt x="2128417" y="560134"/>
                    <a:pt x="2128417" y="559528"/>
                  </a:cubicBezTo>
                  <a:cubicBezTo>
                    <a:pt x="2128417" y="558956"/>
                    <a:pt x="2129292" y="558216"/>
                    <a:pt x="2130167" y="557779"/>
                  </a:cubicBezTo>
                  <a:cubicBezTo>
                    <a:pt x="2131042" y="557341"/>
                    <a:pt x="2132792" y="556635"/>
                    <a:pt x="2134508" y="555895"/>
                  </a:cubicBezTo>
                  <a:cubicBezTo>
                    <a:pt x="2136258" y="555189"/>
                    <a:pt x="2136393" y="555458"/>
                    <a:pt x="2137268" y="554886"/>
                  </a:cubicBezTo>
                  <a:cubicBezTo>
                    <a:pt x="2138143" y="554314"/>
                    <a:pt x="2139287" y="554011"/>
                    <a:pt x="2139287" y="554011"/>
                  </a:cubicBezTo>
                  <a:lnTo>
                    <a:pt x="2142316" y="551993"/>
                  </a:lnTo>
                  <a:cubicBezTo>
                    <a:pt x="2142316" y="551993"/>
                    <a:pt x="2145211" y="549100"/>
                    <a:pt x="2145951" y="548797"/>
                  </a:cubicBezTo>
                  <a:cubicBezTo>
                    <a:pt x="2146691" y="548494"/>
                    <a:pt x="2148845" y="545467"/>
                    <a:pt x="2149283" y="545164"/>
                  </a:cubicBezTo>
                  <a:cubicBezTo>
                    <a:pt x="2149720" y="544861"/>
                    <a:pt x="2150864" y="543415"/>
                    <a:pt x="2151033" y="542977"/>
                  </a:cubicBezTo>
                  <a:cubicBezTo>
                    <a:pt x="2151167" y="542540"/>
                    <a:pt x="2152042" y="541228"/>
                    <a:pt x="2152042" y="541228"/>
                  </a:cubicBezTo>
                  <a:cubicBezTo>
                    <a:pt x="2152042" y="541228"/>
                    <a:pt x="2153927" y="538201"/>
                    <a:pt x="2154499" y="537023"/>
                  </a:cubicBezTo>
                  <a:cubicBezTo>
                    <a:pt x="2155071" y="535879"/>
                    <a:pt x="2155643" y="534567"/>
                    <a:pt x="2155643" y="534567"/>
                  </a:cubicBezTo>
                  <a:lnTo>
                    <a:pt x="2154768" y="531372"/>
                  </a:lnTo>
                  <a:lnTo>
                    <a:pt x="2158538" y="526595"/>
                  </a:lnTo>
                  <a:lnTo>
                    <a:pt x="2160692" y="523567"/>
                  </a:lnTo>
                  <a:lnTo>
                    <a:pt x="2162879" y="519497"/>
                  </a:lnTo>
                  <a:lnTo>
                    <a:pt x="2167658" y="516301"/>
                  </a:lnTo>
                  <a:cubicBezTo>
                    <a:pt x="2167658" y="516301"/>
                    <a:pt x="2169678" y="515292"/>
                    <a:pt x="2170552" y="514855"/>
                  </a:cubicBezTo>
                  <a:cubicBezTo>
                    <a:pt x="2171427" y="514417"/>
                    <a:pt x="2171427" y="513845"/>
                    <a:pt x="2172437" y="512096"/>
                  </a:cubicBezTo>
                  <a:cubicBezTo>
                    <a:pt x="2173009" y="511121"/>
                    <a:pt x="2173144" y="510919"/>
                    <a:pt x="2173177" y="510952"/>
                  </a:cubicBezTo>
                  <a:cubicBezTo>
                    <a:pt x="2173278" y="510347"/>
                    <a:pt x="2173750" y="507992"/>
                    <a:pt x="2173750" y="507488"/>
                  </a:cubicBezTo>
                  <a:cubicBezTo>
                    <a:pt x="2173750" y="506916"/>
                    <a:pt x="2174456" y="505604"/>
                    <a:pt x="2174456" y="505604"/>
                  </a:cubicBezTo>
                  <a:cubicBezTo>
                    <a:pt x="2174456" y="505604"/>
                    <a:pt x="2177216" y="504023"/>
                    <a:pt x="2177923" y="503585"/>
                  </a:cubicBezTo>
                  <a:cubicBezTo>
                    <a:pt x="2178663" y="503148"/>
                    <a:pt x="2179504" y="502273"/>
                    <a:pt x="2180682" y="501836"/>
                  </a:cubicBezTo>
                  <a:cubicBezTo>
                    <a:pt x="2181827" y="501399"/>
                    <a:pt x="2183576" y="500961"/>
                    <a:pt x="2183576" y="500961"/>
                  </a:cubicBezTo>
                  <a:lnTo>
                    <a:pt x="2185159" y="499515"/>
                  </a:lnTo>
                  <a:lnTo>
                    <a:pt x="2186471" y="496487"/>
                  </a:lnTo>
                  <a:lnTo>
                    <a:pt x="2186909" y="495175"/>
                  </a:lnTo>
                  <a:lnTo>
                    <a:pt x="2185461" y="491845"/>
                  </a:lnTo>
                  <a:lnTo>
                    <a:pt x="2185596" y="488380"/>
                  </a:lnTo>
                  <a:lnTo>
                    <a:pt x="2187043" y="485184"/>
                  </a:lnTo>
                  <a:lnTo>
                    <a:pt x="2189634" y="482426"/>
                  </a:lnTo>
                  <a:cubicBezTo>
                    <a:pt x="2189634" y="482426"/>
                    <a:pt x="2192394" y="486328"/>
                    <a:pt x="2193404" y="486934"/>
                  </a:cubicBezTo>
                  <a:cubicBezTo>
                    <a:pt x="2194414" y="487506"/>
                    <a:pt x="2195289" y="489524"/>
                    <a:pt x="2195423" y="489961"/>
                  </a:cubicBezTo>
                  <a:cubicBezTo>
                    <a:pt x="2195558" y="490399"/>
                    <a:pt x="2197745" y="491711"/>
                    <a:pt x="2197745" y="491711"/>
                  </a:cubicBezTo>
                  <a:lnTo>
                    <a:pt x="2198183" y="495344"/>
                  </a:lnTo>
                  <a:lnTo>
                    <a:pt x="2197611" y="498405"/>
                  </a:lnTo>
                  <a:lnTo>
                    <a:pt x="2197173" y="499986"/>
                  </a:lnTo>
                  <a:cubicBezTo>
                    <a:pt x="2197173" y="499986"/>
                    <a:pt x="2196870" y="501298"/>
                    <a:pt x="2196736" y="501870"/>
                  </a:cubicBezTo>
                  <a:cubicBezTo>
                    <a:pt x="2196567" y="502442"/>
                    <a:pt x="2197005" y="503451"/>
                    <a:pt x="2197005" y="503451"/>
                  </a:cubicBezTo>
                  <a:cubicBezTo>
                    <a:pt x="2197005" y="503451"/>
                    <a:pt x="2197005" y="506647"/>
                    <a:pt x="2197139" y="507218"/>
                  </a:cubicBezTo>
                  <a:cubicBezTo>
                    <a:pt x="2197274" y="507790"/>
                    <a:pt x="2197443" y="507925"/>
                    <a:pt x="2197712" y="508530"/>
                  </a:cubicBezTo>
                  <a:cubicBezTo>
                    <a:pt x="2197981" y="509102"/>
                    <a:pt x="2199899" y="510851"/>
                    <a:pt x="2200337" y="511423"/>
                  </a:cubicBezTo>
                  <a:cubicBezTo>
                    <a:pt x="2200774" y="511995"/>
                    <a:pt x="2201918" y="513610"/>
                    <a:pt x="2202356" y="514182"/>
                  </a:cubicBezTo>
                  <a:cubicBezTo>
                    <a:pt x="2202794" y="514754"/>
                    <a:pt x="2203938" y="515326"/>
                    <a:pt x="2205250" y="516637"/>
                  </a:cubicBezTo>
                  <a:cubicBezTo>
                    <a:pt x="2206563" y="517949"/>
                    <a:pt x="2206260" y="517075"/>
                    <a:pt x="2207707" y="517344"/>
                  </a:cubicBezTo>
                  <a:cubicBezTo>
                    <a:pt x="2209154" y="517647"/>
                    <a:pt x="2209289" y="518521"/>
                    <a:pt x="2209289" y="518521"/>
                  </a:cubicBezTo>
                  <a:lnTo>
                    <a:pt x="2211173" y="519833"/>
                  </a:lnTo>
                  <a:lnTo>
                    <a:pt x="2211039" y="522861"/>
                  </a:lnTo>
                  <a:lnTo>
                    <a:pt x="2210029" y="524005"/>
                  </a:lnTo>
                  <a:cubicBezTo>
                    <a:pt x="2210029" y="524005"/>
                    <a:pt x="2210029" y="525317"/>
                    <a:pt x="2210164" y="525888"/>
                  </a:cubicBezTo>
                  <a:cubicBezTo>
                    <a:pt x="2210298" y="526460"/>
                    <a:pt x="2210601" y="527032"/>
                    <a:pt x="2211039" y="527907"/>
                  </a:cubicBezTo>
                  <a:cubicBezTo>
                    <a:pt x="2211476" y="528781"/>
                    <a:pt x="2211611" y="530093"/>
                    <a:pt x="2212183" y="530800"/>
                  </a:cubicBezTo>
                  <a:cubicBezTo>
                    <a:pt x="2212755" y="531540"/>
                    <a:pt x="2212890" y="532112"/>
                    <a:pt x="2213765" y="533827"/>
                  </a:cubicBezTo>
                  <a:cubicBezTo>
                    <a:pt x="2214640" y="535577"/>
                    <a:pt x="2214774" y="535408"/>
                    <a:pt x="2215078" y="536283"/>
                  </a:cubicBezTo>
                  <a:cubicBezTo>
                    <a:pt x="2215380" y="537158"/>
                    <a:pt x="2216962" y="537595"/>
                    <a:pt x="2217972" y="537595"/>
                  </a:cubicBezTo>
                  <a:cubicBezTo>
                    <a:pt x="2218981" y="537595"/>
                    <a:pt x="2218678" y="536283"/>
                    <a:pt x="2218678" y="534399"/>
                  </a:cubicBezTo>
                  <a:cubicBezTo>
                    <a:pt x="2218678" y="532515"/>
                    <a:pt x="2218678" y="531506"/>
                    <a:pt x="2218544" y="530497"/>
                  </a:cubicBezTo>
                  <a:cubicBezTo>
                    <a:pt x="2218409" y="529488"/>
                    <a:pt x="2218544" y="526729"/>
                    <a:pt x="2218544" y="526729"/>
                  </a:cubicBezTo>
                  <a:lnTo>
                    <a:pt x="2218981" y="522962"/>
                  </a:lnTo>
                  <a:lnTo>
                    <a:pt x="2217972" y="520203"/>
                  </a:lnTo>
                  <a:lnTo>
                    <a:pt x="2215953" y="516570"/>
                  </a:lnTo>
                  <a:lnTo>
                    <a:pt x="2215818" y="513240"/>
                  </a:lnTo>
                  <a:cubicBezTo>
                    <a:pt x="2215818" y="513240"/>
                    <a:pt x="2218005" y="511928"/>
                    <a:pt x="2218847" y="511491"/>
                  </a:cubicBezTo>
                  <a:cubicBezTo>
                    <a:pt x="2219722" y="511053"/>
                    <a:pt x="2219991" y="508732"/>
                    <a:pt x="2219991" y="508732"/>
                  </a:cubicBezTo>
                  <a:lnTo>
                    <a:pt x="2216659" y="508026"/>
                  </a:lnTo>
                  <a:cubicBezTo>
                    <a:pt x="2216659" y="508026"/>
                    <a:pt x="2215347" y="506445"/>
                    <a:pt x="2215044" y="505267"/>
                  </a:cubicBezTo>
                  <a:cubicBezTo>
                    <a:pt x="2214774" y="504124"/>
                    <a:pt x="2214034" y="501634"/>
                    <a:pt x="2213899" y="500760"/>
                  </a:cubicBezTo>
                  <a:cubicBezTo>
                    <a:pt x="2213765" y="499885"/>
                    <a:pt x="2212318" y="497867"/>
                    <a:pt x="2212318" y="497867"/>
                  </a:cubicBezTo>
                  <a:cubicBezTo>
                    <a:pt x="2212318" y="497867"/>
                    <a:pt x="2212587" y="493090"/>
                    <a:pt x="2212587" y="490466"/>
                  </a:cubicBezTo>
                  <a:cubicBezTo>
                    <a:pt x="2212587" y="487842"/>
                    <a:pt x="2213024" y="488279"/>
                    <a:pt x="2213024" y="488279"/>
                  </a:cubicBezTo>
                  <a:lnTo>
                    <a:pt x="2212721" y="485252"/>
                  </a:lnTo>
                  <a:lnTo>
                    <a:pt x="2212284" y="482628"/>
                  </a:lnTo>
                  <a:lnTo>
                    <a:pt x="2212419" y="480744"/>
                  </a:lnTo>
                  <a:lnTo>
                    <a:pt x="2215313" y="476842"/>
                  </a:lnTo>
                  <a:cubicBezTo>
                    <a:pt x="2215313" y="476842"/>
                    <a:pt x="2217332" y="475967"/>
                    <a:pt x="2217501" y="475530"/>
                  </a:cubicBezTo>
                  <a:cubicBezTo>
                    <a:pt x="2217635" y="475093"/>
                    <a:pt x="2218376" y="468129"/>
                    <a:pt x="2218376" y="468129"/>
                  </a:cubicBezTo>
                  <a:lnTo>
                    <a:pt x="2217198" y="462040"/>
                  </a:lnTo>
                  <a:lnTo>
                    <a:pt x="2216323" y="457398"/>
                  </a:lnTo>
                  <a:lnTo>
                    <a:pt x="2216625" y="453193"/>
                  </a:lnTo>
                  <a:cubicBezTo>
                    <a:pt x="2216625" y="453193"/>
                    <a:pt x="2217198" y="448282"/>
                    <a:pt x="2217198" y="447676"/>
                  </a:cubicBezTo>
                  <a:cubicBezTo>
                    <a:pt x="2217198" y="447104"/>
                    <a:pt x="2217635" y="445221"/>
                    <a:pt x="2217635" y="445221"/>
                  </a:cubicBezTo>
                  <a:cubicBezTo>
                    <a:pt x="2217635" y="445221"/>
                    <a:pt x="2219385" y="443034"/>
                    <a:pt x="2219654" y="442630"/>
                  </a:cubicBezTo>
                  <a:cubicBezTo>
                    <a:pt x="2219957" y="442193"/>
                    <a:pt x="2221842" y="440746"/>
                    <a:pt x="2222986" y="440309"/>
                  </a:cubicBezTo>
                  <a:cubicBezTo>
                    <a:pt x="2224130" y="439872"/>
                    <a:pt x="2223558" y="439300"/>
                    <a:pt x="2223558" y="439300"/>
                  </a:cubicBezTo>
                  <a:lnTo>
                    <a:pt x="2224299" y="436104"/>
                  </a:lnTo>
                  <a:lnTo>
                    <a:pt x="2225443" y="433077"/>
                  </a:lnTo>
                  <a:lnTo>
                    <a:pt x="2226318" y="429612"/>
                  </a:lnTo>
                  <a:lnTo>
                    <a:pt x="2225005" y="426281"/>
                  </a:lnTo>
                  <a:lnTo>
                    <a:pt x="2222414" y="423086"/>
                  </a:lnTo>
                  <a:cubicBezTo>
                    <a:pt x="2222414" y="423086"/>
                    <a:pt x="2221976" y="420462"/>
                    <a:pt x="2222414" y="419621"/>
                  </a:cubicBezTo>
                  <a:cubicBezTo>
                    <a:pt x="2222852" y="418746"/>
                    <a:pt x="2223558" y="413969"/>
                    <a:pt x="2223996" y="413667"/>
                  </a:cubicBezTo>
                  <a:cubicBezTo>
                    <a:pt x="2224433" y="413364"/>
                    <a:pt x="2227462" y="411211"/>
                    <a:pt x="2228909" y="410336"/>
                  </a:cubicBezTo>
                  <a:cubicBezTo>
                    <a:pt x="2230356" y="409462"/>
                    <a:pt x="2232813" y="409024"/>
                    <a:pt x="2233419" y="409024"/>
                  </a:cubicBezTo>
                  <a:cubicBezTo>
                    <a:pt x="2233991" y="409024"/>
                    <a:pt x="2236448" y="409462"/>
                    <a:pt x="2237491" y="409462"/>
                  </a:cubicBezTo>
                  <a:cubicBezTo>
                    <a:pt x="2238501" y="409462"/>
                    <a:pt x="2239948" y="411345"/>
                    <a:pt x="2241126" y="412220"/>
                  </a:cubicBezTo>
                  <a:cubicBezTo>
                    <a:pt x="2242270" y="413095"/>
                    <a:pt x="2245030" y="414541"/>
                    <a:pt x="2245467" y="414541"/>
                  </a:cubicBezTo>
                  <a:cubicBezTo>
                    <a:pt x="2245905" y="414541"/>
                    <a:pt x="2249237" y="413969"/>
                    <a:pt x="2249237" y="413969"/>
                  </a:cubicBezTo>
                  <a:lnTo>
                    <a:pt x="2252266" y="411076"/>
                  </a:lnTo>
                  <a:lnTo>
                    <a:pt x="2255025" y="405290"/>
                  </a:lnTo>
                  <a:lnTo>
                    <a:pt x="2257482" y="399639"/>
                  </a:lnTo>
                  <a:cubicBezTo>
                    <a:pt x="2257482" y="399639"/>
                    <a:pt x="2255160" y="394727"/>
                    <a:pt x="2255160" y="394122"/>
                  </a:cubicBezTo>
                  <a:cubicBezTo>
                    <a:pt x="2255160" y="393550"/>
                    <a:pt x="2255597" y="390489"/>
                    <a:pt x="2255597" y="390489"/>
                  </a:cubicBezTo>
                  <a:lnTo>
                    <a:pt x="2256035" y="386721"/>
                  </a:lnTo>
                  <a:lnTo>
                    <a:pt x="2256170" y="383694"/>
                  </a:lnTo>
                  <a:lnTo>
                    <a:pt x="2254420" y="381103"/>
                  </a:lnTo>
                  <a:lnTo>
                    <a:pt x="2252973" y="377908"/>
                  </a:lnTo>
                  <a:lnTo>
                    <a:pt x="2254285" y="375889"/>
                  </a:lnTo>
                  <a:lnTo>
                    <a:pt x="2253847" y="374746"/>
                  </a:lnTo>
                  <a:lnTo>
                    <a:pt x="2252266" y="371415"/>
                  </a:lnTo>
                  <a:lnTo>
                    <a:pt x="2247487" y="367076"/>
                  </a:lnTo>
                  <a:lnTo>
                    <a:pt x="2244289" y="363308"/>
                  </a:lnTo>
                  <a:lnTo>
                    <a:pt x="2242405" y="358800"/>
                  </a:lnTo>
                  <a:lnTo>
                    <a:pt x="2243280" y="356345"/>
                  </a:lnTo>
                  <a:lnTo>
                    <a:pt x="2245467" y="354764"/>
                  </a:lnTo>
                  <a:lnTo>
                    <a:pt x="2248227" y="350996"/>
                  </a:lnTo>
                  <a:lnTo>
                    <a:pt x="2248362" y="348237"/>
                  </a:lnTo>
                  <a:lnTo>
                    <a:pt x="2245905" y="343898"/>
                  </a:lnTo>
                  <a:lnTo>
                    <a:pt x="2245333" y="339390"/>
                  </a:lnTo>
                  <a:cubicBezTo>
                    <a:pt x="2245333" y="339390"/>
                    <a:pt x="2243011" y="332730"/>
                    <a:pt x="2242741" y="331149"/>
                  </a:cubicBezTo>
                  <a:cubicBezTo>
                    <a:pt x="2242439" y="329567"/>
                    <a:pt x="2242741" y="327818"/>
                    <a:pt x="2242876" y="326641"/>
                  </a:cubicBezTo>
                  <a:cubicBezTo>
                    <a:pt x="2243011" y="325497"/>
                    <a:pt x="2243617" y="323445"/>
                    <a:pt x="2244188" y="322167"/>
                  </a:cubicBezTo>
                  <a:cubicBezTo>
                    <a:pt x="2244761" y="320855"/>
                    <a:pt x="2245501" y="319711"/>
                    <a:pt x="2245636" y="319274"/>
                  </a:cubicBezTo>
                  <a:cubicBezTo>
                    <a:pt x="2245770" y="318836"/>
                    <a:pt x="2247655" y="315506"/>
                    <a:pt x="2248227" y="315069"/>
                  </a:cubicBezTo>
                  <a:cubicBezTo>
                    <a:pt x="2248799" y="314632"/>
                    <a:pt x="2247520" y="311873"/>
                    <a:pt x="2247520" y="311873"/>
                  </a:cubicBezTo>
                  <a:lnTo>
                    <a:pt x="2246948" y="307399"/>
                  </a:lnTo>
                  <a:lnTo>
                    <a:pt x="2248092" y="303631"/>
                  </a:lnTo>
                  <a:cubicBezTo>
                    <a:pt x="2248092" y="303631"/>
                    <a:pt x="2250112" y="302050"/>
                    <a:pt x="2250987" y="301310"/>
                  </a:cubicBezTo>
                  <a:cubicBezTo>
                    <a:pt x="2251862" y="300570"/>
                    <a:pt x="2253881" y="298417"/>
                    <a:pt x="2254016" y="297845"/>
                  </a:cubicBezTo>
                  <a:cubicBezTo>
                    <a:pt x="2254150" y="297273"/>
                    <a:pt x="2256641" y="291319"/>
                    <a:pt x="2256910" y="290478"/>
                  </a:cubicBezTo>
                  <a:cubicBezTo>
                    <a:pt x="2257213" y="289604"/>
                    <a:pt x="2257650" y="288594"/>
                    <a:pt x="2257650" y="288594"/>
                  </a:cubicBezTo>
                  <a:cubicBezTo>
                    <a:pt x="2257650" y="288594"/>
                    <a:pt x="2258223" y="284255"/>
                    <a:pt x="2258525" y="282808"/>
                  </a:cubicBezTo>
                  <a:cubicBezTo>
                    <a:pt x="2258828" y="281362"/>
                    <a:pt x="2259704" y="277729"/>
                    <a:pt x="2259973" y="276417"/>
                  </a:cubicBezTo>
                  <a:cubicBezTo>
                    <a:pt x="2260275" y="275105"/>
                    <a:pt x="2259973" y="272952"/>
                    <a:pt x="2259838" y="272515"/>
                  </a:cubicBezTo>
                  <a:cubicBezTo>
                    <a:pt x="2259704" y="272077"/>
                    <a:pt x="2260578" y="267435"/>
                    <a:pt x="2260578" y="267435"/>
                  </a:cubicBezTo>
                  <a:cubicBezTo>
                    <a:pt x="2260578" y="267435"/>
                    <a:pt x="2263607" y="267301"/>
                    <a:pt x="2264920" y="266729"/>
                  </a:cubicBezTo>
                  <a:cubicBezTo>
                    <a:pt x="2266232" y="266157"/>
                    <a:pt x="2266367" y="266157"/>
                    <a:pt x="2267242" y="265854"/>
                  </a:cubicBezTo>
                  <a:cubicBezTo>
                    <a:pt x="2268117" y="265551"/>
                    <a:pt x="2272593" y="262961"/>
                    <a:pt x="2272593" y="262961"/>
                  </a:cubicBezTo>
                  <a:cubicBezTo>
                    <a:pt x="2272593" y="262961"/>
                    <a:pt x="2274781" y="260068"/>
                    <a:pt x="2275218" y="259496"/>
                  </a:cubicBezTo>
                  <a:cubicBezTo>
                    <a:pt x="2275656" y="258924"/>
                    <a:pt x="2278112" y="255426"/>
                    <a:pt x="2278112" y="255426"/>
                  </a:cubicBezTo>
                  <a:lnTo>
                    <a:pt x="2278415" y="248328"/>
                  </a:lnTo>
                  <a:lnTo>
                    <a:pt x="2277540" y="243416"/>
                  </a:lnTo>
                  <a:cubicBezTo>
                    <a:pt x="2277540" y="243416"/>
                    <a:pt x="2277237" y="241970"/>
                    <a:pt x="2276968" y="241398"/>
                  </a:cubicBezTo>
                  <a:cubicBezTo>
                    <a:pt x="2276699" y="240826"/>
                    <a:pt x="2275824" y="239380"/>
                    <a:pt x="2275824" y="238808"/>
                  </a:cubicBezTo>
                  <a:cubicBezTo>
                    <a:pt x="2275824" y="238236"/>
                    <a:pt x="2273502" y="235477"/>
                    <a:pt x="2273232" y="235040"/>
                  </a:cubicBezTo>
                  <a:cubicBezTo>
                    <a:pt x="2272963" y="234603"/>
                    <a:pt x="2271348" y="231844"/>
                    <a:pt x="2271348" y="231272"/>
                  </a:cubicBezTo>
                  <a:cubicBezTo>
                    <a:pt x="2271348" y="230701"/>
                    <a:pt x="2271651" y="229086"/>
                    <a:pt x="2272660" y="228817"/>
                  </a:cubicBezTo>
                  <a:cubicBezTo>
                    <a:pt x="2273670" y="228514"/>
                    <a:pt x="2274982" y="228379"/>
                    <a:pt x="2277742" y="226933"/>
                  </a:cubicBezTo>
                  <a:cubicBezTo>
                    <a:pt x="2280502" y="225486"/>
                    <a:pt x="2278045" y="225352"/>
                    <a:pt x="2278045" y="225352"/>
                  </a:cubicBezTo>
                  <a:cubicBezTo>
                    <a:pt x="2278045" y="225352"/>
                    <a:pt x="2279189" y="223031"/>
                    <a:pt x="2279627" y="222593"/>
                  </a:cubicBezTo>
                  <a:cubicBezTo>
                    <a:pt x="2280064" y="222156"/>
                    <a:pt x="2281512" y="221853"/>
                    <a:pt x="2282252" y="221584"/>
                  </a:cubicBezTo>
                  <a:cubicBezTo>
                    <a:pt x="2282959" y="221282"/>
                    <a:pt x="2284002" y="220710"/>
                    <a:pt x="2284574" y="220272"/>
                  </a:cubicBezTo>
                  <a:cubicBezTo>
                    <a:pt x="2285146" y="219835"/>
                    <a:pt x="2286896" y="218254"/>
                    <a:pt x="2286896" y="218254"/>
                  </a:cubicBezTo>
                  <a:cubicBezTo>
                    <a:pt x="2286896" y="218254"/>
                    <a:pt x="2287771" y="216505"/>
                    <a:pt x="2288646" y="216067"/>
                  </a:cubicBezTo>
                  <a:cubicBezTo>
                    <a:pt x="2289521" y="215630"/>
                    <a:pt x="2290396" y="214486"/>
                    <a:pt x="2290531" y="213174"/>
                  </a:cubicBezTo>
                  <a:cubicBezTo>
                    <a:pt x="2290666" y="211862"/>
                    <a:pt x="2290228" y="210719"/>
                    <a:pt x="2290228" y="210147"/>
                  </a:cubicBezTo>
                  <a:cubicBezTo>
                    <a:pt x="2290228" y="209575"/>
                    <a:pt x="2289084" y="208263"/>
                    <a:pt x="2288478" y="207691"/>
                  </a:cubicBezTo>
                  <a:cubicBezTo>
                    <a:pt x="2287906" y="207119"/>
                    <a:pt x="2287603" y="205538"/>
                    <a:pt x="2287738" y="204798"/>
                  </a:cubicBezTo>
                  <a:cubicBezTo>
                    <a:pt x="2287872" y="204058"/>
                    <a:pt x="2288310" y="201905"/>
                    <a:pt x="2288310" y="201905"/>
                  </a:cubicBezTo>
                  <a:cubicBezTo>
                    <a:pt x="2288310" y="201905"/>
                    <a:pt x="2289454" y="200761"/>
                    <a:pt x="2289622" y="199719"/>
                  </a:cubicBezTo>
                  <a:cubicBezTo>
                    <a:pt x="2289757" y="198709"/>
                    <a:pt x="2289622" y="197969"/>
                    <a:pt x="2289622" y="196826"/>
                  </a:cubicBezTo>
                  <a:cubicBezTo>
                    <a:pt x="2289622" y="195682"/>
                    <a:pt x="2288040" y="195682"/>
                    <a:pt x="2287738" y="194807"/>
                  </a:cubicBezTo>
                  <a:cubicBezTo>
                    <a:pt x="2287435" y="193933"/>
                    <a:pt x="2286425" y="193058"/>
                    <a:pt x="2285988" y="193226"/>
                  </a:cubicBezTo>
                  <a:cubicBezTo>
                    <a:pt x="2285550" y="193361"/>
                    <a:pt x="2283968" y="193529"/>
                    <a:pt x="2283968" y="193529"/>
                  </a:cubicBezTo>
                  <a:cubicBezTo>
                    <a:pt x="2283968" y="193529"/>
                    <a:pt x="2282083" y="193966"/>
                    <a:pt x="2281646" y="194101"/>
                  </a:cubicBezTo>
                  <a:cubicBezTo>
                    <a:pt x="2281208" y="194235"/>
                    <a:pt x="2278752" y="194673"/>
                    <a:pt x="2278180" y="194673"/>
                  </a:cubicBezTo>
                  <a:cubicBezTo>
                    <a:pt x="2277608" y="194673"/>
                    <a:pt x="2277035" y="194101"/>
                    <a:pt x="2276733" y="192654"/>
                  </a:cubicBezTo>
                  <a:cubicBezTo>
                    <a:pt x="2276430" y="191208"/>
                    <a:pt x="2276160" y="190064"/>
                    <a:pt x="2275992" y="189627"/>
                  </a:cubicBezTo>
                  <a:cubicBezTo>
                    <a:pt x="2275857" y="189189"/>
                    <a:pt x="2275555" y="188483"/>
                    <a:pt x="2273536" y="186734"/>
                  </a:cubicBezTo>
                  <a:cubicBezTo>
                    <a:pt x="2271516" y="184984"/>
                    <a:pt x="2271651" y="186162"/>
                    <a:pt x="2270338" y="186162"/>
                  </a:cubicBezTo>
                  <a:cubicBezTo>
                    <a:pt x="2269025" y="186162"/>
                    <a:pt x="2268588" y="186162"/>
                    <a:pt x="2268150" y="186027"/>
                  </a:cubicBezTo>
                  <a:cubicBezTo>
                    <a:pt x="2267713" y="185893"/>
                    <a:pt x="2267006" y="185287"/>
                    <a:pt x="2266401" y="184009"/>
                  </a:cubicBezTo>
                  <a:cubicBezTo>
                    <a:pt x="2265828" y="182697"/>
                    <a:pt x="2266704" y="181822"/>
                    <a:pt x="2266704" y="181822"/>
                  </a:cubicBezTo>
                  <a:lnTo>
                    <a:pt x="2266704" y="178626"/>
                  </a:lnTo>
                  <a:lnTo>
                    <a:pt x="2265324" y="177045"/>
                  </a:lnTo>
                  <a:lnTo>
                    <a:pt x="2263237" y="174018"/>
                  </a:lnTo>
                  <a:lnTo>
                    <a:pt x="2259468" y="168938"/>
                  </a:lnTo>
                  <a:lnTo>
                    <a:pt x="2255564" y="167492"/>
                  </a:lnTo>
                  <a:lnTo>
                    <a:pt x="2252232" y="166348"/>
                  </a:lnTo>
                  <a:lnTo>
                    <a:pt x="2249338" y="163320"/>
                  </a:lnTo>
                  <a:lnTo>
                    <a:pt x="2248766" y="159250"/>
                  </a:lnTo>
                  <a:cubicBezTo>
                    <a:pt x="2248766" y="159250"/>
                    <a:pt x="2247621" y="158375"/>
                    <a:pt x="2247184" y="157938"/>
                  </a:cubicBezTo>
                  <a:cubicBezTo>
                    <a:pt x="2246746" y="157501"/>
                    <a:pt x="2244155" y="155617"/>
                    <a:pt x="2244155" y="155617"/>
                  </a:cubicBezTo>
                  <a:cubicBezTo>
                    <a:pt x="2244155" y="155617"/>
                    <a:pt x="2244155" y="155617"/>
                    <a:pt x="2243414" y="154877"/>
                  </a:cubicBezTo>
                  <a:cubicBezTo>
                    <a:pt x="2242708" y="154170"/>
                    <a:pt x="2242102" y="152287"/>
                    <a:pt x="2242102" y="152287"/>
                  </a:cubicBezTo>
                  <a:cubicBezTo>
                    <a:pt x="2242102" y="152287"/>
                    <a:pt x="2240655" y="150706"/>
                    <a:pt x="2240352" y="150268"/>
                  </a:cubicBezTo>
                  <a:cubicBezTo>
                    <a:pt x="2240083" y="149831"/>
                    <a:pt x="2238905" y="149259"/>
                    <a:pt x="2238333" y="149125"/>
                  </a:cubicBezTo>
                  <a:cubicBezTo>
                    <a:pt x="2237761" y="148990"/>
                    <a:pt x="2235573" y="147813"/>
                    <a:pt x="2235136" y="147543"/>
                  </a:cubicBezTo>
                  <a:cubicBezTo>
                    <a:pt x="2234698" y="147241"/>
                    <a:pt x="2232679" y="145794"/>
                    <a:pt x="2232679" y="145794"/>
                  </a:cubicBezTo>
                  <a:lnTo>
                    <a:pt x="2229347" y="143910"/>
                  </a:lnTo>
                  <a:lnTo>
                    <a:pt x="2224130" y="142733"/>
                  </a:lnTo>
                  <a:lnTo>
                    <a:pt x="2222986" y="142733"/>
                  </a:lnTo>
                  <a:lnTo>
                    <a:pt x="2220530" y="144112"/>
                  </a:lnTo>
                  <a:lnTo>
                    <a:pt x="2217198" y="145491"/>
                  </a:lnTo>
                  <a:cubicBezTo>
                    <a:pt x="2217198" y="145491"/>
                    <a:pt x="2215144" y="144482"/>
                    <a:pt x="2215144" y="143910"/>
                  </a:cubicBezTo>
                  <a:cubicBezTo>
                    <a:pt x="2215144" y="143338"/>
                    <a:pt x="2215448" y="141455"/>
                    <a:pt x="2215717" y="140715"/>
                  </a:cubicBezTo>
                  <a:cubicBezTo>
                    <a:pt x="2215986" y="139975"/>
                    <a:pt x="2216289" y="137687"/>
                    <a:pt x="2216154" y="137250"/>
                  </a:cubicBezTo>
                  <a:cubicBezTo>
                    <a:pt x="2216020" y="136812"/>
                    <a:pt x="2213125" y="135231"/>
                    <a:pt x="2213125" y="135231"/>
                  </a:cubicBezTo>
                  <a:cubicBezTo>
                    <a:pt x="2213125" y="135231"/>
                    <a:pt x="2210534" y="135097"/>
                    <a:pt x="2209491" y="135097"/>
                  </a:cubicBezTo>
                  <a:cubicBezTo>
                    <a:pt x="2208481" y="135097"/>
                    <a:pt x="2208481" y="136106"/>
                    <a:pt x="2208347" y="136543"/>
                  </a:cubicBezTo>
                  <a:cubicBezTo>
                    <a:pt x="2208212" y="136981"/>
                    <a:pt x="2208616" y="138427"/>
                    <a:pt x="2208784" y="138864"/>
                  </a:cubicBezTo>
                  <a:cubicBezTo>
                    <a:pt x="2208918" y="139302"/>
                    <a:pt x="2210231" y="140883"/>
                    <a:pt x="2210231" y="140883"/>
                  </a:cubicBezTo>
                  <a:cubicBezTo>
                    <a:pt x="2210231" y="140883"/>
                    <a:pt x="2209659" y="142901"/>
                    <a:pt x="2209524" y="143507"/>
                  </a:cubicBezTo>
                  <a:cubicBezTo>
                    <a:pt x="2209390" y="144079"/>
                    <a:pt x="2209524" y="146400"/>
                    <a:pt x="2209524" y="148149"/>
                  </a:cubicBezTo>
                  <a:cubicBezTo>
                    <a:pt x="2209524" y="149898"/>
                    <a:pt x="2209222" y="149024"/>
                    <a:pt x="2208784" y="150033"/>
                  </a:cubicBezTo>
                  <a:cubicBezTo>
                    <a:pt x="2208347" y="151042"/>
                    <a:pt x="2208515" y="152791"/>
                    <a:pt x="2208515" y="153363"/>
                  </a:cubicBezTo>
                  <a:cubicBezTo>
                    <a:pt x="2208515" y="153935"/>
                    <a:pt x="2209390" y="154070"/>
                    <a:pt x="2209390" y="154070"/>
                  </a:cubicBezTo>
                  <a:cubicBezTo>
                    <a:pt x="2209390" y="154070"/>
                    <a:pt x="2209390" y="156391"/>
                    <a:pt x="2209390" y="158274"/>
                  </a:cubicBezTo>
                  <a:cubicBezTo>
                    <a:pt x="2209390" y="160158"/>
                    <a:pt x="2208010" y="160293"/>
                    <a:pt x="2206866" y="160596"/>
                  </a:cubicBezTo>
                  <a:cubicBezTo>
                    <a:pt x="2205721" y="160898"/>
                    <a:pt x="2205351" y="159015"/>
                    <a:pt x="2204611" y="158005"/>
                  </a:cubicBezTo>
                  <a:cubicBezTo>
                    <a:pt x="2203904" y="156996"/>
                    <a:pt x="2200707" y="157871"/>
                    <a:pt x="2200269" y="158005"/>
                  </a:cubicBezTo>
                  <a:cubicBezTo>
                    <a:pt x="2199832" y="158140"/>
                    <a:pt x="2198688" y="160024"/>
                    <a:pt x="2198688" y="160024"/>
                  </a:cubicBezTo>
                  <a:lnTo>
                    <a:pt x="2201716" y="165238"/>
                  </a:lnTo>
                  <a:lnTo>
                    <a:pt x="2198957" y="170317"/>
                  </a:lnTo>
                  <a:lnTo>
                    <a:pt x="2190846" y="173782"/>
                  </a:lnTo>
                  <a:lnTo>
                    <a:pt x="2188389" y="176675"/>
                  </a:lnTo>
                  <a:cubicBezTo>
                    <a:pt x="2188389" y="176675"/>
                    <a:pt x="2188221" y="177550"/>
                    <a:pt x="2188154" y="179097"/>
                  </a:cubicBezTo>
                  <a:cubicBezTo>
                    <a:pt x="2188120" y="179636"/>
                    <a:pt x="2188086" y="180308"/>
                    <a:pt x="2188086" y="181015"/>
                  </a:cubicBezTo>
                  <a:cubicBezTo>
                    <a:pt x="2188086" y="183773"/>
                    <a:pt x="2186909" y="183336"/>
                    <a:pt x="2186336" y="183773"/>
                  </a:cubicBezTo>
                  <a:cubicBezTo>
                    <a:pt x="2185764" y="184211"/>
                    <a:pt x="2184149" y="183067"/>
                    <a:pt x="2183307" y="182461"/>
                  </a:cubicBezTo>
                  <a:cubicBezTo>
                    <a:pt x="2182432" y="181890"/>
                    <a:pt x="2180851" y="180578"/>
                    <a:pt x="2180548" y="180140"/>
                  </a:cubicBezTo>
                  <a:cubicBezTo>
                    <a:pt x="2180245" y="179703"/>
                    <a:pt x="2177788" y="178122"/>
                    <a:pt x="2177788" y="178122"/>
                  </a:cubicBezTo>
                  <a:cubicBezTo>
                    <a:pt x="2177788" y="178122"/>
                    <a:pt x="2174726" y="176675"/>
                    <a:pt x="2173581" y="176675"/>
                  </a:cubicBezTo>
                  <a:cubicBezTo>
                    <a:pt x="2172403" y="176675"/>
                    <a:pt x="2170552" y="176978"/>
                    <a:pt x="2170552" y="176978"/>
                  </a:cubicBezTo>
                  <a:lnTo>
                    <a:pt x="2169374" y="181890"/>
                  </a:lnTo>
                  <a:lnTo>
                    <a:pt x="2169374" y="183471"/>
                  </a:lnTo>
                  <a:lnTo>
                    <a:pt x="2166345" y="189694"/>
                  </a:lnTo>
                  <a:lnTo>
                    <a:pt x="2164326" y="187676"/>
                  </a:lnTo>
                  <a:cubicBezTo>
                    <a:pt x="2164326" y="187676"/>
                    <a:pt x="2162139" y="189997"/>
                    <a:pt x="2161432" y="190266"/>
                  </a:cubicBezTo>
                  <a:cubicBezTo>
                    <a:pt x="2160692" y="190569"/>
                    <a:pt x="2159547" y="190703"/>
                    <a:pt x="2159547" y="190703"/>
                  </a:cubicBezTo>
                  <a:lnTo>
                    <a:pt x="2155475" y="190131"/>
                  </a:lnTo>
                  <a:lnTo>
                    <a:pt x="2155744" y="188113"/>
                  </a:lnTo>
                  <a:lnTo>
                    <a:pt x="2156047" y="186229"/>
                  </a:lnTo>
                  <a:cubicBezTo>
                    <a:pt x="2156047" y="186229"/>
                    <a:pt x="2149821" y="185489"/>
                    <a:pt x="2149249" y="185489"/>
                  </a:cubicBezTo>
                  <a:cubicBezTo>
                    <a:pt x="2148677" y="185489"/>
                    <a:pt x="2145614" y="186633"/>
                    <a:pt x="2145614" y="186633"/>
                  </a:cubicBezTo>
                  <a:cubicBezTo>
                    <a:pt x="2145614" y="186633"/>
                    <a:pt x="2145042" y="188214"/>
                    <a:pt x="2144739" y="188651"/>
                  </a:cubicBezTo>
                  <a:cubicBezTo>
                    <a:pt x="2144437" y="189088"/>
                    <a:pt x="2144167" y="190669"/>
                    <a:pt x="2144167" y="191847"/>
                  </a:cubicBezTo>
                  <a:cubicBezTo>
                    <a:pt x="2144167" y="192991"/>
                    <a:pt x="2142855" y="193596"/>
                    <a:pt x="2142283" y="194471"/>
                  </a:cubicBezTo>
                  <a:cubicBezTo>
                    <a:pt x="2141710" y="195345"/>
                    <a:pt x="2139254" y="194908"/>
                    <a:pt x="2138076" y="194605"/>
                  </a:cubicBezTo>
                  <a:cubicBezTo>
                    <a:pt x="2136931" y="194303"/>
                    <a:pt x="2137201" y="192284"/>
                    <a:pt x="2136898" y="191712"/>
                  </a:cubicBezTo>
                  <a:cubicBezTo>
                    <a:pt x="2136628" y="191140"/>
                    <a:pt x="2133566" y="191712"/>
                    <a:pt x="2132826" y="191712"/>
                  </a:cubicBezTo>
                  <a:cubicBezTo>
                    <a:pt x="2132119" y="191712"/>
                    <a:pt x="2130369" y="190838"/>
                    <a:pt x="2130369" y="190838"/>
                  </a:cubicBezTo>
                  <a:lnTo>
                    <a:pt x="2123705" y="190131"/>
                  </a:lnTo>
                  <a:lnTo>
                    <a:pt x="2120239" y="189559"/>
                  </a:lnTo>
                  <a:lnTo>
                    <a:pt x="2116032" y="187104"/>
                  </a:lnTo>
                  <a:lnTo>
                    <a:pt x="2111825" y="183773"/>
                  </a:lnTo>
                  <a:cubicBezTo>
                    <a:pt x="2111825" y="183773"/>
                    <a:pt x="2109234" y="180140"/>
                    <a:pt x="2108493" y="179871"/>
                  </a:cubicBezTo>
                  <a:cubicBezTo>
                    <a:pt x="2107787" y="179568"/>
                    <a:pt x="2106171" y="180578"/>
                    <a:pt x="2106171" y="180578"/>
                  </a:cubicBezTo>
                  <a:cubicBezTo>
                    <a:pt x="2106171" y="180578"/>
                    <a:pt x="2106171" y="184783"/>
                    <a:pt x="2106608" y="185085"/>
                  </a:cubicBezTo>
                  <a:cubicBezTo>
                    <a:pt x="2107046" y="185388"/>
                    <a:pt x="2107349" y="188281"/>
                    <a:pt x="2107349" y="188281"/>
                  </a:cubicBezTo>
                  <a:lnTo>
                    <a:pt x="2102873" y="190165"/>
                  </a:lnTo>
                  <a:lnTo>
                    <a:pt x="2101560" y="193495"/>
                  </a:lnTo>
                  <a:lnTo>
                    <a:pt x="2098363" y="197263"/>
                  </a:lnTo>
                  <a:lnTo>
                    <a:pt x="2092844" y="200728"/>
                  </a:lnTo>
                  <a:cubicBezTo>
                    <a:pt x="2092844" y="200728"/>
                    <a:pt x="2091700" y="203049"/>
                    <a:pt x="2091531" y="203486"/>
                  </a:cubicBezTo>
                  <a:cubicBezTo>
                    <a:pt x="2091397" y="203923"/>
                    <a:pt x="2085002" y="209138"/>
                    <a:pt x="2085002" y="209138"/>
                  </a:cubicBezTo>
                  <a:lnTo>
                    <a:pt x="2082815" y="205673"/>
                  </a:lnTo>
                  <a:lnTo>
                    <a:pt x="2078473" y="201771"/>
                  </a:lnTo>
                  <a:lnTo>
                    <a:pt x="2074670" y="202141"/>
                  </a:lnTo>
                  <a:cubicBezTo>
                    <a:pt x="2074670" y="202141"/>
                    <a:pt x="2069555" y="204731"/>
                    <a:pt x="2068579" y="204865"/>
                  </a:cubicBezTo>
                  <a:cubicBezTo>
                    <a:pt x="2067603" y="204966"/>
                    <a:pt x="2068579" y="199988"/>
                    <a:pt x="2068579" y="199988"/>
                  </a:cubicBezTo>
                  <a:cubicBezTo>
                    <a:pt x="2068579" y="199988"/>
                    <a:pt x="2063901" y="200862"/>
                    <a:pt x="2063026" y="200425"/>
                  </a:cubicBezTo>
                  <a:cubicBezTo>
                    <a:pt x="2062151" y="199988"/>
                    <a:pt x="2063026" y="198575"/>
                    <a:pt x="2063026" y="198575"/>
                  </a:cubicBezTo>
                  <a:cubicBezTo>
                    <a:pt x="2063026" y="198575"/>
                    <a:pt x="2061175" y="195413"/>
                    <a:pt x="2060300" y="195211"/>
                  </a:cubicBezTo>
                  <a:cubicBezTo>
                    <a:pt x="2059425" y="195009"/>
                    <a:pt x="2059559" y="195211"/>
                    <a:pt x="2059088" y="195211"/>
                  </a:cubicBezTo>
                  <a:cubicBezTo>
                    <a:pt x="2058651" y="195211"/>
                    <a:pt x="2053872" y="194235"/>
                    <a:pt x="2053232" y="194000"/>
                  </a:cubicBezTo>
                  <a:cubicBezTo>
                    <a:pt x="2052593" y="193798"/>
                    <a:pt x="2052795" y="192385"/>
                    <a:pt x="2052795" y="192385"/>
                  </a:cubicBezTo>
                  <a:cubicBezTo>
                    <a:pt x="2052795" y="192385"/>
                    <a:pt x="2052795" y="187070"/>
                    <a:pt x="2052795" y="186734"/>
                  </a:cubicBezTo>
                  <a:cubicBezTo>
                    <a:pt x="2052795" y="186397"/>
                    <a:pt x="2053939" y="181755"/>
                    <a:pt x="2053939" y="181755"/>
                  </a:cubicBezTo>
                  <a:lnTo>
                    <a:pt x="2053468" y="171865"/>
                  </a:lnTo>
                  <a:cubicBezTo>
                    <a:pt x="2053468" y="171865"/>
                    <a:pt x="2050843" y="169577"/>
                    <a:pt x="2050439" y="169376"/>
                  </a:cubicBezTo>
                  <a:cubicBezTo>
                    <a:pt x="2050002" y="169174"/>
                    <a:pt x="2046098" y="163926"/>
                    <a:pt x="2046098" y="163926"/>
                  </a:cubicBezTo>
                  <a:lnTo>
                    <a:pt x="2046199" y="161302"/>
                  </a:lnTo>
                  <a:cubicBezTo>
                    <a:pt x="2046199" y="161302"/>
                    <a:pt x="2044011" y="159351"/>
                    <a:pt x="2043708" y="159351"/>
                  </a:cubicBezTo>
                  <a:cubicBezTo>
                    <a:pt x="2043405" y="159351"/>
                    <a:pt x="2040242" y="156424"/>
                    <a:pt x="2040242" y="156424"/>
                  </a:cubicBezTo>
                  <a:lnTo>
                    <a:pt x="2037852" y="153262"/>
                  </a:lnTo>
                  <a:lnTo>
                    <a:pt x="2037516" y="148822"/>
                  </a:lnTo>
                  <a:lnTo>
                    <a:pt x="2037852" y="146534"/>
                  </a:lnTo>
                  <a:lnTo>
                    <a:pt x="2036439" y="143507"/>
                  </a:lnTo>
                  <a:lnTo>
                    <a:pt x="2033612" y="140143"/>
                  </a:lnTo>
                  <a:lnTo>
                    <a:pt x="2031761" y="137317"/>
                  </a:lnTo>
                  <a:cubicBezTo>
                    <a:pt x="2031761" y="137317"/>
                    <a:pt x="2031660" y="134727"/>
                    <a:pt x="2031424" y="133852"/>
                  </a:cubicBezTo>
                  <a:cubicBezTo>
                    <a:pt x="2031222" y="132977"/>
                    <a:pt x="2031088" y="131262"/>
                    <a:pt x="2030886" y="130589"/>
                  </a:cubicBezTo>
                  <a:cubicBezTo>
                    <a:pt x="2030684" y="129950"/>
                    <a:pt x="2030112" y="127965"/>
                    <a:pt x="2029910" y="127326"/>
                  </a:cubicBezTo>
                  <a:cubicBezTo>
                    <a:pt x="2029708" y="126687"/>
                    <a:pt x="2028496" y="124837"/>
                    <a:pt x="2028496" y="124837"/>
                  </a:cubicBezTo>
                  <a:lnTo>
                    <a:pt x="2025568" y="120598"/>
                  </a:lnTo>
                  <a:lnTo>
                    <a:pt x="2024492" y="120060"/>
                  </a:lnTo>
                  <a:lnTo>
                    <a:pt x="2024256" y="116359"/>
                  </a:lnTo>
                  <a:lnTo>
                    <a:pt x="2025333" y="113096"/>
                  </a:lnTo>
                  <a:lnTo>
                    <a:pt x="2028799" y="111246"/>
                  </a:lnTo>
                  <a:lnTo>
                    <a:pt x="2030549" y="109396"/>
                  </a:lnTo>
                  <a:cubicBezTo>
                    <a:pt x="2030549" y="109396"/>
                    <a:pt x="2033477" y="107983"/>
                    <a:pt x="2033814" y="107781"/>
                  </a:cubicBezTo>
                  <a:cubicBezTo>
                    <a:pt x="2034150" y="107580"/>
                    <a:pt x="2034150" y="107142"/>
                    <a:pt x="2034150" y="106705"/>
                  </a:cubicBezTo>
                  <a:cubicBezTo>
                    <a:pt x="2034150" y="106268"/>
                    <a:pt x="2033814" y="106066"/>
                    <a:pt x="2033376" y="105494"/>
                  </a:cubicBezTo>
                  <a:cubicBezTo>
                    <a:pt x="2032939" y="104956"/>
                    <a:pt x="2031424" y="104619"/>
                    <a:pt x="2030886" y="103980"/>
                  </a:cubicBezTo>
                  <a:cubicBezTo>
                    <a:pt x="2030347" y="103341"/>
                    <a:pt x="2027285" y="103005"/>
                    <a:pt x="2025467" y="102466"/>
                  </a:cubicBezTo>
                  <a:cubicBezTo>
                    <a:pt x="2023616" y="101928"/>
                    <a:pt x="2022640" y="102466"/>
                    <a:pt x="2021126" y="102264"/>
                  </a:cubicBezTo>
                  <a:cubicBezTo>
                    <a:pt x="2019611" y="102029"/>
                    <a:pt x="2019174" y="102029"/>
                    <a:pt x="2018837" y="101928"/>
                  </a:cubicBezTo>
                  <a:cubicBezTo>
                    <a:pt x="2018501" y="101827"/>
                    <a:pt x="2017525" y="103879"/>
                    <a:pt x="2017087" y="104216"/>
                  </a:cubicBezTo>
                  <a:cubicBezTo>
                    <a:pt x="2016650" y="104552"/>
                    <a:pt x="2014496" y="106167"/>
                    <a:pt x="2012847" y="106268"/>
                  </a:cubicBezTo>
                  <a:cubicBezTo>
                    <a:pt x="2011231" y="106369"/>
                    <a:pt x="2010558" y="106167"/>
                    <a:pt x="2009919" y="105729"/>
                  </a:cubicBezTo>
                  <a:cubicBezTo>
                    <a:pt x="2009246" y="105292"/>
                    <a:pt x="2007967" y="106066"/>
                    <a:pt x="2007530" y="105830"/>
                  </a:cubicBezTo>
                  <a:cubicBezTo>
                    <a:pt x="2007092" y="105628"/>
                    <a:pt x="2006015" y="104518"/>
                    <a:pt x="2005578" y="103879"/>
                  </a:cubicBezTo>
                  <a:cubicBezTo>
                    <a:pt x="2005140" y="103240"/>
                    <a:pt x="2005477" y="102668"/>
                    <a:pt x="2005477" y="102029"/>
                  </a:cubicBezTo>
                  <a:cubicBezTo>
                    <a:pt x="2005477" y="101390"/>
                    <a:pt x="2004938" y="101053"/>
                    <a:pt x="2004703" y="99977"/>
                  </a:cubicBezTo>
                  <a:cubicBezTo>
                    <a:pt x="2004501" y="98901"/>
                    <a:pt x="2003727" y="98665"/>
                    <a:pt x="2003727" y="98665"/>
                  </a:cubicBezTo>
                  <a:cubicBezTo>
                    <a:pt x="2003727" y="98665"/>
                    <a:pt x="2002953" y="97252"/>
                    <a:pt x="2002515" y="96378"/>
                  </a:cubicBezTo>
                  <a:cubicBezTo>
                    <a:pt x="2002077" y="95503"/>
                    <a:pt x="2001875" y="95738"/>
                    <a:pt x="2001539" y="95167"/>
                  </a:cubicBezTo>
                  <a:cubicBezTo>
                    <a:pt x="2001202" y="94628"/>
                    <a:pt x="2000226" y="93653"/>
                    <a:pt x="1999486" y="92677"/>
                  </a:cubicBezTo>
                  <a:cubicBezTo>
                    <a:pt x="1998712" y="91702"/>
                    <a:pt x="1998813" y="91466"/>
                    <a:pt x="1998409" y="90491"/>
                  </a:cubicBezTo>
                  <a:cubicBezTo>
                    <a:pt x="1997972" y="89515"/>
                    <a:pt x="1997736" y="88842"/>
                    <a:pt x="1997298" y="88203"/>
                  </a:cubicBezTo>
                  <a:cubicBezTo>
                    <a:pt x="1996861" y="87564"/>
                    <a:pt x="1995986" y="87127"/>
                    <a:pt x="1995683" y="87026"/>
                  </a:cubicBezTo>
                  <a:cubicBezTo>
                    <a:pt x="1995347" y="86925"/>
                    <a:pt x="1994169" y="86588"/>
                    <a:pt x="1992957" y="86252"/>
                  </a:cubicBezTo>
                  <a:cubicBezTo>
                    <a:pt x="1991779" y="85916"/>
                    <a:pt x="1990567" y="84637"/>
                    <a:pt x="1990231" y="84301"/>
                  </a:cubicBezTo>
                  <a:cubicBezTo>
                    <a:pt x="1989895" y="83965"/>
                    <a:pt x="1988717" y="82787"/>
                    <a:pt x="1987842" y="82114"/>
                  </a:cubicBezTo>
                  <a:cubicBezTo>
                    <a:pt x="1986967" y="81475"/>
                    <a:pt x="1986764" y="81576"/>
                    <a:pt x="1986764" y="81576"/>
                  </a:cubicBezTo>
                  <a:lnTo>
                    <a:pt x="1984712" y="81913"/>
                  </a:lnTo>
                  <a:cubicBezTo>
                    <a:pt x="1984712" y="81913"/>
                    <a:pt x="1983736" y="84940"/>
                    <a:pt x="1983399" y="85176"/>
                  </a:cubicBezTo>
                  <a:cubicBezTo>
                    <a:pt x="1983063" y="85377"/>
                    <a:pt x="1982625" y="87564"/>
                    <a:pt x="1982423" y="88001"/>
                  </a:cubicBezTo>
                  <a:cubicBezTo>
                    <a:pt x="1982188" y="88439"/>
                    <a:pt x="1981010" y="90726"/>
                    <a:pt x="1981010" y="90726"/>
                  </a:cubicBezTo>
                  <a:lnTo>
                    <a:pt x="1980370" y="92240"/>
                  </a:lnTo>
                  <a:cubicBezTo>
                    <a:pt x="1980370" y="92240"/>
                    <a:pt x="1979697" y="95066"/>
                    <a:pt x="1979394" y="95839"/>
                  </a:cubicBezTo>
                  <a:cubicBezTo>
                    <a:pt x="1979058" y="96613"/>
                    <a:pt x="1978317" y="98564"/>
                    <a:pt x="1978317" y="98564"/>
                  </a:cubicBezTo>
                  <a:cubicBezTo>
                    <a:pt x="1978317" y="98564"/>
                    <a:pt x="1977341" y="99775"/>
                    <a:pt x="1976904" y="99775"/>
                  </a:cubicBezTo>
                  <a:cubicBezTo>
                    <a:pt x="1976466" y="99775"/>
                    <a:pt x="1975289" y="100212"/>
                    <a:pt x="1974851" y="100212"/>
                  </a:cubicBezTo>
                  <a:cubicBezTo>
                    <a:pt x="1974414" y="100212"/>
                    <a:pt x="1972798" y="101188"/>
                    <a:pt x="1972798" y="101188"/>
                  </a:cubicBezTo>
                  <a:lnTo>
                    <a:pt x="1975188" y="105528"/>
                  </a:lnTo>
                  <a:cubicBezTo>
                    <a:pt x="1975188" y="105528"/>
                    <a:pt x="1974312" y="106839"/>
                    <a:pt x="1974312" y="107142"/>
                  </a:cubicBezTo>
                  <a:cubicBezTo>
                    <a:pt x="1974312" y="107479"/>
                    <a:pt x="1972125" y="108555"/>
                    <a:pt x="1971586" y="109093"/>
                  </a:cubicBezTo>
                  <a:cubicBezTo>
                    <a:pt x="1971048" y="109632"/>
                    <a:pt x="1970173" y="109732"/>
                    <a:pt x="1970173" y="109732"/>
                  </a:cubicBezTo>
                  <a:lnTo>
                    <a:pt x="1967009" y="110069"/>
                  </a:lnTo>
                  <a:cubicBezTo>
                    <a:pt x="1967009" y="110069"/>
                    <a:pt x="1964822" y="110405"/>
                    <a:pt x="1964519" y="110405"/>
                  </a:cubicBezTo>
                  <a:cubicBezTo>
                    <a:pt x="1964182" y="110405"/>
                    <a:pt x="1961927" y="109329"/>
                    <a:pt x="1961927" y="109329"/>
                  </a:cubicBezTo>
                  <a:lnTo>
                    <a:pt x="1960077" y="107479"/>
                  </a:lnTo>
                  <a:lnTo>
                    <a:pt x="1958225" y="106268"/>
                  </a:lnTo>
                  <a:lnTo>
                    <a:pt x="1956173" y="103442"/>
                  </a:lnTo>
                  <a:lnTo>
                    <a:pt x="1955399" y="101356"/>
                  </a:lnTo>
                  <a:lnTo>
                    <a:pt x="1955298" y="98631"/>
                  </a:lnTo>
                  <a:lnTo>
                    <a:pt x="1954860" y="95267"/>
                  </a:lnTo>
                  <a:cubicBezTo>
                    <a:pt x="1954860" y="95267"/>
                    <a:pt x="1952908" y="93855"/>
                    <a:pt x="1951932" y="93653"/>
                  </a:cubicBezTo>
                  <a:cubicBezTo>
                    <a:pt x="1950956" y="93451"/>
                    <a:pt x="1947927" y="93888"/>
                    <a:pt x="1947590" y="93888"/>
                  </a:cubicBezTo>
                  <a:cubicBezTo>
                    <a:pt x="1947254" y="93888"/>
                    <a:pt x="1944225" y="94763"/>
                    <a:pt x="1944225" y="94763"/>
                  </a:cubicBezTo>
                  <a:lnTo>
                    <a:pt x="1942475" y="96075"/>
                  </a:lnTo>
                  <a:lnTo>
                    <a:pt x="1936720" y="96613"/>
                  </a:lnTo>
                  <a:lnTo>
                    <a:pt x="1932379" y="93350"/>
                  </a:lnTo>
                  <a:lnTo>
                    <a:pt x="1930528" y="92576"/>
                  </a:lnTo>
                  <a:lnTo>
                    <a:pt x="1929014" y="90188"/>
                  </a:lnTo>
                  <a:cubicBezTo>
                    <a:pt x="1929014" y="90188"/>
                    <a:pt x="1926523" y="87463"/>
                    <a:pt x="1926086" y="87362"/>
                  </a:cubicBezTo>
                  <a:cubicBezTo>
                    <a:pt x="1925648" y="87261"/>
                    <a:pt x="1924234" y="87564"/>
                    <a:pt x="1922956" y="87564"/>
                  </a:cubicBezTo>
                  <a:cubicBezTo>
                    <a:pt x="1921643" y="87564"/>
                    <a:pt x="1921306" y="87766"/>
                    <a:pt x="1920667" y="88001"/>
                  </a:cubicBezTo>
                  <a:cubicBezTo>
                    <a:pt x="1920028" y="88203"/>
                    <a:pt x="1916965" y="90053"/>
                    <a:pt x="1915248" y="90053"/>
                  </a:cubicBezTo>
                  <a:cubicBezTo>
                    <a:pt x="1913498" y="90053"/>
                    <a:pt x="1914037" y="89280"/>
                    <a:pt x="1914037" y="89280"/>
                  </a:cubicBezTo>
                  <a:cubicBezTo>
                    <a:pt x="1914037" y="89280"/>
                    <a:pt x="1915013" y="83864"/>
                    <a:pt x="1915248" y="83527"/>
                  </a:cubicBezTo>
                  <a:cubicBezTo>
                    <a:pt x="1915451" y="83191"/>
                    <a:pt x="1915248" y="82114"/>
                    <a:pt x="1915248" y="82114"/>
                  </a:cubicBezTo>
                  <a:cubicBezTo>
                    <a:pt x="1915248" y="82114"/>
                    <a:pt x="1918176" y="80903"/>
                    <a:pt x="1918614" y="80601"/>
                  </a:cubicBezTo>
                  <a:cubicBezTo>
                    <a:pt x="1919051" y="80264"/>
                    <a:pt x="1920903" y="79726"/>
                    <a:pt x="1921004" y="79087"/>
                  </a:cubicBezTo>
                  <a:cubicBezTo>
                    <a:pt x="1921104" y="78448"/>
                    <a:pt x="1924605" y="74848"/>
                    <a:pt x="1924605" y="74848"/>
                  </a:cubicBezTo>
                  <a:lnTo>
                    <a:pt x="1925244" y="73772"/>
                  </a:lnTo>
                  <a:lnTo>
                    <a:pt x="1924605" y="72022"/>
                  </a:lnTo>
                  <a:lnTo>
                    <a:pt x="1922417" y="70946"/>
                  </a:lnTo>
                  <a:lnTo>
                    <a:pt x="1923932" y="68356"/>
                  </a:lnTo>
                  <a:lnTo>
                    <a:pt x="1928374" y="66741"/>
                  </a:lnTo>
                  <a:lnTo>
                    <a:pt x="1932379" y="63713"/>
                  </a:lnTo>
                  <a:lnTo>
                    <a:pt x="1933893" y="61661"/>
                  </a:lnTo>
                  <a:lnTo>
                    <a:pt x="1934970" y="59071"/>
                  </a:lnTo>
                  <a:cubicBezTo>
                    <a:pt x="1934970" y="59071"/>
                    <a:pt x="1937797" y="56885"/>
                    <a:pt x="1938235" y="56447"/>
                  </a:cubicBezTo>
                  <a:cubicBezTo>
                    <a:pt x="1938672" y="56010"/>
                    <a:pt x="1939446" y="54160"/>
                    <a:pt x="1939648" y="53823"/>
                  </a:cubicBezTo>
                  <a:cubicBezTo>
                    <a:pt x="1939850" y="53487"/>
                    <a:pt x="1940826" y="51536"/>
                    <a:pt x="1940826" y="51536"/>
                  </a:cubicBezTo>
                  <a:lnTo>
                    <a:pt x="1942004" y="48508"/>
                  </a:lnTo>
                  <a:lnTo>
                    <a:pt x="1942341" y="45245"/>
                  </a:lnTo>
                  <a:lnTo>
                    <a:pt x="1941466" y="43765"/>
                  </a:lnTo>
                  <a:lnTo>
                    <a:pt x="1940725" y="38887"/>
                  </a:lnTo>
                  <a:cubicBezTo>
                    <a:pt x="1940725" y="38887"/>
                    <a:pt x="1942138" y="37676"/>
                    <a:pt x="1942576" y="37273"/>
                  </a:cubicBezTo>
                  <a:cubicBezTo>
                    <a:pt x="1943014" y="36835"/>
                    <a:pt x="1944326" y="36398"/>
                    <a:pt x="1944326" y="36398"/>
                  </a:cubicBezTo>
                  <a:lnTo>
                    <a:pt x="1948331" y="34649"/>
                  </a:lnTo>
                  <a:lnTo>
                    <a:pt x="1951596" y="32260"/>
                  </a:lnTo>
                  <a:lnTo>
                    <a:pt x="1951898" y="30074"/>
                  </a:lnTo>
                  <a:lnTo>
                    <a:pt x="1950048" y="27585"/>
                  </a:lnTo>
                  <a:lnTo>
                    <a:pt x="1949173" y="25633"/>
                  </a:lnTo>
                  <a:lnTo>
                    <a:pt x="1945370" y="21832"/>
                  </a:lnTo>
                  <a:lnTo>
                    <a:pt x="1940793" y="18031"/>
                  </a:lnTo>
                  <a:lnTo>
                    <a:pt x="1937090" y="13052"/>
                  </a:lnTo>
                  <a:lnTo>
                    <a:pt x="1931335" y="8376"/>
                  </a:lnTo>
                  <a:lnTo>
                    <a:pt x="1927634" y="4373"/>
                  </a:lnTo>
                  <a:lnTo>
                    <a:pt x="1927634" y="34"/>
                  </a:lnTo>
                  <a:lnTo>
                    <a:pt x="1926759" y="0"/>
                  </a:lnTo>
                  <a:lnTo>
                    <a:pt x="1925008" y="0"/>
                  </a:lnTo>
                  <a:lnTo>
                    <a:pt x="1921979" y="0"/>
                  </a:lnTo>
                  <a:lnTo>
                    <a:pt x="1918210" y="706"/>
                  </a:lnTo>
                  <a:lnTo>
                    <a:pt x="1912859" y="1716"/>
                  </a:lnTo>
                  <a:lnTo>
                    <a:pt x="1910537" y="1716"/>
                  </a:lnTo>
                  <a:lnTo>
                    <a:pt x="1907643" y="1716"/>
                  </a:lnTo>
                  <a:lnTo>
                    <a:pt x="1905758" y="1716"/>
                  </a:lnTo>
                  <a:lnTo>
                    <a:pt x="1903133" y="3364"/>
                  </a:lnTo>
                  <a:lnTo>
                    <a:pt x="1898791" y="6930"/>
                  </a:lnTo>
                  <a:lnTo>
                    <a:pt x="1897479" y="9385"/>
                  </a:lnTo>
                  <a:lnTo>
                    <a:pt x="1893710" y="10395"/>
                  </a:lnTo>
                  <a:lnTo>
                    <a:pt x="1874594" y="10395"/>
                  </a:lnTo>
                  <a:lnTo>
                    <a:pt x="1872002" y="10395"/>
                  </a:lnTo>
                  <a:lnTo>
                    <a:pt x="1870252" y="11471"/>
                  </a:lnTo>
                  <a:lnTo>
                    <a:pt x="1868502" y="12850"/>
                  </a:lnTo>
                  <a:lnTo>
                    <a:pt x="1864733" y="14734"/>
                  </a:lnTo>
                  <a:lnTo>
                    <a:pt x="1862276" y="16315"/>
                  </a:lnTo>
                  <a:lnTo>
                    <a:pt x="1861570" y="17190"/>
                  </a:lnTo>
                  <a:lnTo>
                    <a:pt x="1860425" y="20083"/>
                  </a:lnTo>
                  <a:cubicBezTo>
                    <a:pt x="1860425" y="20083"/>
                    <a:pt x="1860291" y="21664"/>
                    <a:pt x="1860291" y="22101"/>
                  </a:cubicBezTo>
                  <a:cubicBezTo>
                    <a:pt x="1860291" y="22539"/>
                    <a:pt x="1859853" y="23985"/>
                    <a:pt x="1859853" y="23985"/>
                  </a:cubicBezTo>
                  <a:lnTo>
                    <a:pt x="1859281" y="25734"/>
                  </a:lnTo>
                  <a:lnTo>
                    <a:pt x="1858541" y="27484"/>
                  </a:lnTo>
                  <a:lnTo>
                    <a:pt x="1857396" y="29065"/>
                  </a:lnTo>
                  <a:cubicBezTo>
                    <a:pt x="1857396" y="29065"/>
                    <a:pt x="1856084" y="31386"/>
                    <a:pt x="1855646" y="31958"/>
                  </a:cubicBezTo>
                  <a:cubicBezTo>
                    <a:pt x="1855209" y="32530"/>
                    <a:pt x="1854199" y="34582"/>
                    <a:pt x="1854199" y="34582"/>
                  </a:cubicBezTo>
                  <a:lnTo>
                    <a:pt x="1852315" y="36903"/>
                  </a:lnTo>
                  <a:lnTo>
                    <a:pt x="1851002" y="38786"/>
                  </a:lnTo>
                  <a:lnTo>
                    <a:pt x="1849420" y="39796"/>
                  </a:lnTo>
                  <a:lnTo>
                    <a:pt x="1847839" y="41545"/>
                  </a:lnTo>
                  <a:cubicBezTo>
                    <a:pt x="1847839" y="41545"/>
                    <a:pt x="1846391" y="43563"/>
                    <a:pt x="1845954" y="43732"/>
                  </a:cubicBezTo>
                  <a:cubicBezTo>
                    <a:pt x="1845516" y="43866"/>
                    <a:pt x="1843497" y="44741"/>
                    <a:pt x="1843497" y="44741"/>
                  </a:cubicBezTo>
                  <a:lnTo>
                    <a:pt x="1841747" y="45481"/>
                  </a:lnTo>
                  <a:lnTo>
                    <a:pt x="1838853" y="48105"/>
                  </a:lnTo>
                  <a:lnTo>
                    <a:pt x="1837540" y="49114"/>
                  </a:lnTo>
                  <a:lnTo>
                    <a:pt x="1835790" y="50426"/>
                  </a:lnTo>
                  <a:lnTo>
                    <a:pt x="1835487" y="51300"/>
                  </a:lnTo>
                  <a:lnTo>
                    <a:pt x="1835487" y="53184"/>
                  </a:lnTo>
                  <a:lnTo>
                    <a:pt x="1835622" y="55943"/>
                  </a:lnTo>
                  <a:lnTo>
                    <a:pt x="1833737" y="58701"/>
                  </a:lnTo>
                  <a:lnTo>
                    <a:pt x="1833434" y="61460"/>
                  </a:lnTo>
                  <a:lnTo>
                    <a:pt x="1831684" y="63915"/>
                  </a:lnTo>
                  <a:lnTo>
                    <a:pt x="1829799" y="65227"/>
                  </a:lnTo>
                  <a:lnTo>
                    <a:pt x="1827612" y="67246"/>
                  </a:lnTo>
                  <a:lnTo>
                    <a:pt x="1822396" y="67818"/>
                  </a:lnTo>
                  <a:lnTo>
                    <a:pt x="1819804" y="67818"/>
                  </a:lnTo>
                  <a:lnTo>
                    <a:pt x="1817920" y="69129"/>
                  </a:lnTo>
                  <a:lnTo>
                    <a:pt x="1815463" y="71316"/>
                  </a:lnTo>
                  <a:lnTo>
                    <a:pt x="1815025" y="71316"/>
                  </a:lnTo>
                  <a:lnTo>
                    <a:pt x="1814016" y="72527"/>
                  </a:lnTo>
                  <a:lnTo>
                    <a:pt x="1814588" y="75656"/>
                  </a:lnTo>
                  <a:lnTo>
                    <a:pt x="1814588" y="77102"/>
                  </a:lnTo>
                  <a:lnTo>
                    <a:pt x="1814285" y="78111"/>
                  </a:lnTo>
                  <a:lnTo>
                    <a:pt x="1813275" y="81576"/>
                  </a:lnTo>
                  <a:lnTo>
                    <a:pt x="1812838" y="86050"/>
                  </a:lnTo>
                  <a:cubicBezTo>
                    <a:pt x="1812838" y="86050"/>
                    <a:pt x="1812838" y="87934"/>
                    <a:pt x="1812838" y="88371"/>
                  </a:cubicBezTo>
                  <a:cubicBezTo>
                    <a:pt x="1812838" y="88809"/>
                    <a:pt x="1813343" y="90390"/>
                    <a:pt x="1813343" y="90827"/>
                  </a:cubicBezTo>
                  <a:cubicBezTo>
                    <a:pt x="1813343" y="91264"/>
                    <a:pt x="1813982" y="92845"/>
                    <a:pt x="1813982" y="92845"/>
                  </a:cubicBezTo>
                  <a:lnTo>
                    <a:pt x="1814857" y="94426"/>
                  </a:lnTo>
                  <a:lnTo>
                    <a:pt x="1815732" y="95301"/>
                  </a:lnTo>
                  <a:cubicBezTo>
                    <a:pt x="1815732" y="95301"/>
                    <a:pt x="1816876" y="95604"/>
                    <a:pt x="1817482" y="95604"/>
                  </a:cubicBezTo>
                  <a:cubicBezTo>
                    <a:pt x="1818054" y="95604"/>
                    <a:pt x="1821117" y="96344"/>
                    <a:pt x="1821117" y="96344"/>
                  </a:cubicBezTo>
                  <a:lnTo>
                    <a:pt x="1823708" y="96209"/>
                  </a:lnTo>
                  <a:lnTo>
                    <a:pt x="1825896" y="95469"/>
                  </a:lnTo>
                  <a:lnTo>
                    <a:pt x="1827477" y="94595"/>
                  </a:lnTo>
                  <a:cubicBezTo>
                    <a:pt x="1827477" y="94595"/>
                    <a:pt x="1829059" y="94460"/>
                    <a:pt x="1829665" y="93148"/>
                  </a:cubicBezTo>
                  <a:cubicBezTo>
                    <a:pt x="1830237" y="91836"/>
                    <a:pt x="1831247" y="90692"/>
                    <a:pt x="1831247" y="90692"/>
                  </a:cubicBezTo>
                  <a:lnTo>
                    <a:pt x="1833132" y="88237"/>
                  </a:lnTo>
                  <a:cubicBezTo>
                    <a:pt x="1833132" y="88237"/>
                    <a:pt x="1835319" y="87059"/>
                    <a:pt x="1836766" y="86555"/>
                  </a:cubicBezTo>
                  <a:cubicBezTo>
                    <a:pt x="1838213" y="86050"/>
                    <a:pt x="1839088" y="86487"/>
                    <a:pt x="1839526" y="86723"/>
                  </a:cubicBezTo>
                  <a:cubicBezTo>
                    <a:pt x="1839963" y="86958"/>
                    <a:pt x="1841848" y="86218"/>
                    <a:pt x="1843295" y="86790"/>
                  </a:cubicBezTo>
                  <a:cubicBezTo>
                    <a:pt x="1844742" y="87362"/>
                    <a:pt x="1845315" y="86487"/>
                    <a:pt x="1846627" y="86790"/>
                  </a:cubicBezTo>
                  <a:cubicBezTo>
                    <a:pt x="1847939" y="87093"/>
                    <a:pt x="1848949" y="87362"/>
                    <a:pt x="1849656" y="87665"/>
                  </a:cubicBezTo>
                  <a:cubicBezTo>
                    <a:pt x="1850396" y="87968"/>
                    <a:pt x="1852112" y="88674"/>
                    <a:pt x="1852685" y="89111"/>
                  </a:cubicBezTo>
                  <a:cubicBezTo>
                    <a:pt x="1853257" y="89549"/>
                    <a:pt x="1854570" y="90121"/>
                    <a:pt x="1855007" y="90255"/>
                  </a:cubicBezTo>
                  <a:cubicBezTo>
                    <a:pt x="1855444" y="90390"/>
                    <a:pt x="1857464" y="92139"/>
                    <a:pt x="1858069" y="92274"/>
                  </a:cubicBezTo>
                  <a:cubicBezTo>
                    <a:pt x="1858642" y="92408"/>
                    <a:pt x="1858776" y="93148"/>
                    <a:pt x="1858776" y="93148"/>
                  </a:cubicBezTo>
                  <a:lnTo>
                    <a:pt x="1859786" y="94595"/>
                  </a:lnTo>
                  <a:lnTo>
                    <a:pt x="1861098" y="96344"/>
                  </a:lnTo>
                  <a:lnTo>
                    <a:pt x="1863252" y="99977"/>
                  </a:lnTo>
                  <a:lnTo>
                    <a:pt x="1863252" y="102433"/>
                  </a:lnTo>
                  <a:lnTo>
                    <a:pt x="1861872" y="104754"/>
                  </a:lnTo>
                  <a:lnTo>
                    <a:pt x="1860358" y="106940"/>
                  </a:lnTo>
                  <a:lnTo>
                    <a:pt x="1859921" y="109564"/>
                  </a:lnTo>
                  <a:lnTo>
                    <a:pt x="1859786" y="112188"/>
                  </a:lnTo>
                  <a:lnTo>
                    <a:pt x="1859786" y="115081"/>
                  </a:lnTo>
                  <a:lnTo>
                    <a:pt x="1862175" y="117402"/>
                  </a:lnTo>
                  <a:lnTo>
                    <a:pt x="1865574" y="119152"/>
                  </a:lnTo>
                  <a:lnTo>
                    <a:pt x="1867324" y="120901"/>
                  </a:lnTo>
                  <a:lnTo>
                    <a:pt x="1870084" y="122045"/>
                  </a:lnTo>
                  <a:lnTo>
                    <a:pt x="1872104" y="123491"/>
                  </a:lnTo>
                  <a:lnTo>
                    <a:pt x="1874291" y="124938"/>
                  </a:lnTo>
                  <a:lnTo>
                    <a:pt x="1875435" y="129580"/>
                  </a:lnTo>
                  <a:lnTo>
                    <a:pt x="1875435" y="135231"/>
                  </a:lnTo>
                  <a:lnTo>
                    <a:pt x="1874224" y="141017"/>
                  </a:lnTo>
                  <a:cubicBezTo>
                    <a:pt x="1874224" y="141017"/>
                    <a:pt x="1872709" y="146231"/>
                    <a:pt x="1872709" y="146803"/>
                  </a:cubicBezTo>
                  <a:cubicBezTo>
                    <a:pt x="1872709" y="147375"/>
                    <a:pt x="1869377" y="152589"/>
                    <a:pt x="1869377" y="152589"/>
                  </a:cubicBezTo>
                  <a:lnTo>
                    <a:pt x="1862714" y="159553"/>
                  </a:lnTo>
                  <a:lnTo>
                    <a:pt x="1854738" y="165507"/>
                  </a:lnTo>
                  <a:lnTo>
                    <a:pt x="1848781" y="170418"/>
                  </a:lnTo>
                  <a:lnTo>
                    <a:pt x="1840233" y="177382"/>
                  </a:lnTo>
                  <a:lnTo>
                    <a:pt x="1833838" y="183033"/>
                  </a:lnTo>
                  <a:lnTo>
                    <a:pt x="1829766" y="191578"/>
                  </a:lnTo>
                  <a:lnTo>
                    <a:pt x="1825425" y="198978"/>
                  </a:lnTo>
                  <a:lnTo>
                    <a:pt x="1823977" y="206951"/>
                  </a:lnTo>
                  <a:lnTo>
                    <a:pt x="1823102" y="218254"/>
                  </a:lnTo>
                  <a:lnTo>
                    <a:pt x="1821521" y="226058"/>
                  </a:lnTo>
                  <a:lnTo>
                    <a:pt x="1817448" y="233459"/>
                  </a:lnTo>
                  <a:lnTo>
                    <a:pt x="1812098" y="242575"/>
                  </a:lnTo>
                  <a:lnTo>
                    <a:pt x="1810953" y="248799"/>
                  </a:lnTo>
                  <a:lnTo>
                    <a:pt x="1804727" y="261851"/>
                  </a:lnTo>
                  <a:lnTo>
                    <a:pt x="1798400" y="274096"/>
                  </a:lnTo>
                  <a:lnTo>
                    <a:pt x="1795640" y="279680"/>
                  </a:lnTo>
                  <a:cubicBezTo>
                    <a:pt x="1795640" y="279680"/>
                    <a:pt x="1793756" y="282506"/>
                    <a:pt x="1793688" y="282708"/>
                  </a:cubicBezTo>
                  <a:cubicBezTo>
                    <a:pt x="1793621" y="282943"/>
                    <a:pt x="1790929" y="287282"/>
                    <a:pt x="1790929" y="287282"/>
                  </a:cubicBezTo>
                  <a:lnTo>
                    <a:pt x="1789919" y="292295"/>
                  </a:lnTo>
                  <a:lnTo>
                    <a:pt x="1789414" y="298081"/>
                  </a:lnTo>
                  <a:lnTo>
                    <a:pt x="1785342" y="306423"/>
                  </a:lnTo>
                  <a:lnTo>
                    <a:pt x="1783020" y="310763"/>
                  </a:lnTo>
                  <a:lnTo>
                    <a:pt x="1782650" y="311638"/>
                  </a:lnTo>
                  <a:cubicBezTo>
                    <a:pt x="1782650" y="311638"/>
                    <a:pt x="1781573" y="313286"/>
                    <a:pt x="1781573" y="313589"/>
                  </a:cubicBezTo>
                  <a:cubicBezTo>
                    <a:pt x="1781573" y="313891"/>
                    <a:pt x="1780765" y="315540"/>
                    <a:pt x="1780765" y="315540"/>
                  </a:cubicBezTo>
                  <a:lnTo>
                    <a:pt x="1780496" y="317625"/>
                  </a:lnTo>
                  <a:lnTo>
                    <a:pt x="1779755" y="319072"/>
                  </a:lnTo>
                  <a:lnTo>
                    <a:pt x="1779755" y="321326"/>
                  </a:lnTo>
                  <a:lnTo>
                    <a:pt x="1779755" y="323210"/>
                  </a:lnTo>
                  <a:cubicBezTo>
                    <a:pt x="1779755" y="323210"/>
                    <a:pt x="1779755" y="324656"/>
                    <a:pt x="1779755" y="324959"/>
                  </a:cubicBezTo>
                  <a:cubicBezTo>
                    <a:pt x="1779755" y="325262"/>
                    <a:pt x="1778880" y="327650"/>
                    <a:pt x="1778880" y="327650"/>
                  </a:cubicBezTo>
                  <a:cubicBezTo>
                    <a:pt x="1778880" y="327650"/>
                    <a:pt x="1777938" y="328827"/>
                    <a:pt x="1777433" y="329164"/>
                  </a:cubicBezTo>
                  <a:cubicBezTo>
                    <a:pt x="1776928" y="329534"/>
                    <a:pt x="1775851" y="330173"/>
                    <a:pt x="1775851" y="330173"/>
                  </a:cubicBezTo>
                  <a:lnTo>
                    <a:pt x="1774472" y="330980"/>
                  </a:lnTo>
                  <a:cubicBezTo>
                    <a:pt x="1774472" y="330980"/>
                    <a:pt x="1772149" y="332225"/>
                    <a:pt x="1771947" y="332292"/>
                  </a:cubicBezTo>
                  <a:cubicBezTo>
                    <a:pt x="1771745" y="332360"/>
                    <a:pt x="1770567" y="333234"/>
                    <a:pt x="1770567" y="333234"/>
                  </a:cubicBezTo>
                  <a:lnTo>
                    <a:pt x="1769895" y="335051"/>
                  </a:lnTo>
                  <a:lnTo>
                    <a:pt x="1768952" y="337439"/>
                  </a:lnTo>
                  <a:lnTo>
                    <a:pt x="1768380" y="339323"/>
                  </a:lnTo>
                  <a:lnTo>
                    <a:pt x="1769524" y="340332"/>
                  </a:lnTo>
                  <a:lnTo>
                    <a:pt x="1771914" y="342149"/>
                  </a:lnTo>
                  <a:cubicBezTo>
                    <a:pt x="1771914" y="342149"/>
                    <a:pt x="1773294" y="342216"/>
                    <a:pt x="1773495" y="342283"/>
                  </a:cubicBezTo>
                  <a:cubicBezTo>
                    <a:pt x="1773698" y="342351"/>
                    <a:pt x="1775515" y="342418"/>
                    <a:pt x="1775818" y="342283"/>
                  </a:cubicBezTo>
                  <a:cubicBezTo>
                    <a:pt x="1776121" y="342149"/>
                    <a:pt x="1777501" y="342081"/>
                    <a:pt x="1777770" y="342081"/>
                  </a:cubicBezTo>
                  <a:cubicBezTo>
                    <a:pt x="1778039" y="342081"/>
                    <a:pt x="1779082" y="341644"/>
                    <a:pt x="1779082" y="341644"/>
                  </a:cubicBezTo>
                  <a:cubicBezTo>
                    <a:pt x="1779082" y="341644"/>
                    <a:pt x="1780226" y="341207"/>
                    <a:pt x="1780462" y="341140"/>
                  </a:cubicBezTo>
                  <a:cubicBezTo>
                    <a:pt x="1780698" y="341072"/>
                    <a:pt x="1782044" y="341072"/>
                    <a:pt x="1782347" y="341140"/>
                  </a:cubicBezTo>
                  <a:cubicBezTo>
                    <a:pt x="1782650" y="341207"/>
                    <a:pt x="1783524" y="341140"/>
                    <a:pt x="1783524" y="341140"/>
                  </a:cubicBezTo>
                  <a:lnTo>
                    <a:pt x="1785712" y="342653"/>
                  </a:lnTo>
                  <a:lnTo>
                    <a:pt x="1786587" y="344604"/>
                  </a:lnTo>
                  <a:lnTo>
                    <a:pt x="1787092" y="349684"/>
                  </a:lnTo>
                  <a:lnTo>
                    <a:pt x="1786957" y="353452"/>
                  </a:lnTo>
                  <a:lnTo>
                    <a:pt x="1786823" y="356917"/>
                  </a:lnTo>
                  <a:lnTo>
                    <a:pt x="1786385" y="359608"/>
                  </a:lnTo>
                  <a:lnTo>
                    <a:pt x="1785510" y="362501"/>
                  </a:lnTo>
                  <a:lnTo>
                    <a:pt x="1783693" y="365764"/>
                  </a:lnTo>
                  <a:lnTo>
                    <a:pt x="1782077" y="367950"/>
                  </a:lnTo>
                  <a:lnTo>
                    <a:pt x="1779822" y="370406"/>
                  </a:lnTo>
                  <a:lnTo>
                    <a:pt x="1777298" y="372794"/>
                  </a:lnTo>
                  <a:lnTo>
                    <a:pt x="1773664" y="374981"/>
                  </a:lnTo>
                  <a:lnTo>
                    <a:pt x="1768447" y="379119"/>
                  </a:lnTo>
                  <a:lnTo>
                    <a:pt x="1762558" y="379119"/>
                  </a:lnTo>
                  <a:lnTo>
                    <a:pt x="1756264" y="380868"/>
                  </a:lnTo>
                  <a:lnTo>
                    <a:pt x="1752798" y="380868"/>
                  </a:lnTo>
                  <a:lnTo>
                    <a:pt x="1750207" y="382516"/>
                  </a:lnTo>
                  <a:lnTo>
                    <a:pt x="1745865" y="385880"/>
                  </a:lnTo>
                  <a:lnTo>
                    <a:pt x="1729778" y="396510"/>
                  </a:lnTo>
                  <a:cubicBezTo>
                    <a:pt x="1729778" y="396510"/>
                    <a:pt x="1709350" y="410841"/>
                    <a:pt x="1709014" y="411076"/>
                  </a:cubicBezTo>
                  <a:cubicBezTo>
                    <a:pt x="1708677" y="411278"/>
                    <a:pt x="1706388" y="414339"/>
                    <a:pt x="1706388" y="414339"/>
                  </a:cubicBezTo>
                  <a:cubicBezTo>
                    <a:pt x="1706388" y="414339"/>
                    <a:pt x="1704739" y="415988"/>
                    <a:pt x="1703999" y="416526"/>
                  </a:cubicBezTo>
                  <a:cubicBezTo>
                    <a:pt x="1703225" y="417064"/>
                    <a:pt x="1701273" y="419251"/>
                    <a:pt x="1700398" y="420092"/>
                  </a:cubicBezTo>
                  <a:cubicBezTo>
                    <a:pt x="1699523" y="420966"/>
                    <a:pt x="1696056" y="422917"/>
                    <a:pt x="1695484" y="423119"/>
                  </a:cubicBezTo>
                  <a:cubicBezTo>
                    <a:pt x="1694946" y="423321"/>
                    <a:pt x="1692321" y="425945"/>
                    <a:pt x="1692321" y="425945"/>
                  </a:cubicBezTo>
                  <a:lnTo>
                    <a:pt x="1689258" y="425844"/>
                  </a:lnTo>
                  <a:cubicBezTo>
                    <a:pt x="1689258" y="425844"/>
                    <a:pt x="1685018" y="428031"/>
                    <a:pt x="1684580" y="428132"/>
                  </a:cubicBezTo>
                  <a:cubicBezTo>
                    <a:pt x="1684143" y="428233"/>
                    <a:pt x="1683402" y="428233"/>
                    <a:pt x="1682965" y="428132"/>
                  </a:cubicBezTo>
                  <a:cubicBezTo>
                    <a:pt x="1682527" y="428031"/>
                    <a:pt x="1681450" y="428771"/>
                    <a:pt x="1681215" y="429107"/>
                  </a:cubicBezTo>
                  <a:cubicBezTo>
                    <a:pt x="1681013" y="429444"/>
                    <a:pt x="1680003" y="430756"/>
                    <a:pt x="1679700" y="431058"/>
                  </a:cubicBezTo>
                  <a:cubicBezTo>
                    <a:pt x="1679364" y="431395"/>
                    <a:pt x="1677109" y="431933"/>
                    <a:pt x="1676234" y="432034"/>
                  </a:cubicBezTo>
                  <a:cubicBezTo>
                    <a:pt x="1675359" y="432135"/>
                    <a:pt x="1673945" y="432471"/>
                    <a:pt x="1673306" y="432471"/>
                  </a:cubicBezTo>
                  <a:cubicBezTo>
                    <a:pt x="1672666" y="432471"/>
                    <a:pt x="1669267" y="432572"/>
                    <a:pt x="1668863" y="432572"/>
                  </a:cubicBezTo>
                  <a:cubicBezTo>
                    <a:pt x="1668426" y="432572"/>
                    <a:pt x="1667012" y="432370"/>
                    <a:pt x="1667012" y="432370"/>
                  </a:cubicBezTo>
                  <a:cubicBezTo>
                    <a:pt x="1667012" y="432370"/>
                    <a:pt x="1665498" y="431731"/>
                    <a:pt x="1665263" y="431395"/>
                  </a:cubicBezTo>
                  <a:cubicBezTo>
                    <a:pt x="1665027" y="431058"/>
                    <a:pt x="1662873" y="429780"/>
                    <a:pt x="1662873" y="429780"/>
                  </a:cubicBezTo>
                  <a:lnTo>
                    <a:pt x="1660685" y="427392"/>
                  </a:lnTo>
                  <a:lnTo>
                    <a:pt x="1658296" y="423691"/>
                  </a:lnTo>
                  <a:lnTo>
                    <a:pt x="1655772" y="421101"/>
                  </a:lnTo>
                  <a:lnTo>
                    <a:pt x="1653618" y="420865"/>
                  </a:lnTo>
                  <a:lnTo>
                    <a:pt x="1650993" y="420865"/>
                  </a:lnTo>
                  <a:lnTo>
                    <a:pt x="1647392" y="421572"/>
                  </a:lnTo>
                  <a:lnTo>
                    <a:pt x="1642950" y="422278"/>
                  </a:lnTo>
                  <a:lnTo>
                    <a:pt x="1635209" y="423893"/>
                  </a:lnTo>
                  <a:cubicBezTo>
                    <a:pt x="1635209" y="423893"/>
                    <a:pt x="1632180" y="423893"/>
                    <a:pt x="1631204" y="423557"/>
                  </a:cubicBezTo>
                  <a:cubicBezTo>
                    <a:pt x="1630228" y="423220"/>
                    <a:pt x="1627300" y="422346"/>
                    <a:pt x="1625785" y="421269"/>
                  </a:cubicBezTo>
                  <a:cubicBezTo>
                    <a:pt x="1624271" y="420193"/>
                    <a:pt x="1623396" y="420933"/>
                    <a:pt x="1621646" y="419856"/>
                  </a:cubicBezTo>
                  <a:cubicBezTo>
                    <a:pt x="1619896" y="418780"/>
                    <a:pt x="1618483" y="418342"/>
                    <a:pt x="1617843" y="417905"/>
                  </a:cubicBezTo>
                  <a:cubicBezTo>
                    <a:pt x="1617204" y="417468"/>
                    <a:pt x="1616093" y="416930"/>
                    <a:pt x="1615016" y="416156"/>
                  </a:cubicBezTo>
                  <a:cubicBezTo>
                    <a:pt x="1613939" y="415382"/>
                    <a:pt x="1612727" y="415281"/>
                    <a:pt x="1611987" y="414541"/>
                  </a:cubicBezTo>
                  <a:cubicBezTo>
                    <a:pt x="1611213" y="413767"/>
                    <a:pt x="1609799" y="413566"/>
                    <a:pt x="1609261" y="413128"/>
                  </a:cubicBezTo>
                  <a:cubicBezTo>
                    <a:pt x="1608723" y="412691"/>
                    <a:pt x="1606771" y="411514"/>
                    <a:pt x="1605896" y="410639"/>
                  </a:cubicBezTo>
                  <a:cubicBezTo>
                    <a:pt x="1605021" y="409764"/>
                    <a:pt x="1603708" y="409428"/>
                    <a:pt x="1603069" y="408789"/>
                  </a:cubicBezTo>
                  <a:cubicBezTo>
                    <a:pt x="1602429" y="408150"/>
                    <a:pt x="1601016" y="407578"/>
                    <a:pt x="1599804" y="406300"/>
                  </a:cubicBezTo>
                  <a:cubicBezTo>
                    <a:pt x="1598593" y="404988"/>
                    <a:pt x="1598256" y="405761"/>
                    <a:pt x="1596741" y="404550"/>
                  </a:cubicBezTo>
                  <a:cubicBezTo>
                    <a:pt x="1595227" y="403373"/>
                    <a:pt x="1595429" y="404012"/>
                    <a:pt x="1593915" y="403137"/>
                  </a:cubicBezTo>
                  <a:cubicBezTo>
                    <a:pt x="1592400" y="402263"/>
                    <a:pt x="1591525" y="402498"/>
                    <a:pt x="1590314" y="401725"/>
                  </a:cubicBezTo>
                  <a:cubicBezTo>
                    <a:pt x="1589102" y="400951"/>
                    <a:pt x="1587486" y="401725"/>
                    <a:pt x="1587486" y="401725"/>
                  </a:cubicBezTo>
                  <a:lnTo>
                    <a:pt x="1586511" y="401725"/>
                  </a:lnTo>
                  <a:lnTo>
                    <a:pt x="1584660" y="402532"/>
                  </a:lnTo>
                  <a:lnTo>
                    <a:pt x="1581833" y="405829"/>
                  </a:lnTo>
                  <a:lnTo>
                    <a:pt x="1578568" y="412691"/>
                  </a:lnTo>
                  <a:lnTo>
                    <a:pt x="1575741" y="416930"/>
                  </a:lnTo>
                  <a:lnTo>
                    <a:pt x="1573352" y="424532"/>
                  </a:lnTo>
                  <a:lnTo>
                    <a:pt x="1569885" y="430957"/>
                  </a:lnTo>
                  <a:lnTo>
                    <a:pt x="1566520" y="439771"/>
                  </a:lnTo>
                  <a:cubicBezTo>
                    <a:pt x="1566520" y="439771"/>
                    <a:pt x="1561068" y="452251"/>
                    <a:pt x="1561068" y="452588"/>
                  </a:cubicBezTo>
                  <a:cubicBezTo>
                    <a:pt x="1561068" y="452924"/>
                    <a:pt x="1560092" y="457364"/>
                    <a:pt x="1560092" y="457364"/>
                  </a:cubicBezTo>
                  <a:cubicBezTo>
                    <a:pt x="1560092" y="457364"/>
                    <a:pt x="1558880" y="464092"/>
                    <a:pt x="1558443" y="466178"/>
                  </a:cubicBezTo>
                  <a:cubicBezTo>
                    <a:pt x="1558005" y="468230"/>
                    <a:pt x="1555380" y="471493"/>
                    <a:pt x="1555515" y="471830"/>
                  </a:cubicBezTo>
                  <a:cubicBezTo>
                    <a:pt x="1555616" y="472166"/>
                    <a:pt x="1554303" y="476068"/>
                    <a:pt x="1554303" y="476068"/>
                  </a:cubicBezTo>
                  <a:cubicBezTo>
                    <a:pt x="1554303" y="476068"/>
                    <a:pt x="1551275" y="479869"/>
                    <a:pt x="1550399" y="480206"/>
                  </a:cubicBezTo>
                  <a:cubicBezTo>
                    <a:pt x="1549524" y="480542"/>
                    <a:pt x="1548111" y="486059"/>
                    <a:pt x="1548111" y="486395"/>
                  </a:cubicBezTo>
                  <a:cubicBezTo>
                    <a:pt x="1548111" y="486732"/>
                    <a:pt x="1545822" y="490836"/>
                    <a:pt x="1545620" y="491408"/>
                  </a:cubicBezTo>
                  <a:cubicBezTo>
                    <a:pt x="1545385" y="491946"/>
                    <a:pt x="1544544" y="499650"/>
                    <a:pt x="1544544" y="499650"/>
                  </a:cubicBezTo>
                  <a:lnTo>
                    <a:pt x="1540000" y="510313"/>
                  </a:lnTo>
                  <a:cubicBezTo>
                    <a:pt x="1540000" y="510313"/>
                    <a:pt x="1540202" y="514014"/>
                    <a:pt x="1540202" y="514552"/>
                  </a:cubicBezTo>
                  <a:cubicBezTo>
                    <a:pt x="1540202" y="515090"/>
                    <a:pt x="1540303" y="521381"/>
                    <a:pt x="1540101" y="521818"/>
                  </a:cubicBezTo>
                  <a:cubicBezTo>
                    <a:pt x="1539866" y="522255"/>
                    <a:pt x="1539327" y="526931"/>
                    <a:pt x="1539024" y="528109"/>
                  </a:cubicBezTo>
                  <a:cubicBezTo>
                    <a:pt x="1538687" y="529286"/>
                    <a:pt x="1536433" y="530497"/>
                    <a:pt x="1535221" y="531809"/>
                  </a:cubicBezTo>
                  <a:cubicBezTo>
                    <a:pt x="1534043" y="533121"/>
                    <a:pt x="1532831" y="534971"/>
                    <a:pt x="1532596" y="535274"/>
                  </a:cubicBezTo>
                  <a:cubicBezTo>
                    <a:pt x="1532394" y="535610"/>
                    <a:pt x="1527178" y="540589"/>
                    <a:pt x="1526740" y="540824"/>
                  </a:cubicBezTo>
                  <a:cubicBezTo>
                    <a:pt x="1526303" y="541026"/>
                    <a:pt x="1524452" y="544962"/>
                    <a:pt x="1524351" y="545265"/>
                  </a:cubicBezTo>
                  <a:cubicBezTo>
                    <a:pt x="1524250" y="545601"/>
                    <a:pt x="1521423" y="547889"/>
                    <a:pt x="1521086" y="548091"/>
                  </a:cubicBezTo>
                  <a:cubicBezTo>
                    <a:pt x="1520783" y="548292"/>
                    <a:pt x="1520009" y="552329"/>
                    <a:pt x="1520009" y="552329"/>
                  </a:cubicBezTo>
                  <a:cubicBezTo>
                    <a:pt x="1520009" y="552329"/>
                    <a:pt x="1519773" y="556568"/>
                    <a:pt x="1519773" y="556904"/>
                  </a:cubicBezTo>
                  <a:cubicBezTo>
                    <a:pt x="1519773" y="557241"/>
                    <a:pt x="1520413" y="561244"/>
                    <a:pt x="1520413" y="561244"/>
                  </a:cubicBezTo>
                  <a:lnTo>
                    <a:pt x="1520649" y="569485"/>
                  </a:lnTo>
                  <a:cubicBezTo>
                    <a:pt x="1520649" y="569485"/>
                    <a:pt x="1523913" y="574060"/>
                    <a:pt x="1524115" y="574700"/>
                  </a:cubicBezTo>
                  <a:cubicBezTo>
                    <a:pt x="1524317" y="575339"/>
                    <a:pt x="1524553" y="578299"/>
                    <a:pt x="1524553" y="578938"/>
                  </a:cubicBezTo>
                  <a:cubicBezTo>
                    <a:pt x="1524553" y="579577"/>
                    <a:pt x="1523240" y="581663"/>
                    <a:pt x="1521625" y="583076"/>
                  </a:cubicBezTo>
                  <a:cubicBezTo>
                    <a:pt x="1520009" y="584489"/>
                    <a:pt x="1518898" y="585565"/>
                    <a:pt x="1517822" y="586238"/>
                  </a:cubicBezTo>
                  <a:cubicBezTo>
                    <a:pt x="1516745" y="586877"/>
                    <a:pt x="1513379" y="590140"/>
                    <a:pt x="1512942" y="590477"/>
                  </a:cubicBezTo>
                  <a:cubicBezTo>
                    <a:pt x="1512504" y="590813"/>
                    <a:pt x="1510653" y="592226"/>
                    <a:pt x="1509879" y="592327"/>
                  </a:cubicBezTo>
                  <a:cubicBezTo>
                    <a:pt x="1509105" y="592428"/>
                    <a:pt x="1505740" y="594816"/>
                    <a:pt x="1505201" y="594715"/>
                  </a:cubicBezTo>
                  <a:cubicBezTo>
                    <a:pt x="1504663" y="594614"/>
                    <a:pt x="1504764" y="596666"/>
                    <a:pt x="1504764" y="596666"/>
                  </a:cubicBezTo>
                  <a:cubicBezTo>
                    <a:pt x="1504764" y="596666"/>
                    <a:pt x="1504663" y="601342"/>
                    <a:pt x="1504663" y="601880"/>
                  </a:cubicBezTo>
                  <a:cubicBezTo>
                    <a:pt x="1504663" y="602419"/>
                    <a:pt x="1504764" y="607431"/>
                    <a:pt x="1504764" y="607431"/>
                  </a:cubicBezTo>
                  <a:cubicBezTo>
                    <a:pt x="1504764" y="607431"/>
                    <a:pt x="1505437" y="610896"/>
                    <a:pt x="1505538" y="611333"/>
                  </a:cubicBezTo>
                  <a:cubicBezTo>
                    <a:pt x="1505639" y="611770"/>
                    <a:pt x="1505975" y="613183"/>
                    <a:pt x="1505975" y="613183"/>
                  </a:cubicBezTo>
                  <a:cubicBezTo>
                    <a:pt x="1505975" y="613183"/>
                    <a:pt x="1507389" y="619171"/>
                    <a:pt x="1507591" y="619474"/>
                  </a:cubicBezTo>
                  <a:cubicBezTo>
                    <a:pt x="1507826" y="619810"/>
                    <a:pt x="1508903" y="621223"/>
                    <a:pt x="1508903" y="621223"/>
                  </a:cubicBezTo>
                  <a:lnTo>
                    <a:pt x="1512706" y="625563"/>
                  </a:lnTo>
                  <a:lnTo>
                    <a:pt x="1515870" y="629263"/>
                  </a:lnTo>
                  <a:cubicBezTo>
                    <a:pt x="1515870" y="629263"/>
                    <a:pt x="1520884" y="634814"/>
                    <a:pt x="1521086" y="635251"/>
                  </a:cubicBezTo>
                  <a:cubicBezTo>
                    <a:pt x="1521322" y="635688"/>
                    <a:pt x="1524149" y="638850"/>
                    <a:pt x="1524149" y="638850"/>
                  </a:cubicBezTo>
                  <a:lnTo>
                    <a:pt x="1532966" y="643526"/>
                  </a:lnTo>
                  <a:cubicBezTo>
                    <a:pt x="1532966" y="643526"/>
                    <a:pt x="1535053" y="645477"/>
                    <a:pt x="1535457" y="645814"/>
                  </a:cubicBezTo>
                  <a:cubicBezTo>
                    <a:pt x="1535894" y="646150"/>
                    <a:pt x="1537207" y="645814"/>
                    <a:pt x="1537207" y="645814"/>
                  </a:cubicBezTo>
                  <a:lnTo>
                    <a:pt x="1541010" y="644737"/>
                  </a:lnTo>
                  <a:lnTo>
                    <a:pt x="1543399" y="641272"/>
                  </a:lnTo>
                  <a:cubicBezTo>
                    <a:pt x="1543399" y="641272"/>
                    <a:pt x="1541986" y="635957"/>
                    <a:pt x="1541986" y="635285"/>
                  </a:cubicBezTo>
                  <a:cubicBezTo>
                    <a:pt x="1541986" y="634645"/>
                    <a:pt x="1543197" y="632896"/>
                    <a:pt x="1544914" y="632021"/>
                  </a:cubicBezTo>
                  <a:cubicBezTo>
                    <a:pt x="1546663" y="631147"/>
                    <a:pt x="1548717" y="630407"/>
                    <a:pt x="1549827" y="629835"/>
                  </a:cubicBezTo>
                  <a:cubicBezTo>
                    <a:pt x="1550904" y="629297"/>
                    <a:pt x="1553866" y="628220"/>
                    <a:pt x="1556020" y="627648"/>
                  </a:cubicBezTo>
                  <a:cubicBezTo>
                    <a:pt x="1558207" y="627110"/>
                    <a:pt x="1560159" y="626673"/>
                    <a:pt x="1561674" y="626336"/>
                  </a:cubicBezTo>
                  <a:cubicBezTo>
                    <a:pt x="1563188" y="626000"/>
                    <a:pt x="1565712" y="625024"/>
                    <a:pt x="1567428" y="624587"/>
                  </a:cubicBezTo>
                  <a:cubicBezTo>
                    <a:pt x="1569179" y="624150"/>
                    <a:pt x="1577121" y="624251"/>
                    <a:pt x="1577121" y="624251"/>
                  </a:cubicBezTo>
                  <a:lnTo>
                    <a:pt x="1579746" y="624251"/>
                  </a:lnTo>
                  <a:cubicBezTo>
                    <a:pt x="1579746" y="624251"/>
                    <a:pt x="1584323" y="626269"/>
                    <a:pt x="1584525" y="625933"/>
                  </a:cubicBezTo>
                  <a:cubicBezTo>
                    <a:pt x="1584727" y="625596"/>
                    <a:pt x="1587554" y="624587"/>
                    <a:pt x="1588429" y="623914"/>
                  </a:cubicBezTo>
                  <a:cubicBezTo>
                    <a:pt x="1589304" y="623275"/>
                    <a:pt x="1593107" y="623040"/>
                    <a:pt x="1594857" y="622401"/>
                  </a:cubicBezTo>
                  <a:cubicBezTo>
                    <a:pt x="1596607" y="621761"/>
                    <a:pt x="1598559" y="621761"/>
                    <a:pt x="1598996" y="621425"/>
                  </a:cubicBezTo>
                  <a:cubicBezTo>
                    <a:pt x="1599434" y="621089"/>
                    <a:pt x="1606064" y="621189"/>
                    <a:pt x="1606064" y="621189"/>
                  </a:cubicBezTo>
                  <a:lnTo>
                    <a:pt x="1611281" y="620214"/>
                  </a:lnTo>
                  <a:lnTo>
                    <a:pt x="1617035" y="620113"/>
                  </a:lnTo>
                  <a:lnTo>
                    <a:pt x="1624002" y="621526"/>
                  </a:lnTo>
                  <a:lnTo>
                    <a:pt x="1637598" y="629128"/>
                  </a:lnTo>
                  <a:cubicBezTo>
                    <a:pt x="1637598" y="629128"/>
                    <a:pt x="1639988" y="631853"/>
                    <a:pt x="1641199" y="633266"/>
                  </a:cubicBezTo>
                  <a:cubicBezTo>
                    <a:pt x="1642411" y="634679"/>
                    <a:pt x="1648267" y="637067"/>
                    <a:pt x="1648704" y="637168"/>
                  </a:cubicBezTo>
                  <a:cubicBezTo>
                    <a:pt x="1649142" y="637269"/>
                    <a:pt x="1653382" y="638043"/>
                    <a:pt x="1653921" y="637942"/>
                  </a:cubicBezTo>
                  <a:cubicBezTo>
                    <a:pt x="1654459" y="637841"/>
                    <a:pt x="1659238" y="637606"/>
                    <a:pt x="1660214" y="637067"/>
                  </a:cubicBezTo>
                  <a:cubicBezTo>
                    <a:pt x="1661190" y="636529"/>
                    <a:pt x="1662805" y="635318"/>
                    <a:pt x="1662907" y="635015"/>
                  </a:cubicBezTo>
                  <a:cubicBezTo>
                    <a:pt x="1663008" y="634679"/>
                    <a:pt x="1663681" y="632291"/>
                    <a:pt x="1663782" y="630878"/>
                  </a:cubicBezTo>
                  <a:cubicBezTo>
                    <a:pt x="1663883" y="629465"/>
                    <a:pt x="1664421" y="628927"/>
                    <a:pt x="1664421" y="628927"/>
                  </a:cubicBezTo>
                  <a:lnTo>
                    <a:pt x="1664959" y="626875"/>
                  </a:lnTo>
                  <a:lnTo>
                    <a:pt x="1664959" y="624385"/>
                  </a:lnTo>
                  <a:lnTo>
                    <a:pt x="1668157" y="620786"/>
                  </a:lnTo>
                  <a:lnTo>
                    <a:pt x="1669940" y="618196"/>
                  </a:lnTo>
                  <a:lnTo>
                    <a:pt x="1671892" y="615706"/>
                  </a:lnTo>
                  <a:lnTo>
                    <a:pt x="1674383" y="612006"/>
                  </a:lnTo>
                  <a:cubicBezTo>
                    <a:pt x="1674383" y="612006"/>
                    <a:pt x="1677647" y="608844"/>
                    <a:pt x="1678085" y="608406"/>
                  </a:cubicBezTo>
                  <a:cubicBezTo>
                    <a:pt x="1678522" y="607969"/>
                    <a:pt x="1682426" y="606119"/>
                    <a:pt x="1682426" y="606119"/>
                  </a:cubicBezTo>
                  <a:cubicBezTo>
                    <a:pt x="1682426" y="606119"/>
                    <a:pt x="1685792" y="603932"/>
                    <a:pt x="1686431" y="603831"/>
                  </a:cubicBezTo>
                  <a:cubicBezTo>
                    <a:pt x="1687071" y="603731"/>
                    <a:pt x="1691446" y="601006"/>
                    <a:pt x="1691446" y="601006"/>
                  </a:cubicBezTo>
                  <a:lnTo>
                    <a:pt x="1694037" y="599694"/>
                  </a:lnTo>
                  <a:cubicBezTo>
                    <a:pt x="1694037" y="599694"/>
                    <a:pt x="1700028" y="596330"/>
                    <a:pt x="1700364" y="596229"/>
                  </a:cubicBezTo>
                  <a:cubicBezTo>
                    <a:pt x="1700701" y="596128"/>
                    <a:pt x="1707768" y="596128"/>
                    <a:pt x="1707768" y="596128"/>
                  </a:cubicBezTo>
                  <a:lnTo>
                    <a:pt x="1714499" y="594715"/>
                  </a:lnTo>
                  <a:lnTo>
                    <a:pt x="1719177" y="594715"/>
                  </a:lnTo>
                  <a:cubicBezTo>
                    <a:pt x="1719177" y="594715"/>
                    <a:pt x="1721667" y="595220"/>
                    <a:pt x="1722341" y="595859"/>
                  </a:cubicBezTo>
                  <a:cubicBezTo>
                    <a:pt x="1722980" y="596498"/>
                    <a:pt x="1725066" y="596229"/>
                    <a:pt x="1725066" y="596229"/>
                  </a:cubicBezTo>
                  <a:cubicBezTo>
                    <a:pt x="1725066" y="596229"/>
                    <a:pt x="1728668" y="597305"/>
                    <a:pt x="1729105" y="597440"/>
                  </a:cubicBezTo>
                  <a:cubicBezTo>
                    <a:pt x="1729543" y="597541"/>
                    <a:pt x="1732706" y="600602"/>
                    <a:pt x="1733009" y="601039"/>
                  </a:cubicBezTo>
                  <a:cubicBezTo>
                    <a:pt x="1733346" y="601477"/>
                    <a:pt x="1734422" y="602116"/>
                    <a:pt x="1734422" y="602116"/>
                  </a:cubicBezTo>
                  <a:cubicBezTo>
                    <a:pt x="1734422" y="602116"/>
                    <a:pt x="1735399" y="602351"/>
                    <a:pt x="1735836" y="602890"/>
                  </a:cubicBezTo>
                  <a:cubicBezTo>
                    <a:pt x="1736274" y="603428"/>
                    <a:pt x="1738999" y="602688"/>
                    <a:pt x="1739303" y="602890"/>
                  </a:cubicBezTo>
                  <a:cubicBezTo>
                    <a:pt x="1739639" y="603125"/>
                    <a:pt x="1741894" y="603529"/>
                    <a:pt x="1742466" y="603529"/>
                  </a:cubicBezTo>
                  <a:cubicBezTo>
                    <a:pt x="1743005" y="603529"/>
                    <a:pt x="1745630" y="605715"/>
                    <a:pt x="1746067" y="606253"/>
                  </a:cubicBezTo>
                  <a:cubicBezTo>
                    <a:pt x="1746504" y="606792"/>
                    <a:pt x="1748457" y="608642"/>
                    <a:pt x="1748457" y="608642"/>
                  </a:cubicBezTo>
                  <a:cubicBezTo>
                    <a:pt x="1748457" y="608642"/>
                    <a:pt x="1750408" y="610694"/>
                    <a:pt x="1750509" y="611030"/>
                  </a:cubicBezTo>
                  <a:cubicBezTo>
                    <a:pt x="1750611" y="611367"/>
                    <a:pt x="1753437" y="613520"/>
                    <a:pt x="1753875" y="613856"/>
                  </a:cubicBezTo>
                  <a:cubicBezTo>
                    <a:pt x="1754312" y="614192"/>
                    <a:pt x="1757240" y="617220"/>
                    <a:pt x="1757678" y="617556"/>
                  </a:cubicBezTo>
                  <a:cubicBezTo>
                    <a:pt x="1758115" y="617893"/>
                    <a:pt x="1760067" y="619306"/>
                    <a:pt x="1760303" y="619608"/>
                  </a:cubicBezTo>
                  <a:cubicBezTo>
                    <a:pt x="1760505" y="619945"/>
                    <a:pt x="1763029" y="620046"/>
                    <a:pt x="1764308" y="620248"/>
                  </a:cubicBezTo>
                  <a:cubicBezTo>
                    <a:pt x="1765620" y="620449"/>
                    <a:pt x="1766260" y="620349"/>
                    <a:pt x="1769524" y="620248"/>
                  </a:cubicBezTo>
                  <a:cubicBezTo>
                    <a:pt x="1772789" y="620147"/>
                    <a:pt x="1772015" y="621122"/>
                    <a:pt x="1773664" y="621122"/>
                  </a:cubicBezTo>
                  <a:cubicBezTo>
                    <a:pt x="1775313" y="621122"/>
                    <a:pt x="1775279" y="621560"/>
                    <a:pt x="1776289" y="621660"/>
                  </a:cubicBezTo>
                  <a:cubicBezTo>
                    <a:pt x="1777265" y="621761"/>
                    <a:pt x="1779553" y="624251"/>
                    <a:pt x="1781404" y="625462"/>
                  </a:cubicBezTo>
                  <a:cubicBezTo>
                    <a:pt x="1783255" y="626673"/>
                    <a:pt x="1783054" y="627076"/>
                    <a:pt x="1785005" y="627514"/>
                  </a:cubicBezTo>
                  <a:cubicBezTo>
                    <a:pt x="1786957" y="627951"/>
                    <a:pt x="1787159" y="628927"/>
                    <a:pt x="1787159" y="628927"/>
                  </a:cubicBezTo>
                  <a:cubicBezTo>
                    <a:pt x="1787159" y="628927"/>
                    <a:pt x="1790525" y="631416"/>
                    <a:pt x="1790962" y="631752"/>
                  </a:cubicBezTo>
                  <a:cubicBezTo>
                    <a:pt x="1791400" y="632089"/>
                    <a:pt x="1791602" y="634914"/>
                    <a:pt x="1791736" y="635217"/>
                  </a:cubicBezTo>
                  <a:cubicBezTo>
                    <a:pt x="1791837" y="635554"/>
                    <a:pt x="1794025" y="640431"/>
                    <a:pt x="1794462" y="640532"/>
                  </a:cubicBezTo>
                  <a:cubicBezTo>
                    <a:pt x="1794900" y="640633"/>
                    <a:pt x="1795438" y="640734"/>
                    <a:pt x="1797390" y="641508"/>
                  </a:cubicBezTo>
                  <a:cubicBezTo>
                    <a:pt x="1799342" y="642282"/>
                    <a:pt x="1799241" y="641272"/>
                    <a:pt x="1799578" y="641508"/>
                  </a:cubicBezTo>
                  <a:cubicBezTo>
                    <a:pt x="1799914" y="641710"/>
                    <a:pt x="1802068" y="642046"/>
                    <a:pt x="1803818" y="643257"/>
                  </a:cubicBezTo>
                  <a:cubicBezTo>
                    <a:pt x="1805568" y="644468"/>
                    <a:pt x="1804054" y="645107"/>
                    <a:pt x="1804054" y="645107"/>
                  </a:cubicBezTo>
                  <a:lnTo>
                    <a:pt x="1805232" y="647832"/>
                  </a:lnTo>
                  <a:cubicBezTo>
                    <a:pt x="1805232" y="647832"/>
                    <a:pt x="1807184" y="650120"/>
                    <a:pt x="1808833" y="651095"/>
                  </a:cubicBezTo>
                  <a:cubicBezTo>
                    <a:pt x="1810448" y="652071"/>
                    <a:pt x="1813713" y="655771"/>
                    <a:pt x="1814386" y="656208"/>
                  </a:cubicBezTo>
                  <a:cubicBezTo>
                    <a:pt x="1815025" y="656646"/>
                    <a:pt x="1818088" y="659471"/>
                    <a:pt x="1818391" y="659808"/>
                  </a:cubicBezTo>
                  <a:cubicBezTo>
                    <a:pt x="1818727" y="660144"/>
                    <a:pt x="1823944" y="664686"/>
                    <a:pt x="1824247" y="665022"/>
                  </a:cubicBezTo>
                  <a:cubicBezTo>
                    <a:pt x="1824583" y="665358"/>
                    <a:pt x="1830338" y="669597"/>
                    <a:pt x="1830540" y="669900"/>
                  </a:cubicBezTo>
                  <a:cubicBezTo>
                    <a:pt x="1830742" y="670236"/>
                    <a:pt x="1836396" y="676325"/>
                    <a:pt x="1836396" y="676325"/>
                  </a:cubicBezTo>
                  <a:lnTo>
                    <a:pt x="1839223" y="680664"/>
                  </a:lnTo>
                  <a:lnTo>
                    <a:pt x="1841713" y="683726"/>
                  </a:lnTo>
                  <a:cubicBezTo>
                    <a:pt x="1841713" y="683726"/>
                    <a:pt x="1844877" y="689915"/>
                    <a:pt x="1845180" y="690016"/>
                  </a:cubicBezTo>
                  <a:cubicBezTo>
                    <a:pt x="1845516" y="690117"/>
                    <a:pt x="1853324" y="696105"/>
                    <a:pt x="1854098" y="696744"/>
                  </a:cubicBezTo>
                  <a:cubicBezTo>
                    <a:pt x="1854872" y="697383"/>
                    <a:pt x="1856824" y="700209"/>
                    <a:pt x="1857464" y="701319"/>
                  </a:cubicBezTo>
                  <a:cubicBezTo>
                    <a:pt x="1858103" y="702396"/>
                    <a:pt x="1856387" y="703708"/>
                    <a:pt x="1856286" y="704145"/>
                  </a:cubicBezTo>
                  <a:cubicBezTo>
                    <a:pt x="1856185" y="704582"/>
                    <a:pt x="1853896" y="707071"/>
                    <a:pt x="1853459" y="707509"/>
                  </a:cubicBezTo>
                  <a:cubicBezTo>
                    <a:pt x="1853021" y="707946"/>
                    <a:pt x="1857464" y="711411"/>
                    <a:pt x="1859550" y="712622"/>
                  </a:cubicBezTo>
                  <a:cubicBezTo>
                    <a:pt x="1861603" y="713799"/>
                    <a:pt x="1861704" y="713799"/>
                    <a:pt x="1861704" y="713799"/>
                  </a:cubicBezTo>
                  <a:cubicBezTo>
                    <a:pt x="1861704" y="713799"/>
                    <a:pt x="1866820" y="719451"/>
                    <a:pt x="1867156" y="719989"/>
                  </a:cubicBezTo>
                  <a:cubicBezTo>
                    <a:pt x="1867493" y="720527"/>
                    <a:pt x="1867156" y="722916"/>
                    <a:pt x="1867156" y="722916"/>
                  </a:cubicBezTo>
                  <a:cubicBezTo>
                    <a:pt x="1867156" y="722916"/>
                    <a:pt x="1866483" y="724665"/>
                    <a:pt x="1866180" y="724766"/>
                  </a:cubicBezTo>
                  <a:cubicBezTo>
                    <a:pt x="1865844" y="724867"/>
                    <a:pt x="1862916" y="727592"/>
                    <a:pt x="1862478" y="727794"/>
                  </a:cubicBezTo>
                  <a:cubicBezTo>
                    <a:pt x="1862041" y="727995"/>
                    <a:pt x="1857800" y="731158"/>
                    <a:pt x="1857800" y="731158"/>
                  </a:cubicBezTo>
                  <a:cubicBezTo>
                    <a:pt x="1857800" y="731158"/>
                    <a:pt x="1851810" y="736170"/>
                    <a:pt x="1851170" y="736473"/>
                  </a:cubicBezTo>
                  <a:cubicBezTo>
                    <a:pt x="1850531" y="736809"/>
                    <a:pt x="1849118" y="738222"/>
                    <a:pt x="1849118" y="738222"/>
                  </a:cubicBezTo>
                  <a:lnTo>
                    <a:pt x="1842689" y="740947"/>
                  </a:lnTo>
                  <a:cubicBezTo>
                    <a:pt x="1842689" y="740947"/>
                    <a:pt x="1837271" y="742696"/>
                    <a:pt x="1836834" y="742898"/>
                  </a:cubicBezTo>
                  <a:cubicBezTo>
                    <a:pt x="1836396" y="743100"/>
                    <a:pt x="1830641" y="744210"/>
                    <a:pt x="1830641" y="744210"/>
                  </a:cubicBezTo>
                  <a:lnTo>
                    <a:pt x="1825727" y="744411"/>
                  </a:lnTo>
                  <a:cubicBezTo>
                    <a:pt x="1825727" y="744411"/>
                    <a:pt x="1815496" y="744210"/>
                    <a:pt x="1814318" y="744311"/>
                  </a:cubicBezTo>
                  <a:cubicBezTo>
                    <a:pt x="1813107" y="744411"/>
                    <a:pt x="1806174" y="745084"/>
                    <a:pt x="1805737" y="744950"/>
                  </a:cubicBezTo>
                  <a:cubicBezTo>
                    <a:pt x="1805299" y="744849"/>
                    <a:pt x="1803347" y="744411"/>
                    <a:pt x="1801732" y="743739"/>
                  </a:cubicBezTo>
                  <a:cubicBezTo>
                    <a:pt x="1800083" y="743100"/>
                    <a:pt x="1798568" y="742427"/>
                    <a:pt x="1798131" y="741989"/>
                  </a:cubicBezTo>
                  <a:cubicBezTo>
                    <a:pt x="1797693" y="741552"/>
                    <a:pt x="1796381" y="740139"/>
                    <a:pt x="1796078" y="739803"/>
                  </a:cubicBezTo>
                  <a:cubicBezTo>
                    <a:pt x="1795741" y="739466"/>
                    <a:pt x="1794429" y="737953"/>
                    <a:pt x="1793688" y="736775"/>
                  </a:cubicBezTo>
                  <a:cubicBezTo>
                    <a:pt x="1792914" y="735564"/>
                    <a:pt x="1792510" y="735800"/>
                    <a:pt x="1792510" y="735800"/>
                  </a:cubicBezTo>
                  <a:lnTo>
                    <a:pt x="1790996" y="734286"/>
                  </a:lnTo>
                  <a:lnTo>
                    <a:pt x="1788606" y="732537"/>
                  </a:lnTo>
                  <a:lnTo>
                    <a:pt x="1786857" y="731662"/>
                  </a:lnTo>
                  <a:lnTo>
                    <a:pt x="1784803" y="731763"/>
                  </a:lnTo>
                  <a:cubicBezTo>
                    <a:pt x="1784803" y="731763"/>
                    <a:pt x="1783491" y="731561"/>
                    <a:pt x="1782515" y="731763"/>
                  </a:cubicBezTo>
                  <a:cubicBezTo>
                    <a:pt x="1781539" y="731965"/>
                    <a:pt x="1780563" y="731763"/>
                    <a:pt x="1780563" y="731763"/>
                  </a:cubicBezTo>
                  <a:cubicBezTo>
                    <a:pt x="1780563" y="731763"/>
                    <a:pt x="1778712" y="732402"/>
                    <a:pt x="1778376" y="732537"/>
                  </a:cubicBezTo>
                  <a:cubicBezTo>
                    <a:pt x="1778072" y="732638"/>
                    <a:pt x="1776087" y="734488"/>
                    <a:pt x="1775784" y="734824"/>
                  </a:cubicBezTo>
                  <a:cubicBezTo>
                    <a:pt x="1775448" y="735161"/>
                    <a:pt x="1774034" y="736136"/>
                    <a:pt x="1774034" y="736136"/>
                  </a:cubicBezTo>
                  <a:cubicBezTo>
                    <a:pt x="1774034" y="736136"/>
                    <a:pt x="1771645" y="737650"/>
                    <a:pt x="1771207" y="738087"/>
                  </a:cubicBezTo>
                  <a:cubicBezTo>
                    <a:pt x="1770770" y="738525"/>
                    <a:pt x="1768481" y="738861"/>
                    <a:pt x="1768144" y="738962"/>
                  </a:cubicBezTo>
                  <a:cubicBezTo>
                    <a:pt x="1767842" y="739063"/>
                    <a:pt x="1766731" y="738962"/>
                    <a:pt x="1766731" y="738962"/>
                  </a:cubicBezTo>
                  <a:lnTo>
                    <a:pt x="1763567" y="738962"/>
                  </a:lnTo>
                  <a:cubicBezTo>
                    <a:pt x="1763567" y="738962"/>
                    <a:pt x="1760741" y="738693"/>
                    <a:pt x="1760101" y="738794"/>
                  </a:cubicBezTo>
                  <a:cubicBezTo>
                    <a:pt x="1759462" y="738895"/>
                    <a:pt x="1757813" y="738726"/>
                    <a:pt x="1757375" y="738726"/>
                  </a:cubicBezTo>
                  <a:cubicBezTo>
                    <a:pt x="1756938" y="738726"/>
                    <a:pt x="1752260" y="737213"/>
                    <a:pt x="1751182" y="736876"/>
                  </a:cubicBezTo>
                  <a:cubicBezTo>
                    <a:pt x="1750106" y="736540"/>
                    <a:pt x="1747279" y="736237"/>
                    <a:pt x="1746605" y="735800"/>
                  </a:cubicBezTo>
                  <a:cubicBezTo>
                    <a:pt x="1745966" y="735362"/>
                    <a:pt x="1744216" y="735699"/>
                    <a:pt x="1743779" y="735800"/>
                  </a:cubicBezTo>
                  <a:cubicBezTo>
                    <a:pt x="1743341" y="735901"/>
                    <a:pt x="1739740" y="735800"/>
                    <a:pt x="1739740" y="735800"/>
                  </a:cubicBezTo>
                  <a:cubicBezTo>
                    <a:pt x="1739740" y="735800"/>
                    <a:pt x="1736576" y="736573"/>
                    <a:pt x="1736173" y="736674"/>
                  </a:cubicBezTo>
                  <a:cubicBezTo>
                    <a:pt x="1735735" y="736775"/>
                    <a:pt x="1733346" y="737549"/>
                    <a:pt x="1733346" y="737549"/>
                  </a:cubicBezTo>
                  <a:lnTo>
                    <a:pt x="1729879" y="738861"/>
                  </a:lnTo>
                  <a:lnTo>
                    <a:pt x="1725538" y="740913"/>
                  </a:lnTo>
                  <a:cubicBezTo>
                    <a:pt x="1725538" y="740913"/>
                    <a:pt x="1723350" y="741687"/>
                    <a:pt x="1722913" y="741788"/>
                  </a:cubicBezTo>
                  <a:cubicBezTo>
                    <a:pt x="1722475" y="741888"/>
                    <a:pt x="1720321" y="742662"/>
                    <a:pt x="1720321" y="742662"/>
                  </a:cubicBezTo>
                  <a:lnTo>
                    <a:pt x="1717158" y="743840"/>
                  </a:lnTo>
                  <a:cubicBezTo>
                    <a:pt x="1717158" y="743840"/>
                    <a:pt x="1714432" y="745589"/>
                    <a:pt x="1713994" y="745791"/>
                  </a:cubicBezTo>
                  <a:cubicBezTo>
                    <a:pt x="1713557" y="746026"/>
                    <a:pt x="1711605" y="747742"/>
                    <a:pt x="1711268" y="748078"/>
                  </a:cubicBezTo>
                  <a:cubicBezTo>
                    <a:pt x="1710965" y="748415"/>
                    <a:pt x="1708677" y="750029"/>
                    <a:pt x="1708340" y="750130"/>
                  </a:cubicBezTo>
                  <a:cubicBezTo>
                    <a:pt x="1708004" y="750231"/>
                    <a:pt x="1705311" y="752519"/>
                    <a:pt x="1704537" y="753057"/>
                  </a:cubicBezTo>
                  <a:cubicBezTo>
                    <a:pt x="1703763" y="753595"/>
                    <a:pt x="1700499" y="756084"/>
                    <a:pt x="1699960" y="756421"/>
                  </a:cubicBezTo>
                  <a:cubicBezTo>
                    <a:pt x="1699422" y="756757"/>
                    <a:pt x="1698008" y="757632"/>
                    <a:pt x="1697335" y="757396"/>
                  </a:cubicBezTo>
                  <a:cubicBezTo>
                    <a:pt x="1696696" y="757161"/>
                    <a:pt x="1692321" y="760020"/>
                    <a:pt x="1692321" y="760020"/>
                  </a:cubicBezTo>
                  <a:lnTo>
                    <a:pt x="1688282" y="760121"/>
                  </a:lnTo>
                  <a:lnTo>
                    <a:pt x="1682527" y="759146"/>
                  </a:lnTo>
                  <a:cubicBezTo>
                    <a:pt x="1682527" y="759146"/>
                    <a:pt x="1679700" y="757935"/>
                    <a:pt x="1679364" y="757497"/>
                  </a:cubicBezTo>
                  <a:cubicBezTo>
                    <a:pt x="1679027" y="757060"/>
                    <a:pt x="1677950" y="758036"/>
                    <a:pt x="1677950" y="758036"/>
                  </a:cubicBezTo>
                  <a:cubicBezTo>
                    <a:pt x="1677950" y="758036"/>
                    <a:pt x="1675224" y="758036"/>
                    <a:pt x="1674349" y="758036"/>
                  </a:cubicBezTo>
                  <a:cubicBezTo>
                    <a:pt x="1673474" y="758036"/>
                    <a:pt x="1672397" y="758372"/>
                    <a:pt x="1672060" y="758574"/>
                  </a:cubicBezTo>
                  <a:cubicBezTo>
                    <a:pt x="1671724" y="758776"/>
                    <a:pt x="1667921" y="760323"/>
                    <a:pt x="1667921" y="760323"/>
                  </a:cubicBezTo>
                  <a:lnTo>
                    <a:pt x="1664454" y="764225"/>
                  </a:lnTo>
                  <a:lnTo>
                    <a:pt x="1662940" y="767589"/>
                  </a:lnTo>
                  <a:cubicBezTo>
                    <a:pt x="1662940" y="767589"/>
                    <a:pt x="1663041" y="772265"/>
                    <a:pt x="1662940" y="772601"/>
                  </a:cubicBezTo>
                  <a:cubicBezTo>
                    <a:pt x="1662839" y="772938"/>
                    <a:pt x="1660854" y="776638"/>
                    <a:pt x="1660349" y="777177"/>
                  </a:cubicBezTo>
                  <a:cubicBezTo>
                    <a:pt x="1659811" y="777715"/>
                    <a:pt x="1658599" y="780002"/>
                    <a:pt x="1657959" y="781079"/>
                  </a:cubicBezTo>
                  <a:cubicBezTo>
                    <a:pt x="1657320" y="782155"/>
                    <a:pt x="1655133" y="783232"/>
                    <a:pt x="1654358" y="783568"/>
                  </a:cubicBezTo>
                  <a:cubicBezTo>
                    <a:pt x="1653584" y="783904"/>
                    <a:pt x="1651868" y="784443"/>
                    <a:pt x="1651195" y="784443"/>
                  </a:cubicBezTo>
                  <a:cubicBezTo>
                    <a:pt x="1650556" y="784443"/>
                    <a:pt x="1648805" y="784443"/>
                    <a:pt x="1647930" y="784241"/>
                  </a:cubicBezTo>
                  <a:cubicBezTo>
                    <a:pt x="1647055" y="784039"/>
                    <a:pt x="1645743" y="783164"/>
                    <a:pt x="1644868" y="783164"/>
                  </a:cubicBezTo>
                  <a:cubicBezTo>
                    <a:pt x="1643993" y="783164"/>
                    <a:pt x="1638339" y="782391"/>
                    <a:pt x="1637464" y="781953"/>
                  </a:cubicBezTo>
                  <a:cubicBezTo>
                    <a:pt x="1636589" y="781516"/>
                    <a:pt x="1631911" y="781751"/>
                    <a:pt x="1631608" y="781953"/>
                  </a:cubicBezTo>
                  <a:cubicBezTo>
                    <a:pt x="1631271" y="782155"/>
                    <a:pt x="1626829" y="781953"/>
                    <a:pt x="1626829" y="781953"/>
                  </a:cubicBezTo>
                  <a:lnTo>
                    <a:pt x="1621074" y="783265"/>
                  </a:lnTo>
                  <a:cubicBezTo>
                    <a:pt x="1621074" y="783265"/>
                    <a:pt x="1614646" y="786427"/>
                    <a:pt x="1614444" y="786730"/>
                  </a:cubicBezTo>
                  <a:cubicBezTo>
                    <a:pt x="1614242" y="787067"/>
                    <a:pt x="1606602" y="792718"/>
                    <a:pt x="1606199" y="792718"/>
                  </a:cubicBezTo>
                  <a:cubicBezTo>
                    <a:pt x="1605795" y="792718"/>
                    <a:pt x="1600343" y="794333"/>
                    <a:pt x="1600343" y="794333"/>
                  </a:cubicBezTo>
                  <a:lnTo>
                    <a:pt x="1595463" y="798672"/>
                  </a:lnTo>
                  <a:lnTo>
                    <a:pt x="1593410" y="805198"/>
                  </a:lnTo>
                  <a:lnTo>
                    <a:pt x="1590919" y="808798"/>
                  </a:lnTo>
                  <a:lnTo>
                    <a:pt x="1585804" y="813575"/>
                  </a:lnTo>
                  <a:lnTo>
                    <a:pt x="1583953" y="815526"/>
                  </a:lnTo>
                  <a:lnTo>
                    <a:pt x="1581227" y="818351"/>
                  </a:lnTo>
                  <a:lnTo>
                    <a:pt x="1577962" y="822691"/>
                  </a:lnTo>
                  <a:lnTo>
                    <a:pt x="1576212" y="826829"/>
                  </a:lnTo>
                  <a:lnTo>
                    <a:pt x="1574563" y="828040"/>
                  </a:lnTo>
                  <a:cubicBezTo>
                    <a:pt x="1574563" y="828040"/>
                    <a:pt x="1573823" y="831067"/>
                    <a:pt x="1573486" y="831404"/>
                  </a:cubicBezTo>
                  <a:cubicBezTo>
                    <a:pt x="1573150" y="831740"/>
                    <a:pt x="1572712" y="833893"/>
                    <a:pt x="1572712" y="833893"/>
                  </a:cubicBezTo>
                  <a:cubicBezTo>
                    <a:pt x="1572712" y="833893"/>
                    <a:pt x="1572510" y="835743"/>
                    <a:pt x="1572376" y="836618"/>
                  </a:cubicBezTo>
                  <a:cubicBezTo>
                    <a:pt x="1572275" y="837492"/>
                    <a:pt x="1572039" y="837694"/>
                    <a:pt x="1572039" y="837694"/>
                  </a:cubicBezTo>
                  <a:lnTo>
                    <a:pt x="1573654" y="840318"/>
                  </a:lnTo>
                  <a:lnTo>
                    <a:pt x="1576683" y="845431"/>
                  </a:lnTo>
                  <a:lnTo>
                    <a:pt x="1577323" y="847618"/>
                  </a:lnTo>
                  <a:lnTo>
                    <a:pt x="1577861" y="851083"/>
                  </a:lnTo>
                  <a:lnTo>
                    <a:pt x="1577861" y="854548"/>
                  </a:lnTo>
                  <a:lnTo>
                    <a:pt x="1577861" y="856600"/>
                  </a:lnTo>
                  <a:lnTo>
                    <a:pt x="1577054" y="858349"/>
                  </a:lnTo>
                  <a:cubicBezTo>
                    <a:pt x="1577054" y="858349"/>
                    <a:pt x="1575472" y="859863"/>
                    <a:pt x="1575034" y="860098"/>
                  </a:cubicBezTo>
                  <a:cubicBezTo>
                    <a:pt x="1574597" y="860334"/>
                    <a:pt x="1572544" y="862049"/>
                    <a:pt x="1572544" y="862049"/>
                  </a:cubicBezTo>
                  <a:cubicBezTo>
                    <a:pt x="1572544" y="862049"/>
                    <a:pt x="1570155" y="862688"/>
                    <a:pt x="1569818" y="862924"/>
                  </a:cubicBezTo>
                  <a:cubicBezTo>
                    <a:pt x="1569481" y="863126"/>
                    <a:pt x="1565678" y="862924"/>
                    <a:pt x="1565678" y="862924"/>
                  </a:cubicBezTo>
                  <a:lnTo>
                    <a:pt x="1561236" y="863698"/>
                  </a:lnTo>
                  <a:lnTo>
                    <a:pt x="1558207" y="864236"/>
                  </a:lnTo>
                  <a:lnTo>
                    <a:pt x="1555918" y="865110"/>
                  </a:lnTo>
                  <a:cubicBezTo>
                    <a:pt x="1555918" y="865110"/>
                    <a:pt x="1553529" y="866860"/>
                    <a:pt x="1553193" y="866961"/>
                  </a:cubicBezTo>
                  <a:cubicBezTo>
                    <a:pt x="1552856" y="867062"/>
                    <a:pt x="1551341" y="868710"/>
                    <a:pt x="1551341" y="868710"/>
                  </a:cubicBezTo>
                  <a:lnTo>
                    <a:pt x="1549928" y="870997"/>
                  </a:lnTo>
                  <a:lnTo>
                    <a:pt x="1547438" y="874462"/>
                  </a:lnTo>
                  <a:lnTo>
                    <a:pt x="1542995" y="878802"/>
                  </a:lnTo>
                  <a:lnTo>
                    <a:pt x="1538519" y="880316"/>
                  </a:lnTo>
                  <a:lnTo>
                    <a:pt x="1533202" y="885631"/>
                  </a:lnTo>
                  <a:cubicBezTo>
                    <a:pt x="1533202" y="885631"/>
                    <a:pt x="1527649" y="891047"/>
                    <a:pt x="1527312" y="891282"/>
                  </a:cubicBezTo>
                  <a:cubicBezTo>
                    <a:pt x="1527009" y="891484"/>
                    <a:pt x="1520918" y="895285"/>
                    <a:pt x="1520918" y="895285"/>
                  </a:cubicBezTo>
                  <a:lnTo>
                    <a:pt x="1515802" y="896799"/>
                  </a:lnTo>
                  <a:lnTo>
                    <a:pt x="1509812" y="899187"/>
                  </a:lnTo>
                  <a:lnTo>
                    <a:pt x="1502240" y="900600"/>
                  </a:lnTo>
                  <a:lnTo>
                    <a:pt x="1479624" y="900600"/>
                  </a:lnTo>
                  <a:lnTo>
                    <a:pt x="1467441" y="900600"/>
                  </a:lnTo>
                  <a:lnTo>
                    <a:pt x="1459397" y="900600"/>
                  </a:lnTo>
                  <a:cubicBezTo>
                    <a:pt x="1459397" y="900600"/>
                    <a:pt x="1453643" y="901139"/>
                    <a:pt x="1453306" y="901139"/>
                  </a:cubicBezTo>
                  <a:cubicBezTo>
                    <a:pt x="1452969" y="901139"/>
                    <a:pt x="1446878" y="902114"/>
                    <a:pt x="1446878" y="902114"/>
                  </a:cubicBezTo>
                  <a:cubicBezTo>
                    <a:pt x="1446878" y="902114"/>
                    <a:pt x="1443613" y="903191"/>
                    <a:pt x="1443176" y="903191"/>
                  </a:cubicBezTo>
                  <a:cubicBezTo>
                    <a:pt x="1442739" y="903191"/>
                    <a:pt x="1439272" y="904940"/>
                    <a:pt x="1439036" y="905243"/>
                  </a:cubicBezTo>
                  <a:cubicBezTo>
                    <a:pt x="1438801" y="905579"/>
                    <a:pt x="1437959" y="906555"/>
                    <a:pt x="1437959" y="906555"/>
                  </a:cubicBezTo>
                  <a:lnTo>
                    <a:pt x="1436983" y="908405"/>
                  </a:lnTo>
                  <a:lnTo>
                    <a:pt x="1436983" y="911567"/>
                  </a:lnTo>
                  <a:lnTo>
                    <a:pt x="1435233" y="915368"/>
                  </a:lnTo>
                  <a:lnTo>
                    <a:pt x="1435233" y="920246"/>
                  </a:lnTo>
                  <a:lnTo>
                    <a:pt x="1432070" y="925023"/>
                  </a:lnTo>
                  <a:lnTo>
                    <a:pt x="1427055" y="930674"/>
                  </a:lnTo>
                  <a:lnTo>
                    <a:pt x="1421401" y="936225"/>
                  </a:lnTo>
                  <a:lnTo>
                    <a:pt x="1412180" y="942953"/>
                  </a:lnTo>
                  <a:cubicBezTo>
                    <a:pt x="1412180" y="942953"/>
                    <a:pt x="1400670" y="955567"/>
                    <a:pt x="1400233" y="955668"/>
                  </a:cubicBezTo>
                  <a:cubicBezTo>
                    <a:pt x="1399795" y="955769"/>
                    <a:pt x="1389699" y="962834"/>
                    <a:pt x="1389699" y="962834"/>
                  </a:cubicBezTo>
                  <a:cubicBezTo>
                    <a:pt x="1389699" y="962834"/>
                    <a:pt x="1380242" y="970133"/>
                    <a:pt x="1378626" y="970672"/>
                  </a:cubicBezTo>
                  <a:cubicBezTo>
                    <a:pt x="1377011" y="971210"/>
                    <a:pt x="1374722" y="971849"/>
                    <a:pt x="1374722" y="971849"/>
                  </a:cubicBezTo>
                  <a:lnTo>
                    <a:pt x="1364828" y="975314"/>
                  </a:lnTo>
                  <a:lnTo>
                    <a:pt x="1355169" y="975314"/>
                  </a:lnTo>
                  <a:cubicBezTo>
                    <a:pt x="1355169" y="975314"/>
                    <a:pt x="1348438" y="974776"/>
                    <a:pt x="1348001" y="974776"/>
                  </a:cubicBezTo>
                  <a:cubicBezTo>
                    <a:pt x="1347563" y="974776"/>
                    <a:pt x="1342549" y="974237"/>
                    <a:pt x="1341808" y="974338"/>
                  </a:cubicBezTo>
                  <a:cubicBezTo>
                    <a:pt x="1341034" y="974439"/>
                    <a:pt x="1337130" y="974776"/>
                    <a:pt x="1336255" y="974776"/>
                  </a:cubicBezTo>
                  <a:cubicBezTo>
                    <a:pt x="1335380" y="974776"/>
                    <a:pt x="1333428" y="974540"/>
                    <a:pt x="1332553" y="974237"/>
                  </a:cubicBezTo>
                  <a:cubicBezTo>
                    <a:pt x="1331678" y="973901"/>
                    <a:pt x="1328010" y="973262"/>
                    <a:pt x="1327135" y="973262"/>
                  </a:cubicBezTo>
                  <a:cubicBezTo>
                    <a:pt x="1326260" y="973262"/>
                    <a:pt x="1322995" y="972051"/>
                    <a:pt x="1322558" y="972051"/>
                  </a:cubicBezTo>
                  <a:cubicBezTo>
                    <a:pt x="1322120" y="972051"/>
                    <a:pt x="1317139" y="971513"/>
                    <a:pt x="1317139" y="971513"/>
                  </a:cubicBezTo>
                  <a:lnTo>
                    <a:pt x="1307582" y="967711"/>
                  </a:lnTo>
                  <a:lnTo>
                    <a:pt x="1302264" y="968351"/>
                  </a:lnTo>
                  <a:lnTo>
                    <a:pt x="1298024" y="968351"/>
                  </a:lnTo>
                  <a:lnTo>
                    <a:pt x="1293446" y="967812"/>
                  </a:lnTo>
                  <a:lnTo>
                    <a:pt x="1289307" y="966063"/>
                  </a:lnTo>
                  <a:lnTo>
                    <a:pt x="1284427" y="963574"/>
                  </a:lnTo>
                  <a:lnTo>
                    <a:pt x="1274735" y="954760"/>
                  </a:lnTo>
                  <a:cubicBezTo>
                    <a:pt x="1274735" y="954760"/>
                    <a:pt x="1272446" y="952271"/>
                    <a:pt x="1272143" y="952035"/>
                  </a:cubicBezTo>
                  <a:cubicBezTo>
                    <a:pt x="1271840" y="951800"/>
                    <a:pt x="1269956" y="949748"/>
                    <a:pt x="1269653" y="949546"/>
                  </a:cubicBezTo>
                  <a:cubicBezTo>
                    <a:pt x="1269316" y="949310"/>
                    <a:pt x="1267364" y="948234"/>
                    <a:pt x="1267028" y="948133"/>
                  </a:cubicBezTo>
                  <a:cubicBezTo>
                    <a:pt x="1266691" y="948032"/>
                    <a:pt x="1262249" y="947494"/>
                    <a:pt x="1262249" y="947494"/>
                  </a:cubicBezTo>
                  <a:lnTo>
                    <a:pt x="1253566" y="947494"/>
                  </a:lnTo>
                  <a:lnTo>
                    <a:pt x="1240508" y="947494"/>
                  </a:lnTo>
                  <a:lnTo>
                    <a:pt x="1236907" y="947696"/>
                  </a:lnTo>
                  <a:cubicBezTo>
                    <a:pt x="1236907" y="947696"/>
                    <a:pt x="1233777" y="947729"/>
                    <a:pt x="1233340" y="947830"/>
                  </a:cubicBezTo>
                  <a:cubicBezTo>
                    <a:pt x="1232902" y="947931"/>
                    <a:pt x="1229739" y="948806"/>
                    <a:pt x="1229739" y="948806"/>
                  </a:cubicBezTo>
                  <a:lnTo>
                    <a:pt x="1227450" y="949344"/>
                  </a:lnTo>
                  <a:cubicBezTo>
                    <a:pt x="1227450" y="949344"/>
                    <a:pt x="1224859" y="950858"/>
                    <a:pt x="1222873" y="951632"/>
                  </a:cubicBezTo>
                  <a:cubicBezTo>
                    <a:pt x="1220921" y="952405"/>
                    <a:pt x="1219507" y="953280"/>
                    <a:pt x="1219507" y="953280"/>
                  </a:cubicBezTo>
                  <a:lnTo>
                    <a:pt x="1216479" y="955870"/>
                  </a:lnTo>
                  <a:lnTo>
                    <a:pt x="1213753" y="957922"/>
                  </a:lnTo>
                  <a:cubicBezTo>
                    <a:pt x="1213753" y="957922"/>
                    <a:pt x="1210589" y="960513"/>
                    <a:pt x="1210152" y="960950"/>
                  </a:cubicBezTo>
                  <a:cubicBezTo>
                    <a:pt x="1209714" y="961387"/>
                    <a:pt x="1208099" y="964953"/>
                    <a:pt x="1208099" y="964953"/>
                  </a:cubicBezTo>
                  <a:lnTo>
                    <a:pt x="1205810" y="969831"/>
                  </a:lnTo>
                  <a:lnTo>
                    <a:pt x="1200358" y="975684"/>
                  </a:lnTo>
                  <a:lnTo>
                    <a:pt x="1198171" y="985675"/>
                  </a:lnTo>
                  <a:lnTo>
                    <a:pt x="1197194" y="987962"/>
                  </a:lnTo>
                  <a:lnTo>
                    <a:pt x="1195243" y="992403"/>
                  </a:lnTo>
                  <a:lnTo>
                    <a:pt x="1193728" y="996641"/>
                  </a:lnTo>
                  <a:lnTo>
                    <a:pt x="1191978" y="1000544"/>
                  </a:lnTo>
                  <a:lnTo>
                    <a:pt x="1191002" y="1004984"/>
                  </a:lnTo>
                  <a:lnTo>
                    <a:pt x="1190565" y="1009559"/>
                  </a:lnTo>
                  <a:lnTo>
                    <a:pt x="1189689" y="1012721"/>
                  </a:lnTo>
                  <a:lnTo>
                    <a:pt x="1188377" y="1015648"/>
                  </a:lnTo>
                  <a:lnTo>
                    <a:pt x="1185314" y="1019348"/>
                  </a:lnTo>
                  <a:lnTo>
                    <a:pt x="1184574" y="1021299"/>
                  </a:lnTo>
                  <a:lnTo>
                    <a:pt x="1184776" y="1024764"/>
                  </a:lnTo>
                  <a:cubicBezTo>
                    <a:pt x="1184776" y="1024764"/>
                    <a:pt x="1184776" y="1027153"/>
                    <a:pt x="1184776" y="1027691"/>
                  </a:cubicBezTo>
                  <a:cubicBezTo>
                    <a:pt x="1184776" y="1028229"/>
                    <a:pt x="1185819" y="1030752"/>
                    <a:pt x="1185819" y="1030752"/>
                  </a:cubicBezTo>
                  <a:lnTo>
                    <a:pt x="1188040" y="1033342"/>
                  </a:lnTo>
                  <a:lnTo>
                    <a:pt x="1191204" y="1036942"/>
                  </a:lnTo>
                  <a:lnTo>
                    <a:pt x="1192718" y="1043569"/>
                  </a:lnTo>
                  <a:lnTo>
                    <a:pt x="1192920" y="1046731"/>
                  </a:lnTo>
                  <a:lnTo>
                    <a:pt x="1198036" y="1054434"/>
                  </a:lnTo>
                  <a:lnTo>
                    <a:pt x="1201300" y="1059850"/>
                  </a:lnTo>
                  <a:lnTo>
                    <a:pt x="1207493" y="1064863"/>
                  </a:lnTo>
                  <a:lnTo>
                    <a:pt x="1218464" y="1074854"/>
                  </a:lnTo>
                  <a:lnTo>
                    <a:pt x="1221931" y="1078991"/>
                  </a:lnTo>
                  <a:lnTo>
                    <a:pt x="1225296" y="1082153"/>
                  </a:lnTo>
                  <a:lnTo>
                    <a:pt x="1226508" y="1085618"/>
                  </a:lnTo>
                  <a:lnTo>
                    <a:pt x="1226508" y="1089857"/>
                  </a:lnTo>
                  <a:lnTo>
                    <a:pt x="1226036" y="1095845"/>
                  </a:lnTo>
                  <a:lnTo>
                    <a:pt x="1222267" y="1100622"/>
                  </a:lnTo>
                  <a:cubicBezTo>
                    <a:pt x="1222267" y="1100622"/>
                    <a:pt x="1217926" y="1106273"/>
                    <a:pt x="1217589" y="1106273"/>
                  </a:cubicBezTo>
                  <a:cubicBezTo>
                    <a:pt x="1217253" y="1106273"/>
                    <a:pt x="1207493" y="1114851"/>
                    <a:pt x="1207493" y="1114851"/>
                  </a:cubicBezTo>
                  <a:lnTo>
                    <a:pt x="1196420" y="1123429"/>
                  </a:lnTo>
                  <a:lnTo>
                    <a:pt x="1185314" y="1129518"/>
                  </a:lnTo>
                  <a:lnTo>
                    <a:pt x="1166535" y="1137423"/>
                  </a:lnTo>
                  <a:lnTo>
                    <a:pt x="1159569" y="1140586"/>
                  </a:lnTo>
                  <a:lnTo>
                    <a:pt x="1153141" y="1142436"/>
                  </a:lnTo>
                  <a:cubicBezTo>
                    <a:pt x="1153141" y="1142436"/>
                    <a:pt x="1149136" y="1144824"/>
                    <a:pt x="1148799" y="1145160"/>
                  </a:cubicBezTo>
                  <a:cubicBezTo>
                    <a:pt x="1148463" y="1145497"/>
                    <a:pt x="1144323" y="1147784"/>
                    <a:pt x="1144020" y="1148087"/>
                  </a:cubicBezTo>
                  <a:cubicBezTo>
                    <a:pt x="1143684" y="1148423"/>
                    <a:pt x="1141193" y="1150812"/>
                    <a:pt x="1140857" y="1151552"/>
                  </a:cubicBezTo>
                  <a:cubicBezTo>
                    <a:pt x="1140520" y="1152292"/>
                    <a:pt x="1137794" y="1155589"/>
                    <a:pt x="1137794" y="1155589"/>
                  </a:cubicBezTo>
                  <a:lnTo>
                    <a:pt x="1135943" y="1158852"/>
                  </a:lnTo>
                  <a:lnTo>
                    <a:pt x="1134092" y="1162014"/>
                  </a:lnTo>
                  <a:lnTo>
                    <a:pt x="1131467" y="1165378"/>
                  </a:lnTo>
                  <a:lnTo>
                    <a:pt x="1129179" y="1168103"/>
                  </a:lnTo>
                  <a:lnTo>
                    <a:pt x="1126789" y="1172341"/>
                  </a:lnTo>
                  <a:lnTo>
                    <a:pt x="1123323" y="1175941"/>
                  </a:lnTo>
                  <a:lnTo>
                    <a:pt x="1120832" y="1180818"/>
                  </a:lnTo>
                  <a:lnTo>
                    <a:pt x="1115818" y="1189195"/>
                  </a:lnTo>
                  <a:lnTo>
                    <a:pt x="1094178" y="1207562"/>
                  </a:lnTo>
                  <a:cubicBezTo>
                    <a:pt x="1094178" y="1207562"/>
                    <a:pt x="1091351" y="1211262"/>
                    <a:pt x="1091014" y="1211599"/>
                  </a:cubicBezTo>
                  <a:cubicBezTo>
                    <a:pt x="1090678" y="1211935"/>
                    <a:pt x="1088288" y="1214963"/>
                    <a:pt x="1087851" y="1215198"/>
                  </a:cubicBezTo>
                  <a:cubicBezTo>
                    <a:pt x="1087413" y="1215400"/>
                    <a:pt x="1084923" y="1217048"/>
                    <a:pt x="1084923" y="1217048"/>
                  </a:cubicBezTo>
                  <a:cubicBezTo>
                    <a:pt x="1084923" y="1217048"/>
                    <a:pt x="1081557" y="1219437"/>
                    <a:pt x="1080783" y="1220110"/>
                  </a:cubicBezTo>
                  <a:cubicBezTo>
                    <a:pt x="1080043" y="1220749"/>
                    <a:pt x="1077519" y="1221287"/>
                    <a:pt x="1076105" y="1221422"/>
                  </a:cubicBezTo>
                  <a:cubicBezTo>
                    <a:pt x="1074692" y="1221522"/>
                    <a:pt x="1071966" y="1222296"/>
                    <a:pt x="1070889" y="1222498"/>
                  </a:cubicBezTo>
                  <a:cubicBezTo>
                    <a:pt x="1069812" y="1222733"/>
                    <a:pt x="1068398" y="1222834"/>
                    <a:pt x="1067523" y="1222935"/>
                  </a:cubicBezTo>
                  <a:cubicBezTo>
                    <a:pt x="1066648" y="1223036"/>
                    <a:pt x="1062745" y="1223373"/>
                    <a:pt x="1062745" y="1223373"/>
                  </a:cubicBezTo>
                  <a:cubicBezTo>
                    <a:pt x="1062745" y="1223373"/>
                    <a:pt x="1056451" y="1224146"/>
                    <a:pt x="1055340" y="1224146"/>
                  </a:cubicBezTo>
                  <a:cubicBezTo>
                    <a:pt x="1054263" y="1224146"/>
                    <a:pt x="1051436" y="1224584"/>
                    <a:pt x="1051436" y="1224584"/>
                  </a:cubicBezTo>
                  <a:lnTo>
                    <a:pt x="1046657" y="1226636"/>
                  </a:lnTo>
                  <a:lnTo>
                    <a:pt x="1040028" y="1230235"/>
                  </a:lnTo>
                  <a:lnTo>
                    <a:pt x="1034037" y="1234238"/>
                  </a:lnTo>
                  <a:cubicBezTo>
                    <a:pt x="1034037" y="1234238"/>
                    <a:pt x="1025994" y="1241202"/>
                    <a:pt x="1025657" y="1241504"/>
                  </a:cubicBezTo>
                  <a:cubicBezTo>
                    <a:pt x="1025321" y="1241841"/>
                    <a:pt x="1016873" y="1244734"/>
                    <a:pt x="1016873" y="1244734"/>
                  </a:cubicBezTo>
                  <a:lnTo>
                    <a:pt x="1002536" y="1244734"/>
                  </a:lnTo>
                  <a:lnTo>
                    <a:pt x="978944" y="1246079"/>
                  </a:lnTo>
                  <a:lnTo>
                    <a:pt x="959055" y="1248199"/>
                  </a:lnTo>
                  <a:lnTo>
                    <a:pt x="953199" y="1248636"/>
                  </a:lnTo>
                  <a:lnTo>
                    <a:pt x="941352" y="1246786"/>
                  </a:lnTo>
                  <a:lnTo>
                    <a:pt x="926242" y="1245272"/>
                  </a:lnTo>
                  <a:lnTo>
                    <a:pt x="916010" y="1245474"/>
                  </a:lnTo>
                  <a:lnTo>
                    <a:pt x="890130" y="1246113"/>
                  </a:lnTo>
                  <a:lnTo>
                    <a:pt x="883702" y="1246449"/>
                  </a:lnTo>
                  <a:lnTo>
                    <a:pt x="871250" y="1248064"/>
                  </a:lnTo>
                  <a:lnTo>
                    <a:pt x="860615" y="1248064"/>
                  </a:lnTo>
                  <a:cubicBezTo>
                    <a:pt x="860615" y="1248064"/>
                    <a:pt x="856711" y="1245508"/>
                    <a:pt x="856576" y="1245171"/>
                  </a:cubicBezTo>
                  <a:cubicBezTo>
                    <a:pt x="856475" y="1244835"/>
                    <a:pt x="852235" y="1243388"/>
                    <a:pt x="852235" y="1243388"/>
                  </a:cubicBezTo>
                  <a:lnTo>
                    <a:pt x="847692" y="1242850"/>
                  </a:lnTo>
                  <a:lnTo>
                    <a:pt x="842038" y="1243085"/>
                  </a:lnTo>
                  <a:lnTo>
                    <a:pt x="837898" y="1243422"/>
                  </a:lnTo>
                  <a:lnTo>
                    <a:pt x="833994" y="1244734"/>
                  </a:lnTo>
                  <a:lnTo>
                    <a:pt x="828677" y="1247459"/>
                  </a:lnTo>
                  <a:lnTo>
                    <a:pt x="815854" y="1255936"/>
                  </a:lnTo>
                  <a:lnTo>
                    <a:pt x="812354" y="1260073"/>
                  </a:lnTo>
                  <a:lnTo>
                    <a:pt x="803234" y="1262361"/>
                  </a:lnTo>
                  <a:lnTo>
                    <a:pt x="794214" y="1262563"/>
                  </a:lnTo>
                  <a:lnTo>
                    <a:pt x="785633" y="1262462"/>
                  </a:lnTo>
                  <a:lnTo>
                    <a:pt x="780079" y="1263437"/>
                  </a:lnTo>
                  <a:lnTo>
                    <a:pt x="770084" y="1267239"/>
                  </a:lnTo>
                  <a:lnTo>
                    <a:pt x="735184" y="1282444"/>
                  </a:lnTo>
                  <a:lnTo>
                    <a:pt x="719097" y="1288734"/>
                  </a:lnTo>
                  <a:lnTo>
                    <a:pt x="693890" y="1299062"/>
                  </a:lnTo>
                  <a:lnTo>
                    <a:pt x="667808" y="1313291"/>
                  </a:lnTo>
                  <a:lnTo>
                    <a:pt x="661817" y="1316117"/>
                  </a:lnTo>
                  <a:lnTo>
                    <a:pt x="655962" y="1322105"/>
                  </a:lnTo>
                  <a:lnTo>
                    <a:pt x="647817" y="1326344"/>
                  </a:lnTo>
                  <a:lnTo>
                    <a:pt x="645428" y="1328934"/>
                  </a:lnTo>
                  <a:lnTo>
                    <a:pt x="643476" y="1332096"/>
                  </a:lnTo>
                  <a:cubicBezTo>
                    <a:pt x="643476" y="1332096"/>
                    <a:pt x="639336" y="1333946"/>
                    <a:pt x="638899" y="1333946"/>
                  </a:cubicBezTo>
                  <a:cubicBezTo>
                    <a:pt x="638461" y="1333946"/>
                    <a:pt x="634860" y="1332432"/>
                    <a:pt x="634423" y="1332298"/>
                  </a:cubicBezTo>
                  <a:cubicBezTo>
                    <a:pt x="633985" y="1332197"/>
                    <a:pt x="633447" y="1329573"/>
                    <a:pt x="633447" y="1329573"/>
                  </a:cubicBezTo>
                  <a:lnTo>
                    <a:pt x="632134" y="1325973"/>
                  </a:lnTo>
                  <a:lnTo>
                    <a:pt x="627994" y="1324998"/>
                  </a:lnTo>
                  <a:lnTo>
                    <a:pt x="621600" y="1324022"/>
                  </a:lnTo>
                  <a:lnTo>
                    <a:pt x="616720" y="1324897"/>
                  </a:lnTo>
                  <a:cubicBezTo>
                    <a:pt x="616720" y="1324897"/>
                    <a:pt x="611403" y="1325671"/>
                    <a:pt x="611066" y="1325873"/>
                  </a:cubicBezTo>
                  <a:cubicBezTo>
                    <a:pt x="610730" y="1326074"/>
                    <a:pt x="606927" y="1325873"/>
                    <a:pt x="606489" y="1325873"/>
                  </a:cubicBezTo>
                  <a:cubicBezTo>
                    <a:pt x="606052" y="1325873"/>
                    <a:pt x="602350" y="1324796"/>
                    <a:pt x="602047" y="1324460"/>
                  </a:cubicBezTo>
                  <a:cubicBezTo>
                    <a:pt x="601710" y="1324123"/>
                    <a:pt x="600432" y="1322408"/>
                    <a:pt x="600432" y="1322408"/>
                  </a:cubicBezTo>
                  <a:lnTo>
                    <a:pt x="599119" y="1318505"/>
                  </a:lnTo>
                  <a:lnTo>
                    <a:pt x="599119" y="1311542"/>
                  </a:lnTo>
                  <a:lnTo>
                    <a:pt x="599119" y="1308077"/>
                  </a:lnTo>
                  <a:lnTo>
                    <a:pt x="599119" y="1303199"/>
                  </a:lnTo>
                  <a:cubicBezTo>
                    <a:pt x="599119" y="1303199"/>
                    <a:pt x="596797" y="1300273"/>
                    <a:pt x="596561" y="1299936"/>
                  </a:cubicBezTo>
                  <a:cubicBezTo>
                    <a:pt x="596359" y="1299600"/>
                    <a:pt x="594441" y="1298288"/>
                    <a:pt x="594441" y="1298288"/>
                  </a:cubicBezTo>
                  <a:lnTo>
                    <a:pt x="589426" y="1297851"/>
                  </a:lnTo>
                  <a:lnTo>
                    <a:pt x="584648" y="1300475"/>
                  </a:lnTo>
                  <a:lnTo>
                    <a:pt x="572262" y="1303199"/>
                  </a:lnTo>
                  <a:lnTo>
                    <a:pt x="539988" y="1302224"/>
                  </a:lnTo>
                  <a:lnTo>
                    <a:pt x="531170" y="1300374"/>
                  </a:lnTo>
                  <a:lnTo>
                    <a:pt x="518684" y="1299297"/>
                  </a:lnTo>
                  <a:lnTo>
                    <a:pt x="507275" y="1294621"/>
                  </a:lnTo>
                  <a:lnTo>
                    <a:pt x="486073" y="1282881"/>
                  </a:lnTo>
                  <a:lnTo>
                    <a:pt x="454774" y="1267575"/>
                  </a:lnTo>
                  <a:lnTo>
                    <a:pt x="438788" y="1259434"/>
                  </a:lnTo>
                  <a:lnTo>
                    <a:pt x="420750" y="1254859"/>
                  </a:lnTo>
                  <a:lnTo>
                    <a:pt x="411932" y="1252471"/>
                  </a:lnTo>
                  <a:lnTo>
                    <a:pt x="406480" y="1250621"/>
                  </a:lnTo>
                  <a:lnTo>
                    <a:pt x="398672" y="1248232"/>
                  </a:lnTo>
                  <a:lnTo>
                    <a:pt x="394634" y="1246046"/>
                  </a:lnTo>
                  <a:cubicBezTo>
                    <a:pt x="394634" y="1246046"/>
                    <a:pt x="391908" y="1242581"/>
                    <a:pt x="391706" y="1242244"/>
                  </a:cubicBezTo>
                  <a:cubicBezTo>
                    <a:pt x="391470" y="1241908"/>
                    <a:pt x="389619" y="1238107"/>
                    <a:pt x="389619" y="1238107"/>
                  </a:cubicBezTo>
                  <a:lnTo>
                    <a:pt x="389081" y="1233532"/>
                  </a:lnTo>
                  <a:lnTo>
                    <a:pt x="383629" y="1227443"/>
                  </a:lnTo>
                  <a:lnTo>
                    <a:pt x="376561" y="1219067"/>
                  </a:lnTo>
                  <a:lnTo>
                    <a:pt x="374912" y="1215366"/>
                  </a:lnTo>
                  <a:lnTo>
                    <a:pt x="371311" y="1210791"/>
                  </a:lnTo>
                  <a:lnTo>
                    <a:pt x="368383" y="1208840"/>
                  </a:lnTo>
                  <a:lnTo>
                    <a:pt x="365152" y="1208100"/>
                  </a:lnTo>
                  <a:lnTo>
                    <a:pt x="359936" y="1208100"/>
                  </a:lnTo>
                  <a:lnTo>
                    <a:pt x="355056" y="1208100"/>
                  </a:lnTo>
                  <a:lnTo>
                    <a:pt x="346036" y="1206586"/>
                  </a:lnTo>
                  <a:lnTo>
                    <a:pt x="337892" y="1204534"/>
                  </a:lnTo>
                  <a:lnTo>
                    <a:pt x="315949" y="1193770"/>
                  </a:lnTo>
                  <a:lnTo>
                    <a:pt x="284549" y="1183005"/>
                  </a:lnTo>
                  <a:lnTo>
                    <a:pt x="267285" y="1182366"/>
                  </a:lnTo>
                  <a:lnTo>
                    <a:pt x="213909" y="1185528"/>
                  </a:lnTo>
                  <a:lnTo>
                    <a:pt x="185773" y="1185528"/>
                  </a:lnTo>
                  <a:lnTo>
                    <a:pt x="139330" y="1179607"/>
                  </a:lnTo>
                  <a:lnTo>
                    <a:pt x="109075" y="1171938"/>
                  </a:lnTo>
                  <a:lnTo>
                    <a:pt x="84776" y="1167026"/>
                  </a:lnTo>
                  <a:lnTo>
                    <a:pt x="58593" y="1161476"/>
                  </a:lnTo>
                  <a:lnTo>
                    <a:pt x="23390" y="1148625"/>
                  </a:lnTo>
                  <a:lnTo>
                    <a:pt x="0" y="1142974"/>
                  </a:lnTo>
                  <a:lnTo>
                    <a:pt x="4341" y="1164100"/>
                  </a:lnTo>
                  <a:lnTo>
                    <a:pt x="9255" y="1184956"/>
                  </a:lnTo>
                  <a:lnTo>
                    <a:pt x="18813" y="1206687"/>
                  </a:lnTo>
                  <a:lnTo>
                    <a:pt x="19957" y="1215232"/>
                  </a:lnTo>
                  <a:lnTo>
                    <a:pt x="22919" y="1221253"/>
                  </a:lnTo>
                  <a:cubicBezTo>
                    <a:pt x="22919" y="1221253"/>
                    <a:pt x="24669" y="1228217"/>
                    <a:pt x="24736" y="1228553"/>
                  </a:cubicBezTo>
                  <a:cubicBezTo>
                    <a:pt x="24803" y="1228923"/>
                    <a:pt x="25375" y="1231581"/>
                    <a:pt x="25375" y="1231883"/>
                  </a:cubicBezTo>
                  <a:cubicBezTo>
                    <a:pt x="25375" y="1232186"/>
                    <a:pt x="27395" y="1236458"/>
                    <a:pt x="27462" y="1236896"/>
                  </a:cubicBezTo>
                  <a:cubicBezTo>
                    <a:pt x="27529" y="1237333"/>
                    <a:pt x="29784" y="1241874"/>
                    <a:pt x="29784" y="1241874"/>
                  </a:cubicBezTo>
                  <a:lnTo>
                    <a:pt x="28977" y="1245205"/>
                  </a:lnTo>
                  <a:lnTo>
                    <a:pt x="28842" y="1248602"/>
                  </a:lnTo>
                  <a:cubicBezTo>
                    <a:pt x="28842" y="1248602"/>
                    <a:pt x="30727" y="1250991"/>
                    <a:pt x="31467" y="1251933"/>
                  </a:cubicBezTo>
                  <a:cubicBezTo>
                    <a:pt x="32174" y="1252875"/>
                    <a:pt x="34294" y="1256945"/>
                    <a:pt x="34294" y="1256945"/>
                  </a:cubicBezTo>
                  <a:cubicBezTo>
                    <a:pt x="34294" y="1256945"/>
                    <a:pt x="34159" y="1259031"/>
                    <a:pt x="33991" y="1259266"/>
                  </a:cubicBezTo>
                  <a:cubicBezTo>
                    <a:pt x="33857" y="1259468"/>
                    <a:pt x="33688" y="1262226"/>
                    <a:pt x="33688" y="1262226"/>
                  </a:cubicBezTo>
                  <a:cubicBezTo>
                    <a:pt x="33688" y="1262226"/>
                    <a:pt x="35876" y="1263673"/>
                    <a:pt x="36212" y="1263976"/>
                  </a:cubicBezTo>
                  <a:cubicBezTo>
                    <a:pt x="36583" y="1264278"/>
                    <a:pt x="37727" y="1265792"/>
                    <a:pt x="37794" y="1265994"/>
                  </a:cubicBezTo>
                  <a:cubicBezTo>
                    <a:pt x="37861" y="1266196"/>
                    <a:pt x="38366" y="1267575"/>
                    <a:pt x="38366" y="1267878"/>
                  </a:cubicBezTo>
                  <a:cubicBezTo>
                    <a:pt x="38366" y="1268181"/>
                    <a:pt x="38871" y="1270132"/>
                    <a:pt x="38871" y="1270132"/>
                  </a:cubicBezTo>
                  <a:lnTo>
                    <a:pt x="36616" y="1272621"/>
                  </a:lnTo>
                  <a:cubicBezTo>
                    <a:pt x="36616" y="1272621"/>
                    <a:pt x="30457" y="1276961"/>
                    <a:pt x="30020" y="1276961"/>
                  </a:cubicBezTo>
                  <a:cubicBezTo>
                    <a:pt x="29582" y="1276961"/>
                    <a:pt x="26621" y="1279046"/>
                    <a:pt x="25948" y="1279214"/>
                  </a:cubicBezTo>
                  <a:cubicBezTo>
                    <a:pt x="25308" y="1279349"/>
                    <a:pt x="22986" y="1280728"/>
                    <a:pt x="22246" y="1280896"/>
                  </a:cubicBezTo>
                  <a:cubicBezTo>
                    <a:pt x="21539" y="1281031"/>
                    <a:pt x="18779" y="1282982"/>
                    <a:pt x="17467" y="1283285"/>
                  </a:cubicBezTo>
                  <a:cubicBezTo>
                    <a:pt x="16154" y="1283588"/>
                    <a:pt x="16087" y="1284227"/>
                    <a:pt x="15885" y="1284294"/>
                  </a:cubicBezTo>
                  <a:cubicBezTo>
                    <a:pt x="15683" y="1284361"/>
                    <a:pt x="14943" y="1285875"/>
                    <a:pt x="15077" y="1286178"/>
                  </a:cubicBezTo>
                  <a:cubicBezTo>
                    <a:pt x="15212" y="1286481"/>
                    <a:pt x="15077" y="1287759"/>
                    <a:pt x="15077" y="1288062"/>
                  </a:cubicBezTo>
                  <a:cubicBezTo>
                    <a:pt x="15077" y="1288364"/>
                    <a:pt x="16827" y="1291022"/>
                    <a:pt x="16827" y="1291022"/>
                  </a:cubicBezTo>
                  <a:lnTo>
                    <a:pt x="20294" y="1294924"/>
                  </a:lnTo>
                  <a:cubicBezTo>
                    <a:pt x="20294" y="1294924"/>
                    <a:pt x="21741" y="1299566"/>
                    <a:pt x="22380" y="1300340"/>
                  </a:cubicBezTo>
                  <a:cubicBezTo>
                    <a:pt x="23020" y="1301147"/>
                    <a:pt x="25847" y="1304410"/>
                    <a:pt x="25780" y="1304612"/>
                  </a:cubicBezTo>
                  <a:cubicBezTo>
                    <a:pt x="25712" y="1304814"/>
                    <a:pt x="25780" y="1307371"/>
                    <a:pt x="25780" y="1307371"/>
                  </a:cubicBezTo>
                  <a:lnTo>
                    <a:pt x="29414" y="1314469"/>
                  </a:lnTo>
                  <a:lnTo>
                    <a:pt x="32174" y="1318674"/>
                  </a:lnTo>
                  <a:lnTo>
                    <a:pt x="34058" y="1323585"/>
                  </a:lnTo>
                  <a:cubicBezTo>
                    <a:pt x="34058" y="1323585"/>
                    <a:pt x="35943" y="1326478"/>
                    <a:pt x="36313" y="1327151"/>
                  </a:cubicBezTo>
                  <a:cubicBezTo>
                    <a:pt x="36684" y="1327790"/>
                    <a:pt x="38635" y="1330481"/>
                    <a:pt x="38905" y="1330784"/>
                  </a:cubicBezTo>
                  <a:cubicBezTo>
                    <a:pt x="39208" y="1331087"/>
                    <a:pt x="40655" y="1332096"/>
                    <a:pt x="40924" y="1332163"/>
                  </a:cubicBezTo>
                  <a:cubicBezTo>
                    <a:pt x="41227" y="1332230"/>
                    <a:pt x="43886" y="1334619"/>
                    <a:pt x="44626" y="1334854"/>
                  </a:cubicBezTo>
                  <a:cubicBezTo>
                    <a:pt x="45333" y="1335056"/>
                    <a:pt x="46814" y="1336435"/>
                    <a:pt x="46814" y="1336435"/>
                  </a:cubicBezTo>
                  <a:lnTo>
                    <a:pt x="47116" y="1339900"/>
                  </a:lnTo>
                  <a:lnTo>
                    <a:pt x="50145" y="1343432"/>
                  </a:lnTo>
                  <a:cubicBezTo>
                    <a:pt x="50145" y="1343432"/>
                    <a:pt x="53410" y="1346628"/>
                    <a:pt x="54419" y="1347267"/>
                  </a:cubicBezTo>
                  <a:cubicBezTo>
                    <a:pt x="55429" y="1347907"/>
                    <a:pt x="57314" y="1349353"/>
                    <a:pt x="59064" y="1350530"/>
                  </a:cubicBezTo>
                  <a:cubicBezTo>
                    <a:pt x="60814" y="1351674"/>
                    <a:pt x="60881" y="1352852"/>
                    <a:pt x="60881" y="1352852"/>
                  </a:cubicBezTo>
                  <a:cubicBezTo>
                    <a:pt x="60881" y="1352852"/>
                    <a:pt x="62126" y="1352986"/>
                    <a:pt x="63203" y="1352482"/>
                  </a:cubicBezTo>
                  <a:cubicBezTo>
                    <a:pt x="64280" y="1351977"/>
                    <a:pt x="65593" y="1352482"/>
                    <a:pt x="65896" y="1352482"/>
                  </a:cubicBezTo>
                  <a:cubicBezTo>
                    <a:pt x="66199" y="1352482"/>
                    <a:pt x="68723" y="1355509"/>
                    <a:pt x="68723" y="1355509"/>
                  </a:cubicBezTo>
                  <a:lnTo>
                    <a:pt x="69362" y="1357830"/>
                  </a:lnTo>
                  <a:lnTo>
                    <a:pt x="74074" y="1358705"/>
                  </a:lnTo>
                  <a:lnTo>
                    <a:pt x="74444" y="1360959"/>
                  </a:lnTo>
                  <a:lnTo>
                    <a:pt x="74579" y="1362641"/>
                  </a:lnTo>
                  <a:cubicBezTo>
                    <a:pt x="74579" y="1362641"/>
                    <a:pt x="74646" y="1365601"/>
                    <a:pt x="74646" y="1365904"/>
                  </a:cubicBezTo>
                  <a:cubicBezTo>
                    <a:pt x="74646" y="1366207"/>
                    <a:pt x="74646" y="1369032"/>
                    <a:pt x="74579" y="1369671"/>
                  </a:cubicBezTo>
                  <a:cubicBezTo>
                    <a:pt x="74511" y="1370311"/>
                    <a:pt x="74074" y="1371925"/>
                    <a:pt x="73838" y="1372363"/>
                  </a:cubicBezTo>
                  <a:cubicBezTo>
                    <a:pt x="73636" y="1372800"/>
                    <a:pt x="72593" y="1373607"/>
                    <a:pt x="72593" y="1373607"/>
                  </a:cubicBezTo>
                  <a:cubicBezTo>
                    <a:pt x="72593" y="1373607"/>
                    <a:pt x="71146" y="1375188"/>
                    <a:pt x="70944" y="1375424"/>
                  </a:cubicBezTo>
                  <a:cubicBezTo>
                    <a:pt x="70708" y="1375626"/>
                    <a:pt x="70574" y="1377509"/>
                    <a:pt x="70641" y="1377812"/>
                  </a:cubicBezTo>
                  <a:cubicBezTo>
                    <a:pt x="70708" y="1378115"/>
                    <a:pt x="71280" y="1379494"/>
                    <a:pt x="71280" y="1379898"/>
                  </a:cubicBezTo>
                  <a:cubicBezTo>
                    <a:pt x="71280" y="1380335"/>
                    <a:pt x="71146" y="1381849"/>
                    <a:pt x="70910" y="1382656"/>
                  </a:cubicBezTo>
                  <a:cubicBezTo>
                    <a:pt x="70675" y="1383464"/>
                    <a:pt x="69732" y="1383228"/>
                    <a:pt x="69732" y="1383228"/>
                  </a:cubicBezTo>
                  <a:cubicBezTo>
                    <a:pt x="69732" y="1383228"/>
                    <a:pt x="67780" y="1384809"/>
                    <a:pt x="67410" y="1385045"/>
                  </a:cubicBezTo>
                  <a:cubicBezTo>
                    <a:pt x="67040" y="1385246"/>
                    <a:pt x="66535" y="1386121"/>
                    <a:pt x="66535" y="1386121"/>
                  </a:cubicBezTo>
                  <a:lnTo>
                    <a:pt x="65223" y="1389822"/>
                  </a:lnTo>
                  <a:lnTo>
                    <a:pt x="64583" y="1392849"/>
                  </a:lnTo>
                  <a:lnTo>
                    <a:pt x="63944" y="1395036"/>
                  </a:lnTo>
                  <a:lnTo>
                    <a:pt x="63304" y="1396919"/>
                  </a:lnTo>
                  <a:cubicBezTo>
                    <a:pt x="63304" y="1396919"/>
                    <a:pt x="62429" y="1399005"/>
                    <a:pt x="62227" y="1399308"/>
                  </a:cubicBezTo>
                  <a:cubicBezTo>
                    <a:pt x="62025" y="1399611"/>
                    <a:pt x="61420" y="1401192"/>
                    <a:pt x="61352" y="1401494"/>
                  </a:cubicBezTo>
                  <a:cubicBezTo>
                    <a:pt x="61285" y="1401797"/>
                    <a:pt x="63170" y="1402571"/>
                    <a:pt x="63742" y="1402571"/>
                  </a:cubicBezTo>
                  <a:cubicBezTo>
                    <a:pt x="64314" y="1402571"/>
                    <a:pt x="67444" y="1402874"/>
                    <a:pt x="67444" y="1402874"/>
                  </a:cubicBezTo>
                  <a:lnTo>
                    <a:pt x="70136" y="1402672"/>
                  </a:lnTo>
                  <a:lnTo>
                    <a:pt x="71011" y="1402100"/>
                  </a:lnTo>
                  <a:lnTo>
                    <a:pt x="71718" y="1399779"/>
                  </a:lnTo>
                  <a:lnTo>
                    <a:pt x="75622" y="1400216"/>
                  </a:lnTo>
                  <a:lnTo>
                    <a:pt x="75622" y="1402806"/>
                  </a:lnTo>
                  <a:cubicBezTo>
                    <a:pt x="75622" y="1402806"/>
                    <a:pt x="79189" y="1404556"/>
                    <a:pt x="79761" y="1404690"/>
                  </a:cubicBezTo>
                  <a:cubicBezTo>
                    <a:pt x="80333" y="1404825"/>
                    <a:pt x="86223" y="1405397"/>
                    <a:pt x="86223" y="1405397"/>
                  </a:cubicBezTo>
                  <a:lnTo>
                    <a:pt x="92180" y="1405531"/>
                  </a:lnTo>
                  <a:lnTo>
                    <a:pt x="94065" y="1403345"/>
                  </a:lnTo>
                  <a:lnTo>
                    <a:pt x="95815" y="1399140"/>
                  </a:lnTo>
                  <a:lnTo>
                    <a:pt x="99719" y="1397559"/>
                  </a:lnTo>
                  <a:lnTo>
                    <a:pt x="103925" y="1393656"/>
                  </a:lnTo>
                  <a:lnTo>
                    <a:pt x="109579" y="1388577"/>
                  </a:lnTo>
                  <a:cubicBezTo>
                    <a:pt x="109579" y="1388577"/>
                    <a:pt x="114661" y="1385684"/>
                    <a:pt x="115806" y="1385246"/>
                  </a:cubicBezTo>
                  <a:cubicBezTo>
                    <a:pt x="116950" y="1384809"/>
                    <a:pt x="119878" y="1384675"/>
                    <a:pt x="119878" y="1384675"/>
                  </a:cubicBezTo>
                  <a:lnTo>
                    <a:pt x="122334" y="1383228"/>
                  </a:lnTo>
                  <a:lnTo>
                    <a:pt x="124656" y="1380335"/>
                  </a:lnTo>
                  <a:lnTo>
                    <a:pt x="126844" y="1380032"/>
                  </a:lnTo>
                  <a:lnTo>
                    <a:pt x="129604" y="1380167"/>
                  </a:lnTo>
                  <a:lnTo>
                    <a:pt x="132195" y="1377543"/>
                  </a:lnTo>
                  <a:lnTo>
                    <a:pt x="135090" y="1375357"/>
                  </a:lnTo>
                  <a:cubicBezTo>
                    <a:pt x="135090" y="1375357"/>
                    <a:pt x="141888" y="1374482"/>
                    <a:pt x="142494" y="1374482"/>
                  </a:cubicBezTo>
                  <a:cubicBezTo>
                    <a:pt x="143066" y="1374482"/>
                    <a:pt x="148148" y="1375491"/>
                    <a:pt x="148148" y="1375491"/>
                  </a:cubicBezTo>
                  <a:lnTo>
                    <a:pt x="152051" y="1373876"/>
                  </a:lnTo>
                  <a:lnTo>
                    <a:pt x="157133" y="1372867"/>
                  </a:lnTo>
                  <a:lnTo>
                    <a:pt x="161037" y="1375121"/>
                  </a:lnTo>
                  <a:lnTo>
                    <a:pt x="162484" y="1375256"/>
                  </a:lnTo>
                  <a:lnTo>
                    <a:pt x="165244" y="1376635"/>
                  </a:lnTo>
                  <a:cubicBezTo>
                    <a:pt x="165244" y="1376635"/>
                    <a:pt x="167936" y="1376635"/>
                    <a:pt x="168206" y="1376635"/>
                  </a:cubicBezTo>
                  <a:cubicBezTo>
                    <a:pt x="168475" y="1376635"/>
                    <a:pt x="170965" y="1376568"/>
                    <a:pt x="170965" y="1376568"/>
                  </a:cubicBezTo>
                  <a:cubicBezTo>
                    <a:pt x="170965" y="1376568"/>
                    <a:pt x="173792" y="1376568"/>
                    <a:pt x="174297" y="1376500"/>
                  </a:cubicBezTo>
                  <a:cubicBezTo>
                    <a:pt x="174802" y="1376433"/>
                    <a:pt x="178134" y="1376870"/>
                    <a:pt x="178437" y="1376870"/>
                  </a:cubicBezTo>
                  <a:cubicBezTo>
                    <a:pt x="178739" y="1376870"/>
                    <a:pt x="180187" y="1376568"/>
                    <a:pt x="180321" y="1376063"/>
                  </a:cubicBezTo>
                  <a:cubicBezTo>
                    <a:pt x="180456" y="1375558"/>
                    <a:pt x="181567" y="1375424"/>
                    <a:pt x="181634" y="1375188"/>
                  </a:cubicBezTo>
                  <a:cubicBezTo>
                    <a:pt x="181701" y="1374986"/>
                    <a:pt x="182139" y="1373876"/>
                    <a:pt x="182139" y="1373876"/>
                  </a:cubicBezTo>
                  <a:lnTo>
                    <a:pt x="182711" y="1372564"/>
                  </a:lnTo>
                  <a:lnTo>
                    <a:pt x="183720" y="1371320"/>
                  </a:lnTo>
                  <a:cubicBezTo>
                    <a:pt x="183720" y="1371320"/>
                    <a:pt x="183855" y="1369941"/>
                    <a:pt x="183855" y="1369571"/>
                  </a:cubicBezTo>
                  <a:cubicBezTo>
                    <a:pt x="183855" y="1369200"/>
                    <a:pt x="185437" y="1367552"/>
                    <a:pt x="185437" y="1367552"/>
                  </a:cubicBezTo>
                  <a:cubicBezTo>
                    <a:pt x="185437" y="1367552"/>
                    <a:pt x="186749" y="1366745"/>
                    <a:pt x="187187" y="1366677"/>
                  </a:cubicBezTo>
                  <a:cubicBezTo>
                    <a:pt x="187624" y="1366610"/>
                    <a:pt x="188567" y="1368494"/>
                    <a:pt x="188567" y="1368494"/>
                  </a:cubicBezTo>
                  <a:cubicBezTo>
                    <a:pt x="188567" y="1368494"/>
                    <a:pt x="192033" y="1369806"/>
                    <a:pt x="192908" y="1369941"/>
                  </a:cubicBezTo>
                  <a:cubicBezTo>
                    <a:pt x="193783" y="1370075"/>
                    <a:pt x="194860" y="1370580"/>
                    <a:pt x="194860" y="1370580"/>
                  </a:cubicBezTo>
                  <a:cubicBezTo>
                    <a:pt x="194860" y="1370580"/>
                    <a:pt x="200009" y="1372262"/>
                    <a:pt x="200278" y="1372463"/>
                  </a:cubicBezTo>
                  <a:cubicBezTo>
                    <a:pt x="200581" y="1372665"/>
                    <a:pt x="201591" y="1372463"/>
                    <a:pt x="201591" y="1372463"/>
                  </a:cubicBezTo>
                  <a:cubicBezTo>
                    <a:pt x="201591" y="1372463"/>
                    <a:pt x="204048" y="1373405"/>
                    <a:pt x="204351" y="1373473"/>
                  </a:cubicBezTo>
                  <a:cubicBezTo>
                    <a:pt x="204654" y="1373540"/>
                    <a:pt x="207918" y="1374549"/>
                    <a:pt x="208995" y="1374785"/>
                  </a:cubicBezTo>
                  <a:cubicBezTo>
                    <a:pt x="210072" y="1374986"/>
                    <a:pt x="211384" y="1375087"/>
                    <a:pt x="211687" y="1375121"/>
                  </a:cubicBezTo>
                  <a:cubicBezTo>
                    <a:pt x="211990" y="1375155"/>
                    <a:pt x="213774" y="1375054"/>
                    <a:pt x="214380" y="1375155"/>
                  </a:cubicBezTo>
                  <a:cubicBezTo>
                    <a:pt x="214952" y="1375222"/>
                    <a:pt x="215894" y="1375087"/>
                    <a:pt x="216567" y="1375155"/>
                  </a:cubicBezTo>
                  <a:cubicBezTo>
                    <a:pt x="217207" y="1375222"/>
                    <a:pt x="218519" y="1375155"/>
                    <a:pt x="218519" y="1375155"/>
                  </a:cubicBezTo>
                  <a:lnTo>
                    <a:pt x="218755" y="1376399"/>
                  </a:lnTo>
                  <a:cubicBezTo>
                    <a:pt x="218755" y="1376399"/>
                    <a:pt x="220067" y="1378216"/>
                    <a:pt x="220269" y="1378216"/>
                  </a:cubicBezTo>
                  <a:cubicBezTo>
                    <a:pt x="220505" y="1378216"/>
                    <a:pt x="223298" y="1379797"/>
                    <a:pt x="223534" y="1379898"/>
                  </a:cubicBezTo>
                  <a:cubicBezTo>
                    <a:pt x="223769" y="1379965"/>
                    <a:pt x="226159" y="1381916"/>
                    <a:pt x="226428" y="1381916"/>
                  </a:cubicBezTo>
                  <a:cubicBezTo>
                    <a:pt x="226697" y="1381916"/>
                    <a:pt x="228952" y="1384237"/>
                    <a:pt x="228952" y="1384237"/>
                  </a:cubicBezTo>
                  <a:lnTo>
                    <a:pt x="229827" y="1385751"/>
                  </a:lnTo>
                  <a:lnTo>
                    <a:pt x="230399" y="1388510"/>
                  </a:lnTo>
                  <a:lnTo>
                    <a:pt x="230534" y="1391638"/>
                  </a:lnTo>
                  <a:cubicBezTo>
                    <a:pt x="230534" y="1391638"/>
                    <a:pt x="231779" y="1394363"/>
                    <a:pt x="232082" y="1394464"/>
                  </a:cubicBezTo>
                  <a:cubicBezTo>
                    <a:pt x="232419" y="1394565"/>
                    <a:pt x="233159" y="1395675"/>
                    <a:pt x="233496" y="1395978"/>
                  </a:cubicBezTo>
                  <a:cubicBezTo>
                    <a:pt x="233832" y="1396314"/>
                    <a:pt x="234371" y="1397290"/>
                    <a:pt x="234371" y="1397290"/>
                  </a:cubicBezTo>
                  <a:lnTo>
                    <a:pt x="235683" y="1401629"/>
                  </a:lnTo>
                  <a:lnTo>
                    <a:pt x="235246" y="1402605"/>
                  </a:lnTo>
                  <a:cubicBezTo>
                    <a:pt x="235246" y="1402605"/>
                    <a:pt x="234269" y="1403917"/>
                    <a:pt x="233933" y="1404118"/>
                  </a:cubicBezTo>
                  <a:cubicBezTo>
                    <a:pt x="233597" y="1404354"/>
                    <a:pt x="232957" y="1404892"/>
                    <a:pt x="232957" y="1405195"/>
                  </a:cubicBezTo>
                  <a:cubicBezTo>
                    <a:pt x="232957" y="1405531"/>
                    <a:pt x="233933" y="1407045"/>
                    <a:pt x="233933" y="1407045"/>
                  </a:cubicBezTo>
                  <a:cubicBezTo>
                    <a:pt x="233933" y="1407045"/>
                    <a:pt x="233933" y="1410510"/>
                    <a:pt x="233933" y="1410846"/>
                  </a:cubicBezTo>
                  <a:cubicBezTo>
                    <a:pt x="233933" y="1411183"/>
                    <a:pt x="232991" y="1413470"/>
                    <a:pt x="232991" y="1413470"/>
                  </a:cubicBezTo>
                  <a:cubicBezTo>
                    <a:pt x="232991" y="1413470"/>
                    <a:pt x="231846" y="1414681"/>
                    <a:pt x="231846" y="1414984"/>
                  </a:cubicBezTo>
                  <a:cubicBezTo>
                    <a:pt x="231846" y="1415320"/>
                    <a:pt x="231308" y="1415859"/>
                    <a:pt x="230668" y="1416632"/>
                  </a:cubicBezTo>
                  <a:cubicBezTo>
                    <a:pt x="230029" y="1417406"/>
                    <a:pt x="228481" y="1418920"/>
                    <a:pt x="228178" y="1419021"/>
                  </a:cubicBezTo>
                  <a:cubicBezTo>
                    <a:pt x="227842" y="1419122"/>
                    <a:pt x="227101" y="1420333"/>
                    <a:pt x="227101" y="1420333"/>
                  </a:cubicBezTo>
                  <a:lnTo>
                    <a:pt x="224813" y="1422519"/>
                  </a:lnTo>
                  <a:cubicBezTo>
                    <a:pt x="224813" y="1422519"/>
                    <a:pt x="223601" y="1423495"/>
                    <a:pt x="223063" y="1423730"/>
                  </a:cubicBezTo>
                  <a:cubicBezTo>
                    <a:pt x="222524" y="1423932"/>
                    <a:pt x="221548" y="1424941"/>
                    <a:pt x="221548" y="1424941"/>
                  </a:cubicBezTo>
                  <a:cubicBezTo>
                    <a:pt x="221548" y="1424941"/>
                    <a:pt x="220135" y="1425917"/>
                    <a:pt x="219697" y="1426556"/>
                  </a:cubicBezTo>
                  <a:cubicBezTo>
                    <a:pt x="219260" y="1427195"/>
                    <a:pt x="218284" y="1428171"/>
                    <a:pt x="218284" y="1428171"/>
                  </a:cubicBezTo>
                  <a:cubicBezTo>
                    <a:pt x="218284" y="1428171"/>
                    <a:pt x="218385" y="1430021"/>
                    <a:pt x="218485" y="1430660"/>
                  </a:cubicBezTo>
                  <a:cubicBezTo>
                    <a:pt x="218587" y="1431299"/>
                    <a:pt x="217846" y="1431736"/>
                    <a:pt x="217308" y="1432073"/>
                  </a:cubicBezTo>
                  <a:cubicBezTo>
                    <a:pt x="216769" y="1432409"/>
                    <a:pt x="216231" y="1432611"/>
                    <a:pt x="216231" y="1432611"/>
                  </a:cubicBezTo>
                  <a:cubicBezTo>
                    <a:pt x="216231" y="1432611"/>
                    <a:pt x="214481" y="1433923"/>
                    <a:pt x="214178" y="1434024"/>
                  </a:cubicBezTo>
                  <a:cubicBezTo>
                    <a:pt x="213841" y="1434125"/>
                    <a:pt x="210577" y="1439036"/>
                    <a:pt x="210577" y="1439036"/>
                  </a:cubicBezTo>
                  <a:cubicBezTo>
                    <a:pt x="210577" y="1439036"/>
                    <a:pt x="209601" y="1440449"/>
                    <a:pt x="208961" y="1441425"/>
                  </a:cubicBezTo>
                  <a:cubicBezTo>
                    <a:pt x="208322" y="1442400"/>
                    <a:pt x="207110" y="1443477"/>
                    <a:pt x="206908" y="1444015"/>
                  </a:cubicBezTo>
                  <a:cubicBezTo>
                    <a:pt x="206706" y="1444553"/>
                    <a:pt x="205832" y="1446504"/>
                    <a:pt x="205832" y="1446504"/>
                  </a:cubicBezTo>
                  <a:cubicBezTo>
                    <a:pt x="205832" y="1446504"/>
                    <a:pt x="206033" y="1448018"/>
                    <a:pt x="206807" y="1448691"/>
                  </a:cubicBezTo>
                  <a:cubicBezTo>
                    <a:pt x="207581" y="1449330"/>
                    <a:pt x="208019" y="1452055"/>
                    <a:pt x="208019" y="1452694"/>
                  </a:cubicBezTo>
                  <a:cubicBezTo>
                    <a:pt x="208019" y="1453333"/>
                    <a:pt x="207481" y="1454309"/>
                    <a:pt x="207245" y="1454746"/>
                  </a:cubicBezTo>
                  <a:cubicBezTo>
                    <a:pt x="207009" y="1455183"/>
                    <a:pt x="205730" y="1455621"/>
                    <a:pt x="205192" y="1456260"/>
                  </a:cubicBezTo>
                  <a:cubicBezTo>
                    <a:pt x="204654" y="1456899"/>
                    <a:pt x="202601" y="1458177"/>
                    <a:pt x="202601" y="1458177"/>
                  </a:cubicBezTo>
                  <a:cubicBezTo>
                    <a:pt x="202601" y="1458177"/>
                    <a:pt x="201288" y="1458648"/>
                    <a:pt x="200110" y="1458312"/>
                  </a:cubicBezTo>
                  <a:cubicBezTo>
                    <a:pt x="198898" y="1457975"/>
                    <a:pt x="196644" y="1458312"/>
                    <a:pt x="196644" y="1458312"/>
                  </a:cubicBezTo>
                  <a:lnTo>
                    <a:pt x="196442" y="1458312"/>
                  </a:lnTo>
                  <a:lnTo>
                    <a:pt x="195028" y="1459557"/>
                  </a:lnTo>
                  <a:lnTo>
                    <a:pt x="193716" y="1461239"/>
                  </a:lnTo>
                  <a:cubicBezTo>
                    <a:pt x="193716" y="1461239"/>
                    <a:pt x="192538" y="1462988"/>
                    <a:pt x="192201" y="1463425"/>
                  </a:cubicBezTo>
                  <a:cubicBezTo>
                    <a:pt x="191865" y="1463862"/>
                    <a:pt x="191023" y="1464602"/>
                    <a:pt x="190451" y="1465174"/>
                  </a:cubicBezTo>
                  <a:cubicBezTo>
                    <a:pt x="189913" y="1465713"/>
                    <a:pt x="187961" y="1467025"/>
                    <a:pt x="187961" y="1467025"/>
                  </a:cubicBezTo>
                  <a:lnTo>
                    <a:pt x="186884" y="1467025"/>
                  </a:lnTo>
                  <a:lnTo>
                    <a:pt x="182744" y="1467025"/>
                  </a:lnTo>
                  <a:lnTo>
                    <a:pt x="180793" y="1467025"/>
                  </a:lnTo>
                  <a:lnTo>
                    <a:pt x="178605" y="1467899"/>
                  </a:lnTo>
                  <a:cubicBezTo>
                    <a:pt x="178605" y="1467899"/>
                    <a:pt x="177730" y="1468774"/>
                    <a:pt x="177393" y="1468875"/>
                  </a:cubicBezTo>
                  <a:cubicBezTo>
                    <a:pt x="177057" y="1468976"/>
                    <a:pt x="176754" y="1469648"/>
                    <a:pt x="175879" y="1470287"/>
                  </a:cubicBezTo>
                  <a:cubicBezTo>
                    <a:pt x="175004" y="1470927"/>
                    <a:pt x="173826" y="1471902"/>
                    <a:pt x="173388" y="1472474"/>
                  </a:cubicBezTo>
                  <a:cubicBezTo>
                    <a:pt x="172951" y="1473012"/>
                    <a:pt x="172513" y="1473012"/>
                    <a:pt x="171538" y="1473248"/>
                  </a:cubicBezTo>
                  <a:cubicBezTo>
                    <a:pt x="170561" y="1473483"/>
                    <a:pt x="170461" y="1474122"/>
                    <a:pt x="170124" y="1474324"/>
                  </a:cubicBezTo>
                  <a:cubicBezTo>
                    <a:pt x="169787" y="1474560"/>
                    <a:pt x="167936" y="1475535"/>
                    <a:pt x="167936" y="1475535"/>
                  </a:cubicBezTo>
                  <a:cubicBezTo>
                    <a:pt x="167936" y="1475535"/>
                    <a:pt x="166422" y="1477823"/>
                    <a:pt x="166186" y="1478126"/>
                  </a:cubicBezTo>
                  <a:cubicBezTo>
                    <a:pt x="165984" y="1478462"/>
                    <a:pt x="165311" y="1479875"/>
                    <a:pt x="165311" y="1479875"/>
                  </a:cubicBezTo>
                  <a:lnTo>
                    <a:pt x="164436" y="1482465"/>
                  </a:lnTo>
                  <a:lnTo>
                    <a:pt x="163898" y="1483542"/>
                  </a:lnTo>
                  <a:lnTo>
                    <a:pt x="161508" y="1485022"/>
                  </a:lnTo>
                  <a:lnTo>
                    <a:pt x="158917" y="1485156"/>
                  </a:lnTo>
                  <a:cubicBezTo>
                    <a:pt x="158917" y="1485156"/>
                    <a:pt x="154677" y="1484820"/>
                    <a:pt x="154475" y="1485156"/>
                  </a:cubicBezTo>
                  <a:cubicBezTo>
                    <a:pt x="154273" y="1485493"/>
                    <a:pt x="156965" y="1487982"/>
                    <a:pt x="159254" y="1488621"/>
                  </a:cubicBezTo>
                  <a:cubicBezTo>
                    <a:pt x="161542" y="1489260"/>
                    <a:pt x="161980" y="1487847"/>
                    <a:pt x="161980" y="1487847"/>
                  </a:cubicBezTo>
                  <a:cubicBezTo>
                    <a:pt x="161980" y="1487847"/>
                    <a:pt x="165009" y="1487074"/>
                    <a:pt x="166119" y="1486603"/>
                  </a:cubicBezTo>
                  <a:cubicBezTo>
                    <a:pt x="167196" y="1486132"/>
                    <a:pt x="168744" y="1486636"/>
                    <a:pt x="168744" y="1486636"/>
                  </a:cubicBezTo>
                  <a:cubicBezTo>
                    <a:pt x="168744" y="1486636"/>
                    <a:pt x="173187" y="1486535"/>
                    <a:pt x="173523" y="1486636"/>
                  </a:cubicBezTo>
                  <a:cubicBezTo>
                    <a:pt x="173860" y="1486737"/>
                    <a:pt x="180254" y="1488049"/>
                    <a:pt x="180691" y="1488150"/>
                  </a:cubicBezTo>
                  <a:cubicBezTo>
                    <a:pt x="181129" y="1488251"/>
                    <a:pt x="184057" y="1488688"/>
                    <a:pt x="184057" y="1488688"/>
                  </a:cubicBezTo>
                  <a:cubicBezTo>
                    <a:pt x="184057" y="1488688"/>
                    <a:pt x="189374" y="1492052"/>
                    <a:pt x="189711" y="1492490"/>
                  </a:cubicBezTo>
                  <a:cubicBezTo>
                    <a:pt x="190048" y="1492927"/>
                    <a:pt x="191764" y="1498040"/>
                    <a:pt x="191764" y="1498040"/>
                  </a:cubicBezTo>
                  <a:lnTo>
                    <a:pt x="196980" y="1497401"/>
                  </a:lnTo>
                  <a:lnTo>
                    <a:pt x="200884" y="1500025"/>
                  </a:lnTo>
                  <a:lnTo>
                    <a:pt x="204788" y="1502514"/>
                  </a:lnTo>
                  <a:lnTo>
                    <a:pt x="208591" y="1505105"/>
                  </a:lnTo>
                  <a:lnTo>
                    <a:pt x="214043" y="1506955"/>
                  </a:lnTo>
                  <a:cubicBezTo>
                    <a:pt x="214043" y="1506955"/>
                    <a:pt x="220034" y="1506955"/>
                    <a:pt x="220337" y="1506955"/>
                  </a:cubicBezTo>
                  <a:cubicBezTo>
                    <a:pt x="220673" y="1506955"/>
                    <a:pt x="223500" y="1507762"/>
                    <a:pt x="224039" y="1507661"/>
                  </a:cubicBezTo>
                  <a:cubicBezTo>
                    <a:pt x="224577" y="1507560"/>
                    <a:pt x="226866" y="1508569"/>
                    <a:pt x="227202" y="1508569"/>
                  </a:cubicBezTo>
                  <a:cubicBezTo>
                    <a:pt x="227539" y="1508569"/>
                    <a:pt x="229491" y="1511294"/>
                    <a:pt x="229491" y="1511732"/>
                  </a:cubicBezTo>
                  <a:cubicBezTo>
                    <a:pt x="229491" y="1512169"/>
                    <a:pt x="228717" y="1514019"/>
                    <a:pt x="227976" y="1514793"/>
                  </a:cubicBezTo>
                  <a:cubicBezTo>
                    <a:pt x="227236" y="1515567"/>
                    <a:pt x="229053" y="1516643"/>
                    <a:pt x="229188" y="1516979"/>
                  </a:cubicBezTo>
                  <a:cubicBezTo>
                    <a:pt x="229289" y="1517316"/>
                    <a:pt x="230803" y="1518930"/>
                    <a:pt x="230803" y="1518930"/>
                  </a:cubicBezTo>
                  <a:cubicBezTo>
                    <a:pt x="230803" y="1518930"/>
                    <a:pt x="230904" y="1521958"/>
                    <a:pt x="230904" y="1522395"/>
                  </a:cubicBezTo>
                  <a:cubicBezTo>
                    <a:pt x="230904" y="1522833"/>
                    <a:pt x="230668" y="1525221"/>
                    <a:pt x="230668" y="1525658"/>
                  </a:cubicBezTo>
                  <a:cubicBezTo>
                    <a:pt x="230668" y="1526096"/>
                    <a:pt x="230467" y="1528585"/>
                    <a:pt x="230231" y="1528921"/>
                  </a:cubicBezTo>
                  <a:cubicBezTo>
                    <a:pt x="230029" y="1529258"/>
                    <a:pt x="230769" y="1531949"/>
                    <a:pt x="230769" y="1531949"/>
                  </a:cubicBezTo>
                  <a:cubicBezTo>
                    <a:pt x="230769" y="1531949"/>
                    <a:pt x="233260" y="1532723"/>
                    <a:pt x="234673" y="1532723"/>
                  </a:cubicBezTo>
                  <a:cubicBezTo>
                    <a:pt x="236087" y="1532723"/>
                    <a:pt x="234774" y="1533698"/>
                    <a:pt x="234673" y="1534674"/>
                  </a:cubicBezTo>
                  <a:cubicBezTo>
                    <a:pt x="234572" y="1535649"/>
                    <a:pt x="236625" y="1536524"/>
                    <a:pt x="236625" y="1536524"/>
                  </a:cubicBezTo>
                  <a:lnTo>
                    <a:pt x="240092" y="1536524"/>
                  </a:lnTo>
                  <a:lnTo>
                    <a:pt x="242279" y="1536524"/>
                  </a:lnTo>
                  <a:lnTo>
                    <a:pt x="245308" y="1537836"/>
                  </a:lnTo>
                  <a:cubicBezTo>
                    <a:pt x="245308" y="1537836"/>
                    <a:pt x="247933" y="1542411"/>
                    <a:pt x="247799" y="1542714"/>
                  </a:cubicBezTo>
                  <a:cubicBezTo>
                    <a:pt x="247698" y="1543050"/>
                    <a:pt x="245308" y="1549004"/>
                    <a:pt x="245308" y="1549004"/>
                  </a:cubicBezTo>
                  <a:lnTo>
                    <a:pt x="245847" y="1550417"/>
                  </a:lnTo>
                  <a:lnTo>
                    <a:pt x="250087" y="1552032"/>
                  </a:lnTo>
                  <a:lnTo>
                    <a:pt x="251938" y="1551258"/>
                  </a:lnTo>
                  <a:cubicBezTo>
                    <a:pt x="251938" y="1551258"/>
                    <a:pt x="253688" y="1550922"/>
                    <a:pt x="254227" y="1550922"/>
                  </a:cubicBezTo>
                  <a:cubicBezTo>
                    <a:pt x="254765" y="1550922"/>
                    <a:pt x="256078" y="1551124"/>
                    <a:pt x="256078" y="1551124"/>
                  </a:cubicBezTo>
                  <a:cubicBezTo>
                    <a:pt x="256078" y="1551124"/>
                    <a:pt x="258366" y="1551662"/>
                    <a:pt x="258905" y="1552099"/>
                  </a:cubicBezTo>
                  <a:cubicBezTo>
                    <a:pt x="259443" y="1552536"/>
                    <a:pt x="260419" y="1553075"/>
                    <a:pt x="260419" y="1553075"/>
                  </a:cubicBezTo>
                  <a:cubicBezTo>
                    <a:pt x="260419" y="1553075"/>
                    <a:pt x="261496" y="1552536"/>
                    <a:pt x="261934" y="1552200"/>
                  </a:cubicBezTo>
                  <a:cubicBezTo>
                    <a:pt x="262371" y="1551864"/>
                    <a:pt x="262674" y="1550350"/>
                    <a:pt x="262674" y="1550350"/>
                  </a:cubicBezTo>
                  <a:lnTo>
                    <a:pt x="266140" y="1550350"/>
                  </a:lnTo>
                  <a:lnTo>
                    <a:pt x="267890" y="1550350"/>
                  </a:lnTo>
                  <a:lnTo>
                    <a:pt x="269641" y="1550350"/>
                  </a:lnTo>
                  <a:lnTo>
                    <a:pt x="273006" y="1550350"/>
                  </a:lnTo>
                  <a:lnTo>
                    <a:pt x="275496" y="1551325"/>
                  </a:lnTo>
                  <a:cubicBezTo>
                    <a:pt x="275496" y="1551325"/>
                    <a:pt x="276809" y="1552738"/>
                    <a:pt x="277886" y="1554488"/>
                  </a:cubicBezTo>
                  <a:cubicBezTo>
                    <a:pt x="278963" y="1556237"/>
                    <a:pt x="277886" y="1557212"/>
                    <a:pt x="277886" y="1557650"/>
                  </a:cubicBezTo>
                  <a:cubicBezTo>
                    <a:pt x="277886" y="1558087"/>
                    <a:pt x="277448" y="1558726"/>
                    <a:pt x="276371" y="1559399"/>
                  </a:cubicBezTo>
                  <a:cubicBezTo>
                    <a:pt x="275294" y="1560038"/>
                    <a:pt x="274184" y="1561350"/>
                    <a:pt x="274184" y="1561787"/>
                  </a:cubicBezTo>
                  <a:cubicBezTo>
                    <a:pt x="274184" y="1562225"/>
                    <a:pt x="275160" y="1563839"/>
                    <a:pt x="275261" y="1564277"/>
                  </a:cubicBezTo>
                  <a:cubicBezTo>
                    <a:pt x="275362" y="1564714"/>
                    <a:pt x="275059" y="1567304"/>
                    <a:pt x="275059" y="1567304"/>
                  </a:cubicBezTo>
                  <a:lnTo>
                    <a:pt x="274184" y="1568280"/>
                  </a:lnTo>
                  <a:cubicBezTo>
                    <a:pt x="274184" y="1568280"/>
                    <a:pt x="273410" y="1569491"/>
                    <a:pt x="272669" y="1570130"/>
                  </a:cubicBezTo>
                  <a:cubicBezTo>
                    <a:pt x="271895" y="1570769"/>
                    <a:pt x="273107" y="1571206"/>
                    <a:pt x="273208" y="1571543"/>
                  </a:cubicBezTo>
                  <a:cubicBezTo>
                    <a:pt x="273309" y="1571879"/>
                    <a:pt x="274419" y="1574369"/>
                    <a:pt x="274419" y="1574369"/>
                  </a:cubicBezTo>
                  <a:cubicBezTo>
                    <a:pt x="274419" y="1574369"/>
                    <a:pt x="273006" y="1575580"/>
                    <a:pt x="272905" y="1575882"/>
                  </a:cubicBezTo>
                  <a:cubicBezTo>
                    <a:pt x="272804" y="1576219"/>
                    <a:pt x="271929" y="1577060"/>
                    <a:pt x="271391" y="1577497"/>
                  </a:cubicBezTo>
                  <a:cubicBezTo>
                    <a:pt x="270852" y="1577934"/>
                    <a:pt x="270145" y="1579549"/>
                    <a:pt x="270145" y="1579549"/>
                  </a:cubicBezTo>
                  <a:cubicBezTo>
                    <a:pt x="270145" y="1579549"/>
                    <a:pt x="272030" y="1581601"/>
                    <a:pt x="272568" y="1581937"/>
                  </a:cubicBezTo>
                  <a:cubicBezTo>
                    <a:pt x="273107" y="1582274"/>
                    <a:pt x="273746" y="1583148"/>
                    <a:pt x="274083" y="1583249"/>
                  </a:cubicBezTo>
                  <a:cubicBezTo>
                    <a:pt x="274419" y="1583350"/>
                    <a:pt x="274083" y="1586613"/>
                    <a:pt x="274083" y="1586613"/>
                  </a:cubicBezTo>
                  <a:cubicBezTo>
                    <a:pt x="274083" y="1586613"/>
                    <a:pt x="272568" y="1588026"/>
                    <a:pt x="271357" y="1589103"/>
                  </a:cubicBezTo>
                  <a:cubicBezTo>
                    <a:pt x="270145" y="1590179"/>
                    <a:pt x="270044" y="1591491"/>
                    <a:pt x="270145" y="1592029"/>
                  </a:cubicBezTo>
                  <a:cubicBezTo>
                    <a:pt x="270246" y="1592568"/>
                    <a:pt x="271996" y="1593341"/>
                    <a:pt x="272333" y="1593442"/>
                  </a:cubicBezTo>
                  <a:cubicBezTo>
                    <a:pt x="272669" y="1593543"/>
                    <a:pt x="275362" y="1593442"/>
                    <a:pt x="275799" y="1593442"/>
                  </a:cubicBezTo>
                  <a:cubicBezTo>
                    <a:pt x="276237" y="1593442"/>
                    <a:pt x="277415" y="1593980"/>
                    <a:pt x="277852" y="1594418"/>
                  </a:cubicBezTo>
                  <a:cubicBezTo>
                    <a:pt x="278290" y="1594855"/>
                    <a:pt x="278054" y="1595057"/>
                    <a:pt x="278391" y="1596705"/>
                  </a:cubicBezTo>
                  <a:cubicBezTo>
                    <a:pt x="278727" y="1598320"/>
                    <a:pt x="280006" y="1599094"/>
                    <a:pt x="280343" y="1599430"/>
                  </a:cubicBezTo>
                  <a:cubicBezTo>
                    <a:pt x="280679" y="1599766"/>
                    <a:pt x="282631" y="1601045"/>
                    <a:pt x="283069" y="1601280"/>
                  </a:cubicBezTo>
                  <a:cubicBezTo>
                    <a:pt x="283506" y="1601482"/>
                    <a:pt x="286535" y="1601919"/>
                    <a:pt x="286535" y="1601919"/>
                  </a:cubicBezTo>
                  <a:cubicBezTo>
                    <a:pt x="286535" y="1601919"/>
                    <a:pt x="289127" y="1601583"/>
                    <a:pt x="289463" y="1601583"/>
                  </a:cubicBezTo>
                  <a:cubicBezTo>
                    <a:pt x="289800" y="1601583"/>
                    <a:pt x="290776" y="1600944"/>
                    <a:pt x="291213" y="1600069"/>
                  </a:cubicBezTo>
                  <a:cubicBezTo>
                    <a:pt x="291651" y="1599195"/>
                    <a:pt x="292727" y="1599531"/>
                    <a:pt x="293704" y="1598757"/>
                  </a:cubicBezTo>
                  <a:cubicBezTo>
                    <a:pt x="294680" y="1597984"/>
                    <a:pt x="296194" y="1596705"/>
                    <a:pt x="296968" y="1596032"/>
                  </a:cubicBezTo>
                  <a:cubicBezTo>
                    <a:pt x="297742" y="1595393"/>
                    <a:pt x="298920" y="1595158"/>
                    <a:pt x="299256" y="1594821"/>
                  </a:cubicBezTo>
                  <a:cubicBezTo>
                    <a:pt x="299593" y="1594485"/>
                    <a:pt x="302285" y="1594485"/>
                    <a:pt x="303396" y="1594384"/>
                  </a:cubicBezTo>
                  <a:cubicBezTo>
                    <a:pt x="304473" y="1594283"/>
                    <a:pt x="306223" y="1595158"/>
                    <a:pt x="307536" y="1595360"/>
                  </a:cubicBezTo>
                  <a:cubicBezTo>
                    <a:pt x="308848" y="1595561"/>
                    <a:pt x="309588" y="1597210"/>
                    <a:pt x="309588" y="1597546"/>
                  </a:cubicBezTo>
                  <a:cubicBezTo>
                    <a:pt x="309588" y="1597883"/>
                    <a:pt x="307637" y="1601247"/>
                    <a:pt x="307199" y="1601348"/>
                  </a:cubicBezTo>
                  <a:cubicBezTo>
                    <a:pt x="306762" y="1601448"/>
                    <a:pt x="305785" y="1601886"/>
                    <a:pt x="304709" y="1602121"/>
                  </a:cubicBezTo>
                  <a:cubicBezTo>
                    <a:pt x="303632" y="1602323"/>
                    <a:pt x="302757" y="1602996"/>
                    <a:pt x="302218" y="1603534"/>
                  </a:cubicBezTo>
                  <a:cubicBezTo>
                    <a:pt x="301680" y="1604072"/>
                    <a:pt x="301579" y="1605048"/>
                    <a:pt x="300603" y="1605822"/>
                  </a:cubicBezTo>
                  <a:cubicBezTo>
                    <a:pt x="299627" y="1606595"/>
                    <a:pt x="300603" y="1607133"/>
                    <a:pt x="300603" y="1607133"/>
                  </a:cubicBezTo>
                  <a:cubicBezTo>
                    <a:pt x="300603" y="1607133"/>
                    <a:pt x="302555" y="1610161"/>
                    <a:pt x="302891" y="1610397"/>
                  </a:cubicBezTo>
                  <a:cubicBezTo>
                    <a:pt x="303228" y="1610632"/>
                    <a:pt x="304406" y="1612247"/>
                    <a:pt x="304641" y="1612684"/>
                  </a:cubicBezTo>
                  <a:cubicBezTo>
                    <a:pt x="304877" y="1613121"/>
                    <a:pt x="306156" y="1613861"/>
                    <a:pt x="306156" y="1613861"/>
                  </a:cubicBezTo>
                  <a:cubicBezTo>
                    <a:pt x="306156" y="1613861"/>
                    <a:pt x="308343" y="1614501"/>
                    <a:pt x="308747" y="1614938"/>
                  </a:cubicBezTo>
                  <a:cubicBezTo>
                    <a:pt x="309185" y="1615375"/>
                    <a:pt x="310800" y="1616351"/>
                    <a:pt x="310767" y="1616687"/>
                  </a:cubicBezTo>
                  <a:cubicBezTo>
                    <a:pt x="310733" y="1617024"/>
                    <a:pt x="311137" y="1617663"/>
                    <a:pt x="310867" y="1618201"/>
                  </a:cubicBezTo>
                  <a:cubicBezTo>
                    <a:pt x="310598" y="1618739"/>
                    <a:pt x="311036" y="1620253"/>
                    <a:pt x="310935" y="1620690"/>
                  </a:cubicBezTo>
                  <a:cubicBezTo>
                    <a:pt x="310834" y="1621128"/>
                    <a:pt x="310935" y="1623180"/>
                    <a:pt x="310935" y="1623852"/>
                  </a:cubicBezTo>
                  <a:cubicBezTo>
                    <a:pt x="310935" y="1624525"/>
                    <a:pt x="311137" y="1624828"/>
                    <a:pt x="312012" y="1626880"/>
                  </a:cubicBezTo>
                  <a:cubicBezTo>
                    <a:pt x="312887" y="1628932"/>
                    <a:pt x="314065" y="1628394"/>
                    <a:pt x="314401" y="1628495"/>
                  </a:cubicBezTo>
                  <a:cubicBezTo>
                    <a:pt x="314738" y="1628596"/>
                    <a:pt x="315916" y="1628831"/>
                    <a:pt x="316252" y="1629033"/>
                  </a:cubicBezTo>
                  <a:cubicBezTo>
                    <a:pt x="316589" y="1629235"/>
                    <a:pt x="318002" y="1629235"/>
                    <a:pt x="319853" y="1628932"/>
                  </a:cubicBezTo>
                  <a:cubicBezTo>
                    <a:pt x="321704" y="1628596"/>
                    <a:pt x="320930" y="1628932"/>
                    <a:pt x="322041" y="1628932"/>
                  </a:cubicBezTo>
                  <a:cubicBezTo>
                    <a:pt x="323118" y="1628932"/>
                    <a:pt x="324329" y="1629033"/>
                    <a:pt x="324329" y="1629033"/>
                  </a:cubicBezTo>
                  <a:cubicBezTo>
                    <a:pt x="324329" y="1629033"/>
                    <a:pt x="326180" y="1630009"/>
                    <a:pt x="326517" y="1630547"/>
                  </a:cubicBezTo>
                  <a:cubicBezTo>
                    <a:pt x="326853" y="1631085"/>
                    <a:pt x="327829" y="1632061"/>
                    <a:pt x="328368" y="1632599"/>
                  </a:cubicBezTo>
                  <a:cubicBezTo>
                    <a:pt x="328906" y="1633137"/>
                    <a:pt x="329007" y="1633238"/>
                    <a:pt x="329344" y="1634012"/>
                  </a:cubicBezTo>
                  <a:cubicBezTo>
                    <a:pt x="329680" y="1634785"/>
                    <a:pt x="330656" y="1636938"/>
                    <a:pt x="331632" y="1638788"/>
                  </a:cubicBezTo>
                  <a:cubicBezTo>
                    <a:pt x="332608" y="1640639"/>
                    <a:pt x="334560" y="1641513"/>
                    <a:pt x="335435" y="1641951"/>
                  </a:cubicBezTo>
                  <a:cubicBezTo>
                    <a:pt x="336310" y="1642388"/>
                    <a:pt x="336411" y="1641311"/>
                    <a:pt x="336411" y="1641311"/>
                  </a:cubicBezTo>
                  <a:cubicBezTo>
                    <a:pt x="336411" y="1641311"/>
                    <a:pt x="339440" y="1638687"/>
                    <a:pt x="339777" y="1638486"/>
                  </a:cubicBezTo>
                  <a:cubicBezTo>
                    <a:pt x="340113" y="1638284"/>
                    <a:pt x="343041" y="1637510"/>
                    <a:pt x="343041" y="1637510"/>
                  </a:cubicBezTo>
                  <a:lnTo>
                    <a:pt x="346844" y="1639260"/>
                  </a:lnTo>
                  <a:cubicBezTo>
                    <a:pt x="346844" y="1639260"/>
                    <a:pt x="348359" y="1642287"/>
                    <a:pt x="348695" y="1643834"/>
                  </a:cubicBezTo>
                  <a:cubicBezTo>
                    <a:pt x="349032" y="1645348"/>
                    <a:pt x="350344" y="1645685"/>
                    <a:pt x="350782" y="1646223"/>
                  </a:cubicBezTo>
                  <a:cubicBezTo>
                    <a:pt x="351219" y="1646761"/>
                    <a:pt x="352936" y="1646862"/>
                    <a:pt x="354147" y="1646660"/>
                  </a:cubicBezTo>
                  <a:cubicBezTo>
                    <a:pt x="355359" y="1646458"/>
                    <a:pt x="355897" y="1646223"/>
                    <a:pt x="356335" y="1646021"/>
                  </a:cubicBezTo>
                  <a:cubicBezTo>
                    <a:pt x="356772" y="1645819"/>
                    <a:pt x="357109" y="1643195"/>
                    <a:pt x="357109" y="1642758"/>
                  </a:cubicBezTo>
                  <a:cubicBezTo>
                    <a:pt x="357109" y="1642321"/>
                    <a:pt x="357546" y="1640470"/>
                    <a:pt x="357546" y="1640033"/>
                  </a:cubicBezTo>
                  <a:cubicBezTo>
                    <a:pt x="357546" y="1639596"/>
                    <a:pt x="359397" y="1637207"/>
                    <a:pt x="359734" y="1636669"/>
                  </a:cubicBezTo>
                  <a:cubicBezTo>
                    <a:pt x="360070" y="1636131"/>
                    <a:pt x="363200" y="1633406"/>
                    <a:pt x="363200" y="1633406"/>
                  </a:cubicBezTo>
                  <a:lnTo>
                    <a:pt x="364614" y="1631657"/>
                  </a:lnTo>
                  <a:cubicBezTo>
                    <a:pt x="364614" y="1631657"/>
                    <a:pt x="367441" y="1628192"/>
                    <a:pt x="368619" y="1627317"/>
                  </a:cubicBezTo>
                  <a:cubicBezTo>
                    <a:pt x="369830" y="1626443"/>
                    <a:pt x="370806" y="1625904"/>
                    <a:pt x="371883" y="1625366"/>
                  </a:cubicBezTo>
                  <a:cubicBezTo>
                    <a:pt x="372960" y="1624828"/>
                    <a:pt x="375686" y="1622339"/>
                    <a:pt x="377436" y="1621767"/>
                  </a:cubicBezTo>
                  <a:cubicBezTo>
                    <a:pt x="379186" y="1621229"/>
                    <a:pt x="380162" y="1619177"/>
                    <a:pt x="380162" y="1619177"/>
                  </a:cubicBezTo>
                  <a:cubicBezTo>
                    <a:pt x="380162" y="1619177"/>
                    <a:pt x="379523" y="1617427"/>
                    <a:pt x="379186" y="1616889"/>
                  </a:cubicBezTo>
                  <a:cubicBezTo>
                    <a:pt x="378850" y="1616351"/>
                    <a:pt x="376561" y="1614400"/>
                    <a:pt x="375720" y="1614299"/>
                  </a:cubicBezTo>
                  <a:cubicBezTo>
                    <a:pt x="374845" y="1614198"/>
                    <a:pt x="374205" y="1612785"/>
                    <a:pt x="374205" y="1612785"/>
                  </a:cubicBezTo>
                  <a:cubicBezTo>
                    <a:pt x="374205" y="1612785"/>
                    <a:pt x="370840" y="1609522"/>
                    <a:pt x="370503" y="1609320"/>
                  </a:cubicBezTo>
                  <a:cubicBezTo>
                    <a:pt x="370200" y="1609118"/>
                    <a:pt x="368652" y="1605519"/>
                    <a:pt x="368652" y="1605519"/>
                  </a:cubicBezTo>
                  <a:cubicBezTo>
                    <a:pt x="368652" y="1605519"/>
                    <a:pt x="367777" y="1602256"/>
                    <a:pt x="367474" y="1602054"/>
                  </a:cubicBezTo>
                  <a:cubicBezTo>
                    <a:pt x="367138" y="1601819"/>
                    <a:pt x="366397" y="1598354"/>
                    <a:pt x="366397" y="1598354"/>
                  </a:cubicBezTo>
                  <a:lnTo>
                    <a:pt x="361719" y="1595965"/>
                  </a:lnTo>
                  <a:lnTo>
                    <a:pt x="356604" y="1593341"/>
                  </a:lnTo>
                  <a:cubicBezTo>
                    <a:pt x="356604" y="1593341"/>
                    <a:pt x="353676" y="1591929"/>
                    <a:pt x="353239" y="1591592"/>
                  </a:cubicBezTo>
                  <a:cubicBezTo>
                    <a:pt x="352801" y="1591256"/>
                    <a:pt x="352464" y="1588766"/>
                    <a:pt x="352464" y="1588766"/>
                  </a:cubicBezTo>
                  <a:lnTo>
                    <a:pt x="353339" y="1586580"/>
                  </a:lnTo>
                  <a:cubicBezTo>
                    <a:pt x="353339" y="1586580"/>
                    <a:pt x="356705" y="1586042"/>
                    <a:pt x="357142" y="1586042"/>
                  </a:cubicBezTo>
                  <a:cubicBezTo>
                    <a:pt x="357580" y="1586042"/>
                    <a:pt x="358354" y="1586243"/>
                    <a:pt x="358993" y="1586243"/>
                  </a:cubicBezTo>
                  <a:cubicBezTo>
                    <a:pt x="359633" y="1586243"/>
                    <a:pt x="363133" y="1588094"/>
                    <a:pt x="363873" y="1588194"/>
                  </a:cubicBezTo>
                  <a:cubicBezTo>
                    <a:pt x="364647" y="1588295"/>
                    <a:pt x="367575" y="1589506"/>
                    <a:pt x="367575" y="1589506"/>
                  </a:cubicBezTo>
                  <a:cubicBezTo>
                    <a:pt x="367575" y="1589506"/>
                    <a:pt x="371042" y="1590146"/>
                    <a:pt x="371479" y="1590280"/>
                  </a:cubicBezTo>
                  <a:cubicBezTo>
                    <a:pt x="371917" y="1590381"/>
                    <a:pt x="375821" y="1592029"/>
                    <a:pt x="375821" y="1592029"/>
                  </a:cubicBezTo>
                  <a:lnTo>
                    <a:pt x="379523" y="1592029"/>
                  </a:lnTo>
                  <a:lnTo>
                    <a:pt x="382451" y="1591659"/>
                  </a:lnTo>
                  <a:cubicBezTo>
                    <a:pt x="382451" y="1591659"/>
                    <a:pt x="384840" y="1589876"/>
                    <a:pt x="385278" y="1589742"/>
                  </a:cubicBezTo>
                  <a:cubicBezTo>
                    <a:pt x="385715" y="1589641"/>
                    <a:pt x="389417" y="1588531"/>
                    <a:pt x="389855" y="1588329"/>
                  </a:cubicBezTo>
                  <a:cubicBezTo>
                    <a:pt x="390292" y="1588127"/>
                    <a:pt x="395509" y="1586277"/>
                    <a:pt x="395509" y="1586277"/>
                  </a:cubicBezTo>
                  <a:lnTo>
                    <a:pt x="397696" y="1584662"/>
                  </a:lnTo>
                  <a:cubicBezTo>
                    <a:pt x="397696" y="1584662"/>
                    <a:pt x="399312" y="1584023"/>
                    <a:pt x="401062" y="1583586"/>
                  </a:cubicBezTo>
                  <a:cubicBezTo>
                    <a:pt x="402812" y="1583148"/>
                    <a:pt x="405403" y="1583384"/>
                    <a:pt x="405403" y="1583384"/>
                  </a:cubicBezTo>
                  <a:cubicBezTo>
                    <a:pt x="405403" y="1583384"/>
                    <a:pt x="408668" y="1583384"/>
                    <a:pt x="409105" y="1583384"/>
                  </a:cubicBezTo>
                  <a:cubicBezTo>
                    <a:pt x="409543" y="1583384"/>
                    <a:pt x="410081" y="1582207"/>
                    <a:pt x="410418" y="1581534"/>
                  </a:cubicBezTo>
                  <a:cubicBezTo>
                    <a:pt x="410754" y="1580895"/>
                    <a:pt x="411629" y="1580659"/>
                    <a:pt x="412370" y="1579919"/>
                  </a:cubicBezTo>
                  <a:cubicBezTo>
                    <a:pt x="413144" y="1579145"/>
                    <a:pt x="415398" y="1577968"/>
                    <a:pt x="415836" y="1577968"/>
                  </a:cubicBezTo>
                  <a:cubicBezTo>
                    <a:pt x="416274" y="1577968"/>
                    <a:pt x="419000" y="1578304"/>
                    <a:pt x="419303" y="1578405"/>
                  </a:cubicBezTo>
                  <a:cubicBezTo>
                    <a:pt x="419639" y="1578506"/>
                    <a:pt x="421692" y="1582207"/>
                    <a:pt x="422029" y="1582543"/>
                  </a:cubicBezTo>
                  <a:cubicBezTo>
                    <a:pt x="422365" y="1582879"/>
                    <a:pt x="423106" y="1584393"/>
                    <a:pt x="423106" y="1584393"/>
                  </a:cubicBezTo>
                  <a:lnTo>
                    <a:pt x="425596" y="1588733"/>
                  </a:lnTo>
                  <a:lnTo>
                    <a:pt x="429500" y="1591222"/>
                  </a:lnTo>
                  <a:cubicBezTo>
                    <a:pt x="429500" y="1591222"/>
                    <a:pt x="431553" y="1591659"/>
                    <a:pt x="431889" y="1591323"/>
                  </a:cubicBezTo>
                  <a:cubicBezTo>
                    <a:pt x="432226" y="1590987"/>
                    <a:pt x="436130" y="1591088"/>
                    <a:pt x="438082" y="1591088"/>
                  </a:cubicBezTo>
                  <a:cubicBezTo>
                    <a:pt x="440034" y="1591088"/>
                    <a:pt x="442423" y="1591962"/>
                    <a:pt x="442861" y="1591962"/>
                  </a:cubicBezTo>
                  <a:cubicBezTo>
                    <a:pt x="443298" y="1591962"/>
                    <a:pt x="444611" y="1593476"/>
                    <a:pt x="445048" y="1594149"/>
                  </a:cubicBezTo>
                  <a:cubicBezTo>
                    <a:pt x="445486" y="1594788"/>
                    <a:pt x="446798" y="1597176"/>
                    <a:pt x="447236" y="1597311"/>
                  </a:cubicBezTo>
                  <a:cubicBezTo>
                    <a:pt x="447673" y="1597412"/>
                    <a:pt x="453765" y="1597849"/>
                    <a:pt x="453765" y="1597849"/>
                  </a:cubicBezTo>
                  <a:cubicBezTo>
                    <a:pt x="453765" y="1597849"/>
                    <a:pt x="459722" y="1597849"/>
                    <a:pt x="460395" y="1597647"/>
                  </a:cubicBezTo>
                  <a:cubicBezTo>
                    <a:pt x="461034" y="1597445"/>
                    <a:pt x="464501" y="1597311"/>
                    <a:pt x="464501" y="1597311"/>
                  </a:cubicBezTo>
                  <a:cubicBezTo>
                    <a:pt x="464501" y="1597311"/>
                    <a:pt x="468102" y="1597311"/>
                    <a:pt x="470255" y="1597311"/>
                  </a:cubicBezTo>
                  <a:cubicBezTo>
                    <a:pt x="472409" y="1597311"/>
                    <a:pt x="472207" y="1596873"/>
                    <a:pt x="472544" y="1596537"/>
                  </a:cubicBezTo>
                  <a:cubicBezTo>
                    <a:pt x="472881" y="1596201"/>
                    <a:pt x="474732" y="1595763"/>
                    <a:pt x="475035" y="1595461"/>
                  </a:cubicBezTo>
                  <a:cubicBezTo>
                    <a:pt x="475371" y="1595124"/>
                    <a:pt x="476246" y="1594149"/>
                    <a:pt x="476246" y="1594149"/>
                  </a:cubicBezTo>
                  <a:lnTo>
                    <a:pt x="481799" y="1589675"/>
                  </a:lnTo>
                  <a:lnTo>
                    <a:pt x="487453" y="1585873"/>
                  </a:lnTo>
                  <a:cubicBezTo>
                    <a:pt x="487453" y="1585873"/>
                    <a:pt x="490381" y="1584023"/>
                    <a:pt x="491256" y="1583384"/>
                  </a:cubicBezTo>
                  <a:cubicBezTo>
                    <a:pt x="492131" y="1582745"/>
                    <a:pt x="494184" y="1580895"/>
                    <a:pt x="494184" y="1580895"/>
                  </a:cubicBezTo>
                  <a:cubicBezTo>
                    <a:pt x="494184" y="1580895"/>
                    <a:pt x="495934" y="1578405"/>
                    <a:pt x="496237" y="1577531"/>
                  </a:cubicBezTo>
                  <a:cubicBezTo>
                    <a:pt x="496573" y="1576656"/>
                    <a:pt x="498290" y="1575781"/>
                    <a:pt x="498290" y="1575781"/>
                  </a:cubicBezTo>
                  <a:lnTo>
                    <a:pt x="500242" y="1575580"/>
                  </a:lnTo>
                  <a:cubicBezTo>
                    <a:pt x="500242" y="1575580"/>
                    <a:pt x="503405" y="1574268"/>
                    <a:pt x="503843" y="1573931"/>
                  </a:cubicBezTo>
                  <a:cubicBezTo>
                    <a:pt x="504280" y="1573595"/>
                    <a:pt x="506670" y="1572518"/>
                    <a:pt x="507982" y="1571980"/>
                  </a:cubicBezTo>
                  <a:cubicBezTo>
                    <a:pt x="509295" y="1571442"/>
                    <a:pt x="510910" y="1571543"/>
                    <a:pt x="512559" y="1571105"/>
                  </a:cubicBezTo>
                  <a:cubicBezTo>
                    <a:pt x="514175" y="1570668"/>
                    <a:pt x="514208" y="1570332"/>
                    <a:pt x="514511" y="1570231"/>
                  </a:cubicBezTo>
                  <a:cubicBezTo>
                    <a:pt x="514848" y="1570130"/>
                    <a:pt x="516800" y="1568919"/>
                    <a:pt x="517103" y="1568717"/>
                  </a:cubicBezTo>
                  <a:cubicBezTo>
                    <a:pt x="517439" y="1568515"/>
                    <a:pt x="519593" y="1568381"/>
                    <a:pt x="519930" y="1568179"/>
                  </a:cubicBezTo>
                  <a:cubicBezTo>
                    <a:pt x="520266" y="1567977"/>
                    <a:pt x="523194" y="1567102"/>
                    <a:pt x="523531" y="1566867"/>
                  </a:cubicBezTo>
                  <a:cubicBezTo>
                    <a:pt x="523867" y="1566631"/>
                    <a:pt x="526560" y="1565656"/>
                    <a:pt x="527973" y="1565454"/>
                  </a:cubicBezTo>
                  <a:cubicBezTo>
                    <a:pt x="529387" y="1565219"/>
                    <a:pt x="533627" y="1565353"/>
                    <a:pt x="534940" y="1565454"/>
                  </a:cubicBezTo>
                  <a:cubicBezTo>
                    <a:pt x="536252" y="1565555"/>
                    <a:pt x="539281" y="1565992"/>
                    <a:pt x="539281" y="1565992"/>
                  </a:cubicBezTo>
                  <a:cubicBezTo>
                    <a:pt x="539281" y="1565992"/>
                    <a:pt x="543084" y="1565992"/>
                    <a:pt x="544161" y="1565992"/>
                  </a:cubicBezTo>
                  <a:cubicBezTo>
                    <a:pt x="545238" y="1565992"/>
                    <a:pt x="547863" y="1566766"/>
                    <a:pt x="548300" y="1566968"/>
                  </a:cubicBezTo>
                  <a:cubicBezTo>
                    <a:pt x="548738" y="1567170"/>
                    <a:pt x="549815" y="1567842"/>
                    <a:pt x="552339" y="1568919"/>
                  </a:cubicBezTo>
                  <a:cubicBezTo>
                    <a:pt x="554829" y="1569995"/>
                    <a:pt x="555503" y="1571946"/>
                    <a:pt x="555940" y="1572619"/>
                  </a:cubicBezTo>
                  <a:cubicBezTo>
                    <a:pt x="556378" y="1573258"/>
                    <a:pt x="558767" y="1575445"/>
                    <a:pt x="558767" y="1575445"/>
                  </a:cubicBezTo>
                  <a:cubicBezTo>
                    <a:pt x="558767" y="1575445"/>
                    <a:pt x="558767" y="1577497"/>
                    <a:pt x="558666" y="1578170"/>
                  </a:cubicBezTo>
                  <a:cubicBezTo>
                    <a:pt x="558565" y="1578809"/>
                    <a:pt x="557690" y="1579246"/>
                    <a:pt x="557690" y="1579246"/>
                  </a:cubicBezTo>
                  <a:cubicBezTo>
                    <a:pt x="557690" y="1579246"/>
                    <a:pt x="556815" y="1580861"/>
                    <a:pt x="555738" y="1581635"/>
                  </a:cubicBezTo>
                  <a:cubicBezTo>
                    <a:pt x="554661" y="1582408"/>
                    <a:pt x="553887" y="1584662"/>
                    <a:pt x="553887" y="1584999"/>
                  </a:cubicBezTo>
                  <a:cubicBezTo>
                    <a:pt x="553887" y="1585335"/>
                    <a:pt x="555301" y="1587051"/>
                    <a:pt x="555301" y="1587051"/>
                  </a:cubicBezTo>
                  <a:lnTo>
                    <a:pt x="557690" y="1590953"/>
                  </a:lnTo>
                  <a:lnTo>
                    <a:pt x="558229" y="1593005"/>
                  </a:lnTo>
                  <a:lnTo>
                    <a:pt x="559104" y="1595932"/>
                  </a:lnTo>
                  <a:cubicBezTo>
                    <a:pt x="559104" y="1595932"/>
                    <a:pt x="561291" y="1599531"/>
                    <a:pt x="561830" y="1600069"/>
                  </a:cubicBezTo>
                  <a:cubicBezTo>
                    <a:pt x="562368" y="1600607"/>
                    <a:pt x="564118" y="1603231"/>
                    <a:pt x="564118" y="1603231"/>
                  </a:cubicBezTo>
                  <a:cubicBezTo>
                    <a:pt x="564118" y="1603231"/>
                    <a:pt x="564657" y="1608681"/>
                    <a:pt x="564657" y="1608984"/>
                  </a:cubicBezTo>
                  <a:cubicBezTo>
                    <a:pt x="564657" y="1609320"/>
                    <a:pt x="565633" y="1613323"/>
                    <a:pt x="565733" y="1613761"/>
                  </a:cubicBezTo>
                  <a:cubicBezTo>
                    <a:pt x="565835" y="1614198"/>
                    <a:pt x="565835" y="1618874"/>
                    <a:pt x="565835" y="1618874"/>
                  </a:cubicBezTo>
                  <a:cubicBezTo>
                    <a:pt x="565835" y="1618874"/>
                    <a:pt x="564421" y="1621599"/>
                    <a:pt x="563984" y="1621700"/>
                  </a:cubicBezTo>
                  <a:cubicBezTo>
                    <a:pt x="563546" y="1621801"/>
                    <a:pt x="560955" y="1623449"/>
                    <a:pt x="560517" y="1623751"/>
                  </a:cubicBezTo>
                  <a:cubicBezTo>
                    <a:pt x="560080" y="1624088"/>
                    <a:pt x="557353" y="1626678"/>
                    <a:pt x="556916" y="1627015"/>
                  </a:cubicBezTo>
                  <a:cubicBezTo>
                    <a:pt x="556478" y="1627351"/>
                    <a:pt x="556378" y="1628966"/>
                    <a:pt x="556378" y="1628966"/>
                  </a:cubicBezTo>
                  <a:lnTo>
                    <a:pt x="552474" y="1632868"/>
                  </a:lnTo>
                  <a:lnTo>
                    <a:pt x="551161" y="1635256"/>
                  </a:lnTo>
                  <a:cubicBezTo>
                    <a:pt x="551161" y="1635256"/>
                    <a:pt x="547022" y="1636131"/>
                    <a:pt x="546483" y="1636434"/>
                  </a:cubicBezTo>
                  <a:cubicBezTo>
                    <a:pt x="545945" y="1636770"/>
                    <a:pt x="544767" y="1639899"/>
                    <a:pt x="544767" y="1639899"/>
                  </a:cubicBezTo>
                  <a:lnTo>
                    <a:pt x="541065" y="1645886"/>
                  </a:lnTo>
                  <a:lnTo>
                    <a:pt x="539113" y="1652514"/>
                  </a:lnTo>
                  <a:cubicBezTo>
                    <a:pt x="539113" y="1652514"/>
                    <a:pt x="534872" y="1658064"/>
                    <a:pt x="534098" y="1658939"/>
                  </a:cubicBezTo>
                  <a:cubicBezTo>
                    <a:pt x="533324" y="1659813"/>
                    <a:pt x="529521" y="1662538"/>
                    <a:pt x="529218" y="1662841"/>
                  </a:cubicBezTo>
                  <a:cubicBezTo>
                    <a:pt x="528882" y="1663177"/>
                    <a:pt x="519425" y="1667618"/>
                    <a:pt x="519425" y="1667618"/>
                  </a:cubicBezTo>
                  <a:lnTo>
                    <a:pt x="510304" y="1672731"/>
                  </a:lnTo>
                  <a:lnTo>
                    <a:pt x="498391" y="1677777"/>
                  </a:lnTo>
                  <a:cubicBezTo>
                    <a:pt x="498391" y="1677777"/>
                    <a:pt x="494823" y="1679593"/>
                    <a:pt x="494520" y="1679728"/>
                  </a:cubicBezTo>
                  <a:cubicBezTo>
                    <a:pt x="494184" y="1679862"/>
                    <a:pt x="492871" y="1680502"/>
                    <a:pt x="492636" y="1680636"/>
                  </a:cubicBezTo>
                  <a:cubicBezTo>
                    <a:pt x="492400" y="1680737"/>
                    <a:pt x="491593" y="1681544"/>
                    <a:pt x="491525" y="1681645"/>
                  </a:cubicBezTo>
                  <a:cubicBezTo>
                    <a:pt x="491458" y="1681713"/>
                    <a:pt x="491458" y="1682352"/>
                    <a:pt x="491458" y="1682352"/>
                  </a:cubicBezTo>
                  <a:lnTo>
                    <a:pt x="492366" y="1684135"/>
                  </a:lnTo>
                  <a:lnTo>
                    <a:pt x="495261" y="1684135"/>
                  </a:lnTo>
                  <a:cubicBezTo>
                    <a:pt x="495261" y="1684135"/>
                    <a:pt x="498155" y="1685514"/>
                    <a:pt x="498593" y="1686086"/>
                  </a:cubicBezTo>
                  <a:cubicBezTo>
                    <a:pt x="499030" y="1686658"/>
                    <a:pt x="501049" y="1688777"/>
                    <a:pt x="501218" y="1689349"/>
                  </a:cubicBezTo>
                  <a:cubicBezTo>
                    <a:pt x="501352" y="1689921"/>
                    <a:pt x="501924" y="1691973"/>
                    <a:pt x="501924" y="1691973"/>
                  </a:cubicBezTo>
                  <a:lnTo>
                    <a:pt x="501924" y="1693285"/>
                  </a:lnTo>
                  <a:cubicBezTo>
                    <a:pt x="501924" y="1693285"/>
                    <a:pt x="501049" y="1694731"/>
                    <a:pt x="500915" y="1695169"/>
                  </a:cubicBezTo>
                  <a:cubicBezTo>
                    <a:pt x="500780" y="1695606"/>
                    <a:pt x="500174" y="1696615"/>
                    <a:pt x="500174" y="1696615"/>
                  </a:cubicBezTo>
                  <a:lnTo>
                    <a:pt x="500309" y="1697792"/>
                  </a:lnTo>
                  <a:lnTo>
                    <a:pt x="501453" y="1699239"/>
                  </a:lnTo>
                  <a:lnTo>
                    <a:pt x="501319" y="1701560"/>
                  </a:lnTo>
                  <a:lnTo>
                    <a:pt x="501891" y="1709398"/>
                  </a:lnTo>
                  <a:cubicBezTo>
                    <a:pt x="501891" y="1709398"/>
                    <a:pt x="501891" y="1712291"/>
                    <a:pt x="501891" y="1712863"/>
                  </a:cubicBezTo>
                  <a:cubicBezTo>
                    <a:pt x="501891" y="1713435"/>
                    <a:pt x="501319" y="1715453"/>
                    <a:pt x="501319" y="1715453"/>
                  </a:cubicBezTo>
                  <a:lnTo>
                    <a:pt x="498424" y="1716900"/>
                  </a:lnTo>
                  <a:lnTo>
                    <a:pt x="495799" y="1715453"/>
                  </a:lnTo>
                  <a:lnTo>
                    <a:pt x="492770" y="1715453"/>
                  </a:lnTo>
                  <a:lnTo>
                    <a:pt x="490583" y="1715453"/>
                  </a:lnTo>
                  <a:lnTo>
                    <a:pt x="485804" y="1715453"/>
                  </a:lnTo>
                  <a:lnTo>
                    <a:pt x="483987" y="1718279"/>
                  </a:lnTo>
                  <a:lnTo>
                    <a:pt x="484054" y="1718918"/>
                  </a:lnTo>
                  <a:cubicBezTo>
                    <a:pt x="484054" y="1718918"/>
                    <a:pt x="483919" y="1722820"/>
                    <a:pt x="484054" y="1723426"/>
                  </a:cubicBezTo>
                  <a:cubicBezTo>
                    <a:pt x="484188" y="1723998"/>
                    <a:pt x="484054" y="1726622"/>
                    <a:pt x="484054" y="1727059"/>
                  </a:cubicBezTo>
                  <a:cubicBezTo>
                    <a:pt x="484054" y="1727496"/>
                    <a:pt x="484626" y="1730255"/>
                    <a:pt x="484626" y="1730255"/>
                  </a:cubicBezTo>
                  <a:cubicBezTo>
                    <a:pt x="484626" y="1730255"/>
                    <a:pt x="485501" y="1732273"/>
                    <a:pt x="486376" y="1733719"/>
                  </a:cubicBezTo>
                  <a:cubicBezTo>
                    <a:pt x="487251" y="1735166"/>
                    <a:pt x="487251" y="1736478"/>
                    <a:pt x="487554" y="1737184"/>
                  </a:cubicBezTo>
                  <a:cubicBezTo>
                    <a:pt x="487857" y="1737924"/>
                    <a:pt x="487251" y="1739775"/>
                    <a:pt x="487689" y="1740380"/>
                  </a:cubicBezTo>
                  <a:cubicBezTo>
                    <a:pt x="488126" y="1740952"/>
                    <a:pt x="487251" y="1743408"/>
                    <a:pt x="487689" y="1744148"/>
                  </a:cubicBezTo>
                  <a:cubicBezTo>
                    <a:pt x="488126" y="1744854"/>
                    <a:pt x="487689" y="1746469"/>
                    <a:pt x="487689" y="1746469"/>
                  </a:cubicBezTo>
                  <a:lnTo>
                    <a:pt x="492333" y="1748487"/>
                  </a:lnTo>
                  <a:cubicBezTo>
                    <a:pt x="492333" y="1748487"/>
                    <a:pt x="496371" y="1748487"/>
                    <a:pt x="496977" y="1748487"/>
                  </a:cubicBezTo>
                  <a:cubicBezTo>
                    <a:pt x="497549" y="1748487"/>
                    <a:pt x="501319" y="1750506"/>
                    <a:pt x="501891" y="1751111"/>
                  </a:cubicBezTo>
                  <a:cubicBezTo>
                    <a:pt x="502463" y="1751683"/>
                    <a:pt x="509429" y="1753567"/>
                    <a:pt x="510001" y="1753870"/>
                  </a:cubicBezTo>
                  <a:cubicBezTo>
                    <a:pt x="510574" y="1754172"/>
                    <a:pt x="514074" y="1755619"/>
                    <a:pt x="514074" y="1755619"/>
                  </a:cubicBezTo>
                  <a:lnTo>
                    <a:pt x="518718" y="1759958"/>
                  </a:lnTo>
                  <a:lnTo>
                    <a:pt x="519795" y="1764298"/>
                  </a:lnTo>
                  <a:cubicBezTo>
                    <a:pt x="519795" y="1764298"/>
                    <a:pt x="528276" y="1774154"/>
                    <a:pt x="528545" y="1774424"/>
                  </a:cubicBezTo>
                  <a:cubicBezTo>
                    <a:pt x="528848" y="1774726"/>
                    <a:pt x="536454" y="1782093"/>
                    <a:pt x="537531" y="1783203"/>
                  </a:cubicBezTo>
                  <a:cubicBezTo>
                    <a:pt x="538608" y="1784280"/>
                    <a:pt x="544262" y="1789931"/>
                    <a:pt x="544262" y="1789931"/>
                  </a:cubicBezTo>
                  <a:cubicBezTo>
                    <a:pt x="544262" y="1789931"/>
                    <a:pt x="549175" y="1792892"/>
                    <a:pt x="549411" y="1792959"/>
                  </a:cubicBezTo>
                  <a:cubicBezTo>
                    <a:pt x="549613" y="1793026"/>
                    <a:pt x="553416" y="1794775"/>
                    <a:pt x="553416" y="1794775"/>
                  </a:cubicBezTo>
                  <a:lnTo>
                    <a:pt x="555704" y="1796087"/>
                  </a:lnTo>
                  <a:lnTo>
                    <a:pt x="558430" y="1791950"/>
                  </a:lnTo>
                  <a:lnTo>
                    <a:pt x="562435" y="1791950"/>
                  </a:lnTo>
                  <a:lnTo>
                    <a:pt x="564623" y="1795684"/>
                  </a:lnTo>
                  <a:cubicBezTo>
                    <a:pt x="564623" y="1795684"/>
                    <a:pt x="564791" y="1795785"/>
                    <a:pt x="565061" y="1795919"/>
                  </a:cubicBezTo>
                  <a:lnTo>
                    <a:pt x="565767" y="1794372"/>
                  </a:lnTo>
                  <a:lnTo>
                    <a:pt x="569469" y="1792925"/>
                  </a:lnTo>
                  <a:cubicBezTo>
                    <a:pt x="569469" y="1792925"/>
                    <a:pt x="572094" y="1790167"/>
                    <a:pt x="572969" y="1790167"/>
                  </a:cubicBezTo>
                  <a:cubicBezTo>
                    <a:pt x="573844" y="1790167"/>
                    <a:pt x="575796" y="1790167"/>
                    <a:pt x="575796" y="1790167"/>
                  </a:cubicBezTo>
                  <a:lnTo>
                    <a:pt x="584277" y="1786904"/>
                  </a:lnTo>
                  <a:lnTo>
                    <a:pt x="593398" y="1784515"/>
                  </a:lnTo>
                  <a:lnTo>
                    <a:pt x="595989" y="1781690"/>
                  </a:lnTo>
                  <a:cubicBezTo>
                    <a:pt x="595989" y="1781690"/>
                    <a:pt x="605109" y="1784078"/>
                    <a:pt x="605984" y="1784078"/>
                  </a:cubicBezTo>
                  <a:cubicBezTo>
                    <a:pt x="606859" y="1784078"/>
                    <a:pt x="615105" y="1784280"/>
                    <a:pt x="617057" y="1783876"/>
                  </a:cubicBezTo>
                  <a:cubicBezTo>
                    <a:pt x="619009" y="1783439"/>
                    <a:pt x="622071" y="1781690"/>
                    <a:pt x="622071" y="1781690"/>
                  </a:cubicBezTo>
                  <a:lnTo>
                    <a:pt x="632302" y="1779099"/>
                  </a:lnTo>
                  <a:cubicBezTo>
                    <a:pt x="632302" y="1779099"/>
                    <a:pt x="635769" y="1776475"/>
                    <a:pt x="636644" y="1776475"/>
                  </a:cubicBezTo>
                  <a:cubicBezTo>
                    <a:pt x="637519" y="1776475"/>
                    <a:pt x="646000" y="1773650"/>
                    <a:pt x="646000" y="1773650"/>
                  </a:cubicBezTo>
                  <a:lnTo>
                    <a:pt x="653168" y="1768873"/>
                  </a:lnTo>
                  <a:lnTo>
                    <a:pt x="658183" y="1767561"/>
                  </a:lnTo>
                  <a:lnTo>
                    <a:pt x="667943" y="1767561"/>
                  </a:lnTo>
                  <a:lnTo>
                    <a:pt x="669693" y="1767561"/>
                  </a:lnTo>
                  <a:cubicBezTo>
                    <a:pt x="669693" y="1767561"/>
                    <a:pt x="667505" y="1767325"/>
                    <a:pt x="673832" y="1767561"/>
                  </a:cubicBezTo>
                  <a:cubicBezTo>
                    <a:pt x="680126" y="1767763"/>
                    <a:pt x="681303" y="1769579"/>
                    <a:pt x="681303" y="1769579"/>
                  </a:cubicBezTo>
                  <a:cubicBezTo>
                    <a:pt x="681303" y="1769579"/>
                    <a:pt x="685443" y="1769007"/>
                    <a:pt x="685880" y="1768940"/>
                  </a:cubicBezTo>
                  <a:cubicBezTo>
                    <a:pt x="686318" y="1768873"/>
                    <a:pt x="688640" y="1765240"/>
                    <a:pt x="688135" y="1765173"/>
                  </a:cubicBezTo>
                  <a:cubicBezTo>
                    <a:pt x="687630" y="1765105"/>
                    <a:pt x="683053" y="1764668"/>
                    <a:pt x="682852" y="1764432"/>
                  </a:cubicBezTo>
                  <a:cubicBezTo>
                    <a:pt x="682616" y="1764197"/>
                    <a:pt x="680664" y="1762179"/>
                    <a:pt x="680765" y="1761909"/>
                  </a:cubicBezTo>
                  <a:cubicBezTo>
                    <a:pt x="680832" y="1761607"/>
                    <a:pt x="681135" y="1759454"/>
                    <a:pt x="682717" y="1759151"/>
                  </a:cubicBezTo>
                  <a:cubicBezTo>
                    <a:pt x="684299" y="1758848"/>
                    <a:pt x="686856" y="1758411"/>
                    <a:pt x="687058" y="1758579"/>
                  </a:cubicBezTo>
                  <a:cubicBezTo>
                    <a:pt x="687260" y="1758714"/>
                    <a:pt x="692073" y="1758546"/>
                    <a:pt x="692073" y="1758546"/>
                  </a:cubicBezTo>
                  <a:lnTo>
                    <a:pt x="703650" y="1752188"/>
                  </a:lnTo>
                  <a:cubicBezTo>
                    <a:pt x="703650" y="1752188"/>
                    <a:pt x="707419" y="1748723"/>
                    <a:pt x="707722" y="1747545"/>
                  </a:cubicBezTo>
                  <a:cubicBezTo>
                    <a:pt x="708025" y="1746402"/>
                    <a:pt x="708597" y="1739438"/>
                    <a:pt x="707722" y="1738261"/>
                  </a:cubicBezTo>
                  <a:cubicBezTo>
                    <a:pt x="706847" y="1737117"/>
                    <a:pt x="704256" y="1731028"/>
                    <a:pt x="704256" y="1731028"/>
                  </a:cubicBezTo>
                  <a:lnTo>
                    <a:pt x="699914" y="1725242"/>
                  </a:lnTo>
                  <a:lnTo>
                    <a:pt x="698467" y="1720028"/>
                  </a:lnTo>
                  <a:cubicBezTo>
                    <a:pt x="698467" y="1720028"/>
                    <a:pt x="698164" y="1715958"/>
                    <a:pt x="698164" y="1715117"/>
                  </a:cubicBezTo>
                  <a:cubicBezTo>
                    <a:pt x="698164" y="1714242"/>
                    <a:pt x="701059" y="1708759"/>
                    <a:pt x="701059" y="1708759"/>
                  </a:cubicBezTo>
                  <a:cubicBezTo>
                    <a:pt x="701059" y="1708759"/>
                    <a:pt x="703953" y="1707010"/>
                    <a:pt x="704525" y="1706135"/>
                  </a:cubicBezTo>
                  <a:cubicBezTo>
                    <a:pt x="705097" y="1705260"/>
                    <a:pt x="709439" y="1701795"/>
                    <a:pt x="709439" y="1701795"/>
                  </a:cubicBezTo>
                  <a:lnTo>
                    <a:pt x="708698" y="1697759"/>
                  </a:lnTo>
                  <a:lnTo>
                    <a:pt x="709439" y="1691973"/>
                  </a:lnTo>
                  <a:cubicBezTo>
                    <a:pt x="709439" y="1691973"/>
                    <a:pt x="711020" y="1689517"/>
                    <a:pt x="710886" y="1688205"/>
                  </a:cubicBezTo>
                  <a:cubicBezTo>
                    <a:pt x="710751" y="1686893"/>
                    <a:pt x="710684" y="1684303"/>
                    <a:pt x="710246" y="1684000"/>
                  </a:cubicBezTo>
                  <a:cubicBezTo>
                    <a:pt x="709809" y="1683697"/>
                    <a:pt x="707116" y="1681814"/>
                    <a:pt x="707116" y="1680367"/>
                  </a:cubicBezTo>
                  <a:cubicBezTo>
                    <a:pt x="707116" y="1678921"/>
                    <a:pt x="707116" y="1674581"/>
                    <a:pt x="707116" y="1674581"/>
                  </a:cubicBezTo>
                  <a:cubicBezTo>
                    <a:pt x="707116" y="1674581"/>
                    <a:pt x="707689" y="1661529"/>
                    <a:pt x="708126" y="1661125"/>
                  </a:cubicBezTo>
                  <a:cubicBezTo>
                    <a:pt x="708564" y="1660688"/>
                    <a:pt x="711895" y="1656348"/>
                    <a:pt x="712030" y="1655911"/>
                  </a:cubicBezTo>
                  <a:cubicBezTo>
                    <a:pt x="712165" y="1655474"/>
                    <a:pt x="714790" y="1646660"/>
                    <a:pt x="714790" y="1646055"/>
                  </a:cubicBezTo>
                  <a:cubicBezTo>
                    <a:pt x="714790" y="1645483"/>
                    <a:pt x="717819" y="1637645"/>
                    <a:pt x="717987" y="1637073"/>
                  </a:cubicBezTo>
                  <a:cubicBezTo>
                    <a:pt x="718121" y="1636501"/>
                    <a:pt x="722059" y="1633002"/>
                    <a:pt x="723203" y="1631724"/>
                  </a:cubicBezTo>
                  <a:cubicBezTo>
                    <a:pt x="724348" y="1630412"/>
                    <a:pt x="727679" y="1626947"/>
                    <a:pt x="727679" y="1626947"/>
                  </a:cubicBezTo>
                  <a:cubicBezTo>
                    <a:pt x="727679" y="1626947"/>
                    <a:pt x="729867" y="1624189"/>
                    <a:pt x="730002" y="1623751"/>
                  </a:cubicBezTo>
                  <a:cubicBezTo>
                    <a:pt x="730136" y="1623314"/>
                    <a:pt x="732324" y="1619547"/>
                    <a:pt x="732324" y="1618975"/>
                  </a:cubicBezTo>
                  <a:cubicBezTo>
                    <a:pt x="732324" y="1618403"/>
                    <a:pt x="733468" y="1616956"/>
                    <a:pt x="734208" y="1616519"/>
                  </a:cubicBezTo>
                  <a:cubicBezTo>
                    <a:pt x="734915" y="1616082"/>
                    <a:pt x="737103" y="1614198"/>
                    <a:pt x="737675" y="1613761"/>
                  </a:cubicBezTo>
                  <a:cubicBezTo>
                    <a:pt x="738247" y="1613323"/>
                    <a:pt x="741747" y="1611137"/>
                    <a:pt x="741747" y="1611137"/>
                  </a:cubicBezTo>
                  <a:lnTo>
                    <a:pt x="745651" y="1608815"/>
                  </a:lnTo>
                  <a:lnTo>
                    <a:pt x="747973" y="1606797"/>
                  </a:lnTo>
                  <a:cubicBezTo>
                    <a:pt x="747973" y="1606797"/>
                    <a:pt x="748714" y="1601448"/>
                    <a:pt x="748714" y="1600843"/>
                  </a:cubicBezTo>
                  <a:cubicBezTo>
                    <a:pt x="748714" y="1600271"/>
                    <a:pt x="749420" y="1597647"/>
                    <a:pt x="749420" y="1597647"/>
                  </a:cubicBezTo>
                  <a:lnTo>
                    <a:pt x="752752" y="1592736"/>
                  </a:lnTo>
                  <a:cubicBezTo>
                    <a:pt x="752752" y="1592736"/>
                    <a:pt x="754940" y="1589271"/>
                    <a:pt x="755512" y="1589271"/>
                  </a:cubicBezTo>
                  <a:cubicBezTo>
                    <a:pt x="756084" y="1589271"/>
                    <a:pt x="757699" y="1590415"/>
                    <a:pt x="758574" y="1590583"/>
                  </a:cubicBezTo>
                  <a:cubicBezTo>
                    <a:pt x="759449" y="1590717"/>
                    <a:pt x="759719" y="1590583"/>
                    <a:pt x="761906" y="1590583"/>
                  </a:cubicBezTo>
                  <a:cubicBezTo>
                    <a:pt x="764094" y="1590583"/>
                    <a:pt x="765675" y="1589136"/>
                    <a:pt x="766820" y="1589271"/>
                  </a:cubicBezTo>
                  <a:cubicBezTo>
                    <a:pt x="767964" y="1589406"/>
                    <a:pt x="769007" y="1588968"/>
                    <a:pt x="770454" y="1587959"/>
                  </a:cubicBezTo>
                  <a:cubicBezTo>
                    <a:pt x="771901" y="1586950"/>
                    <a:pt x="773214" y="1586210"/>
                    <a:pt x="773652" y="1585941"/>
                  </a:cubicBezTo>
                  <a:cubicBezTo>
                    <a:pt x="774089" y="1585638"/>
                    <a:pt x="775974" y="1585066"/>
                    <a:pt x="775974" y="1585066"/>
                  </a:cubicBezTo>
                  <a:lnTo>
                    <a:pt x="781056" y="1585066"/>
                  </a:lnTo>
                  <a:cubicBezTo>
                    <a:pt x="781056" y="1585066"/>
                    <a:pt x="785834" y="1585503"/>
                    <a:pt x="787147" y="1584494"/>
                  </a:cubicBezTo>
                  <a:cubicBezTo>
                    <a:pt x="788460" y="1583485"/>
                    <a:pt x="790613" y="1581029"/>
                    <a:pt x="790613" y="1581029"/>
                  </a:cubicBezTo>
                  <a:lnTo>
                    <a:pt x="794686" y="1581769"/>
                  </a:lnTo>
                  <a:cubicBezTo>
                    <a:pt x="794686" y="1581769"/>
                    <a:pt x="795258" y="1584528"/>
                    <a:pt x="795392" y="1584965"/>
                  </a:cubicBezTo>
                  <a:cubicBezTo>
                    <a:pt x="795527" y="1585402"/>
                    <a:pt x="794955" y="1587993"/>
                    <a:pt x="795392" y="1588598"/>
                  </a:cubicBezTo>
                  <a:cubicBezTo>
                    <a:pt x="795830" y="1589170"/>
                    <a:pt x="795426" y="1592063"/>
                    <a:pt x="795426" y="1592063"/>
                  </a:cubicBezTo>
                  <a:lnTo>
                    <a:pt x="793811" y="1595965"/>
                  </a:lnTo>
                  <a:lnTo>
                    <a:pt x="795594" y="1598724"/>
                  </a:lnTo>
                  <a:lnTo>
                    <a:pt x="796705" y="1603366"/>
                  </a:lnTo>
                  <a:cubicBezTo>
                    <a:pt x="796705" y="1603366"/>
                    <a:pt x="796065" y="1607436"/>
                    <a:pt x="796469" y="1608008"/>
                  </a:cubicBezTo>
                  <a:cubicBezTo>
                    <a:pt x="796907" y="1608580"/>
                    <a:pt x="797546" y="1611641"/>
                    <a:pt x="797546" y="1611641"/>
                  </a:cubicBezTo>
                  <a:lnTo>
                    <a:pt x="797546" y="1619042"/>
                  </a:lnTo>
                  <a:lnTo>
                    <a:pt x="799734" y="1617730"/>
                  </a:lnTo>
                  <a:cubicBezTo>
                    <a:pt x="799734" y="1617730"/>
                    <a:pt x="800474" y="1618033"/>
                    <a:pt x="801349" y="1617596"/>
                  </a:cubicBezTo>
                  <a:cubicBezTo>
                    <a:pt x="802224" y="1617158"/>
                    <a:pt x="804681" y="1617596"/>
                    <a:pt x="804681" y="1617596"/>
                  </a:cubicBezTo>
                  <a:lnTo>
                    <a:pt x="807441" y="1620354"/>
                  </a:lnTo>
                  <a:lnTo>
                    <a:pt x="808585" y="1623953"/>
                  </a:lnTo>
                  <a:lnTo>
                    <a:pt x="809595" y="1627284"/>
                  </a:lnTo>
                  <a:cubicBezTo>
                    <a:pt x="809595" y="1627284"/>
                    <a:pt x="809729" y="1628730"/>
                    <a:pt x="809595" y="1630311"/>
                  </a:cubicBezTo>
                  <a:cubicBezTo>
                    <a:pt x="809460" y="1631892"/>
                    <a:pt x="809023" y="1634651"/>
                    <a:pt x="809023" y="1634651"/>
                  </a:cubicBezTo>
                  <a:cubicBezTo>
                    <a:pt x="809023" y="1634651"/>
                    <a:pt x="808888" y="1635660"/>
                    <a:pt x="807710" y="1635660"/>
                  </a:cubicBezTo>
                  <a:cubicBezTo>
                    <a:pt x="806566" y="1635660"/>
                    <a:pt x="805960" y="1635357"/>
                    <a:pt x="805388" y="1635223"/>
                  </a:cubicBezTo>
                  <a:cubicBezTo>
                    <a:pt x="804816" y="1635088"/>
                    <a:pt x="803638" y="1634785"/>
                    <a:pt x="803638" y="1634785"/>
                  </a:cubicBezTo>
                  <a:cubicBezTo>
                    <a:pt x="803638" y="1634785"/>
                    <a:pt x="800441" y="1634785"/>
                    <a:pt x="799868" y="1634483"/>
                  </a:cubicBezTo>
                  <a:cubicBezTo>
                    <a:pt x="799296" y="1634180"/>
                    <a:pt x="796840" y="1634045"/>
                    <a:pt x="796840" y="1634045"/>
                  </a:cubicBezTo>
                  <a:lnTo>
                    <a:pt x="791488" y="1636232"/>
                  </a:lnTo>
                  <a:cubicBezTo>
                    <a:pt x="791488" y="1636232"/>
                    <a:pt x="787887" y="1637241"/>
                    <a:pt x="787719" y="1637678"/>
                  </a:cubicBezTo>
                  <a:cubicBezTo>
                    <a:pt x="787585" y="1638116"/>
                    <a:pt x="785262" y="1642758"/>
                    <a:pt x="785262" y="1642758"/>
                  </a:cubicBezTo>
                  <a:lnTo>
                    <a:pt x="780854" y="1644204"/>
                  </a:lnTo>
                  <a:lnTo>
                    <a:pt x="778229" y="1649856"/>
                  </a:lnTo>
                  <a:lnTo>
                    <a:pt x="776479" y="1653758"/>
                  </a:lnTo>
                  <a:lnTo>
                    <a:pt x="773450" y="1657458"/>
                  </a:lnTo>
                  <a:lnTo>
                    <a:pt x="772810" y="1660284"/>
                  </a:lnTo>
                  <a:lnTo>
                    <a:pt x="771733" y="1662908"/>
                  </a:lnTo>
                  <a:lnTo>
                    <a:pt x="771296" y="1665936"/>
                  </a:lnTo>
                  <a:lnTo>
                    <a:pt x="770757" y="1667887"/>
                  </a:lnTo>
                  <a:lnTo>
                    <a:pt x="768031" y="1670948"/>
                  </a:lnTo>
                  <a:lnTo>
                    <a:pt x="768031" y="1674648"/>
                  </a:lnTo>
                  <a:lnTo>
                    <a:pt x="768805" y="1676398"/>
                  </a:lnTo>
                  <a:lnTo>
                    <a:pt x="771531" y="1680098"/>
                  </a:lnTo>
                  <a:lnTo>
                    <a:pt x="771531" y="1681612"/>
                  </a:lnTo>
                  <a:cubicBezTo>
                    <a:pt x="771531" y="1681612"/>
                    <a:pt x="770656" y="1683798"/>
                    <a:pt x="770454" y="1684438"/>
                  </a:cubicBezTo>
                  <a:cubicBezTo>
                    <a:pt x="770219" y="1685077"/>
                    <a:pt x="769815" y="1685077"/>
                    <a:pt x="768940" y="1685951"/>
                  </a:cubicBezTo>
                  <a:cubicBezTo>
                    <a:pt x="768065" y="1686826"/>
                    <a:pt x="768065" y="1689820"/>
                    <a:pt x="767190" y="1689181"/>
                  </a:cubicBezTo>
                  <a:cubicBezTo>
                    <a:pt x="766315" y="1688541"/>
                    <a:pt x="767829" y="1692881"/>
                    <a:pt x="767829" y="1692881"/>
                  </a:cubicBezTo>
                  <a:lnTo>
                    <a:pt x="768906" y="1695505"/>
                  </a:lnTo>
                  <a:lnTo>
                    <a:pt x="767594" y="1700080"/>
                  </a:lnTo>
                  <a:lnTo>
                    <a:pt x="767358" y="1703545"/>
                  </a:lnTo>
                  <a:lnTo>
                    <a:pt x="768435" y="1705059"/>
                  </a:lnTo>
                  <a:lnTo>
                    <a:pt x="773652" y="1710037"/>
                  </a:lnTo>
                  <a:lnTo>
                    <a:pt x="777791" y="1712863"/>
                  </a:lnTo>
                  <a:lnTo>
                    <a:pt x="780181" y="1714377"/>
                  </a:lnTo>
                  <a:lnTo>
                    <a:pt x="784758" y="1717404"/>
                  </a:lnTo>
                  <a:lnTo>
                    <a:pt x="790109" y="1720095"/>
                  </a:lnTo>
                  <a:lnTo>
                    <a:pt x="799027" y="1726252"/>
                  </a:lnTo>
                  <a:cubicBezTo>
                    <a:pt x="799027" y="1726252"/>
                    <a:pt x="802224" y="1727833"/>
                    <a:pt x="803099" y="1727698"/>
                  </a:cubicBezTo>
                  <a:cubicBezTo>
                    <a:pt x="803974" y="1727564"/>
                    <a:pt x="808888" y="1727765"/>
                    <a:pt x="809123" y="1727698"/>
                  </a:cubicBezTo>
                  <a:cubicBezTo>
                    <a:pt x="809325" y="1727631"/>
                    <a:pt x="812523" y="1726992"/>
                    <a:pt x="812523" y="1726992"/>
                  </a:cubicBezTo>
                  <a:cubicBezTo>
                    <a:pt x="812523" y="1726992"/>
                    <a:pt x="817941" y="1724771"/>
                    <a:pt x="818176" y="1724704"/>
                  </a:cubicBezTo>
                  <a:cubicBezTo>
                    <a:pt x="818412" y="1724637"/>
                    <a:pt x="821071" y="1722417"/>
                    <a:pt x="821508" y="1722417"/>
                  </a:cubicBezTo>
                  <a:cubicBezTo>
                    <a:pt x="821946" y="1722417"/>
                    <a:pt x="824537" y="1722417"/>
                    <a:pt x="824537" y="1722417"/>
                  </a:cubicBezTo>
                  <a:lnTo>
                    <a:pt x="827600" y="1723224"/>
                  </a:lnTo>
                  <a:lnTo>
                    <a:pt x="833624" y="1725108"/>
                  </a:lnTo>
                  <a:cubicBezTo>
                    <a:pt x="833624" y="1725108"/>
                    <a:pt x="835374" y="1725915"/>
                    <a:pt x="835509" y="1726352"/>
                  </a:cubicBezTo>
                  <a:cubicBezTo>
                    <a:pt x="835643" y="1726790"/>
                    <a:pt x="840220" y="1732004"/>
                    <a:pt x="840220" y="1732004"/>
                  </a:cubicBezTo>
                  <a:lnTo>
                    <a:pt x="842812" y="1734830"/>
                  </a:lnTo>
                  <a:lnTo>
                    <a:pt x="845942" y="1741288"/>
                  </a:lnTo>
                  <a:lnTo>
                    <a:pt x="850081" y="1746132"/>
                  </a:lnTo>
                  <a:lnTo>
                    <a:pt x="851091" y="1750337"/>
                  </a:lnTo>
                  <a:cubicBezTo>
                    <a:pt x="851091" y="1750337"/>
                    <a:pt x="852605" y="1753096"/>
                    <a:pt x="853043" y="1753601"/>
                  </a:cubicBezTo>
                  <a:cubicBezTo>
                    <a:pt x="853480" y="1754105"/>
                    <a:pt x="856442" y="1755854"/>
                    <a:pt x="857384" y="1755854"/>
                  </a:cubicBezTo>
                  <a:cubicBezTo>
                    <a:pt x="858326" y="1755854"/>
                    <a:pt x="861793" y="1755484"/>
                    <a:pt x="861793" y="1755484"/>
                  </a:cubicBezTo>
                  <a:lnTo>
                    <a:pt x="867918" y="1756023"/>
                  </a:lnTo>
                  <a:lnTo>
                    <a:pt x="873774" y="1758209"/>
                  </a:lnTo>
                  <a:cubicBezTo>
                    <a:pt x="873774" y="1758209"/>
                    <a:pt x="878889" y="1760059"/>
                    <a:pt x="880202" y="1759958"/>
                  </a:cubicBezTo>
                  <a:cubicBezTo>
                    <a:pt x="881514" y="1759858"/>
                    <a:pt x="886630" y="1760934"/>
                    <a:pt x="886630" y="1760934"/>
                  </a:cubicBezTo>
                  <a:lnTo>
                    <a:pt x="891072" y="1759958"/>
                  </a:lnTo>
                  <a:lnTo>
                    <a:pt x="891611" y="1762986"/>
                  </a:lnTo>
                  <a:lnTo>
                    <a:pt x="895313" y="1764937"/>
                  </a:lnTo>
                  <a:cubicBezTo>
                    <a:pt x="895313" y="1764937"/>
                    <a:pt x="897601" y="1769714"/>
                    <a:pt x="897938" y="1770151"/>
                  </a:cubicBezTo>
                  <a:cubicBezTo>
                    <a:pt x="898275" y="1770589"/>
                    <a:pt x="900967" y="1777215"/>
                    <a:pt x="900967" y="1777653"/>
                  </a:cubicBezTo>
                  <a:cubicBezTo>
                    <a:pt x="900967" y="1778090"/>
                    <a:pt x="903255" y="1781454"/>
                    <a:pt x="903693" y="1781454"/>
                  </a:cubicBezTo>
                  <a:cubicBezTo>
                    <a:pt x="904130" y="1781454"/>
                    <a:pt x="909683" y="1783203"/>
                    <a:pt x="910121" y="1783069"/>
                  </a:cubicBezTo>
                  <a:cubicBezTo>
                    <a:pt x="910558" y="1782968"/>
                    <a:pt x="911433" y="1780142"/>
                    <a:pt x="911433" y="1780142"/>
                  </a:cubicBezTo>
                  <a:lnTo>
                    <a:pt x="915001" y="1779806"/>
                  </a:lnTo>
                  <a:lnTo>
                    <a:pt x="918905" y="1779806"/>
                  </a:lnTo>
                  <a:lnTo>
                    <a:pt x="922068" y="1782699"/>
                  </a:lnTo>
                  <a:lnTo>
                    <a:pt x="925434" y="1785020"/>
                  </a:lnTo>
                  <a:lnTo>
                    <a:pt x="932400" y="1785020"/>
                  </a:lnTo>
                  <a:lnTo>
                    <a:pt x="937415" y="1781118"/>
                  </a:lnTo>
                  <a:lnTo>
                    <a:pt x="941554" y="1780041"/>
                  </a:lnTo>
                  <a:lnTo>
                    <a:pt x="952862" y="1783304"/>
                  </a:lnTo>
                  <a:lnTo>
                    <a:pt x="960536" y="1782564"/>
                  </a:lnTo>
                  <a:cubicBezTo>
                    <a:pt x="960536" y="1782564"/>
                    <a:pt x="962285" y="1782699"/>
                    <a:pt x="964574" y="1782564"/>
                  </a:cubicBezTo>
                  <a:cubicBezTo>
                    <a:pt x="966862" y="1782430"/>
                    <a:pt x="966324" y="1782261"/>
                    <a:pt x="967199" y="1781420"/>
                  </a:cubicBezTo>
                  <a:cubicBezTo>
                    <a:pt x="968074" y="1780546"/>
                    <a:pt x="970262" y="1781420"/>
                    <a:pt x="970262" y="1781420"/>
                  </a:cubicBezTo>
                  <a:cubicBezTo>
                    <a:pt x="970262" y="1781420"/>
                    <a:pt x="970834" y="1779402"/>
                    <a:pt x="970968" y="1778965"/>
                  </a:cubicBezTo>
                  <a:cubicBezTo>
                    <a:pt x="971103" y="1778527"/>
                    <a:pt x="970968" y="1776778"/>
                    <a:pt x="970531" y="1776644"/>
                  </a:cubicBezTo>
                  <a:cubicBezTo>
                    <a:pt x="970093" y="1776509"/>
                    <a:pt x="969387" y="1775635"/>
                    <a:pt x="968343" y="1774625"/>
                  </a:cubicBezTo>
                  <a:cubicBezTo>
                    <a:pt x="967334" y="1773616"/>
                    <a:pt x="966324" y="1773751"/>
                    <a:pt x="966324" y="1773751"/>
                  </a:cubicBezTo>
                  <a:cubicBezTo>
                    <a:pt x="966324" y="1773751"/>
                    <a:pt x="964574" y="1771564"/>
                    <a:pt x="964574" y="1771160"/>
                  </a:cubicBezTo>
                  <a:cubicBezTo>
                    <a:pt x="964540" y="1770723"/>
                    <a:pt x="964574" y="1768570"/>
                    <a:pt x="964574" y="1768570"/>
                  </a:cubicBezTo>
                  <a:lnTo>
                    <a:pt x="964574" y="1765105"/>
                  </a:lnTo>
                  <a:cubicBezTo>
                    <a:pt x="964574" y="1765105"/>
                    <a:pt x="964439" y="1762650"/>
                    <a:pt x="965011" y="1762212"/>
                  </a:cubicBezTo>
                  <a:cubicBezTo>
                    <a:pt x="965584" y="1761775"/>
                    <a:pt x="964574" y="1759891"/>
                    <a:pt x="964574" y="1759891"/>
                  </a:cubicBezTo>
                  <a:lnTo>
                    <a:pt x="964574" y="1754677"/>
                  </a:lnTo>
                  <a:lnTo>
                    <a:pt x="964574" y="1752053"/>
                  </a:lnTo>
                  <a:lnTo>
                    <a:pt x="966324" y="1749463"/>
                  </a:lnTo>
                  <a:lnTo>
                    <a:pt x="966324" y="1747714"/>
                  </a:lnTo>
                  <a:lnTo>
                    <a:pt x="966324" y="1745695"/>
                  </a:lnTo>
                  <a:lnTo>
                    <a:pt x="968074" y="1742500"/>
                  </a:lnTo>
                  <a:lnTo>
                    <a:pt x="968074" y="1740481"/>
                  </a:lnTo>
                  <a:lnTo>
                    <a:pt x="970766" y="1740178"/>
                  </a:lnTo>
                  <a:lnTo>
                    <a:pt x="972281" y="1740616"/>
                  </a:lnTo>
                  <a:lnTo>
                    <a:pt x="973425" y="1744249"/>
                  </a:lnTo>
                  <a:cubicBezTo>
                    <a:pt x="973425" y="1744249"/>
                    <a:pt x="976454" y="1746132"/>
                    <a:pt x="976622" y="1746570"/>
                  </a:cubicBezTo>
                  <a:cubicBezTo>
                    <a:pt x="976757" y="1747007"/>
                    <a:pt x="977329" y="1750203"/>
                    <a:pt x="977497" y="1751044"/>
                  </a:cubicBezTo>
                  <a:cubicBezTo>
                    <a:pt x="977632" y="1751919"/>
                    <a:pt x="978204" y="1752356"/>
                    <a:pt x="978642" y="1752591"/>
                  </a:cubicBezTo>
                  <a:cubicBezTo>
                    <a:pt x="979079" y="1752827"/>
                    <a:pt x="981401" y="1752625"/>
                    <a:pt x="983589" y="1752490"/>
                  </a:cubicBezTo>
                  <a:cubicBezTo>
                    <a:pt x="985776" y="1752356"/>
                    <a:pt x="985608" y="1752793"/>
                    <a:pt x="986180" y="1752490"/>
                  </a:cubicBezTo>
                  <a:cubicBezTo>
                    <a:pt x="986752" y="1752188"/>
                    <a:pt x="986921" y="1750741"/>
                    <a:pt x="987055" y="1750304"/>
                  </a:cubicBezTo>
                  <a:cubicBezTo>
                    <a:pt x="987190" y="1749866"/>
                    <a:pt x="987930" y="1747848"/>
                    <a:pt x="987930" y="1747848"/>
                  </a:cubicBezTo>
                  <a:lnTo>
                    <a:pt x="989680" y="1744081"/>
                  </a:lnTo>
                  <a:cubicBezTo>
                    <a:pt x="989680" y="1744081"/>
                    <a:pt x="990825" y="1742062"/>
                    <a:pt x="990993" y="1741625"/>
                  </a:cubicBezTo>
                  <a:cubicBezTo>
                    <a:pt x="991127" y="1741188"/>
                    <a:pt x="991127" y="1738732"/>
                    <a:pt x="991127" y="1738732"/>
                  </a:cubicBezTo>
                  <a:lnTo>
                    <a:pt x="990825" y="1735671"/>
                  </a:lnTo>
                  <a:cubicBezTo>
                    <a:pt x="990825" y="1735671"/>
                    <a:pt x="989512" y="1732340"/>
                    <a:pt x="989075" y="1732206"/>
                  </a:cubicBezTo>
                  <a:cubicBezTo>
                    <a:pt x="988637" y="1732071"/>
                    <a:pt x="985743" y="1729313"/>
                    <a:pt x="985171" y="1728438"/>
                  </a:cubicBezTo>
                  <a:cubicBezTo>
                    <a:pt x="984598" y="1727564"/>
                    <a:pt x="982411" y="1728438"/>
                    <a:pt x="982411" y="1728438"/>
                  </a:cubicBezTo>
                  <a:lnTo>
                    <a:pt x="979348" y="1725680"/>
                  </a:lnTo>
                  <a:lnTo>
                    <a:pt x="977464" y="1722349"/>
                  </a:lnTo>
                  <a:lnTo>
                    <a:pt x="978473" y="1716395"/>
                  </a:lnTo>
                  <a:lnTo>
                    <a:pt x="978473" y="1711282"/>
                  </a:lnTo>
                  <a:lnTo>
                    <a:pt x="978473" y="1709533"/>
                  </a:lnTo>
                  <a:lnTo>
                    <a:pt x="978473" y="1706505"/>
                  </a:lnTo>
                  <a:lnTo>
                    <a:pt x="982613" y="1702165"/>
                  </a:lnTo>
                  <a:lnTo>
                    <a:pt x="981973" y="1697692"/>
                  </a:lnTo>
                  <a:lnTo>
                    <a:pt x="984733" y="1694798"/>
                  </a:lnTo>
                  <a:lnTo>
                    <a:pt x="986315" y="1691334"/>
                  </a:lnTo>
                  <a:lnTo>
                    <a:pt x="991094" y="1691334"/>
                  </a:lnTo>
                  <a:lnTo>
                    <a:pt x="995166" y="1689315"/>
                  </a:lnTo>
                  <a:lnTo>
                    <a:pt x="997185" y="1688306"/>
                  </a:lnTo>
                  <a:lnTo>
                    <a:pt x="1001392" y="1684673"/>
                  </a:lnTo>
                  <a:cubicBezTo>
                    <a:pt x="1001392" y="1684673"/>
                    <a:pt x="1003984" y="1679896"/>
                    <a:pt x="1004286" y="1679459"/>
                  </a:cubicBezTo>
                  <a:cubicBezTo>
                    <a:pt x="1004589" y="1679021"/>
                    <a:pt x="1007921" y="1678147"/>
                    <a:pt x="1007921" y="1678147"/>
                  </a:cubicBezTo>
                  <a:lnTo>
                    <a:pt x="1010378" y="1675388"/>
                  </a:lnTo>
                  <a:lnTo>
                    <a:pt x="1014013" y="1674514"/>
                  </a:lnTo>
                  <a:lnTo>
                    <a:pt x="1018219" y="1673807"/>
                  </a:lnTo>
                  <a:lnTo>
                    <a:pt x="1017647" y="1671352"/>
                  </a:lnTo>
                  <a:lnTo>
                    <a:pt x="1016032" y="1668021"/>
                  </a:lnTo>
                  <a:lnTo>
                    <a:pt x="1016772" y="1664388"/>
                  </a:lnTo>
                  <a:lnTo>
                    <a:pt x="1016772" y="1659746"/>
                  </a:lnTo>
                  <a:cubicBezTo>
                    <a:pt x="1016772" y="1659746"/>
                    <a:pt x="1018590" y="1656113"/>
                    <a:pt x="1018590" y="1655709"/>
                  </a:cubicBezTo>
                  <a:cubicBezTo>
                    <a:pt x="1018590" y="1655272"/>
                    <a:pt x="1021282" y="1650495"/>
                    <a:pt x="1021282" y="1650495"/>
                  </a:cubicBezTo>
                  <a:lnTo>
                    <a:pt x="1024479" y="1648611"/>
                  </a:lnTo>
                  <a:lnTo>
                    <a:pt x="1028114" y="1651370"/>
                  </a:lnTo>
                  <a:lnTo>
                    <a:pt x="1033027" y="1651370"/>
                  </a:lnTo>
                  <a:lnTo>
                    <a:pt x="1038109" y="1649923"/>
                  </a:lnTo>
                  <a:lnTo>
                    <a:pt x="1039994" y="1645853"/>
                  </a:lnTo>
                  <a:lnTo>
                    <a:pt x="1042888" y="1643532"/>
                  </a:lnTo>
                  <a:lnTo>
                    <a:pt x="1042888" y="1639629"/>
                  </a:lnTo>
                  <a:cubicBezTo>
                    <a:pt x="1042888" y="1639629"/>
                    <a:pt x="1043393" y="1634853"/>
                    <a:pt x="1043393" y="1634415"/>
                  </a:cubicBezTo>
                  <a:cubicBezTo>
                    <a:pt x="1043393" y="1633978"/>
                    <a:pt x="1043763" y="1630210"/>
                    <a:pt x="1043763" y="1630210"/>
                  </a:cubicBezTo>
                  <a:lnTo>
                    <a:pt x="1045345" y="1625568"/>
                  </a:lnTo>
                  <a:lnTo>
                    <a:pt x="1046927" y="1622103"/>
                  </a:lnTo>
                  <a:lnTo>
                    <a:pt x="1053018" y="1620522"/>
                  </a:lnTo>
                  <a:lnTo>
                    <a:pt x="1057932" y="1618638"/>
                  </a:lnTo>
                  <a:lnTo>
                    <a:pt x="1062711" y="1615745"/>
                  </a:lnTo>
                  <a:cubicBezTo>
                    <a:pt x="1062711" y="1615745"/>
                    <a:pt x="1065605" y="1612852"/>
                    <a:pt x="1065773" y="1611978"/>
                  </a:cubicBezTo>
                  <a:cubicBezTo>
                    <a:pt x="1065908" y="1611103"/>
                    <a:pt x="1069980" y="1607504"/>
                    <a:pt x="1070990" y="1606629"/>
                  </a:cubicBezTo>
                  <a:cubicBezTo>
                    <a:pt x="1072000" y="1605754"/>
                    <a:pt x="1074894" y="1605317"/>
                    <a:pt x="1074894" y="1605317"/>
                  </a:cubicBezTo>
                  <a:cubicBezTo>
                    <a:pt x="1074894" y="1605317"/>
                    <a:pt x="1078091" y="1602996"/>
                    <a:pt x="1078966" y="1602121"/>
                  </a:cubicBezTo>
                  <a:cubicBezTo>
                    <a:pt x="1079841" y="1601247"/>
                    <a:pt x="1082432" y="1600540"/>
                    <a:pt x="1082870" y="1600237"/>
                  </a:cubicBezTo>
                  <a:cubicBezTo>
                    <a:pt x="1083307" y="1599935"/>
                    <a:pt x="1086505" y="1598051"/>
                    <a:pt x="1086942" y="1597614"/>
                  </a:cubicBezTo>
                  <a:cubicBezTo>
                    <a:pt x="1087379" y="1597176"/>
                    <a:pt x="1088524" y="1596032"/>
                    <a:pt x="1088524" y="1596032"/>
                  </a:cubicBezTo>
                  <a:cubicBezTo>
                    <a:pt x="1088524" y="1596032"/>
                    <a:pt x="1090274" y="1594586"/>
                    <a:pt x="1091284" y="1593577"/>
                  </a:cubicBezTo>
                  <a:cubicBezTo>
                    <a:pt x="1092293" y="1592568"/>
                    <a:pt x="1093471" y="1591558"/>
                    <a:pt x="1093168" y="1590818"/>
                  </a:cubicBezTo>
                  <a:lnTo>
                    <a:pt x="1088389" y="1589069"/>
                  </a:lnTo>
                  <a:lnTo>
                    <a:pt x="1084182" y="1584999"/>
                  </a:lnTo>
                  <a:lnTo>
                    <a:pt x="1080110" y="1581366"/>
                  </a:lnTo>
                  <a:lnTo>
                    <a:pt x="1084182" y="1578473"/>
                  </a:lnTo>
                  <a:lnTo>
                    <a:pt x="1088961" y="1578338"/>
                  </a:lnTo>
                  <a:lnTo>
                    <a:pt x="1092596" y="1578338"/>
                  </a:lnTo>
                  <a:lnTo>
                    <a:pt x="1097106" y="1577699"/>
                  </a:lnTo>
                  <a:lnTo>
                    <a:pt x="1100303" y="1579213"/>
                  </a:lnTo>
                  <a:lnTo>
                    <a:pt x="1100303" y="1582846"/>
                  </a:lnTo>
                  <a:lnTo>
                    <a:pt x="1101279" y="1585301"/>
                  </a:lnTo>
                  <a:lnTo>
                    <a:pt x="1104375" y="1589641"/>
                  </a:lnTo>
                  <a:lnTo>
                    <a:pt x="1107707" y="1592399"/>
                  </a:lnTo>
                  <a:lnTo>
                    <a:pt x="1111476" y="1596739"/>
                  </a:lnTo>
                  <a:lnTo>
                    <a:pt x="1113630" y="1595427"/>
                  </a:lnTo>
                  <a:cubicBezTo>
                    <a:pt x="1113630" y="1595427"/>
                    <a:pt x="1113193" y="1592231"/>
                    <a:pt x="1113630" y="1591962"/>
                  </a:cubicBezTo>
                  <a:cubicBezTo>
                    <a:pt x="1114068" y="1591659"/>
                    <a:pt x="1117265" y="1590818"/>
                    <a:pt x="1117265" y="1590818"/>
                  </a:cubicBezTo>
                  <a:lnTo>
                    <a:pt x="1119856" y="1590684"/>
                  </a:lnTo>
                  <a:lnTo>
                    <a:pt x="1122178" y="1591390"/>
                  </a:lnTo>
                  <a:lnTo>
                    <a:pt x="1125073" y="1593139"/>
                  </a:lnTo>
                  <a:cubicBezTo>
                    <a:pt x="1125073" y="1593139"/>
                    <a:pt x="1128977" y="1594283"/>
                    <a:pt x="1129852" y="1594586"/>
                  </a:cubicBezTo>
                  <a:cubicBezTo>
                    <a:pt x="1130727" y="1594889"/>
                    <a:pt x="1134328" y="1599497"/>
                    <a:pt x="1134933" y="1599228"/>
                  </a:cubicBezTo>
                  <a:cubicBezTo>
                    <a:pt x="1135506" y="1598925"/>
                    <a:pt x="1136381" y="1599228"/>
                    <a:pt x="1136381" y="1599228"/>
                  </a:cubicBezTo>
                  <a:lnTo>
                    <a:pt x="1137693" y="1596638"/>
                  </a:lnTo>
                  <a:lnTo>
                    <a:pt x="1140285" y="1594889"/>
                  </a:lnTo>
                  <a:lnTo>
                    <a:pt x="1140285" y="1592130"/>
                  </a:lnTo>
                  <a:cubicBezTo>
                    <a:pt x="1140285" y="1592130"/>
                    <a:pt x="1142371" y="1589675"/>
                    <a:pt x="1142674" y="1589237"/>
                  </a:cubicBezTo>
                  <a:cubicBezTo>
                    <a:pt x="1142977" y="1588800"/>
                    <a:pt x="1144357" y="1584595"/>
                    <a:pt x="1144357" y="1584595"/>
                  </a:cubicBezTo>
                  <a:lnTo>
                    <a:pt x="1149136" y="1579381"/>
                  </a:lnTo>
                  <a:cubicBezTo>
                    <a:pt x="1149136" y="1579381"/>
                    <a:pt x="1153477" y="1575310"/>
                    <a:pt x="1153477" y="1574907"/>
                  </a:cubicBezTo>
                  <a:cubicBezTo>
                    <a:pt x="1153477" y="1574469"/>
                    <a:pt x="1161319" y="1569255"/>
                    <a:pt x="1161319" y="1569255"/>
                  </a:cubicBezTo>
                  <a:lnTo>
                    <a:pt x="1165660" y="1566362"/>
                  </a:lnTo>
                  <a:lnTo>
                    <a:pt x="1169867" y="1563167"/>
                  </a:lnTo>
                  <a:lnTo>
                    <a:pt x="1173333" y="1562023"/>
                  </a:lnTo>
                  <a:lnTo>
                    <a:pt x="1174781" y="1562897"/>
                  </a:lnTo>
                  <a:lnTo>
                    <a:pt x="1176665" y="1563772"/>
                  </a:lnTo>
                  <a:lnTo>
                    <a:pt x="1176968" y="1565521"/>
                  </a:lnTo>
                  <a:lnTo>
                    <a:pt x="1175521" y="1568414"/>
                  </a:lnTo>
                  <a:lnTo>
                    <a:pt x="1173333" y="1570601"/>
                  </a:lnTo>
                  <a:lnTo>
                    <a:pt x="1173333" y="1574066"/>
                  </a:lnTo>
                  <a:lnTo>
                    <a:pt x="1174208" y="1578405"/>
                  </a:lnTo>
                  <a:lnTo>
                    <a:pt x="1182050" y="1578405"/>
                  </a:lnTo>
                  <a:lnTo>
                    <a:pt x="1182050" y="1582173"/>
                  </a:lnTo>
                  <a:lnTo>
                    <a:pt x="1180838" y="1585032"/>
                  </a:lnTo>
                  <a:lnTo>
                    <a:pt x="1181410" y="1585739"/>
                  </a:lnTo>
                  <a:cubicBezTo>
                    <a:pt x="1181882" y="1585772"/>
                    <a:pt x="1182353" y="1585840"/>
                    <a:pt x="1182925" y="1585907"/>
                  </a:cubicBezTo>
                  <a:cubicBezTo>
                    <a:pt x="1184877" y="1586142"/>
                    <a:pt x="1185314" y="1586008"/>
                    <a:pt x="1186627" y="1585907"/>
                  </a:cubicBezTo>
                  <a:cubicBezTo>
                    <a:pt x="1187939" y="1585806"/>
                    <a:pt x="1190329" y="1585268"/>
                    <a:pt x="1192045" y="1584595"/>
                  </a:cubicBezTo>
                  <a:cubicBezTo>
                    <a:pt x="1193795" y="1583956"/>
                    <a:pt x="1194233" y="1582947"/>
                    <a:pt x="1194670" y="1582644"/>
                  </a:cubicBezTo>
                  <a:cubicBezTo>
                    <a:pt x="1195108" y="1582307"/>
                    <a:pt x="1194670" y="1580155"/>
                    <a:pt x="1194670" y="1579818"/>
                  </a:cubicBezTo>
                  <a:cubicBezTo>
                    <a:pt x="1194670" y="1579482"/>
                    <a:pt x="1195411" y="1577867"/>
                    <a:pt x="1195411" y="1577867"/>
                  </a:cubicBezTo>
                  <a:cubicBezTo>
                    <a:pt x="1195411" y="1577867"/>
                    <a:pt x="1197699" y="1576017"/>
                    <a:pt x="1198339" y="1575815"/>
                  </a:cubicBezTo>
                  <a:cubicBezTo>
                    <a:pt x="1199012" y="1575580"/>
                    <a:pt x="1200829" y="1573528"/>
                    <a:pt x="1200829" y="1573528"/>
                  </a:cubicBezTo>
                  <a:cubicBezTo>
                    <a:pt x="1200829" y="1573528"/>
                    <a:pt x="1202478" y="1571476"/>
                    <a:pt x="1202478" y="1571139"/>
                  </a:cubicBezTo>
                  <a:cubicBezTo>
                    <a:pt x="1202478" y="1570803"/>
                    <a:pt x="1203690" y="1568650"/>
                    <a:pt x="1203791" y="1568313"/>
                  </a:cubicBezTo>
                  <a:cubicBezTo>
                    <a:pt x="1203892" y="1567977"/>
                    <a:pt x="1204329" y="1565690"/>
                    <a:pt x="1204329" y="1565387"/>
                  </a:cubicBezTo>
                  <a:cubicBezTo>
                    <a:pt x="1204329" y="1565050"/>
                    <a:pt x="1203993" y="1563436"/>
                    <a:pt x="1203993" y="1563436"/>
                  </a:cubicBezTo>
                  <a:lnTo>
                    <a:pt x="1201502" y="1562359"/>
                  </a:lnTo>
                  <a:lnTo>
                    <a:pt x="1199887" y="1561384"/>
                  </a:lnTo>
                  <a:cubicBezTo>
                    <a:pt x="1199887" y="1561384"/>
                    <a:pt x="1196959" y="1557381"/>
                    <a:pt x="1197060" y="1557044"/>
                  </a:cubicBezTo>
                  <a:cubicBezTo>
                    <a:pt x="1197161" y="1556708"/>
                    <a:pt x="1201738" y="1556405"/>
                    <a:pt x="1201738" y="1556405"/>
                  </a:cubicBezTo>
                  <a:lnTo>
                    <a:pt x="1205541" y="1555833"/>
                  </a:lnTo>
                  <a:lnTo>
                    <a:pt x="1212070" y="1555833"/>
                  </a:lnTo>
                  <a:lnTo>
                    <a:pt x="1222738" y="1556069"/>
                  </a:lnTo>
                  <a:cubicBezTo>
                    <a:pt x="1222738" y="1556069"/>
                    <a:pt x="1236638" y="1556472"/>
                    <a:pt x="1237075" y="1556371"/>
                  </a:cubicBezTo>
                  <a:cubicBezTo>
                    <a:pt x="1237513" y="1556270"/>
                    <a:pt x="1242729" y="1555160"/>
                    <a:pt x="1242729" y="1555160"/>
                  </a:cubicBezTo>
                  <a:lnTo>
                    <a:pt x="1246095" y="1549845"/>
                  </a:lnTo>
                  <a:lnTo>
                    <a:pt x="1248282" y="1546784"/>
                  </a:lnTo>
                  <a:lnTo>
                    <a:pt x="1249359" y="1540594"/>
                  </a:lnTo>
                  <a:lnTo>
                    <a:pt x="1249898" y="1532353"/>
                  </a:lnTo>
                  <a:lnTo>
                    <a:pt x="1249898" y="1528551"/>
                  </a:lnTo>
                  <a:lnTo>
                    <a:pt x="1251648" y="1520276"/>
                  </a:lnTo>
                  <a:lnTo>
                    <a:pt x="1256225" y="1514187"/>
                  </a:lnTo>
                  <a:lnTo>
                    <a:pt x="1258950" y="1507998"/>
                  </a:lnTo>
                  <a:lnTo>
                    <a:pt x="1263427" y="1501034"/>
                  </a:lnTo>
                  <a:lnTo>
                    <a:pt x="1268845" y="1491481"/>
                  </a:lnTo>
                  <a:lnTo>
                    <a:pt x="1275913" y="1485728"/>
                  </a:lnTo>
                  <a:lnTo>
                    <a:pt x="1282442" y="1479976"/>
                  </a:lnTo>
                  <a:lnTo>
                    <a:pt x="1288634" y="1479101"/>
                  </a:lnTo>
                  <a:cubicBezTo>
                    <a:pt x="1288634" y="1479101"/>
                    <a:pt x="1294524" y="1479337"/>
                    <a:pt x="1294826" y="1479337"/>
                  </a:cubicBezTo>
                  <a:cubicBezTo>
                    <a:pt x="1295163" y="1479337"/>
                    <a:pt x="1299504" y="1482263"/>
                    <a:pt x="1299504" y="1482263"/>
                  </a:cubicBezTo>
                  <a:cubicBezTo>
                    <a:pt x="1299504" y="1482263"/>
                    <a:pt x="1305596" y="1487276"/>
                    <a:pt x="1306033" y="1487376"/>
                  </a:cubicBezTo>
                  <a:cubicBezTo>
                    <a:pt x="1306471" y="1487477"/>
                    <a:pt x="1312663" y="1492591"/>
                    <a:pt x="1312663" y="1492591"/>
                  </a:cubicBezTo>
                  <a:lnTo>
                    <a:pt x="1317543" y="1494003"/>
                  </a:lnTo>
                  <a:lnTo>
                    <a:pt x="1322087" y="1493465"/>
                  </a:lnTo>
                  <a:lnTo>
                    <a:pt x="1325889" y="1490202"/>
                  </a:lnTo>
                  <a:lnTo>
                    <a:pt x="1329591" y="1485627"/>
                  </a:lnTo>
                  <a:lnTo>
                    <a:pt x="1332957" y="1481052"/>
                  </a:lnTo>
                  <a:lnTo>
                    <a:pt x="1337097" y="1472777"/>
                  </a:lnTo>
                  <a:lnTo>
                    <a:pt x="1338712" y="1470187"/>
                  </a:lnTo>
                  <a:cubicBezTo>
                    <a:pt x="1338712" y="1470187"/>
                    <a:pt x="1341438" y="1467798"/>
                    <a:pt x="1342212" y="1466722"/>
                  </a:cubicBezTo>
                  <a:cubicBezTo>
                    <a:pt x="1342986" y="1465645"/>
                    <a:pt x="1345477" y="1463560"/>
                    <a:pt x="1345477" y="1463560"/>
                  </a:cubicBezTo>
                  <a:lnTo>
                    <a:pt x="1351770" y="1462786"/>
                  </a:lnTo>
                  <a:lnTo>
                    <a:pt x="1356246" y="1464535"/>
                  </a:lnTo>
                  <a:lnTo>
                    <a:pt x="1360486" y="1467899"/>
                  </a:lnTo>
                  <a:lnTo>
                    <a:pt x="1362977" y="1471061"/>
                  </a:lnTo>
                  <a:cubicBezTo>
                    <a:pt x="1362977" y="1471061"/>
                    <a:pt x="1369843" y="1474425"/>
                    <a:pt x="1370246" y="1474762"/>
                  </a:cubicBezTo>
                  <a:cubicBezTo>
                    <a:pt x="1370684" y="1475098"/>
                    <a:pt x="1376540" y="1477150"/>
                    <a:pt x="1376540" y="1477150"/>
                  </a:cubicBezTo>
                  <a:lnTo>
                    <a:pt x="1381453" y="1476612"/>
                  </a:lnTo>
                  <a:lnTo>
                    <a:pt x="1384179" y="1475199"/>
                  </a:lnTo>
                  <a:lnTo>
                    <a:pt x="1386872" y="1472575"/>
                  </a:lnTo>
                  <a:cubicBezTo>
                    <a:pt x="1386872" y="1472575"/>
                    <a:pt x="1390473" y="1470725"/>
                    <a:pt x="1391247" y="1470624"/>
                  </a:cubicBezTo>
                  <a:cubicBezTo>
                    <a:pt x="1392021" y="1470523"/>
                    <a:pt x="1393434" y="1465847"/>
                    <a:pt x="1393434" y="1465847"/>
                  </a:cubicBezTo>
                  <a:lnTo>
                    <a:pt x="1395285" y="1462147"/>
                  </a:lnTo>
                  <a:lnTo>
                    <a:pt x="1397910" y="1459220"/>
                  </a:lnTo>
                  <a:lnTo>
                    <a:pt x="1401377" y="1455318"/>
                  </a:lnTo>
                  <a:lnTo>
                    <a:pt x="1402689" y="1451281"/>
                  </a:lnTo>
                  <a:lnTo>
                    <a:pt x="1404877" y="1449767"/>
                  </a:lnTo>
                  <a:lnTo>
                    <a:pt x="1406829" y="1450104"/>
                  </a:lnTo>
                  <a:cubicBezTo>
                    <a:pt x="1406829" y="1450104"/>
                    <a:pt x="1409454" y="1452829"/>
                    <a:pt x="1409757" y="1452930"/>
                  </a:cubicBezTo>
                  <a:cubicBezTo>
                    <a:pt x="1410093" y="1453030"/>
                    <a:pt x="1412584" y="1454679"/>
                    <a:pt x="1412584" y="1454679"/>
                  </a:cubicBezTo>
                  <a:cubicBezTo>
                    <a:pt x="1412584" y="1454679"/>
                    <a:pt x="1417464" y="1454241"/>
                    <a:pt x="1417901" y="1454140"/>
                  </a:cubicBezTo>
                  <a:cubicBezTo>
                    <a:pt x="1418339" y="1454040"/>
                    <a:pt x="1420392" y="1450676"/>
                    <a:pt x="1420392" y="1450676"/>
                  </a:cubicBezTo>
                  <a:lnTo>
                    <a:pt x="1420392" y="1446000"/>
                  </a:lnTo>
                  <a:lnTo>
                    <a:pt x="1422512" y="1444587"/>
                  </a:lnTo>
                  <a:lnTo>
                    <a:pt x="1425608" y="1443712"/>
                  </a:lnTo>
                  <a:lnTo>
                    <a:pt x="1425608" y="1438498"/>
                  </a:lnTo>
                  <a:lnTo>
                    <a:pt x="1425608" y="1435033"/>
                  </a:lnTo>
                  <a:lnTo>
                    <a:pt x="1425608" y="1429382"/>
                  </a:lnTo>
                  <a:lnTo>
                    <a:pt x="1426214" y="1426993"/>
                  </a:lnTo>
                  <a:lnTo>
                    <a:pt x="1428368" y="1425345"/>
                  </a:lnTo>
                  <a:lnTo>
                    <a:pt x="1429512" y="1423932"/>
                  </a:lnTo>
                  <a:lnTo>
                    <a:pt x="1431296" y="1423899"/>
                  </a:lnTo>
                  <a:lnTo>
                    <a:pt x="1430488" y="1422654"/>
                  </a:lnTo>
                  <a:lnTo>
                    <a:pt x="1428973" y="1418213"/>
                  </a:lnTo>
                  <a:lnTo>
                    <a:pt x="1427897" y="1414311"/>
                  </a:lnTo>
                  <a:lnTo>
                    <a:pt x="1426921" y="1410947"/>
                  </a:lnTo>
                  <a:lnTo>
                    <a:pt x="1423993" y="1406810"/>
                  </a:lnTo>
                  <a:cubicBezTo>
                    <a:pt x="1423993" y="1406810"/>
                    <a:pt x="1421872" y="1403042"/>
                    <a:pt x="1421267" y="1402907"/>
                  </a:cubicBezTo>
                  <a:cubicBezTo>
                    <a:pt x="1420695" y="1402773"/>
                    <a:pt x="1418238" y="1400586"/>
                    <a:pt x="1418069" y="1400149"/>
                  </a:cubicBezTo>
                  <a:cubicBezTo>
                    <a:pt x="1417935" y="1399712"/>
                    <a:pt x="1416185" y="1398131"/>
                    <a:pt x="1416185" y="1398131"/>
                  </a:cubicBezTo>
                  <a:lnTo>
                    <a:pt x="1415310" y="1395809"/>
                  </a:lnTo>
                  <a:lnTo>
                    <a:pt x="1414435" y="1394666"/>
                  </a:lnTo>
                  <a:lnTo>
                    <a:pt x="1412853" y="1393656"/>
                  </a:lnTo>
                  <a:lnTo>
                    <a:pt x="1410093" y="1392210"/>
                  </a:lnTo>
                  <a:lnTo>
                    <a:pt x="1408209" y="1391638"/>
                  </a:lnTo>
                  <a:lnTo>
                    <a:pt x="1408209" y="1389182"/>
                  </a:lnTo>
                  <a:lnTo>
                    <a:pt x="1408579" y="1386996"/>
                  </a:lnTo>
                  <a:cubicBezTo>
                    <a:pt x="1408579" y="1386996"/>
                    <a:pt x="1410396" y="1384036"/>
                    <a:pt x="1410396" y="1383363"/>
                  </a:cubicBezTo>
                  <a:cubicBezTo>
                    <a:pt x="1410396" y="1382724"/>
                    <a:pt x="1411911" y="1381412"/>
                    <a:pt x="1411911" y="1381412"/>
                  </a:cubicBezTo>
                  <a:lnTo>
                    <a:pt x="1414300" y="1380100"/>
                  </a:lnTo>
                  <a:cubicBezTo>
                    <a:pt x="1414300" y="1380100"/>
                    <a:pt x="1414300" y="1380100"/>
                    <a:pt x="1415377" y="1379460"/>
                  </a:cubicBezTo>
                  <a:cubicBezTo>
                    <a:pt x="1416454" y="1378821"/>
                    <a:pt x="1417329" y="1378586"/>
                    <a:pt x="1418642" y="1378384"/>
                  </a:cubicBezTo>
                  <a:cubicBezTo>
                    <a:pt x="1419954" y="1378149"/>
                    <a:pt x="1420829" y="1377106"/>
                    <a:pt x="1420829" y="1377106"/>
                  </a:cubicBezTo>
                  <a:lnTo>
                    <a:pt x="1423858" y="1374246"/>
                  </a:lnTo>
                  <a:lnTo>
                    <a:pt x="1423858" y="1371622"/>
                  </a:lnTo>
                  <a:lnTo>
                    <a:pt x="1422680" y="1369032"/>
                  </a:lnTo>
                  <a:lnTo>
                    <a:pt x="1421031" y="1367720"/>
                  </a:lnTo>
                  <a:lnTo>
                    <a:pt x="1418406" y="1367518"/>
                  </a:lnTo>
                  <a:lnTo>
                    <a:pt x="1416656" y="1367283"/>
                  </a:lnTo>
                  <a:lnTo>
                    <a:pt x="1415781" y="1363583"/>
                  </a:lnTo>
                  <a:lnTo>
                    <a:pt x="1418608" y="1362069"/>
                  </a:lnTo>
                  <a:lnTo>
                    <a:pt x="1418608" y="1357292"/>
                  </a:lnTo>
                  <a:lnTo>
                    <a:pt x="1416757" y="1353794"/>
                  </a:lnTo>
                  <a:lnTo>
                    <a:pt x="1413594" y="1352280"/>
                  </a:lnTo>
                  <a:lnTo>
                    <a:pt x="1409689" y="1352078"/>
                  </a:lnTo>
                  <a:lnTo>
                    <a:pt x="1408613" y="1351439"/>
                  </a:lnTo>
                  <a:lnTo>
                    <a:pt x="1406863" y="1349252"/>
                  </a:lnTo>
                  <a:lnTo>
                    <a:pt x="1407939" y="1346864"/>
                  </a:lnTo>
                  <a:lnTo>
                    <a:pt x="1409252" y="1344677"/>
                  </a:lnTo>
                  <a:lnTo>
                    <a:pt x="1415142" y="1339026"/>
                  </a:lnTo>
                  <a:lnTo>
                    <a:pt x="1418608" y="1336200"/>
                  </a:lnTo>
                  <a:lnTo>
                    <a:pt x="1421233" y="1334686"/>
                  </a:lnTo>
                  <a:lnTo>
                    <a:pt x="1426685" y="1335325"/>
                  </a:lnTo>
                  <a:cubicBezTo>
                    <a:pt x="1426685" y="1335325"/>
                    <a:pt x="1431363" y="1333475"/>
                    <a:pt x="1431531" y="1333542"/>
                  </a:cubicBezTo>
                  <a:cubicBezTo>
                    <a:pt x="1431700" y="1333610"/>
                    <a:pt x="1434527" y="1335763"/>
                    <a:pt x="1435334" y="1335998"/>
                  </a:cubicBezTo>
                  <a:cubicBezTo>
                    <a:pt x="1436142" y="1336200"/>
                    <a:pt x="1437118" y="1336435"/>
                    <a:pt x="1437993" y="1336335"/>
                  </a:cubicBezTo>
                  <a:cubicBezTo>
                    <a:pt x="1438868" y="1336234"/>
                    <a:pt x="1438936" y="1335157"/>
                    <a:pt x="1438936" y="1335157"/>
                  </a:cubicBezTo>
                  <a:lnTo>
                    <a:pt x="1438060" y="1332062"/>
                  </a:lnTo>
                  <a:cubicBezTo>
                    <a:pt x="1438060" y="1332062"/>
                    <a:pt x="1437690" y="1328026"/>
                    <a:pt x="1437623" y="1327824"/>
                  </a:cubicBezTo>
                  <a:cubicBezTo>
                    <a:pt x="1437589" y="1327622"/>
                    <a:pt x="1437421" y="1325603"/>
                    <a:pt x="1437421" y="1325368"/>
                  </a:cubicBezTo>
                  <a:cubicBezTo>
                    <a:pt x="1437421" y="1325166"/>
                    <a:pt x="1436445" y="1321230"/>
                    <a:pt x="1436445" y="1321230"/>
                  </a:cubicBezTo>
                  <a:lnTo>
                    <a:pt x="1435805" y="1318842"/>
                  </a:lnTo>
                  <a:cubicBezTo>
                    <a:pt x="1435805" y="1318842"/>
                    <a:pt x="1434729" y="1316083"/>
                    <a:pt x="1434729" y="1315848"/>
                  </a:cubicBezTo>
                  <a:cubicBezTo>
                    <a:pt x="1434729" y="1315613"/>
                    <a:pt x="1435503" y="1313560"/>
                    <a:pt x="1435503" y="1313560"/>
                  </a:cubicBezTo>
                  <a:lnTo>
                    <a:pt x="1435873" y="1311979"/>
                  </a:lnTo>
                  <a:lnTo>
                    <a:pt x="1434358" y="1309927"/>
                  </a:lnTo>
                  <a:lnTo>
                    <a:pt x="1434358" y="1307741"/>
                  </a:lnTo>
                  <a:lnTo>
                    <a:pt x="1435536" y="1305352"/>
                  </a:lnTo>
                  <a:lnTo>
                    <a:pt x="1435133" y="1302325"/>
                  </a:lnTo>
                  <a:lnTo>
                    <a:pt x="1436748" y="1298725"/>
                  </a:lnTo>
                  <a:cubicBezTo>
                    <a:pt x="1436748" y="1298725"/>
                    <a:pt x="1438599" y="1296101"/>
                    <a:pt x="1438599" y="1295799"/>
                  </a:cubicBezTo>
                  <a:cubicBezTo>
                    <a:pt x="1438599" y="1295462"/>
                    <a:pt x="1440652" y="1293410"/>
                    <a:pt x="1440652" y="1293410"/>
                  </a:cubicBezTo>
                  <a:cubicBezTo>
                    <a:pt x="1440652" y="1293410"/>
                    <a:pt x="1442301" y="1291022"/>
                    <a:pt x="1442805" y="1290585"/>
                  </a:cubicBezTo>
                  <a:cubicBezTo>
                    <a:pt x="1443344" y="1290147"/>
                    <a:pt x="1444993" y="1289508"/>
                    <a:pt x="1445296" y="1289374"/>
                  </a:cubicBezTo>
                  <a:cubicBezTo>
                    <a:pt x="1445633" y="1289273"/>
                    <a:pt x="1447248" y="1288835"/>
                    <a:pt x="1448022" y="1288499"/>
                  </a:cubicBezTo>
                  <a:cubicBezTo>
                    <a:pt x="1448762" y="1288163"/>
                    <a:pt x="1450950" y="1288499"/>
                    <a:pt x="1451825" y="1288263"/>
                  </a:cubicBezTo>
                  <a:cubicBezTo>
                    <a:pt x="1452700" y="1288062"/>
                    <a:pt x="1454214" y="1288163"/>
                    <a:pt x="1454652" y="1288163"/>
                  </a:cubicBezTo>
                  <a:cubicBezTo>
                    <a:pt x="1455089" y="1288163"/>
                    <a:pt x="1457479" y="1288263"/>
                    <a:pt x="1457916" y="1288263"/>
                  </a:cubicBezTo>
                  <a:cubicBezTo>
                    <a:pt x="1458354" y="1288263"/>
                    <a:pt x="1458994" y="1288163"/>
                    <a:pt x="1459431" y="1288062"/>
                  </a:cubicBezTo>
                  <a:cubicBezTo>
                    <a:pt x="1459869" y="1287961"/>
                    <a:pt x="1460744" y="1286548"/>
                    <a:pt x="1460744" y="1286548"/>
                  </a:cubicBezTo>
                  <a:lnTo>
                    <a:pt x="1461080" y="1285471"/>
                  </a:lnTo>
                  <a:lnTo>
                    <a:pt x="1461282" y="1282982"/>
                  </a:lnTo>
                  <a:cubicBezTo>
                    <a:pt x="1461282" y="1282982"/>
                    <a:pt x="1460643" y="1281906"/>
                    <a:pt x="1460306" y="1281132"/>
                  </a:cubicBezTo>
                  <a:cubicBezTo>
                    <a:pt x="1459970" y="1280358"/>
                    <a:pt x="1458994" y="1280156"/>
                    <a:pt x="1458994" y="1280156"/>
                  </a:cubicBezTo>
                  <a:lnTo>
                    <a:pt x="1458354" y="1278945"/>
                  </a:lnTo>
                  <a:lnTo>
                    <a:pt x="1456941" y="1276893"/>
                  </a:lnTo>
                  <a:lnTo>
                    <a:pt x="1456941" y="1274168"/>
                  </a:lnTo>
                  <a:cubicBezTo>
                    <a:pt x="1456941" y="1274168"/>
                    <a:pt x="1458354" y="1273193"/>
                    <a:pt x="1458691" y="1272857"/>
                  </a:cubicBezTo>
                  <a:cubicBezTo>
                    <a:pt x="1459027" y="1272520"/>
                    <a:pt x="1460979" y="1271982"/>
                    <a:pt x="1460979" y="1271982"/>
                  </a:cubicBezTo>
                  <a:lnTo>
                    <a:pt x="1462056" y="1270233"/>
                  </a:lnTo>
                  <a:lnTo>
                    <a:pt x="1462594" y="1268046"/>
                  </a:lnTo>
                  <a:cubicBezTo>
                    <a:pt x="1462594" y="1268046"/>
                    <a:pt x="1463469" y="1266431"/>
                    <a:pt x="1463570" y="1265994"/>
                  </a:cubicBezTo>
                  <a:cubicBezTo>
                    <a:pt x="1463672" y="1265557"/>
                    <a:pt x="1466061" y="1265355"/>
                    <a:pt x="1466498" y="1265355"/>
                  </a:cubicBezTo>
                  <a:cubicBezTo>
                    <a:pt x="1466936" y="1265355"/>
                    <a:pt x="1467575" y="1265557"/>
                    <a:pt x="1467912" y="1265557"/>
                  </a:cubicBezTo>
                  <a:cubicBezTo>
                    <a:pt x="1468249" y="1265557"/>
                    <a:pt x="1468888" y="1267071"/>
                    <a:pt x="1468888" y="1267071"/>
                  </a:cubicBezTo>
                  <a:lnTo>
                    <a:pt x="1471378" y="1269022"/>
                  </a:lnTo>
                  <a:lnTo>
                    <a:pt x="1472354" y="1267609"/>
                  </a:lnTo>
                  <a:lnTo>
                    <a:pt x="1474508" y="1264682"/>
                  </a:lnTo>
                  <a:lnTo>
                    <a:pt x="1476898" y="1266431"/>
                  </a:lnTo>
                  <a:lnTo>
                    <a:pt x="1477537" y="1269257"/>
                  </a:lnTo>
                  <a:lnTo>
                    <a:pt x="1480162" y="1269795"/>
                  </a:lnTo>
                  <a:lnTo>
                    <a:pt x="1482350" y="1268921"/>
                  </a:lnTo>
                  <a:lnTo>
                    <a:pt x="1483427" y="1267508"/>
                  </a:lnTo>
                  <a:lnTo>
                    <a:pt x="1484840" y="1264581"/>
                  </a:lnTo>
                  <a:lnTo>
                    <a:pt x="1485581" y="1263841"/>
                  </a:lnTo>
                  <a:cubicBezTo>
                    <a:pt x="1485581" y="1263841"/>
                    <a:pt x="1487869" y="1263841"/>
                    <a:pt x="1488946" y="1263841"/>
                  </a:cubicBezTo>
                  <a:cubicBezTo>
                    <a:pt x="1490023" y="1263841"/>
                    <a:pt x="1490158" y="1266028"/>
                    <a:pt x="1490359" y="1267407"/>
                  </a:cubicBezTo>
                  <a:cubicBezTo>
                    <a:pt x="1490562" y="1268820"/>
                    <a:pt x="1491437" y="1269156"/>
                    <a:pt x="1492211" y="1269257"/>
                  </a:cubicBezTo>
                  <a:cubicBezTo>
                    <a:pt x="1492985" y="1269358"/>
                    <a:pt x="1493187" y="1271746"/>
                    <a:pt x="1494162" y="1273496"/>
                  </a:cubicBezTo>
                  <a:cubicBezTo>
                    <a:pt x="1495139" y="1275245"/>
                    <a:pt x="1493287" y="1275009"/>
                    <a:pt x="1493287" y="1275009"/>
                  </a:cubicBezTo>
                  <a:cubicBezTo>
                    <a:pt x="1493287" y="1275009"/>
                    <a:pt x="1491100" y="1276187"/>
                    <a:pt x="1490460" y="1277398"/>
                  </a:cubicBezTo>
                  <a:cubicBezTo>
                    <a:pt x="1489821" y="1278575"/>
                    <a:pt x="1492312" y="1279584"/>
                    <a:pt x="1492412" y="1280022"/>
                  </a:cubicBezTo>
                  <a:cubicBezTo>
                    <a:pt x="1492513" y="1280459"/>
                    <a:pt x="1493725" y="1282074"/>
                    <a:pt x="1493725" y="1282074"/>
                  </a:cubicBezTo>
                  <a:cubicBezTo>
                    <a:pt x="1493725" y="1282074"/>
                    <a:pt x="1498739" y="1287187"/>
                    <a:pt x="1499043" y="1287389"/>
                  </a:cubicBezTo>
                  <a:cubicBezTo>
                    <a:pt x="1499379" y="1287591"/>
                    <a:pt x="1497965" y="1290551"/>
                    <a:pt x="1497965" y="1290551"/>
                  </a:cubicBezTo>
                  <a:lnTo>
                    <a:pt x="1498605" y="1297851"/>
                  </a:lnTo>
                  <a:lnTo>
                    <a:pt x="1497629" y="1299062"/>
                  </a:lnTo>
                  <a:cubicBezTo>
                    <a:pt x="1497629" y="1299062"/>
                    <a:pt x="1496215" y="1301349"/>
                    <a:pt x="1496215" y="1301652"/>
                  </a:cubicBezTo>
                  <a:cubicBezTo>
                    <a:pt x="1496215" y="1301988"/>
                    <a:pt x="1496754" y="1304814"/>
                    <a:pt x="1496754" y="1304814"/>
                  </a:cubicBezTo>
                  <a:cubicBezTo>
                    <a:pt x="1496754" y="1304814"/>
                    <a:pt x="1495980" y="1306126"/>
                    <a:pt x="1495677" y="1306227"/>
                  </a:cubicBezTo>
                  <a:cubicBezTo>
                    <a:pt x="1495340" y="1306328"/>
                    <a:pt x="1494365" y="1307539"/>
                    <a:pt x="1494365" y="1307539"/>
                  </a:cubicBezTo>
                  <a:cubicBezTo>
                    <a:pt x="1494365" y="1307539"/>
                    <a:pt x="1493927" y="1309726"/>
                    <a:pt x="1493927" y="1310028"/>
                  </a:cubicBezTo>
                  <a:cubicBezTo>
                    <a:pt x="1493927" y="1310365"/>
                    <a:pt x="1494566" y="1312215"/>
                    <a:pt x="1494701" y="1312518"/>
                  </a:cubicBezTo>
                  <a:cubicBezTo>
                    <a:pt x="1494802" y="1312854"/>
                    <a:pt x="1495677" y="1314570"/>
                    <a:pt x="1495677" y="1314570"/>
                  </a:cubicBezTo>
                  <a:cubicBezTo>
                    <a:pt x="1495677" y="1314570"/>
                    <a:pt x="1496316" y="1316756"/>
                    <a:pt x="1496316" y="1317194"/>
                  </a:cubicBezTo>
                  <a:cubicBezTo>
                    <a:pt x="1496316" y="1317631"/>
                    <a:pt x="1495879" y="1320558"/>
                    <a:pt x="1495879" y="1320995"/>
                  </a:cubicBezTo>
                  <a:cubicBezTo>
                    <a:pt x="1495879" y="1321432"/>
                    <a:pt x="1495240" y="1323282"/>
                    <a:pt x="1495139" y="1323720"/>
                  </a:cubicBezTo>
                  <a:cubicBezTo>
                    <a:pt x="1495037" y="1324157"/>
                    <a:pt x="1494162" y="1325032"/>
                    <a:pt x="1494062" y="1325469"/>
                  </a:cubicBezTo>
                  <a:cubicBezTo>
                    <a:pt x="1493961" y="1325906"/>
                    <a:pt x="1493187" y="1326983"/>
                    <a:pt x="1492008" y="1327319"/>
                  </a:cubicBezTo>
                  <a:cubicBezTo>
                    <a:pt x="1490831" y="1327655"/>
                    <a:pt x="1492008" y="1328194"/>
                    <a:pt x="1492008" y="1328194"/>
                  </a:cubicBezTo>
                  <a:lnTo>
                    <a:pt x="1497225" y="1327756"/>
                  </a:lnTo>
                  <a:lnTo>
                    <a:pt x="1498874" y="1326444"/>
                  </a:lnTo>
                  <a:lnTo>
                    <a:pt x="1502139" y="1325368"/>
                  </a:lnTo>
                  <a:lnTo>
                    <a:pt x="1504528" y="1326108"/>
                  </a:lnTo>
                  <a:cubicBezTo>
                    <a:pt x="1504528" y="1326108"/>
                    <a:pt x="1505841" y="1326646"/>
                    <a:pt x="1507793" y="1326646"/>
                  </a:cubicBezTo>
                  <a:cubicBezTo>
                    <a:pt x="1509744" y="1326646"/>
                    <a:pt x="1510418" y="1326209"/>
                    <a:pt x="1510721" y="1325671"/>
                  </a:cubicBezTo>
                  <a:cubicBezTo>
                    <a:pt x="1511057" y="1325132"/>
                    <a:pt x="1512134" y="1323484"/>
                    <a:pt x="1513009" y="1322946"/>
                  </a:cubicBezTo>
                  <a:cubicBezTo>
                    <a:pt x="1513884" y="1322408"/>
                    <a:pt x="1515399" y="1322172"/>
                    <a:pt x="1517149" y="1322172"/>
                  </a:cubicBezTo>
                  <a:cubicBezTo>
                    <a:pt x="1518898" y="1322172"/>
                    <a:pt x="1519202" y="1324998"/>
                    <a:pt x="1520615" y="1324998"/>
                  </a:cubicBezTo>
                  <a:cubicBezTo>
                    <a:pt x="1522028" y="1324998"/>
                    <a:pt x="1523442" y="1325099"/>
                    <a:pt x="1524654" y="1325099"/>
                  </a:cubicBezTo>
                  <a:cubicBezTo>
                    <a:pt x="1525865" y="1325099"/>
                    <a:pt x="1526707" y="1325435"/>
                    <a:pt x="1529533" y="1325334"/>
                  </a:cubicBezTo>
                  <a:cubicBezTo>
                    <a:pt x="1532360" y="1325233"/>
                    <a:pt x="1530408" y="1325233"/>
                    <a:pt x="1531822" y="1325233"/>
                  </a:cubicBezTo>
                  <a:cubicBezTo>
                    <a:pt x="1533235" y="1325233"/>
                    <a:pt x="1534985" y="1325233"/>
                    <a:pt x="1536837" y="1325032"/>
                  </a:cubicBezTo>
                  <a:cubicBezTo>
                    <a:pt x="1538687" y="1324796"/>
                    <a:pt x="1538149" y="1323955"/>
                    <a:pt x="1538486" y="1323282"/>
                  </a:cubicBezTo>
                  <a:cubicBezTo>
                    <a:pt x="1538822" y="1322643"/>
                    <a:pt x="1538587" y="1321769"/>
                    <a:pt x="1538587" y="1321769"/>
                  </a:cubicBezTo>
                  <a:lnTo>
                    <a:pt x="1536736" y="1320019"/>
                  </a:lnTo>
                  <a:cubicBezTo>
                    <a:pt x="1536736" y="1320019"/>
                    <a:pt x="1534245" y="1318270"/>
                    <a:pt x="1533808" y="1317967"/>
                  </a:cubicBezTo>
                  <a:cubicBezTo>
                    <a:pt x="1533370" y="1317631"/>
                    <a:pt x="1530341" y="1313931"/>
                    <a:pt x="1530106" y="1313493"/>
                  </a:cubicBezTo>
                  <a:cubicBezTo>
                    <a:pt x="1529904" y="1313056"/>
                    <a:pt x="1530644" y="1310903"/>
                    <a:pt x="1530880" y="1310466"/>
                  </a:cubicBezTo>
                  <a:cubicBezTo>
                    <a:pt x="1531082" y="1310028"/>
                    <a:pt x="1532394" y="1308178"/>
                    <a:pt x="1533707" y="1307741"/>
                  </a:cubicBezTo>
                  <a:cubicBezTo>
                    <a:pt x="1534985" y="1307304"/>
                    <a:pt x="1535659" y="1307741"/>
                    <a:pt x="1535659" y="1307741"/>
                  </a:cubicBezTo>
                  <a:cubicBezTo>
                    <a:pt x="1535659" y="1307741"/>
                    <a:pt x="1537846" y="1310567"/>
                    <a:pt x="1542524" y="1311778"/>
                  </a:cubicBezTo>
                  <a:cubicBezTo>
                    <a:pt x="1547202" y="1312989"/>
                    <a:pt x="1544274" y="1309591"/>
                    <a:pt x="1544274" y="1309591"/>
                  </a:cubicBezTo>
                  <a:lnTo>
                    <a:pt x="1545688" y="1306866"/>
                  </a:lnTo>
                  <a:lnTo>
                    <a:pt x="1548515" y="1304915"/>
                  </a:lnTo>
                  <a:lnTo>
                    <a:pt x="1556659" y="1299600"/>
                  </a:lnTo>
                  <a:lnTo>
                    <a:pt x="1559924" y="1296875"/>
                  </a:lnTo>
                  <a:cubicBezTo>
                    <a:pt x="1559924" y="1296875"/>
                    <a:pt x="1568304" y="1290349"/>
                    <a:pt x="1568405" y="1290013"/>
                  </a:cubicBezTo>
                  <a:cubicBezTo>
                    <a:pt x="1568506" y="1289676"/>
                    <a:pt x="1571770" y="1287187"/>
                    <a:pt x="1572107" y="1286985"/>
                  </a:cubicBezTo>
                  <a:cubicBezTo>
                    <a:pt x="1572443" y="1286783"/>
                    <a:pt x="1574933" y="1285236"/>
                    <a:pt x="1575136" y="1284933"/>
                  </a:cubicBezTo>
                  <a:cubicBezTo>
                    <a:pt x="1575337" y="1284597"/>
                    <a:pt x="1576549" y="1284395"/>
                    <a:pt x="1576549" y="1284395"/>
                  </a:cubicBezTo>
                  <a:cubicBezTo>
                    <a:pt x="1576549" y="1284395"/>
                    <a:pt x="1579477" y="1283520"/>
                    <a:pt x="1580789" y="1283520"/>
                  </a:cubicBezTo>
                  <a:cubicBezTo>
                    <a:pt x="1582102" y="1283520"/>
                    <a:pt x="1583414" y="1285572"/>
                    <a:pt x="1583414" y="1285572"/>
                  </a:cubicBezTo>
                  <a:lnTo>
                    <a:pt x="1585804" y="1288196"/>
                  </a:lnTo>
                  <a:lnTo>
                    <a:pt x="1588429" y="1289845"/>
                  </a:lnTo>
                  <a:lnTo>
                    <a:pt x="1589607" y="1291997"/>
                  </a:lnTo>
                  <a:cubicBezTo>
                    <a:pt x="1589607" y="1291997"/>
                    <a:pt x="1590684" y="1298423"/>
                    <a:pt x="1590684" y="1298725"/>
                  </a:cubicBezTo>
                  <a:cubicBezTo>
                    <a:pt x="1590684" y="1299062"/>
                    <a:pt x="1591223" y="1299701"/>
                    <a:pt x="1592198" y="1301013"/>
                  </a:cubicBezTo>
                  <a:cubicBezTo>
                    <a:pt x="1593174" y="1302325"/>
                    <a:pt x="1595328" y="1303300"/>
                    <a:pt x="1596102" y="1302964"/>
                  </a:cubicBezTo>
                  <a:lnTo>
                    <a:pt x="1596102" y="1299499"/>
                  </a:lnTo>
                  <a:lnTo>
                    <a:pt x="1596102" y="1296774"/>
                  </a:lnTo>
                  <a:lnTo>
                    <a:pt x="1597516" y="1294049"/>
                  </a:lnTo>
                  <a:lnTo>
                    <a:pt x="1599165" y="1292536"/>
                  </a:lnTo>
                  <a:cubicBezTo>
                    <a:pt x="1599165" y="1292536"/>
                    <a:pt x="1600242" y="1292098"/>
                    <a:pt x="1600679" y="1291997"/>
                  </a:cubicBezTo>
                  <a:cubicBezTo>
                    <a:pt x="1601117" y="1291897"/>
                    <a:pt x="1602968" y="1291123"/>
                    <a:pt x="1602968" y="1291123"/>
                  </a:cubicBezTo>
                  <a:lnTo>
                    <a:pt x="1604718" y="1290349"/>
                  </a:lnTo>
                  <a:lnTo>
                    <a:pt x="1607107" y="1288701"/>
                  </a:lnTo>
                  <a:lnTo>
                    <a:pt x="1608857" y="1286750"/>
                  </a:lnTo>
                  <a:lnTo>
                    <a:pt x="1611785" y="1283823"/>
                  </a:lnTo>
                  <a:lnTo>
                    <a:pt x="1611785" y="1282377"/>
                  </a:lnTo>
                  <a:lnTo>
                    <a:pt x="1613536" y="1280358"/>
                  </a:lnTo>
                  <a:lnTo>
                    <a:pt x="1613536" y="1278609"/>
                  </a:lnTo>
                  <a:lnTo>
                    <a:pt x="1615723" y="1275413"/>
                  </a:lnTo>
                  <a:lnTo>
                    <a:pt x="1617742" y="1273529"/>
                  </a:lnTo>
                  <a:cubicBezTo>
                    <a:pt x="1617742" y="1273529"/>
                    <a:pt x="1620064" y="1272386"/>
                    <a:pt x="1620771" y="1272386"/>
                  </a:cubicBezTo>
                  <a:cubicBezTo>
                    <a:pt x="1621478" y="1272386"/>
                    <a:pt x="1623968" y="1273395"/>
                    <a:pt x="1623968" y="1273395"/>
                  </a:cubicBezTo>
                  <a:cubicBezTo>
                    <a:pt x="1623968" y="1273395"/>
                    <a:pt x="1623968" y="1275279"/>
                    <a:pt x="1623968" y="1275985"/>
                  </a:cubicBezTo>
                  <a:cubicBezTo>
                    <a:pt x="1623968" y="1276725"/>
                    <a:pt x="1622959" y="1276994"/>
                    <a:pt x="1622656" y="1277566"/>
                  </a:cubicBezTo>
                  <a:cubicBezTo>
                    <a:pt x="1622353" y="1278138"/>
                    <a:pt x="1622083" y="1279450"/>
                    <a:pt x="1622353" y="1279887"/>
                  </a:cubicBezTo>
                  <a:cubicBezTo>
                    <a:pt x="1622656" y="1280325"/>
                    <a:pt x="1625112" y="1279147"/>
                    <a:pt x="1625112" y="1279147"/>
                  </a:cubicBezTo>
                  <a:lnTo>
                    <a:pt x="1626560" y="1275951"/>
                  </a:lnTo>
                  <a:lnTo>
                    <a:pt x="1629757" y="1275951"/>
                  </a:lnTo>
                  <a:lnTo>
                    <a:pt x="1631339" y="1277903"/>
                  </a:lnTo>
                  <a:lnTo>
                    <a:pt x="1634401" y="1281166"/>
                  </a:lnTo>
                  <a:cubicBezTo>
                    <a:pt x="1634401" y="1281166"/>
                    <a:pt x="1636858" y="1282477"/>
                    <a:pt x="1637901" y="1282477"/>
                  </a:cubicBezTo>
                  <a:cubicBezTo>
                    <a:pt x="1638911" y="1282477"/>
                    <a:pt x="1643690" y="1282175"/>
                    <a:pt x="1643690" y="1282175"/>
                  </a:cubicBezTo>
                  <a:cubicBezTo>
                    <a:pt x="1643690" y="1282175"/>
                    <a:pt x="1648906" y="1282040"/>
                    <a:pt x="1649478" y="1281737"/>
                  </a:cubicBezTo>
                  <a:cubicBezTo>
                    <a:pt x="1650051" y="1281435"/>
                    <a:pt x="1650353" y="1281166"/>
                    <a:pt x="1650623" y="1280594"/>
                  </a:cubicBezTo>
                  <a:cubicBezTo>
                    <a:pt x="1650926" y="1280022"/>
                    <a:pt x="1651195" y="1277566"/>
                    <a:pt x="1651632" y="1276086"/>
                  </a:cubicBezTo>
                  <a:cubicBezTo>
                    <a:pt x="1652070" y="1274639"/>
                    <a:pt x="1653214" y="1274505"/>
                    <a:pt x="1653214" y="1274505"/>
                  </a:cubicBezTo>
                  <a:lnTo>
                    <a:pt x="1656108" y="1274202"/>
                  </a:lnTo>
                  <a:cubicBezTo>
                    <a:pt x="1656108" y="1274202"/>
                    <a:pt x="1658262" y="1274202"/>
                    <a:pt x="1658868" y="1274202"/>
                  </a:cubicBezTo>
                  <a:cubicBezTo>
                    <a:pt x="1659440" y="1274202"/>
                    <a:pt x="1660450" y="1274135"/>
                    <a:pt x="1660887" y="1274000"/>
                  </a:cubicBezTo>
                  <a:cubicBezTo>
                    <a:pt x="1661325" y="1273866"/>
                    <a:pt x="1661762" y="1272621"/>
                    <a:pt x="1661897" y="1272184"/>
                  </a:cubicBezTo>
                  <a:cubicBezTo>
                    <a:pt x="1662031" y="1271746"/>
                    <a:pt x="1662604" y="1268719"/>
                    <a:pt x="1662604" y="1268113"/>
                  </a:cubicBezTo>
                  <a:cubicBezTo>
                    <a:pt x="1662604" y="1267541"/>
                    <a:pt x="1663479" y="1264043"/>
                    <a:pt x="1663479" y="1264043"/>
                  </a:cubicBezTo>
                  <a:lnTo>
                    <a:pt x="1664051" y="1261722"/>
                  </a:lnTo>
                  <a:lnTo>
                    <a:pt x="1663041" y="1259838"/>
                  </a:lnTo>
                  <a:lnTo>
                    <a:pt x="1660887" y="1258526"/>
                  </a:lnTo>
                  <a:lnTo>
                    <a:pt x="1656983" y="1256642"/>
                  </a:lnTo>
                  <a:cubicBezTo>
                    <a:pt x="1656983" y="1256642"/>
                    <a:pt x="1653954" y="1253312"/>
                    <a:pt x="1653954" y="1251563"/>
                  </a:cubicBezTo>
                  <a:cubicBezTo>
                    <a:pt x="1653954" y="1251563"/>
                    <a:pt x="1658733" y="1250251"/>
                    <a:pt x="1660181" y="1249813"/>
                  </a:cubicBezTo>
                  <a:cubicBezTo>
                    <a:pt x="1661628" y="1249376"/>
                    <a:pt x="1663075" y="1249107"/>
                    <a:pt x="1663075" y="1249107"/>
                  </a:cubicBezTo>
                  <a:lnTo>
                    <a:pt x="1664219" y="1245339"/>
                  </a:lnTo>
                  <a:lnTo>
                    <a:pt x="1662200" y="1241134"/>
                  </a:lnTo>
                  <a:lnTo>
                    <a:pt x="1662065" y="1239251"/>
                  </a:lnTo>
                  <a:lnTo>
                    <a:pt x="1661762" y="1236055"/>
                  </a:lnTo>
                  <a:lnTo>
                    <a:pt x="1661056" y="1234305"/>
                  </a:lnTo>
                  <a:cubicBezTo>
                    <a:pt x="1661056" y="1234305"/>
                    <a:pt x="1660753" y="1233162"/>
                    <a:pt x="1660618" y="1232556"/>
                  </a:cubicBezTo>
                  <a:cubicBezTo>
                    <a:pt x="1660483" y="1231984"/>
                    <a:pt x="1659743" y="1230807"/>
                    <a:pt x="1659743" y="1230807"/>
                  </a:cubicBezTo>
                  <a:lnTo>
                    <a:pt x="1658733" y="1229798"/>
                  </a:lnTo>
                  <a:lnTo>
                    <a:pt x="1658733" y="1226905"/>
                  </a:lnTo>
                  <a:cubicBezTo>
                    <a:pt x="1658733" y="1226905"/>
                    <a:pt x="1664758" y="1225896"/>
                    <a:pt x="1665464" y="1225761"/>
                  </a:cubicBezTo>
                  <a:cubicBezTo>
                    <a:pt x="1666205" y="1225626"/>
                    <a:pt x="1665094" y="1221859"/>
                    <a:pt x="1665397" y="1221422"/>
                  </a:cubicBezTo>
                  <a:cubicBezTo>
                    <a:pt x="1665666" y="1220984"/>
                    <a:pt x="1667282" y="1220984"/>
                    <a:pt x="1667854" y="1220681"/>
                  </a:cubicBezTo>
                  <a:cubicBezTo>
                    <a:pt x="1668426" y="1220412"/>
                    <a:pt x="1670748" y="1219975"/>
                    <a:pt x="1670748" y="1219975"/>
                  </a:cubicBezTo>
                  <a:cubicBezTo>
                    <a:pt x="1670748" y="1219975"/>
                    <a:pt x="1673777" y="1219100"/>
                    <a:pt x="1674383" y="1218831"/>
                  </a:cubicBezTo>
                  <a:cubicBezTo>
                    <a:pt x="1674955" y="1218528"/>
                    <a:pt x="1677277" y="1218697"/>
                    <a:pt x="1677277" y="1218697"/>
                  </a:cubicBezTo>
                  <a:cubicBezTo>
                    <a:pt x="1677277" y="1218697"/>
                    <a:pt x="1681046" y="1218999"/>
                    <a:pt x="1682628" y="1218999"/>
                  </a:cubicBezTo>
                  <a:cubicBezTo>
                    <a:pt x="1684243" y="1218999"/>
                    <a:pt x="1686263" y="1218697"/>
                    <a:pt x="1686263" y="1218697"/>
                  </a:cubicBezTo>
                  <a:lnTo>
                    <a:pt x="1687576" y="1216510"/>
                  </a:lnTo>
                  <a:cubicBezTo>
                    <a:pt x="1687576" y="1216510"/>
                    <a:pt x="1690335" y="1214626"/>
                    <a:pt x="1690907" y="1214626"/>
                  </a:cubicBezTo>
                  <a:cubicBezTo>
                    <a:pt x="1691479" y="1214626"/>
                    <a:pt x="1692489" y="1215636"/>
                    <a:pt x="1692489" y="1215636"/>
                  </a:cubicBezTo>
                  <a:lnTo>
                    <a:pt x="1696124" y="1217654"/>
                  </a:lnTo>
                  <a:lnTo>
                    <a:pt x="1697874" y="1218528"/>
                  </a:lnTo>
                  <a:lnTo>
                    <a:pt x="1701205" y="1218528"/>
                  </a:lnTo>
                  <a:cubicBezTo>
                    <a:pt x="1701205" y="1218528"/>
                    <a:pt x="1702215" y="1218158"/>
                    <a:pt x="1703831" y="1217889"/>
                  </a:cubicBezTo>
                  <a:cubicBezTo>
                    <a:pt x="1705412" y="1217587"/>
                    <a:pt x="1704571" y="1217385"/>
                    <a:pt x="1704571" y="1217385"/>
                  </a:cubicBezTo>
                  <a:lnTo>
                    <a:pt x="1707465" y="1214189"/>
                  </a:lnTo>
                  <a:lnTo>
                    <a:pt x="1707465" y="1212002"/>
                  </a:lnTo>
                  <a:lnTo>
                    <a:pt x="1708475" y="1209681"/>
                  </a:lnTo>
                  <a:cubicBezTo>
                    <a:pt x="1708475" y="1209681"/>
                    <a:pt x="1709047" y="1208538"/>
                    <a:pt x="1709350" y="1207966"/>
                  </a:cubicBezTo>
                  <a:cubicBezTo>
                    <a:pt x="1709619" y="1207394"/>
                    <a:pt x="1710359" y="1206082"/>
                    <a:pt x="1710797" y="1205645"/>
                  </a:cubicBezTo>
                  <a:cubicBezTo>
                    <a:pt x="1711234" y="1205207"/>
                    <a:pt x="1712985" y="1205073"/>
                    <a:pt x="1713826" y="1205207"/>
                  </a:cubicBezTo>
                  <a:cubicBezTo>
                    <a:pt x="1714701" y="1205342"/>
                    <a:pt x="1714701" y="1205779"/>
                    <a:pt x="1714701" y="1205779"/>
                  </a:cubicBezTo>
                  <a:lnTo>
                    <a:pt x="1716720" y="1207226"/>
                  </a:lnTo>
                  <a:cubicBezTo>
                    <a:pt x="1716720" y="1207226"/>
                    <a:pt x="1719749" y="1208369"/>
                    <a:pt x="1720220" y="1208235"/>
                  </a:cubicBezTo>
                  <a:cubicBezTo>
                    <a:pt x="1720658" y="1208100"/>
                    <a:pt x="1722374" y="1206486"/>
                    <a:pt x="1722374" y="1206486"/>
                  </a:cubicBezTo>
                  <a:lnTo>
                    <a:pt x="1724393" y="1203727"/>
                  </a:lnTo>
                  <a:lnTo>
                    <a:pt x="1727153" y="1202718"/>
                  </a:lnTo>
                  <a:lnTo>
                    <a:pt x="1730788" y="1201978"/>
                  </a:lnTo>
                  <a:lnTo>
                    <a:pt x="1733985" y="1201339"/>
                  </a:lnTo>
                  <a:lnTo>
                    <a:pt x="1739403" y="1203088"/>
                  </a:lnTo>
                  <a:cubicBezTo>
                    <a:pt x="1739403" y="1203088"/>
                    <a:pt x="1742028" y="1206351"/>
                    <a:pt x="1742668" y="1206553"/>
                  </a:cubicBezTo>
                  <a:cubicBezTo>
                    <a:pt x="1743307" y="1206788"/>
                    <a:pt x="1742668" y="1208504"/>
                    <a:pt x="1742668" y="1208504"/>
                  </a:cubicBezTo>
                  <a:lnTo>
                    <a:pt x="1743980" y="1211969"/>
                  </a:lnTo>
                  <a:lnTo>
                    <a:pt x="1749837" y="1215232"/>
                  </a:lnTo>
                  <a:lnTo>
                    <a:pt x="1754346" y="1219639"/>
                  </a:lnTo>
                  <a:lnTo>
                    <a:pt x="1756803" y="1221522"/>
                  </a:lnTo>
                  <a:cubicBezTo>
                    <a:pt x="1756803" y="1221522"/>
                    <a:pt x="1757509" y="1223104"/>
                    <a:pt x="1757476" y="1223406"/>
                  </a:cubicBezTo>
                  <a:cubicBezTo>
                    <a:pt x="1757409" y="1223675"/>
                    <a:pt x="1758486" y="1225727"/>
                    <a:pt x="1758486" y="1225727"/>
                  </a:cubicBezTo>
                  <a:cubicBezTo>
                    <a:pt x="1758486" y="1225727"/>
                    <a:pt x="1759663" y="1227174"/>
                    <a:pt x="1759731" y="1227409"/>
                  </a:cubicBezTo>
                  <a:cubicBezTo>
                    <a:pt x="1759798" y="1227611"/>
                    <a:pt x="1760976" y="1228990"/>
                    <a:pt x="1760976" y="1228990"/>
                  </a:cubicBezTo>
                  <a:lnTo>
                    <a:pt x="1761481" y="1231379"/>
                  </a:lnTo>
                  <a:lnTo>
                    <a:pt x="1760034" y="1233532"/>
                  </a:lnTo>
                  <a:lnTo>
                    <a:pt x="1759764" y="1233902"/>
                  </a:lnTo>
                  <a:cubicBezTo>
                    <a:pt x="1759764" y="1233902"/>
                    <a:pt x="1757509" y="1236156"/>
                    <a:pt x="1757509" y="1236425"/>
                  </a:cubicBezTo>
                  <a:cubicBezTo>
                    <a:pt x="1757509" y="1236728"/>
                    <a:pt x="1758317" y="1239183"/>
                    <a:pt x="1758317" y="1239183"/>
                  </a:cubicBezTo>
                  <a:lnTo>
                    <a:pt x="1759731" y="1242278"/>
                  </a:lnTo>
                  <a:cubicBezTo>
                    <a:pt x="1759731" y="1242278"/>
                    <a:pt x="1763971" y="1244936"/>
                    <a:pt x="1764072" y="1245037"/>
                  </a:cubicBezTo>
                  <a:cubicBezTo>
                    <a:pt x="1764173" y="1245137"/>
                    <a:pt x="1764745" y="1246180"/>
                    <a:pt x="1764745" y="1246180"/>
                  </a:cubicBezTo>
                  <a:cubicBezTo>
                    <a:pt x="1764745" y="1246180"/>
                    <a:pt x="1764308" y="1247526"/>
                    <a:pt x="1764140" y="1248031"/>
                  </a:cubicBezTo>
                  <a:cubicBezTo>
                    <a:pt x="1763971" y="1248535"/>
                    <a:pt x="1764140" y="1250520"/>
                    <a:pt x="1764140" y="1250688"/>
                  </a:cubicBezTo>
                  <a:cubicBezTo>
                    <a:pt x="1764140" y="1250856"/>
                    <a:pt x="1764779" y="1251058"/>
                    <a:pt x="1764779" y="1251058"/>
                  </a:cubicBezTo>
                  <a:lnTo>
                    <a:pt x="1766899" y="1249645"/>
                  </a:lnTo>
                  <a:lnTo>
                    <a:pt x="1769793" y="1251764"/>
                  </a:lnTo>
                  <a:lnTo>
                    <a:pt x="1770500" y="1252942"/>
                  </a:lnTo>
                  <a:lnTo>
                    <a:pt x="1771173" y="1254624"/>
                  </a:lnTo>
                  <a:lnTo>
                    <a:pt x="1768380" y="1255835"/>
                  </a:lnTo>
                  <a:lnTo>
                    <a:pt x="1768380" y="1257853"/>
                  </a:lnTo>
                  <a:cubicBezTo>
                    <a:pt x="1768380" y="1257853"/>
                    <a:pt x="1769188" y="1258728"/>
                    <a:pt x="1769491" y="1259300"/>
                  </a:cubicBezTo>
                  <a:cubicBezTo>
                    <a:pt x="1769760" y="1259872"/>
                    <a:pt x="1770702" y="1260746"/>
                    <a:pt x="1770702" y="1260746"/>
                  </a:cubicBezTo>
                  <a:cubicBezTo>
                    <a:pt x="1770702" y="1260746"/>
                    <a:pt x="1772452" y="1260881"/>
                    <a:pt x="1772520" y="1260881"/>
                  </a:cubicBezTo>
                  <a:cubicBezTo>
                    <a:pt x="1772620" y="1260881"/>
                    <a:pt x="1774169" y="1259434"/>
                    <a:pt x="1774169" y="1259434"/>
                  </a:cubicBezTo>
                  <a:cubicBezTo>
                    <a:pt x="1774169" y="1259434"/>
                    <a:pt x="1775044" y="1258122"/>
                    <a:pt x="1775313" y="1257550"/>
                  </a:cubicBezTo>
                  <a:cubicBezTo>
                    <a:pt x="1775616" y="1256979"/>
                    <a:pt x="1776053" y="1255969"/>
                    <a:pt x="1776491" y="1255667"/>
                  </a:cubicBezTo>
                  <a:cubicBezTo>
                    <a:pt x="1776928" y="1255364"/>
                    <a:pt x="1778072" y="1254927"/>
                    <a:pt x="1778678" y="1254927"/>
                  </a:cubicBezTo>
                  <a:cubicBezTo>
                    <a:pt x="1779251" y="1254927"/>
                    <a:pt x="1781438" y="1256676"/>
                    <a:pt x="1781438" y="1256676"/>
                  </a:cubicBezTo>
                  <a:lnTo>
                    <a:pt x="1782448" y="1256676"/>
                  </a:lnTo>
                  <a:lnTo>
                    <a:pt x="1783154" y="1258997"/>
                  </a:lnTo>
                  <a:lnTo>
                    <a:pt x="1782582" y="1260746"/>
                  </a:lnTo>
                  <a:cubicBezTo>
                    <a:pt x="1782582" y="1260746"/>
                    <a:pt x="1780832" y="1262193"/>
                    <a:pt x="1781000" y="1263067"/>
                  </a:cubicBezTo>
                  <a:cubicBezTo>
                    <a:pt x="1781135" y="1263942"/>
                    <a:pt x="1783457" y="1264648"/>
                    <a:pt x="1783457" y="1264648"/>
                  </a:cubicBezTo>
                  <a:cubicBezTo>
                    <a:pt x="1783457" y="1264648"/>
                    <a:pt x="1786789" y="1265389"/>
                    <a:pt x="1787799" y="1265389"/>
                  </a:cubicBezTo>
                  <a:cubicBezTo>
                    <a:pt x="1788808" y="1265389"/>
                    <a:pt x="1787664" y="1267979"/>
                    <a:pt x="1787227" y="1267979"/>
                  </a:cubicBezTo>
                  <a:cubicBezTo>
                    <a:pt x="1786789" y="1267979"/>
                    <a:pt x="1784770" y="1269997"/>
                    <a:pt x="1783760" y="1270872"/>
                  </a:cubicBezTo>
                  <a:cubicBezTo>
                    <a:pt x="1782750" y="1271746"/>
                    <a:pt x="1783188" y="1272756"/>
                    <a:pt x="1783188" y="1272756"/>
                  </a:cubicBezTo>
                  <a:lnTo>
                    <a:pt x="1786520" y="1276086"/>
                  </a:lnTo>
                  <a:lnTo>
                    <a:pt x="1787395" y="1279551"/>
                  </a:lnTo>
                  <a:cubicBezTo>
                    <a:pt x="1787395" y="1279551"/>
                    <a:pt x="1789280" y="1282175"/>
                    <a:pt x="1789851" y="1283184"/>
                  </a:cubicBezTo>
                  <a:cubicBezTo>
                    <a:pt x="1790424" y="1284193"/>
                    <a:pt x="1790559" y="1288835"/>
                    <a:pt x="1790559" y="1288835"/>
                  </a:cubicBezTo>
                  <a:cubicBezTo>
                    <a:pt x="1790559" y="1288835"/>
                    <a:pt x="1789111" y="1291728"/>
                    <a:pt x="1787361" y="1292468"/>
                  </a:cubicBezTo>
                  <a:cubicBezTo>
                    <a:pt x="1785611" y="1293209"/>
                    <a:pt x="1784467" y="1291762"/>
                    <a:pt x="1784164" y="1291156"/>
                  </a:cubicBezTo>
                  <a:cubicBezTo>
                    <a:pt x="1783861" y="1290585"/>
                    <a:pt x="1780967" y="1288835"/>
                    <a:pt x="1780967" y="1288835"/>
                  </a:cubicBezTo>
                  <a:cubicBezTo>
                    <a:pt x="1780967" y="1288835"/>
                    <a:pt x="1779654" y="1288398"/>
                    <a:pt x="1777770" y="1287961"/>
                  </a:cubicBezTo>
                  <a:cubicBezTo>
                    <a:pt x="1775885" y="1287523"/>
                    <a:pt x="1776188" y="1287961"/>
                    <a:pt x="1776188" y="1287961"/>
                  </a:cubicBezTo>
                  <a:lnTo>
                    <a:pt x="1775616" y="1287961"/>
                  </a:lnTo>
                  <a:lnTo>
                    <a:pt x="1774741" y="1289037"/>
                  </a:lnTo>
                  <a:cubicBezTo>
                    <a:pt x="1774741" y="1289037"/>
                    <a:pt x="1773125" y="1292435"/>
                    <a:pt x="1772721" y="1293007"/>
                  </a:cubicBezTo>
                  <a:cubicBezTo>
                    <a:pt x="1772284" y="1293578"/>
                    <a:pt x="1772721" y="1295193"/>
                    <a:pt x="1772721" y="1295193"/>
                  </a:cubicBezTo>
                  <a:cubicBezTo>
                    <a:pt x="1772721" y="1295193"/>
                    <a:pt x="1773596" y="1297212"/>
                    <a:pt x="1773866" y="1298086"/>
                  </a:cubicBezTo>
                  <a:cubicBezTo>
                    <a:pt x="1774169" y="1298961"/>
                    <a:pt x="1775885" y="1301282"/>
                    <a:pt x="1776323" y="1301854"/>
                  </a:cubicBezTo>
                  <a:cubicBezTo>
                    <a:pt x="1776760" y="1302426"/>
                    <a:pt x="1777029" y="1303300"/>
                    <a:pt x="1777467" y="1303603"/>
                  </a:cubicBezTo>
                  <a:cubicBezTo>
                    <a:pt x="1777904" y="1303906"/>
                    <a:pt x="1780226" y="1304175"/>
                    <a:pt x="1780799" y="1304478"/>
                  </a:cubicBezTo>
                  <a:cubicBezTo>
                    <a:pt x="1781371" y="1304781"/>
                    <a:pt x="1783693" y="1307943"/>
                    <a:pt x="1783693" y="1307943"/>
                  </a:cubicBezTo>
                  <a:lnTo>
                    <a:pt x="1780058" y="1309961"/>
                  </a:lnTo>
                  <a:lnTo>
                    <a:pt x="1781236" y="1312989"/>
                  </a:lnTo>
                  <a:lnTo>
                    <a:pt x="1788337" y="1313998"/>
                  </a:lnTo>
                  <a:lnTo>
                    <a:pt x="1789212" y="1314872"/>
                  </a:lnTo>
                  <a:cubicBezTo>
                    <a:pt x="1789212" y="1314872"/>
                    <a:pt x="1789212" y="1319515"/>
                    <a:pt x="1789212" y="1320087"/>
                  </a:cubicBezTo>
                  <a:cubicBezTo>
                    <a:pt x="1789212" y="1320658"/>
                    <a:pt x="1788506" y="1321533"/>
                    <a:pt x="1787631" y="1322105"/>
                  </a:cubicBezTo>
                  <a:cubicBezTo>
                    <a:pt x="1786756" y="1322677"/>
                    <a:pt x="1787193" y="1323417"/>
                    <a:pt x="1787193" y="1323854"/>
                  </a:cubicBezTo>
                  <a:cubicBezTo>
                    <a:pt x="1787193" y="1324291"/>
                    <a:pt x="1788068" y="1325435"/>
                    <a:pt x="1788068" y="1325873"/>
                  </a:cubicBezTo>
                  <a:cubicBezTo>
                    <a:pt x="1788068" y="1326310"/>
                    <a:pt x="1789212" y="1328194"/>
                    <a:pt x="1789212" y="1328194"/>
                  </a:cubicBezTo>
                  <a:lnTo>
                    <a:pt x="1790794" y="1332264"/>
                  </a:lnTo>
                  <a:cubicBezTo>
                    <a:pt x="1790794" y="1332264"/>
                    <a:pt x="1791097" y="1335292"/>
                    <a:pt x="1791366" y="1335897"/>
                  </a:cubicBezTo>
                  <a:cubicBezTo>
                    <a:pt x="1791669" y="1336469"/>
                    <a:pt x="1792544" y="1336469"/>
                    <a:pt x="1793116" y="1336604"/>
                  </a:cubicBezTo>
                  <a:cubicBezTo>
                    <a:pt x="1793688" y="1336738"/>
                    <a:pt x="1798636" y="1339934"/>
                    <a:pt x="1798636" y="1339934"/>
                  </a:cubicBezTo>
                  <a:lnTo>
                    <a:pt x="1800958" y="1338790"/>
                  </a:lnTo>
                  <a:cubicBezTo>
                    <a:pt x="1800958" y="1338790"/>
                    <a:pt x="1802539" y="1338487"/>
                    <a:pt x="1803987" y="1338050"/>
                  </a:cubicBezTo>
                  <a:cubicBezTo>
                    <a:pt x="1805434" y="1337613"/>
                    <a:pt x="1806746" y="1336469"/>
                    <a:pt x="1806746" y="1336469"/>
                  </a:cubicBezTo>
                  <a:cubicBezTo>
                    <a:pt x="1806746" y="1336469"/>
                    <a:pt x="1808328" y="1333845"/>
                    <a:pt x="1808496" y="1333273"/>
                  </a:cubicBezTo>
                  <a:cubicBezTo>
                    <a:pt x="1808631" y="1332701"/>
                    <a:pt x="1810078" y="1330649"/>
                    <a:pt x="1810515" y="1330818"/>
                  </a:cubicBezTo>
                  <a:cubicBezTo>
                    <a:pt x="1810953" y="1330952"/>
                    <a:pt x="1814420" y="1333576"/>
                    <a:pt x="1814420" y="1333576"/>
                  </a:cubicBezTo>
                  <a:lnTo>
                    <a:pt x="1816607" y="1333441"/>
                  </a:lnTo>
                  <a:cubicBezTo>
                    <a:pt x="1816607" y="1333441"/>
                    <a:pt x="1818054" y="1335763"/>
                    <a:pt x="1818189" y="1336200"/>
                  </a:cubicBezTo>
                  <a:cubicBezTo>
                    <a:pt x="1818324" y="1336637"/>
                    <a:pt x="1821218" y="1335460"/>
                    <a:pt x="1821218" y="1335460"/>
                  </a:cubicBezTo>
                  <a:lnTo>
                    <a:pt x="1826569" y="1334585"/>
                  </a:lnTo>
                  <a:lnTo>
                    <a:pt x="1831348" y="1332264"/>
                  </a:lnTo>
                  <a:cubicBezTo>
                    <a:pt x="1831348" y="1332264"/>
                    <a:pt x="1833535" y="1333408"/>
                    <a:pt x="1834107" y="1333711"/>
                  </a:cubicBezTo>
                  <a:cubicBezTo>
                    <a:pt x="1834680" y="1334013"/>
                    <a:pt x="1835857" y="1335157"/>
                    <a:pt x="1836733" y="1335729"/>
                  </a:cubicBezTo>
                  <a:cubicBezTo>
                    <a:pt x="1837608" y="1336301"/>
                    <a:pt x="1840637" y="1338925"/>
                    <a:pt x="1841074" y="1338757"/>
                  </a:cubicBezTo>
                  <a:cubicBezTo>
                    <a:pt x="1841512" y="1338622"/>
                    <a:pt x="1843093" y="1337310"/>
                    <a:pt x="1843093" y="1337310"/>
                  </a:cubicBezTo>
                  <a:cubicBezTo>
                    <a:pt x="1843093" y="1337310"/>
                    <a:pt x="1844406" y="1334989"/>
                    <a:pt x="1845112" y="1334720"/>
                  </a:cubicBezTo>
                  <a:cubicBezTo>
                    <a:pt x="1845853" y="1334417"/>
                    <a:pt x="1848007" y="1334148"/>
                    <a:pt x="1848007" y="1334148"/>
                  </a:cubicBezTo>
                  <a:lnTo>
                    <a:pt x="1850194" y="1336166"/>
                  </a:lnTo>
                  <a:lnTo>
                    <a:pt x="1852516" y="1336906"/>
                  </a:lnTo>
                  <a:lnTo>
                    <a:pt x="1857733" y="1336166"/>
                  </a:lnTo>
                  <a:lnTo>
                    <a:pt x="1862377" y="1333980"/>
                  </a:lnTo>
                  <a:lnTo>
                    <a:pt x="1865272" y="1332365"/>
                  </a:lnTo>
                  <a:cubicBezTo>
                    <a:pt x="1865272" y="1332365"/>
                    <a:pt x="1867863" y="1332096"/>
                    <a:pt x="1868906" y="1332399"/>
                  </a:cubicBezTo>
                  <a:cubicBezTo>
                    <a:pt x="1869916" y="1332701"/>
                    <a:pt x="1875132" y="1332264"/>
                    <a:pt x="1875704" y="1332399"/>
                  </a:cubicBezTo>
                  <a:cubicBezTo>
                    <a:pt x="1875805" y="1332432"/>
                    <a:pt x="1876176" y="1332500"/>
                    <a:pt x="1876176" y="1332634"/>
                  </a:cubicBezTo>
                  <a:cubicBezTo>
                    <a:pt x="1876176" y="1332634"/>
                    <a:pt x="1876176" y="1332634"/>
                    <a:pt x="1876176" y="1332634"/>
                  </a:cubicBezTo>
                  <a:lnTo>
                    <a:pt x="1876176" y="1332264"/>
                  </a:lnTo>
                  <a:lnTo>
                    <a:pt x="1876176" y="1325301"/>
                  </a:lnTo>
                  <a:cubicBezTo>
                    <a:pt x="1876176" y="1325301"/>
                    <a:pt x="1877858" y="1322206"/>
                    <a:pt x="1877959" y="1322038"/>
                  </a:cubicBezTo>
                  <a:cubicBezTo>
                    <a:pt x="1878060" y="1321869"/>
                    <a:pt x="1880281" y="1317900"/>
                    <a:pt x="1880281" y="1317900"/>
                  </a:cubicBezTo>
                  <a:cubicBezTo>
                    <a:pt x="1880281" y="1317900"/>
                    <a:pt x="1881359" y="1314536"/>
                    <a:pt x="1881359" y="1314301"/>
                  </a:cubicBezTo>
                  <a:cubicBezTo>
                    <a:pt x="1881359" y="1314099"/>
                    <a:pt x="1881359" y="1309625"/>
                    <a:pt x="1881359" y="1309625"/>
                  </a:cubicBezTo>
                  <a:lnTo>
                    <a:pt x="1876478" y="1306261"/>
                  </a:lnTo>
                  <a:cubicBezTo>
                    <a:pt x="1876478" y="1306261"/>
                    <a:pt x="1875704" y="1302796"/>
                    <a:pt x="1876142" y="1302661"/>
                  </a:cubicBezTo>
                  <a:cubicBezTo>
                    <a:pt x="1876579" y="1302560"/>
                    <a:pt x="1877724" y="1300475"/>
                    <a:pt x="1877724" y="1300475"/>
                  </a:cubicBezTo>
                  <a:cubicBezTo>
                    <a:pt x="1877724" y="1300475"/>
                    <a:pt x="1878801" y="1298591"/>
                    <a:pt x="1878094" y="1297884"/>
                  </a:cubicBezTo>
                  <a:cubicBezTo>
                    <a:pt x="1877387" y="1297178"/>
                    <a:pt x="1873685" y="1294251"/>
                    <a:pt x="1873685" y="1294251"/>
                  </a:cubicBezTo>
                  <a:lnTo>
                    <a:pt x="1872171" y="1292334"/>
                  </a:lnTo>
                  <a:lnTo>
                    <a:pt x="1871666" y="1283756"/>
                  </a:lnTo>
                  <a:cubicBezTo>
                    <a:pt x="1871666" y="1283756"/>
                    <a:pt x="1871127" y="1279854"/>
                    <a:pt x="1871026" y="1279685"/>
                  </a:cubicBezTo>
                  <a:cubicBezTo>
                    <a:pt x="1870926" y="1279517"/>
                    <a:pt x="1869176" y="1277398"/>
                    <a:pt x="1869176" y="1277398"/>
                  </a:cubicBezTo>
                  <a:lnTo>
                    <a:pt x="1869176" y="1274841"/>
                  </a:lnTo>
                  <a:lnTo>
                    <a:pt x="1869983" y="1272251"/>
                  </a:lnTo>
                  <a:cubicBezTo>
                    <a:pt x="1869983" y="1272251"/>
                    <a:pt x="1870993" y="1270401"/>
                    <a:pt x="1870993" y="1270199"/>
                  </a:cubicBezTo>
                  <a:cubicBezTo>
                    <a:pt x="1870993" y="1269997"/>
                    <a:pt x="1870926" y="1265691"/>
                    <a:pt x="1870926" y="1265489"/>
                  </a:cubicBezTo>
                  <a:cubicBezTo>
                    <a:pt x="1870926" y="1265254"/>
                    <a:pt x="1870926" y="1262731"/>
                    <a:pt x="1870926" y="1262731"/>
                  </a:cubicBezTo>
                  <a:lnTo>
                    <a:pt x="1872810" y="1258762"/>
                  </a:lnTo>
                  <a:lnTo>
                    <a:pt x="1874392" y="1254153"/>
                  </a:lnTo>
                  <a:lnTo>
                    <a:pt x="1876883" y="1249477"/>
                  </a:lnTo>
                  <a:lnTo>
                    <a:pt x="1878060" y="1246651"/>
                  </a:lnTo>
                  <a:lnTo>
                    <a:pt x="1875772" y="1245440"/>
                  </a:lnTo>
                  <a:cubicBezTo>
                    <a:pt x="1875772" y="1245440"/>
                    <a:pt x="1873584" y="1244465"/>
                    <a:pt x="1873180" y="1244465"/>
                  </a:cubicBezTo>
                  <a:cubicBezTo>
                    <a:pt x="1872743" y="1244465"/>
                    <a:pt x="1871767" y="1244465"/>
                    <a:pt x="1871767" y="1244465"/>
                  </a:cubicBezTo>
                  <a:cubicBezTo>
                    <a:pt x="1871767" y="1244465"/>
                    <a:pt x="1869916" y="1243287"/>
                    <a:pt x="1869916" y="1242514"/>
                  </a:cubicBezTo>
                  <a:cubicBezTo>
                    <a:pt x="1869916" y="1241740"/>
                    <a:pt x="1870118" y="1240865"/>
                    <a:pt x="1870118" y="1240865"/>
                  </a:cubicBezTo>
                  <a:lnTo>
                    <a:pt x="1870252" y="1239654"/>
                  </a:lnTo>
                  <a:lnTo>
                    <a:pt x="1866550" y="1238679"/>
                  </a:lnTo>
                  <a:lnTo>
                    <a:pt x="1864800" y="1238040"/>
                  </a:lnTo>
                  <a:cubicBezTo>
                    <a:pt x="1864800" y="1238040"/>
                    <a:pt x="1863724" y="1237602"/>
                    <a:pt x="1862950" y="1236728"/>
                  </a:cubicBezTo>
                  <a:cubicBezTo>
                    <a:pt x="1862209" y="1235853"/>
                    <a:pt x="1861973" y="1234003"/>
                    <a:pt x="1861973" y="1234003"/>
                  </a:cubicBezTo>
                  <a:lnTo>
                    <a:pt x="1862613" y="1232153"/>
                  </a:lnTo>
                  <a:lnTo>
                    <a:pt x="1863151" y="1230201"/>
                  </a:lnTo>
                  <a:lnTo>
                    <a:pt x="1864800" y="1228789"/>
                  </a:lnTo>
                  <a:lnTo>
                    <a:pt x="1866012" y="1227376"/>
                  </a:lnTo>
                  <a:lnTo>
                    <a:pt x="1866853" y="1224685"/>
                  </a:lnTo>
                  <a:lnTo>
                    <a:pt x="1867998" y="1221825"/>
                  </a:lnTo>
                  <a:lnTo>
                    <a:pt x="1870017" y="1221825"/>
                  </a:lnTo>
                  <a:lnTo>
                    <a:pt x="1871767" y="1221825"/>
                  </a:lnTo>
                  <a:lnTo>
                    <a:pt x="1871666" y="1220244"/>
                  </a:lnTo>
                  <a:lnTo>
                    <a:pt x="1872507" y="1218999"/>
                  </a:lnTo>
                  <a:lnTo>
                    <a:pt x="1874459" y="1218360"/>
                  </a:lnTo>
                  <a:lnTo>
                    <a:pt x="1876983" y="1218360"/>
                  </a:lnTo>
                  <a:cubicBezTo>
                    <a:pt x="1876983" y="1218360"/>
                    <a:pt x="1878161" y="1217048"/>
                    <a:pt x="1878431" y="1216981"/>
                  </a:cubicBezTo>
                  <a:cubicBezTo>
                    <a:pt x="1878700" y="1216914"/>
                    <a:pt x="1879575" y="1215400"/>
                    <a:pt x="1879575" y="1215400"/>
                  </a:cubicBezTo>
                  <a:lnTo>
                    <a:pt x="1879575" y="1214021"/>
                  </a:lnTo>
                  <a:lnTo>
                    <a:pt x="1882099" y="1212272"/>
                  </a:lnTo>
                  <a:lnTo>
                    <a:pt x="1882536" y="1209883"/>
                  </a:lnTo>
                  <a:lnTo>
                    <a:pt x="1883714" y="1210186"/>
                  </a:lnTo>
                  <a:lnTo>
                    <a:pt x="1885801" y="1211060"/>
                  </a:lnTo>
                  <a:lnTo>
                    <a:pt x="1887046" y="1213247"/>
                  </a:lnTo>
                  <a:lnTo>
                    <a:pt x="1888931" y="1217587"/>
                  </a:lnTo>
                  <a:lnTo>
                    <a:pt x="1890883" y="1220177"/>
                  </a:lnTo>
                  <a:lnTo>
                    <a:pt x="1891690" y="1222061"/>
                  </a:lnTo>
                  <a:lnTo>
                    <a:pt x="1891421" y="1223070"/>
                  </a:lnTo>
                  <a:lnTo>
                    <a:pt x="1891118" y="1224584"/>
                  </a:lnTo>
                  <a:lnTo>
                    <a:pt x="1893306" y="1225727"/>
                  </a:lnTo>
                  <a:lnTo>
                    <a:pt x="1895863" y="1225593"/>
                  </a:lnTo>
                  <a:lnTo>
                    <a:pt x="1896974" y="1226972"/>
                  </a:lnTo>
                  <a:lnTo>
                    <a:pt x="1896974" y="1229663"/>
                  </a:lnTo>
                  <a:lnTo>
                    <a:pt x="1898051" y="1230740"/>
                  </a:lnTo>
                  <a:lnTo>
                    <a:pt x="1899195" y="1229360"/>
                  </a:lnTo>
                  <a:lnTo>
                    <a:pt x="1900272" y="1229226"/>
                  </a:lnTo>
                  <a:cubicBezTo>
                    <a:pt x="1900272" y="1229226"/>
                    <a:pt x="1900643" y="1229024"/>
                    <a:pt x="1900912" y="1229024"/>
                  </a:cubicBezTo>
                  <a:cubicBezTo>
                    <a:pt x="1901215" y="1229024"/>
                    <a:pt x="1903604" y="1228890"/>
                    <a:pt x="1903604" y="1228890"/>
                  </a:cubicBezTo>
                  <a:lnTo>
                    <a:pt x="1908013" y="1228318"/>
                  </a:lnTo>
                  <a:lnTo>
                    <a:pt x="1912489" y="1228755"/>
                  </a:lnTo>
                  <a:lnTo>
                    <a:pt x="1914441" y="1230201"/>
                  </a:lnTo>
                  <a:lnTo>
                    <a:pt x="1914172" y="1232657"/>
                  </a:lnTo>
                  <a:lnTo>
                    <a:pt x="1912724" y="1234541"/>
                  </a:lnTo>
                  <a:lnTo>
                    <a:pt x="1912085" y="1236492"/>
                  </a:lnTo>
                  <a:lnTo>
                    <a:pt x="1912455" y="1241202"/>
                  </a:lnTo>
                  <a:lnTo>
                    <a:pt x="1914475" y="1244027"/>
                  </a:lnTo>
                  <a:lnTo>
                    <a:pt x="1917537" y="1245474"/>
                  </a:lnTo>
                  <a:cubicBezTo>
                    <a:pt x="1917537" y="1245474"/>
                    <a:pt x="1917739" y="1246786"/>
                    <a:pt x="1917537" y="1246988"/>
                  </a:cubicBezTo>
                  <a:cubicBezTo>
                    <a:pt x="1917335" y="1247190"/>
                    <a:pt x="1920431" y="1250688"/>
                    <a:pt x="1920431" y="1250688"/>
                  </a:cubicBezTo>
                  <a:lnTo>
                    <a:pt x="1926388" y="1257550"/>
                  </a:lnTo>
                  <a:lnTo>
                    <a:pt x="1931234" y="1262832"/>
                  </a:lnTo>
                  <a:lnTo>
                    <a:pt x="1931571" y="1267104"/>
                  </a:lnTo>
                  <a:lnTo>
                    <a:pt x="1931739" y="1269930"/>
                  </a:lnTo>
                  <a:lnTo>
                    <a:pt x="1931739" y="1271376"/>
                  </a:lnTo>
                  <a:lnTo>
                    <a:pt x="1931739" y="1274841"/>
                  </a:lnTo>
                  <a:lnTo>
                    <a:pt x="1933489" y="1280123"/>
                  </a:lnTo>
                  <a:lnTo>
                    <a:pt x="1933489" y="1283520"/>
                  </a:lnTo>
                  <a:cubicBezTo>
                    <a:pt x="1933489" y="1283520"/>
                    <a:pt x="1935744" y="1285841"/>
                    <a:pt x="1935946" y="1285841"/>
                  </a:cubicBezTo>
                  <a:cubicBezTo>
                    <a:pt x="1936182" y="1285841"/>
                    <a:pt x="1940590" y="1286279"/>
                    <a:pt x="1940860" y="1286077"/>
                  </a:cubicBezTo>
                  <a:cubicBezTo>
                    <a:pt x="1941163" y="1285841"/>
                    <a:pt x="1943182" y="1283621"/>
                    <a:pt x="1943182" y="1283184"/>
                  </a:cubicBezTo>
                  <a:cubicBezTo>
                    <a:pt x="1943182" y="1282747"/>
                    <a:pt x="1943451" y="1280358"/>
                    <a:pt x="1943451" y="1280055"/>
                  </a:cubicBezTo>
                  <a:cubicBezTo>
                    <a:pt x="1943451" y="1279753"/>
                    <a:pt x="1940860" y="1276490"/>
                    <a:pt x="1940860" y="1276490"/>
                  </a:cubicBezTo>
                  <a:cubicBezTo>
                    <a:pt x="1940860" y="1276490"/>
                    <a:pt x="1941802" y="1275110"/>
                    <a:pt x="1942004" y="1274808"/>
                  </a:cubicBezTo>
                  <a:cubicBezTo>
                    <a:pt x="1942206" y="1274539"/>
                    <a:pt x="1942946" y="1273731"/>
                    <a:pt x="1943451" y="1273496"/>
                  </a:cubicBezTo>
                  <a:cubicBezTo>
                    <a:pt x="1943956" y="1273294"/>
                    <a:pt x="1945403" y="1271982"/>
                    <a:pt x="1945538" y="1271679"/>
                  </a:cubicBezTo>
                  <a:cubicBezTo>
                    <a:pt x="1945672" y="1271376"/>
                    <a:pt x="1945672" y="1270233"/>
                    <a:pt x="1945538" y="1269493"/>
                  </a:cubicBezTo>
                  <a:cubicBezTo>
                    <a:pt x="1945403" y="1268753"/>
                    <a:pt x="1944898" y="1267037"/>
                    <a:pt x="1944966" y="1266095"/>
                  </a:cubicBezTo>
                  <a:cubicBezTo>
                    <a:pt x="1945033" y="1265153"/>
                    <a:pt x="1945033" y="1263471"/>
                    <a:pt x="1945201" y="1262967"/>
                  </a:cubicBezTo>
                  <a:cubicBezTo>
                    <a:pt x="1945336" y="1262462"/>
                    <a:pt x="1945470" y="1261285"/>
                    <a:pt x="1945672" y="1261015"/>
                  </a:cubicBezTo>
                  <a:cubicBezTo>
                    <a:pt x="1945841" y="1260713"/>
                    <a:pt x="1946648" y="1259502"/>
                    <a:pt x="1947288" y="1258997"/>
                  </a:cubicBezTo>
                  <a:cubicBezTo>
                    <a:pt x="1947927" y="1258492"/>
                    <a:pt x="1949744" y="1256979"/>
                    <a:pt x="1949980" y="1256743"/>
                  </a:cubicBezTo>
                  <a:cubicBezTo>
                    <a:pt x="1950182" y="1256541"/>
                    <a:pt x="1951124" y="1254994"/>
                    <a:pt x="1951360" y="1254927"/>
                  </a:cubicBezTo>
                  <a:cubicBezTo>
                    <a:pt x="1951562" y="1254859"/>
                    <a:pt x="1953312" y="1253346"/>
                    <a:pt x="1953312" y="1253346"/>
                  </a:cubicBezTo>
                  <a:lnTo>
                    <a:pt x="1954625" y="1249511"/>
                  </a:lnTo>
                  <a:cubicBezTo>
                    <a:pt x="1954625" y="1249511"/>
                    <a:pt x="1957519" y="1247829"/>
                    <a:pt x="1957822" y="1247829"/>
                  </a:cubicBezTo>
                  <a:cubicBezTo>
                    <a:pt x="1958124" y="1247829"/>
                    <a:pt x="1961153" y="1249208"/>
                    <a:pt x="1961153" y="1249208"/>
                  </a:cubicBezTo>
                  <a:cubicBezTo>
                    <a:pt x="1961153" y="1249208"/>
                    <a:pt x="1962231" y="1249948"/>
                    <a:pt x="1963341" y="1249847"/>
                  </a:cubicBezTo>
                  <a:cubicBezTo>
                    <a:pt x="1964418" y="1249780"/>
                    <a:pt x="1965293" y="1249914"/>
                    <a:pt x="1965596" y="1249544"/>
                  </a:cubicBezTo>
                  <a:cubicBezTo>
                    <a:pt x="1965899" y="1249174"/>
                    <a:pt x="1967716" y="1247459"/>
                    <a:pt x="1967783" y="1247156"/>
                  </a:cubicBezTo>
                  <a:cubicBezTo>
                    <a:pt x="1967851" y="1246853"/>
                    <a:pt x="1968356" y="1244027"/>
                    <a:pt x="1968423" y="1242951"/>
                  </a:cubicBezTo>
                  <a:cubicBezTo>
                    <a:pt x="1968490" y="1241874"/>
                    <a:pt x="1968423" y="1238241"/>
                    <a:pt x="1968423" y="1238241"/>
                  </a:cubicBezTo>
                  <a:lnTo>
                    <a:pt x="1967783" y="1235113"/>
                  </a:lnTo>
                  <a:cubicBezTo>
                    <a:pt x="1967783" y="1235113"/>
                    <a:pt x="1968490" y="1233969"/>
                    <a:pt x="1968490" y="1233364"/>
                  </a:cubicBezTo>
                  <a:cubicBezTo>
                    <a:pt x="1968457" y="1232792"/>
                    <a:pt x="1969264" y="1231278"/>
                    <a:pt x="1969466" y="1231042"/>
                  </a:cubicBezTo>
                  <a:cubicBezTo>
                    <a:pt x="1969668" y="1230841"/>
                    <a:pt x="1970274" y="1230235"/>
                    <a:pt x="1970274" y="1230235"/>
                  </a:cubicBezTo>
                  <a:lnTo>
                    <a:pt x="1973168" y="1228789"/>
                  </a:lnTo>
                  <a:lnTo>
                    <a:pt x="1974851" y="1228856"/>
                  </a:lnTo>
                  <a:cubicBezTo>
                    <a:pt x="1974851" y="1228856"/>
                    <a:pt x="1976365" y="1229159"/>
                    <a:pt x="1976735" y="1228990"/>
                  </a:cubicBezTo>
                  <a:cubicBezTo>
                    <a:pt x="1977106" y="1228856"/>
                    <a:pt x="1978990" y="1228049"/>
                    <a:pt x="1979260" y="1228049"/>
                  </a:cubicBezTo>
                  <a:cubicBezTo>
                    <a:pt x="1979562" y="1228049"/>
                    <a:pt x="1980942" y="1227409"/>
                    <a:pt x="1981077" y="1226972"/>
                  </a:cubicBezTo>
                  <a:cubicBezTo>
                    <a:pt x="1981212" y="1226535"/>
                    <a:pt x="1981952" y="1226165"/>
                    <a:pt x="1982019" y="1225727"/>
                  </a:cubicBezTo>
                  <a:cubicBezTo>
                    <a:pt x="1982086" y="1225290"/>
                    <a:pt x="1982895" y="1223709"/>
                    <a:pt x="1982895" y="1223709"/>
                  </a:cubicBezTo>
                  <a:lnTo>
                    <a:pt x="1984207" y="1221960"/>
                  </a:lnTo>
                  <a:lnTo>
                    <a:pt x="1985789" y="1219269"/>
                  </a:lnTo>
                  <a:lnTo>
                    <a:pt x="1988245" y="1218899"/>
                  </a:lnTo>
                  <a:lnTo>
                    <a:pt x="1992587" y="1218158"/>
                  </a:lnTo>
                  <a:lnTo>
                    <a:pt x="1995717" y="1215905"/>
                  </a:lnTo>
                  <a:lnTo>
                    <a:pt x="1997366" y="1214357"/>
                  </a:lnTo>
                  <a:lnTo>
                    <a:pt x="1998678" y="1212944"/>
                  </a:lnTo>
                  <a:lnTo>
                    <a:pt x="2000496" y="1212944"/>
                  </a:lnTo>
                  <a:lnTo>
                    <a:pt x="2001875" y="1213684"/>
                  </a:lnTo>
                  <a:lnTo>
                    <a:pt x="2004198" y="1213247"/>
                  </a:lnTo>
                  <a:lnTo>
                    <a:pt x="2005712" y="1211296"/>
                  </a:lnTo>
                  <a:lnTo>
                    <a:pt x="2006486" y="1211229"/>
                  </a:lnTo>
                  <a:lnTo>
                    <a:pt x="2008741" y="1211969"/>
                  </a:lnTo>
                  <a:lnTo>
                    <a:pt x="2010929" y="1213853"/>
                  </a:lnTo>
                  <a:cubicBezTo>
                    <a:pt x="2010929" y="1213853"/>
                    <a:pt x="2012309" y="1213987"/>
                    <a:pt x="2012578" y="1213987"/>
                  </a:cubicBezTo>
                  <a:cubicBezTo>
                    <a:pt x="2012880" y="1213987"/>
                    <a:pt x="2016145" y="1213617"/>
                    <a:pt x="2016145" y="1213617"/>
                  </a:cubicBezTo>
                  <a:lnTo>
                    <a:pt x="2018097" y="1210926"/>
                  </a:lnTo>
                  <a:lnTo>
                    <a:pt x="2021496" y="1206956"/>
                  </a:lnTo>
                  <a:lnTo>
                    <a:pt x="2026342" y="1202180"/>
                  </a:lnTo>
                  <a:lnTo>
                    <a:pt x="2028967" y="1199421"/>
                  </a:lnTo>
                  <a:lnTo>
                    <a:pt x="2030549" y="1197033"/>
                  </a:lnTo>
                  <a:lnTo>
                    <a:pt x="2033309" y="1192323"/>
                  </a:lnTo>
                  <a:lnTo>
                    <a:pt x="2036338" y="1188993"/>
                  </a:lnTo>
                  <a:lnTo>
                    <a:pt x="2038155" y="1186167"/>
                  </a:lnTo>
                  <a:lnTo>
                    <a:pt x="2042127" y="1183712"/>
                  </a:lnTo>
                  <a:cubicBezTo>
                    <a:pt x="2042127" y="1183712"/>
                    <a:pt x="2047646" y="1183274"/>
                    <a:pt x="2047848" y="1183207"/>
                  </a:cubicBezTo>
                  <a:cubicBezTo>
                    <a:pt x="2048083" y="1183140"/>
                    <a:pt x="2050910" y="1183644"/>
                    <a:pt x="2050910" y="1183644"/>
                  </a:cubicBezTo>
                  <a:lnTo>
                    <a:pt x="2054175" y="1181256"/>
                  </a:lnTo>
                  <a:lnTo>
                    <a:pt x="2056430" y="1178363"/>
                  </a:lnTo>
                  <a:cubicBezTo>
                    <a:pt x="2056430" y="1178363"/>
                    <a:pt x="2057709" y="1177858"/>
                    <a:pt x="2057978" y="1177858"/>
                  </a:cubicBezTo>
                  <a:cubicBezTo>
                    <a:pt x="2058280" y="1177858"/>
                    <a:pt x="2060468" y="1180045"/>
                    <a:pt x="2060468" y="1180045"/>
                  </a:cubicBezTo>
                  <a:lnTo>
                    <a:pt x="2060468" y="1182601"/>
                  </a:lnTo>
                  <a:lnTo>
                    <a:pt x="2061040" y="1185124"/>
                  </a:lnTo>
                  <a:cubicBezTo>
                    <a:pt x="2061040" y="1185124"/>
                    <a:pt x="2062286" y="1186066"/>
                    <a:pt x="2063060" y="1186201"/>
                  </a:cubicBezTo>
                  <a:cubicBezTo>
                    <a:pt x="2063867" y="1186335"/>
                    <a:pt x="2066324" y="1186268"/>
                    <a:pt x="2066627" y="1186134"/>
                  </a:cubicBezTo>
                  <a:cubicBezTo>
                    <a:pt x="2066930" y="1185999"/>
                    <a:pt x="2069387" y="1182063"/>
                    <a:pt x="2069387" y="1182063"/>
                  </a:cubicBezTo>
                  <a:lnTo>
                    <a:pt x="2068949" y="1179540"/>
                  </a:lnTo>
                  <a:lnTo>
                    <a:pt x="2069824" y="1177118"/>
                  </a:lnTo>
                  <a:lnTo>
                    <a:pt x="2071776" y="1176513"/>
                  </a:lnTo>
                  <a:lnTo>
                    <a:pt x="2075243" y="1176513"/>
                  </a:lnTo>
                  <a:cubicBezTo>
                    <a:pt x="2075243" y="1176513"/>
                    <a:pt x="2076488" y="1176883"/>
                    <a:pt x="2076824" y="1176513"/>
                  </a:cubicBezTo>
                  <a:cubicBezTo>
                    <a:pt x="2077194" y="1176143"/>
                    <a:pt x="2079147" y="1174763"/>
                    <a:pt x="2079348" y="1174124"/>
                  </a:cubicBezTo>
                  <a:cubicBezTo>
                    <a:pt x="2079550" y="1173485"/>
                    <a:pt x="2081300" y="1171029"/>
                    <a:pt x="2081300" y="1170727"/>
                  </a:cubicBezTo>
                  <a:cubicBezTo>
                    <a:pt x="2081300" y="1170424"/>
                    <a:pt x="2081300" y="1168708"/>
                    <a:pt x="2081300" y="1168708"/>
                  </a:cubicBezTo>
                  <a:lnTo>
                    <a:pt x="2081805" y="1162485"/>
                  </a:lnTo>
                  <a:cubicBezTo>
                    <a:pt x="2081805" y="1162485"/>
                    <a:pt x="2083252" y="1159962"/>
                    <a:pt x="2083421" y="1159659"/>
                  </a:cubicBezTo>
                  <a:cubicBezTo>
                    <a:pt x="2083555" y="1159356"/>
                    <a:pt x="2084935" y="1157136"/>
                    <a:pt x="2084935" y="1157136"/>
                  </a:cubicBezTo>
                  <a:lnTo>
                    <a:pt x="2086618" y="1154512"/>
                  </a:lnTo>
                  <a:lnTo>
                    <a:pt x="2088368" y="1153638"/>
                  </a:lnTo>
                  <a:lnTo>
                    <a:pt x="2093382" y="1153335"/>
                  </a:lnTo>
                  <a:cubicBezTo>
                    <a:pt x="2093382" y="1153335"/>
                    <a:pt x="2095772" y="1153638"/>
                    <a:pt x="2096074" y="1153335"/>
                  </a:cubicBezTo>
                  <a:cubicBezTo>
                    <a:pt x="2096378" y="1153032"/>
                    <a:pt x="2100281" y="1153638"/>
                    <a:pt x="2100281" y="1153638"/>
                  </a:cubicBezTo>
                  <a:lnTo>
                    <a:pt x="2104859" y="1153705"/>
                  </a:lnTo>
                  <a:lnTo>
                    <a:pt x="2109503" y="1154142"/>
                  </a:lnTo>
                  <a:lnTo>
                    <a:pt x="2113643" y="1155084"/>
                  </a:lnTo>
                  <a:cubicBezTo>
                    <a:pt x="2113643" y="1155084"/>
                    <a:pt x="2116469" y="1156093"/>
                    <a:pt x="2117782" y="1155959"/>
                  </a:cubicBezTo>
                  <a:cubicBezTo>
                    <a:pt x="2119095" y="1155824"/>
                    <a:pt x="2121417" y="1154512"/>
                    <a:pt x="2121417" y="1154210"/>
                  </a:cubicBezTo>
                  <a:cubicBezTo>
                    <a:pt x="2121417" y="1153907"/>
                    <a:pt x="2123369" y="1149870"/>
                    <a:pt x="2123369" y="1149870"/>
                  </a:cubicBezTo>
                  <a:lnTo>
                    <a:pt x="2126633" y="1147616"/>
                  </a:lnTo>
                  <a:lnTo>
                    <a:pt x="2126633" y="1144353"/>
                  </a:lnTo>
                  <a:lnTo>
                    <a:pt x="2126633" y="1140888"/>
                  </a:lnTo>
                  <a:lnTo>
                    <a:pt x="2124681" y="1141965"/>
                  </a:lnTo>
                  <a:cubicBezTo>
                    <a:pt x="2124681" y="1141965"/>
                    <a:pt x="2122931" y="1142032"/>
                    <a:pt x="2122359" y="1142032"/>
                  </a:cubicBezTo>
                  <a:cubicBezTo>
                    <a:pt x="2121787" y="1142032"/>
                    <a:pt x="2120037" y="1141897"/>
                    <a:pt x="2119801" y="1141796"/>
                  </a:cubicBezTo>
                  <a:cubicBezTo>
                    <a:pt x="2119599" y="1141729"/>
                    <a:pt x="2117446" y="1141359"/>
                    <a:pt x="2117446" y="1140855"/>
                  </a:cubicBezTo>
                  <a:cubicBezTo>
                    <a:pt x="2117446" y="1140350"/>
                    <a:pt x="2116167" y="1139341"/>
                    <a:pt x="2116167" y="1139038"/>
                  </a:cubicBezTo>
                  <a:cubicBezTo>
                    <a:pt x="2116167" y="1138735"/>
                    <a:pt x="2116167" y="1137390"/>
                    <a:pt x="2116167" y="1137390"/>
                  </a:cubicBezTo>
                  <a:cubicBezTo>
                    <a:pt x="2116167" y="1137390"/>
                    <a:pt x="2117614" y="1136313"/>
                    <a:pt x="2117816" y="1136246"/>
                  </a:cubicBezTo>
                  <a:cubicBezTo>
                    <a:pt x="2118051" y="1136179"/>
                    <a:pt x="2119330" y="1135035"/>
                    <a:pt x="2119330" y="1135035"/>
                  </a:cubicBezTo>
                  <a:cubicBezTo>
                    <a:pt x="2119330" y="1135035"/>
                    <a:pt x="2120508" y="1134766"/>
                    <a:pt x="2120710" y="1134766"/>
                  </a:cubicBezTo>
                  <a:cubicBezTo>
                    <a:pt x="2120912" y="1134766"/>
                    <a:pt x="2123974" y="1134766"/>
                    <a:pt x="2123974" y="1134766"/>
                  </a:cubicBezTo>
                  <a:cubicBezTo>
                    <a:pt x="2123974" y="1134766"/>
                    <a:pt x="2124344" y="1134699"/>
                    <a:pt x="2124479" y="1134766"/>
                  </a:cubicBezTo>
                  <a:cubicBezTo>
                    <a:pt x="2124614" y="1134833"/>
                    <a:pt x="2125792" y="1135338"/>
                    <a:pt x="2125792" y="1135338"/>
                  </a:cubicBezTo>
                  <a:lnTo>
                    <a:pt x="2129696" y="1137020"/>
                  </a:lnTo>
                  <a:cubicBezTo>
                    <a:pt x="2129696" y="1137020"/>
                    <a:pt x="2131008" y="1137222"/>
                    <a:pt x="2131580" y="1136952"/>
                  </a:cubicBezTo>
                  <a:cubicBezTo>
                    <a:pt x="2132153" y="1136650"/>
                    <a:pt x="2134037" y="1136212"/>
                    <a:pt x="2134340" y="1136078"/>
                  </a:cubicBezTo>
                  <a:cubicBezTo>
                    <a:pt x="2134643" y="1135943"/>
                    <a:pt x="2135282" y="1135775"/>
                    <a:pt x="2135518" y="1135775"/>
                  </a:cubicBezTo>
                  <a:cubicBezTo>
                    <a:pt x="2135720" y="1135775"/>
                    <a:pt x="2138110" y="1137154"/>
                    <a:pt x="2138110" y="1137154"/>
                  </a:cubicBezTo>
                  <a:lnTo>
                    <a:pt x="2139859" y="1138029"/>
                  </a:lnTo>
                  <a:lnTo>
                    <a:pt x="2143057" y="1139206"/>
                  </a:lnTo>
                  <a:lnTo>
                    <a:pt x="2143696" y="1139711"/>
                  </a:lnTo>
                  <a:lnTo>
                    <a:pt x="2147667" y="1138634"/>
                  </a:lnTo>
                  <a:lnTo>
                    <a:pt x="2150427" y="1138197"/>
                  </a:lnTo>
                  <a:lnTo>
                    <a:pt x="2153254" y="1138264"/>
                  </a:lnTo>
                  <a:lnTo>
                    <a:pt x="2154634" y="1139442"/>
                  </a:lnTo>
                  <a:lnTo>
                    <a:pt x="2157326" y="1142402"/>
                  </a:lnTo>
                  <a:cubicBezTo>
                    <a:pt x="2157326" y="1142402"/>
                    <a:pt x="2156956" y="1143108"/>
                    <a:pt x="2156821" y="1143546"/>
                  </a:cubicBezTo>
                  <a:cubicBezTo>
                    <a:pt x="2156686" y="1143983"/>
                    <a:pt x="2155711" y="1145060"/>
                    <a:pt x="2156316" y="1145362"/>
                  </a:cubicBezTo>
                  <a:cubicBezTo>
                    <a:pt x="2156889" y="1145665"/>
                    <a:pt x="2158941" y="1146506"/>
                    <a:pt x="2159211" y="1146506"/>
                  </a:cubicBezTo>
                  <a:cubicBezTo>
                    <a:pt x="2159514" y="1146506"/>
                    <a:pt x="2159850" y="1146439"/>
                    <a:pt x="2161095" y="1146372"/>
                  </a:cubicBezTo>
                  <a:cubicBezTo>
                    <a:pt x="2162341" y="1146304"/>
                    <a:pt x="2163115" y="1145867"/>
                    <a:pt x="2163115" y="1145564"/>
                  </a:cubicBezTo>
                  <a:cubicBezTo>
                    <a:pt x="2163115" y="1145261"/>
                    <a:pt x="2163317" y="1142806"/>
                    <a:pt x="2163115" y="1142604"/>
                  </a:cubicBezTo>
                  <a:cubicBezTo>
                    <a:pt x="2162913" y="1142402"/>
                    <a:pt x="2162408" y="1140922"/>
                    <a:pt x="2162408" y="1140922"/>
                  </a:cubicBezTo>
                  <a:cubicBezTo>
                    <a:pt x="2162408" y="1140922"/>
                    <a:pt x="2162744" y="1139610"/>
                    <a:pt x="2163216" y="1139475"/>
                  </a:cubicBezTo>
                  <a:cubicBezTo>
                    <a:pt x="2163721" y="1139341"/>
                    <a:pt x="2164629" y="1138466"/>
                    <a:pt x="2164865" y="1138466"/>
                  </a:cubicBezTo>
                  <a:cubicBezTo>
                    <a:pt x="2165066" y="1138466"/>
                    <a:pt x="2166312" y="1137760"/>
                    <a:pt x="2166514" y="1137659"/>
                  </a:cubicBezTo>
                  <a:cubicBezTo>
                    <a:pt x="2166716" y="1137592"/>
                    <a:pt x="2169543" y="1137659"/>
                    <a:pt x="2170283" y="1137592"/>
                  </a:cubicBezTo>
                  <a:cubicBezTo>
                    <a:pt x="2170990" y="1137524"/>
                    <a:pt x="2172101" y="1137995"/>
                    <a:pt x="2173110" y="1137995"/>
                  </a:cubicBezTo>
                  <a:cubicBezTo>
                    <a:pt x="2174120" y="1137995"/>
                    <a:pt x="2174860" y="1138264"/>
                    <a:pt x="2175432" y="1138264"/>
                  </a:cubicBezTo>
                  <a:cubicBezTo>
                    <a:pt x="2176004" y="1138264"/>
                    <a:pt x="2177889" y="1138264"/>
                    <a:pt x="2177889" y="1138264"/>
                  </a:cubicBezTo>
                  <a:lnTo>
                    <a:pt x="2179707" y="1137894"/>
                  </a:lnTo>
                  <a:lnTo>
                    <a:pt x="2181658" y="1137087"/>
                  </a:lnTo>
                  <a:cubicBezTo>
                    <a:pt x="2181658" y="1137087"/>
                    <a:pt x="2182399" y="1134564"/>
                    <a:pt x="2182601" y="1134328"/>
                  </a:cubicBezTo>
                  <a:cubicBezTo>
                    <a:pt x="2182802" y="1134127"/>
                    <a:pt x="2183913" y="1132747"/>
                    <a:pt x="2183913" y="1132747"/>
                  </a:cubicBezTo>
                  <a:lnTo>
                    <a:pt x="2186303" y="1132445"/>
                  </a:lnTo>
                  <a:cubicBezTo>
                    <a:pt x="2186303" y="1132445"/>
                    <a:pt x="2189197" y="1132815"/>
                    <a:pt x="2189567" y="1132445"/>
                  </a:cubicBezTo>
                  <a:cubicBezTo>
                    <a:pt x="2189937" y="1132075"/>
                    <a:pt x="2190442" y="1128913"/>
                    <a:pt x="2190442" y="1128913"/>
                  </a:cubicBezTo>
                  <a:lnTo>
                    <a:pt x="2189433" y="1127769"/>
                  </a:lnTo>
                  <a:lnTo>
                    <a:pt x="2186976" y="1125246"/>
                  </a:lnTo>
                  <a:lnTo>
                    <a:pt x="2186404" y="1123867"/>
                  </a:lnTo>
                  <a:cubicBezTo>
                    <a:pt x="2186404" y="1123867"/>
                    <a:pt x="2185159" y="1122353"/>
                    <a:pt x="2184956" y="1121983"/>
                  </a:cubicBezTo>
                  <a:cubicBezTo>
                    <a:pt x="2184721" y="1121613"/>
                    <a:pt x="2184149" y="1120906"/>
                    <a:pt x="2184081" y="1120469"/>
                  </a:cubicBezTo>
                  <a:cubicBezTo>
                    <a:pt x="2184014" y="1120032"/>
                    <a:pt x="2183644" y="1118888"/>
                    <a:pt x="2184586" y="1118148"/>
                  </a:cubicBezTo>
                  <a:cubicBezTo>
                    <a:pt x="2185529" y="1117441"/>
                    <a:pt x="2186437" y="1114750"/>
                    <a:pt x="2186875" y="1114178"/>
                  </a:cubicBezTo>
                  <a:cubicBezTo>
                    <a:pt x="2187312" y="1113606"/>
                    <a:pt x="2189231" y="1111487"/>
                    <a:pt x="2189231" y="1111218"/>
                  </a:cubicBezTo>
                  <a:cubicBezTo>
                    <a:pt x="2189231" y="1110915"/>
                    <a:pt x="2189231" y="1109637"/>
                    <a:pt x="2189231" y="1109637"/>
                  </a:cubicBezTo>
                  <a:lnTo>
                    <a:pt x="2194952" y="1107013"/>
                  </a:lnTo>
                  <a:lnTo>
                    <a:pt x="2199361" y="1105197"/>
                  </a:lnTo>
                  <a:lnTo>
                    <a:pt x="2205452" y="1103817"/>
                  </a:lnTo>
                  <a:cubicBezTo>
                    <a:pt x="2205452" y="1103817"/>
                    <a:pt x="2206967" y="1103952"/>
                    <a:pt x="2207202" y="1103817"/>
                  </a:cubicBezTo>
                  <a:cubicBezTo>
                    <a:pt x="2207438" y="1103683"/>
                    <a:pt x="2211544" y="1104255"/>
                    <a:pt x="2211779" y="1104322"/>
                  </a:cubicBezTo>
                  <a:cubicBezTo>
                    <a:pt x="2211981" y="1104389"/>
                    <a:pt x="2213092" y="1106340"/>
                    <a:pt x="2213092" y="1106340"/>
                  </a:cubicBezTo>
                  <a:cubicBezTo>
                    <a:pt x="2213092" y="1106340"/>
                    <a:pt x="2215717" y="1105533"/>
                    <a:pt x="2216222" y="1105398"/>
                  </a:cubicBezTo>
                  <a:cubicBezTo>
                    <a:pt x="2216727" y="1105264"/>
                    <a:pt x="2217972" y="1103817"/>
                    <a:pt x="2218173" y="1103784"/>
                  </a:cubicBezTo>
                  <a:cubicBezTo>
                    <a:pt x="2218376" y="1103750"/>
                    <a:pt x="2219486" y="1102001"/>
                    <a:pt x="2219486" y="1102001"/>
                  </a:cubicBezTo>
                  <a:cubicBezTo>
                    <a:pt x="2219486" y="1102001"/>
                    <a:pt x="2220967" y="1099310"/>
                    <a:pt x="2220900" y="1098671"/>
                  </a:cubicBezTo>
                  <a:cubicBezTo>
                    <a:pt x="2220832" y="1098031"/>
                    <a:pt x="2220563" y="1094533"/>
                    <a:pt x="2220563" y="1094264"/>
                  </a:cubicBezTo>
                  <a:cubicBezTo>
                    <a:pt x="2220563" y="1093961"/>
                    <a:pt x="2220563" y="1090496"/>
                    <a:pt x="2220563" y="1090496"/>
                  </a:cubicBezTo>
                  <a:lnTo>
                    <a:pt x="2220563" y="1087906"/>
                  </a:lnTo>
                  <a:lnTo>
                    <a:pt x="2220563" y="1085282"/>
                  </a:lnTo>
                  <a:lnTo>
                    <a:pt x="2220361" y="1080135"/>
                  </a:lnTo>
                  <a:lnTo>
                    <a:pt x="2220496" y="1077242"/>
                  </a:lnTo>
                  <a:lnTo>
                    <a:pt x="2225140" y="1075493"/>
                  </a:lnTo>
                  <a:lnTo>
                    <a:pt x="2226789" y="1071725"/>
                  </a:lnTo>
                  <a:lnTo>
                    <a:pt x="2223693" y="1069774"/>
                  </a:lnTo>
                  <a:lnTo>
                    <a:pt x="2222549" y="1067285"/>
                  </a:lnTo>
                  <a:close/>
                </a:path>
              </a:pathLst>
            </a:custGeom>
            <a:grpFill/>
            <a:ln w="6350" cap="flat">
              <a:solidFill>
                <a:schemeClr val="bg1"/>
              </a:solidFill>
              <a:prstDash val="solid"/>
              <a:miter/>
            </a:ln>
          </p:spPr>
          <p:txBody>
            <a:bodyPr rtlCol="0" anchor="ctr"/>
            <a:lstStyle/>
            <a:p>
              <a:endParaRPr lang="en-US"/>
            </a:p>
          </p:txBody>
        </p:sp>
        <p:sp>
          <p:nvSpPr>
            <p:cNvPr id="132" name="Freeform 911">
              <a:extLst>
                <a:ext uri="{FF2B5EF4-FFF2-40B4-BE49-F238E27FC236}">
                  <a16:creationId xmlns:a16="http://schemas.microsoft.com/office/drawing/2014/main" id="{83EAA4D5-52E1-A4AC-1683-A499D78380E4}"/>
                </a:ext>
              </a:extLst>
            </p:cNvPr>
            <p:cNvSpPr/>
            <p:nvPr/>
          </p:nvSpPr>
          <p:spPr>
            <a:xfrm>
              <a:off x="6199900" y="2603441"/>
              <a:ext cx="992582" cy="636055"/>
            </a:xfrm>
            <a:custGeom>
              <a:avLst/>
              <a:gdLst>
                <a:gd name="connsiteX0" fmla="*/ 1899094 w 1905657"/>
                <a:gd name="connsiteY0" fmla="*/ 1031662 h 1221162"/>
                <a:gd name="connsiteX1" fmla="*/ 1900710 w 1905657"/>
                <a:gd name="connsiteY1" fmla="*/ 1031898 h 1221162"/>
                <a:gd name="connsiteX2" fmla="*/ 1901686 w 1905657"/>
                <a:gd name="connsiteY2" fmla="*/ 1028635 h 1221162"/>
                <a:gd name="connsiteX3" fmla="*/ 1900171 w 1905657"/>
                <a:gd name="connsiteY3" fmla="*/ 1023858 h 1221162"/>
                <a:gd name="connsiteX4" fmla="*/ 1901046 w 1905657"/>
                <a:gd name="connsiteY4" fmla="*/ 1019518 h 1221162"/>
                <a:gd name="connsiteX5" fmla="*/ 1900171 w 1905657"/>
                <a:gd name="connsiteY5" fmla="*/ 1013665 h 1221162"/>
                <a:gd name="connsiteX6" fmla="*/ 1899970 w 1905657"/>
                <a:gd name="connsiteY6" fmla="*/ 1006062 h 1221162"/>
                <a:gd name="connsiteX7" fmla="*/ 1899330 w 1905657"/>
                <a:gd name="connsiteY7" fmla="*/ 1003237 h 1221162"/>
                <a:gd name="connsiteX8" fmla="*/ 1899566 w 1905657"/>
                <a:gd name="connsiteY8" fmla="*/ 998023 h 1221162"/>
                <a:gd name="connsiteX9" fmla="*/ 1899330 w 1905657"/>
                <a:gd name="connsiteY9" fmla="*/ 993246 h 1221162"/>
                <a:gd name="connsiteX10" fmla="*/ 1898253 w 1905657"/>
                <a:gd name="connsiteY10" fmla="*/ 990218 h 1221162"/>
                <a:gd name="connsiteX11" fmla="*/ 1895864 w 1905657"/>
                <a:gd name="connsiteY11" fmla="*/ 990218 h 1221162"/>
                <a:gd name="connsiteX12" fmla="*/ 1893474 w 1905657"/>
                <a:gd name="connsiteY12" fmla="*/ 987292 h 1221162"/>
                <a:gd name="connsiteX13" fmla="*/ 1893037 w 1905657"/>
                <a:gd name="connsiteY13" fmla="*/ 985004 h 1221162"/>
                <a:gd name="connsiteX14" fmla="*/ 1892162 w 1905657"/>
                <a:gd name="connsiteY14" fmla="*/ 978915 h 1221162"/>
                <a:gd name="connsiteX15" fmla="*/ 1892162 w 1905657"/>
                <a:gd name="connsiteY15" fmla="*/ 975450 h 1221162"/>
                <a:gd name="connsiteX16" fmla="*/ 1894215 w 1905657"/>
                <a:gd name="connsiteY16" fmla="*/ 973062 h 1221162"/>
                <a:gd name="connsiteX17" fmla="*/ 1895190 w 1905657"/>
                <a:gd name="connsiteY17" fmla="*/ 972423 h 1221162"/>
                <a:gd name="connsiteX18" fmla="*/ 1897378 w 1905657"/>
                <a:gd name="connsiteY18" fmla="*/ 969799 h 1221162"/>
                <a:gd name="connsiteX19" fmla="*/ 1899128 w 1905657"/>
                <a:gd name="connsiteY19" fmla="*/ 965257 h 1221162"/>
                <a:gd name="connsiteX20" fmla="*/ 1901955 w 1905657"/>
                <a:gd name="connsiteY20" fmla="*/ 960683 h 1221162"/>
                <a:gd name="connsiteX21" fmla="*/ 1905657 w 1905657"/>
                <a:gd name="connsiteY21" fmla="*/ 954796 h 1221162"/>
                <a:gd name="connsiteX22" fmla="*/ 1905455 w 1905657"/>
                <a:gd name="connsiteY22" fmla="*/ 942416 h 1221162"/>
                <a:gd name="connsiteX23" fmla="*/ 1904580 w 1905657"/>
                <a:gd name="connsiteY23" fmla="*/ 934141 h 1221162"/>
                <a:gd name="connsiteX24" fmla="*/ 1903705 w 1905657"/>
                <a:gd name="connsiteY24" fmla="*/ 929129 h 1221162"/>
                <a:gd name="connsiteX25" fmla="*/ 1901080 w 1905657"/>
                <a:gd name="connsiteY25" fmla="*/ 921190 h 1221162"/>
                <a:gd name="connsiteX26" fmla="*/ 1900003 w 1905657"/>
                <a:gd name="connsiteY26" fmla="*/ 916850 h 1221162"/>
                <a:gd name="connsiteX27" fmla="*/ 1899128 w 1905657"/>
                <a:gd name="connsiteY27" fmla="*/ 911098 h 1221162"/>
                <a:gd name="connsiteX28" fmla="*/ 1899128 w 1905657"/>
                <a:gd name="connsiteY28" fmla="*/ 908171 h 1221162"/>
                <a:gd name="connsiteX29" fmla="*/ 1900205 w 1905657"/>
                <a:gd name="connsiteY29" fmla="*/ 905009 h 1221162"/>
                <a:gd name="connsiteX30" fmla="*/ 1901719 w 1905657"/>
                <a:gd name="connsiteY30" fmla="*/ 903159 h 1221162"/>
                <a:gd name="connsiteX31" fmla="*/ 1902696 w 1905657"/>
                <a:gd name="connsiteY31" fmla="*/ 900434 h 1221162"/>
                <a:gd name="connsiteX32" fmla="*/ 1902696 w 1905657"/>
                <a:gd name="connsiteY32" fmla="*/ 896532 h 1221162"/>
                <a:gd name="connsiteX33" fmla="*/ 1903133 w 1905657"/>
                <a:gd name="connsiteY33" fmla="*/ 891856 h 1221162"/>
                <a:gd name="connsiteX34" fmla="*/ 1903470 w 1905657"/>
                <a:gd name="connsiteY34" fmla="*/ 889568 h 1221162"/>
                <a:gd name="connsiteX35" fmla="*/ 1900104 w 1905657"/>
                <a:gd name="connsiteY35" fmla="*/ 885330 h 1221162"/>
                <a:gd name="connsiteX36" fmla="*/ 1900542 w 1905657"/>
                <a:gd name="connsiteY36" fmla="*/ 880889 h 1221162"/>
                <a:gd name="connsiteX37" fmla="*/ 1901417 w 1905657"/>
                <a:gd name="connsiteY37" fmla="*/ 877727 h 1221162"/>
                <a:gd name="connsiteX38" fmla="*/ 1901517 w 1905657"/>
                <a:gd name="connsiteY38" fmla="*/ 874262 h 1221162"/>
                <a:gd name="connsiteX39" fmla="*/ 1901316 w 1905657"/>
                <a:gd name="connsiteY39" fmla="*/ 870898 h 1221162"/>
                <a:gd name="connsiteX40" fmla="*/ 1898825 w 1905657"/>
                <a:gd name="connsiteY40" fmla="*/ 868611 h 1221162"/>
                <a:gd name="connsiteX41" fmla="*/ 1897210 w 1905657"/>
                <a:gd name="connsiteY41" fmla="*/ 866021 h 1221162"/>
                <a:gd name="connsiteX42" fmla="*/ 1897849 w 1905657"/>
                <a:gd name="connsiteY42" fmla="*/ 863969 h 1221162"/>
                <a:gd name="connsiteX43" fmla="*/ 1899364 w 1905657"/>
                <a:gd name="connsiteY43" fmla="*/ 862993 h 1221162"/>
                <a:gd name="connsiteX44" fmla="*/ 1900340 w 1905657"/>
                <a:gd name="connsiteY44" fmla="*/ 862455 h 1221162"/>
                <a:gd name="connsiteX45" fmla="*/ 1902527 w 1905657"/>
                <a:gd name="connsiteY45" fmla="*/ 861479 h 1221162"/>
                <a:gd name="connsiteX46" fmla="*/ 1903503 w 1905657"/>
                <a:gd name="connsiteY46" fmla="*/ 859730 h 1221162"/>
                <a:gd name="connsiteX47" fmla="*/ 1904816 w 1905657"/>
                <a:gd name="connsiteY47" fmla="*/ 857241 h 1221162"/>
                <a:gd name="connsiteX48" fmla="*/ 1905253 w 1905657"/>
                <a:gd name="connsiteY48" fmla="*/ 855290 h 1221162"/>
                <a:gd name="connsiteX49" fmla="*/ 1904917 w 1905657"/>
                <a:gd name="connsiteY49" fmla="*/ 851387 h 1221162"/>
                <a:gd name="connsiteX50" fmla="*/ 1901753 w 1905657"/>
                <a:gd name="connsiteY50" fmla="*/ 848461 h 1221162"/>
                <a:gd name="connsiteX51" fmla="*/ 1899902 w 1905657"/>
                <a:gd name="connsiteY51" fmla="*/ 846711 h 1221162"/>
                <a:gd name="connsiteX52" fmla="*/ 1898926 w 1905657"/>
                <a:gd name="connsiteY52" fmla="*/ 844525 h 1221162"/>
                <a:gd name="connsiteX53" fmla="*/ 1897412 w 1905657"/>
                <a:gd name="connsiteY53" fmla="*/ 842137 h 1221162"/>
                <a:gd name="connsiteX54" fmla="*/ 1895022 w 1905657"/>
                <a:gd name="connsiteY54" fmla="*/ 840623 h 1221162"/>
                <a:gd name="connsiteX55" fmla="*/ 1891421 w 1905657"/>
                <a:gd name="connsiteY55" fmla="*/ 838033 h 1221162"/>
                <a:gd name="connsiteX56" fmla="*/ 1890243 w 1905657"/>
                <a:gd name="connsiteY56" fmla="*/ 836956 h 1221162"/>
                <a:gd name="connsiteX57" fmla="*/ 1889604 w 1905657"/>
                <a:gd name="connsiteY57" fmla="*/ 835980 h 1221162"/>
                <a:gd name="connsiteX58" fmla="*/ 1889806 w 1905657"/>
                <a:gd name="connsiteY58" fmla="*/ 833928 h 1221162"/>
                <a:gd name="connsiteX59" fmla="*/ 1890883 w 1905657"/>
                <a:gd name="connsiteY59" fmla="*/ 832852 h 1221162"/>
                <a:gd name="connsiteX60" fmla="*/ 1892195 w 1905657"/>
                <a:gd name="connsiteY60" fmla="*/ 830901 h 1221162"/>
                <a:gd name="connsiteX61" fmla="*/ 1892195 w 1905657"/>
                <a:gd name="connsiteY61" fmla="*/ 829488 h 1221162"/>
                <a:gd name="connsiteX62" fmla="*/ 1892195 w 1905657"/>
                <a:gd name="connsiteY62" fmla="*/ 826461 h 1221162"/>
                <a:gd name="connsiteX63" fmla="*/ 1891859 w 1905657"/>
                <a:gd name="connsiteY63" fmla="*/ 822996 h 1221162"/>
                <a:gd name="connsiteX64" fmla="*/ 1889133 w 1905657"/>
                <a:gd name="connsiteY64" fmla="*/ 821919 h 1221162"/>
                <a:gd name="connsiteX65" fmla="*/ 1887181 w 1905657"/>
                <a:gd name="connsiteY65" fmla="*/ 819194 h 1221162"/>
                <a:gd name="connsiteX66" fmla="*/ 1886979 w 1905657"/>
                <a:gd name="connsiteY66" fmla="*/ 817378 h 1221162"/>
                <a:gd name="connsiteX67" fmla="*/ 1886979 w 1905657"/>
                <a:gd name="connsiteY67" fmla="*/ 815628 h 1221162"/>
                <a:gd name="connsiteX68" fmla="*/ 1886810 w 1905657"/>
                <a:gd name="connsiteY68" fmla="*/ 813677 h 1221162"/>
                <a:gd name="connsiteX69" fmla="*/ 1885330 w 1905657"/>
                <a:gd name="connsiteY69" fmla="*/ 809439 h 1221162"/>
                <a:gd name="connsiteX70" fmla="*/ 1885330 w 1905657"/>
                <a:gd name="connsiteY70" fmla="*/ 809002 h 1221162"/>
                <a:gd name="connsiteX71" fmla="*/ 1882065 w 1905657"/>
                <a:gd name="connsiteY71" fmla="*/ 806815 h 1221162"/>
                <a:gd name="connsiteX72" fmla="*/ 1880854 w 1905657"/>
                <a:gd name="connsiteY72" fmla="*/ 806041 h 1221162"/>
                <a:gd name="connsiteX73" fmla="*/ 1879979 w 1905657"/>
                <a:gd name="connsiteY73" fmla="*/ 806041 h 1221162"/>
                <a:gd name="connsiteX74" fmla="*/ 1875536 w 1905657"/>
                <a:gd name="connsiteY74" fmla="*/ 802173 h 1221162"/>
                <a:gd name="connsiteX75" fmla="*/ 1876176 w 1905657"/>
                <a:gd name="connsiteY75" fmla="*/ 798405 h 1221162"/>
                <a:gd name="connsiteX76" fmla="*/ 1877488 w 1905657"/>
                <a:gd name="connsiteY76" fmla="*/ 795478 h 1221162"/>
                <a:gd name="connsiteX77" fmla="*/ 1879541 w 1905657"/>
                <a:gd name="connsiteY77" fmla="*/ 792316 h 1221162"/>
                <a:gd name="connsiteX78" fmla="*/ 1879104 w 1905657"/>
                <a:gd name="connsiteY78" fmla="*/ 788179 h 1221162"/>
                <a:gd name="connsiteX79" fmla="*/ 1879878 w 1905657"/>
                <a:gd name="connsiteY79" fmla="*/ 786867 h 1221162"/>
                <a:gd name="connsiteX80" fmla="*/ 1880955 w 1905657"/>
                <a:gd name="connsiteY80" fmla="*/ 786093 h 1221162"/>
                <a:gd name="connsiteX81" fmla="*/ 1883883 w 1905657"/>
                <a:gd name="connsiteY81" fmla="*/ 785857 h 1221162"/>
                <a:gd name="connsiteX82" fmla="*/ 1885498 w 1905657"/>
                <a:gd name="connsiteY82" fmla="*/ 786631 h 1221162"/>
                <a:gd name="connsiteX83" fmla="*/ 1888224 w 1905657"/>
                <a:gd name="connsiteY83" fmla="*/ 788683 h 1221162"/>
                <a:gd name="connsiteX84" fmla="*/ 1890849 w 1905657"/>
                <a:gd name="connsiteY84" fmla="*/ 790533 h 1221162"/>
                <a:gd name="connsiteX85" fmla="*/ 1891724 w 1905657"/>
                <a:gd name="connsiteY85" fmla="*/ 791711 h 1221162"/>
                <a:gd name="connsiteX86" fmla="*/ 1894652 w 1905657"/>
                <a:gd name="connsiteY86" fmla="*/ 792249 h 1221162"/>
                <a:gd name="connsiteX87" fmla="*/ 1896402 w 1905657"/>
                <a:gd name="connsiteY87" fmla="*/ 791711 h 1221162"/>
                <a:gd name="connsiteX88" fmla="*/ 1897715 w 1905657"/>
                <a:gd name="connsiteY88" fmla="*/ 789861 h 1221162"/>
                <a:gd name="connsiteX89" fmla="*/ 1899128 w 1905657"/>
                <a:gd name="connsiteY89" fmla="*/ 788683 h 1221162"/>
                <a:gd name="connsiteX90" fmla="*/ 1900542 w 1905657"/>
                <a:gd name="connsiteY90" fmla="*/ 787808 h 1221162"/>
                <a:gd name="connsiteX91" fmla="*/ 1901517 w 1905657"/>
                <a:gd name="connsiteY91" fmla="*/ 787270 h 1221162"/>
                <a:gd name="connsiteX92" fmla="*/ 1903705 w 1905657"/>
                <a:gd name="connsiteY92" fmla="*/ 785218 h 1221162"/>
                <a:gd name="connsiteX93" fmla="*/ 1904042 w 1905657"/>
                <a:gd name="connsiteY93" fmla="*/ 783805 h 1221162"/>
                <a:gd name="connsiteX94" fmla="*/ 1904378 w 1905657"/>
                <a:gd name="connsiteY94" fmla="*/ 782493 h 1221162"/>
                <a:gd name="connsiteX95" fmla="*/ 1904378 w 1905657"/>
                <a:gd name="connsiteY95" fmla="*/ 780408 h 1221162"/>
                <a:gd name="connsiteX96" fmla="*/ 1903301 w 1905657"/>
                <a:gd name="connsiteY96" fmla="*/ 778558 h 1221162"/>
                <a:gd name="connsiteX97" fmla="*/ 1899599 w 1905657"/>
                <a:gd name="connsiteY97" fmla="*/ 773680 h 1221162"/>
                <a:gd name="connsiteX98" fmla="*/ 1896974 w 1905657"/>
                <a:gd name="connsiteY98" fmla="*/ 769643 h 1221162"/>
                <a:gd name="connsiteX99" fmla="*/ 1891657 w 1905657"/>
                <a:gd name="connsiteY99" fmla="*/ 765943 h 1221162"/>
                <a:gd name="connsiteX100" fmla="*/ 1887416 w 1905657"/>
                <a:gd name="connsiteY100" fmla="*/ 761603 h 1221162"/>
                <a:gd name="connsiteX101" fmla="*/ 1884051 w 1905657"/>
                <a:gd name="connsiteY101" fmla="*/ 759316 h 1221162"/>
                <a:gd name="connsiteX102" fmla="*/ 1882974 w 1905657"/>
                <a:gd name="connsiteY102" fmla="*/ 758105 h 1221162"/>
                <a:gd name="connsiteX103" fmla="*/ 1879810 w 1905657"/>
                <a:gd name="connsiteY103" fmla="*/ 754068 h 1221162"/>
                <a:gd name="connsiteX104" fmla="*/ 1876647 w 1905657"/>
                <a:gd name="connsiteY104" fmla="*/ 750469 h 1221162"/>
                <a:gd name="connsiteX105" fmla="*/ 1874796 w 1905657"/>
                <a:gd name="connsiteY105" fmla="*/ 747643 h 1221162"/>
                <a:gd name="connsiteX106" fmla="*/ 1874796 w 1905657"/>
                <a:gd name="connsiteY106" fmla="*/ 744043 h 1221162"/>
                <a:gd name="connsiteX107" fmla="*/ 1874796 w 1905657"/>
                <a:gd name="connsiteY107" fmla="*/ 740679 h 1221162"/>
                <a:gd name="connsiteX108" fmla="*/ 1874796 w 1905657"/>
                <a:gd name="connsiteY108" fmla="*/ 739805 h 1221162"/>
                <a:gd name="connsiteX109" fmla="*/ 1872238 w 1905657"/>
                <a:gd name="connsiteY109" fmla="*/ 737618 h 1221162"/>
                <a:gd name="connsiteX110" fmla="*/ 1870454 w 1905657"/>
                <a:gd name="connsiteY110" fmla="*/ 734591 h 1221162"/>
                <a:gd name="connsiteX111" fmla="*/ 1870017 w 1905657"/>
                <a:gd name="connsiteY111" fmla="*/ 734591 h 1221162"/>
                <a:gd name="connsiteX112" fmla="*/ 1866449 w 1905657"/>
                <a:gd name="connsiteY112" fmla="*/ 732572 h 1221162"/>
                <a:gd name="connsiteX113" fmla="*/ 1867325 w 1905657"/>
                <a:gd name="connsiteY113" fmla="*/ 728704 h 1221162"/>
                <a:gd name="connsiteX114" fmla="*/ 1865709 w 1905657"/>
                <a:gd name="connsiteY114" fmla="*/ 726416 h 1221162"/>
                <a:gd name="connsiteX115" fmla="*/ 1865070 w 1905657"/>
                <a:gd name="connsiteY115" fmla="*/ 724902 h 1221162"/>
                <a:gd name="connsiteX116" fmla="*/ 1863219 w 1905657"/>
                <a:gd name="connsiteY116" fmla="*/ 722178 h 1221162"/>
                <a:gd name="connsiteX117" fmla="*/ 1862445 w 1905657"/>
                <a:gd name="connsiteY117" fmla="*/ 721202 h 1221162"/>
                <a:gd name="connsiteX118" fmla="*/ 1861031 w 1905657"/>
                <a:gd name="connsiteY118" fmla="*/ 719150 h 1221162"/>
                <a:gd name="connsiteX119" fmla="*/ 1861805 w 1905657"/>
                <a:gd name="connsiteY119" fmla="*/ 718275 h 1221162"/>
                <a:gd name="connsiteX120" fmla="*/ 1863993 w 1905657"/>
                <a:gd name="connsiteY120" fmla="*/ 717199 h 1221162"/>
                <a:gd name="connsiteX121" fmla="*/ 1865305 w 1905657"/>
                <a:gd name="connsiteY121" fmla="*/ 716122 h 1221162"/>
                <a:gd name="connsiteX122" fmla="*/ 1866180 w 1905657"/>
                <a:gd name="connsiteY122" fmla="*/ 713398 h 1221162"/>
                <a:gd name="connsiteX123" fmla="*/ 1866820 w 1905657"/>
                <a:gd name="connsiteY123" fmla="*/ 710471 h 1221162"/>
                <a:gd name="connsiteX124" fmla="*/ 1866719 w 1905657"/>
                <a:gd name="connsiteY124" fmla="*/ 706670 h 1221162"/>
                <a:gd name="connsiteX125" fmla="*/ 1866180 w 1905657"/>
                <a:gd name="connsiteY125" fmla="*/ 705358 h 1221162"/>
                <a:gd name="connsiteX126" fmla="*/ 1862478 w 1905657"/>
                <a:gd name="connsiteY126" fmla="*/ 701657 h 1221162"/>
                <a:gd name="connsiteX127" fmla="*/ 1857161 w 1905657"/>
                <a:gd name="connsiteY127" fmla="*/ 695030 h 1221162"/>
                <a:gd name="connsiteX128" fmla="*/ 1855310 w 1905657"/>
                <a:gd name="connsiteY128" fmla="*/ 691229 h 1221162"/>
                <a:gd name="connsiteX129" fmla="*/ 1854435 w 1905657"/>
                <a:gd name="connsiteY129" fmla="*/ 685813 h 1221162"/>
                <a:gd name="connsiteX130" fmla="*/ 1851507 w 1905657"/>
                <a:gd name="connsiteY130" fmla="*/ 680935 h 1221162"/>
                <a:gd name="connsiteX131" fmla="*/ 1850632 w 1905657"/>
                <a:gd name="connsiteY131" fmla="*/ 675082 h 1221162"/>
                <a:gd name="connsiteX132" fmla="*/ 1850194 w 1905657"/>
                <a:gd name="connsiteY132" fmla="*/ 669868 h 1221162"/>
                <a:gd name="connsiteX133" fmla="*/ 1849757 w 1905657"/>
                <a:gd name="connsiteY133" fmla="*/ 663241 h 1221162"/>
                <a:gd name="connsiteX134" fmla="*/ 1847165 w 1905657"/>
                <a:gd name="connsiteY134" fmla="*/ 661391 h 1221162"/>
                <a:gd name="connsiteX135" fmla="*/ 1843901 w 1905657"/>
                <a:gd name="connsiteY135" fmla="*/ 657791 h 1221162"/>
                <a:gd name="connsiteX136" fmla="*/ 1839223 w 1905657"/>
                <a:gd name="connsiteY136" fmla="*/ 654091 h 1221162"/>
                <a:gd name="connsiteX137" fmla="*/ 1838011 w 1905657"/>
                <a:gd name="connsiteY137" fmla="*/ 652678 h 1221162"/>
                <a:gd name="connsiteX138" fmla="*/ 1832155 w 1905657"/>
                <a:gd name="connsiteY138" fmla="*/ 651366 h 1221162"/>
                <a:gd name="connsiteX139" fmla="*/ 1827477 w 1905657"/>
                <a:gd name="connsiteY139" fmla="*/ 651265 h 1221162"/>
                <a:gd name="connsiteX140" fmla="*/ 1825862 w 1905657"/>
                <a:gd name="connsiteY140" fmla="*/ 648675 h 1221162"/>
                <a:gd name="connsiteX141" fmla="*/ 1825223 w 1905657"/>
                <a:gd name="connsiteY141" fmla="*/ 647800 h 1221162"/>
                <a:gd name="connsiteX142" fmla="*/ 1821857 w 1905657"/>
                <a:gd name="connsiteY142" fmla="*/ 646051 h 1221162"/>
                <a:gd name="connsiteX143" fmla="*/ 1817179 w 1905657"/>
                <a:gd name="connsiteY143" fmla="*/ 643225 h 1221162"/>
                <a:gd name="connsiteX144" fmla="*/ 1811862 w 1905657"/>
                <a:gd name="connsiteY144" fmla="*/ 639962 h 1221162"/>
                <a:gd name="connsiteX145" fmla="*/ 1808160 w 1905657"/>
                <a:gd name="connsiteY145" fmla="*/ 641005 h 1221162"/>
                <a:gd name="connsiteX146" fmla="*/ 1804592 w 1905657"/>
                <a:gd name="connsiteY146" fmla="*/ 642519 h 1221162"/>
                <a:gd name="connsiteX147" fmla="*/ 1800015 w 1905657"/>
                <a:gd name="connsiteY147" fmla="*/ 643024 h 1221162"/>
                <a:gd name="connsiteX148" fmla="*/ 1796179 w 1905657"/>
                <a:gd name="connsiteY148" fmla="*/ 642956 h 1221162"/>
                <a:gd name="connsiteX149" fmla="*/ 1792477 w 1905657"/>
                <a:gd name="connsiteY149" fmla="*/ 641072 h 1221162"/>
                <a:gd name="connsiteX150" fmla="*/ 1789650 w 1905657"/>
                <a:gd name="connsiteY150" fmla="*/ 639559 h 1221162"/>
                <a:gd name="connsiteX151" fmla="*/ 1785948 w 1905657"/>
                <a:gd name="connsiteY151" fmla="*/ 636968 h 1221162"/>
                <a:gd name="connsiteX152" fmla="*/ 1784130 w 1905657"/>
                <a:gd name="connsiteY152" fmla="*/ 635791 h 1221162"/>
                <a:gd name="connsiteX153" fmla="*/ 1778712 w 1905657"/>
                <a:gd name="connsiteY153" fmla="*/ 634782 h 1221162"/>
                <a:gd name="connsiteX154" fmla="*/ 1776188 w 1905657"/>
                <a:gd name="connsiteY154" fmla="*/ 635791 h 1221162"/>
                <a:gd name="connsiteX155" fmla="*/ 1773058 w 1905657"/>
                <a:gd name="connsiteY155" fmla="*/ 638045 h 1221162"/>
                <a:gd name="connsiteX156" fmla="*/ 1771039 w 1905657"/>
                <a:gd name="connsiteY156" fmla="*/ 640871 h 1221162"/>
                <a:gd name="connsiteX157" fmla="*/ 1769726 w 1905657"/>
                <a:gd name="connsiteY157" fmla="*/ 642754 h 1221162"/>
                <a:gd name="connsiteX158" fmla="*/ 1770096 w 1905657"/>
                <a:gd name="connsiteY158" fmla="*/ 646017 h 1221162"/>
                <a:gd name="connsiteX159" fmla="*/ 1771106 w 1905657"/>
                <a:gd name="connsiteY159" fmla="*/ 647262 h 1221162"/>
                <a:gd name="connsiteX160" fmla="*/ 1773798 w 1905657"/>
                <a:gd name="connsiteY160" fmla="*/ 650391 h 1221162"/>
                <a:gd name="connsiteX161" fmla="*/ 1774101 w 1905657"/>
                <a:gd name="connsiteY161" fmla="*/ 652712 h 1221162"/>
                <a:gd name="connsiteX162" fmla="*/ 1773664 w 1905657"/>
                <a:gd name="connsiteY162" fmla="*/ 653351 h 1221162"/>
                <a:gd name="connsiteX163" fmla="*/ 1772520 w 1905657"/>
                <a:gd name="connsiteY163" fmla="*/ 654495 h 1221162"/>
                <a:gd name="connsiteX164" fmla="*/ 1772587 w 1905657"/>
                <a:gd name="connsiteY164" fmla="*/ 655302 h 1221162"/>
                <a:gd name="connsiteX165" fmla="*/ 1774101 w 1905657"/>
                <a:gd name="connsiteY165" fmla="*/ 657690 h 1221162"/>
                <a:gd name="connsiteX166" fmla="*/ 1773294 w 1905657"/>
                <a:gd name="connsiteY166" fmla="*/ 660449 h 1221162"/>
                <a:gd name="connsiteX167" fmla="*/ 1771544 w 1905657"/>
                <a:gd name="connsiteY167" fmla="*/ 661458 h 1221162"/>
                <a:gd name="connsiteX168" fmla="*/ 1768077 w 1905657"/>
                <a:gd name="connsiteY168" fmla="*/ 664216 h 1221162"/>
                <a:gd name="connsiteX169" fmla="*/ 1764611 w 1905657"/>
                <a:gd name="connsiteY169" fmla="*/ 667110 h 1221162"/>
                <a:gd name="connsiteX170" fmla="*/ 1762591 w 1905657"/>
                <a:gd name="connsiteY170" fmla="*/ 669128 h 1221162"/>
                <a:gd name="connsiteX171" fmla="*/ 1761010 w 1905657"/>
                <a:gd name="connsiteY171" fmla="*/ 672593 h 1221162"/>
                <a:gd name="connsiteX172" fmla="*/ 1760135 w 1905657"/>
                <a:gd name="connsiteY172" fmla="*/ 674611 h 1221162"/>
                <a:gd name="connsiteX173" fmla="*/ 1760135 w 1905657"/>
                <a:gd name="connsiteY173" fmla="*/ 678513 h 1221162"/>
                <a:gd name="connsiteX174" fmla="*/ 1759327 w 1905657"/>
                <a:gd name="connsiteY174" fmla="*/ 681642 h 1221162"/>
                <a:gd name="connsiteX175" fmla="*/ 1756567 w 1905657"/>
                <a:gd name="connsiteY175" fmla="*/ 685039 h 1221162"/>
                <a:gd name="connsiteX176" fmla="*/ 1755322 w 1905657"/>
                <a:gd name="connsiteY176" fmla="*/ 684468 h 1221162"/>
                <a:gd name="connsiteX177" fmla="*/ 1753067 w 1905657"/>
                <a:gd name="connsiteY177" fmla="*/ 682281 h 1221162"/>
                <a:gd name="connsiteX178" fmla="*/ 1751822 w 1905657"/>
                <a:gd name="connsiteY178" fmla="*/ 682416 h 1221162"/>
                <a:gd name="connsiteX179" fmla="*/ 1750173 w 1905657"/>
                <a:gd name="connsiteY179" fmla="*/ 684165 h 1221162"/>
                <a:gd name="connsiteX180" fmla="*/ 1750678 w 1905657"/>
                <a:gd name="connsiteY180" fmla="*/ 688000 h 1221162"/>
                <a:gd name="connsiteX181" fmla="*/ 1750307 w 1905657"/>
                <a:gd name="connsiteY181" fmla="*/ 690085 h 1221162"/>
                <a:gd name="connsiteX182" fmla="*/ 1743846 w 1905657"/>
                <a:gd name="connsiteY182" fmla="*/ 690287 h 1221162"/>
                <a:gd name="connsiteX183" fmla="*/ 1740009 w 1905657"/>
                <a:gd name="connsiteY183" fmla="*/ 688706 h 1221162"/>
                <a:gd name="connsiteX184" fmla="*/ 1737754 w 1905657"/>
                <a:gd name="connsiteY184" fmla="*/ 686318 h 1221162"/>
                <a:gd name="connsiteX185" fmla="*/ 1733850 w 1905657"/>
                <a:gd name="connsiteY185" fmla="*/ 684434 h 1221162"/>
                <a:gd name="connsiteX186" fmla="*/ 1732706 w 1905657"/>
                <a:gd name="connsiteY186" fmla="*/ 683357 h 1221162"/>
                <a:gd name="connsiteX187" fmla="*/ 1729812 w 1905657"/>
                <a:gd name="connsiteY187" fmla="*/ 683156 h 1221162"/>
                <a:gd name="connsiteX188" fmla="*/ 1728567 w 1905657"/>
                <a:gd name="connsiteY188" fmla="*/ 684232 h 1221162"/>
                <a:gd name="connsiteX189" fmla="*/ 1726682 w 1905657"/>
                <a:gd name="connsiteY189" fmla="*/ 686486 h 1221162"/>
                <a:gd name="connsiteX190" fmla="*/ 1725605 w 1905657"/>
                <a:gd name="connsiteY190" fmla="*/ 688740 h 1221162"/>
                <a:gd name="connsiteX191" fmla="*/ 1721701 w 1905657"/>
                <a:gd name="connsiteY191" fmla="*/ 689480 h 1221162"/>
                <a:gd name="connsiteX192" fmla="*/ 1717797 w 1905657"/>
                <a:gd name="connsiteY192" fmla="*/ 688033 h 1221162"/>
                <a:gd name="connsiteX193" fmla="*/ 1713389 w 1905657"/>
                <a:gd name="connsiteY193" fmla="*/ 686351 h 1221162"/>
                <a:gd name="connsiteX194" fmla="*/ 1709047 w 1905657"/>
                <a:gd name="connsiteY194" fmla="*/ 684905 h 1221162"/>
                <a:gd name="connsiteX195" fmla="*/ 1707970 w 1905657"/>
                <a:gd name="connsiteY195" fmla="*/ 687495 h 1221162"/>
                <a:gd name="connsiteX196" fmla="*/ 1704504 w 1905657"/>
                <a:gd name="connsiteY196" fmla="*/ 691700 h 1221162"/>
                <a:gd name="connsiteX197" fmla="*/ 1704806 w 1905657"/>
                <a:gd name="connsiteY197" fmla="*/ 694391 h 1221162"/>
                <a:gd name="connsiteX198" fmla="*/ 1707331 w 1905657"/>
                <a:gd name="connsiteY198" fmla="*/ 697722 h 1221162"/>
                <a:gd name="connsiteX199" fmla="*/ 1708071 w 1905657"/>
                <a:gd name="connsiteY199" fmla="*/ 701186 h 1221162"/>
                <a:gd name="connsiteX200" fmla="*/ 1707432 w 1905657"/>
                <a:gd name="connsiteY200" fmla="*/ 702868 h 1221162"/>
                <a:gd name="connsiteX201" fmla="*/ 1703965 w 1905657"/>
                <a:gd name="connsiteY201" fmla="*/ 706131 h 1221162"/>
                <a:gd name="connsiteX202" fmla="*/ 1703393 w 1905657"/>
                <a:gd name="connsiteY202" fmla="*/ 708587 h 1221162"/>
                <a:gd name="connsiteX203" fmla="*/ 1703595 w 1905657"/>
                <a:gd name="connsiteY203" fmla="*/ 711480 h 1221162"/>
                <a:gd name="connsiteX204" fmla="*/ 1706725 w 1905657"/>
                <a:gd name="connsiteY204" fmla="*/ 714239 h 1221162"/>
                <a:gd name="connsiteX205" fmla="*/ 1710023 w 1905657"/>
                <a:gd name="connsiteY205" fmla="*/ 717165 h 1221162"/>
                <a:gd name="connsiteX206" fmla="*/ 1711941 w 1905657"/>
                <a:gd name="connsiteY206" fmla="*/ 721505 h 1221162"/>
                <a:gd name="connsiteX207" fmla="*/ 1710158 w 1905657"/>
                <a:gd name="connsiteY207" fmla="*/ 724095 h 1221162"/>
                <a:gd name="connsiteX208" fmla="*/ 1707263 w 1905657"/>
                <a:gd name="connsiteY208" fmla="*/ 726315 h 1221162"/>
                <a:gd name="connsiteX209" fmla="*/ 1702518 w 1905657"/>
                <a:gd name="connsiteY209" fmla="*/ 724566 h 1221162"/>
                <a:gd name="connsiteX210" fmla="*/ 1700229 w 1905657"/>
                <a:gd name="connsiteY210" fmla="*/ 723489 h 1221162"/>
                <a:gd name="connsiteX211" fmla="*/ 1697907 w 1905657"/>
                <a:gd name="connsiteY211" fmla="*/ 721538 h 1221162"/>
                <a:gd name="connsiteX212" fmla="*/ 1695451 w 1905657"/>
                <a:gd name="connsiteY212" fmla="*/ 719957 h 1221162"/>
                <a:gd name="connsiteX213" fmla="*/ 1692523 w 1905657"/>
                <a:gd name="connsiteY213" fmla="*/ 717334 h 1221162"/>
                <a:gd name="connsiteX214" fmla="*/ 1689797 w 1905657"/>
                <a:gd name="connsiteY214" fmla="*/ 716963 h 1221162"/>
                <a:gd name="connsiteX215" fmla="*/ 1688047 w 1905657"/>
                <a:gd name="connsiteY215" fmla="*/ 715719 h 1221162"/>
                <a:gd name="connsiteX216" fmla="*/ 1683032 w 1905657"/>
                <a:gd name="connsiteY216" fmla="*/ 715012 h 1221162"/>
                <a:gd name="connsiteX217" fmla="*/ 1679767 w 1905657"/>
                <a:gd name="connsiteY217" fmla="*/ 712288 h 1221162"/>
                <a:gd name="connsiteX218" fmla="*/ 1677210 w 1905657"/>
                <a:gd name="connsiteY218" fmla="*/ 707511 h 1221162"/>
                <a:gd name="connsiteX219" fmla="*/ 1675258 w 1905657"/>
                <a:gd name="connsiteY219" fmla="*/ 704348 h 1221162"/>
                <a:gd name="connsiteX220" fmla="*/ 1670378 w 1905657"/>
                <a:gd name="connsiteY220" fmla="*/ 700177 h 1221162"/>
                <a:gd name="connsiteX221" fmla="*/ 1667618 w 1905657"/>
                <a:gd name="connsiteY221" fmla="*/ 697183 h 1221162"/>
                <a:gd name="connsiteX222" fmla="*/ 1666137 w 1905657"/>
                <a:gd name="connsiteY222" fmla="*/ 695602 h 1221162"/>
                <a:gd name="connsiteX223" fmla="*/ 1662940 w 1905657"/>
                <a:gd name="connsiteY223" fmla="*/ 693685 h 1221162"/>
                <a:gd name="connsiteX224" fmla="*/ 1661157 w 1905657"/>
                <a:gd name="connsiteY224" fmla="*/ 693416 h 1221162"/>
                <a:gd name="connsiteX225" fmla="*/ 1659373 w 1905657"/>
                <a:gd name="connsiteY225" fmla="*/ 693584 h 1221162"/>
                <a:gd name="connsiteX226" fmla="*/ 1656108 w 1905657"/>
                <a:gd name="connsiteY226" fmla="*/ 694492 h 1221162"/>
                <a:gd name="connsiteX227" fmla="*/ 1653786 w 1905657"/>
                <a:gd name="connsiteY227" fmla="*/ 696174 h 1221162"/>
                <a:gd name="connsiteX228" fmla="*/ 1651228 w 1905657"/>
                <a:gd name="connsiteY228" fmla="*/ 698832 h 1221162"/>
                <a:gd name="connsiteX229" fmla="*/ 1649344 w 1905657"/>
                <a:gd name="connsiteY229" fmla="*/ 700783 h 1221162"/>
                <a:gd name="connsiteX230" fmla="*/ 1647863 w 1905657"/>
                <a:gd name="connsiteY230" fmla="*/ 703507 h 1221162"/>
                <a:gd name="connsiteX231" fmla="*/ 1647762 w 1905657"/>
                <a:gd name="connsiteY231" fmla="*/ 704651 h 1221162"/>
                <a:gd name="connsiteX232" fmla="*/ 1648906 w 1905657"/>
                <a:gd name="connsiteY232" fmla="*/ 707914 h 1221162"/>
                <a:gd name="connsiteX233" fmla="*/ 1650252 w 1905657"/>
                <a:gd name="connsiteY233" fmla="*/ 709697 h 1221162"/>
                <a:gd name="connsiteX234" fmla="*/ 1651565 w 1905657"/>
                <a:gd name="connsiteY234" fmla="*/ 711144 h 1221162"/>
                <a:gd name="connsiteX235" fmla="*/ 1652978 w 1905657"/>
                <a:gd name="connsiteY235" fmla="*/ 713229 h 1221162"/>
                <a:gd name="connsiteX236" fmla="*/ 1654931 w 1905657"/>
                <a:gd name="connsiteY236" fmla="*/ 716425 h 1221162"/>
                <a:gd name="connsiteX237" fmla="*/ 1655974 w 1905657"/>
                <a:gd name="connsiteY237" fmla="*/ 718040 h 1221162"/>
                <a:gd name="connsiteX238" fmla="*/ 1656781 w 1905657"/>
                <a:gd name="connsiteY238" fmla="*/ 720529 h 1221162"/>
                <a:gd name="connsiteX239" fmla="*/ 1657387 w 1905657"/>
                <a:gd name="connsiteY239" fmla="*/ 722716 h 1221162"/>
                <a:gd name="connsiteX240" fmla="*/ 1657993 w 1905657"/>
                <a:gd name="connsiteY240" fmla="*/ 723960 h 1221162"/>
                <a:gd name="connsiteX241" fmla="*/ 1658767 w 1905657"/>
                <a:gd name="connsiteY241" fmla="*/ 726248 h 1221162"/>
                <a:gd name="connsiteX242" fmla="*/ 1659036 w 1905657"/>
                <a:gd name="connsiteY242" fmla="*/ 729276 h 1221162"/>
                <a:gd name="connsiteX243" fmla="*/ 1659036 w 1905657"/>
                <a:gd name="connsiteY243" fmla="*/ 731664 h 1221162"/>
                <a:gd name="connsiteX244" fmla="*/ 1658229 w 1905657"/>
                <a:gd name="connsiteY244" fmla="*/ 733178 h 1221162"/>
                <a:gd name="connsiteX245" fmla="*/ 1653281 w 1905657"/>
                <a:gd name="connsiteY245" fmla="*/ 732740 h 1221162"/>
                <a:gd name="connsiteX246" fmla="*/ 1650892 w 1905657"/>
                <a:gd name="connsiteY246" fmla="*/ 732740 h 1221162"/>
                <a:gd name="connsiteX247" fmla="*/ 1649276 w 1905657"/>
                <a:gd name="connsiteY247" fmla="*/ 732370 h 1221162"/>
                <a:gd name="connsiteX248" fmla="*/ 1647223 w 1905657"/>
                <a:gd name="connsiteY248" fmla="*/ 729545 h 1221162"/>
                <a:gd name="connsiteX249" fmla="*/ 1645978 w 1905657"/>
                <a:gd name="connsiteY249" fmla="*/ 727964 h 1221162"/>
                <a:gd name="connsiteX250" fmla="*/ 1645474 w 1905657"/>
                <a:gd name="connsiteY250" fmla="*/ 726652 h 1221162"/>
                <a:gd name="connsiteX251" fmla="*/ 1645474 w 1905657"/>
                <a:gd name="connsiteY251" fmla="*/ 725407 h 1221162"/>
                <a:gd name="connsiteX252" fmla="*/ 1645978 w 1905657"/>
                <a:gd name="connsiteY252" fmla="*/ 721505 h 1221162"/>
                <a:gd name="connsiteX253" fmla="*/ 1645036 w 1905657"/>
                <a:gd name="connsiteY253" fmla="*/ 719991 h 1221162"/>
                <a:gd name="connsiteX254" fmla="*/ 1641771 w 1905657"/>
                <a:gd name="connsiteY254" fmla="*/ 718376 h 1221162"/>
                <a:gd name="connsiteX255" fmla="*/ 1635747 w 1905657"/>
                <a:gd name="connsiteY255" fmla="*/ 715349 h 1221162"/>
                <a:gd name="connsiteX256" fmla="*/ 1633492 w 1905657"/>
                <a:gd name="connsiteY256" fmla="*/ 712893 h 1221162"/>
                <a:gd name="connsiteX257" fmla="*/ 1631103 w 1905657"/>
                <a:gd name="connsiteY257" fmla="*/ 711076 h 1221162"/>
                <a:gd name="connsiteX258" fmla="*/ 1627334 w 1905657"/>
                <a:gd name="connsiteY258" fmla="*/ 709193 h 1221162"/>
                <a:gd name="connsiteX259" fmla="*/ 1626189 w 1905657"/>
                <a:gd name="connsiteY259" fmla="*/ 709125 h 1221162"/>
                <a:gd name="connsiteX260" fmla="*/ 1624507 w 1905657"/>
                <a:gd name="connsiteY260" fmla="*/ 711076 h 1221162"/>
                <a:gd name="connsiteX261" fmla="*/ 1622689 w 1905657"/>
                <a:gd name="connsiteY261" fmla="*/ 710942 h 1221162"/>
                <a:gd name="connsiteX262" fmla="*/ 1621545 w 1905657"/>
                <a:gd name="connsiteY262" fmla="*/ 709933 h 1221162"/>
                <a:gd name="connsiteX263" fmla="*/ 1620300 w 1905657"/>
                <a:gd name="connsiteY263" fmla="*/ 709865 h 1221162"/>
                <a:gd name="connsiteX264" fmla="*/ 1618516 w 1905657"/>
                <a:gd name="connsiteY264" fmla="*/ 710168 h 1221162"/>
                <a:gd name="connsiteX265" fmla="*/ 1616699 w 1905657"/>
                <a:gd name="connsiteY265" fmla="*/ 710168 h 1221162"/>
                <a:gd name="connsiteX266" fmla="*/ 1615824 w 1905657"/>
                <a:gd name="connsiteY266" fmla="*/ 711110 h 1221162"/>
                <a:gd name="connsiteX267" fmla="*/ 1615016 w 1905657"/>
                <a:gd name="connsiteY267" fmla="*/ 712624 h 1221162"/>
                <a:gd name="connsiteX268" fmla="*/ 1613569 w 1905657"/>
                <a:gd name="connsiteY268" fmla="*/ 713768 h 1221162"/>
                <a:gd name="connsiteX269" fmla="*/ 1611684 w 1905657"/>
                <a:gd name="connsiteY269" fmla="*/ 713768 h 1221162"/>
                <a:gd name="connsiteX270" fmla="*/ 1610742 w 1905657"/>
                <a:gd name="connsiteY270" fmla="*/ 713061 h 1221162"/>
                <a:gd name="connsiteX271" fmla="*/ 1610103 w 1905657"/>
                <a:gd name="connsiteY271" fmla="*/ 711917 h 1221162"/>
                <a:gd name="connsiteX272" fmla="*/ 1610103 w 1905657"/>
                <a:gd name="connsiteY272" fmla="*/ 710471 h 1221162"/>
                <a:gd name="connsiteX273" fmla="*/ 1609295 w 1905657"/>
                <a:gd name="connsiteY273" fmla="*/ 707881 h 1221162"/>
                <a:gd name="connsiteX274" fmla="*/ 1608285 w 1905657"/>
                <a:gd name="connsiteY274" fmla="*/ 706300 h 1221162"/>
                <a:gd name="connsiteX275" fmla="*/ 1606098 w 1905657"/>
                <a:gd name="connsiteY275" fmla="*/ 704853 h 1221162"/>
                <a:gd name="connsiteX276" fmla="*/ 1604583 w 1905657"/>
                <a:gd name="connsiteY276" fmla="*/ 704281 h 1221162"/>
                <a:gd name="connsiteX277" fmla="*/ 1603708 w 1905657"/>
                <a:gd name="connsiteY277" fmla="*/ 702398 h 1221162"/>
                <a:gd name="connsiteX278" fmla="*/ 1603708 w 1905657"/>
                <a:gd name="connsiteY278" fmla="*/ 702465 h 1221162"/>
                <a:gd name="connsiteX279" fmla="*/ 1601958 w 1905657"/>
                <a:gd name="connsiteY279" fmla="*/ 700648 h 1221162"/>
                <a:gd name="connsiteX280" fmla="*/ 1601958 w 1905657"/>
                <a:gd name="connsiteY280" fmla="*/ 699908 h 1221162"/>
                <a:gd name="connsiteX281" fmla="*/ 1601622 w 1905657"/>
                <a:gd name="connsiteY281" fmla="*/ 698663 h 1221162"/>
                <a:gd name="connsiteX282" fmla="*/ 1599703 w 1905657"/>
                <a:gd name="connsiteY282" fmla="*/ 698428 h 1221162"/>
                <a:gd name="connsiteX283" fmla="*/ 1598761 w 1905657"/>
                <a:gd name="connsiteY283" fmla="*/ 698361 h 1221162"/>
                <a:gd name="connsiteX284" fmla="*/ 1597953 w 1905657"/>
                <a:gd name="connsiteY284" fmla="*/ 698798 h 1221162"/>
                <a:gd name="connsiteX285" fmla="*/ 1597011 w 1905657"/>
                <a:gd name="connsiteY285" fmla="*/ 699605 h 1221162"/>
                <a:gd name="connsiteX286" fmla="*/ 1596371 w 1905657"/>
                <a:gd name="connsiteY286" fmla="*/ 700177 h 1221162"/>
                <a:gd name="connsiteX287" fmla="*/ 1593915 w 1905657"/>
                <a:gd name="connsiteY287" fmla="*/ 701489 h 1221162"/>
                <a:gd name="connsiteX288" fmla="*/ 1592400 w 1905657"/>
                <a:gd name="connsiteY288" fmla="*/ 701489 h 1221162"/>
                <a:gd name="connsiteX289" fmla="*/ 1590448 w 1905657"/>
                <a:gd name="connsiteY289" fmla="*/ 701489 h 1221162"/>
                <a:gd name="connsiteX290" fmla="*/ 1588126 w 1905657"/>
                <a:gd name="connsiteY290" fmla="*/ 700985 h 1221162"/>
                <a:gd name="connsiteX291" fmla="*/ 1585366 w 1905657"/>
                <a:gd name="connsiteY291" fmla="*/ 699034 h 1221162"/>
                <a:gd name="connsiteX292" fmla="*/ 1584222 w 1905657"/>
                <a:gd name="connsiteY292" fmla="*/ 698226 h 1221162"/>
                <a:gd name="connsiteX293" fmla="*/ 1582472 w 1905657"/>
                <a:gd name="connsiteY293" fmla="*/ 695838 h 1221162"/>
                <a:gd name="connsiteX294" fmla="*/ 1581900 w 1905657"/>
                <a:gd name="connsiteY294" fmla="*/ 692810 h 1221162"/>
                <a:gd name="connsiteX295" fmla="*/ 1581597 w 1905657"/>
                <a:gd name="connsiteY295" fmla="*/ 691296 h 1221162"/>
                <a:gd name="connsiteX296" fmla="*/ 1580217 w 1905657"/>
                <a:gd name="connsiteY296" fmla="*/ 687966 h 1221162"/>
                <a:gd name="connsiteX297" fmla="*/ 1579342 w 1905657"/>
                <a:gd name="connsiteY297" fmla="*/ 685948 h 1221162"/>
                <a:gd name="connsiteX298" fmla="*/ 1578972 w 1905657"/>
                <a:gd name="connsiteY298" fmla="*/ 683492 h 1221162"/>
                <a:gd name="connsiteX299" fmla="*/ 1578333 w 1905657"/>
                <a:gd name="connsiteY299" fmla="*/ 682483 h 1221162"/>
                <a:gd name="connsiteX300" fmla="*/ 1576583 w 1905657"/>
                <a:gd name="connsiteY300" fmla="*/ 679354 h 1221162"/>
                <a:gd name="connsiteX301" fmla="*/ 1575842 w 1905657"/>
                <a:gd name="connsiteY301" fmla="*/ 678042 h 1221162"/>
                <a:gd name="connsiteX302" fmla="*/ 1575842 w 1905657"/>
                <a:gd name="connsiteY302" fmla="*/ 675957 h 1221162"/>
                <a:gd name="connsiteX303" fmla="*/ 1576684 w 1905657"/>
                <a:gd name="connsiteY303" fmla="*/ 674006 h 1221162"/>
                <a:gd name="connsiteX304" fmla="*/ 1577357 w 1905657"/>
                <a:gd name="connsiteY304" fmla="*/ 672189 h 1221162"/>
                <a:gd name="connsiteX305" fmla="*/ 1579241 w 1905657"/>
                <a:gd name="connsiteY305" fmla="*/ 671617 h 1221162"/>
                <a:gd name="connsiteX306" fmla="*/ 1581563 w 1905657"/>
                <a:gd name="connsiteY306" fmla="*/ 670608 h 1221162"/>
                <a:gd name="connsiteX307" fmla="*/ 1581866 w 1905657"/>
                <a:gd name="connsiteY307" fmla="*/ 667480 h 1221162"/>
                <a:gd name="connsiteX308" fmla="*/ 1582438 w 1905657"/>
                <a:gd name="connsiteY308" fmla="*/ 666168 h 1221162"/>
                <a:gd name="connsiteX309" fmla="*/ 1582001 w 1905657"/>
                <a:gd name="connsiteY309" fmla="*/ 661828 h 1221162"/>
                <a:gd name="connsiteX310" fmla="*/ 1582001 w 1905657"/>
                <a:gd name="connsiteY310" fmla="*/ 657421 h 1221162"/>
                <a:gd name="connsiteX311" fmla="*/ 1580756 w 1905657"/>
                <a:gd name="connsiteY311" fmla="*/ 655470 h 1221162"/>
                <a:gd name="connsiteX312" fmla="*/ 1578299 w 1905657"/>
                <a:gd name="connsiteY312" fmla="*/ 652510 h 1221162"/>
                <a:gd name="connsiteX313" fmla="*/ 1577222 w 1905657"/>
                <a:gd name="connsiteY313" fmla="*/ 650693 h 1221162"/>
                <a:gd name="connsiteX314" fmla="*/ 1575977 w 1905657"/>
                <a:gd name="connsiteY314" fmla="*/ 647868 h 1221162"/>
                <a:gd name="connsiteX315" fmla="*/ 1575337 w 1905657"/>
                <a:gd name="connsiteY315" fmla="*/ 645681 h 1221162"/>
                <a:gd name="connsiteX316" fmla="*/ 1573587 w 1905657"/>
                <a:gd name="connsiteY316" fmla="*/ 643663 h 1221162"/>
                <a:gd name="connsiteX317" fmla="*/ 1572208 w 1905657"/>
                <a:gd name="connsiteY317" fmla="*/ 642586 h 1221162"/>
                <a:gd name="connsiteX318" fmla="*/ 1570693 w 1905657"/>
                <a:gd name="connsiteY318" fmla="*/ 642586 h 1221162"/>
                <a:gd name="connsiteX319" fmla="*/ 1568371 w 1905657"/>
                <a:gd name="connsiteY319" fmla="*/ 641846 h 1221162"/>
                <a:gd name="connsiteX320" fmla="*/ 1566621 w 1905657"/>
                <a:gd name="connsiteY320" fmla="*/ 641039 h 1221162"/>
                <a:gd name="connsiteX321" fmla="*/ 1565174 w 1905657"/>
                <a:gd name="connsiteY321" fmla="*/ 640467 h 1221162"/>
                <a:gd name="connsiteX322" fmla="*/ 1562784 w 1905657"/>
                <a:gd name="connsiteY322" fmla="*/ 639828 h 1221162"/>
                <a:gd name="connsiteX323" fmla="*/ 1560260 w 1905657"/>
                <a:gd name="connsiteY323" fmla="*/ 639323 h 1221162"/>
                <a:gd name="connsiteX324" fmla="*/ 1558746 w 1905657"/>
                <a:gd name="connsiteY324" fmla="*/ 639390 h 1221162"/>
                <a:gd name="connsiteX325" fmla="*/ 1556659 w 1905657"/>
                <a:gd name="connsiteY325" fmla="*/ 639828 h 1221162"/>
                <a:gd name="connsiteX326" fmla="*/ 1555650 w 1905657"/>
                <a:gd name="connsiteY326" fmla="*/ 639828 h 1221162"/>
                <a:gd name="connsiteX327" fmla="*/ 1554943 w 1905657"/>
                <a:gd name="connsiteY327" fmla="*/ 638516 h 1221162"/>
                <a:gd name="connsiteX328" fmla="*/ 1553697 w 1905657"/>
                <a:gd name="connsiteY328" fmla="*/ 636565 h 1221162"/>
                <a:gd name="connsiteX329" fmla="*/ 1552890 w 1905657"/>
                <a:gd name="connsiteY329" fmla="*/ 634614 h 1221162"/>
                <a:gd name="connsiteX330" fmla="*/ 1549861 w 1905657"/>
                <a:gd name="connsiteY330" fmla="*/ 629130 h 1221162"/>
                <a:gd name="connsiteX331" fmla="*/ 1548986 w 1905657"/>
                <a:gd name="connsiteY331" fmla="*/ 628323 h 1221162"/>
                <a:gd name="connsiteX332" fmla="*/ 1546731 w 1905657"/>
                <a:gd name="connsiteY332" fmla="*/ 629030 h 1221162"/>
                <a:gd name="connsiteX333" fmla="*/ 1543971 w 1905657"/>
                <a:gd name="connsiteY333" fmla="*/ 629030 h 1221162"/>
                <a:gd name="connsiteX334" fmla="*/ 1542019 w 1905657"/>
                <a:gd name="connsiteY334" fmla="*/ 628592 h 1221162"/>
                <a:gd name="connsiteX335" fmla="*/ 1541077 w 1905657"/>
                <a:gd name="connsiteY335" fmla="*/ 624017 h 1221162"/>
                <a:gd name="connsiteX336" fmla="*/ 1540572 w 1905657"/>
                <a:gd name="connsiteY336" fmla="*/ 620687 h 1221162"/>
                <a:gd name="connsiteX337" fmla="*/ 1538687 w 1905657"/>
                <a:gd name="connsiteY337" fmla="*/ 617054 h 1221162"/>
                <a:gd name="connsiteX338" fmla="*/ 1537610 w 1905657"/>
                <a:gd name="connsiteY338" fmla="*/ 614094 h 1221162"/>
                <a:gd name="connsiteX339" fmla="*/ 1534481 w 1905657"/>
                <a:gd name="connsiteY339" fmla="*/ 608812 h 1221162"/>
                <a:gd name="connsiteX340" fmla="*/ 1533471 w 1905657"/>
                <a:gd name="connsiteY340" fmla="*/ 605784 h 1221162"/>
                <a:gd name="connsiteX341" fmla="*/ 1531149 w 1905657"/>
                <a:gd name="connsiteY341" fmla="*/ 603396 h 1221162"/>
                <a:gd name="connsiteX342" fmla="*/ 1528322 w 1905657"/>
                <a:gd name="connsiteY342" fmla="*/ 601445 h 1221162"/>
                <a:gd name="connsiteX343" fmla="*/ 1526875 w 1905657"/>
                <a:gd name="connsiteY343" fmla="*/ 600436 h 1221162"/>
                <a:gd name="connsiteX344" fmla="*/ 1523543 w 1905657"/>
                <a:gd name="connsiteY344" fmla="*/ 597610 h 1221162"/>
                <a:gd name="connsiteX345" fmla="*/ 1521726 w 1905657"/>
                <a:gd name="connsiteY345" fmla="*/ 596096 h 1221162"/>
                <a:gd name="connsiteX346" fmla="*/ 1520716 w 1905657"/>
                <a:gd name="connsiteY346" fmla="*/ 594650 h 1221162"/>
                <a:gd name="connsiteX347" fmla="*/ 1519134 w 1905657"/>
                <a:gd name="connsiteY347" fmla="*/ 592329 h 1221162"/>
                <a:gd name="connsiteX348" fmla="*/ 1517182 w 1905657"/>
                <a:gd name="connsiteY348" fmla="*/ 591319 h 1221162"/>
                <a:gd name="connsiteX349" fmla="*/ 1514793 w 1905657"/>
                <a:gd name="connsiteY349" fmla="*/ 589570 h 1221162"/>
                <a:gd name="connsiteX350" fmla="*/ 1513413 w 1905657"/>
                <a:gd name="connsiteY350" fmla="*/ 589066 h 1221162"/>
                <a:gd name="connsiteX351" fmla="*/ 1511831 w 1905657"/>
                <a:gd name="connsiteY351" fmla="*/ 588998 h 1221162"/>
                <a:gd name="connsiteX352" fmla="*/ 1510249 w 1905657"/>
                <a:gd name="connsiteY352" fmla="*/ 589637 h 1221162"/>
                <a:gd name="connsiteX353" fmla="*/ 1508062 w 1905657"/>
                <a:gd name="connsiteY353" fmla="*/ 590075 h 1221162"/>
                <a:gd name="connsiteX354" fmla="*/ 1505302 w 1905657"/>
                <a:gd name="connsiteY354" fmla="*/ 591454 h 1221162"/>
                <a:gd name="connsiteX355" fmla="*/ 1503922 w 1905657"/>
                <a:gd name="connsiteY355" fmla="*/ 591824 h 1221162"/>
                <a:gd name="connsiteX356" fmla="*/ 1502542 w 1905657"/>
                <a:gd name="connsiteY356" fmla="*/ 593069 h 1221162"/>
                <a:gd name="connsiteX357" fmla="*/ 1501230 w 1905657"/>
                <a:gd name="connsiteY357" fmla="*/ 595154 h 1221162"/>
                <a:gd name="connsiteX358" fmla="*/ 1498706 w 1905657"/>
                <a:gd name="connsiteY358" fmla="*/ 595592 h 1221162"/>
                <a:gd name="connsiteX359" fmla="*/ 1496956 w 1905657"/>
                <a:gd name="connsiteY359" fmla="*/ 595289 h 1221162"/>
                <a:gd name="connsiteX360" fmla="*/ 1494129 w 1905657"/>
                <a:gd name="connsiteY360" fmla="*/ 594717 h 1221162"/>
                <a:gd name="connsiteX361" fmla="*/ 1491537 w 1905657"/>
                <a:gd name="connsiteY361" fmla="*/ 595524 h 1221162"/>
                <a:gd name="connsiteX362" fmla="*/ 1490090 w 1905657"/>
                <a:gd name="connsiteY362" fmla="*/ 595524 h 1221162"/>
                <a:gd name="connsiteX363" fmla="*/ 1489350 w 1905657"/>
                <a:gd name="connsiteY363" fmla="*/ 596365 h 1221162"/>
                <a:gd name="connsiteX364" fmla="*/ 1486523 w 1905657"/>
                <a:gd name="connsiteY364" fmla="*/ 597476 h 1221162"/>
                <a:gd name="connsiteX365" fmla="*/ 1483057 w 1905657"/>
                <a:gd name="connsiteY365" fmla="*/ 597476 h 1221162"/>
                <a:gd name="connsiteX366" fmla="*/ 1478984 w 1905657"/>
                <a:gd name="connsiteY366" fmla="*/ 597476 h 1221162"/>
                <a:gd name="connsiteX367" fmla="*/ 1473398 w 1905657"/>
                <a:gd name="connsiteY367" fmla="*/ 598720 h 1221162"/>
                <a:gd name="connsiteX368" fmla="*/ 1471311 w 1905657"/>
                <a:gd name="connsiteY368" fmla="*/ 600167 h 1221162"/>
                <a:gd name="connsiteX369" fmla="*/ 1469426 w 1905657"/>
                <a:gd name="connsiteY369" fmla="*/ 602488 h 1221162"/>
                <a:gd name="connsiteX370" fmla="*/ 1466532 w 1905657"/>
                <a:gd name="connsiteY370" fmla="*/ 603867 h 1221162"/>
                <a:gd name="connsiteX371" fmla="*/ 1463907 w 1905657"/>
                <a:gd name="connsiteY371" fmla="*/ 604372 h 1221162"/>
                <a:gd name="connsiteX372" fmla="*/ 1461652 w 1905657"/>
                <a:gd name="connsiteY372" fmla="*/ 604372 h 1221162"/>
                <a:gd name="connsiteX373" fmla="*/ 1458960 w 1905657"/>
                <a:gd name="connsiteY373" fmla="*/ 601983 h 1221162"/>
                <a:gd name="connsiteX374" fmla="*/ 1456436 w 1905657"/>
                <a:gd name="connsiteY374" fmla="*/ 599527 h 1221162"/>
                <a:gd name="connsiteX375" fmla="*/ 1452296 w 1905657"/>
                <a:gd name="connsiteY375" fmla="*/ 597139 h 1221162"/>
                <a:gd name="connsiteX376" fmla="*/ 1450714 w 1905657"/>
                <a:gd name="connsiteY376" fmla="*/ 595390 h 1221162"/>
                <a:gd name="connsiteX377" fmla="*/ 1448628 w 1905657"/>
                <a:gd name="connsiteY377" fmla="*/ 595524 h 1221162"/>
                <a:gd name="connsiteX378" fmla="*/ 1447383 w 1905657"/>
                <a:gd name="connsiteY378" fmla="*/ 596164 h 1221162"/>
                <a:gd name="connsiteX379" fmla="*/ 1446743 w 1905657"/>
                <a:gd name="connsiteY379" fmla="*/ 597408 h 1221162"/>
                <a:gd name="connsiteX380" fmla="*/ 1445734 w 1905657"/>
                <a:gd name="connsiteY380" fmla="*/ 600301 h 1221162"/>
                <a:gd name="connsiteX381" fmla="*/ 1443782 w 1905657"/>
                <a:gd name="connsiteY381" fmla="*/ 601243 h 1221162"/>
                <a:gd name="connsiteX382" fmla="*/ 1442536 w 1905657"/>
                <a:gd name="connsiteY382" fmla="*/ 600503 h 1221162"/>
                <a:gd name="connsiteX383" fmla="*/ 1442402 w 1905657"/>
                <a:gd name="connsiteY383" fmla="*/ 598317 h 1221162"/>
                <a:gd name="connsiteX384" fmla="*/ 1442469 w 1905657"/>
                <a:gd name="connsiteY384" fmla="*/ 594683 h 1221162"/>
                <a:gd name="connsiteX385" fmla="*/ 1442402 w 1905657"/>
                <a:gd name="connsiteY385" fmla="*/ 591723 h 1221162"/>
                <a:gd name="connsiteX386" fmla="*/ 1441964 w 1905657"/>
                <a:gd name="connsiteY386" fmla="*/ 588595 h 1221162"/>
                <a:gd name="connsiteX387" fmla="*/ 1440719 w 1905657"/>
                <a:gd name="connsiteY387" fmla="*/ 587518 h 1221162"/>
                <a:gd name="connsiteX388" fmla="*/ 1438195 w 1905657"/>
                <a:gd name="connsiteY388" fmla="*/ 586139 h 1221162"/>
                <a:gd name="connsiteX389" fmla="*/ 1435738 w 1905657"/>
                <a:gd name="connsiteY389" fmla="*/ 585130 h 1221162"/>
                <a:gd name="connsiteX390" fmla="*/ 1433281 w 1905657"/>
                <a:gd name="connsiteY390" fmla="*/ 584692 h 1221162"/>
                <a:gd name="connsiteX391" fmla="*/ 1431397 w 1905657"/>
                <a:gd name="connsiteY391" fmla="*/ 584020 h 1221162"/>
                <a:gd name="connsiteX392" fmla="*/ 1429512 w 1905657"/>
                <a:gd name="connsiteY392" fmla="*/ 584322 h 1221162"/>
                <a:gd name="connsiteX393" fmla="*/ 1426820 w 1905657"/>
                <a:gd name="connsiteY393" fmla="*/ 584524 h 1221162"/>
                <a:gd name="connsiteX394" fmla="*/ 1424632 w 1905657"/>
                <a:gd name="connsiteY394" fmla="*/ 584726 h 1221162"/>
                <a:gd name="connsiteX395" fmla="*/ 1422815 w 1905657"/>
                <a:gd name="connsiteY395" fmla="*/ 585903 h 1221162"/>
                <a:gd name="connsiteX396" fmla="*/ 1421065 w 1905657"/>
                <a:gd name="connsiteY396" fmla="*/ 586610 h 1221162"/>
                <a:gd name="connsiteX397" fmla="*/ 1419483 w 1905657"/>
                <a:gd name="connsiteY397" fmla="*/ 587922 h 1221162"/>
                <a:gd name="connsiteX398" fmla="*/ 1418608 w 1905657"/>
                <a:gd name="connsiteY398" fmla="*/ 589671 h 1221162"/>
                <a:gd name="connsiteX399" fmla="*/ 1417666 w 1905657"/>
                <a:gd name="connsiteY399" fmla="*/ 591252 h 1221162"/>
                <a:gd name="connsiteX400" fmla="*/ 1416353 w 1905657"/>
                <a:gd name="connsiteY400" fmla="*/ 593203 h 1221162"/>
                <a:gd name="connsiteX401" fmla="*/ 1414334 w 1905657"/>
                <a:gd name="connsiteY401" fmla="*/ 595222 h 1221162"/>
                <a:gd name="connsiteX402" fmla="*/ 1412449 w 1905657"/>
                <a:gd name="connsiteY402" fmla="*/ 594078 h 1221162"/>
                <a:gd name="connsiteX403" fmla="*/ 1410565 w 1905657"/>
                <a:gd name="connsiteY403" fmla="*/ 593271 h 1221162"/>
                <a:gd name="connsiteX404" fmla="*/ 1407872 w 1905657"/>
                <a:gd name="connsiteY404" fmla="*/ 592833 h 1221162"/>
                <a:gd name="connsiteX405" fmla="*/ 1406560 w 1905657"/>
                <a:gd name="connsiteY405" fmla="*/ 592261 h 1221162"/>
                <a:gd name="connsiteX406" fmla="*/ 1405483 w 1905657"/>
                <a:gd name="connsiteY406" fmla="*/ 590310 h 1221162"/>
                <a:gd name="connsiteX407" fmla="*/ 1405348 w 1905657"/>
                <a:gd name="connsiteY407" fmla="*/ 588124 h 1221162"/>
                <a:gd name="connsiteX408" fmla="*/ 1405281 w 1905657"/>
                <a:gd name="connsiteY408" fmla="*/ 586879 h 1221162"/>
                <a:gd name="connsiteX409" fmla="*/ 1405146 w 1905657"/>
                <a:gd name="connsiteY409" fmla="*/ 584928 h 1221162"/>
                <a:gd name="connsiteX410" fmla="*/ 1403463 w 1905657"/>
                <a:gd name="connsiteY410" fmla="*/ 583683 h 1221162"/>
                <a:gd name="connsiteX411" fmla="*/ 1400064 w 1905657"/>
                <a:gd name="connsiteY411" fmla="*/ 585062 h 1221162"/>
                <a:gd name="connsiteX412" fmla="*/ 1398920 w 1905657"/>
                <a:gd name="connsiteY412" fmla="*/ 585937 h 1221162"/>
                <a:gd name="connsiteX413" fmla="*/ 1396732 w 1905657"/>
                <a:gd name="connsiteY413" fmla="*/ 585937 h 1221162"/>
                <a:gd name="connsiteX414" fmla="*/ 1396430 w 1905657"/>
                <a:gd name="connsiteY414" fmla="*/ 584793 h 1221162"/>
                <a:gd name="connsiteX415" fmla="*/ 1395050 w 1905657"/>
                <a:gd name="connsiteY415" fmla="*/ 581160 h 1221162"/>
                <a:gd name="connsiteX416" fmla="*/ 1393670 w 1905657"/>
                <a:gd name="connsiteY416" fmla="*/ 580656 h 1221162"/>
                <a:gd name="connsiteX417" fmla="*/ 1390203 w 1905657"/>
                <a:gd name="connsiteY417" fmla="*/ 580656 h 1221162"/>
                <a:gd name="connsiteX418" fmla="*/ 1388756 w 1905657"/>
                <a:gd name="connsiteY418" fmla="*/ 579142 h 1221162"/>
                <a:gd name="connsiteX419" fmla="*/ 1388622 w 1905657"/>
                <a:gd name="connsiteY419" fmla="*/ 577191 h 1221162"/>
                <a:gd name="connsiteX420" fmla="*/ 1387881 w 1905657"/>
                <a:gd name="connsiteY420" fmla="*/ 574500 h 1221162"/>
                <a:gd name="connsiteX421" fmla="*/ 1386636 w 1905657"/>
                <a:gd name="connsiteY421" fmla="*/ 569790 h 1221162"/>
                <a:gd name="connsiteX422" fmla="*/ 1385054 w 1905657"/>
                <a:gd name="connsiteY422" fmla="*/ 567906 h 1221162"/>
                <a:gd name="connsiteX423" fmla="*/ 1380410 w 1905657"/>
                <a:gd name="connsiteY423" fmla="*/ 566964 h 1221162"/>
                <a:gd name="connsiteX424" fmla="*/ 1377078 w 1905657"/>
                <a:gd name="connsiteY424" fmla="*/ 567973 h 1221162"/>
                <a:gd name="connsiteX425" fmla="*/ 1374386 w 1905657"/>
                <a:gd name="connsiteY425" fmla="*/ 568545 h 1221162"/>
                <a:gd name="connsiteX426" fmla="*/ 1369674 w 1905657"/>
                <a:gd name="connsiteY426" fmla="*/ 568915 h 1221162"/>
                <a:gd name="connsiteX427" fmla="*/ 1367419 w 1905657"/>
                <a:gd name="connsiteY427" fmla="*/ 568646 h 1221162"/>
                <a:gd name="connsiteX428" fmla="*/ 1366544 w 1905657"/>
                <a:gd name="connsiteY428" fmla="*/ 568209 h 1221162"/>
                <a:gd name="connsiteX429" fmla="*/ 1365164 w 1905657"/>
                <a:gd name="connsiteY429" fmla="*/ 565888 h 1221162"/>
                <a:gd name="connsiteX430" fmla="*/ 1364357 w 1905657"/>
                <a:gd name="connsiteY430" fmla="*/ 562558 h 1221162"/>
                <a:gd name="connsiteX431" fmla="*/ 1363482 w 1905657"/>
                <a:gd name="connsiteY431" fmla="*/ 557983 h 1221162"/>
                <a:gd name="connsiteX432" fmla="*/ 1362607 w 1905657"/>
                <a:gd name="connsiteY432" fmla="*/ 556233 h 1221162"/>
                <a:gd name="connsiteX433" fmla="*/ 1358131 w 1905657"/>
                <a:gd name="connsiteY433" fmla="*/ 551524 h 1221162"/>
                <a:gd name="connsiteX434" fmla="*/ 1355607 w 1905657"/>
                <a:gd name="connsiteY434" fmla="*/ 551827 h 1221162"/>
                <a:gd name="connsiteX435" fmla="*/ 1353857 w 1905657"/>
                <a:gd name="connsiteY435" fmla="*/ 553778 h 1221162"/>
                <a:gd name="connsiteX436" fmla="*/ 1352106 w 1905657"/>
                <a:gd name="connsiteY436" fmla="*/ 554719 h 1221162"/>
                <a:gd name="connsiteX437" fmla="*/ 1348977 w 1905657"/>
                <a:gd name="connsiteY437" fmla="*/ 555291 h 1221162"/>
                <a:gd name="connsiteX438" fmla="*/ 1346789 w 1905657"/>
                <a:gd name="connsiteY438" fmla="*/ 555594 h 1221162"/>
                <a:gd name="connsiteX439" fmla="*/ 1345106 w 1905657"/>
                <a:gd name="connsiteY439" fmla="*/ 556233 h 1221162"/>
                <a:gd name="connsiteX440" fmla="*/ 1343356 w 1905657"/>
                <a:gd name="connsiteY440" fmla="*/ 555359 h 1221162"/>
                <a:gd name="connsiteX441" fmla="*/ 1341775 w 1905657"/>
                <a:gd name="connsiteY441" fmla="*/ 553677 h 1221162"/>
                <a:gd name="connsiteX442" fmla="*/ 1340024 w 1905657"/>
                <a:gd name="connsiteY442" fmla="*/ 551221 h 1221162"/>
                <a:gd name="connsiteX443" fmla="*/ 1339082 w 1905657"/>
                <a:gd name="connsiteY443" fmla="*/ 550582 h 1221162"/>
                <a:gd name="connsiteX444" fmla="*/ 1335515 w 1905657"/>
                <a:gd name="connsiteY444" fmla="*/ 549270 h 1221162"/>
                <a:gd name="connsiteX445" fmla="*/ 1334202 w 1905657"/>
                <a:gd name="connsiteY445" fmla="*/ 549775 h 1221162"/>
                <a:gd name="connsiteX446" fmla="*/ 1333698 w 1905657"/>
                <a:gd name="connsiteY446" fmla="*/ 550582 h 1221162"/>
                <a:gd name="connsiteX447" fmla="*/ 1331173 w 1905657"/>
                <a:gd name="connsiteY447" fmla="*/ 552533 h 1221162"/>
                <a:gd name="connsiteX448" fmla="*/ 1329726 w 1905657"/>
                <a:gd name="connsiteY448" fmla="*/ 552735 h 1221162"/>
                <a:gd name="connsiteX449" fmla="*/ 1327976 w 1905657"/>
                <a:gd name="connsiteY449" fmla="*/ 551221 h 1221162"/>
                <a:gd name="connsiteX450" fmla="*/ 1324510 w 1905657"/>
                <a:gd name="connsiteY450" fmla="*/ 549135 h 1221162"/>
                <a:gd name="connsiteX451" fmla="*/ 1322053 w 1905657"/>
                <a:gd name="connsiteY451" fmla="*/ 550380 h 1221162"/>
                <a:gd name="connsiteX452" fmla="*/ 1320303 w 1905657"/>
                <a:gd name="connsiteY452" fmla="*/ 551827 h 1221162"/>
                <a:gd name="connsiteX453" fmla="*/ 1317274 w 1905657"/>
                <a:gd name="connsiteY453" fmla="*/ 553206 h 1221162"/>
                <a:gd name="connsiteX454" fmla="*/ 1316197 w 1905657"/>
                <a:gd name="connsiteY454" fmla="*/ 552264 h 1221162"/>
                <a:gd name="connsiteX455" fmla="*/ 1315558 w 1905657"/>
                <a:gd name="connsiteY455" fmla="*/ 550245 h 1221162"/>
                <a:gd name="connsiteX456" fmla="*/ 1314178 w 1905657"/>
                <a:gd name="connsiteY456" fmla="*/ 547992 h 1221162"/>
                <a:gd name="connsiteX457" fmla="*/ 1310913 w 1905657"/>
                <a:gd name="connsiteY457" fmla="*/ 544089 h 1221162"/>
                <a:gd name="connsiteX458" fmla="*/ 1309163 w 1905657"/>
                <a:gd name="connsiteY458" fmla="*/ 542845 h 1221162"/>
                <a:gd name="connsiteX459" fmla="*/ 1306841 w 1905657"/>
                <a:gd name="connsiteY459" fmla="*/ 542037 h 1221162"/>
                <a:gd name="connsiteX460" fmla="*/ 1301120 w 1905657"/>
                <a:gd name="connsiteY460" fmla="*/ 542609 h 1221162"/>
                <a:gd name="connsiteX461" fmla="*/ 1299100 w 1905657"/>
                <a:gd name="connsiteY461" fmla="*/ 543753 h 1221162"/>
                <a:gd name="connsiteX462" fmla="*/ 1298226 w 1905657"/>
                <a:gd name="connsiteY462" fmla="*/ 545570 h 1221162"/>
                <a:gd name="connsiteX463" fmla="*/ 1297923 w 1905657"/>
                <a:gd name="connsiteY463" fmla="*/ 547016 h 1221162"/>
                <a:gd name="connsiteX464" fmla="*/ 1295668 w 1905657"/>
                <a:gd name="connsiteY464" fmla="*/ 548900 h 1221162"/>
                <a:gd name="connsiteX465" fmla="*/ 1294860 w 1905657"/>
                <a:gd name="connsiteY465" fmla="*/ 548900 h 1221162"/>
                <a:gd name="connsiteX466" fmla="*/ 1294052 w 1905657"/>
                <a:gd name="connsiteY466" fmla="*/ 544560 h 1221162"/>
                <a:gd name="connsiteX467" fmla="*/ 1294692 w 1905657"/>
                <a:gd name="connsiteY467" fmla="*/ 540927 h 1221162"/>
                <a:gd name="connsiteX468" fmla="*/ 1294826 w 1905657"/>
                <a:gd name="connsiteY468" fmla="*/ 538976 h 1221162"/>
                <a:gd name="connsiteX469" fmla="*/ 1294894 w 1905657"/>
                <a:gd name="connsiteY469" fmla="*/ 536521 h 1221162"/>
                <a:gd name="connsiteX470" fmla="*/ 1294692 w 1905657"/>
                <a:gd name="connsiteY470" fmla="*/ 534569 h 1221162"/>
                <a:gd name="connsiteX471" fmla="*/ 1292504 w 1905657"/>
                <a:gd name="connsiteY471" fmla="*/ 531878 h 1221162"/>
                <a:gd name="connsiteX472" fmla="*/ 1289374 w 1905657"/>
                <a:gd name="connsiteY472" fmla="*/ 529557 h 1221162"/>
                <a:gd name="connsiteX473" fmla="*/ 1285975 w 1905657"/>
                <a:gd name="connsiteY473" fmla="*/ 527808 h 1221162"/>
                <a:gd name="connsiteX474" fmla="*/ 1280893 w 1905657"/>
                <a:gd name="connsiteY474" fmla="*/ 527740 h 1221162"/>
                <a:gd name="connsiteX475" fmla="*/ 1277629 w 1905657"/>
                <a:gd name="connsiteY475" fmla="*/ 528245 h 1221162"/>
                <a:gd name="connsiteX476" fmla="*/ 1275744 w 1905657"/>
                <a:gd name="connsiteY476" fmla="*/ 529322 h 1221162"/>
                <a:gd name="connsiteX477" fmla="*/ 1269451 w 1905657"/>
                <a:gd name="connsiteY477" fmla="*/ 530263 h 1221162"/>
                <a:gd name="connsiteX478" fmla="*/ 1267129 w 1905657"/>
                <a:gd name="connsiteY478" fmla="*/ 529456 h 1221162"/>
                <a:gd name="connsiteX479" fmla="*/ 1265749 w 1905657"/>
                <a:gd name="connsiteY479" fmla="*/ 527135 h 1221162"/>
                <a:gd name="connsiteX480" fmla="*/ 1266119 w 1905657"/>
                <a:gd name="connsiteY480" fmla="*/ 524948 h 1221162"/>
                <a:gd name="connsiteX481" fmla="*/ 1266119 w 1905657"/>
                <a:gd name="connsiteY481" fmla="*/ 523367 h 1221162"/>
                <a:gd name="connsiteX482" fmla="*/ 1264066 w 1905657"/>
                <a:gd name="connsiteY482" fmla="*/ 518456 h 1221162"/>
                <a:gd name="connsiteX483" fmla="*/ 1262720 w 1905657"/>
                <a:gd name="connsiteY483" fmla="*/ 516068 h 1221162"/>
                <a:gd name="connsiteX484" fmla="*/ 1258648 w 1905657"/>
                <a:gd name="connsiteY484" fmla="*/ 512165 h 1221162"/>
                <a:gd name="connsiteX485" fmla="*/ 1256898 w 1905657"/>
                <a:gd name="connsiteY485" fmla="*/ 511762 h 1221162"/>
                <a:gd name="connsiteX486" fmla="*/ 1254878 w 1905657"/>
                <a:gd name="connsiteY486" fmla="*/ 511762 h 1221162"/>
                <a:gd name="connsiteX487" fmla="*/ 1253196 w 1905657"/>
                <a:gd name="connsiteY487" fmla="*/ 511728 h 1221162"/>
                <a:gd name="connsiteX488" fmla="*/ 1249224 w 1905657"/>
                <a:gd name="connsiteY488" fmla="*/ 511728 h 1221162"/>
                <a:gd name="connsiteX489" fmla="*/ 1248720 w 1905657"/>
                <a:gd name="connsiteY489" fmla="*/ 511089 h 1221162"/>
                <a:gd name="connsiteX490" fmla="*/ 1246700 w 1905657"/>
                <a:gd name="connsiteY490" fmla="*/ 509070 h 1221162"/>
                <a:gd name="connsiteX491" fmla="*/ 1243570 w 1905657"/>
                <a:gd name="connsiteY491" fmla="*/ 507119 h 1221162"/>
                <a:gd name="connsiteX492" fmla="*/ 1241820 w 1905657"/>
                <a:gd name="connsiteY492" fmla="*/ 506312 h 1221162"/>
                <a:gd name="connsiteX493" fmla="*/ 1240945 w 1905657"/>
                <a:gd name="connsiteY493" fmla="*/ 503991 h 1221162"/>
                <a:gd name="connsiteX494" fmla="*/ 1240508 w 1905657"/>
                <a:gd name="connsiteY494" fmla="*/ 501468 h 1221162"/>
                <a:gd name="connsiteX495" fmla="*/ 1237614 w 1905657"/>
                <a:gd name="connsiteY495" fmla="*/ 499584 h 1221162"/>
                <a:gd name="connsiteX496" fmla="*/ 1236301 w 1905657"/>
                <a:gd name="connsiteY496" fmla="*/ 498777 h 1221162"/>
                <a:gd name="connsiteX497" fmla="*/ 1233912 w 1905657"/>
                <a:gd name="connsiteY497" fmla="*/ 495379 h 1221162"/>
                <a:gd name="connsiteX498" fmla="*/ 1232162 w 1905657"/>
                <a:gd name="connsiteY498" fmla="*/ 491847 h 1221162"/>
                <a:gd name="connsiteX499" fmla="*/ 1230210 w 1905657"/>
                <a:gd name="connsiteY499" fmla="*/ 488079 h 1221162"/>
                <a:gd name="connsiteX500" fmla="*/ 1229065 w 1905657"/>
                <a:gd name="connsiteY500" fmla="*/ 486397 h 1221162"/>
                <a:gd name="connsiteX501" fmla="*/ 1228190 w 1905657"/>
                <a:gd name="connsiteY501" fmla="*/ 484884 h 1221162"/>
                <a:gd name="connsiteX502" fmla="*/ 1227686 w 1905657"/>
                <a:gd name="connsiteY502" fmla="*/ 483303 h 1221162"/>
                <a:gd name="connsiteX503" fmla="*/ 1227315 w 1905657"/>
                <a:gd name="connsiteY503" fmla="*/ 481284 h 1221162"/>
                <a:gd name="connsiteX504" fmla="*/ 1225935 w 1905657"/>
                <a:gd name="connsiteY504" fmla="*/ 479535 h 1221162"/>
                <a:gd name="connsiteX505" fmla="*/ 1225363 w 1905657"/>
                <a:gd name="connsiteY505" fmla="*/ 479098 h 1221162"/>
                <a:gd name="connsiteX506" fmla="*/ 1223041 w 1905657"/>
                <a:gd name="connsiteY506" fmla="*/ 477584 h 1221162"/>
                <a:gd name="connsiteX507" fmla="*/ 1221358 w 1905657"/>
                <a:gd name="connsiteY507" fmla="*/ 477012 h 1221162"/>
                <a:gd name="connsiteX508" fmla="*/ 1220854 w 1905657"/>
                <a:gd name="connsiteY508" fmla="*/ 474623 h 1221162"/>
                <a:gd name="connsiteX509" fmla="*/ 1220854 w 1905657"/>
                <a:gd name="connsiteY509" fmla="*/ 473816 h 1221162"/>
                <a:gd name="connsiteX510" fmla="*/ 1221459 w 1905657"/>
                <a:gd name="connsiteY510" fmla="*/ 472874 h 1221162"/>
                <a:gd name="connsiteX511" fmla="*/ 1222503 w 1905657"/>
                <a:gd name="connsiteY511" fmla="*/ 471932 h 1221162"/>
                <a:gd name="connsiteX512" fmla="*/ 1222940 w 1905657"/>
                <a:gd name="connsiteY512" fmla="*/ 470049 h 1221162"/>
                <a:gd name="connsiteX513" fmla="*/ 1222806 w 1905657"/>
                <a:gd name="connsiteY513" fmla="*/ 468737 h 1221162"/>
                <a:gd name="connsiteX514" fmla="*/ 1218094 w 1905657"/>
                <a:gd name="connsiteY514" fmla="*/ 465844 h 1221162"/>
                <a:gd name="connsiteX515" fmla="*/ 1215906 w 1905657"/>
                <a:gd name="connsiteY515" fmla="*/ 465272 h 1221162"/>
                <a:gd name="connsiteX516" fmla="*/ 1212709 w 1905657"/>
                <a:gd name="connsiteY516" fmla="*/ 464532 h 1221162"/>
                <a:gd name="connsiteX517" fmla="*/ 1209882 w 1905657"/>
                <a:gd name="connsiteY517" fmla="*/ 464397 h 1221162"/>
                <a:gd name="connsiteX518" fmla="*/ 1207358 w 1905657"/>
                <a:gd name="connsiteY518" fmla="*/ 465036 h 1221162"/>
                <a:gd name="connsiteX519" fmla="*/ 1206348 w 1905657"/>
                <a:gd name="connsiteY519" fmla="*/ 466045 h 1221162"/>
                <a:gd name="connsiteX520" fmla="*/ 1204834 w 1905657"/>
                <a:gd name="connsiteY520" fmla="*/ 466853 h 1221162"/>
                <a:gd name="connsiteX521" fmla="*/ 1202579 w 1905657"/>
                <a:gd name="connsiteY521" fmla="*/ 467223 h 1221162"/>
                <a:gd name="connsiteX522" fmla="*/ 1201435 w 1905657"/>
                <a:gd name="connsiteY522" fmla="*/ 469107 h 1221162"/>
                <a:gd name="connsiteX523" fmla="*/ 1200627 w 1905657"/>
                <a:gd name="connsiteY523" fmla="*/ 470183 h 1221162"/>
                <a:gd name="connsiteX524" fmla="*/ 1199382 w 1905657"/>
                <a:gd name="connsiteY524" fmla="*/ 471260 h 1221162"/>
                <a:gd name="connsiteX525" fmla="*/ 1197565 w 1905657"/>
                <a:gd name="connsiteY525" fmla="*/ 472706 h 1221162"/>
                <a:gd name="connsiteX526" fmla="*/ 1196118 w 1905657"/>
                <a:gd name="connsiteY526" fmla="*/ 472504 h 1221162"/>
                <a:gd name="connsiteX527" fmla="*/ 1194603 w 1905657"/>
                <a:gd name="connsiteY527" fmla="*/ 471260 h 1221162"/>
                <a:gd name="connsiteX528" fmla="*/ 1192651 w 1905657"/>
                <a:gd name="connsiteY528" fmla="*/ 469174 h 1221162"/>
                <a:gd name="connsiteX529" fmla="*/ 1190699 w 1905657"/>
                <a:gd name="connsiteY529" fmla="*/ 468097 h 1221162"/>
                <a:gd name="connsiteX530" fmla="*/ 1185348 w 1905657"/>
                <a:gd name="connsiteY530" fmla="*/ 467660 h 1221162"/>
                <a:gd name="connsiteX531" fmla="*/ 1182656 w 1905657"/>
                <a:gd name="connsiteY531" fmla="*/ 468400 h 1221162"/>
                <a:gd name="connsiteX532" fmla="*/ 1180704 w 1905657"/>
                <a:gd name="connsiteY532" fmla="*/ 469477 h 1221162"/>
                <a:gd name="connsiteX533" fmla="*/ 1178886 w 1905657"/>
                <a:gd name="connsiteY533" fmla="*/ 471159 h 1221162"/>
                <a:gd name="connsiteX534" fmla="*/ 1177372 w 1905657"/>
                <a:gd name="connsiteY534" fmla="*/ 473547 h 1221162"/>
                <a:gd name="connsiteX535" fmla="*/ 1175353 w 1905657"/>
                <a:gd name="connsiteY535" fmla="*/ 475868 h 1221162"/>
                <a:gd name="connsiteX536" fmla="*/ 1173771 w 1905657"/>
                <a:gd name="connsiteY536" fmla="*/ 477449 h 1221162"/>
                <a:gd name="connsiteX537" fmla="*/ 1170002 w 1905657"/>
                <a:gd name="connsiteY537" fmla="*/ 478694 h 1221162"/>
                <a:gd name="connsiteX538" fmla="*/ 1167107 w 1905657"/>
                <a:gd name="connsiteY538" fmla="*/ 479501 h 1221162"/>
                <a:gd name="connsiteX539" fmla="*/ 1162631 w 1905657"/>
                <a:gd name="connsiteY539" fmla="*/ 480746 h 1221162"/>
                <a:gd name="connsiteX540" fmla="*/ 1159737 w 1905657"/>
                <a:gd name="connsiteY540" fmla="*/ 480746 h 1221162"/>
                <a:gd name="connsiteX541" fmla="*/ 1158290 w 1905657"/>
                <a:gd name="connsiteY541" fmla="*/ 478122 h 1221162"/>
                <a:gd name="connsiteX542" fmla="*/ 1158290 w 1905657"/>
                <a:gd name="connsiteY542" fmla="*/ 476541 h 1221162"/>
                <a:gd name="connsiteX543" fmla="*/ 1157549 w 1905657"/>
                <a:gd name="connsiteY543" fmla="*/ 474152 h 1221162"/>
                <a:gd name="connsiteX544" fmla="*/ 1150650 w 1905657"/>
                <a:gd name="connsiteY544" fmla="*/ 467425 h 1221162"/>
                <a:gd name="connsiteX545" fmla="*/ 1145501 w 1905657"/>
                <a:gd name="connsiteY545" fmla="*/ 462412 h 1221162"/>
                <a:gd name="connsiteX546" fmla="*/ 1143246 w 1905657"/>
                <a:gd name="connsiteY546" fmla="*/ 459587 h 1221162"/>
                <a:gd name="connsiteX547" fmla="*/ 1139275 w 1905657"/>
                <a:gd name="connsiteY547" fmla="*/ 457131 h 1221162"/>
                <a:gd name="connsiteX548" fmla="*/ 1133756 w 1905657"/>
                <a:gd name="connsiteY548" fmla="*/ 455987 h 1221162"/>
                <a:gd name="connsiteX549" fmla="*/ 1130121 w 1905657"/>
                <a:gd name="connsiteY549" fmla="*/ 453733 h 1221162"/>
                <a:gd name="connsiteX550" fmla="*/ 1129549 w 1905657"/>
                <a:gd name="connsiteY550" fmla="*/ 452421 h 1221162"/>
                <a:gd name="connsiteX551" fmla="*/ 1128606 w 1905657"/>
                <a:gd name="connsiteY551" fmla="*/ 449898 h 1221162"/>
                <a:gd name="connsiteX552" fmla="*/ 1126722 w 1905657"/>
                <a:gd name="connsiteY552" fmla="*/ 446703 h 1221162"/>
                <a:gd name="connsiteX553" fmla="*/ 1125914 w 1905657"/>
                <a:gd name="connsiteY553" fmla="*/ 444684 h 1221162"/>
                <a:gd name="connsiteX554" fmla="*/ 1124534 w 1905657"/>
                <a:gd name="connsiteY554" fmla="*/ 440479 h 1221162"/>
                <a:gd name="connsiteX555" fmla="*/ 1122515 w 1905657"/>
                <a:gd name="connsiteY555" fmla="*/ 439235 h 1221162"/>
                <a:gd name="connsiteX556" fmla="*/ 1120698 w 1905657"/>
                <a:gd name="connsiteY556" fmla="*/ 437990 h 1221162"/>
                <a:gd name="connsiteX557" fmla="*/ 1120327 w 1905657"/>
                <a:gd name="connsiteY557" fmla="*/ 436409 h 1221162"/>
                <a:gd name="connsiteX558" fmla="*/ 1120193 w 1905657"/>
                <a:gd name="connsiteY558" fmla="*/ 434155 h 1221162"/>
                <a:gd name="connsiteX559" fmla="*/ 1120058 w 1905657"/>
                <a:gd name="connsiteY559" fmla="*/ 430623 h 1221162"/>
                <a:gd name="connsiteX560" fmla="*/ 1119755 w 1905657"/>
                <a:gd name="connsiteY560" fmla="*/ 427730 h 1221162"/>
                <a:gd name="connsiteX561" fmla="*/ 1118073 w 1905657"/>
                <a:gd name="connsiteY561" fmla="*/ 423895 h 1221162"/>
                <a:gd name="connsiteX562" fmla="*/ 1117332 w 1905657"/>
                <a:gd name="connsiteY562" fmla="*/ 422953 h 1221162"/>
                <a:gd name="connsiteX563" fmla="*/ 1113361 w 1905657"/>
                <a:gd name="connsiteY563" fmla="*/ 419320 h 1221162"/>
                <a:gd name="connsiteX564" fmla="*/ 1111173 w 1905657"/>
                <a:gd name="connsiteY564" fmla="*/ 417806 h 1221162"/>
                <a:gd name="connsiteX565" fmla="*/ 1110164 w 1905657"/>
                <a:gd name="connsiteY565" fmla="*/ 415418 h 1221162"/>
                <a:gd name="connsiteX566" fmla="*/ 1109356 w 1905657"/>
                <a:gd name="connsiteY566" fmla="*/ 413904 h 1221162"/>
                <a:gd name="connsiteX567" fmla="*/ 1108346 w 1905657"/>
                <a:gd name="connsiteY567" fmla="*/ 412323 h 1221162"/>
                <a:gd name="connsiteX568" fmla="*/ 1106260 w 1905657"/>
                <a:gd name="connsiteY568" fmla="*/ 411818 h 1221162"/>
                <a:gd name="connsiteX569" fmla="*/ 1103736 w 1905657"/>
                <a:gd name="connsiteY569" fmla="*/ 411011 h 1221162"/>
                <a:gd name="connsiteX570" fmla="*/ 1101346 w 1905657"/>
                <a:gd name="connsiteY570" fmla="*/ 410506 h 1221162"/>
                <a:gd name="connsiteX571" fmla="*/ 1099966 w 1905657"/>
                <a:gd name="connsiteY571" fmla="*/ 410136 h 1221162"/>
                <a:gd name="connsiteX572" fmla="*/ 1098654 w 1905657"/>
                <a:gd name="connsiteY572" fmla="*/ 408993 h 1221162"/>
                <a:gd name="connsiteX573" fmla="*/ 1098587 w 1905657"/>
                <a:gd name="connsiteY573" fmla="*/ 406301 h 1221162"/>
                <a:gd name="connsiteX574" fmla="*/ 1098587 w 1905657"/>
                <a:gd name="connsiteY574" fmla="*/ 405427 h 1221162"/>
                <a:gd name="connsiteX575" fmla="*/ 1098957 w 1905657"/>
                <a:gd name="connsiteY575" fmla="*/ 404350 h 1221162"/>
                <a:gd name="connsiteX576" fmla="*/ 1100101 w 1905657"/>
                <a:gd name="connsiteY576" fmla="*/ 402096 h 1221162"/>
                <a:gd name="connsiteX577" fmla="*/ 1100808 w 1905657"/>
                <a:gd name="connsiteY577" fmla="*/ 401659 h 1221162"/>
                <a:gd name="connsiteX578" fmla="*/ 1100808 w 1905657"/>
                <a:gd name="connsiteY578" fmla="*/ 398631 h 1221162"/>
                <a:gd name="connsiteX579" fmla="*/ 1099933 w 1905657"/>
                <a:gd name="connsiteY579" fmla="*/ 397320 h 1221162"/>
                <a:gd name="connsiteX580" fmla="*/ 1098486 w 1905657"/>
                <a:gd name="connsiteY580" fmla="*/ 396243 h 1221162"/>
                <a:gd name="connsiteX581" fmla="*/ 1095457 w 1905657"/>
                <a:gd name="connsiteY581" fmla="*/ 394561 h 1221162"/>
                <a:gd name="connsiteX582" fmla="*/ 1094649 w 1905657"/>
                <a:gd name="connsiteY582" fmla="*/ 391601 h 1221162"/>
                <a:gd name="connsiteX583" fmla="*/ 1097173 w 1905657"/>
                <a:gd name="connsiteY583" fmla="*/ 389280 h 1221162"/>
                <a:gd name="connsiteX584" fmla="*/ 1097678 w 1905657"/>
                <a:gd name="connsiteY584" fmla="*/ 387463 h 1221162"/>
                <a:gd name="connsiteX585" fmla="*/ 1097913 w 1905657"/>
                <a:gd name="connsiteY585" fmla="*/ 384267 h 1221162"/>
                <a:gd name="connsiteX586" fmla="*/ 1096029 w 1905657"/>
                <a:gd name="connsiteY586" fmla="*/ 381946 h 1221162"/>
                <a:gd name="connsiteX587" fmla="*/ 1091452 w 1905657"/>
                <a:gd name="connsiteY587" fmla="*/ 380803 h 1221162"/>
                <a:gd name="connsiteX588" fmla="*/ 1087817 w 1905657"/>
                <a:gd name="connsiteY588" fmla="*/ 377842 h 1221162"/>
                <a:gd name="connsiteX589" fmla="*/ 1083913 w 1905657"/>
                <a:gd name="connsiteY589" fmla="*/ 371619 h 1221162"/>
                <a:gd name="connsiteX590" fmla="*/ 1081591 w 1905657"/>
                <a:gd name="connsiteY590" fmla="*/ 367145 h 1221162"/>
                <a:gd name="connsiteX591" fmla="*/ 1080649 w 1905657"/>
                <a:gd name="connsiteY591" fmla="*/ 360989 h 1221162"/>
                <a:gd name="connsiteX592" fmla="*/ 1080581 w 1905657"/>
                <a:gd name="connsiteY592" fmla="*/ 355909 h 1221162"/>
                <a:gd name="connsiteX593" fmla="*/ 1079706 w 1905657"/>
                <a:gd name="connsiteY593" fmla="*/ 349450 h 1221162"/>
                <a:gd name="connsiteX594" fmla="*/ 1080783 w 1905657"/>
                <a:gd name="connsiteY594" fmla="*/ 345885 h 1221162"/>
                <a:gd name="connsiteX595" fmla="*/ 1081860 w 1905657"/>
                <a:gd name="connsiteY595" fmla="*/ 343059 h 1221162"/>
                <a:gd name="connsiteX596" fmla="*/ 1084182 w 1905657"/>
                <a:gd name="connsiteY596" fmla="*/ 342487 h 1221162"/>
                <a:gd name="connsiteX597" fmla="*/ 1088154 w 1905657"/>
                <a:gd name="connsiteY597" fmla="*/ 344573 h 1221162"/>
                <a:gd name="connsiteX598" fmla="*/ 1090981 w 1905657"/>
                <a:gd name="connsiteY598" fmla="*/ 344203 h 1221162"/>
                <a:gd name="connsiteX599" fmla="*/ 1094111 w 1905657"/>
                <a:gd name="connsiteY599" fmla="*/ 342756 h 1221162"/>
                <a:gd name="connsiteX600" fmla="*/ 1095558 w 1905657"/>
                <a:gd name="connsiteY600" fmla="*/ 341377 h 1221162"/>
                <a:gd name="connsiteX601" fmla="*/ 1099260 w 1905657"/>
                <a:gd name="connsiteY601" fmla="*/ 339560 h 1221162"/>
                <a:gd name="connsiteX602" fmla="*/ 1102019 w 1905657"/>
                <a:gd name="connsiteY602" fmla="*/ 336230 h 1221162"/>
                <a:gd name="connsiteX603" fmla="*/ 1103265 w 1905657"/>
                <a:gd name="connsiteY603" fmla="*/ 332900 h 1221162"/>
                <a:gd name="connsiteX604" fmla="*/ 1102524 w 1905657"/>
                <a:gd name="connsiteY604" fmla="*/ 330377 h 1221162"/>
                <a:gd name="connsiteX605" fmla="*/ 1102524 w 1905657"/>
                <a:gd name="connsiteY605" fmla="*/ 327114 h 1221162"/>
                <a:gd name="connsiteX606" fmla="*/ 1102894 w 1905657"/>
                <a:gd name="connsiteY606" fmla="*/ 322909 h 1221162"/>
                <a:gd name="connsiteX607" fmla="*/ 1102962 w 1905657"/>
                <a:gd name="connsiteY607" fmla="*/ 320150 h 1221162"/>
                <a:gd name="connsiteX608" fmla="*/ 1102390 w 1905657"/>
                <a:gd name="connsiteY608" fmla="*/ 318132 h 1221162"/>
                <a:gd name="connsiteX609" fmla="*/ 1102591 w 1905657"/>
                <a:gd name="connsiteY609" fmla="*/ 314162 h 1221162"/>
                <a:gd name="connsiteX610" fmla="*/ 1102457 w 1905657"/>
                <a:gd name="connsiteY610" fmla="*/ 311774 h 1221162"/>
                <a:gd name="connsiteX611" fmla="*/ 1102322 w 1905657"/>
                <a:gd name="connsiteY611" fmla="*/ 308948 h 1221162"/>
                <a:gd name="connsiteX612" fmla="*/ 1102524 w 1905657"/>
                <a:gd name="connsiteY612" fmla="*/ 306055 h 1221162"/>
                <a:gd name="connsiteX613" fmla="*/ 1102524 w 1905657"/>
                <a:gd name="connsiteY613" fmla="*/ 303532 h 1221162"/>
                <a:gd name="connsiteX614" fmla="*/ 1102053 w 1905657"/>
                <a:gd name="connsiteY614" fmla="*/ 299899 h 1221162"/>
                <a:gd name="connsiteX615" fmla="*/ 1102524 w 1905657"/>
                <a:gd name="connsiteY615" fmla="*/ 297376 h 1221162"/>
                <a:gd name="connsiteX616" fmla="*/ 1102524 w 1905657"/>
                <a:gd name="connsiteY616" fmla="*/ 295358 h 1221162"/>
                <a:gd name="connsiteX617" fmla="*/ 1101447 w 1905657"/>
                <a:gd name="connsiteY617" fmla="*/ 293541 h 1221162"/>
                <a:gd name="connsiteX618" fmla="*/ 1100640 w 1905657"/>
                <a:gd name="connsiteY618" fmla="*/ 292095 h 1221162"/>
                <a:gd name="connsiteX619" fmla="*/ 1099899 w 1905657"/>
                <a:gd name="connsiteY619" fmla="*/ 290077 h 1221162"/>
                <a:gd name="connsiteX620" fmla="*/ 1098216 w 1905657"/>
                <a:gd name="connsiteY620" fmla="*/ 288125 h 1221162"/>
                <a:gd name="connsiteX621" fmla="*/ 1096837 w 1905657"/>
                <a:gd name="connsiteY621" fmla="*/ 287554 h 1221162"/>
                <a:gd name="connsiteX622" fmla="*/ 1095961 w 1905657"/>
                <a:gd name="connsiteY622" fmla="*/ 286679 h 1221162"/>
                <a:gd name="connsiteX623" fmla="*/ 1094649 w 1905657"/>
                <a:gd name="connsiteY623" fmla="*/ 285434 h 1221162"/>
                <a:gd name="connsiteX624" fmla="*/ 1094582 w 1905657"/>
                <a:gd name="connsiteY624" fmla="*/ 283618 h 1221162"/>
                <a:gd name="connsiteX625" fmla="*/ 1096029 w 1905657"/>
                <a:gd name="connsiteY625" fmla="*/ 281936 h 1221162"/>
                <a:gd name="connsiteX626" fmla="*/ 1097846 w 1905657"/>
                <a:gd name="connsiteY626" fmla="*/ 280119 h 1221162"/>
                <a:gd name="connsiteX627" fmla="*/ 1102053 w 1905657"/>
                <a:gd name="connsiteY627" fmla="*/ 277731 h 1221162"/>
                <a:gd name="connsiteX628" fmla="*/ 1108010 w 1905657"/>
                <a:gd name="connsiteY628" fmla="*/ 276217 h 1221162"/>
                <a:gd name="connsiteX629" fmla="*/ 1110534 w 1905657"/>
                <a:gd name="connsiteY629" fmla="*/ 271743 h 1221162"/>
                <a:gd name="connsiteX630" fmla="*/ 1111274 w 1905657"/>
                <a:gd name="connsiteY630" fmla="*/ 270801 h 1221162"/>
                <a:gd name="connsiteX631" fmla="*/ 1112856 w 1905657"/>
                <a:gd name="connsiteY631" fmla="*/ 268850 h 1221162"/>
                <a:gd name="connsiteX632" fmla="*/ 1113428 w 1905657"/>
                <a:gd name="connsiteY632" fmla="*/ 266091 h 1221162"/>
                <a:gd name="connsiteX633" fmla="*/ 1109861 w 1905657"/>
                <a:gd name="connsiteY633" fmla="*/ 263266 h 1221162"/>
                <a:gd name="connsiteX634" fmla="*/ 1107269 w 1905657"/>
                <a:gd name="connsiteY634" fmla="*/ 260003 h 1221162"/>
                <a:gd name="connsiteX635" fmla="*/ 1103366 w 1905657"/>
                <a:gd name="connsiteY635" fmla="*/ 257614 h 1221162"/>
                <a:gd name="connsiteX636" fmla="*/ 1101784 w 1905657"/>
                <a:gd name="connsiteY636" fmla="*/ 257480 h 1221162"/>
                <a:gd name="connsiteX637" fmla="*/ 1095928 w 1905657"/>
                <a:gd name="connsiteY637" fmla="*/ 258421 h 1221162"/>
                <a:gd name="connsiteX638" fmla="*/ 1093034 w 1905657"/>
                <a:gd name="connsiteY638" fmla="*/ 258421 h 1221162"/>
                <a:gd name="connsiteX639" fmla="*/ 1089769 w 1905657"/>
                <a:gd name="connsiteY639" fmla="*/ 256403 h 1221162"/>
                <a:gd name="connsiteX640" fmla="*/ 1086942 w 1905657"/>
                <a:gd name="connsiteY640" fmla="*/ 255259 h 1221162"/>
                <a:gd name="connsiteX641" fmla="*/ 1085360 w 1905657"/>
                <a:gd name="connsiteY641" fmla="*/ 252366 h 1221162"/>
                <a:gd name="connsiteX642" fmla="*/ 1086875 w 1905657"/>
                <a:gd name="connsiteY642" fmla="*/ 250987 h 1221162"/>
                <a:gd name="connsiteX643" fmla="*/ 1088322 w 1905657"/>
                <a:gd name="connsiteY643" fmla="*/ 248733 h 1221162"/>
                <a:gd name="connsiteX644" fmla="*/ 1089634 w 1905657"/>
                <a:gd name="connsiteY644" fmla="*/ 246345 h 1221162"/>
                <a:gd name="connsiteX645" fmla="*/ 1090644 w 1905657"/>
                <a:gd name="connsiteY645" fmla="*/ 242140 h 1221162"/>
                <a:gd name="connsiteX646" fmla="*/ 1094043 w 1905657"/>
                <a:gd name="connsiteY646" fmla="*/ 236354 h 1221162"/>
                <a:gd name="connsiteX647" fmla="*/ 1093303 w 1905657"/>
                <a:gd name="connsiteY647" fmla="*/ 233158 h 1221162"/>
                <a:gd name="connsiteX648" fmla="*/ 1087884 w 1905657"/>
                <a:gd name="connsiteY648" fmla="*/ 228886 h 1221162"/>
                <a:gd name="connsiteX649" fmla="*/ 1085360 w 1905657"/>
                <a:gd name="connsiteY649" fmla="*/ 222427 h 1221162"/>
                <a:gd name="connsiteX650" fmla="*/ 1088692 w 1905657"/>
                <a:gd name="connsiteY650" fmla="*/ 216910 h 1221162"/>
                <a:gd name="connsiteX651" fmla="*/ 1091519 w 1905657"/>
                <a:gd name="connsiteY651" fmla="*/ 210452 h 1221162"/>
                <a:gd name="connsiteX652" fmla="*/ 1094346 w 1905657"/>
                <a:gd name="connsiteY652" fmla="*/ 204228 h 1221162"/>
                <a:gd name="connsiteX653" fmla="*/ 1096668 w 1905657"/>
                <a:gd name="connsiteY653" fmla="*/ 201604 h 1221162"/>
                <a:gd name="connsiteX654" fmla="*/ 1102019 w 1905657"/>
                <a:gd name="connsiteY654" fmla="*/ 199586 h 1221162"/>
                <a:gd name="connsiteX655" fmla="*/ 1105149 w 1905657"/>
                <a:gd name="connsiteY655" fmla="*/ 199148 h 1221162"/>
                <a:gd name="connsiteX656" fmla="*/ 1107606 w 1905657"/>
                <a:gd name="connsiteY656" fmla="*/ 199148 h 1221162"/>
                <a:gd name="connsiteX657" fmla="*/ 1110568 w 1905657"/>
                <a:gd name="connsiteY657" fmla="*/ 200090 h 1221162"/>
                <a:gd name="connsiteX658" fmla="*/ 1112890 w 1905657"/>
                <a:gd name="connsiteY658" fmla="*/ 199788 h 1221162"/>
                <a:gd name="connsiteX659" fmla="*/ 1114202 w 1905657"/>
                <a:gd name="connsiteY659" fmla="*/ 197769 h 1221162"/>
                <a:gd name="connsiteX660" fmla="*/ 1114202 w 1905657"/>
                <a:gd name="connsiteY660" fmla="*/ 196087 h 1221162"/>
                <a:gd name="connsiteX661" fmla="*/ 1113462 w 1905657"/>
                <a:gd name="connsiteY661" fmla="*/ 192454 h 1221162"/>
                <a:gd name="connsiteX662" fmla="*/ 1113159 w 1905657"/>
                <a:gd name="connsiteY662" fmla="*/ 188989 h 1221162"/>
                <a:gd name="connsiteX663" fmla="*/ 1114404 w 1905657"/>
                <a:gd name="connsiteY663" fmla="*/ 187173 h 1221162"/>
                <a:gd name="connsiteX664" fmla="*/ 1119924 w 1905657"/>
                <a:gd name="connsiteY664" fmla="*/ 184347 h 1221162"/>
                <a:gd name="connsiteX665" fmla="*/ 1119924 w 1905657"/>
                <a:gd name="connsiteY665" fmla="*/ 180344 h 1221162"/>
                <a:gd name="connsiteX666" fmla="*/ 1119385 w 1905657"/>
                <a:gd name="connsiteY666" fmla="*/ 176778 h 1221162"/>
                <a:gd name="connsiteX667" fmla="*/ 1121606 w 1905657"/>
                <a:gd name="connsiteY667" fmla="*/ 170992 h 1221162"/>
                <a:gd name="connsiteX668" fmla="*/ 1123558 w 1905657"/>
                <a:gd name="connsiteY668" fmla="*/ 167796 h 1221162"/>
                <a:gd name="connsiteX669" fmla="*/ 1126587 w 1905657"/>
                <a:gd name="connsiteY669" fmla="*/ 163894 h 1221162"/>
                <a:gd name="connsiteX670" fmla="*/ 1128472 w 1905657"/>
                <a:gd name="connsiteY670" fmla="*/ 159992 h 1221162"/>
                <a:gd name="connsiteX671" fmla="*/ 1128775 w 1905657"/>
                <a:gd name="connsiteY671" fmla="*/ 158041 h 1221162"/>
                <a:gd name="connsiteX672" fmla="*/ 1125880 w 1905657"/>
                <a:gd name="connsiteY672" fmla="*/ 154778 h 1221162"/>
                <a:gd name="connsiteX673" fmla="*/ 1123121 w 1905657"/>
                <a:gd name="connsiteY673" fmla="*/ 151515 h 1221162"/>
                <a:gd name="connsiteX674" fmla="*/ 1120799 w 1905657"/>
                <a:gd name="connsiteY674" fmla="*/ 149496 h 1221162"/>
                <a:gd name="connsiteX675" fmla="*/ 1116760 w 1905657"/>
                <a:gd name="connsiteY675" fmla="*/ 147411 h 1221162"/>
                <a:gd name="connsiteX676" fmla="*/ 1112688 w 1905657"/>
                <a:gd name="connsiteY676" fmla="*/ 146166 h 1221162"/>
                <a:gd name="connsiteX677" fmla="*/ 1107539 w 1905657"/>
                <a:gd name="connsiteY677" fmla="*/ 145662 h 1221162"/>
                <a:gd name="connsiteX678" fmla="*/ 1104274 w 1905657"/>
                <a:gd name="connsiteY678" fmla="*/ 145022 h 1221162"/>
                <a:gd name="connsiteX679" fmla="*/ 1100740 w 1905657"/>
                <a:gd name="connsiteY679" fmla="*/ 141995 h 1221162"/>
                <a:gd name="connsiteX680" fmla="*/ 1099058 w 1905657"/>
                <a:gd name="connsiteY680" fmla="*/ 139169 h 1221162"/>
                <a:gd name="connsiteX681" fmla="*/ 1099058 w 1905657"/>
                <a:gd name="connsiteY681" fmla="*/ 133888 h 1221162"/>
                <a:gd name="connsiteX682" fmla="*/ 1099361 w 1905657"/>
                <a:gd name="connsiteY682" fmla="*/ 130322 h 1221162"/>
                <a:gd name="connsiteX683" fmla="*/ 1102120 w 1905657"/>
                <a:gd name="connsiteY683" fmla="*/ 127799 h 1221162"/>
                <a:gd name="connsiteX684" fmla="*/ 1105149 w 1905657"/>
                <a:gd name="connsiteY684" fmla="*/ 127227 h 1221162"/>
                <a:gd name="connsiteX685" fmla="*/ 1108279 w 1905657"/>
                <a:gd name="connsiteY685" fmla="*/ 126588 h 1221162"/>
                <a:gd name="connsiteX686" fmla="*/ 1112048 w 1905657"/>
                <a:gd name="connsiteY686" fmla="*/ 125074 h 1221162"/>
                <a:gd name="connsiteX687" fmla="*/ 1115380 w 1905657"/>
                <a:gd name="connsiteY687" fmla="*/ 123426 h 1221162"/>
                <a:gd name="connsiteX688" fmla="*/ 1118746 w 1905657"/>
                <a:gd name="connsiteY688" fmla="*/ 122013 h 1221162"/>
                <a:gd name="connsiteX689" fmla="*/ 1118174 w 1905657"/>
                <a:gd name="connsiteY689" fmla="*/ 121340 h 1221162"/>
                <a:gd name="connsiteX690" fmla="*/ 1113260 w 1905657"/>
                <a:gd name="connsiteY690" fmla="*/ 117472 h 1221162"/>
                <a:gd name="connsiteX691" fmla="*/ 1108616 w 1905657"/>
                <a:gd name="connsiteY691" fmla="*/ 117472 h 1221162"/>
                <a:gd name="connsiteX692" fmla="*/ 1101649 w 1905657"/>
                <a:gd name="connsiteY692" fmla="*/ 103848 h 1221162"/>
                <a:gd name="connsiteX693" fmla="*/ 1096433 w 1905657"/>
                <a:gd name="connsiteY693" fmla="*/ 102536 h 1221162"/>
                <a:gd name="connsiteX694" fmla="*/ 1090341 w 1905657"/>
                <a:gd name="connsiteY694" fmla="*/ 98331 h 1221162"/>
                <a:gd name="connsiteX695" fmla="*/ 1086000 w 1905657"/>
                <a:gd name="connsiteY695" fmla="*/ 98331 h 1221162"/>
                <a:gd name="connsiteX696" fmla="*/ 1079706 w 1905657"/>
                <a:gd name="connsiteY696" fmla="*/ 100080 h 1221162"/>
                <a:gd name="connsiteX697" fmla="*/ 1076442 w 1905657"/>
                <a:gd name="connsiteY697" fmla="*/ 92242 h 1221162"/>
                <a:gd name="connsiteX698" fmla="*/ 1072672 w 1905657"/>
                <a:gd name="connsiteY698" fmla="*/ 90223 h 1221162"/>
                <a:gd name="connsiteX699" fmla="*/ 1064259 w 1905657"/>
                <a:gd name="connsiteY699" fmla="*/ 83832 h 1221162"/>
                <a:gd name="connsiteX700" fmla="*/ 1060792 w 1905657"/>
                <a:gd name="connsiteY700" fmla="*/ 80367 h 1221162"/>
                <a:gd name="connsiteX701" fmla="*/ 1055576 w 1905657"/>
                <a:gd name="connsiteY701" fmla="*/ 78618 h 1221162"/>
                <a:gd name="connsiteX702" fmla="*/ 1050932 w 1905657"/>
                <a:gd name="connsiteY702" fmla="*/ 81813 h 1221162"/>
                <a:gd name="connsiteX703" fmla="*/ 1046287 w 1905657"/>
                <a:gd name="connsiteY703" fmla="*/ 84437 h 1221162"/>
                <a:gd name="connsiteX704" fmla="*/ 1040499 w 1905657"/>
                <a:gd name="connsiteY704" fmla="*/ 76330 h 1221162"/>
                <a:gd name="connsiteX705" fmla="*/ 1033263 w 1905657"/>
                <a:gd name="connsiteY705" fmla="*/ 70544 h 1221162"/>
                <a:gd name="connsiteX706" fmla="*/ 1035282 w 1905657"/>
                <a:gd name="connsiteY706" fmla="*/ 67348 h 1221162"/>
                <a:gd name="connsiteX707" fmla="*/ 1033263 w 1905657"/>
                <a:gd name="connsiteY707" fmla="*/ 61697 h 1221162"/>
                <a:gd name="connsiteX708" fmla="*/ 1025152 w 1905657"/>
                <a:gd name="connsiteY708" fmla="*/ 60116 h 1221162"/>
                <a:gd name="connsiteX709" fmla="*/ 1019936 w 1905657"/>
                <a:gd name="connsiteY709" fmla="*/ 60116 h 1221162"/>
                <a:gd name="connsiteX710" fmla="*/ 1015864 w 1905657"/>
                <a:gd name="connsiteY710" fmla="*/ 58367 h 1221162"/>
                <a:gd name="connsiteX711" fmla="*/ 1006003 w 1905657"/>
                <a:gd name="connsiteY711" fmla="*/ 58367 h 1221162"/>
                <a:gd name="connsiteX712" fmla="*/ 997017 w 1905657"/>
                <a:gd name="connsiteY712" fmla="*/ 56617 h 1221162"/>
                <a:gd name="connsiteX713" fmla="*/ 981671 w 1905657"/>
                <a:gd name="connsiteY713" fmla="*/ 56617 h 1221162"/>
                <a:gd name="connsiteX714" fmla="*/ 967771 w 1905657"/>
                <a:gd name="connsiteY714" fmla="*/ 56617 h 1221162"/>
                <a:gd name="connsiteX715" fmla="*/ 963699 w 1905657"/>
                <a:gd name="connsiteY715" fmla="*/ 59813 h 1221162"/>
                <a:gd name="connsiteX716" fmla="*/ 958617 w 1905657"/>
                <a:gd name="connsiteY716" fmla="*/ 58299 h 1221162"/>
                <a:gd name="connsiteX717" fmla="*/ 948824 w 1905657"/>
                <a:gd name="connsiteY717" fmla="*/ 53388 h 1221162"/>
                <a:gd name="connsiteX718" fmla="*/ 938963 w 1905657"/>
                <a:gd name="connsiteY718" fmla="*/ 50495 h 1221162"/>
                <a:gd name="connsiteX719" fmla="*/ 934992 w 1905657"/>
                <a:gd name="connsiteY719" fmla="*/ 51874 h 1221162"/>
                <a:gd name="connsiteX720" fmla="*/ 929943 w 1905657"/>
                <a:gd name="connsiteY720" fmla="*/ 47366 h 1221162"/>
                <a:gd name="connsiteX721" fmla="*/ 930347 w 1905657"/>
                <a:gd name="connsiteY721" fmla="*/ 45718 h 1221162"/>
                <a:gd name="connsiteX722" fmla="*/ 930347 w 1905657"/>
                <a:gd name="connsiteY722" fmla="*/ 43599 h 1221162"/>
                <a:gd name="connsiteX723" fmla="*/ 926645 w 1905657"/>
                <a:gd name="connsiteY723" fmla="*/ 42724 h 1221162"/>
                <a:gd name="connsiteX724" fmla="*/ 922506 w 1905657"/>
                <a:gd name="connsiteY724" fmla="*/ 42724 h 1221162"/>
                <a:gd name="connsiteX725" fmla="*/ 919746 w 1905657"/>
                <a:gd name="connsiteY725" fmla="*/ 47366 h 1221162"/>
                <a:gd name="connsiteX726" fmla="*/ 917558 w 1905657"/>
                <a:gd name="connsiteY726" fmla="*/ 48073 h 1221162"/>
                <a:gd name="connsiteX727" fmla="*/ 911703 w 1905657"/>
                <a:gd name="connsiteY727" fmla="*/ 50091 h 1221162"/>
                <a:gd name="connsiteX728" fmla="*/ 906688 w 1905657"/>
                <a:gd name="connsiteY728" fmla="*/ 51403 h 1221162"/>
                <a:gd name="connsiteX729" fmla="*/ 902784 w 1905657"/>
                <a:gd name="connsiteY729" fmla="*/ 51538 h 1221162"/>
                <a:gd name="connsiteX730" fmla="*/ 896322 w 1905657"/>
                <a:gd name="connsiteY730" fmla="*/ 52547 h 1221162"/>
                <a:gd name="connsiteX731" fmla="*/ 887707 w 1905657"/>
                <a:gd name="connsiteY731" fmla="*/ 54195 h 1221162"/>
                <a:gd name="connsiteX732" fmla="*/ 882120 w 1905657"/>
                <a:gd name="connsiteY732" fmla="*/ 53119 h 1221162"/>
                <a:gd name="connsiteX733" fmla="*/ 876163 w 1905657"/>
                <a:gd name="connsiteY733" fmla="*/ 51807 h 1221162"/>
                <a:gd name="connsiteX734" fmla="*/ 872832 w 1905657"/>
                <a:gd name="connsiteY734" fmla="*/ 47905 h 1221162"/>
                <a:gd name="connsiteX735" fmla="*/ 864721 w 1905657"/>
                <a:gd name="connsiteY735" fmla="*/ 48544 h 1221162"/>
                <a:gd name="connsiteX736" fmla="*/ 859639 w 1905657"/>
                <a:gd name="connsiteY736" fmla="*/ 50562 h 1221162"/>
                <a:gd name="connsiteX737" fmla="*/ 854927 w 1905657"/>
                <a:gd name="connsiteY737" fmla="*/ 53321 h 1221162"/>
                <a:gd name="connsiteX738" fmla="*/ 851394 w 1905657"/>
                <a:gd name="connsiteY738" fmla="*/ 53960 h 1221162"/>
                <a:gd name="connsiteX739" fmla="*/ 848668 w 1905657"/>
                <a:gd name="connsiteY739" fmla="*/ 49620 h 1221162"/>
                <a:gd name="connsiteX740" fmla="*/ 845841 w 1905657"/>
                <a:gd name="connsiteY740" fmla="*/ 47871 h 1221162"/>
                <a:gd name="connsiteX741" fmla="*/ 841163 w 1905657"/>
                <a:gd name="connsiteY741" fmla="*/ 49048 h 1221162"/>
                <a:gd name="connsiteX742" fmla="*/ 836720 w 1905657"/>
                <a:gd name="connsiteY742" fmla="*/ 51336 h 1221162"/>
                <a:gd name="connsiteX743" fmla="*/ 832480 w 1905657"/>
                <a:gd name="connsiteY743" fmla="*/ 53724 h 1221162"/>
                <a:gd name="connsiteX744" fmla="*/ 828239 w 1905657"/>
                <a:gd name="connsiteY744" fmla="*/ 54801 h 1221162"/>
                <a:gd name="connsiteX745" fmla="*/ 821609 w 1905657"/>
                <a:gd name="connsiteY745" fmla="*/ 54801 h 1221162"/>
                <a:gd name="connsiteX746" fmla="*/ 816729 w 1905657"/>
                <a:gd name="connsiteY746" fmla="*/ 54263 h 1221162"/>
                <a:gd name="connsiteX747" fmla="*/ 812287 w 1905657"/>
                <a:gd name="connsiteY747" fmla="*/ 56012 h 1221162"/>
                <a:gd name="connsiteX748" fmla="*/ 809898 w 1905657"/>
                <a:gd name="connsiteY748" fmla="*/ 60149 h 1221162"/>
                <a:gd name="connsiteX749" fmla="*/ 807172 w 1905657"/>
                <a:gd name="connsiteY749" fmla="*/ 65700 h 1221162"/>
                <a:gd name="connsiteX750" fmla="*/ 803907 w 1905657"/>
                <a:gd name="connsiteY750" fmla="*/ 68526 h 1221162"/>
                <a:gd name="connsiteX751" fmla="*/ 802056 w 1905657"/>
                <a:gd name="connsiteY751" fmla="*/ 71991 h 1221162"/>
                <a:gd name="connsiteX752" fmla="*/ 800003 w 1905657"/>
                <a:gd name="connsiteY752" fmla="*/ 75691 h 1221162"/>
                <a:gd name="connsiteX753" fmla="*/ 798152 w 1905657"/>
                <a:gd name="connsiteY753" fmla="*/ 77979 h 1221162"/>
                <a:gd name="connsiteX754" fmla="*/ 794888 w 1905657"/>
                <a:gd name="connsiteY754" fmla="*/ 82116 h 1221162"/>
                <a:gd name="connsiteX755" fmla="*/ 791287 w 1905657"/>
                <a:gd name="connsiteY755" fmla="*/ 84303 h 1221162"/>
                <a:gd name="connsiteX756" fmla="*/ 788022 w 1905657"/>
                <a:gd name="connsiteY756" fmla="*/ 85817 h 1221162"/>
                <a:gd name="connsiteX757" fmla="*/ 785431 w 1905657"/>
                <a:gd name="connsiteY757" fmla="*/ 86153 h 1221162"/>
                <a:gd name="connsiteX758" fmla="*/ 780012 w 1905657"/>
                <a:gd name="connsiteY758" fmla="*/ 86153 h 1221162"/>
                <a:gd name="connsiteX759" fmla="*/ 773281 w 1905657"/>
                <a:gd name="connsiteY759" fmla="*/ 86254 h 1221162"/>
                <a:gd name="connsiteX760" fmla="*/ 766853 w 1905657"/>
                <a:gd name="connsiteY760" fmla="*/ 86691 h 1221162"/>
                <a:gd name="connsiteX761" fmla="*/ 761199 w 1905657"/>
                <a:gd name="connsiteY761" fmla="*/ 87230 h 1221162"/>
                <a:gd name="connsiteX762" fmla="*/ 751641 w 1905657"/>
                <a:gd name="connsiteY762" fmla="*/ 90257 h 1221162"/>
                <a:gd name="connsiteX763" fmla="*/ 750564 w 1905657"/>
                <a:gd name="connsiteY763" fmla="*/ 92982 h 1221162"/>
                <a:gd name="connsiteX764" fmla="*/ 748411 w 1905657"/>
                <a:gd name="connsiteY764" fmla="*/ 95707 h 1221162"/>
                <a:gd name="connsiteX765" fmla="*/ 746896 w 1905657"/>
                <a:gd name="connsiteY765" fmla="*/ 96918 h 1221162"/>
                <a:gd name="connsiteX766" fmla="*/ 743295 w 1905657"/>
                <a:gd name="connsiteY766" fmla="*/ 96817 h 1221162"/>
                <a:gd name="connsiteX767" fmla="*/ 740367 w 1905657"/>
                <a:gd name="connsiteY767" fmla="*/ 96379 h 1221162"/>
                <a:gd name="connsiteX768" fmla="*/ 737641 w 1905657"/>
                <a:gd name="connsiteY768" fmla="*/ 94731 h 1221162"/>
                <a:gd name="connsiteX769" fmla="*/ 738617 w 1905657"/>
                <a:gd name="connsiteY769" fmla="*/ 93520 h 1221162"/>
                <a:gd name="connsiteX770" fmla="*/ 742084 w 1905657"/>
                <a:gd name="connsiteY770" fmla="*/ 91569 h 1221162"/>
                <a:gd name="connsiteX771" fmla="*/ 745011 w 1905657"/>
                <a:gd name="connsiteY771" fmla="*/ 88541 h 1221162"/>
                <a:gd name="connsiteX772" fmla="*/ 743834 w 1905657"/>
                <a:gd name="connsiteY772" fmla="*/ 86624 h 1221162"/>
                <a:gd name="connsiteX773" fmla="*/ 739593 w 1905657"/>
                <a:gd name="connsiteY773" fmla="*/ 86119 h 1221162"/>
                <a:gd name="connsiteX774" fmla="*/ 734713 w 1905657"/>
                <a:gd name="connsiteY774" fmla="*/ 86119 h 1221162"/>
                <a:gd name="connsiteX775" fmla="*/ 732223 w 1905657"/>
                <a:gd name="connsiteY775" fmla="*/ 85245 h 1221162"/>
                <a:gd name="connsiteX776" fmla="*/ 728184 w 1905657"/>
                <a:gd name="connsiteY776" fmla="*/ 81443 h 1221162"/>
                <a:gd name="connsiteX777" fmla="*/ 725357 w 1905657"/>
                <a:gd name="connsiteY777" fmla="*/ 79257 h 1221162"/>
                <a:gd name="connsiteX778" fmla="*/ 723170 w 1905657"/>
                <a:gd name="connsiteY778" fmla="*/ 76431 h 1221162"/>
                <a:gd name="connsiteX779" fmla="*/ 720881 w 1905657"/>
                <a:gd name="connsiteY779" fmla="*/ 72966 h 1221162"/>
                <a:gd name="connsiteX780" fmla="*/ 719131 w 1905657"/>
                <a:gd name="connsiteY780" fmla="*/ 70241 h 1221162"/>
                <a:gd name="connsiteX781" fmla="*/ 714251 w 1905657"/>
                <a:gd name="connsiteY781" fmla="*/ 67416 h 1221162"/>
                <a:gd name="connsiteX782" fmla="*/ 712299 w 1905657"/>
                <a:gd name="connsiteY782" fmla="*/ 68728 h 1221162"/>
                <a:gd name="connsiteX783" fmla="*/ 710886 w 1905657"/>
                <a:gd name="connsiteY783" fmla="*/ 71318 h 1221162"/>
                <a:gd name="connsiteX784" fmla="*/ 710112 w 1905657"/>
                <a:gd name="connsiteY784" fmla="*/ 74783 h 1221162"/>
                <a:gd name="connsiteX785" fmla="*/ 708698 w 1905657"/>
                <a:gd name="connsiteY785" fmla="*/ 77407 h 1221162"/>
                <a:gd name="connsiteX786" fmla="*/ 705333 w 1905657"/>
                <a:gd name="connsiteY786" fmla="*/ 77844 h 1221162"/>
                <a:gd name="connsiteX787" fmla="*/ 700756 w 1905657"/>
                <a:gd name="connsiteY787" fmla="*/ 76767 h 1221162"/>
                <a:gd name="connsiteX788" fmla="*/ 699914 w 1905657"/>
                <a:gd name="connsiteY788" fmla="*/ 76532 h 1221162"/>
                <a:gd name="connsiteX789" fmla="*/ 693284 w 1905657"/>
                <a:gd name="connsiteY789" fmla="*/ 76196 h 1221162"/>
                <a:gd name="connsiteX790" fmla="*/ 689683 w 1905657"/>
                <a:gd name="connsiteY790" fmla="*/ 76397 h 1221162"/>
                <a:gd name="connsiteX791" fmla="*/ 681640 w 1905657"/>
                <a:gd name="connsiteY791" fmla="*/ 80535 h 1221162"/>
                <a:gd name="connsiteX792" fmla="*/ 673697 w 1905657"/>
                <a:gd name="connsiteY792" fmla="*/ 81073 h 1221162"/>
                <a:gd name="connsiteX793" fmla="*/ 663803 w 1905657"/>
                <a:gd name="connsiteY793" fmla="*/ 83798 h 1221162"/>
                <a:gd name="connsiteX794" fmla="*/ 654885 w 1905657"/>
                <a:gd name="connsiteY794" fmla="*/ 82688 h 1221162"/>
                <a:gd name="connsiteX795" fmla="*/ 647918 w 1905657"/>
                <a:gd name="connsiteY795" fmla="*/ 81713 h 1221162"/>
                <a:gd name="connsiteX796" fmla="*/ 642601 w 1905657"/>
                <a:gd name="connsiteY796" fmla="*/ 82049 h 1221162"/>
                <a:gd name="connsiteX797" fmla="*/ 640413 w 1905657"/>
                <a:gd name="connsiteY797" fmla="*/ 84976 h 1221162"/>
                <a:gd name="connsiteX798" fmla="*/ 642601 w 1905657"/>
                <a:gd name="connsiteY798" fmla="*/ 87162 h 1221162"/>
                <a:gd name="connsiteX799" fmla="*/ 644654 w 1905657"/>
                <a:gd name="connsiteY799" fmla="*/ 90190 h 1221162"/>
                <a:gd name="connsiteX800" fmla="*/ 644654 w 1905657"/>
                <a:gd name="connsiteY800" fmla="*/ 91939 h 1221162"/>
                <a:gd name="connsiteX801" fmla="*/ 640951 w 1905657"/>
                <a:gd name="connsiteY801" fmla="*/ 92275 h 1221162"/>
                <a:gd name="connsiteX802" fmla="*/ 635197 w 1905657"/>
                <a:gd name="connsiteY802" fmla="*/ 91300 h 1221162"/>
                <a:gd name="connsiteX803" fmla="*/ 629980 w 1905657"/>
                <a:gd name="connsiteY803" fmla="*/ 91300 h 1221162"/>
                <a:gd name="connsiteX804" fmla="*/ 624562 w 1905657"/>
                <a:gd name="connsiteY804" fmla="*/ 92275 h 1221162"/>
                <a:gd name="connsiteX805" fmla="*/ 620759 w 1905657"/>
                <a:gd name="connsiteY805" fmla="*/ 92713 h 1221162"/>
                <a:gd name="connsiteX806" fmla="*/ 616182 w 1905657"/>
                <a:gd name="connsiteY806" fmla="*/ 93486 h 1221162"/>
                <a:gd name="connsiteX807" fmla="*/ 612816 w 1905657"/>
                <a:gd name="connsiteY807" fmla="*/ 93924 h 1221162"/>
                <a:gd name="connsiteX808" fmla="*/ 608811 w 1905657"/>
                <a:gd name="connsiteY808" fmla="*/ 94025 h 1221162"/>
                <a:gd name="connsiteX809" fmla="*/ 605345 w 1905657"/>
                <a:gd name="connsiteY809" fmla="*/ 93251 h 1221162"/>
                <a:gd name="connsiteX810" fmla="*/ 601004 w 1905657"/>
                <a:gd name="connsiteY810" fmla="*/ 91064 h 1221162"/>
                <a:gd name="connsiteX811" fmla="*/ 598816 w 1905657"/>
                <a:gd name="connsiteY811" fmla="*/ 89315 h 1221162"/>
                <a:gd name="connsiteX812" fmla="*/ 595888 w 1905657"/>
                <a:gd name="connsiteY812" fmla="*/ 87566 h 1221162"/>
                <a:gd name="connsiteX813" fmla="*/ 591109 w 1905657"/>
                <a:gd name="connsiteY813" fmla="*/ 86153 h 1221162"/>
                <a:gd name="connsiteX814" fmla="*/ 586431 w 1905657"/>
                <a:gd name="connsiteY814" fmla="*/ 86052 h 1221162"/>
                <a:gd name="connsiteX815" fmla="*/ 582090 w 1905657"/>
                <a:gd name="connsiteY815" fmla="*/ 86254 h 1221162"/>
                <a:gd name="connsiteX816" fmla="*/ 571657 w 1905657"/>
                <a:gd name="connsiteY816" fmla="*/ 85817 h 1221162"/>
                <a:gd name="connsiteX817" fmla="*/ 561998 w 1905657"/>
                <a:gd name="connsiteY817" fmla="*/ 85278 h 1221162"/>
                <a:gd name="connsiteX818" fmla="*/ 556512 w 1905657"/>
                <a:gd name="connsiteY818" fmla="*/ 84639 h 1221162"/>
                <a:gd name="connsiteX819" fmla="*/ 549512 w 1905657"/>
                <a:gd name="connsiteY819" fmla="*/ 82688 h 1221162"/>
                <a:gd name="connsiteX820" fmla="*/ 549512 w 1905657"/>
                <a:gd name="connsiteY820" fmla="*/ 79997 h 1221162"/>
                <a:gd name="connsiteX821" fmla="*/ 547897 w 1905657"/>
                <a:gd name="connsiteY821" fmla="*/ 75658 h 1221162"/>
                <a:gd name="connsiteX822" fmla="*/ 544195 w 1905657"/>
                <a:gd name="connsiteY822" fmla="*/ 73168 h 1221162"/>
                <a:gd name="connsiteX823" fmla="*/ 539954 w 1905657"/>
                <a:gd name="connsiteY823" fmla="*/ 72394 h 1221162"/>
                <a:gd name="connsiteX824" fmla="*/ 537026 w 1905657"/>
                <a:gd name="connsiteY824" fmla="*/ 71957 h 1221162"/>
                <a:gd name="connsiteX825" fmla="*/ 533324 w 1905657"/>
                <a:gd name="connsiteY825" fmla="*/ 71856 h 1221162"/>
                <a:gd name="connsiteX826" fmla="*/ 525180 w 1905657"/>
                <a:gd name="connsiteY826" fmla="*/ 71318 h 1221162"/>
                <a:gd name="connsiteX827" fmla="*/ 521377 w 1905657"/>
                <a:gd name="connsiteY827" fmla="*/ 69905 h 1221162"/>
                <a:gd name="connsiteX828" fmla="*/ 516160 w 1905657"/>
                <a:gd name="connsiteY828" fmla="*/ 68055 h 1221162"/>
                <a:gd name="connsiteX829" fmla="*/ 514107 w 1905657"/>
                <a:gd name="connsiteY829" fmla="*/ 66205 h 1221162"/>
                <a:gd name="connsiteX830" fmla="*/ 511920 w 1905657"/>
                <a:gd name="connsiteY830" fmla="*/ 64792 h 1221162"/>
                <a:gd name="connsiteX831" fmla="*/ 510405 w 1905657"/>
                <a:gd name="connsiteY831" fmla="*/ 62942 h 1221162"/>
                <a:gd name="connsiteX832" fmla="*/ 509766 w 1905657"/>
                <a:gd name="connsiteY832" fmla="*/ 60217 h 1221162"/>
                <a:gd name="connsiteX833" fmla="*/ 508352 w 1905657"/>
                <a:gd name="connsiteY833" fmla="*/ 56416 h 1221162"/>
                <a:gd name="connsiteX834" fmla="*/ 506064 w 1905657"/>
                <a:gd name="connsiteY834" fmla="*/ 52715 h 1221162"/>
                <a:gd name="connsiteX835" fmla="*/ 506064 w 1905657"/>
                <a:gd name="connsiteY835" fmla="*/ 48712 h 1221162"/>
                <a:gd name="connsiteX836" fmla="*/ 507376 w 1905657"/>
                <a:gd name="connsiteY836" fmla="*/ 45684 h 1221162"/>
                <a:gd name="connsiteX837" fmla="*/ 507814 w 1905657"/>
                <a:gd name="connsiteY837" fmla="*/ 40369 h 1221162"/>
                <a:gd name="connsiteX838" fmla="*/ 508352 w 1905657"/>
                <a:gd name="connsiteY838" fmla="*/ 36030 h 1221162"/>
                <a:gd name="connsiteX839" fmla="*/ 507713 w 1905657"/>
                <a:gd name="connsiteY839" fmla="*/ 33843 h 1221162"/>
                <a:gd name="connsiteX840" fmla="*/ 505324 w 1905657"/>
                <a:gd name="connsiteY840" fmla="*/ 32094 h 1221162"/>
                <a:gd name="connsiteX841" fmla="*/ 500646 w 1905657"/>
                <a:gd name="connsiteY841" fmla="*/ 28495 h 1221162"/>
                <a:gd name="connsiteX842" fmla="*/ 498021 w 1905657"/>
                <a:gd name="connsiteY842" fmla="*/ 27082 h 1221162"/>
                <a:gd name="connsiteX843" fmla="*/ 495093 w 1905657"/>
                <a:gd name="connsiteY843" fmla="*/ 27082 h 1221162"/>
                <a:gd name="connsiteX844" fmla="*/ 492602 w 1905657"/>
                <a:gd name="connsiteY844" fmla="*/ 28394 h 1221162"/>
                <a:gd name="connsiteX845" fmla="*/ 491290 w 1905657"/>
                <a:gd name="connsiteY845" fmla="*/ 30580 h 1221162"/>
                <a:gd name="connsiteX846" fmla="*/ 490314 w 1905657"/>
                <a:gd name="connsiteY846" fmla="*/ 32430 h 1221162"/>
                <a:gd name="connsiteX847" fmla="*/ 487386 w 1905657"/>
                <a:gd name="connsiteY847" fmla="*/ 32767 h 1221162"/>
                <a:gd name="connsiteX848" fmla="*/ 482708 w 1905657"/>
                <a:gd name="connsiteY848" fmla="*/ 31690 h 1221162"/>
                <a:gd name="connsiteX849" fmla="*/ 478804 w 1905657"/>
                <a:gd name="connsiteY849" fmla="*/ 29066 h 1221162"/>
                <a:gd name="connsiteX850" fmla="*/ 476212 w 1905657"/>
                <a:gd name="connsiteY850" fmla="*/ 25703 h 1221162"/>
                <a:gd name="connsiteX851" fmla="*/ 475438 w 1905657"/>
                <a:gd name="connsiteY851" fmla="*/ 24626 h 1221162"/>
                <a:gd name="connsiteX852" fmla="*/ 472611 w 1905657"/>
                <a:gd name="connsiteY852" fmla="*/ 22776 h 1221162"/>
                <a:gd name="connsiteX853" fmla="*/ 470323 w 1905657"/>
                <a:gd name="connsiteY853" fmla="*/ 21027 h 1221162"/>
                <a:gd name="connsiteX854" fmla="*/ 466621 w 1905657"/>
                <a:gd name="connsiteY854" fmla="*/ 19614 h 1221162"/>
                <a:gd name="connsiteX855" fmla="*/ 461505 w 1905657"/>
                <a:gd name="connsiteY855" fmla="*/ 19076 h 1221162"/>
                <a:gd name="connsiteX856" fmla="*/ 456726 w 1905657"/>
                <a:gd name="connsiteY856" fmla="*/ 19076 h 1221162"/>
                <a:gd name="connsiteX857" fmla="*/ 452284 w 1905657"/>
                <a:gd name="connsiteY857" fmla="*/ 19076 h 1221162"/>
                <a:gd name="connsiteX858" fmla="*/ 448818 w 1905657"/>
                <a:gd name="connsiteY858" fmla="*/ 18975 h 1221162"/>
                <a:gd name="connsiteX859" fmla="*/ 446967 w 1905657"/>
                <a:gd name="connsiteY859" fmla="*/ 21262 h 1221162"/>
                <a:gd name="connsiteX860" fmla="*/ 446967 w 1905657"/>
                <a:gd name="connsiteY860" fmla="*/ 22675 h 1221162"/>
                <a:gd name="connsiteX861" fmla="*/ 449995 w 1905657"/>
                <a:gd name="connsiteY861" fmla="*/ 25265 h 1221162"/>
                <a:gd name="connsiteX862" fmla="*/ 450197 w 1905657"/>
                <a:gd name="connsiteY862" fmla="*/ 26342 h 1221162"/>
                <a:gd name="connsiteX863" fmla="*/ 449423 w 1905657"/>
                <a:gd name="connsiteY863" fmla="*/ 27216 h 1221162"/>
                <a:gd name="connsiteX864" fmla="*/ 446933 w 1905657"/>
                <a:gd name="connsiteY864" fmla="*/ 29403 h 1221162"/>
                <a:gd name="connsiteX865" fmla="*/ 445957 w 1905657"/>
                <a:gd name="connsiteY865" fmla="*/ 30614 h 1221162"/>
                <a:gd name="connsiteX866" fmla="*/ 444442 w 1905657"/>
                <a:gd name="connsiteY866" fmla="*/ 31489 h 1221162"/>
                <a:gd name="connsiteX867" fmla="*/ 441514 w 1905657"/>
                <a:gd name="connsiteY867" fmla="*/ 32700 h 1221162"/>
                <a:gd name="connsiteX868" fmla="*/ 439865 w 1905657"/>
                <a:gd name="connsiteY868" fmla="*/ 33137 h 1221162"/>
                <a:gd name="connsiteX869" fmla="*/ 438014 w 1905657"/>
                <a:gd name="connsiteY869" fmla="*/ 34112 h 1221162"/>
                <a:gd name="connsiteX870" fmla="*/ 435288 w 1905657"/>
                <a:gd name="connsiteY870" fmla="*/ 34886 h 1221162"/>
                <a:gd name="connsiteX871" fmla="*/ 430812 w 1905657"/>
                <a:gd name="connsiteY871" fmla="*/ 35660 h 1221162"/>
                <a:gd name="connsiteX872" fmla="*/ 427985 w 1905657"/>
                <a:gd name="connsiteY872" fmla="*/ 36097 h 1221162"/>
                <a:gd name="connsiteX873" fmla="*/ 426235 w 1905657"/>
                <a:gd name="connsiteY873" fmla="*/ 37947 h 1221162"/>
                <a:gd name="connsiteX874" fmla="*/ 421658 w 1905657"/>
                <a:gd name="connsiteY874" fmla="*/ 39798 h 1221162"/>
                <a:gd name="connsiteX875" fmla="*/ 419605 w 1905657"/>
                <a:gd name="connsiteY875" fmla="*/ 42085 h 1221162"/>
                <a:gd name="connsiteX876" fmla="*/ 417115 w 1905657"/>
                <a:gd name="connsiteY876" fmla="*/ 45449 h 1221162"/>
                <a:gd name="connsiteX877" fmla="*/ 415802 w 1905657"/>
                <a:gd name="connsiteY877" fmla="*/ 47736 h 1221162"/>
                <a:gd name="connsiteX878" fmla="*/ 413312 w 1905657"/>
                <a:gd name="connsiteY878" fmla="*/ 49048 h 1221162"/>
                <a:gd name="connsiteX879" fmla="*/ 408735 w 1905657"/>
                <a:gd name="connsiteY879" fmla="*/ 50360 h 1221162"/>
                <a:gd name="connsiteX880" fmla="*/ 402643 w 1905657"/>
                <a:gd name="connsiteY880" fmla="*/ 50562 h 1221162"/>
                <a:gd name="connsiteX881" fmla="*/ 398605 w 1905657"/>
                <a:gd name="connsiteY881" fmla="*/ 51000 h 1221162"/>
                <a:gd name="connsiteX882" fmla="*/ 394364 w 1905657"/>
                <a:gd name="connsiteY882" fmla="*/ 51201 h 1221162"/>
                <a:gd name="connsiteX883" fmla="*/ 390326 w 1905657"/>
                <a:gd name="connsiteY883" fmla="*/ 51302 h 1221162"/>
                <a:gd name="connsiteX884" fmla="*/ 385883 w 1905657"/>
                <a:gd name="connsiteY884" fmla="*/ 51403 h 1221162"/>
                <a:gd name="connsiteX885" fmla="*/ 381744 w 1905657"/>
                <a:gd name="connsiteY885" fmla="*/ 49217 h 1221162"/>
                <a:gd name="connsiteX886" fmla="*/ 374037 w 1905657"/>
                <a:gd name="connsiteY886" fmla="*/ 48678 h 1221162"/>
                <a:gd name="connsiteX887" fmla="*/ 368619 w 1905657"/>
                <a:gd name="connsiteY887" fmla="*/ 45853 h 1221162"/>
                <a:gd name="connsiteX888" fmla="*/ 368619 w 1905657"/>
                <a:gd name="connsiteY888" fmla="*/ 41816 h 1221162"/>
                <a:gd name="connsiteX889" fmla="*/ 367104 w 1905657"/>
                <a:gd name="connsiteY889" fmla="*/ 38889 h 1221162"/>
                <a:gd name="connsiteX890" fmla="*/ 364378 w 1905657"/>
                <a:gd name="connsiteY890" fmla="*/ 35189 h 1221162"/>
                <a:gd name="connsiteX891" fmla="*/ 360474 w 1905657"/>
                <a:gd name="connsiteY891" fmla="*/ 32901 h 1221162"/>
                <a:gd name="connsiteX892" fmla="*/ 353844 w 1905657"/>
                <a:gd name="connsiteY892" fmla="*/ 30849 h 1221162"/>
                <a:gd name="connsiteX893" fmla="*/ 350681 w 1905657"/>
                <a:gd name="connsiteY893" fmla="*/ 30513 h 1221162"/>
                <a:gd name="connsiteX894" fmla="*/ 345666 w 1905657"/>
                <a:gd name="connsiteY894" fmla="*/ 28999 h 1221162"/>
                <a:gd name="connsiteX895" fmla="*/ 339036 w 1905657"/>
                <a:gd name="connsiteY895" fmla="*/ 25837 h 1221162"/>
                <a:gd name="connsiteX896" fmla="*/ 338397 w 1905657"/>
                <a:gd name="connsiteY896" fmla="*/ 24525 h 1221162"/>
                <a:gd name="connsiteX897" fmla="*/ 335233 w 1905657"/>
                <a:gd name="connsiteY897" fmla="*/ 21800 h 1221162"/>
                <a:gd name="connsiteX898" fmla="*/ 332070 w 1905657"/>
                <a:gd name="connsiteY898" fmla="*/ 19311 h 1221162"/>
                <a:gd name="connsiteX899" fmla="*/ 329478 w 1905657"/>
                <a:gd name="connsiteY899" fmla="*/ 19513 h 1221162"/>
                <a:gd name="connsiteX900" fmla="*/ 328603 w 1905657"/>
                <a:gd name="connsiteY900" fmla="*/ 21363 h 1221162"/>
                <a:gd name="connsiteX901" fmla="*/ 328603 w 1905657"/>
                <a:gd name="connsiteY901" fmla="*/ 22675 h 1221162"/>
                <a:gd name="connsiteX902" fmla="*/ 329243 w 1905657"/>
                <a:gd name="connsiteY902" fmla="*/ 25837 h 1221162"/>
                <a:gd name="connsiteX903" fmla="*/ 328603 w 1905657"/>
                <a:gd name="connsiteY903" fmla="*/ 26611 h 1221162"/>
                <a:gd name="connsiteX904" fmla="*/ 325675 w 1905657"/>
                <a:gd name="connsiteY904" fmla="*/ 27586 h 1221162"/>
                <a:gd name="connsiteX905" fmla="*/ 324464 w 1905657"/>
                <a:gd name="connsiteY905" fmla="*/ 28225 h 1221162"/>
                <a:gd name="connsiteX906" fmla="*/ 321199 w 1905657"/>
                <a:gd name="connsiteY906" fmla="*/ 28764 h 1221162"/>
                <a:gd name="connsiteX907" fmla="*/ 319012 w 1905657"/>
                <a:gd name="connsiteY907" fmla="*/ 28764 h 1221162"/>
                <a:gd name="connsiteX908" fmla="*/ 312045 w 1905657"/>
                <a:gd name="connsiteY908" fmla="*/ 23550 h 1221162"/>
                <a:gd name="connsiteX909" fmla="*/ 309016 w 1905657"/>
                <a:gd name="connsiteY909" fmla="*/ 20623 h 1221162"/>
                <a:gd name="connsiteX910" fmla="*/ 303901 w 1905657"/>
                <a:gd name="connsiteY910" fmla="*/ 17259 h 1221162"/>
                <a:gd name="connsiteX911" fmla="*/ 299559 w 1905657"/>
                <a:gd name="connsiteY911" fmla="*/ 13693 h 1221162"/>
                <a:gd name="connsiteX912" fmla="*/ 295319 w 1905657"/>
                <a:gd name="connsiteY912" fmla="*/ 10430 h 1221162"/>
                <a:gd name="connsiteX913" fmla="*/ 291718 w 1905657"/>
                <a:gd name="connsiteY913" fmla="*/ 8143 h 1221162"/>
                <a:gd name="connsiteX914" fmla="*/ 289026 w 1905657"/>
                <a:gd name="connsiteY914" fmla="*/ 5317 h 1221162"/>
                <a:gd name="connsiteX915" fmla="*/ 288487 w 1905657"/>
                <a:gd name="connsiteY915" fmla="*/ 3265 h 1221162"/>
                <a:gd name="connsiteX916" fmla="*/ 287713 w 1905657"/>
                <a:gd name="connsiteY916" fmla="*/ 1583 h 1221162"/>
                <a:gd name="connsiteX917" fmla="*/ 284886 w 1905657"/>
                <a:gd name="connsiteY917" fmla="*/ 977 h 1221162"/>
                <a:gd name="connsiteX918" fmla="*/ 282497 w 1905657"/>
                <a:gd name="connsiteY918" fmla="*/ 977 h 1221162"/>
                <a:gd name="connsiteX919" fmla="*/ 279468 w 1905657"/>
                <a:gd name="connsiteY919" fmla="*/ 204 h 1221162"/>
                <a:gd name="connsiteX920" fmla="*/ 276304 w 1905657"/>
                <a:gd name="connsiteY920" fmla="*/ 1078 h 1221162"/>
                <a:gd name="connsiteX921" fmla="*/ 273275 w 1905657"/>
                <a:gd name="connsiteY921" fmla="*/ 1617 h 1221162"/>
                <a:gd name="connsiteX922" fmla="*/ 269270 w 1905657"/>
                <a:gd name="connsiteY922" fmla="*/ 3130 h 1221162"/>
                <a:gd name="connsiteX923" fmla="*/ 265905 w 1905657"/>
                <a:gd name="connsiteY923" fmla="*/ 4207 h 1221162"/>
                <a:gd name="connsiteX924" fmla="*/ 262304 w 1905657"/>
                <a:gd name="connsiteY924" fmla="*/ 4981 h 1221162"/>
                <a:gd name="connsiteX925" fmla="*/ 259813 w 1905657"/>
                <a:gd name="connsiteY925" fmla="*/ 6494 h 1221162"/>
                <a:gd name="connsiteX926" fmla="*/ 257760 w 1905657"/>
                <a:gd name="connsiteY926" fmla="*/ 9522 h 1221162"/>
                <a:gd name="connsiteX927" fmla="*/ 257323 w 1905657"/>
                <a:gd name="connsiteY927" fmla="*/ 11910 h 1221162"/>
                <a:gd name="connsiteX928" fmla="*/ 257323 w 1905657"/>
                <a:gd name="connsiteY928" fmla="*/ 15712 h 1221162"/>
                <a:gd name="connsiteX929" fmla="*/ 258400 w 1905657"/>
                <a:gd name="connsiteY929" fmla="*/ 18739 h 1221162"/>
                <a:gd name="connsiteX930" fmla="*/ 258063 w 1905657"/>
                <a:gd name="connsiteY930" fmla="*/ 20926 h 1221162"/>
                <a:gd name="connsiteX931" fmla="*/ 257289 w 1905657"/>
                <a:gd name="connsiteY931" fmla="*/ 22137 h 1221162"/>
                <a:gd name="connsiteX932" fmla="*/ 253688 w 1905657"/>
                <a:gd name="connsiteY932" fmla="*/ 24963 h 1221162"/>
                <a:gd name="connsiteX933" fmla="*/ 251635 w 1905657"/>
                <a:gd name="connsiteY933" fmla="*/ 26174 h 1221162"/>
                <a:gd name="connsiteX934" fmla="*/ 247731 w 1905657"/>
                <a:gd name="connsiteY934" fmla="*/ 28125 h 1221162"/>
                <a:gd name="connsiteX935" fmla="*/ 245140 w 1905657"/>
                <a:gd name="connsiteY935" fmla="*/ 29201 h 1221162"/>
                <a:gd name="connsiteX936" fmla="*/ 243289 w 1905657"/>
                <a:gd name="connsiteY936" fmla="*/ 30614 h 1221162"/>
                <a:gd name="connsiteX937" fmla="*/ 241976 w 1905657"/>
                <a:gd name="connsiteY937" fmla="*/ 34314 h 1221162"/>
                <a:gd name="connsiteX938" fmla="*/ 237097 w 1905657"/>
                <a:gd name="connsiteY938" fmla="*/ 36938 h 1221162"/>
                <a:gd name="connsiteX939" fmla="*/ 234270 w 1905657"/>
                <a:gd name="connsiteY939" fmla="*/ 38250 h 1221162"/>
                <a:gd name="connsiteX940" fmla="*/ 230029 w 1905657"/>
                <a:gd name="connsiteY940" fmla="*/ 42590 h 1221162"/>
                <a:gd name="connsiteX941" fmla="*/ 228178 w 1905657"/>
                <a:gd name="connsiteY941" fmla="*/ 45180 h 1221162"/>
                <a:gd name="connsiteX942" fmla="*/ 223837 w 1905657"/>
                <a:gd name="connsiteY942" fmla="*/ 48544 h 1221162"/>
                <a:gd name="connsiteX943" fmla="*/ 215894 w 1905657"/>
                <a:gd name="connsiteY943" fmla="*/ 48914 h 1221162"/>
                <a:gd name="connsiteX944" fmla="*/ 212529 w 1905657"/>
                <a:gd name="connsiteY944" fmla="*/ 49620 h 1221162"/>
                <a:gd name="connsiteX945" fmla="*/ 207750 w 1905657"/>
                <a:gd name="connsiteY945" fmla="*/ 49620 h 1221162"/>
                <a:gd name="connsiteX946" fmla="*/ 203711 w 1905657"/>
                <a:gd name="connsiteY946" fmla="*/ 53220 h 1221162"/>
                <a:gd name="connsiteX947" fmla="*/ 200548 w 1905657"/>
                <a:gd name="connsiteY947" fmla="*/ 56382 h 1221162"/>
                <a:gd name="connsiteX948" fmla="*/ 197081 w 1905657"/>
                <a:gd name="connsiteY948" fmla="*/ 61226 h 1221162"/>
                <a:gd name="connsiteX949" fmla="*/ 190990 w 1905657"/>
                <a:gd name="connsiteY949" fmla="*/ 61226 h 1221162"/>
                <a:gd name="connsiteX950" fmla="*/ 178268 w 1905657"/>
                <a:gd name="connsiteY950" fmla="*/ 61932 h 1221162"/>
                <a:gd name="connsiteX951" fmla="*/ 174028 w 1905657"/>
                <a:gd name="connsiteY951" fmla="*/ 61831 h 1221162"/>
                <a:gd name="connsiteX952" fmla="*/ 170427 w 1905657"/>
                <a:gd name="connsiteY952" fmla="*/ 60957 h 1221162"/>
                <a:gd name="connsiteX953" fmla="*/ 165749 w 1905657"/>
                <a:gd name="connsiteY953" fmla="*/ 61831 h 1221162"/>
                <a:gd name="connsiteX954" fmla="*/ 162518 w 1905657"/>
                <a:gd name="connsiteY954" fmla="*/ 61831 h 1221162"/>
                <a:gd name="connsiteX955" fmla="*/ 158076 w 1905657"/>
                <a:gd name="connsiteY955" fmla="*/ 65969 h 1221162"/>
                <a:gd name="connsiteX956" fmla="*/ 153196 w 1905657"/>
                <a:gd name="connsiteY956" fmla="*/ 68694 h 1221162"/>
                <a:gd name="connsiteX957" fmla="*/ 150369 w 1905657"/>
                <a:gd name="connsiteY957" fmla="*/ 70746 h 1221162"/>
                <a:gd name="connsiteX958" fmla="*/ 147003 w 1905657"/>
                <a:gd name="connsiteY958" fmla="*/ 72260 h 1221162"/>
                <a:gd name="connsiteX959" fmla="*/ 141787 w 1905657"/>
                <a:gd name="connsiteY959" fmla="*/ 71923 h 1221162"/>
                <a:gd name="connsiteX960" fmla="*/ 137782 w 1905657"/>
                <a:gd name="connsiteY960" fmla="*/ 72024 h 1221162"/>
                <a:gd name="connsiteX961" fmla="*/ 130815 w 1905657"/>
                <a:gd name="connsiteY961" fmla="*/ 72226 h 1221162"/>
                <a:gd name="connsiteX962" fmla="*/ 125700 w 1905657"/>
                <a:gd name="connsiteY962" fmla="*/ 73303 h 1221162"/>
                <a:gd name="connsiteX963" fmla="*/ 120685 w 1905657"/>
                <a:gd name="connsiteY963" fmla="*/ 73202 h 1221162"/>
                <a:gd name="connsiteX964" fmla="*/ 120147 w 1905657"/>
                <a:gd name="connsiteY964" fmla="*/ 77676 h 1221162"/>
                <a:gd name="connsiteX965" fmla="*/ 117926 w 1905657"/>
                <a:gd name="connsiteY965" fmla="*/ 79190 h 1221162"/>
                <a:gd name="connsiteX966" fmla="*/ 112978 w 1905657"/>
                <a:gd name="connsiteY966" fmla="*/ 82789 h 1221162"/>
                <a:gd name="connsiteX967" fmla="*/ 112978 w 1905657"/>
                <a:gd name="connsiteY967" fmla="*/ 85278 h 1221162"/>
                <a:gd name="connsiteX968" fmla="*/ 109950 w 1905657"/>
                <a:gd name="connsiteY968" fmla="*/ 87330 h 1221162"/>
                <a:gd name="connsiteX969" fmla="*/ 108435 w 1905657"/>
                <a:gd name="connsiteY969" fmla="*/ 88642 h 1221162"/>
                <a:gd name="connsiteX970" fmla="*/ 106685 w 1905657"/>
                <a:gd name="connsiteY970" fmla="*/ 90156 h 1221162"/>
                <a:gd name="connsiteX971" fmla="*/ 103959 w 1905657"/>
                <a:gd name="connsiteY971" fmla="*/ 91132 h 1221162"/>
                <a:gd name="connsiteX972" fmla="*/ 100358 w 1905657"/>
                <a:gd name="connsiteY972" fmla="*/ 92511 h 1221162"/>
                <a:gd name="connsiteX973" fmla="*/ 95882 w 1905657"/>
                <a:gd name="connsiteY973" fmla="*/ 93217 h 1221162"/>
                <a:gd name="connsiteX974" fmla="*/ 91978 w 1905657"/>
                <a:gd name="connsiteY974" fmla="*/ 94092 h 1221162"/>
                <a:gd name="connsiteX975" fmla="*/ 88209 w 1905657"/>
                <a:gd name="connsiteY975" fmla="*/ 94529 h 1221162"/>
                <a:gd name="connsiteX976" fmla="*/ 85314 w 1905657"/>
                <a:gd name="connsiteY976" fmla="*/ 95101 h 1221162"/>
                <a:gd name="connsiteX977" fmla="*/ 82723 w 1905657"/>
                <a:gd name="connsiteY977" fmla="*/ 95404 h 1221162"/>
                <a:gd name="connsiteX978" fmla="*/ 81713 w 1905657"/>
                <a:gd name="connsiteY978" fmla="*/ 96413 h 1221162"/>
                <a:gd name="connsiteX979" fmla="*/ 82285 w 1905657"/>
                <a:gd name="connsiteY979" fmla="*/ 99609 h 1221162"/>
                <a:gd name="connsiteX980" fmla="*/ 82588 w 1905657"/>
                <a:gd name="connsiteY980" fmla="*/ 103814 h 1221162"/>
                <a:gd name="connsiteX981" fmla="*/ 84776 w 1905657"/>
                <a:gd name="connsiteY981" fmla="*/ 108019 h 1221162"/>
                <a:gd name="connsiteX982" fmla="*/ 85348 w 1905657"/>
                <a:gd name="connsiteY982" fmla="*/ 110777 h 1221162"/>
                <a:gd name="connsiteX983" fmla="*/ 85651 w 1905657"/>
                <a:gd name="connsiteY983" fmla="*/ 116731 h 1221162"/>
                <a:gd name="connsiteX984" fmla="*/ 85213 w 1905657"/>
                <a:gd name="connsiteY984" fmla="*/ 124973 h 1221162"/>
                <a:gd name="connsiteX985" fmla="*/ 81747 w 1905657"/>
                <a:gd name="connsiteY985" fmla="*/ 129010 h 1221162"/>
                <a:gd name="connsiteX986" fmla="*/ 81747 w 1905657"/>
                <a:gd name="connsiteY986" fmla="*/ 133921 h 1221162"/>
                <a:gd name="connsiteX987" fmla="*/ 79559 w 1905657"/>
                <a:gd name="connsiteY987" fmla="*/ 135670 h 1221162"/>
                <a:gd name="connsiteX988" fmla="*/ 76531 w 1905657"/>
                <a:gd name="connsiteY988" fmla="*/ 138429 h 1221162"/>
                <a:gd name="connsiteX989" fmla="*/ 74848 w 1905657"/>
                <a:gd name="connsiteY989" fmla="*/ 141894 h 1221162"/>
                <a:gd name="connsiteX990" fmla="*/ 73030 w 1905657"/>
                <a:gd name="connsiteY990" fmla="*/ 145224 h 1221162"/>
                <a:gd name="connsiteX991" fmla="*/ 73030 w 1905657"/>
                <a:gd name="connsiteY991" fmla="*/ 147848 h 1221162"/>
                <a:gd name="connsiteX992" fmla="*/ 73030 w 1905657"/>
                <a:gd name="connsiteY992" fmla="*/ 153062 h 1221162"/>
                <a:gd name="connsiteX993" fmla="*/ 76800 w 1905657"/>
                <a:gd name="connsiteY993" fmla="*/ 161169 h 1221162"/>
                <a:gd name="connsiteX994" fmla="*/ 83329 w 1905657"/>
                <a:gd name="connsiteY994" fmla="*/ 175365 h 1221162"/>
                <a:gd name="connsiteX995" fmla="*/ 85516 w 1905657"/>
                <a:gd name="connsiteY995" fmla="*/ 179268 h 1221162"/>
                <a:gd name="connsiteX996" fmla="*/ 86526 w 1905657"/>
                <a:gd name="connsiteY996" fmla="*/ 183472 h 1221162"/>
                <a:gd name="connsiteX997" fmla="*/ 87536 w 1905657"/>
                <a:gd name="connsiteY997" fmla="*/ 188687 h 1221162"/>
                <a:gd name="connsiteX998" fmla="*/ 88983 w 1905657"/>
                <a:gd name="connsiteY998" fmla="*/ 192892 h 1221162"/>
                <a:gd name="connsiteX999" fmla="*/ 89689 w 1905657"/>
                <a:gd name="connsiteY999" fmla="*/ 194641 h 1221162"/>
                <a:gd name="connsiteX1000" fmla="*/ 91877 w 1905657"/>
                <a:gd name="connsiteY1000" fmla="*/ 198106 h 1221162"/>
                <a:gd name="connsiteX1001" fmla="*/ 97968 w 1905657"/>
                <a:gd name="connsiteY1001" fmla="*/ 204632 h 1221162"/>
                <a:gd name="connsiteX1002" fmla="*/ 99483 w 1905657"/>
                <a:gd name="connsiteY1002" fmla="*/ 206818 h 1221162"/>
                <a:gd name="connsiteX1003" fmla="*/ 100863 w 1905657"/>
                <a:gd name="connsiteY1003" fmla="*/ 209577 h 1221162"/>
                <a:gd name="connsiteX1004" fmla="*/ 100863 w 1905657"/>
                <a:gd name="connsiteY1004" fmla="*/ 212201 h 1221162"/>
                <a:gd name="connsiteX1005" fmla="*/ 98978 w 1905657"/>
                <a:gd name="connsiteY1005" fmla="*/ 216540 h 1221162"/>
                <a:gd name="connsiteX1006" fmla="*/ 97228 w 1905657"/>
                <a:gd name="connsiteY1006" fmla="*/ 221317 h 1221162"/>
                <a:gd name="connsiteX1007" fmla="*/ 95916 w 1905657"/>
                <a:gd name="connsiteY1007" fmla="*/ 223638 h 1221162"/>
                <a:gd name="connsiteX1008" fmla="*/ 95343 w 1905657"/>
                <a:gd name="connsiteY1008" fmla="*/ 226666 h 1221162"/>
                <a:gd name="connsiteX1009" fmla="*/ 96925 w 1905657"/>
                <a:gd name="connsiteY1009" fmla="*/ 233192 h 1221162"/>
                <a:gd name="connsiteX1010" fmla="*/ 98372 w 1905657"/>
                <a:gd name="connsiteY1010" fmla="*/ 240424 h 1221162"/>
                <a:gd name="connsiteX1011" fmla="*/ 97632 w 1905657"/>
                <a:gd name="connsiteY1011" fmla="*/ 244629 h 1221162"/>
                <a:gd name="connsiteX1012" fmla="*/ 95613 w 1905657"/>
                <a:gd name="connsiteY1012" fmla="*/ 246076 h 1221162"/>
                <a:gd name="connsiteX1013" fmla="*/ 95613 w 1905657"/>
                <a:gd name="connsiteY1013" fmla="*/ 246950 h 1221162"/>
                <a:gd name="connsiteX1014" fmla="*/ 95613 w 1905657"/>
                <a:gd name="connsiteY1014" fmla="*/ 250415 h 1221162"/>
                <a:gd name="connsiteX1015" fmla="*/ 94872 w 1905657"/>
                <a:gd name="connsiteY1015" fmla="*/ 253308 h 1221162"/>
                <a:gd name="connsiteX1016" fmla="*/ 93863 w 1905657"/>
                <a:gd name="connsiteY1016" fmla="*/ 257648 h 1221162"/>
                <a:gd name="connsiteX1017" fmla="*/ 94166 w 1905657"/>
                <a:gd name="connsiteY1017" fmla="*/ 260541 h 1221162"/>
                <a:gd name="connsiteX1018" fmla="*/ 94166 w 1905657"/>
                <a:gd name="connsiteY1018" fmla="*/ 262727 h 1221162"/>
                <a:gd name="connsiteX1019" fmla="*/ 93425 w 1905657"/>
                <a:gd name="connsiteY1019" fmla="*/ 265351 h 1221162"/>
                <a:gd name="connsiteX1020" fmla="*/ 93291 w 1905657"/>
                <a:gd name="connsiteY1020" fmla="*/ 267370 h 1221162"/>
                <a:gd name="connsiteX1021" fmla="*/ 91978 w 1905657"/>
                <a:gd name="connsiteY1021" fmla="*/ 270566 h 1221162"/>
                <a:gd name="connsiteX1022" fmla="*/ 89521 w 1905657"/>
                <a:gd name="connsiteY1022" fmla="*/ 274198 h 1221162"/>
                <a:gd name="connsiteX1023" fmla="*/ 87334 w 1905657"/>
                <a:gd name="connsiteY1023" fmla="*/ 276217 h 1221162"/>
                <a:gd name="connsiteX1024" fmla="*/ 84305 w 1905657"/>
                <a:gd name="connsiteY1024" fmla="*/ 278841 h 1221162"/>
                <a:gd name="connsiteX1025" fmla="*/ 80670 w 1905657"/>
                <a:gd name="connsiteY1025" fmla="*/ 281734 h 1221162"/>
                <a:gd name="connsiteX1026" fmla="*/ 78079 w 1905657"/>
                <a:gd name="connsiteY1026" fmla="*/ 283483 h 1221162"/>
                <a:gd name="connsiteX1027" fmla="*/ 75117 w 1905657"/>
                <a:gd name="connsiteY1027" fmla="*/ 284190 h 1221162"/>
                <a:gd name="connsiteX1028" fmla="*/ 73030 w 1905657"/>
                <a:gd name="connsiteY1028" fmla="*/ 287654 h 1221162"/>
                <a:gd name="connsiteX1029" fmla="*/ 73030 w 1905657"/>
                <a:gd name="connsiteY1029" fmla="*/ 288664 h 1221162"/>
                <a:gd name="connsiteX1030" fmla="*/ 72155 w 1905657"/>
                <a:gd name="connsiteY1030" fmla="*/ 289975 h 1221162"/>
                <a:gd name="connsiteX1031" fmla="*/ 70641 w 1905657"/>
                <a:gd name="connsiteY1031" fmla="*/ 290682 h 1221162"/>
                <a:gd name="connsiteX1032" fmla="*/ 69127 w 1905657"/>
                <a:gd name="connsiteY1032" fmla="*/ 293003 h 1221162"/>
                <a:gd name="connsiteX1033" fmla="*/ 66535 w 1905657"/>
                <a:gd name="connsiteY1033" fmla="*/ 293945 h 1221162"/>
                <a:gd name="connsiteX1034" fmla="*/ 64482 w 1905657"/>
                <a:gd name="connsiteY1034" fmla="*/ 294382 h 1221162"/>
                <a:gd name="connsiteX1035" fmla="*/ 60343 w 1905657"/>
                <a:gd name="connsiteY1035" fmla="*/ 294382 h 1221162"/>
                <a:gd name="connsiteX1036" fmla="*/ 58727 w 1905657"/>
                <a:gd name="connsiteY1036" fmla="*/ 294113 h 1221162"/>
                <a:gd name="connsiteX1037" fmla="*/ 55732 w 1905657"/>
                <a:gd name="connsiteY1037" fmla="*/ 293676 h 1221162"/>
                <a:gd name="connsiteX1038" fmla="*/ 51592 w 1905657"/>
                <a:gd name="connsiteY1038" fmla="*/ 291826 h 1221162"/>
                <a:gd name="connsiteX1039" fmla="*/ 46713 w 1905657"/>
                <a:gd name="connsiteY1039" fmla="*/ 288731 h 1221162"/>
                <a:gd name="connsiteX1040" fmla="*/ 46006 w 1905657"/>
                <a:gd name="connsiteY1040" fmla="*/ 286813 h 1221162"/>
                <a:gd name="connsiteX1041" fmla="*/ 43246 w 1905657"/>
                <a:gd name="connsiteY1041" fmla="*/ 281667 h 1221162"/>
                <a:gd name="connsiteX1042" fmla="*/ 42203 w 1905657"/>
                <a:gd name="connsiteY1042" fmla="*/ 277226 h 1221162"/>
                <a:gd name="connsiteX1043" fmla="*/ 42203 w 1905657"/>
                <a:gd name="connsiteY1043" fmla="*/ 274468 h 1221162"/>
                <a:gd name="connsiteX1044" fmla="*/ 42809 w 1905657"/>
                <a:gd name="connsiteY1044" fmla="*/ 272416 h 1221162"/>
                <a:gd name="connsiteX1045" fmla="*/ 44761 w 1905657"/>
                <a:gd name="connsiteY1045" fmla="*/ 270397 h 1221162"/>
                <a:gd name="connsiteX1046" fmla="*/ 45804 w 1905657"/>
                <a:gd name="connsiteY1046" fmla="*/ 268715 h 1221162"/>
                <a:gd name="connsiteX1047" fmla="*/ 44054 w 1905657"/>
                <a:gd name="connsiteY1047" fmla="*/ 264544 h 1221162"/>
                <a:gd name="connsiteX1048" fmla="*/ 44390 w 1905657"/>
                <a:gd name="connsiteY1048" fmla="*/ 259061 h 1221162"/>
                <a:gd name="connsiteX1049" fmla="*/ 43448 w 1905657"/>
                <a:gd name="connsiteY1049" fmla="*/ 256134 h 1221162"/>
                <a:gd name="connsiteX1050" fmla="*/ 43515 w 1905657"/>
                <a:gd name="connsiteY1050" fmla="*/ 253510 h 1221162"/>
                <a:gd name="connsiteX1051" fmla="*/ 41698 w 1905657"/>
                <a:gd name="connsiteY1051" fmla="*/ 250819 h 1221162"/>
                <a:gd name="connsiteX1052" fmla="*/ 39376 w 1905657"/>
                <a:gd name="connsiteY1052" fmla="*/ 248296 h 1221162"/>
                <a:gd name="connsiteX1053" fmla="*/ 37054 w 1905657"/>
                <a:gd name="connsiteY1053" fmla="*/ 249440 h 1221162"/>
                <a:gd name="connsiteX1054" fmla="*/ 34361 w 1905657"/>
                <a:gd name="connsiteY1054" fmla="*/ 251626 h 1221162"/>
                <a:gd name="connsiteX1055" fmla="*/ 32914 w 1905657"/>
                <a:gd name="connsiteY1055" fmla="*/ 252636 h 1221162"/>
                <a:gd name="connsiteX1056" fmla="*/ 30727 w 1905657"/>
                <a:gd name="connsiteY1056" fmla="*/ 253880 h 1221162"/>
                <a:gd name="connsiteX1057" fmla="*/ 26890 w 1905657"/>
                <a:gd name="connsiteY1057" fmla="*/ 252736 h 1221162"/>
                <a:gd name="connsiteX1058" fmla="*/ 24366 w 1905657"/>
                <a:gd name="connsiteY1058" fmla="*/ 253308 h 1221162"/>
                <a:gd name="connsiteX1059" fmla="*/ 19351 w 1905657"/>
                <a:gd name="connsiteY1059" fmla="*/ 253813 h 1221162"/>
                <a:gd name="connsiteX1060" fmla="*/ 16020 w 1905657"/>
                <a:gd name="connsiteY1060" fmla="*/ 254957 h 1221162"/>
                <a:gd name="connsiteX1061" fmla="*/ 13697 w 1905657"/>
                <a:gd name="connsiteY1061" fmla="*/ 259431 h 1221162"/>
                <a:gd name="connsiteX1062" fmla="*/ 10870 w 1905657"/>
                <a:gd name="connsiteY1062" fmla="*/ 262391 h 1221162"/>
                <a:gd name="connsiteX1063" fmla="*/ 9524 w 1905657"/>
                <a:gd name="connsiteY1063" fmla="*/ 266596 h 1221162"/>
                <a:gd name="connsiteX1064" fmla="*/ 8683 w 1905657"/>
                <a:gd name="connsiteY1064" fmla="*/ 272685 h 1221162"/>
                <a:gd name="connsiteX1065" fmla="*/ 8683 w 1905657"/>
                <a:gd name="connsiteY1065" fmla="*/ 276520 h 1221162"/>
                <a:gd name="connsiteX1066" fmla="*/ 6933 w 1905657"/>
                <a:gd name="connsiteY1066" fmla="*/ 283315 h 1221162"/>
                <a:gd name="connsiteX1067" fmla="*/ 6933 w 1905657"/>
                <a:gd name="connsiteY1067" fmla="*/ 288664 h 1221162"/>
                <a:gd name="connsiteX1068" fmla="*/ 3904 w 1905657"/>
                <a:gd name="connsiteY1068" fmla="*/ 292869 h 1221162"/>
                <a:gd name="connsiteX1069" fmla="*/ 1716 w 1905657"/>
                <a:gd name="connsiteY1069" fmla="*/ 298957 h 1221162"/>
                <a:gd name="connsiteX1070" fmla="*/ 2457 w 1905657"/>
                <a:gd name="connsiteY1070" fmla="*/ 303028 h 1221162"/>
                <a:gd name="connsiteX1071" fmla="*/ 4779 w 1905657"/>
                <a:gd name="connsiteY1071" fmla="*/ 309116 h 1221162"/>
                <a:gd name="connsiteX1072" fmla="*/ 6361 w 1905657"/>
                <a:gd name="connsiteY1072" fmla="*/ 314331 h 1221162"/>
                <a:gd name="connsiteX1073" fmla="*/ 8380 w 1905657"/>
                <a:gd name="connsiteY1073" fmla="*/ 320554 h 1221162"/>
                <a:gd name="connsiteX1074" fmla="*/ 12284 w 1905657"/>
                <a:gd name="connsiteY1074" fmla="*/ 325196 h 1221162"/>
                <a:gd name="connsiteX1075" fmla="*/ 15481 w 1905657"/>
                <a:gd name="connsiteY1075" fmla="*/ 327955 h 1221162"/>
                <a:gd name="connsiteX1076" fmla="*/ 17366 w 1905657"/>
                <a:gd name="connsiteY1076" fmla="*/ 328998 h 1221162"/>
                <a:gd name="connsiteX1077" fmla="*/ 19553 w 1905657"/>
                <a:gd name="connsiteY1077" fmla="*/ 330747 h 1221162"/>
                <a:gd name="connsiteX1078" fmla="*/ 21169 w 1905657"/>
                <a:gd name="connsiteY1078" fmla="*/ 333371 h 1221162"/>
                <a:gd name="connsiteX1079" fmla="*/ 21068 w 1905657"/>
                <a:gd name="connsiteY1079" fmla="*/ 335860 h 1221162"/>
                <a:gd name="connsiteX1080" fmla="*/ 20092 w 1905657"/>
                <a:gd name="connsiteY1080" fmla="*/ 336835 h 1221162"/>
                <a:gd name="connsiteX1081" fmla="*/ 15952 w 1905657"/>
                <a:gd name="connsiteY1081" fmla="*/ 342252 h 1221162"/>
                <a:gd name="connsiteX1082" fmla="*/ 14101 w 1905657"/>
                <a:gd name="connsiteY1082" fmla="*/ 343227 h 1221162"/>
                <a:gd name="connsiteX1083" fmla="*/ 12688 w 1905657"/>
                <a:gd name="connsiteY1083" fmla="*/ 345178 h 1221162"/>
                <a:gd name="connsiteX1084" fmla="*/ 12048 w 1905657"/>
                <a:gd name="connsiteY1084" fmla="*/ 347903 h 1221162"/>
                <a:gd name="connsiteX1085" fmla="*/ 10971 w 1905657"/>
                <a:gd name="connsiteY1085" fmla="*/ 350191 h 1221162"/>
                <a:gd name="connsiteX1086" fmla="*/ 9659 w 1905657"/>
                <a:gd name="connsiteY1086" fmla="*/ 352142 h 1221162"/>
                <a:gd name="connsiteX1087" fmla="*/ 9322 w 1905657"/>
                <a:gd name="connsiteY1087" fmla="*/ 354194 h 1221162"/>
                <a:gd name="connsiteX1088" fmla="*/ 9120 w 1905657"/>
                <a:gd name="connsiteY1088" fmla="*/ 356918 h 1221162"/>
                <a:gd name="connsiteX1089" fmla="*/ 10197 w 1905657"/>
                <a:gd name="connsiteY1089" fmla="*/ 360081 h 1221162"/>
                <a:gd name="connsiteX1090" fmla="*/ 11611 w 1905657"/>
                <a:gd name="connsiteY1090" fmla="*/ 363007 h 1221162"/>
                <a:gd name="connsiteX1091" fmla="*/ 12923 w 1905657"/>
                <a:gd name="connsiteY1091" fmla="*/ 365631 h 1221162"/>
                <a:gd name="connsiteX1092" fmla="*/ 12048 w 1905657"/>
                <a:gd name="connsiteY1092" fmla="*/ 372157 h 1221162"/>
                <a:gd name="connsiteX1093" fmla="*/ 11409 w 1905657"/>
                <a:gd name="connsiteY1093" fmla="*/ 374983 h 1221162"/>
                <a:gd name="connsiteX1094" fmla="*/ 10769 w 1905657"/>
                <a:gd name="connsiteY1094" fmla="*/ 376497 h 1221162"/>
                <a:gd name="connsiteX1095" fmla="*/ 7168 w 1905657"/>
                <a:gd name="connsiteY1095" fmla="*/ 380836 h 1221162"/>
                <a:gd name="connsiteX1096" fmla="*/ 6529 w 1905657"/>
                <a:gd name="connsiteY1096" fmla="*/ 384436 h 1221162"/>
                <a:gd name="connsiteX1097" fmla="*/ 4880 w 1905657"/>
                <a:gd name="connsiteY1097" fmla="*/ 388338 h 1221162"/>
                <a:gd name="connsiteX1098" fmla="*/ 3130 w 1905657"/>
                <a:gd name="connsiteY1098" fmla="*/ 391063 h 1221162"/>
                <a:gd name="connsiteX1099" fmla="*/ 1615 w 1905657"/>
                <a:gd name="connsiteY1099" fmla="*/ 393451 h 1221162"/>
                <a:gd name="connsiteX1100" fmla="*/ 0 w 1905657"/>
                <a:gd name="connsiteY1100" fmla="*/ 399002 h 1221162"/>
                <a:gd name="connsiteX1101" fmla="*/ 0 w 1905657"/>
                <a:gd name="connsiteY1101" fmla="*/ 403442 h 1221162"/>
                <a:gd name="connsiteX1102" fmla="*/ 3904 w 1905657"/>
                <a:gd name="connsiteY1102" fmla="*/ 408017 h 1221162"/>
                <a:gd name="connsiteX1103" fmla="*/ 9558 w 1905657"/>
                <a:gd name="connsiteY1103" fmla="*/ 413567 h 1221162"/>
                <a:gd name="connsiteX1104" fmla="*/ 11846 w 1905657"/>
                <a:gd name="connsiteY1104" fmla="*/ 415956 h 1221162"/>
                <a:gd name="connsiteX1105" fmla="*/ 13058 w 1905657"/>
                <a:gd name="connsiteY1105" fmla="*/ 418681 h 1221162"/>
                <a:gd name="connsiteX1106" fmla="*/ 13058 w 1905657"/>
                <a:gd name="connsiteY1106" fmla="*/ 424433 h 1221162"/>
                <a:gd name="connsiteX1107" fmla="*/ 12082 w 1905657"/>
                <a:gd name="connsiteY1107" fmla="*/ 429311 h 1221162"/>
                <a:gd name="connsiteX1108" fmla="*/ 12520 w 1905657"/>
                <a:gd name="connsiteY1108" fmla="*/ 433886 h 1221162"/>
                <a:gd name="connsiteX1109" fmla="*/ 12856 w 1905657"/>
                <a:gd name="connsiteY1109" fmla="*/ 436913 h 1221162"/>
                <a:gd name="connsiteX1110" fmla="*/ 13731 w 1905657"/>
                <a:gd name="connsiteY1110" fmla="*/ 440715 h 1221162"/>
                <a:gd name="connsiteX1111" fmla="*/ 16121 w 1905657"/>
                <a:gd name="connsiteY1111" fmla="*/ 443978 h 1221162"/>
                <a:gd name="connsiteX1112" fmla="*/ 20024 w 1905657"/>
                <a:gd name="connsiteY1112" fmla="*/ 448015 h 1221162"/>
                <a:gd name="connsiteX1113" fmla="*/ 24164 w 1905657"/>
                <a:gd name="connsiteY1113" fmla="*/ 450739 h 1221162"/>
                <a:gd name="connsiteX1114" fmla="*/ 26015 w 1905657"/>
                <a:gd name="connsiteY1114" fmla="*/ 452354 h 1221162"/>
                <a:gd name="connsiteX1115" fmla="*/ 28404 w 1905657"/>
                <a:gd name="connsiteY1115" fmla="*/ 453431 h 1221162"/>
                <a:gd name="connsiteX1116" fmla="*/ 31669 w 1905657"/>
                <a:gd name="connsiteY1116" fmla="*/ 455920 h 1221162"/>
                <a:gd name="connsiteX1117" fmla="*/ 33857 w 1905657"/>
                <a:gd name="connsiteY1117" fmla="*/ 457232 h 1221162"/>
                <a:gd name="connsiteX1118" fmla="*/ 37020 w 1905657"/>
                <a:gd name="connsiteY1118" fmla="*/ 457232 h 1221162"/>
                <a:gd name="connsiteX1119" fmla="*/ 38669 w 1905657"/>
                <a:gd name="connsiteY1119" fmla="*/ 454608 h 1221162"/>
                <a:gd name="connsiteX1120" fmla="*/ 39746 w 1905657"/>
                <a:gd name="connsiteY1120" fmla="*/ 452859 h 1221162"/>
                <a:gd name="connsiteX1121" fmla="*/ 40722 w 1905657"/>
                <a:gd name="connsiteY1121" fmla="*/ 452320 h 1221162"/>
                <a:gd name="connsiteX1122" fmla="*/ 45164 w 1905657"/>
                <a:gd name="connsiteY1122" fmla="*/ 453397 h 1221162"/>
                <a:gd name="connsiteX1123" fmla="*/ 48092 w 1905657"/>
                <a:gd name="connsiteY1123" fmla="*/ 455684 h 1221162"/>
                <a:gd name="connsiteX1124" fmla="*/ 51357 w 1905657"/>
                <a:gd name="connsiteY1124" fmla="*/ 458948 h 1221162"/>
                <a:gd name="connsiteX1125" fmla="*/ 55496 w 1905657"/>
                <a:gd name="connsiteY1125" fmla="*/ 461773 h 1221162"/>
                <a:gd name="connsiteX1126" fmla="*/ 56809 w 1905657"/>
                <a:gd name="connsiteY1126" fmla="*/ 462547 h 1221162"/>
                <a:gd name="connsiteX1127" fmla="*/ 61689 w 1905657"/>
                <a:gd name="connsiteY1127" fmla="*/ 466012 h 1221162"/>
                <a:gd name="connsiteX1128" fmla="*/ 63876 w 1905657"/>
                <a:gd name="connsiteY1128" fmla="*/ 466651 h 1221162"/>
                <a:gd name="connsiteX1129" fmla="*/ 69867 w 1905657"/>
                <a:gd name="connsiteY1129" fmla="*/ 468602 h 1221162"/>
                <a:gd name="connsiteX1130" fmla="*/ 73905 w 1905657"/>
                <a:gd name="connsiteY1130" fmla="*/ 470553 h 1221162"/>
                <a:gd name="connsiteX1131" fmla="*/ 77506 w 1905657"/>
                <a:gd name="connsiteY1131" fmla="*/ 473581 h 1221162"/>
                <a:gd name="connsiteX1132" fmla="*/ 79257 w 1905657"/>
                <a:gd name="connsiteY1132" fmla="*/ 476171 h 1221162"/>
                <a:gd name="connsiteX1133" fmla="*/ 80031 w 1905657"/>
                <a:gd name="connsiteY1133" fmla="*/ 479198 h 1221162"/>
                <a:gd name="connsiteX1134" fmla="*/ 81781 w 1905657"/>
                <a:gd name="connsiteY1134" fmla="*/ 482462 h 1221162"/>
                <a:gd name="connsiteX1135" fmla="*/ 82757 w 1905657"/>
                <a:gd name="connsiteY1135" fmla="*/ 485085 h 1221162"/>
                <a:gd name="connsiteX1136" fmla="*/ 84372 w 1905657"/>
                <a:gd name="connsiteY1136" fmla="*/ 489761 h 1221162"/>
                <a:gd name="connsiteX1137" fmla="*/ 85987 w 1905657"/>
                <a:gd name="connsiteY1137" fmla="*/ 493798 h 1221162"/>
                <a:gd name="connsiteX1138" fmla="*/ 87939 w 1905657"/>
                <a:gd name="connsiteY1138" fmla="*/ 495985 h 1221162"/>
                <a:gd name="connsiteX1139" fmla="*/ 89891 w 1905657"/>
                <a:gd name="connsiteY1139" fmla="*/ 499012 h 1221162"/>
                <a:gd name="connsiteX1140" fmla="*/ 92180 w 1905657"/>
                <a:gd name="connsiteY1140" fmla="*/ 503352 h 1221162"/>
                <a:gd name="connsiteX1141" fmla="*/ 93055 w 1905657"/>
                <a:gd name="connsiteY1141" fmla="*/ 505303 h 1221162"/>
                <a:gd name="connsiteX1142" fmla="*/ 97194 w 1905657"/>
                <a:gd name="connsiteY1142" fmla="*/ 513242 h 1221162"/>
                <a:gd name="connsiteX1143" fmla="*/ 98507 w 1905657"/>
                <a:gd name="connsiteY1143" fmla="*/ 516606 h 1221162"/>
                <a:gd name="connsiteX1144" fmla="*/ 101570 w 1905657"/>
                <a:gd name="connsiteY1144" fmla="*/ 519230 h 1221162"/>
                <a:gd name="connsiteX1145" fmla="*/ 102747 w 1905657"/>
                <a:gd name="connsiteY1145" fmla="*/ 521719 h 1221162"/>
                <a:gd name="connsiteX1146" fmla="*/ 108839 w 1905657"/>
                <a:gd name="connsiteY1146" fmla="*/ 526933 h 1221162"/>
                <a:gd name="connsiteX1147" fmla="*/ 113079 w 1905657"/>
                <a:gd name="connsiteY1147" fmla="*/ 531710 h 1221162"/>
                <a:gd name="connsiteX1148" fmla="*/ 117858 w 1905657"/>
                <a:gd name="connsiteY1148" fmla="*/ 535309 h 1221162"/>
                <a:gd name="connsiteX1149" fmla="*/ 121998 w 1905657"/>
                <a:gd name="connsiteY1149" fmla="*/ 539010 h 1221162"/>
                <a:gd name="connsiteX1150" fmla="*/ 129402 w 1905657"/>
                <a:gd name="connsiteY1150" fmla="*/ 544123 h 1221162"/>
                <a:gd name="connsiteX1151" fmla="*/ 134181 w 1905657"/>
                <a:gd name="connsiteY1151" fmla="*/ 547487 h 1221162"/>
                <a:gd name="connsiteX1152" fmla="*/ 137445 w 1905657"/>
                <a:gd name="connsiteY1152" fmla="*/ 551187 h 1221162"/>
                <a:gd name="connsiteX1153" fmla="*/ 144412 w 1905657"/>
                <a:gd name="connsiteY1153" fmla="*/ 557377 h 1221162"/>
                <a:gd name="connsiteX1154" fmla="*/ 147878 w 1905657"/>
                <a:gd name="connsiteY1154" fmla="*/ 560741 h 1221162"/>
                <a:gd name="connsiteX1155" fmla="*/ 151244 w 1905657"/>
                <a:gd name="connsiteY1155" fmla="*/ 565753 h 1221162"/>
                <a:gd name="connsiteX1156" fmla="*/ 153431 w 1905657"/>
                <a:gd name="connsiteY1156" fmla="*/ 570766 h 1221162"/>
                <a:gd name="connsiteX1157" fmla="*/ 158008 w 1905657"/>
                <a:gd name="connsiteY1157" fmla="*/ 574802 h 1221162"/>
                <a:gd name="connsiteX1158" fmla="*/ 159085 w 1905657"/>
                <a:gd name="connsiteY1158" fmla="*/ 575442 h 1221162"/>
                <a:gd name="connsiteX1159" fmla="*/ 161138 w 1905657"/>
                <a:gd name="connsiteY1159" fmla="*/ 578772 h 1221162"/>
                <a:gd name="connsiteX1160" fmla="*/ 163090 w 1905657"/>
                <a:gd name="connsiteY1160" fmla="*/ 579916 h 1221162"/>
                <a:gd name="connsiteX1161" fmla="*/ 166220 w 1905657"/>
                <a:gd name="connsiteY1161" fmla="*/ 579916 h 1221162"/>
                <a:gd name="connsiteX1162" fmla="*/ 167095 w 1905657"/>
                <a:gd name="connsiteY1162" fmla="*/ 580992 h 1221162"/>
                <a:gd name="connsiteX1163" fmla="*/ 170124 w 1905657"/>
                <a:gd name="connsiteY1163" fmla="*/ 584591 h 1221162"/>
                <a:gd name="connsiteX1164" fmla="*/ 170360 w 1905657"/>
                <a:gd name="connsiteY1164" fmla="*/ 586879 h 1221162"/>
                <a:gd name="connsiteX1165" fmla="*/ 170561 w 1905657"/>
                <a:gd name="connsiteY1165" fmla="*/ 589166 h 1221162"/>
                <a:gd name="connsiteX1166" fmla="*/ 170662 w 1905657"/>
                <a:gd name="connsiteY1166" fmla="*/ 590916 h 1221162"/>
                <a:gd name="connsiteX1167" fmla="*/ 170561 w 1905657"/>
                <a:gd name="connsiteY1167" fmla="*/ 593842 h 1221162"/>
                <a:gd name="connsiteX1168" fmla="*/ 170561 w 1905657"/>
                <a:gd name="connsiteY1168" fmla="*/ 596466 h 1221162"/>
                <a:gd name="connsiteX1169" fmla="*/ 170797 w 1905657"/>
                <a:gd name="connsiteY1169" fmla="*/ 600267 h 1221162"/>
                <a:gd name="connsiteX1170" fmla="*/ 171874 w 1905657"/>
                <a:gd name="connsiteY1170" fmla="*/ 602757 h 1221162"/>
                <a:gd name="connsiteX1171" fmla="*/ 172951 w 1905657"/>
                <a:gd name="connsiteY1171" fmla="*/ 604809 h 1221162"/>
                <a:gd name="connsiteX1172" fmla="*/ 174129 w 1905657"/>
                <a:gd name="connsiteY1172" fmla="*/ 607635 h 1221162"/>
                <a:gd name="connsiteX1173" fmla="*/ 175206 w 1905657"/>
                <a:gd name="connsiteY1173" fmla="*/ 610225 h 1221162"/>
                <a:gd name="connsiteX1174" fmla="*/ 176182 w 1905657"/>
                <a:gd name="connsiteY1174" fmla="*/ 612512 h 1221162"/>
                <a:gd name="connsiteX1175" fmla="*/ 177393 w 1905657"/>
                <a:gd name="connsiteY1175" fmla="*/ 614026 h 1221162"/>
                <a:gd name="connsiteX1176" fmla="*/ 178470 w 1905657"/>
                <a:gd name="connsiteY1176" fmla="*/ 614564 h 1221162"/>
                <a:gd name="connsiteX1177" fmla="*/ 180961 w 1905657"/>
                <a:gd name="connsiteY1177" fmla="*/ 614564 h 1221162"/>
                <a:gd name="connsiteX1178" fmla="*/ 183014 w 1905657"/>
                <a:gd name="connsiteY1178" fmla="*/ 615203 h 1221162"/>
                <a:gd name="connsiteX1179" fmla="*/ 185504 w 1905657"/>
                <a:gd name="connsiteY1179" fmla="*/ 615203 h 1221162"/>
                <a:gd name="connsiteX1180" fmla="*/ 187557 w 1905657"/>
                <a:gd name="connsiteY1180" fmla="*/ 614665 h 1221162"/>
                <a:gd name="connsiteX1181" fmla="*/ 188331 w 1905657"/>
                <a:gd name="connsiteY1181" fmla="*/ 614463 h 1221162"/>
                <a:gd name="connsiteX1182" fmla="*/ 189206 w 1905657"/>
                <a:gd name="connsiteY1182" fmla="*/ 613387 h 1221162"/>
                <a:gd name="connsiteX1183" fmla="*/ 189644 w 1905657"/>
                <a:gd name="connsiteY1183" fmla="*/ 610898 h 1221162"/>
                <a:gd name="connsiteX1184" fmla="*/ 189980 w 1905657"/>
                <a:gd name="connsiteY1184" fmla="*/ 609821 h 1221162"/>
                <a:gd name="connsiteX1185" fmla="*/ 190182 w 1905657"/>
                <a:gd name="connsiteY1185" fmla="*/ 607870 h 1221162"/>
                <a:gd name="connsiteX1186" fmla="*/ 190283 w 1905657"/>
                <a:gd name="connsiteY1186" fmla="*/ 605818 h 1221162"/>
                <a:gd name="connsiteX1187" fmla="*/ 191360 w 1905657"/>
                <a:gd name="connsiteY1187" fmla="*/ 604742 h 1221162"/>
                <a:gd name="connsiteX1188" fmla="*/ 191898 w 1905657"/>
                <a:gd name="connsiteY1188" fmla="*/ 602891 h 1221162"/>
                <a:gd name="connsiteX1189" fmla="*/ 193850 w 1905657"/>
                <a:gd name="connsiteY1189" fmla="*/ 601277 h 1221162"/>
                <a:gd name="connsiteX1190" fmla="*/ 196576 w 1905657"/>
                <a:gd name="connsiteY1190" fmla="*/ 599864 h 1221162"/>
                <a:gd name="connsiteX1191" fmla="*/ 199168 w 1905657"/>
                <a:gd name="connsiteY1191" fmla="*/ 598989 h 1221162"/>
                <a:gd name="connsiteX1192" fmla="*/ 201793 w 1905657"/>
                <a:gd name="connsiteY1192" fmla="*/ 597476 h 1221162"/>
                <a:gd name="connsiteX1193" fmla="*/ 203644 w 1905657"/>
                <a:gd name="connsiteY1193" fmla="*/ 596164 h 1221162"/>
                <a:gd name="connsiteX1194" fmla="*/ 205057 w 1905657"/>
                <a:gd name="connsiteY1194" fmla="*/ 595625 h 1221162"/>
                <a:gd name="connsiteX1195" fmla="*/ 206908 w 1905657"/>
                <a:gd name="connsiteY1195" fmla="*/ 593573 h 1221162"/>
                <a:gd name="connsiteX1196" fmla="*/ 208961 w 1905657"/>
                <a:gd name="connsiteY1196" fmla="*/ 593035 h 1221162"/>
                <a:gd name="connsiteX1197" fmla="*/ 210577 w 1905657"/>
                <a:gd name="connsiteY1197" fmla="*/ 592396 h 1221162"/>
                <a:gd name="connsiteX1198" fmla="*/ 212091 w 1905657"/>
                <a:gd name="connsiteY1198" fmla="*/ 591757 h 1221162"/>
                <a:gd name="connsiteX1199" fmla="*/ 212293 w 1905657"/>
                <a:gd name="connsiteY1199" fmla="*/ 589469 h 1221162"/>
                <a:gd name="connsiteX1200" fmla="*/ 212192 w 1905657"/>
                <a:gd name="connsiteY1200" fmla="*/ 587283 h 1221162"/>
                <a:gd name="connsiteX1201" fmla="*/ 212293 w 1905657"/>
                <a:gd name="connsiteY1201" fmla="*/ 584255 h 1221162"/>
                <a:gd name="connsiteX1202" fmla="*/ 212495 w 1905657"/>
                <a:gd name="connsiteY1202" fmla="*/ 582943 h 1221162"/>
                <a:gd name="connsiteX1203" fmla="*/ 213033 w 1905657"/>
                <a:gd name="connsiteY1203" fmla="*/ 581732 h 1221162"/>
                <a:gd name="connsiteX1204" fmla="*/ 213808 w 1905657"/>
                <a:gd name="connsiteY1204" fmla="*/ 580117 h 1221162"/>
                <a:gd name="connsiteX1205" fmla="*/ 215659 w 1905657"/>
                <a:gd name="connsiteY1205" fmla="*/ 579142 h 1221162"/>
                <a:gd name="connsiteX1206" fmla="*/ 218250 w 1905657"/>
                <a:gd name="connsiteY1206" fmla="*/ 578267 h 1221162"/>
                <a:gd name="connsiteX1207" fmla="*/ 219462 w 1905657"/>
                <a:gd name="connsiteY1207" fmla="*/ 578065 h 1221162"/>
                <a:gd name="connsiteX1208" fmla="*/ 220774 w 1905657"/>
                <a:gd name="connsiteY1208" fmla="*/ 578839 h 1221162"/>
                <a:gd name="connsiteX1209" fmla="*/ 222288 w 1905657"/>
                <a:gd name="connsiteY1209" fmla="*/ 579075 h 1221162"/>
                <a:gd name="connsiteX1210" fmla="*/ 223365 w 1905657"/>
                <a:gd name="connsiteY1210" fmla="*/ 580925 h 1221162"/>
                <a:gd name="connsiteX1211" fmla="*/ 224577 w 1905657"/>
                <a:gd name="connsiteY1211" fmla="*/ 581900 h 1221162"/>
                <a:gd name="connsiteX1212" fmla="*/ 226966 w 1905657"/>
                <a:gd name="connsiteY1212" fmla="*/ 583952 h 1221162"/>
                <a:gd name="connsiteX1213" fmla="*/ 228043 w 1905657"/>
                <a:gd name="connsiteY1213" fmla="*/ 583078 h 1221162"/>
                <a:gd name="connsiteX1214" fmla="*/ 229659 w 1905657"/>
                <a:gd name="connsiteY1214" fmla="*/ 582001 h 1221162"/>
                <a:gd name="connsiteX1215" fmla="*/ 230433 w 1905657"/>
                <a:gd name="connsiteY1215" fmla="*/ 581026 h 1221162"/>
                <a:gd name="connsiteX1216" fmla="*/ 231914 w 1905657"/>
                <a:gd name="connsiteY1216" fmla="*/ 580218 h 1221162"/>
                <a:gd name="connsiteX1217" fmla="*/ 233596 w 1905657"/>
                <a:gd name="connsiteY1217" fmla="*/ 579781 h 1221162"/>
                <a:gd name="connsiteX1218" fmla="*/ 236323 w 1905657"/>
                <a:gd name="connsiteY1218" fmla="*/ 579714 h 1221162"/>
                <a:gd name="connsiteX1219" fmla="*/ 237837 w 1905657"/>
                <a:gd name="connsiteY1219" fmla="*/ 580353 h 1221162"/>
                <a:gd name="connsiteX1220" fmla="*/ 239183 w 1905657"/>
                <a:gd name="connsiteY1220" fmla="*/ 582270 h 1221162"/>
                <a:gd name="connsiteX1221" fmla="*/ 241573 w 1905657"/>
                <a:gd name="connsiteY1221" fmla="*/ 584827 h 1221162"/>
                <a:gd name="connsiteX1222" fmla="*/ 243693 w 1905657"/>
                <a:gd name="connsiteY1222" fmla="*/ 587754 h 1221162"/>
                <a:gd name="connsiteX1223" fmla="*/ 245645 w 1905657"/>
                <a:gd name="connsiteY1223" fmla="*/ 590075 h 1221162"/>
                <a:gd name="connsiteX1224" fmla="*/ 250592 w 1905657"/>
                <a:gd name="connsiteY1224" fmla="*/ 595053 h 1221162"/>
                <a:gd name="connsiteX1225" fmla="*/ 255337 w 1905657"/>
                <a:gd name="connsiteY1225" fmla="*/ 597711 h 1221162"/>
                <a:gd name="connsiteX1226" fmla="*/ 259409 w 1905657"/>
                <a:gd name="connsiteY1226" fmla="*/ 600200 h 1221162"/>
                <a:gd name="connsiteX1227" fmla="*/ 262405 w 1905657"/>
                <a:gd name="connsiteY1227" fmla="*/ 600570 h 1221162"/>
                <a:gd name="connsiteX1228" fmla="*/ 266915 w 1905657"/>
                <a:gd name="connsiteY1228" fmla="*/ 600839 h 1221162"/>
                <a:gd name="connsiteX1229" fmla="*/ 270448 w 1905657"/>
                <a:gd name="connsiteY1229" fmla="*/ 600839 h 1221162"/>
                <a:gd name="connsiteX1230" fmla="*/ 271761 w 1905657"/>
                <a:gd name="connsiteY1230" fmla="*/ 600974 h 1221162"/>
                <a:gd name="connsiteX1231" fmla="*/ 274083 w 1905657"/>
                <a:gd name="connsiteY1231" fmla="*/ 602151 h 1221162"/>
                <a:gd name="connsiteX1232" fmla="*/ 275160 w 1905657"/>
                <a:gd name="connsiteY1232" fmla="*/ 603228 h 1221162"/>
                <a:gd name="connsiteX1233" fmla="*/ 276102 w 1905657"/>
                <a:gd name="connsiteY1233" fmla="*/ 606054 h 1221162"/>
                <a:gd name="connsiteX1234" fmla="*/ 276237 w 1905657"/>
                <a:gd name="connsiteY1234" fmla="*/ 608005 h 1221162"/>
                <a:gd name="connsiteX1235" fmla="*/ 275867 w 1905657"/>
                <a:gd name="connsiteY1235" fmla="*/ 609754 h 1221162"/>
                <a:gd name="connsiteX1236" fmla="*/ 275294 w 1905657"/>
                <a:gd name="connsiteY1236" fmla="*/ 612075 h 1221162"/>
                <a:gd name="connsiteX1237" fmla="*/ 274924 w 1905657"/>
                <a:gd name="connsiteY1237" fmla="*/ 614026 h 1221162"/>
                <a:gd name="connsiteX1238" fmla="*/ 274722 w 1905657"/>
                <a:gd name="connsiteY1238" fmla="*/ 616616 h 1221162"/>
                <a:gd name="connsiteX1239" fmla="*/ 274588 w 1905657"/>
                <a:gd name="connsiteY1239" fmla="*/ 619139 h 1221162"/>
                <a:gd name="connsiteX1240" fmla="*/ 274520 w 1905657"/>
                <a:gd name="connsiteY1240" fmla="*/ 620956 h 1221162"/>
                <a:gd name="connsiteX1241" fmla="*/ 275463 w 1905657"/>
                <a:gd name="connsiteY1241" fmla="*/ 623479 h 1221162"/>
                <a:gd name="connsiteX1242" fmla="*/ 276102 w 1905657"/>
                <a:gd name="connsiteY1242" fmla="*/ 625430 h 1221162"/>
                <a:gd name="connsiteX1243" fmla="*/ 277482 w 1905657"/>
                <a:gd name="connsiteY1243" fmla="*/ 630274 h 1221162"/>
                <a:gd name="connsiteX1244" fmla="*/ 277785 w 1905657"/>
                <a:gd name="connsiteY1244" fmla="*/ 633167 h 1221162"/>
                <a:gd name="connsiteX1245" fmla="*/ 278357 w 1905657"/>
                <a:gd name="connsiteY1245" fmla="*/ 635556 h 1221162"/>
                <a:gd name="connsiteX1246" fmla="*/ 280174 w 1905657"/>
                <a:gd name="connsiteY1246" fmla="*/ 637372 h 1221162"/>
                <a:gd name="connsiteX1247" fmla="*/ 281622 w 1905657"/>
                <a:gd name="connsiteY1247" fmla="*/ 639390 h 1221162"/>
                <a:gd name="connsiteX1248" fmla="*/ 282429 w 1905657"/>
                <a:gd name="connsiteY1248" fmla="*/ 639895 h 1221162"/>
                <a:gd name="connsiteX1249" fmla="*/ 284886 w 1905657"/>
                <a:gd name="connsiteY1249" fmla="*/ 641207 h 1221162"/>
                <a:gd name="connsiteX1250" fmla="*/ 286973 w 1905657"/>
                <a:gd name="connsiteY1250" fmla="*/ 642519 h 1221162"/>
                <a:gd name="connsiteX1251" fmla="*/ 290002 w 1905657"/>
                <a:gd name="connsiteY1251" fmla="*/ 643966 h 1221162"/>
                <a:gd name="connsiteX1252" fmla="*/ 293905 w 1905657"/>
                <a:gd name="connsiteY1252" fmla="*/ 646421 h 1221162"/>
                <a:gd name="connsiteX1253" fmla="*/ 297877 w 1905657"/>
                <a:gd name="connsiteY1253" fmla="*/ 649045 h 1221162"/>
                <a:gd name="connsiteX1254" fmla="*/ 302285 w 1905657"/>
                <a:gd name="connsiteY1254" fmla="*/ 652745 h 1221162"/>
                <a:gd name="connsiteX1255" fmla="*/ 303531 w 1905657"/>
                <a:gd name="connsiteY1255" fmla="*/ 655134 h 1221162"/>
                <a:gd name="connsiteX1256" fmla="*/ 306290 w 1905657"/>
                <a:gd name="connsiteY1256" fmla="*/ 660045 h 1221162"/>
                <a:gd name="connsiteX1257" fmla="*/ 310497 w 1905657"/>
                <a:gd name="connsiteY1257" fmla="*/ 665999 h 1221162"/>
                <a:gd name="connsiteX1258" fmla="*/ 312685 w 1905657"/>
                <a:gd name="connsiteY1258" fmla="*/ 669767 h 1221162"/>
                <a:gd name="connsiteX1259" fmla="*/ 314435 w 1905657"/>
                <a:gd name="connsiteY1259" fmla="*/ 673333 h 1221162"/>
                <a:gd name="connsiteX1260" fmla="*/ 314805 w 1905657"/>
                <a:gd name="connsiteY1260" fmla="*/ 677807 h 1221162"/>
                <a:gd name="connsiteX1261" fmla="*/ 314805 w 1905657"/>
                <a:gd name="connsiteY1261" fmla="*/ 681642 h 1221162"/>
                <a:gd name="connsiteX1262" fmla="*/ 317262 w 1905657"/>
                <a:gd name="connsiteY1262" fmla="*/ 684669 h 1221162"/>
                <a:gd name="connsiteX1263" fmla="*/ 320223 w 1905657"/>
                <a:gd name="connsiteY1263" fmla="*/ 687630 h 1221162"/>
                <a:gd name="connsiteX1264" fmla="*/ 325137 w 1905657"/>
                <a:gd name="connsiteY1264" fmla="*/ 690893 h 1221162"/>
                <a:gd name="connsiteX1265" fmla="*/ 329041 w 1905657"/>
                <a:gd name="connsiteY1265" fmla="*/ 693079 h 1221162"/>
                <a:gd name="connsiteX1266" fmla="*/ 336075 w 1905657"/>
                <a:gd name="connsiteY1266" fmla="*/ 696981 h 1221162"/>
                <a:gd name="connsiteX1267" fmla="*/ 340349 w 1905657"/>
                <a:gd name="connsiteY1267" fmla="*/ 701254 h 1221162"/>
                <a:gd name="connsiteX1268" fmla="*/ 344993 w 1905657"/>
                <a:gd name="connsiteY1268" fmla="*/ 705257 h 1221162"/>
                <a:gd name="connsiteX1269" fmla="*/ 348460 w 1905657"/>
                <a:gd name="connsiteY1269" fmla="*/ 708015 h 1221162"/>
                <a:gd name="connsiteX1270" fmla="*/ 353373 w 1905657"/>
                <a:gd name="connsiteY1270" fmla="*/ 709765 h 1221162"/>
                <a:gd name="connsiteX1271" fmla="*/ 357210 w 1905657"/>
                <a:gd name="connsiteY1271" fmla="*/ 709765 h 1221162"/>
                <a:gd name="connsiteX1272" fmla="*/ 359296 w 1905657"/>
                <a:gd name="connsiteY1272" fmla="*/ 711211 h 1221162"/>
                <a:gd name="connsiteX1273" fmla="*/ 361181 w 1905657"/>
                <a:gd name="connsiteY1273" fmla="*/ 713667 h 1221162"/>
                <a:gd name="connsiteX1274" fmla="*/ 363066 w 1905657"/>
                <a:gd name="connsiteY1274" fmla="*/ 716560 h 1221162"/>
                <a:gd name="connsiteX1275" fmla="*/ 364075 w 1905657"/>
                <a:gd name="connsiteY1275" fmla="*/ 720462 h 1221162"/>
                <a:gd name="connsiteX1276" fmla="*/ 364950 w 1905657"/>
                <a:gd name="connsiteY1276" fmla="*/ 724230 h 1221162"/>
                <a:gd name="connsiteX1277" fmla="*/ 365455 w 1905657"/>
                <a:gd name="connsiteY1277" fmla="*/ 726483 h 1221162"/>
                <a:gd name="connsiteX1278" fmla="*/ 366768 w 1905657"/>
                <a:gd name="connsiteY1278" fmla="*/ 728636 h 1221162"/>
                <a:gd name="connsiteX1279" fmla="*/ 367845 w 1905657"/>
                <a:gd name="connsiteY1279" fmla="*/ 734860 h 1221162"/>
                <a:gd name="connsiteX1280" fmla="*/ 368282 w 1905657"/>
                <a:gd name="connsiteY1280" fmla="*/ 737114 h 1221162"/>
                <a:gd name="connsiteX1281" fmla="*/ 371816 w 1905657"/>
                <a:gd name="connsiteY1281" fmla="*/ 739435 h 1221162"/>
                <a:gd name="connsiteX1282" fmla="*/ 373128 w 1905657"/>
                <a:gd name="connsiteY1282" fmla="*/ 742900 h 1221162"/>
                <a:gd name="connsiteX1283" fmla="*/ 374710 w 1905657"/>
                <a:gd name="connsiteY1283" fmla="*/ 747475 h 1221162"/>
                <a:gd name="connsiteX1284" fmla="*/ 375148 w 1905657"/>
                <a:gd name="connsiteY1284" fmla="*/ 751679 h 1221162"/>
                <a:gd name="connsiteX1285" fmla="*/ 375518 w 1905657"/>
                <a:gd name="connsiteY1285" fmla="*/ 754135 h 1221162"/>
                <a:gd name="connsiteX1286" fmla="*/ 376460 w 1905657"/>
                <a:gd name="connsiteY1286" fmla="*/ 756725 h 1221162"/>
                <a:gd name="connsiteX1287" fmla="*/ 377403 w 1905657"/>
                <a:gd name="connsiteY1287" fmla="*/ 759114 h 1221162"/>
                <a:gd name="connsiteX1288" fmla="*/ 379422 w 1905657"/>
                <a:gd name="connsiteY1288" fmla="*/ 762377 h 1221162"/>
                <a:gd name="connsiteX1289" fmla="*/ 380566 w 1905657"/>
                <a:gd name="connsiteY1289" fmla="*/ 764194 h 1221162"/>
                <a:gd name="connsiteX1290" fmla="*/ 383965 w 1905657"/>
                <a:gd name="connsiteY1290" fmla="*/ 766077 h 1221162"/>
                <a:gd name="connsiteX1291" fmla="*/ 385850 w 1905657"/>
                <a:gd name="connsiteY1291" fmla="*/ 766077 h 1221162"/>
                <a:gd name="connsiteX1292" fmla="*/ 388475 w 1905657"/>
                <a:gd name="connsiteY1292" fmla="*/ 766077 h 1221162"/>
                <a:gd name="connsiteX1293" fmla="*/ 389989 w 1905657"/>
                <a:gd name="connsiteY1293" fmla="*/ 765640 h 1221162"/>
                <a:gd name="connsiteX1294" fmla="*/ 391504 w 1905657"/>
                <a:gd name="connsiteY1294" fmla="*/ 765135 h 1221162"/>
                <a:gd name="connsiteX1295" fmla="*/ 393186 w 1905657"/>
                <a:gd name="connsiteY1295" fmla="*/ 764833 h 1221162"/>
                <a:gd name="connsiteX1296" fmla="*/ 395273 w 1905657"/>
                <a:gd name="connsiteY1296" fmla="*/ 764631 h 1221162"/>
                <a:gd name="connsiteX1297" fmla="*/ 396855 w 1905657"/>
                <a:gd name="connsiteY1297" fmla="*/ 765001 h 1221162"/>
                <a:gd name="connsiteX1298" fmla="*/ 398100 w 1905657"/>
                <a:gd name="connsiteY1298" fmla="*/ 764934 h 1221162"/>
                <a:gd name="connsiteX1299" fmla="*/ 400490 w 1905657"/>
                <a:gd name="connsiteY1299" fmla="*/ 764362 h 1221162"/>
                <a:gd name="connsiteX1300" fmla="*/ 402576 w 1905657"/>
                <a:gd name="connsiteY1300" fmla="*/ 763218 h 1221162"/>
                <a:gd name="connsiteX1301" fmla="*/ 403889 w 1905657"/>
                <a:gd name="connsiteY1301" fmla="*/ 762343 h 1221162"/>
                <a:gd name="connsiteX1302" fmla="*/ 405773 w 1905657"/>
                <a:gd name="connsiteY1302" fmla="*/ 761536 h 1221162"/>
                <a:gd name="connsiteX1303" fmla="*/ 409475 w 1905657"/>
                <a:gd name="connsiteY1303" fmla="*/ 760729 h 1221162"/>
                <a:gd name="connsiteX1304" fmla="*/ 414692 w 1905657"/>
                <a:gd name="connsiteY1304" fmla="*/ 760594 h 1221162"/>
                <a:gd name="connsiteX1305" fmla="*/ 417014 w 1905657"/>
                <a:gd name="connsiteY1305" fmla="*/ 760527 h 1221162"/>
                <a:gd name="connsiteX1306" fmla="*/ 421288 w 1905657"/>
                <a:gd name="connsiteY1306" fmla="*/ 760661 h 1221162"/>
                <a:gd name="connsiteX1307" fmla="*/ 427077 w 1905657"/>
                <a:gd name="connsiteY1307" fmla="*/ 764194 h 1221162"/>
                <a:gd name="connsiteX1308" fmla="*/ 429163 w 1905657"/>
                <a:gd name="connsiteY1308" fmla="*/ 764126 h 1221162"/>
                <a:gd name="connsiteX1309" fmla="*/ 433067 w 1905657"/>
                <a:gd name="connsiteY1309" fmla="*/ 766245 h 1221162"/>
                <a:gd name="connsiteX1310" fmla="*/ 434885 w 1905657"/>
                <a:gd name="connsiteY1310" fmla="*/ 768331 h 1221162"/>
                <a:gd name="connsiteX1311" fmla="*/ 435961 w 1905657"/>
                <a:gd name="connsiteY1311" fmla="*/ 770013 h 1221162"/>
                <a:gd name="connsiteX1312" fmla="*/ 436601 w 1905657"/>
                <a:gd name="connsiteY1312" fmla="*/ 771527 h 1221162"/>
                <a:gd name="connsiteX1313" fmla="*/ 437173 w 1905657"/>
                <a:gd name="connsiteY1313" fmla="*/ 773041 h 1221162"/>
                <a:gd name="connsiteX1314" fmla="*/ 437308 w 1905657"/>
                <a:gd name="connsiteY1314" fmla="*/ 774353 h 1221162"/>
                <a:gd name="connsiteX1315" fmla="*/ 437812 w 1905657"/>
                <a:gd name="connsiteY1315" fmla="*/ 776808 h 1221162"/>
                <a:gd name="connsiteX1316" fmla="*/ 439394 w 1905657"/>
                <a:gd name="connsiteY1316" fmla="*/ 780206 h 1221162"/>
                <a:gd name="connsiteX1317" fmla="*/ 440034 w 1905657"/>
                <a:gd name="connsiteY1317" fmla="*/ 783974 h 1221162"/>
                <a:gd name="connsiteX1318" fmla="*/ 440303 w 1905657"/>
                <a:gd name="connsiteY1318" fmla="*/ 789188 h 1221162"/>
                <a:gd name="connsiteX1319" fmla="*/ 439832 w 1905657"/>
                <a:gd name="connsiteY1319" fmla="*/ 792653 h 1221162"/>
                <a:gd name="connsiteX1320" fmla="*/ 439832 w 1905657"/>
                <a:gd name="connsiteY1320" fmla="*/ 798069 h 1221162"/>
                <a:gd name="connsiteX1321" fmla="*/ 440269 w 1905657"/>
                <a:gd name="connsiteY1321" fmla="*/ 805671 h 1221162"/>
                <a:gd name="connsiteX1322" fmla="*/ 441043 w 1905657"/>
                <a:gd name="connsiteY1322" fmla="*/ 812096 h 1221162"/>
                <a:gd name="connsiteX1323" fmla="*/ 441279 w 1905657"/>
                <a:gd name="connsiteY1323" fmla="*/ 815359 h 1221162"/>
                <a:gd name="connsiteX1324" fmla="*/ 444207 w 1905657"/>
                <a:gd name="connsiteY1324" fmla="*/ 821011 h 1221162"/>
                <a:gd name="connsiteX1325" fmla="*/ 445957 w 1905657"/>
                <a:gd name="connsiteY1325" fmla="*/ 821885 h 1221162"/>
                <a:gd name="connsiteX1326" fmla="*/ 447471 w 1905657"/>
                <a:gd name="connsiteY1326" fmla="*/ 824375 h 1221162"/>
                <a:gd name="connsiteX1327" fmla="*/ 450096 w 1905657"/>
                <a:gd name="connsiteY1327" fmla="*/ 828714 h 1221162"/>
                <a:gd name="connsiteX1328" fmla="*/ 454539 w 1905657"/>
                <a:gd name="connsiteY1328" fmla="*/ 830901 h 1221162"/>
                <a:gd name="connsiteX1329" fmla="*/ 456592 w 1905657"/>
                <a:gd name="connsiteY1329" fmla="*/ 833390 h 1221162"/>
                <a:gd name="connsiteX1330" fmla="*/ 456794 w 1905657"/>
                <a:gd name="connsiteY1330" fmla="*/ 836216 h 1221162"/>
                <a:gd name="connsiteX1331" fmla="*/ 457231 w 1905657"/>
                <a:gd name="connsiteY1331" fmla="*/ 838604 h 1221162"/>
                <a:gd name="connsiteX1332" fmla="*/ 463222 w 1905657"/>
                <a:gd name="connsiteY1332" fmla="*/ 841094 h 1221162"/>
                <a:gd name="connsiteX1333" fmla="*/ 467227 w 1905657"/>
                <a:gd name="connsiteY1333" fmla="*/ 843482 h 1221162"/>
                <a:gd name="connsiteX1334" fmla="*/ 468539 w 1905657"/>
                <a:gd name="connsiteY1334" fmla="*/ 843482 h 1221162"/>
                <a:gd name="connsiteX1335" fmla="*/ 469852 w 1905657"/>
                <a:gd name="connsiteY1335" fmla="*/ 845870 h 1221162"/>
                <a:gd name="connsiteX1336" fmla="*/ 471265 w 1905657"/>
                <a:gd name="connsiteY1336" fmla="*/ 849470 h 1221162"/>
                <a:gd name="connsiteX1337" fmla="*/ 476482 w 1905657"/>
                <a:gd name="connsiteY1337" fmla="*/ 855323 h 1221162"/>
                <a:gd name="connsiteX1338" fmla="*/ 480285 w 1905657"/>
                <a:gd name="connsiteY1338" fmla="*/ 860436 h 1221162"/>
                <a:gd name="connsiteX1339" fmla="*/ 483448 w 1905657"/>
                <a:gd name="connsiteY1339" fmla="*/ 864036 h 1221162"/>
                <a:gd name="connsiteX1340" fmla="*/ 487891 w 1905657"/>
                <a:gd name="connsiteY1340" fmla="*/ 865247 h 1221162"/>
                <a:gd name="connsiteX1341" fmla="*/ 491256 w 1905657"/>
                <a:gd name="connsiteY1341" fmla="*/ 865247 h 1221162"/>
                <a:gd name="connsiteX1342" fmla="*/ 496371 w 1905657"/>
                <a:gd name="connsiteY1342" fmla="*/ 867534 h 1221162"/>
                <a:gd name="connsiteX1343" fmla="*/ 498996 w 1905657"/>
                <a:gd name="connsiteY1343" fmla="*/ 866996 h 1221162"/>
                <a:gd name="connsiteX1344" fmla="*/ 500073 w 1905657"/>
                <a:gd name="connsiteY1344" fmla="*/ 866021 h 1221162"/>
                <a:gd name="connsiteX1345" fmla="*/ 501824 w 1905657"/>
                <a:gd name="connsiteY1345" fmla="*/ 865381 h 1221162"/>
                <a:gd name="connsiteX1346" fmla="*/ 503237 w 1905657"/>
                <a:gd name="connsiteY1346" fmla="*/ 864170 h 1221162"/>
                <a:gd name="connsiteX1347" fmla="*/ 504011 w 1905657"/>
                <a:gd name="connsiteY1347" fmla="*/ 863397 h 1221162"/>
                <a:gd name="connsiteX1348" fmla="*/ 505761 w 1905657"/>
                <a:gd name="connsiteY1348" fmla="*/ 862085 h 1221162"/>
                <a:gd name="connsiteX1349" fmla="*/ 506838 w 1905657"/>
                <a:gd name="connsiteY1349" fmla="*/ 861042 h 1221162"/>
                <a:gd name="connsiteX1350" fmla="*/ 508083 w 1905657"/>
                <a:gd name="connsiteY1350" fmla="*/ 860235 h 1221162"/>
                <a:gd name="connsiteX1351" fmla="*/ 510843 w 1905657"/>
                <a:gd name="connsiteY1351" fmla="*/ 859999 h 1221162"/>
                <a:gd name="connsiteX1352" fmla="*/ 513434 w 1905657"/>
                <a:gd name="connsiteY1352" fmla="*/ 859932 h 1221162"/>
                <a:gd name="connsiteX1353" fmla="*/ 515386 w 1905657"/>
                <a:gd name="connsiteY1353" fmla="*/ 860033 h 1221162"/>
                <a:gd name="connsiteX1354" fmla="*/ 516362 w 1905657"/>
                <a:gd name="connsiteY1354" fmla="*/ 860504 h 1221162"/>
                <a:gd name="connsiteX1355" fmla="*/ 517506 w 1905657"/>
                <a:gd name="connsiteY1355" fmla="*/ 861479 h 1221162"/>
                <a:gd name="connsiteX1356" fmla="*/ 518718 w 1905657"/>
                <a:gd name="connsiteY1356" fmla="*/ 862623 h 1221162"/>
                <a:gd name="connsiteX1357" fmla="*/ 519930 w 1905657"/>
                <a:gd name="connsiteY1357" fmla="*/ 864036 h 1221162"/>
                <a:gd name="connsiteX1358" fmla="*/ 520704 w 1905657"/>
                <a:gd name="connsiteY1358" fmla="*/ 865516 h 1221162"/>
                <a:gd name="connsiteX1359" fmla="*/ 520872 w 1905657"/>
                <a:gd name="connsiteY1359" fmla="*/ 867467 h 1221162"/>
                <a:gd name="connsiteX1360" fmla="*/ 520805 w 1905657"/>
                <a:gd name="connsiteY1360" fmla="*/ 868880 h 1221162"/>
                <a:gd name="connsiteX1361" fmla="*/ 520434 w 1905657"/>
                <a:gd name="connsiteY1361" fmla="*/ 870192 h 1221162"/>
                <a:gd name="connsiteX1362" fmla="*/ 519660 w 1905657"/>
                <a:gd name="connsiteY1362" fmla="*/ 871538 h 1221162"/>
                <a:gd name="connsiteX1363" fmla="*/ 518718 w 1905657"/>
                <a:gd name="connsiteY1363" fmla="*/ 873152 h 1221162"/>
                <a:gd name="connsiteX1364" fmla="*/ 517675 w 1905657"/>
                <a:gd name="connsiteY1364" fmla="*/ 874195 h 1221162"/>
                <a:gd name="connsiteX1365" fmla="*/ 517136 w 1905657"/>
                <a:gd name="connsiteY1365" fmla="*/ 875103 h 1221162"/>
                <a:gd name="connsiteX1366" fmla="*/ 512997 w 1905657"/>
                <a:gd name="connsiteY1366" fmla="*/ 877660 h 1221162"/>
                <a:gd name="connsiteX1367" fmla="*/ 511516 w 1905657"/>
                <a:gd name="connsiteY1367" fmla="*/ 879510 h 1221162"/>
                <a:gd name="connsiteX1368" fmla="*/ 510977 w 1905657"/>
                <a:gd name="connsiteY1368" fmla="*/ 879947 h 1221162"/>
                <a:gd name="connsiteX1369" fmla="*/ 510271 w 1905657"/>
                <a:gd name="connsiteY1369" fmla="*/ 881360 h 1221162"/>
                <a:gd name="connsiteX1370" fmla="*/ 509934 w 1905657"/>
                <a:gd name="connsiteY1370" fmla="*/ 882605 h 1221162"/>
                <a:gd name="connsiteX1371" fmla="*/ 509564 w 1905657"/>
                <a:gd name="connsiteY1371" fmla="*/ 884287 h 1221162"/>
                <a:gd name="connsiteX1372" fmla="*/ 509396 w 1905657"/>
                <a:gd name="connsiteY1372" fmla="*/ 886238 h 1221162"/>
                <a:gd name="connsiteX1373" fmla="*/ 509396 w 1905657"/>
                <a:gd name="connsiteY1373" fmla="*/ 888425 h 1221162"/>
                <a:gd name="connsiteX1374" fmla="*/ 509396 w 1905657"/>
                <a:gd name="connsiteY1374" fmla="*/ 890174 h 1221162"/>
                <a:gd name="connsiteX1375" fmla="*/ 509497 w 1905657"/>
                <a:gd name="connsiteY1375" fmla="*/ 892899 h 1221162"/>
                <a:gd name="connsiteX1376" fmla="*/ 510708 w 1905657"/>
                <a:gd name="connsiteY1376" fmla="*/ 895018 h 1221162"/>
                <a:gd name="connsiteX1377" fmla="*/ 511785 w 1905657"/>
                <a:gd name="connsiteY1377" fmla="*/ 896599 h 1221162"/>
                <a:gd name="connsiteX1378" fmla="*/ 512997 w 1905657"/>
                <a:gd name="connsiteY1378" fmla="*/ 898079 h 1221162"/>
                <a:gd name="connsiteX1379" fmla="*/ 515555 w 1905657"/>
                <a:gd name="connsiteY1379" fmla="*/ 899324 h 1221162"/>
                <a:gd name="connsiteX1380" fmla="*/ 517742 w 1905657"/>
                <a:gd name="connsiteY1380" fmla="*/ 900804 h 1221162"/>
                <a:gd name="connsiteX1381" fmla="*/ 519425 w 1905657"/>
                <a:gd name="connsiteY1381" fmla="*/ 901410 h 1221162"/>
                <a:gd name="connsiteX1382" fmla="*/ 521040 w 1905657"/>
                <a:gd name="connsiteY1382" fmla="*/ 902183 h 1221162"/>
                <a:gd name="connsiteX1383" fmla="*/ 523598 w 1905657"/>
                <a:gd name="connsiteY1383" fmla="*/ 903260 h 1221162"/>
                <a:gd name="connsiteX1384" fmla="*/ 525920 w 1905657"/>
                <a:gd name="connsiteY1384" fmla="*/ 903260 h 1221162"/>
                <a:gd name="connsiteX1385" fmla="*/ 528209 w 1905657"/>
                <a:gd name="connsiteY1385" fmla="*/ 903260 h 1221162"/>
                <a:gd name="connsiteX1386" fmla="*/ 529387 w 1905657"/>
                <a:gd name="connsiteY1386" fmla="*/ 903260 h 1221162"/>
                <a:gd name="connsiteX1387" fmla="*/ 532920 w 1905657"/>
                <a:gd name="connsiteY1387" fmla="*/ 903596 h 1221162"/>
                <a:gd name="connsiteX1388" fmla="*/ 534771 w 1905657"/>
                <a:gd name="connsiteY1388" fmla="*/ 903865 h 1221162"/>
                <a:gd name="connsiteX1389" fmla="*/ 536353 w 1905657"/>
                <a:gd name="connsiteY1389" fmla="*/ 904773 h 1221162"/>
                <a:gd name="connsiteX1390" fmla="*/ 539618 w 1905657"/>
                <a:gd name="connsiteY1390" fmla="*/ 904134 h 1221162"/>
                <a:gd name="connsiteX1391" fmla="*/ 541368 w 1905657"/>
                <a:gd name="connsiteY1391" fmla="*/ 904269 h 1221162"/>
                <a:gd name="connsiteX1392" fmla="*/ 543252 w 1905657"/>
                <a:gd name="connsiteY1392" fmla="*/ 904773 h 1221162"/>
                <a:gd name="connsiteX1393" fmla="*/ 545642 w 1905657"/>
                <a:gd name="connsiteY1393" fmla="*/ 906590 h 1221162"/>
                <a:gd name="connsiteX1394" fmla="*/ 546651 w 1905657"/>
                <a:gd name="connsiteY1394" fmla="*/ 909113 h 1221162"/>
                <a:gd name="connsiteX1395" fmla="*/ 547224 w 1905657"/>
                <a:gd name="connsiteY1395" fmla="*/ 910997 h 1221162"/>
                <a:gd name="connsiteX1396" fmla="*/ 547022 w 1905657"/>
                <a:gd name="connsiteY1396" fmla="*/ 914899 h 1221162"/>
                <a:gd name="connsiteX1397" fmla="*/ 549411 w 1905657"/>
                <a:gd name="connsiteY1397" fmla="*/ 916985 h 1221162"/>
                <a:gd name="connsiteX1398" fmla="*/ 553820 w 1905657"/>
                <a:gd name="connsiteY1398" fmla="*/ 916346 h 1221162"/>
                <a:gd name="connsiteX1399" fmla="*/ 557017 w 1905657"/>
                <a:gd name="connsiteY1399" fmla="*/ 915034 h 1221162"/>
                <a:gd name="connsiteX1400" fmla="*/ 558094 w 1905657"/>
                <a:gd name="connsiteY1400" fmla="*/ 913890 h 1221162"/>
                <a:gd name="connsiteX1401" fmla="*/ 560180 w 1905657"/>
                <a:gd name="connsiteY1401" fmla="*/ 912645 h 1221162"/>
                <a:gd name="connsiteX1402" fmla="*/ 561190 w 1905657"/>
                <a:gd name="connsiteY1402" fmla="*/ 910627 h 1221162"/>
                <a:gd name="connsiteX1403" fmla="*/ 561628 w 1905657"/>
                <a:gd name="connsiteY1403" fmla="*/ 909618 h 1221162"/>
                <a:gd name="connsiteX1404" fmla="*/ 564017 w 1905657"/>
                <a:gd name="connsiteY1404" fmla="*/ 910122 h 1221162"/>
                <a:gd name="connsiteX1405" fmla="*/ 564724 w 1905657"/>
                <a:gd name="connsiteY1405" fmla="*/ 911199 h 1221162"/>
                <a:gd name="connsiteX1406" fmla="*/ 565060 w 1905657"/>
                <a:gd name="connsiteY1406" fmla="*/ 914092 h 1221162"/>
                <a:gd name="connsiteX1407" fmla="*/ 565060 w 1905657"/>
                <a:gd name="connsiteY1407" fmla="*/ 916278 h 1221162"/>
                <a:gd name="connsiteX1408" fmla="*/ 566003 w 1905657"/>
                <a:gd name="connsiteY1408" fmla="*/ 919037 h 1221162"/>
                <a:gd name="connsiteX1409" fmla="*/ 566137 w 1905657"/>
                <a:gd name="connsiteY1409" fmla="*/ 923073 h 1221162"/>
                <a:gd name="connsiteX1410" fmla="*/ 566272 w 1905657"/>
                <a:gd name="connsiteY1410" fmla="*/ 924587 h 1221162"/>
                <a:gd name="connsiteX1411" fmla="*/ 567080 w 1905657"/>
                <a:gd name="connsiteY1411" fmla="*/ 928153 h 1221162"/>
                <a:gd name="connsiteX1412" fmla="*/ 567887 w 1905657"/>
                <a:gd name="connsiteY1412" fmla="*/ 931853 h 1221162"/>
                <a:gd name="connsiteX1413" fmla="*/ 570344 w 1905657"/>
                <a:gd name="connsiteY1413" fmla="*/ 934814 h 1221162"/>
                <a:gd name="connsiteX1414" fmla="*/ 572229 w 1905657"/>
                <a:gd name="connsiteY1414" fmla="*/ 935957 h 1221162"/>
                <a:gd name="connsiteX1415" fmla="*/ 575493 w 1905657"/>
                <a:gd name="connsiteY1415" fmla="*/ 939422 h 1221162"/>
                <a:gd name="connsiteX1416" fmla="*/ 577816 w 1905657"/>
                <a:gd name="connsiteY1416" fmla="*/ 942618 h 1221162"/>
                <a:gd name="connsiteX1417" fmla="*/ 578522 w 1905657"/>
                <a:gd name="connsiteY1417" fmla="*/ 947092 h 1221162"/>
                <a:gd name="connsiteX1418" fmla="*/ 579027 w 1905657"/>
                <a:gd name="connsiteY1418" fmla="*/ 950860 h 1221162"/>
                <a:gd name="connsiteX1419" fmla="*/ 578960 w 1905657"/>
                <a:gd name="connsiteY1419" fmla="*/ 953618 h 1221162"/>
                <a:gd name="connsiteX1420" fmla="*/ 578960 w 1905657"/>
                <a:gd name="connsiteY1420" fmla="*/ 959707 h 1221162"/>
                <a:gd name="connsiteX1421" fmla="*/ 579700 w 1905657"/>
                <a:gd name="connsiteY1421" fmla="*/ 962466 h 1221162"/>
                <a:gd name="connsiteX1422" fmla="*/ 580441 w 1905657"/>
                <a:gd name="connsiteY1422" fmla="*/ 964484 h 1221162"/>
                <a:gd name="connsiteX1423" fmla="*/ 582325 w 1905657"/>
                <a:gd name="connsiteY1423" fmla="*/ 969395 h 1221162"/>
                <a:gd name="connsiteX1424" fmla="*/ 586801 w 1905657"/>
                <a:gd name="connsiteY1424" fmla="*/ 969160 h 1221162"/>
                <a:gd name="connsiteX1425" fmla="*/ 589292 w 1905657"/>
                <a:gd name="connsiteY1425" fmla="*/ 967108 h 1221162"/>
                <a:gd name="connsiteX1426" fmla="*/ 589999 w 1905657"/>
                <a:gd name="connsiteY1426" fmla="*/ 964181 h 1221162"/>
                <a:gd name="connsiteX1427" fmla="*/ 591244 w 1905657"/>
                <a:gd name="connsiteY1427" fmla="*/ 960380 h 1221162"/>
                <a:gd name="connsiteX1428" fmla="*/ 591614 w 1905657"/>
                <a:gd name="connsiteY1428" fmla="*/ 957991 h 1221162"/>
                <a:gd name="connsiteX1429" fmla="*/ 591984 w 1905657"/>
                <a:gd name="connsiteY1429" fmla="*/ 956579 h 1221162"/>
                <a:gd name="connsiteX1430" fmla="*/ 592523 w 1905657"/>
                <a:gd name="connsiteY1430" fmla="*/ 954728 h 1221162"/>
                <a:gd name="connsiteX1431" fmla="*/ 593431 w 1905657"/>
                <a:gd name="connsiteY1431" fmla="*/ 952979 h 1221162"/>
                <a:gd name="connsiteX1432" fmla="*/ 593801 w 1905657"/>
                <a:gd name="connsiteY1432" fmla="*/ 951667 h 1221162"/>
                <a:gd name="connsiteX1433" fmla="*/ 594239 w 1905657"/>
                <a:gd name="connsiteY1433" fmla="*/ 950792 h 1221162"/>
                <a:gd name="connsiteX1434" fmla="*/ 595753 w 1905657"/>
                <a:gd name="connsiteY1434" fmla="*/ 948068 h 1221162"/>
                <a:gd name="connsiteX1435" fmla="*/ 596830 w 1905657"/>
                <a:gd name="connsiteY1435" fmla="*/ 946554 h 1221162"/>
                <a:gd name="connsiteX1436" fmla="*/ 598715 w 1905657"/>
                <a:gd name="connsiteY1436" fmla="*/ 944603 h 1221162"/>
                <a:gd name="connsiteX1437" fmla="*/ 599624 w 1905657"/>
                <a:gd name="connsiteY1437" fmla="*/ 943459 h 1221162"/>
                <a:gd name="connsiteX1438" fmla="*/ 600330 w 1905657"/>
                <a:gd name="connsiteY1438" fmla="*/ 942517 h 1221162"/>
                <a:gd name="connsiteX1439" fmla="*/ 601306 w 1905657"/>
                <a:gd name="connsiteY1439" fmla="*/ 941205 h 1221162"/>
                <a:gd name="connsiteX1440" fmla="*/ 602720 w 1905657"/>
                <a:gd name="connsiteY1440" fmla="*/ 940129 h 1221162"/>
                <a:gd name="connsiteX1441" fmla="*/ 604032 w 1905657"/>
                <a:gd name="connsiteY1441" fmla="*/ 939591 h 1221162"/>
                <a:gd name="connsiteX1442" fmla="*/ 605278 w 1905657"/>
                <a:gd name="connsiteY1442" fmla="*/ 939658 h 1221162"/>
                <a:gd name="connsiteX1443" fmla="*/ 606186 w 1905657"/>
                <a:gd name="connsiteY1443" fmla="*/ 940095 h 1221162"/>
                <a:gd name="connsiteX1444" fmla="*/ 607095 w 1905657"/>
                <a:gd name="connsiteY1444" fmla="*/ 942046 h 1221162"/>
                <a:gd name="connsiteX1445" fmla="*/ 607533 w 1905657"/>
                <a:gd name="connsiteY1445" fmla="*/ 945915 h 1221162"/>
                <a:gd name="connsiteX1446" fmla="*/ 607600 w 1905657"/>
                <a:gd name="connsiteY1446" fmla="*/ 947496 h 1221162"/>
                <a:gd name="connsiteX1447" fmla="*/ 607499 w 1905657"/>
                <a:gd name="connsiteY1447" fmla="*/ 950422 h 1221162"/>
                <a:gd name="connsiteX1448" fmla="*/ 607297 w 1905657"/>
                <a:gd name="connsiteY1448" fmla="*/ 952172 h 1221162"/>
                <a:gd name="connsiteX1449" fmla="*/ 606657 w 1905657"/>
                <a:gd name="connsiteY1449" fmla="*/ 954661 h 1221162"/>
                <a:gd name="connsiteX1450" fmla="*/ 606557 w 1905657"/>
                <a:gd name="connsiteY1450" fmla="*/ 955973 h 1221162"/>
                <a:gd name="connsiteX1451" fmla="*/ 606052 w 1905657"/>
                <a:gd name="connsiteY1451" fmla="*/ 957285 h 1221162"/>
                <a:gd name="connsiteX1452" fmla="*/ 605850 w 1905657"/>
                <a:gd name="connsiteY1452" fmla="*/ 958631 h 1221162"/>
                <a:gd name="connsiteX1453" fmla="*/ 605379 w 1905657"/>
                <a:gd name="connsiteY1453" fmla="*/ 959976 h 1221162"/>
                <a:gd name="connsiteX1454" fmla="*/ 604975 w 1905657"/>
                <a:gd name="connsiteY1454" fmla="*/ 961860 h 1221162"/>
                <a:gd name="connsiteX1455" fmla="*/ 604975 w 1905657"/>
                <a:gd name="connsiteY1455" fmla="*/ 963172 h 1221162"/>
                <a:gd name="connsiteX1456" fmla="*/ 605244 w 1905657"/>
                <a:gd name="connsiteY1456" fmla="*/ 963777 h 1221162"/>
                <a:gd name="connsiteX1457" fmla="*/ 605581 w 1905657"/>
                <a:gd name="connsiteY1457" fmla="*/ 965358 h 1221162"/>
                <a:gd name="connsiteX1458" fmla="*/ 606456 w 1905657"/>
                <a:gd name="connsiteY1458" fmla="*/ 966939 h 1221162"/>
                <a:gd name="connsiteX1459" fmla="*/ 609451 w 1905657"/>
                <a:gd name="connsiteY1459" fmla="*/ 968891 h 1221162"/>
                <a:gd name="connsiteX1460" fmla="*/ 613254 w 1905657"/>
                <a:gd name="connsiteY1460" fmla="*/ 969294 h 1221162"/>
                <a:gd name="connsiteX1461" fmla="*/ 614566 w 1905657"/>
                <a:gd name="connsiteY1461" fmla="*/ 969294 h 1221162"/>
                <a:gd name="connsiteX1462" fmla="*/ 618369 w 1905657"/>
                <a:gd name="connsiteY1462" fmla="*/ 970169 h 1221162"/>
                <a:gd name="connsiteX1463" fmla="*/ 619446 w 1905657"/>
                <a:gd name="connsiteY1463" fmla="*/ 972894 h 1221162"/>
                <a:gd name="connsiteX1464" fmla="*/ 619345 w 1905657"/>
                <a:gd name="connsiteY1464" fmla="*/ 975282 h 1221162"/>
                <a:gd name="connsiteX1465" fmla="*/ 620658 w 1905657"/>
                <a:gd name="connsiteY1465" fmla="*/ 976594 h 1221162"/>
                <a:gd name="connsiteX1466" fmla="*/ 622946 w 1905657"/>
                <a:gd name="connsiteY1466" fmla="*/ 976594 h 1221162"/>
                <a:gd name="connsiteX1467" fmla="*/ 625235 w 1905657"/>
                <a:gd name="connsiteY1467" fmla="*/ 976056 h 1221162"/>
                <a:gd name="connsiteX1468" fmla="*/ 630451 w 1905657"/>
                <a:gd name="connsiteY1468" fmla="*/ 973768 h 1221162"/>
                <a:gd name="connsiteX1469" fmla="*/ 632942 w 1905657"/>
                <a:gd name="connsiteY1469" fmla="*/ 970842 h 1221162"/>
                <a:gd name="connsiteX1470" fmla="*/ 634894 w 1905657"/>
                <a:gd name="connsiteY1470" fmla="*/ 968453 h 1221162"/>
                <a:gd name="connsiteX1471" fmla="*/ 638697 w 1905657"/>
                <a:gd name="connsiteY1471" fmla="*/ 965728 h 1221162"/>
                <a:gd name="connsiteX1472" fmla="*/ 639572 w 1905657"/>
                <a:gd name="connsiteY1472" fmla="*/ 963239 h 1221162"/>
                <a:gd name="connsiteX1473" fmla="*/ 640649 w 1905657"/>
                <a:gd name="connsiteY1473" fmla="*/ 961725 h 1221162"/>
                <a:gd name="connsiteX1474" fmla="*/ 641288 w 1905657"/>
                <a:gd name="connsiteY1474" fmla="*/ 960413 h 1221162"/>
                <a:gd name="connsiteX1475" fmla="*/ 643139 w 1905657"/>
                <a:gd name="connsiteY1475" fmla="*/ 959001 h 1221162"/>
                <a:gd name="connsiteX1476" fmla="*/ 643913 w 1905657"/>
                <a:gd name="connsiteY1476" fmla="*/ 959001 h 1221162"/>
                <a:gd name="connsiteX1477" fmla="*/ 646841 w 1905657"/>
                <a:gd name="connsiteY1477" fmla="*/ 958361 h 1221162"/>
                <a:gd name="connsiteX1478" fmla="*/ 649668 w 1905657"/>
                <a:gd name="connsiteY1478" fmla="*/ 958025 h 1221162"/>
                <a:gd name="connsiteX1479" fmla="*/ 651957 w 1905657"/>
                <a:gd name="connsiteY1479" fmla="*/ 958462 h 1221162"/>
                <a:gd name="connsiteX1480" fmla="*/ 652832 w 1905657"/>
                <a:gd name="connsiteY1480" fmla="*/ 959976 h 1221162"/>
                <a:gd name="connsiteX1481" fmla="*/ 652832 w 1905657"/>
                <a:gd name="connsiteY1481" fmla="*/ 962466 h 1221162"/>
                <a:gd name="connsiteX1482" fmla="*/ 653606 w 1905657"/>
                <a:gd name="connsiteY1482" fmla="*/ 963441 h 1221162"/>
                <a:gd name="connsiteX1483" fmla="*/ 656971 w 1905657"/>
                <a:gd name="connsiteY1483" fmla="*/ 963677 h 1221162"/>
                <a:gd name="connsiteX1484" fmla="*/ 658620 w 1905657"/>
                <a:gd name="connsiteY1484" fmla="*/ 962903 h 1221162"/>
                <a:gd name="connsiteX1485" fmla="*/ 659159 w 1905657"/>
                <a:gd name="connsiteY1485" fmla="*/ 962264 h 1221162"/>
                <a:gd name="connsiteX1486" fmla="*/ 661447 w 1905657"/>
                <a:gd name="connsiteY1486" fmla="*/ 963340 h 1221162"/>
                <a:gd name="connsiteX1487" fmla="*/ 662221 w 1905657"/>
                <a:gd name="connsiteY1487" fmla="*/ 964955 h 1221162"/>
                <a:gd name="connsiteX1488" fmla="*/ 662760 w 1905657"/>
                <a:gd name="connsiteY1488" fmla="*/ 966569 h 1221162"/>
                <a:gd name="connsiteX1489" fmla="*/ 666226 w 1905657"/>
                <a:gd name="connsiteY1489" fmla="*/ 968958 h 1221162"/>
                <a:gd name="connsiteX1490" fmla="*/ 667976 w 1905657"/>
                <a:gd name="connsiteY1490" fmla="*/ 970034 h 1221162"/>
                <a:gd name="connsiteX1491" fmla="*/ 671005 w 1905657"/>
                <a:gd name="connsiteY1491" fmla="*/ 972187 h 1221162"/>
                <a:gd name="connsiteX1492" fmla="*/ 674606 w 1905657"/>
                <a:gd name="connsiteY1492" fmla="*/ 973499 h 1221162"/>
                <a:gd name="connsiteX1493" fmla="*/ 678746 w 1905657"/>
                <a:gd name="connsiteY1493" fmla="*/ 977200 h 1221162"/>
                <a:gd name="connsiteX1494" fmla="*/ 680597 w 1905657"/>
                <a:gd name="connsiteY1494" fmla="*/ 979487 h 1221162"/>
                <a:gd name="connsiteX1495" fmla="*/ 682986 w 1905657"/>
                <a:gd name="connsiteY1495" fmla="*/ 983389 h 1221162"/>
                <a:gd name="connsiteX1496" fmla="*/ 686688 w 1905657"/>
                <a:gd name="connsiteY1496" fmla="*/ 987628 h 1221162"/>
                <a:gd name="connsiteX1497" fmla="*/ 688640 w 1905657"/>
                <a:gd name="connsiteY1497" fmla="*/ 991530 h 1221162"/>
                <a:gd name="connsiteX1498" fmla="*/ 690929 w 1905657"/>
                <a:gd name="connsiteY1498" fmla="*/ 994120 h 1221162"/>
                <a:gd name="connsiteX1499" fmla="*/ 691568 w 1905657"/>
                <a:gd name="connsiteY1499" fmla="*/ 996072 h 1221162"/>
                <a:gd name="connsiteX1500" fmla="*/ 693217 w 1905657"/>
                <a:gd name="connsiteY1500" fmla="*/ 997316 h 1221162"/>
                <a:gd name="connsiteX1501" fmla="*/ 695506 w 1905657"/>
                <a:gd name="connsiteY1501" fmla="*/ 998796 h 1221162"/>
                <a:gd name="connsiteX1502" fmla="*/ 696381 w 1905657"/>
                <a:gd name="connsiteY1502" fmla="*/ 998796 h 1221162"/>
                <a:gd name="connsiteX1503" fmla="*/ 699107 w 1905657"/>
                <a:gd name="connsiteY1503" fmla="*/ 999671 h 1221162"/>
                <a:gd name="connsiteX1504" fmla="*/ 703011 w 1905657"/>
                <a:gd name="connsiteY1504" fmla="*/ 999402 h 1221162"/>
                <a:gd name="connsiteX1505" fmla="*/ 705501 w 1905657"/>
                <a:gd name="connsiteY1505" fmla="*/ 1000546 h 1221162"/>
                <a:gd name="connsiteX1506" fmla="*/ 708530 w 1905657"/>
                <a:gd name="connsiteY1506" fmla="*/ 1000546 h 1221162"/>
                <a:gd name="connsiteX1507" fmla="*/ 710919 w 1905657"/>
                <a:gd name="connsiteY1507" fmla="*/ 1000209 h 1221162"/>
                <a:gd name="connsiteX1508" fmla="*/ 715160 w 1905657"/>
                <a:gd name="connsiteY1508" fmla="*/ 1000546 h 1221162"/>
                <a:gd name="connsiteX1509" fmla="*/ 718963 w 1905657"/>
                <a:gd name="connsiteY1509" fmla="*/ 1000546 h 1221162"/>
                <a:gd name="connsiteX1510" fmla="*/ 720578 w 1905657"/>
                <a:gd name="connsiteY1510" fmla="*/ 1001757 h 1221162"/>
                <a:gd name="connsiteX1511" fmla="*/ 723069 w 1905657"/>
                <a:gd name="connsiteY1511" fmla="*/ 1002396 h 1221162"/>
                <a:gd name="connsiteX1512" fmla="*/ 726434 w 1905657"/>
                <a:gd name="connsiteY1512" fmla="*/ 1003607 h 1221162"/>
                <a:gd name="connsiteX1513" fmla="*/ 728487 w 1905657"/>
                <a:gd name="connsiteY1513" fmla="*/ 1003607 h 1221162"/>
                <a:gd name="connsiteX1514" fmla="*/ 730002 w 1905657"/>
                <a:gd name="connsiteY1514" fmla="*/ 1004818 h 1221162"/>
                <a:gd name="connsiteX1515" fmla="*/ 731415 w 1905657"/>
                <a:gd name="connsiteY1515" fmla="*/ 1006332 h 1221162"/>
                <a:gd name="connsiteX1516" fmla="*/ 733266 w 1905657"/>
                <a:gd name="connsiteY1516" fmla="*/ 1008518 h 1221162"/>
                <a:gd name="connsiteX1517" fmla="*/ 735756 w 1905657"/>
                <a:gd name="connsiteY1517" fmla="*/ 1010906 h 1221162"/>
                <a:gd name="connsiteX1518" fmla="*/ 737809 w 1905657"/>
                <a:gd name="connsiteY1518" fmla="*/ 1012521 h 1221162"/>
                <a:gd name="connsiteX1519" fmla="*/ 741612 w 1905657"/>
                <a:gd name="connsiteY1519" fmla="*/ 1014472 h 1221162"/>
                <a:gd name="connsiteX1520" fmla="*/ 748444 w 1905657"/>
                <a:gd name="connsiteY1520" fmla="*/ 1014472 h 1221162"/>
                <a:gd name="connsiteX1521" fmla="*/ 751709 w 1905657"/>
                <a:gd name="connsiteY1521" fmla="*/ 1013160 h 1221162"/>
                <a:gd name="connsiteX1522" fmla="*/ 755512 w 1905657"/>
                <a:gd name="connsiteY1522" fmla="*/ 1009797 h 1221162"/>
                <a:gd name="connsiteX1523" fmla="*/ 758339 w 1905657"/>
                <a:gd name="connsiteY1523" fmla="*/ 1006332 h 1221162"/>
                <a:gd name="connsiteX1524" fmla="*/ 760964 w 1905657"/>
                <a:gd name="connsiteY1524" fmla="*/ 1004414 h 1221162"/>
                <a:gd name="connsiteX1525" fmla="*/ 763555 w 1905657"/>
                <a:gd name="connsiteY1525" fmla="*/ 1002295 h 1221162"/>
                <a:gd name="connsiteX1526" fmla="*/ 765844 w 1905657"/>
                <a:gd name="connsiteY1526" fmla="*/ 1002295 h 1221162"/>
                <a:gd name="connsiteX1527" fmla="*/ 769209 w 1905657"/>
                <a:gd name="connsiteY1527" fmla="*/ 1003506 h 1221162"/>
                <a:gd name="connsiteX1528" fmla="*/ 773786 w 1905657"/>
                <a:gd name="connsiteY1528" fmla="*/ 1005692 h 1221162"/>
                <a:gd name="connsiteX1529" fmla="*/ 776277 w 1905657"/>
                <a:gd name="connsiteY1529" fmla="*/ 1007543 h 1221162"/>
                <a:gd name="connsiteX1530" fmla="*/ 777690 w 1905657"/>
                <a:gd name="connsiteY1530" fmla="*/ 1009830 h 1221162"/>
                <a:gd name="connsiteX1531" fmla="*/ 781156 w 1905657"/>
                <a:gd name="connsiteY1531" fmla="*/ 1012320 h 1221162"/>
                <a:gd name="connsiteX1532" fmla="*/ 784320 w 1905657"/>
                <a:gd name="connsiteY1532" fmla="*/ 1013968 h 1221162"/>
                <a:gd name="connsiteX1533" fmla="*/ 788224 w 1905657"/>
                <a:gd name="connsiteY1533" fmla="*/ 1015313 h 1221162"/>
                <a:gd name="connsiteX1534" fmla="*/ 791152 w 1905657"/>
                <a:gd name="connsiteY1534" fmla="*/ 1016255 h 1221162"/>
                <a:gd name="connsiteX1535" fmla="*/ 795392 w 1905657"/>
                <a:gd name="connsiteY1535" fmla="*/ 1016255 h 1221162"/>
                <a:gd name="connsiteX1536" fmla="*/ 797883 w 1905657"/>
                <a:gd name="connsiteY1536" fmla="*/ 1016255 h 1221162"/>
                <a:gd name="connsiteX1537" fmla="*/ 801484 w 1905657"/>
                <a:gd name="connsiteY1537" fmla="*/ 1015482 h 1221162"/>
                <a:gd name="connsiteX1538" fmla="*/ 804748 w 1905657"/>
                <a:gd name="connsiteY1538" fmla="*/ 1015044 h 1221162"/>
                <a:gd name="connsiteX1539" fmla="*/ 806599 w 1905657"/>
                <a:gd name="connsiteY1539" fmla="*/ 1014708 h 1221162"/>
                <a:gd name="connsiteX1540" fmla="*/ 810200 w 1905657"/>
                <a:gd name="connsiteY1540" fmla="*/ 1013530 h 1221162"/>
                <a:gd name="connsiteX1541" fmla="*/ 812152 w 1905657"/>
                <a:gd name="connsiteY1541" fmla="*/ 1011344 h 1221162"/>
                <a:gd name="connsiteX1542" fmla="*/ 814340 w 1905657"/>
                <a:gd name="connsiteY1542" fmla="*/ 1008316 h 1221162"/>
                <a:gd name="connsiteX1543" fmla="*/ 816628 w 1905657"/>
                <a:gd name="connsiteY1543" fmla="*/ 1005053 h 1221162"/>
                <a:gd name="connsiteX1544" fmla="*/ 819994 w 1905657"/>
                <a:gd name="connsiteY1544" fmla="*/ 1003842 h 1221162"/>
                <a:gd name="connsiteX1545" fmla="*/ 822619 w 1905657"/>
                <a:gd name="connsiteY1545" fmla="*/ 1002867 h 1221162"/>
                <a:gd name="connsiteX1546" fmla="*/ 828273 w 1905657"/>
                <a:gd name="connsiteY1546" fmla="*/ 1001992 h 1221162"/>
                <a:gd name="connsiteX1547" fmla="*/ 833052 w 1905657"/>
                <a:gd name="connsiteY1547" fmla="*/ 1001117 h 1221162"/>
                <a:gd name="connsiteX1548" fmla="*/ 839480 w 1905657"/>
                <a:gd name="connsiteY1548" fmla="*/ 1002194 h 1221162"/>
                <a:gd name="connsiteX1549" fmla="*/ 842744 w 1905657"/>
                <a:gd name="connsiteY1549" fmla="*/ 1001319 h 1221162"/>
                <a:gd name="connsiteX1550" fmla="*/ 849273 w 1905657"/>
                <a:gd name="connsiteY1550" fmla="*/ 1000007 h 1221162"/>
                <a:gd name="connsiteX1551" fmla="*/ 853076 w 1905657"/>
                <a:gd name="connsiteY1551" fmla="*/ 1001757 h 1221162"/>
                <a:gd name="connsiteX1552" fmla="*/ 856778 w 1905657"/>
                <a:gd name="connsiteY1552" fmla="*/ 1004683 h 1221162"/>
                <a:gd name="connsiteX1553" fmla="*/ 858966 w 1905657"/>
                <a:gd name="connsiteY1553" fmla="*/ 1007307 h 1221162"/>
                <a:gd name="connsiteX1554" fmla="*/ 861995 w 1905657"/>
                <a:gd name="connsiteY1554" fmla="*/ 1014136 h 1221162"/>
                <a:gd name="connsiteX1555" fmla="*/ 862870 w 1905657"/>
                <a:gd name="connsiteY1555" fmla="*/ 1016356 h 1221162"/>
                <a:gd name="connsiteX1556" fmla="*/ 862971 w 1905657"/>
                <a:gd name="connsiteY1556" fmla="*/ 1023387 h 1221162"/>
                <a:gd name="connsiteX1557" fmla="*/ 862634 w 1905657"/>
                <a:gd name="connsiteY1557" fmla="*/ 1027390 h 1221162"/>
                <a:gd name="connsiteX1558" fmla="*/ 860783 w 1905657"/>
                <a:gd name="connsiteY1558" fmla="*/ 1036069 h 1221162"/>
                <a:gd name="connsiteX1559" fmla="*/ 858394 w 1905657"/>
                <a:gd name="connsiteY1559" fmla="*/ 1038020 h 1221162"/>
                <a:gd name="connsiteX1560" fmla="*/ 856475 w 1905657"/>
                <a:gd name="connsiteY1560" fmla="*/ 1043268 h 1221162"/>
                <a:gd name="connsiteX1561" fmla="*/ 853581 w 1905657"/>
                <a:gd name="connsiteY1561" fmla="*/ 1048785 h 1221162"/>
                <a:gd name="connsiteX1562" fmla="*/ 851259 w 1905657"/>
                <a:gd name="connsiteY1562" fmla="*/ 1050971 h 1221162"/>
                <a:gd name="connsiteX1563" fmla="*/ 848129 w 1905657"/>
                <a:gd name="connsiteY1563" fmla="*/ 1059650 h 1221162"/>
                <a:gd name="connsiteX1564" fmla="*/ 846749 w 1905657"/>
                <a:gd name="connsiteY1564" fmla="*/ 1064730 h 1221162"/>
                <a:gd name="connsiteX1565" fmla="*/ 846749 w 1905657"/>
                <a:gd name="connsiteY1565" fmla="*/ 1074418 h 1221162"/>
                <a:gd name="connsiteX1566" fmla="*/ 848062 w 1905657"/>
                <a:gd name="connsiteY1566" fmla="*/ 1079935 h 1221162"/>
                <a:gd name="connsiteX1567" fmla="*/ 850956 w 1905657"/>
                <a:gd name="connsiteY1567" fmla="*/ 1085721 h 1221162"/>
                <a:gd name="connsiteX1568" fmla="*/ 853985 w 1905657"/>
                <a:gd name="connsiteY1568" fmla="*/ 1091373 h 1221162"/>
                <a:gd name="connsiteX1569" fmla="*/ 858327 w 1905657"/>
                <a:gd name="connsiteY1569" fmla="*/ 1096889 h 1221162"/>
                <a:gd name="connsiteX1570" fmla="*/ 863846 w 1905657"/>
                <a:gd name="connsiteY1570" fmla="*/ 1099076 h 1221162"/>
                <a:gd name="connsiteX1571" fmla="*/ 867750 w 1905657"/>
                <a:gd name="connsiteY1571" fmla="*/ 1098201 h 1221162"/>
                <a:gd name="connsiteX1572" fmla="*/ 872529 w 1905657"/>
                <a:gd name="connsiteY1572" fmla="*/ 1096183 h 1221162"/>
                <a:gd name="connsiteX1573" fmla="*/ 875558 w 1905657"/>
                <a:gd name="connsiteY1573" fmla="*/ 1093155 h 1221162"/>
                <a:gd name="connsiteX1574" fmla="*/ 878452 w 1905657"/>
                <a:gd name="connsiteY1574" fmla="*/ 1089691 h 1221162"/>
                <a:gd name="connsiteX1575" fmla="*/ 881212 w 1905657"/>
                <a:gd name="connsiteY1575" fmla="*/ 1085048 h 1221162"/>
                <a:gd name="connsiteX1576" fmla="*/ 881514 w 1905657"/>
                <a:gd name="connsiteY1576" fmla="*/ 1081415 h 1221162"/>
                <a:gd name="connsiteX1577" fmla="*/ 881514 w 1905657"/>
                <a:gd name="connsiteY1577" fmla="*/ 1074452 h 1221162"/>
                <a:gd name="connsiteX1578" fmla="*/ 881514 w 1905657"/>
                <a:gd name="connsiteY1578" fmla="*/ 1069238 h 1221162"/>
                <a:gd name="connsiteX1579" fmla="*/ 882524 w 1905657"/>
                <a:gd name="connsiteY1579" fmla="*/ 1063586 h 1221162"/>
                <a:gd name="connsiteX1580" fmla="*/ 884106 w 1905657"/>
                <a:gd name="connsiteY1580" fmla="*/ 1057195 h 1221162"/>
                <a:gd name="connsiteX1581" fmla="*/ 887000 w 1905657"/>
                <a:gd name="connsiteY1581" fmla="*/ 1053562 h 1221162"/>
                <a:gd name="connsiteX1582" fmla="*/ 891645 w 1905657"/>
                <a:gd name="connsiteY1582" fmla="*/ 1049929 h 1221162"/>
                <a:gd name="connsiteX1583" fmla="*/ 894101 w 1905657"/>
                <a:gd name="connsiteY1583" fmla="*/ 1047170 h 1221162"/>
                <a:gd name="connsiteX1584" fmla="*/ 896558 w 1905657"/>
                <a:gd name="connsiteY1584" fmla="*/ 1044109 h 1221162"/>
                <a:gd name="connsiteX1585" fmla="*/ 898880 w 1905657"/>
                <a:gd name="connsiteY1585" fmla="*/ 1042090 h 1221162"/>
                <a:gd name="connsiteX1586" fmla="*/ 901909 w 1905657"/>
                <a:gd name="connsiteY1586" fmla="*/ 1038760 h 1221162"/>
                <a:gd name="connsiteX1587" fmla="*/ 906553 w 1905657"/>
                <a:gd name="connsiteY1587" fmla="*/ 1036305 h 1221162"/>
                <a:gd name="connsiteX1588" fmla="*/ 913958 w 1905657"/>
                <a:gd name="connsiteY1588" fmla="*/ 1031090 h 1221162"/>
                <a:gd name="connsiteX1589" fmla="*/ 917424 w 1905657"/>
                <a:gd name="connsiteY1589" fmla="*/ 1028500 h 1221162"/>
                <a:gd name="connsiteX1590" fmla="*/ 921496 w 1905657"/>
                <a:gd name="connsiteY1590" fmla="*/ 1025742 h 1221162"/>
                <a:gd name="connsiteX1591" fmla="*/ 925838 w 1905657"/>
                <a:gd name="connsiteY1591" fmla="*/ 1022411 h 1221162"/>
                <a:gd name="connsiteX1592" fmla="*/ 930616 w 1905657"/>
                <a:gd name="connsiteY1592" fmla="*/ 1020090 h 1221162"/>
                <a:gd name="connsiteX1593" fmla="*/ 934083 w 1905657"/>
                <a:gd name="connsiteY1593" fmla="*/ 1016188 h 1221162"/>
                <a:gd name="connsiteX1594" fmla="*/ 937112 w 1905657"/>
                <a:gd name="connsiteY1594" fmla="*/ 1014170 h 1221162"/>
                <a:gd name="connsiteX1595" fmla="*/ 940881 w 1905657"/>
                <a:gd name="connsiteY1595" fmla="*/ 1012286 h 1221162"/>
                <a:gd name="connsiteX1596" fmla="*/ 942900 w 1905657"/>
                <a:gd name="connsiteY1596" fmla="*/ 1011848 h 1221162"/>
                <a:gd name="connsiteX1597" fmla="*/ 946367 w 1905657"/>
                <a:gd name="connsiteY1597" fmla="*/ 1010537 h 1221162"/>
                <a:gd name="connsiteX1598" fmla="*/ 950708 w 1905657"/>
                <a:gd name="connsiteY1598" fmla="*/ 1010099 h 1221162"/>
                <a:gd name="connsiteX1599" fmla="*/ 955622 w 1905657"/>
                <a:gd name="connsiteY1599" fmla="*/ 1009797 h 1221162"/>
                <a:gd name="connsiteX1600" fmla="*/ 960973 w 1905657"/>
                <a:gd name="connsiteY1600" fmla="*/ 1008922 h 1221162"/>
                <a:gd name="connsiteX1601" fmla="*/ 966761 w 1905657"/>
                <a:gd name="connsiteY1601" fmla="*/ 1009225 h 1221162"/>
                <a:gd name="connsiteX1602" fmla="*/ 975007 w 1905657"/>
                <a:gd name="connsiteY1602" fmla="*/ 1011680 h 1221162"/>
                <a:gd name="connsiteX1603" fmla="*/ 980089 w 1905657"/>
                <a:gd name="connsiteY1603" fmla="*/ 1013867 h 1221162"/>
                <a:gd name="connsiteX1604" fmla="*/ 985002 w 1905657"/>
                <a:gd name="connsiteY1604" fmla="*/ 1014741 h 1221162"/>
                <a:gd name="connsiteX1605" fmla="*/ 989074 w 1905657"/>
                <a:gd name="connsiteY1605" fmla="*/ 1015044 h 1221162"/>
                <a:gd name="connsiteX1606" fmla="*/ 994729 w 1905657"/>
                <a:gd name="connsiteY1606" fmla="*/ 1015347 h 1221162"/>
                <a:gd name="connsiteX1607" fmla="*/ 998363 w 1905657"/>
                <a:gd name="connsiteY1607" fmla="*/ 1016222 h 1221162"/>
                <a:gd name="connsiteX1608" fmla="*/ 1000820 w 1905657"/>
                <a:gd name="connsiteY1608" fmla="*/ 1017668 h 1221162"/>
                <a:gd name="connsiteX1609" fmla="*/ 1003849 w 1905657"/>
                <a:gd name="connsiteY1609" fmla="*/ 1020696 h 1221162"/>
                <a:gd name="connsiteX1610" fmla="*/ 1007181 w 1905657"/>
                <a:gd name="connsiteY1610" fmla="*/ 1024161 h 1221162"/>
                <a:gd name="connsiteX1611" fmla="*/ 1008190 w 1905657"/>
                <a:gd name="connsiteY1611" fmla="*/ 1026179 h 1221162"/>
                <a:gd name="connsiteX1612" fmla="*/ 1013104 w 1905657"/>
                <a:gd name="connsiteY1612" fmla="*/ 1029206 h 1221162"/>
                <a:gd name="connsiteX1613" fmla="*/ 1016436 w 1905657"/>
                <a:gd name="connsiteY1613" fmla="*/ 1033411 h 1221162"/>
                <a:gd name="connsiteX1614" fmla="*/ 1017883 w 1905657"/>
                <a:gd name="connsiteY1614" fmla="*/ 1036305 h 1221162"/>
                <a:gd name="connsiteX1615" fmla="*/ 1022224 w 1905657"/>
                <a:gd name="connsiteY1615" fmla="*/ 1037616 h 1221162"/>
                <a:gd name="connsiteX1616" fmla="*/ 1028450 w 1905657"/>
                <a:gd name="connsiteY1616" fmla="*/ 1038794 h 1221162"/>
                <a:gd name="connsiteX1617" fmla="*/ 1033532 w 1905657"/>
                <a:gd name="connsiteY1617" fmla="*/ 1038794 h 1221162"/>
                <a:gd name="connsiteX1618" fmla="*/ 1036292 w 1905657"/>
                <a:gd name="connsiteY1618" fmla="*/ 1038491 h 1221162"/>
                <a:gd name="connsiteX1619" fmla="*/ 1040499 w 1905657"/>
                <a:gd name="connsiteY1619" fmla="*/ 1038626 h 1221162"/>
                <a:gd name="connsiteX1620" fmla="*/ 1044133 w 1905657"/>
                <a:gd name="connsiteY1620" fmla="*/ 1039769 h 1221162"/>
                <a:gd name="connsiteX1621" fmla="*/ 1045143 w 1905657"/>
                <a:gd name="connsiteY1621" fmla="*/ 1040510 h 1221162"/>
                <a:gd name="connsiteX1622" fmla="*/ 1049047 w 1905657"/>
                <a:gd name="connsiteY1622" fmla="*/ 1043100 h 1221162"/>
                <a:gd name="connsiteX1623" fmla="*/ 1051941 w 1905657"/>
                <a:gd name="connsiteY1623" fmla="*/ 1045118 h 1221162"/>
                <a:gd name="connsiteX1624" fmla="*/ 1054129 w 1905657"/>
                <a:gd name="connsiteY1624" fmla="*/ 1048886 h 1221162"/>
                <a:gd name="connsiteX1625" fmla="*/ 1055576 w 1905657"/>
                <a:gd name="connsiteY1625" fmla="*/ 1053225 h 1221162"/>
                <a:gd name="connsiteX1626" fmla="*/ 1060792 w 1905657"/>
                <a:gd name="connsiteY1626" fmla="*/ 1058742 h 1221162"/>
                <a:gd name="connsiteX1627" fmla="*/ 1063384 w 1905657"/>
                <a:gd name="connsiteY1627" fmla="*/ 1060626 h 1221162"/>
                <a:gd name="connsiteX1628" fmla="*/ 1065841 w 1905657"/>
                <a:gd name="connsiteY1628" fmla="*/ 1063519 h 1221162"/>
                <a:gd name="connsiteX1629" fmla="*/ 1067725 w 1905657"/>
                <a:gd name="connsiteY1629" fmla="*/ 1065403 h 1221162"/>
                <a:gd name="connsiteX1630" fmla="*/ 1071495 w 1905657"/>
                <a:gd name="connsiteY1630" fmla="*/ 1068430 h 1221162"/>
                <a:gd name="connsiteX1631" fmla="*/ 1074120 w 1905657"/>
                <a:gd name="connsiteY1631" fmla="*/ 1070180 h 1221162"/>
                <a:gd name="connsiteX1632" fmla="*/ 1077014 w 1905657"/>
                <a:gd name="connsiteY1632" fmla="*/ 1072198 h 1221162"/>
                <a:gd name="connsiteX1633" fmla="*/ 1081086 w 1905657"/>
                <a:gd name="connsiteY1633" fmla="*/ 1073342 h 1221162"/>
                <a:gd name="connsiteX1634" fmla="*/ 1084721 w 1905657"/>
                <a:gd name="connsiteY1634" fmla="*/ 1073914 h 1221162"/>
                <a:gd name="connsiteX1635" fmla="*/ 1086740 w 1905657"/>
                <a:gd name="connsiteY1635" fmla="*/ 1072030 h 1221162"/>
                <a:gd name="connsiteX1636" fmla="*/ 1087178 w 1905657"/>
                <a:gd name="connsiteY1636" fmla="*/ 1068834 h 1221162"/>
                <a:gd name="connsiteX1637" fmla="*/ 1088759 w 1905657"/>
                <a:gd name="connsiteY1637" fmla="*/ 1067253 h 1221162"/>
                <a:gd name="connsiteX1638" fmla="*/ 1090947 w 1905657"/>
                <a:gd name="connsiteY1638" fmla="*/ 1065941 h 1221162"/>
                <a:gd name="connsiteX1639" fmla="*/ 1094851 w 1905657"/>
                <a:gd name="connsiteY1639" fmla="*/ 1065504 h 1221162"/>
                <a:gd name="connsiteX1640" fmla="*/ 1097038 w 1905657"/>
                <a:gd name="connsiteY1640" fmla="*/ 1064932 h 1221162"/>
                <a:gd name="connsiteX1641" fmla="*/ 1101514 w 1905657"/>
                <a:gd name="connsiteY1641" fmla="*/ 1065369 h 1221162"/>
                <a:gd name="connsiteX1642" fmla="*/ 1103837 w 1905657"/>
                <a:gd name="connsiteY1642" fmla="*/ 1065235 h 1221162"/>
                <a:gd name="connsiteX1643" fmla="*/ 1106428 w 1905657"/>
                <a:gd name="connsiteY1643" fmla="*/ 1064797 h 1221162"/>
                <a:gd name="connsiteX1644" fmla="*/ 1108313 w 1905657"/>
                <a:gd name="connsiteY1644" fmla="*/ 1063788 h 1221162"/>
                <a:gd name="connsiteX1645" fmla="*/ 1112789 w 1905657"/>
                <a:gd name="connsiteY1645" fmla="*/ 1063216 h 1221162"/>
                <a:gd name="connsiteX1646" fmla="*/ 1116087 w 1905657"/>
                <a:gd name="connsiteY1646" fmla="*/ 1064225 h 1221162"/>
                <a:gd name="connsiteX1647" fmla="*/ 1118443 w 1905657"/>
                <a:gd name="connsiteY1647" fmla="*/ 1065672 h 1221162"/>
                <a:gd name="connsiteX1648" fmla="*/ 1120765 w 1905657"/>
                <a:gd name="connsiteY1648" fmla="*/ 1068699 h 1221162"/>
                <a:gd name="connsiteX1649" fmla="*/ 1123356 w 1905657"/>
                <a:gd name="connsiteY1649" fmla="*/ 1072467 h 1221162"/>
                <a:gd name="connsiteX1650" fmla="*/ 1125948 w 1905657"/>
                <a:gd name="connsiteY1650" fmla="*/ 1073914 h 1221162"/>
                <a:gd name="connsiteX1651" fmla="*/ 1127967 w 1905657"/>
                <a:gd name="connsiteY1651" fmla="*/ 1075663 h 1221162"/>
                <a:gd name="connsiteX1652" fmla="*/ 1129414 w 1905657"/>
                <a:gd name="connsiteY1652" fmla="*/ 1078253 h 1221162"/>
                <a:gd name="connsiteX1653" fmla="*/ 1130996 w 1905657"/>
                <a:gd name="connsiteY1653" fmla="*/ 1080002 h 1221162"/>
                <a:gd name="connsiteX1654" fmla="*/ 1131736 w 1905657"/>
                <a:gd name="connsiteY1654" fmla="*/ 1081752 h 1221162"/>
                <a:gd name="connsiteX1655" fmla="*/ 1131736 w 1905657"/>
                <a:gd name="connsiteY1655" fmla="*/ 1084813 h 1221162"/>
                <a:gd name="connsiteX1656" fmla="*/ 1133486 w 1905657"/>
                <a:gd name="connsiteY1656" fmla="*/ 1089455 h 1221162"/>
                <a:gd name="connsiteX1657" fmla="*/ 1133486 w 1905657"/>
                <a:gd name="connsiteY1657" fmla="*/ 1091776 h 1221162"/>
                <a:gd name="connsiteX1658" fmla="*/ 1133486 w 1905657"/>
                <a:gd name="connsiteY1658" fmla="*/ 1096990 h 1221162"/>
                <a:gd name="connsiteX1659" fmla="*/ 1132780 w 1905657"/>
                <a:gd name="connsiteY1659" fmla="*/ 1099883 h 1221162"/>
                <a:gd name="connsiteX1660" fmla="*/ 1131030 w 1905657"/>
                <a:gd name="connsiteY1660" fmla="*/ 1103079 h 1221162"/>
                <a:gd name="connsiteX1661" fmla="*/ 1130155 w 1905657"/>
                <a:gd name="connsiteY1661" fmla="*/ 1105703 h 1221162"/>
                <a:gd name="connsiteX1662" fmla="*/ 1130289 w 1905657"/>
                <a:gd name="connsiteY1662" fmla="*/ 1110614 h 1221162"/>
                <a:gd name="connsiteX1663" fmla="*/ 1131030 w 1905657"/>
                <a:gd name="connsiteY1663" fmla="*/ 1112633 h 1221162"/>
                <a:gd name="connsiteX1664" fmla="*/ 1130895 w 1905657"/>
                <a:gd name="connsiteY1664" fmla="*/ 1115660 h 1221162"/>
                <a:gd name="connsiteX1665" fmla="*/ 1130592 w 1905657"/>
                <a:gd name="connsiteY1665" fmla="*/ 1120000 h 1221162"/>
                <a:gd name="connsiteX1666" fmla="*/ 1133486 w 1905657"/>
                <a:gd name="connsiteY1666" fmla="*/ 1123330 h 1221162"/>
                <a:gd name="connsiteX1667" fmla="*/ 1135674 w 1905657"/>
                <a:gd name="connsiteY1667" fmla="*/ 1125214 h 1221162"/>
                <a:gd name="connsiteX1668" fmla="*/ 1137693 w 1905657"/>
                <a:gd name="connsiteY1668" fmla="*/ 1125214 h 1221162"/>
                <a:gd name="connsiteX1669" fmla="*/ 1142169 w 1905657"/>
                <a:gd name="connsiteY1669" fmla="*/ 1126661 h 1221162"/>
                <a:gd name="connsiteX1670" fmla="*/ 1147083 w 1905657"/>
                <a:gd name="connsiteY1670" fmla="*/ 1126661 h 1221162"/>
                <a:gd name="connsiteX1671" fmla="*/ 1149540 w 1905657"/>
                <a:gd name="connsiteY1671" fmla="*/ 1126661 h 1221162"/>
                <a:gd name="connsiteX1672" fmla="*/ 1154184 w 1905657"/>
                <a:gd name="connsiteY1672" fmla="*/ 1126694 h 1221162"/>
                <a:gd name="connsiteX1673" fmla="*/ 1157381 w 1905657"/>
                <a:gd name="connsiteY1673" fmla="*/ 1126694 h 1221162"/>
                <a:gd name="connsiteX1674" fmla="*/ 1162463 w 1905657"/>
                <a:gd name="connsiteY1674" fmla="*/ 1130832 h 1221162"/>
                <a:gd name="connsiteX1675" fmla="*/ 1165795 w 1905657"/>
                <a:gd name="connsiteY1675" fmla="*/ 1132413 h 1221162"/>
                <a:gd name="connsiteX1676" fmla="*/ 1170271 w 1905657"/>
                <a:gd name="connsiteY1676" fmla="*/ 1137762 h 1221162"/>
                <a:gd name="connsiteX1677" fmla="*/ 1172290 w 1905657"/>
                <a:gd name="connsiteY1677" fmla="*/ 1141092 h 1221162"/>
                <a:gd name="connsiteX1678" fmla="*/ 1172290 w 1905657"/>
                <a:gd name="connsiteY1678" fmla="*/ 1143548 h 1221162"/>
                <a:gd name="connsiteX1679" fmla="*/ 1173165 w 1905657"/>
                <a:gd name="connsiteY1679" fmla="*/ 1147618 h 1221162"/>
                <a:gd name="connsiteX1680" fmla="*/ 1172290 w 1905657"/>
                <a:gd name="connsiteY1680" fmla="*/ 1151520 h 1221162"/>
                <a:gd name="connsiteX1681" fmla="*/ 1170978 w 1905657"/>
                <a:gd name="connsiteY1681" fmla="*/ 1153404 h 1221162"/>
                <a:gd name="connsiteX1682" fmla="*/ 1167949 w 1905657"/>
                <a:gd name="connsiteY1682" fmla="*/ 1159325 h 1221162"/>
                <a:gd name="connsiteX1683" fmla="*/ 1165929 w 1905657"/>
                <a:gd name="connsiteY1683" fmla="*/ 1162218 h 1221162"/>
                <a:gd name="connsiteX1684" fmla="*/ 1164920 w 1905657"/>
                <a:gd name="connsiteY1684" fmla="*/ 1165111 h 1221162"/>
                <a:gd name="connsiteX1685" fmla="*/ 1164348 w 1905657"/>
                <a:gd name="connsiteY1685" fmla="*/ 1166860 h 1221162"/>
                <a:gd name="connsiteX1686" fmla="*/ 1163607 w 1905657"/>
                <a:gd name="connsiteY1686" fmla="*/ 1168575 h 1221162"/>
                <a:gd name="connsiteX1687" fmla="*/ 1164348 w 1905657"/>
                <a:gd name="connsiteY1687" fmla="*/ 1172646 h 1221162"/>
                <a:gd name="connsiteX1688" fmla="*/ 1164785 w 1905657"/>
                <a:gd name="connsiteY1688" fmla="*/ 1175674 h 1221162"/>
                <a:gd name="connsiteX1689" fmla="*/ 1164785 w 1905657"/>
                <a:gd name="connsiteY1689" fmla="*/ 1176817 h 1221162"/>
                <a:gd name="connsiteX1690" fmla="*/ 1164348 w 1905657"/>
                <a:gd name="connsiteY1690" fmla="*/ 1180720 h 1221162"/>
                <a:gd name="connsiteX1691" fmla="*/ 1164785 w 1905657"/>
                <a:gd name="connsiteY1691" fmla="*/ 1184790 h 1221162"/>
                <a:gd name="connsiteX1692" fmla="*/ 1164785 w 1905657"/>
                <a:gd name="connsiteY1692" fmla="*/ 1187246 h 1221162"/>
                <a:gd name="connsiteX1693" fmla="*/ 1164213 w 1905657"/>
                <a:gd name="connsiteY1693" fmla="*/ 1189129 h 1221162"/>
                <a:gd name="connsiteX1694" fmla="*/ 1164078 w 1905657"/>
                <a:gd name="connsiteY1694" fmla="*/ 1192325 h 1221162"/>
                <a:gd name="connsiteX1695" fmla="*/ 1163944 w 1905657"/>
                <a:gd name="connsiteY1695" fmla="*/ 1194781 h 1221162"/>
                <a:gd name="connsiteX1696" fmla="*/ 1164516 w 1905657"/>
                <a:gd name="connsiteY1696" fmla="*/ 1198246 h 1221162"/>
                <a:gd name="connsiteX1697" fmla="*/ 1164651 w 1905657"/>
                <a:gd name="connsiteY1697" fmla="*/ 1201711 h 1221162"/>
                <a:gd name="connsiteX1698" fmla="*/ 1164718 w 1905657"/>
                <a:gd name="connsiteY1698" fmla="*/ 1203292 h 1221162"/>
                <a:gd name="connsiteX1699" fmla="*/ 1165862 w 1905657"/>
                <a:gd name="connsiteY1699" fmla="*/ 1204570 h 1221162"/>
                <a:gd name="connsiteX1700" fmla="*/ 1167175 w 1905657"/>
                <a:gd name="connsiteY1700" fmla="*/ 1205478 h 1221162"/>
                <a:gd name="connsiteX1701" fmla="*/ 1169127 w 1905657"/>
                <a:gd name="connsiteY1701" fmla="*/ 1205478 h 1221162"/>
                <a:gd name="connsiteX1702" fmla="*/ 1174276 w 1905657"/>
                <a:gd name="connsiteY1702" fmla="*/ 1206454 h 1221162"/>
                <a:gd name="connsiteX1703" fmla="*/ 1178348 w 1905657"/>
                <a:gd name="connsiteY1703" fmla="*/ 1207228 h 1221162"/>
                <a:gd name="connsiteX1704" fmla="*/ 1181309 w 1905657"/>
                <a:gd name="connsiteY1704" fmla="*/ 1207228 h 1221162"/>
                <a:gd name="connsiteX1705" fmla="*/ 1184776 w 1905657"/>
                <a:gd name="connsiteY1705" fmla="*/ 1207228 h 1221162"/>
                <a:gd name="connsiteX1706" fmla="*/ 1188175 w 1905657"/>
                <a:gd name="connsiteY1706" fmla="*/ 1207228 h 1221162"/>
                <a:gd name="connsiteX1707" fmla="*/ 1190632 w 1905657"/>
                <a:gd name="connsiteY1707" fmla="*/ 1207059 h 1221162"/>
                <a:gd name="connsiteX1708" fmla="*/ 1195781 w 1905657"/>
                <a:gd name="connsiteY1708" fmla="*/ 1207228 h 1221162"/>
                <a:gd name="connsiteX1709" fmla="*/ 1198675 w 1905657"/>
                <a:gd name="connsiteY1709" fmla="*/ 1207228 h 1221162"/>
                <a:gd name="connsiteX1710" fmla="*/ 1201637 w 1905657"/>
                <a:gd name="connsiteY1710" fmla="*/ 1207228 h 1221162"/>
                <a:gd name="connsiteX1711" fmla="*/ 1205608 w 1905657"/>
                <a:gd name="connsiteY1711" fmla="*/ 1207228 h 1221162"/>
                <a:gd name="connsiteX1712" fmla="*/ 1209815 w 1905657"/>
                <a:gd name="connsiteY1712" fmla="*/ 1207295 h 1221162"/>
                <a:gd name="connsiteX1713" fmla="*/ 1215469 w 1905657"/>
                <a:gd name="connsiteY1713" fmla="*/ 1208741 h 1221162"/>
                <a:gd name="connsiteX1714" fmla="*/ 1217152 w 1905657"/>
                <a:gd name="connsiteY1714" fmla="*/ 1209683 h 1221162"/>
                <a:gd name="connsiteX1715" fmla="*/ 1221358 w 1905657"/>
                <a:gd name="connsiteY1715" fmla="*/ 1210255 h 1221162"/>
                <a:gd name="connsiteX1716" fmla="*/ 1228762 w 1905657"/>
                <a:gd name="connsiteY1716" fmla="*/ 1211903 h 1221162"/>
                <a:gd name="connsiteX1717" fmla="*/ 1232599 w 1905657"/>
                <a:gd name="connsiteY1717" fmla="*/ 1212711 h 1221162"/>
                <a:gd name="connsiteX1718" fmla="*/ 1237243 w 1905657"/>
                <a:gd name="connsiteY1718" fmla="*/ 1214292 h 1221162"/>
                <a:gd name="connsiteX1719" fmla="*/ 1244917 w 1905657"/>
                <a:gd name="connsiteY1719" fmla="*/ 1216310 h 1221162"/>
                <a:gd name="connsiteX1720" fmla="*/ 1252960 w 1905657"/>
                <a:gd name="connsiteY1720" fmla="*/ 1219439 h 1221162"/>
                <a:gd name="connsiteX1721" fmla="*/ 1258984 w 1905657"/>
                <a:gd name="connsiteY1721" fmla="*/ 1220751 h 1221162"/>
                <a:gd name="connsiteX1722" fmla="*/ 1269047 w 1905657"/>
                <a:gd name="connsiteY1722" fmla="*/ 1221121 h 1221162"/>
                <a:gd name="connsiteX1723" fmla="*/ 1277528 w 1905657"/>
                <a:gd name="connsiteY1723" fmla="*/ 1221020 h 1221162"/>
                <a:gd name="connsiteX1724" fmla="*/ 1286211 w 1905657"/>
                <a:gd name="connsiteY1724" fmla="*/ 1221121 h 1221162"/>
                <a:gd name="connsiteX1725" fmla="*/ 1297788 w 1905657"/>
                <a:gd name="connsiteY1725" fmla="*/ 1221121 h 1221162"/>
                <a:gd name="connsiteX1726" fmla="*/ 1307077 w 1905657"/>
                <a:gd name="connsiteY1726" fmla="*/ 1219674 h 1221162"/>
                <a:gd name="connsiteX1727" fmla="*/ 1315558 w 1905657"/>
                <a:gd name="connsiteY1727" fmla="*/ 1219741 h 1221162"/>
                <a:gd name="connsiteX1728" fmla="*/ 1324106 w 1905657"/>
                <a:gd name="connsiteY1728" fmla="*/ 1219674 h 1221162"/>
                <a:gd name="connsiteX1729" fmla="*/ 1330635 w 1905657"/>
                <a:gd name="connsiteY1729" fmla="*/ 1218867 h 1221162"/>
                <a:gd name="connsiteX1730" fmla="*/ 1336928 w 1905657"/>
                <a:gd name="connsiteY1730" fmla="*/ 1216781 h 1221162"/>
                <a:gd name="connsiteX1731" fmla="*/ 1338880 w 1905657"/>
                <a:gd name="connsiteY1731" fmla="*/ 1213754 h 1221162"/>
                <a:gd name="connsiteX1732" fmla="*/ 1342212 w 1905657"/>
                <a:gd name="connsiteY1732" fmla="*/ 1210289 h 1221162"/>
                <a:gd name="connsiteX1733" fmla="*/ 1344736 w 1905657"/>
                <a:gd name="connsiteY1733" fmla="*/ 1206387 h 1221162"/>
                <a:gd name="connsiteX1734" fmla="*/ 1346991 w 1905657"/>
                <a:gd name="connsiteY1734" fmla="*/ 1203191 h 1221162"/>
                <a:gd name="connsiteX1735" fmla="*/ 1347933 w 1905657"/>
                <a:gd name="connsiteY1735" fmla="*/ 1201004 h 1221162"/>
                <a:gd name="connsiteX1736" fmla="*/ 1351467 w 1905657"/>
                <a:gd name="connsiteY1736" fmla="*/ 1197237 h 1221162"/>
                <a:gd name="connsiteX1737" fmla="*/ 1353284 w 1905657"/>
                <a:gd name="connsiteY1737" fmla="*/ 1194714 h 1221162"/>
                <a:gd name="connsiteX1738" fmla="*/ 1357861 w 1905657"/>
                <a:gd name="connsiteY1738" fmla="*/ 1191013 h 1221162"/>
                <a:gd name="connsiteX1739" fmla="*/ 1361059 w 1905657"/>
                <a:gd name="connsiteY1739" fmla="*/ 1187885 h 1221162"/>
                <a:gd name="connsiteX1740" fmla="*/ 1365636 w 1905657"/>
                <a:gd name="connsiteY1740" fmla="*/ 1184857 h 1221162"/>
                <a:gd name="connsiteX1741" fmla="*/ 1368967 w 1905657"/>
                <a:gd name="connsiteY1741" fmla="*/ 1182233 h 1221162"/>
                <a:gd name="connsiteX1742" fmla="*/ 1372299 w 1905657"/>
                <a:gd name="connsiteY1742" fmla="*/ 1179138 h 1221162"/>
                <a:gd name="connsiteX1743" fmla="*/ 1374823 w 1905657"/>
                <a:gd name="connsiteY1743" fmla="*/ 1176245 h 1221162"/>
                <a:gd name="connsiteX1744" fmla="*/ 1377852 w 1905657"/>
                <a:gd name="connsiteY1744" fmla="*/ 1173420 h 1221162"/>
                <a:gd name="connsiteX1745" fmla="*/ 1383439 w 1905657"/>
                <a:gd name="connsiteY1745" fmla="*/ 1168710 h 1221162"/>
                <a:gd name="connsiteX1746" fmla="*/ 1388655 w 1905657"/>
                <a:gd name="connsiteY1746" fmla="*/ 1164371 h 1221162"/>
                <a:gd name="connsiteX1747" fmla="*/ 1392223 w 1905657"/>
                <a:gd name="connsiteY1747" fmla="*/ 1162689 h 1221162"/>
                <a:gd name="connsiteX1748" fmla="*/ 1399324 w 1905657"/>
                <a:gd name="connsiteY1748" fmla="*/ 1161949 h 1221162"/>
                <a:gd name="connsiteX1749" fmla="*/ 1403396 w 1905657"/>
                <a:gd name="connsiteY1749" fmla="*/ 1161511 h 1221162"/>
                <a:gd name="connsiteX1750" fmla="*/ 1408747 w 1905657"/>
                <a:gd name="connsiteY1750" fmla="*/ 1161713 h 1221162"/>
                <a:gd name="connsiteX1751" fmla="*/ 1412146 w 1905657"/>
                <a:gd name="connsiteY1751" fmla="*/ 1161276 h 1221162"/>
                <a:gd name="connsiteX1752" fmla="*/ 1418440 w 1905657"/>
                <a:gd name="connsiteY1752" fmla="*/ 1160468 h 1221162"/>
                <a:gd name="connsiteX1753" fmla="*/ 1425238 w 1905657"/>
                <a:gd name="connsiteY1753" fmla="*/ 1159829 h 1221162"/>
                <a:gd name="connsiteX1754" fmla="*/ 1434594 w 1905657"/>
                <a:gd name="connsiteY1754" fmla="*/ 1157441 h 1221162"/>
                <a:gd name="connsiteX1755" fmla="*/ 1442132 w 1905657"/>
                <a:gd name="connsiteY1755" fmla="*/ 1152664 h 1221162"/>
                <a:gd name="connsiteX1756" fmla="*/ 1446205 w 1905657"/>
                <a:gd name="connsiteY1756" fmla="*/ 1151789 h 1221162"/>
                <a:gd name="connsiteX1757" fmla="*/ 1452061 w 1905657"/>
                <a:gd name="connsiteY1757" fmla="*/ 1149266 h 1221162"/>
                <a:gd name="connsiteX1758" fmla="*/ 1454820 w 1905657"/>
                <a:gd name="connsiteY1758" fmla="*/ 1147954 h 1221162"/>
                <a:gd name="connsiteX1759" fmla="*/ 1467138 w 1905657"/>
                <a:gd name="connsiteY1759" fmla="*/ 1144422 h 1221162"/>
                <a:gd name="connsiteX1760" fmla="*/ 1473869 w 1905657"/>
                <a:gd name="connsiteY1760" fmla="*/ 1141395 h 1221162"/>
                <a:gd name="connsiteX1761" fmla="*/ 1479893 w 1905657"/>
                <a:gd name="connsiteY1761" fmla="*/ 1140015 h 1221162"/>
                <a:gd name="connsiteX1762" fmla="*/ 1487802 w 1905657"/>
                <a:gd name="connsiteY1762" fmla="*/ 1139006 h 1221162"/>
                <a:gd name="connsiteX1763" fmla="*/ 1494701 w 1905657"/>
                <a:gd name="connsiteY1763" fmla="*/ 1136853 h 1221162"/>
                <a:gd name="connsiteX1764" fmla="*/ 1498167 w 1905657"/>
                <a:gd name="connsiteY1764" fmla="*/ 1133220 h 1221162"/>
                <a:gd name="connsiteX1765" fmla="*/ 1499682 w 1905657"/>
                <a:gd name="connsiteY1765" fmla="*/ 1130630 h 1221162"/>
                <a:gd name="connsiteX1766" fmla="*/ 1502509 w 1905657"/>
                <a:gd name="connsiteY1766" fmla="*/ 1126560 h 1221162"/>
                <a:gd name="connsiteX1767" fmla="*/ 1504898 w 1905657"/>
                <a:gd name="connsiteY1767" fmla="*/ 1123162 h 1221162"/>
                <a:gd name="connsiteX1768" fmla="*/ 1507591 w 1905657"/>
                <a:gd name="connsiteY1768" fmla="*/ 1120706 h 1221162"/>
                <a:gd name="connsiteX1769" fmla="*/ 1510788 w 1905657"/>
                <a:gd name="connsiteY1769" fmla="*/ 1118251 h 1221162"/>
                <a:gd name="connsiteX1770" fmla="*/ 1514423 w 1905657"/>
                <a:gd name="connsiteY1770" fmla="*/ 1115930 h 1221162"/>
                <a:gd name="connsiteX1771" fmla="*/ 1518326 w 1905657"/>
                <a:gd name="connsiteY1771" fmla="*/ 1114248 h 1221162"/>
                <a:gd name="connsiteX1772" fmla="*/ 1523980 w 1905657"/>
                <a:gd name="connsiteY1772" fmla="*/ 1110345 h 1221162"/>
                <a:gd name="connsiteX1773" fmla="*/ 1530005 w 1905657"/>
                <a:gd name="connsiteY1773" fmla="*/ 1108596 h 1221162"/>
                <a:gd name="connsiteX1774" fmla="*/ 1534716 w 1905657"/>
                <a:gd name="connsiteY1774" fmla="*/ 1104627 h 1221162"/>
                <a:gd name="connsiteX1775" fmla="*/ 1538486 w 1905657"/>
                <a:gd name="connsiteY1775" fmla="*/ 1103180 h 1221162"/>
                <a:gd name="connsiteX1776" fmla="*/ 1542053 w 1905657"/>
                <a:gd name="connsiteY1776" fmla="*/ 1100859 h 1221162"/>
                <a:gd name="connsiteX1777" fmla="*/ 1544880 w 1905657"/>
                <a:gd name="connsiteY1777" fmla="*/ 1100119 h 1221162"/>
                <a:gd name="connsiteX1778" fmla="*/ 1547269 w 1905657"/>
                <a:gd name="connsiteY1778" fmla="*/ 1099816 h 1221162"/>
                <a:gd name="connsiteX1779" fmla="*/ 1550904 w 1905657"/>
                <a:gd name="connsiteY1779" fmla="*/ 1099682 h 1221162"/>
                <a:gd name="connsiteX1780" fmla="*/ 1552991 w 1905657"/>
                <a:gd name="connsiteY1780" fmla="*/ 1100119 h 1221162"/>
                <a:gd name="connsiteX1781" fmla="*/ 1555750 w 1905657"/>
                <a:gd name="connsiteY1781" fmla="*/ 1100758 h 1221162"/>
                <a:gd name="connsiteX1782" fmla="*/ 1558510 w 1905657"/>
                <a:gd name="connsiteY1782" fmla="*/ 1103214 h 1221162"/>
                <a:gd name="connsiteX1783" fmla="*/ 1561472 w 1905657"/>
                <a:gd name="connsiteY1783" fmla="*/ 1106040 h 1221162"/>
                <a:gd name="connsiteX1784" fmla="*/ 1564803 w 1905657"/>
                <a:gd name="connsiteY1784" fmla="*/ 1109235 h 1221162"/>
                <a:gd name="connsiteX1785" fmla="*/ 1567698 w 1905657"/>
                <a:gd name="connsiteY1785" fmla="*/ 1111556 h 1221162"/>
                <a:gd name="connsiteX1786" fmla="*/ 1571534 w 1905657"/>
                <a:gd name="connsiteY1786" fmla="*/ 1113878 h 1221162"/>
                <a:gd name="connsiteX1787" fmla="*/ 1574429 w 1905657"/>
                <a:gd name="connsiteY1787" fmla="*/ 1116333 h 1221162"/>
                <a:gd name="connsiteX1788" fmla="*/ 1576818 w 1905657"/>
                <a:gd name="connsiteY1788" fmla="*/ 1117578 h 1221162"/>
                <a:gd name="connsiteX1789" fmla="*/ 1579645 w 1905657"/>
                <a:gd name="connsiteY1789" fmla="*/ 1118284 h 1221162"/>
                <a:gd name="connsiteX1790" fmla="*/ 1584491 w 1905657"/>
                <a:gd name="connsiteY1790" fmla="*/ 1117040 h 1221162"/>
                <a:gd name="connsiteX1791" fmla="*/ 1586578 w 1905657"/>
                <a:gd name="connsiteY1791" fmla="*/ 1115660 h 1221162"/>
                <a:gd name="connsiteX1792" fmla="*/ 1590482 w 1905657"/>
                <a:gd name="connsiteY1792" fmla="*/ 1113777 h 1221162"/>
                <a:gd name="connsiteX1793" fmla="*/ 1591559 w 1905657"/>
                <a:gd name="connsiteY1793" fmla="*/ 1112196 h 1221162"/>
                <a:gd name="connsiteX1794" fmla="*/ 1592804 w 1905657"/>
                <a:gd name="connsiteY1794" fmla="*/ 1111556 h 1221162"/>
                <a:gd name="connsiteX1795" fmla="*/ 1594891 w 1905657"/>
                <a:gd name="connsiteY1795" fmla="*/ 1111691 h 1221162"/>
                <a:gd name="connsiteX1796" fmla="*/ 1596775 w 1905657"/>
                <a:gd name="connsiteY1796" fmla="*/ 1111624 h 1221162"/>
                <a:gd name="connsiteX1797" fmla="*/ 1598660 w 1905657"/>
                <a:gd name="connsiteY1797" fmla="*/ 1111758 h 1221162"/>
                <a:gd name="connsiteX1798" fmla="*/ 1599266 w 1905657"/>
                <a:gd name="connsiteY1798" fmla="*/ 1112936 h 1221162"/>
                <a:gd name="connsiteX1799" fmla="*/ 1599535 w 1905657"/>
                <a:gd name="connsiteY1799" fmla="*/ 1114752 h 1221162"/>
                <a:gd name="connsiteX1800" fmla="*/ 1599535 w 1905657"/>
                <a:gd name="connsiteY1800" fmla="*/ 1115997 h 1221162"/>
                <a:gd name="connsiteX1801" fmla="*/ 1599535 w 1905657"/>
                <a:gd name="connsiteY1801" fmla="*/ 1117746 h 1221162"/>
                <a:gd name="connsiteX1802" fmla="*/ 1599535 w 1905657"/>
                <a:gd name="connsiteY1802" fmla="*/ 1119495 h 1221162"/>
                <a:gd name="connsiteX1803" fmla="*/ 1599535 w 1905657"/>
                <a:gd name="connsiteY1803" fmla="*/ 1120740 h 1221162"/>
                <a:gd name="connsiteX1804" fmla="*/ 1600275 w 1905657"/>
                <a:gd name="connsiteY1804" fmla="*/ 1121749 h 1221162"/>
                <a:gd name="connsiteX1805" fmla="*/ 1602362 w 1905657"/>
                <a:gd name="connsiteY1805" fmla="*/ 1123128 h 1221162"/>
                <a:gd name="connsiteX1806" fmla="*/ 1606131 w 1905657"/>
                <a:gd name="connsiteY1806" fmla="*/ 1123330 h 1221162"/>
                <a:gd name="connsiteX1807" fmla="*/ 1608319 w 1905657"/>
                <a:gd name="connsiteY1807" fmla="*/ 1122321 h 1221162"/>
                <a:gd name="connsiteX1808" fmla="*/ 1610473 w 1905657"/>
                <a:gd name="connsiteY1808" fmla="*/ 1122018 h 1221162"/>
                <a:gd name="connsiteX1809" fmla="*/ 1612054 w 1905657"/>
                <a:gd name="connsiteY1809" fmla="*/ 1123902 h 1221162"/>
                <a:gd name="connsiteX1810" fmla="*/ 1613199 w 1905657"/>
                <a:gd name="connsiteY1810" fmla="*/ 1126291 h 1221162"/>
                <a:gd name="connsiteX1811" fmla="*/ 1615521 w 1905657"/>
                <a:gd name="connsiteY1811" fmla="*/ 1128914 h 1221162"/>
                <a:gd name="connsiteX1812" fmla="*/ 1617910 w 1905657"/>
                <a:gd name="connsiteY1812" fmla="*/ 1131673 h 1221162"/>
                <a:gd name="connsiteX1813" fmla="*/ 1620367 w 1905657"/>
                <a:gd name="connsiteY1813" fmla="*/ 1133691 h 1221162"/>
                <a:gd name="connsiteX1814" fmla="*/ 1622252 w 1905657"/>
                <a:gd name="connsiteY1814" fmla="*/ 1135878 h 1221162"/>
                <a:gd name="connsiteX1815" fmla="*/ 1625449 w 1905657"/>
                <a:gd name="connsiteY1815" fmla="*/ 1139780 h 1221162"/>
                <a:gd name="connsiteX1816" fmla="*/ 1628074 w 1905657"/>
                <a:gd name="connsiteY1816" fmla="*/ 1141798 h 1221162"/>
                <a:gd name="connsiteX1817" fmla="*/ 1630531 w 1905657"/>
                <a:gd name="connsiteY1817" fmla="*/ 1142942 h 1221162"/>
                <a:gd name="connsiteX1818" fmla="*/ 1634738 w 1905657"/>
                <a:gd name="connsiteY1818" fmla="*/ 1145835 h 1221162"/>
                <a:gd name="connsiteX1819" fmla="*/ 1638070 w 1905657"/>
                <a:gd name="connsiteY1819" fmla="*/ 1148728 h 1221162"/>
                <a:gd name="connsiteX1820" fmla="*/ 1642714 w 1905657"/>
                <a:gd name="connsiteY1820" fmla="*/ 1151756 h 1221162"/>
                <a:gd name="connsiteX1821" fmla="*/ 1646483 w 1905657"/>
                <a:gd name="connsiteY1821" fmla="*/ 1155658 h 1221162"/>
                <a:gd name="connsiteX1822" fmla="*/ 1648805 w 1905657"/>
                <a:gd name="connsiteY1822" fmla="*/ 1156095 h 1221162"/>
                <a:gd name="connsiteX1823" fmla="*/ 1650690 w 1905657"/>
                <a:gd name="connsiteY1823" fmla="*/ 1156835 h 1221162"/>
                <a:gd name="connsiteX1824" fmla="*/ 1654325 w 1905657"/>
                <a:gd name="connsiteY1824" fmla="*/ 1157710 h 1221162"/>
                <a:gd name="connsiteX1825" fmla="*/ 1655200 w 1905657"/>
                <a:gd name="connsiteY1825" fmla="*/ 1158282 h 1221162"/>
                <a:gd name="connsiteX1826" fmla="*/ 1660854 w 1905657"/>
                <a:gd name="connsiteY1826" fmla="*/ 1159022 h 1221162"/>
                <a:gd name="connsiteX1827" fmla="*/ 1663310 w 1905657"/>
                <a:gd name="connsiteY1827" fmla="*/ 1160906 h 1221162"/>
                <a:gd name="connsiteX1828" fmla="*/ 1666508 w 1905657"/>
                <a:gd name="connsiteY1828" fmla="*/ 1164236 h 1221162"/>
                <a:gd name="connsiteX1829" fmla="*/ 1668527 w 1905657"/>
                <a:gd name="connsiteY1829" fmla="*/ 1165111 h 1221162"/>
                <a:gd name="connsiteX1830" fmla="*/ 1669536 w 1905657"/>
                <a:gd name="connsiteY1830" fmla="*/ 1167432 h 1221162"/>
                <a:gd name="connsiteX1831" fmla="*/ 1669536 w 1905657"/>
                <a:gd name="connsiteY1831" fmla="*/ 1170459 h 1221162"/>
                <a:gd name="connsiteX1832" fmla="*/ 1669570 w 1905657"/>
                <a:gd name="connsiteY1832" fmla="*/ 1173352 h 1221162"/>
                <a:gd name="connsiteX1833" fmla="*/ 1669570 w 1905657"/>
                <a:gd name="connsiteY1833" fmla="*/ 1176683 h 1221162"/>
                <a:gd name="connsiteX1834" fmla="*/ 1671690 w 1905657"/>
                <a:gd name="connsiteY1834" fmla="*/ 1178701 h 1221162"/>
                <a:gd name="connsiteX1835" fmla="*/ 1675157 w 1905657"/>
                <a:gd name="connsiteY1835" fmla="*/ 1178836 h 1221162"/>
                <a:gd name="connsiteX1836" fmla="*/ 1677142 w 1905657"/>
                <a:gd name="connsiteY1836" fmla="*/ 1177389 h 1221162"/>
                <a:gd name="connsiteX1837" fmla="*/ 1679667 w 1905657"/>
                <a:gd name="connsiteY1837" fmla="*/ 1175068 h 1221162"/>
                <a:gd name="connsiteX1838" fmla="*/ 1681551 w 1905657"/>
                <a:gd name="connsiteY1838" fmla="*/ 1172881 h 1221162"/>
                <a:gd name="connsiteX1839" fmla="*/ 1682696 w 1905657"/>
                <a:gd name="connsiteY1839" fmla="*/ 1171738 h 1221162"/>
                <a:gd name="connsiteX1840" fmla="*/ 1683570 w 1905657"/>
                <a:gd name="connsiteY1840" fmla="*/ 1170560 h 1221162"/>
                <a:gd name="connsiteX1841" fmla="*/ 1684883 w 1905657"/>
                <a:gd name="connsiteY1841" fmla="*/ 1169248 h 1221162"/>
                <a:gd name="connsiteX1842" fmla="*/ 1685623 w 1905657"/>
                <a:gd name="connsiteY1842" fmla="*/ 1168239 h 1221162"/>
                <a:gd name="connsiteX1843" fmla="*/ 1687811 w 1905657"/>
                <a:gd name="connsiteY1843" fmla="*/ 1167667 h 1221162"/>
                <a:gd name="connsiteX1844" fmla="*/ 1692152 w 1905657"/>
                <a:gd name="connsiteY1844" fmla="*/ 1166086 h 1221162"/>
                <a:gd name="connsiteX1845" fmla="*/ 1695047 w 1905657"/>
                <a:gd name="connsiteY1845" fmla="*/ 1165649 h 1221162"/>
                <a:gd name="connsiteX1846" fmla="*/ 1698513 w 1905657"/>
                <a:gd name="connsiteY1846" fmla="*/ 1165212 h 1221162"/>
                <a:gd name="connsiteX1847" fmla="*/ 1701980 w 1905657"/>
                <a:gd name="connsiteY1847" fmla="*/ 1164472 h 1221162"/>
                <a:gd name="connsiteX1848" fmla="*/ 1705008 w 1905657"/>
                <a:gd name="connsiteY1848" fmla="*/ 1164034 h 1221162"/>
                <a:gd name="connsiteX1849" fmla="*/ 1707331 w 1905657"/>
                <a:gd name="connsiteY1849" fmla="*/ 1160569 h 1221162"/>
                <a:gd name="connsiteX1850" fmla="*/ 1706758 w 1905657"/>
                <a:gd name="connsiteY1850" fmla="*/ 1157239 h 1221162"/>
                <a:gd name="connsiteX1851" fmla="*/ 1705614 w 1905657"/>
                <a:gd name="connsiteY1851" fmla="*/ 1154346 h 1221162"/>
                <a:gd name="connsiteX1852" fmla="*/ 1705480 w 1905657"/>
                <a:gd name="connsiteY1852" fmla="*/ 1153034 h 1221162"/>
                <a:gd name="connsiteX1853" fmla="*/ 1705278 w 1905657"/>
                <a:gd name="connsiteY1853" fmla="*/ 1150713 h 1221162"/>
                <a:gd name="connsiteX1854" fmla="*/ 1705648 w 1905657"/>
                <a:gd name="connsiteY1854" fmla="*/ 1148392 h 1221162"/>
                <a:gd name="connsiteX1855" fmla="*/ 1705648 w 1905657"/>
                <a:gd name="connsiteY1855" fmla="*/ 1145499 h 1221162"/>
                <a:gd name="connsiteX1856" fmla="*/ 1705648 w 1905657"/>
                <a:gd name="connsiteY1856" fmla="*/ 1142034 h 1221162"/>
                <a:gd name="connsiteX1857" fmla="*/ 1705648 w 1905657"/>
                <a:gd name="connsiteY1857" fmla="*/ 1140285 h 1221162"/>
                <a:gd name="connsiteX1858" fmla="*/ 1705076 w 1905657"/>
                <a:gd name="connsiteY1858" fmla="*/ 1137829 h 1221162"/>
                <a:gd name="connsiteX1859" fmla="*/ 1705513 w 1905657"/>
                <a:gd name="connsiteY1859" fmla="*/ 1135071 h 1221162"/>
                <a:gd name="connsiteX1860" fmla="*/ 1705951 w 1905657"/>
                <a:gd name="connsiteY1860" fmla="*/ 1133321 h 1221162"/>
                <a:gd name="connsiteX1861" fmla="*/ 1707398 w 1905657"/>
                <a:gd name="connsiteY1861" fmla="*/ 1132144 h 1221162"/>
                <a:gd name="connsiteX1862" fmla="*/ 1709552 w 1905657"/>
                <a:gd name="connsiteY1862" fmla="*/ 1131000 h 1221162"/>
                <a:gd name="connsiteX1863" fmla="*/ 1711739 w 1905657"/>
                <a:gd name="connsiteY1863" fmla="*/ 1129251 h 1221162"/>
                <a:gd name="connsiteX1864" fmla="*/ 1713489 w 1905657"/>
                <a:gd name="connsiteY1864" fmla="*/ 1126358 h 1221162"/>
                <a:gd name="connsiteX1865" fmla="*/ 1715812 w 1905657"/>
                <a:gd name="connsiteY1865" fmla="*/ 1123734 h 1221162"/>
                <a:gd name="connsiteX1866" fmla="*/ 1717562 w 1905657"/>
                <a:gd name="connsiteY1866" fmla="*/ 1122288 h 1221162"/>
                <a:gd name="connsiteX1867" fmla="*/ 1719446 w 1905657"/>
                <a:gd name="connsiteY1867" fmla="*/ 1119529 h 1221162"/>
                <a:gd name="connsiteX1868" fmla="*/ 1720624 w 1905657"/>
                <a:gd name="connsiteY1868" fmla="*/ 1118083 h 1221162"/>
                <a:gd name="connsiteX1869" fmla="*/ 1721937 w 1905657"/>
                <a:gd name="connsiteY1869" fmla="*/ 1116064 h 1221162"/>
                <a:gd name="connsiteX1870" fmla="*/ 1722139 w 1905657"/>
                <a:gd name="connsiteY1870" fmla="*/ 1114180 h 1221162"/>
                <a:gd name="connsiteX1871" fmla="*/ 1723081 w 1905657"/>
                <a:gd name="connsiteY1871" fmla="*/ 1112296 h 1221162"/>
                <a:gd name="connsiteX1872" fmla="*/ 1723081 w 1905657"/>
                <a:gd name="connsiteY1872" fmla="*/ 1110715 h 1221162"/>
                <a:gd name="connsiteX1873" fmla="*/ 1723081 w 1905657"/>
                <a:gd name="connsiteY1873" fmla="*/ 1108966 h 1221162"/>
                <a:gd name="connsiteX1874" fmla="*/ 1723889 w 1905657"/>
                <a:gd name="connsiteY1874" fmla="*/ 1106140 h 1221162"/>
                <a:gd name="connsiteX1875" fmla="*/ 1724461 w 1905657"/>
                <a:gd name="connsiteY1875" fmla="*/ 1103550 h 1221162"/>
                <a:gd name="connsiteX1876" fmla="*/ 1725773 w 1905657"/>
                <a:gd name="connsiteY1876" fmla="*/ 1101229 h 1221162"/>
                <a:gd name="connsiteX1877" fmla="*/ 1726413 w 1905657"/>
                <a:gd name="connsiteY1877" fmla="*/ 1099412 h 1221162"/>
                <a:gd name="connsiteX1878" fmla="*/ 1727860 w 1905657"/>
                <a:gd name="connsiteY1878" fmla="*/ 1098101 h 1221162"/>
                <a:gd name="connsiteX1879" fmla="*/ 1729745 w 1905657"/>
                <a:gd name="connsiteY1879" fmla="*/ 1097091 h 1221162"/>
                <a:gd name="connsiteX1880" fmla="*/ 1731697 w 1905657"/>
                <a:gd name="connsiteY1880" fmla="*/ 1096452 h 1221162"/>
                <a:gd name="connsiteX1881" fmla="*/ 1733447 w 1905657"/>
                <a:gd name="connsiteY1881" fmla="*/ 1095948 h 1221162"/>
                <a:gd name="connsiteX1882" fmla="*/ 1734894 w 1905657"/>
                <a:gd name="connsiteY1882" fmla="*/ 1096082 h 1221162"/>
                <a:gd name="connsiteX1883" fmla="*/ 1737149 w 1905657"/>
                <a:gd name="connsiteY1883" fmla="*/ 1096217 h 1221162"/>
                <a:gd name="connsiteX1884" fmla="*/ 1739235 w 1905657"/>
                <a:gd name="connsiteY1884" fmla="*/ 1096856 h 1221162"/>
                <a:gd name="connsiteX1885" fmla="*/ 1740985 w 1905657"/>
                <a:gd name="connsiteY1885" fmla="*/ 1098874 h 1221162"/>
                <a:gd name="connsiteX1886" fmla="*/ 1742231 w 1905657"/>
                <a:gd name="connsiteY1886" fmla="*/ 1101565 h 1221162"/>
                <a:gd name="connsiteX1887" fmla="*/ 1742231 w 1905657"/>
                <a:gd name="connsiteY1887" fmla="*/ 1103752 h 1221162"/>
                <a:gd name="connsiteX1888" fmla="*/ 1742971 w 1905657"/>
                <a:gd name="connsiteY1888" fmla="*/ 1106140 h 1221162"/>
                <a:gd name="connsiteX1889" fmla="*/ 1743476 w 1905657"/>
                <a:gd name="connsiteY1889" fmla="*/ 1107822 h 1221162"/>
                <a:gd name="connsiteX1890" fmla="*/ 1744654 w 1905657"/>
                <a:gd name="connsiteY1890" fmla="*/ 1110514 h 1221162"/>
                <a:gd name="connsiteX1891" fmla="*/ 1745798 w 1905657"/>
                <a:gd name="connsiteY1891" fmla="*/ 1112700 h 1221162"/>
                <a:gd name="connsiteX1892" fmla="*/ 1747817 w 1905657"/>
                <a:gd name="connsiteY1892" fmla="*/ 1114584 h 1221162"/>
                <a:gd name="connsiteX1893" fmla="*/ 1750139 w 1905657"/>
                <a:gd name="connsiteY1893" fmla="*/ 1115896 h 1221162"/>
                <a:gd name="connsiteX1894" fmla="*/ 1752394 w 1905657"/>
                <a:gd name="connsiteY1894" fmla="*/ 1115829 h 1221162"/>
                <a:gd name="connsiteX1895" fmla="*/ 1756668 w 1905657"/>
                <a:gd name="connsiteY1895" fmla="*/ 1114954 h 1221162"/>
                <a:gd name="connsiteX1896" fmla="*/ 1758755 w 1905657"/>
                <a:gd name="connsiteY1896" fmla="*/ 1115761 h 1221162"/>
                <a:gd name="connsiteX1897" fmla="*/ 1760404 w 1905657"/>
                <a:gd name="connsiteY1897" fmla="*/ 1116199 h 1221162"/>
                <a:gd name="connsiteX1898" fmla="*/ 1763365 w 1905657"/>
                <a:gd name="connsiteY1898" fmla="*/ 1117141 h 1221162"/>
                <a:gd name="connsiteX1899" fmla="*/ 1766193 w 1905657"/>
                <a:gd name="connsiteY1899" fmla="*/ 1119159 h 1221162"/>
                <a:gd name="connsiteX1900" fmla="*/ 1767067 w 1905657"/>
                <a:gd name="connsiteY1900" fmla="*/ 1120673 h 1221162"/>
                <a:gd name="connsiteX1901" fmla="*/ 1767067 w 1905657"/>
                <a:gd name="connsiteY1901" fmla="*/ 1122624 h 1221162"/>
                <a:gd name="connsiteX1902" fmla="*/ 1767101 w 1905657"/>
                <a:gd name="connsiteY1902" fmla="*/ 1124878 h 1221162"/>
                <a:gd name="connsiteX1903" fmla="*/ 1766865 w 1905657"/>
                <a:gd name="connsiteY1903" fmla="*/ 1128713 h 1221162"/>
                <a:gd name="connsiteX1904" fmla="*/ 1766293 w 1905657"/>
                <a:gd name="connsiteY1904" fmla="*/ 1130731 h 1221162"/>
                <a:gd name="connsiteX1905" fmla="*/ 1766563 w 1905657"/>
                <a:gd name="connsiteY1905" fmla="*/ 1133489 h 1221162"/>
                <a:gd name="connsiteX1906" fmla="*/ 1766563 w 1905657"/>
                <a:gd name="connsiteY1906" fmla="*/ 1135071 h 1221162"/>
                <a:gd name="connsiteX1907" fmla="*/ 1768144 w 1905657"/>
                <a:gd name="connsiteY1907" fmla="*/ 1137526 h 1221162"/>
                <a:gd name="connsiteX1908" fmla="*/ 1770029 w 1905657"/>
                <a:gd name="connsiteY1908" fmla="*/ 1139847 h 1221162"/>
                <a:gd name="connsiteX1909" fmla="*/ 1772991 w 1905657"/>
                <a:gd name="connsiteY1909" fmla="*/ 1140554 h 1221162"/>
                <a:gd name="connsiteX1910" fmla="*/ 1776390 w 1905657"/>
                <a:gd name="connsiteY1910" fmla="*/ 1141294 h 1221162"/>
                <a:gd name="connsiteX1911" fmla="*/ 1779419 w 1905657"/>
                <a:gd name="connsiteY1911" fmla="*/ 1141798 h 1221162"/>
                <a:gd name="connsiteX1912" fmla="*/ 1781808 w 1905657"/>
                <a:gd name="connsiteY1912" fmla="*/ 1142875 h 1221162"/>
                <a:gd name="connsiteX1913" fmla="*/ 1783626 w 1905657"/>
                <a:gd name="connsiteY1913" fmla="*/ 1143884 h 1221162"/>
                <a:gd name="connsiteX1914" fmla="*/ 1785645 w 1905657"/>
                <a:gd name="connsiteY1914" fmla="*/ 1146138 h 1221162"/>
                <a:gd name="connsiteX1915" fmla="*/ 1787159 w 1905657"/>
                <a:gd name="connsiteY1915" fmla="*/ 1144961 h 1221162"/>
                <a:gd name="connsiteX1916" fmla="*/ 1789347 w 1905657"/>
                <a:gd name="connsiteY1916" fmla="*/ 1143009 h 1221162"/>
                <a:gd name="connsiteX1917" fmla="*/ 1791534 w 1905657"/>
                <a:gd name="connsiteY1917" fmla="*/ 1141597 h 1221162"/>
                <a:gd name="connsiteX1918" fmla="*/ 1793587 w 1905657"/>
                <a:gd name="connsiteY1918" fmla="*/ 1140621 h 1221162"/>
                <a:gd name="connsiteX1919" fmla="*/ 1795438 w 1905657"/>
                <a:gd name="connsiteY1919" fmla="*/ 1139746 h 1221162"/>
                <a:gd name="connsiteX1920" fmla="*/ 1798030 w 1905657"/>
                <a:gd name="connsiteY1920" fmla="*/ 1138132 h 1221162"/>
                <a:gd name="connsiteX1921" fmla="*/ 1800318 w 1905657"/>
                <a:gd name="connsiteY1921" fmla="*/ 1136180 h 1221162"/>
                <a:gd name="connsiteX1922" fmla="*/ 1802607 w 1905657"/>
                <a:gd name="connsiteY1922" fmla="*/ 1134667 h 1221162"/>
                <a:gd name="connsiteX1923" fmla="*/ 1804357 w 1905657"/>
                <a:gd name="connsiteY1923" fmla="*/ 1132043 h 1221162"/>
                <a:gd name="connsiteX1924" fmla="*/ 1804121 w 1905657"/>
                <a:gd name="connsiteY1924" fmla="*/ 1127905 h 1221162"/>
                <a:gd name="connsiteX1925" fmla="*/ 1803751 w 1905657"/>
                <a:gd name="connsiteY1925" fmla="*/ 1124743 h 1221162"/>
                <a:gd name="connsiteX1926" fmla="*/ 1801294 w 1905657"/>
                <a:gd name="connsiteY1926" fmla="*/ 1121917 h 1221162"/>
                <a:gd name="connsiteX1927" fmla="*/ 1801294 w 1905657"/>
                <a:gd name="connsiteY1927" fmla="*/ 1119428 h 1221162"/>
                <a:gd name="connsiteX1928" fmla="*/ 1802708 w 1905657"/>
                <a:gd name="connsiteY1928" fmla="*/ 1116703 h 1221162"/>
                <a:gd name="connsiteX1929" fmla="*/ 1803684 w 1905657"/>
                <a:gd name="connsiteY1929" fmla="*/ 1115526 h 1221162"/>
                <a:gd name="connsiteX1930" fmla="*/ 1806948 w 1905657"/>
                <a:gd name="connsiteY1930" fmla="*/ 1114449 h 1221162"/>
                <a:gd name="connsiteX1931" fmla="*/ 1809775 w 1905657"/>
                <a:gd name="connsiteY1931" fmla="*/ 1114449 h 1221162"/>
                <a:gd name="connsiteX1932" fmla="*/ 1811525 w 1905657"/>
                <a:gd name="connsiteY1932" fmla="*/ 1114416 h 1221162"/>
                <a:gd name="connsiteX1933" fmla="*/ 1813915 w 1905657"/>
                <a:gd name="connsiteY1933" fmla="*/ 1115761 h 1221162"/>
                <a:gd name="connsiteX1934" fmla="*/ 1814790 w 1905657"/>
                <a:gd name="connsiteY1934" fmla="*/ 1117612 h 1221162"/>
                <a:gd name="connsiteX1935" fmla="*/ 1815564 w 1905657"/>
                <a:gd name="connsiteY1935" fmla="*/ 1119798 h 1221162"/>
                <a:gd name="connsiteX1936" fmla="*/ 1816977 w 1905657"/>
                <a:gd name="connsiteY1936" fmla="*/ 1123700 h 1221162"/>
                <a:gd name="connsiteX1937" fmla="*/ 1817179 w 1905657"/>
                <a:gd name="connsiteY1937" fmla="*/ 1125887 h 1221162"/>
                <a:gd name="connsiteX1938" fmla="*/ 1816203 w 1905657"/>
                <a:gd name="connsiteY1938" fmla="*/ 1128612 h 1221162"/>
                <a:gd name="connsiteX1939" fmla="*/ 1816001 w 1905657"/>
                <a:gd name="connsiteY1939" fmla="*/ 1130664 h 1221162"/>
                <a:gd name="connsiteX1940" fmla="*/ 1816439 w 1905657"/>
                <a:gd name="connsiteY1940" fmla="*/ 1133590 h 1221162"/>
                <a:gd name="connsiteX1941" fmla="*/ 1816271 w 1905657"/>
                <a:gd name="connsiteY1941" fmla="*/ 1136753 h 1221162"/>
                <a:gd name="connsiteX1942" fmla="*/ 1815227 w 1905657"/>
                <a:gd name="connsiteY1942" fmla="*/ 1138502 h 1221162"/>
                <a:gd name="connsiteX1943" fmla="*/ 1815227 w 1905657"/>
                <a:gd name="connsiteY1943" fmla="*/ 1142101 h 1221162"/>
                <a:gd name="connsiteX1944" fmla="*/ 1816001 w 1905657"/>
                <a:gd name="connsiteY1944" fmla="*/ 1144153 h 1221162"/>
                <a:gd name="connsiteX1945" fmla="*/ 1816540 w 1905657"/>
                <a:gd name="connsiteY1945" fmla="*/ 1145902 h 1221162"/>
                <a:gd name="connsiteX1946" fmla="*/ 1818155 w 1905657"/>
                <a:gd name="connsiteY1946" fmla="*/ 1146878 h 1221162"/>
                <a:gd name="connsiteX1947" fmla="*/ 1820208 w 1905657"/>
                <a:gd name="connsiteY1947" fmla="*/ 1148291 h 1221162"/>
                <a:gd name="connsiteX1948" fmla="*/ 1822597 w 1905657"/>
                <a:gd name="connsiteY1948" fmla="*/ 1148392 h 1221162"/>
                <a:gd name="connsiteX1949" fmla="*/ 1825862 w 1905657"/>
                <a:gd name="connsiteY1949" fmla="*/ 1146542 h 1221162"/>
                <a:gd name="connsiteX1950" fmla="*/ 1828252 w 1905657"/>
                <a:gd name="connsiteY1950" fmla="*/ 1145129 h 1221162"/>
                <a:gd name="connsiteX1951" fmla="*/ 1829126 w 1905657"/>
                <a:gd name="connsiteY1951" fmla="*/ 1143615 h 1221162"/>
                <a:gd name="connsiteX1952" fmla="*/ 1830338 w 1905657"/>
                <a:gd name="connsiteY1952" fmla="*/ 1142101 h 1221162"/>
                <a:gd name="connsiteX1953" fmla="*/ 1832290 w 1905657"/>
                <a:gd name="connsiteY1953" fmla="*/ 1141226 h 1221162"/>
                <a:gd name="connsiteX1954" fmla="*/ 1835218 w 1905657"/>
                <a:gd name="connsiteY1954" fmla="*/ 1141226 h 1221162"/>
                <a:gd name="connsiteX1955" fmla="*/ 1838819 w 1905657"/>
                <a:gd name="connsiteY1955" fmla="*/ 1142875 h 1221162"/>
                <a:gd name="connsiteX1956" fmla="*/ 1840670 w 1905657"/>
                <a:gd name="connsiteY1956" fmla="*/ 1144187 h 1221162"/>
                <a:gd name="connsiteX1957" fmla="*/ 1842184 w 1905657"/>
                <a:gd name="connsiteY1957" fmla="*/ 1144826 h 1221162"/>
                <a:gd name="connsiteX1958" fmla="*/ 1845012 w 1905657"/>
                <a:gd name="connsiteY1958" fmla="*/ 1144927 h 1221162"/>
                <a:gd name="connsiteX1959" fmla="*/ 1847838 w 1905657"/>
                <a:gd name="connsiteY1959" fmla="*/ 1142101 h 1221162"/>
                <a:gd name="connsiteX1960" fmla="*/ 1849454 w 1905657"/>
                <a:gd name="connsiteY1960" fmla="*/ 1139275 h 1221162"/>
                <a:gd name="connsiteX1961" fmla="*/ 1851305 w 1905657"/>
                <a:gd name="connsiteY1961" fmla="*/ 1133860 h 1221162"/>
                <a:gd name="connsiteX1962" fmla="*/ 1851742 w 1905657"/>
                <a:gd name="connsiteY1962" fmla="*/ 1131807 h 1221162"/>
                <a:gd name="connsiteX1963" fmla="*/ 1852079 w 1905657"/>
                <a:gd name="connsiteY1963" fmla="*/ 1125180 h 1221162"/>
                <a:gd name="connsiteX1964" fmla="*/ 1850867 w 1905657"/>
                <a:gd name="connsiteY1964" fmla="*/ 1119327 h 1221162"/>
                <a:gd name="connsiteX1965" fmla="*/ 1849117 w 1905657"/>
                <a:gd name="connsiteY1965" fmla="*/ 1115627 h 1221162"/>
                <a:gd name="connsiteX1966" fmla="*/ 1847704 w 1905657"/>
                <a:gd name="connsiteY1966" fmla="*/ 1112263 h 1221162"/>
                <a:gd name="connsiteX1967" fmla="*/ 1846290 w 1905657"/>
                <a:gd name="connsiteY1967" fmla="*/ 1109000 h 1221162"/>
                <a:gd name="connsiteX1968" fmla="*/ 1846055 w 1905657"/>
                <a:gd name="connsiteY1968" fmla="*/ 1106948 h 1221162"/>
                <a:gd name="connsiteX1969" fmla="*/ 1845853 w 1905657"/>
                <a:gd name="connsiteY1969" fmla="*/ 1102608 h 1221162"/>
                <a:gd name="connsiteX1970" fmla="*/ 1845617 w 1905657"/>
                <a:gd name="connsiteY1970" fmla="*/ 1098807 h 1221162"/>
                <a:gd name="connsiteX1971" fmla="*/ 1845180 w 1905657"/>
                <a:gd name="connsiteY1971" fmla="*/ 1095443 h 1221162"/>
                <a:gd name="connsiteX1972" fmla="*/ 1845281 w 1905657"/>
                <a:gd name="connsiteY1972" fmla="*/ 1091843 h 1221162"/>
                <a:gd name="connsiteX1973" fmla="*/ 1845382 w 1905657"/>
                <a:gd name="connsiteY1973" fmla="*/ 1089993 h 1221162"/>
                <a:gd name="connsiteX1974" fmla="*/ 1847569 w 1905657"/>
                <a:gd name="connsiteY1974" fmla="*/ 1087807 h 1221162"/>
                <a:gd name="connsiteX1975" fmla="*/ 1849420 w 1905657"/>
                <a:gd name="connsiteY1975" fmla="*/ 1085519 h 1221162"/>
                <a:gd name="connsiteX1976" fmla="*/ 1852146 w 1905657"/>
                <a:gd name="connsiteY1976" fmla="*/ 1083232 h 1221162"/>
                <a:gd name="connsiteX1977" fmla="*/ 1852146 w 1905657"/>
                <a:gd name="connsiteY1977" fmla="*/ 1080070 h 1221162"/>
                <a:gd name="connsiteX1978" fmla="*/ 1851170 w 1905657"/>
                <a:gd name="connsiteY1978" fmla="*/ 1077042 h 1221162"/>
                <a:gd name="connsiteX1979" fmla="*/ 1848579 w 1905657"/>
                <a:gd name="connsiteY1979" fmla="*/ 1073779 h 1221162"/>
                <a:gd name="connsiteX1980" fmla="*/ 1848478 w 1905657"/>
                <a:gd name="connsiteY1980" fmla="*/ 1071828 h 1221162"/>
                <a:gd name="connsiteX1981" fmla="*/ 1850531 w 1905657"/>
                <a:gd name="connsiteY1981" fmla="*/ 1070213 h 1221162"/>
                <a:gd name="connsiteX1982" fmla="*/ 1851944 w 1905657"/>
                <a:gd name="connsiteY1982" fmla="*/ 1067825 h 1221162"/>
                <a:gd name="connsiteX1983" fmla="*/ 1852920 w 1905657"/>
                <a:gd name="connsiteY1983" fmla="*/ 1065975 h 1221162"/>
                <a:gd name="connsiteX1984" fmla="*/ 1853122 w 1905657"/>
                <a:gd name="connsiteY1984" fmla="*/ 1062812 h 1221162"/>
                <a:gd name="connsiteX1985" fmla="*/ 1852584 w 1905657"/>
                <a:gd name="connsiteY1985" fmla="*/ 1059550 h 1221162"/>
                <a:gd name="connsiteX1986" fmla="*/ 1850968 w 1905657"/>
                <a:gd name="connsiteY1986" fmla="*/ 1056623 h 1221162"/>
                <a:gd name="connsiteX1987" fmla="*/ 1851170 w 1905657"/>
                <a:gd name="connsiteY1987" fmla="*/ 1055311 h 1221162"/>
                <a:gd name="connsiteX1988" fmla="*/ 1852483 w 1905657"/>
                <a:gd name="connsiteY1988" fmla="*/ 1054436 h 1221162"/>
                <a:gd name="connsiteX1989" fmla="*/ 1855074 w 1905657"/>
                <a:gd name="connsiteY1989" fmla="*/ 1052922 h 1221162"/>
                <a:gd name="connsiteX1990" fmla="*/ 1856151 w 1905657"/>
                <a:gd name="connsiteY1990" fmla="*/ 1052283 h 1221162"/>
                <a:gd name="connsiteX1991" fmla="*/ 1858440 w 1905657"/>
                <a:gd name="connsiteY1991" fmla="*/ 1052283 h 1221162"/>
                <a:gd name="connsiteX1992" fmla="*/ 1859214 w 1905657"/>
                <a:gd name="connsiteY1992" fmla="*/ 1054033 h 1221162"/>
                <a:gd name="connsiteX1993" fmla="*/ 1860291 w 1905657"/>
                <a:gd name="connsiteY1993" fmla="*/ 1054806 h 1221162"/>
                <a:gd name="connsiteX1994" fmla="*/ 1861368 w 1905657"/>
                <a:gd name="connsiteY1994" fmla="*/ 1054907 h 1221162"/>
                <a:gd name="connsiteX1995" fmla="*/ 1862546 w 1905657"/>
                <a:gd name="connsiteY1995" fmla="*/ 1051913 h 1221162"/>
                <a:gd name="connsiteX1996" fmla="*/ 1866685 w 1905657"/>
                <a:gd name="connsiteY1996" fmla="*/ 1051913 h 1221162"/>
                <a:gd name="connsiteX1997" fmla="*/ 1867459 w 1905657"/>
                <a:gd name="connsiteY1997" fmla="*/ 1053494 h 1221162"/>
                <a:gd name="connsiteX1998" fmla="*/ 1868435 w 1905657"/>
                <a:gd name="connsiteY1998" fmla="*/ 1059247 h 1221162"/>
                <a:gd name="connsiteX1999" fmla="*/ 1867897 w 1905657"/>
                <a:gd name="connsiteY1999" fmla="*/ 1062409 h 1221162"/>
                <a:gd name="connsiteX2000" fmla="*/ 1867459 w 1905657"/>
                <a:gd name="connsiteY2000" fmla="*/ 1066008 h 1221162"/>
                <a:gd name="connsiteX2001" fmla="*/ 1867358 w 1905657"/>
                <a:gd name="connsiteY2001" fmla="*/ 1068498 h 1221162"/>
                <a:gd name="connsiteX2002" fmla="*/ 1867358 w 1905657"/>
                <a:gd name="connsiteY2002" fmla="*/ 1070886 h 1221162"/>
                <a:gd name="connsiteX2003" fmla="*/ 1868233 w 1905657"/>
                <a:gd name="connsiteY2003" fmla="*/ 1072837 h 1221162"/>
                <a:gd name="connsiteX2004" fmla="*/ 1869546 w 1905657"/>
                <a:gd name="connsiteY2004" fmla="*/ 1073106 h 1221162"/>
                <a:gd name="connsiteX2005" fmla="*/ 1870858 w 1905657"/>
                <a:gd name="connsiteY2005" fmla="*/ 1073476 h 1221162"/>
                <a:gd name="connsiteX2006" fmla="*/ 1873450 w 1905657"/>
                <a:gd name="connsiteY2006" fmla="*/ 1073476 h 1221162"/>
                <a:gd name="connsiteX2007" fmla="*/ 1876176 w 1905657"/>
                <a:gd name="connsiteY2007" fmla="*/ 1073140 h 1221162"/>
                <a:gd name="connsiteX2008" fmla="*/ 1878464 w 1905657"/>
                <a:gd name="connsiteY2008" fmla="*/ 1071492 h 1221162"/>
                <a:gd name="connsiteX2009" fmla="*/ 1879104 w 1905657"/>
                <a:gd name="connsiteY2009" fmla="*/ 1070180 h 1221162"/>
                <a:gd name="connsiteX2010" fmla="*/ 1878128 w 1905657"/>
                <a:gd name="connsiteY2010" fmla="*/ 1066580 h 1221162"/>
                <a:gd name="connsiteX2011" fmla="*/ 1877926 w 1905657"/>
                <a:gd name="connsiteY2011" fmla="*/ 1064427 h 1221162"/>
                <a:gd name="connsiteX2012" fmla="*/ 1877724 w 1905657"/>
                <a:gd name="connsiteY2012" fmla="*/ 1061501 h 1221162"/>
                <a:gd name="connsiteX2013" fmla="*/ 1878599 w 1905657"/>
                <a:gd name="connsiteY2013" fmla="*/ 1059112 h 1221162"/>
                <a:gd name="connsiteX2014" fmla="*/ 1881762 w 1905657"/>
                <a:gd name="connsiteY2014" fmla="*/ 1057800 h 1221162"/>
                <a:gd name="connsiteX2015" fmla="*/ 1882402 w 1905657"/>
                <a:gd name="connsiteY2015" fmla="*/ 1056724 h 1221162"/>
                <a:gd name="connsiteX2016" fmla="*/ 1880450 w 1905657"/>
                <a:gd name="connsiteY2016" fmla="*/ 1054134 h 1221162"/>
                <a:gd name="connsiteX2017" fmla="*/ 1881661 w 1905657"/>
                <a:gd name="connsiteY2017" fmla="*/ 1052721 h 1221162"/>
                <a:gd name="connsiteX2018" fmla="*/ 1884589 w 1905657"/>
                <a:gd name="connsiteY2018" fmla="*/ 1052620 h 1221162"/>
                <a:gd name="connsiteX2019" fmla="*/ 1887080 w 1905657"/>
                <a:gd name="connsiteY2019" fmla="*/ 1052519 h 1221162"/>
                <a:gd name="connsiteX2020" fmla="*/ 1887416 w 1905657"/>
                <a:gd name="connsiteY2020" fmla="*/ 1050332 h 1221162"/>
                <a:gd name="connsiteX2021" fmla="*/ 1887315 w 1905657"/>
                <a:gd name="connsiteY2021" fmla="*/ 1047708 h 1221162"/>
                <a:gd name="connsiteX2022" fmla="*/ 1886676 w 1905657"/>
                <a:gd name="connsiteY2022" fmla="*/ 1046396 h 1221162"/>
                <a:gd name="connsiteX2023" fmla="*/ 1885060 w 1905657"/>
                <a:gd name="connsiteY2023" fmla="*/ 1044983 h 1221162"/>
                <a:gd name="connsiteX2024" fmla="*/ 1884623 w 1905657"/>
                <a:gd name="connsiteY2024" fmla="*/ 1044109 h 1221162"/>
                <a:gd name="connsiteX2025" fmla="*/ 1885935 w 1905657"/>
                <a:gd name="connsiteY2025" fmla="*/ 1042023 h 1221162"/>
                <a:gd name="connsiteX2026" fmla="*/ 1887450 w 1905657"/>
                <a:gd name="connsiteY2026" fmla="*/ 1041250 h 1221162"/>
                <a:gd name="connsiteX2027" fmla="*/ 1886810 w 1905657"/>
                <a:gd name="connsiteY2027" fmla="*/ 1039500 h 1221162"/>
                <a:gd name="connsiteX2028" fmla="*/ 1883109 w 1905657"/>
                <a:gd name="connsiteY2028" fmla="*/ 1034824 h 1221162"/>
                <a:gd name="connsiteX2029" fmla="*/ 1883109 w 1905657"/>
                <a:gd name="connsiteY2029" fmla="*/ 1034286 h 1221162"/>
                <a:gd name="connsiteX2030" fmla="*/ 1885700 w 1905657"/>
                <a:gd name="connsiteY2030" fmla="*/ 1032638 h 1221162"/>
                <a:gd name="connsiteX2031" fmla="*/ 1889065 w 1905657"/>
                <a:gd name="connsiteY2031" fmla="*/ 1030788 h 1221162"/>
                <a:gd name="connsiteX2032" fmla="*/ 1892431 w 1905657"/>
                <a:gd name="connsiteY2032" fmla="*/ 1030249 h 1221162"/>
                <a:gd name="connsiteX2033" fmla="*/ 1896671 w 1905657"/>
                <a:gd name="connsiteY2033" fmla="*/ 1030788 h 1221162"/>
                <a:gd name="connsiteX2034" fmla="*/ 1899094 w 1905657"/>
                <a:gd name="connsiteY2034" fmla="*/ 1031662 h 122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Lst>
              <a:rect l="l" t="t" r="r" b="b"/>
              <a:pathLst>
                <a:path w="1905657" h="1221162">
                  <a:moveTo>
                    <a:pt x="1899094" y="1031662"/>
                  </a:moveTo>
                  <a:cubicBezTo>
                    <a:pt x="1899094" y="1031662"/>
                    <a:pt x="1900306" y="1031898"/>
                    <a:pt x="1900710" y="1031898"/>
                  </a:cubicBezTo>
                  <a:lnTo>
                    <a:pt x="1901686" y="1028635"/>
                  </a:lnTo>
                  <a:lnTo>
                    <a:pt x="1900171" y="1023858"/>
                  </a:lnTo>
                  <a:lnTo>
                    <a:pt x="1901046" y="1019518"/>
                  </a:lnTo>
                  <a:cubicBezTo>
                    <a:pt x="1901046" y="1019518"/>
                    <a:pt x="1900171" y="1014506"/>
                    <a:pt x="1900171" y="1013665"/>
                  </a:cubicBezTo>
                  <a:cubicBezTo>
                    <a:pt x="1900171" y="1012790"/>
                    <a:pt x="1899970" y="1006062"/>
                    <a:pt x="1899970" y="1006062"/>
                  </a:cubicBezTo>
                  <a:lnTo>
                    <a:pt x="1899330" y="1003237"/>
                  </a:lnTo>
                  <a:cubicBezTo>
                    <a:pt x="1899330" y="1003237"/>
                    <a:pt x="1899330" y="998897"/>
                    <a:pt x="1899566" y="998023"/>
                  </a:cubicBezTo>
                  <a:cubicBezTo>
                    <a:pt x="1899768" y="997148"/>
                    <a:pt x="1899566" y="994322"/>
                    <a:pt x="1899330" y="993246"/>
                  </a:cubicBezTo>
                  <a:cubicBezTo>
                    <a:pt x="1899094" y="992169"/>
                    <a:pt x="1898253" y="990218"/>
                    <a:pt x="1898253" y="990218"/>
                  </a:cubicBezTo>
                  <a:lnTo>
                    <a:pt x="1895864" y="990218"/>
                  </a:lnTo>
                  <a:lnTo>
                    <a:pt x="1893474" y="987292"/>
                  </a:lnTo>
                  <a:lnTo>
                    <a:pt x="1893037" y="985004"/>
                  </a:lnTo>
                  <a:lnTo>
                    <a:pt x="1892162" y="978915"/>
                  </a:lnTo>
                  <a:lnTo>
                    <a:pt x="1892162" y="975450"/>
                  </a:lnTo>
                  <a:cubicBezTo>
                    <a:pt x="1892162" y="975450"/>
                    <a:pt x="1893138" y="974138"/>
                    <a:pt x="1894215" y="973062"/>
                  </a:cubicBezTo>
                  <a:cubicBezTo>
                    <a:pt x="1895291" y="971985"/>
                    <a:pt x="1894551" y="973062"/>
                    <a:pt x="1895190" y="972423"/>
                  </a:cubicBezTo>
                  <a:cubicBezTo>
                    <a:pt x="1895830" y="971784"/>
                    <a:pt x="1897378" y="969799"/>
                    <a:pt x="1897378" y="969799"/>
                  </a:cubicBezTo>
                  <a:lnTo>
                    <a:pt x="1899128" y="965257"/>
                  </a:lnTo>
                  <a:lnTo>
                    <a:pt x="1901955" y="960683"/>
                  </a:lnTo>
                  <a:lnTo>
                    <a:pt x="1905657" y="954796"/>
                  </a:lnTo>
                  <a:lnTo>
                    <a:pt x="1905455" y="942416"/>
                  </a:lnTo>
                  <a:lnTo>
                    <a:pt x="1904580" y="934141"/>
                  </a:lnTo>
                  <a:cubicBezTo>
                    <a:pt x="1904580" y="934141"/>
                    <a:pt x="1903941" y="929801"/>
                    <a:pt x="1903705" y="929129"/>
                  </a:cubicBezTo>
                  <a:cubicBezTo>
                    <a:pt x="1903503" y="928489"/>
                    <a:pt x="1901080" y="922502"/>
                    <a:pt x="1901080" y="921190"/>
                  </a:cubicBezTo>
                  <a:cubicBezTo>
                    <a:pt x="1901080" y="919878"/>
                    <a:pt x="1900003" y="917590"/>
                    <a:pt x="1900003" y="916850"/>
                  </a:cubicBezTo>
                  <a:cubicBezTo>
                    <a:pt x="1900003" y="916076"/>
                    <a:pt x="1899128" y="911098"/>
                    <a:pt x="1899128" y="911098"/>
                  </a:cubicBezTo>
                  <a:cubicBezTo>
                    <a:pt x="1899128" y="911098"/>
                    <a:pt x="1899128" y="908810"/>
                    <a:pt x="1899128" y="908171"/>
                  </a:cubicBezTo>
                  <a:cubicBezTo>
                    <a:pt x="1899128" y="907532"/>
                    <a:pt x="1899902" y="905682"/>
                    <a:pt x="1900205" y="905009"/>
                  </a:cubicBezTo>
                  <a:cubicBezTo>
                    <a:pt x="1900542" y="904370"/>
                    <a:pt x="1900744" y="903798"/>
                    <a:pt x="1901719" y="903159"/>
                  </a:cubicBezTo>
                  <a:cubicBezTo>
                    <a:pt x="1902696" y="902520"/>
                    <a:pt x="1902494" y="901107"/>
                    <a:pt x="1902696" y="900434"/>
                  </a:cubicBezTo>
                  <a:cubicBezTo>
                    <a:pt x="1902931" y="899795"/>
                    <a:pt x="1902696" y="896532"/>
                    <a:pt x="1902696" y="896532"/>
                  </a:cubicBezTo>
                  <a:cubicBezTo>
                    <a:pt x="1902696" y="896532"/>
                    <a:pt x="1903032" y="892293"/>
                    <a:pt x="1903133" y="891856"/>
                  </a:cubicBezTo>
                  <a:cubicBezTo>
                    <a:pt x="1903234" y="891419"/>
                    <a:pt x="1903470" y="889568"/>
                    <a:pt x="1903470" y="889568"/>
                  </a:cubicBezTo>
                  <a:lnTo>
                    <a:pt x="1900104" y="885330"/>
                  </a:lnTo>
                  <a:lnTo>
                    <a:pt x="1900542" y="880889"/>
                  </a:lnTo>
                  <a:cubicBezTo>
                    <a:pt x="1900542" y="880889"/>
                    <a:pt x="1901417" y="878165"/>
                    <a:pt x="1901417" y="877727"/>
                  </a:cubicBezTo>
                  <a:cubicBezTo>
                    <a:pt x="1901417" y="877290"/>
                    <a:pt x="1901517" y="874700"/>
                    <a:pt x="1901517" y="874262"/>
                  </a:cubicBezTo>
                  <a:cubicBezTo>
                    <a:pt x="1901517" y="873825"/>
                    <a:pt x="1901316" y="870898"/>
                    <a:pt x="1901316" y="870898"/>
                  </a:cubicBezTo>
                  <a:cubicBezTo>
                    <a:pt x="1901316" y="870898"/>
                    <a:pt x="1899801" y="869822"/>
                    <a:pt x="1898825" y="868611"/>
                  </a:cubicBezTo>
                  <a:cubicBezTo>
                    <a:pt x="1897849" y="867434"/>
                    <a:pt x="1897513" y="866996"/>
                    <a:pt x="1897210" y="866021"/>
                  </a:cubicBezTo>
                  <a:cubicBezTo>
                    <a:pt x="1896873" y="865045"/>
                    <a:pt x="1897311" y="864608"/>
                    <a:pt x="1897849" y="863969"/>
                  </a:cubicBezTo>
                  <a:cubicBezTo>
                    <a:pt x="1898388" y="863329"/>
                    <a:pt x="1898825" y="863195"/>
                    <a:pt x="1899364" y="862993"/>
                  </a:cubicBezTo>
                  <a:cubicBezTo>
                    <a:pt x="1899902" y="862758"/>
                    <a:pt x="1900340" y="862455"/>
                    <a:pt x="1900340" y="862455"/>
                  </a:cubicBezTo>
                  <a:cubicBezTo>
                    <a:pt x="1900340" y="862455"/>
                    <a:pt x="1901753" y="861816"/>
                    <a:pt x="1902527" y="861479"/>
                  </a:cubicBezTo>
                  <a:cubicBezTo>
                    <a:pt x="1903301" y="861143"/>
                    <a:pt x="1903167" y="860403"/>
                    <a:pt x="1903503" y="859730"/>
                  </a:cubicBezTo>
                  <a:cubicBezTo>
                    <a:pt x="1903840" y="859091"/>
                    <a:pt x="1904378" y="857880"/>
                    <a:pt x="1904816" y="857241"/>
                  </a:cubicBezTo>
                  <a:cubicBezTo>
                    <a:pt x="1905253" y="856602"/>
                    <a:pt x="1905253" y="855290"/>
                    <a:pt x="1905253" y="855290"/>
                  </a:cubicBezTo>
                  <a:lnTo>
                    <a:pt x="1904917" y="851387"/>
                  </a:lnTo>
                  <a:lnTo>
                    <a:pt x="1901753" y="848461"/>
                  </a:lnTo>
                  <a:lnTo>
                    <a:pt x="1899902" y="846711"/>
                  </a:lnTo>
                  <a:lnTo>
                    <a:pt x="1898926" y="844525"/>
                  </a:lnTo>
                  <a:lnTo>
                    <a:pt x="1897412" y="842137"/>
                  </a:lnTo>
                  <a:cubicBezTo>
                    <a:pt x="1897412" y="842137"/>
                    <a:pt x="1895123" y="840926"/>
                    <a:pt x="1895022" y="840623"/>
                  </a:cubicBezTo>
                  <a:cubicBezTo>
                    <a:pt x="1894921" y="840286"/>
                    <a:pt x="1891758" y="838234"/>
                    <a:pt x="1891421" y="838033"/>
                  </a:cubicBezTo>
                  <a:cubicBezTo>
                    <a:pt x="1891085" y="837797"/>
                    <a:pt x="1890243" y="836956"/>
                    <a:pt x="1890243" y="836956"/>
                  </a:cubicBezTo>
                  <a:lnTo>
                    <a:pt x="1889604" y="835980"/>
                  </a:lnTo>
                  <a:lnTo>
                    <a:pt x="1889806" y="833928"/>
                  </a:lnTo>
                  <a:lnTo>
                    <a:pt x="1890883" y="832852"/>
                  </a:lnTo>
                  <a:cubicBezTo>
                    <a:pt x="1890883" y="832852"/>
                    <a:pt x="1892061" y="831237"/>
                    <a:pt x="1892195" y="830901"/>
                  </a:cubicBezTo>
                  <a:cubicBezTo>
                    <a:pt x="1892296" y="830564"/>
                    <a:pt x="1892195" y="829488"/>
                    <a:pt x="1892195" y="829488"/>
                  </a:cubicBezTo>
                  <a:lnTo>
                    <a:pt x="1892195" y="826461"/>
                  </a:lnTo>
                  <a:lnTo>
                    <a:pt x="1891859" y="822996"/>
                  </a:lnTo>
                  <a:lnTo>
                    <a:pt x="1889133" y="821919"/>
                  </a:lnTo>
                  <a:lnTo>
                    <a:pt x="1887181" y="819194"/>
                  </a:lnTo>
                  <a:lnTo>
                    <a:pt x="1886979" y="817378"/>
                  </a:lnTo>
                  <a:lnTo>
                    <a:pt x="1886979" y="815628"/>
                  </a:lnTo>
                  <a:lnTo>
                    <a:pt x="1886810" y="813677"/>
                  </a:lnTo>
                  <a:cubicBezTo>
                    <a:pt x="1886810" y="813677"/>
                    <a:pt x="1886003" y="810852"/>
                    <a:pt x="1885330" y="809439"/>
                  </a:cubicBezTo>
                  <a:cubicBezTo>
                    <a:pt x="1884690" y="808026"/>
                    <a:pt x="1885330" y="809439"/>
                    <a:pt x="1885330" y="809002"/>
                  </a:cubicBezTo>
                  <a:cubicBezTo>
                    <a:pt x="1885330" y="808564"/>
                    <a:pt x="1882065" y="806815"/>
                    <a:pt x="1882065" y="806815"/>
                  </a:cubicBezTo>
                  <a:lnTo>
                    <a:pt x="1880854" y="806041"/>
                  </a:lnTo>
                  <a:lnTo>
                    <a:pt x="1879979" y="806041"/>
                  </a:lnTo>
                  <a:lnTo>
                    <a:pt x="1875536" y="802173"/>
                  </a:lnTo>
                  <a:lnTo>
                    <a:pt x="1876176" y="798405"/>
                  </a:lnTo>
                  <a:lnTo>
                    <a:pt x="1877488" y="795478"/>
                  </a:lnTo>
                  <a:lnTo>
                    <a:pt x="1879541" y="792316"/>
                  </a:lnTo>
                  <a:cubicBezTo>
                    <a:pt x="1879541" y="792316"/>
                    <a:pt x="1879003" y="788515"/>
                    <a:pt x="1879104" y="788179"/>
                  </a:cubicBezTo>
                  <a:cubicBezTo>
                    <a:pt x="1879204" y="787842"/>
                    <a:pt x="1879878" y="786867"/>
                    <a:pt x="1879878" y="786867"/>
                  </a:cubicBezTo>
                  <a:lnTo>
                    <a:pt x="1880955" y="786093"/>
                  </a:lnTo>
                  <a:cubicBezTo>
                    <a:pt x="1880955" y="786093"/>
                    <a:pt x="1883344" y="785857"/>
                    <a:pt x="1883883" y="785857"/>
                  </a:cubicBezTo>
                  <a:cubicBezTo>
                    <a:pt x="1884421" y="785857"/>
                    <a:pt x="1885498" y="786631"/>
                    <a:pt x="1885498" y="786631"/>
                  </a:cubicBezTo>
                  <a:cubicBezTo>
                    <a:pt x="1885498" y="786631"/>
                    <a:pt x="1887113" y="788380"/>
                    <a:pt x="1888224" y="788683"/>
                  </a:cubicBezTo>
                  <a:cubicBezTo>
                    <a:pt x="1889301" y="789020"/>
                    <a:pt x="1890176" y="790096"/>
                    <a:pt x="1890849" y="790533"/>
                  </a:cubicBezTo>
                  <a:cubicBezTo>
                    <a:pt x="1891488" y="790971"/>
                    <a:pt x="1891724" y="791711"/>
                    <a:pt x="1891724" y="791711"/>
                  </a:cubicBezTo>
                  <a:cubicBezTo>
                    <a:pt x="1891724" y="791711"/>
                    <a:pt x="1894349" y="792249"/>
                    <a:pt x="1894652" y="792249"/>
                  </a:cubicBezTo>
                  <a:cubicBezTo>
                    <a:pt x="1894989" y="792249"/>
                    <a:pt x="1896402" y="791711"/>
                    <a:pt x="1896402" y="791711"/>
                  </a:cubicBezTo>
                  <a:lnTo>
                    <a:pt x="1897715" y="789861"/>
                  </a:lnTo>
                  <a:cubicBezTo>
                    <a:pt x="1897715" y="789861"/>
                    <a:pt x="1898926" y="788986"/>
                    <a:pt x="1899128" y="788683"/>
                  </a:cubicBezTo>
                  <a:cubicBezTo>
                    <a:pt x="1899330" y="788347"/>
                    <a:pt x="1900003" y="788347"/>
                    <a:pt x="1900542" y="787808"/>
                  </a:cubicBezTo>
                  <a:cubicBezTo>
                    <a:pt x="1901080" y="787270"/>
                    <a:pt x="1901517" y="787270"/>
                    <a:pt x="1901517" y="787270"/>
                  </a:cubicBezTo>
                  <a:cubicBezTo>
                    <a:pt x="1901517" y="787270"/>
                    <a:pt x="1903470" y="785656"/>
                    <a:pt x="1903705" y="785218"/>
                  </a:cubicBezTo>
                  <a:cubicBezTo>
                    <a:pt x="1903941" y="784781"/>
                    <a:pt x="1904042" y="783805"/>
                    <a:pt x="1904042" y="783805"/>
                  </a:cubicBezTo>
                  <a:lnTo>
                    <a:pt x="1904378" y="782493"/>
                  </a:lnTo>
                  <a:lnTo>
                    <a:pt x="1904378" y="780408"/>
                  </a:lnTo>
                  <a:lnTo>
                    <a:pt x="1903301" y="778558"/>
                  </a:lnTo>
                  <a:lnTo>
                    <a:pt x="1899599" y="773680"/>
                  </a:lnTo>
                  <a:cubicBezTo>
                    <a:pt x="1899599" y="773680"/>
                    <a:pt x="1897210" y="769979"/>
                    <a:pt x="1896974" y="769643"/>
                  </a:cubicBezTo>
                  <a:cubicBezTo>
                    <a:pt x="1896772" y="769307"/>
                    <a:pt x="1893070" y="767591"/>
                    <a:pt x="1891657" y="765943"/>
                  </a:cubicBezTo>
                  <a:cubicBezTo>
                    <a:pt x="1890243" y="764328"/>
                    <a:pt x="1888190" y="762781"/>
                    <a:pt x="1887416" y="761603"/>
                  </a:cubicBezTo>
                  <a:cubicBezTo>
                    <a:pt x="1886642" y="760392"/>
                    <a:pt x="1885363" y="760291"/>
                    <a:pt x="1884051" y="759316"/>
                  </a:cubicBezTo>
                  <a:cubicBezTo>
                    <a:pt x="1882738" y="758340"/>
                    <a:pt x="1882974" y="758105"/>
                    <a:pt x="1882974" y="758105"/>
                  </a:cubicBezTo>
                  <a:cubicBezTo>
                    <a:pt x="1882974" y="758105"/>
                    <a:pt x="1880921" y="755380"/>
                    <a:pt x="1879810" y="754068"/>
                  </a:cubicBezTo>
                  <a:cubicBezTo>
                    <a:pt x="1878733" y="752756"/>
                    <a:pt x="1877185" y="751679"/>
                    <a:pt x="1876647" y="750469"/>
                  </a:cubicBezTo>
                  <a:cubicBezTo>
                    <a:pt x="1876108" y="749258"/>
                    <a:pt x="1874796" y="747643"/>
                    <a:pt x="1874796" y="747643"/>
                  </a:cubicBezTo>
                  <a:cubicBezTo>
                    <a:pt x="1874796" y="747643"/>
                    <a:pt x="1874796" y="745153"/>
                    <a:pt x="1874796" y="744043"/>
                  </a:cubicBezTo>
                  <a:cubicBezTo>
                    <a:pt x="1874796" y="742967"/>
                    <a:pt x="1874796" y="740679"/>
                    <a:pt x="1874796" y="740679"/>
                  </a:cubicBezTo>
                  <a:lnTo>
                    <a:pt x="1874796" y="739805"/>
                  </a:lnTo>
                  <a:lnTo>
                    <a:pt x="1872238" y="737618"/>
                  </a:lnTo>
                  <a:lnTo>
                    <a:pt x="1870454" y="734591"/>
                  </a:lnTo>
                  <a:lnTo>
                    <a:pt x="1870017" y="734591"/>
                  </a:lnTo>
                  <a:lnTo>
                    <a:pt x="1866449" y="732572"/>
                  </a:lnTo>
                  <a:cubicBezTo>
                    <a:pt x="1866449" y="732572"/>
                    <a:pt x="1867627" y="729141"/>
                    <a:pt x="1867325" y="728704"/>
                  </a:cubicBezTo>
                  <a:cubicBezTo>
                    <a:pt x="1866988" y="728266"/>
                    <a:pt x="1865810" y="727291"/>
                    <a:pt x="1865709" y="726416"/>
                  </a:cubicBezTo>
                  <a:cubicBezTo>
                    <a:pt x="1865608" y="725542"/>
                    <a:pt x="1865070" y="725340"/>
                    <a:pt x="1865070" y="724902"/>
                  </a:cubicBezTo>
                  <a:cubicBezTo>
                    <a:pt x="1865070" y="724465"/>
                    <a:pt x="1863993" y="723153"/>
                    <a:pt x="1863219" y="722178"/>
                  </a:cubicBezTo>
                  <a:cubicBezTo>
                    <a:pt x="1862445" y="721202"/>
                    <a:pt x="1863017" y="721639"/>
                    <a:pt x="1862445" y="721202"/>
                  </a:cubicBezTo>
                  <a:cubicBezTo>
                    <a:pt x="1861906" y="720765"/>
                    <a:pt x="1861031" y="719150"/>
                    <a:pt x="1861031" y="719150"/>
                  </a:cubicBezTo>
                  <a:cubicBezTo>
                    <a:pt x="1861031" y="719150"/>
                    <a:pt x="1861570" y="718948"/>
                    <a:pt x="1861805" y="718275"/>
                  </a:cubicBezTo>
                  <a:cubicBezTo>
                    <a:pt x="1862007" y="717636"/>
                    <a:pt x="1863219" y="717939"/>
                    <a:pt x="1863993" y="717199"/>
                  </a:cubicBezTo>
                  <a:cubicBezTo>
                    <a:pt x="1864767" y="716425"/>
                    <a:pt x="1864969" y="716661"/>
                    <a:pt x="1865305" y="716122"/>
                  </a:cubicBezTo>
                  <a:cubicBezTo>
                    <a:pt x="1865642" y="715584"/>
                    <a:pt x="1865844" y="714171"/>
                    <a:pt x="1866180" y="713398"/>
                  </a:cubicBezTo>
                  <a:cubicBezTo>
                    <a:pt x="1866517" y="712624"/>
                    <a:pt x="1866820" y="710908"/>
                    <a:pt x="1866820" y="710471"/>
                  </a:cubicBezTo>
                  <a:cubicBezTo>
                    <a:pt x="1866820" y="710034"/>
                    <a:pt x="1866719" y="707107"/>
                    <a:pt x="1866719" y="706670"/>
                  </a:cubicBezTo>
                  <a:cubicBezTo>
                    <a:pt x="1866719" y="706232"/>
                    <a:pt x="1866180" y="705358"/>
                    <a:pt x="1866180" y="705358"/>
                  </a:cubicBezTo>
                  <a:cubicBezTo>
                    <a:pt x="1866180" y="705358"/>
                    <a:pt x="1863151" y="702196"/>
                    <a:pt x="1862478" y="701657"/>
                  </a:cubicBezTo>
                  <a:cubicBezTo>
                    <a:pt x="1861839" y="701119"/>
                    <a:pt x="1857161" y="695468"/>
                    <a:pt x="1857161" y="695030"/>
                  </a:cubicBezTo>
                  <a:cubicBezTo>
                    <a:pt x="1857161" y="694593"/>
                    <a:pt x="1855310" y="691229"/>
                    <a:pt x="1855310" y="691229"/>
                  </a:cubicBezTo>
                  <a:lnTo>
                    <a:pt x="1854435" y="685813"/>
                  </a:lnTo>
                  <a:lnTo>
                    <a:pt x="1851507" y="680935"/>
                  </a:lnTo>
                  <a:cubicBezTo>
                    <a:pt x="1851507" y="680935"/>
                    <a:pt x="1850733" y="675385"/>
                    <a:pt x="1850632" y="675082"/>
                  </a:cubicBezTo>
                  <a:cubicBezTo>
                    <a:pt x="1850531" y="674746"/>
                    <a:pt x="1850194" y="670305"/>
                    <a:pt x="1850194" y="669868"/>
                  </a:cubicBezTo>
                  <a:cubicBezTo>
                    <a:pt x="1850194" y="669431"/>
                    <a:pt x="1849757" y="663241"/>
                    <a:pt x="1849757" y="663241"/>
                  </a:cubicBezTo>
                  <a:cubicBezTo>
                    <a:pt x="1849757" y="663241"/>
                    <a:pt x="1848545" y="662467"/>
                    <a:pt x="1847165" y="661391"/>
                  </a:cubicBezTo>
                  <a:cubicBezTo>
                    <a:pt x="1845752" y="660314"/>
                    <a:pt x="1843901" y="657791"/>
                    <a:pt x="1843901" y="657791"/>
                  </a:cubicBezTo>
                  <a:cubicBezTo>
                    <a:pt x="1843901" y="657791"/>
                    <a:pt x="1839560" y="654192"/>
                    <a:pt x="1839223" y="654091"/>
                  </a:cubicBezTo>
                  <a:cubicBezTo>
                    <a:pt x="1838886" y="653990"/>
                    <a:pt x="1838348" y="653015"/>
                    <a:pt x="1838011" y="652678"/>
                  </a:cubicBezTo>
                  <a:cubicBezTo>
                    <a:pt x="1837675" y="652342"/>
                    <a:pt x="1833569" y="651602"/>
                    <a:pt x="1832155" y="651366"/>
                  </a:cubicBezTo>
                  <a:cubicBezTo>
                    <a:pt x="1830742" y="651164"/>
                    <a:pt x="1827477" y="651265"/>
                    <a:pt x="1827477" y="651265"/>
                  </a:cubicBezTo>
                  <a:lnTo>
                    <a:pt x="1825862" y="648675"/>
                  </a:lnTo>
                  <a:lnTo>
                    <a:pt x="1825223" y="647800"/>
                  </a:lnTo>
                  <a:cubicBezTo>
                    <a:pt x="1825223" y="647800"/>
                    <a:pt x="1822732" y="646051"/>
                    <a:pt x="1821857" y="646051"/>
                  </a:cubicBezTo>
                  <a:cubicBezTo>
                    <a:pt x="1820982" y="646051"/>
                    <a:pt x="1817179" y="643225"/>
                    <a:pt x="1817179" y="643225"/>
                  </a:cubicBezTo>
                  <a:lnTo>
                    <a:pt x="1811862" y="639962"/>
                  </a:lnTo>
                  <a:cubicBezTo>
                    <a:pt x="1811862" y="639962"/>
                    <a:pt x="1808395" y="641005"/>
                    <a:pt x="1808160" y="641005"/>
                  </a:cubicBezTo>
                  <a:cubicBezTo>
                    <a:pt x="1807958" y="641005"/>
                    <a:pt x="1804592" y="642519"/>
                    <a:pt x="1804592" y="642519"/>
                  </a:cubicBezTo>
                  <a:lnTo>
                    <a:pt x="1800015" y="643024"/>
                  </a:lnTo>
                  <a:cubicBezTo>
                    <a:pt x="1800015" y="643024"/>
                    <a:pt x="1796886" y="642956"/>
                    <a:pt x="1796179" y="642956"/>
                  </a:cubicBezTo>
                  <a:cubicBezTo>
                    <a:pt x="1795472" y="642956"/>
                    <a:pt x="1793217" y="641140"/>
                    <a:pt x="1792477" y="641072"/>
                  </a:cubicBezTo>
                  <a:cubicBezTo>
                    <a:pt x="1791736" y="641005"/>
                    <a:pt x="1789650" y="639559"/>
                    <a:pt x="1789650" y="639559"/>
                  </a:cubicBezTo>
                  <a:cubicBezTo>
                    <a:pt x="1789650" y="639559"/>
                    <a:pt x="1786318" y="637036"/>
                    <a:pt x="1785948" y="636968"/>
                  </a:cubicBezTo>
                  <a:cubicBezTo>
                    <a:pt x="1785577" y="636901"/>
                    <a:pt x="1784130" y="635791"/>
                    <a:pt x="1784130" y="635791"/>
                  </a:cubicBezTo>
                  <a:cubicBezTo>
                    <a:pt x="1784130" y="635791"/>
                    <a:pt x="1779856" y="634849"/>
                    <a:pt x="1778712" y="634782"/>
                  </a:cubicBezTo>
                  <a:cubicBezTo>
                    <a:pt x="1777534" y="634715"/>
                    <a:pt x="1777332" y="634984"/>
                    <a:pt x="1776188" y="635791"/>
                  </a:cubicBezTo>
                  <a:cubicBezTo>
                    <a:pt x="1775044" y="636598"/>
                    <a:pt x="1774505" y="636800"/>
                    <a:pt x="1773058" y="638045"/>
                  </a:cubicBezTo>
                  <a:cubicBezTo>
                    <a:pt x="1771611" y="639290"/>
                    <a:pt x="1772183" y="639491"/>
                    <a:pt x="1771039" y="640871"/>
                  </a:cubicBezTo>
                  <a:cubicBezTo>
                    <a:pt x="1769894" y="642250"/>
                    <a:pt x="1770029" y="641745"/>
                    <a:pt x="1769726" y="642754"/>
                  </a:cubicBezTo>
                  <a:cubicBezTo>
                    <a:pt x="1769423" y="643764"/>
                    <a:pt x="1769726" y="644134"/>
                    <a:pt x="1770096" y="646017"/>
                  </a:cubicBezTo>
                  <a:cubicBezTo>
                    <a:pt x="1770467" y="647901"/>
                    <a:pt x="1771106" y="647262"/>
                    <a:pt x="1771106" y="647262"/>
                  </a:cubicBezTo>
                  <a:cubicBezTo>
                    <a:pt x="1771106" y="647262"/>
                    <a:pt x="1773294" y="649583"/>
                    <a:pt x="1773798" y="650391"/>
                  </a:cubicBezTo>
                  <a:cubicBezTo>
                    <a:pt x="1774303" y="651198"/>
                    <a:pt x="1774000" y="652409"/>
                    <a:pt x="1774101" y="652712"/>
                  </a:cubicBezTo>
                  <a:cubicBezTo>
                    <a:pt x="1774169" y="653015"/>
                    <a:pt x="1773798" y="652914"/>
                    <a:pt x="1773664" y="653351"/>
                  </a:cubicBezTo>
                  <a:cubicBezTo>
                    <a:pt x="1773529" y="653788"/>
                    <a:pt x="1772856" y="654360"/>
                    <a:pt x="1772520" y="654495"/>
                  </a:cubicBezTo>
                  <a:cubicBezTo>
                    <a:pt x="1772149" y="654629"/>
                    <a:pt x="1772587" y="655302"/>
                    <a:pt x="1772587" y="655302"/>
                  </a:cubicBezTo>
                  <a:lnTo>
                    <a:pt x="1774101" y="657690"/>
                  </a:lnTo>
                  <a:lnTo>
                    <a:pt x="1773294" y="660449"/>
                  </a:lnTo>
                  <a:cubicBezTo>
                    <a:pt x="1773294" y="660449"/>
                    <a:pt x="1771981" y="661155"/>
                    <a:pt x="1771544" y="661458"/>
                  </a:cubicBezTo>
                  <a:cubicBezTo>
                    <a:pt x="1771106" y="661761"/>
                    <a:pt x="1768649" y="663914"/>
                    <a:pt x="1768077" y="664216"/>
                  </a:cubicBezTo>
                  <a:cubicBezTo>
                    <a:pt x="1767505" y="664519"/>
                    <a:pt x="1766193" y="666403"/>
                    <a:pt x="1764611" y="667110"/>
                  </a:cubicBezTo>
                  <a:cubicBezTo>
                    <a:pt x="1763029" y="667850"/>
                    <a:pt x="1762591" y="669128"/>
                    <a:pt x="1762591" y="669128"/>
                  </a:cubicBezTo>
                  <a:cubicBezTo>
                    <a:pt x="1762591" y="669128"/>
                    <a:pt x="1761144" y="671718"/>
                    <a:pt x="1761010" y="672593"/>
                  </a:cubicBezTo>
                  <a:cubicBezTo>
                    <a:pt x="1760875" y="673467"/>
                    <a:pt x="1760135" y="674611"/>
                    <a:pt x="1760135" y="674611"/>
                  </a:cubicBezTo>
                  <a:lnTo>
                    <a:pt x="1760135" y="678513"/>
                  </a:lnTo>
                  <a:cubicBezTo>
                    <a:pt x="1760135" y="678513"/>
                    <a:pt x="1759764" y="679960"/>
                    <a:pt x="1759327" y="681642"/>
                  </a:cubicBezTo>
                  <a:cubicBezTo>
                    <a:pt x="1758889" y="683324"/>
                    <a:pt x="1757577" y="684468"/>
                    <a:pt x="1756567" y="685039"/>
                  </a:cubicBezTo>
                  <a:cubicBezTo>
                    <a:pt x="1755558" y="685611"/>
                    <a:pt x="1755322" y="684468"/>
                    <a:pt x="1755322" y="684468"/>
                  </a:cubicBezTo>
                  <a:cubicBezTo>
                    <a:pt x="1755322" y="684468"/>
                    <a:pt x="1753370" y="682281"/>
                    <a:pt x="1753067" y="682281"/>
                  </a:cubicBezTo>
                  <a:cubicBezTo>
                    <a:pt x="1752764" y="682281"/>
                    <a:pt x="1751822" y="682416"/>
                    <a:pt x="1751822" y="682416"/>
                  </a:cubicBezTo>
                  <a:lnTo>
                    <a:pt x="1750173" y="684165"/>
                  </a:lnTo>
                  <a:cubicBezTo>
                    <a:pt x="1750173" y="684165"/>
                    <a:pt x="1750476" y="687495"/>
                    <a:pt x="1750678" y="688000"/>
                  </a:cubicBezTo>
                  <a:cubicBezTo>
                    <a:pt x="1750880" y="688504"/>
                    <a:pt x="1750307" y="690085"/>
                    <a:pt x="1750307" y="690085"/>
                  </a:cubicBezTo>
                  <a:cubicBezTo>
                    <a:pt x="1750307" y="690085"/>
                    <a:pt x="1745158" y="690220"/>
                    <a:pt x="1743846" y="690287"/>
                  </a:cubicBezTo>
                  <a:cubicBezTo>
                    <a:pt x="1742533" y="690354"/>
                    <a:pt x="1740009" y="688706"/>
                    <a:pt x="1740009" y="688706"/>
                  </a:cubicBezTo>
                  <a:lnTo>
                    <a:pt x="1737754" y="686318"/>
                  </a:lnTo>
                  <a:lnTo>
                    <a:pt x="1733850" y="684434"/>
                  </a:lnTo>
                  <a:lnTo>
                    <a:pt x="1732706" y="683357"/>
                  </a:lnTo>
                  <a:cubicBezTo>
                    <a:pt x="1732706" y="683357"/>
                    <a:pt x="1730081" y="683055"/>
                    <a:pt x="1729812" y="683156"/>
                  </a:cubicBezTo>
                  <a:cubicBezTo>
                    <a:pt x="1729509" y="683223"/>
                    <a:pt x="1728567" y="684232"/>
                    <a:pt x="1728567" y="684232"/>
                  </a:cubicBezTo>
                  <a:lnTo>
                    <a:pt x="1726682" y="686486"/>
                  </a:lnTo>
                  <a:lnTo>
                    <a:pt x="1725605" y="688740"/>
                  </a:lnTo>
                  <a:cubicBezTo>
                    <a:pt x="1725605" y="688740"/>
                    <a:pt x="1722341" y="689547"/>
                    <a:pt x="1721701" y="689480"/>
                  </a:cubicBezTo>
                  <a:cubicBezTo>
                    <a:pt x="1721062" y="689412"/>
                    <a:pt x="1718066" y="688336"/>
                    <a:pt x="1717797" y="688033"/>
                  </a:cubicBezTo>
                  <a:cubicBezTo>
                    <a:pt x="1717494" y="687731"/>
                    <a:pt x="1713759" y="686587"/>
                    <a:pt x="1713389" y="686351"/>
                  </a:cubicBezTo>
                  <a:cubicBezTo>
                    <a:pt x="1713018" y="686150"/>
                    <a:pt x="1709316" y="684838"/>
                    <a:pt x="1709047" y="684905"/>
                  </a:cubicBezTo>
                  <a:cubicBezTo>
                    <a:pt x="1708744" y="684972"/>
                    <a:pt x="1708307" y="686654"/>
                    <a:pt x="1707970" y="687495"/>
                  </a:cubicBezTo>
                  <a:cubicBezTo>
                    <a:pt x="1707600" y="688370"/>
                    <a:pt x="1704504" y="691397"/>
                    <a:pt x="1704504" y="691700"/>
                  </a:cubicBezTo>
                  <a:cubicBezTo>
                    <a:pt x="1704504" y="692003"/>
                    <a:pt x="1704706" y="693887"/>
                    <a:pt x="1704806" y="694391"/>
                  </a:cubicBezTo>
                  <a:cubicBezTo>
                    <a:pt x="1704874" y="694896"/>
                    <a:pt x="1706254" y="695972"/>
                    <a:pt x="1707331" y="697722"/>
                  </a:cubicBezTo>
                  <a:cubicBezTo>
                    <a:pt x="1708407" y="699471"/>
                    <a:pt x="1707835" y="700413"/>
                    <a:pt x="1708071" y="701186"/>
                  </a:cubicBezTo>
                  <a:cubicBezTo>
                    <a:pt x="1708273" y="701994"/>
                    <a:pt x="1707634" y="702768"/>
                    <a:pt x="1707432" y="702868"/>
                  </a:cubicBezTo>
                  <a:cubicBezTo>
                    <a:pt x="1707196" y="702936"/>
                    <a:pt x="1704234" y="705829"/>
                    <a:pt x="1703965" y="706131"/>
                  </a:cubicBezTo>
                  <a:cubicBezTo>
                    <a:pt x="1703662" y="706434"/>
                    <a:pt x="1703393" y="707712"/>
                    <a:pt x="1703393" y="708587"/>
                  </a:cubicBezTo>
                  <a:cubicBezTo>
                    <a:pt x="1703393" y="709462"/>
                    <a:pt x="1703595" y="711110"/>
                    <a:pt x="1703595" y="711480"/>
                  </a:cubicBezTo>
                  <a:cubicBezTo>
                    <a:pt x="1703595" y="711850"/>
                    <a:pt x="1706725" y="714239"/>
                    <a:pt x="1706725" y="714239"/>
                  </a:cubicBezTo>
                  <a:cubicBezTo>
                    <a:pt x="1706725" y="714239"/>
                    <a:pt x="1707869" y="715954"/>
                    <a:pt x="1710023" y="717165"/>
                  </a:cubicBezTo>
                  <a:cubicBezTo>
                    <a:pt x="1712210" y="718376"/>
                    <a:pt x="1711605" y="720058"/>
                    <a:pt x="1711941" y="721505"/>
                  </a:cubicBezTo>
                  <a:cubicBezTo>
                    <a:pt x="1712278" y="722985"/>
                    <a:pt x="1710461" y="723691"/>
                    <a:pt x="1710158" y="724095"/>
                  </a:cubicBezTo>
                  <a:cubicBezTo>
                    <a:pt x="1709821" y="724532"/>
                    <a:pt x="1707701" y="726383"/>
                    <a:pt x="1707263" y="726315"/>
                  </a:cubicBezTo>
                  <a:cubicBezTo>
                    <a:pt x="1706826" y="726248"/>
                    <a:pt x="1704975" y="726046"/>
                    <a:pt x="1702518" y="724566"/>
                  </a:cubicBezTo>
                  <a:cubicBezTo>
                    <a:pt x="1700061" y="723086"/>
                    <a:pt x="1700229" y="723489"/>
                    <a:pt x="1700229" y="723489"/>
                  </a:cubicBezTo>
                  <a:cubicBezTo>
                    <a:pt x="1700229" y="723489"/>
                    <a:pt x="1698042" y="721976"/>
                    <a:pt x="1697907" y="721538"/>
                  </a:cubicBezTo>
                  <a:cubicBezTo>
                    <a:pt x="1697739" y="721101"/>
                    <a:pt x="1695686" y="720227"/>
                    <a:pt x="1695451" y="719957"/>
                  </a:cubicBezTo>
                  <a:cubicBezTo>
                    <a:pt x="1695249" y="719688"/>
                    <a:pt x="1692623" y="717502"/>
                    <a:pt x="1692523" y="717334"/>
                  </a:cubicBezTo>
                  <a:cubicBezTo>
                    <a:pt x="1692422" y="717165"/>
                    <a:pt x="1689797" y="716963"/>
                    <a:pt x="1689797" y="716963"/>
                  </a:cubicBezTo>
                  <a:lnTo>
                    <a:pt x="1688047" y="715719"/>
                  </a:lnTo>
                  <a:cubicBezTo>
                    <a:pt x="1688047" y="715719"/>
                    <a:pt x="1683974" y="715281"/>
                    <a:pt x="1683032" y="715012"/>
                  </a:cubicBezTo>
                  <a:cubicBezTo>
                    <a:pt x="1682123" y="714743"/>
                    <a:pt x="1680373" y="712792"/>
                    <a:pt x="1679767" y="712288"/>
                  </a:cubicBezTo>
                  <a:cubicBezTo>
                    <a:pt x="1679162" y="711817"/>
                    <a:pt x="1677378" y="707982"/>
                    <a:pt x="1677210" y="707511"/>
                  </a:cubicBezTo>
                  <a:cubicBezTo>
                    <a:pt x="1677041" y="707040"/>
                    <a:pt x="1675359" y="704584"/>
                    <a:pt x="1675258" y="704348"/>
                  </a:cubicBezTo>
                  <a:cubicBezTo>
                    <a:pt x="1675157" y="704147"/>
                    <a:pt x="1670916" y="700816"/>
                    <a:pt x="1670378" y="700177"/>
                  </a:cubicBezTo>
                  <a:cubicBezTo>
                    <a:pt x="1669839" y="699538"/>
                    <a:pt x="1667887" y="697621"/>
                    <a:pt x="1667618" y="697183"/>
                  </a:cubicBezTo>
                  <a:cubicBezTo>
                    <a:pt x="1667349" y="696746"/>
                    <a:pt x="1666137" y="695602"/>
                    <a:pt x="1666137" y="695602"/>
                  </a:cubicBezTo>
                  <a:lnTo>
                    <a:pt x="1662940" y="693685"/>
                  </a:lnTo>
                  <a:lnTo>
                    <a:pt x="1661157" y="693416"/>
                  </a:lnTo>
                  <a:lnTo>
                    <a:pt x="1659373" y="693584"/>
                  </a:lnTo>
                  <a:lnTo>
                    <a:pt x="1656108" y="694492"/>
                  </a:lnTo>
                  <a:cubicBezTo>
                    <a:pt x="1656108" y="694492"/>
                    <a:pt x="1654089" y="695737"/>
                    <a:pt x="1653786" y="696174"/>
                  </a:cubicBezTo>
                  <a:cubicBezTo>
                    <a:pt x="1653450" y="696611"/>
                    <a:pt x="1651767" y="698125"/>
                    <a:pt x="1651228" y="698832"/>
                  </a:cubicBezTo>
                  <a:cubicBezTo>
                    <a:pt x="1650690" y="699538"/>
                    <a:pt x="1649815" y="700177"/>
                    <a:pt x="1649344" y="700783"/>
                  </a:cubicBezTo>
                  <a:cubicBezTo>
                    <a:pt x="1648839" y="701388"/>
                    <a:pt x="1647863" y="703507"/>
                    <a:pt x="1647863" y="703507"/>
                  </a:cubicBezTo>
                  <a:cubicBezTo>
                    <a:pt x="1647863" y="703507"/>
                    <a:pt x="1647762" y="704483"/>
                    <a:pt x="1647762" y="704651"/>
                  </a:cubicBezTo>
                  <a:cubicBezTo>
                    <a:pt x="1647762" y="704819"/>
                    <a:pt x="1648839" y="707746"/>
                    <a:pt x="1648906" y="707914"/>
                  </a:cubicBezTo>
                  <a:cubicBezTo>
                    <a:pt x="1648974" y="708083"/>
                    <a:pt x="1650151" y="709563"/>
                    <a:pt x="1650252" y="709697"/>
                  </a:cubicBezTo>
                  <a:cubicBezTo>
                    <a:pt x="1650353" y="709865"/>
                    <a:pt x="1651329" y="711043"/>
                    <a:pt x="1651565" y="711144"/>
                  </a:cubicBezTo>
                  <a:cubicBezTo>
                    <a:pt x="1651800" y="711245"/>
                    <a:pt x="1652978" y="713229"/>
                    <a:pt x="1652978" y="713229"/>
                  </a:cubicBezTo>
                  <a:lnTo>
                    <a:pt x="1654931" y="716425"/>
                  </a:lnTo>
                  <a:lnTo>
                    <a:pt x="1655974" y="718040"/>
                  </a:lnTo>
                  <a:lnTo>
                    <a:pt x="1656781" y="720529"/>
                  </a:lnTo>
                  <a:cubicBezTo>
                    <a:pt x="1656781" y="720529"/>
                    <a:pt x="1657286" y="722548"/>
                    <a:pt x="1657387" y="722716"/>
                  </a:cubicBezTo>
                  <a:cubicBezTo>
                    <a:pt x="1657488" y="722884"/>
                    <a:pt x="1657926" y="723759"/>
                    <a:pt x="1657993" y="723960"/>
                  </a:cubicBezTo>
                  <a:cubicBezTo>
                    <a:pt x="1658060" y="724162"/>
                    <a:pt x="1658599" y="726147"/>
                    <a:pt x="1658767" y="726248"/>
                  </a:cubicBezTo>
                  <a:cubicBezTo>
                    <a:pt x="1658935" y="726349"/>
                    <a:pt x="1659003" y="728401"/>
                    <a:pt x="1659036" y="729276"/>
                  </a:cubicBezTo>
                  <a:cubicBezTo>
                    <a:pt x="1659104" y="730150"/>
                    <a:pt x="1659036" y="731462"/>
                    <a:pt x="1659036" y="731664"/>
                  </a:cubicBezTo>
                  <a:cubicBezTo>
                    <a:pt x="1659036" y="731866"/>
                    <a:pt x="1658431" y="732976"/>
                    <a:pt x="1658229" y="733178"/>
                  </a:cubicBezTo>
                  <a:cubicBezTo>
                    <a:pt x="1657993" y="733413"/>
                    <a:pt x="1653281" y="732740"/>
                    <a:pt x="1653281" y="732740"/>
                  </a:cubicBezTo>
                  <a:cubicBezTo>
                    <a:pt x="1653281" y="732740"/>
                    <a:pt x="1651228" y="732740"/>
                    <a:pt x="1650892" y="732740"/>
                  </a:cubicBezTo>
                  <a:cubicBezTo>
                    <a:pt x="1650555" y="732740"/>
                    <a:pt x="1649276" y="732370"/>
                    <a:pt x="1649276" y="732370"/>
                  </a:cubicBezTo>
                  <a:lnTo>
                    <a:pt x="1647223" y="729545"/>
                  </a:lnTo>
                  <a:lnTo>
                    <a:pt x="1645978" y="727964"/>
                  </a:lnTo>
                  <a:lnTo>
                    <a:pt x="1645474" y="726652"/>
                  </a:lnTo>
                  <a:lnTo>
                    <a:pt x="1645474" y="725407"/>
                  </a:lnTo>
                  <a:lnTo>
                    <a:pt x="1645978" y="721505"/>
                  </a:lnTo>
                  <a:cubicBezTo>
                    <a:pt x="1645978" y="721505"/>
                    <a:pt x="1645574" y="720260"/>
                    <a:pt x="1645036" y="719991"/>
                  </a:cubicBezTo>
                  <a:cubicBezTo>
                    <a:pt x="1644531" y="719688"/>
                    <a:pt x="1642579" y="718545"/>
                    <a:pt x="1641771" y="718376"/>
                  </a:cubicBezTo>
                  <a:cubicBezTo>
                    <a:pt x="1640964" y="718242"/>
                    <a:pt x="1637497" y="716291"/>
                    <a:pt x="1635747" y="715349"/>
                  </a:cubicBezTo>
                  <a:cubicBezTo>
                    <a:pt x="1633997" y="714407"/>
                    <a:pt x="1634300" y="713835"/>
                    <a:pt x="1633492" y="712893"/>
                  </a:cubicBezTo>
                  <a:cubicBezTo>
                    <a:pt x="1632685" y="711951"/>
                    <a:pt x="1632348" y="712018"/>
                    <a:pt x="1631103" y="711076"/>
                  </a:cubicBezTo>
                  <a:cubicBezTo>
                    <a:pt x="1629858" y="710135"/>
                    <a:pt x="1628074" y="709563"/>
                    <a:pt x="1627334" y="709193"/>
                  </a:cubicBezTo>
                  <a:cubicBezTo>
                    <a:pt x="1626593" y="708823"/>
                    <a:pt x="1626391" y="709125"/>
                    <a:pt x="1626189" y="709125"/>
                  </a:cubicBezTo>
                  <a:cubicBezTo>
                    <a:pt x="1625987" y="709125"/>
                    <a:pt x="1625752" y="710067"/>
                    <a:pt x="1624507" y="711076"/>
                  </a:cubicBezTo>
                  <a:cubicBezTo>
                    <a:pt x="1623261" y="712086"/>
                    <a:pt x="1622925" y="710942"/>
                    <a:pt x="1622689" y="710942"/>
                  </a:cubicBezTo>
                  <a:cubicBezTo>
                    <a:pt x="1622487" y="710942"/>
                    <a:pt x="1622050" y="710235"/>
                    <a:pt x="1621545" y="709933"/>
                  </a:cubicBezTo>
                  <a:cubicBezTo>
                    <a:pt x="1621040" y="709630"/>
                    <a:pt x="1620737" y="709865"/>
                    <a:pt x="1620300" y="709865"/>
                  </a:cubicBezTo>
                  <a:cubicBezTo>
                    <a:pt x="1619862" y="709865"/>
                    <a:pt x="1618516" y="710168"/>
                    <a:pt x="1618516" y="710168"/>
                  </a:cubicBezTo>
                  <a:lnTo>
                    <a:pt x="1616699" y="710168"/>
                  </a:lnTo>
                  <a:cubicBezTo>
                    <a:pt x="1616699" y="710168"/>
                    <a:pt x="1616127" y="710673"/>
                    <a:pt x="1615824" y="711110"/>
                  </a:cubicBezTo>
                  <a:cubicBezTo>
                    <a:pt x="1615521" y="711547"/>
                    <a:pt x="1615622" y="711749"/>
                    <a:pt x="1615016" y="712624"/>
                  </a:cubicBezTo>
                  <a:cubicBezTo>
                    <a:pt x="1614444" y="713499"/>
                    <a:pt x="1614444" y="713936"/>
                    <a:pt x="1613569" y="713768"/>
                  </a:cubicBezTo>
                  <a:cubicBezTo>
                    <a:pt x="1612694" y="713633"/>
                    <a:pt x="1612559" y="713902"/>
                    <a:pt x="1611684" y="713768"/>
                  </a:cubicBezTo>
                  <a:cubicBezTo>
                    <a:pt x="1610809" y="713633"/>
                    <a:pt x="1610877" y="713465"/>
                    <a:pt x="1610742" y="713061"/>
                  </a:cubicBezTo>
                  <a:cubicBezTo>
                    <a:pt x="1610607" y="712624"/>
                    <a:pt x="1610170" y="712489"/>
                    <a:pt x="1610103" y="711917"/>
                  </a:cubicBezTo>
                  <a:cubicBezTo>
                    <a:pt x="1610035" y="711346"/>
                    <a:pt x="1610103" y="710471"/>
                    <a:pt x="1610103" y="710471"/>
                  </a:cubicBezTo>
                  <a:cubicBezTo>
                    <a:pt x="1610103" y="710471"/>
                    <a:pt x="1609598" y="708520"/>
                    <a:pt x="1609295" y="707881"/>
                  </a:cubicBezTo>
                  <a:cubicBezTo>
                    <a:pt x="1608992" y="707242"/>
                    <a:pt x="1608554" y="706501"/>
                    <a:pt x="1608285" y="706300"/>
                  </a:cubicBezTo>
                  <a:cubicBezTo>
                    <a:pt x="1607982" y="706098"/>
                    <a:pt x="1606468" y="704921"/>
                    <a:pt x="1606098" y="704853"/>
                  </a:cubicBezTo>
                  <a:cubicBezTo>
                    <a:pt x="1605727" y="704786"/>
                    <a:pt x="1605021" y="704416"/>
                    <a:pt x="1604583" y="704281"/>
                  </a:cubicBezTo>
                  <a:cubicBezTo>
                    <a:pt x="1604146" y="704147"/>
                    <a:pt x="1603708" y="702398"/>
                    <a:pt x="1603708" y="702398"/>
                  </a:cubicBezTo>
                  <a:lnTo>
                    <a:pt x="1603708" y="702465"/>
                  </a:lnTo>
                  <a:lnTo>
                    <a:pt x="1601958" y="700648"/>
                  </a:lnTo>
                  <a:lnTo>
                    <a:pt x="1601958" y="699908"/>
                  </a:lnTo>
                  <a:cubicBezTo>
                    <a:pt x="1601958" y="699908"/>
                    <a:pt x="1601857" y="698966"/>
                    <a:pt x="1601622" y="698663"/>
                  </a:cubicBezTo>
                  <a:cubicBezTo>
                    <a:pt x="1601386" y="698361"/>
                    <a:pt x="1600006" y="698428"/>
                    <a:pt x="1599703" y="698428"/>
                  </a:cubicBezTo>
                  <a:cubicBezTo>
                    <a:pt x="1599400" y="698428"/>
                    <a:pt x="1598761" y="698361"/>
                    <a:pt x="1598761" y="698361"/>
                  </a:cubicBezTo>
                  <a:lnTo>
                    <a:pt x="1597953" y="698798"/>
                  </a:lnTo>
                  <a:cubicBezTo>
                    <a:pt x="1597953" y="698798"/>
                    <a:pt x="1597314" y="699605"/>
                    <a:pt x="1597011" y="699605"/>
                  </a:cubicBezTo>
                  <a:cubicBezTo>
                    <a:pt x="1596708" y="699605"/>
                    <a:pt x="1596371" y="700177"/>
                    <a:pt x="1596371" y="700177"/>
                  </a:cubicBezTo>
                  <a:cubicBezTo>
                    <a:pt x="1596371" y="700177"/>
                    <a:pt x="1594487" y="701119"/>
                    <a:pt x="1593915" y="701489"/>
                  </a:cubicBezTo>
                  <a:cubicBezTo>
                    <a:pt x="1593342" y="701859"/>
                    <a:pt x="1592400" y="701489"/>
                    <a:pt x="1592400" y="701489"/>
                  </a:cubicBezTo>
                  <a:lnTo>
                    <a:pt x="1590448" y="701489"/>
                  </a:lnTo>
                  <a:cubicBezTo>
                    <a:pt x="1590448" y="701489"/>
                    <a:pt x="1588362" y="701119"/>
                    <a:pt x="1588126" y="700985"/>
                  </a:cubicBezTo>
                  <a:cubicBezTo>
                    <a:pt x="1587890" y="700850"/>
                    <a:pt x="1585366" y="699034"/>
                    <a:pt x="1585366" y="699034"/>
                  </a:cubicBezTo>
                  <a:lnTo>
                    <a:pt x="1584222" y="698226"/>
                  </a:lnTo>
                  <a:lnTo>
                    <a:pt x="1582472" y="695838"/>
                  </a:lnTo>
                  <a:lnTo>
                    <a:pt x="1581900" y="692810"/>
                  </a:lnTo>
                  <a:lnTo>
                    <a:pt x="1581597" y="691296"/>
                  </a:lnTo>
                  <a:cubicBezTo>
                    <a:pt x="1581597" y="691296"/>
                    <a:pt x="1580217" y="688336"/>
                    <a:pt x="1580217" y="687966"/>
                  </a:cubicBezTo>
                  <a:cubicBezTo>
                    <a:pt x="1580217" y="687596"/>
                    <a:pt x="1579342" y="686217"/>
                    <a:pt x="1579342" y="685948"/>
                  </a:cubicBezTo>
                  <a:cubicBezTo>
                    <a:pt x="1579342" y="685645"/>
                    <a:pt x="1578972" y="683492"/>
                    <a:pt x="1578972" y="683492"/>
                  </a:cubicBezTo>
                  <a:lnTo>
                    <a:pt x="1578333" y="682483"/>
                  </a:lnTo>
                  <a:lnTo>
                    <a:pt x="1576583" y="679354"/>
                  </a:lnTo>
                  <a:lnTo>
                    <a:pt x="1575842" y="678042"/>
                  </a:lnTo>
                  <a:cubicBezTo>
                    <a:pt x="1575842" y="678042"/>
                    <a:pt x="1575842" y="676663"/>
                    <a:pt x="1575842" y="675957"/>
                  </a:cubicBezTo>
                  <a:cubicBezTo>
                    <a:pt x="1575842" y="675250"/>
                    <a:pt x="1576616" y="674208"/>
                    <a:pt x="1576684" y="674006"/>
                  </a:cubicBezTo>
                  <a:cubicBezTo>
                    <a:pt x="1576751" y="673804"/>
                    <a:pt x="1577357" y="672189"/>
                    <a:pt x="1577357" y="672189"/>
                  </a:cubicBezTo>
                  <a:lnTo>
                    <a:pt x="1579241" y="671617"/>
                  </a:lnTo>
                  <a:cubicBezTo>
                    <a:pt x="1579241" y="671617"/>
                    <a:pt x="1581328" y="670743"/>
                    <a:pt x="1581563" y="670608"/>
                  </a:cubicBezTo>
                  <a:cubicBezTo>
                    <a:pt x="1581765" y="670474"/>
                    <a:pt x="1581866" y="667480"/>
                    <a:pt x="1581866" y="667480"/>
                  </a:cubicBezTo>
                  <a:lnTo>
                    <a:pt x="1582438" y="666168"/>
                  </a:lnTo>
                  <a:cubicBezTo>
                    <a:pt x="1582438" y="666168"/>
                    <a:pt x="1582304" y="662635"/>
                    <a:pt x="1582001" y="661828"/>
                  </a:cubicBezTo>
                  <a:cubicBezTo>
                    <a:pt x="1581698" y="661021"/>
                    <a:pt x="1582136" y="657690"/>
                    <a:pt x="1582001" y="657421"/>
                  </a:cubicBezTo>
                  <a:cubicBezTo>
                    <a:pt x="1581866" y="657119"/>
                    <a:pt x="1580991" y="655672"/>
                    <a:pt x="1580756" y="655470"/>
                  </a:cubicBezTo>
                  <a:cubicBezTo>
                    <a:pt x="1580554" y="655268"/>
                    <a:pt x="1578299" y="652510"/>
                    <a:pt x="1578299" y="652510"/>
                  </a:cubicBezTo>
                  <a:cubicBezTo>
                    <a:pt x="1578299" y="652510"/>
                    <a:pt x="1577357" y="651131"/>
                    <a:pt x="1577222" y="650693"/>
                  </a:cubicBezTo>
                  <a:cubicBezTo>
                    <a:pt x="1577087" y="650256"/>
                    <a:pt x="1576212" y="648439"/>
                    <a:pt x="1575977" y="647868"/>
                  </a:cubicBezTo>
                  <a:cubicBezTo>
                    <a:pt x="1575775" y="647296"/>
                    <a:pt x="1575337" y="645681"/>
                    <a:pt x="1575337" y="645681"/>
                  </a:cubicBezTo>
                  <a:cubicBezTo>
                    <a:pt x="1575337" y="645681"/>
                    <a:pt x="1573823" y="643864"/>
                    <a:pt x="1573587" y="643663"/>
                  </a:cubicBezTo>
                  <a:cubicBezTo>
                    <a:pt x="1573352" y="643427"/>
                    <a:pt x="1572443" y="642923"/>
                    <a:pt x="1572208" y="642586"/>
                  </a:cubicBezTo>
                  <a:cubicBezTo>
                    <a:pt x="1572006" y="642216"/>
                    <a:pt x="1570895" y="642721"/>
                    <a:pt x="1570693" y="642586"/>
                  </a:cubicBezTo>
                  <a:cubicBezTo>
                    <a:pt x="1570491" y="642452"/>
                    <a:pt x="1568674" y="642082"/>
                    <a:pt x="1568371" y="641846"/>
                  </a:cubicBezTo>
                  <a:cubicBezTo>
                    <a:pt x="1568068" y="641644"/>
                    <a:pt x="1567058" y="641342"/>
                    <a:pt x="1566621" y="641039"/>
                  </a:cubicBezTo>
                  <a:cubicBezTo>
                    <a:pt x="1566183" y="640736"/>
                    <a:pt x="1565376" y="640669"/>
                    <a:pt x="1565174" y="640467"/>
                  </a:cubicBezTo>
                  <a:cubicBezTo>
                    <a:pt x="1564972" y="640265"/>
                    <a:pt x="1563592" y="640164"/>
                    <a:pt x="1562784" y="639828"/>
                  </a:cubicBezTo>
                  <a:cubicBezTo>
                    <a:pt x="1561976" y="639491"/>
                    <a:pt x="1560765" y="639323"/>
                    <a:pt x="1560260" y="639323"/>
                  </a:cubicBezTo>
                  <a:cubicBezTo>
                    <a:pt x="1559755" y="639323"/>
                    <a:pt x="1559015" y="639323"/>
                    <a:pt x="1558746" y="639390"/>
                  </a:cubicBezTo>
                  <a:cubicBezTo>
                    <a:pt x="1558443" y="639458"/>
                    <a:pt x="1557366" y="639895"/>
                    <a:pt x="1556659" y="639828"/>
                  </a:cubicBezTo>
                  <a:cubicBezTo>
                    <a:pt x="1555952" y="639761"/>
                    <a:pt x="1555650" y="639828"/>
                    <a:pt x="1555650" y="639828"/>
                  </a:cubicBezTo>
                  <a:lnTo>
                    <a:pt x="1554943" y="638516"/>
                  </a:lnTo>
                  <a:lnTo>
                    <a:pt x="1553697" y="636565"/>
                  </a:lnTo>
                  <a:cubicBezTo>
                    <a:pt x="1553697" y="636565"/>
                    <a:pt x="1553058" y="634815"/>
                    <a:pt x="1552890" y="634614"/>
                  </a:cubicBezTo>
                  <a:cubicBezTo>
                    <a:pt x="1552755" y="634412"/>
                    <a:pt x="1549928" y="629534"/>
                    <a:pt x="1549861" y="629130"/>
                  </a:cubicBezTo>
                  <a:cubicBezTo>
                    <a:pt x="1549793" y="628727"/>
                    <a:pt x="1548986" y="628323"/>
                    <a:pt x="1548986" y="628323"/>
                  </a:cubicBezTo>
                  <a:cubicBezTo>
                    <a:pt x="1548986" y="628323"/>
                    <a:pt x="1547034" y="628828"/>
                    <a:pt x="1546731" y="629030"/>
                  </a:cubicBezTo>
                  <a:cubicBezTo>
                    <a:pt x="1546428" y="629231"/>
                    <a:pt x="1544712" y="629030"/>
                    <a:pt x="1543971" y="629030"/>
                  </a:cubicBezTo>
                  <a:cubicBezTo>
                    <a:pt x="1543264" y="629030"/>
                    <a:pt x="1542019" y="628592"/>
                    <a:pt x="1542019" y="628592"/>
                  </a:cubicBezTo>
                  <a:lnTo>
                    <a:pt x="1541077" y="624017"/>
                  </a:lnTo>
                  <a:cubicBezTo>
                    <a:pt x="1541077" y="624017"/>
                    <a:pt x="1540572" y="620990"/>
                    <a:pt x="1540572" y="620687"/>
                  </a:cubicBezTo>
                  <a:cubicBezTo>
                    <a:pt x="1540572" y="620384"/>
                    <a:pt x="1538687" y="617054"/>
                    <a:pt x="1538687" y="617054"/>
                  </a:cubicBezTo>
                  <a:lnTo>
                    <a:pt x="1537610" y="614094"/>
                  </a:lnTo>
                  <a:cubicBezTo>
                    <a:pt x="1537610" y="614094"/>
                    <a:pt x="1534851" y="609586"/>
                    <a:pt x="1534481" y="608812"/>
                  </a:cubicBezTo>
                  <a:cubicBezTo>
                    <a:pt x="1534110" y="608005"/>
                    <a:pt x="1533471" y="605784"/>
                    <a:pt x="1533471" y="605784"/>
                  </a:cubicBezTo>
                  <a:lnTo>
                    <a:pt x="1531149" y="603396"/>
                  </a:lnTo>
                  <a:lnTo>
                    <a:pt x="1528322" y="601445"/>
                  </a:lnTo>
                  <a:cubicBezTo>
                    <a:pt x="1528322" y="601445"/>
                    <a:pt x="1527178" y="600638"/>
                    <a:pt x="1526875" y="600436"/>
                  </a:cubicBezTo>
                  <a:cubicBezTo>
                    <a:pt x="1526572" y="600200"/>
                    <a:pt x="1524283" y="598350"/>
                    <a:pt x="1523543" y="597610"/>
                  </a:cubicBezTo>
                  <a:cubicBezTo>
                    <a:pt x="1522803" y="596903"/>
                    <a:pt x="1522399" y="596903"/>
                    <a:pt x="1521726" y="596096"/>
                  </a:cubicBezTo>
                  <a:cubicBezTo>
                    <a:pt x="1521086" y="595289"/>
                    <a:pt x="1520851" y="595222"/>
                    <a:pt x="1520716" y="594650"/>
                  </a:cubicBezTo>
                  <a:cubicBezTo>
                    <a:pt x="1520581" y="594078"/>
                    <a:pt x="1519403" y="592631"/>
                    <a:pt x="1519134" y="592329"/>
                  </a:cubicBezTo>
                  <a:cubicBezTo>
                    <a:pt x="1518831" y="592026"/>
                    <a:pt x="1517451" y="591622"/>
                    <a:pt x="1517182" y="591319"/>
                  </a:cubicBezTo>
                  <a:cubicBezTo>
                    <a:pt x="1516879" y="591017"/>
                    <a:pt x="1515163" y="589940"/>
                    <a:pt x="1514793" y="589570"/>
                  </a:cubicBezTo>
                  <a:cubicBezTo>
                    <a:pt x="1514423" y="589200"/>
                    <a:pt x="1513850" y="589436"/>
                    <a:pt x="1513413" y="589066"/>
                  </a:cubicBezTo>
                  <a:cubicBezTo>
                    <a:pt x="1512975" y="588695"/>
                    <a:pt x="1512033" y="588998"/>
                    <a:pt x="1511831" y="588998"/>
                  </a:cubicBezTo>
                  <a:cubicBezTo>
                    <a:pt x="1511629" y="588998"/>
                    <a:pt x="1510519" y="589570"/>
                    <a:pt x="1510249" y="589637"/>
                  </a:cubicBezTo>
                  <a:cubicBezTo>
                    <a:pt x="1509947" y="589705"/>
                    <a:pt x="1508365" y="590075"/>
                    <a:pt x="1508062" y="590075"/>
                  </a:cubicBezTo>
                  <a:cubicBezTo>
                    <a:pt x="1507759" y="590075"/>
                    <a:pt x="1506042" y="591084"/>
                    <a:pt x="1505302" y="591454"/>
                  </a:cubicBezTo>
                  <a:cubicBezTo>
                    <a:pt x="1504562" y="591824"/>
                    <a:pt x="1504158" y="591757"/>
                    <a:pt x="1503922" y="591824"/>
                  </a:cubicBezTo>
                  <a:cubicBezTo>
                    <a:pt x="1503720" y="591891"/>
                    <a:pt x="1502778" y="592766"/>
                    <a:pt x="1502542" y="593069"/>
                  </a:cubicBezTo>
                  <a:cubicBezTo>
                    <a:pt x="1502341" y="593371"/>
                    <a:pt x="1501600" y="594818"/>
                    <a:pt x="1501230" y="595154"/>
                  </a:cubicBezTo>
                  <a:cubicBezTo>
                    <a:pt x="1500860" y="595524"/>
                    <a:pt x="1499042" y="595726"/>
                    <a:pt x="1498706" y="595592"/>
                  </a:cubicBezTo>
                  <a:cubicBezTo>
                    <a:pt x="1498336" y="595457"/>
                    <a:pt x="1497259" y="595457"/>
                    <a:pt x="1496956" y="595289"/>
                  </a:cubicBezTo>
                  <a:cubicBezTo>
                    <a:pt x="1496653" y="595154"/>
                    <a:pt x="1494331" y="594717"/>
                    <a:pt x="1494129" y="594717"/>
                  </a:cubicBezTo>
                  <a:cubicBezTo>
                    <a:pt x="1493893" y="594717"/>
                    <a:pt x="1491537" y="595524"/>
                    <a:pt x="1491537" y="595524"/>
                  </a:cubicBezTo>
                  <a:lnTo>
                    <a:pt x="1490090" y="595524"/>
                  </a:lnTo>
                  <a:cubicBezTo>
                    <a:pt x="1490090" y="595524"/>
                    <a:pt x="1489586" y="596298"/>
                    <a:pt x="1489350" y="596365"/>
                  </a:cubicBezTo>
                  <a:cubicBezTo>
                    <a:pt x="1489148" y="596433"/>
                    <a:pt x="1486523" y="597476"/>
                    <a:pt x="1486523" y="597476"/>
                  </a:cubicBezTo>
                  <a:cubicBezTo>
                    <a:pt x="1486523" y="597476"/>
                    <a:pt x="1483629" y="597543"/>
                    <a:pt x="1483057" y="597476"/>
                  </a:cubicBezTo>
                  <a:cubicBezTo>
                    <a:pt x="1482484" y="597408"/>
                    <a:pt x="1478984" y="597476"/>
                    <a:pt x="1478984" y="597476"/>
                  </a:cubicBezTo>
                  <a:cubicBezTo>
                    <a:pt x="1478984" y="597476"/>
                    <a:pt x="1473835" y="598619"/>
                    <a:pt x="1473398" y="598720"/>
                  </a:cubicBezTo>
                  <a:cubicBezTo>
                    <a:pt x="1472960" y="598787"/>
                    <a:pt x="1471580" y="600032"/>
                    <a:pt x="1471311" y="600167"/>
                  </a:cubicBezTo>
                  <a:cubicBezTo>
                    <a:pt x="1471042" y="600301"/>
                    <a:pt x="1470672" y="601411"/>
                    <a:pt x="1469426" y="602488"/>
                  </a:cubicBezTo>
                  <a:cubicBezTo>
                    <a:pt x="1468181" y="603564"/>
                    <a:pt x="1467676" y="603295"/>
                    <a:pt x="1466532" y="603867"/>
                  </a:cubicBezTo>
                  <a:cubicBezTo>
                    <a:pt x="1465388" y="604439"/>
                    <a:pt x="1464445" y="604304"/>
                    <a:pt x="1463907" y="604372"/>
                  </a:cubicBezTo>
                  <a:cubicBezTo>
                    <a:pt x="1463402" y="604439"/>
                    <a:pt x="1461652" y="604372"/>
                    <a:pt x="1461652" y="604372"/>
                  </a:cubicBezTo>
                  <a:lnTo>
                    <a:pt x="1458960" y="601983"/>
                  </a:lnTo>
                  <a:lnTo>
                    <a:pt x="1456436" y="599527"/>
                  </a:lnTo>
                  <a:lnTo>
                    <a:pt x="1452296" y="597139"/>
                  </a:lnTo>
                  <a:lnTo>
                    <a:pt x="1450714" y="595390"/>
                  </a:lnTo>
                  <a:lnTo>
                    <a:pt x="1448628" y="595524"/>
                  </a:lnTo>
                  <a:cubicBezTo>
                    <a:pt x="1448628" y="595524"/>
                    <a:pt x="1447988" y="595894"/>
                    <a:pt x="1447383" y="596164"/>
                  </a:cubicBezTo>
                  <a:cubicBezTo>
                    <a:pt x="1446811" y="596466"/>
                    <a:pt x="1447012" y="597173"/>
                    <a:pt x="1446743" y="597408"/>
                  </a:cubicBezTo>
                  <a:cubicBezTo>
                    <a:pt x="1446440" y="597610"/>
                    <a:pt x="1446238" y="599797"/>
                    <a:pt x="1445734" y="600301"/>
                  </a:cubicBezTo>
                  <a:cubicBezTo>
                    <a:pt x="1445229" y="600806"/>
                    <a:pt x="1444219" y="601243"/>
                    <a:pt x="1443782" y="601243"/>
                  </a:cubicBezTo>
                  <a:cubicBezTo>
                    <a:pt x="1443344" y="601243"/>
                    <a:pt x="1442772" y="600604"/>
                    <a:pt x="1442536" y="600503"/>
                  </a:cubicBezTo>
                  <a:cubicBezTo>
                    <a:pt x="1442301" y="600436"/>
                    <a:pt x="1442402" y="598619"/>
                    <a:pt x="1442402" y="598317"/>
                  </a:cubicBezTo>
                  <a:cubicBezTo>
                    <a:pt x="1442402" y="598014"/>
                    <a:pt x="1442469" y="594683"/>
                    <a:pt x="1442469" y="594683"/>
                  </a:cubicBezTo>
                  <a:cubicBezTo>
                    <a:pt x="1442469" y="594683"/>
                    <a:pt x="1442402" y="592160"/>
                    <a:pt x="1442402" y="591723"/>
                  </a:cubicBezTo>
                  <a:cubicBezTo>
                    <a:pt x="1442402" y="591286"/>
                    <a:pt x="1441964" y="588897"/>
                    <a:pt x="1441964" y="588595"/>
                  </a:cubicBezTo>
                  <a:cubicBezTo>
                    <a:pt x="1441964" y="588292"/>
                    <a:pt x="1441325" y="587888"/>
                    <a:pt x="1440719" y="587518"/>
                  </a:cubicBezTo>
                  <a:cubicBezTo>
                    <a:pt x="1440147" y="587148"/>
                    <a:pt x="1438767" y="586576"/>
                    <a:pt x="1438195" y="586139"/>
                  </a:cubicBezTo>
                  <a:cubicBezTo>
                    <a:pt x="1437623" y="585702"/>
                    <a:pt x="1436378" y="585331"/>
                    <a:pt x="1435738" y="585130"/>
                  </a:cubicBezTo>
                  <a:cubicBezTo>
                    <a:pt x="1435099" y="584928"/>
                    <a:pt x="1433281" y="584692"/>
                    <a:pt x="1433281" y="584692"/>
                  </a:cubicBezTo>
                  <a:lnTo>
                    <a:pt x="1431397" y="584020"/>
                  </a:lnTo>
                  <a:lnTo>
                    <a:pt x="1429512" y="584322"/>
                  </a:lnTo>
                  <a:cubicBezTo>
                    <a:pt x="1429512" y="584322"/>
                    <a:pt x="1427190" y="584524"/>
                    <a:pt x="1426820" y="584524"/>
                  </a:cubicBezTo>
                  <a:cubicBezTo>
                    <a:pt x="1426450" y="584524"/>
                    <a:pt x="1425238" y="584659"/>
                    <a:pt x="1424632" y="584726"/>
                  </a:cubicBezTo>
                  <a:cubicBezTo>
                    <a:pt x="1424060" y="584793"/>
                    <a:pt x="1423555" y="585466"/>
                    <a:pt x="1422815" y="585903"/>
                  </a:cubicBezTo>
                  <a:cubicBezTo>
                    <a:pt x="1422108" y="586341"/>
                    <a:pt x="1421502" y="586341"/>
                    <a:pt x="1421065" y="586610"/>
                  </a:cubicBezTo>
                  <a:cubicBezTo>
                    <a:pt x="1420627" y="586913"/>
                    <a:pt x="1419483" y="587922"/>
                    <a:pt x="1419483" y="587922"/>
                  </a:cubicBezTo>
                  <a:cubicBezTo>
                    <a:pt x="1419483" y="587922"/>
                    <a:pt x="1418844" y="589301"/>
                    <a:pt x="1418608" y="589671"/>
                  </a:cubicBezTo>
                  <a:cubicBezTo>
                    <a:pt x="1418406" y="590041"/>
                    <a:pt x="1417800" y="590983"/>
                    <a:pt x="1417666" y="591252"/>
                  </a:cubicBezTo>
                  <a:cubicBezTo>
                    <a:pt x="1417531" y="591555"/>
                    <a:pt x="1416723" y="593136"/>
                    <a:pt x="1416353" y="593203"/>
                  </a:cubicBezTo>
                  <a:cubicBezTo>
                    <a:pt x="1415983" y="593271"/>
                    <a:pt x="1415041" y="594953"/>
                    <a:pt x="1414334" y="595222"/>
                  </a:cubicBezTo>
                  <a:cubicBezTo>
                    <a:pt x="1413627" y="595524"/>
                    <a:pt x="1413459" y="595222"/>
                    <a:pt x="1412449" y="594078"/>
                  </a:cubicBezTo>
                  <a:cubicBezTo>
                    <a:pt x="1411440" y="592900"/>
                    <a:pt x="1411002" y="593439"/>
                    <a:pt x="1410565" y="593271"/>
                  </a:cubicBezTo>
                  <a:cubicBezTo>
                    <a:pt x="1410127" y="593136"/>
                    <a:pt x="1409319" y="592833"/>
                    <a:pt x="1407872" y="592833"/>
                  </a:cubicBezTo>
                  <a:cubicBezTo>
                    <a:pt x="1406425" y="592833"/>
                    <a:pt x="1406795" y="592463"/>
                    <a:pt x="1406560" y="592261"/>
                  </a:cubicBezTo>
                  <a:cubicBezTo>
                    <a:pt x="1406358" y="592059"/>
                    <a:pt x="1405483" y="590310"/>
                    <a:pt x="1405483" y="590310"/>
                  </a:cubicBezTo>
                  <a:lnTo>
                    <a:pt x="1405348" y="588124"/>
                  </a:lnTo>
                  <a:lnTo>
                    <a:pt x="1405281" y="586879"/>
                  </a:lnTo>
                  <a:cubicBezTo>
                    <a:pt x="1405281" y="586879"/>
                    <a:pt x="1405146" y="585197"/>
                    <a:pt x="1405146" y="584928"/>
                  </a:cubicBezTo>
                  <a:cubicBezTo>
                    <a:pt x="1405146" y="584625"/>
                    <a:pt x="1403699" y="583683"/>
                    <a:pt x="1403463" y="583683"/>
                  </a:cubicBezTo>
                  <a:cubicBezTo>
                    <a:pt x="1403228" y="583683"/>
                    <a:pt x="1400064" y="585062"/>
                    <a:pt x="1400064" y="585062"/>
                  </a:cubicBezTo>
                  <a:cubicBezTo>
                    <a:pt x="1400064" y="585062"/>
                    <a:pt x="1399122" y="585870"/>
                    <a:pt x="1398920" y="585937"/>
                  </a:cubicBezTo>
                  <a:cubicBezTo>
                    <a:pt x="1398718" y="586004"/>
                    <a:pt x="1397237" y="586576"/>
                    <a:pt x="1396732" y="585937"/>
                  </a:cubicBezTo>
                  <a:cubicBezTo>
                    <a:pt x="1396228" y="585298"/>
                    <a:pt x="1396430" y="584793"/>
                    <a:pt x="1396430" y="584793"/>
                  </a:cubicBezTo>
                  <a:cubicBezTo>
                    <a:pt x="1396430" y="584793"/>
                    <a:pt x="1395050" y="581530"/>
                    <a:pt x="1395050" y="581160"/>
                  </a:cubicBezTo>
                  <a:cubicBezTo>
                    <a:pt x="1395050" y="580790"/>
                    <a:pt x="1394410" y="580858"/>
                    <a:pt x="1393670" y="580656"/>
                  </a:cubicBezTo>
                  <a:cubicBezTo>
                    <a:pt x="1392929" y="580454"/>
                    <a:pt x="1390473" y="580790"/>
                    <a:pt x="1390203" y="580656"/>
                  </a:cubicBezTo>
                  <a:cubicBezTo>
                    <a:pt x="1389901" y="580521"/>
                    <a:pt x="1388824" y="579714"/>
                    <a:pt x="1388756" y="579142"/>
                  </a:cubicBezTo>
                  <a:cubicBezTo>
                    <a:pt x="1388689" y="578570"/>
                    <a:pt x="1388689" y="577561"/>
                    <a:pt x="1388622" y="577191"/>
                  </a:cubicBezTo>
                  <a:cubicBezTo>
                    <a:pt x="1388554" y="576821"/>
                    <a:pt x="1388050" y="575172"/>
                    <a:pt x="1387881" y="574500"/>
                  </a:cubicBezTo>
                  <a:cubicBezTo>
                    <a:pt x="1387747" y="573860"/>
                    <a:pt x="1386804" y="570295"/>
                    <a:pt x="1386636" y="569790"/>
                  </a:cubicBezTo>
                  <a:cubicBezTo>
                    <a:pt x="1386501" y="569285"/>
                    <a:pt x="1385256" y="567973"/>
                    <a:pt x="1385054" y="567906"/>
                  </a:cubicBezTo>
                  <a:cubicBezTo>
                    <a:pt x="1384852" y="567839"/>
                    <a:pt x="1380982" y="566964"/>
                    <a:pt x="1380410" y="566964"/>
                  </a:cubicBezTo>
                  <a:cubicBezTo>
                    <a:pt x="1379838" y="566964"/>
                    <a:pt x="1377381" y="567973"/>
                    <a:pt x="1377078" y="567973"/>
                  </a:cubicBezTo>
                  <a:cubicBezTo>
                    <a:pt x="1376775" y="567973"/>
                    <a:pt x="1374621" y="568478"/>
                    <a:pt x="1374386" y="568545"/>
                  </a:cubicBezTo>
                  <a:cubicBezTo>
                    <a:pt x="1374184" y="568613"/>
                    <a:pt x="1370415" y="568680"/>
                    <a:pt x="1369674" y="568915"/>
                  </a:cubicBezTo>
                  <a:cubicBezTo>
                    <a:pt x="1368967" y="569151"/>
                    <a:pt x="1367419" y="568646"/>
                    <a:pt x="1367419" y="568646"/>
                  </a:cubicBezTo>
                  <a:lnTo>
                    <a:pt x="1366544" y="568209"/>
                  </a:lnTo>
                  <a:cubicBezTo>
                    <a:pt x="1366544" y="568209"/>
                    <a:pt x="1365467" y="566628"/>
                    <a:pt x="1365164" y="565888"/>
                  </a:cubicBezTo>
                  <a:cubicBezTo>
                    <a:pt x="1364862" y="565148"/>
                    <a:pt x="1364424" y="562860"/>
                    <a:pt x="1364357" y="562558"/>
                  </a:cubicBezTo>
                  <a:cubicBezTo>
                    <a:pt x="1364290" y="562255"/>
                    <a:pt x="1363919" y="559294"/>
                    <a:pt x="1363482" y="557983"/>
                  </a:cubicBezTo>
                  <a:cubicBezTo>
                    <a:pt x="1363044" y="556671"/>
                    <a:pt x="1363044" y="556839"/>
                    <a:pt x="1362607" y="556233"/>
                  </a:cubicBezTo>
                  <a:cubicBezTo>
                    <a:pt x="1362169" y="555661"/>
                    <a:pt x="1358400" y="551524"/>
                    <a:pt x="1358131" y="551524"/>
                  </a:cubicBezTo>
                  <a:cubicBezTo>
                    <a:pt x="1357861" y="551524"/>
                    <a:pt x="1355876" y="551827"/>
                    <a:pt x="1355607" y="551827"/>
                  </a:cubicBezTo>
                  <a:cubicBezTo>
                    <a:pt x="1355304" y="551827"/>
                    <a:pt x="1354159" y="553643"/>
                    <a:pt x="1353857" y="553778"/>
                  </a:cubicBezTo>
                  <a:cubicBezTo>
                    <a:pt x="1353554" y="553946"/>
                    <a:pt x="1352847" y="554518"/>
                    <a:pt x="1352106" y="554719"/>
                  </a:cubicBezTo>
                  <a:cubicBezTo>
                    <a:pt x="1351366" y="554921"/>
                    <a:pt x="1350020" y="555157"/>
                    <a:pt x="1348977" y="555291"/>
                  </a:cubicBezTo>
                  <a:cubicBezTo>
                    <a:pt x="1347967" y="555426"/>
                    <a:pt x="1347025" y="555594"/>
                    <a:pt x="1346789" y="555594"/>
                  </a:cubicBezTo>
                  <a:cubicBezTo>
                    <a:pt x="1346587" y="555594"/>
                    <a:pt x="1345409" y="556334"/>
                    <a:pt x="1345106" y="556233"/>
                  </a:cubicBezTo>
                  <a:cubicBezTo>
                    <a:pt x="1344803" y="556166"/>
                    <a:pt x="1343592" y="555661"/>
                    <a:pt x="1343356" y="555359"/>
                  </a:cubicBezTo>
                  <a:cubicBezTo>
                    <a:pt x="1343154" y="555056"/>
                    <a:pt x="1341775" y="553677"/>
                    <a:pt x="1341775" y="553677"/>
                  </a:cubicBezTo>
                  <a:cubicBezTo>
                    <a:pt x="1341775" y="553677"/>
                    <a:pt x="1340260" y="551591"/>
                    <a:pt x="1340024" y="551221"/>
                  </a:cubicBezTo>
                  <a:cubicBezTo>
                    <a:pt x="1339789" y="550851"/>
                    <a:pt x="1339082" y="550582"/>
                    <a:pt x="1339082" y="550582"/>
                  </a:cubicBezTo>
                  <a:cubicBezTo>
                    <a:pt x="1339082" y="550582"/>
                    <a:pt x="1335750" y="549270"/>
                    <a:pt x="1335515" y="549270"/>
                  </a:cubicBezTo>
                  <a:cubicBezTo>
                    <a:pt x="1335313" y="549270"/>
                    <a:pt x="1334438" y="549573"/>
                    <a:pt x="1334202" y="549775"/>
                  </a:cubicBezTo>
                  <a:cubicBezTo>
                    <a:pt x="1334000" y="549976"/>
                    <a:pt x="1333698" y="550582"/>
                    <a:pt x="1333698" y="550582"/>
                  </a:cubicBezTo>
                  <a:lnTo>
                    <a:pt x="1331173" y="552533"/>
                  </a:lnTo>
                  <a:lnTo>
                    <a:pt x="1329726" y="552735"/>
                  </a:lnTo>
                  <a:cubicBezTo>
                    <a:pt x="1329726" y="552735"/>
                    <a:pt x="1328717" y="551927"/>
                    <a:pt x="1327976" y="551221"/>
                  </a:cubicBezTo>
                  <a:cubicBezTo>
                    <a:pt x="1327236" y="550515"/>
                    <a:pt x="1324510" y="549135"/>
                    <a:pt x="1324510" y="549135"/>
                  </a:cubicBezTo>
                  <a:cubicBezTo>
                    <a:pt x="1324510" y="549135"/>
                    <a:pt x="1322322" y="550077"/>
                    <a:pt x="1322053" y="550380"/>
                  </a:cubicBezTo>
                  <a:cubicBezTo>
                    <a:pt x="1321750" y="550683"/>
                    <a:pt x="1320740" y="551692"/>
                    <a:pt x="1320303" y="551827"/>
                  </a:cubicBezTo>
                  <a:cubicBezTo>
                    <a:pt x="1319865" y="551961"/>
                    <a:pt x="1317981" y="553206"/>
                    <a:pt x="1317274" y="553206"/>
                  </a:cubicBezTo>
                  <a:cubicBezTo>
                    <a:pt x="1316534" y="553206"/>
                    <a:pt x="1316197" y="552264"/>
                    <a:pt x="1316197" y="552264"/>
                  </a:cubicBezTo>
                  <a:lnTo>
                    <a:pt x="1315558" y="550245"/>
                  </a:lnTo>
                  <a:cubicBezTo>
                    <a:pt x="1315558" y="550245"/>
                    <a:pt x="1314413" y="548227"/>
                    <a:pt x="1314178" y="547992"/>
                  </a:cubicBezTo>
                  <a:cubicBezTo>
                    <a:pt x="1313976" y="547790"/>
                    <a:pt x="1311721" y="545031"/>
                    <a:pt x="1310913" y="544089"/>
                  </a:cubicBezTo>
                  <a:cubicBezTo>
                    <a:pt x="1310106" y="543147"/>
                    <a:pt x="1309836" y="543215"/>
                    <a:pt x="1309163" y="542845"/>
                  </a:cubicBezTo>
                  <a:cubicBezTo>
                    <a:pt x="1308524" y="542475"/>
                    <a:pt x="1306841" y="542037"/>
                    <a:pt x="1306841" y="542037"/>
                  </a:cubicBezTo>
                  <a:cubicBezTo>
                    <a:pt x="1306841" y="542037"/>
                    <a:pt x="1301692" y="542475"/>
                    <a:pt x="1301120" y="542609"/>
                  </a:cubicBezTo>
                  <a:cubicBezTo>
                    <a:pt x="1300548" y="542744"/>
                    <a:pt x="1299538" y="543248"/>
                    <a:pt x="1299100" y="543753"/>
                  </a:cubicBezTo>
                  <a:cubicBezTo>
                    <a:pt x="1298663" y="544258"/>
                    <a:pt x="1298360" y="545199"/>
                    <a:pt x="1298226" y="545570"/>
                  </a:cubicBezTo>
                  <a:cubicBezTo>
                    <a:pt x="1298091" y="545940"/>
                    <a:pt x="1297923" y="547016"/>
                    <a:pt x="1297923" y="547016"/>
                  </a:cubicBezTo>
                  <a:cubicBezTo>
                    <a:pt x="1297923" y="547016"/>
                    <a:pt x="1296543" y="548698"/>
                    <a:pt x="1295668" y="548900"/>
                  </a:cubicBezTo>
                  <a:cubicBezTo>
                    <a:pt x="1294793" y="549102"/>
                    <a:pt x="1294860" y="548900"/>
                    <a:pt x="1294860" y="548900"/>
                  </a:cubicBezTo>
                  <a:lnTo>
                    <a:pt x="1294052" y="544560"/>
                  </a:lnTo>
                  <a:cubicBezTo>
                    <a:pt x="1294052" y="544560"/>
                    <a:pt x="1294692" y="541365"/>
                    <a:pt x="1294692" y="540927"/>
                  </a:cubicBezTo>
                  <a:cubicBezTo>
                    <a:pt x="1294692" y="540490"/>
                    <a:pt x="1294826" y="539413"/>
                    <a:pt x="1294826" y="538976"/>
                  </a:cubicBezTo>
                  <a:cubicBezTo>
                    <a:pt x="1294826" y="538539"/>
                    <a:pt x="1294894" y="536521"/>
                    <a:pt x="1294894" y="536521"/>
                  </a:cubicBezTo>
                  <a:lnTo>
                    <a:pt x="1294692" y="534569"/>
                  </a:lnTo>
                  <a:cubicBezTo>
                    <a:pt x="1294692" y="534569"/>
                    <a:pt x="1292740" y="531979"/>
                    <a:pt x="1292504" y="531878"/>
                  </a:cubicBezTo>
                  <a:cubicBezTo>
                    <a:pt x="1292302" y="531811"/>
                    <a:pt x="1289374" y="529557"/>
                    <a:pt x="1289374" y="529557"/>
                  </a:cubicBezTo>
                  <a:cubicBezTo>
                    <a:pt x="1289374" y="529557"/>
                    <a:pt x="1286345" y="528111"/>
                    <a:pt x="1285975" y="527808"/>
                  </a:cubicBezTo>
                  <a:cubicBezTo>
                    <a:pt x="1285605" y="527505"/>
                    <a:pt x="1281196" y="527572"/>
                    <a:pt x="1280893" y="527740"/>
                  </a:cubicBezTo>
                  <a:cubicBezTo>
                    <a:pt x="1280590" y="527875"/>
                    <a:pt x="1277932" y="528245"/>
                    <a:pt x="1277629" y="528245"/>
                  </a:cubicBezTo>
                  <a:cubicBezTo>
                    <a:pt x="1277326" y="528245"/>
                    <a:pt x="1276047" y="529254"/>
                    <a:pt x="1275744" y="529322"/>
                  </a:cubicBezTo>
                  <a:cubicBezTo>
                    <a:pt x="1275475" y="529389"/>
                    <a:pt x="1270158" y="530465"/>
                    <a:pt x="1269451" y="530263"/>
                  </a:cubicBezTo>
                  <a:cubicBezTo>
                    <a:pt x="1268710" y="530062"/>
                    <a:pt x="1267129" y="529456"/>
                    <a:pt x="1267129" y="529456"/>
                  </a:cubicBezTo>
                  <a:lnTo>
                    <a:pt x="1265749" y="527135"/>
                  </a:lnTo>
                  <a:lnTo>
                    <a:pt x="1266119" y="524948"/>
                  </a:lnTo>
                  <a:lnTo>
                    <a:pt x="1266119" y="523367"/>
                  </a:lnTo>
                  <a:cubicBezTo>
                    <a:pt x="1266119" y="523367"/>
                    <a:pt x="1264504" y="519028"/>
                    <a:pt x="1264066" y="518456"/>
                  </a:cubicBezTo>
                  <a:cubicBezTo>
                    <a:pt x="1263629" y="517884"/>
                    <a:pt x="1262720" y="516068"/>
                    <a:pt x="1262720" y="516068"/>
                  </a:cubicBezTo>
                  <a:cubicBezTo>
                    <a:pt x="1262720" y="516068"/>
                    <a:pt x="1259085" y="512502"/>
                    <a:pt x="1258648" y="512165"/>
                  </a:cubicBezTo>
                  <a:cubicBezTo>
                    <a:pt x="1258210" y="511795"/>
                    <a:pt x="1257705" y="511728"/>
                    <a:pt x="1256898" y="511762"/>
                  </a:cubicBezTo>
                  <a:cubicBezTo>
                    <a:pt x="1256090" y="511795"/>
                    <a:pt x="1255316" y="511795"/>
                    <a:pt x="1254878" y="511762"/>
                  </a:cubicBezTo>
                  <a:cubicBezTo>
                    <a:pt x="1254441" y="511728"/>
                    <a:pt x="1253633" y="511829"/>
                    <a:pt x="1253196" y="511728"/>
                  </a:cubicBezTo>
                  <a:cubicBezTo>
                    <a:pt x="1252758" y="511661"/>
                    <a:pt x="1249426" y="511795"/>
                    <a:pt x="1249224" y="511728"/>
                  </a:cubicBezTo>
                  <a:cubicBezTo>
                    <a:pt x="1249023" y="511661"/>
                    <a:pt x="1248720" y="511089"/>
                    <a:pt x="1248720" y="511089"/>
                  </a:cubicBezTo>
                  <a:cubicBezTo>
                    <a:pt x="1248720" y="511089"/>
                    <a:pt x="1247138" y="509340"/>
                    <a:pt x="1246700" y="509070"/>
                  </a:cubicBezTo>
                  <a:cubicBezTo>
                    <a:pt x="1246263" y="508768"/>
                    <a:pt x="1244445" y="507624"/>
                    <a:pt x="1243570" y="507119"/>
                  </a:cubicBezTo>
                  <a:cubicBezTo>
                    <a:pt x="1242695" y="506615"/>
                    <a:pt x="1242628" y="506817"/>
                    <a:pt x="1241820" y="506312"/>
                  </a:cubicBezTo>
                  <a:cubicBezTo>
                    <a:pt x="1241013" y="505807"/>
                    <a:pt x="1241013" y="504563"/>
                    <a:pt x="1240945" y="503991"/>
                  </a:cubicBezTo>
                  <a:cubicBezTo>
                    <a:pt x="1240878" y="503419"/>
                    <a:pt x="1240508" y="501973"/>
                    <a:pt x="1240508" y="501468"/>
                  </a:cubicBezTo>
                  <a:cubicBezTo>
                    <a:pt x="1240508" y="500963"/>
                    <a:pt x="1238253" y="500089"/>
                    <a:pt x="1237614" y="499584"/>
                  </a:cubicBezTo>
                  <a:cubicBezTo>
                    <a:pt x="1236974" y="499080"/>
                    <a:pt x="1236537" y="499080"/>
                    <a:pt x="1236301" y="498777"/>
                  </a:cubicBezTo>
                  <a:cubicBezTo>
                    <a:pt x="1236099" y="498474"/>
                    <a:pt x="1234147" y="496018"/>
                    <a:pt x="1233912" y="495379"/>
                  </a:cubicBezTo>
                  <a:cubicBezTo>
                    <a:pt x="1233710" y="494740"/>
                    <a:pt x="1232162" y="491847"/>
                    <a:pt x="1232162" y="491847"/>
                  </a:cubicBezTo>
                  <a:lnTo>
                    <a:pt x="1230210" y="488079"/>
                  </a:lnTo>
                  <a:lnTo>
                    <a:pt x="1229065" y="486397"/>
                  </a:lnTo>
                  <a:lnTo>
                    <a:pt x="1228190" y="484884"/>
                  </a:lnTo>
                  <a:cubicBezTo>
                    <a:pt x="1228190" y="484884"/>
                    <a:pt x="1227820" y="483504"/>
                    <a:pt x="1227686" y="483303"/>
                  </a:cubicBezTo>
                  <a:cubicBezTo>
                    <a:pt x="1227551" y="483101"/>
                    <a:pt x="1227315" y="481284"/>
                    <a:pt x="1227315" y="481284"/>
                  </a:cubicBezTo>
                  <a:lnTo>
                    <a:pt x="1225935" y="479535"/>
                  </a:lnTo>
                  <a:lnTo>
                    <a:pt x="1225363" y="479098"/>
                  </a:lnTo>
                  <a:lnTo>
                    <a:pt x="1223041" y="477584"/>
                  </a:lnTo>
                  <a:lnTo>
                    <a:pt x="1221358" y="477012"/>
                  </a:lnTo>
                  <a:lnTo>
                    <a:pt x="1220854" y="474623"/>
                  </a:lnTo>
                  <a:lnTo>
                    <a:pt x="1220854" y="473816"/>
                  </a:lnTo>
                  <a:lnTo>
                    <a:pt x="1221459" y="472874"/>
                  </a:lnTo>
                  <a:cubicBezTo>
                    <a:pt x="1221459" y="472874"/>
                    <a:pt x="1222368" y="472134"/>
                    <a:pt x="1222503" y="471932"/>
                  </a:cubicBezTo>
                  <a:cubicBezTo>
                    <a:pt x="1222637" y="471731"/>
                    <a:pt x="1222940" y="470049"/>
                    <a:pt x="1222940" y="470049"/>
                  </a:cubicBezTo>
                  <a:lnTo>
                    <a:pt x="1222806" y="468737"/>
                  </a:lnTo>
                  <a:cubicBezTo>
                    <a:pt x="1222806" y="468737"/>
                    <a:pt x="1218969" y="466415"/>
                    <a:pt x="1218094" y="465844"/>
                  </a:cubicBezTo>
                  <a:cubicBezTo>
                    <a:pt x="1217219" y="465272"/>
                    <a:pt x="1216209" y="465339"/>
                    <a:pt x="1215906" y="465272"/>
                  </a:cubicBezTo>
                  <a:cubicBezTo>
                    <a:pt x="1215603" y="465204"/>
                    <a:pt x="1213012" y="464700"/>
                    <a:pt x="1212709" y="464532"/>
                  </a:cubicBezTo>
                  <a:cubicBezTo>
                    <a:pt x="1212440" y="464397"/>
                    <a:pt x="1210757" y="464599"/>
                    <a:pt x="1209882" y="464397"/>
                  </a:cubicBezTo>
                  <a:cubicBezTo>
                    <a:pt x="1209007" y="464195"/>
                    <a:pt x="1208065" y="464834"/>
                    <a:pt x="1207358" y="465036"/>
                  </a:cubicBezTo>
                  <a:cubicBezTo>
                    <a:pt x="1206651" y="465238"/>
                    <a:pt x="1206618" y="465978"/>
                    <a:pt x="1206348" y="466045"/>
                  </a:cubicBezTo>
                  <a:cubicBezTo>
                    <a:pt x="1206046" y="466113"/>
                    <a:pt x="1204834" y="466853"/>
                    <a:pt x="1204834" y="466853"/>
                  </a:cubicBezTo>
                  <a:cubicBezTo>
                    <a:pt x="1204834" y="466853"/>
                    <a:pt x="1202815" y="467156"/>
                    <a:pt x="1202579" y="467223"/>
                  </a:cubicBezTo>
                  <a:cubicBezTo>
                    <a:pt x="1202344" y="467290"/>
                    <a:pt x="1201435" y="469107"/>
                    <a:pt x="1201435" y="469107"/>
                  </a:cubicBezTo>
                  <a:lnTo>
                    <a:pt x="1200627" y="470183"/>
                  </a:lnTo>
                  <a:cubicBezTo>
                    <a:pt x="1200627" y="470183"/>
                    <a:pt x="1199752" y="470620"/>
                    <a:pt x="1199382" y="471260"/>
                  </a:cubicBezTo>
                  <a:cubicBezTo>
                    <a:pt x="1199012" y="471899"/>
                    <a:pt x="1198137" y="472706"/>
                    <a:pt x="1197565" y="472706"/>
                  </a:cubicBezTo>
                  <a:cubicBezTo>
                    <a:pt x="1196993" y="472706"/>
                    <a:pt x="1196118" y="472504"/>
                    <a:pt x="1196118" y="472504"/>
                  </a:cubicBezTo>
                  <a:lnTo>
                    <a:pt x="1194603" y="471260"/>
                  </a:lnTo>
                  <a:lnTo>
                    <a:pt x="1192651" y="469174"/>
                  </a:lnTo>
                  <a:lnTo>
                    <a:pt x="1190699" y="468097"/>
                  </a:lnTo>
                  <a:lnTo>
                    <a:pt x="1185348" y="467660"/>
                  </a:lnTo>
                  <a:lnTo>
                    <a:pt x="1182656" y="468400"/>
                  </a:lnTo>
                  <a:lnTo>
                    <a:pt x="1180704" y="469477"/>
                  </a:lnTo>
                  <a:cubicBezTo>
                    <a:pt x="1180704" y="469477"/>
                    <a:pt x="1179055" y="470856"/>
                    <a:pt x="1178886" y="471159"/>
                  </a:cubicBezTo>
                  <a:cubicBezTo>
                    <a:pt x="1178752" y="471461"/>
                    <a:pt x="1177574" y="473244"/>
                    <a:pt x="1177372" y="473547"/>
                  </a:cubicBezTo>
                  <a:cubicBezTo>
                    <a:pt x="1177170" y="473850"/>
                    <a:pt x="1175925" y="475633"/>
                    <a:pt x="1175353" y="475868"/>
                  </a:cubicBezTo>
                  <a:cubicBezTo>
                    <a:pt x="1174781" y="476104"/>
                    <a:pt x="1174410" y="476945"/>
                    <a:pt x="1173771" y="477449"/>
                  </a:cubicBezTo>
                  <a:cubicBezTo>
                    <a:pt x="1173131" y="477954"/>
                    <a:pt x="1170372" y="478526"/>
                    <a:pt x="1170002" y="478694"/>
                  </a:cubicBezTo>
                  <a:cubicBezTo>
                    <a:pt x="1169631" y="478828"/>
                    <a:pt x="1168252" y="479198"/>
                    <a:pt x="1167107" y="479501"/>
                  </a:cubicBezTo>
                  <a:cubicBezTo>
                    <a:pt x="1165963" y="479804"/>
                    <a:pt x="1162631" y="480746"/>
                    <a:pt x="1162631" y="480746"/>
                  </a:cubicBezTo>
                  <a:lnTo>
                    <a:pt x="1159737" y="480746"/>
                  </a:lnTo>
                  <a:lnTo>
                    <a:pt x="1158290" y="478122"/>
                  </a:lnTo>
                  <a:cubicBezTo>
                    <a:pt x="1158290" y="478122"/>
                    <a:pt x="1158290" y="476810"/>
                    <a:pt x="1158290" y="476541"/>
                  </a:cubicBezTo>
                  <a:cubicBezTo>
                    <a:pt x="1158290" y="476238"/>
                    <a:pt x="1157549" y="474152"/>
                    <a:pt x="1157549" y="474152"/>
                  </a:cubicBezTo>
                  <a:cubicBezTo>
                    <a:pt x="1157549" y="474152"/>
                    <a:pt x="1151256" y="468131"/>
                    <a:pt x="1150650" y="467425"/>
                  </a:cubicBezTo>
                  <a:cubicBezTo>
                    <a:pt x="1150078" y="466685"/>
                    <a:pt x="1145568" y="462648"/>
                    <a:pt x="1145501" y="462412"/>
                  </a:cubicBezTo>
                  <a:cubicBezTo>
                    <a:pt x="1145434" y="462210"/>
                    <a:pt x="1143482" y="459654"/>
                    <a:pt x="1143246" y="459587"/>
                  </a:cubicBezTo>
                  <a:cubicBezTo>
                    <a:pt x="1143044" y="459519"/>
                    <a:pt x="1139275" y="457131"/>
                    <a:pt x="1139275" y="457131"/>
                  </a:cubicBezTo>
                  <a:lnTo>
                    <a:pt x="1133756" y="455987"/>
                  </a:lnTo>
                  <a:lnTo>
                    <a:pt x="1130121" y="453733"/>
                  </a:lnTo>
                  <a:lnTo>
                    <a:pt x="1129549" y="452421"/>
                  </a:lnTo>
                  <a:lnTo>
                    <a:pt x="1128606" y="449898"/>
                  </a:lnTo>
                  <a:lnTo>
                    <a:pt x="1126722" y="446703"/>
                  </a:lnTo>
                  <a:lnTo>
                    <a:pt x="1125914" y="444684"/>
                  </a:lnTo>
                  <a:cubicBezTo>
                    <a:pt x="1125914" y="444684"/>
                    <a:pt x="1124770" y="440614"/>
                    <a:pt x="1124534" y="440479"/>
                  </a:cubicBezTo>
                  <a:cubicBezTo>
                    <a:pt x="1124332" y="440345"/>
                    <a:pt x="1122885" y="439470"/>
                    <a:pt x="1122515" y="439235"/>
                  </a:cubicBezTo>
                  <a:cubicBezTo>
                    <a:pt x="1122145" y="438999"/>
                    <a:pt x="1120698" y="437990"/>
                    <a:pt x="1120698" y="437990"/>
                  </a:cubicBezTo>
                  <a:lnTo>
                    <a:pt x="1120327" y="436409"/>
                  </a:lnTo>
                  <a:cubicBezTo>
                    <a:pt x="1120327" y="436409"/>
                    <a:pt x="1120193" y="434895"/>
                    <a:pt x="1120193" y="434155"/>
                  </a:cubicBezTo>
                  <a:cubicBezTo>
                    <a:pt x="1120193" y="433449"/>
                    <a:pt x="1120058" y="430892"/>
                    <a:pt x="1120058" y="430623"/>
                  </a:cubicBezTo>
                  <a:cubicBezTo>
                    <a:pt x="1120058" y="430320"/>
                    <a:pt x="1119755" y="427730"/>
                    <a:pt x="1119755" y="427730"/>
                  </a:cubicBezTo>
                  <a:cubicBezTo>
                    <a:pt x="1119755" y="427730"/>
                    <a:pt x="1118241" y="424097"/>
                    <a:pt x="1118073" y="423895"/>
                  </a:cubicBezTo>
                  <a:cubicBezTo>
                    <a:pt x="1117938" y="423693"/>
                    <a:pt x="1117332" y="422953"/>
                    <a:pt x="1117332" y="422953"/>
                  </a:cubicBezTo>
                  <a:cubicBezTo>
                    <a:pt x="1117332" y="422953"/>
                    <a:pt x="1113563" y="419488"/>
                    <a:pt x="1113361" y="419320"/>
                  </a:cubicBezTo>
                  <a:cubicBezTo>
                    <a:pt x="1113159" y="419185"/>
                    <a:pt x="1111173" y="417806"/>
                    <a:pt x="1111173" y="417806"/>
                  </a:cubicBezTo>
                  <a:lnTo>
                    <a:pt x="1110164" y="415418"/>
                  </a:lnTo>
                  <a:cubicBezTo>
                    <a:pt x="1110164" y="415418"/>
                    <a:pt x="1109726" y="414543"/>
                    <a:pt x="1109356" y="413904"/>
                  </a:cubicBezTo>
                  <a:cubicBezTo>
                    <a:pt x="1108986" y="413265"/>
                    <a:pt x="1108414" y="412525"/>
                    <a:pt x="1108346" y="412323"/>
                  </a:cubicBezTo>
                  <a:cubicBezTo>
                    <a:pt x="1108279" y="412121"/>
                    <a:pt x="1106765" y="412020"/>
                    <a:pt x="1106260" y="411818"/>
                  </a:cubicBezTo>
                  <a:cubicBezTo>
                    <a:pt x="1105755" y="411583"/>
                    <a:pt x="1104745" y="411078"/>
                    <a:pt x="1103736" y="411011"/>
                  </a:cubicBezTo>
                  <a:cubicBezTo>
                    <a:pt x="1102726" y="410944"/>
                    <a:pt x="1102423" y="410506"/>
                    <a:pt x="1101346" y="410506"/>
                  </a:cubicBezTo>
                  <a:cubicBezTo>
                    <a:pt x="1100269" y="410506"/>
                    <a:pt x="1100202" y="410372"/>
                    <a:pt x="1099966" y="410136"/>
                  </a:cubicBezTo>
                  <a:cubicBezTo>
                    <a:pt x="1099764" y="409901"/>
                    <a:pt x="1098654" y="408993"/>
                    <a:pt x="1098654" y="408993"/>
                  </a:cubicBezTo>
                  <a:cubicBezTo>
                    <a:pt x="1098654" y="408993"/>
                    <a:pt x="1098654" y="406537"/>
                    <a:pt x="1098587" y="406301"/>
                  </a:cubicBezTo>
                  <a:cubicBezTo>
                    <a:pt x="1098519" y="406066"/>
                    <a:pt x="1098587" y="405730"/>
                    <a:pt x="1098587" y="405427"/>
                  </a:cubicBezTo>
                  <a:cubicBezTo>
                    <a:pt x="1098587" y="405158"/>
                    <a:pt x="1098957" y="404350"/>
                    <a:pt x="1098957" y="404350"/>
                  </a:cubicBezTo>
                  <a:cubicBezTo>
                    <a:pt x="1098957" y="404350"/>
                    <a:pt x="1099899" y="402332"/>
                    <a:pt x="1100101" y="402096"/>
                  </a:cubicBezTo>
                  <a:cubicBezTo>
                    <a:pt x="1100303" y="401895"/>
                    <a:pt x="1100808" y="401659"/>
                    <a:pt x="1100808" y="401659"/>
                  </a:cubicBezTo>
                  <a:lnTo>
                    <a:pt x="1100808" y="398631"/>
                  </a:lnTo>
                  <a:lnTo>
                    <a:pt x="1099933" y="397320"/>
                  </a:lnTo>
                  <a:lnTo>
                    <a:pt x="1098486" y="396243"/>
                  </a:lnTo>
                  <a:lnTo>
                    <a:pt x="1095457" y="394561"/>
                  </a:lnTo>
                  <a:lnTo>
                    <a:pt x="1094649" y="391601"/>
                  </a:lnTo>
                  <a:lnTo>
                    <a:pt x="1097173" y="389280"/>
                  </a:lnTo>
                  <a:cubicBezTo>
                    <a:pt x="1097173" y="389280"/>
                    <a:pt x="1097543" y="388405"/>
                    <a:pt x="1097678" y="387463"/>
                  </a:cubicBezTo>
                  <a:cubicBezTo>
                    <a:pt x="1097812" y="386521"/>
                    <a:pt x="1097913" y="384570"/>
                    <a:pt x="1097913" y="384267"/>
                  </a:cubicBezTo>
                  <a:cubicBezTo>
                    <a:pt x="1097913" y="383965"/>
                    <a:pt x="1096332" y="382182"/>
                    <a:pt x="1096029" y="381946"/>
                  </a:cubicBezTo>
                  <a:cubicBezTo>
                    <a:pt x="1095726" y="381745"/>
                    <a:pt x="1091452" y="380803"/>
                    <a:pt x="1091452" y="380803"/>
                  </a:cubicBezTo>
                  <a:lnTo>
                    <a:pt x="1087817" y="377842"/>
                  </a:lnTo>
                  <a:cubicBezTo>
                    <a:pt x="1087817" y="377842"/>
                    <a:pt x="1084182" y="372561"/>
                    <a:pt x="1083913" y="371619"/>
                  </a:cubicBezTo>
                  <a:cubicBezTo>
                    <a:pt x="1083610" y="370677"/>
                    <a:pt x="1081591" y="367145"/>
                    <a:pt x="1081591" y="367145"/>
                  </a:cubicBezTo>
                  <a:lnTo>
                    <a:pt x="1080649" y="360989"/>
                  </a:lnTo>
                  <a:lnTo>
                    <a:pt x="1080581" y="355909"/>
                  </a:lnTo>
                  <a:lnTo>
                    <a:pt x="1079706" y="349450"/>
                  </a:lnTo>
                  <a:cubicBezTo>
                    <a:pt x="1079706" y="349450"/>
                    <a:pt x="1080144" y="346759"/>
                    <a:pt x="1080783" y="345885"/>
                  </a:cubicBezTo>
                  <a:cubicBezTo>
                    <a:pt x="1081423" y="345010"/>
                    <a:pt x="1081860" y="343362"/>
                    <a:pt x="1081860" y="343059"/>
                  </a:cubicBezTo>
                  <a:cubicBezTo>
                    <a:pt x="1081860" y="342756"/>
                    <a:pt x="1083880" y="342487"/>
                    <a:pt x="1084182" y="342487"/>
                  </a:cubicBezTo>
                  <a:cubicBezTo>
                    <a:pt x="1084485" y="342487"/>
                    <a:pt x="1087884" y="344573"/>
                    <a:pt x="1088154" y="344573"/>
                  </a:cubicBezTo>
                  <a:cubicBezTo>
                    <a:pt x="1088456" y="344573"/>
                    <a:pt x="1090678" y="344203"/>
                    <a:pt x="1090981" y="344203"/>
                  </a:cubicBezTo>
                  <a:cubicBezTo>
                    <a:pt x="1091283" y="344203"/>
                    <a:pt x="1094111" y="342756"/>
                    <a:pt x="1094111" y="342756"/>
                  </a:cubicBezTo>
                  <a:cubicBezTo>
                    <a:pt x="1094111" y="342756"/>
                    <a:pt x="1095490" y="341680"/>
                    <a:pt x="1095558" y="341377"/>
                  </a:cubicBezTo>
                  <a:cubicBezTo>
                    <a:pt x="1095625" y="341074"/>
                    <a:pt x="1099260" y="339560"/>
                    <a:pt x="1099260" y="339560"/>
                  </a:cubicBezTo>
                  <a:cubicBezTo>
                    <a:pt x="1099260" y="339560"/>
                    <a:pt x="1101784" y="336936"/>
                    <a:pt x="1102019" y="336230"/>
                  </a:cubicBezTo>
                  <a:cubicBezTo>
                    <a:pt x="1102221" y="335524"/>
                    <a:pt x="1103265" y="332900"/>
                    <a:pt x="1103265" y="332900"/>
                  </a:cubicBezTo>
                  <a:lnTo>
                    <a:pt x="1102524" y="330377"/>
                  </a:lnTo>
                  <a:lnTo>
                    <a:pt x="1102524" y="327114"/>
                  </a:lnTo>
                  <a:lnTo>
                    <a:pt x="1102894" y="322909"/>
                  </a:lnTo>
                  <a:lnTo>
                    <a:pt x="1102962" y="320150"/>
                  </a:lnTo>
                  <a:lnTo>
                    <a:pt x="1102390" y="318132"/>
                  </a:lnTo>
                  <a:cubicBezTo>
                    <a:pt x="1102390" y="318132"/>
                    <a:pt x="1102591" y="314364"/>
                    <a:pt x="1102591" y="314162"/>
                  </a:cubicBezTo>
                  <a:cubicBezTo>
                    <a:pt x="1102591" y="313961"/>
                    <a:pt x="1102457" y="312077"/>
                    <a:pt x="1102457" y="311774"/>
                  </a:cubicBezTo>
                  <a:cubicBezTo>
                    <a:pt x="1102457" y="311471"/>
                    <a:pt x="1102322" y="309251"/>
                    <a:pt x="1102322" y="308948"/>
                  </a:cubicBezTo>
                  <a:cubicBezTo>
                    <a:pt x="1102322" y="308645"/>
                    <a:pt x="1102524" y="306055"/>
                    <a:pt x="1102524" y="306055"/>
                  </a:cubicBezTo>
                  <a:cubicBezTo>
                    <a:pt x="1102524" y="306055"/>
                    <a:pt x="1102524" y="304542"/>
                    <a:pt x="1102524" y="303532"/>
                  </a:cubicBezTo>
                  <a:cubicBezTo>
                    <a:pt x="1102524" y="302523"/>
                    <a:pt x="1102053" y="300337"/>
                    <a:pt x="1102053" y="299899"/>
                  </a:cubicBezTo>
                  <a:cubicBezTo>
                    <a:pt x="1102053" y="299462"/>
                    <a:pt x="1102524" y="297376"/>
                    <a:pt x="1102524" y="297376"/>
                  </a:cubicBezTo>
                  <a:lnTo>
                    <a:pt x="1102524" y="295358"/>
                  </a:lnTo>
                  <a:lnTo>
                    <a:pt x="1101447" y="293541"/>
                  </a:lnTo>
                  <a:lnTo>
                    <a:pt x="1100640" y="292095"/>
                  </a:lnTo>
                  <a:lnTo>
                    <a:pt x="1099899" y="290077"/>
                  </a:lnTo>
                  <a:lnTo>
                    <a:pt x="1098216" y="288125"/>
                  </a:lnTo>
                  <a:lnTo>
                    <a:pt x="1096837" y="287554"/>
                  </a:lnTo>
                  <a:lnTo>
                    <a:pt x="1095961" y="286679"/>
                  </a:lnTo>
                  <a:lnTo>
                    <a:pt x="1094649" y="285434"/>
                  </a:lnTo>
                  <a:lnTo>
                    <a:pt x="1094582" y="283618"/>
                  </a:lnTo>
                  <a:lnTo>
                    <a:pt x="1096029" y="281936"/>
                  </a:lnTo>
                  <a:lnTo>
                    <a:pt x="1097846" y="280119"/>
                  </a:lnTo>
                  <a:lnTo>
                    <a:pt x="1102053" y="277731"/>
                  </a:lnTo>
                  <a:lnTo>
                    <a:pt x="1108010" y="276217"/>
                  </a:lnTo>
                  <a:lnTo>
                    <a:pt x="1110534" y="271743"/>
                  </a:lnTo>
                  <a:cubicBezTo>
                    <a:pt x="1110534" y="271743"/>
                    <a:pt x="1111039" y="270936"/>
                    <a:pt x="1111274" y="270801"/>
                  </a:cubicBezTo>
                  <a:cubicBezTo>
                    <a:pt x="1111476" y="270666"/>
                    <a:pt x="1112587" y="269119"/>
                    <a:pt x="1112856" y="268850"/>
                  </a:cubicBezTo>
                  <a:cubicBezTo>
                    <a:pt x="1113159" y="268547"/>
                    <a:pt x="1113428" y="266091"/>
                    <a:pt x="1113428" y="266091"/>
                  </a:cubicBezTo>
                  <a:cubicBezTo>
                    <a:pt x="1113428" y="266091"/>
                    <a:pt x="1110736" y="263905"/>
                    <a:pt x="1109861" y="263266"/>
                  </a:cubicBezTo>
                  <a:cubicBezTo>
                    <a:pt x="1108986" y="262626"/>
                    <a:pt x="1107404" y="260238"/>
                    <a:pt x="1107269" y="260003"/>
                  </a:cubicBezTo>
                  <a:cubicBezTo>
                    <a:pt x="1107135" y="259801"/>
                    <a:pt x="1103366" y="257614"/>
                    <a:pt x="1103366" y="257614"/>
                  </a:cubicBezTo>
                  <a:lnTo>
                    <a:pt x="1101784" y="257480"/>
                  </a:lnTo>
                  <a:cubicBezTo>
                    <a:pt x="1101784" y="257480"/>
                    <a:pt x="1097072" y="258052"/>
                    <a:pt x="1095928" y="258421"/>
                  </a:cubicBezTo>
                  <a:cubicBezTo>
                    <a:pt x="1094750" y="258792"/>
                    <a:pt x="1093034" y="258421"/>
                    <a:pt x="1093034" y="258421"/>
                  </a:cubicBezTo>
                  <a:cubicBezTo>
                    <a:pt x="1093034" y="258421"/>
                    <a:pt x="1090005" y="256403"/>
                    <a:pt x="1089769" y="256403"/>
                  </a:cubicBezTo>
                  <a:cubicBezTo>
                    <a:pt x="1089567" y="256403"/>
                    <a:pt x="1086942" y="255259"/>
                    <a:pt x="1086942" y="255259"/>
                  </a:cubicBezTo>
                  <a:lnTo>
                    <a:pt x="1085360" y="252366"/>
                  </a:lnTo>
                  <a:lnTo>
                    <a:pt x="1086875" y="250987"/>
                  </a:lnTo>
                  <a:lnTo>
                    <a:pt x="1088322" y="248733"/>
                  </a:lnTo>
                  <a:lnTo>
                    <a:pt x="1089634" y="246345"/>
                  </a:lnTo>
                  <a:lnTo>
                    <a:pt x="1090644" y="242140"/>
                  </a:lnTo>
                  <a:lnTo>
                    <a:pt x="1094043" y="236354"/>
                  </a:lnTo>
                  <a:lnTo>
                    <a:pt x="1093303" y="233158"/>
                  </a:lnTo>
                  <a:lnTo>
                    <a:pt x="1087884" y="228886"/>
                  </a:lnTo>
                  <a:lnTo>
                    <a:pt x="1085360" y="222427"/>
                  </a:lnTo>
                  <a:lnTo>
                    <a:pt x="1088692" y="216910"/>
                  </a:lnTo>
                  <a:lnTo>
                    <a:pt x="1091519" y="210452"/>
                  </a:lnTo>
                  <a:lnTo>
                    <a:pt x="1094346" y="204228"/>
                  </a:lnTo>
                  <a:lnTo>
                    <a:pt x="1096668" y="201604"/>
                  </a:lnTo>
                  <a:cubicBezTo>
                    <a:pt x="1096668" y="201604"/>
                    <a:pt x="1101750" y="199720"/>
                    <a:pt x="1102019" y="199586"/>
                  </a:cubicBezTo>
                  <a:cubicBezTo>
                    <a:pt x="1102322" y="199451"/>
                    <a:pt x="1105149" y="199148"/>
                    <a:pt x="1105149" y="199148"/>
                  </a:cubicBezTo>
                  <a:lnTo>
                    <a:pt x="1107606" y="199148"/>
                  </a:lnTo>
                  <a:cubicBezTo>
                    <a:pt x="1107606" y="199148"/>
                    <a:pt x="1110366" y="200460"/>
                    <a:pt x="1110568" y="200090"/>
                  </a:cubicBezTo>
                  <a:cubicBezTo>
                    <a:pt x="1110769" y="199720"/>
                    <a:pt x="1112890" y="199788"/>
                    <a:pt x="1112890" y="199788"/>
                  </a:cubicBezTo>
                  <a:cubicBezTo>
                    <a:pt x="1112890" y="199788"/>
                    <a:pt x="1114068" y="198408"/>
                    <a:pt x="1114202" y="197769"/>
                  </a:cubicBezTo>
                  <a:cubicBezTo>
                    <a:pt x="1114337" y="197130"/>
                    <a:pt x="1114202" y="196087"/>
                    <a:pt x="1114202" y="196087"/>
                  </a:cubicBezTo>
                  <a:lnTo>
                    <a:pt x="1113462" y="192454"/>
                  </a:lnTo>
                  <a:lnTo>
                    <a:pt x="1113159" y="188989"/>
                  </a:lnTo>
                  <a:lnTo>
                    <a:pt x="1114404" y="187173"/>
                  </a:lnTo>
                  <a:lnTo>
                    <a:pt x="1119924" y="184347"/>
                  </a:lnTo>
                  <a:lnTo>
                    <a:pt x="1119924" y="180344"/>
                  </a:lnTo>
                  <a:lnTo>
                    <a:pt x="1119385" y="176778"/>
                  </a:lnTo>
                  <a:cubicBezTo>
                    <a:pt x="1119385" y="176778"/>
                    <a:pt x="1121236" y="171194"/>
                    <a:pt x="1121606" y="170992"/>
                  </a:cubicBezTo>
                  <a:cubicBezTo>
                    <a:pt x="1121977" y="170790"/>
                    <a:pt x="1123424" y="168032"/>
                    <a:pt x="1123558" y="167796"/>
                  </a:cubicBezTo>
                  <a:cubicBezTo>
                    <a:pt x="1123693" y="167594"/>
                    <a:pt x="1126453" y="164466"/>
                    <a:pt x="1126587" y="163894"/>
                  </a:cubicBezTo>
                  <a:cubicBezTo>
                    <a:pt x="1126722" y="163322"/>
                    <a:pt x="1128472" y="159992"/>
                    <a:pt x="1128472" y="159992"/>
                  </a:cubicBezTo>
                  <a:lnTo>
                    <a:pt x="1128775" y="158041"/>
                  </a:lnTo>
                  <a:lnTo>
                    <a:pt x="1125880" y="154778"/>
                  </a:lnTo>
                  <a:lnTo>
                    <a:pt x="1123121" y="151515"/>
                  </a:lnTo>
                  <a:cubicBezTo>
                    <a:pt x="1123121" y="151515"/>
                    <a:pt x="1121236" y="149934"/>
                    <a:pt x="1120799" y="149496"/>
                  </a:cubicBezTo>
                  <a:cubicBezTo>
                    <a:pt x="1120361" y="149059"/>
                    <a:pt x="1116760" y="147411"/>
                    <a:pt x="1116760" y="147411"/>
                  </a:cubicBezTo>
                  <a:lnTo>
                    <a:pt x="1112688" y="146166"/>
                  </a:lnTo>
                  <a:lnTo>
                    <a:pt x="1107539" y="145662"/>
                  </a:lnTo>
                  <a:lnTo>
                    <a:pt x="1104274" y="145022"/>
                  </a:lnTo>
                  <a:lnTo>
                    <a:pt x="1100740" y="141995"/>
                  </a:lnTo>
                  <a:lnTo>
                    <a:pt x="1099058" y="139169"/>
                  </a:lnTo>
                  <a:lnTo>
                    <a:pt x="1099058" y="133888"/>
                  </a:lnTo>
                  <a:lnTo>
                    <a:pt x="1099361" y="130322"/>
                  </a:lnTo>
                  <a:lnTo>
                    <a:pt x="1102120" y="127799"/>
                  </a:lnTo>
                  <a:lnTo>
                    <a:pt x="1105149" y="127227"/>
                  </a:lnTo>
                  <a:lnTo>
                    <a:pt x="1108279" y="126588"/>
                  </a:lnTo>
                  <a:cubicBezTo>
                    <a:pt x="1108279" y="126588"/>
                    <a:pt x="1110231" y="125646"/>
                    <a:pt x="1112048" y="125074"/>
                  </a:cubicBezTo>
                  <a:cubicBezTo>
                    <a:pt x="1113866" y="124502"/>
                    <a:pt x="1115380" y="123426"/>
                    <a:pt x="1115380" y="123426"/>
                  </a:cubicBezTo>
                  <a:lnTo>
                    <a:pt x="1118746" y="122013"/>
                  </a:lnTo>
                  <a:lnTo>
                    <a:pt x="1118174" y="121340"/>
                  </a:lnTo>
                  <a:lnTo>
                    <a:pt x="1113260" y="117472"/>
                  </a:lnTo>
                  <a:lnTo>
                    <a:pt x="1108616" y="117472"/>
                  </a:lnTo>
                  <a:lnTo>
                    <a:pt x="1101649" y="103848"/>
                  </a:lnTo>
                  <a:lnTo>
                    <a:pt x="1096433" y="102536"/>
                  </a:lnTo>
                  <a:lnTo>
                    <a:pt x="1090341" y="98331"/>
                  </a:lnTo>
                  <a:lnTo>
                    <a:pt x="1086000" y="98331"/>
                  </a:lnTo>
                  <a:lnTo>
                    <a:pt x="1079706" y="100080"/>
                  </a:lnTo>
                  <a:lnTo>
                    <a:pt x="1076442" y="92242"/>
                  </a:lnTo>
                  <a:cubicBezTo>
                    <a:pt x="1076442" y="92242"/>
                    <a:pt x="1073817" y="90223"/>
                    <a:pt x="1072672" y="90223"/>
                  </a:cubicBezTo>
                  <a:cubicBezTo>
                    <a:pt x="1071495" y="90223"/>
                    <a:pt x="1064259" y="83832"/>
                    <a:pt x="1064259" y="83832"/>
                  </a:cubicBezTo>
                  <a:lnTo>
                    <a:pt x="1060792" y="80367"/>
                  </a:lnTo>
                  <a:lnTo>
                    <a:pt x="1055576" y="78618"/>
                  </a:lnTo>
                  <a:lnTo>
                    <a:pt x="1050932" y="81813"/>
                  </a:lnTo>
                  <a:lnTo>
                    <a:pt x="1046287" y="84437"/>
                  </a:lnTo>
                  <a:lnTo>
                    <a:pt x="1040499" y="76330"/>
                  </a:lnTo>
                  <a:lnTo>
                    <a:pt x="1033263" y="70544"/>
                  </a:lnTo>
                  <a:lnTo>
                    <a:pt x="1035282" y="67348"/>
                  </a:lnTo>
                  <a:lnTo>
                    <a:pt x="1033263" y="61697"/>
                  </a:lnTo>
                  <a:lnTo>
                    <a:pt x="1025152" y="60116"/>
                  </a:lnTo>
                  <a:lnTo>
                    <a:pt x="1019936" y="60116"/>
                  </a:lnTo>
                  <a:lnTo>
                    <a:pt x="1015864" y="58367"/>
                  </a:lnTo>
                  <a:lnTo>
                    <a:pt x="1006003" y="58367"/>
                  </a:lnTo>
                  <a:lnTo>
                    <a:pt x="997017" y="56617"/>
                  </a:lnTo>
                  <a:lnTo>
                    <a:pt x="981671" y="56617"/>
                  </a:lnTo>
                  <a:lnTo>
                    <a:pt x="967771" y="56617"/>
                  </a:lnTo>
                  <a:lnTo>
                    <a:pt x="963699" y="59813"/>
                  </a:lnTo>
                  <a:lnTo>
                    <a:pt x="958617" y="58299"/>
                  </a:lnTo>
                  <a:lnTo>
                    <a:pt x="948824" y="53388"/>
                  </a:lnTo>
                  <a:lnTo>
                    <a:pt x="938963" y="50495"/>
                  </a:lnTo>
                  <a:lnTo>
                    <a:pt x="934992" y="51874"/>
                  </a:lnTo>
                  <a:lnTo>
                    <a:pt x="929943" y="47366"/>
                  </a:lnTo>
                  <a:cubicBezTo>
                    <a:pt x="929943" y="47366"/>
                    <a:pt x="930347" y="45987"/>
                    <a:pt x="930347" y="45718"/>
                  </a:cubicBezTo>
                  <a:cubicBezTo>
                    <a:pt x="930347" y="45415"/>
                    <a:pt x="930347" y="43599"/>
                    <a:pt x="930347" y="43599"/>
                  </a:cubicBezTo>
                  <a:lnTo>
                    <a:pt x="926645" y="42724"/>
                  </a:lnTo>
                  <a:lnTo>
                    <a:pt x="922506" y="42724"/>
                  </a:lnTo>
                  <a:lnTo>
                    <a:pt x="919746" y="47366"/>
                  </a:lnTo>
                  <a:cubicBezTo>
                    <a:pt x="919746" y="47366"/>
                    <a:pt x="917794" y="47804"/>
                    <a:pt x="917558" y="48073"/>
                  </a:cubicBezTo>
                  <a:cubicBezTo>
                    <a:pt x="917323" y="48376"/>
                    <a:pt x="912106" y="50024"/>
                    <a:pt x="911703" y="50091"/>
                  </a:cubicBezTo>
                  <a:cubicBezTo>
                    <a:pt x="911265" y="50159"/>
                    <a:pt x="907058" y="51168"/>
                    <a:pt x="906688" y="51403"/>
                  </a:cubicBezTo>
                  <a:cubicBezTo>
                    <a:pt x="906318" y="51605"/>
                    <a:pt x="902784" y="51538"/>
                    <a:pt x="902784" y="51538"/>
                  </a:cubicBezTo>
                  <a:lnTo>
                    <a:pt x="896322" y="52547"/>
                  </a:lnTo>
                  <a:cubicBezTo>
                    <a:pt x="896322" y="52547"/>
                    <a:pt x="887976" y="54195"/>
                    <a:pt x="887707" y="54195"/>
                  </a:cubicBezTo>
                  <a:cubicBezTo>
                    <a:pt x="887404" y="54195"/>
                    <a:pt x="882423" y="53052"/>
                    <a:pt x="882120" y="53119"/>
                  </a:cubicBezTo>
                  <a:cubicBezTo>
                    <a:pt x="881817" y="53186"/>
                    <a:pt x="876399" y="52042"/>
                    <a:pt x="876163" y="51807"/>
                  </a:cubicBezTo>
                  <a:cubicBezTo>
                    <a:pt x="875961" y="51571"/>
                    <a:pt x="874649" y="47905"/>
                    <a:pt x="872832" y="47905"/>
                  </a:cubicBezTo>
                  <a:cubicBezTo>
                    <a:pt x="871014" y="47905"/>
                    <a:pt x="865158" y="47972"/>
                    <a:pt x="864721" y="48544"/>
                  </a:cubicBezTo>
                  <a:cubicBezTo>
                    <a:pt x="864283" y="49116"/>
                    <a:pt x="860952" y="49688"/>
                    <a:pt x="859639" y="50562"/>
                  </a:cubicBezTo>
                  <a:cubicBezTo>
                    <a:pt x="858327" y="51437"/>
                    <a:pt x="854995" y="53085"/>
                    <a:pt x="854927" y="53321"/>
                  </a:cubicBezTo>
                  <a:cubicBezTo>
                    <a:pt x="854860" y="53556"/>
                    <a:pt x="851394" y="53960"/>
                    <a:pt x="851394" y="53960"/>
                  </a:cubicBezTo>
                  <a:lnTo>
                    <a:pt x="848668" y="49620"/>
                  </a:lnTo>
                  <a:lnTo>
                    <a:pt x="845841" y="47871"/>
                  </a:lnTo>
                  <a:cubicBezTo>
                    <a:pt x="845841" y="47871"/>
                    <a:pt x="842038" y="48409"/>
                    <a:pt x="841163" y="49048"/>
                  </a:cubicBezTo>
                  <a:cubicBezTo>
                    <a:pt x="840288" y="49688"/>
                    <a:pt x="837259" y="50798"/>
                    <a:pt x="836720" y="51336"/>
                  </a:cubicBezTo>
                  <a:cubicBezTo>
                    <a:pt x="836182" y="51874"/>
                    <a:pt x="834129" y="52749"/>
                    <a:pt x="832480" y="53724"/>
                  </a:cubicBezTo>
                  <a:cubicBezTo>
                    <a:pt x="830864" y="54700"/>
                    <a:pt x="830292" y="54801"/>
                    <a:pt x="828239" y="54801"/>
                  </a:cubicBezTo>
                  <a:cubicBezTo>
                    <a:pt x="826186" y="54801"/>
                    <a:pt x="821609" y="54801"/>
                    <a:pt x="821609" y="54801"/>
                  </a:cubicBezTo>
                  <a:lnTo>
                    <a:pt x="816729" y="54263"/>
                  </a:lnTo>
                  <a:cubicBezTo>
                    <a:pt x="816729" y="54263"/>
                    <a:pt x="812691" y="55036"/>
                    <a:pt x="812287" y="56012"/>
                  </a:cubicBezTo>
                  <a:cubicBezTo>
                    <a:pt x="811849" y="56987"/>
                    <a:pt x="809898" y="60149"/>
                    <a:pt x="809898" y="60149"/>
                  </a:cubicBezTo>
                  <a:lnTo>
                    <a:pt x="807172" y="65700"/>
                  </a:lnTo>
                  <a:cubicBezTo>
                    <a:pt x="807172" y="65700"/>
                    <a:pt x="804008" y="67887"/>
                    <a:pt x="803907" y="68526"/>
                  </a:cubicBezTo>
                  <a:cubicBezTo>
                    <a:pt x="803806" y="69165"/>
                    <a:pt x="802056" y="71991"/>
                    <a:pt x="802056" y="71991"/>
                  </a:cubicBezTo>
                  <a:cubicBezTo>
                    <a:pt x="802056" y="71991"/>
                    <a:pt x="800104" y="75254"/>
                    <a:pt x="800003" y="75691"/>
                  </a:cubicBezTo>
                  <a:cubicBezTo>
                    <a:pt x="799902" y="76128"/>
                    <a:pt x="798926" y="77440"/>
                    <a:pt x="798152" y="77979"/>
                  </a:cubicBezTo>
                  <a:cubicBezTo>
                    <a:pt x="797378" y="78517"/>
                    <a:pt x="794989" y="81679"/>
                    <a:pt x="794888" y="82116"/>
                  </a:cubicBezTo>
                  <a:cubicBezTo>
                    <a:pt x="794787" y="82554"/>
                    <a:pt x="792498" y="84202"/>
                    <a:pt x="791287" y="84303"/>
                  </a:cubicBezTo>
                  <a:cubicBezTo>
                    <a:pt x="790075" y="84404"/>
                    <a:pt x="788998" y="85615"/>
                    <a:pt x="788022" y="85817"/>
                  </a:cubicBezTo>
                  <a:cubicBezTo>
                    <a:pt x="787046" y="86018"/>
                    <a:pt x="786407" y="86018"/>
                    <a:pt x="785431" y="86153"/>
                  </a:cubicBezTo>
                  <a:cubicBezTo>
                    <a:pt x="784455" y="86254"/>
                    <a:pt x="781830" y="86153"/>
                    <a:pt x="780012" y="86153"/>
                  </a:cubicBezTo>
                  <a:cubicBezTo>
                    <a:pt x="778161" y="86153"/>
                    <a:pt x="774796" y="85951"/>
                    <a:pt x="773281" y="86254"/>
                  </a:cubicBezTo>
                  <a:cubicBezTo>
                    <a:pt x="771767" y="86590"/>
                    <a:pt x="768401" y="86456"/>
                    <a:pt x="766853" y="86691"/>
                  </a:cubicBezTo>
                  <a:cubicBezTo>
                    <a:pt x="765339" y="86893"/>
                    <a:pt x="761199" y="87230"/>
                    <a:pt x="761199" y="87230"/>
                  </a:cubicBezTo>
                  <a:lnTo>
                    <a:pt x="751641" y="90257"/>
                  </a:lnTo>
                  <a:lnTo>
                    <a:pt x="750564" y="92982"/>
                  </a:lnTo>
                  <a:lnTo>
                    <a:pt x="748411" y="95707"/>
                  </a:lnTo>
                  <a:cubicBezTo>
                    <a:pt x="748411" y="95707"/>
                    <a:pt x="747435" y="96682"/>
                    <a:pt x="746896" y="96918"/>
                  </a:cubicBezTo>
                  <a:cubicBezTo>
                    <a:pt x="746358" y="97153"/>
                    <a:pt x="743733" y="96817"/>
                    <a:pt x="743295" y="96817"/>
                  </a:cubicBezTo>
                  <a:cubicBezTo>
                    <a:pt x="742858" y="96817"/>
                    <a:pt x="741343" y="96480"/>
                    <a:pt x="740367" y="96379"/>
                  </a:cubicBezTo>
                  <a:cubicBezTo>
                    <a:pt x="739391" y="96279"/>
                    <a:pt x="737641" y="95168"/>
                    <a:pt x="737641" y="94731"/>
                  </a:cubicBezTo>
                  <a:cubicBezTo>
                    <a:pt x="737641" y="94294"/>
                    <a:pt x="737204" y="94395"/>
                    <a:pt x="738617" y="93520"/>
                  </a:cubicBezTo>
                  <a:cubicBezTo>
                    <a:pt x="740031" y="92645"/>
                    <a:pt x="742084" y="91569"/>
                    <a:pt x="742084" y="91569"/>
                  </a:cubicBezTo>
                  <a:lnTo>
                    <a:pt x="745011" y="88541"/>
                  </a:lnTo>
                  <a:lnTo>
                    <a:pt x="743834" y="86624"/>
                  </a:lnTo>
                  <a:cubicBezTo>
                    <a:pt x="743834" y="86624"/>
                    <a:pt x="740569" y="86119"/>
                    <a:pt x="739593" y="86119"/>
                  </a:cubicBezTo>
                  <a:cubicBezTo>
                    <a:pt x="738617" y="86119"/>
                    <a:pt x="734713" y="86119"/>
                    <a:pt x="734713" y="86119"/>
                  </a:cubicBezTo>
                  <a:cubicBezTo>
                    <a:pt x="734713" y="86119"/>
                    <a:pt x="734377" y="87196"/>
                    <a:pt x="732223" y="85245"/>
                  </a:cubicBezTo>
                  <a:cubicBezTo>
                    <a:pt x="730035" y="83294"/>
                    <a:pt x="728622" y="81780"/>
                    <a:pt x="728184" y="81443"/>
                  </a:cubicBezTo>
                  <a:cubicBezTo>
                    <a:pt x="727747" y="81107"/>
                    <a:pt x="725357" y="79257"/>
                    <a:pt x="725357" y="79257"/>
                  </a:cubicBezTo>
                  <a:cubicBezTo>
                    <a:pt x="725357" y="79257"/>
                    <a:pt x="723742" y="77306"/>
                    <a:pt x="723170" y="76431"/>
                  </a:cubicBezTo>
                  <a:cubicBezTo>
                    <a:pt x="722631" y="75556"/>
                    <a:pt x="720881" y="72966"/>
                    <a:pt x="720881" y="72966"/>
                  </a:cubicBezTo>
                  <a:cubicBezTo>
                    <a:pt x="720881" y="72966"/>
                    <a:pt x="720780" y="70914"/>
                    <a:pt x="719131" y="70241"/>
                  </a:cubicBezTo>
                  <a:cubicBezTo>
                    <a:pt x="717516" y="69602"/>
                    <a:pt x="714689" y="67214"/>
                    <a:pt x="714251" y="67416"/>
                  </a:cubicBezTo>
                  <a:cubicBezTo>
                    <a:pt x="713814" y="67651"/>
                    <a:pt x="713040" y="67315"/>
                    <a:pt x="712299" y="68728"/>
                  </a:cubicBezTo>
                  <a:cubicBezTo>
                    <a:pt x="711525" y="70141"/>
                    <a:pt x="711222" y="70376"/>
                    <a:pt x="710886" y="71318"/>
                  </a:cubicBezTo>
                  <a:cubicBezTo>
                    <a:pt x="710549" y="72294"/>
                    <a:pt x="710112" y="74346"/>
                    <a:pt x="710112" y="74783"/>
                  </a:cubicBezTo>
                  <a:cubicBezTo>
                    <a:pt x="710112" y="75220"/>
                    <a:pt x="709237" y="76835"/>
                    <a:pt x="708698" y="77407"/>
                  </a:cubicBezTo>
                  <a:cubicBezTo>
                    <a:pt x="708160" y="77945"/>
                    <a:pt x="707722" y="78281"/>
                    <a:pt x="705333" y="77844"/>
                  </a:cubicBezTo>
                  <a:cubicBezTo>
                    <a:pt x="702943" y="77407"/>
                    <a:pt x="701092" y="76767"/>
                    <a:pt x="700756" y="76767"/>
                  </a:cubicBezTo>
                  <a:cubicBezTo>
                    <a:pt x="700419" y="76767"/>
                    <a:pt x="699914" y="76532"/>
                    <a:pt x="699914" y="76532"/>
                  </a:cubicBezTo>
                  <a:lnTo>
                    <a:pt x="693284" y="76196"/>
                  </a:lnTo>
                  <a:lnTo>
                    <a:pt x="689683" y="76397"/>
                  </a:lnTo>
                  <a:cubicBezTo>
                    <a:pt x="689683" y="76397"/>
                    <a:pt x="682077" y="80401"/>
                    <a:pt x="681640" y="80535"/>
                  </a:cubicBezTo>
                  <a:cubicBezTo>
                    <a:pt x="681202" y="80636"/>
                    <a:pt x="674135" y="80737"/>
                    <a:pt x="673697" y="81073"/>
                  </a:cubicBezTo>
                  <a:cubicBezTo>
                    <a:pt x="673260" y="81410"/>
                    <a:pt x="663803" y="83798"/>
                    <a:pt x="663803" y="83798"/>
                  </a:cubicBezTo>
                  <a:cubicBezTo>
                    <a:pt x="663803" y="83798"/>
                    <a:pt x="655322" y="83025"/>
                    <a:pt x="654885" y="82688"/>
                  </a:cubicBezTo>
                  <a:cubicBezTo>
                    <a:pt x="654447" y="82385"/>
                    <a:pt x="650880" y="81612"/>
                    <a:pt x="647918" y="81713"/>
                  </a:cubicBezTo>
                  <a:cubicBezTo>
                    <a:pt x="644990" y="81813"/>
                    <a:pt x="642601" y="82049"/>
                    <a:pt x="642601" y="82049"/>
                  </a:cubicBezTo>
                  <a:lnTo>
                    <a:pt x="640413" y="84976"/>
                  </a:lnTo>
                  <a:lnTo>
                    <a:pt x="642601" y="87162"/>
                  </a:lnTo>
                  <a:lnTo>
                    <a:pt x="644654" y="90190"/>
                  </a:lnTo>
                  <a:cubicBezTo>
                    <a:pt x="644654" y="90190"/>
                    <a:pt x="645091" y="91603"/>
                    <a:pt x="644654" y="91939"/>
                  </a:cubicBezTo>
                  <a:cubicBezTo>
                    <a:pt x="644216" y="92275"/>
                    <a:pt x="641389" y="92376"/>
                    <a:pt x="640951" y="92275"/>
                  </a:cubicBezTo>
                  <a:cubicBezTo>
                    <a:pt x="640514" y="92174"/>
                    <a:pt x="636610" y="91300"/>
                    <a:pt x="635197" y="91300"/>
                  </a:cubicBezTo>
                  <a:cubicBezTo>
                    <a:pt x="633783" y="91300"/>
                    <a:pt x="631932" y="91098"/>
                    <a:pt x="629980" y="91300"/>
                  </a:cubicBezTo>
                  <a:cubicBezTo>
                    <a:pt x="628028" y="91535"/>
                    <a:pt x="626817" y="92074"/>
                    <a:pt x="624562" y="92275"/>
                  </a:cubicBezTo>
                  <a:cubicBezTo>
                    <a:pt x="622273" y="92477"/>
                    <a:pt x="623586" y="91939"/>
                    <a:pt x="620759" y="92713"/>
                  </a:cubicBezTo>
                  <a:cubicBezTo>
                    <a:pt x="617932" y="93486"/>
                    <a:pt x="616518" y="93352"/>
                    <a:pt x="616182" y="93486"/>
                  </a:cubicBezTo>
                  <a:cubicBezTo>
                    <a:pt x="615845" y="93587"/>
                    <a:pt x="613994" y="93722"/>
                    <a:pt x="612816" y="93924"/>
                  </a:cubicBezTo>
                  <a:cubicBezTo>
                    <a:pt x="611605" y="94126"/>
                    <a:pt x="609215" y="94025"/>
                    <a:pt x="608811" y="94025"/>
                  </a:cubicBezTo>
                  <a:cubicBezTo>
                    <a:pt x="608374" y="94025"/>
                    <a:pt x="605783" y="93385"/>
                    <a:pt x="605345" y="93251"/>
                  </a:cubicBezTo>
                  <a:cubicBezTo>
                    <a:pt x="604907" y="93150"/>
                    <a:pt x="601340" y="91199"/>
                    <a:pt x="601004" y="91064"/>
                  </a:cubicBezTo>
                  <a:cubicBezTo>
                    <a:pt x="600667" y="90963"/>
                    <a:pt x="598816" y="89315"/>
                    <a:pt x="598816" y="89315"/>
                  </a:cubicBezTo>
                  <a:cubicBezTo>
                    <a:pt x="598816" y="89315"/>
                    <a:pt x="596427" y="87801"/>
                    <a:pt x="595888" y="87566"/>
                  </a:cubicBezTo>
                  <a:cubicBezTo>
                    <a:pt x="595350" y="87364"/>
                    <a:pt x="591412" y="86153"/>
                    <a:pt x="591109" y="86153"/>
                  </a:cubicBezTo>
                  <a:cubicBezTo>
                    <a:pt x="590806" y="86153"/>
                    <a:pt x="586869" y="86052"/>
                    <a:pt x="586431" y="86052"/>
                  </a:cubicBezTo>
                  <a:cubicBezTo>
                    <a:pt x="585994" y="86052"/>
                    <a:pt x="582090" y="86254"/>
                    <a:pt x="582090" y="86254"/>
                  </a:cubicBezTo>
                  <a:lnTo>
                    <a:pt x="571657" y="85817"/>
                  </a:lnTo>
                  <a:cubicBezTo>
                    <a:pt x="571657" y="85817"/>
                    <a:pt x="562301" y="85278"/>
                    <a:pt x="561998" y="85278"/>
                  </a:cubicBezTo>
                  <a:cubicBezTo>
                    <a:pt x="561661" y="85278"/>
                    <a:pt x="556950" y="84639"/>
                    <a:pt x="556512" y="84639"/>
                  </a:cubicBezTo>
                  <a:cubicBezTo>
                    <a:pt x="556075" y="84639"/>
                    <a:pt x="549512" y="82688"/>
                    <a:pt x="549512" y="82688"/>
                  </a:cubicBezTo>
                  <a:lnTo>
                    <a:pt x="549512" y="79997"/>
                  </a:lnTo>
                  <a:lnTo>
                    <a:pt x="547897" y="75658"/>
                  </a:lnTo>
                  <a:cubicBezTo>
                    <a:pt x="547897" y="75658"/>
                    <a:pt x="544531" y="73269"/>
                    <a:pt x="544195" y="73168"/>
                  </a:cubicBezTo>
                  <a:cubicBezTo>
                    <a:pt x="543858" y="73067"/>
                    <a:pt x="539954" y="72394"/>
                    <a:pt x="539954" y="72394"/>
                  </a:cubicBezTo>
                  <a:cubicBezTo>
                    <a:pt x="539954" y="72394"/>
                    <a:pt x="537329" y="71957"/>
                    <a:pt x="537026" y="71957"/>
                  </a:cubicBezTo>
                  <a:cubicBezTo>
                    <a:pt x="536690" y="71957"/>
                    <a:pt x="533762" y="71856"/>
                    <a:pt x="533324" y="71856"/>
                  </a:cubicBezTo>
                  <a:cubicBezTo>
                    <a:pt x="532887" y="71856"/>
                    <a:pt x="525180" y="71318"/>
                    <a:pt x="525180" y="71318"/>
                  </a:cubicBezTo>
                  <a:cubicBezTo>
                    <a:pt x="525180" y="71318"/>
                    <a:pt x="521814" y="69905"/>
                    <a:pt x="521377" y="69905"/>
                  </a:cubicBezTo>
                  <a:cubicBezTo>
                    <a:pt x="520939" y="69905"/>
                    <a:pt x="516160" y="68055"/>
                    <a:pt x="516160" y="68055"/>
                  </a:cubicBezTo>
                  <a:lnTo>
                    <a:pt x="514107" y="66205"/>
                  </a:lnTo>
                  <a:lnTo>
                    <a:pt x="511920" y="64792"/>
                  </a:lnTo>
                  <a:lnTo>
                    <a:pt x="510405" y="62942"/>
                  </a:lnTo>
                  <a:lnTo>
                    <a:pt x="509766" y="60217"/>
                  </a:lnTo>
                  <a:lnTo>
                    <a:pt x="508352" y="56416"/>
                  </a:lnTo>
                  <a:lnTo>
                    <a:pt x="506064" y="52715"/>
                  </a:lnTo>
                  <a:lnTo>
                    <a:pt x="506064" y="48712"/>
                  </a:lnTo>
                  <a:lnTo>
                    <a:pt x="507376" y="45684"/>
                  </a:lnTo>
                  <a:lnTo>
                    <a:pt x="507814" y="40369"/>
                  </a:lnTo>
                  <a:lnTo>
                    <a:pt x="508352" y="36030"/>
                  </a:lnTo>
                  <a:lnTo>
                    <a:pt x="507713" y="33843"/>
                  </a:lnTo>
                  <a:lnTo>
                    <a:pt x="505324" y="32094"/>
                  </a:lnTo>
                  <a:lnTo>
                    <a:pt x="500646" y="28495"/>
                  </a:lnTo>
                  <a:cubicBezTo>
                    <a:pt x="500646" y="28495"/>
                    <a:pt x="498357" y="27183"/>
                    <a:pt x="498021" y="27082"/>
                  </a:cubicBezTo>
                  <a:cubicBezTo>
                    <a:pt x="497684" y="26981"/>
                    <a:pt x="495530" y="26409"/>
                    <a:pt x="495093" y="27082"/>
                  </a:cubicBezTo>
                  <a:cubicBezTo>
                    <a:pt x="494655" y="27721"/>
                    <a:pt x="492804" y="27957"/>
                    <a:pt x="492602" y="28394"/>
                  </a:cubicBezTo>
                  <a:cubicBezTo>
                    <a:pt x="492400" y="28831"/>
                    <a:pt x="491391" y="30244"/>
                    <a:pt x="491290" y="30580"/>
                  </a:cubicBezTo>
                  <a:cubicBezTo>
                    <a:pt x="491189" y="30917"/>
                    <a:pt x="490314" y="32430"/>
                    <a:pt x="490314" y="32430"/>
                  </a:cubicBezTo>
                  <a:lnTo>
                    <a:pt x="487386" y="32767"/>
                  </a:lnTo>
                  <a:lnTo>
                    <a:pt x="482708" y="31690"/>
                  </a:lnTo>
                  <a:lnTo>
                    <a:pt x="478804" y="29066"/>
                  </a:lnTo>
                  <a:lnTo>
                    <a:pt x="476212" y="25703"/>
                  </a:lnTo>
                  <a:lnTo>
                    <a:pt x="475438" y="24626"/>
                  </a:lnTo>
                  <a:lnTo>
                    <a:pt x="472611" y="22776"/>
                  </a:lnTo>
                  <a:lnTo>
                    <a:pt x="470323" y="21027"/>
                  </a:lnTo>
                  <a:lnTo>
                    <a:pt x="466621" y="19614"/>
                  </a:lnTo>
                  <a:cubicBezTo>
                    <a:pt x="466621" y="19614"/>
                    <a:pt x="462044" y="18941"/>
                    <a:pt x="461505" y="19076"/>
                  </a:cubicBezTo>
                  <a:cubicBezTo>
                    <a:pt x="460967" y="19176"/>
                    <a:pt x="458241" y="19378"/>
                    <a:pt x="456726" y="19076"/>
                  </a:cubicBezTo>
                  <a:cubicBezTo>
                    <a:pt x="455212" y="18773"/>
                    <a:pt x="453260" y="19277"/>
                    <a:pt x="452284" y="19076"/>
                  </a:cubicBezTo>
                  <a:cubicBezTo>
                    <a:pt x="451308" y="18874"/>
                    <a:pt x="449356" y="18537"/>
                    <a:pt x="448818" y="18975"/>
                  </a:cubicBezTo>
                  <a:cubicBezTo>
                    <a:pt x="448279" y="19412"/>
                    <a:pt x="446967" y="20825"/>
                    <a:pt x="446967" y="21262"/>
                  </a:cubicBezTo>
                  <a:cubicBezTo>
                    <a:pt x="446967" y="21699"/>
                    <a:pt x="446967" y="22675"/>
                    <a:pt x="446967" y="22675"/>
                  </a:cubicBezTo>
                  <a:lnTo>
                    <a:pt x="449995" y="25265"/>
                  </a:lnTo>
                  <a:lnTo>
                    <a:pt x="450197" y="26342"/>
                  </a:lnTo>
                  <a:cubicBezTo>
                    <a:pt x="450197" y="26342"/>
                    <a:pt x="449760" y="26779"/>
                    <a:pt x="449423" y="27216"/>
                  </a:cubicBezTo>
                  <a:cubicBezTo>
                    <a:pt x="449087" y="27654"/>
                    <a:pt x="447034" y="28865"/>
                    <a:pt x="446933" y="29403"/>
                  </a:cubicBezTo>
                  <a:cubicBezTo>
                    <a:pt x="446832" y="29941"/>
                    <a:pt x="446293" y="30277"/>
                    <a:pt x="445957" y="30614"/>
                  </a:cubicBezTo>
                  <a:cubicBezTo>
                    <a:pt x="445620" y="30950"/>
                    <a:pt x="445183" y="31152"/>
                    <a:pt x="444442" y="31489"/>
                  </a:cubicBezTo>
                  <a:cubicBezTo>
                    <a:pt x="443668" y="31825"/>
                    <a:pt x="441514" y="32700"/>
                    <a:pt x="441514" y="32700"/>
                  </a:cubicBezTo>
                  <a:lnTo>
                    <a:pt x="439865" y="33137"/>
                  </a:lnTo>
                  <a:lnTo>
                    <a:pt x="438014" y="34112"/>
                  </a:lnTo>
                  <a:cubicBezTo>
                    <a:pt x="438014" y="34112"/>
                    <a:pt x="436264" y="34550"/>
                    <a:pt x="435288" y="34886"/>
                  </a:cubicBezTo>
                  <a:cubicBezTo>
                    <a:pt x="434312" y="35223"/>
                    <a:pt x="431687" y="35525"/>
                    <a:pt x="430812" y="35660"/>
                  </a:cubicBezTo>
                  <a:cubicBezTo>
                    <a:pt x="429937" y="35761"/>
                    <a:pt x="427985" y="36097"/>
                    <a:pt x="427985" y="36097"/>
                  </a:cubicBezTo>
                  <a:cubicBezTo>
                    <a:pt x="427985" y="36097"/>
                    <a:pt x="427110" y="37510"/>
                    <a:pt x="426235" y="37947"/>
                  </a:cubicBezTo>
                  <a:cubicBezTo>
                    <a:pt x="425360" y="38385"/>
                    <a:pt x="421658" y="39461"/>
                    <a:pt x="421658" y="39798"/>
                  </a:cubicBezTo>
                  <a:cubicBezTo>
                    <a:pt x="421658" y="40134"/>
                    <a:pt x="419908" y="41749"/>
                    <a:pt x="419605" y="42085"/>
                  </a:cubicBezTo>
                  <a:cubicBezTo>
                    <a:pt x="419269" y="42422"/>
                    <a:pt x="417115" y="45449"/>
                    <a:pt x="417115" y="45449"/>
                  </a:cubicBezTo>
                  <a:lnTo>
                    <a:pt x="415802" y="47736"/>
                  </a:lnTo>
                  <a:lnTo>
                    <a:pt x="413312" y="49048"/>
                  </a:lnTo>
                  <a:cubicBezTo>
                    <a:pt x="413312" y="49048"/>
                    <a:pt x="409172" y="50360"/>
                    <a:pt x="408735" y="50360"/>
                  </a:cubicBezTo>
                  <a:cubicBezTo>
                    <a:pt x="408297" y="50360"/>
                    <a:pt x="403081" y="50360"/>
                    <a:pt x="402643" y="50562"/>
                  </a:cubicBezTo>
                  <a:cubicBezTo>
                    <a:pt x="402206" y="50764"/>
                    <a:pt x="399615" y="50764"/>
                    <a:pt x="398605" y="51000"/>
                  </a:cubicBezTo>
                  <a:cubicBezTo>
                    <a:pt x="397629" y="51201"/>
                    <a:pt x="395576" y="50798"/>
                    <a:pt x="394364" y="51201"/>
                  </a:cubicBezTo>
                  <a:cubicBezTo>
                    <a:pt x="393153" y="51639"/>
                    <a:pt x="390763" y="51302"/>
                    <a:pt x="390326" y="51302"/>
                  </a:cubicBezTo>
                  <a:cubicBezTo>
                    <a:pt x="389888" y="51302"/>
                    <a:pt x="385883" y="51403"/>
                    <a:pt x="385883" y="51403"/>
                  </a:cubicBezTo>
                  <a:cubicBezTo>
                    <a:pt x="385883" y="51403"/>
                    <a:pt x="382181" y="49452"/>
                    <a:pt x="381744" y="49217"/>
                  </a:cubicBezTo>
                  <a:cubicBezTo>
                    <a:pt x="381306" y="48981"/>
                    <a:pt x="374037" y="48678"/>
                    <a:pt x="374037" y="48678"/>
                  </a:cubicBezTo>
                  <a:lnTo>
                    <a:pt x="368619" y="45853"/>
                  </a:lnTo>
                  <a:lnTo>
                    <a:pt x="368619" y="41816"/>
                  </a:lnTo>
                  <a:lnTo>
                    <a:pt x="367104" y="38889"/>
                  </a:lnTo>
                  <a:lnTo>
                    <a:pt x="364378" y="35189"/>
                  </a:lnTo>
                  <a:cubicBezTo>
                    <a:pt x="364378" y="35189"/>
                    <a:pt x="360912" y="33137"/>
                    <a:pt x="360474" y="32901"/>
                  </a:cubicBezTo>
                  <a:cubicBezTo>
                    <a:pt x="360037" y="32700"/>
                    <a:pt x="353844" y="30849"/>
                    <a:pt x="353844" y="30849"/>
                  </a:cubicBezTo>
                  <a:lnTo>
                    <a:pt x="350681" y="30513"/>
                  </a:lnTo>
                  <a:lnTo>
                    <a:pt x="345666" y="28999"/>
                  </a:lnTo>
                  <a:lnTo>
                    <a:pt x="339036" y="25837"/>
                  </a:lnTo>
                  <a:cubicBezTo>
                    <a:pt x="339036" y="25837"/>
                    <a:pt x="338834" y="24963"/>
                    <a:pt x="338397" y="24525"/>
                  </a:cubicBezTo>
                  <a:cubicBezTo>
                    <a:pt x="337959" y="24088"/>
                    <a:pt x="335233" y="21800"/>
                    <a:pt x="335233" y="21800"/>
                  </a:cubicBezTo>
                  <a:lnTo>
                    <a:pt x="332070" y="19311"/>
                  </a:lnTo>
                  <a:lnTo>
                    <a:pt x="329478" y="19513"/>
                  </a:lnTo>
                  <a:lnTo>
                    <a:pt x="328603" y="21363"/>
                  </a:lnTo>
                  <a:lnTo>
                    <a:pt x="328603" y="22675"/>
                  </a:lnTo>
                  <a:lnTo>
                    <a:pt x="329243" y="25837"/>
                  </a:lnTo>
                  <a:cubicBezTo>
                    <a:pt x="329243" y="25837"/>
                    <a:pt x="329579" y="25938"/>
                    <a:pt x="328603" y="26611"/>
                  </a:cubicBezTo>
                  <a:cubicBezTo>
                    <a:pt x="327627" y="27250"/>
                    <a:pt x="325675" y="27586"/>
                    <a:pt x="325675" y="27586"/>
                  </a:cubicBezTo>
                  <a:cubicBezTo>
                    <a:pt x="325675" y="27586"/>
                    <a:pt x="324901" y="28225"/>
                    <a:pt x="324464" y="28225"/>
                  </a:cubicBezTo>
                  <a:cubicBezTo>
                    <a:pt x="324026" y="28225"/>
                    <a:pt x="321637" y="28764"/>
                    <a:pt x="321199" y="28764"/>
                  </a:cubicBezTo>
                  <a:cubicBezTo>
                    <a:pt x="320762" y="28764"/>
                    <a:pt x="319012" y="28764"/>
                    <a:pt x="319012" y="28764"/>
                  </a:cubicBezTo>
                  <a:lnTo>
                    <a:pt x="312045" y="23550"/>
                  </a:lnTo>
                  <a:lnTo>
                    <a:pt x="309016" y="20623"/>
                  </a:lnTo>
                  <a:lnTo>
                    <a:pt x="303901" y="17259"/>
                  </a:lnTo>
                  <a:lnTo>
                    <a:pt x="299559" y="13693"/>
                  </a:lnTo>
                  <a:lnTo>
                    <a:pt x="295319" y="10430"/>
                  </a:lnTo>
                  <a:lnTo>
                    <a:pt x="291718" y="8143"/>
                  </a:lnTo>
                  <a:lnTo>
                    <a:pt x="289026" y="5317"/>
                  </a:lnTo>
                  <a:lnTo>
                    <a:pt x="288487" y="3265"/>
                  </a:lnTo>
                  <a:lnTo>
                    <a:pt x="287713" y="1583"/>
                  </a:lnTo>
                  <a:cubicBezTo>
                    <a:pt x="287713" y="1583"/>
                    <a:pt x="285324" y="977"/>
                    <a:pt x="284886" y="977"/>
                  </a:cubicBezTo>
                  <a:cubicBezTo>
                    <a:pt x="284449" y="977"/>
                    <a:pt x="282497" y="977"/>
                    <a:pt x="282497" y="977"/>
                  </a:cubicBezTo>
                  <a:cubicBezTo>
                    <a:pt x="282497" y="977"/>
                    <a:pt x="280982" y="-536"/>
                    <a:pt x="279468" y="204"/>
                  </a:cubicBezTo>
                  <a:cubicBezTo>
                    <a:pt x="277953" y="977"/>
                    <a:pt x="277617" y="843"/>
                    <a:pt x="276304" y="1078"/>
                  </a:cubicBezTo>
                  <a:cubicBezTo>
                    <a:pt x="274992" y="1280"/>
                    <a:pt x="275227" y="742"/>
                    <a:pt x="273275" y="1617"/>
                  </a:cubicBezTo>
                  <a:cubicBezTo>
                    <a:pt x="271323" y="2491"/>
                    <a:pt x="270650" y="2491"/>
                    <a:pt x="269270" y="3130"/>
                  </a:cubicBezTo>
                  <a:cubicBezTo>
                    <a:pt x="267857" y="3770"/>
                    <a:pt x="266679" y="3669"/>
                    <a:pt x="265905" y="4207"/>
                  </a:cubicBezTo>
                  <a:cubicBezTo>
                    <a:pt x="265131" y="4745"/>
                    <a:pt x="263313" y="3971"/>
                    <a:pt x="262304" y="4981"/>
                  </a:cubicBezTo>
                  <a:cubicBezTo>
                    <a:pt x="261328" y="5956"/>
                    <a:pt x="260251" y="5620"/>
                    <a:pt x="259813" y="6494"/>
                  </a:cubicBezTo>
                  <a:cubicBezTo>
                    <a:pt x="259376" y="7369"/>
                    <a:pt x="257659" y="9085"/>
                    <a:pt x="257760" y="9522"/>
                  </a:cubicBezTo>
                  <a:cubicBezTo>
                    <a:pt x="257861" y="9959"/>
                    <a:pt x="257323" y="11910"/>
                    <a:pt x="257323" y="11910"/>
                  </a:cubicBezTo>
                  <a:lnTo>
                    <a:pt x="257323" y="15712"/>
                  </a:lnTo>
                  <a:lnTo>
                    <a:pt x="258400" y="18739"/>
                  </a:lnTo>
                  <a:lnTo>
                    <a:pt x="258063" y="20926"/>
                  </a:lnTo>
                  <a:lnTo>
                    <a:pt x="257289" y="22137"/>
                  </a:lnTo>
                  <a:cubicBezTo>
                    <a:pt x="257289" y="22137"/>
                    <a:pt x="254126" y="24727"/>
                    <a:pt x="253688" y="24963"/>
                  </a:cubicBezTo>
                  <a:cubicBezTo>
                    <a:pt x="253251" y="25198"/>
                    <a:pt x="253587" y="25602"/>
                    <a:pt x="251635" y="26174"/>
                  </a:cubicBezTo>
                  <a:cubicBezTo>
                    <a:pt x="249683" y="26712"/>
                    <a:pt x="248371" y="27486"/>
                    <a:pt x="247731" y="28125"/>
                  </a:cubicBezTo>
                  <a:cubicBezTo>
                    <a:pt x="247092" y="28764"/>
                    <a:pt x="245140" y="29201"/>
                    <a:pt x="245140" y="29201"/>
                  </a:cubicBezTo>
                  <a:cubicBezTo>
                    <a:pt x="245140" y="29201"/>
                    <a:pt x="243289" y="30177"/>
                    <a:pt x="243289" y="30614"/>
                  </a:cubicBezTo>
                  <a:cubicBezTo>
                    <a:pt x="243289" y="31051"/>
                    <a:pt x="241976" y="33877"/>
                    <a:pt x="241976" y="34314"/>
                  </a:cubicBezTo>
                  <a:cubicBezTo>
                    <a:pt x="241976" y="34752"/>
                    <a:pt x="237399" y="36703"/>
                    <a:pt x="237097" y="36938"/>
                  </a:cubicBezTo>
                  <a:cubicBezTo>
                    <a:pt x="236760" y="37140"/>
                    <a:pt x="234707" y="37476"/>
                    <a:pt x="234270" y="38250"/>
                  </a:cubicBezTo>
                  <a:cubicBezTo>
                    <a:pt x="233832" y="39024"/>
                    <a:pt x="230029" y="42590"/>
                    <a:pt x="230029" y="42590"/>
                  </a:cubicBezTo>
                  <a:lnTo>
                    <a:pt x="228178" y="45180"/>
                  </a:lnTo>
                  <a:cubicBezTo>
                    <a:pt x="228178" y="45180"/>
                    <a:pt x="225149" y="48342"/>
                    <a:pt x="223837" y="48544"/>
                  </a:cubicBezTo>
                  <a:cubicBezTo>
                    <a:pt x="222524" y="48746"/>
                    <a:pt x="216231" y="48712"/>
                    <a:pt x="215894" y="48914"/>
                  </a:cubicBezTo>
                  <a:cubicBezTo>
                    <a:pt x="215558" y="49149"/>
                    <a:pt x="212966" y="49620"/>
                    <a:pt x="212529" y="49620"/>
                  </a:cubicBezTo>
                  <a:cubicBezTo>
                    <a:pt x="212091" y="49620"/>
                    <a:pt x="207750" y="49620"/>
                    <a:pt x="207750" y="49620"/>
                  </a:cubicBezTo>
                  <a:lnTo>
                    <a:pt x="203711" y="53220"/>
                  </a:lnTo>
                  <a:cubicBezTo>
                    <a:pt x="203711" y="53220"/>
                    <a:pt x="200884" y="55272"/>
                    <a:pt x="200548" y="56382"/>
                  </a:cubicBezTo>
                  <a:cubicBezTo>
                    <a:pt x="200211" y="57458"/>
                    <a:pt x="197081" y="61226"/>
                    <a:pt x="197081" y="61226"/>
                  </a:cubicBezTo>
                  <a:cubicBezTo>
                    <a:pt x="197081" y="61226"/>
                    <a:pt x="191966" y="60856"/>
                    <a:pt x="190990" y="61226"/>
                  </a:cubicBezTo>
                  <a:cubicBezTo>
                    <a:pt x="190014" y="61596"/>
                    <a:pt x="178268" y="61932"/>
                    <a:pt x="178268" y="61932"/>
                  </a:cubicBezTo>
                  <a:lnTo>
                    <a:pt x="174028" y="61831"/>
                  </a:lnTo>
                  <a:lnTo>
                    <a:pt x="170427" y="60957"/>
                  </a:lnTo>
                  <a:lnTo>
                    <a:pt x="165749" y="61831"/>
                  </a:lnTo>
                  <a:lnTo>
                    <a:pt x="162518" y="61831"/>
                  </a:lnTo>
                  <a:cubicBezTo>
                    <a:pt x="162518" y="61831"/>
                    <a:pt x="158816" y="65633"/>
                    <a:pt x="158076" y="65969"/>
                  </a:cubicBezTo>
                  <a:cubicBezTo>
                    <a:pt x="157302" y="66306"/>
                    <a:pt x="153835" y="68156"/>
                    <a:pt x="153196" y="68694"/>
                  </a:cubicBezTo>
                  <a:cubicBezTo>
                    <a:pt x="152556" y="69232"/>
                    <a:pt x="150369" y="70746"/>
                    <a:pt x="150369" y="70746"/>
                  </a:cubicBezTo>
                  <a:lnTo>
                    <a:pt x="147003" y="72260"/>
                  </a:lnTo>
                  <a:lnTo>
                    <a:pt x="141787" y="71923"/>
                  </a:lnTo>
                  <a:cubicBezTo>
                    <a:pt x="141787" y="71923"/>
                    <a:pt x="138085" y="71823"/>
                    <a:pt x="137782" y="72024"/>
                  </a:cubicBezTo>
                  <a:cubicBezTo>
                    <a:pt x="137445" y="72226"/>
                    <a:pt x="130815" y="72226"/>
                    <a:pt x="130815" y="72226"/>
                  </a:cubicBezTo>
                  <a:lnTo>
                    <a:pt x="125700" y="73303"/>
                  </a:lnTo>
                  <a:lnTo>
                    <a:pt x="120685" y="73202"/>
                  </a:lnTo>
                  <a:lnTo>
                    <a:pt x="120147" y="77676"/>
                  </a:lnTo>
                  <a:cubicBezTo>
                    <a:pt x="120147" y="77676"/>
                    <a:pt x="118229" y="78988"/>
                    <a:pt x="117926" y="79190"/>
                  </a:cubicBezTo>
                  <a:cubicBezTo>
                    <a:pt x="117589" y="79425"/>
                    <a:pt x="112978" y="82789"/>
                    <a:pt x="112978" y="82789"/>
                  </a:cubicBezTo>
                  <a:lnTo>
                    <a:pt x="112978" y="85278"/>
                  </a:lnTo>
                  <a:cubicBezTo>
                    <a:pt x="112978" y="85278"/>
                    <a:pt x="110252" y="87230"/>
                    <a:pt x="109950" y="87330"/>
                  </a:cubicBezTo>
                  <a:cubicBezTo>
                    <a:pt x="109613" y="87431"/>
                    <a:pt x="108873" y="88306"/>
                    <a:pt x="108435" y="88642"/>
                  </a:cubicBezTo>
                  <a:cubicBezTo>
                    <a:pt x="107998" y="88979"/>
                    <a:pt x="107459" y="89820"/>
                    <a:pt x="106685" y="90156"/>
                  </a:cubicBezTo>
                  <a:cubicBezTo>
                    <a:pt x="105911" y="90492"/>
                    <a:pt x="103959" y="91132"/>
                    <a:pt x="103959" y="91132"/>
                  </a:cubicBezTo>
                  <a:lnTo>
                    <a:pt x="100358" y="92511"/>
                  </a:lnTo>
                  <a:lnTo>
                    <a:pt x="95882" y="93217"/>
                  </a:lnTo>
                  <a:cubicBezTo>
                    <a:pt x="95882" y="93217"/>
                    <a:pt x="92685" y="93957"/>
                    <a:pt x="91978" y="94092"/>
                  </a:cubicBezTo>
                  <a:cubicBezTo>
                    <a:pt x="91238" y="94226"/>
                    <a:pt x="88209" y="94529"/>
                    <a:pt x="88209" y="94529"/>
                  </a:cubicBezTo>
                  <a:lnTo>
                    <a:pt x="85314" y="95101"/>
                  </a:lnTo>
                  <a:lnTo>
                    <a:pt x="82723" y="95404"/>
                  </a:lnTo>
                  <a:lnTo>
                    <a:pt x="81713" y="96413"/>
                  </a:lnTo>
                  <a:lnTo>
                    <a:pt x="82285" y="99609"/>
                  </a:lnTo>
                  <a:lnTo>
                    <a:pt x="82588" y="103814"/>
                  </a:lnTo>
                  <a:lnTo>
                    <a:pt x="84776" y="108019"/>
                  </a:lnTo>
                  <a:cubicBezTo>
                    <a:pt x="84776" y="108019"/>
                    <a:pt x="85213" y="109768"/>
                    <a:pt x="85348" y="110777"/>
                  </a:cubicBezTo>
                  <a:cubicBezTo>
                    <a:pt x="85483" y="111786"/>
                    <a:pt x="85651" y="116731"/>
                    <a:pt x="85651" y="116731"/>
                  </a:cubicBezTo>
                  <a:lnTo>
                    <a:pt x="85213" y="124973"/>
                  </a:lnTo>
                  <a:lnTo>
                    <a:pt x="81747" y="129010"/>
                  </a:lnTo>
                  <a:lnTo>
                    <a:pt x="81747" y="133921"/>
                  </a:lnTo>
                  <a:cubicBezTo>
                    <a:pt x="81747" y="133921"/>
                    <a:pt x="79862" y="135233"/>
                    <a:pt x="79559" y="135670"/>
                  </a:cubicBezTo>
                  <a:cubicBezTo>
                    <a:pt x="79257" y="136108"/>
                    <a:pt x="76665" y="137992"/>
                    <a:pt x="76531" y="138429"/>
                  </a:cubicBezTo>
                  <a:cubicBezTo>
                    <a:pt x="76396" y="138866"/>
                    <a:pt x="75016" y="141457"/>
                    <a:pt x="74848" y="141894"/>
                  </a:cubicBezTo>
                  <a:cubicBezTo>
                    <a:pt x="74713" y="142331"/>
                    <a:pt x="73030" y="144652"/>
                    <a:pt x="73030" y="145224"/>
                  </a:cubicBezTo>
                  <a:cubicBezTo>
                    <a:pt x="73030" y="145796"/>
                    <a:pt x="73030" y="147848"/>
                    <a:pt x="73030" y="147848"/>
                  </a:cubicBezTo>
                  <a:lnTo>
                    <a:pt x="73030" y="153062"/>
                  </a:lnTo>
                  <a:cubicBezTo>
                    <a:pt x="73030" y="153062"/>
                    <a:pt x="76665" y="160598"/>
                    <a:pt x="76800" y="161169"/>
                  </a:cubicBezTo>
                  <a:cubicBezTo>
                    <a:pt x="76934" y="161741"/>
                    <a:pt x="83329" y="175365"/>
                    <a:pt x="83329" y="175365"/>
                  </a:cubicBezTo>
                  <a:lnTo>
                    <a:pt x="85516" y="179268"/>
                  </a:lnTo>
                  <a:lnTo>
                    <a:pt x="86526" y="183472"/>
                  </a:lnTo>
                  <a:lnTo>
                    <a:pt x="87536" y="188687"/>
                  </a:lnTo>
                  <a:lnTo>
                    <a:pt x="88983" y="192892"/>
                  </a:lnTo>
                  <a:lnTo>
                    <a:pt x="89689" y="194641"/>
                  </a:lnTo>
                  <a:cubicBezTo>
                    <a:pt x="89689" y="194641"/>
                    <a:pt x="91271" y="197534"/>
                    <a:pt x="91877" y="198106"/>
                  </a:cubicBezTo>
                  <a:cubicBezTo>
                    <a:pt x="92449" y="198678"/>
                    <a:pt x="97968" y="204632"/>
                    <a:pt x="97968" y="204632"/>
                  </a:cubicBezTo>
                  <a:lnTo>
                    <a:pt x="99483" y="206818"/>
                  </a:lnTo>
                  <a:lnTo>
                    <a:pt x="100863" y="209577"/>
                  </a:lnTo>
                  <a:lnTo>
                    <a:pt x="100863" y="212201"/>
                  </a:lnTo>
                  <a:cubicBezTo>
                    <a:pt x="100863" y="212201"/>
                    <a:pt x="99719" y="215396"/>
                    <a:pt x="98978" y="216540"/>
                  </a:cubicBezTo>
                  <a:cubicBezTo>
                    <a:pt x="98238" y="217684"/>
                    <a:pt x="97666" y="220880"/>
                    <a:pt x="97228" y="221317"/>
                  </a:cubicBezTo>
                  <a:cubicBezTo>
                    <a:pt x="96791" y="221754"/>
                    <a:pt x="95916" y="223638"/>
                    <a:pt x="95916" y="223638"/>
                  </a:cubicBezTo>
                  <a:cubicBezTo>
                    <a:pt x="95916" y="223638"/>
                    <a:pt x="95343" y="226094"/>
                    <a:pt x="95343" y="226666"/>
                  </a:cubicBezTo>
                  <a:cubicBezTo>
                    <a:pt x="95343" y="227238"/>
                    <a:pt x="96353" y="232014"/>
                    <a:pt x="96925" y="233192"/>
                  </a:cubicBezTo>
                  <a:cubicBezTo>
                    <a:pt x="97497" y="234336"/>
                    <a:pt x="98372" y="239718"/>
                    <a:pt x="98372" y="240424"/>
                  </a:cubicBezTo>
                  <a:cubicBezTo>
                    <a:pt x="98372" y="241164"/>
                    <a:pt x="98675" y="243620"/>
                    <a:pt x="97632" y="244629"/>
                  </a:cubicBezTo>
                  <a:cubicBezTo>
                    <a:pt x="96622" y="245638"/>
                    <a:pt x="95613" y="246076"/>
                    <a:pt x="95613" y="246076"/>
                  </a:cubicBezTo>
                  <a:lnTo>
                    <a:pt x="95613" y="246950"/>
                  </a:lnTo>
                  <a:lnTo>
                    <a:pt x="95613" y="250415"/>
                  </a:lnTo>
                  <a:cubicBezTo>
                    <a:pt x="95613" y="250415"/>
                    <a:pt x="95310" y="252871"/>
                    <a:pt x="94872" y="253308"/>
                  </a:cubicBezTo>
                  <a:cubicBezTo>
                    <a:pt x="94435" y="253746"/>
                    <a:pt x="93863" y="257648"/>
                    <a:pt x="93863" y="257648"/>
                  </a:cubicBezTo>
                  <a:lnTo>
                    <a:pt x="94166" y="260541"/>
                  </a:lnTo>
                  <a:cubicBezTo>
                    <a:pt x="94166" y="260541"/>
                    <a:pt x="94603" y="262425"/>
                    <a:pt x="94166" y="262727"/>
                  </a:cubicBezTo>
                  <a:cubicBezTo>
                    <a:pt x="93728" y="263030"/>
                    <a:pt x="93425" y="265351"/>
                    <a:pt x="93425" y="265351"/>
                  </a:cubicBezTo>
                  <a:lnTo>
                    <a:pt x="93291" y="267370"/>
                  </a:lnTo>
                  <a:cubicBezTo>
                    <a:pt x="93291" y="267370"/>
                    <a:pt x="93156" y="269556"/>
                    <a:pt x="91978" y="270566"/>
                  </a:cubicBezTo>
                  <a:cubicBezTo>
                    <a:pt x="90834" y="271575"/>
                    <a:pt x="90093" y="273593"/>
                    <a:pt x="89521" y="274198"/>
                  </a:cubicBezTo>
                  <a:cubicBezTo>
                    <a:pt x="88949" y="274771"/>
                    <a:pt x="87334" y="276217"/>
                    <a:pt x="87334" y="276217"/>
                  </a:cubicBezTo>
                  <a:cubicBezTo>
                    <a:pt x="87334" y="276217"/>
                    <a:pt x="85887" y="277226"/>
                    <a:pt x="84305" y="278841"/>
                  </a:cubicBezTo>
                  <a:cubicBezTo>
                    <a:pt x="82723" y="280422"/>
                    <a:pt x="80670" y="281734"/>
                    <a:pt x="80670" y="281734"/>
                  </a:cubicBezTo>
                  <a:lnTo>
                    <a:pt x="78079" y="283483"/>
                  </a:lnTo>
                  <a:lnTo>
                    <a:pt x="75117" y="284190"/>
                  </a:lnTo>
                  <a:lnTo>
                    <a:pt x="73030" y="287654"/>
                  </a:lnTo>
                  <a:lnTo>
                    <a:pt x="73030" y="288664"/>
                  </a:lnTo>
                  <a:lnTo>
                    <a:pt x="72155" y="289975"/>
                  </a:lnTo>
                  <a:lnTo>
                    <a:pt x="70641" y="290682"/>
                  </a:lnTo>
                  <a:cubicBezTo>
                    <a:pt x="70641" y="290682"/>
                    <a:pt x="69160" y="292801"/>
                    <a:pt x="69127" y="293003"/>
                  </a:cubicBezTo>
                  <a:cubicBezTo>
                    <a:pt x="69059" y="293239"/>
                    <a:pt x="66737" y="293810"/>
                    <a:pt x="66535" y="293945"/>
                  </a:cubicBezTo>
                  <a:cubicBezTo>
                    <a:pt x="66300" y="294046"/>
                    <a:pt x="65828" y="294113"/>
                    <a:pt x="64482" y="294382"/>
                  </a:cubicBezTo>
                  <a:cubicBezTo>
                    <a:pt x="63136" y="294651"/>
                    <a:pt x="60948" y="294147"/>
                    <a:pt x="60343" y="294382"/>
                  </a:cubicBezTo>
                  <a:cubicBezTo>
                    <a:pt x="59737" y="294584"/>
                    <a:pt x="58727" y="294113"/>
                    <a:pt x="58727" y="294113"/>
                  </a:cubicBezTo>
                  <a:cubicBezTo>
                    <a:pt x="58727" y="294113"/>
                    <a:pt x="55900" y="293508"/>
                    <a:pt x="55732" y="293676"/>
                  </a:cubicBezTo>
                  <a:cubicBezTo>
                    <a:pt x="55564" y="293844"/>
                    <a:pt x="52568" y="292431"/>
                    <a:pt x="51592" y="291826"/>
                  </a:cubicBezTo>
                  <a:cubicBezTo>
                    <a:pt x="50616" y="291220"/>
                    <a:pt x="46746" y="288933"/>
                    <a:pt x="46713" y="288731"/>
                  </a:cubicBezTo>
                  <a:cubicBezTo>
                    <a:pt x="46645" y="288529"/>
                    <a:pt x="47049" y="288630"/>
                    <a:pt x="46006" y="286813"/>
                  </a:cubicBezTo>
                  <a:cubicBezTo>
                    <a:pt x="44963" y="285031"/>
                    <a:pt x="43414" y="282508"/>
                    <a:pt x="43246" y="281667"/>
                  </a:cubicBezTo>
                  <a:cubicBezTo>
                    <a:pt x="43078" y="280792"/>
                    <a:pt x="42203" y="278033"/>
                    <a:pt x="42203" y="277226"/>
                  </a:cubicBezTo>
                  <a:cubicBezTo>
                    <a:pt x="42203" y="276419"/>
                    <a:pt x="42136" y="275208"/>
                    <a:pt x="42203" y="274468"/>
                  </a:cubicBezTo>
                  <a:cubicBezTo>
                    <a:pt x="42270" y="273694"/>
                    <a:pt x="42136" y="273156"/>
                    <a:pt x="42809" y="272416"/>
                  </a:cubicBezTo>
                  <a:cubicBezTo>
                    <a:pt x="43448" y="271676"/>
                    <a:pt x="44054" y="271339"/>
                    <a:pt x="44761" y="270397"/>
                  </a:cubicBezTo>
                  <a:cubicBezTo>
                    <a:pt x="45467" y="269489"/>
                    <a:pt x="45804" y="269321"/>
                    <a:pt x="45804" y="268715"/>
                  </a:cubicBezTo>
                  <a:cubicBezTo>
                    <a:pt x="45804" y="268110"/>
                    <a:pt x="44054" y="266327"/>
                    <a:pt x="44054" y="264544"/>
                  </a:cubicBezTo>
                  <a:cubicBezTo>
                    <a:pt x="44054" y="262761"/>
                    <a:pt x="44390" y="259397"/>
                    <a:pt x="44390" y="259061"/>
                  </a:cubicBezTo>
                  <a:cubicBezTo>
                    <a:pt x="44390" y="258724"/>
                    <a:pt x="43448" y="256134"/>
                    <a:pt x="43448" y="256134"/>
                  </a:cubicBezTo>
                  <a:lnTo>
                    <a:pt x="43515" y="253510"/>
                  </a:lnTo>
                  <a:cubicBezTo>
                    <a:pt x="43515" y="253510"/>
                    <a:pt x="41934" y="250987"/>
                    <a:pt x="41698" y="250819"/>
                  </a:cubicBezTo>
                  <a:cubicBezTo>
                    <a:pt x="41496" y="250684"/>
                    <a:pt x="39679" y="248363"/>
                    <a:pt x="39376" y="248296"/>
                  </a:cubicBezTo>
                  <a:cubicBezTo>
                    <a:pt x="39073" y="248229"/>
                    <a:pt x="37289" y="249372"/>
                    <a:pt x="37054" y="249440"/>
                  </a:cubicBezTo>
                  <a:cubicBezTo>
                    <a:pt x="36818" y="249507"/>
                    <a:pt x="34664" y="251458"/>
                    <a:pt x="34361" y="251626"/>
                  </a:cubicBezTo>
                  <a:cubicBezTo>
                    <a:pt x="34058" y="251761"/>
                    <a:pt x="33419" y="252131"/>
                    <a:pt x="32914" y="252636"/>
                  </a:cubicBezTo>
                  <a:cubicBezTo>
                    <a:pt x="32409" y="253140"/>
                    <a:pt x="31905" y="253577"/>
                    <a:pt x="30727" y="253880"/>
                  </a:cubicBezTo>
                  <a:cubicBezTo>
                    <a:pt x="29582" y="254183"/>
                    <a:pt x="26890" y="252736"/>
                    <a:pt x="26890" y="252736"/>
                  </a:cubicBezTo>
                  <a:cubicBezTo>
                    <a:pt x="26890" y="252736"/>
                    <a:pt x="24635" y="253241"/>
                    <a:pt x="24366" y="253308"/>
                  </a:cubicBezTo>
                  <a:cubicBezTo>
                    <a:pt x="24063" y="253376"/>
                    <a:pt x="19351" y="253813"/>
                    <a:pt x="19351" y="253813"/>
                  </a:cubicBezTo>
                  <a:lnTo>
                    <a:pt x="16020" y="254957"/>
                  </a:lnTo>
                  <a:cubicBezTo>
                    <a:pt x="16020" y="254957"/>
                    <a:pt x="14135" y="258926"/>
                    <a:pt x="13697" y="259431"/>
                  </a:cubicBezTo>
                  <a:cubicBezTo>
                    <a:pt x="13260" y="259935"/>
                    <a:pt x="10938" y="261819"/>
                    <a:pt x="10870" y="262391"/>
                  </a:cubicBezTo>
                  <a:cubicBezTo>
                    <a:pt x="10803" y="262963"/>
                    <a:pt x="9524" y="266596"/>
                    <a:pt x="9524" y="266596"/>
                  </a:cubicBezTo>
                  <a:lnTo>
                    <a:pt x="8683" y="272685"/>
                  </a:lnTo>
                  <a:lnTo>
                    <a:pt x="8683" y="276520"/>
                  </a:lnTo>
                  <a:lnTo>
                    <a:pt x="6933" y="283315"/>
                  </a:lnTo>
                  <a:lnTo>
                    <a:pt x="6933" y="288664"/>
                  </a:lnTo>
                  <a:cubicBezTo>
                    <a:pt x="6933" y="288664"/>
                    <a:pt x="4476" y="291691"/>
                    <a:pt x="3904" y="292869"/>
                  </a:cubicBezTo>
                  <a:cubicBezTo>
                    <a:pt x="3332" y="294012"/>
                    <a:pt x="1716" y="298957"/>
                    <a:pt x="1716" y="298957"/>
                  </a:cubicBezTo>
                  <a:lnTo>
                    <a:pt x="2457" y="303028"/>
                  </a:lnTo>
                  <a:cubicBezTo>
                    <a:pt x="2457" y="303028"/>
                    <a:pt x="4207" y="308545"/>
                    <a:pt x="4779" y="309116"/>
                  </a:cubicBezTo>
                  <a:cubicBezTo>
                    <a:pt x="5351" y="309688"/>
                    <a:pt x="6361" y="314331"/>
                    <a:pt x="6361" y="314331"/>
                  </a:cubicBezTo>
                  <a:lnTo>
                    <a:pt x="8380" y="320554"/>
                  </a:lnTo>
                  <a:lnTo>
                    <a:pt x="12284" y="325196"/>
                  </a:lnTo>
                  <a:cubicBezTo>
                    <a:pt x="12284" y="325196"/>
                    <a:pt x="14471" y="327383"/>
                    <a:pt x="15481" y="327955"/>
                  </a:cubicBezTo>
                  <a:cubicBezTo>
                    <a:pt x="16491" y="328527"/>
                    <a:pt x="17366" y="328998"/>
                    <a:pt x="17366" y="328998"/>
                  </a:cubicBezTo>
                  <a:lnTo>
                    <a:pt x="19553" y="330747"/>
                  </a:lnTo>
                  <a:lnTo>
                    <a:pt x="21169" y="333371"/>
                  </a:lnTo>
                  <a:lnTo>
                    <a:pt x="21068" y="335860"/>
                  </a:lnTo>
                  <a:lnTo>
                    <a:pt x="20092" y="336835"/>
                  </a:lnTo>
                  <a:lnTo>
                    <a:pt x="15952" y="342252"/>
                  </a:lnTo>
                  <a:cubicBezTo>
                    <a:pt x="15952" y="342252"/>
                    <a:pt x="14202" y="342891"/>
                    <a:pt x="14101" y="343227"/>
                  </a:cubicBezTo>
                  <a:cubicBezTo>
                    <a:pt x="14000" y="343563"/>
                    <a:pt x="12688" y="345178"/>
                    <a:pt x="12688" y="345178"/>
                  </a:cubicBezTo>
                  <a:cubicBezTo>
                    <a:pt x="12688" y="345178"/>
                    <a:pt x="12250" y="347466"/>
                    <a:pt x="12048" y="347903"/>
                  </a:cubicBezTo>
                  <a:cubicBezTo>
                    <a:pt x="11846" y="348340"/>
                    <a:pt x="10971" y="350191"/>
                    <a:pt x="10971" y="350191"/>
                  </a:cubicBezTo>
                  <a:cubicBezTo>
                    <a:pt x="10971" y="350191"/>
                    <a:pt x="9659" y="351603"/>
                    <a:pt x="9659" y="352142"/>
                  </a:cubicBezTo>
                  <a:cubicBezTo>
                    <a:pt x="9659" y="352680"/>
                    <a:pt x="9322" y="354194"/>
                    <a:pt x="9322" y="354194"/>
                  </a:cubicBezTo>
                  <a:cubicBezTo>
                    <a:pt x="9322" y="354194"/>
                    <a:pt x="9120" y="356582"/>
                    <a:pt x="9120" y="356918"/>
                  </a:cubicBezTo>
                  <a:cubicBezTo>
                    <a:pt x="9120" y="357255"/>
                    <a:pt x="9894" y="359946"/>
                    <a:pt x="10197" y="360081"/>
                  </a:cubicBezTo>
                  <a:cubicBezTo>
                    <a:pt x="10534" y="360181"/>
                    <a:pt x="11611" y="363007"/>
                    <a:pt x="11611" y="363007"/>
                  </a:cubicBezTo>
                  <a:lnTo>
                    <a:pt x="12923" y="365631"/>
                  </a:lnTo>
                  <a:lnTo>
                    <a:pt x="12048" y="372157"/>
                  </a:lnTo>
                  <a:lnTo>
                    <a:pt x="11409" y="374983"/>
                  </a:lnTo>
                  <a:lnTo>
                    <a:pt x="10769" y="376497"/>
                  </a:lnTo>
                  <a:lnTo>
                    <a:pt x="7168" y="380836"/>
                  </a:lnTo>
                  <a:lnTo>
                    <a:pt x="6529" y="384436"/>
                  </a:lnTo>
                  <a:cubicBezTo>
                    <a:pt x="6529" y="384436"/>
                    <a:pt x="5116" y="387800"/>
                    <a:pt x="4880" y="388338"/>
                  </a:cubicBezTo>
                  <a:cubicBezTo>
                    <a:pt x="4678" y="388876"/>
                    <a:pt x="3365" y="390625"/>
                    <a:pt x="3130" y="391063"/>
                  </a:cubicBezTo>
                  <a:cubicBezTo>
                    <a:pt x="2928" y="391500"/>
                    <a:pt x="2356" y="392240"/>
                    <a:pt x="1615" y="393451"/>
                  </a:cubicBezTo>
                  <a:cubicBezTo>
                    <a:pt x="841" y="394662"/>
                    <a:pt x="0" y="396916"/>
                    <a:pt x="0" y="399002"/>
                  </a:cubicBezTo>
                  <a:cubicBezTo>
                    <a:pt x="0" y="401054"/>
                    <a:pt x="0" y="403442"/>
                    <a:pt x="0" y="403442"/>
                  </a:cubicBezTo>
                  <a:cubicBezTo>
                    <a:pt x="0" y="403442"/>
                    <a:pt x="2389" y="406705"/>
                    <a:pt x="3904" y="408017"/>
                  </a:cubicBezTo>
                  <a:cubicBezTo>
                    <a:pt x="5418" y="409329"/>
                    <a:pt x="8481" y="412592"/>
                    <a:pt x="9558" y="413567"/>
                  </a:cubicBezTo>
                  <a:cubicBezTo>
                    <a:pt x="10635" y="414543"/>
                    <a:pt x="11846" y="415956"/>
                    <a:pt x="11846" y="415956"/>
                  </a:cubicBezTo>
                  <a:cubicBezTo>
                    <a:pt x="11846" y="415956"/>
                    <a:pt x="12923" y="417571"/>
                    <a:pt x="13058" y="418681"/>
                  </a:cubicBezTo>
                  <a:cubicBezTo>
                    <a:pt x="13159" y="419757"/>
                    <a:pt x="13058" y="423996"/>
                    <a:pt x="13058" y="424433"/>
                  </a:cubicBezTo>
                  <a:cubicBezTo>
                    <a:pt x="13058" y="424871"/>
                    <a:pt x="12082" y="429311"/>
                    <a:pt x="12082" y="429311"/>
                  </a:cubicBezTo>
                  <a:lnTo>
                    <a:pt x="12520" y="433886"/>
                  </a:lnTo>
                  <a:cubicBezTo>
                    <a:pt x="12520" y="433886"/>
                    <a:pt x="12856" y="436476"/>
                    <a:pt x="12856" y="436913"/>
                  </a:cubicBezTo>
                  <a:cubicBezTo>
                    <a:pt x="12856" y="437351"/>
                    <a:pt x="13630" y="440378"/>
                    <a:pt x="13731" y="440715"/>
                  </a:cubicBezTo>
                  <a:cubicBezTo>
                    <a:pt x="13832" y="441051"/>
                    <a:pt x="15919" y="443103"/>
                    <a:pt x="16121" y="443978"/>
                  </a:cubicBezTo>
                  <a:cubicBezTo>
                    <a:pt x="16322" y="444852"/>
                    <a:pt x="18173" y="446602"/>
                    <a:pt x="20024" y="448015"/>
                  </a:cubicBezTo>
                  <a:cubicBezTo>
                    <a:pt x="21875" y="449427"/>
                    <a:pt x="24029" y="450403"/>
                    <a:pt x="24164" y="450739"/>
                  </a:cubicBezTo>
                  <a:cubicBezTo>
                    <a:pt x="24265" y="451076"/>
                    <a:pt x="26015" y="452354"/>
                    <a:pt x="26015" y="452354"/>
                  </a:cubicBezTo>
                  <a:lnTo>
                    <a:pt x="28404" y="453431"/>
                  </a:lnTo>
                  <a:lnTo>
                    <a:pt x="31669" y="455920"/>
                  </a:lnTo>
                  <a:cubicBezTo>
                    <a:pt x="31669" y="455920"/>
                    <a:pt x="33082" y="456895"/>
                    <a:pt x="33857" y="457232"/>
                  </a:cubicBezTo>
                  <a:cubicBezTo>
                    <a:pt x="34631" y="457568"/>
                    <a:pt x="36145" y="457972"/>
                    <a:pt x="37020" y="457232"/>
                  </a:cubicBezTo>
                  <a:cubicBezTo>
                    <a:pt x="37895" y="456458"/>
                    <a:pt x="38535" y="455045"/>
                    <a:pt x="38669" y="454608"/>
                  </a:cubicBezTo>
                  <a:cubicBezTo>
                    <a:pt x="38770" y="454171"/>
                    <a:pt x="39309" y="452993"/>
                    <a:pt x="39746" y="452859"/>
                  </a:cubicBezTo>
                  <a:cubicBezTo>
                    <a:pt x="40184" y="452758"/>
                    <a:pt x="40722" y="452320"/>
                    <a:pt x="40722" y="452320"/>
                  </a:cubicBezTo>
                  <a:cubicBezTo>
                    <a:pt x="40722" y="452320"/>
                    <a:pt x="44761" y="453195"/>
                    <a:pt x="45164" y="453397"/>
                  </a:cubicBezTo>
                  <a:cubicBezTo>
                    <a:pt x="45602" y="453599"/>
                    <a:pt x="47217" y="454911"/>
                    <a:pt x="48092" y="455684"/>
                  </a:cubicBezTo>
                  <a:cubicBezTo>
                    <a:pt x="48967" y="456458"/>
                    <a:pt x="49741" y="457534"/>
                    <a:pt x="51357" y="458948"/>
                  </a:cubicBezTo>
                  <a:cubicBezTo>
                    <a:pt x="52972" y="460360"/>
                    <a:pt x="55496" y="461773"/>
                    <a:pt x="55496" y="461773"/>
                  </a:cubicBezTo>
                  <a:lnTo>
                    <a:pt x="56809" y="462547"/>
                  </a:lnTo>
                  <a:cubicBezTo>
                    <a:pt x="56809" y="462547"/>
                    <a:pt x="60847" y="465474"/>
                    <a:pt x="61689" y="466012"/>
                  </a:cubicBezTo>
                  <a:cubicBezTo>
                    <a:pt x="62564" y="466550"/>
                    <a:pt x="61150" y="466113"/>
                    <a:pt x="63876" y="466651"/>
                  </a:cubicBezTo>
                  <a:cubicBezTo>
                    <a:pt x="66602" y="467189"/>
                    <a:pt x="69867" y="468602"/>
                    <a:pt x="69867" y="468602"/>
                  </a:cubicBezTo>
                  <a:cubicBezTo>
                    <a:pt x="69867" y="468602"/>
                    <a:pt x="73030" y="470015"/>
                    <a:pt x="73905" y="470553"/>
                  </a:cubicBezTo>
                  <a:cubicBezTo>
                    <a:pt x="74780" y="471091"/>
                    <a:pt x="77506" y="473581"/>
                    <a:pt x="77506" y="473581"/>
                  </a:cubicBezTo>
                  <a:lnTo>
                    <a:pt x="79257" y="476171"/>
                  </a:lnTo>
                  <a:lnTo>
                    <a:pt x="80031" y="479198"/>
                  </a:lnTo>
                  <a:lnTo>
                    <a:pt x="81781" y="482462"/>
                  </a:lnTo>
                  <a:cubicBezTo>
                    <a:pt x="81781" y="482462"/>
                    <a:pt x="82656" y="484648"/>
                    <a:pt x="82757" y="485085"/>
                  </a:cubicBezTo>
                  <a:cubicBezTo>
                    <a:pt x="82858" y="485523"/>
                    <a:pt x="84372" y="489761"/>
                    <a:pt x="84372" y="489761"/>
                  </a:cubicBezTo>
                  <a:lnTo>
                    <a:pt x="85987" y="493798"/>
                  </a:lnTo>
                  <a:lnTo>
                    <a:pt x="87939" y="495985"/>
                  </a:lnTo>
                  <a:lnTo>
                    <a:pt x="89891" y="499012"/>
                  </a:lnTo>
                  <a:lnTo>
                    <a:pt x="92180" y="503352"/>
                  </a:lnTo>
                  <a:cubicBezTo>
                    <a:pt x="92180" y="503352"/>
                    <a:pt x="92281" y="503991"/>
                    <a:pt x="93055" y="505303"/>
                  </a:cubicBezTo>
                  <a:cubicBezTo>
                    <a:pt x="93829" y="506615"/>
                    <a:pt x="96858" y="512266"/>
                    <a:pt x="97194" y="513242"/>
                  </a:cubicBezTo>
                  <a:cubicBezTo>
                    <a:pt x="97531" y="514217"/>
                    <a:pt x="97834" y="515630"/>
                    <a:pt x="98507" y="516606"/>
                  </a:cubicBezTo>
                  <a:cubicBezTo>
                    <a:pt x="99146" y="517581"/>
                    <a:pt x="101334" y="518792"/>
                    <a:pt x="101570" y="519230"/>
                  </a:cubicBezTo>
                  <a:cubicBezTo>
                    <a:pt x="101771" y="519667"/>
                    <a:pt x="102445" y="521282"/>
                    <a:pt x="102747" y="521719"/>
                  </a:cubicBezTo>
                  <a:cubicBezTo>
                    <a:pt x="103084" y="522156"/>
                    <a:pt x="108839" y="526933"/>
                    <a:pt x="108839" y="526933"/>
                  </a:cubicBezTo>
                  <a:lnTo>
                    <a:pt x="113079" y="531710"/>
                  </a:lnTo>
                  <a:lnTo>
                    <a:pt x="117858" y="535309"/>
                  </a:lnTo>
                  <a:lnTo>
                    <a:pt x="121998" y="539010"/>
                  </a:lnTo>
                  <a:lnTo>
                    <a:pt x="129402" y="544123"/>
                  </a:lnTo>
                  <a:lnTo>
                    <a:pt x="134181" y="547487"/>
                  </a:lnTo>
                  <a:lnTo>
                    <a:pt x="137445" y="551187"/>
                  </a:lnTo>
                  <a:lnTo>
                    <a:pt x="144412" y="557377"/>
                  </a:lnTo>
                  <a:lnTo>
                    <a:pt x="147878" y="560741"/>
                  </a:lnTo>
                  <a:lnTo>
                    <a:pt x="151244" y="565753"/>
                  </a:lnTo>
                  <a:lnTo>
                    <a:pt x="153431" y="570766"/>
                  </a:lnTo>
                  <a:lnTo>
                    <a:pt x="158008" y="574802"/>
                  </a:lnTo>
                  <a:lnTo>
                    <a:pt x="159085" y="575442"/>
                  </a:lnTo>
                  <a:lnTo>
                    <a:pt x="161138" y="578772"/>
                  </a:lnTo>
                  <a:lnTo>
                    <a:pt x="163090" y="579916"/>
                  </a:lnTo>
                  <a:lnTo>
                    <a:pt x="166220" y="579916"/>
                  </a:lnTo>
                  <a:lnTo>
                    <a:pt x="167095" y="580992"/>
                  </a:lnTo>
                  <a:lnTo>
                    <a:pt x="170124" y="584591"/>
                  </a:lnTo>
                  <a:lnTo>
                    <a:pt x="170360" y="586879"/>
                  </a:lnTo>
                  <a:lnTo>
                    <a:pt x="170561" y="589166"/>
                  </a:lnTo>
                  <a:cubicBezTo>
                    <a:pt x="170561" y="589166"/>
                    <a:pt x="170797" y="590478"/>
                    <a:pt x="170662" y="590916"/>
                  </a:cubicBezTo>
                  <a:cubicBezTo>
                    <a:pt x="170561" y="591353"/>
                    <a:pt x="170561" y="593842"/>
                    <a:pt x="170561" y="593842"/>
                  </a:cubicBezTo>
                  <a:lnTo>
                    <a:pt x="170561" y="596466"/>
                  </a:lnTo>
                  <a:cubicBezTo>
                    <a:pt x="170561" y="596466"/>
                    <a:pt x="170662" y="599494"/>
                    <a:pt x="170797" y="600267"/>
                  </a:cubicBezTo>
                  <a:cubicBezTo>
                    <a:pt x="170898" y="601008"/>
                    <a:pt x="171571" y="601680"/>
                    <a:pt x="171874" y="602757"/>
                  </a:cubicBezTo>
                  <a:cubicBezTo>
                    <a:pt x="172211" y="603833"/>
                    <a:pt x="172749" y="604170"/>
                    <a:pt x="172951" y="604809"/>
                  </a:cubicBezTo>
                  <a:cubicBezTo>
                    <a:pt x="173153" y="605448"/>
                    <a:pt x="174028" y="606995"/>
                    <a:pt x="174129" y="607635"/>
                  </a:cubicBezTo>
                  <a:cubicBezTo>
                    <a:pt x="174230" y="608274"/>
                    <a:pt x="174903" y="609586"/>
                    <a:pt x="175206" y="610225"/>
                  </a:cubicBezTo>
                  <a:cubicBezTo>
                    <a:pt x="175542" y="610864"/>
                    <a:pt x="176182" y="612512"/>
                    <a:pt x="176182" y="612512"/>
                  </a:cubicBezTo>
                  <a:cubicBezTo>
                    <a:pt x="176182" y="612512"/>
                    <a:pt x="176821" y="613690"/>
                    <a:pt x="177393" y="614026"/>
                  </a:cubicBezTo>
                  <a:cubicBezTo>
                    <a:pt x="177932" y="614362"/>
                    <a:pt x="177595" y="614564"/>
                    <a:pt x="178470" y="614564"/>
                  </a:cubicBezTo>
                  <a:cubicBezTo>
                    <a:pt x="179345" y="614564"/>
                    <a:pt x="180321" y="614228"/>
                    <a:pt x="180961" y="614564"/>
                  </a:cubicBezTo>
                  <a:cubicBezTo>
                    <a:pt x="181600" y="614901"/>
                    <a:pt x="183014" y="615203"/>
                    <a:pt x="183014" y="615203"/>
                  </a:cubicBezTo>
                  <a:cubicBezTo>
                    <a:pt x="183014" y="615203"/>
                    <a:pt x="184865" y="615405"/>
                    <a:pt x="185504" y="615203"/>
                  </a:cubicBezTo>
                  <a:cubicBezTo>
                    <a:pt x="186144" y="615002"/>
                    <a:pt x="187557" y="614665"/>
                    <a:pt x="187557" y="614665"/>
                  </a:cubicBezTo>
                  <a:cubicBezTo>
                    <a:pt x="187557" y="614665"/>
                    <a:pt x="187456" y="615540"/>
                    <a:pt x="188331" y="614463"/>
                  </a:cubicBezTo>
                  <a:cubicBezTo>
                    <a:pt x="189206" y="613387"/>
                    <a:pt x="188970" y="614262"/>
                    <a:pt x="189206" y="613387"/>
                  </a:cubicBezTo>
                  <a:cubicBezTo>
                    <a:pt x="189408" y="612512"/>
                    <a:pt x="189644" y="610898"/>
                    <a:pt x="189644" y="610898"/>
                  </a:cubicBezTo>
                  <a:cubicBezTo>
                    <a:pt x="189644" y="610898"/>
                    <a:pt x="189845" y="610124"/>
                    <a:pt x="189980" y="609821"/>
                  </a:cubicBezTo>
                  <a:cubicBezTo>
                    <a:pt x="190081" y="609485"/>
                    <a:pt x="190182" y="608610"/>
                    <a:pt x="190182" y="607870"/>
                  </a:cubicBezTo>
                  <a:cubicBezTo>
                    <a:pt x="190182" y="607096"/>
                    <a:pt x="190283" y="605818"/>
                    <a:pt x="190283" y="605818"/>
                  </a:cubicBezTo>
                  <a:cubicBezTo>
                    <a:pt x="190283" y="605818"/>
                    <a:pt x="191057" y="604843"/>
                    <a:pt x="191360" y="604742"/>
                  </a:cubicBezTo>
                  <a:cubicBezTo>
                    <a:pt x="191696" y="604641"/>
                    <a:pt x="191360" y="603430"/>
                    <a:pt x="191898" y="602891"/>
                  </a:cubicBezTo>
                  <a:cubicBezTo>
                    <a:pt x="192437" y="602353"/>
                    <a:pt x="193850" y="601277"/>
                    <a:pt x="193850" y="601277"/>
                  </a:cubicBezTo>
                  <a:lnTo>
                    <a:pt x="196576" y="599864"/>
                  </a:lnTo>
                  <a:lnTo>
                    <a:pt x="199168" y="598989"/>
                  </a:lnTo>
                  <a:lnTo>
                    <a:pt x="201793" y="597476"/>
                  </a:lnTo>
                  <a:lnTo>
                    <a:pt x="203644" y="596164"/>
                  </a:lnTo>
                  <a:cubicBezTo>
                    <a:pt x="203644" y="596164"/>
                    <a:pt x="204182" y="596164"/>
                    <a:pt x="205057" y="595625"/>
                  </a:cubicBezTo>
                  <a:cubicBezTo>
                    <a:pt x="205932" y="595087"/>
                    <a:pt x="206269" y="593775"/>
                    <a:pt x="206908" y="593573"/>
                  </a:cubicBezTo>
                  <a:cubicBezTo>
                    <a:pt x="207548" y="593371"/>
                    <a:pt x="208524" y="593371"/>
                    <a:pt x="208961" y="593035"/>
                  </a:cubicBezTo>
                  <a:cubicBezTo>
                    <a:pt x="209399" y="592699"/>
                    <a:pt x="209937" y="592497"/>
                    <a:pt x="210577" y="592396"/>
                  </a:cubicBezTo>
                  <a:cubicBezTo>
                    <a:pt x="211216" y="592295"/>
                    <a:pt x="212091" y="592194"/>
                    <a:pt x="212091" y="591757"/>
                  </a:cubicBezTo>
                  <a:cubicBezTo>
                    <a:pt x="212091" y="591319"/>
                    <a:pt x="212293" y="589907"/>
                    <a:pt x="212293" y="589469"/>
                  </a:cubicBezTo>
                  <a:cubicBezTo>
                    <a:pt x="212293" y="589032"/>
                    <a:pt x="212192" y="588931"/>
                    <a:pt x="212192" y="587283"/>
                  </a:cubicBezTo>
                  <a:cubicBezTo>
                    <a:pt x="212192" y="585634"/>
                    <a:pt x="212293" y="584255"/>
                    <a:pt x="212293" y="584255"/>
                  </a:cubicBezTo>
                  <a:lnTo>
                    <a:pt x="212495" y="582943"/>
                  </a:lnTo>
                  <a:lnTo>
                    <a:pt x="213033" y="581732"/>
                  </a:lnTo>
                  <a:lnTo>
                    <a:pt x="213808" y="580117"/>
                  </a:lnTo>
                  <a:cubicBezTo>
                    <a:pt x="213808" y="580117"/>
                    <a:pt x="215019" y="579243"/>
                    <a:pt x="215659" y="579142"/>
                  </a:cubicBezTo>
                  <a:cubicBezTo>
                    <a:pt x="216298" y="579041"/>
                    <a:pt x="218250" y="578267"/>
                    <a:pt x="218250" y="578267"/>
                  </a:cubicBezTo>
                  <a:lnTo>
                    <a:pt x="219462" y="578065"/>
                  </a:lnTo>
                  <a:lnTo>
                    <a:pt x="220774" y="578839"/>
                  </a:lnTo>
                  <a:cubicBezTo>
                    <a:pt x="220774" y="578839"/>
                    <a:pt x="222087" y="578637"/>
                    <a:pt x="222288" y="579075"/>
                  </a:cubicBezTo>
                  <a:cubicBezTo>
                    <a:pt x="222490" y="579512"/>
                    <a:pt x="223063" y="580689"/>
                    <a:pt x="223365" y="580925"/>
                  </a:cubicBezTo>
                  <a:cubicBezTo>
                    <a:pt x="223702" y="581160"/>
                    <a:pt x="224341" y="581564"/>
                    <a:pt x="224577" y="581900"/>
                  </a:cubicBezTo>
                  <a:cubicBezTo>
                    <a:pt x="224813" y="582237"/>
                    <a:pt x="226630" y="583852"/>
                    <a:pt x="226966" y="583952"/>
                  </a:cubicBezTo>
                  <a:cubicBezTo>
                    <a:pt x="227303" y="584053"/>
                    <a:pt x="227303" y="583515"/>
                    <a:pt x="228043" y="583078"/>
                  </a:cubicBezTo>
                  <a:cubicBezTo>
                    <a:pt x="228817" y="582640"/>
                    <a:pt x="228918" y="582977"/>
                    <a:pt x="229659" y="582001"/>
                  </a:cubicBezTo>
                  <a:cubicBezTo>
                    <a:pt x="230433" y="581026"/>
                    <a:pt x="229861" y="581463"/>
                    <a:pt x="230433" y="581026"/>
                  </a:cubicBezTo>
                  <a:cubicBezTo>
                    <a:pt x="230971" y="580588"/>
                    <a:pt x="231914" y="580218"/>
                    <a:pt x="231914" y="580218"/>
                  </a:cubicBezTo>
                  <a:lnTo>
                    <a:pt x="233596" y="579781"/>
                  </a:lnTo>
                  <a:lnTo>
                    <a:pt x="236323" y="579714"/>
                  </a:lnTo>
                  <a:lnTo>
                    <a:pt x="237837" y="580353"/>
                  </a:lnTo>
                  <a:cubicBezTo>
                    <a:pt x="237837" y="580353"/>
                    <a:pt x="239049" y="582102"/>
                    <a:pt x="239183" y="582270"/>
                  </a:cubicBezTo>
                  <a:cubicBezTo>
                    <a:pt x="239351" y="582438"/>
                    <a:pt x="241573" y="584827"/>
                    <a:pt x="241573" y="584827"/>
                  </a:cubicBezTo>
                  <a:lnTo>
                    <a:pt x="243693" y="587754"/>
                  </a:lnTo>
                  <a:lnTo>
                    <a:pt x="245645" y="590075"/>
                  </a:lnTo>
                  <a:lnTo>
                    <a:pt x="250592" y="595053"/>
                  </a:lnTo>
                  <a:lnTo>
                    <a:pt x="255337" y="597711"/>
                  </a:lnTo>
                  <a:cubicBezTo>
                    <a:pt x="255337" y="597711"/>
                    <a:pt x="259208" y="600200"/>
                    <a:pt x="259409" y="600200"/>
                  </a:cubicBezTo>
                  <a:cubicBezTo>
                    <a:pt x="259611" y="600200"/>
                    <a:pt x="261698" y="600402"/>
                    <a:pt x="262405" y="600570"/>
                  </a:cubicBezTo>
                  <a:cubicBezTo>
                    <a:pt x="263112" y="600738"/>
                    <a:pt x="266309" y="600839"/>
                    <a:pt x="266915" y="600839"/>
                  </a:cubicBezTo>
                  <a:cubicBezTo>
                    <a:pt x="267520" y="600839"/>
                    <a:pt x="270448" y="600839"/>
                    <a:pt x="270448" y="600839"/>
                  </a:cubicBezTo>
                  <a:lnTo>
                    <a:pt x="271761" y="600974"/>
                  </a:lnTo>
                  <a:lnTo>
                    <a:pt x="274083" y="602151"/>
                  </a:lnTo>
                  <a:cubicBezTo>
                    <a:pt x="274083" y="602151"/>
                    <a:pt x="274958" y="602656"/>
                    <a:pt x="275160" y="603228"/>
                  </a:cubicBezTo>
                  <a:cubicBezTo>
                    <a:pt x="275362" y="603800"/>
                    <a:pt x="276102" y="606054"/>
                    <a:pt x="276102" y="606054"/>
                  </a:cubicBezTo>
                  <a:cubicBezTo>
                    <a:pt x="276102" y="606054"/>
                    <a:pt x="276237" y="607635"/>
                    <a:pt x="276237" y="608005"/>
                  </a:cubicBezTo>
                  <a:cubicBezTo>
                    <a:pt x="276237" y="608375"/>
                    <a:pt x="275867" y="609518"/>
                    <a:pt x="275867" y="609754"/>
                  </a:cubicBezTo>
                  <a:cubicBezTo>
                    <a:pt x="275867" y="609956"/>
                    <a:pt x="275294" y="612075"/>
                    <a:pt x="275294" y="612075"/>
                  </a:cubicBezTo>
                  <a:lnTo>
                    <a:pt x="274924" y="614026"/>
                  </a:lnTo>
                  <a:cubicBezTo>
                    <a:pt x="274924" y="614026"/>
                    <a:pt x="274722" y="615977"/>
                    <a:pt x="274722" y="616616"/>
                  </a:cubicBezTo>
                  <a:cubicBezTo>
                    <a:pt x="274722" y="617256"/>
                    <a:pt x="274722" y="618803"/>
                    <a:pt x="274588" y="619139"/>
                  </a:cubicBezTo>
                  <a:cubicBezTo>
                    <a:pt x="274453" y="619509"/>
                    <a:pt x="274520" y="620956"/>
                    <a:pt x="274520" y="620956"/>
                  </a:cubicBezTo>
                  <a:cubicBezTo>
                    <a:pt x="274520" y="620956"/>
                    <a:pt x="275463" y="623075"/>
                    <a:pt x="275463" y="623479"/>
                  </a:cubicBezTo>
                  <a:cubicBezTo>
                    <a:pt x="275463" y="623916"/>
                    <a:pt x="276102" y="625430"/>
                    <a:pt x="276102" y="625430"/>
                  </a:cubicBezTo>
                  <a:lnTo>
                    <a:pt x="277482" y="630274"/>
                  </a:lnTo>
                  <a:cubicBezTo>
                    <a:pt x="277482" y="630274"/>
                    <a:pt x="277785" y="632898"/>
                    <a:pt x="277785" y="633167"/>
                  </a:cubicBezTo>
                  <a:cubicBezTo>
                    <a:pt x="277785" y="633470"/>
                    <a:pt x="278290" y="635253"/>
                    <a:pt x="278357" y="635556"/>
                  </a:cubicBezTo>
                  <a:cubicBezTo>
                    <a:pt x="278424" y="635858"/>
                    <a:pt x="280174" y="637372"/>
                    <a:pt x="280174" y="637372"/>
                  </a:cubicBezTo>
                  <a:lnTo>
                    <a:pt x="281622" y="639390"/>
                  </a:lnTo>
                  <a:cubicBezTo>
                    <a:pt x="281622" y="639390"/>
                    <a:pt x="282126" y="639761"/>
                    <a:pt x="282429" y="639895"/>
                  </a:cubicBezTo>
                  <a:cubicBezTo>
                    <a:pt x="282732" y="640030"/>
                    <a:pt x="284886" y="641207"/>
                    <a:pt x="284886" y="641207"/>
                  </a:cubicBezTo>
                  <a:lnTo>
                    <a:pt x="286973" y="642519"/>
                  </a:lnTo>
                  <a:lnTo>
                    <a:pt x="290002" y="643966"/>
                  </a:lnTo>
                  <a:lnTo>
                    <a:pt x="293905" y="646421"/>
                  </a:lnTo>
                  <a:cubicBezTo>
                    <a:pt x="293905" y="646421"/>
                    <a:pt x="297607" y="648742"/>
                    <a:pt x="297877" y="649045"/>
                  </a:cubicBezTo>
                  <a:cubicBezTo>
                    <a:pt x="298180" y="649348"/>
                    <a:pt x="302285" y="652745"/>
                    <a:pt x="302285" y="652745"/>
                  </a:cubicBezTo>
                  <a:cubicBezTo>
                    <a:pt x="302285" y="652745"/>
                    <a:pt x="303295" y="654697"/>
                    <a:pt x="303531" y="655134"/>
                  </a:cubicBezTo>
                  <a:cubicBezTo>
                    <a:pt x="303733" y="655571"/>
                    <a:pt x="305718" y="659036"/>
                    <a:pt x="306290" y="660045"/>
                  </a:cubicBezTo>
                  <a:cubicBezTo>
                    <a:pt x="306862" y="661054"/>
                    <a:pt x="310127" y="665259"/>
                    <a:pt x="310497" y="665999"/>
                  </a:cubicBezTo>
                  <a:cubicBezTo>
                    <a:pt x="310867" y="666706"/>
                    <a:pt x="312685" y="669767"/>
                    <a:pt x="312685" y="669767"/>
                  </a:cubicBezTo>
                  <a:cubicBezTo>
                    <a:pt x="312685" y="669767"/>
                    <a:pt x="314435" y="673030"/>
                    <a:pt x="314435" y="673333"/>
                  </a:cubicBezTo>
                  <a:cubicBezTo>
                    <a:pt x="314435" y="673635"/>
                    <a:pt x="314805" y="677100"/>
                    <a:pt x="314805" y="677807"/>
                  </a:cubicBezTo>
                  <a:cubicBezTo>
                    <a:pt x="314805" y="678547"/>
                    <a:pt x="314805" y="681642"/>
                    <a:pt x="314805" y="681642"/>
                  </a:cubicBezTo>
                  <a:lnTo>
                    <a:pt x="317262" y="684669"/>
                  </a:lnTo>
                  <a:cubicBezTo>
                    <a:pt x="317262" y="684669"/>
                    <a:pt x="319887" y="687125"/>
                    <a:pt x="320223" y="687630"/>
                  </a:cubicBezTo>
                  <a:cubicBezTo>
                    <a:pt x="320594" y="688134"/>
                    <a:pt x="324632" y="690825"/>
                    <a:pt x="325137" y="690893"/>
                  </a:cubicBezTo>
                  <a:cubicBezTo>
                    <a:pt x="325642" y="690960"/>
                    <a:pt x="328536" y="692709"/>
                    <a:pt x="329041" y="693079"/>
                  </a:cubicBezTo>
                  <a:cubicBezTo>
                    <a:pt x="329546" y="693449"/>
                    <a:pt x="335637" y="696275"/>
                    <a:pt x="336075" y="696981"/>
                  </a:cubicBezTo>
                  <a:cubicBezTo>
                    <a:pt x="336512" y="697722"/>
                    <a:pt x="339911" y="700816"/>
                    <a:pt x="340349" y="701254"/>
                  </a:cubicBezTo>
                  <a:cubicBezTo>
                    <a:pt x="340786" y="701691"/>
                    <a:pt x="344993" y="705257"/>
                    <a:pt x="344993" y="705257"/>
                  </a:cubicBezTo>
                  <a:cubicBezTo>
                    <a:pt x="344993" y="705257"/>
                    <a:pt x="348190" y="708015"/>
                    <a:pt x="348460" y="708015"/>
                  </a:cubicBezTo>
                  <a:cubicBezTo>
                    <a:pt x="348762" y="708015"/>
                    <a:pt x="353104" y="709765"/>
                    <a:pt x="353373" y="709765"/>
                  </a:cubicBezTo>
                  <a:cubicBezTo>
                    <a:pt x="353676" y="709765"/>
                    <a:pt x="356772" y="709394"/>
                    <a:pt x="357210" y="709765"/>
                  </a:cubicBezTo>
                  <a:cubicBezTo>
                    <a:pt x="357647" y="710135"/>
                    <a:pt x="359296" y="711211"/>
                    <a:pt x="359296" y="711211"/>
                  </a:cubicBezTo>
                  <a:cubicBezTo>
                    <a:pt x="359296" y="711211"/>
                    <a:pt x="361114" y="713398"/>
                    <a:pt x="361181" y="713667"/>
                  </a:cubicBezTo>
                  <a:cubicBezTo>
                    <a:pt x="361248" y="713970"/>
                    <a:pt x="362830" y="715921"/>
                    <a:pt x="363066" y="716560"/>
                  </a:cubicBezTo>
                  <a:cubicBezTo>
                    <a:pt x="363301" y="717199"/>
                    <a:pt x="363941" y="719688"/>
                    <a:pt x="364075" y="720462"/>
                  </a:cubicBezTo>
                  <a:cubicBezTo>
                    <a:pt x="364210" y="721269"/>
                    <a:pt x="364950" y="723927"/>
                    <a:pt x="364950" y="724230"/>
                  </a:cubicBezTo>
                  <a:cubicBezTo>
                    <a:pt x="364950" y="724532"/>
                    <a:pt x="365320" y="726113"/>
                    <a:pt x="365455" y="726483"/>
                  </a:cubicBezTo>
                  <a:cubicBezTo>
                    <a:pt x="365590" y="726853"/>
                    <a:pt x="366700" y="728435"/>
                    <a:pt x="366768" y="728636"/>
                  </a:cubicBezTo>
                  <a:cubicBezTo>
                    <a:pt x="366835" y="728872"/>
                    <a:pt x="367845" y="734860"/>
                    <a:pt x="367845" y="734860"/>
                  </a:cubicBezTo>
                  <a:cubicBezTo>
                    <a:pt x="367845" y="734860"/>
                    <a:pt x="367979" y="736441"/>
                    <a:pt x="368282" y="737114"/>
                  </a:cubicBezTo>
                  <a:cubicBezTo>
                    <a:pt x="368585" y="737753"/>
                    <a:pt x="371816" y="739199"/>
                    <a:pt x="371816" y="739435"/>
                  </a:cubicBezTo>
                  <a:cubicBezTo>
                    <a:pt x="371816" y="739637"/>
                    <a:pt x="373128" y="742900"/>
                    <a:pt x="373128" y="742900"/>
                  </a:cubicBezTo>
                  <a:cubicBezTo>
                    <a:pt x="373128" y="742900"/>
                    <a:pt x="374710" y="746869"/>
                    <a:pt x="374710" y="747475"/>
                  </a:cubicBezTo>
                  <a:cubicBezTo>
                    <a:pt x="374710" y="748047"/>
                    <a:pt x="375148" y="751242"/>
                    <a:pt x="375148" y="751679"/>
                  </a:cubicBezTo>
                  <a:cubicBezTo>
                    <a:pt x="375148" y="752117"/>
                    <a:pt x="375518" y="753866"/>
                    <a:pt x="375518" y="754135"/>
                  </a:cubicBezTo>
                  <a:cubicBezTo>
                    <a:pt x="375518" y="754404"/>
                    <a:pt x="376460" y="756221"/>
                    <a:pt x="376460" y="756725"/>
                  </a:cubicBezTo>
                  <a:cubicBezTo>
                    <a:pt x="376460" y="757230"/>
                    <a:pt x="377100" y="758609"/>
                    <a:pt x="377403" y="759114"/>
                  </a:cubicBezTo>
                  <a:cubicBezTo>
                    <a:pt x="377705" y="759619"/>
                    <a:pt x="379287" y="762074"/>
                    <a:pt x="379422" y="762377"/>
                  </a:cubicBezTo>
                  <a:cubicBezTo>
                    <a:pt x="379556" y="762680"/>
                    <a:pt x="380229" y="764059"/>
                    <a:pt x="380566" y="764194"/>
                  </a:cubicBezTo>
                  <a:cubicBezTo>
                    <a:pt x="380936" y="764328"/>
                    <a:pt x="383595" y="766010"/>
                    <a:pt x="383965" y="766077"/>
                  </a:cubicBezTo>
                  <a:cubicBezTo>
                    <a:pt x="384335" y="766144"/>
                    <a:pt x="384975" y="765707"/>
                    <a:pt x="385850" y="766077"/>
                  </a:cubicBezTo>
                  <a:cubicBezTo>
                    <a:pt x="386725" y="766447"/>
                    <a:pt x="387869" y="766077"/>
                    <a:pt x="388475" y="766077"/>
                  </a:cubicBezTo>
                  <a:cubicBezTo>
                    <a:pt x="389047" y="766077"/>
                    <a:pt x="389283" y="765640"/>
                    <a:pt x="389989" y="765640"/>
                  </a:cubicBezTo>
                  <a:cubicBezTo>
                    <a:pt x="390696" y="765640"/>
                    <a:pt x="390932" y="765135"/>
                    <a:pt x="391504" y="765135"/>
                  </a:cubicBezTo>
                  <a:cubicBezTo>
                    <a:pt x="392076" y="765135"/>
                    <a:pt x="392446" y="764833"/>
                    <a:pt x="393186" y="764833"/>
                  </a:cubicBezTo>
                  <a:cubicBezTo>
                    <a:pt x="393893" y="764833"/>
                    <a:pt x="394768" y="764530"/>
                    <a:pt x="395273" y="764631"/>
                  </a:cubicBezTo>
                  <a:cubicBezTo>
                    <a:pt x="395778" y="764698"/>
                    <a:pt x="396417" y="765001"/>
                    <a:pt x="396855" y="765001"/>
                  </a:cubicBezTo>
                  <a:cubicBezTo>
                    <a:pt x="397292" y="765001"/>
                    <a:pt x="397090" y="765068"/>
                    <a:pt x="398100" y="764934"/>
                  </a:cubicBezTo>
                  <a:cubicBezTo>
                    <a:pt x="399110" y="764799"/>
                    <a:pt x="399547" y="764732"/>
                    <a:pt x="400490" y="764362"/>
                  </a:cubicBezTo>
                  <a:cubicBezTo>
                    <a:pt x="401432" y="763992"/>
                    <a:pt x="401869" y="763487"/>
                    <a:pt x="402576" y="763218"/>
                  </a:cubicBezTo>
                  <a:cubicBezTo>
                    <a:pt x="403317" y="762949"/>
                    <a:pt x="403014" y="762579"/>
                    <a:pt x="403889" y="762343"/>
                  </a:cubicBezTo>
                  <a:cubicBezTo>
                    <a:pt x="404764" y="762142"/>
                    <a:pt x="404023" y="761704"/>
                    <a:pt x="405773" y="761536"/>
                  </a:cubicBezTo>
                  <a:cubicBezTo>
                    <a:pt x="407523" y="761401"/>
                    <a:pt x="408903" y="760729"/>
                    <a:pt x="409475" y="760729"/>
                  </a:cubicBezTo>
                  <a:cubicBezTo>
                    <a:pt x="410047" y="760729"/>
                    <a:pt x="414692" y="760594"/>
                    <a:pt x="414692" y="760594"/>
                  </a:cubicBezTo>
                  <a:cubicBezTo>
                    <a:pt x="414692" y="760594"/>
                    <a:pt x="415870" y="760460"/>
                    <a:pt x="417014" y="760527"/>
                  </a:cubicBezTo>
                  <a:cubicBezTo>
                    <a:pt x="418158" y="760594"/>
                    <a:pt x="421086" y="760594"/>
                    <a:pt x="421288" y="760661"/>
                  </a:cubicBezTo>
                  <a:cubicBezTo>
                    <a:pt x="421490" y="760729"/>
                    <a:pt x="427077" y="764194"/>
                    <a:pt x="427077" y="764194"/>
                  </a:cubicBezTo>
                  <a:cubicBezTo>
                    <a:pt x="427077" y="764194"/>
                    <a:pt x="428894" y="764126"/>
                    <a:pt x="429163" y="764126"/>
                  </a:cubicBezTo>
                  <a:cubicBezTo>
                    <a:pt x="429466" y="764126"/>
                    <a:pt x="432865" y="766279"/>
                    <a:pt x="433067" y="766245"/>
                  </a:cubicBezTo>
                  <a:cubicBezTo>
                    <a:pt x="433269" y="766245"/>
                    <a:pt x="434885" y="768331"/>
                    <a:pt x="434885" y="768331"/>
                  </a:cubicBezTo>
                  <a:cubicBezTo>
                    <a:pt x="434885" y="768331"/>
                    <a:pt x="435760" y="769845"/>
                    <a:pt x="435961" y="770013"/>
                  </a:cubicBezTo>
                  <a:cubicBezTo>
                    <a:pt x="436163" y="770148"/>
                    <a:pt x="436601" y="771527"/>
                    <a:pt x="436601" y="771527"/>
                  </a:cubicBezTo>
                  <a:lnTo>
                    <a:pt x="437173" y="773041"/>
                  </a:lnTo>
                  <a:cubicBezTo>
                    <a:pt x="437173" y="773041"/>
                    <a:pt x="437308" y="773747"/>
                    <a:pt x="437308" y="774353"/>
                  </a:cubicBezTo>
                  <a:cubicBezTo>
                    <a:pt x="437308" y="774925"/>
                    <a:pt x="437510" y="776371"/>
                    <a:pt x="437812" y="776808"/>
                  </a:cubicBezTo>
                  <a:cubicBezTo>
                    <a:pt x="438115" y="777246"/>
                    <a:pt x="439394" y="780206"/>
                    <a:pt x="439394" y="780206"/>
                  </a:cubicBezTo>
                  <a:lnTo>
                    <a:pt x="440034" y="783974"/>
                  </a:lnTo>
                  <a:lnTo>
                    <a:pt x="440303" y="789188"/>
                  </a:lnTo>
                  <a:lnTo>
                    <a:pt x="439832" y="792653"/>
                  </a:lnTo>
                  <a:lnTo>
                    <a:pt x="439832" y="798069"/>
                  </a:lnTo>
                  <a:lnTo>
                    <a:pt x="440269" y="805671"/>
                  </a:lnTo>
                  <a:lnTo>
                    <a:pt x="441043" y="812096"/>
                  </a:lnTo>
                  <a:lnTo>
                    <a:pt x="441279" y="815359"/>
                  </a:lnTo>
                  <a:lnTo>
                    <a:pt x="444207" y="821011"/>
                  </a:lnTo>
                  <a:lnTo>
                    <a:pt x="445957" y="821885"/>
                  </a:lnTo>
                  <a:lnTo>
                    <a:pt x="447471" y="824375"/>
                  </a:lnTo>
                  <a:cubicBezTo>
                    <a:pt x="447471" y="824375"/>
                    <a:pt x="449524" y="828176"/>
                    <a:pt x="450096" y="828714"/>
                  </a:cubicBezTo>
                  <a:cubicBezTo>
                    <a:pt x="450635" y="829252"/>
                    <a:pt x="454101" y="830665"/>
                    <a:pt x="454539" y="830901"/>
                  </a:cubicBezTo>
                  <a:cubicBezTo>
                    <a:pt x="454976" y="831103"/>
                    <a:pt x="456390" y="832650"/>
                    <a:pt x="456592" y="833390"/>
                  </a:cubicBezTo>
                  <a:cubicBezTo>
                    <a:pt x="456794" y="834164"/>
                    <a:pt x="456794" y="836216"/>
                    <a:pt x="456794" y="836216"/>
                  </a:cubicBezTo>
                  <a:lnTo>
                    <a:pt x="457231" y="838604"/>
                  </a:lnTo>
                  <a:cubicBezTo>
                    <a:pt x="457231" y="838604"/>
                    <a:pt x="461909" y="839916"/>
                    <a:pt x="463222" y="841094"/>
                  </a:cubicBezTo>
                  <a:cubicBezTo>
                    <a:pt x="464534" y="842271"/>
                    <a:pt x="467227" y="843482"/>
                    <a:pt x="467227" y="843482"/>
                  </a:cubicBezTo>
                  <a:cubicBezTo>
                    <a:pt x="467227" y="843482"/>
                    <a:pt x="468102" y="842944"/>
                    <a:pt x="468539" y="843482"/>
                  </a:cubicBezTo>
                  <a:cubicBezTo>
                    <a:pt x="468977" y="844020"/>
                    <a:pt x="469414" y="844794"/>
                    <a:pt x="469852" y="845870"/>
                  </a:cubicBezTo>
                  <a:cubicBezTo>
                    <a:pt x="470289" y="846947"/>
                    <a:pt x="471265" y="849470"/>
                    <a:pt x="471265" y="849470"/>
                  </a:cubicBezTo>
                  <a:lnTo>
                    <a:pt x="476482" y="855323"/>
                  </a:lnTo>
                  <a:cubicBezTo>
                    <a:pt x="476482" y="855323"/>
                    <a:pt x="479645" y="859663"/>
                    <a:pt x="480285" y="860436"/>
                  </a:cubicBezTo>
                  <a:cubicBezTo>
                    <a:pt x="480924" y="861210"/>
                    <a:pt x="482472" y="863599"/>
                    <a:pt x="483448" y="864036"/>
                  </a:cubicBezTo>
                  <a:cubicBezTo>
                    <a:pt x="484424" y="864473"/>
                    <a:pt x="486275" y="865247"/>
                    <a:pt x="487891" y="865247"/>
                  </a:cubicBezTo>
                  <a:cubicBezTo>
                    <a:pt x="489506" y="865247"/>
                    <a:pt x="490617" y="864709"/>
                    <a:pt x="491256" y="865247"/>
                  </a:cubicBezTo>
                  <a:cubicBezTo>
                    <a:pt x="491895" y="865785"/>
                    <a:pt x="496371" y="867534"/>
                    <a:pt x="496371" y="867534"/>
                  </a:cubicBezTo>
                  <a:cubicBezTo>
                    <a:pt x="496371" y="867534"/>
                    <a:pt x="498424" y="867198"/>
                    <a:pt x="498996" y="866996"/>
                  </a:cubicBezTo>
                  <a:cubicBezTo>
                    <a:pt x="499535" y="866794"/>
                    <a:pt x="498996" y="866458"/>
                    <a:pt x="500073" y="866021"/>
                  </a:cubicBezTo>
                  <a:cubicBezTo>
                    <a:pt x="501150" y="865583"/>
                    <a:pt x="501386" y="865583"/>
                    <a:pt x="501824" y="865381"/>
                  </a:cubicBezTo>
                  <a:cubicBezTo>
                    <a:pt x="502261" y="865146"/>
                    <a:pt x="503237" y="864170"/>
                    <a:pt x="503237" y="864170"/>
                  </a:cubicBezTo>
                  <a:lnTo>
                    <a:pt x="504011" y="863397"/>
                  </a:lnTo>
                  <a:lnTo>
                    <a:pt x="505761" y="862085"/>
                  </a:lnTo>
                  <a:cubicBezTo>
                    <a:pt x="505761" y="862085"/>
                    <a:pt x="506737" y="861311"/>
                    <a:pt x="506838" y="861042"/>
                  </a:cubicBezTo>
                  <a:cubicBezTo>
                    <a:pt x="506939" y="860773"/>
                    <a:pt x="507545" y="860235"/>
                    <a:pt x="508083" y="860235"/>
                  </a:cubicBezTo>
                  <a:cubicBezTo>
                    <a:pt x="508622" y="860235"/>
                    <a:pt x="510540" y="860066"/>
                    <a:pt x="510843" y="859999"/>
                  </a:cubicBezTo>
                  <a:cubicBezTo>
                    <a:pt x="511179" y="859932"/>
                    <a:pt x="513232" y="859932"/>
                    <a:pt x="513434" y="859932"/>
                  </a:cubicBezTo>
                  <a:cubicBezTo>
                    <a:pt x="513670" y="859932"/>
                    <a:pt x="515218" y="860033"/>
                    <a:pt x="515386" y="860033"/>
                  </a:cubicBezTo>
                  <a:cubicBezTo>
                    <a:pt x="515555" y="860033"/>
                    <a:pt x="516194" y="860369"/>
                    <a:pt x="516362" y="860504"/>
                  </a:cubicBezTo>
                  <a:cubicBezTo>
                    <a:pt x="516531" y="860672"/>
                    <a:pt x="517170" y="861412"/>
                    <a:pt x="517506" y="861479"/>
                  </a:cubicBezTo>
                  <a:cubicBezTo>
                    <a:pt x="517843" y="861547"/>
                    <a:pt x="518550" y="862522"/>
                    <a:pt x="518718" y="862623"/>
                  </a:cubicBezTo>
                  <a:cubicBezTo>
                    <a:pt x="518886" y="862724"/>
                    <a:pt x="519761" y="863767"/>
                    <a:pt x="519930" y="864036"/>
                  </a:cubicBezTo>
                  <a:cubicBezTo>
                    <a:pt x="520098" y="864305"/>
                    <a:pt x="520704" y="865516"/>
                    <a:pt x="520704" y="865516"/>
                  </a:cubicBezTo>
                  <a:cubicBezTo>
                    <a:pt x="520704" y="865516"/>
                    <a:pt x="520872" y="867198"/>
                    <a:pt x="520872" y="867467"/>
                  </a:cubicBezTo>
                  <a:cubicBezTo>
                    <a:pt x="520872" y="867736"/>
                    <a:pt x="520805" y="868880"/>
                    <a:pt x="520805" y="868880"/>
                  </a:cubicBezTo>
                  <a:cubicBezTo>
                    <a:pt x="520805" y="868880"/>
                    <a:pt x="520468" y="870024"/>
                    <a:pt x="520434" y="870192"/>
                  </a:cubicBezTo>
                  <a:cubicBezTo>
                    <a:pt x="520367" y="870360"/>
                    <a:pt x="519660" y="871538"/>
                    <a:pt x="519660" y="871538"/>
                  </a:cubicBezTo>
                  <a:lnTo>
                    <a:pt x="518718" y="873152"/>
                  </a:lnTo>
                  <a:lnTo>
                    <a:pt x="517675" y="874195"/>
                  </a:lnTo>
                  <a:lnTo>
                    <a:pt x="517136" y="875103"/>
                  </a:lnTo>
                  <a:lnTo>
                    <a:pt x="512997" y="877660"/>
                  </a:lnTo>
                  <a:lnTo>
                    <a:pt x="511516" y="879510"/>
                  </a:lnTo>
                  <a:lnTo>
                    <a:pt x="510977" y="879947"/>
                  </a:lnTo>
                  <a:lnTo>
                    <a:pt x="510271" y="881360"/>
                  </a:lnTo>
                  <a:lnTo>
                    <a:pt x="509934" y="882605"/>
                  </a:lnTo>
                  <a:cubicBezTo>
                    <a:pt x="509934" y="882605"/>
                    <a:pt x="509564" y="884085"/>
                    <a:pt x="509564" y="884287"/>
                  </a:cubicBezTo>
                  <a:cubicBezTo>
                    <a:pt x="509564" y="884522"/>
                    <a:pt x="509396" y="885700"/>
                    <a:pt x="509396" y="886238"/>
                  </a:cubicBezTo>
                  <a:cubicBezTo>
                    <a:pt x="509396" y="886776"/>
                    <a:pt x="509396" y="888425"/>
                    <a:pt x="509396" y="888425"/>
                  </a:cubicBezTo>
                  <a:lnTo>
                    <a:pt x="509396" y="890174"/>
                  </a:lnTo>
                  <a:lnTo>
                    <a:pt x="509497" y="892899"/>
                  </a:lnTo>
                  <a:cubicBezTo>
                    <a:pt x="509497" y="892899"/>
                    <a:pt x="510574" y="894850"/>
                    <a:pt x="510708" y="895018"/>
                  </a:cubicBezTo>
                  <a:cubicBezTo>
                    <a:pt x="510809" y="895186"/>
                    <a:pt x="511617" y="896330"/>
                    <a:pt x="511785" y="896599"/>
                  </a:cubicBezTo>
                  <a:cubicBezTo>
                    <a:pt x="511954" y="896868"/>
                    <a:pt x="512593" y="898012"/>
                    <a:pt x="512997" y="898079"/>
                  </a:cubicBezTo>
                  <a:cubicBezTo>
                    <a:pt x="513367" y="898147"/>
                    <a:pt x="515016" y="898853"/>
                    <a:pt x="515555" y="899324"/>
                  </a:cubicBezTo>
                  <a:cubicBezTo>
                    <a:pt x="516093" y="899829"/>
                    <a:pt x="517305" y="900569"/>
                    <a:pt x="517742" y="900804"/>
                  </a:cubicBezTo>
                  <a:cubicBezTo>
                    <a:pt x="518180" y="901006"/>
                    <a:pt x="519189" y="901241"/>
                    <a:pt x="519425" y="901410"/>
                  </a:cubicBezTo>
                  <a:cubicBezTo>
                    <a:pt x="519660" y="901578"/>
                    <a:pt x="520838" y="902049"/>
                    <a:pt x="521040" y="902183"/>
                  </a:cubicBezTo>
                  <a:cubicBezTo>
                    <a:pt x="521242" y="902352"/>
                    <a:pt x="523261" y="903260"/>
                    <a:pt x="523598" y="903260"/>
                  </a:cubicBezTo>
                  <a:cubicBezTo>
                    <a:pt x="523935" y="903260"/>
                    <a:pt x="525920" y="903260"/>
                    <a:pt x="525920" y="903260"/>
                  </a:cubicBezTo>
                  <a:lnTo>
                    <a:pt x="528209" y="903260"/>
                  </a:lnTo>
                  <a:lnTo>
                    <a:pt x="529387" y="903260"/>
                  </a:lnTo>
                  <a:cubicBezTo>
                    <a:pt x="529387" y="903260"/>
                    <a:pt x="532752" y="903596"/>
                    <a:pt x="532920" y="903596"/>
                  </a:cubicBezTo>
                  <a:cubicBezTo>
                    <a:pt x="533089" y="903596"/>
                    <a:pt x="534401" y="903529"/>
                    <a:pt x="534771" y="903865"/>
                  </a:cubicBezTo>
                  <a:cubicBezTo>
                    <a:pt x="535142" y="904202"/>
                    <a:pt x="536353" y="904773"/>
                    <a:pt x="536353" y="904773"/>
                  </a:cubicBezTo>
                  <a:lnTo>
                    <a:pt x="539618" y="904134"/>
                  </a:lnTo>
                  <a:cubicBezTo>
                    <a:pt x="539618" y="904134"/>
                    <a:pt x="540930" y="904269"/>
                    <a:pt x="541368" y="904269"/>
                  </a:cubicBezTo>
                  <a:cubicBezTo>
                    <a:pt x="541805" y="904269"/>
                    <a:pt x="542613" y="904639"/>
                    <a:pt x="543252" y="904773"/>
                  </a:cubicBezTo>
                  <a:cubicBezTo>
                    <a:pt x="543892" y="904908"/>
                    <a:pt x="545574" y="906287"/>
                    <a:pt x="545642" y="906590"/>
                  </a:cubicBezTo>
                  <a:cubicBezTo>
                    <a:pt x="545709" y="906893"/>
                    <a:pt x="546349" y="908844"/>
                    <a:pt x="546651" y="909113"/>
                  </a:cubicBezTo>
                  <a:cubicBezTo>
                    <a:pt x="546954" y="909416"/>
                    <a:pt x="547291" y="910425"/>
                    <a:pt x="547224" y="910997"/>
                  </a:cubicBezTo>
                  <a:cubicBezTo>
                    <a:pt x="547156" y="911569"/>
                    <a:pt x="546214" y="914327"/>
                    <a:pt x="547022" y="914899"/>
                  </a:cubicBezTo>
                  <a:cubicBezTo>
                    <a:pt x="547829" y="915471"/>
                    <a:pt x="548974" y="916783"/>
                    <a:pt x="549411" y="916985"/>
                  </a:cubicBezTo>
                  <a:cubicBezTo>
                    <a:pt x="549849" y="917187"/>
                    <a:pt x="552743" y="916480"/>
                    <a:pt x="553820" y="916346"/>
                  </a:cubicBezTo>
                  <a:cubicBezTo>
                    <a:pt x="554897" y="916211"/>
                    <a:pt x="556411" y="915404"/>
                    <a:pt x="557017" y="915034"/>
                  </a:cubicBezTo>
                  <a:cubicBezTo>
                    <a:pt x="557589" y="914664"/>
                    <a:pt x="557454" y="914529"/>
                    <a:pt x="558094" y="913890"/>
                  </a:cubicBezTo>
                  <a:cubicBezTo>
                    <a:pt x="558733" y="913251"/>
                    <a:pt x="560180" y="912645"/>
                    <a:pt x="560180" y="912645"/>
                  </a:cubicBezTo>
                  <a:lnTo>
                    <a:pt x="561190" y="910627"/>
                  </a:lnTo>
                  <a:lnTo>
                    <a:pt x="561628" y="909618"/>
                  </a:lnTo>
                  <a:lnTo>
                    <a:pt x="564017" y="910122"/>
                  </a:lnTo>
                  <a:cubicBezTo>
                    <a:pt x="564017" y="910122"/>
                    <a:pt x="564488" y="910930"/>
                    <a:pt x="564724" y="911199"/>
                  </a:cubicBezTo>
                  <a:cubicBezTo>
                    <a:pt x="564926" y="911501"/>
                    <a:pt x="565060" y="914092"/>
                    <a:pt x="565060" y="914092"/>
                  </a:cubicBezTo>
                  <a:lnTo>
                    <a:pt x="565060" y="916278"/>
                  </a:lnTo>
                  <a:cubicBezTo>
                    <a:pt x="565060" y="916278"/>
                    <a:pt x="566003" y="918599"/>
                    <a:pt x="566003" y="919037"/>
                  </a:cubicBezTo>
                  <a:cubicBezTo>
                    <a:pt x="566003" y="919474"/>
                    <a:pt x="566137" y="922804"/>
                    <a:pt x="566137" y="923073"/>
                  </a:cubicBezTo>
                  <a:cubicBezTo>
                    <a:pt x="566137" y="923376"/>
                    <a:pt x="566272" y="924587"/>
                    <a:pt x="566272" y="924587"/>
                  </a:cubicBezTo>
                  <a:cubicBezTo>
                    <a:pt x="566272" y="924587"/>
                    <a:pt x="567147" y="927346"/>
                    <a:pt x="567080" y="928153"/>
                  </a:cubicBezTo>
                  <a:cubicBezTo>
                    <a:pt x="567012" y="928960"/>
                    <a:pt x="567383" y="931618"/>
                    <a:pt x="567887" y="931853"/>
                  </a:cubicBezTo>
                  <a:cubicBezTo>
                    <a:pt x="568392" y="932055"/>
                    <a:pt x="569637" y="934477"/>
                    <a:pt x="570344" y="934814"/>
                  </a:cubicBezTo>
                  <a:cubicBezTo>
                    <a:pt x="571085" y="935184"/>
                    <a:pt x="572027" y="935890"/>
                    <a:pt x="572229" y="935957"/>
                  </a:cubicBezTo>
                  <a:cubicBezTo>
                    <a:pt x="572431" y="936025"/>
                    <a:pt x="575493" y="939422"/>
                    <a:pt x="575493" y="939422"/>
                  </a:cubicBezTo>
                  <a:cubicBezTo>
                    <a:pt x="575493" y="939422"/>
                    <a:pt x="577513" y="941878"/>
                    <a:pt x="577816" y="942618"/>
                  </a:cubicBezTo>
                  <a:cubicBezTo>
                    <a:pt x="578118" y="943325"/>
                    <a:pt x="578522" y="947092"/>
                    <a:pt x="578522" y="947092"/>
                  </a:cubicBezTo>
                  <a:lnTo>
                    <a:pt x="579027" y="950860"/>
                  </a:lnTo>
                  <a:cubicBezTo>
                    <a:pt x="579027" y="950860"/>
                    <a:pt x="578960" y="951297"/>
                    <a:pt x="578960" y="953618"/>
                  </a:cubicBezTo>
                  <a:cubicBezTo>
                    <a:pt x="578960" y="955939"/>
                    <a:pt x="578960" y="959707"/>
                    <a:pt x="578960" y="959707"/>
                  </a:cubicBezTo>
                  <a:lnTo>
                    <a:pt x="579700" y="962466"/>
                  </a:lnTo>
                  <a:cubicBezTo>
                    <a:pt x="579700" y="962466"/>
                    <a:pt x="580272" y="963340"/>
                    <a:pt x="580441" y="964484"/>
                  </a:cubicBezTo>
                  <a:cubicBezTo>
                    <a:pt x="580575" y="965628"/>
                    <a:pt x="580306" y="968823"/>
                    <a:pt x="582325" y="969395"/>
                  </a:cubicBezTo>
                  <a:cubicBezTo>
                    <a:pt x="584345" y="969967"/>
                    <a:pt x="586801" y="969160"/>
                    <a:pt x="586801" y="969160"/>
                  </a:cubicBezTo>
                  <a:lnTo>
                    <a:pt x="589292" y="967108"/>
                  </a:lnTo>
                  <a:lnTo>
                    <a:pt x="589999" y="964181"/>
                  </a:lnTo>
                  <a:cubicBezTo>
                    <a:pt x="589999" y="964181"/>
                    <a:pt x="591143" y="960649"/>
                    <a:pt x="591244" y="960380"/>
                  </a:cubicBezTo>
                  <a:cubicBezTo>
                    <a:pt x="591345" y="960111"/>
                    <a:pt x="591614" y="957991"/>
                    <a:pt x="591614" y="957991"/>
                  </a:cubicBezTo>
                  <a:lnTo>
                    <a:pt x="591984" y="956579"/>
                  </a:lnTo>
                  <a:lnTo>
                    <a:pt x="592523" y="954728"/>
                  </a:lnTo>
                  <a:lnTo>
                    <a:pt x="593431" y="952979"/>
                  </a:lnTo>
                  <a:lnTo>
                    <a:pt x="593801" y="951667"/>
                  </a:lnTo>
                  <a:cubicBezTo>
                    <a:pt x="593801" y="951667"/>
                    <a:pt x="594138" y="950961"/>
                    <a:pt x="594239" y="950792"/>
                  </a:cubicBezTo>
                  <a:cubicBezTo>
                    <a:pt x="594340" y="950624"/>
                    <a:pt x="595753" y="948068"/>
                    <a:pt x="595753" y="948068"/>
                  </a:cubicBezTo>
                  <a:lnTo>
                    <a:pt x="596830" y="946554"/>
                  </a:lnTo>
                  <a:lnTo>
                    <a:pt x="598715" y="944603"/>
                  </a:lnTo>
                  <a:cubicBezTo>
                    <a:pt x="598715" y="944603"/>
                    <a:pt x="599489" y="943526"/>
                    <a:pt x="599624" y="943459"/>
                  </a:cubicBezTo>
                  <a:cubicBezTo>
                    <a:pt x="599792" y="943392"/>
                    <a:pt x="600162" y="942584"/>
                    <a:pt x="600330" y="942517"/>
                  </a:cubicBezTo>
                  <a:cubicBezTo>
                    <a:pt x="600499" y="942450"/>
                    <a:pt x="601306" y="941205"/>
                    <a:pt x="601306" y="941205"/>
                  </a:cubicBezTo>
                  <a:cubicBezTo>
                    <a:pt x="601306" y="941205"/>
                    <a:pt x="602552" y="940162"/>
                    <a:pt x="602720" y="940129"/>
                  </a:cubicBezTo>
                  <a:cubicBezTo>
                    <a:pt x="602888" y="940061"/>
                    <a:pt x="603797" y="939591"/>
                    <a:pt x="604032" y="939591"/>
                  </a:cubicBezTo>
                  <a:cubicBezTo>
                    <a:pt x="604234" y="939591"/>
                    <a:pt x="605076" y="939658"/>
                    <a:pt x="605278" y="939658"/>
                  </a:cubicBezTo>
                  <a:cubicBezTo>
                    <a:pt x="605480" y="939658"/>
                    <a:pt x="605648" y="939557"/>
                    <a:pt x="606186" y="940095"/>
                  </a:cubicBezTo>
                  <a:cubicBezTo>
                    <a:pt x="606725" y="940633"/>
                    <a:pt x="606994" y="940869"/>
                    <a:pt x="607095" y="942046"/>
                  </a:cubicBezTo>
                  <a:cubicBezTo>
                    <a:pt x="607196" y="943224"/>
                    <a:pt x="607533" y="945915"/>
                    <a:pt x="607533" y="945915"/>
                  </a:cubicBezTo>
                  <a:lnTo>
                    <a:pt x="607600" y="947496"/>
                  </a:lnTo>
                  <a:lnTo>
                    <a:pt x="607499" y="950422"/>
                  </a:lnTo>
                  <a:lnTo>
                    <a:pt x="607297" y="952172"/>
                  </a:lnTo>
                  <a:lnTo>
                    <a:pt x="606657" y="954661"/>
                  </a:lnTo>
                  <a:lnTo>
                    <a:pt x="606557" y="955973"/>
                  </a:lnTo>
                  <a:lnTo>
                    <a:pt x="606052" y="957285"/>
                  </a:lnTo>
                  <a:cubicBezTo>
                    <a:pt x="606052" y="957285"/>
                    <a:pt x="605850" y="958429"/>
                    <a:pt x="605850" y="958631"/>
                  </a:cubicBezTo>
                  <a:cubicBezTo>
                    <a:pt x="605850" y="958832"/>
                    <a:pt x="605379" y="959976"/>
                    <a:pt x="605379" y="959976"/>
                  </a:cubicBezTo>
                  <a:lnTo>
                    <a:pt x="604975" y="961860"/>
                  </a:lnTo>
                  <a:lnTo>
                    <a:pt x="604975" y="963172"/>
                  </a:lnTo>
                  <a:lnTo>
                    <a:pt x="605244" y="963777"/>
                  </a:lnTo>
                  <a:cubicBezTo>
                    <a:pt x="605244" y="963777"/>
                    <a:pt x="605345" y="965257"/>
                    <a:pt x="605581" y="965358"/>
                  </a:cubicBezTo>
                  <a:cubicBezTo>
                    <a:pt x="605783" y="965459"/>
                    <a:pt x="606220" y="966704"/>
                    <a:pt x="606456" y="966939"/>
                  </a:cubicBezTo>
                  <a:cubicBezTo>
                    <a:pt x="606691" y="967141"/>
                    <a:pt x="608408" y="968722"/>
                    <a:pt x="609451" y="968891"/>
                  </a:cubicBezTo>
                  <a:cubicBezTo>
                    <a:pt x="610494" y="969059"/>
                    <a:pt x="613254" y="969294"/>
                    <a:pt x="613254" y="969294"/>
                  </a:cubicBezTo>
                  <a:lnTo>
                    <a:pt x="614566" y="969294"/>
                  </a:lnTo>
                  <a:lnTo>
                    <a:pt x="618369" y="970169"/>
                  </a:lnTo>
                  <a:lnTo>
                    <a:pt x="619446" y="972894"/>
                  </a:lnTo>
                  <a:lnTo>
                    <a:pt x="619345" y="975282"/>
                  </a:lnTo>
                  <a:cubicBezTo>
                    <a:pt x="619345" y="975282"/>
                    <a:pt x="620220" y="976359"/>
                    <a:pt x="620658" y="976594"/>
                  </a:cubicBezTo>
                  <a:cubicBezTo>
                    <a:pt x="621095" y="976830"/>
                    <a:pt x="622509" y="976392"/>
                    <a:pt x="622946" y="976594"/>
                  </a:cubicBezTo>
                  <a:cubicBezTo>
                    <a:pt x="623384" y="976830"/>
                    <a:pt x="624595" y="977031"/>
                    <a:pt x="625235" y="976056"/>
                  </a:cubicBezTo>
                  <a:cubicBezTo>
                    <a:pt x="625874" y="975080"/>
                    <a:pt x="630451" y="973768"/>
                    <a:pt x="630451" y="973768"/>
                  </a:cubicBezTo>
                  <a:lnTo>
                    <a:pt x="632942" y="970842"/>
                  </a:lnTo>
                  <a:lnTo>
                    <a:pt x="634894" y="968453"/>
                  </a:lnTo>
                  <a:lnTo>
                    <a:pt x="638697" y="965728"/>
                  </a:lnTo>
                  <a:lnTo>
                    <a:pt x="639572" y="963239"/>
                  </a:lnTo>
                  <a:lnTo>
                    <a:pt x="640649" y="961725"/>
                  </a:lnTo>
                  <a:lnTo>
                    <a:pt x="641288" y="960413"/>
                  </a:lnTo>
                  <a:lnTo>
                    <a:pt x="643139" y="959001"/>
                  </a:lnTo>
                  <a:cubicBezTo>
                    <a:pt x="643139" y="959001"/>
                    <a:pt x="643577" y="959102"/>
                    <a:pt x="643913" y="959001"/>
                  </a:cubicBezTo>
                  <a:cubicBezTo>
                    <a:pt x="644250" y="958900"/>
                    <a:pt x="646841" y="958361"/>
                    <a:pt x="646841" y="958361"/>
                  </a:cubicBezTo>
                  <a:cubicBezTo>
                    <a:pt x="646841" y="958361"/>
                    <a:pt x="649029" y="958025"/>
                    <a:pt x="649668" y="958025"/>
                  </a:cubicBezTo>
                  <a:cubicBezTo>
                    <a:pt x="650307" y="958025"/>
                    <a:pt x="651957" y="958462"/>
                    <a:pt x="651957" y="958462"/>
                  </a:cubicBezTo>
                  <a:lnTo>
                    <a:pt x="652832" y="959976"/>
                  </a:lnTo>
                  <a:cubicBezTo>
                    <a:pt x="652832" y="959976"/>
                    <a:pt x="652731" y="962163"/>
                    <a:pt x="652832" y="962466"/>
                  </a:cubicBezTo>
                  <a:cubicBezTo>
                    <a:pt x="652933" y="962802"/>
                    <a:pt x="653168" y="963239"/>
                    <a:pt x="653606" y="963441"/>
                  </a:cubicBezTo>
                  <a:cubicBezTo>
                    <a:pt x="654043" y="963677"/>
                    <a:pt x="656197" y="963677"/>
                    <a:pt x="656971" y="963677"/>
                  </a:cubicBezTo>
                  <a:cubicBezTo>
                    <a:pt x="657745" y="963677"/>
                    <a:pt x="658620" y="962903"/>
                    <a:pt x="658620" y="962903"/>
                  </a:cubicBezTo>
                  <a:lnTo>
                    <a:pt x="659159" y="962264"/>
                  </a:lnTo>
                  <a:lnTo>
                    <a:pt x="661447" y="963340"/>
                  </a:lnTo>
                  <a:cubicBezTo>
                    <a:pt x="661447" y="963340"/>
                    <a:pt x="661986" y="964652"/>
                    <a:pt x="662221" y="964955"/>
                  </a:cubicBezTo>
                  <a:cubicBezTo>
                    <a:pt x="662423" y="965291"/>
                    <a:pt x="662423" y="965728"/>
                    <a:pt x="662760" y="966569"/>
                  </a:cubicBezTo>
                  <a:cubicBezTo>
                    <a:pt x="663096" y="967444"/>
                    <a:pt x="666226" y="968958"/>
                    <a:pt x="666226" y="968958"/>
                  </a:cubicBezTo>
                  <a:lnTo>
                    <a:pt x="667976" y="970034"/>
                  </a:lnTo>
                  <a:lnTo>
                    <a:pt x="671005" y="972187"/>
                  </a:lnTo>
                  <a:lnTo>
                    <a:pt x="674606" y="973499"/>
                  </a:lnTo>
                  <a:lnTo>
                    <a:pt x="678746" y="977200"/>
                  </a:lnTo>
                  <a:lnTo>
                    <a:pt x="680597" y="979487"/>
                  </a:lnTo>
                  <a:lnTo>
                    <a:pt x="682986" y="983389"/>
                  </a:lnTo>
                  <a:lnTo>
                    <a:pt x="686688" y="987628"/>
                  </a:lnTo>
                  <a:cubicBezTo>
                    <a:pt x="686688" y="987628"/>
                    <a:pt x="688304" y="991227"/>
                    <a:pt x="688640" y="991530"/>
                  </a:cubicBezTo>
                  <a:cubicBezTo>
                    <a:pt x="688977" y="991867"/>
                    <a:pt x="690929" y="994120"/>
                    <a:pt x="690929" y="994120"/>
                  </a:cubicBezTo>
                  <a:lnTo>
                    <a:pt x="691568" y="996072"/>
                  </a:lnTo>
                  <a:cubicBezTo>
                    <a:pt x="691568" y="996072"/>
                    <a:pt x="692881" y="996980"/>
                    <a:pt x="693217" y="997316"/>
                  </a:cubicBezTo>
                  <a:cubicBezTo>
                    <a:pt x="693554" y="997652"/>
                    <a:pt x="695506" y="998796"/>
                    <a:pt x="695506" y="998796"/>
                  </a:cubicBezTo>
                  <a:lnTo>
                    <a:pt x="696381" y="998796"/>
                  </a:lnTo>
                  <a:cubicBezTo>
                    <a:pt x="696381" y="998796"/>
                    <a:pt x="698434" y="999671"/>
                    <a:pt x="699107" y="999671"/>
                  </a:cubicBezTo>
                  <a:cubicBezTo>
                    <a:pt x="699746" y="999671"/>
                    <a:pt x="702573" y="998964"/>
                    <a:pt x="703011" y="999402"/>
                  </a:cubicBezTo>
                  <a:cubicBezTo>
                    <a:pt x="703448" y="999839"/>
                    <a:pt x="705501" y="1000546"/>
                    <a:pt x="705501" y="1000546"/>
                  </a:cubicBezTo>
                  <a:lnTo>
                    <a:pt x="708530" y="1000546"/>
                  </a:lnTo>
                  <a:cubicBezTo>
                    <a:pt x="708530" y="1000546"/>
                    <a:pt x="709943" y="999772"/>
                    <a:pt x="710919" y="1000209"/>
                  </a:cubicBezTo>
                  <a:cubicBezTo>
                    <a:pt x="711895" y="1000646"/>
                    <a:pt x="714386" y="1000546"/>
                    <a:pt x="715160" y="1000546"/>
                  </a:cubicBezTo>
                  <a:cubicBezTo>
                    <a:pt x="715934" y="1000546"/>
                    <a:pt x="718963" y="1000546"/>
                    <a:pt x="718963" y="1000546"/>
                  </a:cubicBezTo>
                  <a:lnTo>
                    <a:pt x="720578" y="1001757"/>
                  </a:lnTo>
                  <a:lnTo>
                    <a:pt x="723069" y="1002396"/>
                  </a:lnTo>
                  <a:cubicBezTo>
                    <a:pt x="723069" y="1002396"/>
                    <a:pt x="725896" y="1003472"/>
                    <a:pt x="726434" y="1003607"/>
                  </a:cubicBezTo>
                  <a:cubicBezTo>
                    <a:pt x="726973" y="1003708"/>
                    <a:pt x="728184" y="1003169"/>
                    <a:pt x="728487" y="1003607"/>
                  </a:cubicBezTo>
                  <a:cubicBezTo>
                    <a:pt x="728824" y="1004044"/>
                    <a:pt x="729699" y="1004380"/>
                    <a:pt x="730002" y="1004818"/>
                  </a:cubicBezTo>
                  <a:cubicBezTo>
                    <a:pt x="730338" y="1005255"/>
                    <a:pt x="730776" y="1005457"/>
                    <a:pt x="731415" y="1006332"/>
                  </a:cubicBezTo>
                  <a:cubicBezTo>
                    <a:pt x="732054" y="1007206"/>
                    <a:pt x="732728" y="1008081"/>
                    <a:pt x="733266" y="1008518"/>
                  </a:cubicBezTo>
                  <a:cubicBezTo>
                    <a:pt x="733805" y="1008956"/>
                    <a:pt x="735454" y="1010570"/>
                    <a:pt x="735756" y="1010906"/>
                  </a:cubicBezTo>
                  <a:cubicBezTo>
                    <a:pt x="736093" y="1011243"/>
                    <a:pt x="737809" y="1012521"/>
                    <a:pt x="737809" y="1012521"/>
                  </a:cubicBezTo>
                  <a:lnTo>
                    <a:pt x="741612" y="1014472"/>
                  </a:lnTo>
                  <a:lnTo>
                    <a:pt x="748444" y="1014472"/>
                  </a:lnTo>
                  <a:lnTo>
                    <a:pt x="751709" y="1013160"/>
                  </a:lnTo>
                  <a:lnTo>
                    <a:pt x="755512" y="1009797"/>
                  </a:lnTo>
                  <a:lnTo>
                    <a:pt x="758339" y="1006332"/>
                  </a:lnTo>
                  <a:lnTo>
                    <a:pt x="760964" y="1004414"/>
                  </a:lnTo>
                  <a:lnTo>
                    <a:pt x="763555" y="1002295"/>
                  </a:lnTo>
                  <a:lnTo>
                    <a:pt x="765844" y="1002295"/>
                  </a:lnTo>
                  <a:lnTo>
                    <a:pt x="769209" y="1003506"/>
                  </a:lnTo>
                  <a:cubicBezTo>
                    <a:pt x="769209" y="1003506"/>
                    <a:pt x="773450" y="1005558"/>
                    <a:pt x="773786" y="1005692"/>
                  </a:cubicBezTo>
                  <a:cubicBezTo>
                    <a:pt x="774123" y="1005793"/>
                    <a:pt x="776277" y="1007543"/>
                    <a:pt x="776277" y="1007543"/>
                  </a:cubicBezTo>
                  <a:lnTo>
                    <a:pt x="777690" y="1009830"/>
                  </a:lnTo>
                  <a:lnTo>
                    <a:pt x="781156" y="1012320"/>
                  </a:lnTo>
                  <a:cubicBezTo>
                    <a:pt x="781156" y="1012320"/>
                    <a:pt x="783445" y="1013396"/>
                    <a:pt x="784320" y="1013968"/>
                  </a:cubicBezTo>
                  <a:cubicBezTo>
                    <a:pt x="785195" y="1014506"/>
                    <a:pt x="787786" y="1015111"/>
                    <a:pt x="788224" y="1015313"/>
                  </a:cubicBezTo>
                  <a:cubicBezTo>
                    <a:pt x="788661" y="1015549"/>
                    <a:pt x="789873" y="1016255"/>
                    <a:pt x="791152" y="1016255"/>
                  </a:cubicBezTo>
                  <a:cubicBezTo>
                    <a:pt x="792464" y="1016255"/>
                    <a:pt x="795392" y="1016255"/>
                    <a:pt x="795392" y="1016255"/>
                  </a:cubicBezTo>
                  <a:cubicBezTo>
                    <a:pt x="795392" y="1016255"/>
                    <a:pt x="797243" y="1016592"/>
                    <a:pt x="797883" y="1016255"/>
                  </a:cubicBezTo>
                  <a:cubicBezTo>
                    <a:pt x="798522" y="1015919"/>
                    <a:pt x="800474" y="1015717"/>
                    <a:pt x="801484" y="1015482"/>
                  </a:cubicBezTo>
                  <a:cubicBezTo>
                    <a:pt x="802460" y="1015246"/>
                    <a:pt x="804748" y="1015044"/>
                    <a:pt x="804748" y="1015044"/>
                  </a:cubicBezTo>
                  <a:lnTo>
                    <a:pt x="806599" y="1014708"/>
                  </a:lnTo>
                  <a:lnTo>
                    <a:pt x="810200" y="1013530"/>
                  </a:lnTo>
                  <a:cubicBezTo>
                    <a:pt x="810200" y="1013530"/>
                    <a:pt x="811715" y="1011781"/>
                    <a:pt x="812152" y="1011344"/>
                  </a:cubicBezTo>
                  <a:cubicBezTo>
                    <a:pt x="812590" y="1010906"/>
                    <a:pt x="814340" y="1008316"/>
                    <a:pt x="814340" y="1008316"/>
                  </a:cubicBezTo>
                  <a:lnTo>
                    <a:pt x="816628" y="1005053"/>
                  </a:lnTo>
                  <a:lnTo>
                    <a:pt x="819994" y="1003842"/>
                  </a:lnTo>
                  <a:cubicBezTo>
                    <a:pt x="819994" y="1003842"/>
                    <a:pt x="822181" y="1002867"/>
                    <a:pt x="822619" y="1002867"/>
                  </a:cubicBezTo>
                  <a:cubicBezTo>
                    <a:pt x="823056" y="1002867"/>
                    <a:pt x="828273" y="1001992"/>
                    <a:pt x="828273" y="1001992"/>
                  </a:cubicBezTo>
                  <a:lnTo>
                    <a:pt x="833052" y="1001117"/>
                  </a:lnTo>
                  <a:lnTo>
                    <a:pt x="839480" y="1002194"/>
                  </a:lnTo>
                  <a:lnTo>
                    <a:pt x="842744" y="1001319"/>
                  </a:lnTo>
                  <a:lnTo>
                    <a:pt x="849273" y="1000007"/>
                  </a:lnTo>
                  <a:cubicBezTo>
                    <a:pt x="849273" y="1000007"/>
                    <a:pt x="852538" y="1001319"/>
                    <a:pt x="853076" y="1001757"/>
                  </a:cubicBezTo>
                  <a:cubicBezTo>
                    <a:pt x="853615" y="1002194"/>
                    <a:pt x="856778" y="1004683"/>
                    <a:pt x="856778" y="1004683"/>
                  </a:cubicBezTo>
                  <a:cubicBezTo>
                    <a:pt x="856778" y="1004683"/>
                    <a:pt x="858394" y="1006870"/>
                    <a:pt x="858966" y="1007307"/>
                  </a:cubicBezTo>
                  <a:cubicBezTo>
                    <a:pt x="859504" y="1007744"/>
                    <a:pt x="861995" y="1014136"/>
                    <a:pt x="861995" y="1014136"/>
                  </a:cubicBezTo>
                  <a:lnTo>
                    <a:pt x="862870" y="1016356"/>
                  </a:lnTo>
                  <a:lnTo>
                    <a:pt x="862971" y="1023387"/>
                  </a:lnTo>
                  <a:lnTo>
                    <a:pt x="862634" y="1027390"/>
                  </a:lnTo>
                  <a:cubicBezTo>
                    <a:pt x="862634" y="1027390"/>
                    <a:pt x="861322" y="1035632"/>
                    <a:pt x="860783" y="1036069"/>
                  </a:cubicBezTo>
                  <a:cubicBezTo>
                    <a:pt x="860245" y="1036506"/>
                    <a:pt x="858394" y="1037583"/>
                    <a:pt x="858394" y="1038020"/>
                  </a:cubicBezTo>
                  <a:cubicBezTo>
                    <a:pt x="858394" y="1038457"/>
                    <a:pt x="856475" y="1043268"/>
                    <a:pt x="856475" y="1043268"/>
                  </a:cubicBezTo>
                  <a:lnTo>
                    <a:pt x="853581" y="1048785"/>
                  </a:lnTo>
                  <a:lnTo>
                    <a:pt x="851259" y="1050971"/>
                  </a:lnTo>
                  <a:lnTo>
                    <a:pt x="848129" y="1059650"/>
                  </a:lnTo>
                  <a:lnTo>
                    <a:pt x="846749" y="1064730"/>
                  </a:lnTo>
                  <a:lnTo>
                    <a:pt x="846749" y="1074418"/>
                  </a:lnTo>
                  <a:cubicBezTo>
                    <a:pt x="846749" y="1074418"/>
                    <a:pt x="848062" y="1079330"/>
                    <a:pt x="848062" y="1079935"/>
                  </a:cubicBezTo>
                  <a:cubicBezTo>
                    <a:pt x="848062" y="1080507"/>
                    <a:pt x="850822" y="1085284"/>
                    <a:pt x="850956" y="1085721"/>
                  </a:cubicBezTo>
                  <a:cubicBezTo>
                    <a:pt x="851091" y="1086158"/>
                    <a:pt x="853413" y="1090498"/>
                    <a:pt x="853985" y="1091373"/>
                  </a:cubicBezTo>
                  <a:cubicBezTo>
                    <a:pt x="854557" y="1092247"/>
                    <a:pt x="857754" y="1096721"/>
                    <a:pt x="858327" y="1096889"/>
                  </a:cubicBezTo>
                  <a:cubicBezTo>
                    <a:pt x="858899" y="1097024"/>
                    <a:pt x="863105" y="1098639"/>
                    <a:pt x="863846" y="1099076"/>
                  </a:cubicBezTo>
                  <a:cubicBezTo>
                    <a:pt x="864586" y="1099513"/>
                    <a:pt x="866033" y="1098067"/>
                    <a:pt x="867750" y="1098201"/>
                  </a:cubicBezTo>
                  <a:cubicBezTo>
                    <a:pt x="869500" y="1098336"/>
                    <a:pt x="871519" y="1097192"/>
                    <a:pt x="872529" y="1096183"/>
                  </a:cubicBezTo>
                  <a:cubicBezTo>
                    <a:pt x="873538" y="1095174"/>
                    <a:pt x="875558" y="1093155"/>
                    <a:pt x="875558" y="1093155"/>
                  </a:cubicBezTo>
                  <a:cubicBezTo>
                    <a:pt x="875558" y="1093155"/>
                    <a:pt x="878149" y="1090128"/>
                    <a:pt x="878452" y="1089691"/>
                  </a:cubicBezTo>
                  <a:cubicBezTo>
                    <a:pt x="878755" y="1089253"/>
                    <a:pt x="881212" y="1085048"/>
                    <a:pt x="881212" y="1085048"/>
                  </a:cubicBezTo>
                  <a:cubicBezTo>
                    <a:pt x="881212" y="1085048"/>
                    <a:pt x="881514" y="1082021"/>
                    <a:pt x="881514" y="1081415"/>
                  </a:cubicBezTo>
                  <a:cubicBezTo>
                    <a:pt x="881514" y="1080843"/>
                    <a:pt x="881514" y="1074452"/>
                    <a:pt x="881514" y="1074452"/>
                  </a:cubicBezTo>
                  <a:cubicBezTo>
                    <a:pt x="881514" y="1074452"/>
                    <a:pt x="881380" y="1069810"/>
                    <a:pt x="881514" y="1069238"/>
                  </a:cubicBezTo>
                  <a:cubicBezTo>
                    <a:pt x="881649" y="1068666"/>
                    <a:pt x="882524" y="1063586"/>
                    <a:pt x="882524" y="1063586"/>
                  </a:cubicBezTo>
                  <a:cubicBezTo>
                    <a:pt x="882524" y="1063586"/>
                    <a:pt x="883837" y="1057632"/>
                    <a:pt x="884106" y="1057195"/>
                  </a:cubicBezTo>
                  <a:cubicBezTo>
                    <a:pt x="884375" y="1056757"/>
                    <a:pt x="887000" y="1053562"/>
                    <a:pt x="887000" y="1053562"/>
                  </a:cubicBezTo>
                  <a:lnTo>
                    <a:pt x="891645" y="1049929"/>
                  </a:lnTo>
                  <a:lnTo>
                    <a:pt x="894101" y="1047170"/>
                  </a:lnTo>
                  <a:lnTo>
                    <a:pt x="896558" y="1044109"/>
                  </a:lnTo>
                  <a:lnTo>
                    <a:pt x="898880" y="1042090"/>
                  </a:lnTo>
                  <a:lnTo>
                    <a:pt x="901909" y="1038760"/>
                  </a:lnTo>
                  <a:lnTo>
                    <a:pt x="906553" y="1036305"/>
                  </a:lnTo>
                  <a:lnTo>
                    <a:pt x="913958" y="1031090"/>
                  </a:lnTo>
                  <a:lnTo>
                    <a:pt x="917424" y="1028500"/>
                  </a:lnTo>
                  <a:cubicBezTo>
                    <a:pt x="917424" y="1028500"/>
                    <a:pt x="921059" y="1026044"/>
                    <a:pt x="921496" y="1025742"/>
                  </a:cubicBezTo>
                  <a:cubicBezTo>
                    <a:pt x="921934" y="1025439"/>
                    <a:pt x="925400" y="1022411"/>
                    <a:pt x="925838" y="1022411"/>
                  </a:cubicBezTo>
                  <a:cubicBezTo>
                    <a:pt x="926275" y="1022411"/>
                    <a:pt x="930616" y="1020090"/>
                    <a:pt x="930616" y="1020090"/>
                  </a:cubicBezTo>
                  <a:lnTo>
                    <a:pt x="934083" y="1016188"/>
                  </a:lnTo>
                  <a:lnTo>
                    <a:pt x="937112" y="1014170"/>
                  </a:lnTo>
                  <a:lnTo>
                    <a:pt x="940881" y="1012286"/>
                  </a:lnTo>
                  <a:lnTo>
                    <a:pt x="942900" y="1011848"/>
                  </a:lnTo>
                  <a:lnTo>
                    <a:pt x="946367" y="1010537"/>
                  </a:lnTo>
                  <a:lnTo>
                    <a:pt x="950708" y="1010099"/>
                  </a:lnTo>
                  <a:lnTo>
                    <a:pt x="955622" y="1009797"/>
                  </a:lnTo>
                  <a:lnTo>
                    <a:pt x="960973" y="1008922"/>
                  </a:lnTo>
                  <a:lnTo>
                    <a:pt x="966761" y="1009225"/>
                  </a:lnTo>
                  <a:lnTo>
                    <a:pt x="975007" y="1011680"/>
                  </a:lnTo>
                  <a:cubicBezTo>
                    <a:pt x="975007" y="1011680"/>
                    <a:pt x="979517" y="1013867"/>
                    <a:pt x="980089" y="1013867"/>
                  </a:cubicBezTo>
                  <a:cubicBezTo>
                    <a:pt x="980661" y="1013867"/>
                    <a:pt x="984430" y="1014741"/>
                    <a:pt x="985002" y="1014741"/>
                  </a:cubicBezTo>
                  <a:cubicBezTo>
                    <a:pt x="985574" y="1014741"/>
                    <a:pt x="989074" y="1015044"/>
                    <a:pt x="989074" y="1015044"/>
                  </a:cubicBezTo>
                  <a:lnTo>
                    <a:pt x="994729" y="1015347"/>
                  </a:lnTo>
                  <a:cubicBezTo>
                    <a:pt x="994729" y="1015347"/>
                    <a:pt x="997926" y="1016053"/>
                    <a:pt x="998363" y="1016222"/>
                  </a:cubicBezTo>
                  <a:cubicBezTo>
                    <a:pt x="998801" y="1016356"/>
                    <a:pt x="1000382" y="1017231"/>
                    <a:pt x="1000820" y="1017668"/>
                  </a:cubicBezTo>
                  <a:cubicBezTo>
                    <a:pt x="1001257" y="1018105"/>
                    <a:pt x="1003849" y="1020696"/>
                    <a:pt x="1003849" y="1020696"/>
                  </a:cubicBezTo>
                  <a:lnTo>
                    <a:pt x="1007181" y="1024161"/>
                  </a:lnTo>
                  <a:cubicBezTo>
                    <a:pt x="1007181" y="1024161"/>
                    <a:pt x="1007753" y="1026044"/>
                    <a:pt x="1008190" y="1026179"/>
                  </a:cubicBezTo>
                  <a:cubicBezTo>
                    <a:pt x="1008628" y="1026313"/>
                    <a:pt x="1013104" y="1029206"/>
                    <a:pt x="1013104" y="1029206"/>
                  </a:cubicBezTo>
                  <a:lnTo>
                    <a:pt x="1016436" y="1033411"/>
                  </a:lnTo>
                  <a:lnTo>
                    <a:pt x="1017883" y="1036305"/>
                  </a:lnTo>
                  <a:cubicBezTo>
                    <a:pt x="1017883" y="1036305"/>
                    <a:pt x="1021349" y="1037616"/>
                    <a:pt x="1022224" y="1037616"/>
                  </a:cubicBezTo>
                  <a:cubicBezTo>
                    <a:pt x="1023099" y="1037616"/>
                    <a:pt x="1027878" y="1038794"/>
                    <a:pt x="1028450" y="1038794"/>
                  </a:cubicBezTo>
                  <a:cubicBezTo>
                    <a:pt x="1029022" y="1038794"/>
                    <a:pt x="1033532" y="1038794"/>
                    <a:pt x="1033532" y="1038794"/>
                  </a:cubicBezTo>
                  <a:cubicBezTo>
                    <a:pt x="1033532" y="1038794"/>
                    <a:pt x="1035720" y="1038491"/>
                    <a:pt x="1036292" y="1038491"/>
                  </a:cubicBezTo>
                  <a:cubicBezTo>
                    <a:pt x="1036864" y="1038491"/>
                    <a:pt x="1039927" y="1038491"/>
                    <a:pt x="1040499" y="1038626"/>
                  </a:cubicBezTo>
                  <a:cubicBezTo>
                    <a:pt x="1041071" y="1038760"/>
                    <a:pt x="1044133" y="1039769"/>
                    <a:pt x="1044133" y="1039769"/>
                  </a:cubicBezTo>
                  <a:lnTo>
                    <a:pt x="1045143" y="1040510"/>
                  </a:lnTo>
                  <a:lnTo>
                    <a:pt x="1049047" y="1043100"/>
                  </a:lnTo>
                  <a:lnTo>
                    <a:pt x="1051941" y="1045118"/>
                  </a:lnTo>
                  <a:lnTo>
                    <a:pt x="1054129" y="1048886"/>
                  </a:lnTo>
                  <a:lnTo>
                    <a:pt x="1055576" y="1053225"/>
                  </a:lnTo>
                  <a:lnTo>
                    <a:pt x="1060792" y="1058742"/>
                  </a:lnTo>
                  <a:lnTo>
                    <a:pt x="1063384" y="1060626"/>
                  </a:lnTo>
                  <a:lnTo>
                    <a:pt x="1065841" y="1063519"/>
                  </a:lnTo>
                  <a:lnTo>
                    <a:pt x="1067725" y="1065403"/>
                  </a:lnTo>
                  <a:lnTo>
                    <a:pt x="1071495" y="1068430"/>
                  </a:lnTo>
                  <a:lnTo>
                    <a:pt x="1074120" y="1070180"/>
                  </a:lnTo>
                  <a:lnTo>
                    <a:pt x="1077014" y="1072198"/>
                  </a:lnTo>
                  <a:cubicBezTo>
                    <a:pt x="1077014" y="1072198"/>
                    <a:pt x="1080480" y="1073207"/>
                    <a:pt x="1081086" y="1073342"/>
                  </a:cubicBezTo>
                  <a:cubicBezTo>
                    <a:pt x="1081658" y="1073476"/>
                    <a:pt x="1082971" y="1074216"/>
                    <a:pt x="1084721" y="1073914"/>
                  </a:cubicBezTo>
                  <a:cubicBezTo>
                    <a:pt x="1086471" y="1073611"/>
                    <a:pt x="1085293" y="1074788"/>
                    <a:pt x="1086740" y="1072030"/>
                  </a:cubicBezTo>
                  <a:cubicBezTo>
                    <a:pt x="1088187" y="1069271"/>
                    <a:pt x="1087178" y="1068834"/>
                    <a:pt x="1087178" y="1068834"/>
                  </a:cubicBezTo>
                  <a:cubicBezTo>
                    <a:pt x="1087178" y="1068834"/>
                    <a:pt x="1086606" y="1068531"/>
                    <a:pt x="1088759" y="1067253"/>
                  </a:cubicBezTo>
                  <a:cubicBezTo>
                    <a:pt x="1090947" y="1065941"/>
                    <a:pt x="1090947" y="1065941"/>
                    <a:pt x="1090947" y="1065941"/>
                  </a:cubicBezTo>
                  <a:lnTo>
                    <a:pt x="1094851" y="1065504"/>
                  </a:lnTo>
                  <a:lnTo>
                    <a:pt x="1097038" y="1064932"/>
                  </a:lnTo>
                  <a:lnTo>
                    <a:pt x="1101514" y="1065369"/>
                  </a:lnTo>
                  <a:lnTo>
                    <a:pt x="1103837" y="1065235"/>
                  </a:lnTo>
                  <a:cubicBezTo>
                    <a:pt x="1103837" y="1065235"/>
                    <a:pt x="1106024" y="1064932"/>
                    <a:pt x="1106428" y="1064797"/>
                  </a:cubicBezTo>
                  <a:cubicBezTo>
                    <a:pt x="1106866" y="1064663"/>
                    <a:pt x="1108313" y="1063788"/>
                    <a:pt x="1108313" y="1063788"/>
                  </a:cubicBezTo>
                  <a:lnTo>
                    <a:pt x="1112789" y="1063216"/>
                  </a:lnTo>
                  <a:lnTo>
                    <a:pt x="1116087" y="1064225"/>
                  </a:lnTo>
                  <a:lnTo>
                    <a:pt x="1118443" y="1065672"/>
                  </a:lnTo>
                  <a:cubicBezTo>
                    <a:pt x="1118443" y="1065672"/>
                    <a:pt x="1120327" y="1068430"/>
                    <a:pt x="1120765" y="1068699"/>
                  </a:cubicBezTo>
                  <a:cubicBezTo>
                    <a:pt x="1121202" y="1069002"/>
                    <a:pt x="1123356" y="1072467"/>
                    <a:pt x="1123356" y="1072467"/>
                  </a:cubicBezTo>
                  <a:lnTo>
                    <a:pt x="1125948" y="1073914"/>
                  </a:lnTo>
                  <a:lnTo>
                    <a:pt x="1127967" y="1075663"/>
                  </a:lnTo>
                  <a:lnTo>
                    <a:pt x="1129414" y="1078253"/>
                  </a:lnTo>
                  <a:lnTo>
                    <a:pt x="1130996" y="1080002"/>
                  </a:lnTo>
                  <a:lnTo>
                    <a:pt x="1131736" y="1081752"/>
                  </a:lnTo>
                  <a:lnTo>
                    <a:pt x="1131736" y="1084813"/>
                  </a:lnTo>
                  <a:lnTo>
                    <a:pt x="1133486" y="1089455"/>
                  </a:lnTo>
                  <a:lnTo>
                    <a:pt x="1133486" y="1091776"/>
                  </a:lnTo>
                  <a:lnTo>
                    <a:pt x="1133486" y="1096990"/>
                  </a:lnTo>
                  <a:lnTo>
                    <a:pt x="1132780" y="1099883"/>
                  </a:lnTo>
                  <a:lnTo>
                    <a:pt x="1131030" y="1103079"/>
                  </a:lnTo>
                  <a:cubicBezTo>
                    <a:pt x="1131030" y="1103079"/>
                    <a:pt x="1130289" y="1105097"/>
                    <a:pt x="1130155" y="1105703"/>
                  </a:cubicBezTo>
                  <a:cubicBezTo>
                    <a:pt x="1130020" y="1106275"/>
                    <a:pt x="1129852" y="1110043"/>
                    <a:pt x="1130289" y="1110614"/>
                  </a:cubicBezTo>
                  <a:cubicBezTo>
                    <a:pt x="1130727" y="1111186"/>
                    <a:pt x="1131030" y="1111758"/>
                    <a:pt x="1131030" y="1112633"/>
                  </a:cubicBezTo>
                  <a:cubicBezTo>
                    <a:pt x="1131030" y="1113507"/>
                    <a:pt x="1130895" y="1115660"/>
                    <a:pt x="1130895" y="1115660"/>
                  </a:cubicBezTo>
                  <a:lnTo>
                    <a:pt x="1130592" y="1120000"/>
                  </a:lnTo>
                  <a:lnTo>
                    <a:pt x="1133486" y="1123330"/>
                  </a:lnTo>
                  <a:lnTo>
                    <a:pt x="1135674" y="1125214"/>
                  </a:lnTo>
                  <a:cubicBezTo>
                    <a:pt x="1135674" y="1125214"/>
                    <a:pt x="1137121" y="1124642"/>
                    <a:pt x="1137693" y="1125214"/>
                  </a:cubicBezTo>
                  <a:cubicBezTo>
                    <a:pt x="1138265" y="1125786"/>
                    <a:pt x="1141765" y="1126661"/>
                    <a:pt x="1142169" y="1126661"/>
                  </a:cubicBezTo>
                  <a:cubicBezTo>
                    <a:pt x="1142607" y="1126661"/>
                    <a:pt x="1146241" y="1126526"/>
                    <a:pt x="1147083" y="1126661"/>
                  </a:cubicBezTo>
                  <a:cubicBezTo>
                    <a:pt x="1147958" y="1126795"/>
                    <a:pt x="1148092" y="1126526"/>
                    <a:pt x="1149540" y="1126661"/>
                  </a:cubicBezTo>
                  <a:cubicBezTo>
                    <a:pt x="1150987" y="1126795"/>
                    <a:pt x="1153612" y="1126593"/>
                    <a:pt x="1154184" y="1126694"/>
                  </a:cubicBezTo>
                  <a:cubicBezTo>
                    <a:pt x="1154756" y="1126795"/>
                    <a:pt x="1155934" y="1125618"/>
                    <a:pt x="1157381" y="1126694"/>
                  </a:cubicBezTo>
                  <a:cubicBezTo>
                    <a:pt x="1158828" y="1127804"/>
                    <a:pt x="1162025" y="1130697"/>
                    <a:pt x="1162463" y="1130832"/>
                  </a:cubicBezTo>
                  <a:cubicBezTo>
                    <a:pt x="1162901" y="1130966"/>
                    <a:pt x="1164651" y="1130966"/>
                    <a:pt x="1165795" y="1132413"/>
                  </a:cubicBezTo>
                  <a:cubicBezTo>
                    <a:pt x="1166939" y="1133860"/>
                    <a:pt x="1169564" y="1137190"/>
                    <a:pt x="1170271" y="1137762"/>
                  </a:cubicBezTo>
                  <a:cubicBezTo>
                    <a:pt x="1170978" y="1138333"/>
                    <a:pt x="1172290" y="1141092"/>
                    <a:pt x="1172290" y="1141092"/>
                  </a:cubicBezTo>
                  <a:cubicBezTo>
                    <a:pt x="1172290" y="1141092"/>
                    <a:pt x="1171987" y="1141967"/>
                    <a:pt x="1172290" y="1143548"/>
                  </a:cubicBezTo>
                  <a:cubicBezTo>
                    <a:pt x="1172593" y="1145129"/>
                    <a:pt x="1173165" y="1147618"/>
                    <a:pt x="1173165" y="1147618"/>
                  </a:cubicBezTo>
                  <a:cubicBezTo>
                    <a:pt x="1173165" y="1147618"/>
                    <a:pt x="1172290" y="1150646"/>
                    <a:pt x="1172290" y="1151520"/>
                  </a:cubicBezTo>
                  <a:cubicBezTo>
                    <a:pt x="1172290" y="1152395"/>
                    <a:pt x="1170978" y="1153404"/>
                    <a:pt x="1170978" y="1153404"/>
                  </a:cubicBezTo>
                  <a:lnTo>
                    <a:pt x="1167949" y="1159325"/>
                  </a:lnTo>
                  <a:lnTo>
                    <a:pt x="1165929" y="1162218"/>
                  </a:lnTo>
                  <a:lnTo>
                    <a:pt x="1164920" y="1165111"/>
                  </a:lnTo>
                  <a:lnTo>
                    <a:pt x="1164348" y="1166860"/>
                  </a:lnTo>
                  <a:lnTo>
                    <a:pt x="1163607" y="1168575"/>
                  </a:lnTo>
                  <a:lnTo>
                    <a:pt x="1164348" y="1172646"/>
                  </a:lnTo>
                  <a:lnTo>
                    <a:pt x="1164785" y="1175674"/>
                  </a:lnTo>
                  <a:lnTo>
                    <a:pt x="1164785" y="1176817"/>
                  </a:lnTo>
                  <a:lnTo>
                    <a:pt x="1164348" y="1180720"/>
                  </a:lnTo>
                  <a:lnTo>
                    <a:pt x="1164785" y="1184790"/>
                  </a:lnTo>
                  <a:lnTo>
                    <a:pt x="1164785" y="1187246"/>
                  </a:lnTo>
                  <a:lnTo>
                    <a:pt x="1164213" y="1189129"/>
                  </a:lnTo>
                  <a:lnTo>
                    <a:pt x="1164078" y="1192325"/>
                  </a:lnTo>
                  <a:lnTo>
                    <a:pt x="1163944" y="1194781"/>
                  </a:lnTo>
                  <a:lnTo>
                    <a:pt x="1164516" y="1198246"/>
                  </a:lnTo>
                  <a:lnTo>
                    <a:pt x="1164651" y="1201711"/>
                  </a:lnTo>
                  <a:lnTo>
                    <a:pt x="1164718" y="1203292"/>
                  </a:lnTo>
                  <a:lnTo>
                    <a:pt x="1165862" y="1204570"/>
                  </a:lnTo>
                  <a:lnTo>
                    <a:pt x="1167175" y="1205478"/>
                  </a:lnTo>
                  <a:lnTo>
                    <a:pt x="1169127" y="1205478"/>
                  </a:lnTo>
                  <a:cubicBezTo>
                    <a:pt x="1169127" y="1205478"/>
                    <a:pt x="1174040" y="1206454"/>
                    <a:pt x="1174276" y="1206454"/>
                  </a:cubicBezTo>
                  <a:cubicBezTo>
                    <a:pt x="1174511" y="1206454"/>
                    <a:pt x="1178348" y="1207228"/>
                    <a:pt x="1178348" y="1207228"/>
                  </a:cubicBezTo>
                  <a:lnTo>
                    <a:pt x="1181309" y="1207228"/>
                  </a:lnTo>
                  <a:lnTo>
                    <a:pt x="1184776" y="1207228"/>
                  </a:lnTo>
                  <a:cubicBezTo>
                    <a:pt x="1184776" y="1207228"/>
                    <a:pt x="1187738" y="1207362"/>
                    <a:pt x="1188175" y="1207228"/>
                  </a:cubicBezTo>
                  <a:cubicBezTo>
                    <a:pt x="1188613" y="1207093"/>
                    <a:pt x="1189858" y="1207059"/>
                    <a:pt x="1190632" y="1207059"/>
                  </a:cubicBezTo>
                  <a:cubicBezTo>
                    <a:pt x="1191440" y="1207059"/>
                    <a:pt x="1195781" y="1207228"/>
                    <a:pt x="1195781" y="1207228"/>
                  </a:cubicBezTo>
                  <a:lnTo>
                    <a:pt x="1198675" y="1207228"/>
                  </a:lnTo>
                  <a:lnTo>
                    <a:pt x="1201637" y="1207228"/>
                  </a:lnTo>
                  <a:lnTo>
                    <a:pt x="1205608" y="1207228"/>
                  </a:lnTo>
                  <a:cubicBezTo>
                    <a:pt x="1205608" y="1207228"/>
                    <a:pt x="1209377" y="1207497"/>
                    <a:pt x="1209815" y="1207295"/>
                  </a:cubicBezTo>
                  <a:cubicBezTo>
                    <a:pt x="1210252" y="1207093"/>
                    <a:pt x="1215469" y="1208741"/>
                    <a:pt x="1215469" y="1208741"/>
                  </a:cubicBezTo>
                  <a:lnTo>
                    <a:pt x="1217152" y="1209683"/>
                  </a:lnTo>
                  <a:lnTo>
                    <a:pt x="1221358" y="1210255"/>
                  </a:lnTo>
                  <a:lnTo>
                    <a:pt x="1228762" y="1211903"/>
                  </a:lnTo>
                  <a:lnTo>
                    <a:pt x="1232599" y="1212711"/>
                  </a:lnTo>
                  <a:lnTo>
                    <a:pt x="1237243" y="1214292"/>
                  </a:lnTo>
                  <a:cubicBezTo>
                    <a:pt x="1237243" y="1214292"/>
                    <a:pt x="1244715" y="1216310"/>
                    <a:pt x="1244917" y="1216310"/>
                  </a:cubicBezTo>
                  <a:cubicBezTo>
                    <a:pt x="1245119" y="1216310"/>
                    <a:pt x="1252657" y="1219270"/>
                    <a:pt x="1252960" y="1219439"/>
                  </a:cubicBezTo>
                  <a:cubicBezTo>
                    <a:pt x="1253263" y="1219573"/>
                    <a:pt x="1258681" y="1220582"/>
                    <a:pt x="1258984" y="1220751"/>
                  </a:cubicBezTo>
                  <a:cubicBezTo>
                    <a:pt x="1259287" y="1220885"/>
                    <a:pt x="1267533" y="1220952"/>
                    <a:pt x="1269047" y="1221121"/>
                  </a:cubicBezTo>
                  <a:cubicBezTo>
                    <a:pt x="1270561" y="1221255"/>
                    <a:pt x="1275004" y="1221020"/>
                    <a:pt x="1277528" y="1221020"/>
                  </a:cubicBezTo>
                  <a:cubicBezTo>
                    <a:pt x="1280052" y="1221020"/>
                    <a:pt x="1285942" y="1221121"/>
                    <a:pt x="1286211" y="1221121"/>
                  </a:cubicBezTo>
                  <a:cubicBezTo>
                    <a:pt x="1286480" y="1221121"/>
                    <a:pt x="1297788" y="1221121"/>
                    <a:pt x="1297788" y="1221121"/>
                  </a:cubicBezTo>
                  <a:lnTo>
                    <a:pt x="1307077" y="1219674"/>
                  </a:lnTo>
                  <a:cubicBezTo>
                    <a:pt x="1307077" y="1219674"/>
                    <a:pt x="1315255" y="1219741"/>
                    <a:pt x="1315558" y="1219741"/>
                  </a:cubicBezTo>
                  <a:cubicBezTo>
                    <a:pt x="1315861" y="1219741"/>
                    <a:pt x="1323029" y="1219809"/>
                    <a:pt x="1324106" y="1219674"/>
                  </a:cubicBezTo>
                  <a:cubicBezTo>
                    <a:pt x="1325183" y="1219540"/>
                    <a:pt x="1330332" y="1218867"/>
                    <a:pt x="1330635" y="1218867"/>
                  </a:cubicBezTo>
                  <a:cubicBezTo>
                    <a:pt x="1330938" y="1218867"/>
                    <a:pt x="1336289" y="1217050"/>
                    <a:pt x="1336928" y="1216781"/>
                  </a:cubicBezTo>
                  <a:cubicBezTo>
                    <a:pt x="1337568" y="1216478"/>
                    <a:pt x="1338746" y="1213956"/>
                    <a:pt x="1338880" y="1213754"/>
                  </a:cubicBezTo>
                  <a:cubicBezTo>
                    <a:pt x="1339015" y="1213552"/>
                    <a:pt x="1342212" y="1210289"/>
                    <a:pt x="1342212" y="1210289"/>
                  </a:cubicBezTo>
                  <a:cubicBezTo>
                    <a:pt x="1342212" y="1210289"/>
                    <a:pt x="1344602" y="1206588"/>
                    <a:pt x="1344736" y="1206387"/>
                  </a:cubicBezTo>
                  <a:cubicBezTo>
                    <a:pt x="1344871" y="1206185"/>
                    <a:pt x="1346823" y="1203493"/>
                    <a:pt x="1346991" y="1203191"/>
                  </a:cubicBezTo>
                  <a:cubicBezTo>
                    <a:pt x="1347126" y="1202888"/>
                    <a:pt x="1347294" y="1201610"/>
                    <a:pt x="1347933" y="1201004"/>
                  </a:cubicBezTo>
                  <a:cubicBezTo>
                    <a:pt x="1348573" y="1200432"/>
                    <a:pt x="1351467" y="1197237"/>
                    <a:pt x="1351467" y="1197237"/>
                  </a:cubicBezTo>
                  <a:cubicBezTo>
                    <a:pt x="1351467" y="1197237"/>
                    <a:pt x="1352982" y="1194915"/>
                    <a:pt x="1353284" y="1194714"/>
                  </a:cubicBezTo>
                  <a:cubicBezTo>
                    <a:pt x="1353587" y="1194512"/>
                    <a:pt x="1357861" y="1191013"/>
                    <a:pt x="1357861" y="1191013"/>
                  </a:cubicBezTo>
                  <a:lnTo>
                    <a:pt x="1361059" y="1187885"/>
                  </a:lnTo>
                  <a:lnTo>
                    <a:pt x="1365636" y="1184857"/>
                  </a:lnTo>
                  <a:lnTo>
                    <a:pt x="1368967" y="1182233"/>
                  </a:lnTo>
                  <a:cubicBezTo>
                    <a:pt x="1368967" y="1182233"/>
                    <a:pt x="1372232" y="1179408"/>
                    <a:pt x="1372299" y="1179138"/>
                  </a:cubicBezTo>
                  <a:cubicBezTo>
                    <a:pt x="1372367" y="1178836"/>
                    <a:pt x="1374823" y="1176245"/>
                    <a:pt x="1374823" y="1176245"/>
                  </a:cubicBezTo>
                  <a:cubicBezTo>
                    <a:pt x="1374823" y="1176245"/>
                    <a:pt x="1377650" y="1173655"/>
                    <a:pt x="1377852" y="1173420"/>
                  </a:cubicBezTo>
                  <a:cubicBezTo>
                    <a:pt x="1378054" y="1173218"/>
                    <a:pt x="1383136" y="1168845"/>
                    <a:pt x="1383439" y="1168710"/>
                  </a:cubicBezTo>
                  <a:cubicBezTo>
                    <a:pt x="1383742" y="1168575"/>
                    <a:pt x="1388016" y="1164505"/>
                    <a:pt x="1388655" y="1164371"/>
                  </a:cubicBezTo>
                  <a:cubicBezTo>
                    <a:pt x="1389295" y="1164236"/>
                    <a:pt x="1391718" y="1162991"/>
                    <a:pt x="1392223" y="1162689"/>
                  </a:cubicBezTo>
                  <a:cubicBezTo>
                    <a:pt x="1392728" y="1162386"/>
                    <a:pt x="1399122" y="1162117"/>
                    <a:pt x="1399324" y="1161949"/>
                  </a:cubicBezTo>
                  <a:cubicBezTo>
                    <a:pt x="1399526" y="1161814"/>
                    <a:pt x="1402588" y="1161679"/>
                    <a:pt x="1403396" y="1161511"/>
                  </a:cubicBezTo>
                  <a:cubicBezTo>
                    <a:pt x="1404204" y="1161377"/>
                    <a:pt x="1408310" y="1161646"/>
                    <a:pt x="1408747" y="1161713"/>
                  </a:cubicBezTo>
                  <a:cubicBezTo>
                    <a:pt x="1409185" y="1161780"/>
                    <a:pt x="1412146" y="1161276"/>
                    <a:pt x="1412146" y="1161276"/>
                  </a:cubicBezTo>
                  <a:lnTo>
                    <a:pt x="1418440" y="1160468"/>
                  </a:lnTo>
                  <a:lnTo>
                    <a:pt x="1425238" y="1159829"/>
                  </a:lnTo>
                  <a:lnTo>
                    <a:pt x="1434594" y="1157441"/>
                  </a:lnTo>
                  <a:lnTo>
                    <a:pt x="1442132" y="1152664"/>
                  </a:lnTo>
                  <a:cubicBezTo>
                    <a:pt x="1442132" y="1152664"/>
                    <a:pt x="1445969" y="1151857"/>
                    <a:pt x="1446205" y="1151789"/>
                  </a:cubicBezTo>
                  <a:cubicBezTo>
                    <a:pt x="1446407" y="1151722"/>
                    <a:pt x="1451421" y="1149603"/>
                    <a:pt x="1452061" y="1149266"/>
                  </a:cubicBezTo>
                  <a:cubicBezTo>
                    <a:pt x="1452700" y="1148896"/>
                    <a:pt x="1454820" y="1147954"/>
                    <a:pt x="1454820" y="1147954"/>
                  </a:cubicBezTo>
                  <a:lnTo>
                    <a:pt x="1467138" y="1144422"/>
                  </a:lnTo>
                  <a:lnTo>
                    <a:pt x="1473869" y="1141395"/>
                  </a:lnTo>
                  <a:cubicBezTo>
                    <a:pt x="1473869" y="1141395"/>
                    <a:pt x="1479388" y="1140150"/>
                    <a:pt x="1479893" y="1140015"/>
                  </a:cubicBezTo>
                  <a:cubicBezTo>
                    <a:pt x="1480398" y="1139881"/>
                    <a:pt x="1487566" y="1139074"/>
                    <a:pt x="1487802" y="1139006"/>
                  </a:cubicBezTo>
                  <a:cubicBezTo>
                    <a:pt x="1488037" y="1138939"/>
                    <a:pt x="1494331" y="1137122"/>
                    <a:pt x="1494701" y="1136853"/>
                  </a:cubicBezTo>
                  <a:cubicBezTo>
                    <a:pt x="1495071" y="1136551"/>
                    <a:pt x="1498167" y="1133220"/>
                    <a:pt x="1498167" y="1133220"/>
                  </a:cubicBezTo>
                  <a:lnTo>
                    <a:pt x="1499682" y="1130630"/>
                  </a:lnTo>
                  <a:lnTo>
                    <a:pt x="1502509" y="1126560"/>
                  </a:lnTo>
                  <a:lnTo>
                    <a:pt x="1504898" y="1123162"/>
                  </a:lnTo>
                  <a:lnTo>
                    <a:pt x="1507591" y="1120706"/>
                  </a:lnTo>
                  <a:cubicBezTo>
                    <a:pt x="1507591" y="1120706"/>
                    <a:pt x="1510350" y="1118385"/>
                    <a:pt x="1510788" y="1118251"/>
                  </a:cubicBezTo>
                  <a:cubicBezTo>
                    <a:pt x="1511225" y="1118116"/>
                    <a:pt x="1514423" y="1115930"/>
                    <a:pt x="1514423" y="1115930"/>
                  </a:cubicBezTo>
                  <a:lnTo>
                    <a:pt x="1518326" y="1114248"/>
                  </a:lnTo>
                  <a:lnTo>
                    <a:pt x="1523980" y="1110345"/>
                  </a:lnTo>
                  <a:lnTo>
                    <a:pt x="1530005" y="1108596"/>
                  </a:lnTo>
                  <a:cubicBezTo>
                    <a:pt x="1530005" y="1108596"/>
                    <a:pt x="1534279" y="1104963"/>
                    <a:pt x="1534716" y="1104627"/>
                  </a:cubicBezTo>
                  <a:cubicBezTo>
                    <a:pt x="1535154" y="1104257"/>
                    <a:pt x="1538048" y="1103382"/>
                    <a:pt x="1538486" y="1103180"/>
                  </a:cubicBezTo>
                  <a:cubicBezTo>
                    <a:pt x="1538923" y="1102978"/>
                    <a:pt x="1542053" y="1100859"/>
                    <a:pt x="1542053" y="1100859"/>
                  </a:cubicBezTo>
                  <a:lnTo>
                    <a:pt x="1544880" y="1100119"/>
                  </a:lnTo>
                  <a:cubicBezTo>
                    <a:pt x="1544880" y="1100119"/>
                    <a:pt x="1546697" y="1099816"/>
                    <a:pt x="1547269" y="1099816"/>
                  </a:cubicBezTo>
                  <a:cubicBezTo>
                    <a:pt x="1547842" y="1099816"/>
                    <a:pt x="1550904" y="1099682"/>
                    <a:pt x="1550904" y="1099682"/>
                  </a:cubicBezTo>
                  <a:lnTo>
                    <a:pt x="1552991" y="1100119"/>
                  </a:lnTo>
                  <a:lnTo>
                    <a:pt x="1555750" y="1100758"/>
                  </a:lnTo>
                  <a:lnTo>
                    <a:pt x="1558510" y="1103214"/>
                  </a:lnTo>
                  <a:cubicBezTo>
                    <a:pt x="1558510" y="1103214"/>
                    <a:pt x="1561202" y="1105838"/>
                    <a:pt x="1561472" y="1106040"/>
                  </a:cubicBezTo>
                  <a:cubicBezTo>
                    <a:pt x="1561741" y="1106241"/>
                    <a:pt x="1564366" y="1108932"/>
                    <a:pt x="1564803" y="1109235"/>
                  </a:cubicBezTo>
                  <a:cubicBezTo>
                    <a:pt x="1565241" y="1109538"/>
                    <a:pt x="1566688" y="1110682"/>
                    <a:pt x="1567698" y="1111556"/>
                  </a:cubicBezTo>
                  <a:cubicBezTo>
                    <a:pt x="1568707" y="1112431"/>
                    <a:pt x="1570895" y="1113440"/>
                    <a:pt x="1571534" y="1113878"/>
                  </a:cubicBezTo>
                  <a:cubicBezTo>
                    <a:pt x="1572174" y="1114315"/>
                    <a:pt x="1573924" y="1115963"/>
                    <a:pt x="1574429" y="1116333"/>
                  </a:cubicBezTo>
                  <a:cubicBezTo>
                    <a:pt x="1574934" y="1116703"/>
                    <a:pt x="1576381" y="1117410"/>
                    <a:pt x="1576818" y="1117578"/>
                  </a:cubicBezTo>
                  <a:cubicBezTo>
                    <a:pt x="1577256" y="1117712"/>
                    <a:pt x="1578198" y="1118150"/>
                    <a:pt x="1579645" y="1118284"/>
                  </a:cubicBezTo>
                  <a:cubicBezTo>
                    <a:pt x="1581092" y="1118419"/>
                    <a:pt x="1584491" y="1117040"/>
                    <a:pt x="1584491" y="1117040"/>
                  </a:cubicBezTo>
                  <a:cubicBezTo>
                    <a:pt x="1584491" y="1117040"/>
                    <a:pt x="1586376" y="1115660"/>
                    <a:pt x="1586578" y="1115660"/>
                  </a:cubicBezTo>
                  <a:cubicBezTo>
                    <a:pt x="1586780" y="1115660"/>
                    <a:pt x="1590482" y="1113777"/>
                    <a:pt x="1590482" y="1113777"/>
                  </a:cubicBezTo>
                  <a:lnTo>
                    <a:pt x="1591559" y="1112196"/>
                  </a:lnTo>
                  <a:lnTo>
                    <a:pt x="1592804" y="1111556"/>
                  </a:lnTo>
                  <a:cubicBezTo>
                    <a:pt x="1592804" y="1111556"/>
                    <a:pt x="1594689" y="1111691"/>
                    <a:pt x="1594891" y="1111691"/>
                  </a:cubicBezTo>
                  <a:cubicBezTo>
                    <a:pt x="1595126" y="1111691"/>
                    <a:pt x="1596775" y="1111624"/>
                    <a:pt x="1596775" y="1111624"/>
                  </a:cubicBezTo>
                  <a:lnTo>
                    <a:pt x="1598660" y="1111758"/>
                  </a:lnTo>
                  <a:lnTo>
                    <a:pt x="1599266" y="1112936"/>
                  </a:lnTo>
                  <a:lnTo>
                    <a:pt x="1599535" y="1114752"/>
                  </a:lnTo>
                  <a:lnTo>
                    <a:pt x="1599535" y="1115997"/>
                  </a:lnTo>
                  <a:lnTo>
                    <a:pt x="1599535" y="1117746"/>
                  </a:lnTo>
                  <a:lnTo>
                    <a:pt x="1599535" y="1119495"/>
                  </a:lnTo>
                  <a:cubicBezTo>
                    <a:pt x="1599535" y="1119495"/>
                    <a:pt x="1599232" y="1120303"/>
                    <a:pt x="1599535" y="1120740"/>
                  </a:cubicBezTo>
                  <a:cubicBezTo>
                    <a:pt x="1599838" y="1121177"/>
                    <a:pt x="1599771" y="1121447"/>
                    <a:pt x="1600275" y="1121749"/>
                  </a:cubicBezTo>
                  <a:cubicBezTo>
                    <a:pt x="1600780" y="1122052"/>
                    <a:pt x="1600578" y="1122893"/>
                    <a:pt x="1602362" y="1123128"/>
                  </a:cubicBezTo>
                  <a:cubicBezTo>
                    <a:pt x="1604179" y="1123330"/>
                    <a:pt x="1605559" y="1123498"/>
                    <a:pt x="1606131" y="1123330"/>
                  </a:cubicBezTo>
                  <a:cubicBezTo>
                    <a:pt x="1606703" y="1123196"/>
                    <a:pt x="1607208" y="1122321"/>
                    <a:pt x="1608319" y="1122321"/>
                  </a:cubicBezTo>
                  <a:cubicBezTo>
                    <a:pt x="1609396" y="1122321"/>
                    <a:pt x="1609833" y="1121514"/>
                    <a:pt x="1610473" y="1122018"/>
                  </a:cubicBezTo>
                  <a:cubicBezTo>
                    <a:pt x="1611112" y="1122523"/>
                    <a:pt x="1611617" y="1123027"/>
                    <a:pt x="1612054" y="1123902"/>
                  </a:cubicBezTo>
                  <a:cubicBezTo>
                    <a:pt x="1612492" y="1124777"/>
                    <a:pt x="1612694" y="1125719"/>
                    <a:pt x="1613199" y="1126291"/>
                  </a:cubicBezTo>
                  <a:cubicBezTo>
                    <a:pt x="1613704" y="1126862"/>
                    <a:pt x="1615218" y="1128612"/>
                    <a:pt x="1615521" y="1128914"/>
                  </a:cubicBezTo>
                  <a:cubicBezTo>
                    <a:pt x="1615824" y="1129217"/>
                    <a:pt x="1617910" y="1131673"/>
                    <a:pt x="1617910" y="1131673"/>
                  </a:cubicBezTo>
                  <a:lnTo>
                    <a:pt x="1620367" y="1133691"/>
                  </a:lnTo>
                  <a:lnTo>
                    <a:pt x="1622252" y="1135878"/>
                  </a:lnTo>
                  <a:cubicBezTo>
                    <a:pt x="1622252" y="1135878"/>
                    <a:pt x="1625012" y="1139477"/>
                    <a:pt x="1625449" y="1139780"/>
                  </a:cubicBezTo>
                  <a:cubicBezTo>
                    <a:pt x="1625887" y="1140083"/>
                    <a:pt x="1628074" y="1141798"/>
                    <a:pt x="1628074" y="1141798"/>
                  </a:cubicBezTo>
                  <a:cubicBezTo>
                    <a:pt x="1628074" y="1141798"/>
                    <a:pt x="1628949" y="1142236"/>
                    <a:pt x="1630531" y="1142942"/>
                  </a:cubicBezTo>
                  <a:cubicBezTo>
                    <a:pt x="1632113" y="1143682"/>
                    <a:pt x="1634738" y="1145835"/>
                    <a:pt x="1634738" y="1145835"/>
                  </a:cubicBezTo>
                  <a:cubicBezTo>
                    <a:pt x="1634738" y="1145835"/>
                    <a:pt x="1637329" y="1148594"/>
                    <a:pt x="1638070" y="1148728"/>
                  </a:cubicBezTo>
                  <a:cubicBezTo>
                    <a:pt x="1638810" y="1148863"/>
                    <a:pt x="1642714" y="1151756"/>
                    <a:pt x="1642714" y="1151756"/>
                  </a:cubicBezTo>
                  <a:lnTo>
                    <a:pt x="1646483" y="1155658"/>
                  </a:lnTo>
                  <a:cubicBezTo>
                    <a:pt x="1646483" y="1155658"/>
                    <a:pt x="1648671" y="1155658"/>
                    <a:pt x="1648805" y="1156095"/>
                  </a:cubicBezTo>
                  <a:cubicBezTo>
                    <a:pt x="1648940" y="1156533"/>
                    <a:pt x="1650690" y="1156835"/>
                    <a:pt x="1650690" y="1156835"/>
                  </a:cubicBezTo>
                  <a:cubicBezTo>
                    <a:pt x="1650690" y="1156835"/>
                    <a:pt x="1654156" y="1157273"/>
                    <a:pt x="1654325" y="1157710"/>
                  </a:cubicBezTo>
                  <a:cubicBezTo>
                    <a:pt x="1654459" y="1158147"/>
                    <a:pt x="1654628" y="1158147"/>
                    <a:pt x="1655200" y="1158282"/>
                  </a:cubicBezTo>
                  <a:cubicBezTo>
                    <a:pt x="1655772" y="1158416"/>
                    <a:pt x="1660719" y="1158282"/>
                    <a:pt x="1660854" y="1159022"/>
                  </a:cubicBezTo>
                  <a:cubicBezTo>
                    <a:pt x="1660988" y="1159762"/>
                    <a:pt x="1662873" y="1160166"/>
                    <a:pt x="1663310" y="1160906"/>
                  </a:cubicBezTo>
                  <a:cubicBezTo>
                    <a:pt x="1663748" y="1161646"/>
                    <a:pt x="1666508" y="1164236"/>
                    <a:pt x="1666508" y="1164236"/>
                  </a:cubicBezTo>
                  <a:cubicBezTo>
                    <a:pt x="1666508" y="1164236"/>
                    <a:pt x="1667820" y="1165111"/>
                    <a:pt x="1668527" y="1165111"/>
                  </a:cubicBezTo>
                  <a:cubicBezTo>
                    <a:pt x="1669267" y="1165111"/>
                    <a:pt x="1669402" y="1166860"/>
                    <a:pt x="1669536" y="1167432"/>
                  </a:cubicBezTo>
                  <a:cubicBezTo>
                    <a:pt x="1669671" y="1168004"/>
                    <a:pt x="1669402" y="1169618"/>
                    <a:pt x="1669536" y="1170459"/>
                  </a:cubicBezTo>
                  <a:cubicBezTo>
                    <a:pt x="1669671" y="1171334"/>
                    <a:pt x="1669335" y="1172343"/>
                    <a:pt x="1669570" y="1173352"/>
                  </a:cubicBezTo>
                  <a:cubicBezTo>
                    <a:pt x="1669806" y="1174362"/>
                    <a:pt x="1668460" y="1175808"/>
                    <a:pt x="1669570" y="1176683"/>
                  </a:cubicBezTo>
                  <a:cubicBezTo>
                    <a:pt x="1670681" y="1177557"/>
                    <a:pt x="1670109" y="1178264"/>
                    <a:pt x="1671690" y="1178701"/>
                  </a:cubicBezTo>
                  <a:cubicBezTo>
                    <a:pt x="1673272" y="1179138"/>
                    <a:pt x="1673710" y="1179138"/>
                    <a:pt x="1675157" y="1178836"/>
                  </a:cubicBezTo>
                  <a:cubicBezTo>
                    <a:pt x="1676604" y="1178533"/>
                    <a:pt x="1675628" y="1178264"/>
                    <a:pt x="1677142" y="1177389"/>
                  </a:cubicBezTo>
                  <a:cubicBezTo>
                    <a:pt x="1678657" y="1176515"/>
                    <a:pt x="1678657" y="1176077"/>
                    <a:pt x="1679667" y="1175068"/>
                  </a:cubicBezTo>
                  <a:cubicBezTo>
                    <a:pt x="1680676" y="1174059"/>
                    <a:pt x="1681551" y="1172881"/>
                    <a:pt x="1681551" y="1172881"/>
                  </a:cubicBezTo>
                  <a:lnTo>
                    <a:pt x="1682696" y="1171738"/>
                  </a:lnTo>
                  <a:lnTo>
                    <a:pt x="1683570" y="1170560"/>
                  </a:lnTo>
                  <a:lnTo>
                    <a:pt x="1684883" y="1169248"/>
                  </a:lnTo>
                  <a:cubicBezTo>
                    <a:pt x="1684883" y="1169248"/>
                    <a:pt x="1685018" y="1168374"/>
                    <a:pt x="1685623" y="1168239"/>
                  </a:cubicBezTo>
                  <a:cubicBezTo>
                    <a:pt x="1686196" y="1168105"/>
                    <a:pt x="1685926" y="1168239"/>
                    <a:pt x="1687811" y="1167667"/>
                  </a:cubicBezTo>
                  <a:cubicBezTo>
                    <a:pt x="1689696" y="1167095"/>
                    <a:pt x="1689999" y="1166221"/>
                    <a:pt x="1692152" y="1166086"/>
                  </a:cubicBezTo>
                  <a:cubicBezTo>
                    <a:pt x="1694340" y="1165952"/>
                    <a:pt x="1695047" y="1165649"/>
                    <a:pt x="1695047" y="1165649"/>
                  </a:cubicBezTo>
                  <a:lnTo>
                    <a:pt x="1698513" y="1165212"/>
                  </a:lnTo>
                  <a:cubicBezTo>
                    <a:pt x="1698513" y="1165212"/>
                    <a:pt x="1701105" y="1164774"/>
                    <a:pt x="1701980" y="1164472"/>
                  </a:cubicBezTo>
                  <a:cubicBezTo>
                    <a:pt x="1702855" y="1164169"/>
                    <a:pt x="1704739" y="1165043"/>
                    <a:pt x="1705008" y="1164034"/>
                  </a:cubicBezTo>
                  <a:cubicBezTo>
                    <a:pt x="1705311" y="1163025"/>
                    <a:pt x="1707465" y="1162285"/>
                    <a:pt x="1707331" y="1160569"/>
                  </a:cubicBezTo>
                  <a:cubicBezTo>
                    <a:pt x="1707196" y="1158820"/>
                    <a:pt x="1707028" y="1157979"/>
                    <a:pt x="1706758" y="1157239"/>
                  </a:cubicBezTo>
                  <a:cubicBezTo>
                    <a:pt x="1706456" y="1156533"/>
                    <a:pt x="1705749" y="1155658"/>
                    <a:pt x="1705614" y="1154346"/>
                  </a:cubicBezTo>
                  <a:cubicBezTo>
                    <a:pt x="1705480" y="1153034"/>
                    <a:pt x="1705917" y="1153909"/>
                    <a:pt x="1705480" y="1153034"/>
                  </a:cubicBezTo>
                  <a:cubicBezTo>
                    <a:pt x="1705042" y="1152159"/>
                    <a:pt x="1705278" y="1151285"/>
                    <a:pt x="1705278" y="1150713"/>
                  </a:cubicBezTo>
                  <a:cubicBezTo>
                    <a:pt x="1705278" y="1150141"/>
                    <a:pt x="1705648" y="1148829"/>
                    <a:pt x="1705648" y="1148392"/>
                  </a:cubicBezTo>
                  <a:cubicBezTo>
                    <a:pt x="1705648" y="1147954"/>
                    <a:pt x="1705648" y="1145499"/>
                    <a:pt x="1705648" y="1145499"/>
                  </a:cubicBezTo>
                  <a:lnTo>
                    <a:pt x="1705648" y="1142034"/>
                  </a:lnTo>
                  <a:lnTo>
                    <a:pt x="1705648" y="1140285"/>
                  </a:lnTo>
                  <a:cubicBezTo>
                    <a:pt x="1705648" y="1140285"/>
                    <a:pt x="1705076" y="1138703"/>
                    <a:pt x="1705076" y="1137829"/>
                  </a:cubicBezTo>
                  <a:cubicBezTo>
                    <a:pt x="1705076" y="1136954"/>
                    <a:pt x="1705379" y="1135945"/>
                    <a:pt x="1705513" y="1135071"/>
                  </a:cubicBezTo>
                  <a:cubicBezTo>
                    <a:pt x="1705648" y="1134196"/>
                    <a:pt x="1705210" y="1134196"/>
                    <a:pt x="1705951" y="1133321"/>
                  </a:cubicBezTo>
                  <a:cubicBezTo>
                    <a:pt x="1706691" y="1132447"/>
                    <a:pt x="1706388" y="1132749"/>
                    <a:pt x="1707398" y="1132144"/>
                  </a:cubicBezTo>
                  <a:cubicBezTo>
                    <a:pt x="1708407" y="1131572"/>
                    <a:pt x="1707970" y="1132009"/>
                    <a:pt x="1709552" y="1131000"/>
                  </a:cubicBezTo>
                  <a:cubicBezTo>
                    <a:pt x="1711134" y="1129991"/>
                    <a:pt x="1711436" y="1129856"/>
                    <a:pt x="1711739" y="1129251"/>
                  </a:cubicBezTo>
                  <a:cubicBezTo>
                    <a:pt x="1712042" y="1128679"/>
                    <a:pt x="1713052" y="1126627"/>
                    <a:pt x="1713489" y="1126358"/>
                  </a:cubicBezTo>
                  <a:cubicBezTo>
                    <a:pt x="1713927" y="1126055"/>
                    <a:pt x="1714936" y="1124339"/>
                    <a:pt x="1715812" y="1123734"/>
                  </a:cubicBezTo>
                  <a:cubicBezTo>
                    <a:pt x="1716687" y="1123162"/>
                    <a:pt x="1717124" y="1123162"/>
                    <a:pt x="1717562" y="1122288"/>
                  </a:cubicBezTo>
                  <a:cubicBezTo>
                    <a:pt x="1717999" y="1121413"/>
                    <a:pt x="1719143" y="1119966"/>
                    <a:pt x="1719446" y="1119529"/>
                  </a:cubicBezTo>
                  <a:cubicBezTo>
                    <a:pt x="1719749" y="1119092"/>
                    <a:pt x="1720321" y="1118520"/>
                    <a:pt x="1720624" y="1118083"/>
                  </a:cubicBezTo>
                  <a:cubicBezTo>
                    <a:pt x="1720927" y="1117645"/>
                    <a:pt x="1721768" y="1116636"/>
                    <a:pt x="1721937" y="1116064"/>
                  </a:cubicBezTo>
                  <a:cubicBezTo>
                    <a:pt x="1722071" y="1115492"/>
                    <a:pt x="1721432" y="1115055"/>
                    <a:pt x="1722139" y="1114180"/>
                  </a:cubicBezTo>
                  <a:cubicBezTo>
                    <a:pt x="1722879" y="1113306"/>
                    <a:pt x="1723081" y="1112868"/>
                    <a:pt x="1723081" y="1112296"/>
                  </a:cubicBezTo>
                  <a:cubicBezTo>
                    <a:pt x="1723081" y="1111725"/>
                    <a:pt x="1723081" y="1110715"/>
                    <a:pt x="1723081" y="1110715"/>
                  </a:cubicBezTo>
                  <a:lnTo>
                    <a:pt x="1723081" y="1108966"/>
                  </a:lnTo>
                  <a:lnTo>
                    <a:pt x="1723889" y="1106140"/>
                  </a:lnTo>
                  <a:cubicBezTo>
                    <a:pt x="1723889" y="1106140"/>
                    <a:pt x="1724393" y="1103752"/>
                    <a:pt x="1724461" y="1103550"/>
                  </a:cubicBezTo>
                  <a:cubicBezTo>
                    <a:pt x="1724528" y="1103348"/>
                    <a:pt x="1725773" y="1101229"/>
                    <a:pt x="1725773" y="1101229"/>
                  </a:cubicBezTo>
                  <a:lnTo>
                    <a:pt x="1726413" y="1099412"/>
                  </a:lnTo>
                  <a:cubicBezTo>
                    <a:pt x="1726413" y="1099412"/>
                    <a:pt x="1727658" y="1098168"/>
                    <a:pt x="1727860" y="1098101"/>
                  </a:cubicBezTo>
                  <a:cubicBezTo>
                    <a:pt x="1728062" y="1098033"/>
                    <a:pt x="1729745" y="1097091"/>
                    <a:pt x="1729745" y="1097091"/>
                  </a:cubicBezTo>
                  <a:lnTo>
                    <a:pt x="1731697" y="1096452"/>
                  </a:lnTo>
                  <a:cubicBezTo>
                    <a:pt x="1731697" y="1096452"/>
                    <a:pt x="1733211" y="1095948"/>
                    <a:pt x="1733447" y="1095948"/>
                  </a:cubicBezTo>
                  <a:cubicBezTo>
                    <a:pt x="1733682" y="1095948"/>
                    <a:pt x="1734591" y="1096082"/>
                    <a:pt x="1734894" y="1096082"/>
                  </a:cubicBezTo>
                  <a:cubicBezTo>
                    <a:pt x="1735197" y="1096082"/>
                    <a:pt x="1736846" y="1096217"/>
                    <a:pt x="1737149" y="1096217"/>
                  </a:cubicBezTo>
                  <a:cubicBezTo>
                    <a:pt x="1737451" y="1096217"/>
                    <a:pt x="1739033" y="1096789"/>
                    <a:pt x="1739235" y="1096856"/>
                  </a:cubicBezTo>
                  <a:cubicBezTo>
                    <a:pt x="1739437" y="1096923"/>
                    <a:pt x="1740615" y="1098538"/>
                    <a:pt x="1740985" y="1098874"/>
                  </a:cubicBezTo>
                  <a:cubicBezTo>
                    <a:pt x="1741355" y="1099244"/>
                    <a:pt x="1742231" y="1101565"/>
                    <a:pt x="1742231" y="1101565"/>
                  </a:cubicBezTo>
                  <a:lnTo>
                    <a:pt x="1742231" y="1103752"/>
                  </a:lnTo>
                  <a:lnTo>
                    <a:pt x="1742971" y="1106140"/>
                  </a:lnTo>
                  <a:cubicBezTo>
                    <a:pt x="1742971" y="1106140"/>
                    <a:pt x="1743408" y="1107520"/>
                    <a:pt x="1743476" y="1107822"/>
                  </a:cubicBezTo>
                  <a:cubicBezTo>
                    <a:pt x="1743543" y="1108125"/>
                    <a:pt x="1744654" y="1110514"/>
                    <a:pt x="1744654" y="1110514"/>
                  </a:cubicBezTo>
                  <a:cubicBezTo>
                    <a:pt x="1744654" y="1110514"/>
                    <a:pt x="1745158" y="1112330"/>
                    <a:pt x="1745798" y="1112700"/>
                  </a:cubicBezTo>
                  <a:cubicBezTo>
                    <a:pt x="1746437" y="1113070"/>
                    <a:pt x="1747447" y="1114079"/>
                    <a:pt x="1747817" y="1114584"/>
                  </a:cubicBezTo>
                  <a:cubicBezTo>
                    <a:pt x="1748187" y="1115089"/>
                    <a:pt x="1749264" y="1115728"/>
                    <a:pt x="1750139" y="1115896"/>
                  </a:cubicBezTo>
                  <a:cubicBezTo>
                    <a:pt x="1751014" y="1116030"/>
                    <a:pt x="1749769" y="1116030"/>
                    <a:pt x="1752394" y="1115829"/>
                  </a:cubicBezTo>
                  <a:cubicBezTo>
                    <a:pt x="1755019" y="1115627"/>
                    <a:pt x="1756668" y="1114954"/>
                    <a:pt x="1756668" y="1114954"/>
                  </a:cubicBezTo>
                  <a:lnTo>
                    <a:pt x="1758755" y="1115761"/>
                  </a:lnTo>
                  <a:lnTo>
                    <a:pt x="1760404" y="1116199"/>
                  </a:lnTo>
                  <a:cubicBezTo>
                    <a:pt x="1760404" y="1116199"/>
                    <a:pt x="1762423" y="1116905"/>
                    <a:pt x="1763365" y="1117141"/>
                  </a:cubicBezTo>
                  <a:cubicBezTo>
                    <a:pt x="1764308" y="1117376"/>
                    <a:pt x="1766193" y="1119159"/>
                    <a:pt x="1766193" y="1119159"/>
                  </a:cubicBezTo>
                  <a:cubicBezTo>
                    <a:pt x="1766193" y="1119159"/>
                    <a:pt x="1766933" y="1120404"/>
                    <a:pt x="1767067" y="1120673"/>
                  </a:cubicBezTo>
                  <a:cubicBezTo>
                    <a:pt x="1767202" y="1120976"/>
                    <a:pt x="1766697" y="1122052"/>
                    <a:pt x="1767067" y="1122624"/>
                  </a:cubicBezTo>
                  <a:cubicBezTo>
                    <a:pt x="1767438" y="1123196"/>
                    <a:pt x="1767202" y="1122859"/>
                    <a:pt x="1767101" y="1124878"/>
                  </a:cubicBezTo>
                  <a:cubicBezTo>
                    <a:pt x="1767000" y="1126896"/>
                    <a:pt x="1766865" y="1128713"/>
                    <a:pt x="1766865" y="1128713"/>
                  </a:cubicBezTo>
                  <a:lnTo>
                    <a:pt x="1766293" y="1130731"/>
                  </a:lnTo>
                  <a:lnTo>
                    <a:pt x="1766563" y="1133489"/>
                  </a:lnTo>
                  <a:lnTo>
                    <a:pt x="1766563" y="1135071"/>
                  </a:lnTo>
                  <a:lnTo>
                    <a:pt x="1768144" y="1137526"/>
                  </a:lnTo>
                  <a:lnTo>
                    <a:pt x="1770029" y="1139847"/>
                  </a:lnTo>
                  <a:cubicBezTo>
                    <a:pt x="1770029" y="1139847"/>
                    <a:pt x="1772116" y="1139982"/>
                    <a:pt x="1772991" y="1140554"/>
                  </a:cubicBezTo>
                  <a:cubicBezTo>
                    <a:pt x="1773866" y="1141126"/>
                    <a:pt x="1775010" y="1141294"/>
                    <a:pt x="1776390" y="1141294"/>
                  </a:cubicBezTo>
                  <a:cubicBezTo>
                    <a:pt x="1777770" y="1141294"/>
                    <a:pt x="1779419" y="1141798"/>
                    <a:pt x="1779419" y="1141798"/>
                  </a:cubicBezTo>
                  <a:lnTo>
                    <a:pt x="1781808" y="1142875"/>
                  </a:lnTo>
                  <a:lnTo>
                    <a:pt x="1783626" y="1143884"/>
                  </a:lnTo>
                  <a:lnTo>
                    <a:pt x="1785645" y="1146138"/>
                  </a:lnTo>
                  <a:lnTo>
                    <a:pt x="1787159" y="1144961"/>
                  </a:lnTo>
                  <a:cubicBezTo>
                    <a:pt x="1787159" y="1144961"/>
                    <a:pt x="1789010" y="1143009"/>
                    <a:pt x="1789347" y="1143009"/>
                  </a:cubicBezTo>
                  <a:cubicBezTo>
                    <a:pt x="1789683" y="1143009"/>
                    <a:pt x="1791097" y="1141597"/>
                    <a:pt x="1791534" y="1141597"/>
                  </a:cubicBezTo>
                  <a:cubicBezTo>
                    <a:pt x="1791972" y="1141597"/>
                    <a:pt x="1793587" y="1140621"/>
                    <a:pt x="1793587" y="1140621"/>
                  </a:cubicBezTo>
                  <a:cubicBezTo>
                    <a:pt x="1793587" y="1140621"/>
                    <a:pt x="1795001" y="1139746"/>
                    <a:pt x="1795438" y="1139746"/>
                  </a:cubicBezTo>
                  <a:cubicBezTo>
                    <a:pt x="1795876" y="1139746"/>
                    <a:pt x="1798030" y="1138132"/>
                    <a:pt x="1798030" y="1138132"/>
                  </a:cubicBezTo>
                  <a:cubicBezTo>
                    <a:pt x="1798030" y="1138132"/>
                    <a:pt x="1799881" y="1136383"/>
                    <a:pt x="1800318" y="1136180"/>
                  </a:cubicBezTo>
                  <a:cubicBezTo>
                    <a:pt x="1800756" y="1135979"/>
                    <a:pt x="1802169" y="1135205"/>
                    <a:pt x="1802607" y="1134667"/>
                  </a:cubicBezTo>
                  <a:cubicBezTo>
                    <a:pt x="1803044" y="1134129"/>
                    <a:pt x="1804020" y="1132817"/>
                    <a:pt x="1804357" y="1132043"/>
                  </a:cubicBezTo>
                  <a:cubicBezTo>
                    <a:pt x="1804693" y="1131269"/>
                    <a:pt x="1804121" y="1127905"/>
                    <a:pt x="1804121" y="1127905"/>
                  </a:cubicBezTo>
                  <a:cubicBezTo>
                    <a:pt x="1804121" y="1127905"/>
                    <a:pt x="1804054" y="1125079"/>
                    <a:pt x="1803751" y="1124743"/>
                  </a:cubicBezTo>
                  <a:cubicBezTo>
                    <a:pt x="1803415" y="1124407"/>
                    <a:pt x="1801294" y="1122456"/>
                    <a:pt x="1801294" y="1121917"/>
                  </a:cubicBezTo>
                  <a:cubicBezTo>
                    <a:pt x="1801294" y="1121379"/>
                    <a:pt x="1801294" y="1119428"/>
                    <a:pt x="1801294" y="1119428"/>
                  </a:cubicBezTo>
                  <a:lnTo>
                    <a:pt x="1802708" y="1116703"/>
                  </a:lnTo>
                  <a:lnTo>
                    <a:pt x="1803684" y="1115526"/>
                  </a:lnTo>
                  <a:cubicBezTo>
                    <a:pt x="1803684" y="1115526"/>
                    <a:pt x="1806309" y="1114550"/>
                    <a:pt x="1806948" y="1114449"/>
                  </a:cubicBezTo>
                  <a:cubicBezTo>
                    <a:pt x="1807588" y="1114348"/>
                    <a:pt x="1809775" y="1114449"/>
                    <a:pt x="1809775" y="1114449"/>
                  </a:cubicBezTo>
                  <a:cubicBezTo>
                    <a:pt x="1809775" y="1114449"/>
                    <a:pt x="1810852" y="1114786"/>
                    <a:pt x="1811525" y="1114416"/>
                  </a:cubicBezTo>
                  <a:cubicBezTo>
                    <a:pt x="1812165" y="1114046"/>
                    <a:pt x="1813915" y="1115761"/>
                    <a:pt x="1813915" y="1115761"/>
                  </a:cubicBezTo>
                  <a:cubicBezTo>
                    <a:pt x="1813915" y="1115761"/>
                    <a:pt x="1814790" y="1117174"/>
                    <a:pt x="1814790" y="1117612"/>
                  </a:cubicBezTo>
                  <a:cubicBezTo>
                    <a:pt x="1814790" y="1118049"/>
                    <a:pt x="1815564" y="1119798"/>
                    <a:pt x="1815564" y="1119798"/>
                  </a:cubicBezTo>
                  <a:lnTo>
                    <a:pt x="1816977" y="1123700"/>
                  </a:lnTo>
                  <a:cubicBezTo>
                    <a:pt x="1816977" y="1123700"/>
                    <a:pt x="1817179" y="1125450"/>
                    <a:pt x="1817179" y="1125887"/>
                  </a:cubicBezTo>
                  <a:cubicBezTo>
                    <a:pt x="1817179" y="1126324"/>
                    <a:pt x="1816203" y="1128174"/>
                    <a:pt x="1816203" y="1128612"/>
                  </a:cubicBezTo>
                  <a:cubicBezTo>
                    <a:pt x="1816203" y="1129049"/>
                    <a:pt x="1816001" y="1130664"/>
                    <a:pt x="1816001" y="1130664"/>
                  </a:cubicBezTo>
                  <a:cubicBezTo>
                    <a:pt x="1816001" y="1130664"/>
                    <a:pt x="1816001" y="1132951"/>
                    <a:pt x="1816439" y="1133590"/>
                  </a:cubicBezTo>
                  <a:cubicBezTo>
                    <a:pt x="1816876" y="1134230"/>
                    <a:pt x="1816271" y="1136753"/>
                    <a:pt x="1816271" y="1136753"/>
                  </a:cubicBezTo>
                  <a:lnTo>
                    <a:pt x="1815227" y="1138502"/>
                  </a:lnTo>
                  <a:lnTo>
                    <a:pt x="1815227" y="1142101"/>
                  </a:lnTo>
                  <a:lnTo>
                    <a:pt x="1816001" y="1144153"/>
                  </a:lnTo>
                  <a:lnTo>
                    <a:pt x="1816540" y="1145902"/>
                  </a:lnTo>
                  <a:lnTo>
                    <a:pt x="1818155" y="1146878"/>
                  </a:lnTo>
                  <a:lnTo>
                    <a:pt x="1820208" y="1148291"/>
                  </a:lnTo>
                  <a:lnTo>
                    <a:pt x="1822597" y="1148392"/>
                  </a:lnTo>
                  <a:lnTo>
                    <a:pt x="1825862" y="1146542"/>
                  </a:lnTo>
                  <a:lnTo>
                    <a:pt x="1828252" y="1145129"/>
                  </a:lnTo>
                  <a:lnTo>
                    <a:pt x="1829126" y="1143615"/>
                  </a:lnTo>
                  <a:lnTo>
                    <a:pt x="1830338" y="1142101"/>
                  </a:lnTo>
                  <a:lnTo>
                    <a:pt x="1832290" y="1141226"/>
                  </a:lnTo>
                  <a:lnTo>
                    <a:pt x="1835218" y="1141226"/>
                  </a:lnTo>
                  <a:lnTo>
                    <a:pt x="1838819" y="1142875"/>
                  </a:lnTo>
                  <a:lnTo>
                    <a:pt x="1840670" y="1144187"/>
                  </a:lnTo>
                  <a:lnTo>
                    <a:pt x="1842184" y="1144826"/>
                  </a:lnTo>
                  <a:lnTo>
                    <a:pt x="1845012" y="1144927"/>
                  </a:lnTo>
                  <a:cubicBezTo>
                    <a:pt x="1845012" y="1144927"/>
                    <a:pt x="1847401" y="1142202"/>
                    <a:pt x="1847838" y="1142101"/>
                  </a:cubicBezTo>
                  <a:cubicBezTo>
                    <a:pt x="1848276" y="1142000"/>
                    <a:pt x="1849353" y="1139612"/>
                    <a:pt x="1849454" y="1139275"/>
                  </a:cubicBezTo>
                  <a:cubicBezTo>
                    <a:pt x="1849555" y="1138939"/>
                    <a:pt x="1851305" y="1133860"/>
                    <a:pt x="1851305" y="1133860"/>
                  </a:cubicBezTo>
                  <a:lnTo>
                    <a:pt x="1851742" y="1131807"/>
                  </a:lnTo>
                  <a:lnTo>
                    <a:pt x="1852079" y="1125180"/>
                  </a:lnTo>
                  <a:lnTo>
                    <a:pt x="1850867" y="1119327"/>
                  </a:lnTo>
                  <a:cubicBezTo>
                    <a:pt x="1850867" y="1119327"/>
                    <a:pt x="1849353" y="1116064"/>
                    <a:pt x="1849117" y="1115627"/>
                  </a:cubicBezTo>
                  <a:cubicBezTo>
                    <a:pt x="1848915" y="1115189"/>
                    <a:pt x="1847704" y="1112263"/>
                    <a:pt x="1847704" y="1112263"/>
                  </a:cubicBezTo>
                  <a:lnTo>
                    <a:pt x="1846290" y="1109000"/>
                  </a:lnTo>
                  <a:cubicBezTo>
                    <a:pt x="1846290" y="1109000"/>
                    <a:pt x="1846055" y="1107923"/>
                    <a:pt x="1846055" y="1106948"/>
                  </a:cubicBezTo>
                  <a:cubicBezTo>
                    <a:pt x="1846055" y="1105972"/>
                    <a:pt x="1845853" y="1103685"/>
                    <a:pt x="1845853" y="1102608"/>
                  </a:cubicBezTo>
                  <a:cubicBezTo>
                    <a:pt x="1845853" y="1101532"/>
                    <a:pt x="1845617" y="1098807"/>
                    <a:pt x="1845617" y="1098807"/>
                  </a:cubicBezTo>
                  <a:cubicBezTo>
                    <a:pt x="1845617" y="1098807"/>
                    <a:pt x="1845180" y="1096419"/>
                    <a:pt x="1845180" y="1095443"/>
                  </a:cubicBezTo>
                  <a:cubicBezTo>
                    <a:pt x="1845180" y="1094467"/>
                    <a:pt x="1845281" y="1092180"/>
                    <a:pt x="1845281" y="1091843"/>
                  </a:cubicBezTo>
                  <a:cubicBezTo>
                    <a:pt x="1845281" y="1091507"/>
                    <a:pt x="1845281" y="1090330"/>
                    <a:pt x="1845382" y="1089993"/>
                  </a:cubicBezTo>
                  <a:cubicBezTo>
                    <a:pt x="1845483" y="1089657"/>
                    <a:pt x="1847569" y="1087807"/>
                    <a:pt x="1847569" y="1087807"/>
                  </a:cubicBezTo>
                  <a:lnTo>
                    <a:pt x="1849420" y="1085519"/>
                  </a:lnTo>
                  <a:lnTo>
                    <a:pt x="1852146" y="1083232"/>
                  </a:lnTo>
                  <a:cubicBezTo>
                    <a:pt x="1852146" y="1083232"/>
                    <a:pt x="1852247" y="1080843"/>
                    <a:pt x="1852146" y="1080070"/>
                  </a:cubicBezTo>
                  <a:cubicBezTo>
                    <a:pt x="1852045" y="1079296"/>
                    <a:pt x="1851170" y="1077042"/>
                    <a:pt x="1851170" y="1077042"/>
                  </a:cubicBezTo>
                  <a:cubicBezTo>
                    <a:pt x="1851170" y="1077042"/>
                    <a:pt x="1848680" y="1074116"/>
                    <a:pt x="1848579" y="1073779"/>
                  </a:cubicBezTo>
                  <a:cubicBezTo>
                    <a:pt x="1848478" y="1073443"/>
                    <a:pt x="1848478" y="1071828"/>
                    <a:pt x="1848478" y="1071828"/>
                  </a:cubicBezTo>
                  <a:lnTo>
                    <a:pt x="1850531" y="1070213"/>
                  </a:lnTo>
                  <a:cubicBezTo>
                    <a:pt x="1850531" y="1070213"/>
                    <a:pt x="1851608" y="1067926"/>
                    <a:pt x="1851944" y="1067825"/>
                  </a:cubicBezTo>
                  <a:cubicBezTo>
                    <a:pt x="1852281" y="1067724"/>
                    <a:pt x="1852920" y="1066412"/>
                    <a:pt x="1852920" y="1065975"/>
                  </a:cubicBezTo>
                  <a:cubicBezTo>
                    <a:pt x="1852920" y="1065537"/>
                    <a:pt x="1853122" y="1063250"/>
                    <a:pt x="1853122" y="1062812"/>
                  </a:cubicBezTo>
                  <a:cubicBezTo>
                    <a:pt x="1853122" y="1062375"/>
                    <a:pt x="1852920" y="1059785"/>
                    <a:pt x="1852584" y="1059550"/>
                  </a:cubicBezTo>
                  <a:cubicBezTo>
                    <a:pt x="1852247" y="1059348"/>
                    <a:pt x="1850968" y="1056623"/>
                    <a:pt x="1850968" y="1056623"/>
                  </a:cubicBezTo>
                  <a:lnTo>
                    <a:pt x="1851170" y="1055311"/>
                  </a:lnTo>
                  <a:cubicBezTo>
                    <a:pt x="1851170" y="1055311"/>
                    <a:pt x="1851810" y="1054672"/>
                    <a:pt x="1852483" y="1054436"/>
                  </a:cubicBezTo>
                  <a:cubicBezTo>
                    <a:pt x="1853122" y="1054201"/>
                    <a:pt x="1855074" y="1052922"/>
                    <a:pt x="1855074" y="1052922"/>
                  </a:cubicBezTo>
                  <a:lnTo>
                    <a:pt x="1856151" y="1052283"/>
                  </a:lnTo>
                  <a:cubicBezTo>
                    <a:pt x="1856151" y="1052283"/>
                    <a:pt x="1858339" y="1051409"/>
                    <a:pt x="1858440" y="1052283"/>
                  </a:cubicBezTo>
                  <a:cubicBezTo>
                    <a:pt x="1858541" y="1053158"/>
                    <a:pt x="1858103" y="1053259"/>
                    <a:pt x="1859214" y="1054033"/>
                  </a:cubicBezTo>
                  <a:cubicBezTo>
                    <a:pt x="1860291" y="1054806"/>
                    <a:pt x="1860291" y="1054806"/>
                    <a:pt x="1860291" y="1054806"/>
                  </a:cubicBezTo>
                  <a:cubicBezTo>
                    <a:pt x="1860291" y="1054806"/>
                    <a:pt x="1861065" y="1055143"/>
                    <a:pt x="1861368" y="1054907"/>
                  </a:cubicBezTo>
                  <a:cubicBezTo>
                    <a:pt x="1861704" y="1054705"/>
                    <a:pt x="1862546" y="1051913"/>
                    <a:pt x="1862546" y="1051913"/>
                  </a:cubicBezTo>
                  <a:cubicBezTo>
                    <a:pt x="1863185" y="1051745"/>
                    <a:pt x="1866685" y="1051913"/>
                    <a:pt x="1866685" y="1051913"/>
                  </a:cubicBezTo>
                  <a:lnTo>
                    <a:pt x="1867459" y="1053494"/>
                  </a:lnTo>
                  <a:lnTo>
                    <a:pt x="1868435" y="1059247"/>
                  </a:lnTo>
                  <a:lnTo>
                    <a:pt x="1867897" y="1062409"/>
                  </a:lnTo>
                  <a:lnTo>
                    <a:pt x="1867459" y="1066008"/>
                  </a:lnTo>
                  <a:lnTo>
                    <a:pt x="1867358" y="1068498"/>
                  </a:lnTo>
                  <a:lnTo>
                    <a:pt x="1867358" y="1070886"/>
                  </a:lnTo>
                  <a:lnTo>
                    <a:pt x="1868233" y="1072837"/>
                  </a:lnTo>
                  <a:cubicBezTo>
                    <a:pt x="1868233" y="1072837"/>
                    <a:pt x="1869209" y="1073106"/>
                    <a:pt x="1869546" y="1073106"/>
                  </a:cubicBezTo>
                  <a:cubicBezTo>
                    <a:pt x="1869882" y="1073106"/>
                    <a:pt x="1870858" y="1073476"/>
                    <a:pt x="1870858" y="1073476"/>
                  </a:cubicBezTo>
                  <a:lnTo>
                    <a:pt x="1873450" y="1073476"/>
                  </a:lnTo>
                  <a:lnTo>
                    <a:pt x="1876176" y="1073140"/>
                  </a:lnTo>
                  <a:cubicBezTo>
                    <a:pt x="1876176" y="1073140"/>
                    <a:pt x="1878027" y="1071727"/>
                    <a:pt x="1878464" y="1071492"/>
                  </a:cubicBezTo>
                  <a:cubicBezTo>
                    <a:pt x="1878902" y="1071290"/>
                    <a:pt x="1879104" y="1070180"/>
                    <a:pt x="1879104" y="1070180"/>
                  </a:cubicBezTo>
                  <a:lnTo>
                    <a:pt x="1878128" y="1066580"/>
                  </a:lnTo>
                  <a:cubicBezTo>
                    <a:pt x="1878128" y="1066580"/>
                    <a:pt x="1877926" y="1064831"/>
                    <a:pt x="1877926" y="1064427"/>
                  </a:cubicBezTo>
                  <a:cubicBezTo>
                    <a:pt x="1877926" y="1063990"/>
                    <a:pt x="1877724" y="1061501"/>
                    <a:pt x="1877724" y="1061501"/>
                  </a:cubicBezTo>
                  <a:lnTo>
                    <a:pt x="1878599" y="1059112"/>
                  </a:lnTo>
                  <a:lnTo>
                    <a:pt x="1881762" y="1057800"/>
                  </a:lnTo>
                  <a:lnTo>
                    <a:pt x="1882402" y="1056724"/>
                  </a:lnTo>
                  <a:lnTo>
                    <a:pt x="1880450" y="1054134"/>
                  </a:lnTo>
                  <a:cubicBezTo>
                    <a:pt x="1880450" y="1054134"/>
                    <a:pt x="1881325" y="1052721"/>
                    <a:pt x="1881661" y="1052721"/>
                  </a:cubicBezTo>
                  <a:cubicBezTo>
                    <a:pt x="1881998" y="1052721"/>
                    <a:pt x="1884589" y="1052620"/>
                    <a:pt x="1884589" y="1052620"/>
                  </a:cubicBezTo>
                  <a:lnTo>
                    <a:pt x="1887080" y="1052519"/>
                  </a:lnTo>
                  <a:cubicBezTo>
                    <a:pt x="1887080" y="1052519"/>
                    <a:pt x="1887416" y="1050770"/>
                    <a:pt x="1887416" y="1050332"/>
                  </a:cubicBezTo>
                  <a:cubicBezTo>
                    <a:pt x="1887416" y="1049895"/>
                    <a:pt x="1887315" y="1047708"/>
                    <a:pt x="1887315" y="1047708"/>
                  </a:cubicBezTo>
                  <a:lnTo>
                    <a:pt x="1886676" y="1046396"/>
                  </a:lnTo>
                  <a:lnTo>
                    <a:pt x="1885060" y="1044983"/>
                  </a:lnTo>
                  <a:lnTo>
                    <a:pt x="1884623" y="1044109"/>
                  </a:lnTo>
                  <a:cubicBezTo>
                    <a:pt x="1884623" y="1044109"/>
                    <a:pt x="1885599" y="1042259"/>
                    <a:pt x="1885935" y="1042023"/>
                  </a:cubicBezTo>
                  <a:cubicBezTo>
                    <a:pt x="1886272" y="1041821"/>
                    <a:pt x="1887147" y="1041384"/>
                    <a:pt x="1887450" y="1041250"/>
                  </a:cubicBezTo>
                  <a:cubicBezTo>
                    <a:pt x="1887787" y="1041148"/>
                    <a:pt x="1886810" y="1039500"/>
                    <a:pt x="1886810" y="1039500"/>
                  </a:cubicBezTo>
                  <a:lnTo>
                    <a:pt x="1883109" y="1034824"/>
                  </a:lnTo>
                  <a:lnTo>
                    <a:pt x="1883109" y="1034286"/>
                  </a:lnTo>
                  <a:lnTo>
                    <a:pt x="1885700" y="1032638"/>
                  </a:lnTo>
                  <a:cubicBezTo>
                    <a:pt x="1885700" y="1032638"/>
                    <a:pt x="1887753" y="1030788"/>
                    <a:pt x="1889065" y="1030788"/>
                  </a:cubicBezTo>
                  <a:cubicBezTo>
                    <a:pt x="1890378" y="1030788"/>
                    <a:pt x="1891354" y="1030249"/>
                    <a:pt x="1892431" y="1030249"/>
                  </a:cubicBezTo>
                  <a:cubicBezTo>
                    <a:pt x="1893508" y="1030249"/>
                    <a:pt x="1896133" y="1030687"/>
                    <a:pt x="1896671" y="1030788"/>
                  </a:cubicBezTo>
                  <a:cubicBezTo>
                    <a:pt x="1897580" y="1031124"/>
                    <a:pt x="1899094" y="1031662"/>
                    <a:pt x="1899094" y="1031662"/>
                  </a:cubicBezTo>
                  <a:close/>
                </a:path>
              </a:pathLst>
            </a:custGeom>
            <a:grpFill/>
            <a:ln w="6350" cap="flat">
              <a:solidFill>
                <a:schemeClr val="bg1"/>
              </a:solidFill>
              <a:prstDash val="solid"/>
              <a:miter/>
            </a:ln>
          </p:spPr>
          <p:txBody>
            <a:bodyPr rtlCol="0" anchor="ctr"/>
            <a:lstStyle/>
            <a:p>
              <a:endParaRPr lang="en-US"/>
            </a:p>
          </p:txBody>
        </p:sp>
        <p:sp>
          <p:nvSpPr>
            <p:cNvPr id="133" name="Freeform 912">
              <a:extLst>
                <a:ext uri="{FF2B5EF4-FFF2-40B4-BE49-F238E27FC236}">
                  <a16:creationId xmlns:a16="http://schemas.microsoft.com/office/drawing/2014/main" id="{4B0F9860-0E86-13AC-B0D7-B29D66EC77B3}"/>
                </a:ext>
              </a:extLst>
            </p:cNvPr>
            <p:cNvSpPr/>
            <p:nvPr/>
          </p:nvSpPr>
          <p:spPr>
            <a:xfrm>
              <a:off x="6097266" y="1897501"/>
              <a:ext cx="1051007" cy="784315"/>
            </a:xfrm>
            <a:custGeom>
              <a:avLst/>
              <a:gdLst>
                <a:gd name="connsiteX0" fmla="*/ 1673575 w 2017827"/>
                <a:gd name="connsiteY0" fmla="*/ 1173514 h 1505806"/>
                <a:gd name="connsiteX1" fmla="*/ 1674349 w 2017827"/>
                <a:gd name="connsiteY1" fmla="*/ 1170352 h 1505806"/>
                <a:gd name="connsiteX2" fmla="*/ 1674989 w 2017827"/>
                <a:gd name="connsiteY2" fmla="*/ 1168502 h 1505806"/>
                <a:gd name="connsiteX3" fmla="*/ 1675527 w 2017827"/>
                <a:gd name="connsiteY3" fmla="*/ 1166854 h 1505806"/>
                <a:gd name="connsiteX4" fmla="*/ 1676301 w 2017827"/>
                <a:gd name="connsiteY4" fmla="*/ 1162716 h 1505806"/>
                <a:gd name="connsiteX5" fmla="*/ 1676739 w 2017827"/>
                <a:gd name="connsiteY5" fmla="*/ 1159991 h 1505806"/>
                <a:gd name="connsiteX6" fmla="*/ 1676941 w 2017827"/>
                <a:gd name="connsiteY6" fmla="*/ 1157502 h 1505806"/>
                <a:gd name="connsiteX7" fmla="*/ 1677041 w 2017827"/>
                <a:gd name="connsiteY7" fmla="*/ 1155651 h 1505806"/>
                <a:gd name="connsiteX8" fmla="*/ 1677041 w 2017827"/>
                <a:gd name="connsiteY8" fmla="*/ 1153902 h 1505806"/>
                <a:gd name="connsiteX9" fmla="*/ 1676671 w 2017827"/>
                <a:gd name="connsiteY9" fmla="*/ 1150875 h 1505806"/>
                <a:gd name="connsiteX10" fmla="*/ 1676402 w 2017827"/>
                <a:gd name="connsiteY10" fmla="*/ 1149125 h 1505806"/>
                <a:gd name="connsiteX11" fmla="*/ 1674551 w 2017827"/>
                <a:gd name="connsiteY11" fmla="*/ 1147914 h 1505806"/>
                <a:gd name="connsiteX12" fmla="*/ 1673575 w 2017827"/>
                <a:gd name="connsiteY12" fmla="*/ 1146939 h 1505806"/>
                <a:gd name="connsiteX13" fmla="*/ 1669570 w 2017827"/>
                <a:gd name="connsiteY13" fmla="*/ 1144349 h 1505806"/>
                <a:gd name="connsiteX14" fmla="*/ 1668796 w 2017827"/>
                <a:gd name="connsiteY14" fmla="*/ 1143810 h 1505806"/>
                <a:gd name="connsiteX15" fmla="*/ 1668460 w 2017827"/>
                <a:gd name="connsiteY15" fmla="*/ 1140648 h 1505806"/>
                <a:gd name="connsiteX16" fmla="*/ 1667820 w 2017827"/>
                <a:gd name="connsiteY16" fmla="*/ 1136511 h 1505806"/>
                <a:gd name="connsiteX17" fmla="*/ 1666609 w 2017827"/>
                <a:gd name="connsiteY17" fmla="*/ 1133046 h 1505806"/>
                <a:gd name="connsiteX18" fmla="*/ 1666609 w 2017827"/>
                <a:gd name="connsiteY18" fmla="*/ 1129682 h 1505806"/>
                <a:gd name="connsiteX19" fmla="*/ 1670075 w 2017827"/>
                <a:gd name="connsiteY19" fmla="*/ 1126082 h 1505806"/>
                <a:gd name="connsiteX20" fmla="*/ 1670075 w 2017827"/>
                <a:gd name="connsiteY20" fmla="*/ 1119018 h 1505806"/>
                <a:gd name="connsiteX21" fmla="*/ 1670916 w 2017827"/>
                <a:gd name="connsiteY21" fmla="*/ 1110204 h 1505806"/>
                <a:gd name="connsiteX22" fmla="*/ 1671825 w 2017827"/>
                <a:gd name="connsiteY22" fmla="*/ 1106941 h 1505806"/>
                <a:gd name="connsiteX23" fmla="*/ 1671825 w 2017827"/>
                <a:gd name="connsiteY23" fmla="*/ 1104116 h 1505806"/>
                <a:gd name="connsiteX24" fmla="*/ 1671287 w 2017827"/>
                <a:gd name="connsiteY24" fmla="*/ 1102030 h 1505806"/>
                <a:gd name="connsiteX25" fmla="*/ 1670950 w 2017827"/>
                <a:gd name="connsiteY25" fmla="*/ 1100079 h 1505806"/>
                <a:gd name="connsiteX26" fmla="*/ 1670950 w 2017827"/>
                <a:gd name="connsiteY26" fmla="*/ 1098229 h 1505806"/>
                <a:gd name="connsiteX27" fmla="*/ 1672566 w 2017827"/>
                <a:gd name="connsiteY27" fmla="*/ 1095504 h 1505806"/>
                <a:gd name="connsiteX28" fmla="*/ 1675056 w 2017827"/>
                <a:gd name="connsiteY28" fmla="*/ 1091804 h 1505806"/>
                <a:gd name="connsiteX29" fmla="*/ 1676907 w 2017827"/>
                <a:gd name="connsiteY29" fmla="*/ 1088641 h 1505806"/>
                <a:gd name="connsiteX30" fmla="*/ 1680373 w 2017827"/>
                <a:gd name="connsiteY30" fmla="*/ 1086589 h 1505806"/>
                <a:gd name="connsiteX31" fmla="*/ 1683974 w 2017827"/>
                <a:gd name="connsiteY31" fmla="*/ 1081712 h 1505806"/>
                <a:gd name="connsiteX32" fmla="*/ 1686027 w 2017827"/>
                <a:gd name="connsiteY32" fmla="*/ 1079660 h 1505806"/>
                <a:gd name="connsiteX33" fmla="*/ 1688518 w 2017827"/>
                <a:gd name="connsiteY33" fmla="*/ 1076598 h 1505806"/>
                <a:gd name="connsiteX34" fmla="*/ 1689830 w 2017827"/>
                <a:gd name="connsiteY34" fmla="*/ 1073133 h 1505806"/>
                <a:gd name="connsiteX35" fmla="*/ 1689628 w 2017827"/>
                <a:gd name="connsiteY35" fmla="*/ 1070745 h 1505806"/>
                <a:gd name="connsiteX36" fmla="*/ 1688551 w 2017827"/>
                <a:gd name="connsiteY36" fmla="*/ 1066506 h 1505806"/>
                <a:gd name="connsiteX37" fmla="*/ 1689022 w 2017827"/>
                <a:gd name="connsiteY37" fmla="*/ 1043699 h 1505806"/>
                <a:gd name="connsiteX38" fmla="*/ 1689527 w 2017827"/>
                <a:gd name="connsiteY38" fmla="*/ 1041209 h 1505806"/>
                <a:gd name="connsiteX39" fmla="*/ 1689191 w 2017827"/>
                <a:gd name="connsiteY39" fmla="*/ 1039023 h 1505806"/>
                <a:gd name="connsiteX40" fmla="*/ 1689191 w 2017827"/>
                <a:gd name="connsiteY40" fmla="*/ 1037375 h 1505806"/>
                <a:gd name="connsiteX41" fmla="*/ 1689191 w 2017827"/>
                <a:gd name="connsiteY41" fmla="*/ 1033910 h 1505806"/>
                <a:gd name="connsiteX42" fmla="*/ 1689191 w 2017827"/>
                <a:gd name="connsiteY42" fmla="*/ 1032160 h 1505806"/>
                <a:gd name="connsiteX43" fmla="*/ 1691109 w 2017827"/>
                <a:gd name="connsiteY43" fmla="*/ 1032059 h 1505806"/>
                <a:gd name="connsiteX44" fmla="*/ 1693330 w 2017827"/>
                <a:gd name="connsiteY44" fmla="*/ 1032160 h 1505806"/>
                <a:gd name="connsiteX45" fmla="*/ 1696157 w 2017827"/>
                <a:gd name="connsiteY45" fmla="*/ 1032699 h 1505806"/>
                <a:gd name="connsiteX46" fmla="*/ 1698883 w 2017827"/>
                <a:gd name="connsiteY46" fmla="*/ 1033876 h 1505806"/>
                <a:gd name="connsiteX47" fmla="*/ 1703763 w 2017827"/>
                <a:gd name="connsiteY47" fmla="*/ 1035188 h 1505806"/>
                <a:gd name="connsiteX48" fmla="*/ 1709081 w 2017827"/>
                <a:gd name="connsiteY48" fmla="*/ 1035289 h 1505806"/>
                <a:gd name="connsiteX49" fmla="*/ 1715711 w 2017827"/>
                <a:gd name="connsiteY49" fmla="*/ 1038451 h 1505806"/>
                <a:gd name="connsiteX50" fmla="*/ 1719312 w 2017827"/>
                <a:gd name="connsiteY50" fmla="*/ 1039763 h 1505806"/>
                <a:gd name="connsiteX51" fmla="*/ 1722374 w 2017827"/>
                <a:gd name="connsiteY51" fmla="*/ 1040638 h 1505806"/>
                <a:gd name="connsiteX52" fmla="*/ 1726413 w 2017827"/>
                <a:gd name="connsiteY52" fmla="*/ 1040974 h 1505806"/>
                <a:gd name="connsiteX53" fmla="*/ 1729240 w 2017827"/>
                <a:gd name="connsiteY53" fmla="*/ 1040873 h 1505806"/>
                <a:gd name="connsiteX54" fmla="*/ 1732841 w 2017827"/>
                <a:gd name="connsiteY54" fmla="*/ 1040671 h 1505806"/>
                <a:gd name="connsiteX55" fmla="*/ 1735769 w 2017827"/>
                <a:gd name="connsiteY55" fmla="*/ 1039898 h 1505806"/>
                <a:gd name="connsiteX56" fmla="*/ 1738394 w 2017827"/>
                <a:gd name="connsiteY56" fmla="*/ 1038922 h 1505806"/>
                <a:gd name="connsiteX57" fmla="*/ 1739471 w 2017827"/>
                <a:gd name="connsiteY57" fmla="*/ 1038283 h 1505806"/>
                <a:gd name="connsiteX58" fmla="*/ 1741221 w 2017827"/>
                <a:gd name="connsiteY58" fmla="*/ 1037745 h 1505806"/>
                <a:gd name="connsiteX59" fmla="*/ 1743509 w 2017827"/>
                <a:gd name="connsiteY59" fmla="*/ 1037105 h 1505806"/>
                <a:gd name="connsiteX60" fmla="*/ 1745461 w 2017827"/>
                <a:gd name="connsiteY60" fmla="*/ 1036231 h 1505806"/>
                <a:gd name="connsiteX61" fmla="*/ 1747211 w 2017827"/>
                <a:gd name="connsiteY61" fmla="*/ 1035592 h 1505806"/>
                <a:gd name="connsiteX62" fmla="*/ 1749163 w 2017827"/>
                <a:gd name="connsiteY62" fmla="*/ 1034381 h 1505806"/>
                <a:gd name="connsiteX63" fmla="*/ 1750476 w 2017827"/>
                <a:gd name="connsiteY63" fmla="*/ 1033304 h 1505806"/>
                <a:gd name="connsiteX64" fmla="*/ 1751889 w 2017827"/>
                <a:gd name="connsiteY64" fmla="*/ 1032228 h 1505806"/>
                <a:gd name="connsiteX65" fmla="*/ 1753404 w 2017827"/>
                <a:gd name="connsiteY65" fmla="*/ 1031689 h 1505806"/>
                <a:gd name="connsiteX66" fmla="*/ 1754481 w 2017827"/>
                <a:gd name="connsiteY66" fmla="*/ 1031252 h 1505806"/>
                <a:gd name="connsiteX67" fmla="*/ 1756433 w 2017827"/>
                <a:gd name="connsiteY67" fmla="*/ 1030377 h 1505806"/>
                <a:gd name="connsiteX68" fmla="*/ 1758385 w 2017827"/>
                <a:gd name="connsiteY68" fmla="*/ 1028763 h 1505806"/>
                <a:gd name="connsiteX69" fmla="*/ 1759563 w 2017827"/>
                <a:gd name="connsiteY69" fmla="*/ 1027552 h 1505806"/>
                <a:gd name="connsiteX70" fmla="*/ 1760337 w 2017827"/>
                <a:gd name="connsiteY70" fmla="*/ 1027014 h 1505806"/>
                <a:gd name="connsiteX71" fmla="*/ 1761212 w 2017827"/>
                <a:gd name="connsiteY71" fmla="*/ 1026576 h 1505806"/>
                <a:gd name="connsiteX72" fmla="*/ 1762524 w 2017827"/>
                <a:gd name="connsiteY72" fmla="*/ 1025399 h 1505806"/>
                <a:gd name="connsiteX73" fmla="*/ 1764274 w 2017827"/>
                <a:gd name="connsiteY73" fmla="*/ 1024760 h 1505806"/>
                <a:gd name="connsiteX74" fmla="*/ 1766024 w 2017827"/>
                <a:gd name="connsiteY74" fmla="*/ 1023986 h 1505806"/>
                <a:gd name="connsiteX75" fmla="*/ 1767101 w 2017827"/>
                <a:gd name="connsiteY75" fmla="*/ 1022775 h 1505806"/>
                <a:gd name="connsiteX76" fmla="*/ 1767976 w 2017827"/>
                <a:gd name="connsiteY76" fmla="*/ 1021026 h 1505806"/>
                <a:gd name="connsiteX77" fmla="*/ 1770029 w 2017827"/>
                <a:gd name="connsiteY77" fmla="*/ 1017998 h 1505806"/>
                <a:gd name="connsiteX78" fmla="*/ 1771779 w 2017827"/>
                <a:gd name="connsiteY78" fmla="*/ 1015711 h 1505806"/>
                <a:gd name="connsiteX79" fmla="*/ 1772856 w 2017827"/>
                <a:gd name="connsiteY79" fmla="*/ 1012549 h 1505806"/>
                <a:gd name="connsiteX80" fmla="*/ 1775145 w 2017827"/>
                <a:gd name="connsiteY80" fmla="*/ 1008074 h 1505806"/>
                <a:gd name="connsiteX81" fmla="*/ 1780799 w 2017827"/>
                <a:gd name="connsiteY81" fmla="*/ 1002221 h 1505806"/>
                <a:gd name="connsiteX82" fmla="*/ 1785477 w 2017827"/>
                <a:gd name="connsiteY82" fmla="*/ 998958 h 1505806"/>
                <a:gd name="connsiteX83" fmla="*/ 1790357 w 2017827"/>
                <a:gd name="connsiteY83" fmla="*/ 990918 h 1505806"/>
                <a:gd name="connsiteX84" fmla="*/ 1797861 w 2017827"/>
                <a:gd name="connsiteY84" fmla="*/ 982441 h 1505806"/>
                <a:gd name="connsiteX85" fmla="*/ 1807857 w 2017827"/>
                <a:gd name="connsiteY85" fmla="*/ 975814 h 1505806"/>
                <a:gd name="connsiteX86" fmla="*/ 1817415 w 2017827"/>
                <a:gd name="connsiteY86" fmla="*/ 970163 h 1505806"/>
                <a:gd name="connsiteX87" fmla="*/ 1825795 w 2017827"/>
                <a:gd name="connsiteY87" fmla="*/ 963973 h 1505806"/>
                <a:gd name="connsiteX88" fmla="*/ 1831449 w 2017827"/>
                <a:gd name="connsiteY88" fmla="*/ 959297 h 1505806"/>
                <a:gd name="connsiteX89" fmla="*/ 1845483 w 2017827"/>
                <a:gd name="connsiteY89" fmla="*/ 949306 h 1505806"/>
                <a:gd name="connsiteX90" fmla="*/ 1853627 w 2017827"/>
                <a:gd name="connsiteY90" fmla="*/ 942141 h 1505806"/>
                <a:gd name="connsiteX91" fmla="*/ 1857329 w 2017827"/>
                <a:gd name="connsiteY91" fmla="*/ 939651 h 1505806"/>
                <a:gd name="connsiteX92" fmla="*/ 1861334 w 2017827"/>
                <a:gd name="connsiteY92" fmla="*/ 936287 h 1505806"/>
                <a:gd name="connsiteX93" fmla="*/ 1866651 w 2017827"/>
                <a:gd name="connsiteY93" fmla="*/ 933024 h 1505806"/>
                <a:gd name="connsiteX94" fmla="*/ 1872844 w 2017827"/>
                <a:gd name="connsiteY94" fmla="*/ 930098 h 1505806"/>
                <a:gd name="connsiteX95" fmla="*/ 1877959 w 2017827"/>
                <a:gd name="connsiteY95" fmla="*/ 928046 h 1505806"/>
                <a:gd name="connsiteX96" fmla="*/ 1882099 w 2017827"/>
                <a:gd name="connsiteY96" fmla="*/ 925018 h 1505806"/>
                <a:gd name="connsiteX97" fmla="*/ 1897210 w 2017827"/>
                <a:gd name="connsiteY97" fmla="*/ 922966 h 1505806"/>
                <a:gd name="connsiteX98" fmla="*/ 1915787 w 2017827"/>
                <a:gd name="connsiteY98" fmla="*/ 918055 h 1505806"/>
                <a:gd name="connsiteX99" fmla="*/ 1918816 w 2017827"/>
                <a:gd name="connsiteY99" fmla="*/ 917617 h 1505806"/>
                <a:gd name="connsiteX100" fmla="*/ 1925008 w 2017827"/>
                <a:gd name="connsiteY100" fmla="*/ 920006 h 1505806"/>
                <a:gd name="connsiteX101" fmla="*/ 1927936 w 2017827"/>
                <a:gd name="connsiteY101" fmla="*/ 919569 h 1505806"/>
                <a:gd name="connsiteX102" fmla="*/ 1931201 w 2017827"/>
                <a:gd name="connsiteY102" fmla="*/ 918257 h 1505806"/>
                <a:gd name="connsiteX103" fmla="*/ 1934364 w 2017827"/>
                <a:gd name="connsiteY103" fmla="*/ 917517 h 1505806"/>
                <a:gd name="connsiteX104" fmla="*/ 1938807 w 2017827"/>
                <a:gd name="connsiteY104" fmla="*/ 914893 h 1505806"/>
                <a:gd name="connsiteX105" fmla="*/ 1942273 w 2017827"/>
                <a:gd name="connsiteY105" fmla="*/ 914893 h 1505806"/>
                <a:gd name="connsiteX106" fmla="*/ 1946615 w 2017827"/>
                <a:gd name="connsiteY106" fmla="*/ 915666 h 1505806"/>
                <a:gd name="connsiteX107" fmla="*/ 1951629 w 2017827"/>
                <a:gd name="connsiteY107" fmla="*/ 917617 h 1505806"/>
                <a:gd name="connsiteX108" fmla="*/ 1956509 w 2017827"/>
                <a:gd name="connsiteY108" fmla="*/ 918828 h 1505806"/>
                <a:gd name="connsiteX109" fmla="*/ 1967279 w 2017827"/>
                <a:gd name="connsiteY109" fmla="*/ 922091 h 1505806"/>
                <a:gd name="connsiteX110" fmla="*/ 1976197 w 2017827"/>
                <a:gd name="connsiteY110" fmla="*/ 921553 h 1505806"/>
                <a:gd name="connsiteX111" fmla="*/ 1980337 w 2017827"/>
                <a:gd name="connsiteY111" fmla="*/ 915902 h 1505806"/>
                <a:gd name="connsiteX112" fmla="*/ 1983803 w 2017827"/>
                <a:gd name="connsiteY112" fmla="*/ 913413 h 1505806"/>
                <a:gd name="connsiteX113" fmla="*/ 1989659 w 2017827"/>
                <a:gd name="connsiteY113" fmla="*/ 910385 h 1505806"/>
                <a:gd name="connsiteX114" fmla="*/ 1992250 w 2017827"/>
                <a:gd name="connsiteY114" fmla="*/ 907357 h 1505806"/>
                <a:gd name="connsiteX115" fmla="*/ 1992048 w 2017827"/>
                <a:gd name="connsiteY115" fmla="*/ 904733 h 1505806"/>
                <a:gd name="connsiteX116" fmla="*/ 1987471 w 2017827"/>
                <a:gd name="connsiteY116" fmla="*/ 899519 h 1505806"/>
                <a:gd name="connsiteX117" fmla="*/ 1989659 w 2017827"/>
                <a:gd name="connsiteY117" fmla="*/ 888015 h 1505806"/>
                <a:gd name="connsiteX118" fmla="*/ 1992688 w 2017827"/>
                <a:gd name="connsiteY118" fmla="*/ 880076 h 1505806"/>
                <a:gd name="connsiteX119" fmla="*/ 1993563 w 2017827"/>
                <a:gd name="connsiteY119" fmla="*/ 869008 h 1505806"/>
                <a:gd name="connsiteX120" fmla="*/ 1992149 w 2017827"/>
                <a:gd name="connsiteY120" fmla="*/ 858344 h 1505806"/>
                <a:gd name="connsiteX121" fmla="*/ 1993226 w 2017827"/>
                <a:gd name="connsiteY121" fmla="*/ 851818 h 1505806"/>
                <a:gd name="connsiteX122" fmla="*/ 1993226 w 2017827"/>
                <a:gd name="connsiteY122" fmla="*/ 847681 h 1505806"/>
                <a:gd name="connsiteX123" fmla="*/ 1993866 w 2017827"/>
                <a:gd name="connsiteY123" fmla="*/ 842467 h 1505806"/>
                <a:gd name="connsiteX124" fmla="*/ 1996457 w 2017827"/>
                <a:gd name="connsiteY124" fmla="*/ 839203 h 1505806"/>
                <a:gd name="connsiteX125" fmla="*/ 2002212 w 2017827"/>
                <a:gd name="connsiteY125" fmla="*/ 835739 h 1505806"/>
                <a:gd name="connsiteX126" fmla="*/ 2008405 w 2017827"/>
                <a:gd name="connsiteY126" fmla="*/ 831500 h 1505806"/>
                <a:gd name="connsiteX127" fmla="*/ 2015674 w 2017827"/>
                <a:gd name="connsiteY127" fmla="*/ 830861 h 1505806"/>
                <a:gd name="connsiteX128" fmla="*/ 2017087 w 2017827"/>
                <a:gd name="connsiteY128" fmla="*/ 829179 h 1505806"/>
                <a:gd name="connsiteX129" fmla="*/ 2017828 w 2017827"/>
                <a:gd name="connsiteY129" fmla="*/ 827160 h 1505806"/>
                <a:gd name="connsiteX130" fmla="*/ 2017828 w 2017827"/>
                <a:gd name="connsiteY130" fmla="*/ 823696 h 1505806"/>
                <a:gd name="connsiteX131" fmla="*/ 2017828 w 2017827"/>
                <a:gd name="connsiteY131" fmla="*/ 816194 h 1505806"/>
                <a:gd name="connsiteX132" fmla="*/ 2016751 w 2017827"/>
                <a:gd name="connsiteY132" fmla="*/ 810643 h 1505806"/>
                <a:gd name="connsiteX133" fmla="*/ 2014900 w 2017827"/>
                <a:gd name="connsiteY133" fmla="*/ 807044 h 1505806"/>
                <a:gd name="connsiteX134" fmla="*/ 2012174 w 2017827"/>
                <a:gd name="connsiteY134" fmla="*/ 802805 h 1505806"/>
                <a:gd name="connsiteX135" fmla="*/ 2008371 w 2017827"/>
                <a:gd name="connsiteY135" fmla="*/ 798029 h 1505806"/>
                <a:gd name="connsiteX136" fmla="*/ 2005880 w 2017827"/>
                <a:gd name="connsiteY136" fmla="*/ 792377 h 1505806"/>
                <a:gd name="connsiteX137" fmla="*/ 2003491 w 2017827"/>
                <a:gd name="connsiteY137" fmla="*/ 789350 h 1505806"/>
                <a:gd name="connsiteX138" fmla="*/ 1997837 w 2017827"/>
                <a:gd name="connsiteY138" fmla="*/ 782487 h 1505806"/>
                <a:gd name="connsiteX139" fmla="*/ 1995347 w 2017827"/>
                <a:gd name="connsiteY139" fmla="*/ 777710 h 1505806"/>
                <a:gd name="connsiteX140" fmla="*/ 1990568 w 2017827"/>
                <a:gd name="connsiteY140" fmla="*/ 772933 h 1505806"/>
                <a:gd name="connsiteX141" fmla="*/ 1987842 w 2017827"/>
                <a:gd name="connsiteY141" fmla="*/ 769468 h 1505806"/>
                <a:gd name="connsiteX142" fmla="*/ 1982962 w 2017827"/>
                <a:gd name="connsiteY142" fmla="*/ 762606 h 1505806"/>
                <a:gd name="connsiteX143" fmla="*/ 1981346 w 2017827"/>
                <a:gd name="connsiteY143" fmla="*/ 755878 h 1505806"/>
                <a:gd name="connsiteX144" fmla="*/ 1981346 w 2017827"/>
                <a:gd name="connsiteY144" fmla="*/ 748040 h 1505806"/>
                <a:gd name="connsiteX145" fmla="*/ 1980370 w 2017827"/>
                <a:gd name="connsiteY145" fmla="*/ 735560 h 1505806"/>
                <a:gd name="connsiteX146" fmla="*/ 1978317 w 2017827"/>
                <a:gd name="connsiteY146" fmla="*/ 727419 h 1505806"/>
                <a:gd name="connsiteX147" fmla="*/ 1975591 w 2017827"/>
                <a:gd name="connsiteY147" fmla="*/ 719816 h 1505806"/>
                <a:gd name="connsiteX148" fmla="*/ 1974514 w 2017827"/>
                <a:gd name="connsiteY148" fmla="*/ 711137 h 1505806"/>
                <a:gd name="connsiteX149" fmla="*/ 1973538 w 2017827"/>
                <a:gd name="connsiteY149" fmla="*/ 702997 h 1505806"/>
                <a:gd name="connsiteX150" fmla="*/ 1974514 w 2017827"/>
                <a:gd name="connsiteY150" fmla="*/ 698993 h 1505806"/>
                <a:gd name="connsiteX151" fmla="*/ 1972461 w 2017827"/>
                <a:gd name="connsiteY151" fmla="*/ 690180 h 1505806"/>
                <a:gd name="connsiteX152" fmla="*/ 1971216 w 2017827"/>
                <a:gd name="connsiteY152" fmla="*/ 686580 h 1505806"/>
                <a:gd name="connsiteX153" fmla="*/ 1971149 w 2017827"/>
                <a:gd name="connsiteY153" fmla="*/ 680929 h 1505806"/>
                <a:gd name="connsiteX154" fmla="*/ 1971149 w 2017827"/>
                <a:gd name="connsiteY154" fmla="*/ 674941 h 1505806"/>
                <a:gd name="connsiteX155" fmla="*/ 1969735 w 2017827"/>
                <a:gd name="connsiteY155" fmla="*/ 673730 h 1505806"/>
                <a:gd name="connsiteX156" fmla="*/ 1966706 w 2017827"/>
                <a:gd name="connsiteY156" fmla="*/ 676455 h 1505806"/>
                <a:gd name="connsiteX157" fmla="*/ 1961591 w 2017827"/>
                <a:gd name="connsiteY157" fmla="*/ 676657 h 1505806"/>
                <a:gd name="connsiteX158" fmla="*/ 1958326 w 2017827"/>
                <a:gd name="connsiteY158" fmla="*/ 674268 h 1505806"/>
                <a:gd name="connsiteX159" fmla="*/ 1956812 w 2017827"/>
                <a:gd name="connsiteY159" fmla="*/ 671005 h 1505806"/>
                <a:gd name="connsiteX160" fmla="*/ 1956173 w 2017827"/>
                <a:gd name="connsiteY160" fmla="*/ 669592 h 1505806"/>
                <a:gd name="connsiteX161" fmla="*/ 1955399 w 2017827"/>
                <a:gd name="connsiteY161" fmla="*/ 667978 h 1505806"/>
                <a:gd name="connsiteX162" fmla="*/ 1954759 w 2017827"/>
                <a:gd name="connsiteY162" fmla="*/ 665354 h 1505806"/>
                <a:gd name="connsiteX163" fmla="*/ 1954120 w 2017827"/>
                <a:gd name="connsiteY163" fmla="*/ 661216 h 1505806"/>
                <a:gd name="connsiteX164" fmla="*/ 1954658 w 2017827"/>
                <a:gd name="connsiteY164" fmla="*/ 658592 h 1505806"/>
                <a:gd name="connsiteX165" fmla="*/ 1954860 w 2017827"/>
                <a:gd name="connsiteY165" fmla="*/ 657381 h 1505806"/>
                <a:gd name="connsiteX166" fmla="*/ 1956812 w 2017827"/>
                <a:gd name="connsiteY166" fmla="*/ 654555 h 1505806"/>
                <a:gd name="connsiteX167" fmla="*/ 1959841 w 2017827"/>
                <a:gd name="connsiteY167" fmla="*/ 652806 h 1505806"/>
                <a:gd name="connsiteX168" fmla="*/ 1963005 w 2017827"/>
                <a:gd name="connsiteY168" fmla="*/ 650956 h 1505806"/>
                <a:gd name="connsiteX169" fmla="*/ 1961591 w 2017827"/>
                <a:gd name="connsiteY169" fmla="*/ 647928 h 1505806"/>
                <a:gd name="connsiteX170" fmla="*/ 1959639 w 2017827"/>
                <a:gd name="connsiteY170" fmla="*/ 647188 h 1505806"/>
                <a:gd name="connsiteX171" fmla="*/ 1955937 w 2017827"/>
                <a:gd name="connsiteY171" fmla="*/ 647188 h 1505806"/>
                <a:gd name="connsiteX172" fmla="*/ 1944192 w 2017827"/>
                <a:gd name="connsiteY172" fmla="*/ 647525 h 1505806"/>
                <a:gd name="connsiteX173" fmla="*/ 1932547 w 2017827"/>
                <a:gd name="connsiteY173" fmla="*/ 646347 h 1505806"/>
                <a:gd name="connsiteX174" fmla="*/ 1926355 w 2017827"/>
                <a:gd name="connsiteY174" fmla="*/ 644699 h 1505806"/>
                <a:gd name="connsiteX175" fmla="*/ 1915484 w 2017827"/>
                <a:gd name="connsiteY175" fmla="*/ 637971 h 1505806"/>
                <a:gd name="connsiteX176" fmla="*/ 1908215 w 2017827"/>
                <a:gd name="connsiteY176" fmla="*/ 630133 h 1505806"/>
                <a:gd name="connsiteX177" fmla="*/ 1897984 w 2017827"/>
                <a:gd name="connsiteY177" fmla="*/ 619469 h 1505806"/>
                <a:gd name="connsiteX178" fmla="*/ 1892566 w 2017827"/>
                <a:gd name="connsiteY178" fmla="*/ 616105 h 1505806"/>
                <a:gd name="connsiteX179" fmla="*/ 1884421 w 2017827"/>
                <a:gd name="connsiteY179" fmla="*/ 607527 h 1505806"/>
                <a:gd name="connsiteX180" fmla="*/ 1879979 w 2017827"/>
                <a:gd name="connsiteY180" fmla="*/ 602414 h 1505806"/>
                <a:gd name="connsiteX181" fmla="*/ 1871599 w 2017827"/>
                <a:gd name="connsiteY181" fmla="*/ 596662 h 1505806"/>
                <a:gd name="connsiteX182" fmla="*/ 1864969 w 2017827"/>
                <a:gd name="connsiteY182" fmla="*/ 588723 h 1505806"/>
                <a:gd name="connsiteX183" fmla="*/ 1854872 w 2017827"/>
                <a:gd name="connsiteY183" fmla="*/ 576882 h 1505806"/>
                <a:gd name="connsiteX184" fmla="*/ 1847468 w 2017827"/>
                <a:gd name="connsiteY184" fmla="*/ 570355 h 1505806"/>
                <a:gd name="connsiteX185" fmla="*/ 1841612 w 2017827"/>
                <a:gd name="connsiteY185" fmla="*/ 562753 h 1505806"/>
                <a:gd name="connsiteX186" fmla="*/ 1837608 w 2017827"/>
                <a:gd name="connsiteY186" fmla="*/ 558615 h 1505806"/>
                <a:gd name="connsiteX187" fmla="*/ 1825122 w 2017827"/>
                <a:gd name="connsiteY187" fmla="*/ 552190 h 1505806"/>
                <a:gd name="connsiteX188" fmla="*/ 1820242 w 2017827"/>
                <a:gd name="connsiteY188" fmla="*/ 548389 h 1505806"/>
                <a:gd name="connsiteX189" fmla="*/ 1811862 w 2017827"/>
                <a:gd name="connsiteY189" fmla="*/ 546202 h 1505806"/>
                <a:gd name="connsiteX190" fmla="*/ 1796549 w 2017827"/>
                <a:gd name="connsiteY190" fmla="*/ 537523 h 1505806"/>
                <a:gd name="connsiteX191" fmla="*/ 1780361 w 2017827"/>
                <a:gd name="connsiteY191" fmla="*/ 535034 h 1505806"/>
                <a:gd name="connsiteX192" fmla="*/ 1765688 w 2017827"/>
                <a:gd name="connsiteY192" fmla="*/ 530459 h 1505806"/>
                <a:gd name="connsiteX193" fmla="*/ 1757207 w 2017827"/>
                <a:gd name="connsiteY193" fmla="*/ 529820 h 1505806"/>
                <a:gd name="connsiteX194" fmla="*/ 1746673 w 2017827"/>
                <a:gd name="connsiteY194" fmla="*/ 530257 h 1505806"/>
                <a:gd name="connsiteX195" fmla="*/ 1736240 w 2017827"/>
                <a:gd name="connsiteY195" fmla="*/ 530055 h 1505806"/>
                <a:gd name="connsiteX196" fmla="*/ 1725167 w 2017827"/>
                <a:gd name="connsiteY196" fmla="*/ 529517 h 1505806"/>
                <a:gd name="connsiteX197" fmla="*/ 1721028 w 2017827"/>
                <a:gd name="connsiteY197" fmla="*/ 529080 h 1505806"/>
                <a:gd name="connsiteX198" fmla="*/ 1717764 w 2017827"/>
                <a:gd name="connsiteY198" fmla="*/ 526691 h 1505806"/>
                <a:gd name="connsiteX199" fmla="*/ 1706792 w 2017827"/>
                <a:gd name="connsiteY199" fmla="*/ 522453 h 1505806"/>
                <a:gd name="connsiteX200" fmla="*/ 1702787 w 2017827"/>
                <a:gd name="connsiteY200" fmla="*/ 517575 h 1505806"/>
                <a:gd name="connsiteX201" fmla="*/ 1697907 w 2017827"/>
                <a:gd name="connsiteY201" fmla="*/ 517373 h 1505806"/>
                <a:gd name="connsiteX202" fmla="*/ 1693128 w 2017827"/>
                <a:gd name="connsiteY202" fmla="*/ 517138 h 1505806"/>
                <a:gd name="connsiteX203" fmla="*/ 1686936 w 2017827"/>
                <a:gd name="connsiteY203" fmla="*/ 516364 h 1505806"/>
                <a:gd name="connsiteX204" fmla="*/ 1679094 w 2017827"/>
                <a:gd name="connsiteY204" fmla="*/ 515927 h 1505806"/>
                <a:gd name="connsiteX205" fmla="*/ 1672902 w 2017827"/>
                <a:gd name="connsiteY205" fmla="*/ 515725 h 1505806"/>
                <a:gd name="connsiteX206" fmla="*/ 1667248 w 2017827"/>
                <a:gd name="connsiteY206" fmla="*/ 513975 h 1505806"/>
                <a:gd name="connsiteX207" fmla="*/ 1661493 w 2017827"/>
                <a:gd name="connsiteY207" fmla="*/ 510073 h 1505806"/>
                <a:gd name="connsiteX208" fmla="*/ 1657589 w 2017827"/>
                <a:gd name="connsiteY208" fmla="*/ 506171 h 1505806"/>
                <a:gd name="connsiteX209" fmla="*/ 1654661 w 2017827"/>
                <a:gd name="connsiteY209" fmla="*/ 502908 h 1505806"/>
                <a:gd name="connsiteX210" fmla="*/ 1648132 w 2017827"/>
                <a:gd name="connsiteY210" fmla="*/ 501596 h 1505806"/>
                <a:gd name="connsiteX211" fmla="*/ 1643791 w 2017827"/>
                <a:gd name="connsiteY211" fmla="*/ 499309 h 1505806"/>
                <a:gd name="connsiteX212" fmla="*/ 1639113 w 2017827"/>
                <a:gd name="connsiteY212" fmla="*/ 494868 h 1505806"/>
                <a:gd name="connsiteX213" fmla="*/ 1636185 w 2017827"/>
                <a:gd name="connsiteY213" fmla="*/ 493657 h 1505806"/>
                <a:gd name="connsiteX214" fmla="*/ 1630093 w 2017827"/>
                <a:gd name="connsiteY214" fmla="*/ 491908 h 1505806"/>
                <a:gd name="connsiteX215" fmla="*/ 1624338 w 2017827"/>
                <a:gd name="connsiteY215" fmla="*/ 490495 h 1505806"/>
                <a:gd name="connsiteX216" fmla="*/ 1620199 w 2017827"/>
                <a:gd name="connsiteY216" fmla="*/ 486896 h 1505806"/>
                <a:gd name="connsiteX217" fmla="*/ 1616934 w 2017827"/>
                <a:gd name="connsiteY217" fmla="*/ 483195 h 1505806"/>
                <a:gd name="connsiteX218" fmla="*/ 1615083 w 2017827"/>
                <a:gd name="connsiteY218" fmla="*/ 481984 h 1505806"/>
                <a:gd name="connsiteX219" fmla="*/ 1610843 w 2017827"/>
                <a:gd name="connsiteY219" fmla="*/ 477981 h 1505806"/>
                <a:gd name="connsiteX220" fmla="*/ 1607377 w 2017827"/>
                <a:gd name="connsiteY220" fmla="*/ 474180 h 1505806"/>
                <a:gd name="connsiteX221" fmla="*/ 1606838 w 2017827"/>
                <a:gd name="connsiteY221" fmla="*/ 470143 h 1505806"/>
                <a:gd name="connsiteX222" fmla="*/ 1604550 w 2017827"/>
                <a:gd name="connsiteY222" fmla="*/ 462440 h 1505806"/>
                <a:gd name="connsiteX223" fmla="*/ 1604213 w 2017827"/>
                <a:gd name="connsiteY223" fmla="*/ 455039 h 1505806"/>
                <a:gd name="connsiteX224" fmla="*/ 1604651 w 2017827"/>
                <a:gd name="connsiteY224" fmla="*/ 448075 h 1505806"/>
                <a:gd name="connsiteX225" fmla="*/ 1609328 w 2017827"/>
                <a:gd name="connsiteY225" fmla="*/ 439161 h 1505806"/>
                <a:gd name="connsiteX226" fmla="*/ 1613367 w 2017827"/>
                <a:gd name="connsiteY226" fmla="*/ 434149 h 1505806"/>
                <a:gd name="connsiteX227" fmla="*/ 1615117 w 2017827"/>
                <a:gd name="connsiteY227" fmla="*/ 428934 h 1505806"/>
                <a:gd name="connsiteX228" fmla="*/ 1618045 w 2017827"/>
                <a:gd name="connsiteY228" fmla="*/ 424359 h 1505806"/>
                <a:gd name="connsiteX229" fmla="*/ 1621848 w 2017827"/>
                <a:gd name="connsiteY229" fmla="*/ 417396 h 1505806"/>
                <a:gd name="connsiteX230" fmla="*/ 1626728 w 2017827"/>
                <a:gd name="connsiteY230" fmla="*/ 409995 h 1505806"/>
                <a:gd name="connsiteX231" fmla="*/ 1632382 w 2017827"/>
                <a:gd name="connsiteY231" fmla="*/ 406396 h 1505806"/>
                <a:gd name="connsiteX232" fmla="*/ 1638036 w 2017827"/>
                <a:gd name="connsiteY232" fmla="*/ 399433 h 1505806"/>
                <a:gd name="connsiteX233" fmla="*/ 1639651 w 2017827"/>
                <a:gd name="connsiteY233" fmla="*/ 396169 h 1505806"/>
                <a:gd name="connsiteX234" fmla="*/ 1639988 w 2017827"/>
                <a:gd name="connsiteY234" fmla="*/ 390417 h 1505806"/>
                <a:gd name="connsiteX235" fmla="*/ 1639012 w 2017827"/>
                <a:gd name="connsiteY235" fmla="*/ 385539 h 1505806"/>
                <a:gd name="connsiteX236" fmla="*/ 1637262 w 2017827"/>
                <a:gd name="connsiteY236" fmla="*/ 380325 h 1505806"/>
                <a:gd name="connsiteX237" fmla="*/ 1634872 w 2017827"/>
                <a:gd name="connsiteY237" fmla="*/ 375111 h 1505806"/>
                <a:gd name="connsiteX238" fmla="*/ 1634973 w 2017827"/>
                <a:gd name="connsiteY238" fmla="*/ 372386 h 1505806"/>
                <a:gd name="connsiteX239" fmla="*/ 1636723 w 2017827"/>
                <a:gd name="connsiteY239" fmla="*/ 367710 h 1505806"/>
                <a:gd name="connsiteX240" fmla="*/ 1638473 w 2017827"/>
                <a:gd name="connsiteY240" fmla="*/ 366062 h 1505806"/>
                <a:gd name="connsiteX241" fmla="*/ 1646517 w 2017827"/>
                <a:gd name="connsiteY241" fmla="*/ 358998 h 1505806"/>
                <a:gd name="connsiteX242" fmla="*/ 1648368 w 2017827"/>
                <a:gd name="connsiteY242" fmla="*/ 356710 h 1505806"/>
                <a:gd name="connsiteX243" fmla="*/ 1651296 w 2017827"/>
                <a:gd name="connsiteY243" fmla="*/ 346820 h 1505806"/>
                <a:gd name="connsiteX244" fmla="*/ 1651632 w 2017827"/>
                <a:gd name="connsiteY244" fmla="*/ 344331 h 1505806"/>
                <a:gd name="connsiteX245" fmla="*/ 1652507 w 2017827"/>
                <a:gd name="connsiteY245" fmla="*/ 334542 h 1505806"/>
                <a:gd name="connsiteX246" fmla="*/ 1652507 w 2017827"/>
                <a:gd name="connsiteY246" fmla="*/ 326401 h 1505806"/>
                <a:gd name="connsiteX247" fmla="*/ 1651531 w 2017827"/>
                <a:gd name="connsiteY247" fmla="*/ 319673 h 1505806"/>
                <a:gd name="connsiteX248" fmla="*/ 1650320 w 2017827"/>
                <a:gd name="connsiteY248" fmla="*/ 311196 h 1505806"/>
                <a:gd name="connsiteX249" fmla="*/ 1649680 w 2017827"/>
                <a:gd name="connsiteY249" fmla="*/ 304468 h 1505806"/>
                <a:gd name="connsiteX250" fmla="*/ 1645339 w 2017827"/>
                <a:gd name="connsiteY250" fmla="*/ 297740 h 1505806"/>
                <a:gd name="connsiteX251" fmla="*/ 1644363 w 2017827"/>
                <a:gd name="connsiteY251" fmla="*/ 294712 h 1505806"/>
                <a:gd name="connsiteX252" fmla="*/ 1644363 w 2017827"/>
                <a:gd name="connsiteY252" fmla="*/ 292324 h 1505806"/>
                <a:gd name="connsiteX253" fmla="*/ 1639921 w 2017827"/>
                <a:gd name="connsiteY253" fmla="*/ 288523 h 1505806"/>
                <a:gd name="connsiteX254" fmla="*/ 1638305 w 2017827"/>
                <a:gd name="connsiteY254" fmla="*/ 285596 h 1505806"/>
                <a:gd name="connsiteX255" fmla="*/ 1636454 w 2017827"/>
                <a:gd name="connsiteY255" fmla="*/ 283308 h 1505806"/>
                <a:gd name="connsiteX256" fmla="*/ 1634401 w 2017827"/>
                <a:gd name="connsiteY256" fmla="*/ 280584 h 1505806"/>
                <a:gd name="connsiteX257" fmla="*/ 1632752 w 2017827"/>
                <a:gd name="connsiteY257" fmla="*/ 277993 h 1505806"/>
                <a:gd name="connsiteX258" fmla="*/ 1630699 w 2017827"/>
                <a:gd name="connsiteY258" fmla="*/ 274966 h 1505806"/>
                <a:gd name="connsiteX259" fmla="*/ 1629521 w 2017827"/>
                <a:gd name="connsiteY259" fmla="*/ 272678 h 1505806"/>
                <a:gd name="connsiteX260" fmla="*/ 1628882 w 2017827"/>
                <a:gd name="connsiteY260" fmla="*/ 269214 h 1505806"/>
                <a:gd name="connsiteX261" fmla="*/ 1628007 w 2017827"/>
                <a:gd name="connsiteY261" fmla="*/ 265850 h 1505806"/>
                <a:gd name="connsiteX262" fmla="*/ 1628007 w 2017827"/>
                <a:gd name="connsiteY262" fmla="*/ 262486 h 1505806"/>
                <a:gd name="connsiteX263" fmla="*/ 1626997 w 2017827"/>
                <a:gd name="connsiteY263" fmla="*/ 259323 h 1505806"/>
                <a:gd name="connsiteX264" fmla="*/ 1626795 w 2017827"/>
                <a:gd name="connsiteY264" fmla="*/ 257271 h 1505806"/>
                <a:gd name="connsiteX265" fmla="*/ 1626795 w 2017827"/>
                <a:gd name="connsiteY265" fmla="*/ 253470 h 1505806"/>
                <a:gd name="connsiteX266" fmla="*/ 1626795 w 2017827"/>
                <a:gd name="connsiteY266" fmla="*/ 249871 h 1505806"/>
                <a:gd name="connsiteX267" fmla="*/ 1626795 w 2017827"/>
                <a:gd name="connsiteY267" fmla="*/ 243446 h 1505806"/>
                <a:gd name="connsiteX268" fmla="*/ 1625012 w 2017827"/>
                <a:gd name="connsiteY268" fmla="*/ 241057 h 1505806"/>
                <a:gd name="connsiteX269" fmla="*/ 1625180 w 2017827"/>
                <a:gd name="connsiteY269" fmla="*/ 237020 h 1505806"/>
                <a:gd name="connsiteX270" fmla="*/ 1625180 w 2017827"/>
                <a:gd name="connsiteY270" fmla="*/ 232883 h 1505806"/>
                <a:gd name="connsiteX271" fmla="*/ 1624406 w 2017827"/>
                <a:gd name="connsiteY271" fmla="*/ 228880 h 1505806"/>
                <a:gd name="connsiteX272" fmla="*/ 1624406 w 2017827"/>
                <a:gd name="connsiteY272" fmla="*/ 224843 h 1505806"/>
                <a:gd name="connsiteX273" fmla="*/ 1622555 w 2017827"/>
                <a:gd name="connsiteY273" fmla="*/ 220503 h 1505806"/>
                <a:gd name="connsiteX274" fmla="*/ 1620502 w 2017827"/>
                <a:gd name="connsiteY274" fmla="*/ 217038 h 1505806"/>
                <a:gd name="connsiteX275" fmla="*/ 1618987 w 2017827"/>
                <a:gd name="connsiteY275" fmla="*/ 214549 h 1505806"/>
                <a:gd name="connsiteX276" fmla="*/ 1615723 w 2017827"/>
                <a:gd name="connsiteY276" fmla="*/ 209436 h 1505806"/>
                <a:gd name="connsiteX277" fmla="*/ 1612896 w 2017827"/>
                <a:gd name="connsiteY277" fmla="*/ 207148 h 1505806"/>
                <a:gd name="connsiteX278" fmla="*/ 1610607 w 2017827"/>
                <a:gd name="connsiteY278" fmla="*/ 204962 h 1505806"/>
                <a:gd name="connsiteX279" fmla="*/ 1607006 w 2017827"/>
                <a:gd name="connsiteY279" fmla="*/ 197897 h 1505806"/>
                <a:gd name="connsiteX280" fmla="*/ 1605929 w 2017827"/>
                <a:gd name="connsiteY280" fmla="*/ 192582 h 1505806"/>
                <a:gd name="connsiteX281" fmla="*/ 1604617 w 2017827"/>
                <a:gd name="connsiteY281" fmla="*/ 189656 h 1505806"/>
                <a:gd name="connsiteX282" fmla="*/ 1602564 w 2017827"/>
                <a:gd name="connsiteY282" fmla="*/ 187705 h 1505806"/>
                <a:gd name="connsiteX283" fmla="*/ 1599636 w 2017827"/>
                <a:gd name="connsiteY283" fmla="*/ 186931 h 1505806"/>
                <a:gd name="connsiteX284" fmla="*/ 1596169 w 2017827"/>
                <a:gd name="connsiteY284" fmla="*/ 186494 h 1505806"/>
                <a:gd name="connsiteX285" fmla="*/ 1593780 w 2017827"/>
                <a:gd name="connsiteY285" fmla="*/ 186595 h 1505806"/>
                <a:gd name="connsiteX286" fmla="*/ 1591391 w 2017827"/>
                <a:gd name="connsiteY286" fmla="*/ 186393 h 1505806"/>
                <a:gd name="connsiteX287" fmla="*/ 1588025 w 2017827"/>
                <a:gd name="connsiteY287" fmla="*/ 185955 h 1505806"/>
                <a:gd name="connsiteX288" fmla="*/ 1585737 w 2017827"/>
                <a:gd name="connsiteY288" fmla="*/ 185417 h 1505806"/>
                <a:gd name="connsiteX289" fmla="*/ 1583448 w 2017827"/>
                <a:gd name="connsiteY289" fmla="*/ 184980 h 1505806"/>
                <a:gd name="connsiteX290" fmla="*/ 1580621 w 2017827"/>
                <a:gd name="connsiteY290" fmla="*/ 183231 h 1505806"/>
                <a:gd name="connsiteX291" fmla="*/ 1577155 w 2017827"/>
                <a:gd name="connsiteY291" fmla="*/ 178992 h 1505806"/>
                <a:gd name="connsiteX292" fmla="*/ 1575943 w 2017827"/>
                <a:gd name="connsiteY292" fmla="*/ 177142 h 1505806"/>
                <a:gd name="connsiteX293" fmla="*/ 1574799 w 2017827"/>
                <a:gd name="connsiteY293" fmla="*/ 173004 h 1505806"/>
                <a:gd name="connsiteX294" fmla="*/ 1574799 w 2017827"/>
                <a:gd name="connsiteY294" fmla="*/ 170414 h 1505806"/>
                <a:gd name="connsiteX295" fmla="*/ 1574765 w 2017827"/>
                <a:gd name="connsiteY295" fmla="*/ 168564 h 1505806"/>
                <a:gd name="connsiteX296" fmla="*/ 1574765 w 2017827"/>
                <a:gd name="connsiteY296" fmla="*/ 166074 h 1505806"/>
                <a:gd name="connsiteX297" fmla="*/ 1573890 w 2017827"/>
                <a:gd name="connsiteY297" fmla="*/ 163686 h 1505806"/>
                <a:gd name="connsiteX298" fmla="*/ 1571938 w 2017827"/>
                <a:gd name="connsiteY298" fmla="*/ 161398 h 1505806"/>
                <a:gd name="connsiteX299" fmla="*/ 1568135 w 2017827"/>
                <a:gd name="connsiteY299" fmla="*/ 159986 h 1505806"/>
                <a:gd name="connsiteX300" fmla="*/ 1566183 w 2017827"/>
                <a:gd name="connsiteY300" fmla="*/ 159885 h 1505806"/>
                <a:gd name="connsiteX301" fmla="*/ 1564568 w 2017827"/>
                <a:gd name="connsiteY301" fmla="*/ 159986 h 1505806"/>
                <a:gd name="connsiteX302" fmla="*/ 1563424 w 2017827"/>
                <a:gd name="connsiteY302" fmla="*/ 160356 h 1505806"/>
                <a:gd name="connsiteX303" fmla="*/ 1557231 w 2017827"/>
                <a:gd name="connsiteY303" fmla="*/ 160356 h 1505806"/>
                <a:gd name="connsiteX304" fmla="*/ 1551241 w 2017827"/>
                <a:gd name="connsiteY304" fmla="*/ 159716 h 1505806"/>
                <a:gd name="connsiteX305" fmla="*/ 1544274 w 2017827"/>
                <a:gd name="connsiteY305" fmla="*/ 156891 h 1505806"/>
                <a:gd name="connsiteX306" fmla="*/ 1541784 w 2017827"/>
                <a:gd name="connsiteY306" fmla="*/ 156891 h 1505806"/>
                <a:gd name="connsiteX307" fmla="*/ 1539058 w 2017827"/>
                <a:gd name="connsiteY307" fmla="*/ 155141 h 1505806"/>
                <a:gd name="connsiteX308" fmla="*/ 1537880 w 2017827"/>
                <a:gd name="connsiteY308" fmla="*/ 155141 h 1505806"/>
                <a:gd name="connsiteX309" fmla="*/ 1535591 w 2017827"/>
                <a:gd name="connsiteY309" fmla="*/ 155141 h 1505806"/>
                <a:gd name="connsiteX310" fmla="*/ 1534952 w 2017827"/>
                <a:gd name="connsiteY310" fmla="*/ 155141 h 1505806"/>
                <a:gd name="connsiteX311" fmla="*/ 1533202 w 2017827"/>
                <a:gd name="connsiteY311" fmla="*/ 155141 h 1505806"/>
                <a:gd name="connsiteX312" fmla="*/ 1531250 w 2017827"/>
                <a:gd name="connsiteY312" fmla="*/ 154704 h 1505806"/>
                <a:gd name="connsiteX313" fmla="*/ 1529500 w 2017827"/>
                <a:gd name="connsiteY313" fmla="*/ 154065 h 1505806"/>
                <a:gd name="connsiteX314" fmla="*/ 1528086 w 2017827"/>
                <a:gd name="connsiteY314" fmla="*/ 153628 h 1505806"/>
                <a:gd name="connsiteX315" fmla="*/ 1525259 w 2017827"/>
                <a:gd name="connsiteY315" fmla="*/ 151878 h 1505806"/>
                <a:gd name="connsiteX316" fmla="*/ 1523745 w 2017827"/>
                <a:gd name="connsiteY316" fmla="*/ 150567 h 1505806"/>
                <a:gd name="connsiteX317" fmla="*/ 1522769 w 2017827"/>
                <a:gd name="connsiteY317" fmla="*/ 149154 h 1505806"/>
                <a:gd name="connsiteX318" fmla="*/ 1521254 w 2017827"/>
                <a:gd name="connsiteY318" fmla="*/ 146664 h 1505806"/>
                <a:gd name="connsiteX319" fmla="*/ 1520043 w 2017827"/>
                <a:gd name="connsiteY319" fmla="*/ 145689 h 1505806"/>
                <a:gd name="connsiteX320" fmla="*/ 1518293 w 2017827"/>
                <a:gd name="connsiteY320" fmla="*/ 143401 h 1505806"/>
                <a:gd name="connsiteX321" fmla="*/ 1516341 w 2017827"/>
                <a:gd name="connsiteY321" fmla="*/ 141988 h 1505806"/>
                <a:gd name="connsiteX322" fmla="*/ 1513413 w 2017827"/>
                <a:gd name="connsiteY322" fmla="*/ 139398 h 1505806"/>
                <a:gd name="connsiteX323" fmla="*/ 1509812 w 2017827"/>
                <a:gd name="connsiteY323" fmla="*/ 137346 h 1505806"/>
                <a:gd name="connsiteX324" fmla="*/ 1506110 w 2017827"/>
                <a:gd name="connsiteY324" fmla="*/ 135294 h 1505806"/>
                <a:gd name="connsiteX325" fmla="*/ 1501331 w 2017827"/>
                <a:gd name="connsiteY325" fmla="*/ 131392 h 1505806"/>
                <a:gd name="connsiteX326" fmla="*/ 1499581 w 2017827"/>
                <a:gd name="connsiteY326" fmla="*/ 128129 h 1505806"/>
                <a:gd name="connsiteX327" fmla="*/ 1495340 w 2017827"/>
                <a:gd name="connsiteY327" fmla="*/ 123890 h 1505806"/>
                <a:gd name="connsiteX328" fmla="*/ 1494735 w 2017827"/>
                <a:gd name="connsiteY328" fmla="*/ 120728 h 1505806"/>
                <a:gd name="connsiteX329" fmla="*/ 1494701 w 2017827"/>
                <a:gd name="connsiteY329" fmla="*/ 116052 h 1505806"/>
                <a:gd name="connsiteX330" fmla="*/ 1494701 w 2017827"/>
                <a:gd name="connsiteY330" fmla="*/ 113126 h 1505806"/>
                <a:gd name="connsiteX331" fmla="*/ 1494701 w 2017827"/>
                <a:gd name="connsiteY331" fmla="*/ 109762 h 1505806"/>
                <a:gd name="connsiteX332" fmla="*/ 1493288 w 2017827"/>
                <a:gd name="connsiteY332" fmla="*/ 105960 h 1505806"/>
                <a:gd name="connsiteX333" fmla="*/ 1490124 w 2017827"/>
                <a:gd name="connsiteY333" fmla="*/ 103135 h 1505806"/>
                <a:gd name="connsiteX334" fmla="*/ 1484806 w 2017827"/>
                <a:gd name="connsiteY334" fmla="*/ 98694 h 1505806"/>
                <a:gd name="connsiteX335" fmla="*/ 1478715 w 2017827"/>
                <a:gd name="connsiteY335" fmla="*/ 93581 h 1505806"/>
                <a:gd name="connsiteX336" fmla="*/ 1472725 w 2017827"/>
                <a:gd name="connsiteY336" fmla="*/ 89006 h 1505806"/>
                <a:gd name="connsiteX337" fmla="*/ 1467946 w 2017827"/>
                <a:gd name="connsiteY337" fmla="*/ 84532 h 1505806"/>
                <a:gd name="connsiteX338" fmla="*/ 1465893 w 2017827"/>
                <a:gd name="connsiteY338" fmla="*/ 82783 h 1505806"/>
                <a:gd name="connsiteX339" fmla="*/ 1464008 w 2017827"/>
                <a:gd name="connsiteY339" fmla="*/ 79419 h 1505806"/>
                <a:gd name="connsiteX340" fmla="*/ 1463369 w 2017827"/>
                <a:gd name="connsiteY340" fmla="*/ 76055 h 1505806"/>
                <a:gd name="connsiteX341" fmla="*/ 1463806 w 2017827"/>
                <a:gd name="connsiteY341" fmla="*/ 72354 h 1505806"/>
                <a:gd name="connsiteX342" fmla="*/ 1463806 w 2017827"/>
                <a:gd name="connsiteY342" fmla="*/ 67477 h 1505806"/>
                <a:gd name="connsiteX343" fmla="*/ 1463335 w 2017827"/>
                <a:gd name="connsiteY343" fmla="*/ 63238 h 1505806"/>
                <a:gd name="connsiteX344" fmla="*/ 1461753 w 2017827"/>
                <a:gd name="connsiteY344" fmla="*/ 59235 h 1505806"/>
                <a:gd name="connsiteX345" fmla="*/ 1457614 w 2017827"/>
                <a:gd name="connsiteY345" fmla="*/ 54559 h 1505806"/>
                <a:gd name="connsiteX346" fmla="*/ 1454686 w 2017827"/>
                <a:gd name="connsiteY346" fmla="*/ 50960 h 1505806"/>
                <a:gd name="connsiteX347" fmla="*/ 1453171 w 2017827"/>
                <a:gd name="connsiteY347" fmla="*/ 47932 h 1505806"/>
                <a:gd name="connsiteX348" fmla="*/ 1447753 w 2017827"/>
                <a:gd name="connsiteY348" fmla="*/ 45880 h 1505806"/>
                <a:gd name="connsiteX349" fmla="*/ 1445027 w 2017827"/>
                <a:gd name="connsiteY349" fmla="*/ 42516 h 1505806"/>
                <a:gd name="connsiteX350" fmla="*/ 1444253 w 2017827"/>
                <a:gd name="connsiteY350" fmla="*/ 39589 h 1505806"/>
                <a:gd name="connsiteX351" fmla="*/ 1444253 w 2017827"/>
                <a:gd name="connsiteY351" fmla="*/ 37201 h 1505806"/>
                <a:gd name="connsiteX352" fmla="*/ 1449032 w 2017827"/>
                <a:gd name="connsiteY352" fmla="*/ 33736 h 1505806"/>
                <a:gd name="connsiteX353" fmla="*/ 1451219 w 2017827"/>
                <a:gd name="connsiteY353" fmla="*/ 32660 h 1505806"/>
                <a:gd name="connsiteX354" fmla="*/ 1454147 w 2017827"/>
                <a:gd name="connsiteY354" fmla="*/ 29598 h 1505806"/>
                <a:gd name="connsiteX355" fmla="*/ 1455561 w 2017827"/>
                <a:gd name="connsiteY355" fmla="*/ 28623 h 1505806"/>
                <a:gd name="connsiteX356" fmla="*/ 1457849 w 2017827"/>
                <a:gd name="connsiteY356" fmla="*/ 26133 h 1505806"/>
                <a:gd name="connsiteX357" fmla="*/ 1459801 w 2017827"/>
                <a:gd name="connsiteY357" fmla="*/ 23543 h 1505806"/>
                <a:gd name="connsiteX358" fmla="*/ 1461215 w 2017827"/>
                <a:gd name="connsiteY358" fmla="*/ 19506 h 1505806"/>
                <a:gd name="connsiteX359" fmla="*/ 1462965 w 2017827"/>
                <a:gd name="connsiteY359" fmla="*/ 16479 h 1505806"/>
                <a:gd name="connsiteX360" fmla="*/ 1462965 w 2017827"/>
                <a:gd name="connsiteY360" fmla="*/ 13014 h 1505806"/>
                <a:gd name="connsiteX361" fmla="*/ 1462426 w 2017827"/>
                <a:gd name="connsiteY361" fmla="*/ 9112 h 1505806"/>
                <a:gd name="connsiteX362" fmla="*/ 1459599 w 2017827"/>
                <a:gd name="connsiteY362" fmla="*/ 8237 h 1505806"/>
                <a:gd name="connsiteX363" fmla="*/ 1457412 w 2017827"/>
                <a:gd name="connsiteY363" fmla="*/ 6387 h 1505806"/>
                <a:gd name="connsiteX364" fmla="*/ 1451421 w 2017827"/>
                <a:gd name="connsiteY364" fmla="*/ 5411 h 1505806"/>
                <a:gd name="connsiteX365" fmla="*/ 1446407 w 2017827"/>
                <a:gd name="connsiteY365" fmla="*/ 4772 h 1505806"/>
                <a:gd name="connsiteX366" fmla="*/ 1442604 w 2017827"/>
                <a:gd name="connsiteY366" fmla="*/ 4133 h 1505806"/>
                <a:gd name="connsiteX367" fmla="*/ 1438363 w 2017827"/>
                <a:gd name="connsiteY367" fmla="*/ 5008 h 1505806"/>
                <a:gd name="connsiteX368" fmla="*/ 1436748 w 2017827"/>
                <a:gd name="connsiteY368" fmla="*/ 5445 h 1505806"/>
                <a:gd name="connsiteX369" fmla="*/ 1433147 w 2017827"/>
                <a:gd name="connsiteY369" fmla="*/ 7194 h 1505806"/>
                <a:gd name="connsiteX370" fmla="*/ 1429344 w 2017827"/>
                <a:gd name="connsiteY370" fmla="*/ 7733 h 1505806"/>
                <a:gd name="connsiteX371" fmla="*/ 1425440 w 2017827"/>
                <a:gd name="connsiteY371" fmla="*/ 7396 h 1505806"/>
                <a:gd name="connsiteX372" fmla="*/ 1416959 w 2017827"/>
                <a:gd name="connsiteY372" fmla="*/ 5647 h 1505806"/>
                <a:gd name="connsiteX373" fmla="*/ 1411641 w 2017827"/>
                <a:gd name="connsiteY373" fmla="*/ 5109 h 1505806"/>
                <a:gd name="connsiteX374" fmla="*/ 1407939 w 2017827"/>
                <a:gd name="connsiteY374" fmla="*/ 4032 h 1505806"/>
                <a:gd name="connsiteX375" fmla="*/ 1405651 w 2017827"/>
                <a:gd name="connsiteY375" fmla="*/ 2081 h 1505806"/>
                <a:gd name="connsiteX376" fmla="*/ 1400435 w 2017827"/>
                <a:gd name="connsiteY376" fmla="*/ 1106 h 1505806"/>
                <a:gd name="connsiteX377" fmla="*/ 1396632 w 2017827"/>
                <a:gd name="connsiteY377" fmla="*/ 29 h 1505806"/>
                <a:gd name="connsiteX378" fmla="*/ 1393030 w 2017827"/>
                <a:gd name="connsiteY378" fmla="*/ 29 h 1505806"/>
                <a:gd name="connsiteX379" fmla="*/ 1387175 w 2017827"/>
                <a:gd name="connsiteY379" fmla="*/ 1240 h 1505806"/>
                <a:gd name="connsiteX380" fmla="*/ 1382295 w 2017827"/>
                <a:gd name="connsiteY380" fmla="*/ 1240 h 1505806"/>
                <a:gd name="connsiteX381" fmla="*/ 1378155 w 2017827"/>
                <a:gd name="connsiteY381" fmla="*/ 2216 h 1505806"/>
                <a:gd name="connsiteX382" fmla="*/ 1375665 w 2017827"/>
                <a:gd name="connsiteY382" fmla="*/ 2754 h 1505806"/>
                <a:gd name="connsiteX383" fmla="*/ 1373477 w 2017827"/>
                <a:gd name="connsiteY383" fmla="*/ 4066 h 1505806"/>
                <a:gd name="connsiteX384" fmla="*/ 1371626 w 2017827"/>
                <a:gd name="connsiteY384" fmla="*/ 5714 h 1505806"/>
                <a:gd name="connsiteX385" fmla="*/ 1369573 w 2017827"/>
                <a:gd name="connsiteY385" fmla="*/ 8977 h 1505806"/>
                <a:gd name="connsiteX386" fmla="*/ 1368160 w 2017827"/>
                <a:gd name="connsiteY386" fmla="*/ 12577 h 1505806"/>
                <a:gd name="connsiteX387" fmla="*/ 1367285 w 2017827"/>
                <a:gd name="connsiteY387" fmla="*/ 15941 h 1505806"/>
                <a:gd name="connsiteX388" fmla="*/ 1367487 w 2017827"/>
                <a:gd name="connsiteY388" fmla="*/ 19540 h 1505806"/>
                <a:gd name="connsiteX389" fmla="*/ 1368900 w 2017827"/>
                <a:gd name="connsiteY389" fmla="*/ 24653 h 1505806"/>
                <a:gd name="connsiteX390" fmla="*/ 1369540 w 2017827"/>
                <a:gd name="connsiteY390" fmla="*/ 31381 h 1505806"/>
                <a:gd name="connsiteX391" fmla="*/ 1368025 w 2017827"/>
                <a:gd name="connsiteY391" fmla="*/ 36158 h 1505806"/>
                <a:gd name="connsiteX392" fmla="*/ 1366073 w 2017827"/>
                <a:gd name="connsiteY392" fmla="*/ 39858 h 1505806"/>
                <a:gd name="connsiteX393" fmla="*/ 1364121 w 2017827"/>
                <a:gd name="connsiteY393" fmla="*/ 42348 h 1505806"/>
                <a:gd name="connsiteX394" fmla="*/ 1360083 w 2017827"/>
                <a:gd name="connsiteY394" fmla="*/ 46048 h 1505806"/>
                <a:gd name="connsiteX395" fmla="*/ 1353655 w 2017827"/>
                <a:gd name="connsiteY395" fmla="*/ 48235 h 1505806"/>
                <a:gd name="connsiteX396" fmla="*/ 1349515 w 2017827"/>
                <a:gd name="connsiteY396" fmla="*/ 50085 h 1505806"/>
                <a:gd name="connsiteX397" fmla="*/ 1345510 w 2017827"/>
                <a:gd name="connsiteY397" fmla="*/ 52473 h 1505806"/>
                <a:gd name="connsiteX398" fmla="*/ 1341505 w 2017827"/>
                <a:gd name="connsiteY398" fmla="*/ 55501 h 1505806"/>
                <a:gd name="connsiteX399" fmla="*/ 1333798 w 2017827"/>
                <a:gd name="connsiteY399" fmla="*/ 57687 h 1505806"/>
                <a:gd name="connsiteX400" fmla="*/ 1320101 w 2017827"/>
                <a:gd name="connsiteY400" fmla="*/ 56476 h 1505806"/>
                <a:gd name="connsiteX401" fmla="*/ 1316062 w 2017827"/>
                <a:gd name="connsiteY401" fmla="*/ 56140 h 1505806"/>
                <a:gd name="connsiteX402" fmla="*/ 1308457 w 2017827"/>
                <a:gd name="connsiteY402" fmla="*/ 55501 h 1505806"/>
                <a:gd name="connsiteX403" fmla="*/ 1301726 w 2017827"/>
                <a:gd name="connsiteY403" fmla="*/ 54290 h 1505806"/>
                <a:gd name="connsiteX404" fmla="*/ 1295197 w 2017827"/>
                <a:gd name="connsiteY404" fmla="*/ 53853 h 1505806"/>
                <a:gd name="connsiteX405" fmla="*/ 1290317 w 2017827"/>
                <a:gd name="connsiteY405" fmla="*/ 52642 h 1505806"/>
                <a:gd name="connsiteX406" fmla="*/ 1285740 w 2017827"/>
                <a:gd name="connsiteY406" fmla="*/ 52642 h 1505806"/>
                <a:gd name="connsiteX407" fmla="*/ 1280961 w 2017827"/>
                <a:gd name="connsiteY407" fmla="*/ 56241 h 1505806"/>
                <a:gd name="connsiteX408" fmla="*/ 1277696 w 2017827"/>
                <a:gd name="connsiteY408" fmla="*/ 58428 h 1505806"/>
                <a:gd name="connsiteX409" fmla="*/ 1274230 w 2017827"/>
                <a:gd name="connsiteY409" fmla="*/ 63541 h 1505806"/>
                <a:gd name="connsiteX410" fmla="*/ 1273153 w 2017827"/>
                <a:gd name="connsiteY410" fmla="*/ 66467 h 1505806"/>
                <a:gd name="connsiteX411" fmla="*/ 1269249 w 2017827"/>
                <a:gd name="connsiteY411" fmla="*/ 71244 h 1505806"/>
                <a:gd name="connsiteX412" fmla="*/ 1264369 w 2017827"/>
                <a:gd name="connsiteY412" fmla="*/ 76458 h 1505806"/>
                <a:gd name="connsiteX413" fmla="*/ 1260129 w 2017827"/>
                <a:gd name="connsiteY413" fmla="*/ 82547 h 1505806"/>
                <a:gd name="connsiteX414" fmla="*/ 1256965 w 2017827"/>
                <a:gd name="connsiteY414" fmla="*/ 89275 h 1505806"/>
                <a:gd name="connsiteX415" fmla="*/ 1254374 w 2017827"/>
                <a:gd name="connsiteY415" fmla="*/ 92975 h 1505806"/>
                <a:gd name="connsiteX416" fmla="*/ 1253297 w 2017827"/>
                <a:gd name="connsiteY416" fmla="*/ 97214 h 1505806"/>
                <a:gd name="connsiteX417" fmla="*/ 1252657 w 2017827"/>
                <a:gd name="connsiteY417" fmla="*/ 101890 h 1505806"/>
                <a:gd name="connsiteX418" fmla="*/ 1251782 w 2017827"/>
                <a:gd name="connsiteY418" fmla="*/ 105052 h 1505806"/>
                <a:gd name="connsiteX419" fmla="*/ 1250907 w 2017827"/>
                <a:gd name="connsiteY419" fmla="*/ 111578 h 1505806"/>
                <a:gd name="connsiteX420" fmla="*/ 1250840 w 2017827"/>
                <a:gd name="connsiteY420" fmla="*/ 114505 h 1505806"/>
                <a:gd name="connsiteX421" fmla="*/ 1250840 w 2017827"/>
                <a:gd name="connsiteY421" fmla="*/ 122747 h 1505806"/>
                <a:gd name="connsiteX422" fmla="*/ 1249090 w 2017827"/>
                <a:gd name="connsiteY422" fmla="*/ 127086 h 1505806"/>
                <a:gd name="connsiteX423" fmla="*/ 1248114 w 2017827"/>
                <a:gd name="connsiteY423" fmla="*/ 145218 h 1505806"/>
                <a:gd name="connsiteX424" fmla="*/ 1248551 w 2017827"/>
                <a:gd name="connsiteY424" fmla="*/ 149658 h 1505806"/>
                <a:gd name="connsiteX425" fmla="*/ 1248484 w 2017827"/>
                <a:gd name="connsiteY425" fmla="*/ 153460 h 1505806"/>
                <a:gd name="connsiteX426" fmla="*/ 1248484 w 2017827"/>
                <a:gd name="connsiteY426" fmla="*/ 157597 h 1505806"/>
                <a:gd name="connsiteX427" fmla="*/ 1248417 w 2017827"/>
                <a:gd name="connsiteY427" fmla="*/ 163047 h 1505806"/>
                <a:gd name="connsiteX428" fmla="*/ 1248417 w 2017827"/>
                <a:gd name="connsiteY428" fmla="*/ 167521 h 1505806"/>
                <a:gd name="connsiteX429" fmla="*/ 1248417 w 2017827"/>
                <a:gd name="connsiteY429" fmla="*/ 171221 h 1505806"/>
                <a:gd name="connsiteX430" fmla="*/ 1247777 w 2017827"/>
                <a:gd name="connsiteY430" fmla="*/ 174047 h 1505806"/>
                <a:gd name="connsiteX431" fmla="*/ 1247777 w 2017827"/>
                <a:gd name="connsiteY431" fmla="*/ 175796 h 1505806"/>
                <a:gd name="connsiteX432" fmla="*/ 1246162 w 2017827"/>
                <a:gd name="connsiteY432" fmla="*/ 180035 h 1505806"/>
                <a:gd name="connsiteX433" fmla="*/ 1243234 w 2017827"/>
                <a:gd name="connsiteY433" fmla="*/ 186023 h 1505806"/>
                <a:gd name="connsiteX434" fmla="*/ 1241046 w 2017827"/>
                <a:gd name="connsiteY434" fmla="*/ 190699 h 1505806"/>
                <a:gd name="connsiteX435" fmla="*/ 1238859 w 2017827"/>
                <a:gd name="connsiteY435" fmla="*/ 193188 h 1505806"/>
                <a:gd name="connsiteX436" fmla="*/ 1233541 w 2017827"/>
                <a:gd name="connsiteY436" fmla="*/ 195139 h 1505806"/>
                <a:gd name="connsiteX437" fmla="*/ 1227551 w 2017827"/>
                <a:gd name="connsiteY437" fmla="*/ 196215 h 1505806"/>
                <a:gd name="connsiteX438" fmla="*/ 1217656 w 2017827"/>
                <a:gd name="connsiteY438" fmla="*/ 196552 h 1505806"/>
                <a:gd name="connsiteX439" fmla="*/ 1213416 w 2017827"/>
                <a:gd name="connsiteY439" fmla="*/ 196653 h 1505806"/>
                <a:gd name="connsiteX440" fmla="*/ 1207998 w 2017827"/>
                <a:gd name="connsiteY440" fmla="*/ 197628 h 1505806"/>
                <a:gd name="connsiteX441" fmla="*/ 1202344 w 2017827"/>
                <a:gd name="connsiteY441" fmla="*/ 196115 h 1505806"/>
                <a:gd name="connsiteX442" fmla="*/ 1197666 w 2017827"/>
                <a:gd name="connsiteY442" fmla="*/ 195341 h 1505806"/>
                <a:gd name="connsiteX443" fmla="*/ 1192988 w 2017827"/>
                <a:gd name="connsiteY443" fmla="*/ 195341 h 1505806"/>
                <a:gd name="connsiteX444" fmla="*/ 1189723 w 2017827"/>
                <a:gd name="connsiteY444" fmla="*/ 193053 h 1505806"/>
                <a:gd name="connsiteX445" fmla="*/ 1180266 w 2017827"/>
                <a:gd name="connsiteY445" fmla="*/ 189790 h 1505806"/>
                <a:gd name="connsiteX446" fmla="*/ 1176800 w 2017827"/>
                <a:gd name="connsiteY446" fmla="*/ 193154 h 1505806"/>
                <a:gd name="connsiteX447" fmla="*/ 1170708 w 2017827"/>
                <a:gd name="connsiteY447" fmla="*/ 195778 h 1505806"/>
                <a:gd name="connsiteX448" fmla="*/ 1166569 w 2017827"/>
                <a:gd name="connsiteY448" fmla="*/ 192313 h 1505806"/>
                <a:gd name="connsiteX449" fmla="*/ 1162530 w 2017827"/>
                <a:gd name="connsiteY449" fmla="*/ 188277 h 1505806"/>
                <a:gd name="connsiteX450" fmla="*/ 1159602 w 2017827"/>
                <a:gd name="connsiteY450" fmla="*/ 184374 h 1505806"/>
                <a:gd name="connsiteX451" fmla="*/ 1156876 w 2017827"/>
                <a:gd name="connsiteY451" fmla="*/ 183601 h 1505806"/>
                <a:gd name="connsiteX452" fmla="*/ 1147419 w 2017827"/>
                <a:gd name="connsiteY452" fmla="*/ 181851 h 1505806"/>
                <a:gd name="connsiteX453" fmla="*/ 1137861 w 2017827"/>
                <a:gd name="connsiteY453" fmla="*/ 180775 h 1505806"/>
                <a:gd name="connsiteX454" fmla="*/ 1125140 w 2017827"/>
                <a:gd name="connsiteY454" fmla="*/ 177949 h 1505806"/>
                <a:gd name="connsiteX455" fmla="*/ 1121102 w 2017827"/>
                <a:gd name="connsiteY455" fmla="*/ 177949 h 1505806"/>
                <a:gd name="connsiteX456" fmla="*/ 1115347 w 2017827"/>
                <a:gd name="connsiteY456" fmla="*/ 177041 h 1505806"/>
                <a:gd name="connsiteX457" fmla="*/ 1110029 w 2017827"/>
                <a:gd name="connsiteY457" fmla="*/ 176133 h 1505806"/>
                <a:gd name="connsiteX458" fmla="*/ 1106327 w 2017827"/>
                <a:gd name="connsiteY458" fmla="*/ 175056 h 1505806"/>
                <a:gd name="connsiteX459" fmla="*/ 1101447 w 2017827"/>
                <a:gd name="connsiteY459" fmla="*/ 173307 h 1505806"/>
                <a:gd name="connsiteX460" fmla="*/ 1098957 w 2017827"/>
                <a:gd name="connsiteY460" fmla="*/ 171255 h 1505806"/>
                <a:gd name="connsiteX461" fmla="*/ 1096466 w 2017827"/>
                <a:gd name="connsiteY461" fmla="*/ 169640 h 1505806"/>
                <a:gd name="connsiteX462" fmla="*/ 1092327 w 2017827"/>
                <a:gd name="connsiteY462" fmla="*/ 166377 h 1505806"/>
                <a:gd name="connsiteX463" fmla="*/ 1088726 w 2017827"/>
                <a:gd name="connsiteY463" fmla="*/ 163350 h 1505806"/>
                <a:gd name="connsiteX464" fmla="*/ 1085360 w 2017827"/>
                <a:gd name="connsiteY464" fmla="*/ 161600 h 1505806"/>
                <a:gd name="connsiteX465" fmla="*/ 1081355 w 2017827"/>
                <a:gd name="connsiteY465" fmla="*/ 159010 h 1505806"/>
                <a:gd name="connsiteX466" fmla="*/ 1078730 w 2017827"/>
                <a:gd name="connsiteY466" fmla="*/ 157362 h 1505806"/>
                <a:gd name="connsiteX467" fmla="*/ 1076442 w 2017827"/>
                <a:gd name="connsiteY467" fmla="*/ 155310 h 1505806"/>
                <a:gd name="connsiteX468" fmla="*/ 1072201 w 2017827"/>
                <a:gd name="connsiteY468" fmla="*/ 151845 h 1505806"/>
                <a:gd name="connsiteX469" fmla="*/ 1069812 w 2017827"/>
                <a:gd name="connsiteY469" fmla="*/ 150096 h 1505806"/>
                <a:gd name="connsiteX470" fmla="*/ 1066884 w 2017827"/>
                <a:gd name="connsiteY470" fmla="*/ 148245 h 1505806"/>
                <a:gd name="connsiteX471" fmla="*/ 1063081 w 2017827"/>
                <a:gd name="connsiteY471" fmla="*/ 145655 h 1505806"/>
                <a:gd name="connsiteX472" fmla="*/ 1059076 w 2017827"/>
                <a:gd name="connsiteY472" fmla="*/ 143267 h 1505806"/>
                <a:gd name="connsiteX473" fmla="*/ 1057764 w 2017827"/>
                <a:gd name="connsiteY473" fmla="*/ 143267 h 1505806"/>
                <a:gd name="connsiteX474" fmla="*/ 1054768 w 2017827"/>
                <a:gd name="connsiteY474" fmla="*/ 141753 h 1505806"/>
                <a:gd name="connsiteX475" fmla="*/ 1052985 w 2017827"/>
                <a:gd name="connsiteY475" fmla="*/ 141215 h 1505806"/>
                <a:gd name="connsiteX476" fmla="*/ 1051302 w 2017827"/>
                <a:gd name="connsiteY476" fmla="*/ 140777 h 1505806"/>
                <a:gd name="connsiteX477" fmla="*/ 1050932 w 2017827"/>
                <a:gd name="connsiteY477" fmla="*/ 140710 h 1505806"/>
                <a:gd name="connsiteX478" fmla="*/ 1049148 w 2017827"/>
                <a:gd name="connsiteY478" fmla="*/ 138759 h 1505806"/>
                <a:gd name="connsiteX479" fmla="*/ 1046321 w 2017827"/>
                <a:gd name="connsiteY479" fmla="*/ 136909 h 1505806"/>
                <a:gd name="connsiteX480" fmla="*/ 1044571 w 2017827"/>
                <a:gd name="connsiteY480" fmla="*/ 135967 h 1505806"/>
                <a:gd name="connsiteX481" fmla="*/ 1041037 w 2017827"/>
                <a:gd name="connsiteY481" fmla="*/ 136404 h 1505806"/>
                <a:gd name="connsiteX482" fmla="*/ 1039960 w 2017827"/>
                <a:gd name="connsiteY482" fmla="*/ 137043 h 1505806"/>
                <a:gd name="connsiteX483" fmla="*/ 1039388 w 2017827"/>
                <a:gd name="connsiteY483" fmla="*/ 137851 h 1505806"/>
                <a:gd name="connsiteX484" fmla="*/ 1039153 w 2017827"/>
                <a:gd name="connsiteY484" fmla="*/ 138994 h 1505806"/>
                <a:gd name="connsiteX485" fmla="*/ 1039388 w 2017827"/>
                <a:gd name="connsiteY485" fmla="*/ 140138 h 1505806"/>
                <a:gd name="connsiteX486" fmla="*/ 1039254 w 2017827"/>
                <a:gd name="connsiteY486" fmla="*/ 141349 h 1505806"/>
                <a:gd name="connsiteX487" fmla="*/ 1039254 w 2017827"/>
                <a:gd name="connsiteY487" fmla="*/ 142796 h 1505806"/>
                <a:gd name="connsiteX488" fmla="*/ 1037806 w 2017827"/>
                <a:gd name="connsiteY488" fmla="*/ 145420 h 1505806"/>
                <a:gd name="connsiteX489" fmla="*/ 1035484 w 2017827"/>
                <a:gd name="connsiteY489" fmla="*/ 147875 h 1505806"/>
                <a:gd name="connsiteX490" fmla="*/ 1033162 w 2017827"/>
                <a:gd name="connsiteY490" fmla="*/ 151643 h 1505806"/>
                <a:gd name="connsiteX491" fmla="*/ 1031277 w 2017827"/>
                <a:gd name="connsiteY491" fmla="*/ 153964 h 1505806"/>
                <a:gd name="connsiteX492" fmla="*/ 1029830 w 2017827"/>
                <a:gd name="connsiteY492" fmla="*/ 156151 h 1505806"/>
                <a:gd name="connsiteX493" fmla="*/ 1028080 w 2017827"/>
                <a:gd name="connsiteY493" fmla="*/ 159346 h 1505806"/>
                <a:gd name="connsiteX494" fmla="*/ 1024446 w 2017827"/>
                <a:gd name="connsiteY494" fmla="*/ 161802 h 1505806"/>
                <a:gd name="connsiteX495" fmla="*/ 1020239 w 2017827"/>
                <a:gd name="connsiteY495" fmla="*/ 165435 h 1505806"/>
                <a:gd name="connsiteX496" fmla="*/ 1014450 w 2017827"/>
                <a:gd name="connsiteY496" fmla="*/ 169775 h 1505806"/>
                <a:gd name="connsiteX497" fmla="*/ 1010815 w 2017827"/>
                <a:gd name="connsiteY497" fmla="*/ 174854 h 1505806"/>
                <a:gd name="connsiteX498" fmla="*/ 1008628 w 2017827"/>
                <a:gd name="connsiteY498" fmla="*/ 179362 h 1505806"/>
                <a:gd name="connsiteX499" fmla="*/ 1006743 w 2017827"/>
                <a:gd name="connsiteY499" fmla="*/ 185148 h 1505806"/>
                <a:gd name="connsiteX500" fmla="*/ 1003983 w 2017827"/>
                <a:gd name="connsiteY500" fmla="*/ 190665 h 1505806"/>
                <a:gd name="connsiteX501" fmla="*/ 1000080 w 2017827"/>
                <a:gd name="connsiteY501" fmla="*/ 197056 h 1505806"/>
                <a:gd name="connsiteX502" fmla="*/ 997185 w 2017827"/>
                <a:gd name="connsiteY502" fmla="*/ 203852 h 1505806"/>
                <a:gd name="connsiteX503" fmla="*/ 995435 w 2017827"/>
                <a:gd name="connsiteY503" fmla="*/ 207485 h 1505806"/>
                <a:gd name="connsiteX504" fmla="*/ 989781 w 2017827"/>
                <a:gd name="connsiteY504" fmla="*/ 212564 h 1505806"/>
                <a:gd name="connsiteX505" fmla="*/ 987459 w 2017827"/>
                <a:gd name="connsiteY505" fmla="*/ 217476 h 1505806"/>
                <a:gd name="connsiteX506" fmla="*/ 983555 w 2017827"/>
                <a:gd name="connsiteY506" fmla="*/ 222118 h 1505806"/>
                <a:gd name="connsiteX507" fmla="*/ 979214 w 2017827"/>
                <a:gd name="connsiteY507" fmla="*/ 229081 h 1505806"/>
                <a:gd name="connsiteX508" fmla="*/ 976319 w 2017827"/>
                <a:gd name="connsiteY508" fmla="*/ 231840 h 1505806"/>
                <a:gd name="connsiteX509" fmla="*/ 973863 w 2017827"/>
                <a:gd name="connsiteY509" fmla="*/ 235305 h 1505806"/>
                <a:gd name="connsiteX510" fmla="*/ 969521 w 2017827"/>
                <a:gd name="connsiteY510" fmla="*/ 238635 h 1505806"/>
                <a:gd name="connsiteX511" fmla="*/ 966055 w 2017827"/>
                <a:gd name="connsiteY511" fmla="*/ 242975 h 1505806"/>
                <a:gd name="connsiteX512" fmla="*/ 963867 w 2017827"/>
                <a:gd name="connsiteY512" fmla="*/ 246439 h 1505806"/>
                <a:gd name="connsiteX513" fmla="*/ 960098 w 2017827"/>
                <a:gd name="connsiteY513" fmla="*/ 249198 h 1505806"/>
                <a:gd name="connsiteX514" fmla="*/ 956631 w 2017827"/>
                <a:gd name="connsiteY514" fmla="*/ 252394 h 1505806"/>
                <a:gd name="connsiteX515" fmla="*/ 952896 w 2017827"/>
                <a:gd name="connsiteY515" fmla="*/ 257305 h 1505806"/>
                <a:gd name="connsiteX516" fmla="*/ 949093 w 2017827"/>
                <a:gd name="connsiteY516" fmla="*/ 261207 h 1505806"/>
                <a:gd name="connsiteX517" fmla="*/ 948790 w 2017827"/>
                <a:gd name="connsiteY517" fmla="*/ 265850 h 1505806"/>
                <a:gd name="connsiteX518" fmla="*/ 948655 w 2017827"/>
                <a:gd name="connsiteY518" fmla="*/ 270189 h 1505806"/>
                <a:gd name="connsiteX519" fmla="*/ 947511 w 2017827"/>
                <a:gd name="connsiteY519" fmla="*/ 276412 h 1505806"/>
                <a:gd name="connsiteX520" fmla="*/ 944920 w 2017827"/>
                <a:gd name="connsiteY520" fmla="*/ 279305 h 1505806"/>
                <a:gd name="connsiteX521" fmla="*/ 941723 w 2017827"/>
                <a:gd name="connsiteY521" fmla="*/ 282938 h 1505806"/>
                <a:gd name="connsiteX522" fmla="*/ 939838 w 2017827"/>
                <a:gd name="connsiteY522" fmla="*/ 286572 h 1505806"/>
                <a:gd name="connsiteX523" fmla="*/ 938391 w 2017827"/>
                <a:gd name="connsiteY523" fmla="*/ 288893 h 1505806"/>
                <a:gd name="connsiteX524" fmla="*/ 936944 w 2017827"/>
                <a:gd name="connsiteY524" fmla="*/ 291348 h 1505806"/>
                <a:gd name="connsiteX525" fmla="*/ 936506 w 2017827"/>
                <a:gd name="connsiteY525" fmla="*/ 295419 h 1505806"/>
                <a:gd name="connsiteX526" fmla="*/ 936506 w 2017827"/>
                <a:gd name="connsiteY526" fmla="*/ 298043 h 1505806"/>
                <a:gd name="connsiteX527" fmla="*/ 937314 w 2017827"/>
                <a:gd name="connsiteY527" fmla="*/ 301373 h 1505806"/>
                <a:gd name="connsiteX528" fmla="*/ 939131 w 2017827"/>
                <a:gd name="connsiteY528" fmla="*/ 304434 h 1505806"/>
                <a:gd name="connsiteX529" fmla="*/ 940881 w 2017827"/>
                <a:gd name="connsiteY529" fmla="*/ 305881 h 1505806"/>
                <a:gd name="connsiteX530" fmla="*/ 943338 w 2017827"/>
                <a:gd name="connsiteY530" fmla="*/ 308639 h 1505806"/>
                <a:gd name="connsiteX531" fmla="*/ 944045 w 2017827"/>
                <a:gd name="connsiteY531" fmla="*/ 311095 h 1505806"/>
                <a:gd name="connsiteX532" fmla="*/ 945795 w 2017827"/>
                <a:gd name="connsiteY532" fmla="*/ 314122 h 1505806"/>
                <a:gd name="connsiteX533" fmla="*/ 948992 w 2017827"/>
                <a:gd name="connsiteY533" fmla="*/ 318596 h 1505806"/>
                <a:gd name="connsiteX534" fmla="*/ 950304 w 2017827"/>
                <a:gd name="connsiteY534" fmla="*/ 320480 h 1505806"/>
                <a:gd name="connsiteX535" fmla="*/ 951752 w 2017827"/>
                <a:gd name="connsiteY535" fmla="*/ 323508 h 1505806"/>
                <a:gd name="connsiteX536" fmla="*/ 952761 w 2017827"/>
                <a:gd name="connsiteY536" fmla="*/ 330034 h 1505806"/>
                <a:gd name="connsiteX537" fmla="*/ 952761 w 2017827"/>
                <a:gd name="connsiteY537" fmla="*/ 333667 h 1505806"/>
                <a:gd name="connsiteX538" fmla="*/ 950439 w 2017827"/>
                <a:gd name="connsiteY538" fmla="*/ 334542 h 1505806"/>
                <a:gd name="connsiteX539" fmla="*/ 945795 w 2017827"/>
                <a:gd name="connsiteY539" fmla="*/ 335282 h 1505806"/>
                <a:gd name="connsiteX540" fmla="*/ 938121 w 2017827"/>
                <a:gd name="connsiteY540" fmla="*/ 335282 h 1505806"/>
                <a:gd name="connsiteX541" fmla="*/ 933780 w 2017827"/>
                <a:gd name="connsiteY541" fmla="*/ 334844 h 1505806"/>
                <a:gd name="connsiteX542" fmla="*/ 927991 w 2017827"/>
                <a:gd name="connsiteY542" fmla="*/ 332221 h 1505806"/>
                <a:gd name="connsiteX543" fmla="*/ 922775 w 2017827"/>
                <a:gd name="connsiteY543" fmla="*/ 330202 h 1505806"/>
                <a:gd name="connsiteX544" fmla="*/ 918871 w 2017827"/>
                <a:gd name="connsiteY544" fmla="*/ 329630 h 1505806"/>
                <a:gd name="connsiteX545" fmla="*/ 914967 w 2017827"/>
                <a:gd name="connsiteY545" fmla="*/ 327444 h 1505806"/>
                <a:gd name="connsiteX546" fmla="*/ 911063 w 2017827"/>
                <a:gd name="connsiteY546" fmla="*/ 324685 h 1505806"/>
                <a:gd name="connsiteX547" fmla="*/ 908304 w 2017827"/>
                <a:gd name="connsiteY547" fmla="*/ 323373 h 1505806"/>
                <a:gd name="connsiteX548" fmla="*/ 903962 w 2017827"/>
                <a:gd name="connsiteY548" fmla="*/ 318294 h 1505806"/>
                <a:gd name="connsiteX549" fmla="*/ 898173 w 2017827"/>
                <a:gd name="connsiteY549" fmla="*/ 312205 h 1505806"/>
                <a:gd name="connsiteX550" fmla="*/ 892250 w 2017827"/>
                <a:gd name="connsiteY550" fmla="*/ 311902 h 1505806"/>
                <a:gd name="connsiteX551" fmla="*/ 870644 w 2017827"/>
                <a:gd name="connsiteY551" fmla="*/ 311902 h 1505806"/>
                <a:gd name="connsiteX552" fmla="*/ 858192 w 2017827"/>
                <a:gd name="connsiteY552" fmla="*/ 311969 h 1505806"/>
                <a:gd name="connsiteX553" fmla="*/ 840086 w 2017827"/>
                <a:gd name="connsiteY553" fmla="*/ 311599 h 1505806"/>
                <a:gd name="connsiteX554" fmla="*/ 825311 w 2017827"/>
                <a:gd name="connsiteY554" fmla="*/ 309581 h 1505806"/>
                <a:gd name="connsiteX555" fmla="*/ 817066 w 2017827"/>
                <a:gd name="connsiteY555" fmla="*/ 309446 h 1505806"/>
                <a:gd name="connsiteX556" fmla="*/ 800407 w 2017827"/>
                <a:gd name="connsiteY556" fmla="*/ 309144 h 1505806"/>
                <a:gd name="connsiteX557" fmla="*/ 787652 w 2017827"/>
                <a:gd name="connsiteY557" fmla="*/ 310456 h 1505806"/>
                <a:gd name="connsiteX558" fmla="*/ 775906 w 2017827"/>
                <a:gd name="connsiteY558" fmla="*/ 310456 h 1505806"/>
                <a:gd name="connsiteX559" fmla="*/ 762714 w 2017827"/>
                <a:gd name="connsiteY559" fmla="*/ 309581 h 1505806"/>
                <a:gd name="connsiteX560" fmla="*/ 757060 w 2017827"/>
                <a:gd name="connsiteY560" fmla="*/ 306856 h 1505806"/>
                <a:gd name="connsiteX561" fmla="*/ 748949 w 2017827"/>
                <a:gd name="connsiteY561" fmla="*/ 307125 h 1505806"/>
                <a:gd name="connsiteX562" fmla="*/ 741545 w 2017827"/>
                <a:gd name="connsiteY562" fmla="*/ 307125 h 1505806"/>
                <a:gd name="connsiteX563" fmla="*/ 736194 w 2017827"/>
                <a:gd name="connsiteY563" fmla="*/ 310153 h 1505806"/>
                <a:gd name="connsiteX564" fmla="*/ 732290 w 2017827"/>
                <a:gd name="connsiteY564" fmla="*/ 314661 h 1505806"/>
                <a:gd name="connsiteX565" fmla="*/ 731415 w 2017827"/>
                <a:gd name="connsiteY565" fmla="*/ 317991 h 1505806"/>
                <a:gd name="connsiteX566" fmla="*/ 731415 w 2017827"/>
                <a:gd name="connsiteY566" fmla="*/ 323777 h 1505806"/>
                <a:gd name="connsiteX567" fmla="*/ 735184 w 2017827"/>
                <a:gd name="connsiteY567" fmla="*/ 327679 h 1505806"/>
                <a:gd name="connsiteX568" fmla="*/ 738954 w 2017827"/>
                <a:gd name="connsiteY568" fmla="*/ 329294 h 1505806"/>
                <a:gd name="connsiteX569" fmla="*/ 741983 w 2017827"/>
                <a:gd name="connsiteY569" fmla="*/ 330000 h 1505806"/>
                <a:gd name="connsiteX570" fmla="*/ 745617 w 2017827"/>
                <a:gd name="connsiteY570" fmla="*/ 331178 h 1505806"/>
                <a:gd name="connsiteX571" fmla="*/ 747637 w 2017827"/>
                <a:gd name="connsiteY571" fmla="*/ 331178 h 1505806"/>
                <a:gd name="connsiteX572" fmla="*/ 749521 w 2017827"/>
                <a:gd name="connsiteY572" fmla="*/ 334205 h 1505806"/>
                <a:gd name="connsiteX573" fmla="*/ 749084 w 2017827"/>
                <a:gd name="connsiteY573" fmla="*/ 336964 h 1505806"/>
                <a:gd name="connsiteX574" fmla="*/ 748646 w 2017827"/>
                <a:gd name="connsiteY574" fmla="*/ 341000 h 1505806"/>
                <a:gd name="connsiteX575" fmla="*/ 748343 w 2017827"/>
                <a:gd name="connsiteY575" fmla="*/ 344768 h 1505806"/>
                <a:gd name="connsiteX576" fmla="*/ 752685 w 2017827"/>
                <a:gd name="connsiteY576" fmla="*/ 348973 h 1505806"/>
                <a:gd name="connsiteX577" fmla="*/ 753829 w 2017827"/>
                <a:gd name="connsiteY577" fmla="*/ 355331 h 1505806"/>
                <a:gd name="connsiteX578" fmla="*/ 753829 w 2017827"/>
                <a:gd name="connsiteY578" fmla="*/ 361117 h 1505806"/>
                <a:gd name="connsiteX579" fmla="*/ 752516 w 2017827"/>
                <a:gd name="connsiteY579" fmla="*/ 367340 h 1505806"/>
                <a:gd name="connsiteX580" fmla="*/ 751675 w 2017827"/>
                <a:gd name="connsiteY580" fmla="*/ 372252 h 1505806"/>
                <a:gd name="connsiteX581" fmla="*/ 751641 w 2017827"/>
                <a:gd name="connsiteY581" fmla="*/ 378610 h 1505806"/>
                <a:gd name="connsiteX582" fmla="*/ 751641 w 2017827"/>
                <a:gd name="connsiteY582" fmla="*/ 382377 h 1505806"/>
                <a:gd name="connsiteX583" fmla="*/ 750194 w 2017827"/>
                <a:gd name="connsiteY583" fmla="*/ 388029 h 1505806"/>
                <a:gd name="connsiteX584" fmla="*/ 749353 w 2017827"/>
                <a:gd name="connsiteY584" fmla="*/ 397010 h 1505806"/>
                <a:gd name="connsiteX585" fmla="*/ 747468 w 2017827"/>
                <a:gd name="connsiteY585" fmla="*/ 402965 h 1505806"/>
                <a:gd name="connsiteX586" fmla="*/ 747165 w 2017827"/>
                <a:gd name="connsiteY586" fmla="*/ 409491 h 1505806"/>
                <a:gd name="connsiteX587" fmla="*/ 744540 w 2017827"/>
                <a:gd name="connsiteY587" fmla="*/ 413393 h 1505806"/>
                <a:gd name="connsiteX588" fmla="*/ 744103 w 2017827"/>
                <a:gd name="connsiteY588" fmla="*/ 422509 h 1505806"/>
                <a:gd name="connsiteX589" fmla="*/ 744406 w 2017827"/>
                <a:gd name="connsiteY589" fmla="*/ 427723 h 1505806"/>
                <a:gd name="connsiteX590" fmla="*/ 745415 w 2017827"/>
                <a:gd name="connsiteY590" fmla="*/ 434956 h 1505806"/>
                <a:gd name="connsiteX591" fmla="*/ 745718 w 2017827"/>
                <a:gd name="connsiteY591" fmla="*/ 439598 h 1505806"/>
                <a:gd name="connsiteX592" fmla="*/ 745281 w 2017827"/>
                <a:gd name="connsiteY592" fmla="*/ 444812 h 1505806"/>
                <a:gd name="connsiteX593" fmla="*/ 745281 w 2017827"/>
                <a:gd name="connsiteY593" fmla="*/ 448008 h 1505806"/>
                <a:gd name="connsiteX594" fmla="*/ 746526 w 2017827"/>
                <a:gd name="connsiteY594" fmla="*/ 452650 h 1505806"/>
                <a:gd name="connsiteX595" fmla="*/ 746896 w 2017827"/>
                <a:gd name="connsiteY595" fmla="*/ 458436 h 1505806"/>
                <a:gd name="connsiteX596" fmla="*/ 746459 w 2017827"/>
                <a:gd name="connsiteY596" fmla="*/ 465097 h 1505806"/>
                <a:gd name="connsiteX597" fmla="*/ 745146 w 2017827"/>
                <a:gd name="connsiteY597" fmla="*/ 470614 h 1505806"/>
                <a:gd name="connsiteX598" fmla="*/ 746459 w 2017827"/>
                <a:gd name="connsiteY598" fmla="*/ 474819 h 1505806"/>
                <a:gd name="connsiteX599" fmla="*/ 747031 w 2017827"/>
                <a:gd name="connsiteY599" fmla="*/ 478452 h 1505806"/>
                <a:gd name="connsiteX600" fmla="*/ 744002 w 2017827"/>
                <a:gd name="connsiteY600" fmla="*/ 484541 h 1505806"/>
                <a:gd name="connsiteX601" fmla="*/ 745449 w 2017827"/>
                <a:gd name="connsiteY601" fmla="*/ 486559 h 1505806"/>
                <a:gd name="connsiteX602" fmla="*/ 746593 w 2017827"/>
                <a:gd name="connsiteY602" fmla="*/ 489452 h 1505806"/>
                <a:gd name="connsiteX603" fmla="*/ 746896 w 2017827"/>
                <a:gd name="connsiteY603" fmla="*/ 491033 h 1505806"/>
                <a:gd name="connsiteX604" fmla="*/ 746459 w 2017827"/>
                <a:gd name="connsiteY604" fmla="*/ 495104 h 1505806"/>
                <a:gd name="connsiteX605" fmla="*/ 746762 w 2017827"/>
                <a:gd name="connsiteY605" fmla="*/ 500755 h 1505806"/>
                <a:gd name="connsiteX606" fmla="*/ 743295 w 2017827"/>
                <a:gd name="connsiteY606" fmla="*/ 506104 h 1505806"/>
                <a:gd name="connsiteX607" fmla="*/ 746055 w 2017827"/>
                <a:gd name="connsiteY607" fmla="*/ 510881 h 1505806"/>
                <a:gd name="connsiteX608" fmla="*/ 749252 w 2017827"/>
                <a:gd name="connsiteY608" fmla="*/ 514514 h 1505806"/>
                <a:gd name="connsiteX609" fmla="*/ 749252 w 2017827"/>
                <a:gd name="connsiteY609" fmla="*/ 518416 h 1505806"/>
                <a:gd name="connsiteX610" fmla="*/ 743295 w 2017827"/>
                <a:gd name="connsiteY610" fmla="*/ 518416 h 1505806"/>
                <a:gd name="connsiteX611" fmla="*/ 741276 w 2017827"/>
                <a:gd name="connsiteY611" fmla="*/ 520165 h 1505806"/>
                <a:gd name="connsiteX612" fmla="*/ 738516 w 2017827"/>
                <a:gd name="connsiteY612" fmla="*/ 521612 h 1505806"/>
                <a:gd name="connsiteX613" fmla="*/ 736497 w 2017827"/>
                <a:gd name="connsiteY613" fmla="*/ 521612 h 1505806"/>
                <a:gd name="connsiteX614" fmla="*/ 730978 w 2017827"/>
                <a:gd name="connsiteY614" fmla="*/ 523024 h 1505806"/>
                <a:gd name="connsiteX615" fmla="*/ 728958 w 2017827"/>
                <a:gd name="connsiteY615" fmla="*/ 523058 h 1505806"/>
                <a:gd name="connsiteX616" fmla="*/ 725626 w 2017827"/>
                <a:gd name="connsiteY616" fmla="*/ 523058 h 1505806"/>
                <a:gd name="connsiteX617" fmla="*/ 722598 w 2017827"/>
                <a:gd name="connsiteY617" fmla="*/ 523630 h 1505806"/>
                <a:gd name="connsiteX618" fmla="*/ 718963 w 2017827"/>
                <a:gd name="connsiteY618" fmla="*/ 524370 h 1505806"/>
                <a:gd name="connsiteX619" fmla="*/ 715631 w 2017827"/>
                <a:gd name="connsiteY619" fmla="*/ 526119 h 1505806"/>
                <a:gd name="connsiteX620" fmla="*/ 714319 w 2017827"/>
                <a:gd name="connsiteY620" fmla="*/ 527129 h 1505806"/>
                <a:gd name="connsiteX621" fmla="*/ 711862 w 2017827"/>
                <a:gd name="connsiteY621" fmla="*/ 529887 h 1505806"/>
                <a:gd name="connsiteX622" fmla="*/ 710280 w 2017827"/>
                <a:gd name="connsiteY622" fmla="*/ 532040 h 1505806"/>
                <a:gd name="connsiteX623" fmla="*/ 709977 w 2017827"/>
                <a:gd name="connsiteY623" fmla="*/ 533924 h 1505806"/>
                <a:gd name="connsiteX624" fmla="*/ 710280 w 2017827"/>
                <a:gd name="connsiteY624" fmla="*/ 535068 h 1505806"/>
                <a:gd name="connsiteX625" fmla="*/ 713746 w 2017827"/>
                <a:gd name="connsiteY625" fmla="*/ 539273 h 1505806"/>
                <a:gd name="connsiteX626" fmla="*/ 716506 w 2017827"/>
                <a:gd name="connsiteY626" fmla="*/ 540584 h 1505806"/>
                <a:gd name="connsiteX627" fmla="*/ 716506 w 2017827"/>
                <a:gd name="connsiteY627" fmla="*/ 541728 h 1505806"/>
                <a:gd name="connsiteX628" fmla="*/ 714756 w 2017827"/>
                <a:gd name="connsiteY628" fmla="*/ 543612 h 1505806"/>
                <a:gd name="connsiteX629" fmla="*/ 712434 w 2017827"/>
                <a:gd name="connsiteY629" fmla="*/ 545361 h 1505806"/>
                <a:gd name="connsiteX630" fmla="*/ 708799 w 2017827"/>
                <a:gd name="connsiteY630" fmla="*/ 545361 h 1505806"/>
                <a:gd name="connsiteX631" fmla="*/ 706208 w 2017827"/>
                <a:gd name="connsiteY631" fmla="*/ 546505 h 1505806"/>
                <a:gd name="connsiteX632" fmla="*/ 702876 w 2017827"/>
                <a:gd name="connsiteY632" fmla="*/ 546505 h 1505806"/>
                <a:gd name="connsiteX633" fmla="*/ 698265 w 2017827"/>
                <a:gd name="connsiteY633" fmla="*/ 547581 h 1505806"/>
                <a:gd name="connsiteX634" fmla="*/ 695337 w 2017827"/>
                <a:gd name="connsiteY634" fmla="*/ 549196 h 1505806"/>
                <a:gd name="connsiteX635" fmla="*/ 691433 w 2017827"/>
                <a:gd name="connsiteY635" fmla="*/ 550609 h 1505806"/>
                <a:gd name="connsiteX636" fmla="*/ 688808 w 2017827"/>
                <a:gd name="connsiteY636" fmla="*/ 551786 h 1505806"/>
                <a:gd name="connsiteX637" fmla="*/ 686183 w 2017827"/>
                <a:gd name="connsiteY637" fmla="*/ 553536 h 1505806"/>
                <a:gd name="connsiteX638" fmla="*/ 683457 w 2017827"/>
                <a:gd name="connsiteY638" fmla="*/ 555823 h 1505806"/>
                <a:gd name="connsiteX639" fmla="*/ 681707 w 2017827"/>
                <a:gd name="connsiteY639" fmla="*/ 557875 h 1505806"/>
                <a:gd name="connsiteX640" fmla="*/ 679082 w 2017827"/>
                <a:gd name="connsiteY640" fmla="*/ 562114 h 1505806"/>
                <a:gd name="connsiteX641" fmla="*/ 677770 w 2017827"/>
                <a:gd name="connsiteY641" fmla="*/ 564704 h 1505806"/>
                <a:gd name="connsiteX642" fmla="*/ 675582 w 2017827"/>
                <a:gd name="connsiteY642" fmla="*/ 568741 h 1505806"/>
                <a:gd name="connsiteX643" fmla="*/ 674505 w 2017827"/>
                <a:gd name="connsiteY643" fmla="*/ 571230 h 1505806"/>
                <a:gd name="connsiteX644" fmla="*/ 673967 w 2017827"/>
                <a:gd name="connsiteY644" fmla="*/ 575132 h 1505806"/>
                <a:gd name="connsiteX645" fmla="*/ 673967 w 2017827"/>
                <a:gd name="connsiteY645" fmla="*/ 580447 h 1505806"/>
                <a:gd name="connsiteX646" fmla="*/ 675279 w 2017827"/>
                <a:gd name="connsiteY646" fmla="*/ 585897 h 1505806"/>
                <a:gd name="connsiteX647" fmla="*/ 676726 w 2017827"/>
                <a:gd name="connsiteY647" fmla="*/ 589799 h 1505806"/>
                <a:gd name="connsiteX648" fmla="*/ 676693 w 2017827"/>
                <a:gd name="connsiteY648" fmla="*/ 593062 h 1505806"/>
                <a:gd name="connsiteX649" fmla="*/ 676693 w 2017827"/>
                <a:gd name="connsiteY649" fmla="*/ 596224 h 1505806"/>
                <a:gd name="connsiteX650" fmla="*/ 676154 w 2017827"/>
                <a:gd name="connsiteY650" fmla="*/ 599151 h 1505806"/>
                <a:gd name="connsiteX651" fmla="*/ 675279 w 2017827"/>
                <a:gd name="connsiteY651" fmla="*/ 601640 h 1505806"/>
                <a:gd name="connsiteX652" fmla="*/ 673967 w 2017827"/>
                <a:gd name="connsiteY652" fmla="*/ 602717 h 1505806"/>
                <a:gd name="connsiteX653" fmla="*/ 672116 w 2017827"/>
                <a:gd name="connsiteY653" fmla="*/ 605307 h 1505806"/>
                <a:gd name="connsiteX654" fmla="*/ 671140 w 2017827"/>
                <a:gd name="connsiteY654" fmla="*/ 606384 h 1505806"/>
                <a:gd name="connsiteX655" fmla="*/ 669861 w 2017827"/>
                <a:gd name="connsiteY655" fmla="*/ 607796 h 1505806"/>
                <a:gd name="connsiteX656" fmla="*/ 669726 w 2017827"/>
                <a:gd name="connsiteY656" fmla="*/ 609546 h 1505806"/>
                <a:gd name="connsiteX657" fmla="*/ 669726 w 2017827"/>
                <a:gd name="connsiteY657" fmla="*/ 612270 h 1505806"/>
                <a:gd name="connsiteX658" fmla="*/ 668750 w 2017827"/>
                <a:gd name="connsiteY658" fmla="*/ 614558 h 1505806"/>
                <a:gd name="connsiteX659" fmla="*/ 667438 w 2017827"/>
                <a:gd name="connsiteY659" fmla="*/ 616946 h 1505806"/>
                <a:gd name="connsiteX660" fmla="*/ 665048 w 2017827"/>
                <a:gd name="connsiteY660" fmla="*/ 619133 h 1505806"/>
                <a:gd name="connsiteX661" fmla="*/ 662120 w 2017827"/>
                <a:gd name="connsiteY661" fmla="*/ 622161 h 1505806"/>
                <a:gd name="connsiteX662" fmla="*/ 660067 w 2017827"/>
                <a:gd name="connsiteY662" fmla="*/ 623775 h 1505806"/>
                <a:gd name="connsiteX663" fmla="*/ 657139 w 2017827"/>
                <a:gd name="connsiteY663" fmla="*/ 625726 h 1505806"/>
                <a:gd name="connsiteX664" fmla="*/ 651485 w 2017827"/>
                <a:gd name="connsiteY664" fmla="*/ 626937 h 1505806"/>
                <a:gd name="connsiteX665" fmla="*/ 647581 w 2017827"/>
                <a:gd name="connsiteY665" fmla="*/ 625524 h 1505806"/>
                <a:gd name="connsiteX666" fmla="*/ 643678 w 2017827"/>
                <a:gd name="connsiteY666" fmla="*/ 625524 h 1505806"/>
                <a:gd name="connsiteX667" fmla="*/ 641288 w 2017827"/>
                <a:gd name="connsiteY667" fmla="*/ 625524 h 1505806"/>
                <a:gd name="connsiteX668" fmla="*/ 639774 w 2017827"/>
                <a:gd name="connsiteY668" fmla="*/ 628350 h 1505806"/>
                <a:gd name="connsiteX669" fmla="*/ 636072 w 2017827"/>
                <a:gd name="connsiteY669" fmla="*/ 629965 h 1505806"/>
                <a:gd name="connsiteX670" fmla="*/ 630653 w 2017827"/>
                <a:gd name="connsiteY670" fmla="*/ 630503 h 1505806"/>
                <a:gd name="connsiteX671" fmla="*/ 620860 w 2017827"/>
                <a:gd name="connsiteY671" fmla="*/ 631580 h 1505806"/>
                <a:gd name="connsiteX672" fmla="*/ 614566 w 2017827"/>
                <a:gd name="connsiteY672" fmla="*/ 635179 h 1505806"/>
                <a:gd name="connsiteX673" fmla="*/ 608710 w 2017827"/>
                <a:gd name="connsiteY673" fmla="*/ 636794 h 1505806"/>
                <a:gd name="connsiteX674" fmla="*/ 601306 w 2017827"/>
                <a:gd name="connsiteY674" fmla="*/ 638980 h 1505806"/>
                <a:gd name="connsiteX675" fmla="*/ 595888 w 2017827"/>
                <a:gd name="connsiteY675" fmla="*/ 640158 h 1505806"/>
                <a:gd name="connsiteX676" fmla="*/ 590335 w 2017827"/>
                <a:gd name="connsiteY676" fmla="*/ 641133 h 1505806"/>
                <a:gd name="connsiteX677" fmla="*/ 585220 w 2017827"/>
                <a:gd name="connsiteY677" fmla="*/ 641772 h 1505806"/>
                <a:gd name="connsiteX678" fmla="*/ 578590 w 2017827"/>
                <a:gd name="connsiteY678" fmla="*/ 642412 h 1505806"/>
                <a:gd name="connsiteX679" fmla="*/ 572835 w 2017827"/>
                <a:gd name="connsiteY679" fmla="*/ 642412 h 1505806"/>
                <a:gd name="connsiteX680" fmla="*/ 561964 w 2017827"/>
                <a:gd name="connsiteY680" fmla="*/ 643488 h 1505806"/>
                <a:gd name="connsiteX681" fmla="*/ 553147 w 2017827"/>
                <a:gd name="connsiteY681" fmla="*/ 648265 h 1505806"/>
                <a:gd name="connsiteX682" fmla="*/ 544228 w 2017827"/>
                <a:gd name="connsiteY682" fmla="*/ 651965 h 1505806"/>
                <a:gd name="connsiteX683" fmla="*/ 526526 w 2017827"/>
                <a:gd name="connsiteY683" fmla="*/ 651427 h 1505806"/>
                <a:gd name="connsiteX684" fmla="*/ 515756 w 2017827"/>
                <a:gd name="connsiteY684" fmla="*/ 652840 h 1505806"/>
                <a:gd name="connsiteX685" fmla="*/ 509564 w 2017827"/>
                <a:gd name="connsiteY685" fmla="*/ 654320 h 1505806"/>
                <a:gd name="connsiteX686" fmla="*/ 500982 w 2017827"/>
                <a:gd name="connsiteY686" fmla="*/ 658054 h 1505806"/>
                <a:gd name="connsiteX687" fmla="*/ 492939 w 2017827"/>
                <a:gd name="connsiteY687" fmla="*/ 658256 h 1505806"/>
                <a:gd name="connsiteX688" fmla="*/ 484794 w 2017827"/>
                <a:gd name="connsiteY688" fmla="*/ 657919 h 1505806"/>
                <a:gd name="connsiteX689" fmla="*/ 478501 w 2017827"/>
                <a:gd name="connsiteY689" fmla="*/ 655968 h 1505806"/>
                <a:gd name="connsiteX690" fmla="*/ 470457 w 2017827"/>
                <a:gd name="connsiteY690" fmla="*/ 654354 h 1505806"/>
                <a:gd name="connsiteX691" fmla="*/ 463390 w 2017827"/>
                <a:gd name="connsiteY691" fmla="*/ 657617 h 1505806"/>
                <a:gd name="connsiteX692" fmla="*/ 455986 w 2017827"/>
                <a:gd name="connsiteY692" fmla="*/ 659030 h 1505806"/>
                <a:gd name="connsiteX693" fmla="*/ 452284 w 2017827"/>
                <a:gd name="connsiteY693" fmla="*/ 661115 h 1505806"/>
                <a:gd name="connsiteX694" fmla="*/ 446967 w 2017827"/>
                <a:gd name="connsiteY694" fmla="*/ 661115 h 1505806"/>
                <a:gd name="connsiteX695" fmla="*/ 437072 w 2017827"/>
                <a:gd name="connsiteY695" fmla="*/ 661923 h 1505806"/>
                <a:gd name="connsiteX696" fmla="*/ 427178 w 2017827"/>
                <a:gd name="connsiteY696" fmla="*/ 663066 h 1505806"/>
                <a:gd name="connsiteX697" fmla="*/ 419908 w 2017827"/>
                <a:gd name="connsiteY697" fmla="*/ 663705 h 1505806"/>
                <a:gd name="connsiteX698" fmla="*/ 414490 w 2017827"/>
                <a:gd name="connsiteY698" fmla="*/ 666195 h 1505806"/>
                <a:gd name="connsiteX699" fmla="*/ 408937 w 2017827"/>
                <a:gd name="connsiteY699" fmla="*/ 667810 h 1505806"/>
                <a:gd name="connsiteX700" fmla="*/ 401331 w 2017827"/>
                <a:gd name="connsiteY700" fmla="*/ 670198 h 1505806"/>
                <a:gd name="connsiteX701" fmla="*/ 392076 w 2017827"/>
                <a:gd name="connsiteY701" fmla="*/ 670837 h 1505806"/>
                <a:gd name="connsiteX702" fmla="*/ 387095 w 2017827"/>
                <a:gd name="connsiteY702" fmla="*/ 670602 h 1505806"/>
                <a:gd name="connsiteX703" fmla="*/ 378412 w 2017827"/>
                <a:gd name="connsiteY703" fmla="*/ 668751 h 1505806"/>
                <a:gd name="connsiteX704" fmla="*/ 373633 w 2017827"/>
                <a:gd name="connsiteY704" fmla="*/ 667103 h 1505806"/>
                <a:gd name="connsiteX705" fmla="*/ 369931 w 2017827"/>
                <a:gd name="connsiteY705" fmla="*/ 666027 h 1505806"/>
                <a:gd name="connsiteX706" fmla="*/ 365926 w 2017827"/>
                <a:gd name="connsiteY706" fmla="*/ 663537 h 1505806"/>
                <a:gd name="connsiteX707" fmla="*/ 363739 w 2017827"/>
                <a:gd name="connsiteY707" fmla="*/ 663100 h 1505806"/>
                <a:gd name="connsiteX708" fmla="*/ 358421 w 2017827"/>
                <a:gd name="connsiteY708" fmla="*/ 662461 h 1505806"/>
                <a:gd name="connsiteX709" fmla="*/ 355056 w 2017827"/>
                <a:gd name="connsiteY709" fmla="*/ 663672 h 1505806"/>
                <a:gd name="connsiteX710" fmla="*/ 348426 w 2017827"/>
                <a:gd name="connsiteY710" fmla="*/ 665186 h 1505806"/>
                <a:gd name="connsiteX711" fmla="*/ 345060 w 2017827"/>
                <a:gd name="connsiteY711" fmla="*/ 667036 h 1505806"/>
                <a:gd name="connsiteX712" fmla="*/ 342133 w 2017827"/>
                <a:gd name="connsiteY712" fmla="*/ 669761 h 1505806"/>
                <a:gd name="connsiteX713" fmla="*/ 338330 w 2017827"/>
                <a:gd name="connsiteY713" fmla="*/ 674235 h 1505806"/>
                <a:gd name="connsiteX714" fmla="*/ 332238 w 2017827"/>
                <a:gd name="connsiteY714" fmla="*/ 677700 h 1505806"/>
                <a:gd name="connsiteX715" fmla="*/ 325406 w 2017827"/>
                <a:gd name="connsiteY715" fmla="*/ 684966 h 1505806"/>
                <a:gd name="connsiteX716" fmla="*/ 322243 w 2017827"/>
                <a:gd name="connsiteY716" fmla="*/ 687455 h 1505806"/>
                <a:gd name="connsiteX717" fmla="*/ 320728 w 2017827"/>
                <a:gd name="connsiteY717" fmla="*/ 690180 h 1505806"/>
                <a:gd name="connsiteX718" fmla="*/ 315949 w 2017827"/>
                <a:gd name="connsiteY718" fmla="*/ 696605 h 1505806"/>
                <a:gd name="connsiteX719" fmla="*/ 312920 w 2017827"/>
                <a:gd name="connsiteY719" fmla="*/ 700608 h 1505806"/>
                <a:gd name="connsiteX720" fmla="*/ 310194 w 2017827"/>
                <a:gd name="connsiteY720" fmla="*/ 702660 h 1505806"/>
                <a:gd name="connsiteX721" fmla="*/ 307906 w 2017827"/>
                <a:gd name="connsiteY721" fmla="*/ 703972 h 1505806"/>
                <a:gd name="connsiteX722" fmla="*/ 304742 w 2017827"/>
                <a:gd name="connsiteY722" fmla="*/ 707975 h 1505806"/>
                <a:gd name="connsiteX723" fmla="*/ 302992 w 2017827"/>
                <a:gd name="connsiteY723" fmla="*/ 710700 h 1505806"/>
                <a:gd name="connsiteX724" fmla="*/ 299627 w 2017827"/>
                <a:gd name="connsiteY724" fmla="*/ 714838 h 1505806"/>
                <a:gd name="connsiteX725" fmla="*/ 294511 w 2017827"/>
                <a:gd name="connsiteY725" fmla="*/ 718000 h 1505806"/>
                <a:gd name="connsiteX726" fmla="*/ 289295 w 2017827"/>
                <a:gd name="connsiteY726" fmla="*/ 717226 h 1505806"/>
                <a:gd name="connsiteX727" fmla="*/ 287006 w 2017827"/>
                <a:gd name="connsiteY727" fmla="*/ 714501 h 1505806"/>
                <a:gd name="connsiteX728" fmla="*/ 284617 w 2017827"/>
                <a:gd name="connsiteY728" fmla="*/ 713728 h 1505806"/>
                <a:gd name="connsiteX729" fmla="*/ 281352 w 2017827"/>
                <a:gd name="connsiteY729" fmla="*/ 712853 h 1505806"/>
                <a:gd name="connsiteX730" fmla="*/ 275799 w 2017827"/>
                <a:gd name="connsiteY730" fmla="*/ 710902 h 1505806"/>
                <a:gd name="connsiteX731" fmla="*/ 269708 w 2017827"/>
                <a:gd name="connsiteY731" fmla="*/ 709691 h 1505806"/>
                <a:gd name="connsiteX732" fmla="*/ 265265 w 2017827"/>
                <a:gd name="connsiteY732" fmla="*/ 709691 h 1505806"/>
                <a:gd name="connsiteX733" fmla="*/ 259813 w 2017827"/>
                <a:gd name="connsiteY733" fmla="*/ 709758 h 1505806"/>
                <a:gd name="connsiteX734" fmla="*/ 250457 w 2017827"/>
                <a:gd name="connsiteY734" fmla="*/ 710801 h 1505806"/>
                <a:gd name="connsiteX735" fmla="*/ 243626 w 2017827"/>
                <a:gd name="connsiteY735" fmla="*/ 710801 h 1505806"/>
                <a:gd name="connsiteX736" fmla="*/ 238510 w 2017827"/>
                <a:gd name="connsiteY736" fmla="*/ 709186 h 1505806"/>
                <a:gd name="connsiteX737" fmla="*/ 234471 w 2017827"/>
                <a:gd name="connsiteY737" fmla="*/ 704948 h 1505806"/>
                <a:gd name="connsiteX738" fmla="*/ 233933 w 2017827"/>
                <a:gd name="connsiteY738" fmla="*/ 702559 h 1505806"/>
                <a:gd name="connsiteX739" fmla="*/ 234270 w 2017827"/>
                <a:gd name="connsiteY739" fmla="*/ 698523 h 1505806"/>
                <a:gd name="connsiteX740" fmla="*/ 235246 w 2017827"/>
                <a:gd name="connsiteY740" fmla="*/ 691021 h 1505806"/>
                <a:gd name="connsiteX741" fmla="*/ 236558 w 2017827"/>
                <a:gd name="connsiteY741" fmla="*/ 688733 h 1505806"/>
                <a:gd name="connsiteX742" fmla="*/ 237871 w 2017827"/>
                <a:gd name="connsiteY742" fmla="*/ 685369 h 1505806"/>
                <a:gd name="connsiteX743" fmla="*/ 237770 w 2017827"/>
                <a:gd name="connsiteY743" fmla="*/ 682443 h 1505806"/>
                <a:gd name="connsiteX744" fmla="*/ 237332 w 2017827"/>
                <a:gd name="connsiteY744" fmla="*/ 677868 h 1505806"/>
                <a:gd name="connsiteX745" fmla="*/ 236255 w 2017827"/>
                <a:gd name="connsiteY745" fmla="*/ 673629 h 1505806"/>
                <a:gd name="connsiteX746" fmla="*/ 233327 w 2017827"/>
                <a:gd name="connsiteY746" fmla="*/ 670703 h 1505806"/>
                <a:gd name="connsiteX747" fmla="*/ 230298 w 2017827"/>
                <a:gd name="connsiteY747" fmla="*/ 668852 h 1505806"/>
                <a:gd name="connsiteX748" fmla="*/ 227370 w 2017827"/>
                <a:gd name="connsiteY748" fmla="*/ 667776 h 1505806"/>
                <a:gd name="connsiteX749" fmla="*/ 224644 w 2017827"/>
                <a:gd name="connsiteY749" fmla="*/ 667675 h 1505806"/>
                <a:gd name="connsiteX750" fmla="*/ 221615 w 2017827"/>
                <a:gd name="connsiteY750" fmla="*/ 668112 h 1505806"/>
                <a:gd name="connsiteX751" fmla="*/ 220303 w 2017827"/>
                <a:gd name="connsiteY751" fmla="*/ 670299 h 1505806"/>
                <a:gd name="connsiteX752" fmla="*/ 218115 w 2017827"/>
                <a:gd name="connsiteY752" fmla="*/ 672687 h 1505806"/>
                <a:gd name="connsiteX753" fmla="*/ 216163 w 2017827"/>
                <a:gd name="connsiteY753" fmla="*/ 673562 h 1505806"/>
                <a:gd name="connsiteX754" fmla="*/ 213000 w 2017827"/>
                <a:gd name="connsiteY754" fmla="*/ 674437 h 1505806"/>
                <a:gd name="connsiteX755" fmla="*/ 207884 w 2017827"/>
                <a:gd name="connsiteY755" fmla="*/ 674874 h 1505806"/>
                <a:gd name="connsiteX756" fmla="*/ 203004 w 2017827"/>
                <a:gd name="connsiteY756" fmla="*/ 674874 h 1505806"/>
                <a:gd name="connsiteX757" fmla="*/ 198865 w 2017827"/>
                <a:gd name="connsiteY757" fmla="*/ 674100 h 1505806"/>
                <a:gd name="connsiteX758" fmla="*/ 191697 w 2017827"/>
                <a:gd name="connsiteY758" fmla="*/ 676724 h 1505806"/>
                <a:gd name="connsiteX759" fmla="*/ 189509 w 2017827"/>
                <a:gd name="connsiteY759" fmla="*/ 676926 h 1505806"/>
                <a:gd name="connsiteX760" fmla="*/ 184831 w 2017827"/>
                <a:gd name="connsiteY760" fmla="*/ 673226 h 1505806"/>
                <a:gd name="connsiteX761" fmla="*/ 182105 w 2017827"/>
                <a:gd name="connsiteY761" fmla="*/ 670501 h 1505806"/>
                <a:gd name="connsiteX762" fmla="*/ 178639 w 2017827"/>
                <a:gd name="connsiteY762" fmla="*/ 667036 h 1505806"/>
                <a:gd name="connsiteX763" fmla="*/ 177225 w 2017827"/>
                <a:gd name="connsiteY763" fmla="*/ 664984 h 1505806"/>
                <a:gd name="connsiteX764" fmla="*/ 175172 w 2017827"/>
                <a:gd name="connsiteY764" fmla="*/ 662932 h 1505806"/>
                <a:gd name="connsiteX765" fmla="*/ 173119 w 2017827"/>
                <a:gd name="connsiteY765" fmla="*/ 660005 h 1505806"/>
                <a:gd name="connsiteX766" fmla="*/ 171706 w 2017827"/>
                <a:gd name="connsiteY766" fmla="*/ 659231 h 1505806"/>
                <a:gd name="connsiteX767" fmla="*/ 168980 w 2017827"/>
                <a:gd name="connsiteY767" fmla="*/ 658357 h 1505806"/>
                <a:gd name="connsiteX768" fmla="*/ 167364 w 2017827"/>
                <a:gd name="connsiteY768" fmla="*/ 658895 h 1505806"/>
                <a:gd name="connsiteX769" fmla="*/ 164436 w 2017827"/>
                <a:gd name="connsiteY769" fmla="*/ 661082 h 1505806"/>
                <a:gd name="connsiteX770" fmla="*/ 162585 w 2017827"/>
                <a:gd name="connsiteY770" fmla="*/ 663369 h 1505806"/>
                <a:gd name="connsiteX771" fmla="*/ 162148 w 2017827"/>
                <a:gd name="connsiteY771" fmla="*/ 666531 h 1505806"/>
                <a:gd name="connsiteX772" fmla="*/ 163124 w 2017827"/>
                <a:gd name="connsiteY772" fmla="*/ 670332 h 1505806"/>
                <a:gd name="connsiteX773" fmla="*/ 161946 w 2017827"/>
                <a:gd name="connsiteY773" fmla="*/ 674033 h 1505806"/>
                <a:gd name="connsiteX774" fmla="*/ 160633 w 2017827"/>
                <a:gd name="connsiteY774" fmla="*/ 675883 h 1505806"/>
                <a:gd name="connsiteX775" fmla="*/ 158042 w 2017827"/>
                <a:gd name="connsiteY775" fmla="*/ 676926 h 1505806"/>
                <a:gd name="connsiteX776" fmla="*/ 152624 w 2017827"/>
                <a:gd name="connsiteY776" fmla="*/ 676959 h 1505806"/>
                <a:gd name="connsiteX777" fmla="*/ 149023 w 2017827"/>
                <a:gd name="connsiteY777" fmla="*/ 676959 h 1505806"/>
                <a:gd name="connsiteX778" fmla="*/ 145220 w 2017827"/>
                <a:gd name="connsiteY778" fmla="*/ 676959 h 1505806"/>
                <a:gd name="connsiteX779" fmla="*/ 142056 w 2017827"/>
                <a:gd name="connsiteY779" fmla="*/ 677834 h 1505806"/>
                <a:gd name="connsiteX780" fmla="*/ 139027 w 2017827"/>
                <a:gd name="connsiteY780" fmla="*/ 679348 h 1505806"/>
                <a:gd name="connsiteX781" fmla="*/ 136638 w 2017827"/>
                <a:gd name="connsiteY781" fmla="*/ 680862 h 1505806"/>
                <a:gd name="connsiteX782" fmla="*/ 133037 w 2017827"/>
                <a:gd name="connsiteY782" fmla="*/ 683351 h 1505806"/>
                <a:gd name="connsiteX783" fmla="*/ 127921 w 2017827"/>
                <a:gd name="connsiteY783" fmla="*/ 684764 h 1505806"/>
                <a:gd name="connsiteX784" fmla="*/ 123883 w 2017827"/>
                <a:gd name="connsiteY784" fmla="*/ 685403 h 1505806"/>
                <a:gd name="connsiteX785" fmla="*/ 120955 w 2017827"/>
                <a:gd name="connsiteY785" fmla="*/ 686177 h 1505806"/>
                <a:gd name="connsiteX786" fmla="*/ 117051 w 2017827"/>
                <a:gd name="connsiteY786" fmla="*/ 686816 h 1505806"/>
                <a:gd name="connsiteX787" fmla="*/ 113046 w 2017827"/>
                <a:gd name="connsiteY787" fmla="*/ 686816 h 1505806"/>
                <a:gd name="connsiteX788" fmla="*/ 109243 w 2017827"/>
                <a:gd name="connsiteY788" fmla="*/ 686614 h 1505806"/>
                <a:gd name="connsiteX789" fmla="*/ 104666 w 2017827"/>
                <a:gd name="connsiteY789" fmla="*/ 684764 h 1505806"/>
                <a:gd name="connsiteX790" fmla="*/ 100863 w 2017827"/>
                <a:gd name="connsiteY790" fmla="*/ 683149 h 1505806"/>
                <a:gd name="connsiteX791" fmla="*/ 97161 w 2017827"/>
                <a:gd name="connsiteY791" fmla="*/ 683048 h 1505806"/>
                <a:gd name="connsiteX792" fmla="*/ 94132 w 2017827"/>
                <a:gd name="connsiteY792" fmla="*/ 681972 h 1505806"/>
                <a:gd name="connsiteX793" fmla="*/ 90766 w 2017827"/>
                <a:gd name="connsiteY793" fmla="*/ 681972 h 1505806"/>
                <a:gd name="connsiteX794" fmla="*/ 85550 w 2017827"/>
                <a:gd name="connsiteY794" fmla="*/ 684091 h 1505806"/>
                <a:gd name="connsiteX795" fmla="*/ 82184 w 2017827"/>
                <a:gd name="connsiteY795" fmla="*/ 685571 h 1505806"/>
                <a:gd name="connsiteX796" fmla="*/ 78146 w 2017827"/>
                <a:gd name="connsiteY796" fmla="*/ 688733 h 1505806"/>
                <a:gd name="connsiteX797" fmla="*/ 74780 w 2017827"/>
                <a:gd name="connsiteY797" fmla="*/ 691458 h 1505806"/>
                <a:gd name="connsiteX798" fmla="*/ 70877 w 2017827"/>
                <a:gd name="connsiteY798" fmla="*/ 694822 h 1505806"/>
                <a:gd name="connsiteX799" fmla="*/ 68252 w 2017827"/>
                <a:gd name="connsiteY799" fmla="*/ 697009 h 1505806"/>
                <a:gd name="connsiteX800" fmla="*/ 65088 w 2017827"/>
                <a:gd name="connsiteY800" fmla="*/ 700373 h 1505806"/>
                <a:gd name="connsiteX801" fmla="*/ 63674 w 2017827"/>
                <a:gd name="connsiteY801" fmla="*/ 702559 h 1505806"/>
                <a:gd name="connsiteX802" fmla="*/ 63035 w 2017827"/>
                <a:gd name="connsiteY802" fmla="*/ 705183 h 1505806"/>
                <a:gd name="connsiteX803" fmla="*/ 62261 w 2017827"/>
                <a:gd name="connsiteY803" fmla="*/ 708446 h 1505806"/>
                <a:gd name="connsiteX804" fmla="*/ 62160 w 2017827"/>
                <a:gd name="connsiteY804" fmla="*/ 712046 h 1505806"/>
                <a:gd name="connsiteX805" fmla="*/ 61521 w 2017827"/>
                <a:gd name="connsiteY805" fmla="*/ 714636 h 1505806"/>
                <a:gd name="connsiteX806" fmla="*/ 61420 w 2017827"/>
                <a:gd name="connsiteY806" fmla="*/ 718673 h 1505806"/>
                <a:gd name="connsiteX807" fmla="*/ 60545 w 2017827"/>
                <a:gd name="connsiteY807" fmla="*/ 722474 h 1505806"/>
                <a:gd name="connsiteX808" fmla="*/ 58795 w 2017827"/>
                <a:gd name="connsiteY808" fmla="*/ 725199 h 1505806"/>
                <a:gd name="connsiteX809" fmla="*/ 57482 w 2017827"/>
                <a:gd name="connsiteY809" fmla="*/ 727486 h 1505806"/>
                <a:gd name="connsiteX810" fmla="*/ 54891 w 2017827"/>
                <a:gd name="connsiteY810" fmla="*/ 729673 h 1505806"/>
                <a:gd name="connsiteX811" fmla="*/ 52703 w 2017827"/>
                <a:gd name="connsiteY811" fmla="*/ 731086 h 1505806"/>
                <a:gd name="connsiteX812" fmla="*/ 50078 w 2017827"/>
                <a:gd name="connsiteY812" fmla="*/ 732499 h 1505806"/>
                <a:gd name="connsiteX813" fmla="*/ 48025 w 2017827"/>
                <a:gd name="connsiteY813" fmla="*/ 734012 h 1505806"/>
                <a:gd name="connsiteX814" fmla="*/ 45299 w 2017827"/>
                <a:gd name="connsiteY814" fmla="*/ 735963 h 1505806"/>
                <a:gd name="connsiteX815" fmla="*/ 43448 w 2017827"/>
                <a:gd name="connsiteY815" fmla="*/ 737814 h 1505806"/>
                <a:gd name="connsiteX816" fmla="*/ 40520 w 2017827"/>
                <a:gd name="connsiteY816" fmla="*/ 737814 h 1505806"/>
                <a:gd name="connsiteX817" fmla="*/ 36717 w 2017827"/>
                <a:gd name="connsiteY817" fmla="*/ 739428 h 1505806"/>
                <a:gd name="connsiteX818" fmla="*/ 33453 w 2017827"/>
                <a:gd name="connsiteY818" fmla="*/ 739428 h 1505806"/>
                <a:gd name="connsiteX819" fmla="*/ 30962 w 2017827"/>
                <a:gd name="connsiteY819" fmla="*/ 740236 h 1505806"/>
                <a:gd name="connsiteX820" fmla="*/ 26621 w 2017827"/>
                <a:gd name="connsiteY820" fmla="*/ 740067 h 1505806"/>
                <a:gd name="connsiteX821" fmla="*/ 24332 w 2017827"/>
                <a:gd name="connsiteY821" fmla="*/ 740067 h 1505806"/>
                <a:gd name="connsiteX822" fmla="*/ 19318 w 2017827"/>
                <a:gd name="connsiteY822" fmla="*/ 740841 h 1505806"/>
                <a:gd name="connsiteX823" fmla="*/ 15077 w 2017827"/>
                <a:gd name="connsiteY823" fmla="*/ 742490 h 1505806"/>
                <a:gd name="connsiteX824" fmla="*/ 11173 w 2017827"/>
                <a:gd name="connsiteY824" fmla="*/ 743902 h 1505806"/>
                <a:gd name="connsiteX825" fmla="*/ 7034 w 2017827"/>
                <a:gd name="connsiteY825" fmla="*/ 746526 h 1505806"/>
                <a:gd name="connsiteX826" fmla="*/ 6159 w 2017827"/>
                <a:gd name="connsiteY826" fmla="*/ 748578 h 1505806"/>
                <a:gd name="connsiteX827" fmla="*/ 8784 w 2017827"/>
                <a:gd name="connsiteY827" fmla="*/ 751942 h 1505806"/>
                <a:gd name="connsiteX828" fmla="*/ 12486 w 2017827"/>
                <a:gd name="connsiteY828" fmla="*/ 755104 h 1505806"/>
                <a:gd name="connsiteX829" fmla="*/ 16188 w 2017827"/>
                <a:gd name="connsiteY829" fmla="*/ 759007 h 1505806"/>
                <a:gd name="connsiteX830" fmla="*/ 17601 w 2017827"/>
                <a:gd name="connsiteY830" fmla="*/ 761395 h 1505806"/>
                <a:gd name="connsiteX831" fmla="*/ 21202 w 2017827"/>
                <a:gd name="connsiteY831" fmla="*/ 765533 h 1505806"/>
                <a:gd name="connsiteX832" fmla="*/ 21976 w 2017827"/>
                <a:gd name="connsiteY832" fmla="*/ 769569 h 1505806"/>
                <a:gd name="connsiteX833" fmla="*/ 20563 w 2017827"/>
                <a:gd name="connsiteY833" fmla="*/ 778047 h 1505806"/>
                <a:gd name="connsiteX834" fmla="*/ 20226 w 2017827"/>
                <a:gd name="connsiteY834" fmla="*/ 782050 h 1505806"/>
                <a:gd name="connsiteX835" fmla="*/ 20226 w 2017827"/>
                <a:gd name="connsiteY835" fmla="*/ 784438 h 1505806"/>
                <a:gd name="connsiteX836" fmla="*/ 22111 w 2017827"/>
                <a:gd name="connsiteY836" fmla="*/ 786187 h 1505806"/>
                <a:gd name="connsiteX837" fmla="*/ 25645 w 2017827"/>
                <a:gd name="connsiteY837" fmla="*/ 789350 h 1505806"/>
                <a:gd name="connsiteX838" fmla="*/ 27159 w 2017827"/>
                <a:gd name="connsiteY838" fmla="*/ 791637 h 1505806"/>
                <a:gd name="connsiteX839" fmla="*/ 27260 w 2017827"/>
                <a:gd name="connsiteY839" fmla="*/ 794463 h 1505806"/>
                <a:gd name="connsiteX840" fmla="*/ 26183 w 2017827"/>
                <a:gd name="connsiteY840" fmla="*/ 796212 h 1505806"/>
                <a:gd name="connsiteX841" fmla="*/ 23794 w 2017827"/>
                <a:gd name="connsiteY841" fmla="*/ 797726 h 1505806"/>
                <a:gd name="connsiteX842" fmla="*/ 21842 w 2017827"/>
                <a:gd name="connsiteY842" fmla="*/ 798365 h 1505806"/>
                <a:gd name="connsiteX843" fmla="*/ 18039 w 2017827"/>
                <a:gd name="connsiteY843" fmla="*/ 798264 h 1505806"/>
                <a:gd name="connsiteX844" fmla="*/ 16188 w 2017827"/>
                <a:gd name="connsiteY844" fmla="*/ 797524 h 1505806"/>
                <a:gd name="connsiteX845" fmla="*/ 14135 w 2017827"/>
                <a:gd name="connsiteY845" fmla="*/ 796885 h 1505806"/>
                <a:gd name="connsiteX846" fmla="*/ 12284 w 2017827"/>
                <a:gd name="connsiteY846" fmla="*/ 796885 h 1505806"/>
                <a:gd name="connsiteX847" fmla="*/ 11846 w 2017827"/>
                <a:gd name="connsiteY847" fmla="*/ 798769 h 1505806"/>
                <a:gd name="connsiteX848" fmla="*/ 10971 w 2017827"/>
                <a:gd name="connsiteY848" fmla="*/ 801426 h 1505806"/>
                <a:gd name="connsiteX849" fmla="*/ 8582 w 2017827"/>
                <a:gd name="connsiteY849" fmla="*/ 803377 h 1505806"/>
                <a:gd name="connsiteX850" fmla="*/ 6630 w 2017827"/>
                <a:gd name="connsiteY850" fmla="*/ 804252 h 1505806"/>
                <a:gd name="connsiteX851" fmla="*/ 3164 w 2017827"/>
                <a:gd name="connsiteY851" fmla="*/ 805564 h 1505806"/>
                <a:gd name="connsiteX852" fmla="*/ 774 w 2017827"/>
                <a:gd name="connsiteY852" fmla="*/ 807313 h 1505806"/>
                <a:gd name="connsiteX853" fmla="*/ 0 w 2017827"/>
                <a:gd name="connsiteY853" fmla="*/ 809802 h 1505806"/>
                <a:gd name="connsiteX854" fmla="*/ 538 w 2017827"/>
                <a:gd name="connsiteY854" fmla="*/ 812628 h 1505806"/>
                <a:gd name="connsiteX855" fmla="*/ 1178 w 2017827"/>
                <a:gd name="connsiteY855" fmla="*/ 816968 h 1505806"/>
                <a:gd name="connsiteX856" fmla="*/ 2793 w 2017827"/>
                <a:gd name="connsiteY856" fmla="*/ 819457 h 1505806"/>
                <a:gd name="connsiteX857" fmla="*/ 5183 w 2017827"/>
                <a:gd name="connsiteY857" fmla="*/ 821206 h 1505806"/>
                <a:gd name="connsiteX858" fmla="*/ 8885 w 2017827"/>
                <a:gd name="connsiteY858" fmla="*/ 827497 h 1505806"/>
                <a:gd name="connsiteX859" fmla="*/ 9524 w 2017827"/>
                <a:gd name="connsiteY859" fmla="*/ 830524 h 1505806"/>
                <a:gd name="connsiteX860" fmla="*/ 13866 w 2017827"/>
                <a:gd name="connsiteY860" fmla="*/ 836176 h 1505806"/>
                <a:gd name="connsiteX861" fmla="*/ 15044 w 2017827"/>
                <a:gd name="connsiteY861" fmla="*/ 839977 h 1505806"/>
                <a:gd name="connsiteX862" fmla="*/ 17231 w 2017827"/>
                <a:gd name="connsiteY862" fmla="*/ 844014 h 1505806"/>
                <a:gd name="connsiteX863" fmla="*/ 19856 w 2017827"/>
                <a:gd name="connsiteY863" fmla="*/ 847378 h 1505806"/>
                <a:gd name="connsiteX864" fmla="*/ 20395 w 2017827"/>
                <a:gd name="connsiteY864" fmla="*/ 848152 h 1505806"/>
                <a:gd name="connsiteX865" fmla="*/ 23121 w 2017827"/>
                <a:gd name="connsiteY865" fmla="*/ 849026 h 1505806"/>
                <a:gd name="connsiteX866" fmla="*/ 26486 w 2017827"/>
                <a:gd name="connsiteY866" fmla="*/ 849228 h 1505806"/>
                <a:gd name="connsiteX867" fmla="*/ 29852 w 2017827"/>
                <a:gd name="connsiteY867" fmla="*/ 848690 h 1505806"/>
                <a:gd name="connsiteX868" fmla="*/ 32443 w 2017827"/>
                <a:gd name="connsiteY868" fmla="*/ 847378 h 1505806"/>
                <a:gd name="connsiteX869" fmla="*/ 32443 w 2017827"/>
                <a:gd name="connsiteY869" fmla="*/ 846941 h 1505806"/>
                <a:gd name="connsiteX870" fmla="*/ 34395 w 2017827"/>
                <a:gd name="connsiteY870" fmla="*/ 846167 h 1505806"/>
                <a:gd name="connsiteX871" fmla="*/ 35607 w 2017827"/>
                <a:gd name="connsiteY871" fmla="*/ 845292 h 1505806"/>
                <a:gd name="connsiteX872" fmla="*/ 37121 w 2017827"/>
                <a:gd name="connsiteY872" fmla="*/ 844216 h 1505806"/>
                <a:gd name="connsiteX873" fmla="*/ 39309 w 2017827"/>
                <a:gd name="connsiteY873" fmla="*/ 842803 h 1505806"/>
                <a:gd name="connsiteX874" fmla="*/ 41496 w 2017827"/>
                <a:gd name="connsiteY874" fmla="*/ 842366 h 1505806"/>
                <a:gd name="connsiteX875" fmla="*/ 44660 w 2017827"/>
                <a:gd name="connsiteY875" fmla="*/ 842029 h 1505806"/>
                <a:gd name="connsiteX876" fmla="*/ 47150 w 2017827"/>
                <a:gd name="connsiteY876" fmla="*/ 842029 h 1505806"/>
                <a:gd name="connsiteX877" fmla="*/ 50616 w 2017827"/>
                <a:gd name="connsiteY877" fmla="*/ 842029 h 1505806"/>
                <a:gd name="connsiteX878" fmla="*/ 53443 w 2017827"/>
                <a:gd name="connsiteY878" fmla="*/ 843711 h 1505806"/>
                <a:gd name="connsiteX879" fmla="*/ 54218 w 2017827"/>
                <a:gd name="connsiteY879" fmla="*/ 846705 h 1505806"/>
                <a:gd name="connsiteX880" fmla="*/ 59872 w 2017827"/>
                <a:gd name="connsiteY880" fmla="*/ 848993 h 1505806"/>
                <a:gd name="connsiteX881" fmla="*/ 62799 w 2017827"/>
                <a:gd name="connsiteY881" fmla="*/ 848993 h 1505806"/>
                <a:gd name="connsiteX882" fmla="*/ 64751 w 2017827"/>
                <a:gd name="connsiteY882" fmla="*/ 848993 h 1505806"/>
                <a:gd name="connsiteX883" fmla="*/ 66602 w 2017827"/>
                <a:gd name="connsiteY883" fmla="*/ 851549 h 1505806"/>
                <a:gd name="connsiteX884" fmla="*/ 68992 w 2017827"/>
                <a:gd name="connsiteY884" fmla="*/ 853870 h 1505806"/>
                <a:gd name="connsiteX885" fmla="*/ 72593 w 2017827"/>
                <a:gd name="connsiteY885" fmla="*/ 856158 h 1505806"/>
                <a:gd name="connsiteX886" fmla="*/ 76295 w 2017827"/>
                <a:gd name="connsiteY886" fmla="*/ 858109 h 1505806"/>
                <a:gd name="connsiteX887" fmla="*/ 81309 w 2017827"/>
                <a:gd name="connsiteY887" fmla="*/ 862011 h 1505806"/>
                <a:gd name="connsiteX888" fmla="*/ 84473 w 2017827"/>
                <a:gd name="connsiteY888" fmla="*/ 865712 h 1505806"/>
                <a:gd name="connsiteX889" fmla="*/ 86223 w 2017827"/>
                <a:gd name="connsiteY889" fmla="*/ 868638 h 1505806"/>
                <a:gd name="connsiteX890" fmla="*/ 86560 w 2017827"/>
                <a:gd name="connsiteY890" fmla="*/ 870690 h 1505806"/>
                <a:gd name="connsiteX891" fmla="*/ 86358 w 2017827"/>
                <a:gd name="connsiteY891" fmla="*/ 875904 h 1505806"/>
                <a:gd name="connsiteX892" fmla="*/ 86358 w 2017827"/>
                <a:gd name="connsiteY892" fmla="*/ 877956 h 1505806"/>
                <a:gd name="connsiteX893" fmla="*/ 86358 w 2017827"/>
                <a:gd name="connsiteY893" fmla="*/ 881085 h 1505806"/>
                <a:gd name="connsiteX894" fmla="*/ 86358 w 2017827"/>
                <a:gd name="connsiteY894" fmla="*/ 883910 h 1505806"/>
                <a:gd name="connsiteX895" fmla="*/ 86459 w 2017827"/>
                <a:gd name="connsiteY895" fmla="*/ 886938 h 1505806"/>
                <a:gd name="connsiteX896" fmla="*/ 85382 w 2017827"/>
                <a:gd name="connsiteY896" fmla="*/ 889125 h 1505806"/>
                <a:gd name="connsiteX897" fmla="*/ 83766 w 2017827"/>
                <a:gd name="connsiteY897" fmla="*/ 892152 h 1505806"/>
                <a:gd name="connsiteX898" fmla="*/ 82252 w 2017827"/>
                <a:gd name="connsiteY898" fmla="*/ 894204 h 1505806"/>
                <a:gd name="connsiteX899" fmla="*/ 81175 w 2017827"/>
                <a:gd name="connsiteY899" fmla="*/ 897232 h 1505806"/>
                <a:gd name="connsiteX900" fmla="*/ 80535 w 2017827"/>
                <a:gd name="connsiteY900" fmla="*/ 899519 h 1505806"/>
                <a:gd name="connsiteX901" fmla="*/ 80098 w 2017827"/>
                <a:gd name="connsiteY901" fmla="*/ 904296 h 1505806"/>
                <a:gd name="connsiteX902" fmla="*/ 79761 w 2017827"/>
                <a:gd name="connsiteY902" fmla="*/ 907122 h 1505806"/>
                <a:gd name="connsiteX903" fmla="*/ 79324 w 2017827"/>
                <a:gd name="connsiteY903" fmla="*/ 911125 h 1505806"/>
                <a:gd name="connsiteX904" fmla="*/ 78348 w 2017827"/>
                <a:gd name="connsiteY904" fmla="*/ 913951 h 1505806"/>
                <a:gd name="connsiteX905" fmla="*/ 77708 w 2017827"/>
                <a:gd name="connsiteY905" fmla="*/ 915801 h 1505806"/>
                <a:gd name="connsiteX906" fmla="*/ 77708 w 2017827"/>
                <a:gd name="connsiteY906" fmla="*/ 917853 h 1505806"/>
                <a:gd name="connsiteX907" fmla="*/ 77338 w 2017827"/>
                <a:gd name="connsiteY907" fmla="*/ 920578 h 1505806"/>
                <a:gd name="connsiteX908" fmla="*/ 76833 w 2017827"/>
                <a:gd name="connsiteY908" fmla="*/ 923504 h 1505806"/>
                <a:gd name="connsiteX909" fmla="*/ 76497 w 2017827"/>
                <a:gd name="connsiteY909" fmla="*/ 926330 h 1505806"/>
                <a:gd name="connsiteX910" fmla="*/ 75622 w 2017827"/>
                <a:gd name="connsiteY910" fmla="*/ 928517 h 1505806"/>
                <a:gd name="connsiteX911" fmla="*/ 75285 w 2017827"/>
                <a:gd name="connsiteY911" fmla="*/ 931342 h 1505806"/>
                <a:gd name="connsiteX912" fmla="*/ 75083 w 2017827"/>
                <a:gd name="connsiteY912" fmla="*/ 934505 h 1505806"/>
                <a:gd name="connsiteX913" fmla="*/ 75285 w 2017827"/>
                <a:gd name="connsiteY913" fmla="*/ 939382 h 1505806"/>
                <a:gd name="connsiteX914" fmla="*/ 75925 w 2017827"/>
                <a:gd name="connsiteY914" fmla="*/ 941872 h 1505806"/>
                <a:gd name="connsiteX915" fmla="*/ 75925 w 2017827"/>
                <a:gd name="connsiteY915" fmla="*/ 944596 h 1505806"/>
                <a:gd name="connsiteX916" fmla="*/ 80064 w 2017827"/>
                <a:gd name="connsiteY916" fmla="*/ 948297 h 1505806"/>
                <a:gd name="connsiteX917" fmla="*/ 82454 w 2017827"/>
                <a:gd name="connsiteY917" fmla="*/ 953074 h 1505806"/>
                <a:gd name="connsiteX918" fmla="*/ 82454 w 2017827"/>
                <a:gd name="connsiteY918" fmla="*/ 956236 h 1505806"/>
                <a:gd name="connsiteX919" fmla="*/ 82117 w 2017827"/>
                <a:gd name="connsiteY919" fmla="*/ 958086 h 1505806"/>
                <a:gd name="connsiteX920" fmla="*/ 80704 w 2017827"/>
                <a:gd name="connsiteY920" fmla="*/ 960138 h 1505806"/>
                <a:gd name="connsiteX921" fmla="*/ 78314 w 2017827"/>
                <a:gd name="connsiteY921" fmla="*/ 962089 h 1505806"/>
                <a:gd name="connsiteX922" fmla="*/ 77237 w 2017827"/>
                <a:gd name="connsiteY922" fmla="*/ 963065 h 1505806"/>
                <a:gd name="connsiteX923" fmla="*/ 75386 w 2017827"/>
                <a:gd name="connsiteY923" fmla="*/ 964578 h 1505806"/>
                <a:gd name="connsiteX924" fmla="*/ 73636 w 2017827"/>
                <a:gd name="connsiteY924" fmla="*/ 967202 h 1505806"/>
                <a:gd name="connsiteX925" fmla="*/ 72189 w 2017827"/>
                <a:gd name="connsiteY925" fmla="*/ 969389 h 1505806"/>
                <a:gd name="connsiteX926" fmla="*/ 70574 w 2017827"/>
                <a:gd name="connsiteY926" fmla="*/ 971239 h 1505806"/>
                <a:gd name="connsiteX927" fmla="*/ 69598 w 2017827"/>
                <a:gd name="connsiteY927" fmla="*/ 972450 h 1505806"/>
                <a:gd name="connsiteX928" fmla="*/ 69295 w 2017827"/>
                <a:gd name="connsiteY928" fmla="*/ 974939 h 1505806"/>
                <a:gd name="connsiteX929" fmla="*/ 69497 w 2017827"/>
                <a:gd name="connsiteY929" fmla="*/ 978404 h 1505806"/>
                <a:gd name="connsiteX930" fmla="*/ 70910 w 2017827"/>
                <a:gd name="connsiteY930" fmla="*/ 982407 h 1505806"/>
                <a:gd name="connsiteX931" fmla="*/ 72526 w 2017827"/>
                <a:gd name="connsiteY931" fmla="*/ 985132 h 1505806"/>
                <a:gd name="connsiteX932" fmla="*/ 72862 w 2017827"/>
                <a:gd name="connsiteY932" fmla="*/ 989270 h 1505806"/>
                <a:gd name="connsiteX933" fmla="*/ 74276 w 2017827"/>
                <a:gd name="connsiteY933" fmla="*/ 991658 h 1505806"/>
                <a:gd name="connsiteX934" fmla="*/ 74915 w 2017827"/>
                <a:gd name="connsiteY934" fmla="*/ 994585 h 1505806"/>
                <a:gd name="connsiteX935" fmla="*/ 75151 w 2017827"/>
                <a:gd name="connsiteY935" fmla="*/ 998184 h 1505806"/>
                <a:gd name="connsiteX936" fmla="*/ 75487 w 2017827"/>
                <a:gd name="connsiteY936" fmla="*/ 1003028 h 1505806"/>
                <a:gd name="connsiteX937" fmla="*/ 75050 w 2017827"/>
                <a:gd name="connsiteY937" fmla="*/ 1004912 h 1505806"/>
                <a:gd name="connsiteX938" fmla="*/ 72458 w 2017827"/>
                <a:gd name="connsiteY938" fmla="*/ 1007738 h 1505806"/>
                <a:gd name="connsiteX939" fmla="*/ 69732 w 2017827"/>
                <a:gd name="connsiteY939" fmla="*/ 1008814 h 1505806"/>
                <a:gd name="connsiteX940" fmla="*/ 67343 w 2017827"/>
                <a:gd name="connsiteY940" fmla="*/ 1010126 h 1505806"/>
                <a:gd name="connsiteX941" fmla="*/ 64617 w 2017827"/>
                <a:gd name="connsiteY941" fmla="*/ 1011102 h 1505806"/>
                <a:gd name="connsiteX942" fmla="*/ 61790 w 2017827"/>
                <a:gd name="connsiteY942" fmla="*/ 1011539 h 1505806"/>
                <a:gd name="connsiteX943" fmla="*/ 60477 w 2017827"/>
                <a:gd name="connsiteY943" fmla="*/ 1011977 h 1505806"/>
                <a:gd name="connsiteX944" fmla="*/ 57011 w 2017827"/>
                <a:gd name="connsiteY944" fmla="*/ 1012414 h 1505806"/>
                <a:gd name="connsiteX945" fmla="*/ 51996 w 2017827"/>
                <a:gd name="connsiteY945" fmla="*/ 1011977 h 1505806"/>
                <a:gd name="connsiteX946" fmla="*/ 48732 w 2017827"/>
                <a:gd name="connsiteY946" fmla="*/ 1011775 h 1505806"/>
                <a:gd name="connsiteX947" fmla="*/ 47217 w 2017827"/>
                <a:gd name="connsiteY947" fmla="*/ 1011438 h 1505806"/>
                <a:gd name="connsiteX948" fmla="*/ 43414 w 2017827"/>
                <a:gd name="connsiteY948" fmla="*/ 1010799 h 1505806"/>
                <a:gd name="connsiteX949" fmla="*/ 39712 w 2017827"/>
                <a:gd name="connsiteY949" fmla="*/ 1008512 h 1505806"/>
                <a:gd name="connsiteX950" fmla="*/ 37861 w 2017827"/>
                <a:gd name="connsiteY950" fmla="*/ 1006998 h 1505806"/>
                <a:gd name="connsiteX951" fmla="*/ 34698 w 2017827"/>
                <a:gd name="connsiteY951" fmla="*/ 1005148 h 1505806"/>
                <a:gd name="connsiteX952" fmla="*/ 31433 w 2017827"/>
                <a:gd name="connsiteY952" fmla="*/ 1003399 h 1505806"/>
                <a:gd name="connsiteX953" fmla="*/ 27630 w 2017827"/>
                <a:gd name="connsiteY953" fmla="*/ 1003399 h 1505806"/>
                <a:gd name="connsiteX954" fmla="*/ 23188 w 2017827"/>
                <a:gd name="connsiteY954" fmla="*/ 1004475 h 1505806"/>
                <a:gd name="connsiteX955" fmla="*/ 20899 w 2017827"/>
                <a:gd name="connsiteY955" fmla="*/ 1004475 h 1505806"/>
                <a:gd name="connsiteX956" fmla="*/ 19149 w 2017827"/>
                <a:gd name="connsiteY956" fmla="*/ 1005451 h 1505806"/>
                <a:gd name="connsiteX957" fmla="*/ 16962 w 2017827"/>
                <a:gd name="connsiteY957" fmla="*/ 1007402 h 1505806"/>
                <a:gd name="connsiteX958" fmla="*/ 13596 w 2017827"/>
                <a:gd name="connsiteY958" fmla="*/ 1009588 h 1505806"/>
                <a:gd name="connsiteX959" fmla="*/ 12520 w 2017827"/>
                <a:gd name="connsiteY959" fmla="*/ 1011640 h 1505806"/>
                <a:gd name="connsiteX960" fmla="*/ 12318 w 2017827"/>
                <a:gd name="connsiteY960" fmla="*/ 1015004 h 1505806"/>
                <a:gd name="connsiteX961" fmla="*/ 11745 w 2017827"/>
                <a:gd name="connsiteY961" fmla="*/ 1018805 h 1505806"/>
                <a:gd name="connsiteX962" fmla="*/ 11779 w 2017827"/>
                <a:gd name="connsiteY962" fmla="*/ 1023784 h 1505806"/>
                <a:gd name="connsiteX963" fmla="*/ 12755 w 2017827"/>
                <a:gd name="connsiteY963" fmla="*/ 1026173 h 1505806"/>
                <a:gd name="connsiteX964" fmla="*/ 17197 w 2017827"/>
                <a:gd name="connsiteY964" fmla="*/ 1027922 h 1505806"/>
                <a:gd name="connsiteX965" fmla="*/ 21101 w 2017827"/>
                <a:gd name="connsiteY965" fmla="*/ 1027922 h 1505806"/>
                <a:gd name="connsiteX966" fmla="*/ 25577 w 2017827"/>
                <a:gd name="connsiteY966" fmla="*/ 1026509 h 1505806"/>
                <a:gd name="connsiteX967" fmla="*/ 29380 w 2017827"/>
                <a:gd name="connsiteY967" fmla="*/ 1026173 h 1505806"/>
                <a:gd name="connsiteX968" fmla="*/ 33621 w 2017827"/>
                <a:gd name="connsiteY968" fmla="*/ 1029637 h 1505806"/>
                <a:gd name="connsiteX969" fmla="*/ 37525 w 2017827"/>
                <a:gd name="connsiteY969" fmla="*/ 1033338 h 1505806"/>
                <a:gd name="connsiteX970" fmla="*/ 40352 w 2017827"/>
                <a:gd name="connsiteY970" fmla="*/ 1042017 h 1505806"/>
                <a:gd name="connsiteX971" fmla="*/ 42842 w 2017827"/>
                <a:gd name="connsiteY971" fmla="*/ 1043632 h 1505806"/>
                <a:gd name="connsiteX972" fmla="*/ 49809 w 2017827"/>
                <a:gd name="connsiteY972" fmla="*/ 1044170 h 1505806"/>
                <a:gd name="connsiteX973" fmla="*/ 54689 w 2017827"/>
                <a:gd name="connsiteY973" fmla="*/ 1044170 h 1505806"/>
                <a:gd name="connsiteX974" fmla="*/ 58054 w 2017827"/>
                <a:gd name="connsiteY974" fmla="*/ 1044170 h 1505806"/>
                <a:gd name="connsiteX975" fmla="*/ 64886 w 2017827"/>
                <a:gd name="connsiteY975" fmla="*/ 1045784 h 1505806"/>
                <a:gd name="connsiteX976" fmla="*/ 68588 w 2017827"/>
                <a:gd name="connsiteY976" fmla="*/ 1047197 h 1505806"/>
                <a:gd name="connsiteX977" fmla="*/ 73704 w 2017827"/>
                <a:gd name="connsiteY977" fmla="*/ 1051335 h 1505806"/>
                <a:gd name="connsiteX978" fmla="*/ 73704 w 2017827"/>
                <a:gd name="connsiteY978" fmla="*/ 1053185 h 1505806"/>
                <a:gd name="connsiteX979" fmla="*/ 78482 w 2017827"/>
                <a:gd name="connsiteY979" fmla="*/ 1057525 h 1505806"/>
                <a:gd name="connsiteX980" fmla="*/ 81511 w 2017827"/>
                <a:gd name="connsiteY980" fmla="*/ 1060552 h 1505806"/>
                <a:gd name="connsiteX981" fmla="*/ 83564 w 2017827"/>
                <a:gd name="connsiteY981" fmla="*/ 1063277 h 1505806"/>
                <a:gd name="connsiteX982" fmla="*/ 85213 w 2017827"/>
                <a:gd name="connsiteY982" fmla="*/ 1065329 h 1505806"/>
                <a:gd name="connsiteX983" fmla="*/ 84776 w 2017827"/>
                <a:gd name="connsiteY983" fmla="*/ 1068693 h 1505806"/>
                <a:gd name="connsiteX984" fmla="*/ 83564 w 2017827"/>
                <a:gd name="connsiteY984" fmla="*/ 1074244 h 1505806"/>
                <a:gd name="connsiteX985" fmla="*/ 81949 w 2017827"/>
                <a:gd name="connsiteY985" fmla="*/ 1076195 h 1505806"/>
                <a:gd name="connsiteX986" fmla="*/ 79458 w 2017827"/>
                <a:gd name="connsiteY986" fmla="*/ 1077944 h 1505806"/>
                <a:gd name="connsiteX987" fmla="*/ 79458 w 2017827"/>
                <a:gd name="connsiteY987" fmla="*/ 1080972 h 1505806"/>
                <a:gd name="connsiteX988" fmla="*/ 81511 w 2017827"/>
                <a:gd name="connsiteY988" fmla="*/ 1083461 h 1505806"/>
                <a:gd name="connsiteX989" fmla="*/ 87805 w 2017827"/>
                <a:gd name="connsiteY989" fmla="*/ 1083461 h 1505806"/>
                <a:gd name="connsiteX990" fmla="*/ 94973 w 2017827"/>
                <a:gd name="connsiteY990" fmla="*/ 1085210 h 1505806"/>
                <a:gd name="connsiteX991" fmla="*/ 99012 w 2017827"/>
                <a:gd name="connsiteY991" fmla="*/ 1087397 h 1505806"/>
                <a:gd name="connsiteX992" fmla="*/ 103050 w 2017827"/>
                <a:gd name="connsiteY992" fmla="*/ 1090424 h 1505806"/>
                <a:gd name="connsiteX993" fmla="*/ 106517 w 2017827"/>
                <a:gd name="connsiteY993" fmla="*/ 1094326 h 1505806"/>
                <a:gd name="connsiteX994" fmla="*/ 109445 w 2017827"/>
                <a:gd name="connsiteY994" fmla="*/ 1097791 h 1505806"/>
                <a:gd name="connsiteX995" fmla="*/ 110320 w 2017827"/>
                <a:gd name="connsiteY995" fmla="*/ 1102030 h 1505806"/>
                <a:gd name="connsiteX996" fmla="*/ 112171 w 2017827"/>
                <a:gd name="connsiteY996" fmla="*/ 1106706 h 1505806"/>
                <a:gd name="connsiteX997" fmla="*/ 114224 w 2017827"/>
                <a:gd name="connsiteY997" fmla="*/ 1111920 h 1505806"/>
                <a:gd name="connsiteX998" fmla="*/ 116849 w 2017827"/>
                <a:gd name="connsiteY998" fmla="*/ 1120734 h 1505806"/>
                <a:gd name="connsiteX999" fmla="*/ 117825 w 2017827"/>
                <a:gd name="connsiteY999" fmla="*/ 1127798 h 1505806"/>
                <a:gd name="connsiteX1000" fmla="*/ 117623 w 2017827"/>
                <a:gd name="connsiteY1000" fmla="*/ 1132137 h 1505806"/>
                <a:gd name="connsiteX1001" fmla="*/ 116411 w 2017827"/>
                <a:gd name="connsiteY1001" fmla="*/ 1137150 h 1505806"/>
                <a:gd name="connsiteX1002" fmla="*/ 115099 w 2017827"/>
                <a:gd name="connsiteY1002" fmla="*/ 1141287 h 1505806"/>
                <a:gd name="connsiteX1003" fmla="*/ 112272 w 2017827"/>
                <a:gd name="connsiteY1003" fmla="*/ 1145862 h 1505806"/>
                <a:gd name="connsiteX1004" fmla="*/ 111935 w 2017827"/>
                <a:gd name="connsiteY1004" fmla="*/ 1149025 h 1505806"/>
                <a:gd name="connsiteX1005" fmla="*/ 111296 w 2017827"/>
                <a:gd name="connsiteY1005" fmla="*/ 1154340 h 1505806"/>
                <a:gd name="connsiteX1006" fmla="*/ 109781 w 2017827"/>
                <a:gd name="connsiteY1006" fmla="*/ 1159217 h 1505806"/>
                <a:gd name="connsiteX1007" fmla="*/ 105877 w 2017827"/>
                <a:gd name="connsiteY1007" fmla="*/ 1162682 h 1505806"/>
                <a:gd name="connsiteX1008" fmla="*/ 99786 w 2017827"/>
                <a:gd name="connsiteY1008" fmla="*/ 1169511 h 1505806"/>
                <a:gd name="connsiteX1009" fmla="*/ 99786 w 2017827"/>
                <a:gd name="connsiteY1009" fmla="*/ 1171260 h 1505806"/>
                <a:gd name="connsiteX1010" fmla="*/ 99786 w 2017827"/>
                <a:gd name="connsiteY1010" fmla="*/ 1175163 h 1505806"/>
                <a:gd name="connsiteX1011" fmla="*/ 101469 w 2017827"/>
                <a:gd name="connsiteY1011" fmla="*/ 1177786 h 1505806"/>
                <a:gd name="connsiteX1012" fmla="*/ 105339 w 2017827"/>
                <a:gd name="connsiteY1012" fmla="*/ 1179973 h 1505806"/>
                <a:gd name="connsiteX1013" fmla="*/ 110454 w 2017827"/>
                <a:gd name="connsiteY1013" fmla="*/ 1183438 h 1505806"/>
                <a:gd name="connsiteX1014" fmla="*/ 113382 w 2017827"/>
                <a:gd name="connsiteY1014" fmla="*/ 1187340 h 1505806"/>
                <a:gd name="connsiteX1015" fmla="*/ 113180 w 2017827"/>
                <a:gd name="connsiteY1015" fmla="*/ 1191242 h 1505806"/>
                <a:gd name="connsiteX1016" fmla="*/ 112305 w 2017827"/>
                <a:gd name="connsiteY1016" fmla="*/ 1195918 h 1505806"/>
                <a:gd name="connsiteX1017" fmla="*/ 112945 w 2017827"/>
                <a:gd name="connsiteY1017" fmla="*/ 1199820 h 1505806"/>
                <a:gd name="connsiteX1018" fmla="*/ 113921 w 2017827"/>
                <a:gd name="connsiteY1018" fmla="*/ 1202108 h 1505806"/>
                <a:gd name="connsiteX1019" fmla="*/ 114560 w 2017827"/>
                <a:gd name="connsiteY1019" fmla="*/ 1205135 h 1505806"/>
                <a:gd name="connsiteX1020" fmla="*/ 119238 w 2017827"/>
                <a:gd name="connsiteY1020" fmla="*/ 1205135 h 1505806"/>
                <a:gd name="connsiteX1021" fmla="*/ 124354 w 2017827"/>
                <a:gd name="connsiteY1021" fmla="*/ 1205405 h 1505806"/>
                <a:gd name="connsiteX1022" fmla="*/ 128258 w 2017827"/>
                <a:gd name="connsiteY1022" fmla="*/ 1205775 h 1505806"/>
                <a:gd name="connsiteX1023" fmla="*/ 131421 w 2017827"/>
                <a:gd name="connsiteY1023" fmla="*/ 1207288 h 1505806"/>
                <a:gd name="connsiteX1024" fmla="*/ 134787 w 2017827"/>
                <a:gd name="connsiteY1024" fmla="*/ 1208701 h 1505806"/>
                <a:gd name="connsiteX1025" fmla="*/ 136301 w 2017827"/>
                <a:gd name="connsiteY1025" fmla="*/ 1207625 h 1505806"/>
                <a:gd name="connsiteX1026" fmla="*/ 140642 w 2017827"/>
                <a:gd name="connsiteY1026" fmla="*/ 1205135 h 1505806"/>
                <a:gd name="connsiteX1027" fmla="*/ 145859 w 2017827"/>
                <a:gd name="connsiteY1027" fmla="*/ 1205135 h 1505806"/>
                <a:gd name="connsiteX1028" fmla="*/ 149325 w 2017827"/>
                <a:gd name="connsiteY1028" fmla="*/ 1205135 h 1505806"/>
                <a:gd name="connsiteX1029" fmla="*/ 151917 w 2017827"/>
                <a:gd name="connsiteY1029" fmla="*/ 1207154 h 1505806"/>
                <a:gd name="connsiteX1030" fmla="*/ 152354 w 2017827"/>
                <a:gd name="connsiteY1030" fmla="*/ 1210450 h 1505806"/>
                <a:gd name="connsiteX1031" fmla="*/ 151917 w 2017827"/>
                <a:gd name="connsiteY1031" fmla="*/ 1214050 h 1505806"/>
                <a:gd name="connsiteX1032" fmla="*/ 151479 w 2017827"/>
                <a:gd name="connsiteY1032" fmla="*/ 1218625 h 1505806"/>
                <a:gd name="connsiteX1033" fmla="*/ 150941 w 2017827"/>
                <a:gd name="connsiteY1033" fmla="*/ 1224276 h 1505806"/>
                <a:gd name="connsiteX1034" fmla="*/ 151479 w 2017827"/>
                <a:gd name="connsiteY1034" fmla="*/ 1228717 h 1505806"/>
                <a:gd name="connsiteX1035" fmla="*/ 154946 w 2017827"/>
                <a:gd name="connsiteY1035" fmla="*/ 1233494 h 1505806"/>
                <a:gd name="connsiteX1036" fmla="*/ 162653 w 2017827"/>
                <a:gd name="connsiteY1036" fmla="*/ 1240020 h 1505806"/>
                <a:gd name="connsiteX1037" fmla="*/ 169821 w 2017827"/>
                <a:gd name="connsiteY1037" fmla="*/ 1246647 h 1505806"/>
                <a:gd name="connsiteX1038" fmla="*/ 177864 w 2017827"/>
                <a:gd name="connsiteY1038" fmla="*/ 1251659 h 1505806"/>
                <a:gd name="connsiteX1039" fmla="*/ 190485 w 2017827"/>
                <a:gd name="connsiteY1039" fmla="*/ 1259060 h 1505806"/>
                <a:gd name="connsiteX1040" fmla="*/ 198528 w 2017827"/>
                <a:gd name="connsiteY1040" fmla="*/ 1266561 h 1505806"/>
                <a:gd name="connsiteX1041" fmla="*/ 208322 w 2017827"/>
                <a:gd name="connsiteY1041" fmla="*/ 1271675 h 1505806"/>
                <a:gd name="connsiteX1042" fmla="*/ 215288 w 2017827"/>
                <a:gd name="connsiteY1042" fmla="*/ 1275039 h 1505806"/>
                <a:gd name="connsiteX1043" fmla="*/ 221716 w 2017827"/>
                <a:gd name="connsiteY1043" fmla="*/ 1278739 h 1505806"/>
                <a:gd name="connsiteX1044" fmla="*/ 226832 w 2017827"/>
                <a:gd name="connsiteY1044" fmla="*/ 1282002 h 1505806"/>
                <a:gd name="connsiteX1045" fmla="*/ 230635 w 2017827"/>
                <a:gd name="connsiteY1045" fmla="*/ 1283280 h 1505806"/>
                <a:gd name="connsiteX1046" fmla="*/ 235649 w 2017827"/>
                <a:gd name="connsiteY1046" fmla="*/ 1283314 h 1505806"/>
                <a:gd name="connsiteX1047" fmla="*/ 239553 w 2017827"/>
                <a:gd name="connsiteY1047" fmla="*/ 1283314 h 1505806"/>
                <a:gd name="connsiteX1048" fmla="*/ 243895 w 2017827"/>
                <a:gd name="connsiteY1048" fmla="*/ 1283314 h 1505806"/>
                <a:gd name="connsiteX1049" fmla="*/ 246823 w 2017827"/>
                <a:gd name="connsiteY1049" fmla="*/ 1284727 h 1505806"/>
                <a:gd name="connsiteX1050" fmla="*/ 249010 w 2017827"/>
                <a:gd name="connsiteY1050" fmla="*/ 1287452 h 1505806"/>
                <a:gd name="connsiteX1051" fmla="*/ 249650 w 2017827"/>
                <a:gd name="connsiteY1051" fmla="*/ 1288629 h 1505806"/>
                <a:gd name="connsiteX1052" fmla="*/ 253688 w 2017827"/>
                <a:gd name="connsiteY1052" fmla="*/ 1288629 h 1505806"/>
                <a:gd name="connsiteX1053" fmla="*/ 257390 w 2017827"/>
                <a:gd name="connsiteY1053" fmla="*/ 1288629 h 1505806"/>
                <a:gd name="connsiteX1054" fmla="*/ 261530 w 2017827"/>
                <a:gd name="connsiteY1054" fmla="*/ 1290277 h 1505806"/>
                <a:gd name="connsiteX1055" fmla="*/ 269371 w 2017827"/>
                <a:gd name="connsiteY1055" fmla="*/ 1295592 h 1505806"/>
                <a:gd name="connsiteX1056" fmla="*/ 270516 w 2017827"/>
                <a:gd name="connsiteY1056" fmla="*/ 1295592 h 1505806"/>
                <a:gd name="connsiteX1057" fmla="*/ 268496 w 2017827"/>
                <a:gd name="connsiteY1057" fmla="*/ 1299797 h 1505806"/>
                <a:gd name="connsiteX1058" fmla="*/ 266746 w 2017827"/>
                <a:gd name="connsiteY1058" fmla="*/ 1301378 h 1505806"/>
                <a:gd name="connsiteX1059" fmla="*/ 262674 w 2017827"/>
                <a:gd name="connsiteY1059" fmla="*/ 1305449 h 1505806"/>
                <a:gd name="connsiteX1060" fmla="*/ 259477 w 2017827"/>
                <a:gd name="connsiteY1060" fmla="*/ 1305449 h 1505806"/>
                <a:gd name="connsiteX1061" fmla="*/ 257155 w 2017827"/>
                <a:gd name="connsiteY1061" fmla="*/ 1309486 h 1505806"/>
                <a:gd name="connsiteX1062" fmla="*/ 254530 w 2017827"/>
                <a:gd name="connsiteY1062" fmla="*/ 1312109 h 1505806"/>
                <a:gd name="connsiteX1063" fmla="*/ 254530 w 2017827"/>
                <a:gd name="connsiteY1063" fmla="*/ 1315574 h 1505806"/>
                <a:gd name="connsiteX1064" fmla="*/ 254530 w 2017827"/>
                <a:gd name="connsiteY1064" fmla="*/ 1320789 h 1505806"/>
                <a:gd name="connsiteX1065" fmla="*/ 254530 w 2017827"/>
                <a:gd name="connsiteY1065" fmla="*/ 1323984 h 1505806"/>
                <a:gd name="connsiteX1066" fmla="*/ 257458 w 2017827"/>
                <a:gd name="connsiteY1066" fmla="*/ 1328896 h 1505806"/>
                <a:gd name="connsiteX1067" fmla="*/ 259174 w 2017827"/>
                <a:gd name="connsiteY1067" fmla="*/ 1330645 h 1505806"/>
                <a:gd name="connsiteX1068" fmla="*/ 261799 w 2017827"/>
                <a:gd name="connsiteY1068" fmla="*/ 1336431 h 1505806"/>
                <a:gd name="connsiteX1069" fmla="*/ 261496 w 2017827"/>
                <a:gd name="connsiteY1069" fmla="*/ 1340501 h 1505806"/>
                <a:gd name="connsiteX1070" fmla="*/ 261799 w 2017827"/>
                <a:gd name="connsiteY1070" fmla="*/ 1343394 h 1505806"/>
                <a:gd name="connsiteX1071" fmla="*/ 262943 w 2017827"/>
                <a:gd name="connsiteY1071" fmla="*/ 1348911 h 1505806"/>
                <a:gd name="connsiteX1072" fmla="*/ 262371 w 2017827"/>
                <a:gd name="connsiteY1072" fmla="*/ 1352982 h 1505806"/>
                <a:gd name="connsiteX1073" fmla="*/ 262068 w 2017827"/>
                <a:gd name="connsiteY1073" fmla="*/ 1355471 h 1505806"/>
                <a:gd name="connsiteX1074" fmla="*/ 260049 w 2017827"/>
                <a:gd name="connsiteY1074" fmla="*/ 1357893 h 1505806"/>
                <a:gd name="connsiteX1075" fmla="*/ 257458 w 2017827"/>
                <a:gd name="connsiteY1075" fmla="*/ 1361358 h 1505806"/>
                <a:gd name="connsiteX1076" fmla="*/ 257458 w 2017827"/>
                <a:gd name="connsiteY1076" fmla="*/ 1363982 h 1505806"/>
                <a:gd name="connsiteX1077" fmla="*/ 260655 w 2017827"/>
                <a:gd name="connsiteY1077" fmla="*/ 1369499 h 1505806"/>
                <a:gd name="connsiteX1078" fmla="*/ 261799 w 2017827"/>
                <a:gd name="connsiteY1078" fmla="*/ 1372123 h 1505806"/>
                <a:gd name="connsiteX1079" fmla="*/ 265265 w 2017827"/>
                <a:gd name="connsiteY1079" fmla="*/ 1378480 h 1505806"/>
                <a:gd name="connsiteX1080" fmla="*/ 267285 w 2017827"/>
                <a:gd name="connsiteY1080" fmla="*/ 1382248 h 1505806"/>
                <a:gd name="connsiteX1081" fmla="*/ 273376 w 2017827"/>
                <a:gd name="connsiteY1081" fmla="*/ 1388606 h 1505806"/>
                <a:gd name="connsiteX1082" fmla="*/ 278896 w 2017827"/>
                <a:gd name="connsiteY1082" fmla="*/ 1391230 h 1505806"/>
                <a:gd name="connsiteX1083" fmla="*/ 284684 w 2017827"/>
                <a:gd name="connsiteY1083" fmla="*/ 1394426 h 1505806"/>
                <a:gd name="connsiteX1084" fmla="*/ 293670 w 2017827"/>
                <a:gd name="connsiteY1084" fmla="*/ 1402533 h 1505806"/>
                <a:gd name="connsiteX1085" fmla="*/ 301209 w 2017827"/>
                <a:gd name="connsiteY1085" fmla="*/ 1408050 h 1505806"/>
                <a:gd name="connsiteX1086" fmla="*/ 304675 w 2017827"/>
                <a:gd name="connsiteY1086" fmla="*/ 1411515 h 1505806"/>
                <a:gd name="connsiteX1087" fmla="*/ 308141 w 2017827"/>
                <a:gd name="connsiteY1087" fmla="*/ 1416426 h 1505806"/>
                <a:gd name="connsiteX1088" fmla="*/ 313930 w 2017827"/>
                <a:gd name="connsiteY1088" fmla="*/ 1421943 h 1505806"/>
                <a:gd name="connsiteX1089" fmla="*/ 317127 w 2017827"/>
                <a:gd name="connsiteY1089" fmla="*/ 1425139 h 1505806"/>
                <a:gd name="connsiteX1090" fmla="*/ 317127 w 2017827"/>
                <a:gd name="connsiteY1090" fmla="*/ 1428604 h 1505806"/>
                <a:gd name="connsiteX1091" fmla="*/ 317800 w 2017827"/>
                <a:gd name="connsiteY1091" fmla="*/ 1429310 h 1505806"/>
                <a:gd name="connsiteX1092" fmla="*/ 317868 w 2017827"/>
                <a:gd name="connsiteY1092" fmla="*/ 1428705 h 1505806"/>
                <a:gd name="connsiteX1093" fmla="*/ 322882 w 2017827"/>
                <a:gd name="connsiteY1093" fmla="*/ 1428805 h 1505806"/>
                <a:gd name="connsiteX1094" fmla="*/ 327998 w 2017827"/>
                <a:gd name="connsiteY1094" fmla="*/ 1427729 h 1505806"/>
                <a:gd name="connsiteX1095" fmla="*/ 334964 w 2017827"/>
                <a:gd name="connsiteY1095" fmla="*/ 1427527 h 1505806"/>
                <a:gd name="connsiteX1096" fmla="*/ 339003 w 2017827"/>
                <a:gd name="connsiteY1096" fmla="*/ 1427426 h 1505806"/>
                <a:gd name="connsiteX1097" fmla="*/ 344219 w 2017827"/>
                <a:gd name="connsiteY1097" fmla="*/ 1427763 h 1505806"/>
                <a:gd name="connsiteX1098" fmla="*/ 347585 w 2017827"/>
                <a:gd name="connsiteY1098" fmla="*/ 1426249 h 1505806"/>
                <a:gd name="connsiteX1099" fmla="*/ 350412 w 2017827"/>
                <a:gd name="connsiteY1099" fmla="*/ 1424197 h 1505806"/>
                <a:gd name="connsiteX1100" fmla="*/ 355291 w 2017827"/>
                <a:gd name="connsiteY1100" fmla="*/ 1421472 h 1505806"/>
                <a:gd name="connsiteX1101" fmla="*/ 359734 w 2017827"/>
                <a:gd name="connsiteY1101" fmla="*/ 1417334 h 1505806"/>
                <a:gd name="connsiteX1102" fmla="*/ 362998 w 2017827"/>
                <a:gd name="connsiteY1102" fmla="*/ 1417334 h 1505806"/>
                <a:gd name="connsiteX1103" fmla="*/ 367676 w 2017827"/>
                <a:gd name="connsiteY1103" fmla="*/ 1416460 h 1505806"/>
                <a:gd name="connsiteX1104" fmla="*/ 371277 w 2017827"/>
                <a:gd name="connsiteY1104" fmla="*/ 1417334 h 1505806"/>
                <a:gd name="connsiteX1105" fmla="*/ 375518 w 2017827"/>
                <a:gd name="connsiteY1105" fmla="*/ 1417435 h 1505806"/>
                <a:gd name="connsiteX1106" fmla="*/ 388239 w 2017827"/>
                <a:gd name="connsiteY1106" fmla="*/ 1416729 h 1505806"/>
                <a:gd name="connsiteX1107" fmla="*/ 394331 w 2017827"/>
                <a:gd name="connsiteY1107" fmla="*/ 1416729 h 1505806"/>
                <a:gd name="connsiteX1108" fmla="*/ 397797 w 2017827"/>
                <a:gd name="connsiteY1108" fmla="*/ 1411885 h 1505806"/>
                <a:gd name="connsiteX1109" fmla="*/ 400961 w 2017827"/>
                <a:gd name="connsiteY1109" fmla="*/ 1408723 h 1505806"/>
                <a:gd name="connsiteX1110" fmla="*/ 404966 w 2017827"/>
                <a:gd name="connsiteY1110" fmla="*/ 1405123 h 1505806"/>
                <a:gd name="connsiteX1111" fmla="*/ 409745 w 2017827"/>
                <a:gd name="connsiteY1111" fmla="*/ 1405123 h 1505806"/>
                <a:gd name="connsiteX1112" fmla="*/ 413110 w 2017827"/>
                <a:gd name="connsiteY1112" fmla="*/ 1404417 h 1505806"/>
                <a:gd name="connsiteX1113" fmla="*/ 421052 w 2017827"/>
                <a:gd name="connsiteY1113" fmla="*/ 1404047 h 1505806"/>
                <a:gd name="connsiteX1114" fmla="*/ 425394 w 2017827"/>
                <a:gd name="connsiteY1114" fmla="*/ 1400683 h 1505806"/>
                <a:gd name="connsiteX1115" fmla="*/ 427245 w 2017827"/>
                <a:gd name="connsiteY1115" fmla="*/ 1398059 h 1505806"/>
                <a:gd name="connsiteX1116" fmla="*/ 431485 w 2017827"/>
                <a:gd name="connsiteY1116" fmla="*/ 1393719 h 1505806"/>
                <a:gd name="connsiteX1117" fmla="*/ 434312 w 2017827"/>
                <a:gd name="connsiteY1117" fmla="*/ 1392407 h 1505806"/>
                <a:gd name="connsiteX1118" fmla="*/ 439192 w 2017827"/>
                <a:gd name="connsiteY1118" fmla="*/ 1389783 h 1505806"/>
                <a:gd name="connsiteX1119" fmla="*/ 440505 w 2017827"/>
                <a:gd name="connsiteY1119" fmla="*/ 1386083 h 1505806"/>
                <a:gd name="connsiteX1120" fmla="*/ 442356 w 2017827"/>
                <a:gd name="connsiteY1120" fmla="*/ 1384670 h 1505806"/>
                <a:gd name="connsiteX1121" fmla="*/ 444981 w 2017827"/>
                <a:gd name="connsiteY1121" fmla="*/ 1383594 h 1505806"/>
                <a:gd name="connsiteX1122" fmla="*/ 448885 w 2017827"/>
                <a:gd name="connsiteY1122" fmla="*/ 1381643 h 1505806"/>
                <a:gd name="connsiteX1123" fmla="*/ 450938 w 2017827"/>
                <a:gd name="connsiteY1123" fmla="*/ 1380432 h 1505806"/>
                <a:gd name="connsiteX1124" fmla="*/ 454539 w 2017827"/>
                <a:gd name="connsiteY1124" fmla="*/ 1377606 h 1505806"/>
                <a:gd name="connsiteX1125" fmla="*/ 455313 w 2017827"/>
                <a:gd name="connsiteY1125" fmla="*/ 1376395 h 1505806"/>
                <a:gd name="connsiteX1126" fmla="*/ 455649 w 2017827"/>
                <a:gd name="connsiteY1126" fmla="*/ 1374208 h 1505806"/>
                <a:gd name="connsiteX1127" fmla="*/ 454539 w 2017827"/>
                <a:gd name="connsiteY1127" fmla="*/ 1371181 h 1505806"/>
                <a:gd name="connsiteX1128" fmla="*/ 454539 w 2017827"/>
                <a:gd name="connsiteY1128" fmla="*/ 1367379 h 1505806"/>
                <a:gd name="connsiteX1129" fmla="*/ 454976 w 2017827"/>
                <a:gd name="connsiteY1129" fmla="*/ 1364991 h 1505806"/>
                <a:gd name="connsiteX1130" fmla="*/ 457029 w 2017827"/>
                <a:gd name="connsiteY1130" fmla="*/ 1361963 h 1505806"/>
                <a:gd name="connsiteX1131" fmla="*/ 459520 w 2017827"/>
                <a:gd name="connsiteY1131" fmla="*/ 1360450 h 1505806"/>
                <a:gd name="connsiteX1132" fmla="*/ 463121 w 2017827"/>
                <a:gd name="connsiteY1132" fmla="*/ 1359676 h 1505806"/>
                <a:gd name="connsiteX1133" fmla="*/ 466486 w 2017827"/>
                <a:gd name="connsiteY1133" fmla="*/ 1358599 h 1505806"/>
                <a:gd name="connsiteX1134" fmla="*/ 470525 w 2017827"/>
                <a:gd name="connsiteY1134" fmla="*/ 1357086 h 1505806"/>
                <a:gd name="connsiteX1135" fmla="*/ 473554 w 2017827"/>
                <a:gd name="connsiteY1135" fmla="*/ 1356547 h 1505806"/>
                <a:gd name="connsiteX1136" fmla="*/ 476717 w 2017827"/>
                <a:gd name="connsiteY1136" fmla="*/ 1355673 h 1505806"/>
                <a:gd name="connsiteX1137" fmla="*/ 479746 w 2017827"/>
                <a:gd name="connsiteY1137" fmla="*/ 1356446 h 1505806"/>
                <a:gd name="connsiteX1138" fmla="*/ 482136 w 2017827"/>
                <a:gd name="connsiteY1138" fmla="*/ 1356446 h 1505806"/>
                <a:gd name="connsiteX1139" fmla="*/ 484963 w 2017827"/>
                <a:gd name="connsiteY1139" fmla="*/ 1357052 h 1505806"/>
                <a:gd name="connsiteX1140" fmla="*/ 485737 w 2017827"/>
                <a:gd name="connsiteY1140" fmla="*/ 1358734 h 1505806"/>
                <a:gd name="connsiteX1141" fmla="*/ 486275 w 2017827"/>
                <a:gd name="connsiteY1141" fmla="*/ 1360786 h 1505806"/>
                <a:gd name="connsiteX1142" fmla="*/ 489001 w 2017827"/>
                <a:gd name="connsiteY1142" fmla="*/ 1363612 h 1505806"/>
                <a:gd name="connsiteX1143" fmla="*/ 492602 w 2017827"/>
                <a:gd name="connsiteY1143" fmla="*/ 1365899 h 1505806"/>
                <a:gd name="connsiteX1144" fmla="*/ 496843 w 2017827"/>
                <a:gd name="connsiteY1144" fmla="*/ 1369162 h 1505806"/>
                <a:gd name="connsiteX1145" fmla="*/ 501184 w 2017827"/>
                <a:gd name="connsiteY1145" fmla="*/ 1372762 h 1505806"/>
                <a:gd name="connsiteX1146" fmla="*/ 506300 w 2017827"/>
                <a:gd name="connsiteY1146" fmla="*/ 1376126 h 1505806"/>
                <a:gd name="connsiteX1147" fmla="*/ 509328 w 2017827"/>
                <a:gd name="connsiteY1147" fmla="*/ 1379052 h 1505806"/>
                <a:gd name="connsiteX1148" fmla="*/ 516295 w 2017827"/>
                <a:gd name="connsiteY1148" fmla="*/ 1384267 h 1505806"/>
                <a:gd name="connsiteX1149" fmla="*/ 518482 w 2017827"/>
                <a:gd name="connsiteY1149" fmla="*/ 1384267 h 1505806"/>
                <a:gd name="connsiteX1150" fmla="*/ 521747 w 2017827"/>
                <a:gd name="connsiteY1150" fmla="*/ 1383728 h 1505806"/>
                <a:gd name="connsiteX1151" fmla="*/ 522959 w 2017827"/>
                <a:gd name="connsiteY1151" fmla="*/ 1383089 h 1505806"/>
                <a:gd name="connsiteX1152" fmla="*/ 525887 w 2017827"/>
                <a:gd name="connsiteY1152" fmla="*/ 1382114 h 1505806"/>
                <a:gd name="connsiteX1153" fmla="*/ 526526 w 2017827"/>
                <a:gd name="connsiteY1153" fmla="*/ 1381340 h 1505806"/>
                <a:gd name="connsiteX1154" fmla="*/ 525853 w 2017827"/>
                <a:gd name="connsiteY1154" fmla="*/ 1378178 h 1505806"/>
                <a:gd name="connsiteX1155" fmla="*/ 525853 w 2017827"/>
                <a:gd name="connsiteY1155" fmla="*/ 1376866 h 1505806"/>
                <a:gd name="connsiteX1156" fmla="*/ 526728 w 2017827"/>
                <a:gd name="connsiteY1156" fmla="*/ 1375016 h 1505806"/>
                <a:gd name="connsiteX1157" fmla="*/ 529353 w 2017827"/>
                <a:gd name="connsiteY1157" fmla="*/ 1374780 h 1505806"/>
                <a:gd name="connsiteX1158" fmla="*/ 532516 w 2017827"/>
                <a:gd name="connsiteY1158" fmla="*/ 1377269 h 1505806"/>
                <a:gd name="connsiteX1159" fmla="*/ 535680 w 2017827"/>
                <a:gd name="connsiteY1159" fmla="*/ 1379994 h 1505806"/>
                <a:gd name="connsiteX1160" fmla="*/ 536319 w 2017827"/>
                <a:gd name="connsiteY1160" fmla="*/ 1381306 h 1505806"/>
                <a:gd name="connsiteX1161" fmla="*/ 542949 w 2017827"/>
                <a:gd name="connsiteY1161" fmla="*/ 1384468 h 1505806"/>
                <a:gd name="connsiteX1162" fmla="*/ 547964 w 2017827"/>
                <a:gd name="connsiteY1162" fmla="*/ 1385982 h 1505806"/>
                <a:gd name="connsiteX1163" fmla="*/ 551127 w 2017827"/>
                <a:gd name="connsiteY1163" fmla="*/ 1386318 h 1505806"/>
                <a:gd name="connsiteX1164" fmla="*/ 557757 w 2017827"/>
                <a:gd name="connsiteY1164" fmla="*/ 1388370 h 1505806"/>
                <a:gd name="connsiteX1165" fmla="*/ 561661 w 2017827"/>
                <a:gd name="connsiteY1165" fmla="*/ 1390658 h 1505806"/>
                <a:gd name="connsiteX1166" fmla="*/ 564387 w 2017827"/>
                <a:gd name="connsiteY1166" fmla="*/ 1394358 h 1505806"/>
                <a:gd name="connsiteX1167" fmla="*/ 565902 w 2017827"/>
                <a:gd name="connsiteY1167" fmla="*/ 1397285 h 1505806"/>
                <a:gd name="connsiteX1168" fmla="*/ 565902 w 2017827"/>
                <a:gd name="connsiteY1168" fmla="*/ 1401322 h 1505806"/>
                <a:gd name="connsiteX1169" fmla="*/ 571320 w 2017827"/>
                <a:gd name="connsiteY1169" fmla="*/ 1404147 h 1505806"/>
                <a:gd name="connsiteX1170" fmla="*/ 579027 w 2017827"/>
                <a:gd name="connsiteY1170" fmla="*/ 1404686 h 1505806"/>
                <a:gd name="connsiteX1171" fmla="*/ 583167 w 2017827"/>
                <a:gd name="connsiteY1171" fmla="*/ 1406872 h 1505806"/>
                <a:gd name="connsiteX1172" fmla="*/ 587609 w 2017827"/>
                <a:gd name="connsiteY1172" fmla="*/ 1406771 h 1505806"/>
                <a:gd name="connsiteX1173" fmla="*/ 591614 w 2017827"/>
                <a:gd name="connsiteY1173" fmla="*/ 1406670 h 1505806"/>
                <a:gd name="connsiteX1174" fmla="*/ 595854 w 2017827"/>
                <a:gd name="connsiteY1174" fmla="*/ 1406435 h 1505806"/>
                <a:gd name="connsiteX1175" fmla="*/ 599859 w 2017827"/>
                <a:gd name="connsiteY1175" fmla="*/ 1405998 h 1505806"/>
                <a:gd name="connsiteX1176" fmla="*/ 605951 w 2017827"/>
                <a:gd name="connsiteY1176" fmla="*/ 1405796 h 1505806"/>
                <a:gd name="connsiteX1177" fmla="*/ 610528 w 2017827"/>
                <a:gd name="connsiteY1177" fmla="*/ 1404484 h 1505806"/>
                <a:gd name="connsiteX1178" fmla="*/ 613018 w 2017827"/>
                <a:gd name="connsiteY1178" fmla="*/ 1403172 h 1505806"/>
                <a:gd name="connsiteX1179" fmla="*/ 614331 w 2017827"/>
                <a:gd name="connsiteY1179" fmla="*/ 1400884 h 1505806"/>
                <a:gd name="connsiteX1180" fmla="*/ 616821 w 2017827"/>
                <a:gd name="connsiteY1180" fmla="*/ 1397521 h 1505806"/>
                <a:gd name="connsiteX1181" fmla="*/ 618874 w 2017827"/>
                <a:gd name="connsiteY1181" fmla="*/ 1395233 h 1505806"/>
                <a:gd name="connsiteX1182" fmla="*/ 623451 w 2017827"/>
                <a:gd name="connsiteY1182" fmla="*/ 1393383 h 1505806"/>
                <a:gd name="connsiteX1183" fmla="*/ 625201 w 2017827"/>
                <a:gd name="connsiteY1183" fmla="*/ 1391533 h 1505806"/>
                <a:gd name="connsiteX1184" fmla="*/ 628028 w 2017827"/>
                <a:gd name="connsiteY1184" fmla="*/ 1391095 h 1505806"/>
                <a:gd name="connsiteX1185" fmla="*/ 632471 w 2017827"/>
                <a:gd name="connsiteY1185" fmla="*/ 1390322 h 1505806"/>
                <a:gd name="connsiteX1186" fmla="*/ 635197 w 2017827"/>
                <a:gd name="connsiteY1186" fmla="*/ 1389548 h 1505806"/>
                <a:gd name="connsiteX1187" fmla="*/ 637048 w 2017827"/>
                <a:gd name="connsiteY1187" fmla="*/ 1388572 h 1505806"/>
                <a:gd name="connsiteX1188" fmla="*/ 638663 w 2017827"/>
                <a:gd name="connsiteY1188" fmla="*/ 1388135 h 1505806"/>
                <a:gd name="connsiteX1189" fmla="*/ 641591 w 2017827"/>
                <a:gd name="connsiteY1189" fmla="*/ 1386924 h 1505806"/>
                <a:gd name="connsiteX1190" fmla="*/ 643105 w 2017827"/>
                <a:gd name="connsiteY1190" fmla="*/ 1386049 h 1505806"/>
                <a:gd name="connsiteX1191" fmla="*/ 644081 w 2017827"/>
                <a:gd name="connsiteY1191" fmla="*/ 1384838 h 1505806"/>
                <a:gd name="connsiteX1192" fmla="*/ 646572 w 2017827"/>
                <a:gd name="connsiteY1192" fmla="*/ 1382652 h 1505806"/>
                <a:gd name="connsiteX1193" fmla="*/ 647346 w 2017827"/>
                <a:gd name="connsiteY1193" fmla="*/ 1381777 h 1505806"/>
                <a:gd name="connsiteX1194" fmla="*/ 647110 w 2017827"/>
                <a:gd name="connsiteY1194" fmla="*/ 1380701 h 1505806"/>
                <a:gd name="connsiteX1195" fmla="*/ 644081 w 2017827"/>
                <a:gd name="connsiteY1195" fmla="*/ 1378110 h 1505806"/>
                <a:gd name="connsiteX1196" fmla="*/ 644081 w 2017827"/>
                <a:gd name="connsiteY1196" fmla="*/ 1376698 h 1505806"/>
                <a:gd name="connsiteX1197" fmla="*/ 645932 w 2017827"/>
                <a:gd name="connsiteY1197" fmla="*/ 1374410 h 1505806"/>
                <a:gd name="connsiteX1198" fmla="*/ 649399 w 2017827"/>
                <a:gd name="connsiteY1198" fmla="*/ 1374511 h 1505806"/>
                <a:gd name="connsiteX1199" fmla="*/ 653875 w 2017827"/>
                <a:gd name="connsiteY1199" fmla="*/ 1374511 h 1505806"/>
                <a:gd name="connsiteX1200" fmla="*/ 658654 w 2017827"/>
                <a:gd name="connsiteY1200" fmla="*/ 1374511 h 1505806"/>
                <a:gd name="connsiteX1201" fmla="*/ 663769 w 2017827"/>
                <a:gd name="connsiteY1201" fmla="*/ 1375049 h 1505806"/>
                <a:gd name="connsiteX1202" fmla="*/ 667471 w 2017827"/>
                <a:gd name="connsiteY1202" fmla="*/ 1376462 h 1505806"/>
                <a:gd name="connsiteX1203" fmla="*/ 669760 w 2017827"/>
                <a:gd name="connsiteY1203" fmla="*/ 1378211 h 1505806"/>
                <a:gd name="connsiteX1204" fmla="*/ 672587 w 2017827"/>
                <a:gd name="connsiteY1204" fmla="*/ 1380062 h 1505806"/>
                <a:gd name="connsiteX1205" fmla="*/ 673361 w 2017827"/>
                <a:gd name="connsiteY1205" fmla="*/ 1381138 h 1505806"/>
                <a:gd name="connsiteX1206" fmla="*/ 675986 w 2017827"/>
                <a:gd name="connsiteY1206" fmla="*/ 1384502 h 1505806"/>
                <a:gd name="connsiteX1207" fmla="*/ 679890 w 2017827"/>
                <a:gd name="connsiteY1207" fmla="*/ 1387126 h 1505806"/>
                <a:gd name="connsiteX1208" fmla="*/ 684568 w 2017827"/>
                <a:gd name="connsiteY1208" fmla="*/ 1388202 h 1505806"/>
                <a:gd name="connsiteX1209" fmla="*/ 687496 w 2017827"/>
                <a:gd name="connsiteY1209" fmla="*/ 1387866 h 1505806"/>
                <a:gd name="connsiteX1210" fmla="*/ 688472 w 2017827"/>
                <a:gd name="connsiteY1210" fmla="*/ 1386016 h 1505806"/>
                <a:gd name="connsiteX1211" fmla="*/ 689784 w 2017827"/>
                <a:gd name="connsiteY1211" fmla="*/ 1383829 h 1505806"/>
                <a:gd name="connsiteX1212" fmla="*/ 692275 w 2017827"/>
                <a:gd name="connsiteY1212" fmla="*/ 1382517 h 1505806"/>
                <a:gd name="connsiteX1213" fmla="*/ 695203 w 2017827"/>
                <a:gd name="connsiteY1213" fmla="*/ 1382517 h 1505806"/>
                <a:gd name="connsiteX1214" fmla="*/ 697794 w 2017827"/>
                <a:gd name="connsiteY1214" fmla="*/ 1383930 h 1505806"/>
                <a:gd name="connsiteX1215" fmla="*/ 702472 w 2017827"/>
                <a:gd name="connsiteY1215" fmla="*/ 1387529 h 1505806"/>
                <a:gd name="connsiteX1216" fmla="*/ 704862 w 2017827"/>
                <a:gd name="connsiteY1216" fmla="*/ 1389279 h 1505806"/>
                <a:gd name="connsiteX1217" fmla="*/ 705501 w 2017827"/>
                <a:gd name="connsiteY1217" fmla="*/ 1391465 h 1505806"/>
                <a:gd name="connsiteX1218" fmla="*/ 704963 w 2017827"/>
                <a:gd name="connsiteY1218" fmla="*/ 1395805 h 1505806"/>
                <a:gd name="connsiteX1219" fmla="*/ 704525 w 2017827"/>
                <a:gd name="connsiteY1219" fmla="*/ 1401120 h 1505806"/>
                <a:gd name="connsiteX1220" fmla="*/ 703213 w 2017827"/>
                <a:gd name="connsiteY1220" fmla="*/ 1404147 h 1505806"/>
                <a:gd name="connsiteX1221" fmla="*/ 703213 w 2017827"/>
                <a:gd name="connsiteY1221" fmla="*/ 1408184 h 1505806"/>
                <a:gd name="connsiteX1222" fmla="*/ 705501 w 2017827"/>
                <a:gd name="connsiteY1222" fmla="*/ 1411885 h 1505806"/>
                <a:gd name="connsiteX1223" fmla="*/ 706915 w 2017827"/>
                <a:gd name="connsiteY1223" fmla="*/ 1415686 h 1505806"/>
                <a:gd name="connsiteX1224" fmla="*/ 707554 w 2017827"/>
                <a:gd name="connsiteY1224" fmla="*/ 1418411 h 1505806"/>
                <a:gd name="connsiteX1225" fmla="*/ 709068 w 2017827"/>
                <a:gd name="connsiteY1225" fmla="*/ 1420261 h 1505806"/>
                <a:gd name="connsiteX1226" fmla="*/ 711256 w 2017827"/>
                <a:gd name="connsiteY1226" fmla="*/ 1421674 h 1505806"/>
                <a:gd name="connsiteX1227" fmla="*/ 713309 w 2017827"/>
                <a:gd name="connsiteY1227" fmla="*/ 1423524 h 1505806"/>
                <a:gd name="connsiteX1228" fmla="*/ 718525 w 2017827"/>
                <a:gd name="connsiteY1228" fmla="*/ 1425374 h 1505806"/>
                <a:gd name="connsiteX1229" fmla="*/ 722295 w 2017827"/>
                <a:gd name="connsiteY1229" fmla="*/ 1426787 h 1505806"/>
                <a:gd name="connsiteX1230" fmla="*/ 730439 w 2017827"/>
                <a:gd name="connsiteY1230" fmla="*/ 1427325 h 1505806"/>
                <a:gd name="connsiteX1231" fmla="*/ 734141 w 2017827"/>
                <a:gd name="connsiteY1231" fmla="*/ 1427426 h 1505806"/>
                <a:gd name="connsiteX1232" fmla="*/ 737069 w 2017827"/>
                <a:gd name="connsiteY1232" fmla="*/ 1427864 h 1505806"/>
                <a:gd name="connsiteX1233" fmla="*/ 741310 w 2017827"/>
                <a:gd name="connsiteY1233" fmla="*/ 1428637 h 1505806"/>
                <a:gd name="connsiteX1234" fmla="*/ 745011 w 2017827"/>
                <a:gd name="connsiteY1234" fmla="*/ 1431126 h 1505806"/>
                <a:gd name="connsiteX1235" fmla="*/ 746627 w 2017827"/>
                <a:gd name="connsiteY1235" fmla="*/ 1435466 h 1505806"/>
                <a:gd name="connsiteX1236" fmla="*/ 746627 w 2017827"/>
                <a:gd name="connsiteY1236" fmla="*/ 1438191 h 1505806"/>
                <a:gd name="connsiteX1237" fmla="*/ 753627 w 2017827"/>
                <a:gd name="connsiteY1237" fmla="*/ 1440142 h 1505806"/>
                <a:gd name="connsiteX1238" fmla="*/ 759113 w 2017827"/>
                <a:gd name="connsiteY1238" fmla="*/ 1440781 h 1505806"/>
                <a:gd name="connsiteX1239" fmla="*/ 768772 w 2017827"/>
                <a:gd name="connsiteY1239" fmla="*/ 1441319 h 1505806"/>
                <a:gd name="connsiteX1240" fmla="*/ 779205 w 2017827"/>
                <a:gd name="connsiteY1240" fmla="*/ 1441757 h 1505806"/>
                <a:gd name="connsiteX1241" fmla="*/ 783546 w 2017827"/>
                <a:gd name="connsiteY1241" fmla="*/ 1441521 h 1505806"/>
                <a:gd name="connsiteX1242" fmla="*/ 788224 w 2017827"/>
                <a:gd name="connsiteY1242" fmla="*/ 1441622 h 1505806"/>
                <a:gd name="connsiteX1243" fmla="*/ 793003 w 2017827"/>
                <a:gd name="connsiteY1243" fmla="*/ 1443035 h 1505806"/>
                <a:gd name="connsiteX1244" fmla="*/ 795931 w 2017827"/>
                <a:gd name="connsiteY1244" fmla="*/ 1444784 h 1505806"/>
                <a:gd name="connsiteX1245" fmla="*/ 798118 w 2017827"/>
                <a:gd name="connsiteY1245" fmla="*/ 1446533 h 1505806"/>
                <a:gd name="connsiteX1246" fmla="*/ 802460 w 2017827"/>
                <a:gd name="connsiteY1246" fmla="*/ 1448720 h 1505806"/>
                <a:gd name="connsiteX1247" fmla="*/ 805926 w 2017827"/>
                <a:gd name="connsiteY1247" fmla="*/ 1449494 h 1505806"/>
                <a:gd name="connsiteX1248" fmla="*/ 809965 w 2017827"/>
                <a:gd name="connsiteY1248" fmla="*/ 1449393 h 1505806"/>
                <a:gd name="connsiteX1249" fmla="*/ 813330 w 2017827"/>
                <a:gd name="connsiteY1249" fmla="*/ 1448955 h 1505806"/>
                <a:gd name="connsiteX1250" fmla="*/ 817907 w 2017827"/>
                <a:gd name="connsiteY1250" fmla="*/ 1448182 h 1505806"/>
                <a:gd name="connsiteX1251" fmla="*/ 821710 w 2017827"/>
                <a:gd name="connsiteY1251" fmla="*/ 1447744 h 1505806"/>
                <a:gd name="connsiteX1252" fmla="*/ 827129 w 2017827"/>
                <a:gd name="connsiteY1252" fmla="*/ 1446769 h 1505806"/>
                <a:gd name="connsiteX1253" fmla="*/ 832345 w 2017827"/>
                <a:gd name="connsiteY1253" fmla="*/ 1446769 h 1505806"/>
                <a:gd name="connsiteX1254" fmla="*/ 838100 w 2017827"/>
                <a:gd name="connsiteY1254" fmla="*/ 1447744 h 1505806"/>
                <a:gd name="connsiteX1255" fmla="*/ 841802 w 2017827"/>
                <a:gd name="connsiteY1255" fmla="*/ 1447408 h 1505806"/>
                <a:gd name="connsiteX1256" fmla="*/ 841802 w 2017827"/>
                <a:gd name="connsiteY1256" fmla="*/ 1445659 h 1505806"/>
                <a:gd name="connsiteX1257" fmla="*/ 839749 w 2017827"/>
                <a:gd name="connsiteY1257" fmla="*/ 1442631 h 1505806"/>
                <a:gd name="connsiteX1258" fmla="*/ 837562 w 2017827"/>
                <a:gd name="connsiteY1258" fmla="*/ 1440445 h 1505806"/>
                <a:gd name="connsiteX1259" fmla="*/ 839749 w 2017827"/>
                <a:gd name="connsiteY1259" fmla="*/ 1437518 h 1505806"/>
                <a:gd name="connsiteX1260" fmla="*/ 845067 w 2017827"/>
                <a:gd name="connsiteY1260" fmla="*/ 1437182 h 1505806"/>
                <a:gd name="connsiteX1261" fmla="*/ 852033 w 2017827"/>
                <a:gd name="connsiteY1261" fmla="*/ 1438157 h 1505806"/>
                <a:gd name="connsiteX1262" fmla="*/ 860952 w 2017827"/>
                <a:gd name="connsiteY1262" fmla="*/ 1439267 h 1505806"/>
                <a:gd name="connsiteX1263" fmla="*/ 870846 w 2017827"/>
                <a:gd name="connsiteY1263" fmla="*/ 1436542 h 1505806"/>
                <a:gd name="connsiteX1264" fmla="*/ 878788 w 2017827"/>
                <a:gd name="connsiteY1264" fmla="*/ 1436004 h 1505806"/>
                <a:gd name="connsiteX1265" fmla="*/ 886832 w 2017827"/>
                <a:gd name="connsiteY1265" fmla="*/ 1431866 h 1505806"/>
                <a:gd name="connsiteX1266" fmla="*/ 890433 w 2017827"/>
                <a:gd name="connsiteY1266" fmla="*/ 1431665 h 1505806"/>
                <a:gd name="connsiteX1267" fmla="*/ 897063 w 2017827"/>
                <a:gd name="connsiteY1267" fmla="*/ 1432001 h 1505806"/>
                <a:gd name="connsiteX1268" fmla="*/ 897938 w 2017827"/>
                <a:gd name="connsiteY1268" fmla="*/ 1432203 h 1505806"/>
                <a:gd name="connsiteX1269" fmla="*/ 902515 w 2017827"/>
                <a:gd name="connsiteY1269" fmla="*/ 1433279 h 1505806"/>
                <a:gd name="connsiteX1270" fmla="*/ 905880 w 2017827"/>
                <a:gd name="connsiteY1270" fmla="*/ 1432842 h 1505806"/>
                <a:gd name="connsiteX1271" fmla="*/ 907294 w 2017827"/>
                <a:gd name="connsiteY1271" fmla="*/ 1430218 h 1505806"/>
                <a:gd name="connsiteX1272" fmla="*/ 908068 w 2017827"/>
                <a:gd name="connsiteY1272" fmla="*/ 1426753 h 1505806"/>
                <a:gd name="connsiteX1273" fmla="*/ 909481 w 2017827"/>
                <a:gd name="connsiteY1273" fmla="*/ 1424163 h 1505806"/>
                <a:gd name="connsiteX1274" fmla="*/ 911433 w 2017827"/>
                <a:gd name="connsiteY1274" fmla="*/ 1422851 h 1505806"/>
                <a:gd name="connsiteX1275" fmla="*/ 916313 w 2017827"/>
                <a:gd name="connsiteY1275" fmla="*/ 1425677 h 1505806"/>
                <a:gd name="connsiteX1276" fmla="*/ 918063 w 2017827"/>
                <a:gd name="connsiteY1276" fmla="*/ 1428402 h 1505806"/>
                <a:gd name="connsiteX1277" fmla="*/ 920352 w 2017827"/>
                <a:gd name="connsiteY1277" fmla="*/ 1431866 h 1505806"/>
                <a:gd name="connsiteX1278" fmla="*/ 922539 w 2017827"/>
                <a:gd name="connsiteY1278" fmla="*/ 1434692 h 1505806"/>
                <a:gd name="connsiteX1279" fmla="*/ 925366 w 2017827"/>
                <a:gd name="connsiteY1279" fmla="*/ 1436879 h 1505806"/>
                <a:gd name="connsiteX1280" fmla="*/ 929405 w 2017827"/>
                <a:gd name="connsiteY1280" fmla="*/ 1440680 h 1505806"/>
                <a:gd name="connsiteX1281" fmla="*/ 931895 w 2017827"/>
                <a:gd name="connsiteY1281" fmla="*/ 1441555 h 1505806"/>
                <a:gd name="connsiteX1282" fmla="*/ 936775 w 2017827"/>
                <a:gd name="connsiteY1282" fmla="*/ 1441555 h 1505806"/>
                <a:gd name="connsiteX1283" fmla="*/ 941016 w 2017827"/>
                <a:gd name="connsiteY1283" fmla="*/ 1442059 h 1505806"/>
                <a:gd name="connsiteX1284" fmla="*/ 942227 w 2017827"/>
                <a:gd name="connsiteY1284" fmla="*/ 1443977 h 1505806"/>
                <a:gd name="connsiteX1285" fmla="*/ 939299 w 2017827"/>
                <a:gd name="connsiteY1285" fmla="*/ 1447004 h 1505806"/>
                <a:gd name="connsiteX1286" fmla="*/ 935833 w 2017827"/>
                <a:gd name="connsiteY1286" fmla="*/ 1448955 h 1505806"/>
                <a:gd name="connsiteX1287" fmla="*/ 934857 w 2017827"/>
                <a:gd name="connsiteY1287" fmla="*/ 1450133 h 1505806"/>
                <a:gd name="connsiteX1288" fmla="*/ 937583 w 2017827"/>
                <a:gd name="connsiteY1288" fmla="*/ 1451781 h 1505806"/>
                <a:gd name="connsiteX1289" fmla="*/ 940511 w 2017827"/>
                <a:gd name="connsiteY1289" fmla="*/ 1452219 h 1505806"/>
                <a:gd name="connsiteX1290" fmla="*/ 944112 w 2017827"/>
                <a:gd name="connsiteY1290" fmla="*/ 1452319 h 1505806"/>
                <a:gd name="connsiteX1291" fmla="*/ 945626 w 2017827"/>
                <a:gd name="connsiteY1291" fmla="*/ 1451108 h 1505806"/>
                <a:gd name="connsiteX1292" fmla="*/ 947814 w 2017827"/>
                <a:gd name="connsiteY1292" fmla="*/ 1448384 h 1505806"/>
                <a:gd name="connsiteX1293" fmla="*/ 948891 w 2017827"/>
                <a:gd name="connsiteY1293" fmla="*/ 1445659 h 1505806"/>
                <a:gd name="connsiteX1294" fmla="*/ 958449 w 2017827"/>
                <a:gd name="connsiteY1294" fmla="*/ 1442631 h 1505806"/>
                <a:gd name="connsiteX1295" fmla="*/ 964103 w 2017827"/>
                <a:gd name="connsiteY1295" fmla="*/ 1442093 h 1505806"/>
                <a:gd name="connsiteX1296" fmla="*/ 970497 w 2017827"/>
                <a:gd name="connsiteY1296" fmla="*/ 1441656 h 1505806"/>
                <a:gd name="connsiteX1297" fmla="*/ 977228 w 2017827"/>
                <a:gd name="connsiteY1297" fmla="*/ 1441555 h 1505806"/>
                <a:gd name="connsiteX1298" fmla="*/ 982646 w 2017827"/>
                <a:gd name="connsiteY1298" fmla="*/ 1441555 h 1505806"/>
                <a:gd name="connsiteX1299" fmla="*/ 985238 w 2017827"/>
                <a:gd name="connsiteY1299" fmla="*/ 1441218 h 1505806"/>
                <a:gd name="connsiteX1300" fmla="*/ 988502 w 2017827"/>
                <a:gd name="connsiteY1300" fmla="*/ 1439705 h 1505806"/>
                <a:gd name="connsiteX1301" fmla="*/ 992103 w 2017827"/>
                <a:gd name="connsiteY1301" fmla="*/ 1437518 h 1505806"/>
                <a:gd name="connsiteX1302" fmla="*/ 995368 w 2017827"/>
                <a:gd name="connsiteY1302" fmla="*/ 1433380 h 1505806"/>
                <a:gd name="connsiteX1303" fmla="*/ 997219 w 2017827"/>
                <a:gd name="connsiteY1303" fmla="*/ 1431093 h 1505806"/>
                <a:gd name="connsiteX1304" fmla="*/ 999272 w 2017827"/>
                <a:gd name="connsiteY1304" fmla="*/ 1427393 h 1505806"/>
                <a:gd name="connsiteX1305" fmla="*/ 1001123 w 2017827"/>
                <a:gd name="connsiteY1305" fmla="*/ 1423928 h 1505806"/>
                <a:gd name="connsiteX1306" fmla="*/ 1004387 w 2017827"/>
                <a:gd name="connsiteY1306" fmla="*/ 1421102 h 1505806"/>
                <a:gd name="connsiteX1307" fmla="*/ 1007113 w 2017827"/>
                <a:gd name="connsiteY1307" fmla="*/ 1415551 h 1505806"/>
                <a:gd name="connsiteX1308" fmla="*/ 1009503 w 2017827"/>
                <a:gd name="connsiteY1308" fmla="*/ 1411414 h 1505806"/>
                <a:gd name="connsiteX1309" fmla="*/ 1013979 w 2017827"/>
                <a:gd name="connsiteY1309" fmla="*/ 1409664 h 1505806"/>
                <a:gd name="connsiteX1310" fmla="*/ 1018859 w 2017827"/>
                <a:gd name="connsiteY1310" fmla="*/ 1410203 h 1505806"/>
                <a:gd name="connsiteX1311" fmla="*/ 1025489 w 2017827"/>
                <a:gd name="connsiteY1311" fmla="*/ 1410203 h 1505806"/>
                <a:gd name="connsiteX1312" fmla="*/ 1029729 w 2017827"/>
                <a:gd name="connsiteY1312" fmla="*/ 1409126 h 1505806"/>
                <a:gd name="connsiteX1313" fmla="*/ 1033970 w 2017827"/>
                <a:gd name="connsiteY1313" fmla="*/ 1406738 h 1505806"/>
                <a:gd name="connsiteX1314" fmla="*/ 1038412 w 2017827"/>
                <a:gd name="connsiteY1314" fmla="*/ 1404450 h 1505806"/>
                <a:gd name="connsiteX1315" fmla="*/ 1043090 w 2017827"/>
                <a:gd name="connsiteY1315" fmla="*/ 1403239 h 1505806"/>
                <a:gd name="connsiteX1316" fmla="*/ 1045917 w 2017827"/>
                <a:gd name="connsiteY1316" fmla="*/ 1404988 h 1505806"/>
                <a:gd name="connsiteX1317" fmla="*/ 1048643 w 2017827"/>
                <a:gd name="connsiteY1317" fmla="*/ 1409328 h 1505806"/>
                <a:gd name="connsiteX1318" fmla="*/ 1052211 w 2017827"/>
                <a:gd name="connsiteY1318" fmla="*/ 1408689 h 1505806"/>
                <a:gd name="connsiteX1319" fmla="*/ 1056922 w 2017827"/>
                <a:gd name="connsiteY1319" fmla="*/ 1405930 h 1505806"/>
                <a:gd name="connsiteX1320" fmla="*/ 1062004 w 2017827"/>
                <a:gd name="connsiteY1320" fmla="*/ 1403912 h 1505806"/>
                <a:gd name="connsiteX1321" fmla="*/ 1070115 w 2017827"/>
                <a:gd name="connsiteY1321" fmla="*/ 1403273 h 1505806"/>
                <a:gd name="connsiteX1322" fmla="*/ 1073447 w 2017827"/>
                <a:gd name="connsiteY1322" fmla="*/ 1407175 h 1505806"/>
                <a:gd name="connsiteX1323" fmla="*/ 1079403 w 2017827"/>
                <a:gd name="connsiteY1323" fmla="*/ 1408487 h 1505806"/>
                <a:gd name="connsiteX1324" fmla="*/ 1084990 w 2017827"/>
                <a:gd name="connsiteY1324" fmla="*/ 1409564 h 1505806"/>
                <a:gd name="connsiteX1325" fmla="*/ 1093606 w 2017827"/>
                <a:gd name="connsiteY1325" fmla="*/ 1407915 h 1505806"/>
                <a:gd name="connsiteX1326" fmla="*/ 1100067 w 2017827"/>
                <a:gd name="connsiteY1326" fmla="*/ 1406906 h 1505806"/>
                <a:gd name="connsiteX1327" fmla="*/ 1103971 w 2017827"/>
                <a:gd name="connsiteY1327" fmla="*/ 1406771 h 1505806"/>
                <a:gd name="connsiteX1328" fmla="*/ 1108986 w 2017827"/>
                <a:gd name="connsiteY1328" fmla="*/ 1405459 h 1505806"/>
                <a:gd name="connsiteX1329" fmla="*/ 1114842 w 2017827"/>
                <a:gd name="connsiteY1329" fmla="*/ 1403441 h 1505806"/>
                <a:gd name="connsiteX1330" fmla="*/ 1117029 w 2017827"/>
                <a:gd name="connsiteY1330" fmla="*/ 1402735 h 1505806"/>
                <a:gd name="connsiteX1331" fmla="*/ 1119789 w 2017827"/>
                <a:gd name="connsiteY1331" fmla="*/ 1398092 h 1505806"/>
                <a:gd name="connsiteX1332" fmla="*/ 1123928 w 2017827"/>
                <a:gd name="connsiteY1332" fmla="*/ 1398092 h 1505806"/>
                <a:gd name="connsiteX1333" fmla="*/ 1127630 w 2017827"/>
                <a:gd name="connsiteY1333" fmla="*/ 1398967 h 1505806"/>
                <a:gd name="connsiteX1334" fmla="*/ 1127630 w 2017827"/>
                <a:gd name="connsiteY1334" fmla="*/ 1401086 h 1505806"/>
                <a:gd name="connsiteX1335" fmla="*/ 1127227 w 2017827"/>
                <a:gd name="connsiteY1335" fmla="*/ 1402735 h 1505806"/>
                <a:gd name="connsiteX1336" fmla="*/ 1132275 w 2017827"/>
                <a:gd name="connsiteY1336" fmla="*/ 1407209 h 1505806"/>
                <a:gd name="connsiteX1337" fmla="*/ 1136246 w 2017827"/>
                <a:gd name="connsiteY1337" fmla="*/ 1405829 h 1505806"/>
                <a:gd name="connsiteX1338" fmla="*/ 1146107 w 2017827"/>
                <a:gd name="connsiteY1338" fmla="*/ 1408723 h 1505806"/>
                <a:gd name="connsiteX1339" fmla="*/ 1155900 w 2017827"/>
                <a:gd name="connsiteY1339" fmla="*/ 1413634 h 1505806"/>
                <a:gd name="connsiteX1340" fmla="*/ 1160982 w 2017827"/>
                <a:gd name="connsiteY1340" fmla="*/ 1415148 h 1505806"/>
                <a:gd name="connsiteX1341" fmla="*/ 1165021 w 2017827"/>
                <a:gd name="connsiteY1341" fmla="*/ 1411952 h 1505806"/>
                <a:gd name="connsiteX1342" fmla="*/ 1178920 w 2017827"/>
                <a:gd name="connsiteY1342" fmla="*/ 1411952 h 1505806"/>
                <a:gd name="connsiteX1343" fmla="*/ 1194267 w 2017827"/>
                <a:gd name="connsiteY1343" fmla="*/ 1411952 h 1505806"/>
                <a:gd name="connsiteX1344" fmla="*/ 1203252 w 2017827"/>
                <a:gd name="connsiteY1344" fmla="*/ 1413701 h 1505806"/>
                <a:gd name="connsiteX1345" fmla="*/ 1213113 w 2017827"/>
                <a:gd name="connsiteY1345" fmla="*/ 1413701 h 1505806"/>
                <a:gd name="connsiteX1346" fmla="*/ 1217185 w 2017827"/>
                <a:gd name="connsiteY1346" fmla="*/ 1415451 h 1505806"/>
                <a:gd name="connsiteX1347" fmla="*/ 1222402 w 2017827"/>
                <a:gd name="connsiteY1347" fmla="*/ 1415451 h 1505806"/>
                <a:gd name="connsiteX1348" fmla="*/ 1230512 w 2017827"/>
                <a:gd name="connsiteY1348" fmla="*/ 1417031 h 1505806"/>
                <a:gd name="connsiteX1349" fmla="*/ 1232532 w 2017827"/>
                <a:gd name="connsiteY1349" fmla="*/ 1422683 h 1505806"/>
                <a:gd name="connsiteX1350" fmla="*/ 1230512 w 2017827"/>
                <a:gd name="connsiteY1350" fmla="*/ 1425879 h 1505806"/>
                <a:gd name="connsiteX1351" fmla="*/ 1237748 w 2017827"/>
                <a:gd name="connsiteY1351" fmla="*/ 1431665 h 1505806"/>
                <a:gd name="connsiteX1352" fmla="*/ 1243537 w 2017827"/>
                <a:gd name="connsiteY1352" fmla="*/ 1439772 h 1505806"/>
                <a:gd name="connsiteX1353" fmla="*/ 1248181 w 2017827"/>
                <a:gd name="connsiteY1353" fmla="*/ 1437148 h 1505806"/>
                <a:gd name="connsiteX1354" fmla="*/ 1252825 w 2017827"/>
                <a:gd name="connsiteY1354" fmla="*/ 1433952 h 1505806"/>
                <a:gd name="connsiteX1355" fmla="*/ 1258042 w 2017827"/>
                <a:gd name="connsiteY1355" fmla="*/ 1435701 h 1505806"/>
                <a:gd name="connsiteX1356" fmla="*/ 1261508 w 2017827"/>
                <a:gd name="connsiteY1356" fmla="*/ 1439166 h 1505806"/>
                <a:gd name="connsiteX1357" fmla="*/ 1269922 w 2017827"/>
                <a:gd name="connsiteY1357" fmla="*/ 1445558 h 1505806"/>
                <a:gd name="connsiteX1358" fmla="*/ 1273691 w 2017827"/>
                <a:gd name="connsiteY1358" fmla="*/ 1447576 h 1505806"/>
                <a:gd name="connsiteX1359" fmla="*/ 1276956 w 2017827"/>
                <a:gd name="connsiteY1359" fmla="*/ 1455414 h 1505806"/>
                <a:gd name="connsiteX1360" fmla="*/ 1283249 w 2017827"/>
                <a:gd name="connsiteY1360" fmla="*/ 1453665 h 1505806"/>
                <a:gd name="connsiteX1361" fmla="*/ 1287591 w 2017827"/>
                <a:gd name="connsiteY1361" fmla="*/ 1453665 h 1505806"/>
                <a:gd name="connsiteX1362" fmla="*/ 1293682 w 2017827"/>
                <a:gd name="connsiteY1362" fmla="*/ 1457870 h 1505806"/>
                <a:gd name="connsiteX1363" fmla="*/ 1298899 w 2017827"/>
                <a:gd name="connsiteY1363" fmla="*/ 1459182 h 1505806"/>
                <a:gd name="connsiteX1364" fmla="*/ 1305865 w 2017827"/>
                <a:gd name="connsiteY1364" fmla="*/ 1472806 h 1505806"/>
                <a:gd name="connsiteX1365" fmla="*/ 1310509 w 2017827"/>
                <a:gd name="connsiteY1365" fmla="*/ 1472806 h 1505806"/>
                <a:gd name="connsiteX1366" fmla="*/ 1315423 w 2017827"/>
                <a:gd name="connsiteY1366" fmla="*/ 1476674 h 1505806"/>
                <a:gd name="connsiteX1367" fmla="*/ 1315995 w 2017827"/>
                <a:gd name="connsiteY1367" fmla="*/ 1477347 h 1505806"/>
                <a:gd name="connsiteX1368" fmla="*/ 1312630 w 2017827"/>
                <a:gd name="connsiteY1368" fmla="*/ 1478760 h 1505806"/>
                <a:gd name="connsiteX1369" fmla="*/ 1316264 w 2017827"/>
                <a:gd name="connsiteY1369" fmla="*/ 1477246 h 1505806"/>
                <a:gd name="connsiteX1370" fmla="*/ 1318082 w 2017827"/>
                <a:gd name="connsiteY1370" fmla="*/ 1478054 h 1505806"/>
                <a:gd name="connsiteX1371" fmla="*/ 1321548 w 2017827"/>
                <a:gd name="connsiteY1371" fmla="*/ 1478054 h 1505806"/>
                <a:gd name="connsiteX1372" fmla="*/ 1327404 w 2017827"/>
                <a:gd name="connsiteY1372" fmla="*/ 1477515 h 1505806"/>
                <a:gd name="connsiteX1373" fmla="*/ 1331039 w 2017827"/>
                <a:gd name="connsiteY1373" fmla="*/ 1477179 h 1505806"/>
                <a:gd name="connsiteX1374" fmla="*/ 1334505 w 2017827"/>
                <a:gd name="connsiteY1374" fmla="*/ 1477314 h 1505806"/>
                <a:gd name="connsiteX1375" fmla="*/ 1337399 w 2017827"/>
                <a:gd name="connsiteY1375" fmla="*/ 1478996 h 1505806"/>
                <a:gd name="connsiteX1376" fmla="*/ 1338847 w 2017827"/>
                <a:gd name="connsiteY1376" fmla="*/ 1480879 h 1505806"/>
                <a:gd name="connsiteX1377" fmla="*/ 1343491 w 2017827"/>
                <a:gd name="connsiteY1377" fmla="*/ 1483705 h 1505806"/>
                <a:gd name="connsiteX1378" fmla="*/ 1348404 w 2017827"/>
                <a:gd name="connsiteY1378" fmla="*/ 1483503 h 1505806"/>
                <a:gd name="connsiteX1379" fmla="*/ 1349852 w 2017827"/>
                <a:gd name="connsiteY1379" fmla="*/ 1479433 h 1505806"/>
                <a:gd name="connsiteX1380" fmla="*/ 1352039 w 2017827"/>
                <a:gd name="connsiteY1380" fmla="*/ 1478256 h 1505806"/>
                <a:gd name="connsiteX1381" fmla="*/ 1355674 w 2017827"/>
                <a:gd name="connsiteY1381" fmla="*/ 1477549 h 1505806"/>
                <a:gd name="connsiteX1382" fmla="*/ 1355236 w 2017827"/>
                <a:gd name="connsiteY1382" fmla="*/ 1472402 h 1505806"/>
                <a:gd name="connsiteX1383" fmla="*/ 1357424 w 2017827"/>
                <a:gd name="connsiteY1383" fmla="*/ 1469274 h 1505806"/>
                <a:gd name="connsiteX1384" fmla="*/ 1359813 w 2017827"/>
                <a:gd name="connsiteY1384" fmla="*/ 1467625 h 1505806"/>
                <a:gd name="connsiteX1385" fmla="*/ 1364155 w 2017827"/>
                <a:gd name="connsiteY1385" fmla="*/ 1467625 h 1505806"/>
                <a:gd name="connsiteX1386" fmla="*/ 1367924 w 2017827"/>
                <a:gd name="connsiteY1386" fmla="*/ 1471090 h 1505806"/>
                <a:gd name="connsiteX1387" fmla="*/ 1372266 w 2017827"/>
                <a:gd name="connsiteY1387" fmla="*/ 1477179 h 1505806"/>
                <a:gd name="connsiteX1388" fmla="*/ 1376910 w 2017827"/>
                <a:gd name="connsiteY1388" fmla="*/ 1480072 h 1505806"/>
                <a:gd name="connsiteX1389" fmla="*/ 1382699 w 2017827"/>
                <a:gd name="connsiteY1389" fmla="*/ 1484714 h 1505806"/>
                <a:gd name="connsiteX1390" fmla="*/ 1391987 w 2017827"/>
                <a:gd name="connsiteY1390" fmla="*/ 1486464 h 1505806"/>
                <a:gd name="connsiteX1391" fmla="*/ 1404439 w 2017827"/>
                <a:gd name="connsiteY1391" fmla="*/ 1487338 h 1505806"/>
                <a:gd name="connsiteX1392" fmla="*/ 1409084 w 2017827"/>
                <a:gd name="connsiteY1392" fmla="*/ 1489929 h 1505806"/>
                <a:gd name="connsiteX1393" fmla="*/ 1417767 w 2017827"/>
                <a:gd name="connsiteY1393" fmla="*/ 1491375 h 1505806"/>
                <a:gd name="connsiteX1394" fmla="*/ 1420392 w 2017827"/>
                <a:gd name="connsiteY1394" fmla="*/ 1491947 h 1505806"/>
                <a:gd name="connsiteX1395" fmla="*/ 1421267 w 2017827"/>
                <a:gd name="connsiteY1395" fmla="*/ 1496858 h 1505806"/>
                <a:gd name="connsiteX1396" fmla="*/ 1426786 w 2017827"/>
                <a:gd name="connsiteY1396" fmla="*/ 1501770 h 1505806"/>
                <a:gd name="connsiteX1397" fmla="*/ 1432877 w 2017827"/>
                <a:gd name="connsiteY1397" fmla="*/ 1503216 h 1505806"/>
                <a:gd name="connsiteX1398" fmla="*/ 1436344 w 2017827"/>
                <a:gd name="connsiteY1398" fmla="*/ 1505807 h 1505806"/>
                <a:gd name="connsiteX1399" fmla="*/ 1439238 w 2017827"/>
                <a:gd name="connsiteY1399" fmla="*/ 1505807 h 1505806"/>
                <a:gd name="connsiteX1400" fmla="*/ 1443310 w 2017827"/>
                <a:gd name="connsiteY1400" fmla="*/ 1500592 h 1505806"/>
                <a:gd name="connsiteX1401" fmla="*/ 1447383 w 2017827"/>
                <a:gd name="connsiteY1401" fmla="*/ 1500592 h 1505806"/>
                <a:gd name="connsiteX1402" fmla="*/ 1449402 w 2017827"/>
                <a:gd name="connsiteY1402" fmla="*/ 1497262 h 1505806"/>
                <a:gd name="connsiteX1403" fmla="*/ 1452868 w 2017827"/>
                <a:gd name="connsiteY1403" fmla="*/ 1490736 h 1505806"/>
                <a:gd name="connsiteX1404" fmla="*/ 1453743 w 2017827"/>
                <a:gd name="connsiteY1404" fmla="*/ 1485825 h 1505806"/>
                <a:gd name="connsiteX1405" fmla="*/ 1453171 w 2017827"/>
                <a:gd name="connsiteY1405" fmla="*/ 1481182 h 1505806"/>
                <a:gd name="connsiteX1406" fmla="*/ 1451724 w 2017827"/>
                <a:gd name="connsiteY1406" fmla="*/ 1477112 h 1505806"/>
                <a:gd name="connsiteX1407" fmla="*/ 1452027 w 2017827"/>
                <a:gd name="connsiteY1407" fmla="*/ 1471595 h 1505806"/>
                <a:gd name="connsiteX1408" fmla="*/ 1451152 w 2017827"/>
                <a:gd name="connsiteY1408" fmla="*/ 1464934 h 1505806"/>
                <a:gd name="connsiteX1409" fmla="*/ 1451152 w 2017827"/>
                <a:gd name="connsiteY1409" fmla="*/ 1460797 h 1505806"/>
                <a:gd name="connsiteX1410" fmla="*/ 1450782 w 2017827"/>
                <a:gd name="connsiteY1410" fmla="*/ 1457433 h 1505806"/>
                <a:gd name="connsiteX1411" fmla="*/ 1448998 w 2017827"/>
                <a:gd name="connsiteY1411" fmla="*/ 1453968 h 1505806"/>
                <a:gd name="connsiteX1412" fmla="*/ 1444320 w 2017827"/>
                <a:gd name="connsiteY1412" fmla="*/ 1450267 h 1505806"/>
                <a:gd name="connsiteX1413" fmla="*/ 1441729 w 2017827"/>
                <a:gd name="connsiteY1413" fmla="*/ 1449191 h 1505806"/>
                <a:gd name="connsiteX1414" fmla="*/ 1438464 w 2017827"/>
                <a:gd name="connsiteY1414" fmla="*/ 1447879 h 1505806"/>
                <a:gd name="connsiteX1415" fmla="*/ 1434560 w 2017827"/>
                <a:gd name="connsiteY1415" fmla="*/ 1445827 h 1505806"/>
                <a:gd name="connsiteX1416" fmla="*/ 1429344 w 2017827"/>
                <a:gd name="connsiteY1416" fmla="*/ 1444750 h 1505806"/>
                <a:gd name="connsiteX1417" fmla="*/ 1428570 w 2017827"/>
                <a:gd name="connsiteY1417" fmla="*/ 1440613 h 1505806"/>
                <a:gd name="connsiteX1418" fmla="*/ 1428570 w 2017827"/>
                <a:gd name="connsiteY1418" fmla="*/ 1437148 h 1505806"/>
                <a:gd name="connsiteX1419" fmla="*/ 1429175 w 2017827"/>
                <a:gd name="connsiteY1419" fmla="*/ 1433448 h 1505806"/>
                <a:gd name="connsiteX1420" fmla="*/ 1429882 w 2017827"/>
                <a:gd name="connsiteY1420" fmla="*/ 1430958 h 1505806"/>
                <a:gd name="connsiteX1421" fmla="*/ 1430522 w 2017827"/>
                <a:gd name="connsiteY1421" fmla="*/ 1429983 h 1505806"/>
                <a:gd name="connsiteX1422" fmla="*/ 1432137 w 2017827"/>
                <a:gd name="connsiteY1422" fmla="*/ 1426821 h 1505806"/>
                <a:gd name="connsiteX1423" fmla="*/ 1432238 w 2017827"/>
                <a:gd name="connsiteY1423" fmla="*/ 1425206 h 1505806"/>
                <a:gd name="connsiteX1424" fmla="*/ 1428873 w 2017827"/>
                <a:gd name="connsiteY1424" fmla="*/ 1422380 h 1505806"/>
                <a:gd name="connsiteX1425" fmla="*/ 1428772 w 2017827"/>
                <a:gd name="connsiteY1425" fmla="*/ 1419353 h 1505806"/>
                <a:gd name="connsiteX1426" fmla="*/ 1428233 w 2017827"/>
                <a:gd name="connsiteY1426" fmla="*/ 1417603 h 1505806"/>
                <a:gd name="connsiteX1427" fmla="*/ 1429748 w 2017827"/>
                <a:gd name="connsiteY1427" fmla="*/ 1415417 h 1505806"/>
                <a:gd name="connsiteX1428" fmla="*/ 1433786 w 2017827"/>
                <a:gd name="connsiteY1428" fmla="*/ 1413802 h 1505806"/>
                <a:gd name="connsiteX1429" fmla="*/ 1435536 w 2017827"/>
                <a:gd name="connsiteY1429" fmla="*/ 1412389 h 1505806"/>
                <a:gd name="connsiteX1430" fmla="*/ 1440753 w 2017827"/>
                <a:gd name="connsiteY1430" fmla="*/ 1409799 h 1505806"/>
                <a:gd name="connsiteX1431" fmla="*/ 1443916 w 2017827"/>
                <a:gd name="connsiteY1431" fmla="*/ 1407949 h 1505806"/>
                <a:gd name="connsiteX1432" fmla="*/ 1445969 w 2017827"/>
                <a:gd name="connsiteY1432" fmla="*/ 1406704 h 1505806"/>
                <a:gd name="connsiteX1433" fmla="*/ 1450311 w 2017827"/>
                <a:gd name="connsiteY1433" fmla="*/ 1406637 h 1505806"/>
                <a:gd name="connsiteX1434" fmla="*/ 1458893 w 2017827"/>
                <a:gd name="connsiteY1434" fmla="*/ 1406637 h 1505806"/>
                <a:gd name="connsiteX1435" fmla="*/ 1463133 w 2017827"/>
                <a:gd name="connsiteY1435" fmla="*/ 1405661 h 1505806"/>
                <a:gd name="connsiteX1436" fmla="*/ 1467138 w 2017827"/>
                <a:gd name="connsiteY1436" fmla="*/ 1403710 h 1505806"/>
                <a:gd name="connsiteX1437" fmla="*/ 1468989 w 2017827"/>
                <a:gd name="connsiteY1437" fmla="*/ 1401221 h 1505806"/>
                <a:gd name="connsiteX1438" fmla="*/ 1471479 w 2017827"/>
                <a:gd name="connsiteY1438" fmla="*/ 1399808 h 1505806"/>
                <a:gd name="connsiteX1439" fmla="*/ 1472893 w 2017827"/>
                <a:gd name="connsiteY1439" fmla="*/ 1398059 h 1505806"/>
                <a:gd name="connsiteX1440" fmla="*/ 1476359 w 2017827"/>
                <a:gd name="connsiteY1440" fmla="*/ 1398059 h 1505806"/>
                <a:gd name="connsiteX1441" fmla="*/ 1479826 w 2017827"/>
                <a:gd name="connsiteY1441" fmla="*/ 1399808 h 1505806"/>
                <a:gd name="connsiteX1442" fmla="*/ 1483292 w 2017827"/>
                <a:gd name="connsiteY1442" fmla="*/ 1399808 h 1505806"/>
                <a:gd name="connsiteX1443" fmla="*/ 1485042 w 2017827"/>
                <a:gd name="connsiteY1443" fmla="*/ 1399808 h 1505806"/>
                <a:gd name="connsiteX1444" fmla="*/ 1486792 w 2017827"/>
                <a:gd name="connsiteY1444" fmla="*/ 1398362 h 1505806"/>
                <a:gd name="connsiteX1445" fmla="*/ 1488105 w 2017827"/>
                <a:gd name="connsiteY1445" fmla="*/ 1396780 h 1505806"/>
                <a:gd name="connsiteX1446" fmla="*/ 1489989 w 2017827"/>
                <a:gd name="connsiteY1446" fmla="*/ 1392004 h 1505806"/>
                <a:gd name="connsiteX1447" fmla="*/ 1491134 w 2017827"/>
                <a:gd name="connsiteY1447" fmla="*/ 1388539 h 1505806"/>
                <a:gd name="connsiteX1448" fmla="*/ 1491134 w 2017827"/>
                <a:gd name="connsiteY1448" fmla="*/ 1384906 h 1505806"/>
                <a:gd name="connsiteX1449" fmla="*/ 1486119 w 2017827"/>
                <a:gd name="connsiteY1449" fmla="*/ 1378548 h 1505806"/>
                <a:gd name="connsiteX1450" fmla="*/ 1481273 w 2017827"/>
                <a:gd name="connsiteY1450" fmla="*/ 1372324 h 1505806"/>
                <a:gd name="connsiteX1451" fmla="*/ 1479691 w 2017827"/>
                <a:gd name="connsiteY1451" fmla="*/ 1365933 h 1505806"/>
                <a:gd name="connsiteX1452" fmla="*/ 1477234 w 2017827"/>
                <a:gd name="connsiteY1452" fmla="*/ 1355202 h 1505806"/>
                <a:gd name="connsiteX1453" fmla="*/ 1477537 w 2017827"/>
                <a:gd name="connsiteY1453" fmla="*/ 1350694 h 1505806"/>
                <a:gd name="connsiteX1454" fmla="*/ 1474205 w 2017827"/>
                <a:gd name="connsiteY1454" fmla="*/ 1349954 h 1505806"/>
                <a:gd name="connsiteX1455" fmla="*/ 1470739 w 2017827"/>
                <a:gd name="connsiteY1455" fmla="*/ 1347498 h 1505806"/>
                <a:gd name="connsiteX1456" fmla="*/ 1463772 w 2017827"/>
                <a:gd name="connsiteY1456" fmla="*/ 1342284 h 1505806"/>
                <a:gd name="connsiteX1457" fmla="*/ 1457816 w 2017827"/>
                <a:gd name="connsiteY1457" fmla="*/ 1340098 h 1505806"/>
                <a:gd name="connsiteX1458" fmla="*/ 1458085 w 2017827"/>
                <a:gd name="connsiteY1458" fmla="*/ 1334614 h 1505806"/>
                <a:gd name="connsiteX1459" fmla="*/ 1458085 w 2017827"/>
                <a:gd name="connsiteY1459" fmla="*/ 1329097 h 1505806"/>
                <a:gd name="connsiteX1460" fmla="*/ 1457580 w 2017827"/>
                <a:gd name="connsiteY1460" fmla="*/ 1323883 h 1505806"/>
                <a:gd name="connsiteX1461" fmla="*/ 1453171 w 2017827"/>
                <a:gd name="connsiteY1461" fmla="*/ 1324758 h 1505806"/>
                <a:gd name="connsiteX1462" fmla="*/ 1444185 w 2017827"/>
                <a:gd name="connsiteY1462" fmla="*/ 1318400 h 1505806"/>
                <a:gd name="connsiteX1463" fmla="*/ 1439541 w 2017827"/>
                <a:gd name="connsiteY1463" fmla="*/ 1312311 h 1505806"/>
                <a:gd name="connsiteX1464" fmla="*/ 1431430 w 2017827"/>
                <a:gd name="connsiteY1464" fmla="*/ 1307669 h 1505806"/>
                <a:gd name="connsiteX1465" fmla="*/ 1422747 w 2017827"/>
                <a:gd name="connsiteY1465" fmla="*/ 1300134 h 1505806"/>
                <a:gd name="connsiteX1466" fmla="*/ 1423892 w 2017827"/>
                <a:gd name="connsiteY1466" fmla="*/ 1294348 h 1505806"/>
                <a:gd name="connsiteX1467" fmla="*/ 1424767 w 2017827"/>
                <a:gd name="connsiteY1467" fmla="*/ 1286812 h 1505806"/>
                <a:gd name="connsiteX1468" fmla="*/ 1430555 w 2017827"/>
                <a:gd name="connsiteY1468" fmla="*/ 1283919 h 1505806"/>
                <a:gd name="connsiteX1469" fmla="*/ 1432575 w 2017827"/>
                <a:gd name="connsiteY1469" fmla="*/ 1275812 h 1505806"/>
                <a:gd name="connsiteX1470" fmla="*/ 1430252 w 2017827"/>
                <a:gd name="connsiteY1470" fmla="*/ 1271742 h 1505806"/>
                <a:gd name="connsiteX1471" fmla="*/ 1425608 w 2017827"/>
                <a:gd name="connsiteY1471" fmla="*/ 1262188 h 1505806"/>
                <a:gd name="connsiteX1472" fmla="*/ 1418642 w 2017827"/>
                <a:gd name="connsiteY1472" fmla="*/ 1249439 h 1505806"/>
                <a:gd name="connsiteX1473" fmla="*/ 1412853 w 2017827"/>
                <a:gd name="connsiteY1473" fmla="*/ 1237261 h 1505806"/>
                <a:gd name="connsiteX1474" fmla="*/ 1412853 w 2017827"/>
                <a:gd name="connsiteY1474" fmla="*/ 1229154 h 1505806"/>
                <a:gd name="connsiteX1475" fmla="*/ 1417194 w 2017827"/>
                <a:gd name="connsiteY1475" fmla="*/ 1225958 h 1505806"/>
                <a:gd name="connsiteX1476" fmla="*/ 1427930 w 2017827"/>
                <a:gd name="connsiteY1476" fmla="*/ 1225958 h 1505806"/>
                <a:gd name="connsiteX1477" fmla="*/ 1432002 w 2017827"/>
                <a:gd name="connsiteY1477" fmla="*/ 1223503 h 1505806"/>
                <a:gd name="connsiteX1478" fmla="*/ 1436344 w 2017827"/>
                <a:gd name="connsiteY1478" fmla="*/ 1219600 h 1505806"/>
                <a:gd name="connsiteX1479" fmla="*/ 1445330 w 2017827"/>
                <a:gd name="connsiteY1479" fmla="*/ 1213814 h 1505806"/>
                <a:gd name="connsiteX1480" fmla="*/ 1450243 w 2017827"/>
                <a:gd name="connsiteY1480" fmla="*/ 1207154 h 1505806"/>
                <a:gd name="connsiteX1481" fmla="*/ 1454585 w 2017827"/>
                <a:gd name="connsiteY1481" fmla="*/ 1204833 h 1505806"/>
                <a:gd name="connsiteX1482" fmla="*/ 1463873 w 2017827"/>
                <a:gd name="connsiteY1482" fmla="*/ 1203958 h 1505806"/>
                <a:gd name="connsiteX1483" fmla="*/ 1471715 w 2017827"/>
                <a:gd name="connsiteY1483" fmla="*/ 1208600 h 1505806"/>
                <a:gd name="connsiteX1484" fmla="*/ 1483292 w 2017827"/>
                <a:gd name="connsiteY1484" fmla="*/ 1212065 h 1505806"/>
                <a:gd name="connsiteX1485" fmla="*/ 1499817 w 2017827"/>
                <a:gd name="connsiteY1485" fmla="*/ 1212065 h 1505806"/>
                <a:gd name="connsiteX1486" fmla="*/ 1515466 w 2017827"/>
                <a:gd name="connsiteY1486" fmla="*/ 1209609 h 1505806"/>
                <a:gd name="connsiteX1487" fmla="*/ 1530240 w 2017827"/>
                <a:gd name="connsiteY1487" fmla="*/ 1206582 h 1505806"/>
                <a:gd name="connsiteX1488" fmla="*/ 1548784 w 2017827"/>
                <a:gd name="connsiteY1488" fmla="*/ 1203117 h 1505806"/>
                <a:gd name="connsiteX1489" fmla="*/ 1558073 w 2017827"/>
                <a:gd name="connsiteY1489" fmla="*/ 1201671 h 1505806"/>
                <a:gd name="connsiteX1490" fmla="*/ 1565039 w 2017827"/>
                <a:gd name="connsiteY1490" fmla="*/ 1201671 h 1505806"/>
                <a:gd name="connsiteX1491" fmla="*/ 1574025 w 2017827"/>
                <a:gd name="connsiteY1491" fmla="*/ 1201671 h 1505806"/>
                <a:gd name="connsiteX1492" fmla="*/ 1579241 w 2017827"/>
                <a:gd name="connsiteY1492" fmla="*/ 1198912 h 1505806"/>
                <a:gd name="connsiteX1493" fmla="*/ 1582708 w 2017827"/>
                <a:gd name="connsiteY1493" fmla="*/ 1194404 h 1505806"/>
                <a:gd name="connsiteX1494" fmla="*/ 1592838 w 2017827"/>
                <a:gd name="connsiteY1494" fmla="*/ 1194404 h 1505806"/>
                <a:gd name="connsiteX1495" fmla="*/ 1600646 w 2017827"/>
                <a:gd name="connsiteY1495" fmla="*/ 1192386 h 1505806"/>
                <a:gd name="connsiteX1496" fmla="*/ 1607881 w 2017827"/>
                <a:gd name="connsiteY1496" fmla="*/ 1189762 h 1505806"/>
                <a:gd name="connsiteX1497" fmla="*/ 1611651 w 2017827"/>
                <a:gd name="connsiteY1497" fmla="*/ 1194404 h 1505806"/>
                <a:gd name="connsiteX1498" fmla="*/ 1617742 w 2017827"/>
                <a:gd name="connsiteY1498" fmla="*/ 1192958 h 1505806"/>
                <a:gd name="connsiteX1499" fmla="*/ 1626156 w 2017827"/>
                <a:gd name="connsiteY1499" fmla="*/ 1185994 h 1505806"/>
                <a:gd name="connsiteX1500" fmla="*/ 1637464 w 2017827"/>
                <a:gd name="connsiteY1500" fmla="*/ 1181352 h 1505806"/>
                <a:gd name="connsiteX1501" fmla="*/ 1641536 w 2017827"/>
                <a:gd name="connsiteY1501" fmla="*/ 1185994 h 1505806"/>
                <a:gd name="connsiteX1502" fmla="*/ 1649377 w 2017827"/>
                <a:gd name="connsiteY1502" fmla="*/ 1185994 h 1505806"/>
                <a:gd name="connsiteX1503" fmla="*/ 1652575 w 2017827"/>
                <a:gd name="connsiteY1503" fmla="*/ 1184413 h 1505806"/>
                <a:gd name="connsiteX1504" fmla="*/ 1670243 w 2017827"/>
                <a:gd name="connsiteY1504" fmla="*/ 1181655 h 1505806"/>
                <a:gd name="connsiteX1505" fmla="*/ 1670243 w 2017827"/>
                <a:gd name="connsiteY1505" fmla="*/ 1177147 h 1505806"/>
                <a:gd name="connsiteX1506" fmla="*/ 1673609 w 2017827"/>
                <a:gd name="connsiteY1506" fmla="*/ 1174422 h 1505806"/>
                <a:gd name="connsiteX1507" fmla="*/ 1673676 w 2017827"/>
                <a:gd name="connsiteY1507" fmla="*/ 1174422 h 1505806"/>
                <a:gd name="connsiteX1508" fmla="*/ 1673575 w 2017827"/>
                <a:gd name="connsiteY1508" fmla="*/ 1173514 h 150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Lst>
              <a:rect l="l" t="t" r="r" b="b"/>
              <a:pathLst>
                <a:path w="2017827" h="1505806">
                  <a:moveTo>
                    <a:pt x="1673575" y="1173514"/>
                  </a:moveTo>
                  <a:cubicBezTo>
                    <a:pt x="1673575" y="1173514"/>
                    <a:pt x="1674114" y="1170789"/>
                    <a:pt x="1674349" y="1170352"/>
                  </a:cubicBezTo>
                  <a:cubicBezTo>
                    <a:pt x="1674551" y="1169915"/>
                    <a:pt x="1674887" y="1168939"/>
                    <a:pt x="1674989" y="1168502"/>
                  </a:cubicBezTo>
                  <a:cubicBezTo>
                    <a:pt x="1675090" y="1168065"/>
                    <a:pt x="1675527" y="1167526"/>
                    <a:pt x="1675527" y="1166854"/>
                  </a:cubicBezTo>
                  <a:cubicBezTo>
                    <a:pt x="1675527" y="1166214"/>
                    <a:pt x="1676301" y="1163153"/>
                    <a:pt x="1676301" y="1162716"/>
                  </a:cubicBezTo>
                  <a:cubicBezTo>
                    <a:pt x="1676301" y="1162278"/>
                    <a:pt x="1676739" y="1159991"/>
                    <a:pt x="1676739" y="1159991"/>
                  </a:cubicBezTo>
                  <a:cubicBezTo>
                    <a:pt x="1676739" y="1159991"/>
                    <a:pt x="1676941" y="1157939"/>
                    <a:pt x="1676941" y="1157502"/>
                  </a:cubicBezTo>
                  <a:cubicBezTo>
                    <a:pt x="1676941" y="1157064"/>
                    <a:pt x="1677041" y="1155651"/>
                    <a:pt x="1677041" y="1155651"/>
                  </a:cubicBezTo>
                  <a:lnTo>
                    <a:pt x="1677041" y="1153902"/>
                  </a:lnTo>
                  <a:cubicBezTo>
                    <a:pt x="1677041" y="1153902"/>
                    <a:pt x="1676772" y="1151615"/>
                    <a:pt x="1676671" y="1150875"/>
                  </a:cubicBezTo>
                  <a:cubicBezTo>
                    <a:pt x="1676570" y="1150101"/>
                    <a:pt x="1676402" y="1149125"/>
                    <a:pt x="1676402" y="1149125"/>
                  </a:cubicBezTo>
                  <a:lnTo>
                    <a:pt x="1674551" y="1147914"/>
                  </a:lnTo>
                  <a:lnTo>
                    <a:pt x="1673575" y="1146939"/>
                  </a:lnTo>
                  <a:lnTo>
                    <a:pt x="1669570" y="1144349"/>
                  </a:lnTo>
                  <a:lnTo>
                    <a:pt x="1668796" y="1143810"/>
                  </a:lnTo>
                  <a:lnTo>
                    <a:pt x="1668460" y="1140648"/>
                  </a:lnTo>
                  <a:lnTo>
                    <a:pt x="1667820" y="1136511"/>
                  </a:lnTo>
                  <a:lnTo>
                    <a:pt x="1666609" y="1133046"/>
                  </a:lnTo>
                  <a:lnTo>
                    <a:pt x="1666609" y="1129682"/>
                  </a:lnTo>
                  <a:lnTo>
                    <a:pt x="1670075" y="1126082"/>
                  </a:lnTo>
                  <a:lnTo>
                    <a:pt x="1670075" y="1119018"/>
                  </a:lnTo>
                  <a:lnTo>
                    <a:pt x="1670916" y="1110204"/>
                  </a:lnTo>
                  <a:lnTo>
                    <a:pt x="1671825" y="1106941"/>
                  </a:lnTo>
                  <a:lnTo>
                    <a:pt x="1671825" y="1104116"/>
                  </a:lnTo>
                  <a:cubicBezTo>
                    <a:pt x="1671825" y="1104116"/>
                    <a:pt x="1671623" y="1102501"/>
                    <a:pt x="1671287" y="1102030"/>
                  </a:cubicBezTo>
                  <a:cubicBezTo>
                    <a:pt x="1670950" y="1101593"/>
                    <a:pt x="1670647" y="1100819"/>
                    <a:pt x="1670950" y="1100079"/>
                  </a:cubicBezTo>
                  <a:cubicBezTo>
                    <a:pt x="1671287" y="1099305"/>
                    <a:pt x="1670950" y="1098229"/>
                    <a:pt x="1670950" y="1098229"/>
                  </a:cubicBezTo>
                  <a:lnTo>
                    <a:pt x="1672566" y="1095504"/>
                  </a:lnTo>
                  <a:lnTo>
                    <a:pt x="1675056" y="1091804"/>
                  </a:lnTo>
                  <a:cubicBezTo>
                    <a:pt x="1675056" y="1091804"/>
                    <a:pt x="1676368" y="1089314"/>
                    <a:pt x="1676907" y="1088641"/>
                  </a:cubicBezTo>
                  <a:cubicBezTo>
                    <a:pt x="1677445" y="1088002"/>
                    <a:pt x="1680373" y="1086589"/>
                    <a:pt x="1680373" y="1086589"/>
                  </a:cubicBezTo>
                  <a:cubicBezTo>
                    <a:pt x="1680373" y="1086589"/>
                    <a:pt x="1682998" y="1083663"/>
                    <a:pt x="1683974" y="1081712"/>
                  </a:cubicBezTo>
                  <a:cubicBezTo>
                    <a:pt x="1684950" y="1079760"/>
                    <a:pt x="1684614" y="1080938"/>
                    <a:pt x="1686027" y="1079660"/>
                  </a:cubicBezTo>
                  <a:cubicBezTo>
                    <a:pt x="1687441" y="1078348"/>
                    <a:pt x="1687643" y="1077809"/>
                    <a:pt x="1688518" y="1076598"/>
                  </a:cubicBezTo>
                  <a:cubicBezTo>
                    <a:pt x="1689393" y="1075421"/>
                    <a:pt x="1689729" y="1073571"/>
                    <a:pt x="1689830" y="1073133"/>
                  </a:cubicBezTo>
                  <a:cubicBezTo>
                    <a:pt x="1689931" y="1072696"/>
                    <a:pt x="1689628" y="1070745"/>
                    <a:pt x="1689628" y="1070745"/>
                  </a:cubicBezTo>
                  <a:lnTo>
                    <a:pt x="1688551" y="1066506"/>
                  </a:lnTo>
                  <a:lnTo>
                    <a:pt x="1689022" y="1043699"/>
                  </a:lnTo>
                  <a:cubicBezTo>
                    <a:pt x="1689022" y="1043699"/>
                    <a:pt x="1689527" y="1041647"/>
                    <a:pt x="1689527" y="1041209"/>
                  </a:cubicBezTo>
                  <a:cubicBezTo>
                    <a:pt x="1689527" y="1040772"/>
                    <a:pt x="1689628" y="1039595"/>
                    <a:pt x="1689191" y="1039023"/>
                  </a:cubicBezTo>
                  <a:cubicBezTo>
                    <a:pt x="1688753" y="1038485"/>
                    <a:pt x="1689191" y="1037375"/>
                    <a:pt x="1689191" y="1037375"/>
                  </a:cubicBezTo>
                  <a:lnTo>
                    <a:pt x="1689191" y="1033910"/>
                  </a:lnTo>
                  <a:lnTo>
                    <a:pt x="1689191" y="1032160"/>
                  </a:lnTo>
                  <a:lnTo>
                    <a:pt x="1691109" y="1032059"/>
                  </a:lnTo>
                  <a:lnTo>
                    <a:pt x="1693330" y="1032160"/>
                  </a:lnTo>
                  <a:cubicBezTo>
                    <a:pt x="1693330" y="1032160"/>
                    <a:pt x="1695720" y="1032699"/>
                    <a:pt x="1696157" y="1032699"/>
                  </a:cubicBezTo>
                  <a:cubicBezTo>
                    <a:pt x="1696595" y="1032699"/>
                    <a:pt x="1698883" y="1033876"/>
                    <a:pt x="1698883" y="1033876"/>
                  </a:cubicBezTo>
                  <a:cubicBezTo>
                    <a:pt x="1698883" y="1033876"/>
                    <a:pt x="1703326" y="1034953"/>
                    <a:pt x="1703763" y="1035188"/>
                  </a:cubicBezTo>
                  <a:cubicBezTo>
                    <a:pt x="1704201" y="1035423"/>
                    <a:pt x="1708206" y="1035289"/>
                    <a:pt x="1709081" y="1035289"/>
                  </a:cubicBezTo>
                  <a:cubicBezTo>
                    <a:pt x="1709956" y="1035289"/>
                    <a:pt x="1715071" y="1038451"/>
                    <a:pt x="1715711" y="1038451"/>
                  </a:cubicBezTo>
                  <a:cubicBezTo>
                    <a:pt x="1716350" y="1038451"/>
                    <a:pt x="1718975" y="1039628"/>
                    <a:pt x="1719312" y="1039763"/>
                  </a:cubicBezTo>
                  <a:cubicBezTo>
                    <a:pt x="1719648" y="1039864"/>
                    <a:pt x="1720826" y="1040537"/>
                    <a:pt x="1722374" y="1040638"/>
                  </a:cubicBezTo>
                  <a:cubicBezTo>
                    <a:pt x="1723889" y="1040739"/>
                    <a:pt x="1723889" y="1040974"/>
                    <a:pt x="1726413" y="1040974"/>
                  </a:cubicBezTo>
                  <a:cubicBezTo>
                    <a:pt x="1728903" y="1040974"/>
                    <a:pt x="1728903" y="1041075"/>
                    <a:pt x="1729240" y="1040873"/>
                  </a:cubicBezTo>
                  <a:cubicBezTo>
                    <a:pt x="1729576" y="1040638"/>
                    <a:pt x="1731528" y="1040772"/>
                    <a:pt x="1732841" y="1040671"/>
                  </a:cubicBezTo>
                  <a:cubicBezTo>
                    <a:pt x="1734153" y="1040570"/>
                    <a:pt x="1734692" y="1040133"/>
                    <a:pt x="1735769" y="1039898"/>
                  </a:cubicBezTo>
                  <a:cubicBezTo>
                    <a:pt x="1736846" y="1039696"/>
                    <a:pt x="1737956" y="1039258"/>
                    <a:pt x="1738394" y="1038922"/>
                  </a:cubicBezTo>
                  <a:cubicBezTo>
                    <a:pt x="1738831" y="1038586"/>
                    <a:pt x="1739471" y="1038283"/>
                    <a:pt x="1739471" y="1038283"/>
                  </a:cubicBezTo>
                  <a:lnTo>
                    <a:pt x="1741221" y="1037745"/>
                  </a:lnTo>
                  <a:cubicBezTo>
                    <a:pt x="1741221" y="1037745"/>
                    <a:pt x="1742399" y="1037307"/>
                    <a:pt x="1743509" y="1037105"/>
                  </a:cubicBezTo>
                  <a:cubicBezTo>
                    <a:pt x="1744586" y="1036904"/>
                    <a:pt x="1744923" y="1036668"/>
                    <a:pt x="1745461" y="1036231"/>
                  </a:cubicBezTo>
                  <a:cubicBezTo>
                    <a:pt x="1746000" y="1035794"/>
                    <a:pt x="1746538" y="1035794"/>
                    <a:pt x="1747211" y="1035592"/>
                  </a:cubicBezTo>
                  <a:cubicBezTo>
                    <a:pt x="1747851" y="1035390"/>
                    <a:pt x="1748827" y="1034717"/>
                    <a:pt x="1749163" y="1034381"/>
                  </a:cubicBezTo>
                  <a:cubicBezTo>
                    <a:pt x="1749500" y="1034044"/>
                    <a:pt x="1750476" y="1033304"/>
                    <a:pt x="1750476" y="1033304"/>
                  </a:cubicBezTo>
                  <a:lnTo>
                    <a:pt x="1751889" y="1032228"/>
                  </a:lnTo>
                  <a:lnTo>
                    <a:pt x="1753404" y="1031689"/>
                  </a:lnTo>
                  <a:lnTo>
                    <a:pt x="1754481" y="1031252"/>
                  </a:lnTo>
                  <a:cubicBezTo>
                    <a:pt x="1754481" y="1031252"/>
                    <a:pt x="1755995" y="1030815"/>
                    <a:pt x="1756433" y="1030377"/>
                  </a:cubicBezTo>
                  <a:cubicBezTo>
                    <a:pt x="1756870" y="1029940"/>
                    <a:pt x="1757745" y="1029200"/>
                    <a:pt x="1758385" y="1028763"/>
                  </a:cubicBezTo>
                  <a:cubicBezTo>
                    <a:pt x="1759024" y="1028326"/>
                    <a:pt x="1759563" y="1027552"/>
                    <a:pt x="1759563" y="1027552"/>
                  </a:cubicBezTo>
                  <a:lnTo>
                    <a:pt x="1760337" y="1027014"/>
                  </a:lnTo>
                  <a:lnTo>
                    <a:pt x="1761212" y="1026576"/>
                  </a:lnTo>
                  <a:lnTo>
                    <a:pt x="1762524" y="1025399"/>
                  </a:lnTo>
                  <a:cubicBezTo>
                    <a:pt x="1762524" y="1025399"/>
                    <a:pt x="1763837" y="1024760"/>
                    <a:pt x="1764274" y="1024760"/>
                  </a:cubicBezTo>
                  <a:cubicBezTo>
                    <a:pt x="1764712" y="1024760"/>
                    <a:pt x="1766024" y="1023986"/>
                    <a:pt x="1766024" y="1023986"/>
                  </a:cubicBezTo>
                  <a:lnTo>
                    <a:pt x="1767101" y="1022775"/>
                  </a:lnTo>
                  <a:lnTo>
                    <a:pt x="1767976" y="1021026"/>
                  </a:lnTo>
                  <a:cubicBezTo>
                    <a:pt x="1767976" y="1021026"/>
                    <a:pt x="1769928" y="1018402"/>
                    <a:pt x="1770029" y="1017998"/>
                  </a:cubicBezTo>
                  <a:cubicBezTo>
                    <a:pt x="1770130" y="1017561"/>
                    <a:pt x="1771442" y="1016249"/>
                    <a:pt x="1771779" y="1015711"/>
                  </a:cubicBezTo>
                  <a:cubicBezTo>
                    <a:pt x="1772116" y="1015172"/>
                    <a:pt x="1772553" y="1013423"/>
                    <a:pt x="1772856" y="1012549"/>
                  </a:cubicBezTo>
                  <a:cubicBezTo>
                    <a:pt x="1773193" y="1011674"/>
                    <a:pt x="1775145" y="1008074"/>
                    <a:pt x="1775145" y="1008074"/>
                  </a:cubicBezTo>
                  <a:cubicBezTo>
                    <a:pt x="1775145" y="1008074"/>
                    <a:pt x="1779486" y="1002961"/>
                    <a:pt x="1780799" y="1002221"/>
                  </a:cubicBezTo>
                  <a:cubicBezTo>
                    <a:pt x="1782111" y="1001447"/>
                    <a:pt x="1785477" y="998958"/>
                    <a:pt x="1785477" y="998958"/>
                  </a:cubicBezTo>
                  <a:lnTo>
                    <a:pt x="1790357" y="990918"/>
                  </a:lnTo>
                  <a:lnTo>
                    <a:pt x="1797861" y="982441"/>
                  </a:lnTo>
                  <a:lnTo>
                    <a:pt x="1807857" y="975814"/>
                  </a:lnTo>
                  <a:cubicBezTo>
                    <a:pt x="1807857" y="975814"/>
                    <a:pt x="1817112" y="970398"/>
                    <a:pt x="1817415" y="970163"/>
                  </a:cubicBezTo>
                  <a:cubicBezTo>
                    <a:pt x="1817751" y="969927"/>
                    <a:pt x="1825795" y="963973"/>
                    <a:pt x="1825795" y="963973"/>
                  </a:cubicBezTo>
                  <a:lnTo>
                    <a:pt x="1831449" y="959297"/>
                  </a:lnTo>
                  <a:lnTo>
                    <a:pt x="1845483" y="949306"/>
                  </a:lnTo>
                  <a:lnTo>
                    <a:pt x="1853627" y="942141"/>
                  </a:lnTo>
                  <a:cubicBezTo>
                    <a:pt x="1853627" y="942141"/>
                    <a:pt x="1856892" y="939752"/>
                    <a:pt x="1857329" y="939651"/>
                  </a:cubicBezTo>
                  <a:cubicBezTo>
                    <a:pt x="1857767" y="939550"/>
                    <a:pt x="1860796" y="936725"/>
                    <a:pt x="1861334" y="936287"/>
                  </a:cubicBezTo>
                  <a:cubicBezTo>
                    <a:pt x="1861873" y="935850"/>
                    <a:pt x="1865473" y="934000"/>
                    <a:pt x="1866651" y="933024"/>
                  </a:cubicBezTo>
                  <a:cubicBezTo>
                    <a:pt x="1867863" y="932049"/>
                    <a:pt x="1871868" y="930737"/>
                    <a:pt x="1872844" y="930098"/>
                  </a:cubicBezTo>
                  <a:cubicBezTo>
                    <a:pt x="1873820" y="929425"/>
                    <a:pt x="1877959" y="928046"/>
                    <a:pt x="1877959" y="928046"/>
                  </a:cubicBezTo>
                  <a:lnTo>
                    <a:pt x="1882099" y="925018"/>
                  </a:lnTo>
                  <a:lnTo>
                    <a:pt x="1897210" y="922966"/>
                  </a:lnTo>
                  <a:lnTo>
                    <a:pt x="1915787" y="918055"/>
                  </a:lnTo>
                  <a:lnTo>
                    <a:pt x="1918816" y="917617"/>
                  </a:lnTo>
                  <a:cubicBezTo>
                    <a:pt x="1918816" y="917617"/>
                    <a:pt x="1922619" y="918694"/>
                    <a:pt x="1925008" y="920006"/>
                  </a:cubicBezTo>
                  <a:cubicBezTo>
                    <a:pt x="1927398" y="921318"/>
                    <a:pt x="1927196" y="919669"/>
                    <a:pt x="1927936" y="919569"/>
                  </a:cubicBezTo>
                  <a:cubicBezTo>
                    <a:pt x="1928710" y="919468"/>
                    <a:pt x="1930864" y="918257"/>
                    <a:pt x="1931201" y="918257"/>
                  </a:cubicBezTo>
                  <a:cubicBezTo>
                    <a:pt x="1931537" y="918257"/>
                    <a:pt x="1934364" y="917517"/>
                    <a:pt x="1934364" y="917517"/>
                  </a:cubicBezTo>
                  <a:cubicBezTo>
                    <a:pt x="1934364" y="917517"/>
                    <a:pt x="1938369" y="914893"/>
                    <a:pt x="1938807" y="914893"/>
                  </a:cubicBezTo>
                  <a:cubicBezTo>
                    <a:pt x="1939244" y="914893"/>
                    <a:pt x="1942273" y="914893"/>
                    <a:pt x="1942273" y="914893"/>
                  </a:cubicBezTo>
                  <a:cubicBezTo>
                    <a:pt x="1942273" y="914893"/>
                    <a:pt x="1944999" y="915666"/>
                    <a:pt x="1946615" y="915666"/>
                  </a:cubicBezTo>
                  <a:cubicBezTo>
                    <a:pt x="1948230" y="915666"/>
                    <a:pt x="1951192" y="917617"/>
                    <a:pt x="1951629" y="917617"/>
                  </a:cubicBezTo>
                  <a:cubicBezTo>
                    <a:pt x="1952067" y="917617"/>
                    <a:pt x="1956072" y="918694"/>
                    <a:pt x="1956509" y="918828"/>
                  </a:cubicBezTo>
                  <a:cubicBezTo>
                    <a:pt x="1956947" y="918929"/>
                    <a:pt x="1966841" y="922091"/>
                    <a:pt x="1967279" y="922091"/>
                  </a:cubicBezTo>
                  <a:cubicBezTo>
                    <a:pt x="1967716" y="922091"/>
                    <a:pt x="1975961" y="921991"/>
                    <a:pt x="1976197" y="921553"/>
                  </a:cubicBezTo>
                  <a:cubicBezTo>
                    <a:pt x="1976399" y="921116"/>
                    <a:pt x="1980337" y="915902"/>
                    <a:pt x="1980337" y="915902"/>
                  </a:cubicBezTo>
                  <a:cubicBezTo>
                    <a:pt x="1980337" y="915902"/>
                    <a:pt x="1983702" y="913715"/>
                    <a:pt x="1983803" y="913413"/>
                  </a:cubicBezTo>
                  <a:cubicBezTo>
                    <a:pt x="1983904" y="913076"/>
                    <a:pt x="1989659" y="910385"/>
                    <a:pt x="1989659" y="910385"/>
                  </a:cubicBezTo>
                  <a:cubicBezTo>
                    <a:pt x="1989659" y="910385"/>
                    <a:pt x="1991947" y="907896"/>
                    <a:pt x="1992250" y="907357"/>
                  </a:cubicBezTo>
                  <a:cubicBezTo>
                    <a:pt x="1992587" y="906819"/>
                    <a:pt x="1992048" y="904733"/>
                    <a:pt x="1992048" y="904733"/>
                  </a:cubicBezTo>
                  <a:lnTo>
                    <a:pt x="1987471" y="899519"/>
                  </a:lnTo>
                  <a:lnTo>
                    <a:pt x="1989659" y="888015"/>
                  </a:lnTo>
                  <a:lnTo>
                    <a:pt x="1992688" y="880076"/>
                  </a:lnTo>
                  <a:lnTo>
                    <a:pt x="1993563" y="869008"/>
                  </a:lnTo>
                  <a:lnTo>
                    <a:pt x="1992149" y="858344"/>
                  </a:lnTo>
                  <a:cubicBezTo>
                    <a:pt x="1992149" y="858344"/>
                    <a:pt x="1993125" y="852155"/>
                    <a:pt x="1993226" y="851818"/>
                  </a:cubicBezTo>
                  <a:cubicBezTo>
                    <a:pt x="1993327" y="851482"/>
                    <a:pt x="1993226" y="848017"/>
                    <a:pt x="1993226" y="847681"/>
                  </a:cubicBezTo>
                  <a:cubicBezTo>
                    <a:pt x="1993226" y="847344"/>
                    <a:pt x="1993664" y="843005"/>
                    <a:pt x="1993866" y="842467"/>
                  </a:cubicBezTo>
                  <a:cubicBezTo>
                    <a:pt x="1994068" y="841928"/>
                    <a:pt x="1996053" y="839876"/>
                    <a:pt x="1996457" y="839203"/>
                  </a:cubicBezTo>
                  <a:cubicBezTo>
                    <a:pt x="1996895" y="838564"/>
                    <a:pt x="2000058" y="837252"/>
                    <a:pt x="2002212" y="835739"/>
                  </a:cubicBezTo>
                  <a:cubicBezTo>
                    <a:pt x="2004400" y="834225"/>
                    <a:pt x="2008068" y="831735"/>
                    <a:pt x="2008405" y="831500"/>
                  </a:cubicBezTo>
                  <a:cubicBezTo>
                    <a:pt x="2008741" y="831264"/>
                    <a:pt x="2015674" y="830861"/>
                    <a:pt x="2015674" y="830861"/>
                  </a:cubicBezTo>
                  <a:lnTo>
                    <a:pt x="2017087" y="829179"/>
                  </a:lnTo>
                  <a:lnTo>
                    <a:pt x="2017828" y="827160"/>
                  </a:lnTo>
                  <a:lnTo>
                    <a:pt x="2017828" y="823696"/>
                  </a:lnTo>
                  <a:cubicBezTo>
                    <a:pt x="2017828" y="823696"/>
                    <a:pt x="2017828" y="816631"/>
                    <a:pt x="2017828" y="816194"/>
                  </a:cubicBezTo>
                  <a:cubicBezTo>
                    <a:pt x="2017828" y="815757"/>
                    <a:pt x="2017188" y="811955"/>
                    <a:pt x="2016751" y="810643"/>
                  </a:cubicBezTo>
                  <a:cubicBezTo>
                    <a:pt x="2016313" y="809331"/>
                    <a:pt x="2015337" y="807380"/>
                    <a:pt x="2014900" y="807044"/>
                  </a:cubicBezTo>
                  <a:cubicBezTo>
                    <a:pt x="2014462" y="806708"/>
                    <a:pt x="2012409" y="803344"/>
                    <a:pt x="2012174" y="802805"/>
                  </a:cubicBezTo>
                  <a:cubicBezTo>
                    <a:pt x="2011972" y="802267"/>
                    <a:pt x="2008371" y="798029"/>
                    <a:pt x="2008371" y="798029"/>
                  </a:cubicBezTo>
                  <a:cubicBezTo>
                    <a:pt x="2008371" y="798029"/>
                    <a:pt x="2005880" y="792814"/>
                    <a:pt x="2005880" y="792377"/>
                  </a:cubicBezTo>
                  <a:cubicBezTo>
                    <a:pt x="2005880" y="791940"/>
                    <a:pt x="2003491" y="789350"/>
                    <a:pt x="2003491" y="789350"/>
                  </a:cubicBezTo>
                  <a:lnTo>
                    <a:pt x="1997837" y="782487"/>
                  </a:lnTo>
                  <a:cubicBezTo>
                    <a:pt x="1997837" y="782487"/>
                    <a:pt x="1995650" y="778248"/>
                    <a:pt x="1995347" y="777710"/>
                  </a:cubicBezTo>
                  <a:cubicBezTo>
                    <a:pt x="1995010" y="777172"/>
                    <a:pt x="1990568" y="772933"/>
                    <a:pt x="1990568" y="772933"/>
                  </a:cubicBezTo>
                  <a:cubicBezTo>
                    <a:pt x="1990568" y="772933"/>
                    <a:pt x="1988077" y="769771"/>
                    <a:pt x="1987842" y="769468"/>
                  </a:cubicBezTo>
                  <a:cubicBezTo>
                    <a:pt x="1987640" y="769132"/>
                    <a:pt x="1982962" y="762606"/>
                    <a:pt x="1982962" y="762606"/>
                  </a:cubicBezTo>
                  <a:lnTo>
                    <a:pt x="1981346" y="755878"/>
                  </a:lnTo>
                  <a:lnTo>
                    <a:pt x="1981346" y="748040"/>
                  </a:lnTo>
                  <a:lnTo>
                    <a:pt x="1980370" y="735560"/>
                  </a:lnTo>
                  <a:lnTo>
                    <a:pt x="1978317" y="727419"/>
                  </a:lnTo>
                  <a:lnTo>
                    <a:pt x="1975591" y="719816"/>
                  </a:lnTo>
                  <a:lnTo>
                    <a:pt x="1974514" y="711137"/>
                  </a:lnTo>
                  <a:lnTo>
                    <a:pt x="1973538" y="702997"/>
                  </a:lnTo>
                  <a:lnTo>
                    <a:pt x="1974514" y="698993"/>
                  </a:lnTo>
                  <a:cubicBezTo>
                    <a:pt x="1974514" y="698993"/>
                    <a:pt x="1972764" y="690516"/>
                    <a:pt x="1972461" y="690180"/>
                  </a:cubicBezTo>
                  <a:cubicBezTo>
                    <a:pt x="1972125" y="689844"/>
                    <a:pt x="1971687" y="687455"/>
                    <a:pt x="1971216" y="686580"/>
                  </a:cubicBezTo>
                  <a:cubicBezTo>
                    <a:pt x="1970745" y="685706"/>
                    <a:pt x="1971384" y="682005"/>
                    <a:pt x="1971149" y="680929"/>
                  </a:cubicBezTo>
                  <a:cubicBezTo>
                    <a:pt x="1970913" y="679853"/>
                    <a:pt x="1971351" y="676051"/>
                    <a:pt x="1971149" y="674941"/>
                  </a:cubicBezTo>
                  <a:cubicBezTo>
                    <a:pt x="1970913" y="673865"/>
                    <a:pt x="1970173" y="673865"/>
                    <a:pt x="1969735" y="673730"/>
                  </a:cubicBezTo>
                  <a:cubicBezTo>
                    <a:pt x="1969298" y="673629"/>
                    <a:pt x="1967144" y="675681"/>
                    <a:pt x="1966706" y="676455"/>
                  </a:cubicBezTo>
                  <a:cubicBezTo>
                    <a:pt x="1966269" y="677229"/>
                    <a:pt x="1962028" y="676892"/>
                    <a:pt x="1961591" y="676657"/>
                  </a:cubicBezTo>
                  <a:cubicBezTo>
                    <a:pt x="1961154" y="676455"/>
                    <a:pt x="1958326" y="674268"/>
                    <a:pt x="1958326" y="674268"/>
                  </a:cubicBezTo>
                  <a:cubicBezTo>
                    <a:pt x="1958326" y="674268"/>
                    <a:pt x="1956913" y="671544"/>
                    <a:pt x="1956812" y="671005"/>
                  </a:cubicBezTo>
                  <a:cubicBezTo>
                    <a:pt x="1956711" y="670467"/>
                    <a:pt x="1956173" y="669592"/>
                    <a:pt x="1956173" y="669592"/>
                  </a:cubicBezTo>
                  <a:lnTo>
                    <a:pt x="1955399" y="667978"/>
                  </a:lnTo>
                  <a:cubicBezTo>
                    <a:pt x="1955399" y="667978"/>
                    <a:pt x="1954759" y="665791"/>
                    <a:pt x="1954759" y="665354"/>
                  </a:cubicBezTo>
                  <a:cubicBezTo>
                    <a:pt x="1954759" y="664917"/>
                    <a:pt x="1954120" y="661216"/>
                    <a:pt x="1954120" y="661216"/>
                  </a:cubicBezTo>
                  <a:lnTo>
                    <a:pt x="1954658" y="658592"/>
                  </a:lnTo>
                  <a:lnTo>
                    <a:pt x="1954860" y="657381"/>
                  </a:lnTo>
                  <a:lnTo>
                    <a:pt x="1956812" y="654555"/>
                  </a:lnTo>
                  <a:lnTo>
                    <a:pt x="1959841" y="652806"/>
                  </a:lnTo>
                  <a:cubicBezTo>
                    <a:pt x="1959841" y="652806"/>
                    <a:pt x="1962129" y="653782"/>
                    <a:pt x="1963005" y="650956"/>
                  </a:cubicBezTo>
                  <a:cubicBezTo>
                    <a:pt x="1963880" y="648130"/>
                    <a:pt x="1961591" y="647928"/>
                    <a:pt x="1961591" y="647928"/>
                  </a:cubicBezTo>
                  <a:lnTo>
                    <a:pt x="1959639" y="647188"/>
                  </a:lnTo>
                  <a:lnTo>
                    <a:pt x="1955937" y="647188"/>
                  </a:lnTo>
                  <a:lnTo>
                    <a:pt x="1944192" y="647525"/>
                  </a:lnTo>
                  <a:cubicBezTo>
                    <a:pt x="1944192" y="647525"/>
                    <a:pt x="1933523" y="646112"/>
                    <a:pt x="1932547" y="646347"/>
                  </a:cubicBezTo>
                  <a:cubicBezTo>
                    <a:pt x="1931571" y="646549"/>
                    <a:pt x="1926355" y="644699"/>
                    <a:pt x="1926355" y="644699"/>
                  </a:cubicBezTo>
                  <a:lnTo>
                    <a:pt x="1915484" y="637971"/>
                  </a:lnTo>
                  <a:lnTo>
                    <a:pt x="1908215" y="630133"/>
                  </a:lnTo>
                  <a:lnTo>
                    <a:pt x="1897984" y="619469"/>
                  </a:lnTo>
                  <a:lnTo>
                    <a:pt x="1892566" y="616105"/>
                  </a:lnTo>
                  <a:lnTo>
                    <a:pt x="1884421" y="607527"/>
                  </a:lnTo>
                  <a:lnTo>
                    <a:pt x="1879979" y="602414"/>
                  </a:lnTo>
                  <a:lnTo>
                    <a:pt x="1871599" y="596662"/>
                  </a:lnTo>
                  <a:lnTo>
                    <a:pt x="1864969" y="588723"/>
                  </a:lnTo>
                  <a:lnTo>
                    <a:pt x="1854872" y="576882"/>
                  </a:lnTo>
                  <a:lnTo>
                    <a:pt x="1847468" y="570355"/>
                  </a:lnTo>
                  <a:lnTo>
                    <a:pt x="1841612" y="562753"/>
                  </a:lnTo>
                  <a:lnTo>
                    <a:pt x="1837608" y="558615"/>
                  </a:lnTo>
                  <a:lnTo>
                    <a:pt x="1825122" y="552190"/>
                  </a:lnTo>
                  <a:lnTo>
                    <a:pt x="1820242" y="548389"/>
                  </a:lnTo>
                  <a:lnTo>
                    <a:pt x="1811862" y="546202"/>
                  </a:lnTo>
                  <a:lnTo>
                    <a:pt x="1796549" y="537523"/>
                  </a:lnTo>
                  <a:lnTo>
                    <a:pt x="1780361" y="535034"/>
                  </a:lnTo>
                  <a:lnTo>
                    <a:pt x="1765688" y="530459"/>
                  </a:lnTo>
                  <a:cubicBezTo>
                    <a:pt x="1765688" y="530459"/>
                    <a:pt x="1759495" y="529820"/>
                    <a:pt x="1757207" y="529820"/>
                  </a:cubicBezTo>
                  <a:cubicBezTo>
                    <a:pt x="1754918" y="529820"/>
                    <a:pt x="1748524" y="530022"/>
                    <a:pt x="1746673" y="530257"/>
                  </a:cubicBezTo>
                  <a:cubicBezTo>
                    <a:pt x="1744822" y="530459"/>
                    <a:pt x="1739168" y="530257"/>
                    <a:pt x="1736240" y="530055"/>
                  </a:cubicBezTo>
                  <a:cubicBezTo>
                    <a:pt x="1733312" y="529853"/>
                    <a:pt x="1726884" y="529853"/>
                    <a:pt x="1725167" y="529517"/>
                  </a:cubicBezTo>
                  <a:cubicBezTo>
                    <a:pt x="1723418" y="529181"/>
                    <a:pt x="1721466" y="529181"/>
                    <a:pt x="1721028" y="529080"/>
                  </a:cubicBezTo>
                  <a:cubicBezTo>
                    <a:pt x="1720590" y="528979"/>
                    <a:pt x="1717764" y="526691"/>
                    <a:pt x="1717764" y="526691"/>
                  </a:cubicBezTo>
                  <a:lnTo>
                    <a:pt x="1706792" y="522453"/>
                  </a:lnTo>
                  <a:lnTo>
                    <a:pt x="1702787" y="517575"/>
                  </a:lnTo>
                  <a:cubicBezTo>
                    <a:pt x="1702787" y="517575"/>
                    <a:pt x="1698749" y="517474"/>
                    <a:pt x="1697907" y="517373"/>
                  </a:cubicBezTo>
                  <a:cubicBezTo>
                    <a:pt x="1697032" y="517272"/>
                    <a:pt x="1694643" y="517373"/>
                    <a:pt x="1693128" y="517138"/>
                  </a:cubicBezTo>
                  <a:cubicBezTo>
                    <a:pt x="1691614" y="516936"/>
                    <a:pt x="1688248" y="516599"/>
                    <a:pt x="1686936" y="516364"/>
                  </a:cubicBezTo>
                  <a:cubicBezTo>
                    <a:pt x="1685623" y="516162"/>
                    <a:pt x="1680508" y="516162"/>
                    <a:pt x="1679094" y="515927"/>
                  </a:cubicBezTo>
                  <a:cubicBezTo>
                    <a:pt x="1677681" y="515725"/>
                    <a:pt x="1672902" y="515725"/>
                    <a:pt x="1672902" y="515725"/>
                  </a:cubicBezTo>
                  <a:lnTo>
                    <a:pt x="1667248" y="513975"/>
                  </a:lnTo>
                  <a:cubicBezTo>
                    <a:pt x="1667248" y="513975"/>
                    <a:pt x="1661695" y="510376"/>
                    <a:pt x="1661493" y="510073"/>
                  </a:cubicBezTo>
                  <a:cubicBezTo>
                    <a:pt x="1661257" y="509737"/>
                    <a:pt x="1657589" y="506171"/>
                    <a:pt x="1657589" y="506171"/>
                  </a:cubicBezTo>
                  <a:cubicBezTo>
                    <a:pt x="1657589" y="506171"/>
                    <a:pt x="1655839" y="503144"/>
                    <a:pt x="1654661" y="502908"/>
                  </a:cubicBezTo>
                  <a:cubicBezTo>
                    <a:pt x="1653450" y="502706"/>
                    <a:pt x="1648570" y="501596"/>
                    <a:pt x="1648132" y="501596"/>
                  </a:cubicBezTo>
                  <a:cubicBezTo>
                    <a:pt x="1647695" y="501596"/>
                    <a:pt x="1643791" y="499309"/>
                    <a:pt x="1643791" y="499309"/>
                  </a:cubicBezTo>
                  <a:cubicBezTo>
                    <a:pt x="1643791" y="499309"/>
                    <a:pt x="1639887" y="495171"/>
                    <a:pt x="1639113" y="494868"/>
                  </a:cubicBezTo>
                  <a:cubicBezTo>
                    <a:pt x="1638339" y="494532"/>
                    <a:pt x="1636521" y="493893"/>
                    <a:pt x="1636185" y="493657"/>
                  </a:cubicBezTo>
                  <a:cubicBezTo>
                    <a:pt x="1635848" y="493455"/>
                    <a:pt x="1630093" y="491908"/>
                    <a:pt x="1630093" y="491908"/>
                  </a:cubicBezTo>
                  <a:lnTo>
                    <a:pt x="1624338" y="490495"/>
                  </a:lnTo>
                  <a:lnTo>
                    <a:pt x="1620199" y="486896"/>
                  </a:lnTo>
                  <a:lnTo>
                    <a:pt x="1616934" y="483195"/>
                  </a:lnTo>
                  <a:cubicBezTo>
                    <a:pt x="1616934" y="483195"/>
                    <a:pt x="1615420" y="481984"/>
                    <a:pt x="1615083" y="481984"/>
                  </a:cubicBezTo>
                  <a:cubicBezTo>
                    <a:pt x="1614747" y="481984"/>
                    <a:pt x="1610843" y="477981"/>
                    <a:pt x="1610843" y="477981"/>
                  </a:cubicBezTo>
                  <a:lnTo>
                    <a:pt x="1607377" y="474180"/>
                  </a:lnTo>
                  <a:lnTo>
                    <a:pt x="1606838" y="470143"/>
                  </a:lnTo>
                  <a:lnTo>
                    <a:pt x="1604550" y="462440"/>
                  </a:lnTo>
                  <a:lnTo>
                    <a:pt x="1604213" y="455039"/>
                  </a:lnTo>
                  <a:lnTo>
                    <a:pt x="1604651" y="448075"/>
                  </a:lnTo>
                  <a:lnTo>
                    <a:pt x="1609328" y="439161"/>
                  </a:lnTo>
                  <a:lnTo>
                    <a:pt x="1613367" y="434149"/>
                  </a:lnTo>
                  <a:cubicBezTo>
                    <a:pt x="1613367" y="434149"/>
                    <a:pt x="1614982" y="429473"/>
                    <a:pt x="1615117" y="428934"/>
                  </a:cubicBezTo>
                  <a:cubicBezTo>
                    <a:pt x="1615218" y="428396"/>
                    <a:pt x="1618045" y="424359"/>
                    <a:pt x="1618045" y="424359"/>
                  </a:cubicBezTo>
                  <a:lnTo>
                    <a:pt x="1621848" y="417396"/>
                  </a:lnTo>
                  <a:cubicBezTo>
                    <a:pt x="1621848" y="417396"/>
                    <a:pt x="1626290" y="410870"/>
                    <a:pt x="1626728" y="409995"/>
                  </a:cubicBezTo>
                  <a:cubicBezTo>
                    <a:pt x="1627165" y="409121"/>
                    <a:pt x="1629454" y="407708"/>
                    <a:pt x="1632382" y="406396"/>
                  </a:cubicBezTo>
                  <a:cubicBezTo>
                    <a:pt x="1635310" y="405084"/>
                    <a:pt x="1637396" y="400206"/>
                    <a:pt x="1638036" y="399433"/>
                  </a:cubicBezTo>
                  <a:cubicBezTo>
                    <a:pt x="1638675" y="398659"/>
                    <a:pt x="1639449" y="396607"/>
                    <a:pt x="1639651" y="396169"/>
                  </a:cubicBezTo>
                  <a:cubicBezTo>
                    <a:pt x="1639853" y="395732"/>
                    <a:pt x="1639988" y="392166"/>
                    <a:pt x="1639988" y="390417"/>
                  </a:cubicBezTo>
                  <a:cubicBezTo>
                    <a:pt x="1639988" y="388668"/>
                    <a:pt x="1639348" y="386178"/>
                    <a:pt x="1639012" y="385539"/>
                  </a:cubicBezTo>
                  <a:cubicBezTo>
                    <a:pt x="1638675" y="384900"/>
                    <a:pt x="1637497" y="381099"/>
                    <a:pt x="1637262" y="380325"/>
                  </a:cubicBezTo>
                  <a:cubicBezTo>
                    <a:pt x="1637060" y="379551"/>
                    <a:pt x="1634872" y="375548"/>
                    <a:pt x="1634872" y="375111"/>
                  </a:cubicBezTo>
                  <a:cubicBezTo>
                    <a:pt x="1634872" y="374674"/>
                    <a:pt x="1634771" y="373496"/>
                    <a:pt x="1634973" y="372386"/>
                  </a:cubicBezTo>
                  <a:cubicBezTo>
                    <a:pt x="1635175" y="371310"/>
                    <a:pt x="1636488" y="368047"/>
                    <a:pt x="1636723" y="367710"/>
                  </a:cubicBezTo>
                  <a:cubicBezTo>
                    <a:pt x="1636925" y="367374"/>
                    <a:pt x="1638473" y="366062"/>
                    <a:pt x="1638473" y="366062"/>
                  </a:cubicBezTo>
                  <a:cubicBezTo>
                    <a:pt x="1638473" y="366062"/>
                    <a:pt x="1645440" y="359771"/>
                    <a:pt x="1646517" y="358998"/>
                  </a:cubicBezTo>
                  <a:cubicBezTo>
                    <a:pt x="1647594" y="358224"/>
                    <a:pt x="1648368" y="356710"/>
                    <a:pt x="1648368" y="356710"/>
                  </a:cubicBezTo>
                  <a:cubicBezTo>
                    <a:pt x="1648368" y="356710"/>
                    <a:pt x="1651296" y="347257"/>
                    <a:pt x="1651296" y="346820"/>
                  </a:cubicBezTo>
                  <a:cubicBezTo>
                    <a:pt x="1651296" y="346383"/>
                    <a:pt x="1651632" y="344331"/>
                    <a:pt x="1651632" y="344331"/>
                  </a:cubicBezTo>
                  <a:lnTo>
                    <a:pt x="1652507" y="334542"/>
                  </a:lnTo>
                  <a:cubicBezTo>
                    <a:pt x="1652507" y="334542"/>
                    <a:pt x="1652709" y="327276"/>
                    <a:pt x="1652507" y="326401"/>
                  </a:cubicBezTo>
                  <a:cubicBezTo>
                    <a:pt x="1652272" y="325526"/>
                    <a:pt x="1651969" y="320312"/>
                    <a:pt x="1651531" y="319673"/>
                  </a:cubicBezTo>
                  <a:cubicBezTo>
                    <a:pt x="1651094" y="319034"/>
                    <a:pt x="1650454" y="311869"/>
                    <a:pt x="1650320" y="311196"/>
                  </a:cubicBezTo>
                  <a:cubicBezTo>
                    <a:pt x="1650219" y="310557"/>
                    <a:pt x="1649680" y="304468"/>
                    <a:pt x="1649680" y="304468"/>
                  </a:cubicBezTo>
                  <a:lnTo>
                    <a:pt x="1645339" y="297740"/>
                  </a:lnTo>
                  <a:cubicBezTo>
                    <a:pt x="1645339" y="297740"/>
                    <a:pt x="1645002" y="295688"/>
                    <a:pt x="1644363" y="294712"/>
                  </a:cubicBezTo>
                  <a:cubicBezTo>
                    <a:pt x="1643724" y="293737"/>
                    <a:pt x="1644363" y="292324"/>
                    <a:pt x="1644363" y="292324"/>
                  </a:cubicBezTo>
                  <a:cubicBezTo>
                    <a:pt x="1644363" y="292324"/>
                    <a:pt x="1641435" y="290474"/>
                    <a:pt x="1639921" y="288523"/>
                  </a:cubicBezTo>
                  <a:cubicBezTo>
                    <a:pt x="1638406" y="286572"/>
                    <a:pt x="1638406" y="286033"/>
                    <a:pt x="1638305" y="285596"/>
                  </a:cubicBezTo>
                  <a:cubicBezTo>
                    <a:pt x="1638204" y="285159"/>
                    <a:pt x="1637093" y="284520"/>
                    <a:pt x="1636454" y="283308"/>
                  </a:cubicBezTo>
                  <a:cubicBezTo>
                    <a:pt x="1635815" y="282097"/>
                    <a:pt x="1635478" y="281694"/>
                    <a:pt x="1634401" y="280584"/>
                  </a:cubicBezTo>
                  <a:cubicBezTo>
                    <a:pt x="1633324" y="279507"/>
                    <a:pt x="1633190" y="278969"/>
                    <a:pt x="1632752" y="277993"/>
                  </a:cubicBezTo>
                  <a:cubicBezTo>
                    <a:pt x="1632315" y="277018"/>
                    <a:pt x="1631002" y="275706"/>
                    <a:pt x="1630699" y="274966"/>
                  </a:cubicBezTo>
                  <a:cubicBezTo>
                    <a:pt x="1630363" y="274192"/>
                    <a:pt x="1629622" y="273217"/>
                    <a:pt x="1629521" y="272678"/>
                  </a:cubicBezTo>
                  <a:cubicBezTo>
                    <a:pt x="1629420" y="272140"/>
                    <a:pt x="1628983" y="269954"/>
                    <a:pt x="1628882" y="269214"/>
                  </a:cubicBezTo>
                  <a:cubicBezTo>
                    <a:pt x="1628781" y="268440"/>
                    <a:pt x="1628646" y="267027"/>
                    <a:pt x="1628007" y="265850"/>
                  </a:cubicBezTo>
                  <a:cubicBezTo>
                    <a:pt x="1627367" y="264639"/>
                    <a:pt x="1628007" y="263461"/>
                    <a:pt x="1628007" y="262486"/>
                  </a:cubicBezTo>
                  <a:cubicBezTo>
                    <a:pt x="1628007" y="261510"/>
                    <a:pt x="1627132" y="260736"/>
                    <a:pt x="1626997" y="259323"/>
                  </a:cubicBezTo>
                  <a:cubicBezTo>
                    <a:pt x="1626863" y="257911"/>
                    <a:pt x="1626795" y="257911"/>
                    <a:pt x="1626795" y="257271"/>
                  </a:cubicBezTo>
                  <a:cubicBezTo>
                    <a:pt x="1626795" y="256632"/>
                    <a:pt x="1627233" y="253807"/>
                    <a:pt x="1626795" y="253470"/>
                  </a:cubicBezTo>
                  <a:cubicBezTo>
                    <a:pt x="1626358" y="253134"/>
                    <a:pt x="1626795" y="249871"/>
                    <a:pt x="1626795" y="249871"/>
                  </a:cubicBezTo>
                  <a:lnTo>
                    <a:pt x="1626795" y="243446"/>
                  </a:lnTo>
                  <a:cubicBezTo>
                    <a:pt x="1626795" y="243446"/>
                    <a:pt x="1625180" y="242033"/>
                    <a:pt x="1625012" y="241057"/>
                  </a:cubicBezTo>
                  <a:cubicBezTo>
                    <a:pt x="1624843" y="240082"/>
                    <a:pt x="1625079" y="238030"/>
                    <a:pt x="1625180" y="237020"/>
                  </a:cubicBezTo>
                  <a:cubicBezTo>
                    <a:pt x="1625281" y="236045"/>
                    <a:pt x="1625180" y="233858"/>
                    <a:pt x="1625180" y="232883"/>
                  </a:cubicBezTo>
                  <a:cubicBezTo>
                    <a:pt x="1625180" y="231907"/>
                    <a:pt x="1624944" y="230696"/>
                    <a:pt x="1624406" y="228880"/>
                  </a:cubicBezTo>
                  <a:cubicBezTo>
                    <a:pt x="1623867" y="227029"/>
                    <a:pt x="1624608" y="225617"/>
                    <a:pt x="1624406" y="224843"/>
                  </a:cubicBezTo>
                  <a:cubicBezTo>
                    <a:pt x="1624170" y="224069"/>
                    <a:pt x="1622790" y="220941"/>
                    <a:pt x="1622555" y="220503"/>
                  </a:cubicBezTo>
                  <a:cubicBezTo>
                    <a:pt x="1622353" y="220066"/>
                    <a:pt x="1620939" y="218014"/>
                    <a:pt x="1620502" y="217038"/>
                  </a:cubicBezTo>
                  <a:cubicBezTo>
                    <a:pt x="1620064" y="216063"/>
                    <a:pt x="1619425" y="215188"/>
                    <a:pt x="1618987" y="214549"/>
                  </a:cubicBezTo>
                  <a:cubicBezTo>
                    <a:pt x="1618550" y="213910"/>
                    <a:pt x="1616396" y="209974"/>
                    <a:pt x="1615723" y="209436"/>
                  </a:cubicBezTo>
                  <a:cubicBezTo>
                    <a:pt x="1615083" y="208898"/>
                    <a:pt x="1612896" y="207148"/>
                    <a:pt x="1612896" y="207148"/>
                  </a:cubicBezTo>
                  <a:lnTo>
                    <a:pt x="1610607" y="204962"/>
                  </a:lnTo>
                  <a:cubicBezTo>
                    <a:pt x="1610607" y="204962"/>
                    <a:pt x="1607679" y="198974"/>
                    <a:pt x="1607006" y="197897"/>
                  </a:cubicBezTo>
                  <a:cubicBezTo>
                    <a:pt x="1606367" y="196821"/>
                    <a:pt x="1606670" y="194298"/>
                    <a:pt x="1605929" y="192582"/>
                  </a:cubicBezTo>
                  <a:cubicBezTo>
                    <a:pt x="1605155" y="190833"/>
                    <a:pt x="1605054" y="190295"/>
                    <a:pt x="1604617" y="189656"/>
                  </a:cubicBezTo>
                  <a:cubicBezTo>
                    <a:pt x="1604179" y="189017"/>
                    <a:pt x="1603203" y="188344"/>
                    <a:pt x="1602564" y="187705"/>
                  </a:cubicBezTo>
                  <a:cubicBezTo>
                    <a:pt x="1601924" y="187065"/>
                    <a:pt x="1600713" y="187604"/>
                    <a:pt x="1599636" y="186931"/>
                  </a:cubicBezTo>
                  <a:cubicBezTo>
                    <a:pt x="1598559" y="186292"/>
                    <a:pt x="1597145" y="186595"/>
                    <a:pt x="1596169" y="186494"/>
                  </a:cubicBezTo>
                  <a:cubicBezTo>
                    <a:pt x="1595194" y="186393"/>
                    <a:pt x="1594218" y="186595"/>
                    <a:pt x="1593780" y="186595"/>
                  </a:cubicBezTo>
                  <a:cubicBezTo>
                    <a:pt x="1593343" y="186595"/>
                    <a:pt x="1591828" y="186494"/>
                    <a:pt x="1591391" y="186393"/>
                  </a:cubicBezTo>
                  <a:cubicBezTo>
                    <a:pt x="1590953" y="186292"/>
                    <a:pt x="1588799" y="186191"/>
                    <a:pt x="1588025" y="185955"/>
                  </a:cubicBezTo>
                  <a:cubicBezTo>
                    <a:pt x="1587251" y="185754"/>
                    <a:pt x="1586073" y="185754"/>
                    <a:pt x="1585737" y="185417"/>
                  </a:cubicBezTo>
                  <a:cubicBezTo>
                    <a:pt x="1585400" y="185081"/>
                    <a:pt x="1583448" y="184980"/>
                    <a:pt x="1583448" y="184980"/>
                  </a:cubicBezTo>
                  <a:lnTo>
                    <a:pt x="1580621" y="183231"/>
                  </a:lnTo>
                  <a:cubicBezTo>
                    <a:pt x="1580621" y="183231"/>
                    <a:pt x="1579309" y="181818"/>
                    <a:pt x="1577155" y="178992"/>
                  </a:cubicBezTo>
                  <a:cubicBezTo>
                    <a:pt x="1574967" y="176166"/>
                    <a:pt x="1576515" y="178016"/>
                    <a:pt x="1575943" y="177142"/>
                  </a:cubicBezTo>
                  <a:cubicBezTo>
                    <a:pt x="1575405" y="176267"/>
                    <a:pt x="1575068" y="173677"/>
                    <a:pt x="1574799" y="173004"/>
                  </a:cubicBezTo>
                  <a:cubicBezTo>
                    <a:pt x="1574530" y="172365"/>
                    <a:pt x="1574866" y="171356"/>
                    <a:pt x="1574799" y="170414"/>
                  </a:cubicBezTo>
                  <a:cubicBezTo>
                    <a:pt x="1574732" y="169438"/>
                    <a:pt x="1574866" y="169539"/>
                    <a:pt x="1574765" y="168564"/>
                  </a:cubicBezTo>
                  <a:cubicBezTo>
                    <a:pt x="1574664" y="167588"/>
                    <a:pt x="1574866" y="166814"/>
                    <a:pt x="1574765" y="166074"/>
                  </a:cubicBezTo>
                  <a:cubicBezTo>
                    <a:pt x="1574664" y="165301"/>
                    <a:pt x="1574126" y="164224"/>
                    <a:pt x="1573890" y="163686"/>
                  </a:cubicBezTo>
                  <a:cubicBezTo>
                    <a:pt x="1573655" y="163148"/>
                    <a:pt x="1572578" y="162071"/>
                    <a:pt x="1571938" y="161398"/>
                  </a:cubicBezTo>
                  <a:cubicBezTo>
                    <a:pt x="1571299" y="160759"/>
                    <a:pt x="1568909" y="160187"/>
                    <a:pt x="1568135" y="159986"/>
                  </a:cubicBezTo>
                  <a:cubicBezTo>
                    <a:pt x="1567361" y="159784"/>
                    <a:pt x="1566183" y="159885"/>
                    <a:pt x="1566183" y="159885"/>
                  </a:cubicBezTo>
                  <a:lnTo>
                    <a:pt x="1564568" y="159986"/>
                  </a:lnTo>
                  <a:lnTo>
                    <a:pt x="1563424" y="160356"/>
                  </a:lnTo>
                  <a:lnTo>
                    <a:pt x="1557231" y="160356"/>
                  </a:lnTo>
                  <a:lnTo>
                    <a:pt x="1551241" y="159716"/>
                  </a:lnTo>
                  <a:lnTo>
                    <a:pt x="1544274" y="156891"/>
                  </a:lnTo>
                  <a:lnTo>
                    <a:pt x="1541784" y="156891"/>
                  </a:lnTo>
                  <a:lnTo>
                    <a:pt x="1539058" y="155141"/>
                  </a:lnTo>
                  <a:lnTo>
                    <a:pt x="1537880" y="155141"/>
                  </a:lnTo>
                  <a:lnTo>
                    <a:pt x="1535591" y="155141"/>
                  </a:lnTo>
                  <a:lnTo>
                    <a:pt x="1534952" y="155141"/>
                  </a:lnTo>
                  <a:lnTo>
                    <a:pt x="1533202" y="155141"/>
                  </a:lnTo>
                  <a:cubicBezTo>
                    <a:pt x="1533202" y="155141"/>
                    <a:pt x="1531687" y="154805"/>
                    <a:pt x="1531250" y="154704"/>
                  </a:cubicBezTo>
                  <a:cubicBezTo>
                    <a:pt x="1530812" y="154603"/>
                    <a:pt x="1529500" y="154065"/>
                    <a:pt x="1529500" y="154065"/>
                  </a:cubicBezTo>
                  <a:cubicBezTo>
                    <a:pt x="1529500" y="154065"/>
                    <a:pt x="1528423" y="153729"/>
                    <a:pt x="1528086" y="153628"/>
                  </a:cubicBezTo>
                  <a:cubicBezTo>
                    <a:pt x="1527750" y="153527"/>
                    <a:pt x="1525259" y="151878"/>
                    <a:pt x="1525259" y="151878"/>
                  </a:cubicBezTo>
                  <a:lnTo>
                    <a:pt x="1523745" y="150567"/>
                  </a:lnTo>
                  <a:lnTo>
                    <a:pt x="1522769" y="149154"/>
                  </a:lnTo>
                  <a:lnTo>
                    <a:pt x="1521254" y="146664"/>
                  </a:lnTo>
                  <a:lnTo>
                    <a:pt x="1520043" y="145689"/>
                  </a:lnTo>
                  <a:cubicBezTo>
                    <a:pt x="1520043" y="145689"/>
                    <a:pt x="1518629" y="143839"/>
                    <a:pt x="1518293" y="143401"/>
                  </a:cubicBezTo>
                  <a:cubicBezTo>
                    <a:pt x="1517956" y="142964"/>
                    <a:pt x="1516778" y="142089"/>
                    <a:pt x="1516341" y="141988"/>
                  </a:cubicBezTo>
                  <a:cubicBezTo>
                    <a:pt x="1515903" y="141887"/>
                    <a:pt x="1513951" y="140037"/>
                    <a:pt x="1513413" y="139398"/>
                  </a:cubicBezTo>
                  <a:cubicBezTo>
                    <a:pt x="1512874" y="138759"/>
                    <a:pt x="1510586" y="137783"/>
                    <a:pt x="1509812" y="137346"/>
                  </a:cubicBezTo>
                  <a:cubicBezTo>
                    <a:pt x="1509038" y="136909"/>
                    <a:pt x="1506547" y="135597"/>
                    <a:pt x="1506110" y="135294"/>
                  </a:cubicBezTo>
                  <a:cubicBezTo>
                    <a:pt x="1505672" y="134958"/>
                    <a:pt x="1501970" y="131930"/>
                    <a:pt x="1501331" y="131392"/>
                  </a:cubicBezTo>
                  <a:cubicBezTo>
                    <a:pt x="1500691" y="130854"/>
                    <a:pt x="1499581" y="128129"/>
                    <a:pt x="1499581" y="128129"/>
                  </a:cubicBezTo>
                  <a:lnTo>
                    <a:pt x="1495340" y="123890"/>
                  </a:lnTo>
                  <a:lnTo>
                    <a:pt x="1494735" y="120728"/>
                  </a:lnTo>
                  <a:cubicBezTo>
                    <a:pt x="1494735" y="120728"/>
                    <a:pt x="1495138" y="117129"/>
                    <a:pt x="1494701" y="116052"/>
                  </a:cubicBezTo>
                  <a:cubicBezTo>
                    <a:pt x="1494263" y="114976"/>
                    <a:pt x="1494937" y="113563"/>
                    <a:pt x="1494701" y="113126"/>
                  </a:cubicBezTo>
                  <a:cubicBezTo>
                    <a:pt x="1494499" y="112688"/>
                    <a:pt x="1494701" y="109762"/>
                    <a:pt x="1494701" y="109762"/>
                  </a:cubicBezTo>
                  <a:cubicBezTo>
                    <a:pt x="1494701" y="109762"/>
                    <a:pt x="1493489" y="106297"/>
                    <a:pt x="1493288" y="105960"/>
                  </a:cubicBezTo>
                  <a:cubicBezTo>
                    <a:pt x="1493086" y="105624"/>
                    <a:pt x="1490124" y="103135"/>
                    <a:pt x="1490124" y="103135"/>
                  </a:cubicBezTo>
                  <a:lnTo>
                    <a:pt x="1484806" y="98694"/>
                  </a:lnTo>
                  <a:lnTo>
                    <a:pt x="1478715" y="93581"/>
                  </a:lnTo>
                  <a:lnTo>
                    <a:pt x="1472725" y="89006"/>
                  </a:lnTo>
                  <a:lnTo>
                    <a:pt x="1467946" y="84532"/>
                  </a:lnTo>
                  <a:cubicBezTo>
                    <a:pt x="1467946" y="84532"/>
                    <a:pt x="1466532" y="83119"/>
                    <a:pt x="1465893" y="82783"/>
                  </a:cubicBezTo>
                  <a:cubicBezTo>
                    <a:pt x="1465253" y="82446"/>
                    <a:pt x="1464479" y="79755"/>
                    <a:pt x="1464008" y="79419"/>
                  </a:cubicBezTo>
                  <a:cubicBezTo>
                    <a:pt x="1463537" y="79082"/>
                    <a:pt x="1463503" y="76492"/>
                    <a:pt x="1463369" y="76055"/>
                  </a:cubicBezTo>
                  <a:cubicBezTo>
                    <a:pt x="1463268" y="75617"/>
                    <a:pt x="1463369" y="73330"/>
                    <a:pt x="1463806" y="72354"/>
                  </a:cubicBezTo>
                  <a:cubicBezTo>
                    <a:pt x="1464244" y="71379"/>
                    <a:pt x="1463806" y="68318"/>
                    <a:pt x="1463806" y="67477"/>
                  </a:cubicBezTo>
                  <a:cubicBezTo>
                    <a:pt x="1463806" y="66602"/>
                    <a:pt x="1463335" y="63238"/>
                    <a:pt x="1463335" y="63238"/>
                  </a:cubicBezTo>
                  <a:lnTo>
                    <a:pt x="1461753" y="59235"/>
                  </a:lnTo>
                  <a:lnTo>
                    <a:pt x="1457614" y="54559"/>
                  </a:lnTo>
                  <a:lnTo>
                    <a:pt x="1454686" y="50960"/>
                  </a:lnTo>
                  <a:lnTo>
                    <a:pt x="1453171" y="47932"/>
                  </a:lnTo>
                  <a:cubicBezTo>
                    <a:pt x="1453171" y="47932"/>
                    <a:pt x="1450142" y="47730"/>
                    <a:pt x="1447753" y="45880"/>
                  </a:cubicBezTo>
                  <a:cubicBezTo>
                    <a:pt x="1445363" y="44030"/>
                    <a:pt x="1445027" y="42516"/>
                    <a:pt x="1445027" y="42516"/>
                  </a:cubicBezTo>
                  <a:lnTo>
                    <a:pt x="1444253" y="39589"/>
                  </a:lnTo>
                  <a:lnTo>
                    <a:pt x="1444253" y="37201"/>
                  </a:lnTo>
                  <a:cubicBezTo>
                    <a:pt x="1444253" y="37201"/>
                    <a:pt x="1448594" y="33837"/>
                    <a:pt x="1449032" y="33736"/>
                  </a:cubicBezTo>
                  <a:cubicBezTo>
                    <a:pt x="1449469" y="33635"/>
                    <a:pt x="1451219" y="32660"/>
                    <a:pt x="1451219" y="32660"/>
                  </a:cubicBezTo>
                  <a:cubicBezTo>
                    <a:pt x="1451219" y="32660"/>
                    <a:pt x="1453844" y="30036"/>
                    <a:pt x="1454147" y="29598"/>
                  </a:cubicBezTo>
                  <a:cubicBezTo>
                    <a:pt x="1454484" y="29161"/>
                    <a:pt x="1455561" y="28623"/>
                    <a:pt x="1455561" y="28623"/>
                  </a:cubicBezTo>
                  <a:cubicBezTo>
                    <a:pt x="1455561" y="28623"/>
                    <a:pt x="1457412" y="26335"/>
                    <a:pt x="1457849" y="26133"/>
                  </a:cubicBezTo>
                  <a:cubicBezTo>
                    <a:pt x="1458287" y="25932"/>
                    <a:pt x="1459263" y="24519"/>
                    <a:pt x="1459801" y="23543"/>
                  </a:cubicBezTo>
                  <a:cubicBezTo>
                    <a:pt x="1460340" y="22568"/>
                    <a:pt x="1460676" y="20381"/>
                    <a:pt x="1461215" y="19506"/>
                  </a:cubicBezTo>
                  <a:cubicBezTo>
                    <a:pt x="1461753" y="18632"/>
                    <a:pt x="1462090" y="17454"/>
                    <a:pt x="1462965" y="16479"/>
                  </a:cubicBezTo>
                  <a:cubicBezTo>
                    <a:pt x="1463840" y="15503"/>
                    <a:pt x="1462965" y="13451"/>
                    <a:pt x="1462965" y="13014"/>
                  </a:cubicBezTo>
                  <a:cubicBezTo>
                    <a:pt x="1462965" y="12577"/>
                    <a:pt x="1462426" y="9112"/>
                    <a:pt x="1462426" y="9112"/>
                  </a:cubicBezTo>
                  <a:lnTo>
                    <a:pt x="1459599" y="8237"/>
                  </a:lnTo>
                  <a:cubicBezTo>
                    <a:pt x="1459599" y="8237"/>
                    <a:pt x="1457748" y="6387"/>
                    <a:pt x="1457412" y="6387"/>
                  </a:cubicBezTo>
                  <a:cubicBezTo>
                    <a:pt x="1457075" y="6387"/>
                    <a:pt x="1451421" y="5411"/>
                    <a:pt x="1451421" y="5411"/>
                  </a:cubicBezTo>
                  <a:cubicBezTo>
                    <a:pt x="1451421" y="5411"/>
                    <a:pt x="1446743" y="4772"/>
                    <a:pt x="1446407" y="4772"/>
                  </a:cubicBezTo>
                  <a:cubicBezTo>
                    <a:pt x="1446070" y="4772"/>
                    <a:pt x="1442940" y="4133"/>
                    <a:pt x="1442604" y="4133"/>
                  </a:cubicBezTo>
                  <a:cubicBezTo>
                    <a:pt x="1442267" y="4133"/>
                    <a:pt x="1438700" y="4907"/>
                    <a:pt x="1438363" y="5008"/>
                  </a:cubicBezTo>
                  <a:cubicBezTo>
                    <a:pt x="1438027" y="5109"/>
                    <a:pt x="1436748" y="5445"/>
                    <a:pt x="1436748" y="5445"/>
                  </a:cubicBezTo>
                  <a:cubicBezTo>
                    <a:pt x="1436748" y="5445"/>
                    <a:pt x="1434695" y="6522"/>
                    <a:pt x="1433147" y="7194"/>
                  </a:cubicBezTo>
                  <a:cubicBezTo>
                    <a:pt x="1431632" y="7834"/>
                    <a:pt x="1431733" y="7194"/>
                    <a:pt x="1429344" y="7733"/>
                  </a:cubicBezTo>
                  <a:cubicBezTo>
                    <a:pt x="1426954" y="8271"/>
                    <a:pt x="1425743" y="7396"/>
                    <a:pt x="1425440" y="7396"/>
                  </a:cubicBezTo>
                  <a:cubicBezTo>
                    <a:pt x="1425103" y="7396"/>
                    <a:pt x="1418372" y="5647"/>
                    <a:pt x="1416959" y="5647"/>
                  </a:cubicBezTo>
                  <a:cubicBezTo>
                    <a:pt x="1415545" y="5647"/>
                    <a:pt x="1412079" y="5109"/>
                    <a:pt x="1411641" y="5109"/>
                  </a:cubicBezTo>
                  <a:cubicBezTo>
                    <a:pt x="1411204" y="5109"/>
                    <a:pt x="1407939" y="4032"/>
                    <a:pt x="1407939" y="4032"/>
                  </a:cubicBezTo>
                  <a:cubicBezTo>
                    <a:pt x="1407939" y="4032"/>
                    <a:pt x="1406324" y="2283"/>
                    <a:pt x="1405651" y="2081"/>
                  </a:cubicBezTo>
                  <a:cubicBezTo>
                    <a:pt x="1405012" y="1879"/>
                    <a:pt x="1401612" y="1442"/>
                    <a:pt x="1400435" y="1106"/>
                  </a:cubicBezTo>
                  <a:cubicBezTo>
                    <a:pt x="1399257" y="769"/>
                    <a:pt x="1397069" y="-105"/>
                    <a:pt x="1396632" y="29"/>
                  </a:cubicBezTo>
                  <a:cubicBezTo>
                    <a:pt x="1396194" y="130"/>
                    <a:pt x="1393367" y="-72"/>
                    <a:pt x="1393030" y="29"/>
                  </a:cubicBezTo>
                  <a:cubicBezTo>
                    <a:pt x="1392694" y="130"/>
                    <a:pt x="1389564" y="1005"/>
                    <a:pt x="1387175" y="1240"/>
                  </a:cubicBezTo>
                  <a:cubicBezTo>
                    <a:pt x="1384785" y="1442"/>
                    <a:pt x="1382833" y="1240"/>
                    <a:pt x="1382295" y="1240"/>
                  </a:cubicBezTo>
                  <a:cubicBezTo>
                    <a:pt x="1381756" y="1240"/>
                    <a:pt x="1378828" y="2115"/>
                    <a:pt x="1378155" y="2216"/>
                  </a:cubicBezTo>
                  <a:cubicBezTo>
                    <a:pt x="1377516" y="2317"/>
                    <a:pt x="1376102" y="2653"/>
                    <a:pt x="1375665" y="2754"/>
                  </a:cubicBezTo>
                  <a:cubicBezTo>
                    <a:pt x="1375227" y="2855"/>
                    <a:pt x="1373814" y="3965"/>
                    <a:pt x="1373477" y="4066"/>
                  </a:cubicBezTo>
                  <a:cubicBezTo>
                    <a:pt x="1373141" y="4167"/>
                    <a:pt x="1371626" y="5714"/>
                    <a:pt x="1371626" y="5714"/>
                  </a:cubicBezTo>
                  <a:cubicBezTo>
                    <a:pt x="1371626" y="5714"/>
                    <a:pt x="1369876" y="8540"/>
                    <a:pt x="1369573" y="8977"/>
                  </a:cubicBezTo>
                  <a:cubicBezTo>
                    <a:pt x="1369270" y="9415"/>
                    <a:pt x="1368597" y="11467"/>
                    <a:pt x="1368160" y="12577"/>
                  </a:cubicBezTo>
                  <a:cubicBezTo>
                    <a:pt x="1367722" y="13653"/>
                    <a:pt x="1367285" y="15503"/>
                    <a:pt x="1367285" y="15941"/>
                  </a:cubicBezTo>
                  <a:cubicBezTo>
                    <a:pt x="1367285" y="16378"/>
                    <a:pt x="1367487" y="19103"/>
                    <a:pt x="1367487" y="19540"/>
                  </a:cubicBezTo>
                  <a:cubicBezTo>
                    <a:pt x="1367487" y="19977"/>
                    <a:pt x="1368900" y="24653"/>
                    <a:pt x="1368900" y="24653"/>
                  </a:cubicBezTo>
                  <a:cubicBezTo>
                    <a:pt x="1368900" y="24653"/>
                    <a:pt x="1369674" y="30944"/>
                    <a:pt x="1369540" y="31381"/>
                  </a:cubicBezTo>
                  <a:cubicBezTo>
                    <a:pt x="1369439" y="31819"/>
                    <a:pt x="1368564" y="34846"/>
                    <a:pt x="1368025" y="36158"/>
                  </a:cubicBezTo>
                  <a:cubicBezTo>
                    <a:pt x="1367487" y="37470"/>
                    <a:pt x="1366948" y="38547"/>
                    <a:pt x="1366073" y="39858"/>
                  </a:cubicBezTo>
                  <a:cubicBezTo>
                    <a:pt x="1365198" y="41170"/>
                    <a:pt x="1364996" y="41810"/>
                    <a:pt x="1364121" y="42348"/>
                  </a:cubicBezTo>
                  <a:cubicBezTo>
                    <a:pt x="1363246" y="42886"/>
                    <a:pt x="1360958" y="45813"/>
                    <a:pt x="1360083" y="46048"/>
                  </a:cubicBezTo>
                  <a:cubicBezTo>
                    <a:pt x="1359208" y="46250"/>
                    <a:pt x="1355405" y="47797"/>
                    <a:pt x="1353655" y="48235"/>
                  </a:cubicBezTo>
                  <a:cubicBezTo>
                    <a:pt x="1351905" y="48672"/>
                    <a:pt x="1350188" y="49984"/>
                    <a:pt x="1349515" y="50085"/>
                  </a:cubicBezTo>
                  <a:cubicBezTo>
                    <a:pt x="1348876" y="50186"/>
                    <a:pt x="1346049" y="52372"/>
                    <a:pt x="1345510" y="52473"/>
                  </a:cubicBezTo>
                  <a:cubicBezTo>
                    <a:pt x="1344972" y="52608"/>
                    <a:pt x="1341707" y="55064"/>
                    <a:pt x="1341505" y="55501"/>
                  </a:cubicBezTo>
                  <a:cubicBezTo>
                    <a:pt x="1341303" y="55938"/>
                    <a:pt x="1334640" y="57687"/>
                    <a:pt x="1333798" y="57687"/>
                  </a:cubicBezTo>
                  <a:cubicBezTo>
                    <a:pt x="1332957" y="57687"/>
                    <a:pt x="1330433" y="57687"/>
                    <a:pt x="1320101" y="56476"/>
                  </a:cubicBezTo>
                  <a:cubicBezTo>
                    <a:pt x="1309769" y="55299"/>
                    <a:pt x="1316736" y="56140"/>
                    <a:pt x="1316062" y="56140"/>
                  </a:cubicBezTo>
                  <a:cubicBezTo>
                    <a:pt x="1315423" y="56140"/>
                    <a:pt x="1311485" y="55905"/>
                    <a:pt x="1308457" y="55501"/>
                  </a:cubicBezTo>
                  <a:cubicBezTo>
                    <a:pt x="1305428" y="55064"/>
                    <a:pt x="1303442" y="54525"/>
                    <a:pt x="1301726" y="54290"/>
                  </a:cubicBezTo>
                  <a:cubicBezTo>
                    <a:pt x="1299976" y="54088"/>
                    <a:pt x="1297149" y="54088"/>
                    <a:pt x="1295197" y="53853"/>
                  </a:cubicBezTo>
                  <a:cubicBezTo>
                    <a:pt x="1293245" y="53617"/>
                    <a:pt x="1291394" y="52978"/>
                    <a:pt x="1290317" y="52642"/>
                  </a:cubicBezTo>
                  <a:cubicBezTo>
                    <a:pt x="1289240" y="52305"/>
                    <a:pt x="1287725" y="52440"/>
                    <a:pt x="1285740" y="52642"/>
                  </a:cubicBezTo>
                  <a:cubicBezTo>
                    <a:pt x="1283788" y="52877"/>
                    <a:pt x="1282374" y="55131"/>
                    <a:pt x="1280961" y="56241"/>
                  </a:cubicBezTo>
                  <a:cubicBezTo>
                    <a:pt x="1279547" y="57317"/>
                    <a:pt x="1277696" y="58428"/>
                    <a:pt x="1277696" y="58428"/>
                  </a:cubicBezTo>
                  <a:cubicBezTo>
                    <a:pt x="1277696" y="58428"/>
                    <a:pt x="1275206" y="62464"/>
                    <a:pt x="1274230" y="63541"/>
                  </a:cubicBezTo>
                  <a:cubicBezTo>
                    <a:pt x="1273254" y="64617"/>
                    <a:pt x="1273153" y="66467"/>
                    <a:pt x="1273153" y="66467"/>
                  </a:cubicBezTo>
                  <a:cubicBezTo>
                    <a:pt x="1273153" y="66467"/>
                    <a:pt x="1269787" y="70706"/>
                    <a:pt x="1269249" y="71244"/>
                  </a:cubicBezTo>
                  <a:cubicBezTo>
                    <a:pt x="1268710" y="71782"/>
                    <a:pt x="1264369" y="76458"/>
                    <a:pt x="1264369" y="76458"/>
                  </a:cubicBezTo>
                  <a:lnTo>
                    <a:pt x="1260129" y="82547"/>
                  </a:lnTo>
                  <a:cubicBezTo>
                    <a:pt x="1260129" y="82547"/>
                    <a:pt x="1257100" y="88972"/>
                    <a:pt x="1256965" y="89275"/>
                  </a:cubicBezTo>
                  <a:cubicBezTo>
                    <a:pt x="1256864" y="89611"/>
                    <a:pt x="1254374" y="92975"/>
                    <a:pt x="1254374" y="92975"/>
                  </a:cubicBezTo>
                  <a:lnTo>
                    <a:pt x="1253297" y="97214"/>
                  </a:lnTo>
                  <a:cubicBezTo>
                    <a:pt x="1253297" y="97214"/>
                    <a:pt x="1252657" y="101015"/>
                    <a:pt x="1252657" y="101890"/>
                  </a:cubicBezTo>
                  <a:cubicBezTo>
                    <a:pt x="1252657" y="102765"/>
                    <a:pt x="1251782" y="105052"/>
                    <a:pt x="1251782" y="105052"/>
                  </a:cubicBezTo>
                  <a:cubicBezTo>
                    <a:pt x="1251782" y="105052"/>
                    <a:pt x="1251143" y="111343"/>
                    <a:pt x="1250907" y="111578"/>
                  </a:cubicBezTo>
                  <a:cubicBezTo>
                    <a:pt x="1250672" y="111780"/>
                    <a:pt x="1250840" y="114505"/>
                    <a:pt x="1250840" y="114505"/>
                  </a:cubicBezTo>
                  <a:cubicBezTo>
                    <a:pt x="1250840" y="114505"/>
                    <a:pt x="1251042" y="122444"/>
                    <a:pt x="1250840" y="122747"/>
                  </a:cubicBezTo>
                  <a:cubicBezTo>
                    <a:pt x="1250638" y="123083"/>
                    <a:pt x="1249224" y="126750"/>
                    <a:pt x="1249090" y="127086"/>
                  </a:cubicBezTo>
                  <a:cubicBezTo>
                    <a:pt x="1248989" y="127422"/>
                    <a:pt x="1247912" y="144915"/>
                    <a:pt x="1248114" y="145218"/>
                  </a:cubicBezTo>
                  <a:cubicBezTo>
                    <a:pt x="1248316" y="145554"/>
                    <a:pt x="1248450" y="148144"/>
                    <a:pt x="1248551" y="149658"/>
                  </a:cubicBezTo>
                  <a:cubicBezTo>
                    <a:pt x="1248686" y="151172"/>
                    <a:pt x="1248518" y="152047"/>
                    <a:pt x="1248484" y="153460"/>
                  </a:cubicBezTo>
                  <a:cubicBezTo>
                    <a:pt x="1248450" y="154872"/>
                    <a:pt x="1248619" y="155949"/>
                    <a:pt x="1248484" y="157597"/>
                  </a:cubicBezTo>
                  <a:cubicBezTo>
                    <a:pt x="1248316" y="159212"/>
                    <a:pt x="1248652" y="161735"/>
                    <a:pt x="1248417" y="163047"/>
                  </a:cubicBezTo>
                  <a:cubicBezTo>
                    <a:pt x="1248215" y="164359"/>
                    <a:pt x="1248652" y="165099"/>
                    <a:pt x="1248417" y="167521"/>
                  </a:cubicBezTo>
                  <a:cubicBezTo>
                    <a:pt x="1248215" y="169909"/>
                    <a:pt x="1248417" y="169808"/>
                    <a:pt x="1248417" y="171221"/>
                  </a:cubicBezTo>
                  <a:cubicBezTo>
                    <a:pt x="1248417" y="172634"/>
                    <a:pt x="1248215" y="172533"/>
                    <a:pt x="1247777" y="174047"/>
                  </a:cubicBezTo>
                  <a:cubicBezTo>
                    <a:pt x="1247340" y="175561"/>
                    <a:pt x="1247777" y="175796"/>
                    <a:pt x="1247777" y="175796"/>
                  </a:cubicBezTo>
                  <a:cubicBezTo>
                    <a:pt x="1247777" y="175796"/>
                    <a:pt x="1246364" y="179059"/>
                    <a:pt x="1246162" y="180035"/>
                  </a:cubicBezTo>
                  <a:cubicBezTo>
                    <a:pt x="1245926" y="181010"/>
                    <a:pt x="1245186" y="181549"/>
                    <a:pt x="1243234" y="186023"/>
                  </a:cubicBezTo>
                  <a:cubicBezTo>
                    <a:pt x="1241282" y="190463"/>
                    <a:pt x="1241820" y="188209"/>
                    <a:pt x="1241046" y="190699"/>
                  </a:cubicBezTo>
                  <a:cubicBezTo>
                    <a:pt x="1240272" y="193188"/>
                    <a:pt x="1239195" y="192885"/>
                    <a:pt x="1238859" y="193188"/>
                  </a:cubicBezTo>
                  <a:cubicBezTo>
                    <a:pt x="1238522" y="193524"/>
                    <a:pt x="1235931" y="194264"/>
                    <a:pt x="1233541" y="195139"/>
                  </a:cubicBezTo>
                  <a:cubicBezTo>
                    <a:pt x="1231152" y="196014"/>
                    <a:pt x="1228863" y="196014"/>
                    <a:pt x="1227551" y="196215"/>
                  </a:cubicBezTo>
                  <a:cubicBezTo>
                    <a:pt x="1226238" y="196417"/>
                    <a:pt x="1222435" y="196215"/>
                    <a:pt x="1217656" y="196552"/>
                  </a:cubicBezTo>
                  <a:cubicBezTo>
                    <a:pt x="1212878" y="196888"/>
                    <a:pt x="1213753" y="196316"/>
                    <a:pt x="1213416" y="196653"/>
                  </a:cubicBezTo>
                  <a:cubicBezTo>
                    <a:pt x="1213079" y="196989"/>
                    <a:pt x="1207998" y="197628"/>
                    <a:pt x="1207998" y="197628"/>
                  </a:cubicBezTo>
                  <a:cubicBezTo>
                    <a:pt x="1207998" y="197628"/>
                    <a:pt x="1203858" y="196417"/>
                    <a:pt x="1202344" y="196115"/>
                  </a:cubicBezTo>
                  <a:cubicBezTo>
                    <a:pt x="1200829" y="195778"/>
                    <a:pt x="1199315" y="195677"/>
                    <a:pt x="1197666" y="195341"/>
                  </a:cubicBezTo>
                  <a:cubicBezTo>
                    <a:pt x="1196050" y="195004"/>
                    <a:pt x="1193863" y="195442"/>
                    <a:pt x="1192988" y="195341"/>
                  </a:cubicBezTo>
                  <a:cubicBezTo>
                    <a:pt x="1192113" y="195240"/>
                    <a:pt x="1190161" y="193289"/>
                    <a:pt x="1189723" y="193053"/>
                  </a:cubicBezTo>
                  <a:cubicBezTo>
                    <a:pt x="1189286" y="192851"/>
                    <a:pt x="1181680" y="189353"/>
                    <a:pt x="1180266" y="189790"/>
                  </a:cubicBezTo>
                  <a:cubicBezTo>
                    <a:pt x="1178853" y="190228"/>
                    <a:pt x="1179189" y="190665"/>
                    <a:pt x="1176800" y="193154"/>
                  </a:cubicBezTo>
                  <a:cubicBezTo>
                    <a:pt x="1174410" y="195644"/>
                    <a:pt x="1172021" y="195778"/>
                    <a:pt x="1170708" y="195778"/>
                  </a:cubicBezTo>
                  <a:cubicBezTo>
                    <a:pt x="1169396" y="195778"/>
                    <a:pt x="1167006" y="192751"/>
                    <a:pt x="1166569" y="192313"/>
                  </a:cubicBezTo>
                  <a:cubicBezTo>
                    <a:pt x="1166131" y="191876"/>
                    <a:pt x="1162766" y="188613"/>
                    <a:pt x="1162530" y="188277"/>
                  </a:cubicBezTo>
                  <a:cubicBezTo>
                    <a:pt x="1162295" y="187940"/>
                    <a:pt x="1160477" y="185014"/>
                    <a:pt x="1159602" y="184374"/>
                  </a:cubicBezTo>
                  <a:cubicBezTo>
                    <a:pt x="1158727" y="183735"/>
                    <a:pt x="1156876" y="183601"/>
                    <a:pt x="1156876" y="183601"/>
                  </a:cubicBezTo>
                  <a:cubicBezTo>
                    <a:pt x="1156876" y="183601"/>
                    <a:pt x="1148294" y="181851"/>
                    <a:pt x="1147419" y="181851"/>
                  </a:cubicBezTo>
                  <a:cubicBezTo>
                    <a:pt x="1146544" y="181851"/>
                    <a:pt x="1137861" y="180775"/>
                    <a:pt x="1137861" y="180775"/>
                  </a:cubicBezTo>
                  <a:lnTo>
                    <a:pt x="1125140" y="177949"/>
                  </a:lnTo>
                  <a:lnTo>
                    <a:pt x="1121102" y="177949"/>
                  </a:lnTo>
                  <a:cubicBezTo>
                    <a:pt x="1121102" y="177949"/>
                    <a:pt x="1116323" y="177142"/>
                    <a:pt x="1115347" y="177041"/>
                  </a:cubicBezTo>
                  <a:cubicBezTo>
                    <a:pt x="1114371" y="176940"/>
                    <a:pt x="1111005" y="176133"/>
                    <a:pt x="1110029" y="176133"/>
                  </a:cubicBezTo>
                  <a:cubicBezTo>
                    <a:pt x="1109053" y="176133"/>
                    <a:pt x="1107101" y="175258"/>
                    <a:pt x="1106327" y="175056"/>
                  </a:cubicBezTo>
                  <a:cubicBezTo>
                    <a:pt x="1105553" y="174821"/>
                    <a:pt x="1102087" y="173643"/>
                    <a:pt x="1101447" y="173307"/>
                  </a:cubicBezTo>
                  <a:cubicBezTo>
                    <a:pt x="1100808" y="172971"/>
                    <a:pt x="1099495" y="171793"/>
                    <a:pt x="1098957" y="171255"/>
                  </a:cubicBezTo>
                  <a:cubicBezTo>
                    <a:pt x="1098418" y="170717"/>
                    <a:pt x="1096904" y="169943"/>
                    <a:pt x="1096466" y="169640"/>
                  </a:cubicBezTo>
                  <a:cubicBezTo>
                    <a:pt x="1096029" y="169304"/>
                    <a:pt x="1093303" y="167050"/>
                    <a:pt x="1092327" y="166377"/>
                  </a:cubicBezTo>
                  <a:cubicBezTo>
                    <a:pt x="1091351" y="165738"/>
                    <a:pt x="1089836" y="164426"/>
                    <a:pt x="1088726" y="163350"/>
                  </a:cubicBezTo>
                  <a:cubicBezTo>
                    <a:pt x="1087649" y="162273"/>
                    <a:pt x="1086538" y="162139"/>
                    <a:pt x="1085360" y="161600"/>
                  </a:cubicBezTo>
                  <a:cubicBezTo>
                    <a:pt x="1084149" y="161062"/>
                    <a:pt x="1082971" y="160087"/>
                    <a:pt x="1081355" y="159010"/>
                  </a:cubicBezTo>
                  <a:cubicBezTo>
                    <a:pt x="1079706" y="157934"/>
                    <a:pt x="1079067" y="157698"/>
                    <a:pt x="1078730" y="157362"/>
                  </a:cubicBezTo>
                  <a:cubicBezTo>
                    <a:pt x="1078394" y="157025"/>
                    <a:pt x="1076442" y="155310"/>
                    <a:pt x="1076442" y="155310"/>
                  </a:cubicBezTo>
                  <a:cubicBezTo>
                    <a:pt x="1076442" y="155310"/>
                    <a:pt x="1072841" y="152719"/>
                    <a:pt x="1072201" y="151845"/>
                  </a:cubicBezTo>
                  <a:cubicBezTo>
                    <a:pt x="1071562" y="150970"/>
                    <a:pt x="1070115" y="150331"/>
                    <a:pt x="1069812" y="150096"/>
                  </a:cubicBezTo>
                  <a:cubicBezTo>
                    <a:pt x="1069475" y="149894"/>
                    <a:pt x="1067321" y="148245"/>
                    <a:pt x="1066884" y="148245"/>
                  </a:cubicBezTo>
                  <a:cubicBezTo>
                    <a:pt x="1066446" y="148245"/>
                    <a:pt x="1063956" y="145756"/>
                    <a:pt x="1063081" y="145655"/>
                  </a:cubicBezTo>
                  <a:cubicBezTo>
                    <a:pt x="1062206" y="145554"/>
                    <a:pt x="1059076" y="143267"/>
                    <a:pt x="1059076" y="143267"/>
                  </a:cubicBezTo>
                  <a:lnTo>
                    <a:pt x="1057764" y="143267"/>
                  </a:lnTo>
                  <a:lnTo>
                    <a:pt x="1054768" y="141753"/>
                  </a:lnTo>
                  <a:cubicBezTo>
                    <a:pt x="1054768" y="141753"/>
                    <a:pt x="1053456" y="141215"/>
                    <a:pt x="1052985" y="141215"/>
                  </a:cubicBezTo>
                  <a:cubicBezTo>
                    <a:pt x="1052513" y="141215"/>
                    <a:pt x="1051504" y="140777"/>
                    <a:pt x="1051302" y="140777"/>
                  </a:cubicBezTo>
                  <a:cubicBezTo>
                    <a:pt x="1051100" y="140777"/>
                    <a:pt x="1050932" y="140710"/>
                    <a:pt x="1050932" y="140710"/>
                  </a:cubicBezTo>
                  <a:cubicBezTo>
                    <a:pt x="1050932" y="140710"/>
                    <a:pt x="1049586" y="139634"/>
                    <a:pt x="1049148" y="138759"/>
                  </a:cubicBezTo>
                  <a:cubicBezTo>
                    <a:pt x="1048710" y="137884"/>
                    <a:pt x="1047095" y="137514"/>
                    <a:pt x="1046321" y="136909"/>
                  </a:cubicBezTo>
                  <a:cubicBezTo>
                    <a:pt x="1045547" y="136303"/>
                    <a:pt x="1045109" y="135967"/>
                    <a:pt x="1044571" y="135967"/>
                  </a:cubicBezTo>
                  <a:cubicBezTo>
                    <a:pt x="1044032" y="135967"/>
                    <a:pt x="1043393" y="135429"/>
                    <a:pt x="1041037" y="136404"/>
                  </a:cubicBezTo>
                  <a:cubicBezTo>
                    <a:pt x="1038715" y="137380"/>
                    <a:pt x="1040230" y="136942"/>
                    <a:pt x="1039960" y="137043"/>
                  </a:cubicBezTo>
                  <a:cubicBezTo>
                    <a:pt x="1039691" y="137144"/>
                    <a:pt x="1039590" y="137548"/>
                    <a:pt x="1039388" y="137851"/>
                  </a:cubicBezTo>
                  <a:cubicBezTo>
                    <a:pt x="1039186" y="138187"/>
                    <a:pt x="1039153" y="138759"/>
                    <a:pt x="1039153" y="138994"/>
                  </a:cubicBezTo>
                  <a:cubicBezTo>
                    <a:pt x="1039153" y="139196"/>
                    <a:pt x="1039254" y="139903"/>
                    <a:pt x="1039388" y="140138"/>
                  </a:cubicBezTo>
                  <a:cubicBezTo>
                    <a:pt x="1039489" y="140340"/>
                    <a:pt x="1039254" y="141349"/>
                    <a:pt x="1039254" y="141349"/>
                  </a:cubicBezTo>
                  <a:cubicBezTo>
                    <a:pt x="1039254" y="141349"/>
                    <a:pt x="1039556" y="142358"/>
                    <a:pt x="1039254" y="142796"/>
                  </a:cubicBezTo>
                  <a:cubicBezTo>
                    <a:pt x="1038951" y="143233"/>
                    <a:pt x="1037806" y="145420"/>
                    <a:pt x="1037806" y="145420"/>
                  </a:cubicBezTo>
                  <a:lnTo>
                    <a:pt x="1035484" y="147875"/>
                  </a:lnTo>
                  <a:lnTo>
                    <a:pt x="1033162" y="151643"/>
                  </a:lnTo>
                  <a:lnTo>
                    <a:pt x="1031277" y="153964"/>
                  </a:lnTo>
                  <a:lnTo>
                    <a:pt x="1029830" y="156151"/>
                  </a:lnTo>
                  <a:lnTo>
                    <a:pt x="1028080" y="159346"/>
                  </a:lnTo>
                  <a:lnTo>
                    <a:pt x="1024446" y="161802"/>
                  </a:lnTo>
                  <a:cubicBezTo>
                    <a:pt x="1024446" y="161802"/>
                    <a:pt x="1021686" y="164392"/>
                    <a:pt x="1020239" y="165435"/>
                  </a:cubicBezTo>
                  <a:cubicBezTo>
                    <a:pt x="1018791" y="166444"/>
                    <a:pt x="1015594" y="169203"/>
                    <a:pt x="1014450" y="169775"/>
                  </a:cubicBezTo>
                  <a:cubicBezTo>
                    <a:pt x="1013306" y="170347"/>
                    <a:pt x="1010815" y="174854"/>
                    <a:pt x="1010815" y="174854"/>
                  </a:cubicBezTo>
                  <a:cubicBezTo>
                    <a:pt x="1010815" y="174854"/>
                    <a:pt x="1009234" y="178319"/>
                    <a:pt x="1008628" y="179362"/>
                  </a:cubicBezTo>
                  <a:cubicBezTo>
                    <a:pt x="1008056" y="180371"/>
                    <a:pt x="1007181" y="184273"/>
                    <a:pt x="1006743" y="185148"/>
                  </a:cubicBezTo>
                  <a:cubicBezTo>
                    <a:pt x="1006306" y="186023"/>
                    <a:pt x="1004421" y="190059"/>
                    <a:pt x="1003983" y="190665"/>
                  </a:cubicBezTo>
                  <a:cubicBezTo>
                    <a:pt x="1003546" y="191237"/>
                    <a:pt x="1000517" y="196451"/>
                    <a:pt x="1000080" y="197056"/>
                  </a:cubicBezTo>
                  <a:cubicBezTo>
                    <a:pt x="999642" y="197628"/>
                    <a:pt x="997185" y="203852"/>
                    <a:pt x="997185" y="203852"/>
                  </a:cubicBezTo>
                  <a:lnTo>
                    <a:pt x="995435" y="207485"/>
                  </a:lnTo>
                  <a:lnTo>
                    <a:pt x="989781" y="212564"/>
                  </a:lnTo>
                  <a:lnTo>
                    <a:pt x="987459" y="217476"/>
                  </a:lnTo>
                  <a:cubicBezTo>
                    <a:pt x="987459" y="217476"/>
                    <a:pt x="983690" y="221546"/>
                    <a:pt x="983555" y="222118"/>
                  </a:cubicBezTo>
                  <a:cubicBezTo>
                    <a:pt x="983421" y="222690"/>
                    <a:pt x="979214" y="229081"/>
                    <a:pt x="979214" y="229081"/>
                  </a:cubicBezTo>
                  <a:lnTo>
                    <a:pt x="976319" y="231840"/>
                  </a:lnTo>
                  <a:lnTo>
                    <a:pt x="973863" y="235305"/>
                  </a:lnTo>
                  <a:cubicBezTo>
                    <a:pt x="973863" y="235305"/>
                    <a:pt x="970665" y="238063"/>
                    <a:pt x="969521" y="238635"/>
                  </a:cubicBezTo>
                  <a:cubicBezTo>
                    <a:pt x="968377" y="239207"/>
                    <a:pt x="966492" y="242705"/>
                    <a:pt x="966055" y="242975"/>
                  </a:cubicBezTo>
                  <a:cubicBezTo>
                    <a:pt x="965617" y="243277"/>
                    <a:pt x="964305" y="246002"/>
                    <a:pt x="963867" y="246439"/>
                  </a:cubicBezTo>
                  <a:cubicBezTo>
                    <a:pt x="963430" y="246877"/>
                    <a:pt x="960098" y="249198"/>
                    <a:pt x="960098" y="249198"/>
                  </a:cubicBezTo>
                  <a:cubicBezTo>
                    <a:pt x="960098" y="249198"/>
                    <a:pt x="957641" y="251654"/>
                    <a:pt x="956631" y="252394"/>
                  </a:cubicBezTo>
                  <a:cubicBezTo>
                    <a:pt x="955622" y="253100"/>
                    <a:pt x="954612" y="255859"/>
                    <a:pt x="952896" y="257305"/>
                  </a:cubicBezTo>
                  <a:cubicBezTo>
                    <a:pt x="951213" y="258752"/>
                    <a:pt x="949530" y="261073"/>
                    <a:pt x="949093" y="261207"/>
                  </a:cubicBezTo>
                  <a:cubicBezTo>
                    <a:pt x="948655" y="261342"/>
                    <a:pt x="948790" y="265850"/>
                    <a:pt x="948790" y="265850"/>
                  </a:cubicBezTo>
                  <a:lnTo>
                    <a:pt x="948655" y="270189"/>
                  </a:lnTo>
                  <a:lnTo>
                    <a:pt x="947511" y="276412"/>
                  </a:lnTo>
                  <a:cubicBezTo>
                    <a:pt x="947511" y="276412"/>
                    <a:pt x="945492" y="278868"/>
                    <a:pt x="944920" y="279305"/>
                  </a:cubicBezTo>
                  <a:cubicBezTo>
                    <a:pt x="944348" y="279743"/>
                    <a:pt x="942160" y="282770"/>
                    <a:pt x="941723" y="282938"/>
                  </a:cubicBezTo>
                  <a:cubicBezTo>
                    <a:pt x="941285" y="283073"/>
                    <a:pt x="939838" y="286572"/>
                    <a:pt x="939838" y="286572"/>
                  </a:cubicBezTo>
                  <a:cubicBezTo>
                    <a:pt x="939838" y="286572"/>
                    <a:pt x="938525" y="288455"/>
                    <a:pt x="938391" y="288893"/>
                  </a:cubicBezTo>
                  <a:cubicBezTo>
                    <a:pt x="938256" y="289330"/>
                    <a:pt x="936944" y="291348"/>
                    <a:pt x="936944" y="291348"/>
                  </a:cubicBezTo>
                  <a:lnTo>
                    <a:pt x="936506" y="295419"/>
                  </a:lnTo>
                  <a:lnTo>
                    <a:pt x="936506" y="298043"/>
                  </a:lnTo>
                  <a:cubicBezTo>
                    <a:pt x="936506" y="298043"/>
                    <a:pt x="937011" y="300061"/>
                    <a:pt x="937314" y="301373"/>
                  </a:cubicBezTo>
                  <a:cubicBezTo>
                    <a:pt x="937617" y="302685"/>
                    <a:pt x="938694" y="304131"/>
                    <a:pt x="939131" y="304434"/>
                  </a:cubicBezTo>
                  <a:cubicBezTo>
                    <a:pt x="939569" y="304737"/>
                    <a:pt x="940006" y="305174"/>
                    <a:pt x="940881" y="305881"/>
                  </a:cubicBezTo>
                  <a:cubicBezTo>
                    <a:pt x="941756" y="306587"/>
                    <a:pt x="943338" y="308639"/>
                    <a:pt x="943338" y="308639"/>
                  </a:cubicBezTo>
                  <a:lnTo>
                    <a:pt x="944045" y="311095"/>
                  </a:lnTo>
                  <a:lnTo>
                    <a:pt x="945795" y="314122"/>
                  </a:lnTo>
                  <a:cubicBezTo>
                    <a:pt x="945795" y="314122"/>
                    <a:pt x="948992" y="318193"/>
                    <a:pt x="948992" y="318596"/>
                  </a:cubicBezTo>
                  <a:cubicBezTo>
                    <a:pt x="948992" y="319034"/>
                    <a:pt x="950304" y="320480"/>
                    <a:pt x="950304" y="320480"/>
                  </a:cubicBezTo>
                  <a:lnTo>
                    <a:pt x="951752" y="323508"/>
                  </a:lnTo>
                  <a:cubicBezTo>
                    <a:pt x="951752" y="323508"/>
                    <a:pt x="952324" y="324080"/>
                    <a:pt x="952761" y="330034"/>
                  </a:cubicBezTo>
                  <a:cubicBezTo>
                    <a:pt x="953199" y="335988"/>
                    <a:pt x="952761" y="332052"/>
                    <a:pt x="952761" y="333667"/>
                  </a:cubicBezTo>
                  <a:cubicBezTo>
                    <a:pt x="952761" y="335248"/>
                    <a:pt x="950877" y="334542"/>
                    <a:pt x="950439" y="334542"/>
                  </a:cubicBezTo>
                  <a:cubicBezTo>
                    <a:pt x="950002" y="334542"/>
                    <a:pt x="946670" y="334979"/>
                    <a:pt x="945795" y="335282"/>
                  </a:cubicBezTo>
                  <a:cubicBezTo>
                    <a:pt x="944920" y="335584"/>
                    <a:pt x="939569" y="335282"/>
                    <a:pt x="938121" y="335282"/>
                  </a:cubicBezTo>
                  <a:cubicBezTo>
                    <a:pt x="936674" y="335282"/>
                    <a:pt x="933780" y="334844"/>
                    <a:pt x="933780" y="334844"/>
                  </a:cubicBezTo>
                  <a:lnTo>
                    <a:pt x="927991" y="332221"/>
                  </a:lnTo>
                  <a:lnTo>
                    <a:pt x="922775" y="330202"/>
                  </a:lnTo>
                  <a:lnTo>
                    <a:pt x="918871" y="329630"/>
                  </a:lnTo>
                  <a:lnTo>
                    <a:pt x="914967" y="327444"/>
                  </a:lnTo>
                  <a:lnTo>
                    <a:pt x="911063" y="324685"/>
                  </a:lnTo>
                  <a:lnTo>
                    <a:pt x="908304" y="323373"/>
                  </a:lnTo>
                  <a:lnTo>
                    <a:pt x="903962" y="318294"/>
                  </a:lnTo>
                  <a:lnTo>
                    <a:pt x="898173" y="312205"/>
                  </a:lnTo>
                  <a:lnTo>
                    <a:pt x="892250" y="311902"/>
                  </a:lnTo>
                  <a:lnTo>
                    <a:pt x="870644" y="311902"/>
                  </a:lnTo>
                  <a:cubicBezTo>
                    <a:pt x="870644" y="311902"/>
                    <a:pt x="867178" y="311095"/>
                    <a:pt x="858192" y="311969"/>
                  </a:cubicBezTo>
                  <a:cubicBezTo>
                    <a:pt x="849206" y="312844"/>
                    <a:pt x="847187" y="311599"/>
                    <a:pt x="840086" y="311599"/>
                  </a:cubicBezTo>
                  <a:cubicBezTo>
                    <a:pt x="832985" y="311599"/>
                    <a:pt x="834735" y="310725"/>
                    <a:pt x="825311" y="309581"/>
                  </a:cubicBezTo>
                  <a:cubicBezTo>
                    <a:pt x="815888" y="308437"/>
                    <a:pt x="820398" y="309446"/>
                    <a:pt x="817066" y="309446"/>
                  </a:cubicBezTo>
                  <a:cubicBezTo>
                    <a:pt x="813734" y="309446"/>
                    <a:pt x="807643" y="309446"/>
                    <a:pt x="800407" y="309144"/>
                  </a:cubicBezTo>
                  <a:cubicBezTo>
                    <a:pt x="793171" y="308841"/>
                    <a:pt x="792734" y="310018"/>
                    <a:pt x="787652" y="310456"/>
                  </a:cubicBezTo>
                  <a:cubicBezTo>
                    <a:pt x="782570" y="310893"/>
                    <a:pt x="781291" y="310456"/>
                    <a:pt x="775906" y="310456"/>
                  </a:cubicBezTo>
                  <a:cubicBezTo>
                    <a:pt x="770555" y="310456"/>
                    <a:pt x="766921" y="310456"/>
                    <a:pt x="762714" y="309581"/>
                  </a:cubicBezTo>
                  <a:cubicBezTo>
                    <a:pt x="758507" y="308706"/>
                    <a:pt x="758507" y="307563"/>
                    <a:pt x="757060" y="306856"/>
                  </a:cubicBezTo>
                  <a:cubicBezTo>
                    <a:pt x="755613" y="306150"/>
                    <a:pt x="751406" y="306823"/>
                    <a:pt x="748949" y="307125"/>
                  </a:cubicBezTo>
                  <a:cubicBezTo>
                    <a:pt x="746492" y="307428"/>
                    <a:pt x="743598" y="306419"/>
                    <a:pt x="741545" y="307125"/>
                  </a:cubicBezTo>
                  <a:cubicBezTo>
                    <a:pt x="739526" y="307865"/>
                    <a:pt x="738651" y="309144"/>
                    <a:pt x="736194" y="310153"/>
                  </a:cubicBezTo>
                  <a:cubicBezTo>
                    <a:pt x="733737" y="311162"/>
                    <a:pt x="733603" y="312609"/>
                    <a:pt x="732290" y="314661"/>
                  </a:cubicBezTo>
                  <a:cubicBezTo>
                    <a:pt x="730978" y="316679"/>
                    <a:pt x="731415" y="317991"/>
                    <a:pt x="731415" y="317991"/>
                  </a:cubicBezTo>
                  <a:cubicBezTo>
                    <a:pt x="731415" y="317991"/>
                    <a:pt x="731415" y="321624"/>
                    <a:pt x="731415" y="323777"/>
                  </a:cubicBezTo>
                  <a:cubicBezTo>
                    <a:pt x="731415" y="325930"/>
                    <a:pt x="735184" y="327679"/>
                    <a:pt x="735184" y="327679"/>
                  </a:cubicBezTo>
                  <a:cubicBezTo>
                    <a:pt x="735184" y="327679"/>
                    <a:pt x="736497" y="327982"/>
                    <a:pt x="738954" y="329294"/>
                  </a:cubicBezTo>
                  <a:cubicBezTo>
                    <a:pt x="741410" y="330606"/>
                    <a:pt x="741410" y="329731"/>
                    <a:pt x="741983" y="330000"/>
                  </a:cubicBezTo>
                  <a:cubicBezTo>
                    <a:pt x="742555" y="330303"/>
                    <a:pt x="744574" y="330875"/>
                    <a:pt x="745617" y="331178"/>
                  </a:cubicBezTo>
                  <a:cubicBezTo>
                    <a:pt x="746627" y="331480"/>
                    <a:pt x="747637" y="331178"/>
                    <a:pt x="747637" y="331178"/>
                  </a:cubicBezTo>
                  <a:cubicBezTo>
                    <a:pt x="747637" y="331178"/>
                    <a:pt x="749521" y="333633"/>
                    <a:pt x="749521" y="334205"/>
                  </a:cubicBezTo>
                  <a:cubicBezTo>
                    <a:pt x="749521" y="334777"/>
                    <a:pt x="749084" y="335214"/>
                    <a:pt x="749084" y="336964"/>
                  </a:cubicBezTo>
                  <a:cubicBezTo>
                    <a:pt x="749084" y="338713"/>
                    <a:pt x="748781" y="340597"/>
                    <a:pt x="748646" y="341000"/>
                  </a:cubicBezTo>
                  <a:cubicBezTo>
                    <a:pt x="748512" y="341438"/>
                    <a:pt x="748074" y="344028"/>
                    <a:pt x="748343" y="344768"/>
                  </a:cubicBezTo>
                  <a:cubicBezTo>
                    <a:pt x="748646" y="345508"/>
                    <a:pt x="750093" y="346652"/>
                    <a:pt x="752685" y="348973"/>
                  </a:cubicBezTo>
                  <a:cubicBezTo>
                    <a:pt x="755276" y="351294"/>
                    <a:pt x="754132" y="354759"/>
                    <a:pt x="753829" y="355331"/>
                  </a:cubicBezTo>
                  <a:cubicBezTo>
                    <a:pt x="753526" y="355903"/>
                    <a:pt x="753829" y="360545"/>
                    <a:pt x="753829" y="361117"/>
                  </a:cubicBezTo>
                  <a:cubicBezTo>
                    <a:pt x="753829" y="361689"/>
                    <a:pt x="752516" y="366768"/>
                    <a:pt x="752516" y="367340"/>
                  </a:cubicBezTo>
                  <a:cubicBezTo>
                    <a:pt x="752516" y="367912"/>
                    <a:pt x="751776" y="371680"/>
                    <a:pt x="751675" y="372252"/>
                  </a:cubicBezTo>
                  <a:cubicBezTo>
                    <a:pt x="751574" y="372824"/>
                    <a:pt x="751776" y="377163"/>
                    <a:pt x="751641" y="378610"/>
                  </a:cubicBezTo>
                  <a:cubicBezTo>
                    <a:pt x="751507" y="380056"/>
                    <a:pt x="751776" y="381805"/>
                    <a:pt x="751641" y="382377"/>
                  </a:cubicBezTo>
                  <a:cubicBezTo>
                    <a:pt x="751507" y="382949"/>
                    <a:pt x="751069" y="385842"/>
                    <a:pt x="750194" y="388029"/>
                  </a:cubicBezTo>
                  <a:cubicBezTo>
                    <a:pt x="749319" y="390215"/>
                    <a:pt x="749925" y="394252"/>
                    <a:pt x="749353" y="397010"/>
                  </a:cubicBezTo>
                  <a:cubicBezTo>
                    <a:pt x="748781" y="399769"/>
                    <a:pt x="747771" y="402090"/>
                    <a:pt x="747468" y="402965"/>
                  </a:cubicBezTo>
                  <a:cubicBezTo>
                    <a:pt x="747165" y="403839"/>
                    <a:pt x="747165" y="407035"/>
                    <a:pt x="747165" y="409491"/>
                  </a:cubicBezTo>
                  <a:cubicBezTo>
                    <a:pt x="747165" y="411946"/>
                    <a:pt x="744540" y="413393"/>
                    <a:pt x="744540" y="413393"/>
                  </a:cubicBezTo>
                  <a:cubicBezTo>
                    <a:pt x="744540" y="413393"/>
                    <a:pt x="744103" y="421366"/>
                    <a:pt x="744103" y="422509"/>
                  </a:cubicBezTo>
                  <a:cubicBezTo>
                    <a:pt x="744103" y="423687"/>
                    <a:pt x="744237" y="425133"/>
                    <a:pt x="744406" y="427723"/>
                  </a:cubicBezTo>
                  <a:cubicBezTo>
                    <a:pt x="744540" y="430347"/>
                    <a:pt x="745146" y="432635"/>
                    <a:pt x="745415" y="434956"/>
                  </a:cubicBezTo>
                  <a:cubicBezTo>
                    <a:pt x="745718" y="437277"/>
                    <a:pt x="745415" y="437277"/>
                    <a:pt x="745718" y="439598"/>
                  </a:cubicBezTo>
                  <a:cubicBezTo>
                    <a:pt x="746021" y="441919"/>
                    <a:pt x="745281" y="444812"/>
                    <a:pt x="745281" y="444812"/>
                  </a:cubicBezTo>
                  <a:cubicBezTo>
                    <a:pt x="745281" y="444812"/>
                    <a:pt x="745281" y="446696"/>
                    <a:pt x="745281" y="448008"/>
                  </a:cubicBezTo>
                  <a:cubicBezTo>
                    <a:pt x="745281" y="449320"/>
                    <a:pt x="745786" y="450464"/>
                    <a:pt x="746526" y="452650"/>
                  </a:cubicBezTo>
                  <a:cubicBezTo>
                    <a:pt x="747233" y="454837"/>
                    <a:pt x="746896" y="456418"/>
                    <a:pt x="746896" y="458436"/>
                  </a:cubicBezTo>
                  <a:cubicBezTo>
                    <a:pt x="746896" y="460455"/>
                    <a:pt x="746896" y="461767"/>
                    <a:pt x="746459" y="465097"/>
                  </a:cubicBezTo>
                  <a:cubicBezTo>
                    <a:pt x="746021" y="468427"/>
                    <a:pt x="745886" y="467687"/>
                    <a:pt x="745146" y="470614"/>
                  </a:cubicBezTo>
                  <a:cubicBezTo>
                    <a:pt x="744406" y="473507"/>
                    <a:pt x="745584" y="473070"/>
                    <a:pt x="746459" y="474819"/>
                  </a:cubicBezTo>
                  <a:cubicBezTo>
                    <a:pt x="747334" y="476568"/>
                    <a:pt x="747031" y="478452"/>
                    <a:pt x="747031" y="478452"/>
                  </a:cubicBezTo>
                  <a:cubicBezTo>
                    <a:pt x="747031" y="478452"/>
                    <a:pt x="743834" y="483801"/>
                    <a:pt x="744002" y="484541"/>
                  </a:cubicBezTo>
                  <a:cubicBezTo>
                    <a:pt x="744136" y="485247"/>
                    <a:pt x="745011" y="485987"/>
                    <a:pt x="745449" y="486559"/>
                  </a:cubicBezTo>
                  <a:cubicBezTo>
                    <a:pt x="745886" y="487131"/>
                    <a:pt x="746459" y="488880"/>
                    <a:pt x="746593" y="489452"/>
                  </a:cubicBezTo>
                  <a:cubicBezTo>
                    <a:pt x="746728" y="490024"/>
                    <a:pt x="746896" y="491033"/>
                    <a:pt x="746896" y="491033"/>
                  </a:cubicBezTo>
                  <a:cubicBezTo>
                    <a:pt x="746896" y="491033"/>
                    <a:pt x="746762" y="494666"/>
                    <a:pt x="746459" y="495104"/>
                  </a:cubicBezTo>
                  <a:cubicBezTo>
                    <a:pt x="746156" y="495541"/>
                    <a:pt x="746762" y="500318"/>
                    <a:pt x="746762" y="500755"/>
                  </a:cubicBezTo>
                  <a:cubicBezTo>
                    <a:pt x="746762" y="501192"/>
                    <a:pt x="741680" y="504388"/>
                    <a:pt x="743295" y="506104"/>
                  </a:cubicBezTo>
                  <a:cubicBezTo>
                    <a:pt x="744877" y="507853"/>
                    <a:pt x="743867" y="507988"/>
                    <a:pt x="746055" y="510881"/>
                  </a:cubicBezTo>
                  <a:cubicBezTo>
                    <a:pt x="748242" y="513774"/>
                    <a:pt x="747064" y="512193"/>
                    <a:pt x="749252" y="514514"/>
                  </a:cubicBezTo>
                  <a:cubicBezTo>
                    <a:pt x="751439" y="516835"/>
                    <a:pt x="749387" y="517541"/>
                    <a:pt x="749252" y="518416"/>
                  </a:cubicBezTo>
                  <a:cubicBezTo>
                    <a:pt x="749117" y="519291"/>
                    <a:pt x="743901" y="518281"/>
                    <a:pt x="743295" y="518416"/>
                  </a:cubicBezTo>
                  <a:cubicBezTo>
                    <a:pt x="742723" y="518550"/>
                    <a:pt x="742151" y="519560"/>
                    <a:pt x="741276" y="520165"/>
                  </a:cubicBezTo>
                  <a:cubicBezTo>
                    <a:pt x="740401" y="520737"/>
                    <a:pt x="739526" y="520905"/>
                    <a:pt x="738516" y="521612"/>
                  </a:cubicBezTo>
                  <a:cubicBezTo>
                    <a:pt x="737507" y="522318"/>
                    <a:pt x="736497" y="521612"/>
                    <a:pt x="736497" y="521612"/>
                  </a:cubicBezTo>
                  <a:lnTo>
                    <a:pt x="730978" y="523024"/>
                  </a:lnTo>
                  <a:cubicBezTo>
                    <a:pt x="730978" y="523024"/>
                    <a:pt x="729968" y="522924"/>
                    <a:pt x="728958" y="523058"/>
                  </a:cubicBezTo>
                  <a:cubicBezTo>
                    <a:pt x="727949" y="523193"/>
                    <a:pt x="726636" y="522924"/>
                    <a:pt x="725626" y="523058"/>
                  </a:cubicBezTo>
                  <a:cubicBezTo>
                    <a:pt x="724617" y="523193"/>
                    <a:pt x="723304" y="523361"/>
                    <a:pt x="722598" y="523630"/>
                  </a:cubicBezTo>
                  <a:cubicBezTo>
                    <a:pt x="721857" y="523933"/>
                    <a:pt x="720848" y="523933"/>
                    <a:pt x="718963" y="524370"/>
                  </a:cubicBezTo>
                  <a:cubicBezTo>
                    <a:pt x="717078" y="524807"/>
                    <a:pt x="716203" y="525951"/>
                    <a:pt x="715631" y="526119"/>
                  </a:cubicBezTo>
                  <a:cubicBezTo>
                    <a:pt x="715059" y="526254"/>
                    <a:pt x="714319" y="527129"/>
                    <a:pt x="714319" y="527129"/>
                  </a:cubicBezTo>
                  <a:cubicBezTo>
                    <a:pt x="714319" y="527129"/>
                    <a:pt x="711996" y="529450"/>
                    <a:pt x="711862" y="529887"/>
                  </a:cubicBezTo>
                  <a:cubicBezTo>
                    <a:pt x="711727" y="530324"/>
                    <a:pt x="710852" y="530896"/>
                    <a:pt x="710280" y="532040"/>
                  </a:cubicBezTo>
                  <a:cubicBezTo>
                    <a:pt x="709708" y="533217"/>
                    <a:pt x="709977" y="533924"/>
                    <a:pt x="709977" y="533924"/>
                  </a:cubicBezTo>
                  <a:cubicBezTo>
                    <a:pt x="709977" y="533924"/>
                    <a:pt x="709977" y="534496"/>
                    <a:pt x="710280" y="535068"/>
                  </a:cubicBezTo>
                  <a:cubicBezTo>
                    <a:pt x="710583" y="535639"/>
                    <a:pt x="712165" y="537826"/>
                    <a:pt x="713746" y="539273"/>
                  </a:cubicBezTo>
                  <a:cubicBezTo>
                    <a:pt x="715328" y="540719"/>
                    <a:pt x="714891" y="540013"/>
                    <a:pt x="716506" y="540584"/>
                  </a:cubicBezTo>
                  <a:cubicBezTo>
                    <a:pt x="718088" y="541156"/>
                    <a:pt x="716506" y="541291"/>
                    <a:pt x="716506" y="541728"/>
                  </a:cubicBezTo>
                  <a:cubicBezTo>
                    <a:pt x="716506" y="542165"/>
                    <a:pt x="715194" y="543309"/>
                    <a:pt x="714756" y="543612"/>
                  </a:cubicBezTo>
                  <a:cubicBezTo>
                    <a:pt x="714319" y="543881"/>
                    <a:pt x="713174" y="544621"/>
                    <a:pt x="712434" y="545361"/>
                  </a:cubicBezTo>
                  <a:cubicBezTo>
                    <a:pt x="711693" y="546068"/>
                    <a:pt x="709674" y="545361"/>
                    <a:pt x="708799" y="545361"/>
                  </a:cubicBezTo>
                  <a:cubicBezTo>
                    <a:pt x="707924" y="545361"/>
                    <a:pt x="706208" y="546505"/>
                    <a:pt x="706208" y="546505"/>
                  </a:cubicBezTo>
                  <a:lnTo>
                    <a:pt x="702876" y="546505"/>
                  </a:lnTo>
                  <a:lnTo>
                    <a:pt x="698265" y="547581"/>
                  </a:lnTo>
                  <a:cubicBezTo>
                    <a:pt x="698265" y="547581"/>
                    <a:pt x="695674" y="548994"/>
                    <a:pt x="695337" y="549196"/>
                  </a:cubicBezTo>
                  <a:cubicBezTo>
                    <a:pt x="695001" y="549398"/>
                    <a:pt x="691736" y="550407"/>
                    <a:pt x="691433" y="550609"/>
                  </a:cubicBezTo>
                  <a:cubicBezTo>
                    <a:pt x="691097" y="550811"/>
                    <a:pt x="689246" y="551786"/>
                    <a:pt x="688808" y="551786"/>
                  </a:cubicBezTo>
                  <a:cubicBezTo>
                    <a:pt x="688371" y="551786"/>
                    <a:pt x="686183" y="553536"/>
                    <a:pt x="686183" y="553536"/>
                  </a:cubicBezTo>
                  <a:cubicBezTo>
                    <a:pt x="686183" y="553536"/>
                    <a:pt x="683794" y="555487"/>
                    <a:pt x="683457" y="555823"/>
                  </a:cubicBezTo>
                  <a:cubicBezTo>
                    <a:pt x="683121" y="556160"/>
                    <a:pt x="682145" y="557572"/>
                    <a:pt x="681707" y="557875"/>
                  </a:cubicBezTo>
                  <a:cubicBezTo>
                    <a:pt x="681270" y="558212"/>
                    <a:pt x="679082" y="562114"/>
                    <a:pt x="679082" y="562114"/>
                  </a:cubicBezTo>
                  <a:cubicBezTo>
                    <a:pt x="679082" y="562114"/>
                    <a:pt x="677770" y="564300"/>
                    <a:pt x="677770" y="564704"/>
                  </a:cubicBezTo>
                  <a:cubicBezTo>
                    <a:pt x="677770" y="565141"/>
                    <a:pt x="675582" y="568741"/>
                    <a:pt x="675582" y="568741"/>
                  </a:cubicBezTo>
                  <a:cubicBezTo>
                    <a:pt x="675582" y="568741"/>
                    <a:pt x="674707" y="570927"/>
                    <a:pt x="674505" y="571230"/>
                  </a:cubicBezTo>
                  <a:cubicBezTo>
                    <a:pt x="674303" y="571567"/>
                    <a:pt x="673967" y="575132"/>
                    <a:pt x="673967" y="575132"/>
                  </a:cubicBezTo>
                  <a:lnTo>
                    <a:pt x="673967" y="580447"/>
                  </a:lnTo>
                  <a:cubicBezTo>
                    <a:pt x="673967" y="580447"/>
                    <a:pt x="675044" y="585123"/>
                    <a:pt x="675279" y="585897"/>
                  </a:cubicBezTo>
                  <a:cubicBezTo>
                    <a:pt x="675515" y="586671"/>
                    <a:pt x="676491" y="588723"/>
                    <a:pt x="676726" y="589799"/>
                  </a:cubicBezTo>
                  <a:cubicBezTo>
                    <a:pt x="676962" y="590876"/>
                    <a:pt x="677029" y="592087"/>
                    <a:pt x="676693" y="593062"/>
                  </a:cubicBezTo>
                  <a:cubicBezTo>
                    <a:pt x="676356" y="594038"/>
                    <a:pt x="676794" y="594812"/>
                    <a:pt x="676693" y="596224"/>
                  </a:cubicBezTo>
                  <a:cubicBezTo>
                    <a:pt x="676592" y="597637"/>
                    <a:pt x="676356" y="598075"/>
                    <a:pt x="676154" y="599151"/>
                  </a:cubicBezTo>
                  <a:cubicBezTo>
                    <a:pt x="675952" y="600228"/>
                    <a:pt x="675380" y="601203"/>
                    <a:pt x="675279" y="601640"/>
                  </a:cubicBezTo>
                  <a:cubicBezTo>
                    <a:pt x="675178" y="602078"/>
                    <a:pt x="673967" y="602717"/>
                    <a:pt x="673967" y="602717"/>
                  </a:cubicBezTo>
                  <a:cubicBezTo>
                    <a:pt x="673967" y="602717"/>
                    <a:pt x="672217" y="605004"/>
                    <a:pt x="672116" y="605307"/>
                  </a:cubicBezTo>
                  <a:cubicBezTo>
                    <a:pt x="672015" y="605643"/>
                    <a:pt x="671140" y="606384"/>
                    <a:pt x="671140" y="606384"/>
                  </a:cubicBezTo>
                  <a:cubicBezTo>
                    <a:pt x="671140" y="606384"/>
                    <a:pt x="670601" y="607359"/>
                    <a:pt x="669861" y="607796"/>
                  </a:cubicBezTo>
                  <a:cubicBezTo>
                    <a:pt x="669120" y="608234"/>
                    <a:pt x="669524" y="608772"/>
                    <a:pt x="669726" y="609546"/>
                  </a:cubicBezTo>
                  <a:cubicBezTo>
                    <a:pt x="669928" y="610319"/>
                    <a:pt x="669827" y="611598"/>
                    <a:pt x="669726" y="612270"/>
                  </a:cubicBezTo>
                  <a:cubicBezTo>
                    <a:pt x="669625" y="612910"/>
                    <a:pt x="668952" y="614222"/>
                    <a:pt x="668750" y="614558"/>
                  </a:cubicBezTo>
                  <a:cubicBezTo>
                    <a:pt x="668548" y="614894"/>
                    <a:pt x="667774" y="616745"/>
                    <a:pt x="667438" y="616946"/>
                  </a:cubicBezTo>
                  <a:cubicBezTo>
                    <a:pt x="667101" y="617148"/>
                    <a:pt x="666024" y="618561"/>
                    <a:pt x="665048" y="619133"/>
                  </a:cubicBezTo>
                  <a:cubicBezTo>
                    <a:pt x="664072" y="619671"/>
                    <a:pt x="662457" y="621959"/>
                    <a:pt x="662120" y="622161"/>
                  </a:cubicBezTo>
                  <a:cubicBezTo>
                    <a:pt x="661784" y="622396"/>
                    <a:pt x="660505" y="623775"/>
                    <a:pt x="660067" y="623775"/>
                  </a:cubicBezTo>
                  <a:cubicBezTo>
                    <a:pt x="659630" y="623775"/>
                    <a:pt x="657476" y="625625"/>
                    <a:pt x="657139" y="625726"/>
                  </a:cubicBezTo>
                  <a:cubicBezTo>
                    <a:pt x="656803" y="625827"/>
                    <a:pt x="651485" y="626937"/>
                    <a:pt x="651485" y="626937"/>
                  </a:cubicBezTo>
                  <a:cubicBezTo>
                    <a:pt x="651485" y="626937"/>
                    <a:pt x="648557" y="625962"/>
                    <a:pt x="647581" y="625524"/>
                  </a:cubicBezTo>
                  <a:cubicBezTo>
                    <a:pt x="646605" y="625087"/>
                    <a:pt x="644115" y="625188"/>
                    <a:pt x="643678" y="625524"/>
                  </a:cubicBezTo>
                  <a:cubicBezTo>
                    <a:pt x="643240" y="625861"/>
                    <a:pt x="641288" y="625524"/>
                    <a:pt x="641288" y="625524"/>
                  </a:cubicBezTo>
                  <a:cubicBezTo>
                    <a:pt x="641288" y="625524"/>
                    <a:pt x="640211" y="628350"/>
                    <a:pt x="639774" y="628350"/>
                  </a:cubicBezTo>
                  <a:cubicBezTo>
                    <a:pt x="639336" y="628350"/>
                    <a:pt x="636072" y="629965"/>
                    <a:pt x="636072" y="629965"/>
                  </a:cubicBezTo>
                  <a:lnTo>
                    <a:pt x="630653" y="630503"/>
                  </a:lnTo>
                  <a:cubicBezTo>
                    <a:pt x="630653" y="630503"/>
                    <a:pt x="622273" y="631580"/>
                    <a:pt x="620860" y="631580"/>
                  </a:cubicBezTo>
                  <a:cubicBezTo>
                    <a:pt x="619446" y="631580"/>
                    <a:pt x="616619" y="633867"/>
                    <a:pt x="614566" y="635179"/>
                  </a:cubicBezTo>
                  <a:cubicBezTo>
                    <a:pt x="612513" y="636491"/>
                    <a:pt x="611201" y="636356"/>
                    <a:pt x="608710" y="636794"/>
                  </a:cubicBezTo>
                  <a:cubicBezTo>
                    <a:pt x="606220" y="637231"/>
                    <a:pt x="603056" y="638308"/>
                    <a:pt x="601306" y="638980"/>
                  </a:cubicBezTo>
                  <a:cubicBezTo>
                    <a:pt x="599556" y="639619"/>
                    <a:pt x="596965" y="640158"/>
                    <a:pt x="595888" y="640158"/>
                  </a:cubicBezTo>
                  <a:cubicBezTo>
                    <a:pt x="594811" y="640158"/>
                    <a:pt x="591648" y="640931"/>
                    <a:pt x="590335" y="641133"/>
                  </a:cubicBezTo>
                  <a:cubicBezTo>
                    <a:pt x="589023" y="641335"/>
                    <a:pt x="586734" y="641335"/>
                    <a:pt x="585220" y="641772"/>
                  </a:cubicBezTo>
                  <a:cubicBezTo>
                    <a:pt x="583705" y="642210"/>
                    <a:pt x="580441" y="641873"/>
                    <a:pt x="578590" y="642412"/>
                  </a:cubicBezTo>
                  <a:cubicBezTo>
                    <a:pt x="576739" y="642950"/>
                    <a:pt x="574585" y="642311"/>
                    <a:pt x="572835" y="642412"/>
                  </a:cubicBezTo>
                  <a:cubicBezTo>
                    <a:pt x="571085" y="642513"/>
                    <a:pt x="562839" y="642950"/>
                    <a:pt x="561964" y="643488"/>
                  </a:cubicBezTo>
                  <a:cubicBezTo>
                    <a:pt x="561089" y="644026"/>
                    <a:pt x="557959" y="644262"/>
                    <a:pt x="553147" y="648265"/>
                  </a:cubicBezTo>
                  <a:cubicBezTo>
                    <a:pt x="548368" y="652268"/>
                    <a:pt x="545642" y="651730"/>
                    <a:pt x="544228" y="651965"/>
                  </a:cubicBezTo>
                  <a:cubicBezTo>
                    <a:pt x="542815" y="652201"/>
                    <a:pt x="535747" y="652066"/>
                    <a:pt x="526526" y="651427"/>
                  </a:cubicBezTo>
                  <a:cubicBezTo>
                    <a:pt x="517271" y="650788"/>
                    <a:pt x="521108" y="651864"/>
                    <a:pt x="515756" y="652840"/>
                  </a:cubicBezTo>
                  <a:cubicBezTo>
                    <a:pt x="510439" y="653815"/>
                    <a:pt x="511853" y="654253"/>
                    <a:pt x="509564" y="654320"/>
                  </a:cubicBezTo>
                  <a:cubicBezTo>
                    <a:pt x="507276" y="654387"/>
                    <a:pt x="504449" y="656540"/>
                    <a:pt x="500982" y="658054"/>
                  </a:cubicBezTo>
                  <a:cubicBezTo>
                    <a:pt x="497516" y="659568"/>
                    <a:pt x="494790" y="658256"/>
                    <a:pt x="492939" y="658256"/>
                  </a:cubicBezTo>
                  <a:cubicBezTo>
                    <a:pt x="491088" y="658256"/>
                    <a:pt x="486544" y="657919"/>
                    <a:pt x="484794" y="657919"/>
                  </a:cubicBezTo>
                  <a:cubicBezTo>
                    <a:pt x="483044" y="657919"/>
                    <a:pt x="479780" y="656069"/>
                    <a:pt x="478501" y="655968"/>
                  </a:cubicBezTo>
                  <a:cubicBezTo>
                    <a:pt x="477188" y="655867"/>
                    <a:pt x="471972" y="654017"/>
                    <a:pt x="470457" y="654354"/>
                  </a:cubicBezTo>
                  <a:cubicBezTo>
                    <a:pt x="468943" y="654690"/>
                    <a:pt x="465241" y="656204"/>
                    <a:pt x="463390" y="657617"/>
                  </a:cubicBezTo>
                  <a:cubicBezTo>
                    <a:pt x="461539" y="659030"/>
                    <a:pt x="456423" y="658929"/>
                    <a:pt x="455986" y="659030"/>
                  </a:cubicBezTo>
                  <a:cubicBezTo>
                    <a:pt x="455548" y="659131"/>
                    <a:pt x="452284" y="661115"/>
                    <a:pt x="452284" y="661115"/>
                  </a:cubicBezTo>
                  <a:cubicBezTo>
                    <a:pt x="452284" y="661115"/>
                    <a:pt x="447606" y="661115"/>
                    <a:pt x="446967" y="661115"/>
                  </a:cubicBezTo>
                  <a:cubicBezTo>
                    <a:pt x="446327" y="661115"/>
                    <a:pt x="438587" y="661485"/>
                    <a:pt x="437072" y="661923"/>
                  </a:cubicBezTo>
                  <a:cubicBezTo>
                    <a:pt x="435558" y="662360"/>
                    <a:pt x="428692" y="662831"/>
                    <a:pt x="427178" y="663066"/>
                  </a:cubicBezTo>
                  <a:cubicBezTo>
                    <a:pt x="425663" y="663302"/>
                    <a:pt x="420985" y="663504"/>
                    <a:pt x="419908" y="663705"/>
                  </a:cubicBezTo>
                  <a:cubicBezTo>
                    <a:pt x="418831" y="663941"/>
                    <a:pt x="414490" y="666195"/>
                    <a:pt x="414490" y="666195"/>
                  </a:cubicBezTo>
                  <a:cubicBezTo>
                    <a:pt x="414490" y="666195"/>
                    <a:pt x="410148" y="667406"/>
                    <a:pt x="408937" y="667810"/>
                  </a:cubicBezTo>
                  <a:cubicBezTo>
                    <a:pt x="407725" y="668247"/>
                    <a:pt x="402845" y="669996"/>
                    <a:pt x="401331" y="670198"/>
                  </a:cubicBezTo>
                  <a:cubicBezTo>
                    <a:pt x="399816" y="670433"/>
                    <a:pt x="392412" y="670837"/>
                    <a:pt x="392076" y="670837"/>
                  </a:cubicBezTo>
                  <a:cubicBezTo>
                    <a:pt x="391739" y="670837"/>
                    <a:pt x="387398" y="670602"/>
                    <a:pt x="387095" y="670602"/>
                  </a:cubicBezTo>
                  <a:cubicBezTo>
                    <a:pt x="386758" y="670602"/>
                    <a:pt x="378412" y="668751"/>
                    <a:pt x="378412" y="668751"/>
                  </a:cubicBezTo>
                  <a:cubicBezTo>
                    <a:pt x="378412" y="668751"/>
                    <a:pt x="374071" y="667103"/>
                    <a:pt x="373633" y="667103"/>
                  </a:cubicBezTo>
                  <a:cubicBezTo>
                    <a:pt x="373196" y="667103"/>
                    <a:pt x="369931" y="666027"/>
                    <a:pt x="369931" y="666027"/>
                  </a:cubicBezTo>
                  <a:cubicBezTo>
                    <a:pt x="369931" y="666027"/>
                    <a:pt x="366330" y="663537"/>
                    <a:pt x="365926" y="663537"/>
                  </a:cubicBezTo>
                  <a:cubicBezTo>
                    <a:pt x="365489" y="663537"/>
                    <a:pt x="364614" y="663335"/>
                    <a:pt x="363739" y="663100"/>
                  </a:cubicBezTo>
                  <a:cubicBezTo>
                    <a:pt x="362864" y="662898"/>
                    <a:pt x="358421" y="662461"/>
                    <a:pt x="358421" y="662461"/>
                  </a:cubicBezTo>
                  <a:lnTo>
                    <a:pt x="355056" y="663672"/>
                  </a:lnTo>
                  <a:lnTo>
                    <a:pt x="348426" y="665186"/>
                  </a:lnTo>
                  <a:cubicBezTo>
                    <a:pt x="348426" y="665186"/>
                    <a:pt x="345498" y="667036"/>
                    <a:pt x="345060" y="667036"/>
                  </a:cubicBezTo>
                  <a:cubicBezTo>
                    <a:pt x="344623" y="667036"/>
                    <a:pt x="342570" y="669424"/>
                    <a:pt x="342133" y="669761"/>
                  </a:cubicBezTo>
                  <a:cubicBezTo>
                    <a:pt x="341695" y="670097"/>
                    <a:pt x="338330" y="674235"/>
                    <a:pt x="338330" y="674235"/>
                  </a:cubicBezTo>
                  <a:lnTo>
                    <a:pt x="332238" y="677700"/>
                  </a:lnTo>
                  <a:lnTo>
                    <a:pt x="325406" y="684966"/>
                  </a:lnTo>
                  <a:lnTo>
                    <a:pt x="322243" y="687455"/>
                  </a:lnTo>
                  <a:lnTo>
                    <a:pt x="320728" y="690180"/>
                  </a:lnTo>
                  <a:cubicBezTo>
                    <a:pt x="320728" y="690180"/>
                    <a:pt x="316589" y="696269"/>
                    <a:pt x="315949" y="696605"/>
                  </a:cubicBezTo>
                  <a:cubicBezTo>
                    <a:pt x="315310" y="696941"/>
                    <a:pt x="313459" y="699868"/>
                    <a:pt x="312920" y="700608"/>
                  </a:cubicBezTo>
                  <a:cubicBezTo>
                    <a:pt x="312382" y="701382"/>
                    <a:pt x="310867" y="702122"/>
                    <a:pt x="310194" y="702660"/>
                  </a:cubicBezTo>
                  <a:cubicBezTo>
                    <a:pt x="309555" y="703198"/>
                    <a:pt x="307906" y="703972"/>
                    <a:pt x="307906" y="703972"/>
                  </a:cubicBezTo>
                  <a:cubicBezTo>
                    <a:pt x="307906" y="703972"/>
                    <a:pt x="304877" y="707572"/>
                    <a:pt x="304742" y="707975"/>
                  </a:cubicBezTo>
                  <a:cubicBezTo>
                    <a:pt x="304641" y="708413"/>
                    <a:pt x="304204" y="709489"/>
                    <a:pt x="302992" y="710700"/>
                  </a:cubicBezTo>
                  <a:cubicBezTo>
                    <a:pt x="301781" y="711911"/>
                    <a:pt x="300939" y="713290"/>
                    <a:pt x="299627" y="714838"/>
                  </a:cubicBezTo>
                  <a:cubicBezTo>
                    <a:pt x="298314" y="716351"/>
                    <a:pt x="296026" y="717226"/>
                    <a:pt x="294511" y="718000"/>
                  </a:cubicBezTo>
                  <a:cubicBezTo>
                    <a:pt x="292997" y="718774"/>
                    <a:pt x="290069" y="717226"/>
                    <a:pt x="289295" y="717226"/>
                  </a:cubicBezTo>
                  <a:cubicBezTo>
                    <a:pt x="288521" y="717226"/>
                    <a:pt x="287006" y="714501"/>
                    <a:pt x="287006" y="714501"/>
                  </a:cubicBezTo>
                  <a:lnTo>
                    <a:pt x="284617" y="713728"/>
                  </a:lnTo>
                  <a:lnTo>
                    <a:pt x="281352" y="712853"/>
                  </a:lnTo>
                  <a:cubicBezTo>
                    <a:pt x="281352" y="712853"/>
                    <a:pt x="276136" y="710801"/>
                    <a:pt x="275799" y="710902"/>
                  </a:cubicBezTo>
                  <a:cubicBezTo>
                    <a:pt x="275463" y="711003"/>
                    <a:pt x="269708" y="709691"/>
                    <a:pt x="269708" y="709691"/>
                  </a:cubicBezTo>
                  <a:lnTo>
                    <a:pt x="265265" y="709691"/>
                  </a:lnTo>
                  <a:lnTo>
                    <a:pt x="259813" y="709758"/>
                  </a:lnTo>
                  <a:cubicBezTo>
                    <a:pt x="259813" y="709758"/>
                    <a:pt x="253823" y="710027"/>
                    <a:pt x="250457" y="710801"/>
                  </a:cubicBezTo>
                  <a:cubicBezTo>
                    <a:pt x="247092" y="711575"/>
                    <a:pt x="244029" y="710801"/>
                    <a:pt x="243626" y="710801"/>
                  </a:cubicBezTo>
                  <a:cubicBezTo>
                    <a:pt x="243188" y="710801"/>
                    <a:pt x="238510" y="709186"/>
                    <a:pt x="238510" y="709186"/>
                  </a:cubicBezTo>
                  <a:cubicBezTo>
                    <a:pt x="238510" y="709186"/>
                    <a:pt x="234707" y="705250"/>
                    <a:pt x="234471" y="704948"/>
                  </a:cubicBezTo>
                  <a:cubicBezTo>
                    <a:pt x="234236" y="704611"/>
                    <a:pt x="233933" y="702559"/>
                    <a:pt x="233933" y="702559"/>
                  </a:cubicBezTo>
                  <a:lnTo>
                    <a:pt x="234270" y="698523"/>
                  </a:lnTo>
                  <a:lnTo>
                    <a:pt x="235246" y="691021"/>
                  </a:lnTo>
                  <a:cubicBezTo>
                    <a:pt x="235246" y="691021"/>
                    <a:pt x="236457" y="689070"/>
                    <a:pt x="236558" y="688733"/>
                  </a:cubicBezTo>
                  <a:cubicBezTo>
                    <a:pt x="236659" y="688397"/>
                    <a:pt x="237635" y="686446"/>
                    <a:pt x="237871" y="685369"/>
                  </a:cubicBezTo>
                  <a:cubicBezTo>
                    <a:pt x="238073" y="684293"/>
                    <a:pt x="237770" y="682443"/>
                    <a:pt x="237770" y="682443"/>
                  </a:cubicBezTo>
                  <a:cubicBezTo>
                    <a:pt x="237770" y="682443"/>
                    <a:pt x="237433" y="678204"/>
                    <a:pt x="237332" y="677868"/>
                  </a:cubicBezTo>
                  <a:cubicBezTo>
                    <a:pt x="237231" y="677531"/>
                    <a:pt x="236693" y="674403"/>
                    <a:pt x="236255" y="673629"/>
                  </a:cubicBezTo>
                  <a:cubicBezTo>
                    <a:pt x="235818" y="672855"/>
                    <a:pt x="233664" y="670803"/>
                    <a:pt x="233327" y="670703"/>
                  </a:cubicBezTo>
                  <a:cubicBezTo>
                    <a:pt x="232991" y="670602"/>
                    <a:pt x="231039" y="668852"/>
                    <a:pt x="230298" y="668852"/>
                  </a:cubicBezTo>
                  <a:cubicBezTo>
                    <a:pt x="229524" y="668852"/>
                    <a:pt x="227808" y="667776"/>
                    <a:pt x="227370" y="667776"/>
                  </a:cubicBezTo>
                  <a:cubicBezTo>
                    <a:pt x="226933" y="667776"/>
                    <a:pt x="225755" y="667675"/>
                    <a:pt x="224644" y="667675"/>
                  </a:cubicBezTo>
                  <a:cubicBezTo>
                    <a:pt x="223567" y="667675"/>
                    <a:pt x="221615" y="668112"/>
                    <a:pt x="221615" y="668112"/>
                  </a:cubicBezTo>
                  <a:cubicBezTo>
                    <a:pt x="221615" y="668112"/>
                    <a:pt x="220841" y="669525"/>
                    <a:pt x="220303" y="670299"/>
                  </a:cubicBezTo>
                  <a:cubicBezTo>
                    <a:pt x="219764" y="671073"/>
                    <a:pt x="218687" y="671947"/>
                    <a:pt x="218115" y="672687"/>
                  </a:cubicBezTo>
                  <a:cubicBezTo>
                    <a:pt x="217577" y="673461"/>
                    <a:pt x="216163" y="673562"/>
                    <a:pt x="216163" y="673562"/>
                  </a:cubicBezTo>
                  <a:cubicBezTo>
                    <a:pt x="216163" y="673562"/>
                    <a:pt x="214110" y="674336"/>
                    <a:pt x="213000" y="674437"/>
                  </a:cubicBezTo>
                  <a:cubicBezTo>
                    <a:pt x="211923" y="674537"/>
                    <a:pt x="210173" y="674437"/>
                    <a:pt x="207884" y="674874"/>
                  </a:cubicBezTo>
                  <a:cubicBezTo>
                    <a:pt x="205596" y="675311"/>
                    <a:pt x="203004" y="674874"/>
                    <a:pt x="203004" y="674874"/>
                  </a:cubicBezTo>
                  <a:lnTo>
                    <a:pt x="198865" y="674100"/>
                  </a:lnTo>
                  <a:lnTo>
                    <a:pt x="191697" y="676724"/>
                  </a:lnTo>
                  <a:cubicBezTo>
                    <a:pt x="191697" y="676724"/>
                    <a:pt x="189946" y="677060"/>
                    <a:pt x="189509" y="676926"/>
                  </a:cubicBezTo>
                  <a:cubicBezTo>
                    <a:pt x="189071" y="676825"/>
                    <a:pt x="185168" y="673461"/>
                    <a:pt x="184831" y="673226"/>
                  </a:cubicBezTo>
                  <a:cubicBezTo>
                    <a:pt x="184494" y="673024"/>
                    <a:pt x="182105" y="670501"/>
                    <a:pt x="182105" y="670501"/>
                  </a:cubicBezTo>
                  <a:cubicBezTo>
                    <a:pt x="182105" y="670501"/>
                    <a:pt x="178941" y="667473"/>
                    <a:pt x="178639" y="667036"/>
                  </a:cubicBezTo>
                  <a:cubicBezTo>
                    <a:pt x="178302" y="666599"/>
                    <a:pt x="177225" y="664984"/>
                    <a:pt x="177225" y="664984"/>
                  </a:cubicBezTo>
                  <a:cubicBezTo>
                    <a:pt x="177225" y="664984"/>
                    <a:pt x="175475" y="663134"/>
                    <a:pt x="175172" y="662932"/>
                  </a:cubicBezTo>
                  <a:cubicBezTo>
                    <a:pt x="174836" y="662696"/>
                    <a:pt x="173321" y="660745"/>
                    <a:pt x="173119" y="660005"/>
                  </a:cubicBezTo>
                  <a:cubicBezTo>
                    <a:pt x="172917" y="659231"/>
                    <a:pt x="172042" y="659669"/>
                    <a:pt x="171706" y="659231"/>
                  </a:cubicBezTo>
                  <a:cubicBezTo>
                    <a:pt x="171369" y="658794"/>
                    <a:pt x="169855" y="658357"/>
                    <a:pt x="168980" y="658357"/>
                  </a:cubicBezTo>
                  <a:cubicBezTo>
                    <a:pt x="168105" y="658357"/>
                    <a:pt x="167667" y="658794"/>
                    <a:pt x="167364" y="658895"/>
                  </a:cubicBezTo>
                  <a:cubicBezTo>
                    <a:pt x="167028" y="658996"/>
                    <a:pt x="165513" y="660409"/>
                    <a:pt x="164436" y="661082"/>
                  </a:cubicBezTo>
                  <a:cubicBezTo>
                    <a:pt x="163359" y="661721"/>
                    <a:pt x="163023" y="662696"/>
                    <a:pt x="162585" y="663369"/>
                  </a:cubicBezTo>
                  <a:cubicBezTo>
                    <a:pt x="162148" y="664008"/>
                    <a:pt x="162249" y="665556"/>
                    <a:pt x="162148" y="666531"/>
                  </a:cubicBezTo>
                  <a:cubicBezTo>
                    <a:pt x="162047" y="667507"/>
                    <a:pt x="163023" y="669559"/>
                    <a:pt x="163124" y="670332"/>
                  </a:cubicBezTo>
                  <a:cubicBezTo>
                    <a:pt x="163225" y="671106"/>
                    <a:pt x="161946" y="674033"/>
                    <a:pt x="161946" y="674033"/>
                  </a:cubicBezTo>
                  <a:cubicBezTo>
                    <a:pt x="161946" y="674033"/>
                    <a:pt x="161071" y="675648"/>
                    <a:pt x="160633" y="675883"/>
                  </a:cubicBezTo>
                  <a:cubicBezTo>
                    <a:pt x="160196" y="676085"/>
                    <a:pt x="158345" y="676959"/>
                    <a:pt x="158042" y="676926"/>
                  </a:cubicBezTo>
                  <a:cubicBezTo>
                    <a:pt x="157705" y="676892"/>
                    <a:pt x="153465" y="676859"/>
                    <a:pt x="152624" y="676959"/>
                  </a:cubicBezTo>
                  <a:cubicBezTo>
                    <a:pt x="151749" y="677060"/>
                    <a:pt x="149460" y="676859"/>
                    <a:pt x="149023" y="676959"/>
                  </a:cubicBezTo>
                  <a:cubicBezTo>
                    <a:pt x="148585" y="677060"/>
                    <a:pt x="146095" y="676959"/>
                    <a:pt x="145220" y="676959"/>
                  </a:cubicBezTo>
                  <a:cubicBezTo>
                    <a:pt x="144345" y="676959"/>
                    <a:pt x="143032" y="677733"/>
                    <a:pt x="142056" y="677834"/>
                  </a:cubicBezTo>
                  <a:cubicBezTo>
                    <a:pt x="141080" y="677935"/>
                    <a:pt x="139868" y="678911"/>
                    <a:pt x="139027" y="679348"/>
                  </a:cubicBezTo>
                  <a:cubicBezTo>
                    <a:pt x="138152" y="679785"/>
                    <a:pt x="137412" y="680761"/>
                    <a:pt x="136638" y="680862"/>
                  </a:cubicBezTo>
                  <a:cubicBezTo>
                    <a:pt x="135864" y="680963"/>
                    <a:pt x="133811" y="683250"/>
                    <a:pt x="133037" y="683351"/>
                  </a:cubicBezTo>
                  <a:cubicBezTo>
                    <a:pt x="132263" y="683452"/>
                    <a:pt x="129873" y="684562"/>
                    <a:pt x="127921" y="684764"/>
                  </a:cubicBezTo>
                  <a:cubicBezTo>
                    <a:pt x="125969" y="684966"/>
                    <a:pt x="124455" y="685403"/>
                    <a:pt x="123883" y="685403"/>
                  </a:cubicBezTo>
                  <a:cubicBezTo>
                    <a:pt x="123344" y="685403"/>
                    <a:pt x="121392" y="686177"/>
                    <a:pt x="120955" y="686177"/>
                  </a:cubicBezTo>
                  <a:cubicBezTo>
                    <a:pt x="120517" y="686177"/>
                    <a:pt x="118565" y="686715"/>
                    <a:pt x="117051" y="686816"/>
                  </a:cubicBezTo>
                  <a:cubicBezTo>
                    <a:pt x="115536" y="686917"/>
                    <a:pt x="113887" y="686917"/>
                    <a:pt x="113046" y="686816"/>
                  </a:cubicBezTo>
                  <a:cubicBezTo>
                    <a:pt x="112171" y="686715"/>
                    <a:pt x="110421" y="686614"/>
                    <a:pt x="109243" y="686614"/>
                  </a:cubicBezTo>
                  <a:cubicBezTo>
                    <a:pt x="108065" y="686614"/>
                    <a:pt x="105103" y="684764"/>
                    <a:pt x="104666" y="684764"/>
                  </a:cubicBezTo>
                  <a:cubicBezTo>
                    <a:pt x="104228" y="684764"/>
                    <a:pt x="101300" y="683149"/>
                    <a:pt x="100863" y="683149"/>
                  </a:cubicBezTo>
                  <a:cubicBezTo>
                    <a:pt x="100425" y="683149"/>
                    <a:pt x="97598" y="683149"/>
                    <a:pt x="97161" y="683048"/>
                  </a:cubicBezTo>
                  <a:cubicBezTo>
                    <a:pt x="96723" y="682947"/>
                    <a:pt x="94132" y="681972"/>
                    <a:pt x="94132" y="681972"/>
                  </a:cubicBezTo>
                  <a:lnTo>
                    <a:pt x="90766" y="681972"/>
                  </a:lnTo>
                  <a:cubicBezTo>
                    <a:pt x="90766" y="681972"/>
                    <a:pt x="85886" y="683990"/>
                    <a:pt x="85550" y="684091"/>
                  </a:cubicBezTo>
                  <a:cubicBezTo>
                    <a:pt x="85213" y="684192"/>
                    <a:pt x="82184" y="685571"/>
                    <a:pt x="82184" y="685571"/>
                  </a:cubicBezTo>
                  <a:lnTo>
                    <a:pt x="78146" y="688733"/>
                  </a:lnTo>
                  <a:lnTo>
                    <a:pt x="74780" y="691458"/>
                  </a:lnTo>
                  <a:lnTo>
                    <a:pt x="70877" y="694822"/>
                  </a:lnTo>
                  <a:lnTo>
                    <a:pt x="68252" y="697009"/>
                  </a:lnTo>
                  <a:cubicBezTo>
                    <a:pt x="68252" y="697009"/>
                    <a:pt x="65525" y="700036"/>
                    <a:pt x="65088" y="700373"/>
                  </a:cubicBezTo>
                  <a:cubicBezTo>
                    <a:pt x="64650" y="700709"/>
                    <a:pt x="63674" y="702559"/>
                    <a:pt x="63674" y="702559"/>
                  </a:cubicBezTo>
                  <a:lnTo>
                    <a:pt x="63035" y="705183"/>
                  </a:lnTo>
                  <a:lnTo>
                    <a:pt x="62261" y="708446"/>
                  </a:lnTo>
                  <a:lnTo>
                    <a:pt x="62160" y="712046"/>
                  </a:lnTo>
                  <a:lnTo>
                    <a:pt x="61521" y="714636"/>
                  </a:lnTo>
                  <a:lnTo>
                    <a:pt x="61420" y="718673"/>
                  </a:lnTo>
                  <a:lnTo>
                    <a:pt x="60545" y="722474"/>
                  </a:lnTo>
                  <a:cubicBezTo>
                    <a:pt x="60545" y="722474"/>
                    <a:pt x="59131" y="724761"/>
                    <a:pt x="58795" y="725199"/>
                  </a:cubicBezTo>
                  <a:cubicBezTo>
                    <a:pt x="58458" y="725636"/>
                    <a:pt x="57482" y="727486"/>
                    <a:pt x="57482" y="727486"/>
                  </a:cubicBezTo>
                  <a:cubicBezTo>
                    <a:pt x="57482" y="727486"/>
                    <a:pt x="55429" y="729437"/>
                    <a:pt x="54891" y="729673"/>
                  </a:cubicBezTo>
                  <a:cubicBezTo>
                    <a:pt x="54352" y="729875"/>
                    <a:pt x="53040" y="731086"/>
                    <a:pt x="52703" y="731086"/>
                  </a:cubicBezTo>
                  <a:cubicBezTo>
                    <a:pt x="52367" y="731086"/>
                    <a:pt x="50953" y="732297"/>
                    <a:pt x="50078" y="732499"/>
                  </a:cubicBezTo>
                  <a:cubicBezTo>
                    <a:pt x="49203" y="732700"/>
                    <a:pt x="48665" y="733810"/>
                    <a:pt x="48025" y="734012"/>
                  </a:cubicBezTo>
                  <a:cubicBezTo>
                    <a:pt x="47386" y="734214"/>
                    <a:pt x="46410" y="735526"/>
                    <a:pt x="45299" y="735963"/>
                  </a:cubicBezTo>
                  <a:cubicBezTo>
                    <a:pt x="44222" y="736401"/>
                    <a:pt x="43785" y="737174"/>
                    <a:pt x="43448" y="737814"/>
                  </a:cubicBezTo>
                  <a:cubicBezTo>
                    <a:pt x="43112" y="738453"/>
                    <a:pt x="40520" y="737814"/>
                    <a:pt x="40520" y="737814"/>
                  </a:cubicBezTo>
                  <a:lnTo>
                    <a:pt x="36717" y="739428"/>
                  </a:lnTo>
                  <a:lnTo>
                    <a:pt x="33453" y="739428"/>
                  </a:lnTo>
                  <a:lnTo>
                    <a:pt x="30962" y="740236"/>
                  </a:lnTo>
                  <a:cubicBezTo>
                    <a:pt x="30962" y="740236"/>
                    <a:pt x="27698" y="739967"/>
                    <a:pt x="26621" y="740067"/>
                  </a:cubicBezTo>
                  <a:cubicBezTo>
                    <a:pt x="25544" y="740168"/>
                    <a:pt x="24770" y="740067"/>
                    <a:pt x="24332" y="740067"/>
                  </a:cubicBezTo>
                  <a:cubicBezTo>
                    <a:pt x="23895" y="740067"/>
                    <a:pt x="20327" y="740841"/>
                    <a:pt x="19318" y="740841"/>
                  </a:cubicBezTo>
                  <a:cubicBezTo>
                    <a:pt x="18342" y="740841"/>
                    <a:pt x="16390" y="742153"/>
                    <a:pt x="15077" y="742490"/>
                  </a:cubicBezTo>
                  <a:cubicBezTo>
                    <a:pt x="13765" y="742826"/>
                    <a:pt x="12688" y="743028"/>
                    <a:pt x="11173" y="743902"/>
                  </a:cubicBezTo>
                  <a:cubicBezTo>
                    <a:pt x="9659" y="744777"/>
                    <a:pt x="7808" y="745753"/>
                    <a:pt x="7034" y="746526"/>
                  </a:cubicBezTo>
                  <a:cubicBezTo>
                    <a:pt x="6260" y="747300"/>
                    <a:pt x="6260" y="746863"/>
                    <a:pt x="6159" y="748578"/>
                  </a:cubicBezTo>
                  <a:cubicBezTo>
                    <a:pt x="6058" y="750328"/>
                    <a:pt x="8548" y="751606"/>
                    <a:pt x="8784" y="751942"/>
                  </a:cubicBezTo>
                  <a:cubicBezTo>
                    <a:pt x="8986" y="752279"/>
                    <a:pt x="10298" y="753557"/>
                    <a:pt x="12486" y="755104"/>
                  </a:cubicBezTo>
                  <a:cubicBezTo>
                    <a:pt x="14673" y="756618"/>
                    <a:pt x="15952" y="758569"/>
                    <a:pt x="16188" y="759007"/>
                  </a:cubicBezTo>
                  <a:cubicBezTo>
                    <a:pt x="16390" y="759444"/>
                    <a:pt x="17500" y="761059"/>
                    <a:pt x="17601" y="761395"/>
                  </a:cubicBezTo>
                  <a:cubicBezTo>
                    <a:pt x="17702" y="761731"/>
                    <a:pt x="21068" y="765095"/>
                    <a:pt x="21202" y="765533"/>
                  </a:cubicBezTo>
                  <a:cubicBezTo>
                    <a:pt x="21303" y="765970"/>
                    <a:pt x="21976" y="769569"/>
                    <a:pt x="21976" y="769569"/>
                  </a:cubicBezTo>
                  <a:lnTo>
                    <a:pt x="20563" y="778047"/>
                  </a:lnTo>
                  <a:lnTo>
                    <a:pt x="20226" y="782050"/>
                  </a:lnTo>
                  <a:lnTo>
                    <a:pt x="20226" y="784438"/>
                  </a:lnTo>
                  <a:cubicBezTo>
                    <a:pt x="20226" y="784438"/>
                    <a:pt x="21808" y="785851"/>
                    <a:pt x="22111" y="786187"/>
                  </a:cubicBezTo>
                  <a:cubicBezTo>
                    <a:pt x="22448" y="786524"/>
                    <a:pt x="25409" y="789013"/>
                    <a:pt x="25645" y="789350"/>
                  </a:cubicBezTo>
                  <a:cubicBezTo>
                    <a:pt x="25847" y="789686"/>
                    <a:pt x="27058" y="791200"/>
                    <a:pt x="27159" y="791637"/>
                  </a:cubicBezTo>
                  <a:cubicBezTo>
                    <a:pt x="27260" y="792074"/>
                    <a:pt x="27260" y="794463"/>
                    <a:pt x="27260" y="794463"/>
                  </a:cubicBezTo>
                  <a:lnTo>
                    <a:pt x="26183" y="796212"/>
                  </a:lnTo>
                  <a:cubicBezTo>
                    <a:pt x="26183" y="796212"/>
                    <a:pt x="24770" y="797423"/>
                    <a:pt x="23794" y="797726"/>
                  </a:cubicBezTo>
                  <a:cubicBezTo>
                    <a:pt x="22818" y="798062"/>
                    <a:pt x="21842" y="798365"/>
                    <a:pt x="21842" y="798365"/>
                  </a:cubicBezTo>
                  <a:cubicBezTo>
                    <a:pt x="21842" y="798365"/>
                    <a:pt x="19116" y="798701"/>
                    <a:pt x="18039" y="798264"/>
                  </a:cubicBezTo>
                  <a:cubicBezTo>
                    <a:pt x="16962" y="797827"/>
                    <a:pt x="16726" y="798163"/>
                    <a:pt x="16188" y="797524"/>
                  </a:cubicBezTo>
                  <a:cubicBezTo>
                    <a:pt x="15649" y="796885"/>
                    <a:pt x="14135" y="796885"/>
                    <a:pt x="14135" y="796885"/>
                  </a:cubicBezTo>
                  <a:lnTo>
                    <a:pt x="12284" y="796885"/>
                  </a:lnTo>
                  <a:cubicBezTo>
                    <a:pt x="12284" y="796885"/>
                    <a:pt x="11846" y="798466"/>
                    <a:pt x="11846" y="798769"/>
                  </a:cubicBezTo>
                  <a:cubicBezTo>
                    <a:pt x="11846" y="799105"/>
                    <a:pt x="10971" y="801426"/>
                    <a:pt x="10971" y="801426"/>
                  </a:cubicBezTo>
                  <a:cubicBezTo>
                    <a:pt x="10971" y="801426"/>
                    <a:pt x="9120" y="803276"/>
                    <a:pt x="8582" y="803377"/>
                  </a:cubicBezTo>
                  <a:cubicBezTo>
                    <a:pt x="8043" y="803478"/>
                    <a:pt x="6630" y="804252"/>
                    <a:pt x="6630" y="804252"/>
                  </a:cubicBezTo>
                  <a:cubicBezTo>
                    <a:pt x="6630" y="804252"/>
                    <a:pt x="4005" y="805429"/>
                    <a:pt x="3164" y="805564"/>
                  </a:cubicBezTo>
                  <a:cubicBezTo>
                    <a:pt x="2289" y="805665"/>
                    <a:pt x="774" y="807313"/>
                    <a:pt x="774" y="807313"/>
                  </a:cubicBezTo>
                  <a:lnTo>
                    <a:pt x="0" y="809802"/>
                  </a:lnTo>
                  <a:lnTo>
                    <a:pt x="538" y="812628"/>
                  </a:lnTo>
                  <a:lnTo>
                    <a:pt x="1178" y="816968"/>
                  </a:lnTo>
                  <a:lnTo>
                    <a:pt x="2793" y="819457"/>
                  </a:lnTo>
                  <a:lnTo>
                    <a:pt x="5183" y="821206"/>
                  </a:lnTo>
                  <a:lnTo>
                    <a:pt x="8885" y="827497"/>
                  </a:lnTo>
                  <a:lnTo>
                    <a:pt x="9524" y="830524"/>
                  </a:lnTo>
                  <a:lnTo>
                    <a:pt x="13866" y="836176"/>
                  </a:lnTo>
                  <a:lnTo>
                    <a:pt x="15044" y="839977"/>
                  </a:lnTo>
                  <a:lnTo>
                    <a:pt x="17231" y="844014"/>
                  </a:lnTo>
                  <a:cubicBezTo>
                    <a:pt x="17231" y="844014"/>
                    <a:pt x="19722" y="847041"/>
                    <a:pt x="19856" y="847378"/>
                  </a:cubicBezTo>
                  <a:cubicBezTo>
                    <a:pt x="19957" y="847714"/>
                    <a:pt x="20395" y="848152"/>
                    <a:pt x="20395" y="848152"/>
                  </a:cubicBezTo>
                  <a:cubicBezTo>
                    <a:pt x="20395" y="848152"/>
                    <a:pt x="22784" y="849026"/>
                    <a:pt x="23121" y="849026"/>
                  </a:cubicBezTo>
                  <a:cubicBezTo>
                    <a:pt x="23457" y="849026"/>
                    <a:pt x="26150" y="849228"/>
                    <a:pt x="26486" y="849228"/>
                  </a:cubicBezTo>
                  <a:cubicBezTo>
                    <a:pt x="26823" y="849228"/>
                    <a:pt x="28876" y="849228"/>
                    <a:pt x="29852" y="848690"/>
                  </a:cubicBezTo>
                  <a:cubicBezTo>
                    <a:pt x="30828" y="848152"/>
                    <a:pt x="31366" y="848589"/>
                    <a:pt x="32443" y="847378"/>
                  </a:cubicBezTo>
                  <a:cubicBezTo>
                    <a:pt x="33520" y="846200"/>
                    <a:pt x="32443" y="847378"/>
                    <a:pt x="32443" y="846941"/>
                  </a:cubicBezTo>
                  <a:cubicBezTo>
                    <a:pt x="32443" y="846503"/>
                    <a:pt x="34092" y="846604"/>
                    <a:pt x="34395" y="846167"/>
                  </a:cubicBezTo>
                  <a:cubicBezTo>
                    <a:pt x="34732" y="845730"/>
                    <a:pt x="35607" y="845292"/>
                    <a:pt x="35607" y="845292"/>
                  </a:cubicBezTo>
                  <a:cubicBezTo>
                    <a:pt x="35607" y="845292"/>
                    <a:pt x="36684" y="844855"/>
                    <a:pt x="37121" y="844216"/>
                  </a:cubicBezTo>
                  <a:cubicBezTo>
                    <a:pt x="37559" y="843577"/>
                    <a:pt x="39073" y="843139"/>
                    <a:pt x="39309" y="842803"/>
                  </a:cubicBezTo>
                  <a:cubicBezTo>
                    <a:pt x="39544" y="842467"/>
                    <a:pt x="41496" y="842366"/>
                    <a:pt x="41496" y="842366"/>
                  </a:cubicBezTo>
                  <a:cubicBezTo>
                    <a:pt x="41496" y="842366"/>
                    <a:pt x="43987" y="842366"/>
                    <a:pt x="44660" y="842029"/>
                  </a:cubicBezTo>
                  <a:cubicBezTo>
                    <a:pt x="45299" y="841693"/>
                    <a:pt x="47150" y="842029"/>
                    <a:pt x="47150" y="842029"/>
                  </a:cubicBezTo>
                  <a:lnTo>
                    <a:pt x="50616" y="842029"/>
                  </a:lnTo>
                  <a:lnTo>
                    <a:pt x="53443" y="843711"/>
                  </a:lnTo>
                  <a:lnTo>
                    <a:pt x="54218" y="846705"/>
                  </a:lnTo>
                  <a:cubicBezTo>
                    <a:pt x="54218" y="846705"/>
                    <a:pt x="58121" y="848555"/>
                    <a:pt x="59872" y="848993"/>
                  </a:cubicBezTo>
                  <a:cubicBezTo>
                    <a:pt x="61622" y="849430"/>
                    <a:pt x="62799" y="848993"/>
                    <a:pt x="62799" y="848993"/>
                  </a:cubicBezTo>
                  <a:lnTo>
                    <a:pt x="64751" y="848993"/>
                  </a:lnTo>
                  <a:lnTo>
                    <a:pt x="66602" y="851549"/>
                  </a:lnTo>
                  <a:lnTo>
                    <a:pt x="68992" y="853870"/>
                  </a:lnTo>
                  <a:lnTo>
                    <a:pt x="72593" y="856158"/>
                  </a:lnTo>
                  <a:cubicBezTo>
                    <a:pt x="72593" y="856158"/>
                    <a:pt x="75083" y="857571"/>
                    <a:pt x="76295" y="858109"/>
                  </a:cubicBezTo>
                  <a:cubicBezTo>
                    <a:pt x="77473" y="858647"/>
                    <a:pt x="80872" y="861708"/>
                    <a:pt x="81309" y="862011"/>
                  </a:cubicBezTo>
                  <a:cubicBezTo>
                    <a:pt x="81747" y="862348"/>
                    <a:pt x="84473" y="865712"/>
                    <a:pt x="84473" y="865712"/>
                  </a:cubicBezTo>
                  <a:lnTo>
                    <a:pt x="86223" y="868638"/>
                  </a:lnTo>
                  <a:lnTo>
                    <a:pt x="86560" y="870690"/>
                  </a:lnTo>
                  <a:lnTo>
                    <a:pt x="86358" y="875904"/>
                  </a:lnTo>
                  <a:lnTo>
                    <a:pt x="86358" y="877956"/>
                  </a:lnTo>
                  <a:lnTo>
                    <a:pt x="86358" y="881085"/>
                  </a:lnTo>
                  <a:lnTo>
                    <a:pt x="86358" y="883910"/>
                  </a:lnTo>
                  <a:lnTo>
                    <a:pt x="86459" y="886938"/>
                  </a:lnTo>
                  <a:lnTo>
                    <a:pt x="85382" y="889125"/>
                  </a:lnTo>
                  <a:lnTo>
                    <a:pt x="83766" y="892152"/>
                  </a:lnTo>
                  <a:lnTo>
                    <a:pt x="82252" y="894204"/>
                  </a:lnTo>
                  <a:lnTo>
                    <a:pt x="81175" y="897232"/>
                  </a:lnTo>
                  <a:lnTo>
                    <a:pt x="80535" y="899519"/>
                  </a:lnTo>
                  <a:lnTo>
                    <a:pt x="80098" y="904296"/>
                  </a:lnTo>
                  <a:lnTo>
                    <a:pt x="79761" y="907122"/>
                  </a:lnTo>
                  <a:lnTo>
                    <a:pt x="79324" y="911125"/>
                  </a:lnTo>
                  <a:lnTo>
                    <a:pt x="78348" y="913951"/>
                  </a:lnTo>
                  <a:lnTo>
                    <a:pt x="77708" y="915801"/>
                  </a:lnTo>
                  <a:lnTo>
                    <a:pt x="77708" y="917853"/>
                  </a:lnTo>
                  <a:lnTo>
                    <a:pt x="77338" y="920578"/>
                  </a:lnTo>
                  <a:cubicBezTo>
                    <a:pt x="77338" y="920578"/>
                    <a:pt x="76833" y="923067"/>
                    <a:pt x="76833" y="923504"/>
                  </a:cubicBezTo>
                  <a:cubicBezTo>
                    <a:pt x="76833" y="923942"/>
                    <a:pt x="76833" y="925018"/>
                    <a:pt x="76497" y="926330"/>
                  </a:cubicBezTo>
                  <a:cubicBezTo>
                    <a:pt x="76160" y="927642"/>
                    <a:pt x="75622" y="928517"/>
                    <a:pt x="75622" y="928517"/>
                  </a:cubicBezTo>
                  <a:lnTo>
                    <a:pt x="75285" y="931342"/>
                  </a:lnTo>
                  <a:cubicBezTo>
                    <a:pt x="75285" y="931342"/>
                    <a:pt x="75083" y="934067"/>
                    <a:pt x="75083" y="934505"/>
                  </a:cubicBezTo>
                  <a:cubicBezTo>
                    <a:pt x="75083" y="934942"/>
                    <a:pt x="75285" y="939080"/>
                    <a:pt x="75285" y="939382"/>
                  </a:cubicBezTo>
                  <a:cubicBezTo>
                    <a:pt x="75285" y="939719"/>
                    <a:pt x="75925" y="941872"/>
                    <a:pt x="75925" y="941872"/>
                  </a:cubicBezTo>
                  <a:lnTo>
                    <a:pt x="75925" y="944596"/>
                  </a:lnTo>
                  <a:cubicBezTo>
                    <a:pt x="75925" y="944596"/>
                    <a:pt x="78516" y="946985"/>
                    <a:pt x="80064" y="948297"/>
                  </a:cubicBezTo>
                  <a:cubicBezTo>
                    <a:pt x="81579" y="949609"/>
                    <a:pt x="82353" y="952636"/>
                    <a:pt x="82454" y="953074"/>
                  </a:cubicBezTo>
                  <a:cubicBezTo>
                    <a:pt x="82555" y="953511"/>
                    <a:pt x="82454" y="955798"/>
                    <a:pt x="82454" y="956236"/>
                  </a:cubicBezTo>
                  <a:cubicBezTo>
                    <a:pt x="82454" y="956673"/>
                    <a:pt x="82117" y="958086"/>
                    <a:pt x="82117" y="958086"/>
                  </a:cubicBezTo>
                  <a:cubicBezTo>
                    <a:pt x="82117" y="958086"/>
                    <a:pt x="81040" y="959936"/>
                    <a:pt x="80704" y="960138"/>
                  </a:cubicBezTo>
                  <a:cubicBezTo>
                    <a:pt x="80367" y="960340"/>
                    <a:pt x="79290" y="961887"/>
                    <a:pt x="78314" y="962089"/>
                  </a:cubicBezTo>
                  <a:cubicBezTo>
                    <a:pt x="77338" y="962291"/>
                    <a:pt x="77237" y="963065"/>
                    <a:pt x="77237" y="963065"/>
                  </a:cubicBezTo>
                  <a:lnTo>
                    <a:pt x="75386" y="964578"/>
                  </a:lnTo>
                  <a:lnTo>
                    <a:pt x="73636" y="967202"/>
                  </a:lnTo>
                  <a:lnTo>
                    <a:pt x="72189" y="969389"/>
                  </a:lnTo>
                  <a:lnTo>
                    <a:pt x="70574" y="971239"/>
                  </a:lnTo>
                  <a:lnTo>
                    <a:pt x="69598" y="972450"/>
                  </a:lnTo>
                  <a:lnTo>
                    <a:pt x="69295" y="974939"/>
                  </a:lnTo>
                  <a:lnTo>
                    <a:pt x="69497" y="978404"/>
                  </a:lnTo>
                  <a:lnTo>
                    <a:pt x="70910" y="982407"/>
                  </a:lnTo>
                  <a:lnTo>
                    <a:pt x="72526" y="985132"/>
                  </a:lnTo>
                  <a:lnTo>
                    <a:pt x="72862" y="989270"/>
                  </a:lnTo>
                  <a:cubicBezTo>
                    <a:pt x="72862" y="989270"/>
                    <a:pt x="74175" y="991322"/>
                    <a:pt x="74276" y="991658"/>
                  </a:cubicBezTo>
                  <a:cubicBezTo>
                    <a:pt x="74377" y="991995"/>
                    <a:pt x="74915" y="994585"/>
                    <a:pt x="74915" y="994585"/>
                  </a:cubicBezTo>
                  <a:cubicBezTo>
                    <a:pt x="74915" y="994585"/>
                    <a:pt x="75151" y="997848"/>
                    <a:pt x="75151" y="998184"/>
                  </a:cubicBezTo>
                  <a:cubicBezTo>
                    <a:pt x="75151" y="998521"/>
                    <a:pt x="75487" y="1003028"/>
                    <a:pt x="75487" y="1003028"/>
                  </a:cubicBezTo>
                  <a:lnTo>
                    <a:pt x="75050" y="1004912"/>
                  </a:lnTo>
                  <a:lnTo>
                    <a:pt x="72458" y="1007738"/>
                  </a:lnTo>
                  <a:cubicBezTo>
                    <a:pt x="72458" y="1007738"/>
                    <a:pt x="70170" y="1008814"/>
                    <a:pt x="69732" y="1008814"/>
                  </a:cubicBezTo>
                  <a:cubicBezTo>
                    <a:pt x="69295" y="1008814"/>
                    <a:pt x="67343" y="1010126"/>
                    <a:pt x="67343" y="1010126"/>
                  </a:cubicBezTo>
                  <a:lnTo>
                    <a:pt x="64617" y="1011102"/>
                  </a:lnTo>
                  <a:lnTo>
                    <a:pt x="61790" y="1011539"/>
                  </a:lnTo>
                  <a:lnTo>
                    <a:pt x="60477" y="1011977"/>
                  </a:lnTo>
                  <a:lnTo>
                    <a:pt x="57011" y="1012414"/>
                  </a:lnTo>
                  <a:cubicBezTo>
                    <a:pt x="57011" y="1012414"/>
                    <a:pt x="53847" y="1012515"/>
                    <a:pt x="51996" y="1011977"/>
                  </a:cubicBezTo>
                  <a:cubicBezTo>
                    <a:pt x="50145" y="1011438"/>
                    <a:pt x="50044" y="1011977"/>
                    <a:pt x="48732" y="1011775"/>
                  </a:cubicBezTo>
                  <a:cubicBezTo>
                    <a:pt x="47419" y="1011539"/>
                    <a:pt x="47217" y="1011438"/>
                    <a:pt x="47217" y="1011438"/>
                  </a:cubicBezTo>
                  <a:lnTo>
                    <a:pt x="43414" y="1010799"/>
                  </a:lnTo>
                  <a:lnTo>
                    <a:pt x="39712" y="1008512"/>
                  </a:lnTo>
                  <a:cubicBezTo>
                    <a:pt x="39712" y="1008512"/>
                    <a:pt x="38198" y="1007435"/>
                    <a:pt x="37861" y="1006998"/>
                  </a:cubicBezTo>
                  <a:cubicBezTo>
                    <a:pt x="37525" y="1006561"/>
                    <a:pt x="35371" y="1005787"/>
                    <a:pt x="34698" y="1005148"/>
                  </a:cubicBezTo>
                  <a:cubicBezTo>
                    <a:pt x="34058" y="1004509"/>
                    <a:pt x="31871" y="1004273"/>
                    <a:pt x="31433" y="1003399"/>
                  </a:cubicBezTo>
                  <a:cubicBezTo>
                    <a:pt x="30996" y="1002524"/>
                    <a:pt x="28270" y="1003499"/>
                    <a:pt x="27630" y="1003399"/>
                  </a:cubicBezTo>
                  <a:cubicBezTo>
                    <a:pt x="27630" y="1003399"/>
                    <a:pt x="23592" y="1004374"/>
                    <a:pt x="23188" y="1004475"/>
                  </a:cubicBezTo>
                  <a:cubicBezTo>
                    <a:pt x="22751" y="1004576"/>
                    <a:pt x="21337" y="1004475"/>
                    <a:pt x="20899" y="1004475"/>
                  </a:cubicBezTo>
                  <a:cubicBezTo>
                    <a:pt x="20462" y="1004475"/>
                    <a:pt x="19486" y="1005451"/>
                    <a:pt x="19149" y="1005451"/>
                  </a:cubicBezTo>
                  <a:cubicBezTo>
                    <a:pt x="18813" y="1005451"/>
                    <a:pt x="17736" y="1006762"/>
                    <a:pt x="16962" y="1007402"/>
                  </a:cubicBezTo>
                  <a:cubicBezTo>
                    <a:pt x="16188" y="1008041"/>
                    <a:pt x="14135" y="1009353"/>
                    <a:pt x="13596" y="1009588"/>
                  </a:cubicBezTo>
                  <a:cubicBezTo>
                    <a:pt x="13058" y="1009824"/>
                    <a:pt x="12620" y="1011203"/>
                    <a:pt x="12520" y="1011640"/>
                  </a:cubicBezTo>
                  <a:cubicBezTo>
                    <a:pt x="12419" y="1012078"/>
                    <a:pt x="12318" y="1013591"/>
                    <a:pt x="12318" y="1015004"/>
                  </a:cubicBezTo>
                  <a:cubicBezTo>
                    <a:pt x="12318" y="1016417"/>
                    <a:pt x="12318" y="1018469"/>
                    <a:pt x="11745" y="1018805"/>
                  </a:cubicBezTo>
                  <a:cubicBezTo>
                    <a:pt x="11173" y="1019142"/>
                    <a:pt x="12015" y="1021396"/>
                    <a:pt x="11779" y="1023784"/>
                  </a:cubicBezTo>
                  <a:cubicBezTo>
                    <a:pt x="11577" y="1026173"/>
                    <a:pt x="12318" y="1025298"/>
                    <a:pt x="12755" y="1026173"/>
                  </a:cubicBezTo>
                  <a:cubicBezTo>
                    <a:pt x="13193" y="1027014"/>
                    <a:pt x="17197" y="1027922"/>
                    <a:pt x="17197" y="1027922"/>
                  </a:cubicBezTo>
                  <a:lnTo>
                    <a:pt x="21101" y="1027922"/>
                  </a:lnTo>
                  <a:lnTo>
                    <a:pt x="25577" y="1026509"/>
                  </a:lnTo>
                  <a:cubicBezTo>
                    <a:pt x="25577" y="1026509"/>
                    <a:pt x="28842" y="1026072"/>
                    <a:pt x="29380" y="1026173"/>
                  </a:cubicBezTo>
                  <a:cubicBezTo>
                    <a:pt x="29919" y="1026273"/>
                    <a:pt x="33621" y="1029637"/>
                    <a:pt x="33621" y="1029637"/>
                  </a:cubicBezTo>
                  <a:lnTo>
                    <a:pt x="37525" y="1033338"/>
                  </a:lnTo>
                  <a:cubicBezTo>
                    <a:pt x="37525" y="1033338"/>
                    <a:pt x="40251" y="1041613"/>
                    <a:pt x="40352" y="1042017"/>
                  </a:cubicBezTo>
                  <a:cubicBezTo>
                    <a:pt x="40453" y="1042454"/>
                    <a:pt x="42405" y="1043531"/>
                    <a:pt x="42842" y="1043632"/>
                  </a:cubicBezTo>
                  <a:cubicBezTo>
                    <a:pt x="43280" y="1043732"/>
                    <a:pt x="49371" y="1043632"/>
                    <a:pt x="49809" y="1044170"/>
                  </a:cubicBezTo>
                  <a:cubicBezTo>
                    <a:pt x="50246" y="1044708"/>
                    <a:pt x="54251" y="1044069"/>
                    <a:pt x="54689" y="1044170"/>
                  </a:cubicBezTo>
                  <a:cubicBezTo>
                    <a:pt x="55126" y="1044271"/>
                    <a:pt x="58054" y="1044170"/>
                    <a:pt x="58054" y="1044170"/>
                  </a:cubicBezTo>
                  <a:cubicBezTo>
                    <a:pt x="58054" y="1044170"/>
                    <a:pt x="64482" y="1045784"/>
                    <a:pt x="64886" y="1045784"/>
                  </a:cubicBezTo>
                  <a:cubicBezTo>
                    <a:pt x="65324" y="1045784"/>
                    <a:pt x="68588" y="1047197"/>
                    <a:pt x="68588" y="1047197"/>
                  </a:cubicBezTo>
                  <a:lnTo>
                    <a:pt x="73704" y="1051335"/>
                  </a:lnTo>
                  <a:lnTo>
                    <a:pt x="73704" y="1053185"/>
                  </a:lnTo>
                  <a:lnTo>
                    <a:pt x="78482" y="1057525"/>
                  </a:lnTo>
                  <a:lnTo>
                    <a:pt x="81511" y="1060552"/>
                  </a:lnTo>
                  <a:cubicBezTo>
                    <a:pt x="81511" y="1060552"/>
                    <a:pt x="83564" y="1062941"/>
                    <a:pt x="83564" y="1063277"/>
                  </a:cubicBezTo>
                  <a:cubicBezTo>
                    <a:pt x="83564" y="1063613"/>
                    <a:pt x="85213" y="1065329"/>
                    <a:pt x="85213" y="1065329"/>
                  </a:cubicBezTo>
                  <a:lnTo>
                    <a:pt x="84776" y="1068693"/>
                  </a:lnTo>
                  <a:lnTo>
                    <a:pt x="83564" y="1074244"/>
                  </a:lnTo>
                  <a:lnTo>
                    <a:pt x="81949" y="1076195"/>
                  </a:lnTo>
                  <a:cubicBezTo>
                    <a:pt x="81949" y="1076195"/>
                    <a:pt x="79997" y="1077843"/>
                    <a:pt x="79458" y="1077944"/>
                  </a:cubicBezTo>
                  <a:cubicBezTo>
                    <a:pt x="78920" y="1078045"/>
                    <a:pt x="79458" y="1080972"/>
                    <a:pt x="79458" y="1080972"/>
                  </a:cubicBezTo>
                  <a:lnTo>
                    <a:pt x="81511" y="1083461"/>
                  </a:lnTo>
                  <a:cubicBezTo>
                    <a:pt x="81511" y="1083461"/>
                    <a:pt x="87367" y="1083461"/>
                    <a:pt x="87805" y="1083461"/>
                  </a:cubicBezTo>
                  <a:cubicBezTo>
                    <a:pt x="88242" y="1083461"/>
                    <a:pt x="94536" y="1085210"/>
                    <a:pt x="94973" y="1085210"/>
                  </a:cubicBezTo>
                  <a:cubicBezTo>
                    <a:pt x="95411" y="1085210"/>
                    <a:pt x="99012" y="1087397"/>
                    <a:pt x="99012" y="1087397"/>
                  </a:cubicBezTo>
                  <a:lnTo>
                    <a:pt x="103050" y="1090424"/>
                  </a:lnTo>
                  <a:lnTo>
                    <a:pt x="106517" y="1094326"/>
                  </a:lnTo>
                  <a:lnTo>
                    <a:pt x="109445" y="1097791"/>
                  </a:lnTo>
                  <a:lnTo>
                    <a:pt x="110320" y="1102030"/>
                  </a:lnTo>
                  <a:lnTo>
                    <a:pt x="112171" y="1106706"/>
                  </a:lnTo>
                  <a:lnTo>
                    <a:pt x="114224" y="1111920"/>
                  </a:lnTo>
                  <a:lnTo>
                    <a:pt x="116849" y="1120734"/>
                  </a:lnTo>
                  <a:lnTo>
                    <a:pt x="117825" y="1127798"/>
                  </a:lnTo>
                  <a:lnTo>
                    <a:pt x="117623" y="1132137"/>
                  </a:lnTo>
                  <a:cubicBezTo>
                    <a:pt x="117623" y="1132137"/>
                    <a:pt x="116647" y="1136712"/>
                    <a:pt x="116411" y="1137150"/>
                  </a:cubicBezTo>
                  <a:cubicBezTo>
                    <a:pt x="116209" y="1137587"/>
                    <a:pt x="115099" y="1141287"/>
                    <a:pt x="115099" y="1141287"/>
                  </a:cubicBezTo>
                  <a:cubicBezTo>
                    <a:pt x="115099" y="1141287"/>
                    <a:pt x="112272" y="1145526"/>
                    <a:pt x="112272" y="1145862"/>
                  </a:cubicBezTo>
                  <a:cubicBezTo>
                    <a:pt x="112272" y="1146199"/>
                    <a:pt x="111935" y="1149025"/>
                    <a:pt x="111935" y="1149025"/>
                  </a:cubicBezTo>
                  <a:lnTo>
                    <a:pt x="111296" y="1154340"/>
                  </a:lnTo>
                  <a:cubicBezTo>
                    <a:pt x="111296" y="1154340"/>
                    <a:pt x="110084" y="1159015"/>
                    <a:pt x="109781" y="1159217"/>
                  </a:cubicBezTo>
                  <a:cubicBezTo>
                    <a:pt x="109445" y="1159419"/>
                    <a:pt x="105877" y="1162682"/>
                    <a:pt x="105877" y="1162682"/>
                  </a:cubicBezTo>
                  <a:lnTo>
                    <a:pt x="99786" y="1169511"/>
                  </a:lnTo>
                  <a:lnTo>
                    <a:pt x="99786" y="1171260"/>
                  </a:lnTo>
                  <a:lnTo>
                    <a:pt x="99786" y="1175163"/>
                  </a:lnTo>
                  <a:cubicBezTo>
                    <a:pt x="99786" y="1175163"/>
                    <a:pt x="100829" y="1177450"/>
                    <a:pt x="101469" y="1177786"/>
                  </a:cubicBezTo>
                  <a:cubicBezTo>
                    <a:pt x="102108" y="1178123"/>
                    <a:pt x="104026" y="1179401"/>
                    <a:pt x="105339" y="1179973"/>
                  </a:cubicBezTo>
                  <a:cubicBezTo>
                    <a:pt x="106651" y="1180511"/>
                    <a:pt x="107627" y="1181823"/>
                    <a:pt x="110454" y="1183438"/>
                  </a:cubicBezTo>
                  <a:cubicBezTo>
                    <a:pt x="113281" y="1185053"/>
                    <a:pt x="112406" y="1185490"/>
                    <a:pt x="113382" y="1187340"/>
                  </a:cubicBezTo>
                  <a:cubicBezTo>
                    <a:pt x="114358" y="1189190"/>
                    <a:pt x="113382" y="1190166"/>
                    <a:pt x="113180" y="1191242"/>
                  </a:cubicBezTo>
                  <a:cubicBezTo>
                    <a:pt x="112978" y="1192319"/>
                    <a:pt x="112541" y="1194943"/>
                    <a:pt x="112305" y="1195918"/>
                  </a:cubicBezTo>
                  <a:cubicBezTo>
                    <a:pt x="112070" y="1196894"/>
                    <a:pt x="112507" y="1198643"/>
                    <a:pt x="112945" y="1199820"/>
                  </a:cubicBezTo>
                  <a:cubicBezTo>
                    <a:pt x="113382" y="1200998"/>
                    <a:pt x="113921" y="1202108"/>
                    <a:pt x="113921" y="1202108"/>
                  </a:cubicBezTo>
                  <a:lnTo>
                    <a:pt x="114560" y="1205135"/>
                  </a:lnTo>
                  <a:lnTo>
                    <a:pt x="119238" y="1205135"/>
                  </a:lnTo>
                  <a:cubicBezTo>
                    <a:pt x="119238" y="1205135"/>
                    <a:pt x="124017" y="1205606"/>
                    <a:pt x="124354" y="1205405"/>
                  </a:cubicBezTo>
                  <a:cubicBezTo>
                    <a:pt x="124690" y="1205203"/>
                    <a:pt x="125969" y="1205775"/>
                    <a:pt x="128258" y="1205775"/>
                  </a:cubicBezTo>
                  <a:cubicBezTo>
                    <a:pt x="130546" y="1205775"/>
                    <a:pt x="131085" y="1207187"/>
                    <a:pt x="131421" y="1207288"/>
                  </a:cubicBezTo>
                  <a:cubicBezTo>
                    <a:pt x="131758" y="1207389"/>
                    <a:pt x="134787" y="1208701"/>
                    <a:pt x="134787" y="1208701"/>
                  </a:cubicBezTo>
                  <a:cubicBezTo>
                    <a:pt x="134787" y="1208701"/>
                    <a:pt x="136200" y="1207927"/>
                    <a:pt x="136301" y="1207625"/>
                  </a:cubicBezTo>
                  <a:cubicBezTo>
                    <a:pt x="136402" y="1207288"/>
                    <a:pt x="140642" y="1205135"/>
                    <a:pt x="140642" y="1205135"/>
                  </a:cubicBezTo>
                  <a:lnTo>
                    <a:pt x="145859" y="1205135"/>
                  </a:lnTo>
                  <a:lnTo>
                    <a:pt x="149325" y="1205135"/>
                  </a:lnTo>
                  <a:lnTo>
                    <a:pt x="151917" y="1207154"/>
                  </a:lnTo>
                  <a:cubicBezTo>
                    <a:pt x="151917" y="1207154"/>
                    <a:pt x="152354" y="1210047"/>
                    <a:pt x="152354" y="1210450"/>
                  </a:cubicBezTo>
                  <a:cubicBezTo>
                    <a:pt x="152354" y="1210888"/>
                    <a:pt x="151917" y="1213613"/>
                    <a:pt x="151917" y="1214050"/>
                  </a:cubicBezTo>
                  <a:cubicBezTo>
                    <a:pt x="151917" y="1214487"/>
                    <a:pt x="151479" y="1218188"/>
                    <a:pt x="151479" y="1218625"/>
                  </a:cubicBezTo>
                  <a:cubicBezTo>
                    <a:pt x="151479" y="1219062"/>
                    <a:pt x="150941" y="1224276"/>
                    <a:pt x="150941" y="1224276"/>
                  </a:cubicBezTo>
                  <a:cubicBezTo>
                    <a:pt x="150941" y="1224276"/>
                    <a:pt x="151479" y="1228414"/>
                    <a:pt x="151479" y="1228717"/>
                  </a:cubicBezTo>
                  <a:cubicBezTo>
                    <a:pt x="151479" y="1229053"/>
                    <a:pt x="154744" y="1233056"/>
                    <a:pt x="154946" y="1233494"/>
                  </a:cubicBezTo>
                  <a:cubicBezTo>
                    <a:pt x="155148" y="1233931"/>
                    <a:pt x="162350" y="1239784"/>
                    <a:pt x="162653" y="1240020"/>
                  </a:cubicBezTo>
                  <a:cubicBezTo>
                    <a:pt x="162989" y="1240222"/>
                    <a:pt x="169821" y="1246647"/>
                    <a:pt x="169821" y="1246647"/>
                  </a:cubicBezTo>
                  <a:lnTo>
                    <a:pt x="177864" y="1251659"/>
                  </a:lnTo>
                  <a:cubicBezTo>
                    <a:pt x="177864" y="1251659"/>
                    <a:pt x="190350" y="1258622"/>
                    <a:pt x="190485" y="1259060"/>
                  </a:cubicBezTo>
                  <a:cubicBezTo>
                    <a:pt x="190586" y="1259497"/>
                    <a:pt x="197990" y="1266225"/>
                    <a:pt x="198528" y="1266561"/>
                  </a:cubicBezTo>
                  <a:cubicBezTo>
                    <a:pt x="199067" y="1266898"/>
                    <a:pt x="205596" y="1270262"/>
                    <a:pt x="208322" y="1271675"/>
                  </a:cubicBezTo>
                  <a:cubicBezTo>
                    <a:pt x="211048" y="1273088"/>
                    <a:pt x="212125" y="1273424"/>
                    <a:pt x="215288" y="1275039"/>
                  </a:cubicBezTo>
                  <a:cubicBezTo>
                    <a:pt x="218418" y="1276653"/>
                    <a:pt x="219529" y="1277225"/>
                    <a:pt x="221716" y="1278739"/>
                  </a:cubicBezTo>
                  <a:cubicBezTo>
                    <a:pt x="223904" y="1280253"/>
                    <a:pt x="224005" y="1280051"/>
                    <a:pt x="226832" y="1282002"/>
                  </a:cubicBezTo>
                  <a:cubicBezTo>
                    <a:pt x="229659" y="1283953"/>
                    <a:pt x="228683" y="1282641"/>
                    <a:pt x="230635" y="1283280"/>
                  </a:cubicBezTo>
                  <a:cubicBezTo>
                    <a:pt x="232587" y="1283886"/>
                    <a:pt x="234000" y="1283213"/>
                    <a:pt x="235649" y="1283314"/>
                  </a:cubicBezTo>
                  <a:cubicBezTo>
                    <a:pt x="237265" y="1283415"/>
                    <a:pt x="239116" y="1283213"/>
                    <a:pt x="239553" y="1283314"/>
                  </a:cubicBezTo>
                  <a:cubicBezTo>
                    <a:pt x="239991" y="1283415"/>
                    <a:pt x="243592" y="1283415"/>
                    <a:pt x="243895" y="1283314"/>
                  </a:cubicBezTo>
                  <a:cubicBezTo>
                    <a:pt x="244231" y="1283213"/>
                    <a:pt x="246082" y="1284189"/>
                    <a:pt x="246823" y="1284727"/>
                  </a:cubicBezTo>
                  <a:cubicBezTo>
                    <a:pt x="247597" y="1285265"/>
                    <a:pt x="248674" y="1286577"/>
                    <a:pt x="249010" y="1287452"/>
                  </a:cubicBezTo>
                  <a:cubicBezTo>
                    <a:pt x="249347" y="1288326"/>
                    <a:pt x="249212" y="1288091"/>
                    <a:pt x="249650" y="1288629"/>
                  </a:cubicBezTo>
                  <a:cubicBezTo>
                    <a:pt x="250087" y="1289167"/>
                    <a:pt x="253688" y="1288629"/>
                    <a:pt x="253688" y="1288629"/>
                  </a:cubicBezTo>
                  <a:lnTo>
                    <a:pt x="257390" y="1288629"/>
                  </a:lnTo>
                  <a:lnTo>
                    <a:pt x="261530" y="1290277"/>
                  </a:lnTo>
                  <a:lnTo>
                    <a:pt x="269371" y="1295592"/>
                  </a:lnTo>
                  <a:lnTo>
                    <a:pt x="270516" y="1295592"/>
                  </a:lnTo>
                  <a:cubicBezTo>
                    <a:pt x="270516" y="1295592"/>
                    <a:pt x="269371" y="1298654"/>
                    <a:pt x="268496" y="1299797"/>
                  </a:cubicBezTo>
                  <a:cubicBezTo>
                    <a:pt x="267621" y="1300941"/>
                    <a:pt x="266746" y="1301378"/>
                    <a:pt x="266746" y="1301378"/>
                  </a:cubicBezTo>
                  <a:lnTo>
                    <a:pt x="262674" y="1305449"/>
                  </a:lnTo>
                  <a:cubicBezTo>
                    <a:pt x="262674" y="1305449"/>
                    <a:pt x="260352" y="1305146"/>
                    <a:pt x="259477" y="1305449"/>
                  </a:cubicBezTo>
                  <a:cubicBezTo>
                    <a:pt x="258602" y="1305752"/>
                    <a:pt x="257155" y="1309486"/>
                    <a:pt x="257155" y="1309486"/>
                  </a:cubicBezTo>
                  <a:lnTo>
                    <a:pt x="254530" y="1312109"/>
                  </a:lnTo>
                  <a:lnTo>
                    <a:pt x="254530" y="1315574"/>
                  </a:lnTo>
                  <a:lnTo>
                    <a:pt x="254530" y="1320789"/>
                  </a:lnTo>
                  <a:lnTo>
                    <a:pt x="254530" y="1323984"/>
                  </a:lnTo>
                  <a:cubicBezTo>
                    <a:pt x="254530" y="1323984"/>
                    <a:pt x="256111" y="1328021"/>
                    <a:pt x="257458" y="1328896"/>
                  </a:cubicBezTo>
                  <a:cubicBezTo>
                    <a:pt x="258770" y="1329770"/>
                    <a:pt x="258030" y="1329770"/>
                    <a:pt x="259174" y="1330645"/>
                  </a:cubicBezTo>
                  <a:cubicBezTo>
                    <a:pt x="260318" y="1331520"/>
                    <a:pt x="261799" y="1335287"/>
                    <a:pt x="261799" y="1336431"/>
                  </a:cubicBezTo>
                  <a:cubicBezTo>
                    <a:pt x="261799" y="1337575"/>
                    <a:pt x="261496" y="1340501"/>
                    <a:pt x="261496" y="1340501"/>
                  </a:cubicBezTo>
                  <a:lnTo>
                    <a:pt x="261799" y="1343394"/>
                  </a:lnTo>
                  <a:lnTo>
                    <a:pt x="262943" y="1348911"/>
                  </a:lnTo>
                  <a:lnTo>
                    <a:pt x="262371" y="1352982"/>
                  </a:lnTo>
                  <a:lnTo>
                    <a:pt x="262068" y="1355471"/>
                  </a:lnTo>
                  <a:lnTo>
                    <a:pt x="260049" y="1357893"/>
                  </a:lnTo>
                  <a:lnTo>
                    <a:pt x="257458" y="1361358"/>
                  </a:lnTo>
                  <a:cubicBezTo>
                    <a:pt x="257458" y="1361358"/>
                    <a:pt x="257155" y="1362535"/>
                    <a:pt x="257458" y="1363982"/>
                  </a:cubicBezTo>
                  <a:lnTo>
                    <a:pt x="260655" y="1369499"/>
                  </a:lnTo>
                  <a:cubicBezTo>
                    <a:pt x="260655" y="1369499"/>
                    <a:pt x="261799" y="1371248"/>
                    <a:pt x="261799" y="1372123"/>
                  </a:cubicBezTo>
                  <a:cubicBezTo>
                    <a:pt x="261799" y="1372997"/>
                    <a:pt x="264693" y="1377639"/>
                    <a:pt x="265265" y="1378480"/>
                  </a:cubicBezTo>
                  <a:cubicBezTo>
                    <a:pt x="265838" y="1379355"/>
                    <a:pt x="267285" y="1382248"/>
                    <a:pt x="267285" y="1382248"/>
                  </a:cubicBezTo>
                  <a:lnTo>
                    <a:pt x="273376" y="1388606"/>
                  </a:lnTo>
                  <a:lnTo>
                    <a:pt x="278896" y="1391230"/>
                  </a:lnTo>
                  <a:lnTo>
                    <a:pt x="284684" y="1394426"/>
                  </a:lnTo>
                  <a:lnTo>
                    <a:pt x="293670" y="1402533"/>
                  </a:lnTo>
                  <a:lnTo>
                    <a:pt x="301209" y="1408050"/>
                  </a:lnTo>
                  <a:lnTo>
                    <a:pt x="304675" y="1411515"/>
                  </a:lnTo>
                  <a:lnTo>
                    <a:pt x="308141" y="1416426"/>
                  </a:lnTo>
                  <a:lnTo>
                    <a:pt x="313930" y="1421943"/>
                  </a:lnTo>
                  <a:lnTo>
                    <a:pt x="317127" y="1425139"/>
                  </a:lnTo>
                  <a:lnTo>
                    <a:pt x="317127" y="1428604"/>
                  </a:lnTo>
                  <a:lnTo>
                    <a:pt x="317800" y="1429310"/>
                  </a:lnTo>
                  <a:lnTo>
                    <a:pt x="317868" y="1428705"/>
                  </a:lnTo>
                  <a:lnTo>
                    <a:pt x="322882" y="1428805"/>
                  </a:lnTo>
                  <a:lnTo>
                    <a:pt x="327998" y="1427729"/>
                  </a:lnTo>
                  <a:cubicBezTo>
                    <a:pt x="327998" y="1427729"/>
                    <a:pt x="334628" y="1427729"/>
                    <a:pt x="334964" y="1427527"/>
                  </a:cubicBezTo>
                  <a:cubicBezTo>
                    <a:pt x="335301" y="1427325"/>
                    <a:pt x="339003" y="1427426"/>
                    <a:pt x="339003" y="1427426"/>
                  </a:cubicBezTo>
                  <a:lnTo>
                    <a:pt x="344219" y="1427763"/>
                  </a:lnTo>
                  <a:lnTo>
                    <a:pt x="347585" y="1426249"/>
                  </a:lnTo>
                  <a:cubicBezTo>
                    <a:pt x="347585" y="1426249"/>
                    <a:pt x="349772" y="1424735"/>
                    <a:pt x="350412" y="1424197"/>
                  </a:cubicBezTo>
                  <a:cubicBezTo>
                    <a:pt x="351051" y="1423659"/>
                    <a:pt x="354551" y="1421808"/>
                    <a:pt x="355291" y="1421472"/>
                  </a:cubicBezTo>
                  <a:cubicBezTo>
                    <a:pt x="356066" y="1421136"/>
                    <a:pt x="359734" y="1417334"/>
                    <a:pt x="359734" y="1417334"/>
                  </a:cubicBezTo>
                  <a:lnTo>
                    <a:pt x="362998" y="1417334"/>
                  </a:lnTo>
                  <a:lnTo>
                    <a:pt x="367676" y="1416460"/>
                  </a:lnTo>
                  <a:lnTo>
                    <a:pt x="371277" y="1417334"/>
                  </a:lnTo>
                  <a:lnTo>
                    <a:pt x="375518" y="1417435"/>
                  </a:lnTo>
                  <a:cubicBezTo>
                    <a:pt x="375518" y="1417435"/>
                    <a:pt x="387263" y="1417099"/>
                    <a:pt x="388239" y="1416729"/>
                  </a:cubicBezTo>
                  <a:cubicBezTo>
                    <a:pt x="389215" y="1416359"/>
                    <a:pt x="394331" y="1416729"/>
                    <a:pt x="394331" y="1416729"/>
                  </a:cubicBezTo>
                  <a:cubicBezTo>
                    <a:pt x="394331" y="1416729"/>
                    <a:pt x="397494" y="1412995"/>
                    <a:pt x="397797" y="1411885"/>
                  </a:cubicBezTo>
                  <a:cubicBezTo>
                    <a:pt x="398134" y="1410808"/>
                    <a:pt x="400961" y="1408723"/>
                    <a:pt x="400961" y="1408723"/>
                  </a:cubicBezTo>
                  <a:lnTo>
                    <a:pt x="404966" y="1405123"/>
                  </a:lnTo>
                  <a:cubicBezTo>
                    <a:pt x="404966" y="1405123"/>
                    <a:pt x="409307" y="1405123"/>
                    <a:pt x="409745" y="1405123"/>
                  </a:cubicBezTo>
                  <a:cubicBezTo>
                    <a:pt x="410182" y="1405123"/>
                    <a:pt x="412773" y="1404618"/>
                    <a:pt x="413110" y="1404417"/>
                  </a:cubicBezTo>
                  <a:cubicBezTo>
                    <a:pt x="413447" y="1404215"/>
                    <a:pt x="419740" y="1404248"/>
                    <a:pt x="421052" y="1404047"/>
                  </a:cubicBezTo>
                  <a:cubicBezTo>
                    <a:pt x="422365" y="1403845"/>
                    <a:pt x="425394" y="1400683"/>
                    <a:pt x="425394" y="1400683"/>
                  </a:cubicBezTo>
                  <a:lnTo>
                    <a:pt x="427245" y="1398059"/>
                  </a:lnTo>
                  <a:cubicBezTo>
                    <a:pt x="427245" y="1398059"/>
                    <a:pt x="431048" y="1394459"/>
                    <a:pt x="431485" y="1393719"/>
                  </a:cubicBezTo>
                  <a:cubicBezTo>
                    <a:pt x="431923" y="1392946"/>
                    <a:pt x="433976" y="1392643"/>
                    <a:pt x="434312" y="1392407"/>
                  </a:cubicBezTo>
                  <a:cubicBezTo>
                    <a:pt x="434649" y="1392205"/>
                    <a:pt x="439192" y="1390221"/>
                    <a:pt x="439192" y="1389783"/>
                  </a:cubicBezTo>
                  <a:cubicBezTo>
                    <a:pt x="439192" y="1389346"/>
                    <a:pt x="440505" y="1386520"/>
                    <a:pt x="440505" y="1386083"/>
                  </a:cubicBezTo>
                  <a:cubicBezTo>
                    <a:pt x="440505" y="1385646"/>
                    <a:pt x="442356" y="1384670"/>
                    <a:pt x="442356" y="1384670"/>
                  </a:cubicBezTo>
                  <a:cubicBezTo>
                    <a:pt x="442356" y="1384670"/>
                    <a:pt x="444308" y="1384233"/>
                    <a:pt x="444981" y="1383594"/>
                  </a:cubicBezTo>
                  <a:cubicBezTo>
                    <a:pt x="445620" y="1382955"/>
                    <a:pt x="446933" y="1382181"/>
                    <a:pt x="448885" y="1381643"/>
                  </a:cubicBezTo>
                  <a:cubicBezTo>
                    <a:pt x="450837" y="1381104"/>
                    <a:pt x="450500" y="1380667"/>
                    <a:pt x="450938" y="1380432"/>
                  </a:cubicBezTo>
                  <a:cubicBezTo>
                    <a:pt x="451375" y="1380230"/>
                    <a:pt x="454539" y="1377606"/>
                    <a:pt x="454539" y="1377606"/>
                  </a:cubicBezTo>
                  <a:lnTo>
                    <a:pt x="455313" y="1376395"/>
                  </a:lnTo>
                  <a:lnTo>
                    <a:pt x="455649" y="1374208"/>
                  </a:lnTo>
                  <a:lnTo>
                    <a:pt x="454539" y="1371181"/>
                  </a:lnTo>
                  <a:lnTo>
                    <a:pt x="454539" y="1367379"/>
                  </a:lnTo>
                  <a:cubicBezTo>
                    <a:pt x="454539" y="1367379"/>
                    <a:pt x="455077" y="1365428"/>
                    <a:pt x="454976" y="1364991"/>
                  </a:cubicBezTo>
                  <a:cubicBezTo>
                    <a:pt x="454875" y="1364554"/>
                    <a:pt x="456592" y="1362804"/>
                    <a:pt x="457029" y="1361963"/>
                  </a:cubicBezTo>
                  <a:cubicBezTo>
                    <a:pt x="457467" y="1361089"/>
                    <a:pt x="458544" y="1361425"/>
                    <a:pt x="459520" y="1360450"/>
                  </a:cubicBezTo>
                  <a:cubicBezTo>
                    <a:pt x="460496" y="1359474"/>
                    <a:pt x="462347" y="1360248"/>
                    <a:pt x="463121" y="1359676"/>
                  </a:cubicBezTo>
                  <a:cubicBezTo>
                    <a:pt x="463895" y="1359138"/>
                    <a:pt x="465073" y="1359239"/>
                    <a:pt x="466486" y="1358599"/>
                  </a:cubicBezTo>
                  <a:cubicBezTo>
                    <a:pt x="467900" y="1357960"/>
                    <a:pt x="468573" y="1357960"/>
                    <a:pt x="470525" y="1357086"/>
                  </a:cubicBezTo>
                  <a:cubicBezTo>
                    <a:pt x="472477" y="1356211"/>
                    <a:pt x="472275" y="1356749"/>
                    <a:pt x="473554" y="1356547"/>
                  </a:cubicBezTo>
                  <a:cubicBezTo>
                    <a:pt x="474866" y="1356346"/>
                    <a:pt x="475169" y="1356446"/>
                    <a:pt x="476717" y="1355673"/>
                  </a:cubicBezTo>
                  <a:cubicBezTo>
                    <a:pt x="478232" y="1354899"/>
                    <a:pt x="479746" y="1356446"/>
                    <a:pt x="479746" y="1356446"/>
                  </a:cubicBezTo>
                  <a:cubicBezTo>
                    <a:pt x="479746" y="1356446"/>
                    <a:pt x="481698" y="1356446"/>
                    <a:pt x="482136" y="1356446"/>
                  </a:cubicBezTo>
                  <a:cubicBezTo>
                    <a:pt x="482573" y="1356446"/>
                    <a:pt x="484963" y="1357052"/>
                    <a:pt x="484963" y="1357052"/>
                  </a:cubicBezTo>
                  <a:lnTo>
                    <a:pt x="485737" y="1358734"/>
                  </a:lnTo>
                  <a:lnTo>
                    <a:pt x="486275" y="1360786"/>
                  </a:lnTo>
                  <a:lnTo>
                    <a:pt x="489001" y="1363612"/>
                  </a:lnTo>
                  <a:lnTo>
                    <a:pt x="492602" y="1365899"/>
                  </a:lnTo>
                  <a:lnTo>
                    <a:pt x="496843" y="1369162"/>
                  </a:lnTo>
                  <a:lnTo>
                    <a:pt x="501184" y="1372762"/>
                  </a:lnTo>
                  <a:lnTo>
                    <a:pt x="506300" y="1376126"/>
                  </a:lnTo>
                  <a:lnTo>
                    <a:pt x="509328" y="1379052"/>
                  </a:lnTo>
                  <a:lnTo>
                    <a:pt x="516295" y="1384267"/>
                  </a:lnTo>
                  <a:cubicBezTo>
                    <a:pt x="516295" y="1384267"/>
                    <a:pt x="518045" y="1384267"/>
                    <a:pt x="518482" y="1384267"/>
                  </a:cubicBezTo>
                  <a:cubicBezTo>
                    <a:pt x="518920" y="1384267"/>
                    <a:pt x="521309" y="1383728"/>
                    <a:pt x="521747" y="1383728"/>
                  </a:cubicBezTo>
                  <a:cubicBezTo>
                    <a:pt x="522185" y="1383728"/>
                    <a:pt x="522959" y="1383089"/>
                    <a:pt x="522959" y="1383089"/>
                  </a:cubicBezTo>
                  <a:cubicBezTo>
                    <a:pt x="522959" y="1383089"/>
                    <a:pt x="524911" y="1382753"/>
                    <a:pt x="525887" y="1382114"/>
                  </a:cubicBezTo>
                  <a:cubicBezTo>
                    <a:pt x="526863" y="1381474"/>
                    <a:pt x="526526" y="1381340"/>
                    <a:pt x="526526" y="1381340"/>
                  </a:cubicBezTo>
                  <a:lnTo>
                    <a:pt x="525853" y="1378178"/>
                  </a:lnTo>
                  <a:lnTo>
                    <a:pt x="525853" y="1376866"/>
                  </a:lnTo>
                  <a:lnTo>
                    <a:pt x="526728" y="1375016"/>
                  </a:lnTo>
                  <a:lnTo>
                    <a:pt x="529353" y="1374780"/>
                  </a:lnTo>
                  <a:lnTo>
                    <a:pt x="532516" y="1377269"/>
                  </a:lnTo>
                  <a:cubicBezTo>
                    <a:pt x="532516" y="1377269"/>
                    <a:pt x="535242" y="1379557"/>
                    <a:pt x="535680" y="1379994"/>
                  </a:cubicBezTo>
                  <a:cubicBezTo>
                    <a:pt x="536118" y="1380432"/>
                    <a:pt x="536319" y="1381306"/>
                    <a:pt x="536319" y="1381306"/>
                  </a:cubicBezTo>
                  <a:lnTo>
                    <a:pt x="542949" y="1384468"/>
                  </a:lnTo>
                  <a:lnTo>
                    <a:pt x="547964" y="1385982"/>
                  </a:lnTo>
                  <a:lnTo>
                    <a:pt x="551127" y="1386318"/>
                  </a:lnTo>
                  <a:cubicBezTo>
                    <a:pt x="551127" y="1386318"/>
                    <a:pt x="557320" y="1388169"/>
                    <a:pt x="557757" y="1388370"/>
                  </a:cubicBezTo>
                  <a:cubicBezTo>
                    <a:pt x="558195" y="1388572"/>
                    <a:pt x="561661" y="1390658"/>
                    <a:pt x="561661" y="1390658"/>
                  </a:cubicBezTo>
                  <a:lnTo>
                    <a:pt x="564387" y="1394358"/>
                  </a:lnTo>
                  <a:lnTo>
                    <a:pt x="565902" y="1397285"/>
                  </a:lnTo>
                  <a:lnTo>
                    <a:pt x="565902" y="1401322"/>
                  </a:lnTo>
                  <a:lnTo>
                    <a:pt x="571320" y="1404147"/>
                  </a:lnTo>
                  <a:cubicBezTo>
                    <a:pt x="571320" y="1404147"/>
                    <a:pt x="578590" y="1404484"/>
                    <a:pt x="579027" y="1404686"/>
                  </a:cubicBezTo>
                  <a:cubicBezTo>
                    <a:pt x="579465" y="1404888"/>
                    <a:pt x="583167" y="1406872"/>
                    <a:pt x="583167" y="1406872"/>
                  </a:cubicBezTo>
                  <a:cubicBezTo>
                    <a:pt x="583167" y="1406872"/>
                    <a:pt x="587205" y="1406771"/>
                    <a:pt x="587609" y="1406771"/>
                  </a:cubicBezTo>
                  <a:cubicBezTo>
                    <a:pt x="588047" y="1406771"/>
                    <a:pt x="590436" y="1407108"/>
                    <a:pt x="591614" y="1406670"/>
                  </a:cubicBezTo>
                  <a:cubicBezTo>
                    <a:pt x="592825" y="1406233"/>
                    <a:pt x="594878" y="1406670"/>
                    <a:pt x="595854" y="1406435"/>
                  </a:cubicBezTo>
                  <a:cubicBezTo>
                    <a:pt x="596830" y="1406233"/>
                    <a:pt x="599455" y="1406233"/>
                    <a:pt x="599859" y="1405998"/>
                  </a:cubicBezTo>
                  <a:cubicBezTo>
                    <a:pt x="600297" y="1405796"/>
                    <a:pt x="605513" y="1405796"/>
                    <a:pt x="605951" y="1405796"/>
                  </a:cubicBezTo>
                  <a:cubicBezTo>
                    <a:pt x="606388" y="1405796"/>
                    <a:pt x="610528" y="1404484"/>
                    <a:pt x="610528" y="1404484"/>
                  </a:cubicBezTo>
                  <a:lnTo>
                    <a:pt x="613018" y="1403172"/>
                  </a:lnTo>
                  <a:lnTo>
                    <a:pt x="614331" y="1400884"/>
                  </a:lnTo>
                  <a:cubicBezTo>
                    <a:pt x="614331" y="1400884"/>
                    <a:pt x="616518" y="1397823"/>
                    <a:pt x="616821" y="1397521"/>
                  </a:cubicBezTo>
                  <a:cubicBezTo>
                    <a:pt x="617158" y="1397184"/>
                    <a:pt x="618874" y="1395569"/>
                    <a:pt x="618874" y="1395233"/>
                  </a:cubicBezTo>
                  <a:cubicBezTo>
                    <a:pt x="618874" y="1394897"/>
                    <a:pt x="622576" y="1393820"/>
                    <a:pt x="623451" y="1393383"/>
                  </a:cubicBezTo>
                  <a:cubicBezTo>
                    <a:pt x="624326" y="1392946"/>
                    <a:pt x="625201" y="1391533"/>
                    <a:pt x="625201" y="1391533"/>
                  </a:cubicBezTo>
                  <a:cubicBezTo>
                    <a:pt x="625201" y="1391533"/>
                    <a:pt x="627153" y="1391196"/>
                    <a:pt x="628028" y="1391095"/>
                  </a:cubicBezTo>
                  <a:cubicBezTo>
                    <a:pt x="628903" y="1390994"/>
                    <a:pt x="631495" y="1390658"/>
                    <a:pt x="632471" y="1390322"/>
                  </a:cubicBezTo>
                  <a:cubicBezTo>
                    <a:pt x="633447" y="1389985"/>
                    <a:pt x="635197" y="1389548"/>
                    <a:pt x="635197" y="1389548"/>
                  </a:cubicBezTo>
                  <a:lnTo>
                    <a:pt x="637048" y="1388572"/>
                  </a:lnTo>
                  <a:lnTo>
                    <a:pt x="638663" y="1388135"/>
                  </a:lnTo>
                  <a:cubicBezTo>
                    <a:pt x="638663" y="1388135"/>
                    <a:pt x="640851" y="1387260"/>
                    <a:pt x="641591" y="1386924"/>
                  </a:cubicBezTo>
                  <a:cubicBezTo>
                    <a:pt x="642365" y="1386588"/>
                    <a:pt x="642803" y="1386386"/>
                    <a:pt x="643105" y="1386049"/>
                  </a:cubicBezTo>
                  <a:cubicBezTo>
                    <a:pt x="643442" y="1385713"/>
                    <a:pt x="643980" y="1385410"/>
                    <a:pt x="644081" y="1384838"/>
                  </a:cubicBezTo>
                  <a:cubicBezTo>
                    <a:pt x="644182" y="1384300"/>
                    <a:pt x="646269" y="1383089"/>
                    <a:pt x="646572" y="1382652"/>
                  </a:cubicBezTo>
                  <a:cubicBezTo>
                    <a:pt x="646908" y="1382215"/>
                    <a:pt x="647346" y="1381777"/>
                    <a:pt x="647346" y="1381777"/>
                  </a:cubicBezTo>
                  <a:lnTo>
                    <a:pt x="647110" y="1380701"/>
                  </a:lnTo>
                  <a:lnTo>
                    <a:pt x="644081" y="1378110"/>
                  </a:lnTo>
                  <a:cubicBezTo>
                    <a:pt x="644081" y="1378110"/>
                    <a:pt x="644081" y="1377135"/>
                    <a:pt x="644081" y="1376698"/>
                  </a:cubicBezTo>
                  <a:cubicBezTo>
                    <a:pt x="644081" y="1376260"/>
                    <a:pt x="645394" y="1374847"/>
                    <a:pt x="645932" y="1374410"/>
                  </a:cubicBezTo>
                  <a:cubicBezTo>
                    <a:pt x="646471" y="1373973"/>
                    <a:pt x="648423" y="1374309"/>
                    <a:pt x="649399" y="1374511"/>
                  </a:cubicBezTo>
                  <a:cubicBezTo>
                    <a:pt x="650375" y="1374713"/>
                    <a:pt x="652327" y="1374208"/>
                    <a:pt x="653875" y="1374511"/>
                  </a:cubicBezTo>
                  <a:cubicBezTo>
                    <a:pt x="655389" y="1374814"/>
                    <a:pt x="658115" y="1374646"/>
                    <a:pt x="658654" y="1374511"/>
                  </a:cubicBezTo>
                  <a:cubicBezTo>
                    <a:pt x="659192" y="1374410"/>
                    <a:pt x="663769" y="1375049"/>
                    <a:pt x="663769" y="1375049"/>
                  </a:cubicBezTo>
                  <a:lnTo>
                    <a:pt x="667471" y="1376462"/>
                  </a:lnTo>
                  <a:lnTo>
                    <a:pt x="669760" y="1378211"/>
                  </a:lnTo>
                  <a:lnTo>
                    <a:pt x="672587" y="1380062"/>
                  </a:lnTo>
                  <a:lnTo>
                    <a:pt x="673361" y="1381138"/>
                  </a:lnTo>
                  <a:lnTo>
                    <a:pt x="675986" y="1384502"/>
                  </a:lnTo>
                  <a:lnTo>
                    <a:pt x="679890" y="1387126"/>
                  </a:lnTo>
                  <a:lnTo>
                    <a:pt x="684568" y="1388202"/>
                  </a:lnTo>
                  <a:lnTo>
                    <a:pt x="687496" y="1387866"/>
                  </a:lnTo>
                  <a:cubicBezTo>
                    <a:pt x="687496" y="1387866"/>
                    <a:pt x="688371" y="1386352"/>
                    <a:pt x="688472" y="1386016"/>
                  </a:cubicBezTo>
                  <a:cubicBezTo>
                    <a:pt x="688573" y="1385679"/>
                    <a:pt x="689549" y="1384267"/>
                    <a:pt x="689784" y="1383829"/>
                  </a:cubicBezTo>
                  <a:cubicBezTo>
                    <a:pt x="690020" y="1383392"/>
                    <a:pt x="691837" y="1383190"/>
                    <a:pt x="692275" y="1382517"/>
                  </a:cubicBezTo>
                  <a:cubicBezTo>
                    <a:pt x="692712" y="1381844"/>
                    <a:pt x="694900" y="1382416"/>
                    <a:pt x="695203" y="1382517"/>
                  </a:cubicBezTo>
                  <a:cubicBezTo>
                    <a:pt x="695539" y="1382618"/>
                    <a:pt x="697794" y="1383930"/>
                    <a:pt x="697794" y="1383930"/>
                  </a:cubicBezTo>
                  <a:lnTo>
                    <a:pt x="702472" y="1387529"/>
                  </a:lnTo>
                  <a:lnTo>
                    <a:pt x="704862" y="1389279"/>
                  </a:lnTo>
                  <a:lnTo>
                    <a:pt x="705501" y="1391465"/>
                  </a:lnTo>
                  <a:lnTo>
                    <a:pt x="704963" y="1395805"/>
                  </a:lnTo>
                  <a:lnTo>
                    <a:pt x="704525" y="1401120"/>
                  </a:lnTo>
                  <a:lnTo>
                    <a:pt x="703213" y="1404147"/>
                  </a:lnTo>
                  <a:lnTo>
                    <a:pt x="703213" y="1408184"/>
                  </a:lnTo>
                  <a:lnTo>
                    <a:pt x="705501" y="1411885"/>
                  </a:lnTo>
                  <a:lnTo>
                    <a:pt x="706915" y="1415686"/>
                  </a:lnTo>
                  <a:lnTo>
                    <a:pt x="707554" y="1418411"/>
                  </a:lnTo>
                  <a:lnTo>
                    <a:pt x="709068" y="1420261"/>
                  </a:lnTo>
                  <a:lnTo>
                    <a:pt x="711256" y="1421674"/>
                  </a:lnTo>
                  <a:lnTo>
                    <a:pt x="713309" y="1423524"/>
                  </a:lnTo>
                  <a:cubicBezTo>
                    <a:pt x="713309" y="1423524"/>
                    <a:pt x="718088" y="1425374"/>
                    <a:pt x="718525" y="1425374"/>
                  </a:cubicBezTo>
                  <a:cubicBezTo>
                    <a:pt x="718963" y="1425374"/>
                    <a:pt x="722295" y="1426787"/>
                    <a:pt x="722295" y="1426787"/>
                  </a:cubicBezTo>
                  <a:cubicBezTo>
                    <a:pt x="722295" y="1426787"/>
                    <a:pt x="730002" y="1427325"/>
                    <a:pt x="730439" y="1427325"/>
                  </a:cubicBezTo>
                  <a:cubicBezTo>
                    <a:pt x="730877" y="1427325"/>
                    <a:pt x="733805" y="1427426"/>
                    <a:pt x="734141" y="1427426"/>
                  </a:cubicBezTo>
                  <a:cubicBezTo>
                    <a:pt x="734478" y="1427426"/>
                    <a:pt x="737069" y="1427864"/>
                    <a:pt x="737069" y="1427864"/>
                  </a:cubicBezTo>
                  <a:cubicBezTo>
                    <a:pt x="737069" y="1427864"/>
                    <a:pt x="740973" y="1428502"/>
                    <a:pt x="741310" y="1428637"/>
                  </a:cubicBezTo>
                  <a:cubicBezTo>
                    <a:pt x="741646" y="1428738"/>
                    <a:pt x="745011" y="1431126"/>
                    <a:pt x="745011" y="1431126"/>
                  </a:cubicBezTo>
                  <a:lnTo>
                    <a:pt x="746627" y="1435466"/>
                  </a:lnTo>
                  <a:lnTo>
                    <a:pt x="746627" y="1438191"/>
                  </a:lnTo>
                  <a:cubicBezTo>
                    <a:pt x="746627" y="1438191"/>
                    <a:pt x="753190" y="1440142"/>
                    <a:pt x="753627" y="1440142"/>
                  </a:cubicBezTo>
                  <a:cubicBezTo>
                    <a:pt x="754065" y="1440142"/>
                    <a:pt x="758776" y="1440781"/>
                    <a:pt x="759113" y="1440781"/>
                  </a:cubicBezTo>
                  <a:cubicBezTo>
                    <a:pt x="759449" y="1440781"/>
                    <a:pt x="768772" y="1441319"/>
                    <a:pt x="768772" y="1441319"/>
                  </a:cubicBezTo>
                  <a:lnTo>
                    <a:pt x="779205" y="1441757"/>
                  </a:lnTo>
                  <a:cubicBezTo>
                    <a:pt x="779205" y="1441757"/>
                    <a:pt x="783108" y="1441521"/>
                    <a:pt x="783546" y="1441521"/>
                  </a:cubicBezTo>
                  <a:cubicBezTo>
                    <a:pt x="783983" y="1441521"/>
                    <a:pt x="787887" y="1441622"/>
                    <a:pt x="788224" y="1441622"/>
                  </a:cubicBezTo>
                  <a:cubicBezTo>
                    <a:pt x="788560" y="1441622"/>
                    <a:pt x="792464" y="1442799"/>
                    <a:pt x="793003" y="1443035"/>
                  </a:cubicBezTo>
                  <a:cubicBezTo>
                    <a:pt x="793541" y="1443237"/>
                    <a:pt x="795931" y="1444784"/>
                    <a:pt x="795931" y="1444784"/>
                  </a:cubicBezTo>
                  <a:cubicBezTo>
                    <a:pt x="795931" y="1444784"/>
                    <a:pt x="797782" y="1446399"/>
                    <a:pt x="798118" y="1446533"/>
                  </a:cubicBezTo>
                  <a:cubicBezTo>
                    <a:pt x="798455" y="1446634"/>
                    <a:pt x="802022" y="1448585"/>
                    <a:pt x="802460" y="1448720"/>
                  </a:cubicBezTo>
                  <a:cubicBezTo>
                    <a:pt x="802897" y="1448821"/>
                    <a:pt x="805489" y="1449494"/>
                    <a:pt x="805926" y="1449494"/>
                  </a:cubicBezTo>
                  <a:cubicBezTo>
                    <a:pt x="806364" y="1449494"/>
                    <a:pt x="808753" y="1449595"/>
                    <a:pt x="809965" y="1449393"/>
                  </a:cubicBezTo>
                  <a:cubicBezTo>
                    <a:pt x="811176" y="1449157"/>
                    <a:pt x="812994" y="1449056"/>
                    <a:pt x="813330" y="1448955"/>
                  </a:cubicBezTo>
                  <a:cubicBezTo>
                    <a:pt x="813667" y="1448855"/>
                    <a:pt x="815080" y="1448955"/>
                    <a:pt x="817907" y="1448182"/>
                  </a:cubicBezTo>
                  <a:cubicBezTo>
                    <a:pt x="820734" y="1447408"/>
                    <a:pt x="819422" y="1447946"/>
                    <a:pt x="821710" y="1447744"/>
                  </a:cubicBezTo>
                  <a:cubicBezTo>
                    <a:pt x="823999" y="1447509"/>
                    <a:pt x="825177" y="1446971"/>
                    <a:pt x="827129" y="1446769"/>
                  </a:cubicBezTo>
                  <a:cubicBezTo>
                    <a:pt x="829081" y="1446567"/>
                    <a:pt x="830932" y="1446769"/>
                    <a:pt x="832345" y="1446769"/>
                  </a:cubicBezTo>
                  <a:cubicBezTo>
                    <a:pt x="833759" y="1446769"/>
                    <a:pt x="837663" y="1447643"/>
                    <a:pt x="838100" y="1447744"/>
                  </a:cubicBezTo>
                  <a:cubicBezTo>
                    <a:pt x="838538" y="1447845"/>
                    <a:pt x="841365" y="1447744"/>
                    <a:pt x="841802" y="1447408"/>
                  </a:cubicBezTo>
                  <a:cubicBezTo>
                    <a:pt x="842240" y="1447072"/>
                    <a:pt x="841802" y="1445659"/>
                    <a:pt x="841802" y="1445659"/>
                  </a:cubicBezTo>
                  <a:lnTo>
                    <a:pt x="839749" y="1442631"/>
                  </a:lnTo>
                  <a:lnTo>
                    <a:pt x="837562" y="1440445"/>
                  </a:lnTo>
                  <a:lnTo>
                    <a:pt x="839749" y="1437518"/>
                  </a:lnTo>
                  <a:cubicBezTo>
                    <a:pt x="839749" y="1437518"/>
                    <a:pt x="842139" y="1437316"/>
                    <a:pt x="845067" y="1437182"/>
                  </a:cubicBezTo>
                  <a:cubicBezTo>
                    <a:pt x="847994" y="1437081"/>
                    <a:pt x="851596" y="1437821"/>
                    <a:pt x="852033" y="1438157"/>
                  </a:cubicBezTo>
                  <a:cubicBezTo>
                    <a:pt x="852471" y="1438460"/>
                    <a:pt x="860952" y="1439267"/>
                    <a:pt x="860952" y="1439267"/>
                  </a:cubicBezTo>
                  <a:cubicBezTo>
                    <a:pt x="860952" y="1439267"/>
                    <a:pt x="870408" y="1436879"/>
                    <a:pt x="870846" y="1436542"/>
                  </a:cubicBezTo>
                  <a:cubicBezTo>
                    <a:pt x="871283" y="1436206"/>
                    <a:pt x="878351" y="1436105"/>
                    <a:pt x="878788" y="1436004"/>
                  </a:cubicBezTo>
                  <a:cubicBezTo>
                    <a:pt x="879226" y="1435903"/>
                    <a:pt x="886832" y="1431866"/>
                    <a:pt x="886832" y="1431866"/>
                  </a:cubicBezTo>
                  <a:lnTo>
                    <a:pt x="890433" y="1431665"/>
                  </a:lnTo>
                  <a:lnTo>
                    <a:pt x="897063" y="1432001"/>
                  </a:lnTo>
                  <a:cubicBezTo>
                    <a:pt x="897063" y="1432001"/>
                    <a:pt x="897601" y="1432203"/>
                    <a:pt x="897938" y="1432203"/>
                  </a:cubicBezTo>
                  <a:cubicBezTo>
                    <a:pt x="898274" y="1432203"/>
                    <a:pt x="900125" y="1432842"/>
                    <a:pt x="902515" y="1433279"/>
                  </a:cubicBezTo>
                  <a:cubicBezTo>
                    <a:pt x="904904" y="1433717"/>
                    <a:pt x="905342" y="1433380"/>
                    <a:pt x="905880" y="1432842"/>
                  </a:cubicBezTo>
                  <a:cubicBezTo>
                    <a:pt x="906419" y="1432304"/>
                    <a:pt x="907294" y="1430655"/>
                    <a:pt x="907294" y="1430218"/>
                  </a:cubicBezTo>
                  <a:cubicBezTo>
                    <a:pt x="907294" y="1429781"/>
                    <a:pt x="907731" y="1427729"/>
                    <a:pt x="908068" y="1426753"/>
                  </a:cubicBezTo>
                  <a:cubicBezTo>
                    <a:pt x="908404" y="1425778"/>
                    <a:pt x="908707" y="1425542"/>
                    <a:pt x="909481" y="1424163"/>
                  </a:cubicBezTo>
                  <a:cubicBezTo>
                    <a:pt x="910255" y="1422750"/>
                    <a:pt x="910996" y="1423087"/>
                    <a:pt x="911433" y="1422851"/>
                  </a:cubicBezTo>
                  <a:cubicBezTo>
                    <a:pt x="911871" y="1422616"/>
                    <a:pt x="914698" y="1425038"/>
                    <a:pt x="916313" y="1425677"/>
                  </a:cubicBezTo>
                  <a:cubicBezTo>
                    <a:pt x="917962" y="1426316"/>
                    <a:pt x="918063" y="1428402"/>
                    <a:pt x="918063" y="1428402"/>
                  </a:cubicBezTo>
                  <a:cubicBezTo>
                    <a:pt x="918063" y="1428402"/>
                    <a:pt x="919813" y="1431025"/>
                    <a:pt x="920352" y="1431866"/>
                  </a:cubicBezTo>
                  <a:cubicBezTo>
                    <a:pt x="920890" y="1432741"/>
                    <a:pt x="922539" y="1434692"/>
                    <a:pt x="922539" y="1434692"/>
                  </a:cubicBezTo>
                  <a:cubicBezTo>
                    <a:pt x="922539" y="1434692"/>
                    <a:pt x="924929" y="1436542"/>
                    <a:pt x="925366" y="1436879"/>
                  </a:cubicBezTo>
                  <a:cubicBezTo>
                    <a:pt x="925804" y="1437215"/>
                    <a:pt x="927217" y="1438729"/>
                    <a:pt x="929405" y="1440680"/>
                  </a:cubicBezTo>
                  <a:cubicBezTo>
                    <a:pt x="931592" y="1442631"/>
                    <a:pt x="931895" y="1441555"/>
                    <a:pt x="931895" y="1441555"/>
                  </a:cubicBezTo>
                  <a:cubicBezTo>
                    <a:pt x="931895" y="1441555"/>
                    <a:pt x="935799" y="1441555"/>
                    <a:pt x="936775" y="1441555"/>
                  </a:cubicBezTo>
                  <a:cubicBezTo>
                    <a:pt x="937751" y="1441555"/>
                    <a:pt x="941016" y="1442059"/>
                    <a:pt x="941016" y="1442059"/>
                  </a:cubicBezTo>
                  <a:lnTo>
                    <a:pt x="942227" y="1443977"/>
                  </a:lnTo>
                  <a:lnTo>
                    <a:pt x="939299" y="1447004"/>
                  </a:lnTo>
                  <a:cubicBezTo>
                    <a:pt x="939299" y="1447004"/>
                    <a:pt x="937246" y="1448081"/>
                    <a:pt x="935833" y="1448955"/>
                  </a:cubicBezTo>
                  <a:cubicBezTo>
                    <a:pt x="934420" y="1449830"/>
                    <a:pt x="934857" y="1449729"/>
                    <a:pt x="934857" y="1450133"/>
                  </a:cubicBezTo>
                  <a:cubicBezTo>
                    <a:pt x="934857" y="1450570"/>
                    <a:pt x="936607" y="1451647"/>
                    <a:pt x="937583" y="1451781"/>
                  </a:cubicBezTo>
                  <a:cubicBezTo>
                    <a:pt x="938559" y="1451882"/>
                    <a:pt x="940073" y="1452219"/>
                    <a:pt x="940511" y="1452219"/>
                  </a:cubicBezTo>
                  <a:cubicBezTo>
                    <a:pt x="940949" y="1452219"/>
                    <a:pt x="943540" y="1452555"/>
                    <a:pt x="944112" y="1452319"/>
                  </a:cubicBezTo>
                  <a:cubicBezTo>
                    <a:pt x="944650" y="1452084"/>
                    <a:pt x="945626" y="1451108"/>
                    <a:pt x="945626" y="1451108"/>
                  </a:cubicBezTo>
                  <a:lnTo>
                    <a:pt x="947814" y="1448384"/>
                  </a:lnTo>
                  <a:lnTo>
                    <a:pt x="948891" y="1445659"/>
                  </a:lnTo>
                  <a:lnTo>
                    <a:pt x="958449" y="1442631"/>
                  </a:lnTo>
                  <a:cubicBezTo>
                    <a:pt x="958449" y="1442631"/>
                    <a:pt x="962588" y="1442295"/>
                    <a:pt x="964103" y="1442093"/>
                  </a:cubicBezTo>
                  <a:cubicBezTo>
                    <a:pt x="965617" y="1441891"/>
                    <a:pt x="968983" y="1441992"/>
                    <a:pt x="970497" y="1441656"/>
                  </a:cubicBezTo>
                  <a:cubicBezTo>
                    <a:pt x="972012" y="1441319"/>
                    <a:pt x="975377" y="1441555"/>
                    <a:pt x="977228" y="1441555"/>
                  </a:cubicBezTo>
                  <a:cubicBezTo>
                    <a:pt x="979079" y="1441555"/>
                    <a:pt x="981670" y="1441656"/>
                    <a:pt x="982646" y="1441555"/>
                  </a:cubicBezTo>
                  <a:cubicBezTo>
                    <a:pt x="983622" y="1441454"/>
                    <a:pt x="984296" y="1441454"/>
                    <a:pt x="985238" y="1441218"/>
                  </a:cubicBezTo>
                  <a:cubicBezTo>
                    <a:pt x="986214" y="1440983"/>
                    <a:pt x="987291" y="1439806"/>
                    <a:pt x="988502" y="1439705"/>
                  </a:cubicBezTo>
                  <a:cubicBezTo>
                    <a:pt x="989680" y="1439604"/>
                    <a:pt x="991969" y="1437955"/>
                    <a:pt x="992103" y="1437518"/>
                  </a:cubicBezTo>
                  <a:cubicBezTo>
                    <a:pt x="992238" y="1437081"/>
                    <a:pt x="994594" y="1433919"/>
                    <a:pt x="995368" y="1433380"/>
                  </a:cubicBezTo>
                  <a:cubicBezTo>
                    <a:pt x="996142" y="1432842"/>
                    <a:pt x="997118" y="1431530"/>
                    <a:pt x="997219" y="1431093"/>
                  </a:cubicBezTo>
                  <a:cubicBezTo>
                    <a:pt x="997320" y="1430655"/>
                    <a:pt x="999272" y="1427393"/>
                    <a:pt x="999272" y="1427393"/>
                  </a:cubicBezTo>
                  <a:cubicBezTo>
                    <a:pt x="999272" y="1427393"/>
                    <a:pt x="1001022" y="1424567"/>
                    <a:pt x="1001123" y="1423928"/>
                  </a:cubicBezTo>
                  <a:cubicBezTo>
                    <a:pt x="1001224" y="1423288"/>
                    <a:pt x="1004387" y="1421102"/>
                    <a:pt x="1004387" y="1421102"/>
                  </a:cubicBezTo>
                  <a:lnTo>
                    <a:pt x="1007113" y="1415551"/>
                  </a:lnTo>
                  <a:cubicBezTo>
                    <a:pt x="1007113" y="1415551"/>
                    <a:pt x="1009065" y="1412389"/>
                    <a:pt x="1009503" y="1411414"/>
                  </a:cubicBezTo>
                  <a:cubicBezTo>
                    <a:pt x="1009940" y="1410438"/>
                    <a:pt x="1013979" y="1409664"/>
                    <a:pt x="1013979" y="1409664"/>
                  </a:cubicBezTo>
                  <a:lnTo>
                    <a:pt x="1018859" y="1410203"/>
                  </a:lnTo>
                  <a:cubicBezTo>
                    <a:pt x="1018859" y="1410203"/>
                    <a:pt x="1023436" y="1410203"/>
                    <a:pt x="1025489" y="1410203"/>
                  </a:cubicBezTo>
                  <a:cubicBezTo>
                    <a:pt x="1027542" y="1410203"/>
                    <a:pt x="1028080" y="1410102"/>
                    <a:pt x="1029729" y="1409126"/>
                  </a:cubicBezTo>
                  <a:cubicBezTo>
                    <a:pt x="1031345" y="1408151"/>
                    <a:pt x="1033431" y="1407276"/>
                    <a:pt x="1033970" y="1406738"/>
                  </a:cubicBezTo>
                  <a:cubicBezTo>
                    <a:pt x="1034508" y="1406200"/>
                    <a:pt x="1037571" y="1405123"/>
                    <a:pt x="1038412" y="1404450"/>
                  </a:cubicBezTo>
                  <a:cubicBezTo>
                    <a:pt x="1039287" y="1403811"/>
                    <a:pt x="1043090" y="1403239"/>
                    <a:pt x="1043090" y="1403239"/>
                  </a:cubicBezTo>
                  <a:lnTo>
                    <a:pt x="1045917" y="1404988"/>
                  </a:lnTo>
                  <a:lnTo>
                    <a:pt x="1048643" y="1409328"/>
                  </a:lnTo>
                  <a:cubicBezTo>
                    <a:pt x="1048643" y="1409328"/>
                    <a:pt x="1052110" y="1408891"/>
                    <a:pt x="1052211" y="1408689"/>
                  </a:cubicBezTo>
                  <a:cubicBezTo>
                    <a:pt x="1052278" y="1408487"/>
                    <a:pt x="1055610" y="1406805"/>
                    <a:pt x="1056922" y="1405930"/>
                  </a:cubicBezTo>
                  <a:cubicBezTo>
                    <a:pt x="1058235" y="1405056"/>
                    <a:pt x="1061567" y="1404484"/>
                    <a:pt x="1062004" y="1403912"/>
                  </a:cubicBezTo>
                  <a:cubicBezTo>
                    <a:pt x="1062441" y="1403340"/>
                    <a:pt x="1068297" y="1403273"/>
                    <a:pt x="1070115" y="1403273"/>
                  </a:cubicBezTo>
                  <a:cubicBezTo>
                    <a:pt x="1071932" y="1403273"/>
                    <a:pt x="1073245" y="1406973"/>
                    <a:pt x="1073447" y="1407175"/>
                  </a:cubicBezTo>
                  <a:cubicBezTo>
                    <a:pt x="1073649" y="1407411"/>
                    <a:pt x="1079101" y="1408554"/>
                    <a:pt x="1079403" y="1408487"/>
                  </a:cubicBezTo>
                  <a:cubicBezTo>
                    <a:pt x="1079706" y="1408420"/>
                    <a:pt x="1084687" y="1409564"/>
                    <a:pt x="1084990" y="1409564"/>
                  </a:cubicBezTo>
                  <a:cubicBezTo>
                    <a:pt x="1085293" y="1409564"/>
                    <a:pt x="1093606" y="1407915"/>
                    <a:pt x="1093606" y="1407915"/>
                  </a:cubicBezTo>
                  <a:lnTo>
                    <a:pt x="1100067" y="1406906"/>
                  </a:lnTo>
                  <a:cubicBezTo>
                    <a:pt x="1100067" y="1406906"/>
                    <a:pt x="1103635" y="1406973"/>
                    <a:pt x="1103971" y="1406771"/>
                  </a:cubicBezTo>
                  <a:cubicBezTo>
                    <a:pt x="1104341" y="1406570"/>
                    <a:pt x="1108548" y="1405527"/>
                    <a:pt x="1108986" y="1405459"/>
                  </a:cubicBezTo>
                  <a:cubicBezTo>
                    <a:pt x="1109423" y="1405392"/>
                    <a:pt x="1114640" y="1403710"/>
                    <a:pt x="1114842" y="1403441"/>
                  </a:cubicBezTo>
                  <a:cubicBezTo>
                    <a:pt x="1115044" y="1403138"/>
                    <a:pt x="1117029" y="1402735"/>
                    <a:pt x="1117029" y="1402735"/>
                  </a:cubicBezTo>
                  <a:lnTo>
                    <a:pt x="1119789" y="1398092"/>
                  </a:lnTo>
                  <a:lnTo>
                    <a:pt x="1123928" y="1398092"/>
                  </a:lnTo>
                  <a:lnTo>
                    <a:pt x="1127630" y="1398967"/>
                  </a:lnTo>
                  <a:cubicBezTo>
                    <a:pt x="1127630" y="1398967"/>
                    <a:pt x="1127630" y="1400783"/>
                    <a:pt x="1127630" y="1401086"/>
                  </a:cubicBezTo>
                  <a:cubicBezTo>
                    <a:pt x="1127630" y="1401355"/>
                    <a:pt x="1127227" y="1402735"/>
                    <a:pt x="1127227" y="1402735"/>
                  </a:cubicBezTo>
                  <a:lnTo>
                    <a:pt x="1132275" y="1407209"/>
                  </a:lnTo>
                  <a:lnTo>
                    <a:pt x="1136246" y="1405829"/>
                  </a:lnTo>
                  <a:lnTo>
                    <a:pt x="1146107" y="1408723"/>
                  </a:lnTo>
                  <a:lnTo>
                    <a:pt x="1155900" y="1413634"/>
                  </a:lnTo>
                  <a:lnTo>
                    <a:pt x="1160982" y="1415148"/>
                  </a:lnTo>
                  <a:lnTo>
                    <a:pt x="1165021" y="1411952"/>
                  </a:lnTo>
                  <a:lnTo>
                    <a:pt x="1178920" y="1411952"/>
                  </a:lnTo>
                  <a:lnTo>
                    <a:pt x="1194267" y="1411952"/>
                  </a:lnTo>
                  <a:lnTo>
                    <a:pt x="1203252" y="1413701"/>
                  </a:lnTo>
                  <a:lnTo>
                    <a:pt x="1213113" y="1413701"/>
                  </a:lnTo>
                  <a:lnTo>
                    <a:pt x="1217185" y="1415451"/>
                  </a:lnTo>
                  <a:lnTo>
                    <a:pt x="1222402" y="1415451"/>
                  </a:lnTo>
                  <a:lnTo>
                    <a:pt x="1230512" y="1417031"/>
                  </a:lnTo>
                  <a:lnTo>
                    <a:pt x="1232532" y="1422683"/>
                  </a:lnTo>
                  <a:lnTo>
                    <a:pt x="1230512" y="1425879"/>
                  </a:lnTo>
                  <a:lnTo>
                    <a:pt x="1237748" y="1431665"/>
                  </a:lnTo>
                  <a:lnTo>
                    <a:pt x="1243537" y="1439772"/>
                  </a:lnTo>
                  <a:lnTo>
                    <a:pt x="1248181" y="1437148"/>
                  </a:lnTo>
                  <a:lnTo>
                    <a:pt x="1252825" y="1433952"/>
                  </a:lnTo>
                  <a:lnTo>
                    <a:pt x="1258042" y="1435701"/>
                  </a:lnTo>
                  <a:lnTo>
                    <a:pt x="1261508" y="1439166"/>
                  </a:lnTo>
                  <a:cubicBezTo>
                    <a:pt x="1261508" y="1439166"/>
                    <a:pt x="1268744" y="1445558"/>
                    <a:pt x="1269922" y="1445558"/>
                  </a:cubicBezTo>
                  <a:cubicBezTo>
                    <a:pt x="1271066" y="1445558"/>
                    <a:pt x="1273691" y="1447576"/>
                    <a:pt x="1273691" y="1447576"/>
                  </a:cubicBezTo>
                  <a:lnTo>
                    <a:pt x="1276956" y="1455414"/>
                  </a:lnTo>
                  <a:lnTo>
                    <a:pt x="1283249" y="1453665"/>
                  </a:lnTo>
                  <a:lnTo>
                    <a:pt x="1287591" y="1453665"/>
                  </a:lnTo>
                  <a:lnTo>
                    <a:pt x="1293682" y="1457870"/>
                  </a:lnTo>
                  <a:lnTo>
                    <a:pt x="1298899" y="1459182"/>
                  </a:lnTo>
                  <a:lnTo>
                    <a:pt x="1305865" y="1472806"/>
                  </a:lnTo>
                  <a:lnTo>
                    <a:pt x="1310509" y="1472806"/>
                  </a:lnTo>
                  <a:lnTo>
                    <a:pt x="1315423" y="1476674"/>
                  </a:lnTo>
                  <a:lnTo>
                    <a:pt x="1315995" y="1477347"/>
                  </a:lnTo>
                  <a:lnTo>
                    <a:pt x="1312630" y="1478760"/>
                  </a:lnTo>
                  <a:lnTo>
                    <a:pt x="1316264" y="1477246"/>
                  </a:lnTo>
                  <a:lnTo>
                    <a:pt x="1318082" y="1478054"/>
                  </a:lnTo>
                  <a:lnTo>
                    <a:pt x="1321548" y="1478054"/>
                  </a:lnTo>
                  <a:lnTo>
                    <a:pt x="1327404" y="1477515"/>
                  </a:lnTo>
                  <a:lnTo>
                    <a:pt x="1331039" y="1477179"/>
                  </a:lnTo>
                  <a:cubicBezTo>
                    <a:pt x="1331039" y="1477179"/>
                    <a:pt x="1334236" y="1477314"/>
                    <a:pt x="1334505" y="1477314"/>
                  </a:cubicBezTo>
                  <a:cubicBezTo>
                    <a:pt x="1334808" y="1477314"/>
                    <a:pt x="1337198" y="1478996"/>
                    <a:pt x="1337399" y="1478996"/>
                  </a:cubicBezTo>
                  <a:cubicBezTo>
                    <a:pt x="1337601" y="1478996"/>
                    <a:pt x="1338847" y="1480879"/>
                    <a:pt x="1338847" y="1480879"/>
                  </a:cubicBezTo>
                  <a:lnTo>
                    <a:pt x="1343491" y="1483705"/>
                  </a:lnTo>
                  <a:lnTo>
                    <a:pt x="1348404" y="1483503"/>
                  </a:lnTo>
                  <a:cubicBezTo>
                    <a:pt x="1348404" y="1483503"/>
                    <a:pt x="1349280" y="1479971"/>
                    <a:pt x="1349852" y="1479433"/>
                  </a:cubicBezTo>
                  <a:cubicBezTo>
                    <a:pt x="1350424" y="1478928"/>
                    <a:pt x="1352039" y="1478256"/>
                    <a:pt x="1352039" y="1478256"/>
                  </a:cubicBezTo>
                  <a:lnTo>
                    <a:pt x="1355674" y="1477549"/>
                  </a:lnTo>
                  <a:cubicBezTo>
                    <a:pt x="1355674" y="1477549"/>
                    <a:pt x="1355236" y="1472705"/>
                    <a:pt x="1355236" y="1472402"/>
                  </a:cubicBezTo>
                  <a:cubicBezTo>
                    <a:pt x="1355236" y="1472100"/>
                    <a:pt x="1357424" y="1469274"/>
                    <a:pt x="1357424" y="1469274"/>
                  </a:cubicBezTo>
                  <a:lnTo>
                    <a:pt x="1359813" y="1467625"/>
                  </a:lnTo>
                  <a:lnTo>
                    <a:pt x="1364155" y="1467625"/>
                  </a:lnTo>
                  <a:lnTo>
                    <a:pt x="1367924" y="1471090"/>
                  </a:lnTo>
                  <a:lnTo>
                    <a:pt x="1372266" y="1477179"/>
                  </a:lnTo>
                  <a:lnTo>
                    <a:pt x="1376910" y="1480072"/>
                  </a:lnTo>
                  <a:lnTo>
                    <a:pt x="1382699" y="1484714"/>
                  </a:lnTo>
                  <a:lnTo>
                    <a:pt x="1391987" y="1486464"/>
                  </a:lnTo>
                  <a:lnTo>
                    <a:pt x="1404439" y="1487338"/>
                  </a:lnTo>
                  <a:lnTo>
                    <a:pt x="1409084" y="1489929"/>
                  </a:lnTo>
                  <a:lnTo>
                    <a:pt x="1417767" y="1491375"/>
                  </a:lnTo>
                  <a:lnTo>
                    <a:pt x="1420392" y="1491947"/>
                  </a:lnTo>
                  <a:lnTo>
                    <a:pt x="1421267" y="1496858"/>
                  </a:lnTo>
                  <a:lnTo>
                    <a:pt x="1426786" y="1501770"/>
                  </a:lnTo>
                  <a:lnTo>
                    <a:pt x="1432877" y="1503216"/>
                  </a:lnTo>
                  <a:lnTo>
                    <a:pt x="1436344" y="1505807"/>
                  </a:lnTo>
                  <a:lnTo>
                    <a:pt x="1439238" y="1505807"/>
                  </a:lnTo>
                  <a:lnTo>
                    <a:pt x="1443310" y="1500592"/>
                  </a:lnTo>
                  <a:lnTo>
                    <a:pt x="1447383" y="1500592"/>
                  </a:lnTo>
                  <a:lnTo>
                    <a:pt x="1449402" y="1497262"/>
                  </a:lnTo>
                  <a:lnTo>
                    <a:pt x="1452868" y="1490736"/>
                  </a:lnTo>
                  <a:lnTo>
                    <a:pt x="1453743" y="1485825"/>
                  </a:lnTo>
                  <a:lnTo>
                    <a:pt x="1453171" y="1481182"/>
                  </a:lnTo>
                  <a:lnTo>
                    <a:pt x="1451724" y="1477112"/>
                  </a:lnTo>
                  <a:lnTo>
                    <a:pt x="1452027" y="1471595"/>
                  </a:lnTo>
                  <a:lnTo>
                    <a:pt x="1451152" y="1464934"/>
                  </a:lnTo>
                  <a:lnTo>
                    <a:pt x="1451152" y="1460797"/>
                  </a:lnTo>
                  <a:lnTo>
                    <a:pt x="1450782" y="1457433"/>
                  </a:lnTo>
                  <a:lnTo>
                    <a:pt x="1448998" y="1453968"/>
                  </a:lnTo>
                  <a:cubicBezTo>
                    <a:pt x="1448998" y="1453968"/>
                    <a:pt x="1444859" y="1450806"/>
                    <a:pt x="1444320" y="1450267"/>
                  </a:cubicBezTo>
                  <a:cubicBezTo>
                    <a:pt x="1443782" y="1449729"/>
                    <a:pt x="1442133" y="1449191"/>
                    <a:pt x="1441729" y="1449191"/>
                  </a:cubicBezTo>
                  <a:cubicBezTo>
                    <a:pt x="1441291" y="1449191"/>
                    <a:pt x="1438464" y="1447879"/>
                    <a:pt x="1438464" y="1447879"/>
                  </a:cubicBezTo>
                  <a:lnTo>
                    <a:pt x="1434560" y="1445827"/>
                  </a:lnTo>
                  <a:lnTo>
                    <a:pt x="1429344" y="1444750"/>
                  </a:lnTo>
                  <a:lnTo>
                    <a:pt x="1428570" y="1440613"/>
                  </a:lnTo>
                  <a:lnTo>
                    <a:pt x="1428570" y="1437148"/>
                  </a:lnTo>
                  <a:lnTo>
                    <a:pt x="1429175" y="1433448"/>
                  </a:lnTo>
                  <a:lnTo>
                    <a:pt x="1429882" y="1430958"/>
                  </a:lnTo>
                  <a:lnTo>
                    <a:pt x="1430522" y="1429983"/>
                  </a:lnTo>
                  <a:cubicBezTo>
                    <a:pt x="1430522" y="1429983"/>
                    <a:pt x="1432036" y="1427157"/>
                    <a:pt x="1432137" y="1426821"/>
                  </a:cubicBezTo>
                  <a:cubicBezTo>
                    <a:pt x="1432238" y="1426484"/>
                    <a:pt x="1432238" y="1425206"/>
                    <a:pt x="1432238" y="1425206"/>
                  </a:cubicBezTo>
                  <a:cubicBezTo>
                    <a:pt x="1432238" y="1425206"/>
                    <a:pt x="1429411" y="1423356"/>
                    <a:pt x="1428873" y="1422380"/>
                  </a:cubicBezTo>
                  <a:cubicBezTo>
                    <a:pt x="1428334" y="1421405"/>
                    <a:pt x="1428772" y="1419353"/>
                    <a:pt x="1428772" y="1419353"/>
                  </a:cubicBezTo>
                  <a:lnTo>
                    <a:pt x="1428233" y="1417603"/>
                  </a:lnTo>
                  <a:lnTo>
                    <a:pt x="1429748" y="1415417"/>
                  </a:lnTo>
                  <a:cubicBezTo>
                    <a:pt x="1429748" y="1415417"/>
                    <a:pt x="1433012" y="1414105"/>
                    <a:pt x="1433786" y="1413802"/>
                  </a:cubicBezTo>
                  <a:cubicBezTo>
                    <a:pt x="1434560" y="1413466"/>
                    <a:pt x="1435536" y="1412389"/>
                    <a:pt x="1435536" y="1412389"/>
                  </a:cubicBezTo>
                  <a:cubicBezTo>
                    <a:pt x="1435536" y="1412389"/>
                    <a:pt x="1440315" y="1410001"/>
                    <a:pt x="1440753" y="1409799"/>
                  </a:cubicBezTo>
                  <a:cubicBezTo>
                    <a:pt x="1441190" y="1409597"/>
                    <a:pt x="1443479" y="1408184"/>
                    <a:pt x="1443916" y="1407949"/>
                  </a:cubicBezTo>
                  <a:cubicBezTo>
                    <a:pt x="1444354" y="1407747"/>
                    <a:pt x="1445969" y="1406704"/>
                    <a:pt x="1445969" y="1406704"/>
                  </a:cubicBezTo>
                  <a:lnTo>
                    <a:pt x="1450311" y="1406637"/>
                  </a:lnTo>
                  <a:cubicBezTo>
                    <a:pt x="1450311" y="1406637"/>
                    <a:pt x="1458455" y="1406738"/>
                    <a:pt x="1458893" y="1406637"/>
                  </a:cubicBezTo>
                  <a:cubicBezTo>
                    <a:pt x="1459330" y="1406536"/>
                    <a:pt x="1463133" y="1405661"/>
                    <a:pt x="1463133" y="1405661"/>
                  </a:cubicBezTo>
                  <a:lnTo>
                    <a:pt x="1467138" y="1403710"/>
                  </a:lnTo>
                  <a:lnTo>
                    <a:pt x="1468989" y="1401221"/>
                  </a:lnTo>
                  <a:lnTo>
                    <a:pt x="1471479" y="1399808"/>
                  </a:lnTo>
                  <a:lnTo>
                    <a:pt x="1472893" y="1398059"/>
                  </a:lnTo>
                  <a:lnTo>
                    <a:pt x="1476359" y="1398059"/>
                  </a:lnTo>
                  <a:lnTo>
                    <a:pt x="1479826" y="1399808"/>
                  </a:lnTo>
                  <a:lnTo>
                    <a:pt x="1483292" y="1399808"/>
                  </a:lnTo>
                  <a:lnTo>
                    <a:pt x="1485042" y="1399808"/>
                  </a:lnTo>
                  <a:lnTo>
                    <a:pt x="1486792" y="1398362"/>
                  </a:lnTo>
                  <a:lnTo>
                    <a:pt x="1488105" y="1396780"/>
                  </a:lnTo>
                  <a:lnTo>
                    <a:pt x="1489989" y="1392004"/>
                  </a:lnTo>
                  <a:lnTo>
                    <a:pt x="1491134" y="1388539"/>
                  </a:lnTo>
                  <a:lnTo>
                    <a:pt x="1491134" y="1384906"/>
                  </a:lnTo>
                  <a:lnTo>
                    <a:pt x="1486119" y="1378548"/>
                  </a:lnTo>
                  <a:lnTo>
                    <a:pt x="1481273" y="1372324"/>
                  </a:lnTo>
                  <a:lnTo>
                    <a:pt x="1479691" y="1365933"/>
                  </a:lnTo>
                  <a:lnTo>
                    <a:pt x="1477234" y="1355202"/>
                  </a:lnTo>
                  <a:lnTo>
                    <a:pt x="1477537" y="1350694"/>
                  </a:lnTo>
                  <a:lnTo>
                    <a:pt x="1474205" y="1349954"/>
                  </a:lnTo>
                  <a:lnTo>
                    <a:pt x="1470739" y="1347498"/>
                  </a:lnTo>
                  <a:lnTo>
                    <a:pt x="1463772" y="1342284"/>
                  </a:lnTo>
                  <a:lnTo>
                    <a:pt x="1457816" y="1340098"/>
                  </a:lnTo>
                  <a:lnTo>
                    <a:pt x="1458085" y="1334614"/>
                  </a:lnTo>
                  <a:lnTo>
                    <a:pt x="1458085" y="1329097"/>
                  </a:lnTo>
                  <a:lnTo>
                    <a:pt x="1457580" y="1323883"/>
                  </a:lnTo>
                  <a:lnTo>
                    <a:pt x="1453171" y="1324758"/>
                  </a:lnTo>
                  <a:lnTo>
                    <a:pt x="1444185" y="1318400"/>
                  </a:lnTo>
                  <a:lnTo>
                    <a:pt x="1439541" y="1312311"/>
                  </a:lnTo>
                  <a:lnTo>
                    <a:pt x="1431430" y="1307669"/>
                  </a:lnTo>
                  <a:lnTo>
                    <a:pt x="1422747" y="1300134"/>
                  </a:lnTo>
                  <a:lnTo>
                    <a:pt x="1423892" y="1294348"/>
                  </a:lnTo>
                  <a:lnTo>
                    <a:pt x="1424767" y="1286812"/>
                  </a:lnTo>
                  <a:lnTo>
                    <a:pt x="1430555" y="1283919"/>
                  </a:lnTo>
                  <a:lnTo>
                    <a:pt x="1432575" y="1275812"/>
                  </a:lnTo>
                  <a:lnTo>
                    <a:pt x="1430252" y="1271742"/>
                  </a:lnTo>
                  <a:lnTo>
                    <a:pt x="1425608" y="1262188"/>
                  </a:lnTo>
                  <a:lnTo>
                    <a:pt x="1418642" y="1249439"/>
                  </a:lnTo>
                  <a:lnTo>
                    <a:pt x="1412853" y="1237261"/>
                  </a:lnTo>
                  <a:lnTo>
                    <a:pt x="1412853" y="1229154"/>
                  </a:lnTo>
                  <a:lnTo>
                    <a:pt x="1417194" y="1225958"/>
                  </a:lnTo>
                  <a:lnTo>
                    <a:pt x="1427930" y="1225958"/>
                  </a:lnTo>
                  <a:lnTo>
                    <a:pt x="1432002" y="1223503"/>
                  </a:lnTo>
                  <a:lnTo>
                    <a:pt x="1436344" y="1219600"/>
                  </a:lnTo>
                  <a:lnTo>
                    <a:pt x="1445330" y="1213814"/>
                  </a:lnTo>
                  <a:lnTo>
                    <a:pt x="1450243" y="1207154"/>
                  </a:lnTo>
                  <a:lnTo>
                    <a:pt x="1454585" y="1204833"/>
                  </a:lnTo>
                  <a:lnTo>
                    <a:pt x="1463873" y="1203958"/>
                  </a:lnTo>
                  <a:lnTo>
                    <a:pt x="1471715" y="1208600"/>
                  </a:lnTo>
                  <a:lnTo>
                    <a:pt x="1483292" y="1212065"/>
                  </a:lnTo>
                  <a:lnTo>
                    <a:pt x="1499817" y="1212065"/>
                  </a:lnTo>
                  <a:lnTo>
                    <a:pt x="1515466" y="1209609"/>
                  </a:lnTo>
                  <a:lnTo>
                    <a:pt x="1530240" y="1206582"/>
                  </a:lnTo>
                  <a:lnTo>
                    <a:pt x="1548784" y="1203117"/>
                  </a:lnTo>
                  <a:lnTo>
                    <a:pt x="1558073" y="1201671"/>
                  </a:lnTo>
                  <a:lnTo>
                    <a:pt x="1565039" y="1201671"/>
                  </a:lnTo>
                  <a:lnTo>
                    <a:pt x="1574025" y="1201671"/>
                  </a:lnTo>
                  <a:lnTo>
                    <a:pt x="1579241" y="1198912"/>
                  </a:lnTo>
                  <a:lnTo>
                    <a:pt x="1582708" y="1194404"/>
                  </a:lnTo>
                  <a:cubicBezTo>
                    <a:pt x="1582708" y="1194404"/>
                    <a:pt x="1591693" y="1194707"/>
                    <a:pt x="1592838" y="1194404"/>
                  </a:cubicBezTo>
                  <a:cubicBezTo>
                    <a:pt x="1593982" y="1194102"/>
                    <a:pt x="1600646" y="1192386"/>
                    <a:pt x="1600646" y="1192386"/>
                  </a:cubicBezTo>
                  <a:lnTo>
                    <a:pt x="1607881" y="1189762"/>
                  </a:lnTo>
                  <a:lnTo>
                    <a:pt x="1611651" y="1194404"/>
                  </a:lnTo>
                  <a:lnTo>
                    <a:pt x="1617742" y="1192958"/>
                  </a:lnTo>
                  <a:lnTo>
                    <a:pt x="1626156" y="1185994"/>
                  </a:lnTo>
                  <a:lnTo>
                    <a:pt x="1637464" y="1181352"/>
                  </a:lnTo>
                  <a:lnTo>
                    <a:pt x="1641536" y="1185994"/>
                  </a:lnTo>
                  <a:lnTo>
                    <a:pt x="1649377" y="1185994"/>
                  </a:lnTo>
                  <a:lnTo>
                    <a:pt x="1652575" y="1184413"/>
                  </a:lnTo>
                  <a:lnTo>
                    <a:pt x="1670243" y="1181655"/>
                  </a:lnTo>
                  <a:lnTo>
                    <a:pt x="1670243" y="1177147"/>
                  </a:lnTo>
                  <a:lnTo>
                    <a:pt x="1673609" y="1174422"/>
                  </a:lnTo>
                  <a:lnTo>
                    <a:pt x="1673676" y="1174422"/>
                  </a:lnTo>
                  <a:cubicBezTo>
                    <a:pt x="1673541" y="1173951"/>
                    <a:pt x="1673575" y="1173514"/>
                    <a:pt x="1673575" y="1173514"/>
                  </a:cubicBezTo>
                  <a:close/>
                </a:path>
              </a:pathLst>
            </a:custGeom>
            <a:grpFill/>
            <a:ln w="6350" cap="flat">
              <a:solidFill>
                <a:schemeClr val="bg1"/>
              </a:solidFill>
              <a:prstDash val="solid"/>
              <a:miter/>
            </a:ln>
          </p:spPr>
          <p:txBody>
            <a:bodyPr rtlCol="0" anchor="ctr"/>
            <a:lstStyle/>
            <a:p>
              <a:endParaRPr lang="en-US"/>
            </a:p>
          </p:txBody>
        </p:sp>
        <p:sp>
          <p:nvSpPr>
            <p:cNvPr id="134" name="Freeform 913">
              <a:extLst>
                <a:ext uri="{FF2B5EF4-FFF2-40B4-BE49-F238E27FC236}">
                  <a16:creationId xmlns:a16="http://schemas.microsoft.com/office/drawing/2014/main" id="{C6E29B70-35F5-1A1E-3D61-94F6F152CE02}"/>
                </a:ext>
              </a:extLst>
            </p:cNvPr>
            <p:cNvSpPr/>
            <p:nvPr/>
          </p:nvSpPr>
          <p:spPr>
            <a:xfrm>
              <a:off x="7669701" y="3706583"/>
              <a:ext cx="138026" cy="112855"/>
            </a:xfrm>
            <a:custGeom>
              <a:avLst/>
              <a:gdLst>
                <a:gd name="connsiteX0" fmla="*/ 1245 w 264996"/>
                <a:gd name="connsiteY0" fmla="*/ 99943 h 216669"/>
                <a:gd name="connsiteX1" fmla="*/ 0 w 264996"/>
                <a:gd name="connsiteY1" fmla="*/ 97723 h 216669"/>
                <a:gd name="connsiteX2" fmla="*/ 976 w 264996"/>
                <a:gd name="connsiteY2" fmla="*/ 95335 h 216669"/>
                <a:gd name="connsiteX3" fmla="*/ 1851 w 264996"/>
                <a:gd name="connsiteY3" fmla="*/ 91802 h 216669"/>
                <a:gd name="connsiteX4" fmla="*/ 2894 w 264996"/>
                <a:gd name="connsiteY4" fmla="*/ 88741 h 216669"/>
                <a:gd name="connsiteX5" fmla="*/ 6394 w 264996"/>
                <a:gd name="connsiteY5" fmla="*/ 87059 h 216669"/>
                <a:gd name="connsiteX6" fmla="*/ 9726 w 264996"/>
                <a:gd name="connsiteY6" fmla="*/ 85074 h 216669"/>
                <a:gd name="connsiteX7" fmla="*/ 13798 w 264996"/>
                <a:gd name="connsiteY7" fmla="*/ 81778 h 216669"/>
                <a:gd name="connsiteX8" fmla="*/ 20159 w 264996"/>
                <a:gd name="connsiteY8" fmla="*/ 79457 h 216669"/>
                <a:gd name="connsiteX9" fmla="*/ 27395 w 264996"/>
                <a:gd name="connsiteY9" fmla="*/ 74377 h 216669"/>
                <a:gd name="connsiteX10" fmla="*/ 36078 w 264996"/>
                <a:gd name="connsiteY10" fmla="*/ 69298 h 216669"/>
                <a:gd name="connsiteX11" fmla="*/ 40722 w 264996"/>
                <a:gd name="connsiteY11" fmla="*/ 63781 h 216669"/>
                <a:gd name="connsiteX12" fmla="*/ 49136 w 264996"/>
                <a:gd name="connsiteY12" fmla="*/ 58701 h 216669"/>
                <a:gd name="connsiteX13" fmla="*/ 57987 w 264996"/>
                <a:gd name="connsiteY13" fmla="*/ 52478 h 216669"/>
                <a:gd name="connsiteX14" fmla="*/ 65088 w 264996"/>
                <a:gd name="connsiteY14" fmla="*/ 46691 h 216669"/>
                <a:gd name="connsiteX15" fmla="*/ 70170 w 264996"/>
                <a:gd name="connsiteY15" fmla="*/ 45682 h 216669"/>
                <a:gd name="connsiteX16" fmla="*/ 70372 w 264996"/>
                <a:gd name="connsiteY16" fmla="*/ 44438 h 216669"/>
                <a:gd name="connsiteX17" fmla="*/ 72425 w 264996"/>
                <a:gd name="connsiteY17" fmla="*/ 42520 h 216669"/>
                <a:gd name="connsiteX18" fmla="*/ 72088 w 264996"/>
                <a:gd name="connsiteY18" fmla="*/ 41275 h 216669"/>
                <a:gd name="connsiteX19" fmla="*/ 70910 w 264996"/>
                <a:gd name="connsiteY19" fmla="*/ 40300 h 216669"/>
                <a:gd name="connsiteX20" fmla="*/ 69261 w 264996"/>
                <a:gd name="connsiteY20" fmla="*/ 40300 h 216669"/>
                <a:gd name="connsiteX21" fmla="*/ 67747 w 264996"/>
                <a:gd name="connsiteY21" fmla="*/ 40603 h 216669"/>
                <a:gd name="connsiteX22" fmla="*/ 65660 w 264996"/>
                <a:gd name="connsiteY22" fmla="*/ 40637 h 216669"/>
                <a:gd name="connsiteX23" fmla="*/ 63607 w 264996"/>
                <a:gd name="connsiteY23" fmla="*/ 40670 h 216669"/>
                <a:gd name="connsiteX24" fmla="*/ 60208 w 264996"/>
                <a:gd name="connsiteY24" fmla="*/ 40468 h 216669"/>
                <a:gd name="connsiteX25" fmla="*/ 58963 w 264996"/>
                <a:gd name="connsiteY25" fmla="*/ 39493 h 216669"/>
                <a:gd name="connsiteX26" fmla="*/ 59131 w 264996"/>
                <a:gd name="connsiteY26" fmla="*/ 39156 h 216669"/>
                <a:gd name="connsiteX27" fmla="*/ 60141 w 264996"/>
                <a:gd name="connsiteY27" fmla="*/ 38349 h 216669"/>
                <a:gd name="connsiteX28" fmla="*/ 61924 w 264996"/>
                <a:gd name="connsiteY28" fmla="*/ 35591 h 216669"/>
                <a:gd name="connsiteX29" fmla="*/ 64448 w 264996"/>
                <a:gd name="connsiteY29" fmla="*/ 32698 h 216669"/>
                <a:gd name="connsiteX30" fmla="*/ 67208 w 264996"/>
                <a:gd name="connsiteY30" fmla="*/ 29872 h 216669"/>
                <a:gd name="connsiteX31" fmla="*/ 69732 w 264996"/>
                <a:gd name="connsiteY31" fmla="*/ 27214 h 216669"/>
                <a:gd name="connsiteX32" fmla="*/ 72997 w 264996"/>
                <a:gd name="connsiteY32" fmla="*/ 24658 h 216669"/>
                <a:gd name="connsiteX33" fmla="*/ 72728 w 264996"/>
                <a:gd name="connsiteY33" fmla="*/ 24658 h 216669"/>
                <a:gd name="connsiteX34" fmla="*/ 75689 w 264996"/>
                <a:gd name="connsiteY34" fmla="*/ 24658 h 216669"/>
                <a:gd name="connsiteX35" fmla="*/ 77641 w 264996"/>
                <a:gd name="connsiteY35" fmla="*/ 24590 h 216669"/>
                <a:gd name="connsiteX36" fmla="*/ 80401 w 264996"/>
                <a:gd name="connsiteY36" fmla="*/ 24456 h 216669"/>
                <a:gd name="connsiteX37" fmla="*/ 83295 w 264996"/>
                <a:gd name="connsiteY37" fmla="*/ 24658 h 216669"/>
                <a:gd name="connsiteX38" fmla="*/ 86627 w 264996"/>
                <a:gd name="connsiteY38" fmla="*/ 24658 h 216669"/>
                <a:gd name="connsiteX39" fmla="*/ 89151 w 264996"/>
                <a:gd name="connsiteY39" fmla="*/ 26912 h 216669"/>
                <a:gd name="connsiteX40" fmla="*/ 90598 w 264996"/>
                <a:gd name="connsiteY40" fmla="*/ 27685 h 216669"/>
                <a:gd name="connsiteX41" fmla="*/ 92920 w 264996"/>
                <a:gd name="connsiteY41" fmla="*/ 28055 h 216669"/>
                <a:gd name="connsiteX42" fmla="*/ 95680 w 264996"/>
                <a:gd name="connsiteY42" fmla="*/ 28291 h 216669"/>
                <a:gd name="connsiteX43" fmla="*/ 99954 w 264996"/>
                <a:gd name="connsiteY43" fmla="*/ 29165 h 216669"/>
                <a:gd name="connsiteX44" fmla="*/ 101267 w 264996"/>
                <a:gd name="connsiteY44" fmla="*/ 29300 h 216669"/>
                <a:gd name="connsiteX45" fmla="*/ 103387 w 264996"/>
                <a:gd name="connsiteY45" fmla="*/ 28930 h 216669"/>
                <a:gd name="connsiteX46" fmla="*/ 103959 w 264996"/>
                <a:gd name="connsiteY46" fmla="*/ 28055 h 216669"/>
                <a:gd name="connsiteX47" fmla="*/ 102949 w 264996"/>
                <a:gd name="connsiteY47" fmla="*/ 26609 h 216669"/>
                <a:gd name="connsiteX48" fmla="*/ 100762 w 264996"/>
                <a:gd name="connsiteY48" fmla="*/ 24792 h 216669"/>
                <a:gd name="connsiteX49" fmla="*/ 101435 w 264996"/>
                <a:gd name="connsiteY49" fmla="*/ 23346 h 216669"/>
                <a:gd name="connsiteX50" fmla="*/ 101704 w 264996"/>
                <a:gd name="connsiteY50" fmla="*/ 21731 h 216669"/>
                <a:gd name="connsiteX51" fmla="*/ 102276 w 264996"/>
                <a:gd name="connsiteY51" fmla="*/ 20587 h 216669"/>
                <a:gd name="connsiteX52" fmla="*/ 103151 w 264996"/>
                <a:gd name="connsiteY52" fmla="*/ 19780 h 216669"/>
                <a:gd name="connsiteX53" fmla="*/ 104228 w 264996"/>
                <a:gd name="connsiteY53" fmla="*/ 17156 h 216669"/>
                <a:gd name="connsiteX54" fmla="*/ 104767 w 264996"/>
                <a:gd name="connsiteY54" fmla="*/ 15339 h 216669"/>
                <a:gd name="connsiteX55" fmla="*/ 107089 w 264996"/>
                <a:gd name="connsiteY55" fmla="*/ 14128 h 216669"/>
                <a:gd name="connsiteX56" fmla="*/ 110791 w 264996"/>
                <a:gd name="connsiteY56" fmla="*/ 14128 h 216669"/>
                <a:gd name="connsiteX57" fmla="*/ 116445 w 264996"/>
                <a:gd name="connsiteY57" fmla="*/ 13556 h 216669"/>
                <a:gd name="connsiteX58" fmla="*/ 122032 w 264996"/>
                <a:gd name="connsiteY58" fmla="*/ 12043 h 216669"/>
                <a:gd name="connsiteX59" fmla="*/ 125229 w 264996"/>
                <a:gd name="connsiteY59" fmla="*/ 10731 h 216669"/>
                <a:gd name="connsiteX60" fmla="*/ 130142 w 264996"/>
                <a:gd name="connsiteY60" fmla="*/ 10731 h 216669"/>
                <a:gd name="connsiteX61" fmla="*/ 133272 w 264996"/>
                <a:gd name="connsiteY61" fmla="*/ 12244 h 216669"/>
                <a:gd name="connsiteX62" fmla="*/ 136469 w 264996"/>
                <a:gd name="connsiteY62" fmla="*/ 14936 h 216669"/>
                <a:gd name="connsiteX63" fmla="*/ 138354 w 264996"/>
                <a:gd name="connsiteY63" fmla="*/ 17190 h 216669"/>
                <a:gd name="connsiteX64" fmla="*/ 141820 w 264996"/>
                <a:gd name="connsiteY64" fmla="*/ 18434 h 216669"/>
                <a:gd name="connsiteX65" fmla="*/ 143840 w 264996"/>
                <a:gd name="connsiteY65" fmla="*/ 18064 h 216669"/>
                <a:gd name="connsiteX66" fmla="*/ 145724 w 264996"/>
                <a:gd name="connsiteY66" fmla="*/ 17761 h 216669"/>
                <a:gd name="connsiteX67" fmla="*/ 146868 w 264996"/>
                <a:gd name="connsiteY67" fmla="*/ 17930 h 216669"/>
                <a:gd name="connsiteX68" fmla="*/ 149628 w 264996"/>
                <a:gd name="connsiteY68" fmla="*/ 19410 h 216669"/>
                <a:gd name="connsiteX69" fmla="*/ 151008 w 264996"/>
                <a:gd name="connsiteY69" fmla="*/ 19410 h 216669"/>
                <a:gd name="connsiteX70" fmla="*/ 155417 w 264996"/>
                <a:gd name="connsiteY70" fmla="*/ 19040 h 216669"/>
                <a:gd name="connsiteX71" fmla="*/ 157234 w 264996"/>
                <a:gd name="connsiteY71" fmla="*/ 17795 h 216669"/>
                <a:gd name="connsiteX72" fmla="*/ 157604 w 264996"/>
                <a:gd name="connsiteY72" fmla="*/ 15608 h 216669"/>
                <a:gd name="connsiteX73" fmla="*/ 157604 w 264996"/>
                <a:gd name="connsiteY73" fmla="*/ 14229 h 216669"/>
                <a:gd name="connsiteX74" fmla="*/ 155787 w 264996"/>
                <a:gd name="connsiteY74" fmla="*/ 12312 h 216669"/>
                <a:gd name="connsiteX75" fmla="*/ 155619 w 264996"/>
                <a:gd name="connsiteY75" fmla="*/ 8713 h 216669"/>
                <a:gd name="connsiteX76" fmla="*/ 157638 w 264996"/>
                <a:gd name="connsiteY76" fmla="*/ 5887 h 216669"/>
                <a:gd name="connsiteX77" fmla="*/ 160532 w 264996"/>
                <a:gd name="connsiteY77" fmla="*/ 3700 h 216669"/>
                <a:gd name="connsiteX78" fmla="*/ 164941 w 264996"/>
                <a:gd name="connsiteY78" fmla="*/ 3700 h 216669"/>
                <a:gd name="connsiteX79" fmla="*/ 170158 w 264996"/>
                <a:gd name="connsiteY79" fmla="*/ 4440 h 216669"/>
                <a:gd name="connsiteX80" fmla="*/ 173859 w 264996"/>
                <a:gd name="connsiteY80" fmla="*/ 4676 h 216669"/>
                <a:gd name="connsiteX81" fmla="*/ 176855 w 264996"/>
                <a:gd name="connsiteY81" fmla="*/ 4777 h 216669"/>
                <a:gd name="connsiteX82" fmla="*/ 184797 w 264996"/>
                <a:gd name="connsiteY82" fmla="*/ 4508 h 216669"/>
                <a:gd name="connsiteX83" fmla="*/ 191461 w 264996"/>
                <a:gd name="connsiteY83" fmla="*/ 2489 h 216669"/>
                <a:gd name="connsiteX84" fmla="*/ 193480 w 264996"/>
                <a:gd name="connsiteY84" fmla="*/ 2489 h 216669"/>
                <a:gd name="connsiteX85" fmla="*/ 196745 w 264996"/>
                <a:gd name="connsiteY85" fmla="*/ 3599 h 216669"/>
                <a:gd name="connsiteX86" fmla="*/ 200379 w 264996"/>
                <a:gd name="connsiteY86" fmla="*/ 6862 h 216669"/>
                <a:gd name="connsiteX87" fmla="*/ 203274 w 264996"/>
                <a:gd name="connsiteY87" fmla="*/ 9251 h 216669"/>
                <a:gd name="connsiteX88" fmla="*/ 206168 w 264996"/>
                <a:gd name="connsiteY88" fmla="*/ 11437 h 216669"/>
                <a:gd name="connsiteX89" fmla="*/ 208692 w 264996"/>
                <a:gd name="connsiteY89" fmla="*/ 11370 h 216669"/>
                <a:gd name="connsiteX90" fmla="*/ 212394 w 264996"/>
                <a:gd name="connsiteY90" fmla="*/ 9991 h 216669"/>
                <a:gd name="connsiteX91" fmla="*/ 213909 w 264996"/>
                <a:gd name="connsiteY91" fmla="*/ 7031 h 216669"/>
                <a:gd name="connsiteX92" fmla="*/ 214716 w 264996"/>
                <a:gd name="connsiteY92" fmla="*/ 5147 h 216669"/>
                <a:gd name="connsiteX93" fmla="*/ 216096 w 264996"/>
                <a:gd name="connsiteY93" fmla="*/ 3532 h 216669"/>
                <a:gd name="connsiteX94" fmla="*/ 217173 w 264996"/>
                <a:gd name="connsiteY94" fmla="*/ 1951 h 216669"/>
                <a:gd name="connsiteX95" fmla="*/ 218553 w 264996"/>
                <a:gd name="connsiteY95" fmla="*/ 1312 h 216669"/>
                <a:gd name="connsiteX96" fmla="*/ 219933 w 264996"/>
                <a:gd name="connsiteY96" fmla="*/ 572 h 216669"/>
                <a:gd name="connsiteX97" fmla="*/ 223264 w 264996"/>
                <a:gd name="connsiteY97" fmla="*/ 0 h 216669"/>
                <a:gd name="connsiteX98" fmla="*/ 225216 w 264996"/>
                <a:gd name="connsiteY98" fmla="*/ 673 h 216669"/>
                <a:gd name="connsiteX99" fmla="*/ 227740 w 264996"/>
                <a:gd name="connsiteY99" fmla="*/ 2254 h 216669"/>
                <a:gd name="connsiteX100" fmla="*/ 231510 w 264996"/>
                <a:gd name="connsiteY100" fmla="*/ 5012 h 216669"/>
                <a:gd name="connsiteX101" fmla="*/ 235346 w 264996"/>
                <a:gd name="connsiteY101" fmla="*/ 7199 h 216669"/>
                <a:gd name="connsiteX102" fmla="*/ 238409 w 264996"/>
                <a:gd name="connsiteY102" fmla="*/ 10966 h 216669"/>
                <a:gd name="connsiteX103" fmla="*/ 250794 w 264996"/>
                <a:gd name="connsiteY103" fmla="*/ 17257 h 216669"/>
                <a:gd name="connsiteX104" fmla="*/ 254429 w 264996"/>
                <a:gd name="connsiteY104" fmla="*/ 19006 h 216669"/>
                <a:gd name="connsiteX105" fmla="*/ 258265 w 264996"/>
                <a:gd name="connsiteY105" fmla="*/ 22976 h 216669"/>
                <a:gd name="connsiteX106" fmla="*/ 260150 w 264996"/>
                <a:gd name="connsiteY106" fmla="*/ 25364 h 216669"/>
                <a:gd name="connsiteX107" fmla="*/ 261462 w 264996"/>
                <a:gd name="connsiteY107" fmla="*/ 28324 h 216669"/>
                <a:gd name="connsiteX108" fmla="*/ 261462 w 264996"/>
                <a:gd name="connsiteY108" fmla="*/ 32462 h 216669"/>
                <a:gd name="connsiteX109" fmla="*/ 260756 w 264996"/>
                <a:gd name="connsiteY109" fmla="*/ 34851 h 216669"/>
                <a:gd name="connsiteX110" fmla="*/ 260890 w 264996"/>
                <a:gd name="connsiteY110" fmla="*/ 36734 h 216669"/>
                <a:gd name="connsiteX111" fmla="*/ 262573 w 264996"/>
                <a:gd name="connsiteY111" fmla="*/ 40569 h 216669"/>
                <a:gd name="connsiteX112" fmla="*/ 264828 w 264996"/>
                <a:gd name="connsiteY112" fmla="*/ 43092 h 216669"/>
                <a:gd name="connsiteX113" fmla="*/ 264996 w 264996"/>
                <a:gd name="connsiteY113" fmla="*/ 45279 h 216669"/>
                <a:gd name="connsiteX114" fmla="*/ 264962 w 264996"/>
                <a:gd name="connsiteY114" fmla="*/ 46927 h 216669"/>
                <a:gd name="connsiteX115" fmla="*/ 264962 w 264996"/>
                <a:gd name="connsiteY115" fmla="*/ 49820 h 216669"/>
                <a:gd name="connsiteX116" fmla="*/ 264458 w 264996"/>
                <a:gd name="connsiteY116" fmla="*/ 52578 h 216669"/>
                <a:gd name="connsiteX117" fmla="*/ 261059 w 264996"/>
                <a:gd name="connsiteY117" fmla="*/ 55976 h 216669"/>
                <a:gd name="connsiteX118" fmla="*/ 256481 w 264996"/>
                <a:gd name="connsiteY118" fmla="*/ 58802 h 216669"/>
                <a:gd name="connsiteX119" fmla="*/ 256347 w 264996"/>
                <a:gd name="connsiteY119" fmla="*/ 62502 h 216669"/>
                <a:gd name="connsiteX120" fmla="*/ 253520 w 264996"/>
                <a:gd name="connsiteY120" fmla="*/ 64218 h 216669"/>
                <a:gd name="connsiteX121" fmla="*/ 251837 w 264996"/>
                <a:gd name="connsiteY121" fmla="*/ 64622 h 216669"/>
                <a:gd name="connsiteX122" fmla="*/ 250154 w 264996"/>
                <a:gd name="connsiteY122" fmla="*/ 64622 h 216669"/>
                <a:gd name="connsiteX123" fmla="*/ 248943 w 264996"/>
                <a:gd name="connsiteY123" fmla="*/ 63545 h 216669"/>
                <a:gd name="connsiteX124" fmla="*/ 248573 w 264996"/>
                <a:gd name="connsiteY124" fmla="*/ 61359 h 216669"/>
                <a:gd name="connsiteX125" fmla="*/ 249078 w 264996"/>
                <a:gd name="connsiteY125" fmla="*/ 60114 h 216669"/>
                <a:gd name="connsiteX126" fmla="*/ 250323 w 264996"/>
                <a:gd name="connsiteY126" fmla="*/ 57793 h 216669"/>
                <a:gd name="connsiteX127" fmla="*/ 250996 w 264996"/>
                <a:gd name="connsiteY127" fmla="*/ 56985 h 216669"/>
                <a:gd name="connsiteX128" fmla="*/ 251299 w 264996"/>
                <a:gd name="connsiteY128" fmla="*/ 54530 h 216669"/>
                <a:gd name="connsiteX129" fmla="*/ 250929 w 264996"/>
                <a:gd name="connsiteY129" fmla="*/ 53722 h 216669"/>
                <a:gd name="connsiteX130" fmla="*/ 247361 w 264996"/>
                <a:gd name="connsiteY130" fmla="*/ 51771 h 216669"/>
                <a:gd name="connsiteX131" fmla="*/ 243827 w 264996"/>
                <a:gd name="connsiteY131" fmla="*/ 53520 h 216669"/>
                <a:gd name="connsiteX132" fmla="*/ 241741 w 264996"/>
                <a:gd name="connsiteY132" fmla="*/ 55909 h 216669"/>
                <a:gd name="connsiteX133" fmla="*/ 239553 w 264996"/>
                <a:gd name="connsiteY133" fmla="*/ 58297 h 216669"/>
                <a:gd name="connsiteX134" fmla="*/ 239991 w 264996"/>
                <a:gd name="connsiteY134" fmla="*/ 60820 h 216669"/>
                <a:gd name="connsiteX135" fmla="*/ 241572 w 264996"/>
                <a:gd name="connsiteY135" fmla="*/ 62401 h 216669"/>
                <a:gd name="connsiteX136" fmla="*/ 243154 w 264996"/>
                <a:gd name="connsiteY136" fmla="*/ 64857 h 216669"/>
                <a:gd name="connsiteX137" fmla="*/ 243659 w 264996"/>
                <a:gd name="connsiteY137" fmla="*/ 66169 h 216669"/>
                <a:gd name="connsiteX138" fmla="*/ 243356 w 264996"/>
                <a:gd name="connsiteY138" fmla="*/ 68423 h 216669"/>
                <a:gd name="connsiteX139" fmla="*/ 241909 w 264996"/>
                <a:gd name="connsiteY139" fmla="*/ 70542 h 216669"/>
                <a:gd name="connsiteX140" fmla="*/ 240294 w 264996"/>
                <a:gd name="connsiteY140" fmla="*/ 71988 h 216669"/>
                <a:gd name="connsiteX141" fmla="*/ 238712 w 264996"/>
                <a:gd name="connsiteY141" fmla="*/ 72998 h 216669"/>
                <a:gd name="connsiteX142" fmla="*/ 235010 w 264996"/>
                <a:gd name="connsiteY142" fmla="*/ 75083 h 216669"/>
                <a:gd name="connsiteX143" fmla="*/ 233327 w 264996"/>
                <a:gd name="connsiteY143" fmla="*/ 77909 h 216669"/>
                <a:gd name="connsiteX144" fmla="*/ 231072 w 264996"/>
                <a:gd name="connsiteY144" fmla="*/ 80668 h 216669"/>
                <a:gd name="connsiteX145" fmla="*/ 228548 w 264996"/>
                <a:gd name="connsiteY145" fmla="*/ 83628 h 216669"/>
                <a:gd name="connsiteX146" fmla="*/ 226967 w 264996"/>
                <a:gd name="connsiteY146" fmla="*/ 88102 h 216669"/>
                <a:gd name="connsiteX147" fmla="*/ 226091 w 264996"/>
                <a:gd name="connsiteY147" fmla="*/ 92442 h 216669"/>
                <a:gd name="connsiteX148" fmla="*/ 224005 w 264996"/>
                <a:gd name="connsiteY148" fmla="*/ 96949 h 216669"/>
                <a:gd name="connsiteX149" fmla="*/ 221245 w 264996"/>
                <a:gd name="connsiteY149" fmla="*/ 102668 h 216669"/>
                <a:gd name="connsiteX150" fmla="*/ 220101 w 264996"/>
                <a:gd name="connsiteY150" fmla="*/ 105427 h 216669"/>
                <a:gd name="connsiteX151" fmla="*/ 217207 w 264996"/>
                <a:gd name="connsiteY151" fmla="*/ 108555 h 216669"/>
                <a:gd name="connsiteX152" fmla="*/ 214178 w 264996"/>
                <a:gd name="connsiteY152" fmla="*/ 109867 h 216669"/>
                <a:gd name="connsiteX153" fmla="*/ 212293 w 264996"/>
                <a:gd name="connsiteY153" fmla="*/ 111751 h 216669"/>
                <a:gd name="connsiteX154" fmla="*/ 211418 w 264996"/>
                <a:gd name="connsiteY154" fmla="*/ 113702 h 216669"/>
                <a:gd name="connsiteX155" fmla="*/ 211048 w 264996"/>
                <a:gd name="connsiteY155" fmla="*/ 118916 h 216669"/>
                <a:gd name="connsiteX156" fmla="*/ 211620 w 264996"/>
                <a:gd name="connsiteY156" fmla="*/ 129210 h 216669"/>
                <a:gd name="connsiteX157" fmla="*/ 210038 w 264996"/>
                <a:gd name="connsiteY157" fmla="*/ 133179 h 216669"/>
                <a:gd name="connsiteX158" fmla="*/ 206269 w 264996"/>
                <a:gd name="connsiteY158" fmla="*/ 137216 h 216669"/>
                <a:gd name="connsiteX159" fmla="*/ 204620 w 264996"/>
                <a:gd name="connsiteY159" fmla="*/ 141387 h 216669"/>
                <a:gd name="connsiteX160" fmla="*/ 204519 w 264996"/>
                <a:gd name="connsiteY160" fmla="*/ 144045 h 216669"/>
                <a:gd name="connsiteX161" fmla="*/ 206437 w 264996"/>
                <a:gd name="connsiteY161" fmla="*/ 146231 h 216669"/>
                <a:gd name="connsiteX162" fmla="*/ 209096 w 264996"/>
                <a:gd name="connsiteY162" fmla="*/ 148283 h 216669"/>
                <a:gd name="connsiteX163" fmla="*/ 210577 w 264996"/>
                <a:gd name="connsiteY163" fmla="*/ 150470 h 216669"/>
                <a:gd name="connsiteX164" fmla="*/ 209163 w 264996"/>
                <a:gd name="connsiteY164" fmla="*/ 155852 h 216669"/>
                <a:gd name="connsiteX165" fmla="*/ 206269 w 264996"/>
                <a:gd name="connsiteY165" fmla="*/ 158073 h 216669"/>
                <a:gd name="connsiteX166" fmla="*/ 202096 w 264996"/>
                <a:gd name="connsiteY166" fmla="*/ 158409 h 216669"/>
                <a:gd name="connsiteX167" fmla="*/ 196442 w 264996"/>
                <a:gd name="connsiteY167" fmla="*/ 159048 h 216669"/>
                <a:gd name="connsiteX168" fmla="*/ 190990 w 264996"/>
                <a:gd name="connsiteY168" fmla="*/ 160562 h 216669"/>
                <a:gd name="connsiteX169" fmla="*/ 184797 w 264996"/>
                <a:gd name="connsiteY169" fmla="*/ 162345 h 216669"/>
                <a:gd name="connsiteX170" fmla="*/ 181095 w 264996"/>
                <a:gd name="connsiteY170" fmla="*/ 164464 h 216669"/>
                <a:gd name="connsiteX171" fmla="*/ 177562 w 264996"/>
                <a:gd name="connsiteY171" fmla="*/ 167996 h 216669"/>
                <a:gd name="connsiteX172" fmla="*/ 172850 w 264996"/>
                <a:gd name="connsiteY172" fmla="*/ 170822 h 216669"/>
                <a:gd name="connsiteX173" fmla="*/ 171874 w 264996"/>
                <a:gd name="connsiteY173" fmla="*/ 172739 h 216669"/>
                <a:gd name="connsiteX174" fmla="*/ 170662 w 264996"/>
                <a:gd name="connsiteY174" fmla="*/ 174758 h 216669"/>
                <a:gd name="connsiteX175" fmla="*/ 167903 w 264996"/>
                <a:gd name="connsiteY175" fmla="*/ 179871 h 216669"/>
                <a:gd name="connsiteX176" fmla="*/ 166287 w 264996"/>
                <a:gd name="connsiteY176" fmla="*/ 183033 h 216669"/>
                <a:gd name="connsiteX177" fmla="*/ 164773 w 264996"/>
                <a:gd name="connsiteY177" fmla="*/ 185051 h 216669"/>
                <a:gd name="connsiteX178" fmla="*/ 163797 w 264996"/>
                <a:gd name="connsiteY178" fmla="*/ 187104 h 216669"/>
                <a:gd name="connsiteX179" fmla="*/ 160734 w 264996"/>
                <a:gd name="connsiteY179" fmla="*/ 190804 h 216669"/>
                <a:gd name="connsiteX180" fmla="*/ 159691 w 264996"/>
                <a:gd name="connsiteY180" fmla="*/ 193091 h 216669"/>
                <a:gd name="connsiteX181" fmla="*/ 158378 w 264996"/>
                <a:gd name="connsiteY181" fmla="*/ 194134 h 216669"/>
                <a:gd name="connsiteX182" fmla="*/ 154912 w 264996"/>
                <a:gd name="connsiteY182" fmla="*/ 195009 h 216669"/>
                <a:gd name="connsiteX183" fmla="*/ 152792 w 264996"/>
                <a:gd name="connsiteY183" fmla="*/ 195009 h 216669"/>
                <a:gd name="connsiteX184" fmla="*/ 150503 w 264996"/>
                <a:gd name="connsiteY184" fmla="*/ 194235 h 216669"/>
                <a:gd name="connsiteX185" fmla="*/ 150167 w 264996"/>
                <a:gd name="connsiteY185" fmla="*/ 193091 h 216669"/>
                <a:gd name="connsiteX186" fmla="*/ 150167 w 264996"/>
                <a:gd name="connsiteY186" fmla="*/ 190636 h 216669"/>
                <a:gd name="connsiteX187" fmla="*/ 151479 w 264996"/>
                <a:gd name="connsiteY187" fmla="*/ 189290 h 216669"/>
                <a:gd name="connsiteX188" fmla="*/ 152455 w 264996"/>
                <a:gd name="connsiteY188" fmla="*/ 187978 h 216669"/>
                <a:gd name="connsiteX189" fmla="*/ 153869 w 264996"/>
                <a:gd name="connsiteY189" fmla="*/ 186464 h 216669"/>
                <a:gd name="connsiteX190" fmla="*/ 154845 w 264996"/>
                <a:gd name="connsiteY190" fmla="*/ 184278 h 216669"/>
                <a:gd name="connsiteX191" fmla="*/ 154138 w 264996"/>
                <a:gd name="connsiteY191" fmla="*/ 182697 h 216669"/>
                <a:gd name="connsiteX192" fmla="*/ 153364 w 264996"/>
                <a:gd name="connsiteY192" fmla="*/ 182327 h 216669"/>
                <a:gd name="connsiteX193" fmla="*/ 152051 w 264996"/>
                <a:gd name="connsiteY193" fmla="*/ 182360 h 216669"/>
                <a:gd name="connsiteX194" fmla="*/ 150638 w 264996"/>
                <a:gd name="connsiteY194" fmla="*/ 183134 h 216669"/>
                <a:gd name="connsiteX195" fmla="*/ 148450 w 264996"/>
                <a:gd name="connsiteY195" fmla="*/ 185691 h 216669"/>
                <a:gd name="connsiteX196" fmla="*/ 146498 w 264996"/>
                <a:gd name="connsiteY196" fmla="*/ 187810 h 216669"/>
                <a:gd name="connsiteX197" fmla="*/ 145354 w 264996"/>
                <a:gd name="connsiteY197" fmla="*/ 189896 h 216669"/>
                <a:gd name="connsiteX198" fmla="*/ 140239 w 264996"/>
                <a:gd name="connsiteY198" fmla="*/ 191073 h 216669"/>
                <a:gd name="connsiteX199" fmla="*/ 136166 w 264996"/>
                <a:gd name="connsiteY199" fmla="*/ 192654 h 216669"/>
                <a:gd name="connsiteX200" fmla="*/ 130613 w 264996"/>
                <a:gd name="connsiteY200" fmla="*/ 192688 h 216669"/>
                <a:gd name="connsiteX201" fmla="*/ 126474 w 264996"/>
                <a:gd name="connsiteY201" fmla="*/ 192755 h 216669"/>
                <a:gd name="connsiteX202" fmla="*/ 123983 w 264996"/>
                <a:gd name="connsiteY202" fmla="*/ 194975 h 216669"/>
                <a:gd name="connsiteX203" fmla="*/ 120450 w 264996"/>
                <a:gd name="connsiteY203" fmla="*/ 198238 h 216669"/>
                <a:gd name="connsiteX204" fmla="*/ 116546 w 264996"/>
                <a:gd name="connsiteY204" fmla="*/ 201400 h 216669"/>
                <a:gd name="connsiteX205" fmla="*/ 116882 w 264996"/>
                <a:gd name="connsiteY205" fmla="*/ 205403 h 216669"/>
                <a:gd name="connsiteX206" fmla="*/ 115974 w 264996"/>
                <a:gd name="connsiteY206" fmla="*/ 207085 h 216669"/>
                <a:gd name="connsiteX207" fmla="*/ 113248 w 264996"/>
                <a:gd name="connsiteY207" fmla="*/ 208397 h 216669"/>
                <a:gd name="connsiteX208" fmla="*/ 110623 w 264996"/>
                <a:gd name="connsiteY208" fmla="*/ 208734 h 216669"/>
                <a:gd name="connsiteX209" fmla="*/ 108570 w 264996"/>
                <a:gd name="connsiteY209" fmla="*/ 209104 h 216669"/>
                <a:gd name="connsiteX210" fmla="*/ 108031 w 264996"/>
                <a:gd name="connsiteY210" fmla="*/ 209978 h 216669"/>
                <a:gd name="connsiteX211" fmla="*/ 107425 w 264996"/>
                <a:gd name="connsiteY211" fmla="*/ 211324 h 216669"/>
                <a:gd name="connsiteX212" fmla="*/ 106651 w 264996"/>
                <a:gd name="connsiteY212" fmla="*/ 212636 h 216669"/>
                <a:gd name="connsiteX213" fmla="*/ 105978 w 264996"/>
                <a:gd name="connsiteY213" fmla="*/ 214419 h 216669"/>
                <a:gd name="connsiteX214" fmla="*/ 105372 w 264996"/>
                <a:gd name="connsiteY214" fmla="*/ 215495 h 216669"/>
                <a:gd name="connsiteX215" fmla="*/ 103723 w 264996"/>
                <a:gd name="connsiteY215" fmla="*/ 216639 h 216669"/>
                <a:gd name="connsiteX216" fmla="*/ 101603 w 264996"/>
                <a:gd name="connsiteY216" fmla="*/ 216639 h 216669"/>
                <a:gd name="connsiteX217" fmla="*/ 99584 w 264996"/>
                <a:gd name="connsiteY217" fmla="*/ 216404 h 216669"/>
                <a:gd name="connsiteX218" fmla="*/ 97396 w 264996"/>
                <a:gd name="connsiteY218" fmla="*/ 215159 h 216669"/>
                <a:gd name="connsiteX219" fmla="*/ 94738 w 264996"/>
                <a:gd name="connsiteY219" fmla="*/ 213847 h 216669"/>
                <a:gd name="connsiteX220" fmla="*/ 93492 w 264996"/>
                <a:gd name="connsiteY220" fmla="*/ 212972 h 216669"/>
                <a:gd name="connsiteX221" fmla="*/ 91372 w 264996"/>
                <a:gd name="connsiteY221" fmla="*/ 210046 h 216669"/>
                <a:gd name="connsiteX222" fmla="*/ 88915 w 264996"/>
                <a:gd name="connsiteY222" fmla="*/ 207926 h 216669"/>
                <a:gd name="connsiteX223" fmla="*/ 85314 w 264996"/>
                <a:gd name="connsiteY223" fmla="*/ 207052 h 216669"/>
                <a:gd name="connsiteX224" fmla="*/ 82218 w 264996"/>
                <a:gd name="connsiteY224" fmla="*/ 205168 h 216669"/>
                <a:gd name="connsiteX225" fmla="*/ 77877 w 264996"/>
                <a:gd name="connsiteY225" fmla="*/ 204966 h 216669"/>
                <a:gd name="connsiteX226" fmla="*/ 74141 w 264996"/>
                <a:gd name="connsiteY226" fmla="*/ 204562 h 216669"/>
                <a:gd name="connsiteX227" fmla="*/ 70271 w 264996"/>
                <a:gd name="connsiteY227" fmla="*/ 204024 h 216669"/>
                <a:gd name="connsiteX228" fmla="*/ 66972 w 264996"/>
                <a:gd name="connsiteY228" fmla="*/ 203520 h 216669"/>
                <a:gd name="connsiteX229" fmla="*/ 60612 w 264996"/>
                <a:gd name="connsiteY229" fmla="*/ 203250 h 216669"/>
                <a:gd name="connsiteX230" fmla="*/ 58323 w 264996"/>
                <a:gd name="connsiteY230" fmla="*/ 202914 h 216669"/>
                <a:gd name="connsiteX231" fmla="*/ 55395 w 264996"/>
                <a:gd name="connsiteY231" fmla="*/ 201501 h 216669"/>
                <a:gd name="connsiteX232" fmla="*/ 54621 w 264996"/>
                <a:gd name="connsiteY232" fmla="*/ 200256 h 216669"/>
                <a:gd name="connsiteX233" fmla="*/ 51626 w 264996"/>
                <a:gd name="connsiteY233" fmla="*/ 197229 h 216669"/>
                <a:gd name="connsiteX234" fmla="*/ 49842 w 264996"/>
                <a:gd name="connsiteY234" fmla="*/ 196892 h 216669"/>
                <a:gd name="connsiteX235" fmla="*/ 43684 w 264996"/>
                <a:gd name="connsiteY235" fmla="*/ 196186 h 216669"/>
                <a:gd name="connsiteX236" fmla="*/ 41933 w 264996"/>
                <a:gd name="connsiteY236" fmla="*/ 195681 h 216669"/>
                <a:gd name="connsiteX237" fmla="*/ 38198 w 264996"/>
                <a:gd name="connsiteY237" fmla="*/ 192654 h 216669"/>
                <a:gd name="connsiteX238" fmla="*/ 33015 w 264996"/>
                <a:gd name="connsiteY238" fmla="*/ 188853 h 216669"/>
                <a:gd name="connsiteX239" fmla="*/ 27900 w 264996"/>
                <a:gd name="connsiteY239" fmla="*/ 186532 h 216669"/>
                <a:gd name="connsiteX240" fmla="*/ 24635 w 264996"/>
                <a:gd name="connsiteY240" fmla="*/ 185556 h 216669"/>
                <a:gd name="connsiteX241" fmla="*/ 18544 w 264996"/>
                <a:gd name="connsiteY241" fmla="*/ 183941 h 216669"/>
                <a:gd name="connsiteX242" fmla="*/ 15010 w 264996"/>
                <a:gd name="connsiteY242" fmla="*/ 182697 h 216669"/>
                <a:gd name="connsiteX243" fmla="*/ 12116 w 264996"/>
                <a:gd name="connsiteY243" fmla="*/ 179871 h 216669"/>
                <a:gd name="connsiteX244" fmla="*/ 10265 w 264996"/>
                <a:gd name="connsiteY244" fmla="*/ 176440 h 216669"/>
                <a:gd name="connsiteX245" fmla="*/ 9221 w 264996"/>
                <a:gd name="connsiteY245" fmla="*/ 172302 h 216669"/>
                <a:gd name="connsiteX246" fmla="*/ 8986 w 264996"/>
                <a:gd name="connsiteY246" fmla="*/ 167861 h 216669"/>
                <a:gd name="connsiteX247" fmla="*/ 8918 w 264996"/>
                <a:gd name="connsiteY247" fmla="*/ 162143 h 216669"/>
                <a:gd name="connsiteX248" fmla="*/ 8279 w 264996"/>
                <a:gd name="connsiteY248" fmla="*/ 158173 h 216669"/>
                <a:gd name="connsiteX249" fmla="*/ 4510 w 264996"/>
                <a:gd name="connsiteY249" fmla="*/ 152858 h 216669"/>
                <a:gd name="connsiteX250" fmla="*/ 3803 w 264996"/>
                <a:gd name="connsiteY250" fmla="*/ 143035 h 216669"/>
                <a:gd name="connsiteX251" fmla="*/ 3433 w 264996"/>
                <a:gd name="connsiteY251" fmla="*/ 134895 h 216669"/>
                <a:gd name="connsiteX252" fmla="*/ 4241 w 264996"/>
                <a:gd name="connsiteY252" fmla="*/ 129681 h 216669"/>
                <a:gd name="connsiteX253" fmla="*/ 4072 w 264996"/>
                <a:gd name="connsiteY253" fmla="*/ 124803 h 216669"/>
                <a:gd name="connsiteX254" fmla="*/ 3130 w 264996"/>
                <a:gd name="connsiteY254" fmla="*/ 121405 h 216669"/>
                <a:gd name="connsiteX255" fmla="*/ 1683 w 264996"/>
                <a:gd name="connsiteY255" fmla="*/ 116359 h 216669"/>
                <a:gd name="connsiteX256" fmla="*/ 1514 w 264996"/>
                <a:gd name="connsiteY256" fmla="*/ 110102 h 216669"/>
                <a:gd name="connsiteX257" fmla="*/ 1413 w 264996"/>
                <a:gd name="connsiteY257" fmla="*/ 105931 h 216669"/>
                <a:gd name="connsiteX258" fmla="*/ 1245 w 264996"/>
                <a:gd name="connsiteY258" fmla="*/ 99943 h 2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264996" h="216669">
                  <a:moveTo>
                    <a:pt x="1245" y="99943"/>
                  </a:moveTo>
                  <a:lnTo>
                    <a:pt x="0" y="97723"/>
                  </a:lnTo>
                  <a:lnTo>
                    <a:pt x="976" y="95335"/>
                  </a:lnTo>
                  <a:lnTo>
                    <a:pt x="1851" y="91802"/>
                  </a:lnTo>
                  <a:lnTo>
                    <a:pt x="2894" y="88741"/>
                  </a:lnTo>
                  <a:cubicBezTo>
                    <a:pt x="2894" y="88741"/>
                    <a:pt x="5822" y="87362"/>
                    <a:pt x="6394" y="87059"/>
                  </a:cubicBezTo>
                  <a:cubicBezTo>
                    <a:pt x="6967" y="86756"/>
                    <a:pt x="9726" y="85074"/>
                    <a:pt x="9726" y="85074"/>
                  </a:cubicBezTo>
                  <a:lnTo>
                    <a:pt x="13798" y="81778"/>
                  </a:lnTo>
                  <a:lnTo>
                    <a:pt x="20159" y="79457"/>
                  </a:lnTo>
                  <a:lnTo>
                    <a:pt x="27395" y="74377"/>
                  </a:lnTo>
                  <a:lnTo>
                    <a:pt x="36078" y="69298"/>
                  </a:lnTo>
                  <a:lnTo>
                    <a:pt x="40722" y="63781"/>
                  </a:lnTo>
                  <a:lnTo>
                    <a:pt x="49136" y="58701"/>
                  </a:lnTo>
                  <a:lnTo>
                    <a:pt x="57987" y="52478"/>
                  </a:lnTo>
                  <a:lnTo>
                    <a:pt x="65088" y="46691"/>
                  </a:lnTo>
                  <a:lnTo>
                    <a:pt x="70170" y="45682"/>
                  </a:lnTo>
                  <a:cubicBezTo>
                    <a:pt x="70170" y="45682"/>
                    <a:pt x="70271" y="44438"/>
                    <a:pt x="70372" y="44438"/>
                  </a:cubicBezTo>
                  <a:cubicBezTo>
                    <a:pt x="70473" y="44438"/>
                    <a:pt x="72425" y="42520"/>
                    <a:pt x="72425" y="42520"/>
                  </a:cubicBezTo>
                  <a:cubicBezTo>
                    <a:pt x="72425" y="42520"/>
                    <a:pt x="72223" y="41275"/>
                    <a:pt x="72088" y="41275"/>
                  </a:cubicBezTo>
                  <a:cubicBezTo>
                    <a:pt x="71954" y="41275"/>
                    <a:pt x="71112" y="40300"/>
                    <a:pt x="70910" y="40300"/>
                  </a:cubicBezTo>
                  <a:cubicBezTo>
                    <a:pt x="70675" y="40300"/>
                    <a:pt x="69261" y="40300"/>
                    <a:pt x="69261" y="40300"/>
                  </a:cubicBezTo>
                  <a:cubicBezTo>
                    <a:pt x="69261" y="40300"/>
                    <a:pt x="67881" y="40603"/>
                    <a:pt x="67747" y="40603"/>
                  </a:cubicBezTo>
                  <a:cubicBezTo>
                    <a:pt x="67612" y="40603"/>
                    <a:pt x="66199" y="40603"/>
                    <a:pt x="65660" y="40637"/>
                  </a:cubicBezTo>
                  <a:cubicBezTo>
                    <a:pt x="65155" y="40670"/>
                    <a:pt x="63809" y="40603"/>
                    <a:pt x="63607" y="40670"/>
                  </a:cubicBezTo>
                  <a:cubicBezTo>
                    <a:pt x="63405" y="40738"/>
                    <a:pt x="60208" y="40468"/>
                    <a:pt x="60208" y="40468"/>
                  </a:cubicBezTo>
                  <a:lnTo>
                    <a:pt x="58963" y="39493"/>
                  </a:lnTo>
                  <a:cubicBezTo>
                    <a:pt x="58963" y="39493"/>
                    <a:pt x="58896" y="39257"/>
                    <a:pt x="59131" y="39156"/>
                  </a:cubicBezTo>
                  <a:cubicBezTo>
                    <a:pt x="59400" y="39056"/>
                    <a:pt x="60073" y="38484"/>
                    <a:pt x="60141" y="38349"/>
                  </a:cubicBezTo>
                  <a:cubicBezTo>
                    <a:pt x="60208" y="38248"/>
                    <a:pt x="61924" y="35591"/>
                    <a:pt x="61924" y="35591"/>
                  </a:cubicBezTo>
                  <a:lnTo>
                    <a:pt x="64448" y="32698"/>
                  </a:lnTo>
                  <a:lnTo>
                    <a:pt x="67208" y="29872"/>
                  </a:lnTo>
                  <a:cubicBezTo>
                    <a:pt x="67208" y="29872"/>
                    <a:pt x="69530" y="27315"/>
                    <a:pt x="69732" y="27214"/>
                  </a:cubicBezTo>
                  <a:cubicBezTo>
                    <a:pt x="69934" y="27147"/>
                    <a:pt x="72997" y="24658"/>
                    <a:pt x="72997" y="24658"/>
                  </a:cubicBezTo>
                  <a:lnTo>
                    <a:pt x="72728" y="24658"/>
                  </a:lnTo>
                  <a:cubicBezTo>
                    <a:pt x="72728" y="24658"/>
                    <a:pt x="74747" y="24523"/>
                    <a:pt x="75689" y="24658"/>
                  </a:cubicBezTo>
                  <a:cubicBezTo>
                    <a:pt x="76631" y="24792"/>
                    <a:pt x="77372" y="24389"/>
                    <a:pt x="77641" y="24590"/>
                  </a:cubicBezTo>
                  <a:cubicBezTo>
                    <a:pt x="77944" y="24826"/>
                    <a:pt x="79963" y="24187"/>
                    <a:pt x="80401" y="24456"/>
                  </a:cubicBezTo>
                  <a:cubicBezTo>
                    <a:pt x="80838" y="24725"/>
                    <a:pt x="82723" y="24658"/>
                    <a:pt x="83295" y="24658"/>
                  </a:cubicBezTo>
                  <a:cubicBezTo>
                    <a:pt x="83867" y="24658"/>
                    <a:pt x="86627" y="24658"/>
                    <a:pt x="86627" y="24658"/>
                  </a:cubicBezTo>
                  <a:lnTo>
                    <a:pt x="89151" y="26912"/>
                  </a:lnTo>
                  <a:cubicBezTo>
                    <a:pt x="89151" y="26912"/>
                    <a:pt x="89454" y="27349"/>
                    <a:pt x="90598" y="27685"/>
                  </a:cubicBezTo>
                  <a:cubicBezTo>
                    <a:pt x="91742" y="28055"/>
                    <a:pt x="92415" y="28055"/>
                    <a:pt x="92920" y="28055"/>
                  </a:cubicBezTo>
                  <a:cubicBezTo>
                    <a:pt x="93425" y="28055"/>
                    <a:pt x="92853" y="27988"/>
                    <a:pt x="95680" y="28291"/>
                  </a:cubicBezTo>
                  <a:cubicBezTo>
                    <a:pt x="98507" y="28594"/>
                    <a:pt x="99719" y="29098"/>
                    <a:pt x="99954" y="29165"/>
                  </a:cubicBezTo>
                  <a:cubicBezTo>
                    <a:pt x="100190" y="29233"/>
                    <a:pt x="100257" y="29300"/>
                    <a:pt x="101267" y="29300"/>
                  </a:cubicBezTo>
                  <a:cubicBezTo>
                    <a:pt x="102276" y="29300"/>
                    <a:pt x="103017" y="29300"/>
                    <a:pt x="103387" y="28930"/>
                  </a:cubicBezTo>
                  <a:cubicBezTo>
                    <a:pt x="103757" y="28560"/>
                    <a:pt x="104666" y="28863"/>
                    <a:pt x="103959" y="28055"/>
                  </a:cubicBezTo>
                  <a:cubicBezTo>
                    <a:pt x="103252" y="27248"/>
                    <a:pt x="103286" y="26844"/>
                    <a:pt x="102949" y="26609"/>
                  </a:cubicBezTo>
                  <a:cubicBezTo>
                    <a:pt x="102579" y="26373"/>
                    <a:pt x="100762" y="24792"/>
                    <a:pt x="100762" y="24792"/>
                  </a:cubicBezTo>
                  <a:lnTo>
                    <a:pt x="101435" y="23346"/>
                  </a:lnTo>
                  <a:cubicBezTo>
                    <a:pt x="101435" y="23346"/>
                    <a:pt x="101637" y="21966"/>
                    <a:pt x="101704" y="21731"/>
                  </a:cubicBezTo>
                  <a:cubicBezTo>
                    <a:pt x="101771" y="21529"/>
                    <a:pt x="102276" y="20587"/>
                    <a:pt x="102276" y="20587"/>
                  </a:cubicBezTo>
                  <a:lnTo>
                    <a:pt x="103151" y="19780"/>
                  </a:lnTo>
                  <a:lnTo>
                    <a:pt x="104228" y="17156"/>
                  </a:lnTo>
                  <a:lnTo>
                    <a:pt x="104767" y="15339"/>
                  </a:lnTo>
                  <a:lnTo>
                    <a:pt x="107089" y="14128"/>
                  </a:lnTo>
                  <a:cubicBezTo>
                    <a:pt x="107089" y="14128"/>
                    <a:pt x="110555" y="14566"/>
                    <a:pt x="110791" y="14128"/>
                  </a:cubicBezTo>
                  <a:cubicBezTo>
                    <a:pt x="110993" y="13691"/>
                    <a:pt x="115873" y="13556"/>
                    <a:pt x="116445" y="13556"/>
                  </a:cubicBezTo>
                  <a:cubicBezTo>
                    <a:pt x="117017" y="13556"/>
                    <a:pt x="122032" y="12043"/>
                    <a:pt x="122032" y="12043"/>
                  </a:cubicBezTo>
                  <a:lnTo>
                    <a:pt x="125229" y="10731"/>
                  </a:lnTo>
                  <a:lnTo>
                    <a:pt x="130142" y="10731"/>
                  </a:lnTo>
                  <a:lnTo>
                    <a:pt x="133272" y="12244"/>
                  </a:lnTo>
                  <a:lnTo>
                    <a:pt x="136469" y="14936"/>
                  </a:lnTo>
                  <a:cubicBezTo>
                    <a:pt x="136469" y="14936"/>
                    <a:pt x="137479" y="16887"/>
                    <a:pt x="138354" y="17190"/>
                  </a:cubicBezTo>
                  <a:cubicBezTo>
                    <a:pt x="139229" y="17492"/>
                    <a:pt x="141551" y="18434"/>
                    <a:pt x="141820" y="18434"/>
                  </a:cubicBezTo>
                  <a:cubicBezTo>
                    <a:pt x="142123" y="18434"/>
                    <a:pt x="143133" y="18232"/>
                    <a:pt x="143840" y="18064"/>
                  </a:cubicBezTo>
                  <a:cubicBezTo>
                    <a:pt x="144580" y="17930"/>
                    <a:pt x="145724" y="17761"/>
                    <a:pt x="145724" y="17761"/>
                  </a:cubicBezTo>
                  <a:cubicBezTo>
                    <a:pt x="145724" y="17761"/>
                    <a:pt x="145859" y="17290"/>
                    <a:pt x="146868" y="17930"/>
                  </a:cubicBezTo>
                  <a:cubicBezTo>
                    <a:pt x="147878" y="18569"/>
                    <a:pt x="149325" y="19410"/>
                    <a:pt x="149628" y="19410"/>
                  </a:cubicBezTo>
                  <a:cubicBezTo>
                    <a:pt x="149931" y="19410"/>
                    <a:pt x="151008" y="19410"/>
                    <a:pt x="151008" y="19410"/>
                  </a:cubicBezTo>
                  <a:lnTo>
                    <a:pt x="155417" y="19040"/>
                  </a:lnTo>
                  <a:lnTo>
                    <a:pt x="157234" y="17795"/>
                  </a:lnTo>
                  <a:cubicBezTo>
                    <a:pt x="157234" y="17795"/>
                    <a:pt x="157537" y="15979"/>
                    <a:pt x="157604" y="15608"/>
                  </a:cubicBezTo>
                  <a:cubicBezTo>
                    <a:pt x="157672" y="15238"/>
                    <a:pt x="157604" y="14229"/>
                    <a:pt x="157604" y="14229"/>
                  </a:cubicBezTo>
                  <a:lnTo>
                    <a:pt x="155787" y="12312"/>
                  </a:lnTo>
                  <a:cubicBezTo>
                    <a:pt x="155787" y="12312"/>
                    <a:pt x="155551" y="8948"/>
                    <a:pt x="155619" y="8713"/>
                  </a:cubicBezTo>
                  <a:cubicBezTo>
                    <a:pt x="155686" y="8477"/>
                    <a:pt x="156527" y="6694"/>
                    <a:pt x="157638" y="5887"/>
                  </a:cubicBezTo>
                  <a:cubicBezTo>
                    <a:pt x="158715" y="5079"/>
                    <a:pt x="159052" y="3700"/>
                    <a:pt x="160532" y="3700"/>
                  </a:cubicBezTo>
                  <a:cubicBezTo>
                    <a:pt x="162013" y="3700"/>
                    <a:pt x="164941" y="3700"/>
                    <a:pt x="164941" y="3700"/>
                  </a:cubicBezTo>
                  <a:cubicBezTo>
                    <a:pt x="164941" y="3700"/>
                    <a:pt x="169081" y="4407"/>
                    <a:pt x="170158" y="4440"/>
                  </a:cubicBezTo>
                  <a:cubicBezTo>
                    <a:pt x="171235" y="4508"/>
                    <a:pt x="173085" y="4541"/>
                    <a:pt x="173859" y="4676"/>
                  </a:cubicBezTo>
                  <a:cubicBezTo>
                    <a:pt x="174633" y="4777"/>
                    <a:pt x="176417" y="4676"/>
                    <a:pt x="176855" y="4777"/>
                  </a:cubicBezTo>
                  <a:cubicBezTo>
                    <a:pt x="177292" y="4878"/>
                    <a:pt x="184797" y="4508"/>
                    <a:pt x="184797" y="4508"/>
                  </a:cubicBezTo>
                  <a:cubicBezTo>
                    <a:pt x="184797" y="4508"/>
                    <a:pt x="191158" y="2489"/>
                    <a:pt x="191461" y="2489"/>
                  </a:cubicBezTo>
                  <a:cubicBezTo>
                    <a:pt x="191764" y="2489"/>
                    <a:pt x="193211" y="2624"/>
                    <a:pt x="193480" y="2489"/>
                  </a:cubicBezTo>
                  <a:cubicBezTo>
                    <a:pt x="193783" y="2355"/>
                    <a:pt x="196509" y="3364"/>
                    <a:pt x="196745" y="3599"/>
                  </a:cubicBezTo>
                  <a:cubicBezTo>
                    <a:pt x="196946" y="3801"/>
                    <a:pt x="199841" y="6627"/>
                    <a:pt x="200379" y="6862"/>
                  </a:cubicBezTo>
                  <a:cubicBezTo>
                    <a:pt x="200884" y="7098"/>
                    <a:pt x="203072" y="8612"/>
                    <a:pt x="203274" y="9251"/>
                  </a:cubicBezTo>
                  <a:cubicBezTo>
                    <a:pt x="203475" y="9924"/>
                    <a:pt x="205293" y="11437"/>
                    <a:pt x="206168" y="11437"/>
                  </a:cubicBezTo>
                  <a:cubicBezTo>
                    <a:pt x="207043" y="11437"/>
                    <a:pt x="208187" y="11572"/>
                    <a:pt x="208692" y="11370"/>
                  </a:cubicBezTo>
                  <a:cubicBezTo>
                    <a:pt x="209197" y="11168"/>
                    <a:pt x="212024" y="11168"/>
                    <a:pt x="212394" y="9991"/>
                  </a:cubicBezTo>
                  <a:cubicBezTo>
                    <a:pt x="212764" y="8847"/>
                    <a:pt x="213909" y="7300"/>
                    <a:pt x="213909" y="7031"/>
                  </a:cubicBezTo>
                  <a:cubicBezTo>
                    <a:pt x="213909" y="6761"/>
                    <a:pt x="214279" y="5517"/>
                    <a:pt x="214716" y="5147"/>
                  </a:cubicBezTo>
                  <a:cubicBezTo>
                    <a:pt x="215154" y="4777"/>
                    <a:pt x="215961" y="3768"/>
                    <a:pt x="216096" y="3532"/>
                  </a:cubicBezTo>
                  <a:cubicBezTo>
                    <a:pt x="216231" y="3330"/>
                    <a:pt x="216971" y="2220"/>
                    <a:pt x="217173" y="1951"/>
                  </a:cubicBezTo>
                  <a:cubicBezTo>
                    <a:pt x="217409" y="1648"/>
                    <a:pt x="218317" y="1312"/>
                    <a:pt x="218553" y="1312"/>
                  </a:cubicBezTo>
                  <a:cubicBezTo>
                    <a:pt x="218755" y="1312"/>
                    <a:pt x="219933" y="572"/>
                    <a:pt x="219933" y="572"/>
                  </a:cubicBezTo>
                  <a:lnTo>
                    <a:pt x="223264" y="0"/>
                  </a:lnTo>
                  <a:lnTo>
                    <a:pt x="225216" y="673"/>
                  </a:lnTo>
                  <a:cubicBezTo>
                    <a:pt x="225216" y="673"/>
                    <a:pt x="227539" y="2119"/>
                    <a:pt x="227740" y="2254"/>
                  </a:cubicBezTo>
                  <a:cubicBezTo>
                    <a:pt x="227942" y="2388"/>
                    <a:pt x="231510" y="5012"/>
                    <a:pt x="231510" y="5012"/>
                  </a:cubicBezTo>
                  <a:lnTo>
                    <a:pt x="235346" y="7199"/>
                  </a:lnTo>
                  <a:lnTo>
                    <a:pt x="238409" y="10966"/>
                  </a:lnTo>
                  <a:lnTo>
                    <a:pt x="250794" y="17257"/>
                  </a:lnTo>
                  <a:lnTo>
                    <a:pt x="254429" y="19006"/>
                  </a:lnTo>
                  <a:cubicBezTo>
                    <a:pt x="254429" y="19006"/>
                    <a:pt x="258131" y="22774"/>
                    <a:pt x="258265" y="22976"/>
                  </a:cubicBezTo>
                  <a:cubicBezTo>
                    <a:pt x="258400" y="23177"/>
                    <a:pt x="260150" y="25364"/>
                    <a:pt x="260150" y="25364"/>
                  </a:cubicBezTo>
                  <a:lnTo>
                    <a:pt x="261462" y="28324"/>
                  </a:lnTo>
                  <a:lnTo>
                    <a:pt x="261462" y="32462"/>
                  </a:lnTo>
                  <a:lnTo>
                    <a:pt x="260756" y="34851"/>
                  </a:lnTo>
                  <a:lnTo>
                    <a:pt x="260890" y="36734"/>
                  </a:lnTo>
                  <a:lnTo>
                    <a:pt x="262573" y="40569"/>
                  </a:lnTo>
                  <a:lnTo>
                    <a:pt x="264828" y="43092"/>
                  </a:lnTo>
                  <a:lnTo>
                    <a:pt x="264996" y="45279"/>
                  </a:lnTo>
                  <a:cubicBezTo>
                    <a:pt x="264996" y="45279"/>
                    <a:pt x="264962" y="46422"/>
                    <a:pt x="264962" y="46927"/>
                  </a:cubicBezTo>
                  <a:cubicBezTo>
                    <a:pt x="264962" y="47432"/>
                    <a:pt x="264962" y="49820"/>
                    <a:pt x="264962" y="49820"/>
                  </a:cubicBezTo>
                  <a:lnTo>
                    <a:pt x="264458" y="52578"/>
                  </a:lnTo>
                  <a:lnTo>
                    <a:pt x="261059" y="55976"/>
                  </a:lnTo>
                  <a:lnTo>
                    <a:pt x="256481" y="58802"/>
                  </a:lnTo>
                  <a:lnTo>
                    <a:pt x="256347" y="62502"/>
                  </a:lnTo>
                  <a:lnTo>
                    <a:pt x="253520" y="64218"/>
                  </a:lnTo>
                  <a:cubicBezTo>
                    <a:pt x="253520" y="64218"/>
                    <a:pt x="252578" y="64622"/>
                    <a:pt x="251837" y="64622"/>
                  </a:cubicBezTo>
                  <a:cubicBezTo>
                    <a:pt x="251130" y="64622"/>
                    <a:pt x="250154" y="64622"/>
                    <a:pt x="250154" y="64622"/>
                  </a:cubicBezTo>
                  <a:cubicBezTo>
                    <a:pt x="250154" y="64622"/>
                    <a:pt x="249145" y="63747"/>
                    <a:pt x="248943" y="63545"/>
                  </a:cubicBezTo>
                  <a:cubicBezTo>
                    <a:pt x="248707" y="63343"/>
                    <a:pt x="248573" y="61661"/>
                    <a:pt x="248573" y="61359"/>
                  </a:cubicBezTo>
                  <a:cubicBezTo>
                    <a:pt x="248573" y="61056"/>
                    <a:pt x="248943" y="60417"/>
                    <a:pt x="249078" y="60114"/>
                  </a:cubicBezTo>
                  <a:cubicBezTo>
                    <a:pt x="249212" y="59811"/>
                    <a:pt x="250323" y="57793"/>
                    <a:pt x="250323" y="57793"/>
                  </a:cubicBezTo>
                  <a:cubicBezTo>
                    <a:pt x="250323" y="57793"/>
                    <a:pt x="250827" y="57490"/>
                    <a:pt x="250996" y="56985"/>
                  </a:cubicBezTo>
                  <a:cubicBezTo>
                    <a:pt x="251130" y="56481"/>
                    <a:pt x="251299" y="54530"/>
                    <a:pt x="251299" y="54530"/>
                  </a:cubicBezTo>
                  <a:cubicBezTo>
                    <a:pt x="251299" y="54530"/>
                    <a:pt x="251433" y="54160"/>
                    <a:pt x="250929" y="53722"/>
                  </a:cubicBezTo>
                  <a:cubicBezTo>
                    <a:pt x="250424" y="53285"/>
                    <a:pt x="247731" y="51771"/>
                    <a:pt x="247361" y="51771"/>
                  </a:cubicBezTo>
                  <a:cubicBezTo>
                    <a:pt x="246991" y="51771"/>
                    <a:pt x="244265" y="52780"/>
                    <a:pt x="243827" y="53520"/>
                  </a:cubicBezTo>
                  <a:cubicBezTo>
                    <a:pt x="243390" y="54260"/>
                    <a:pt x="241741" y="55909"/>
                    <a:pt x="241741" y="55909"/>
                  </a:cubicBezTo>
                  <a:lnTo>
                    <a:pt x="239553" y="58297"/>
                  </a:lnTo>
                  <a:cubicBezTo>
                    <a:pt x="239553" y="58297"/>
                    <a:pt x="239621" y="60753"/>
                    <a:pt x="239991" y="60820"/>
                  </a:cubicBezTo>
                  <a:cubicBezTo>
                    <a:pt x="240361" y="60888"/>
                    <a:pt x="241000" y="61392"/>
                    <a:pt x="241572" y="62401"/>
                  </a:cubicBezTo>
                  <a:cubicBezTo>
                    <a:pt x="242145" y="63411"/>
                    <a:pt x="243020" y="64655"/>
                    <a:pt x="243154" y="64857"/>
                  </a:cubicBezTo>
                  <a:cubicBezTo>
                    <a:pt x="243289" y="65093"/>
                    <a:pt x="243659" y="65664"/>
                    <a:pt x="243659" y="66169"/>
                  </a:cubicBezTo>
                  <a:cubicBezTo>
                    <a:pt x="243659" y="66674"/>
                    <a:pt x="243457" y="68120"/>
                    <a:pt x="243356" y="68423"/>
                  </a:cubicBezTo>
                  <a:cubicBezTo>
                    <a:pt x="243289" y="68726"/>
                    <a:pt x="242111" y="70307"/>
                    <a:pt x="241909" y="70542"/>
                  </a:cubicBezTo>
                  <a:cubicBezTo>
                    <a:pt x="241674" y="70744"/>
                    <a:pt x="240294" y="71988"/>
                    <a:pt x="240294" y="71988"/>
                  </a:cubicBezTo>
                  <a:cubicBezTo>
                    <a:pt x="240294" y="71988"/>
                    <a:pt x="239351" y="72863"/>
                    <a:pt x="238712" y="72998"/>
                  </a:cubicBezTo>
                  <a:cubicBezTo>
                    <a:pt x="238072" y="73133"/>
                    <a:pt x="235010" y="75083"/>
                    <a:pt x="235010" y="75083"/>
                  </a:cubicBezTo>
                  <a:cubicBezTo>
                    <a:pt x="235010" y="75083"/>
                    <a:pt x="233428" y="77707"/>
                    <a:pt x="233327" y="77909"/>
                  </a:cubicBezTo>
                  <a:cubicBezTo>
                    <a:pt x="233260" y="78111"/>
                    <a:pt x="231308" y="80096"/>
                    <a:pt x="231072" y="80668"/>
                  </a:cubicBezTo>
                  <a:cubicBezTo>
                    <a:pt x="230870" y="81239"/>
                    <a:pt x="228750" y="82989"/>
                    <a:pt x="228548" y="83628"/>
                  </a:cubicBezTo>
                  <a:cubicBezTo>
                    <a:pt x="228313" y="84267"/>
                    <a:pt x="226967" y="88102"/>
                    <a:pt x="226967" y="88102"/>
                  </a:cubicBezTo>
                  <a:cubicBezTo>
                    <a:pt x="226967" y="88102"/>
                    <a:pt x="226462" y="91870"/>
                    <a:pt x="226091" y="92442"/>
                  </a:cubicBezTo>
                  <a:cubicBezTo>
                    <a:pt x="225721" y="93047"/>
                    <a:pt x="224005" y="96949"/>
                    <a:pt x="224005" y="96949"/>
                  </a:cubicBezTo>
                  <a:lnTo>
                    <a:pt x="221245" y="102668"/>
                  </a:lnTo>
                  <a:cubicBezTo>
                    <a:pt x="221245" y="102668"/>
                    <a:pt x="220236" y="105191"/>
                    <a:pt x="220101" y="105427"/>
                  </a:cubicBezTo>
                  <a:cubicBezTo>
                    <a:pt x="219966" y="105662"/>
                    <a:pt x="217207" y="108555"/>
                    <a:pt x="217207" y="108555"/>
                  </a:cubicBezTo>
                  <a:cubicBezTo>
                    <a:pt x="217207" y="108555"/>
                    <a:pt x="214312" y="109497"/>
                    <a:pt x="214178" y="109867"/>
                  </a:cubicBezTo>
                  <a:cubicBezTo>
                    <a:pt x="214043" y="110237"/>
                    <a:pt x="212293" y="111751"/>
                    <a:pt x="212293" y="111751"/>
                  </a:cubicBezTo>
                  <a:cubicBezTo>
                    <a:pt x="212293" y="111751"/>
                    <a:pt x="211418" y="113332"/>
                    <a:pt x="211418" y="113702"/>
                  </a:cubicBezTo>
                  <a:cubicBezTo>
                    <a:pt x="211418" y="114072"/>
                    <a:pt x="210846" y="118344"/>
                    <a:pt x="211048" y="118916"/>
                  </a:cubicBezTo>
                  <a:cubicBezTo>
                    <a:pt x="211283" y="119488"/>
                    <a:pt x="211620" y="129210"/>
                    <a:pt x="211620" y="129210"/>
                  </a:cubicBezTo>
                  <a:lnTo>
                    <a:pt x="210038" y="133179"/>
                  </a:lnTo>
                  <a:lnTo>
                    <a:pt x="206269" y="137216"/>
                  </a:lnTo>
                  <a:lnTo>
                    <a:pt x="204620" y="141387"/>
                  </a:lnTo>
                  <a:lnTo>
                    <a:pt x="204519" y="144045"/>
                  </a:lnTo>
                  <a:cubicBezTo>
                    <a:pt x="204519" y="144045"/>
                    <a:pt x="206168" y="146063"/>
                    <a:pt x="206437" y="146231"/>
                  </a:cubicBezTo>
                  <a:cubicBezTo>
                    <a:pt x="206706" y="146399"/>
                    <a:pt x="208759" y="147947"/>
                    <a:pt x="209096" y="148283"/>
                  </a:cubicBezTo>
                  <a:cubicBezTo>
                    <a:pt x="209432" y="148620"/>
                    <a:pt x="210577" y="149864"/>
                    <a:pt x="210577" y="150470"/>
                  </a:cubicBezTo>
                  <a:cubicBezTo>
                    <a:pt x="210577" y="151075"/>
                    <a:pt x="209163" y="155852"/>
                    <a:pt x="209163" y="155852"/>
                  </a:cubicBezTo>
                  <a:lnTo>
                    <a:pt x="206269" y="158073"/>
                  </a:lnTo>
                  <a:lnTo>
                    <a:pt x="202096" y="158409"/>
                  </a:lnTo>
                  <a:cubicBezTo>
                    <a:pt x="202096" y="158409"/>
                    <a:pt x="196644" y="159014"/>
                    <a:pt x="196442" y="159048"/>
                  </a:cubicBezTo>
                  <a:cubicBezTo>
                    <a:pt x="196206" y="159115"/>
                    <a:pt x="190990" y="160562"/>
                    <a:pt x="190990" y="160562"/>
                  </a:cubicBezTo>
                  <a:cubicBezTo>
                    <a:pt x="190990" y="160562"/>
                    <a:pt x="184999" y="162311"/>
                    <a:pt x="184797" y="162345"/>
                  </a:cubicBezTo>
                  <a:cubicBezTo>
                    <a:pt x="184595" y="162412"/>
                    <a:pt x="181162" y="164296"/>
                    <a:pt x="181095" y="164464"/>
                  </a:cubicBezTo>
                  <a:cubicBezTo>
                    <a:pt x="181028" y="164632"/>
                    <a:pt x="177562" y="167996"/>
                    <a:pt x="177562" y="167996"/>
                  </a:cubicBezTo>
                  <a:lnTo>
                    <a:pt x="172850" y="170822"/>
                  </a:lnTo>
                  <a:lnTo>
                    <a:pt x="171874" y="172739"/>
                  </a:lnTo>
                  <a:cubicBezTo>
                    <a:pt x="171874" y="172739"/>
                    <a:pt x="170797" y="174522"/>
                    <a:pt x="170662" y="174758"/>
                  </a:cubicBezTo>
                  <a:cubicBezTo>
                    <a:pt x="170561" y="174959"/>
                    <a:pt x="167903" y="179703"/>
                    <a:pt x="167903" y="179871"/>
                  </a:cubicBezTo>
                  <a:cubicBezTo>
                    <a:pt x="167903" y="180039"/>
                    <a:pt x="166489" y="182798"/>
                    <a:pt x="166287" y="183033"/>
                  </a:cubicBezTo>
                  <a:cubicBezTo>
                    <a:pt x="166052" y="183235"/>
                    <a:pt x="164773" y="185051"/>
                    <a:pt x="164773" y="185051"/>
                  </a:cubicBezTo>
                  <a:cubicBezTo>
                    <a:pt x="164773" y="185051"/>
                    <a:pt x="164335" y="186296"/>
                    <a:pt x="163797" y="187104"/>
                  </a:cubicBezTo>
                  <a:cubicBezTo>
                    <a:pt x="163258" y="187911"/>
                    <a:pt x="160734" y="190804"/>
                    <a:pt x="160734" y="190804"/>
                  </a:cubicBezTo>
                  <a:lnTo>
                    <a:pt x="159691" y="193091"/>
                  </a:lnTo>
                  <a:lnTo>
                    <a:pt x="158378" y="194134"/>
                  </a:lnTo>
                  <a:lnTo>
                    <a:pt x="154912" y="195009"/>
                  </a:lnTo>
                  <a:lnTo>
                    <a:pt x="152792" y="195009"/>
                  </a:lnTo>
                  <a:lnTo>
                    <a:pt x="150503" y="194235"/>
                  </a:lnTo>
                  <a:lnTo>
                    <a:pt x="150167" y="193091"/>
                  </a:lnTo>
                  <a:lnTo>
                    <a:pt x="150167" y="190636"/>
                  </a:lnTo>
                  <a:cubicBezTo>
                    <a:pt x="150167" y="190636"/>
                    <a:pt x="151345" y="189492"/>
                    <a:pt x="151479" y="189290"/>
                  </a:cubicBezTo>
                  <a:cubicBezTo>
                    <a:pt x="151580" y="189088"/>
                    <a:pt x="152119" y="188315"/>
                    <a:pt x="152455" y="187978"/>
                  </a:cubicBezTo>
                  <a:cubicBezTo>
                    <a:pt x="152792" y="187642"/>
                    <a:pt x="153869" y="186464"/>
                    <a:pt x="153869" y="186464"/>
                  </a:cubicBezTo>
                  <a:lnTo>
                    <a:pt x="154845" y="184278"/>
                  </a:lnTo>
                  <a:lnTo>
                    <a:pt x="154138" y="182697"/>
                  </a:lnTo>
                  <a:lnTo>
                    <a:pt x="153364" y="182327"/>
                  </a:lnTo>
                  <a:lnTo>
                    <a:pt x="152051" y="182360"/>
                  </a:lnTo>
                  <a:lnTo>
                    <a:pt x="150638" y="183134"/>
                  </a:lnTo>
                  <a:lnTo>
                    <a:pt x="148450" y="185691"/>
                  </a:lnTo>
                  <a:lnTo>
                    <a:pt x="146498" y="187810"/>
                  </a:lnTo>
                  <a:lnTo>
                    <a:pt x="145354" y="189896"/>
                  </a:lnTo>
                  <a:lnTo>
                    <a:pt x="140239" y="191073"/>
                  </a:lnTo>
                  <a:cubicBezTo>
                    <a:pt x="140239" y="191073"/>
                    <a:pt x="137142" y="192587"/>
                    <a:pt x="136166" y="192654"/>
                  </a:cubicBezTo>
                  <a:cubicBezTo>
                    <a:pt x="135190" y="192688"/>
                    <a:pt x="130613" y="192688"/>
                    <a:pt x="130613" y="192688"/>
                  </a:cubicBezTo>
                  <a:lnTo>
                    <a:pt x="126474" y="192755"/>
                  </a:lnTo>
                  <a:cubicBezTo>
                    <a:pt x="126474" y="192755"/>
                    <a:pt x="124455" y="194168"/>
                    <a:pt x="123983" y="194975"/>
                  </a:cubicBezTo>
                  <a:cubicBezTo>
                    <a:pt x="123479" y="195783"/>
                    <a:pt x="120988" y="197733"/>
                    <a:pt x="120450" y="198238"/>
                  </a:cubicBezTo>
                  <a:cubicBezTo>
                    <a:pt x="119911" y="198709"/>
                    <a:pt x="116546" y="201400"/>
                    <a:pt x="116546" y="201400"/>
                  </a:cubicBezTo>
                  <a:lnTo>
                    <a:pt x="116882" y="205403"/>
                  </a:lnTo>
                  <a:cubicBezTo>
                    <a:pt x="116882" y="205403"/>
                    <a:pt x="116108" y="206816"/>
                    <a:pt x="115974" y="207085"/>
                  </a:cubicBezTo>
                  <a:cubicBezTo>
                    <a:pt x="115805" y="207354"/>
                    <a:pt x="113416" y="208330"/>
                    <a:pt x="113248" y="208397"/>
                  </a:cubicBezTo>
                  <a:cubicBezTo>
                    <a:pt x="113079" y="208431"/>
                    <a:pt x="110791" y="208566"/>
                    <a:pt x="110623" y="208734"/>
                  </a:cubicBezTo>
                  <a:cubicBezTo>
                    <a:pt x="110454" y="208902"/>
                    <a:pt x="108570" y="209104"/>
                    <a:pt x="108570" y="209104"/>
                  </a:cubicBezTo>
                  <a:lnTo>
                    <a:pt x="108031" y="209978"/>
                  </a:lnTo>
                  <a:lnTo>
                    <a:pt x="107425" y="211324"/>
                  </a:lnTo>
                  <a:lnTo>
                    <a:pt x="106651" y="212636"/>
                  </a:lnTo>
                  <a:cubicBezTo>
                    <a:pt x="106651" y="212636"/>
                    <a:pt x="106113" y="214049"/>
                    <a:pt x="105978" y="214419"/>
                  </a:cubicBezTo>
                  <a:cubicBezTo>
                    <a:pt x="105877" y="214789"/>
                    <a:pt x="105776" y="215024"/>
                    <a:pt x="105372" y="215495"/>
                  </a:cubicBezTo>
                  <a:cubicBezTo>
                    <a:pt x="104969" y="216000"/>
                    <a:pt x="105103" y="216538"/>
                    <a:pt x="103723" y="216639"/>
                  </a:cubicBezTo>
                  <a:cubicBezTo>
                    <a:pt x="102377" y="216740"/>
                    <a:pt x="102848" y="216538"/>
                    <a:pt x="101603" y="216639"/>
                  </a:cubicBezTo>
                  <a:cubicBezTo>
                    <a:pt x="100358" y="216740"/>
                    <a:pt x="100190" y="216572"/>
                    <a:pt x="99584" y="216404"/>
                  </a:cubicBezTo>
                  <a:cubicBezTo>
                    <a:pt x="98978" y="216235"/>
                    <a:pt x="97800" y="215327"/>
                    <a:pt x="97396" y="215159"/>
                  </a:cubicBezTo>
                  <a:cubicBezTo>
                    <a:pt x="97026" y="214991"/>
                    <a:pt x="94738" y="213847"/>
                    <a:pt x="94738" y="213847"/>
                  </a:cubicBezTo>
                  <a:lnTo>
                    <a:pt x="93492" y="212972"/>
                  </a:lnTo>
                  <a:lnTo>
                    <a:pt x="91372" y="210046"/>
                  </a:lnTo>
                  <a:lnTo>
                    <a:pt x="88915" y="207926"/>
                  </a:lnTo>
                  <a:lnTo>
                    <a:pt x="85314" y="207052"/>
                  </a:lnTo>
                  <a:lnTo>
                    <a:pt x="82218" y="205168"/>
                  </a:lnTo>
                  <a:lnTo>
                    <a:pt x="77877" y="204966"/>
                  </a:lnTo>
                  <a:lnTo>
                    <a:pt x="74141" y="204562"/>
                  </a:lnTo>
                  <a:cubicBezTo>
                    <a:pt x="74141" y="204562"/>
                    <a:pt x="70506" y="204024"/>
                    <a:pt x="70271" y="204024"/>
                  </a:cubicBezTo>
                  <a:cubicBezTo>
                    <a:pt x="70069" y="204024"/>
                    <a:pt x="67949" y="203654"/>
                    <a:pt x="66972" y="203520"/>
                  </a:cubicBezTo>
                  <a:cubicBezTo>
                    <a:pt x="65997" y="203419"/>
                    <a:pt x="61756" y="203351"/>
                    <a:pt x="60612" y="203250"/>
                  </a:cubicBezTo>
                  <a:cubicBezTo>
                    <a:pt x="59468" y="203149"/>
                    <a:pt x="58727" y="203049"/>
                    <a:pt x="58323" y="202914"/>
                  </a:cubicBezTo>
                  <a:cubicBezTo>
                    <a:pt x="57953" y="202813"/>
                    <a:pt x="55496" y="201703"/>
                    <a:pt x="55395" y="201501"/>
                  </a:cubicBezTo>
                  <a:cubicBezTo>
                    <a:pt x="55294" y="201299"/>
                    <a:pt x="55126" y="200862"/>
                    <a:pt x="54621" y="200256"/>
                  </a:cubicBezTo>
                  <a:cubicBezTo>
                    <a:pt x="54116" y="199651"/>
                    <a:pt x="51626" y="197229"/>
                    <a:pt x="51626" y="197229"/>
                  </a:cubicBezTo>
                  <a:cubicBezTo>
                    <a:pt x="51626" y="197229"/>
                    <a:pt x="50919" y="196892"/>
                    <a:pt x="49842" y="196892"/>
                  </a:cubicBezTo>
                  <a:cubicBezTo>
                    <a:pt x="48765" y="196892"/>
                    <a:pt x="43684" y="196186"/>
                    <a:pt x="43684" y="196186"/>
                  </a:cubicBezTo>
                  <a:lnTo>
                    <a:pt x="41933" y="195681"/>
                  </a:lnTo>
                  <a:cubicBezTo>
                    <a:pt x="41933" y="195681"/>
                    <a:pt x="38299" y="192822"/>
                    <a:pt x="38198" y="192654"/>
                  </a:cubicBezTo>
                  <a:cubicBezTo>
                    <a:pt x="38097" y="192486"/>
                    <a:pt x="33015" y="188853"/>
                    <a:pt x="33015" y="188853"/>
                  </a:cubicBezTo>
                  <a:lnTo>
                    <a:pt x="27900" y="186532"/>
                  </a:lnTo>
                  <a:lnTo>
                    <a:pt x="24635" y="185556"/>
                  </a:lnTo>
                  <a:cubicBezTo>
                    <a:pt x="24635" y="185556"/>
                    <a:pt x="18746" y="184042"/>
                    <a:pt x="18544" y="183941"/>
                  </a:cubicBezTo>
                  <a:cubicBezTo>
                    <a:pt x="18342" y="183840"/>
                    <a:pt x="15616" y="183201"/>
                    <a:pt x="15010" y="182697"/>
                  </a:cubicBezTo>
                  <a:cubicBezTo>
                    <a:pt x="14404" y="182192"/>
                    <a:pt x="12991" y="181183"/>
                    <a:pt x="12116" y="179871"/>
                  </a:cubicBezTo>
                  <a:cubicBezTo>
                    <a:pt x="11241" y="178559"/>
                    <a:pt x="10332" y="176776"/>
                    <a:pt x="10265" y="176440"/>
                  </a:cubicBezTo>
                  <a:cubicBezTo>
                    <a:pt x="10197" y="176103"/>
                    <a:pt x="9221" y="172706"/>
                    <a:pt x="9221" y="172302"/>
                  </a:cubicBezTo>
                  <a:cubicBezTo>
                    <a:pt x="9221" y="171932"/>
                    <a:pt x="8986" y="169039"/>
                    <a:pt x="8986" y="167861"/>
                  </a:cubicBezTo>
                  <a:cubicBezTo>
                    <a:pt x="8986" y="166650"/>
                    <a:pt x="8986" y="162547"/>
                    <a:pt x="8918" y="162143"/>
                  </a:cubicBezTo>
                  <a:cubicBezTo>
                    <a:pt x="8851" y="161773"/>
                    <a:pt x="8279" y="158173"/>
                    <a:pt x="8279" y="158173"/>
                  </a:cubicBezTo>
                  <a:lnTo>
                    <a:pt x="4510" y="152858"/>
                  </a:lnTo>
                  <a:lnTo>
                    <a:pt x="3803" y="143035"/>
                  </a:lnTo>
                  <a:cubicBezTo>
                    <a:pt x="3803" y="143035"/>
                    <a:pt x="3433" y="135096"/>
                    <a:pt x="3433" y="134895"/>
                  </a:cubicBezTo>
                  <a:cubicBezTo>
                    <a:pt x="3433" y="134693"/>
                    <a:pt x="4207" y="129849"/>
                    <a:pt x="4241" y="129681"/>
                  </a:cubicBezTo>
                  <a:cubicBezTo>
                    <a:pt x="4274" y="129513"/>
                    <a:pt x="4072" y="124803"/>
                    <a:pt x="4072" y="124803"/>
                  </a:cubicBezTo>
                  <a:lnTo>
                    <a:pt x="3130" y="121405"/>
                  </a:lnTo>
                  <a:lnTo>
                    <a:pt x="1683" y="116359"/>
                  </a:lnTo>
                  <a:lnTo>
                    <a:pt x="1514" y="110102"/>
                  </a:lnTo>
                  <a:lnTo>
                    <a:pt x="1413" y="105931"/>
                  </a:lnTo>
                  <a:lnTo>
                    <a:pt x="1245" y="99943"/>
                  </a:lnTo>
                  <a:close/>
                </a:path>
              </a:pathLst>
            </a:custGeom>
            <a:grpFill/>
            <a:ln w="6350" cap="flat">
              <a:solidFill>
                <a:schemeClr val="bg1"/>
              </a:solidFill>
              <a:prstDash val="solid"/>
              <a:miter/>
            </a:ln>
          </p:spPr>
          <p:txBody>
            <a:bodyPr rtlCol="0" anchor="ctr"/>
            <a:lstStyle/>
            <a:p>
              <a:endParaRPr lang="en-US"/>
            </a:p>
          </p:txBody>
        </p:sp>
        <p:grpSp>
          <p:nvGrpSpPr>
            <p:cNvPr id="135" name="Graphic 11">
              <a:extLst>
                <a:ext uri="{FF2B5EF4-FFF2-40B4-BE49-F238E27FC236}">
                  <a16:creationId xmlns:a16="http://schemas.microsoft.com/office/drawing/2014/main" id="{B035D9F1-3539-72B6-609F-4B710378D3EB}"/>
                </a:ext>
              </a:extLst>
            </p:cNvPr>
            <p:cNvGrpSpPr/>
            <p:nvPr/>
          </p:nvGrpSpPr>
          <p:grpSpPr>
            <a:xfrm>
              <a:off x="8260662" y="3367264"/>
              <a:ext cx="133381" cy="212869"/>
              <a:chOff x="6167900" y="3272800"/>
              <a:chExt cx="256078" cy="408687"/>
            </a:xfrm>
            <a:grpFill/>
          </p:grpSpPr>
          <p:sp>
            <p:nvSpPr>
              <p:cNvPr id="136" name="Freeform 915">
                <a:extLst>
                  <a:ext uri="{FF2B5EF4-FFF2-40B4-BE49-F238E27FC236}">
                    <a16:creationId xmlns:a16="http://schemas.microsoft.com/office/drawing/2014/main" id="{DA66144B-0048-0675-04EB-83508AA923FA}"/>
                  </a:ext>
                </a:extLst>
              </p:cNvPr>
              <p:cNvSpPr/>
              <p:nvPr/>
            </p:nvSpPr>
            <p:spPr>
              <a:xfrm>
                <a:off x="6244464" y="3272800"/>
                <a:ext cx="179513" cy="394660"/>
              </a:xfrm>
              <a:custGeom>
                <a:avLst/>
                <a:gdLst>
                  <a:gd name="connsiteX0" fmla="*/ 136335 w 179513"/>
                  <a:gd name="connsiteY0" fmla="*/ 0 h 394660"/>
                  <a:gd name="connsiteX1" fmla="*/ 132869 w 179513"/>
                  <a:gd name="connsiteY1" fmla="*/ 0 h 394660"/>
                  <a:gd name="connsiteX2" fmla="*/ 128729 w 179513"/>
                  <a:gd name="connsiteY2" fmla="*/ 1514 h 394660"/>
                  <a:gd name="connsiteX3" fmla="*/ 125700 w 179513"/>
                  <a:gd name="connsiteY3" fmla="*/ 6291 h 394660"/>
                  <a:gd name="connsiteX4" fmla="*/ 120921 w 179513"/>
                  <a:gd name="connsiteY4" fmla="*/ 12144 h 394660"/>
                  <a:gd name="connsiteX5" fmla="*/ 117657 w 179513"/>
                  <a:gd name="connsiteY5" fmla="*/ 16719 h 394660"/>
                  <a:gd name="connsiteX6" fmla="*/ 115065 w 179513"/>
                  <a:gd name="connsiteY6" fmla="*/ 19746 h 394660"/>
                  <a:gd name="connsiteX7" fmla="*/ 111161 w 179513"/>
                  <a:gd name="connsiteY7" fmla="*/ 21933 h 394660"/>
                  <a:gd name="connsiteX8" fmla="*/ 107897 w 179513"/>
                  <a:gd name="connsiteY8" fmla="*/ 24120 h 394660"/>
                  <a:gd name="connsiteX9" fmla="*/ 103118 w 179513"/>
                  <a:gd name="connsiteY9" fmla="*/ 27147 h 394660"/>
                  <a:gd name="connsiteX10" fmla="*/ 99853 w 179513"/>
                  <a:gd name="connsiteY10" fmla="*/ 29535 h 394660"/>
                  <a:gd name="connsiteX11" fmla="*/ 94637 w 179513"/>
                  <a:gd name="connsiteY11" fmla="*/ 29535 h 394660"/>
                  <a:gd name="connsiteX12" fmla="*/ 90296 w 179513"/>
                  <a:gd name="connsiteY12" fmla="*/ 32563 h 394660"/>
                  <a:gd name="connsiteX13" fmla="*/ 85516 w 179513"/>
                  <a:gd name="connsiteY13" fmla="*/ 36903 h 394660"/>
                  <a:gd name="connsiteX14" fmla="*/ 84440 w 179513"/>
                  <a:gd name="connsiteY14" fmla="*/ 41040 h 394660"/>
                  <a:gd name="connsiteX15" fmla="*/ 83127 w 179513"/>
                  <a:gd name="connsiteY15" fmla="*/ 45178 h 394660"/>
                  <a:gd name="connsiteX16" fmla="*/ 80737 w 179513"/>
                  <a:gd name="connsiteY16" fmla="*/ 49753 h 394660"/>
                  <a:gd name="connsiteX17" fmla="*/ 78988 w 179513"/>
                  <a:gd name="connsiteY17" fmla="*/ 53453 h 394660"/>
                  <a:gd name="connsiteX18" fmla="*/ 76160 w 179513"/>
                  <a:gd name="connsiteY18" fmla="*/ 56716 h 394660"/>
                  <a:gd name="connsiteX19" fmla="*/ 74209 w 179513"/>
                  <a:gd name="connsiteY19" fmla="*/ 60686 h 394660"/>
                  <a:gd name="connsiteX20" fmla="*/ 73064 w 179513"/>
                  <a:gd name="connsiteY20" fmla="*/ 63882 h 394660"/>
                  <a:gd name="connsiteX21" fmla="*/ 71617 w 179513"/>
                  <a:gd name="connsiteY21" fmla="*/ 66943 h 394660"/>
                  <a:gd name="connsiteX22" fmla="*/ 69530 w 179513"/>
                  <a:gd name="connsiteY22" fmla="*/ 69769 h 394660"/>
                  <a:gd name="connsiteX23" fmla="*/ 66905 w 179513"/>
                  <a:gd name="connsiteY23" fmla="*/ 73099 h 394660"/>
                  <a:gd name="connsiteX24" fmla="*/ 62564 w 179513"/>
                  <a:gd name="connsiteY24" fmla="*/ 76934 h 394660"/>
                  <a:gd name="connsiteX25" fmla="*/ 60444 w 179513"/>
                  <a:gd name="connsiteY25" fmla="*/ 81576 h 394660"/>
                  <a:gd name="connsiteX26" fmla="*/ 57482 w 179513"/>
                  <a:gd name="connsiteY26" fmla="*/ 84469 h 394660"/>
                  <a:gd name="connsiteX27" fmla="*/ 56371 w 179513"/>
                  <a:gd name="connsiteY27" fmla="*/ 86857 h 394660"/>
                  <a:gd name="connsiteX28" fmla="*/ 55530 w 179513"/>
                  <a:gd name="connsiteY28" fmla="*/ 92812 h 394660"/>
                  <a:gd name="connsiteX29" fmla="*/ 55530 w 179513"/>
                  <a:gd name="connsiteY29" fmla="*/ 94763 h 394660"/>
                  <a:gd name="connsiteX30" fmla="*/ 53780 w 179513"/>
                  <a:gd name="connsiteY30" fmla="*/ 98463 h 394660"/>
                  <a:gd name="connsiteX31" fmla="*/ 51525 w 179513"/>
                  <a:gd name="connsiteY31" fmla="*/ 101558 h 394660"/>
                  <a:gd name="connsiteX32" fmla="*/ 50852 w 179513"/>
                  <a:gd name="connsiteY32" fmla="*/ 106267 h 394660"/>
                  <a:gd name="connsiteX33" fmla="*/ 47016 w 179513"/>
                  <a:gd name="connsiteY33" fmla="*/ 112558 h 394660"/>
                  <a:gd name="connsiteX34" fmla="*/ 45905 w 179513"/>
                  <a:gd name="connsiteY34" fmla="*/ 116259 h 394660"/>
                  <a:gd name="connsiteX35" fmla="*/ 44761 w 179513"/>
                  <a:gd name="connsiteY35" fmla="*/ 119589 h 394660"/>
                  <a:gd name="connsiteX36" fmla="*/ 40419 w 179513"/>
                  <a:gd name="connsiteY36" fmla="*/ 125980 h 394660"/>
                  <a:gd name="connsiteX37" fmla="*/ 37525 w 179513"/>
                  <a:gd name="connsiteY37" fmla="*/ 132271 h 394660"/>
                  <a:gd name="connsiteX38" fmla="*/ 36886 w 179513"/>
                  <a:gd name="connsiteY38" fmla="*/ 137283 h 394660"/>
                  <a:gd name="connsiteX39" fmla="*/ 34126 w 179513"/>
                  <a:gd name="connsiteY39" fmla="*/ 143574 h 394660"/>
                  <a:gd name="connsiteX40" fmla="*/ 31938 w 179513"/>
                  <a:gd name="connsiteY40" fmla="*/ 150470 h 394660"/>
                  <a:gd name="connsiteX41" fmla="*/ 31064 w 179513"/>
                  <a:gd name="connsiteY41" fmla="*/ 153430 h 394660"/>
                  <a:gd name="connsiteX42" fmla="*/ 27227 w 179513"/>
                  <a:gd name="connsiteY42" fmla="*/ 161470 h 394660"/>
                  <a:gd name="connsiteX43" fmla="*/ 20630 w 179513"/>
                  <a:gd name="connsiteY43" fmla="*/ 170385 h 394660"/>
                  <a:gd name="connsiteX44" fmla="*/ 17669 w 179513"/>
                  <a:gd name="connsiteY44" fmla="*/ 176978 h 394660"/>
                  <a:gd name="connsiteX45" fmla="*/ 13462 w 179513"/>
                  <a:gd name="connsiteY45" fmla="*/ 183639 h 394660"/>
                  <a:gd name="connsiteX46" fmla="*/ 9895 w 179513"/>
                  <a:gd name="connsiteY46" fmla="*/ 186902 h 394660"/>
                  <a:gd name="connsiteX47" fmla="*/ 7640 w 179513"/>
                  <a:gd name="connsiteY47" fmla="*/ 188786 h 394660"/>
                  <a:gd name="connsiteX48" fmla="*/ 4544 w 179513"/>
                  <a:gd name="connsiteY48" fmla="*/ 193865 h 394660"/>
                  <a:gd name="connsiteX49" fmla="*/ 3870 w 179513"/>
                  <a:gd name="connsiteY49" fmla="*/ 196893 h 394660"/>
                  <a:gd name="connsiteX50" fmla="*/ 3063 w 179513"/>
                  <a:gd name="connsiteY50" fmla="*/ 204361 h 394660"/>
                  <a:gd name="connsiteX51" fmla="*/ 3500 w 179513"/>
                  <a:gd name="connsiteY51" fmla="*/ 212031 h 394660"/>
                  <a:gd name="connsiteX52" fmla="*/ 3365 w 179513"/>
                  <a:gd name="connsiteY52" fmla="*/ 218422 h 394660"/>
                  <a:gd name="connsiteX53" fmla="*/ 5014 w 179513"/>
                  <a:gd name="connsiteY53" fmla="*/ 222627 h 394660"/>
                  <a:gd name="connsiteX54" fmla="*/ 5452 w 179513"/>
                  <a:gd name="connsiteY54" fmla="*/ 226597 h 394660"/>
                  <a:gd name="connsiteX55" fmla="*/ 4510 w 179513"/>
                  <a:gd name="connsiteY55" fmla="*/ 230364 h 394660"/>
                  <a:gd name="connsiteX56" fmla="*/ 4375 w 179513"/>
                  <a:gd name="connsiteY56" fmla="*/ 233392 h 394660"/>
                  <a:gd name="connsiteX57" fmla="*/ 3736 w 179513"/>
                  <a:gd name="connsiteY57" fmla="*/ 237798 h 394660"/>
                  <a:gd name="connsiteX58" fmla="*/ 3870 w 179513"/>
                  <a:gd name="connsiteY58" fmla="*/ 243013 h 394660"/>
                  <a:gd name="connsiteX59" fmla="*/ 2625 w 179513"/>
                  <a:gd name="connsiteY59" fmla="*/ 249169 h 394660"/>
                  <a:gd name="connsiteX60" fmla="*/ 1885 w 179513"/>
                  <a:gd name="connsiteY60" fmla="*/ 252802 h 394660"/>
                  <a:gd name="connsiteX61" fmla="*/ 572 w 179513"/>
                  <a:gd name="connsiteY61" fmla="*/ 257747 h 394660"/>
                  <a:gd name="connsiteX62" fmla="*/ 0 w 179513"/>
                  <a:gd name="connsiteY62" fmla="*/ 263903 h 394660"/>
                  <a:gd name="connsiteX63" fmla="*/ 438 w 179513"/>
                  <a:gd name="connsiteY63" fmla="*/ 268478 h 394660"/>
                  <a:gd name="connsiteX64" fmla="*/ 7606 w 179513"/>
                  <a:gd name="connsiteY64" fmla="*/ 277830 h 394660"/>
                  <a:gd name="connsiteX65" fmla="*/ 13899 w 179513"/>
                  <a:gd name="connsiteY65" fmla="*/ 285062 h 394660"/>
                  <a:gd name="connsiteX66" fmla="*/ 16861 w 179513"/>
                  <a:gd name="connsiteY66" fmla="*/ 289133 h 394660"/>
                  <a:gd name="connsiteX67" fmla="*/ 18174 w 179513"/>
                  <a:gd name="connsiteY67" fmla="*/ 293035 h 394660"/>
                  <a:gd name="connsiteX68" fmla="*/ 23087 w 179513"/>
                  <a:gd name="connsiteY68" fmla="*/ 299830 h 394660"/>
                  <a:gd name="connsiteX69" fmla="*/ 24534 w 179513"/>
                  <a:gd name="connsiteY69" fmla="*/ 308004 h 394660"/>
                  <a:gd name="connsiteX70" fmla="*/ 27496 w 179513"/>
                  <a:gd name="connsiteY70" fmla="*/ 313656 h 394660"/>
                  <a:gd name="connsiteX71" fmla="*/ 30121 w 179513"/>
                  <a:gd name="connsiteY71" fmla="*/ 317424 h 394660"/>
                  <a:gd name="connsiteX72" fmla="*/ 37727 w 179513"/>
                  <a:gd name="connsiteY72" fmla="*/ 324387 h 394660"/>
                  <a:gd name="connsiteX73" fmla="*/ 43953 w 179513"/>
                  <a:gd name="connsiteY73" fmla="*/ 330106 h 394660"/>
                  <a:gd name="connsiteX74" fmla="*/ 47857 w 179513"/>
                  <a:gd name="connsiteY74" fmla="*/ 332864 h 394660"/>
                  <a:gd name="connsiteX75" fmla="*/ 52771 w 179513"/>
                  <a:gd name="connsiteY75" fmla="*/ 338583 h 394660"/>
                  <a:gd name="connsiteX76" fmla="*/ 58997 w 179513"/>
                  <a:gd name="connsiteY76" fmla="*/ 340837 h 394660"/>
                  <a:gd name="connsiteX77" fmla="*/ 65458 w 179513"/>
                  <a:gd name="connsiteY77" fmla="*/ 345984 h 394660"/>
                  <a:gd name="connsiteX78" fmla="*/ 68117 w 179513"/>
                  <a:gd name="connsiteY78" fmla="*/ 349449 h 394660"/>
                  <a:gd name="connsiteX79" fmla="*/ 71785 w 179513"/>
                  <a:gd name="connsiteY79" fmla="*/ 356681 h 394660"/>
                  <a:gd name="connsiteX80" fmla="*/ 74478 w 179513"/>
                  <a:gd name="connsiteY80" fmla="*/ 361895 h 394660"/>
                  <a:gd name="connsiteX81" fmla="*/ 78550 w 179513"/>
                  <a:gd name="connsiteY81" fmla="*/ 367177 h 394660"/>
                  <a:gd name="connsiteX82" fmla="*/ 80435 w 179513"/>
                  <a:gd name="connsiteY82" fmla="*/ 371011 h 394660"/>
                  <a:gd name="connsiteX83" fmla="*/ 81242 w 179513"/>
                  <a:gd name="connsiteY83" fmla="*/ 373703 h 394660"/>
                  <a:gd name="connsiteX84" fmla="*/ 81713 w 179513"/>
                  <a:gd name="connsiteY84" fmla="*/ 376966 h 394660"/>
                  <a:gd name="connsiteX85" fmla="*/ 81545 w 179513"/>
                  <a:gd name="connsiteY85" fmla="*/ 379590 h 394660"/>
                  <a:gd name="connsiteX86" fmla="*/ 81545 w 179513"/>
                  <a:gd name="connsiteY86" fmla="*/ 381608 h 394660"/>
                  <a:gd name="connsiteX87" fmla="*/ 81545 w 179513"/>
                  <a:gd name="connsiteY87" fmla="*/ 383492 h 394660"/>
                  <a:gd name="connsiteX88" fmla="*/ 81545 w 179513"/>
                  <a:gd name="connsiteY88" fmla="*/ 386822 h 394660"/>
                  <a:gd name="connsiteX89" fmla="*/ 82286 w 179513"/>
                  <a:gd name="connsiteY89" fmla="*/ 387999 h 394660"/>
                  <a:gd name="connsiteX90" fmla="*/ 82353 w 179513"/>
                  <a:gd name="connsiteY90" fmla="*/ 388807 h 394660"/>
                  <a:gd name="connsiteX91" fmla="*/ 82420 w 179513"/>
                  <a:gd name="connsiteY91" fmla="*/ 390623 h 394660"/>
                  <a:gd name="connsiteX92" fmla="*/ 83800 w 179513"/>
                  <a:gd name="connsiteY92" fmla="*/ 392373 h 394660"/>
                  <a:gd name="connsiteX93" fmla="*/ 84473 w 179513"/>
                  <a:gd name="connsiteY93" fmla="*/ 392877 h 394660"/>
                  <a:gd name="connsiteX94" fmla="*/ 86358 w 179513"/>
                  <a:gd name="connsiteY94" fmla="*/ 393550 h 394660"/>
                  <a:gd name="connsiteX95" fmla="*/ 90430 w 179513"/>
                  <a:gd name="connsiteY95" fmla="*/ 394660 h 394660"/>
                  <a:gd name="connsiteX96" fmla="*/ 92887 w 179513"/>
                  <a:gd name="connsiteY96" fmla="*/ 394660 h 394660"/>
                  <a:gd name="connsiteX97" fmla="*/ 94637 w 179513"/>
                  <a:gd name="connsiteY97" fmla="*/ 394660 h 394660"/>
                  <a:gd name="connsiteX98" fmla="*/ 98103 w 179513"/>
                  <a:gd name="connsiteY98" fmla="*/ 394660 h 394660"/>
                  <a:gd name="connsiteX99" fmla="*/ 99483 w 179513"/>
                  <a:gd name="connsiteY99" fmla="*/ 394357 h 394660"/>
                  <a:gd name="connsiteX100" fmla="*/ 99786 w 179513"/>
                  <a:gd name="connsiteY100" fmla="*/ 393281 h 394660"/>
                  <a:gd name="connsiteX101" fmla="*/ 100291 w 179513"/>
                  <a:gd name="connsiteY101" fmla="*/ 392137 h 394660"/>
                  <a:gd name="connsiteX102" fmla="*/ 100863 w 179513"/>
                  <a:gd name="connsiteY102" fmla="*/ 390119 h 394660"/>
                  <a:gd name="connsiteX103" fmla="*/ 100930 w 179513"/>
                  <a:gd name="connsiteY103" fmla="*/ 387865 h 394660"/>
                  <a:gd name="connsiteX104" fmla="*/ 101200 w 179513"/>
                  <a:gd name="connsiteY104" fmla="*/ 382146 h 394660"/>
                  <a:gd name="connsiteX105" fmla="*/ 100728 w 179513"/>
                  <a:gd name="connsiteY105" fmla="*/ 376697 h 394660"/>
                  <a:gd name="connsiteX106" fmla="*/ 100728 w 179513"/>
                  <a:gd name="connsiteY106" fmla="*/ 371213 h 394660"/>
                  <a:gd name="connsiteX107" fmla="*/ 100728 w 179513"/>
                  <a:gd name="connsiteY107" fmla="*/ 367950 h 394660"/>
                  <a:gd name="connsiteX108" fmla="*/ 100728 w 179513"/>
                  <a:gd name="connsiteY108" fmla="*/ 327751 h 394660"/>
                  <a:gd name="connsiteX109" fmla="*/ 102546 w 179513"/>
                  <a:gd name="connsiteY109" fmla="*/ 325060 h 394660"/>
                  <a:gd name="connsiteX110" fmla="*/ 103791 w 179513"/>
                  <a:gd name="connsiteY110" fmla="*/ 320855 h 394660"/>
                  <a:gd name="connsiteX111" fmla="*/ 107628 w 179513"/>
                  <a:gd name="connsiteY111" fmla="*/ 313454 h 394660"/>
                  <a:gd name="connsiteX112" fmla="*/ 112339 w 179513"/>
                  <a:gd name="connsiteY112" fmla="*/ 305549 h 394660"/>
                  <a:gd name="connsiteX113" fmla="*/ 114796 w 179513"/>
                  <a:gd name="connsiteY113" fmla="*/ 300032 h 394660"/>
                  <a:gd name="connsiteX114" fmla="*/ 118565 w 179513"/>
                  <a:gd name="connsiteY114" fmla="*/ 293304 h 394660"/>
                  <a:gd name="connsiteX115" fmla="*/ 124084 w 179513"/>
                  <a:gd name="connsiteY115" fmla="*/ 285062 h 394660"/>
                  <a:gd name="connsiteX116" fmla="*/ 127181 w 179513"/>
                  <a:gd name="connsiteY116" fmla="*/ 279545 h 394660"/>
                  <a:gd name="connsiteX117" fmla="*/ 129066 w 179513"/>
                  <a:gd name="connsiteY117" fmla="*/ 276652 h 394660"/>
                  <a:gd name="connsiteX118" fmla="*/ 132599 w 179513"/>
                  <a:gd name="connsiteY118" fmla="*/ 270294 h 394660"/>
                  <a:gd name="connsiteX119" fmla="*/ 134618 w 179513"/>
                  <a:gd name="connsiteY119" fmla="*/ 264004 h 394660"/>
                  <a:gd name="connsiteX120" fmla="*/ 137075 w 179513"/>
                  <a:gd name="connsiteY120" fmla="*/ 258588 h 394660"/>
                  <a:gd name="connsiteX121" fmla="*/ 139970 w 179513"/>
                  <a:gd name="connsiteY121" fmla="*/ 253071 h 394660"/>
                  <a:gd name="connsiteX122" fmla="*/ 144513 w 179513"/>
                  <a:gd name="connsiteY122" fmla="*/ 245838 h 394660"/>
                  <a:gd name="connsiteX123" fmla="*/ 145927 w 179513"/>
                  <a:gd name="connsiteY123" fmla="*/ 240557 h 394660"/>
                  <a:gd name="connsiteX124" fmla="*/ 145927 w 179513"/>
                  <a:gd name="connsiteY124" fmla="*/ 232147 h 394660"/>
                  <a:gd name="connsiteX125" fmla="*/ 148451 w 179513"/>
                  <a:gd name="connsiteY125" fmla="*/ 213376 h 394660"/>
                  <a:gd name="connsiteX126" fmla="*/ 148013 w 179513"/>
                  <a:gd name="connsiteY126" fmla="*/ 200559 h 394660"/>
                  <a:gd name="connsiteX127" fmla="*/ 149157 w 179513"/>
                  <a:gd name="connsiteY127" fmla="*/ 193159 h 394660"/>
                  <a:gd name="connsiteX128" fmla="*/ 151109 w 179513"/>
                  <a:gd name="connsiteY128" fmla="*/ 165709 h 394660"/>
                  <a:gd name="connsiteX129" fmla="*/ 152859 w 179513"/>
                  <a:gd name="connsiteY129" fmla="*/ 155213 h 394660"/>
                  <a:gd name="connsiteX130" fmla="*/ 154542 w 179513"/>
                  <a:gd name="connsiteY130" fmla="*/ 138831 h 394660"/>
                  <a:gd name="connsiteX131" fmla="*/ 156292 w 179513"/>
                  <a:gd name="connsiteY131" fmla="*/ 131867 h 394660"/>
                  <a:gd name="connsiteX132" fmla="*/ 159489 w 179513"/>
                  <a:gd name="connsiteY132" fmla="*/ 124063 h 394660"/>
                  <a:gd name="connsiteX133" fmla="*/ 162754 w 179513"/>
                  <a:gd name="connsiteY133" fmla="*/ 112995 h 394660"/>
                  <a:gd name="connsiteX134" fmla="*/ 165446 w 179513"/>
                  <a:gd name="connsiteY134" fmla="*/ 108286 h 394660"/>
                  <a:gd name="connsiteX135" fmla="*/ 166893 w 179513"/>
                  <a:gd name="connsiteY135" fmla="*/ 105023 h 394660"/>
                  <a:gd name="connsiteX136" fmla="*/ 170090 w 179513"/>
                  <a:gd name="connsiteY136" fmla="*/ 99304 h 394660"/>
                  <a:gd name="connsiteX137" fmla="*/ 171672 w 179513"/>
                  <a:gd name="connsiteY137" fmla="*/ 96108 h 394660"/>
                  <a:gd name="connsiteX138" fmla="*/ 172749 w 179513"/>
                  <a:gd name="connsiteY138" fmla="*/ 92542 h 394660"/>
                  <a:gd name="connsiteX139" fmla="*/ 174331 w 179513"/>
                  <a:gd name="connsiteY139" fmla="*/ 88405 h 394660"/>
                  <a:gd name="connsiteX140" fmla="*/ 174028 w 179513"/>
                  <a:gd name="connsiteY140" fmla="*/ 81879 h 394660"/>
                  <a:gd name="connsiteX141" fmla="*/ 173893 w 179513"/>
                  <a:gd name="connsiteY141" fmla="*/ 78548 h 394660"/>
                  <a:gd name="connsiteX142" fmla="*/ 173254 w 179513"/>
                  <a:gd name="connsiteY142" fmla="*/ 69197 h 394660"/>
                  <a:gd name="connsiteX143" fmla="*/ 171571 w 179513"/>
                  <a:gd name="connsiteY143" fmla="*/ 64420 h 394660"/>
                  <a:gd name="connsiteX144" fmla="*/ 170427 w 179513"/>
                  <a:gd name="connsiteY144" fmla="*/ 59004 h 394660"/>
                  <a:gd name="connsiteX145" fmla="*/ 169485 w 179513"/>
                  <a:gd name="connsiteY145" fmla="*/ 54799 h 394660"/>
                  <a:gd name="connsiteX146" fmla="*/ 169922 w 179513"/>
                  <a:gd name="connsiteY146" fmla="*/ 49719 h 394660"/>
                  <a:gd name="connsiteX147" fmla="*/ 170293 w 179513"/>
                  <a:gd name="connsiteY147" fmla="*/ 46759 h 394660"/>
                  <a:gd name="connsiteX148" fmla="*/ 172110 w 179513"/>
                  <a:gd name="connsiteY148" fmla="*/ 42420 h 394660"/>
                  <a:gd name="connsiteX149" fmla="*/ 175509 w 179513"/>
                  <a:gd name="connsiteY149" fmla="*/ 37273 h 394660"/>
                  <a:gd name="connsiteX150" fmla="*/ 178336 w 179513"/>
                  <a:gd name="connsiteY150" fmla="*/ 32294 h 394660"/>
                  <a:gd name="connsiteX151" fmla="*/ 179514 w 179513"/>
                  <a:gd name="connsiteY151" fmla="*/ 28022 h 394660"/>
                  <a:gd name="connsiteX152" fmla="*/ 178942 w 179513"/>
                  <a:gd name="connsiteY152" fmla="*/ 21731 h 394660"/>
                  <a:gd name="connsiteX153" fmla="*/ 176620 w 179513"/>
                  <a:gd name="connsiteY153" fmla="*/ 18266 h 394660"/>
                  <a:gd name="connsiteX154" fmla="*/ 173220 w 179513"/>
                  <a:gd name="connsiteY154" fmla="*/ 15306 h 394660"/>
                  <a:gd name="connsiteX155" fmla="*/ 168744 w 179513"/>
                  <a:gd name="connsiteY155" fmla="*/ 14431 h 394660"/>
                  <a:gd name="connsiteX156" fmla="*/ 166287 w 179513"/>
                  <a:gd name="connsiteY156" fmla="*/ 12682 h 394660"/>
                  <a:gd name="connsiteX157" fmla="*/ 160634 w 179513"/>
                  <a:gd name="connsiteY157" fmla="*/ 12615 h 394660"/>
                  <a:gd name="connsiteX158" fmla="*/ 156427 w 179513"/>
                  <a:gd name="connsiteY158" fmla="*/ 14061 h 394660"/>
                  <a:gd name="connsiteX159" fmla="*/ 154239 w 179513"/>
                  <a:gd name="connsiteY159" fmla="*/ 14768 h 394660"/>
                  <a:gd name="connsiteX160" fmla="*/ 151648 w 179513"/>
                  <a:gd name="connsiteY160" fmla="*/ 13624 h 394660"/>
                  <a:gd name="connsiteX161" fmla="*/ 150335 w 179513"/>
                  <a:gd name="connsiteY161" fmla="*/ 11942 h 394660"/>
                  <a:gd name="connsiteX162" fmla="*/ 146128 w 179513"/>
                  <a:gd name="connsiteY162" fmla="*/ 8746 h 394660"/>
                  <a:gd name="connsiteX163" fmla="*/ 144177 w 179513"/>
                  <a:gd name="connsiteY163" fmla="*/ 6728 h 394660"/>
                  <a:gd name="connsiteX164" fmla="*/ 142359 w 179513"/>
                  <a:gd name="connsiteY164" fmla="*/ 3902 h 394660"/>
                  <a:gd name="connsiteX165" fmla="*/ 140037 w 179513"/>
                  <a:gd name="connsiteY165" fmla="*/ 1312 h 394660"/>
                  <a:gd name="connsiteX166" fmla="*/ 138455 w 179513"/>
                  <a:gd name="connsiteY166" fmla="*/ 673 h 394660"/>
                  <a:gd name="connsiteX167" fmla="*/ 136335 w 179513"/>
                  <a:gd name="connsiteY167" fmla="*/ 0 h 3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79513" h="394660">
                    <a:moveTo>
                      <a:pt x="136335" y="0"/>
                    </a:moveTo>
                    <a:lnTo>
                      <a:pt x="132869" y="0"/>
                    </a:lnTo>
                    <a:lnTo>
                      <a:pt x="128729" y="1514"/>
                    </a:lnTo>
                    <a:cubicBezTo>
                      <a:pt x="128729" y="1514"/>
                      <a:pt x="125902" y="5651"/>
                      <a:pt x="125700" y="6291"/>
                    </a:cubicBezTo>
                    <a:cubicBezTo>
                      <a:pt x="125498" y="6930"/>
                      <a:pt x="120921" y="12144"/>
                      <a:pt x="120921" y="12144"/>
                    </a:cubicBezTo>
                    <a:lnTo>
                      <a:pt x="117657" y="16719"/>
                    </a:lnTo>
                    <a:lnTo>
                      <a:pt x="115065" y="19746"/>
                    </a:lnTo>
                    <a:lnTo>
                      <a:pt x="111161" y="21933"/>
                    </a:lnTo>
                    <a:lnTo>
                      <a:pt x="107897" y="24120"/>
                    </a:lnTo>
                    <a:lnTo>
                      <a:pt x="103118" y="27147"/>
                    </a:lnTo>
                    <a:lnTo>
                      <a:pt x="99853" y="29535"/>
                    </a:lnTo>
                    <a:lnTo>
                      <a:pt x="94637" y="29535"/>
                    </a:lnTo>
                    <a:cubicBezTo>
                      <a:pt x="94637" y="29535"/>
                      <a:pt x="90935" y="32361"/>
                      <a:pt x="90296" y="32563"/>
                    </a:cubicBezTo>
                    <a:cubicBezTo>
                      <a:pt x="89656" y="32765"/>
                      <a:pt x="85516" y="36903"/>
                      <a:pt x="85516" y="36903"/>
                    </a:cubicBezTo>
                    <a:lnTo>
                      <a:pt x="84440" y="41040"/>
                    </a:lnTo>
                    <a:lnTo>
                      <a:pt x="83127" y="45178"/>
                    </a:lnTo>
                    <a:lnTo>
                      <a:pt x="80737" y="49753"/>
                    </a:lnTo>
                    <a:lnTo>
                      <a:pt x="78988" y="53453"/>
                    </a:lnTo>
                    <a:lnTo>
                      <a:pt x="76160" y="56716"/>
                    </a:lnTo>
                    <a:lnTo>
                      <a:pt x="74209" y="60686"/>
                    </a:lnTo>
                    <a:lnTo>
                      <a:pt x="73064" y="63882"/>
                    </a:lnTo>
                    <a:lnTo>
                      <a:pt x="71617" y="66943"/>
                    </a:lnTo>
                    <a:lnTo>
                      <a:pt x="69530" y="69769"/>
                    </a:lnTo>
                    <a:lnTo>
                      <a:pt x="66905" y="73099"/>
                    </a:lnTo>
                    <a:lnTo>
                      <a:pt x="62564" y="76934"/>
                    </a:lnTo>
                    <a:lnTo>
                      <a:pt x="60444" y="81576"/>
                    </a:lnTo>
                    <a:lnTo>
                      <a:pt x="57482" y="84469"/>
                    </a:lnTo>
                    <a:lnTo>
                      <a:pt x="56371" y="86857"/>
                    </a:lnTo>
                    <a:lnTo>
                      <a:pt x="55530" y="92812"/>
                    </a:lnTo>
                    <a:lnTo>
                      <a:pt x="55530" y="94763"/>
                    </a:lnTo>
                    <a:lnTo>
                      <a:pt x="53780" y="98463"/>
                    </a:lnTo>
                    <a:lnTo>
                      <a:pt x="51525" y="101558"/>
                    </a:lnTo>
                    <a:lnTo>
                      <a:pt x="50852" y="106267"/>
                    </a:lnTo>
                    <a:cubicBezTo>
                      <a:pt x="50852" y="106267"/>
                      <a:pt x="47319" y="112121"/>
                      <a:pt x="47016" y="112558"/>
                    </a:cubicBezTo>
                    <a:cubicBezTo>
                      <a:pt x="46713" y="112995"/>
                      <a:pt x="45905" y="116259"/>
                      <a:pt x="45905" y="116259"/>
                    </a:cubicBezTo>
                    <a:lnTo>
                      <a:pt x="44761" y="119589"/>
                    </a:lnTo>
                    <a:cubicBezTo>
                      <a:pt x="44761" y="119589"/>
                      <a:pt x="40352" y="125745"/>
                      <a:pt x="40419" y="125980"/>
                    </a:cubicBezTo>
                    <a:cubicBezTo>
                      <a:pt x="40487" y="126182"/>
                      <a:pt x="37525" y="132271"/>
                      <a:pt x="37525" y="132271"/>
                    </a:cubicBezTo>
                    <a:lnTo>
                      <a:pt x="36886" y="137283"/>
                    </a:lnTo>
                    <a:lnTo>
                      <a:pt x="34126" y="143574"/>
                    </a:lnTo>
                    <a:lnTo>
                      <a:pt x="31938" y="150470"/>
                    </a:lnTo>
                    <a:lnTo>
                      <a:pt x="31064" y="153430"/>
                    </a:lnTo>
                    <a:lnTo>
                      <a:pt x="27227" y="161470"/>
                    </a:lnTo>
                    <a:lnTo>
                      <a:pt x="20630" y="170385"/>
                    </a:lnTo>
                    <a:lnTo>
                      <a:pt x="17669" y="176978"/>
                    </a:lnTo>
                    <a:lnTo>
                      <a:pt x="13462" y="183639"/>
                    </a:lnTo>
                    <a:lnTo>
                      <a:pt x="9895" y="186902"/>
                    </a:lnTo>
                    <a:lnTo>
                      <a:pt x="7640" y="188786"/>
                    </a:lnTo>
                    <a:lnTo>
                      <a:pt x="4544" y="193865"/>
                    </a:lnTo>
                    <a:lnTo>
                      <a:pt x="3870" y="196893"/>
                    </a:lnTo>
                    <a:lnTo>
                      <a:pt x="3063" y="204361"/>
                    </a:lnTo>
                    <a:lnTo>
                      <a:pt x="3500" y="212031"/>
                    </a:lnTo>
                    <a:lnTo>
                      <a:pt x="3365" y="218422"/>
                    </a:lnTo>
                    <a:lnTo>
                      <a:pt x="5014" y="222627"/>
                    </a:lnTo>
                    <a:lnTo>
                      <a:pt x="5452" y="226597"/>
                    </a:lnTo>
                    <a:lnTo>
                      <a:pt x="4510" y="230364"/>
                    </a:lnTo>
                    <a:lnTo>
                      <a:pt x="4375" y="233392"/>
                    </a:lnTo>
                    <a:lnTo>
                      <a:pt x="3736" y="237798"/>
                    </a:lnTo>
                    <a:lnTo>
                      <a:pt x="3870" y="243013"/>
                    </a:lnTo>
                    <a:lnTo>
                      <a:pt x="2625" y="249169"/>
                    </a:lnTo>
                    <a:lnTo>
                      <a:pt x="1885" y="252802"/>
                    </a:lnTo>
                    <a:lnTo>
                      <a:pt x="572" y="257747"/>
                    </a:lnTo>
                    <a:lnTo>
                      <a:pt x="0" y="263903"/>
                    </a:lnTo>
                    <a:lnTo>
                      <a:pt x="438" y="268478"/>
                    </a:lnTo>
                    <a:lnTo>
                      <a:pt x="7606" y="277830"/>
                    </a:lnTo>
                    <a:lnTo>
                      <a:pt x="13899" y="285062"/>
                    </a:lnTo>
                    <a:lnTo>
                      <a:pt x="16861" y="289133"/>
                    </a:lnTo>
                    <a:lnTo>
                      <a:pt x="18174" y="293035"/>
                    </a:lnTo>
                    <a:lnTo>
                      <a:pt x="23087" y="299830"/>
                    </a:lnTo>
                    <a:lnTo>
                      <a:pt x="24534" y="308004"/>
                    </a:lnTo>
                    <a:lnTo>
                      <a:pt x="27496" y="313656"/>
                    </a:lnTo>
                    <a:lnTo>
                      <a:pt x="30121" y="317424"/>
                    </a:lnTo>
                    <a:lnTo>
                      <a:pt x="37727" y="324387"/>
                    </a:lnTo>
                    <a:lnTo>
                      <a:pt x="43953" y="330106"/>
                    </a:lnTo>
                    <a:lnTo>
                      <a:pt x="47857" y="332864"/>
                    </a:lnTo>
                    <a:lnTo>
                      <a:pt x="52771" y="338583"/>
                    </a:lnTo>
                    <a:lnTo>
                      <a:pt x="58997" y="340837"/>
                    </a:lnTo>
                    <a:lnTo>
                      <a:pt x="65458" y="345984"/>
                    </a:lnTo>
                    <a:cubicBezTo>
                      <a:pt x="65458" y="345984"/>
                      <a:pt x="67915" y="349247"/>
                      <a:pt x="68117" y="349449"/>
                    </a:cubicBezTo>
                    <a:cubicBezTo>
                      <a:pt x="68285" y="349650"/>
                      <a:pt x="71785" y="356681"/>
                      <a:pt x="71785" y="356681"/>
                    </a:cubicBezTo>
                    <a:lnTo>
                      <a:pt x="74478" y="361895"/>
                    </a:lnTo>
                    <a:lnTo>
                      <a:pt x="78550" y="367177"/>
                    </a:lnTo>
                    <a:lnTo>
                      <a:pt x="80435" y="371011"/>
                    </a:lnTo>
                    <a:lnTo>
                      <a:pt x="81242" y="373703"/>
                    </a:lnTo>
                    <a:lnTo>
                      <a:pt x="81713" y="376966"/>
                    </a:lnTo>
                    <a:lnTo>
                      <a:pt x="81545" y="379590"/>
                    </a:lnTo>
                    <a:lnTo>
                      <a:pt x="81545" y="381608"/>
                    </a:lnTo>
                    <a:lnTo>
                      <a:pt x="81545" y="383492"/>
                    </a:lnTo>
                    <a:lnTo>
                      <a:pt x="81545" y="386822"/>
                    </a:lnTo>
                    <a:lnTo>
                      <a:pt x="82286" y="387999"/>
                    </a:lnTo>
                    <a:lnTo>
                      <a:pt x="82353" y="388807"/>
                    </a:lnTo>
                    <a:lnTo>
                      <a:pt x="82420" y="390623"/>
                    </a:lnTo>
                    <a:lnTo>
                      <a:pt x="83800" y="392373"/>
                    </a:lnTo>
                    <a:cubicBezTo>
                      <a:pt x="83800" y="392373"/>
                      <a:pt x="84238" y="392810"/>
                      <a:pt x="84473" y="392877"/>
                    </a:cubicBezTo>
                    <a:cubicBezTo>
                      <a:pt x="84675" y="392944"/>
                      <a:pt x="86156" y="393550"/>
                      <a:pt x="86358" y="393550"/>
                    </a:cubicBezTo>
                    <a:cubicBezTo>
                      <a:pt x="86560" y="393550"/>
                      <a:pt x="90430" y="394660"/>
                      <a:pt x="90430" y="394660"/>
                    </a:cubicBezTo>
                    <a:lnTo>
                      <a:pt x="92887" y="394660"/>
                    </a:lnTo>
                    <a:cubicBezTo>
                      <a:pt x="92887" y="394660"/>
                      <a:pt x="93325" y="394660"/>
                      <a:pt x="94637" y="394660"/>
                    </a:cubicBezTo>
                    <a:cubicBezTo>
                      <a:pt x="95949" y="394660"/>
                      <a:pt x="98103" y="394660"/>
                      <a:pt x="98103" y="394660"/>
                    </a:cubicBezTo>
                    <a:lnTo>
                      <a:pt x="99483" y="394357"/>
                    </a:lnTo>
                    <a:lnTo>
                      <a:pt x="99786" y="393281"/>
                    </a:lnTo>
                    <a:lnTo>
                      <a:pt x="100291" y="392137"/>
                    </a:lnTo>
                    <a:lnTo>
                      <a:pt x="100863" y="390119"/>
                    </a:lnTo>
                    <a:lnTo>
                      <a:pt x="100930" y="387865"/>
                    </a:lnTo>
                    <a:lnTo>
                      <a:pt x="101200" y="382146"/>
                    </a:lnTo>
                    <a:lnTo>
                      <a:pt x="100728" y="376697"/>
                    </a:lnTo>
                    <a:lnTo>
                      <a:pt x="100728" y="371213"/>
                    </a:lnTo>
                    <a:lnTo>
                      <a:pt x="100728" y="367950"/>
                    </a:lnTo>
                    <a:lnTo>
                      <a:pt x="100728" y="327751"/>
                    </a:lnTo>
                    <a:lnTo>
                      <a:pt x="102546" y="325060"/>
                    </a:lnTo>
                    <a:lnTo>
                      <a:pt x="103791" y="320855"/>
                    </a:lnTo>
                    <a:lnTo>
                      <a:pt x="107628" y="313454"/>
                    </a:lnTo>
                    <a:lnTo>
                      <a:pt x="112339" y="305549"/>
                    </a:lnTo>
                    <a:lnTo>
                      <a:pt x="114796" y="300032"/>
                    </a:lnTo>
                    <a:lnTo>
                      <a:pt x="118565" y="293304"/>
                    </a:lnTo>
                    <a:lnTo>
                      <a:pt x="124084" y="285062"/>
                    </a:lnTo>
                    <a:cubicBezTo>
                      <a:pt x="124084" y="285062"/>
                      <a:pt x="127046" y="279781"/>
                      <a:pt x="127181" y="279545"/>
                    </a:cubicBezTo>
                    <a:cubicBezTo>
                      <a:pt x="127316" y="279343"/>
                      <a:pt x="129066" y="276652"/>
                      <a:pt x="129066" y="276652"/>
                    </a:cubicBezTo>
                    <a:lnTo>
                      <a:pt x="132599" y="270294"/>
                    </a:lnTo>
                    <a:lnTo>
                      <a:pt x="134618" y="264004"/>
                    </a:lnTo>
                    <a:lnTo>
                      <a:pt x="137075" y="258588"/>
                    </a:lnTo>
                    <a:lnTo>
                      <a:pt x="139970" y="253071"/>
                    </a:lnTo>
                    <a:cubicBezTo>
                      <a:pt x="139970" y="253071"/>
                      <a:pt x="144277" y="246108"/>
                      <a:pt x="144513" y="245838"/>
                    </a:cubicBezTo>
                    <a:cubicBezTo>
                      <a:pt x="144715" y="245536"/>
                      <a:pt x="145927" y="241869"/>
                      <a:pt x="145927" y="240557"/>
                    </a:cubicBezTo>
                    <a:cubicBezTo>
                      <a:pt x="145927" y="239245"/>
                      <a:pt x="145927" y="232147"/>
                      <a:pt x="145927" y="232147"/>
                    </a:cubicBezTo>
                    <a:lnTo>
                      <a:pt x="148451" y="213376"/>
                    </a:lnTo>
                    <a:lnTo>
                      <a:pt x="148013" y="200559"/>
                    </a:lnTo>
                    <a:lnTo>
                      <a:pt x="149157" y="193159"/>
                    </a:lnTo>
                    <a:lnTo>
                      <a:pt x="151109" y="165709"/>
                    </a:lnTo>
                    <a:lnTo>
                      <a:pt x="152859" y="155213"/>
                    </a:lnTo>
                    <a:lnTo>
                      <a:pt x="154542" y="138831"/>
                    </a:lnTo>
                    <a:lnTo>
                      <a:pt x="156292" y="131867"/>
                    </a:lnTo>
                    <a:lnTo>
                      <a:pt x="159489" y="124063"/>
                    </a:lnTo>
                    <a:lnTo>
                      <a:pt x="162754" y="112995"/>
                    </a:lnTo>
                    <a:lnTo>
                      <a:pt x="165446" y="108286"/>
                    </a:lnTo>
                    <a:lnTo>
                      <a:pt x="166893" y="105023"/>
                    </a:lnTo>
                    <a:lnTo>
                      <a:pt x="170090" y="99304"/>
                    </a:lnTo>
                    <a:lnTo>
                      <a:pt x="171672" y="96108"/>
                    </a:lnTo>
                    <a:lnTo>
                      <a:pt x="172749" y="92542"/>
                    </a:lnTo>
                    <a:lnTo>
                      <a:pt x="174331" y="88405"/>
                    </a:lnTo>
                    <a:lnTo>
                      <a:pt x="174028" y="81879"/>
                    </a:lnTo>
                    <a:lnTo>
                      <a:pt x="173893" y="78548"/>
                    </a:lnTo>
                    <a:lnTo>
                      <a:pt x="173254" y="69197"/>
                    </a:lnTo>
                    <a:lnTo>
                      <a:pt x="171571" y="64420"/>
                    </a:lnTo>
                    <a:lnTo>
                      <a:pt x="170427" y="59004"/>
                    </a:lnTo>
                    <a:lnTo>
                      <a:pt x="169485" y="54799"/>
                    </a:lnTo>
                    <a:lnTo>
                      <a:pt x="169922" y="49719"/>
                    </a:lnTo>
                    <a:lnTo>
                      <a:pt x="170293" y="46759"/>
                    </a:lnTo>
                    <a:cubicBezTo>
                      <a:pt x="170293" y="46759"/>
                      <a:pt x="171874" y="42722"/>
                      <a:pt x="172110" y="42420"/>
                    </a:cubicBezTo>
                    <a:cubicBezTo>
                      <a:pt x="172345" y="42117"/>
                      <a:pt x="175509" y="37273"/>
                      <a:pt x="175509" y="37273"/>
                    </a:cubicBezTo>
                    <a:lnTo>
                      <a:pt x="178336" y="32294"/>
                    </a:lnTo>
                    <a:lnTo>
                      <a:pt x="179514" y="28022"/>
                    </a:lnTo>
                    <a:lnTo>
                      <a:pt x="178942" y="21731"/>
                    </a:lnTo>
                    <a:lnTo>
                      <a:pt x="176620" y="18266"/>
                    </a:lnTo>
                    <a:cubicBezTo>
                      <a:pt x="176620" y="18266"/>
                      <a:pt x="173523" y="15306"/>
                      <a:pt x="173220" y="15306"/>
                    </a:cubicBezTo>
                    <a:cubicBezTo>
                      <a:pt x="172917" y="15306"/>
                      <a:pt x="168744" y="14431"/>
                      <a:pt x="168744" y="14431"/>
                    </a:cubicBezTo>
                    <a:lnTo>
                      <a:pt x="166287" y="12682"/>
                    </a:lnTo>
                    <a:cubicBezTo>
                      <a:pt x="166287" y="12682"/>
                      <a:pt x="161946" y="11942"/>
                      <a:pt x="160634" y="12615"/>
                    </a:cubicBezTo>
                    <a:cubicBezTo>
                      <a:pt x="159321" y="13254"/>
                      <a:pt x="156427" y="14061"/>
                      <a:pt x="156427" y="14061"/>
                    </a:cubicBezTo>
                    <a:lnTo>
                      <a:pt x="154239" y="14768"/>
                    </a:lnTo>
                    <a:lnTo>
                      <a:pt x="151648" y="13624"/>
                    </a:lnTo>
                    <a:lnTo>
                      <a:pt x="150335" y="11942"/>
                    </a:lnTo>
                    <a:lnTo>
                      <a:pt x="146128" y="8746"/>
                    </a:lnTo>
                    <a:cubicBezTo>
                      <a:pt x="146128" y="8746"/>
                      <a:pt x="144311" y="7064"/>
                      <a:pt x="144177" y="6728"/>
                    </a:cubicBezTo>
                    <a:cubicBezTo>
                      <a:pt x="144042" y="6358"/>
                      <a:pt x="142359" y="3902"/>
                      <a:pt x="142359" y="3902"/>
                    </a:cubicBezTo>
                    <a:lnTo>
                      <a:pt x="140037" y="1312"/>
                    </a:lnTo>
                    <a:lnTo>
                      <a:pt x="138455" y="673"/>
                    </a:lnTo>
                    <a:lnTo>
                      <a:pt x="136335" y="0"/>
                    </a:lnTo>
                    <a:close/>
                  </a:path>
                </a:pathLst>
              </a:custGeom>
              <a:grpFill/>
              <a:ln w="6350" cap="flat">
                <a:solidFill>
                  <a:schemeClr val="bg1"/>
                </a:solidFill>
                <a:prstDash val="solid"/>
                <a:miter/>
              </a:ln>
            </p:spPr>
            <p:txBody>
              <a:bodyPr rtlCol="0" anchor="ctr"/>
              <a:lstStyle/>
              <a:p>
                <a:endParaRPr lang="en-US"/>
              </a:p>
            </p:txBody>
          </p:sp>
          <p:sp>
            <p:nvSpPr>
              <p:cNvPr id="137" name="Freeform 916">
                <a:extLst>
                  <a:ext uri="{FF2B5EF4-FFF2-40B4-BE49-F238E27FC236}">
                    <a16:creationId xmlns:a16="http://schemas.microsoft.com/office/drawing/2014/main" id="{1B96E437-869F-7449-1035-DE9BDD78C693}"/>
                  </a:ext>
                </a:extLst>
              </p:cNvPr>
              <p:cNvSpPr/>
              <p:nvPr/>
            </p:nvSpPr>
            <p:spPr>
              <a:xfrm>
                <a:off x="6399073" y="3562874"/>
                <a:ext cx="5216" cy="9015"/>
              </a:xfrm>
              <a:custGeom>
                <a:avLst/>
                <a:gdLst>
                  <a:gd name="connsiteX0" fmla="*/ 1414 w 5216"/>
                  <a:gd name="connsiteY0" fmla="*/ 9016 h 9015"/>
                  <a:gd name="connsiteX1" fmla="*/ 5216 w 5216"/>
                  <a:gd name="connsiteY1" fmla="*/ 7165 h 9015"/>
                  <a:gd name="connsiteX2" fmla="*/ 5216 w 5216"/>
                  <a:gd name="connsiteY2" fmla="*/ 4541 h 9015"/>
                  <a:gd name="connsiteX3" fmla="*/ 5216 w 5216"/>
                  <a:gd name="connsiteY3" fmla="*/ 1076 h 9015"/>
                  <a:gd name="connsiteX4" fmla="*/ 1414 w 5216"/>
                  <a:gd name="connsiteY4" fmla="*/ 0 h 9015"/>
                  <a:gd name="connsiteX5" fmla="*/ 0 w 5216"/>
                  <a:gd name="connsiteY5" fmla="*/ 2927 h 9015"/>
                  <a:gd name="connsiteX6" fmla="*/ 0 w 5216"/>
                  <a:gd name="connsiteY6" fmla="*/ 4541 h 9015"/>
                  <a:gd name="connsiteX7" fmla="*/ 0 w 5216"/>
                  <a:gd name="connsiteY7" fmla="*/ 6291 h 9015"/>
                  <a:gd name="connsiteX8" fmla="*/ 0 w 5216"/>
                  <a:gd name="connsiteY8" fmla="*/ 8006 h 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6" h="9015">
                    <a:moveTo>
                      <a:pt x="1414" y="9016"/>
                    </a:moveTo>
                    <a:lnTo>
                      <a:pt x="5216" y="7165"/>
                    </a:lnTo>
                    <a:lnTo>
                      <a:pt x="5216" y="4541"/>
                    </a:lnTo>
                    <a:lnTo>
                      <a:pt x="5216" y="1076"/>
                    </a:lnTo>
                    <a:lnTo>
                      <a:pt x="1414" y="0"/>
                    </a:lnTo>
                    <a:lnTo>
                      <a:pt x="0" y="2927"/>
                    </a:lnTo>
                    <a:lnTo>
                      <a:pt x="0" y="4541"/>
                    </a:lnTo>
                    <a:lnTo>
                      <a:pt x="0" y="6291"/>
                    </a:lnTo>
                    <a:lnTo>
                      <a:pt x="0" y="8006"/>
                    </a:lnTo>
                    <a:close/>
                  </a:path>
                </a:pathLst>
              </a:custGeom>
              <a:grpFill/>
              <a:ln w="6350" cap="flat">
                <a:solidFill>
                  <a:schemeClr val="bg1"/>
                </a:solidFill>
                <a:prstDash val="solid"/>
                <a:miter/>
              </a:ln>
            </p:spPr>
            <p:txBody>
              <a:bodyPr rtlCol="0" anchor="ctr"/>
              <a:lstStyle/>
              <a:p>
                <a:endParaRPr lang="en-US"/>
              </a:p>
            </p:txBody>
          </p:sp>
          <p:sp>
            <p:nvSpPr>
              <p:cNvPr id="138" name="Freeform 917">
                <a:extLst>
                  <a:ext uri="{FF2B5EF4-FFF2-40B4-BE49-F238E27FC236}">
                    <a16:creationId xmlns:a16="http://schemas.microsoft.com/office/drawing/2014/main" id="{447CFD49-D2A5-3F5A-3DF1-DDF451E1D124}"/>
                  </a:ext>
                </a:extLst>
              </p:cNvPr>
              <p:cNvSpPr/>
              <p:nvPr/>
            </p:nvSpPr>
            <p:spPr>
              <a:xfrm>
                <a:off x="6390357" y="3588238"/>
                <a:ext cx="3499" cy="4372"/>
              </a:xfrm>
              <a:custGeom>
                <a:avLst/>
                <a:gdLst>
                  <a:gd name="connsiteX0" fmla="*/ 1312 w 3499"/>
                  <a:gd name="connsiteY0" fmla="*/ 0 h 4372"/>
                  <a:gd name="connsiteX1" fmla="*/ 0 w 3499"/>
                  <a:gd name="connsiteY1" fmla="*/ 807 h 4372"/>
                  <a:gd name="connsiteX2" fmla="*/ 0 w 3499"/>
                  <a:gd name="connsiteY2" fmla="*/ 4373 h 4372"/>
                  <a:gd name="connsiteX3" fmla="*/ 2625 w 3499"/>
                  <a:gd name="connsiteY3" fmla="*/ 4373 h 4372"/>
                  <a:gd name="connsiteX4" fmla="*/ 3500 w 3499"/>
                  <a:gd name="connsiteY4" fmla="*/ 2186 h 4372"/>
                  <a:gd name="connsiteX5" fmla="*/ 3500 w 3499"/>
                  <a:gd name="connsiteY5" fmla="*/ 34 h 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 h="4372">
                    <a:moveTo>
                      <a:pt x="1312" y="0"/>
                    </a:moveTo>
                    <a:lnTo>
                      <a:pt x="0" y="807"/>
                    </a:lnTo>
                    <a:lnTo>
                      <a:pt x="0" y="4373"/>
                    </a:lnTo>
                    <a:lnTo>
                      <a:pt x="2625" y="4373"/>
                    </a:lnTo>
                    <a:lnTo>
                      <a:pt x="3500" y="2186"/>
                    </a:lnTo>
                    <a:lnTo>
                      <a:pt x="3500" y="34"/>
                    </a:lnTo>
                    <a:close/>
                  </a:path>
                </a:pathLst>
              </a:custGeom>
              <a:grpFill/>
              <a:ln w="6350" cap="flat">
                <a:solidFill>
                  <a:schemeClr val="bg1"/>
                </a:solidFill>
                <a:prstDash val="solid"/>
                <a:miter/>
              </a:ln>
            </p:spPr>
            <p:txBody>
              <a:bodyPr rtlCol="0" anchor="ctr"/>
              <a:lstStyle/>
              <a:p>
                <a:endParaRPr lang="en-US"/>
              </a:p>
            </p:txBody>
          </p:sp>
          <p:sp>
            <p:nvSpPr>
              <p:cNvPr id="139" name="Freeform 918">
                <a:extLst>
                  <a:ext uri="{FF2B5EF4-FFF2-40B4-BE49-F238E27FC236}">
                    <a16:creationId xmlns:a16="http://schemas.microsoft.com/office/drawing/2014/main" id="{78CE3F53-90DB-36A2-0C16-C55627BD5F1B}"/>
                  </a:ext>
                </a:extLst>
              </p:cNvPr>
              <p:cNvSpPr/>
              <p:nvPr/>
            </p:nvSpPr>
            <p:spPr>
              <a:xfrm>
                <a:off x="6410213" y="3629178"/>
                <a:ext cx="9692" cy="12480"/>
              </a:xfrm>
              <a:custGeom>
                <a:avLst/>
                <a:gdLst>
                  <a:gd name="connsiteX0" fmla="*/ 371 w 9692"/>
                  <a:gd name="connsiteY0" fmla="*/ 2624 h 12480"/>
                  <a:gd name="connsiteX1" fmla="*/ 0 w 9692"/>
                  <a:gd name="connsiteY1" fmla="*/ 4777 h 12480"/>
                  <a:gd name="connsiteX2" fmla="*/ 606 w 9692"/>
                  <a:gd name="connsiteY2" fmla="*/ 6997 h 12480"/>
                  <a:gd name="connsiteX3" fmla="*/ 1178 w 9692"/>
                  <a:gd name="connsiteY3" fmla="*/ 8545 h 12480"/>
                  <a:gd name="connsiteX4" fmla="*/ 2490 w 9692"/>
                  <a:gd name="connsiteY4" fmla="*/ 9655 h 12480"/>
                  <a:gd name="connsiteX5" fmla="*/ 5318 w 9692"/>
                  <a:gd name="connsiteY5" fmla="*/ 10967 h 12480"/>
                  <a:gd name="connsiteX6" fmla="*/ 7606 w 9692"/>
                  <a:gd name="connsiteY6" fmla="*/ 12481 h 12480"/>
                  <a:gd name="connsiteX7" fmla="*/ 7943 w 9692"/>
                  <a:gd name="connsiteY7" fmla="*/ 11303 h 12480"/>
                  <a:gd name="connsiteX8" fmla="*/ 7943 w 9692"/>
                  <a:gd name="connsiteY8" fmla="*/ 9554 h 12480"/>
                  <a:gd name="connsiteX9" fmla="*/ 9693 w 9692"/>
                  <a:gd name="connsiteY9" fmla="*/ 5652 h 12480"/>
                  <a:gd name="connsiteX10" fmla="*/ 9693 w 9692"/>
                  <a:gd name="connsiteY10" fmla="*/ 2624 h 12480"/>
                  <a:gd name="connsiteX11" fmla="*/ 9154 w 9692"/>
                  <a:gd name="connsiteY11" fmla="*/ 1144 h 12480"/>
                  <a:gd name="connsiteX12" fmla="*/ 6967 w 9692"/>
                  <a:gd name="connsiteY12" fmla="*/ 0 h 12480"/>
                  <a:gd name="connsiteX13" fmla="*/ 3601 w 9692"/>
                  <a:gd name="connsiteY13" fmla="*/ 0 h 12480"/>
                  <a:gd name="connsiteX14" fmla="*/ 2726 w 9692"/>
                  <a:gd name="connsiteY14" fmla="*/ 1077 h 12480"/>
                  <a:gd name="connsiteX15" fmla="*/ 976 w 9692"/>
                  <a:gd name="connsiteY15" fmla="*/ 1850 h 12480"/>
                  <a:gd name="connsiteX16" fmla="*/ 371 w 9692"/>
                  <a:gd name="connsiteY16" fmla="*/ 262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2" h="12480">
                    <a:moveTo>
                      <a:pt x="371" y="2624"/>
                    </a:moveTo>
                    <a:lnTo>
                      <a:pt x="0" y="4777"/>
                    </a:lnTo>
                    <a:lnTo>
                      <a:pt x="606" y="6997"/>
                    </a:lnTo>
                    <a:lnTo>
                      <a:pt x="1178" y="8545"/>
                    </a:lnTo>
                    <a:lnTo>
                      <a:pt x="2490" y="9655"/>
                    </a:lnTo>
                    <a:lnTo>
                      <a:pt x="5318" y="10967"/>
                    </a:lnTo>
                    <a:lnTo>
                      <a:pt x="7606" y="12481"/>
                    </a:lnTo>
                    <a:cubicBezTo>
                      <a:pt x="7606" y="12481"/>
                      <a:pt x="7943" y="11740"/>
                      <a:pt x="7943" y="11303"/>
                    </a:cubicBezTo>
                    <a:cubicBezTo>
                      <a:pt x="7943" y="10866"/>
                      <a:pt x="7943" y="9554"/>
                      <a:pt x="7943" y="9554"/>
                    </a:cubicBezTo>
                    <a:lnTo>
                      <a:pt x="9693" y="5652"/>
                    </a:lnTo>
                    <a:lnTo>
                      <a:pt x="9693" y="2624"/>
                    </a:lnTo>
                    <a:lnTo>
                      <a:pt x="9154" y="1144"/>
                    </a:lnTo>
                    <a:lnTo>
                      <a:pt x="6967" y="0"/>
                    </a:lnTo>
                    <a:lnTo>
                      <a:pt x="3601" y="0"/>
                    </a:lnTo>
                    <a:lnTo>
                      <a:pt x="2726" y="1077"/>
                    </a:lnTo>
                    <a:lnTo>
                      <a:pt x="976" y="1850"/>
                    </a:lnTo>
                    <a:lnTo>
                      <a:pt x="371" y="2624"/>
                    </a:lnTo>
                    <a:close/>
                  </a:path>
                </a:pathLst>
              </a:custGeom>
              <a:grpFill/>
              <a:ln w="6350" cap="flat">
                <a:solidFill>
                  <a:schemeClr val="bg1"/>
                </a:solidFill>
                <a:prstDash val="solid"/>
                <a:miter/>
              </a:ln>
            </p:spPr>
            <p:txBody>
              <a:bodyPr rtlCol="0" anchor="ctr"/>
              <a:lstStyle/>
              <a:p>
                <a:endParaRPr lang="en-US"/>
              </a:p>
            </p:txBody>
          </p:sp>
          <p:sp>
            <p:nvSpPr>
              <p:cNvPr id="140" name="Freeform 919">
                <a:extLst>
                  <a:ext uri="{FF2B5EF4-FFF2-40B4-BE49-F238E27FC236}">
                    <a16:creationId xmlns:a16="http://schemas.microsoft.com/office/drawing/2014/main" id="{F24243CB-C99C-2DE4-78D3-3B52C80726AF}"/>
                  </a:ext>
                </a:extLst>
              </p:cNvPr>
              <p:cNvSpPr/>
              <p:nvPr/>
            </p:nvSpPr>
            <p:spPr>
              <a:xfrm>
                <a:off x="6343913" y="3678359"/>
                <a:ext cx="3197" cy="3128"/>
              </a:xfrm>
              <a:custGeom>
                <a:avLst/>
                <a:gdLst>
                  <a:gd name="connsiteX0" fmla="*/ 0 w 3197"/>
                  <a:gd name="connsiteY0" fmla="*/ 1985 h 3128"/>
                  <a:gd name="connsiteX1" fmla="*/ 942 w 3197"/>
                  <a:gd name="connsiteY1" fmla="*/ 3129 h 3128"/>
                  <a:gd name="connsiteX2" fmla="*/ 2322 w 3197"/>
                  <a:gd name="connsiteY2" fmla="*/ 2557 h 3128"/>
                  <a:gd name="connsiteX3" fmla="*/ 3197 w 3197"/>
                  <a:gd name="connsiteY3" fmla="*/ 505 h 3128"/>
                  <a:gd name="connsiteX4" fmla="*/ 1615 w 3197"/>
                  <a:gd name="connsiteY4" fmla="*/ 0 h 3128"/>
                  <a:gd name="connsiteX5" fmla="*/ 808 w 3197"/>
                  <a:gd name="connsiteY5" fmla="*/ 1110 h 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 h="3128">
                    <a:moveTo>
                      <a:pt x="0" y="1985"/>
                    </a:moveTo>
                    <a:lnTo>
                      <a:pt x="942" y="3129"/>
                    </a:lnTo>
                    <a:lnTo>
                      <a:pt x="2322" y="2557"/>
                    </a:lnTo>
                    <a:lnTo>
                      <a:pt x="3197" y="505"/>
                    </a:lnTo>
                    <a:lnTo>
                      <a:pt x="1615" y="0"/>
                    </a:lnTo>
                    <a:lnTo>
                      <a:pt x="808" y="1110"/>
                    </a:lnTo>
                    <a:close/>
                  </a:path>
                </a:pathLst>
              </a:custGeom>
              <a:grpFill/>
              <a:ln w="6350" cap="flat">
                <a:solidFill>
                  <a:schemeClr val="bg1"/>
                </a:solidFill>
                <a:prstDash val="solid"/>
                <a:miter/>
              </a:ln>
            </p:spPr>
            <p:txBody>
              <a:bodyPr rtlCol="0" anchor="ctr"/>
              <a:lstStyle/>
              <a:p>
                <a:endParaRPr lang="en-US"/>
              </a:p>
            </p:txBody>
          </p:sp>
          <p:sp>
            <p:nvSpPr>
              <p:cNvPr id="141" name="Freeform 920">
                <a:extLst>
                  <a:ext uri="{FF2B5EF4-FFF2-40B4-BE49-F238E27FC236}">
                    <a16:creationId xmlns:a16="http://schemas.microsoft.com/office/drawing/2014/main" id="{6A460F4F-6CA3-7C91-E89B-010F54658307}"/>
                  </a:ext>
                </a:extLst>
              </p:cNvPr>
              <p:cNvSpPr/>
              <p:nvPr/>
            </p:nvSpPr>
            <p:spPr>
              <a:xfrm>
                <a:off x="6167900" y="3531690"/>
                <a:ext cx="3668" cy="4103"/>
              </a:xfrm>
              <a:custGeom>
                <a:avLst/>
                <a:gdLst>
                  <a:gd name="connsiteX0" fmla="*/ 0 w 3668"/>
                  <a:gd name="connsiteY0" fmla="*/ 1951 h 4103"/>
                  <a:gd name="connsiteX1" fmla="*/ 1716 w 3668"/>
                  <a:gd name="connsiteY1" fmla="*/ 4104 h 4103"/>
                  <a:gd name="connsiteX2" fmla="*/ 3669 w 3668"/>
                  <a:gd name="connsiteY2" fmla="*/ 1951 h 4103"/>
                  <a:gd name="connsiteX3" fmla="*/ 2928 w 3668"/>
                  <a:gd name="connsiteY3" fmla="*/ 0 h 4103"/>
                </a:gdLst>
                <a:ahLst/>
                <a:cxnLst>
                  <a:cxn ang="0">
                    <a:pos x="connsiteX0" y="connsiteY0"/>
                  </a:cxn>
                  <a:cxn ang="0">
                    <a:pos x="connsiteX1" y="connsiteY1"/>
                  </a:cxn>
                  <a:cxn ang="0">
                    <a:pos x="connsiteX2" y="connsiteY2"/>
                  </a:cxn>
                  <a:cxn ang="0">
                    <a:pos x="connsiteX3" y="connsiteY3"/>
                  </a:cxn>
                </a:cxnLst>
                <a:rect l="l" t="t" r="r" b="b"/>
                <a:pathLst>
                  <a:path w="3668" h="4103">
                    <a:moveTo>
                      <a:pt x="0" y="1951"/>
                    </a:moveTo>
                    <a:lnTo>
                      <a:pt x="1716" y="4104"/>
                    </a:lnTo>
                    <a:lnTo>
                      <a:pt x="3669" y="1951"/>
                    </a:lnTo>
                    <a:lnTo>
                      <a:pt x="2928" y="0"/>
                    </a:lnTo>
                    <a:close/>
                  </a:path>
                </a:pathLst>
              </a:custGeom>
              <a:grpFill/>
              <a:ln w="6350" cap="flat">
                <a:solidFill>
                  <a:schemeClr val="bg1"/>
                </a:solidFill>
                <a:prstDash val="solid"/>
                <a:miter/>
              </a:ln>
            </p:spPr>
            <p:txBody>
              <a:bodyPr rtlCol="0" anchor="ctr"/>
              <a:lstStyle/>
              <a:p>
                <a:endParaRPr lang="en-US"/>
              </a:p>
            </p:txBody>
          </p:sp>
          <p:sp>
            <p:nvSpPr>
              <p:cNvPr id="142" name="Freeform 921">
                <a:extLst>
                  <a:ext uri="{FF2B5EF4-FFF2-40B4-BE49-F238E27FC236}">
                    <a16:creationId xmlns:a16="http://schemas.microsoft.com/office/drawing/2014/main" id="{F929B689-DDAE-51AC-C86D-A4724320A188}"/>
                  </a:ext>
                </a:extLst>
              </p:cNvPr>
              <p:cNvSpPr/>
              <p:nvPr/>
            </p:nvSpPr>
            <p:spPr>
              <a:xfrm>
                <a:off x="6176482" y="3509993"/>
                <a:ext cx="5553" cy="6155"/>
              </a:xfrm>
              <a:custGeom>
                <a:avLst/>
                <a:gdLst>
                  <a:gd name="connsiteX0" fmla="*/ 0 w 5553"/>
                  <a:gd name="connsiteY0" fmla="*/ 3768 h 6155"/>
                  <a:gd name="connsiteX1" fmla="*/ 1043 w 5553"/>
                  <a:gd name="connsiteY1" fmla="*/ 5281 h 6155"/>
                  <a:gd name="connsiteX2" fmla="*/ 2759 w 5553"/>
                  <a:gd name="connsiteY2" fmla="*/ 6156 h 6155"/>
                  <a:gd name="connsiteX3" fmla="*/ 4342 w 5553"/>
                  <a:gd name="connsiteY3" fmla="*/ 6156 h 6155"/>
                  <a:gd name="connsiteX4" fmla="*/ 5553 w 5553"/>
                  <a:gd name="connsiteY4" fmla="*/ 3431 h 6155"/>
                  <a:gd name="connsiteX5" fmla="*/ 4712 w 5553"/>
                  <a:gd name="connsiteY5" fmla="*/ 1009 h 6155"/>
                  <a:gd name="connsiteX6" fmla="*/ 2861 w 5553"/>
                  <a:gd name="connsiteY6" fmla="*/ 0 h 6155"/>
                  <a:gd name="connsiteX7" fmla="*/ 673 w 5553"/>
                  <a:gd name="connsiteY7" fmla="*/ 875 h 6155"/>
                  <a:gd name="connsiteX8" fmla="*/ 0 w 5553"/>
                  <a:gd name="connsiteY8" fmla="*/ 2657 h 6155"/>
                  <a:gd name="connsiteX9" fmla="*/ 0 w 5553"/>
                  <a:gd name="connsiteY9" fmla="*/ 3768 h 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3" h="6155">
                    <a:moveTo>
                      <a:pt x="0" y="3768"/>
                    </a:moveTo>
                    <a:lnTo>
                      <a:pt x="1043" y="5281"/>
                    </a:lnTo>
                    <a:lnTo>
                      <a:pt x="2759" y="6156"/>
                    </a:lnTo>
                    <a:lnTo>
                      <a:pt x="4342" y="6156"/>
                    </a:lnTo>
                    <a:cubicBezTo>
                      <a:pt x="4342" y="6156"/>
                      <a:pt x="5553" y="3599"/>
                      <a:pt x="5553" y="3431"/>
                    </a:cubicBezTo>
                    <a:cubicBezTo>
                      <a:pt x="5553" y="3297"/>
                      <a:pt x="4813" y="1043"/>
                      <a:pt x="4712" y="1009"/>
                    </a:cubicBezTo>
                    <a:cubicBezTo>
                      <a:pt x="4611" y="975"/>
                      <a:pt x="2861" y="0"/>
                      <a:pt x="2861" y="0"/>
                    </a:cubicBezTo>
                    <a:lnTo>
                      <a:pt x="673" y="875"/>
                    </a:lnTo>
                    <a:lnTo>
                      <a:pt x="0" y="2657"/>
                    </a:lnTo>
                    <a:lnTo>
                      <a:pt x="0" y="3768"/>
                    </a:lnTo>
                    <a:close/>
                  </a:path>
                </a:pathLst>
              </a:custGeom>
              <a:grpFill/>
              <a:ln w="6350" cap="flat">
                <a:solidFill>
                  <a:schemeClr val="bg1"/>
                </a:solidFill>
                <a:prstDash val="solid"/>
                <a:miter/>
              </a:ln>
            </p:spPr>
            <p:txBody>
              <a:bodyPr rtlCol="0" anchor="ctr"/>
              <a:lstStyle/>
              <a:p>
                <a:endParaRPr lang="en-US"/>
              </a:p>
            </p:txBody>
          </p:sp>
          <p:sp>
            <p:nvSpPr>
              <p:cNvPr id="143" name="Freeform 922">
                <a:extLst>
                  <a:ext uri="{FF2B5EF4-FFF2-40B4-BE49-F238E27FC236}">
                    <a16:creationId xmlns:a16="http://schemas.microsoft.com/office/drawing/2014/main" id="{E56B681F-E84B-4F54-5DAD-52B15C2E55F2}"/>
                  </a:ext>
                </a:extLst>
              </p:cNvPr>
              <p:cNvSpPr/>
              <p:nvPr/>
            </p:nvSpPr>
            <p:spPr>
              <a:xfrm>
                <a:off x="6171345" y="3477343"/>
                <a:ext cx="21604" cy="21248"/>
              </a:xfrm>
              <a:custGeom>
                <a:avLst/>
                <a:gdLst>
                  <a:gd name="connsiteX0" fmla="*/ 10185 w 21604"/>
                  <a:gd name="connsiteY0" fmla="*/ 13812 h 21248"/>
                  <a:gd name="connsiteX1" fmla="*/ 8906 w 21604"/>
                  <a:gd name="connsiteY1" fmla="*/ 17108 h 21248"/>
                  <a:gd name="connsiteX2" fmla="*/ 9478 w 21604"/>
                  <a:gd name="connsiteY2" fmla="*/ 19967 h 21248"/>
                  <a:gd name="connsiteX3" fmla="*/ 15166 w 21604"/>
                  <a:gd name="connsiteY3" fmla="*/ 21010 h 21248"/>
                  <a:gd name="connsiteX4" fmla="*/ 19507 w 21604"/>
                  <a:gd name="connsiteY4" fmla="*/ 15695 h 21248"/>
                  <a:gd name="connsiteX5" fmla="*/ 19507 w 21604"/>
                  <a:gd name="connsiteY5" fmla="*/ 11625 h 21248"/>
                  <a:gd name="connsiteX6" fmla="*/ 19945 w 21604"/>
                  <a:gd name="connsiteY6" fmla="*/ 9438 h 21248"/>
                  <a:gd name="connsiteX7" fmla="*/ 21526 w 21604"/>
                  <a:gd name="connsiteY7" fmla="*/ 4729 h 21248"/>
                  <a:gd name="connsiteX8" fmla="*/ 21526 w 21604"/>
                  <a:gd name="connsiteY8" fmla="*/ 1836 h 21248"/>
                  <a:gd name="connsiteX9" fmla="*/ 17387 w 21604"/>
                  <a:gd name="connsiteY9" fmla="*/ 826 h 21248"/>
                  <a:gd name="connsiteX10" fmla="*/ 13819 w 21604"/>
                  <a:gd name="connsiteY10" fmla="*/ 86 h 21248"/>
                  <a:gd name="connsiteX11" fmla="*/ 7896 w 21604"/>
                  <a:gd name="connsiteY11" fmla="*/ 2609 h 21248"/>
                  <a:gd name="connsiteX12" fmla="*/ 6281 w 21604"/>
                  <a:gd name="connsiteY12" fmla="*/ 3686 h 21248"/>
                  <a:gd name="connsiteX13" fmla="*/ 5541 w 21604"/>
                  <a:gd name="connsiteY13" fmla="*/ 4830 h 21248"/>
                  <a:gd name="connsiteX14" fmla="*/ 1569 w 21604"/>
                  <a:gd name="connsiteY14" fmla="*/ 4830 h 21248"/>
                  <a:gd name="connsiteX15" fmla="*/ 761 w 21604"/>
                  <a:gd name="connsiteY15" fmla="*/ 5704 h 21248"/>
                  <a:gd name="connsiteX16" fmla="*/ 55 w 21604"/>
                  <a:gd name="connsiteY16" fmla="*/ 8025 h 21248"/>
                  <a:gd name="connsiteX17" fmla="*/ 324 w 21604"/>
                  <a:gd name="connsiteY17" fmla="*/ 11725 h 21248"/>
                  <a:gd name="connsiteX18" fmla="*/ 2344 w 21604"/>
                  <a:gd name="connsiteY18" fmla="*/ 12870 h 21248"/>
                  <a:gd name="connsiteX19" fmla="*/ 5810 w 21604"/>
                  <a:gd name="connsiteY19" fmla="*/ 11120 h 21248"/>
                  <a:gd name="connsiteX20" fmla="*/ 7863 w 21604"/>
                  <a:gd name="connsiteY20" fmla="*/ 9977 h 21248"/>
                  <a:gd name="connsiteX21" fmla="*/ 9445 w 21604"/>
                  <a:gd name="connsiteY21" fmla="*/ 10548 h 21248"/>
                  <a:gd name="connsiteX22" fmla="*/ 10320 w 21604"/>
                  <a:gd name="connsiteY22" fmla="*/ 11558 h 21248"/>
                  <a:gd name="connsiteX23" fmla="*/ 10320 w 21604"/>
                  <a:gd name="connsiteY23" fmla="*/ 13508 h 21248"/>
                  <a:gd name="connsiteX24" fmla="*/ 10185 w 21604"/>
                  <a:gd name="connsiteY24" fmla="*/ 13812 h 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04" h="21248">
                    <a:moveTo>
                      <a:pt x="10185" y="13812"/>
                    </a:moveTo>
                    <a:lnTo>
                      <a:pt x="8906" y="17108"/>
                    </a:lnTo>
                    <a:cubicBezTo>
                      <a:pt x="8906" y="17108"/>
                      <a:pt x="7829" y="18285"/>
                      <a:pt x="9478" y="19967"/>
                    </a:cubicBezTo>
                    <a:cubicBezTo>
                      <a:pt x="11127" y="21616"/>
                      <a:pt x="14863" y="21313"/>
                      <a:pt x="15166" y="21010"/>
                    </a:cubicBezTo>
                    <a:cubicBezTo>
                      <a:pt x="15435" y="20707"/>
                      <a:pt x="19507" y="15695"/>
                      <a:pt x="19507" y="15695"/>
                    </a:cubicBezTo>
                    <a:cubicBezTo>
                      <a:pt x="19507" y="15695"/>
                      <a:pt x="19205" y="12196"/>
                      <a:pt x="19507" y="11625"/>
                    </a:cubicBezTo>
                    <a:cubicBezTo>
                      <a:pt x="19776" y="11053"/>
                      <a:pt x="19945" y="9438"/>
                      <a:pt x="19945" y="9438"/>
                    </a:cubicBezTo>
                    <a:cubicBezTo>
                      <a:pt x="19945" y="9438"/>
                      <a:pt x="21459" y="5031"/>
                      <a:pt x="21526" y="4729"/>
                    </a:cubicBezTo>
                    <a:cubicBezTo>
                      <a:pt x="21594" y="4426"/>
                      <a:pt x="21661" y="1970"/>
                      <a:pt x="21526" y="1836"/>
                    </a:cubicBezTo>
                    <a:cubicBezTo>
                      <a:pt x="21392" y="1701"/>
                      <a:pt x="17690" y="826"/>
                      <a:pt x="17387" y="826"/>
                    </a:cubicBezTo>
                    <a:cubicBezTo>
                      <a:pt x="17084" y="826"/>
                      <a:pt x="14863" y="-317"/>
                      <a:pt x="13819" y="86"/>
                    </a:cubicBezTo>
                    <a:cubicBezTo>
                      <a:pt x="12810" y="524"/>
                      <a:pt x="8367" y="2273"/>
                      <a:pt x="7896" y="2609"/>
                    </a:cubicBezTo>
                    <a:cubicBezTo>
                      <a:pt x="7459" y="2979"/>
                      <a:pt x="6281" y="3686"/>
                      <a:pt x="6281" y="3686"/>
                    </a:cubicBezTo>
                    <a:cubicBezTo>
                      <a:pt x="6281" y="3686"/>
                      <a:pt x="6147" y="4561"/>
                      <a:pt x="5541" y="4830"/>
                    </a:cubicBezTo>
                    <a:cubicBezTo>
                      <a:pt x="4968" y="5132"/>
                      <a:pt x="1569" y="4830"/>
                      <a:pt x="1569" y="4830"/>
                    </a:cubicBezTo>
                    <a:cubicBezTo>
                      <a:pt x="1569" y="4830"/>
                      <a:pt x="1065" y="5402"/>
                      <a:pt x="761" y="5704"/>
                    </a:cubicBezTo>
                    <a:cubicBezTo>
                      <a:pt x="459" y="6007"/>
                      <a:pt x="55" y="8025"/>
                      <a:pt x="55" y="8025"/>
                    </a:cubicBezTo>
                    <a:cubicBezTo>
                      <a:pt x="55" y="8025"/>
                      <a:pt x="-181" y="11490"/>
                      <a:pt x="324" y="11725"/>
                    </a:cubicBezTo>
                    <a:cubicBezTo>
                      <a:pt x="829" y="11928"/>
                      <a:pt x="1637" y="13105"/>
                      <a:pt x="2344" y="12870"/>
                    </a:cubicBezTo>
                    <a:cubicBezTo>
                      <a:pt x="3050" y="12667"/>
                      <a:pt x="4968" y="11725"/>
                      <a:pt x="5810" y="11120"/>
                    </a:cubicBezTo>
                    <a:cubicBezTo>
                      <a:pt x="6685" y="10548"/>
                      <a:pt x="7425" y="9876"/>
                      <a:pt x="7863" y="9977"/>
                    </a:cubicBezTo>
                    <a:cubicBezTo>
                      <a:pt x="8267" y="10043"/>
                      <a:pt x="9445" y="10548"/>
                      <a:pt x="9445" y="10548"/>
                    </a:cubicBezTo>
                    <a:lnTo>
                      <a:pt x="10320" y="11558"/>
                    </a:lnTo>
                    <a:lnTo>
                      <a:pt x="10320" y="13508"/>
                    </a:lnTo>
                    <a:lnTo>
                      <a:pt x="10185" y="13812"/>
                    </a:lnTo>
                    <a:close/>
                  </a:path>
                </a:pathLst>
              </a:custGeom>
              <a:grpFill/>
              <a:ln w="6350" cap="flat">
                <a:solidFill>
                  <a:schemeClr val="bg1"/>
                </a:solidFill>
                <a:prstDash val="solid"/>
                <a:miter/>
              </a:ln>
            </p:spPr>
            <p:txBody>
              <a:bodyPr rtlCol="0" anchor="ctr"/>
              <a:lstStyle/>
              <a:p>
                <a:endParaRPr lang="en-US"/>
              </a:p>
            </p:txBody>
          </p:sp>
        </p:grpSp>
      </p:grpSp>
      <p:sp>
        <p:nvSpPr>
          <p:cNvPr id="190" name="圆角矩形 189">
            <a:extLst>
              <a:ext uri="{FF2B5EF4-FFF2-40B4-BE49-F238E27FC236}">
                <a16:creationId xmlns:a16="http://schemas.microsoft.com/office/drawing/2014/main" id="{7E995E70-7CF2-64A5-3DE5-745ECB285C3C}"/>
              </a:ext>
            </a:extLst>
          </p:cNvPr>
          <p:cNvSpPr/>
          <p:nvPr/>
        </p:nvSpPr>
        <p:spPr>
          <a:xfrm>
            <a:off x="479608" y="1757659"/>
            <a:ext cx="2190540" cy="1748412"/>
          </a:xfrm>
          <a:prstGeom prst="roundRect">
            <a:avLst/>
          </a:prstGeom>
          <a:solidFill>
            <a:schemeClr val="bg1">
              <a:alpha val="76940"/>
            </a:schemeClr>
          </a:solid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1" name="椭圆 190">
            <a:extLst>
              <a:ext uri="{FF2B5EF4-FFF2-40B4-BE49-F238E27FC236}">
                <a16:creationId xmlns:a16="http://schemas.microsoft.com/office/drawing/2014/main" id="{046181D1-803E-4B73-E0AA-F5EDEA5619C0}"/>
              </a:ext>
            </a:extLst>
          </p:cNvPr>
          <p:cNvSpPr/>
          <p:nvPr/>
        </p:nvSpPr>
        <p:spPr>
          <a:xfrm rot="20635996">
            <a:off x="5005492" y="3087974"/>
            <a:ext cx="651622" cy="1033267"/>
          </a:xfrm>
          <a:prstGeom prst="ellipse">
            <a:avLst/>
          </a:prstGeom>
          <a:noFill/>
          <a:ln w="19050">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2" name="文本框 191">
            <a:extLst>
              <a:ext uri="{FF2B5EF4-FFF2-40B4-BE49-F238E27FC236}">
                <a16:creationId xmlns:a16="http://schemas.microsoft.com/office/drawing/2014/main" id="{41D01DE9-606C-3909-5C81-3614114E63D8}"/>
              </a:ext>
            </a:extLst>
          </p:cNvPr>
          <p:cNvSpPr txBox="1"/>
          <p:nvPr/>
        </p:nvSpPr>
        <p:spPr>
          <a:xfrm>
            <a:off x="3837379" y="2118611"/>
            <a:ext cx="1022657" cy="430887"/>
          </a:xfrm>
          <a:prstGeom prst="rect">
            <a:avLst/>
          </a:prstGeom>
          <a:noFill/>
        </p:spPr>
        <p:txBody>
          <a:bodyPr wrap="square" rtlCol="0">
            <a:spAutoFit/>
          </a:bodyPr>
          <a:lstStyle/>
          <a:p>
            <a:pPr algn="ctr"/>
            <a:r>
              <a:rPr kumimoji="1" lang="en" altLang="zh-CN" sz="105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05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3" name="矩形 192">
            <a:extLst>
              <a:ext uri="{FF2B5EF4-FFF2-40B4-BE49-F238E27FC236}">
                <a16:creationId xmlns:a16="http://schemas.microsoft.com/office/drawing/2014/main" id="{22F6625A-F010-CB32-24C2-EF3297B2BE29}"/>
              </a:ext>
            </a:extLst>
          </p:cNvPr>
          <p:cNvSpPr/>
          <p:nvPr/>
        </p:nvSpPr>
        <p:spPr>
          <a:xfrm>
            <a:off x="3047902" y="3976182"/>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4" name="文本框 193">
            <a:extLst>
              <a:ext uri="{FF2B5EF4-FFF2-40B4-BE49-F238E27FC236}">
                <a16:creationId xmlns:a16="http://schemas.microsoft.com/office/drawing/2014/main" id="{E5CF7033-BBBD-4DBF-0C56-8BD3AF424838}"/>
              </a:ext>
            </a:extLst>
          </p:cNvPr>
          <p:cNvSpPr txBox="1"/>
          <p:nvPr/>
        </p:nvSpPr>
        <p:spPr>
          <a:xfrm>
            <a:off x="3363139" y="3921049"/>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5" name="矩形 194">
            <a:extLst>
              <a:ext uri="{FF2B5EF4-FFF2-40B4-BE49-F238E27FC236}">
                <a16:creationId xmlns:a16="http://schemas.microsoft.com/office/drawing/2014/main" id="{24DBCACD-AB92-DEA9-5AA1-40322AE0005E}"/>
              </a:ext>
            </a:extLst>
          </p:cNvPr>
          <p:cNvSpPr/>
          <p:nvPr/>
        </p:nvSpPr>
        <p:spPr>
          <a:xfrm>
            <a:off x="3047902" y="4218861"/>
            <a:ext cx="329609" cy="159488"/>
          </a:xfrm>
          <a:prstGeom prst="rect">
            <a:avLst/>
          </a:prstGeom>
          <a:pattFill prst="wdDnDiag">
            <a:fgClr>
              <a:srgbClr val="BB3023"/>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6" name="文本框 195">
            <a:extLst>
              <a:ext uri="{FF2B5EF4-FFF2-40B4-BE49-F238E27FC236}">
                <a16:creationId xmlns:a16="http://schemas.microsoft.com/office/drawing/2014/main" id="{81633E34-F6C0-FE3E-9B67-ED0D6E8CB590}"/>
              </a:ext>
            </a:extLst>
          </p:cNvPr>
          <p:cNvSpPr txBox="1"/>
          <p:nvPr/>
        </p:nvSpPr>
        <p:spPr>
          <a:xfrm>
            <a:off x="3363139" y="4195626"/>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7" name="矩形 196">
            <a:extLst>
              <a:ext uri="{FF2B5EF4-FFF2-40B4-BE49-F238E27FC236}">
                <a16:creationId xmlns:a16="http://schemas.microsoft.com/office/drawing/2014/main" id="{A64A11AF-48D6-48E1-A8D1-A547A87EE1D2}"/>
              </a:ext>
            </a:extLst>
          </p:cNvPr>
          <p:cNvSpPr/>
          <p:nvPr/>
        </p:nvSpPr>
        <p:spPr>
          <a:xfrm>
            <a:off x="332509" y="997526"/>
            <a:ext cx="6004254" cy="40924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198" name="Google Shape;6256;p78">
            <a:extLst>
              <a:ext uri="{FF2B5EF4-FFF2-40B4-BE49-F238E27FC236}">
                <a16:creationId xmlns:a16="http://schemas.microsoft.com/office/drawing/2014/main" id="{33005FD1-AC7F-FEB6-BC8B-84D673DBCDC9}"/>
              </a:ext>
            </a:extLst>
          </p:cNvPr>
          <p:cNvGrpSpPr/>
          <p:nvPr/>
        </p:nvGrpSpPr>
        <p:grpSpPr>
          <a:xfrm>
            <a:off x="4193190" y="1611515"/>
            <a:ext cx="447037" cy="465540"/>
            <a:chOff x="2404875" y="3592725"/>
            <a:chExt cx="298525" cy="293825"/>
          </a:xfrm>
          <a:solidFill>
            <a:srgbClr val="BB3023"/>
          </a:solidFill>
        </p:grpSpPr>
        <p:sp>
          <p:nvSpPr>
            <p:cNvPr id="199" name="Google Shape;6257;p78">
              <a:extLst>
                <a:ext uri="{FF2B5EF4-FFF2-40B4-BE49-F238E27FC236}">
                  <a16:creationId xmlns:a16="http://schemas.microsoft.com/office/drawing/2014/main" id="{1265F642-991E-5FB9-5034-5C61E639F197}"/>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p>
          </p:txBody>
        </p:sp>
        <p:sp>
          <p:nvSpPr>
            <p:cNvPr id="200" name="Google Shape;6258;p78">
              <a:extLst>
                <a:ext uri="{FF2B5EF4-FFF2-40B4-BE49-F238E27FC236}">
                  <a16:creationId xmlns:a16="http://schemas.microsoft.com/office/drawing/2014/main" id="{D9A81061-F036-5C7B-138E-835AB9B3F958}"/>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p>
          </p:txBody>
        </p:sp>
        <p:sp>
          <p:nvSpPr>
            <p:cNvPr id="201" name="Google Shape;6259;p78">
              <a:extLst>
                <a:ext uri="{FF2B5EF4-FFF2-40B4-BE49-F238E27FC236}">
                  <a16:creationId xmlns:a16="http://schemas.microsoft.com/office/drawing/2014/main" id="{37E10803-B27D-46A9-0107-325323D89861}"/>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202" name="文本框 201">
            <a:extLst>
              <a:ext uri="{FF2B5EF4-FFF2-40B4-BE49-F238E27FC236}">
                <a16:creationId xmlns:a16="http://schemas.microsoft.com/office/drawing/2014/main" id="{4807AEA8-D84F-D9E1-0464-E38ED64FBC5E}"/>
              </a:ext>
            </a:extLst>
          </p:cNvPr>
          <p:cNvSpPr txBox="1"/>
          <p:nvPr/>
        </p:nvSpPr>
        <p:spPr>
          <a:xfrm>
            <a:off x="491667" y="966448"/>
            <a:ext cx="5444306" cy="461665"/>
          </a:xfrm>
          <a:prstGeom prst="rect">
            <a:avLst/>
          </a:prstGeom>
          <a:noFill/>
        </p:spPr>
        <p:txBody>
          <a:bodyPr wrap="square">
            <a:spAutoFit/>
          </a:bodyPr>
          <a:lstStyle/>
          <a:p>
            <a:r>
              <a:rPr kumimoji="1" lang="en-US" altLang="zh-CN" sz="2400" b="1" dirty="0">
                <a:solidFill>
                  <a:schemeClr val="bg1"/>
                </a:solidFill>
                <a:latin typeface="Alibaba PuHuiTi" pitchFamily="18" charset="-122"/>
                <a:ea typeface="Alibaba PuHuiTi" pitchFamily="18" charset="-122"/>
                <a:cs typeface="Alibaba PuHuiTi" pitchFamily="18" charset="-122"/>
              </a:rPr>
              <a:t>1</a:t>
            </a:r>
            <a:r>
              <a:rPr kumimoji="1" lang="en-US" altLang="zh-CN" sz="1600" i="1" dirty="0">
                <a:solidFill>
                  <a:schemeClr val="bg1"/>
                </a:solidFill>
                <a:latin typeface="Alibaba PuHuiTi" pitchFamily="18" charset="-122"/>
                <a:ea typeface="Alibaba PuHuiTi" pitchFamily="18" charset="-122"/>
                <a:cs typeface="Alibaba PuHuiTi" pitchFamily="18" charset="-122"/>
              </a:rPr>
              <a:t>.</a:t>
            </a:r>
            <a:r>
              <a:rPr kumimoji="1" lang="en" altLang="zh-CN" sz="1600" i="1"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lang="zh-CN" altLang="en-US" sz="1600" i="1" dirty="0">
              <a:solidFill>
                <a:schemeClr val="bg1"/>
              </a:solidFill>
            </a:endParaRPr>
          </a:p>
        </p:txBody>
      </p:sp>
      <p:sp>
        <p:nvSpPr>
          <p:cNvPr id="203" name="矩形 202">
            <a:extLst>
              <a:ext uri="{FF2B5EF4-FFF2-40B4-BE49-F238E27FC236}">
                <a16:creationId xmlns:a16="http://schemas.microsoft.com/office/drawing/2014/main" id="{0183D6A9-D82B-646B-0B9A-27BAE9657768}"/>
              </a:ext>
            </a:extLst>
          </p:cNvPr>
          <p:cNvSpPr/>
          <p:nvPr/>
        </p:nvSpPr>
        <p:spPr>
          <a:xfrm flipV="1">
            <a:off x="351691" y="1409697"/>
            <a:ext cx="5975957" cy="5193323"/>
          </a:xfrm>
          <a:prstGeom prst="rect">
            <a:avLst/>
          </a:prstGeom>
          <a:noFill/>
          <a:ln w="2222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4" name="矩形 203">
            <a:extLst>
              <a:ext uri="{FF2B5EF4-FFF2-40B4-BE49-F238E27FC236}">
                <a16:creationId xmlns:a16="http://schemas.microsoft.com/office/drawing/2014/main" id="{7F51126D-9C35-0C7B-062E-B256FF7852AD}"/>
              </a:ext>
            </a:extLst>
          </p:cNvPr>
          <p:cNvSpPr/>
          <p:nvPr/>
        </p:nvSpPr>
        <p:spPr>
          <a:xfrm>
            <a:off x="474241" y="1684105"/>
            <a:ext cx="2199676" cy="37751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5" name="文本框 204">
            <a:extLst>
              <a:ext uri="{FF2B5EF4-FFF2-40B4-BE49-F238E27FC236}">
                <a16:creationId xmlns:a16="http://schemas.microsoft.com/office/drawing/2014/main" id="{5F5E0F3E-5538-4EBF-6DAA-996CBE8C9E4F}"/>
              </a:ext>
            </a:extLst>
          </p:cNvPr>
          <p:cNvSpPr txBox="1"/>
          <p:nvPr/>
        </p:nvSpPr>
        <p:spPr>
          <a:xfrm>
            <a:off x="601409" y="1729736"/>
            <a:ext cx="1773569" cy="276999"/>
          </a:xfrm>
          <a:prstGeom prst="rect">
            <a:avLst/>
          </a:prstGeom>
          <a:noFill/>
        </p:spPr>
        <p:txBody>
          <a:bodyPr wrap="square" rtlCol="0">
            <a:spAutoFit/>
          </a:bodyPr>
          <a:lstStyle/>
          <a:p>
            <a:pPr algn="ctr"/>
            <a:r>
              <a:rPr kumimoji="1" lang="en" altLang="zh-CN" sz="12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2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06" name="文本框 205">
            <a:extLst>
              <a:ext uri="{FF2B5EF4-FFF2-40B4-BE49-F238E27FC236}">
                <a16:creationId xmlns:a16="http://schemas.microsoft.com/office/drawing/2014/main" id="{926E45A7-D5D7-1615-882F-6C5F11FAA22E}"/>
              </a:ext>
            </a:extLst>
          </p:cNvPr>
          <p:cNvSpPr txBox="1"/>
          <p:nvPr/>
        </p:nvSpPr>
        <p:spPr>
          <a:xfrm>
            <a:off x="597475" y="2200307"/>
            <a:ext cx="1931111" cy="1200329"/>
          </a:xfrm>
          <a:prstGeom prst="rect">
            <a:avLst/>
          </a:prstGeom>
          <a:noFill/>
        </p:spPr>
        <p:txBody>
          <a:bodyPr wrap="square" rtlCol="0">
            <a:spAutoFit/>
          </a:bodyPr>
          <a:lstStyle/>
          <a:p>
            <a:pPr marL="171450" indent="-171450">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2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7" name="任意形状 206">
            <a:extLst>
              <a:ext uri="{FF2B5EF4-FFF2-40B4-BE49-F238E27FC236}">
                <a16:creationId xmlns:a16="http://schemas.microsoft.com/office/drawing/2014/main" id="{FAE45DF2-AF93-7FF4-F0F9-8D54D3C7030E}"/>
              </a:ext>
            </a:extLst>
          </p:cNvPr>
          <p:cNvSpPr/>
          <p:nvPr/>
        </p:nvSpPr>
        <p:spPr>
          <a:xfrm rot="10800000">
            <a:off x="499703" y="3707038"/>
            <a:ext cx="2170445" cy="938307"/>
          </a:xfrm>
          <a:custGeom>
            <a:avLst/>
            <a:gdLst>
              <a:gd name="connsiteX0" fmla="*/ 1852243 w 1979525"/>
              <a:gd name="connsiteY0" fmla="*/ 938307 h 938307"/>
              <a:gd name="connsiteX1" fmla="*/ 127282 w 1979525"/>
              <a:gd name="connsiteY1" fmla="*/ 938307 h 938307"/>
              <a:gd name="connsiteX2" fmla="*/ 0 w 1979525"/>
              <a:gd name="connsiteY2" fmla="*/ 811025 h 938307"/>
              <a:gd name="connsiteX3" fmla="*/ 0 w 1979525"/>
              <a:gd name="connsiteY3" fmla="*/ 301914 h 938307"/>
              <a:gd name="connsiteX4" fmla="*/ 127282 w 1979525"/>
              <a:gd name="connsiteY4" fmla="*/ 174632 h 938307"/>
              <a:gd name="connsiteX5" fmla="*/ 1351409 w 1979525"/>
              <a:gd name="connsiteY5" fmla="*/ 174632 h 938307"/>
              <a:gd name="connsiteX6" fmla="*/ 1547448 w 1979525"/>
              <a:gd name="connsiteY6" fmla="*/ 0 h 938307"/>
              <a:gd name="connsiteX7" fmla="*/ 1743486 w 1979525"/>
              <a:gd name="connsiteY7" fmla="*/ 174632 h 938307"/>
              <a:gd name="connsiteX8" fmla="*/ 1852243 w 1979525"/>
              <a:gd name="connsiteY8" fmla="*/ 174632 h 938307"/>
              <a:gd name="connsiteX9" fmla="*/ 1979525 w 1979525"/>
              <a:gd name="connsiteY9" fmla="*/ 301914 h 938307"/>
              <a:gd name="connsiteX10" fmla="*/ 1979525 w 1979525"/>
              <a:gd name="connsiteY10" fmla="*/ 811025 h 938307"/>
              <a:gd name="connsiteX11" fmla="*/ 1852243 w 1979525"/>
              <a:gd name="connsiteY11" fmla="*/ 938307 h 93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79525" h="938307">
                <a:moveTo>
                  <a:pt x="1852243" y="938307"/>
                </a:moveTo>
                <a:lnTo>
                  <a:pt x="127282" y="938307"/>
                </a:lnTo>
                <a:cubicBezTo>
                  <a:pt x="56986" y="938307"/>
                  <a:pt x="0" y="881321"/>
                  <a:pt x="0" y="811025"/>
                </a:cubicBezTo>
                <a:lnTo>
                  <a:pt x="0" y="301914"/>
                </a:lnTo>
                <a:cubicBezTo>
                  <a:pt x="0" y="231618"/>
                  <a:pt x="56986" y="174632"/>
                  <a:pt x="127282" y="174632"/>
                </a:cubicBezTo>
                <a:lnTo>
                  <a:pt x="1351409" y="174632"/>
                </a:lnTo>
                <a:lnTo>
                  <a:pt x="1547448" y="0"/>
                </a:lnTo>
                <a:lnTo>
                  <a:pt x="1743486" y="174632"/>
                </a:lnTo>
                <a:lnTo>
                  <a:pt x="1852243" y="174632"/>
                </a:lnTo>
                <a:cubicBezTo>
                  <a:pt x="1922539" y="174632"/>
                  <a:pt x="1979525" y="231618"/>
                  <a:pt x="1979525" y="301914"/>
                </a:cubicBezTo>
                <a:lnTo>
                  <a:pt x="1979525" y="811025"/>
                </a:lnTo>
                <a:cubicBezTo>
                  <a:pt x="1979525" y="881321"/>
                  <a:pt x="1922539" y="938307"/>
                  <a:pt x="1852243" y="938307"/>
                </a:cubicBez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208" name="文本框 207">
            <a:extLst>
              <a:ext uri="{FF2B5EF4-FFF2-40B4-BE49-F238E27FC236}">
                <a16:creationId xmlns:a16="http://schemas.microsoft.com/office/drawing/2014/main" id="{586C4772-53FC-18C7-69B0-6BE4B21C73D3}"/>
              </a:ext>
            </a:extLst>
          </p:cNvPr>
          <p:cNvSpPr txBox="1"/>
          <p:nvPr/>
        </p:nvSpPr>
        <p:spPr>
          <a:xfrm>
            <a:off x="650824" y="3754752"/>
            <a:ext cx="1931111" cy="646331"/>
          </a:xfrm>
          <a:prstGeom prst="rect">
            <a:avLst/>
          </a:prstGeom>
          <a:noFill/>
        </p:spPr>
        <p:txBody>
          <a:bodyPr wrap="square" rtlCol="0">
            <a:spAutoFit/>
          </a:bodyPr>
          <a:lstStyle/>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9" name="五边形 208">
            <a:extLst>
              <a:ext uri="{FF2B5EF4-FFF2-40B4-BE49-F238E27FC236}">
                <a16:creationId xmlns:a16="http://schemas.microsoft.com/office/drawing/2014/main" id="{B0625E17-0E0D-75D0-529F-26079E3533B7}"/>
              </a:ext>
            </a:extLst>
          </p:cNvPr>
          <p:cNvSpPr/>
          <p:nvPr/>
        </p:nvSpPr>
        <p:spPr>
          <a:xfrm>
            <a:off x="442128" y="4777590"/>
            <a:ext cx="3084843" cy="401934"/>
          </a:xfrm>
          <a:prstGeom prst="homePlate">
            <a:avLst>
              <a:gd name="adj" fmla="val 60345"/>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0" name="任意形状 209">
            <a:extLst>
              <a:ext uri="{FF2B5EF4-FFF2-40B4-BE49-F238E27FC236}">
                <a16:creationId xmlns:a16="http://schemas.microsoft.com/office/drawing/2014/main" id="{6133D5FD-8E5E-B523-3432-6C942A02750B}"/>
              </a:ext>
            </a:extLst>
          </p:cNvPr>
          <p:cNvSpPr/>
          <p:nvPr/>
        </p:nvSpPr>
        <p:spPr>
          <a:xfrm>
            <a:off x="3516922" y="4800199"/>
            <a:ext cx="2636989" cy="386860"/>
          </a:xfrm>
          <a:custGeom>
            <a:avLst/>
            <a:gdLst>
              <a:gd name="connsiteX0" fmla="*/ 0 w 2280976"/>
              <a:gd name="connsiteY0" fmla="*/ 0 h 386860"/>
              <a:gd name="connsiteX1" fmla="*/ 2280976 w 2280976"/>
              <a:gd name="connsiteY1" fmla="*/ 0 h 386860"/>
              <a:gd name="connsiteX2" fmla="*/ 2280976 w 2280976"/>
              <a:gd name="connsiteY2" fmla="*/ 386860 h 386860"/>
              <a:gd name="connsiteX3" fmla="*/ 0 w 2280976"/>
              <a:gd name="connsiteY3" fmla="*/ 386860 h 386860"/>
              <a:gd name="connsiteX4" fmla="*/ 175225 w 2280976"/>
              <a:gd name="connsiteY4" fmla="*/ 193430 h 38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0976" h="386860">
                <a:moveTo>
                  <a:pt x="0" y="0"/>
                </a:moveTo>
                <a:lnTo>
                  <a:pt x="2280976" y="0"/>
                </a:lnTo>
                <a:lnTo>
                  <a:pt x="2280976" y="386860"/>
                </a:lnTo>
                <a:lnTo>
                  <a:pt x="0" y="386860"/>
                </a:lnTo>
                <a:lnTo>
                  <a:pt x="175225" y="193430"/>
                </a:lnTo>
                <a:close/>
              </a:path>
            </a:pathLst>
          </a:custGeom>
          <a:solidFill>
            <a:schemeClr val="tx1">
              <a:lumMod val="75000"/>
              <a:lumOff val="25000"/>
            </a:scheme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211" name="文本框 210">
            <a:extLst>
              <a:ext uri="{FF2B5EF4-FFF2-40B4-BE49-F238E27FC236}">
                <a16:creationId xmlns:a16="http://schemas.microsoft.com/office/drawing/2014/main" id="{1DE1E0E3-790B-64BE-9645-7EF7FD9CC6B0}"/>
              </a:ext>
            </a:extLst>
          </p:cNvPr>
          <p:cNvSpPr txBox="1"/>
          <p:nvPr/>
        </p:nvSpPr>
        <p:spPr>
          <a:xfrm>
            <a:off x="463445" y="4811823"/>
            <a:ext cx="2802269" cy="338554"/>
          </a:xfrm>
          <a:prstGeom prst="rect">
            <a:avLst/>
          </a:prstGeom>
          <a:noFill/>
        </p:spPr>
        <p:txBody>
          <a:bodyPr wrap="square" rtlCol="0">
            <a:spAutoFit/>
          </a:bodyPr>
          <a:lstStyle/>
          <a:p>
            <a:pPr algn="ctr"/>
            <a:r>
              <a:rPr kumimoji="1" lang="en" altLang="zh-CN" sz="16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6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12" name="文本框 211">
            <a:extLst>
              <a:ext uri="{FF2B5EF4-FFF2-40B4-BE49-F238E27FC236}">
                <a16:creationId xmlns:a16="http://schemas.microsoft.com/office/drawing/2014/main" id="{218EDF14-9E65-EB3B-3126-47AD5D68F776}"/>
              </a:ext>
            </a:extLst>
          </p:cNvPr>
          <p:cNvSpPr txBox="1"/>
          <p:nvPr/>
        </p:nvSpPr>
        <p:spPr>
          <a:xfrm>
            <a:off x="3800123" y="4862065"/>
            <a:ext cx="1857100" cy="261610"/>
          </a:xfrm>
          <a:prstGeom prst="rect">
            <a:avLst/>
          </a:prstGeom>
          <a:noFill/>
        </p:spPr>
        <p:txBody>
          <a:bodyPr wrap="square" rtlCol="0">
            <a:spAutoFit/>
          </a:bodyPr>
          <a:lstStyle/>
          <a:p>
            <a:pPr algn="ctr"/>
            <a:r>
              <a:rPr kumimoji="1" lang="en" altLang="zh-CN" sz="11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13" name="文本框 212">
            <a:extLst>
              <a:ext uri="{FF2B5EF4-FFF2-40B4-BE49-F238E27FC236}">
                <a16:creationId xmlns:a16="http://schemas.microsoft.com/office/drawing/2014/main" id="{B75490EB-B29E-5676-7C28-D20D72BDC82F}"/>
              </a:ext>
            </a:extLst>
          </p:cNvPr>
          <p:cNvSpPr txBox="1"/>
          <p:nvPr/>
        </p:nvSpPr>
        <p:spPr>
          <a:xfrm>
            <a:off x="3431704" y="5284064"/>
            <a:ext cx="2713064" cy="1338828"/>
          </a:xfrm>
          <a:prstGeom prst="rect">
            <a:avLst/>
          </a:prstGeom>
          <a:noFill/>
        </p:spPr>
        <p:txBody>
          <a:bodyPr wrap="square" rtlCol="0">
            <a:spAutoFit/>
          </a:bodyPr>
          <a:lstStyle/>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4" name="椭圆 213">
            <a:extLst>
              <a:ext uri="{FF2B5EF4-FFF2-40B4-BE49-F238E27FC236}">
                <a16:creationId xmlns:a16="http://schemas.microsoft.com/office/drawing/2014/main" id="{52646944-6E6D-B242-9DFA-BAF99AB61458}"/>
              </a:ext>
            </a:extLst>
          </p:cNvPr>
          <p:cNvSpPr/>
          <p:nvPr/>
        </p:nvSpPr>
        <p:spPr>
          <a:xfrm>
            <a:off x="639132" y="5335886"/>
            <a:ext cx="419723" cy="419723"/>
          </a:xfrm>
          <a:prstGeom prst="ellipse">
            <a:avLst/>
          </a:prstGeom>
          <a:solidFill>
            <a:schemeClr val="bg1"/>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700"/>
          </a:p>
        </p:txBody>
      </p:sp>
      <p:sp>
        <p:nvSpPr>
          <p:cNvPr id="215" name="椭圆 214">
            <a:extLst>
              <a:ext uri="{FF2B5EF4-FFF2-40B4-BE49-F238E27FC236}">
                <a16:creationId xmlns:a16="http://schemas.microsoft.com/office/drawing/2014/main" id="{FCC3D61D-BE13-D4CC-8F71-E64899744492}"/>
              </a:ext>
            </a:extLst>
          </p:cNvPr>
          <p:cNvSpPr/>
          <p:nvPr/>
        </p:nvSpPr>
        <p:spPr>
          <a:xfrm>
            <a:off x="639132" y="5880063"/>
            <a:ext cx="419723" cy="419723"/>
          </a:xfrm>
          <a:prstGeom prst="ellipse">
            <a:avLst/>
          </a:prstGeom>
          <a:solidFill>
            <a:schemeClr val="bg1"/>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700"/>
          </a:p>
        </p:txBody>
      </p:sp>
      <p:grpSp>
        <p:nvGrpSpPr>
          <p:cNvPr id="216" name="Google Shape;6083;p78">
            <a:extLst>
              <a:ext uri="{FF2B5EF4-FFF2-40B4-BE49-F238E27FC236}">
                <a16:creationId xmlns:a16="http://schemas.microsoft.com/office/drawing/2014/main" id="{305B10E7-D496-8034-C239-6B1BC73C4643}"/>
              </a:ext>
            </a:extLst>
          </p:cNvPr>
          <p:cNvGrpSpPr/>
          <p:nvPr/>
        </p:nvGrpSpPr>
        <p:grpSpPr>
          <a:xfrm>
            <a:off x="707395" y="5413533"/>
            <a:ext cx="277413" cy="266574"/>
            <a:chOff x="-62890750" y="3747425"/>
            <a:chExt cx="330825" cy="317900"/>
          </a:xfrm>
          <a:solidFill>
            <a:srgbClr val="1E344D"/>
          </a:solidFill>
        </p:grpSpPr>
        <p:sp>
          <p:nvSpPr>
            <p:cNvPr id="217" name="Google Shape;6084;p78">
              <a:extLst>
                <a:ext uri="{FF2B5EF4-FFF2-40B4-BE49-F238E27FC236}">
                  <a16:creationId xmlns:a16="http://schemas.microsoft.com/office/drawing/2014/main" id="{AE9E6C65-D6FA-E377-D32C-6471A4D8E41E}"/>
                </a:ext>
              </a:extLst>
            </p:cNvPr>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 name="Google Shape;6085;p78">
              <a:extLst>
                <a:ext uri="{FF2B5EF4-FFF2-40B4-BE49-F238E27FC236}">
                  <a16:creationId xmlns:a16="http://schemas.microsoft.com/office/drawing/2014/main" id="{53EB749A-3FC2-5285-56A7-BB896FC92392}"/>
                </a:ext>
              </a:extLst>
            </p:cNvPr>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 name="Google Shape;6086;p78">
              <a:extLst>
                <a:ext uri="{FF2B5EF4-FFF2-40B4-BE49-F238E27FC236}">
                  <a16:creationId xmlns:a16="http://schemas.microsoft.com/office/drawing/2014/main" id="{11F88068-001F-F4CB-B74C-C61A81BF846B}"/>
                </a:ext>
              </a:extLst>
            </p:cNvPr>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 name="Google Shape;6087;p78">
              <a:extLst>
                <a:ext uri="{FF2B5EF4-FFF2-40B4-BE49-F238E27FC236}">
                  <a16:creationId xmlns:a16="http://schemas.microsoft.com/office/drawing/2014/main" id="{94EED2E5-7CCD-5323-0B2B-B9EEE241D3BD}"/>
                </a:ext>
              </a:extLst>
            </p:cNvPr>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 name="Google Shape;6088;p78">
              <a:extLst>
                <a:ext uri="{FF2B5EF4-FFF2-40B4-BE49-F238E27FC236}">
                  <a16:creationId xmlns:a16="http://schemas.microsoft.com/office/drawing/2014/main" id="{8CE96304-1FD8-B2B6-2F30-1AD3DEAE1CF1}"/>
                </a:ext>
              </a:extLst>
            </p:cNvPr>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 name="Google Shape;6089;p78">
              <a:extLst>
                <a:ext uri="{FF2B5EF4-FFF2-40B4-BE49-F238E27FC236}">
                  <a16:creationId xmlns:a16="http://schemas.microsoft.com/office/drawing/2014/main" id="{3C62C4C6-CE71-28F8-5C3B-36593DD43C1E}"/>
                </a:ext>
              </a:extLst>
            </p:cNvPr>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 name="Google Shape;6090;p78">
              <a:extLst>
                <a:ext uri="{FF2B5EF4-FFF2-40B4-BE49-F238E27FC236}">
                  <a16:creationId xmlns:a16="http://schemas.microsoft.com/office/drawing/2014/main" id="{E470F69C-994E-89AE-DAC2-04E9807890CF}"/>
                </a:ext>
              </a:extLst>
            </p:cNvPr>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 name="Google Shape;6091;p78">
              <a:extLst>
                <a:ext uri="{FF2B5EF4-FFF2-40B4-BE49-F238E27FC236}">
                  <a16:creationId xmlns:a16="http://schemas.microsoft.com/office/drawing/2014/main" id="{EF954273-42A4-0719-4D6A-BFE480405C9E}"/>
                </a:ext>
              </a:extLst>
            </p:cNvPr>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 name="Google Shape;6092;p78">
              <a:extLst>
                <a:ext uri="{FF2B5EF4-FFF2-40B4-BE49-F238E27FC236}">
                  <a16:creationId xmlns:a16="http://schemas.microsoft.com/office/drawing/2014/main" id="{059ED2FC-614A-CA3F-5DB8-C943F5EE5C3A}"/>
                </a:ext>
              </a:extLst>
            </p:cNvPr>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 name="Google Shape;6093;p78">
              <a:extLst>
                <a:ext uri="{FF2B5EF4-FFF2-40B4-BE49-F238E27FC236}">
                  <a16:creationId xmlns:a16="http://schemas.microsoft.com/office/drawing/2014/main" id="{FD249075-66C7-269D-30EB-8ED0D00C1655}"/>
                </a:ext>
              </a:extLst>
            </p:cNvPr>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 name="Google Shape;6094;p78">
              <a:extLst>
                <a:ext uri="{FF2B5EF4-FFF2-40B4-BE49-F238E27FC236}">
                  <a16:creationId xmlns:a16="http://schemas.microsoft.com/office/drawing/2014/main" id="{2996460B-C990-6C78-DFE1-FB48DEBE9F27}"/>
                </a:ext>
              </a:extLst>
            </p:cNvPr>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 name="Google Shape;6095;p78">
              <a:extLst>
                <a:ext uri="{FF2B5EF4-FFF2-40B4-BE49-F238E27FC236}">
                  <a16:creationId xmlns:a16="http://schemas.microsoft.com/office/drawing/2014/main" id="{2FC5249A-4DCF-98A9-E73C-DE29633A0BD0}"/>
                </a:ext>
              </a:extLst>
            </p:cNvPr>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 name="Google Shape;6096;p78">
              <a:extLst>
                <a:ext uri="{FF2B5EF4-FFF2-40B4-BE49-F238E27FC236}">
                  <a16:creationId xmlns:a16="http://schemas.microsoft.com/office/drawing/2014/main" id="{FB3B4D9E-1CB2-8370-F67A-B8F52203B98F}"/>
                </a:ext>
              </a:extLst>
            </p:cNvPr>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 name="Google Shape;6097;p78">
              <a:extLst>
                <a:ext uri="{FF2B5EF4-FFF2-40B4-BE49-F238E27FC236}">
                  <a16:creationId xmlns:a16="http://schemas.microsoft.com/office/drawing/2014/main" id="{76347258-E2EF-FC2A-5D57-092810C75D6F}"/>
                </a:ext>
              </a:extLst>
            </p:cNvPr>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231" name="Google Shape;6207;p78">
            <a:extLst>
              <a:ext uri="{FF2B5EF4-FFF2-40B4-BE49-F238E27FC236}">
                <a16:creationId xmlns:a16="http://schemas.microsoft.com/office/drawing/2014/main" id="{64AF2E71-BA9B-C568-5844-20C62E461420}"/>
              </a:ext>
            </a:extLst>
          </p:cNvPr>
          <p:cNvGrpSpPr/>
          <p:nvPr/>
        </p:nvGrpSpPr>
        <p:grpSpPr>
          <a:xfrm>
            <a:off x="723808" y="5950986"/>
            <a:ext cx="265526" cy="266197"/>
            <a:chOff x="-61784125" y="3377700"/>
            <a:chExt cx="316650" cy="317450"/>
          </a:xfrm>
          <a:solidFill>
            <a:srgbClr val="1E344D"/>
          </a:solidFill>
        </p:grpSpPr>
        <p:sp>
          <p:nvSpPr>
            <p:cNvPr id="232" name="Google Shape;6208;p78">
              <a:extLst>
                <a:ext uri="{FF2B5EF4-FFF2-40B4-BE49-F238E27FC236}">
                  <a16:creationId xmlns:a16="http://schemas.microsoft.com/office/drawing/2014/main" id="{29FA0234-87C8-00A6-ABEE-272D80C9FAC5}"/>
                </a:ext>
              </a:extLst>
            </p:cNvPr>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 name="Google Shape;6209;p78">
              <a:extLst>
                <a:ext uri="{FF2B5EF4-FFF2-40B4-BE49-F238E27FC236}">
                  <a16:creationId xmlns:a16="http://schemas.microsoft.com/office/drawing/2014/main" id="{A0D959A8-5887-8977-EE13-54F335FBEBD5}"/>
                </a:ext>
              </a:extLst>
            </p:cNvPr>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 name="Google Shape;6210;p78">
              <a:extLst>
                <a:ext uri="{FF2B5EF4-FFF2-40B4-BE49-F238E27FC236}">
                  <a16:creationId xmlns:a16="http://schemas.microsoft.com/office/drawing/2014/main" id="{7E740890-9145-E0FD-5C82-B4869853F9C2}"/>
                </a:ext>
              </a:extLst>
            </p:cNvPr>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 name="Google Shape;6211;p78">
              <a:extLst>
                <a:ext uri="{FF2B5EF4-FFF2-40B4-BE49-F238E27FC236}">
                  <a16:creationId xmlns:a16="http://schemas.microsoft.com/office/drawing/2014/main" id="{A66EB93F-A335-A96C-4589-A19000D0ED0A}"/>
                </a:ext>
              </a:extLst>
            </p:cNvPr>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 name="Google Shape;6212;p78">
              <a:extLst>
                <a:ext uri="{FF2B5EF4-FFF2-40B4-BE49-F238E27FC236}">
                  <a16:creationId xmlns:a16="http://schemas.microsoft.com/office/drawing/2014/main" id="{9CC16E31-EE24-B7AF-9E13-54EC1623B80A}"/>
                </a:ext>
              </a:extLst>
            </p:cNvPr>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 name="Google Shape;6213;p78">
              <a:extLst>
                <a:ext uri="{FF2B5EF4-FFF2-40B4-BE49-F238E27FC236}">
                  <a16:creationId xmlns:a16="http://schemas.microsoft.com/office/drawing/2014/main" id="{24ABC5B7-B32B-8633-7166-2C31D9DBE7F1}"/>
                </a:ext>
              </a:extLst>
            </p:cNvPr>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 name="Google Shape;6214;p78">
              <a:extLst>
                <a:ext uri="{FF2B5EF4-FFF2-40B4-BE49-F238E27FC236}">
                  <a16:creationId xmlns:a16="http://schemas.microsoft.com/office/drawing/2014/main" id="{72A597BE-A941-BEED-CACF-2B1E29910237}"/>
                </a:ext>
              </a:extLst>
            </p:cNvPr>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239" name="文本框 238">
            <a:extLst>
              <a:ext uri="{FF2B5EF4-FFF2-40B4-BE49-F238E27FC236}">
                <a16:creationId xmlns:a16="http://schemas.microsoft.com/office/drawing/2014/main" id="{94695F76-1751-4103-81BE-2468D41C26EB}"/>
              </a:ext>
            </a:extLst>
          </p:cNvPr>
          <p:cNvSpPr txBox="1"/>
          <p:nvPr/>
        </p:nvSpPr>
        <p:spPr>
          <a:xfrm>
            <a:off x="1086715" y="5390404"/>
            <a:ext cx="577193" cy="307777"/>
          </a:xfrm>
          <a:prstGeom prst="rect">
            <a:avLst/>
          </a:prstGeom>
          <a:noFill/>
        </p:spPr>
        <p:txBody>
          <a:bodyPr wrap="square" rtlCol="0">
            <a:spAutoFit/>
          </a:bodyPr>
          <a:lstStyle/>
          <a:p>
            <a:pPr algn="l"/>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67%</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0" name="文本框 239">
            <a:extLst>
              <a:ext uri="{FF2B5EF4-FFF2-40B4-BE49-F238E27FC236}">
                <a16:creationId xmlns:a16="http://schemas.microsoft.com/office/drawing/2014/main" id="{CEE56B76-D24B-5E76-2CFB-9C2265612B74}"/>
              </a:ext>
            </a:extLst>
          </p:cNvPr>
          <p:cNvSpPr txBox="1"/>
          <p:nvPr/>
        </p:nvSpPr>
        <p:spPr>
          <a:xfrm>
            <a:off x="1633970" y="5308095"/>
            <a:ext cx="1708835"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1" name="文本框 240">
            <a:extLst>
              <a:ext uri="{FF2B5EF4-FFF2-40B4-BE49-F238E27FC236}">
                <a16:creationId xmlns:a16="http://schemas.microsoft.com/office/drawing/2014/main" id="{C2BFDCAA-BF4E-A7BC-4AFC-F15CBF04B453}"/>
              </a:ext>
            </a:extLst>
          </p:cNvPr>
          <p:cNvSpPr txBox="1"/>
          <p:nvPr/>
        </p:nvSpPr>
        <p:spPr>
          <a:xfrm>
            <a:off x="1079220" y="5970953"/>
            <a:ext cx="577193" cy="307777"/>
          </a:xfrm>
          <a:prstGeom prst="rect">
            <a:avLst/>
          </a:prstGeom>
          <a:noFill/>
        </p:spPr>
        <p:txBody>
          <a:bodyPr wrap="square" rtlCol="0">
            <a:spAutoFit/>
          </a:bodyPr>
          <a:lstStyle/>
          <a:p>
            <a:pPr algn="l"/>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34%</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2" name="文本框 241">
            <a:extLst>
              <a:ext uri="{FF2B5EF4-FFF2-40B4-BE49-F238E27FC236}">
                <a16:creationId xmlns:a16="http://schemas.microsoft.com/office/drawing/2014/main" id="{E3A61F1D-6C50-EE8C-C633-4FC1F0725691}"/>
              </a:ext>
            </a:extLst>
          </p:cNvPr>
          <p:cNvSpPr txBox="1"/>
          <p:nvPr/>
        </p:nvSpPr>
        <p:spPr>
          <a:xfrm>
            <a:off x="1648961" y="5963595"/>
            <a:ext cx="1708835"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3" name="矩形 242">
            <a:extLst>
              <a:ext uri="{FF2B5EF4-FFF2-40B4-BE49-F238E27FC236}">
                <a16:creationId xmlns:a16="http://schemas.microsoft.com/office/drawing/2014/main" id="{C9090FFE-DF20-2FEB-25F0-87B38B9CD35E}"/>
              </a:ext>
            </a:extLst>
          </p:cNvPr>
          <p:cNvSpPr/>
          <p:nvPr/>
        </p:nvSpPr>
        <p:spPr>
          <a:xfrm>
            <a:off x="6779729" y="1039882"/>
            <a:ext cx="481623" cy="3896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4" name="文本框 243">
            <a:extLst>
              <a:ext uri="{FF2B5EF4-FFF2-40B4-BE49-F238E27FC236}">
                <a16:creationId xmlns:a16="http://schemas.microsoft.com/office/drawing/2014/main" id="{4CDFC6A3-8D1D-7804-9F50-4FE542A877AA}"/>
              </a:ext>
            </a:extLst>
          </p:cNvPr>
          <p:cNvSpPr txBox="1"/>
          <p:nvPr/>
        </p:nvSpPr>
        <p:spPr>
          <a:xfrm>
            <a:off x="6830568" y="996696"/>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45" name="文本框 244">
            <a:extLst>
              <a:ext uri="{FF2B5EF4-FFF2-40B4-BE49-F238E27FC236}">
                <a16:creationId xmlns:a16="http://schemas.microsoft.com/office/drawing/2014/main" id="{114EBF26-E0EF-40DE-0136-3AEF6D9F3A2F}"/>
              </a:ext>
            </a:extLst>
          </p:cNvPr>
          <p:cNvSpPr txBox="1"/>
          <p:nvPr/>
        </p:nvSpPr>
        <p:spPr>
          <a:xfrm>
            <a:off x="7331379" y="984736"/>
            <a:ext cx="4418661" cy="584775"/>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600" b="1" dirty="0">
              <a:solidFill>
                <a:srgbClr val="1E344D"/>
              </a:solidFill>
            </a:endParaRPr>
          </a:p>
        </p:txBody>
      </p:sp>
      <p:sp>
        <p:nvSpPr>
          <p:cNvPr id="246" name="文本框 245">
            <a:extLst>
              <a:ext uri="{FF2B5EF4-FFF2-40B4-BE49-F238E27FC236}">
                <a16:creationId xmlns:a16="http://schemas.microsoft.com/office/drawing/2014/main" id="{F7D75D7C-347E-4AFD-6FFC-7C7D20E05F02}"/>
              </a:ext>
            </a:extLst>
          </p:cNvPr>
          <p:cNvSpPr txBox="1"/>
          <p:nvPr/>
        </p:nvSpPr>
        <p:spPr>
          <a:xfrm>
            <a:off x="7876060" y="1618488"/>
            <a:ext cx="819429" cy="400110"/>
          </a:xfrm>
          <a:prstGeom prst="rect">
            <a:avLst/>
          </a:prstGeom>
          <a:solidFill>
            <a:srgbClr val="1E344D"/>
          </a:solidFill>
          <a:ln>
            <a:solidFill>
              <a:srgbClr val="1E344D"/>
            </a:solid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47" name="文本框 246">
            <a:extLst>
              <a:ext uri="{FF2B5EF4-FFF2-40B4-BE49-F238E27FC236}">
                <a16:creationId xmlns:a16="http://schemas.microsoft.com/office/drawing/2014/main" id="{4E321744-D0D2-FD80-76E4-21B56015FB56}"/>
              </a:ext>
            </a:extLst>
          </p:cNvPr>
          <p:cNvSpPr txBox="1"/>
          <p:nvPr/>
        </p:nvSpPr>
        <p:spPr>
          <a:xfrm>
            <a:off x="6702752" y="2175542"/>
            <a:ext cx="1206779"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8" name="文本框 247">
            <a:extLst>
              <a:ext uri="{FF2B5EF4-FFF2-40B4-BE49-F238E27FC236}">
                <a16:creationId xmlns:a16="http://schemas.microsoft.com/office/drawing/2014/main" id="{24284295-91B8-93ED-B067-F134D2AFCC43}"/>
              </a:ext>
            </a:extLst>
          </p:cNvPr>
          <p:cNvSpPr txBox="1"/>
          <p:nvPr/>
        </p:nvSpPr>
        <p:spPr>
          <a:xfrm>
            <a:off x="6734574" y="2410010"/>
            <a:ext cx="969095" cy="261610"/>
          </a:xfrm>
          <a:prstGeom prst="rect">
            <a:avLst/>
          </a:prstGeom>
          <a:noFill/>
        </p:spPr>
        <p:txBody>
          <a:bodyPr wrap="square">
            <a:spAutoFit/>
          </a:bodyPr>
          <a:lstStyle/>
          <a:p>
            <a:r>
              <a:rPr kumimoji="1" lang="en" altLang="zh-CN" sz="1100" b="1" dirty="0">
                <a:solidFill>
                  <a:srgbClr val="1E344D"/>
                </a:solidFill>
                <a:latin typeface="Alibaba PuHuiTi" pitchFamily="18" charset="-122"/>
                <a:ea typeface="Alibaba PuHuiTi" pitchFamily="18" charset="-122"/>
                <a:cs typeface="Alibaba PuHuiTi" pitchFamily="18" charset="-122"/>
              </a:rPr>
              <a:t>main title</a:t>
            </a:r>
            <a:endParaRPr lang="zh-CN" altLang="en-US" sz="1100" b="1" dirty="0">
              <a:solidFill>
                <a:srgbClr val="1E344D"/>
              </a:solidFill>
              <a:latin typeface="Alibaba PuHuiTi" pitchFamily="18" charset="-122"/>
              <a:ea typeface="Alibaba PuHuiTi" pitchFamily="18" charset="-122"/>
              <a:cs typeface="Alibaba PuHuiTi" pitchFamily="18" charset="-122"/>
            </a:endParaRPr>
          </a:p>
        </p:txBody>
      </p:sp>
      <p:cxnSp>
        <p:nvCxnSpPr>
          <p:cNvPr id="249" name="直线连接符 248">
            <a:extLst>
              <a:ext uri="{FF2B5EF4-FFF2-40B4-BE49-F238E27FC236}">
                <a16:creationId xmlns:a16="http://schemas.microsoft.com/office/drawing/2014/main" id="{1C29F017-201F-1446-E2C2-FE9BD825EF6B}"/>
              </a:ext>
            </a:extLst>
          </p:cNvPr>
          <p:cNvCxnSpPr/>
          <p:nvPr/>
        </p:nvCxnSpPr>
        <p:spPr>
          <a:xfrm>
            <a:off x="6729317" y="2106310"/>
            <a:ext cx="4976038"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0" name="直线连接符 249">
            <a:extLst>
              <a:ext uri="{FF2B5EF4-FFF2-40B4-BE49-F238E27FC236}">
                <a16:creationId xmlns:a16="http://schemas.microsoft.com/office/drawing/2014/main" id="{B13CA5AD-37EA-0022-82A9-1778B9BD7175}"/>
              </a:ext>
            </a:extLst>
          </p:cNvPr>
          <p:cNvCxnSpPr>
            <a:cxnSpLocks/>
          </p:cNvCxnSpPr>
          <p:nvPr/>
        </p:nvCxnSpPr>
        <p:spPr>
          <a:xfrm>
            <a:off x="6729317" y="2703294"/>
            <a:ext cx="1180214"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251" name="文本框 250">
            <a:extLst>
              <a:ext uri="{FF2B5EF4-FFF2-40B4-BE49-F238E27FC236}">
                <a16:creationId xmlns:a16="http://schemas.microsoft.com/office/drawing/2014/main" id="{378E0270-5051-3C4A-4909-2EA17D32C1FF}"/>
              </a:ext>
            </a:extLst>
          </p:cNvPr>
          <p:cNvSpPr txBox="1"/>
          <p:nvPr/>
        </p:nvSpPr>
        <p:spPr>
          <a:xfrm>
            <a:off x="6702752" y="2846739"/>
            <a:ext cx="1206779"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2" name="文本框 251">
            <a:extLst>
              <a:ext uri="{FF2B5EF4-FFF2-40B4-BE49-F238E27FC236}">
                <a16:creationId xmlns:a16="http://schemas.microsoft.com/office/drawing/2014/main" id="{C5FE761A-0661-3B4A-A975-DCF74A7E2C89}"/>
              </a:ext>
            </a:extLst>
          </p:cNvPr>
          <p:cNvSpPr txBox="1"/>
          <p:nvPr/>
        </p:nvSpPr>
        <p:spPr>
          <a:xfrm>
            <a:off x="6734574" y="3081207"/>
            <a:ext cx="969095" cy="261610"/>
          </a:xfrm>
          <a:prstGeom prst="rect">
            <a:avLst/>
          </a:prstGeom>
          <a:noFill/>
        </p:spPr>
        <p:txBody>
          <a:bodyPr wrap="square">
            <a:spAutoFit/>
          </a:bodyPr>
          <a:lstStyle/>
          <a:p>
            <a:r>
              <a:rPr kumimoji="1" lang="en" altLang="zh-CN" sz="1100" b="1" dirty="0">
                <a:solidFill>
                  <a:srgbClr val="1E344D"/>
                </a:solidFill>
                <a:latin typeface="Alibaba PuHuiTi" pitchFamily="18" charset="-122"/>
                <a:ea typeface="Alibaba PuHuiTi" pitchFamily="18" charset="-122"/>
                <a:cs typeface="Alibaba PuHuiTi" pitchFamily="18" charset="-122"/>
              </a:rPr>
              <a:t>main title</a:t>
            </a:r>
            <a:endParaRPr lang="zh-CN" altLang="en-US" sz="1100" b="1" dirty="0">
              <a:solidFill>
                <a:srgbClr val="1E344D"/>
              </a:solidFill>
              <a:latin typeface="Alibaba PuHuiTi" pitchFamily="18" charset="-122"/>
              <a:ea typeface="Alibaba PuHuiTi" pitchFamily="18" charset="-122"/>
              <a:cs typeface="Alibaba PuHuiTi" pitchFamily="18" charset="-122"/>
            </a:endParaRPr>
          </a:p>
        </p:txBody>
      </p:sp>
      <p:sp>
        <p:nvSpPr>
          <p:cNvPr id="253" name="文本框 252">
            <a:extLst>
              <a:ext uri="{FF2B5EF4-FFF2-40B4-BE49-F238E27FC236}">
                <a16:creationId xmlns:a16="http://schemas.microsoft.com/office/drawing/2014/main" id="{1EC5AC8D-9CA5-6E4B-D722-9B1326C4928D}"/>
              </a:ext>
            </a:extLst>
          </p:cNvPr>
          <p:cNvSpPr txBox="1"/>
          <p:nvPr/>
        </p:nvSpPr>
        <p:spPr>
          <a:xfrm>
            <a:off x="8028321" y="222326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1.2</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54" name="文本框 253">
            <a:extLst>
              <a:ext uri="{FF2B5EF4-FFF2-40B4-BE49-F238E27FC236}">
                <a16:creationId xmlns:a16="http://schemas.microsoft.com/office/drawing/2014/main" id="{A4600936-02CE-EACF-3B28-614295C7297B}"/>
              </a:ext>
            </a:extLst>
          </p:cNvPr>
          <p:cNvSpPr txBox="1"/>
          <p:nvPr/>
        </p:nvSpPr>
        <p:spPr>
          <a:xfrm>
            <a:off x="9845320" y="222326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1.9</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55" name="文本框 254">
            <a:extLst>
              <a:ext uri="{FF2B5EF4-FFF2-40B4-BE49-F238E27FC236}">
                <a16:creationId xmlns:a16="http://schemas.microsoft.com/office/drawing/2014/main" id="{00DDFBF3-B25E-CEE5-28ED-A86048D82329}"/>
              </a:ext>
            </a:extLst>
          </p:cNvPr>
          <p:cNvSpPr txBox="1"/>
          <p:nvPr/>
        </p:nvSpPr>
        <p:spPr>
          <a:xfrm>
            <a:off x="10809854" y="222326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0.7</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56" name="文本框 255">
            <a:extLst>
              <a:ext uri="{FF2B5EF4-FFF2-40B4-BE49-F238E27FC236}">
                <a16:creationId xmlns:a16="http://schemas.microsoft.com/office/drawing/2014/main" id="{F2B5DF87-E97B-F67A-B796-BEF3FECDCBA8}"/>
              </a:ext>
            </a:extLst>
          </p:cNvPr>
          <p:cNvSpPr txBox="1"/>
          <p:nvPr/>
        </p:nvSpPr>
        <p:spPr>
          <a:xfrm>
            <a:off x="8028321" y="274729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2.0</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57" name="文本框 256">
            <a:extLst>
              <a:ext uri="{FF2B5EF4-FFF2-40B4-BE49-F238E27FC236}">
                <a16:creationId xmlns:a16="http://schemas.microsoft.com/office/drawing/2014/main" id="{A6D23E94-B2ED-FF55-0A14-E521551B31CD}"/>
              </a:ext>
            </a:extLst>
          </p:cNvPr>
          <p:cNvSpPr txBox="1"/>
          <p:nvPr/>
        </p:nvSpPr>
        <p:spPr>
          <a:xfrm>
            <a:off x="9845320" y="274729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2.2</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58" name="文本框 257">
            <a:extLst>
              <a:ext uri="{FF2B5EF4-FFF2-40B4-BE49-F238E27FC236}">
                <a16:creationId xmlns:a16="http://schemas.microsoft.com/office/drawing/2014/main" id="{9CEAB06A-F0A7-9F9B-6E18-D9D16E5AE3EC}"/>
              </a:ext>
            </a:extLst>
          </p:cNvPr>
          <p:cNvSpPr txBox="1"/>
          <p:nvPr/>
        </p:nvSpPr>
        <p:spPr>
          <a:xfrm>
            <a:off x="10809854" y="274729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1.9</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59" name="椭圆 258">
            <a:extLst>
              <a:ext uri="{FF2B5EF4-FFF2-40B4-BE49-F238E27FC236}">
                <a16:creationId xmlns:a16="http://schemas.microsoft.com/office/drawing/2014/main" id="{A77E3774-D416-D191-C6FC-F4D3822B8566}"/>
              </a:ext>
            </a:extLst>
          </p:cNvPr>
          <p:cNvSpPr/>
          <p:nvPr/>
        </p:nvSpPr>
        <p:spPr>
          <a:xfrm>
            <a:off x="8184599" y="3380886"/>
            <a:ext cx="361507" cy="36150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0" name="下箭头 259">
            <a:extLst>
              <a:ext uri="{FF2B5EF4-FFF2-40B4-BE49-F238E27FC236}">
                <a16:creationId xmlns:a16="http://schemas.microsoft.com/office/drawing/2014/main" id="{09164AC2-5B02-E9B4-6BB8-6F8DFBBA2D00}"/>
              </a:ext>
            </a:extLst>
          </p:cNvPr>
          <p:cNvSpPr/>
          <p:nvPr/>
        </p:nvSpPr>
        <p:spPr>
          <a:xfrm>
            <a:off x="8250137" y="309670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1" name="椭圆 260">
            <a:extLst>
              <a:ext uri="{FF2B5EF4-FFF2-40B4-BE49-F238E27FC236}">
                <a16:creationId xmlns:a16="http://schemas.microsoft.com/office/drawing/2014/main" id="{3F84C187-80F8-BE24-66E5-594AC4E26615}"/>
              </a:ext>
            </a:extLst>
          </p:cNvPr>
          <p:cNvSpPr/>
          <p:nvPr/>
        </p:nvSpPr>
        <p:spPr>
          <a:xfrm>
            <a:off x="9980869" y="3380886"/>
            <a:ext cx="361507" cy="36150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2" name="下箭头 261">
            <a:extLst>
              <a:ext uri="{FF2B5EF4-FFF2-40B4-BE49-F238E27FC236}">
                <a16:creationId xmlns:a16="http://schemas.microsoft.com/office/drawing/2014/main" id="{E35725C7-53D3-EFCD-09F1-BA1CB817F22A}"/>
              </a:ext>
            </a:extLst>
          </p:cNvPr>
          <p:cNvSpPr/>
          <p:nvPr/>
        </p:nvSpPr>
        <p:spPr>
          <a:xfrm>
            <a:off x="10046407" y="309670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3" name="椭圆 262">
            <a:extLst>
              <a:ext uri="{FF2B5EF4-FFF2-40B4-BE49-F238E27FC236}">
                <a16:creationId xmlns:a16="http://schemas.microsoft.com/office/drawing/2014/main" id="{5C642AA6-36D5-2797-3F96-6ACC27F9F41A}"/>
              </a:ext>
            </a:extLst>
          </p:cNvPr>
          <p:cNvSpPr/>
          <p:nvPr/>
        </p:nvSpPr>
        <p:spPr>
          <a:xfrm>
            <a:off x="10982140" y="3380886"/>
            <a:ext cx="361507" cy="36150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4" name="下箭头 263">
            <a:extLst>
              <a:ext uri="{FF2B5EF4-FFF2-40B4-BE49-F238E27FC236}">
                <a16:creationId xmlns:a16="http://schemas.microsoft.com/office/drawing/2014/main" id="{12F62707-FC40-4492-5964-9892A69E4337}"/>
              </a:ext>
            </a:extLst>
          </p:cNvPr>
          <p:cNvSpPr/>
          <p:nvPr/>
        </p:nvSpPr>
        <p:spPr>
          <a:xfrm>
            <a:off x="11047678" y="309670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5" name="文本框 264">
            <a:extLst>
              <a:ext uri="{FF2B5EF4-FFF2-40B4-BE49-F238E27FC236}">
                <a16:creationId xmlns:a16="http://schemas.microsoft.com/office/drawing/2014/main" id="{CFDB2C48-A44A-3497-A2ED-CC8A5A6A1EA3}"/>
              </a:ext>
            </a:extLst>
          </p:cNvPr>
          <p:cNvSpPr txBox="1"/>
          <p:nvPr/>
        </p:nvSpPr>
        <p:spPr>
          <a:xfrm>
            <a:off x="8889634" y="222326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1.9</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66" name="文本框 265">
            <a:extLst>
              <a:ext uri="{FF2B5EF4-FFF2-40B4-BE49-F238E27FC236}">
                <a16:creationId xmlns:a16="http://schemas.microsoft.com/office/drawing/2014/main" id="{4934AD2F-FB3E-15F6-22C6-0AFFA291227B}"/>
              </a:ext>
            </a:extLst>
          </p:cNvPr>
          <p:cNvSpPr txBox="1"/>
          <p:nvPr/>
        </p:nvSpPr>
        <p:spPr>
          <a:xfrm>
            <a:off x="8889634" y="274729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2.2</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267" name="椭圆 266">
            <a:extLst>
              <a:ext uri="{FF2B5EF4-FFF2-40B4-BE49-F238E27FC236}">
                <a16:creationId xmlns:a16="http://schemas.microsoft.com/office/drawing/2014/main" id="{5C23EAF8-1D39-6A8B-D5F8-5BB2F2666A23}"/>
              </a:ext>
            </a:extLst>
          </p:cNvPr>
          <p:cNvSpPr/>
          <p:nvPr/>
        </p:nvSpPr>
        <p:spPr>
          <a:xfrm>
            <a:off x="9025183" y="3380886"/>
            <a:ext cx="361507" cy="36150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8" name="下箭头 267">
            <a:extLst>
              <a:ext uri="{FF2B5EF4-FFF2-40B4-BE49-F238E27FC236}">
                <a16:creationId xmlns:a16="http://schemas.microsoft.com/office/drawing/2014/main" id="{8D654A7E-85BA-20AC-62E0-669731318489}"/>
              </a:ext>
            </a:extLst>
          </p:cNvPr>
          <p:cNvSpPr/>
          <p:nvPr/>
        </p:nvSpPr>
        <p:spPr>
          <a:xfrm>
            <a:off x="9090721" y="309670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9" name="文本框 268">
            <a:extLst>
              <a:ext uri="{FF2B5EF4-FFF2-40B4-BE49-F238E27FC236}">
                <a16:creationId xmlns:a16="http://schemas.microsoft.com/office/drawing/2014/main" id="{59EC2E49-D22B-23C9-4E92-B8DEA8AC668E}"/>
              </a:ext>
            </a:extLst>
          </p:cNvPr>
          <p:cNvSpPr txBox="1"/>
          <p:nvPr/>
        </p:nvSpPr>
        <p:spPr>
          <a:xfrm>
            <a:off x="8034087" y="3433905"/>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+0.8</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270" name="文本框 269">
            <a:extLst>
              <a:ext uri="{FF2B5EF4-FFF2-40B4-BE49-F238E27FC236}">
                <a16:creationId xmlns:a16="http://schemas.microsoft.com/office/drawing/2014/main" id="{27F76B08-0468-854B-6B16-C3EFAC664536}"/>
              </a:ext>
            </a:extLst>
          </p:cNvPr>
          <p:cNvSpPr txBox="1"/>
          <p:nvPr/>
        </p:nvSpPr>
        <p:spPr>
          <a:xfrm>
            <a:off x="8855850" y="3433905"/>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+0.3</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271" name="文本框 270">
            <a:extLst>
              <a:ext uri="{FF2B5EF4-FFF2-40B4-BE49-F238E27FC236}">
                <a16:creationId xmlns:a16="http://schemas.microsoft.com/office/drawing/2014/main" id="{1297D9A3-9F7F-DE95-ABCC-F73D465D10A1}"/>
              </a:ext>
            </a:extLst>
          </p:cNvPr>
          <p:cNvSpPr txBox="1"/>
          <p:nvPr/>
        </p:nvSpPr>
        <p:spPr>
          <a:xfrm>
            <a:off x="9838562" y="3425438"/>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+0.3</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272" name="文本框 271">
            <a:extLst>
              <a:ext uri="{FF2B5EF4-FFF2-40B4-BE49-F238E27FC236}">
                <a16:creationId xmlns:a16="http://schemas.microsoft.com/office/drawing/2014/main" id="{14BAD683-69A5-0B99-0119-AE76F54D450A}"/>
              </a:ext>
            </a:extLst>
          </p:cNvPr>
          <p:cNvSpPr txBox="1"/>
          <p:nvPr/>
        </p:nvSpPr>
        <p:spPr>
          <a:xfrm>
            <a:off x="10838206" y="3425438"/>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+1.2</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cxnSp>
        <p:nvCxnSpPr>
          <p:cNvPr id="273" name="直线连接符 272">
            <a:extLst>
              <a:ext uri="{FF2B5EF4-FFF2-40B4-BE49-F238E27FC236}">
                <a16:creationId xmlns:a16="http://schemas.microsoft.com/office/drawing/2014/main" id="{41F006C6-C967-0D34-F077-DF8463839C4E}"/>
              </a:ext>
            </a:extLst>
          </p:cNvPr>
          <p:cNvCxnSpPr>
            <a:cxnSpLocks/>
          </p:cNvCxnSpPr>
          <p:nvPr/>
        </p:nvCxnSpPr>
        <p:spPr>
          <a:xfrm>
            <a:off x="6729317" y="4227944"/>
            <a:ext cx="2069805"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274" name="燕尾形 273">
            <a:extLst>
              <a:ext uri="{FF2B5EF4-FFF2-40B4-BE49-F238E27FC236}">
                <a16:creationId xmlns:a16="http://schemas.microsoft.com/office/drawing/2014/main" id="{18320DED-F743-E800-6537-1F8A93170201}"/>
              </a:ext>
            </a:extLst>
          </p:cNvPr>
          <p:cNvSpPr/>
          <p:nvPr/>
        </p:nvSpPr>
        <p:spPr>
          <a:xfrm rot="5400000">
            <a:off x="9143634" y="3880646"/>
            <a:ext cx="231494" cy="763929"/>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cxnSp>
        <p:nvCxnSpPr>
          <p:cNvPr id="275" name="直线连接符 274">
            <a:extLst>
              <a:ext uri="{FF2B5EF4-FFF2-40B4-BE49-F238E27FC236}">
                <a16:creationId xmlns:a16="http://schemas.microsoft.com/office/drawing/2014/main" id="{A0E52B03-730C-4BEE-4664-F4B213984F37}"/>
              </a:ext>
            </a:extLst>
          </p:cNvPr>
          <p:cNvCxnSpPr>
            <a:cxnSpLocks/>
          </p:cNvCxnSpPr>
          <p:nvPr/>
        </p:nvCxnSpPr>
        <p:spPr>
          <a:xfrm>
            <a:off x="9719946" y="4227944"/>
            <a:ext cx="2069805"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276" name="文本框 275">
            <a:extLst>
              <a:ext uri="{FF2B5EF4-FFF2-40B4-BE49-F238E27FC236}">
                <a16:creationId xmlns:a16="http://schemas.microsoft.com/office/drawing/2014/main" id="{DCCDAE66-BCA7-FEF1-FDDA-61CEB391CBEB}"/>
              </a:ext>
            </a:extLst>
          </p:cNvPr>
          <p:cNvSpPr txBox="1"/>
          <p:nvPr/>
        </p:nvSpPr>
        <p:spPr>
          <a:xfrm>
            <a:off x="8802696" y="1618488"/>
            <a:ext cx="819429" cy="400110"/>
          </a:xfrm>
          <a:prstGeom prst="rect">
            <a:avLst/>
          </a:prstGeom>
          <a:solidFill>
            <a:srgbClr val="1E344D"/>
          </a:solidFill>
          <a:ln>
            <a:solidFill>
              <a:srgbClr val="1E344D"/>
            </a:solid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77" name="文本框 276">
            <a:extLst>
              <a:ext uri="{FF2B5EF4-FFF2-40B4-BE49-F238E27FC236}">
                <a16:creationId xmlns:a16="http://schemas.microsoft.com/office/drawing/2014/main" id="{44C402C5-EA5C-C105-EDCA-F4BC63396B01}"/>
              </a:ext>
            </a:extLst>
          </p:cNvPr>
          <p:cNvSpPr txBox="1"/>
          <p:nvPr/>
        </p:nvSpPr>
        <p:spPr>
          <a:xfrm>
            <a:off x="9732781" y="1618488"/>
            <a:ext cx="819429" cy="400110"/>
          </a:xfrm>
          <a:prstGeom prst="rect">
            <a:avLst/>
          </a:prstGeom>
          <a:solidFill>
            <a:srgbClr val="1E344D"/>
          </a:solidFill>
          <a:ln>
            <a:solidFill>
              <a:srgbClr val="1E344D"/>
            </a:solid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78" name="文本框 277">
            <a:extLst>
              <a:ext uri="{FF2B5EF4-FFF2-40B4-BE49-F238E27FC236}">
                <a16:creationId xmlns:a16="http://schemas.microsoft.com/office/drawing/2014/main" id="{20BE70F9-AEC6-9E1B-AA33-1A79661FAF41}"/>
              </a:ext>
            </a:extLst>
          </p:cNvPr>
          <p:cNvSpPr txBox="1"/>
          <p:nvPr/>
        </p:nvSpPr>
        <p:spPr>
          <a:xfrm>
            <a:off x="10656050" y="1618488"/>
            <a:ext cx="819429" cy="400110"/>
          </a:xfrm>
          <a:prstGeom prst="rect">
            <a:avLst/>
          </a:prstGeom>
          <a:solidFill>
            <a:srgbClr val="1E344D"/>
          </a:solidFill>
          <a:ln>
            <a:solidFill>
              <a:srgbClr val="1E344D"/>
            </a:solidFill>
          </a:ln>
        </p:spPr>
        <p:txBody>
          <a:bodyPr wrap="square">
            <a:spAutoFit/>
          </a:bodyPr>
          <a:lstStyle/>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Complete</a:t>
            </a:r>
          </a:p>
          <a:p>
            <a:pPr algn="ctr"/>
            <a:r>
              <a:rPr kumimoji="1" lang="en" altLang="zh-CN" sz="1000" b="1" dirty="0">
                <a:solidFill>
                  <a:schemeClr val="bg1"/>
                </a:solidFill>
                <a:latin typeface="Alibaba PuHuiTi" pitchFamily="18" charset="-122"/>
                <a:ea typeface="Alibaba PuHuiTi" pitchFamily="18" charset="-122"/>
                <a:cs typeface="Alibaba PuHuiTi" pitchFamily="18" charset="-122"/>
              </a:rPr>
              <a:t> project</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graphicFrame>
        <p:nvGraphicFramePr>
          <p:cNvPr id="279" name="图表 278">
            <a:extLst>
              <a:ext uri="{FF2B5EF4-FFF2-40B4-BE49-F238E27FC236}">
                <a16:creationId xmlns:a16="http://schemas.microsoft.com/office/drawing/2014/main" id="{2777834A-31AF-5BC4-1F52-DF42F204B0B0}"/>
              </a:ext>
            </a:extLst>
          </p:cNvPr>
          <p:cNvGraphicFramePr/>
          <p:nvPr>
            <p:extLst>
              <p:ext uri="{D42A27DB-BD31-4B8C-83A1-F6EECF244321}">
                <p14:modId xmlns:p14="http://schemas.microsoft.com/office/powerpoint/2010/main" val="359103194"/>
              </p:ext>
            </p:extLst>
          </p:nvPr>
        </p:nvGraphicFramePr>
        <p:xfrm>
          <a:off x="6845311" y="4602673"/>
          <a:ext cx="4692249" cy="1946718"/>
        </p:xfrm>
        <a:graphic>
          <a:graphicData uri="http://schemas.openxmlformats.org/drawingml/2006/chart">
            <c:chart xmlns:c="http://schemas.openxmlformats.org/drawingml/2006/chart" xmlns:r="http://schemas.openxmlformats.org/officeDocument/2006/relationships" r:id="rId3"/>
          </a:graphicData>
        </a:graphic>
      </p:graphicFrame>
      <p:sp>
        <p:nvSpPr>
          <p:cNvPr id="280" name="文本框 279">
            <a:extLst>
              <a:ext uri="{FF2B5EF4-FFF2-40B4-BE49-F238E27FC236}">
                <a16:creationId xmlns:a16="http://schemas.microsoft.com/office/drawing/2014/main" id="{9F5BC6E0-CEDA-9F40-DD38-D459A72CB206}"/>
              </a:ext>
            </a:extLst>
          </p:cNvPr>
          <p:cNvSpPr txBox="1"/>
          <p:nvPr/>
        </p:nvSpPr>
        <p:spPr>
          <a:xfrm>
            <a:off x="8913570" y="4486831"/>
            <a:ext cx="2716464" cy="430887"/>
          </a:xfrm>
          <a:prstGeom prst="rect">
            <a:avLst/>
          </a:prstGeom>
          <a:noFill/>
        </p:spPr>
        <p:txBody>
          <a:bodyPr wrap="square">
            <a:spAutoFit/>
          </a:bodyPr>
          <a:lstStyle/>
          <a:p>
            <a:pPr algn="r"/>
            <a:r>
              <a:rPr kumimoji="1" lang="en" altLang="zh-CN" sz="11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100" b="1" dirty="0">
              <a:solidFill>
                <a:srgbClr val="1E344D"/>
              </a:solidFill>
            </a:endParaRPr>
          </a:p>
        </p:txBody>
      </p:sp>
      <p:cxnSp>
        <p:nvCxnSpPr>
          <p:cNvPr id="281" name="直线连接符 280">
            <a:extLst>
              <a:ext uri="{FF2B5EF4-FFF2-40B4-BE49-F238E27FC236}">
                <a16:creationId xmlns:a16="http://schemas.microsoft.com/office/drawing/2014/main" id="{0FB3BBFB-F088-0A8B-39C5-B0E9B7CEB34E}"/>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18087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605CDDBA-2AEB-2C64-FE7D-CF310ECB982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65AEF2AD-DA4D-9AAA-0E75-BB13CCBAD405}"/>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5" name="直线连接符 4">
            <a:extLst>
              <a:ext uri="{FF2B5EF4-FFF2-40B4-BE49-F238E27FC236}">
                <a16:creationId xmlns:a16="http://schemas.microsoft.com/office/drawing/2014/main" id="{9F617D43-A78C-9CC9-087C-B5A563102BAD}"/>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EFBCA87A-8BBF-23AD-9F69-D0B1E3BD3CA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3283DB8A-FC35-7BBF-0D9A-CE3003F846B5}"/>
              </a:ext>
            </a:extLst>
          </p:cNvPr>
          <p:cNvGrpSpPr/>
          <p:nvPr/>
        </p:nvGrpSpPr>
        <p:grpSpPr>
          <a:xfrm>
            <a:off x="2323294" y="287981"/>
            <a:ext cx="356205" cy="355288"/>
            <a:chOff x="416151" y="286059"/>
            <a:chExt cx="356205" cy="355288"/>
          </a:xfrm>
        </p:grpSpPr>
        <p:sp>
          <p:nvSpPr>
            <p:cNvPr id="8" name="Google Shape;7166;p80">
              <a:extLst>
                <a:ext uri="{FF2B5EF4-FFF2-40B4-BE49-F238E27FC236}">
                  <a16:creationId xmlns:a16="http://schemas.microsoft.com/office/drawing/2014/main" id="{64D3757A-444E-8648-CB20-43900346C2C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15D99954-31FA-BA89-3003-D7D22A97FB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D2DE7C29-F5D1-2A71-62B9-6D00AF4D918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B47FD539-2DB4-3A3A-1818-D023911BAF5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roup 3">
            <a:extLst>
              <a:ext uri="{FF2B5EF4-FFF2-40B4-BE49-F238E27FC236}">
                <a16:creationId xmlns:a16="http://schemas.microsoft.com/office/drawing/2014/main" id="{B86704B4-F26E-E136-A5DD-E39788BA03EC}"/>
              </a:ext>
            </a:extLst>
          </p:cNvPr>
          <p:cNvGrpSpPr/>
          <p:nvPr/>
        </p:nvGrpSpPr>
        <p:grpSpPr>
          <a:xfrm>
            <a:off x="2135805" y="1597613"/>
            <a:ext cx="4094814" cy="3226498"/>
            <a:chOff x="6097266" y="1718655"/>
            <a:chExt cx="2666145" cy="2100783"/>
          </a:xfrm>
          <a:solidFill>
            <a:srgbClr val="1E344D">
              <a:alpha val="47384"/>
            </a:srgbClr>
          </a:solidFill>
        </p:grpSpPr>
        <p:grpSp>
          <p:nvGrpSpPr>
            <p:cNvPr id="18" name="Graphic 11">
              <a:extLst>
                <a:ext uri="{FF2B5EF4-FFF2-40B4-BE49-F238E27FC236}">
                  <a16:creationId xmlns:a16="http://schemas.microsoft.com/office/drawing/2014/main" id="{4C1677B2-67EE-3520-6DCE-B74EFFCA477A}"/>
                </a:ext>
              </a:extLst>
            </p:cNvPr>
            <p:cNvGrpSpPr/>
            <p:nvPr/>
          </p:nvGrpSpPr>
          <p:grpSpPr>
            <a:xfrm>
              <a:off x="8300669" y="2982486"/>
              <a:ext cx="51396" cy="65250"/>
              <a:chOff x="6244733" y="2534073"/>
              <a:chExt cx="98675" cy="125273"/>
            </a:xfrm>
            <a:grpFill/>
          </p:grpSpPr>
          <p:sp>
            <p:nvSpPr>
              <p:cNvPr id="186" name="Freeform 965">
                <a:extLst>
                  <a:ext uri="{FF2B5EF4-FFF2-40B4-BE49-F238E27FC236}">
                    <a16:creationId xmlns:a16="http://schemas.microsoft.com/office/drawing/2014/main" id="{EE33A2BD-346F-2EC6-A691-324E841B1664}"/>
                  </a:ext>
                </a:extLst>
              </p:cNvPr>
              <p:cNvSpPr/>
              <p:nvPr/>
            </p:nvSpPr>
            <p:spPr>
              <a:xfrm>
                <a:off x="6258700" y="2534073"/>
                <a:ext cx="72525" cy="34749"/>
              </a:xfrm>
              <a:custGeom>
                <a:avLst/>
                <a:gdLst>
                  <a:gd name="connsiteX0" fmla="*/ 54857 w 72525"/>
                  <a:gd name="connsiteY0" fmla="*/ 34178 h 34749"/>
                  <a:gd name="connsiteX1" fmla="*/ 58626 w 72525"/>
                  <a:gd name="connsiteY1" fmla="*/ 34750 h 34749"/>
                  <a:gd name="connsiteX2" fmla="*/ 68184 w 72525"/>
                  <a:gd name="connsiteY2" fmla="*/ 34750 h 34749"/>
                  <a:gd name="connsiteX3" fmla="*/ 72525 w 72525"/>
                  <a:gd name="connsiteY3" fmla="*/ 31857 h 34749"/>
                  <a:gd name="connsiteX4" fmla="*/ 72525 w 72525"/>
                  <a:gd name="connsiteY4" fmla="*/ 30410 h 34749"/>
                  <a:gd name="connsiteX5" fmla="*/ 68756 w 72525"/>
                  <a:gd name="connsiteY5" fmla="*/ 26071 h 34749"/>
                  <a:gd name="connsiteX6" fmla="*/ 63371 w 72525"/>
                  <a:gd name="connsiteY6" fmla="*/ 24322 h 34749"/>
                  <a:gd name="connsiteX7" fmla="*/ 59467 w 72525"/>
                  <a:gd name="connsiteY7" fmla="*/ 24322 h 34749"/>
                  <a:gd name="connsiteX8" fmla="*/ 54554 w 72525"/>
                  <a:gd name="connsiteY8" fmla="*/ 22303 h 34749"/>
                  <a:gd name="connsiteX9" fmla="*/ 46140 w 72525"/>
                  <a:gd name="connsiteY9" fmla="*/ 17089 h 34749"/>
                  <a:gd name="connsiteX10" fmla="*/ 35135 w 72525"/>
                  <a:gd name="connsiteY10" fmla="*/ 11875 h 34749"/>
                  <a:gd name="connsiteX11" fmla="*/ 29044 w 72525"/>
                  <a:gd name="connsiteY11" fmla="*/ 5786 h 34749"/>
                  <a:gd name="connsiteX12" fmla="*/ 17736 w 72525"/>
                  <a:gd name="connsiteY12" fmla="*/ 0 h 34749"/>
                  <a:gd name="connsiteX13" fmla="*/ 10769 w 72525"/>
                  <a:gd name="connsiteY13" fmla="*/ 0 h 34749"/>
                  <a:gd name="connsiteX14" fmla="*/ 2928 w 72525"/>
                  <a:gd name="connsiteY14" fmla="*/ 4070 h 34749"/>
                  <a:gd name="connsiteX15" fmla="*/ 1178 w 72525"/>
                  <a:gd name="connsiteY15" fmla="*/ 9285 h 34749"/>
                  <a:gd name="connsiteX16" fmla="*/ 0 w 72525"/>
                  <a:gd name="connsiteY16" fmla="*/ 15373 h 34749"/>
                  <a:gd name="connsiteX17" fmla="*/ 4913 w 72525"/>
                  <a:gd name="connsiteY17" fmla="*/ 19444 h 34749"/>
                  <a:gd name="connsiteX18" fmla="*/ 10130 w 72525"/>
                  <a:gd name="connsiteY18" fmla="*/ 21462 h 34749"/>
                  <a:gd name="connsiteX19" fmla="*/ 14774 w 72525"/>
                  <a:gd name="connsiteY19" fmla="*/ 23783 h 34749"/>
                  <a:gd name="connsiteX20" fmla="*/ 24332 w 72525"/>
                  <a:gd name="connsiteY20" fmla="*/ 24961 h 34749"/>
                  <a:gd name="connsiteX21" fmla="*/ 30693 w 72525"/>
                  <a:gd name="connsiteY21" fmla="*/ 26710 h 34749"/>
                  <a:gd name="connsiteX22" fmla="*/ 33587 w 72525"/>
                  <a:gd name="connsiteY22" fmla="*/ 29031 h 34749"/>
                  <a:gd name="connsiteX23" fmla="*/ 39073 w 72525"/>
                  <a:gd name="connsiteY23" fmla="*/ 29334 h 34749"/>
                  <a:gd name="connsiteX24" fmla="*/ 41395 w 72525"/>
                  <a:gd name="connsiteY24" fmla="*/ 30478 h 34749"/>
                  <a:gd name="connsiteX25" fmla="*/ 46914 w 72525"/>
                  <a:gd name="connsiteY25" fmla="*/ 33101 h 34749"/>
                  <a:gd name="connsiteX26" fmla="*/ 54857 w 72525"/>
                  <a:gd name="connsiteY26" fmla="*/ 34178 h 3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525" h="34749">
                    <a:moveTo>
                      <a:pt x="54857" y="34178"/>
                    </a:moveTo>
                    <a:lnTo>
                      <a:pt x="58626" y="34750"/>
                    </a:lnTo>
                    <a:lnTo>
                      <a:pt x="68184" y="34750"/>
                    </a:lnTo>
                    <a:lnTo>
                      <a:pt x="72525" y="31857"/>
                    </a:lnTo>
                    <a:lnTo>
                      <a:pt x="72525" y="30410"/>
                    </a:lnTo>
                    <a:lnTo>
                      <a:pt x="68756" y="26071"/>
                    </a:lnTo>
                    <a:lnTo>
                      <a:pt x="63371" y="24322"/>
                    </a:lnTo>
                    <a:lnTo>
                      <a:pt x="59467" y="24322"/>
                    </a:lnTo>
                    <a:lnTo>
                      <a:pt x="54554" y="22303"/>
                    </a:lnTo>
                    <a:lnTo>
                      <a:pt x="46140" y="17089"/>
                    </a:lnTo>
                    <a:lnTo>
                      <a:pt x="35135" y="11875"/>
                    </a:lnTo>
                    <a:cubicBezTo>
                      <a:pt x="35135" y="11875"/>
                      <a:pt x="30222" y="6661"/>
                      <a:pt x="29044" y="5786"/>
                    </a:cubicBezTo>
                    <a:cubicBezTo>
                      <a:pt x="27899" y="4911"/>
                      <a:pt x="17736" y="0"/>
                      <a:pt x="17736" y="0"/>
                    </a:cubicBezTo>
                    <a:lnTo>
                      <a:pt x="10769" y="0"/>
                    </a:lnTo>
                    <a:lnTo>
                      <a:pt x="2928" y="4070"/>
                    </a:lnTo>
                    <a:lnTo>
                      <a:pt x="1178" y="9285"/>
                    </a:lnTo>
                    <a:lnTo>
                      <a:pt x="0" y="15373"/>
                    </a:lnTo>
                    <a:lnTo>
                      <a:pt x="4913" y="19444"/>
                    </a:lnTo>
                    <a:lnTo>
                      <a:pt x="10130" y="21462"/>
                    </a:lnTo>
                    <a:lnTo>
                      <a:pt x="14774" y="23783"/>
                    </a:lnTo>
                    <a:lnTo>
                      <a:pt x="24332" y="24961"/>
                    </a:lnTo>
                    <a:lnTo>
                      <a:pt x="30693" y="26710"/>
                    </a:lnTo>
                    <a:lnTo>
                      <a:pt x="33587" y="29031"/>
                    </a:lnTo>
                    <a:lnTo>
                      <a:pt x="39073" y="29334"/>
                    </a:lnTo>
                    <a:lnTo>
                      <a:pt x="41395" y="30478"/>
                    </a:lnTo>
                    <a:lnTo>
                      <a:pt x="46914" y="33101"/>
                    </a:lnTo>
                    <a:lnTo>
                      <a:pt x="54857" y="34178"/>
                    </a:lnTo>
                    <a:close/>
                  </a:path>
                </a:pathLst>
              </a:custGeom>
              <a:grpFill/>
              <a:ln w="6350" cap="flat">
                <a:solidFill>
                  <a:schemeClr val="bg1"/>
                </a:solidFill>
                <a:prstDash val="solid"/>
                <a:miter/>
              </a:ln>
            </p:spPr>
            <p:txBody>
              <a:bodyPr rtlCol="0" anchor="ctr"/>
              <a:lstStyle/>
              <a:p>
                <a:endParaRPr lang="en-US"/>
              </a:p>
            </p:txBody>
          </p:sp>
          <p:sp>
            <p:nvSpPr>
              <p:cNvPr id="187" name="Freeform 966">
                <a:extLst>
                  <a:ext uri="{FF2B5EF4-FFF2-40B4-BE49-F238E27FC236}">
                    <a16:creationId xmlns:a16="http://schemas.microsoft.com/office/drawing/2014/main" id="{FF75005A-21E3-3EE9-1F31-DEC3C5966399}"/>
                  </a:ext>
                </a:extLst>
              </p:cNvPr>
              <p:cNvSpPr/>
              <p:nvPr/>
            </p:nvSpPr>
            <p:spPr>
              <a:xfrm>
                <a:off x="6295013" y="2571278"/>
                <a:ext cx="18846" cy="13186"/>
              </a:xfrm>
              <a:custGeom>
                <a:avLst/>
                <a:gdLst>
                  <a:gd name="connsiteX0" fmla="*/ 3399 w 18846"/>
                  <a:gd name="connsiteY0" fmla="*/ 8275 h 13186"/>
                  <a:gd name="connsiteX1" fmla="*/ 8077 w 18846"/>
                  <a:gd name="connsiteY1" fmla="*/ 9419 h 13186"/>
                  <a:gd name="connsiteX2" fmla="*/ 11443 w 18846"/>
                  <a:gd name="connsiteY2" fmla="*/ 10563 h 13186"/>
                  <a:gd name="connsiteX3" fmla="*/ 16154 w 18846"/>
                  <a:gd name="connsiteY3" fmla="*/ 13187 h 13186"/>
                  <a:gd name="connsiteX4" fmla="*/ 18846 w 18846"/>
                  <a:gd name="connsiteY4" fmla="*/ 12312 h 13186"/>
                  <a:gd name="connsiteX5" fmla="*/ 18846 w 18846"/>
                  <a:gd name="connsiteY5" fmla="*/ 10563 h 13186"/>
                  <a:gd name="connsiteX6" fmla="*/ 18846 w 18846"/>
                  <a:gd name="connsiteY6" fmla="*/ 7098 h 13186"/>
                  <a:gd name="connsiteX7" fmla="*/ 17097 w 18846"/>
                  <a:gd name="connsiteY7" fmla="*/ 4945 h 13186"/>
                  <a:gd name="connsiteX8" fmla="*/ 12183 w 18846"/>
                  <a:gd name="connsiteY8" fmla="*/ 2321 h 13186"/>
                  <a:gd name="connsiteX9" fmla="*/ 7101 w 18846"/>
                  <a:gd name="connsiteY9" fmla="*/ 0 h 13186"/>
                  <a:gd name="connsiteX10" fmla="*/ 2457 w 18846"/>
                  <a:gd name="connsiteY10" fmla="*/ 1009 h 13186"/>
                  <a:gd name="connsiteX11" fmla="*/ 0 w 18846"/>
                  <a:gd name="connsiteY11" fmla="*/ 4777 h 13186"/>
                  <a:gd name="connsiteX12" fmla="*/ 1750 w 18846"/>
                  <a:gd name="connsiteY12" fmla="*/ 6593 h 1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46" h="13186">
                    <a:moveTo>
                      <a:pt x="3399" y="8275"/>
                    </a:moveTo>
                    <a:lnTo>
                      <a:pt x="8077" y="9419"/>
                    </a:lnTo>
                    <a:lnTo>
                      <a:pt x="11443" y="10563"/>
                    </a:lnTo>
                    <a:lnTo>
                      <a:pt x="16154" y="13187"/>
                    </a:lnTo>
                    <a:lnTo>
                      <a:pt x="18846" y="12312"/>
                    </a:lnTo>
                    <a:lnTo>
                      <a:pt x="18846" y="10563"/>
                    </a:lnTo>
                    <a:lnTo>
                      <a:pt x="18846" y="7098"/>
                    </a:lnTo>
                    <a:lnTo>
                      <a:pt x="17097" y="4945"/>
                    </a:lnTo>
                    <a:lnTo>
                      <a:pt x="12183" y="2321"/>
                    </a:lnTo>
                    <a:lnTo>
                      <a:pt x="7101" y="0"/>
                    </a:lnTo>
                    <a:lnTo>
                      <a:pt x="2457" y="1009"/>
                    </a:lnTo>
                    <a:lnTo>
                      <a:pt x="0" y="4777"/>
                    </a:lnTo>
                    <a:lnTo>
                      <a:pt x="1750" y="6593"/>
                    </a:lnTo>
                    <a:close/>
                  </a:path>
                </a:pathLst>
              </a:custGeom>
              <a:grpFill/>
              <a:ln w="6350" cap="flat">
                <a:solidFill>
                  <a:schemeClr val="bg1"/>
                </a:solidFill>
                <a:prstDash val="solid"/>
                <a:miter/>
              </a:ln>
            </p:spPr>
            <p:txBody>
              <a:bodyPr rtlCol="0" anchor="ctr"/>
              <a:lstStyle/>
              <a:p>
                <a:endParaRPr lang="en-US"/>
              </a:p>
            </p:txBody>
          </p:sp>
          <p:sp>
            <p:nvSpPr>
              <p:cNvPr id="188" name="Freeform 967">
                <a:extLst>
                  <a:ext uri="{FF2B5EF4-FFF2-40B4-BE49-F238E27FC236}">
                    <a16:creationId xmlns:a16="http://schemas.microsoft.com/office/drawing/2014/main" id="{BC817CBD-F22C-1ECB-76D2-493B3ADF3011}"/>
                  </a:ext>
                </a:extLst>
              </p:cNvPr>
              <p:cNvSpPr/>
              <p:nvPr/>
            </p:nvSpPr>
            <p:spPr>
              <a:xfrm>
                <a:off x="6316687" y="2576964"/>
                <a:ext cx="5855" cy="9587"/>
              </a:xfrm>
              <a:custGeom>
                <a:avLst/>
                <a:gdLst>
                  <a:gd name="connsiteX0" fmla="*/ 0 w 5855"/>
                  <a:gd name="connsiteY0" fmla="*/ 5584 h 9587"/>
                  <a:gd name="connsiteX1" fmla="*/ 3365 w 5855"/>
                  <a:gd name="connsiteY1" fmla="*/ 8645 h 9587"/>
                  <a:gd name="connsiteX2" fmla="*/ 5116 w 5855"/>
                  <a:gd name="connsiteY2" fmla="*/ 9587 h 9587"/>
                  <a:gd name="connsiteX3" fmla="*/ 5856 w 5855"/>
                  <a:gd name="connsiteY3" fmla="*/ 7502 h 9587"/>
                  <a:gd name="connsiteX4" fmla="*/ 5856 w 5855"/>
                  <a:gd name="connsiteY4" fmla="*/ 3162 h 9587"/>
                  <a:gd name="connsiteX5" fmla="*/ 5856 w 5855"/>
                  <a:gd name="connsiteY5" fmla="*/ 1413 h 9587"/>
                  <a:gd name="connsiteX6" fmla="*/ 4812 w 5855"/>
                  <a:gd name="connsiteY6" fmla="*/ 269 h 9587"/>
                  <a:gd name="connsiteX7" fmla="*/ 3399 w 5855"/>
                  <a:gd name="connsiteY7" fmla="*/ 0 h 9587"/>
                  <a:gd name="connsiteX8" fmla="*/ 2120 w 5855"/>
                  <a:gd name="connsiteY8" fmla="*/ 269 h 9587"/>
                  <a:gd name="connsiteX9" fmla="*/ 1110 w 5855"/>
                  <a:gd name="connsiteY9" fmla="*/ 1144 h 9587"/>
                  <a:gd name="connsiteX10" fmla="*/ 538 w 5855"/>
                  <a:gd name="connsiteY10" fmla="*/ 2220 h 9587"/>
                  <a:gd name="connsiteX11" fmla="*/ 404 w 5855"/>
                  <a:gd name="connsiteY11" fmla="*/ 3835 h 9587"/>
                  <a:gd name="connsiteX12" fmla="*/ 0 w 5855"/>
                  <a:gd name="connsiteY12" fmla="*/ 5584 h 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55" h="9587">
                    <a:moveTo>
                      <a:pt x="0" y="5584"/>
                    </a:moveTo>
                    <a:lnTo>
                      <a:pt x="3365" y="8645"/>
                    </a:lnTo>
                    <a:lnTo>
                      <a:pt x="5116" y="9587"/>
                    </a:lnTo>
                    <a:lnTo>
                      <a:pt x="5856" y="7502"/>
                    </a:lnTo>
                    <a:lnTo>
                      <a:pt x="5856" y="3162"/>
                    </a:lnTo>
                    <a:lnTo>
                      <a:pt x="5856" y="1413"/>
                    </a:lnTo>
                    <a:lnTo>
                      <a:pt x="4812" y="269"/>
                    </a:lnTo>
                    <a:lnTo>
                      <a:pt x="3399" y="0"/>
                    </a:lnTo>
                    <a:lnTo>
                      <a:pt x="2120" y="269"/>
                    </a:lnTo>
                    <a:lnTo>
                      <a:pt x="1110" y="1144"/>
                    </a:lnTo>
                    <a:cubicBezTo>
                      <a:pt x="1110" y="1144"/>
                      <a:pt x="538" y="2086"/>
                      <a:pt x="538" y="2220"/>
                    </a:cubicBezTo>
                    <a:cubicBezTo>
                      <a:pt x="538" y="2355"/>
                      <a:pt x="404" y="3835"/>
                      <a:pt x="404" y="3835"/>
                    </a:cubicBezTo>
                    <a:lnTo>
                      <a:pt x="0" y="5584"/>
                    </a:lnTo>
                    <a:close/>
                  </a:path>
                </a:pathLst>
              </a:custGeom>
              <a:grpFill/>
              <a:ln w="6350" cap="flat">
                <a:solidFill>
                  <a:schemeClr val="bg1"/>
                </a:solidFill>
                <a:prstDash val="solid"/>
                <a:miter/>
              </a:ln>
            </p:spPr>
            <p:txBody>
              <a:bodyPr rtlCol="0" anchor="ctr"/>
              <a:lstStyle/>
              <a:p>
                <a:endParaRPr lang="en-US"/>
              </a:p>
            </p:txBody>
          </p:sp>
          <p:sp>
            <p:nvSpPr>
              <p:cNvPr id="189" name="Freeform 968">
                <a:extLst>
                  <a:ext uri="{FF2B5EF4-FFF2-40B4-BE49-F238E27FC236}">
                    <a16:creationId xmlns:a16="http://schemas.microsoft.com/office/drawing/2014/main" id="{DBDBC22A-52E2-C8BF-46EE-C05D5FEB7116}"/>
                  </a:ext>
                </a:extLst>
              </p:cNvPr>
              <p:cNvSpPr/>
              <p:nvPr/>
            </p:nvSpPr>
            <p:spPr>
              <a:xfrm>
                <a:off x="6244733" y="2575786"/>
                <a:ext cx="98675" cy="83560"/>
              </a:xfrm>
              <a:custGeom>
                <a:avLst/>
                <a:gdLst>
                  <a:gd name="connsiteX0" fmla="*/ 12587 w 98675"/>
                  <a:gd name="connsiteY0" fmla="*/ 69533 h 83560"/>
                  <a:gd name="connsiteX1" fmla="*/ 19553 w 98675"/>
                  <a:gd name="connsiteY1" fmla="*/ 69533 h 83560"/>
                  <a:gd name="connsiteX2" fmla="*/ 24635 w 98675"/>
                  <a:gd name="connsiteY2" fmla="*/ 71686 h 83560"/>
                  <a:gd name="connsiteX3" fmla="*/ 27092 w 98675"/>
                  <a:gd name="connsiteY3" fmla="*/ 74310 h 83560"/>
                  <a:gd name="connsiteX4" fmla="*/ 32881 w 98675"/>
                  <a:gd name="connsiteY4" fmla="*/ 73570 h 83560"/>
                  <a:gd name="connsiteX5" fmla="*/ 34765 w 98675"/>
                  <a:gd name="connsiteY5" fmla="*/ 71922 h 83560"/>
                  <a:gd name="connsiteX6" fmla="*/ 37828 w 98675"/>
                  <a:gd name="connsiteY6" fmla="*/ 76328 h 83560"/>
                  <a:gd name="connsiteX7" fmla="*/ 37828 w 98675"/>
                  <a:gd name="connsiteY7" fmla="*/ 79087 h 83560"/>
                  <a:gd name="connsiteX8" fmla="*/ 40991 w 98675"/>
                  <a:gd name="connsiteY8" fmla="*/ 80802 h 83560"/>
                  <a:gd name="connsiteX9" fmla="*/ 45804 w 98675"/>
                  <a:gd name="connsiteY9" fmla="*/ 83561 h 83560"/>
                  <a:gd name="connsiteX10" fmla="*/ 50280 w 98675"/>
                  <a:gd name="connsiteY10" fmla="*/ 79221 h 83560"/>
                  <a:gd name="connsiteX11" fmla="*/ 54049 w 98675"/>
                  <a:gd name="connsiteY11" fmla="*/ 77472 h 83560"/>
                  <a:gd name="connsiteX12" fmla="*/ 56809 w 98675"/>
                  <a:gd name="connsiteY12" fmla="*/ 75151 h 83560"/>
                  <a:gd name="connsiteX13" fmla="*/ 61453 w 98675"/>
                  <a:gd name="connsiteY13" fmla="*/ 72830 h 83560"/>
                  <a:gd name="connsiteX14" fmla="*/ 66939 w 98675"/>
                  <a:gd name="connsiteY14" fmla="*/ 72056 h 83560"/>
                  <a:gd name="connsiteX15" fmla="*/ 71954 w 98675"/>
                  <a:gd name="connsiteY15" fmla="*/ 71249 h 83560"/>
                  <a:gd name="connsiteX16" fmla="*/ 78684 w 98675"/>
                  <a:gd name="connsiteY16" fmla="*/ 71249 h 83560"/>
                  <a:gd name="connsiteX17" fmla="*/ 83329 w 98675"/>
                  <a:gd name="connsiteY17" fmla="*/ 69533 h 83560"/>
                  <a:gd name="connsiteX18" fmla="*/ 87367 w 98675"/>
                  <a:gd name="connsiteY18" fmla="*/ 69533 h 83560"/>
                  <a:gd name="connsiteX19" fmla="*/ 92584 w 98675"/>
                  <a:gd name="connsiteY19" fmla="*/ 69533 h 83560"/>
                  <a:gd name="connsiteX20" fmla="*/ 96286 w 98675"/>
                  <a:gd name="connsiteY20" fmla="*/ 67784 h 83560"/>
                  <a:gd name="connsiteX21" fmla="*/ 98675 w 98675"/>
                  <a:gd name="connsiteY21" fmla="*/ 64453 h 83560"/>
                  <a:gd name="connsiteX22" fmla="*/ 98675 w 98675"/>
                  <a:gd name="connsiteY22" fmla="*/ 59946 h 83560"/>
                  <a:gd name="connsiteX23" fmla="*/ 97531 w 98675"/>
                  <a:gd name="connsiteY23" fmla="*/ 54597 h 83560"/>
                  <a:gd name="connsiteX24" fmla="*/ 96353 w 98675"/>
                  <a:gd name="connsiteY24" fmla="*/ 50392 h 83560"/>
                  <a:gd name="connsiteX25" fmla="*/ 92314 w 98675"/>
                  <a:gd name="connsiteY25" fmla="*/ 41982 h 83560"/>
                  <a:gd name="connsiteX26" fmla="*/ 86492 w 98675"/>
                  <a:gd name="connsiteY26" fmla="*/ 34178 h 83560"/>
                  <a:gd name="connsiteX27" fmla="*/ 81881 w 98675"/>
                  <a:gd name="connsiteY27" fmla="*/ 27786 h 83560"/>
                  <a:gd name="connsiteX28" fmla="*/ 74208 w 98675"/>
                  <a:gd name="connsiteY28" fmla="*/ 20991 h 83560"/>
                  <a:gd name="connsiteX29" fmla="*/ 66501 w 98675"/>
                  <a:gd name="connsiteY29" fmla="*/ 15474 h 83560"/>
                  <a:gd name="connsiteX30" fmla="*/ 57516 w 98675"/>
                  <a:gd name="connsiteY30" fmla="*/ 10765 h 83560"/>
                  <a:gd name="connsiteX31" fmla="*/ 53174 w 98675"/>
                  <a:gd name="connsiteY31" fmla="*/ 8679 h 83560"/>
                  <a:gd name="connsiteX32" fmla="*/ 46948 w 98675"/>
                  <a:gd name="connsiteY32" fmla="*/ 5988 h 83560"/>
                  <a:gd name="connsiteX33" fmla="*/ 40991 w 98675"/>
                  <a:gd name="connsiteY33" fmla="*/ 2018 h 83560"/>
                  <a:gd name="connsiteX34" fmla="*/ 37390 w 98675"/>
                  <a:gd name="connsiteY34" fmla="*/ 0 h 83560"/>
                  <a:gd name="connsiteX35" fmla="*/ 33452 w 98675"/>
                  <a:gd name="connsiteY35" fmla="*/ 0 h 83560"/>
                  <a:gd name="connsiteX36" fmla="*/ 25510 w 98675"/>
                  <a:gd name="connsiteY36" fmla="*/ 1177 h 83560"/>
                  <a:gd name="connsiteX37" fmla="*/ 19553 w 98675"/>
                  <a:gd name="connsiteY37" fmla="*/ 4474 h 83560"/>
                  <a:gd name="connsiteX38" fmla="*/ 14774 w 98675"/>
                  <a:gd name="connsiteY38" fmla="*/ 10765 h 83560"/>
                  <a:gd name="connsiteX39" fmla="*/ 11745 w 98675"/>
                  <a:gd name="connsiteY39" fmla="*/ 14599 h 83560"/>
                  <a:gd name="connsiteX40" fmla="*/ 11745 w 98675"/>
                  <a:gd name="connsiteY40" fmla="*/ 18233 h 83560"/>
                  <a:gd name="connsiteX41" fmla="*/ 16087 w 98675"/>
                  <a:gd name="connsiteY41" fmla="*/ 21294 h 83560"/>
                  <a:gd name="connsiteX42" fmla="*/ 14067 w 98675"/>
                  <a:gd name="connsiteY42" fmla="*/ 23581 h 83560"/>
                  <a:gd name="connsiteX43" fmla="*/ 9861 w 98675"/>
                  <a:gd name="connsiteY43" fmla="*/ 26643 h 83560"/>
                  <a:gd name="connsiteX44" fmla="*/ 11005 w 98675"/>
                  <a:gd name="connsiteY44" fmla="*/ 33740 h 83560"/>
                  <a:gd name="connsiteX45" fmla="*/ 9861 w 98675"/>
                  <a:gd name="connsiteY45" fmla="*/ 36196 h 83560"/>
                  <a:gd name="connsiteX46" fmla="*/ 6091 w 98675"/>
                  <a:gd name="connsiteY46" fmla="*/ 39527 h 83560"/>
                  <a:gd name="connsiteX47" fmla="*/ 2457 w 98675"/>
                  <a:gd name="connsiteY47" fmla="*/ 43866 h 83560"/>
                  <a:gd name="connsiteX48" fmla="*/ 0 w 98675"/>
                  <a:gd name="connsiteY48" fmla="*/ 47365 h 83560"/>
                  <a:gd name="connsiteX49" fmla="*/ 7370 w 98675"/>
                  <a:gd name="connsiteY49" fmla="*/ 48374 h 83560"/>
                  <a:gd name="connsiteX50" fmla="*/ 10433 w 98675"/>
                  <a:gd name="connsiteY50" fmla="*/ 51973 h 83560"/>
                  <a:gd name="connsiteX51" fmla="*/ 10130 w 98675"/>
                  <a:gd name="connsiteY51" fmla="*/ 55606 h 83560"/>
                  <a:gd name="connsiteX52" fmla="*/ 10702 w 98675"/>
                  <a:gd name="connsiteY52" fmla="*/ 59239 h 83560"/>
                  <a:gd name="connsiteX53" fmla="*/ 8245 w 98675"/>
                  <a:gd name="connsiteY53" fmla="*/ 62267 h 83560"/>
                  <a:gd name="connsiteX54" fmla="*/ 8986 w 98675"/>
                  <a:gd name="connsiteY54" fmla="*/ 65463 h 83560"/>
                  <a:gd name="connsiteX55" fmla="*/ 9693 w 98675"/>
                  <a:gd name="connsiteY55" fmla="*/ 69096 h 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675" h="83560">
                    <a:moveTo>
                      <a:pt x="12587" y="69533"/>
                    </a:moveTo>
                    <a:lnTo>
                      <a:pt x="19553" y="69533"/>
                    </a:lnTo>
                    <a:lnTo>
                      <a:pt x="24635" y="71686"/>
                    </a:lnTo>
                    <a:lnTo>
                      <a:pt x="27092" y="74310"/>
                    </a:lnTo>
                    <a:lnTo>
                      <a:pt x="32881" y="73570"/>
                    </a:lnTo>
                    <a:lnTo>
                      <a:pt x="34765" y="71922"/>
                    </a:lnTo>
                    <a:lnTo>
                      <a:pt x="37828" y="76328"/>
                    </a:lnTo>
                    <a:lnTo>
                      <a:pt x="37828" y="79087"/>
                    </a:lnTo>
                    <a:lnTo>
                      <a:pt x="40991" y="80802"/>
                    </a:lnTo>
                    <a:lnTo>
                      <a:pt x="45804" y="83561"/>
                    </a:lnTo>
                    <a:lnTo>
                      <a:pt x="50280" y="79221"/>
                    </a:lnTo>
                    <a:lnTo>
                      <a:pt x="54049" y="77472"/>
                    </a:lnTo>
                    <a:lnTo>
                      <a:pt x="56809" y="75151"/>
                    </a:lnTo>
                    <a:lnTo>
                      <a:pt x="61453" y="72830"/>
                    </a:lnTo>
                    <a:lnTo>
                      <a:pt x="66939" y="72056"/>
                    </a:lnTo>
                    <a:lnTo>
                      <a:pt x="71954" y="71249"/>
                    </a:lnTo>
                    <a:lnTo>
                      <a:pt x="78684" y="71249"/>
                    </a:lnTo>
                    <a:lnTo>
                      <a:pt x="83329" y="69533"/>
                    </a:lnTo>
                    <a:lnTo>
                      <a:pt x="87367" y="69533"/>
                    </a:lnTo>
                    <a:lnTo>
                      <a:pt x="92584" y="69533"/>
                    </a:lnTo>
                    <a:lnTo>
                      <a:pt x="96286" y="67784"/>
                    </a:lnTo>
                    <a:lnTo>
                      <a:pt x="98675" y="64453"/>
                    </a:lnTo>
                    <a:lnTo>
                      <a:pt x="98675" y="59946"/>
                    </a:lnTo>
                    <a:lnTo>
                      <a:pt x="97531" y="54597"/>
                    </a:lnTo>
                    <a:lnTo>
                      <a:pt x="96353" y="50392"/>
                    </a:lnTo>
                    <a:lnTo>
                      <a:pt x="92314" y="41982"/>
                    </a:lnTo>
                    <a:lnTo>
                      <a:pt x="86492" y="34178"/>
                    </a:lnTo>
                    <a:lnTo>
                      <a:pt x="81881" y="27786"/>
                    </a:lnTo>
                    <a:lnTo>
                      <a:pt x="74208" y="20991"/>
                    </a:lnTo>
                    <a:lnTo>
                      <a:pt x="66501" y="15474"/>
                    </a:lnTo>
                    <a:lnTo>
                      <a:pt x="57516" y="10765"/>
                    </a:lnTo>
                    <a:lnTo>
                      <a:pt x="53174" y="8679"/>
                    </a:lnTo>
                    <a:lnTo>
                      <a:pt x="46948" y="5988"/>
                    </a:lnTo>
                    <a:lnTo>
                      <a:pt x="40991" y="2018"/>
                    </a:lnTo>
                    <a:lnTo>
                      <a:pt x="37390" y="0"/>
                    </a:lnTo>
                    <a:lnTo>
                      <a:pt x="33452" y="0"/>
                    </a:lnTo>
                    <a:lnTo>
                      <a:pt x="25510" y="1177"/>
                    </a:lnTo>
                    <a:lnTo>
                      <a:pt x="19553" y="4474"/>
                    </a:lnTo>
                    <a:lnTo>
                      <a:pt x="14774" y="10765"/>
                    </a:lnTo>
                    <a:lnTo>
                      <a:pt x="11745" y="14599"/>
                    </a:lnTo>
                    <a:lnTo>
                      <a:pt x="11745" y="18233"/>
                    </a:lnTo>
                    <a:lnTo>
                      <a:pt x="16087" y="21294"/>
                    </a:lnTo>
                    <a:lnTo>
                      <a:pt x="14067" y="23581"/>
                    </a:lnTo>
                    <a:lnTo>
                      <a:pt x="9861" y="26643"/>
                    </a:lnTo>
                    <a:lnTo>
                      <a:pt x="11005" y="33740"/>
                    </a:lnTo>
                    <a:lnTo>
                      <a:pt x="9861" y="36196"/>
                    </a:lnTo>
                    <a:lnTo>
                      <a:pt x="6091" y="39527"/>
                    </a:lnTo>
                    <a:lnTo>
                      <a:pt x="2457" y="43866"/>
                    </a:lnTo>
                    <a:lnTo>
                      <a:pt x="0" y="47365"/>
                    </a:lnTo>
                    <a:lnTo>
                      <a:pt x="7370" y="48374"/>
                    </a:lnTo>
                    <a:lnTo>
                      <a:pt x="10433" y="51973"/>
                    </a:lnTo>
                    <a:lnTo>
                      <a:pt x="10130" y="55606"/>
                    </a:lnTo>
                    <a:lnTo>
                      <a:pt x="10702" y="59239"/>
                    </a:lnTo>
                    <a:lnTo>
                      <a:pt x="8245" y="62267"/>
                    </a:lnTo>
                    <a:lnTo>
                      <a:pt x="8986" y="65463"/>
                    </a:lnTo>
                    <a:lnTo>
                      <a:pt x="9693" y="69096"/>
                    </a:lnTo>
                    <a:close/>
                  </a:path>
                </a:pathLst>
              </a:custGeom>
              <a:grpFill/>
              <a:ln w="6350" cap="flat">
                <a:solidFill>
                  <a:schemeClr val="bg1"/>
                </a:solidFill>
                <a:prstDash val="solid"/>
                <a:miter/>
              </a:ln>
            </p:spPr>
            <p:txBody>
              <a:bodyPr rtlCol="0" anchor="ctr"/>
              <a:lstStyle/>
              <a:p>
                <a:endParaRPr lang="en-US"/>
              </a:p>
            </p:txBody>
          </p:sp>
        </p:grpSp>
        <p:sp>
          <p:nvSpPr>
            <p:cNvPr id="23" name="Freeform 884">
              <a:extLst>
                <a:ext uri="{FF2B5EF4-FFF2-40B4-BE49-F238E27FC236}">
                  <a16:creationId xmlns:a16="http://schemas.microsoft.com/office/drawing/2014/main" id="{507546C3-5F6F-A96A-D23E-87359BFAAD65}"/>
                </a:ext>
              </a:extLst>
            </p:cNvPr>
            <p:cNvSpPr/>
            <p:nvPr/>
          </p:nvSpPr>
          <p:spPr>
            <a:xfrm>
              <a:off x="8056836" y="2798702"/>
              <a:ext cx="288901" cy="251855"/>
            </a:xfrm>
            <a:custGeom>
              <a:avLst/>
              <a:gdLst>
                <a:gd name="connsiteX0" fmla="*/ 474226 w 554660"/>
                <a:gd name="connsiteY0" fmla="*/ 434086 h 483536"/>
                <a:gd name="connsiteX1" fmla="*/ 477996 w 554660"/>
                <a:gd name="connsiteY1" fmla="*/ 430756 h 483536"/>
                <a:gd name="connsiteX2" fmla="*/ 479140 w 554660"/>
                <a:gd name="connsiteY2" fmla="*/ 428300 h 483536"/>
                <a:gd name="connsiteX3" fmla="*/ 477996 w 554660"/>
                <a:gd name="connsiteY3" fmla="*/ 421202 h 483536"/>
                <a:gd name="connsiteX4" fmla="*/ 482203 w 554660"/>
                <a:gd name="connsiteY4" fmla="*/ 418174 h 483536"/>
                <a:gd name="connsiteX5" fmla="*/ 484222 w 554660"/>
                <a:gd name="connsiteY5" fmla="*/ 415853 h 483536"/>
                <a:gd name="connsiteX6" fmla="*/ 479881 w 554660"/>
                <a:gd name="connsiteY6" fmla="*/ 412826 h 483536"/>
                <a:gd name="connsiteX7" fmla="*/ 479881 w 554660"/>
                <a:gd name="connsiteY7" fmla="*/ 409193 h 483536"/>
                <a:gd name="connsiteX8" fmla="*/ 482910 w 554660"/>
                <a:gd name="connsiteY8" fmla="*/ 405358 h 483536"/>
                <a:gd name="connsiteX9" fmla="*/ 487688 w 554660"/>
                <a:gd name="connsiteY9" fmla="*/ 399067 h 483536"/>
                <a:gd name="connsiteX10" fmla="*/ 493645 w 554660"/>
                <a:gd name="connsiteY10" fmla="*/ 395770 h 483536"/>
                <a:gd name="connsiteX11" fmla="*/ 501621 w 554660"/>
                <a:gd name="connsiteY11" fmla="*/ 394593 h 483536"/>
                <a:gd name="connsiteX12" fmla="*/ 504246 w 554660"/>
                <a:gd name="connsiteY12" fmla="*/ 394593 h 483536"/>
                <a:gd name="connsiteX13" fmla="*/ 504246 w 554660"/>
                <a:gd name="connsiteY13" fmla="*/ 394526 h 483536"/>
                <a:gd name="connsiteX14" fmla="*/ 494352 w 554660"/>
                <a:gd name="connsiteY14" fmla="*/ 385746 h 483536"/>
                <a:gd name="connsiteX15" fmla="*/ 489136 w 554660"/>
                <a:gd name="connsiteY15" fmla="*/ 380532 h 483536"/>
                <a:gd name="connsiteX16" fmla="*/ 485265 w 554660"/>
                <a:gd name="connsiteY16" fmla="*/ 375553 h 483536"/>
                <a:gd name="connsiteX17" fmla="*/ 482135 w 554660"/>
                <a:gd name="connsiteY17" fmla="*/ 372727 h 483536"/>
                <a:gd name="connsiteX18" fmla="*/ 477356 w 554660"/>
                <a:gd name="connsiteY18" fmla="*/ 367950 h 483536"/>
                <a:gd name="connsiteX19" fmla="*/ 474866 w 554660"/>
                <a:gd name="connsiteY19" fmla="*/ 367076 h 483536"/>
                <a:gd name="connsiteX20" fmla="*/ 471400 w 554660"/>
                <a:gd name="connsiteY20" fmla="*/ 366302 h 483536"/>
                <a:gd name="connsiteX21" fmla="*/ 465745 w 554660"/>
                <a:gd name="connsiteY21" fmla="*/ 366302 h 483536"/>
                <a:gd name="connsiteX22" fmla="*/ 458880 w 554660"/>
                <a:gd name="connsiteY22" fmla="*/ 365427 h 483536"/>
                <a:gd name="connsiteX23" fmla="*/ 450063 w 554660"/>
                <a:gd name="connsiteY23" fmla="*/ 363813 h 483536"/>
                <a:gd name="connsiteX24" fmla="*/ 446461 w 554660"/>
                <a:gd name="connsiteY24" fmla="*/ 361323 h 483536"/>
                <a:gd name="connsiteX25" fmla="*/ 443971 w 554660"/>
                <a:gd name="connsiteY25" fmla="*/ 358498 h 483536"/>
                <a:gd name="connsiteX26" fmla="*/ 446461 w 554660"/>
                <a:gd name="connsiteY26" fmla="*/ 356210 h 483536"/>
                <a:gd name="connsiteX27" fmla="*/ 449188 w 554660"/>
                <a:gd name="connsiteY27" fmla="*/ 354696 h 483536"/>
                <a:gd name="connsiteX28" fmla="*/ 454067 w 554660"/>
                <a:gd name="connsiteY28" fmla="*/ 351433 h 483536"/>
                <a:gd name="connsiteX29" fmla="*/ 457231 w 554660"/>
                <a:gd name="connsiteY29" fmla="*/ 351433 h 483536"/>
                <a:gd name="connsiteX30" fmla="*/ 461034 w 554660"/>
                <a:gd name="connsiteY30" fmla="*/ 352846 h 483536"/>
                <a:gd name="connsiteX31" fmla="*/ 465174 w 554660"/>
                <a:gd name="connsiteY31" fmla="*/ 354158 h 483536"/>
                <a:gd name="connsiteX32" fmla="*/ 474731 w 554660"/>
                <a:gd name="connsiteY32" fmla="*/ 355235 h 483536"/>
                <a:gd name="connsiteX33" fmla="*/ 476044 w 554660"/>
                <a:gd name="connsiteY33" fmla="*/ 354259 h 483536"/>
                <a:gd name="connsiteX34" fmla="*/ 480284 w 554660"/>
                <a:gd name="connsiteY34" fmla="*/ 351837 h 483536"/>
                <a:gd name="connsiteX35" fmla="*/ 483650 w 554660"/>
                <a:gd name="connsiteY35" fmla="*/ 351131 h 483536"/>
                <a:gd name="connsiteX36" fmla="*/ 487688 w 554660"/>
                <a:gd name="connsiteY36" fmla="*/ 351131 h 483536"/>
                <a:gd name="connsiteX37" fmla="*/ 493140 w 554660"/>
                <a:gd name="connsiteY37" fmla="*/ 347666 h 483536"/>
                <a:gd name="connsiteX38" fmla="*/ 499871 w 554660"/>
                <a:gd name="connsiteY38" fmla="*/ 347666 h 483536"/>
                <a:gd name="connsiteX39" fmla="*/ 506165 w 554660"/>
                <a:gd name="connsiteY39" fmla="*/ 349617 h 483536"/>
                <a:gd name="connsiteX40" fmla="*/ 511381 w 554660"/>
                <a:gd name="connsiteY40" fmla="*/ 351030 h 483536"/>
                <a:gd name="connsiteX41" fmla="*/ 516934 w 554660"/>
                <a:gd name="connsiteY41" fmla="*/ 355268 h 483536"/>
                <a:gd name="connsiteX42" fmla="*/ 523901 w 554660"/>
                <a:gd name="connsiteY42" fmla="*/ 359070 h 483536"/>
                <a:gd name="connsiteX43" fmla="*/ 531507 w 554660"/>
                <a:gd name="connsiteY43" fmla="*/ 362333 h 483536"/>
                <a:gd name="connsiteX44" fmla="*/ 537261 w 554660"/>
                <a:gd name="connsiteY44" fmla="*/ 363947 h 483536"/>
                <a:gd name="connsiteX45" fmla="*/ 543017 w 554660"/>
                <a:gd name="connsiteY45" fmla="*/ 364586 h 483536"/>
                <a:gd name="connsiteX46" fmla="*/ 549646 w 554660"/>
                <a:gd name="connsiteY46" fmla="*/ 364385 h 483536"/>
                <a:gd name="connsiteX47" fmla="*/ 553786 w 554660"/>
                <a:gd name="connsiteY47" fmla="*/ 362871 h 483536"/>
                <a:gd name="connsiteX48" fmla="*/ 554661 w 554660"/>
                <a:gd name="connsiteY48" fmla="*/ 359070 h 483536"/>
                <a:gd name="connsiteX49" fmla="*/ 552373 w 554660"/>
                <a:gd name="connsiteY49" fmla="*/ 353855 h 483536"/>
                <a:gd name="connsiteX50" fmla="*/ 547358 w 554660"/>
                <a:gd name="connsiteY50" fmla="*/ 343763 h 483536"/>
                <a:gd name="connsiteX51" fmla="*/ 541603 w 554660"/>
                <a:gd name="connsiteY51" fmla="*/ 332461 h 483536"/>
                <a:gd name="connsiteX52" fmla="*/ 534872 w 554660"/>
                <a:gd name="connsiteY52" fmla="*/ 325598 h 483536"/>
                <a:gd name="connsiteX53" fmla="*/ 526930 w 554660"/>
                <a:gd name="connsiteY53" fmla="*/ 321158 h 483536"/>
                <a:gd name="connsiteX54" fmla="*/ 516732 w 554660"/>
                <a:gd name="connsiteY54" fmla="*/ 317693 h 483536"/>
                <a:gd name="connsiteX55" fmla="*/ 510203 w 554660"/>
                <a:gd name="connsiteY55" fmla="*/ 316280 h 483536"/>
                <a:gd name="connsiteX56" fmla="*/ 501823 w 554660"/>
                <a:gd name="connsiteY56" fmla="*/ 313555 h 483536"/>
                <a:gd name="connsiteX57" fmla="*/ 497414 w 554660"/>
                <a:gd name="connsiteY57" fmla="*/ 310527 h 483536"/>
                <a:gd name="connsiteX58" fmla="*/ 495496 w 554660"/>
                <a:gd name="connsiteY58" fmla="*/ 308778 h 483536"/>
                <a:gd name="connsiteX59" fmla="*/ 495496 w 554660"/>
                <a:gd name="connsiteY59" fmla="*/ 287720 h 483536"/>
                <a:gd name="connsiteX60" fmla="*/ 493544 w 554660"/>
                <a:gd name="connsiteY60" fmla="*/ 283818 h 483536"/>
                <a:gd name="connsiteX61" fmla="*/ 488967 w 554660"/>
                <a:gd name="connsiteY61" fmla="*/ 281429 h 483536"/>
                <a:gd name="connsiteX62" fmla="*/ 485064 w 554660"/>
                <a:gd name="connsiteY62" fmla="*/ 277830 h 483536"/>
                <a:gd name="connsiteX63" fmla="*/ 478097 w 554660"/>
                <a:gd name="connsiteY63" fmla="*/ 275374 h 483536"/>
                <a:gd name="connsiteX64" fmla="*/ 472678 w 554660"/>
                <a:gd name="connsiteY64" fmla="*/ 274668 h 483536"/>
                <a:gd name="connsiteX65" fmla="*/ 465072 w 554660"/>
                <a:gd name="connsiteY65" fmla="*/ 274668 h 483536"/>
                <a:gd name="connsiteX66" fmla="*/ 460293 w 554660"/>
                <a:gd name="connsiteY66" fmla="*/ 273894 h 483536"/>
                <a:gd name="connsiteX67" fmla="*/ 452890 w 554660"/>
                <a:gd name="connsiteY67" fmla="*/ 273356 h 483536"/>
                <a:gd name="connsiteX68" fmla="*/ 447336 w 554660"/>
                <a:gd name="connsiteY68" fmla="*/ 271607 h 483536"/>
                <a:gd name="connsiteX69" fmla="*/ 444510 w 554660"/>
                <a:gd name="connsiteY69" fmla="*/ 267267 h 483536"/>
                <a:gd name="connsiteX70" fmla="*/ 443971 w 554660"/>
                <a:gd name="connsiteY70" fmla="*/ 262154 h 483536"/>
                <a:gd name="connsiteX71" fmla="*/ 441582 w 554660"/>
                <a:gd name="connsiteY71" fmla="*/ 255628 h 483536"/>
                <a:gd name="connsiteX72" fmla="*/ 440707 w 554660"/>
                <a:gd name="connsiteY72" fmla="*/ 251187 h 483536"/>
                <a:gd name="connsiteX73" fmla="*/ 437678 w 554660"/>
                <a:gd name="connsiteY73" fmla="*/ 248698 h 483536"/>
                <a:gd name="connsiteX74" fmla="*/ 436163 w 554660"/>
                <a:gd name="connsiteY74" fmla="*/ 245334 h 483536"/>
                <a:gd name="connsiteX75" fmla="*/ 439730 w 554660"/>
                <a:gd name="connsiteY75" fmla="*/ 239918 h 483536"/>
                <a:gd name="connsiteX76" fmla="*/ 441245 w 554660"/>
                <a:gd name="connsiteY76" fmla="*/ 235040 h 483536"/>
                <a:gd name="connsiteX77" fmla="*/ 440808 w 554660"/>
                <a:gd name="connsiteY77" fmla="*/ 233089 h 483536"/>
                <a:gd name="connsiteX78" fmla="*/ 440471 w 554660"/>
                <a:gd name="connsiteY78" fmla="*/ 227438 h 483536"/>
                <a:gd name="connsiteX79" fmla="*/ 439159 w 554660"/>
                <a:gd name="connsiteY79" fmla="*/ 223737 h 483536"/>
                <a:gd name="connsiteX80" fmla="*/ 436668 w 554660"/>
                <a:gd name="connsiteY80" fmla="*/ 219835 h 483536"/>
                <a:gd name="connsiteX81" fmla="*/ 433202 w 554660"/>
                <a:gd name="connsiteY81" fmla="*/ 215058 h 483536"/>
                <a:gd name="connsiteX82" fmla="*/ 427177 w 554660"/>
                <a:gd name="connsiteY82" fmla="*/ 210382 h 483536"/>
                <a:gd name="connsiteX83" fmla="*/ 424182 w 554660"/>
                <a:gd name="connsiteY83" fmla="*/ 206480 h 483536"/>
                <a:gd name="connsiteX84" fmla="*/ 424182 w 554660"/>
                <a:gd name="connsiteY84" fmla="*/ 200829 h 483536"/>
                <a:gd name="connsiteX85" fmla="*/ 424182 w 554660"/>
                <a:gd name="connsiteY85" fmla="*/ 197364 h 483536"/>
                <a:gd name="connsiteX86" fmla="*/ 421557 w 554660"/>
                <a:gd name="connsiteY86" fmla="*/ 192251 h 483536"/>
                <a:gd name="connsiteX87" fmla="*/ 419269 w 554660"/>
                <a:gd name="connsiteY87" fmla="*/ 189324 h 483536"/>
                <a:gd name="connsiteX88" fmla="*/ 415197 w 554660"/>
                <a:gd name="connsiteY88" fmla="*/ 185422 h 483536"/>
                <a:gd name="connsiteX89" fmla="*/ 413716 w 554660"/>
                <a:gd name="connsiteY89" fmla="*/ 180107 h 483536"/>
                <a:gd name="connsiteX90" fmla="*/ 413716 w 554660"/>
                <a:gd name="connsiteY90" fmla="*/ 174792 h 483536"/>
                <a:gd name="connsiteX91" fmla="*/ 411663 w 554660"/>
                <a:gd name="connsiteY91" fmla="*/ 170015 h 483536"/>
                <a:gd name="connsiteX92" fmla="*/ 409071 w 554660"/>
                <a:gd name="connsiteY92" fmla="*/ 166314 h 483536"/>
                <a:gd name="connsiteX93" fmla="*/ 406783 w 554660"/>
                <a:gd name="connsiteY93" fmla="*/ 162278 h 483536"/>
                <a:gd name="connsiteX94" fmla="*/ 401667 w 554660"/>
                <a:gd name="connsiteY94" fmla="*/ 154002 h 483536"/>
                <a:gd name="connsiteX95" fmla="*/ 397763 w 554660"/>
                <a:gd name="connsiteY95" fmla="*/ 147375 h 483536"/>
                <a:gd name="connsiteX96" fmla="*/ 394499 w 554660"/>
                <a:gd name="connsiteY96" fmla="*/ 139773 h 483536"/>
                <a:gd name="connsiteX97" fmla="*/ 391773 w 554660"/>
                <a:gd name="connsiteY97" fmla="*/ 135736 h 483536"/>
                <a:gd name="connsiteX98" fmla="*/ 389383 w 554660"/>
                <a:gd name="connsiteY98" fmla="*/ 132910 h 483536"/>
                <a:gd name="connsiteX99" fmla="*/ 389383 w 554660"/>
                <a:gd name="connsiteY99" fmla="*/ 126081 h 483536"/>
                <a:gd name="connsiteX100" fmla="*/ 388508 w 554660"/>
                <a:gd name="connsiteY100" fmla="*/ 117167 h 483536"/>
                <a:gd name="connsiteX101" fmla="*/ 386321 w 554660"/>
                <a:gd name="connsiteY101" fmla="*/ 111078 h 483536"/>
                <a:gd name="connsiteX102" fmla="*/ 385008 w 554660"/>
                <a:gd name="connsiteY102" fmla="*/ 105662 h 483536"/>
                <a:gd name="connsiteX103" fmla="*/ 375989 w 554660"/>
                <a:gd name="connsiteY103" fmla="*/ 89145 h 483536"/>
                <a:gd name="connsiteX104" fmla="*/ 372085 w 554660"/>
                <a:gd name="connsiteY104" fmla="*/ 81206 h 483536"/>
                <a:gd name="connsiteX105" fmla="*/ 361012 w 554660"/>
                <a:gd name="connsiteY105" fmla="*/ 73604 h 483536"/>
                <a:gd name="connsiteX106" fmla="*/ 343176 w 554660"/>
                <a:gd name="connsiteY106" fmla="*/ 63713 h 483536"/>
                <a:gd name="connsiteX107" fmla="*/ 333921 w 554660"/>
                <a:gd name="connsiteY107" fmla="*/ 62301 h 483536"/>
                <a:gd name="connsiteX108" fmla="*/ 324228 w 554660"/>
                <a:gd name="connsiteY108" fmla="*/ 61426 h 483536"/>
                <a:gd name="connsiteX109" fmla="*/ 318574 w 554660"/>
                <a:gd name="connsiteY109" fmla="*/ 57288 h 483536"/>
                <a:gd name="connsiteX110" fmla="*/ 312045 w 554660"/>
                <a:gd name="connsiteY110" fmla="*/ 56414 h 483536"/>
                <a:gd name="connsiteX111" fmla="*/ 305954 w 554660"/>
                <a:gd name="connsiteY111" fmla="*/ 55337 h 483536"/>
                <a:gd name="connsiteX112" fmla="*/ 300636 w 554660"/>
                <a:gd name="connsiteY112" fmla="*/ 50459 h 483536"/>
                <a:gd name="connsiteX113" fmla="*/ 294343 w 554660"/>
                <a:gd name="connsiteY113" fmla="*/ 43395 h 483536"/>
                <a:gd name="connsiteX114" fmla="*/ 289766 w 554660"/>
                <a:gd name="connsiteY114" fmla="*/ 39695 h 483536"/>
                <a:gd name="connsiteX115" fmla="*/ 281083 w 554660"/>
                <a:gd name="connsiteY115" fmla="*/ 33068 h 483536"/>
                <a:gd name="connsiteX116" fmla="*/ 271525 w 554660"/>
                <a:gd name="connsiteY116" fmla="*/ 32294 h 483536"/>
                <a:gd name="connsiteX117" fmla="*/ 264626 w 554660"/>
                <a:gd name="connsiteY117" fmla="*/ 31756 h 483536"/>
                <a:gd name="connsiteX118" fmla="*/ 262405 w 554660"/>
                <a:gd name="connsiteY118" fmla="*/ 26004 h 483536"/>
                <a:gd name="connsiteX119" fmla="*/ 262405 w 554660"/>
                <a:gd name="connsiteY119" fmla="*/ 20016 h 483536"/>
                <a:gd name="connsiteX120" fmla="*/ 262405 w 554660"/>
                <a:gd name="connsiteY120" fmla="*/ 13052 h 483536"/>
                <a:gd name="connsiteX121" fmla="*/ 265568 w 554660"/>
                <a:gd name="connsiteY121" fmla="*/ 8175 h 483536"/>
                <a:gd name="connsiteX122" fmla="*/ 270246 w 554660"/>
                <a:gd name="connsiteY122" fmla="*/ 4575 h 483536"/>
                <a:gd name="connsiteX123" fmla="*/ 271996 w 554660"/>
                <a:gd name="connsiteY123" fmla="*/ 3263 h 483536"/>
                <a:gd name="connsiteX124" fmla="*/ 273410 w 554660"/>
                <a:gd name="connsiteY124" fmla="*/ 1615 h 483536"/>
                <a:gd name="connsiteX125" fmla="*/ 271458 w 554660"/>
                <a:gd name="connsiteY125" fmla="*/ 0 h 483536"/>
                <a:gd name="connsiteX126" fmla="*/ 261563 w 554660"/>
                <a:gd name="connsiteY126" fmla="*/ 0 h 483536"/>
                <a:gd name="connsiteX127" fmla="*/ 252645 w 554660"/>
                <a:gd name="connsiteY127" fmla="*/ 1413 h 483536"/>
                <a:gd name="connsiteX128" fmla="*/ 247866 w 554660"/>
                <a:gd name="connsiteY128" fmla="*/ 5113 h 483536"/>
                <a:gd name="connsiteX129" fmla="*/ 241875 w 554660"/>
                <a:gd name="connsiteY129" fmla="*/ 7939 h 483536"/>
                <a:gd name="connsiteX130" fmla="*/ 235784 w 554660"/>
                <a:gd name="connsiteY130" fmla="*/ 9352 h 483536"/>
                <a:gd name="connsiteX131" fmla="*/ 226865 w 554660"/>
                <a:gd name="connsiteY131" fmla="*/ 10126 h 483536"/>
                <a:gd name="connsiteX132" fmla="*/ 224510 w 554660"/>
                <a:gd name="connsiteY132" fmla="*/ 15575 h 483536"/>
                <a:gd name="connsiteX133" fmla="*/ 224139 w 554660"/>
                <a:gd name="connsiteY133" fmla="*/ 19276 h 483536"/>
                <a:gd name="connsiteX134" fmla="*/ 224139 w 554660"/>
                <a:gd name="connsiteY134" fmla="*/ 25263 h 483536"/>
                <a:gd name="connsiteX135" fmla="*/ 223500 w 554660"/>
                <a:gd name="connsiteY135" fmla="*/ 29065 h 483536"/>
                <a:gd name="connsiteX136" fmla="*/ 222187 w 554660"/>
                <a:gd name="connsiteY136" fmla="*/ 34279 h 483536"/>
                <a:gd name="connsiteX137" fmla="*/ 218586 w 554660"/>
                <a:gd name="connsiteY137" fmla="*/ 38854 h 483536"/>
                <a:gd name="connsiteX138" fmla="*/ 217610 w 554660"/>
                <a:gd name="connsiteY138" fmla="*/ 44842 h 483536"/>
                <a:gd name="connsiteX139" fmla="*/ 219461 w 554660"/>
                <a:gd name="connsiteY139" fmla="*/ 48441 h 483536"/>
                <a:gd name="connsiteX140" fmla="*/ 215995 w 554660"/>
                <a:gd name="connsiteY140" fmla="*/ 50729 h 483536"/>
                <a:gd name="connsiteX141" fmla="*/ 205226 w 554660"/>
                <a:gd name="connsiteY141" fmla="*/ 51368 h 483536"/>
                <a:gd name="connsiteX142" fmla="*/ 199672 w 554660"/>
                <a:gd name="connsiteY142" fmla="*/ 52680 h 483536"/>
                <a:gd name="connsiteX143" fmla="*/ 196071 w 554660"/>
                <a:gd name="connsiteY143" fmla="*/ 59845 h 483536"/>
                <a:gd name="connsiteX144" fmla="*/ 194658 w 554660"/>
                <a:gd name="connsiteY144" fmla="*/ 65160 h 483536"/>
                <a:gd name="connsiteX145" fmla="*/ 196307 w 554660"/>
                <a:gd name="connsiteY145" fmla="*/ 74075 h 483536"/>
                <a:gd name="connsiteX146" fmla="*/ 194658 w 554660"/>
                <a:gd name="connsiteY146" fmla="*/ 79289 h 483536"/>
                <a:gd name="connsiteX147" fmla="*/ 189980 w 554660"/>
                <a:gd name="connsiteY147" fmla="*/ 85714 h 483536"/>
                <a:gd name="connsiteX148" fmla="*/ 184427 w 554660"/>
                <a:gd name="connsiteY148" fmla="*/ 89179 h 483536"/>
                <a:gd name="connsiteX149" fmla="*/ 175609 w 554660"/>
                <a:gd name="connsiteY149" fmla="*/ 92105 h 483536"/>
                <a:gd name="connsiteX150" fmla="*/ 169417 w 554660"/>
                <a:gd name="connsiteY150" fmla="*/ 89919 h 483536"/>
                <a:gd name="connsiteX151" fmla="*/ 162989 w 554660"/>
                <a:gd name="connsiteY151" fmla="*/ 80903 h 483536"/>
                <a:gd name="connsiteX152" fmla="*/ 163629 w 554660"/>
                <a:gd name="connsiteY152" fmla="*/ 75454 h 483536"/>
                <a:gd name="connsiteX153" fmla="*/ 162989 w 554660"/>
                <a:gd name="connsiteY153" fmla="*/ 69802 h 483536"/>
                <a:gd name="connsiteX154" fmla="*/ 159186 w 554660"/>
                <a:gd name="connsiteY154" fmla="*/ 64386 h 483536"/>
                <a:gd name="connsiteX155" fmla="*/ 155383 w 554660"/>
                <a:gd name="connsiteY155" fmla="*/ 61897 h 483536"/>
                <a:gd name="connsiteX156" fmla="*/ 148652 w 554660"/>
                <a:gd name="connsiteY156" fmla="*/ 59408 h 483536"/>
                <a:gd name="connsiteX157" fmla="*/ 143436 w 554660"/>
                <a:gd name="connsiteY157" fmla="*/ 60282 h 483536"/>
                <a:gd name="connsiteX158" fmla="*/ 136907 w 554660"/>
                <a:gd name="connsiteY158" fmla="*/ 64723 h 483536"/>
                <a:gd name="connsiteX159" fmla="*/ 136368 w 554660"/>
                <a:gd name="connsiteY159" fmla="*/ 69399 h 483536"/>
                <a:gd name="connsiteX160" fmla="*/ 134854 w 554660"/>
                <a:gd name="connsiteY160" fmla="*/ 76362 h 483536"/>
                <a:gd name="connsiteX161" fmla="*/ 130950 w 554660"/>
                <a:gd name="connsiteY161" fmla="*/ 81677 h 483536"/>
                <a:gd name="connsiteX162" fmla="*/ 125834 w 554660"/>
                <a:gd name="connsiteY162" fmla="*/ 82552 h 483536"/>
                <a:gd name="connsiteX163" fmla="*/ 119406 w 554660"/>
                <a:gd name="connsiteY163" fmla="*/ 83628 h 483536"/>
                <a:gd name="connsiteX164" fmla="*/ 113315 w 554660"/>
                <a:gd name="connsiteY164" fmla="*/ 85041 h 483536"/>
                <a:gd name="connsiteX165" fmla="*/ 107762 w 554660"/>
                <a:gd name="connsiteY165" fmla="*/ 83965 h 483536"/>
                <a:gd name="connsiteX166" fmla="*/ 104598 w 554660"/>
                <a:gd name="connsiteY166" fmla="*/ 80601 h 483536"/>
                <a:gd name="connsiteX167" fmla="*/ 93627 w 554660"/>
                <a:gd name="connsiteY167" fmla="*/ 72897 h 483536"/>
                <a:gd name="connsiteX168" fmla="*/ 86661 w 554660"/>
                <a:gd name="connsiteY168" fmla="*/ 76598 h 483536"/>
                <a:gd name="connsiteX169" fmla="*/ 86661 w 554660"/>
                <a:gd name="connsiteY169" fmla="*/ 82686 h 483536"/>
                <a:gd name="connsiteX170" fmla="*/ 84338 w 554660"/>
                <a:gd name="connsiteY170" fmla="*/ 86454 h 483536"/>
                <a:gd name="connsiteX171" fmla="*/ 78247 w 554660"/>
                <a:gd name="connsiteY171" fmla="*/ 91365 h 483536"/>
                <a:gd name="connsiteX172" fmla="*/ 73905 w 554660"/>
                <a:gd name="connsiteY172" fmla="*/ 86454 h 483536"/>
                <a:gd name="connsiteX173" fmla="*/ 70574 w 554660"/>
                <a:gd name="connsiteY173" fmla="*/ 84436 h 483536"/>
                <a:gd name="connsiteX174" fmla="*/ 64044 w 554660"/>
                <a:gd name="connsiteY174" fmla="*/ 77203 h 483536"/>
                <a:gd name="connsiteX175" fmla="*/ 64044 w 554660"/>
                <a:gd name="connsiteY175" fmla="*/ 67077 h 483536"/>
                <a:gd name="connsiteX176" fmla="*/ 64044 w 554660"/>
                <a:gd name="connsiteY176" fmla="*/ 58399 h 483536"/>
                <a:gd name="connsiteX177" fmla="*/ 59400 w 554660"/>
                <a:gd name="connsiteY177" fmla="*/ 55203 h 483536"/>
                <a:gd name="connsiteX178" fmla="*/ 56237 w 554660"/>
                <a:gd name="connsiteY178" fmla="*/ 47970 h 483536"/>
                <a:gd name="connsiteX179" fmla="*/ 52467 w 554660"/>
                <a:gd name="connsiteY179" fmla="*/ 45077 h 483536"/>
                <a:gd name="connsiteX180" fmla="*/ 42910 w 554660"/>
                <a:gd name="connsiteY180" fmla="*/ 42184 h 483536"/>
                <a:gd name="connsiteX181" fmla="*/ 29582 w 554660"/>
                <a:gd name="connsiteY181" fmla="*/ 40166 h 483536"/>
                <a:gd name="connsiteX182" fmla="*/ 17096 w 554660"/>
                <a:gd name="connsiteY182" fmla="*/ 41310 h 483536"/>
                <a:gd name="connsiteX183" fmla="*/ 11308 w 554660"/>
                <a:gd name="connsiteY183" fmla="*/ 45952 h 483536"/>
                <a:gd name="connsiteX184" fmla="*/ 6529 w 554660"/>
                <a:gd name="connsiteY184" fmla="*/ 49417 h 483536"/>
                <a:gd name="connsiteX185" fmla="*/ 1447 w 554660"/>
                <a:gd name="connsiteY185" fmla="*/ 58399 h 483536"/>
                <a:gd name="connsiteX186" fmla="*/ 1447 w 554660"/>
                <a:gd name="connsiteY186" fmla="*/ 63613 h 483536"/>
                <a:gd name="connsiteX187" fmla="*/ 0 w 554660"/>
                <a:gd name="connsiteY187" fmla="*/ 69399 h 483536"/>
                <a:gd name="connsiteX188" fmla="*/ 4341 w 554660"/>
                <a:gd name="connsiteY188" fmla="*/ 73738 h 483536"/>
                <a:gd name="connsiteX189" fmla="*/ 7808 w 554660"/>
                <a:gd name="connsiteY189" fmla="*/ 77203 h 483536"/>
                <a:gd name="connsiteX190" fmla="*/ 22582 w 554660"/>
                <a:gd name="connsiteY190" fmla="*/ 86488 h 483536"/>
                <a:gd name="connsiteX191" fmla="*/ 30423 w 554660"/>
                <a:gd name="connsiteY191" fmla="*/ 90827 h 483536"/>
                <a:gd name="connsiteX192" fmla="*/ 37390 w 554660"/>
                <a:gd name="connsiteY192" fmla="*/ 91702 h 483536"/>
                <a:gd name="connsiteX193" fmla="*/ 44054 w 554660"/>
                <a:gd name="connsiteY193" fmla="*/ 96613 h 483536"/>
                <a:gd name="connsiteX194" fmla="*/ 48967 w 554660"/>
                <a:gd name="connsiteY194" fmla="*/ 100953 h 483536"/>
                <a:gd name="connsiteX195" fmla="*/ 54487 w 554660"/>
                <a:gd name="connsiteY195" fmla="*/ 100953 h 483536"/>
                <a:gd name="connsiteX196" fmla="*/ 58559 w 554660"/>
                <a:gd name="connsiteY196" fmla="*/ 109060 h 483536"/>
                <a:gd name="connsiteX197" fmla="*/ 64044 w 554660"/>
                <a:gd name="connsiteY197" fmla="*/ 119185 h 483536"/>
                <a:gd name="connsiteX198" fmla="*/ 70439 w 554660"/>
                <a:gd name="connsiteY198" fmla="*/ 119488 h 483536"/>
                <a:gd name="connsiteX199" fmla="*/ 71886 w 554660"/>
                <a:gd name="connsiteY199" fmla="*/ 123827 h 483536"/>
                <a:gd name="connsiteX200" fmla="*/ 76800 w 554660"/>
                <a:gd name="connsiteY200" fmla="*/ 129614 h 483536"/>
                <a:gd name="connsiteX201" fmla="*/ 83194 w 554660"/>
                <a:gd name="connsiteY201" fmla="*/ 132069 h 483536"/>
                <a:gd name="connsiteX202" fmla="*/ 97093 w 554660"/>
                <a:gd name="connsiteY202" fmla="*/ 132204 h 483536"/>
                <a:gd name="connsiteX203" fmla="*/ 108401 w 554660"/>
                <a:gd name="connsiteY203" fmla="*/ 132204 h 483536"/>
                <a:gd name="connsiteX204" fmla="*/ 117387 w 554660"/>
                <a:gd name="connsiteY204" fmla="*/ 133650 h 483536"/>
                <a:gd name="connsiteX205" fmla="*/ 123748 w 554660"/>
                <a:gd name="connsiteY205" fmla="*/ 140614 h 483536"/>
                <a:gd name="connsiteX206" fmla="*/ 128089 w 554660"/>
                <a:gd name="connsiteY206" fmla="*/ 144953 h 483536"/>
                <a:gd name="connsiteX207" fmla="*/ 132565 w 554660"/>
                <a:gd name="connsiteY207" fmla="*/ 150739 h 483536"/>
                <a:gd name="connsiteX208" fmla="*/ 133575 w 554660"/>
                <a:gd name="connsiteY208" fmla="*/ 154507 h 483536"/>
                <a:gd name="connsiteX209" fmla="*/ 133575 w 554660"/>
                <a:gd name="connsiteY209" fmla="*/ 164363 h 483536"/>
                <a:gd name="connsiteX210" fmla="*/ 136469 w 554660"/>
                <a:gd name="connsiteY210" fmla="*/ 168434 h 483536"/>
                <a:gd name="connsiteX211" fmla="*/ 145724 w 554660"/>
                <a:gd name="connsiteY211" fmla="*/ 168434 h 483536"/>
                <a:gd name="connsiteX212" fmla="*/ 152388 w 554660"/>
                <a:gd name="connsiteY212" fmla="*/ 164969 h 483536"/>
                <a:gd name="connsiteX213" fmla="*/ 157032 w 554660"/>
                <a:gd name="connsiteY213" fmla="*/ 160898 h 483536"/>
                <a:gd name="connsiteX214" fmla="*/ 162249 w 554660"/>
                <a:gd name="connsiteY214" fmla="*/ 163522 h 483536"/>
                <a:gd name="connsiteX215" fmla="*/ 171806 w 554660"/>
                <a:gd name="connsiteY215" fmla="*/ 165272 h 483536"/>
                <a:gd name="connsiteX216" fmla="*/ 179042 w 554660"/>
                <a:gd name="connsiteY216" fmla="*/ 166146 h 483536"/>
                <a:gd name="connsiteX217" fmla="*/ 178167 w 554660"/>
                <a:gd name="connsiteY217" fmla="*/ 173984 h 483536"/>
                <a:gd name="connsiteX218" fmla="*/ 174095 w 554660"/>
                <a:gd name="connsiteY218" fmla="*/ 179501 h 483536"/>
                <a:gd name="connsiteX219" fmla="*/ 173523 w 554660"/>
                <a:gd name="connsiteY219" fmla="*/ 184413 h 483536"/>
                <a:gd name="connsiteX220" fmla="*/ 171504 w 554660"/>
                <a:gd name="connsiteY220" fmla="*/ 190804 h 483536"/>
                <a:gd name="connsiteX221" fmla="*/ 167432 w 554660"/>
                <a:gd name="connsiteY221" fmla="*/ 197465 h 483536"/>
                <a:gd name="connsiteX222" fmla="*/ 164840 w 554660"/>
                <a:gd name="connsiteY222" fmla="*/ 202107 h 483536"/>
                <a:gd name="connsiteX223" fmla="*/ 162821 w 554660"/>
                <a:gd name="connsiteY223" fmla="*/ 209070 h 483536"/>
                <a:gd name="connsiteX224" fmla="*/ 161071 w 554660"/>
                <a:gd name="connsiteY224" fmla="*/ 222694 h 483536"/>
                <a:gd name="connsiteX225" fmla="*/ 161340 w 554660"/>
                <a:gd name="connsiteY225" fmla="*/ 224444 h 483536"/>
                <a:gd name="connsiteX226" fmla="*/ 165681 w 554660"/>
                <a:gd name="connsiteY226" fmla="*/ 229355 h 483536"/>
                <a:gd name="connsiteX227" fmla="*/ 176114 w 554660"/>
                <a:gd name="connsiteY227" fmla="*/ 228481 h 483536"/>
                <a:gd name="connsiteX228" fmla="*/ 183081 w 554660"/>
                <a:gd name="connsiteY228" fmla="*/ 226159 h 483536"/>
                <a:gd name="connsiteX229" fmla="*/ 185403 w 554660"/>
                <a:gd name="connsiteY229" fmla="*/ 235713 h 483536"/>
                <a:gd name="connsiteX230" fmla="*/ 189475 w 554660"/>
                <a:gd name="connsiteY230" fmla="*/ 244392 h 483536"/>
                <a:gd name="connsiteX231" fmla="*/ 192672 w 554660"/>
                <a:gd name="connsiteY231" fmla="*/ 252802 h 483536"/>
                <a:gd name="connsiteX232" fmla="*/ 191797 w 554660"/>
                <a:gd name="connsiteY232" fmla="*/ 260606 h 483536"/>
                <a:gd name="connsiteX233" fmla="*/ 194692 w 554660"/>
                <a:gd name="connsiteY233" fmla="*/ 268713 h 483536"/>
                <a:gd name="connsiteX234" fmla="*/ 205697 w 554660"/>
                <a:gd name="connsiteY234" fmla="*/ 277123 h 483536"/>
                <a:gd name="connsiteX235" fmla="*/ 211485 w 554660"/>
                <a:gd name="connsiteY235" fmla="*/ 277998 h 483536"/>
                <a:gd name="connsiteX236" fmla="*/ 220168 w 554660"/>
                <a:gd name="connsiteY236" fmla="*/ 275980 h 483536"/>
                <a:gd name="connsiteX237" fmla="*/ 227404 w 554660"/>
                <a:gd name="connsiteY237" fmla="*/ 276282 h 483536"/>
                <a:gd name="connsiteX238" fmla="*/ 234067 w 554660"/>
                <a:gd name="connsiteY238" fmla="*/ 275980 h 483536"/>
                <a:gd name="connsiteX239" fmla="*/ 239284 w 554660"/>
                <a:gd name="connsiteY239" fmla="*/ 273087 h 483536"/>
                <a:gd name="connsiteX240" fmla="*/ 241034 w 554660"/>
                <a:gd name="connsiteY240" fmla="*/ 266998 h 483536"/>
                <a:gd name="connsiteX241" fmla="*/ 245106 w 554660"/>
                <a:gd name="connsiteY241" fmla="*/ 261481 h 483536"/>
                <a:gd name="connsiteX242" fmla="*/ 245409 w 554660"/>
                <a:gd name="connsiteY242" fmla="*/ 250750 h 483536"/>
                <a:gd name="connsiteX243" fmla="*/ 248000 w 554660"/>
                <a:gd name="connsiteY243" fmla="*/ 244661 h 483536"/>
                <a:gd name="connsiteX244" fmla="*/ 256111 w 554660"/>
                <a:gd name="connsiteY244" fmla="*/ 242340 h 483536"/>
                <a:gd name="connsiteX245" fmla="*/ 261631 w 554660"/>
                <a:gd name="connsiteY245" fmla="*/ 248731 h 483536"/>
                <a:gd name="connsiteX246" fmla="*/ 269438 w 554660"/>
                <a:gd name="connsiteY246" fmla="*/ 255392 h 483536"/>
                <a:gd name="connsiteX247" fmla="*/ 281319 w 554660"/>
                <a:gd name="connsiteY247" fmla="*/ 261481 h 483536"/>
                <a:gd name="connsiteX248" fmla="*/ 287982 w 554660"/>
                <a:gd name="connsiteY248" fmla="*/ 266123 h 483536"/>
                <a:gd name="connsiteX249" fmla="*/ 286232 w 554660"/>
                <a:gd name="connsiteY249" fmla="*/ 277426 h 483536"/>
                <a:gd name="connsiteX250" fmla="*/ 283607 w 554660"/>
                <a:gd name="connsiteY250" fmla="*/ 281194 h 483536"/>
                <a:gd name="connsiteX251" fmla="*/ 285054 w 554660"/>
                <a:gd name="connsiteY251" fmla="*/ 289032 h 483536"/>
                <a:gd name="connsiteX252" fmla="*/ 286501 w 554660"/>
                <a:gd name="connsiteY252" fmla="*/ 294818 h 483536"/>
                <a:gd name="connsiteX253" fmla="*/ 281588 w 554660"/>
                <a:gd name="connsiteY253" fmla="*/ 300335 h 483536"/>
                <a:gd name="connsiteX254" fmla="*/ 274352 w 554660"/>
                <a:gd name="connsiteY254" fmla="*/ 304102 h 483536"/>
                <a:gd name="connsiteX255" fmla="*/ 268563 w 554660"/>
                <a:gd name="connsiteY255" fmla="*/ 299191 h 483536"/>
                <a:gd name="connsiteX256" fmla="*/ 260722 w 554660"/>
                <a:gd name="connsiteY256" fmla="*/ 298888 h 483536"/>
                <a:gd name="connsiteX257" fmla="*/ 252039 w 554660"/>
                <a:gd name="connsiteY257" fmla="*/ 297442 h 483536"/>
                <a:gd name="connsiteX258" fmla="*/ 247698 w 554660"/>
                <a:gd name="connsiteY258" fmla="*/ 292530 h 483536"/>
                <a:gd name="connsiteX259" fmla="*/ 239587 w 554660"/>
                <a:gd name="connsiteY259" fmla="*/ 289335 h 483536"/>
                <a:gd name="connsiteX260" fmla="*/ 234101 w 554660"/>
                <a:gd name="connsiteY260" fmla="*/ 293977 h 483536"/>
                <a:gd name="connsiteX261" fmla="*/ 233529 w 554660"/>
                <a:gd name="connsiteY261" fmla="*/ 301512 h 483536"/>
                <a:gd name="connsiteX262" fmla="*/ 236423 w 554660"/>
                <a:gd name="connsiteY262" fmla="*/ 311066 h 483536"/>
                <a:gd name="connsiteX263" fmla="*/ 237568 w 554660"/>
                <a:gd name="connsiteY263" fmla="*/ 317457 h 483536"/>
                <a:gd name="connsiteX264" fmla="*/ 236693 w 554660"/>
                <a:gd name="connsiteY264" fmla="*/ 327314 h 483536"/>
                <a:gd name="connsiteX265" fmla="*/ 233798 w 554660"/>
                <a:gd name="connsiteY265" fmla="*/ 331384 h 483536"/>
                <a:gd name="connsiteX266" fmla="*/ 232351 w 554660"/>
                <a:gd name="connsiteY266" fmla="*/ 336598 h 483536"/>
                <a:gd name="connsiteX267" fmla="*/ 228010 w 554660"/>
                <a:gd name="connsiteY267" fmla="*/ 338045 h 483536"/>
                <a:gd name="connsiteX268" fmla="*/ 222490 w 554660"/>
                <a:gd name="connsiteY268" fmla="*/ 338617 h 483536"/>
                <a:gd name="connsiteX269" fmla="*/ 217846 w 554660"/>
                <a:gd name="connsiteY269" fmla="*/ 345008 h 483536"/>
                <a:gd name="connsiteX270" fmla="*/ 216096 w 554660"/>
                <a:gd name="connsiteY270" fmla="*/ 353115 h 483536"/>
                <a:gd name="connsiteX271" fmla="*/ 211183 w 554660"/>
                <a:gd name="connsiteY271" fmla="*/ 361222 h 483536"/>
                <a:gd name="connsiteX272" fmla="*/ 208860 w 554660"/>
                <a:gd name="connsiteY272" fmla="*/ 367009 h 483536"/>
                <a:gd name="connsiteX273" fmla="*/ 214649 w 554660"/>
                <a:gd name="connsiteY273" fmla="*/ 370473 h 483536"/>
                <a:gd name="connsiteX274" fmla="*/ 219865 w 554660"/>
                <a:gd name="connsiteY274" fmla="*/ 373366 h 483536"/>
                <a:gd name="connsiteX275" fmla="*/ 224510 w 554660"/>
                <a:gd name="connsiteY275" fmla="*/ 379152 h 483536"/>
                <a:gd name="connsiteX276" fmla="*/ 226832 w 554660"/>
                <a:gd name="connsiteY276" fmla="*/ 389581 h 483536"/>
                <a:gd name="connsiteX277" fmla="*/ 229726 w 554660"/>
                <a:gd name="connsiteY277" fmla="*/ 394795 h 483536"/>
                <a:gd name="connsiteX278" fmla="*/ 238712 w 554660"/>
                <a:gd name="connsiteY278" fmla="*/ 395030 h 483536"/>
                <a:gd name="connsiteX279" fmla="*/ 249145 w 554660"/>
                <a:gd name="connsiteY279" fmla="*/ 396578 h 483536"/>
                <a:gd name="connsiteX280" fmla="*/ 259578 w 554660"/>
                <a:gd name="connsiteY280" fmla="*/ 396578 h 483536"/>
                <a:gd name="connsiteX281" fmla="*/ 261328 w 554660"/>
                <a:gd name="connsiteY281" fmla="*/ 401792 h 483536"/>
                <a:gd name="connsiteX282" fmla="*/ 262472 w 554660"/>
                <a:gd name="connsiteY282" fmla="*/ 408183 h 483536"/>
                <a:gd name="connsiteX283" fmla="*/ 263650 w 554660"/>
                <a:gd name="connsiteY283" fmla="*/ 413700 h 483536"/>
                <a:gd name="connsiteX284" fmla="*/ 260452 w 554660"/>
                <a:gd name="connsiteY284" fmla="*/ 421505 h 483536"/>
                <a:gd name="connsiteX285" fmla="*/ 255236 w 554660"/>
                <a:gd name="connsiteY285" fmla="*/ 425844 h 483536"/>
                <a:gd name="connsiteX286" fmla="*/ 247698 w 554660"/>
                <a:gd name="connsiteY286" fmla="*/ 433077 h 483536"/>
                <a:gd name="connsiteX287" fmla="*/ 249717 w 554660"/>
                <a:gd name="connsiteY287" fmla="*/ 438863 h 483536"/>
                <a:gd name="connsiteX288" fmla="*/ 252914 w 554660"/>
                <a:gd name="connsiteY288" fmla="*/ 442193 h 483536"/>
                <a:gd name="connsiteX289" fmla="*/ 261328 w 554660"/>
                <a:gd name="connsiteY289" fmla="*/ 446970 h 483536"/>
                <a:gd name="connsiteX290" fmla="*/ 270011 w 554660"/>
                <a:gd name="connsiteY290" fmla="*/ 446970 h 483536"/>
                <a:gd name="connsiteX291" fmla="*/ 277112 w 554660"/>
                <a:gd name="connsiteY291" fmla="*/ 444952 h 483536"/>
                <a:gd name="connsiteX292" fmla="*/ 284785 w 554660"/>
                <a:gd name="connsiteY292" fmla="*/ 441756 h 483536"/>
                <a:gd name="connsiteX293" fmla="*/ 292020 w 554660"/>
                <a:gd name="connsiteY293" fmla="*/ 440881 h 483536"/>
                <a:gd name="connsiteX294" fmla="*/ 299862 w 554660"/>
                <a:gd name="connsiteY294" fmla="*/ 438829 h 483536"/>
                <a:gd name="connsiteX295" fmla="*/ 310867 w 554660"/>
                <a:gd name="connsiteY295" fmla="*/ 436542 h 483536"/>
                <a:gd name="connsiteX296" fmla="*/ 315209 w 554660"/>
                <a:gd name="connsiteY296" fmla="*/ 436542 h 483536"/>
                <a:gd name="connsiteX297" fmla="*/ 316084 w 554660"/>
                <a:gd name="connsiteY297" fmla="*/ 444649 h 483536"/>
                <a:gd name="connsiteX298" fmla="*/ 316656 w 554660"/>
                <a:gd name="connsiteY298" fmla="*/ 449863 h 483536"/>
                <a:gd name="connsiteX299" fmla="*/ 326786 w 554660"/>
                <a:gd name="connsiteY299" fmla="*/ 448685 h 483536"/>
                <a:gd name="connsiteX300" fmla="*/ 334055 w 554660"/>
                <a:gd name="connsiteY300" fmla="*/ 446667 h 483536"/>
                <a:gd name="connsiteX301" fmla="*/ 337825 w 554660"/>
                <a:gd name="connsiteY301" fmla="*/ 453631 h 483536"/>
                <a:gd name="connsiteX302" fmla="*/ 342738 w 554660"/>
                <a:gd name="connsiteY302" fmla="*/ 447273 h 483536"/>
                <a:gd name="connsiteX303" fmla="*/ 349704 w 554660"/>
                <a:gd name="connsiteY303" fmla="*/ 444380 h 483536"/>
                <a:gd name="connsiteX304" fmla="*/ 360440 w 554660"/>
                <a:gd name="connsiteY304" fmla="*/ 443808 h 483536"/>
                <a:gd name="connsiteX305" fmla="*/ 367676 w 554660"/>
                <a:gd name="connsiteY305" fmla="*/ 448450 h 483536"/>
                <a:gd name="connsiteX306" fmla="*/ 375787 w 554660"/>
                <a:gd name="connsiteY306" fmla="*/ 455985 h 483536"/>
                <a:gd name="connsiteX307" fmla="*/ 380128 w 554660"/>
                <a:gd name="connsiteY307" fmla="*/ 460897 h 483536"/>
                <a:gd name="connsiteX308" fmla="*/ 384200 w 554660"/>
                <a:gd name="connsiteY308" fmla="*/ 463218 h 483536"/>
                <a:gd name="connsiteX309" fmla="*/ 388542 w 554660"/>
                <a:gd name="connsiteY309" fmla="*/ 466985 h 483536"/>
                <a:gd name="connsiteX310" fmla="*/ 398975 w 554660"/>
                <a:gd name="connsiteY310" fmla="*/ 469576 h 483536"/>
                <a:gd name="connsiteX311" fmla="*/ 412605 w 554660"/>
                <a:gd name="connsiteY311" fmla="*/ 469576 h 483536"/>
                <a:gd name="connsiteX312" fmla="*/ 417249 w 554660"/>
                <a:gd name="connsiteY312" fmla="*/ 468432 h 483536"/>
                <a:gd name="connsiteX313" fmla="*/ 421019 w 554660"/>
                <a:gd name="connsiteY313" fmla="*/ 472502 h 483536"/>
                <a:gd name="connsiteX314" fmla="*/ 424216 w 554660"/>
                <a:gd name="connsiteY314" fmla="*/ 479466 h 483536"/>
                <a:gd name="connsiteX315" fmla="*/ 425091 w 554660"/>
                <a:gd name="connsiteY315" fmla="*/ 483536 h 483536"/>
                <a:gd name="connsiteX316" fmla="*/ 431754 w 554660"/>
                <a:gd name="connsiteY316" fmla="*/ 483536 h 483536"/>
                <a:gd name="connsiteX317" fmla="*/ 432629 w 554660"/>
                <a:gd name="connsiteY317" fmla="*/ 476875 h 483536"/>
                <a:gd name="connsiteX318" fmla="*/ 436096 w 554660"/>
                <a:gd name="connsiteY318" fmla="*/ 473411 h 483536"/>
                <a:gd name="connsiteX319" fmla="*/ 443937 w 554660"/>
                <a:gd name="connsiteY319" fmla="*/ 472839 h 483536"/>
                <a:gd name="connsiteX320" fmla="*/ 446260 w 554660"/>
                <a:gd name="connsiteY320" fmla="*/ 466178 h 483536"/>
                <a:gd name="connsiteX321" fmla="*/ 446832 w 554660"/>
                <a:gd name="connsiteY321" fmla="*/ 461267 h 483536"/>
                <a:gd name="connsiteX322" fmla="*/ 444510 w 554660"/>
                <a:gd name="connsiteY322" fmla="*/ 454034 h 483536"/>
                <a:gd name="connsiteX323" fmla="*/ 447976 w 554660"/>
                <a:gd name="connsiteY323" fmla="*/ 449997 h 483536"/>
                <a:gd name="connsiteX324" fmla="*/ 454942 w 554660"/>
                <a:gd name="connsiteY324" fmla="*/ 444783 h 483536"/>
                <a:gd name="connsiteX325" fmla="*/ 462481 w 554660"/>
                <a:gd name="connsiteY325" fmla="*/ 444514 h 483536"/>
                <a:gd name="connsiteX326" fmla="*/ 467832 w 554660"/>
                <a:gd name="connsiteY326" fmla="*/ 442328 h 483536"/>
                <a:gd name="connsiteX327" fmla="*/ 470289 w 554660"/>
                <a:gd name="connsiteY327" fmla="*/ 438863 h 483536"/>
                <a:gd name="connsiteX328" fmla="*/ 474226 w 554660"/>
                <a:gd name="connsiteY328" fmla="*/ 434086 h 48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554660" h="483536">
                  <a:moveTo>
                    <a:pt x="474226" y="434086"/>
                  </a:moveTo>
                  <a:lnTo>
                    <a:pt x="477996" y="430756"/>
                  </a:lnTo>
                  <a:lnTo>
                    <a:pt x="479140" y="428300"/>
                  </a:lnTo>
                  <a:lnTo>
                    <a:pt x="477996" y="421202"/>
                  </a:lnTo>
                  <a:lnTo>
                    <a:pt x="482203" y="418174"/>
                  </a:lnTo>
                  <a:lnTo>
                    <a:pt x="484222" y="415853"/>
                  </a:lnTo>
                  <a:lnTo>
                    <a:pt x="479881" y="412826"/>
                  </a:lnTo>
                  <a:lnTo>
                    <a:pt x="479881" y="409193"/>
                  </a:lnTo>
                  <a:lnTo>
                    <a:pt x="482910" y="405358"/>
                  </a:lnTo>
                  <a:lnTo>
                    <a:pt x="487688" y="399067"/>
                  </a:lnTo>
                  <a:lnTo>
                    <a:pt x="493645" y="395770"/>
                  </a:lnTo>
                  <a:lnTo>
                    <a:pt x="501621" y="394593"/>
                  </a:lnTo>
                  <a:lnTo>
                    <a:pt x="504246" y="394593"/>
                  </a:lnTo>
                  <a:lnTo>
                    <a:pt x="504246" y="394526"/>
                  </a:lnTo>
                  <a:lnTo>
                    <a:pt x="494352" y="385746"/>
                  </a:lnTo>
                  <a:lnTo>
                    <a:pt x="489136" y="380532"/>
                  </a:lnTo>
                  <a:lnTo>
                    <a:pt x="485265" y="375553"/>
                  </a:lnTo>
                  <a:lnTo>
                    <a:pt x="482135" y="372727"/>
                  </a:lnTo>
                  <a:lnTo>
                    <a:pt x="477356" y="367950"/>
                  </a:lnTo>
                  <a:lnTo>
                    <a:pt x="474866" y="367076"/>
                  </a:lnTo>
                  <a:cubicBezTo>
                    <a:pt x="474866" y="367076"/>
                    <a:pt x="471736" y="366437"/>
                    <a:pt x="471400" y="366302"/>
                  </a:cubicBezTo>
                  <a:cubicBezTo>
                    <a:pt x="471063" y="366201"/>
                    <a:pt x="465745" y="366302"/>
                    <a:pt x="465745" y="366302"/>
                  </a:cubicBezTo>
                  <a:cubicBezTo>
                    <a:pt x="465745" y="366302"/>
                    <a:pt x="461269" y="365427"/>
                    <a:pt x="458880" y="365427"/>
                  </a:cubicBezTo>
                  <a:cubicBezTo>
                    <a:pt x="456490" y="365427"/>
                    <a:pt x="450063" y="363813"/>
                    <a:pt x="450063" y="363813"/>
                  </a:cubicBezTo>
                  <a:lnTo>
                    <a:pt x="446461" y="361323"/>
                  </a:lnTo>
                  <a:lnTo>
                    <a:pt x="443971" y="358498"/>
                  </a:lnTo>
                  <a:cubicBezTo>
                    <a:pt x="443971" y="358498"/>
                    <a:pt x="446058" y="356311"/>
                    <a:pt x="446461" y="356210"/>
                  </a:cubicBezTo>
                  <a:cubicBezTo>
                    <a:pt x="446899" y="356109"/>
                    <a:pt x="448211" y="355134"/>
                    <a:pt x="449188" y="354696"/>
                  </a:cubicBezTo>
                  <a:cubicBezTo>
                    <a:pt x="450163" y="354259"/>
                    <a:pt x="453765" y="351433"/>
                    <a:pt x="454067" y="351433"/>
                  </a:cubicBezTo>
                  <a:cubicBezTo>
                    <a:pt x="454370" y="351433"/>
                    <a:pt x="456457" y="351332"/>
                    <a:pt x="457231" y="351433"/>
                  </a:cubicBezTo>
                  <a:cubicBezTo>
                    <a:pt x="458005" y="351534"/>
                    <a:pt x="459957" y="351972"/>
                    <a:pt x="461034" y="352846"/>
                  </a:cubicBezTo>
                  <a:cubicBezTo>
                    <a:pt x="462111" y="353721"/>
                    <a:pt x="463524" y="353822"/>
                    <a:pt x="465174" y="354158"/>
                  </a:cubicBezTo>
                  <a:cubicBezTo>
                    <a:pt x="466823" y="354494"/>
                    <a:pt x="474731" y="355235"/>
                    <a:pt x="474731" y="355235"/>
                  </a:cubicBezTo>
                  <a:cubicBezTo>
                    <a:pt x="474731" y="355235"/>
                    <a:pt x="475606" y="354360"/>
                    <a:pt x="476044" y="354259"/>
                  </a:cubicBezTo>
                  <a:cubicBezTo>
                    <a:pt x="476481" y="354158"/>
                    <a:pt x="478972" y="352005"/>
                    <a:pt x="480284" y="351837"/>
                  </a:cubicBezTo>
                  <a:cubicBezTo>
                    <a:pt x="481597" y="351669"/>
                    <a:pt x="482910" y="351131"/>
                    <a:pt x="483650" y="351131"/>
                  </a:cubicBezTo>
                  <a:cubicBezTo>
                    <a:pt x="484424" y="351131"/>
                    <a:pt x="487688" y="351131"/>
                    <a:pt x="487688" y="351131"/>
                  </a:cubicBezTo>
                  <a:lnTo>
                    <a:pt x="493140" y="347666"/>
                  </a:lnTo>
                  <a:lnTo>
                    <a:pt x="499871" y="347666"/>
                  </a:lnTo>
                  <a:cubicBezTo>
                    <a:pt x="499871" y="347666"/>
                    <a:pt x="505862" y="349516"/>
                    <a:pt x="506165" y="349617"/>
                  </a:cubicBezTo>
                  <a:cubicBezTo>
                    <a:pt x="506501" y="349718"/>
                    <a:pt x="510944" y="351030"/>
                    <a:pt x="511381" y="351030"/>
                  </a:cubicBezTo>
                  <a:cubicBezTo>
                    <a:pt x="511819" y="351030"/>
                    <a:pt x="516934" y="355268"/>
                    <a:pt x="516934" y="355268"/>
                  </a:cubicBezTo>
                  <a:lnTo>
                    <a:pt x="523901" y="359070"/>
                  </a:lnTo>
                  <a:lnTo>
                    <a:pt x="531507" y="362333"/>
                  </a:lnTo>
                  <a:lnTo>
                    <a:pt x="537261" y="363947"/>
                  </a:lnTo>
                  <a:cubicBezTo>
                    <a:pt x="537261" y="363947"/>
                    <a:pt x="542478" y="364586"/>
                    <a:pt x="543017" y="364586"/>
                  </a:cubicBezTo>
                  <a:cubicBezTo>
                    <a:pt x="543555" y="364586"/>
                    <a:pt x="549646" y="364385"/>
                    <a:pt x="549646" y="364385"/>
                  </a:cubicBezTo>
                  <a:lnTo>
                    <a:pt x="553786" y="362871"/>
                  </a:lnTo>
                  <a:lnTo>
                    <a:pt x="554661" y="359070"/>
                  </a:lnTo>
                  <a:lnTo>
                    <a:pt x="552373" y="353855"/>
                  </a:lnTo>
                  <a:lnTo>
                    <a:pt x="547358" y="343763"/>
                  </a:lnTo>
                  <a:lnTo>
                    <a:pt x="541603" y="332461"/>
                  </a:lnTo>
                  <a:lnTo>
                    <a:pt x="534872" y="325598"/>
                  </a:lnTo>
                  <a:cubicBezTo>
                    <a:pt x="534872" y="325598"/>
                    <a:pt x="527805" y="321360"/>
                    <a:pt x="526930" y="321158"/>
                  </a:cubicBezTo>
                  <a:cubicBezTo>
                    <a:pt x="526055" y="320922"/>
                    <a:pt x="516732" y="317693"/>
                    <a:pt x="516732" y="317693"/>
                  </a:cubicBezTo>
                  <a:lnTo>
                    <a:pt x="510203" y="316280"/>
                  </a:lnTo>
                  <a:lnTo>
                    <a:pt x="501823" y="313555"/>
                  </a:lnTo>
                  <a:lnTo>
                    <a:pt x="497414" y="310527"/>
                  </a:lnTo>
                  <a:lnTo>
                    <a:pt x="495496" y="308778"/>
                  </a:lnTo>
                  <a:lnTo>
                    <a:pt x="495496" y="287720"/>
                  </a:lnTo>
                  <a:lnTo>
                    <a:pt x="493544" y="283818"/>
                  </a:lnTo>
                  <a:lnTo>
                    <a:pt x="488967" y="281429"/>
                  </a:lnTo>
                  <a:lnTo>
                    <a:pt x="485064" y="277830"/>
                  </a:lnTo>
                  <a:lnTo>
                    <a:pt x="478097" y="275374"/>
                  </a:lnTo>
                  <a:cubicBezTo>
                    <a:pt x="478097" y="275374"/>
                    <a:pt x="473116" y="274668"/>
                    <a:pt x="472678" y="274668"/>
                  </a:cubicBezTo>
                  <a:cubicBezTo>
                    <a:pt x="472241" y="274668"/>
                    <a:pt x="465072" y="274668"/>
                    <a:pt x="465072" y="274668"/>
                  </a:cubicBezTo>
                  <a:lnTo>
                    <a:pt x="460293" y="273894"/>
                  </a:lnTo>
                  <a:cubicBezTo>
                    <a:pt x="460293" y="273894"/>
                    <a:pt x="453327" y="273356"/>
                    <a:pt x="452890" y="273356"/>
                  </a:cubicBezTo>
                  <a:cubicBezTo>
                    <a:pt x="452452" y="273356"/>
                    <a:pt x="447673" y="272044"/>
                    <a:pt x="447336" y="271607"/>
                  </a:cubicBezTo>
                  <a:cubicBezTo>
                    <a:pt x="447000" y="271169"/>
                    <a:pt x="444711" y="268781"/>
                    <a:pt x="444510" y="267267"/>
                  </a:cubicBezTo>
                  <a:cubicBezTo>
                    <a:pt x="444274" y="265753"/>
                    <a:pt x="443971" y="262154"/>
                    <a:pt x="443971" y="262154"/>
                  </a:cubicBezTo>
                  <a:lnTo>
                    <a:pt x="441582" y="255628"/>
                  </a:lnTo>
                  <a:lnTo>
                    <a:pt x="440707" y="251187"/>
                  </a:lnTo>
                  <a:cubicBezTo>
                    <a:pt x="440707" y="251187"/>
                    <a:pt x="438081" y="249438"/>
                    <a:pt x="437678" y="248698"/>
                  </a:cubicBezTo>
                  <a:cubicBezTo>
                    <a:pt x="437240" y="247924"/>
                    <a:pt x="435625" y="246310"/>
                    <a:pt x="436163" y="245334"/>
                  </a:cubicBezTo>
                  <a:cubicBezTo>
                    <a:pt x="436701" y="244358"/>
                    <a:pt x="439730" y="239918"/>
                    <a:pt x="439730" y="239918"/>
                  </a:cubicBezTo>
                  <a:lnTo>
                    <a:pt x="441245" y="235040"/>
                  </a:lnTo>
                  <a:cubicBezTo>
                    <a:pt x="441245" y="235040"/>
                    <a:pt x="440808" y="233425"/>
                    <a:pt x="440808" y="233089"/>
                  </a:cubicBezTo>
                  <a:cubicBezTo>
                    <a:pt x="440808" y="232753"/>
                    <a:pt x="440471" y="227976"/>
                    <a:pt x="440471" y="227438"/>
                  </a:cubicBezTo>
                  <a:cubicBezTo>
                    <a:pt x="440471" y="226899"/>
                    <a:pt x="439159" y="224175"/>
                    <a:pt x="439159" y="223737"/>
                  </a:cubicBezTo>
                  <a:cubicBezTo>
                    <a:pt x="439159" y="223300"/>
                    <a:pt x="436971" y="221147"/>
                    <a:pt x="436668" y="219835"/>
                  </a:cubicBezTo>
                  <a:cubicBezTo>
                    <a:pt x="436365" y="218523"/>
                    <a:pt x="433202" y="215058"/>
                    <a:pt x="433202" y="215058"/>
                  </a:cubicBezTo>
                  <a:lnTo>
                    <a:pt x="427177" y="210382"/>
                  </a:lnTo>
                  <a:lnTo>
                    <a:pt x="424182" y="206480"/>
                  </a:lnTo>
                  <a:lnTo>
                    <a:pt x="424182" y="200829"/>
                  </a:lnTo>
                  <a:lnTo>
                    <a:pt x="424182" y="197364"/>
                  </a:lnTo>
                  <a:lnTo>
                    <a:pt x="421557" y="192251"/>
                  </a:lnTo>
                  <a:lnTo>
                    <a:pt x="419269" y="189324"/>
                  </a:lnTo>
                  <a:lnTo>
                    <a:pt x="415197" y="185422"/>
                  </a:lnTo>
                  <a:lnTo>
                    <a:pt x="413716" y="180107"/>
                  </a:lnTo>
                  <a:lnTo>
                    <a:pt x="413716" y="174792"/>
                  </a:lnTo>
                  <a:lnTo>
                    <a:pt x="411663" y="170015"/>
                  </a:lnTo>
                  <a:lnTo>
                    <a:pt x="409071" y="166314"/>
                  </a:lnTo>
                  <a:lnTo>
                    <a:pt x="406783" y="162278"/>
                  </a:lnTo>
                  <a:lnTo>
                    <a:pt x="401667" y="154002"/>
                  </a:lnTo>
                  <a:cubicBezTo>
                    <a:pt x="401667" y="154002"/>
                    <a:pt x="397763" y="147813"/>
                    <a:pt x="397763" y="147375"/>
                  </a:cubicBezTo>
                  <a:cubicBezTo>
                    <a:pt x="397763" y="146938"/>
                    <a:pt x="394499" y="139773"/>
                    <a:pt x="394499" y="139773"/>
                  </a:cubicBezTo>
                  <a:lnTo>
                    <a:pt x="391773" y="135736"/>
                  </a:lnTo>
                  <a:lnTo>
                    <a:pt x="389383" y="132910"/>
                  </a:lnTo>
                  <a:lnTo>
                    <a:pt x="389383" y="126081"/>
                  </a:lnTo>
                  <a:lnTo>
                    <a:pt x="388508" y="117167"/>
                  </a:lnTo>
                  <a:lnTo>
                    <a:pt x="386321" y="111078"/>
                  </a:lnTo>
                  <a:lnTo>
                    <a:pt x="385008" y="105662"/>
                  </a:lnTo>
                  <a:lnTo>
                    <a:pt x="375989" y="89145"/>
                  </a:lnTo>
                  <a:lnTo>
                    <a:pt x="372085" y="81206"/>
                  </a:lnTo>
                  <a:lnTo>
                    <a:pt x="361012" y="73604"/>
                  </a:lnTo>
                  <a:lnTo>
                    <a:pt x="343176" y="63713"/>
                  </a:lnTo>
                  <a:lnTo>
                    <a:pt x="333921" y="62301"/>
                  </a:lnTo>
                  <a:lnTo>
                    <a:pt x="324228" y="61426"/>
                  </a:lnTo>
                  <a:lnTo>
                    <a:pt x="318574" y="57288"/>
                  </a:lnTo>
                  <a:lnTo>
                    <a:pt x="312045" y="56414"/>
                  </a:lnTo>
                  <a:cubicBezTo>
                    <a:pt x="312045" y="56414"/>
                    <a:pt x="307165" y="56077"/>
                    <a:pt x="305954" y="55337"/>
                  </a:cubicBezTo>
                  <a:cubicBezTo>
                    <a:pt x="304776" y="54564"/>
                    <a:pt x="301074" y="51099"/>
                    <a:pt x="300636" y="50459"/>
                  </a:cubicBezTo>
                  <a:cubicBezTo>
                    <a:pt x="300199" y="49820"/>
                    <a:pt x="295622" y="44169"/>
                    <a:pt x="294343" y="43395"/>
                  </a:cubicBezTo>
                  <a:cubicBezTo>
                    <a:pt x="293030" y="42622"/>
                    <a:pt x="289766" y="39695"/>
                    <a:pt x="289766" y="39695"/>
                  </a:cubicBezTo>
                  <a:lnTo>
                    <a:pt x="281083" y="33068"/>
                  </a:lnTo>
                  <a:lnTo>
                    <a:pt x="271525" y="32294"/>
                  </a:lnTo>
                  <a:lnTo>
                    <a:pt x="264626" y="31756"/>
                  </a:lnTo>
                  <a:cubicBezTo>
                    <a:pt x="264626" y="31756"/>
                    <a:pt x="262405" y="26340"/>
                    <a:pt x="262405" y="26004"/>
                  </a:cubicBezTo>
                  <a:cubicBezTo>
                    <a:pt x="262405" y="25667"/>
                    <a:pt x="262405" y="20016"/>
                    <a:pt x="262405" y="20016"/>
                  </a:cubicBezTo>
                  <a:lnTo>
                    <a:pt x="262405" y="13052"/>
                  </a:lnTo>
                  <a:cubicBezTo>
                    <a:pt x="262405" y="13052"/>
                    <a:pt x="265130" y="8376"/>
                    <a:pt x="265568" y="8175"/>
                  </a:cubicBezTo>
                  <a:cubicBezTo>
                    <a:pt x="266006" y="7973"/>
                    <a:pt x="270246" y="4575"/>
                    <a:pt x="270246" y="4575"/>
                  </a:cubicBezTo>
                  <a:lnTo>
                    <a:pt x="271996" y="3263"/>
                  </a:lnTo>
                  <a:lnTo>
                    <a:pt x="273410" y="1615"/>
                  </a:lnTo>
                  <a:lnTo>
                    <a:pt x="271458" y="0"/>
                  </a:lnTo>
                  <a:lnTo>
                    <a:pt x="261563" y="0"/>
                  </a:lnTo>
                  <a:lnTo>
                    <a:pt x="252645" y="1413"/>
                  </a:lnTo>
                  <a:lnTo>
                    <a:pt x="247866" y="5113"/>
                  </a:lnTo>
                  <a:lnTo>
                    <a:pt x="241875" y="7939"/>
                  </a:lnTo>
                  <a:cubicBezTo>
                    <a:pt x="241875" y="7939"/>
                    <a:pt x="236221" y="9150"/>
                    <a:pt x="235784" y="9352"/>
                  </a:cubicBezTo>
                  <a:cubicBezTo>
                    <a:pt x="235346" y="9554"/>
                    <a:pt x="226865" y="10126"/>
                    <a:pt x="226865" y="10126"/>
                  </a:cubicBezTo>
                  <a:lnTo>
                    <a:pt x="224510" y="15575"/>
                  </a:lnTo>
                  <a:cubicBezTo>
                    <a:pt x="224510" y="15575"/>
                    <a:pt x="224139" y="18838"/>
                    <a:pt x="224139" y="19276"/>
                  </a:cubicBezTo>
                  <a:cubicBezTo>
                    <a:pt x="224139" y="19713"/>
                    <a:pt x="224139" y="25263"/>
                    <a:pt x="224139" y="25263"/>
                  </a:cubicBezTo>
                  <a:lnTo>
                    <a:pt x="223500" y="29065"/>
                  </a:lnTo>
                  <a:lnTo>
                    <a:pt x="222187" y="34279"/>
                  </a:lnTo>
                  <a:lnTo>
                    <a:pt x="218586" y="38854"/>
                  </a:lnTo>
                  <a:lnTo>
                    <a:pt x="217610" y="44842"/>
                  </a:lnTo>
                  <a:lnTo>
                    <a:pt x="219461" y="48441"/>
                  </a:lnTo>
                  <a:lnTo>
                    <a:pt x="215995" y="50729"/>
                  </a:lnTo>
                  <a:cubicBezTo>
                    <a:pt x="215995" y="50729"/>
                    <a:pt x="206000" y="51166"/>
                    <a:pt x="205226" y="51368"/>
                  </a:cubicBezTo>
                  <a:cubicBezTo>
                    <a:pt x="204452" y="51570"/>
                    <a:pt x="199672" y="52680"/>
                    <a:pt x="199672" y="52680"/>
                  </a:cubicBezTo>
                  <a:lnTo>
                    <a:pt x="196071" y="59845"/>
                  </a:lnTo>
                  <a:lnTo>
                    <a:pt x="194658" y="65160"/>
                  </a:lnTo>
                  <a:lnTo>
                    <a:pt x="196307" y="74075"/>
                  </a:lnTo>
                  <a:cubicBezTo>
                    <a:pt x="196307" y="74075"/>
                    <a:pt x="194893" y="78952"/>
                    <a:pt x="194658" y="79289"/>
                  </a:cubicBezTo>
                  <a:cubicBezTo>
                    <a:pt x="194456" y="79625"/>
                    <a:pt x="189980" y="85714"/>
                    <a:pt x="189980" y="85714"/>
                  </a:cubicBezTo>
                  <a:cubicBezTo>
                    <a:pt x="189980" y="85714"/>
                    <a:pt x="185100" y="88977"/>
                    <a:pt x="184427" y="89179"/>
                  </a:cubicBezTo>
                  <a:cubicBezTo>
                    <a:pt x="183788" y="89414"/>
                    <a:pt x="175609" y="92105"/>
                    <a:pt x="175609" y="92105"/>
                  </a:cubicBezTo>
                  <a:lnTo>
                    <a:pt x="169417" y="89919"/>
                  </a:lnTo>
                  <a:lnTo>
                    <a:pt x="162989" y="80903"/>
                  </a:lnTo>
                  <a:cubicBezTo>
                    <a:pt x="162989" y="80903"/>
                    <a:pt x="163629" y="75891"/>
                    <a:pt x="163629" y="75454"/>
                  </a:cubicBezTo>
                  <a:cubicBezTo>
                    <a:pt x="163629" y="75017"/>
                    <a:pt x="162652" y="70341"/>
                    <a:pt x="162989" y="69802"/>
                  </a:cubicBezTo>
                  <a:cubicBezTo>
                    <a:pt x="163325" y="69264"/>
                    <a:pt x="159186" y="64386"/>
                    <a:pt x="159186" y="64386"/>
                  </a:cubicBezTo>
                  <a:cubicBezTo>
                    <a:pt x="159186" y="64386"/>
                    <a:pt x="156023" y="62200"/>
                    <a:pt x="155383" y="61897"/>
                  </a:cubicBezTo>
                  <a:cubicBezTo>
                    <a:pt x="154744" y="61561"/>
                    <a:pt x="148652" y="59408"/>
                    <a:pt x="148652" y="59408"/>
                  </a:cubicBezTo>
                  <a:lnTo>
                    <a:pt x="143436" y="60282"/>
                  </a:lnTo>
                  <a:lnTo>
                    <a:pt x="136907" y="64723"/>
                  </a:lnTo>
                  <a:lnTo>
                    <a:pt x="136368" y="69399"/>
                  </a:lnTo>
                  <a:lnTo>
                    <a:pt x="134854" y="76362"/>
                  </a:lnTo>
                  <a:lnTo>
                    <a:pt x="130950" y="81677"/>
                  </a:lnTo>
                  <a:cubicBezTo>
                    <a:pt x="130950" y="81677"/>
                    <a:pt x="126272" y="82552"/>
                    <a:pt x="125834" y="82552"/>
                  </a:cubicBezTo>
                  <a:cubicBezTo>
                    <a:pt x="125397" y="82552"/>
                    <a:pt x="119844" y="83325"/>
                    <a:pt x="119406" y="83628"/>
                  </a:cubicBezTo>
                  <a:cubicBezTo>
                    <a:pt x="118969" y="83965"/>
                    <a:pt x="113315" y="85041"/>
                    <a:pt x="113315" y="85041"/>
                  </a:cubicBezTo>
                  <a:cubicBezTo>
                    <a:pt x="113315" y="85041"/>
                    <a:pt x="108099" y="84066"/>
                    <a:pt x="107762" y="83965"/>
                  </a:cubicBezTo>
                  <a:cubicBezTo>
                    <a:pt x="107425" y="83864"/>
                    <a:pt x="104598" y="80601"/>
                    <a:pt x="104598" y="80601"/>
                  </a:cubicBezTo>
                  <a:lnTo>
                    <a:pt x="93627" y="72897"/>
                  </a:lnTo>
                  <a:lnTo>
                    <a:pt x="86661" y="76598"/>
                  </a:lnTo>
                  <a:lnTo>
                    <a:pt x="86661" y="82686"/>
                  </a:lnTo>
                  <a:lnTo>
                    <a:pt x="84338" y="86454"/>
                  </a:lnTo>
                  <a:lnTo>
                    <a:pt x="78247" y="91365"/>
                  </a:lnTo>
                  <a:lnTo>
                    <a:pt x="73905" y="86454"/>
                  </a:lnTo>
                  <a:lnTo>
                    <a:pt x="70574" y="84436"/>
                  </a:lnTo>
                  <a:lnTo>
                    <a:pt x="64044" y="77203"/>
                  </a:lnTo>
                  <a:lnTo>
                    <a:pt x="64044" y="67077"/>
                  </a:lnTo>
                  <a:lnTo>
                    <a:pt x="64044" y="58399"/>
                  </a:lnTo>
                  <a:lnTo>
                    <a:pt x="59400" y="55203"/>
                  </a:lnTo>
                  <a:lnTo>
                    <a:pt x="56237" y="47970"/>
                  </a:lnTo>
                  <a:cubicBezTo>
                    <a:pt x="56237" y="47970"/>
                    <a:pt x="53612" y="45649"/>
                    <a:pt x="52467" y="45077"/>
                  </a:cubicBezTo>
                  <a:cubicBezTo>
                    <a:pt x="51323" y="44505"/>
                    <a:pt x="42910" y="42184"/>
                    <a:pt x="42910" y="42184"/>
                  </a:cubicBezTo>
                  <a:lnTo>
                    <a:pt x="29582" y="40166"/>
                  </a:lnTo>
                  <a:lnTo>
                    <a:pt x="17096" y="41310"/>
                  </a:lnTo>
                  <a:lnTo>
                    <a:pt x="11308" y="45952"/>
                  </a:lnTo>
                  <a:lnTo>
                    <a:pt x="6529" y="49417"/>
                  </a:lnTo>
                  <a:lnTo>
                    <a:pt x="1447" y="58399"/>
                  </a:lnTo>
                  <a:lnTo>
                    <a:pt x="1447" y="63613"/>
                  </a:lnTo>
                  <a:lnTo>
                    <a:pt x="0" y="69399"/>
                  </a:lnTo>
                  <a:lnTo>
                    <a:pt x="4341" y="73738"/>
                  </a:lnTo>
                  <a:lnTo>
                    <a:pt x="7808" y="77203"/>
                  </a:lnTo>
                  <a:lnTo>
                    <a:pt x="22582" y="86488"/>
                  </a:lnTo>
                  <a:lnTo>
                    <a:pt x="30423" y="90827"/>
                  </a:lnTo>
                  <a:lnTo>
                    <a:pt x="37390" y="91702"/>
                  </a:lnTo>
                  <a:lnTo>
                    <a:pt x="44054" y="96613"/>
                  </a:lnTo>
                  <a:lnTo>
                    <a:pt x="48967" y="100953"/>
                  </a:lnTo>
                  <a:lnTo>
                    <a:pt x="54487" y="100953"/>
                  </a:lnTo>
                  <a:lnTo>
                    <a:pt x="58559" y="109060"/>
                  </a:lnTo>
                  <a:lnTo>
                    <a:pt x="64044" y="119185"/>
                  </a:lnTo>
                  <a:lnTo>
                    <a:pt x="70439" y="119488"/>
                  </a:lnTo>
                  <a:lnTo>
                    <a:pt x="71886" y="123827"/>
                  </a:lnTo>
                  <a:lnTo>
                    <a:pt x="76800" y="129614"/>
                  </a:lnTo>
                  <a:lnTo>
                    <a:pt x="83194" y="132069"/>
                  </a:lnTo>
                  <a:lnTo>
                    <a:pt x="97093" y="132204"/>
                  </a:lnTo>
                  <a:lnTo>
                    <a:pt x="108401" y="132204"/>
                  </a:lnTo>
                  <a:lnTo>
                    <a:pt x="117387" y="133650"/>
                  </a:lnTo>
                  <a:lnTo>
                    <a:pt x="123748" y="140614"/>
                  </a:lnTo>
                  <a:lnTo>
                    <a:pt x="128089" y="144953"/>
                  </a:lnTo>
                  <a:lnTo>
                    <a:pt x="132565" y="150739"/>
                  </a:lnTo>
                  <a:lnTo>
                    <a:pt x="133575" y="154507"/>
                  </a:lnTo>
                  <a:lnTo>
                    <a:pt x="133575" y="164363"/>
                  </a:lnTo>
                  <a:lnTo>
                    <a:pt x="136469" y="168434"/>
                  </a:lnTo>
                  <a:cubicBezTo>
                    <a:pt x="136469" y="168434"/>
                    <a:pt x="144580" y="168737"/>
                    <a:pt x="145724" y="168434"/>
                  </a:cubicBezTo>
                  <a:cubicBezTo>
                    <a:pt x="146902" y="168131"/>
                    <a:pt x="152388" y="164969"/>
                    <a:pt x="152388" y="164969"/>
                  </a:cubicBezTo>
                  <a:lnTo>
                    <a:pt x="157032" y="160898"/>
                  </a:lnTo>
                  <a:lnTo>
                    <a:pt x="162249" y="163522"/>
                  </a:lnTo>
                  <a:lnTo>
                    <a:pt x="171806" y="165272"/>
                  </a:lnTo>
                  <a:lnTo>
                    <a:pt x="179042" y="166146"/>
                  </a:lnTo>
                  <a:lnTo>
                    <a:pt x="178167" y="173984"/>
                  </a:lnTo>
                  <a:lnTo>
                    <a:pt x="174095" y="179501"/>
                  </a:lnTo>
                  <a:lnTo>
                    <a:pt x="173523" y="184413"/>
                  </a:lnTo>
                  <a:lnTo>
                    <a:pt x="171504" y="190804"/>
                  </a:lnTo>
                  <a:lnTo>
                    <a:pt x="167432" y="197465"/>
                  </a:lnTo>
                  <a:lnTo>
                    <a:pt x="164840" y="202107"/>
                  </a:lnTo>
                  <a:lnTo>
                    <a:pt x="162821" y="209070"/>
                  </a:lnTo>
                  <a:lnTo>
                    <a:pt x="161071" y="222694"/>
                  </a:lnTo>
                  <a:lnTo>
                    <a:pt x="161340" y="224444"/>
                  </a:lnTo>
                  <a:lnTo>
                    <a:pt x="165681" y="229355"/>
                  </a:lnTo>
                  <a:lnTo>
                    <a:pt x="176114" y="228481"/>
                  </a:lnTo>
                  <a:lnTo>
                    <a:pt x="183081" y="226159"/>
                  </a:lnTo>
                  <a:lnTo>
                    <a:pt x="185403" y="235713"/>
                  </a:lnTo>
                  <a:lnTo>
                    <a:pt x="189475" y="244392"/>
                  </a:lnTo>
                  <a:lnTo>
                    <a:pt x="192672" y="252802"/>
                  </a:lnTo>
                  <a:lnTo>
                    <a:pt x="191797" y="260606"/>
                  </a:lnTo>
                  <a:cubicBezTo>
                    <a:pt x="191797" y="260606"/>
                    <a:pt x="193547" y="268713"/>
                    <a:pt x="194692" y="268713"/>
                  </a:cubicBezTo>
                  <a:cubicBezTo>
                    <a:pt x="195836" y="268713"/>
                    <a:pt x="205697" y="277123"/>
                    <a:pt x="205697" y="277123"/>
                  </a:cubicBezTo>
                  <a:lnTo>
                    <a:pt x="211485" y="277998"/>
                  </a:lnTo>
                  <a:lnTo>
                    <a:pt x="220168" y="275980"/>
                  </a:lnTo>
                  <a:lnTo>
                    <a:pt x="227404" y="276282"/>
                  </a:lnTo>
                  <a:lnTo>
                    <a:pt x="234067" y="275980"/>
                  </a:lnTo>
                  <a:lnTo>
                    <a:pt x="239284" y="273087"/>
                  </a:lnTo>
                  <a:lnTo>
                    <a:pt x="241034" y="266998"/>
                  </a:lnTo>
                  <a:lnTo>
                    <a:pt x="245106" y="261481"/>
                  </a:lnTo>
                  <a:lnTo>
                    <a:pt x="245409" y="250750"/>
                  </a:lnTo>
                  <a:cubicBezTo>
                    <a:pt x="245409" y="250750"/>
                    <a:pt x="245981" y="245839"/>
                    <a:pt x="248000" y="244661"/>
                  </a:cubicBezTo>
                  <a:cubicBezTo>
                    <a:pt x="250020" y="243517"/>
                    <a:pt x="256111" y="242340"/>
                    <a:pt x="256111" y="242340"/>
                  </a:cubicBezTo>
                  <a:lnTo>
                    <a:pt x="261631" y="248731"/>
                  </a:lnTo>
                  <a:lnTo>
                    <a:pt x="269438" y="255392"/>
                  </a:lnTo>
                  <a:lnTo>
                    <a:pt x="281319" y="261481"/>
                  </a:lnTo>
                  <a:lnTo>
                    <a:pt x="287982" y="266123"/>
                  </a:lnTo>
                  <a:lnTo>
                    <a:pt x="286232" y="277426"/>
                  </a:lnTo>
                  <a:lnTo>
                    <a:pt x="283607" y="281194"/>
                  </a:lnTo>
                  <a:lnTo>
                    <a:pt x="285054" y="289032"/>
                  </a:lnTo>
                  <a:lnTo>
                    <a:pt x="286501" y="294818"/>
                  </a:lnTo>
                  <a:lnTo>
                    <a:pt x="281588" y="300335"/>
                  </a:lnTo>
                  <a:lnTo>
                    <a:pt x="274352" y="304102"/>
                  </a:lnTo>
                  <a:lnTo>
                    <a:pt x="268563" y="299191"/>
                  </a:lnTo>
                  <a:lnTo>
                    <a:pt x="260722" y="298888"/>
                  </a:lnTo>
                  <a:lnTo>
                    <a:pt x="252039" y="297442"/>
                  </a:lnTo>
                  <a:cubicBezTo>
                    <a:pt x="252039" y="297442"/>
                    <a:pt x="248842" y="293371"/>
                    <a:pt x="247698" y="292530"/>
                  </a:cubicBezTo>
                  <a:cubicBezTo>
                    <a:pt x="246553" y="291689"/>
                    <a:pt x="239587" y="289335"/>
                    <a:pt x="239587" y="289335"/>
                  </a:cubicBezTo>
                  <a:lnTo>
                    <a:pt x="234101" y="293977"/>
                  </a:lnTo>
                  <a:lnTo>
                    <a:pt x="233529" y="301512"/>
                  </a:lnTo>
                  <a:lnTo>
                    <a:pt x="236423" y="311066"/>
                  </a:lnTo>
                  <a:lnTo>
                    <a:pt x="237568" y="317457"/>
                  </a:lnTo>
                  <a:cubicBezTo>
                    <a:pt x="237568" y="317457"/>
                    <a:pt x="238139" y="326439"/>
                    <a:pt x="236693" y="327314"/>
                  </a:cubicBezTo>
                  <a:cubicBezTo>
                    <a:pt x="235245" y="328188"/>
                    <a:pt x="233798" y="331384"/>
                    <a:pt x="233798" y="331384"/>
                  </a:cubicBezTo>
                  <a:lnTo>
                    <a:pt x="232351" y="336598"/>
                  </a:lnTo>
                  <a:lnTo>
                    <a:pt x="228010" y="338045"/>
                  </a:lnTo>
                  <a:lnTo>
                    <a:pt x="222490" y="338617"/>
                  </a:lnTo>
                  <a:lnTo>
                    <a:pt x="217846" y="345008"/>
                  </a:lnTo>
                  <a:lnTo>
                    <a:pt x="216096" y="353115"/>
                  </a:lnTo>
                  <a:lnTo>
                    <a:pt x="211183" y="361222"/>
                  </a:lnTo>
                  <a:lnTo>
                    <a:pt x="208860" y="367009"/>
                  </a:lnTo>
                  <a:lnTo>
                    <a:pt x="214649" y="370473"/>
                  </a:lnTo>
                  <a:lnTo>
                    <a:pt x="219865" y="373366"/>
                  </a:lnTo>
                  <a:lnTo>
                    <a:pt x="224510" y="379152"/>
                  </a:lnTo>
                  <a:lnTo>
                    <a:pt x="226832" y="389581"/>
                  </a:lnTo>
                  <a:cubicBezTo>
                    <a:pt x="226832" y="389581"/>
                    <a:pt x="228582" y="395636"/>
                    <a:pt x="229726" y="394795"/>
                  </a:cubicBezTo>
                  <a:cubicBezTo>
                    <a:pt x="230870" y="393954"/>
                    <a:pt x="238712" y="395030"/>
                    <a:pt x="238712" y="395030"/>
                  </a:cubicBezTo>
                  <a:lnTo>
                    <a:pt x="249145" y="396578"/>
                  </a:lnTo>
                  <a:lnTo>
                    <a:pt x="259578" y="396578"/>
                  </a:lnTo>
                  <a:lnTo>
                    <a:pt x="261328" y="401792"/>
                  </a:lnTo>
                  <a:lnTo>
                    <a:pt x="262472" y="408183"/>
                  </a:lnTo>
                  <a:lnTo>
                    <a:pt x="263650" y="413700"/>
                  </a:lnTo>
                  <a:lnTo>
                    <a:pt x="260452" y="421505"/>
                  </a:lnTo>
                  <a:lnTo>
                    <a:pt x="255236" y="425844"/>
                  </a:lnTo>
                  <a:lnTo>
                    <a:pt x="247698" y="433077"/>
                  </a:lnTo>
                  <a:lnTo>
                    <a:pt x="249717" y="438863"/>
                  </a:lnTo>
                  <a:lnTo>
                    <a:pt x="252914" y="442193"/>
                  </a:lnTo>
                  <a:lnTo>
                    <a:pt x="261328" y="446970"/>
                  </a:lnTo>
                  <a:lnTo>
                    <a:pt x="270011" y="446970"/>
                  </a:lnTo>
                  <a:lnTo>
                    <a:pt x="277112" y="444952"/>
                  </a:lnTo>
                  <a:lnTo>
                    <a:pt x="284785" y="441756"/>
                  </a:lnTo>
                  <a:lnTo>
                    <a:pt x="292020" y="440881"/>
                  </a:lnTo>
                  <a:lnTo>
                    <a:pt x="299862" y="438829"/>
                  </a:lnTo>
                  <a:lnTo>
                    <a:pt x="310867" y="436542"/>
                  </a:lnTo>
                  <a:lnTo>
                    <a:pt x="315209" y="436542"/>
                  </a:lnTo>
                  <a:lnTo>
                    <a:pt x="316084" y="444649"/>
                  </a:lnTo>
                  <a:lnTo>
                    <a:pt x="316656" y="449863"/>
                  </a:lnTo>
                  <a:lnTo>
                    <a:pt x="326786" y="448685"/>
                  </a:lnTo>
                  <a:lnTo>
                    <a:pt x="334055" y="446667"/>
                  </a:lnTo>
                  <a:cubicBezTo>
                    <a:pt x="334055" y="446667"/>
                    <a:pt x="337522" y="454505"/>
                    <a:pt x="337825" y="453631"/>
                  </a:cubicBezTo>
                  <a:cubicBezTo>
                    <a:pt x="338127" y="452756"/>
                    <a:pt x="342738" y="447273"/>
                    <a:pt x="342738" y="447273"/>
                  </a:cubicBezTo>
                  <a:lnTo>
                    <a:pt x="349704" y="444380"/>
                  </a:lnTo>
                  <a:lnTo>
                    <a:pt x="360440" y="443808"/>
                  </a:lnTo>
                  <a:lnTo>
                    <a:pt x="367676" y="448450"/>
                  </a:lnTo>
                  <a:lnTo>
                    <a:pt x="375787" y="455985"/>
                  </a:lnTo>
                  <a:lnTo>
                    <a:pt x="380128" y="460897"/>
                  </a:lnTo>
                  <a:lnTo>
                    <a:pt x="384200" y="463218"/>
                  </a:lnTo>
                  <a:lnTo>
                    <a:pt x="388542" y="466985"/>
                  </a:lnTo>
                  <a:lnTo>
                    <a:pt x="398975" y="469576"/>
                  </a:lnTo>
                  <a:lnTo>
                    <a:pt x="412605" y="469576"/>
                  </a:lnTo>
                  <a:lnTo>
                    <a:pt x="417249" y="468432"/>
                  </a:lnTo>
                  <a:lnTo>
                    <a:pt x="421019" y="472502"/>
                  </a:lnTo>
                  <a:lnTo>
                    <a:pt x="424216" y="479466"/>
                  </a:lnTo>
                  <a:lnTo>
                    <a:pt x="425091" y="483536"/>
                  </a:lnTo>
                  <a:lnTo>
                    <a:pt x="431754" y="483536"/>
                  </a:lnTo>
                  <a:lnTo>
                    <a:pt x="432629" y="476875"/>
                  </a:lnTo>
                  <a:lnTo>
                    <a:pt x="436096" y="473411"/>
                  </a:lnTo>
                  <a:lnTo>
                    <a:pt x="443937" y="472839"/>
                  </a:lnTo>
                  <a:lnTo>
                    <a:pt x="446260" y="466178"/>
                  </a:lnTo>
                  <a:lnTo>
                    <a:pt x="446832" y="461267"/>
                  </a:lnTo>
                  <a:lnTo>
                    <a:pt x="444510" y="454034"/>
                  </a:lnTo>
                  <a:lnTo>
                    <a:pt x="447976" y="449997"/>
                  </a:lnTo>
                  <a:lnTo>
                    <a:pt x="454942" y="444783"/>
                  </a:lnTo>
                  <a:lnTo>
                    <a:pt x="462481" y="444514"/>
                  </a:lnTo>
                  <a:lnTo>
                    <a:pt x="467832" y="442328"/>
                  </a:lnTo>
                  <a:lnTo>
                    <a:pt x="470289" y="438863"/>
                  </a:lnTo>
                  <a:lnTo>
                    <a:pt x="474226" y="434086"/>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24" name="Graphic 11">
              <a:extLst>
                <a:ext uri="{FF2B5EF4-FFF2-40B4-BE49-F238E27FC236}">
                  <a16:creationId xmlns:a16="http://schemas.microsoft.com/office/drawing/2014/main" id="{9B030C3C-B269-E626-0DDD-183CCEF8C8DA}"/>
                </a:ext>
              </a:extLst>
            </p:cNvPr>
            <p:cNvGrpSpPr/>
            <p:nvPr/>
          </p:nvGrpSpPr>
          <p:grpSpPr>
            <a:xfrm>
              <a:off x="8160908" y="3028866"/>
              <a:ext cx="222219" cy="234106"/>
              <a:chOff x="5976405" y="2623117"/>
              <a:chExt cx="426638" cy="449459"/>
            </a:xfrm>
            <a:grpFill/>
          </p:grpSpPr>
          <p:sp>
            <p:nvSpPr>
              <p:cNvPr id="171" name="Freeform 950">
                <a:extLst>
                  <a:ext uri="{FF2B5EF4-FFF2-40B4-BE49-F238E27FC236}">
                    <a16:creationId xmlns:a16="http://schemas.microsoft.com/office/drawing/2014/main" id="{85EBE44A-6B2D-35B6-015E-C23FD8465333}"/>
                  </a:ext>
                </a:extLst>
              </p:cNvPr>
              <p:cNvSpPr/>
              <p:nvPr/>
            </p:nvSpPr>
            <p:spPr>
              <a:xfrm>
                <a:off x="6350375" y="2836493"/>
                <a:ext cx="6966" cy="8443"/>
              </a:xfrm>
              <a:custGeom>
                <a:avLst/>
                <a:gdLst>
                  <a:gd name="connsiteX0" fmla="*/ 2389 w 6966"/>
                  <a:gd name="connsiteY0" fmla="*/ 7199 h 8443"/>
                  <a:gd name="connsiteX1" fmla="*/ 4442 w 6966"/>
                  <a:gd name="connsiteY1" fmla="*/ 8444 h 8443"/>
                  <a:gd name="connsiteX2" fmla="*/ 6966 w 6966"/>
                  <a:gd name="connsiteY2" fmla="*/ 6223 h 8443"/>
                  <a:gd name="connsiteX3" fmla="*/ 6966 w 6966"/>
                  <a:gd name="connsiteY3" fmla="*/ 4373 h 8443"/>
                  <a:gd name="connsiteX4" fmla="*/ 6966 w 6966"/>
                  <a:gd name="connsiteY4" fmla="*/ 875 h 8443"/>
                  <a:gd name="connsiteX5" fmla="*/ 5856 w 6966"/>
                  <a:gd name="connsiteY5" fmla="*/ 0 h 8443"/>
                  <a:gd name="connsiteX6" fmla="*/ 0 w 6966"/>
                  <a:gd name="connsiteY6" fmla="*/ 0 h 8443"/>
                  <a:gd name="connsiteX7" fmla="*/ 0 w 6966"/>
                  <a:gd name="connsiteY7" fmla="*/ 875 h 8443"/>
                  <a:gd name="connsiteX8" fmla="*/ 1582 w 6966"/>
                  <a:gd name="connsiteY8" fmla="*/ 2186 h 8443"/>
                  <a:gd name="connsiteX9" fmla="*/ 1279 w 6966"/>
                  <a:gd name="connsiteY9" fmla="*/ 4070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6" h="8443">
                    <a:moveTo>
                      <a:pt x="2389" y="7199"/>
                    </a:moveTo>
                    <a:lnTo>
                      <a:pt x="4442" y="8444"/>
                    </a:lnTo>
                    <a:lnTo>
                      <a:pt x="6966" y="6223"/>
                    </a:lnTo>
                    <a:lnTo>
                      <a:pt x="6966" y="4373"/>
                    </a:lnTo>
                    <a:lnTo>
                      <a:pt x="6966" y="875"/>
                    </a:lnTo>
                    <a:lnTo>
                      <a:pt x="5856" y="0"/>
                    </a:lnTo>
                    <a:lnTo>
                      <a:pt x="0" y="0"/>
                    </a:lnTo>
                    <a:lnTo>
                      <a:pt x="0" y="875"/>
                    </a:lnTo>
                    <a:lnTo>
                      <a:pt x="1582" y="2186"/>
                    </a:lnTo>
                    <a:lnTo>
                      <a:pt x="1279" y="4070"/>
                    </a:lnTo>
                    <a:close/>
                  </a:path>
                </a:pathLst>
              </a:custGeom>
              <a:grpFill/>
              <a:ln w="6350" cap="flat">
                <a:solidFill>
                  <a:schemeClr val="bg1"/>
                </a:solidFill>
                <a:prstDash val="solid"/>
                <a:miter/>
              </a:ln>
            </p:spPr>
            <p:txBody>
              <a:bodyPr rtlCol="0" anchor="ctr"/>
              <a:lstStyle/>
              <a:p>
                <a:endParaRPr lang="en-US"/>
              </a:p>
            </p:txBody>
          </p:sp>
          <p:sp>
            <p:nvSpPr>
              <p:cNvPr id="172" name="Freeform 951">
                <a:extLst>
                  <a:ext uri="{FF2B5EF4-FFF2-40B4-BE49-F238E27FC236}">
                    <a16:creationId xmlns:a16="http://schemas.microsoft.com/office/drawing/2014/main" id="{55454A52-DF0D-694E-EFFF-444FDDD38C93}"/>
                  </a:ext>
                </a:extLst>
              </p:cNvPr>
              <p:cNvSpPr/>
              <p:nvPr/>
            </p:nvSpPr>
            <p:spPr>
              <a:xfrm>
                <a:off x="6339942" y="2834038"/>
                <a:ext cx="8615" cy="6559"/>
              </a:xfrm>
              <a:custGeom>
                <a:avLst/>
                <a:gdLst>
                  <a:gd name="connsiteX0" fmla="*/ 4846 w 8615"/>
                  <a:gd name="connsiteY0" fmla="*/ 5618 h 6559"/>
                  <a:gd name="connsiteX1" fmla="*/ 6462 w 8615"/>
                  <a:gd name="connsiteY1" fmla="*/ 6560 h 6559"/>
                  <a:gd name="connsiteX2" fmla="*/ 8616 w 8615"/>
                  <a:gd name="connsiteY2" fmla="*/ 3566 h 6559"/>
                  <a:gd name="connsiteX3" fmla="*/ 5688 w 8615"/>
                  <a:gd name="connsiteY3" fmla="*/ 707 h 6559"/>
                  <a:gd name="connsiteX4" fmla="*/ 0 w 8615"/>
                  <a:gd name="connsiteY4" fmla="*/ 0 h 6559"/>
                  <a:gd name="connsiteX5" fmla="*/ 0 w 8615"/>
                  <a:gd name="connsiteY5" fmla="*/ 1615 h 6559"/>
                  <a:gd name="connsiteX6" fmla="*/ 2760 w 8615"/>
                  <a:gd name="connsiteY6" fmla="*/ 4777 h 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5" h="6559">
                    <a:moveTo>
                      <a:pt x="4846" y="5618"/>
                    </a:moveTo>
                    <a:lnTo>
                      <a:pt x="6462" y="6560"/>
                    </a:lnTo>
                    <a:lnTo>
                      <a:pt x="8616" y="3566"/>
                    </a:lnTo>
                    <a:lnTo>
                      <a:pt x="5688" y="707"/>
                    </a:lnTo>
                    <a:lnTo>
                      <a:pt x="0" y="0"/>
                    </a:lnTo>
                    <a:lnTo>
                      <a:pt x="0" y="1615"/>
                    </a:lnTo>
                    <a:lnTo>
                      <a:pt x="2760" y="4777"/>
                    </a:lnTo>
                    <a:close/>
                  </a:path>
                </a:pathLst>
              </a:custGeom>
              <a:grpFill/>
              <a:ln w="6350" cap="flat">
                <a:solidFill>
                  <a:schemeClr val="bg1"/>
                </a:solidFill>
                <a:prstDash val="solid"/>
                <a:miter/>
              </a:ln>
            </p:spPr>
            <p:txBody>
              <a:bodyPr rtlCol="0" anchor="ctr"/>
              <a:lstStyle/>
              <a:p>
                <a:endParaRPr lang="en-US"/>
              </a:p>
            </p:txBody>
          </p:sp>
          <p:sp>
            <p:nvSpPr>
              <p:cNvPr id="173" name="Freeform 952">
                <a:extLst>
                  <a:ext uri="{FF2B5EF4-FFF2-40B4-BE49-F238E27FC236}">
                    <a16:creationId xmlns:a16="http://schemas.microsoft.com/office/drawing/2014/main" id="{08F0B400-44CF-F2D1-C5C0-CCA4210F7FDB}"/>
                  </a:ext>
                </a:extLst>
              </p:cNvPr>
              <p:cNvSpPr/>
              <p:nvPr/>
            </p:nvSpPr>
            <p:spPr>
              <a:xfrm>
                <a:off x="5976405" y="2623117"/>
                <a:ext cx="401801" cy="449459"/>
              </a:xfrm>
              <a:custGeom>
                <a:avLst/>
                <a:gdLst>
                  <a:gd name="connsiteX0" fmla="*/ 401196 w 401801"/>
                  <a:gd name="connsiteY0" fmla="*/ 126317 h 449459"/>
                  <a:gd name="connsiteX1" fmla="*/ 400186 w 401801"/>
                  <a:gd name="connsiteY1" fmla="*/ 124567 h 449459"/>
                  <a:gd name="connsiteX2" fmla="*/ 397494 w 401801"/>
                  <a:gd name="connsiteY2" fmla="*/ 123693 h 449459"/>
                  <a:gd name="connsiteX3" fmla="*/ 393388 w 401801"/>
                  <a:gd name="connsiteY3" fmla="*/ 123390 h 449459"/>
                  <a:gd name="connsiteX4" fmla="*/ 384167 w 401801"/>
                  <a:gd name="connsiteY4" fmla="*/ 124265 h 449459"/>
                  <a:gd name="connsiteX5" fmla="*/ 379859 w 401801"/>
                  <a:gd name="connsiteY5" fmla="*/ 123390 h 449459"/>
                  <a:gd name="connsiteX6" fmla="*/ 375383 w 401801"/>
                  <a:gd name="connsiteY6" fmla="*/ 122650 h 449459"/>
                  <a:gd name="connsiteX7" fmla="*/ 371917 w 401801"/>
                  <a:gd name="connsiteY7" fmla="*/ 121506 h 449459"/>
                  <a:gd name="connsiteX8" fmla="*/ 365994 w 401801"/>
                  <a:gd name="connsiteY8" fmla="*/ 120194 h 449459"/>
                  <a:gd name="connsiteX9" fmla="*/ 361787 w 401801"/>
                  <a:gd name="connsiteY9" fmla="*/ 119623 h 449459"/>
                  <a:gd name="connsiteX10" fmla="*/ 357748 w 401801"/>
                  <a:gd name="connsiteY10" fmla="*/ 116999 h 449459"/>
                  <a:gd name="connsiteX11" fmla="*/ 354416 w 401801"/>
                  <a:gd name="connsiteY11" fmla="*/ 115418 h 449459"/>
                  <a:gd name="connsiteX12" fmla="*/ 349637 w 401801"/>
                  <a:gd name="connsiteY12" fmla="*/ 112524 h 449459"/>
                  <a:gd name="connsiteX13" fmla="*/ 345868 w 401801"/>
                  <a:gd name="connsiteY13" fmla="*/ 110338 h 449459"/>
                  <a:gd name="connsiteX14" fmla="*/ 344858 w 401801"/>
                  <a:gd name="connsiteY14" fmla="*/ 108589 h 449459"/>
                  <a:gd name="connsiteX15" fmla="*/ 341089 w 401801"/>
                  <a:gd name="connsiteY15" fmla="*/ 105830 h 449459"/>
                  <a:gd name="connsiteX16" fmla="*/ 337454 w 401801"/>
                  <a:gd name="connsiteY16" fmla="*/ 103072 h 449459"/>
                  <a:gd name="connsiteX17" fmla="*/ 334997 w 401801"/>
                  <a:gd name="connsiteY17" fmla="*/ 101760 h 449459"/>
                  <a:gd name="connsiteX18" fmla="*/ 333247 w 401801"/>
                  <a:gd name="connsiteY18" fmla="*/ 100011 h 449459"/>
                  <a:gd name="connsiteX19" fmla="*/ 331498 w 401801"/>
                  <a:gd name="connsiteY19" fmla="*/ 96377 h 449459"/>
                  <a:gd name="connsiteX20" fmla="*/ 330050 w 401801"/>
                  <a:gd name="connsiteY20" fmla="*/ 94056 h 449459"/>
                  <a:gd name="connsiteX21" fmla="*/ 328435 w 401801"/>
                  <a:gd name="connsiteY21" fmla="*/ 92172 h 449459"/>
                  <a:gd name="connsiteX22" fmla="*/ 324968 w 401801"/>
                  <a:gd name="connsiteY22" fmla="*/ 87833 h 449459"/>
                  <a:gd name="connsiteX23" fmla="*/ 322781 w 401801"/>
                  <a:gd name="connsiteY23" fmla="*/ 88136 h 449459"/>
                  <a:gd name="connsiteX24" fmla="*/ 318574 w 401801"/>
                  <a:gd name="connsiteY24" fmla="*/ 88136 h 449459"/>
                  <a:gd name="connsiteX25" fmla="*/ 310464 w 401801"/>
                  <a:gd name="connsiteY25" fmla="*/ 88136 h 449459"/>
                  <a:gd name="connsiteX26" fmla="*/ 304507 w 401801"/>
                  <a:gd name="connsiteY26" fmla="*/ 88136 h 449459"/>
                  <a:gd name="connsiteX27" fmla="*/ 300030 w 401801"/>
                  <a:gd name="connsiteY27" fmla="*/ 88136 h 449459"/>
                  <a:gd name="connsiteX28" fmla="*/ 294679 w 401801"/>
                  <a:gd name="connsiteY28" fmla="*/ 89313 h 449459"/>
                  <a:gd name="connsiteX29" fmla="*/ 291920 w 401801"/>
                  <a:gd name="connsiteY29" fmla="*/ 93215 h 449459"/>
                  <a:gd name="connsiteX30" fmla="*/ 288891 w 401801"/>
                  <a:gd name="connsiteY30" fmla="*/ 96176 h 449459"/>
                  <a:gd name="connsiteX31" fmla="*/ 286703 w 401801"/>
                  <a:gd name="connsiteY31" fmla="*/ 99237 h 449459"/>
                  <a:gd name="connsiteX32" fmla="*/ 284246 w 401801"/>
                  <a:gd name="connsiteY32" fmla="*/ 101659 h 449459"/>
                  <a:gd name="connsiteX33" fmla="*/ 281217 w 401801"/>
                  <a:gd name="connsiteY33" fmla="*/ 104518 h 449459"/>
                  <a:gd name="connsiteX34" fmla="*/ 279198 w 401801"/>
                  <a:gd name="connsiteY34" fmla="*/ 105796 h 449459"/>
                  <a:gd name="connsiteX35" fmla="*/ 274722 w 401801"/>
                  <a:gd name="connsiteY35" fmla="*/ 106671 h 449459"/>
                  <a:gd name="connsiteX36" fmla="*/ 270818 w 401801"/>
                  <a:gd name="connsiteY36" fmla="*/ 108690 h 449459"/>
                  <a:gd name="connsiteX37" fmla="*/ 265164 w 401801"/>
                  <a:gd name="connsiteY37" fmla="*/ 108824 h 449459"/>
                  <a:gd name="connsiteX38" fmla="*/ 261395 w 401801"/>
                  <a:gd name="connsiteY38" fmla="*/ 110405 h 449459"/>
                  <a:gd name="connsiteX39" fmla="*/ 257323 w 401801"/>
                  <a:gd name="connsiteY39" fmla="*/ 112726 h 449459"/>
                  <a:gd name="connsiteX40" fmla="*/ 253688 w 401801"/>
                  <a:gd name="connsiteY40" fmla="*/ 111549 h 449459"/>
                  <a:gd name="connsiteX41" fmla="*/ 251501 w 401801"/>
                  <a:gd name="connsiteY41" fmla="*/ 109228 h 449459"/>
                  <a:gd name="connsiteX42" fmla="*/ 248606 w 401801"/>
                  <a:gd name="connsiteY42" fmla="*/ 103442 h 449459"/>
                  <a:gd name="connsiteX43" fmla="*/ 248169 w 401801"/>
                  <a:gd name="connsiteY43" fmla="*/ 97218 h 449459"/>
                  <a:gd name="connsiteX44" fmla="*/ 247294 w 401801"/>
                  <a:gd name="connsiteY44" fmla="*/ 95032 h 449459"/>
                  <a:gd name="connsiteX45" fmla="*/ 243962 w 401801"/>
                  <a:gd name="connsiteY45" fmla="*/ 92576 h 449459"/>
                  <a:gd name="connsiteX46" fmla="*/ 240058 w 401801"/>
                  <a:gd name="connsiteY46" fmla="*/ 90995 h 449459"/>
                  <a:gd name="connsiteX47" fmla="*/ 235851 w 401801"/>
                  <a:gd name="connsiteY47" fmla="*/ 91702 h 449459"/>
                  <a:gd name="connsiteX48" fmla="*/ 230769 w 401801"/>
                  <a:gd name="connsiteY48" fmla="*/ 94325 h 449459"/>
                  <a:gd name="connsiteX49" fmla="*/ 227707 w 401801"/>
                  <a:gd name="connsiteY49" fmla="*/ 97656 h 449459"/>
                  <a:gd name="connsiteX50" fmla="*/ 223500 w 401801"/>
                  <a:gd name="connsiteY50" fmla="*/ 99977 h 449459"/>
                  <a:gd name="connsiteX51" fmla="*/ 220471 w 401801"/>
                  <a:gd name="connsiteY51" fmla="*/ 97656 h 449459"/>
                  <a:gd name="connsiteX52" fmla="*/ 223365 w 401801"/>
                  <a:gd name="connsiteY52" fmla="*/ 93585 h 449459"/>
                  <a:gd name="connsiteX53" fmla="*/ 226394 w 401801"/>
                  <a:gd name="connsiteY53" fmla="*/ 91567 h 449459"/>
                  <a:gd name="connsiteX54" fmla="*/ 231745 w 401801"/>
                  <a:gd name="connsiteY54" fmla="*/ 88977 h 449459"/>
                  <a:gd name="connsiteX55" fmla="*/ 235515 w 401801"/>
                  <a:gd name="connsiteY55" fmla="*/ 87968 h 449459"/>
                  <a:gd name="connsiteX56" fmla="*/ 238409 w 401801"/>
                  <a:gd name="connsiteY56" fmla="*/ 86387 h 449459"/>
                  <a:gd name="connsiteX57" fmla="*/ 241606 w 401801"/>
                  <a:gd name="connsiteY57" fmla="*/ 85747 h 449459"/>
                  <a:gd name="connsiteX58" fmla="*/ 245510 w 401801"/>
                  <a:gd name="connsiteY58" fmla="*/ 84671 h 449459"/>
                  <a:gd name="connsiteX59" fmla="*/ 251299 w 401801"/>
                  <a:gd name="connsiteY59" fmla="*/ 84671 h 449459"/>
                  <a:gd name="connsiteX60" fmla="*/ 253318 w 401801"/>
                  <a:gd name="connsiteY60" fmla="*/ 84368 h 449459"/>
                  <a:gd name="connsiteX61" fmla="*/ 257087 w 401801"/>
                  <a:gd name="connsiteY61" fmla="*/ 85680 h 449459"/>
                  <a:gd name="connsiteX62" fmla="*/ 260991 w 401801"/>
                  <a:gd name="connsiteY62" fmla="*/ 86925 h 449459"/>
                  <a:gd name="connsiteX63" fmla="*/ 268395 w 401801"/>
                  <a:gd name="connsiteY63" fmla="*/ 86958 h 449459"/>
                  <a:gd name="connsiteX64" fmla="*/ 272467 w 401801"/>
                  <a:gd name="connsiteY64" fmla="*/ 86319 h 449459"/>
                  <a:gd name="connsiteX65" fmla="*/ 276809 w 401801"/>
                  <a:gd name="connsiteY65" fmla="*/ 84267 h 449459"/>
                  <a:gd name="connsiteX66" fmla="*/ 278121 w 401801"/>
                  <a:gd name="connsiteY66" fmla="*/ 81509 h 449459"/>
                  <a:gd name="connsiteX67" fmla="*/ 278996 w 401801"/>
                  <a:gd name="connsiteY67" fmla="*/ 79053 h 449459"/>
                  <a:gd name="connsiteX68" fmla="*/ 280578 w 401801"/>
                  <a:gd name="connsiteY68" fmla="*/ 73536 h 449459"/>
                  <a:gd name="connsiteX69" fmla="*/ 281588 w 401801"/>
                  <a:gd name="connsiteY69" fmla="*/ 71350 h 449459"/>
                  <a:gd name="connsiteX70" fmla="*/ 283910 w 401801"/>
                  <a:gd name="connsiteY70" fmla="*/ 67885 h 449459"/>
                  <a:gd name="connsiteX71" fmla="*/ 286535 w 401801"/>
                  <a:gd name="connsiteY71" fmla="*/ 63982 h 449459"/>
                  <a:gd name="connsiteX72" fmla="*/ 290170 w 401801"/>
                  <a:gd name="connsiteY72" fmla="*/ 60787 h 449459"/>
                  <a:gd name="connsiteX73" fmla="*/ 293501 w 401801"/>
                  <a:gd name="connsiteY73" fmla="*/ 55875 h 449459"/>
                  <a:gd name="connsiteX74" fmla="*/ 300300 w 401801"/>
                  <a:gd name="connsiteY74" fmla="*/ 50661 h 449459"/>
                  <a:gd name="connsiteX75" fmla="*/ 304069 w 401801"/>
                  <a:gd name="connsiteY75" fmla="*/ 47465 h 449459"/>
                  <a:gd name="connsiteX76" fmla="*/ 310160 w 401801"/>
                  <a:gd name="connsiteY76" fmla="*/ 40233 h 449459"/>
                  <a:gd name="connsiteX77" fmla="*/ 311776 w 401801"/>
                  <a:gd name="connsiteY77" fmla="*/ 37340 h 449459"/>
                  <a:gd name="connsiteX78" fmla="*/ 314098 w 401801"/>
                  <a:gd name="connsiteY78" fmla="*/ 36196 h 449459"/>
                  <a:gd name="connsiteX79" fmla="*/ 308444 w 401801"/>
                  <a:gd name="connsiteY79" fmla="*/ 33438 h 449459"/>
                  <a:gd name="connsiteX80" fmla="*/ 304372 w 401801"/>
                  <a:gd name="connsiteY80" fmla="*/ 31688 h 449459"/>
                  <a:gd name="connsiteX81" fmla="*/ 304372 w 401801"/>
                  <a:gd name="connsiteY81" fmla="*/ 28930 h 449459"/>
                  <a:gd name="connsiteX82" fmla="*/ 302184 w 401801"/>
                  <a:gd name="connsiteY82" fmla="*/ 24523 h 449459"/>
                  <a:gd name="connsiteX83" fmla="*/ 300737 w 401801"/>
                  <a:gd name="connsiteY83" fmla="*/ 26205 h 449459"/>
                  <a:gd name="connsiteX84" fmla="*/ 295151 w 401801"/>
                  <a:gd name="connsiteY84" fmla="*/ 26945 h 449459"/>
                  <a:gd name="connsiteX85" fmla="*/ 292795 w 401801"/>
                  <a:gd name="connsiteY85" fmla="*/ 25196 h 449459"/>
                  <a:gd name="connsiteX86" fmla="*/ 287847 w 401801"/>
                  <a:gd name="connsiteY86" fmla="*/ 23884 h 449459"/>
                  <a:gd name="connsiteX87" fmla="*/ 280881 w 401801"/>
                  <a:gd name="connsiteY87" fmla="*/ 23884 h 449459"/>
                  <a:gd name="connsiteX88" fmla="*/ 277987 w 401801"/>
                  <a:gd name="connsiteY88" fmla="*/ 22572 h 449459"/>
                  <a:gd name="connsiteX89" fmla="*/ 277280 w 401801"/>
                  <a:gd name="connsiteY89" fmla="*/ 18502 h 449459"/>
                  <a:gd name="connsiteX90" fmla="*/ 276573 w 401801"/>
                  <a:gd name="connsiteY90" fmla="*/ 15104 h 449459"/>
                  <a:gd name="connsiteX91" fmla="*/ 279030 w 401801"/>
                  <a:gd name="connsiteY91" fmla="*/ 11942 h 449459"/>
                  <a:gd name="connsiteX92" fmla="*/ 278458 w 401801"/>
                  <a:gd name="connsiteY92" fmla="*/ 8275 h 449459"/>
                  <a:gd name="connsiteX93" fmla="*/ 278761 w 401801"/>
                  <a:gd name="connsiteY93" fmla="*/ 4642 h 449459"/>
                  <a:gd name="connsiteX94" fmla="*/ 275698 w 401801"/>
                  <a:gd name="connsiteY94" fmla="*/ 1009 h 449459"/>
                  <a:gd name="connsiteX95" fmla="*/ 268294 w 401801"/>
                  <a:gd name="connsiteY95" fmla="*/ 0 h 449459"/>
                  <a:gd name="connsiteX96" fmla="*/ 262943 w 401801"/>
                  <a:gd name="connsiteY96" fmla="*/ 2153 h 449459"/>
                  <a:gd name="connsiteX97" fmla="*/ 255404 w 401801"/>
                  <a:gd name="connsiteY97" fmla="*/ 2456 h 449459"/>
                  <a:gd name="connsiteX98" fmla="*/ 248438 w 401801"/>
                  <a:gd name="connsiteY98" fmla="*/ 7670 h 449459"/>
                  <a:gd name="connsiteX99" fmla="*/ 244971 w 401801"/>
                  <a:gd name="connsiteY99" fmla="*/ 11707 h 449459"/>
                  <a:gd name="connsiteX100" fmla="*/ 247294 w 401801"/>
                  <a:gd name="connsiteY100" fmla="*/ 18939 h 449459"/>
                  <a:gd name="connsiteX101" fmla="*/ 246722 w 401801"/>
                  <a:gd name="connsiteY101" fmla="*/ 23850 h 449459"/>
                  <a:gd name="connsiteX102" fmla="*/ 244400 w 401801"/>
                  <a:gd name="connsiteY102" fmla="*/ 30511 h 449459"/>
                  <a:gd name="connsiteX103" fmla="*/ 236558 w 401801"/>
                  <a:gd name="connsiteY103" fmla="*/ 31083 h 449459"/>
                  <a:gd name="connsiteX104" fmla="*/ 233092 w 401801"/>
                  <a:gd name="connsiteY104" fmla="*/ 35422 h 449459"/>
                  <a:gd name="connsiteX105" fmla="*/ 232217 w 401801"/>
                  <a:gd name="connsiteY105" fmla="*/ 42958 h 449459"/>
                  <a:gd name="connsiteX106" fmla="*/ 225553 w 401801"/>
                  <a:gd name="connsiteY106" fmla="*/ 42958 h 449459"/>
                  <a:gd name="connsiteX107" fmla="*/ 224678 w 401801"/>
                  <a:gd name="connsiteY107" fmla="*/ 38046 h 449459"/>
                  <a:gd name="connsiteX108" fmla="*/ 221481 w 401801"/>
                  <a:gd name="connsiteY108" fmla="*/ 30646 h 449459"/>
                  <a:gd name="connsiteX109" fmla="*/ 217711 w 401801"/>
                  <a:gd name="connsiteY109" fmla="*/ 27248 h 449459"/>
                  <a:gd name="connsiteX110" fmla="*/ 213067 w 401801"/>
                  <a:gd name="connsiteY110" fmla="*/ 29064 h 449459"/>
                  <a:gd name="connsiteX111" fmla="*/ 199437 w 401801"/>
                  <a:gd name="connsiteY111" fmla="*/ 29064 h 449459"/>
                  <a:gd name="connsiteX112" fmla="*/ 189004 w 401801"/>
                  <a:gd name="connsiteY112" fmla="*/ 25600 h 449459"/>
                  <a:gd name="connsiteX113" fmla="*/ 184663 w 401801"/>
                  <a:gd name="connsiteY113" fmla="*/ 21395 h 449459"/>
                  <a:gd name="connsiteX114" fmla="*/ 180590 w 401801"/>
                  <a:gd name="connsiteY114" fmla="*/ 18872 h 449459"/>
                  <a:gd name="connsiteX115" fmla="*/ 176249 w 401801"/>
                  <a:gd name="connsiteY115" fmla="*/ 13826 h 449459"/>
                  <a:gd name="connsiteX116" fmla="*/ 168138 w 401801"/>
                  <a:gd name="connsiteY116" fmla="*/ 6257 h 449459"/>
                  <a:gd name="connsiteX117" fmla="*/ 160902 w 401801"/>
                  <a:gd name="connsiteY117" fmla="*/ 1581 h 449459"/>
                  <a:gd name="connsiteX118" fmla="*/ 150167 w 401801"/>
                  <a:gd name="connsiteY118" fmla="*/ 2153 h 449459"/>
                  <a:gd name="connsiteX119" fmla="*/ 143200 w 401801"/>
                  <a:gd name="connsiteY119" fmla="*/ 5046 h 449459"/>
                  <a:gd name="connsiteX120" fmla="*/ 138287 w 401801"/>
                  <a:gd name="connsiteY120" fmla="*/ 11404 h 449459"/>
                  <a:gd name="connsiteX121" fmla="*/ 136638 w 401801"/>
                  <a:gd name="connsiteY121" fmla="*/ 10563 h 449459"/>
                  <a:gd name="connsiteX122" fmla="*/ 135661 w 401801"/>
                  <a:gd name="connsiteY122" fmla="*/ 10832 h 449459"/>
                  <a:gd name="connsiteX123" fmla="*/ 135661 w 401801"/>
                  <a:gd name="connsiteY123" fmla="*/ 19511 h 449459"/>
                  <a:gd name="connsiteX124" fmla="*/ 134349 w 401801"/>
                  <a:gd name="connsiteY124" fmla="*/ 36163 h 449459"/>
                  <a:gd name="connsiteX125" fmla="*/ 130882 w 401801"/>
                  <a:gd name="connsiteY125" fmla="*/ 43832 h 449459"/>
                  <a:gd name="connsiteX126" fmla="*/ 125229 w 401801"/>
                  <a:gd name="connsiteY126" fmla="*/ 53823 h 449459"/>
                  <a:gd name="connsiteX127" fmla="*/ 125229 w 401801"/>
                  <a:gd name="connsiteY127" fmla="*/ 64689 h 449459"/>
                  <a:gd name="connsiteX128" fmla="*/ 119574 w 401801"/>
                  <a:gd name="connsiteY128" fmla="*/ 69028 h 449459"/>
                  <a:gd name="connsiteX129" fmla="*/ 112171 w 401801"/>
                  <a:gd name="connsiteY129" fmla="*/ 69028 h 449459"/>
                  <a:gd name="connsiteX130" fmla="*/ 105641 w 401801"/>
                  <a:gd name="connsiteY130" fmla="*/ 76833 h 449459"/>
                  <a:gd name="connsiteX131" fmla="*/ 112372 w 401801"/>
                  <a:gd name="connsiteY131" fmla="*/ 83796 h 449459"/>
                  <a:gd name="connsiteX132" fmla="*/ 116512 w 401801"/>
                  <a:gd name="connsiteY132" fmla="*/ 89010 h 449459"/>
                  <a:gd name="connsiteX133" fmla="*/ 116512 w 401801"/>
                  <a:gd name="connsiteY133" fmla="*/ 97689 h 449459"/>
                  <a:gd name="connsiteX134" fmla="*/ 113483 w 401801"/>
                  <a:gd name="connsiteY134" fmla="*/ 105292 h 449459"/>
                  <a:gd name="connsiteX135" fmla="*/ 103488 w 401801"/>
                  <a:gd name="connsiteY135" fmla="*/ 108992 h 449459"/>
                  <a:gd name="connsiteX136" fmla="*/ 91305 w 401801"/>
                  <a:gd name="connsiteY136" fmla="*/ 108992 h 449459"/>
                  <a:gd name="connsiteX137" fmla="*/ 80872 w 401801"/>
                  <a:gd name="connsiteY137" fmla="*/ 108992 h 449459"/>
                  <a:gd name="connsiteX138" fmla="*/ 77102 w 401801"/>
                  <a:gd name="connsiteY138" fmla="*/ 103778 h 449459"/>
                  <a:gd name="connsiteX139" fmla="*/ 73030 w 401801"/>
                  <a:gd name="connsiteY139" fmla="*/ 103778 h 449459"/>
                  <a:gd name="connsiteX140" fmla="*/ 73030 w 401801"/>
                  <a:gd name="connsiteY140" fmla="*/ 120295 h 449459"/>
                  <a:gd name="connsiteX141" fmla="*/ 73030 w 401801"/>
                  <a:gd name="connsiteY141" fmla="*/ 128974 h 449459"/>
                  <a:gd name="connsiteX142" fmla="*/ 76665 w 401801"/>
                  <a:gd name="connsiteY142" fmla="*/ 134188 h 449459"/>
                  <a:gd name="connsiteX143" fmla="*/ 79559 w 401801"/>
                  <a:gd name="connsiteY143" fmla="*/ 144179 h 449459"/>
                  <a:gd name="connsiteX144" fmla="*/ 73468 w 401801"/>
                  <a:gd name="connsiteY144" fmla="*/ 159385 h 449459"/>
                  <a:gd name="connsiteX145" fmla="*/ 67814 w 401801"/>
                  <a:gd name="connsiteY145" fmla="*/ 162446 h 449459"/>
                  <a:gd name="connsiteX146" fmla="*/ 67814 w 401801"/>
                  <a:gd name="connsiteY146" fmla="*/ 170687 h 449459"/>
                  <a:gd name="connsiteX147" fmla="*/ 64785 w 401801"/>
                  <a:gd name="connsiteY147" fmla="*/ 176574 h 449459"/>
                  <a:gd name="connsiteX148" fmla="*/ 55227 w 401801"/>
                  <a:gd name="connsiteY148" fmla="*/ 181789 h 449459"/>
                  <a:gd name="connsiteX149" fmla="*/ 50448 w 401801"/>
                  <a:gd name="connsiteY149" fmla="*/ 184816 h 449459"/>
                  <a:gd name="connsiteX150" fmla="*/ 46847 w 401801"/>
                  <a:gd name="connsiteY150" fmla="*/ 189828 h 449459"/>
                  <a:gd name="connsiteX151" fmla="*/ 41025 w 401801"/>
                  <a:gd name="connsiteY151" fmla="*/ 194403 h 449459"/>
                  <a:gd name="connsiteX152" fmla="*/ 36279 w 401801"/>
                  <a:gd name="connsiteY152" fmla="*/ 201804 h 449459"/>
                  <a:gd name="connsiteX153" fmla="*/ 30222 w 401801"/>
                  <a:gd name="connsiteY153" fmla="*/ 205504 h 449459"/>
                  <a:gd name="connsiteX154" fmla="*/ 23255 w 401801"/>
                  <a:gd name="connsiteY154" fmla="*/ 211358 h 449459"/>
                  <a:gd name="connsiteX155" fmla="*/ 19116 w 401801"/>
                  <a:gd name="connsiteY155" fmla="*/ 215697 h 449459"/>
                  <a:gd name="connsiteX156" fmla="*/ 17601 w 401801"/>
                  <a:gd name="connsiteY156" fmla="*/ 222425 h 449459"/>
                  <a:gd name="connsiteX157" fmla="*/ 15414 w 401801"/>
                  <a:gd name="connsiteY157" fmla="*/ 226126 h 449459"/>
                  <a:gd name="connsiteX158" fmla="*/ 7808 w 401801"/>
                  <a:gd name="connsiteY158" fmla="*/ 227639 h 449459"/>
                  <a:gd name="connsiteX159" fmla="*/ 3466 w 401801"/>
                  <a:gd name="connsiteY159" fmla="*/ 231979 h 449459"/>
                  <a:gd name="connsiteX160" fmla="*/ 3466 w 401801"/>
                  <a:gd name="connsiteY160" fmla="*/ 240254 h 449459"/>
                  <a:gd name="connsiteX161" fmla="*/ 0 w 401801"/>
                  <a:gd name="connsiteY161" fmla="*/ 242643 h 449459"/>
                  <a:gd name="connsiteX162" fmla="*/ 3466 w 401801"/>
                  <a:gd name="connsiteY162" fmla="*/ 254383 h 449459"/>
                  <a:gd name="connsiteX163" fmla="*/ 9322 w 401801"/>
                  <a:gd name="connsiteY163" fmla="*/ 260472 h 449459"/>
                  <a:gd name="connsiteX164" fmla="*/ 20731 w 401801"/>
                  <a:gd name="connsiteY164" fmla="*/ 267839 h 449459"/>
                  <a:gd name="connsiteX165" fmla="*/ 29279 w 401801"/>
                  <a:gd name="connsiteY165" fmla="*/ 276518 h 449459"/>
                  <a:gd name="connsiteX166" fmla="*/ 37996 w 401801"/>
                  <a:gd name="connsiteY166" fmla="*/ 287383 h 449459"/>
                  <a:gd name="connsiteX167" fmla="*/ 45838 w 401801"/>
                  <a:gd name="connsiteY167" fmla="*/ 297610 h 449459"/>
                  <a:gd name="connsiteX168" fmla="*/ 45198 w 401801"/>
                  <a:gd name="connsiteY168" fmla="*/ 308913 h 449459"/>
                  <a:gd name="connsiteX169" fmla="*/ 47823 w 401801"/>
                  <a:gd name="connsiteY169" fmla="*/ 319778 h 449459"/>
                  <a:gd name="connsiteX170" fmla="*/ 54116 w 401801"/>
                  <a:gd name="connsiteY170" fmla="*/ 325867 h 449459"/>
                  <a:gd name="connsiteX171" fmla="*/ 51087 w 401801"/>
                  <a:gd name="connsiteY171" fmla="*/ 337170 h 449459"/>
                  <a:gd name="connsiteX172" fmla="*/ 47823 w 401801"/>
                  <a:gd name="connsiteY172" fmla="*/ 344133 h 449459"/>
                  <a:gd name="connsiteX173" fmla="*/ 54352 w 401801"/>
                  <a:gd name="connsiteY173" fmla="*/ 346320 h 449459"/>
                  <a:gd name="connsiteX174" fmla="*/ 62395 w 401801"/>
                  <a:gd name="connsiteY174" fmla="*/ 343494 h 449459"/>
                  <a:gd name="connsiteX175" fmla="*/ 72828 w 401801"/>
                  <a:gd name="connsiteY175" fmla="*/ 339357 h 449459"/>
                  <a:gd name="connsiteX176" fmla="*/ 79997 w 401801"/>
                  <a:gd name="connsiteY176" fmla="*/ 338482 h 449459"/>
                  <a:gd name="connsiteX177" fmla="*/ 86963 w 401801"/>
                  <a:gd name="connsiteY177" fmla="*/ 346320 h 449459"/>
                  <a:gd name="connsiteX178" fmla="*/ 85886 w 401801"/>
                  <a:gd name="connsiteY178" fmla="*/ 355874 h 449459"/>
                  <a:gd name="connsiteX179" fmla="*/ 82184 w 401801"/>
                  <a:gd name="connsiteY179" fmla="*/ 363039 h 449459"/>
                  <a:gd name="connsiteX180" fmla="*/ 81107 w 401801"/>
                  <a:gd name="connsiteY180" fmla="*/ 372391 h 449459"/>
                  <a:gd name="connsiteX181" fmla="*/ 90026 w 401801"/>
                  <a:gd name="connsiteY181" fmla="*/ 385645 h 449459"/>
                  <a:gd name="connsiteX182" fmla="*/ 94603 w 401801"/>
                  <a:gd name="connsiteY182" fmla="*/ 395434 h 449459"/>
                  <a:gd name="connsiteX183" fmla="*/ 97665 w 401801"/>
                  <a:gd name="connsiteY183" fmla="*/ 404113 h 449459"/>
                  <a:gd name="connsiteX184" fmla="*/ 100694 w 401801"/>
                  <a:gd name="connsiteY184" fmla="*/ 413465 h 449459"/>
                  <a:gd name="connsiteX185" fmla="*/ 100896 w 401801"/>
                  <a:gd name="connsiteY185" fmla="*/ 423254 h 449459"/>
                  <a:gd name="connsiteX186" fmla="*/ 102209 w 401801"/>
                  <a:gd name="connsiteY186" fmla="*/ 429343 h 449459"/>
                  <a:gd name="connsiteX187" fmla="*/ 109377 w 401801"/>
                  <a:gd name="connsiteY187" fmla="*/ 431933 h 449459"/>
                  <a:gd name="connsiteX188" fmla="*/ 116344 w 401801"/>
                  <a:gd name="connsiteY188" fmla="*/ 429343 h 449459"/>
                  <a:gd name="connsiteX189" fmla="*/ 120921 w 401801"/>
                  <a:gd name="connsiteY189" fmla="*/ 427392 h 449459"/>
                  <a:gd name="connsiteX190" fmla="*/ 130916 w 401801"/>
                  <a:gd name="connsiteY190" fmla="*/ 426954 h 449459"/>
                  <a:gd name="connsiteX191" fmla="*/ 132868 w 401801"/>
                  <a:gd name="connsiteY191" fmla="*/ 431966 h 449459"/>
                  <a:gd name="connsiteX192" fmla="*/ 133507 w 401801"/>
                  <a:gd name="connsiteY192" fmla="*/ 436743 h 449459"/>
                  <a:gd name="connsiteX193" fmla="*/ 140474 w 401801"/>
                  <a:gd name="connsiteY193" fmla="*/ 436743 h 449459"/>
                  <a:gd name="connsiteX194" fmla="*/ 145253 w 401801"/>
                  <a:gd name="connsiteY194" fmla="*/ 433716 h 449459"/>
                  <a:gd name="connsiteX195" fmla="*/ 151345 w 401801"/>
                  <a:gd name="connsiteY195" fmla="*/ 425878 h 449459"/>
                  <a:gd name="connsiteX196" fmla="*/ 151345 w 401801"/>
                  <a:gd name="connsiteY196" fmla="*/ 422850 h 449459"/>
                  <a:gd name="connsiteX197" fmla="*/ 155922 w 401801"/>
                  <a:gd name="connsiteY197" fmla="*/ 419587 h 449459"/>
                  <a:gd name="connsiteX198" fmla="*/ 160499 w 401801"/>
                  <a:gd name="connsiteY198" fmla="*/ 418511 h 449459"/>
                  <a:gd name="connsiteX199" fmla="*/ 164638 w 401801"/>
                  <a:gd name="connsiteY199" fmla="*/ 411985 h 449459"/>
                  <a:gd name="connsiteX200" fmla="*/ 166489 w 401801"/>
                  <a:gd name="connsiteY200" fmla="*/ 406569 h 449459"/>
                  <a:gd name="connsiteX201" fmla="*/ 169148 w 401801"/>
                  <a:gd name="connsiteY201" fmla="*/ 403945 h 449459"/>
                  <a:gd name="connsiteX202" fmla="*/ 175273 w 401801"/>
                  <a:gd name="connsiteY202" fmla="*/ 402868 h 449459"/>
                  <a:gd name="connsiteX203" fmla="*/ 179412 w 401801"/>
                  <a:gd name="connsiteY203" fmla="*/ 409832 h 449459"/>
                  <a:gd name="connsiteX204" fmla="*/ 181364 w 401801"/>
                  <a:gd name="connsiteY204" fmla="*/ 418746 h 449459"/>
                  <a:gd name="connsiteX205" fmla="*/ 185706 w 401801"/>
                  <a:gd name="connsiteY205" fmla="*/ 426349 h 449459"/>
                  <a:gd name="connsiteX206" fmla="*/ 189172 w 401801"/>
                  <a:gd name="connsiteY206" fmla="*/ 433312 h 449459"/>
                  <a:gd name="connsiteX207" fmla="*/ 191764 w 401801"/>
                  <a:gd name="connsiteY207" fmla="*/ 438762 h 449459"/>
                  <a:gd name="connsiteX208" fmla="*/ 198091 w 401801"/>
                  <a:gd name="connsiteY208" fmla="*/ 440511 h 449459"/>
                  <a:gd name="connsiteX209" fmla="*/ 205259 w 401801"/>
                  <a:gd name="connsiteY209" fmla="*/ 439435 h 449459"/>
                  <a:gd name="connsiteX210" fmla="*/ 211990 w 401801"/>
                  <a:gd name="connsiteY210" fmla="*/ 437685 h 449459"/>
                  <a:gd name="connsiteX211" fmla="*/ 215692 w 401801"/>
                  <a:gd name="connsiteY211" fmla="*/ 432269 h 449459"/>
                  <a:gd name="connsiteX212" fmla="*/ 220908 w 401801"/>
                  <a:gd name="connsiteY212" fmla="*/ 425541 h 449459"/>
                  <a:gd name="connsiteX213" fmla="*/ 227202 w 401801"/>
                  <a:gd name="connsiteY213" fmla="*/ 422278 h 449459"/>
                  <a:gd name="connsiteX214" fmla="*/ 238072 w 401801"/>
                  <a:gd name="connsiteY214" fmla="*/ 420764 h 449459"/>
                  <a:gd name="connsiteX215" fmla="*/ 248068 w 401801"/>
                  <a:gd name="connsiteY215" fmla="*/ 422514 h 449459"/>
                  <a:gd name="connsiteX216" fmla="*/ 251097 w 401801"/>
                  <a:gd name="connsiteY216" fmla="*/ 426853 h 449459"/>
                  <a:gd name="connsiteX217" fmla="*/ 251299 w 401801"/>
                  <a:gd name="connsiteY217" fmla="*/ 432269 h 449459"/>
                  <a:gd name="connsiteX218" fmla="*/ 253890 w 401801"/>
                  <a:gd name="connsiteY218" fmla="*/ 438795 h 449459"/>
                  <a:gd name="connsiteX219" fmla="*/ 253890 w 401801"/>
                  <a:gd name="connsiteY219" fmla="*/ 443808 h 449459"/>
                  <a:gd name="connsiteX220" fmla="*/ 258904 w 401801"/>
                  <a:gd name="connsiteY220" fmla="*/ 447710 h 449459"/>
                  <a:gd name="connsiteX221" fmla="*/ 261092 w 401801"/>
                  <a:gd name="connsiteY221" fmla="*/ 449459 h 449459"/>
                  <a:gd name="connsiteX222" fmla="*/ 264895 w 401801"/>
                  <a:gd name="connsiteY222" fmla="*/ 447508 h 449459"/>
                  <a:gd name="connsiteX223" fmla="*/ 269573 w 401801"/>
                  <a:gd name="connsiteY223" fmla="*/ 445759 h 449459"/>
                  <a:gd name="connsiteX224" fmla="*/ 269573 w 401801"/>
                  <a:gd name="connsiteY224" fmla="*/ 440343 h 449459"/>
                  <a:gd name="connsiteX225" fmla="*/ 269371 w 401801"/>
                  <a:gd name="connsiteY225" fmla="*/ 432303 h 449459"/>
                  <a:gd name="connsiteX226" fmla="*/ 267621 w 401801"/>
                  <a:gd name="connsiteY226" fmla="*/ 426012 h 449459"/>
                  <a:gd name="connsiteX227" fmla="*/ 268496 w 401801"/>
                  <a:gd name="connsiteY227" fmla="*/ 421437 h 449459"/>
                  <a:gd name="connsiteX228" fmla="*/ 271222 w 401801"/>
                  <a:gd name="connsiteY228" fmla="*/ 423826 h 449459"/>
                  <a:gd name="connsiteX229" fmla="*/ 274319 w 401801"/>
                  <a:gd name="connsiteY229" fmla="*/ 425340 h 449459"/>
                  <a:gd name="connsiteX230" fmla="*/ 274453 w 401801"/>
                  <a:gd name="connsiteY230" fmla="*/ 423388 h 449459"/>
                  <a:gd name="connsiteX231" fmla="*/ 274789 w 401801"/>
                  <a:gd name="connsiteY231" fmla="*/ 421000 h 449459"/>
                  <a:gd name="connsiteX232" fmla="*/ 274789 w 401801"/>
                  <a:gd name="connsiteY232" fmla="*/ 419486 h 449459"/>
                  <a:gd name="connsiteX233" fmla="*/ 276539 w 401801"/>
                  <a:gd name="connsiteY233" fmla="*/ 416425 h 449459"/>
                  <a:gd name="connsiteX234" fmla="*/ 276539 w 401801"/>
                  <a:gd name="connsiteY234" fmla="*/ 414272 h 449459"/>
                  <a:gd name="connsiteX235" fmla="*/ 275664 w 401801"/>
                  <a:gd name="connsiteY235" fmla="*/ 407981 h 449459"/>
                  <a:gd name="connsiteX236" fmla="*/ 273713 w 401801"/>
                  <a:gd name="connsiteY236" fmla="*/ 403844 h 449459"/>
                  <a:gd name="connsiteX237" fmla="*/ 271525 w 401801"/>
                  <a:gd name="connsiteY237" fmla="*/ 400782 h 449459"/>
                  <a:gd name="connsiteX238" fmla="*/ 272703 w 401801"/>
                  <a:gd name="connsiteY238" fmla="*/ 397721 h 449459"/>
                  <a:gd name="connsiteX239" fmla="*/ 275160 w 401801"/>
                  <a:gd name="connsiteY239" fmla="*/ 396006 h 449459"/>
                  <a:gd name="connsiteX240" fmla="*/ 276506 w 401801"/>
                  <a:gd name="connsiteY240" fmla="*/ 392743 h 449459"/>
                  <a:gd name="connsiteX241" fmla="*/ 276506 w 401801"/>
                  <a:gd name="connsiteY241" fmla="*/ 389917 h 449459"/>
                  <a:gd name="connsiteX242" fmla="*/ 276506 w 401801"/>
                  <a:gd name="connsiteY242" fmla="*/ 382953 h 449459"/>
                  <a:gd name="connsiteX243" fmla="*/ 275631 w 401801"/>
                  <a:gd name="connsiteY243" fmla="*/ 380902 h 449459"/>
                  <a:gd name="connsiteX244" fmla="*/ 281049 w 401801"/>
                  <a:gd name="connsiteY244" fmla="*/ 380363 h 449459"/>
                  <a:gd name="connsiteX245" fmla="*/ 284314 w 401801"/>
                  <a:gd name="connsiteY245" fmla="*/ 380363 h 449459"/>
                  <a:gd name="connsiteX246" fmla="*/ 286939 w 401801"/>
                  <a:gd name="connsiteY246" fmla="*/ 377739 h 449459"/>
                  <a:gd name="connsiteX247" fmla="*/ 286939 w 401801"/>
                  <a:gd name="connsiteY247" fmla="*/ 374174 h 449459"/>
                  <a:gd name="connsiteX248" fmla="*/ 290203 w 401801"/>
                  <a:gd name="connsiteY248" fmla="*/ 369397 h 449459"/>
                  <a:gd name="connsiteX249" fmla="*/ 293468 w 401801"/>
                  <a:gd name="connsiteY249" fmla="*/ 363745 h 449459"/>
                  <a:gd name="connsiteX250" fmla="*/ 292155 w 401801"/>
                  <a:gd name="connsiteY250" fmla="*/ 358094 h 449459"/>
                  <a:gd name="connsiteX251" fmla="*/ 291179 w 401801"/>
                  <a:gd name="connsiteY251" fmla="*/ 355470 h 449459"/>
                  <a:gd name="connsiteX252" fmla="*/ 287545 w 401801"/>
                  <a:gd name="connsiteY252" fmla="*/ 354595 h 449459"/>
                  <a:gd name="connsiteX253" fmla="*/ 281285 w 401801"/>
                  <a:gd name="connsiteY253" fmla="*/ 352644 h 449459"/>
                  <a:gd name="connsiteX254" fmla="*/ 280006 w 401801"/>
                  <a:gd name="connsiteY254" fmla="*/ 350256 h 449459"/>
                  <a:gd name="connsiteX255" fmla="*/ 280006 w 401801"/>
                  <a:gd name="connsiteY255" fmla="*/ 348069 h 449459"/>
                  <a:gd name="connsiteX256" fmla="*/ 283270 w 401801"/>
                  <a:gd name="connsiteY256" fmla="*/ 346993 h 449459"/>
                  <a:gd name="connsiteX257" fmla="*/ 286535 w 401801"/>
                  <a:gd name="connsiteY257" fmla="*/ 346555 h 449459"/>
                  <a:gd name="connsiteX258" fmla="*/ 289564 w 401801"/>
                  <a:gd name="connsiteY258" fmla="*/ 348069 h 449459"/>
                  <a:gd name="connsiteX259" fmla="*/ 291852 w 401801"/>
                  <a:gd name="connsiteY259" fmla="*/ 348507 h 449459"/>
                  <a:gd name="connsiteX260" fmla="*/ 296261 w 401801"/>
                  <a:gd name="connsiteY260" fmla="*/ 350996 h 449459"/>
                  <a:gd name="connsiteX261" fmla="*/ 301545 w 401801"/>
                  <a:gd name="connsiteY261" fmla="*/ 352409 h 449459"/>
                  <a:gd name="connsiteX262" fmla="*/ 305247 w 401801"/>
                  <a:gd name="connsiteY262" fmla="*/ 352409 h 449459"/>
                  <a:gd name="connsiteX263" fmla="*/ 306122 w 401801"/>
                  <a:gd name="connsiteY263" fmla="*/ 346757 h 449459"/>
                  <a:gd name="connsiteX264" fmla="*/ 306122 w 401801"/>
                  <a:gd name="connsiteY264" fmla="*/ 342855 h 449459"/>
                  <a:gd name="connsiteX265" fmla="*/ 306122 w 401801"/>
                  <a:gd name="connsiteY265" fmla="*/ 335892 h 449459"/>
                  <a:gd name="connsiteX266" fmla="*/ 308511 w 401801"/>
                  <a:gd name="connsiteY266" fmla="*/ 332427 h 449459"/>
                  <a:gd name="connsiteX267" fmla="*/ 310901 w 401801"/>
                  <a:gd name="connsiteY267" fmla="*/ 330274 h 449459"/>
                  <a:gd name="connsiteX268" fmla="*/ 313728 w 401801"/>
                  <a:gd name="connsiteY268" fmla="*/ 329399 h 449459"/>
                  <a:gd name="connsiteX269" fmla="*/ 316218 w 401801"/>
                  <a:gd name="connsiteY269" fmla="*/ 325934 h 449459"/>
                  <a:gd name="connsiteX270" fmla="*/ 318877 w 401801"/>
                  <a:gd name="connsiteY270" fmla="*/ 324622 h 449459"/>
                  <a:gd name="connsiteX271" fmla="*/ 320863 w 401801"/>
                  <a:gd name="connsiteY271" fmla="*/ 320922 h 449459"/>
                  <a:gd name="connsiteX272" fmla="*/ 317834 w 401801"/>
                  <a:gd name="connsiteY272" fmla="*/ 317895 h 449459"/>
                  <a:gd name="connsiteX273" fmla="*/ 312954 w 401801"/>
                  <a:gd name="connsiteY273" fmla="*/ 315506 h 449459"/>
                  <a:gd name="connsiteX274" fmla="*/ 309588 w 401801"/>
                  <a:gd name="connsiteY274" fmla="*/ 315069 h 449459"/>
                  <a:gd name="connsiteX275" fmla="*/ 309588 w 401801"/>
                  <a:gd name="connsiteY275" fmla="*/ 313319 h 449459"/>
                  <a:gd name="connsiteX276" fmla="*/ 311776 w 401801"/>
                  <a:gd name="connsiteY276" fmla="*/ 310494 h 449459"/>
                  <a:gd name="connsiteX277" fmla="*/ 314165 w 401801"/>
                  <a:gd name="connsiteY277" fmla="*/ 309619 h 449459"/>
                  <a:gd name="connsiteX278" fmla="*/ 318305 w 401801"/>
                  <a:gd name="connsiteY278" fmla="*/ 307432 h 449459"/>
                  <a:gd name="connsiteX279" fmla="*/ 320795 w 401801"/>
                  <a:gd name="connsiteY279" fmla="*/ 306625 h 449459"/>
                  <a:gd name="connsiteX280" fmla="*/ 323319 w 401801"/>
                  <a:gd name="connsiteY280" fmla="*/ 307702 h 449459"/>
                  <a:gd name="connsiteX281" fmla="*/ 324800 w 401801"/>
                  <a:gd name="connsiteY281" fmla="*/ 309720 h 449459"/>
                  <a:gd name="connsiteX282" fmla="*/ 325238 w 401801"/>
                  <a:gd name="connsiteY282" fmla="*/ 313353 h 449459"/>
                  <a:gd name="connsiteX283" fmla="*/ 325238 w 401801"/>
                  <a:gd name="connsiteY283" fmla="*/ 316683 h 449459"/>
                  <a:gd name="connsiteX284" fmla="*/ 325238 w 401801"/>
                  <a:gd name="connsiteY284" fmla="*/ 320216 h 449459"/>
                  <a:gd name="connsiteX285" fmla="*/ 325238 w 401801"/>
                  <a:gd name="connsiteY285" fmla="*/ 323680 h 449459"/>
                  <a:gd name="connsiteX286" fmla="*/ 323218 w 401801"/>
                  <a:gd name="connsiteY286" fmla="*/ 326506 h 449459"/>
                  <a:gd name="connsiteX287" fmla="*/ 321637 w 401801"/>
                  <a:gd name="connsiteY287" fmla="*/ 328693 h 449459"/>
                  <a:gd name="connsiteX288" fmla="*/ 320829 w 401801"/>
                  <a:gd name="connsiteY288" fmla="*/ 331956 h 449459"/>
                  <a:gd name="connsiteX289" fmla="*/ 319920 w 401801"/>
                  <a:gd name="connsiteY289" fmla="*/ 336026 h 449459"/>
                  <a:gd name="connsiteX290" fmla="*/ 321132 w 401801"/>
                  <a:gd name="connsiteY290" fmla="*/ 338785 h 449459"/>
                  <a:gd name="connsiteX291" fmla="*/ 322478 w 401801"/>
                  <a:gd name="connsiteY291" fmla="*/ 341678 h 449459"/>
                  <a:gd name="connsiteX292" fmla="*/ 324968 w 401801"/>
                  <a:gd name="connsiteY292" fmla="*/ 341913 h 449459"/>
                  <a:gd name="connsiteX293" fmla="*/ 327358 w 401801"/>
                  <a:gd name="connsiteY293" fmla="*/ 342048 h 449459"/>
                  <a:gd name="connsiteX294" fmla="*/ 329545 w 401801"/>
                  <a:gd name="connsiteY294" fmla="*/ 340366 h 449459"/>
                  <a:gd name="connsiteX295" fmla="*/ 331363 w 401801"/>
                  <a:gd name="connsiteY295" fmla="*/ 338415 h 449459"/>
                  <a:gd name="connsiteX296" fmla="*/ 333618 w 401801"/>
                  <a:gd name="connsiteY296" fmla="*/ 336329 h 449459"/>
                  <a:gd name="connsiteX297" fmla="*/ 336882 w 401801"/>
                  <a:gd name="connsiteY297" fmla="*/ 334748 h 449459"/>
                  <a:gd name="connsiteX298" fmla="*/ 340517 w 401801"/>
                  <a:gd name="connsiteY298" fmla="*/ 332629 h 449459"/>
                  <a:gd name="connsiteX299" fmla="*/ 344421 w 401801"/>
                  <a:gd name="connsiteY299" fmla="*/ 332124 h 449459"/>
                  <a:gd name="connsiteX300" fmla="*/ 349637 w 401801"/>
                  <a:gd name="connsiteY300" fmla="*/ 333436 h 449459"/>
                  <a:gd name="connsiteX301" fmla="*/ 353979 w 401801"/>
                  <a:gd name="connsiteY301" fmla="*/ 330846 h 449459"/>
                  <a:gd name="connsiteX302" fmla="*/ 353407 w 401801"/>
                  <a:gd name="connsiteY302" fmla="*/ 325766 h 449459"/>
                  <a:gd name="connsiteX303" fmla="*/ 350512 w 401801"/>
                  <a:gd name="connsiteY303" fmla="*/ 321124 h 449459"/>
                  <a:gd name="connsiteX304" fmla="*/ 346945 w 401801"/>
                  <a:gd name="connsiteY304" fmla="*/ 318803 h 449459"/>
                  <a:gd name="connsiteX305" fmla="*/ 344421 w 401801"/>
                  <a:gd name="connsiteY305" fmla="*/ 315472 h 449459"/>
                  <a:gd name="connsiteX306" fmla="*/ 344421 w 401801"/>
                  <a:gd name="connsiteY306" fmla="*/ 309821 h 449459"/>
                  <a:gd name="connsiteX307" fmla="*/ 346003 w 401801"/>
                  <a:gd name="connsiteY307" fmla="*/ 309821 h 449459"/>
                  <a:gd name="connsiteX308" fmla="*/ 350782 w 401801"/>
                  <a:gd name="connsiteY308" fmla="*/ 308946 h 449459"/>
                  <a:gd name="connsiteX309" fmla="*/ 353979 w 401801"/>
                  <a:gd name="connsiteY309" fmla="*/ 308946 h 449459"/>
                  <a:gd name="connsiteX310" fmla="*/ 359498 w 401801"/>
                  <a:gd name="connsiteY310" fmla="*/ 309384 h 449459"/>
                  <a:gd name="connsiteX311" fmla="*/ 362258 w 401801"/>
                  <a:gd name="connsiteY311" fmla="*/ 314295 h 449459"/>
                  <a:gd name="connsiteX312" fmla="*/ 363133 w 401801"/>
                  <a:gd name="connsiteY312" fmla="*/ 319745 h 449459"/>
                  <a:gd name="connsiteX313" fmla="*/ 364445 w 401801"/>
                  <a:gd name="connsiteY313" fmla="*/ 321225 h 449459"/>
                  <a:gd name="connsiteX314" fmla="*/ 365320 w 401801"/>
                  <a:gd name="connsiteY314" fmla="*/ 319106 h 449459"/>
                  <a:gd name="connsiteX315" fmla="*/ 365320 w 401801"/>
                  <a:gd name="connsiteY315" fmla="*/ 313319 h 449459"/>
                  <a:gd name="connsiteX316" fmla="*/ 368585 w 401801"/>
                  <a:gd name="connsiteY316" fmla="*/ 309417 h 449459"/>
                  <a:gd name="connsiteX317" fmla="*/ 370537 w 401801"/>
                  <a:gd name="connsiteY317" fmla="*/ 305078 h 449459"/>
                  <a:gd name="connsiteX318" fmla="*/ 370537 w 401801"/>
                  <a:gd name="connsiteY318" fmla="*/ 301176 h 449459"/>
                  <a:gd name="connsiteX319" fmla="*/ 365758 w 401801"/>
                  <a:gd name="connsiteY319" fmla="*/ 298417 h 449459"/>
                  <a:gd name="connsiteX320" fmla="*/ 362864 w 401801"/>
                  <a:gd name="connsiteY320" fmla="*/ 294347 h 449459"/>
                  <a:gd name="connsiteX321" fmla="*/ 360171 w 401801"/>
                  <a:gd name="connsiteY321" fmla="*/ 289570 h 449459"/>
                  <a:gd name="connsiteX322" fmla="*/ 356806 w 401801"/>
                  <a:gd name="connsiteY322" fmla="*/ 280891 h 449459"/>
                  <a:gd name="connsiteX323" fmla="*/ 353238 w 401801"/>
                  <a:gd name="connsiteY323" fmla="*/ 275811 h 449459"/>
                  <a:gd name="connsiteX324" fmla="*/ 348762 w 401801"/>
                  <a:gd name="connsiteY324" fmla="*/ 270294 h 449459"/>
                  <a:gd name="connsiteX325" fmla="*/ 348055 w 401801"/>
                  <a:gd name="connsiteY325" fmla="*/ 266830 h 449459"/>
                  <a:gd name="connsiteX326" fmla="*/ 349806 w 401801"/>
                  <a:gd name="connsiteY326" fmla="*/ 263062 h 449459"/>
                  <a:gd name="connsiteX327" fmla="*/ 353710 w 401801"/>
                  <a:gd name="connsiteY327" fmla="*/ 261178 h 449459"/>
                  <a:gd name="connsiteX328" fmla="*/ 357479 w 401801"/>
                  <a:gd name="connsiteY328" fmla="*/ 259597 h 449459"/>
                  <a:gd name="connsiteX329" fmla="*/ 361955 w 401801"/>
                  <a:gd name="connsiteY329" fmla="*/ 258722 h 449459"/>
                  <a:gd name="connsiteX330" fmla="*/ 363705 w 401801"/>
                  <a:gd name="connsiteY330" fmla="*/ 255829 h 449459"/>
                  <a:gd name="connsiteX331" fmla="*/ 365455 w 401801"/>
                  <a:gd name="connsiteY331" fmla="*/ 253508 h 449459"/>
                  <a:gd name="connsiteX332" fmla="*/ 366768 w 401801"/>
                  <a:gd name="connsiteY332" fmla="*/ 252062 h 449459"/>
                  <a:gd name="connsiteX333" fmla="*/ 368787 w 401801"/>
                  <a:gd name="connsiteY333" fmla="*/ 249169 h 449459"/>
                  <a:gd name="connsiteX334" fmla="*/ 368046 w 401801"/>
                  <a:gd name="connsiteY334" fmla="*/ 245704 h 449459"/>
                  <a:gd name="connsiteX335" fmla="*/ 365152 w 401801"/>
                  <a:gd name="connsiteY335" fmla="*/ 243517 h 449459"/>
                  <a:gd name="connsiteX336" fmla="*/ 359363 w 401801"/>
                  <a:gd name="connsiteY336" fmla="*/ 242374 h 449459"/>
                  <a:gd name="connsiteX337" fmla="*/ 356032 w 401801"/>
                  <a:gd name="connsiteY337" fmla="*/ 241499 h 449459"/>
                  <a:gd name="connsiteX338" fmla="*/ 351959 w 401801"/>
                  <a:gd name="connsiteY338" fmla="*/ 238740 h 449459"/>
                  <a:gd name="connsiteX339" fmla="*/ 353407 w 401801"/>
                  <a:gd name="connsiteY339" fmla="*/ 237866 h 449459"/>
                  <a:gd name="connsiteX340" fmla="*/ 354551 w 401801"/>
                  <a:gd name="connsiteY340" fmla="*/ 238236 h 449459"/>
                  <a:gd name="connsiteX341" fmla="*/ 359330 w 401801"/>
                  <a:gd name="connsiteY341" fmla="*/ 239481 h 449459"/>
                  <a:gd name="connsiteX342" fmla="*/ 364412 w 401801"/>
                  <a:gd name="connsiteY342" fmla="*/ 239481 h 449459"/>
                  <a:gd name="connsiteX343" fmla="*/ 369628 w 401801"/>
                  <a:gd name="connsiteY343" fmla="*/ 239481 h 449459"/>
                  <a:gd name="connsiteX344" fmla="*/ 371210 w 401801"/>
                  <a:gd name="connsiteY344" fmla="*/ 236453 h 449459"/>
                  <a:gd name="connsiteX345" fmla="*/ 371345 w 401801"/>
                  <a:gd name="connsiteY345" fmla="*/ 232248 h 449459"/>
                  <a:gd name="connsiteX346" fmla="*/ 368450 w 401801"/>
                  <a:gd name="connsiteY346" fmla="*/ 228850 h 449459"/>
                  <a:gd name="connsiteX347" fmla="*/ 368753 w 401801"/>
                  <a:gd name="connsiteY347" fmla="*/ 226899 h 449459"/>
                  <a:gd name="connsiteX348" fmla="*/ 368753 w 401801"/>
                  <a:gd name="connsiteY348" fmla="*/ 222997 h 449459"/>
                  <a:gd name="connsiteX349" fmla="*/ 370503 w 401801"/>
                  <a:gd name="connsiteY349" fmla="*/ 220407 h 449459"/>
                  <a:gd name="connsiteX350" fmla="*/ 367407 w 401801"/>
                  <a:gd name="connsiteY350" fmla="*/ 220407 h 449459"/>
                  <a:gd name="connsiteX351" fmla="*/ 365152 w 401801"/>
                  <a:gd name="connsiteY351" fmla="*/ 222156 h 449459"/>
                  <a:gd name="connsiteX352" fmla="*/ 362695 w 401801"/>
                  <a:gd name="connsiteY352" fmla="*/ 222156 h 449459"/>
                  <a:gd name="connsiteX353" fmla="*/ 359498 w 401801"/>
                  <a:gd name="connsiteY353" fmla="*/ 220340 h 449459"/>
                  <a:gd name="connsiteX354" fmla="*/ 356166 w 401801"/>
                  <a:gd name="connsiteY354" fmla="*/ 220407 h 449459"/>
                  <a:gd name="connsiteX355" fmla="*/ 352262 w 401801"/>
                  <a:gd name="connsiteY355" fmla="*/ 220407 h 449459"/>
                  <a:gd name="connsiteX356" fmla="*/ 348628 w 401801"/>
                  <a:gd name="connsiteY356" fmla="*/ 219835 h 449459"/>
                  <a:gd name="connsiteX357" fmla="*/ 343411 w 401801"/>
                  <a:gd name="connsiteY357" fmla="*/ 219700 h 449459"/>
                  <a:gd name="connsiteX358" fmla="*/ 340652 w 401801"/>
                  <a:gd name="connsiteY358" fmla="*/ 218187 h 449459"/>
                  <a:gd name="connsiteX359" fmla="*/ 339642 w 401801"/>
                  <a:gd name="connsiteY359" fmla="*/ 213443 h 449459"/>
                  <a:gd name="connsiteX360" fmla="*/ 342839 w 401801"/>
                  <a:gd name="connsiteY360" fmla="*/ 208768 h 449459"/>
                  <a:gd name="connsiteX361" fmla="*/ 345296 w 401801"/>
                  <a:gd name="connsiteY361" fmla="*/ 206715 h 449459"/>
                  <a:gd name="connsiteX362" fmla="*/ 348190 w 401801"/>
                  <a:gd name="connsiteY362" fmla="*/ 203217 h 449459"/>
                  <a:gd name="connsiteX363" fmla="*/ 348459 w 401801"/>
                  <a:gd name="connsiteY363" fmla="*/ 197700 h 449459"/>
                  <a:gd name="connsiteX364" fmla="*/ 348594 w 401801"/>
                  <a:gd name="connsiteY364" fmla="*/ 196085 h 449459"/>
                  <a:gd name="connsiteX365" fmla="*/ 350344 w 401801"/>
                  <a:gd name="connsiteY365" fmla="*/ 196085 h 449459"/>
                  <a:gd name="connsiteX366" fmla="*/ 352229 w 401801"/>
                  <a:gd name="connsiteY366" fmla="*/ 196085 h 449459"/>
                  <a:gd name="connsiteX367" fmla="*/ 354854 w 401801"/>
                  <a:gd name="connsiteY367" fmla="*/ 195076 h 449459"/>
                  <a:gd name="connsiteX368" fmla="*/ 354854 w 401801"/>
                  <a:gd name="connsiteY368" fmla="*/ 198844 h 449459"/>
                  <a:gd name="connsiteX369" fmla="*/ 354854 w 401801"/>
                  <a:gd name="connsiteY369" fmla="*/ 202174 h 449459"/>
                  <a:gd name="connsiteX370" fmla="*/ 354854 w 401801"/>
                  <a:gd name="connsiteY370" fmla="*/ 205639 h 449459"/>
                  <a:gd name="connsiteX371" fmla="*/ 356873 w 401801"/>
                  <a:gd name="connsiteY371" fmla="*/ 206076 h 449459"/>
                  <a:gd name="connsiteX372" fmla="*/ 359767 w 401801"/>
                  <a:gd name="connsiteY372" fmla="*/ 206379 h 449459"/>
                  <a:gd name="connsiteX373" fmla="*/ 362594 w 401801"/>
                  <a:gd name="connsiteY373" fmla="*/ 206682 h 449459"/>
                  <a:gd name="connsiteX374" fmla="*/ 364715 w 401801"/>
                  <a:gd name="connsiteY374" fmla="*/ 206379 h 449459"/>
                  <a:gd name="connsiteX375" fmla="*/ 367239 w 401801"/>
                  <a:gd name="connsiteY375" fmla="*/ 205504 h 449459"/>
                  <a:gd name="connsiteX376" fmla="*/ 368988 w 401801"/>
                  <a:gd name="connsiteY376" fmla="*/ 203755 h 449459"/>
                  <a:gd name="connsiteX377" fmla="*/ 369864 w 401801"/>
                  <a:gd name="connsiteY377" fmla="*/ 201165 h 449459"/>
                  <a:gd name="connsiteX378" fmla="*/ 369729 w 401801"/>
                  <a:gd name="connsiteY378" fmla="*/ 197835 h 449459"/>
                  <a:gd name="connsiteX379" fmla="*/ 368719 w 401801"/>
                  <a:gd name="connsiteY379" fmla="*/ 195514 h 449459"/>
                  <a:gd name="connsiteX380" fmla="*/ 368719 w 401801"/>
                  <a:gd name="connsiteY380" fmla="*/ 191746 h 449459"/>
                  <a:gd name="connsiteX381" fmla="*/ 370873 w 401801"/>
                  <a:gd name="connsiteY381" fmla="*/ 189997 h 449459"/>
                  <a:gd name="connsiteX382" fmla="*/ 370806 w 401801"/>
                  <a:gd name="connsiteY382" fmla="*/ 187675 h 449459"/>
                  <a:gd name="connsiteX383" fmla="*/ 372287 w 401801"/>
                  <a:gd name="connsiteY383" fmla="*/ 187238 h 449459"/>
                  <a:gd name="connsiteX384" fmla="*/ 373095 w 401801"/>
                  <a:gd name="connsiteY384" fmla="*/ 187373 h 449459"/>
                  <a:gd name="connsiteX385" fmla="*/ 374508 w 401801"/>
                  <a:gd name="connsiteY385" fmla="*/ 188819 h 449459"/>
                  <a:gd name="connsiteX386" fmla="*/ 376090 w 401801"/>
                  <a:gd name="connsiteY386" fmla="*/ 189963 h 449459"/>
                  <a:gd name="connsiteX387" fmla="*/ 374912 w 401801"/>
                  <a:gd name="connsiteY387" fmla="*/ 196489 h 449459"/>
                  <a:gd name="connsiteX388" fmla="*/ 373902 w 401801"/>
                  <a:gd name="connsiteY388" fmla="*/ 198810 h 449459"/>
                  <a:gd name="connsiteX389" fmla="*/ 373902 w 401801"/>
                  <a:gd name="connsiteY389" fmla="*/ 202140 h 449459"/>
                  <a:gd name="connsiteX390" fmla="*/ 376224 w 401801"/>
                  <a:gd name="connsiteY390" fmla="*/ 206480 h 449459"/>
                  <a:gd name="connsiteX391" fmla="*/ 378984 w 401801"/>
                  <a:gd name="connsiteY391" fmla="*/ 208229 h 449459"/>
                  <a:gd name="connsiteX392" fmla="*/ 381744 w 401801"/>
                  <a:gd name="connsiteY392" fmla="*/ 208229 h 449459"/>
                  <a:gd name="connsiteX393" fmla="*/ 383124 w 401801"/>
                  <a:gd name="connsiteY393" fmla="*/ 206480 h 449459"/>
                  <a:gd name="connsiteX394" fmla="*/ 384369 w 401801"/>
                  <a:gd name="connsiteY394" fmla="*/ 206480 h 449459"/>
                  <a:gd name="connsiteX395" fmla="*/ 384369 w 401801"/>
                  <a:gd name="connsiteY395" fmla="*/ 209104 h 449459"/>
                  <a:gd name="connsiteX396" fmla="*/ 386994 w 401801"/>
                  <a:gd name="connsiteY396" fmla="*/ 212434 h 449459"/>
                  <a:gd name="connsiteX397" fmla="*/ 388441 w 401801"/>
                  <a:gd name="connsiteY397" fmla="*/ 211291 h 449459"/>
                  <a:gd name="connsiteX398" fmla="*/ 390629 w 401801"/>
                  <a:gd name="connsiteY398" fmla="*/ 209541 h 449459"/>
                  <a:gd name="connsiteX399" fmla="*/ 391335 w 401801"/>
                  <a:gd name="connsiteY399" fmla="*/ 206480 h 449459"/>
                  <a:gd name="connsiteX400" fmla="*/ 391335 w 401801"/>
                  <a:gd name="connsiteY400" fmla="*/ 203890 h 449459"/>
                  <a:gd name="connsiteX401" fmla="*/ 391032 w 401801"/>
                  <a:gd name="connsiteY401" fmla="*/ 200559 h 449459"/>
                  <a:gd name="connsiteX402" fmla="*/ 391167 w 401801"/>
                  <a:gd name="connsiteY402" fmla="*/ 194605 h 449459"/>
                  <a:gd name="connsiteX403" fmla="*/ 391235 w 401801"/>
                  <a:gd name="connsiteY403" fmla="*/ 190838 h 449459"/>
                  <a:gd name="connsiteX404" fmla="*/ 389619 w 401801"/>
                  <a:gd name="connsiteY404" fmla="*/ 186363 h 449459"/>
                  <a:gd name="connsiteX405" fmla="*/ 389383 w 401801"/>
                  <a:gd name="connsiteY405" fmla="*/ 183740 h 449459"/>
                  <a:gd name="connsiteX406" fmla="*/ 386792 w 401801"/>
                  <a:gd name="connsiteY406" fmla="*/ 181284 h 449459"/>
                  <a:gd name="connsiteX407" fmla="*/ 385951 w 401801"/>
                  <a:gd name="connsiteY407" fmla="*/ 178256 h 449459"/>
                  <a:gd name="connsiteX408" fmla="*/ 387835 w 401801"/>
                  <a:gd name="connsiteY408" fmla="*/ 176507 h 449459"/>
                  <a:gd name="connsiteX409" fmla="*/ 388710 w 401801"/>
                  <a:gd name="connsiteY409" fmla="*/ 173480 h 449459"/>
                  <a:gd name="connsiteX410" fmla="*/ 388576 w 401801"/>
                  <a:gd name="connsiteY410" fmla="*/ 169846 h 449459"/>
                  <a:gd name="connsiteX411" fmla="*/ 386691 w 401801"/>
                  <a:gd name="connsiteY411" fmla="*/ 167088 h 449459"/>
                  <a:gd name="connsiteX412" fmla="*/ 384369 w 401801"/>
                  <a:gd name="connsiteY412" fmla="*/ 165507 h 449459"/>
                  <a:gd name="connsiteX413" fmla="*/ 384369 w 401801"/>
                  <a:gd name="connsiteY413" fmla="*/ 163926 h 449459"/>
                  <a:gd name="connsiteX414" fmla="*/ 387128 w 401801"/>
                  <a:gd name="connsiteY414" fmla="*/ 160898 h 449459"/>
                  <a:gd name="connsiteX415" fmla="*/ 387869 w 401801"/>
                  <a:gd name="connsiteY415" fmla="*/ 159317 h 449459"/>
                  <a:gd name="connsiteX416" fmla="*/ 387802 w 401801"/>
                  <a:gd name="connsiteY416" fmla="*/ 156424 h 449459"/>
                  <a:gd name="connsiteX417" fmla="*/ 387330 w 401801"/>
                  <a:gd name="connsiteY417" fmla="*/ 155247 h 449459"/>
                  <a:gd name="connsiteX418" fmla="*/ 384773 w 401801"/>
                  <a:gd name="connsiteY418" fmla="*/ 155112 h 449459"/>
                  <a:gd name="connsiteX419" fmla="*/ 381037 w 401801"/>
                  <a:gd name="connsiteY419" fmla="*/ 154978 h 449459"/>
                  <a:gd name="connsiteX420" fmla="*/ 374676 w 401801"/>
                  <a:gd name="connsiteY420" fmla="*/ 155718 h 449459"/>
                  <a:gd name="connsiteX421" fmla="*/ 371782 w 401801"/>
                  <a:gd name="connsiteY421" fmla="*/ 158039 h 449459"/>
                  <a:gd name="connsiteX422" fmla="*/ 369460 w 401801"/>
                  <a:gd name="connsiteY422" fmla="*/ 162816 h 449459"/>
                  <a:gd name="connsiteX423" fmla="*/ 368585 w 401801"/>
                  <a:gd name="connsiteY423" fmla="*/ 166281 h 449459"/>
                  <a:gd name="connsiteX424" fmla="*/ 368147 w 401801"/>
                  <a:gd name="connsiteY424" fmla="*/ 169308 h 449459"/>
                  <a:gd name="connsiteX425" fmla="*/ 364378 w 401801"/>
                  <a:gd name="connsiteY425" fmla="*/ 169611 h 449459"/>
                  <a:gd name="connsiteX426" fmla="*/ 359599 w 401801"/>
                  <a:gd name="connsiteY426" fmla="*/ 169745 h 449459"/>
                  <a:gd name="connsiteX427" fmla="*/ 355830 w 401801"/>
                  <a:gd name="connsiteY427" fmla="*/ 170048 h 449459"/>
                  <a:gd name="connsiteX428" fmla="*/ 352801 w 401801"/>
                  <a:gd name="connsiteY428" fmla="*/ 171057 h 449459"/>
                  <a:gd name="connsiteX429" fmla="*/ 348459 w 401801"/>
                  <a:gd name="connsiteY429" fmla="*/ 173379 h 449459"/>
                  <a:gd name="connsiteX430" fmla="*/ 346305 w 401801"/>
                  <a:gd name="connsiteY430" fmla="*/ 174522 h 449459"/>
                  <a:gd name="connsiteX431" fmla="*/ 342671 w 401801"/>
                  <a:gd name="connsiteY431" fmla="*/ 175834 h 449459"/>
                  <a:gd name="connsiteX432" fmla="*/ 340483 w 401801"/>
                  <a:gd name="connsiteY432" fmla="*/ 177853 h 449459"/>
                  <a:gd name="connsiteX433" fmla="*/ 337589 w 401801"/>
                  <a:gd name="connsiteY433" fmla="*/ 178425 h 449459"/>
                  <a:gd name="connsiteX434" fmla="*/ 337151 w 401801"/>
                  <a:gd name="connsiteY434" fmla="*/ 177415 h 449459"/>
                  <a:gd name="connsiteX435" fmla="*/ 336849 w 401801"/>
                  <a:gd name="connsiteY435" fmla="*/ 174825 h 449459"/>
                  <a:gd name="connsiteX436" fmla="*/ 337724 w 401801"/>
                  <a:gd name="connsiteY436" fmla="*/ 172067 h 449459"/>
                  <a:gd name="connsiteX437" fmla="*/ 339036 w 401801"/>
                  <a:gd name="connsiteY437" fmla="*/ 170486 h 449459"/>
                  <a:gd name="connsiteX438" fmla="*/ 341190 w 401801"/>
                  <a:gd name="connsiteY438" fmla="*/ 169611 h 449459"/>
                  <a:gd name="connsiteX439" fmla="*/ 343815 w 401801"/>
                  <a:gd name="connsiteY439" fmla="*/ 168165 h 449459"/>
                  <a:gd name="connsiteX440" fmla="*/ 346406 w 401801"/>
                  <a:gd name="connsiteY440" fmla="*/ 166853 h 449459"/>
                  <a:gd name="connsiteX441" fmla="*/ 351488 w 401801"/>
                  <a:gd name="connsiteY441" fmla="*/ 165978 h 449459"/>
                  <a:gd name="connsiteX442" fmla="*/ 355392 w 401801"/>
                  <a:gd name="connsiteY442" fmla="*/ 165843 h 449459"/>
                  <a:gd name="connsiteX443" fmla="*/ 357849 w 401801"/>
                  <a:gd name="connsiteY443" fmla="*/ 162513 h 449459"/>
                  <a:gd name="connsiteX444" fmla="*/ 359296 w 401801"/>
                  <a:gd name="connsiteY444" fmla="*/ 160192 h 449459"/>
                  <a:gd name="connsiteX445" fmla="*/ 364075 w 401801"/>
                  <a:gd name="connsiteY445" fmla="*/ 157299 h 449459"/>
                  <a:gd name="connsiteX446" fmla="*/ 365522 w 401801"/>
                  <a:gd name="connsiteY446" fmla="*/ 155718 h 449459"/>
                  <a:gd name="connsiteX447" fmla="*/ 367272 w 401801"/>
                  <a:gd name="connsiteY447" fmla="*/ 153094 h 449459"/>
                  <a:gd name="connsiteX448" fmla="*/ 369292 w 401801"/>
                  <a:gd name="connsiteY448" fmla="*/ 150066 h 449459"/>
                  <a:gd name="connsiteX449" fmla="*/ 371614 w 401801"/>
                  <a:gd name="connsiteY449" fmla="*/ 146871 h 449459"/>
                  <a:gd name="connsiteX450" fmla="*/ 373364 w 401801"/>
                  <a:gd name="connsiteY450" fmla="*/ 143103 h 449459"/>
                  <a:gd name="connsiteX451" fmla="*/ 376998 w 401801"/>
                  <a:gd name="connsiteY451" fmla="*/ 140075 h 449459"/>
                  <a:gd name="connsiteX452" fmla="*/ 379758 w 401801"/>
                  <a:gd name="connsiteY452" fmla="*/ 137182 h 449459"/>
                  <a:gd name="connsiteX453" fmla="*/ 382955 w 401801"/>
                  <a:gd name="connsiteY453" fmla="*/ 134727 h 449459"/>
                  <a:gd name="connsiteX454" fmla="*/ 387903 w 401801"/>
                  <a:gd name="connsiteY454" fmla="*/ 133583 h 449459"/>
                  <a:gd name="connsiteX455" fmla="*/ 393119 w 401801"/>
                  <a:gd name="connsiteY455" fmla="*/ 133280 h 449459"/>
                  <a:gd name="connsiteX456" fmla="*/ 398470 w 401801"/>
                  <a:gd name="connsiteY456" fmla="*/ 132977 h 449459"/>
                  <a:gd name="connsiteX457" fmla="*/ 400355 w 401801"/>
                  <a:gd name="connsiteY457" fmla="*/ 132675 h 449459"/>
                  <a:gd name="connsiteX458" fmla="*/ 401297 w 401801"/>
                  <a:gd name="connsiteY458" fmla="*/ 131363 h 449459"/>
                  <a:gd name="connsiteX459" fmla="*/ 401802 w 401801"/>
                  <a:gd name="connsiteY459" fmla="*/ 130051 h 449459"/>
                  <a:gd name="connsiteX460" fmla="*/ 401802 w 401801"/>
                  <a:gd name="connsiteY460" fmla="*/ 127460 h 449459"/>
                  <a:gd name="connsiteX461" fmla="*/ 401196 w 401801"/>
                  <a:gd name="connsiteY461" fmla="*/ 126317 h 4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401801" h="449459">
                    <a:moveTo>
                      <a:pt x="401196" y="126317"/>
                    </a:moveTo>
                    <a:lnTo>
                      <a:pt x="400186" y="124567"/>
                    </a:lnTo>
                    <a:cubicBezTo>
                      <a:pt x="400186" y="124567"/>
                      <a:pt x="398100" y="123996"/>
                      <a:pt x="397494" y="123693"/>
                    </a:cubicBezTo>
                    <a:cubicBezTo>
                      <a:pt x="396922" y="123390"/>
                      <a:pt x="393388" y="123390"/>
                      <a:pt x="393388" y="123390"/>
                    </a:cubicBezTo>
                    <a:lnTo>
                      <a:pt x="384167" y="124265"/>
                    </a:lnTo>
                    <a:lnTo>
                      <a:pt x="379859" y="123390"/>
                    </a:lnTo>
                    <a:lnTo>
                      <a:pt x="375383" y="122650"/>
                    </a:lnTo>
                    <a:lnTo>
                      <a:pt x="371917" y="121506"/>
                    </a:lnTo>
                    <a:lnTo>
                      <a:pt x="365994" y="120194"/>
                    </a:lnTo>
                    <a:lnTo>
                      <a:pt x="361787" y="119623"/>
                    </a:lnTo>
                    <a:lnTo>
                      <a:pt x="357748" y="116999"/>
                    </a:lnTo>
                    <a:lnTo>
                      <a:pt x="354416" y="115418"/>
                    </a:lnTo>
                    <a:lnTo>
                      <a:pt x="349637" y="112524"/>
                    </a:lnTo>
                    <a:lnTo>
                      <a:pt x="345868" y="110338"/>
                    </a:lnTo>
                    <a:lnTo>
                      <a:pt x="344858" y="108589"/>
                    </a:lnTo>
                    <a:lnTo>
                      <a:pt x="341089" y="105830"/>
                    </a:lnTo>
                    <a:lnTo>
                      <a:pt x="337454" y="103072"/>
                    </a:lnTo>
                    <a:lnTo>
                      <a:pt x="334997" y="101760"/>
                    </a:lnTo>
                    <a:lnTo>
                      <a:pt x="333247" y="100011"/>
                    </a:lnTo>
                    <a:lnTo>
                      <a:pt x="331498" y="96377"/>
                    </a:lnTo>
                    <a:lnTo>
                      <a:pt x="330050" y="94056"/>
                    </a:lnTo>
                    <a:lnTo>
                      <a:pt x="328435" y="92172"/>
                    </a:lnTo>
                    <a:lnTo>
                      <a:pt x="324968" y="87833"/>
                    </a:lnTo>
                    <a:lnTo>
                      <a:pt x="322781" y="88136"/>
                    </a:lnTo>
                    <a:cubicBezTo>
                      <a:pt x="322781" y="88136"/>
                      <a:pt x="319752" y="88136"/>
                      <a:pt x="318574" y="88136"/>
                    </a:cubicBezTo>
                    <a:cubicBezTo>
                      <a:pt x="317396" y="88136"/>
                      <a:pt x="310464" y="88136"/>
                      <a:pt x="310464" y="88136"/>
                    </a:cubicBezTo>
                    <a:cubicBezTo>
                      <a:pt x="310464" y="88136"/>
                      <a:pt x="305382" y="88136"/>
                      <a:pt x="304507" y="88136"/>
                    </a:cubicBezTo>
                    <a:cubicBezTo>
                      <a:pt x="303632" y="88136"/>
                      <a:pt x="300030" y="88136"/>
                      <a:pt x="300030" y="88136"/>
                    </a:cubicBezTo>
                    <a:lnTo>
                      <a:pt x="294679" y="89313"/>
                    </a:lnTo>
                    <a:lnTo>
                      <a:pt x="291920" y="93215"/>
                    </a:lnTo>
                    <a:lnTo>
                      <a:pt x="288891" y="96176"/>
                    </a:lnTo>
                    <a:lnTo>
                      <a:pt x="286703" y="99237"/>
                    </a:lnTo>
                    <a:lnTo>
                      <a:pt x="284246" y="101659"/>
                    </a:lnTo>
                    <a:lnTo>
                      <a:pt x="281217" y="104518"/>
                    </a:lnTo>
                    <a:lnTo>
                      <a:pt x="279198" y="105796"/>
                    </a:lnTo>
                    <a:lnTo>
                      <a:pt x="274722" y="106671"/>
                    </a:lnTo>
                    <a:lnTo>
                      <a:pt x="270818" y="108690"/>
                    </a:lnTo>
                    <a:lnTo>
                      <a:pt x="265164" y="108824"/>
                    </a:lnTo>
                    <a:lnTo>
                      <a:pt x="261395" y="110405"/>
                    </a:lnTo>
                    <a:lnTo>
                      <a:pt x="257323" y="112726"/>
                    </a:lnTo>
                    <a:lnTo>
                      <a:pt x="253688" y="111549"/>
                    </a:lnTo>
                    <a:cubicBezTo>
                      <a:pt x="253688" y="111549"/>
                      <a:pt x="252376" y="111112"/>
                      <a:pt x="251501" y="109228"/>
                    </a:cubicBezTo>
                    <a:cubicBezTo>
                      <a:pt x="250626" y="107344"/>
                      <a:pt x="248741" y="104014"/>
                      <a:pt x="248606" y="103442"/>
                    </a:cubicBezTo>
                    <a:cubicBezTo>
                      <a:pt x="248472" y="102870"/>
                      <a:pt x="248169" y="97218"/>
                      <a:pt x="248169" y="97218"/>
                    </a:cubicBezTo>
                    <a:cubicBezTo>
                      <a:pt x="248169" y="97218"/>
                      <a:pt x="248472" y="95907"/>
                      <a:pt x="247294" y="95032"/>
                    </a:cubicBezTo>
                    <a:cubicBezTo>
                      <a:pt x="246149" y="94157"/>
                      <a:pt x="243962" y="92576"/>
                      <a:pt x="243962" y="92576"/>
                    </a:cubicBezTo>
                    <a:lnTo>
                      <a:pt x="240058" y="90995"/>
                    </a:lnTo>
                    <a:cubicBezTo>
                      <a:pt x="240058" y="90995"/>
                      <a:pt x="236423" y="91567"/>
                      <a:pt x="235851" y="91702"/>
                    </a:cubicBezTo>
                    <a:cubicBezTo>
                      <a:pt x="235279" y="91836"/>
                      <a:pt x="230769" y="94325"/>
                      <a:pt x="230769" y="94325"/>
                    </a:cubicBezTo>
                    <a:lnTo>
                      <a:pt x="227707" y="97656"/>
                    </a:lnTo>
                    <a:lnTo>
                      <a:pt x="223500" y="99977"/>
                    </a:lnTo>
                    <a:lnTo>
                      <a:pt x="220471" y="97656"/>
                    </a:lnTo>
                    <a:cubicBezTo>
                      <a:pt x="220471" y="97656"/>
                      <a:pt x="222658" y="93888"/>
                      <a:pt x="223365" y="93585"/>
                    </a:cubicBezTo>
                    <a:cubicBezTo>
                      <a:pt x="224072" y="93283"/>
                      <a:pt x="224812" y="92004"/>
                      <a:pt x="226394" y="91567"/>
                    </a:cubicBezTo>
                    <a:cubicBezTo>
                      <a:pt x="227976" y="91130"/>
                      <a:pt x="231745" y="88977"/>
                      <a:pt x="231745" y="88977"/>
                    </a:cubicBezTo>
                    <a:cubicBezTo>
                      <a:pt x="231745" y="88977"/>
                      <a:pt x="234942" y="88102"/>
                      <a:pt x="235515" y="87968"/>
                    </a:cubicBezTo>
                    <a:cubicBezTo>
                      <a:pt x="236087" y="87833"/>
                      <a:pt x="236827" y="86824"/>
                      <a:pt x="238409" y="86387"/>
                    </a:cubicBezTo>
                    <a:cubicBezTo>
                      <a:pt x="240024" y="85949"/>
                      <a:pt x="240428" y="86017"/>
                      <a:pt x="241606" y="85747"/>
                    </a:cubicBezTo>
                    <a:cubicBezTo>
                      <a:pt x="242751" y="85445"/>
                      <a:pt x="242616" y="84671"/>
                      <a:pt x="245510" y="84671"/>
                    </a:cubicBezTo>
                    <a:cubicBezTo>
                      <a:pt x="248404" y="84671"/>
                      <a:pt x="251299" y="84671"/>
                      <a:pt x="251299" y="84671"/>
                    </a:cubicBezTo>
                    <a:cubicBezTo>
                      <a:pt x="251299" y="84671"/>
                      <a:pt x="251871" y="83796"/>
                      <a:pt x="253318" y="84368"/>
                    </a:cubicBezTo>
                    <a:cubicBezTo>
                      <a:pt x="254765" y="84940"/>
                      <a:pt x="257087" y="85680"/>
                      <a:pt x="257087" y="85680"/>
                    </a:cubicBezTo>
                    <a:cubicBezTo>
                      <a:pt x="257087" y="85680"/>
                      <a:pt x="260419" y="86925"/>
                      <a:pt x="260991" y="86925"/>
                    </a:cubicBezTo>
                    <a:cubicBezTo>
                      <a:pt x="261563" y="86925"/>
                      <a:pt x="268395" y="86958"/>
                      <a:pt x="268395" y="86958"/>
                    </a:cubicBezTo>
                    <a:lnTo>
                      <a:pt x="272467" y="86319"/>
                    </a:lnTo>
                    <a:lnTo>
                      <a:pt x="276809" y="84267"/>
                    </a:lnTo>
                    <a:lnTo>
                      <a:pt x="278121" y="81509"/>
                    </a:lnTo>
                    <a:cubicBezTo>
                      <a:pt x="278121" y="81509"/>
                      <a:pt x="278693" y="79625"/>
                      <a:pt x="278996" y="79053"/>
                    </a:cubicBezTo>
                    <a:cubicBezTo>
                      <a:pt x="279299" y="78481"/>
                      <a:pt x="280578" y="73536"/>
                      <a:pt x="280578" y="73536"/>
                    </a:cubicBezTo>
                    <a:lnTo>
                      <a:pt x="281588" y="71350"/>
                    </a:lnTo>
                    <a:cubicBezTo>
                      <a:pt x="281588" y="71350"/>
                      <a:pt x="283775" y="68322"/>
                      <a:pt x="283910" y="67885"/>
                    </a:cubicBezTo>
                    <a:cubicBezTo>
                      <a:pt x="284044" y="67447"/>
                      <a:pt x="286535" y="63982"/>
                      <a:pt x="286535" y="63982"/>
                    </a:cubicBezTo>
                    <a:lnTo>
                      <a:pt x="290170" y="60787"/>
                    </a:lnTo>
                    <a:lnTo>
                      <a:pt x="293501" y="55875"/>
                    </a:lnTo>
                    <a:lnTo>
                      <a:pt x="300300" y="50661"/>
                    </a:lnTo>
                    <a:cubicBezTo>
                      <a:pt x="300300" y="50661"/>
                      <a:pt x="303497" y="47903"/>
                      <a:pt x="304069" y="47465"/>
                    </a:cubicBezTo>
                    <a:cubicBezTo>
                      <a:pt x="304641" y="47028"/>
                      <a:pt x="310160" y="40233"/>
                      <a:pt x="310160" y="40233"/>
                    </a:cubicBezTo>
                    <a:lnTo>
                      <a:pt x="311776" y="37340"/>
                    </a:lnTo>
                    <a:lnTo>
                      <a:pt x="314098" y="36196"/>
                    </a:lnTo>
                    <a:lnTo>
                      <a:pt x="308444" y="33438"/>
                    </a:lnTo>
                    <a:lnTo>
                      <a:pt x="304372" y="31688"/>
                    </a:lnTo>
                    <a:lnTo>
                      <a:pt x="304372" y="28930"/>
                    </a:lnTo>
                    <a:lnTo>
                      <a:pt x="302184" y="24523"/>
                    </a:lnTo>
                    <a:lnTo>
                      <a:pt x="300737" y="26205"/>
                    </a:lnTo>
                    <a:lnTo>
                      <a:pt x="295151" y="26945"/>
                    </a:lnTo>
                    <a:lnTo>
                      <a:pt x="292795" y="25196"/>
                    </a:lnTo>
                    <a:lnTo>
                      <a:pt x="287847" y="23884"/>
                    </a:lnTo>
                    <a:lnTo>
                      <a:pt x="280881" y="23884"/>
                    </a:lnTo>
                    <a:lnTo>
                      <a:pt x="277987" y="22572"/>
                    </a:lnTo>
                    <a:lnTo>
                      <a:pt x="277280" y="18502"/>
                    </a:lnTo>
                    <a:lnTo>
                      <a:pt x="276573" y="15104"/>
                    </a:lnTo>
                    <a:lnTo>
                      <a:pt x="279030" y="11942"/>
                    </a:lnTo>
                    <a:lnTo>
                      <a:pt x="278458" y="8275"/>
                    </a:lnTo>
                    <a:lnTo>
                      <a:pt x="278761" y="4642"/>
                    </a:lnTo>
                    <a:lnTo>
                      <a:pt x="275698" y="1009"/>
                    </a:lnTo>
                    <a:lnTo>
                      <a:pt x="268294" y="0"/>
                    </a:lnTo>
                    <a:lnTo>
                      <a:pt x="262943" y="2153"/>
                    </a:lnTo>
                    <a:lnTo>
                      <a:pt x="255404" y="2456"/>
                    </a:lnTo>
                    <a:lnTo>
                      <a:pt x="248438" y="7670"/>
                    </a:lnTo>
                    <a:lnTo>
                      <a:pt x="244971" y="11707"/>
                    </a:lnTo>
                    <a:lnTo>
                      <a:pt x="247294" y="18939"/>
                    </a:lnTo>
                    <a:lnTo>
                      <a:pt x="246722" y="23850"/>
                    </a:lnTo>
                    <a:lnTo>
                      <a:pt x="244400" y="30511"/>
                    </a:lnTo>
                    <a:lnTo>
                      <a:pt x="236558" y="31083"/>
                    </a:lnTo>
                    <a:lnTo>
                      <a:pt x="233092" y="35422"/>
                    </a:lnTo>
                    <a:lnTo>
                      <a:pt x="232217" y="42958"/>
                    </a:lnTo>
                    <a:lnTo>
                      <a:pt x="225553" y="42958"/>
                    </a:lnTo>
                    <a:lnTo>
                      <a:pt x="224678" y="38046"/>
                    </a:lnTo>
                    <a:lnTo>
                      <a:pt x="221481" y="30646"/>
                    </a:lnTo>
                    <a:lnTo>
                      <a:pt x="217711" y="27248"/>
                    </a:lnTo>
                    <a:lnTo>
                      <a:pt x="213067" y="29064"/>
                    </a:lnTo>
                    <a:lnTo>
                      <a:pt x="199437" y="29064"/>
                    </a:lnTo>
                    <a:lnTo>
                      <a:pt x="189004" y="25600"/>
                    </a:lnTo>
                    <a:lnTo>
                      <a:pt x="184663" y="21395"/>
                    </a:lnTo>
                    <a:lnTo>
                      <a:pt x="180590" y="18872"/>
                    </a:lnTo>
                    <a:lnTo>
                      <a:pt x="176249" y="13826"/>
                    </a:lnTo>
                    <a:lnTo>
                      <a:pt x="168138" y="6257"/>
                    </a:lnTo>
                    <a:lnTo>
                      <a:pt x="160902" y="1581"/>
                    </a:lnTo>
                    <a:lnTo>
                      <a:pt x="150167" y="2153"/>
                    </a:lnTo>
                    <a:lnTo>
                      <a:pt x="143200" y="5046"/>
                    </a:lnTo>
                    <a:cubicBezTo>
                      <a:pt x="143200" y="5046"/>
                      <a:pt x="138556" y="10563"/>
                      <a:pt x="138287" y="11404"/>
                    </a:cubicBezTo>
                    <a:cubicBezTo>
                      <a:pt x="138219" y="11639"/>
                      <a:pt x="137041" y="11236"/>
                      <a:pt x="136638" y="10563"/>
                    </a:cubicBezTo>
                    <a:lnTo>
                      <a:pt x="135661" y="10832"/>
                    </a:lnTo>
                    <a:lnTo>
                      <a:pt x="135661" y="19511"/>
                    </a:lnTo>
                    <a:lnTo>
                      <a:pt x="134349" y="36163"/>
                    </a:lnTo>
                    <a:lnTo>
                      <a:pt x="130882" y="43832"/>
                    </a:lnTo>
                    <a:lnTo>
                      <a:pt x="125229" y="53823"/>
                    </a:lnTo>
                    <a:lnTo>
                      <a:pt x="125229" y="64689"/>
                    </a:lnTo>
                    <a:lnTo>
                      <a:pt x="119574" y="69028"/>
                    </a:lnTo>
                    <a:lnTo>
                      <a:pt x="112171" y="69028"/>
                    </a:lnTo>
                    <a:cubicBezTo>
                      <a:pt x="112171" y="69028"/>
                      <a:pt x="106079" y="74243"/>
                      <a:pt x="105641" y="76833"/>
                    </a:cubicBezTo>
                    <a:cubicBezTo>
                      <a:pt x="105204" y="79457"/>
                      <a:pt x="112372" y="83796"/>
                      <a:pt x="112372" y="83796"/>
                    </a:cubicBezTo>
                    <a:lnTo>
                      <a:pt x="116512" y="89010"/>
                    </a:lnTo>
                    <a:lnTo>
                      <a:pt x="116512" y="97689"/>
                    </a:lnTo>
                    <a:lnTo>
                      <a:pt x="113483" y="105292"/>
                    </a:lnTo>
                    <a:lnTo>
                      <a:pt x="103488" y="108992"/>
                    </a:lnTo>
                    <a:lnTo>
                      <a:pt x="91305" y="108992"/>
                    </a:lnTo>
                    <a:lnTo>
                      <a:pt x="80872" y="108992"/>
                    </a:lnTo>
                    <a:lnTo>
                      <a:pt x="77102" y="103778"/>
                    </a:lnTo>
                    <a:lnTo>
                      <a:pt x="73030" y="103778"/>
                    </a:lnTo>
                    <a:lnTo>
                      <a:pt x="73030" y="120295"/>
                    </a:lnTo>
                    <a:lnTo>
                      <a:pt x="73030" y="128974"/>
                    </a:lnTo>
                    <a:lnTo>
                      <a:pt x="76665" y="134188"/>
                    </a:lnTo>
                    <a:lnTo>
                      <a:pt x="79559" y="144179"/>
                    </a:lnTo>
                    <a:lnTo>
                      <a:pt x="73468" y="159385"/>
                    </a:lnTo>
                    <a:lnTo>
                      <a:pt x="67814" y="162446"/>
                    </a:lnTo>
                    <a:lnTo>
                      <a:pt x="67814" y="170687"/>
                    </a:lnTo>
                    <a:lnTo>
                      <a:pt x="64785" y="176574"/>
                    </a:lnTo>
                    <a:lnTo>
                      <a:pt x="55227" y="181789"/>
                    </a:lnTo>
                    <a:lnTo>
                      <a:pt x="50448" y="184816"/>
                    </a:lnTo>
                    <a:lnTo>
                      <a:pt x="46847" y="189828"/>
                    </a:lnTo>
                    <a:lnTo>
                      <a:pt x="41025" y="194403"/>
                    </a:lnTo>
                    <a:lnTo>
                      <a:pt x="36279" y="201804"/>
                    </a:lnTo>
                    <a:cubicBezTo>
                      <a:pt x="36279" y="201804"/>
                      <a:pt x="31063" y="205269"/>
                      <a:pt x="30222" y="205504"/>
                    </a:cubicBezTo>
                    <a:cubicBezTo>
                      <a:pt x="29347" y="205706"/>
                      <a:pt x="23255" y="211358"/>
                      <a:pt x="23255" y="211358"/>
                    </a:cubicBezTo>
                    <a:lnTo>
                      <a:pt x="19116" y="215697"/>
                    </a:lnTo>
                    <a:lnTo>
                      <a:pt x="17601" y="222425"/>
                    </a:lnTo>
                    <a:lnTo>
                      <a:pt x="15414" y="226126"/>
                    </a:lnTo>
                    <a:lnTo>
                      <a:pt x="7808" y="227639"/>
                    </a:lnTo>
                    <a:lnTo>
                      <a:pt x="3466" y="231979"/>
                    </a:lnTo>
                    <a:lnTo>
                      <a:pt x="3466" y="240254"/>
                    </a:lnTo>
                    <a:lnTo>
                      <a:pt x="0" y="242643"/>
                    </a:lnTo>
                    <a:lnTo>
                      <a:pt x="3466" y="254383"/>
                    </a:lnTo>
                    <a:lnTo>
                      <a:pt x="9322" y="260472"/>
                    </a:lnTo>
                    <a:lnTo>
                      <a:pt x="20731" y="267839"/>
                    </a:lnTo>
                    <a:lnTo>
                      <a:pt x="29279" y="276518"/>
                    </a:lnTo>
                    <a:lnTo>
                      <a:pt x="37996" y="287383"/>
                    </a:lnTo>
                    <a:lnTo>
                      <a:pt x="45838" y="297610"/>
                    </a:lnTo>
                    <a:lnTo>
                      <a:pt x="45198" y="308913"/>
                    </a:lnTo>
                    <a:lnTo>
                      <a:pt x="47823" y="319778"/>
                    </a:lnTo>
                    <a:lnTo>
                      <a:pt x="54116" y="325867"/>
                    </a:lnTo>
                    <a:lnTo>
                      <a:pt x="51087" y="337170"/>
                    </a:lnTo>
                    <a:lnTo>
                      <a:pt x="47823" y="344133"/>
                    </a:lnTo>
                    <a:cubicBezTo>
                      <a:pt x="47823" y="344133"/>
                      <a:pt x="53679" y="346522"/>
                      <a:pt x="54352" y="346320"/>
                    </a:cubicBezTo>
                    <a:cubicBezTo>
                      <a:pt x="54991" y="346085"/>
                      <a:pt x="62395" y="343494"/>
                      <a:pt x="62395" y="343494"/>
                    </a:cubicBezTo>
                    <a:lnTo>
                      <a:pt x="72828" y="339357"/>
                    </a:lnTo>
                    <a:lnTo>
                      <a:pt x="79997" y="338482"/>
                    </a:lnTo>
                    <a:lnTo>
                      <a:pt x="86963" y="346320"/>
                    </a:lnTo>
                    <a:lnTo>
                      <a:pt x="85886" y="355874"/>
                    </a:lnTo>
                    <a:lnTo>
                      <a:pt x="82184" y="363039"/>
                    </a:lnTo>
                    <a:lnTo>
                      <a:pt x="81107" y="372391"/>
                    </a:lnTo>
                    <a:lnTo>
                      <a:pt x="90026" y="385645"/>
                    </a:lnTo>
                    <a:lnTo>
                      <a:pt x="94603" y="395434"/>
                    </a:lnTo>
                    <a:lnTo>
                      <a:pt x="97665" y="404113"/>
                    </a:lnTo>
                    <a:lnTo>
                      <a:pt x="100694" y="413465"/>
                    </a:lnTo>
                    <a:lnTo>
                      <a:pt x="100896" y="423254"/>
                    </a:lnTo>
                    <a:lnTo>
                      <a:pt x="102209" y="429343"/>
                    </a:lnTo>
                    <a:cubicBezTo>
                      <a:pt x="102209" y="429343"/>
                      <a:pt x="108738" y="431933"/>
                      <a:pt x="109377" y="431933"/>
                    </a:cubicBezTo>
                    <a:cubicBezTo>
                      <a:pt x="110017" y="431933"/>
                      <a:pt x="115469" y="429343"/>
                      <a:pt x="116344" y="429343"/>
                    </a:cubicBezTo>
                    <a:cubicBezTo>
                      <a:pt x="117219" y="429343"/>
                      <a:pt x="117420" y="427829"/>
                      <a:pt x="120921" y="427392"/>
                    </a:cubicBezTo>
                    <a:cubicBezTo>
                      <a:pt x="124387" y="426954"/>
                      <a:pt x="130916" y="426954"/>
                      <a:pt x="130916" y="426954"/>
                    </a:cubicBezTo>
                    <a:lnTo>
                      <a:pt x="132868" y="431966"/>
                    </a:lnTo>
                    <a:cubicBezTo>
                      <a:pt x="132868" y="431966"/>
                      <a:pt x="132868" y="436541"/>
                      <a:pt x="133507" y="436743"/>
                    </a:cubicBezTo>
                    <a:cubicBezTo>
                      <a:pt x="134147" y="436945"/>
                      <a:pt x="139599" y="437382"/>
                      <a:pt x="140474" y="436743"/>
                    </a:cubicBezTo>
                    <a:cubicBezTo>
                      <a:pt x="141349" y="436104"/>
                      <a:pt x="144378" y="434153"/>
                      <a:pt x="145253" y="433716"/>
                    </a:cubicBezTo>
                    <a:cubicBezTo>
                      <a:pt x="146128" y="433278"/>
                      <a:pt x="151345" y="427627"/>
                      <a:pt x="151345" y="425878"/>
                    </a:cubicBezTo>
                    <a:cubicBezTo>
                      <a:pt x="151345" y="424128"/>
                      <a:pt x="151345" y="422850"/>
                      <a:pt x="151345" y="422850"/>
                    </a:cubicBezTo>
                    <a:lnTo>
                      <a:pt x="155922" y="419587"/>
                    </a:lnTo>
                    <a:cubicBezTo>
                      <a:pt x="155922" y="419587"/>
                      <a:pt x="159623" y="418511"/>
                      <a:pt x="160499" y="418511"/>
                    </a:cubicBezTo>
                    <a:cubicBezTo>
                      <a:pt x="161374" y="418511"/>
                      <a:pt x="164638" y="411985"/>
                      <a:pt x="164638" y="411985"/>
                    </a:cubicBezTo>
                    <a:lnTo>
                      <a:pt x="166489" y="406569"/>
                    </a:lnTo>
                    <a:lnTo>
                      <a:pt x="169148" y="403945"/>
                    </a:lnTo>
                    <a:lnTo>
                      <a:pt x="175273" y="402868"/>
                    </a:lnTo>
                    <a:lnTo>
                      <a:pt x="179412" y="409832"/>
                    </a:lnTo>
                    <a:lnTo>
                      <a:pt x="181364" y="418746"/>
                    </a:lnTo>
                    <a:lnTo>
                      <a:pt x="185706" y="426349"/>
                    </a:lnTo>
                    <a:lnTo>
                      <a:pt x="189172" y="433312"/>
                    </a:lnTo>
                    <a:lnTo>
                      <a:pt x="191764" y="438762"/>
                    </a:lnTo>
                    <a:lnTo>
                      <a:pt x="198091" y="440511"/>
                    </a:lnTo>
                    <a:cubicBezTo>
                      <a:pt x="198091" y="440511"/>
                      <a:pt x="204620" y="439636"/>
                      <a:pt x="205259" y="439435"/>
                    </a:cubicBezTo>
                    <a:cubicBezTo>
                      <a:pt x="205899" y="439233"/>
                      <a:pt x="211990" y="437685"/>
                      <a:pt x="211990" y="437685"/>
                    </a:cubicBezTo>
                    <a:lnTo>
                      <a:pt x="215692" y="432269"/>
                    </a:lnTo>
                    <a:lnTo>
                      <a:pt x="220908" y="425541"/>
                    </a:lnTo>
                    <a:cubicBezTo>
                      <a:pt x="220908" y="425541"/>
                      <a:pt x="226562" y="422514"/>
                      <a:pt x="227202" y="422278"/>
                    </a:cubicBezTo>
                    <a:cubicBezTo>
                      <a:pt x="227841" y="422076"/>
                      <a:pt x="238072" y="420764"/>
                      <a:pt x="238072" y="420764"/>
                    </a:cubicBezTo>
                    <a:lnTo>
                      <a:pt x="248068" y="422514"/>
                    </a:lnTo>
                    <a:cubicBezTo>
                      <a:pt x="248068" y="422514"/>
                      <a:pt x="250457" y="426214"/>
                      <a:pt x="251097" y="426853"/>
                    </a:cubicBezTo>
                    <a:cubicBezTo>
                      <a:pt x="251736" y="427492"/>
                      <a:pt x="251299" y="432269"/>
                      <a:pt x="251299" y="432269"/>
                    </a:cubicBezTo>
                    <a:lnTo>
                      <a:pt x="253890" y="438795"/>
                    </a:lnTo>
                    <a:lnTo>
                      <a:pt x="253890" y="443808"/>
                    </a:lnTo>
                    <a:lnTo>
                      <a:pt x="258904" y="447710"/>
                    </a:lnTo>
                    <a:lnTo>
                      <a:pt x="261092" y="449459"/>
                    </a:lnTo>
                    <a:lnTo>
                      <a:pt x="264895" y="447508"/>
                    </a:lnTo>
                    <a:lnTo>
                      <a:pt x="269573" y="445759"/>
                    </a:lnTo>
                    <a:lnTo>
                      <a:pt x="269573" y="440343"/>
                    </a:lnTo>
                    <a:lnTo>
                      <a:pt x="269371" y="432303"/>
                    </a:lnTo>
                    <a:lnTo>
                      <a:pt x="267621" y="426012"/>
                    </a:lnTo>
                    <a:lnTo>
                      <a:pt x="268496" y="421437"/>
                    </a:lnTo>
                    <a:lnTo>
                      <a:pt x="271222" y="423826"/>
                    </a:lnTo>
                    <a:lnTo>
                      <a:pt x="274319" y="425340"/>
                    </a:lnTo>
                    <a:lnTo>
                      <a:pt x="274453" y="423388"/>
                    </a:lnTo>
                    <a:lnTo>
                      <a:pt x="274789" y="421000"/>
                    </a:lnTo>
                    <a:lnTo>
                      <a:pt x="274789" y="419486"/>
                    </a:lnTo>
                    <a:lnTo>
                      <a:pt x="276539" y="416425"/>
                    </a:lnTo>
                    <a:lnTo>
                      <a:pt x="276539" y="414272"/>
                    </a:lnTo>
                    <a:lnTo>
                      <a:pt x="275664" y="407981"/>
                    </a:lnTo>
                    <a:lnTo>
                      <a:pt x="273713" y="403844"/>
                    </a:lnTo>
                    <a:lnTo>
                      <a:pt x="271525" y="400782"/>
                    </a:lnTo>
                    <a:lnTo>
                      <a:pt x="272703" y="397721"/>
                    </a:lnTo>
                    <a:lnTo>
                      <a:pt x="275160" y="396006"/>
                    </a:lnTo>
                    <a:lnTo>
                      <a:pt x="276506" y="392743"/>
                    </a:lnTo>
                    <a:lnTo>
                      <a:pt x="276506" y="389917"/>
                    </a:lnTo>
                    <a:lnTo>
                      <a:pt x="276506" y="382953"/>
                    </a:lnTo>
                    <a:lnTo>
                      <a:pt x="275631" y="380902"/>
                    </a:lnTo>
                    <a:lnTo>
                      <a:pt x="281049" y="380363"/>
                    </a:lnTo>
                    <a:lnTo>
                      <a:pt x="284314" y="380363"/>
                    </a:lnTo>
                    <a:lnTo>
                      <a:pt x="286939" y="377739"/>
                    </a:lnTo>
                    <a:lnTo>
                      <a:pt x="286939" y="374174"/>
                    </a:lnTo>
                    <a:lnTo>
                      <a:pt x="290203" y="369397"/>
                    </a:lnTo>
                    <a:lnTo>
                      <a:pt x="293468" y="363745"/>
                    </a:lnTo>
                    <a:lnTo>
                      <a:pt x="292155" y="358094"/>
                    </a:lnTo>
                    <a:lnTo>
                      <a:pt x="291179" y="355470"/>
                    </a:lnTo>
                    <a:lnTo>
                      <a:pt x="287545" y="354595"/>
                    </a:lnTo>
                    <a:lnTo>
                      <a:pt x="281285" y="352644"/>
                    </a:lnTo>
                    <a:lnTo>
                      <a:pt x="280006" y="350256"/>
                    </a:lnTo>
                    <a:lnTo>
                      <a:pt x="280006" y="348069"/>
                    </a:lnTo>
                    <a:lnTo>
                      <a:pt x="283270" y="346993"/>
                    </a:lnTo>
                    <a:lnTo>
                      <a:pt x="286535" y="346555"/>
                    </a:lnTo>
                    <a:lnTo>
                      <a:pt x="289564" y="348069"/>
                    </a:lnTo>
                    <a:lnTo>
                      <a:pt x="291852" y="348507"/>
                    </a:lnTo>
                    <a:cubicBezTo>
                      <a:pt x="291852" y="348507"/>
                      <a:pt x="295386" y="350996"/>
                      <a:pt x="296261" y="350996"/>
                    </a:cubicBezTo>
                    <a:cubicBezTo>
                      <a:pt x="297136" y="350996"/>
                      <a:pt x="301545" y="352409"/>
                      <a:pt x="301545" y="352409"/>
                    </a:cubicBezTo>
                    <a:lnTo>
                      <a:pt x="305247" y="352409"/>
                    </a:lnTo>
                    <a:lnTo>
                      <a:pt x="306122" y="346757"/>
                    </a:lnTo>
                    <a:lnTo>
                      <a:pt x="306122" y="342855"/>
                    </a:lnTo>
                    <a:lnTo>
                      <a:pt x="306122" y="335892"/>
                    </a:lnTo>
                    <a:lnTo>
                      <a:pt x="308511" y="332427"/>
                    </a:lnTo>
                    <a:lnTo>
                      <a:pt x="310901" y="330274"/>
                    </a:lnTo>
                    <a:lnTo>
                      <a:pt x="313728" y="329399"/>
                    </a:lnTo>
                    <a:lnTo>
                      <a:pt x="316218" y="325934"/>
                    </a:lnTo>
                    <a:lnTo>
                      <a:pt x="318877" y="324622"/>
                    </a:lnTo>
                    <a:lnTo>
                      <a:pt x="320863" y="320922"/>
                    </a:lnTo>
                    <a:lnTo>
                      <a:pt x="317834" y="317895"/>
                    </a:lnTo>
                    <a:lnTo>
                      <a:pt x="312954" y="315506"/>
                    </a:lnTo>
                    <a:lnTo>
                      <a:pt x="309588" y="315069"/>
                    </a:lnTo>
                    <a:lnTo>
                      <a:pt x="309588" y="313319"/>
                    </a:lnTo>
                    <a:lnTo>
                      <a:pt x="311776" y="310494"/>
                    </a:lnTo>
                    <a:lnTo>
                      <a:pt x="314165" y="309619"/>
                    </a:lnTo>
                    <a:lnTo>
                      <a:pt x="318305" y="307432"/>
                    </a:lnTo>
                    <a:lnTo>
                      <a:pt x="320795" y="306625"/>
                    </a:lnTo>
                    <a:lnTo>
                      <a:pt x="323319" y="307702"/>
                    </a:lnTo>
                    <a:lnTo>
                      <a:pt x="324800" y="309720"/>
                    </a:lnTo>
                    <a:lnTo>
                      <a:pt x="325238" y="313353"/>
                    </a:lnTo>
                    <a:lnTo>
                      <a:pt x="325238" y="316683"/>
                    </a:lnTo>
                    <a:lnTo>
                      <a:pt x="325238" y="320216"/>
                    </a:lnTo>
                    <a:lnTo>
                      <a:pt x="325238" y="323680"/>
                    </a:lnTo>
                    <a:lnTo>
                      <a:pt x="323218" y="326506"/>
                    </a:lnTo>
                    <a:lnTo>
                      <a:pt x="321637" y="328693"/>
                    </a:lnTo>
                    <a:lnTo>
                      <a:pt x="320829" y="331956"/>
                    </a:lnTo>
                    <a:lnTo>
                      <a:pt x="319920" y="336026"/>
                    </a:lnTo>
                    <a:lnTo>
                      <a:pt x="321132" y="338785"/>
                    </a:lnTo>
                    <a:lnTo>
                      <a:pt x="322478" y="341678"/>
                    </a:lnTo>
                    <a:lnTo>
                      <a:pt x="324968" y="341913"/>
                    </a:lnTo>
                    <a:lnTo>
                      <a:pt x="327358" y="342048"/>
                    </a:lnTo>
                    <a:lnTo>
                      <a:pt x="329545" y="340366"/>
                    </a:lnTo>
                    <a:cubicBezTo>
                      <a:pt x="329545" y="340366"/>
                      <a:pt x="331127" y="338482"/>
                      <a:pt x="331363" y="338415"/>
                    </a:cubicBezTo>
                    <a:cubicBezTo>
                      <a:pt x="331565" y="338347"/>
                      <a:pt x="333113" y="336531"/>
                      <a:pt x="333618" y="336329"/>
                    </a:cubicBezTo>
                    <a:cubicBezTo>
                      <a:pt x="334122" y="336127"/>
                      <a:pt x="336882" y="334748"/>
                      <a:pt x="336882" y="334748"/>
                    </a:cubicBezTo>
                    <a:lnTo>
                      <a:pt x="340517" y="332629"/>
                    </a:lnTo>
                    <a:lnTo>
                      <a:pt x="344421" y="332124"/>
                    </a:lnTo>
                    <a:lnTo>
                      <a:pt x="349637" y="333436"/>
                    </a:lnTo>
                    <a:lnTo>
                      <a:pt x="353979" y="330846"/>
                    </a:lnTo>
                    <a:lnTo>
                      <a:pt x="353407" y="325766"/>
                    </a:lnTo>
                    <a:lnTo>
                      <a:pt x="350512" y="321124"/>
                    </a:lnTo>
                    <a:lnTo>
                      <a:pt x="346945" y="318803"/>
                    </a:lnTo>
                    <a:lnTo>
                      <a:pt x="344421" y="315472"/>
                    </a:lnTo>
                    <a:lnTo>
                      <a:pt x="344421" y="309821"/>
                    </a:lnTo>
                    <a:lnTo>
                      <a:pt x="346003" y="309821"/>
                    </a:lnTo>
                    <a:lnTo>
                      <a:pt x="350782" y="308946"/>
                    </a:lnTo>
                    <a:lnTo>
                      <a:pt x="353979" y="308946"/>
                    </a:lnTo>
                    <a:lnTo>
                      <a:pt x="359498" y="309384"/>
                    </a:lnTo>
                    <a:lnTo>
                      <a:pt x="362258" y="314295"/>
                    </a:lnTo>
                    <a:lnTo>
                      <a:pt x="363133" y="319745"/>
                    </a:lnTo>
                    <a:lnTo>
                      <a:pt x="364445" y="321225"/>
                    </a:lnTo>
                    <a:lnTo>
                      <a:pt x="365320" y="319106"/>
                    </a:lnTo>
                    <a:lnTo>
                      <a:pt x="365320" y="313319"/>
                    </a:lnTo>
                    <a:cubicBezTo>
                      <a:pt x="365320" y="313319"/>
                      <a:pt x="368450" y="309855"/>
                      <a:pt x="368585" y="309417"/>
                    </a:cubicBezTo>
                    <a:cubicBezTo>
                      <a:pt x="368719" y="308980"/>
                      <a:pt x="370537" y="305078"/>
                      <a:pt x="370537" y="305078"/>
                    </a:cubicBezTo>
                    <a:lnTo>
                      <a:pt x="370537" y="301176"/>
                    </a:lnTo>
                    <a:lnTo>
                      <a:pt x="365758" y="298417"/>
                    </a:lnTo>
                    <a:cubicBezTo>
                      <a:pt x="365758" y="298417"/>
                      <a:pt x="363301" y="294784"/>
                      <a:pt x="362864" y="294347"/>
                    </a:cubicBezTo>
                    <a:cubicBezTo>
                      <a:pt x="362426" y="293909"/>
                      <a:pt x="360171" y="289570"/>
                      <a:pt x="360171" y="289570"/>
                    </a:cubicBezTo>
                    <a:lnTo>
                      <a:pt x="356806" y="280891"/>
                    </a:lnTo>
                    <a:lnTo>
                      <a:pt x="353238" y="275811"/>
                    </a:lnTo>
                    <a:lnTo>
                      <a:pt x="348762" y="270294"/>
                    </a:lnTo>
                    <a:lnTo>
                      <a:pt x="348055" y="266830"/>
                    </a:lnTo>
                    <a:lnTo>
                      <a:pt x="349806" y="263062"/>
                    </a:lnTo>
                    <a:lnTo>
                      <a:pt x="353710" y="261178"/>
                    </a:lnTo>
                    <a:lnTo>
                      <a:pt x="357479" y="259597"/>
                    </a:lnTo>
                    <a:lnTo>
                      <a:pt x="361955" y="258722"/>
                    </a:lnTo>
                    <a:lnTo>
                      <a:pt x="363705" y="255829"/>
                    </a:lnTo>
                    <a:lnTo>
                      <a:pt x="365455" y="253508"/>
                    </a:lnTo>
                    <a:lnTo>
                      <a:pt x="366768" y="252062"/>
                    </a:lnTo>
                    <a:lnTo>
                      <a:pt x="368787" y="249169"/>
                    </a:lnTo>
                    <a:lnTo>
                      <a:pt x="368046" y="245704"/>
                    </a:lnTo>
                    <a:lnTo>
                      <a:pt x="365152" y="243517"/>
                    </a:lnTo>
                    <a:lnTo>
                      <a:pt x="359363" y="242374"/>
                    </a:lnTo>
                    <a:cubicBezTo>
                      <a:pt x="359363" y="242374"/>
                      <a:pt x="356469" y="241936"/>
                      <a:pt x="356032" y="241499"/>
                    </a:cubicBezTo>
                    <a:cubicBezTo>
                      <a:pt x="355594" y="241062"/>
                      <a:pt x="351959" y="238740"/>
                      <a:pt x="351959" y="238740"/>
                    </a:cubicBezTo>
                    <a:lnTo>
                      <a:pt x="353407" y="237866"/>
                    </a:lnTo>
                    <a:lnTo>
                      <a:pt x="354551" y="238236"/>
                    </a:lnTo>
                    <a:lnTo>
                      <a:pt x="359330" y="239481"/>
                    </a:lnTo>
                    <a:lnTo>
                      <a:pt x="364412" y="239481"/>
                    </a:lnTo>
                    <a:lnTo>
                      <a:pt x="369628" y="239481"/>
                    </a:lnTo>
                    <a:lnTo>
                      <a:pt x="371210" y="236453"/>
                    </a:lnTo>
                    <a:lnTo>
                      <a:pt x="371345" y="232248"/>
                    </a:lnTo>
                    <a:lnTo>
                      <a:pt x="368450" y="228850"/>
                    </a:lnTo>
                    <a:lnTo>
                      <a:pt x="368753" y="226899"/>
                    </a:lnTo>
                    <a:lnTo>
                      <a:pt x="368753" y="222997"/>
                    </a:lnTo>
                    <a:lnTo>
                      <a:pt x="370503" y="220407"/>
                    </a:lnTo>
                    <a:lnTo>
                      <a:pt x="367407" y="220407"/>
                    </a:lnTo>
                    <a:lnTo>
                      <a:pt x="365152" y="222156"/>
                    </a:lnTo>
                    <a:lnTo>
                      <a:pt x="362695" y="222156"/>
                    </a:lnTo>
                    <a:lnTo>
                      <a:pt x="359498" y="220340"/>
                    </a:lnTo>
                    <a:lnTo>
                      <a:pt x="356166" y="220407"/>
                    </a:lnTo>
                    <a:lnTo>
                      <a:pt x="352262" y="220407"/>
                    </a:lnTo>
                    <a:lnTo>
                      <a:pt x="348628" y="219835"/>
                    </a:lnTo>
                    <a:lnTo>
                      <a:pt x="343411" y="219700"/>
                    </a:lnTo>
                    <a:lnTo>
                      <a:pt x="340652" y="218187"/>
                    </a:lnTo>
                    <a:lnTo>
                      <a:pt x="339642" y="213443"/>
                    </a:lnTo>
                    <a:lnTo>
                      <a:pt x="342839" y="208768"/>
                    </a:lnTo>
                    <a:lnTo>
                      <a:pt x="345296" y="206715"/>
                    </a:lnTo>
                    <a:lnTo>
                      <a:pt x="348190" y="203217"/>
                    </a:lnTo>
                    <a:lnTo>
                      <a:pt x="348459" y="197700"/>
                    </a:lnTo>
                    <a:lnTo>
                      <a:pt x="348594" y="196085"/>
                    </a:lnTo>
                    <a:lnTo>
                      <a:pt x="350344" y="196085"/>
                    </a:lnTo>
                    <a:lnTo>
                      <a:pt x="352229" y="196085"/>
                    </a:lnTo>
                    <a:lnTo>
                      <a:pt x="354854" y="195076"/>
                    </a:lnTo>
                    <a:lnTo>
                      <a:pt x="354854" y="198844"/>
                    </a:lnTo>
                    <a:lnTo>
                      <a:pt x="354854" y="202174"/>
                    </a:lnTo>
                    <a:lnTo>
                      <a:pt x="354854" y="205639"/>
                    </a:lnTo>
                    <a:lnTo>
                      <a:pt x="356873" y="206076"/>
                    </a:lnTo>
                    <a:lnTo>
                      <a:pt x="359767" y="206379"/>
                    </a:lnTo>
                    <a:lnTo>
                      <a:pt x="362594" y="206682"/>
                    </a:lnTo>
                    <a:lnTo>
                      <a:pt x="364715" y="206379"/>
                    </a:lnTo>
                    <a:lnTo>
                      <a:pt x="367239" y="205504"/>
                    </a:lnTo>
                    <a:lnTo>
                      <a:pt x="368988" y="203755"/>
                    </a:lnTo>
                    <a:lnTo>
                      <a:pt x="369864" y="201165"/>
                    </a:lnTo>
                    <a:lnTo>
                      <a:pt x="369729" y="197835"/>
                    </a:lnTo>
                    <a:lnTo>
                      <a:pt x="368719" y="195514"/>
                    </a:lnTo>
                    <a:lnTo>
                      <a:pt x="368719" y="191746"/>
                    </a:lnTo>
                    <a:lnTo>
                      <a:pt x="370873" y="189997"/>
                    </a:lnTo>
                    <a:lnTo>
                      <a:pt x="370806" y="187675"/>
                    </a:lnTo>
                    <a:lnTo>
                      <a:pt x="372287" y="187238"/>
                    </a:lnTo>
                    <a:lnTo>
                      <a:pt x="373095" y="187373"/>
                    </a:lnTo>
                    <a:lnTo>
                      <a:pt x="374508" y="188819"/>
                    </a:lnTo>
                    <a:cubicBezTo>
                      <a:pt x="374508" y="188819"/>
                      <a:pt x="375652" y="189694"/>
                      <a:pt x="376090" y="189963"/>
                    </a:cubicBezTo>
                    <a:cubicBezTo>
                      <a:pt x="376527" y="190266"/>
                      <a:pt x="374912" y="196489"/>
                      <a:pt x="374912" y="196489"/>
                    </a:cubicBezTo>
                    <a:lnTo>
                      <a:pt x="373902" y="198810"/>
                    </a:lnTo>
                    <a:lnTo>
                      <a:pt x="373902" y="202140"/>
                    </a:lnTo>
                    <a:lnTo>
                      <a:pt x="376224" y="206480"/>
                    </a:lnTo>
                    <a:lnTo>
                      <a:pt x="378984" y="208229"/>
                    </a:lnTo>
                    <a:lnTo>
                      <a:pt x="381744" y="208229"/>
                    </a:lnTo>
                    <a:lnTo>
                      <a:pt x="383124" y="206480"/>
                    </a:lnTo>
                    <a:lnTo>
                      <a:pt x="384369" y="206480"/>
                    </a:lnTo>
                    <a:lnTo>
                      <a:pt x="384369" y="209104"/>
                    </a:lnTo>
                    <a:lnTo>
                      <a:pt x="386994" y="212434"/>
                    </a:lnTo>
                    <a:lnTo>
                      <a:pt x="388441" y="211291"/>
                    </a:lnTo>
                    <a:lnTo>
                      <a:pt x="390629" y="209541"/>
                    </a:lnTo>
                    <a:lnTo>
                      <a:pt x="391335" y="206480"/>
                    </a:lnTo>
                    <a:lnTo>
                      <a:pt x="391335" y="203890"/>
                    </a:lnTo>
                    <a:lnTo>
                      <a:pt x="391032" y="200559"/>
                    </a:lnTo>
                    <a:lnTo>
                      <a:pt x="391167" y="194605"/>
                    </a:lnTo>
                    <a:lnTo>
                      <a:pt x="391235" y="190838"/>
                    </a:lnTo>
                    <a:lnTo>
                      <a:pt x="389619" y="186363"/>
                    </a:lnTo>
                    <a:lnTo>
                      <a:pt x="389383" y="183740"/>
                    </a:lnTo>
                    <a:lnTo>
                      <a:pt x="386792" y="181284"/>
                    </a:lnTo>
                    <a:lnTo>
                      <a:pt x="385951" y="178256"/>
                    </a:lnTo>
                    <a:lnTo>
                      <a:pt x="387835" y="176507"/>
                    </a:lnTo>
                    <a:lnTo>
                      <a:pt x="388710" y="173480"/>
                    </a:lnTo>
                    <a:lnTo>
                      <a:pt x="388576" y="169846"/>
                    </a:lnTo>
                    <a:lnTo>
                      <a:pt x="386691" y="167088"/>
                    </a:lnTo>
                    <a:cubicBezTo>
                      <a:pt x="386691" y="167088"/>
                      <a:pt x="384369" y="165944"/>
                      <a:pt x="384369" y="165507"/>
                    </a:cubicBezTo>
                    <a:cubicBezTo>
                      <a:pt x="384369" y="165070"/>
                      <a:pt x="384369" y="163926"/>
                      <a:pt x="384369" y="163926"/>
                    </a:cubicBezTo>
                    <a:lnTo>
                      <a:pt x="387128" y="160898"/>
                    </a:lnTo>
                    <a:lnTo>
                      <a:pt x="387869" y="159317"/>
                    </a:lnTo>
                    <a:lnTo>
                      <a:pt x="387802" y="156424"/>
                    </a:lnTo>
                    <a:lnTo>
                      <a:pt x="387330" y="155247"/>
                    </a:lnTo>
                    <a:lnTo>
                      <a:pt x="384773" y="155112"/>
                    </a:lnTo>
                    <a:lnTo>
                      <a:pt x="381037" y="154978"/>
                    </a:lnTo>
                    <a:lnTo>
                      <a:pt x="374676" y="155718"/>
                    </a:lnTo>
                    <a:cubicBezTo>
                      <a:pt x="374676" y="155718"/>
                      <a:pt x="372220" y="157467"/>
                      <a:pt x="371782" y="158039"/>
                    </a:cubicBezTo>
                    <a:cubicBezTo>
                      <a:pt x="371345" y="158611"/>
                      <a:pt x="369460" y="162816"/>
                      <a:pt x="369460" y="162816"/>
                    </a:cubicBezTo>
                    <a:cubicBezTo>
                      <a:pt x="369460" y="162816"/>
                      <a:pt x="368753" y="165709"/>
                      <a:pt x="368585" y="166281"/>
                    </a:cubicBezTo>
                    <a:cubicBezTo>
                      <a:pt x="368450" y="166853"/>
                      <a:pt x="368147" y="169308"/>
                      <a:pt x="368147" y="169308"/>
                    </a:cubicBezTo>
                    <a:lnTo>
                      <a:pt x="364378" y="169611"/>
                    </a:lnTo>
                    <a:lnTo>
                      <a:pt x="359599" y="169745"/>
                    </a:lnTo>
                    <a:lnTo>
                      <a:pt x="355830" y="170048"/>
                    </a:lnTo>
                    <a:lnTo>
                      <a:pt x="352801" y="171057"/>
                    </a:lnTo>
                    <a:lnTo>
                      <a:pt x="348459" y="173379"/>
                    </a:lnTo>
                    <a:lnTo>
                      <a:pt x="346305" y="174522"/>
                    </a:lnTo>
                    <a:lnTo>
                      <a:pt x="342671" y="175834"/>
                    </a:lnTo>
                    <a:lnTo>
                      <a:pt x="340483" y="177853"/>
                    </a:lnTo>
                    <a:lnTo>
                      <a:pt x="337589" y="178425"/>
                    </a:lnTo>
                    <a:cubicBezTo>
                      <a:pt x="337589" y="178425"/>
                      <a:pt x="337151" y="177987"/>
                      <a:pt x="337151" y="177415"/>
                    </a:cubicBezTo>
                    <a:cubicBezTo>
                      <a:pt x="337151" y="176844"/>
                      <a:pt x="336714" y="175397"/>
                      <a:pt x="336849" y="174825"/>
                    </a:cubicBezTo>
                    <a:cubicBezTo>
                      <a:pt x="336983" y="174253"/>
                      <a:pt x="337724" y="172067"/>
                      <a:pt x="337724" y="172067"/>
                    </a:cubicBezTo>
                    <a:cubicBezTo>
                      <a:pt x="337724" y="172067"/>
                      <a:pt x="338026" y="171192"/>
                      <a:pt x="339036" y="170486"/>
                    </a:cubicBezTo>
                    <a:cubicBezTo>
                      <a:pt x="340046" y="169745"/>
                      <a:pt x="340786" y="169914"/>
                      <a:pt x="341190" y="169611"/>
                    </a:cubicBezTo>
                    <a:cubicBezTo>
                      <a:pt x="341628" y="169308"/>
                      <a:pt x="343075" y="168602"/>
                      <a:pt x="343815" y="168165"/>
                    </a:cubicBezTo>
                    <a:cubicBezTo>
                      <a:pt x="344522" y="167727"/>
                      <a:pt x="345835" y="166853"/>
                      <a:pt x="346406" y="166853"/>
                    </a:cubicBezTo>
                    <a:cubicBezTo>
                      <a:pt x="346979" y="166853"/>
                      <a:pt x="351488" y="165978"/>
                      <a:pt x="351488" y="165978"/>
                    </a:cubicBezTo>
                    <a:cubicBezTo>
                      <a:pt x="351488" y="165978"/>
                      <a:pt x="354820" y="166113"/>
                      <a:pt x="355392" y="165843"/>
                    </a:cubicBezTo>
                    <a:cubicBezTo>
                      <a:pt x="355964" y="165541"/>
                      <a:pt x="357849" y="162513"/>
                      <a:pt x="357849" y="162513"/>
                    </a:cubicBezTo>
                    <a:lnTo>
                      <a:pt x="359296" y="160192"/>
                    </a:lnTo>
                    <a:lnTo>
                      <a:pt x="364075" y="157299"/>
                    </a:lnTo>
                    <a:lnTo>
                      <a:pt x="365522" y="155718"/>
                    </a:lnTo>
                    <a:lnTo>
                      <a:pt x="367272" y="153094"/>
                    </a:lnTo>
                    <a:lnTo>
                      <a:pt x="369292" y="150066"/>
                    </a:lnTo>
                    <a:lnTo>
                      <a:pt x="371614" y="146871"/>
                    </a:lnTo>
                    <a:lnTo>
                      <a:pt x="373364" y="143103"/>
                    </a:lnTo>
                    <a:lnTo>
                      <a:pt x="376998" y="140075"/>
                    </a:lnTo>
                    <a:lnTo>
                      <a:pt x="379758" y="137182"/>
                    </a:lnTo>
                    <a:lnTo>
                      <a:pt x="382955" y="134727"/>
                    </a:lnTo>
                    <a:lnTo>
                      <a:pt x="387903" y="133583"/>
                    </a:lnTo>
                    <a:lnTo>
                      <a:pt x="393119" y="133280"/>
                    </a:lnTo>
                    <a:lnTo>
                      <a:pt x="398470" y="132977"/>
                    </a:lnTo>
                    <a:lnTo>
                      <a:pt x="400355" y="132675"/>
                    </a:lnTo>
                    <a:lnTo>
                      <a:pt x="401297" y="131363"/>
                    </a:lnTo>
                    <a:lnTo>
                      <a:pt x="401802" y="130051"/>
                    </a:lnTo>
                    <a:lnTo>
                      <a:pt x="401802" y="127460"/>
                    </a:lnTo>
                    <a:lnTo>
                      <a:pt x="401196" y="126317"/>
                    </a:lnTo>
                    <a:close/>
                  </a:path>
                </a:pathLst>
              </a:custGeom>
              <a:solidFill>
                <a:srgbClr val="BB3023"/>
              </a:solidFill>
              <a:ln w="6350" cap="flat">
                <a:solidFill>
                  <a:schemeClr val="bg1"/>
                </a:solidFill>
                <a:prstDash val="solid"/>
                <a:miter/>
              </a:ln>
            </p:spPr>
            <p:txBody>
              <a:bodyPr rtlCol="0" anchor="ctr"/>
              <a:lstStyle/>
              <a:p>
                <a:endParaRPr lang="en-US"/>
              </a:p>
            </p:txBody>
          </p:sp>
          <p:sp>
            <p:nvSpPr>
              <p:cNvPr id="174" name="Freeform 953">
                <a:extLst>
                  <a:ext uri="{FF2B5EF4-FFF2-40B4-BE49-F238E27FC236}">
                    <a16:creationId xmlns:a16="http://schemas.microsoft.com/office/drawing/2014/main" id="{69F60620-28C3-F74F-834D-D1C29401415E}"/>
                  </a:ext>
                </a:extLst>
              </p:cNvPr>
              <p:cNvSpPr/>
              <p:nvPr/>
            </p:nvSpPr>
            <p:spPr>
              <a:xfrm>
                <a:off x="6346774" y="2731067"/>
                <a:ext cx="10166" cy="9856"/>
              </a:xfrm>
              <a:custGeom>
                <a:avLst/>
                <a:gdLst>
                  <a:gd name="connsiteX0" fmla="*/ 1346 w 10166"/>
                  <a:gd name="connsiteY0" fmla="*/ 7535 h 9856"/>
                  <a:gd name="connsiteX1" fmla="*/ 4173 w 10166"/>
                  <a:gd name="connsiteY1" fmla="*/ 9856 h 9856"/>
                  <a:gd name="connsiteX2" fmla="*/ 6192 w 10166"/>
                  <a:gd name="connsiteY2" fmla="*/ 9856 h 9856"/>
                  <a:gd name="connsiteX3" fmla="*/ 8649 w 10166"/>
                  <a:gd name="connsiteY3" fmla="*/ 8275 h 9856"/>
                  <a:gd name="connsiteX4" fmla="*/ 10164 w 10166"/>
                  <a:gd name="connsiteY4" fmla="*/ 7132 h 9856"/>
                  <a:gd name="connsiteX5" fmla="*/ 10164 w 10166"/>
                  <a:gd name="connsiteY5" fmla="*/ 5181 h 9856"/>
                  <a:gd name="connsiteX6" fmla="*/ 8919 w 10166"/>
                  <a:gd name="connsiteY6" fmla="*/ 2893 h 9856"/>
                  <a:gd name="connsiteX7" fmla="*/ 6159 w 10166"/>
                  <a:gd name="connsiteY7" fmla="*/ 605 h 9856"/>
                  <a:gd name="connsiteX8" fmla="*/ 3702 w 10166"/>
                  <a:gd name="connsiteY8" fmla="*/ 0 h 9856"/>
                  <a:gd name="connsiteX9" fmla="*/ 1986 w 10166"/>
                  <a:gd name="connsiteY9" fmla="*/ 1076 h 9856"/>
                  <a:gd name="connsiteX10" fmla="*/ 370 w 10166"/>
                  <a:gd name="connsiteY10" fmla="*/ 2960 h 9856"/>
                  <a:gd name="connsiteX11" fmla="*/ 0 w 10166"/>
                  <a:gd name="connsiteY11" fmla="*/ 5046 h 9856"/>
                  <a:gd name="connsiteX12" fmla="*/ 1346 w 10166"/>
                  <a:gd name="connsiteY12" fmla="*/ 7535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66" h="9856">
                    <a:moveTo>
                      <a:pt x="1346" y="7535"/>
                    </a:moveTo>
                    <a:lnTo>
                      <a:pt x="4173" y="9856"/>
                    </a:lnTo>
                    <a:lnTo>
                      <a:pt x="6192" y="9856"/>
                    </a:lnTo>
                    <a:lnTo>
                      <a:pt x="8649" y="8275"/>
                    </a:lnTo>
                    <a:lnTo>
                      <a:pt x="10164" y="7132"/>
                    </a:lnTo>
                    <a:cubicBezTo>
                      <a:pt x="10164" y="7132"/>
                      <a:pt x="10096" y="5483"/>
                      <a:pt x="10164" y="5181"/>
                    </a:cubicBezTo>
                    <a:cubicBezTo>
                      <a:pt x="10231" y="4878"/>
                      <a:pt x="8919" y="2893"/>
                      <a:pt x="8919" y="2893"/>
                    </a:cubicBezTo>
                    <a:lnTo>
                      <a:pt x="6159" y="605"/>
                    </a:lnTo>
                    <a:lnTo>
                      <a:pt x="3702" y="0"/>
                    </a:lnTo>
                    <a:lnTo>
                      <a:pt x="1986" y="1076"/>
                    </a:lnTo>
                    <a:lnTo>
                      <a:pt x="370" y="2960"/>
                    </a:lnTo>
                    <a:lnTo>
                      <a:pt x="0" y="5046"/>
                    </a:lnTo>
                    <a:lnTo>
                      <a:pt x="1346" y="7535"/>
                    </a:lnTo>
                    <a:close/>
                  </a:path>
                </a:pathLst>
              </a:custGeom>
              <a:grpFill/>
              <a:ln w="6350" cap="flat">
                <a:solidFill>
                  <a:schemeClr val="bg1"/>
                </a:solidFill>
                <a:prstDash val="solid"/>
                <a:miter/>
              </a:ln>
            </p:spPr>
            <p:txBody>
              <a:bodyPr rtlCol="0" anchor="ctr"/>
              <a:lstStyle/>
              <a:p>
                <a:endParaRPr lang="en-US"/>
              </a:p>
            </p:txBody>
          </p:sp>
          <p:sp>
            <p:nvSpPr>
              <p:cNvPr id="175" name="Freeform 954">
                <a:extLst>
                  <a:ext uri="{FF2B5EF4-FFF2-40B4-BE49-F238E27FC236}">
                    <a16:creationId xmlns:a16="http://schemas.microsoft.com/office/drawing/2014/main" id="{98741C7A-B856-E533-153A-94130F27AE3F}"/>
                  </a:ext>
                </a:extLst>
              </p:cNvPr>
              <p:cNvSpPr/>
              <p:nvPr/>
            </p:nvSpPr>
            <p:spPr>
              <a:xfrm>
                <a:off x="6354346" y="2718372"/>
                <a:ext cx="41664" cy="22988"/>
              </a:xfrm>
              <a:custGeom>
                <a:avLst/>
                <a:gdLst>
                  <a:gd name="connsiteX0" fmla="*/ 5722 w 41664"/>
                  <a:gd name="connsiteY0" fmla="*/ 13536 h 22988"/>
                  <a:gd name="connsiteX1" fmla="*/ 8313 w 41664"/>
                  <a:gd name="connsiteY1" fmla="*/ 15353 h 22988"/>
                  <a:gd name="connsiteX2" fmla="*/ 11005 w 41664"/>
                  <a:gd name="connsiteY2" fmla="*/ 17808 h 22988"/>
                  <a:gd name="connsiteX3" fmla="*/ 14842 w 41664"/>
                  <a:gd name="connsiteY3" fmla="*/ 18818 h 22988"/>
                  <a:gd name="connsiteX4" fmla="*/ 18039 w 41664"/>
                  <a:gd name="connsiteY4" fmla="*/ 19322 h 22988"/>
                  <a:gd name="connsiteX5" fmla="*/ 21808 w 41664"/>
                  <a:gd name="connsiteY5" fmla="*/ 19322 h 22988"/>
                  <a:gd name="connsiteX6" fmla="*/ 26823 w 41664"/>
                  <a:gd name="connsiteY6" fmla="*/ 19322 h 22988"/>
                  <a:gd name="connsiteX7" fmla="*/ 28977 w 41664"/>
                  <a:gd name="connsiteY7" fmla="*/ 19961 h 22988"/>
                  <a:gd name="connsiteX8" fmla="*/ 30861 w 41664"/>
                  <a:gd name="connsiteY8" fmla="*/ 21475 h 22988"/>
                  <a:gd name="connsiteX9" fmla="*/ 33385 w 41664"/>
                  <a:gd name="connsiteY9" fmla="*/ 22283 h 22988"/>
                  <a:gd name="connsiteX10" fmla="*/ 35640 w 41664"/>
                  <a:gd name="connsiteY10" fmla="*/ 22989 h 22988"/>
                  <a:gd name="connsiteX11" fmla="*/ 41093 w 41664"/>
                  <a:gd name="connsiteY11" fmla="*/ 22686 h 22988"/>
                  <a:gd name="connsiteX12" fmla="*/ 41664 w 41664"/>
                  <a:gd name="connsiteY12" fmla="*/ 19558 h 22988"/>
                  <a:gd name="connsiteX13" fmla="*/ 41159 w 41664"/>
                  <a:gd name="connsiteY13" fmla="*/ 16631 h 22988"/>
                  <a:gd name="connsiteX14" fmla="*/ 39275 w 41664"/>
                  <a:gd name="connsiteY14" fmla="*/ 12897 h 22988"/>
                  <a:gd name="connsiteX15" fmla="*/ 39410 w 41664"/>
                  <a:gd name="connsiteY15" fmla="*/ 9264 h 22988"/>
                  <a:gd name="connsiteX16" fmla="*/ 37222 w 41664"/>
                  <a:gd name="connsiteY16" fmla="*/ 6640 h 22988"/>
                  <a:gd name="connsiteX17" fmla="*/ 33385 w 41664"/>
                  <a:gd name="connsiteY17" fmla="*/ 4824 h 22988"/>
                  <a:gd name="connsiteX18" fmla="*/ 30626 w 41664"/>
                  <a:gd name="connsiteY18" fmla="*/ 5126 h 22988"/>
                  <a:gd name="connsiteX19" fmla="*/ 27631 w 41664"/>
                  <a:gd name="connsiteY19" fmla="*/ 5765 h 22988"/>
                  <a:gd name="connsiteX20" fmla="*/ 22919 w 41664"/>
                  <a:gd name="connsiteY20" fmla="*/ 4016 h 22988"/>
                  <a:gd name="connsiteX21" fmla="*/ 18005 w 41664"/>
                  <a:gd name="connsiteY21" fmla="*/ 2267 h 22988"/>
                  <a:gd name="connsiteX22" fmla="*/ 14606 w 41664"/>
                  <a:gd name="connsiteY22" fmla="*/ 753 h 22988"/>
                  <a:gd name="connsiteX23" fmla="*/ 8582 w 41664"/>
                  <a:gd name="connsiteY23" fmla="*/ 13 h 22988"/>
                  <a:gd name="connsiteX24" fmla="*/ 6125 w 41664"/>
                  <a:gd name="connsiteY24" fmla="*/ 13 h 22988"/>
                  <a:gd name="connsiteX25" fmla="*/ 2087 w 41664"/>
                  <a:gd name="connsiteY25" fmla="*/ 820 h 22988"/>
                  <a:gd name="connsiteX26" fmla="*/ 0 w 41664"/>
                  <a:gd name="connsiteY26" fmla="*/ 3444 h 22988"/>
                  <a:gd name="connsiteX27" fmla="*/ 1245 w 41664"/>
                  <a:gd name="connsiteY27" fmla="*/ 6909 h 22988"/>
                  <a:gd name="connsiteX28" fmla="*/ 1986 w 41664"/>
                  <a:gd name="connsiteY28" fmla="*/ 9600 h 22988"/>
                  <a:gd name="connsiteX29" fmla="*/ 3668 w 41664"/>
                  <a:gd name="connsiteY29" fmla="*/ 12493 h 22988"/>
                  <a:gd name="connsiteX30" fmla="*/ 5722 w 41664"/>
                  <a:gd name="connsiteY30" fmla="*/ 13536 h 2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664" h="22988">
                    <a:moveTo>
                      <a:pt x="5722" y="13536"/>
                    </a:moveTo>
                    <a:lnTo>
                      <a:pt x="8313" y="15353"/>
                    </a:lnTo>
                    <a:lnTo>
                      <a:pt x="11005" y="17808"/>
                    </a:lnTo>
                    <a:lnTo>
                      <a:pt x="14842" y="18818"/>
                    </a:lnTo>
                    <a:lnTo>
                      <a:pt x="18039" y="19322"/>
                    </a:lnTo>
                    <a:cubicBezTo>
                      <a:pt x="18039" y="19322"/>
                      <a:pt x="21573" y="19188"/>
                      <a:pt x="21808" y="19322"/>
                    </a:cubicBezTo>
                    <a:cubicBezTo>
                      <a:pt x="22044" y="19457"/>
                      <a:pt x="26823" y="19322"/>
                      <a:pt x="26823" y="19322"/>
                    </a:cubicBezTo>
                    <a:lnTo>
                      <a:pt x="28977" y="19961"/>
                    </a:lnTo>
                    <a:lnTo>
                      <a:pt x="30861" y="21475"/>
                    </a:lnTo>
                    <a:lnTo>
                      <a:pt x="33385" y="22283"/>
                    </a:lnTo>
                    <a:lnTo>
                      <a:pt x="35640" y="22989"/>
                    </a:lnTo>
                    <a:lnTo>
                      <a:pt x="41093" y="22686"/>
                    </a:lnTo>
                    <a:cubicBezTo>
                      <a:pt x="41093" y="22686"/>
                      <a:pt x="41664" y="19860"/>
                      <a:pt x="41664" y="19558"/>
                    </a:cubicBezTo>
                    <a:cubicBezTo>
                      <a:pt x="41664" y="19255"/>
                      <a:pt x="41294" y="18044"/>
                      <a:pt x="41159" y="16631"/>
                    </a:cubicBezTo>
                    <a:cubicBezTo>
                      <a:pt x="41025" y="15218"/>
                      <a:pt x="39342" y="13200"/>
                      <a:pt x="39275" y="12897"/>
                    </a:cubicBezTo>
                    <a:cubicBezTo>
                      <a:pt x="39208" y="12594"/>
                      <a:pt x="39410" y="9264"/>
                      <a:pt x="39410" y="9264"/>
                    </a:cubicBezTo>
                    <a:lnTo>
                      <a:pt x="37222" y="6640"/>
                    </a:lnTo>
                    <a:lnTo>
                      <a:pt x="33385" y="4824"/>
                    </a:lnTo>
                    <a:cubicBezTo>
                      <a:pt x="33385" y="4824"/>
                      <a:pt x="31299" y="5059"/>
                      <a:pt x="30626" y="5126"/>
                    </a:cubicBezTo>
                    <a:cubicBezTo>
                      <a:pt x="29986" y="5194"/>
                      <a:pt x="27631" y="5765"/>
                      <a:pt x="27631" y="5765"/>
                    </a:cubicBezTo>
                    <a:lnTo>
                      <a:pt x="22919" y="4016"/>
                    </a:lnTo>
                    <a:lnTo>
                      <a:pt x="18005" y="2267"/>
                    </a:lnTo>
                    <a:cubicBezTo>
                      <a:pt x="18005" y="2267"/>
                      <a:pt x="14875" y="753"/>
                      <a:pt x="14606" y="753"/>
                    </a:cubicBezTo>
                    <a:cubicBezTo>
                      <a:pt x="14337" y="753"/>
                      <a:pt x="8582" y="13"/>
                      <a:pt x="8582" y="13"/>
                    </a:cubicBezTo>
                    <a:cubicBezTo>
                      <a:pt x="8582" y="13"/>
                      <a:pt x="6394" y="148"/>
                      <a:pt x="6125" y="13"/>
                    </a:cubicBezTo>
                    <a:cubicBezTo>
                      <a:pt x="5856" y="-122"/>
                      <a:pt x="2087" y="820"/>
                      <a:pt x="2087" y="820"/>
                    </a:cubicBezTo>
                    <a:lnTo>
                      <a:pt x="0" y="3444"/>
                    </a:lnTo>
                    <a:lnTo>
                      <a:pt x="1245" y="6909"/>
                    </a:lnTo>
                    <a:cubicBezTo>
                      <a:pt x="1245" y="6909"/>
                      <a:pt x="1683" y="9365"/>
                      <a:pt x="1986" y="9600"/>
                    </a:cubicBezTo>
                    <a:cubicBezTo>
                      <a:pt x="2289" y="9802"/>
                      <a:pt x="3668" y="12493"/>
                      <a:pt x="3668" y="12493"/>
                    </a:cubicBezTo>
                    <a:lnTo>
                      <a:pt x="5722" y="13536"/>
                    </a:lnTo>
                    <a:close/>
                  </a:path>
                </a:pathLst>
              </a:custGeom>
              <a:grpFill/>
              <a:ln w="6350" cap="flat">
                <a:solidFill>
                  <a:schemeClr val="bg1"/>
                </a:solidFill>
                <a:prstDash val="solid"/>
                <a:miter/>
              </a:ln>
            </p:spPr>
            <p:txBody>
              <a:bodyPr rtlCol="0" anchor="ctr"/>
              <a:lstStyle/>
              <a:p>
                <a:endParaRPr lang="en-US"/>
              </a:p>
            </p:txBody>
          </p:sp>
          <p:sp>
            <p:nvSpPr>
              <p:cNvPr id="176" name="Freeform 955">
                <a:extLst>
                  <a:ext uri="{FF2B5EF4-FFF2-40B4-BE49-F238E27FC236}">
                    <a16:creationId xmlns:a16="http://schemas.microsoft.com/office/drawing/2014/main" id="{1FCB6D64-B1A2-C478-1DD6-992ABCD18B44}"/>
                  </a:ext>
                </a:extLst>
              </p:cNvPr>
              <p:cNvSpPr/>
              <p:nvPr/>
            </p:nvSpPr>
            <p:spPr>
              <a:xfrm>
                <a:off x="6373630" y="2712733"/>
                <a:ext cx="7605" cy="5786"/>
              </a:xfrm>
              <a:custGeom>
                <a:avLst/>
                <a:gdLst>
                  <a:gd name="connsiteX0" fmla="*/ 1885 w 7605"/>
                  <a:gd name="connsiteY0" fmla="*/ 5786 h 5786"/>
                  <a:gd name="connsiteX1" fmla="*/ 4779 w 7605"/>
                  <a:gd name="connsiteY1" fmla="*/ 5147 h 5786"/>
                  <a:gd name="connsiteX2" fmla="*/ 6293 w 7605"/>
                  <a:gd name="connsiteY2" fmla="*/ 4642 h 5786"/>
                  <a:gd name="connsiteX3" fmla="*/ 7606 w 7605"/>
                  <a:gd name="connsiteY3" fmla="*/ 2456 h 5786"/>
                  <a:gd name="connsiteX4" fmla="*/ 5149 w 7605"/>
                  <a:gd name="connsiteY4" fmla="*/ 0 h 5786"/>
                  <a:gd name="connsiteX5" fmla="*/ 1548 w 7605"/>
                  <a:gd name="connsiteY5" fmla="*/ 572 h 5786"/>
                  <a:gd name="connsiteX6" fmla="*/ 0 w 7605"/>
                  <a:gd name="connsiteY6" fmla="*/ 2388 h 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5" h="5786">
                    <a:moveTo>
                      <a:pt x="1885" y="5786"/>
                    </a:moveTo>
                    <a:lnTo>
                      <a:pt x="4779" y="5147"/>
                    </a:lnTo>
                    <a:lnTo>
                      <a:pt x="6293" y="4642"/>
                    </a:lnTo>
                    <a:lnTo>
                      <a:pt x="7606" y="2456"/>
                    </a:lnTo>
                    <a:lnTo>
                      <a:pt x="5149" y="0"/>
                    </a:lnTo>
                    <a:lnTo>
                      <a:pt x="1548" y="572"/>
                    </a:lnTo>
                    <a:lnTo>
                      <a:pt x="0" y="2388"/>
                    </a:lnTo>
                    <a:close/>
                  </a:path>
                </a:pathLst>
              </a:custGeom>
              <a:grpFill/>
              <a:ln w="6350" cap="flat">
                <a:solidFill>
                  <a:schemeClr val="bg1"/>
                </a:solidFill>
                <a:prstDash val="solid"/>
                <a:miter/>
              </a:ln>
            </p:spPr>
            <p:txBody>
              <a:bodyPr rtlCol="0" anchor="ctr"/>
              <a:lstStyle/>
              <a:p>
                <a:endParaRPr lang="en-US"/>
              </a:p>
            </p:txBody>
          </p:sp>
          <p:sp>
            <p:nvSpPr>
              <p:cNvPr id="177" name="Freeform 956">
                <a:extLst>
                  <a:ext uri="{FF2B5EF4-FFF2-40B4-BE49-F238E27FC236}">
                    <a16:creationId xmlns:a16="http://schemas.microsoft.com/office/drawing/2014/main" id="{5408C250-746A-BCC8-D0B6-AAA6AAAD079C}"/>
                  </a:ext>
                </a:extLst>
              </p:cNvPr>
              <p:cNvSpPr/>
              <p:nvPr/>
            </p:nvSpPr>
            <p:spPr>
              <a:xfrm>
                <a:off x="6387630" y="2700993"/>
                <a:ext cx="7605" cy="6727"/>
              </a:xfrm>
              <a:custGeom>
                <a:avLst/>
                <a:gdLst>
                  <a:gd name="connsiteX0" fmla="*/ 3332 w 7605"/>
                  <a:gd name="connsiteY0" fmla="*/ 6728 h 6727"/>
                  <a:gd name="connsiteX1" fmla="*/ 5923 w 7605"/>
                  <a:gd name="connsiteY1" fmla="*/ 5651 h 6727"/>
                  <a:gd name="connsiteX2" fmla="*/ 7606 w 7605"/>
                  <a:gd name="connsiteY2" fmla="*/ 2893 h 6727"/>
                  <a:gd name="connsiteX3" fmla="*/ 5452 w 7605"/>
                  <a:gd name="connsiteY3" fmla="*/ 0 h 6727"/>
                  <a:gd name="connsiteX4" fmla="*/ 2726 w 7605"/>
                  <a:gd name="connsiteY4" fmla="*/ 1009 h 6727"/>
                  <a:gd name="connsiteX5" fmla="*/ 0 w 7605"/>
                  <a:gd name="connsiteY5" fmla="*/ 5012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5" h="6727">
                    <a:moveTo>
                      <a:pt x="3332" y="6728"/>
                    </a:moveTo>
                    <a:lnTo>
                      <a:pt x="5923" y="5651"/>
                    </a:lnTo>
                    <a:lnTo>
                      <a:pt x="7606" y="2893"/>
                    </a:lnTo>
                    <a:lnTo>
                      <a:pt x="5452" y="0"/>
                    </a:lnTo>
                    <a:lnTo>
                      <a:pt x="2726" y="1009"/>
                    </a:lnTo>
                    <a:lnTo>
                      <a:pt x="0" y="5012"/>
                    </a:lnTo>
                    <a:close/>
                  </a:path>
                </a:pathLst>
              </a:custGeom>
              <a:grpFill/>
              <a:ln w="6350" cap="flat">
                <a:solidFill>
                  <a:schemeClr val="bg1"/>
                </a:solidFill>
                <a:prstDash val="solid"/>
                <a:miter/>
              </a:ln>
            </p:spPr>
            <p:txBody>
              <a:bodyPr rtlCol="0" anchor="ctr"/>
              <a:lstStyle/>
              <a:p>
                <a:endParaRPr lang="en-US"/>
              </a:p>
            </p:txBody>
          </p:sp>
          <p:sp>
            <p:nvSpPr>
              <p:cNvPr id="178" name="Freeform 957">
                <a:extLst>
                  <a:ext uri="{FF2B5EF4-FFF2-40B4-BE49-F238E27FC236}">
                    <a16:creationId xmlns:a16="http://schemas.microsoft.com/office/drawing/2014/main" id="{164445E5-519E-BF79-4F79-B06983E118C7}"/>
                  </a:ext>
                </a:extLst>
              </p:cNvPr>
              <p:cNvSpPr/>
              <p:nvPr/>
            </p:nvSpPr>
            <p:spPr>
              <a:xfrm>
                <a:off x="6350375" y="2694332"/>
                <a:ext cx="32813" cy="15479"/>
              </a:xfrm>
              <a:custGeom>
                <a:avLst/>
                <a:gdLst>
                  <a:gd name="connsiteX0" fmla="*/ 32510 w 32813"/>
                  <a:gd name="connsiteY0" fmla="*/ 13759 h 15479"/>
                  <a:gd name="connsiteX1" fmla="*/ 29649 w 32813"/>
                  <a:gd name="connsiteY1" fmla="*/ 10327 h 15479"/>
                  <a:gd name="connsiteX2" fmla="*/ 27799 w 32813"/>
                  <a:gd name="connsiteY2" fmla="*/ 7266 h 15479"/>
                  <a:gd name="connsiteX3" fmla="*/ 27799 w 32813"/>
                  <a:gd name="connsiteY3" fmla="*/ 2254 h 15479"/>
                  <a:gd name="connsiteX4" fmla="*/ 27731 w 32813"/>
                  <a:gd name="connsiteY4" fmla="*/ 1446 h 15479"/>
                  <a:gd name="connsiteX5" fmla="*/ 26620 w 32813"/>
                  <a:gd name="connsiteY5" fmla="*/ 0 h 15479"/>
                  <a:gd name="connsiteX6" fmla="*/ 22380 w 32813"/>
                  <a:gd name="connsiteY6" fmla="*/ 1446 h 15479"/>
                  <a:gd name="connsiteX7" fmla="*/ 21101 w 32813"/>
                  <a:gd name="connsiteY7" fmla="*/ 2590 h 15479"/>
                  <a:gd name="connsiteX8" fmla="*/ 18342 w 32813"/>
                  <a:gd name="connsiteY8" fmla="*/ 2153 h 15479"/>
                  <a:gd name="connsiteX9" fmla="*/ 16693 w 32813"/>
                  <a:gd name="connsiteY9" fmla="*/ 1480 h 15479"/>
                  <a:gd name="connsiteX10" fmla="*/ 13394 w 32813"/>
                  <a:gd name="connsiteY10" fmla="*/ 1379 h 15479"/>
                  <a:gd name="connsiteX11" fmla="*/ 9558 w 32813"/>
                  <a:gd name="connsiteY11" fmla="*/ 1379 h 15479"/>
                  <a:gd name="connsiteX12" fmla="*/ 7606 w 32813"/>
                  <a:gd name="connsiteY12" fmla="*/ 3196 h 15479"/>
                  <a:gd name="connsiteX13" fmla="*/ 4375 w 32813"/>
                  <a:gd name="connsiteY13" fmla="*/ 4777 h 15479"/>
                  <a:gd name="connsiteX14" fmla="*/ 0 w 32813"/>
                  <a:gd name="connsiteY14" fmla="*/ 8679 h 15479"/>
                  <a:gd name="connsiteX15" fmla="*/ 0 w 32813"/>
                  <a:gd name="connsiteY15" fmla="*/ 12649 h 15479"/>
                  <a:gd name="connsiteX16" fmla="*/ 3130 w 32813"/>
                  <a:gd name="connsiteY16" fmla="*/ 12783 h 15479"/>
                  <a:gd name="connsiteX17" fmla="*/ 6765 w 32813"/>
                  <a:gd name="connsiteY17" fmla="*/ 12480 h 15479"/>
                  <a:gd name="connsiteX18" fmla="*/ 9962 w 32813"/>
                  <a:gd name="connsiteY18" fmla="*/ 11471 h 15479"/>
                  <a:gd name="connsiteX19" fmla="*/ 15952 w 32813"/>
                  <a:gd name="connsiteY19" fmla="*/ 10597 h 15479"/>
                  <a:gd name="connsiteX20" fmla="*/ 18241 w 32813"/>
                  <a:gd name="connsiteY20" fmla="*/ 10832 h 15479"/>
                  <a:gd name="connsiteX21" fmla="*/ 22178 w 32813"/>
                  <a:gd name="connsiteY21" fmla="*/ 13725 h 15479"/>
                  <a:gd name="connsiteX22" fmla="*/ 26015 w 32813"/>
                  <a:gd name="connsiteY22" fmla="*/ 14667 h 15479"/>
                  <a:gd name="connsiteX23" fmla="*/ 28270 w 32813"/>
                  <a:gd name="connsiteY23" fmla="*/ 14970 h 15479"/>
                  <a:gd name="connsiteX24" fmla="*/ 31299 w 32813"/>
                  <a:gd name="connsiteY24" fmla="*/ 15474 h 15479"/>
                  <a:gd name="connsiteX25" fmla="*/ 32813 w 32813"/>
                  <a:gd name="connsiteY25" fmla="*/ 14398 h 15479"/>
                  <a:gd name="connsiteX26" fmla="*/ 32510 w 32813"/>
                  <a:gd name="connsiteY26" fmla="*/ 13759 h 1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13" h="15479">
                    <a:moveTo>
                      <a:pt x="32510" y="13759"/>
                    </a:moveTo>
                    <a:cubicBezTo>
                      <a:pt x="32443" y="13523"/>
                      <a:pt x="29649" y="10327"/>
                      <a:pt x="29649" y="10327"/>
                    </a:cubicBezTo>
                    <a:lnTo>
                      <a:pt x="27799" y="7266"/>
                    </a:lnTo>
                    <a:lnTo>
                      <a:pt x="27799" y="2254"/>
                    </a:lnTo>
                    <a:lnTo>
                      <a:pt x="27731" y="1446"/>
                    </a:lnTo>
                    <a:lnTo>
                      <a:pt x="26620" y="0"/>
                    </a:lnTo>
                    <a:lnTo>
                      <a:pt x="22380" y="1446"/>
                    </a:lnTo>
                    <a:lnTo>
                      <a:pt x="21101" y="2590"/>
                    </a:lnTo>
                    <a:lnTo>
                      <a:pt x="18342" y="2153"/>
                    </a:lnTo>
                    <a:lnTo>
                      <a:pt x="16693" y="1480"/>
                    </a:lnTo>
                    <a:lnTo>
                      <a:pt x="13394" y="1379"/>
                    </a:lnTo>
                    <a:lnTo>
                      <a:pt x="9558" y="1379"/>
                    </a:lnTo>
                    <a:cubicBezTo>
                      <a:pt x="9558" y="1379"/>
                      <a:pt x="7673" y="2893"/>
                      <a:pt x="7606" y="3196"/>
                    </a:cubicBezTo>
                    <a:cubicBezTo>
                      <a:pt x="7539" y="3498"/>
                      <a:pt x="4678" y="4440"/>
                      <a:pt x="4375" y="4777"/>
                    </a:cubicBezTo>
                    <a:cubicBezTo>
                      <a:pt x="4106" y="5147"/>
                      <a:pt x="0" y="8679"/>
                      <a:pt x="0" y="8679"/>
                    </a:cubicBezTo>
                    <a:lnTo>
                      <a:pt x="0" y="12649"/>
                    </a:lnTo>
                    <a:lnTo>
                      <a:pt x="3130" y="12783"/>
                    </a:lnTo>
                    <a:lnTo>
                      <a:pt x="6765" y="12480"/>
                    </a:lnTo>
                    <a:lnTo>
                      <a:pt x="9962" y="11471"/>
                    </a:lnTo>
                    <a:lnTo>
                      <a:pt x="15952" y="10597"/>
                    </a:lnTo>
                    <a:lnTo>
                      <a:pt x="18241" y="10832"/>
                    </a:lnTo>
                    <a:lnTo>
                      <a:pt x="22178" y="13725"/>
                    </a:lnTo>
                    <a:cubicBezTo>
                      <a:pt x="22178" y="13725"/>
                      <a:pt x="25745" y="14667"/>
                      <a:pt x="26015" y="14667"/>
                    </a:cubicBezTo>
                    <a:cubicBezTo>
                      <a:pt x="26318" y="14667"/>
                      <a:pt x="28270" y="14970"/>
                      <a:pt x="28270" y="14970"/>
                    </a:cubicBezTo>
                    <a:cubicBezTo>
                      <a:pt x="28270" y="14970"/>
                      <a:pt x="31097" y="15541"/>
                      <a:pt x="31299" y="15474"/>
                    </a:cubicBezTo>
                    <a:cubicBezTo>
                      <a:pt x="31534" y="15407"/>
                      <a:pt x="32813" y="14398"/>
                      <a:pt x="32813" y="14398"/>
                    </a:cubicBezTo>
                    <a:lnTo>
                      <a:pt x="32510" y="13759"/>
                    </a:lnTo>
                    <a:close/>
                  </a:path>
                </a:pathLst>
              </a:custGeom>
              <a:grpFill/>
              <a:ln w="6350" cap="flat">
                <a:solidFill>
                  <a:schemeClr val="bg1"/>
                </a:solidFill>
                <a:prstDash val="solid"/>
                <a:miter/>
              </a:ln>
            </p:spPr>
            <p:txBody>
              <a:bodyPr rtlCol="0" anchor="ctr"/>
              <a:lstStyle/>
              <a:p>
                <a:endParaRPr lang="en-US"/>
              </a:p>
            </p:txBody>
          </p:sp>
          <p:sp>
            <p:nvSpPr>
              <p:cNvPr id="179" name="Freeform 958">
                <a:extLst>
                  <a:ext uri="{FF2B5EF4-FFF2-40B4-BE49-F238E27FC236}">
                    <a16:creationId xmlns:a16="http://schemas.microsoft.com/office/drawing/2014/main" id="{ECDDD08A-4A87-82A0-4BA5-B3A03E8EC7A4}"/>
                  </a:ext>
                </a:extLst>
              </p:cNvPr>
              <p:cNvSpPr/>
              <p:nvPr/>
            </p:nvSpPr>
            <p:spPr>
              <a:xfrm>
                <a:off x="6397323" y="2737492"/>
                <a:ext cx="5721" cy="12379"/>
              </a:xfrm>
              <a:custGeom>
                <a:avLst/>
                <a:gdLst>
                  <a:gd name="connsiteX0" fmla="*/ 0 w 5721"/>
                  <a:gd name="connsiteY0" fmla="*/ 9486 h 12379"/>
                  <a:gd name="connsiteX1" fmla="*/ 0 w 5721"/>
                  <a:gd name="connsiteY1" fmla="*/ 6021 h 12379"/>
                  <a:gd name="connsiteX2" fmla="*/ 0 w 5721"/>
                  <a:gd name="connsiteY2" fmla="*/ 2557 h 12379"/>
                  <a:gd name="connsiteX3" fmla="*/ 1750 w 5721"/>
                  <a:gd name="connsiteY3" fmla="*/ 1177 h 12379"/>
                  <a:gd name="connsiteX4" fmla="*/ 3904 w 5721"/>
                  <a:gd name="connsiteY4" fmla="*/ 0 h 12379"/>
                  <a:gd name="connsiteX5" fmla="*/ 4409 w 5721"/>
                  <a:gd name="connsiteY5" fmla="*/ 1682 h 12379"/>
                  <a:gd name="connsiteX6" fmla="*/ 5217 w 5721"/>
                  <a:gd name="connsiteY6" fmla="*/ 3902 h 12379"/>
                  <a:gd name="connsiteX7" fmla="*/ 5217 w 5721"/>
                  <a:gd name="connsiteY7" fmla="*/ 6021 h 12379"/>
                  <a:gd name="connsiteX8" fmla="*/ 5217 w 5721"/>
                  <a:gd name="connsiteY8" fmla="*/ 9486 h 12379"/>
                  <a:gd name="connsiteX9" fmla="*/ 5721 w 5721"/>
                  <a:gd name="connsiteY9" fmla="*/ 12043 h 12379"/>
                  <a:gd name="connsiteX10" fmla="*/ 3029 w 5721"/>
                  <a:gd name="connsiteY10" fmla="*/ 12379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1" h="12379">
                    <a:moveTo>
                      <a:pt x="0" y="9486"/>
                    </a:moveTo>
                    <a:lnTo>
                      <a:pt x="0" y="6021"/>
                    </a:lnTo>
                    <a:lnTo>
                      <a:pt x="0" y="2557"/>
                    </a:lnTo>
                    <a:lnTo>
                      <a:pt x="1750" y="1177"/>
                    </a:lnTo>
                    <a:lnTo>
                      <a:pt x="3904" y="0"/>
                    </a:lnTo>
                    <a:lnTo>
                      <a:pt x="4409" y="1682"/>
                    </a:lnTo>
                    <a:lnTo>
                      <a:pt x="5217" y="3902"/>
                    </a:lnTo>
                    <a:lnTo>
                      <a:pt x="5217" y="6021"/>
                    </a:lnTo>
                    <a:lnTo>
                      <a:pt x="5217" y="9486"/>
                    </a:lnTo>
                    <a:lnTo>
                      <a:pt x="5721" y="12043"/>
                    </a:lnTo>
                    <a:lnTo>
                      <a:pt x="3029" y="12379"/>
                    </a:lnTo>
                    <a:close/>
                  </a:path>
                </a:pathLst>
              </a:custGeom>
              <a:grpFill/>
              <a:ln w="6350" cap="flat">
                <a:solidFill>
                  <a:schemeClr val="bg1"/>
                </a:solidFill>
                <a:prstDash val="solid"/>
                <a:miter/>
              </a:ln>
            </p:spPr>
            <p:txBody>
              <a:bodyPr rtlCol="0" anchor="ctr"/>
              <a:lstStyle/>
              <a:p>
                <a:endParaRPr lang="en-US"/>
              </a:p>
            </p:txBody>
          </p:sp>
          <p:sp>
            <p:nvSpPr>
              <p:cNvPr id="180" name="Freeform 959">
                <a:extLst>
                  <a:ext uri="{FF2B5EF4-FFF2-40B4-BE49-F238E27FC236}">
                    <a16:creationId xmlns:a16="http://schemas.microsoft.com/office/drawing/2014/main" id="{602566EC-7114-198C-CF7B-EEC12BDB78F1}"/>
                  </a:ext>
                </a:extLst>
              </p:cNvPr>
              <p:cNvSpPr/>
              <p:nvPr/>
            </p:nvSpPr>
            <p:spPr>
              <a:xfrm>
                <a:off x="6390357" y="2746676"/>
                <a:ext cx="4408" cy="3811"/>
              </a:xfrm>
              <a:custGeom>
                <a:avLst/>
                <a:gdLst>
                  <a:gd name="connsiteX0" fmla="*/ 0 w 4408"/>
                  <a:gd name="connsiteY0" fmla="*/ 2691 h 3811"/>
                  <a:gd name="connsiteX1" fmla="*/ 2995 w 4408"/>
                  <a:gd name="connsiteY1" fmla="*/ 3768 h 3811"/>
                  <a:gd name="connsiteX2" fmla="*/ 4409 w 4408"/>
                  <a:gd name="connsiteY2" fmla="*/ 2691 h 3811"/>
                  <a:gd name="connsiteX3" fmla="*/ 3365 w 4408"/>
                  <a:gd name="connsiteY3" fmla="*/ 0 h 3811"/>
                  <a:gd name="connsiteX4" fmla="*/ 0 w 4408"/>
                  <a:gd name="connsiteY4" fmla="*/ 1144 h 3811"/>
                  <a:gd name="connsiteX5" fmla="*/ 0 w 4408"/>
                  <a:gd name="connsiteY5" fmla="*/ 2691 h 3811"/>
                  <a:gd name="connsiteX6" fmla="*/ 0 w 4408"/>
                  <a:gd name="connsiteY6" fmla="*/ 2691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8" h="3811">
                    <a:moveTo>
                      <a:pt x="0" y="2691"/>
                    </a:moveTo>
                    <a:cubicBezTo>
                      <a:pt x="0" y="2691"/>
                      <a:pt x="2995" y="4070"/>
                      <a:pt x="2995" y="3768"/>
                    </a:cubicBezTo>
                    <a:cubicBezTo>
                      <a:pt x="2995" y="3465"/>
                      <a:pt x="4409" y="2691"/>
                      <a:pt x="4409" y="2691"/>
                    </a:cubicBezTo>
                    <a:lnTo>
                      <a:pt x="3365" y="0"/>
                    </a:lnTo>
                    <a:lnTo>
                      <a:pt x="0" y="1144"/>
                    </a:lnTo>
                    <a:lnTo>
                      <a:pt x="0" y="2691"/>
                    </a:lnTo>
                    <a:lnTo>
                      <a:pt x="0" y="2691"/>
                    </a:lnTo>
                    <a:close/>
                  </a:path>
                </a:pathLst>
              </a:custGeom>
              <a:grpFill/>
              <a:ln w="6350" cap="flat">
                <a:solidFill>
                  <a:schemeClr val="bg1"/>
                </a:solidFill>
                <a:prstDash val="solid"/>
                <a:miter/>
              </a:ln>
            </p:spPr>
            <p:txBody>
              <a:bodyPr rtlCol="0" anchor="ctr"/>
              <a:lstStyle/>
              <a:p>
                <a:endParaRPr lang="en-US"/>
              </a:p>
            </p:txBody>
          </p:sp>
          <p:sp>
            <p:nvSpPr>
              <p:cNvPr id="181" name="Freeform 960">
                <a:extLst>
                  <a:ext uri="{FF2B5EF4-FFF2-40B4-BE49-F238E27FC236}">
                    <a16:creationId xmlns:a16="http://schemas.microsoft.com/office/drawing/2014/main" id="{EE7AF78C-F3C8-67FD-12EE-3DBBE1024074}"/>
                  </a:ext>
                </a:extLst>
              </p:cNvPr>
              <p:cNvSpPr/>
              <p:nvPr/>
            </p:nvSpPr>
            <p:spPr>
              <a:xfrm>
                <a:off x="6386890" y="2754211"/>
                <a:ext cx="9973" cy="11673"/>
              </a:xfrm>
              <a:custGeom>
                <a:avLst/>
                <a:gdLst>
                  <a:gd name="connsiteX0" fmla="*/ 2726 w 9973"/>
                  <a:gd name="connsiteY0" fmla="*/ 841 h 11673"/>
                  <a:gd name="connsiteX1" fmla="*/ 1413 w 9973"/>
                  <a:gd name="connsiteY1" fmla="*/ 4070 h 11673"/>
                  <a:gd name="connsiteX2" fmla="*/ 0 w 9973"/>
                  <a:gd name="connsiteY2" fmla="*/ 6089 h 11673"/>
                  <a:gd name="connsiteX3" fmla="*/ 0 w 9973"/>
                  <a:gd name="connsiteY3" fmla="*/ 8410 h 11673"/>
                  <a:gd name="connsiteX4" fmla="*/ 1851 w 9973"/>
                  <a:gd name="connsiteY4" fmla="*/ 11034 h 11673"/>
                  <a:gd name="connsiteX5" fmla="*/ 4342 w 9973"/>
                  <a:gd name="connsiteY5" fmla="*/ 11673 h 11673"/>
                  <a:gd name="connsiteX6" fmla="*/ 5923 w 9973"/>
                  <a:gd name="connsiteY6" fmla="*/ 10933 h 11673"/>
                  <a:gd name="connsiteX7" fmla="*/ 7707 w 9973"/>
                  <a:gd name="connsiteY7" fmla="*/ 10193 h 11673"/>
                  <a:gd name="connsiteX8" fmla="*/ 9053 w 9973"/>
                  <a:gd name="connsiteY8" fmla="*/ 8107 h 11673"/>
                  <a:gd name="connsiteX9" fmla="*/ 9962 w 9973"/>
                  <a:gd name="connsiteY9" fmla="*/ 5786 h 11673"/>
                  <a:gd name="connsiteX10" fmla="*/ 7740 w 9973"/>
                  <a:gd name="connsiteY10" fmla="*/ 2456 h 11673"/>
                  <a:gd name="connsiteX11" fmla="*/ 5587 w 9973"/>
                  <a:gd name="connsiteY11" fmla="*/ 437 h 11673"/>
                  <a:gd name="connsiteX12" fmla="*/ 3702 w 9973"/>
                  <a:gd name="connsiteY12" fmla="*/ 0 h 11673"/>
                  <a:gd name="connsiteX13" fmla="*/ 2726 w 9973"/>
                  <a:gd name="connsiteY13" fmla="*/ 841 h 1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73" h="11673">
                    <a:moveTo>
                      <a:pt x="2726" y="841"/>
                    </a:moveTo>
                    <a:lnTo>
                      <a:pt x="1413" y="4070"/>
                    </a:lnTo>
                    <a:lnTo>
                      <a:pt x="0" y="6089"/>
                    </a:lnTo>
                    <a:lnTo>
                      <a:pt x="0" y="8410"/>
                    </a:lnTo>
                    <a:lnTo>
                      <a:pt x="1851" y="11034"/>
                    </a:lnTo>
                    <a:lnTo>
                      <a:pt x="4342" y="11673"/>
                    </a:lnTo>
                    <a:lnTo>
                      <a:pt x="5923" y="10933"/>
                    </a:lnTo>
                    <a:cubicBezTo>
                      <a:pt x="5923" y="10933"/>
                      <a:pt x="7471" y="10294"/>
                      <a:pt x="7707" y="10193"/>
                    </a:cubicBezTo>
                    <a:cubicBezTo>
                      <a:pt x="7909" y="10126"/>
                      <a:pt x="9053" y="8376"/>
                      <a:pt x="9053" y="8107"/>
                    </a:cubicBezTo>
                    <a:cubicBezTo>
                      <a:pt x="9053" y="7804"/>
                      <a:pt x="10096" y="6089"/>
                      <a:pt x="9962" y="5786"/>
                    </a:cubicBezTo>
                    <a:cubicBezTo>
                      <a:pt x="9827" y="5483"/>
                      <a:pt x="7740" y="2456"/>
                      <a:pt x="7740" y="2456"/>
                    </a:cubicBezTo>
                    <a:lnTo>
                      <a:pt x="5587" y="437"/>
                    </a:lnTo>
                    <a:lnTo>
                      <a:pt x="3702" y="0"/>
                    </a:lnTo>
                    <a:lnTo>
                      <a:pt x="2726" y="841"/>
                    </a:lnTo>
                    <a:close/>
                  </a:path>
                </a:pathLst>
              </a:custGeom>
              <a:grpFill/>
              <a:ln w="6350" cap="flat">
                <a:solidFill>
                  <a:schemeClr val="bg1"/>
                </a:solidFill>
                <a:prstDash val="solid"/>
                <a:miter/>
              </a:ln>
            </p:spPr>
            <p:txBody>
              <a:bodyPr rtlCol="0" anchor="ctr"/>
              <a:lstStyle/>
              <a:p>
                <a:endParaRPr lang="en-US"/>
              </a:p>
            </p:txBody>
          </p:sp>
          <p:sp>
            <p:nvSpPr>
              <p:cNvPr id="182" name="Freeform 961">
                <a:extLst>
                  <a:ext uri="{FF2B5EF4-FFF2-40B4-BE49-F238E27FC236}">
                    <a16:creationId xmlns:a16="http://schemas.microsoft.com/office/drawing/2014/main" id="{4DF76385-C7B9-AC43-9D2E-DB14663CEA47}"/>
                  </a:ext>
                </a:extLst>
              </p:cNvPr>
              <p:cNvSpPr/>
              <p:nvPr/>
            </p:nvSpPr>
            <p:spPr>
              <a:xfrm>
                <a:off x="6369457" y="2761141"/>
                <a:ext cx="13933" cy="13893"/>
              </a:xfrm>
              <a:custGeom>
                <a:avLst/>
                <a:gdLst>
                  <a:gd name="connsiteX0" fmla="*/ 4712 w 13933"/>
                  <a:gd name="connsiteY0" fmla="*/ 0 h 13893"/>
                  <a:gd name="connsiteX1" fmla="*/ 7942 w 13933"/>
                  <a:gd name="connsiteY1" fmla="*/ 1144 h 13893"/>
                  <a:gd name="connsiteX2" fmla="*/ 10029 w 13933"/>
                  <a:gd name="connsiteY2" fmla="*/ 3633 h 13893"/>
                  <a:gd name="connsiteX3" fmla="*/ 11880 w 13933"/>
                  <a:gd name="connsiteY3" fmla="*/ 6392 h 13893"/>
                  <a:gd name="connsiteX4" fmla="*/ 13933 w 13933"/>
                  <a:gd name="connsiteY4" fmla="*/ 9722 h 13893"/>
                  <a:gd name="connsiteX5" fmla="*/ 13933 w 13933"/>
                  <a:gd name="connsiteY5" fmla="*/ 11909 h 13893"/>
                  <a:gd name="connsiteX6" fmla="*/ 13125 w 13933"/>
                  <a:gd name="connsiteY6" fmla="*/ 13591 h 13893"/>
                  <a:gd name="connsiteX7" fmla="*/ 11039 w 13933"/>
                  <a:gd name="connsiteY7" fmla="*/ 13893 h 13893"/>
                  <a:gd name="connsiteX8" fmla="*/ 8212 w 13933"/>
                  <a:gd name="connsiteY8" fmla="*/ 13153 h 13893"/>
                  <a:gd name="connsiteX9" fmla="*/ 6428 w 13933"/>
                  <a:gd name="connsiteY9" fmla="*/ 10765 h 13893"/>
                  <a:gd name="connsiteX10" fmla="*/ 3669 w 13933"/>
                  <a:gd name="connsiteY10" fmla="*/ 7939 h 13893"/>
                  <a:gd name="connsiteX11" fmla="*/ 0 w 13933"/>
                  <a:gd name="connsiteY11" fmla="*/ 4743 h 13893"/>
                  <a:gd name="connsiteX12" fmla="*/ 741 w 13933"/>
                  <a:gd name="connsiteY12" fmla="*/ 2557 h 13893"/>
                  <a:gd name="connsiteX13" fmla="*/ 2322 w 13933"/>
                  <a:gd name="connsiteY13" fmla="*/ 471 h 13893"/>
                  <a:gd name="connsiteX14" fmla="*/ 4712 w 13933"/>
                  <a:gd name="connsiteY14" fmla="*/ 0 h 1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33" h="13893">
                    <a:moveTo>
                      <a:pt x="4712" y="0"/>
                    </a:moveTo>
                    <a:lnTo>
                      <a:pt x="7942" y="1144"/>
                    </a:lnTo>
                    <a:lnTo>
                      <a:pt x="10029" y="3633"/>
                    </a:lnTo>
                    <a:lnTo>
                      <a:pt x="11880" y="6392"/>
                    </a:lnTo>
                    <a:lnTo>
                      <a:pt x="13933" y="9722"/>
                    </a:lnTo>
                    <a:lnTo>
                      <a:pt x="13933" y="11909"/>
                    </a:lnTo>
                    <a:lnTo>
                      <a:pt x="13125" y="13591"/>
                    </a:lnTo>
                    <a:lnTo>
                      <a:pt x="11039" y="13893"/>
                    </a:lnTo>
                    <a:lnTo>
                      <a:pt x="8212" y="13153"/>
                    </a:lnTo>
                    <a:cubicBezTo>
                      <a:pt x="8212" y="13153"/>
                      <a:pt x="6428" y="10967"/>
                      <a:pt x="6428" y="10765"/>
                    </a:cubicBezTo>
                    <a:cubicBezTo>
                      <a:pt x="6428" y="10563"/>
                      <a:pt x="3870" y="8074"/>
                      <a:pt x="3669" y="7939"/>
                    </a:cubicBezTo>
                    <a:cubicBezTo>
                      <a:pt x="3467" y="7804"/>
                      <a:pt x="0" y="4743"/>
                      <a:pt x="0" y="4743"/>
                    </a:cubicBezTo>
                    <a:cubicBezTo>
                      <a:pt x="0" y="4743"/>
                      <a:pt x="505" y="2725"/>
                      <a:pt x="741" y="2557"/>
                    </a:cubicBezTo>
                    <a:cubicBezTo>
                      <a:pt x="942" y="2422"/>
                      <a:pt x="2322" y="471"/>
                      <a:pt x="2322" y="471"/>
                    </a:cubicBezTo>
                    <a:lnTo>
                      <a:pt x="4712" y="0"/>
                    </a:lnTo>
                    <a:close/>
                  </a:path>
                </a:pathLst>
              </a:custGeom>
              <a:grpFill/>
              <a:ln w="6350" cap="flat">
                <a:solidFill>
                  <a:schemeClr val="bg1"/>
                </a:solidFill>
                <a:prstDash val="solid"/>
                <a:miter/>
              </a:ln>
            </p:spPr>
            <p:txBody>
              <a:bodyPr rtlCol="0" anchor="ctr"/>
              <a:lstStyle/>
              <a:p>
                <a:endParaRPr lang="en-US"/>
              </a:p>
            </p:txBody>
          </p:sp>
          <p:sp>
            <p:nvSpPr>
              <p:cNvPr id="183" name="Freeform 962">
                <a:extLst>
                  <a:ext uri="{FF2B5EF4-FFF2-40B4-BE49-F238E27FC236}">
                    <a16:creationId xmlns:a16="http://schemas.microsoft.com/office/drawing/2014/main" id="{861B35FF-C6DD-FE38-4AAA-670479056E37}"/>
                  </a:ext>
                </a:extLst>
              </p:cNvPr>
              <p:cNvSpPr/>
              <p:nvPr/>
            </p:nvSpPr>
            <p:spPr>
              <a:xfrm>
                <a:off x="6383860" y="2679295"/>
                <a:ext cx="13462" cy="7737"/>
              </a:xfrm>
              <a:custGeom>
                <a:avLst/>
                <a:gdLst>
                  <a:gd name="connsiteX0" fmla="*/ 5251 w 13462"/>
                  <a:gd name="connsiteY0" fmla="*/ 6257 h 7737"/>
                  <a:gd name="connsiteX1" fmla="*/ 10367 w 13462"/>
                  <a:gd name="connsiteY1" fmla="*/ 7737 h 7737"/>
                  <a:gd name="connsiteX2" fmla="*/ 13463 w 13462"/>
                  <a:gd name="connsiteY2" fmla="*/ 7737 h 7737"/>
                  <a:gd name="connsiteX3" fmla="*/ 13463 w 13462"/>
                  <a:gd name="connsiteY3" fmla="*/ 5349 h 7737"/>
                  <a:gd name="connsiteX4" fmla="*/ 13463 w 13462"/>
                  <a:gd name="connsiteY4" fmla="*/ 3398 h 7737"/>
                  <a:gd name="connsiteX5" fmla="*/ 12218 w 13462"/>
                  <a:gd name="connsiteY5" fmla="*/ 1514 h 7737"/>
                  <a:gd name="connsiteX6" fmla="*/ 7742 w 13462"/>
                  <a:gd name="connsiteY6" fmla="*/ 0 h 7737"/>
                  <a:gd name="connsiteX7" fmla="*/ 3165 w 13462"/>
                  <a:gd name="connsiteY7" fmla="*/ 1144 h 7737"/>
                  <a:gd name="connsiteX8" fmla="*/ 1 w 13462"/>
                  <a:gd name="connsiteY8" fmla="*/ 2994 h 7737"/>
                  <a:gd name="connsiteX9" fmla="*/ 3165 w 13462"/>
                  <a:gd name="connsiteY9" fmla="*/ 5719 h 7737"/>
                  <a:gd name="connsiteX10" fmla="*/ 5251 w 13462"/>
                  <a:gd name="connsiteY10" fmla="*/ 625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2" h="7737">
                    <a:moveTo>
                      <a:pt x="5251" y="6257"/>
                    </a:moveTo>
                    <a:lnTo>
                      <a:pt x="10367" y="7737"/>
                    </a:lnTo>
                    <a:lnTo>
                      <a:pt x="13463" y="7737"/>
                    </a:lnTo>
                    <a:lnTo>
                      <a:pt x="13463" y="5349"/>
                    </a:lnTo>
                    <a:lnTo>
                      <a:pt x="13463" y="3398"/>
                    </a:lnTo>
                    <a:lnTo>
                      <a:pt x="12218" y="1514"/>
                    </a:lnTo>
                    <a:lnTo>
                      <a:pt x="7742" y="0"/>
                    </a:lnTo>
                    <a:cubicBezTo>
                      <a:pt x="7742" y="0"/>
                      <a:pt x="3400" y="1076"/>
                      <a:pt x="3165" y="1144"/>
                    </a:cubicBezTo>
                    <a:cubicBezTo>
                      <a:pt x="2963" y="1211"/>
                      <a:pt x="-66" y="2153"/>
                      <a:pt x="1" y="2994"/>
                    </a:cubicBezTo>
                    <a:cubicBezTo>
                      <a:pt x="68" y="3835"/>
                      <a:pt x="3165" y="5719"/>
                      <a:pt x="3165" y="5719"/>
                    </a:cubicBezTo>
                    <a:lnTo>
                      <a:pt x="5251" y="6257"/>
                    </a:lnTo>
                    <a:close/>
                  </a:path>
                </a:pathLst>
              </a:custGeom>
              <a:grpFill/>
              <a:ln w="6350" cap="flat">
                <a:solidFill>
                  <a:schemeClr val="bg1"/>
                </a:solidFill>
                <a:prstDash val="solid"/>
                <a:miter/>
              </a:ln>
            </p:spPr>
            <p:txBody>
              <a:bodyPr rtlCol="0" anchor="ctr"/>
              <a:lstStyle/>
              <a:p>
                <a:endParaRPr lang="en-US"/>
              </a:p>
            </p:txBody>
          </p:sp>
          <p:sp>
            <p:nvSpPr>
              <p:cNvPr id="184" name="Freeform 963">
                <a:extLst>
                  <a:ext uri="{FF2B5EF4-FFF2-40B4-BE49-F238E27FC236}">
                    <a16:creationId xmlns:a16="http://schemas.microsoft.com/office/drawing/2014/main" id="{3EB0B0CA-A795-6DC3-B90A-62D536CF567A}"/>
                  </a:ext>
                </a:extLst>
              </p:cNvPr>
              <p:cNvSpPr/>
              <p:nvPr/>
            </p:nvSpPr>
            <p:spPr>
              <a:xfrm>
                <a:off x="6293506" y="2985046"/>
                <a:ext cx="6636" cy="17013"/>
              </a:xfrm>
              <a:custGeom>
                <a:avLst/>
                <a:gdLst>
                  <a:gd name="connsiteX0" fmla="*/ 4637 w 6636"/>
                  <a:gd name="connsiteY0" fmla="*/ 0 h 17013"/>
                  <a:gd name="connsiteX1" fmla="*/ 2584 w 6636"/>
                  <a:gd name="connsiteY1" fmla="*/ 6055 h 17013"/>
                  <a:gd name="connsiteX2" fmla="*/ 26 w 6636"/>
                  <a:gd name="connsiteY2" fmla="*/ 11337 h 17013"/>
                  <a:gd name="connsiteX3" fmla="*/ 1439 w 6636"/>
                  <a:gd name="connsiteY3" fmla="*/ 16652 h 17013"/>
                  <a:gd name="connsiteX4" fmla="*/ 6420 w 6636"/>
                  <a:gd name="connsiteY4" fmla="*/ 16618 h 17013"/>
                  <a:gd name="connsiteX5" fmla="*/ 6353 w 6636"/>
                  <a:gd name="connsiteY5" fmla="*/ 12682 h 17013"/>
                  <a:gd name="connsiteX6" fmla="*/ 6454 w 6636"/>
                  <a:gd name="connsiteY6" fmla="*/ 10058 h 17013"/>
                  <a:gd name="connsiteX7" fmla="*/ 6454 w 6636"/>
                  <a:gd name="connsiteY7" fmla="*/ 5281 h 17013"/>
                  <a:gd name="connsiteX8" fmla="*/ 4637 w 6636"/>
                  <a:gd name="connsiteY8" fmla="*/ 0 h 1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6" h="17013">
                    <a:moveTo>
                      <a:pt x="4637" y="0"/>
                    </a:moveTo>
                    <a:lnTo>
                      <a:pt x="2584" y="6055"/>
                    </a:lnTo>
                    <a:lnTo>
                      <a:pt x="26" y="11337"/>
                    </a:lnTo>
                    <a:cubicBezTo>
                      <a:pt x="26" y="11337"/>
                      <a:pt x="-311" y="16214"/>
                      <a:pt x="1439" y="16652"/>
                    </a:cubicBezTo>
                    <a:cubicBezTo>
                      <a:pt x="3189" y="17089"/>
                      <a:pt x="6286" y="17190"/>
                      <a:pt x="6420" y="16618"/>
                    </a:cubicBezTo>
                    <a:cubicBezTo>
                      <a:pt x="6555" y="16046"/>
                      <a:pt x="5781" y="13994"/>
                      <a:pt x="6353" y="12682"/>
                    </a:cubicBezTo>
                    <a:cubicBezTo>
                      <a:pt x="6925" y="11370"/>
                      <a:pt x="6454" y="11068"/>
                      <a:pt x="6454" y="10058"/>
                    </a:cubicBezTo>
                    <a:cubicBezTo>
                      <a:pt x="6454" y="9049"/>
                      <a:pt x="6454" y="5281"/>
                      <a:pt x="6454" y="5281"/>
                    </a:cubicBezTo>
                    <a:lnTo>
                      <a:pt x="4637" y="0"/>
                    </a:lnTo>
                    <a:close/>
                  </a:path>
                </a:pathLst>
              </a:custGeom>
              <a:grpFill/>
              <a:ln w="6350" cap="flat">
                <a:solidFill>
                  <a:schemeClr val="bg1"/>
                </a:solidFill>
                <a:prstDash val="solid"/>
                <a:miter/>
              </a:ln>
            </p:spPr>
            <p:txBody>
              <a:bodyPr rtlCol="0" anchor="ctr"/>
              <a:lstStyle/>
              <a:p>
                <a:endParaRPr lang="en-US"/>
              </a:p>
            </p:txBody>
          </p:sp>
          <p:sp>
            <p:nvSpPr>
              <p:cNvPr id="185" name="Freeform 964">
                <a:extLst>
                  <a:ext uri="{FF2B5EF4-FFF2-40B4-BE49-F238E27FC236}">
                    <a16:creationId xmlns:a16="http://schemas.microsoft.com/office/drawing/2014/main" id="{A412F234-8E95-0D07-6CE8-B6DD69753557}"/>
                  </a:ext>
                </a:extLst>
              </p:cNvPr>
              <p:cNvSpPr/>
              <p:nvPr/>
            </p:nvSpPr>
            <p:spPr>
              <a:xfrm>
                <a:off x="6303999" y="2993355"/>
                <a:ext cx="8514" cy="10024"/>
              </a:xfrm>
              <a:custGeom>
                <a:avLst/>
                <a:gdLst>
                  <a:gd name="connsiteX0" fmla="*/ 1009 w 8514"/>
                  <a:gd name="connsiteY0" fmla="*/ 1615 h 10024"/>
                  <a:gd name="connsiteX1" fmla="*/ 0 w 8514"/>
                  <a:gd name="connsiteY1" fmla="*/ 6257 h 10024"/>
                  <a:gd name="connsiteX2" fmla="*/ 2591 w 8514"/>
                  <a:gd name="connsiteY2" fmla="*/ 10025 h 10024"/>
                  <a:gd name="connsiteX3" fmla="*/ 5486 w 8514"/>
                  <a:gd name="connsiteY3" fmla="*/ 10025 h 10024"/>
                  <a:gd name="connsiteX4" fmla="*/ 8515 w 8514"/>
                  <a:gd name="connsiteY4" fmla="*/ 3633 h 10024"/>
                  <a:gd name="connsiteX5" fmla="*/ 4241 w 8514"/>
                  <a:gd name="connsiteY5" fmla="*/ 0 h 10024"/>
                  <a:gd name="connsiteX6" fmla="*/ 1009 w 8514"/>
                  <a:gd name="connsiteY6" fmla="*/ 1615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4" h="10024">
                    <a:moveTo>
                      <a:pt x="1009" y="1615"/>
                    </a:moveTo>
                    <a:lnTo>
                      <a:pt x="0" y="6257"/>
                    </a:lnTo>
                    <a:cubicBezTo>
                      <a:pt x="0" y="6257"/>
                      <a:pt x="2188" y="10025"/>
                      <a:pt x="2591" y="10025"/>
                    </a:cubicBezTo>
                    <a:cubicBezTo>
                      <a:pt x="3029" y="10025"/>
                      <a:pt x="5486" y="10025"/>
                      <a:pt x="5486" y="10025"/>
                    </a:cubicBezTo>
                    <a:lnTo>
                      <a:pt x="8515" y="3633"/>
                    </a:lnTo>
                    <a:lnTo>
                      <a:pt x="4241" y="0"/>
                    </a:lnTo>
                    <a:lnTo>
                      <a:pt x="1009" y="1615"/>
                    </a:lnTo>
                    <a:close/>
                  </a:path>
                </a:pathLst>
              </a:custGeom>
              <a:grpFill/>
              <a:ln w="6350" cap="flat">
                <a:solidFill>
                  <a:schemeClr val="bg1"/>
                </a:solidFill>
                <a:prstDash val="solid"/>
                <a:miter/>
              </a:ln>
            </p:spPr>
            <p:txBody>
              <a:bodyPr rtlCol="0" anchor="ctr"/>
              <a:lstStyle/>
              <a:p>
                <a:endParaRPr lang="en-US"/>
              </a:p>
            </p:txBody>
          </p:sp>
        </p:grpSp>
        <p:grpSp>
          <p:nvGrpSpPr>
            <p:cNvPr id="25" name="Graphic 11">
              <a:extLst>
                <a:ext uri="{FF2B5EF4-FFF2-40B4-BE49-F238E27FC236}">
                  <a16:creationId xmlns:a16="http://schemas.microsoft.com/office/drawing/2014/main" id="{B0C9F582-D3D4-8D2A-01B9-FA37BBB4F0A3}"/>
                </a:ext>
              </a:extLst>
            </p:cNvPr>
            <p:cNvGrpSpPr/>
            <p:nvPr/>
          </p:nvGrpSpPr>
          <p:grpSpPr>
            <a:xfrm>
              <a:off x="8062252" y="3205115"/>
              <a:ext cx="235051" cy="285269"/>
              <a:chOff x="5786997" y="2961498"/>
              <a:chExt cx="451274" cy="547687"/>
            </a:xfrm>
            <a:grpFill/>
          </p:grpSpPr>
          <p:sp>
            <p:nvSpPr>
              <p:cNvPr id="165" name="Freeform 944">
                <a:extLst>
                  <a:ext uri="{FF2B5EF4-FFF2-40B4-BE49-F238E27FC236}">
                    <a16:creationId xmlns:a16="http://schemas.microsoft.com/office/drawing/2014/main" id="{BB93A344-7081-2C73-29A4-E9FCB72757DF}"/>
                  </a:ext>
                </a:extLst>
              </p:cNvPr>
              <p:cNvSpPr/>
              <p:nvPr/>
            </p:nvSpPr>
            <p:spPr>
              <a:xfrm>
                <a:off x="5786997" y="2961498"/>
                <a:ext cx="451274" cy="536619"/>
              </a:xfrm>
              <a:custGeom>
                <a:avLst/>
                <a:gdLst>
                  <a:gd name="connsiteX0" fmla="*/ 451005 w 451274"/>
                  <a:gd name="connsiteY0" fmla="*/ 110977 h 536619"/>
                  <a:gd name="connsiteX1" fmla="*/ 449255 w 451274"/>
                  <a:gd name="connsiteY1" fmla="*/ 109228 h 536619"/>
                  <a:gd name="connsiteX2" fmla="*/ 445116 w 451274"/>
                  <a:gd name="connsiteY2" fmla="*/ 105326 h 536619"/>
                  <a:gd name="connsiteX3" fmla="*/ 445116 w 451274"/>
                  <a:gd name="connsiteY3" fmla="*/ 100313 h 536619"/>
                  <a:gd name="connsiteX4" fmla="*/ 441649 w 451274"/>
                  <a:gd name="connsiteY4" fmla="*/ 93787 h 536619"/>
                  <a:gd name="connsiteX5" fmla="*/ 440572 w 451274"/>
                  <a:gd name="connsiteY5" fmla="*/ 88371 h 536619"/>
                  <a:gd name="connsiteX6" fmla="*/ 437510 w 451274"/>
                  <a:gd name="connsiteY6" fmla="*/ 84032 h 536619"/>
                  <a:gd name="connsiteX7" fmla="*/ 427514 w 451274"/>
                  <a:gd name="connsiteY7" fmla="*/ 82283 h 536619"/>
                  <a:gd name="connsiteX8" fmla="*/ 416643 w 451274"/>
                  <a:gd name="connsiteY8" fmla="*/ 83796 h 536619"/>
                  <a:gd name="connsiteX9" fmla="*/ 410350 w 451274"/>
                  <a:gd name="connsiteY9" fmla="*/ 87059 h 536619"/>
                  <a:gd name="connsiteX10" fmla="*/ 405134 w 451274"/>
                  <a:gd name="connsiteY10" fmla="*/ 93787 h 536619"/>
                  <a:gd name="connsiteX11" fmla="*/ 401432 w 451274"/>
                  <a:gd name="connsiteY11" fmla="*/ 99203 h 536619"/>
                  <a:gd name="connsiteX12" fmla="*/ 394701 w 451274"/>
                  <a:gd name="connsiteY12" fmla="*/ 100953 h 536619"/>
                  <a:gd name="connsiteX13" fmla="*/ 387533 w 451274"/>
                  <a:gd name="connsiteY13" fmla="*/ 102029 h 536619"/>
                  <a:gd name="connsiteX14" fmla="*/ 381206 w 451274"/>
                  <a:gd name="connsiteY14" fmla="*/ 100280 h 536619"/>
                  <a:gd name="connsiteX15" fmla="*/ 378580 w 451274"/>
                  <a:gd name="connsiteY15" fmla="*/ 94830 h 536619"/>
                  <a:gd name="connsiteX16" fmla="*/ 375114 w 451274"/>
                  <a:gd name="connsiteY16" fmla="*/ 87867 h 536619"/>
                  <a:gd name="connsiteX17" fmla="*/ 370772 w 451274"/>
                  <a:gd name="connsiteY17" fmla="*/ 80264 h 536619"/>
                  <a:gd name="connsiteX18" fmla="*/ 368820 w 451274"/>
                  <a:gd name="connsiteY18" fmla="*/ 71350 h 536619"/>
                  <a:gd name="connsiteX19" fmla="*/ 364681 w 451274"/>
                  <a:gd name="connsiteY19" fmla="*/ 64386 h 536619"/>
                  <a:gd name="connsiteX20" fmla="*/ 358589 w 451274"/>
                  <a:gd name="connsiteY20" fmla="*/ 65463 h 536619"/>
                  <a:gd name="connsiteX21" fmla="*/ 355965 w 451274"/>
                  <a:gd name="connsiteY21" fmla="*/ 68087 h 536619"/>
                  <a:gd name="connsiteX22" fmla="*/ 354214 w 451274"/>
                  <a:gd name="connsiteY22" fmla="*/ 73503 h 536619"/>
                  <a:gd name="connsiteX23" fmla="*/ 350310 w 451274"/>
                  <a:gd name="connsiteY23" fmla="*/ 80029 h 536619"/>
                  <a:gd name="connsiteX24" fmla="*/ 346171 w 451274"/>
                  <a:gd name="connsiteY24" fmla="*/ 81105 h 536619"/>
                  <a:gd name="connsiteX25" fmla="*/ 342469 w 451274"/>
                  <a:gd name="connsiteY25" fmla="*/ 84368 h 536619"/>
                  <a:gd name="connsiteX26" fmla="*/ 342469 w 451274"/>
                  <a:gd name="connsiteY26" fmla="*/ 87396 h 536619"/>
                  <a:gd name="connsiteX27" fmla="*/ 335502 w 451274"/>
                  <a:gd name="connsiteY27" fmla="*/ 95234 h 536619"/>
                  <a:gd name="connsiteX28" fmla="*/ 329849 w 451274"/>
                  <a:gd name="connsiteY28" fmla="*/ 98261 h 536619"/>
                  <a:gd name="connsiteX29" fmla="*/ 322882 w 451274"/>
                  <a:gd name="connsiteY29" fmla="*/ 98261 h 536619"/>
                  <a:gd name="connsiteX30" fmla="*/ 322243 w 451274"/>
                  <a:gd name="connsiteY30" fmla="*/ 93485 h 536619"/>
                  <a:gd name="connsiteX31" fmla="*/ 320290 w 451274"/>
                  <a:gd name="connsiteY31" fmla="*/ 88472 h 536619"/>
                  <a:gd name="connsiteX32" fmla="*/ 310295 w 451274"/>
                  <a:gd name="connsiteY32" fmla="*/ 88910 h 536619"/>
                  <a:gd name="connsiteX33" fmla="*/ 305718 w 451274"/>
                  <a:gd name="connsiteY33" fmla="*/ 90861 h 536619"/>
                  <a:gd name="connsiteX34" fmla="*/ 298752 w 451274"/>
                  <a:gd name="connsiteY34" fmla="*/ 93451 h 536619"/>
                  <a:gd name="connsiteX35" fmla="*/ 291583 w 451274"/>
                  <a:gd name="connsiteY35" fmla="*/ 90861 h 536619"/>
                  <a:gd name="connsiteX36" fmla="*/ 290271 w 451274"/>
                  <a:gd name="connsiteY36" fmla="*/ 84772 h 536619"/>
                  <a:gd name="connsiteX37" fmla="*/ 290069 w 451274"/>
                  <a:gd name="connsiteY37" fmla="*/ 74983 h 536619"/>
                  <a:gd name="connsiteX38" fmla="*/ 287040 w 451274"/>
                  <a:gd name="connsiteY38" fmla="*/ 65631 h 536619"/>
                  <a:gd name="connsiteX39" fmla="*/ 283977 w 451274"/>
                  <a:gd name="connsiteY39" fmla="*/ 56952 h 536619"/>
                  <a:gd name="connsiteX40" fmla="*/ 279400 w 451274"/>
                  <a:gd name="connsiteY40" fmla="*/ 47163 h 536619"/>
                  <a:gd name="connsiteX41" fmla="*/ 270482 w 451274"/>
                  <a:gd name="connsiteY41" fmla="*/ 33909 h 536619"/>
                  <a:gd name="connsiteX42" fmla="*/ 271559 w 451274"/>
                  <a:gd name="connsiteY42" fmla="*/ 24557 h 536619"/>
                  <a:gd name="connsiteX43" fmla="*/ 275261 w 451274"/>
                  <a:gd name="connsiteY43" fmla="*/ 17392 h 536619"/>
                  <a:gd name="connsiteX44" fmla="*/ 276338 w 451274"/>
                  <a:gd name="connsiteY44" fmla="*/ 7838 h 536619"/>
                  <a:gd name="connsiteX45" fmla="*/ 269371 w 451274"/>
                  <a:gd name="connsiteY45" fmla="*/ 0 h 536619"/>
                  <a:gd name="connsiteX46" fmla="*/ 262203 w 451274"/>
                  <a:gd name="connsiteY46" fmla="*/ 875 h 536619"/>
                  <a:gd name="connsiteX47" fmla="*/ 251770 w 451274"/>
                  <a:gd name="connsiteY47" fmla="*/ 5012 h 536619"/>
                  <a:gd name="connsiteX48" fmla="*/ 243726 w 451274"/>
                  <a:gd name="connsiteY48" fmla="*/ 7838 h 536619"/>
                  <a:gd name="connsiteX49" fmla="*/ 237197 w 451274"/>
                  <a:gd name="connsiteY49" fmla="*/ 5651 h 536619"/>
                  <a:gd name="connsiteX50" fmla="*/ 233496 w 451274"/>
                  <a:gd name="connsiteY50" fmla="*/ 6089 h 536619"/>
                  <a:gd name="connsiteX51" fmla="*/ 231981 w 451274"/>
                  <a:gd name="connsiteY51" fmla="*/ 7603 h 536619"/>
                  <a:gd name="connsiteX52" fmla="*/ 233496 w 451274"/>
                  <a:gd name="connsiteY52" fmla="*/ 13019 h 536619"/>
                  <a:gd name="connsiteX53" fmla="*/ 234135 w 451274"/>
                  <a:gd name="connsiteY53" fmla="*/ 16921 h 536619"/>
                  <a:gd name="connsiteX54" fmla="*/ 233697 w 451274"/>
                  <a:gd name="connsiteY54" fmla="*/ 24322 h 536619"/>
                  <a:gd name="connsiteX55" fmla="*/ 233260 w 451274"/>
                  <a:gd name="connsiteY55" fmla="*/ 24322 h 536619"/>
                  <a:gd name="connsiteX56" fmla="*/ 229995 w 451274"/>
                  <a:gd name="connsiteY56" fmla="*/ 25835 h 536619"/>
                  <a:gd name="connsiteX57" fmla="*/ 225014 w 451274"/>
                  <a:gd name="connsiteY57" fmla="*/ 29536 h 536619"/>
                  <a:gd name="connsiteX58" fmla="*/ 220000 w 451274"/>
                  <a:gd name="connsiteY58" fmla="*/ 29536 h 536619"/>
                  <a:gd name="connsiteX59" fmla="*/ 214582 w 451274"/>
                  <a:gd name="connsiteY59" fmla="*/ 32361 h 536619"/>
                  <a:gd name="connsiteX60" fmla="*/ 212832 w 451274"/>
                  <a:gd name="connsiteY60" fmla="*/ 33673 h 536619"/>
                  <a:gd name="connsiteX61" fmla="*/ 211754 w 451274"/>
                  <a:gd name="connsiteY61" fmla="*/ 39089 h 536619"/>
                  <a:gd name="connsiteX62" fmla="*/ 208726 w 451274"/>
                  <a:gd name="connsiteY62" fmla="*/ 41915 h 536619"/>
                  <a:gd name="connsiteX63" fmla="*/ 205697 w 451274"/>
                  <a:gd name="connsiteY63" fmla="*/ 40166 h 536619"/>
                  <a:gd name="connsiteX64" fmla="*/ 202634 w 451274"/>
                  <a:gd name="connsiteY64" fmla="*/ 37777 h 536619"/>
                  <a:gd name="connsiteX65" fmla="*/ 195466 w 451274"/>
                  <a:gd name="connsiteY65" fmla="*/ 41915 h 536619"/>
                  <a:gd name="connsiteX66" fmla="*/ 185235 w 451274"/>
                  <a:gd name="connsiteY66" fmla="*/ 46927 h 536619"/>
                  <a:gd name="connsiteX67" fmla="*/ 179816 w 451274"/>
                  <a:gd name="connsiteY67" fmla="*/ 52141 h 536619"/>
                  <a:gd name="connsiteX68" fmla="*/ 176788 w 451274"/>
                  <a:gd name="connsiteY68" fmla="*/ 55405 h 536619"/>
                  <a:gd name="connsiteX69" fmla="*/ 170932 w 451274"/>
                  <a:gd name="connsiteY69" fmla="*/ 58230 h 536619"/>
                  <a:gd name="connsiteX70" fmla="*/ 167667 w 451274"/>
                  <a:gd name="connsiteY70" fmla="*/ 60181 h 536619"/>
                  <a:gd name="connsiteX71" fmla="*/ 161576 w 451274"/>
                  <a:gd name="connsiteY71" fmla="*/ 59307 h 536619"/>
                  <a:gd name="connsiteX72" fmla="*/ 158109 w 451274"/>
                  <a:gd name="connsiteY72" fmla="*/ 53016 h 536619"/>
                  <a:gd name="connsiteX73" fmla="*/ 157234 w 451274"/>
                  <a:gd name="connsiteY73" fmla="*/ 47566 h 536619"/>
                  <a:gd name="connsiteX74" fmla="*/ 152017 w 451274"/>
                  <a:gd name="connsiteY74" fmla="*/ 45178 h 536619"/>
                  <a:gd name="connsiteX75" fmla="*/ 150268 w 451274"/>
                  <a:gd name="connsiteY75" fmla="*/ 45178 h 536619"/>
                  <a:gd name="connsiteX76" fmla="*/ 147676 w 451274"/>
                  <a:gd name="connsiteY76" fmla="*/ 48004 h 536619"/>
                  <a:gd name="connsiteX77" fmla="*/ 145287 w 451274"/>
                  <a:gd name="connsiteY77" fmla="*/ 50392 h 536619"/>
                  <a:gd name="connsiteX78" fmla="*/ 140508 w 451274"/>
                  <a:gd name="connsiteY78" fmla="*/ 53218 h 536619"/>
                  <a:gd name="connsiteX79" fmla="*/ 135291 w 451274"/>
                  <a:gd name="connsiteY79" fmla="*/ 54967 h 536619"/>
                  <a:gd name="connsiteX80" fmla="*/ 131589 w 451274"/>
                  <a:gd name="connsiteY80" fmla="*/ 58028 h 536619"/>
                  <a:gd name="connsiteX81" fmla="*/ 130950 w 451274"/>
                  <a:gd name="connsiteY81" fmla="*/ 60215 h 536619"/>
                  <a:gd name="connsiteX82" fmla="*/ 130513 w 451274"/>
                  <a:gd name="connsiteY82" fmla="*/ 67380 h 536619"/>
                  <a:gd name="connsiteX83" fmla="*/ 127685 w 451274"/>
                  <a:gd name="connsiteY83" fmla="*/ 71955 h 536619"/>
                  <a:gd name="connsiteX84" fmla="*/ 120719 w 451274"/>
                  <a:gd name="connsiteY84" fmla="*/ 77169 h 536619"/>
                  <a:gd name="connsiteX85" fmla="*/ 115502 w 451274"/>
                  <a:gd name="connsiteY85" fmla="*/ 79558 h 536619"/>
                  <a:gd name="connsiteX86" fmla="*/ 107896 w 451274"/>
                  <a:gd name="connsiteY86" fmla="*/ 83460 h 536619"/>
                  <a:gd name="connsiteX87" fmla="*/ 103757 w 451274"/>
                  <a:gd name="connsiteY87" fmla="*/ 87598 h 536619"/>
                  <a:gd name="connsiteX88" fmla="*/ 102680 w 451274"/>
                  <a:gd name="connsiteY88" fmla="*/ 92173 h 536619"/>
                  <a:gd name="connsiteX89" fmla="*/ 101368 w 451274"/>
                  <a:gd name="connsiteY89" fmla="*/ 95436 h 536619"/>
                  <a:gd name="connsiteX90" fmla="*/ 107661 w 451274"/>
                  <a:gd name="connsiteY90" fmla="*/ 98901 h 536619"/>
                  <a:gd name="connsiteX91" fmla="*/ 111565 w 451274"/>
                  <a:gd name="connsiteY91" fmla="*/ 100852 h 536619"/>
                  <a:gd name="connsiteX92" fmla="*/ 113752 w 451274"/>
                  <a:gd name="connsiteY92" fmla="*/ 104989 h 536619"/>
                  <a:gd name="connsiteX93" fmla="*/ 113551 w 451274"/>
                  <a:gd name="connsiteY93" fmla="*/ 110843 h 536619"/>
                  <a:gd name="connsiteX94" fmla="*/ 115940 w 451274"/>
                  <a:gd name="connsiteY94" fmla="*/ 114745 h 536619"/>
                  <a:gd name="connsiteX95" fmla="*/ 119204 w 451274"/>
                  <a:gd name="connsiteY95" fmla="*/ 115821 h 536619"/>
                  <a:gd name="connsiteX96" fmla="*/ 121594 w 451274"/>
                  <a:gd name="connsiteY96" fmla="*/ 120834 h 536619"/>
                  <a:gd name="connsiteX97" fmla="*/ 121594 w 451274"/>
                  <a:gd name="connsiteY97" fmla="*/ 124971 h 536619"/>
                  <a:gd name="connsiteX98" fmla="*/ 118666 w 451274"/>
                  <a:gd name="connsiteY98" fmla="*/ 129748 h 536619"/>
                  <a:gd name="connsiteX99" fmla="*/ 114627 w 451274"/>
                  <a:gd name="connsiteY99" fmla="*/ 133650 h 536619"/>
                  <a:gd name="connsiteX100" fmla="*/ 112238 w 451274"/>
                  <a:gd name="connsiteY100" fmla="*/ 139302 h 536619"/>
                  <a:gd name="connsiteX101" fmla="*/ 109646 w 451274"/>
                  <a:gd name="connsiteY101" fmla="*/ 144516 h 536619"/>
                  <a:gd name="connsiteX102" fmla="*/ 106820 w 451274"/>
                  <a:gd name="connsiteY102" fmla="*/ 146904 h 536619"/>
                  <a:gd name="connsiteX103" fmla="*/ 100526 w 451274"/>
                  <a:gd name="connsiteY103" fmla="*/ 153430 h 536619"/>
                  <a:gd name="connsiteX104" fmla="*/ 93997 w 451274"/>
                  <a:gd name="connsiteY104" fmla="*/ 154069 h 536619"/>
                  <a:gd name="connsiteX105" fmla="*/ 84877 w 451274"/>
                  <a:gd name="connsiteY105" fmla="*/ 155146 h 536619"/>
                  <a:gd name="connsiteX106" fmla="*/ 73804 w 451274"/>
                  <a:gd name="connsiteY106" fmla="*/ 162749 h 536619"/>
                  <a:gd name="connsiteX107" fmla="*/ 69463 w 451274"/>
                  <a:gd name="connsiteY107" fmla="*/ 168165 h 536619"/>
                  <a:gd name="connsiteX108" fmla="*/ 64684 w 451274"/>
                  <a:gd name="connsiteY108" fmla="*/ 172504 h 536619"/>
                  <a:gd name="connsiteX109" fmla="*/ 60780 w 451274"/>
                  <a:gd name="connsiteY109" fmla="*/ 180544 h 536619"/>
                  <a:gd name="connsiteX110" fmla="*/ 58593 w 451274"/>
                  <a:gd name="connsiteY110" fmla="*/ 183370 h 536619"/>
                  <a:gd name="connsiteX111" fmla="*/ 54689 w 451274"/>
                  <a:gd name="connsiteY111" fmla="*/ 185556 h 536619"/>
                  <a:gd name="connsiteX112" fmla="*/ 55126 w 451274"/>
                  <a:gd name="connsiteY112" fmla="*/ 191847 h 536619"/>
                  <a:gd name="connsiteX113" fmla="*/ 59703 w 451274"/>
                  <a:gd name="connsiteY113" fmla="*/ 195547 h 536619"/>
                  <a:gd name="connsiteX114" fmla="*/ 63170 w 451274"/>
                  <a:gd name="connsiteY114" fmla="*/ 203150 h 536619"/>
                  <a:gd name="connsiteX115" fmla="*/ 67747 w 451274"/>
                  <a:gd name="connsiteY115" fmla="*/ 209003 h 536619"/>
                  <a:gd name="connsiteX116" fmla="*/ 72088 w 451274"/>
                  <a:gd name="connsiteY116" fmla="*/ 215092 h 536619"/>
                  <a:gd name="connsiteX117" fmla="*/ 72728 w 451274"/>
                  <a:gd name="connsiteY117" fmla="*/ 220945 h 536619"/>
                  <a:gd name="connsiteX118" fmla="*/ 69699 w 451274"/>
                  <a:gd name="connsiteY118" fmla="*/ 225924 h 536619"/>
                  <a:gd name="connsiteX119" fmla="*/ 63843 w 451274"/>
                  <a:gd name="connsiteY119" fmla="*/ 228951 h 536619"/>
                  <a:gd name="connsiteX120" fmla="*/ 60578 w 451274"/>
                  <a:gd name="connsiteY120" fmla="*/ 231777 h 536619"/>
                  <a:gd name="connsiteX121" fmla="*/ 53410 w 451274"/>
                  <a:gd name="connsiteY121" fmla="*/ 236117 h 536619"/>
                  <a:gd name="connsiteX122" fmla="*/ 49708 w 451274"/>
                  <a:gd name="connsiteY122" fmla="*/ 241331 h 536619"/>
                  <a:gd name="connsiteX123" fmla="*/ 46881 w 451274"/>
                  <a:gd name="connsiteY123" fmla="*/ 247621 h 536619"/>
                  <a:gd name="connsiteX124" fmla="*/ 46881 w 451274"/>
                  <a:gd name="connsiteY124" fmla="*/ 250884 h 536619"/>
                  <a:gd name="connsiteX125" fmla="*/ 49506 w 451274"/>
                  <a:gd name="connsiteY125" fmla="*/ 255459 h 536619"/>
                  <a:gd name="connsiteX126" fmla="*/ 54722 w 451274"/>
                  <a:gd name="connsiteY126" fmla="*/ 255459 h 536619"/>
                  <a:gd name="connsiteX127" fmla="*/ 60376 w 451274"/>
                  <a:gd name="connsiteY127" fmla="*/ 255459 h 536619"/>
                  <a:gd name="connsiteX128" fmla="*/ 63203 w 451274"/>
                  <a:gd name="connsiteY128" fmla="*/ 257511 h 536619"/>
                  <a:gd name="connsiteX129" fmla="*/ 61891 w 451274"/>
                  <a:gd name="connsiteY129" fmla="*/ 261548 h 536619"/>
                  <a:gd name="connsiteX130" fmla="*/ 57112 w 451274"/>
                  <a:gd name="connsiteY130" fmla="*/ 264374 h 536619"/>
                  <a:gd name="connsiteX131" fmla="*/ 54958 w 451274"/>
                  <a:gd name="connsiteY131" fmla="*/ 265888 h 536619"/>
                  <a:gd name="connsiteX132" fmla="*/ 53006 w 451274"/>
                  <a:gd name="connsiteY132" fmla="*/ 268713 h 536619"/>
                  <a:gd name="connsiteX133" fmla="*/ 50179 w 451274"/>
                  <a:gd name="connsiteY133" fmla="*/ 274163 h 536619"/>
                  <a:gd name="connsiteX134" fmla="*/ 47352 w 451274"/>
                  <a:gd name="connsiteY134" fmla="*/ 279579 h 536619"/>
                  <a:gd name="connsiteX135" fmla="*/ 42775 w 451274"/>
                  <a:gd name="connsiteY135" fmla="*/ 282842 h 536619"/>
                  <a:gd name="connsiteX136" fmla="*/ 36044 w 451274"/>
                  <a:gd name="connsiteY136" fmla="*/ 287182 h 536619"/>
                  <a:gd name="connsiteX137" fmla="*/ 32342 w 451274"/>
                  <a:gd name="connsiteY137" fmla="*/ 288056 h 536619"/>
                  <a:gd name="connsiteX138" fmla="*/ 28203 w 451274"/>
                  <a:gd name="connsiteY138" fmla="*/ 291084 h 536619"/>
                  <a:gd name="connsiteX139" fmla="*/ 26049 w 451274"/>
                  <a:gd name="connsiteY139" fmla="*/ 296096 h 536619"/>
                  <a:gd name="connsiteX140" fmla="*/ 27361 w 451274"/>
                  <a:gd name="connsiteY140" fmla="*/ 301310 h 536619"/>
                  <a:gd name="connsiteX141" fmla="*/ 23895 w 451274"/>
                  <a:gd name="connsiteY141" fmla="*/ 310427 h 536619"/>
                  <a:gd name="connsiteX142" fmla="*/ 18241 w 451274"/>
                  <a:gd name="connsiteY142" fmla="*/ 313690 h 536619"/>
                  <a:gd name="connsiteX143" fmla="*/ 18443 w 451274"/>
                  <a:gd name="connsiteY143" fmla="*/ 320216 h 536619"/>
                  <a:gd name="connsiteX144" fmla="*/ 20193 w 451274"/>
                  <a:gd name="connsiteY144" fmla="*/ 325665 h 536619"/>
                  <a:gd name="connsiteX145" fmla="*/ 18039 w 451274"/>
                  <a:gd name="connsiteY145" fmla="*/ 331519 h 536619"/>
                  <a:gd name="connsiteX146" fmla="*/ 16928 w 451274"/>
                  <a:gd name="connsiteY146" fmla="*/ 342149 h 536619"/>
                  <a:gd name="connsiteX147" fmla="*/ 13899 w 451274"/>
                  <a:gd name="connsiteY147" fmla="*/ 354091 h 536619"/>
                  <a:gd name="connsiteX148" fmla="*/ 10635 w 451274"/>
                  <a:gd name="connsiteY148" fmla="*/ 361693 h 536619"/>
                  <a:gd name="connsiteX149" fmla="*/ 0 w 451274"/>
                  <a:gd name="connsiteY149" fmla="*/ 369296 h 536619"/>
                  <a:gd name="connsiteX150" fmla="*/ 0 w 451274"/>
                  <a:gd name="connsiteY150" fmla="*/ 376899 h 536619"/>
                  <a:gd name="connsiteX151" fmla="*/ 6966 w 451274"/>
                  <a:gd name="connsiteY151" fmla="*/ 383189 h 536619"/>
                  <a:gd name="connsiteX152" fmla="*/ 6966 w 451274"/>
                  <a:gd name="connsiteY152" fmla="*/ 390590 h 536619"/>
                  <a:gd name="connsiteX153" fmla="*/ 8919 w 451274"/>
                  <a:gd name="connsiteY153" fmla="*/ 400783 h 536619"/>
                  <a:gd name="connsiteX154" fmla="*/ 20664 w 451274"/>
                  <a:gd name="connsiteY154" fmla="*/ 407746 h 536619"/>
                  <a:gd name="connsiteX155" fmla="*/ 31736 w 451274"/>
                  <a:gd name="connsiteY155" fmla="*/ 412523 h 536619"/>
                  <a:gd name="connsiteX156" fmla="*/ 40015 w 451274"/>
                  <a:gd name="connsiteY156" fmla="*/ 412960 h 536619"/>
                  <a:gd name="connsiteX157" fmla="*/ 45905 w 451274"/>
                  <a:gd name="connsiteY157" fmla="*/ 410135 h 536619"/>
                  <a:gd name="connsiteX158" fmla="*/ 53073 w 451274"/>
                  <a:gd name="connsiteY158" fmla="*/ 408183 h 536619"/>
                  <a:gd name="connsiteX159" fmla="*/ 61319 w 451274"/>
                  <a:gd name="connsiteY159" fmla="*/ 410370 h 536619"/>
                  <a:gd name="connsiteX160" fmla="*/ 61319 w 451274"/>
                  <a:gd name="connsiteY160" fmla="*/ 413835 h 536619"/>
                  <a:gd name="connsiteX161" fmla="*/ 65660 w 451274"/>
                  <a:gd name="connsiteY161" fmla="*/ 418612 h 536619"/>
                  <a:gd name="connsiteX162" fmla="*/ 68925 w 451274"/>
                  <a:gd name="connsiteY162" fmla="*/ 424028 h 536619"/>
                  <a:gd name="connsiteX163" fmla="*/ 75218 w 451274"/>
                  <a:gd name="connsiteY163" fmla="*/ 428805 h 536619"/>
                  <a:gd name="connsiteX164" fmla="*/ 78920 w 451274"/>
                  <a:gd name="connsiteY164" fmla="*/ 431832 h 536619"/>
                  <a:gd name="connsiteX165" fmla="*/ 85213 w 451274"/>
                  <a:gd name="connsiteY165" fmla="*/ 428805 h 536619"/>
                  <a:gd name="connsiteX166" fmla="*/ 90228 w 451274"/>
                  <a:gd name="connsiteY166" fmla="*/ 424465 h 536619"/>
                  <a:gd name="connsiteX167" fmla="*/ 95882 w 451274"/>
                  <a:gd name="connsiteY167" fmla="*/ 420125 h 536619"/>
                  <a:gd name="connsiteX168" fmla="*/ 99146 w 451274"/>
                  <a:gd name="connsiteY168" fmla="*/ 416223 h 536619"/>
                  <a:gd name="connsiteX169" fmla="*/ 103925 w 451274"/>
                  <a:gd name="connsiteY169" fmla="*/ 418612 h 536619"/>
                  <a:gd name="connsiteX170" fmla="*/ 104363 w 451274"/>
                  <a:gd name="connsiteY170" fmla="*/ 421437 h 536619"/>
                  <a:gd name="connsiteX171" fmla="*/ 104363 w 451274"/>
                  <a:gd name="connsiteY171" fmla="*/ 426652 h 536619"/>
                  <a:gd name="connsiteX172" fmla="*/ 99146 w 451274"/>
                  <a:gd name="connsiteY172" fmla="*/ 431866 h 536619"/>
                  <a:gd name="connsiteX173" fmla="*/ 99146 w 451274"/>
                  <a:gd name="connsiteY173" fmla="*/ 440343 h 536619"/>
                  <a:gd name="connsiteX174" fmla="*/ 106113 w 451274"/>
                  <a:gd name="connsiteY174" fmla="*/ 445557 h 536619"/>
                  <a:gd name="connsiteX175" fmla="*/ 111969 w 451274"/>
                  <a:gd name="connsiteY175" fmla="*/ 454236 h 536619"/>
                  <a:gd name="connsiteX176" fmla="*/ 115872 w 451274"/>
                  <a:gd name="connsiteY176" fmla="*/ 462478 h 536619"/>
                  <a:gd name="connsiteX177" fmla="*/ 117825 w 451274"/>
                  <a:gd name="connsiteY177" fmla="*/ 466178 h 536619"/>
                  <a:gd name="connsiteX178" fmla="*/ 121728 w 451274"/>
                  <a:gd name="connsiteY178" fmla="*/ 470955 h 536619"/>
                  <a:gd name="connsiteX179" fmla="*/ 123478 w 451274"/>
                  <a:gd name="connsiteY179" fmla="*/ 478793 h 536619"/>
                  <a:gd name="connsiteX180" fmla="*/ 123478 w 451274"/>
                  <a:gd name="connsiteY180" fmla="*/ 484007 h 536619"/>
                  <a:gd name="connsiteX181" fmla="*/ 123478 w 451274"/>
                  <a:gd name="connsiteY181" fmla="*/ 489659 h 536619"/>
                  <a:gd name="connsiteX182" fmla="*/ 126406 w 451274"/>
                  <a:gd name="connsiteY182" fmla="*/ 497699 h 536619"/>
                  <a:gd name="connsiteX183" fmla="*/ 126070 w 451274"/>
                  <a:gd name="connsiteY183" fmla="*/ 502711 h 536619"/>
                  <a:gd name="connsiteX184" fmla="*/ 128695 w 451274"/>
                  <a:gd name="connsiteY184" fmla="*/ 509002 h 536619"/>
                  <a:gd name="connsiteX185" fmla="*/ 130209 w 451274"/>
                  <a:gd name="connsiteY185" fmla="*/ 516604 h 536619"/>
                  <a:gd name="connsiteX186" fmla="*/ 132801 w 451274"/>
                  <a:gd name="connsiteY186" fmla="*/ 524442 h 536619"/>
                  <a:gd name="connsiteX187" fmla="*/ 136940 w 451274"/>
                  <a:gd name="connsiteY187" fmla="*/ 529656 h 536619"/>
                  <a:gd name="connsiteX188" fmla="*/ 144546 w 451274"/>
                  <a:gd name="connsiteY188" fmla="*/ 536620 h 536619"/>
                  <a:gd name="connsiteX189" fmla="*/ 148686 w 451274"/>
                  <a:gd name="connsiteY189" fmla="*/ 535543 h 536619"/>
                  <a:gd name="connsiteX190" fmla="*/ 153700 w 451274"/>
                  <a:gd name="connsiteY190" fmla="*/ 532516 h 536619"/>
                  <a:gd name="connsiteX191" fmla="*/ 154777 w 451274"/>
                  <a:gd name="connsiteY191" fmla="*/ 531002 h 536619"/>
                  <a:gd name="connsiteX192" fmla="*/ 154777 w 451274"/>
                  <a:gd name="connsiteY192" fmla="*/ 527537 h 536619"/>
                  <a:gd name="connsiteX193" fmla="*/ 154777 w 451274"/>
                  <a:gd name="connsiteY193" fmla="*/ 521448 h 536619"/>
                  <a:gd name="connsiteX194" fmla="*/ 156191 w 451274"/>
                  <a:gd name="connsiteY194" fmla="*/ 516671 h 536619"/>
                  <a:gd name="connsiteX195" fmla="*/ 158244 w 451274"/>
                  <a:gd name="connsiteY195" fmla="*/ 519261 h 536619"/>
                  <a:gd name="connsiteX196" fmla="*/ 166927 w 451274"/>
                  <a:gd name="connsiteY196" fmla="*/ 518824 h 536619"/>
                  <a:gd name="connsiteX197" fmla="*/ 170393 w 451274"/>
                  <a:gd name="connsiteY197" fmla="*/ 517075 h 536619"/>
                  <a:gd name="connsiteX198" fmla="*/ 177562 w 451274"/>
                  <a:gd name="connsiteY198" fmla="*/ 513374 h 536619"/>
                  <a:gd name="connsiteX199" fmla="*/ 177763 w 451274"/>
                  <a:gd name="connsiteY199" fmla="*/ 509909 h 536619"/>
                  <a:gd name="connsiteX200" fmla="*/ 175374 w 451274"/>
                  <a:gd name="connsiteY200" fmla="*/ 507084 h 536619"/>
                  <a:gd name="connsiteX201" fmla="*/ 174061 w 451274"/>
                  <a:gd name="connsiteY201" fmla="*/ 503821 h 536619"/>
                  <a:gd name="connsiteX202" fmla="*/ 169047 w 451274"/>
                  <a:gd name="connsiteY202" fmla="*/ 501231 h 536619"/>
                  <a:gd name="connsiteX203" fmla="*/ 178167 w 451274"/>
                  <a:gd name="connsiteY203" fmla="*/ 500154 h 536619"/>
                  <a:gd name="connsiteX204" fmla="*/ 182509 w 451274"/>
                  <a:gd name="connsiteY204" fmla="*/ 501466 h 536619"/>
                  <a:gd name="connsiteX205" fmla="*/ 187725 w 451274"/>
                  <a:gd name="connsiteY205" fmla="*/ 504931 h 536619"/>
                  <a:gd name="connsiteX206" fmla="*/ 187725 w 451274"/>
                  <a:gd name="connsiteY206" fmla="*/ 513610 h 536619"/>
                  <a:gd name="connsiteX207" fmla="*/ 187725 w 451274"/>
                  <a:gd name="connsiteY207" fmla="*/ 518387 h 536619"/>
                  <a:gd name="connsiteX208" fmla="*/ 188600 w 451274"/>
                  <a:gd name="connsiteY208" fmla="*/ 521414 h 536619"/>
                  <a:gd name="connsiteX209" fmla="*/ 192740 w 451274"/>
                  <a:gd name="connsiteY209" fmla="*/ 521414 h 536619"/>
                  <a:gd name="connsiteX210" fmla="*/ 194692 w 451274"/>
                  <a:gd name="connsiteY210" fmla="*/ 517075 h 536619"/>
                  <a:gd name="connsiteX211" fmla="*/ 194692 w 451274"/>
                  <a:gd name="connsiteY211" fmla="*/ 513610 h 536619"/>
                  <a:gd name="connsiteX212" fmla="*/ 196004 w 451274"/>
                  <a:gd name="connsiteY212" fmla="*/ 509473 h 536619"/>
                  <a:gd name="connsiteX213" fmla="*/ 194692 w 451274"/>
                  <a:gd name="connsiteY213" fmla="*/ 506646 h 536619"/>
                  <a:gd name="connsiteX214" fmla="*/ 194692 w 451274"/>
                  <a:gd name="connsiteY214" fmla="*/ 503384 h 536619"/>
                  <a:gd name="connsiteX215" fmla="*/ 194692 w 451274"/>
                  <a:gd name="connsiteY215" fmla="*/ 494906 h 536619"/>
                  <a:gd name="connsiteX216" fmla="*/ 196879 w 451274"/>
                  <a:gd name="connsiteY216" fmla="*/ 491441 h 536619"/>
                  <a:gd name="connsiteX217" fmla="*/ 199908 w 451274"/>
                  <a:gd name="connsiteY217" fmla="*/ 486227 h 536619"/>
                  <a:gd name="connsiteX218" fmla="*/ 203374 w 451274"/>
                  <a:gd name="connsiteY218" fmla="*/ 486025 h 536619"/>
                  <a:gd name="connsiteX219" fmla="*/ 203374 w 451274"/>
                  <a:gd name="connsiteY219" fmla="*/ 488414 h 536619"/>
                  <a:gd name="connsiteX220" fmla="*/ 202836 w 451274"/>
                  <a:gd name="connsiteY220" fmla="*/ 494065 h 536619"/>
                  <a:gd name="connsiteX221" fmla="*/ 202062 w 451274"/>
                  <a:gd name="connsiteY221" fmla="*/ 500154 h 536619"/>
                  <a:gd name="connsiteX222" fmla="*/ 204687 w 451274"/>
                  <a:gd name="connsiteY222" fmla="*/ 502778 h 536619"/>
                  <a:gd name="connsiteX223" fmla="*/ 208154 w 451274"/>
                  <a:gd name="connsiteY223" fmla="*/ 498640 h 536619"/>
                  <a:gd name="connsiteX224" fmla="*/ 214447 w 451274"/>
                  <a:gd name="connsiteY224" fmla="*/ 492989 h 536619"/>
                  <a:gd name="connsiteX225" fmla="*/ 217274 w 451274"/>
                  <a:gd name="connsiteY225" fmla="*/ 487775 h 536619"/>
                  <a:gd name="connsiteX226" fmla="*/ 217274 w 451274"/>
                  <a:gd name="connsiteY226" fmla="*/ 481047 h 536619"/>
                  <a:gd name="connsiteX227" fmla="*/ 218250 w 451274"/>
                  <a:gd name="connsiteY227" fmla="*/ 474958 h 536619"/>
                  <a:gd name="connsiteX228" fmla="*/ 217038 w 451274"/>
                  <a:gd name="connsiteY228" fmla="*/ 472368 h 536619"/>
                  <a:gd name="connsiteX229" fmla="*/ 222894 w 451274"/>
                  <a:gd name="connsiteY229" fmla="*/ 471056 h 536619"/>
                  <a:gd name="connsiteX230" fmla="*/ 231173 w 451274"/>
                  <a:gd name="connsiteY230" fmla="*/ 471056 h 536619"/>
                  <a:gd name="connsiteX231" fmla="*/ 235750 w 451274"/>
                  <a:gd name="connsiteY231" fmla="*/ 467355 h 536619"/>
                  <a:gd name="connsiteX232" fmla="*/ 237500 w 451274"/>
                  <a:gd name="connsiteY232" fmla="*/ 463218 h 536619"/>
                  <a:gd name="connsiteX233" fmla="*/ 238375 w 451274"/>
                  <a:gd name="connsiteY233" fmla="*/ 457566 h 536619"/>
                  <a:gd name="connsiteX234" fmla="*/ 237298 w 451274"/>
                  <a:gd name="connsiteY234" fmla="*/ 453866 h 536619"/>
                  <a:gd name="connsiteX235" fmla="*/ 233597 w 451274"/>
                  <a:gd name="connsiteY235" fmla="*/ 453866 h 536619"/>
                  <a:gd name="connsiteX236" fmla="*/ 233394 w 451274"/>
                  <a:gd name="connsiteY236" fmla="*/ 449728 h 536619"/>
                  <a:gd name="connsiteX237" fmla="*/ 229255 w 451274"/>
                  <a:gd name="connsiteY237" fmla="*/ 446028 h 536619"/>
                  <a:gd name="connsiteX238" fmla="*/ 229693 w 451274"/>
                  <a:gd name="connsiteY238" fmla="*/ 441890 h 536619"/>
                  <a:gd name="connsiteX239" fmla="*/ 230130 w 451274"/>
                  <a:gd name="connsiteY239" fmla="*/ 438863 h 536619"/>
                  <a:gd name="connsiteX240" fmla="*/ 228817 w 451274"/>
                  <a:gd name="connsiteY240" fmla="*/ 435600 h 536619"/>
                  <a:gd name="connsiteX241" fmla="*/ 226866 w 451274"/>
                  <a:gd name="connsiteY241" fmla="*/ 432337 h 536619"/>
                  <a:gd name="connsiteX242" fmla="*/ 222962 w 451274"/>
                  <a:gd name="connsiteY242" fmla="*/ 427123 h 536619"/>
                  <a:gd name="connsiteX243" fmla="*/ 226462 w 451274"/>
                  <a:gd name="connsiteY243" fmla="*/ 424532 h 536619"/>
                  <a:gd name="connsiteX244" fmla="*/ 230164 w 451274"/>
                  <a:gd name="connsiteY244" fmla="*/ 423658 h 536619"/>
                  <a:gd name="connsiteX245" fmla="*/ 234303 w 451274"/>
                  <a:gd name="connsiteY245" fmla="*/ 423859 h 536619"/>
                  <a:gd name="connsiteX246" fmla="*/ 235380 w 451274"/>
                  <a:gd name="connsiteY246" fmla="*/ 428434 h 536619"/>
                  <a:gd name="connsiteX247" fmla="*/ 235380 w 451274"/>
                  <a:gd name="connsiteY247" fmla="*/ 435162 h 536619"/>
                  <a:gd name="connsiteX248" fmla="*/ 237332 w 451274"/>
                  <a:gd name="connsiteY248" fmla="*/ 439939 h 536619"/>
                  <a:gd name="connsiteX249" fmla="*/ 240798 w 451274"/>
                  <a:gd name="connsiteY249" fmla="*/ 439939 h 536619"/>
                  <a:gd name="connsiteX250" fmla="*/ 247529 w 451274"/>
                  <a:gd name="connsiteY250" fmla="*/ 438964 h 536619"/>
                  <a:gd name="connsiteX251" fmla="*/ 248169 w 451274"/>
                  <a:gd name="connsiteY251" fmla="*/ 435600 h 536619"/>
                  <a:gd name="connsiteX252" fmla="*/ 244702 w 451274"/>
                  <a:gd name="connsiteY252" fmla="*/ 429511 h 536619"/>
                  <a:gd name="connsiteX253" fmla="*/ 241875 w 451274"/>
                  <a:gd name="connsiteY253" fmla="*/ 425609 h 536619"/>
                  <a:gd name="connsiteX254" fmla="*/ 239924 w 451274"/>
                  <a:gd name="connsiteY254" fmla="*/ 419318 h 536619"/>
                  <a:gd name="connsiteX255" fmla="*/ 237971 w 451274"/>
                  <a:gd name="connsiteY255" fmla="*/ 413028 h 536619"/>
                  <a:gd name="connsiteX256" fmla="*/ 242313 w 451274"/>
                  <a:gd name="connsiteY256" fmla="*/ 417165 h 536619"/>
                  <a:gd name="connsiteX257" fmla="*/ 249919 w 451274"/>
                  <a:gd name="connsiteY257" fmla="*/ 424330 h 536619"/>
                  <a:gd name="connsiteX258" fmla="*/ 255371 w 451274"/>
                  <a:gd name="connsiteY258" fmla="*/ 423691 h 536619"/>
                  <a:gd name="connsiteX259" fmla="*/ 260587 w 451274"/>
                  <a:gd name="connsiteY259" fmla="*/ 420865 h 536619"/>
                  <a:gd name="connsiteX260" fmla="*/ 268833 w 451274"/>
                  <a:gd name="connsiteY260" fmla="*/ 420865 h 536619"/>
                  <a:gd name="connsiteX261" fmla="*/ 271222 w 451274"/>
                  <a:gd name="connsiteY261" fmla="*/ 421942 h 536619"/>
                  <a:gd name="connsiteX262" fmla="*/ 279266 w 451274"/>
                  <a:gd name="connsiteY262" fmla="*/ 425642 h 536619"/>
                  <a:gd name="connsiteX263" fmla="*/ 285794 w 451274"/>
                  <a:gd name="connsiteY263" fmla="*/ 427593 h 536619"/>
                  <a:gd name="connsiteX264" fmla="*/ 293199 w 451274"/>
                  <a:gd name="connsiteY264" fmla="*/ 425205 h 536619"/>
                  <a:gd name="connsiteX265" fmla="*/ 293838 w 451274"/>
                  <a:gd name="connsiteY265" fmla="*/ 419789 h 536619"/>
                  <a:gd name="connsiteX266" fmla="*/ 294915 w 451274"/>
                  <a:gd name="connsiteY266" fmla="*/ 413700 h 536619"/>
                  <a:gd name="connsiteX267" fmla="*/ 299492 w 451274"/>
                  <a:gd name="connsiteY267" fmla="*/ 408923 h 536619"/>
                  <a:gd name="connsiteX268" fmla="*/ 302756 w 451274"/>
                  <a:gd name="connsiteY268" fmla="*/ 407847 h 536619"/>
                  <a:gd name="connsiteX269" fmla="*/ 305583 w 451274"/>
                  <a:gd name="connsiteY269" fmla="*/ 405021 h 536619"/>
                  <a:gd name="connsiteX270" fmla="*/ 306223 w 451274"/>
                  <a:gd name="connsiteY270" fmla="*/ 400446 h 536619"/>
                  <a:gd name="connsiteX271" fmla="*/ 303194 w 451274"/>
                  <a:gd name="connsiteY271" fmla="*/ 396746 h 536619"/>
                  <a:gd name="connsiteX272" fmla="*/ 294511 w 451274"/>
                  <a:gd name="connsiteY272" fmla="*/ 395669 h 536619"/>
                  <a:gd name="connsiteX273" fmla="*/ 292122 w 451274"/>
                  <a:gd name="connsiteY273" fmla="*/ 392205 h 536619"/>
                  <a:gd name="connsiteX274" fmla="*/ 292122 w 451274"/>
                  <a:gd name="connsiteY274" fmla="*/ 389614 h 536619"/>
                  <a:gd name="connsiteX275" fmla="*/ 299963 w 451274"/>
                  <a:gd name="connsiteY275" fmla="*/ 389614 h 536619"/>
                  <a:gd name="connsiteX276" fmla="*/ 305180 w 451274"/>
                  <a:gd name="connsiteY276" fmla="*/ 389614 h 536619"/>
                  <a:gd name="connsiteX277" fmla="*/ 310396 w 451274"/>
                  <a:gd name="connsiteY277" fmla="*/ 386150 h 536619"/>
                  <a:gd name="connsiteX278" fmla="*/ 322579 w 451274"/>
                  <a:gd name="connsiteY278" fmla="*/ 386150 h 536619"/>
                  <a:gd name="connsiteX279" fmla="*/ 327594 w 451274"/>
                  <a:gd name="connsiteY279" fmla="*/ 386150 h 536619"/>
                  <a:gd name="connsiteX280" fmla="*/ 330623 w 451274"/>
                  <a:gd name="connsiteY280" fmla="*/ 381810 h 536619"/>
                  <a:gd name="connsiteX281" fmla="*/ 331296 w 451274"/>
                  <a:gd name="connsiteY281" fmla="*/ 372256 h 536619"/>
                  <a:gd name="connsiteX282" fmla="*/ 326719 w 451274"/>
                  <a:gd name="connsiteY282" fmla="*/ 367244 h 536619"/>
                  <a:gd name="connsiteX283" fmla="*/ 322579 w 451274"/>
                  <a:gd name="connsiteY283" fmla="*/ 365293 h 536619"/>
                  <a:gd name="connsiteX284" fmla="*/ 316488 w 451274"/>
                  <a:gd name="connsiteY284" fmla="*/ 365293 h 536619"/>
                  <a:gd name="connsiteX285" fmla="*/ 316488 w 451274"/>
                  <a:gd name="connsiteY285" fmla="*/ 360079 h 536619"/>
                  <a:gd name="connsiteX286" fmla="*/ 318541 w 451274"/>
                  <a:gd name="connsiteY286" fmla="*/ 355100 h 536619"/>
                  <a:gd name="connsiteX287" fmla="*/ 319954 w 451274"/>
                  <a:gd name="connsiteY287" fmla="*/ 350525 h 536619"/>
                  <a:gd name="connsiteX288" fmla="*/ 319954 w 451274"/>
                  <a:gd name="connsiteY288" fmla="*/ 345984 h 536619"/>
                  <a:gd name="connsiteX289" fmla="*/ 322680 w 451274"/>
                  <a:gd name="connsiteY289" fmla="*/ 343360 h 536619"/>
                  <a:gd name="connsiteX290" fmla="*/ 326921 w 451274"/>
                  <a:gd name="connsiteY290" fmla="*/ 343595 h 536619"/>
                  <a:gd name="connsiteX291" fmla="*/ 326921 w 451274"/>
                  <a:gd name="connsiteY291" fmla="*/ 348809 h 536619"/>
                  <a:gd name="connsiteX292" fmla="*/ 326921 w 451274"/>
                  <a:gd name="connsiteY292" fmla="*/ 354259 h 536619"/>
                  <a:gd name="connsiteX293" fmla="*/ 331599 w 451274"/>
                  <a:gd name="connsiteY293" fmla="*/ 358599 h 536619"/>
                  <a:gd name="connsiteX294" fmla="*/ 337151 w 451274"/>
                  <a:gd name="connsiteY294" fmla="*/ 357085 h 536619"/>
                  <a:gd name="connsiteX295" fmla="*/ 338901 w 451274"/>
                  <a:gd name="connsiteY295" fmla="*/ 355571 h 536619"/>
                  <a:gd name="connsiteX296" fmla="*/ 338700 w 451274"/>
                  <a:gd name="connsiteY296" fmla="*/ 347531 h 536619"/>
                  <a:gd name="connsiteX297" fmla="*/ 339575 w 451274"/>
                  <a:gd name="connsiteY297" fmla="*/ 344268 h 536619"/>
                  <a:gd name="connsiteX298" fmla="*/ 342200 w 451274"/>
                  <a:gd name="connsiteY298" fmla="*/ 342317 h 536619"/>
                  <a:gd name="connsiteX299" fmla="*/ 346541 w 451274"/>
                  <a:gd name="connsiteY299" fmla="*/ 344705 h 536619"/>
                  <a:gd name="connsiteX300" fmla="*/ 350681 w 451274"/>
                  <a:gd name="connsiteY300" fmla="*/ 347531 h 536619"/>
                  <a:gd name="connsiteX301" fmla="*/ 354585 w 451274"/>
                  <a:gd name="connsiteY301" fmla="*/ 346455 h 536619"/>
                  <a:gd name="connsiteX302" fmla="*/ 357849 w 451274"/>
                  <a:gd name="connsiteY302" fmla="*/ 341240 h 536619"/>
                  <a:gd name="connsiteX303" fmla="*/ 359801 w 451274"/>
                  <a:gd name="connsiteY303" fmla="*/ 337776 h 536619"/>
                  <a:gd name="connsiteX304" fmla="*/ 357412 w 451274"/>
                  <a:gd name="connsiteY304" fmla="*/ 332360 h 536619"/>
                  <a:gd name="connsiteX305" fmla="*/ 347181 w 451274"/>
                  <a:gd name="connsiteY305" fmla="*/ 332360 h 536619"/>
                  <a:gd name="connsiteX306" fmla="*/ 339575 w 451274"/>
                  <a:gd name="connsiteY306" fmla="*/ 326069 h 536619"/>
                  <a:gd name="connsiteX307" fmla="*/ 337185 w 451274"/>
                  <a:gd name="connsiteY307" fmla="*/ 320855 h 536619"/>
                  <a:gd name="connsiteX308" fmla="*/ 338262 w 451274"/>
                  <a:gd name="connsiteY308" fmla="*/ 316717 h 536619"/>
                  <a:gd name="connsiteX309" fmla="*/ 342839 w 451274"/>
                  <a:gd name="connsiteY309" fmla="*/ 316717 h 536619"/>
                  <a:gd name="connsiteX310" fmla="*/ 348291 w 451274"/>
                  <a:gd name="connsiteY310" fmla="*/ 318904 h 536619"/>
                  <a:gd name="connsiteX311" fmla="*/ 353710 w 451274"/>
                  <a:gd name="connsiteY311" fmla="*/ 321292 h 536619"/>
                  <a:gd name="connsiteX312" fmla="*/ 356536 w 451274"/>
                  <a:gd name="connsiteY312" fmla="*/ 321057 h 536619"/>
                  <a:gd name="connsiteX313" fmla="*/ 356536 w 451274"/>
                  <a:gd name="connsiteY313" fmla="*/ 311503 h 536619"/>
                  <a:gd name="connsiteX314" fmla="*/ 361113 w 451274"/>
                  <a:gd name="connsiteY314" fmla="*/ 303026 h 536619"/>
                  <a:gd name="connsiteX315" fmla="*/ 364378 w 451274"/>
                  <a:gd name="connsiteY315" fmla="*/ 305650 h 536619"/>
                  <a:gd name="connsiteX316" fmla="*/ 368282 w 451274"/>
                  <a:gd name="connsiteY316" fmla="*/ 309787 h 536619"/>
                  <a:gd name="connsiteX317" fmla="*/ 371984 w 451274"/>
                  <a:gd name="connsiteY317" fmla="*/ 315002 h 536619"/>
                  <a:gd name="connsiteX318" fmla="*/ 371547 w 451274"/>
                  <a:gd name="connsiteY318" fmla="*/ 320014 h 536619"/>
                  <a:gd name="connsiteX319" fmla="*/ 378278 w 451274"/>
                  <a:gd name="connsiteY319" fmla="*/ 327179 h 536619"/>
                  <a:gd name="connsiteX320" fmla="*/ 388071 w 451274"/>
                  <a:gd name="connsiteY320" fmla="*/ 327179 h 536619"/>
                  <a:gd name="connsiteX321" fmla="*/ 390662 w 451274"/>
                  <a:gd name="connsiteY321" fmla="*/ 324555 h 536619"/>
                  <a:gd name="connsiteX322" fmla="*/ 389350 w 451274"/>
                  <a:gd name="connsiteY322" fmla="*/ 318702 h 536619"/>
                  <a:gd name="connsiteX323" fmla="*/ 385884 w 451274"/>
                  <a:gd name="connsiteY323" fmla="*/ 308913 h 536619"/>
                  <a:gd name="connsiteX324" fmla="*/ 381542 w 451274"/>
                  <a:gd name="connsiteY324" fmla="*/ 304338 h 536619"/>
                  <a:gd name="connsiteX325" fmla="*/ 376527 w 451274"/>
                  <a:gd name="connsiteY325" fmla="*/ 297610 h 536619"/>
                  <a:gd name="connsiteX326" fmla="*/ 383898 w 451274"/>
                  <a:gd name="connsiteY326" fmla="*/ 297610 h 536619"/>
                  <a:gd name="connsiteX327" fmla="*/ 388475 w 451274"/>
                  <a:gd name="connsiteY327" fmla="*/ 295457 h 536619"/>
                  <a:gd name="connsiteX328" fmla="*/ 387600 w 451274"/>
                  <a:gd name="connsiteY328" fmla="*/ 289166 h 536619"/>
                  <a:gd name="connsiteX329" fmla="*/ 386725 w 451274"/>
                  <a:gd name="connsiteY329" fmla="*/ 283952 h 536619"/>
                  <a:gd name="connsiteX330" fmla="*/ 384335 w 451274"/>
                  <a:gd name="connsiteY330" fmla="*/ 275273 h 536619"/>
                  <a:gd name="connsiteX331" fmla="*/ 384537 w 451274"/>
                  <a:gd name="connsiteY331" fmla="*/ 268747 h 536619"/>
                  <a:gd name="connsiteX332" fmla="*/ 385177 w 451274"/>
                  <a:gd name="connsiteY332" fmla="*/ 266359 h 536619"/>
                  <a:gd name="connsiteX333" fmla="*/ 396249 w 451274"/>
                  <a:gd name="connsiteY333" fmla="*/ 266359 h 536619"/>
                  <a:gd name="connsiteX334" fmla="*/ 399749 w 451274"/>
                  <a:gd name="connsiteY334" fmla="*/ 262759 h 536619"/>
                  <a:gd name="connsiteX335" fmla="*/ 398672 w 451274"/>
                  <a:gd name="connsiteY335" fmla="*/ 257444 h 536619"/>
                  <a:gd name="connsiteX336" fmla="*/ 395206 w 451274"/>
                  <a:gd name="connsiteY336" fmla="*/ 251355 h 536619"/>
                  <a:gd name="connsiteX337" fmla="*/ 388677 w 451274"/>
                  <a:gd name="connsiteY337" fmla="*/ 248967 h 536619"/>
                  <a:gd name="connsiteX338" fmla="*/ 379994 w 451274"/>
                  <a:gd name="connsiteY338" fmla="*/ 248967 h 536619"/>
                  <a:gd name="connsiteX339" fmla="*/ 372826 w 451274"/>
                  <a:gd name="connsiteY339" fmla="*/ 248967 h 536619"/>
                  <a:gd name="connsiteX340" fmla="*/ 373902 w 451274"/>
                  <a:gd name="connsiteY340" fmla="*/ 245368 h 536619"/>
                  <a:gd name="connsiteX341" fmla="*/ 380869 w 451274"/>
                  <a:gd name="connsiteY341" fmla="*/ 238539 h 536619"/>
                  <a:gd name="connsiteX342" fmla="*/ 383696 w 451274"/>
                  <a:gd name="connsiteY342" fmla="*/ 234401 h 536619"/>
                  <a:gd name="connsiteX343" fmla="*/ 384571 w 451274"/>
                  <a:gd name="connsiteY343" fmla="*/ 225924 h 536619"/>
                  <a:gd name="connsiteX344" fmla="*/ 388273 w 451274"/>
                  <a:gd name="connsiteY344" fmla="*/ 220272 h 536619"/>
                  <a:gd name="connsiteX345" fmla="*/ 395441 w 451274"/>
                  <a:gd name="connsiteY345" fmla="*/ 218759 h 536619"/>
                  <a:gd name="connsiteX346" fmla="*/ 401095 w 451274"/>
                  <a:gd name="connsiteY346" fmla="*/ 216370 h 536619"/>
                  <a:gd name="connsiteX347" fmla="*/ 405639 w 451274"/>
                  <a:gd name="connsiteY347" fmla="*/ 216370 h 536619"/>
                  <a:gd name="connsiteX348" fmla="*/ 410417 w 451274"/>
                  <a:gd name="connsiteY348" fmla="*/ 213545 h 536619"/>
                  <a:gd name="connsiteX349" fmla="*/ 411730 w 451274"/>
                  <a:gd name="connsiteY349" fmla="*/ 207893 h 536619"/>
                  <a:gd name="connsiteX350" fmla="*/ 407591 w 451274"/>
                  <a:gd name="connsiteY350" fmla="*/ 203755 h 536619"/>
                  <a:gd name="connsiteX351" fmla="*/ 402811 w 451274"/>
                  <a:gd name="connsiteY351" fmla="*/ 202881 h 536619"/>
                  <a:gd name="connsiteX352" fmla="*/ 398033 w 451274"/>
                  <a:gd name="connsiteY352" fmla="*/ 204193 h 536619"/>
                  <a:gd name="connsiteX353" fmla="*/ 394768 w 451274"/>
                  <a:gd name="connsiteY353" fmla="*/ 207893 h 536619"/>
                  <a:gd name="connsiteX354" fmla="*/ 391706 w 451274"/>
                  <a:gd name="connsiteY354" fmla="*/ 211593 h 536619"/>
                  <a:gd name="connsiteX355" fmla="*/ 388677 w 451274"/>
                  <a:gd name="connsiteY355" fmla="*/ 213545 h 536619"/>
                  <a:gd name="connsiteX356" fmla="*/ 385782 w 451274"/>
                  <a:gd name="connsiteY356" fmla="*/ 211291 h 536619"/>
                  <a:gd name="connsiteX357" fmla="*/ 380869 w 451274"/>
                  <a:gd name="connsiteY357" fmla="*/ 208969 h 536619"/>
                  <a:gd name="connsiteX358" fmla="*/ 375652 w 451274"/>
                  <a:gd name="connsiteY358" fmla="*/ 204058 h 536619"/>
                  <a:gd name="connsiteX359" fmla="*/ 374777 w 451274"/>
                  <a:gd name="connsiteY359" fmla="*/ 200593 h 536619"/>
                  <a:gd name="connsiteX360" fmla="*/ 378244 w 451274"/>
                  <a:gd name="connsiteY360" fmla="*/ 198272 h 536619"/>
                  <a:gd name="connsiteX361" fmla="*/ 379994 w 451274"/>
                  <a:gd name="connsiteY361" fmla="*/ 196826 h 536619"/>
                  <a:gd name="connsiteX362" fmla="*/ 383191 w 451274"/>
                  <a:gd name="connsiteY362" fmla="*/ 196826 h 536619"/>
                  <a:gd name="connsiteX363" fmla="*/ 386388 w 451274"/>
                  <a:gd name="connsiteY363" fmla="*/ 200459 h 536619"/>
                  <a:gd name="connsiteX364" fmla="*/ 390461 w 451274"/>
                  <a:gd name="connsiteY364" fmla="*/ 202040 h 536619"/>
                  <a:gd name="connsiteX365" fmla="*/ 395374 w 451274"/>
                  <a:gd name="connsiteY365" fmla="*/ 202040 h 536619"/>
                  <a:gd name="connsiteX366" fmla="*/ 398268 w 451274"/>
                  <a:gd name="connsiteY366" fmla="*/ 199416 h 536619"/>
                  <a:gd name="connsiteX367" fmla="*/ 398268 w 451274"/>
                  <a:gd name="connsiteY367" fmla="*/ 193899 h 536619"/>
                  <a:gd name="connsiteX368" fmla="*/ 395509 w 451274"/>
                  <a:gd name="connsiteY368" fmla="*/ 190703 h 536619"/>
                  <a:gd name="connsiteX369" fmla="*/ 391302 w 451274"/>
                  <a:gd name="connsiteY369" fmla="*/ 185489 h 536619"/>
                  <a:gd name="connsiteX370" fmla="*/ 391302 w 451274"/>
                  <a:gd name="connsiteY370" fmla="*/ 182865 h 536619"/>
                  <a:gd name="connsiteX371" fmla="*/ 385580 w 451274"/>
                  <a:gd name="connsiteY371" fmla="*/ 179400 h 536619"/>
                  <a:gd name="connsiteX372" fmla="*/ 379119 w 451274"/>
                  <a:gd name="connsiteY372" fmla="*/ 178526 h 536619"/>
                  <a:gd name="connsiteX373" fmla="*/ 379119 w 451274"/>
                  <a:gd name="connsiteY373" fmla="*/ 177651 h 536619"/>
                  <a:gd name="connsiteX374" fmla="*/ 381878 w 451274"/>
                  <a:gd name="connsiteY374" fmla="*/ 175330 h 536619"/>
                  <a:gd name="connsiteX375" fmla="*/ 383460 w 451274"/>
                  <a:gd name="connsiteY375" fmla="*/ 172437 h 536619"/>
                  <a:gd name="connsiteX376" fmla="*/ 377941 w 451274"/>
                  <a:gd name="connsiteY376" fmla="*/ 172437 h 536619"/>
                  <a:gd name="connsiteX377" fmla="*/ 372152 w 451274"/>
                  <a:gd name="connsiteY377" fmla="*/ 169813 h 536619"/>
                  <a:gd name="connsiteX378" fmla="*/ 369527 w 451274"/>
                  <a:gd name="connsiteY378" fmla="*/ 165743 h 536619"/>
                  <a:gd name="connsiteX379" fmla="*/ 371849 w 451274"/>
                  <a:gd name="connsiteY379" fmla="*/ 162547 h 536619"/>
                  <a:gd name="connsiteX380" fmla="*/ 376763 w 451274"/>
                  <a:gd name="connsiteY380" fmla="*/ 165743 h 536619"/>
                  <a:gd name="connsiteX381" fmla="*/ 383730 w 451274"/>
                  <a:gd name="connsiteY381" fmla="*/ 168064 h 536619"/>
                  <a:gd name="connsiteX382" fmla="*/ 384032 w 451274"/>
                  <a:gd name="connsiteY382" fmla="*/ 165743 h 536619"/>
                  <a:gd name="connsiteX383" fmla="*/ 382585 w 451274"/>
                  <a:gd name="connsiteY383" fmla="*/ 162850 h 536619"/>
                  <a:gd name="connsiteX384" fmla="*/ 382585 w 451274"/>
                  <a:gd name="connsiteY384" fmla="*/ 157938 h 536619"/>
                  <a:gd name="connsiteX385" fmla="*/ 385042 w 451274"/>
                  <a:gd name="connsiteY385" fmla="*/ 158207 h 536619"/>
                  <a:gd name="connsiteX386" fmla="*/ 386927 w 451274"/>
                  <a:gd name="connsiteY386" fmla="*/ 158779 h 536619"/>
                  <a:gd name="connsiteX387" fmla="*/ 390124 w 451274"/>
                  <a:gd name="connsiteY387" fmla="*/ 156458 h 536619"/>
                  <a:gd name="connsiteX388" fmla="*/ 394768 w 451274"/>
                  <a:gd name="connsiteY388" fmla="*/ 157602 h 536619"/>
                  <a:gd name="connsiteX389" fmla="*/ 394768 w 451274"/>
                  <a:gd name="connsiteY389" fmla="*/ 164565 h 536619"/>
                  <a:gd name="connsiteX390" fmla="*/ 394768 w 451274"/>
                  <a:gd name="connsiteY390" fmla="*/ 170654 h 536619"/>
                  <a:gd name="connsiteX391" fmla="*/ 401735 w 451274"/>
                  <a:gd name="connsiteY391" fmla="*/ 170654 h 536619"/>
                  <a:gd name="connsiteX392" fmla="*/ 405201 w 451274"/>
                  <a:gd name="connsiteY392" fmla="*/ 169645 h 536619"/>
                  <a:gd name="connsiteX393" fmla="*/ 406648 w 451274"/>
                  <a:gd name="connsiteY393" fmla="*/ 166314 h 536619"/>
                  <a:gd name="connsiteX394" fmla="*/ 408667 w 451274"/>
                  <a:gd name="connsiteY394" fmla="*/ 160528 h 536619"/>
                  <a:gd name="connsiteX395" fmla="*/ 410990 w 451274"/>
                  <a:gd name="connsiteY395" fmla="*/ 159082 h 536619"/>
                  <a:gd name="connsiteX396" fmla="*/ 412740 w 451274"/>
                  <a:gd name="connsiteY396" fmla="*/ 159654 h 536619"/>
                  <a:gd name="connsiteX397" fmla="*/ 415062 w 451274"/>
                  <a:gd name="connsiteY397" fmla="*/ 162278 h 536619"/>
                  <a:gd name="connsiteX398" fmla="*/ 414490 w 451274"/>
                  <a:gd name="connsiteY398" fmla="*/ 164868 h 536619"/>
                  <a:gd name="connsiteX399" fmla="*/ 413918 w 451274"/>
                  <a:gd name="connsiteY399" fmla="*/ 167189 h 536619"/>
                  <a:gd name="connsiteX400" fmla="*/ 411293 w 451274"/>
                  <a:gd name="connsiteY400" fmla="*/ 170957 h 536619"/>
                  <a:gd name="connsiteX401" fmla="*/ 408095 w 451274"/>
                  <a:gd name="connsiteY401" fmla="*/ 173547 h 536619"/>
                  <a:gd name="connsiteX402" fmla="*/ 404326 w 451274"/>
                  <a:gd name="connsiteY402" fmla="*/ 177886 h 536619"/>
                  <a:gd name="connsiteX403" fmla="*/ 401701 w 451274"/>
                  <a:gd name="connsiteY403" fmla="*/ 183673 h 536619"/>
                  <a:gd name="connsiteX404" fmla="*/ 401701 w 451274"/>
                  <a:gd name="connsiteY404" fmla="*/ 185994 h 536619"/>
                  <a:gd name="connsiteX405" fmla="*/ 404461 w 451274"/>
                  <a:gd name="connsiteY405" fmla="*/ 190636 h 536619"/>
                  <a:gd name="connsiteX406" fmla="*/ 411562 w 451274"/>
                  <a:gd name="connsiteY406" fmla="*/ 187171 h 536619"/>
                  <a:gd name="connsiteX407" fmla="*/ 423745 w 451274"/>
                  <a:gd name="connsiteY407" fmla="*/ 181385 h 536619"/>
                  <a:gd name="connsiteX408" fmla="*/ 428389 w 451274"/>
                  <a:gd name="connsiteY408" fmla="*/ 174422 h 536619"/>
                  <a:gd name="connsiteX409" fmla="*/ 430409 w 451274"/>
                  <a:gd name="connsiteY409" fmla="*/ 168333 h 536619"/>
                  <a:gd name="connsiteX410" fmla="*/ 422567 w 451274"/>
                  <a:gd name="connsiteY410" fmla="*/ 159351 h 536619"/>
                  <a:gd name="connsiteX411" fmla="*/ 418797 w 451274"/>
                  <a:gd name="connsiteY411" fmla="*/ 152690 h 536619"/>
                  <a:gd name="connsiteX412" fmla="*/ 420817 w 451274"/>
                  <a:gd name="connsiteY412" fmla="*/ 147173 h 536619"/>
                  <a:gd name="connsiteX413" fmla="*/ 420817 w 451274"/>
                  <a:gd name="connsiteY413" fmla="*/ 142834 h 536619"/>
                  <a:gd name="connsiteX414" fmla="*/ 425158 w 451274"/>
                  <a:gd name="connsiteY414" fmla="*/ 140815 h 536619"/>
                  <a:gd name="connsiteX415" fmla="*/ 430375 w 451274"/>
                  <a:gd name="connsiteY415" fmla="*/ 141118 h 536619"/>
                  <a:gd name="connsiteX416" fmla="*/ 433841 w 451274"/>
                  <a:gd name="connsiteY416" fmla="*/ 142868 h 536619"/>
                  <a:gd name="connsiteX417" fmla="*/ 437611 w 451274"/>
                  <a:gd name="connsiteY417" fmla="*/ 142868 h 536619"/>
                  <a:gd name="connsiteX418" fmla="*/ 438890 w 451274"/>
                  <a:gd name="connsiteY418" fmla="*/ 139537 h 536619"/>
                  <a:gd name="connsiteX419" fmla="*/ 437307 w 451274"/>
                  <a:gd name="connsiteY419" fmla="*/ 135904 h 536619"/>
                  <a:gd name="connsiteX420" fmla="*/ 436736 w 451274"/>
                  <a:gd name="connsiteY420" fmla="*/ 133011 h 536619"/>
                  <a:gd name="connsiteX421" fmla="*/ 435288 w 451274"/>
                  <a:gd name="connsiteY421" fmla="*/ 124904 h 536619"/>
                  <a:gd name="connsiteX422" fmla="*/ 438890 w 451274"/>
                  <a:gd name="connsiteY422" fmla="*/ 123155 h 536619"/>
                  <a:gd name="connsiteX423" fmla="*/ 444846 w 451274"/>
                  <a:gd name="connsiteY423" fmla="*/ 120834 h 536619"/>
                  <a:gd name="connsiteX424" fmla="*/ 446293 w 451274"/>
                  <a:gd name="connsiteY424" fmla="*/ 115922 h 536619"/>
                  <a:gd name="connsiteX425" fmla="*/ 441952 w 451274"/>
                  <a:gd name="connsiteY425" fmla="*/ 111583 h 536619"/>
                  <a:gd name="connsiteX426" fmla="*/ 439058 w 451274"/>
                  <a:gd name="connsiteY426" fmla="*/ 108118 h 536619"/>
                  <a:gd name="connsiteX427" fmla="*/ 433841 w 451274"/>
                  <a:gd name="connsiteY427" fmla="*/ 108118 h 536619"/>
                  <a:gd name="connsiteX428" fmla="*/ 426875 w 451274"/>
                  <a:gd name="connsiteY428" fmla="*/ 106369 h 536619"/>
                  <a:gd name="connsiteX429" fmla="*/ 426572 w 451274"/>
                  <a:gd name="connsiteY429" fmla="*/ 106369 h 536619"/>
                  <a:gd name="connsiteX430" fmla="*/ 429466 w 451274"/>
                  <a:gd name="connsiteY430" fmla="*/ 101154 h 536619"/>
                  <a:gd name="connsiteX431" fmla="*/ 438721 w 451274"/>
                  <a:gd name="connsiteY431" fmla="*/ 102904 h 536619"/>
                  <a:gd name="connsiteX432" fmla="*/ 443635 w 451274"/>
                  <a:gd name="connsiteY432" fmla="*/ 108690 h 536619"/>
                  <a:gd name="connsiteX433" fmla="*/ 447673 w 451274"/>
                  <a:gd name="connsiteY433" fmla="*/ 111583 h 536619"/>
                  <a:gd name="connsiteX434" fmla="*/ 451139 w 451274"/>
                  <a:gd name="connsiteY434" fmla="*/ 111583 h 536619"/>
                  <a:gd name="connsiteX435" fmla="*/ 451274 w 451274"/>
                  <a:gd name="connsiteY435" fmla="*/ 111011 h 536619"/>
                  <a:gd name="connsiteX436" fmla="*/ 451005 w 451274"/>
                  <a:gd name="connsiteY436" fmla="*/ 110977 h 53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451274" h="536619">
                    <a:moveTo>
                      <a:pt x="451005" y="110977"/>
                    </a:moveTo>
                    <a:lnTo>
                      <a:pt x="449255" y="109228"/>
                    </a:lnTo>
                    <a:lnTo>
                      <a:pt x="445116" y="105326"/>
                    </a:lnTo>
                    <a:lnTo>
                      <a:pt x="445116" y="100313"/>
                    </a:lnTo>
                    <a:lnTo>
                      <a:pt x="441649" y="93787"/>
                    </a:lnTo>
                    <a:cubicBezTo>
                      <a:pt x="441649" y="93787"/>
                      <a:pt x="441211" y="89011"/>
                      <a:pt x="440572" y="88371"/>
                    </a:cubicBezTo>
                    <a:cubicBezTo>
                      <a:pt x="439899" y="87732"/>
                      <a:pt x="437510" y="84032"/>
                      <a:pt x="437510" y="84032"/>
                    </a:cubicBezTo>
                    <a:lnTo>
                      <a:pt x="427514" y="82283"/>
                    </a:lnTo>
                    <a:cubicBezTo>
                      <a:pt x="427514" y="82283"/>
                      <a:pt x="417283" y="83595"/>
                      <a:pt x="416643" y="83796"/>
                    </a:cubicBezTo>
                    <a:cubicBezTo>
                      <a:pt x="416004" y="83998"/>
                      <a:pt x="410350" y="87059"/>
                      <a:pt x="410350" y="87059"/>
                    </a:cubicBezTo>
                    <a:lnTo>
                      <a:pt x="405134" y="93787"/>
                    </a:lnTo>
                    <a:lnTo>
                      <a:pt x="401432" y="99203"/>
                    </a:lnTo>
                    <a:cubicBezTo>
                      <a:pt x="401432" y="99203"/>
                      <a:pt x="395340" y="100717"/>
                      <a:pt x="394701" y="100953"/>
                    </a:cubicBezTo>
                    <a:cubicBezTo>
                      <a:pt x="394028" y="101188"/>
                      <a:pt x="387533" y="102029"/>
                      <a:pt x="387533" y="102029"/>
                    </a:cubicBezTo>
                    <a:lnTo>
                      <a:pt x="381206" y="100280"/>
                    </a:lnTo>
                    <a:lnTo>
                      <a:pt x="378580" y="94830"/>
                    </a:lnTo>
                    <a:lnTo>
                      <a:pt x="375114" y="87867"/>
                    </a:lnTo>
                    <a:lnTo>
                      <a:pt x="370772" y="80264"/>
                    </a:lnTo>
                    <a:lnTo>
                      <a:pt x="368820" y="71350"/>
                    </a:lnTo>
                    <a:lnTo>
                      <a:pt x="364681" y="64386"/>
                    </a:lnTo>
                    <a:lnTo>
                      <a:pt x="358589" y="65463"/>
                    </a:lnTo>
                    <a:lnTo>
                      <a:pt x="355965" y="68087"/>
                    </a:lnTo>
                    <a:lnTo>
                      <a:pt x="354214" y="73503"/>
                    </a:lnTo>
                    <a:cubicBezTo>
                      <a:pt x="354214" y="73503"/>
                      <a:pt x="351185" y="80029"/>
                      <a:pt x="350310" y="80029"/>
                    </a:cubicBezTo>
                    <a:cubicBezTo>
                      <a:pt x="349435" y="80029"/>
                      <a:pt x="346171" y="81105"/>
                      <a:pt x="346171" y="81105"/>
                    </a:cubicBezTo>
                    <a:lnTo>
                      <a:pt x="342469" y="84368"/>
                    </a:lnTo>
                    <a:cubicBezTo>
                      <a:pt x="342469" y="84368"/>
                      <a:pt x="342469" y="85680"/>
                      <a:pt x="342469" y="87396"/>
                    </a:cubicBezTo>
                    <a:cubicBezTo>
                      <a:pt x="342469" y="89145"/>
                      <a:pt x="336377" y="94796"/>
                      <a:pt x="335502" y="95234"/>
                    </a:cubicBezTo>
                    <a:cubicBezTo>
                      <a:pt x="334627" y="95671"/>
                      <a:pt x="330724" y="97622"/>
                      <a:pt x="329849" y="98261"/>
                    </a:cubicBezTo>
                    <a:cubicBezTo>
                      <a:pt x="328974" y="98901"/>
                      <a:pt x="323555" y="98463"/>
                      <a:pt x="322882" y="98261"/>
                    </a:cubicBezTo>
                    <a:cubicBezTo>
                      <a:pt x="322243" y="98060"/>
                      <a:pt x="322243" y="93485"/>
                      <a:pt x="322243" y="93485"/>
                    </a:cubicBezTo>
                    <a:lnTo>
                      <a:pt x="320290" y="88472"/>
                    </a:lnTo>
                    <a:cubicBezTo>
                      <a:pt x="320290" y="88472"/>
                      <a:pt x="313762" y="88472"/>
                      <a:pt x="310295" y="88910"/>
                    </a:cubicBezTo>
                    <a:cubicBezTo>
                      <a:pt x="306829" y="89347"/>
                      <a:pt x="306593" y="90861"/>
                      <a:pt x="305718" y="90861"/>
                    </a:cubicBezTo>
                    <a:cubicBezTo>
                      <a:pt x="304843" y="90861"/>
                      <a:pt x="299425" y="93451"/>
                      <a:pt x="298752" y="93451"/>
                    </a:cubicBezTo>
                    <a:cubicBezTo>
                      <a:pt x="298112" y="93451"/>
                      <a:pt x="291583" y="90861"/>
                      <a:pt x="291583" y="90861"/>
                    </a:cubicBezTo>
                    <a:lnTo>
                      <a:pt x="290271" y="84772"/>
                    </a:lnTo>
                    <a:lnTo>
                      <a:pt x="290069" y="74983"/>
                    </a:lnTo>
                    <a:lnTo>
                      <a:pt x="287040" y="65631"/>
                    </a:lnTo>
                    <a:lnTo>
                      <a:pt x="283977" y="56952"/>
                    </a:lnTo>
                    <a:lnTo>
                      <a:pt x="279400" y="47163"/>
                    </a:lnTo>
                    <a:lnTo>
                      <a:pt x="270482" y="33909"/>
                    </a:lnTo>
                    <a:lnTo>
                      <a:pt x="271559" y="24557"/>
                    </a:lnTo>
                    <a:lnTo>
                      <a:pt x="275261" y="17392"/>
                    </a:lnTo>
                    <a:lnTo>
                      <a:pt x="276338" y="7838"/>
                    </a:lnTo>
                    <a:lnTo>
                      <a:pt x="269371" y="0"/>
                    </a:lnTo>
                    <a:lnTo>
                      <a:pt x="262203" y="875"/>
                    </a:lnTo>
                    <a:lnTo>
                      <a:pt x="251770" y="5012"/>
                    </a:lnTo>
                    <a:cubicBezTo>
                      <a:pt x="251770" y="5012"/>
                      <a:pt x="244366" y="7603"/>
                      <a:pt x="243726" y="7838"/>
                    </a:cubicBezTo>
                    <a:cubicBezTo>
                      <a:pt x="243087" y="8040"/>
                      <a:pt x="237197" y="5651"/>
                      <a:pt x="237197" y="5651"/>
                    </a:cubicBezTo>
                    <a:lnTo>
                      <a:pt x="233496" y="6089"/>
                    </a:lnTo>
                    <a:lnTo>
                      <a:pt x="231981" y="7603"/>
                    </a:lnTo>
                    <a:lnTo>
                      <a:pt x="233496" y="13019"/>
                    </a:lnTo>
                    <a:lnTo>
                      <a:pt x="234135" y="16921"/>
                    </a:lnTo>
                    <a:lnTo>
                      <a:pt x="233697" y="24322"/>
                    </a:lnTo>
                    <a:lnTo>
                      <a:pt x="233260" y="24322"/>
                    </a:lnTo>
                    <a:lnTo>
                      <a:pt x="229995" y="25835"/>
                    </a:lnTo>
                    <a:lnTo>
                      <a:pt x="225014" y="29536"/>
                    </a:lnTo>
                    <a:cubicBezTo>
                      <a:pt x="225014" y="29536"/>
                      <a:pt x="220875" y="29536"/>
                      <a:pt x="220000" y="29536"/>
                    </a:cubicBezTo>
                    <a:cubicBezTo>
                      <a:pt x="219125" y="29536"/>
                      <a:pt x="214582" y="32361"/>
                      <a:pt x="214582" y="32361"/>
                    </a:cubicBezTo>
                    <a:lnTo>
                      <a:pt x="212832" y="33673"/>
                    </a:lnTo>
                    <a:lnTo>
                      <a:pt x="211754" y="39089"/>
                    </a:lnTo>
                    <a:lnTo>
                      <a:pt x="208726" y="41915"/>
                    </a:lnTo>
                    <a:lnTo>
                      <a:pt x="205697" y="40166"/>
                    </a:lnTo>
                    <a:lnTo>
                      <a:pt x="202634" y="37777"/>
                    </a:lnTo>
                    <a:lnTo>
                      <a:pt x="195466" y="41915"/>
                    </a:lnTo>
                    <a:cubicBezTo>
                      <a:pt x="195466" y="41915"/>
                      <a:pt x="186110" y="46490"/>
                      <a:pt x="185235" y="46927"/>
                    </a:cubicBezTo>
                    <a:cubicBezTo>
                      <a:pt x="184360" y="47365"/>
                      <a:pt x="179816" y="52141"/>
                      <a:pt x="179816" y="52141"/>
                    </a:cubicBezTo>
                    <a:lnTo>
                      <a:pt x="176788" y="55405"/>
                    </a:lnTo>
                    <a:lnTo>
                      <a:pt x="170932" y="58230"/>
                    </a:lnTo>
                    <a:lnTo>
                      <a:pt x="167667" y="60181"/>
                    </a:lnTo>
                    <a:lnTo>
                      <a:pt x="161576" y="59307"/>
                    </a:lnTo>
                    <a:lnTo>
                      <a:pt x="158109" y="53016"/>
                    </a:lnTo>
                    <a:lnTo>
                      <a:pt x="157234" y="47566"/>
                    </a:lnTo>
                    <a:lnTo>
                      <a:pt x="152017" y="45178"/>
                    </a:lnTo>
                    <a:lnTo>
                      <a:pt x="150268" y="45178"/>
                    </a:lnTo>
                    <a:lnTo>
                      <a:pt x="147676" y="48004"/>
                    </a:lnTo>
                    <a:lnTo>
                      <a:pt x="145287" y="50392"/>
                    </a:lnTo>
                    <a:lnTo>
                      <a:pt x="140508" y="53218"/>
                    </a:lnTo>
                    <a:lnTo>
                      <a:pt x="135291" y="54967"/>
                    </a:lnTo>
                    <a:lnTo>
                      <a:pt x="131589" y="58028"/>
                    </a:lnTo>
                    <a:lnTo>
                      <a:pt x="130950" y="60215"/>
                    </a:lnTo>
                    <a:lnTo>
                      <a:pt x="130513" y="67380"/>
                    </a:lnTo>
                    <a:lnTo>
                      <a:pt x="127685" y="71955"/>
                    </a:lnTo>
                    <a:lnTo>
                      <a:pt x="120719" y="77169"/>
                    </a:lnTo>
                    <a:lnTo>
                      <a:pt x="115502" y="79558"/>
                    </a:lnTo>
                    <a:cubicBezTo>
                      <a:pt x="115502" y="79558"/>
                      <a:pt x="108536" y="83258"/>
                      <a:pt x="107896" y="83460"/>
                    </a:cubicBezTo>
                    <a:cubicBezTo>
                      <a:pt x="107223" y="83662"/>
                      <a:pt x="103757" y="87598"/>
                      <a:pt x="103757" y="87598"/>
                    </a:cubicBezTo>
                    <a:lnTo>
                      <a:pt x="102680" y="92173"/>
                    </a:lnTo>
                    <a:lnTo>
                      <a:pt x="101368" y="95436"/>
                    </a:lnTo>
                    <a:lnTo>
                      <a:pt x="107661" y="98901"/>
                    </a:lnTo>
                    <a:lnTo>
                      <a:pt x="111565" y="100852"/>
                    </a:lnTo>
                    <a:lnTo>
                      <a:pt x="113752" y="104989"/>
                    </a:lnTo>
                    <a:cubicBezTo>
                      <a:pt x="113752" y="104989"/>
                      <a:pt x="113551" y="109766"/>
                      <a:pt x="113551" y="110843"/>
                    </a:cubicBezTo>
                    <a:cubicBezTo>
                      <a:pt x="113551" y="111919"/>
                      <a:pt x="115940" y="114745"/>
                      <a:pt x="115940" y="114745"/>
                    </a:cubicBezTo>
                    <a:lnTo>
                      <a:pt x="119204" y="115821"/>
                    </a:lnTo>
                    <a:lnTo>
                      <a:pt x="121594" y="120834"/>
                    </a:lnTo>
                    <a:lnTo>
                      <a:pt x="121594" y="124971"/>
                    </a:lnTo>
                    <a:lnTo>
                      <a:pt x="118666" y="129748"/>
                    </a:lnTo>
                    <a:lnTo>
                      <a:pt x="114627" y="133650"/>
                    </a:lnTo>
                    <a:lnTo>
                      <a:pt x="112238" y="139302"/>
                    </a:lnTo>
                    <a:lnTo>
                      <a:pt x="109646" y="144516"/>
                    </a:lnTo>
                    <a:lnTo>
                      <a:pt x="106820" y="146904"/>
                    </a:lnTo>
                    <a:lnTo>
                      <a:pt x="100526" y="153430"/>
                    </a:lnTo>
                    <a:lnTo>
                      <a:pt x="93997" y="154069"/>
                    </a:lnTo>
                    <a:lnTo>
                      <a:pt x="84877" y="155146"/>
                    </a:lnTo>
                    <a:lnTo>
                      <a:pt x="73804" y="162749"/>
                    </a:lnTo>
                    <a:lnTo>
                      <a:pt x="69463" y="168165"/>
                    </a:lnTo>
                    <a:lnTo>
                      <a:pt x="64684" y="172504"/>
                    </a:lnTo>
                    <a:lnTo>
                      <a:pt x="60780" y="180544"/>
                    </a:lnTo>
                    <a:lnTo>
                      <a:pt x="58593" y="183370"/>
                    </a:lnTo>
                    <a:lnTo>
                      <a:pt x="54689" y="185556"/>
                    </a:lnTo>
                    <a:lnTo>
                      <a:pt x="55126" y="191847"/>
                    </a:lnTo>
                    <a:lnTo>
                      <a:pt x="59703" y="195547"/>
                    </a:lnTo>
                    <a:lnTo>
                      <a:pt x="63170" y="203150"/>
                    </a:lnTo>
                    <a:lnTo>
                      <a:pt x="67747" y="209003"/>
                    </a:lnTo>
                    <a:cubicBezTo>
                      <a:pt x="67747" y="209003"/>
                      <a:pt x="71886" y="214453"/>
                      <a:pt x="72088" y="215092"/>
                    </a:cubicBezTo>
                    <a:cubicBezTo>
                      <a:pt x="72290" y="215731"/>
                      <a:pt x="72728" y="220945"/>
                      <a:pt x="72728" y="220945"/>
                    </a:cubicBezTo>
                    <a:lnTo>
                      <a:pt x="69699" y="225924"/>
                    </a:lnTo>
                    <a:lnTo>
                      <a:pt x="63843" y="228951"/>
                    </a:lnTo>
                    <a:lnTo>
                      <a:pt x="60578" y="231777"/>
                    </a:lnTo>
                    <a:cubicBezTo>
                      <a:pt x="60578" y="231777"/>
                      <a:pt x="54049" y="236117"/>
                      <a:pt x="53410" y="236117"/>
                    </a:cubicBezTo>
                    <a:cubicBezTo>
                      <a:pt x="52770" y="236117"/>
                      <a:pt x="49708" y="241331"/>
                      <a:pt x="49708" y="241331"/>
                    </a:cubicBezTo>
                    <a:lnTo>
                      <a:pt x="46881" y="247621"/>
                    </a:lnTo>
                    <a:lnTo>
                      <a:pt x="46881" y="250884"/>
                    </a:lnTo>
                    <a:lnTo>
                      <a:pt x="49506" y="255459"/>
                    </a:lnTo>
                    <a:lnTo>
                      <a:pt x="54722" y="255459"/>
                    </a:lnTo>
                    <a:lnTo>
                      <a:pt x="60376" y="255459"/>
                    </a:lnTo>
                    <a:lnTo>
                      <a:pt x="63203" y="257511"/>
                    </a:lnTo>
                    <a:lnTo>
                      <a:pt x="61891" y="261548"/>
                    </a:lnTo>
                    <a:lnTo>
                      <a:pt x="57112" y="264374"/>
                    </a:lnTo>
                    <a:lnTo>
                      <a:pt x="54958" y="265888"/>
                    </a:lnTo>
                    <a:lnTo>
                      <a:pt x="53006" y="268713"/>
                    </a:lnTo>
                    <a:lnTo>
                      <a:pt x="50179" y="274163"/>
                    </a:lnTo>
                    <a:lnTo>
                      <a:pt x="47352" y="279579"/>
                    </a:lnTo>
                    <a:lnTo>
                      <a:pt x="42775" y="282842"/>
                    </a:lnTo>
                    <a:cubicBezTo>
                      <a:pt x="42775" y="282842"/>
                      <a:pt x="36885" y="286744"/>
                      <a:pt x="36044" y="287182"/>
                    </a:cubicBezTo>
                    <a:cubicBezTo>
                      <a:pt x="35169" y="287619"/>
                      <a:pt x="32342" y="288056"/>
                      <a:pt x="32342" y="288056"/>
                    </a:cubicBezTo>
                    <a:lnTo>
                      <a:pt x="28203" y="291084"/>
                    </a:lnTo>
                    <a:lnTo>
                      <a:pt x="26049" y="296096"/>
                    </a:lnTo>
                    <a:lnTo>
                      <a:pt x="27361" y="301310"/>
                    </a:lnTo>
                    <a:lnTo>
                      <a:pt x="23895" y="310427"/>
                    </a:lnTo>
                    <a:cubicBezTo>
                      <a:pt x="23895" y="310427"/>
                      <a:pt x="18880" y="313454"/>
                      <a:pt x="18241" y="313690"/>
                    </a:cubicBezTo>
                    <a:cubicBezTo>
                      <a:pt x="17568" y="313891"/>
                      <a:pt x="18443" y="320216"/>
                      <a:pt x="18443" y="320216"/>
                    </a:cubicBezTo>
                    <a:lnTo>
                      <a:pt x="20193" y="325665"/>
                    </a:lnTo>
                    <a:lnTo>
                      <a:pt x="18039" y="331519"/>
                    </a:lnTo>
                    <a:lnTo>
                      <a:pt x="16928" y="342149"/>
                    </a:lnTo>
                    <a:lnTo>
                      <a:pt x="13899" y="354091"/>
                    </a:lnTo>
                    <a:lnTo>
                      <a:pt x="10635" y="361693"/>
                    </a:lnTo>
                    <a:lnTo>
                      <a:pt x="0" y="369296"/>
                    </a:lnTo>
                    <a:lnTo>
                      <a:pt x="0" y="376899"/>
                    </a:lnTo>
                    <a:lnTo>
                      <a:pt x="6966" y="383189"/>
                    </a:lnTo>
                    <a:lnTo>
                      <a:pt x="6966" y="390590"/>
                    </a:lnTo>
                    <a:lnTo>
                      <a:pt x="8919" y="400783"/>
                    </a:lnTo>
                    <a:lnTo>
                      <a:pt x="20664" y="407746"/>
                    </a:lnTo>
                    <a:lnTo>
                      <a:pt x="31736" y="412523"/>
                    </a:lnTo>
                    <a:lnTo>
                      <a:pt x="40015" y="412960"/>
                    </a:lnTo>
                    <a:lnTo>
                      <a:pt x="45905" y="410135"/>
                    </a:lnTo>
                    <a:lnTo>
                      <a:pt x="53073" y="408183"/>
                    </a:lnTo>
                    <a:cubicBezTo>
                      <a:pt x="53073" y="408183"/>
                      <a:pt x="60679" y="409697"/>
                      <a:pt x="61319" y="410370"/>
                    </a:cubicBezTo>
                    <a:cubicBezTo>
                      <a:pt x="61958" y="411009"/>
                      <a:pt x="61319" y="413835"/>
                      <a:pt x="61319" y="413835"/>
                    </a:cubicBezTo>
                    <a:cubicBezTo>
                      <a:pt x="61319" y="413835"/>
                      <a:pt x="64819" y="418612"/>
                      <a:pt x="65660" y="418612"/>
                    </a:cubicBezTo>
                    <a:cubicBezTo>
                      <a:pt x="66535" y="418612"/>
                      <a:pt x="68925" y="424028"/>
                      <a:pt x="68925" y="424028"/>
                    </a:cubicBezTo>
                    <a:cubicBezTo>
                      <a:pt x="68925" y="424028"/>
                      <a:pt x="74579" y="428367"/>
                      <a:pt x="75218" y="428805"/>
                    </a:cubicBezTo>
                    <a:cubicBezTo>
                      <a:pt x="75858" y="429242"/>
                      <a:pt x="78920" y="431832"/>
                      <a:pt x="78920" y="431832"/>
                    </a:cubicBezTo>
                    <a:lnTo>
                      <a:pt x="85213" y="428805"/>
                    </a:lnTo>
                    <a:lnTo>
                      <a:pt x="90228" y="424465"/>
                    </a:lnTo>
                    <a:lnTo>
                      <a:pt x="95882" y="420125"/>
                    </a:lnTo>
                    <a:lnTo>
                      <a:pt x="99146" y="416223"/>
                    </a:lnTo>
                    <a:lnTo>
                      <a:pt x="103925" y="418612"/>
                    </a:lnTo>
                    <a:lnTo>
                      <a:pt x="104363" y="421437"/>
                    </a:lnTo>
                    <a:lnTo>
                      <a:pt x="104363" y="426652"/>
                    </a:lnTo>
                    <a:lnTo>
                      <a:pt x="99146" y="431866"/>
                    </a:lnTo>
                    <a:lnTo>
                      <a:pt x="99146" y="440343"/>
                    </a:lnTo>
                    <a:lnTo>
                      <a:pt x="106113" y="445557"/>
                    </a:lnTo>
                    <a:lnTo>
                      <a:pt x="111969" y="454236"/>
                    </a:lnTo>
                    <a:cubicBezTo>
                      <a:pt x="111969" y="454236"/>
                      <a:pt x="115872" y="461200"/>
                      <a:pt x="115872" y="462478"/>
                    </a:cubicBezTo>
                    <a:cubicBezTo>
                      <a:pt x="115872" y="463790"/>
                      <a:pt x="117589" y="465505"/>
                      <a:pt x="117825" y="466178"/>
                    </a:cubicBezTo>
                    <a:cubicBezTo>
                      <a:pt x="118060" y="466817"/>
                      <a:pt x="121728" y="470955"/>
                      <a:pt x="121728" y="470955"/>
                    </a:cubicBezTo>
                    <a:lnTo>
                      <a:pt x="123478" y="478793"/>
                    </a:lnTo>
                    <a:lnTo>
                      <a:pt x="123478" y="484007"/>
                    </a:lnTo>
                    <a:lnTo>
                      <a:pt x="123478" y="489659"/>
                    </a:lnTo>
                    <a:cubicBezTo>
                      <a:pt x="123478" y="489659"/>
                      <a:pt x="125767" y="496824"/>
                      <a:pt x="126406" y="497699"/>
                    </a:cubicBezTo>
                    <a:cubicBezTo>
                      <a:pt x="127046" y="498573"/>
                      <a:pt x="126070" y="502711"/>
                      <a:pt x="126070" y="502711"/>
                    </a:cubicBezTo>
                    <a:lnTo>
                      <a:pt x="128695" y="509002"/>
                    </a:lnTo>
                    <a:cubicBezTo>
                      <a:pt x="128695" y="509002"/>
                      <a:pt x="130209" y="515729"/>
                      <a:pt x="130209" y="516604"/>
                    </a:cubicBezTo>
                    <a:cubicBezTo>
                      <a:pt x="130209" y="517478"/>
                      <a:pt x="132801" y="524442"/>
                      <a:pt x="132801" y="524442"/>
                    </a:cubicBezTo>
                    <a:lnTo>
                      <a:pt x="136940" y="529656"/>
                    </a:lnTo>
                    <a:lnTo>
                      <a:pt x="144546" y="536620"/>
                    </a:lnTo>
                    <a:lnTo>
                      <a:pt x="148686" y="535543"/>
                    </a:lnTo>
                    <a:lnTo>
                      <a:pt x="153700" y="532516"/>
                    </a:lnTo>
                    <a:lnTo>
                      <a:pt x="154777" y="531002"/>
                    </a:lnTo>
                    <a:lnTo>
                      <a:pt x="154777" y="527537"/>
                    </a:lnTo>
                    <a:lnTo>
                      <a:pt x="154777" y="521448"/>
                    </a:lnTo>
                    <a:lnTo>
                      <a:pt x="156191" y="516671"/>
                    </a:lnTo>
                    <a:lnTo>
                      <a:pt x="158244" y="519261"/>
                    </a:lnTo>
                    <a:lnTo>
                      <a:pt x="166927" y="518824"/>
                    </a:lnTo>
                    <a:lnTo>
                      <a:pt x="170393" y="517075"/>
                    </a:lnTo>
                    <a:lnTo>
                      <a:pt x="177562" y="513374"/>
                    </a:lnTo>
                    <a:lnTo>
                      <a:pt x="177763" y="509909"/>
                    </a:lnTo>
                    <a:lnTo>
                      <a:pt x="175374" y="507084"/>
                    </a:lnTo>
                    <a:lnTo>
                      <a:pt x="174061" y="503821"/>
                    </a:lnTo>
                    <a:lnTo>
                      <a:pt x="169047" y="501231"/>
                    </a:lnTo>
                    <a:lnTo>
                      <a:pt x="178167" y="500154"/>
                    </a:lnTo>
                    <a:lnTo>
                      <a:pt x="182509" y="501466"/>
                    </a:lnTo>
                    <a:lnTo>
                      <a:pt x="187725" y="504931"/>
                    </a:lnTo>
                    <a:lnTo>
                      <a:pt x="187725" y="513610"/>
                    </a:lnTo>
                    <a:lnTo>
                      <a:pt x="187725" y="518387"/>
                    </a:lnTo>
                    <a:lnTo>
                      <a:pt x="188600" y="521414"/>
                    </a:lnTo>
                    <a:lnTo>
                      <a:pt x="192740" y="521414"/>
                    </a:lnTo>
                    <a:lnTo>
                      <a:pt x="194692" y="517075"/>
                    </a:lnTo>
                    <a:lnTo>
                      <a:pt x="194692" y="513610"/>
                    </a:lnTo>
                    <a:lnTo>
                      <a:pt x="196004" y="509473"/>
                    </a:lnTo>
                    <a:lnTo>
                      <a:pt x="194692" y="506646"/>
                    </a:lnTo>
                    <a:lnTo>
                      <a:pt x="194692" y="503384"/>
                    </a:lnTo>
                    <a:lnTo>
                      <a:pt x="194692" y="494906"/>
                    </a:lnTo>
                    <a:lnTo>
                      <a:pt x="196879" y="491441"/>
                    </a:lnTo>
                    <a:lnTo>
                      <a:pt x="199908" y="486227"/>
                    </a:lnTo>
                    <a:lnTo>
                      <a:pt x="203374" y="486025"/>
                    </a:lnTo>
                    <a:lnTo>
                      <a:pt x="203374" y="488414"/>
                    </a:lnTo>
                    <a:lnTo>
                      <a:pt x="202836" y="494065"/>
                    </a:lnTo>
                    <a:lnTo>
                      <a:pt x="202062" y="500154"/>
                    </a:lnTo>
                    <a:lnTo>
                      <a:pt x="204687" y="502778"/>
                    </a:lnTo>
                    <a:lnTo>
                      <a:pt x="208154" y="498640"/>
                    </a:lnTo>
                    <a:lnTo>
                      <a:pt x="214447" y="492989"/>
                    </a:lnTo>
                    <a:lnTo>
                      <a:pt x="217274" y="487775"/>
                    </a:lnTo>
                    <a:lnTo>
                      <a:pt x="217274" y="481047"/>
                    </a:lnTo>
                    <a:lnTo>
                      <a:pt x="218250" y="474958"/>
                    </a:lnTo>
                    <a:lnTo>
                      <a:pt x="217038" y="472368"/>
                    </a:lnTo>
                    <a:lnTo>
                      <a:pt x="222894" y="471056"/>
                    </a:lnTo>
                    <a:cubicBezTo>
                      <a:pt x="222894" y="471056"/>
                      <a:pt x="230500" y="471258"/>
                      <a:pt x="231173" y="471056"/>
                    </a:cubicBezTo>
                    <a:cubicBezTo>
                      <a:pt x="231813" y="470820"/>
                      <a:pt x="235077" y="468028"/>
                      <a:pt x="235750" y="467355"/>
                    </a:cubicBezTo>
                    <a:cubicBezTo>
                      <a:pt x="236390" y="466716"/>
                      <a:pt x="237500" y="463218"/>
                      <a:pt x="237500" y="463218"/>
                    </a:cubicBezTo>
                    <a:lnTo>
                      <a:pt x="238375" y="457566"/>
                    </a:lnTo>
                    <a:lnTo>
                      <a:pt x="237298" y="453866"/>
                    </a:lnTo>
                    <a:lnTo>
                      <a:pt x="233597" y="453866"/>
                    </a:lnTo>
                    <a:lnTo>
                      <a:pt x="233394" y="449728"/>
                    </a:lnTo>
                    <a:lnTo>
                      <a:pt x="229255" y="446028"/>
                    </a:lnTo>
                    <a:lnTo>
                      <a:pt x="229693" y="441890"/>
                    </a:lnTo>
                    <a:lnTo>
                      <a:pt x="230130" y="438863"/>
                    </a:lnTo>
                    <a:lnTo>
                      <a:pt x="228817" y="435600"/>
                    </a:lnTo>
                    <a:lnTo>
                      <a:pt x="226866" y="432337"/>
                    </a:lnTo>
                    <a:lnTo>
                      <a:pt x="222962" y="427123"/>
                    </a:lnTo>
                    <a:lnTo>
                      <a:pt x="226462" y="424532"/>
                    </a:lnTo>
                    <a:lnTo>
                      <a:pt x="230164" y="423658"/>
                    </a:lnTo>
                    <a:cubicBezTo>
                      <a:pt x="230164" y="423658"/>
                      <a:pt x="231914" y="423456"/>
                      <a:pt x="234303" y="423859"/>
                    </a:cubicBezTo>
                    <a:cubicBezTo>
                      <a:pt x="236693" y="424297"/>
                      <a:pt x="234942" y="427762"/>
                      <a:pt x="235380" y="428434"/>
                    </a:cubicBezTo>
                    <a:cubicBezTo>
                      <a:pt x="235817" y="429074"/>
                      <a:pt x="235380" y="432572"/>
                      <a:pt x="235380" y="435162"/>
                    </a:cubicBezTo>
                    <a:cubicBezTo>
                      <a:pt x="235380" y="437786"/>
                      <a:pt x="237332" y="439939"/>
                      <a:pt x="237332" y="439939"/>
                    </a:cubicBezTo>
                    <a:lnTo>
                      <a:pt x="240798" y="439939"/>
                    </a:lnTo>
                    <a:cubicBezTo>
                      <a:pt x="240798" y="439939"/>
                      <a:pt x="245813" y="440040"/>
                      <a:pt x="247529" y="438964"/>
                    </a:cubicBezTo>
                    <a:cubicBezTo>
                      <a:pt x="249246" y="437887"/>
                      <a:pt x="248169" y="435600"/>
                      <a:pt x="248169" y="435600"/>
                    </a:cubicBezTo>
                    <a:lnTo>
                      <a:pt x="244702" y="429511"/>
                    </a:lnTo>
                    <a:lnTo>
                      <a:pt x="241875" y="425609"/>
                    </a:lnTo>
                    <a:lnTo>
                      <a:pt x="239924" y="419318"/>
                    </a:lnTo>
                    <a:lnTo>
                      <a:pt x="237971" y="413028"/>
                    </a:lnTo>
                    <a:lnTo>
                      <a:pt x="242313" y="417165"/>
                    </a:lnTo>
                    <a:cubicBezTo>
                      <a:pt x="242313" y="417165"/>
                      <a:pt x="249481" y="423691"/>
                      <a:pt x="249919" y="424330"/>
                    </a:cubicBezTo>
                    <a:cubicBezTo>
                      <a:pt x="250356" y="424970"/>
                      <a:pt x="255371" y="423691"/>
                      <a:pt x="255371" y="423691"/>
                    </a:cubicBezTo>
                    <a:lnTo>
                      <a:pt x="260587" y="420865"/>
                    </a:lnTo>
                    <a:cubicBezTo>
                      <a:pt x="260587" y="420865"/>
                      <a:pt x="265602" y="420428"/>
                      <a:pt x="268833" y="420865"/>
                    </a:cubicBezTo>
                    <a:cubicBezTo>
                      <a:pt x="272097" y="421303"/>
                      <a:pt x="271222" y="421942"/>
                      <a:pt x="271222" y="421942"/>
                    </a:cubicBezTo>
                    <a:cubicBezTo>
                      <a:pt x="271222" y="421942"/>
                      <a:pt x="278626" y="425642"/>
                      <a:pt x="279266" y="425642"/>
                    </a:cubicBezTo>
                    <a:cubicBezTo>
                      <a:pt x="279905" y="425642"/>
                      <a:pt x="285794" y="427593"/>
                      <a:pt x="285794" y="427593"/>
                    </a:cubicBezTo>
                    <a:cubicBezTo>
                      <a:pt x="285794" y="427593"/>
                      <a:pt x="292963" y="425844"/>
                      <a:pt x="293199" y="425205"/>
                    </a:cubicBezTo>
                    <a:cubicBezTo>
                      <a:pt x="293400" y="424566"/>
                      <a:pt x="293838" y="419789"/>
                      <a:pt x="293838" y="419789"/>
                    </a:cubicBezTo>
                    <a:lnTo>
                      <a:pt x="294915" y="413700"/>
                    </a:lnTo>
                    <a:lnTo>
                      <a:pt x="299492" y="408923"/>
                    </a:lnTo>
                    <a:lnTo>
                      <a:pt x="302756" y="407847"/>
                    </a:lnTo>
                    <a:lnTo>
                      <a:pt x="305583" y="405021"/>
                    </a:lnTo>
                    <a:lnTo>
                      <a:pt x="306223" y="400446"/>
                    </a:lnTo>
                    <a:lnTo>
                      <a:pt x="303194" y="396746"/>
                    </a:lnTo>
                    <a:lnTo>
                      <a:pt x="294511" y="395669"/>
                    </a:lnTo>
                    <a:lnTo>
                      <a:pt x="292122" y="392205"/>
                    </a:lnTo>
                    <a:lnTo>
                      <a:pt x="292122" y="389614"/>
                    </a:lnTo>
                    <a:lnTo>
                      <a:pt x="299963" y="389614"/>
                    </a:lnTo>
                    <a:lnTo>
                      <a:pt x="305180" y="389614"/>
                    </a:lnTo>
                    <a:lnTo>
                      <a:pt x="310396" y="386150"/>
                    </a:lnTo>
                    <a:lnTo>
                      <a:pt x="322579" y="386150"/>
                    </a:lnTo>
                    <a:lnTo>
                      <a:pt x="327594" y="386150"/>
                    </a:lnTo>
                    <a:lnTo>
                      <a:pt x="330623" y="381810"/>
                    </a:lnTo>
                    <a:lnTo>
                      <a:pt x="331296" y="372256"/>
                    </a:lnTo>
                    <a:lnTo>
                      <a:pt x="326719" y="367244"/>
                    </a:lnTo>
                    <a:lnTo>
                      <a:pt x="322579" y="365293"/>
                    </a:lnTo>
                    <a:lnTo>
                      <a:pt x="316488" y="365293"/>
                    </a:lnTo>
                    <a:lnTo>
                      <a:pt x="316488" y="360079"/>
                    </a:lnTo>
                    <a:lnTo>
                      <a:pt x="318541" y="355100"/>
                    </a:lnTo>
                    <a:lnTo>
                      <a:pt x="319954" y="350525"/>
                    </a:lnTo>
                    <a:lnTo>
                      <a:pt x="319954" y="345984"/>
                    </a:lnTo>
                    <a:lnTo>
                      <a:pt x="322680" y="343360"/>
                    </a:lnTo>
                    <a:lnTo>
                      <a:pt x="326921" y="343595"/>
                    </a:lnTo>
                    <a:lnTo>
                      <a:pt x="326921" y="348809"/>
                    </a:lnTo>
                    <a:lnTo>
                      <a:pt x="326921" y="354259"/>
                    </a:lnTo>
                    <a:lnTo>
                      <a:pt x="331599" y="358599"/>
                    </a:lnTo>
                    <a:lnTo>
                      <a:pt x="337151" y="357085"/>
                    </a:lnTo>
                    <a:lnTo>
                      <a:pt x="338901" y="355571"/>
                    </a:lnTo>
                    <a:lnTo>
                      <a:pt x="338700" y="347531"/>
                    </a:lnTo>
                    <a:lnTo>
                      <a:pt x="339575" y="344268"/>
                    </a:lnTo>
                    <a:lnTo>
                      <a:pt x="342200" y="342317"/>
                    </a:lnTo>
                    <a:cubicBezTo>
                      <a:pt x="342200" y="342317"/>
                      <a:pt x="345902" y="344504"/>
                      <a:pt x="346541" y="344705"/>
                    </a:cubicBezTo>
                    <a:cubicBezTo>
                      <a:pt x="347181" y="344907"/>
                      <a:pt x="350681" y="347531"/>
                      <a:pt x="350681" y="347531"/>
                    </a:cubicBezTo>
                    <a:lnTo>
                      <a:pt x="354585" y="346455"/>
                    </a:lnTo>
                    <a:lnTo>
                      <a:pt x="357849" y="341240"/>
                    </a:lnTo>
                    <a:lnTo>
                      <a:pt x="359801" y="337776"/>
                    </a:lnTo>
                    <a:lnTo>
                      <a:pt x="357412" y="332360"/>
                    </a:lnTo>
                    <a:lnTo>
                      <a:pt x="347181" y="332360"/>
                    </a:lnTo>
                    <a:lnTo>
                      <a:pt x="339575" y="326069"/>
                    </a:lnTo>
                    <a:lnTo>
                      <a:pt x="337185" y="320855"/>
                    </a:lnTo>
                    <a:lnTo>
                      <a:pt x="338262" y="316717"/>
                    </a:lnTo>
                    <a:lnTo>
                      <a:pt x="342839" y="316717"/>
                    </a:lnTo>
                    <a:lnTo>
                      <a:pt x="348291" y="318904"/>
                    </a:lnTo>
                    <a:lnTo>
                      <a:pt x="353710" y="321292"/>
                    </a:lnTo>
                    <a:lnTo>
                      <a:pt x="356536" y="321057"/>
                    </a:lnTo>
                    <a:lnTo>
                      <a:pt x="356536" y="311503"/>
                    </a:lnTo>
                    <a:lnTo>
                      <a:pt x="361113" y="303026"/>
                    </a:lnTo>
                    <a:lnTo>
                      <a:pt x="364378" y="305650"/>
                    </a:lnTo>
                    <a:lnTo>
                      <a:pt x="368282" y="309787"/>
                    </a:lnTo>
                    <a:lnTo>
                      <a:pt x="371984" y="315002"/>
                    </a:lnTo>
                    <a:lnTo>
                      <a:pt x="371547" y="320014"/>
                    </a:lnTo>
                    <a:lnTo>
                      <a:pt x="378278" y="327179"/>
                    </a:lnTo>
                    <a:lnTo>
                      <a:pt x="388071" y="327179"/>
                    </a:lnTo>
                    <a:lnTo>
                      <a:pt x="390662" y="324555"/>
                    </a:lnTo>
                    <a:lnTo>
                      <a:pt x="389350" y="318702"/>
                    </a:lnTo>
                    <a:lnTo>
                      <a:pt x="385884" y="308913"/>
                    </a:lnTo>
                    <a:lnTo>
                      <a:pt x="381542" y="304338"/>
                    </a:lnTo>
                    <a:lnTo>
                      <a:pt x="376527" y="297610"/>
                    </a:lnTo>
                    <a:lnTo>
                      <a:pt x="383898" y="297610"/>
                    </a:lnTo>
                    <a:lnTo>
                      <a:pt x="388475" y="295457"/>
                    </a:lnTo>
                    <a:lnTo>
                      <a:pt x="387600" y="289166"/>
                    </a:lnTo>
                    <a:lnTo>
                      <a:pt x="386725" y="283952"/>
                    </a:lnTo>
                    <a:lnTo>
                      <a:pt x="384335" y="275273"/>
                    </a:lnTo>
                    <a:lnTo>
                      <a:pt x="384537" y="268747"/>
                    </a:lnTo>
                    <a:lnTo>
                      <a:pt x="385177" y="266359"/>
                    </a:lnTo>
                    <a:cubicBezTo>
                      <a:pt x="385177" y="266359"/>
                      <a:pt x="394970" y="266359"/>
                      <a:pt x="396249" y="266359"/>
                    </a:cubicBezTo>
                    <a:cubicBezTo>
                      <a:pt x="397562" y="266359"/>
                      <a:pt x="399749" y="262759"/>
                      <a:pt x="399749" y="262759"/>
                    </a:cubicBezTo>
                    <a:lnTo>
                      <a:pt x="398672" y="257444"/>
                    </a:lnTo>
                    <a:lnTo>
                      <a:pt x="395206" y="251355"/>
                    </a:lnTo>
                    <a:lnTo>
                      <a:pt x="388677" y="248967"/>
                    </a:lnTo>
                    <a:lnTo>
                      <a:pt x="379994" y="248967"/>
                    </a:lnTo>
                    <a:lnTo>
                      <a:pt x="372826" y="248967"/>
                    </a:lnTo>
                    <a:lnTo>
                      <a:pt x="373902" y="245368"/>
                    </a:lnTo>
                    <a:lnTo>
                      <a:pt x="380869" y="238539"/>
                    </a:lnTo>
                    <a:lnTo>
                      <a:pt x="383696" y="234401"/>
                    </a:lnTo>
                    <a:lnTo>
                      <a:pt x="384571" y="225924"/>
                    </a:lnTo>
                    <a:lnTo>
                      <a:pt x="388273" y="220272"/>
                    </a:lnTo>
                    <a:lnTo>
                      <a:pt x="395441" y="218759"/>
                    </a:lnTo>
                    <a:cubicBezTo>
                      <a:pt x="395441" y="218759"/>
                      <a:pt x="400220" y="217245"/>
                      <a:pt x="401095" y="216370"/>
                    </a:cubicBezTo>
                    <a:cubicBezTo>
                      <a:pt x="401970" y="215495"/>
                      <a:pt x="405639" y="216370"/>
                      <a:pt x="405639" y="216370"/>
                    </a:cubicBezTo>
                    <a:lnTo>
                      <a:pt x="410417" y="213545"/>
                    </a:lnTo>
                    <a:lnTo>
                      <a:pt x="411730" y="207893"/>
                    </a:lnTo>
                    <a:lnTo>
                      <a:pt x="407591" y="203755"/>
                    </a:lnTo>
                    <a:lnTo>
                      <a:pt x="402811" y="202881"/>
                    </a:lnTo>
                    <a:lnTo>
                      <a:pt x="398033" y="204193"/>
                    </a:lnTo>
                    <a:lnTo>
                      <a:pt x="394768" y="207893"/>
                    </a:lnTo>
                    <a:lnTo>
                      <a:pt x="391706" y="211593"/>
                    </a:lnTo>
                    <a:lnTo>
                      <a:pt x="388677" y="213545"/>
                    </a:lnTo>
                    <a:lnTo>
                      <a:pt x="385782" y="211291"/>
                    </a:lnTo>
                    <a:lnTo>
                      <a:pt x="380869" y="208969"/>
                    </a:lnTo>
                    <a:lnTo>
                      <a:pt x="375652" y="204058"/>
                    </a:lnTo>
                    <a:lnTo>
                      <a:pt x="374777" y="200593"/>
                    </a:lnTo>
                    <a:lnTo>
                      <a:pt x="378244" y="198272"/>
                    </a:lnTo>
                    <a:lnTo>
                      <a:pt x="379994" y="196826"/>
                    </a:lnTo>
                    <a:lnTo>
                      <a:pt x="383191" y="196826"/>
                    </a:lnTo>
                    <a:lnTo>
                      <a:pt x="386388" y="200459"/>
                    </a:lnTo>
                    <a:lnTo>
                      <a:pt x="390461" y="202040"/>
                    </a:lnTo>
                    <a:lnTo>
                      <a:pt x="395374" y="202040"/>
                    </a:lnTo>
                    <a:lnTo>
                      <a:pt x="398268" y="199416"/>
                    </a:lnTo>
                    <a:lnTo>
                      <a:pt x="398268" y="193899"/>
                    </a:lnTo>
                    <a:lnTo>
                      <a:pt x="395509" y="190703"/>
                    </a:lnTo>
                    <a:lnTo>
                      <a:pt x="391302" y="185489"/>
                    </a:lnTo>
                    <a:lnTo>
                      <a:pt x="391302" y="182865"/>
                    </a:lnTo>
                    <a:cubicBezTo>
                      <a:pt x="391302" y="182865"/>
                      <a:pt x="387600" y="179669"/>
                      <a:pt x="385580" y="179400"/>
                    </a:cubicBezTo>
                    <a:cubicBezTo>
                      <a:pt x="383561" y="179097"/>
                      <a:pt x="379119" y="178526"/>
                      <a:pt x="379119" y="178526"/>
                    </a:cubicBezTo>
                    <a:lnTo>
                      <a:pt x="379119" y="177651"/>
                    </a:lnTo>
                    <a:lnTo>
                      <a:pt x="381878" y="175330"/>
                    </a:lnTo>
                    <a:lnTo>
                      <a:pt x="383460" y="172437"/>
                    </a:lnTo>
                    <a:lnTo>
                      <a:pt x="377941" y="172437"/>
                    </a:lnTo>
                    <a:lnTo>
                      <a:pt x="372152" y="169813"/>
                    </a:lnTo>
                    <a:lnTo>
                      <a:pt x="369527" y="165743"/>
                    </a:lnTo>
                    <a:lnTo>
                      <a:pt x="371849" y="162547"/>
                    </a:lnTo>
                    <a:lnTo>
                      <a:pt x="376763" y="165743"/>
                    </a:lnTo>
                    <a:lnTo>
                      <a:pt x="383730" y="168064"/>
                    </a:lnTo>
                    <a:lnTo>
                      <a:pt x="384032" y="165743"/>
                    </a:lnTo>
                    <a:lnTo>
                      <a:pt x="382585" y="162850"/>
                    </a:lnTo>
                    <a:lnTo>
                      <a:pt x="382585" y="157938"/>
                    </a:lnTo>
                    <a:lnTo>
                      <a:pt x="385042" y="158207"/>
                    </a:lnTo>
                    <a:lnTo>
                      <a:pt x="386927" y="158779"/>
                    </a:lnTo>
                    <a:lnTo>
                      <a:pt x="390124" y="156458"/>
                    </a:lnTo>
                    <a:lnTo>
                      <a:pt x="394768" y="157602"/>
                    </a:lnTo>
                    <a:lnTo>
                      <a:pt x="394768" y="164565"/>
                    </a:lnTo>
                    <a:lnTo>
                      <a:pt x="394768" y="170654"/>
                    </a:lnTo>
                    <a:lnTo>
                      <a:pt x="401735" y="170654"/>
                    </a:lnTo>
                    <a:lnTo>
                      <a:pt x="405201" y="169645"/>
                    </a:lnTo>
                    <a:lnTo>
                      <a:pt x="406648" y="166314"/>
                    </a:lnTo>
                    <a:lnTo>
                      <a:pt x="408667" y="160528"/>
                    </a:lnTo>
                    <a:lnTo>
                      <a:pt x="410990" y="159082"/>
                    </a:lnTo>
                    <a:lnTo>
                      <a:pt x="412740" y="159654"/>
                    </a:lnTo>
                    <a:lnTo>
                      <a:pt x="415062" y="162278"/>
                    </a:lnTo>
                    <a:lnTo>
                      <a:pt x="414490" y="164868"/>
                    </a:lnTo>
                    <a:lnTo>
                      <a:pt x="413918" y="167189"/>
                    </a:lnTo>
                    <a:lnTo>
                      <a:pt x="411293" y="170957"/>
                    </a:lnTo>
                    <a:lnTo>
                      <a:pt x="408095" y="173547"/>
                    </a:lnTo>
                    <a:lnTo>
                      <a:pt x="404326" y="177886"/>
                    </a:lnTo>
                    <a:lnTo>
                      <a:pt x="401701" y="183673"/>
                    </a:lnTo>
                    <a:lnTo>
                      <a:pt x="401701" y="185994"/>
                    </a:lnTo>
                    <a:lnTo>
                      <a:pt x="404461" y="190636"/>
                    </a:lnTo>
                    <a:lnTo>
                      <a:pt x="411562" y="187171"/>
                    </a:lnTo>
                    <a:cubicBezTo>
                      <a:pt x="411562" y="187171"/>
                      <a:pt x="422870" y="181654"/>
                      <a:pt x="423745" y="181385"/>
                    </a:cubicBezTo>
                    <a:cubicBezTo>
                      <a:pt x="424620" y="181082"/>
                      <a:pt x="428389" y="174422"/>
                      <a:pt x="428389" y="174422"/>
                    </a:cubicBezTo>
                    <a:lnTo>
                      <a:pt x="430409" y="168333"/>
                    </a:lnTo>
                    <a:lnTo>
                      <a:pt x="422567" y="159351"/>
                    </a:lnTo>
                    <a:lnTo>
                      <a:pt x="418797" y="152690"/>
                    </a:lnTo>
                    <a:lnTo>
                      <a:pt x="420817" y="147173"/>
                    </a:lnTo>
                    <a:lnTo>
                      <a:pt x="420817" y="142834"/>
                    </a:lnTo>
                    <a:lnTo>
                      <a:pt x="425158" y="140815"/>
                    </a:lnTo>
                    <a:lnTo>
                      <a:pt x="430375" y="141118"/>
                    </a:lnTo>
                    <a:lnTo>
                      <a:pt x="433841" y="142868"/>
                    </a:lnTo>
                    <a:lnTo>
                      <a:pt x="437611" y="142868"/>
                    </a:lnTo>
                    <a:lnTo>
                      <a:pt x="438890" y="139537"/>
                    </a:lnTo>
                    <a:lnTo>
                      <a:pt x="437307" y="135904"/>
                    </a:lnTo>
                    <a:lnTo>
                      <a:pt x="436736" y="133011"/>
                    </a:lnTo>
                    <a:lnTo>
                      <a:pt x="435288" y="124904"/>
                    </a:lnTo>
                    <a:cubicBezTo>
                      <a:pt x="435288" y="124904"/>
                      <a:pt x="436736" y="123155"/>
                      <a:pt x="438890" y="123155"/>
                    </a:cubicBezTo>
                    <a:cubicBezTo>
                      <a:pt x="441077" y="123155"/>
                      <a:pt x="444846" y="120834"/>
                      <a:pt x="444846" y="120834"/>
                    </a:cubicBezTo>
                    <a:lnTo>
                      <a:pt x="446293" y="115922"/>
                    </a:lnTo>
                    <a:lnTo>
                      <a:pt x="441952" y="111583"/>
                    </a:lnTo>
                    <a:lnTo>
                      <a:pt x="439058" y="108118"/>
                    </a:lnTo>
                    <a:lnTo>
                      <a:pt x="433841" y="108118"/>
                    </a:lnTo>
                    <a:lnTo>
                      <a:pt x="426875" y="106369"/>
                    </a:lnTo>
                    <a:lnTo>
                      <a:pt x="426572" y="106369"/>
                    </a:lnTo>
                    <a:lnTo>
                      <a:pt x="429466" y="101154"/>
                    </a:lnTo>
                    <a:lnTo>
                      <a:pt x="438721" y="102904"/>
                    </a:lnTo>
                    <a:lnTo>
                      <a:pt x="443635" y="108690"/>
                    </a:lnTo>
                    <a:lnTo>
                      <a:pt x="447673" y="111583"/>
                    </a:lnTo>
                    <a:lnTo>
                      <a:pt x="451139" y="111583"/>
                    </a:lnTo>
                    <a:lnTo>
                      <a:pt x="451274" y="111011"/>
                    </a:lnTo>
                    <a:lnTo>
                      <a:pt x="451005" y="110977"/>
                    </a:lnTo>
                    <a:close/>
                  </a:path>
                </a:pathLst>
              </a:custGeom>
              <a:grpFill/>
              <a:ln w="6350" cap="flat">
                <a:solidFill>
                  <a:schemeClr val="bg1"/>
                </a:solidFill>
                <a:prstDash val="solid"/>
                <a:miter/>
              </a:ln>
            </p:spPr>
            <p:txBody>
              <a:bodyPr rtlCol="0" anchor="ctr"/>
              <a:lstStyle/>
              <a:p>
                <a:endParaRPr lang="en-US"/>
              </a:p>
            </p:txBody>
          </p:sp>
          <p:sp>
            <p:nvSpPr>
              <p:cNvPr id="166" name="Freeform 945">
                <a:extLst>
                  <a:ext uri="{FF2B5EF4-FFF2-40B4-BE49-F238E27FC236}">
                    <a16:creationId xmlns:a16="http://schemas.microsoft.com/office/drawing/2014/main" id="{D72CF19B-6D41-C0C7-5FD7-B9209D97992A}"/>
                  </a:ext>
                </a:extLst>
              </p:cNvPr>
              <p:cNvSpPr/>
              <p:nvPr/>
            </p:nvSpPr>
            <p:spPr>
              <a:xfrm>
                <a:off x="6194083" y="3181973"/>
                <a:ext cx="7168" cy="7804"/>
              </a:xfrm>
              <a:custGeom>
                <a:avLst/>
                <a:gdLst>
                  <a:gd name="connsiteX0" fmla="*/ 1952 w 7168"/>
                  <a:gd name="connsiteY0" fmla="*/ 6291 h 7804"/>
                  <a:gd name="connsiteX1" fmla="*/ 4543 w 7168"/>
                  <a:gd name="connsiteY1" fmla="*/ 7804 h 7804"/>
                  <a:gd name="connsiteX2" fmla="*/ 6092 w 7168"/>
                  <a:gd name="connsiteY2" fmla="*/ 7064 h 7804"/>
                  <a:gd name="connsiteX3" fmla="*/ 7168 w 7168"/>
                  <a:gd name="connsiteY3" fmla="*/ 4575 h 7804"/>
                  <a:gd name="connsiteX4" fmla="*/ 6092 w 7168"/>
                  <a:gd name="connsiteY4" fmla="*/ 874 h 7804"/>
                  <a:gd name="connsiteX5" fmla="*/ 1952 w 7168"/>
                  <a:gd name="connsiteY5" fmla="*/ 0 h 7804"/>
                  <a:gd name="connsiteX6" fmla="*/ 0 w 7168"/>
                  <a:gd name="connsiteY6" fmla="*/ 2624 h 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8" h="7804">
                    <a:moveTo>
                      <a:pt x="1952" y="6291"/>
                    </a:moveTo>
                    <a:lnTo>
                      <a:pt x="4543" y="7804"/>
                    </a:lnTo>
                    <a:lnTo>
                      <a:pt x="6092" y="7064"/>
                    </a:lnTo>
                    <a:lnTo>
                      <a:pt x="7168" y="4575"/>
                    </a:lnTo>
                    <a:lnTo>
                      <a:pt x="6092" y="874"/>
                    </a:lnTo>
                    <a:lnTo>
                      <a:pt x="1952" y="0"/>
                    </a:lnTo>
                    <a:lnTo>
                      <a:pt x="0" y="2624"/>
                    </a:lnTo>
                    <a:close/>
                  </a:path>
                </a:pathLst>
              </a:custGeom>
              <a:grpFill/>
              <a:ln w="6350" cap="flat">
                <a:solidFill>
                  <a:schemeClr val="bg1"/>
                </a:solidFill>
                <a:prstDash val="solid"/>
                <a:miter/>
              </a:ln>
            </p:spPr>
            <p:txBody>
              <a:bodyPr rtlCol="0" anchor="ctr"/>
              <a:lstStyle/>
              <a:p>
                <a:endParaRPr lang="en-US"/>
              </a:p>
            </p:txBody>
          </p:sp>
          <p:sp>
            <p:nvSpPr>
              <p:cNvPr id="167" name="Freeform 946">
                <a:extLst>
                  <a:ext uri="{FF2B5EF4-FFF2-40B4-BE49-F238E27FC236}">
                    <a16:creationId xmlns:a16="http://schemas.microsoft.com/office/drawing/2014/main" id="{C57CB25D-7777-2C7B-B4EF-1E90EB2C220F}"/>
                  </a:ext>
                </a:extLst>
              </p:cNvPr>
              <p:cNvSpPr/>
              <p:nvPr/>
            </p:nvSpPr>
            <p:spPr>
              <a:xfrm>
                <a:off x="6191256" y="3189777"/>
                <a:ext cx="3466" cy="3061"/>
              </a:xfrm>
              <a:custGeom>
                <a:avLst/>
                <a:gdLst>
                  <a:gd name="connsiteX0" fmla="*/ 3467 w 3466"/>
                  <a:gd name="connsiteY0" fmla="*/ 3061 h 3061"/>
                  <a:gd name="connsiteX1" fmla="*/ 0 w 3466"/>
                  <a:gd name="connsiteY1" fmla="*/ 3061 h 3061"/>
                  <a:gd name="connsiteX2" fmla="*/ 0 w 3466"/>
                  <a:gd name="connsiteY2" fmla="*/ 0 h 3061"/>
                  <a:gd name="connsiteX3" fmla="*/ 2827 w 3466"/>
                  <a:gd name="connsiteY3" fmla="*/ 0 h 3061"/>
                </a:gdLst>
                <a:ahLst/>
                <a:cxnLst>
                  <a:cxn ang="0">
                    <a:pos x="connsiteX0" y="connsiteY0"/>
                  </a:cxn>
                  <a:cxn ang="0">
                    <a:pos x="connsiteX1" y="connsiteY1"/>
                  </a:cxn>
                  <a:cxn ang="0">
                    <a:pos x="connsiteX2" y="connsiteY2"/>
                  </a:cxn>
                  <a:cxn ang="0">
                    <a:pos x="connsiteX3" y="connsiteY3"/>
                  </a:cxn>
                </a:cxnLst>
                <a:rect l="l" t="t" r="r" b="b"/>
                <a:pathLst>
                  <a:path w="3466" h="3061">
                    <a:moveTo>
                      <a:pt x="3467" y="3061"/>
                    </a:moveTo>
                    <a:lnTo>
                      <a:pt x="0" y="3061"/>
                    </a:lnTo>
                    <a:lnTo>
                      <a:pt x="0" y="0"/>
                    </a:lnTo>
                    <a:lnTo>
                      <a:pt x="2827" y="0"/>
                    </a:lnTo>
                    <a:close/>
                  </a:path>
                </a:pathLst>
              </a:custGeom>
              <a:grpFill/>
              <a:ln w="6350" cap="flat">
                <a:solidFill>
                  <a:schemeClr val="bg1"/>
                </a:solidFill>
                <a:prstDash val="solid"/>
                <a:miter/>
              </a:ln>
            </p:spPr>
            <p:txBody>
              <a:bodyPr rtlCol="0" anchor="ctr"/>
              <a:lstStyle/>
              <a:p>
                <a:endParaRPr lang="en-US"/>
              </a:p>
            </p:txBody>
          </p:sp>
          <p:sp>
            <p:nvSpPr>
              <p:cNvPr id="168" name="Freeform 947">
                <a:extLst>
                  <a:ext uri="{FF2B5EF4-FFF2-40B4-BE49-F238E27FC236}">
                    <a16:creationId xmlns:a16="http://schemas.microsoft.com/office/drawing/2014/main" id="{F4A0411E-5DF3-A295-0738-7C3EBE8B7305}"/>
                  </a:ext>
                </a:extLst>
              </p:cNvPr>
              <p:cNvSpPr/>
              <p:nvPr/>
            </p:nvSpPr>
            <p:spPr>
              <a:xfrm>
                <a:off x="6178232" y="3255408"/>
                <a:ext cx="23457" cy="25767"/>
              </a:xfrm>
              <a:custGeom>
                <a:avLst/>
                <a:gdLst>
                  <a:gd name="connsiteX0" fmla="*/ 12587 w 23457"/>
                  <a:gd name="connsiteY0" fmla="*/ 0 h 25767"/>
                  <a:gd name="connsiteX1" fmla="*/ 15616 w 23457"/>
                  <a:gd name="connsiteY1" fmla="*/ 2052 h 25767"/>
                  <a:gd name="connsiteX2" fmla="*/ 16491 w 23457"/>
                  <a:gd name="connsiteY2" fmla="*/ 5214 h 25767"/>
                  <a:gd name="connsiteX3" fmla="*/ 23457 w 23457"/>
                  <a:gd name="connsiteY3" fmla="*/ 5214 h 25767"/>
                  <a:gd name="connsiteX4" fmla="*/ 23020 w 23457"/>
                  <a:gd name="connsiteY4" fmla="*/ 10866 h 25767"/>
                  <a:gd name="connsiteX5" fmla="*/ 19015 w 23457"/>
                  <a:gd name="connsiteY5" fmla="*/ 13691 h 25767"/>
                  <a:gd name="connsiteX6" fmla="*/ 15649 w 23457"/>
                  <a:gd name="connsiteY6" fmla="*/ 20857 h 25767"/>
                  <a:gd name="connsiteX7" fmla="*/ 15649 w 23457"/>
                  <a:gd name="connsiteY7" fmla="*/ 25196 h 25767"/>
                  <a:gd name="connsiteX8" fmla="*/ 13899 w 23457"/>
                  <a:gd name="connsiteY8" fmla="*/ 25196 h 25767"/>
                  <a:gd name="connsiteX9" fmla="*/ 10433 w 23457"/>
                  <a:gd name="connsiteY9" fmla="*/ 25196 h 25767"/>
                  <a:gd name="connsiteX10" fmla="*/ 5856 w 23457"/>
                  <a:gd name="connsiteY10" fmla="*/ 20857 h 25767"/>
                  <a:gd name="connsiteX11" fmla="*/ 5856 w 23457"/>
                  <a:gd name="connsiteY11" fmla="*/ 17156 h 25767"/>
                  <a:gd name="connsiteX12" fmla="*/ 5654 w 23457"/>
                  <a:gd name="connsiteY12" fmla="*/ 15407 h 25767"/>
                  <a:gd name="connsiteX13" fmla="*/ 0 w 23457"/>
                  <a:gd name="connsiteY13" fmla="*/ 12750 h 25767"/>
                  <a:gd name="connsiteX14" fmla="*/ 0 w 23457"/>
                  <a:gd name="connsiteY14" fmla="*/ 11269 h 25767"/>
                  <a:gd name="connsiteX15" fmla="*/ 1952 w 23457"/>
                  <a:gd name="connsiteY15" fmla="*/ 6492 h 25767"/>
                  <a:gd name="connsiteX16" fmla="*/ 5856 w 23457"/>
                  <a:gd name="connsiteY16" fmla="*/ 3229 h 25767"/>
                  <a:gd name="connsiteX17" fmla="*/ 6731 w 23457"/>
                  <a:gd name="connsiteY17" fmla="*/ 3028 h 25767"/>
                  <a:gd name="connsiteX18" fmla="*/ 8683 w 23457"/>
                  <a:gd name="connsiteY18" fmla="*/ 0 h 25767"/>
                  <a:gd name="connsiteX19" fmla="*/ 12587 w 23457"/>
                  <a:gd name="connsiteY19" fmla="*/ 0 h 2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57" h="25767">
                    <a:moveTo>
                      <a:pt x="12587" y="0"/>
                    </a:moveTo>
                    <a:lnTo>
                      <a:pt x="15616" y="2052"/>
                    </a:lnTo>
                    <a:lnTo>
                      <a:pt x="16491" y="5214"/>
                    </a:lnTo>
                    <a:lnTo>
                      <a:pt x="23457" y="5214"/>
                    </a:lnTo>
                    <a:lnTo>
                      <a:pt x="23020" y="10866"/>
                    </a:lnTo>
                    <a:lnTo>
                      <a:pt x="19015" y="13691"/>
                    </a:lnTo>
                    <a:lnTo>
                      <a:pt x="15649" y="20857"/>
                    </a:lnTo>
                    <a:lnTo>
                      <a:pt x="15649" y="25196"/>
                    </a:lnTo>
                    <a:cubicBezTo>
                      <a:pt x="15649" y="25196"/>
                      <a:pt x="14572" y="24557"/>
                      <a:pt x="13899" y="25196"/>
                    </a:cubicBezTo>
                    <a:cubicBezTo>
                      <a:pt x="13260" y="25835"/>
                      <a:pt x="12149" y="26071"/>
                      <a:pt x="10433" y="25196"/>
                    </a:cubicBezTo>
                    <a:cubicBezTo>
                      <a:pt x="8683" y="24322"/>
                      <a:pt x="5856" y="20857"/>
                      <a:pt x="5856" y="20857"/>
                    </a:cubicBezTo>
                    <a:cubicBezTo>
                      <a:pt x="5856" y="20857"/>
                      <a:pt x="6058" y="17829"/>
                      <a:pt x="5856" y="17156"/>
                    </a:cubicBezTo>
                    <a:cubicBezTo>
                      <a:pt x="5654" y="16517"/>
                      <a:pt x="5654" y="15407"/>
                      <a:pt x="5654" y="15407"/>
                    </a:cubicBezTo>
                    <a:lnTo>
                      <a:pt x="0" y="12750"/>
                    </a:lnTo>
                    <a:lnTo>
                      <a:pt x="0" y="11269"/>
                    </a:lnTo>
                    <a:cubicBezTo>
                      <a:pt x="0" y="11269"/>
                      <a:pt x="1313" y="6694"/>
                      <a:pt x="1952" y="6492"/>
                    </a:cubicBezTo>
                    <a:cubicBezTo>
                      <a:pt x="2591" y="6291"/>
                      <a:pt x="4981" y="3667"/>
                      <a:pt x="5856" y="3229"/>
                    </a:cubicBezTo>
                    <a:cubicBezTo>
                      <a:pt x="6731" y="2792"/>
                      <a:pt x="6731" y="3028"/>
                      <a:pt x="6731" y="3028"/>
                    </a:cubicBezTo>
                    <a:lnTo>
                      <a:pt x="8683" y="0"/>
                    </a:lnTo>
                    <a:lnTo>
                      <a:pt x="12587" y="0"/>
                    </a:lnTo>
                    <a:close/>
                  </a:path>
                </a:pathLst>
              </a:custGeom>
              <a:grpFill/>
              <a:ln w="6350" cap="flat">
                <a:solidFill>
                  <a:schemeClr val="bg1"/>
                </a:solidFill>
                <a:prstDash val="solid"/>
                <a:miter/>
              </a:ln>
            </p:spPr>
            <p:txBody>
              <a:bodyPr rtlCol="0" anchor="ctr"/>
              <a:lstStyle/>
              <a:p>
                <a:endParaRPr lang="en-US"/>
              </a:p>
            </p:txBody>
          </p:sp>
          <p:sp>
            <p:nvSpPr>
              <p:cNvPr id="169" name="Freeform 948">
                <a:extLst>
                  <a:ext uri="{FF2B5EF4-FFF2-40B4-BE49-F238E27FC236}">
                    <a16:creationId xmlns:a16="http://schemas.microsoft.com/office/drawing/2014/main" id="{CF062029-5DBC-DEFE-F0D0-46C58D97B074}"/>
                  </a:ext>
                </a:extLst>
              </p:cNvPr>
              <p:cNvSpPr/>
              <p:nvPr/>
            </p:nvSpPr>
            <p:spPr>
              <a:xfrm>
                <a:off x="6151476" y="3302335"/>
                <a:ext cx="14539" cy="11134"/>
              </a:xfrm>
              <a:custGeom>
                <a:avLst/>
                <a:gdLst>
                  <a:gd name="connsiteX0" fmla="*/ 4779 w 14539"/>
                  <a:gd name="connsiteY0" fmla="*/ 0 h 11134"/>
                  <a:gd name="connsiteX1" fmla="*/ 8683 w 14539"/>
                  <a:gd name="connsiteY1" fmla="*/ 1514 h 11134"/>
                  <a:gd name="connsiteX2" fmla="*/ 14539 w 14539"/>
                  <a:gd name="connsiteY2" fmla="*/ 4104 h 11134"/>
                  <a:gd name="connsiteX3" fmla="*/ 13024 w 14539"/>
                  <a:gd name="connsiteY3" fmla="*/ 9655 h 11134"/>
                  <a:gd name="connsiteX4" fmla="*/ 9659 w 14539"/>
                  <a:gd name="connsiteY4" fmla="*/ 11135 h 11134"/>
                  <a:gd name="connsiteX5" fmla="*/ 6058 w 14539"/>
                  <a:gd name="connsiteY5" fmla="*/ 7636 h 11134"/>
                  <a:gd name="connsiteX6" fmla="*/ 2154 w 14539"/>
                  <a:gd name="connsiteY6" fmla="*/ 3700 h 11134"/>
                  <a:gd name="connsiteX7" fmla="*/ 0 w 14539"/>
                  <a:gd name="connsiteY7" fmla="*/ 875 h 11134"/>
                  <a:gd name="connsiteX8" fmla="*/ 1952 w 14539"/>
                  <a:gd name="connsiteY8" fmla="*/ 0 h 11134"/>
                  <a:gd name="connsiteX9" fmla="*/ 4779 w 14539"/>
                  <a:gd name="connsiteY9" fmla="*/ 0 h 11134"/>
                  <a:gd name="connsiteX10" fmla="*/ 4779 w 14539"/>
                  <a:gd name="connsiteY10" fmla="*/ 0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39" h="11134">
                    <a:moveTo>
                      <a:pt x="4779" y="0"/>
                    </a:moveTo>
                    <a:lnTo>
                      <a:pt x="8683" y="1514"/>
                    </a:lnTo>
                    <a:lnTo>
                      <a:pt x="14539" y="4104"/>
                    </a:lnTo>
                    <a:lnTo>
                      <a:pt x="13024" y="9655"/>
                    </a:lnTo>
                    <a:lnTo>
                      <a:pt x="9659" y="11135"/>
                    </a:lnTo>
                    <a:cubicBezTo>
                      <a:pt x="9659" y="11135"/>
                      <a:pt x="6933" y="7636"/>
                      <a:pt x="6058" y="7636"/>
                    </a:cubicBezTo>
                    <a:cubicBezTo>
                      <a:pt x="5183" y="7636"/>
                      <a:pt x="2154" y="3700"/>
                      <a:pt x="2154" y="3700"/>
                    </a:cubicBezTo>
                    <a:lnTo>
                      <a:pt x="0" y="875"/>
                    </a:lnTo>
                    <a:lnTo>
                      <a:pt x="1952" y="0"/>
                    </a:lnTo>
                    <a:lnTo>
                      <a:pt x="4779" y="0"/>
                    </a:lnTo>
                    <a:lnTo>
                      <a:pt x="4779" y="0"/>
                    </a:lnTo>
                    <a:close/>
                  </a:path>
                </a:pathLst>
              </a:custGeom>
              <a:grpFill/>
              <a:ln w="6350" cap="flat">
                <a:solidFill>
                  <a:schemeClr val="bg1"/>
                </a:solidFill>
                <a:prstDash val="solid"/>
                <a:miter/>
              </a:ln>
            </p:spPr>
            <p:txBody>
              <a:bodyPr rtlCol="0" anchor="ctr"/>
              <a:lstStyle/>
              <a:p>
                <a:endParaRPr lang="en-US"/>
              </a:p>
            </p:txBody>
          </p:sp>
          <p:sp>
            <p:nvSpPr>
              <p:cNvPr id="170" name="Freeform 949">
                <a:extLst>
                  <a:ext uri="{FF2B5EF4-FFF2-40B4-BE49-F238E27FC236}">
                    <a16:creationId xmlns:a16="http://schemas.microsoft.com/office/drawing/2014/main" id="{C3B62B26-C6A4-EAC3-F7F9-1869769BD119}"/>
                  </a:ext>
                </a:extLst>
              </p:cNvPr>
              <p:cNvSpPr/>
              <p:nvPr/>
            </p:nvSpPr>
            <p:spPr>
              <a:xfrm>
                <a:off x="5947799" y="3484864"/>
                <a:ext cx="28269" cy="24321"/>
              </a:xfrm>
              <a:custGeom>
                <a:avLst/>
                <a:gdLst>
                  <a:gd name="connsiteX0" fmla="*/ 10635 w 28269"/>
                  <a:gd name="connsiteY0" fmla="*/ 24322 h 24321"/>
                  <a:gd name="connsiteX1" fmla="*/ 14774 w 28269"/>
                  <a:gd name="connsiteY1" fmla="*/ 20419 h 24321"/>
                  <a:gd name="connsiteX2" fmla="*/ 14774 w 28269"/>
                  <a:gd name="connsiteY2" fmla="*/ 17358 h 24321"/>
                  <a:gd name="connsiteX3" fmla="*/ 17399 w 28269"/>
                  <a:gd name="connsiteY3" fmla="*/ 17358 h 24321"/>
                  <a:gd name="connsiteX4" fmla="*/ 23895 w 28269"/>
                  <a:gd name="connsiteY4" fmla="*/ 13456 h 24321"/>
                  <a:gd name="connsiteX5" fmla="*/ 28270 w 28269"/>
                  <a:gd name="connsiteY5" fmla="*/ 9991 h 24321"/>
                  <a:gd name="connsiteX6" fmla="*/ 24332 w 28269"/>
                  <a:gd name="connsiteY6" fmla="*/ 5416 h 24321"/>
                  <a:gd name="connsiteX7" fmla="*/ 19553 w 28269"/>
                  <a:gd name="connsiteY7" fmla="*/ 1716 h 24321"/>
                  <a:gd name="connsiteX8" fmla="*/ 13899 w 28269"/>
                  <a:gd name="connsiteY8" fmla="*/ 1716 h 24321"/>
                  <a:gd name="connsiteX9" fmla="*/ 11072 w 28269"/>
                  <a:gd name="connsiteY9" fmla="*/ 0 h 24321"/>
                  <a:gd name="connsiteX10" fmla="*/ 0 w 28269"/>
                  <a:gd name="connsiteY10" fmla="*/ 0 h 24321"/>
                  <a:gd name="connsiteX11" fmla="*/ 4341 w 28269"/>
                  <a:gd name="connsiteY11" fmla="*/ 6930 h 24321"/>
                  <a:gd name="connsiteX12" fmla="*/ 4341 w 28269"/>
                  <a:gd name="connsiteY12" fmla="*/ 13019 h 24321"/>
                  <a:gd name="connsiteX13" fmla="*/ 4341 w 28269"/>
                  <a:gd name="connsiteY13" fmla="*/ 18233 h 24321"/>
                  <a:gd name="connsiteX14" fmla="*/ 5654 w 28269"/>
                  <a:gd name="connsiteY14" fmla="*/ 20419 h 2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69" h="24321">
                    <a:moveTo>
                      <a:pt x="10635" y="24322"/>
                    </a:moveTo>
                    <a:lnTo>
                      <a:pt x="14774" y="20419"/>
                    </a:lnTo>
                    <a:lnTo>
                      <a:pt x="14774" y="17358"/>
                    </a:lnTo>
                    <a:lnTo>
                      <a:pt x="17399" y="17358"/>
                    </a:lnTo>
                    <a:lnTo>
                      <a:pt x="23895" y="13456"/>
                    </a:lnTo>
                    <a:lnTo>
                      <a:pt x="28270" y="9991"/>
                    </a:lnTo>
                    <a:lnTo>
                      <a:pt x="24332" y="5416"/>
                    </a:lnTo>
                    <a:lnTo>
                      <a:pt x="19553" y="1716"/>
                    </a:lnTo>
                    <a:lnTo>
                      <a:pt x="13899" y="1716"/>
                    </a:lnTo>
                    <a:lnTo>
                      <a:pt x="11072" y="0"/>
                    </a:lnTo>
                    <a:lnTo>
                      <a:pt x="0" y="0"/>
                    </a:lnTo>
                    <a:lnTo>
                      <a:pt x="4341" y="6930"/>
                    </a:lnTo>
                    <a:lnTo>
                      <a:pt x="4341" y="13019"/>
                    </a:lnTo>
                    <a:lnTo>
                      <a:pt x="4341" y="18233"/>
                    </a:lnTo>
                    <a:lnTo>
                      <a:pt x="5654" y="20419"/>
                    </a:lnTo>
                    <a:close/>
                  </a:path>
                </a:pathLst>
              </a:custGeom>
              <a:grpFill/>
              <a:ln w="6350" cap="flat">
                <a:solidFill>
                  <a:schemeClr val="bg1"/>
                </a:solidFill>
                <a:prstDash val="solid"/>
                <a:miter/>
              </a:ln>
            </p:spPr>
            <p:txBody>
              <a:bodyPr rtlCol="0" anchor="ctr"/>
              <a:lstStyle/>
              <a:p>
                <a:endParaRPr lang="en-US"/>
              </a:p>
            </p:txBody>
          </p:sp>
        </p:grpSp>
        <p:sp>
          <p:nvSpPr>
            <p:cNvPr id="26" name="Freeform 887">
              <a:extLst>
                <a:ext uri="{FF2B5EF4-FFF2-40B4-BE49-F238E27FC236}">
                  <a16:creationId xmlns:a16="http://schemas.microsoft.com/office/drawing/2014/main" id="{F976927A-DB93-9061-9F34-7F6C323E15E4}"/>
                </a:ext>
              </a:extLst>
            </p:cNvPr>
            <p:cNvSpPr/>
            <p:nvPr/>
          </p:nvSpPr>
          <p:spPr>
            <a:xfrm>
              <a:off x="7987017" y="2835953"/>
              <a:ext cx="245586" cy="305313"/>
            </a:xfrm>
            <a:custGeom>
              <a:avLst/>
              <a:gdLst>
                <a:gd name="connsiteX0" fmla="*/ 342638 w 471500"/>
                <a:gd name="connsiteY0" fmla="*/ 573051 h 586170"/>
                <a:gd name="connsiteX1" fmla="*/ 344388 w 471500"/>
                <a:gd name="connsiteY1" fmla="*/ 580015 h 586170"/>
                <a:gd name="connsiteX2" fmla="*/ 344388 w 471500"/>
                <a:gd name="connsiteY2" fmla="*/ 582908 h 586170"/>
                <a:gd name="connsiteX3" fmla="*/ 353070 w 471500"/>
                <a:gd name="connsiteY3" fmla="*/ 586171 h 586170"/>
                <a:gd name="connsiteX4" fmla="*/ 357210 w 471500"/>
                <a:gd name="connsiteY4" fmla="*/ 581831 h 586170"/>
                <a:gd name="connsiteX5" fmla="*/ 364177 w 471500"/>
                <a:gd name="connsiteY5" fmla="*/ 575978 h 586170"/>
                <a:gd name="connsiteX6" fmla="*/ 370268 w 471500"/>
                <a:gd name="connsiteY6" fmla="*/ 572277 h 586170"/>
                <a:gd name="connsiteX7" fmla="*/ 375047 w 471500"/>
                <a:gd name="connsiteY7" fmla="*/ 564877 h 586170"/>
                <a:gd name="connsiteX8" fmla="*/ 380936 w 471500"/>
                <a:gd name="connsiteY8" fmla="*/ 560302 h 586170"/>
                <a:gd name="connsiteX9" fmla="*/ 384638 w 471500"/>
                <a:gd name="connsiteY9" fmla="*/ 555289 h 586170"/>
                <a:gd name="connsiteX10" fmla="*/ 389619 w 471500"/>
                <a:gd name="connsiteY10" fmla="*/ 552262 h 586170"/>
                <a:gd name="connsiteX11" fmla="*/ 399614 w 471500"/>
                <a:gd name="connsiteY11" fmla="*/ 547048 h 586170"/>
                <a:gd name="connsiteX12" fmla="*/ 403519 w 471500"/>
                <a:gd name="connsiteY12" fmla="*/ 541161 h 586170"/>
                <a:gd name="connsiteX13" fmla="*/ 403519 w 471500"/>
                <a:gd name="connsiteY13" fmla="*/ 532919 h 586170"/>
                <a:gd name="connsiteX14" fmla="*/ 408533 w 471500"/>
                <a:gd name="connsiteY14" fmla="*/ 529858 h 586170"/>
                <a:gd name="connsiteX15" fmla="*/ 413951 w 471500"/>
                <a:gd name="connsiteY15" fmla="*/ 514653 h 586170"/>
                <a:gd name="connsiteX16" fmla="*/ 411495 w 471500"/>
                <a:gd name="connsiteY16" fmla="*/ 504662 h 586170"/>
                <a:gd name="connsiteX17" fmla="*/ 408735 w 471500"/>
                <a:gd name="connsiteY17" fmla="*/ 499448 h 586170"/>
                <a:gd name="connsiteX18" fmla="*/ 408735 w 471500"/>
                <a:gd name="connsiteY18" fmla="*/ 490769 h 586170"/>
                <a:gd name="connsiteX19" fmla="*/ 408735 w 471500"/>
                <a:gd name="connsiteY19" fmla="*/ 474689 h 586170"/>
                <a:gd name="connsiteX20" fmla="*/ 411495 w 471500"/>
                <a:gd name="connsiteY20" fmla="*/ 474252 h 586170"/>
                <a:gd name="connsiteX21" fmla="*/ 414826 w 471500"/>
                <a:gd name="connsiteY21" fmla="*/ 477716 h 586170"/>
                <a:gd name="connsiteX22" fmla="*/ 425259 w 471500"/>
                <a:gd name="connsiteY22" fmla="*/ 477716 h 586170"/>
                <a:gd name="connsiteX23" fmla="*/ 437442 w 471500"/>
                <a:gd name="connsiteY23" fmla="*/ 477716 h 586170"/>
                <a:gd name="connsiteX24" fmla="*/ 448313 w 471500"/>
                <a:gd name="connsiteY24" fmla="*/ 474891 h 586170"/>
                <a:gd name="connsiteX25" fmla="*/ 452217 w 471500"/>
                <a:gd name="connsiteY25" fmla="*/ 468163 h 586170"/>
                <a:gd name="connsiteX26" fmla="*/ 452217 w 471500"/>
                <a:gd name="connsiteY26" fmla="*/ 459484 h 586170"/>
                <a:gd name="connsiteX27" fmla="*/ 447202 w 471500"/>
                <a:gd name="connsiteY27" fmla="*/ 453832 h 586170"/>
                <a:gd name="connsiteX28" fmla="*/ 439596 w 471500"/>
                <a:gd name="connsiteY28" fmla="*/ 446432 h 586170"/>
                <a:gd name="connsiteX29" fmla="*/ 446125 w 471500"/>
                <a:gd name="connsiteY29" fmla="*/ 437753 h 586170"/>
                <a:gd name="connsiteX30" fmla="*/ 453529 w 471500"/>
                <a:gd name="connsiteY30" fmla="*/ 437753 h 586170"/>
                <a:gd name="connsiteX31" fmla="*/ 460933 w 471500"/>
                <a:gd name="connsiteY31" fmla="*/ 435129 h 586170"/>
                <a:gd name="connsiteX32" fmla="*/ 460933 w 471500"/>
                <a:gd name="connsiteY32" fmla="*/ 424263 h 586170"/>
                <a:gd name="connsiteX33" fmla="*/ 466150 w 471500"/>
                <a:gd name="connsiteY33" fmla="*/ 414272 h 586170"/>
                <a:gd name="connsiteX34" fmla="*/ 469212 w 471500"/>
                <a:gd name="connsiteY34" fmla="*/ 406602 h 586170"/>
                <a:gd name="connsiteX35" fmla="*/ 471400 w 471500"/>
                <a:gd name="connsiteY35" fmla="*/ 389951 h 586170"/>
                <a:gd name="connsiteX36" fmla="*/ 471400 w 471500"/>
                <a:gd name="connsiteY36" fmla="*/ 381272 h 586170"/>
                <a:gd name="connsiteX37" fmla="*/ 471501 w 471500"/>
                <a:gd name="connsiteY37" fmla="*/ 381003 h 586170"/>
                <a:gd name="connsiteX38" fmla="*/ 468506 w 471500"/>
                <a:gd name="connsiteY38" fmla="*/ 374880 h 586170"/>
                <a:gd name="connsiteX39" fmla="*/ 461236 w 471500"/>
                <a:gd name="connsiteY39" fmla="*/ 376899 h 586170"/>
                <a:gd name="connsiteX40" fmla="*/ 451106 w 471500"/>
                <a:gd name="connsiteY40" fmla="*/ 378076 h 586170"/>
                <a:gd name="connsiteX41" fmla="*/ 450534 w 471500"/>
                <a:gd name="connsiteY41" fmla="*/ 372862 h 586170"/>
                <a:gd name="connsiteX42" fmla="*/ 449659 w 471500"/>
                <a:gd name="connsiteY42" fmla="*/ 364755 h 586170"/>
                <a:gd name="connsiteX43" fmla="*/ 445318 w 471500"/>
                <a:gd name="connsiteY43" fmla="*/ 364755 h 586170"/>
                <a:gd name="connsiteX44" fmla="*/ 434313 w 471500"/>
                <a:gd name="connsiteY44" fmla="*/ 367042 h 586170"/>
                <a:gd name="connsiteX45" fmla="*/ 426471 w 471500"/>
                <a:gd name="connsiteY45" fmla="*/ 369094 h 586170"/>
                <a:gd name="connsiteX46" fmla="*/ 419235 w 471500"/>
                <a:gd name="connsiteY46" fmla="*/ 369969 h 586170"/>
                <a:gd name="connsiteX47" fmla="*/ 411562 w 471500"/>
                <a:gd name="connsiteY47" fmla="*/ 373164 h 586170"/>
                <a:gd name="connsiteX48" fmla="*/ 404461 w 471500"/>
                <a:gd name="connsiteY48" fmla="*/ 375183 h 586170"/>
                <a:gd name="connsiteX49" fmla="*/ 395778 w 471500"/>
                <a:gd name="connsiteY49" fmla="*/ 375183 h 586170"/>
                <a:gd name="connsiteX50" fmla="*/ 387364 w 471500"/>
                <a:gd name="connsiteY50" fmla="*/ 370406 h 586170"/>
                <a:gd name="connsiteX51" fmla="*/ 384167 w 471500"/>
                <a:gd name="connsiteY51" fmla="*/ 367076 h 586170"/>
                <a:gd name="connsiteX52" fmla="*/ 382148 w 471500"/>
                <a:gd name="connsiteY52" fmla="*/ 361290 h 586170"/>
                <a:gd name="connsiteX53" fmla="*/ 389687 w 471500"/>
                <a:gd name="connsiteY53" fmla="*/ 354057 h 586170"/>
                <a:gd name="connsiteX54" fmla="*/ 394903 w 471500"/>
                <a:gd name="connsiteY54" fmla="*/ 349718 h 586170"/>
                <a:gd name="connsiteX55" fmla="*/ 398100 w 471500"/>
                <a:gd name="connsiteY55" fmla="*/ 341913 h 586170"/>
                <a:gd name="connsiteX56" fmla="*/ 396922 w 471500"/>
                <a:gd name="connsiteY56" fmla="*/ 336396 h 586170"/>
                <a:gd name="connsiteX57" fmla="*/ 395778 w 471500"/>
                <a:gd name="connsiteY57" fmla="*/ 330005 h 586170"/>
                <a:gd name="connsiteX58" fmla="*/ 394028 w 471500"/>
                <a:gd name="connsiteY58" fmla="*/ 324791 h 586170"/>
                <a:gd name="connsiteX59" fmla="*/ 383595 w 471500"/>
                <a:gd name="connsiteY59" fmla="*/ 324791 h 586170"/>
                <a:gd name="connsiteX60" fmla="*/ 373162 w 471500"/>
                <a:gd name="connsiteY60" fmla="*/ 323243 h 586170"/>
                <a:gd name="connsiteX61" fmla="*/ 364177 w 471500"/>
                <a:gd name="connsiteY61" fmla="*/ 323008 h 586170"/>
                <a:gd name="connsiteX62" fmla="*/ 361282 w 471500"/>
                <a:gd name="connsiteY62" fmla="*/ 317794 h 586170"/>
                <a:gd name="connsiteX63" fmla="*/ 358960 w 471500"/>
                <a:gd name="connsiteY63" fmla="*/ 307365 h 586170"/>
                <a:gd name="connsiteX64" fmla="*/ 354316 w 471500"/>
                <a:gd name="connsiteY64" fmla="*/ 301579 h 586170"/>
                <a:gd name="connsiteX65" fmla="*/ 349099 w 471500"/>
                <a:gd name="connsiteY65" fmla="*/ 298686 h 586170"/>
                <a:gd name="connsiteX66" fmla="*/ 343310 w 471500"/>
                <a:gd name="connsiteY66" fmla="*/ 295221 h 586170"/>
                <a:gd name="connsiteX67" fmla="*/ 345633 w 471500"/>
                <a:gd name="connsiteY67" fmla="*/ 289436 h 586170"/>
                <a:gd name="connsiteX68" fmla="*/ 350546 w 471500"/>
                <a:gd name="connsiteY68" fmla="*/ 281328 h 586170"/>
                <a:gd name="connsiteX69" fmla="*/ 352296 w 471500"/>
                <a:gd name="connsiteY69" fmla="*/ 273221 h 586170"/>
                <a:gd name="connsiteX70" fmla="*/ 356941 w 471500"/>
                <a:gd name="connsiteY70" fmla="*/ 266830 h 586170"/>
                <a:gd name="connsiteX71" fmla="*/ 362460 w 471500"/>
                <a:gd name="connsiteY71" fmla="*/ 266258 h 586170"/>
                <a:gd name="connsiteX72" fmla="*/ 366801 w 471500"/>
                <a:gd name="connsiteY72" fmla="*/ 264811 h 586170"/>
                <a:gd name="connsiteX73" fmla="*/ 368249 w 471500"/>
                <a:gd name="connsiteY73" fmla="*/ 259597 h 586170"/>
                <a:gd name="connsiteX74" fmla="*/ 371143 w 471500"/>
                <a:gd name="connsiteY74" fmla="*/ 255527 h 586170"/>
                <a:gd name="connsiteX75" fmla="*/ 372018 w 471500"/>
                <a:gd name="connsiteY75" fmla="*/ 245670 h 586170"/>
                <a:gd name="connsiteX76" fmla="*/ 370874 w 471500"/>
                <a:gd name="connsiteY76" fmla="*/ 239279 h 586170"/>
                <a:gd name="connsiteX77" fmla="*/ 367979 w 471500"/>
                <a:gd name="connsiteY77" fmla="*/ 229725 h 586170"/>
                <a:gd name="connsiteX78" fmla="*/ 368551 w 471500"/>
                <a:gd name="connsiteY78" fmla="*/ 222190 h 586170"/>
                <a:gd name="connsiteX79" fmla="*/ 374037 w 471500"/>
                <a:gd name="connsiteY79" fmla="*/ 217548 h 586170"/>
                <a:gd name="connsiteX80" fmla="*/ 382148 w 471500"/>
                <a:gd name="connsiteY80" fmla="*/ 220743 h 586170"/>
                <a:gd name="connsiteX81" fmla="*/ 386489 w 471500"/>
                <a:gd name="connsiteY81" fmla="*/ 225655 h 586170"/>
                <a:gd name="connsiteX82" fmla="*/ 395172 w 471500"/>
                <a:gd name="connsiteY82" fmla="*/ 227101 h 586170"/>
                <a:gd name="connsiteX83" fmla="*/ 403014 w 471500"/>
                <a:gd name="connsiteY83" fmla="*/ 227404 h 586170"/>
                <a:gd name="connsiteX84" fmla="*/ 408802 w 471500"/>
                <a:gd name="connsiteY84" fmla="*/ 232315 h 586170"/>
                <a:gd name="connsiteX85" fmla="*/ 416038 w 471500"/>
                <a:gd name="connsiteY85" fmla="*/ 228548 h 586170"/>
                <a:gd name="connsiteX86" fmla="*/ 420952 w 471500"/>
                <a:gd name="connsiteY86" fmla="*/ 223031 h 586170"/>
                <a:gd name="connsiteX87" fmla="*/ 419504 w 471500"/>
                <a:gd name="connsiteY87" fmla="*/ 217245 h 586170"/>
                <a:gd name="connsiteX88" fmla="*/ 418057 w 471500"/>
                <a:gd name="connsiteY88" fmla="*/ 209407 h 586170"/>
                <a:gd name="connsiteX89" fmla="*/ 420682 w 471500"/>
                <a:gd name="connsiteY89" fmla="*/ 205639 h 586170"/>
                <a:gd name="connsiteX90" fmla="*/ 422432 w 471500"/>
                <a:gd name="connsiteY90" fmla="*/ 194336 h 586170"/>
                <a:gd name="connsiteX91" fmla="*/ 415769 w 471500"/>
                <a:gd name="connsiteY91" fmla="*/ 189694 h 586170"/>
                <a:gd name="connsiteX92" fmla="*/ 403889 w 471500"/>
                <a:gd name="connsiteY92" fmla="*/ 183605 h 586170"/>
                <a:gd name="connsiteX93" fmla="*/ 396081 w 471500"/>
                <a:gd name="connsiteY93" fmla="*/ 176945 h 586170"/>
                <a:gd name="connsiteX94" fmla="*/ 390562 w 471500"/>
                <a:gd name="connsiteY94" fmla="*/ 170553 h 586170"/>
                <a:gd name="connsiteX95" fmla="*/ 382451 w 471500"/>
                <a:gd name="connsiteY95" fmla="*/ 172874 h 586170"/>
                <a:gd name="connsiteX96" fmla="*/ 379859 w 471500"/>
                <a:gd name="connsiteY96" fmla="*/ 178963 h 586170"/>
                <a:gd name="connsiteX97" fmla="*/ 379556 w 471500"/>
                <a:gd name="connsiteY97" fmla="*/ 189694 h 586170"/>
                <a:gd name="connsiteX98" fmla="*/ 375484 w 471500"/>
                <a:gd name="connsiteY98" fmla="*/ 195211 h 586170"/>
                <a:gd name="connsiteX99" fmla="*/ 373734 w 471500"/>
                <a:gd name="connsiteY99" fmla="*/ 201300 h 586170"/>
                <a:gd name="connsiteX100" fmla="*/ 368518 w 471500"/>
                <a:gd name="connsiteY100" fmla="*/ 204193 h 586170"/>
                <a:gd name="connsiteX101" fmla="*/ 361854 w 471500"/>
                <a:gd name="connsiteY101" fmla="*/ 204495 h 586170"/>
                <a:gd name="connsiteX102" fmla="*/ 354618 w 471500"/>
                <a:gd name="connsiteY102" fmla="*/ 204193 h 586170"/>
                <a:gd name="connsiteX103" fmla="*/ 345936 w 471500"/>
                <a:gd name="connsiteY103" fmla="*/ 206211 h 586170"/>
                <a:gd name="connsiteX104" fmla="*/ 340147 w 471500"/>
                <a:gd name="connsiteY104" fmla="*/ 205336 h 586170"/>
                <a:gd name="connsiteX105" fmla="*/ 329142 w 471500"/>
                <a:gd name="connsiteY105" fmla="*/ 196927 h 586170"/>
                <a:gd name="connsiteX106" fmla="*/ 326248 w 471500"/>
                <a:gd name="connsiteY106" fmla="*/ 188819 h 586170"/>
                <a:gd name="connsiteX107" fmla="*/ 327123 w 471500"/>
                <a:gd name="connsiteY107" fmla="*/ 181015 h 586170"/>
                <a:gd name="connsiteX108" fmla="*/ 323925 w 471500"/>
                <a:gd name="connsiteY108" fmla="*/ 172605 h 586170"/>
                <a:gd name="connsiteX109" fmla="*/ 319853 w 471500"/>
                <a:gd name="connsiteY109" fmla="*/ 163926 h 586170"/>
                <a:gd name="connsiteX110" fmla="*/ 317531 w 471500"/>
                <a:gd name="connsiteY110" fmla="*/ 154372 h 586170"/>
                <a:gd name="connsiteX111" fmla="*/ 310565 w 471500"/>
                <a:gd name="connsiteY111" fmla="*/ 156693 h 586170"/>
                <a:gd name="connsiteX112" fmla="*/ 300132 w 471500"/>
                <a:gd name="connsiteY112" fmla="*/ 157568 h 586170"/>
                <a:gd name="connsiteX113" fmla="*/ 295790 w 471500"/>
                <a:gd name="connsiteY113" fmla="*/ 152657 h 586170"/>
                <a:gd name="connsiteX114" fmla="*/ 295521 w 471500"/>
                <a:gd name="connsiteY114" fmla="*/ 150908 h 586170"/>
                <a:gd name="connsiteX115" fmla="*/ 297271 w 471500"/>
                <a:gd name="connsiteY115" fmla="*/ 137283 h 586170"/>
                <a:gd name="connsiteX116" fmla="*/ 299290 w 471500"/>
                <a:gd name="connsiteY116" fmla="*/ 130320 h 586170"/>
                <a:gd name="connsiteX117" fmla="*/ 301882 w 471500"/>
                <a:gd name="connsiteY117" fmla="*/ 125678 h 586170"/>
                <a:gd name="connsiteX118" fmla="*/ 305954 w 471500"/>
                <a:gd name="connsiteY118" fmla="*/ 119017 h 586170"/>
                <a:gd name="connsiteX119" fmla="*/ 307973 w 471500"/>
                <a:gd name="connsiteY119" fmla="*/ 112626 h 586170"/>
                <a:gd name="connsiteX120" fmla="*/ 308545 w 471500"/>
                <a:gd name="connsiteY120" fmla="*/ 107714 h 586170"/>
                <a:gd name="connsiteX121" fmla="*/ 312617 w 471500"/>
                <a:gd name="connsiteY121" fmla="*/ 102197 h 586170"/>
                <a:gd name="connsiteX122" fmla="*/ 313493 w 471500"/>
                <a:gd name="connsiteY122" fmla="*/ 94359 h 586170"/>
                <a:gd name="connsiteX123" fmla="*/ 306257 w 471500"/>
                <a:gd name="connsiteY123" fmla="*/ 93485 h 586170"/>
                <a:gd name="connsiteX124" fmla="*/ 296699 w 471500"/>
                <a:gd name="connsiteY124" fmla="*/ 91735 h 586170"/>
                <a:gd name="connsiteX125" fmla="*/ 291482 w 471500"/>
                <a:gd name="connsiteY125" fmla="*/ 89111 h 586170"/>
                <a:gd name="connsiteX126" fmla="*/ 286838 w 471500"/>
                <a:gd name="connsiteY126" fmla="*/ 93182 h 586170"/>
                <a:gd name="connsiteX127" fmla="*/ 280174 w 471500"/>
                <a:gd name="connsiteY127" fmla="*/ 96647 h 586170"/>
                <a:gd name="connsiteX128" fmla="*/ 270919 w 471500"/>
                <a:gd name="connsiteY128" fmla="*/ 96647 h 586170"/>
                <a:gd name="connsiteX129" fmla="*/ 268025 w 471500"/>
                <a:gd name="connsiteY129" fmla="*/ 92576 h 586170"/>
                <a:gd name="connsiteX130" fmla="*/ 268025 w 471500"/>
                <a:gd name="connsiteY130" fmla="*/ 82720 h 586170"/>
                <a:gd name="connsiteX131" fmla="*/ 267015 w 471500"/>
                <a:gd name="connsiteY131" fmla="*/ 78952 h 586170"/>
                <a:gd name="connsiteX132" fmla="*/ 262539 w 471500"/>
                <a:gd name="connsiteY132" fmla="*/ 73166 h 586170"/>
                <a:gd name="connsiteX133" fmla="*/ 258198 w 471500"/>
                <a:gd name="connsiteY133" fmla="*/ 68827 h 586170"/>
                <a:gd name="connsiteX134" fmla="*/ 251838 w 471500"/>
                <a:gd name="connsiteY134" fmla="*/ 61863 h 586170"/>
                <a:gd name="connsiteX135" fmla="*/ 242852 w 471500"/>
                <a:gd name="connsiteY135" fmla="*/ 60417 h 586170"/>
                <a:gd name="connsiteX136" fmla="*/ 231544 w 471500"/>
                <a:gd name="connsiteY136" fmla="*/ 60417 h 586170"/>
                <a:gd name="connsiteX137" fmla="*/ 217644 w 471500"/>
                <a:gd name="connsiteY137" fmla="*/ 60282 h 586170"/>
                <a:gd name="connsiteX138" fmla="*/ 211250 w 471500"/>
                <a:gd name="connsiteY138" fmla="*/ 57827 h 586170"/>
                <a:gd name="connsiteX139" fmla="*/ 206336 w 471500"/>
                <a:gd name="connsiteY139" fmla="*/ 52041 h 586170"/>
                <a:gd name="connsiteX140" fmla="*/ 204889 w 471500"/>
                <a:gd name="connsiteY140" fmla="*/ 47701 h 586170"/>
                <a:gd name="connsiteX141" fmla="*/ 198495 w 471500"/>
                <a:gd name="connsiteY141" fmla="*/ 47398 h 586170"/>
                <a:gd name="connsiteX142" fmla="*/ 193009 w 471500"/>
                <a:gd name="connsiteY142" fmla="*/ 37273 h 586170"/>
                <a:gd name="connsiteX143" fmla="*/ 188937 w 471500"/>
                <a:gd name="connsiteY143" fmla="*/ 29166 h 586170"/>
                <a:gd name="connsiteX144" fmla="*/ 183417 w 471500"/>
                <a:gd name="connsiteY144" fmla="*/ 29166 h 586170"/>
                <a:gd name="connsiteX145" fmla="*/ 178504 w 471500"/>
                <a:gd name="connsiteY145" fmla="*/ 24826 h 586170"/>
                <a:gd name="connsiteX146" fmla="*/ 171840 w 471500"/>
                <a:gd name="connsiteY146" fmla="*/ 19915 h 586170"/>
                <a:gd name="connsiteX147" fmla="*/ 164874 w 471500"/>
                <a:gd name="connsiteY147" fmla="*/ 19040 h 586170"/>
                <a:gd name="connsiteX148" fmla="*/ 157032 w 471500"/>
                <a:gd name="connsiteY148" fmla="*/ 14701 h 586170"/>
                <a:gd name="connsiteX149" fmla="*/ 142258 w 471500"/>
                <a:gd name="connsiteY149" fmla="*/ 5416 h 586170"/>
                <a:gd name="connsiteX150" fmla="*/ 138791 w 471500"/>
                <a:gd name="connsiteY150" fmla="*/ 1951 h 586170"/>
                <a:gd name="connsiteX151" fmla="*/ 136840 w 471500"/>
                <a:gd name="connsiteY151" fmla="*/ 0 h 586170"/>
                <a:gd name="connsiteX152" fmla="*/ 135325 w 471500"/>
                <a:gd name="connsiteY152" fmla="*/ 976 h 586170"/>
                <a:gd name="connsiteX153" fmla="*/ 129166 w 471500"/>
                <a:gd name="connsiteY153" fmla="*/ 2859 h 586170"/>
                <a:gd name="connsiteX154" fmla="*/ 120248 w 471500"/>
                <a:gd name="connsiteY154" fmla="*/ 6156 h 586170"/>
                <a:gd name="connsiteX155" fmla="*/ 114594 w 471500"/>
                <a:gd name="connsiteY155" fmla="*/ 8343 h 586170"/>
                <a:gd name="connsiteX156" fmla="*/ 108570 w 471500"/>
                <a:gd name="connsiteY156" fmla="*/ 8343 h 586170"/>
                <a:gd name="connsiteX157" fmla="*/ 109108 w 471500"/>
                <a:gd name="connsiteY157" fmla="*/ 9655 h 586170"/>
                <a:gd name="connsiteX158" fmla="*/ 116647 w 471500"/>
                <a:gd name="connsiteY158" fmla="*/ 26104 h 586170"/>
                <a:gd name="connsiteX159" fmla="*/ 124825 w 471500"/>
                <a:gd name="connsiteY159" fmla="*/ 35053 h 586170"/>
                <a:gd name="connsiteX160" fmla="*/ 137647 w 471500"/>
                <a:gd name="connsiteY160" fmla="*/ 38787 h 586170"/>
                <a:gd name="connsiteX161" fmla="*/ 137647 w 471500"/>
                <a:gd name="connsiteY161" fmla="*/ 45750 h 586170"/>
                <a:gd name="connsiteX162" fmla="*/ 143167 w 471500"/>
                <a:gd name="connsiteY162" fmla="*/ 43429 h 586170"/>
                <a:gd name="connsiteX163" fmla="*/ 149393 w 471500"/>
                <a:gd name="connsiteY163" fmla="*/ 41108 h 586170"/>
                <a:gd name="connsiteX164" fmla="*/ 153297 w 471500"/>
                <a:gd name="connsiteY164" fmla="*/ 41680 h 586170"/>
                <a:gd name="connsiteX165" fmla="*/ 153297 w 471500"/>
                <a:gd name="connsiteY165" fmla="*/ 47466 h 586170"/>
                <a:gd name="connsiteX166" fmla="*/ 153297 w 471500"/>
                <a:gd name="connsiteY166" fmla="*/ 54429 h 586170"/>
                <a:gd name="connsiteX167" fmla="*/ 155922 w 471500"/>
                <a:gd name="connsiteY167" fmla="*/ 64285 h 586170"/>
                <a:gd name="connsiteX168" fmla="*/ 157941 w 471500"/>
                <a:gd name="connsiteY168" fmla="*/ 69802 h 586170"/>
                <a:gd name="connsiteX169" fmla="*/ 163730 w 471500"/>
                <a:gd name="connsiteY169" fmla="*/ 76463 h 586170"/>
                <a:gd name="connsiteX170" fmla="*/ 163730 w 471500"/>
                <a:gd name="connsiteY170" fmla="*/ 82249 h 586170"/>
                <a:gd name="connsiteX171" fmla="*/ 163730 w 471500"/>
                <a:gd name="connsiteY171" fmla="*/ 84873 h 586170"/>
                <a:gd name="connsiteX172" fmla="*/ 159388 w 471500"/>
                <a:gd name="connsiteY172" fmla="*/ 84873 h 586170"/>
                <a:gd name="connsiteX173" fmla="*/ 155922 w 471500"/>
                <a:gd name="connsiteY173" fmla="*/ 84873 h 586170"/>
                <a:gd name="connsiteX174" fmla="*/ 153600 w 471500"/>
                <a:gd name="connsiteY174" fmla="*/ 88069 h 586170"/>
                <a:gd name="connsiteX175" fmla="*/ 150403 w 471500"/>
                <a:gd name="connsiteY175" fmla="*/ 93014 h 586170"/>
                <a:gd name="connsiteX176" fmla="*/ 143739 w 471500"/>
                <a:gd name="connsiteY176" fmla="*/ 97084 h 586170"/>
                <a:gd name="connsiteX177" fmla="*/ 136200 w 471500"/>
                <a:gd name="connsiteY177" fmla="*/ 101592 h 586170"/>
                <a:gd name="connsiteX178" fmla="*/ 130412 w 471500"/>
                <a:gd name="connsiteY178" fmla="*/ 105797 h 586170"/>
                <a:gd name="connsiteX179" fmla="*/ 124623 w 471500"/>
                <a:gd name="connsiteY179" fmla="*/ 105797 h 586170"/>
                <a:gd name="connsiteX180" fmla="*/ 117657 w 471500"/>
                <a:gd name="connsiteY180" fmla="*/ 105797 h 586170"/>
                <a:gd name="connsiteX181" fmla="*/ 115032 w 471500"/>
                <a:gd name="connsiteY181" fmla="*/ 100583 h 586170"/>
                <a:gd name="connsiteX182" fmla="*/ 113012 w 471500"/>
                <a:gd name="connsiteY182" fmla="*/ 92173 h 586170"/>
                <a:gd name="connsiteX183" fmla="*/ 110993 w 471500"/>
                <a:gd name="connsiteY183" fmla="*/ 86959 h 586170"/>
                <a:gd name="connsiteX184" fmla="*/ 104632 w 471500"/>
                <a:gd name="connsiteY184" fmla="*/ 82619 h 586170"/>
                <a:gd name="connsiteX185" fmla="*/ 101132 w 471500"/>
                <a:gd name="connsiteY185" fmla="*/ 78279 h 586170"/>
                <a:gd name="connsiteX186" fmla="*/ 97935 w 471500"/>
                <a:gd name="connsiteY186" fmla="*/ 73940 h 586170"/>
                <a:gd name="connsiteX187" fmla="*/ 89521 w 471500"/>
                <a:gd name="connsiteY187" fmla="*/ 74815 h 586170"/>
                <a:gd name="connsiteX188" fmla="*/ 84305 w 471500"/>
                <a:gd name="connsiteY188" fmla="*/ 71350 h 586170"/>
                <a:gd name="connsiteX189" fmla="*/ 76194 w 471500"/>
                <a:gd name="connsiteY189" fmla="*/ 68154 h 586170"/>
                <a:gd name="connsiteX190" fmla="*/ 68083 w 471500"/>
                <a:gd name="connsiteY190" fmla="*/ 68726 h 586170"/>
                <a:gd name="connsiteX191" fmla="*/ 66064 w 471500"/>
                <a:gd name="connsiteY191" fmla="*/ 75689 h 586170"/>
                <a:gd name="connsiteX192" fmla="*/ 64617 w 471500"/>
                <a:gd name="connsiteY192" fmla="*/ 82922 h 586170"/>
                <a:gd name="connsiteX193" fmla="*/ 64617 w 471500"/>
                <a:gd name="connsiteY193" fmla="*/ 92778 h 586170"/>
                <a:gd name="connsiteX194" fmla="*/ 67511 w 471500"/>
                <a:gd name="connsiteY194" fmla="*/ 95368 h 586170"/>
                <a:gd name="connsiteX195" fmla="*/ 68386 w 471500"/>
                <a:gd name="connsiteY195" fmla="*/ 100583 h 586170"/>
                <a:gd name="connsiteX196" fmla="*/ 66939 w 471500"/>
                <a:gd name="connsiteY196" fmla="*/ 104350 h 586170"/>
                <a:gd name="connsiteX197" fmla="*/ 64617 w 471500"/>
                <a:gd name="connsiteY197" fmla="*/ 105797 h 586170"/>
                <a:gd name="connsiteX198" fmla="*/ 64617 w 471500"/>
                <a:gd name="connsiteY198" fmla="*/ 110136 h 586170"/>
                <a:gd name="connsiteX199" fmla="*/ 67511 w 471500"/>
                <a:gd name="connsiteY199" fmla="*/ 114778 h 586170"/>
                <a:gd name="connsiteX200" fmla="*/ 68386 w 471500"/>
                <a:gd name="connsiteY200" fmla="*/ 121742 h 586170"/>
                <a:gd name="connsiteX201" fmla="*/ 68083 w 471500"/>
                <a:gd name="connsiteY201" fmla="*/ 128403 h 586170"/>
                <a:gd name="connsiteX202" fmla="*/ 58525 w 471500"/>
                <a:gd name="connsiteY202" fmla="*/ 128403 h 586170"/>
                <a:gd name="connsiteX203" fmla="*/ 53309 w 471500"/>
                <a:gd name="connsiteY203" fmla="*/ 128403 h 586170"/>
                <a:gd name="connsiteX204" fmla="*/ 47520 w 471500"/>
                <a:gd name="connsiteY204" fmla="*/ 134491 h 586170"/>
                <a:gd name="connsiteX205" fmla="*/ 43751 w 471500"/>
                <a:gd name="connsiteY205" fmla="*/ 139706 h 586170"/>
                <a:gd name="connsiteX206" fmla="*/ 43751 w 471500"/>
                <a:gd name="connsiteY206" fmla="*/ 148385 h 586170"/>
                <a:gd name="connsiteX207" fmla="*/ 47823 w 471500"/>
                <a:gd name="connsiteY207" fmla="*/ 154171 h 586170"/>
                <a:gd name="connsiteX208" fmla="*/ 48698 w 471500"/>
                <a:gd name="connsiteY208" fmla="*/ 157938 h 586170"/>
                <a:gd name="connsiteX209" fmla="*/ 49270 w 471500"/>
                <a:gd name="connsiteY209" fmla="*/ 164902 h 586170"/>
                <a:gd name="connsiteX210" fmla="*/ 48395 w 471500"/>
                <a:gd name="connsiteY210" fmla="*/ 172134 h 586170"/>
                <a:gd name="connsiteX211" fmla="*/ 46679 w 471500"/>
                <a:gd name="connsiteY211" fmla="*/ 176171 h 586170"/>
                <a:gd name="connsiteX212" fmla="*/ 40588 w 471500"/>
                <a:gd name="connsiteY212" fmla="*/ 178189 h 586170"/>
                <a:gd name="connsiteX213" fmla="*/ 31029 w 471500"/>
                <a:gd name="connsiteY213" fmla="*/ 187171 h 586170"/>
                <a:gd name="connsiteX214" fmla="*/ 20294 w 471500"/>
                <a:gd name="connsiteY214" fmla="*/ 188920 h 586170"/>
                <a:gd name="connsiteX215" fmla="*/ 11611 w 471500"/>
                <a:gd name="connsiteY215" fmla="*/ 184009 h 586170"/>
                <a:gd name="connsiteX216" fmla="*/ 6967 w 471500"/>
                <a:gd name="connsiteY216" fmla="*/ 178795 h 586170"/>
                <a:gd name="connsiteX217" fmla="*/ 2322 w 471500"/>
                <a:gd name="connsiteY217" fmla="*/ 178223 h 586170"/>
                <a:gd name="connsiteX218" fmla="*/ 0 w 471500"/>
                <a:gd name="connsiteY218" fmla="*/ 182562 h 586170"/>
                <a:gd name="connsiteX219" fmla="*/ 3197 w 471500"/>
                <a:gd name="connsiteY219" fmla="*/ 188920 h 586170"/>
                <a:gd name="connsiteX220" fmla="*/ 3769 w 471500"/>
                <a:gd name="connsiteY220" fmla="*/ 192991 h 586170"/>
                <a:gd name="connsiteX221" fmla="*/ 4947 w 471500"/>
                <a:gd name="connsiteY221" fmla="*/ 201670 h 586170"/>
                <a:gd name="connsiteX222" fmla="*/ 9861 w 471500"/>
                <a:gd name="connsiteY222" fmla="*/ 208028 h 586170"/>
                <a:gd name="connsiteX223" fmla="*/ 23760 w 471500"/>
                <a:gd name="connsiteY223" fmla="*/ 209777 h 586170"/>
                <a:gd name="connsiteX224" fmla="*/ 31299 w 471500"/>
                <a:gd name="connsiteY224" fmla="*/ 211795 h 586170"/>
                <a:gd name="connsiteX225" fmla="*/ 36212 w 471500"/>
                <a:gd name="connsiteY225" fmla="*/ 224847 h 586170"/>
                <a:gd name="connsiteX226" fmla="*/ 42001 w 471500"/>
                <a:gd name="connsiteY226" fmla="*/ 240490 h 586170"/>
                <a:gd name="connsiteX227" fmla="*/ 42001 w 471500"/>
                <a:gd name="connsiteY227" fmla="*/ 250918 h 586170"/>
                <a:gd name="connsiteX228" fmla="*/ 48968 w 471500"/>
                <a:gd name="connsiteY228" fmla="*/ 256435 h 586170"/>
                <a:gd name="connsiteX229" fmla="*/ 60275 w 471500"/>
                <a:gd name="connsiteY229" fmla="*/ 251793 h 586170"/>
                <a:gd name="connsiteX230" fmla="*/ 63472 w 471500"/>
                <a:gd name="connsiteY230" fmla="*/ 249774 h 586170"/>
                <a:gd name="connsiteX231" fmla="*/ 71011 w 471500"/>
                <a:gd name="connsiteY231" fmla="*/ 252095 h 586170"/>
                <a:gd name="connsiteX232" fmla="*/ 78819 w 471500"/>
                <a:gd name="connsiteY232" fmla="*/ 258756 h 586170"/>
                <a:gd name="connsiteX233" fmla="*/ 85483 w 471500"/>
                <a:gd name="connsiteY233" fmla="*/ 258756 h 586170"/>
                <a:gd name="connsiteX234" fmla="*/ 89824 w 471500"/>
                <a:gd name="connsiteY234" fmla="*/ 255291 h 586170"/>
                <a:gd name="connsiteX235" fmla="*/ 95613 w 471500"/>
                <a:gd name="connsiteY235" fmla="*/ 251254 h 586170"/>
                <a:gd name="connsiteX236" fmla="*/ 100526 w 471500"/>
                <a:gd name="connsiteY236" fmla="*/ 252129 h 586170"/>
                <a:gd name="connsiteX237" fmla="*/ 104868 w 471500"/>
                <a:gd name="connsiteY237" fmla="*/ 261380 h 586170"/>
                <a:gd name="connsiteX238" fmla="*/ 106315 w 471500"/>
                <a:gd name="connsiteY238" fmla="*/ 270665 h 586170"/>
                <a:gd name="connsiteX239" fmla="*/ 105743 w 471500"/>
                <a:gd name="connsiteY239" fmla="*/ 284289 h 586170"/>
                <a:gd name="connsiteX240" fmla="*/ 108065 w 471500"/>
                <a:gd name="connsiteY240" fmla="*/ 306895 h 586170"/>
                <a:gd name="connsiteX241" fmla="*/ 108368 w 471500"/>
                <a:gd name="connsiteY241" fmla="*/ 321090 h 586170"/>
                <a:gd name="connsiteX242" fmla="*/ 101704 w 471500"/>
                <a:gd name="connsiteY242" fmla="*/ 326607 h 586170"/>
                <a:gd name="connsiteX243" fmla="*/ 99685 w 471500"/>
                <a:gd name="connsiteY243" fmla="*/ 328626 h 586170"/>
                <a:gd name="connsiteX244" fmla="*/ 93896 w 471500"/>
                <a:gd name="connsiteY244" fmla="*/ 332393 h 586170"/>
                <a:gd name="connsiteX245" fmla="*/ 85214 w 471500"/>
                <a:gd name="connsiteY245" fmla="*/ 336161 h 586170"/>
                <a:gd name="connsiteX246" fmla="*/ 79122 w 471500"/>
                <a:gd name="connsiteY246" fmla="*/ 337910 h 586170"/>
                <a:gd name="connsiteX247" fmla="*/ 73031 w 471500"/>
                <a:gd name="connsiteY247" fmla="*/ 341106 h 586170"/>
                <a:gd name="connsiteX248" fmla="*/ 70406 w 471500"/>
                <a:gd name="connsiteY248" fmla="*/ 348069 h 586170"/>
                <a:gd name="connsiteX249" fmla="*/ 63439 w 471500"/>
                <a:gd name="connsiteY249" fmla="*/ 360516 h 586170"/>
                <a:gd name="connsiteX250" fmla="*/ 63136 w 471500"/>
                <a:gd name="connsiteY250" fmla="*/ 368051 h 586170"/>
                <a:gd name="connsiteX251" fmla="*/ 61386 w 471500"/>
                <a:gd name="connsiteY251" fmla="*/ 372122 h 586170"/>
                <a:gd name="connsiteX252" fmla="*/ 58189 w 471500"/>
                <a:gd name="connsiteY252" fmla="*/ 376899 h 586170"/>
                <a:gd name="connsiteX253" fmla="*/ 59064 w 471500"/>
                <a:gd name="connsiteY253" fmla="*/ 382247 h 586170"/>
                <a:gd name="connsiteX254" fmla="*/ 65458 w 471500"/>
                <a:gd name="connsiteY254" fmla="*/ 382247 h 586170"/>
                <a:gd name="connsiteX255" fmla="*/ 67208 w 471500"/>
                <a:gd name="connsiteY255" fmla="*/ 382247 h 586170"/>
                <a:gd name="connsiteX256" fmla="*/ 72862 w 471500"/>
                <a:gd name="connsiteY256" fmla="*/ 387764 h 586170"/>
                <a:gd name="connsiteX257" fmla="*/ 75016 w 471500"/>
                <a:gd name="connsiteY257" fmla="*/ 392104 h 586170"/>
                <a:gd name="connsiteX258" fmla="*/ 75016 w 471500"/>
                <a:gd name="connsiteY258" fmla="*/ 397015 h 586170"/>
                <a:gd name="connsiteX259" fmla="*/ 81814 w 471500"/>
                <a:gd name="connsiteY259" fmla="*/ 401354 h 586170"/>
                <a:gd name="connsiteX260" fmla="*/ 84574 w 471500"/>
                <a:gd name="connsiteY260" fmla="*/ 401354 h 586170"/>
                <a:gd name="connsiteX261" fmla="*/ 87199 w 471500"/>
                <a:gd name="connsiteY261" fmla="*/ 397284 h 586170"/>
                <a:gd name="connsiteX262" fmla="*/ 89824 w 471500"/>
                <a:gd name="connsiteY262" fmla="*/ 395266 h 586170"/>
                <a:gd name="connsiteX263" fmla="*/ 96488 w 471500"/>
                <a:gd name="connsiteY263" fmla="*/ 397890 h 586170"/>
                <a:gd name="connsiteX264" fmla="*/ 100257 w 471500"/>
                <a:gd name="connsiteY264" fmla="*/ 403541 h 586170"/>
                <a:gd name="connsiteX265" fmla="*/ 104599 w 471500"/>
                <a:gd name="connsiteY265" fmla="*/ 406602 h 586170"/>
                <a:gd name="connsiteX266" fmla="*/ 110690 w 471500"/>
                <a:gd name="connsiteY266" fmla="*/ 406602 h 586170"/>
                <a:gd name="connsiteX267" fmla="*/ 114156 w 471500"/>
                <a:gd name="connsiteY267" fmla="*/ 406602 h 586170"/>
                <a:gd name="connsiteX268" fmla="*/ 118229 w 471500"/>
                <a:gd name="connsiteY268" fmla="*/ 411951 h 586170"/>
                <a:gd name="connsiteX269" fmla="*/ 119373 w 471500"/>
                <a:gd name="connsiteY269" fmla="*/ 417031 h 586170"/>
                <a:gd name="connsiteX270" fmla="*/ 124589 w 471500"/>
                <a:gd name="connsiteY270" fmla="*/ 417031 h 586170"/>
                <a:gd name="connsiteX271" fmla="*/ 128359 w 471500"/>
                <a:gd name="connsiteY271" fmla="*/ 419352 h 586170"/>
                <a:gd name="connsiteX272" fmla="*/ 127484 w 471500"/>
                <a:gd name="connsiteY272" fmla="*/ 422245 h 586170"/>
                <a:gd name="connsiteX273" fmla="*/ 122839 w 471500"/>
                <a:gd name="connsiteY273" fmla="*/ 425710 h 586170"/>
                <a:gd name="connsiteX274" fmla="*/ 117926 w 471500"/>
                <a:gd name="connsiteY274" fmla="*/ 429780 h 586170"/>
                <a:gd name="connsiteX275" fmla="*/ 113854 w 471500"/>
                <a:gd name="connsiteY275" fmla="*/ 432673 h 586170"/>
                <a:gd name="connsiteX276" fmla="*/ 108940 w 471500"/>
                <a:gd name="connsiteY276" fmla="*/ 432673 h 586170"/>
                <a:gd name="connsiteX277" fmla="*/ 110084 w 471500"/>
                <a:gd name="connsiteY277" fmla="*/ 437584 h 586170"/>
                <a:gd name="connsiteX278" fmla="*/ 109512 w 471500"/>
                <a:gd name="connsiteY278" fmla="*/ 443101 h 586170"/>
                <a:gd name="connsiteX279" fmla="*/ 107493 w 471500"/>
                <a:gd name="connsiteY279" fmla="*/ 448887 h 586170"/>
                <a:gd name="connsiteX280" fmla="*/ 103724 w 471500"/>
                <a:gd name="connsiteY280" fmla="*/ 452083 h 586170"/>
                <a:gd name="connsiteX281" fmla="*/ 103454 w 471500"/>
                <a:gd name="connsiteY281" fmla="*/ 458744 h 586170"/>
                <a:gd name="connsiteX282" fmla="*/ 108099 w 471500"/>
                <a:gd name="connsiteY282" fmla="*/ 464832 h 586170"/>
                <a:gd name="connsiteX283" fmla="*/ 112440 w 471500"/>
                <a:gd name="connsiteY283" fmla="*/ 470047 h 586170"/>
                <a:gd name="connsiteX284" fmla="*/ 115772 w 471500"/>
                <a:gd name="connsiteY284" fmla="*/ 474117 h 586170"/>
                <a:gd name="connsiteX285" fmla="*/ 118531 w 471500"/>
                <a:gd name="connsiteY285" fmla="*/ 477582 h 586170"/>
                <a:gd name="connsiteX286" fmla="*/ 118531 w 471500"/>
                <a:gd name="connsiteY286" fmla="*/ 482224 h 586170"/>
                <a:gd name="connsiteX287" fmla="*/ 120854 w 471500"/>
                <a:gd name="connsiteY287" fmla="*/ 489457 h 586170"/>
                <a:gd name="connsiteX288" fmla="*/ 116209 w 471500"/>
                <a:gd name="connsiteY288" fmla="*/ 493527 h 586170"/>
                <a:gd name="connsiteX289" fmla="*/ 119104 w 471500"/>
                <a:gd name="connsiteY289" fmla="*/ 496723 h 586170"/>
                <a:gd name="connsiteX290" fmla="*/ 124017 w 471500"/>
                <a:gd name="connsiteY290" fmla="*/ 498169 h 586170"/>
                <a:gd name="connsiteX291" fmla="*/ 128090 w 471500"/>
                <a:gd name="connsiteY291" fmla="*/ 500793 h 586170"/>
                <a:gd name="connsiteX292" fmla="*/ 132734 w 471500"/>
                <a:gd name="connsiteY292" fmla="*/ 508026 h 586170"/>
                <a:gd name="connsiteX293" fmla="*/ 134484 w 471500"/>
                <a:gd name="connsiteY293" fmla="*/ 512096 h 586170"/>
                <a:gd name="connsiteX294" fmla="*/ 136806 w 471500"/>
                <a:gd name="connsiteY294" fmla="*/ 518454 h 586170"/>
                <a:gd name="connsiteX295" fmla="*/ 138253 w 471500"/>
                <a:gd name="connsiteY295" fmla="*/ 523668 h 586170"/>
                <a:gd name="connsiteX296" fmla="*/ 138556 w 471500"/>
                <a:gd name="connsiteY296" fmla="*/ 528580 h 586170"/>
                <a:gd name="connsiteX297" fmla="*/ 138253 w 471500"/>
                <a:gd name="connsiteY297" fmla="*/ 534097 h 586170"/>
                <a:gd name="connsiteX298" fmla="*/ 138556 w 471500"/>
                <a:gd name="connsiteY298" fmla="*/ 539614 h 586170"/>
                <a:gd name="connsiteX299" fmla="*/ 144075 w 471500"/>
                <a:gd name="connsiteY299" fmla="*/ 548023 h 586170"/>
                <a:gd name="connsiteX300" fmla="*/ 144345 w 471500"/>
                <a:gd name="connsiteY300" fmla="*/ 552497 h 586170"/>
                <a:gd name="connsiteX301" fmla="*/ 145792 w 471500"/>
                <a:gd name="connsiteY301" fmla="*/ 557846 h 586170"/>
                <a:gd name="connsiteX302" fmla="*/ 152455 w 471500"/>
                <a:gd name="connsiteY302" fmla="*/ 557846 h 586170"/>
                <a:gd name="connsiteX303" fmla="*/ 161138 w 471500"/>
                <a:gd name="connsiteY303" fmla="*/ 555256 h 586170"/>
                <a:gd name="connsiteX304" fmla="*/ 166927 w 471500"/>
                <a:gd name="connsiteY304" fmla="*/ 552632 h 586170"/>
                <a:gd name="connsiteX305" fmla="*/ 173893 w 471500"/>
                <a:gd name="connsiteY305" fmla="*/ 549436 h 586170"/>
                <a:gd name="connsiteX306" fmla="*/ 177965 w 471500"/>
                <a:gd name="connsiteY306" fmla="*/ 544222 h 586170"/>
                <a:gd name="connsiteX307" fmla="*/ 183754 w 471500"/>
                <a:gd name="connsiteY307" fmla="*/ 538436 h 586170"/>
                <a:gd name="connsiteX308" fmla="*/ 187826 w 471500"/>
                <a:gd name="connsiteY308" fmla="*/ 534971 h 586170"/>
                <a:gd name="connsiteX309" fmla="*/ 190721 w 471500"/>
                <a:gd name="connsiteY309" fmla="*/ 531506 h 586170"/>
                <a:gd name="connsiteX310" fmla="*/ 189577 w 471500"/>
                <a:gd name="connsiteY310" fmla="*/ 524274 h 586170"/>
                <a:gd name="connsiteX311" fmla="*/ 193043 w 471500"/>
                <a:gd name="connsiteY311" fmla="*/ 521953 h 586170"/>
                <a:gd name="connsiteX312" fmla="*/ 197115 w 471500"/>
                <a:gd name="connsiteY312" fmla="*/ 521650 h 586170"/>
                <a:gd name="connsiteX313" fmla="*/ 205663 w 471500"/>
                <a:gd name="connsiteY313" fmla="*/ 520775 h 586170"/>
                <a:gd name="connsiteX314" fmla="*/ 208995 w 471500"/>
                <a:gd name="connsiteY314" fmla="*/ 524240 h 586170"/>
                <a:gd name="connsiteX315" fmla="*/ 208995 w 471500"/>
                <a:gd name="connsiteY315" fmla="*/ 527436 h 586170"/>
                <a:gd name="connsiteX316" fmla="*/ 214952 w 471500"/>
                <a:gd name="connsiteY316" fmla="*/ 532347 h 586170"/>
                <a:gd name="connsiteX317" fmla="*/ 219428 w 471500"/>
                <a:gd name="connsiteY317" fmla="*/ 536115 h 586170"/>
                <a:gd name="connsiteX318" fmla="*/ 219428 w 471500"/>
                <a:gd name="connsiteY318" fmla="*/ 543078 h 586170"/>
                <a:gd name="connsiteX319" fmla="*/ 212764 w 471500"/>
                <a:gd name="connsiteY319" fmla="*/ 547721 h 586170"/>
                <a:gd name="connsiteX320" fmla="*/ 209567 w 471500"/>
                <a:gd name="connsiteY320" fmla="*/ 551488 h 586170"/>
                <a:gd name="connsiteX321" fmla="*/ 204351 w 471500"/>
                <a:gd name="connsiteY321" fmla="*/ 554381 h 586170"/>
                <a:gd name="connsiteX322" fmla="*/ 199134 w 471500"/>
                <a:gd name="connsiteY322" fmla="*/ 557846 h 586170"/>
                <a:gd name="connsiteX323" fmla="*/ 198562 w 471500"/>
                <a:gd name="connsiteY323" fmla="*/ 562186 h 586170"/>
                <a:gd name="connsiteX324" fmla="*/ 198562 w 471500"/>
                <a:gd name="connsiteY324" fmla="*/ 565651 h 586170"/>
                <a:gd name="connsiteX325" fmla="*/ 200009 w 471500"/>
                <a:gd name="connsiteY325" fmla="*/ 570293 h 586170"/>
                <a:gd name="connsiteX326" fmla="*/ 202601 w 471500"/>
                <a:gd name="connsiteY326" fmla="*/ 573926 h 586170"/>
                <a:gd name="connsiteX327" fmla="*/ 206673 w 471500"/>
                <a:gd name="connsiteY327" fmla="*/ 576953 h 586170"/>
                <a:gd name="connsiteX328" fmla="*/ 213336 w 471500"/>
                <a:gd name="connsiteY328" fmla="*/ 576953 h 586170"/>
                <a:gd name="connsiteX329" fmla="*/ 218553 w 471500"/>
                <a:gd name="connsiteY329" fmla="*/ 576953 h 586170"/>
                <a:gd name="connsiteX330" fmla="*/ 222894 w 471500"/>
                <a:gd name="connsiteY330" fmla="*/ 572042 h 586170"/>
                <a:gd name="connsiteX331" fmla="*/ 226092 w 471500"/>
                <a:gd name="connsiteY331" fmla="*/ 568846 h 586170"/>
                <a:gd name="connsiteX332" fmla="*/ 237097 w 471500"/>
                <a:gd name="connsiteY332" fmla="*/ 565381 h 586170"/>
                <a:gd name="connsiteX333" fmla="*/ 238241 w 471500"/>
                <a:gd name="connsiteY333" fmla="*/ 562186 h 586170"/>
                <a:gd name="connsiteX334" fmla="*/ 240260 w 471500"/>
                <a:gd name="connsiteY334" fmla="*/ 557543 h 586170"/>
                <a:gd name="connsiteX335" fmla="*/ 240260 w 471500"/>
                <a:gd name="connsiteY335" fmla="*/ 553473 h 586170"/>
                <a:gd name="connsiteX336" fmla="*/ 240260 w 471500"/>
                <a:gd name="connsiteY336" fmla="*/ 547956 h 586170"/>
                <a:gd name="connsiteX337" fmla="*/ 237366 w 471500"/>
                <a:gd name="connsiteY337" fmla="*/ 543045 h 586170"/>
                <a:gd name="connsiteX338" fmla="*/ 241034 w 471500"/>
                <a:gd name="connsiteY338" fmla="*/ 538705 h 586170"/>
                <a:gd name="connsiteX339" fmla="*/ 244904 w 471500"/>
                <a:gd name="connsiteY339" fmla="*/ 536384 h 586170"/>
                <a:gd name="connsiteX340" fmla="*/ 246655 w 471500"/>
                <a:gd name="connsiteY340" fmla="*/ 534635 h 586170"/>
                <a:gd name="connsiteX341" fmla="*/ 251568 w 471500"/>
                <a:gd name="connsiteY341" fmla="*/ 534938 h 586170"/>
                <a:gd name="connsiteX342" fmla="*/ 256212 w 471500"/>
                <a:gd name="connsiteY342" fmla="*/ 541026 h 586170"/>
                <a:gd name="connsiteX343" fmla="*/ 258804 w 471500"/>
                <a:gd name="connsiteY343" fmla="*/ 544794 h 586170"/>
                <a:gd name="connsiteX344" fmla="*/ 265770 w 471500"/>
                <a:gd name="connsiteY344" fmla="*/ 545669 h 586170"/>
                <a:gd name="connsiteX345" fmla="*/ 269405 w 471500"/>
                <a:gd name="connsiteY345" fmla="*/ 544794 h 586170"/>
                <a:gd name="connsiteX346" fmla="*/ 271593 w 471500"/>
                <a:gd name="connsiteY346" fmla="*/ 547384 h 586170"/>
                <a:gd name="connsiteX347" fmla="*/ 271593 w 471500"/>
                <a:gd name="connsiteY347" fmla="*/ 549974 h 586170"/>
                <a:gd name="connsiteX348" fmla="*/ 271593 w 471500"/>
                <a:gd name="connsiteY348" fmla="*/ 556938 h 586170"/>
                <a:gd name="connsiteX349" fmla="*/ 273780 w 471500"/>
                <a:gd name="connsiteY349" fmla="*/ 562152 h 586170"/>
                <a:gd name="connsiteX350" fmla="*/ 278559 w 471500"/>
                <a:gd name="connsiteY350" fmla="*/ 563599 h 586170"/>
                <a:gd name="connsiteX351" fmla="*/ 278559 w 471500"/>
                <a:gd name="connsiteY351" fmla="*/ 565617 h 586170"/>
                <a:gd name="connsiteX352" fmla="*/ 284348 w 471500"/>
                <a:gd name="connsiteY352" fmla="*/ 567938 h 586170"/>
                <a:gd name="connsiteX353" fmla="*/ 289261 w 471500"/>
                <a:gd name="connsiteY353" fmla="*/ 569956 h 586170"/>
                <a:gd name="connsiteX354" fmla="*/ 297372 w 471500"/>
                <a:gd name="connsiteY354" fmla="*/ 570259 h 586170"/>
                <a:gd name="connsiteX355" fmla="*/ 308377 w 471500"/>
                <a:gd name="connsiteY355" fmla="*/ 571134 h 586170"/>
                <a:gd name="connsiteX356" fmla="*/ 320829 w 471500"/>
                <a:gd name="connsiteY356" fmla="*/ 573152 h 586170"/>
                <a:gd name="connsiteX357" fmla="*/ 328671 w 471500"/>
                <a:gd name="connsiteY357" fmla="*/ 573724 h 586170"/>
                <a:gd name="connsiteX358" fmla="*/ 337657 w 471500"/>
                <a:gd name="connsiteY358" fmla="*/ 572277 h 586170"/>
                <a:gd name="connsiteX359" fmla="*/ 342638 w 471500"/>
                <a:gd name="connsiteY359" fmla="*/ 573051 h 58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471500" h="586170">
                  <a:moveTo>
                    <a:pt x="342638" y="573051"/>
                  </a:moveTo>
                  <a:lnTo>
                    <a:pt x="344388" y="580015"/>
                  </a:lnTo>
                  <a:lnTo>
                    <a:pt x="344388" y="582908"/>
                  </a:lnTo>
                  <a:lnTo>
                    <a:pt x="353070" y="586171"/>
                  </a:lnTo>
                  <a:lnTo>
                    <a:pt x="357210" y="581831"/>
                  </a:lnTo>
                  <a:cubicBezTo>
                    <a:pt x="357210" y="581831"/>
                    <a:pt x="363301" y="576180"/>
                    <a:pt x="364177" y="575978"/>
                  </a:cubicBezTo>
                  <a:cubicBezTo>
                    <a:pt x="365051" y="575776"/>
                    <a:pt x="370268" y="572277"/>
                    <a:pt x="370268" y="572277"/>
                  </a:cubicBezTo>
                  <a:lnTo>
                    <a:pt x="375047" y="564877"/>
                  </a:lnTo>
                  <a:lnTo>
                    <a:pt x="380936" y="560302"/>
                  </a:lnTo>
                  <a:lnTo>
                    <a:pt x="384638" y="555289"/>
                  </a:lnTo>
                  <a:lnTo>
                    <a:pt x="389619" y="552262"/>
                  </a:lnTo>
                  <a:lnTo>
                    <a:pt x="399614" y="547048"/>
                  </a:lnTo>
                  <a:lnTo>
                    <a:pt x="403519" y="541161"/>
                  </a:lnTo>
                  <a:lnTo>
                    <a:pt x="403519" y="532919"/>
                  </a:lnTo>
                  <a:lnTo>
                    <a:pt x="408533" y="529858"/>
                  </a:lnTo>
                  <a:lnTo>
                    <a:pt x="413951" y="514653"/>
                  </a:lnTo>
                  <a:lnTo>
                    <a:pt x="411495" y="504662"/>
                  </a:lnTo>
                  <a:lnTo>
                    <a:pt x="408735" y="499448"/>
                  </a:lnTo>
                  <a:lnTo>
                    <a:pt x="408735" y="490769"/>
                  </a:lnTo>
                  <a:lnTo>
                    <a:pt x="408735" y="474689"/>
                  </a:lnTo>
                  <a:lnTo>
                    <a:pt x="411495" y="474252"/>
                  </a:lnTo>
                  <a:lnTo>
                    <a:pt x="414826" y="477716"/>
                  </a:lnTo>
                  <a:lnTo>
                    <a:pt x="425259" y="477716"/>
                  </a:lnTo>
                  <a:lnTo>
                    <a:pt x="437442" y="477716"/>
                  </a:lnTo>
                  <a:lnTo>
                    <a:pt x="448313" y="474891"/>
                  </a:lnTo>
                  <a:lnTo>
                    <a:pt x="452217" y="468163"/>
                  </a:lnTo>
                  <a:lnTo>
                    <a:pt x="452217" y="459484"/>
                  </a:lnTo>
                  <a:lnTo>
                    <a:pt x="447202" y="453832"/>
                  </a:lnTo>
                  <a:cubicBezTo>
                    <a:pt x="447202" y="453832"/>
                    <a:pt x="439159" y="449055"/>
                    <a:pt x="439596" y="446432"/>
                  </a:cubicBezTo>
                  <a:cubicBezTo>
                    <a:pt x="440034" y="443841"/>
                    <a:pt x="446125" y="437753"/>
                    <a:pt x="446125" y="437753"/>
                  </a:cubicBezTo>
                  <a:lnTo>
                    <a:pt x="453529" y="437753"/>
                  </a:lnTo>
                  <a:lnTo>
                    <a:pt x="460933" y="435129"/>
                  </a:lnTo>
                  <a:lnTo>
                    <a:pt x="460933" y="424263"/>
                  </a:lnTo>
                  <a:lnTo>
                    <a:pt x="466150" y="414272"/>
                  </a:lnTo>
                  <a:lnTo>
                    <a:pt x="469212" y="406602"/>
                  </a:lnTo>
                  <a:lnTo>
                    <a:pt x="471400" y="389951"/>
                  </a:lnTo>
                  <a:lnTo>
                    <a:pt x="471400" y="381272"/>
                  </a:lnTo>
                  <a:lnTo>
                    <a:pt x="471501" y="381003"/>
                  </a:lnTo>
                  <a:cubicBezTo>
                    <a:pt x="470390" y="379119"/>
                    <a:pt x="468506" y="374880"/>
                    <a:pt x="468506" y="374880"/>
                  </a:cubicBezTo>
                  <a:lnTo>
                    <a:pt x="461236" y="376899"/>
                  </a:lnTo>
                  <a:lnTo>
                    <a:pt x="451106" y="378076"/>
                  </a:lnTo>
                  <a:lnTo>
                    <a:pt x="450534" y="372862"/>
                  </a:lnTo>
                  <a:lnTo>
                    <a:pt x="449659" y="364755"/>
                  </a:lnTo>
                  <a:lnTo>
                    <a:pt x="445318" y="364755"/>
                  </a:lnTo>
                  <a:lnTo>
                    <a:pt x="434313" y="367042"/>
                  </a:lnTo>
                  <a:lnTo>
                    <a:pt x="426471" y="369094"/>
                  </a:lnTo>
                  <a:lnTo>
                    <a:pt x="419235" y="369969"/>
                  </a:lnTo>
                  <a:lnTo>
                    <a:pt x="411562" y="373164"/>
                  </a:lnTo>
                  <a:lnTo>
                    <a:pt x="404461" y="375183"/>
                  </a:lnTo>
                  <a:lnTo>
                    <a:pt x="395778" y="375183"/>
                  </a:lnTo>
                  <a:lnTo>
                    <a:pt x="387364" y="370406"/>
                  </a:lnTo>
                  <a:lnTo>
                    <a:pt x="384167" y="367076"/>
                  </a:lnTo>
                  <a:lnTo>
                    <a:pt x="382148" y="361290"/>
                  </a:lnTo>
                  <a:lnTo>
                    <a:pt x="389687" y="354057"/>
                  </a:lnTo>
                  <a:lnTo>
                    <a:pt x="394903" y="349718"/>
                  </a:lnTo>
                  <a:lnTo>
                    <a:pt x="398100" y="341913"/>
                  </a:lnTo>
                  <a:lnTo>
                    <a:pt x="396922" y="336396"/>
                  </a:lnTo>
                  <a:lnTo>
                    <a:pt x="395778" y="330005"/>
                  </a:lnTo>
                  <a:lnTo>
                    <a:pt x="394028" y="324791"/>
                  </a:lnTo>
                  <a:lnTo>
                    <a:pt x="383595" y="324791"/>
                  </a:lnTo>
                  <a:lnTo>
                    <a:pt x="373162" y="323243"/>
                  </a:lnTo>
                  <a:cubicBezTo>
                    <a:pt x="373162" y="323243"/>
                    <a:pt x="365321" y="322167"/>
                    <a:pt x="364177" y="323008"/>
                  </a:cubicBezTo>
                  <a:cubicBezTo>
                    <a:pt x="363032" y="323849"/>
                    <a:pt x="361282" y="317794"/>
                    <a:pt x="361282" y="317794"/>
                  </a:cubicBezTo>
                  <a:lnTo>
                    <a:pt x="358960" y="307365"/>
                  </a:lnTo>
                  <a:lnTo>
                    <a:pt x="354316" y="301579"/>
                  </a:lnTo>
                  <a:lnTo>
                    <a:pt x="349099" y="298686"/>
                  </a:lnTo>
                  <a:lnTo>
                    <a:pt x="343310" y="295221"/>
                  </a:lnTo>
                  <a:lnTo>
                    <a:pt x="345633" y="289436"/>
                  </a:lnTo>
                  <a:lnTo>
                    <a:pt x="350546" y="281328"/>
                  </a:lnTo>
                  <a:lnTo>
                    <a:pt x="352296" y="273221"/>
                  </a:lnTo>
                  <a:lnTo>
                    <a:pt x="356941" y="266830"/>
                  </a:lnTo>
                  <a:lnTo>
                    <a:pt x="362460" y="266258"/>
                  </a:lnTo>
                  <a:lnTo>
                    <a:pt x="366801" y="264811"/>
                  </a:lnTo>
                  <a:lnTo>
                    <a:pt x="368249" y="259597"/>
                  </a:lnTo>
                  <a:cubicBezTo>
                    <a:pt x="368249" y="259597"/>
                    <a:pt x="369696" y="256401"/>
                    <a:pt x="371143" y="255527"/>
                  </a:cubicBezTo>
                  <a:cubicBezTo>
                    <a:pt x="372590" y="254652"/>
                    <a:pt x="372018" y="245670"/>
                    <a:pt x="372018" y="245670"/>
                  </a:cubicBezTo>
                  <a:lnTo>
                    <a:pt x="370874" y="239279"/>
                  </a:lnTo>
                  <a:lnTo>
                    <a:pt x="367979" y="229725"/>
                  </a:lnTo>
                  <a:lnTo>
                    <a:pt x="368551" y="222190"/>
                  </a:lnTo>
                  <a:lnTo>
                    <a:pt x="374037" y="217548"/>
                  </a:lnTo>
                  <a:cubicBezTo>
                    <a:pt x="374037" y="217548"/>
                    <a:pt x="381004" y="219869"/>
                    <a:pt x="382148" y="220743"/>
                  </a:cubicBezTo>
                  <a:cubicBezTo>
                    <a:pt x="383292" y="221618"/>
                    <a:pt x="386489" y="225655"/>
                    <a:pt x="386489" y="225655"/>
                  </a:cubicBezTo>
                  <a:lnTo>
                    <a:pt x="395172" y="227101"/>
                  </a:lnTo>
                  <a:lnTo>
                    <a:pt x="403014" y="227404"/>
                  </a:lnTo>
                  <a:lnTo>
                    <a:pt x="408802" y="232315"/>
                  </a:lnTo>
                  <a:lnTo>
                    <a:pt x="416038" y="228548"/>
                  </a:lnTo>
                  <a:lnTo>
                    <a:pt x="420952" y="223031"/>
                  </a:lnTo>
                  <a:lnTo>
                    <a:pt x="419504" y="217245"/>
                  </a:lnTo>
                  <a:lnTo>
                    <a:pt x="418057" y="209407"/>
                  </a:lnTo>
                  <a:lnTo>
                    <a:pt x="420682" y="205639"/>
                  </a:lnTo>
                  <a:lnTo>
                    <a:pt x="422432" y="194336"/>
                  </a:lnTo>
                  <a:lnTo>
                    <a:pt x="415769" y="189694"/>
                  </a:lnTo>
                  <a:lnTo>
                    <a:pt x="403889" y="183605"/>
                  </a:lnTo>
                  <a:lnTo>
                    <a:pt x="396081" y="176945"/>
                  </a:lnTo>
                  <a:lnTo>
                    <a:pt x="390562" y="170553"/>
                  </a:lnTo>
                  <a:cubicBezTo>
                    <a:pt x="390562" y="170553"/>
                    <a:pt x="384470" y="171730"/>
                    <a:pt x="382451" y="172874"/>
                  </a:cubicBezTo>
                  <a:cubicBezTo>
                    <a:pt x="380432" y="174018"/>
                    <a:pt x="379859" y="178963"/>
                    <a:pt x="379859" y="178963"/>
                  </a:cubicBezTo>
                  <a:lnTo>
                    <a:pt x="379556" y="189694"/>
                  </a:lnTo>
                  <a:lnTo>
                    <a:pt x="375484" y="195211"/>
                  </a:lnTo>
                  <a:lnTo>
                    <a:pt x="373734" y="201300"/>
                  </a:lnTo>
                  <a:lnTo>
                    <a:pt x="368518" y="204193"/>
                  </a:lnTo>
                  <a:lnTo>
                    <a:pt x="361854" y="204495"/>
                  </a:lnTo>
                  <a:lnTo>
                    <a:pt x="354618" y="204193"/>
                  </a:lnTo>
                  <a:lnTo>
                    <a:pt x="345936" y="206211"/>
                  </a:lnTo>
                  <a:lnTo>
                    <a:pt x="340147" y="205336"/>
                  </a:lnTo>
                  <a:cubicBezTo>
                    <a:pt x="340147" y="205336"/>
                    <a:pt x="330286" y="196927"/>
                    <a:pt x="329142" y="196927"/>
                  </a:cubicBezTo>
                  <a:cubicBezTo>
                    <a:pt x="327998" y="196927"/>
                    <a:pt x="326248" y="188819"/>
                    <a:pt x="326248" y="188819"/>
                  </a:cubicBezTo>
                  <a:lnTo>
                    <a:pt x="327123" y="181015"/>
                  </a:lnTo>
                  <a:lnTo>
                    <a:pt x="323925" y="172605"/>
                  </a:lnTo>
                  <a:lnTo>
                    <a:pt x="319853" y="163926"/>
                  </a:lnTo>
                  <a:lnTo>
                    <a:pt x="317531" y="154372"/>
                  </a:lnTo>
                  <a:lnTo>
                    <a:pt x="310565" y="156693"/>
                  </a:lnTo>
                  <a:lnTo>
                    <a:pt x="300132" y="157568"/>
                  </a:lnTo>
                  <a:lnTo>
                    <a:pt x="295790" y="152657"/>
                  </a:lnTo>
                  <a:lnTo>
                    <a:pt x="295521" y="150908"/>
                  </a:lnTo>
                  <a:lnTo>
                    <a:pt x="297271" y="137283"/>
                  </a:lnTo>
                  <a:lnTo>
                    <a:pt x="299290" y="130320"/>
                  </a:lnTo>
                  <a:lnTo>
                    <a:pt x="301882" y="125678"/>
                  </a:lnTo>
                  <a:lnTo>
                    <a:pt x="305954" y="119017"/>
                  </a:lnTo>
                  <a:lnTo>
                    <a:pt x="307973" y="112626"/>
                  </a:lnTo>
                  <a:lnTo>
                    <a:pt x="308545" y="107714"/>
                  </a:lnTo>
                  <a:lnTo>
                    <a:pt x="312617" y="102197"/>
                  </a:lnTo>
                  <a:lnTo>
                    <a:pt x="313493" y="94359"/>
                  </a:lnTo>
                  <a:lnTo>
                    <a:pt x="306257" y="93485"/>
                  </a:lnTo>
                  <a:lnTo>
                    <a:pt x="296699" y="91735"/>
                  </a:lnTo>
                  <a:lnTo>
                    <a:pt x="291482" y="89111"/>
                  </a:lnTo>
                  <a:lnTo>
                    <a:pt x="286838" y="93182"/>
                  </a:lnTo>
                  <a:cubicBezTo>
                    <a:pt x="286838" y="93182"/>
                    <a:pt x="281319" y="96378"/>
                    <a:pt x="280174" y="96647"/>
                  </a:cubicBezTo>
                  <a:cubicBezTo>
                    <a:pt x="279030" y="96949"/>
                    <a:pt x="270919" y="96647"/>
                    <a:pt x="270919" y="96647"/>
                  </a:cubicBezTo>
                  <a:lnTo>
                    <a:pt x="268025" y="92576"/>
                  </a:lnTo>
                  <a:lnTo>
                    <a:pt x="268025" y="82720"/>
                  </a:lnTo>
                  <a:lnTo>
                    <a:pt x="267015" y="78952"/>
                  </a:lnTo>
                  <a:lnTo>
                    <a:pt x="262539" y="73166"/>
                  </a:lnTo>
                  <a:lnTo>
                    <a:pt x="258198" y="68827"/>
                  </a:lnTo>
                  <a:lnTo>
                    <a:pt x="251838" y="61863"/>
                  </a:lnTo>
                  <a:lnTo>
                    <a:pt x="242852" y="60417"/>
                  </a:lnTo>
                  <a:lnTo>
                    <a:pt x="231544" y="60417"/>
                  </a:lnTo>
                  <a:lnTo>
                    <a:pt x="217644" y="60282"/>
                  </a:lnTo>
                  <a:lnTo>
                    <a:pt x="211250" y="57827"/>
                  </a:lnTo>
                  <a:lnTo>
                    <a:pt x="206336" y="52041"/>
                  </a:lnTo>
                  <a:lnTo>
                    <a:pt x="204889" y="47701"/>
                  </a:lnTo>
                  <a:lnTo>
                    <a:pt x="198495" y="47398"/>
                  </a:lnTo>
                  <a:lnTo>
                    <a:pt x="193009" y="37273"/>
                  </a:lnTo>
                  <a:lnTo>
                    <a:pt x="188937" y="29166"/>
                  </a:lnTo>
                  <a:lnTo>
                    <a:pt x="183417" y="29166"/>
                  </a:lnTo>
                  <a:lnTo>
                    <a:pt x="178504" y="24826"/>
                  </a:lnTo>
                  <a:lnTo>
                    <a:pt x="171840" y="19915"/>
                  </a:lnTo>
                  <a:lnTo>
                    <a:pt x="164874" y="19040"/>
                  </a:lnTo>
                  <a:lnTo>
                    <a:pt x="157032" y="14701"/>
                  </a:lnTo>
                  <a:lnTo>
                    <a:pt x="142258" y="5416"/>
                  </a:lnTo>
                  <a:lnTo>
                    <a:pt x="138791" y="1951"/>
                  </a:lnTo>
                  <a:lnTo>
                    <a:pt x="136840" y="0"/>
                  </a:lnTo>
                  <a:lnTo>
                    <a:pt x="135325" y="976"/>
                  </a:lnTo>
                  <a:lnTo>
                    <a:pt x="129166" y="2859"/>
                  </a:lnTo>
                  <a:lnTo>
                    <a:pt x="120248" y="6156"/>
                  </a:lnTo>
                  <a:lnTo>
                    <a:pt x="114594" y="8343"/>
                  </a:lnTo>
                  <a:lnTo>
                    <a:pt x="108570" y="8343"/>
                  </a:lnTo>
                  <a:lnTo>
                    <a:pt x="109108" y="9655"/>
                  </a:lnTo>
                  <a:lnTo>
                    <a:pt x="116647" y="26104"/>
                  </a:lnTo>
                  <a:lnTo>
                    <a:pt x="124825" y="35053"/>
                  </a:lnTo>
                  <a:lnTo>
                    <a:pt x="137647" y="38787"/>
                  </a:lnTo>
                  <a:lnTo>
                    <a:pt x="137647" y="45750"/>
                  </a:lnTo>
                  <a:lnTo>
                    <a:pt x="143167" y="43429"/>
                  </a:lnTo>
                  <a:lnTo>
                    <a:pt x="149393" y="41108"/>
                  </a:lnTo>
                  <a:lnTo>
                    <a:pt x="153297" y="41680"/>
                  </a:lnTo>
                  <a:lnTo>
                    <a:pt x="153297" y="47466"/>
                  </a:lnTo>
                  <a:lnTo>
                    <a:pt x="153297" y="54429"/>
                  </a:lnTo>
                  <a:lnTo>
                    <a:pt x="155922" y="64285"/>
                  </a:lnTo>
                  <a:lnTo>
                    <a:pt x="157941" y="69802"/>
                  </a:lnTo>
                  <a:lnTo>
                    <a:pt x="163730" y="76463"/>
                  </a:lnTo>
                  <a:lnTo>
                    <a:pt x="163730" y="82249"/>
                  </a:lnTo>
                  <a:lnTo>
                    <a:pt x="163730" y="84873"/>
                  </a:lnTo>
                  <a:lnTo>
                    <a:pt x="159388" y="84873"/>
                  </a:lnTo>
                  <a:lnTo>
                    <a:pt x="155922" y="84873"/>
                  </a:lnTo>
                  <a:lnTo>
                    <a:pt x="153600" y="88069"/>
                  </a:lnTo>
                  <a:lnTo>
                    <a:pt x="150403" y="93014"/>
                  </a:lnTo>
                  <a:lnTo>
                    <a:pt x="143739" y="97084"/>
                  </a:lnTo>
                  <a:lnTo>
                    <a:pt x="136200" y="101592"/>
                  </a:lnTo>
                  <a:lnTo>
                    <a:pt x="130412" y="105797"/>
                  </a:lnTo>
                  <a:lnTo>
                    <a:pt x="124623" y="105797"/>
                  </a:lnTo>
                  <a:lnTo>
                    <a:pt x="117657" y="105797"/>
                  </a:lnTo>
                  <a:lnTo>
                    <a:pt x="115032" y="100583"/>
                  </a:lnTo>
                  <a:lnTo>
                    <a:pt x="113012" y="92173"/>
                  </a:lnTo>
                  <a:lnTo>
                    <a:pt x="110993" y="86959"/>
                  </a:lnTo>
                  <a:lnTo>
                    <a:pt x="104632" y="82619"/>
                  </a:lnTo>
                  <a:lnTo>
                    <a:pt x="101132" y="78279"/>
                  </a:lnTo>
                  <a:lnTo>
                    <a:pt x="97935" y="73940"/>
                  </a:lnTo>
                  <a:lnTo>
                    <a:pt x="89521" y="74815"/>
                  </a:lnTo>
                  <a:lnTo>
                    <a:pt x="84305" y="71350"/>
                  </a:lnTo>
                  <a:lnTo>
                    <a:pt x="76194" y="68154"/>
                  </a:lnTo>
                  <a:lnTo>
                    <a:pt x="68083" y="68726"/>
                  </a:lnTo>
                  <a:lnTo>
                    <a:pt x="66064" y="75689"/>
                  </a:lnTo>
                  <a:lnTo>
                    <a:pt x="64617" y="82922"/>
                  </a:lnTo>
                  <a:lnTo>
                    <a:pt x="64617" y="92778"/>
                  </a:lnTo>
                  <a:lnTo>
                    <a:pt x="67511" y="95368"/>
                  </a:lnTo>
                  <a:lnTo>
                    <a:pt x="68386" y="100583"/>
                  </a:lnTo>
                  <a:lnTo>
                    <a:pt x="66939" y="104350"/>
                  </a:lnTo>
                  <a:lnTo>
                    <a:pt x="64617" y="105797"/>
                  </a:lnTo>
                  <a:lnTo>
                    <a:pt x="64617" y="110136"/>
                  </a:lnTo>
                  <a:lnTo>
                    <a:pt x="67511" y="114778"/>
                  </a:lnTo>
                  <a:lnTo>
                    <a:pt x="68386" y="121742"/>
                  </a:lnTo>
                  <a:lnTo>
                    <a:pt x="68083" y="128403"/>
                  </a:lnTo>
                  <a:lnTo>
                    <a:pt x="58525" y="128403"/>
                  </a:lnTo>
                  <a:lnTo>
                    <a:pt x="53309" y="128403"/>
                  </a:lnTo>
                  <a:lnTo>
                    <a:pt x="47520" y="134491"/>
                  </a:lnTo>
                  <a:lnTo>
                    <a:pt x="43751" y="139706"/>
                  </a:lnTo>
                  <a:lnTo>
                    <a:pt x="43751" y="148385"/>
                  </a:lnTo>
                  <a:lnTo>
                    <a:pt x="47823" y="154171"/>
                  </a:lnTo>
                  <a:lnTo>
                    <a:pt x="48698" y="157938"/>
                  </a:lnTo>
                  <a:lnTo>
                    <a:pt x="49270" y="164902"/>
                  </a:lnTo>
                  <a:lnTo>
                    <a:pt x="48395" y="172134"/>
                  </a:lnTo>
                  <a:cubicBezTo>
                    <a:pt x="48395" y="172134"/>
                    <a:pt x="48093" y="175599"/>
                    <a:pt x="46679" y="176171"/>
                  </a:cubicBezTo>
                  <a:cubicBezTo>
                    <a:pt x="45232" y="176743"/>
                    <a:pt x="41463" y="177920"/>
                    <a:pt x="40588" y="178189"/>
                  </a:cubicBezTo>
                  <a:cubicBezTo>
                    <a:pt x="39713" y="178492"/>
                    <a:pt x="31029" y="187171"/>
                    <a:pt x="31029" y="187171"/>
                  </a:cubicBezTo>
                  <a:lnTo>
                    <a:pt x="20294" y="188920"/>
                  </a:lnTo>
                  <a:lnTo>
                    <a:pt x="11611" y="184009"/>
                  </a:lnTo>
                  <a:lnTo>
                    <a:pt x="6967" y="178795"/>
                  </a:lnTo>
                  <a:lnTo>
                    <a:pt x="2322" y="178223"/>
                  </a:lnTo>
                  <a:lnTo>
                    <a:pt x="0" y="182562"/>
                  </a:lnTo>
                  <a:lnTo>
                    <a:pt x="3197" y="188920"/>
                  </a:lnTo>
                  <a:lnTo>
                    <a:pt x="3769" y="192991"/>
                  </a:lnTo>
                  <a:lnTo>
                    <a:pt x="4947" y="201670"/>
                  </a:lnTo>
                  <a:lnTo>
                    <a:pt x="9861" y="208028"/>
                  </a:lnTo>
                  <a:lnTo>
                    <a:pt x="23760" y="209777"/>
                  </a:lnTo>
                  <a:lnTo>
                    <a:pt x="31299" y="211795"/>
                  </a:lnTo>
                  <a:lnTo>
                    <a:pt x="36212" y="224847"/>
                  </a:lnTo>
                  <a:lnTo>
                    <a:pt x="42001" y="240490"/>
                  </a:lnTo>
                  <a:lnTo>
                    <a:pt x="42001" y="250918"/>
                  </a:lnTo>
                  <a:cubicBezTo>
                    <a:pt x="42001" y="250918"/>
                    <a:pt x="46342" y="258756"/>
                    <a:pt x="48968" y="256435"/>
                  </a:cubicBezTo>
                  <a:cubicBezTo>
                    <a:pt x="51559" y="254114"/>
                    <a:pt x="59098" y="252095"/>
                    <a:pt x="60275" y="251793"/>
                  </a:cubicBezTo>
                  <a:cubicBezTo>
                    <a:pt x="61453" y="251490"/>
                    <a:pt x="63472" y="249774"/>
                    <a:pt x="63472" y="249774"/>
                  </a:cubicBezTo>
                  <a:lnTo>
                    <a:pt x="71011" y="252095"/>
                  </a:lnTo>
                  <a:cubicBezTo>
                    <a:pt x="71011" y="252095"/>
                    <a:pt x="77675" y="258453"/>
                    <a:pt x="78819" y="258756"/>
                  </a:cubicBezTo>
                  <a:cubicBezTo>
                    <a:pt x="79963" y="259059"/>
                    <a:pt x="84339" y="257882"/>
                    <a:pt x="85483" y="258756"/>
                  </a:cubicBezTo>
                  <a:cubicBezTo>
                    <a:pt x="86661" y="259631"/>
                    <a:pt x="89252" y="256132"/>
                    <a:pt x="89824" y="255291"/>
                  </a:cubicBezTo>
                  <a:cubicBezTo>
                    <a:pt x="90396" y="254417"/>
                    <a:pt x="95613" y="251254"/>
                    <a:pt x="95613" y="251254"/>
                  </a:cubicBezTo>
                  <a:lnTo>
                    <a:pt x="100526" y="252129"/>
                  </a:lnTo>
                  <a:lnTo>
                    <a:pt x="104868" y="261380"/>
                  </a:lnTo>
                  <a:lnTo>
                    <a:pt x="106315" y="270665"/>
                  </a:lnTo>
                  <a:lnTo>
                    <a:pt x="105743" y="284289"/>
                  </a:lnTo>
                  <a:lnTo>
                    <a:pt x="108065" y="306895"/>
                  </a:lnTo>
                  <a:lnTo>
                    <a:pt x="108368" y="321090"/>
                  </a:lnTo>
                  <a:lnTo>
                    <a:pt x="101704" y="326607"/>
                  </a:lnTo>
                  <a:lnTo>
                    <a:pt x="99685" y="328626"/>
                  </a:lnTo>
                  <a:lnTo>
                    <a:pt x="93896" y="332393"/>
                  </a:lnTo>
                  <a:lnTo>
                    <a:pt x="85214" y="336161"/>
                  </a:lnTo>
                  <a:lnTo>
                    <a:pt x="79122" y="337910"/>
                  </a:lnTo>
                  <a:lnTo>
                    <a:pt x="73031" y="341106"/>
                  </a:lnTo>
                  <a:lnTo>
                    <a:pt x="70406" y="348069"/>
                  </a:lnTo>
                  <a:lnTo>
                    <a:pt x="63439" y="360516"/>
                  </a:lnTo>
                  <a:lnTo>
                    <a:pt x="63136" y="368051"/>
                  </a:lnTo>
                  <a:lnTo>
                    <a:pt x="61386" y="372122"/>
                  </a:lnTo>
                  <a:lnTo>
                    <a:pt x="58189" y="376899"/>
                  </a:lnTo>
                  <a:lnTo>
                    <a:pt x="59064" y="382247"/>
                  </a:lnTo>
                  <a:lnTo>
                    <a:pt x="65458" y="382247"/>
                  </a:lnTo>
                  <a:lnTo>
                    <a:pt x="67208" y="382247"/>
                  </a:lnTo>
                  <a:lnTo>
                    <a:pt x="72862" y="387764"/>
                  </a:lnTo>
                  <a:lnTo>
                    <a:pt x="75016" y="392104"/>
                  </a:lnTo>
                  <a:lnTo>
                    <a:pt x="75016" y="397015"/>
                  </a:lnTo>
                  <a:lnTo>
                    <a:pt x="81814" y="401354"/>
                  </a:lnTo>
                  <a:lnTo>
                    <a:pt x="84574" y="401354"/>
                  </a:lnTo>
                  <a:lnTo>
                    <a:pt x="87199" y="397284"/>
                  </a:lnTo>
                  <a:lnTo>
                    <a:pt x="89824" y="395266"/>
                  </a:lnTo>
                  <a:lnTo>
                    <a:pt x="96488" y="397890"/>
                  </a:lnTo>
                  <a:lnTo>
                    <a:pt x="100257" y="403541"/>
                  </a:lnTo>
                  <a:lnTo>
                    <a:pt x="104599" y="406602"/>
                  </a:lnTo>
                  <a:lnTo>
                    <a:pt x="110690" y="406602"/>
                  </a:lnTo>
                  <a:lnTo>
                    <a:pt x="114156" y="406602"/>
                  </a:lnTo>
                  <a:lnTo>
                    <a:pt x="118229" y="411951"/>
                  </a:lnTo>
                  <a:cubicBezTo>
                    <a:pt x="119979" y="411379"/>
                    <a:pt x="119373" y="417031"/>
                    <a:pt x="119373" y="417031"/>
                  </a:cubicBezTo>
                  <a:lnTo>
                    <a:pt x="124589" y="417031"/>
                  </a:lnTo>
                  <a:lnTo>
                    <a:pt x="128359" y="419352"/>
                  </a:lnTo>
                  <a:lnTo>
                    <a:pt x="127484" y="422245"/>
                  </a:lnTo>
                  <a:lnTo>
                    <a:pt x="122839" y="425710"/>
                  </a:lnTo>
                  <a:lnTo>
                    <a:pt x="117926" y="429780"/>
                  </a:lnTo>
                  <a:lnTo>
                    <a:pt x="113854" y="432673"/>
                  </a:lnTo>
                  <a:lnTo>
                    <a:pt x="108940" y="432673"/>
                  </a:lnTo>
                  <a:lnTo>
                    <a:pt x="110084" y="437584"/>
                  </a:lnTo>
                  <a:lnTo>
                    <a:pt x="109512" y="443101"/>
                  </a:lnTo>
                  <a:lnTo>
                    <a:pt x="107493" y="448887"/>
                  </a:lnTo>
                  <a:lnTo>
                    <a:pt x="103724" y="452083"/>
                  </a:lnTo>
                  <a:lnTo>
                    <a:pt x="103454" y="458744"/>
                  </a:lnTo>
                  <a:lnTo>
                    <a:pt x="108099" y="464832"/>
                  </a:lnTo>
                  <a:lnTo>
                    <a:pt x="112440" y="470047"/>
                  </a:lnTo>
                  <a:lnTo>
                    <a:pt x="115772" y="474117"/>
                  </a:lnTo>
                  <a:lnTo>
                    <a:pt x="118531" y="477582"/>
                  </a:lnTo>
                  <a:lnTo>
                    <a:pt x="118531" y="482224"/>
                  </a:lnTo>
                  <a:lnTo>
                    <a:pt x="120854" y="489457"/>
                  </a:lnTo>
                  <a:lnTo>
                    <a:pt x="116209" y="493527"/>
                  </a:lnTo>
                  <a:lnTo>
                    <a:pt x="119104" y="496723"/>
                  </a:lnTo>
                  <a:lnTo>
                    <a:pt x="124017" y="498169"/>
                  </a:lnTo>
                  <a:lnTo>
                    <a:pt x="128090" y="500793"/>
                  </a:lnTo>
                  <a:lnTo>
                    <a:pt x="132734" y="508026"/>
                  </a:lnTo>
                  <a:lnTo>
                    <a:pt x="134484" y="512096"/>
                  </a:lnTo>
                  <a:lnTo>
                    <a:pt x="136806" y="518454"/>
                  </a:lnTo>
                  <a:lnTo>
                    <a:pt x="138253" y="523668"/>
                  </a:lnTo>
                  <a:lnTo>
                    <a:pt x="138556" y="528580"/>
                  </a:lnTo>
                  <a:lnTo>
                    <a:pt x="138253" y="534097"/>
                  </a:lnTo>
                  <a:lnTo>
                    <a:pt x="138556" y="539614"/>
                  </a:lnTo>
                  <a:lnTo>
                    <a:pt x="144075" y="548023"/>
                  </a:lnTo>
                  <a:lnTo>
                    <a:pt x="144345" y="552497"/>
                  </a:lnTo>
                  <a:lnTo>
                    <a:pt x="145792" y="557846"/>
                  </a:lnTo>
                  <a:lnTo>
                    <a:pt x="152455" y="557846"/>
                  </a:lnTo>
                  <a:lnTo>
                    <a:pt x="161138" y="555256"/>
                  </a:lnTo>
                  <a:cubicBezTo>
                    <a:pt x="161138" y="555256"/>
                    <a:pt x="165210" y="552632"/>
                    <a:pt x="166927" y="552632"/>
                  </a:cubicBezTo>
                  <a:cubicBezTo>
                    <a:pt x="168677" y="552632"/>
                    <a:pt x="173893" y="549436"/>
                    <a:pt x="173893" y="549436"/>
                  </a:cubicBezTo>
                  <a:cubicBezTo>
                    <a:pt x="173893" y="549436"/>
                    <a:pt x="177663" y="545097"/>
                    <a:pt x="177965" y="544222"/>
                  </a:cubicBezTo>
                  <a:cubicBezTo>
                    <a:pt x="178268" y="543347"/>
                    <a:pt x="183754" y="538436"/>
                    <a:pt x="183754" y="538436"/>
                  </a:cubicBezTo>
                  <a:lnTo>
                    <a:pt x="187826" y="534971"/>
                  </a:lnTo>
                  <a:lnTo>
                    <a:pt x="190721" y="531506"/>
                  </a:lnTo>
                  <a:lnTo>
                    <a:pt x="189577" y="524274"/>
                  </a:lnTo>
                  <a:lnTo>
                    <a:pt x="193043" y="521953"/>
                  </a:lnTo>
                  <a:lnTo>
                    <a:pt x="197115" y="521650"/>
                  </a:lnTo>
                  <a:lnTo>
                    <a:pt x="205663" y="520775"/>
                  </a:lnTo>
                  <a:lnTo>
                    <a:pt x="208995" y="524240"/>
                  </a:lnTo>
                  <a:lnTo>
                    <a:pt x="208995" y="527436"/>
                  </a:lnTo>
                  <a:lnTo>
                    <a:pt x="214952" y="532347"/>
                  </a:lnTo>
                  <a:lnTo>
                    <a:pt x="219428" y="536115"/>
                  </a:lnTo>
                  <a:lnTo>
                    <a:pt x="219428" y="543078"/>
                  </a:lnTo>
                  <a:lnTo>
                    <a:pt x="212764" y="547721"/>
                  </a:lnTo>
                  <a:lnTo>
                    <a:pt x="209567" y="551488"/>
                  </a:lnTo>
                  <a:lnTo>
                    <a:pt x="204351" y="554381"/>
                  </a:lnTo>
                  <a:lnTo>
                    <a:pt x="199134" y="557846"/>
                  </a:lnTo>
                  <a:lnTo>
                    <a:pt x="198562" y="562186"/>
                  </a:lnTo>
                  <a:lnTo>
                    <a:pt x="198562" y="565651"/>
                  </a:lnTo>
                  <a:lnTo>
                    <a:pt x="200009" y="570293"/>
                  </a:lnTo>
                  <a:lnTo>
                    <a:pt x="202601" y="573926"/>
                  </a:lnTo>
                  <a:lnTo>
                    <a:pt x="206673" y="576953"/>
                  </a:lnTo>
                  <a:lnTo>
                    <a:pt x="213336" y="576953"/>
                  </a:lnTo>
                  <a:lnTo>
                    <a:pt x="218553" y="576953"/>
                  </a:lnTo>
                  <a:lnTo>
                    <a:pt x="222894" y="572042"/>
                  </a:lnTo>
                  <a:lnTo>
                    <a:pt x="226092" y="568846"/>
                  </a:lnTo>
                  <a:lnTo>
                    <a:pt x="237097" y="565381"/>
                  </a:lnTo>
                  <a:lnTo>
                    <a:pt x="238241" y="562186"/>
                  </a:lnTo>
                  <a:lnTo>
                    <a:pt x="240260" y="557543"/>
                  </a:lnTo>
                  <a:lnTo>
                    <a:pt x="240260" y="553473"/>
                  </a:lnTo>
                  <a:cubicBezTo>
                    <a:pt x="240260" y="553473"/>
                    <a:pt x="242010" y="549133"/>
                    <a:pt x="240260" y="547956"/>
                  </a:cubicBezTo>
                  <a:cubicBezTo>
                    <a:pt x="238510" y="546812"/>
                    <a:pt x="237366" y="543045"/>
                    <a:pt x="237366" y="543045"/>
                  </a:cubicBezTo>
                  <a:lnTo>
                    <a:pt x="241034" y="538705"/>
                  </a:lnTo>
                  <a:lnTo>
                    <a:pt x="244904" y="536384"/>
                  </a:lnTo>
                  <a:lnTo>
                    <a:pt x="246655" y="534635"/>
                  </a:lnTo>
                  <a:lnTo>
                    <a:pt x="251568" y="534938"/>
                  </a:lnTo>
                  <a:lnTo>
                    <a:pt x="256212" y="541026"/>
                  </a:lnTo>
                  <a:lnTo>
                    <a:pt x="258804" y="544794"/>
                  </a:lnTo>
                  <a:lnTo>
                    <a:pt x="265770" y="545669"/>
                  </a:lnTo>
                  <a:lnTo>
                    <a:pt x="269405" y="544794"/>
                  </a:lnTo>
                  <a:lnTo>
                    <a:pt x="271593" y="547384"/>
                  </a:lnTo>
                  <a:lnTo>
                    <a:pt x="271593" y="549974"/>
                  </a:lnTo>
                  <a:lnTo>
                    <a:pt x="271593" y="556938"/>
                  </a:lnTo>
                  <a:lnTo>
                    <a:pt x="273780" y="562152"/>
                  </a:lnTo>
                  <a:lnTo>
                    <a:pt x="278559" y="563599"/>
                  </a:lnTo>
                  <a:lnTo>
                    <a:pt x="278559" y="565617"/>
                  </a:lnTo>
                  <a:lnTo>
                    <a:pt x="284348" y="567938"/>
                  </a:lnTo>
                  <a:lnTo>
                    <a:pt x="289261" y="569956"/>
                  </a:lnTo>
                  <a:lnTo>
                    <a:pt x="297372" y="570259"/>
                  </a:lnTo>
                  <a:lnTo>
                    <a:pt x="308377" y="571134"/>
                  </a:lnTo>
                  <a:lnTo>
                    <a:pt x="320829" y="573152"/>
                  </a:lnTo>
                  <a:lnTo>
                    <a:pt x="328671" y="573724"/>
                  </a:lnTo>
                  <a:lnTo>
                    <a:pt x="337657" y="572277"/>
                  </a:lnTo>
                  <a:lnTo>
                    <a:pt x="342638" y="573051"/>
                  </a:lnTo>
                  <a:close/>
                </a:path>
              </a:pathLst>
            </a:custGeom>
            <a:pattFill prst="wdUpDiag">
              <a:fgClr>
                <a:srgbClr val="BB3023"/>
              </a:fgClr>
              <a:bgClr>
                <a:schemeClr val="bg1"/>
              </a:bgClr>
            </a:pattFill>
            <a:ln w="6350" cap="flat">
              <a:solidFill>
                <a:schemeClr val="bg1"/>
              </a:solidFill>
              <a:prstDash val="solid"/>
              <a:miter/>
            </a:ln>
          </p:spPr>
          <p:txBody>
            <a:bodyPr rtlCol="0" anchor="ctr"/>
            <a:lstStyle/>
            <a:p>
              <a:endParaRPr lang="en-US"/>
            </a:p>
          </p:txBody>
        </p:sp>
        <p:grpSp>
          <p:nvGrpSpPr>
            <p:cNvPr id="28" name="Graphic 11">
              <a:extLst>
                <a:ext uri="{FF2B5EF4-FFF2-40B4-BE49-F238E27FC236}">
                  <a16:creationId xmlns:a16="http://schemas.microsoft.com/office/drawing/2014/main" id="{ACC2B35B-4292-FDDA-AD48-B6ECAF62F328}"/>
                </a:ext>
              </a:extLst>
            </p:cNvPr>
            <p:cNvGrpSpPr/>
            <p:nvPr/>
          </p:nvGrpSpPr>
          <p:grpSpPr>
            <a:xfrm>
              <a:off x="7727196" y="3385710"/>
              <a:ext cx="413482" cy="314600"/>
              <a:chOff x="5143724" y="3308222"/>
              <a:chExt cx="793844" cy="603999"/>
            </a:xfrm>
            <a:grpFill/>
          </p:grpSpPr>
          <p:sp>
            <p:nvSpPr>
              <p:cNvPr id="155" name="Freeform 934">
                <a:extLst>
                  <a:ext uri="{FF2B5EF4-FFF2-40B4-BE49-F238E27FC236}">
                    <a16:creationId xmlns:a16="http://schemas.microsoft.com/office/drawing/2014/main" id="{0DC7A5BC-408C-69E3-040B-92DEE2F6FCDA}"/>
                  </a:ext>
                </a:extLst>
              </p:cNvPr>
              <p:cNvSpPr/>
              <p:nvPr/>
            </p:nvSpPr>
            <p:spPr>
              <a:xfrm>
                <a:off x="5143724" y="3308222"/>
                <a:ext cx="787079" cy="603999"/>
              </a:xfrm>
              <a:custGeom>
                <a:avLst/>
                <a:gdLst>
                  <a:gd name="connsiteX0" fmla="*/ 780147 w 787079"/>
                  <a:gd name="connsiteY0" fmla="*/ 183168 h 603999"/>
                  <a:gd name="connsiteX1" fmla="*/ 776007 w 787079"/>
                  <a:gd name="connsiteY1" fmla="*/ 177954 h 603999"/>
                  <a:gd name="connsiteX2" fmla="*/ 773416 w 787079"/>
                  <a:gd name="connsiteY2" fmla="*/ 170116 h 603999"/>
                  <a:gd name="connsiteX3" fmla="*/ 771901 w 787079"/>
                  <a:gd name="connsiteY3" fmla="*/ 162513 h 603999"/>
                  <a:gd name="connsiteX4" fmla="*/ 769276 w 787079"/>
                  <a:gd name="connsiteY4" fmla="*/ 156222 h 603999"/>
                  <a:gd name="connsiteX5" fmla="*/ 769613 w 787079"/>
                  <a:gd name="connsiteY5" fmla="*/ 151210 h 603999"/>
                  <a:gd name="connsiteX6" fmla="*/ 766685 w 787079"/>
                  <a:gd name="connsiteY6" fmla="*/ 143170 h 603999"/>
                  <a:gd name="connsiteX7" fmla="*/ 766685 w 787079"/>
                  <a:gd name="connsiteY7" fmla="*/ 137519 h 603999"/>
                  <a:gd name="connsiteX8" fmla="*/ 766685 w 787079"/>
                  <a:gd name="connsiteY8" fmla="*/ 132305 h 603999"/>
                  <a:gd name="connsiteX9" fmla="*/ 764935 w 787079"/>
                  <a:gd name="connsiteY9" fmla="*/ 124467 h 603999"/>
                  <a:gd name="connsiteX10" fmla="*/ 761031 w 787079"/>
                  <a:gd name="connsiteY10" fmla="*/ 119690 h 603999"/>
                  <a:gd name="connsiteX11" fmla="*/ 759079 w 787079"/>
                  <a:gd name="connsiteY11" fmla="*/ 115989 h 603999"/>
                  <a:gd name="connsiteX12" fmla="*/ 755175 w 787079"/>
                  <a:gd name="connsiteY12" fmla="*/ 107748 h 603999"/>
                  <a:gd name="connsiteX13" fmla="*/ 749319 w 787079"/>
                  <a:gd name="connsiteY13" fmla="*/ 99069 h 603999"/>
                  <a:gd name="connsiteX14" fmla="*/ 742353 w 787079"/>
                  <a:gd name="connsiteY14" fmla="*/ 93855 h 603999"/>
                  <a:gd name="connsiteX15" fmla="*/ 742353 w 787079"/>
                  <a:gd name="connsiteY15" fmla="*/ 85377 h 603999"/>
                  <a:gd name="connsiteX16" fmla="*/ 747569 w 787079"/>
                  <a:gd name="connsiteY16" fmla="*/ 80163 h 603999"/>
                  <a:gd name="connsiteX17" fmla="*/ 747569 w 787079"/>
                  <a:gd name="connsiteY17" fmla="*/ 74949 h 603999"/>
                  <a:gd name="connsiteX18" fmla="*/ 747132 w 787079"/>
                  <a:gd name="connsiteY18" fmla="*/ 72123 h 603999"/>
                  <a:gd name="connsiteX19" fmla="*/ 742353 w 787079"/>
                  <a:gd name="connsiteY19" fmla="*/ 69735 h 603999"/>
                  <a:gd name="connsiteX20" fmla="*/ 739088 w 787079"/>
                  <a:gd name="connsiteY20" fmla="*/ 73637 h 603999"/>
                  <a:gd name="connsiteX21" fmla="*/ 733434 w 787079"/>
                  <a:gd name="connsiteY21" fmla="*/ 77977 h 603999"/>
                  <a:gd name="connsiteX22" fmla="*/ 728420 w 787079"/>
                  <a:gd name="connsiteY22" fmla="*/ 82316 h 603999"/>
                  <a:gd name="connsiteX23" fmla="*/ 722126 w 787079"/>
                  <a:gd name="connsiteY23" fmla="*/ 85344 h 603999"/>
                  <a:gd name="connsiteX24" fmla="*/ 718424 w 787079"/>
                  <a:gd name="connsiteY24" fmla="*/ 82316 h 603999"/>
                  <a:gd name="connsiteX25" fmla="*/ 712131 w 787079"/>
                  <a:gd name="connsiteY25" fmla="*/ 77539 h 603999"/>
                  <a:gd name="connsiteX26" fmla="*/ 708866 w 787079"/>
                  <a:gd name="connsiteY26" fmla="*/ 72123 h 603999"/>
                  <a:gd name="connsiteX27" fmla="*/ 704525 w 787079"/>
                  <a:gd name="connsiteY27" fmla="*/ 67347 h 603999"/>
                  <a:gd name="connsiteX28" fmla="*/ 704525 w 787079"/>
                  <a:gd name="connsiteY28" fmla="*/ 63882 h 603999"/>
                  <a:gd name="connsiteX29" fmla="*/ 696280 w 787079"/>
                  <a:gd name="connsiteY29" fmla="*/ 61695 h 603999"/>
                  <a:gd name="connsiteX30" fmla="*/ 689111 w 787079"/>
                  <a:gd name="connsiteY30" fmla="*/ 63646 h 603999"/>
                  <a:gd name="connsiteX31" fmla="*/ 683222 w 787079"/>
                  <a:gd name="connsiteY31" fmla="*/ 66472 h 603999"/>
                  <a:gd name="connsiteX32" fmla="*/ 674943 w 787079"/>
                  <a:gd name="connsiteY32" fmla="*/ 66035 h 603999"/>
                  <a:gd name="connsiteX33" fmla="*/ 663870 w 787079"/>
                  <a:gd name="connsiteY33" fmla="*/ 61258 h 603999"/>
                  <a:gd name="connsiteX34" fmla="*/ 652125 w 787079"/>
                  <a:gd name="connsiteY34" fmla="*/ 54294 h 603999"/>
                  <a:gd name="connsiteX35" fmla="*/ 648288 w 787079"/>
                  <a:gd name="connsiteY35" fmla="*/ 56986 h 603999"/>
                  <a:gd name="connsiteX36" fmla="*/ 646403 w 787079"/>
                  <a:gd name="connsiteY36" fmla="*/ 59307 h 603999"/>
                  <a:gd name="connsiteX37" fmla="*/ 643206 w 787079"/>
                  <a:gd name="connsiteY37" fmla="*/ 61493 h 603999"/>
                  <a:gd name="connsiteX38" fmla="*/ 641894 w 787079"/>
                  <a:gd name="connsiteY38" fmla="*/ 63680 h 603999"/>
                  <a:gd name="connsiteX39" fmla="*/ 637990 w 787079"/>
                  <a:gd name="connsiteY39" fmla="*/ 66136 h 603999"/>
                  <a:gd name="connsiteX40" fmla="*/ 635668 w 787079"/>
                  <a:gd name="connsiteY40" fmla="*/ 69163 h 603999"/>
                  <a:gd name="connsiteX41" fmla="*/ 634220 w 787079"/>
                  <a:gd name="connsiteY41" fmla="*/ 74512 h 603999"/>
                  <a:gd name="connsiteX42" fmla="*/ 637283 w 787079"/>
                  <a:gd name="connsiteY42" fmla="*/ 78414 h 603999"/>
                  <a:gd name="connsiteX43" fmla="*/ 639033 w 787079"/>
                  <a:gd name="connsiteY43" fmla="*/ 81038 h 603999"/>
                  <a:gd name="connsiteX44" fmla="*/ 643812 w 787079"/>
                  <a:gd name="connsiteY44" fmla="*/ 86252 h 603999"/>
                  <a:gd name="connsiteX45" fmla="*/ 644250 w 787079"/>
                  <a:gd name="connsiteY45" fmla="*/ 91466 h 603999"/>
                  <a:gd name="connsiteX46" fmla="*/ 643947 w 787079"/>
                  <a:gd name="connsiteY46" fmla="*/ 94494 h 603999"/>
                  <a:gd name="connsiteX47" fmla="*/ 642365 w 787079"/>
                  <a:gd name="connsiteY47" fmla="*/ 98833 h 603999"/>
                  <a:gd name="connsiteX48" fmla="*/ 639471 w 787079"/>
                  <a:gd name="connsiteY48" fmla="*/ 100280 h 603999"/>
                  <a:gd name="connsiteX49" fmla="*/ 635701 w 787079"/>
                  <a:gd name="connsiteY49" fmla="*/ 99405 h 603999"/>
                  <a:gd name="connsiteX50" fmla="*/ 630788 w 787079"/>
                  <a:gd name="connsiteY50" fmla="*/ 97387 h 603999"/>
                  <a:gd name="connsiteX51" fmla="*/ 627456 w 787079"/>
                  <a:gd name="connsiteY51" fmla="*/ 96378 h 603999"/>
                  <a:gd name="connsiteX52" fmla="*/ 623821 w 787079"/>
                  <a:gd name="connsiteY52" fmla="*/ 94191 h 603999"/>
                  <a:gd name="connsiteX53" fmla="*/ 620927 w 787079"/>
                  <a:gd name="connsiteY53" fmla="*/ 91433 h 603999"/>
                  <a:gd name="connsiteX54" fmla="*/ 614970 w 787079"/>
                  <a:gd name="connsiteY54" fmla="*/ 85041 h 603999"/>
                  <a:gd name="connsiteX55" fmla="*/ 608879 w 787079"/>
                  <a:gd name="connsiteY55" fmla="*/ 79692 h 603999"/>
                  <a:gd name="connsiteX56" fmla="*/ 604100 w 787079"/>
                  <a:gd name="connsiteY56" fmla="*/ 75790 h 603999"/>
                  <a:gd name="connsiteX57" fmla="*/ 598883 w 787079"/>
                  <a:gd name="connsiteY57" fmla="*/ 75790 h 603999"/>
                  <a:gd name="connsiteX58" fmla="*/ 597571 w 787079"/>
                  <a:gd name="connsiteY58" fmla="*/ 76867 h 603999"/>
                  <a:gd name="connsiteX59" fmla="*/ 591479 w 787079"/>
                  <a:gd name="connsiteY59" fmla="*/ 79558 h 603999"/>
                  <a:gd name="connsiteX60" fmla="*/ 589157 w 787079"/>
                  <a:gd name="connsiteY60" fmla="*/ 81879 h 603999"/>
                  <a:gd name="connsiteX61" fmla="*/ 584681 w 787079"/>
                  <a:gd name="connsiteY61" fmla="*/ 83897 h 603999"/>
                  <a:gd name="connsiteX62" fmla="*/ 581181 w 787079"/>
                  <a:gd name="connsiteY62" fmla="*/ 84032 h 603999"/>
                  <a:gd name="connsiteX63" fmla="*/ 577411 w 787079"/>
                  <a:gd name="connsiteY63" fmla="*/ 83897 h 603999"/>
                  <a:gd name="connsiteX64" fmla="*/ 572330 w 787079"/>
                  <a:gd name="connsiteY64" fmla="*/ 84200 h 603999"/>
                  <a:gd name="connsiteX65" fmla="*/ 570142 w 787079"/>
                  <a:gd name="connsiteY65" fmla="*/ 84503 h 603999"/>
                  <a:gd name="connsiteX66" fmla="*/ 566104 w 787079"/>
                  <a:gd name="connsiteY66" fmla="*/ 85680 h 603999"/>
                  <a:gd name="connsiteX67" fmla="*/ 564084 w 787079"/>
                  <a:gd name="connsiteY67" fmla="*/ 88001 h 603999"/>
                  <a:gd name="connsiteX68" fmla="*/ 561628 w 787079"/>
                  <a:gd name="connsiteY68" fmla="*/ 88001 h 603999"/>
                  <a:gd name="connsiteX69" fmla="*/ 556983 w 787079"/>
                  <a:gd name="connsiteY69" fmla="*/ 88741 h 603999"/>
                  <a:gd name="connsiteX70" fmla="*/ 554224 w 787079"/>
                  <a:gd name="connsiteY70" fmla="*/ 91063 h 603999"/>
                  <a:gd name="connsiteX71" fmla="*/ 552777 w 787079"/>
                  <a:gd name="connsiteY71" fmla="*/ 92375 h 603999"/>
                  <a:gd name="connsiteX72" fmla="*/ 552777 w 787079"/>
                  <a:gd name="connsiteY72" fmla="*/ 95267 h 603999"/>
                  <a:gd name="connsiteX73" fmla="*/ 552272 w 787079"/>
                  <a:gd name="connsiteY73" fmla="*/ 98160 h 603999"/>
                  <a:gd name="connsiteX74" fmla="*/ 549882 w 787079"/>
                  <a:gd name="connsiteY74" fmla="*/ 100616 h 603999"/>
                  <a:gd name="connsiteX75" fmla="*/ 545675 w 787079"/>
                  <a:gd name="connsiteY75" fmla="*/ 100751 h 603999"/>
                  <a:gd name="connsiteX76" fmla="*/ 543656 w 787079"/>
                  <a:gd name="connsiteY76" fmla="*/ 99439 h 603999"/>
                  <a:gd name="connsiteX77" fmla="*/ 539752 w 787079"/>
                  <a:gd name="connsiteY77" fmla="*/ 98732 h 603999"/>
                  <a:gd name="connsiteX78" fmla="*/ 537733 w 787079"/>
                  <a:gd name="connsiteY78" fmla="*/ 99170 h 603999"/>
                  <a:gd name="connsiteX79" fmla="*/ 536151 w 787079"/>
                  <a:gd name="connsiteY79" fmla="*/ 100482 h 603999"/>
                  <a:gd name="connsiteX80" fmla="*/ 533391 w 787079"/>
                  <a:gd name="connsiteY80" fmla="*/ 102500 h 603999"/>
                  <a:gd name="connsiteX81" fmla="*/ 530362 w 787079"/>
                  <a:gd name="connsiteY81" fmla="*/ 102365 h 603999"/>
                  <a:gd name="connsiteX82" fmla="*/ 526459 w 787079"/>
                  <a:gd name="connsiteY82" fmla="*/ 101356 h 603999"/>
                  <a:gd name="connsiteX83" fmla="*/ 524002 w 787079"/>
                  <a:gd name="connsiteY83" fmla="*/ 103543 h 603999"/>
                  <a:gd name="connsiteX84" fmla="*/ 521680 w 787079"/>
                  <a:gd name="connsiteY84" fmla="*/ 104855 h 603999"/>
                  <a:gd name="connsiteX85" fmla="*/ 518348 w 787079"/>
                  <a:gd name="connsiteY85" fmla="*/ 106167 h 603999"/>
                  <a:gd name="connsiteX86" fmla="*/ 510237 w 787079"/>
                  <a:gd name="connsiteY86" fmla="*/ 107041 h 603999"/>
                  <a:gd name="connsiteX87" fmla="*/ 504886 w 787079"/>
                  <a:gd name="connsiteY87" fmla="*/ 107916 h 603999"/>
                  <a:gd name="connsiteX88" fmla="*/ 499535 w 787079"/>
                  <a:gd name="connsiteY88" fmla="*/ 108219 h 603999"/>
                  <a:gd name="connsiteX89" fmla="*/ 492299 w 787079"/>
                  <a:gd name="connsiteY89" fmla="*/ 104148 h 603999"/>
                  <a:gd name="connsiteX90" fmla="*/ 489405 w 787079"/>
                  <a:gd name="connsiteY90" fmla="*/ 103005 h 603999"/>
                  <a:gd name="connsiteX91" fmla="*/ 487655 w 787079"/>
                  <a:gd name="connsiteY91" fmla="*/ 101995 h 603999"/>
                  <a:gd name="connsiteX92" fmla="*/ 481866 w 787079"/>
                  <a:gd name="connsiteY92" fmla="*/ 98968 h 603999"/>
                  <a:gd name="connsiteX93" fmla="*/ 477962 w 787079"/>
                  <a:gd name="connsiteY93" fmla="*/ 96949 h 603999"/>
                  <a:gd name="connsiteX94" fmla="*/ 476246 w 787079"/>
                  <a:gd name="connsiteY94" fmla="*/ 93316 h 603999"/>
                  <a:gd name="connsiteX95" fmla="*/ 478837 w 787079"/>
                  <a:gd name="connsiteY95" fmla="*/ 90423 h 603999"/>
                  <a:gd name="connsiteX96" fmla="*/ 482169 w 787079"/>
                  <a:gd name="connsiteY96" fmla="*/ 89111 h 603999"/>
                  <a:gd name="connsiteX97" fmla="*/ 486241 w 787079"/>
                  <a:gd name="connsiteY97" fmla="*/ 87665 h 603999"/>
                  <a:gd name="connsiteX98" fmla="*/ 489708 w 787079"/>
                  <a:gd name="connsiteY98" fmla="*/ 84469 h 603999"/>
                  <a:gd name="connsiteX99" fmla="*/ 491727 w 787079"/>
                  <a:gd name="connsiteY99" fmla="*/ 81879 h 603999"/>
                  <a:gd name="connsiteX100" fmla="*/ 495631 w 787079"/>
                  <a:gd name="connsiteY100" fmla="*/ 77371 h 603999"/>
                  <a:gd name="connsiteX101" fmla="*/ 498088 w 787079"/>
                  <a:gd name="connsiteY101" fmla="*/ 68524 h 603999"/>
                  <a:gd name="connsiteX102" fmla="*/ 497953 w 787079"/>
                  <a:gd name="connsiteY102" fmla="*/ 66943 h 603999"/>
                  <a:gd name="connsiteX103" fmla="*/ 498391 w 787079"/>
                  <a:gd name="connsiteY103" fmla="*/ 63613 h 603999"/>
                  <a:gd name="connsiteX104" fmla="*/ 499266 w 787079"/>
                  <a:gd name="connsiteY104" fmla="*/ 60282 h 603999"/>
                  <a:gd name="connsiteX105" fmla="*/ 503910 w 787079"/>
                  <a:gd name="connsiteY105" fmla="*/ 56515 h 603999"/>
                  <a:gd name="connsiteX106" fmla="*/ 506064 w 787079"/>
                  <a:gd name="connsiteY106" fmla="*/ 53924 h 603999"/>
                  <a:gd name="connsiteX107" fmla="*/ 509968 w 787079"/>
                  <a:gd name="connsiteY107" fmla="*/ 49854 h 603999"/>
                  <a:gd name="connsiteX108" fmla="*/ 513434 w 787079"/>
                  <a:gd name="connsiteY108" fmla="*/ 47398 h 603999"/>
                  <a:gd name="connsiteX109" fmla="*/ 515184 w 787079"/>
                  <a:gd name="connsiteY109" fmla="*/ 46961 h 603999"/>
                  <a:gd name="connsiteX110" fmla="*/ 522588 w 787079"/>
                  <a:gd name="connsiteY110" fmla="*/ 44068 h 603999"/>
                  <a:gd name="connsiteX111" fmla="*/ 524204 w 787079"/>
                  <a:gd name="connsiteY111" fmla="*/ 42319 h 603999"/>
                  <a:gd name="connsiteX112" fmla="*/ 528545 w 787079"/>
                  <a:gd name="connsiteY112" fmla="*/ 39863 h 603999"/>
                  <a:gd name="connsiteX113" fmla="*/ 529420 w 787079"/>
                  <a:gd name="connsiteY113" fmla="*/ 38551 h 603999"/>
                  <a:gd name="connsiteX114" fmla="*/ 528848 w 787079"/>
                  <a:gd name="connsiteY114" fmla="*/ 35793 h 603999"/>
                  <a:gd name="connsiteX115" fmla="*/ 527536 w 787079"/>
                  <a:gd name="connsiteY115" fmla="*/ 32765 h 603999"/>
                  <a:gd name="connsiteX116" fmla="*/ 527098 w 787079"/>
                  <a:gd name="connsiteY116" fmla="*/ 30444 h 603999"/>
                  <a:gd name="connsiteX117" fmla="*/ 527805 w 787079"/>
                  <a:gd name="connsiteY117" fmla="*/ 28257 h 603999"/>
                  <a:gd name="connsiteX118" fmla="*/ 527233 w 787079"/>
                  <a:gd name="connsiteY118" fmla="*/ 24355 h 603999"/>
                  <a:gd name="connsiteX119" fmla="*/ 524910 w 787079"/>
                  <a:gd name="connsiteY119" fmla="*/ 20722 h 603999"/>
                  <a:gd name="connsiteX120" fmla="*/ 522891 w 787079"/>
                  <a:gd name="connsiteY120" fmla="*/ 17964 h 603999"/>
                  <a:gd name="connsiteX121" fmla="*/ 520132 w 787079"/>
                  <a:gd name="connsiteY121" fmla="*/ 15643 h 603999"/>
                  <a:gd name="connsiteX122" fmla="*/ 516228 w 787079"/>
                  <a:gd name="connsiteY122" fmla="*/ 11572 h 603999"/>
                  <a:gd name="connsiteX123" fmla="*/ 512761 w 787079"/>
                  <a:gd name="connsiteY123" fmla="*/ 9991 h 603999"/>
                  <a:gd name="connsiteX124" fmla="*/ 508554 w 787079"/>
                  <a:gd name="connsiteY124" fmla="*/ 6223 h 603999"/>
                  <a:gd name="connsiteX125" fmla="*/ 506973 w 787079"/>
                  <a:gd name="connsiteY125" fmla="*/ 6795 h 603999"/>
                  <a:gd name="connsiteX126" fmla="*/ 504516 w 787079"/>
                  <a:gd name="connsiteY126" fmla="*/ 8376 h 603999"/>
                  <a:gd name="connsiteX127" fmla="*/ 501756 w 787079"/>
                  <a:gd name="connsiteY127" fmla="*/ 11572 h 603999"/>
                  <a:gd name="connsiteX128" fmla="*/ 496977 w 787079"/>
                  <a:gd name="connsiteY128" fmla="*/ 14465 h 603999"/>
                  <a:gd name="connsiteX129" fmla="*/ 492905 w 787079"/>
                  <a:gd name="connsiteY129" fmla="*/ 17930 h 603999"/>
                  <a:gd name="connsiteX130" fmla="*/ 488698 w 787079"/>
                  <a:gd name="connsiteY130" fmla="*/ 19242 h 603999"/>
                  <a:gd name="connsiteX131" fmla="*/ 486679 w 787079"/>
                  <a:gd name="connsiteY131" fmla="*/ 18098 h 603999"/>
                  <a:gd name="connsiteX132" fmla="*/ 480890 w 787079"/>
                  <a:gd name="connsiteY132" fmla="*/ 12884 h 603999"/>
                  <a:gd name="connsiteX133" fmla="*/ 477255 w 787079"/>
                  <a:gd name="connsiteY133" fmla="*/ 11707 h 603999"/>
                  <a:gd name="connsiteX134" fmla="*/ 474361 w 787079"/>
                  <a:gd name="connsiteY134" fmla="*/ 13725 h 603999"/>
                  <a:gd name="connsiteX135" fmla="*/ 471164 w 787079"/>
                  <a:gd name="connsiteY135" fmla="*/ 17055 h 603999"/>
                  <a:gd name="connsiteX136" fmla="*/ 465948 w 787079"/>
                  <a:gd name="connsiteY136" fmla="*/ 23279 h 603999"/>
                  <a:gd name="connsiteX137" fmla="*/ 460731 w 787079"/>
                  <a:gd name="connsiteY137" fmla="*/ 23144 h 603999"/>
                  <a:gd name="connsiteX138" fmla="*/ 458712 w 787079"/>
                  <a:gd name="connsiteY138" fmla="*/ 19074 h 603999"/>
                  <a:gd name="connsiteX139" fmla="*/ 459722 w 787079"/>
                  <a:gd name="connsiteY139" fmla="*/ 18199 h 603999"/>
                  <a:gd name="connsiteX140" fmla="*/ 458275 w 787079"/>
                  <a:gd name="connsiteY140" fmla="*/ 11101 h 603999"/>
                  <a:gd name="connsiteX141" fmla="*/ 451611 w 787079"/>
                  <a:gd name="connsiteY141" fmla="*/ 6627 h 603999"/>
                  <a:gd name="connsiteX142" fmla="*/ 446697 w 787079"/>
                  <a:gd name="connsiteY142" fmla="*/ 6324 h 603999"/>
                  <a:gd name="connsiteX143" fmla="*/ 444375 w 787079"/>
                  <a:gd name="connsiteY143" fmla="*/ 9217 h 603999"/>
                  <a:gd name="connsiteX144" fmla="*/ 442793 w 787079"/>
                  <a:gd name="connsiteY144" fmla="*/ 10967 h 603999"/>
                  <a:gd name="connsiteX145" fmla="*/ 439461 w 787079"/>
                  <a:gd name="connsiteY145" fmla="*/ 12850 h 603999"/>
                  <a:gd name="connsiteX146" fmla="*/ 435692 w 787079"/>
                  <a:gd name="connsiteY146" fmla="*/ 15441 h 603999"/>
                  <a:gd name="connsiteX147" fmla="*/ 433808 w 787079"/>
                  <a:gd name="connsiteY147" fmla="*/ 16752 h 603999"/>
                  <a:gd name="connsiteX148" fmla="*/ 426437 w 787079"/>
                  <a:gd name="connsiteY148" fmla="*/ 16752 h 603999"/>
                  <a:gd name="connsiteX149" fmla="*/ 422365 w 787079"/>
                  <a:gd name="connsiteY149" fmla="*/ 17762 h 603999"/>
                  <a:gd name="connsiteX150" fmla="*/ 417283 w 787079"/>
                  <a:gd name="connsiteY150" fmla="*/ 19343 h 603999"/>
                  <a:gd name="connsiteX151" fmla="*/ 409879 w 787079"/>
                  <a:gd name="connsiteY151" fmla="*/ 18031 h 603999"/>
                  <a:gd name="connsiteX152" fmla="*/ 403081 w 787079"/>
                  <a:gd name="connsiteY152" fmla="*/ 17593 h 603999"/>
                  <a:gd name="connsiteX153" fmla="*/ 397999 w 787079"/>
                  <a:gd name="connsiteY153" fmla="*/ 17156 h 603999"/>
                  <a:gd name="connsiteX154" fmla="*/ 392042 w 787079"/>
                  <a:gd name="connsiteY154" fmla="*/ 14566 h 603999"/>
                  <a:gd name="connsiteX155" fmla="*/ 388273 w 787079"/>
                  <a:gd name="connsiteY155" fmla="*/ 10933 h 603999"/>
                  <a:gd name="connsiteX156" fmla="*/ 386388 w 787079"/>
                  <a:gd name="connsiteY156" fmla="*/ 7165 h 603999"/>
                  <a:gd name="connsiteX157" fmla="*/ 383931 w 787079"/>
                  <a:gd name="connsiteY157" fmla="*/ 2826 h 603999"/>
                  <a:gd name="connsiteX158" fmla="*/ 381172 w 787079"/>
                  <a:gd name="connsiteY158" fmla="*/ 0 h 603999"/>
                  <a:gd name="connsiteX159" fmla="*/ 377268 w 787079"/>
                  <a:gd name="connsiteY159" fmla="*/ 67 h 603999"/>
                  <a:gd name="connsiteX160" fmla="*/ 371042 w 787079"/>
                  <a:gd name="connsiteY160" fmla="*/ 67 h 603999"/>
                  <a:gd name="connsiteX161" fmla="*/ 368450 w 787079"/>
                  <a:gd name="connsiteY161" fmla="*/ 2388 h 603999"/>
                  <a:gd name="connsiteX162" fmla="*/ 365825 w 787079"/>
                  <a:gd name="connsiteY162" fmla="*/ 9049 h 603999"/>
                  <a:gd name="connsiteX163" fmla="*/ 364378 w 787079"/>
                  <a:gd name="connsiteY163" fmla="*/ 12817 h 603999"/>
                  <a:gd name="connsiteX164" fmla="*/ 359162 w 787079"/>
                  <a:gd name="connsiteY164" fmla="*/ 18031 h 603999"/>
                  <a:gd name="connsiteX165" fmla="*/ 355695 w 787079"/>
                  <a:gd name="connsiteY165" fmla="*/ 19343 h 603999"/>
                  <a:gd name="connsiteX166" fmla="*/ 354113 w 787079"/>
                  <a:gd name="connsiteY166" fmla="*/ 20083 h 603999"/>
                  <a:gd name="connsiteX167" fmla="*/ 351354 w 787079"/>
                  <a:gd name="connsiteY167" fmla="*/ 21832 h 603999"/>
                  <a:gd name="connsiteX168" fmla="*/ 347585 w 787079"/>
                  <a:gd name="connsiteY168" fmla="*/ 23851 h 603999"/>
                  <a:gd name="connsiteX169" fmla="*/ 344690 w 787079"/>
                  <a:gd name="connsiteY169" fmla="*/ 23851 h 603999"/>
                  <a:gd name="connsiteX170" fmla="*/ 342065 w 787079"/>
                  <a:gd name="connsiteY170" fmla="*/ 25162 h 603999"/>
                  <a:gd name="connsiteX171" fmla="*/ 339743 w 787079"/>
                  <a:gd name="connsiteY171" fmla="*/ 26609 h 603999"/>
                  <a:gd name="connsiteX172" fmla="*/ 340618 w 787079"/>
                  <a:gd name="connsiteY172" fmla="*/ 29805 h 603999"/>
                  <a:gd name="connsiteX173" fmla="*/ 342065 w 787079"/>
                  <a:gd name="connsiteY173" fmla="*/ 31251 h 603999"/>
                  <a:gd name="connsiteX174" fmla="*/ 350041 w 787079"/>
                  <a:gd name="connsiteY174" fmla="*/ 35153 h 603999"/>
                  <a:gd name="connsiteX175" fmla="*/ 351791 w 787079"/>
                  <a:gd name="connsiteY175" fmla="*/ 37340 h 603999"/>
                  <a:gd name="connsiteX176" fmla="*/ 350647 w 787079"/>
                  <a:gd name="connsiteY176" fmla="*/ 39089 h 603999"/>
                  <a:gd name="connsiteX177" fmla="*/ 348762 w 787079"/>
                  <a:gd name="connsiteY177" fmla="*/ 41276 h 603999"/>
                  <a:gd name="connsiteX178" fmla="*/ 346878 w 787079"/>
                  <a:gd name="connsiteY178" fmla="*/ 42453 h 603999"/>
                  <a:gd name="connsiteX179" fmla="*/ 347753 w 787079"/>
                  <a:gd name="connsiteY179" fmla="*/ 45481 h 603999"/>
                  <a:gd name="connsiteX180" fmla="*/ 348325 w 787079"/>
                  <a:gd name="connsiteY180" fmla="*/ 46927 h 603999"/>
                  <a:gd name="connsiteX181" fmla="*/ 350344 w 787079"/>
                  <a:gd name="connsiteY181" fmla="*/ 50258 h 603999"/>
                  <a:gd name="connsiteX182" fmla="*/ 349604 w 787079"/>
                  <a:gd name="connsiteY182" fmla="*/ 53016 h 603999"/>
                  <a:gd name="connsiteX183" fmla="*/ 349166 w 787079"/>
                  <a:gd name="connsiteY183" fmla="*/ 55203 h 603999"/>
                  <a:gd name="connsiteX184" fmla="*/ 349604 w 787079"/>
                  <a:gd name="connsiteY184" fmla="*/ 57793 h 603999"/>
                  <a:gd name="connsiteX185" fmla="*/ 352801 w 787079"/>
                  <a:gd name="connsiteY185" fmla="*/ 61998 h 603999"/>
                  <a:gd name="connsiteX186" fmla="*/ 352498 w 787079"/>
                  <a:gd name="connsiteY186" fmla="*/ 65194 h 603999"/>
                  <a:gd name="connsiteX187" fmla="*/ 351185 w 787079"/>
                  <a:gd name="connsiteY187" fmla="*/ 67649 h 603999"/>
                  <a:gd name="connsiteX188" fmla="*/ 347113 w 787079"/>
                  <a:gd name="connsiteY188" fmla="*/ 68221 h 603999"/>
                  <a:gd name="connsiteX189" fmla="*/ 344084 w 787079"/>
                  <a:gd name="connsiteY189" fmla="*/ 68524 h 603999"/>
                  <a:gd name="connsiteX190" fmla="*/ 340618 w 787079"/>
                  <a:gd name="connsiteY190" fmla="*/ 70542 h 603999"/>
                  <a:gd name="connsiteX191" fmla="*/ 336142 w 787079"/>
                  <a:gd name="connsiteY191" fmla="*/ 71552 h 603999"/>
                  <a:gd name="connsiteX192" fmla="*/ 330791 w 787079"/>
                  <a:gd name="connsiteY192" fmla="*/ 68928 h 603999"/>
                  <a:gd name="connsiteX193" fmla="*/ 326315 w 787079"/>
                  <a:gd name="connsiteY193" fmla="*/ 62536 h 603999"/>
                  <a:gd name="connsiteX194" fmla="*/ 322545 w 787079"/>
                  <a:gd name="connsiteY194" fmla="*/ 56750 h 603999"/>
                  <a:gd name="connsiteX195" fmla="*/ 317901 w 787079"/>
                  <a:gd name="connsiteY195" fmla="*/ 52108 h 603999"/>
                  <a:gd name="connsiteX196" fmla="*/ 311675 w 787079"/>
                  <a:gd name="connsiteY196" fmla="*/ 45885 h 603999"/>
                  <a:gd name="connsiteX197" fmla="*/ 304843 w 787079"/>
                  <a:gd name="connsiteY197" fmla="*/ 44573 h 603999"/>
                  <a:gd name="connsiteX198" fmla="*/ 300939 w 787079"/>
                  <a:gd name="connsiteY198" fmla="*/ 42823 h 603999"/>
                  <a:gd name="connsiteX199" fmla="*/ 295420 w 787079"/>
                  <a:gd name="connsiteY199" fmla="*/ 41242 h 603999"/>
                  <a:gd name="connsiteX200" fmla="*/ 293838 w 787079"/>
                  <a:gd name="connsiteY200" fmla="*/ 42823 h 603999"/>
                  <a:gd name="connsiteX201" fmla="*/ 290809 w 787079"/>
                  <a:gd name="connsiteY201" fmla="*/ 44135 h 603999"/>
                  <a:gd name="connsiteX202" fmla="*/ 285155 w 787079"/>
                  <a:gd name="connsiteY202" fmla="*/ 44135 h 603999"/>
                  <a:gd name="connsiteX203" fmla="*/ 284280 w 787079"/>
                  <a:gd name="connsiteY203" fmla="*/ 42823 h 603999"/>
                  <a:gd name="connsiteX204" fmla="*/ 275597 w 787079"/>
                  <a:gd name="connsiteY204" fmla="*/ 42823 h 603999"/>
                  <a:gd name="connsiteX205" fmla="*/ 268227 w 787079"/>
                  <a:gd name="connsiteY205" fmla="*/ 42823 h 603999"/>
                  <a:gd name="connsiteX206" fmla="*/ 266342 w 787079"/>
                  <a:gd name="connsiteY206" fmla="*/ 43900 h 603999"/>
                  <a:gd name="connsiteX207" fmla="*/ 262270 w 787079"/>
                  <a:gd name="connsiteY207" fmla="*/ 44976 h 603999"/>
                  <a:gd name="connsiteX208" fmla="*/ 260688 w 787079"/>
                  <a:gd name="connsiteY208" fmla="*/ 45851 h 603999"/>
                  <a:gd name="connsiteX209" fmla="*/ 259982 w 787079"/>
                  <a:gd name="connsiteY209" fmla="*/ 47432 h 603999"/>
                  <a:gd name="connsiteX210" fmla="*/ 262136 w 787079"/>
                  <a:gd name="connsiteY210" fmla="*/ 49013 h 603999"/>
                  <a:gd name="connsiteX211" fmla="*/ 262573 w 787079"/>
                  <a:gd name="connsiteY211" fmla="*/ 54093 h 603999"/>
                  <a:gd name="connsiteX212" fmla="*/ 262573 w 787079"/>
                  <a:gd name="connsiteY212" fmla="*/ 56548 h 603999"/>
                  <a:gd name="connsiteX213" fmla="*/ 262573 w 787079"/>
                  <a:gd name="connsiteY213" fmla="*/ 59307 h 603999"/>
                  <a:gd name="connsiteX214" fmla="*/ 262573 w 787079"/>
                  <a:gd name="connsiteY214" fmla="*/ 61493 h 603999"/>
                  <a:gd name="connsiteX215" fmla="*/ 261866 w 787079"/>
                  <a:gd name="connsiteY215" fmla="*/ 64083 h 603999"/>
                  <a:gd name="connsiteX216" fmla="*/ 259982 w 787079"/>
                  <a:gd name="connsiteY216" fmla="*/ 65227 h 603999"/>
                  <a:gd name="connsiteX217" fmla="*/ 258972 w 787079"/>
                  <a:gd name="connsiteY217" fmla="*/ 67986 h 603999"/>
                  <a:gd name="connsiteX218" fmla="*/ 260116 w 787079"/>
                  <a:gd name="connsiteY218" fmla="*/ 69870 h 603999"/>
                  <a:gd name="connsiteX219" fmla="*/ 263886 w 787079"/>
                  <a:gd name="connsiteY219" fmla="*/ 72460 h 603999"/>
                  <a:gd name="connsiteX220" fmla="*/ 265333 w 787079"/>
                  <a:gd name="connsiteY220" fmla="*/ 75656 h 603999"/>
                  <a:gd name="connsiteX221" fmla="*/ 265198 w 787079"/>
                  <a:gd name="connsiteY221" fmla="*/ 77842 h 603999"/>
                  <a:gd name="connsiteX222" fmla="*/ 265064 w 787079"/>
                  <a:gd name="connsiteY222" fmla="*/ 79289 h 603999"/>
                  <a:gd name="connsiteX223" fmla="*/ 263919 w 787079"/>
                  <a:gd name="connsiteY223" fmla="*/ 80601 h 603999"/>
                  <a:gd name="connsiteX224" fmla="*/ 263482 w 787079"/>
                  <a:gd name="connsiteY224" fmla="*/ 82754 h 603999"/>
                  <a:gd name="connsiteX225" fmla="*/ 261159 w 787079"/>
                  <a:gd name="connsiteY225" fmla="*/ 82754 h 603999"/>
                  <a:gd name="connsiteX226" fmla="*/ 258400 w 787079"/>
                  <a:gd name="connsiteY226" fmla="*/ 83628 h 603999"/>
                  <a:gd name="connsiteX227" fmla="*/ 254496 w 787079"/>
                  <a:gd name="connsiteY227" fmla="*/ 85815 h 603999"/>
                  <a:gd name="connsiteX228" fmla="*/ 251467 w 787079"/>
                  <a:gd name="connsiteY228" fmla="*/ 87396 h 603999"/>
                  <a:gd name="connsiteX229" fmla="*/ 247832 w 787079"/>
                  <a:gd name="connsiteY229" fmla="*/ 91029 h 603999"/>
                  <a:gd name="connsiteX230" fmla="*/ 244635 w 787079"/>
                  <a:gd name="connsiteY230" fmla="*/ 94225 h 603999"/>
                  <a:gd name="connsiteX231" fmla="*/ 242751 w 787079"/>
                  <a:gd name="connsiteY231" fmla="*/ 97252 h 603999"/>
                  <a:gd name="connsiteX232" fmla="*/ 241606 w 787079"/>
                  <a:gd name="connsiteY232" fmla="*/ 100280 h 603999"/>
                  <a:gd name="connsiteX233" fmla="*/ 242178 w 787079"/>
                  <a:gd name="connsiteY233" fmla="*/ 103913 h 603999"/>
                  <a:gd name="connsiteX234" fmla="*/ 243491 w 787079"/>
                  <a:gd name="connsiteY234" fmla="*/ 106671 h 603999"/>
                  <a:gd name="connsiteX235" fmla="*/ 245376 w 787079"/>
                  <a:gd name="connsiteY235" fmla="*/ 109564 h 603999"/>
                  <a:gd name="connsiteX236" fmla="*/ 251164 w 787079"/>
                  <a:gd name="connsiteY236" fmla="*/ 114038 h 603999"/>
                  <a:gd name="connsiteX237" fmla="*/ 251736 w 787079"/>
                  <a:gd name="connsiteY237" fmla="*/ 119118 h 603999"/>
                  <a:gd name="connsiteX238" fmla="*/ 251433 w 787079"/>
                  <a:gd name="connsiteY238" fmla="*/ 124197 h 603999"/>
                  <a:gd name="connsiteX239" fmla="*/ 253621 w 787079"/>
                  <a:gd name="connsiteY239" fmla="*/ 130286 h 603999"/>
                  <a:gd name="connsiteX240" fmla="*/ 255506 w 787079"/>
                  <a:gd name="connsiteY240" fmla="*/ 135501 h 603999"/>
                  <a:gd name="connsiteX241" fmla="*/ 252611 w 787079"/>
                  <a:gd name="connsiteY241" fmla="*/ 141152 h 603999"/>
                  <a:gd name="connsiteX242" fmla="*/ 247092 w 787079"/>
                  <a:gd name="connsiteY242" fmla="*/ 143170 h 603999"/>
                  <a:gd name="connsiteX243" fmla="*/ 241303 w 787079"/>
                  <a:gd name="connsiteY243" fmla="*/ 144751 h 603999"/>
                  <a:gd name="connsiteX244" fmla="*/ 235649 w 787079"/>
                  <a:gd name="connsiteY244" fmla="*/ 149226 h 603999"/>
                  <a:gd name="connsiteX245" fmla="*/ 235212 w 787079"/>
                  <a:gd name="connsiteY245" fmla="*/ 154877 h 603999"/>
                  <a:gd name="connsiteX246" fmla="*/ 237803 w 787079"/>
                  <a:gd name="connsiteY246" fmla="*/ 163421 h 603999"/>
                  <a:gd name="connsiteX247" fmla="*/ 239116 w 787079"/>
                  <a:gd name="connsiteY247" fmla="*/ 167054 h 603999"/>
                  <a:gd name="connsiteX248" fmla="*/ 244770 w 787079"/>
                  <a:gd name="connsiteY248" fmla="*/ 174455 h 603999"/>
                  <a:gd name="connsiteX249" fmla="*/ 244635 w 787079"/>
                  <a:gd name="connsiteY249" fmla="*/ 178795 h 603999"/>
                  <a:gd name="connsiteX250" fmla="*/ 242010 w 787079"/>
                  <a:gd name="connsiteY250" fmla="*/ 180107 h 603999"/>
                  <a:gd name="connsiteX251" fmla="*/ 236221 w 787079"/>
                  <a:gd name="connsiteY251" fmla="*/ 182428 h 603999"/>
                  <a:gd name="connsiteX252" fmla="*/ 229120 w 787079"/>
                  <a:gd name="connsiteY252" fmla="*/ 187776 h 603999"/>
                  <a:gd name="connsiteX253" fmla="*/ 226226 w 787079"/>
                  <a:gd name="connsiteY253" fmla="*/ 186464 h 603999"/>
                  <a:gd name="connsiteX254" fmla="*/ 220707 w 787079"/>
                  <a:gd name="connsiteY254" fmla="*/ 186464 h 603999"/>
                  <a:gd name="connsiteX255" fmla="*/ 212899 w 787079"/>
                  <a:gd name="connsiteY255" fmla="*/ 191241 h 603999"/>
                  <a:gd name="connsiteX256" fmla="*/ 209399 w 787079"/>
                  <a:gd name="connsiteY256" fmla="*/ 198474 h 603999"/>
                  <a:gd name="connsiteX257" fmla="*/ 216062 w 787079"/>
                  <a:gd name="connsiteY257" fmla="*/ 203823 h 603999"/>
                  <a:gd name="connsiteX258" fmla="*/ 217947 w 787079"/>
                  <a:gd name="connsiteY258" fmla="*/ 207590 h 603999"/>
                  <a:gd name="connsiteX259" fmla="*/ 215625 w 787079"/>
                  <a:gd name="connsiteY259" fmla="*/ 212670 h 603999"/>
                  <a:gd name="connsiteX260" fmla="*/ 212159 w 787079"/>
                  <a:gd name="connsiteY260" fmla="*/ 215698 h 603999"/>
                  <a:gd name="connsiteX261" fmla="*/ 208389 w 787079"/>
                  <a:gd name="connsiteY261" fmla="*/ 216841 h 603999"/>
                  <a:gd name="connsiteX262" fmla="*/ 204048 w 787079"/>
                  <a:gd name="connsiteY262" fmla="*/ 217547 h 603999"/>
                  <a:gd name="connsiteX263" fmla="*/ 198091 w 787079"/>
                  <a:gd name="connsiteY263" fmla="*/ 221181 h 603999"/>
                  <a:gd name="connsiteX264" fmla="*/ 193749 w 787079"/>
                  <a:gd name="connsiteY264" fmla="*/ 226260 h 603999"/>
                  <a:gd name="connsiteX265" fmla="*/ 192740 w 787079"/>
                  <a:gd name="connsiteY265" fmla="*/ 227269 h 603999"/>
                  <a:gd name="connsiteX266" fmla="*/ 187826 w 787079"/>
                  <a:gd name="connsiteY266" fmla="*/ 229591 h 603999"/>
                  <a:gd name="connsiteX267" fmla="*/ 187826 w 787079"/>
                  <a:gd name="connsiteY267" fmla="*/ 234367 h 603999"/>
                  <a:gd name="connsiteX268" fmla="*/ 187557 w 787079"/>
                  <a:gd name="connsiteY268" fmla="*/ 238438 h 603999"/>
                  <a:gd name="connsiteX269" fmla="*/ 188264 w 787079"/>
                  <a:gd name="connsiteY269" fmla="*/ 246107 h 603999"/>
                  <a:gd name="connsiteX270" fmla="*/ 187254 w 787079"/>
                  <a:gd name="connsiteY270" fmla="*/ 248731 h 603999"/>
                  <a:gd name="connsiteX271" fmla="*/ 184360 w 787079"/>
                  <a:gd name="connsiteY271" fmla="*/ 252364 h 603999"/>
                  <a:gd name="connsiteX272" fmla="*/ 184360 w 787079"/>
                  <a:gd name="connsiteY272" fmla="*/ 255998 h 603999"/>
                  <a:gd name="connsiteX273" fmla="*/ 186817 w 787079"/>
                  <a:gd name="connsiteY273" fmla="*/ 259328 h 603999"/>
                  <a:gd name="connsiteX274" fmla="*/ 188398 w 787079"/>
                  <a:gd name="connsiteY274" fmla="*/ 262221 h 603999"/>
                  <a:gd name="connsiteX275" fmla="*/ 188836 w 787079"/>
                  <a:gd name="connsiteY275" fmla="*/ 269756 h 603999"/>
                  <a:gd name="connsiteX276" fmla="*/ 190418 w 787079"/>
                  <a:gd name="connsiteY276" fmla="*/ 274264 h 603999"/>
                  <a:gd name="connsiteX277" fmla="*/ 193043 w 787079"/>
                  <a:gd name="connsiteY277" fmla="*/ 278335 h 603999"/>
                  <a:gd name="connsiteX278" fmla="*/ 192302 w 787079"/>
                  <a:gd name="connsiteY278" fmla="*/ 287013 h 603999"/>
                  <a:gd name="connsiteX279" fmla="*/ 185504 w 787079"/>
                  <a:gd name="connsiteY279" fmla="*/ 293539 h 603999"/>
                  <a:gd name="connsiteX280" fmla="*/ 184629 w 787079"/>
                  <a:gd name="connsiteY280" fmla="*/ 299056 h 603999"/>
                  <a:gd name="connsiteX281" fmla="*/ 182172 w 787079"/>
                  <a:gd name="connsiteY281" fmla="*/ 302252 h 603999"/>
                  <a:gd name="connsiteX282" fmla="*/ 179850 w 787079"/>
                  <a:gd name="connsiteY282" fmla="*/ 304573 h 603999"/>
                  <a:gd name="connsiteX283" fmla="*/ 175509 w 787079"/>
                  <a:gd name="connsiteY283" fmla="*/ 307903 h 603999"/>
                  <a:gd name="connsiteX284" fmla="*/ 175071 w 787079"/>
                  <a:gd name="connsiteY284" fmla="*/ 310090 h 603999"/>
                  <a:gd name="connsiteX285" fmla="*/ 172009 w 787079"/>
                  <a:gd name="connsiteY285" fmla="*/ 312849 h 603999"/>
                  <a:gd name="connsiteX286" fmla="*/ 169989 w 787079"/>
                  <a:gd name="connsiteY286" fmla="*/ 314026 h 603999"/>
                  <a:gd name="connsiteX287" fmla="*/ 167532 w 787079"/>
                  <a:gd name="connsiteY287" fmla="*/ 314732 h 603999"/>
                  <a:gd name="connsiteX288" fmla="*/ 163023 w 787079"/>
                  <a:gd name="connsiteY288" fmla="*/ 316482 h 603999"/>
                  <a:gd name="connsiteX289" fmla="*/ 159994 w 787079"/>
                  <a:gd name="connsiteY289" fmla="*/ 318063 h 603999"/>
                  <a:gd name="connsiteX290" fmla="*/ 157672 w 787079"/>
                  <a:gd name="connsiteY290" fmla="*/ 318937 h 603999"/>
                  <a:gd name="connsiteX291" fmla="*/ 156662 w 787079"/>
                  <a:gd name="connsiteY291" fmla="*/ 321999 h 603999"/>
                  <a:gd name="connsiteX292" fmla="*/ 155215 w 787079"/>
                  <a:gd name="connsiteY292" fmla="*/ 323580 h 603999"/>
                  <a:gd name="connsiteX293" fmla="*/ 152893 w 787079"/>
                  <a:gd name="connsiteY293" fmla="*/ 326204 h 603999"/>
                  <a:gd name="connsiteX294" fmla="*/ 148820 w 787079"/>
                  <a:gd name="connsiteY294" fmla="*/ 327347 h 603999"/>
                  <a:gd name="connsiteX295" fmla="*/ 143604 w 787079"/>
                  <a:gd name="connsiteY295" fmla="*/ 328222 h 603999"/>
                  <a:gd name="connsiteX296" fmla="*/ 139700 w 787079"/>
                  <a:gd name="connsiteY296" fmla="*/ 331115 h 603999"/>
                  <a:gd name="connsiteX297" fmla="*/ 133609 w 787079"/>
                  <a:gd name="connsiteY297" fmla="*/ 332730 h 603999"/>
                  <a:gd name="connsiteX298" fmla="*/ 127652 w 787079"/>
                  <a:gd name="connsiteY298" fmla="*/ 334748 h 603999"/>
                  <a:gd name="connsiteX299" fmla="*/ 123883 w 787079"/>
                  <a:gd name="connsiteY299" fmla="*/ 339390 h 603999"/>
                  <a:gd name="connsiteX300" fmla="*/ 120988 w 787079"/>
                  <a:gd name="connsiteY300" fmla="*/ 347060 h 603999"/>
                  <a:gd name="connsiteX301" fmla="*/ 118969 w 787079"/>
                  <a:gd name="connsiteY301" fmla="*/ 348809 h 603999"/>
                  <a:gd name="connsiteX302" fmla="*/ 118834 w 787079"/>
                  <a:gd name="connsiteY302" fmla="*/ 352846 h 603999"/>
                  <a:gd name="connsiteX303" fmla="*/ 122469 w 787079"/>
                  <a:gd name="connsiteY303" fmla="*/ 359944 h 603999"/>
                  <a:gd name="connsiteX304" fmla="*/ 123916 w 787079"/>
                  <a:gd name="connsiteY304" fmla="*/ 364587 h 603999"/>
                  <a:gd name="connsiteX305" fmla="*/ 122604 w 787079"/>
                  <a:gd name="connsiteY305" fmla="*/ 367042 h 603999"/>
                  <a:gd name="connsiteX306" fmla="*/ 119575 w 787079"/>
                  <a:gd name="connsiteY306" fmla="*/ 366470 h 603999"/>
                  <a:gd name="connsiteX307" fmla="*/ 114796 w 787079"/>
                  <a:gd name="connsiteY307" fmla="*/ 365024 h 603999"/>
                  <a:gd name="connsiteX308" fmla="*/ 111464 w 787079"/>
                  <a:gd name="connsiteY308" fmla="*/ 365024 h 603999"/>
                  <a:gd name="connsiteX309" fmla="*/ 108704 w 787079"/>
                  <a:gd name="connsiteY309" fmla="*/ 367210 h 603999"/>
                  <a:gd name="connsiteX310" fmla="*/ 108839 w 787079"/>
                  <a:gd name="connsiteY310" fmla="*/ 371685 h 603999"/>
                  <a:gd name="connsiteX311" fmla="*/ 115065 w 787079"/>
                  <a:gd name="connsiteY311" fmla="*/ 375755 h 603999"/>
                  <a:gd name="connsiteX312" fmla="*/ 111430 w 787079"/>
                  <a:gd name="connsiteY312" fmla="*/ 377638 h 603999"/>
                  <a:gd name="connsiteX313" fmla="*/ 107089 w 787079"/>
                  <a:gd name="connsiteY313" fmla="*/ 379388 h 603999"/>
                  <a:gd name="connsiteX314" fmla="*/ 99416 w 787079"/>
                  <a:gd name="connsiteY314" fmla="*/ 382146 h 603999"/>
                  <a:gd name="connsiteX315" fmla="*/ 97262 w 787079"/>
                  <a:gd name="connsiteY315" fmla="*/ 385342 h 603999"/>
                  <a:gd name="connsiteX316" fmla="*/ 90733 w 787079"/>
                  <a:gd name="connsiteY316" fmla="*/ 384030 h 603999"/>
                  <a:gd name="connsiteX317" fmla="*/ 84944 w 787079"/>
                  <a:gd name="connsiteY317" fmla="*/ 379825 h 603999"/>
                  <a:gd name="connsiteX318" fmla="*/ 78718 w 787079"/>
                  <a:gd name="connsiteY318" fmla="*/ 379522 h 603999"/>
                  <a:gd name="connsiteX319" fmla="*/ 75386 w 787079"/>
                  <a:gd name="connsiteY319" fmla="*/ 381709 h 603999"/>
                  <a:gd name="connsiteX320" fmla="*/ 75521 w 787079"/>
                  <a:gd name="connsiteY320" fmla="*/ 387495 h 603999"/>
                  <a:gd name="connsiteX321" fmla="*/ 79290 w 787079"/>
                  <a:gd name="connsiteY321" fmla="*/ 394593 h 603999"/>
                  <a:gd name="connsiteX322" fmla="*/ 85516 w 787079"/>
                  <a:gd name="connsiteY322" fmla="*/ 401691 h 603999"/>
                  <a:gd name="connsiteX323" fmla="*/ 84944 w 787079"/>
                  <a:gd name="connsiteY323" fmla="*/ 407780 h 603999"/>
                  <a:gd name="connsiteX324" fmla="*/ 79593 w 787079"/>
                  <a:gd name="connsiteY324" fmla="*/ 410235 h 603999"/>
                  <a:gd name="connsiteX325" fmla="*/ 72054 w 787079"/>
                  <a:gd name="connsiteY325" fmla="*/ 409663 h 603999"/>
                  <a:gd name="connsiteX326" fmla="*/ 64651 w 787079"/>
                  <a:gd name="connsiteY326" fmla="*/ 410807 h 603999"/>
                  <a:gd name="connsiteX327" fmla="*/ 57246 w 787079"/>
                  <a:gd name="connsiteY327" fmla="*/ 412119 h 603999"/>
                  <a:gd name="connsiteX328" fmla="*/ 50145 w 787079"/>
                  <a:gd name="connsiteY328" fmla="*/ 413431 h 603999"/>
                  <a:gd name="connsiteX329" fmla="*/ 44626 w 787079"/>
                  <a:gd name="connsiteY329" fmla="*/ 413566 h 603999"/>
                  <a:gd name="connsiteX330" fmla="*/ 38400 w 787079"/>
                  <a:gd name="connsiteY330" fmla="*/ 415012 h 603999"/>
                  <a:gd name="connsiteX331" fmla="*/ 34058 w 787079"/>
                  <a:gd name="connsiteY331" fmla="*/ 417636 h 603999"/>
                  <a:gd name="connsiteX332" fmla="*/ 31029 w 787079"/>
                  <a:gd name="connsiteY332" fmla="*/ 422985 h 603999"/>
                  <a:gd name="connsiteX333" fmla="*/ 34058 w 787079"/>
                  <a:gd name="connsiteY333" fmla="*/ 426887 h 603999"/>
                  <a:gd name="connsiteX334" fmla="*/ 35203 w 787079"/>
                  <a:gd name="connsiteY334" fmla="*/ 432404 h 603999"/>
                  <a:gd name="connsiteX335" fmla="*/ 31871 w 787079"/>
                  <a:gd name="connsiteY335" fmla="*/ 439199 h 603999"/>
                  <a:gd name="connsiteX336" fmla="*/ 23457 w 787079"/>
                  <a:gd name="connsiteY336" fmla="*/ 440948 h 603999"/>
                  <a:gd name="connsiteX337" fmla="*/ 17097 w 787079"/>
                  <a:gd name="connsiteY337" fmla="*/ 440948 h 603999"/>
                  <a:gd name="connsiteX338" fmla="*/ 12890 w 787079"/>
                  <a:gd name="connsiteY338" fmla="*/ 443034 h 603999"/>
                  <a:gd name="connsiteX339" fmla="*/ 9995 w 787079"/>
                  <a:gd name="connsiteY339" fmla="*/ 446734 h 603999"/>
                  <a:gd name="connsiteX340" fmla="*/ 7539 w 787079"/>
                  <a:gd name="connsiteY340" fmla="*/ 451377 h 603999"/>
                  <a:gd name="connsiteX341" fmla="*/ 5957 w 787079"/>
                  <a:gd name="connsiteY341" fmla="*/ 454270 h 603999"/>
                  <a:gd name="connsiteX342" fmla="*/ 4947 w 787079"/>
                  <a:gd name="connsiteY342" fmla="*/ 457163 h 603999"/>
                  <a:gd name="connsiteX343" fmla="*/ 7404 w 787079"/>
                  <a:gd name="connsiteY343" fmla="*/ 460055 h 603999"/>
                  <a:gd name="connsiteX344" fmla="*/ 11308 w 787079"/>
                  <a:gd name="connsiteY344" fmla="*/ 461805 h 603999"/>
                  <a:gd name="connsiteX345" fmla="*/ 13933 w 787079"/>
                  <a:gd name="connsiteY345" fmla="*/ 461805 h 603999"/>
                  <a:gd name="connsiteX346" fmla="*/ 20462 w 787079"/>
                  <a:gd name="connsiteY346" fmla="*/ 463554 h 603999"/>
                  <a:gd name="connsiteX347" fmla="*/ 23928 w 787079"/>
                  <a:gd name="connsiteY347" fmla="*/ 464563 h 603999"/>
                  <a:gd name="connsiteX348" fmla="*/ 25813 w 787079"/>
                  <a:gd name="connsiteY348" fmla="*/ 468634 h 603999"/>
                  <a:gd name="connsiteX349" fmla="*/ 28001 w 787079"/>
                  <a:gd name="connsiteY349" fmla="*/ 470955 h 603999"/>
                  <a:gd name="connsiteX350" fmla="*/ 27429 w 787079"/>
                  <a:gd name="connsiteY350" fmla="*/ 474151 h 603999"/>
                  <a:gd name="connsiteX351" fmla="*/ 23222 w 787079"/>
                  <a:gd name="connsiteY351" fmla="*/ 475732 h 603999"/>
                  <a:gd name="connsiteX352" fmla="*/ 20630 w 787079"/>
                  <a:gd name="connsiteY352" fmla="*/ 476875 h 603999"/>
                  <a:gd name="connsiteX353" fmla="*/ 15111 w 787079"/>
                  <a:gd name="connsiteY353" fmla="*/ 479062 h 603999"/>
                  <a:gd name="connsiteX354" fmla="*/ 11039 w 787079"/>
                  <a:gd name="connsiteY354" fmla="*/ 482392 h 603999"/>
                  <a:gd name="connsiteX355" fmla="*/ 7842 w 787079"/>
                  <a:gd name="connsiteY355" fmla="*/ 485588 h 603999"/>
                  <a:gd name="connsiteX356" fmla="*/ 6394 w 787079"/>
                  <a:gd name="connsiteY356" fmla="*/ 491239 h 603999"/>
                  <a:gd name="connsiteX357" fmla="*/ 4072 w 787079"/>
                  <a:gd name="connsiteY357" fmla="*/ 497026 h 603999"/>
                  <a:gd name="connsiteX358" fmla="*/ 2760 w 787079"/>
                  <a:gd name="connsiteY358" fmla="*/ 503417 h 603999"/>
                  <a:gd name="connsiteX359" fmla="*/ 1885 w 787079"/>
                  <a:gd name="connsiteY359" fmla="*/ 509943 h 603999"/>
                  <a:gd name="connsiteX360" fmla="*/ 2019 w 787079"/>
                  <a:gd name="connsiteY360" fmla="*/ 516167 h 603999"/>
                  <a:gd name="connsiteX361" fmla="*/ 0 w 787079"/>
                  <a:gd name="connsiteY361" fmla="*/ 525283 h 603999"/>
                  <a:gd name="connsiteX362" fmla="*/ 0 w 787079"/>
                  <a:gd name="connsiteY362" fmla="*/ 530800 h 603999"/>
                  <a:gd name="connsiteX363" fmla="*/ 1649 w 787079"/>
                  <a:gd name="connsiteY363" fmla="*/ 535879 h 603999"/>
                  <a:gd name="connsiteX364" fmla="*/ 4476 w 787079"/>
                  <a:gd name="connsiteY364" fmla="*/ 538772 h 603999"/>
                  <a:gd name="connsiteX365" fmla="*/ 7101 w 787079"/>
                  <a:gd name="connsiteY365" fmla="*/ 543247 h 603999"/>
                  <a:gd name="connsiteX366" fmla="*/ 8111 w 787079"/>
                  <a:gd name="connsiteY366" fmla="*/ 548764 h 603999"/>
                  <a:gd name="connsiteX367" fmla="*/ 12149 w 787079"/>
                  <a:gd name="connsiteY367" fmla="*/ 549033 h 603999"/>
                  <a:gd name="connsiteX368" fmla="*/ 17500 w 787079"/>
                  <a:gd name="connsiteY368" fmla="*/ 550042 h 603999"/>
                  <a:gd name="connsiteX369" fmla="*/ 18241 w 787079"/>
                  <a:gd name="connsiteY369" fmla="*/ 552800 h 603999"/>
                  <a:gd name="connsiteX370" fmla="*/ 14606 w 787079"/>
                  <a:gd name="connsiteY370" fmla="*/ 553675 h 603999"/>
                  <a:gd name="connsiteX371" fmla="*/ 11577 w 787079"/>
                  <a:gd name="connsiteY371" fmla="*/ 555693 h 603999"/>
                  <a:gd name="connsiteX372" fmla="*/ 8683 w 787079"/>
                  <a:gd name="connsiteY372" fmla="*/ 558149 h 603999"/>
                  <a:gd name="connsiteX373" fmla="*/ 8111 w 787079"/>
                  <a:gd name="connsiteY373" fmla="*/ 560167 h 603999"/>
                  <a:gd name="connsiteX374" fmla="*/ 12149 w 787079"/>
                  <a:gd name="connsiteY374" fmla="*/ 562926 h 603999"/>
                  <a:gd name="connsiteX375" fmla="*/ 14034 w 787079"/>
                  <a:gd name="connsiteY375" fmla="*/ 568005 h 603999"/>
                  <a:gd name="connsiteX376" fmla="*/ 16625 w 787079"/>
                  <a:gd name="connsiteY376" fmla="*/ 572782 h 603999"/>
                  <a:gd name="connsiteX377" fmla="*/ 17366 w 787079"/>
                  <a:gd name="connsiteY377" fmla="*/ 574363 h 603999"/>
                  <a:gd name="connsiteX378" fmla="*/ 20428 w 787079"/>
                  <a:gd name="connsiteY378" fmla="*/ 576819 h 603999"/>
                  <a:gd name="connsiteX379" fmla="*/ 23188 w 787079"/>
                  <a:gd name="connsiteY379" fmla="*/ 578568 h 603999"/>
                  <a:gd name="connsiteX380" fmla="*/ 24500 w 787079"/>
                  <a:gd name="connsiteY380" fmla="*/ 578434 h 603999"/>
                  <a:gd name="connsiteX381" fmla="*/ 26654 w 787079"/>
                  <a:gd name="connsiteY381" fmla="*/ 575978 h 603999"/>
                  <a:gd name="connsiteX382" fmla="*/ 28404 w 787079"/>
                  <a:gd name="connsiteY382" fmla="*/ 573960 h 603999"/>
                  <a:gd name="connsiteX383" fmla="*/ 31029 w 787079"/>
                  <a:gd name="connsiteY383" fmla="*/ 577155 h 603999"/>
                  <a:gd name="connsiteX384" fmla="*/ 33924 w 787079"/>
                  <a:gd name="connsiteY384" fmla="*/ 579611 h 603999"/>
                  <a:gd name="connsiteX385" fmla="*/ 34664 w 787079"/>
                  <a:gd name="connsiteY385" fmla="*/ 580620 h 603999"/>
                  <a:gd name="connsiteX386" fmla="*/ 37558 w 787079"/>
                  <a:gd name="connsiteY386" fmla="*/ 583379 h 603999"/>
                  <a:gd name="connsiteX387" fmla="*/ 37693 w 787079"/>
                  <a:gd name="connsiteY387" fmla="*/ 585700 h 603999"/>
                  <a:gd name="connsiteX388" fmla="*/ 37121 w 787079"/>
                  <a:gd name="connsiteY388" fmla="*/ 587752 h 603999"/>
                  <a:gd name="connsiteX389" fmla="*/ 34092 w 787079"/>
                  <a:gd name="connsiteY389" fmla="*/ 589333 h 603999"/>
                  <a:gd name="connsiteX390" fmla="*/ 31904 w 787079"/>
                  <a:gd name="connsiteY390" fmla="*/ 588593 h 603999"/>
                  <a:gd name="connsiteX391" fmla="*/ 29145 w 787079"/>
                  <a:gd name="connsiteY391" fmla="*/ 586271 h 603999"/>
                  <a:gd name="connsiteX392" fmla="*/ 25510 w 787079"/>
                  <a:gd name="connsiteY392" fmla="*/ 586137 h 603999"/>
                  <a:gd name="connsiteX393" fmla="*/ 24063 w 787079"/>
                  <a:gd name="connsiteY393" fmla="*/ 587012 h 603999"/>
                  <a:gd name="connsiteX394" fmla="*/ 22616 w 787079"/>
                  <a:gd name="connsiteY394" fmla="*/ 589635 h 603999"/>
                  <a:gd name="connsiteX395" fmla="*/ 22616 w 787079"/>
                  <a:gd name="connsiteY395" fmla="*/ 592663 h 603999"/>
                  <a:gd name="connsiteX396" fmla="*/ 23154 w 787079"/>
                  <a:gd name="connsiteY396" fmla="*/ 600468 h 603999"/>
                  <a:gd name="connsiteX397" fmla="*/ 23491 w 787079"/>
                  <a:gd name="connsiteY397" fmla="*/ 602351 h 603999"/>
                  <a:gd name="connsiteX398" fmla="*/ 27126 w 787079"/>
                  <a:gd name="connsiteY398" fmla="*/ 603966 h 603999"/>
                  <a:gd name="connsiteX399" fmla="*/ 29313 w 787079"/>
                  <a:gd name="connsiteY399" fmla="*/ 603226 h 603999"/>
                  <a:gd name="connsiteX400" fmla="*/ 33217 w 787079"/>
                  <a:gd name="connsiteY400" fmla="*/ 599761 h 603999"/>
                  <a:gd name="connsiteX401" fmla="*/ 39174 w 787079"/>
                  <a:gd name="connsiteY401" fmla="*/ 599189 h 603999"/>
                  <a:gd name="connsiteX402" fmla="*/ 42943 w 787079"/>
                  <a:gd name="connsiteY402" fmla="*/ 599189 h 603999"/>
                  <a:gd name="connsiteX403" fmla="*/ 45972 w 787079"/>
                  <a:gd name="connsiteY403" fmla="*/ 600501 h 603999"/>
                  <a:gd name="connsiteX404" fmla="*/ 46713 w 787079"/>
                  <a:gd name="connsiteY404" fmla="*/ 601073 h 603999"/>
                  <a:gd name="connsiteX405" fmla="*/ 51054 w 787079"/>
                  <a:gd name="connsiteY405" fmla="*/ 603832 h 603999"/>
                  <a:gd name="connsiteX406" fmla="*/ 54520 w 787079"/>
                  <a:gd name="connsiteY406" fmla="*/ 603832 h 603999"/>
                  <a:gd name="connsiteX407" fmla="*/ 58020 w 787079"/>
                  <a:gd name="connsiteY407" fmla="*/ 601645 h 603999"/>
                  <a:gd name="connsiteX408" fmla="*/ 62497 w 787079"/>
                  <a:gd name="connsiteY408" fmla="*/ 600064 h 603999"/>
                  <a:gd name="connsiteX409" fmla="*/ 69463 w 787079"/>
                  <a:gd name="connsiteY409" fmla="*/ 598752 h 603999"/>
                  <a:gd name="connsiteX410" fmla="*/ 74680 w 787079"/>
                  <a:gd name="connsiteY410" fmla="*/ 597440 h 603999"/>
                  <a:gd name="connsiteX411" fmla="*/ 78449 w 787079"/>
                  <a:gd name="connsiteY411" fmla="*/ 594412 h 603999"/>
                  <a:gd name="connsiteX412" fmla="*/ 83531 w 787079"/>
                  <a:gd name="connsiteY412" fmla="*/ 592528 h 603999"/>
                  <a:gd name="connsiteX413" fmla="*/ 87165 w 787079"/>
                  <a:gd name="connsiteY413" fmla="*/ 587886 h 603999"/>
                  <a:gd name="connsiteX414" fmla="*/ 89622 w 787079"/>
                  <a:gd name="connsiteY414" fmla="*/ 581966 h 603999"/>
                  <a:gd name="connsiteX415" fmla="*/ 90935 w 787079"/>
                  <a:gd name="connsiteY415" fmla="*/ 577761 h 603999"/>
                  <a:gd name="connsiteX416" fmla="*/ 93391 w 787079"/>
                  <a:gd name="connsiteY416" fmla="*/ 572109 h 603999"/>
                  <a:gd name="connsiteX417" fmla="*/ 91069 w 787079"/>
                  <a:gd name="connsiteY417" fmla="*/ 568342 h 603999"/>
                  <a:gd name="connsiteX418" fmla="*/ 87738 w 787079"/>
                  <a:gd name="connsiteY418" fmla="*/ 563868 h 603999"/>
                  <a:gd name="connsiteX419" fmla="*/ 86156 w 787079"/>
                  <a:gd name="connsiteY419" fmla="*/ 559393 h 603999"/>
                  <a:gd name="connsiteX420" fmla="*/ 84406 w 787079"/>
                  <a:gd name="connsiteY420" fmla="*/ 557947 h 603999"/>
                  <a:gd name="connsiteX421" fmla="*/ 81074 w 787079"/>
                  <a:gd name="connsiteY421" fmla="*/ 559393 h 603999"/>
                  <a:gd name="connsiteX422" fmla="*/ 79189 w 787079"/>
                  <a:gd name="connsiteY422" fmla="*/ 556938 h 603999"/>
                  <a:gd name="connsiteX423" fmla="*/ 77742 w 787079"/>
                  <a:gd name="connsiteY423" fmla="*/ 554347 h 603999"/>
                  <a:gd name="connsiteX424" fmla="*/ 76867 w 787079"/>
                  <a:gd name="connsiteY424" fmla="*/ 554617 h 603999"/>
                  <a:gd name="connsiteX425" fmla="*/ 73973 w 787079"/>
                  <a:gd name="connsiteY425" fmla="*/ 555760 h 603999"/>
                  <a:gd name="connsiteX426" fmla="*/ 71078 w 787079"/>
                  <a:gd name="connsiteY426" fmla="*/ 555760 h 603999"/>
                  <a:gd name="connsiteX427" fmla="*/ 70069 w 787079"/>
                  <a:gd name="connsiteY427" fmla="*/ 552935 h 603999"/>
                  <a:gd name="connsiteX428" fmla="*/ 69328 w 787079"/>
                  <a:gd name="connsiteY428" fmla="*/ 550681 h 603999"/>
                  <a:gd name="connsiteX429" fmla="*/ 70473 w 787079"/>
                  <a:gd name="connsiteY429" fmla="*/ 547048 h 603999"/>
                  <a:gd name="connsiteX430" fmla="*/ 72223 w 787079"/>
                  <a:gd name="connsiteY430" fmla="*/ 547048 h 603999"/>
                  <a:gd name="connsiteX431" fmla="*/ 75992 w 787079"/>
                  <a:gd name="connsiteY431" fmla="*/ 547048 h 603999"/>
                  <a:gd name="connsiteX432" fmla="*/ 77574 w 787079"/>
                  <a:gd name="connsiteY432" fmla="*/ 545736 h 603999"/>
                  <a:gd name="connsiteX433" fmla="*/ 77002 w 787079"/>
                  <a:gd name="connsiteY433" fmla="*/ 543549 h 603999"/>
                  <a:gd name="connsiteX434" fmla="*/ 76564 w 787079"/>
                  <a:gd name="connsiteY434" fmla="*/ 540084 h 603999"/>
                  <a:gd name="connsiteX435" fmla="*/ 74982 w 787079"/>
                  <a:gd name="connsiteY435" fmla="*/ 538201 h 603999"/>
                  <a:gd name="connsiteX436" fmla="*/ 72660 w 787079"/>
                  <a:gd name="connsiteY436" fmla="*/ 535005 h 603999"/>
                  <a:gd name="connsiteX437" fmla="*/ 71482 w 787079"/>
                  <a:gd name="connsiteY437" fmla="*/ 534197 h 603999"/>
                  <a:gd name="connsiteX438" fmla="*/ 67578 w 787079"/>
                  <a:gd name="connsiteY438" fmla="*/ 534130 h 603999"/>
                  <a:gd name="connsiteX439" fmla="*/ 63102 w 787079"/>
                  <a:gd name="connsiteY439" fmla="*/ 534130 h 603999"/>
                  <a:gd name="connsiteX440" fmla="*/ 59905 w 787079"/>
                  <a:gd name="connsiteY440" fmla="*/ 531506 h 603999"/>
                  <a:gd name="connsiteX441" fmla="*/ 56439 w 787079"/>
                  <a:gd name="connsiteY441" fmla="*/ 528613 h 603999"/>
                  <a:gd name="connsiteX442" fmla="*/ 53847 w 787079"/>
                  <a:gd name="connsiteY442" fmla="*/ 525417 h 603999"/>
                  <a:gd name="connsiteX443" fmla="*/ 52838 w 787079"/>
                  <a:gd name="connsiteY443" fmla="*/ 522659 h 603999"/>
                  <a:gd name="connsiteX444" fmla="*/ 52265 w 787079"/>
                  <a:gd name="connsiteY444" fmla="*/ 521785 h 603999"/>
                  <a:gd name="connsiteX445" fmla="*/ 52265 w 787079"/>
                  <a:gd name="connsiteY445" fmla="*/ 518892 h 603999"/>
                  <a:gd name="connsiteX446" fmla="*/ 52703 w 787079"/>
                  <a:gd name="connsiteY446" fmla="*/ 517008 h 603999"/>
                  <a:gd name="connsiteX447" fmla="*/ 55025 w 787079"/>
                  <a:gd name="connsiteY447" fmla="*/ 514115 h 603999"/>
                  <a:gd name="connsiteX448" fmla="*/ 58054 w 787079"/>
                  <a:gd name="connsiteY448" fmla="*/ 511356 h 603999"/>
                  <a:gd name="connsiteX449" fmla="*/ 61958 w 787079"/>
                  <a:gd name="connsiteY449" fmla="*/ 509910 h 603999"/>
                  <a:gd name="connsiteX450" fmla="*/ 68487 w 787079"/>
                  <a:gd name="connsiteY450" fmla="*/ 508329 h 603999"/>
                  <a:gd name="connsiteX451" fmla="*/ 68622 w 787079"/>
                  <a:gd name="connsiteY451" fmla="*/ 511524 h 603999"/>
                  <a:gd name="connsiteX452" fmla="*/ 64852 w 787079"/>
                  <a:gd name="connsiteY452" fmla="*/ 515595 h 603999"/>
                  <a:gd name="connsiteX453" fmla="*/ 67006 w 787079"/>
                  <a:gd name="connsiteY453" fmla="*/ 517479 h 603999"/>
                  <a:gd name="connsiteX454" fmla="*/ 71785 w 787079"/>
                  <a:gd name="connsiteY454" fmla="*/ 517479 h 603999"/>
                  <a:gd name="connsiteX455" fmla="*/ 74545 w 787079"/>
                  <a:gd name="connsiteY455" fmla="*/ 516335 h 603999"/>
                  <a:gd name="connsiteX456" fmla="*/ 77742 w 787079"/>
                  <a:gd name="connsiteY456" fmla="*/ 515460 h 603999"/>
                  <a:gd name="connsiteX457" fmla="*/ 82252 w 787079"/>
                  <a:gd name="connsiteY457" fmla="*/ 518051 h 603999"/>
                  <a:gd name="connsiteX458" fmla="*/ 85718 w 787079"/>
                  <a:gd name="connsiteY458" fmla="*/ 520944 h 603999"/>
                  <a:gd name="connsiteX459" fmla="*/ 91372 w 787079"/>
                  <a:gd name="connsiteY459" fmla="*/ 522659 h 603999"/>
                  <a:gd name="connsiteX460" fmla="*/ 95714 w 787079"/>
                  <a:gd name="connsiteY460" fmla="*/ 522659 h 603999"/>
                  <a:gd name="connsiteX461" fmla="*/ 96016 w 787079"/>
                  <a:gd name="connsiteY461" fmla="*/ 519463 h 603999"/>
                  <a:gd name="connsiteX462" fmla="*/ 96891 w 787079"/>
                  <a:gd name="connsiteY462" fmla="*/ 516570 h 603999"/>
                  <a:gd name="connsiteX463" fmla="*/ 97026 w 787079"/>
                  <a:gd name="connsiteY463" fmla="*/ 513946 h 603999"/>
                  <a:gd name="connsiteX464" fmla="*/ 96319 w 787079"/>
                  <a:gd name="connsiteY464" fmla="*/ 511928 h 603999"/>
                  <a:gd name="connsiteX465" fmla="*/ 94267 w 787079"/>
                  <a:gd name="connsiteY465" fmla="*/ 510179 h 603999"/>
                  <a:gd name="connsiteX466" fmla="*/ 91675 w 787079"/>
                  <a:gd name="connsiteY466" fmla="*/ 508295 h 603999"/>
                  <a:gd name="connsiteX467" fmla="*/ 89050 w 787079"/>
                  <a:gd name="connsiteY467" fmla="*/ 507151 h 603999"/>
                  <a:gd name="connsiteX468" fmla="*/ 85415 w 787079"/>
                  <a:gd name="connsiteY468" fmla="*/ 504527 h 603999"/>
                  <a:gd name="connsiteX469" fmla="*/ 83396 w 787079"/>
                  <a:gd name="connsiteY469" fmla="*/ 503383 h 603999"/>
                  <a:gd name="connsiteX470" fmla="*/ 79761 w 787079"/>
                  <a:gd name="connsiteY470" fmla="*/ 502206 h 603999"/>
                  <a:gd name="connsiteX471" fmla="*/ 80636 w 787079"/>
                  <a:gd name="connsiteY471" fmla="*/ 500760 h 603999"/>
                  <a:gd name="connsiteX472" fmla="*/ 81713 w 787079"/>
                  <a:gd name="connsiteY472" fmla="*/ 499448 h 603999"/>
                  <a:gd name="connsiteX473" fmla="*/ 81814 w 787079"/>
                  <a:gd name="connsiteY473" fmla="*/ 495680 h 603999"/>
                  <a:gd name="connsiteX474" fmla="*/ 81814 w 787079"/>
                  <a:gd name="connsiteY474" fmla="*/ 490331 h 603999"/>
                  <a:gd name="connsiteX475" fmla="*/ 81882 w 787079"/>
                  <a:gd name="connsiteY475" fmla="*/ 486698 h 603999"/>
                  <a:gd name="connsiteX476" fmla="*/ 81814 w 787079"/>
                  <a:gd name="connsiteY476" fmla="*/ 481787 h 603999"/>
                  <a:gd name="connsiteX477" fmla="*/ 81814 w 787079"/>
                  <a:gd name="connsiteY477" fmla="*/ 478322 h 603999"/>
                  <a:gd name="connsiteX478" fmla="*/ 84002 w 787079"/>
                  <a:gd name="connsiteY478" fmla="*/ 478457 h 603999"/>
                  <a:gd name="connsiteX479" fmla="*/ 87636 w 787079"/>
                  <a:gd name="connsiteY479" fmla="*/ 482090 h 603999"/>
                  <a:gd name="connsiteX480" fmla="*/ 89959 w 787079"/>
                  <a:gd name="connsiteY480" fmla="*/ 486295 h 603999"/>
                  <a:gd name="connsiteX481" fmla="*/ 89084 w 787079"/>
                  <a:gd name="connsiteY481" fmla="*/ 491643 h 603999"/>
                  <a:gd name="connsiteX482" fmla="*/ 89084 w 787079"/>
                  <a:gd name="connsiteY482" fmla="*/ 495108 h 603999"/>
                  <a:gd name="connsiteX483" fmla="*/ 91271 w 787079"/>
                  <a:gd name="connsiteY483" fmla="*/ 497295 h 603999"/>
                  <a:gd name="connsiteX484" fmla="*/ 94738 w 787079"/>
                  <a:gd name="connsiteY484" fmla="*/ 503653 h 603999"/>
                  <a:gd name="connsiteX485" fmla="*/ 98945 w 787079"/>
                  <a:gd name="connsiteY485" fmla="*/ 505099 h 603999"/>
                  <a:gd name="connsiteX486" fmla="*/ 101267 w 787079"/>
                  <a:gd name="connsiteY486" fmla="*/ 504224 h 603999"/>
                  <a:gd name="connsiteX487" fmla="*/ 102848 w 787079"/>
                  <a:gd name="connsiteY487" fmla="*/ 502475 h 603999"/>
                  <a:gd name="connsiteX488" fmla="*/ 104430 w 787079"/>
                  <a:gd name="connsiteY488" fmla="*/ 500894 h 603999"/>
                  <a:gd name="connsiteX489" fmla="*/ 104430 w 787079"/>
                  <a:gd name="connsiteY489" fmla="*/ 497429 h 603999"/>
                  <a:gd name="connsiteX490" fmla="*/ 104430 w 787079"/>
                  <a:gd name="connsiteY490" fmla="*/ 492215 h 603999"/>
                  <a:gd name="connsiteX491" fmla="*/ 104430 w 787079"/>
                  <a:gd name="connsiteY491" fmla="*/ 488750 h 603999"/>
                  <a:gd name="connsiteX492" fmla="*/ 104430 w 787079"/>
                  <a:gd name="connsiteY492" fmla="*/ 482662 h 603999"/>
                  <a:gd name="connsiteX493" fmla="*/ 107325 w 787079"/>
                  <a:gd name="connsiteY493" fmla="*/ 480206 h 603999"/>
                  <a:gd name="connsiteX494" fmla="*/ 108772 w 787079"/>
                  <a:gd name="connsiteY494" fmla="*/ 482662 h 603999"/>
                  <a:gd name="connsiteX495" fmla="*/ 113719 w 787079"/>
                  <a:gd name="connsiteY495" fmla="*/ 482662 h 603999"/>
                  <a:gd name="connsiteX496" fmla="*/ 115603 w 787079"/>
                  <a:gd name="connsiteY496" fmla="*/ 479634 h 603999"/>
                  <a:gd name="connsiteX497" fmla="*/ 116478 w 787079"/>
                  <a:gd name="connsiteY497" fmla="*/ 476741 h 603999"/>
                  <a:gd name="connsiteX498" fmla="*/ 118060 w 787079"/>
                  <a:gd name="connsiteY498" fmla="*/ 471964 h 603999"/>
                  <a:gd name="connsiteX499" fmla="*/ 124589 w 787079"/>
                  <a:gd name="connsiteY499" fmla="*/ 468499 h 603999"/>
                  <a:gd name="connsiteX500" fmla="*/ 133138 w 787079"/>
                  <a:gd name="connsiteY500" fmla="*/ 468768 h 603999"/>
                  <a:gd name="connsiteX501" fmla="*/ 139094 w 787079"/>
                  <a:gd name="connsiteY501" fmla="*/ 468768 h 603999"/>
                  <a:gd name="connsiteX502" fmla="*/ 144883 w 787079"/>
                  <a:gd name="connsiteY502" fmla="*/ 469273 h 603999"/>
                  <a:gd name="connsiteX503" fmla="*/ 149224 w 787079"/>
                  <a:gd name="connsiteY503" fmla="*/ 467019 h 603999"/>
                  <a:gd name="connsiteX504" fmla="*/ 156898 w 787079"/>
                  <a:gd name="connsiteY504" fmla="*/ 465270 h 603999"/>
                  <a:gd name="connsiteX505" fmla="*/ 160801 w 787079"/>
                  <a:gd name="connsiteY505" fmla="*/ 464260 h 603999"/>
                  <a:gd name="connsiteX506" fmla="*/ 164268 w 787079"/>
                  <a:gd name="connsiteY506" fmla="*/ 463117 h 603999"/>
                  <a:gd name="connsiteX507" fmla="*/ 163561 w 787079"/>
                  <a:gd name="connsiteY507" fmla="*/ 459214 h 603999"/>
                  <a:gd name="connsiteX508" fmla="*/ 163561 w 787079"/>
                  <a:gd name="connsiteY508" fmla="*/ 457903 h 603999"/>
                  <a:gd name="connsiteX509" fmla="*/ 167263 w 787079"/>
                  <a:gd name="connsiteY509" fmla="*/ 457331 h 603999"/>
                  <a:gd name="connsiteX510" fmla="*/ 169787 w 787079"/>
                  <a:gd name="connsiteY510" fmla="*/ 458643 h 603999"/>
                  <a:gd name="connsiteX511" fmla="*/ 170528 w 787079"/>
                  <a:gd name="connsiteY511" fmla="*/ 460964 h 603999"/>
                  <a:gd name="connsiteX512" fmla="*/ 170528 w 787079"/>
                  <a:gd name="connsiteY512" fmla="*/ 465034 h 603999"/>
                  <a:gd name="connsiteX513" fmla="*/ 171470 w 787079"/>
                  <a:gd name="connsiteY513" fmla="*/ 469677 h 603999"/>
                  <a:gd name="connsiteX514" fmla="*/ 175038 w 787079"/>
                  <a:gd name="connsiteY514" fmla="*/ 470686 h 603999"/>
                  <a:gd name="connsiteX515" fmla="*/ 177225 w 787079"/>
                  <a:gd name="connsiteY515" fmla="*/ 466783 h 603999"/>
                  <a:gd name="connsiteX516" fmla="*/ 178235 w 787079"/>
                  <a:gd name="connsiteY516" fmla="*/ 464160 h 603999"/>
                  <a:gd name="connsiteX517" fmla="*/ 181432 w 787079"/>
                  <a:gd name="connsiteY517" fmla="*/ 461838 h 603999"/>
                  <a:gd name="connsiteX518" fmla="*/ 186783 w 787079"/>
                  <a:gd name="connsiteY518" fmla="*/ 460089 h 603999"/>
                  <a:gd name="connsiteX519" fmla="*/ 188398 w 787079"/>
                  <a:gd name="connsiteY519" fmla="*/ 457331 h 603999"/>
                  <a:gd name="connsiteX520" fmla="*/ 189845 w 787079"/>
                  <a:gd name="connsiteY520" fmla="*/ 454135 h 603999"/>
                  <a:gd name="connsiteX521" fmla="*/ 190418 w 787079"/>
                  <a:gd name="connsiteY521" fmla="*/ 452520 h 603999"/>
                  <a:gd name="connsiteX522" fmla="*/ 195197 w 787079"/>
                  <a:gd name="connsiteY522" fmla="*/ 453967 h 603999"/>
                  <a:gd name="connsiteX523" fmla="*/ 200278 w 787079"/>
                  <a:gd name="connsiteY523" fmla="*/ 456423 h 603999"/>
                  <a:gd name="connsiteX524" fmla="*/ 206235 w 787079"/>
                  <a:gd name="connsiteY524" fmla="*/ 460022 h 603999"/>
                  <a:gd name="connsiteX525" fmla="*/ 210005 w 787079"/>
                  <a:gd name="connsiteY525" fmla="*/ 460022 h 603999"/>
                  <a:gd name="connsiteX526" fmla="*/ 217543 w 787079"/>
                  <a:gd name="connsiteY526" fmla="*/ 457196 h 603999"/>
                  <a:gd name="connsiteX527" fmla="*/ 218284 w 787079"/>
                  <a:gd name="connsiteY527" fmla="*/ 453664 h 603999"/>
                  <a:gd name="connsiteX528" fmla="*/ 220740 w 787079"/>
                  <a:gd name="connsiteY528" fmla="*/ 450771 h 603999"/>
                  <a:gd name="connsiteX529" fmla="*/ 223063 w 787079"/>
                  <a:gd name="connsiteY529" fmla="*/ 447575 h 603999"/>
                  <a:gd name="connsiteX530" fmla="*/ 225250 w 787079"/>
                  <a:gd name="connsiteY530" fmla="*/ 444380 h 603999"/>
                  <a:gd name="connsiteX531" fmla="*/ 224947 w 787079"/>
                  <a:gd name="connsiteY531" fmla="*/ 442799 h 603999"/>
                  <a:gd name="connsiteX532" fmla="*/ 223635 w 787079"/>
                  <a:gd name="connsiteY532" fmla="*/ 439165 h 603999"/>
                  <a:gd name="connsiteX533" fmla="*/ 219562 w 787079"/>
                  <a:gd name="connsiteY533" fmla="*/ 434389 h 603999"/>
                  <a:gd name="connsiteX534" fmla="*/ 217543 w 787079"/>
                  <a:gd name="connsiteY534" fmla="*/ 430049 h 603999"/>
                  <a:gd name="connsiteX535" fmla="*/ 220135 w 787079"/>
                  <a:gd name="connsiteY535" fmla="*/ 429747 h 603999"/>
                  <a:gd name="connsiteX536" fmla="*/ 223029 w 787079"/>
                  <a:gd name="connsiteY536" fmla="*/ 429443 h 603999"/>
                  <a:gd name="connsiteX537" fmla="*/ 226664 w 787079"/>
                  <a:gd name="connsiteY537" fmla="*/ 428737 h 603999"/>
                  <a:gd name="connsiteX538" fmla="*/ 228111 w 787079"/>
                  <a:gd name="connsiteY538" fmla="*/ 427156 h 603999"/>
                  <a:gd name="connsiteX539" fmla="*/ 232183 w 787079"/>
                  <a:gd name="connsiteY539" fmla="*/ 426282 h 603999"/>
                  <a:gd name="connsiteX540" fmla="*/ 234774 w 787079"/>
                  <a:gd name="connsiteY540" fmla="*/ 426416 h 603999"/>
                  <a:gd name="connsiteX541" fmla="*/ 236356 w 787079"/>
                  <a:gd name="connsiteY541" fmla="*/ 429006 h 603999"/>
                  <a:gd name="connsiteX542" fmla="*/ 234774 w 787079"/>
                  <a:gd name="connsiteY542" fmla="*/ 432908 h 603999"/>
                  <a:gd name="connsiteX543" fmla="*/ 234337 w 787079"/>
                  <a:gd name="connsiteY543" fmla="*/ 435230 h 603999"/>
                  <a:gd name="connsiteX544" fmla="*/ 234068 w 787079"/>
                  <a:gd name="connsiteY544" fmla="*/ 439435 h 603999"/>
                  <a:gd name="connsiteX545" fmla="*/ 233193 w 787079"/>
                  <a:gd name="connsiteY545" fmla="*/ 441756 h 603999"/>
                  <a:gd name="connsiteX546" fmla="*/ 233193 w 787079"/>
                  <a:gd name="connsiteY546" fmla="*/ 445086 h 603999"/>
                  <a:gd name="connsiteX547" fmla="*/ 234269 w 787079"/>
                  <a:gd name="connsiteY547" fmla="*/ 448988 h 603999"/>
                  <a:gd name="connsiteX548" fmla="*/ 236794 w 787079"/>
                  <a:gd name="connsiteY548" fmla="*/ 451612 h 603999"/>
                  <a:gd name="connsiteX549" fmla="*/ 241000 w 787079"/>
                  <a:gd name="connsiteY549" fmla="*/ 453631 h 603999"/>
                  <a:gd name="connsiteX550" fmla="*/ 245780 w 787079"/>
                  <a:gd name="connsiteY550" fmla="*/ 452756 h 603999"/>
                  <a:gd name="connsiteX551" fmla="*/ 247799 w 787079"/>
                  <a:gd name="connsiteY551" fmla="*/ 448686 h 603999"/>
                  <a:gd name="connsiteX552" fmla="*/ 251265 w 787079"/>
                  <a:gd name="connsiteY552" fmla="*/ 446230 h 603999"/>
                  <a:gd name="connsiteX553" fmla="*/ 251837 w 787079"/>
                  <a:gd name="connsiteY553" fmla="*/ 440578 h 603999"/>
                  <a:gd name="connsiteX554" fmla="*/ 251703 w 787079"/>
                  <a:gd name="connsiteY554" fmla="*/ 434489 h 603999"/>
                  <a:gd name="connsiteX555" fmla="*/ 251130 w 787079"/>
                  <a:gd name="connsiteY555" fmla="*/ 432303 h 603999"/>
                  <a:gd name="connsiteX556" fmla="*/ 247933 w 787079"/>
                  <a:gd name="connsiteY556" fmla="*/ 428266 h 603999"/>
                  <a:gd name="connsiteX557" fmla="*/ 244029 w 787079"/>
                  <a:gd name="connsiteY557" fmla="*/ 422918 h 603999"/>
                  <a:gd name="connsiteX558" fmla="*/ 246049 w 787079"/>
                  <a:gd name="connsiteY558" fmla="*/ 420025 h 603999"/>
                  <a:gd name="connsiteX559" fmla="*/ 249515 w 787079"/>
                  <a:gd name="connsiteY559" fmla="*/ 420159 h 603999"/>
                  <a:gd name="connsiteX560" fmla="*/ 253587 w 787079"/>
                  <a:gd name="connsiteY560" fmla="*/ 420025 h 603999"/>
                  <a:gd name="connsiteX561" fmla="*/ 255035 w 787079"/>
                  <a:gd name="connsiteY561" fmla="*/ 422043 h 603999"/>
                  <a:gd name="connsiteX562" fmla="*/ 262438 w 787079"/>
                  <a:gd name="connsiteY562" fmla="*/ 423355 h 603999"/>
                  <a:gd name="connsiteX563" fmla="*/ 266510 w 787079"/>
                  <a:gd name="connsiteY563" fmla="*/ 420159 h 603999"/>
                  <a:gd name="connsiteX564" fmla="*/ 269270 w 787079"/>
                  <a:gd name="connsiteY564" fmla="*/ 417973 h 603999"/>
                  <a:gd name="connsiteX565" fmla="*/ 273915 w 787079"/>
                  <a:gd name="connsiteY565" fmla="*/ 416829 h 603999"/>
                  <a:gd name="connsiteX566" fmla="*/ 274621 w 787079"/>
                  <a:gd name="connsiteY566" fmla="*/ 419587 h 603999"/>
                  <a:gd name="connsiteX567" fmla="*/ 273040 w 787079"/>
                  <a:gd name="connsiteY567" fmla="*/ 425508 h 603999"/>
                  <a:gd name="connsiteX568" fmla="*/ 271896 w 787079"/>
                  <a:gd name="connsiteY568" fmla="*/ 429410 h 603999"/>
                  <a:gd name="connsiteX569" fmla="*/ 272905 w 787079"/>
                  <a:gd name="connsiteY569" fmla="*/ 432875 h 603999"/>
                  <a:gd name="connsiteX570" fmla="*/ 277549 w 787079"/>
                  <a:gd name="connsiteY570" fmla="*/ 433884 h 603999"/>
                  <a:gd name="connsiteX571" fmla="*/ 283641 w 787079"/>
                  <a:gd name="connsiteY571" fmla="*/ 433884 h 603999"/>
                  <a:gd name="connsiteX572" fmla="*/ 287982 w 787079"/>
                  <a:gd name="connsiteY572" fmla="*/ 432875 h 603999"/>
                  <a:gd name="connsiteX573" fmla="*/ 290877 w 787079"/>
                  <a:gd name="connsiteY573" fmla="*/ 429242 h 603999"/>
                  <a:gd name="connsiteX574" fmla="*/ 293333 w 787079"/>
                  <a:gd name="connsiteY574" fmla="*/ 425037 h 603999"/>
                  <a:gd name="connsiteX575" fmla="*/ 294780 w 787079"/>
                  <a:gd name="connsiteY575" fmla="*/ 423456 h 603999"/>
                  <a:gd name="connsiteX576" fmla="*/ 296228 w 787079"/>
                  <a:gd name="connsiteY576" fmla="*/ 419823 h 603999"/>
                  <a:gd name="connsiteX577" fmla="*/ 296497 w 787079"/>
                  <a:gd name="connsiteY577" fmla="*/ 414777 h 603999"/>
                  <a:gd name="connsiteX578" fmla="*/ 293468 w 787079"/>
                  <a:gd name="connsiteY578" fmla="*/ 409697 h 603999"/>
                  <a:gd name="connsiteX579" fmla="*/ 292761 w 787079"/>
                  <a:gd name="connsiteY579" fmla="*/ 406232 h 603999"/>
                  <a:gd name="connsiteX580" fmla="*/ 289429 w 787079"/>
                  <a:gd name="connsiteY580" fmla="*/ 402902 h 603999"/>
                  <a:gd name="connsiteX581" fmla="*/ 288723 w 787079"/>
                  <a:gd name="connsiteY581" fmla="*/ 397688 h 603999"/>
                  <a:gd name="connsiteX582" fmla="*/ 289598 w 787079"/>
                  <a:gd name="connsiteY582" fmla="*/ 393617 h 603999"/>
                  <a:gd name="connsiteX583" fmla="*/ 294074 w 787079"/>
                  <a:gd name="connsiteY583" fmla="*/ 398259 h 603999"/>
                  <a:gd name="connsiteX584" fmla="*/ 294074 w 787079"/>
                  <a:gd name="connsiteY584" fmla="*/ 401724 h 603999"/>
                  <a:gd name="connsiteX585" fmla="*/ 297103 w 787079"/>
                  <a:gd name="connsiteY585" fmla="*/ 404046 h 603999"/>
                  <a:gd name="connsiteX586" fmla="*/ 300435 w 787079"/>
                  <a:gd name="connsiteY586" fmla="*/ 406064 h 603999"/>
                  <a:gd name="connsiteX587" fmla="*/ 303632 w 787079"/>
                  <a:gd name="connsiteY587" fmla="*/ 408385 h 603999"/>
                  <a:gd name="connsiteX588" fmla="*/ 302319 w 787079"/>
                  <a:gd name="connsiteY588" fmla="*/ 410269 h 603999"/>
                  <a:gd name="connsiteX589" fmla="*/ 300435 w 787079"/>
                  <a:gd name="connsiteY589" fmla="*/ 415046 h 603999"/>
                  <a:gd name="connsiteX590" fmla="*/ 302319 w 787079"/>
                  <a:gd name="connsiteY590" fmla="*/ 420563 h 603999"/>
                  <a:gd name="connsiteX591" fmla="*/ 308848 w 787079"/>
                  <a:gd name="connsiteY591" fmla="*/ 425071 h 603999"/>
                  <a:gd name="connsiteX592" fmla="*/ 314939 w 787079"/>
                  <a:gd name="connsiteY592" fmla="*/ 424330 h 603999"/>
                  <a:gd name="connsiteX593" fmla="*/ 319146 w 787079"/>
                  <a:gd name="connsiteY593" fmla="*/ 420697 h 603999"/>
                  <a:gd name="connsiteX594" fmla="*/ 324094 w 787079"/>
                  <a:gd name="connsiteY594" fmla="*/ 417502 h 603999"/>
                  <a:gd name="connsiteX595" fmla="*/ 326988 w 787079"/>
                  <a:gd name="connsiteY595" fmla="*/ 414609 h 603999"/>
                  <a:gd name="connsiteX596" fmla="*/ 329007 w 787079"/>
                  <a:gd name="connsiteY596" fmla="*/ 410841 h 603999"/>
                  <a:gd name="connsiteX597" fmla="*/ 330454 w 787079"/>
                  <a:gd name="connsiteY597" fmla="*/ 406064 h 603999"/>
                  <a:gd name="connsiteX598" fmla="*/ 332204 w 787079"/>
                  <a:gd name="connsiteY598" fmla="*/ 401287 h 603999"/>
                  <a:gd name="connsiteX599" fmla="*/ 334527 w 787079"/>
                  <a:gd name="connsiteY599" fmla="*/ 397957 h 603999"/>
                  <a:gd name="connsiteX600" fmla="*/ 336411 w 787079"/>
                  <a:gd name="connsiteY600" fmla="*/ 397385 h 603999"/>
                  <a:gd name="connsiteX601" fmla="*/ 341190 w 787079"/>
                  <a:gd name="connsiteY601" fmla="*/ 402464 h 603999"/>
                  <a:gd name="connsiteX602" fmla="*/ 341190 w 787079"/>
                  <a:gd name="connsiteY602" fmla="*/ 407813 h 603999"/>
                  <a:gd name="connsiteX603" fmla="*/ 341930 w 787079"/>
                  <a:gd name="connsiteY603" fmla="*/ 411715 h 603999"/>
                  <a:gd name="connsiteX604" fmla="*/ 348291 w 787079"/>
                  <a:gd name="connsiteY604" fmla="*/ 416055 h 603999"/>
                  <a:gd name="connsiteX605" fmla="*/ 353373 w 787079"/>
                  <a:gd name="connsiteY605" fmla="*/ 415315 h 603999"/>
                  <a:gd name="connsiteX606" fmla="*/ 360474 w 787079"/>
                  <a:gd name="connsiteY606" fmla="*/ 416055 h 603999"/>
                  <a:gd name="connsiteX607" fmla="*/ 362662 w 787079"/>
                  <a:gd name="connsiteY607" fmla="*/ 415315 h 603999"/>
                  <a:gd name="connsiteX608" fmla="*/ 364412 w 787079"/>
                  <a:gd name="connsiteY608" fmla="*/ 412859 h 603999"/>
                  <a:gd name="connsiteX609" fmla="*/ 360508 w 787079"/>
                  <a:gd name="connsiteY609" fmla="*/ 410101 h 603999"/>
                  <a:gd name="connsiteX610" fmla="*/ 361383 w 787079"/>
                  <a:gd name="connsiteY610" fmla="*/ 406905 h 603999"/>
                  <a:gd name="connsiteX611" fmla="*/ 363133 w 787079"/>
                  <a:gd name="connsiteY611" fmla="*/ 403272 h 603999"/>
                  <a:gd name="connsiteX612" fmla="*/ 364446 w 787079"/>
                  <a:gd name="connsiteY612" fmla="*/ 402128 h 603999"/>
                  <a:gd name="connsiteX613" fmla="*/ 366330 w 787079"/>
                  <a:gd name="connsiteY613" fmla="*/ 402868 h 603999"/>
                  <a:gd name="connsiteX614" fmla="*/ 367912 w 787079"/>
                  <a:gd name="connsiteY614" fmla="*/ 405055 h 603999"/>
                  <a:gd name="connsiteX615" fmla="*/ 373297 w 787079"/>
                  <a:gd name="connsiteY615" fmla="*/ 405055 h 603999"/>
                  <a:gd name="connsiteX616" fmla="*/ 374744 w 787079"/>
                  <a:gd name="connsiteY616" fmla="*/ 405055 h 603999"/>
                  <a:gd name="connsiteX617" fmla="*/ 377806 w 787079"/>
                  <a:gd name="connsiteY617" fmla="*/ 401590 h 603999"/>
                  <a:gd name="connsiteX618" fmla="*/ 381576 w 787079"/>
                  <a:gd name="connsiteY618" fmla="*/ 398529 h 603999"/>
                  <a:gd name="connsiteX619" fmla="*/ 382888 w 787079"/>
                  <a:gd name="connsiteY619" fmla="*/ 393752 h 603999"/>
                  <a:gd name="connsiteX620" fmla="*/ 386523 w 787079"/>
                  <a:gd name="connsiteY620" fmla="*/ 390556 h 603999"/>
                  <a:gd name="connsiteX621" fmla="*/ 388980 w 787079"/>
                  <a:gd name="connsiteY621" fmla="*/ 387798 h 603999"/>
                  <a:gd name="connsiteX622" fmla="*/ 391436 w 787079"/>
                  <a:gd name="connsiteY622" fmla="*/ 384165 h 603999"/>
                  <a:gd name="connsiteX623" fmla="*/ 393321 w 787079"/>
                  <a:gd name="connsiteY623" fmla="*/ 380700 h 603999"/>
                  <a:gd name="connsiteX624" fmla="*/ 394903 w 787079"/>
                  <a:gd name="connsiteY624" fmla="*/ 378076 h 603999"/>
                  <a:gd name="connsiteX625" fmla="*/ 394465 w 787079"/>
                  <a:gd name="connsiteY625" fmla="*/ 373433 h 603999"/>
                  <a:gd name="connsiteX626" fmla="*/ 394331 w 787079"/>
                  <a:gd name="connsiteY626" fmla="*/ 370238 h 603999"/>
                  <a:gd name="connsiteX627" fmla="*/ 391706 w 787079"/>
                  <a:gd name="connsiteY627" fmla="*/ 366168 h 603999"/>
                  <a:gd name="connsiteX628" fmla="*/ 390696 w 787079"/>
                  <a:gd name="connsiteY628" fmla="*/ 361256 h 603999"/>
                  <a:gd name="connsiteX629" fmla="*/ 396922 w 787079"/>
                  <a:gd name="connsiteY629" fmla="*/ 363140 h 603999"/>
                  <a:gd name="connsiteX630" fmla="*/ 395913 w 787079"/>
                  <a:gd name="connsiteY630" fmla="*/ 366033 h 603999"/>
                  <a:gd name="connsiteX631" fmla="*/ 399110 w 787079"/>
                  <a:gd name="connsiteY631" fmla="*/ 368926 h 603999"/>
                  <a:gd name="connsiteX632" fmla="*/ 401566 w 787079"/>
                  <a:gd name="connsiteY632" fmla="*/ 370810 h 603999"/>
                  <a:gd name="connsiteX633" fmla="*/ 403451 w 787079"/>
                  <a:gd name="connsiteY633" fmla="*/ 375015 h 603999"/>
                  <a:gd name="connsiteX634" fmla="*/ 407523 w 787079"/>
                  <a:gd name="connsiteY634" fmla="*/ 379522 h 603999"/>
                  <a:gd name="connsiteX635" fmla="*/ 407086 w 787079"/>
                  <a:gd name="connsiteY635" fmla="*/ 381978 h 603999"/>
                  <a:gd name="connsiteX636" fmla="*/ 409846 w 787079"/>
                  <a:gd name="connsiteY636" fmla="*/ 385174 h 603999"/>
                  <a:gd name="connsiteX637" fmla="*/ 414759 w 787079"/>
                  <a:gd name="connsiteY637" fmla="*/ 385174 h 603999"/>
                  <a:gd name="connsiteX638" fmla="*/ 418831 w 787079"/>
                  <a:gd name="connsiteY638" fmla="*/ 383223 h 603999"/>
                  <a:gd name="connsiteX639" fmla="*/ 420851 w 787079"/>
                  <a:gd name="connsiteY639" fmla="*/ 380969 h 603999"/>
                  <a:gd name="connsiteX640" fmla="*/ 419976 w 787079"/>
                  <a:gd name="connsiteY640" fmla="*/ 377773 h 603999"/>
                  <a:gd name="connsiteX641" fmla="*/ 417788 w 787079"/>
                  <a:gd name="connsiteY641" fmla="*/ 375015 h 603999"/>
                  <a:gd name="connsiteX642" fmla="*/ 417519 w 787079"/>
                  <a:gd name="connsiteY642" fmla="*/ 372828 h 603999"/>
                  <a:gd name="connsiteX643" fmla="*/ 421153 w 787079"/>
                  <a:gd name="connsiteY643" fmla="*/ 370810 h 603999"/>
                  <a:gd name="connsiteX644" fmla="*/ 421423 w 787079"/>
                  <a:gd name="connsiteY644" fmla="*/ 367345 h 603999"/>
                  <a:gd name="connsiteX645" fmla="*/ 421557 w 787079"/>
                  <a:gd name="connsiteY645" fmla="*/ 361122 h 603999"/>
                  <a:gd name="connsiteX646" fmla="*/ 420380 w 787079"/>
                  <a:gd name="connsiteY646" fmla="*/ 351265 h 603999"/>
                  <a:gd name="connsiteX647" fmla="*/ 420817 w 787079"/>
                  <a:gd name="connsiteY647" fmla="*/ 347060 h 603999"/>
                  <a:gd name="connsiteX648" fmla="*/ 418797 w 787079"/>
                  <a:gd name="connsiteY648" fmla="*/ 343595 h 603999"/>
                  <a:gd name="connsiteX649" fmla="*/ 415600 w 787079"/>
                  <a:gd name="connsiteY649" fmla="*/ 340131 h 603999"/>
                  <a:gd name="connsiteX650" fmla="*/ 415028 w 787079"/>
                  <a:gd name="connsiteY650" fmla="*/ 335354 h 603999"/>
                  <a:gd name="connsiteX651" fmla="*/ 415466 w 787079"/>
                  <a:gd name="connsiteY651" fmla="*/ 330711 h 603999"/>
                  <a:gd name="connsiteX652" fmla="*/ 414322 w 787079"/>
                  <a:gd name="connsiteY652" fmla="*/ 326944 h 603999"/>
                  <a:gd name="connsiteX653" fmla="*/ 410687 w 787079"/>
                  <a:gd name="connsiteY653" fmla="*/ 324488 h 603999"/>
                  <a:gd name="connsiteX654" fmla="*/ 404730 w 787079"/>
                  <a:gd name="connsiteY654" fmla="*/ 320586 h 603999"/>
                  <a:gd name="connsiteX655" fmla="*/ 401836 w 787079"/>
                  <a:gd name="connsiteY655" fmla="*/ 316515 h 603999"/>
                  <a:gd name="connsiteX656" fmla="*/ 400220 w 787079"/>
                  <a:gd name="connsiteY656" fmla="*/ 313050 h 603999"/>
                  <a:gd name="connsiteX657" fmla="*/ 400220 w 787079"/>
                  <a:gd name="connsiteY657" fmla="*/ 311301 h 603999"/>
                  <a:gd name="connsiteX658" fmla="*/ 405235 w 787079"/>
                  <a:gd name="connsiteY658" fmla="*/ 315069 h 603999"/>
                  <a:gd name="connsiteX659" fmla="*/ 410519 w 787079"/>
                  <a:gd name="connsiteY659" fmla="*/ 317087 h 603999"/>
                  <a:gd name="connsiteX660" fmla="*/ 413548 w 787079"/>
                  <a:gd name="connsiteY660" fmla="*/ 318836 h 603999"/>
                  <a:gd name="connsiteX661" fmla="*/ 417317 w 787079"/>
                  <a:gd name="connsiteY661" fmla="*/ 318971 h 603999"/>
                  <a:gd name="connsiteX662" fmla="*/ 419067 w 787079"/>
                  <a:gd name="connsiteY662" fmla="*/ 317524 h 603999"/>
                  <a:gd name="connsiteX663" fmla="*/ 419336 w 787079"/>
                  <a:gd name="connsiteY663" fmla="*/ 313050 h 603999"/>
                  <a:gd name="connsiteX664" fmla="*/ 419336 w 787079"/>
                  <a:gd name="connsiteY664" fmla="*/ 307265 h 603999"/>
                  <a:gd name="connsiteX665" fmla="*/ 416879 w 787079"/>
                  <a:gd name="connsiteY665" fmla="*/ 303934 h 603999"/>
                  <a:gd name="connsiteX666" fmla="*/ 412538 w 787079"/>
                  <a:gd name="connsiteY666" fmla="*/ 300604 h 603999"/>
                  <a:gd name="connsiteX667" fmla="*/ 408197 w 787079"/>
                  <a:gd name="connsiteY667" fmla="*/ 295962 h 603999"/>
                  <a:gd name="connsiteX668" fmla="*/ 403720 w 787079"/>
                  <a:gd name="connsiteY668" fmla="*/ 290445 h 603999"/>
                  <a:gd name="connsiteX669" fmla="*/ 403720 w 787079"/>
                  <a:gd name="connsiteY669" fmla="*/ 286980 h 603999"/>
                  <a:gd name="connsiteX670" fmla="*/ 403720 w 787079"/>
                  <a:gd name="connsiteY670" fmla="*/ 281765 h 603999"/>
                  <a:gd name="connsiteX671" fmla="*/ 405672 w 787079"/>
                  <a:gd name="connsiteY671" fmla="*/ 280622 h 603999"/>
                  <a:gd name="connsiteX672" fmla="*/ 410687 w 787079"/>
                  <a:gd name="connsiteY672" fmla="*/ 286408 h 603999"/>
                  <a:gd name="connsiteX673" fmla="*/ 413009 w 787079"/>
                  <a:gd name="connsiteY673" fmla="*/ 291487 h 603999"/>
                  <a:gd name="connsiteX674" fmla="*/ 417519 w 787079"/>
                  <a:gd name="connsiteY674" fmla="*/ 296702 h 603999"/>
                  <a:gd name="connsiteX675" fmla="*/ 421725 w 787079"/>
                  <a:gd name="connsiteY675" fmla="*/ 301041 h 603999"/>
                  <a:gd name="connsiteX676" fmla="*/ 425360 w 787079"/>
                  <a:gd name="connsiteY676" fmla="*/ 306390 h 603999"/>
                  <a:gd name="connsiteX677" fmla="*/ 426673 w 787079"/>
                  <a:gd name="connsiteY677" fmla="*/ 308139 h 603999"/>
                  <a:gd name="connsiteX678" fmla="*/ 432327 w 787079"/>
                  <a:gd name="connsiteY678" fmla="*/ 309283 h 603999"/>
                  <a:gd name="connsiteX679" fmla="*/ 433774 w 787079"/>
                  <a:gd name="connsiteY679" fmla="*/ 311032 h 603999"/>
                  <a:gd name="connsiteX680" fmla="*/ 436837 w 787079"/>
                  <a:gd name="connsiteY680" fmla="*/ 316818 h 603999"/>
                  <a:gd name="connsiteX681" fmla="*/ 438586 w 787079"/>
                  <a:gd name="connsiteY681" fmla="*/ 321326 h 603999"/>
                  <a:gd name="connsiteX682" fmla="*/ 442188 w 787079"/>
                  <a:gd name="connsiteY682" fmla="*/ 328424 h 603999"/>
                  <a:gd name="connsiteX683" fmla="*/ 443500 w 787079"/>
                  <a:gd name="connsiteY683" fmla="*/ 331317 h 603999"/>
                  <a:gd name="connsiteX684" fmla="*/ 444813 w 787079"/>
                  <a:gd name="connsiteY684" fmla="*/ 334647 h 603999"/>
                  <a:gd name="connsiteX685" fmla="*/ 446866 w 787079"/>
                  <a:gd name="connsiteY685" fmla="*/ 337406 h 603999"/>
                  <a:gd name="connsiteX686" fmla="*/ 449895 w 787079"/>
                  <a:gd name="connsiteY686" fmla="*/ 338280 h 603999"/>
                  <a:gd name="connsiteX687" fmla="*/ 455246 w 787079"/>
                  <a:gd name="connsiteY687" fmla="*/ 338280 h 603999"/>
                  <a:gd name="connsiteX688" fmla="*/ 458005 w 787079"/>
                  <a:gd name="connsiteY688" fmla="*/ 337406 h 603999"/>
                  <a:gd name="connsiteX689" fmla="*/ 462347 w 787079"/>
                  <a:gd name="connsiteY689" fmla="*/ 336397 h 603999"/>
                  <a:gd name="connsiteX690" fmla="*/ 466116 w 787079"/>
                  <a:gd name="connsiteY690" fmla="*/ 335959 h 603999"/>
                  <a:gd name="connsiteX691" fmla="*/ 468135 w 787079"/>
                  <a:gd name="connsiteY691" fmla="*/ 334647 h 603999"/>
                  <a:gd name="connsiteX692" fmla="*/ 470895 w 787079"/>
                  <a:gd name="connsiteY692" fmla="*/ 331451 h 603999"/>
                  <a:gd name="connsiteX693" fmla="*/ 474227 w 787079"/>
                  <a:gd name="connsiteY693" fmla="*/ 329568 h 603999"/>
                  <a:gd name="connsiteX694" fmla="*/ 480453 w 787079"/>
                  <a:gd name="connsiteY694" fmla="*/ 329568 h 603999"/>
                  <a:gd name="connsiteX695" fmla="*/ 484525 w 787079"/>
                  <a:gd name="connsiteY695" fmla="*/ 329332 h 603999"/>
                  <a:gd name="connsiteX696" fmla="*/ 487116 w 787079"/>
                  <a:gd name="connsiteY696" fmla="*/ 329837 h 603999"/>
                  <a:gd name="connsiteX697" fmla="*/ 491761 w 787079"/>
                  <a:gd name="connsiteY697" fmla="*/ 329971 h 603999"/>
                  <a:gd name="connsiteX698" fmla="*/ 493646 w 787079"/>
                  <a:gd name="connsiteY698" fmla="*/ 327213 h 603999"/>
                  <a:gd name="connsiteX699" fmla="*/ 498997 w 787079"/>
                  <a:gd name="connsiteY699" fmla="*/ 326775 h 603999"/>
                  <a:gd name="connsiteX700" fmla="*/ 504650 w 787079"/>
                  <a:gd name="connsiteY700" fmla="*/ 328087 h 603999"/>
                  <a:gd name="connsiteX701" fmla="*/ 508252 w 787079"/>
                  <a:gd name="connsiteY701" fmla="*/ 331855 h 603999"/>
                  <a:gd name="connsiteX702" fmla="*/ 510877 w 787079"/>
                  <a:gd name="connsiteY702" fmla="*/ 334883 h 603999"/>
                  <a:gd name="connsiteX703" fmla="*/ 514646 w 787079"/>
                  <a:gd name="connsiteY703" fmla="*/ 338785 h 603999"/>
                  <a:gd name="connsiteX704" fmla="*/ 519559 w 787079"/>
                  <a:gd name="connsiteY704" fmla="*/ 337036 h 603999"/>
                  <a:gd name="connsiteX705" fmla="*/ 523194 w 787079"/>
                  <a:gd name="connsiteY705" fmla="*/ 335724 h 603999"/>
                  <a:gd name="connsiteX706" fmla="*/ 525819 w 787079"/>
                  <a:gd name="connsiteY706" fmla="*/ 333537 h 603999"/>
                  <a:gd name="connsiteX707" fmla="*/ 525684 w 787079"/>
                  <a:gd name="connsiteY707" fmla="*/ 329769 h 603999"/>
                  <a:gd name="connsiteX708" fmla="*/ 523362 w 787079"/>
                  <a:gd name="connsiteY708" fmla="*/ 325867 h 603999"/>
                  <a:gd name="connsiteX709" fmla="*/ 519458 w 787079"/>
                  <a:gd name="connsiteY709" fmla="*/ 322537 h 603999"/>
                  <a:gd name="connsiteX710" fmla="*/ 515252 w 787079"/>
                  <a:gd name="connsiteY710" fmla="*/ 319341 h 603999"/>
                  <a:gd name="connsiteX711" fmla="*/ 512357 w 787079"/>
                  <a:gd name="connsiteY711" fmla="*/ 313690 h 603999"/>
                  <a:gd name="connsiteX712" fmla="*/ 514511 w 787079"/>
                  <a:gd name="connsiteY712" fmla="*/ 309182 h 603999"/>
                  <a:gd name="connsiteX713" fmla="*/ 517540 w 787079"/>
                  <a:gd name="connsiteY713" fmla="*/ 306995 h 603999"/>
                  <a:gd name="connsiteX714" fmla="*/ 523194 w 787079"/>
                  <a:gd name="connsiteY714" fmla="*/ 305986 h 603999"/>
                  <a:gd name="connsiteX715" fmla="*/ 528983 w 787079"/>
                  <a:gd name="connsiteY715" fmla="*/ 303362 h 603999"/>
                  <a:gd name="connsiteX716" fmla="*/ 532449 w 787079"/>
                  <a:gd name="connsiteY716" fmla="*/ 299729 h 603999"/>
                  <a:gd name="connsiteX717" fmla="*/ 535343 w 787079"/>
                  <a:gd name="connsiteY717" fmla="*/ 296533 h 603999"/>
                  <a:gd name="connsiteX718" fmla="*/ 543454 w 787079"/>
                  <a:gd name="connsiteY718" fmla="*/ 296971 h 603999"/>
                  <a:gd name="connsiteX719" fmla="*/ 544329 w 787079"/>
                  <a:gd name="connsiteY719" fmla="*/ 302488 h 603999"/>
                  <a:gd name="connsiteX720" fmla="*/ 544901 w 787079"/>
                  <a:gd name="connsiteY720" fmla="*/ 306558 h 603999"/>
                  <a:gd name="connsiteX721" fmla="*/ 542142 w 787079"/>
                  <a:gd name="connsiteY721" fmla="*/ 309148 h 603999"/>
                  <a:gd name="connsiteX722" fmla="*/ 538945 w 787079"/>
                  <a:gd name="connsiteY722" fmla="*/ 312781 h 603999"/>
                  <a:gd name="connsiteX723" fmla="*/ 536488 w 787079"/>
                  <a:gd name="connsiteY723" fmla="*/ 316852 h 603999"/>
                  <a:gd name="connsiteX724" fmla="*/ 536488 w 787079"/>
                  <a:gd name="connsiteY724" fmla="*/ 320922 h 603999"/>
                  <a:gd name="connsiteX725" fmla="*/ 539247 w 787079"/>
                  <a:gd name="connsiteY725" fmla="*/ 323546 h 603999"/>
                  <a:gd name="connsiteX726" fmla="*/ 544026 w 787079"/>
                  <a:gd name="connsiteY726" fmla="*/ 325127 h 603999"/>
                  <a:gd name="connsiteX727" fmla="*/ 549108 w 787079"/>
                  <a:gd name="connsiteY727" fmla="*/ 326271 h 603999"/>
                  <a:gd name="connsiteX728" fmla="*/ 553753 w 787079"/>
                  <a:gd name="connsiteY728" fmla="*/ 328289 h 603999"/>
                  <a:gd name="connsiteX729" fmla="*/ 556815 w 787079"/>
                  <a:gd name="connsiteY729" fmla="*/ 326843 h 603999"/>
                  <a:gd name="connsiteX730" fmla="*/ 558969 w 787079"/>
                  <a:gd name="connsiteY730" fmla="*/ 323815 h 603999"/>
                  <a:gd name="connsiteX731" fmla="*/ 558531 w 787079"/>
                  <a:gd name="connsiteY731" fmla="*/ 318601 h 603999"/>
                  <a:gd name="connsiteX732" fmla="*/ 558094 w 787079"/>
                  <a:gd name="connsiteY732" fmla="*/ 316414 h 603999"/>
                  <a:gd name="connsiteX733" fmla="*/ 554628 w 787079"/>
                  <a:gd name="connsiteY733" fmla="*/ 309889 h 603999"/>
                  <a:gd name="connsiteX734" fmla="*/ 552440 w 787079"/>
                  <a:gd name="connsiteY734" fmla="*/ 308139 h 603999"/>
                  <a:gd name="connsiteX735" fmla="*/ 555032 w 787079"/>
                  <a:gd name="connsiteY735" fmla="*/ 304674 h 603999"/>
                  <a:gd name="connsiteX736" fmla="*/ 557185 w 787079"/>
                  <a:gd name="connsiteY736" fmla="*/ 306424 h 603999"/>
                  <a:gd name="connsiteX737" fmla="*/ 560248 w 787079"/>
                  <a:gd name="connsiteY737" fmla="*/ 309889 h 603999"/>
                  <a:gd name="connsiteX738" fmla="*/ 562839 w 787079"/>
                  <a:gd name="connsiteY738" fmla="*/ 312041 h 603999"/>
                  <a:gd name="connsiteX739" fmla="*/ 564589 w 787079"/>
                  <a:gd name="connsiteY739" fmla="*/ 312041 h 603999"/>
                  <a:gd name="connsiteX740" fmla="*/ 567181 w 787079"/>
                  <a:gd name="connsiteY740" fmla="*/ 312041 h 603999"/>
                  <a:gd name="connsiteX741" fmla="*/ 567181 w 787079"/>
                  <a:gd name="connsiteY741" fmla="*/ 307702 h 603999"/>
                  <a:gd name="connsiteX742" fmla="*/ 567181 w 787079"/>
                  <a:gd name="connsiteY742" fmla="*/ 304237 h 603999"/>
                  <a:gd name="connsiteX743" fmla="*/ 567181 w 787079"/>
                  <a:gd name="connsiteY743" fmla="*/ 300772 h 603999"/>
                  <a:gd name="connsiteX744" fmla="*/ 567181 w 787079"/>
                  <a:gd name="connsiteY744" fmla="*/ 298182 h 603999"/>
                  <a:gd name="connsiteX745" fmla="*/ 573474 w 787079"/>
                  <a:gd name="connsiteY745" fmla="*/ 296870 h 603999"/>
                  <a:gd name="connsiteX746" fmla="*/ 579768 w 787079"/>
                  <a:gd name="connsiteY746" fmla="*/ 295995 h 603999"/>
                  <a:gd name="connsiteX747" fmla="*/ 584984 w 787079"/>
                  <a:gd name="connsiteY747" fmla="*/ 292093 h 603999"/>
                  <a:gd name="connsiteX748" fmla="*/ 588450 w 787079"/>
                  <a:gd name="connsiteY748" fmla="*/ 291218 h 603999"/>
                  <a:gd name="connsiteX749" fmla="*/ 593229 w 787079"/>
                  <a:gd name="connsiteY749" fmla="*/ 286879 h 603999"/>
                  <a:gd name="connsiteX750" fmla="*/ 596696 w 787079"/>
                  <a:gd name="connsiteY750" fmla="*/ 288628 h 603999"/>
                  <a:gd name="connsiteX751" fmla="*/ 596696 w 787079"/>
                  <a:gd name="connsiteY751" fmla="*/ 290377 h 603999"/>
                  <a:gd name="connsiteX752" fmla="*/ 593229 w 787079"/>
                  <a:gd name="connsiteY752" fmla="*/ 292127 h 603999"/>
                  <a:gd name="connsiteX753" fmla="*/ 593229 w 787079"/>
                  <a:gd name="connsiteY753" fmla="*/ 293876 h 603999"/>
                  <a:gd name="connsiteX754" fmla="*/ 593229 w 787079"/>
                  <a:gd name="connsiteY754" fmla="*/ 299090 h 603999"/>
                  <a:gd name="connsiteX755" fmla="*/ 595619 w 787079"/>
                  <a:gd name="connsiteY755" fmla="*/ 305179 h 603999"/>
                  <a:gd name="connsiteX756" fmla="*/ 602350 w 787079"/>
                  <a:gd name="connsiteY756" fmla="*/ 306491 h 603999"/>
                  <a:gd name="connsiteX757" fmla="*/ 609316 w 787079"/>
                  <a:gd name="connsiteY757" fmla="*/ 307668 h 603999"/>
                  <a:gd name="connsiteX758" fmla="*/ 616720 w 787079"/>
                  <a:gd name="connsiteY758" fmla="*/ 310393 h 603999"/>
                  <a:gd name="connsiteX759" fmla="*/ 625403 w 787079"/>
                  <a:gd name="connsiteY759" fmla="*/ 310393 h 603999"/>
                  <a:gd name="connsiteX760" fmla="*/ 630182 w 787079"/>
                  <a:gd name="connsiteY760" fmla="*/ 307769 h 603999"/>
                  <a:gd name="connsiteX761" fmla="*/ 628432 w 787079"/>
                  <a:gd name="connsiteY761" fmla="*/ 299931 h 603999"/>
                  <a:gd name="connsiteX762" fmla="*/ 626682 w 787079"/>
                  <a:gd name="connsiteY762" fmla="*/ 297744 h 603999"/>
                  <a:gd name="connsiteX763" fmla="*/ 621903 w 787079"/>
                  <a:gd name="connsiteY763" fmla="*/ 292093 h 603999"/>
                  <a:gd name="connsiteX764" fmla="*/ 617562 w 787079"/>
                  <a:gd name="connsiteY764" fmla="*/ 288628 h 603999"/>
                  <a:gd name="connsiteX765" fmla="*/ 617562 w 787079"/>
                  <a:gd name="connsiteY765" fmla="*/ 284288 h 603999"/>
                  <a:gd name="connsiteX766" fmla="*/ 621466 w 787079"/>
                  <a:gd name="connsiteY766" fmla="*/ 282977 h 603999"/>
                  <a:gd name="connsiteX767" fmla="*/ 628869 w 787079"/>
                  <a:gd name="connsiteY767" fmla="*/ 284726 h 603999"/>
                  <a:gd name="connsiteX768" fmla="*/ 631057 w 787079"/>
                  <a:gd name="connsiteY768" fmla="*/ 282539 h 603999"/>
                  <a:gd name="connsiteX769" fmla="*/ 633649 w 787079"/>
                  <a:gd name="connsiteY769" fmla="*/ 277762 h 603999"/>
                  <a:gd name="connsiteX770" fmla="*/ 636711 w 787079"/>
                  <a:gd name="connsiteY770" fmla="*/ 278200 h 603999"/>
                  <a:gd name="connsiteX771" fmla="*/ 636711 w 787079"/>
                  <a:gd name="connsiteY771" fmla="*/ 281665 h 603999"/>
                  <a:gd name="connsiteX772" fmla="*/ 636711 w 787079"/>
                  <a:gd name="connsiteY772" fmla="*/ 287316 h 603999"/>
                  <a:gd name="connsiteX773" fmla="*/ 643240 w 787079"/>
                  <a:gd name="connsiteY773" fmla="*/ 293842 h 603999"/>
                  <a:gd name="connsiteX774" fmla="*/ 650610 w 787079"/>
                  <a:gd name="connsiteY774" fmla="*/ 299931 h 603999"/>
                  <a:gd name="connsiteX775" fmla="*/ 659327 w 787079"/>
                  <a:gd name="connsiteY775" fmla="*/ 294280 h 603999"/>
                  <a:gd name="connsiteX776" fmla="*/ 665418 w 787079"/>
                  <a:gd name="connsiteY776" fmla="*/ 289940 h 603999"/>
                  <a:gd name="connsiteX777" fmla="*/ 671072 w 787079"/>
                  <a:gd name="connsiteY777" fmla="*/ 286038 h 603999"/>
                  <a:gd name="connsiteX778" fmla="*/ 673260 w 787079"/>
                  <a:gd name="connsiteY778" fmla="*/ 283447 h 603999"/>
                  <a:gd name="connsiteX779" fmla="*/ 673260 w 787079"/>
                  <a:gd name="connsiteY779" fmla="*/ 279983 h 603999"/>
                  <a:gd name="connsiteX780" fmla="*/ 673260 w 787079"/>
                  <a:gd name="connsiteY780" fmla="*/ 274399 h 603999"/>
                  <a:gd name="connsiteX781" fmla="*/ 678476 w 787079"/>
                  <a:gd name="connsiteY781" fmla="*/ 276585 h 603999"/>
                  <a:gd name="connsiteX782" fmla="*/ 678476 w 787079"/>
                  <a:gd name="connsiteY782" fmla="*/ 282674 h 603999"/>
                  <a:gd name="connsiteX783" fmla="*/ 683491 w 787079"/>
                  <a:gd name="connsiteY783" fmla="*/ 286139 h 603999"/>
                  <a:gd name="connsiteX784" fmla="*/ 688943 w 787079"/>
                  <a:gd name="connsiteY784" fmla="*/ 282674 h 603999"/>
                  <a:gd name="connsiteX785" fmla="*/ 694159 w 787079"/>
                  <a:gd name="connsiteY785" fmla="*/ 276148 h 603999"/>
                  <a:gd name="connsiteX786" fmla="*/ 698501 w 787079"/>
                  <a:gd name="connsiteY786" fmla="*/ 270496 h 603999"/>
                  <a:gd name="connsiteX787" fmla="*/ 700251 w 787079"/>
                  <a:gd name="connsiteY787" fmla="*/ 270496 h 603999"/>
                  <a:gd name="connsiteX788" fmla="*/ 710684 w 787079"/>
                  <a:gd name="connsiteY788" fmla="*/ 268747 h 603999"/>
                  <a:gd name="connsiteX789" fmla="*/ 720242 w 787079"/>
                  <a:gd name="connsiteY789" fmla="*/ 268747 h 603999"/>
                  <a:gd name="connsiteX790" fmla="*/ 727208 w 787079"/>
                  <a:gd name="connsiteY790" fmla="*/ 262658 h 603999"/>
                  <a:gd name="connsiteX791" fmla="*/ 727208 w 787079"/>
                  <a:gd name="connsiteY791" fmla="*/ 257444 h 603999"/>
                  <a:gd name="connsiteX792" fmla="*/ 727208 w 787079"/>
                  <a:gd name="connsiteY792" fmla="*/ 246578 h 603999"/>
                  <a:gd name="connsiteX793" fmla="*/ 733300 w 787079"/>
                  <a:gd name="connsiteY793" fmla="*/ 240927 h 603999"/>
                  <a:gd name="connsiteX794" fmla="*/ 744170 w 787079"/>
                  <a:gd name="connsiteY794" fmla="*/ 240927 h 603999"/>
                  <a:gd name="connsiteX795" fmla="*/ 751574 w 787079"/>
                  <a:gd name="connsiteY795" fmla="*/ 237900 h 603999"/>
                  <a:gd name="connsiteX796" fmla="*/ 748949 w 787079"/>
                  <a:gd name="connsiteY796" fmla="*/ 232248 h 603999"/>
                  <a:gd name="connsiteX797" fmla="*/ 745920 w 787079"/>
                  <a:gd name="connsiteY797" fmla="*/ 232248 h 603999"/>
                  <a:gd name="connsiteX798" fmla="*/ 745483 w 787079"/>
                  <a:gd name="connsiteY798" fmla="*/ 225722 h 603999"/>
                  <a:gd name="connsiteX799" fmla="*/ 740704 w 787079"/>
                  <a:gd name="connsiteY799" fmla="*/ 222257 h 603999"/>
                  <a:gd name="connsiteX800" fmla="*/ 748545 w 787079"/>
                  <a:gd name="connsiteY800" fmla="*/ 217480 h 603999"/>
                  <a:gd name="connsiteX801" fmla="*/ 750699 w 787079"/>
                  <a:gd name="connsiteY801" fmla="*/ 225318 h 603999"/>
                  <a:gd name="connsiteX802" fmla="*/ 756791 w 787079"/>
                  <a:gd name="connsiteY802" fmla="*/ 225318 h 603999"/>
                  <a:gd name="connsiteX803" fmla="*/ 756791 w 787079"/>
                  <a:gd name="connsiteY803" fmla="*/ 218355 h 603999"/>
                  <a:gd name="connsiteX804" fmla="*/ 764598 w 787079"/>
                  <a:gd name="connsiteY804" fmla="*/ 218355 h 603999"/>
                  <a:gd name="connsiteX805" fmla="*/ 767190 w 787079"/>
                  <a:gd name="connsiteY805" fmla="*/ 212266 h 603999"/>
                  <a:gd name="connsiteX806" fmla="*/ 767190 w 787079"/>
                  <a:gd name="connsiteY806" fmla="*/ 205303 h 603999"/>
                  <a:gd name="connsiteX807" fmla="*/ 767190 w 787079"/>
                  <a:gd name="connsiteY807" fmla="*/ 200963 h 603999"/>
                  <a:gd name="connsiteX808" fmla="*/ 769815 w 787079"/>
                  <a:gd name="connsiteY808" fmla="*/ 195749 h 603999"/>
                  <a:gd name="connsiteX809" fmla="*/ 776781 w 787079"/>
                  <a:gd name="connsiteY809" fmla="*/ 195749 h 603999"/>
                  <a:gd name="connsiteX810" fmla="*/ 784623 w 787079"/>
                  <a:gd name="connsiteY810" fmla="*/ 195749 h 603999"/>
                  <a:gd name="connsiteX811" fmla="*/ 784623 w 787079"/>
                  <a:gd name="connsiteY811" fmla="*/ 193159 h 603999"/>
                  <a:gd name="connsiteX812" fmla="*/ 787080 w 787079"/>
                  <a:gd name="connsiteY812" fmla="*/ 188987 h 603999"/>
                  <a:gd name="connsiteX813" fmla="*/ 780147 w 787079"/>
                  <a:gd name="connsiteY813" fmla="*/ 183168 h 60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Lst>
                <a:rect l="l" t="t" r="r" b="b"/>
                <a:pathLst>
                  <a:path w="787079" h="603999">
                    <a:moveTo>
                      <a:pt x="780147" y="183168"/>
                    </a:moveTo>
                    <a:lnTo>
                      <a:pt x="776007" y="177954"/>
                    </a:lnTo>
                    <a:cubicBezTo>
                      <a:pt x="776007" y="177954"/>
                      <a:pt x="773416" y="170990"/>
                      <a:pt x="773416" y="170116"/>
                    </a:cubicBezTo>
                    <a:cubicBezTo>
                      <a:pt x="773416" y="169241"/>
                      <a:pt x="771901" y="162513"/>
                      <a:pt x="771901" y="162513"/>
                    </a:cubicBezTo>
                    <a:lnTo>
                      <a:pt x="769276" y="156222"/>
                    </a:lnTo>
                    <a:cubicBezTo>
                      <a:pt x="769276" y="156222"/>
                      <a:pt x="770252" y="152085"/>
                      <a:pt x="769613" y="151210"/>
                    </a:cubicBezTo>
                    <a:cubicBezTo>
                      <a:pt x="768974" y="150336"/>
                      <a:pt x="766685" y="143170"/>
                      <a:pt x="766685" y="143170"/>
                    </a:cubicBezTo>
                    <a:lnTo>
                      <a:pt x="766685" y="137519"/>
                    </a:lnTo>
                    <a:lnTo>
                      <a:pt x="766685" y="132305"/>
                    </a:lnTo>
                    <a:lnTo>
                      <a:pt x="764935" y="124467"/>
                    </a:lnTo>
                    <a:cubicBezTo>
                      <a:pt x="764935" y="124467"/>
                      <a:pt x="761233" y="120329"/>
                      <a:pt x="761031" y="119690"/>
                    </a:cubicBezTo>
                    <a:cubicBezTo>
                      <a:pt x="760795" y="119051"/>
                      <a:pt x="759079" y="117301"/>
                      <a:pt x="759079" y="115989"/>
                    </a:cubicBezTo>
                    <a:cubicBezTo>
                      <a:pt x="759079" y="114678"/>
                      <a:pt x="755175" y="107748"/>
                      <a:pt x="755175" y="107748"/>
                    </a:cubicBezTo>
                    <a:lnTo>
                      <a:pt x="749319" y="99069"/>
                    </a:lnTo>
                    <a:lnTo>
                      <a:pt x="742353" y="93855"/>
                    </a:lnTo>
                    <a:lnTo>
                      <a:pt x="742353" y="85377"/>
                    </a:lnTo>
                    <a:lnTo>
                      <a:pt x="747569" y="80163"/>
                    </a:lnTo>
                    <a:lnTo>
                      <a:pt x="747569" y="74949"/>
                    </a:lnTo>
                    <a:lnTo>
                      <a:pt x="747132" y="72123"/>
                    </a:lnTo>
                    <a:lnTo>
                      <a:pt x="742353" y="69735"/>
                    </a:lnTo>
                    <a:lnTo>
                      <a:pt x="739088" y="73637"/>
                    </a:lnTo>
                    <a:lnTo>
                      <a:pt x="733434" y="77977"/>
                    </a:lnTo>
                    <a:lnTo>
                      <a:pt x="728420" y="82316"/>
                    </a:lnTo>
                    <a:lnTo>
                      <a:pt x="722126" y="85344"/>
                    </a:lnTo>
                    <a:cubicBezTo>
                      <a:pt x="722126" y="85344"/>
                      <a:pt x="719098" y="82720"/>
                      <a:pt x="718424" y="82316"/>
                    </a:cubicBezTo>
                    <a:cubicBezTo>
                      <a:pt x="717785" y="81879"/>
                      <a:pt x="712131" y="77539"/>
                      <a:pt x="712131" y="77539"/>
                    </a:cubicBezTo>
                    <a:cubicBezTo>
                      <a:pt x="712131" y="77539"/>
                      <a:pt x="709742" y="72123"/>
                      <a:pt x="708866" y="72123"/>
                    </a:cubicBezTo>
                    <a:cubicBezTo>
                      <a:pt x="707991" y="72123"/>
                      <a:pt x="704525" y="67347"/>
                      <a:pt x="704525" y="67347"/>
                    </a:cubicBezTo>
                    <a:cubicBezTo>
                      <a:pt x="704525" y="67347"/>
                      <a:pt x="705165" y="64521"/>
                      <a:pt x="704525" y="63882"/>
                    </a:cubicBezTo>
                    <a:cubicBezTo>
                      <a:pt x="703886" y="63242"/>
                      <a:pt x="696280" y="61695"/>
                      <a:pt x="696280" y="61695"/>
                    </a:cubicBezTo>
                    <a:lnTo>
                      <a:pt x="689111" y="63646"/>
                    </a:lnTo>
                    <a:lnTo>
                      <a:pt x="683222" y="66472"/>
                    </a:lnTo>
                    <a:lnTo>
                      <a:pt x="674943" y="66035"/>
                    </a:lnTo>
                    <a:lnTo>
                      <a:pt x="663870" y="61258"/>
                    </a:lnTo>
                    <a:lnTo>
                      <a:pt x="652125" y="54294"/>
                    </a:lnTo>
                    <a:lnTo>
                      <a:pt x="648288" y="56986"/>
                    </a:lnTo>
                    <a:cubicBezTo>
                      <a:pt x="648288" y="56986"/>
                      <a:pt x="646841" y="59172"/>
                      <a:pt x="646403" y="59307"/>
                    </a:cubicBezTo>
                    <a:cubicBezTo>
                      <a:pt x="645966" y="59441"/>
                      <a:pt x="643206" y="61493"/>
                      <a:pt x="643206" y="61493"/>
                    </a:cubicBezTo>
                    <a:lnTo>
                      <a:pt x="641894" y="63680"/>
                    </a:lnTo>
                    <a:lnTo>
                      <a:pt x="637990" y="66136"/>
                    </a:lnTo>
                    <a:cubicBezTo>
                      <a:pt x="637990" y="66136"/>
                      <a:pt x="635971" y="68759"/>
                      <a:pt x="635668" y="69163"/>
                    </a:cubicBezTo>
                    <a:cubicBezTo>
                      <a:pt x="635365" y="69600"/>
                      <a:pt x="634355" y="73368"/>
                      <a:pt x="634220" y="74512"/>
                    </a:cubicBezTo>
                    <a:cubicBezTo>
                      <a:pt x="634086" y="75656"/>
                      <a:pt x="635803" y="76833"/>
                      <a:pt x="637283" y="78414"/>
                    </a:cubicBezTo>
                    <a:cubicBezTo>
                      <a:pt x="638730" y="79995"/>
                      <a:pt x="639033" y="81038"/>
                      <a:pt x="639033" y="81038"/>
                    </a:cubicBezTo>
                    <a:lnTo>
                      <a:pt x="643812" y="86252"/>
                    </a:lnTo>
                    <a:cubicBezTo>
                      <a:pt x="643812" y="86252"/>
                      <a:pt x="644250" y="90592"/>
                      <a:pt x="644250" y="91466"/>
                    </a:cubicBezTo>
                    <a:cubicBezTo>
                      <a:pt x="644250" y="92341"/>
                      <a:pt x="644250" y="93787"/>
                      <a:pt x="643947" y="94494"/>
                    </a:cubicBezTo>
                    <a:cubicBezTo>
                      <a:pt x="643644" y="95234"/>
                      <a:pt x="642365" y="98833"/>
                      <a:pt x="642365" y="98833"/>
                    </a:cubicBezTo>
                    <a:lnTo>
                      <a:pt x="639471" y="100280"/>
                    </a:lnTo>
                    <a:cubicBezTo>
                      <a:pt x="639471" y="100280"/>
                      <a:pt x="636846" y="100414"/>
                      <a:pt x="635701" y="99405"/>
                    </a:cubicBezTo>
                    <a:cubicBezTo>
                      <a:pt x="634557" y="98396"/>
                      <a:pt x="631360" y="97387"/>
                      <a:pt x="630788" y="97387"/>
                    </a:cubicBezTo>
                    <a:cubicBezTo>
                      <a:pt x="630216" y="97387"/>
                      <a:pt x="628028" y="96680"/>
                      <a:pt x="627456" y="96378"/>
                    </a:cubicBezTo>
                    <a:cubicBezTo>
                      <a:pt x="626884" y="96075"/>
                      <a:pt x="623821" y="94191"/>
                      <a:pt x="623821" y="94191"/>
                    </a:cubicBezTo>
                    <a:cubicBezTo>
                      <a:pt x="623821" y="94191"/>
                      <a:pt x="621196" y="92173"/>
                      <a:pt x="620927" y="91433"/>
                    </a:cubicBezTo>
                    <a:cubicBezTo>
                      <a:pt x="620624" y="90726"/>
                      <a:pt x="614970" y="85041"/>
                      <a:pt x="614970" y="85041"/>
                    </a:cubicBezTo>
                    <a:lnTo>
                      <a:pt x="608879" y="79692"/>
                    </a:lnTo>
                    <a:lnTo>
                      <a:pt x="604100" y="75790"/>
                    </a:lnTo>
                    <a:lnTo>
                      <a:pt x="598883" y="75790"/>
                    </a:lnTo>
                    <a:lnTo>
                      <a:pt x="597571" y="76867"/>
                    </a:lnTo>
                    <a:lnTo>
                      <a:pt x="591479" y="79558"/>
                    </a:lnTo>
                    <a:cubicBezTo>
                      <a:pt x="591479" y="79558"/>
                      <a:pt x="590167" y="81744"/>
                      <a:pt x="589157" y="81879"/>
                    </a:cubicBezTo>
                    <a:cubicBezTo>
                      <a:pt x="588148" y="82013"/>
                      <a:pt x="585825" y="83763"/>
                      <a:pt x="584681" y="83897"/>
                    </a:cubicBezTo>
                    <a:cubicBezTo>
                      <a:pt x="583537" y="84032"/>
                      <a:pt x="583368" y="84335"/>
                      <a:pt x="581181" y="84032"/>
                    </a:cubicBezTo>
                    <a:cubicBezTo>
                      <a:pt x="579027" y="83729"/>
                      <a:pt x="578724" y="83897"/>
                      <a:pt x="577411" y="83897"/>
                    </a:cubicBezTo>
                    <a:cubicBezTo>
                      <a:pt x="576099" y="83897"/>
                      <a:pt x="573642" y="84200"/>
                      <a:pt x="572330" y="84200"/>
                    </a:cubicBezTo>
                    <a:cubicBezTo>
                      <a:pt x="571017" y="84200"/>
                      <a:pt x="570748" y="84503"/>
                      <a:pt x="570142" y="84503"/>
                    </a:cubicBezTo>
                    <a:cubicBezTo>
                      <a:pt x="569570" y="84503"/>
                      <a:pt x="567382" y="85680"/>
                      <a:pt x="566104" y="85680"/>
                    </a:cubicBezTo>
                    <a:cubicBezTo>
                      <a:pt x="564791" y="85680"/>
                      <a:pt x="564084" y="88001"/>
                      <a:pt x="564084" y="88001"/>
                    </a:cubicBezTo>
                    <a:lnTo>
                      <a:pt x="561628" y="88001"/>
                    </a:lnTo>
                    <a:lnTo>
                      <a:pt x="556983" y="88741"/>
                    </a:lnTo>
                    <a:lnTo>
                      <a:pt x="554224" y="91063"/>
                    </a:lnTo>
                    <a:lnTo>
                      <a:pt x="552777" y="92375"/>
                    </a:lnTo>
                    <a:lnTo>
                      <a:pt x="552777" y="95267"/>
                    </a:lnTo>
                    <a:lnTo>
                      <a:pt x="552272" y="98160"/>
                    </a:lnTo>
                    <a:lnTo>
                      <a:pt x="549882" y="100616"/>
                    </a:lnTo>
                    <a:lnTo>
                      <a:pt x="545675" y="100751"/>
                    </a:lnTo>
                    <a:cubicBezTo>
                      <a:pt x="545675" y="100751"/>
                      <a:pt x="545675" y="100751"/>
                      <a:pt x="543656" y="99439"/>
                    </a:cubicBezTo>
                    <a:cubicBezTo>
                      <a:pt x="541637" y="98127"/>
                      <a:pt x="540627" y="98867"/>
                      <a:pt x="539752" y="98732"/>
                    </a:cubicBezTo>
                    <a:cubicBezTo>
                      <a:pt x="538877" y="98598"/>
                      <a:pt x="537733" y="99170"/>
                      <a:pt x="537733" y="99170"/>
                    </a:cubicBezTo>
                    <a:lnTo>
                      <a:pt x="536151" y="100482"/>
                    </a:lnTo>
                    <a:lnTo>
                      <a:pt x="533391" y="102500"/>
                    </a:lnTo>
                    <a:lnTo>
                      <a:pt x="530362" y="102365"/>
                    </a:lnTo>
                    <a:lnTo>
                      <a:pt x="526459" y="101356"/>
                    </a:lnTo>
                    <a:cubicBezTo>
                      <a:pt x="526459" y="101356"/>
                      <a:pt x="524574" y="103543"/>
                      <a:pt x="524002" y="103543"/>
                    </a:cubicBezTo>
                    <a:cubicBezTo>
                      <a:pt x="523430" y="103543"/>
                      <a:pt x="521680" y="104855"/>
                      <a:pt x="521680" y="104855"/>
                    </a:cubicBezTo>
                    <a:cubicBezTo>
                      <a:pt x="521680" y="104855"/>
                      <a:pt x="519088" y="105864"/>
                      <a:pt x="518348" y="106167"/>
                    </a:cubicBezTo>
                    <a:cubicBezTo>
                      <a:pt x="517608" y="106470"/>
                      <a:pt x="510237" y="107041"/>
                      <a:pt x="510237" y="107041"/>
                    </a:cubicBezTo>
                    <a:cubicBezTo>
                      <a:pt x="510237" y="107041"/>
                      <a:pt x="506030" y="107613"/>
                      <a:pt x="504886" y="107916"/>
                    </a:cubicBezTo>
                    <a:cubicBezTo>
                      <a:pt x="503708" y="108219"/>
                      <a:pt x="499535" y="108219"/>
                      <a:pt x="499535" y="108219"/>
                    </a:cubicBezTo>
                    <a:lnTo>
                      <a:pt x="492299" y="104148"/>
                    </a:lnTo>
                    <a:lnTo>
                      <a:pt x="489405" y="103005"/>
                    </a:lnTo>
                    <a:lnTo>
                      <a:pt x="487655" y="101995"/>
                    </a:lnTo>
                    <a:cubicBezTo>
                      <a:pt x="487655" y="101995"/>
                      <a:pt x="482304" y="99102"/>
                      <a:pt x="481866" y="98968"/>
                    </a:cubicBezTo>
                    <a:cubicBezTo>
                      <a:pt x="481429" y="98833"/>
                      <a:pt x="478400" y="97084"/>
                      <a:pt x="477962" y="96949"/>
                    </a:cubicBezTo>
                    <a:cubicBezTo>
                      <a:pt x="477525" y="96815"/>
                      <a:pt x="476246" y="93888"/>
                      <a:pt x="476246" y="93316"/>
                    </a:cubicBezTo>
                    <a:cubicBezTo>
                      <a:pt x="476246" y="92744"/>
                      <a:pt x="478703" y="90995"/>
                      <a:pt x="478837" y="90423"/>
                    </a:cubicBezTo>
                    <a:cubicBezTo>
                      <a:pt x="478972" y="89852"/>
                      <a:pt x="482035" y="89549"/>
                      <a:pt x="482169" y="89111"/>
                    </a:cubicBezTo>
                    <a:cubicBezTo>
                      <a:pt x="482304" y="88674"/>
                      <a:pt x="486241" y="87665"/>
                      <a:pt x="486241" y="87665"/>
                    </a:cubicBezTo>
                    <a:lnTo>
                      <a:pt x="489708" y="84469"/>
                    </a:lnTo>
                    <a:lnTo>
                      <a:pt x="491727" y="81879"/>
                    </a:lnTo>
                    <a:lnTo>
                      <a:pt x="495631" y="77371"/>
                    </a:lnTo>
                    <a:cubicBezTo>
                      <a:pt x="495631" y="77371"/>
                      <a:pt x="498391" y="68961"/>
                      <a:pt x="498088" y="68524"/>
                    </a:cubicBezTo>
                    <a:cubicBezTo>
                      <a:pt x="497785" y="68087"/>
                      <a:pt x="497953" y="66943"/>
                      <a:pt x="497953" y="66943"/>
                    </a:cubicBezTo>
                    <a:cubicBezTo>
                      <a:pt x="497953" y="66943"/>
                      <a:pt x="498088" y="64319"/>
                      <a:pt x="498391" y="63613"/>
                    </a:cubicBezTo>
                    <a:cubicBezTo>
                      <a:pt x="498694" y="62872"/>
                      <a:pt x="499266" y="60282"/>
                      <a:pt x="499266" y="60282"/>
                    </a:cubicBezTo>
                    <a:cubicBezTo>
                      <a:pt x="499266" y="60282"/>
                      <a:pt x="502901" y="58398"/>
                      <a:pt x="503910" y="56515"/>
                    </a:cubicBezTo>
                    <a:cubicBezTo>
                      <a:pt x="504920" y="54631"/>
                      <a:pt x="506064" y="54496"/>
                      <a:pt x="506064" y="53924"/>
                    </a:cubicBezTo>
                    <a:cubicBezTo>
                      <a:pt x="506064" y="53352"/>
                      <a:pt x="509530" y="50459"/>
                      <a:pt x="509968" y="49854"/>
                    </a:cubicBezTo>
                    <a:cubicBezTo>
                      <a:pt x="510406" y="49282"/>
                      <a:pt x="513030" y="47667"/>
                      <a:pt x="513434" y="47398"/>
                    </a:cubicBezTo>
                    <a:cubicBezTo>
                      <a:pt x="513872" y="47095"/>
                      <a:pt x="515184" y="46961"/>
                      <a:pt x="515184" y="46961"/>
                    </a:cubicBezTo>
                    <a:cubicBezTo>
                      <a:pt x="515184" y="46961"/>
                      <a:pt x="521982" y="44371"/>
                      <a:pt x="522588" y="44068"/>
                    </a:cubicBezTo>
                    <a:cubicBezTo>
                      <a:pt x="523160" y="43765"/>
                      <a:pt x="524204" y="42319"/>
                      <a:pt x="524204" y="42319"/>
                    </a:cubicBezTo>
                    <a:cubicBezTo>
                      <a:pt x="524204" y="42319"/>
                      <a:pt x="528108" y="40300"/>
                      <a:pt x="528545" y="39863"/>
                    </a:cubicBezTo>
                    <a:cubicBezTo>
                      <a:pt x="528983" y="39426"/>
                      <a:pt x="529420" y="38551"/>
                      <a:pt x="529420" y="38551"/>
                    </a:cubicBezTo>
                    <a:cubicBezTo>
                      <a:pt x="529420" y="38551"/>
                      <a:pt x="528983" y="36533"/>
                      <a:pt x="528848" y="35793"/>
                    </a:cubicBezTo>
                    <a:cubicBezTo>
                      <a:pt x="528713" y="35052"/>
                      <a:pt x="528142" y="34211"/>
                      <a:pt x="527536" y="32765"/>
                    </a:cubicBezTo>
                    <a:cubicBezTo>
                      <a:pt x="526963" y="31318"/>
                      <a:pt x="527098" y="30444"/>
                      <a:pt x="527098" y="30444"/>
                    </a:cubicBezTo>
                    <a:cubicBezTo>
                      <a:pt x="527098" y="30444"/>
                      <a:pt x="527805" y="28695"/>
                      <a:pt x="527805" y="28257"/>
                    </a:cubicBezTo>
                    <a:cubicBezTo>
                      <a:pt x="527805" y="27820"/>
                      <a:pt x="527233" y="24355"/>
                      <a:pt x="527233" y="24355"/>
                    </a:cubicBezTo>
                    <a:cubicBezTo>
                      <a:pt x="527233" y="24355"/>
                      <a:pt x="525213" y="21462"/>
                      <a:pt x="524910" y="20722"/>
                    </a:cubicBezTo>
                    <a:cubicBezTo>
                      <a:pt x="524608" y="20016"/>
                      <a:pt x="523329" y="18704"/>
                      <a:pt x="522891" y="17964"/>
                    </a:cubicBezTo>
                    <a:cubicBezTo>
                      <a:pt x="522454" y="17257"/>
                      <a:pt x="520132" y="15643"/>
                      <a:pt x="520132" y="15643"/>
                    </a:cubicBezTo>
                    <a:lnTo>
                      <a:pt x="516228" y="11572"/>
                    </a:lnTo>
                    <a:lnTo>
                      <a:pt x="512761" y="9991"/>
                    </a:lnTo>
                    <a:cubicBezTo>
                      <a:pt x="512761" y="9991"/>
                      <a:pt x="508992" y="6223"/>
                      <a:pt x="508554" y="6223"/>
                    </a:cubicBezTo>
                    <a:cubicBezTo>
                      <a:pt x="508117" y="6223"/>
                      <a:pt x="506973" y="6795"/>
                      <a:pt x="506973" y="6795"/>
                    </a:cubicBezTo>
                    <a:cubicBezTo>
                      <a:pt x="506973" y="6795"/>
                      <a:pt x="504953" y="8376"/>
                      <a:pt x="504516" y="8376"/>
                    </a:cubicBezTo>
                    <a:cubicBezTo>
                      <a:pt x="504078" y="8376"/>
                      <a:pt x="502328" y="11404"/>
                      <a:pt x="501756" y="11572"/>
                    </a:cubicBezTo>
                    <a:cubicBezTo>
                      <a:pt x="501184" y="11707"/>
                      <a:pt x="497415" y="14331"/>
                      <a:pt x="496977" y="14465"/>
                    </a:cubicBezTo>
                    <a:cubicBezTo>
                      <a:pt x="496540" y="14600"/>
                      <a:pt x="493646" y="17661"/>
                      <a:pt x="492905" y="17930"/>
                    </a:cubicBezTo>
                    <a:cubicBezTo>
                      <a:pt x="492165" y="18233"/>
                      <a:pt x="488698" y="19242"/>
                      <a:pt x="488698" y="19242"/>
                    </a:cubicBezTo>
                    <a:lnTo>
                      <a:pt x="486679" y="18098"/>
                    </a:lnTo>
                    <a:cubicBezTo>
                      <a:pt x="486679" y="18098"/>
                      <a:pt x="481328" y="13321"/>
                      <a:pt x="480890" y="12884"/>
                    </a:cubicBezTo>
                    <a:cubicBezTo>
                      <a:pt x="480453" y="12447"/>
                      <a:pt x="477828" y="11707"/>
                      <a:pt x="477255" y="11707"/>
                    </a:cubicBezTo>
                    <a:cubicBezTo>
                      <a:pt x="476684" y="11707"/>
                      <a:pt x="474361" y="13725"/>
                      <a:pt x="474361" y="13725"/>
                    </a:cubicBezTo>
                    <a:cubicBezTo>
                      <a:pt x="474361" y="13725"/>
                      <a:pt x="471736" y="16921"/>
                      <a:pt x="471164" y="17055"/>
                    </a:cubicBezTo>
                    <a:cubicBezTo>
                      <a:pt x="470592" y="17190"/>
                      <a:pt x="465948" y="23279"/>
                      <a:pt x="465948" y="23279"/>
                    </a:cubicBezTo>
                    <a:lnTo>
                      <a:pt x="460731" y="23144"/>
                    </a:lnTo>
                    <a:lnTo>
                      <a:pt x="458712" y="19074"/>
                    </a:lnTo>
                    <a:lnTo>
                      <a:pt x="459722" y="18199"/>
                    </a:lnTo>
                    <a:lnTo>
                      <a:pt x="458275" y="11101"/>
                    </a:lnTo>
                    <a:lnTo>
                      <a:pt x="451611" y="6627"/>
                    </a:lnTo>
                    <a:lnTo>
                      <a:pt x="446697" y="6324"/>
                    </a:lnTo>
                    <a:cubicBezTo>
                      <a:pt x="446697" y="6324"/>
                      <a:pt x="445116" y="8645"/>
                      <a:pt x="444375" y="9217"/>
                    </a:cubicBezTo>
                    <a:cubicBezTo>
                      <a:pt x="443668" y="9789"/>
                      <a:pt x="442793" y="10967"/>
                      <a:pt x="442793" y="10967"/>
                    </a:cubicBezTo>
                    <a:cubicBezTo>
                      <a:pt x="442793" y="10967"/>
                      <a:pt x="439899" y="12716"/>
                      <a:pt x="439461" y="12850"/>
                    </a:cubicBezTo>
                    <a:cubicBezTo>
                      <a:pt x="439024" y="12985"/>
                      <a:pt x="437139" y="15172"/>
                      <a:pt x="435692" y="15441"/>
                    </a:cubicBezTo>
                    <a:cubicBezTo>
                      <a:pt x="434245" y="15743"/>
                      <a:pt x="433808" y="16752"/>
                      <a:pt x="433808" y="16752"/>
                    </a:cubicBezTo>
                    <a:cubicBezTo>
                      <a:pt x="433808" y="16752"/>
                      <a:pt x="427009" y="16752"/>
                      <a:pt x="426437" y="16752"/>
                    </a:cubicBezTo>
                    <a:cubicBezTo>
                      <a:pt x="425865" y="16752"/>
                      <a:pt x="422365" y="17762"/>
                      <a:pt x="422365" y="17762"/>
                    </a:cubicBezTo>
                    <a:lnTo>
                      <a:pt x="417283" y="19343"/>
                    </a:lnTo>
                    <a:lnTo>
                      <a:pt x="409879" y="18031"/>
                    </a:lnTo>
                    <a:cubicBezTo>
                      <a:pt x="409879" y="18031"/>
                      <a:pt x="404225" y="17896"/>
                      <a:pt x="403081" y="17593"/>
                    </a:cubicBezTo>
                    <a:cubicBezTo>
                      <a:pt x="401937" y="17291"/>
                      <a:pt x="398437" y="17156"/>
                      <a:pt x="397999" y="17156"/>
                    </a:cubicBezTo>
                    <a:cubicBezTo>
                      <a:pt x="397562" y="17156"/>
                      <a:pt x="392042" y="14566"/>
                      <a:pt x="392042" y="14566"/>
                    </a:cubicBezTo>
                    <a:cubicBezTo>
                      <a:pt x="392042" y="14566"/>
                      <a:pt x="388576" y="11370"/>
                      <a:pt x="388273" y="10933"/>
                    </a:cubicBezTo>
                    <a:cubicBezTo>
                      <a:pt x="387970" y="10496"/>
                      <a:pt x="386388" y="7603"/>
                      <a:pt x="386388" y="7165"/>
                    </a:cubicBezTo>
                    <a:cubicBezTo>
                      <a:pt x="386388" y="6728"/>
                      <a:pt x="384201" y="3263"/>
                      <a:pt x="383931" y="2826"/>
                    </a:cubicBezTo>
                    <a:cubicBezTo>
                      <a:pt x="383662" y="2388"/>
                      <a:pt x="381172" y="0"/>
                      <a:pt x="381172" y="0"/>
                    </a:cubicBezTo>
                    <a:cubicBezTo>
                      <a:pt x="381172" y="0"/>
                      <a:pt x="379287" y="202"/>
                      <a:pt x="377268" y="67"/>
                    </a:cubicBezTo>
                    <a:cubicBezTo>
                      <a:pt x="375249" y="-67"/>
                      <a:pt x="371614" y="67"/>
                      <a:pt x="371042" y="67"/>
                    </a:cubicBezTo>
                    <a:cubicBezTo>
                      <a:pt x="370469" y="67"/>
                      <a:pt x="368450" y="2388"/>
                      <a:pt x="368450" y="2388"/>
                    </a:cubicBezTo>
                    <a:cubicBezTo>
                      <a:pt x="368450" y="2388"/>
                      <a:pt x="365825" y="8477"/>
                      <a:pt x="365825" y="9049"/>
                    </a:cubicBezTo>
                    <a:cubicBezTo>
                      <a:pt x="365825" y="9621"/>
                      <a:pt x="364378" y="12817"/>
                      <a:pt x="364378" y="12817"/>
                    </a:cubicBezTo>
                    <a:lnTo>
                      <a:pt x="359162" y="18031"/>
                    </a:lnTo>
                    <a:lnTo>
                      <a:pt x="355695" y="19343"/>
                    </a:lnTo>
                    <a:cubicBezTo>
                      <a:pt x="355695" y="19343"/>
                      <a:pt x="354551" y="19915"/>
                      <a:pt x="354113" y="20083"/>
                    </a:cubicBezTo>
                    <a:cubicBezTo>
                      <a:pt x="353676" y="20217"/>
                      <a:pt x="351354" y="21832"/>
                      <a:pt x="351354" y="21832"/>
                    </a:cubicBezTo>
                    <a:cubicBezTo>
                      <a:pt x="351354" y="21832"/>
                      <a:pt x="348022" y="23716"/>
                      <a:pt x="347585" y="23851"/>
                    </a:cubicBezTo>
                    <a:cubicBezTo>
                      <a:pt x="347147" y="23985"/>
                      <a:pt x="345565" y="23851"/>
                      <a:pt x="344690" y="23851"/>
                    </a:cubicBezTo>
                    <a:cubicBezTo>
                      <a:pt x="343815" y="23851"/>
                      <a:pt x="342503" y="24725"/>
                      <a:pt x="342065" y="25162"/>
                    </a:cubicBezTo>
                    <a:cubicBezTo>
                      <a:pt x="341628" y="25600"/>
                      <a:pt x="339743" y="26609"/>
                      <a:pt x="339743" y="26609"/>
                    </a:cubicBezTo>
                    <a:lnTo>
                      <a:pt x="340618" y="29805"/>
                    </a:lnTo>
                    <a:lnTo>
                      <a:pt x="342065" y="31251"/>
                    </a:lnTo>
                    <a:cubicBezTo>
                      <a:pt x="342065" y="31251"/>
                      <a:pt x="349032" y="35019"/>
                      <a:pt x="350041" y="35153"/>
                    </a:cubicBezTo>
                    <a:cubicBezTo>
                      <a:pt x="351051" y="35288"/>
                      <a:pt x="351791" y="37340"/>
                      <a:pt x="351791" y="37340"/>
                    </a:cubicBezTo>
                    <a:lnTo>
                      <a:pt x="350647" y="39089"/>
                    </a:lnTo>
                    <a:lnTo>
                      <a:pt x="348762" y="41276"/>
                    </a:lnTo>
                    <a:lnTo>
                      <a:pt x="346878" y="42453"/>
                    </a:lnTo>
                    <a:lnTo>
                      <a:pt x="347753" y="45481"/>
                    </a:lnTo>
                    <a:lnTo>
                      <a:pt x="348325" y="46927"/>
                    </a:lnTo>
                    <a:lnTo>
                      <a:pt x="350344" y="50258"/>
                    </a:lnTo>
                    <a:lnTo>
                      <a:pt x="349604" y="53016"/>
                    </a:lnTo>
                    <a:cubicBezTo>
                      <a:pt x="349604" y="53016"/>
                      <a:pt x="349166" y="54765"/>
                      <a:pt x="349166" y="55203"/>
                    </a:cubicBezTo>
                    <a:cubicBezTo>
                      <a:pt x="349166" y="55640"/>
                      <a:pt x="349604" y="57793"/>
                      <a:pt x="349604" y="57793"/>
                    </a:cubicBezTo>
                    <a:cubicBezTo>
                      <a:pt x="349604" y="57793"/>
                      <a:pt x="352363" y="61695"/>
                      <a:pt x="352801" y="61998"/>
                    </a:cubicBezTo>
                    <a:cubicBezTo>
                      <a:pt x="353238" y="62301"/>
                      <a:pt x="352498" y="65194"/>
                      <a:pt x="352498" y="65194"/>
                    </a:cubicBezTo>
                    <a:lnTo>
                      <a:pt x="351185" y="67649"/>
                    </a:lnTo>
                    <a:cubicBezTo>
                      <a:pt x="351185" y="67649"/>
                      <a:pt x="347719" y="68221"/>
                      <a:pt x="347113" y="68221"/>
                    </a:cubicBezTo>
                    <a:cubicBezTo>
                      <a:pt x="346541" y="68221"/>
                      <a:pt x="344084" y="68524"/>
                      <a:pt x="344084" y="68524"/>
                    </a:cubicBezTo>
                    <a:cubicBezTo>
                      <a:pt x="344084" y="68524"/>
                      <a:pt x="341762" y="70273"/>
                      <a:pt x="340618" y="70542"/>
                    </a:cubicBezTo>
                    <a:cubicBezTo>
                      <a:pt x="339474" y="70845"/>
                      <a:pt x="336142" y="71552"/>
                      <a:pt x="336142" y="71552"/>
                    </a:cubicBezTo>
                    <a:lnTo>
                      <a:pt x="330791" y="68928"/>
                    </a:lnTo>
                    <a:lnTo>
                      <a:pt x="326315" y="62536"/>
                    </a:lnTo>
                    <a:lnTo>
                      <a:pt x="322545" y="56750"/>
                    </a:lnTo>
                    <a:lnTo>
                      <a:pt x="317901" y="52108"/>
                    </a:lnTo>
                    <a:lnTo>
                      <a:pt x="311675" y="45885"/>
                    </a:lnTo>
                    <a:lnTo>
                      <a:pt x="304843" y="44573"/>
                    </a:lnTo>
                    <a:lnTo>
                      <a:pt x="300939" y="42823"/>
                    </a:lnTo>
                    <a:lnTo>
                      <a:pt x="295420" y="41242"/>
                    </a:lnTo>
                    <a:lnTo>
                      <a:pt x="293838" y="42823"/>
                    </a:lnTo>
                    <a:cubicBezTo>
                      <a:pt x="293838" y="42823"/>
                      <a:pt x="291381" y="43967"/>
                      <a:pt x="290809" y="44135"/>
                    </a:cubicBezTo>
                    <a:cubicBezTo>
                      <a:pt x="290237" y="44270"/>
                      <a:pt x="285155" y="44135"/>
                      <a:pt x="285155" y="44135"/>
                    </a:cubicBezTo>
                    <a:lnTo>
                      <a:pt x="284280" y="42823"/>
                    </a:lnTo>
                    <a:lnTo>
                      <a:pt x="275597" y="42823"/>
                    </a:lnTo>
                    <a:lnTo>
                      <a:pt x="268227" y="42823"/>
                    </a:lnTo>
                    <a:lnTo>
                      <a:pt x="266342" y="43900"/>
                    </a:lnTo>
                    <a:lnTo>
                      <a:pt x="262270" y="44976"/>
                    </a:lnTo>
                    <a:lnTo>
                      <a:pt x="260688" y="45851"/>
                    </a:lnTo>
                    <a:lnTo>
                      <a:pt x="259982" y="47432"/>
                    </a:lnTo>
                    <a:lnTo>
                      <a:pt x="262136" y="49013"/>
                    </a:lnTo>
                    <a:lnTo>
                      <a:pt x="262573" y="54093"/>
                    </a:lnTo>
                    <a:lnTo>
                      <a:pt x="262573" y="56548"/>
                    </a:lnTo>
                    <a:lnTo>
                      <a:pt x="262573" y="59307"/>
                    </a:lnTo>
                    <a:lnTo>
                      <a:pt x="262573" y="61493"/>
                    </a:lnTo>
                    <a:lnTo>
                      <a:pt x="261866" y="64083"/>
                    </a:lnTo>
                    <a:lnTo>
                      <a:pt x="259982" y="65227"/>
                    </a:lnTo>
                    <a:lnTo>
                      <a:pt x="258972" y="67986"/>
                    </a:lnTo>
                    <a:lnTo>
                      <a:pt x="260116" y="69870"/>
                    </a:lnTo>
                    <a:lnTo>
                      <a:pt x="263886" y="72460"/>
                    </a:lnTo>
                    <a:lnTo>
                      <a:pt x="265333" y="75656"/>
                    </a:lnTo>
                    <a:lnTo>
                      <a:pt x="265198" y="77842"/>
                    </a:lnTo>
                    <a:lnTo>
                      <a:pt x="265064" y="79289"/>
                    </a:lnTo>
                    <a:lnTo>
                      <a:pt x="263919" y="80601"/>
                    </a:lnTo>
                    <a:lnTo>
                      <a:pt x="263482" y="82754"/>
                    </a:lnTo>
                    <a:lnTo>
                      <a:pt x="261159" y="82754"/>
                    </a:lnTo>
                    <a:lnTo>
                      <a:pt x="258400" y="83628"/>
                    </a:lnTo>
                    <a:lnTo>
                      <a:pt x="254496" y="85815"/>
                    </a:lnTo>
                    <a:lnTo>
                      <a:pt x="251467" y="87396"/>
                    </a:lnTo>
                    <a:lnTo>
                      <a:pt x="247832" y="91029"/>
                    </a:lnTo>
                    <a:lnTo>
                      <a:pt x="244635" y="94225"/>
                    </a:lnTo>
                    <a:lnTo>
                      <a:pt x="242751" y="97252"/>
                    </a:lnTo>
                    <a:lnTo>
                      <a:pt x="241606" y="100280"/>
                    </a:lnTo>
                    <a:lnTo>
                      <a:pt x="242178" y="103913"/>
                    </a:lnTo>
                    <a:lnTo>
                      <a:pt x="243491" y="106671"/>
                    </a:lnTo>
                    <a:lnTo>
                      <a:pt x="245376" y="109564"/>
                    </a:lnTo>
                    <a:lnTo>
                      <a:pt x="251164" y="114038"/>
                    </a:lnTo>
                    <a:lnTo>
                      <a:pt x="251736" y="119118"/>
                    </a:lnTo>
                    <a:lnTo>
                      <a:pt x="251433" y="124197"/>
                    </a:lnTo>
                    <a:lnTo>
                      <a:pt x="253621" y="130286"/>
                    </a:lnTo>
                    <a:lnTo>
                      <a:pt x="255506" y="135501"/>
                    </a:lnTo>
                    <a:lnTo>
                      <a:pt x="252611" y="141152"/>
                    </a:lnTo>
                    <a:lnTo>
                      <a:pt x="247092" y="143170"/>
                    </a:lnTo>
                    <a:lnTo>
                      <a:pt x="241303" y="144751"/>
                    </a:lnTo>
                    <a:lnTo>
                      <a:pt x="235649" y="149226"/>
                    </a:lnTo>
                    <a:lnTo>
                      <a:pt x="235212" y="154877"/>
                    </a:lnTo>
                    <a:cubicBezTo>
                      <a:pt x="235212" y="154877"/>
                      <a:pt x="237803" y="162849"/>
                      <a:pt x="237803" y="163421"/>
                    </a:cubicBezTo>
                    <a:cubicBezTo>
                      <a:pt x="237803" y="163993"/>
                      <a:pt x="239116" y="167054"/>
                      <a:pt x="239116" y="167054"/>
                    </a:cubicBezTo>
                    <a:cubicBezTo>
                      <a:pt x="239116" y="167054"/>
                      <a:pt x="243895" y="172841"/>
                      <a:pt x="244770" y="174455"/>
                    </a:cubicBezTo>
                    <a:cubicBezTo>
                      <a:pt x="245645" y="176036"/>
                      <a:pt x="244635" y="178795"/>
                      <a:pt x="244635" y="178795"/>
                    </a:cubicBezTo>
                    <a:cubicBezTo>
                      <a:pt x="244635" y="178795"/>
                      <a:pt x="243626" y="179804"/>
                      <a:pt x="242010" y="180107"/>
                    </a:cubicBezTo>
                    <a:cubicBezTo>
                      <a:pt x="240428" y="180410"/>
                      <a:pt x="236928" y="182428"/>
                      <a:pt x="236221" y="182428"/>
                    </a:cubicBezTo>
                    <a:cubicBezTo>
                      <a:pt x="235481" y="182428"/>
                      <a:pt x="229120" y="187776"/>
                      <a:pt x="229120" y="187776"/>
                    </a:cubicBezTo>
                    <a:lnTo>
                      <a:pt x="226226" y="186464"/>
                    </a:lnTo>
                    <a:cubicBezTo>
                      <a:pt x="226226" y="186464"/>
                      <a:pt x="222322" y="186330"/>
                      <a:pt x="220707" y="186464"/>
                    </a:cubicBezTo>
                    <a:cubicBezTo>
                      <a:pt x="219125" y="186599"/>
                      <a:pt x="213740" y="190938"/>
                      <a:pt x="212899" y="191241"/>
                    </a:cubicBezTo>
                    <a:cubicBezTo>
                      <a:pt x="212024" y="191544"/>
                      <a:pt x="209399" y="198474"/>
                      <a:pt x="209399" y="198474"/>
                    </a:cubicBezTo>
                    <a:lnTo>
                      <a:pt x="216062" y="203823"/>
                    </a:lnTo>
                    <a:lnTo>
                      <a:pt x="217947" y="207590"/>
                    </a:lnTo>
                    <a:cubicBezTo>
                      <a:pt x="217947" y="207590"/>
                      <a:pt x="216365" y="212670"/>
                      <a:pt x="215625" y="212670"/>
                    </a:cubicBezTo>
                    <a:cubicBezTo>
                      <a:pt x="214918" y="212670"/>
                      <a:pt x="213303" y="215428"/>
                      <a:pt x="212159" y="215698"/>
                    </a:cubicBezTo>
                    <a:cubicBezTo>
                      <a:pt x="211014" y="216000"/>
                      <a:pt x="208389" y="216841"/>
                      <a:pt x="208389" y="216841"/>
                    </a:cubicBezTo>
                    <a:lnTo>
                      <a:pt x="204048" y="217547"/>
                    </a:lnTo>
                    <a:cubicBezTo>
                      <a:pt x="204048" y="217547"/>
                      <a:pt x="198831" y="221181"/>
                      <a:pt x="198091" y="221181"/>
                    </a:cubicBezTo>
                    <a:cubicBezTo>
                      <a:pt x="197351" y="221181"/>
                      <a:pt x="194894" y="225823"/>
                      <a:pt x="193749" y="226260"/>
                    </a:cubicBezTo>
                    <a:cubicBezTo>
                      <a:pt x="192571" y="226697"/>
                      <a:pt x="192740" y="227269"/>
                      <a:pt x="192740" y="227269"/>
                    </a:cubicBezTo>
                    <a:lnTo>
                      <a:pt x="187826" y="229591"/>
                    </a:lnTo>
                    <a:lnTo>
                      <a:pt x="187826" y="234367"/>
                    </a:lnTo>
                    <a:lnTo>
                      <a:pt x="187557" y="238438"/>
                    </a:lnTo>
                    <a:cubicBezTo>
                      <a:pt x="187557" y="238438"/>
                      <a:pt x="188432" y="245670"/>
                      <a:pt x="188264" y="246107"/>
                    </a:cubicBezTo>
                    <a:cubicBezTo>
                      <a:pt x="188129" y="246545"/>
                      <a:pt x="187826" y="248429"/>
                      <a:pt x="187254" y="248731"/>
                    </a:cubicBezTo>
                    <a:cubicBezTo>
                      <a:pt x="186682" y="249034"/>
                      <a:pt x="185235" y="251322"/>
                      <a:pt x="184360" y="252364"/>
                    </a:cubicBezTo>
                    <a:cubicBezTo>
                      <a:pt x="183485" y="253374"/>
                      <a:pt x="184360" y="254988"/>
                      <a:pt x="184360" y="255998"/>
                    </a:cubicBezTo>
                    <a:cubicBezTo>
                      <a:pt x="184360" y="257007"/>
                      <a:pt x="186817" y="259328"/>
                      <a:pt x="186817" y="259328"/>
                    </a:cubicBezTo>
                    <a:cubicBezTo>
                      <a:pt x="186817" y="259328"/>
                      <a:pt x="188398" y="261784"/>
                      <a:pt x="188398" y="262221"/>
                    </a:cubicBezTo>
                    <a:cubicBezTo>
                      <a:pt x="188398" y="262658"/>
                      <a:pt x="188836" y="268579"/>
                      <a:pt x="188836" y="269756"/>
                    </a:cubicBezTo>
                    <a:cubicBezTo>
                      <a:pt x="188836" y="270900"/>
                      <a:pt x="190418" y="273827"/>
                      <a:pt x="190418" y="274264"/>
                    </a:cubicBezTo>
                    <a:cubicBezTo>
                      <a:pt x="190418" y="274701"/>
                      <a:pt x="193043" y="278335"/>
                      <a:pt x="193043" y="278335"/>
                    </a:cubicBezTo>
                    <a:lnTo>
                      <a:pt x="192302" y="287013"/>
                    </a:lnTo>
                    <a:lnTo>
                      <a:pt x="185504" y="293539"/>
                    </a:lnTo>
                    <a:lnTo>
                      <a:pt x="184629" y="299056"/>
                    </a:lnTo>
                    <a:lnTo>
                      <a:pt x="182172" y="302252"/>
                    </a:lnTo>
                    <a:lnTo>
                      <a:pt x="179850" y="304573"/>
                    </a:lnTo>
                    <a:lnTo>
                      <a:pt x="175509" y="307903"/>
                    </a:lnTo>
                    <a:lnTo>
                      <a:pt x="175071" y="310090"/>
                    </a:lnTo>
                    <a:lnTo>
                      <a:pt x="172009" y="312849"/>
                    </a:lnTo>
                    <a:cubicBezTo>
                      <a:pt x="172009" y="312849"/>
                      <a:pt x="171133" y="313420"/>
                      <a:pt x="169989" y="314026"/>
                    </a:cubicBezTo>
                    <a:cubicBezTo>
                      <a:pt x="168845" y="314598"/>
                      <a:pt x="167532" y="314732"/>
                      <a:pt x="167532" y="314732"/>
                    </a:cubicBezTo>
                    <a:cubicBezTo>
                      <a:pt x="167532" y="314732"/>
                      <a:pt x="164773" y="316044"/>
                      <a:pt x="163023" y="316482"/>
                    </a:cubicBezTo>
                    <a:cubicBezTo>
                      <a:pt x="161273" y="316919"/>
                      <a:pt x="159994" y="318063"/>
                      <a:pt x="159994" y="318063"/>
                    </a:cubicBezTo>
                    <a:lnTo>
                      <a:pt x="157672" y="318937"/>
                    </a:lnTo>
                    <a:lnTo>
                      <a:pt x="156662" y="321999"/>
                    </a:lnTo>
                    <a:lnTo>
                      <a:pt x="155215" y="323580"/>
                    </a:lnTo>
                    <a:lnTo>
                      <a:pt x="152893" y="326204"/>
                    </a:lnTo>
                    <a:cubicBezTo>
                      <a:pt x="152893" y="326204"/>
                      <a:pt x="149426" y="327347"/>
                      <a:pt x="148820" y="327347"/>
                    </a:cubicBezTo>
                    <a:cubicBezTo>
                      <a:pt x="148248" y="327347"/>
                      <a:pt x="144042" y="328054"/>
                      <a:pt x="143604" y="328222"/>
                    </a:cubicBezTo>
                    <a:cubicBezTo>
                      <a:pt x="143167" y="328357"/>
                      <a:pt x="139700" y="331115"/>
                      <a:pt x="139700" y="331115"/>
                    </a:cubicBezTo>
                    <a:lnTo>
                      <a:pt x="133609" y="332730"/>
                    </a:lnTo>
                    <a:lnTo>
                      <a:pt x="127652" y="334748"/>
                    </a:lnTo>
                    <a:lnTo>
                      <a:pt x="123883" y="339390"/>
                    </a:lnTo>
                    <a:lnTo>
                      <a:pt x="120988" y="347060"/>
                    </a:lnTo>
                    <a:lnTo>
                      <a:pt x="118969" y="348809"/>
                    </a:lnTo>
                    <a:lnTo>
                      <a:pt x="118834" y="352846"/>
                    </a:lnTo>
                    <a:cubicBezTo>
                      <a:pt x="118834" y="352846"/>
                      <a:pt x="122301" y="359372"/>
                      <a:pt x="122469" y="359944"/>
                    </a:cubicBezTo>
                    <a:cubicBezTo>
                      <a:pt x="122604" y="360516"/>
                      <a:pt x="123916" y="364587"/>
                      <a:pt x="123916" y="364587"/>
                    </a:cubicBezTo>
                    <a:lnTo>
                      <a:pt x="122604" y="367042"/>
                    </a:lnTo>
                    <a:lnTo>
                      <a:pt x="119575" y="366470"/>
                    </a:lnTo>
                    <a:cubicBezTo>
                      <a:pt x="119575" y="366470"/>
                      <a:pt x="116512" y="365158"/>
                      <a:pt x="114796" y="365024"/>
                    </a:cubicBezTo>
                    <a:cubicBezTo>
                      <a:pt x="113046" y="364889"/>
                      <a:pt x="112036" y="365024"/>
                      <a:pt x="111464" y="365024"/>
                    </a:cubicBezTo>
                    <a:cubicBezTo>
                      <a:pt x="110892" y="365024"/>
                      <a:pt x="108704" y="367210"/>
                      <a:pt x="108704" y="367210"/>
                    </a:cubicBezTo>
                    <a:lnTo>
                      <a:pt x="108839" y="371685"/>
                    </a:lnTo>
                    <a:lnTo>
                      <a:pt x="115065" y="375755"/>
                    </a:lnTo>
                    <a:lnTo>
                      <a:pt x="111430" y="377638"/>
                    </a:lnTo>
                    <a:lnTo>
                      <a:pt x="107089" y="379388"/>
                    </a:lnTo>
                    <a:lnTo>
                      <a:pt x="99416" y="382146"/>
                    </a:lnTo>
                    <a:lnTo>
                      <a:pt x="97262" y="385342"/>
                    </a:lnTo>
                    <a:lnTo>
                      <a:pt x="90733" y="384030"/>
                    </a:lnTo>
                    <a:lnTo>
                      <a:pt x="84944" y="379825"/>
                    </a:lnTo>
                    <a:lnTo>
                      <a:pt x="78718" y="379522"/>
                    </a:lnTo>
                    <a:lnTo>
                      <a:pt x="75386" y="381709"/>
                    </a:lnTo>
                    <a:cubicBezTo>
                      <a:pt x="75386" y="381709"/>
                      <a:pt x="75521" y="386789"/>
                      <a:pt x="75521" y="387495"/>
                    </a:cubicBezTo>
                    <a:cubicBezTo>
                      <a:pt x="75521" y="388201"/>
                      <a:pt x="79290" y="394593"/>
                      <a:pt x="79290" y="394593"/>
                    </a:cubicBezTo>
                    <a:lnTo>
                      <a:pt x="85516" y="401691"/>
                    </a:lnTo>
                    <a:lnTo>
                      <a:pt x="84944" y="407780"/>
                    </a:lnTo>
                    <a:lnTo>
                      <a:pt x="79593" y="410235"/>
                    </a:lnTo>
                    <a:lnTo>
                      <a:pt x="72054" y="409663"/>
                    </a:lnTo>
                    <a:cubicBezTo>
                      <a:pt x="72054" y="409663"/>
                      <a:pt x="65256" y="410807"/>
                      <a:pt x="64651" y="410807"/>
                    </a:cubicBezTo>
                    <a:cubicBezTo>
                      <a:pt x="64078" y="410807"/>
                      <a:pt x="57246" y="412119"/>
                      <a:pt x="57246" y="412119"/>
                    </a:cubicBezTo>
                    <a:lnTo>
                      <a:pt x="50145" y="413431"/>
                    </a:lnTo>
                    <a:lnTo>
                      <a:pt x="44626" y="413566"/>
                    </a:lnTo>
                    <a:lnTo>
                      <a:pt x="38400" y="415012"/>
                    </a:lnTo>
                    <a:lnTo>
                      <a:pt x="34058" y="417636"/>
                    </a:lnTo>
                    <a:lnTo>
                      <a:pt x="31029" y="422985"/>
                    </a:lnTo>
                    <a:lnTo>
                      <a:pt x="34058" y="426887"/>
                    </a:lnTo>
                    <a:lnTo>
                      <a:pt x="35203" y="432404"/>
                    </a:lnTo>
                    <a:lnTo>
                      <a:pt x="31871" y="439199"/>
                    </a:lnTo>
                    <a:lnTo>
                      <a:pt x="23457" y="440948"/>
                    </a:lnTo>
                    <a:cubicBezTo>
                      <a:pt x="23457" y="440948"/>
                      <a:pt x="17669" y="440948"/>
                      <a:pt x="17097" y="440948"/>
                    </a:cubicBezTo>
                    <a:cubicBezTo>
                      <a:pt x="16524" y="440948"/>
                      <a:pt x="12890" y="443034"/>
                      <a:pt x="12890" y="443034"/>
                    </a:cubicBezTo>
                    <a:lnTo>
                      <a:pt x="9995" y="446734"/>
                    </a:lnTo>
                    <a:lnTo>
                      <a:pt x="7539" y="451377"/>
                    </a:lnTo>
                    <a:lnTo>
                      <a:pt x="5957" y="454270"/>
                    </a:lnTo>
                    <a:lnTo>
                      <a:pt x="4947" y="457163"/>
                    </a:lnTo>
                    <a:lnTo>
                      <a:pt x="7404" y="460055"/>
                    </a:lnTo>
                    <a:lnTo>
                      <a:pt x="11308" y="461805"/>
                    </a:lnTo>
                    <a:lnTo>
                      <a:pt x="13933" y="461805"/>
                    </a:lnTo>
                    <a:lnTo>
                      <a:pt x="20462" y="463554"/>
                    </a:lnTo>
                    <a:lnTo>
                      <a:pt x="23928" y="464563"/>
                    </a:lnTo>
                    <a:lnTo>
                      <a:pt x="25813" y="468634"/>
                    </a:lnTo>
                    <a:lnTo>
                      <a:pt x="28001" y="470955"/>
                    </a:lnTo>
                    <a:lnTo>
                      <a:pt x="27429" y="474151"/>
                    </a:lnTo>
                    <a:lnTo>
                      <a:pt x="23222" y="475732"/>
                    </a:lnTo>
                    <a:lnTo>
                      <a:pt x="20630" y="476875"/>
                    </a:lnTo>
                    <a:lnTo>
                      <a:pt x="15111" y="479062"/>
                    </a:lnTo>
                    <a:lnTo>
                      <a:pt x="11039" y="482392"/>
                    </a:lnTo>
                    <a:lnTo>
                      <a:pt x="7842" y="485588"/>
                    </a:lnTo>
                    <a:lnTo>
                      <a:pt x="6394" y="491239"/>
                    </a:lnTo>
                    <a:lnTo>
                      <a:pt x="4072" y="497026"/>
                    </a:lnTo>
                    <a:lnTo>
                      <a:pt x="2760" y="503417"/>
                    </a:lnTo>
                    <a:lnTo>
                      <a:pt x="1885" y="509943"/>
                    </a:lnTo>
                    <a:lnTo>
                      <a:pt x="2019" y="516167"/>
                    </a:lnTo>
                    <a:lnTo>
                      <a:pt x="0" y="525283"/>
                    </a:lnTo>
                    <a:lnTo>
                      <a:pt x="0" y="530800"/>
                    </a:lnTo>
                    <a:lnTo>
                      <a:pt x="1649" y="535879"/>
                    </a:lnTo>
                    <a:lnTo>
                      <a:pt x="4476" y="538772"/>
                    </a:lnTo>
                    <a:lnTo>
                      <a:pt x="7101" y="543247"/>
                    </a:lnTo>
                    <a:lnTo>
                      <a:pt x="8111" y="548764"/>
                    </a:lnTo>
                    <a:lnTo>
                      <a:pt x="12149" y="549033"/>
                    </a:lnTo>
                    <a:lnTo>
                      <a:pt x="17500" y="550042"/>
                    </a:lnTo>
                    <a:lnTo>
                      <a:pt x="18241" y="552800"/>
                    </a:lnTo>
                    <a:cubicBezTo>
                      <a:pt x="18241" y="552800"/>
                      <a:pt x="15178" y="553405"/>
                      <a:pt x="14606" y="553675"/>
                    </a:cubicBezTo>
                    <a:cubicBezTo>
                      <a:pt x="14034" y="553977"/>
                      <a:pt x="11577" y="555693"/>
                      <a:pt x="11577" y="555693"/>
                    </a:cubicBezTo>
                    <a:lnTo>
                      <a:pt x="8683" y="558149"/>
                    </a:lnTo>
                    <a:lnTo>
                      <a:pt x="8111" y="560167"/>
                    </a:lnTo>
                    <a:lnTo>
                      <a:pt x="12149" y="562926"/>
                    </a:lnTo>
                    <a:lnTo>
                      <a:pt x="14034" y="568005"/>
                    </a:lnTo>
                    <a:cubicBezTo>
                      <a:pt x="14034" y="568005"/>
                      <a:pt x="16053" y="571773"/>
                      <a:pt x="16625" y="572782"/>
                    </a:cubicBezTo>
                    <a:cubicBezTo>
                      <a:pt x="17231" y="573791"/>
                      <a:pt x="17366" y="574363"/>
                      <a:pt x="17366" y="574363"/>
                    </a:cubicBezTo>
                    <a:lnTo>
                      <a:pt x="20428" y="576819"/>
                    </a:lnTo>
                    <a:lnTo>
                      <a:pt x="23188" y="578568"/>
                    </a:lnTo>
                    <a:lnTo>
                      <a:pt x="24500" y="578434"/>
                    </a:lnTo>
                    <a:cubicBezTo>
                      <a:pt x="24500" y="578434"/>
                      <a:pt x="26520" y="576415"/>
                      <a:pt x="26654" y="575978"/>
                    </a:cubicBezTo>
                    <a:cubicBezTo>
                      <a:pt x="26789" y="575541"/>
                      <a:pt x="28404" y="573960"/>
                      <a:pt x="28404" y="573960"/>
                    </a:cubicBezTo>
                    <a:lnTo>
                      <a:pt x="31029" y="577155"/>
                    </a:lnTo>
                    <a:lnTo>
                      <a:pt x="33924" y="579611"/>
                    </a:lnTo>
                    <a:lnTo>
                      <a:pt x="34664" y="580620"/>
                    </a:lnTo>
                    <a:lnTo>
                      <a:pt x="37558" y="583379"/>
                    </a:lnTo>
                    <a:lnTo>
                      <a:pt x="37693" y="585700"/>
                    </a:lnTo>
                    <a:lnTo>
                      <a:pt x="37121" y="587752"/>
                    </a:lnTo>
                    <a:cubicBezTo>
                      <a:pt x="37121" y="587752"/>
                      <a:pt x="34664" y="589333"/>
                      <a:pt x="34092" y="589333"/>
                    </a:cubicBezTo>
                    <a:cubicBezTo>
                      <a:pt x="33520" y="589333"/>
                      <a:pt x="31904" y="588593"/>
                      <a:pt x="31904" y="588593"/>
                    </a:cubicBezTo>
                    <a:lnTo>
                      <a:pt x="29145" y="586271"/>
                    </a:lnTo>
                    <a:lnTo>
                      <a:pt x="25510" y="586137"/>
                    </a:lnTo>
                    <a:lnTo>
                      <a:pt x="24063" y="587012"/>
                    </a:lnTo>
                    <a:lnTo>
                      <a:pt x="22616" y="589635"/>
                    </a:lnTo>
                    <a:lnTo>
                      <a:pt x="22616" y="592663"/>
                    </a:lnTo>
                    <a:cubicBezTo>
                      <a:pt x="22616" y="592663"/>
                      <a:pt x="23592" y="598617"/>
                      <a:pt x="23154" y="600468"/>
                    </a:cubicBezTo>
                    <a:cubicBezTo>
                      <a:pt x="22717" y="602351"/>
                      <a:pt x="23491" y="602351"/>
                      <a:pt x="23491" y="602351"/>
                    </a:cubicBezTo>
                    <a:lnTo>
                      <a:pt x="27126" y="603966"/>
                    </a:lnTo>
                    <a:cubicBezTo>
                      <a:pt x="27126" y="603966"/>
                      <a:pt x="28842" y="603226"/>
                      <a:pt x="29313" y="603226"/>
                    </a:cubicBezTo>
                    <a:cubicBezTo>
                      <a:pt x="29751" y="603226"/>
                      <a:pt x="32948" y="600165"/>
                      <a:pt x="33217" y="599761"/>
                    </a:cubicBezTo>
                    <a:cubicBezTo>
                      <a:pt x="33520" y="599324"/>
                      <a:pt x="39174" y="599189"/>
                      <a:pt x="39174" y="599189"/>
                    </a:cubicBezTo>
                    <a:lnTo>
                      <a:pt x="42943" y="599189"/>
                    </a:lnTo>
                    <a:lnTo>
                      <a:pt x="45972" y="600501"/>
                    </a:lnTo>
                    <a:lnTo>
                      <a:pt x="46713" y="601073"/>
                    </a:lnTo>
                    <a:cubicBezTo>
                      <a:pt x="46713" y="601073"/>
                      <a:pt x="50482" y="603966"/>
                      <a:pt x="51054" y="603832"/>
                    </a:cubicBezTo>
                    <a:cubicBezTo>
                      <a:pt x="51626" y="603697"/>
                      <a:pt x="53948" y="604269"/>
                      <a:pt x="54520" y="603832"/>
                    </a:cubicBezTo>
                    <a:cubicBezTo>
                      <a:pt x="55093" y="603394"/>
                      <a:pt x="58020" y="601645"/>
                      <a:pt x="58020" y="601645"/>
                    </a:cubicBezTo>
                    <a:lnTo>
                      <a:pt x="62497" y="600064"/>
                    </a:lnTo>
                    <a:cubicBezTo>
                      <a:pt x="62497" y="600064"/>
                      <a:pt x="68857" y="598752"/>
                      <a:pt x="69463" y="598752"/>
                    </a:cubicBezTo>
                    <a:cubicBezTo>
                      <a:pt x="70035" y="598752"/>
                      <a:pt x="74107" y="597743"/>
                      <a:pt x="74680" y="597440"/>
                    </a:cubicBezTo>
                    <a:cubicBezTo>
                      <a:pt x="75252" y="597137"/>
                      <a:pt x="78449" y="594412"/>
                      <a:pt x="78449" y="594412"/>
                    </a:cubicBezTo>
                    <a:lnTo>
                      <a:pt x="83531" y="592528"/>
                    </a:lnTo>
                    <a:cubicBezTo>
                      <a:pt x="83531" y="592528"/>
                      <a:pt x="86862" y="588323"/>
                      <a:pt x="87165" y="587886"/>
                    </a:cubicBezTo>
                    <a:cubicBezTo>
                      <a:pt x="87468" y="587449"/>
                      <a:pt x="89622" y="581966"/>
                      <a:pt x="89622" y="581966"/>
                    </a:cubicBezTo>
                    <a:lnTo>
                      <a:pt x="90935" y="577761"/>
                    </a:lnTo>
                    <a:lnTo>
                      <a:pt x="93391" y="572109"/>
                    </a:lnTo>
                    <a:lnTo>
                      <a:pt x="91069" y="568342"/>
                    </a:lnTo>
                    <a:lnTo>
                      <a:pt x="87738" y="563868"/>
                    </a:lnTo>
                    <a:lnTo>
                      <a:pt x="86156" y="559393"/>
                    </a:lnTo>
                    <a:lnTo>
                      <a:pt x="84406" y="557947"/>
                    </a:lnTo>
                    <a:lnTo>
                      <a:pt x="81074" y="559393"/>
                    </a:lnTo>
                    <a:lnTo>
                      <a:pt x="79189" y="556938"/>
                    </a:lnTo>
                    <a:lnTo>
                      <a:pt x="77742" y="554347"/>
                    </a:lnTo>
                    <a:lnTo>
                      <a:pt x="76867" y="554617"/>
                    </a:lnTo>
                    <a:lnTo>
                      <a:pt x="73973" y="555760"/>
                    </a:lnTo>
                    <a:lnTo>
                      <a:pt x="71078" y="555760"/>
                    </a:lnTo>
                    <a:lnTo>
                      <a:pt x="70069" y="552935"/>
                    </a:lnTo>
                    <a:lnTo>
                      <a:pt x="69328" y="550681"/>
                    </a:lnTo>
                    <a:lnTo>
                      <a:pt x="70473" y="547048"/>
                    </a:lnTo>
                    <a:lnTo>
                      <a:pt x="72223" y="547048"/>
                    </a:lnTo>
                    <a:lnTo>
                      <a:pt x="75992" y="547048"/>
                    </a:lnTo>
                    <a:lnTo>
                      <a:pt x="77574" y="545736"/>
                    </a:lnTo>
                    <a:lnTo>
                      <a:pt x="77002" y="543549"/>
                    </a:lnTo>
                    <a:lnTo>
                      <a:pt x="76564" y="540084"/>
                    </a:lnTo>
                    <a:lnTo>
                      <a:pt x="74982" y="538201"/>
                    </a:lnTo>
                    <a:lnTo>
                      <a:pt x="72660" y="535005"/>
                    </a:lnTo>
                    <a:lnTo>
                      <a:pt x="71482" y="534197"/>
                    </a:lnTo>
                    <a:cubicBezTo>
                      <a:pt x="71482" y="534197"/>
                      <a:pt x="68723" y="533996"/>
                      <a:pt x="67578" y="534130"/>
                    </a:cubicBezTo>
                    <a:cubicBezTo>
                      <a:pt x="66434" y="534265"/>
                      <a:pt x="63102" y="534130"/>
                      <a:pt x="63102" y="534130"/>
                    </a:cubicBezTo>
                    <a:lnTo>
                      <a:pt x="59905" y="531506"/>
                    </a:lnTo>
                    <a:lnTo>
                      <a:pt x="56439" y="528613"/>
                    </a:lnTo>
                    <a:cubicBezTo>
                      <a:pt x="56439" y="528613"/>
                      <a:pt x="54117" y="525990"/>
                      <a:pt x="53847" y="525417"/>
                    </a:cubicBezTo>
                    <a:cubicBezTo>
                      <a:pt x="53544" y="524845"/>
                      <a:pt x="52838" y="522659"/>
                      <a:pt x="52838" y="522659"/>
                    </a:cubicBezTo>
                    <a:lnTo>
                      <a:pt x="52265" y="521785"/>
                    </a:lnTo>
                    <a:lnTo>
                      <a:pt x="52265" y="518892"/>
                    </a:lnTo>
                    <a:lnTo>
                      <a:pt x="52703" y="517008"/>
                    </a:lnTo>
                    <a:lnTo>
                      <a:pt x="55025" y="514115"/>
                    </a:lnTo>
                    <a:lnTo>
                      <a:pt x="58054" y="511356"/>
                    </a:lnTo>
                    <a:lnTo>
                      <a:pt x="61958" y="509910"/>
                    </a:lnTo>
                    <a:cubicBezTo>
                      <a:pt x="61958" y="509910"/>
                      <a:pt x="66030" y="508766"/>
                      <a:pt x="68487" y="508329"/>
                    </a:cubicBezTo>
                    <a:cubicBezTo>
                      <a:pt x="70944" y="507891"/>
                      <a:pt x="68622" y="511524"/>
                      <a:pt x="68622" y="511524"/>
                    </a:cubicBezTo>
                    <a:cubicBezTo>
                      <a:pt x="68622" y="511524"/>
                      <a:pt x="65290" y="515292"/>
                      <a:pt x="64852" y="515595"/>
                    </a:cubicBezTo>
                    <a:cubicBezTo>
                      <a:pt x="64415" y="515898"/>
                      <a:pt x="67006" y="517479"/>
                      <a:pt x="67006" y="517479"/>
                    </a:cubicBezTo>
                    <a:lnTo>
                      <a:pt x="71785" y="517479"/>
                    </a:lnTo>
                    <a:lnTo>
                      <a:pt x="74545" y="516335"/>
                    </a:lnTo>
                    <a:lnTo>
                      <a:pt x="77742" y="515460"/>
                    </a:lnTo>
                    <a:lnTo>
                      <a:pt x="82252" y="518051"/>
                    </a:lnTo>
                    <a:lnTo>
                      <a:pt x="85718" y="520944"/>
                    </a:lnTo>
                    <a:lnTo>
                      <a:pt x="91372" y="522659"/>
                    </a:lnTo>
                    <a:lnTo>
                      <a:pt x="95714" y="522659"/>
                    </a:lnTo>
                    <a:lnTo>
                      <a:pt x="96016" y="519463"/>
                    </a:lnTo>
                    <a:lnTo>
                      <a:pt x="96891" y="516570"/>
                    </a:lnTo>
                    <a:lnTo>
                      <a:pt x="97026" y="513946"/>
                    </a:lnTo>
                    <a:lnTo>
                      <a:pt x="96319" y="511928"/>
                    </a:lnTo>
                    <a:lnTo>
                      <a:pt x="94267" y="510179"/>
                    </a:lnTo>
                    <a:cubicBezTo>
                      <a:pt x="94267" y="510179"/>
                      <a:pt x="91944" y="508867"/>
                      <a:pt x="91675" y="508295"/>
                    </a:cubicBezTo>
                    <a:cubicBezTo>
                      <a:pt x="91372" y="507723"/>
                      <a:pt x="90531" y="508160"/>
                      <a:pt x="89050" y="507151"/>
                    </a:cubicBezTo>
                    <a:cubicBezTo>
                      <a:pt x="87603" y="506142"/>
                      <a:pt x="86021" y="504830"/>
                      <a:pt x="85415" y="504527"/>
                    </a:cubicBezTo>
                    <a:cubicBezTo>
                      <a:pt x="84843" y="504258"/>
                      <a:pt x="83396" y="503383"/>
                      <a:pt x="83396" y="503383"/>
                    </a:cubicBezTo>
                    <a:lnTo>
                      <a:pt x="79761" y="502206"/>
                    </a:lnTo>
                    <a:lnTo>
                      <a:pt x="80636" y="500760"/>
                    </a:lnTo>
                    <a:lnTo>
                      <a:pt x="81713" y="499448"/>
                    </a:lnTo>
                    <a:lnTo>
                      <a:pt x="81814" y="495680"/>
                    </a:lnTo>
                    <a:lnTo>
                      <a:pt x="81814" y="490331"/>
                    </a:lnTo>
                    <a:cubicBezTo>
                      <a:pt x="81814" y="490331"/>
                      <a:pt x="82184" y="487270"/>
                      <a:pt x="81882" y="486698"/>
                    </a:cubicBezTo>
                    <a:cubicBezTo>
                      <a:pt x="81579" y="486126"/>
                      <a:pt x="81814" y="481787"/>
                      <a:pt x="81814" y="481787"/>
                    </a:cubicBezTo>
                    <a:lnTo>
                      <a:pt x="81814" y="478322"/>
                    </a:lnTo>
                    <a:lnTo>
                      <a:pt x="84002" y="478457"/>
                    </a:lnTo>
                    <a:lnTo>
                      <a:pt x="87636" y="482090"/>
                    </a:lnTo>
                    <a:cubicBezTo>
                      <a:pt x="87636" y="482090"/>
                      <a:pt x="89959" y="485723"/>
                      <a:pt x="89959" y="486295"/>
                    </a:cubicBezTo>
                    <a:cubicBezTo>
                      <a:pt x="89959" y="486867"/>
                      <a:pt x="89521" y="491206"/>
                      <a:pt x="89084" y="491643"/>
                    </a:cubicBezTo>
                    <a:cubicBezTo>
                      <a:pt x="88646" y="492080"/>
                      <a:pt x="89252" y="494671"/>
                      <a:pt x="89084" y="495108"/>
                    </a:cubicBezTo>
                    <a:cubicBezTo>
                      <a:pt x="88949" y="495545"/>
                      <a:pt x="91271" y="497295"/>
                      <a:pt x="91271" y="497295"/>
                    </a:cubicBezTo>
                    <a:lnTo>
                      <a:pt x="94738" y="503653"/>
                    </a:lnTo>
                    <a:cubicBezTo>
                      <a:pt x="94738" y="503653"/>
                      <a:pt x="98372" y="505099"/>
                      <a:pt x="98945" y="505099"/>
                    </a:cubicBezTo>
                    <a:cubicBezTo>
                      <a:pt x="99517" y="505099"/>
                      <a:pt x="101267" y="504662"/>
                      <a:pt x="101267" y="504224"/>
                    </a:cubicBezTo>
                    <a:cubicBezTo>
                      <a:pt x="101267" y="503787"/>
                      <a:pt x="102848" y="502475"/>
                      <a:pt x="102848" y="502475"/>
                    </a:cubicBezTo>
                    <a:lnTo>
                      <a:pt x="104430" y="500894"/>
                    </a:lnTo>
                    <a:lnTo>
                      <a:pt x="104430" y="497429"/>
                    </a:lnTo>
                    <a:lnTo>
                      <a:pt x="104430" y="492215"/>
                    </a:lnTo>
                    <a:lnTo>
                      <a:pt x="104430" y="488750"/>
                    </a:lnTo>
                    <a:lnTo>
                      <a:pt x="104430" y="482662"/>
                    </a:lnTo>
                    <a:lnTo>
                      <a:pt x="107325" y="480206"/>
                    </a:lnTo>
                    <a:lnTo>
                      <a:pt x="108772" y="482662"/>
                    </a:lnTo>
                    <a:lnTo>
                      <a:pt x="113719" y="482662"/>
                    </a:lnTo>
                    <a:lnTo>
                      <a:pt x="115603" y="479634"/>
                    </a:lnTo>
                    <a:lnTo>
                      <a:pt x="116478" y="476741"/>
                    </a:lnTo>
                    <a:lnTo>
                      <a:pt x="118060" y="471964"/>
                    </a:lnTo>
                    <a:lnTo>
                      <a:pt x="124589" y="468499"/>
                    </a:lnTo>
                    <a:lnTo>
                      <a:pt x="133138" y="468768"/>
                    </a:lnTo>
                    <a:lnTo>
                      <a:pt x="139094" y="468768"/>
                    </a:lnTo>
                    <a:lnTo>
                      <a:pt x="144883" y="469273"/>
                    </a:lnTo>
                    <a:lnTo>
                      <a:pt x="149224" y="467019"/>
                    </a:lnTo>
                    <a:lnTo>
                      <a:pt x="156898" y="465270"/>
                    </a:lnTo>
                    <a:lnTo>
                      <a:pt x="160801" y="464260"/>
                    </a:lnTo>
                    <a:lnTo>
                      <a:pt x="164268" y="463117"/>
                    </a:lnTo>
                    <a:lnTo>
                      <a:pt x="163561" y="459214"/>
                    </a:lnTo>
                    <a:lnTo>
                      <a:pt x="163561" y="457903"/>
                    </a:lnTo>
                    <a:lnTo>
                      <a:pt x="167263" y="457331"/>
                    </a:lnTo>
                    <a:lnTo>
                      <a:pt x="169787" y="458643"/>
                    </a:lnTo>
                    <a:lnTo>
                      <a:pt x="170528" y="460964"/>
                    </a:lnTo>
                    <a:lnTo>
                      <a:pt x="170528" y="465034"/>
                    </a:lnTo>
                    <a:lnTo>
                      <a:pt x="171470" y="469677"/>
                    </a:lnTo>
                    <a:lnTo>
                      <a:pt x="175038" y="470686"/>
                    </a:lnTo>
                    <a:cubicBezTo>
                      <a:pt x="175038" y="470686"/>
                      <a:pt x="177057" y="467221"/>
                      <a:pt x="177225" y="466783"/>
                    </a:cubicBezTo>
                    <a:cubicBezTo>
                      <a:pt x="177360" y="466346"/>
                      <a:pt x="178235" y="464160"/>
                      <a:pt x="178235" y="464160"/>
                    </a:cubicBezTo>
                    <a:lnTo>
                      <a:pt x="181432" y="461838"/>
                    </a:lnTo>
                    <a:lnTo>
                      <a:pt x="186783" y="460089"/>
                    </a:lnTo>
                    <a:lnTo>
                      <a:pt x="188398" y="457331"/>
                    </a:lnTo>
                    <a:lnTo>
                      <a:pt x="189845" y="454135"/>
                    </a:lnTo>
                    <a:lnTo>
                      <a:pt x="190418" y="452520"/>
                    </a:lnTo>
                    <a:lnTo>
                      <a:pt x="195197" y="453967"/>
                    </a:lnTo>
                    <a:lnTo>
                      <a:pt x="200278" y="456423"/>
                    </a:lnTo>
                    <a:lnTo>
                      <a:pt x="206235" y="460022"/>
                    </a:lnTo>
                    <a:lnTo>
                      <a:pt x="210005" y="460022"/>
                    </a:lnTo>
                    <a:lnTo>
                      <a:pt x="217543" y="457196"/>
                    </a:lnTo>
                    <a:lnTo>
                      <a:pt x="218284" y="453664"/>
                    </a:lnTo>
                    <a:cubicBezTo>
                      <a:pt x="218284" y="453664"/>
                      <a:pt x="220740" y="451209"/>
                      <a:pt x="220740" y="450771"/>
                    </a:cubicBezTo>
                    <a:cubicBezTo>
                      <a:pt x="220740" y="450334"/>
                      <a:pt x="223063" y="447575"/>
                      <a:pt x="223063" y="447575"/>
                    </a:cubicBezTo>
                    <a:lnTo>
                      <a:pt x="225250" y="444380"/>
                    </a:lnTo>
                    <a:lnTo>
                      <a:pt x="224947" y="442799"/>
                    </a:lnTo>
                    <a:lnTo>
                      <a:pt x="223635" y="439165"/>
                    </a:lnTo>
                    <a:lnTo>
                      <a:pt x="219562" y="434389"/>
                    </a:lnTo>
                    <a:lnTo>
                      <a:pt x="217543" y="430049"/>
                    </a:lnTo>
                    <a:lnTo>
                      <a:pt x="220135" y="429747"/>
                    </a:lnTo>
                    <a:lnTo>
                      <a:pt x="223029" y="429443"/>
                    </a:lnTo>
                    <a:cubicBezTo>
                      <a:pt x="223029" y="429443"/>
                      <a:pt x="226226" y="429006"/>
                      <a:pt x="226664" y="428737"/>
                    </a:cubicBezTo>
                    <a:cubicBezTo>
                      <a:pt x="227101" y="428435"/>
                      <a:pt x="228111" y="427156"/>
                      <a:pt x="228111" y="427156"/>
                    </a:cubicBezTo>
                    <a:lnTo>
                      <a:pt x="232183" y="426282"/>
                    </a:lnTo>
                    <a:lnTo>
                      <a:pt x="234774" y="426416"/>
                    </a:lnTo>
                    <a:lnTo>
                      <a:pt x="236356" y="429006"/>
                    </a:lnTo>
                    <a:lnTo>
                      <a:pt x="234774" y="432908"/>
                    </a:lnTo>
                    <a:lnTo>
                      <a:pt x="234337" y="435230"/>
                    </a:lnTo>
                    <a:lnTo>
                      <a:pt x="234068" y="439435"/>
                    </a:lnTo>
                    <a:lnTo>
                      <a:pt x="233193" y="441756"/>
                    </a:lnTo>
                    <a:lnTo>
                      <a:pt x="233193" y="445086"/>
                    </a:lnTo>
                    <a:lnTo>
                      <a:pt x="234269" y="448988"/>
                    </a:lnTo>
                    <a:lnTo>
                      <a:pt x="236794" y="451612"/>
                    </a:lnTo>
                    <a:lnTo>
                      <a:pt x="241000" y="453631"/>
                    </a:lnTo>
                    <a:lnTo>
                      <a:pt x="245780" y="452756"/>
                    </a:lnTo>
                    <a:lnTo>
                      <a:pt x="247799" y="448686"/>
                    </a:lnTo>
                    <a:lnTo>
                      <a:pt x="251265" y="446230"/>
                    </a:lnTo>
                    <a:cubicBezTo>
                      <a:pt x="251265" y="446230"/>
                      <a:pt x="251568" y="441150"/>
                      <a:pt x="251837" y="440578"/>
                    </a:cubicBezTo>
                    <a:cubicBezTo>
                      <a:pt x="252107" y="440006"/>
                      <a:pt x="251703" y="434489"/>
                      <a:pt x="251703" y="434489"/>
                    </a:cubicBezTo>
                    <a:lnTo>
                      <a:pt x="251130" y="432303"/>
                    </a:lnTo>
                    <a:lnTo>
                      <a:pt x="247933" y="428266"/>
                    </a:lnTo>
                    <a:lnTo>
                      <a:pt x="244029" y="422918"/>
                    </a:lnTo>
                    <a:lnTo>
                      <a:pt x="246049" y="420025"/>
                    </a:lnTo>
                    <a:lnTo>
                      <a:pt x="249515" y="420159"/>
                    </a:lnTo>
                    <a:lnTo>
                      <a:pt x="253587" y="420025"/>
                    </a:lnTo>
                    <a:lnTo>
                      <a:pt x="255035" y="422043"/>
                    </a:lnTo>
                    <a:lnTo>
                      <a:pt x="262438" y="423355"/>
                    </a:lnTo>
                    <a:lnTo>
                      <a:pt x="266510" y="420159"/>
                    </a:lnTo>
                    <a:lnTo>
                      <a:pt x="269270" y="417973"/>
                    </a:lnTo>
                    <a:lnTo>
                      <a:pt x="273915" y="416829"/>
                    </a:lnTo>
                    <a:lnTo>
                      <a:pt x="274621" y="419587"/>
                    </a:lnTo>
                    <a:lnTo>
                      <a:pt x="273040" y="425508"/>
                    </a:lnTo>
                    <a:lnTo>
                      <a:pt x="271896" y="429410"/>
                    </a:lnTo>
                    <a:lnTo>
                      <a:pt x="272905" y="432875"/>
                    </a:lnTo>
                    <a:lnTo>
                      <a:pt x="277549" y="433884"/>
                    </a:lnTo>
                    <a:lnTo>
                      <a:pt x="283641" y="433884"/>
                    </a:lnTo>
                    <a:lnTo>
                      <a:pt x="287982" y="432875"/>
                    </a:lnTo>
                    <a:lnTo>
                      <a:pt x="290877" y="429242"/>
                    </a:lnTo>
                    <a:lnTo>
                      <a:pt x="293333" y="425037"/>
                    </a:lnTo>
                    <a:lnTo>
                      <a:pt x="294780" y="423456"/>
                    </a:lnTo>
                    <a:lnTo>
                      <a:pt x="296228" y="419823"/>
                    </a:lnTo>
                    <a:lnTo>
                      <a:pt x="296497" y="414777"/>
                    </a:lnTo>
                    <a:lnTo>
                      <a:pt x="293468" y="409697"/>
                    </a:lnTo>
                    <a:lnTo>
                      <a:pt x="292761" y="406232"/>
                    </a:lnTo>
                    <a:lnTo>
                      <a:pt x="289429" y="402902"/>
                    </a:lnTo>
                    <a:lnTo>
                      <a:pt x="288723" y="397688"/>
                    </a:lnTo>
                    <a:lnTo>
                      <a:pt x="289598" y="393617"/>
                    </a:lnTo>
                    <a:lnTo>
                      <a:pt x="294074" y="398259"/>
                    </a:lnTo>
                    <a:lnTo>
                      <a:pt x="294074" y="401724"/>
                    </a:lnTo>
                    <a:lnTo>
                      <a:pt x="297103" y="404046"/>
                    </a:lnTo>
                    <a:lnTo>
                      <a:pt x="300435" y="406064"/>
                    </a:lnTo>
                    <a:lnTo>
                      <a:pt x="303632" y="408385"/>
                    </a:lnTo>
                    <a:lnTo>
                      <a:pt x="302319" y="410269"/>
                    </a:lnTo>
                    <a:lnTo>
                      <a:pt x="300435" y="415046"/>
                    </a:lnTo>
                    <a:lnTo>
                      <a:pt x="302319" y="420563"/>
                    </a:lnTo>
                    <a:lnTo>
                      <a:pt x="308848" y="425071"/>
                    </a:lnTo>
                    <a:lnTo>
                      <a:pt x="314939" y="424330"/>
                    </a:lnTo>
                    <a:lnTo>
                      <a:pt x="319146" y="420697"/>
                    </a:lnTo>
                    <a:cubicBezTo>
                      <a:pt x="319146" y="420697"/>
                      <a:pt x="323623" y="417939"/>
                      <a:pt x="324094" y="417502"/>
                    </a:cubicBezTo>
                    <a:cubicBezTo>
                      <a:pt x="324531" y="417064"/>
                      <a:pt x="326416" y="415450"/>
                      <a:pt x="326988" y="414609"/>
                    </a:cubicBezTo>
                    <a:cubicBezTo>
                      <a:pt x="327560" y="413734"/>
                      <a:pt x="329007" y="410841"/>
                      <a:pt x="329007" y="410841"/>
                    </a:cubicBezTo>
                    <a:lnTo>
                      <a:pt x="330454" y="406064"/>
                    </a:lnTo>
                    <a:lnTo>
                      <a:pt x="332204" y="401287"/>
                    </a:lnTo>
                    <a:lnTo>
                      <a:pt x="334527" y="397957"/>
                    </a:lnTo>
                    <a:lnTo>
                      <a:pt x="336411" y="397385"/>
                    </a:lnTo>
                    <a:cubicBezTo>
                      <a:pt x="336411" y="397385"/>
                      <a:pt x="340618" y="401859"/>
                      <a:pt x="341190" y="402464"/>
                    </a:cubicBezTo>
                    <a:cubicBezTo>
                      <a:pt x="341762" y="403036"/>
                      <a:pt x="341055" y="405492"/>
                      <a:pt x="341190" y="407813"/>
                    </a:cubicBezTo>
                    <a:cubicBezTo>
                      <a:pt x="341325" y="410134"/>
                      <a:pt x="341930" y="411715"/>
                      <a:pt x="341930" y="411715"/>
                    </a:cubicBezTo>
                    <a:cubicBezTo>
                      <a:pt x="341930" y="411715"/>
                      <a:pt x="347416" y="416358"/>
                      <a:pt x="348291" y="416055"/>
                    </a:cubicBezTo>
                    <a:cubicBezTo>
                      <a:pt x="349166" y="415752"/>
                      <a:pt x="353373" y="415315"/>
                      <a:pt x="353373" y="415315"/>
                    </a:cubicBezTo>
                    <a:lnTo>
                      <a:pt x="360474" y="416055"/>
                    </a:lnTo>
                    <a:cubicBezTo>
                      <a:pt x="360474" y="416055"/>
                      <a:pt x="362662" y="415752"/>
                      <a:pt x="362662" y="415315"/>
                    </a:cubicBezTo>
                    <a:cubicBezTo>
                      <a:pt x="362662" y="414878"/>
                      <a:pt x="364412" y="412859"/>
                      <a:pt x="364412" y="412859"/>
                    </a:cubicBezTo>
                    <a:lnTo>
                      <a:pt x="360508" y="410101"/>
                    </a:lnTo>
                    <a:lnTo>
                      <a:pt x="361383" y="406905"/>
                    </a:lnTo>
                    <a:cubicBezTo>
                      <a:pt x="361383" y="406905"/>
                      <a:pt x="363133" y="403877"/>
                      <a:pt x="363133" y="403272"/>
                    </a:cubicBezTo>
                    <a:cubicBezTo>
                      <a:pt x="363133" y="402700"/>
                      <a:pt x="364446" y="402128"/>
                      <a:pt x="364446" y="402128"/>
                    </a:cubicBezTo>
                    <a:lnTo>
                      <a:pt x="366330" y="402868"/>
                    </a:lnTo>
                    <a:lnTo>
                      <a:pt x="367912" y="405055"/>
                    </a:lnTo>
                    <a:cubicBezTo>
                      <a:pt x="367912" y="405055"/>
                      <a:pt x="372691" y="405627"/>
                      <a:pt x="373297" y="405055"/>
                    </a:cubicBezTo>
                    <a:cubicBezTo>
                      <a:pt x="373869" y="404483"/>
                      <a:pt x="374744" y="405055"/>
                      <a:pt x="374744" y="405055"/>
                    </a:cubicBezTo>
                    <a:cubicBezTo>
                      <a:pt x="374744" y="405055"/>
                      <a:pt x="377638" y="402027"/>
                      <a:pt x="377806" y="401590"/>
                    </a:cubicBezTo>
                    <a:cubicBezTo>
                      <a:pt x="377941" y="401153"/>
                      <a:pt x="381138" y="399269"/>
                      <a:pt x="381576" y="398529"/>
                    </a:cubicBezTo>
                    <a:cubicBezTo>
                      <a:pt x="382013" y="397822"/>
                      <a:pt x="382888" y="393752"/>
                      <a:pt x="382888" y="393752"/>
                    </a:cubicBezTo>
                    <a:lnTo>
                      <a:pt x="386523" y="390556"/>
                    </a:lnTo>
                    <a:lnTo>
                      <a:pt x="388980" y="387798"/>
                    </a:lnTo>
                    <a:lnTo>
                      <a:pt x="391436" y="384165"/>
                    </a:lnTo>
                    <a:lnTo>
                      <a:pt x="393321" y="380700"/>
                    </a:lnTo>
                    <a:lnTo>
                      <a:pt x="394903" y="378076"/>
                    </a:lnTo>
                    <a:lnTo>
                      <a:pt x="394465" y="373433"/>
                    </a:lnTo>
                    <a:lnTo>
                      <a:pt x="394331" y="370238"/>
                    </a:lnTo>
                    <a:lnTo>
                      <a:pt x="391706" y="366168"/>
                    </a:lnTo>
                    <a:lnTo>
                      <a:pt x="390696" y="361256"/>
                    </a:lnTo>
                    <a:lnTo>
                      <a:pt x="396922" y="363140"/>
                    </a:lnTo>
                    <a:lnTo>
                      <a:pt x="395913" y="366033"/>
                    </a:lnTo>
                    <a:lnTo>
                      <a:pt x="399110" y="368926"/>
                    </a:lnTo>
                    <a:lnTo>
                      <a:pt x="401566" y="370810"/>
                    </a:lnTo>
                    <a:lnTo>
                      <a:pt x="403451" y="375015"/>
                    </a:lnTo>
                    <a:lnTo>
                      <a:pt x="407523" y="379522"/>
                    </a:lnTo>
                    <a:lnTo>
                      <a:pt x="407086" y="381978"/>
                    </a:lnTo>
                    <a:lnTo>
                      <a:pt x="409846" y="385174"/>
                    </a:lnTo>
                    <a:lnTo>
                      <a:pt x="414759" y="385174"/>
                    </a:lnTo>
                    <a:lnTo>
                      <a:pt x="418831" y="383223"/>
                    </a:lnTo>
                    <a:lnTo>
                      <a:pt x="420851" y="380969"/>
                    </a:lnTo>
                    <a:lnTo>
                      <a:pt x="419976" y="377773"/>
                    </a:lnTo>
                    <a:lnTo>
                      <a:pt x="417788" y="375015"/>
                    </a:lnTo>
                    <a:lnTo>
                      <a:pt x="417519" y="372828"/>
                    </a:lnTo>
                    <a:lnTo>
                      <a:pt x="421153" y="370810"/>
                    </a:lnTo>
                    <a:lnTo>
                      <a:pt x="421423" y="367345"/>
                    </a:lnTo>
                    <a:lnTo>
                      <a:pt x="421557" y="361122"/>
                    </a:lnTo>
                    <a:lnTo>
                      <a:pt x="420380" y="351265"/>
                    </a:lnTo>
                    <a:lnTo>
                      <a:pt x="420817" y="347060"/>
                    </a:lnTo>
                    <a:lnTo>
                      <a:pt x="418797" y="343595"/>
                    </a:lnTo>
                    <a:lnTo>
                      <a:pt x="415600" y="340131"/>
                    </a:lnTo>
                    <a:lnTo>
                      <a:pt x="415028" y="335354"/>
                    </a:lnTo>
                    <a:lnTo>
                      <a:pt x="415466" y="330711"/>
                    </a:lnTo>
                    <a:lnTo>
                      <a:pt x="414322" y="326944"/>
                    </a:lnTo>
                    <a:lnTo>
                      <a:pt x="410687" y="324488"/>
                    </a:lnTo>
                    <a:cubicBezTo>
                      <a:pt x="410687" y="324488"/>
                      <a:pt x="405168" y="320855"/>
                      <a:pt x="404730" y="320586"/>
                    </a:cubicBezTo>
                    <a:cubicBezTo>
                      <a:pt x="404293" y="320283"/>
                      <a:pt x="401836" y="316515"/>
                      <a:pt x="401836" y="316515"/>
                    </a:cubicBezTo>
                    <a:lnTo>
                      <a:pt x="400220" y="313050"/>
                    </a:lnTo>
                    <a:lnTo>
                      <a:pt x="400220" y="311301"/>
                    </a:lnTo>
                    <a:lnTo>
                      <a:pt x="405235" y="315069"/>
                    </a:lnTo>
                    <a:lnTo>
                      <a:pt x="410519" y="317087"/>
                    </a:lnTo>
                    <a:lnTo>
                      <a:pt x="413548" y="318836"/>
                    </a:lnTo>
                    <a:lnTo>
                      <a:pt x="417317" y="318971"/>
                    </a:lnTo>
                    <a:lnTo>
                      <a:pt x="419067" y="317524"/>
                    </a:lnTo>
                    <a:lnTo>
                      <a:pt x="419336" y="313050"/>
                    </a:lnTo>
                    <a:lnTo>
                      <a:pt x="419336" y="307265"/>
                    </a:lnTo>
                    <a:lnTo>
                      <a:pt x="416879" y="303934"/>
                    </a:lnTo>
                    <a:lnTo>
                      <a:pt x="412538" y="300604"/>
                    </a:lnTo>
                    <a:lnTo>
                      <a:pt x="408197" y="295962"/>
                    </a:lnTo>
                    <a:lnTo>
                      <a:pt x="403720" y="290445"/>
                    </a:lnTo>
                    <a:lnTo>
                      <a:pt x="403720" y="286980"/>
                    </a:lnTo>
                    <a:lnTo>
                      <a:pt x="403720" y="281765"/>
                    </a:lnTo>
                    <a:lnTo>
                      <a:pt x="405672" y="280622"/>
                    </a:lnTo>
                    <a:cubicBezTo>
                      <a:pt x="405672" y="280622"/>
                      <a:pt x="410081" y="285970"/>
                      <a:pt x="410687" y="286408"/>
                    </a:cubicBezTo>
                    <a:cubicBezTo>
                      <a:pt x="411259" y="286845"/>
                      <a:pt x="413009" y="291487"/>
                      <a:pt x="413009" y="291487"/>
                    </a:cubicBezTo>
                    <a:lnTo>
                      <a:pt x="417519" y="296702"/>
                    </a:lnTo>
                    <a:lnTo>
                      <a:pt x="421725" y="301041"/>
                    </a:lnTo>
                    <a:lnTo>
                      <a:pt x="425360" y="306390"/>
                    </a:lnTo>
                    <a:lnTo>
                      <a:pt x="426673" y="308139"/>
                    </a:lnTo>
                    <a:lnTo>
                      <a:pt x="432327" y="309283"/>
                    </a:lnTo>
                    <a:lnTo>
                      <a:pt x="433774" y="311032"/>
                    </a:lnTo>
                    <a:cubicBezTo>
                      <a:pt x="433774" y="311032"/>
                      <a:pt x="436533" y="316246"/>
                      <a:pt x="436837" y="316818"/>
                    </a:cubicBezTo>
                    <a:cubicBezTo>
                      <a:pt x="437106" y="317390"/>
                      <a:pt x="438586" y="321326"/>
                      <a:pt x="438586" y="321326"/>
                    </a:cubicBezTo>
                    <a:cubicBezTo>
                      <a:pt x="438586" y="321326"/>
                      <a:pt x="441918" y="326977"/>
                      <a:pt x="442188" y="328424"/>
                    </a:cubicBezTo>
                    <a:cubicBezTo>
                      <a:pt x="442490" y="329870"/>
                      <a:pt x="443500" y="331317"/>
                      <a:pt x="443500" y="331317"/>
                    </a:cubicBezTo>
                    <a:cubicBezTo>
                      <a:pt x="443500" y="331317"/>
                      <a:pt x="444678" y="334210"/>
                      <a:pt x="444813" y="334647"/>
                    </a:cubicBezTo>
                    <a:cubicBezTo>
                      <a:pt x="444947" y="335085"/>
                      <a:pt x="446866" y="337406"/>
                      <a:pt x="446866" y="337406"/>
                    </a:cubicBezTo>
                    <a:lnTo>
                      <a:pt x="449895" y="338280"/>
                    </a:lnTo>
                    <a:lnTo>
                      <a:pt x="455246" y="338280"/>
                    </a:lnTo>
                    <a:cubicBezTo>
                      <a:pt x="455246" y="338280"/>
                      <a:pt x="457568" y="337708"/>
                      <a:pt x="458005" y="337406"/>
                    </a:cubicBezTo>
                    <a:cubicBezTo>
                      <a:pt x="458443" y="337103"/>
                      <a:pt x="462347" y="336397"/>
                      <a:pt x="462347" y="336397"/>
                    </a:cubicBezTo>
                    <a:lnTo>
                      <a:pt x="466116" y="335959"/>
                    </a:lnTo>
                    <a:lnTo>
                      <a:pt x="468135" y="334647"/>
                    </a:lnTo>
                    <a:lnTo>
                      <a:pt x="470895" y="331451"/>
                    </a:lnTo>
                    <a:lnTo>
                      <a:pt x="474227" y="329568"/>
                    </a:lnTo>
                    <a:lnTo>
                      <a:pt x="480453" y="329568"/>
                    </a:lnTo>
                    <a:lnTo>
                      <a:pt x="484525" y="329332"/>
                    </a:lnTo>
                    <a:lnTo>
                      <a:pt x="487116" y="329837"/>
                    </a:lnTo>
                    <a:lnTo>
                      <a:pt x="491761" y="329971"/>
                    </a:lnTo>
                    <a:lnTo>
                      <a:pt x="493646" y="327213"/>
                    </a:lnTo>
                    <a:lnTo>
                      <a:pt x="498997" y="326775"/>
                    </a:lnTo>
                    <a:lnTo>
                      <a:pt x="504650" y="328087"/>
                    </a:lnTo>
                    <a:lnTo>
                      <a:pt x="508252" y="331855"/>
                    </a:lnTo>
                    <a:lnTo>
                      <a:pt x="510877" y="334883"/>
                    </a:lnTo>
                    <a:lnTo>
                      <a:pt x="514646" y="338785"/>
                    </a:lnTo>
                    <a:lnTo>
                      <a:pt x="519559" y="337036"/>
                    </a:lnTo>
                    <a:lnTo>
                      <a:pt x="523194" y="335724"/>
                    </a:lnTo>
                    <a:lnTo>
                      <a:pt x="525819" y="333537"/>
                    </a:lnTo>
                    <a:lnTo>
                      <a:pt x="525684" y="329769"/>
                    </a:lnTo>
                    <a:lnTo>
                      <a:pt x="523362" y="325867"/>
                    </a:lnTo>
                    <a:lnTo>
                      <a:pt x="519458" y="322537"/>
                    </a:lnTo>
                    <a:lnTo>
                      <a:pt x="515252" y="319341"/>
                    </a:lnTo>
                    <a:lnTo>
                      <a:pt x="512357" y="313690"/>
                    </a:lnTo>
                    <a:lnTo>
                      <a:pt x="514511" y="309182"/>
                    </a:lnTo>
                    <a:lnTo>
                      <a:pt x="517540" y="306995"/>
                    </a:lnTo>
                    <a:lnTo>
                      <a:pt x="523194" y="305986"/>
                    </a:lnTo>
                    <a:lnTo>
                      <a:pt x="528983" y="303362"/>
                    </a:lnTo>
                    <a:lnTo>
                      <a:pt x="532449" y="299729"/>
                    </a:lnTo>
                    <a:lnTo>
                      <a:pt x="535343" y="296533"/>
                    </a:lnTo>
                    <a:lnTo>
                      <a:pt x="543454" y="296971"/>
                    </a:lnTo>
                    <a:lnTo>
                      <a:pt x="544329" y="302488"/>
                    </a:lnTo>
                    <a:lnTo>
                      <a:pt x="544901" y="306558"/>
                    </a:lnTo>
                    <a:lnTo>
                      <a:pt x="542142" y="309148"/>
                    </a:lnTo>
                    <a:lnTo>
                      <a:pt x="538945" y="312781"/>
                    </a:lnTo>
                    <a:cubicBezTo>
                      <a:pt x="538945" y="312781"/>
                      <a:pt x="537060" y="316246"/>
                      <a:pt x="536488" y="316852"/>
                    </a:cubicBezTo>
                    <a:cubicBezTo>
                      <a:pt x="535916" y="317457"/>
                      <a:pt x="536488" y="320922"/>
                      <a:pt x="536488" y="320922"/>
                    </a:cubicBezTo>
                    <a:lnTo>
                      <a:pt x="539247" y="323546"/>
                    </a:lnTo>
                    <a:lnTo>
                      <a:pt x="544026" y="325127"/>
                    </a:lnTo>
                    <a:lnTo>
                      <a:pt x="549108" y="326271"/>
                    </a:lnTo>
                    <a:lnTo>
                      <a:pt x="553753" y="328289"/>
                    </a:lnTo>
                    <a:lnTo>
                      <a:pt x="556815" y="326843"/>
                    </a:lnTo>
                    <a:lnTo>
                      <a:pt x="558969" y="323815"/>
                    </a:lnTo>
                    <a:lnTo>
                      <a:pt x="558531" y="318601"/>
                    </a:lnTo>
                    <a:lnTo>
                      <a:pt x="558094" y="316414"/>
                    </a:lnTo>
                    <a:lnTo>
                      <a:pt x="554628" y="309889"/>
                    </a:lnTo>
                    <a:lnTo>
                      <a:pt x="552440" y="308139"/>
                    </a:lnTo>
                    <a:lnTo>
                      <a:pt x="555032" y="304674"/>
                    </a:lnTo>
                    <a:lnTo>
                      <a:pt x="557185" y="306424"/>
                    </a:lnTo>
                    <a:lnTo>
                      <a:pt x="560248" y="309889"/>
                    </a:lnTo>
                    <a:lnTo>
                      <a:pt x="562839" y="312041"/>
                    </a:lnTo>
                    <a:lnTo>
                      <a:pt x="564589" y="312041"/>
                    </a:lnTo>
                    <a:lnTo>
                      <a:pt x="567181" y="312041"/>
                    </a:lnTo>
                    <a:lnTo>
                      <a:pt x="567181" y="307702"/>
                    </a:lnTo>
                    <a:lnTo>
                      <a:pt x="567181" y="304237"/>
                    </a:lnTo>
                    <a:lnTo>
                      <a:pt x="567181" y="300772"/>
                    </a:lnTo>
                    <a:lnTo>
                      <a:pt x="567181" y="298182"/>
                    </a:lnTo>
                    <a:lnTo>
                      <a:pt x="573474" y="296870"/>
                    </a:lnTo>
                    <a:lnTo>
                      <a:pt x="579768" y="295995"/>
                    </a:lnTo>
                    <a:lnTo>
                      <a:pt x="584984" y="292093"/>
                    </a:lnTo>
                    <a:lnTo>
                      <a:pt x="588450" y="291218"/>
                    </a:lnTo>
                    <a:lnTo>
                      <a:pt x="593229" y="286879"/>
                    </a:lnTo>
                    <a:lnTo>
                      <a:pt x="596696" y="288628"/>
                    </a:lnTo>
                    <a:lnTo>
                      <a:pt x="596696" y="290377"/>
                    </a:lnTo>
                    <a:lnTo>
                      <a:pt x="593229" y="292127"/>
                    </a:lnTo>
                    <a:lnTo>
                      <a:pt x="593229" y="293876"/>
                    </a:lnTo>
                    <a:lnTo>
                      <a:pt x="593229" y="299090"/>
                    </a:lnTo>
                    <a:lnTo>
                      <a:pt x="595619" y="305179"/>
                    </a:lnTo>
                    <a:lnTo>
                      <a:pt x="602350" y="306491"/>
                    </a:lnTo>
                    <a:lnTo>
                      <a:pt x="609316" y="307668"/>
                    </a:lnTo>
                    <a:lnTo>
                      <a:pt x="616720" y="310393"/>
                    </a:lnTo>
                    <a:lnTo>
                      <a:pt x="625403" y="310393"/>
                    </a:lnTo>
                    <a:lnTo>
                      <a:pt x="630182" y="307769"/>
                    </a:lnTo>
                    <a:lnTo>
                      <a:pt x="628432" y="299931"/>
                    </a:lnTo>
                    <a:lnTo>
                      <a:pt x="626682" y="297744"/>
                    </a:lnTo>
                    <a:lnTo>
                      <a:pt x="621903" y="292093"/>
                    </a:lnTo>
                    <a:lnTo>
                      <a:pt x="617562" y="288628"/>
                    </a:lnTo>
                    <a:lnTo>
                      <a:pt x="617562" y="284288"/>
                    </a:lnTo>
                    <a:lnTo>
                      <a:pt x="621466" y="282977"/>
                    </a:lnTo>
                    <a:lnTo>
                      <a:pt x="628869" y="284726"/>
                    </a:lnTo>
                    <a:lnTo>
                      <a:pt x="631057" y="282539"/>
                    </a:lnTo>
                    <a:lnTo>
                      <a:pt x="633649" y="277762"/>
                    </a:lnTo>
                    <a:lnTo>
                      <a:pt x="636711" y="278200"/>
                    </a:lnTo>
                    <a:lnTo>
                      <a:pt x="636711" y="281665"/>
                    </a:lnTo>
                    <a:lnTo>
                      <a:pt x="636711" y="287316"/>
                    </a:lnTo>
                    <a:lnTo>
                      <a:pt x="643240" y="293842"/>
                    </a:lnTo>
                    <a:lnTo>
                      <a:pt x="650610" y="299931"/>
                    </a:lnTo>
                    <a:lnTo>
                      <a:pt x="659327" y="294280"/>
                    </a:lnTo>
                    <a:lnTo>
                      <a:pt x="665418" y="289940"/>
                    </a:lnTo>
                    <a:lnTo>
                      <a:pt x="671072" y="286038"/>
                    </a:lnTo>
                    <a:lnTo>
                      <a:pt x="673260" y="283447"/>
                    </a:lnTo>
                    <a:lnTo>
                      <a:pt x="673260" y="279983"/>
                    </a:lnTo>
                    <a:lnTo>
                      <a:pt x="673260" y="274399"/>
                    </a:lnTo>
                    <a:lnTo>
                      <a:pt x="678476" y="276585"/>
                    </a:lnTo>
                    <a:lnTo>
                      <a:pt x="678476" y="282674"/>
                    </a:lnTo>
                    <a:lnTo>
                      <a:pt x="683491" y="286139"/>
                    </a:lnTo>
                    <a:lnTo>
                      <a:pt x="688943" y="282674"/>
                    </a:lnTo>
                    <a:lnTo>
                      <a:pt x="694159" y="276148"/>
                    </a:lnTo>
                    <a:lnTo>
                      <a:pt x="698501" y="270496"/>
                    </a:lnTo>
                    <a:lnTo>
                      <a:pt x="700251" y="270496"/>
                    </a:lnTo>
                    <a:lnTo>
                      <a:pt x="710684" y="268747"/>
                    </a:lnTo>
                    <a:lnTo>
                      <a:pt x="720242" y="268747"/>
                    </a:lnTo>
                    <a:lnTo>
                      <a:pt x="727208" y="262658"/>
                    </a:lnTo>
                    <a:lnTo>
                      <a:pt x="727208" y="257444"/>
                    </a:lnTo>
                    <a:lnTo>
                      <a:pt x="727208" y="246578"/>
                    </a:lnTo>
                    <a:lnTo>
                      <a:pt x="733300" y="240927"/>
                    </a:lnTo>
                    <a:lnTo>
                      <a:pt x="744170" y="240927"/>
                    </a:lnTo>
                    <a:lnTo>
                      <a:pt x="751574" y="237900"/>
                    </a:lnTo>
                    <a:lnTo>
                      <a:pt x="748949" y="232248"/>
                    </a:lnTo>
                    <a:lnTo>
                      <a:pt x="745920" y="232248"/>
                    </a:lnTo>
                    <a:lnTo>
                      <a:pt x="745483" y="225722"/>
                    </a:lnTo>
                    <a:lnTo>
                      <a:pt x="740704" y="222257"/>
                    </a:lnTo>
                    <a:lnTo>
                      <a:pt x="748545" y="217480"/>
                    </a:lnTo>
                    <a:lnTo>
                      <a:pt x="750699" y="225318"/>
                    </a:lnTo>
                    <a:lnTo>
                      <a:pt x="756791" y="225318"/>
                    </a:lnTo>
                    <a:lnTo>
                      <a:pt x="756791" y="218355"/>
                    </a:lnTo>
                    <a:lnTo>
                      <a:pt x="764598" y="218355"/>
                    </a:lnTo>
                    <a:lnTo>
                      <a:pt x="767190" y="212266"/>
                    </a:lnTo>
                    <a:lnTo>
                      <a:pt x="767190" y="205303"/>
                    </a:lnTo>
                    <a:lnTo>
                      <a:pt x="767190" y="200963"/>
                    </a:lnTo>
                    <a:lnTo>
                      <a:pt x="769815" y="195749"/>
                    </a:lnTo>
                    <a:lnTo>
                      <a:pt x="776781" y="195749"/>
                    </a:lnTo>
                    <a:lnTo>
                      <a:pt x="784623" y="195749"/>
                    </a:lnTo>
                    <a:lnTo>
                      <a:pt x="784623" y="193159"/>
                    </a:lnTo>
                    <a:lnTo>
                      <a:pt x="787080" y="188987"/>
                    </a:lnTo>
                    <a:lnTo>
                      <a:pt x="780147" y="183168"/>
                    </a:lnTo>
                    <a:close/>
                  </a:path>
                </a:pathLst>
              </a:custGeom>
              <a:grpFill/>
              <a:ln w="6350" cap="flat">
                <a:solidFill>
                  <a:schemeClr val="bg1"/>
                </a:solidFill>
                <a:prstDash val="solid"/>
                <a:miter/>
              </a:ln>
            </p:spPr>
            <p:txBody>
              <a:bodyPr rtlCol="0" anchor="ctr"/>
              <a:lstStyle/>
              <a:p>
                <a:endParaRPr lang="en-US"/>
              </a:p>
            </p:txBody>
          </p:sp>
          <p:sp>
            <p:nvSpPr>
              <p:cNvPr id="156" name="Freeform 935">
                <a:extLst>
                  <a:ext uri="{FF2B5EF4-FFF2-40B4-BE49-F238E27FC236}">
                    <a16:creationId xmlns:a16="http://schemas.microsoft.com/office/drawing/2014/main" id="{72C9340F-BCF5-E0CB-EAF2-0B03D8D1858F}"/>
                  </a:ext>
                </a:extLst>
              </p:cNvPr>
              <p:cNvSpPr/>
              <p:nvPr/>
            </p:nvSpPr>
            <p:spPr>
              <a:xfrm>
                <a:off x="5379137" y="3766461"/>
                <a:ext cx="7841" cy="6761"/>
              </a:xfrm>
              <a:custGeom>
                <a:avLst/>
                <a:gdLst>
                  <a:gd name="connsiteX0" fmla="*/ 1414 w 7841"/>
                  <a:gd name="connsiteY0" fmla="*/ 4878 h 6761"/>
                  <a:gd name="connsiteX1" fmla="*/ 4846 w 7841"/>
                  <a:gd name="connsiteY1" fmla="*/ 6762 h 6761"/>
                  <a:gd name="connsiteX2" fmla="*/ 7842 w 7841"/>
                  <a:gd name="connsiteY2" fmla="*/ 5416 h 6761"/>
                  <a:gd name="connsiteX3" fmla="*/ 7842 w 7841"/>
                  <a:gd name="connsiteY3" fmla="*/ 2590 h 6761"/>
                  <a:gd name="connsiteX4" fmla="*/ 6092 w 7841"/>
                  <a:gd name="connsiteY4" fmla="*/ 0 h 6761"/>
                  <a:gd name="connsiteX5" fmla="*/ 1750 w 7841"/>
                  <a:gd name="connsiteY5" fmla="*/ 0 h 6761"/>
                  <a:gd name="connsiteX6" fmla="*/ 0 w 7841"/>
                  <a:gd name="connsiteY6" fmla="*/ 2153 h 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1" h="6761">
                    <a:moveTo>
                      <a:pt x="1414" y="4878"/>
                    </a:moveTo>
                    <a:lnTo>
                      <a:pt x="4846" y="6762"/>
                    </a:lnTo>
                    <a:lnTo>
                      <a:pt x="7842" y="5416"/>
                    </a:lnTo>
                    <a:lnTo>
                      <a:pt x="7842" y="2590"/>
                    </a:lnTo>
                    <a:lnTo>
                      <a:pt x="6092" y="0"/>
                    </a:lnTo>
                    <a:lnTo>
                      <a:pt x="1750" y="0"/>
                    </a:lnTo>
                    <a:lnTo>
                      <a:pt x="0" y="2153"/>
                    </a:lnTo>
                    <a:close/>
                  </a:path>
                </a:pathLst>
              </a:custGeom>
              <a:grpFill/>
              <a:ln w="6350" cap="flat">
                <a:solidFill>
                  <a:schemeClr val="bg1"/>
                </a:solidFill>
                <a:prstDash val="solid"/>
                <a:miter/>
              </a:ln>
            </p:spPr>
            <p:txBody>
              <a:bodyPr rtlCol="0" anchor="ctr"/>
              <a:lstStyle/>
              <a:p>
                <a:endParaRPr lang="en-US"/>
              </a:p>
            </p:txBody>
          </p:sp>
          <p:sp>
            <p:nvSpPr>
              <p:cNvPr id="157" name="Freeform 936">
                <a:extLst>
                  <a:ext uri="{FF2B5EF4-FFF2-40B4-BE49-F238E27FC236}">
                    <a16:creationId xmlns:a16="http://schemas.microsoft.com/office/drawing/2014/main" id="{A61644E7-8D8C-3E2B-8226-8542A835228F}"/>
                  </a:ext>
                </a:extLst>
              </p:cNvPr>
              <p:cNvSpPr/>
              <p:nvPr/>
            </p:nvSpPr>
            <p:spPr>
              <a:xfrm>
                <a:off x="5440658" y="3744730"/>
                <a:ext cx="3701" cy="3902"/>
              </a:xfrm>
              <a:custGeom>
                <a:avLst/>
                <a:gdLst>
                  <a:gd name="connsiteX0" fmla="*/ 3702 w 3701"/>
                  <a:gd name="connsiteY0" fmla="*/ 1716 h 3902"/>
                  <a:gd name="connsiteX1" fmla="*/ 3702 w 3701"/>
                  <a:gd name="connsiteY1" fmla="*/ 0 h 3902"/>
                  <a:gd name="connsiteX2" fmla="*/ 0 w 3701"/>
                  <a:gd name="connsiteY2" fmla="*/ 1716 h 3902"/>
                  <a:gd name="connsiteX3" fmla="*/ 1851 w 3701"/>
                  <a:gd name="connsiteY3" fmla="*/ 3902 h 3902"/>
                </a:gdLst>
                <a:ahLst/>
                <a:cxnLst>
                  <a:cxn ang="0">
                    <a:pos x="connsiteX0" y="connsiteY0"/>
                  </a:cxn>
                  <a:cxn ang="0">
                    <a:pos x="connsiteX1" y="connsiteY1"/>
                  </a:cxn>
                  <a:cxn ang="0">
                    <a:pos x="connsiteX2" y="connsiteY2"/>
                  </a:cxn>
                  <a:cxn ang="0">
                    <a:pos x="connsiteX3" y="connsiteY3"/>
                  </a:cxn>
                </a:cxnLst>
                <a:rect l="l" t="t" r="r" b="b"/>
                <a:pathLst>
                  <a:path w="3701" h="3902">
                    <a:moveTo>
                      <a:pt x="3702" y="1716"/>
                    </a:moveTo>
                    <a:lnTo>
                      <a:pt x="3702" y="0"/>
                    </a:lnTo>
                    <a:lnTo>
                      <a:pt x="0" y="1716"/>
                    </a:lnTo>
                    <a:lnTo>
                      <a:pt x="1851" y="3902"/>
                    </a:lnTo>
                    <a:close/>
                  </a:path>
                </a:pathLst>
              </a:custGeom>
              <a:grpFill/>
              <a:ln w="6350" cap="flat">
                <a:solidFill>
                  <a:schemeClr val="bg1"/>
                </a:solidFill>
                <a:prstDash val="solid"/>
                <a:miter/>
              </a:ln>
            </p:spPr>
            <p:txBody>
              <a:bodyPr rtlCol="0" anchor="ctr"/>
              <a:lstStyle/>
              <a:p>
                <a:endParaRPr lang="en-US"/>
              </a:p>
            </p:txBody>
          </p:sp>
          <p:sp>
            <p:nvSpPr>
              <p:cNvPr id="158" name="Freeform 937">
                <a:extLst>
                  <a:ext uri="{FF2B5EF4-FFF2-40B4-BE49-F238E27FC236}">
                    <a16:creationId xmlns:a16="http://schemas.microsoft.com/office/drawing/2014/main" id="{BED07BF3-0053-0D13-7C43-1B7217B274CE}"/>
                  </a:ext>
                </a:extLst>
              </p:cNvPr>
              <p:cNvSpPr/>
              <p:nvPr/>
            </p:nvSpPr>
            <p:spPr>
              <a:xfrm>
                <a:off x="5451326" y="3743822"/>
                <a:ext cx="10466" cy="8712"/>
              </a:xfrm>
              <a:custGeom>
                <a:avLst/>
                <a:gdLst>
                  <a:gd name="connsiteX0" fmla="*/ 0 w 10466"/>
                  <a:gd name="connsiteY0" fmla="*/ 4373 h 8712"/>
                  <a:gd name="connsiteX1" fmla="*/ 0 w 10466"/>
                  <a:gd name="connsiteY1" fmla="*/ 8713 h 8712"/>
                  <a:gd name="connsiteX2" fmla="*/ 3062 w 10466"/>
                  <a:gd name="connsiteY2" fmla="*/ 8713 h 8712"/>
                  <a:gd name="connsiteX3" fmla="*/ 6327 w 10466"/>
                  <a:gd name="connsiteY3" fmla="*/ 6526 h 8712"/>
                  <a:gd name="connsiteX4" fmla="*/ 8615 w 10466"/>
                  <a:gd name="connsiteY4" fmla="*/ 4777 h 8712"/>
                  <a:gd name="connsiteX5" fmla="*/ 10467 w 10466"/>
                  <a:gd name="connsiteY5" fmla="*/ 2826 h 8712"/>
                  <a:gd name="connsiteX6" fmla="*/ 10467 w 10466"/>
                  <a:gd name="connsiteY6" fmla="*/ 875 h 8712"/>
                  <a:gd name="connsiteX7" fmla="*/ 10467 w 10466"/>
                  <a:gd name="connsiteY7" fmla="*/ 0 h 8712"/>
                  <a:gd name="connsiteX8" fmla="*/ 4375 w 10466"/>
                  <a:gd name="connsiteY8" fmla="*/ 0 h 8712"/>
                  <a:gd name="connsiteX9" fmla="*/ 2625 w 10466"/>
                  <a:gd name="connsiteY9" fmla="*/ 0 h 8712"/>
                  <a:gd name="connsiteX10" fmla="*/ 2423 w 10466"/>
                  <a:gd name="connsiteY10" fmla="*/ 2826 h 8712"/>
                  <a:gd name="connsiteX11" fmla="*/ 0 w 10466"/>
                  <a:gd name="connsiteY11" fmla="*/ 4373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66" h="8712">
                    <a:moveTo>
                      <a:pt x="0" y="4373"/>
                    </a:moveTo>
                    <a:lnTo>
                      <a:pt x="0" y="8713"/>
                    </a:lnTo>
                    <a:lnTo>
                      <a:pt x="3062" y="8713"/>
                    </a:lnTo>
                    <a:cubicBezTo>
                      <a:pt x="3062" y="8713"/>
                      <a:pt x="5452" y="5887"/>
                      <a:pt x="6327" y="6526"/>
                    </a:cubicBezTo>
                    <a:cubicBezTo>
                      <a:pt x="7202" y="7199"/>
                      <a:pt x="8615" y="4777"/>
                      <a:pt x="8615" y="4777"/>
                    </a:cubicBezTo>
                    <a:lnTo>
                      <a:pt x="10467" y="2826"/>
                    </a:lnTo>
                    <a:lnTo>
                      <a:pt x="10467" y="875"/>
                    </a:lnTo>
                    <a:lnTo>
                      <a:pt x="10467" y="0"/>
                    </a:lnTo>
                    <a:lnTo>
                      <a:pt x="4375" y="0"/>
                    </a:lnTo>
                    <a:lnTo>
                      <a:pt x="2625" y="0"/>
                    </a:lnTo>
                    <a:lnTo>
                      <a:pt x="2423" y="2826"/>
                    </a:lnTo>
                    <a:lnTo>
                      <a:pt x="0" y="4373"/>
                    </a:lnTo>
                    <a:close/>
                  </a:path>
                </a:pathLst>
              </a:custGeom>
              <a:grpFill/>
              <a:ln w="6350" cap="flat">
                <a:solidFill>
                  <a:schemeClr val="bg1"/>
                </a:solidFill>
                <a:prstDash val="solid"/>
                <a:miter/>
              </a:ln>
            </p:spPr>
            <p:txBody>
              <a:bodyPr rtlCol="0" anchor="ctr"/>
              <a:lstStyle/>
              <a:p>
                <a:endParaRPr lang="en-US"/>
              </a:p>
            </p:txBody>
          </p:sp>
          <p:sp>
            <p:nvSpPr>
              <p:cNvPr id="159" name="Freeform 938">
                <a:extLst>
                  <a:ext uri="{FF2B5EF4-FFF2-40B4-BE49-F238E27FC236}">
                    <a16:creationId xmlns:a16="http://schemas.microsoft.com/office/drawing/2014/main" id="{12ED4E21-760B-3E36-61E0-92D840F283F4}"/>
                  </a:ext>
                </a:extLst>
              </p:cNvPr>
              <p:cNvSpPr/>
              <p:nvPr/>
            </p:nvSpPr>
            <p:spPr>
              <a:xfrm>
                <a:off x="5469803" y="3733427"/>
                <a:ext cx="18038" cy="22572"/>
              </a:xfrm>
              <a:custGeom>
                <a:avLst/>
                <a:gdLst>
                  <a:gd name="connsiteX0" fmla="*/ 2692 w 18038"/>
                  <a:gd name="connsiteY0" fmla="*/ 17257 h 22572"/>
                  <a:gd name="connsiteX1" fmla="*/ 6226 w 18038"/>
                  <a:gd name="connsiteY1" fmla="*/ 20789 h 22572"/>
                  <a:gd name="connsiteX2" fmla="*/ 7808 w 18038"/>
                  <a:gd name="connsiteY2" fmla="*/ 22572 h 22572"/>
                  <a:gd name="connsiteX3" fmla="*/ 10197 w 18038"/>
                  <a:gd name="connsiteY3" fmla="*/ 22572 h 22572"/>
                  <a:gd name="connsiteX4" fmla="*/ 11510 w 18038"/>
                  <a:gd name="connsiteY4" fmla="*/ 19713 h 22572"/>
                  <a:gd name="connsiteX5" fmla="*/ 10197 w 18038"/>
                  <a:gd name="connsiteY5" fmla="*/ 15205 h 22572"/>
                  <a:gd name="connsiteX6" fmla="*/ 11510 w 18038"/>
                  <a:gd name="connsiteY6" fmla="*/ 13254 h 22572"/>
                  <a:gd name="connsiteX7" fmla="*/ 13899 w 18038"/>
                  <a:gd name="connsiteY7" fmla="*/ 10866 h 22572"/>
                  <a:gd name="connsiteX8" fmla="*/ 16962 w 18038"/>
                  <a:gd name="connsiteY8" fmla="*/ 6930 h 22572"/>
                  <a:gd name="connsiteX9" fmla="*/ 18039 w 18038"/>
                  <a:gd name="connsiteY9" fmla="*/ 6930 h 22572"/>
                  <a:gd name="connsiteX10" fmla="*/ 18039 w 18038"/>
                  <a:gd name="connsiteY10" fmla="*/ 2590 h 22572"/>
                  <a:gd name="connsiteX11" fmla="*/ 16087 w 18038"/>
                  <a:gd name="connsiteY11" fmla="*/ 0 h 22572"/>
                  <a:gd name="connsiteX12" fmla="*/ 11947 w 18038"/>
                  <a:gd name="connsiteY12" fmla="*/ 0 h 22572"/>
                  <a:gd name="connsiteX13" fmla="*/ 8481 w 18038"/>
                  <a:gd name="connsiteY13" fmla="*/ 0 h 22572"/>
                  <a:gd name="connsiteX14" fmla="*/ 6091 w 18038"/>
                  <a:gd name="connsiteY14" fmla="*/ 2590 h 22572"/>
                  <a:gd name="connsiteX15" fmla="*/ 4981 w 18038"/>
                  <a:gd name="connsiteY15" fmla="*/ 6291 h 22572"/>
                  <a:gd name="connsiteX16" fmla="*/ 2692 w 18038"/>
                  <a:gd name="connsiteY16" fmla="*/ 10429 h 22572"/>
                  <a:gd name="connsiteX17" fmla="*/ 0 w 18038"/>
                  <a:gd name="connsiteY17" fmla="*/ 11303 h 22572"/>
                  <a:gd name="connsiteX18" fmla="*/ 1313 w 18038"/>
                  <a:gd name="connsiteY18" fmla="*/ 13254 h 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38" h="22572">
                    <a:moveTo>
                      <a:pt x="2692" y="17257"/>
                    </a:moveTo>
                    <a:lnTo>
                      <a:pt x="6226" y="20789"/>
                    </a:lnTo>
                    <a:lnTo>
                      <a:pt x="7808" y="22572"/>
                    </a:lnTo>
                    <a:lnTo>
                      <a:pt x="10197" y="22572"/>
                    </a:lnTo>
                    <a:lnTo>
                      <a:pt x="11510" y="19713"/>
                    </a:lnTo>
                    <a:lnTo>
                      <a:pt x="10197" y="15205"/>
                    </a:lnTo>
                    <a:lnTo>
                      <a:pt x="11510" y="13254"/>
                    </a:lnTo>
                    <a:lnTo>
                      <a:pt x="13899" y="10866"/>
                    </a:lnTo>
                    <a:lnTo>
                      <a:pt x="16962" y="6930"/>
                    </a:lnTo>
                    <a:lnTo>
                      <a:pt x="18039" y="6930"/>
                    </a:lnTo>
                    <a:lnTo>
                      <a:pt x="18039" y="2590"/>
                    </a:lnTo>
                    <a:lnTo>
                      <a:pt x="16087" y="0"/>
                    </a:lnTo>
                    <a:lnTo>
                      <a:pt x="11947" y="0"/>
                    </a:lnTo>
                    <a:lnTo>
                      <a:pt x="8481" y="0"/>
                    </a:lnTo>
                    <a:lnTo>
                      <a:pt x="6091" y="2590"/>
                    </a:lnTo>
                    <a:lnTo>
                      <a:pt x="4981" y="6291"/>
                    </a:lnTo>
                    <a:lnTo>
                      <a:pt x="2692" y="10429"/>
                    </a:lnTo>
                    <a:lnTo>
                      <a:pt x="0" y="11303"/>
                    </a:lnTo>
                    <a:lnTo>
                      <a:pt x="1313" y="13254"/>
                    </a:lnTo>
                    <a:close/>
                  </a:path>
                </a:pathLst>
              </a:custGeom>
              <a:grpFill/>
              <a:ln w="6350" cap="flat">
                <a:solidFill>
                  <a:schemeClr val="bg1"/>
                </a:solidFill>
                <a:prstDash val="solid"/>
                <a:miter/>
              </a:ln>
            </p:spPr>
            <p:txBody>
              <a:bodyPr rtlCol="0" anchor="ctr"/>
              <a:lstStyle/>
              <a:p>
                <a:endParaRPr lang="en-US"/>
              </a:p>
            </p:txBody>
          </p:sp>
          <p:sp>
            <p:nvSpPr>
              <p:cNvPr id="160" name="Freeform 939">
                <a:extLst>
                  <a:ext uri="{FF2B5EF4-FFF2-40B4-BE49-F238E27FC236}">
                    <a16:creationId xmlns:a16="http://schemas.microsoft.com/office/drawing/2014/main" id="{34120D6C-9B9C-6300-24B0-C76889DA954C}"/>
                  </a:ext>
                </a:extLst>
              </p:cNvPr>
              <p:cNvSpPr/>
              <p:nvPr/>
            </p:nvSpPr>
            <p:spPr>
              <a:xfrm>
                <a:off x="5489592" y="3748632"/>
                <a:ext cx="3668" cy="5920"/>
              </a:xfrm>
              <a:custGeom>
                <a:avLst/>
                <a:gdLst>
                  <a:gd name="connsiteX0" fmla="*/ 0 w 3668"/>
                  <a:gd name="connsiteY0" fmla="*/ 5921 h 5920"/>
                  <a:gd name="connsiteX1" fmla="*/ 3668 w 3668"/>
                  <a:gd name="connsiteY1" fmla="*/ 3936 h 5920"/>
                  <a:gd name="connsiteX2" fmla="*/ 0 w 3668"/>
                  <a:gd name="connsiteY2" fmla="*/ 0 h 5920"/>
                  <a:gd name="connsiteX3" fmla="*/ 0 w 3668"/>
                  <a:gd name="connsiteY3" fmla="*/ 3028 h 5920"/>
                </a:gdLst>
                <a:ahLst/>
                <a:cxnLst>
                  <a:cxn ang="0">
                    <a:pos x="connsiteX0" y="connsiteY0"/>
                  </a:cxn>
                  <a:cxn ang="0">
                    <a:pos x="connsiteX1" y="connsiteY1"/>
                  </a:cxn>
                  <a:cxn ang="0">
                    <a:pos x="connsiteX2" y="connsiteY2"/>
                  </a:cxn>
                  <a:cxn ang="0">
                    <a:pos x="connsiteX3" y="connsiteY3"/>
                  </a:cxn>
                </a:cxnLst>
                <a:rect l="l" t="t" r="r" b="b"/>
                <a:pathLst>
                  <a:path w="3668" h="5920">
                    <a:moveTo>
                      <a:pt x="0" y="5921"/>
                    </a:moveTo>
                    <a:lnTo>
                      <a:pt x="3668" y="3936"/>
                    </a:lnTo>
                    <a:lnTo>
                      <a:pt x="0" y="0"/>
                    </a:lnTo>
                    <a:lnTo>
                      <a:pt x="0" y="3028"/>
                    </a:lnTo>
                    <a:close/>
                  </a:path>
                </a:pathLst>
              </a:custGeom>
              <a:grpFill/>
              <a:ln w="6350" cap="flat">
                <a:solidFill>
                  <a:schemeClr val="bg1"/>
                </a:solidFill>
                <a:prstDash val="solid"/>
                <a:miter/>
              </a:ln>
            </p:spPr>
            <p:txBody>
              <a:bodyPr rtlCol="0" anchor="ctr"/>
              <a:lstStyle/>
              <a:p>
                <a:endParaRPr lang="en-US"/>
              </a:p>
            </p:txBody>
          </p:sp>
          <p:sp>
            <p:nvSpPr>
              <p:cNvPr id="161" name="Freeform 940">
                <a:extLst>
                  <a:ext uri="{FF2B5EF4-FFF2-40B4-BE49-F238E27FC236}">
                    <a16:creationId xmlns:a16="http://schemas.microsoft.com/office/drawing/2014/main" id="{C4E6D73E-4E06-FB17-D2D8-6F6ABB77DF31}"/>
                  </a:ext>
                </a:extLst>
              </p:cNvPr>
              <p:cNvSpPr/>
              <p:nvPr/>
            </p:nvSpPr>
            <p:spPr>
              <a:xfrm>
                <a:off x="5514799" y="3717852"/>
                <a:ext cx="7740" cy="5146"/>
              </a:xfrm>
              <a:custGeom>
                <a:avLst/>
                <a:gdLst>
                  <a:gd name="connsiteX0" fmla="*/ 0 w 7740"/>
                  <a:gd name="connsiteY0" fmla="*/ 5147 h 5146"/>
                  <a:gd name="connsiteX1" fmla="*/ 3467 w 7740"/>
                  <a:gd name="connsiteY1" fmla="*/ 5147 h 5146"/>
                  <a:gd name="connsiteX2" fmla="*/ 5216 w 7740"/>
                  <a:gd name="connsiteY2" fmla="*/ 5147 h 5146"/>
                  <a:gd name="connsiteX3" fmla="*/ 6933 w 7740"/>
                  <a:gd name="connsiteY3" fmla="*/ 3667 h 5146"/>
                  <a:gd name="connsiteX4" fmla="*/ 7740 w 7740"/>
                  <a:gd name="connsiteY4" fmla="*/ 1817 h 5146"/>
                  <a:gd name="connsiteX5" fmla="*/ 6798 w 7740"/>
                  <a:gd name="connsiteY5" fmla="*/ 404 h 5146"/>
                  <a:gd name="connsiteX6" fmla="*/ 3837 w 7740"/>
                  <a:gd name="connsiteY6" fmla="*/ 0 h 5146"/>
                  <a:gd name="connsiteX7" fmla="*/ 2457 w 7740"/>
                  <a:gd name="connsiteY7" fmla="*/ 505 h 5146"/>
                  <a:gd name="connsiteX8" fmla="*/ 1380 w 7740"/>
                  <a:gd name="connsiteY8" fmla="*/ 1985 h 5146"/>
                  <a:gd name="connsiteX9" fmla="*/ 774 w 7740"/>
                  <a:gd name="connsiteY9" fmla="*/ 3230 h 5146"/>
                  <a:gd name="connsiteX10" fmla="*/ 0 w 7740"/>
                  <a:gd name="connsiteY10" fmla="*/ 5147 h 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40" h="5146">
                    <a:moveTo>
                      <a:pt x="0" y="5147"/>
                    </a:moveTo>
                    <a:lnTo>
                      <a:pt x="3467" y="5147"/>
                    </a:lnTo>
                    <a:lnTo>
                      <a:pt x="5216" y="5147"/>
                    </a:lnTo>
                    <a:cubicBezTo>
                      <a:pt x="5216" y="5147"/>
                      <a:pt x="6798" y="3734"/>
                      <a:pt x="6933" y="3667"/>
                    </a:cubicBezTo>
                    <a:cubicBezTo>
                      <a:pt x="7101" y="3633"/>
                      <a:pt x="7740" y="1817"/>
                      <a:pt x="7740" y="1817"/>
                    </a:cubicBezTo>
                    <a:lnTo>
                      <a:pt x="6798" y="404"/>
                    </a:lnTo>
                    <a:lnTo>
                      <a:pt x="3837" y="0"/>
                    </a:lnTo>
                    <a:lnTo>
                      <a:pt x="2457" y="505"/>
                    </a:lnTo>
                    <a:lnTo>
                      <a:pt x="1380" y="1985"/>
                    </a:lnTo>
                    <a:lnTo>
                      <a:pt x="774" y="3230"/>
                    </a:lnTo>
                    <a:lnTo>
                      <a:pt x="0" y="5147"/>
                    </a:lnTo>
                    <a:close/>
                  </a:path>
                </a:pathLst>
              </a:custGeom>
              <a:grpFill/>
              <a:ln w="6350" cap="flat">
                <a:solidFill>
                  <a:schemeClr val="bg1"/>
                </a:solidFill>
                <a:prstDash val="solid"/>
                <a:miter/>
              </a:ln>
            </p:spPr>
            <p:txBody>
              <a:bodyPr rtlCol="0" anchor="ctr"/>
              <a:lstStyle/>
              <a:p>
                <a:endParaRPr lang="en-US"/>
              </a:p>
            </p:txBody>
          </p:sp>
          <p:sp>
            <p:nvSpPr>
              <p:cNvPr id="162" name="Freeform 941">
                <a:extLst>
                  <a:ext uri="{FF2B5EF4-FFF2-40B4-BE49-F238E27FC236}">
                    <a16:creationId xmlns:a16="http://schemas.microsoft.com/office/drawing/2014/main" id="{39902DA5-668D-A04C-7AEA-90B565A07B46}"/>
                  </a:ext>
                </a:extLst>
              </p:cNvPr>
              <p:cNvSpPr/>
              <p:nvPr/>
            </p:nvSpPr>
            <p:spPr>
              <a:xfrm>
                <a:off x="5920808" y="3516149"/>
                <a:ext cx="16759" cy="13994"/>
              </a:xfrm>
              <a:custGeom>
                <a:avLst/>
                <a:gdLst>
                  <a:gd name="connsiteX0" fmla="*/ 34 w 16759"/>
                  <a:gd name="connsiteY0" fmla="*/ 9621 h 13994"/>
                  <a:gd name="connsiteX1" fmla="*/ 7707 w 16759"/>
                  <a:gd name="connsiteY1" fmla="*/ 13994 h 13994"/>
                  <a:gd name="connsiteX2" fmla="*/ 12486 w 16759"/>
                  <a:gd name="connsiteY2" fmla="*/ 11841 h 13994"/>
                  <a:gd name="connsiteX3" fmla="*/ 16760 w 16759"/>
                  <a:gd name="connsiteY3" fmla="*/ 5853 h 13994"/>
                  <a:gd name="connsiteX4" fmla="*/ 14942 w 16759"/>
                  <a:gd name="connsiteY4" fmla="*/ 0 h 13994"/>
                  <a:gd name="connsiteX5" fmla="*/ 6091 w 16759"/>
                  <a:gd name="connsiteY5" fmla="*/ 0 h 13994"/>
                  <a:gd name="connsiteX6" fmla="*/ 1548 w 16759"/>
                  <a:gd name="connsiteY6" fmla="*/ 4205 h 13994"/>
                  <a:gd name="connsiteX7" fmla="*/ 0 w 16759"/>
                  <a:gd name="connsiteY7" fmla="*/ 8275 h 13994"/>
                  <a:gd name="connsiteX8" fmla="*/ 0 w 16759"/>
                  <a:gd name="connsiteY8" fmla="*/ 9621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9" h="13994">
                    <a:moveTo>
                      <a:pt x="34" y="9621"/>
                    </a:moveTo>
                    <a:lnTo>
                      <a:pt x="7707" y="13994"/>
                    </a:lnTo>
                    <a:cubicBezTo>
                      <a:pt x="7707" y="13994"/>
                      <a:pt x="12217" y="12413"/>
                      <a:pt x="12486" y="11841"/>
                    </a:cubicBezTo>
                    <a:cubicBezTo>
                      <a:pt x="12755" y="11269"/>
                      <a:pt x="16760" y="6560"/>
                      <a:pt x="16760" y="5853"/>
                    </a:cubicBezTo>
                    <a:cubicBezTo>
                      <a:pt x="16760" y="5113"/>
                      <a:pt x="14942" y="0"/>
                      <a:pt x="14942" y="0"/>
                    </a:cubicBezTo>
                    <a:lnTo>
                      <a:pt x="6091" y="0"/>
                    </a:lnTo>
                    <a:lnTo>
                      <a:pt x="1548" y="4205"/>
                    </a:lnTo>
                    <a:lnTo>
                      <a:pt x="0" y="8275"/>
                    </a:lnTo>
                    <a:lnTo>
                      <a:pt x="0" y="9621"/>
                    </a:lnTo>
                    <a:close/>
                  </a:path>
                </a:pathLst>
              </a:custGeom>
              <a:grpFill/>
              <a:ln w="6350" cap="flat">
                <a:solidFill>
                  <a:schemeClr val="bg1"/>
                </a:solidFill>
                <a:prstDash val="solid"/>
                <a:miter/>
              </a:ln>
            </p:spPr>
            <p:txBody>
              <a:bodyPr rtlCol="0" anchor="ctr"/>
              <a:lstStyle/>
              <a:p>
                <a:endParaRPr lang="en-US"/>
              </a:p>
            </p:txBody>
          </p:sp>
          <p:sp>
            <p:nvSpPr>
              <p:cNvPr id="163" name="Freeform 942">
                <a:extLst>
                  <a:ext uri="{FF2B5EF4-FFF2-40B4-BE49-F238E27FC236}">
                    <a16:creationId xmlns:a16="http://schemas.microsoft.com/office/drawing/2014/main" id="{F14FBD81-1AAB-38B7-BE4C-93FD5BB2F929}"/>
                  </a:ext>
                </a:extLst>
              </p:cNvPr>
              <p:cNvSpPr/>
              <p:nvPr/>
            </p:nvSpPr>
            <p:spPr>
              <a:xfrm>
                <a:off x="5238865" y="3831621"/>
                <a:ext cx="8985" cy="11235"/>
              </a:xfrm>
              <a:custGeom>
                <a:avLst/>
                <a:gdLst>
                  <a:gd name="connsiteX0" fmla="*/ 1615 w 8985"/>
                  <a:gd name="connsiteY0" fmla="*/ 5651 h 11235"/>
                  <a:gd name="connsiteX1" fmla="*/ 6899 w 8985"/>
                  <a:gd name="connsiteY1" fmla="*/ 11236 h 11235"/>
                  <a:gd name="connsiteX2" fmla="*/ 8986 w 8985"/>
                  <a:gd name="connsiteY2" fmla="*/ 8107 h 11235"/>
                  <a:gd name="connsiteX3" fmla="*/ 8986 w 8985"/>
                  <a:gd name="connsiteY3" fmla="*/ 1749 h 11235"/>
                  <a:gd name="connsiteX4" fmla="*/ 2894 w 8985"/>
                  <a:gd name="connsiteY4" fmla="*/ 0 h 11235"/>
                  <a:gd name="connsiteX5" fmla="*/ 0 w 8985"/>
                  <a:gd name="connsiteY5" fmla="*/ 5618 h 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5" h="11235">
                    <a:moveTo>
                      <a:pt x="1615" y="5651"/>
                    </a:moveTo>
                    <a:lnTo>
                      <a:pt x="6899" y="11236"/>
                    </a:lnTo>
                    <a:lnTo>
                      <a:pt x="8986" y="8107"/>
                    </a:lnTo>
                    <a:lnTo>
                      <a:pt x="8986" y="1749"/>
                    </a:lnTo>
                    <a:lnTo>
                      <a:pt x="2894" y="0"/>
                    </a:lnTo>
                    <a:lnTo>
                      <a:pt x="0" y="5618"/>
                    </a:lnTo>
                    <a:close/>
                  </a:path>
                </a:pathLst>
              </a:custGeom>
              <a:grpFill/>
              <a:ln w="6350" cap="flat">
                <a:solidFill>
                  <a:schemeClr val="bg1"/>
                </a:solidFill>
                <a:prstDash val="solid"/>
                <a:miter/>
              </a:ln>
            </p:spPr>
            <p:txBody>
              <a:bodyPr rtlCol="0" anchor="ctr"/>
              <a:lstStyle/>
              <a:p>
                <a:endParaRPr lang="en-US"/>
              </a:p>
            </p:txBody>
          </p:sp>
          <p:sp>
            <p:nvSpPr>
              <p:cNvPr id="164" name="Freeform 943">
                <a:extLst>
                  <a:ext uri="{FF2B5EF4-FFF2-40B4-BE49-F238E27FC236}">
                    <a16:creationId xmlns:a16="http://schemas.microsoft.com/office/drawing/2014/main" id="{9763CEEB-E7D0-D20F-89EF-75463B8640A2}"/>
                  </a:ext>
                </a:extLst>
              </p:cNvPr>
              <p:cNvSpPr/>
              <p:nvPr/>
            </p:nvSpPr>
            <p:spPr>
              <a:xfrm>
                <a:off x="5235668" y="3866404"/>
                <a:ext cx="3870" cy="6088"/>
              </a:xfrm>
              <a:custGeom>
                <a:avLst/>
                <a:gdLst>
                  <a:gd name="connsiteX0" fmla="*/ 0 w 3870"/>
                  <a:gd name="connsiteY0" fmla="*/ 0 h 6088"/>
                  <a:gd name="connsiteX1" fmla="*/ 0 w 3870"/>
                  <a:gd name="connsiteY1" fmla="*/ 3465 h 6088"/>
                  <a:gd name="connsiteX2" fmla="*/ 740 w 3870"/>
                  <a:gd name="connsiteY2" fmla="*/ 6089 h 6088"/>
                  <a:gd name="connsiteX3" fmla="*/ 2625 w 3870"/>
                  <a:gd name="connsiteY3" fmla="*/ 6089 h 6088"/>
                  <a:gd name="connsiteX4" fmla="*/ 3500 w 3870"/>
                  <a:gd name="connsiteY4" fmla="*/ 4171 h 6088"/>
                  <a:gd name="connsiteX5" fmla="*/ 3870 w 3870"/>
                  <a:gd name="connsiteY5" fmla="*/ 3028 h 6088"/>
                  <a:gd name="connsiteX6" fmla="*/ 3197 w 3870"/>
                  <a:gd name="connsiteY6" fmla="*/ 1077 h 6088"/>
                  <a:gd name="connsiteX7" fmla="*/ 2255 w 3870"/>
                  <a:gd name="connsiteY7" fmla="*/ 572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 h="6088">
                    <a:moveTo>
                      <a:pt x="0" y="0"/>
                    </a:moveTo>
                    <a:lnTo>
                      <a:pt x="0" y="3465"/>
                    </a:lnTo>
                    <a:lnTo>
                      <a:pt x="740" y="6089"/>
                    </a:lnTo>
                    <a:lnTo>
                      <a:pt x="2625" y="6089"/>
                    </a:lnTo>
                    <a:lnTo>
                      <a:pt x="3500" y="4171"/>
                    </a:lnTo>
                    <a:lnTo>
                      <a:pt x="3870" y="3028"/>
                    </a:lnTo>
                    <a:lnTo>
                      <a:pt x="3197" y="1077"/>
                    </a:lnTo>
                    <a:lnTo>
                      <a:pt x="2255" y="572"/>
                    </a:lnTo>
                    <a:close/>
                  </a:path>
                </a:pathLst>
              </a:custGeom>
              <a:grpFill/>
              <a:ln w="6350" cap="flat">
                <a:solidFill>
                  <a:schemeClr val="bg1"/>
                </a:solidFill>
                <a:prstDash val="solid"/>
                <a:miter/>
              </a:ln>
            </p:spPr>
            <p:txBody>
              <a:bodyPr rtlCol="0" anchor="ctr"/>
              <a:lstStyle/>
              <a:p>
                <a:endParaRPr lang="en-US"/>
              </a:p>
            </p:txBody>
          </p:sp>
        </p:grpSp>
        <p:sp>
          <p:nvSpPr>
            <p:cNvPr id="29" name="Freeform 889">
              <a:extLst>
                <a:ext uri="{FF2B5EF4-FFF2-40B4-BE49-F238E27FC236}">
                  <a16:creationId xmlns:a16="http://schemas.microsoft.com/office/drawing/2014/main" id="{85B34403-43B8-B0AF-EB6C-6411964F160E}"/>
                </a:ext>
              </a:extLst>
            </p:cNvPr>
            <p:cNvSpPr/>
            <p:nvPr/>
          </p:nvSpPr>
          <p:spPr>
            <a:xfrm>
              <a:off x="7450776" y="3336519"/>
              <a:ext cx="409397" cy="292566"/>
            </a:xfrm>
            <a:custGeom>
              <a:avLst/>
              <a:gdLst>
                <a:gd name="connsiteX0" fmla="*/ 537464 w 786002"/>
                <a:gd name="connsiteY0" fmla="*/ 558770 h 561696"/>
                <a:gd name="connsiteX1" fmla="*/ 537464 w 786002"/>
                <a:gd name="connsiteY1" fmla="*/ 555305 h 561696"/>
                <a:gd name="connsiteX2" fmla="*/ 538877 w 786002"/>
                <a:gd name="connsiteY2" fmla="*/ 554868 h 561696"/>
                <a:gd name="connsiteX3" fmla="*/ 537901 w 786002"/>
                <a:gd name="connsiteY3" fmla="*/ 554430 h 561696"/>
                <a:gd name="connsiteX4" fmla="*/ 535444 w 786002"/>
                <a:gd name="connsiteY4" fmla="*/ 551537 h 561696"/>
                <a:gd name="connsiteX5" fmla="*/ 536454 w 786002"/>
                <a:gd name="connsiteY5" fmla="*/ 548644 h 561696"/>
                <a:gd name="connsiteX6" fmla="*/ 538036 w 786002"/>
                <a:gd name="connsiteY6" fmla="*/ 545751 h 561696"/>
                <a:gd name="connsiteX7" fmla="*/ 540493 w 786002"/>
                <a:gd name="connsiteY7" fmla="*/ 541109 h 561696"/>
                <a:gd name="connsiteX8" fmla="*/ 543387 w 786002"/>
                <a:gd name="connsiteY8" fmla="*/ 537408 h 561696"/>
                <a:gd name="connsiteX9" fmla="*/ 547594 w 786002"/>
                <a:gd name="connsiteY9" fmla="*/ 535323 h 561696"/>
                <a:gd name="connsiteX10" fmla="*/ 553954 w 786002"/>
                <a:gd name="connsiteY10" fmla="*/ 535323 h 561696"/>
                <a:gd name="connsiteX11" fmla="*/ 562368 w 786002"/>
                <a:gd name="connsiteY11" fmla="*/ 533573 h 561696"/>
                <a:gd name="connsiteX12" fmla="*/ 565700 w 786002"/>
                <a:gd name="connsiteY12" fmla="*/ 526778 h 561696"/>
                <a:gd name="connsiteX13" fmla="*/ 564556 w 786002"/>
                <a:gd name="connsiteY13" fmla="*/ 521262 h 561696"/>
                <a:gd name="connsiteX14" fmla="*/ 561527 w 786002"/>
                <a:gd name="connsiteY14" fmla="*/ 517359 h 561696"/>
                <a:gd name="connsiteX15" fmla="*/ 564556 w 786002"/>
                <a:gd name="connsiteY15" fmla="*/ 512011 h 561696"/>
                <a:gd name="connsiteX16" fmla="*/ 568897 w 786002"/>
                <a:gd name="connsiteY16" fmla="*/ 509387 h 561696"/>
                <a:gd name="connsiteX17" fmla="*/ 575123 w 786002"/>
                <a:gd name="connsiteY17" fmla="*/ 507940 h 561696"/>
                <a:gd name="connsiteX18" fmla="*/ 580642 w 786002"/>
                <a:gd name="connsiteY18" fmla="*/ 507806 h 561696"/>
                <a:gd name="connsiteX19" fmla="*/ 587744 w 786002"/>
                <a:gd name="connsiteY19" fmla="*/ 506494 h 561696"/>
                <a:gd name="connsiteX20" fmla="*/ 595148 w 786002"/>
                <a:gd name="connsiteY20" fmla="*/ 505182 h 561696"/>
                <a:gd name="connsiteX21" fmla="*/ 602552 w 786002"/>
                <a:gd name="connsiteY21" fmla="*/ 504038 h 561696"/>
                <a:gd name="connsiteX22" fmla="*/ 610090 w 786002"/>
                <a:gd name="connsiteY22" fmla="*/ 504610 h 561696"/>
                <a:gd name="connsiteX23" fmla="*/ 615441 w 786002"/>
                <a:gd name="connsiteY23" fmla="*/ 502154 h 561696"/>
                <a:gd name="connsiteX24" fmla="*/ 616013 w 786002"/>
                <a:gd name="connsiteY24" fmla="*/ 496065 h 561696"/>
                <a:gd name="connsiteX25" fmla="*/ 609787 w 786002"/>
                <a:gd name="connsiteY25" fmla="*/ 488967 h 561696"/>
                <a:gd name="connsiteX26" fmla="*/ 606018 w 786002"/>
                <a:gd name="connsiteY26" fmla="*/ 481869 h 561696"/>
                <a:gd name="connsiteX27" fmla="*/ 605883 w 786002"/>
                <a:gd name="connsiteY27" fmla="*/ 476083 h 561696"/>
                <a:gd name="connsiteX28" fmla="*/ 609215 w 786002"/>
                <a:gd name="connsiteY28" fmla="*/ 473897 h 561696"/>
                <a:gd name="connsiteX29" fmla="*/ 615441 w 786002"/>
                <a:gd name="connsiteY29" fmla="*/ 474199 h 561696"/>
                <a:gd name="connsiteX30" fmla="*/ 621230 w 786002"/>
                <a:gd name="connsiteY30" fmla="*/ 478404 h 561696"/>
                <a:gd name="connsiteX31" fmla="*/ 627759 w 786002"/>
                <a:gd name="connsiteY31" fmla="*/ 479716 h 561696"/>
                <a:gd name="connsiteX32" fmla="*/ 629913 w 786002"/>
                <a:gd name="connsiteY32" fmla="*/ 476521 h 561696"/>
                <a:gd name="connsiteX33" fmla="*/ 637586 w 786002"/>
                <a:gd name="connsiteY33" fmla="*/ 473762 h 561696"/>
                <a:gd name="connsiteX34" fmla="*/ 641927 w 786002"/>
                <a:gd name="connsiteY34" fmla="*/ 472013 h 561696"/>
                <a:gd name="connsiteX35" fmla="*/ 645562 w 786002"/>
                <a:gd name="connsiteY35" fmla="*/ 470129 h 561696"/>
                <a:gd name="connsiteX36" fmla="*/ 639336 w 786002"/>
                <a:gd name="connsiteY36" fmla="*/ 466059 h 561696"/>
                <a:gd name="connsiteX37" fmla="*/ 639201 w 786002"/>
                <a:gd name="connsiteY37" fmla="*/ 461585 h 561696"/>
                <a:gd name="connsiteX38" fmla="*/ 641961 w 786002"/>
                <a:gd name="connsiteY38" fmla="*/ 459398 h 561696"/>
                <a:gd name="connsiteX39" fmla="*/ 645293 w 786002"/>
                <a:gd name="connsiteY39" fmla="*/ 459398 h 561696"/>
                <a:gd name="connsiteX40" fmla="*/ 650072 w 786002"/>
                <a:gd name="connsiteY40" fmla="*/ 460845 h 561696"/>
                <a:gd name="connsiteX41" fmla="*/ 653101 w 786002"/>
                <a:gd name="connsiteY41" fmla="*/ 461417 h 561696"/>
                <a:gd name="connsiteX42" fmla="*/ 654413 w 786002"/>
                <a:gd name="connsiteY42" fmla="*/ 458961 h 561696"/>
                <a:gd name="connsiteX43" fmla="*/ 652966 w 786002"/>
                <a:gd name="connsiteY43" fmla="*/ 454319 h 561696"/>
                <a:gd name="connsiteX44" fmla="*/ 649332 w 786002"/>
                <a:gd name="connsiteY44" fmla="*/ 447221 h 561696"/>
                <a:gd name="connsiteX45" fmla="*/ 649466 w 786002"/>
                <a:gd name="connsiteY45" fmla="*/ 443184 h 561696"/>
                <a:gd name="connsiteX46" fmla="*/ 651485 w 786002"/>
                <a:gd name="connsiteY46" fmla="*/ 441434 h 561696"/>
                <a:gd name="connsiteX47" fmla="*/ 654380 w 786002"/>
                <a:gd name="connsiteY47" fmla="*/ 433765 h 561696"/>
                <a:gd name="connsiteX48" fmla="*/ 658149 w 786002"/>
                <a:gd name="connsiteY48" fmla="*/ 429123 h 561696"/>
                <a:gd name="connsiteX49" fmla="*/ 664106 w 786002"/>
                <a:gd name="connsiteY49" fmla="*/ 427104 h 561696"/>
                <a:gd name="connsiteX50" fmla="*/ 670197 w 786002"/>
                <a:gd name="connsiteY50" fmla="*/ 425489 h 561696"/>
                <a:gd name="connsiteX51" fmla="*/ 674101 w 786002"/>
                <a:gd name="connsiteY51" fmla="*/ 422596 h 561696"/>
                <a:gd name="connsiteX52" fmla="*/ 679318 w 786002"/>
                <a:gd name="connsiteY52" fmla="*/ 421722 h 561696"/>
                <a:gd name="connsiteX53" fmla="*/ 683390 w 786002"/>
                <a:gd name="connsiteY53" fmla="*/ 420578 h 561696"/>
                <a:gd name="connsiteX54" fmla="*/ 685712 w 786002"/>
                <a:gd name="connsiteY54" fmla="*/ 417954 h 561696"/>
                <a:gd name="connsiteX55" fmla="*/ 687159 w 786002"/>
                <a:gd name="connsiteY55" fmla="*/ 416373 h 561696"/>
                <a:gd name="connsiteX56" fmla="*/ 688169 w 786002"/>
                <a:gd name="connsiteY56" fmla="*/ 413312 h 561696"/>
                <a:gd name="connsiteX57" fmla="*/ 690491 w 786002"/>
                <a:gd name="connsiteY57" fmla="*/ 412437 h 561696"/>
                <a:gd name="connsiteX58" fmla="*/ 693520 w 786002"/>
                <a:gd name="connsiteY58" fmla="*/ 410856 h 561696"/>
                <a:gd name="connsiteX59" fmla="*/ 698030 w 786002"/>
                <a:gd name="connsiteY59" fmla="*/ 409107 h 561696"/>
                <a:gd name="connsiteX60" fmla="*/ 700487 w 786002"/>
                <a:gd name="connsiteY60" fmla="*/ 408401 h 561696"/>
                <a:gd name="connsiteX61" fmla="*/ 702506 w 786002"/>
                <a:gd name="connsiteY61" fmla="*/ 407223 h 561696"/>
                <a:gd name="connsiteX62" fmla="*/ 705568 w 786002"/>
                <a:gd name="connsiteY62" fmla="*/ 404465 h 561696"/>
                <a:gd name="connsiteX63" fmla="*/ 706006 w 786002"/>
                <a:gd name="connsiteY63" fmla="*/ 402278 h 561696"/>
                <a:gd name="connsiteX64" fmla="*/ 710347 w 786002"/>
                <a:gd name="connsiteY64" fmla="*/ 398948 h 561696"/>
                <a:gd name="connsiteX65" fmla="*/ 712669 w 786002"/>
                <a:gd name="connsiteY65" fmla="*/ 396627 h 561696"/>
                <a:gd name="connsiteX66" fmla="*/ 715126 w 786002"/>
                <a:gd name="connsiteY66" fmla="*/ 393431 h 561696"/>
                <a:gd name="connsiteX67" fmla="*/ 716001 w 786002"/>
                <a:gd name="connsiteY67" fmla="*/ 387914 h 561696"/>
                <a:gd name="connsiteX68" fmla="*/ 722800 w 786002"/>
                <a:gd name="connsiteY68" fmla="*/ 381388 h 561696"/>
                <a:gd name="connsiteX69" fmla="*/ 723540 w 786002"/>
                <a:gd name="connsiteY69" fmla="*/ 372709 h 561696"/>
                <a:gd name="connsiteX70" fmla="*/ 720915 w 786002"/>
                <a:gd name="connsiteY70" fmla="*/ 368638 h 561696"/>
                <a:gd name="connsiteX71" fmla="*/ 719333 w 786002"/>
                <a:gd name="connsiteY71" fmla="*/ 364131 h 561696"/>
                <a:gd name="connsiteX72" fmla="*/ 718895 w 786002"/>
                <a:gd name="connsiteY72" fmla="*/ 356595 h 561696"/>
                <a:gd name="connsiteX73" fmla="*/ 717314 w 786002"/>
                <a:gd name="connsiteY73" fmla="*/ 353702 h 561696"/>
                <a:gd name="connsiteX74" fmla="*/ 714857 w 786002"/>
                <a:gd name="connsiteY74" fmla="*/ 350372 h 561696"/>
                <a:gd name="connsiteX75" fmla="*/ 714857 w 786002"/>
                <a:gd name="connsiteY75" fmla="*/ 346739 h 561696"/>
                <a:gd name="connsiteX76" fmla="*/ 717751 w 786002"/>
                <a:gd name="connsiteY76" fmla="*/ 343106 h 561696"/>
                <a:gd name="connsiteX77" fmla="*/ 718761 w 786002"/>
                <a:gd name="connsiteY77" fmla="*/ 340482 h 561696"/>
                <a:gd name="connsiteX78" fmla="*/ 718054 w 786002"/>
                <a:gd name="connsiteY78" fmla="*/ 332812 h 561696"/>
                <a:gd name="connsiteX79" fmla="*/ 718323 w 786002"/>
                <a:gd name="connsiteY79" fmla="*/ 328742 h 561696"/>
                <a:gd name="connsiteX80" fmla="*/ 718323 w 786002"/>
                <a:gd name="connsiteY80" fmla="*/ 323965 h 561696"/>
                <a:gd name="connsiteX81" fmla="*/ 723237 w 786002"/>
                <a:gd name="connsiteY81" fmla="*/ 321644 h 561696"/>
                <a:gd name="connsiteX82" fmla="*/ 724247 w 786002"/>
                <a:gd name="connsiteY82" fmla="*/ 320635 h 561696"/>
                <a:gd name="connsiteX83" fmla="*/ 728588 w 786002"/>
                <a:gd name="connsiteY83" fmla="*/ 315555 h 561696"/>
                <a:gd name="connsiteX84" fmla="*/ 734545 w 786002"/>
                <a:gd name="connsiteY84" fmla="*/ 311922 h 561696"/>
                <a:gd name="connsiteX85" fmla="*/ 738886 w 786002"/>
                <a:gd name="connsiteY85" fmla="*/ 311216 h 561696"/>
                <a:gd name="connsiteX86" fmla="*/ 742656 w 786002"/>
                <a:gd name="connsiteY86" fmla="*/ 310072 h 561696"/>
                <a:gd name="connsiteX87" fmla="*/ 746122 w 786002"/>
                <a:gd name="connsiteY87" fmla="*/ 307044 h 561696"/>
                <a:gd name="connsiteX88" fmla="*/ 748444 w 786002"/>
                <a:gd name="connsiteY88" fmla="*/ 301965 h 561696"/>
                <a:gd name="connsiteX89" fmla="*/ 746560 w 786002"/>
                <a:gd name="connsiteY89" fmla="*/ 298197 h 561696"/>
                <a:gd name="connsiteX90" fmla="*/ 739896 w 786002"/>
                <a:gd name="connsiteY90" fmla="*/ 292848 h 561696"/>
                <a:gd name="connsiteX91" fmla="*/ 743396 w 786002"/>
                <a:gd name="connsiteY91" fmla="*/ 285616 h 561696"/>
                <a:gd name="connsiteX92" fmla="*/ 751204 w 786002"/>
                <a:gd name="connsiteY92" fmla="*/ 280839 h 561696"/>
                <a:gd name="connsiteX93" fmla="*/ 756723 w 786002"/>
                <a:gd name="connsiteY93" fmla="*/ 280839 h 561696"/>
                <a:gd name="connsiteX94" fmla="*/ 759618 w 786002"/>
                <a:gd name="connsiteY94" fmla="*/ 282151 h 561696"/>
                <a:gd name="connsiteX95" fmla="*/ 766719 w 786002"/>
                <a:gd name="connsiteY95" fmla="*/ 276802 h 561696"/>
                <a:gd name="connsiteX96" fmla="*/ 772507 w 786002"/>
                <a:gd name="connsiteY96" fmla="*/ 274481 h 561696"/>
                <a:gd name="connsiteX97" fmla="*/ 775132 w 786002"/>
                <a:gd name="connsiteY97" fmla="*/ 273169 h 561696"/>
                <a:gd name="connsiteX98" fmla="*/ 775267 w 786002"/>
                <a:gd name="connsiteY98" fmla="*/ 268830 h 561696"/>
                <a:gd name="connsiteX99" fmla="*/ 769613 w 786002"/>
                <a:gd name="connsiteY99" fmla="*/ 261429 h 561696"/>
                <a:gd name="connsiteX100" fmla="*/ 768300 w 786002"/>
                <a:gd name="connsiteY100" fmla="*/ 257796 h 561696"/>
                <a:gd name="connsiteX101" fmla="*/ 765709 w 786002"/>
                <a:gd name="connsiteY101" fmla="*/ 249251 h 561696"/>
                <a:gd name="connsiteX102" fmla="*/ 766146 w 786002"/>
                <a:gd name="connsiteY102" fmla="*/ 243600 h 561696"/>
                <a:gd name="connsiteX103" fmla="*/ 771801 w 786002"/>
                <a:gd name="connsiteY103" fmla="*/ 239126 h 561696"/>
                <a:gd name="connsiteX104" fmla="*/ 777589 w 786002"/>
                <a:gd name="connsiteY104" fmla="*/ 237545 h 561696"/>
                <a:gd name="connsiteX105" fmla="*/ 783108 w 786002"/>
                <a:gd name="connsiteY105" fmla="*/ 235526 h 561696"/>
                <a:gd name="connsiteX106" fmla="*/ 786003 w 786002"/>
                <a:gd name="connsiteY106" fmla="*/ 229875 h 561696"/>
                <a:gd name="connsiteX107" fmla="*/ 784118 w 786002"/>
                <a:gd name="connsiteY107" fmla="*/ 224661 h 561696"/>
                <a:gd name="connsiteX108" fmla="*/ 781931 w 786002"/>
                <a:gd name="connsiteY108" fmla="*/ 218572 h 561696"/>
                <a:gd name="connsiteX109" fmla="*/ 782233 w 786002"/>
                <a:gd name="connsiteY109" fmla="*/ 213492 h 561696"/>
                <a:gd name="connsiteX110" fmla="*/ 781661 w 786002"/>
                <a:gd name="connsiteY110" fmla="*/ 208413 h 561696"/>
                <a:gd name="connsiteX111" fmla="*/ 775873 w 786002"/>
                <a:gd name="connsiteY111" fmla="*/ 203939 h 561696"/>
                <a:gd name="connsiteX112" fmla="*/ 773988 w 786002"/>
                <a:gd name="connsiteY112" fmla="*/ 201046 h 561696"/>
                <a:gd name="connsiteX113" fmla="*/ 772676 w 786002"/>
                <a:gd name="connsiteY113" fmla="*/ 198287 h 561696"/>
                <a:gd name="connsiteX114" fmla="*/ 772103 w 786002"/>
                <a:gd name="connsiteY114" fmla="*/ 194654 h 561696"/>
                <a:gd name="connsiteX115" fmla="*/ 773248 w 786002"/>
                <a:gd name="connsiteY115" fmla="*/ 191627 h 561696"/>
                <a:gd name="connsiteX116" fmla="*/ 775132 w 786002"/>
                <a:gd name="connsiteY116" fmla="*/ 188599 h 561696"/>
                <a:gd name="connsiteX117" fmla="*/ 778329 w 786002"/>
                <a:gd name="connsiteY117" fmla="*/ 185403 h 561696"/>
                <a:gd name="connsiteX118" fmla="*/ 781964 w 786002"/>
                <a:gd name="connsiteY118" fmla="*/ 181770 h 561696"/>
                <a:gd name="connsiteX119" fmla="*/ 778633 w 786002"/>
                <a:gd name="connsiteY119" fmla="*/ 181030 h 561696"/>
                <a:gd name="connsiteX120" fmla="*/ 774863 w 786002"/>
                <a:gd name="connsiteY120" fmla="*/ 181602 h 561696"/>
                <a:gd name="connsiteX121" fmla="*/ 770219 w 786002"/>
                <a:gd name="connsiteY121" fmla="*/ 182174 h 561696"/>
                <a:gd name="connsiteX122" fmla="*/ 765575 w 786002"/>
                <a:gd name="connsiteY122" fmla="*/ 181165 h 561696"/>
                <a:gd name="connsiteX123" fmla="*/ 761368 w 786002"/>
                <a:gd name="connsiteY123" fmla="*/ 180862 h 561696"/>
                <a:gd name="connsiteX124" fmla="*/ 757733 w 786002"/>
                <a:gd name="connsiteY124" fmla="*/ 180727 h 561696"/>
                <a:gd name="connsiteX125" fmla="*/ 754401 w 786002"/>
                <a:gd name="connsiteY125" fmla="*/ 180727 h 561696"/>
                <a:gd name="connsiteX126" fmla="*/ 750766 w 786002"/>
                <a:gd name="connsiteY126" fmla="*/ 181737 h 561696"/>
                <a:gd name="connsiteX127" fmla="*/ 746122 w 786002"/>
                <a:gd name="connsiteY127" fmla="*/ 183318 h 561696"/>
                <a:gd name="connsiteX128" fmla="*/ 742218 w 786002"/>
                <a:gd name="connsiteY128" fmla="*/ 186345 h 561696"/>
                <a:gd name="connsiteX129" fmla="*/ 738314 w 786002"/>
                <a:gd name="connsiteY129" fmla="*/ 187926 h 561696"/>
                <a:gd name="connsiteX130" fmla="*/ 733098 w 786002"/>
                <a:gd name="connsiteY130" fmla="*/ 191694 h 561696"/>
                <a:gd name="connsiteX131" fmla="*/ 729631 w 786002"/>
                <a:gd name="connsiteY131" fmla="*/ 191694 h 561696"/>
                <a:gd name="connsiteX132" fmla="*/ 728050 w 786002"/>
                <a:gd name="connsiteY132" fmla="*/ 190819 h 561696"/>
                <a:gd name="connsiteX133" fmla="*/ 723708 w 786002"/>
                <a:gd name="connsiteY133" fmla="*/ 188633 h 561696"/>
                <a:gd name="connsiteX134" fmla="*/ 719939 w 786002"/>
                <a:gd name="connsiteY134" fmla="*/ 186312 h 561696"/>
                <a:gd name="connsiteX135" fmla="*/ 719064 w 786002"/>
                <a:gd name="connsiteY135" fmla="*/ 183856 h 561696"/>
                <a:gd name="connsiteX136" fmla="*/ 719501 w 786002"/>
                <a:gd name="connsiteY136" fmla="*/ 181097 h 561696"/>
                <a:gd name="connsiteX137" fmla="*/ 719636 w 786002"/>
                <a:gd name="connsiteY137" fmla="*/ 175177 h 561696"/>
                <a:gd name="connsiteX138" fmla="*/ 720074 w 786002"/>
                <a:gd name="connsiteY138" fmla="*/ 170669 h 561696"/>
                <a:gd name="connsiteX139" fmla="*/ 719939 w 786002"/>
                <a:gd name="connsiteY139" fmla="*/ 167339 h 561696"/>
                <a:gd name="connsiteX140" fmla="*/ 720074 w 786002"/>
                <a:gd name="connsiteY140" fmla="*/ 164143 h 561696"/>
                <a:gd name="connsiteX141" fmla="*/ 720074 w 786002"/>
                <a:gd name="connsiteY141" fmla="*/ 161519 h 561696"/>
                <a:gd name="connsiteX142" fmla="*/ 720646 w 786002"/>
                <a:gd name="connsiteY142" fmla="*/ 155565 h 561696"/>
                <a:gd name="connsiteX143" fmla="*/ 720074 w 786002"/>
                <a:gd name="connsiteY143" fmla="*/ 151797 h 561696"/>
                <a:gd name="connsiteX144" fmla="*/ 720074 w 786002"/>
                <a:gd name="connsiteY144" fmla="*/ 148602 h 561696"/>
                <a:gd name="connsiteX145" fmla="*/ 718761 w 786002"/>
                <a:gd name="connsiteY145" fmla="*/ 144094 h 561696"/>
                <a:gd name="connsiteX146" fmla="*/ 717011 w 786002"/>
                <a:gd name="connsiteY146" fmla="*/ 143219 h 561696"/>
                <a:gd name="connsiteX147" fmla="*/ 713107 w 786002"/>
                <a:gd name="connsiteY147" fmla="*/ 142076 h 561696"/>
                <a:gd name="connsiteX148" fmla="*/ 708765 w 786002"/>
                <a:gd name="connsiteY148" fmla="*/ 141504 h 561696"/>
                <a:gd name="connsiteX149" fmla="*/ 705299 w 786002"/>
                <a:gd name="connsiteY149" fmla="*/ 142244 h 561696"/>
                <a:gd name="connsiteX150" fmla="*/ 702539 w 786002"/>
                <a:gd name="connsiteY150" fmla="*/ 142244 h 561696"/>
                <a:gd name="connsiteX151" fmla="*/ 700352 w 786002"/>
                <a:gd name="connsiteY151" fmla="*/ 143993 h 561696"/>
                <a:gd name="connsiteX152" fmla="*/ 699208 w 786002"/>
                <a:gd name="connsiteY152" fmla="*/ 145170 h 561696"/>
                <a:gd name="connsiteX153" fmla="*/ 697054 w 786002"/>
                <a:gd name="connsiteY153" fmla="*/ 147626 h 561696"/>
                <a:gd name="connsiteX154" fmla="*/ 693587 w 786002"/>
                <a:gd name="connsiteY154" fmla="*/ 149813 h 561696"/>
                <a:gd name="connsiteX155" fmla="*/ 690693 w 786002"/>
                <a:gd name="connsiteY155" fmla="*/ 151562 h 561696"/>
                <a:gd name="connsiteX156" fmla="*/ 688068 w 786002"/>
                <a:gd name="connsiteY156" fmla="*/ 154589 h 561696"/>
                <a:gd name="connsiteX157" fmla="*/ 688203 w 786002"/>
                <a:gd name="connsiteY157" fmla="*/ 159501 h 561696"/>
                <a:gd name="connsiteX158" fmla="*/ 688068 w 786002"/>
                <a:gd name="connsiteY158" fmla="*/ 162091 h 561696"/>
                <a:gd name="connsiteX159" fmla="*/ 685746 w 786002"/>
                <a:gd name="connsiteY159" fmla="*/ 166565 h 561696"/>
                <a:gd name="connsiteX160" fmla="*/ 680529 w 786002"/>
                <a:gd name="connsiteY160" fmla="*/ 167742 h 561696"/>
                <a:gd name="connsiteX161" fmla="*/ 675178 w 786002"/>
                <a:gd name="connsiteY161" fmla="*/ 165724 h 561696"/>
                <a:gd name="connsiteX162" fmla="*/ 672284 w 786002"/>
                <a:gd name="connsiteY162" fmla="*/ 162394 h 561696"/>
                <a:gd name="connsiteX163" fmla="*/ 671409 w 786002"/>
                <a:gd name="connsiteY163" fmla="*/ 158929 h 561696"/>
                <a:gd name="connsiteX164" fmla="*/ 671274 w 786002"/>
                <a:gd name="connsiteY164" fmla="*/ 155027 h 561696"/>
                <a:gd name="connsiteX165" fmla="*/ 670837 w 786002"/>
                <a:gd name="connsiteY165" fmla="*/ 151999 h 561696"/>
                <a:gd name="connsiteX166" fmla="*/ 670702 w 786002"/>
                <a:gd name="connsiteY166" fmla="*/ 148097 h 561696"/>
                <a:gd name="connsiteX167" fmla="*/ 671005 w 786002"/>
                <a:gd name="connsiteY167" fmla="*/ 143758 h 561696"/>
                <a:gd name="connsiteX168" fmla="*/ 676087 w 786002"/>
                <a:gd name="connsiteY168" fmla="*/ 137534 h 561696"/>
                <a:gd name="connsiteX169" fmla="*/ 676524 w 786002"/>
                <a:gd name="connsiteY169" fmla="*/ 137400 h 561696"/>
                <a:gd name="connsiteX170" fmla="*/ 677669 w 786002"/>
                <a:gd name="connsiteY170" fmla="*/ 134069 h 561696"/>
                <a:gd name="connsiteX171" fmla="*/ 681741 w 786002"/>
                <a:gd name="connsiteY171" fmla="*/ 131311 h 561696"/>
                <a:gd name="connsiteX172" fmla="*/ 683053 w 786002"/>
                <a:gd name="connsiteY172" fmla="*/ 130167 h 561696"/>
                <a:gd name="connsiteX173" fmla="*/ 688842 w 786002"/>
                <a:gd name="connsiteY173" fmla="*/ 128283 h 561696"/>
                <a:gd name="connsiteX174" fmla="*/ 688707 w 786002"/>
                <a:gd name="connsiteY174" fmla="*/ 125828 h 561696"/>
                <a:gd name="connsiteX175" fmla="*/ 688842 w 786002"/>
                <a:gd name="connsiteY175" fmla="*/ 123237 h 561696"/>
                <a:gd name="connsiteX176" fmla="*/ 689145 w 786002"/>
                <a:gd name="connsiteY176" fmla="*/ 121353 h 561696"/>
                <a:gd name="connsiteX177" fmla="*/ 691030 w 786002"/>
                <a:gd name="connsiteY177" fmla="*/ 118326 h 561696"/>
                <a:gd name="connsiteX178" fmla="*/ 691332 w 786002"/>
                <a:gd name="connsiteY178" fmla="*/ 117889 h 561696"/>
                <a:gd name="connsiteX179" fmla="*/ 695236 w 786002"/>
                <a:gd name="connsiteY179" fmla="*/ 116005 h 561696"/>
                <a:gd name="connsiteX180" fmla="*/ 697693 w 786002"/>
                <a:gd name="connsiteY180" fmla="*/ 113684 h 561696"/>
                <a:gd name="connsiteX181" fmla="*/ 699578 w 786002"/>
                <a:gd name="connsiteY181" fmla="*/ 111800 h 561696"/>
                <a:gd name="connsiteX182" fmla="*/ 701765 w 786002"/>
                <a:gd name="connsiteY182" fmla="*/ 111228 h 561696"/>
                <a:gd name="connsiteX183" fmla="*/ 704660 w 786002"/>
                <a:gd name="connsiteY183" fmla="*/ 109647 h 561696"/>
                <a:gd name="connsiteX184" fmla="*/ 706241 w 786002"/>
                <a:gd name="connsiteY184" fmla="*/ 107628 h 561696"/>
                <a:gd name="connsiteX185" fmla="*/ 706814 w 786002"/>
                <a:gd name="connsiteY185" fmla="*/ 106047 h 561696"/>
                <a:gd name="connsiteX186" fmla="*/ 707823 w 786002"/>
                <a:gd name="connsiteY186" fmla="*/ 101405 h 561696"/>
                <a:gd name="connsiteX187" fmla="*/ 708530 w 786002"/>
                <a:gd name="connsiteY187" fmla="*/ 95888 h 561696"/>
                <a:gd name="connsiteX188" fmla="*/ 705636 w 786002"/>
                <a:gd name="connsiteY188" fmla="*/ 85157 h 561696"/>
                <a:gd name="connsiteX189" fmla="*/ 706208 w 786002"/>
                <a:gd name="connsiteY189" fmla="*/ 80818 h 561696"/>
                <a:gd name="connsiteX190" fmla="*/ 706645 w 786002"/>
                <a:gd name="connsiteY190" fmla="*/ 77050 h 561696"/>
                <a:gd name="connsiteX191" fmla="*/ 708833 w 786002"/>
                <a:gd name="connsiteY191" fmla="*/ 74022 h 561696"/>
                <a:gd name="connsiteX192" fmla="*/ 710583 w 786002"/>
                <a:gd name="connsiteY192" fmla="*/ 71399 h 561696"/>
                <a:gd name="connsiteX193" fmla="*/ 712468 w 786002"/>
                <a:gd name="connsiteY193" fmla="*/ 69380 h 561696"/>
                <a:gd name="connsiteX194" fmla="*/ 714790 w 786002"/>
                <a:gd name="connsiteY194" fmla="*/ 67799 h 561696"/>
                <a:gd name="connsiteX195" fmla="*/ 716371 w 786002"/>
                <a:gd name="connsiteY195" fmla="*/ 67059 h 561696"/>
                <a:gd name="connsiteX196" fmla="*/ 717987 w 786002"/>
                <a:gd name="connsiteY196" fmla="*/ 66353 h 561696"/>
                <a:gd name="connsiteX197" fmla="*/ 719434 w 786002"/>
                <a:gd name="connsiteY197" fmla="*/ 64166 h 561696"/>
                <a:gd name="connsiteX198" fmla="*/ 721891 w 786002"/>
                <a:gd name="connsiteY198" fmla="*/ 61542 h 561696"/>
                <a:gd name="connsiteX199" fmla="*/ 721891 w 786002"/>
                <a:gd name="connsiteY199" fmla="*/ 57472 h 561696"/>
                <a:gd name="connsiteX200" fmla="*/ 719939 w 786002"/>
                <a:gd name="connsiteY200" fmla="*/ 55722 h 561696"/>
                <a:gd name="connsiteX201" fmla="*/ 717549 w 786002"/>
                <a:gd name="connsiteY201" fmla="*/ 54579 h 561696"/>
                <a:gd name="connsiteX202" fmla="*/ 715227 w 786002"/>
                <a:gd name="connsiteY202" fmla="*/ 54007 h 561696"/>
                <a:gd name="connsiteX203" fmla="*/ 712468 w 786002"/>
                <a:gd name="connsiteY203" fmla="*/ 54007 h 561696"/>
                <a:gd name="connsiteX204" fmla="*/ 710145 w 786002"/>
                <a:gd name="connsiteY204" fmla="*/ 53872 h 561696"/>
                <a:gd name="connsiteX205" fmla="*/ 706241 w 786002"/>
                <a:gd name="connsiteY205" fmla="*/ 54310 h 561696"/>
                <a:gd name="connsiteX206" fmla="*/ 704222 w 786002"/>
                <a:gd name="connsiteY206" fmla="*/ 54747 h 561696"/>
                <a:gd name="connsiteX207" fmla="*/ 701025 w 786002"/>
                <a:gd name="connsiteY207" fmla="*/ 55891 h 561696"/>
                <a:gd name="connsiteX208" fmla="*/ 698265 w 786002"/>
                <a:gd name="connsiteY208" fmla="*/ 55016 h 561696"/>
                <a:gd name="connsiteX209" fmla="*/ 696381 w 786002"/>
                <a:gd name="connsiteY209" fmla="*/ 52392 h 561696"/>
                <a:gd name="connsiteX210" fmla="*/ 694933 w 786002"/>
                <a:gd name="connsiteY210" fmla="*/ 50206 h 561696"/>
                <a:gd name="connsiteX211" fmla="*/ 693789 w 786002"/>
                <a:gd name="connsiteY211" fmla="*/ 48456 h 561696"/>
                <a:gd name="connsiteX212" fmla="*/ 693520 w 786002"/>
                <a:gd name="connsiteY212" fmla="*/ 44823 h 561696"/>
                <a:gd name="connsiteX213" fmla="*/ 695102 w 786002"/>
                <a:gd name="connsiteY213" fmla="*/ 40484 h 561696"/>
                <a:gd name="connsiteX214" fmla="*/ 697121 w 786002"/>
                <a:gd name="connsiteY214" fmla="*/ 37591 h 561696"/>
                <a:gd name="connsiteX215" fmla="*/ 698131 w 786002"/>
                <a:gd name="connsiteY215" fmla="*/ 35572 h 561696"/>
                <a:gd name="connsiteX216" fmla="*/ 700285 w 786002"/>
                <a:gd name="connsiteY216" fmla="*/ 32511 h 561696"/>
                <a:gd name="connsiteX217" fmla="*/ 700015 w 786002"/>
                <a:gd name="connsiteY217" fmla="*/ 31065 h 561696"/>
                <a:gd name="connsiteX218" fmla="*/ 699578 w 786002"/>
                <a:gd name="connsiteY218" fmla="*/ 28037 h 561696"/>
                <a:gd name="connsiteX219" fmla="*/ 699275 w 786002"/>
                <a:gd name="connsiteY219" fmla="*/ 25279 h 561696"/>
                <a:gd name="connsiteX220" fmla="*/ 700150 w 786002"/>
                <a:gd name="connsiteY220" fmla="*/ 22251 h 561696"/>
                <a:gd name="connsiteX221" fmla="*/ 701025 w 786002"/>
                <a:gd name="connsiteY221" fmla="*/ 18046 h 561696"/>
                <a:gd name="connsiteX222" fmla="*/ 701025 w 786002"/>
                <a:gd name="connsiteY222" fmla="*/ 14144 h 561696"/>
                <a:gd name="connsiteX223" fmla="*/ 699510 w 786002"/>
                <a:gd name="connsiteY223" fmla="*/ 11957 h 561696"/>
                <a:gd name="connsiteX224" fmla="*/ 696852 w 786002"/>
                <a:gd name="connsiteY224" fmla="*/ 8930 h 561696"/>
                <a:gd name="connsiteX225" fmla="*/ 693789 w 786002"/>
                <a:gd name="connsiteY225" fmla="*/ 6306 h 561696"/>
                <a:gd name="connsiteX226" fmla="*/ 690020 w 786002"/>
                <a:gd name="connsiteY226" fmla="*/ 7181 h 561696"/>
                <a:gd name="connsiteX227" fmla="*/ 688270 w 786002"/>
                <a:gd name="connsiteY227" fmla="*/ 8930 h 561696"/>
                <a:gd name="connsiteX228" fmla="*/ 684669 w 786002"/>
                <a:gd name="connsiteY228" fmla="*/ 9064 h 561696"/>
                <a:gd name="connsiteX229" fmla="*/ 678712 w 786002"/>
                <a:gd name="connsiteY229" fmla="*/ 6609 h 561696"/>
                <a:gd name="connsiteX230" fmla="*/ 676524 w 786002"/>
                <a:gd name="connsiteY230" fmla="*/ 4590 h 561696"/>
                <a:gd name="connsiteX231" fmla="*/ 673495 w 786002"/>
                <a:gd name="connsiteY231" fmla="*/ 2572 h 561696"/>
                <a:gd name="connsiteX232" fmla="*/ 670601 w 786002"/>
                <a:gd name="connsiteY232" fmla="*/ 116 h 561696"/>
                <a:gd name="connsiteX233" fmla="*/ 668582 w 786002"/>
                <a:gd name="connsiteY233" fmla="*/ 1428 h 561696"/>
                <a:gd name="connsiteX234" fmla="*/ 668010 w 786002"/>
                <a:gd name="connsiteY234" fmla="*/ 2303 h 561696"/>
                <a:gd name="connsiteX235" fmla="*/ 666697 w 786002"/>
                <a:gd name="connsiteY235" fmla="*/ 4759 h 561696"/>
                <a:gd name="connsiteX236" fmla="*/ 665519 w 786002"/>
                <a:gd name="connsiteY236" fmla="*/ 8089 h 561696"/>
                <a:gd name="connsiteX237" fmla="*/ 664813 w 786002"/>
                <a:gd name="connsiteY237" fmla="*/ 10107 h 561696"/>
                <a:gd name="connsiteX238" fmla="*/ 663063 w 786002"/>
                <a:gd name="connsiteY238" fmla="*/ 12294 h 561696"/>
                <a:gd name="connsiteX239" fmla="*/ 659865 w 786002"/>
                <a:gd name="connsiteY239" fmla="*/ 14312 h 561696"/>
                <a:gd name="connsiteX240" fmla="*/ 654077 w 786002"/>
                <a:gd name="connsiteY240" fmla="*/ 14615 h 561696"/>
                <a:gd name="connsiteX241" fmla="*/ 651889 w 786002"/>
                <a:gd name="connsiteY241" fmla="*/ 13606 h 561696"/>
                <a:gd name="connsiteX242" fmla="*/ 646538 w 786002"/>
                <a:gd name="connsiteY242" fmla="*/ 8257 h 561696"/>
                <a:gd name="connsiteX243" fmla="*/ 644519 w 786002"/>
                <a:gd name="connsiteY243" fmla="*/ 6811 h 561696"/>
                <a:gd name="connsiteX244" fmla="*/ 641322 w 786002"/>
                <a:gd name="connsiteY244" fmla="*/ 6811 h 561696"/>
                <a:gd name="connsiteX245" fmla="*/ 637687 w 786002"/>
                <a:gd name="connsiteY245" fmla="*/ 8627 h 561696"/>
                <a:gd name="connsiteX246" fmla="*/ 629711 w 786002"/>
                <a:gd name="connsiteY246" fmla="*/ 9569 h 561696"/>
                <a:gd name="connsiteX247" fmla="*/ 628836 w 786002"/>
                <a:gd name="connsiteY247" fmla="*/ 14346 h 561696"/>
                <a:gd name="connsiteX248" fmla="*/ 627389 w 786002"/>
                <a:gd name="connsiteY248" fmla="*/ 17811 h 561696"/>
                <a:gd name="connsiteX249" fmla="*/ 623922 w 786002"/>
                <a:gd name="connsiteY249" fmla="*/ 20838 h 561696"/>
                <a:gd name="connsiteX250" fmla="*/ 620288 w 786002"/>
                <a:gd name="connsiteY250" fmla="*/ 22857 h 561696"/>
                <a:gd name="connsiteX251" fmla="*/ 617965 w 786002"/>
                <a:gd name="connsiteY251" fmla="*/ 25480 h 561696"/>
                <a:gd name="connsiteX252" fmla="*/ 616081 w 786002"/>
                <a:gd name="connsiteY252" fmla="*/ 26490 h 561696"/>
                <a:gd name="connsiteX253" fmla="*/ 613893 w 786002"/>
                <a:gd name="connsiteY253" fmla="*/ 27936 h 561696"/>
                <a:gd name="connsiteX254" fmla="*/ 612143 w 786002"/>
                <a:gd name="connsiteY254" fmla="*/ 29685 h 561696"/>
                <a:gd name="connsiteX255" fmla="*/ 610561 w 786002"/>
                <a:gd name="connsiteY255" fmla="*/ 32444 h 561696"/>
                <a:gd name="connsiteX256" fmla="*/ 609686 w 786002"/>
                <a:gd name="connsiteY256" fmla="*/ 35640 h 561696"/>
                <a:gd name="connsiteX257" fmla="*/ 608239 w 786002"/>
                <a:gd name="connsiteY257" fmla="*/ 38095 h 561696"/>
                <a:gd name="connsiteX258" fmla="*/ 607364 w 786002"/>
                <a:gd name="connsiteY258" fmla="*/ 43007 h 561696"/>
                <a:gd name="connsiteX259" fmla="*/ 605648 w 786002"/>
                <a:gd name="connsiteY259" fmla="*/ 45328 h 561696"/>
                <a:gd name="connsiteX260" fmla="*/ 602451 w 786002"/>
                <a:gd name="connsiteY260" fmla="*/ 45631 h 561696"/>
                <a:gd name="connsiteX261" fmla="*/ 600566 w 786002"/>
                <a:gd name="connsiteY261" fmla="*/ 43040 h 561696"/>
                <a:gd name="connsiteX262" fmla="*/ 599388 w 786002"/>
                <a:gd name="connsiteY262" fmla="*/ 40585 h 561696"/>
                <a:gd name="connsiteX263" fmla="*/ 598076 w 786002"/>
                <a:gd name="connsiteY263" fmla="*/ 38701 h 561696"/>
                <a:gd name="connsiteX264" fmla="*/ 594609 w 786002"/>
                <a:gd name="connsiteY264" fmla="*/ 37254 h 561696"/>
                <a:gd name="connsiteX265" fmla="*/ 592724 w 786002"/>
                <a:gd name="connsiteY265" fmla="*/ 37389 h 561696"/>
                <a:gd name="connsiteX266" fmla="*/ 591580 w 786002"/>
                <a:gd name="connsiteY266" fmla="*/ 38970 h 561696"/>
                <a:gd name="connsiteX267" fmla="*/ 586061 w 786002"/>
                <a:gd name="connsiteY267" fmla="*/ 41426 h 561696"/>
                <a:gd name="connsiteX268" fmla="*/ 583604 w 786002"/>
                <a:gd name="connsiteY268" fmla="*/ 38230 h 561696"/>
                <a:gd name="connsiteX269" fmla="*/ 582729 w 786002"/>
                <a:gd name="connsiteY269" fmla="*/ 33722 h 561696"/>
                <a:gd name="connsiteX270" fmla="*/ 582729 w 786002"/>
                <a:gd name="connsiteY270" fmla="*/ 27062 h 561696"/>
                <a:gd name="connsiteX271" fmla="*/ 574181 w 786002"/>
                <a:gd name="connsiteY271" fmla="*/ 23866 h 561696"/>
                <a:gd name="connsiteX272" fmla="*/ 571859 w 786002"/>
                <a:gd name="connsiteY272" fmla="*/ 22857 h 561696"/>
                <a:gd name="connsiteX273" fmla="*/ 567080 w 786002"/>
                <a:gd name="connsiteY273" fmla="*/ 24606 h 561696"/>
                <a:gd name="connsiteX274" fmla="*/ 561863 w 786002"/>
                <a:gd name="connsiteY274" fmla="*/ 29080 h 561696"/>
                <a:gd name="connsiteX275" fmla="*/ 560281 w 786002"/>
                <a:gd name="connsiteY275" fmla="*/ 31401 h 561696"/>
                <a:gd name="connsiteX276" fmla="*/ 560281 w 786002"/>
                <a:gd name="connsiteY276" fmla="*/ 37860 h 561696"/>
                <a:gd name="connsiteX277" fmla="*/ 559272 w 786002"/>
                <a:gd name="connsiteY277" fmla="*/ 40215 h 561696"/>
                <a:gd name="connsiteX278" fmla="*/ 557690 w 786002"/>
                <a:gd name="connsiteY278" fmla="*/ 41527 h 561696"/>
                <a:gd name="connsiteX279" fmla="*/ 554055 w 786002"/>
                <a:gd name="connsiteY279" fmla="*/ 45429 h 561696"/>
                <a:gd name="connsiteX280" fmla="*/ 553483 w 786002"/>
                <a:gd name="connsiteY280" fmla="*/ 46001 h 561696"/>
                <a:gd name="connsiteX281" fmla="*/ 553887 w 786002"/>
                <a:gd name="connsiteY281" fmla="*/ 50643 h 561696"/>
                <a:gd name="connsiteX282" fmla="*/ 554156 w 786002"/>
                <a:gd name="connsiteY282" fmla="*/ 51518 h 561696"/>
                <a:gd name="connsiteX283" fmla="*/ 555334 w 786002"/>
                <a:gd name="connsiteY283" fmla="*/ 53704 h 561696"/>
                <a:gd name="connsiteX284" fmla="*/ 556007 w 786002"/>
                <a:gd name="connsiteY284" fmla="*/ 54377 h 561696"/>
                <a:gd name="connsiteX285" fmla="*/ 554459 w 786002"/>
                <a:gd name="connsiteY285" fmla="*/ 57304 h 561696"/>
                <a:gd name="connsiteX286" fmla="*/ 552272 w 786002"/>
                <a:gd name="connsiteY286" fmla="*/ 58178 h 561696"/>
                <a:gd name="connsiteX287" fmla="*/ 547190 w 786002"/>
                <a:gd name="connsiteY287" fmla="*/ 58616 h 561696"/>
                <a:gd name="connsiteX288" fmla="*/ 540829 w 786002"/>
                <a:gd name="connsiteY288" fmla="*/ 57304 h 561696"/>
                <a:gd name="connsiteX289" fmla="*/ 538069 w 786002"/>
                <a:gd name="connsiteY289" fmla="*/ 53671 h 561696"/>
                <a:gd name="connsiteX290" fmla="*/ 539954 w 786002"/>
                <a:gd name="connsiteY290" fmla="*/ 50912 h 561696"/>
                <a:gd name="connsiteX291" fmla="*/ 544868 w 786002"/>
                <a:gd name="connsiteY291" fmla="*/ 47010 h 561696"/>
                <a:gd name="connsiteX292" fmla="*/ 543993 w 786002"/>
                <a:gd name="connsiteY292" fmla="*/ 43680 h 561696"/>
                <a:gd name="connsiteX293" fmla="*/ 538473 w 786002"/>
                <a:gd name="connsiteY293" fmla="*/ 41493 h 561696"/>
                <a:gd name="connsiteX294" fmla="*/ 535848 w 786002"/>
                <a:gd name="connsiteY294" fmla="*/ 39306 h 561696"/>
                <a:gd name="connsiteX295" fmla="*/ 531507 w 786002"/>
                <a:gd name="connsiteY295" fmla="*/ 41493 h 561696"/>
                <a:gd name="connsiteX296" fmla="*/ 526997 w 786002"/>
                <a:gd name="connsiteY296" fmla="*/ 41627 h 561696"/>
                <a:gd name="connsiteX297" fmla="*/ 524540 w 786002"/>
                <a:gd name="connsiteY297" fmla="*/ 40753 h 561696"/>
                <a:gd name="connsiteX298" fmla="*/ 523665 w 786002"/>
                <a:gd name="connsiteY298" fmla="*/ 37995 h 561696"/>
                <a:gd name="connsiteX299" fmla="*/ 519189 w 786002"/>
                <a:gd name="connsiteY299" fmla="*/ 37995 h 561696"/>
                <a:gd name="connsiteX300" fmla="*/ 516598 w 786002"/>
                <a:gd name="connsiteY300" fmla="*/ 37995 h 561696"/>
                <a:gd name="connsiteX301" fmla="*/ 514276 w 786002"/>
                <a:gd name="connsiteY301" fmla="*/ 39138 h 561696"/>
                <a:gd name="connsiteX302" fmla="*/ 513973 w 786002"/>
                <a:gd name="connsiteY302" fmla="*/ 46371 h 561696"/>
                <a:gd name="connsiteX303" fmla="*/ 511785 w 786002"/>
                <a:gd name="connsiteY303" fmla="*/ 49129 h 561696"/>
                <a:gd name="connsiteX304" fmla="*/ 508891 w 786002"/>
                <a:gd name="connsiteY304" fmla="*/ 52325 h 561696"/>
                <a:gd name="connsiteX305" fmla="*/ 506737 w 786002"/>
                <a:gd name="connsiteY305" fmla="*/ 55790 h 561696"/>
                <a:gd name="connsiteX306" fmla="*/ 505593 w 786002"/>
                <a:gd name="connsiteY306" fmla="*/ 58986 h 561696"/>
                <a:gd name="connsiteX307" fmla="*/ 505021 w 786002"/>
                <a:gd name="connsiteY307" fmla="*/ 60869 h 561696"/>
                <a:gd name="connsiteX308" fmla="*/ 502698 w 786002"/>
                <a:gd name="connsiteY308" fmla="*/ 62181 h 561696"/>
                <a:gd name="connsiteX309" fmla="*/ 501386 w 786002"/>
                <a:gd name="connsiteY309" fmla="*/ 64065 h 561696"/>
                <a:gd name="connsiteX310" fmla="*/ 501689 w 786002"/>
                <a:gd name="connsiteY310" fmla="*/ 64940 h 561696"/>
                <a:gd name="connsiteX311" fmla="*/ 503439 w 786002"/>
                <a:gd name="connsiteY311" fmla="*/ 66958 h 561696"/>
                <a:gd name="connsiteX312" fmla="*/ 503574 w 786002"/>
                <a:gd name="connsiteY312" fmla="*/ 67967 h 561696"/>
                <a:gd name="connsiteX313" fmla="*/ 503708 w 786002"/>
                <a:gd name="connsiteY313" fmla="*/ 70154 h 561696"/>
                <a:gd name="connsiteX314" fmla="*/ 502698 w 786002"/>
                <a:gd name="connsiteY314" fmla="*/ 70591 h 561696"/>
                <a:gd name="connsiteX315" fmla="*/ 501386 w 786002"/>
                <a:gd name="connsiteY315" fmla="*/ 73350 h 561696"/>
                <a:gd name="connsiteX316" fmla="*/ 498357 w 786002"/>
                <a:gd name="connsiteY316" fmla="*/ 73787 h 561696"/>
                <a:gd name="connsiteX317" fmla="*/ 494722 w 786002"/>
                <a:gd name="connsiteY317" fmla="*/ 73215 h 561696"/>
                <a:gd name="connsiteX318" fmla="*/ 491088 w 786002"/>
                <a:gd name="connsiteY318" fmla="*/ 72778 h 561696"/>
                <a:gd name="connsiteX319" fmla="*/ 488765 w 786002"/>
                <a:gd name="connsiteY319" fmla="*/ 72038 h 561696"/>
                <a:gd name="connsiteX320" fmla="*/ 486881 w 786002"/>
                <a:gd name="connsiteY320" fmla="*/ 71028 h 561696"/>
                <a:gd name="connsiteX321" fmla="*/ 484996 w 786002"/>
                <a:gd name="connsiteY321" fmla="*/ 69145 h 561696"/>
                <a:gd name="connsiteX322" fmla="*/ 482809 w 786002"/>
                <a:gd name="connsiteY322" fmla="*/ 66386 h 561696"/>
                <a:gd name="connsiteX323" fmla="*/ 482102 w 786002"/>
                <a:gd name="connsiteY323" fmla="*/ 64940 h 561696"/>
                <a:gd name="connsiteX324" fmla="*/ 480924 w 786002"/>
                <a:gd name="connsiteY324" fmla="*/ 64065 h 561696"/>
                <a:gd name="connsiteX325" fmla="*/ 478770 w 786002"/>
                <a:gd name="connsiteY325" fmla="*/ 64065 h 561696"/>
                <a:gd name="connsiteX326" fmla="*/ 476717 w 786002"/>
                <a:gd name="connsiteY326" fmla="*/ 64637 h 561696"/>
                <a:gd name="connsiteX327" fmla="*/ 475135 w 786002"/>
                <a:gd name="connsiteY327" fmla="*/ 65512 h 561696"/>
                <a:gd name="connsiteX328" fmla="*/ 472376 w 786002"/>
                <a:gd name="connsiteY328" fmla="*/ 67261 h 561696"/>
                <a:gd name="connsiteX329" fmla="*/ 470929 w 786002"/>
                <a:gd name="connsiteY329" fmla="*/ 68136 h 561696"/>
                <a:gd name="connsiteX330" fmla="*/ 466587 w 786002"/>
                <a:gd name="connsiteY330" fmla="*/ 70457 h 561696"/>
                <a:gd name="connsiteX331" fmla="*/ 464433 w 786002"/>
                <a:gd name="connsiteY331" fmla="*/ 71769 h 561696"/>
                <a:gd name="connsiteX332" fmla="*/ 462851 w 786002"/>
                <a:gd name="connsiteY332" fmla="*/ 72778 h 561696"/>
                <a:gd name="connsiteX333" fmla="*/ 461404 w 786002"/>
                <a:gd name="connsiteY333" fmla="*/ 74090 h 561696"/>
                <a:gd name="connsiteX334" fmla="*/ 459957 w 786002"/>
                <a:gd name="connsiteY334" fmla="*/ 75402 h 561696"/>
                <a:gd name="connsiteX335" fmla="*/ 459217 w 786002"/>
                <a:gd name="connsiteY335" fmla="*/ 77151 h 561696"/>
                <a:gd name="connsiteX336" fmla="*/ 459217 w 786002"/>
                <a:gd name="connsiteY336" fmla="*/ 78463 h 561696"/>
                <a:gd name="connsiteX337" fmla="*/ 461034 w 786002"/>
                <a:gd name="connsiteY337" fmla="*/ 79035 h 561696"/>
                <a:gd name="connsiteX338" fmla="*/ 462986 w 786002"/>
                <a:gd name="connsiteY338" fmla="*/ 78732 h 561696"/>
                <a:gd name="connsiteX339" fmla="*/ 466621 w 786002"/>
                <a:gd name="connsiteY339" fmla="*/ 77857 h 561696"/>
                <a:gd name="connsiteX340" fmla="*/ 470828 w 786002"/>
                <a:gd name="connsiteY340" fmla="*/ 78867 h 561696"/>
                <a:gd name="connsiteX341" fmla="*/ 471703 w 786002"/>
                <a:gd name="connsiteY341" fmla="*/ 81457 h 561696"/>
                <a:gd name="connsiteX342" fmla="*/ 471837 w 786002"/>
                <a:gd name="connsiteY342" fmla="*/ 84484 h 561696"/>
                <a:gd name="connsiteX343" fmla="*/ 470659 w 786002"/>
                <a:gd name="connsiteY343" fmla="*/ 88689 h 561696"/>
                <a:gd name="connsiteX344" fmla="*/ 468909 w 786002"/>
                <a:gd name="connsiteY344" fmla="*/ 91717 h 561696"/>
                <a:gd name="connsiteX345" fmla="*/ 467765 w 786002"/>
                <a:gd name="connsiteY345" fmla="*/ 92289 h 561696"/>
                <a:gd name="connsiteX346" fmla="*/ 463861 w 786002"/>
                <a:gd name="connsiteY346" fmla="*/ 96494 h 561696"/>
                <a:gd name="connsiteX347" fmla="*/ 458510 w 786002"/>
                <a:gd name="connsiteY347" fmla="*/ 96931 h 561696"/>
                <a:gd name="connsiteX348" fmla="*/ 454034 w 786002"/>
                <a:gd name="connsiteY348" fmla="*/ 96797 h 561696"/>
                <a:gd name="connsiteX349" fmla="*/ 449390 w 786002"/>
                <a:gd name="connsiteY349" fmla="*/ 92322 h 561696"/>
                <a:gd name="connsiteX350" fmla="*/ 449524 w 786002"/>
                <a:gd name="connsiteY350" fmla="*/ 88252 h 561696"/>
                <a:gd name="connsiteX351" fmla="*/ 448212 w 786002"/>
                <a:gd name="connsiteY351" fmla="*/ 85796 h 561696"/>
                <a:gd name="connsiteX352" fmla="*/ 445317 w 786002"/>
                <a:gd name="connsiteY352" fmla="*/ 84484 h 561696"/>
                <a:gd name="connsiteX353" fmla="*/ 443433 w 786002"/>
                <a:gd name="connsiteY353" fmla="*/ 85359 h 561696"/>
                <a:gd name="connsiteX354" fmla="*/ 442120 w 786002"/>
                <a:gd name="connsiteY354" fmla="*/ 86099 h 561696"/>
                <a:gd name="connsiteX355" fmla="*/ 436769 w 786002"/>
                <a:gd name="connsiteY355" fmla="*/ 92020 h 561696"/>
                <a:gd name="connsiteX356" fmla="*/ 436635 w 786002"/>
                <a:gd name="connsiteY356" fmla="*/ 95922 h 561696"/>
                <a:gd name="connsiteX357" fmla="*/ 433875 w 786002"/>
                <a:gd name="connsiteY357" fmla="*/ 98243 h 561696"/>
                <a:gd name="connsiteX358" fmla="*/ 431687 w 786002"/>
                <a:gd name="connsiteY358" fmla="*/ 100261 h 561696"/>
                <a:gd name="connsiteX359" fmla="*/ 429937 w 786002"/>
                <a:gd name="connsiteY359" fmla="*/ 102448 h 561696"/>
                <a:gd name="connsiteX360" fmla="*/ 429634 w 786002"/>
                <a:gd name="connsiteY360" fmla="*/ 106653 h 561696"/>
                <a:gd name="connsiteX361" fmla="*/ 429634 w 786002"/>
                <a:gd name="connsiteY361" fmla="*/ 109714 h 561696"/>
                <a:gd name="connsiteX362" fmla="*/ 429769 w 786002"/>
                <a:gd name="connsiteY362" fmla="*/ 112035 h 561696"/>
                <a:gd name="connsiteX363" fmla="*/ 429197 w 786002"/>
                <a:gd name="connsiteY363" fmla="*/ 115803 h 561696"/>
                <a:gd name="connsiteX364" fmla="*/ 428322 w 786002"/>
                <a:gd name="connsiteY364" fmla="*/ 118427 h 561696"/>
                <a:gd name="connsiteX365" fmla="*/ 425562 w 786002"/>
                <a:gd name="connsiteY365" fmla="*/ 118999 h 561696"/>
                <a:gd name="connsiteX366" fmla="*/ 424250 w 786002"/>
                <a:gd name="connsiteY366" fmla="*/ 118427 h 561696"/>
                <a:gd name="connsiteX367" fmla="*/ 421793 w 786002"/>
                <a:gd name="connsiteY367" fmla="*/ 114659 h 561696"/>
                <a:gd name="connsiteX368" fmla="*/ 420783 w 786002"/>
                <a:gd name="connsiteY368" fmla="*/ 111463 h 561696"/>
                <a:gd name="connsiteX369" fmla="*/ 417149 w 786002"/>
                <a:gd name="connsiteY369" fmla="*/ 109580 h 561696"/>
                <a:gd name="connsiteX370" fmla="*/ 414389 w 786002"/>
                <a:gd name="connsiteY370" fmla="*/ 106821 h 561696"/>
                <a:gd name="connsiteX371" fmla="*/ 408735 w 786002"/>
                <a:gd name="connsiteY371" fmla="*/ 102919 h 561696"/>
                <a:gd name="connsiteX372" fmla="*/ 403216 w 786002"/>
                <a:gd name="connsiteY372" fmla="*/ 99017 h 561696"/>
                <a:gd name="connsiteX373" fmla="*/ 398302 w 786002"/>
                <a:gd name="connsiteY373" fmla="*/ 96258 h 561696"/>
                <a:gd name="connsiteX374" fmla="*/ 390898 w 786002"/>
                <a:gd name="connsiteY374" fmla="*/ 99454 h 561696"/>
                <a:gd name="connsiteX375" fmla="*/ 385681 w 786002"/>
                <a:gd name="connsiteY375" fmla="*/ 103962 h 561696"/>
                <a:gd name="connsiteX376" fmla="*/ 382484 w 786002"/>
                <a:gd name="connsiteY376" fmla="*/ 108739 h 561696"/>
                <a:gd name="connsiteX377" fmla="*/ 381172 w 786002"/>
                <a:gd name="connsiteY377" fmla="*/ 110925 h 561696"/>
                <a:gd name="connsiteX378" fmla="*/ 379994 w 786002"/>
                <a:gd name="connsiteY378" fmla="*/ 116005 h 561696"/>
                <a:gd name="connsiteX379" fmla="*/ 380129 w 786002"/>
                <a:gd name="connsiteY379" fmla="*/ 119772 h 561696"/>
                <a:gd name="connsiteX380" fmla="*/ 381138 w 786002"/>
                <a:gd name="connsiteY380" fmla="*/ 124280 h 561696"/>
                <a:gd name="connsiteX381" fmla="*/ 380263 w 786002"/>
                <a:gd name="connsiteY381" fmla="*/ 127913 h 561696"/>
                <a:gd name="connsiteX382" fmla="*/ 376359 w 786002"/>
                <a:gd name="connsiteY382" fmla="*/ 131378 h 561696"/>
                <a:gd name="connsiteX383" fmla="*/ 373027 w 786002"/>
                <a:gd name="connsiteY383" fmla="*/ 134574 h 561696"/>
                <a:gd name="connsiteX384" fmla="*/ 367373 w 786002"/>
                <a:gd name="connsiteY384" fmla="*/ 136458 h 561696"/>
                <a:gd name="connsiteX385" fmla="*/ 361585 w 786002"/>
                <a:gd name="connsiteY385" fmla="*/ 137198 h 561696"/>
                <a:gd name="connsiteX386" fmla="*/ 354921 w 786002"/>
                <a:gd name="connsiteY386" fmla="*/ 138510 h 561696"/>
                <a:gd name="connsiteX387" fmla="*/ 351455 w 786002"/>
                <a:gd name="connsiteY387" fmla="*/ 139216 h 561696"/>
                <a:gd name="connsiteX388" fmla="*/ 348258 w 786002"/>
                <a:gd name="connsiteY388" fmla="*/ 138644 h 561696"/>
                <a:gd name="connsiteX389" fmla="*/ 343613 w 786002"/>
                <a:gd name="connsiteY389" fmla="*/ 137063 h 561696"/>
                <a:gd name="connsiteX390" fmla="*/ 340281 w 786002"/>
                <a:gd name="connsiteY390" fmla="*/ 135751 h 561696"/>
                <a:gd name="connsiteX391" fmla="*/ 337690 w 786002"/>
                <a:gd name="connsiteY391" fmla="*/ 131849 h 561696"/>
                <a:gd name="connsiteX392" fmla="*/ 336108 w 786002"/>
                <a:gd name="connsiteY392" fmla="*/ 128216 h 561696"/>
                <a:gd name="connsiteX393" fmla="*/ 335233 w 786002"/>
                <a:gd name="connsiteY393" fmla="*/ 124314 h 561696"/>
                <a:gd name="connsiteX394" fmla="*/ 329579 w 786002"/>
                <a:gd name="connsiteY394" fmla="*/ 121993 h 561696"/>
                <a:gd name="connsiteX395" fmla="*/ 328132 w 786002"/>
                <a:gd name="connsiteY395" fmla="*/ 122867 h 561696"/>
                <a:gd name="connsiteX396" fmla="*/ 325541 w 786002"/>
                <a:gd name="connsiteY396" fmla="*/ 125626 h 561696"/>
                <a:gd name="connsiteX397" fmla="*/ 321637 w 786002"/>
                <a:gd name="connsiteY397" fmla="*/ 127644 h 561696"/>
                <a:gd name="connsiteX398" fmla="*/ 318743 w 786002"/>
                <a:gd name="connsiteY398" fmla="*/ 128081 h 561696"/>
                <a:gd name="connsiteX399" fmla="*/ 315108 w 786002"/>
                <a:gd name="connsiteY399" fmla="*/ 128519 h 561696"/>
                <a:gd name="connsiteX400" fmla="*/ 311473 w 786002"/>
                <a:gd name="connsiteY400" fmla="*/ 127644 h 561696"/>
                <a:gd name="connsiteX401" fmla="*/ 308579 w 786002"/>
                <a:gd name="connsiteY401" fmla="*/ 122733 h 561696"/>
                <a:gd name="connsiteX402" fmla="*/ 308713 w 786002"/>
                <a:gd name="connsiteY402" fmla="*/ 116779 h 561696"/>
                <a:gd name="connsiteX403" fmla="*/ 301747 w 786002"/>
                <a:gd name="connsiteY403" fmla="*/ 111127 h 561696"/>
                <a:gd name="connsiteX404" fmla="*/ 300569 w 786002"/>
                <a:gd name="connsiteY404" fmla="*/ 105038 h 561696"/>
                <a:gd name="connsiteX405" fmla="*/ 298112 w 786002"/>
                <a:gd name="connsiteY405" fmla="*/ 99118 h 561696"/>
                <a:gd name="connsiteX406" fmla="*/ 293199 w 786002"/>
                <a:gd name="connsiteY406" fmla="*/ 93769 h 561696"/>
                <a:gd name="connsiteX407" fmla="*/ 289732 w 786002"/>
                <a:gd name="connsiteY407" fmla="*/ 90001 h 561696"/>
                <a:gd name="connsiteX408" fmla="*/ 287107 w 786002"/>
                <a:gd name="connsiteY408" fmla="*/ 89261 h 561696"/>
                <a:gd name="connsiteX409" fmla="*/ 280578 w 786002"/>
                <a:gd name="connsiteY409" fmla="*/ 89261 h 561696"/>
                <a:gd name="connsiteX410" fmla="*/ 273612 w 786002"/>
                <a:gd name="connsiteY410" fmla="*/ 92020 h 561696"/>
                <a:gd name="connsiteX411" fmla="*/ 268698 w 786002"/>
                <a:gd name="connsiteY411" fmla="*/ 95350 h 561696"/>
                <a:gd name="connsiteX412" fmla="*/ 266073 w 786002"/>
                <a:gd name="connsiteY412" fmla="*/ 98680 h 561696"/>
                <a:gd name="connsiteX413" fmla="*/ 261563 w 786002"/>
                <a:gd name="connsiteY413" fmla="*/ 102145 h 561696"/>
                <a:gd name="connsiteX414" fmla="*/ 260823 w 786002"/>
                <a:gd name="connsiteY414" fmla="*/ 106485 h 561696"/>
                <a:gd name="connsiteX415" fmla="*/ 262573 w 786002"/>
                <a:gd name="connsiteY415" fmla="*/ 110824 h 561696"/>
                <a:gd name="connsiteX416" fmla="*/ 263885 w 786002"/>
                <a:gd name="connsiteY416" fmla="*/ 113583 h 561696"/>
                <a:gd name="connsiteX417" fmla="*/ 264020 w 786002"/>
                <a:gd name="connsiteY417" fmla="*/ 118057 h 561696"/>
                <a:gd name="connsiteX418" fmla="*/ 263583 w 786002"/>
                <a:gd name="connsiteY418" fmla="*/ 122396 h 561696"/>
                <a:gd name="connsiteX419" fmla="*/ 261261 w 786002"/>
                <a:gd name="connsiteY419" fmla="*/ 125424 h 561696"/>
                <a:gd name="connsiteX420" fmla="*/ 256044 w 786002"/>
                <a:gd name="connsiteY420" fmla="*/ 130504 h 561696"/>
                <a:gd name="connsiteX421" fmla="*/ 254597 w 786002"/>
                <a:gd name="connsiteY421" fmla="*/ 131244 h 561696"/>
                <a:gd name="connsiteX422" fmla="*/ 252140 w 786002"/>
                <a:gd name="connsiteY422" fmla="*/ 133262 h 561696"/>
                <a:gd name="connsiteX423" fmla="*/ 243592 w 786002"/>
                <a:gd name="connsiteY423" fmla="*/ 134002 h 561696"/>
                <a:gd name="connsiteX424" fmla="*/ 235481 w 786002"/>
                <a:gd name="connsiteY424" fmla="*/ 135146 h 561696"/>
                <a:gd name="connsiteX425" fmla="*/ 231274 w 786002"/>
                <a:gd name="connsiteY425" fmla="*/ 135146 h 561696"/>
                <a:gd name="connsiteX426" fmla="*/ 228952 w 786002"/>
                <a:gd name="connsiteY426" fmla="*/ 136895 h 561696"/>
                <a:gd name="connsiteX427" fmla="*/ 223298 w 786002"/>
                <a:gd name="connsiteY427" fmla="*/ 140663 h 561696"/>
                <a:gd name="connsiteX428" fmla="*/ 219966 w 786002"/>
                <a:gd name="connsiteY428" fmla="*/ 142546 h 561696"/>
                <a:gd name="connsiteX429" fmla="*/ 217375 w 786002"/>
                <a:gd name="connsiteY429" fmla="*/ 143556 h 561696"/>
                <a:gd name="connsiteX430" fmla="*/ 212731 w 786002"/>
                <a:gd name="connsiteY430" fmla="*/ 145305 h 561696"/>
                <a:gd name="connsiteX431" fmla="*/ 206639 w 786002"/>
                <a:gd name="connsiteY431" fmla="*/ 148770 h 561696"/>
                <a:gd name="connsiteX432" fmla="*/ 204317 w 786002"/>
                <a:gd name="connsiteY432" fmla="*/ 150216 h 561696"/>
                <a:gd name="connsiteX433" fmla="*/ 201995 w 786002"/>
                <a:gd name="connsiteY433" fmla="*/ 152672 h 561696"/>
                <a:gd name="connsiteX434" fmla="*/ 198528 w 786002"/>
                <a:gd name="connsiteY434" fmla="*/ 155128 h 561696"/>
                <a:gd name="connsiteX435" fmla="*/ 187086 w 786002"/>
                <a:gd name="connsiteY435" fmla="*/ 155430 h 561696"/>
                <a:gd name="connsiteX436" fmla="*/ 182307 w 786002"/>
                <a:gd name="connsiteY436" fmla="*/ 156002 h 561696"/>
                <a:gd name="connsiteX437" fmla="*/ 179985 w 786002"/>
                <a:gd name="connsiteY437" fmla="*/ 157449 h 561696"/>
                <a:gd name="connsiteX438" fmla="*/ 178538 w 786002"/>
                <a:gd name="connsiteY438" fmla="*/ 161217 h 561696"/>
                <a:gd name="connsiteX439" fmla="*/ 179985 w 786002"/>
                <a:gd name="connsiteY439" fmla="*/ 162663 h 561696"/>
                <a:gd name="connsiteX440" fmla="*/ 183889 w 786002"/>
                <a:gd name="connsiteY440" fmla="*/ 166868 h 561696"/>
                <a:gd name="connsiteX441" fmla="*/ 185201 w 786002"/>
                <a:gd name="connsiteY441" fmla="*/ 172385 h 561696"/>
                <a:gd name="connsiteX442" fmla="*/ 181163 w 786002"/>
                <a:gd name="connsiteY442" fmla="*/ 174841 h 561696"/>
                <a:gd name="connsiteX443" fmla="*/ 177662 w 786002"/>
                <a:gd name="connsiteY443" fmla="*/ 182241 h 561696"/>
                <a:gd name="connsiteX444" fmla="*/ 175340 w 786002"/>
                <a:gd name="connsiteY444" fmla="*/ 185000 h 561696"/>
                <a:gd name="connsiteX445" fmla="*/ 170124 w 786002"/>
                <a:gd name="connsiteY445" fmla="*/ 192535 h 561696"/>
                <a:gd name="connsiteX446" fmla="*/ 164907 w 786002"/>
                <a:gd name="connsiteY446" fmla="*/ 193982 h 561696"/>
                <a:gd name="connsiteX447" fmla="*/ 160398 w 786002"/>
                <a:gd name="connsiteY447" fmla="*/ 193107 h 561696"/>
                <a:gd name="connsiteX448" fmla="*/ 156628 w 786002"/>
                <a:gd name="connsiteY448" fmla="*/ 191223 h 561696"/>
                <a:gd name="connsiteX449" fmla="*/ 155181 w 786002"/>
                <a:gd name="connsiteY449" fmla="*/ 187758 h 561696"/>
                <a:gd name="connsiteX450" fmla="*/ 152994 w 786002"/>
                <a:gd name="connsiteY450" fmla="*/ 183116 h 561696"/>
                <a:gd name="connsiteX451" fmla="*/ 150974 w 786002"/>
                <a:gd name="connsiteY451" fmla="*/ 182981 h 561696"/>
                <a:gd name="connsiteX452" fmla="*/ 148080 w 786002"/>
                <a:gd name="connsiteY452" fmla="*/ 183553 h 561696"/>
                <a:gd name="connsiteX453" fmla="*/ 143301 w 786002"/>
                <a:gd name="connsiteY453" fmla="*/ 184428 h 561696"/>
                <a:gd name="connsiteX454" fmla="*/ 138219 w 786002"/>
                <a:gd name="connsiteY454" fmla="*/ 184125 h 561696"/>
                <a:gd name="connsiteX455" fmla="*/ 137075 w 786002"/>
                <a:gd name="connsiteY455" fmla="*/ 182678 h 561696"/>
                <a:gd name="connsiteX456" fmla="*/ 135190 w 786002"/>
                <a:gd name="connsiteY456" fmla="*/ 180088 h 561696"/>
                <a:gd name="connsiteX457" fmla="*/ 133878 w 786002"/>
                <a:gd name="connsiteY457" fmla="*/ 179214 h 561696"/>
                <a:gd name="connsiteX458" fmla="*/ 127786 w 786002"/>
                <a:gd name="connsiteY458" fmla="*/ 175143 h 561696"/>
                <a:gd name="connsiteX459" fmla="*/ 125902 w 786002"/>
                <a:gd name="connsiteY459" fmla="*/ 174269 h 561696"/>
                <a:gd name="connsiteX460" fmla="*/ 121695 w 786002"/>
                <a:gd name="connsiteY460" fmla="*/ 174000 h 561696"/>
                <a:gd name="connsiteX461" fmla="*/ 115906 w 786002"/>
                <a:gd name="connsiteY461" fmla="*/ 172990 h 561696"/>
                <a:gd name="connsiteX462" fmla="*/ 111868 w 786002"/>
                <a:gd name="connsiteY462" fmla="*/ 170232 h 561696"/>
                <a:gd name="connsiteX463" fmla="*/ 109849 w 786002"/>
                <a:gd name="connsiteY463" fmla="*/ 167911 h 561696"/>
                <a:gd name="connsiteX464" fmla="*/ 106820 w 786002"/>
                <a:gd name="connsiteY464" fmla="*/ 164278 h 561696"/>
                <a:gd name="connsiteX465" fmla="*/ 105238 w 786002"/>
                <a:gd name="connsiteY465" fmla="*/ 161519 h 561696"/>
                <a:gd name="connsiteX466" fmla="*/ 104800 w 786002"/>
                <a:gd name="connsiteY466" fmla="*/ 157886 h 561696"/>
                <a:gd name="connsiteX467" fmla="*/ 105507 w 786002"/>
                <a:gd name="connsiteY467" fmla="*/ 156742 h 561696"/>
                <a:gd name="connsiteX468" fmla="*/ 106820 w 786002"/>
                <a:gd name="connsiteY468" fmla="*/ 154118 h 561696"/>
                <a:gd name="connsiteX469" fmla="*/ 105238 w 786002"/>
                <a:gd name="connsiteY469" fmla="*/ 152672 h 561696"/>
                <a:gd name="connsiteX470" fmla="*/ 100762 w 786002"/>
                <a:gd name="connsiteY470" fmla="*/ 152975 h 561696"/>
                <a:gd name="connsiteX471" fmla="*/ 98574 w 786002"/>
                <a:gd name="connsiteY471" fmla="*/ 154118 h 561696"/>
                <a:gd name="connsiteX472" fmla="*/ 93795 w 786002"/>
                <a:gd name="connsiteY472" fmla="*/ 155868 h 561696"/>
                <a:gd name="connsiteX473" fmla="*/ 88579 w 786002"/>
                <a:gd name="connsiteY473" fmla="*/ 156002 h 561696"/>
                <a:gd name="connsiteX474" fmla="*/ 84810 w 786002"/>
                <a:gd name="connsiteY474" fmla="*/ 154993 h 561696"/>
                <a:gd name="connsiteX475" fmla="*/ 84675 w 786002"/>
                <a:gd name="connsiteY475" fmla="*/ 152235 h 561696"/>
                <a:gd name="connsiteX476" fmla="*/ 84810 w 786002"/>
                <a:gd name="connsiteY476" fmla="*/ 149207 h 561696"/>
                <a:gd name="connsiteX477" fmla="*/ 84237 w 786002"/>
                <a:gd name="connsiteY477" fmla="*/ 145742 h 561696"/>
                <a:gd name="connsiteX478" fmla="*/ 81781 w 786002"/>
                <a:gd name="connsiteY478" fmla="*/ 143152 h 561696"/>
                <a:gd name="connsiteX479" fmla="*/ 78583 w 786002"/>
                <a:gd name="connsiteY479" fmla="*/ 141403 h 561696"/>
                <a:gd name="connsiteX480" fmla="*/ 77439 w 786002"/>
                <a:gd name="connsiteY480" fmla="*/ 142546 h 561696"/>
                <a:gd name="connsiteX481" fmla="*/ 72795 w 786002"/>
                <a:gd name="connsiteY481" fmla="*/ 146449 h 561696"/>
                <a:gd name="connsiteX482" fmla="*/ 69901 w 786002"/>
                <a:gd name="connsiteY482" fmla="*/ 148333 h 561696"/>
                <a:gd name="connsiteX483" fmla="*/ 67309 w 786002"/>
                <a:gd name="connsiteY483" fmla="*/ 150351 h 561696"/>
                <a:gd name="connsiteX484" fmla="*/ 61083 w 786002"/>
                <a:gd name="connsiteY484" fmla="*/ 152369 h 561696"/>
                <a:gd name="connsiteX485" fmla="*/ 59064 w 786002"/>
                <a:gd name="connsiteY485" fmla="*/ 153378 h 561696"/>
                <a:gd name="connsiteX486" fmla="*/ 60208 w 786002"/>
                <a:gd name="connsiteY486" fmla="*/ 155700 h 561696"/>
                <a:gd name="connsiteX487" fmla="*/ 62362 w 786002"/>
                <a:gd name="connsiteY487" fmla="*/ 157449 h 561696"/>
                <a:gd name="connsiteX488" fmla="*/ 62665 w 786002"/>
                <a:gd name="connsiteY488" fmla="*/ 158155 h 561696"/>
                <a:gd name="connsiteX489" fmla="*/ 59905 w 786002"/>
                <a:gd name="connsiteY489" fmla="*/ 161923 h 561696"/>
                <a:gd name="connsiteX490" fmla="*/ 51794 w 786002"/>
                <a:gd name="connsiteY490" fmla="*/ 169895 h 561696"/>
                <a:gd name="connsiteX491" fmla="*/ 50482 w 786002"/>
                <a:gd name="connsiteY491" fmla="*/ 171577 h 561696"/>
                <a:gd name="connsiteX492" fmla="*/ 47722 w 786002"/>
                <a:gd name="connsiteY492" fmla="*/ 173831 h 561696"/>
                <a:gd name="connsiteX493" fmla="*/ 46477 w 786002"/>
                <a:gd name="connsiteY493" fmla="*/ 175211 h 561696"/>
                <a:gd name="connsiteX494" fmla="*/ 45232 w 786002"/>
                <a:gd name="connsiteY494" fmla="*/ 177229 h 561696"/>
                <a:gd name="connsiteX495" fmla="*/ 44491 w 786002"/>
                <a:gd name="connsiteY495" fmla="*/ 179415 h 561696"/>
                <a:gd name="connsiteX496" fmla="*/ 43785 w 786002"/>
                <a:gd name="connsiteY496" fmla="*/ 183049 h 561696"/>
                <a:gd name="connsiteX497" fmla="*/ 42640 w 786002"/>
                <a:gd name="connsiteY497" fmla="*/ 184125 h 561696"/>
                <a:gd name="connsiteX498" fmla="*/ 40015 w 786002"/>
                <a:gd name="connsiteY498" fmla="*/ 184125 h 561696"/>
                <a:gd name="connsiteX499" fmla="*/ 37323 w 786002"/>
                <a:gd name="connsiteY499" fmla="*/ 184293 h 561696"/>
                <a:gd name="connsiteX500" fmla="*/ 34630 w 786002"/>
                <a:gd name="connsiteY500" fmla="*/ 184630 h 561696"/>
                <a:gd name="connsiteX501" fmla="*/ 30861 w 786002"/>
                <a:gd name="connsiteY501" fmla="*/ 186076 h 561696"/>
                <a:gd name="connsiteX502" fmla="*/ 27529 w 786002"/>
                <a:gd name="connsiteY502" fmla="*/ 188162 h 561696"/>
                <a:gd name="connsiteX503" fmla="*/ 24770 w 786002"/>
                <a:gd name="connsiteY503" fmla="*/ 188801 h 561696"/>
                <a:gd name="connsiteX504" fmla="*/ 23525 w 786002"/>
                <a:gd name="connsiteY504" fmla="*/ 188734 h 561696"/>
                <a:gd name="connsiteX505" fmla="*/ 20327 w 786002"/>
                <a:gd name="connsiteY505" fmla="*/ 185841 h 561696"/>
                <a:gd name="connsiteX506" fmla="*/ 17702 w 786002"/>
                <a:gd name="connsiteY506" fmla="*/ 183452 h 561696"/>
                <a:gd name="connsiteX507" fmla="*/ 14303 w 786002"/>
                <a:gd name="connsiteY507" fmla="*/ 179113 h 561696"/>
                <a:gd name="connsiteX508" fmla="*/ 12351 w 786002"/>
                <a:gd name="connsiteY508" fmla="*/ 176926 h 561696"/>
                <a:gd name="connsiteX509" fmla="*/ 10197 w 786002"/>
                <a:gd name="connsiteY509" fmla="*/ 175850 h 561696"/>
                <a:gd name="connsiteX510" fmla="*/ 6058 w 786002"/>
                <a:gd name="connsiteY510" fmla="*/ 177431 h 561696"/>
                <a:gd name="connsiteX511" fmla="*/ 4745 w 786002"/>
                <a:gd name="connsiteY511" fmla="*/ 178440 h 561696"/>
                <a:gd name="connsiteX512" fmla="*/ 2423 w 786002"/>
                <a:gd name="connsiteY512" fmla="*/ 179886 h 561696"/>
                <a:gd name="connsiteX513" fmla="*/ 1716 w 786002"/>
                <a:gd name="connsiteY513" fmla="*/ 181467 h 561696"/>
                <a:gd name="connsiteX514" fmla="*/ 1716 w 786002"/>
                <a:gd name="connsiteY514" fmla="*/ 184663 h 561696"/>
                <a:gd name="connsiteX515" fmla="*/ 639 w 786002"/>
                <a:gd name="connsiteY515" fmla="*/ 187254 h 561696"/>
                <a:gd name="connsiteX516" fmla="*/ 0 w 786002"/>
                <a:gd name="connsiteY516" fmla="*/ 190147 h 561696"/>
                <a:gd name="connsiteX517" fmla="*/ 0 w 786002"/>
                <a:gd name="connsiteY517" fmla="*/ 192165 h 561696"/>
                <a:gd name="connsiteX518" fmla="*/ 1750 w 786002"/>
                <a:gd name="connsiteY518" fmla="*/ 193611 h 561696"/>
                <a:gd name="connsiteX519" fmla="*/ 1750 w 786002"/>
                <a:gd name="connsiteY519" fmla="*/ 195495 h 561696"/>
                <a:gd name="connsiteX520" fmla="*/ 3500 w 786002"/>
                <a:gd name="connsiteY520" fmla="*/ 198691 h 561696"/>
                <a:gd name="connsiteX521" fmla="*/ 2322 w 786002"/>
                <a:gd name="connsiteY521" fmla="*/ 201584 h 561696"/>
                <a:gd name="connsiteX522" fmla="*/ 3500 w 786002"/>
                <a:gd name="connsiteY522" fmla="*/ 205486 h 561696"/>
                <a:gd name="connsiteX523" fmla="*/ 5688 w 786002"/>
                <a:gd name="connsiteY523" fmla="*/ 209119 h 561696"/>
                <a:gd name="connsiteX524" fmla="*/ 7707 w 786002"/>
                <a:gd name="connsiteY524" fmla="*/ 211743 h 561696"/>
                <a:gd name="connsiteX525" fmla="*/ 10904 w 786002"/>
                <a:gd name="connsiteY525" fmla="*/ 214199 h 561696"/>
                <a:gd name="connsiteX526" fmla="*/ 14539 w 786002"/>
                <a:gd name="connsiteY526" fmla="*/ 217664 h 561696"/>
                <a:gd name="connsiteX527" fmla="*/ 16693 w 786002"/>
                <a:gd name="connsiteY527" fmla="*/ 222306 h 561696"/>
                <a:gd name="connsiteX528" fmla="*/ 22649 w 786002"/>
                <a:gd name="connsiteY528" fmla="*/ 223181 h 561696"/>
                <a:gd name="connsiteX529" fmla="*/ 22649 w 786002"/>
                <a:gd name="connsiteY529" fmla="*/ 215780 h 561696"/>
                <a:gd name="connsiteX530" fmla="*/ 23726 w 786002"/>
                <a:gd name="connsiteY530" fmla="*/ 211709 h 561696"/>
                <a:gd name="connsiteX531" fmla="*/ 27698 w 786002"/>
                <a:gd name="connsiteY531" fmla="*/ 208951 h 561696"/>
                <a:gd name="connsiteX532" fmla="*/ 31770 w 786002"/>
                <a:gd name="connsiteY532" fmla="*/ 208379 h 561696"/>
                <a:gd name="connsiteX533" fmla="*/ 35102 w 786002"/>
                <a:gd name="connsiteY533" fmla="*/ 208379 h 561696"/>
                <a:gd name="connsiteX534" fmla="*/ 37727 w 786002"/>
                <a:gd name="connsiteY534" fmla="*/ 209523 h 561696"/>
                <a:gd name="connsiteX535" fmla="*/ 41193 w 786002"/>
                <a:gd name="connsiteY535" fmla="*/ 212147 h 561696"/>
                <a:gd name="connsiteX536" fmla="*/ 43515 w 786002"/>
                <a:gd name="connsiteY536" fmla="*/ 212281 h 561696"/>
                <a:gd name="connsiteX537" fmla="*/ 47991 w 786002"/>
                <a:gd name="connsiteY537" fmla="*/ 211272 h 561696"/>
                <a:gd name="connsiteX538" fmla="*/ 52333 w 786002"/>
                <a:gd name="connsiteY538" fmla="*/ 211138 h 561696"/>
                <a:gd name="connsiteX539" fmla="*/ 59131 w 786002"/>
                <a:gd name="connsiteY539" fmla="*/ 209557 h 561696"/>
                <a:gd name="connsiteX540" fmla="*/ 64785 w 786002"/>
                <a:gd name="connsiteY540" fmla="*/ 211878 h 561696"/>
                <a:gd name="connsiteX541" fmla="*/ 70001 w 786002"/>
                <a:gd name="connsiteY541" fmla="*/ 214905 h 561696"/>
                <a:gd name="connsiteX542" fmla="*/ 73636 w 786002"/>
                <a:gd name="connsiteY542" fmla="*/ 220422 h 561696"/>
                <a:gd name="connsiteX543" fmla="*/ 72929 w 786002"/>
                <a:gd name="connsiteY543" fmla="*/ 224190 h 561696"/>
                <a:gd name="connsiteX544" fmla="*/ 72627 w 786002"/>
                <a:gd name="connsiteY544" fmla="*/ 229976 h 561696"/>
                <a:gd name="connsiteX545" fmla="*/ 74949 w 786002"/>
                <a:gd name="connsiteY545" fmla="*/ 231725 h 561696"/>
                <a:gd name="connsiteX546" fmla="*/ 75958 w 786002"/>
                <a:gd name="connsiteY546" fmla="*/ 234046 h 561696"/>
                <a:gd name="connsiteX547" fmla="*/ 75655 w 786002"/>
                <a:gd name="connsiteY547" fmla="*/ 236367 h 561696"/>
                <a:gd name="connsiteX548" fmla="*/ 74208 w 786002"/>
                <a:gd name="connsiteY548" fmla="*/ 239126 h 561696"/>
                <a:gd name="connsiteX549" fmla="*/ 72324 w 786002"/>
                <a:gd name="connsiteY549" fmla="*/ 240135 h 561696"/>
                <a:gd name="connsiteX550" fmla="*/ 71011 w 786002"/>
                <a:gd name="connsiteY550" fmla="*/ 241279 h 561696"/>
                <a:gd name="connsiteX551" fmla="*/ 69564 w 786002"/>
                <a:gd name="connsiteY551" fmla="*/ 242860 h 561696"/>
                <a:gd name="connsiteX552" fmla="*/ 67814 w 786002"/>
                <a:gd name="connsiteY552" fmla="*/ 244004 h 561696"/>
                <a:gd name="connsiteX553" fmla="*/ 67814 w 786002"/>
                <a:gd name="connsiteY553" fmla="*/ 245719 h 561696"/>
                <a:gd name="connsiteX554" fmla="*/ 69631 w 786002"/>
                <a:gd name="connsiteY554" fmla="*/ 247469 h 561696"/>
                <a:gd name="connsiteX555" fmla="*/ 73030 w 786002"/>
                <a:gd name="connsiteY555" fmla="*/ 250227 h 561696"/>
                <a:gd name="connsiteX556" fmla="*/ 76059 w 786002"/>
                <a:gd name="connsiteY556" fmla="*/ 252548 h 561696"/>
                <a:gd name="connsiteX557" fmla="*/ 79122 w 786002"/>
                <a:gd name="connsiteY557" fmla="*/ 253557 h 561696"/>
                <a:gd name="connsiteX558" fmla="*/ 83194 w 786002"/>
                <a:gd name="connsiteY558" fmla="*/ 253557 h 561696"/>
                <a:gd name="connsiteX559" fmla="*/ 87536 w 786002"/>
                <a:gd name="connsiteY559" fmla="*/ 253625 h 561696"/>
                <a:gd name="connsiteX560" fmla="*/ 90161 w 786002"/>
                <a:gd name="connsiteY560" fmla="*/ 253995 h 561696"/>
                <a:gd name="connsiteX561" fmla="*/ 92752 w 786002"/>
                <a:gd name="connsiteY561" fmla="*/ 255441 h 561696"/>
                <a:gd name="connsiteX562" fmla="*/ 96656 w 786002"/>
                <a:gd name="connsiteY562" fmla="*/ 258906 h 561696"/>
                <a:gd name="connsiteX563" fmla="*/ 97800 w 786002"/>
                <a:gd name="connsiteY563" fmla="*/ 260218 h 561696"/>
                <a:gd name="connsiteX564" fmla="*/ 100122 w 786002"/>
                <a:gd name="connsiteY564" fmla="*/ 262539 h 561696"/>
                <a:gd name="connsiteX565" fmla="*/ 102142 w 786002"/>
                <a:gd name="connsiteY565" fmla="*/ 260218 h 561696"/>
                <a:gd name="connsiteX566" fmla="*/ 103723 w 786002"/>
                <a:gd name="connsiteY566" fmla="*/ 257459 h 561696"/>
                <a:gd name="connsiteX567" fmla="*/ 106348 w 786002"/>
                <a:gd name="connsiteY567" fmla="*/ 255138 h 561696"/>
                <a:gd name="connsiteX568" fmla="*/ 108805 w 786002"/>
                <a:gd name="connsiteY568" fmla="*/ 251808 h 561696"/>
                <a:gd name="connsiteX569" fmla="*/ 112440 w 786002"/>
                <a:gd name="connsiteY569" fmla="*/ 250664 h 561696"/>
                <a:gd name="connsiteX570" fmla="*/ 114762 w 786002"/>
                <a:gd name="connsiteY570" fmla="*/ 251976 h 561696"/>
                <a:gd name="connsiteX571" fmla="*/ 117387 w 786002"/>
                <a:gd name="connsiteY571" fmla="*/ 257056 h 561696"/>
                <a:gd name="connsiteX572" fmla="*/ 119137 w 786002"/>
                <a:gd name="connsiteY572" fmla="*/ 257056 h 561696"/>
                <a:gd name="connsiteX573" fmla="*/ 122907 w 786002"/>
                <a:gd name="connsiteY573" fmla="*/ 256114 h 561696"/>
                <a:gd name="connsiteX574" fmla="*/ 126979 w 786002"/>
                <a:gd name="connsiteY574" fmla="*/ 254869 h 561696"/>
                <a:gd name="connsiteX575" fmla="*/ 131185 w 786002"/>
                <a:gd name="connsiteY575" fmla="*/ 255172 h 561696"/>
                <a:gd name="connsiteX576" fmla="*/ 133945 w 786002"/>
                <a:gd name="connsiteY576" fmla="*/ 255744 h 561696"/>
                <a:gd name="connsiteX577" fmla="*/ 136402 w 786002"/>
                <a:gd name="connsiteY577" fmla="*/ 258502 h 561696"/>
                <a:gd name="connsiteX578" fmla="*/ 138590 w 786002"/>
                <a:gd name="connsiteY578" fmla="*/ 259209 h 561696"/>
                <a:gd name="connsiteX579" fmla="*/ 141215 w 786002"/>
                <a:gd name="connsiteY579" fmla="*/ 258637 h 561696"/>
                <a:gd name="connsiteX580" fmla="*/ 142359 w 786002"/>
                <a:gd name="connsiteY580" fmla="*/ 254869 h 561696"/>
                <a:gd name="connsiteX581" fmla="*/ 143368 w 786002"/>
                <a:gd name="connsiteY581" fmla="*/ 252851 h 561696"/>
                <a:gd name="connsiteX582" fmla="*/ 144378 w 786002"/>
                <a:gd name="connsiteY582" fmla="*/ 249958 h 561696"/>
                <a:gd name="connsiteX583" fmla="*/ 147575 w 786002"/>
                <a:gd name="connsiteY583" fmla="*/ 248377 h 561696"/>
                <a:gd name="connsiteX584" fmla="*/ 150200 w 786002"/>
                <a:gd name="connsiteY584" fmla="*/ 246190 h 561696"/>
                <a:gd name="connsiteX585" fmla="*/ 152220 w 786002"/>
                <a:gd name="connsiteY585" fmla="*/ 246190 h 561696"/>
                <a:gd name="connsiteX586" fmla="*/ 156292 w 786002"/>
                <a:gd name="connsiteY586" fmla="*/ 248949 h 561696"/>
                <a:gd name="connsiteX587" fmla="*/ 157604 w 786002"/>
                <a:gd name="connsiteY587" fmla="*/ 252414 h 561696"/>
                <a:gd name="connsiteX588" fmla="*/ 159354 w 786002"/>
                <a:gd name="connsiteY588" fmla="*/ 256753 h 561696"/>
                <a:gd name="connsiteX589" fmla="*/ 162552 w 786002"/>
                <a:gd name="connsiteY589" fmla="*/ 260958 h 561696"/>
                <a:gd name="connsiteX590" fmla="*/ 165008 w 786002"/>
                <a:gd name="connsiteY590" fmla="*/ 262404 h 561696"/>
                <a:gd name="connsiteX591" fmla="*/ 165883 w 786002"/>
                <a:gd name="connsiteY591" fmla="*/ 264591 h 561696"/>
                <a:gd name="connsiteX592" fmla="*/ 165446 w 786002"/>
                <a:gd name="connsiteY592" fmla="*/ 267619 h 561696"/>
                <a:gd name="connsiteX593" fmla="*/ 164739 w 786002"/>
                <a:gd name="connsiteY593" fmla="*/ 270074 h 561696"/>
                <a:gd name="connsiteX594" fmla="*/ 165042 w 786002"/>
                <a:gd name="connsiteY594" fmla="*/ 272967 h 561696"/>
                <a:gd name="connsiteX595" fmla="*/ 167364 w 786002"/>
                <a:gd name="connsiteY595" fmla="*/ 273674 h 561696"/>
                <a:gd name="connsiteX596" fmla="*/ 171706 w 786002"/>
                <a:gd name="connsiteY596" fmla="*/ 277139 h 561696"/>
                <a:gd name="connsiteX597" fmla="*/ 174903 w 786002"/>
                <a:gd name="connsiteY597" fmla="*/ 279897 h 561696"/>
                <a:gd name="connsiteX598" fmla="*/ 173590 w 786002"/>
                <a:gd name="connsiteY598" fmla="*/ 282218 h 561696"/>
                <a:gd name="connsiteX599" fmla="*/ 170831 w 786002"/>
                <a:gd name="connsiteY599" fmla="*/ 286121 h 561696"/>
                <a:gd name="connsiteX600" fmla="*/ 169821 w 786002"/>
                <a:gd name="connsiteY600" fmla="*/ 289888 h 561696"/>
                <a:gd name="connsiteX601" fmla="*/ 170393 w 786002"/>
                <a:gd name="connsiteY601" fmla="*/ 294227 h 561696"/>
                <a:gd name="connsiteX602" fmla="*/ 170528 w 786002"/>
                <a:gd name="connsiteY602" fmla="*/ 298298 h 561696"/>
                <a:gd name="connsiteX603" fmla="*/ 167061 w 786002"/>
                <a:gd name="connsiteY603" fmla="*/ 301326 h 561696"/>
                <a:gd name="connsiteX604" fmla="*/ 167061 w 786002"/>
                <a:gd name="connsiteY604" fmla="*/ 304219 h 561696"/>
                <a:gd name="connsiteX605" fmla="*/ 167061 w 786002"/>
                <a:gd name="connsiteY605" fmla="*/ 308289 h 561696"/>
                <a:gd name="connsiteX606" fmla="*/ 167061 w 786002"/>
                <a:gd name="connsiteY606" fmla="*/ 311047 h 561696"/>
                <a:gd name="connsiteX607" fmla="*/ 166254 w 786002"/>
                <a:gd name="connsiteY607" fmla="*/ 314950 h 561696"/>
                <a:gd name="connsiteX608" fmla="*/ 164436 w 786002"/>
                <a:gd name="connsiteY608" fmla="*/ 316968 h 561696"/>
                <a:gd name="connsiteX609" fmla="*/ 160801 w 786002"/>
                <a:gd name="connsiteY609" fmla="*/ 320735 h 561696"/>
                <a:gd name="connsiteX610" fmla="*/ 156898 w 786002"/>
                <a:gd name="connsiteY610" fmla="*/ 323629 h 561696"/>
                <a:gd name="connsiteX611" fmla="*/ 154575 w 786002"/>
                <a:gd name="connsiteY611" fmla="*/ 323326 h 561696"/>
                <a:gd name="connsiteX612" fmla="*/ 151681 w 786002"/>
                <a:gd name="connsiteY612" fmla="*/ 322317 h 561696"/>
                <a:gd name="connsiteX613" fmla="*/ 149225 w 786002"/>
                <a:gd name="connsiteY613" fmla="*/ 320298 h 561696"/>
                <a:gd name="connsiteX614" fmla="*/ 145893 w 786002"/>
                <a:gd name="connsiteY614" fmla="*/ 317540 h 561696"/>
                <a:gd name="connsiteX615" fmla="*/ 141854 w 786002"/>
                <a:gd name="connsiteY615" fmla="*/ 316093 h 561696"/>
                <a:gd name="connsiteX616" fmla="*/ 140844 w 786002"/>
                <a:gd name="connsiteY616" fmla="*/ 316093 h 561696"/>
                <a:gd name="connsiteX617" fmla="*/ 139835 w 786002"/>
                <a:gd name="connsiteY617" fmla="*/ 319424 h 561696"/>
                <a:gd name="connsiteX618" fmla="*/ 135628 w 786002"/>
                <a:gd name="connsiteY618" fmla="*/ 322047 h 561696"/>
                <a:gd name="connsiteX619" fmla="*/ 130546 w 786002"/>
                <a:gd name="connsiteY619" fmla="*/ 325512 h 561696"/>
                <a:gd name="connsiteX620" fmla="*/ 124758 w 786002"/>
                <a:gd name="connsiteY620" fmla="*/ 328271 h 561696"/>
                <a:gd name="connsiteX621" fmla="*/ 120854 w 786002"/>
                <a:gd name="connsiteY621" fmla="*/ 329415 h 561696"/>
                <a:gd name="connsiteX622" fmla="*/ 119406 w 786002"/>
                <a:gd name="connsiteY622" fmla="*/ 330558 h 561696"/>
                <a:gd name="connsiteX623" fmla="*/ 118969 w 786002"/>
                <a:gd name="connsiteY623" fmla="*/ 332880 h 561696"/>
                <a:gd name="connsiteX624" fmla="*/ 120416 w 786002"/>
                <a:gd name="connsiteY624" fmla="*/ 334629 h 561696"/>
                <a:gd name="connsiteX625" fmla="*/ 121998 w 786002"/>
                <a:gd name="connsiteY625" fmla="*/ 335773 h 561696"/>
                <a:gd name="connsiteX626" fmla="*/ 120248 w 786002"/>
                <a:gd name="connsiteY626" fmla="*/ 338666 h 561696"/>
                <a:gd name="connsiteX627" fmla="*/ 118229 w 786002"/>
                <a:gd name="connsiteY627" fmla="*/ 338968 h 561696"/>
                <a:gd name="connsiteX628" fmla="*/ 117219 w 786002"/>
                <a:gd name="connsiteY628" fmla="*/ 337219 h 561696"/>
                <a:gd name="connsiteX629" fmla="*/ 110252 w 786002"/>
                <a:gd name="connsiteY629" fmla="*/ 339540 h 561696"/>
                <a:gd name="connsiteX630" fmla="*/ 107358 w 786002"/>
                <a:gd name="connsiteY630" fmla="*/ 344183 h 561696"/>
                <a:gd name="connsiteX631" fmla="*/ 103454 w 786002"/>
                <a:gd name="connsiteY631" fmla="*/ 347950 h 561696"/>
                <a:gd name="connsiteX632" fmla="*/ 99954 w 786002"/>
                <a:gd name="connsiteY632" fmla="*/ 350541 h 561696"/>
                <a:gd name="connsiteX633" fmla="*/ 96757 w 786002"/>
                <a:gd name="connsiteY633" fmla="*/ 354308 h 561696"/>
                <a:gd name="connsiteX634" fmla="*/ 95444 w 786002"/>
                <a:gd name="connsiteY634" fmla="*/ 359387 h 561696"/>
                <a:gd name="connsiteX635" fmla="*/ 97026 w 786002"/>
                <a:gd name="connsiteY635" fmla="*/ 363727 h 561696"/>
                <a:gd name="connsiteX636" fmla="*/ 99483 w 786002"/>
                <a:gd name="connsiteY636" fmla="*/ 364736 h 561696"/>
                <a:gd name="connsiteX637" fmla="*/ 100930 w 786002"/>
                <a:gd name="connsiteY637" fmla="*/ 365611 h 561696"/>
                <a:gd name="connsiteX638" fmla="*/ 100930 w 786002"/>
                <a:gd name="connsiteY638" fmla="*/ 369816 h 561696"/>
                <a:gd name="connsiteX639" fmla="*/ 105002 w 786002"/>
                <a:gd name="connsiteY639" fmla="*/ 371834 h 561696"/>
                <a:gd name="connsiteX640" fmla="*/ 109647 w 786002"/>
                <a:gd name="connsiteY640" fmla="*/ 372709 h 561696"/>
                <a:gd name="connsiteX641" fmla="*/ 117623 w 786002"/>
                <a:gd name="connsiteY641" fmla="*/ 374155 h 561696"/>
                <a:gd name="connsiteX642" fmla="*/ 120214 w 786002"/>
                <a:gd name="connsiteY642" fmla="*/ 376477 h 561696"/>
                <a:gd name="connsiteX643" fmla="*/ 122671 w 786002"/>
                <a:gd name="connsiteY643" fmla="*/ 378663 h 561696"/>
                <a:gd name="connsiteX644" fmla="*/ 127450 w 786002"/>
                <a:gd name="connsiteY644" fmla="*/ 383743 h 561696"/>
                <a:gd name="connsiteX645" fmla="*/ 132532 w 786002"/>
                <a:gd name="connsiteY645" fmla="*/ 385626 h 561696"/>
                <a:gd name="connsiteX646" fmla="*/ 137748 w 786002"/>
                <a:gd name="connsiteY646" fmla="*/ 386366 h 561696"/>
                <a:gd name="connsiteX647" fmla="*/ 143402 w 786002"/>
                <a:gd name="connsiteY647" fmla="*/ 388385 h 561696"/>
                <a:gd name="connsiteX648" fmla="*/ 147744 w 786002"/>
                <a:gd name="connsiteY648" fmla="*/ 387376 h 561696"/>
                <a:gd name="connsiteX649" fmla="*/ 153970 w 786002"/>
                <a:gd name="connsiteY649" fmla="*/ 385626 h 561696"/>
                <a:gd name="connsiteX650" fmla="*/ 161508 w 786002"/>
                <a:gd name="connsiteY650" fmla="*/ 385626 h 561696"/>
                <a:gd name="connsiteX651" fmla="*/ 164537 w 786002"/>
                <a:gd name="connsiteY651" fmla="*/ 387006 h 561696"/>
                <a:gd name="connsiteX652" fmla="*/ 168609 w 786002"/>
                <a:gd name="connsiteY652" fmla="*/ 391412 h 561696"/>
                <a:gd name="connsiteX653" fmla="*/ 174836 w 786002"/>
                <a:gd name="connsiteY653" fmla="*/ 395483 h 561696"/>
                <a:gd name="connsiteX654" fmla="*/ 181062 w 786002"/>
                <a:gd name="connsiteY654" fmla="*/ 401404 h 561696"/>
                <a:gd name="connsiteX655" fmla="*/ 185841 w 786002"/>
                <a:gd name="connsiteY655" fmla="*/ 399822 h 561696"/>
                <a:gd name="connsiteX656" fmla="*/ 190620 w 786002"/>
                <a:gd name="connsiteY656" fmla="*/ 395786 h 561696"/>
                <a:gd name="connsiteX657" fmla="*/ 195398 w 786002"/>
                <a:gd name="connsiteY657" fmla="*/ 395920 h 561696"/>
                <a:gd name="connsiteX658" fmla="*/ 196980 w 786002"/>
                <a:gd name="connsiteY658" fmla="*/ 394911 h 561696"/>
                <a:gd name="connsiteX659" fmla="*/ 199168 w 786002"/>
                <a:gd name="connsiteY659" fmla="*/ 390841 h 561696"/>
                <a:gd name="connsiteX660" fmla="*/ 202803 w 786002"/>
                <a:gd name="connsiteY660" fmla="*/ 390841 h 561696"/>
                <a:gd name="connsiteX661" fmla="*/ 210207 w 786002"/>
                <a:gd name="connsiteY661" fmla="*/ 392859 h 561696"/>
                <a:gd name="connsiteX662" fmla="*/ 215995 w 786002"/>
                <a:gd name="connsiteY662" fmla="*/ 394743 h 561696"/>
                <a:gd name="connsiteX663" fmla="*/ 221514 w 786002"/>
                <a:gd name="connsiteY663" fmla="*/ 396492 h 561696"/>
                <a:gd name="connsiteX664" fmla="*/ 224543 w 786002"/>
                <a:gd name="connsiteY664" fmla="*/ 398948 h 561696"/>
                <a:gd name="connsiteX665" fmla="*/ 229322 w 786002"/>
                <a:gd name="connsiteY665" fmla="*/ 402884 h 561696"/>
                <a:gd name="connsiteX666" fmla="*/ 228010 w 786002"/>
                <a:gd name="connsiteY666" fmla="*/ 410284 h 561696"/>
                <a:gd name="connsiteX667" fmla="*/ 226125 w 786002"/>
                <a:gd name="connsiteY667" fmla="*/ 411596 h 561696"/>
                <a:gd name="connsiteX668" fmla="*/ 222221 w 786002"/>
                <a:gd name="connsiteY668" fmla="*/ 416238 h 561696"/>
                <a:gd name="connsiteX669" fmla="*/ 221514 w 786002"/>
                <a:gd name="connsiteY669" fmla="*/ 420141 h 561696"/>
                <a:gd name="connsiteX670" fmla="*/ 221380 w 786002"/>
                <a:gd name="connsiteY670" fmla="*/ 425052 h 561696"/>
                <a:gd name="connsiteX671" fmla="*/ 219058 w 786002"/>
                <a:gd name="connsiteY671" fmla="*/ 427945 h 561696"/>
                <a:gd name="connsiteX672" fmla="*/ 215591 w 786002"/>
                <a:gd name="connsiteY672" fmla="*/ 429694 h 561696"/>
                <a:gd name="connsiteX673" fmla="*/ 211384 w 786002"/>
                <a:gd name="connsiteY673" fmla="*/ 430569 h 561696"/>
                <a:gd name="connsiteX674" fmla="*/ 207750 w 786002"/>
                <a:gd name="connsiteY674" fmla="*/ 431713 h 561696"/>
                <a:gd name="connsiteX675" fmla="*/ 207312 w 786002"/>
                <a:gd name="connsiteY675" fmla="*/ 434034 h 561696"/>
                <a:gd name="connsiteX676" fmla="*/ 206606 w 786002"/>
                <a:gd name="connsiteY676" fmla="*/ 438104 h 561696"/>
                <a:gd name="connsiteX677" fmla="*/ 204014 w 786002"/>
                <a:gd name="connsiteY677" fmla="*/ 442444 h 561696"/>
                <a:gd name="connsiteX678" fmla="*/ 201995 w 786002"/>
                <a:gd name="connsiteY678" fmla="*/ 448532 h 561696"/>
                <a:gd name="connsiteX679" fmla="*/ 203004 w 786002"/>
                <a:gd name="connsiteY679" fmla="*/ 451863 h 561696"/>
                <a:gd name="connsiteX680" fmla="*/ 204755 w 786002"/>
                <a:gd name="connsiteY680" fmla="*/ 454890 h 561696"/>
                <a:gd name="connsiteX681" fmla="*/ 207952 w 786002"/>
                <a:gd name="connsiteY681" fmla="*/ 456640 h 561696"/>
                <a:gd name="connsiteX682" fmla="*/ 211418 w 786002"/>
                <a:gd name="connsiteY682" fmla="*/ 460407 h 561696"/>
                <a:gd name="connsiteX683" fmla="*/ 213740 w 786002"/>
                <a:gd name="connsiteY683" fmla="*/ 465050 h 561696"/>
                <a:gd name="connsiteX684" fmla="*/ 215759 w 786002"/>
                <a:gd name="connsiteY684" fmla="*/ 469827 h 561696"/>
                <a:gd name="connsiteX685" fmla="*/ 216466 w 786002"/>
                <a:gd name="connsiteY685" fmla="*/ 476218 h 561696"/>
                <a:gd name="connsiteX686" fmla="*/ 216601 w 786002"/>
                <a:gd name="connsiteY686" fmla="*/ 482441 h 561696"/>
                <a:gd name="connsiteX687" fmla="*/ 215726 w 786002"/>
                <a:gd name="connsiteY687" fmla="*/ 489102 h 561696"/>
                <a:gd name="connsiteX688" fmla="*/ 215726 w 786002"/>
                <a:gd name="connsiteY688" fmla="*/ 493744 h 561696"/>
                <a:gd name="connsiteX689" fmla="*/ 222894 w 786002"/>
                <a:gd name="connsiteY689" fmla="*/ 496335 h 561696"/>
                <a:gd name="connsiteX690" fmla="*/ 229188 w 786002"/>
                <a:gd name="connsiteY690" fmla="*/ 497781 h 561696"/>
                <a:gd name="connsiteX691" fmla="*/ 232520 w 786002"/>
                <a:gd name="connsiteY691" fmla="*/ 502995 h 561696"/>
                <a:gd name="connsiteX692" fmla="*/ 234842 w 786002"/>
                <a:gd name="connsiteY692" fmla="*/ 502558 h 561696"/>
                <a:gd name="connsiteX693" fmla="*/ 236861 w 786002"/>
                <a:gd name="connsiteY693" fmla="*/ 500237 h 561696"/>
                <a:gd name="connsiteX694" fmla="*/ 239183 w 786002"/>
                <a:gd name="connsiteY694" fmla="*/ 498622 h 561696"/>
                <a:gd name="connsiteX695" fmla="*/ 242515 w 786002"/>
                <a:gd name="connsiteY695" fmla="*/ 498622 h 561696"/>
                <a:gd name="connsiteX696" fmla="*/ 249044 w 786002"/>
                <a:gd name="connsiteY696" fmla="*/ 501178 h 561696"/>
                <a:gd name="connsiteX697" fmla="*/ 251938 w 786002"/>
                <a:gd name="connsiteY697" fmla="*/ 502558 h 561696"/>
                <a:gd name="connsiteX698" fmla="*/ 254126 w 786002"/>
                <a:gd name="connsiteY698" fmla="*/ 507032 h 561696"/>
                <a:gd name="connsiteX699" fmla="*/ 252679 w 786002"/>
                <a:gd name="connsiteY699" fmla="*/ 508041 h 561696"/>
                <a:gd name="connsiteX700" fmla="*/ 249784 w 786002"/>
                <a:gd name="connsiteY700" fmla="*/ 510059 h 561696"/>
                <a:gd name="connsiteX701" fmla="*/ 249784 w 786002"/>
                <a:gd name="connsiteY701" fmla="*/ 513827 h 561696"/>
                <a:gd name="connsiteX702" fmla="*/ 252847 w 786002"/>
                <a:gd name="connsiteY702" fmla="*/ 518032 h 561696"/>
                <a:gd name="connsiteX703" fmla="*/ 257491 w 786002"/>
                <a:gd name="connsiteY703" fmla="*/ 520219 h 561696"/>
                <a:gd name="connsiteX704" fmla="*/ 261126 w 786002"/>
                <a:gd name="connsiteY704" fmla="*/ 523986 h 561696"/>
                <a:gd name="connsiteX705" fmla="*/ 265333 w 786002"/>
                <a:gd name="connsiteY705" fmla="*/ 527317 h 561696"/>
                <a:gd name="connsiteX706" fmla="*/ 269102 w 786002"/>
                <a:gd name="connsiteY706" fmla="*/ 532094 h 561696"/>
                <a:gd name="connsiteX707" fmla="*/ 271424 w 786002"/>
                <a:gd name="connsiteY707" fmla="*/ 534247 h 561696"/>
                <a:gd name="connsiteX708" fmla="*/ 271424 w 786002"/>
                <a:gd name="connsiteY708" fmla="*/ 530647 h 561696"/>
                <a:gd name="connsiteX709" fmla="*/ 276068 w 786002"/>
                <a:gd name="connsiteY709" fmla="*/ 528898 h 561696"/>
                <a:gd name="connsiteX710" fmla="*/ 280275 w 786002"/>
                <a:gd name="connsiteY710" fmla="*/ 532800 h 561696"/>
                <a:gd name="connsiteX711" fmla="*/ 287377 w 786002"/>
                <a:gd name="connsiteY711" fmla="*/ 538720 h 561696"/>
                <a:gd name="connsiteX712" fmla="*/ 293333 w 786002"/>
                <a:gd name="connsiteY712" fmla="*/ 539595 h 561696"/>
                <a:gd name="connsiteX713" fmla="*/ 295353 w 786002"/>
                <a:gd name="connsiteY713" fmla="*/ 539292 h 561696"/>
                <a:gd name="connsiteX714" fmla="*/ 302891 w 786002"/>
                <a:gd name="connsiteY714" fmla="*/ 538418 h 561696"/>
                <a:gd name="connsiteX715" fmla="*/ 308411 w 786002"/>
                <a:gd name="connsiteY715" fmla="*/ 540301 h 561696"/>
                <a:gd name="connsiteX716" fmla="*/ 313190 w 786002"/>
                <a:gd name="connsiteY716" fmla="*/ 544776 h 561696"/>
                <a:gd name="connsiteX717" fmla="*/ 317968 w 786002"/>
                <a:gd name="connsiteY717" fmla="*/ 546357 h 561696"/>
                <a:gd name="connsiteX718" fmla="*/ 320863 w 786002"/>
                <a:gd name="connsiteY718" fmla="*/ 541580 h 561696"/>
                <a:gd name="connsiteX719" fmla="*/ 323185 w 786002"/>
                <a:gd name="connsiteY719" fmla="*/ 539999 h 561696"/>
                <a:gd name="connsiteX720" fmla="*/ 331430 w 786002"/>
                <a:gd name="connsiteY720" fmla="*/ 538552 h 561696"/>
                <a:gd name="connsiteX721" fmla="*/ 336075 w 786002"/>
                <a:gd name="connsiteY721" fmla="*/ 538552 h 561696"/>
                <a:gd name="connsiteX722" fmla="*/ 340281 w 786002"/>
                <a:gd name="connsiteY722" fmla="*/ 539124 h 561696"/>
                <a:gd name="connsiteX723" fmla="*/ 344185 w 786002"/>
                <a:gd name="connsiteY723" fmla="*/ 541142 h 561696"/>
                <a:gd name="connsiteX724" fmla="*/ 348392 w 786002"/>
                <a:gd name="connsiteY724" fmla="*/ 544170 h 561696"/>
                <a:gd name="connsiteX725" fmla="*/ 349133 w 786002"/>
                <a:gd name="connsiteY725" fmla="*/ 546491 h 561696"/>
                <a:gd name="connsiteX726" fmla="*/ 354046 w 786002"/>
                <a:gd name="connsiteY726" fmla="*/ 547231 h 561696"/>
                <a:gd name="connsiteX727" fmla="*/ 357311 w 786002"/>
                <a:gd name="connsiteY727" fmla="*/ 547231 h 561696"/>
                <a:gd name="connsiteX728" fmla="*/ 360407 w 786002"/>
                <a:gd name="connsiteY728" fmla="*/ 546424 h 561696"/>
                <a:gd name="connsiteX729" fmla="*/ 362494 w 786002"/>
                <a:gd name="connsiteY729" fmla="*/ 548005 h 561696"/>
                <a:gd name="connsiteX730" fmla="*/ 365018 w 786002"/>
                <a:gd name="connsiteY730" fmla="*/ 550663 h 561696"/>
                <a:gd name="connsiteX731" fmla="*/ 367609 w 786002"/>
                <a:gd name="connsiteY731" fmla="*/ 551403 h 561696"/>
                <a:gd name="connsiteX732" fmla="*/ 368922 w 786002"/>
                <a:gd name="connsiteY732" fmla="*/ 549384 h 561696"/>
                <a:gd name="connsiteX733" fmla="*/ 371614 w 786002"/>
                <a:gd name="connsiteY733" fmla="*/ 546188 h 561696"/>
                <a:gd name="connsiteX734" fmla="*/ 374508 w 786002"/>
                <a:gd name="connsiteY734" fmla="*/ 542723 h 561696"/>
                <a:gd name="connsiteX735" fmla="*/ 376696 w 786002"/>
                <a:gd name="connsiteY735" fmla="*/ 540470 h 561696"/>
                <a:gd name="connsiteX736" fmla="*/ 379321 w 786002"/>
                <a:gd name="connsiteY736" fmla="*/ 537072 h 561696"/>
                <a:gd name="connsiteX737" fmla="*/ 380768 w 786002"/>
                <a:gd name="connsiteY737" fmla="*/ 537005 h 561696"/>
                <a:gd name="connsiteX738" fmla="*/ 381912 w 786002"/>
                <a:gd name="connsiteY738" fmla="*/ 540705 h 561696"/>
                <a:gd name="connsiteX739" fmla="*/ 381845 w 786002"/>
                <a:gd name="connsiteY739" fmla="*/ 544540 h 561696"/>
                <a:gd name="connsiteX740" fmla="*/ 380229 w 786002"/>
                <a:gd name="connsiteY740" fmla="*/ 546794 h 561696"/>
                <a:gd name="connsiteX741" fmla="*/ 383292 w 786002"/>
                <a:gd name="connsiteY741" fmla="*/ 551571 h 561696"/>
                <a:gd name="connsiteX742" fmla="*/ 387936 w 786002"/>
                <a:gd name="connsiteY742" fmla="*/ 555473 h 561696"/>
                <a:gd name="connsiteX743" fmla="*/ 390898 w 786002"/>
                <a:gd name="connsiteY743" fmla="*/ 556785 h 561696"/>
                <a:gd name="connsiteX744" fmla="*/ 391201 w 786002"/>
                <a:gd name="connsiteY744" fmla="*/ 555776 h 561696"/>
                <a:gd name="connsiteX745" fmla="*/ 392480 w 786002"/>
                <a:gd name="connsiteY745" fmla="*/ 550259 h 561696"/>
                <a:gd name="connsiteX746" fmla="*/ 393489 w 786002"/>
                <a:gd name="connsiteY746" fmla="*/ 546928 h 561696"/>
                <a:gd name="connsiteX747" fmla="*/ 392547 w 786002"/>
                <a:gd name="connsiteY747" fmla="*/ 543531 h 561696"/>
                <a:gd name="connsiteX748" fmla="*/ 391235 w 786002"/>
                <a:gd name="connsiteY748" fmla="*/ 538956 h 561696"/>
                <a:gd name="connsiteX749" fmla="*/ 391235 w 786002"/>
                <a:gd name="connsiteY749" fmla="*/ 536197 h 561696"/>
                <a:gd name="connsiteX750" fmla="*/ 392749 w 786002"/>
                <a:gd name="connsiteY750" fmla="*/ 532867 h 561696"/>
                <a:gd name="connsiteX751" fmla="*/ 393826 w 786002"/>
                <a:gd name="connsiteY751" fmla="*/ 531050 h 561696"/>
                <a:gd name="connsiteX752" fmla="*/ 395340 w 786002"/>
                <a:gd name="connsiteY752" fmla="*/ 530681 h 561696"/>
                <a:gd name="connsiteX753" fmla="*/ 397326 w 786002"/>
                <a:gd name="connsiteY753" fmla="*/ 532127 h 561696"/>
                <a:gd name="connsiteX754" fmla="*/ 398437 w 786002"/>
                <a:gd name="connsiteY754" fmla="*/ 537038 h 561696"/>
                <a:gd name="connsiteX755" fmla="*/ 398066 w 786002"/>
                <a:gd name="connsiteY755" fmla="*/ 539292 h 561696"/>
                <a:gd name="connsiteX756" fmla="*/ 397326 w 786002"/>
                <a:gd name="connsiteY756" fmla="*/ 542488 h 561696"/>
                <a:gd name="connsiteX757" fmla="*/ 397629 w 786002"/>
                <a:gd name="connsiteY757" fmla="*/ 547769 h 561696"/>
                <a:gd name="connsiteX758" fmla="*/ 401465 w 786002"/>
                <a:gd name="connsiteY758" fmla="*/ 550091 h 561696"/>
                <a:gd name="connsiteX759" fmla="*/ 403485 w 786002"/>
                <a:gd name="connsiteY759" fmla="*/ 550091 h 561696"/>
                <a:gd name="connsiteX760" fmla="*/ 408331 w 786002"/>
                <a:gd name="connsiteY760" fmla="*/ 546188 h 561696"/>
                <a:gd name="connsiteX761" fmla="*/ 410283 w 786002"/>
                <a:gd name="connsiteY761" fmla="*/ 543127 h 561696"/>
                <a:gd name="connsiteX762" fmla="*/ 412672 w 786002"/>
                <a:gd name="connsiteY762" fmla="*/ 538586 h 561696"/>
                <a:gd name="connsiteX763" fmla="*/ 412740 w 786002"/>
                <a:gd name="connsiteY763" fmla="*/ 535390 h 561696"/>
                <a:gd name="connsiteX764" fmla="*/ 411360 w 786002"/>
                <a:gd name="connsiteY764" fmla="*/ 531623 h 561696"/>
                <a:gd name="connsiteX765" fmla="*/ 410620 w 786002"/>
                <a:gd name="connsiteY765" fmla="*/ 529234 h 561696"/>
                <a:gd name="connsiteX766" fmla="*/ 408668 w 786002"/>
                <a:gd name="connsiteY766" fmla="*/ 527216 h 561696"/>
                <a:gd name="connsiteX767" fmla="*/ 408668 w 786002"/>
                <a:gd name="connsiteY767" fmla="*/ 523751 h 561696"/>
                <a:gd name="connsiteX768" fmla="*/ 408668 w 786002"/>
                <a:gd name="connsiteY768" fmla="*/ 518537 h 561696"/>
                <a:gd name="connsiteX769" fmla="*/ 408668 w 786002"/>
                <a:gd name="connsiteY769" fmla="*/ 513322 h 561696"/>
                <a:gd name="connsiteX770" fmla="*/ 408668 w 786002"/>
                <a:gd name="connsiteY770" fmla="*/ 510699 h 561696"/>
                <a:gd name="connsiteX771" fmla="*/ 416475 w 786002"/>
                <a:gd name="connsiteY771" fmla="*/ 510699 h 561696"/>
                <a:gd name="connsiteX772" fmla="*/ 418226 w 786002"/>
                <a:gd name="connsiteY772" fmla="*/ 510699 h 561696"/>
                <a:gd name="connsiteX773" fmla="*/ 421120 w 786002"/>
                <a:gd name="connsiteY773" fmla="*/ 510699 h 561696"/>
                <a:gd name="connsiteX774" fmla="*/ 420817 w 786002"/>
                <a:gd name="connsiteY774" fmla="*/ 513322 h 561696"/>
                <a:gd name="connsiteX775" fmla="*/ 419067 w 786002"/>
                <a:gd name="connsiteY775" fmla="*/ 518537 h 561696"/>
                <a:gd name="connsiteX776" fmla="*/ 419067 w 786002"/>
                <a:gd name="connsiteY776" fmla="*/ 521127 h 561696"/>
                <a:gd name="connsiteX777" fmla="*/ 421827 w 786002"/>
                <a:gd name="connsiteY777" fmla="*/ 527788 h 561696"/>
                <a:gd name="connsiteX778" fmla="*/ 426606 w 786002"/>
                <a:gd name="connsiteY778" fmla="*/ 531858 h 561696"/>
                <a:gd name="connsiteX779" fmla="*/ 430947 w 786002"/>
                <a:gd name="connsiteY779" fmla="*/ 538249 h 561696"/>
                <a:gd name="connsiteX780" fmla="*/ 437038 w 786002"/>
                <a:gd name="connsiteY780" fmla="*/ 539696 h 561696"/>
                <a:gd name="connsiteX781" fmla="*/ 440808 w 786002"/>
                <a:gd name="connsiteY781" fmla="*/ 540268 h 561696"/>
                <a:gd name="connsiteX782" fmla="*/ 444577 w 786002"/>
                <a:gd name="connsiteY782" fmla="*/ 540268 h 561696"/>
                <a:gd name="connsiteX783" fmla="*/ 441986 w 786002"/>
                <a:gd name="connsiteY783" fmla="*/ 533305 h 561696"/>
                <a:gd name="connsiteX784" fmla="*/ 438216 w 786002"/>
                <a:gd name="connsiteY784" fmla="*/ 527788 h 561696"/>
                <a:gd name="connsiteX785" fmla="*/ 439966 w 786002"/>
                <a:gd name="connsiteY785" fmla="*/ 520252 h 561696"/>
                <a:gd name="connsiteX786" fmla="*/ 439966 w 786002"/>
                <a:gd name="connsiteY786" fmla="*/ 519378 h 561696"/>
                <a:gd name="connsiteX787" fmla="*/ 442591 w 786002"/>
                <a:gd name="connsiteY787" fmla="*/ 517628 h 561696"/>
                <a:gd name="connsiteX788" fmla="*/ 444341 w 786002"/>
                <a:gd name="connsiteY788" fmla="*/ 517628 h 561696"/>
                <a:gd name="connsiteX789" fmla="*/ 445519 w 786002"/>
                <a:gd name="connsiteY789" fmla="*/ 517628 h 561696"/>
                <a:gd name="connsiteX790" fmla="*/ 448717 w 786002"/>
                <a:gd name="connsiteY790" fmla="*/ 519075 h 561696"/>
                <a:gd name="connsiteX791" fmla="*/ 448717 w 786002"/>
                <a:gd name="connsiteY791" fmla="*/ 523717 h 561696"/>
                <a:gd name="connsiteX792" fmla="*/ 448717 w 786002"/>
                <a:gd name="connsiteY792" fmla="*/ 529806 h 561696"/>
                <a:gd name="connsiteX793" fmla="*/ 450601 w 786002"/>
                <a:gd name="connsiteY793" fmla="*/ 534718 h 561696"/>
                <a:gd name="connsiteX794" fmla="*/ 453933 w 786002"/>
                <a:gd name="connsiteY794" fmla="*/ 537038 h 561696"/>
                <a:gd name="connsiteX795" fmla="*/ 457130 w 786002"/>
                <a:gd name="connsiteY795" fmla="*/ 539931 h 561696"/>
                <a:gd name="connsiteX796" fmla="*/ 461775 w 786002"/>
                <a:gd name="connsiteY796" fmla="*/ 543699 h 561696"/>
                <a:gd name="connsiteX797" fmla="*/ 467866 w 786002"/>
                <a:gd name="connsiteY797" fmla="*/ 543699 h 561696"/>
                <a:gd name="connsiteX798" fmla="*/ 471332 w 786002"/>
                <a:gd name="connsiteY798" fmla="*/ 546458 h 561696"/>
                <a:gd name="connsiteX799" fmla="*/ 474799 w 786002"/>
                <a:gd name="connsiteY799" fmla="*/ 548072 h 561696"/>
                <a:gd name="connsiteX800" fmla="*/ 474799 w 786002"/>
                <a:gd name="connsiteY800" fmla="*/ 549822 h 561696"/>
                <a:gd name="connsiteX801" fmla="*/ 474799 w 786002"/>
                <a:gd name="connsiteY801" fmla="*/ 554464 h 561696"/>
                <a:gd name="connsiteX802" fmla="*/ 477559 w 786002"/>
                <a:gd name="connsiteY802" fmla="*/ 557929 h 561696"/>
                <a:gd name="connsiteX803" fmla="*/ 483213 w 786002"/>
                <a:gd name="connsiteY803" fmla="*/ 561696 h 561696"/>
                <a:gd name="connsiteX804" fmla="*/ 492198 w 786002"/>
                <a:gd name="connsiteY804" fmla="*/ 560250 h 561696"/>
                <a:gd name="connsiteX805" fmla="*/ 500309 w 786002"/>
                <a:gd name="connsiteY805" fmla="*/ 561696 h 561696"/>
                <a:gd name="connsiteX806" fmla="*/ 508420 w 786002"/>
                <a:gd name="connsiteY806" fmla="*/ 556785 h 561696"/>
                <a:gd name="connsiteX807" fmla="*/ 515083 w 786002"/>
                <a:gd name="connsiteY807" fmla="*/ 554767 h 561696"/>
                <a:gd name="connsiteX808" fmla="*/ 518281 w 786002"/>
                <a:gd name="connsiteY808" fmla="*/ 551571 h 561696"/>
                <a:gd name="connsiteX809" fmla="*/ 518281 w 786002"/>
                <a:gd name="connsiteY809" fmla="*/ 534179 h 561696"/>
                <a:gd name="connsiteX810" fmla="*/ 518281 w 786002"/>
                <a:gd name="connsiteY810" fmla="*/ 528864 h 561696"/>
                <a:gd name="connsiteX811" fmla="*/ 518819 w 786002"/>
                <a:gd name="connsiteY811" fmla="*/ 526913 h 561696"/>
                <a:gd name="connsiteX812" fmla="*/ 519896 w 786002"/>
                <a:gd name="connsiteY812" fmla="*/ 524626 h 561696"/>
                <a:gd name="connsiteX813" fmla="*/ 521949 w 786002"/>
                <a:gd name="connsiteY813" fmla="*/ 524087 h 561696"/>
                <a:gd name="connsiteX814" fmla="*/ 523463 w 786002"/>
                <a:gd name="connsiteY814" fmla="*/ 526913 h 561696"/>
                <a:gd name="connsiteX815" fmla="*/ 524103 w 786002"/>
                <a:gd name="connsiteY815" fmla="*/ 533843 h 561696"/>
                <a:gd name="connsiteX816" fmla="*/ 523463 w 786002"/>
                <a:gd name="connsiteY816" fmla="*/ 541142 h 561696"/>
                <a:gd name="connsiteX817" fmla="*/ 523463 w 786002"/>
                <a:gd name="connsiteY817" fmla="*/ 546020 h 561696"/>
                <a:gd name="connsiteX818" fmla="*/ 525079 w 786002"/>
                <a:gd name="connsiteY818" fmla="*/ 550057 h 561696"/>
                <a:gd name="connsiteX819" fmla="*/ 528444 w 786002"/>
                <a:gd name="connsiteY819" fmla="*/ 555069 h 561696"/>
                <a:gd name="connsiteX820" fmla="*/ 533762 w 786002"/>
                <a:gd name="connsiteY820" fmla="*/ 560485 h 561696"/>
                <a:gd name="connsiteX821" fmla="*/ 537464 w 786002"/>
                <a:gd name="connsiteY821" fmla="*/ 558770 h 56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786002" h="561696">
                  <a:moveTo>
                    <a:pt x="537464" y="558770"/>
                  </a:moveTo>
                  <a:lnTo>
                    <a:pt x="537464" y="555305"/>
                  </a:lnTo>
                  <a:lnTo>
                    <a:pt x="538877" y="554868"/>
                  </a:lnTo>
                  <a:lnTo>
                    <a:pt x="537901" y="554430"/>
                  </a:lnTo>
                  <a:lnTo>
                    <a:pt x="535444" y="551537"/>
                  </a:lnTo>
                  <a:lnTo>
                    <a:pt x="536454" y="548644"/>
                  </a:lnTo>
                  <a:lnTo>
                    <a:pt x="538036" y="545751"/>
                  </a:lnTo>
                  <a:lnTo>
                    <a:pt x="540493" y="541109"/>
                  </a:lnTo>
                  <a:lnTo>
                    <a:pt x="543387" y="537408"/>
                  </a:lnTo>
                  <a:cubicBezTo>
                    <a:pt x="543387" y="537408"/>
                    <a:pt x="547022" y="535323"/>
                    <a:pt x="547594" y="535323"/>
                  </a:cubicBezTo>
                  <a:cubicBezTo>
                    <a:pt x="548166" y="535323"/>
                    <a:pt x="553954" y="535323"/>
                    <a:pt x="553954" y="535323"/>
                  </a:cubicBezTo>
                  <a:lnTo>
                    <a:pt x="562368" y="533573"/>
                  </a:lnTo>
                  <a:lnTo>
                    <a:pt x="565700" y="526778"/>
                  </a:lnTo>
                  <a:lnTo>
                    <a:pt x="564556" y="521262"/>
                  </a:lnTo>
                  <a:lnTo>
                    <a:pt x="561527" y="517359"/>
                  </a:lnTo>
                  <a:lnTo>
                    <a:pt x="564556" y="512011"/>
                  </a:lnTo>
                  <a:lnTo>
                    <a:pt x="568897" y="509387"/>
                  </a:lnTo>
                  <a:lnTo>
                    <a:pt x="575123" y="507940"/>
                  </a:lnTo>
                  <a:lnTo>
                    <a:pt x="580642" y="507806"/>
                  </a:lnTo>
                  <a:lnTo>
                    <a:pt x="587744" y="506494"/>
                  </a:lnTo>
                  <a:cubicBezTo>
                    <a:pt x="587744" y="506494"/>
                    <a:pt x="594575" y="505182"/>
                    <a:pt x="595148" y="505182"/>
                  </a:cubicBezTo>
                  <a:cubicBezTo>
                    <a:pt x="595720" y="505182"/>
                    <a:pt x="602552" y="504038"/>
                    <a:pt x="602552" y="504038"/>
                  </a:cubicBezTo>
                  <a:lnTo>
                    <a:pt x="610090" y="504610"/>
                  </a:lnTo>
                  <a:lnTo>
                    <a:pt x="615441" y="502154"/>
                  </a:lnTo>
                  <a:lnTo>
                    <a:pt x="616013" y="496065"/>
                  </a:lnTo>
                  <a:lnTo>
                    <a:pt x="609787" y="488967"/>
                  </a:lnTo>
                  <a:cubicBezTo>
                    <a:pt x="609787" y="488967"/>
                    <a:pt x="606018" y="482609"/>
                    <a:pt x="606018" y="481869"/>
                  </a:cubicBezTo>
                  <a:cubicBezTo>
                    <a:pt x="606018" y="481129"/>
                    <a:pt x="605883" y="476083"/>
                    <a:pt x="605883" y="476083"/>
                  </a:cubicBezTo>
                  <a:lnTo>
                    <a:pt x="609215" y="473897"/>
                  </a:lnTo>
                  <a:lnTo>
                    <a:pt x="615441" y="474199"/>
                  </a:lnTo>
                  <a:lnTo>
                    <a:pt x="621230" y="478404"/>
                  </a:lnTo>
                  <a:lnTo>
                    <a:pt x="627759" y="479716"/>
                  </a:lnTo>
                  <a:lnTo>
                    <a:pt x="629913" y="476521"/>
                  </a:lnTo>
                  <a:lnTo>
                    <a:pt x="637586" y="473762"/>
                  </a:lnTo>
                  <a:lnTo>
                    <a:pt x="641927" y="472013"/>
                  </a:lnTo>
                  <a:lnTo>
                    <a:pt x="645562" y="470129"/>
                  </a:lnTo>
                  <a:lnTo>
                    <a:pt x="639336" y="466059"/>
                  </a:lnTo>
                  <a:lnTo>
                    <a:pt x="639201" y="461585"/>
                  </a:lnTo>
                  <a:cubicBezTo>
                    <a:pt x="639201" y="461585"/>
                    <a:pt x="641389" y="459398"/>
                    <a:pt x="641961" y="459398"/>
                  </a:cubicBezTo>
                  <a:cubicBezTo>
                    <a:pt x="642533" y="459398"/>
                    <a:pt x="643543" y="459264"/>
                    <a:pt x="645293" y="459398"/>
                  </a:cubicBezTo>
                  <a:cubicBezTo>
                    <a:pt x="647043" y="459533"/>
                    <a:pt x="650072" y="460845"/>
                    <a:pt x="650072" y="460845"/>
                  </a:cubicBezTo>
                  <a:lnTo>
                    <a:pt x="653101" y="461417"/>
                  </a:lnTo>
                  <a:lnTo>
                    <a:pt x="654413" y="458961"/>
                  </a:lnTo>
                  <a:cubicBezTo>
                    <a:pt x="654413" y="458961"/>
                    <a:pt x="653101" y="454890"/>
                    <a:pt x="652966" y="454319"/>
                  </a:cubicBezTo>
                  <a:cubicBezTo>
                    <a:pt x="652832" y="453747"/>
                    <a:pt x="649332" y="447221"/>
                    <a:pt x="649332" y="447221"/>
                  </a:cubicBezTo>
                  <a:lnTo>
                    <a:pt x="649466" y="443184"/>
                  </a:lnTo>
                  <a:lnTo>
                    <a:pt x="651485" y="441434"/>
                  </a:lnTo>
                  <a:lnTo>
                    <a:pt x="654380" y="433765"/>
                  </a:lnTo>
                  <a:lnTo>
                    <a:pt x="658149" y="429123"/>
                  </a:lnTo>
                  <a:lnTo>
                    <a:pt x="664106" y="427104"/>
                  </a:lnTo>
                  <a:lnTo>
                    <a:pt x="670197" y="425489"/>
                  </a:lnTo>
                  <a:cubicBezTo>
                    <a:pt x="670197" y="425489"/>
                    <a:pt x="673664" y="422731"/>
                    <a:pt x="674101" y="422596"/>
                  </a:cubicBezTo>
                  <a:cubicBezTo>
                    <a:pt x="674539" y="422462"/>
                    <a:pt x="678746" y="421722"/>
                    <a:pt x="679318" y="421722"/>
                  </a:cubicBezTo>
                  <a:cubicBezTo>
                    <a:pt x="679890" y="421722"/>
                    <a:pt x="683390" y="420578"/>
                    <a:pt x="683390" y="420578"/>
                  </a:cubicBezTo>
                  <a:lnTo>
                    <a:pt x="685712" y="417954"/>
                  </a:lnTo>
                  <a:lnTo>
                    <a:pt x="687159" y="416373"/>
                  </a:lnTo>
                  <a:lnTo>
                    <a:pt x="688169" y="413312"/>
                  </a:lnTo>
                  <a:lnTo>
                    <a:pt x="690491" y="412437"/>
                  </a:lnTo>
                  <a:cubicBezTo>
                    <a:pt x="690491" y="412437"/>
                    <a:pt x="691804" y="411260"/>
                    <a:pt x="693520" y="410856"/>
                  </a:cubicBezTo>
                  <a:cubicBezTo>
                    <a:pt x="695270" y="410419"/>
                    <a:pt x="698030" y="409107"/>
                    <a:pt x="698030" y="409107"/>
                  </a:cubicBezTo>
                  <a:cubicBezTo>
                    <a:pt x="698030" y="409107"/>
                    <a:pt x="699342" y="408973"/>
                    <a:pt x="700487" y="408401"/>
                  </a:cubicBezTo>
                  <a:cubicBezTo>
                    <a:pt x="701631" y="407828"/>
                    <a:pt x="702506" y="407223"/>
                    <a:pt x="702506" y="407223"/>
                  </a:cubicBezTo>
                  <a:lnTo>
                    <a:pt x="705568" y="404465"/>
                  </a:lnTo>
                  <a:lnTo>
                    <a:pt x="706006" y="402278"/>
                  </a:lnTo>
                  <a:lnTo>
                    <a:pt x="710347" y="398948"/>
                  </a:lnTo>
                  <a:lnTo>
                    <a:pt x="712669" y="396627"/>
                  </a:lnTo>
                  <a:lnTo>
                    <a:pt x="715126" y="393431"/>
                  </a:lnTo>
                  <a:lnTo>
                    <a:pt x="716001" y="387914"/>
                  </a:lnTo>
                  <a:lnTo>
                    <a:pt x="722800" y="381388"/>
                  </a:lnTo>
                  <a:lnTo>
                    <a:pt x="723540" y="372709"/>
                  </a:lnTo>
                  <a:cubicBezTo>
                    <a:pt x="723540" y="372709"/>
                    <a:pt x="720915" y="369076"/>
                    <a:pt x="720915" y="368638"/>
                  </a:cubicBezTo>
                  <a:cubicBezTo>
                    <a:pt x="720915" y="368201"/>
                    <a:pt x="719333" y="365308"/>
                    <a:pt x="719333" y="364131"/>
                  </a:cubicBezTo>
                  <a:cubicBezTo>
                    <a:pt x="719333" y="362987"/>
                    <a:pt x="718895" y="357033"/>
                    <a:pt x="718895" y="356595"/>
                  </a:cubicBezTo>
                  <a:cubicBezTo>
                    <a:pt x="718895" y="356158"/>
                    <a:pt x="717314" y="353702"/>
                    <a:pt x="717314" y="353702"/>
                  </a:cubicBezTo>
                  <a:cubicBezTo>
                    <a:pt x="717314" y="353702"/>
                    <a:pt x="714857" y="351381"/>
                    <a:pt x="714857" y="350372"/>
                  </a:cubicBezTo>
                  <a:cubicBezTo>
                    <a:pt x="714857" y="349363"/>
                    <a:pt x="713982" y="347748"/>
                    <a:pt x="714857" y="346739"/>
                  </a:cubicBezTo>
                  <a:cubicBezTo>
                    <a:pt x="715732" y="345730"/>
                    <a:pt x="717179" y="343409"/>
                    <a:pt x="717751" y="343106"/>
                  </a:cubicBezTo>
                  <a:cubicBezTo>
                    <a:pt x="718323" y="342803"/>
                    <a:pt x="718626" y="340919"/>
                    <a:pt x="718761" y="340482"/>
                  </a:cubicBezTo>
                  <a:cubicBezTo>
                    <a:pt x="718895" y="340045"/>
                    <a:pt x="718054" y="332812"/>
                    <a:pt x="718054" y="332812"/>
                  </a:cubicBezTo>
                  <a:lnTo>
                    <a:pt x="718323" y="328742"/>
                  </a:lnTo>
                  <a:lnTo>
                    <a:pt x="718323" y="323965"/>
                  </a:lnTo>
                  <a:lnTo>
                    <a:pt x="723237" y="321644"/>
                  </a:lnTo>
                  <a:cubicBezTo>
                    <a:pt x="723237" y="321644"/>
                    <a:pt x="723102" y="321072"/>
                    <a:pt x="724247" y="320635"/>
                  </a:cubicBezTo>
                  <a:cubicBezTo>
                    <a:pt x="725391" y="320197"/>
                    <a:pt x="727881" y="315555"/>
                    <a:pt x="728588" y="315555"/>
                  </a:cubicBezTo>
                  <a:cubicBezTo>
                    <a:pt x="729295" y="315555"/>
                    <a:pt x="734545" y="311922"/>
                    <a:pt x="734545" y="311922"/>
                  </a:cubicBezTo>
                  <a:lnTo>
                    <a:pt x="738886" y="311216"/>
                  </a:lnTo>
                  <a:cubicBezTo>
                    <a:pt x="738886" y="311216"/>
                    <a:pt x="741511" y="310341"/>
                    <a:pt x="742656" y="310072"/>
                  </a:cubicBezTo>
                  <a:cubicBezTo>
                    <a:pt x="743800" y="309769"/>
                    <a:pt x="745416" y="307044"/>
                    <a:pt x="746122" y="307044"/>
                  </a:cubicBezTo>
                  <a:cubicBezTo>
                    <a:pt x="746862" y="307044"/>
                    <a:pt x="748444" y="301965"/>
                    <a:pt x="748444" y="301965"/>
                  </a:cubicBezTo>
                  <a:lnTo>
                    <a:pt x="746560" y="298197"/>
                  </a:lnTo>
                  <a:lnTo>
                    <a:pt x="739896" y="292848"/>
                  </a:lnTo>
                  <a:cubicBezTo>
                    <a:pt x="739896" y="292848"/>
                    <a:pt x="742521" y="285885"/>
                    <a:pt x="743396" y="285616"/>
                  </a:cubicBezTo>
                  <a:cubicBezTo>
                    <a:pt x="744271" y="285313"/>
                    <a:pt x="749622" y="280974"/>
                    <a:pt x="751204" y="280839"/>
                  </a:cubicBezTo>
                  <a:cubicBezTo>
                    <a:pt x="752786" y="280705"/>
                    <a:pt x="756723" y="280839"/>
                    <a:pt x="756723" y="280839"/>
                  </a:cubicBezTo>
                  <a:lnTo>
                    <a:pt x="759618" y="282151"/>
                  </a:lnTo>
                  <a:cubicBezTo>
                    <a:pt x="759618" y="282151"/>
                    <a:pt x="765978" y="276802"/>
                    <a:pt x="766719" y="276802"/>
                  </a:cubicBezTo>
                  <a:cubicBezTo>
                    <a:pt x="767425" y="276802"/>
                    <a:pt x="770926" y="274784"/>
                    <a:pt x="772507" y="274481"/>
                  </a:cubicBezTo>
                  <a:cubicBezTo>
                    <a:pt x="774089" y="274178"/>
                    <a:pt x="775132" y="273169"/>
                    <a:pt x="775132" y="273169"/>
                  </a:cubicBezTo>
                  <a:cubicBezTo>
                    <a:pt x="775132" y="273169"/>
                    <a:pt x="776142" y="270411"/>
                    <a:pt x="775267" y="268830"/>
                  </a:cubicBezTo>
                  <a:cubicBezTo>
                    <a:pt x="774392" y="267249"/>
                    <a:pt x="769613" y="261429"/>
                    <a:pt x="769613" y="261429"/>
                  </a:cubicBezTo>
                  <a:cubicBezTo>
                    <a:pt x="769613" y="261429"/>
                    <a:pt x="768300" y="258401"/>
                    <a:pt x="768300" y="257796"/>
                  </a:cubicBezTo>
                  <a:cubicBezTo>
                    <a:pt x="768300" y="257224"/>
                    <a:pt x="765709" y="249251"/>
                    <a:pt x="765709" y="249251"/>
                  </a:cubicBezTo>
                  <a:lnTo>
                    <a:pt x="766146" y="243600"/>
                  </a:lnTo>
                  <a:lnTo>
                    <a:pt x="771801" y="239126"/>
                  </a:lnTo>
                  <a:lnTo>
                    <a:pt x="777589" y="237545"/>
                  </a:lnTo>
                  <a:lnTo>
                    <a:pt x="783108" y="235526"/>
                  </a:lnTo>
                  <a:lnTo>
                    <a:pt x="786003" y="229875"/>
                  </a:lnTo>
                  <a:lnTo>
                    <a:pt x="784118" y="224661"/>
                  </a:lnTo>
                  <a:lnTo>
                    <a:pt x="781931" y="218572"/>
                  </a:lnTo>
                  <a:lnTo>
                    <a:pt x="782233" y="213492"/>
                  </a:lnTo>
                  <a:lnTo>
                    <a:pt x="781661" y="208413"/>
                  </a:lnTo>
                  <a:lnTo>
                    <a:pt x="775873" y="203939"/>
                  </a:lnTo>
                  <a:lnTo>
                    <a:pt x="773988" y="201046"/>
                  </a:lnTo>
                  <a:lnTo>
                    <a:pt x="772676" y="198287"/>
                  </a:lnTo>
                  <a:lnTo>
                    <a:pt x="772103" y="194654"/>
                  </a:lnTo>
                  <a:lnTo>
                    <a:pt x="773248" y="191627"/>
                  </a:lnTo>
                  <a:lnTo>
                    <a:pt x="775132" y="188599"/>
                  </a:lnTo>
                  <a:lnTo>
                    <a:pt x="778329" y="185403"/>
                  </a:lnTo>
                  <a:lnTo>
                    <a:pt x="781964" y="181770"/>
                  </a:lnTo>
                  <a:lnTo>
                    <a:pt x="778633" y="181030"/>
                  </a:lnTo>
                  <a:cubicBezTo>
                    <a:pt x="778633" y="181030"/>
                    <a:pt x="776310" y="181333"/>
                    <a:pt x="774863" y="181602"/>
                  </a:cubicBezTo>
                  <a:cubicBezTo>
                    <a:pt x="773416" y="181905"/>
                    <a:pt x="771666" y="182174"/>
                    <a:pt x="770219" y="182174"/>
                  </a:cubicBezTo>
                  <a:cubicBezTo>
                    <a:pt x="768772" y="182174"/>
                    <a:pt x="766584" y="181467"/>
                    <a:pt x="765575" y="181165"/>
                  </a:cubicBezTo>
                  <a:cubicBezTo>
                    <a:pt x="764565" y="180862"/>
                    <a:pt x="761940" y="180862"/>
                    <a:pt x="761368" y="180862"/>
                  </a:cubicBezTo>
                  <a:cubicBezTo>
                    <a:pt x="760795" y="180862"/>
                    <a:pt x="757733" y="180727"/>
                    <a:pt x="757733" y="180727"/>
                  </a:cubicBezTo>
                  <a:cubicBezTo>
                    <a:pt x="757733" y="180727"/>
                    <a:pt x="755411" y="180862"/>
                    <a:pt x="754401" y="180727"/>
                  </a:cubicBezTo>
                  <a:cubicBezTo>
                    <a:pt x="753392" y="180593"/>
                    <a:pt x="751372" y="181165"/>
                    <a:pt x="750766" y="181737"/>
                  </a:cubicBezTo>
                  <a:cubicBezTo>
                    <a:pt x="750194" y="182308"/>
                    <a:pt x="748310" y="182746"/>
                    <a:pt x="746122" y="183318"/>
                  </a:cubicBezTo>
                  <a:cubicBezTo>
                    <a:pt x="743968" y="183890"/>
                    <a:pt x="743800" y="185639"/>
                    <a:pt x="742218" y="186345"/>
                  </a:cubicBezTo>
                  <a:cubicBezTo>
                    <a:pt x="740603" y="187052"/>
                    <a:pt x="740165" y="186783"/>
                    <a:pt x="738314" y="187926"/>
                  </a:cubicBezTo>
                  <a:cubicBezTo>
                    <a:pt x="736430" y="189104"/>
                    <a:pt x="735555" y="190247"/>
                    <a:pt x="733098" y="191694"/>
                  </a:cubicBezTo>
                  <a:cubicBezTo>
                    <a:pt x="730641" y="193141"/>
                    <a:pt x="730641" y="191829"/>
                    <a:pt x="729631" y="191694"/>
                  </a:cubicBezTo>
                  <a:cubicBezTo>
                    <a:pt x="728622" y="191559"/>
                    <a:pt x="728319" y="191257"/>
                    <a:pt x="728050" y="190819"/>
                  </a:cubicBezTo>
                  <a:cubicBezTo>
                    <a:pt x="727780" y="190382"/>
                    <a:pt x="725021" y="189373"/>
                    <a:pt x="723708" y="188633"/>
                  </a:cubicBezTo>
                  <a:cubicBezTo>
                    <a:pt x="722429" y="187926"/>
                    <a:pt x="721251" y="187186"/>
                    <a:pt x="719939" y="186312"/>
                  </a:cubicBezTo>
                  <a:cubicBezTo>
                    <a:pt x="718626" y="185437"/>
                    <a:pt x="719064" y="184428"/>
                    <a:pt x="719064" y="183856"/>
                  </a:cubicBezTo>
                  <a:cubicBezTo>
                    <a:pt x="719064" y="183284"/>
                    <a:pt x="719198" y="181535"/>
                    <a:pt x="719501" y="181097"/>
                  </a:cubicBezTo>
                  <a:cubicBezTo>
                    <a:pt x="719804" y="180660"/>
                    <a:pt x="719636" y="176455"/>
                    <a:pt x="719636" y="175177"/>
                  </a:cubicBezTo>
                  <a:cubicBezTo>
                    <a:pt x="719636" y="173865"/>
                    <a:pt x="719636" y="172116"/>
                    <a:pt x="720074" y="170669"/>
                  </a:cubicBezTo>
                  <a:cubicBezTo>
                    <a:pt x="720511" y="169223"/>
                    <a:pt x="719939" y="167339"/>
                    <a:pt x="719939" y="167339"/>
                  </a:cubicBezTo>
                  <a:cubicBezTo>
                    <a:pt x="719939" y="167339"/>
                    <a:pt x="719939" y="165018"/>
                    <a:pt x="720074" y="164143"/>
                  </a:cubicBezTo>
                  <a:cubicBezTo>
                    <a:pt x="720208" y="163269"/>
                    <a:pt x="720074" y="161519"/>
                    <a:pt x="720074" y="161519"/>
                  </a:cubicBezTo>
                  <a:lnTo>
                    <a:pt x="720646" y="155565"/>
                  </a:lnTo>
                  <a:lnTo>
                    <a:pt x="720074" y="151797"/>
                  </a:lnTo>
                  <a:lnTo>
                    <a:pt x="720074" y="148602"/>
                  </a:lnTo>
                  <a:lnTo>
                    <a:pt x="718761" y="144094"/>
                  </a:lnTo>
                  <a:lnTo>
                    <a:pt x="717011" y="143219"/>
                  </a:lnTo>
                  <a:lnTo>
                    <a:pt x="713107" y="142076"/>
                  </a:lnTo>
                  <a:cubicBezTo>
                    <a:pt x="713107" y="142076"/>
                    <a:pt x="709338" y="141504"/>
                    <a:pt x="708765" y="141504"/>
                  </a:cubicBezTo>
                  <a:cubicBezTo>
                    <a:pt x="708193" y="141504"/>
                    <a:pt x="705299" y="142244"/>
                    <a:pt x="705299" y="142244"/>
                  </a:cubicBezTo>
                  <a:lnTo>
                    <a:pt x="702539" y="142244"/>
                  </a:lnTo>
                  <a:cubicBezTo>
                    <a:pt x="702539" y="142244"/>
                    <a:pt x="701395" y="143118"/>
                    <a:pt x="700352" y="143993"/>
                  </a:cubicBezTo>
                  <a:cubicBezTo>
                    <a:pt x="699342" y="144868"/>
                    <a:pt x="700352" y="143690"/>
                    <a:pt x="699208" y="145170"/>
                  </a:cubicBezTo>
                  <a:cubicBezTo>
                    <a:pt x="698063" y="146617"/>
                    <a:pt x="697895" y="146314"/>
                    <a:pt x="697054" y="147626"/>
                  </a:cubicBezTo>
                  <a:cubicBezTo>
                    <a:pt x="696179" y="148938"/>
                    <a:pt x="693587" y="149813"/>
                    <a:pt x="693587" y="149813"/>
                  </a:cubicBezTo>
                  <a:lnTo>
                    <a:pt x="690693" y="151562"/>
                  </a:lnTo>
                  <a:cubicBezTo>
                    <a:pt x="690693" y="151562"/>
                    <a:pt x="689549" y="151562"/>
                    <a:pt x="688068" y="154589"/>
                  </a:cubicBezTo>
                  <a:cubicBezTo>
                    <a:pt x="686621" y="157617"/>
                    <a:pt x="687799" y="157348"/>
                    <a:pt x="688203" y="159501"/>
                  </a:cubicBezTo>
                  <a:cubicBezTo>
                    <a:pt x="688640" y="161687"/>
                    <a:pt x="688068" y="161519"/>
                    <a:pt x="688068" y="162091"/>
                  </a:cubicBezTo>
                  <a:cubicBezTo>
                    <a:pt x="688068" y="162663"/>
                    <a:pt x="687058" y="163975"/>
                    <a:pt x="685746" y="166565"/>
                  </a:cubicBezTo>
                  <a:cubicBezTo>
                    <a:pt x="684433" y="169189"/>
                    <a:pt x="681977" y="167742"/>
                    <a:pt x="680529" y="167742"/>
                  </a:cubicBezTo>
                  <a:cubicBezTo>
                    <a:pt x="679082" y="167742"/>
                    <a:pt x="677063" y="166565"/>
                    <a:pt x="675178" y="165724"/>
                  </a:cubicBezTo>
                  <a:cubicBezTo>
                    <a:pt x="673294" y="164849"/>
                    <a:pt x="673597" y="163975"/>
                    <a:pt x="672284" y="162394"/>
                  </a:cubicBezTo>
                  <a:cubicBezTo>
                    <a:pt x="670971" y="160813"/>
                    <a:pt x="671409" y="158929"/>
                    <a:pt x="671409" y="158929"/>
                  </a:cubicBezTo>
                  <a:cubicBezTo>
                    <a:pt x="671409" y="158929"/>
                    <a:pt x="671409" y="155901"/>
                    <a:pt x="671274" y="155027"/>
                  </a:cubicBezTo>
                  <a:cubicBezTo>
                    <a:pt x="671140" y="154152"/>
                    <a:pt x="670837" y="151999"/>
                    <a:pt x="670837" y="151999"/>
                  </a:cubicBezTo>
                  <a:lnTo>
                    <a:pt x="670702" y="148097"/>
                  </a:lnTo>
                  <a:lnTo>
                    <a:pt x="671005" y="143758"/>
                  </a:lnTo>
                  <a:lnTo>
                    <a:pt x="676087" y="137534"/>
                  </a:lnTo>
                  <a:cubicBezTo>
                    <a:pt x="676087" y="137534"/>
                    <a:pt x="676087" y="137534"/>
                    <a:pt x="676524" y="137400"/>
                  </a:cubicBezTo>
                  <a:cubicBezTo>
                    <a:pt x="676962" y="137265"/>
                    <a:pt x="676962" y="134809"/>
                    <a:pt x="677669" y="134069"/>
                  </a:cubicBezTo>
                  <a:cubicBezTo>
                    <a:pt x="678409" y="133363"/>
                    <a:pt x="680260" y="131883"/>
                    <a:pt x="681741" y="131311"/>
                  </a:cubicBezTo>
                  <a:cubicBezTo>
                    <a:pt x="683188" y="130739"/>
                    <a:pt x="683053" y="130167"/>
                    <a:pt x="683053" y="130167"/>
                  </a:cubicBezTo>
                  <a:lnTo>
                    <a:pt x="688842" y="128283"/>
                  </a:lnTo>
                  <a:cubicBezTo>
                    <a:pt x="688842" y="128283"/>
                    <a:pt x="688539" y="126265"/>
                    <a:pt x="688707" y="125828"/>
                  </a:cubicBezTo>
                  <a:cubicBezTo>
                    <a:pt x="688842" y="125390"/>
                    <a:pt x="688842" y="123237"/>
                    <a:pt x="688842" y="123237"/>
                  </a:cubicBezTo>
                  <a:lnTo>
                    <a:pt x="689145" y="121353"/>
                  </a:lnTo>
                  <a:lnTo>
                    <a:pt x="691030" y="118326"/>
                  </a:lnTo>
                  <a:cubicBezTo>
                    <a:pt x="691030" y="118326"/>
                    <a:pt x="691030" y="118326"/>
                    <a:pt x="691332" y="117889"/>
                  </a:cubicBezTo>
                  <a:cubicBezTo>
                    <a:pt x="691635" y="117451"/>
                    <a:pt x="694530" y="116442"/>
                    <a:pt x="695236" y="116005"/>
                  </a:cubicBezTo>
                  <a:cubicBezTo>
                    <a:pt x="695943" y="115568"/>
                    <a:pt x="696852" y="114558"/>
                    <a:pt x="697693" y="113684"/>
                  </a:cubicBezTo>
                  <a:cubicBezTo>
                    <a:pt x="698568" y="112809"/>
                    <a:pt x="699578" y="111800"/>
                    <a:pt x="699578" y="111800"/>
                  </a:cubicBezTo>
                  <a:lnTo>
                    <a:pt x="701765" y="111228"/>
                  </a:lnTo>
                  <a:cubicBezTo>
                    <a:pt x="701765" y="111228"/>
                    <a:pt x="704222" y="109781"/>
                    <a:pt x="704660" y="109647"/>
                  </a:cubicBezTo>
                  <a:cubicBezTo>
                    <a:pt x="705097" y="109512"/>
                    <a:pt x="706241" y="107628"/>
                    <a:pt x="706241" y="107628"/>
                  </a:cubicBezTo>
                  <a:lnTo>
                    <a:pt x="706814" y="106047"/>
                  </a:lnTo>
                  <a:lnTo>
                    <a:pt x="707823" y="101405"/>
                  </a:lnTo>
                  <a:lnTo>
                    <a:pt x="708530" y="95888"/>
                  </a:lnTo>
                  <a:lnTo>
                    <a:pt x="705636" y="85157"/>
                  </a:lnTo>
                  <a:lnTo>
                    <a:pt x="706208" y="80818"/>
                  </a:lnTo>
                  <a:lnTo>
                    <a:pt x="706645" y="77050"/>
                  </a:lnTo>
                  <a:cubicBezTo>
                    <a:pt x="706645" y="77050"/>
                    <a:pt x="708665" y="74460"/>
                    <a:pt x="708833" y="74022"/>
                  </a:cubicBezTo>
                  <a:cubicBezTo>
                    <a:pt x="708967" y="73585"/>
                    <a:pt x="710583" y="71399"/>
                    <a:pt x="710583" y="71399"/>
                  </a:cubicBezTo>
                  <a:lnTo>
                    <a:pt x="712468" y="69380"/>
                  </a:lnTo>
                  <a:lnTo>
                    <a:pt x="714790" y="67799"/>
                  </a:lnTo>
                  <a:lnTo>
                    <a:pt x="716371" y="67059"/>
                  </a:lnTo>
                  <a:lnTo>
                    <a:pt x="717987" y="66353"/>
                  </a:lnTo>
                  <a:lnTo>
                    <a:pt x="719434" y="64166"/>
                  </a:lnTo>
                  <a:lnTo>
                    <a:pt x="721891" y="61542"/>
                  </a:lnTo>
                  <a:cubicBezTo>
                    <a:pt x="721891" y="61542"/>
                    <a:pt x="721891" y="58077"/>
                    <a:pt x="721891" y="57472"/>
                  </a:cubicBezTo>
                  <a:cubicBezTo>
                    <a:pt x="721891" y="56900"/>
                    <a:pt x="720511" y="55891"/>
                    <a:pt x="719939" y="55722"/>
                  </a:cubicBezTo>
                  <a:cubicBezTo>
                    <a:pt x="719367" y="55588"/>
                    <a:pt x="717549" y="54579"/>
                    <a:pt x="717549" y="54579"/>
                  </a:cubicBezTo>
                  <a:cubicBezTo>
                    <a:pt x="717549" y="54579"/>
                    <a:pt x="715833" y="54142"/>
                    <a:pt x="715227" y="54007"/>
                  </a:cubicBezTo>
                  <a:cubicBezTo>
                    <a:pt x="714655" y="53872"/>
                    <a:pt x="713040" y="54007"/>
                    <a:pt x="712468" y="54007"/>
                  </a:cubicBezTo>
                  <a:cubicBezTo>
                    <a:pt x="711895" y="54007"/>
                    <a:pt x="710145" y="53872"/>
                    <a:pt x="710145" y="53872"/>
                  </a:cubicBezTo>
                  <a:cubicBezTo>
                    <a:pt x="710145" y="53872"/>
                    <a:pt x="706814" y="54175"/>
                    <a:pt x="706241" y="54310"/>
                  </a:cubicBezTo>
                  <a:cubicBezTo>
                    <a:pt x="705669" y="54444"/>
                    <a:pt x="704222" y="54747"/>
                    <a:pt x="704222" y="54747"/>
                  </a:cubicBezTo>
                  <a:cubicBezTo>
                    <a:pt x="704222" y="54747"/>
                    <a:pt x="702472" y="55622"/>
                    <a:pt x="701025" y="55891"/>
                  </a:cubicBezTo>
                  <a:cubicBezTo>
                    <a:pt x="699578" y="56193"/>
                    <a:pt x="698703" y="55151"/>
                    <a:pt x="698265" y="55016"/>
                  </a:cubicBezTo>
                  <a:cubicBezTo>
                    <a:pt x="697828" y="54881"/>
                    <a:pt x="696953" y="52560"/>
                    <a:pt x="696381" y="52392"/>
                  </a:cubicBezTo>
                  <a:cubicBezTo>
                    <a:pt x="695808" y="52258"/>
                    <a:pt x="694933" y="50206"/>
                    <a:pt x="694933" y="50206"/>
                  </a:cubicBezTo>
                  <a:lnTo>
                    <a:pt x="693789" y="48456"/>
                  </a:lnTo>
                  <a:lnTo>
                    <a:pt x="693520" y="44823"/>
                  </a:lnTo>
                  <a:cubicBezTo>
                    <a:pt x="693520" y="44823"/>
                    <a:pt x="694664" y="41056"/>
                    <a:pt x="695102" y="40484"/>
                  </a:cubicBezTo>
                  <a:cubicBezTo>
                    <a:pt x="695539" y="39912"/>
                    <a:pt x="696549" y="38600"/>
                    <a:pt x="697121" y="37591"/>
                  </a:cubicBezTo>
                  <a:cubicBezTo>
                    <a:pt x="697693" y="36582"/>
                    <a:pt x="697559" y="36413"/>
                    <a:pt x="698131" y="35572"/>
                  </a:cubicBezTo>
                  <a:cubicBezTo>
                    <a:pt x="698703" y="34698"/>
                    <a:pt x="700285" y="33251"/>
                    <a:pt x="700285" y="32511"/>
                  </a:cubicBezTo>
                  <a:cubicBezTo>
                    <a:pt x="700285" y="31805"/>
                    <a:pt x="700285" y="31637"/>
                    <a:pt x="700015" y="31065"/>
                  </a:cubicBezTo>
                  <a:cubicBezTo>
                    <a:pt x="699712" y="30493"/>
                    <a:pt x="699712" y="28474"/>
                    <a:pt x="699578" y="28037"/>
                  </a:cubicBezTo>
                  <a:cubicBezTo>
                    <a:pt x="699443" y="27600"/>
                    <a:pt x="699140" y="26153"/>
                    <a:pt x="699275" y="25279"/>
                  </a:cubicBezTo>
                  <a:cubicBezTo>
                    <a:pt x="699410" y="24404"/>
                    <a:pt x="700150" y="22251"/>
                    <a:pt x="700150" y="22251"/>
                  </a:cubicBezTo>
                  <a:lnTo>
                    <a:pt x="701025" y="18046"/>
                  </a:lnTo>
                  <a:lnTo>
                    <a:pt x="701025" y="14144"/>
                  </a:lnTo>
                  <a:cubicBezTo>
                    <a:pt x="701025" y="14144"/>
                    <a:pt x="700217" y="12126"/>
                    <a:pt x="699510" y="11957"/>
                  </a:cubicBezTo>
                  <a:cubicBezTo>
                    <a:pt x="698770" y="11823"/>
                    <a:pt x="697996" y="9367"/>
                    <a:pt x="696852" y="8930"/>
                  </a:cubicBezTo>
                  <a:cubicBezTo>
                    <a:pt x="695707" y="8493"/>
                    <a:pt x="693789" y="6306"/>
                    <a:pt x="693789" y="6306"/>
                  </a:cubicBezTo>
                  <a:cubicBezTo>
                    <a:pt x="693789" y="6306"/>
                    <a:pt x="690592" y="7046"/>
                    <a:pt x="690020" y="7181"/>
                  </a:cubicBezTo>
                  <a:cubicBezTo>
                    <a:pt x="689448" y="7315"/>
                    <a:pt x="688573" y="8324"/>
                    <a:pt x="688270" y="8930"/>
                  </a:cubicBezTo>
                  <a:cubicBezTo>
                    <a:pt x="687967" y="9502"/>
                    <a:pt x="684669" y="9064"/>
                    <a:pt x="684669" y="9064"/>
                  </a:cubicBezTo>
                  <a:lnTo>
                    <a:pt x="678712" y="6609"/>
                  </a:lnTo>
                  <a:cubicBezTo>
                    <a:pt x="678712" y="6609"/>
                    <a:pt x="677399" y="4859"/>
                    <a:pt x="676524" y="4590"/>
                  </a:cubicBezTo>
                  <a:cubicBezTo>
                    <a:pt x="675649" y="4288"/>
                    <a:pt x="673495" y="2572"/>
                    <a:pt x="673495" y="2572"/>
                  </a:cubicBezTo>
                  <a:cubicBezTo>
                    <a:pt x="673495" y="2572"/>
                    <a:pt x="671611" y="688"/>
                    <a:pt x="670601" y="116"/>
                  </a:cubicBezTo>
                  <a:cubicBezTo>
                    <a:pt x="669592" y="-456"/>
                    <a:pt x="669289" y="1260"/>
                    <a:pt x="668582" y="1428"/>
                  </a:cubicBezTo>
                  <a:cubicBezTo>
                    <a:pt x="667875" y="1563"/>
                    <a:pt x="668582" y="1428"/>
                    <a:pt x="668010" y="2303"/>
                  </a:cubicBezTo>
                  <a:cubicBezTo>
                    <a:pt x="667438" y="3177"/>
                    <a:pt x="666697" y="3615"/>
                    <a:pt x="666697" y="4759"/>
                  </a:cubicBezTo>
                  <a:cubicBezTo>
                    <a:pt x="666697" y="5902"/>
                    <a:pt x="665822" y="6777"/>
                    <a:pt x="665519" y="8089"/>
                  </a:cubicBezTo>
                  <a:cubicBezTo>
                    <a:pt x="665216" y="9401"/>
                    <a:pt x="664947" y="9535"/>
                    <a:pt x="664813" y="10107"/>
                  </a:cubicBezTo>
                  <a:cubicBezTo>
                    <a:pt x="664678" y="10679"/>
                    <a:pt x="663500" y="11856"/>
                    <a:pt x="663063" y="12294"/>
                  </a:cubicBezTo>
                  <a:cubicBezTo>
                    <a:pt x="662625" y="12731"/>
                    <a:pt x="661043" y="14178"/>
                    <a:pt x="659865" y="14312"/>
                  </a:cubicBezTo>
                  <a:cubicBezTo>
                    <a:pt x="658721" y="14447"/>
                    <a:pt x="654514" y="14749"/>
                    <a:pt x="654077" y="14615"/>
                  </a:cubicBezTo>
                  <a:cubicBezTo>
                    <a:pt x="653639" y="14480"/>
                    <a:pt x="652461" y="13740"/>
                    <a:pt x="651889" y="13606"/>
                  </a:cubicBezTo>
                  <a:cubicBezTo>
                    <a:pt x="651317" y="13471"/>
                    <a:pt x="646538" y="8257"/>
                    <a:pt x="646538" y="8257"/>
                  </a:cubicBezTo>
                  <a:lnTo>
                    <a:pt x="644519" y="6811"/>
                  </a:lnTo>
                  <a:lnTo>
                    <a:pt x="641322" y="6811"/>
                  </a:lnTo>
                  <a:lnTo>
                    <a:pt x="637687" y="8627"/>
                  </a:lnTo>
                  <a:lnTo>
                    <a:pt x="629711" y="9569"/>
                  </a:lnTo>
                  <a:cubicBezTo>
                    <a:pt x="629711" y="9569"/>
                    <a:pt x="628971" y="12462"/>
                    <a:pt x="628836" y="14346"/>
                  </a:cubicBezTo>
                  <a:cubicBezTo>
                    <a:pt x="628701" y="16230"/>
                    <a:pt x="627523" y="16936"/>
                    <a:pt x="627389" y="17811"/>
                  </a:cubicBezTo>
                  <a:cubicBezTo>
                    <a:pt x="627254" y="18685"/>
                    <a:pt x="624494" y="20266"/>
                    <a:pt x="623922" y="20838"/>
                  </a:cubicBezTo>
                  <a:cubicBezTo>
                    <a:pt x="623350" y="21410"/>
                    <a:pt x="621600" y="22722"/>
                    <a:pt x="620288" y="22857"/>
                  </a:cubicBezTo>
                  <a:cubicBezTo>
                    <a:pt x="618975" y="22991"/>
                    <a:pt x="618840" y="24741"/>
                    <a:pt x="617965" y="25480"/>
                  </a:cubicBezTo>
                  <a:cubicBezTo>
                    <a:pt x="617090" y="26221"/>
                    <a:pt x="616821" y="26221"/>
                    <a:pt x="616081" y="26490"/>
                  </a:cubicBezTo>
                  <a:cubicBezTo>
                    <a:pt x="615374" y="26792"/>
                    <a:pt x="614499" y="27633"/>
                    <a:pt x="613893" y="27936"/>
                  </a:cubicBezTo>
                  <a:cubicBezTo>
                    <a:pt x="613321" y="28239"/>
                    <a:pt x="612749" y="29248"/>
                    <a:pt x="612143" y="29685"/>
                  </a:cubicBezTo>
                  <a:cubicBezTo>
                    <a:pt x="611571" y="30123"/>
                    <a:pt x="610831" y="31267"/>
                    <a:pt x="610561" y="32444"/>
                  </a:cubicBezTo>
                  <a:cubicBezTo>
                    <a:pt x="610259" y="33588"/>
                    <a:pt x="609686" y="35202"/>
                    <a:pt x="609686" y="35640"/>
                  </a:cubicBezTo>
                  <a:cubicBezTo>
                    <a:pt x="609686" y="36077"/>
                    <a:pt x="608239" y="37658"/>
                    <a:pt x="608239" y="38095"/>
                  </a:cubicBezTo>
                  <a:cubicBezTo>
                    <a:pt x="608239" y="38533"/>
                    <a:pt x="607667" y="41998"/>
                    <a:pt x="607364" y="43007"/>
                  </a:cubicBezTo>
                  <a:cubicBezTo>
                    <a:pt x="607061" y="44016"/>
                    <a:pt x="605648" y="45328"/>
                    <a:pt x="605648" y="45328"/>
                  </a:cubicBezTo>
                  <a:cubicBezTo>
                    <a:pt x="605648" y="45328"/>
                    <a:pt x="603629" y="45900"/>
                    <a:pt x="602451" y="45631"/>
                  </a:cubicBezTo>
                  <a:cubicBezTo>
                    <a:pt x="601306" y="45328"/>
                    <a:pt x="601004" y="43612"/>
                    <a:pt x="600566" y="43040"/>
                  </a:cubicBezTo>
                  <a:cubicBezTo>
                    <a:pt x="600129" y="42468"/>
                    <a:pt x="599556" y="41022"/>
                    <a:pt x="599388" y="40585"/>
                  </a:cubicBezTo>
                  <a:cubicBezTo>
                    <a:pt x="599220" y="40147"/>
                    <a:pt x="598076" y="38701"/>
                    <a:pt x="598076" y="38701"/>
                  </a:cubicBezTo>
                  <a:lnTo>
                    <a:pt x="594609" y="37254"/>
                  </a:lnTo>
                  <a:lnTo>
                    <a:pt x="592724" y="37389"/>
                  </a:lnTo>
                  <a:lnTo>
                    <a:pt x="591580" y="38970"/>
                  </a:lnTo>
                  <a:cubicBezTo>
                    <a:pt x="591580" y="38970"/>
                    <a:pt x="586667" y="41426"/>
                    <a:pt x="586061" y="41426"/>
                  </a:cubicBezTo>
                  <a:cubicBezTo>
                    <a:pt x="585489" y="41426"/>
                    <a:pt x="583873" y="38667"/>
                    <a:pt x="583604" y="38230"/>
                  </a:cubicBezTo>
                  <a:cubicBezTo>
                    <a:pt x="583301" y="37793"/>
                    <a:pt x="582729" y="33722"/>
                    <a:pt x="582729" y="33722"/>
                  </a:cubicBezTo>
                  <a:lnTo>
                    <a:pt x="582729" y="27062"/>
                  </a:lnTo>
                  <a:lnTo>
                    <a:pt x="574181" y="23866"/>
                  </a:lnTo>
                  <a:lnTo>
                    <a:pt x="571859" y="22857"/>
                  </a:lnTo>
                  <a:lnTo>
                    <a:pt x="567080" y="24606"/>
                  </a:lnTo>
                  <a:cubicBezTo>
                    <a:pt x="567080" y="24606"/>
                    <a:pt x="562301" y="28811"/>
                    <a:pt x="561863" y="29080"/>
                  </a:cubicBezTo>
                  <a:cubicBezTo>
                    <a:pt x="561426" y="29383"/>
                    <a:pt x="560685" y="29955"/>
                    <a:pt x="560281" y="31401"/>
                  </a:cubicBezTo>
                  <a:cubicBezTo>
                    <a:pt x="559844" y="32848"/>
                    <a:pt x="560113" y="36313"/>
                    <a:pt x="560281" y="37860"/>
                  </a:cubicBezTo>
                  <a:cubicBezTo>
                    <a:pt x="560416" y="39407"/>
                    <a:pt x="559272" y="40215"/>
                    <a:pt x="559272" y="40215"/>
                  </a:cubicBezTo>
                  <a:cubicBezTo>
                    <a:pt x="559272" y="40215"/>
                    <a:pt x="558128" y="41089"/>
                    <a:pt x="557690" y="41527"/>
                  </a:cubicBezTo>
                  <a:cubicBezTo>
                    <a:pt x="557253" y="41964"/>
                    <a:pt x="555671" y="43848"/>
                    <a:pt x="554055" y="45429"/>
                  </a:cubicBezTo>
                  <a:cubicBezTo>
                    <a:pt x="553752" y="45732"/>
                    <a:pt x="553618" y="45866"/>
                    <a:pt x="553483" y="46001"/>
                  </a:cubicBezTo>
                  <a:cubicBezTo>
                    <a:pt x="553248" y="46976"/>
                    <a:pt x="553517" y="50273"/>
                    <a:pt x="553887" y="50643"/>
                  </a:cubicBezTo>
                  <a:cubicBezTo>
                    <a:pt x="554325" y="51080"/>
                    <a:pt x="554156" y="51518"/>
                    <a:pt x="554156" y="51518"/>
                  </a:cubicBezTo>
                  <a:cubicBezTo>
                    <a:pt x="554156" y="51518"/>
                    <a:pt x="554291" y="52527"/>
                    <a:pt x="555334" y="53704"/>
                  </a:cubicBezTo>
                  <a:cubicBezTo>
                    <a:pt x="555704" y="54142"/>
                    <a:pt x="555906" y="54310"/>
                    <a:pt x="556007" y="54377"/>
                  </a:cubicBezTo>
                  <a:cubicBezTo>
                    <a:pt x="555806" y="54814"/>
                    <a:pt x="554964" y="56429"/>
                    <a:pt x="554459" y="57304"/>
                  </a:cubicBezTo>
                  <a:cubicBezTo>
                    <a:pt x="553887" y="58313"/>
                    <a:pt x="552877" y="57741"/>
                    <a:pt x="552272" y="58178"/>
                  </a:cubicBezTo>
                  <a:cubicBezTo>
                    <a:pt x="551700" y="58616"/>
                    <a:pt x="548940" y="58616"/>
                    <a:pt x="547190" y="58616"/>
                  </a:cubicBezTo>
                  <a:cubicBezTo>
                    <a:pt x="545440" y="58616"/>
                    <a:pt x="541401" y="57304"/>
                    <a:pt x="540829" y="57304"/>
                  </a:cubicBezTo>
                  <a:cubicBezTo>
                    <a:pt x="540257" y="57304"/>
                    <a:pt x="538069" y="53671"/>
                    <a:pt x="538069" y="53671"/>
                  </a:cubicBezTo>
                  <a:cubicBezTo>
                    <a:pt x="538069" y="53671"/>
                    <a:pt x="539517" y="51080"/>
                    <a:pt x="539954" y="50912"/>
                  </a:cubicBezTo>
                  <a:cubicBezTo>
                    <a:pt x="540392" y="50778"/>
                    <a:pt x="544868" y="47010"/>
                    <a:pt x="544868" y="47010"/>
                  </a:cubicBezTo>
                  <a:lnTo>
                    <a:pt x="543993" y="43680"/>
                  </a:lnTo>
                  <a:lnTo>
                    <a:pt x="538473" y="41493"/>
                  </a:lnTo>
                  <a:cubicBezTo>
                    <a:pt x="538473" y="41493"/>
                    <a:pt x="536454" y="39172"/>
                    <a:pt x="535848" y="39306"/>
                  </a:cubicBezTo>
                  <a:cubicBezTo>
                    <a:pt x="535276" y="39441"/>
                    <a:pt x="532819" y="41190"/>
                    <a:pt x="531507" y="41493"/>
                  </a:cubicBezTo>
                  <a:cubicBezTo>
                    <a:pt x="530194" y="41796"/>
                    <a:pt x="526997" y="41627"/>
                    <a:pt x="526997" y="41627"/>
                  </a:cubicBezTo>
                  <a:lnTo>
                    <a:pt x="524540" y="40753"/>
                  </a:lnTo>
                  <a:lnTo>
                    <a:pt x="523665" y="37995"/>
                  </a:lnTo>
                  <a:cubicBezTo>
                    <a:pt x="523665" y="37995"/>
                    <a:pt x="519761" y="37557"/>
                    <a:pt x="519189" y="37995"/>
                  </a:cubicBezTo>
                  <a:cubicBezTo>
                    <a:pt x="518617" y="38432"/>
                    <a:pt x="516598" y="37995"/>
                    <a:pt x="516598" y="37995"/>
                  </a:cubicBezTo>
                  <a:lnTo>
                    <a:pt x="514276" y="39138"/>
                  </a:lnTo>
                  <a:cubicBezTo>
                    <a:pt x="514276" y="39138"/>
                    <a:pt x="513973" y="45227"/>
                    <a:pt x="513973" y="46371"/>
                  </a:cubicBezTo>
                  <a:cubicBezTo>
                    <a:pt x="513973" y="47548"/>
                    <a:pt x="512357" y="48557"/>
                    <a:pt x="511785" y="49129"/>
                  </a:cubicBezTo>
                  <a:cubicBezTo>
                    <a:pt x="511213" y="49701"/>
                    <a:pt x="510170" y="50878"/>
                    <a:pt x="508891" y="52325"/>
                  </a:cubicBezTo>
                  <a:cubicBezTo>
                    <a:pt x="507578" y="53772"/>
                    <a:pt x="507006" y="55218"/>
                    <a:pt x="506737" y="55790"/>
                  </a:cubicBezTo>
                  <a:cubicBezTo>
                    <a:pt x="506434" y="56362"/>
                    <a:pt x="505727" y="58111"/>
                    <a:pt x="505593" y="58986"/>
                  </a:cubicBezTo>
                  <a:cubicBezTo>
                    <a:pt x="505458" y="59860"/>
                    <a:pt x="505155" y="60432"/>
                    <a:pt x="505021" y="60869"/>
                  </a:cubicBezTo>
                  <a:cubicBezTo>
                    <a:pt x="504886" y="61307"/>
                    <a:pt x="503136" y="62181"/>
                    <a:pt x="502698" y="62181"/>
                  </a:cubicBezTo>
                  <a:cubicBezTo>
                    <a:pt x="502261" y="62181"/>
                    <a:pt x="501386" y="63056"/>
                    <a:pt x="501386" y="64065"/>
                  </a:cubicBezTo>
                  <a:cubicBezTo>
                    <a:pt x="501386" y="65074"/>
                    <a:pt x="501689" y="64940"/>
                    <a:pt x="501689" y="64940"/>
                  </a:cubicBezTo>
                  <a:cubicBezTo>
                    <a:pt x="501689" y="64940"/>
                    <a:pt x="502698" y="66824"/>
                    <a:pt x="503439" y="66958"/>
                  </a:cubicBezTo>
                  <a:cubicBezTo>
                    <a:pt x="504146" y="67093"/>
                    <a:pt x="503574" y="67967"/>
                    <a:pt x="503574" y="67967"/>
                  </a:cubicBezTo>
                  <a:lnTo>
                    <a:pt x="503708" y="70154"/>
                  </a:lnTo>
                  <a:lnTo>
                    <a:pt x="502698" y="70591"/>
                  </a:lnTo>
                  <a:lnTo>
                    <a:pt x="501386" y="73350"/>
                  </a:lnTo>
                  <a:cubicBezTo>
                    <a:pt x="501386" y="73350"/>
                    <a:pt x="499198" y="73787"/>
                    <a:pt x="498357" y="73787"/>
                  </a:cubicBezTo>
                  <a:cubicBezTo>
                    <a:pt x="497482" y="73787"/>
                    <a:pt x="495900" y="73484"/>
                    <a:pt x="494722" y="73215"/>
                  </a:cubicBezTo>
                  <a:cubicBezTo>
                    <a:pt x="493578" y="72912"/>
                    <a:pt x="492266" y="72778"/>
                    <a:pt x="491088" y="72778"/>
                  </a:cubicBezTo>
                  <a:cubicBezTo>
                    <a:pt x="489943" y="72778"/>
                    <a:pt x="489371" y="72206"/>
                    <a:pt x="488765" y="72038"/>
                  </a:cubicBezTo>
                  <a:cubicBezTo>
                    <a:pt x="488193" y="71903"/>
                    <a:pt x="486881" y="71028"/>
                    <a:pt x="486881" y="71028"/>
                  </a:cubicBezTo>
                  <a:lnTo>
                    <a:pt x="484996" y="69145"/>
                  </a:lnTo>
                  <a:lnTo>
                    <a:pt x="482809" y="66386"/>
                  </a:lnTo>
                  <a:lnTo>
                    <a:pt x="482102" y="64940"/>
                  </a:lnTo>
                  <a:lnTo>
                    <a:pt x="480924" y="64065"/>
                  </a:lnTo>
                  <a:cubicBezTo>
                    <a:pt x="480924" y="64065"/>
                    <a:pt x="479174" y="64065"/>
                    <a:pt x="478770" y="64065"/>
                  </a:cubicBezTo>
                  <a:cubicBezTo>
                    <a:pt x="478333" y="64065"/>
                    <a:pt x="477323" y="64368"/>
                    <a:pt x="476717" y="64637"/>
                  </a:cubicBezTo>
                  <a:cubicBezTo>
                    <a:pt x="476145" y="64940"/>
                    <a:pt x="476010" y="65209"/>
                    <a:pt x="475135" y="65512"/>
                  </a:cubicBezTo>
                  <a:cubicBezTo>
                    <a:pt x="474260" y="65814"/>
                    <a:pt x="473251" y="66655"/>
                    <a:pt x="472376" y="67261"/>
                  </a:cubicBezTo>
                  <a:cubicBezTo>
                    <a:pt x="471501" y="67833"/>
                    <a:pt x="470929" y="68136"/>
                    <a:pt x="470929" y="68136"/>
                  </a:cubicBezTo>
                  <a:cubicBezTo>
                    <a:pt x="470929" y="68136"/>
                    <a:pt x="467159" y="70154"/>
                    <a:pt x="466587" y="70457"/>
                  </a:cubicBezTo>
                  <a:cubicBezTo>
                    <a:pt x="466015" y="70760"/>
                    <a:pt x="465005" y="71601"/>
                    <a:pt x="464433" y="71769"/>
                  </a:cubicBezTo>
                  <a:cubicBezTo>
                    <a:pt x="463861" y="71903"/>
                    <a:pt x="463121" y="72340"/>
                    <a:pt x="462851" y="72778"/>
                  </a:cubicBezTo>
                  <a:cubicBezTo>
                    <a:pt x="462549" y="73215"/>
                    <a:pt x="461842" y="73652"/>
                    <a:pt x="461404" y="74090"/>
                  </a:cubicBezTo>
                  <a:cubicBezTo>
                    <a:pt x="460967" y="74527"/>
                    <a:pt x="460395" y="75233"/>
                    <a:pt x="459957" y="75402"/>
                  </a:cubicBezTo>
                  <a:cubicBezTo>
                    <a:pt x="459520" y="75536"/>
                    <a:pt x="459217" y="77151"/>
                    <a:pt x="459217" y="77151"/>
                  </a:cubicBezTo>
                  <a:lnTo>
                    <a:pt x="459217" y="78463"/>
                  </a:lnTo>
                  <a:lnTo>
                    <a:pt x="461034" y="79035"/>
                  </a:lnTo>
                  <a:lnTo>
                    <a:pt x="462986" y="78732"/>
                  </a:lnTo>
                  <a:cubicBezTo>
                    <a:pt x="462986" y="78732"/>
                    <a:pt x="465746" y="77857"/>
                    <a:pt x="466621" y="77857"/>
                  </a:cubicBezTo>
                  <a:cubicBezTo>
                    <a:pt x="467496" y="77857"/>
                    <a:pt x="470255" y="78564"/>
                    <a:pt x="470828" y="78867"/>
                  </a:cubicBezTo>
                  <a:cubicBezTo>
                    <a:pt x="471400" y="79169"/>
                    <a:pt x="471703" y="81457"/>
                    <a:pt x="471703" y="81457"/>
                  </a:cubicBezTo>
                  <a:lnTo>
                    <a:pt x="471837" y="84484"/>
                  </a:lnTo>
                  <a:cubicBezTo>
                    <a:pt x="471837" y="84484"/>
                    <a:pt x="471097" y="87243"/>
                    <a:pt x="470659" y="88689"/>
                  </a:cubicBezTo>
                  <a:cubicBezTo>
                    <a:pt x="470222" y="90136"/>
                    <a:pt x="469347" y="91448"/>
                    <a:pt x="468909" y="91717"/>
                  </a:cubicBezTo>
                  <a:cubicBezTo>
                    <a:pt x="468472" y="92020"/>
                    <a:pt x="467765" y="92289"/>
                    <a:pt x="467765" y="92289"/>
                  </a:cubicBezTo>
                  <a:cubicBezTo>
                    <a:pt x="467765" y="92289"/>
                    <a:pt x="464568" y="95485"/>
                    <a:pt x="463861" y="96494"/>
                  </a:cubicBezTo>
                  <a:cubicBezTo>
                    <a:pt x="463121" y="97503"/>
                    <a:pt x="459351" y="96628"/>
                    <a:pt x="458510" y="96931"/>
                  </a:cubicBezTo>
                  <a:cubicBezTo>
                    <a:pt x="457635" y="97234"/>
                    <a:pt x="454034" y="96797"/>
                    <a:pt x="454034" y="96797"/>
                  </a:cubicBezTo>
                  <a:cubicBezTo>
                    <a:pt x="454034" y="96797"/>
                    <a:pt x="449524" y="93163"/>
                    <a:pt x="449390" y="92322"/>
                  </a:cubicBezTo>
                  <a:cubicBezTo>
                    <a:pt x="449255" y="91448"/>
                    <a:pt x="449524" y="88252"/>
                    <a:pt x="449524" y="88252"/>
                  </a:cubicBezTo>
                  <a:lnTo>
                    <a:pt x="448212" y="85796"/>
                  </a:lnTo>
                  <a:lnTo>
                    <a:pt x="445317" y="84484"/>
                  </a:lnTo>
                  <a:lnTo>
                    <a:pt x="443433" y="85359"/>
                  </a:lnTo>
                  <a:cubicBezTo>
                    <a:pt x="443433" y="85359"/>
                    <a:pt x="442726" y="85796"/>
                    <a:pt x="442120" y="86099"/>
                  </a:cubicBezTo>
                  <a:cubicBezTo>
                    <a:pt x="441548" y="86402"/>
                    <a:pt x="436904" y="91448"/>
                    <a:pt x="436769" y="92020"/>
                  </a:cubicBezTo>
                  <a:cubicBezTo>
                    <a:pt x="436635" y="92592"/>
                    <a:pt x="436635" y="95922"/>
                    <a:pt x="436635" y="95922"/>
                  </a:cubicBezTo>
                  <a:lnTo>
                    <a:pt x="433875" y="98243"/>
                  </a:lnTo>
                  <a:cubicBezTo>
                    <a:pt x="433875" y="98243"/>
                    <a:pt x="432125" y="99690"/>
                    <a:pt x="431687" y="100261"/>
                  </a:cubicBezTo>
                  <a:cubicBezTo>
                    <a:pt x="431250" y="100833"/>
                    <a:pt x="430375" y="101842"/>
                    <a:pt x="429937" y="102448"/>
                  </a:cubicBezTo>
                  <a:cubicBezTo>
                    <a:pt x="429500" y="103020"/>
                    <a:pt x="429634" y="106653"/>
                    <a:pt x="429634" y="106653"/>
                  </a:cubicBezTo>
                  <a:lnTo>
                    <a:pt x="429634" y="109714"/>
                  </a:lnTo>
                  <a:lnTo>
                    <a:pt x="429769" y="112035"/>
                  </a:lnTo>
                  <a:lnTo>
                    <a:pt x="429197" y="115803"/>
                  </a:lnTo>
                  <a:lnTo>
                    <a:pt x="428322" y="118427"/>
                  </a:lnTo>
                  <a:lnTo>
                    <a:pt x="425562" y="118999"/>
                  </a:lnTo>
                  <a:lnTo>
                    <a:pt x="424250" y="118427"/>
                  </a:lnTo>
                  <a:lnTo>
                    <a:pt x="421793" y="114659"/>
                  </a:lnTo>
                  <a:lnTo>
                    <a:pt x="420783" y="111463"/>
                  </a:lnTo>
                  <a:cubicBezTo>
                    <a:pt x="420783" y="111463"/>
                    <a:pt x="417889" y="109714"/>
                    <a:pt x="417149" y="109580"/>
                  </a:cubicBezTo>
                  <a:cubicBezTo>
                    <a:pt x="416442" y="109445"/>
                    <a:pt x="414389" y="106821"/>
                    <a:pt x="414389" y="106821"/>
                  </a:cubicBezTo>
                  <a:lnTo>
                    <a:pt x="408735" y="102919"/>
                  </a:lnTo>
                  <a:lnTo>
                    <a:pt x="403216" y="99017"/>
                  </a:lnTo>
                  <a:lnTo>
                    <a:pt x="398302" y="96258"/>
                  </a:lnTo>
                  <a:lnTo>
                    <a:pt x="390898" y="99454"/>
                  </a:lnTo>
                  <a:lnTo>
                    <a:pt x="385681" y="103962"/>
                  </a:lnTo>
                  <a:lnTo>
                    <a:pt x="382484" y="108739"/>
                  </a:lnTo>
                  <a:lnTo>
                    <a:pt x="381172" y="110925"/>
                  </a:lnTo>
                  <a:cubicBezTo>
                    <a:pt x="381172" y="110925"/>
                    <a:pt x="379994" y="115130"/>
                    <a:pt x="379994" y="116005"/>
                  </a:cubicBezTo>
                  <a:cubicBezTo>
                    <a:pt x="379994" y="116879"/>
                    <a:pt x="380129" y="119772"/>
                    <a:pt x="380129" y="119772"/>
                  </a:cubicBezTo>
                  <a:cubicBezTo>
                    <a:pt x="380129" y="119772"/>
                    <a:pt x="381138" y="123237"/>
                    <a:pt x="381138" y="124280"/>
                  </a:cubicBezTo>
                  <a:cubicBezTo>
                    <a:pt x="381138" y="125289"/>
                    <a:pt x="380701" y="127308"/>
                    <a:pt x="380263" y="127913"/>
                  </a:cubicBezTo>
                  <a:cubicBezTo>
                    <a:pt x="379826" y="128485"/>
                    <a:pt x="378076" y="130672"/>
                    <a:pt x="376359" y="131378"/>
                  </a:cubicBezTo>
                  <a:cubicBezTo>
                    <a:pt x="374609" y="132085"/>
                    <a:pt x="373465" y="134406"/>
                    <a:pt x="373027" y="134574"/>
                  </a:cubicBezTo>
                  <a:cubicBezTo>
                    <a:pt x="372590" y="134708"/>
                    <a:pt x="370571" y="136155"/>
                    <a:pt x="367373" y="136458"/>
                  </a:cubicBezTo>
                  <a:cubicBezTo>
                    <a:pt x="364176" y="136760"/>
                    <a:pt x="364176" y="137030"/>
                    <a:pt x="361585" y="137198"/>
                  </a:cubicBezTo>
                  <a:cubicBezTo>
                    <a:pt x="358960" y="137332"/>
                    <a:pt x="356368" y="138207"/>
                    <a:pt x="354921" y="138510"/>
                  </a:cubicBezTo>
                  <a:cubicBezTo>
                    <a:pt x="353474" y="138812"/>
                    <a:pt x="351892" y="139216"/>
                    <a:pt x="351455" y="139216"/>
                  </a:cubicBezTo>
                  <a:cubicBezTo>
                    <a:pt x="351017" y="139216"/>
                    <a:pt x="348695" y="138779"/>
                    <a:pt x="348258" y="138644"/>
                  </a:cubicBezTo>
                  <a:cubicBezTo>
                    <a:pt x="347820" y="138510"/>
                    <a:pt x="344488" y="137500"/>
                    <a:pt x="343613" y="137063"/>
                  </a:cubicBezTo>
                  <a:cubicBezTo>
                    <a:pt x="342738" y="136626"/>
                    <a:pt x="341022" y="136189"/>
                    <a:pt x="340281" y="135751"/>
                  </a:cubicBezTo>
                  <a:cubicBezTo>
                    <a:pt x="339575" y="135314"/>
                    <a:pt x="337690" y="131849"/>
                    <a:pt x="337690" y="131849"/>
                  </a:cubicBezTo>
                  <a:lnTo>
                    <a:pt x="336108" y="128216"/>
                  </a:lnTo>
                  <a:cubicBezTo>
                    <a:pt x="336108" y="128216"/>
                    <a:pt x="335536" y="124886"/>
                    <a:pt x="335233" y="124314"/>
                  </a:cubicBezTo>
                  <a:cubicBezTo>
                    <a:pt x="334930" y="123742"/>
                    <a:pt x="329579" y="121993"/>
                    <a:pt x="329579" y="121993"/>
                  </a:cubicBezTo>
                  <a:lnTo>
                    <a:pt x="328132" y="122867"/>
                  </a:lnTo>
                  <a:cubicBezTo>
                    <a:pt x="328132" y="122867"/>
                    <a:pt x="326550" y="125054"/>
                    <a:pt x="325541" y="125626"/>
                  </a:cubicBezTo>
                  <a:cubicBezTo>
                    <a:pt x="324531" y="126198"/>
                    <a:pt x="323353" y="127072"/>
                    <a:pt x="321637" y="127644"/>
                  </a:cubicBezTo>
                  <a:cubicBezTo>
                    <a:pt x="319887" y="128216"/>
                    <a:pt x="318743" y="128081"/>
                    <a:pt x="318743" y="128081"/>
                  </a:cubicBezTo>
                  <a:cubicBezTo>
                    <a:pt x="318743" y="128081"/>
                    <a:pt x="315714" y="128519"/>
                    <a:pt x="315108" y="128519"/>
                  </a:cubicBezTo>
                  <a:cubicBezTo>
                    <a:pt x="314536" y="128519"/>
                    <a:pt x="311473" y="127644"/>
                    <a:pt x="311473" y="127644"/>
                  </a:cubicBezTo>
                  <a:lnTo>
                    <a:pt x="308579" y="122733"/>
                  </a:lnTo>
                  <a:lnTo>
                    <a:pt x="308713" y="116779"/>
                  </a:lnTo>
                  <a:cubicBezTo>
                    <a:pt x="308713" y="116779"/>
                    <a:pt x="302319" y="111262"/>
                    <a:pt x="301747" y="111127"/>
                  </a:cubicBezTo>
                  <a:cubicBezTo>
                    <a:pt x="301175" y="110992"/>
                    <a:pt x="300872" y="105778"/>
                    <a:pt x="300569" y="105038"/>
                  </a:cubicBezTo>
                  <a:cubicBezTo>
                    <a:pt x="300266" y="104332"/>
                    <a:pt x="298819" y="100396"/>
                    <a:pt x="298112" y="99118"/>
                  </a:cubicBezTo>
                  <a:cubicBezTo>
                    <a:pt x="297406" y="97806"/>
                    <a:pt x="293906" y="94206"/>
                    <a:pt x="293199" y="93769"/>
                  </a:cubicBezTo>
                  <a:cubicBezTo>
                    <a:pt x="292458" y="93332"/>
                    <a:pt x="289732" y="90001"/>
                    <a:pt x="289732" y="90001"/>
                  </a:cubicBezTo>
                  <a:cubicBezTo>
                    <a:pt x="289732" y="90001"/>
                    <a:pt x="287713" y="89127"/>
                    <a:pt x="287107" y="89261"/>
                  </a:cubicBezTo>
                  <a:cubicBezTo>
                    <a:pt x="286535" y="89396"/>
                    <a:pt x="281016" y="89127"/>
                    <a:pt x="280578" y="89261"/>
                  </a:cubicBezTo>
                  <a:cubicBezTo>
                    <a:pt x="280141" y="89396"/>
                    <a:pt x="273612" y="92020"/>
                    <a:pt x="273612" y="92020"/>
                  </a:cubicBezTo>
                  <a:lnTo>
                    <a:pt x="268698" y="95350"/>
                  </a:lnTo>
                  <a:lnTo>
                    <a:pt x="266073" y="98680"/>
                  </a:lnTo>
                  <a:cubicBezTo>
                    <a:pt x="266073" y="98680"/>
                    <a:pt x="262607" y="101708"/>
                    <a:pt x="261563" y="102145"/>
                  </a:cubicBezTo>
                  <a:cubicBezTo>
                    <a:pt x="260554" y="102582"/>
                    <a:pt x="260823" y="104601"/>
                    <a:pt x="260823" y="106485"/>
                  </a:cubicBezTo>
                  <a:cubicBezTo>
                    <a:pt x="260823" y="108369"/>
                    <a:pt x="261563" y="109075"/>
                    <a:pt x="262573" y="110824"/>
                  </a:cubicBezTo>
                  <a:cubicBezTo>
                    <a:pt x="263583" y="112574"/>
                    <a:pt x="263011" y="111531"/>
                    <a:pt x="263885" y="113583"/>
                  </a:cubicBezTo>
                  <a:cubicBezTo>
                    <a:pt x="264761" y="115601"/>
                    <a:pt x="264020" y="116610"/>
                    <a:pt x="264020" y="118057"/>
                  </a:cubicBezTo>
                  <a:cubicBezTo>
                    <a:pt x="264020" y="119503"/>
                    <a:pt x="263717" y="121522"/>
                    <a:pt x="263583" y="122396"/>
                  </a:cubicBezTo>
                  <a:cubicBezTo>
                    <a:pt x="263448" y="123271"/>
                    <a:pt x="262270" y="124583"/>
                    <a:pt x="261261" y="125424"/>
                  </a:cubicBezTo>
                  <a:cubicBezTo>
                    <a:pt x="260251" y="126299"/>
                    <a:pt x="257491" y="129192"/>
                    <a:pt x="256044" y="130504"/>
                  </a:cubicBezTo>
                  <a:cubicBezTo>
                    <a:pt x="254597" y="131815"/>
                    <a:pt x="254597" y="131244"/>
                    <a:pt x="254597" y="131244"/>
                  </a:cubicBezTo>
                  <a:lnTo>
                    <a:pt x="252140" y="133262"/>
                  </a:lnTo>
                  <a:cubicBezTo>
                    <a:pt x="252140" y="133262"/>
                    <a:pt x="244164" y="133834"/>
                    <a:pt x="243592" y="134002"/>
                  </a:cubicBezTo>
                  <a:cubicBezTo>
                    <a:pt x="243020" y="134136"/>
                    <a:pt x="235919" y="135011"/>
                    <a:pt x="235481" y="135146"/>
                  </a:cubicBezTo>
                  <a:cubicBezTo>
                    <a:pt x="235044" y="135280"/>
                    <a:pt x="231274" y="135146"/>
                    <a:pt x="231274" y="135146"/>
                  </a:cubicBezTo>
                  <a:cubicBezTo>
                    <a:pt x="231274" y="135146"/>
                    <a:pt x="230130" y="136289"/>
                    <a:pt x="228952" y="136895"/>
                  </a:cubicBezTo>
                  <a:cubicBezTo>
                    <a:pt x="227808" y="137467"/>
                    <a:pt x="224476" y="139923"/>
                    <a:pt x="223298" y="140663"/>
                  </a:cubicBezTo>
                  <a:cubicBezTo>
                    <a:pt x="222154" y="141403"/>
                    <a:pt x="221413" y="142244"/>
                    <a:pt x="219966" y="142546"/>
                  </a:cubicBezTo>
                  <a:cubicBezTo>
                    <a:pt x="218519" y="142849"/>
                    <a:pt x="217375" y="143556"/>
                    <a:pt x="217375" y="143556"/>
                  </a:cubicBezTo>
                  <a:cubicBezTo>
                    <a:pt x="217375" y="143556"/>
                    <a:pt x="213606" y="144699"/>
                    <a:pt x="212731" y="145305"/>
                  </a:cubicBezTo>
                  <a:cubicBezTo>
                    <a:pt x="211856" y="145877"/>
                    <a:pt x="207649" y="147929"/>
                    <a:pt x="206639" y="148770"/>
                  </a:cubicBezTo>
                  <a:cubicBezTo>
                    <a:pt x="205629" y="149644"/>
                    <a:pt x="204317" y="150216"/>
                    <a:pt x="204317" y="150216"/>
                  </a:cubicBezTo>
                  <a:lnTo>
                    <a:pt x="201995" y="152672"/>
                  </a:lnTo>
                  <a:lnTo>
                    <a:pt x="198528" y="155128"/>
                  </a:lnTo>
                  <a:cubicBezTo>
                    <a:pt x="198528" y="155128"/>
                    <a:pt x="187961" y="155430"/>
                    <a:pt x="187086" y="155430"/>
                  </a:cubicBezTo>
                  <a:cubicBezTo>
                    <a:pt x="186211" y="155430"/>
                    <a:pt x="182879" y="155733"/>
                    <a:pt x="182307" y="156002"/>
                  </a:cubicBezTo>
                  <a:cubicBezTo>
                    <a:pt x="181735" y="156305"/>
                    <a:pt x="181163" y="156440"/>
                    <a:pt x="179985" y="157449"/>
                  </a:cubicBezTo>
                  <a:cubicBezTo>
                    <a:pt x="178841" y="158458"/>
                    <a:pt x="178403" y="160073"/>
                    <a:pt x="178538" y="161217"/>
                  </a:cubicBezTo>
                  <a:cubicBezTo>
                    <a:pt x="178672" y="162360"/>
                    <a:pt x="178538" y="161217"/>
                    <a:pt x="179985" y="162663"/>
                  </a:cubicBezTo>
                  <a:cubicBezTo>
                    <a:pt x="181432" y="164109"/>
                    <a:pt x="182744" y="164984"/>
                    <a:pt x="183889" y="166868"/>
                  </a:cubicBezTo>
                  <a:cubicBezTo>
                    <a:pt x="185033" y="168752"/>
                    <a:pt x="185201" y="171779"/>
                    <a:pt x="185201" y="172385"/>
                  </a:cubicBezTo>
                  <a:cubicBezTo>
                    <a:pt x="185201" y="172957"/>
                    <a:pt x="181163" y="174841"/>
                    <a:pt x="181163" y="174841"/>
                  </a:cubicBezTo>
                  <a:lnTo>
                    <a:pt x="177662" y="182241"/>
                  </a:lnTo>
                  <a:lnTo>
                    <a:pt x="175340" y="185000"/>
                  </a:lnTo>
                  <a:cubicBezTo>
                    <a:pt x="175340" y="185000"/>
                    <a:pt x="170561" y="191963"/>
                    <a:pt x="170124" y="192535"/>
                  </a:cubicBezTo>
                  <a:cubicBezTo>
                    <a:pt x="169686" y="193107"/>
                    <a:pt x="166085" y="193982"/>
                    <a:pt x="164907" y="193982"/>
                  </a:cubicBezTo>
                  <a:cubicBezTo>
                    <a:pt x="163730" y="193982"/>
                    <a:pt x="161273" y="193409"/>
                    <a:pt x="160398" y="193107"/>
                  </a:cubicBezTo>
                  <a:cubicBezTo>
                    <a:pt x="159523" y="192804"/>
                    <a:pt x="157369" y="191963"/>
                    <a:pt x="156628" y="191223"/>
                  </a:cubicBezTo>
                  <a:cubicBezTo>
                    <a:pt x="155922" y="190483"/>
                    <a:pt x="155181" y="187758"/>
                    <a:pt x="155181" y="187758"/>
                  </a:cubicBezTo>
                  <a:cubicBezTo>
                    <a:pt x="155181" y="187758"/>
                    <a:pt x="153600" y="183419"/>
                    <a:pt x="152994" y="183116"/>
                  </a:cubicBezTo>
                  <a:cubicBezTo>
                    <a:pt x="152422" y="182813"/>
                    <a:pt x="150974" y="182981"/>
                    <a:pt x="150974" y="182981"/>
                  </a:cubicBezTo>
                  <a:cubicBezTo>
                    <a:pt x="150974" y="182981"/>
                    <a:pt x="148652" y="183419"/>
                    <a:pt x="148080" y="183553"/>
                  </a:cubicBezTo>
                  <a:cubicBezTo>
                    <a:pt x="147508" y="183688"/>
                    <a:pt x="143739" y="184428"/>
                    <a:pt x="143301" y="184428"/>
                  </a:cubicBezTo>
                  <a:cubicBezTo>
                    <a:pt x="142864" y="184428"/>
                    <a:pt x="138960" y="184125"/>
                    <a:pt x="138219" y="184125"/>
                  </a:cubicBezTo>
                  <a:cubicBezTo>
                    <a:pt x="137513" y="184125"/>
                    <a:pt x="137075" y="182678"/>
                    <a:pt x="137075" y="182678"/>
                  </a:cubicBezTo>
                  <a:cubicBezTo>
                    <a:pt x="137075" y="182678"/>
                    <a:pt x="135763" y="180492"/>
                    <a:pt x="135190" y="180088"/>
                  </a:cubicBezTo>
                  <a:cubicBezTo>
                    <a:pt x="134618" y="179651"/>
                    <a:pt x="133878" y="179214"/>
                    <a:pt x="133878" y="179214"/>
                  </a:cubicBezTo>
                  <a:cubicBezTo>
                    <a:pt x="133878" y="179214"/>
                    <a:pt x="128661" y="175883"/>
                    <a:pt x="127786" y="175143"/>
                  </a:cubicBezTo>
                  <a:cubicBezTo>
                    <a:pt x="126912" y="174403"/>
                    <a:pt x="125902" y="174269"/>
                    <a:pt x="125902" y="174269"/>
                  </a:cubicBezTo>
                  <a:cubicBezTo>
                    <a:pt x="125902" y="174269"/>
                    <a:pt x="123142" y="174000"/>
                    <a:pt x="121695" y="174000"/>
                  </a:cubicBezTo>
                  <a:cubicBezTo>
                    <a:pt x="120248" y="174000"/>
                    <a:pt x="117051" y="173562"/>
                    <a:pt x="115906" y="172990"/>
                  </a:cubicBezTo>
                  <a:cubicBezTo>
                    <a:pt x="114762" y="172418"/>
                    <a:pt x="112877" y="171106"/>
                    <a:pt x="111868" y="170232"/>
                  </a:cubicBezTo>
                  <a:cubicBezTo>
                    <a:pt x="110858" y="169357"/>
                    <a:pt x="109849" y="167911"/>
                    <a:pt x="109849" y="167911"/>
                  </a:cubicBezTo>
                  <a:cubicBezTo>
                    <a:pt x="109849" y="167911"/>
                    <a:pt x="107392" y="164849"/>
                    <a:pt x="106820" y="164278"/>
                  </a:cubicBezTo>
                  <a:cubicBezTo>
                    <a:pt x="106248" y="163706"/>
                    <a:pt x="105507" y="162091"/>
                    <a:pt x="105238" y="161519"/>
                  </a:cubicBezTo>
                  <a:cubicBezTo>
                    <a:pt x="104935" y="160947"/>
                    <a:pt x="104800" y="157886"/>
                    <a:pt x="104800" y="157886"/>
                  </a:cubicBezTo>
                  <a:lnTo>
                    <a:pt x="105507" y="156742"/>
                  </a:lnTo>
                  <a:lnTo>
                    <a:pt x="106820" y="154118"/>
                  </a:lnTo>
                  <a:lnTo>
                    <a:pt x="105238" y="152672"/>
                  </a:lnTo>
                  <a:cubicBezTo>
                    <a:pt x="105238" y="152672"/>
                    <a:pt x="101771" y="152672"/>
                    <a:pt x="100762" y="152975"/>
                  </a:cubicBezTo>
                  <a:cubicBezTo>
                    <a:pt x="99752" y="153277"/>
                    <a:pt x="99012" y="153681"/>
                    <a:pt x="98574" y="154118"/>
                  </a:cubicBezTo>
                  <a:cubicBezTo>
                    <a:pt x="98137" y="154556"/>
                    <a:pt x="95108" y="155700"/>
                    <a:pt x="93795" y="155868"/>
                  </a:cubicBezTo>
                  <a:cubicBezTo>
                    <a:pt x="92483" y="156002"/>
                    <a:pt x="89454" y="156002"/>
                    <a:pt x="88579" y="156002"/>
                  </a:cubicBezTo>
                  <a:cubicBezTo>
                    <a:pt x="87704" y="156002"/>
                    <a:pt x="84810" y="154993"/>
                    <a:pt x="84810" y="154993"/>
                  </a:cubicBezTo>
                  <a:lnTo>
                    <a:pt x="84675" y="152235"/>
                  </a:lnTo>
                  <a:lnTo>
                    <a:pt x="84810" y="149207"/>
                  </a:lnTo>
                  <a:lnTo>
                    <a:pt x="84237" y="145742"/>
                  </a:lnTo>
                  <a:lnTo>
                    <a:pt x="81781" y="143152"/>
                  </a:lnTo>
                  <a:lnTo>
                    <a:pt x="78583" y="141403"/>
                  </a:lnTo>
                  <a:cubicBezTo>
                    <a:pt x="78583" y="141403"/>
                    <a:pt x="77574" y="142143"/>
                    <a:pt x="77439" y="142546"/>
                  </a:cubicBezTo>
                  <a:cubicBezTo>
                    <a:pt x="77304" y="142984"/>
                    <a:pt x="73232" y="146180"/>
                    <a:pt x="72795" y="146449"/>
                  </a:cubicBezTo>
                  <a:cubicBezTo>
                    <a:pt x="72357" y="146751"/>
                    <a:pt x="70775" y="148030"/>
                    <a:pt x="69901" y="148333"/>
                  </a:cubicBezTo>
                  <a:cubicBezTo>
                    <a:pt x="69026" y="148635"/>
                    <a:pt x="67309" y="150351"/>
                    <a:pt x="67309" y="150351"/>
                  </a:cubicBezTo>
                  <a:cubicBezTo>
                    <a:pt x="67309" y="150351"/>
                    <a:pt x="62396" y="151932"/>
                    <a:pt x="61083" y="152369"/>
                  </a:cubicBezTo>
                  <a:cubicBezTo>
                    <a:pt x="59771" y="152807"/>
                    <a:pt x="59064" y="153378"/>
                    <a:pt x="59064" y="153378"/>
                  </a:cubicBezTo>
                  <a:lnTo>
                    <a:pt x="60208" y="155700"/>
                  </a:lnTo>
                  <a:lnTo>
                    <a:pt x="62362" y="157449"/>
                  </a:lnTo>
                  <a:lnTo>
                    <a:pt x="62665" y="158155"/>
                  </a:lnTo>
                  <a:lnTo>
                    <a:pt x="59905" y="161923"/>
                  </a:lnTo>
                  <a:lnTo>
                    <a:pt x="51794" y="169895"/>
                  </a:lnTo>
                  <a:lnTo>
                    <a:pt x="50482" y="171577"/>
                  </a:lnTo>
                  <a:cubicBezTo>
                    <a:pt x="50482" y="171577"/>
                    <a:pt x="48092" y="173529"/>
                    <a:pt x="47722" y="173831"/>
                  </a:cubicBezTo>
                  <a:cubicBezTo>
                    <a:pt x="47352" y="174134"/>
                    <a:pt x="46477" y="175211"/>
                    <a:pt x="46477" y="175211"/>
                  </a:cubicBezTo>
                  <a:cubicBezTo>
                    <a:pt x="46477" y="175211"/>
                    <a:pt x="45333" y="177027"/>
                    <a:pt x="45232" y="177229"/>
                  </a:cubicBezTo>
                  <a:cubicBezTo>
                    <a:pt x="45164" y="177431"/>
                    <a:pt x="44491" y="179046"/>
                    <a:pt x="44491" y="179415"/>
                  </a:cubicBezTo>
                  <a:cubicBezTo>
                    <a:pt x="44491" y="179785"/>
                    <a:pt x="43785" y="183049"/>
                    <a:pt x="43785" y="183049"/>
                  </a:cubicBezTo>
                  <a:lnTo>
                    <a:pt x="42640" y="184125"/>
                  </a:lnTo>
                  <a:cubicBezTo>
                    <a:pt x="42640" y="184125"/>
                    <a:pt x="40991" y="184125"/>
                    <a:pt x="40015" y="184125"/>
                  </a:cubicBezTo>
                  <a:cubicBezTo>
                    <a:pt x="39073" y="184125"/>
                    <a:pt x="37929" y="184159"/>
                    <a:pt x="37323" y="184293"/>
                  </a:cubicBezTo>
                  <a:cubicBezTo>
                    <a:pt x="36751" y="184428"/>
                    <a:pt x="35135" y="184630"/>
                    <a:pt x="34630" y="184630"/>
                  </a:cubicBezTo>
                  <a:cubicBezTo>
                    <a:pt x="34126" y="184630"/>
                    <a:pt x="31130" y="185773"/>
                    <a:pt x="30861" y="186076"/>
                  </a:cubicBezTo>
                  <a:cubicBezTo>
                    <a:pt x="30558" y="186379"/>
                    <a:pt x="27900" y="187893"/>
                    <a:pt x="27529" y="188162"/>
                  </a:cubicBezTo>
                  <a:cubicBezTo>
                    <a:pt x="27159" y="188465"/>
                    <a:pt x="26082" y="188801"/>
                    <a:pt x="24770" y="188801"/>
                  </a:cubicBezTo>
                  <a:cubicBezTo>
                    <a:pt x="23457" y="188801"/>
                    <a:pt x="23828" y="188734"/>
                    <a:pt x="23525" y="188734"/>
                  </a:cubicBezTo>
                  <a:cubicBezTo>
                    <a:pt x="23222" y="188734"/>
                    <a:pt x="20327" y="185841"/>
                    <a:pt x="20327" y="185841"/>
                  </a:cubicBezTo>
                  <a:lnTo>
                    <a:pt x="17702" y="183452"/>
                  </a:lnTo>
                  <a:lnTo>
                    <a:pt x="14303" y="179113"/>
                  </a:lnTo>
                  <a:lnTo>
                    <a:pt x="12351" y="176926"/>
                  </a:lnTo>
                  <a:lnTo>
                    <a:pt x="10197" y="175850"/>
                  </a:lnTo>
                  <a:cubicBezTo>
                    <a:pt x="10197" y="175850"/>
                    <a:pt x="6798" y="176859"/>
                    <a:pt x="6058" y="177431"/>
                  </a:cubicBezTo>
                  <a:cubicBezTo>
                    <a:pt x="5351" y="178003"/>
                    <a:pt x="5183" y="177868"/>
                    <a:pt x="4745" y="178440"/>
                  </a:cubicBezTo>
                  <a:cubicBezTo>
                    <a:pt x="4308" y="179012"/>
                    <a:pt x="2423" y="179886"/>
                    <a:pt x="2423" y="179886"/>
                  </a:cubicBezTo>
                  <a:lnTo>
                    <a:pt x="1716" y="181467"/>
                  </a:lnTo>
                  <a:cubicBezTo>
                    <a:pt x="1716" y="181467"/>
                    <a:pt x="1716" y="184058"/>
                    <a:pt x="1716" y="184663"/>
                  </a:cubicBezTo>
                  <a:cubicBezTo>
                    <a:pt x="1716" y="185235"/>
                    <a:pt x="774" y="186850"/>
                    <a:pt x="639" y="187254"/>
                  </a:cubicBezTo>
                  <a:cubicBezTo>
                    <a:pt x="505" y="187691"/>
                    <a:pt x="0" y="190147"/>
                    <a:pt x="0" y="190147"/>
                  </a:cubicBezTo>
                  <a:cubicBezTo>
                    <a:pt x="0" y="190147"/>
                    <a:pt x="0" y="191728"/>
                    <a:pt x="0" y="192165"/>
                  </a:cubicBezTo>
                  <a:cubicBezTo>
                    <a:pt x="0" y="192602"/>
                    <a:pt x="1750" y="193611"/>
                    <a:pt x="1750" y="193611"/>
                  </a:cubicBezTo>
                  <a:lnTo>
                    <a:pt x="1750" y="195495"/>
                  </a:lnTo>
                  <a:lnTo>
                    <a:pt x="3500" y="198691"/>
                  </a:lnTo>
                  <a:cubicBezTo>
                    <a:pt x="3500" y="198691"/>
                    <a:pt x="2490" y="201012"/>
                    <a:pt x="2322" y="201584"/>
                  </a:cubicBezTo>
                  <a:cubicBezTo>
                    <a:pt x="2188" y="202156"/>
                    <a:pt x="3500" y="205486"/>
                    <a:pt x="3500" y="205486"/>
                  </a:cubicBezTo>
                  <a:cubicBezTo>
                    <a:pt x="3500" y="205486"/>
                    <a:pt x="5519" y="208514"/>
                    <a:pt x="5688" y="209119"/>
                  </a:cubicBezTo>
                  <a:cubicBezTo>
                    <a:pt x="5822" y="209691"/>
                    <a:pt x="7707" y="211743"/>
                    <a:pt x="7707" y="211743"/>
                  </a:cubicBezTo>
                  <a:lnTo>
                    <a:pt x="10904" y="214199"/>
                  </a:lnTo>
                  <a:lnTo>
                    <a:pt x="14539" y="217664"/>
                  </a:lnTo>
                  <a:lnTo>
                    <a:pt x="16693" y="222306"/>
                  </a:lnTo>
                  <a:lnTo>
                    <a:pt x="22649" y="223181"/>
                  </a:lnTo>
                  <a:lnTo>
                    <a:pt x="22649" y="215780"/>
                  </a:lnTo>
                  <a:lnTo>
                    <a:pt x="23726" y="211709"/>
                  </a:lnTo>
                  <a:lnTo>
                    <a:pt x="27698" y="208951"/>
                  </a:lnTo>
                  <a:cubicBezTo>
                    <a:pt x="27698" y="208951"/>
                    <a:pt x="29010" y="208077"/>
                    <a:pt x="31770" y="208379"/>
                  </a:cubicBezTo>
                  <a:cubicBezTo>
                    <a:pt x="34530" y="208682"/>
                    <a:pt x="34361" y="208077"/>
                    <a:pt x="35102" y="208379"/>
                  </a:cubicBezTo>
                  <a:cubicBezTo>
                    <a:pt x="35842" y="208682"/>
                    <a:pt x="37121" y="209086"/>
                    <a:pt x="37727" y="209523"/>
                  </a:cubicBezTo>
                  <a:cubicBezTo>
                    <a:pt x="38299" y="209927"/>
                    <a:pt x="40621" y="211575"/>
                    <a:pt x="41193" y="212147"/>
                  </a:cubicBezTo>
                  <a:cubicBezTo>
                    <a:pt x="41765" y="212719"/>
                    <a:pt x="42943" y="212281"/>
                    <a:pt x="43515" y="212281"/>
                  </a:cubicBezTo>
                  <a:cubicBezTo>
                    <a:pt x="44087" y="212281"/>
                    <a:pt x="47991" y="211272"/>
                    <a:pt x="47991" y="211272"/>
                  </a:cubicBezTo>
                  <a:lnTo>
                    <a:pt x="52333" y="211138"/>
                  </a:lnTo>
                  <a:cubicBezTo>
                    <a:pt x="52333" y="211138"/>
                    <a:pt x="58727" y="209254"/>
                    <a:pt x="59131" y="209557"/>
                  </a:cubicBezTo>
                  <a:cubicBezTo>
                    <a:pt x="59569" y="209859"/>
                    <a:pt x="64785" y="211878"/>
                    <a:pt x="64785" y="211878"/>
                  </a:cubicBezTo>
                  <a:lnTo>
                    <a:pt x="70001" y="214905"/>
                  </a:lnTo>
                  <a:lnTo>
                    <a:pt x="73636" y="220422"/>
                  </a:lnTo>
                  <a:lnTo>
                    <a:pt x="72929" y="224190"/>
                  </a:lnTo>
                  <a:lnTo>
                    <a:pt x="72627" y="229976"/>
                  </a:lnTo>
                  <a:lnTo>
                    <a:pt x="74949" y="231725"/>
                  </a:lnTo>
                  <a:lnTo>
                    <a:pt x="75958" y="234046"/>
                  </a:lnTo>
                  <a:lnTo>
                    <a:pt x="75655" y="236367"/>
                  </a:lnTo>
                  <a:lnTo>
                    <a:pt x="74208" y="239126"/>
                  </a:lnTo>
                  <a:lnTo>
                    <a:pt x="72324" y="240135"/>
                  </a:lnTo>
                  <a:lnTo>
                    <a:pt x="71011" y="241279"/>
                  </a:lnTo>
                  <a:lnTo>
                    <a:pt x="69564" y="242860"/>
                  </a:lnTo>
                  <a:lnTo>
                    <a:pt x="67814" y="244004"/>
                  </a:lnTo>
                  <a:lnTo>
                    <a:pt x="67814" y="245719"/>
                  </a:lnTo>
                  <a:lnTo>
                    <a:pt x="69631" y="247469"/>
                  </a:lnTo>
                  <a:lnTo>
                    <a:pt x="73030" y="250227"/>
                  </a:lnTo>
                  <a:lnTo>
                    <a:pt x="76059" y="252548"/>
                  </a:lnTo>
                  <a:lnTo>
                    <a:pt x="79122" y="253557"/>
                  </a:lnTo>
                  <a:lnTo>
                    <a:pt x="83194" y="253557"/>
                  </a:lnTo>
                  <a:lnTo>
                    <a:pt x="87536" y="253625"/>
                  </a:lnTo>
                  <a:lnTo>
                    <a:pt x="90161" y="253995"/>
                  </a:lnTo>
                  <a:lnTo>
                    <a:pt x="92752" y="255441"/>
                  </a:lnTo>
                  <a:cubicBezTo>
                    <a:pt x="92752" y="255441"/>
                    <a:pt x="96219" y="258771"/>
                    <a:pt x="96656" y="258906"/>
                  </a:cubicBezTo>
                  <a:cubicBezTo>
                    <a:pt x="97093" y="259040"/>
                    <a:pt x="97800" y="260218"/>
                    <a:pt x="97800" y="260218"/>
                  </a:cubicBezTo>
                  <a:lnTo>
                    <a:pt x="100122" y="262539"/>
                  </a:lnTo>
                  <a:lnTo>
                    <a:pt x="102142" y="260218"/>
                  </a:lnTo>
                  <a:lnTo>
                    <a:pt x="103723" y="257459"/>
                  </a:lnTo>
                  <a:cubicBezTo>
                    <a:pt x="103723" y="257459"/>
                    <a:pt x="106180" y="255575"/>
                    <a:pt x="106348" y="255138"/>
                  </a:cubicBezTo>
                  <a:cubicBezTo>
                    <a:pt x="106483" y="254701"/>
                    <a:pt x="108805" y="251808"/>
                    <a:pt x="108805" y="251808"/>
                  </a:cubicBezTo>
                  <a:cubicBezTo>
                    <a:pt x="108805" y="251808"/>
                    <a:pt x="112002" y="250496"/>
                    <a:pt x="112440" y="250664"/>
                  </a:cubicBezTo>
                  <a:cubicBezTo>
                    <a:pt x="112877" y="250799"/>
                    <a:pt x="114762" y="251976"/>
                    <a:pt x="114762" y="251976"/>
                  </a:cubicBezTo>
                  <a:lnTo>
                    <a:pt x="117387" y="257056"/>
                  </a:lnTo>
                  <a:lnTo>
                    <a:pt x="119137" y="257056"/>
                  </a:lnTo>
                  <a:lnTo>
                    <a:pt x="122907" y="256114"/>
                  </a:lnTo>
                  <a:lnTo>
                    <a:pt x="126979" y="254869"/>
                  </a:lnTo>
                  <a:lnTo>
                    <a:pt x="131185" y="255172"/>
                  </a:lnTo>
                  <a:cubicBezTo>
                    <a:pt x="131185" y="255172"/>
                    <a:pt x="132633" y="255609"/>
                    <a:pt x="133945" y="255744"/>
                  </a:cubicBezTo>
                  <a:cubicBezTo>
                    <a:pt x="135258" y="255879"/>
                    <a:pt x="136402" y="258502"/>
                    <a:pt x="136402" y="258502"/>
                  </a:cubicBezTo>
                  <a:lnTo>
                    <a:pt x="138590" y="259209"/>
                  </a:lnTo>
                  <a:lnTo>
                    <a:pt x="141215" y="258637"/>
                  </a:lnTo>
                  <a:lnTo>
                    <a:pt x="142359" y="254869"/>
                  </a:lnTo>
                  <a:lnTo>
                    <a:pt x="143368" y="252851"/>
                  </a:lnTo>
                  <a:lnTo>
                    <a:pt x="144378" y="249958"/>
                  </a:lnTo>
                  <a:lnTo>
                    <a:pt x="147575" y="248377"/>
                  </a:lnTo>
                  <a:cubicBezTo>
                    <a:pt x="147575" y="248377"/>
                    <a:pt x="149460" y="247233"/>
                    <a:pt x="150200" y="246190"/>
                  </a:cubicBezTo>
                  <a:cubicBezTo>
                    <a:pt x="150907" y="245181"/>
                    <a:pt x="151648" y="246190"/>
                    <a:pt x="152220" y="246190"/>
                  </a:cubicBezTo>
                  <a:cubicBezTo>
                    <a:pt x="152792" y="246190"/>
                    <a:pt x="154845" y="247771"/>
                    <a:pt x="156292" y="248949"/>
                  </a:cubicBezTo>
                  <a:cubicBezTo>
                    <a:pt x="157739" y="250092"/>
                    <a:pt x="157604" y="252414"/>
                    <a:pt x="157604" y="252414"/>
                  </a:cubicBezTo>
                  <a:lnTo>
                    <a:pt x="159354" y="256753"/>
                  </a:lnTo>
                  <a:lnTo>
                    <a:pt x="162552" y="260958"/>
                  </a:lnTo>
                  <a:lnTo>
                    <a:pt x="165008" y="262404"/>
                  </a:lnTo>
                  <a:lnTo>
                    <a:pt x="165883" y="264591"/>
                  </a:lnTo>
                  <a:lnTo>
                    <a:pt x="165446" y="267619"/>
                  </a:lnTo>
                  <a:lnTo>
                    <a:pt x="164739" y="270074"/>
                  </a:lnTo>
                  <a:lnTo>
                    <a:pt x="165042" y="272967"/>
                  </a:lnTo>
                  <a:lnTo>
                    <a:pt x="167364" y="273674"/>
                  </a:lnTo>
                  <a:lnTo>
                    <a:pt x="171706" y="277139"/>
                  </a:lnTo>
                  <a:lnTo>
                    <a:pt x="174903" y="279897"/>
                  </a:lnTo>
                  <a:lnTo>
                    <a:pt x="173590" y="282218"/>
                  </a:lnTo>
                  <a:cubicBezTo>
                    <a:pt x="173590" y="282218"/>
                    <a:pt x="171403" y="285549"/>
                    <a:pt x="170831" y="286121"/>
                  </a:cubicBezTo>
                  <a:cubicBezTo>
                    <a:pt x="170259" y="286692"/>
                    <a:pt x="169821" y="289888"/>
                    <a:pt x="169821" y="289888"/>
                  </a:cubicBezTo>
                  <a:lnTo>
                    <a:pt x="170393" y="294227"/>
                  </a:lnTo>
                  <a:lnTo>
                    <a:pt x="170528" y="298298"/>
                  </a:lnTo>
                  <a:lnTo>
                    <a:pt x="167061" y="301326"/>
                  </a:lnTo>
                  <a:lnTo>
                    <a:pt x="167061" y="304219"/>
                  </a:lnTo>
                  <a:lnTo>
                    <a:pt x="167061" y="308289"/>
                  </a:lnTo>
                  <a:lnTo>
                    <a:pt x="167061" y="311047"/>
                  </a:lnTo>
                  <a:lnTo>
                    <a:pt x="166254" y="314950"/>
                  </a:lnTo>
                  <a:cubicBezTo>
                    <a:pt x="166254" y="314950"/>
                    <a:pt x="165177" y="316699"/>
                    <a:pt x="164436" y="316968"/>
                  </a:cubicBezTo>
                  <a:cubicBezTo>
                    <a:pt x="163730" y="317271"/>
                    <a:pt x="162114" y="319558"/>
                    <a:pt x="160801" y="320735"/>
                  </a:cubicBezTo>
                  <a:cubicBezTo>
                    <a:pt x="159489" y="321913"/>
                    <a:pt x="156898" y="323629"/>
                    <a:pt x="156898" y="323629"/>
                  </a:cubicBezTo>
                  <a:lnTo>
                    <a:pt x="154575" y="323326"/>
                  </a:lnTo>
                  <a:cubicBezTo>
                    <a:pt x="154575" y="323326"/>
                    <a:pt x="152825" y="322888"/>
                    <a:pt x="151681" y="322317"/>
                  </a:cubicBezTo>
                  <a:cubicBezTo>
                    <a:pt x="150537" y="321745"/>
                    <a:pt x="149225" y="320298"/>
                    <a:pt x="149225" y="320298"/>
                  </a:cubicBezTo>
                  <a:cubicBezTo>
                    <a:pt x="149225" y="320298"/>
                    <a:pt x="146465" y="317977"/>
                    <a:pt x="145893" y="317540"/>
                  </a:cubicBezTo>
                  <a:cubicBezTo>
                    <a:pt x="145320" y="317102"/>
                    <a:pt x="141854" y="316093"/>
                    <a:pt x="141854" y="316093"/>
                  </a:cubicBezTo>
                  <a:lnTo>
                    <a:pt x="140844" y="316093"/>
                  </a:lnTo>
                  <a:lnTo>
                    <a:pt x="139835" y="319424"/>
                  </a:lnTo>
                  <a:cubicBezTo>
                    <a:pt x="139835" y="319424"/>
                    <a:pt x="136200" y="322047"/>
                    <a:pt x="135628" y="322047"/>
                  </a:cubicBezTo>
                  <a:cubicBezTo>
                    <a:pt x="135056" y="322047"/>
                    <a:pt x="130546" y="325512"/>
                    <a:pt x="130546" y="325512"/>
                  </a:cubicBezTo>
                  <a:lnTo>
                    <a:pt x="124758" y="328271"/>
                  </a:lnTo>
                  <a:lnTo>
                    <a:pt x="120854" y="329415"/>
                  </a:lnTo>
                  <a:lnTo>
                    <a:pt x="119406" y="330558"/>
                  </a:lnTo>
                  <a:lnTo>
                    <a:pt x="118969" y="332880"/>
                  </a:lnTo>
                  <a:lnTo>
                    <a:pt x="120416" y="334629"/>
                  </a:lnTo>
                  <a:lnTo>
                    <a:pt x="121998" y="335773"/>
                  </a:lnTo>
                  <a:cubicBezTo>
                    <a:pt x="121998" y="335773"/>
                    <a:pt x="120685" y="338531"/>
                    <a:pt x="120248" y="338666"/>
                  </a:cubicBezTo>
                  <a:cubicBezTo>
                    <a:pt x="119810" y="338800"/>
                    <a:pt x="118229" y="338968"/>
                    <a:pt x="118229" y="338968"/>
                  </a:cubicBezTo>
                  <a:lnTo>
                    <a:pt x="117219" y="337219"/>
                  </a:lnTo>
                  <a:cubicBezTo>
                    <a:pt x="117219" y="337219"/>
                    <a:pt x="111430" y="338968"/>
                    <a:pt x="110252" y="339540"/>
                  </a:cubicBezTo>
                  <a:cubicBezTo>
                    <a:pt x="109108" y="340112"/>
                    <a:pt x="107358" y="344183"/>
                    <a:pt x="107358" y="344183"/>
                  </a:cubicBezTo>
                  <a:lnTo>
                    <a:pt x="103454" y="347950"/>
                  </a:lnTo>
                  <a:lnTo>
                    <a:pt x="99954" y="350541"/>
                  </a:lnTo>
                  <a:lnTo>
                    <a:pt x="96757" y="354308"/>
                  </a:lnTo>
                  <a:lnTo>
                    <a:pt x="95444" y="359387"/>
                  </a:lnTo>
                  <a:lnTo>
                    <a:pt x="97026" y="363727"/>
                  </a:lnTo>
                  <a:lnTo>
                    <a:pt x="99483" y="364736"/>
                  </a:lnTo>
                  <a:lnTo>
                    <a:pt x="100930" y="365611"/>
                  </a:lnTo>
                  <a:lnTo>
                    <a:pt x="100930" y="369816"/>
                  </a:lnTo>
                  <a:cubicBezTo>
                    <a:pt x="100930" y="369816"/>
                    <a:pt x="104397" y="371700"/>
                    <a:pt x="105002" y="371834"/>
                  </a:cubicBezTo>
                  <a:cubicBezTo>
                    <a:pt x="105574" y="371969"/>
                    <a:pt x="109209" y="372843"/>
                    <a:pt x="109647" y="372709"/>
                  </a:cubicBezTo>
                  <a:cubicBezTo>
                    <a:pt x="110084" y="372574"/>
                    <a:pt x="115873" y="374155"/>
                    <a:pt x="117623" y="374155"/>
                  </a:cubicBezTo>
                  <a:cubicBezTo>
                    <a:pt x="119373" y="374155"/>
                    <a:pt x="119642" y="375905"/>
                    <a:pt x="120214" y="376477"/>
                  </a:cubicBezTo>
                  <a:cubicBezTo>
                    <a:pt x="120786" y="377048"/>
                    <a:pt x="122671" y="378663"/>
                    <a:pt x="122671" y="378663"/>
                  </a:cubicBezTo>
                  <a:cubicBezTo>
                    <a:pt x="122671" y="378663"/>
                    <a:pt x="127012" y="383137"/>
                    <a:pt x="127450" y="383743"/>
                  </a:cubicBezTo>
                  <a:cubicBezTo>
                    <a:pt x="127887" y="384314"/>
                    <a:pt x="131926" y="385761"/>
                    <a:pt x="132532" y="385626"/>
                  </a:cubicBezTo>
                  <a:cubicBezTo>
                    <a:pt x="133138" y="385492"/>
                    <a:pt x="137748" y="386366"/>
                    <a:pt x="137748" y="386366"/>
                  </a:cubicBezTo>
                  <a:cubicBezTo>
                    <a:pt x="137748" y="386366"/>
                    <a:pt x="142830" y="388385"/>
                    <a:pt x="143402" y="388385"/>
                  </a:cubicBezTo>
                  <a:cubicBezTo>
                    <a:pt x="143974" y="388385"/>
                    <a:pt x="147744" y="387376"/>
                    <a:pt x="147744" y="387376"/>
                  </a:cubicBezTo>
                  <a:lnTo>
                    <a:pt x="153970" y="385626"/>
                  </a:lnTo>
                  <a:lnTo>
                    <a:pt x="161508" y="385626"/>
                  </a:lnTo>
                  <a:lnTo>
                    <a:pt x="164537" y="387006"/>
                  </a:lnTo>
                  <a:lnTo>
                    <a:pt x="168609" y="391412"/>
                  </a:lnTo>
                  <a:lnTo>
                    <a:pt x="174836" y="395483"/>
                  </a:lnTo>
                  <a:lnTo>
                    <a:pt x="181062" y="401404"/>
                  </a:lnTo>
                  <a:cubicBezTo>
                    <a:pt x="181062" y="401404"/>
                    <a:pt x="184393" y="401134"/>
                    <a:pt x="185841" y="399822"/>
                  </a:cubicBezTo>
                  <a:cubicBezTo>
                    <a:pt x="187288" y="398510"/>
                    <a:pt x="188735" y="396358"/>
                    <a:pt x="190620" y="395786"/>
                  </a:cubicBezTo>
                  <a:cubicBezTo>
                    <a:pt x="192504" y="395214"/>
                    <a:pt x="195398" y="395920"/>
                    <a:pt x="195398" y="395920"/>
                  </a:cubicBezTo>
                  <a:cubicBezTo>
                    <a:pt x="195398" y="395920"/>
                    <a:pt x="196846" y="395483"/>
                    <a:pt x="196980" y="394911"/>
                  </a:cubicBezTo>
                  <a:cubicBezTo>
                    <a:pt x="197115" y="394339"/>
                    <a:pt x="199168" y="390841"/>
                    <a:pt x="199168" y="390841"/>
                  </a:cubicBezTo>
                  <a:lnTo>
                    <a:pt x="202803" y="390841"/>
                  </a:lnTo>
                  <a:cubicBezTo>
                    <a:pt x="202803" y="390841"/>
                    <a:pt x="209601" y="392859"/>
                    <a:pt x="210207" y="392859"/>
                  </a:cubicBezTo>
                  <a:cubicBezTo>
                    <a:pt x="210779" y="392859"/>
                    <a:pt x="215995" y="394743"/>
                    <a:pt x="215995" y="394743"/>
                  </a:cubicBezTo>
                  <a:lnTo>
                    <a:pt x="221514" y="396492"/>
                  </a:lnTo>
                  <a:lnTo>
                    <a:pt x="224543" y="398948"/>
                  </a:lnTo>
                  <a:lnTo>
                    <a:pt x="229322" y="402884"/>
                  </a:lnTo>
                  <a:cubicBezTo>
                    <a:pt x="229322" y="402884"/>
                    <a:pt x="228447" y="409981"/>
                    <a:pt x="228010" y="410284"/>
                  </a:cubicBezTo>
                  <a:cubicBezTo>
                    <a:pt x="227572" y="410587"/>
                    <a:pt x="226697" y="411596"/>
                    <a:pt x="226125" y="411596"/>
                  </a:cubicBezTo>
                  <a:cubicBezTo>
                    <a:pt x="225553" y="411596"/>
                    <a:pt x="222793" y="415229"/>
                    <a:pt x="222221" y="416238"/>
                  </a:cubicBezTo>
                  <a:cubicBezTo>
                    <a:pt x="221649" y="417248"/>
                    <a:pt x="221514" y="420141"/>
                    <a:pt x="221514" y="420141"/>
                  </a:cubicBezTo>
                  <a:lnTo>
                    <a:pt x="221380" y="425052"/>
                  </a:lnTo>
                  <a:cubicBezTo>
                    <a:pt x="221380" y="425052"/>
                    <a:pt x="220067" y="427508"/>
                    <a:pt x="219058" y="427945"/>
                  </a:cubicBezTo>
                  <a:cubicBezTo>
                    <a:pt x="218048" y="428382"/>
                    <a:pt x="215591" y="429694"/>
                    <a:pt x="215591" y="429694"/>
                  </a:cubicBezTo>
                  <a:lnTo>
                    <a:pt x="211384" y="430569"/>
                  </a:lnTo>
                  <a:lnTo>
                    <a:pt x="207750" y="431713"/>
                  </a:lnTo>
                  <a:lnTo>
                    <a:pt x="207312" y="434034"/>
                  </a:lnTo>
                  <a:lnTo>
                    <a:pt x="206606" y="438104"/>
                  </a:lnTo>
                  <a:cubicBezTo>
                    <a:pt x="206606" y="438104"/>
                    <a:pt x="204586" y="441434"/>
                    <a:pt x="204014" y="442444"/>
                  </a:cubicBezTo>
                  <a:cubicBezTo>
                    <a:pt x="203442" y="443453"/>
                    <a:pt x="201995" y="447221"/>
                    <a:pt x="201995" y="448532"/>
                  </a:cubicBezTo>
                  <a:cubicBezTo>
                    <a:pt x="201995" y="449844"/>
                    <a:pt x="203004" y="451863"/>
                    <a:pt x="203004" y="451863"/>
                  </a:cubicBezTo>
                  <a:cubicBezTo>
                    <a:pt x="203004" y="451863"/>
                    <a:pt x="204317" y="454319"/>
                    <a:pt x="204755" y="454890"/>
                  </a:cubicBezTo>
                  <a:cubicBezTo>
                    <a:pt x="205192" y="455462"/>
                    <a:pt x="206774" y="456337"/>
                    <a:pt x="207952" y="456640"/>
                  </a:cubicBezTo>
                  <a:cubicBezTo>
                    <a:pt x="209130" y="456942"/>
                    <a:pt x="209971" y="458961"/>
                    <a:pt x="211418" y="460407"/>
                  </a:cubicBezTo>
                  <a:cubicBezTo>
                    <a:pt x="212865" y="461854"/>
                    <a:pt x="213437" y="464041"/>
                    <a:pt x="213740" y="465050"/>
                  </a:cubicBezTo>
                  <a:cubicBezTo>
                    <a:pt x="214043" y="466059"/>
                    <a:pt x="215490" y="468649"/>
                    <a:pt x="215759" y="469827"/>
                  </a:cubicBezTo>
                  <a:cubicBezTo>
                    <a:pt x="216062" y="470970"/>
                    <a:pt x="216466" y="475781"/>
                    <a:pt x="216466" y="476218"/>
                  </a:cubicBezTo>
                  <a:cubicBezTo>
                    <a:pt x="216466" y="476655"/>
                    <a:pt x="216601" y="481869"/>
                    <a:pt x="216601" y="482441"/>
                  </a:cubicBezTo>
                  <a:cubicBezTo>
                    <a:pt x="216601" y="483013"/>
                    <a:pt x="215726" y="489102"/>
                    <a:pt x="215726" y="489102"/>
                  </a:cubicBezTo>
                  <a:lnTo>
                    <a:pt x="215726" y="493744"/>
                  </a:lnTo>
                  <a:lnTo>
                    <a:pt x="222894" y="496335"/>
                  </a:lnTo>
                  <a:cubicBezTo>
                    <a:pt x="222894" y="496335"/>
                    <a:pt x="227471" y="497647"/>
                    <a:pt x="229188" y="497781"/>
                  </a:cubicBezTo>
                  <a:cubicBezTo>
                    <a:pt x="230938" y="497916"/>
                    <a:pt x="232520" y="502995"/>
                    <a:pt x="232520" y="502995"/>
                  </a:cubicBezTo>
                  <a:cubicBezTo>
                    <a:pt x="232520" y="502995"/>
                    <a:pt x="233832" y="502995"/>
                    <a:pt x="234842" y="502558"/>
                  </a:cubicBezTo>
                  <a:cubicBezTo>
                    <a:pt x="235851" y="502120"/>
                    <a:pt x="236726" y="500674"/>
                    <a:pt x="236861" y="500237"/>
                  </a:cubicBezTo>
                  <a:cubicBezTo>
                    <a:pt x="236996" y="499800"/>
                    <a:pt x="239183" y="498622"/>
                    <a:pt x="239183" y="498622"/>
                  </a:cubicBezTo>
                  <a:cubicBezTo>
                    <a:pt x="239183" y="498622"/>
                    <a:pt x="241943" y="498622"/>
                    <a:pt x="242515" y="498622"/>
                  </a:cubicBezTo>
                  <a:cubicBezTo>
                    <a:pt x="243087" y="498622"/>
                    <a:pt x="247731" y="500876"/>
                    <a:pt x="249044" y="501178"/>
                  </a:cubicBezTo>
                  <a:cubicBezTo>
                    <a:pt x="250356" y="501482"/>
                    <a:pt x="251063" y="502120"/>
                    <a:pt x="251938" y="502558"/>
                  </a:cubicBezTo>
                  <a:cubicBezTo>
                    <a:pt x="252813" y="502995"/>
                    <a:pt x="254126" y="506023"/>
                    <a:pt x="254126" y="507032"/>
                  </a:cubicBezTo>
                  <a:cubicBezTo>
                    <a:pt x="254126" y="508041"/>
                    <a:pt x="253419" y="508041"/>
                    <a:pt x="252679" y="508041"/>
                  </a:cubicBezTo>
                  <a:cubicBezTo>
                    <a:pt x="251938" y="508041"/>
                    <a:pt x="251366" y="509353"/>
                    <a:pt x="249784" y="510059"/>
                  </a:cubicBezTo>
                  <a:cubicBezTo>
                    <a:pt x="248169" y="510766"/>
                    <a:pt x="249784" y="513255"/>
                    <a:pt x="249784" y="513827"/>
                  </a:cubicBezTo>
                  <a:cubicBezTo>
                    <a:pt x="249784" y="514399"/>
                    <a:pt x="252847" y="518032"/>
                    <a:pt x="252847" y="518032"/>
                  </a:cubicBezTo>
                  <a:cubicBezTo>
                    <a:pt x="252847" y="518032"/>
                    <a:pt x="256885" y="519781"/>
                    <a:pt x="257491" y="520219"/>
                  </a:cubicBezTo>
                  <a:cubicBezTo>
                    <a:pt x="258063" y="520656"/>
                    <a:pt x="260251" y="522977"/>
                    <a:pt x="261126" y="523986"/>
                  </a:cubicBezTo>
                  <a:cubicBezTo>
                    <a:pt x="262001" y="524996"/>
                    <a:pt x="265333" y="527317"/>
                    <a:pt x="265333" y="527317"/>
                  </a:cubicBezTo>
                  <a:lnTo>
                    <a:pt x="269102" y="532094"/>
                  </a:lnTo>
                  <a:lnTo>
                    <a:pt x="271424" y="534247"/>
                  </a:lnTo>
                  <a:lnTo>
                    <a:pt x="271424" y="530647"/>
                  </a:lnTo>
                  <a:cubicBezTo>
                    <a:pt x="271424" y="530647"/>
                    <a:pt x="275631" y="528629"/>
                    <a:pt x="276068" y="528898"/>
                  </a:cubicBezTo>
                  <a:cubicBezTo>
                    <a:pt x="276506" y="529201"/>
                    <a:pt x="280275" y="532800"/>
                    <a:pt x="280275" y="532800"/>
                  </a:cubicBezTo>
                  <a:cubicBezTo>
                    <a:pt x="280275" y="532800"/>
                    <a:pt x="287377" y="538317"/>
                    <a:pt x="287377" y="538720"/>
                  </a:cubicBezTo>
                  <a:cubicBezTo>
                    <a:pt x="287377" y="539158"/>
                    <a:pt x="293333" y="539595"/>
                    <a:pt x="293333" y="539595"/>
                  </a:cubicBezTo>
                  <a:lnTo>
                    <a:pt x="295353" y="539292"/>
                  </a:lnTo>
                  <a:cubicBezTo>
                    <a:pt x="295353" y="539292"/>
                    <a:pt x="302151" y="538418"/>
                    <a:pt x="302891" y="538418"/>
                  </a:cubicBezTo>
                  <a:cubicBezTo>
                    <a:pt x="303598" y="538418"/>
                    <a:pt x="308411" y="540301"/>
                    <a:pt x="308411" y="540301"/>
                  </a:cubicBezTo>
                  <a:cubicBezTo>
                    <a:pt x="308411" y="540301"/>
                    <a:pt x="312887" y="544372"/>
                    <a:pt x="313190" y="544776"/>
                  </a:cubicBezTo>
                  <a:cubicBezTo>
                    <a:pt x="313493" y="545213"/>
                    <a:pt x="317968" y="546357"/>
                    <a:pt x="317968" y="546357"/>
                  </a:cubicBezTo>
                  <a:lnTo>
                    <a:pt x="320863" y="541580"/>
                  </a:lnTo>
                  <a:lnTo>
                    <a:pt x="323185" y="539999"/>
                  </a:lnTo>
                  <a:lnTo>
                    <a:pt x="331430" y="538552"/>
                  </a:lnTo>
                  <a:lnTo>
                    <a:pt x="336075" y="538552"/>
                  </a:lnTo>
                  <a:lnTo>
                    <a:pt x="340281" y="539124"/>
                  </a:lnTo>
                  <a:lnTo>
                    <a:pt x="344185" y="541142"/>
                  </a:lnTo>
                  <a:lnTo>
                    <a:pt x="348392" y="544170"/>
                  </a:lnTo>
                  <a:lnTo>
                    <a:pt x="349133" y="546491"/>
                  </a:lnTo>
                  <a:lnTo>
                    <a:pt x="354046" y="547231"/>
                  </a:lnTo>
                  <a:lnTo>
                    <a:pt x="357311" y="547231"/>
                  </a:lnTo>
                  <a:lnTo>
                    <a:pt x="360407" y="546424"/>
                  </a:lnTo>
                  <a:cubicBezTo>
                    <a:pt x="360407" y="546424"/>
                    <a:pt x="362157" y="547669"/>
                    <a:pt x="362494" y="548005"/>
                  </a:cubicBezTo>
                  <a:cubicBezTo>
                    <a:pt x="362864" y="548375"/>
                    <a:pt x="364580" y="549956"/>
                    <a:pt x="365018" y="550663"/>
                  </a:cubicBezTo>
                  <a:cubicBezTo>
                    <a:pt x="365455" y="551403"/>
                    <a:pt x="366532" y="551470"/>
                    <a:pt x="367609" y="551403"/>
                  </a:cubicBezTo>
                  <a:cubicBezTo>
                    <a:pt x="368686" y="551335"/>
                    <a:pt x="368922" y="549384"/>
                    <a:pt x="368922" y="549384"/>
                  </a:cubicBezTo>
                  <a:cubicBezTo>
                    <a:pt x="368922" y="549384"/>
                    <a:pt x="371311" y="546424"/>
                    <a:pt x="371614" y="546188"/>
                  </a:cubicBezTo>
                  <a:cubicBezTo>
                    <a:pt x="371917" y="545953"/>
                    <a:pt x="374508" y="542925"/>
                    <a:pt x="374508" y="542723"/>
                  </a:cubicBezTo>
                  <a:cubicBezTo>
                    <a:pt x="374508" y="542488"/>
                    <a:pt x="376696" y="540470"/>
                    <a:pt x="376696" y="540470"/>
                  </a:cubicBezTo>
                  <a:lnTo>
                    <a:pt x="379321" y="537072"/>
                  </a:lnTo>
                  <a:lnTo>
                    <a:pt x="380768" y="537005"/>
                  </a:lnTo>
                  <a:lnTo>
                    <a:pt x="381912" y="540705"/>
                  </a:lnTo>
                  <a:lnTo>
                    <a:pt x="381845" y="544540"/>
                  </a:lnTo>
                  <a:lnTo>
                    <a:pt x="380229" y="546794"/>
                  </a:lnTo>
                  <a:lnTo>
                    <a:pt x="383292" y="551571"/>
                  </a:lnTo>
                  <a:lnTo>
                    <a:pt x="387936" y="555473"/>
                  </a:lnTo>
                  <a:lnTo>
                    <a:pt x="390898" y="556785"/>
                  </a:lnTo>
                  <a:cubicBezTo>
                    <a:pt x="390898" y="556785"/>
                    <a:pt x="391268" y="556079"/>
                    <a:pt x="391201" y="555776"/>
                  </a:cubicBezTo>
                  <a:cubicBezTo>
                    <a:pt x="391133" y="555473"/>
                    <a:pt x="392480" y="550562"/>
                    <a:pt x="392480" y="550259"/>
                  </a:cubicBezTo>
                  <a:cubicBezTo>
                    <a:pt x="392480" y="549956"/>
                    <a:pt x="393489" y="547231"/>
                    <a:pt x="393489" y="546928"/>
                  </a:cubicBezTo>
                  <a:cubicBezTo>
                    <a:pt x="393489" y="546626"/>
                    <a:pt x="392783" y="543598"/>
                    <a:pt x="392547" y="543531"/>
                  </a:cubicBezTo>
                  <a:cubicBezTo>
                    <a:pt x="392345" y="543464"/>
                    <a:pt x="391235" y="539460"/>
                    <a:pt x="391235" y="538956"/>
                  </a:cubicBezTo>
                  <a:cubicBezTo>
                    <a:pt x="391235" y="538451"/>
                    <a:pt x="391100" y="536500"/>
                    <a:pt x="391235" y="536197"/>
                  </a:cubicBezTo>
                  <a:cubicBezTo>
                    <a:pt x="391369" y="535895"/>
                    <a:pt x="392682" y="533136"/>
                    <a:pt x="392749" y="532867"/>
                  </a:cubicBezTo>
                  <a:cubicBezTo>
                    <a:pt x="392816" y="532565"/>
                    <a:pt x="393826" y="531050"/>
                    <a:pt x="393826" y="531050"/>
                  </a:cubicBezTo>
                  <a:lnTo>
                    <a:pt x="395340" y="530681"/>
                  </a:lnTo>
                  <a:lnTo>
                    <a:pt x="397326" y="532127"/>
                  </a:lnTo>
                  <a:cubicBezTo>
                    <a:pt x="397326" y="532127"/>
                    <a:pt x="398437" y="536635"/>
                    <a:pt x="398437" y="537038"/>
                  </a:cubicBezTo>
                  <a:cubicBezTo>
                    <a:pt x="398437" y="537476"/>
                    <a:pt x="398134" y="538922"/>
                    <a:pt x="398066" y="539292"/>
                  </a:cubicBezTo>
                  <a:cubicBezTo>
                    <a:pt x="397999" y="539662"/>
                    <a:pt x="397494" y="542118"/>
                    <a:pt x="397326" y="542488"/>
                  </a:cubicBezTo>
                  <a:cubicBezTo>
                    <a:pt x="397191" y="542858"/>
                    <a:pt x="397629" y="547568"/>
                    <a:pt x="397629" y="547769"/>
                  </a:cubicBezTo>
                  <a:cubicBezTo>
                    <a:pt x="397629" y="548005"/>
                    <a:pt x="401264" y="550158"/>
                    <a:pt x="401465" y="550091"/>
                  </a:cubicBezTo>
                  <a:cubicBezTo>
                    <a:pt x="401667" y="550023"/>
                    <a:pt x="403216" y="550091"/>
                    <a:pt x="403485" y="550091"/>
                  </a:cubicBezTo>
                  <a:cubicBezTo>
                    <a:pt x="403788" y="550091"/>
                    <a:pt x="407994" y="546558"/>
                    <a:pt x="408331" y="546188"/>
                  </a:cubicBezTo>
                  <a:cubicBezTo>
                    <a:pt x="408701" y="545818"/>
                    <a:pt x="410283" y="543127"/>
                    <a:pt x="410283" y="543127"/>
                  </a:cubicBezTo>
                  <a:lnTo>
                    <a:pt x="412672" y="538586"/>
                  </a:lnTo>
                  <a:lnTo>
                    <a:pt x="412740" y="535390"/>
                  </a:lnTo>
                  <a:lnTo>
                    <a:pt x="411360" y="531623"/>
                  </a:lnTo>
                  <a:lnTo>
                    <a:pt x="410620" y="529234"/>
                  </a:lnTo>
                  <a:lnTo>
                    <a:pt x="408668" y="527216"/>
                  </a:lnTo>
                  <a:lnTo>
                    <a:pt x="408668" y="523751"/>
                  </a:lnTo>
                  <a:lnTo>
                    <a:pt x="408668" y="518537"/>
                  </a:lnTo>
                  <a:lnTo>
                    <a:pt x="408668" y="513322"/>
                  </a:lnTo>
                  <a:lnTo>
                    <a:pt x="408668" y="510699"/>
                  </a:lnTo>
                  <a:lnTo>
                    <a:pt x="416475" y="510699"/>
                  </a:lnTo>
                  <a:lnTo>
                    <a:pt x="418226" y="510699"/>
                  </a:lnTo>
                  <a:lnTo>
                    <a:pt x="421120" y="510699"/>
                  </a:lnTo>
                  <a:lnTo>
                    <a:pt x="420817" y="513322"/>
                  </a:lnTo>
                  <a:lnTo>
                    <a:pt x="419067" y="518537"/>
                  </a:lnTo>
                  <a:lnTo>
                    <a:pt x="419067" y="521127"/>
                  </a:lnTo>
                  <a:lnTo>
                    <a:pt x="421827" y="527788"/>
                  </a:lnTo>
                  <a:lnTo>
                    <a:pt x="426606" y="531858"/>
                  </a:lnTo>
                  <a:lnTo>
                    <a:pt x="430947" y="538249"/>
                  </a:lnTo>
                  <a:lnTo>
                    <a:pt x="437038" y="539696"/>
                  </a:lnTo>
                  <a:lnTo>
                    <a:pt x="440808" y="540268"/>
                  </a:lnTo>
                  <a:lnTo>
                    <a:pt x="444577" y="540268"/>
                  </a:lnTo>
                  <a:lnTo>
                    <a:pt x="441986" y="533305"/>
                  </a:lnTo>
                  <a:lnTo>
                    <a:pt x="438216" y="527788"/>
                  </a:lnTo>
                  <a:lnTo>
                    <a:pt x="439966" y="520252"/>
                  </a:lnTo>
                  <a:lnTo>
                    <a:pt x="439966" y="519378"/>
                  </a:lnTo>
                  <a:lnTo>
                    <a:pt x="442591" y="517628"/>
                  </a:lnTo>
                  <a:lnTo>
                    <a:pt x="444341" y="517628"/>
                  </a:lnTo>
                  <a:lnTo>
                    <a:pt x="445519" y="517628"/>
                  </a:lnTo>
                  <a:cubicBezTo>
                    <a:pt x="445519" y="517628"/>
                    <a:pt x="445519" y="517628"/>
                    <a:pt x="448717" y="519075"/>
                  </a:cubicBezTo>
                  <a:cubicBezTo>
                    <a:pt x="451914" y="520521"/>
                    <a:pt x="448717" y="523717"/>
                    <a:pt x="448717" y="523717"/>
                  </a:cubicBezTo>
                  <a:lnTo>
                    <a:pt x="448717" y="529806"/>
                  </a:lnTo>
                  <a:lnTo>
                    <a:pt x="450601" y="534718"/>
                  </a:lnTo>
                  <a:lnTo>
                    <a:pt x="453933" y="537038"/>
                  </a:lnTo>
                  <a:lnTo>
                    <a:pt x="457130" y="539931"/>
                  </a:lnTo>
                  <a:lnTo>
                    <a:pt x="461775" y="543699"/>
                  </a:lnTo>
                  <a:lnTo>
                    <a:pt x="467866" y="543699"/>
                  </a:lnTo>
                  <a:lnTo>
                    <a:pt x="471332" y="546458"/>
                  </a:lnTo>
                  <a:lnTo>
                    <a:pt x="474799" y="548072"/>
                  </a:lnTo>
                  <a:lnTo>
                    <a:pt x="474799" y="549822"/>
                  </a:lnTo>
                  <a:lnTo>
                    <a:pt x="474799" y="554464"/>
                  </a:lnTo>
                  <a:lnTo>
                    <a:pt x="477559" y="557929"/>
                  </a:lnTo>
                  <a:lnTo>
                    <a:pt x="483213" y="561696"/>
                  </a:lnTo>
                  <a:lnTo>
                    <a:pt x="492198" y="560250"/>
                  </a:lnTo>
                  <a:lnTo>
                    <a:pt x="500309" y="561696"/>
                  </a:lnTo>
                  <a:lnTo>
                    <a:pt x="508420" y="556785"/>
                  </a:lnTo>
                  <a:lnTo>
                    <a:pt x="515083" y="554767"/>
                  </a:lnTo>
                  <a:lnTo>
                    <a:pt x="518281" y="551571"/>
                  </a:lnTo>
                  <a:lnTo>
                    <a:pt x="518281" y="534179"/>
                  </a:lnTo>
                  <a:lnTo>
                    <a:pt x="518281" y="528864"/>
                  </a:lnTo>
                  <a:lnTo>
                    <a:pt x="518819" y="526913"/>
                  </a:lnTo>
                  <a:lnTo>
                    <a:pt x="519896" y="524626"/>
                  </a:lnTo>
                  <a:lnTo>
                    <a:pt x="521949" y="524087"/>
                  </a:lnTo>
                  <a:lnTo>
                    <a:pt x="523463" y="526913"/>
                  </a:lnTo>
                  <a:lnTo>
                    <a:pt x="524103" y="533843"/>
                  </a:lnTo>
                  <a:lnTo>
                    <a:pt x="523463" y="541142"/>
                  </a:lnTo>
                  <a:lnTo>
                    <a:pt x="523463" y="546020"/>
                  </a:lnTo>
                  <a:lnTo>
                    <a:pt x="525079" y="550057"/>
                  </a:lnTo>
                  <a:lnTo>
                    <a:pt x="528444" y="555069"/>
                  </a:lnTo>
                  <a:lnTo>
                    <a:pt x="533762" y="560485"/>
                  </a:lnTo>
                  <a:lnTo>
                    <a:pt x="537464" y="558770"/>
                  </a:lnTo>
                  <a:close/>
                </a:path>
              </a:pathLst>
            </a:custGeom>
            <a:grpFill/>
            <a:ln w="6350" cap="flat">
              <a:solidFill>
                <a:schemeClr val="bg1"/>
              </a:solidFill>
              <a:prstDash val="solid"/>
              <a:miter/>
            </a:ln>
          </p:spPr>
          <p:txBody>
            <a:bodyPr rtlCol="0" anchor="ctr"/>
            <a:lstStyle/>
            <a:p>
              <a:endParaRPr lang="en-US"/>
            </a:p>
          </p:txBody>
        </p:sp>
        <p:sp>
          <p:nvSpPr>
            <p:cNvPr id="30" name="Freeform 890">
              <a:extLst>
                <a:ext uri="{FF2B5EF4-FFF2-40B4-BE49-F238E27FC236}">
                  <a16:creationId xmlns:a16="http://schemas.microsoft.com/office/drawing/2014/main" id="{9B0855D4-2FF3-0331-CD46-D988D1853433}"/>
                </a:ext>
              </a:extLst>
            </p:cNvPr>
            <p:cNvSpPr/>
            <p:nvPr/>
          </p:nvSpPr>
          <p:spPr>
            <a:xfrm>
              <a:off x="7934866" y="3107135"/>
              <a:ext cx="254192" cy="334977"/>
            </a:xfrm>
            <a:custGeom>
              <a:avLst/>
              <a:gdLst>
                <a:gd name="connsiteX0" fmla="*/ 481900 w 488025"/>
                <a:gd name="connsiteY0" fmla="*/ 169577 h 643122"/>
                <a:gd name="connsiteX1" fmla="*/ 479275 w 488025"/>
                <a:gd name="connsiteY1" fmla="*/ 158712 h 643122"/>
                <a:gd name="connsiteX2" fmla="*/ 479914 w 488025"/>
                <a:gd name="connsiteY2" fmla="*/ 147409 h 643122"/>
                <a:gd name="connsiteX3" fmla="*/ 472073 w 488025"/>
                <a:gd name="connsiteY3" fmla="*/ 137182 h 643122"/>
                <a:gd name="connsiteX4" fmla="*/ 463390 w 488025"/>
                <a:gd name="connsiteY4" fmla="*/ 126317 h 643122"/>
                <a:gd name="connsiteX5" fmla="*/ 454909 w 488025"/>
                <a:gd name="connsiteY5" fmla="*/ 117638 h 643122"/>
                <a:gd name="connsiteX6" fmla="*/ 443601 w 488025"/>
                <a:gd name="connsiteY6" fmla="*/ 110271 h 643122"/>
                <a:gd name="connsiteX7" fmla="*/ 437947 w 488025"/>
                <a:gd name="connsiteY7" fmla="*/ 104182 h 643122"/>
                <a:gd name="connsiteX8" fmla="*/ 434918 w 488025"/>
                <a:gd name="connsiteY8" fmla="*/ 92442 h 643122"/>
                <a:gd name="connsiteX9" fmla="*/ 439260 w 488025"/>
                <a:gd name="connsiteY9" fmla="*/ 90053 h 643122"/>
                <a:gd name="connsiteX10" fmla="*/ 439260 w 488025"/>
                <a:gd name="connsiteY10" fmla="*/ 81778 h 643122"/>
                <a:gd name="connsiteX11" fmla="*/ 442726 w 488025"/>
                <a:gd name="connsiteY11" fmla="*/ 77439 h 643122"/>
                <a:gd name="connsiteX12" fmla="*/ 449457 w 488025"/>
                <a:gd name="connsiteY12" fmla="*/ 75925 h 643122"/>
                <a:gd name="connsiteX13" fmla="*/ 451645 w 488025"/>
                <a:gd name="connsiteY13" fmla="*/ 72224 h 643122"/>
                <a:gd name="connsiteX14" fmla="*/ 453159 w 488025"/>
                <a:gd name="connsiteY14" fmla="*/ 65496 h 643122"/>
                <a:gd name="connsiteX15" fmla="*/ 444476 w 488025"/>
                <a:gd name="connsiteY15" fmla="*/ 62233 h 643122"/>
                <a:gd name="connsiteX16" fmla="*/ 444476 w 488025"/>
                <a:gd name="connsiteY16" fmla="*/ 59340 h 643122"/>
                <a:gd name="connsiteX17" fmla="*/ 442726 w 488025"/>
                <a:gd name="connsiteY17" fmla="*/ 52377 h 643122"/>
                <a:gd name="connsiteX18" fmla="*/ 437510 w 488025"/>
                <a:gd name="connsiteY18" fmla="*/ 51502 h 643122"/>
                <a:gd name="connsiteX19" fmla="*/ 428524 w 488025"/>
                <a:gd name="connsiteY19" fmla="*/ 52949 h 643122"/>
                <a:gd name="connsiteX20" fmla="*/ 420682 w 488025"/>
                <a:gd name="connsiteY20" fmla="*/ 52377 h 643122"/>
                <a:gd name="connsiteX21" fmla="*/ 408230 w 488025"/>
                <a:gd name="connsiteY21" fmla="*/ 50358 h 643122"/>
                <a:gd name="connsiteX22" fmla="*/ 397225 w 488025"/>
                <a:gd name="connsiteY22" fmla="*/ 49484 h 643122"/>
                <a:gd name="connsiteX23" fmla="*/ 389114 w 488025"/>
                <a:gd name="connsiteY23" fmla="*/ 49181 h 643122"/>
                <a:gd name="connsiteX24" fmla="*/ 384201 w 488025"/>
                <a:gd name="connsiteY24" fmla="*/ 47163 h 643122"/>
                <a:gd name="connsiteX25" fmla="*/ 378412 w 488025"/>
                <a:gd name="connsiteY25" fmla="*/ 44842 h 643122"/>
                <a:gd name="connsiteX26" fmla="*/ 378412 w 488025"/>
                <a:gd name="connsiteY26" fmla="*/ 42823 h 643122"/>
                <a:gd name="connsiteX27" fmla="*/ 373633 w 488025"/>
                <a:gd name="connsiteY27" fmla="*/ 41377 h 643122"/>
                <a:gd name="connsiteX28" fmla="*/ 371446 w 488025"/>
                <a:gd name="connsiteY28" fmla="*/ 36163 h 643122"/>
                <a:gd name="connsiteX29" fmla="*/ 371446 w 488025"/>
                <a:gd name="connsiteY29" fmla="*/ 29199 h 643122"/>
                <a:gd name="connsiteX30" fmla="*/ 371446 w 488025"/>
                <a:gd name="connsiteY30" fmla="*/ 26609 h 643122"/>
                <a:gd name="connsiteX31" fmla="*/ 369258 w 488025"/>
                <a:gd name="connsiteY31" fmla="*/ 24019 h 643122"/>
                <a:gd name="connsiteX32" fmla="*/ 365623 w 488025"/>
                <a:gd name="connsiteY32" fmla="*/ 24893 h 643122"/>
                <a:gd name="connsiteX33" fmla="*/ 358657 w 488025"/>
                <a:gd name="connsiteY33" fmla="*/ 24019 h 643122"/>
                <a:gd name="connsiteX34" fmla="*/ 356066 w 488025"/>
                <a:gd name="connsiteY34" fmla="*/ 20251 h 643122"/>
                <a:gd name="connsiteX35" fmla="*/ 351421 w 488025"/>
                <a:gd name="connsiteY35" fmla="*/ 14162 h 643122"/>
                <a:gd name="connsiteX36" fmla="*/ 346508 w 488025"/>
                <a:gd name="connsiteY36" fmla="*/ 13860 h 643122"/>
                <a:gd name="connsiteX37" fmla="*/ 344758 w 488025"/>
                <a:gd name="connsiteY37" fmla="*/ 15609 h 643122"/>
                <a:gd name="connsiteX38" fmla="*/ 340887 w 488025"/>
                <a:gd name="connsiteY38" fmla="*/ 17930 h 643122"/>
                <a:gd name="connsiteX39" fmla="*/ 337219 w 488025"/>
                <a:gd name="connsiteY39" fmla="*/ 22269 h 643122"/>
                <a:gd name="connsiteX40" fmla="*/ 340113 w 488025"/>
                <a:gd name="connsiteY40" fmla="*/ 27181 h 643122"/>
                <a:gd name="connsiteX41" fmla="*/ 340113 w 488025"/>
                <a:gd name="connsiteY41" fmla="*/ 32698 h 643122"/>
                <a:gd name="connsiteX42" fmla="*/ 340113 w 488025"/>
                <a:gd name="connsiteY42" fmla="*/ 36768 h 643122"/>
                <a:gd name="connsiteX43" fmla="*/ 338094 w 488025"/>
                <a:gd name="connsiteY43" fmla="*/ 41410 h 643122"/>
                <a:gd name="connsiteX44" fmla="*/ 336950 w 488025"/>
                <a:gd name="connsiteY44" fmla="*/ 44606 h 643122"/>
                <a:gd name="connsiteX45" fmla="*/ 325945 w 488025"/>
                <a:gd name="connsiteY45" fmla="*/ 48071 h 643122"/>
                <a:gd name="connsiteX46" fmla="*/ 322748 w 488025"/>
                <a:gd name="connsiteY46" fmla="*/ 51267 h 643122"/>
                <a:gd name="connsiteX47" fmla="*/ 318406 w 488025"/>
                <a:gd name="connsiteY47" fmla="*/ 56178 h 643122"/>
                <a:gd name="connsiteX48" fmla="*/ 313190 w 488025"/>
                <a:gd name="connsiteY48" fmla="*/ 56178 h 643122"/>
                <a:gd name="connsiteX49" fmla="*/ 306526 w 488025"/>
                <a:gd name="connsiteY49" fmla="*/ 56178 h 643122"/>
                <a:gd name="connsiteX50" fmla="*/ 302454 w 488025"/>
                <a:gd name="connsiteY50" fmla="*/ 53151 h 643122"/>
                <a:gd name="connsiteX51" fmla="*/ 299862 w 488025"/>
                <a:gd name="connsiteY51" fmla="*/ 49517 h 643122"/>
                <a:gd name="connsiteX52" fmla="*/ 298415 w 488025"/>
                <a:gd name="connsiteY52" fmla="*/ 44875 h 643122"/>
                <a:gd name="connsiteX53" fmla="*/ 298415 w 488025"/>
                <a:gd name="connsiteY53" fmla="*/ 41410 h 643122"/>
                <a:gd name="connsiteX54" fmla="*/ 298987 w 488025"/>
                <a:gd name="connsiteY54" fmla="*/ 37071 h 643122"/>
                <a:gd name="connsiteX55" fmla="*/ 304204 w 488025"/>
                <a:gd name="connsiteY55" fmla="*/ 33606 h 643122"/>
                <a:gd name="connsiteX56" fmla="*/ 309420 w 488025"/>
                <a:gd name="connsiteY56" fmla="*/ 30713 h 643122"/>
                <a:gd name="connsiteX57" fmla="*/ 312617 w 488025"/>
                <a:gd name="connsiteY57" fmla="*/ 26945 h 643122"/>
                <a:gd name="connsiteX58" fmla="*/ 319281 w 488025"/>
                <a:gd name="connsiteY58" fmla="*/ 22303 h 643122"/>
                <a:gd name="connsiteX59" fmla="*/ 319281 w 488025"/>
                <a:gd name="connsiteY59" fmla="*/ 15340 h 643122"/>
                <a:gd name="connsiteX60" fmla="*/ 314805 w 488025"/>
                <a:gd name="connsiteY60" fmla="*/ 11572 h 643122"/>
                <a:gd name="connsiteX61" fmla="*/ 308848 w 488025"/>
                <a:gd name="connsiteY61" fmla="*/ 6661 h 643122"/>
                <a:gd name="connsiteX62" fmla="*/ 308848 w 488025"/>
                <a:gd name="connsiteY62" fmla="*/ 3465 h 643122"/>
                <a:gd name="connsiteX63" fmla="*/ 305516 w 488025"/>
                <a:gd name="connsiteY63" fmla="*/ 0 h 643122"/>
                <a:gd name="connsiteX64" fmla="*/ 296968 w 488025"/>
                <a:gd name="connsiteY64" fmla="*/ 875 h 643122"/>
                <a:gd name="connsiteX65" fmla="*/ 292896 w 488025"/>
                <a:gd name="connsiteY65" fmla="*/ 1177 h 643122"/>
                <a:gd name="connsiteX66" fmla="*/ 289429 w 488025"/>
                <a:gd name="connsiteY66" fmla="*/ 3498 h 643122"/>
                <a:gd name="connsiteX67" fmla="*/ 290574 w 488025"/>
                <a:gd name="connsiteY67" fmla="*/ 10731 h 643122"/>
                <a:gd name="connsiteX68" fmla="*/ 287679 w 488025"/>
                <a:gd name="connsiteY68" fmla="*/ 14196 h 643122"/>
                <a:gd name="connsiteX69" fmla="*/ 283607 w 488025"/>
                <a:gd name="connsiteY69" fmla="*/ 17661 h 643122"/>
                <a:gd name="connsiteX70" fmla="*/ 277819 w 488025"/>
                <a:gd name="connsiteY70" fmla="*/ 23447 h 643122"/>
                <a:gd name="connsiteX71" fmla="*/ 273746 w 488025"/>
                <a:gd name="connsiteY71" fmla="*/ 28661 h 643122"/>
                <a:gd name="connsiteX72" fmla="*/ 266780 w 488025"/>
                <a:gd name="connsiteY72" fmla="*/ 31857 h 643122"/>
                <a:gd name="connsiteX73" fmla="*/ 260991 w 488025"/>
                <a:gd name="connsiteY73" fmla="*/ 34481 h 643122"/>
                <a:gd name="connsiteX74" fmla="*/ 252308 w 488025"/>
                <a:gd name="connsiteY74" fmla="*/ 37071 h 643122"/>
                <a:gd name="connsiteX75" fmla="*/ 245645 w 488025"/>
                <a:gd name="connsiteY75" fmla="*/ 37071 h 643122"/>
                <a:gd name="connsiteX76" fmla="*/ 245409 w 488025"/>
                <a:gd name="connsiteY76" fmla="*/ 36196 h 643122"/>
                <a:gd name="connsiteX77" fmla="*/ 243592 w 488025"/>
                <a:gd name="connsiteY77" fmla="*/ 38652 h 643122"/>
                <a:gd name="connsiteX78" fmla="*/ 238476 w 488025"/>
                <a:gd name="connsiteY78" fmla="*/ 40670 h 643122"/>
                <a:gd name="connsiteX79" fmla="*/ 230736 w 488025"/>
                <a:gd name="connsiteY79" fmla="*/ 44068 h 643122"/>
                <a:gd name="connsiteX80" fmla="*/ 227101 w 488025"/>
                <a:gd name="connsiteY80" fmla="*/ 45716 h 643122"/>
                <a:gd name="connsiteX81" fmla="*/ 217543 w 488025"/>
                <a:gd name="connsiteY81" fmla="*/ 45716 h 643122"/>
                <a:gd name="connsiteX82" fmla="*/ 212764 w 488025"/>
                <a:gd name="connsiteY82" fmla="*/ 38316 h 643122"/>
                <a:gd name="connsiteX83" fmla="*/ 209937 w 488025"/>
                <a:gd name="connsiteY83" fmla="*/ 35591 h 643122"/>
                <a:gd name="connsiteX84" fmla="*/ 204721 w 488025"/>
                <a:gd name="connsiteY84" fmla="*/ 33539 h 643122"/>
                <a:gd name="connsiteX85" fmla="*/ 193211 w 488025"/>
                <a:gd name="connsiteY85" fmla="*/ 33539 h 643122"/>
                <a:gd name="connsiteX86" fmla="*/ 186918 w 488025"/>
                <a:gd name="connsiteY86" fmla="*/ 34851 h 643122"/>
                <a:gd name="connsiteX87" fmla="*/ 178975 w 488025"/>
                <a:gd name="connsiteY87" fmla="*/ 35288 h 643122"/>
                <a:gd name="connsiteX88" fmla="*/ 176687 w 488025"/>
                <a:gd name="connsiteY88" fmla="*/ 39627 h 643122"/>
                <a:gd name="connsiteX89" fmla="*/ 176687 w 488025"/>
                <a:gd name="connsiteY89" fmla="*/ 43092 h 643122"/>
                <a:gd name="connsiteX90" fmla="*/ 174061 w 488025"/>
                <a:gd name="connsiteY90" fmla="*/ 47869 h 643122"/>
                <a:gd name="connsiteX91" fmla="*/ 171235 w 488025"/>
                <a:gd name="connsiteY91" fmla="*/ 51771 h 643122"/>
                <a:gd name="connsiteX92" fmla="*/ 167533 w 488025"/>
                <a:gd name="connsiteY92" fmla="*/ 54160 h 643122"/>
                <a:gd name="connsiteX93" fmla="*/ 162956 w 488025"/>
                <a:gd name="connsiteY93" fmla="*/ 55472 h 643122"/>
                <a:gd name="connsiteX94" fmla="*/ 156426 w 488025"/>
                <a:gd name="connsiteY94" fmla="*/ 58096 h 643122"/>
                <a:gd name="connsiteX95" fmla="*/ 153398 w 488025"/>
                <a:gd name="connsiteY95" fmla="*/ 64184 h 643122"/>
                <a:gd name="connsiteX96" fmla="*/ 152321 w 488025"/>
                <a:gd name="connsiteY96" fmla="*/ 68524 h 643122"/>
                <a:gd name="connsiteX97" fmla="*/ 145792 w 488025"/>
                <a:gd name="connsiteY97" fmla="*/ 71989 h 643122"/>
                <a:gd name="connsiteX98" fmla="*/ 138388 w 488025"/>
                <a:gd name="connsiteY98" fmla="*/ 67010 h 643122"/>
                <a:gd name="connsiteX99" fmla="*/ 132936 w 488025"/>
                <a:gd name="connsiteY99" fmla="*/ 63545 h 643122"/>
                <a:gd name="connsiteX100" fmla="*/ 128157 w 488025"/>
                <a:gd name="connsiteY100" fmla="*/ 67683 h 643122"/>
                <a:gd name="connsiteX101" fmla="*/ 126205 w 488025"/>
                <a:gd name="connsiteY101" fmla="*/ 70946 h 643122"/>
                <a:gd name="connsiteX102" fmla="*/ 122065 w 488025"/>
                <a:gd name="connsiteY102" fmla="*/ 75084 h 643122"/>
                <a:gd name="connsiteX103" fmla="*/ 126407 w 488025"/>
                <a:gd name="connsiteY103" fmla="*/ 83023 h 643122"/>
                <a:gd name="connsiteX104" fmla="*/ 122065 w 488025"/>
                <a:gd name="connsiteY104" fmla="*/ 87463 h 643122"/>
                <a:gd name="connsiteX105" fmla="*/ 114897 w 488025"/>
                <a:gd name="connsiteY105" fmla="*/ 87463 h 643122"/>
                <a:gd name="connsiteX106" fmla="*/ 106214 w 488025"/>
                <a:gd name="connsiteY106" fmla="*/ 87463 h 643122"/>
                <a:gd name="connsiteX107" fmla="*/ 95781 w 488025"/>
                <a:gd name="connsiteY107" fmla="*/ 87463 h 643122"/>
                <a:gd name="connsiteX108" fmla="*/ 92752 w 488025"/>
                <a:gd name="connsiteY108" fmla="*/ 90289 h 643122"/>
                <a:gd name="connsiteX109" fmla="*/ 88848 w 488025"/>
                <a:gd name="connsiteY109" fmla="*/ 94628 h 643122"/>
                <a:gd name="connsiteX110" fmla="*/ 85382 w 488025"/>
                <a:gd name="connsiteY110" fmla="*/ 96142 h 643122"/>
                <a:gd name="connsiteX111" fmla="*/ 77574 w 488025"/>
                <a:gd name="connsiteY111" fmla="*/ 97891 h 643122"/>
                <a:gd name="connsiteX112" fmla="*/ 64516 w 488025"/>
                <a:gd name="connsiteY112" fmla="*/ 97891 h 643122"/>
                <a:gd name="connsiteX113" fmla="*/ 61049 w 488025"/>
                <a:gd name="connsiteY113" fmla="*/ 97891 h 643122"/>
                <a:gd name="connsiteX114" fmla="*/ 60174 w 488025"/>
                <a:gd name="connsiteY114" fmla="*/ 101794 h 643122"/>
                <a:gd name="connsiteX115" fmla="*/ 60174 w 488025"/>
                <a:gd name="connsiteY115" fmla="*/ 103980 h 643122"/>
                <a:gd name="connsiteX116" fmla="*/ 60174 w 488025"/>
                <a:gd name="connsiteY116" fmla="*/ 109194 h 643122"/>
                <a:gd name="connsiteX117" fmla="*/ 57987 w 488025"/>
                <a:gd name="connsiteY117" fmla="*/ 110506 h 643122"/>
                <a:gd name="connsiteX118" fmla="*/ 52568 w 488025"/>
                <a:gd name="connsiteY118" fmla="*/ 111583 h 643122"/>
                <a:gd name="connsiteX119" fmla="*/ 52434 w 488025"/>
                <a:gd name="connsiteY119" fmla="*/ 111650 h 643122"/>
                <a:gd name="connsiteX120" fmla="*/ 50179 w 488025"/>
                <a:gd name="connsiteY120" fmla="*/ 111583 h 643122"/>
                <a:gd name="connsiteX121" fmla="*/ 44087 w 488025"/>
                <a:gd name="connsiteY121" fmla="*/ 111650 h 643122"/>
                <a:gd name="connsiteX122" fmla="*/ 41261 w 488025"/>
                <a:gd name="connsiteY122" fmla="*/ 116158 h 643122"/>
                <a:gd name="connsiteX123" fmla="*/ 38871 w 488025"/>
                <a:gd name="connsiteY123" fmla="*/ 119421 h 643122"/>
                <a:gd name="connsiteX124" fmla="*/ 34092 w 488025"/>
                <a:gd name="connsiteY124" fmla="*/ 123760 h 643122"/>
                <a:gd name="connsiteX125" fmla="*/ 34092 w 488025"/>
                <a:gd name="connsiteY125" fmla="*/ 126586 h 643122"/>
                <a:gd name="connsiteX126" fmla="*/ 35842 w 488025"/>
                <a:gd name="connsiteY126" fmla="*/ 133314 h 643122"/>
                <a:gd name="connsiteX127" fmla="*/ 35842 w 488025"/>
                <a:gd name="connsiteY127" fmla="*/ 140479 h 643122"/>
                <a:gd name="connsiteX128" fmla="*/ 37592 w 488025"/>
                <a:gd name="connsiteY128" fmla="*/ 145929 h 643122"/>
                <a:gd name="connsiteX129" fmla="*/ 45198 w 488025"/>
                <a:gd name="connsiteY129" fmla="*/ 148317 h 643122"/>
                <a:gd name="connsiteX130" fmla="*/ 48900 w 488025"/>
                <a:gd name="connsiteY130" fmla="*/ 148317 h 643122"/>
                <a:gd name="connsiteX131" fmla="*/ 56708 w 488025"/>
                <a:gd name="connsiteY131" fmla="*/ 153969 h 643122"/>
                <a:gd name="connsiteX132" fmla="*/ 57819 w 488025"/>
                <a:gd name="connsiteY132" fmla="*/ 156357 h 643122"/>
                <a:gd name="connsiteX133" fmla="*/ 56069 w 488025"/>
                <a:gd name="connsiteY133" fmla="*/ 166348 h 643122"/>
                <a:gd name="connsiteX134" fmla="*/ 52165 w 488025"/>
                <a:gd name="connsiteY134" fmla="*/ 175262 h 643122"/>
                <a:gd name="connsiteX135" fmla="*/ 49775 w 488025"/>
                <a:gd name="connsiteY135" fmla="*/ 184379 h 643122"/>
                <a:gd name="connsiteX136" fmla="*/ 49775 w 488025"/>
                <a:gd name="connsiteY136" fmla="*/ 188281 h 643122"/>
                <a:gd name="connsiteX137" fmla="*/ 55194 w 488025"/>
                <a:gd name="connsiteY137" fmla="*/ 194807 h 643122"/>
                <a:gd name="connsiteX138" fmla="*/ 62160 w 488025"/>
                <a:gd name="connsiteY138" fmla="*/ 194841 h 643122"/>
                <a:gd name="connsiteX139" fmla="*/ 65189 w 488025"/>
                <a:gd name="connsiteY139" fmla="*/ 196994 h 643122"/>
                <a:gd name="connsiteX140" fmla="*/ 66064 w 488025"/>
                <a:gd name="connsiteY140" fmla="*/ 200694 h 643122"/>
                <a:gd name="connsiteX141" fmla="*/ 65425 w 488025"/>
                <a:gd name="connsiteY141" fmla="*/ 203284 h 643122"/>
                <a:gd name="connsiteX142" fmla="*/ 64112 w 488025"/>
                <a:gd name="connsiteY142" fmla="*/ 206312 h 643122"/>
                <a:gd name="connsiteX143" fmla="*/ 59771 w 488025"/>
                <a:gd name="connsiteY143" fmla="*/ 208498 h 643122"/>
                <a:gd name="connsiteX144" fmla="*/ 62800 w 488025"/>
                <a:gd name="connsiteY144" fmla="*/ 213511 h 643122"/>
                <a:gd name="connsiteX145" fmla="*/ 57348 w 488025"/>
                <a:gd name="connsiteY145" fmla="*/ 220474 h 643122"/>
                <a:gd name="connsiteX146" fmla="*/ 47352 w 488025"/>
                <a:gd name="connsiteY146" fmla="*/ 228077 h 643122"/>
                <a:gd name="connsiteX147" fmla="*/ 40184 w 488025"/>
                <a:gd name="connsiteY147" fmla="*/ 231777 h 643122"/>
                <a:gd name="connsiteX148" fmla="*/ 40823 w 488025"/>
                <a:gd name="connsiteY148" fmla="*/ 235242 h 643122"/>
                <a:gd name="connsiteX149" fmla="*/ 45400 w 488025"/>
                <a:gd name="connsiteY149" fmla="*/ 235242 h 643122"/>
                <a:gd name="connsiteX150" fmla="*/ 47790 w 488025"/>
                <a:gd name="connsiteY150" fmla="*/ 239380 h 643122"/>
                <a:gd name="connsiteX151" fmla="*/ 44962 w 488025"/>
                <a:gd name="connsiteY151" fmla="*/ 244796 h 643122"/>
                <a:gd name="connsiteX152" fmla="*/ 41934 w 488025"/>
                <a:gd name="connsiteY152" fmla="*/ 248260 h 643122"/>
                <a:gd name="connsiteX153" fmla="*/ 34126 w 488025"/>
                <a:gd name="connsiteY153" fmla="*/ 250447 h 643122"/>
                <a:gd name="connsiteX154" fmla="*/ 30861 w 488025"/>
                <a:gd name="connsiteY154" fmla="*/ 251961 h 643122"/>
                <a:gd name="connsiteX155" fmla="*/ 25847 w 488025"/>
                <a:gd name="connsiteY155" fmla="*/ 253037 h 643122"/>
                <a:gd name="connsiteX156" fmla="*/ 22145 w 488025"/>
                <a:gd name="connsiteY156" fmla="*/ 255426 h 643122"/>
                <a:gd name="connsiteX157" fmla="*/ 19755 w 488025"/>
                <a:gd name="connsiteY157" fmla="*/ 258487 h 643122"/>
                <a:gd name="connsiteX158" fmla="*/ 18443 w 488025"/>
                <a:gd name="connsiteY158" fmla="*/ 260875 h 643122"/>
                <a:gd name="connsiteX159" fmla="*/ 18443 w 488025"/>
                <a:gd name="connsiteY159" fmla="*/ 263903 h 643122"/>
                <a:gd name="connsiteX160" fmla="*/ 18443 w 488025"/>
                <a:gd name="connsiteY160" fmla="*/ 269117 h 643122"/>
                <a:gd name="connsiteX161" fmla="*/ 18443 w 488025"/>
                <a:gd name="connsiteY161" fmla="*/ 276081 h 643122"/>
                <a:gd name="connsiteX162" fmla="*/ 16928 w 488025"/>
                <a:gd name="connsiteY162" fmla="*/ 278032 h 643122"/>
                <a:gd name="connsiteX163" fmla="*/ 15616 w 488025"/>
                <a:gd name="connsiteY163" fmla="*/ 280218 h 643122"/>
                <a:gd name="connsiteX164" fmla="*/ 12149 w 488025"/>
                <a:gd name="connsiteY164" fmla="*/ 283279 h 643122"/>
                <a:gd name="connsiteX165" fmla="*/ 9760 w 488025"/>
                <a:gd name="connsiteY165" fmla="*/ 286542 h 643122"/>
                <a:gd name="connsiteX166" fmla="*/ 8683 w 488025"/>
                <a:gd name="connsiteY166" fmla="*/ 289133 h 643122"/>
                <a:gd name="connsiteX167" fmla="*/ 6731 w 488025"/>
                <a:gd name="connsiteY167" fmla="*/ 294549 h 643122"/>
                <a:gd name="connsiteX168" fmla="*/ 3264 w 488025"/>
                <a:gd name="connsiteY168" fmla="*/ 298014 h 643122"/>
                <a:gd name="connsiteX169" fmla="*/ 1750 w 488025"/>
                <a:gd name="connsiteY169" fmla="*/ 299527 h 643122"/>
                <a:gd name="connsiteX170" fmla="*/ 0 w 488025"/>
                <a:gd name="connsiteY170" fmla="*/ 302151 h 643122"/>
                <a:gd name="connsiteX171" fmla="*/ 2625 w 488025"/>
                <a:gd name="connsiteY171" fmla="*/ 305179 h 643122"/>
                <a:gd name="connsiteX172" fmla="*/ 3063 w 488025"/>
                <a:gd name="connsiteY172" fmla="*/ 311032 h 643122"/>
                <a:gd name="connsiteX173" fmla="*/ 3938 w 488025"/>
                <a:gd name="connsiteY173" fmla="*/ 316684 h 643122"/>
                <a:gd name="connsiteX174" fmla="*/ 4577 w 488025"/>
                <a:gd name="connsiteY174" fmla="*/ 317995 h 643122"/>
                <a:gd name="connsiteX175" fmla="*/ 4577 w 488025"/>
                <a:gd name="connsiteY175" fmla="*/ 322133 h 643122"/>
                <a:gd name="connsiteX176" fmla="*/ 7168 w 488025"/>
                <a:gd name="connsiteY176" fmla="*/ 322133 h 643122"/>
                <a:gd name="connsiteX177" fmla="*/ 10669 w 488025"/>
                <a:gd name="connsiteY177" fmla="*/ 324320 h 643122"/>
                <a:gd name="connsiteX178" fmla="*/ 15683 w 488025"/>
                <a:gd name="connsiteY178" fmla="*/ 325632 h 643122"/>
                <a:gd name="connsiteX179" fmla="*/ 19385 w 488025"/>
                <a:gd name="connsiteY179" fmla="*/ 325632 h 643122"/>
                <a:gd name="connsiteX180" fmla="*/ 24837 w 488025"/>
                <a:gd name="connsiteY180" fmla="*/ 321292 h 643122"/>
                <a:gd name="connsiteX181" fmla="*/ 30929 w 488025"/>
                <a:gd name="connsiteY181" fmla="*/ 320418 h 643122"/>
                <a:gd name="connsiteX182" fmla="*/ 34832 w 488025"/>
                <a:gd name="connsiteY182" fmla="*/ 320619 h 643122"/>
                <a:gd name="connsiteX183" fmla="*/ 34597 w 488025"/>
                <a:gd name="connsiteY183" fmla="*/ 322571 h 643122"/>
                <a:gd name="connsiteX184" fmla="*/ 34159 w 488025"/>
                <a:gd name="connsiteY184" fmla="*/ 327347 h 643122"/>
                <a:gd name="connsiteX185" fmla="*/ 33083 w 488025"/>
                <a:gd name="connsiteY185" fmla="*/ 331485 h 643122"/>
                <a:gd name="connsiteX186" fmla="*/ 31770 w 488025"/>
                <a:gd name="connsiteY186" fmla="*/ 335623 h 643122"/>
                <a:gd name="connsiteX187" fmla="*/ 28741 w 488025"/>
                <a:gd name="connsiteY187" fmla="*/ 338246 h 643122"/>
                <a:gd name="connsiteX188" fmla="*/ 26116 w 488025"/>
                <a:gd name="connsiteY188" fmla="*/ 341711 h 643122"/>
                <a:gd name="connsiteX189" fmla="*/ 24164 w 488025"/>
                <a:gd name="connsiteY189" fmla="*/ 344537 h 643122"/>
                <a:gd name="connsiteX190" fmla="*/ 23727 w 488025"/>
                <a:gd name="connsiteY190" fmla="*/ 349751 h 643122"/>
                <a:gd name="connsiteX191" fmla="*/ 25477 w 488025"/>
                <a:gd name="connsiteY191" fmla="*/ 354965 h 643122"/>
                <a:gd name="connsiteX192" fmla="*/ 30255 w 488025"/>
                <a:gd name="connsiteY192" fmla="*/ 360180 h 643122"/>
                <a:gd name="connsiteX193" fmla="*/ 39174 w 488025"/>
                <a:gd name="connsiteY193" fmla="*/ 364755 h 643122"/>
                <a:gd name="connsiteX194" fmla="*/ 40688 w 488025"/>
                <a:gd name="connsiteY194" fmla="*/ 368892 h 643122"/>
                <a:gd name="connsiteX195" fmla="*/ 36347 w 488025"/>
                <a:gd name="connsiteY195" fmla="*/ 374308 h 643122"/>
                <a:gd name="connsiteX196" fmla="*/ 35472 w 488025"/>
                <a:gd name="connsiteY196" fmla="*/ 378009 h 643122"/>
                <a:gd name="connsiteX197" fmla="*/ 35236 w 488025"/>
                <a:gd name="connsiteY197" fmla="*/ 384535 h 643122"/>
                <a:gd name="connsiteX198" fmla="*/ 33049 w 488025"/>
                <a:gd name="connsiteY198" fmla="*/ 388437 h 643122"/>
                <a:gd name="connsiteX199" fmla="*/ 31972 w 488025"/>
                <a:gd name="connsiteY199" fmla="*/ 389749 h 643122"/>
                <a:gd name="connsiteX200" fmla="*/ 31333 w 488025"/>
                <a:gd name="connsiteY200" fmla="*/ 393449 h 643122"/>
                <a:gd name="connsiteX201" fmla="*/ 32208 w 488025"/>
                <a:gd name="connsiteY201" fmla="*/ 397587 h 643122"/>
                <a:gd name="connsiteX202" fmla="*/ 32409 w 488025"/>
                <a:gd name="connsiteY202" fmla="*/ 402599 h 643122"/>
                <a:gd name="connsiteX203" fmla="*/ 34799 w 488025"/>
                <a:gd name="connsiteY203" fmla="*/ 404416 h 643122"/>
                <a:gd name="connsiteX204" fmla="*/ 46612 w 488025"/>
                <a:gd name="connsiteY204" fmla="*/ 405660 h 643122"/>
                <a:gd name="connsiteX205" fmla="*/ 52400 w 488025"/>
                <a:gd name="connsiteY205" fmla="*/ 405660 h 643122"/>
                <a:gd name="connsiteX206" fmla="*/ 58492 w 488025"/>
                <a:gd name="connsiteY206" fmla="*/ 414070 h 643122"/>
                <a:gd name="connsiteX207" fmla="*/ 60242 w 488025"/>
                <a:gd name="connsiteY207" fmla="*/ 417535 h 643122"/>
                <a:gd name="connsiteX208" fmla="*/ 60545 w 488025"/>
                <a:gd name="connsiteY208" fmla="*/ 424196 h 643122"/>
                <a:gd name="connsiteX209" fmla="*/ 57650 w 488025"/>
                <a:gd name="connsiteY209" fmla="*/ 429107 h 643122"/>
                <a:gd name="connsiteX210" fmla="*/ 55900 w 488025"/>
                <a:gd name="connsiteY210" fmla="*/ 432875 h 643122"/>
                <a:gd name="connsiteX211" fmla="*/ 54150 w 488025"/>
                <a:gd name="connsiteY211" fmla="*/ 438964 h 643122"/>
                <a:gd name="connsiteX212" fmla="*/ 53578 w 488025"/>
                <a:gd name="connsiteY212" fmla="*/ 445624 h 643122"/>
                <a:gd name="connsiteX213" fmla="*/ 49237 w 488025"/>
                <a:gd name="connsiteY213" fmla="*/ 448820 h 643122"/>
                <a:gd name="connsiteX214" fmla="*/ 47217 w 488025"/>
                <a:gd name="connsiteY214" fmla="*/ 452016 h 643122"/>
                <a:gd name="connsiteX215" fmla="*/ 46342 w 488025"/>
                <a:gd name="connsiteY215" fmla="*/ 456591 h 643122"/>
                <a:gd name="connsiteX216" fmla="*/ 46915 w 488025"/>
                <a:gd name="connsiteY216" fmla="*/ 459551 h 643122"/>
                <a:gd name="connsiteX217" fmla="*/ 50684 w 488025"/>
                <a:gd name="connsiteY217" fmla="*/ 459551 h 643122"/>
                <a:gd name="connsiteX218" fmla="*/ 56472 w 488025"/>
                <a:gd name="connsiteY218" fmla="*/ 456725 h 643122"/>
                <a:gd name="connsiteX219" fmla="*/ 64886 w 488025"/>
                <a:gd name="connsiteY219" fmla="*/ 453160 h 643122"/>
                <a:gd name="connsiteX220" fmla="*/ 69228 w 488025"/>
                <a:gd name="connsiteY220" fmla="*/ 452285 h 643122"/>
                <a:gd name="connsiteX221" fmla="*/ 72997 w 488025"/>
                <a:gd name="connsiteY221" fmla="*/ 452588 h 643122"/>
                <a:gd name="connsiteX222" fmla="*/ 75891 w 488025"/>
                <a:gd name="connsiteY222" fmla="*/ 456725 h 643122"/>
                <a:gd name="connsiteX223" fmla="*/ 74747 w 488025"/>
                <a:gd name="connsiteY223" fmla="*/ 459551 h 643122"/>
                <a:gd name="connsiteX224" fmla="*/ 71852 w 488025"/>
                <a:gd name="connsiteY224" fmla="*/ 463016 h 643122"/>
                <a:gd name="connsiteX225" fmla="*/ 66636 w 488025"/>
                <a:gd name="connsiteY225" fmla="*/ 465640 h 643122"/>
                <a:gd name="connsiteX226" fmla="*/ 61117 w 488025"/>
                <a:gd name="connsiteY226" fmla="*/ 467658 h 643122"/>
                <a:gd name="connsiteX227" fmla="*/ 54150 w 488025"/>
                <a:gd name="connsiteY227" fmla="*/ 471123 h 643122"/>
                <a:gd name="connsiteX228" fmla="*/ 52131 w 488025"/>
                <a:gd name="connsiteY228" fmla="*/ 476337 h 643122"/>
                <a:gd name="connsiteX229" fmla="*/ 52400 w 488025"/>
                <a:gd name="connsiteY229" fmla="*/ 483570 h 643122"/>
                <a:gd name="connsiteX230" fmla="*/ 52972 w 488025"/>
                <a:gd name="connsiteY230" fmla="*/ 487909 h 643122"/>
                <a:gd name="connsiteX231" fmla="*/ 51391 w 488025"/>
                <a:gd name="connsiteY231" fmla="*/ 491105 h 643122"/>
                <a:gd name="connsiteX232" fmla="*/ 48059 w 488025"/>
                <a:gd name="connsiteY232" fmla="*/ 497766 h 643122"/>
                <a:gd name="connsiteX233" fmla="*/ 48059 w 488025"/>
                <a:gd name="connsiteY233" fmla="*/ 500356 h 643122"/>
                <a:gd name="connsiteX234" fmla="*/ 45736 w 488025"/>
                <a:gd name="connsiteY234" fmla="*/ 504998 h 643122"/>
                <a:gd name="connsiteX235" fmla="*/ 45165 w 488025"/>
                <a:gd name="connsiteY235" fmla="*/ 510515 h 643122"/>
                <a:gd name="connsiteX236" fmla="*/ 44862 w 488025"/>
                <a:gd name="connsiteY236" fmla="*/ 513711 h 643122"/>
                <a:gd name="connsiteX237" fmla="*/ 45434 w 488025"/>
                <a:gd name="connsiteY237" fmla="*/ 519800 h 643122"/>
                <a:gd name="connsiteX238" fmla="*/ 48631 w 488025"/>
                <a:gd name="connsiteY238" fmla="*/ 521818 h 643122"/>
                <a:gd name="connsiteX239" fmla="*/ 49775 w 488025"/>
                <a:gd name="connsiteY239" fmla="*/ 524711 h 643122"/>
                <a:gd name="connsiteX240" fmla="*/ 48631 w 488025"/>
                <a:gd name="connsiteY240" fmla="*/ 529622 h 643122"/>
                <a:gd name="connsiteX241" fmla="*/ 47487 w 488025"/>
                <a:gd name="connsiteY241" fmla="*/ 533390 h 643122"/>
                <a:gd name="connsiteX242" fmla="*/ 48934 w 488025"/>
                <a:gd name="connsiteY242" fmla="*/ 536586 h 643122"/>
                <a:gd name="connsiteX243" fmla="*/ 47924 w 488025"/>
                <a:gd name="connsiteY243" fmla="*/ 541228 h 643122"/>
                <a:gd name="connsiteX244" fmla="*/ 52838 w 488025"/>
                <a:gd name="connsiteY244" fmla="*/ 541531 h 643122"/>
                <a:gd name="connsiteX245" fmla="*/ 59501 w 488025"/>
                <a:gd name="connsiteY245" fmla="*/ 546005 h 643122"/>
                <a:gd name="connsiteX246" fmla="*/ 60948 w 488025"/>
                <a:gd name="connsiteY246" fmla="*/ 553103 h 643122"/>
                <a:gd name="connsiteX247" fmla="*/ 59939 w 488025"/>
                <a:gd name="connsiteY247" fmla="*/ 553977 h 643122"/>
                <a:gd name="connsiteX248" fmla="*/ 61958 w 488025"/>
                <a:gd name="connsiteY248" fmla="*/ 558048 h 643122"/>
                <a:gd name="connsiteX249" fmla="*/ 67175 w 488025"/>
                <a:gd name="connsiteY249" fmla="*/ 558182 h 643122"/>
                <a:gd name="connsiteX250" fmla="*/ 72391 w 488025"/>
                <a:gd name="connsiteY250" fmla="*/ 551959 h 643122"/>
                <a:gd name="connsiteX251" fmla="*/ 75588 w 488025"/>
                <a:gd name="connsiteY251" fmla="*/ 548629 h 643122"/>
                <a:gd name="connsiteX252" fmla="*/ 78483 w 488025"/>
                <a:gd name="connsiteY252" fmla="*/ 546610 h 643122"/>
                <a:gd name="connsiteX253" fmla="*/ 82117 w 488025"/>
                <a:gd name="connsiteY253" fmla="*/ 547788 h 643122"/>
                <a:gd name="connsiteX254" fmla="*/ 87906 w 488025"/>
                <a:gd name="connsiteY254" fmla="*/ 553002 h 643122"/>
                <a:gd name="connsiteX255" fmla="*/ 89925 w 488025"/>
                <a:gd name="connsiteY255" fmla="*/ 554146 h 643122"/>
                <a:gd name="connsiteX256" fmla="*/ 94132 w 488025"/>
                <a:gd name="connsiteY256" fmla="*/ 552834 h 643122"/>
                <a:gd name="connsiteX257" fmla="*/ 98204 w 488025"/>
                <a:gd name="connsiteY257" fmla="*/ 549369 h 643122"/>
                <a:gd name="connsiteX258" fmla="*/ 102983 w 488025"/>
                <a:gd name="connsiteY258" fmla="*/ 546476 h 643122"/>
                <a:gd name="connsiteX259" fmla="*/ 105743 w 488025"/>
                <a:gd name="connsiteY259" fmla="*/ 543280 h 643122"/>
                <a:gd name="connsiteX260" fmla="*/ 108200 w 488025"/>
                <a:gd name="connsiteY260" fmla="*/ 541699 h 643122"/>
                <a:gd name="connsiteX261" fmla="*/ 109781 w 488025"/>
                <a:gd name="connsiteY261" fmla="*/ 541127 h 643122"/>
                <a:gd name="connsiteX262" fmla="*/ 113988 w 488025"/>
                <a:gd name="connsiteY262" fmla="*/ 544895 h 643122"/>
                <a:gd name="connsiteX263" fmla="*/ 117455 w 488025"/>
                <a:gd name="connsiteY263" fmla="*/ 546476 h 643122"/>
                <a:gd name="connsiteX264" fmla="*/ 121359 w 488025"/>
                <a:gd name="connsiteY264" fmla="*/ 550546 h 643122"/>
                <a:gd name="connsiteX265" fmla="*/ 124118 w 488025"/>
                <a:gd name="connsiteY265" fmla="*/ 552867 h 643122"/>
                <a:gd name="connsiteX266" fmla="*/ 126137 w 488025"/>
                <a:gd name="connsiteY266" fmla="*/ 555626 h 643122"/>
                <a:gd name="connsiteX267" fmla="*/ 128460 w 488025"/>
                <a:gd name="connsiteY267" fmla="*/ 559259 h 643122"/>
                <a:gd name="connsiteX268" fmla="*/ 129032 w 488025"/>
                <a:gd name="connsiteY268" fmla="*/ 563161 h 643122"/>
                <a:gd name="connsiteX269" fmla="*/ 128325 w 488025"/>
                <a:gd name="connsiteY269" fmla="*/ 565348 h 643122"/>
                <a:gd name="connsiteX270" fmla="*/ 128762 w 488025"/>
                <a:gd name="connsiteY270" fmla="*/ 567669 h 643122"/>
                <a:gd name="connsiteX271" fmla="*/ 130075 w 488025"/>
                <a:gd name="connsiteY271" fmla="*/ 570696 h 643122"/>
                <a:gd name="connsiteX272" fmla="*/ 130647 w 488025"/>
                <a:gd name="connsiteY272" fmla="*/ 573455 h 643122"/>
                <a:gd name="connsiteX273" fmla="*/ 129772 w 488025"/>
                <a:gd name="connsiteY273" fmla="*/ 574767 h 643122"/>
                <a:gd name="connsiteX274" fmla="*/ 125431 w 488025"/>
                <a:gd name="connsiteY274" fmla="*/ 577223 h 643122"/>
                <a:gd name="connsiteX275" fmla="*/ 123815 w 488025"/>
                <a:gd name="connsiteY275" fmla="*/ 578972 h 643122"/>
                <a:gd name="connsiteX276" fmla="*/ 116411 w 488025"/>
                <a:gd name="connsiteY276" fmla="*/ 581865 h 643122"/>
                <a:gd name="connsiteX277" fmla="*/ 114661 w 488025"/>
                <a:gd name="connsiteY277" fmla="*/ 582302 h 643122"/>
                <a:gd name="connsiteX278" fmla="*/ 111195 w 488025"/>
                <a:gd name="connsiteY278" fmla="*/ 584758 h 643122"/>
                <a:gd name="connsiteX279" fmla="*/ 107291 w 488025"/>
                <a:gd name="connsiteY279" fmla="*/ 588828 h 643122"/>
                <a:gd name="connsiteX280" fmla="*/ 105137 w 488025"/>
                <a:gd name="connsiteY280" fmla="*/ 591418 h 643122"/>
                <a:gd name="connsiteX281" fmla="*/ 100493 w 488025"/>
                <a:gd name="connsiteY281" fmla="*/ 595186 h 643122"/>
                <a:gd name="connsiteX282" fmla="*/ 99617 w 488025"/>
                <a:gd name="connsiteY282" fmla="*/ 598516 h 643122"/>
                <a:gd name="connsiteX283" fmla="*/ 99180 w 488025"/>
                <a:gd name="connsiteY283" fmla="*/ 601847 h 643122"/>
                <a:gd name="connsiteX284" fmla="*/ 99315 w 488025"/>
                <a:gd name="connsiteY284" fmla="*/ 603428 h 643122"/>
                <a:gd name="connsiteX285" fmla="*/ 96858 w 488025"/>
                <a:gd name="connsiteY285" fmla="*/ 612275 h 643122"/>
                <a:gd name="connsiteX286" fmla="*/ 92954 w 488025"/>
                <a:gd name="connsiteY286" fmla="*/ 616783 h 643122"/>
                <a:gd name="connsiteX287" fmla="*/ 90935 w 488025"/>
                <a:gd name="connsiteY287" fmla="*/ 619373 h 643122"/>
                <a:gd name="connsiteX288" fmla="*/ 87468 w 488025"/>
                <a:gd name="connsiteY288" fmla="*/ 622569 h 643122"/>
                <a:gd name="connsiteX289" fmla="*/ 83396 w 488025"/>
                <a:gd name="connsiteY289" fmla="*/ 624015 h 643122"/>
                <a:gd name="connsiteX290" fmla="*/ 80064 w 488025"/>
                <a:gd name="connsiteY290" fmla="*/ 625327 h 643122"/>
                <a:gd name="connsiteX291" fmla="*/ 77473 w 488025"/>
                <a:gd name="connsiteY291" fmla="*/ 628220 h 643122"/>
                <a:gd name="connsiteX292" fmla="*/ 79189 w 488025"/>
                <a:gd name="connsiteY292" fmla="*/ 631853 h 643122"/>
                <a:gd name="connsiteX293" fmla="*/ 83093 w 488025"/>
                <a:gd name="connsiteY293" fmla="*/ 633872 h 643122"/>
                <a:gd name="connsiteX294" fmla="*/ 88882 w 488025"/>
                <a:gd name="connsiteY294" fmla="*/ 636899 h 643122"/>
                <a:gd name="connsiteX295" fmla="*/ 90632 w 488025"/>
                <a:gd name="connsiteY295" fmla="*/ 637908 h 643122"/>
                <a:gd name="connsiteX296" fmla="*/ 93526 w 488025"/>
                <a:gd name="connsiteY296" fmla="*/ 639052 h 643122"/>
                <a:gd name="connsiteX297" fmla="*/ 100762 w 488025"/>
                <a:gd name="connsiteY297" fmla="*/ 643123 h 643122"/>
                <a:gd name="connsiteX298" fmla="*/ 106113 w 488025"/>
                <a:gd name="connsiteY298" fmla="*/ 642820 h 643122"/>
                <a:gd name="connsiteX299" fmla="*/ 111464 w 488025"/>
                <a:gd name="connsiteY299" fmla="*/ 641945 h 643122"/>
                <a:gd name="connsiteX300" fmla="*/ 119575 w 488025"/>
                <a:gd name="connsiteY300" fmla="*/ 641071 h 643122"/>
                <a:gd name="connsiteX301" fmla="*/ 122907 w 488025"/>
                <a:gd name="connsiteY301" fmla="*/ 639759 h 643122"/>
                <a:gd name="connsiteX302" fmla="*/ 125229 w 488025"/>
                <a:gd name="connsiteY302" fmla="*/ 638447 h 643122"/>
                <a:gd name="connsiteX303" fmla="*/ 127686 w 488025"/>
                <a:gd name="connsiteY303" fmla="*/ 636260 h 643122"/>
                <a:gd name="connsiteX304" fmla="*/ 131589 w 488025"/>
                <a:gd name="connsiteY304" fmla="*/ 637269 h 643122"/>
                <a:gd name="connsiteX305" fmla="*/ 134618 w 488025"/>
                <a:gd name="connsiteY305" fmla="*/ 637404 h 643122"/>
                <a:gd name="connsiteX306" fmla="*/ 137378 w 488025"/>
                <a:gd name="connsiteY306" fmla="*/ 635385 h 643122"/>
                <a:gd name="connsiteX307" fmla="*/ 138960 w 488025"/>
                <a:gd name="connsiteY307" fmla="*/ 634073 h 643122"/>
                <a:gd name="connsiteX308" fmla="*/ 140979 w 488025"/>
                <a:gd name="connsiteY308" fmla="*/ 633636 h 643122"/>
                <a:gd name="connsiteX309" fmla="*/ 144883 w 488025"/>
                <a:gd name="connsiteY309" fmla="*/ 634343 h 643122"/>
                <a:gd name="connsiteX310" fmla="*/ 146902 w 488025"/>
                <a:gd name="connsiteY310" fmla="*/ 635655 h 643122"/>
                <a:gd name="connsiteX311" fmla="*/ 151109 w 488025"/>
                <a:gd name="connsiteY311" fmla="*/ 635520 h 643122"/>
                <a:gd name="connsiteX312" fmla="*/ 153499 w 488025"/>
                <a:gd name="connsiteY312" fmla="*/ 633064 h 643122"/>
                <a:gd name="connsiteX313" fmla="*/ 154003 w 488025"/>
                <a:gd name="connsiteY313" fmla="*/ 630171 h 643122"/>
                <a:gd name="connsiteX314" fmla="*/ 154003 w 488025"/>
                <a:gd name="connsiteY314" fmla="*/ 627278 h 643122"/>
                <a:gd name="connsiteX315" fmla="*/ 155451 w 488025"/>
                <a:gd name="connsiteY315" fmla="*/ 625966 h 643122"/>
                <a:gd name="connsiteX316" fmla="*/ 158210 w 488025"/>
                <a:gd name="connsiteY316" fmla="*/ 623645 h 643122"/>
                <a:gd name="connsiteX317" fmla="*/ 162855 w 488025"/>
                <a:gd name="connsiteY317" fmla="*/ 622905 h 643122"/>
                <a:gd name="connsiteX318" fmla="*/ 165311 w 488025"/>
                <a:gd name="connsiteY318" fmla="*/ 622905 h 643122"/>
                <a:gd name="connsiteX319" fmla="*/ 167330 w 488025"/>
                <a:gd name="connsiteY319" fmla="*/ 620584 h 643122"/>
                <a:gd name="connsiteX320" fmla="*/ 171369 w 488025"/>
                <a:gd name="connsiteY320" fmla="*/ 619407 h 643122"/>
                <a:gd name="connsiteX321" fmla="*/ 173557 w 488025"/>
                <a:gd name="connsiteY321" fmla="*/ 619104 h 643122"/>
                <a:gd name="connsiteX322" fmla="*/ 178639 w 488025"/>
                <a:gd name="connsiteY322" fmla="*/ 618801 h 643122"/>
                <a:gd name="connsiteX323" fmla="*/ 182408 w 488025"/>
                <a:gd name="connsiteY323" fmla="*/ 618936 h 643122"/>
                <a:gd name="connsiteX324" fmla="*/ 185908 w 488025"/>
                <a:gd name="connsiteY324" fmla="*/ 618801 h 643122"/>
                <a:gd name="connsiteX325" fmla="*/ 190384 w 488025"/>
                <a:gd name="connsiteY325" fmla="*/ 616783 h 643122"/>
                <a:gd name="connsiteX326" fmla="*/ 192706 w 488025"/>
                <a:gd name="connsiteY326" fmla="*/ 614461 h 643122"/>
                <a:gd name="connsiteX327" fmla="*/ 198798 w 488025"/>
                <a:gd name="connsiteY327" fmla="*/ 611770 h 643122"/>
                <a:gd name="connsiteX328" fmla="*/ 200110 w 488025"/>
                <a:gd name="connsiteY328" fmla="*/ 610694 h 643122"/>
                <a:gd name="connsiteX329" fmla="*/ 205327 w 488025"/>
                <a:gd name="connsiteY329" fmla="*/ 610694 h 643122"/>
                <a:gd name="connsiteX330" fmla="*/ 210106 w 488025"/>
                <a:gd name="connsiteY330" fmla="*/ 614596 h 643122"/>
                <a:gd name="connsiteX331" fmla="*/ 216197 w 488025"/>
                <a:gd name="connsiteY331" fmla="*/ 619945 h 643122"/>
                <a:gd name="connsiteX332" fmla="*/ 222154 w 488025"/>
                <a:gd name="connsiteY332" fmla="*/ 626336 h 643122"/>
                <a:gd name="connsiteX333" fmla="*/ 225048 w 488025"/>
                <a:gd name="connsiteY333" fmla="*/ 629095 h 643122"/>
                <a:gd name="connsiteX334" fmla="*/ 228683 w 488025"/>
                <a:gd name="connsiteY334" fmla="*/ 631281 h 643122"/>
                <a:gd name="connsiteX335" fmla="*/ 232015 w 488025"/>
                <a:gd name="connsiteY335" fmla="*/ 632291 h 643122"/>
                <a:gd name="connsiteX336" fmla="*/ 236928 w 488025"/>
                <a:gd name="connsiteY336" fmla="*/ 634309 h 643122"/>
                <a:gd name="connsiteX337" fmla="*/ 240698 w 488025"/>
                <a:gd name="connsiteY337" fmla="*/ 635184 h 643122"/>
                <a:gd name="connsiteX338" fmla="*/ 243592 w 488025"/>
                <a:gd name="connsiteY338" fmla="*/ 633737 h 643122"/>
                <a:gd name="connsiteX339" fmla="*/ 245174 w 488025"/>
                <a:gd name="connsiteY339" fmla="*/ 629397 h 643122"/>
                <a:gd name="connsiteX340" fmla="*/ 245477 w 488025"/>
                <a:gd name="connsiteY340" fmla="*/ 626370 h 643122"/>
                <a:gd name="connsiteX341" fmla="*/ 245039 w 488025"/>
                <a:gd name="connsiteY341" fmla="*/ 621156 h 643122"/>
                <a:gd name="connsiteX342" fmla="*/ 240260 w 488025"/>
                <a:gd name="connsiteY342" fmla="*/ 615942 h 643122"/>
                <a:gd name="connsiteX343" fmla="*/ 238510 w 488025"/>
                <a:gd name="connsiteY343" fmla="*/ 613318 h 643122"/>
                <a:gd name="connsiteX344" fmla="*/ 235448 w 488025"/>
                <a:gd name="connsiteY344" fmla="*/ 609416 h 643122"/>
                <a:gd name="connsiteX345" fmla="*/ 236895 w 488025"/>
                <a:gd name="connsiteY345" fmla="*/ 604067 h 643122"/>
                <a:gd name="connsiteX346" fmla="*/ 239217 w 488025"/>
                <a:gd name="connsiteY346" fmla="*/ 601039 h 643122"/>
                <a:gd name="connsiteX347" fmla="*/ 243121 w 488025"/>
                <a:gd name="connsiteY347" fmla="*/ 598584 h 643122"/>
                <a:gd name="connsiteX348" fmla="*/ 244433 w 488025"/>
                <a:gd name="connsiteY348" fmla="*/ 596397 h 643122"/>
                <a:gd name="connsiteX349" fmla="*/ 247631 w 488025"/>
                <a:gd name="connsiteY349" fmla="*/ 594211 h 643122"/>
                <a:gd name="connsiteX350" fmla="*/ 249515 w 488025"/>
                <a:gd name="connsiteY350" fmla="*/ 591889 h 643122"/>
                <a:gd name="connsiteX351" fmla="*/ 253352 w 488025"/>
                <a:gd name="connsiteY351" fmla="*/ 589198 h 643122"/>
                <a:gd name="connsiteX352" fmla="*/ 251400 w 488025"/>
                <a:gd name="connsiteY352" fmla="*/ 579005 h 643122"/>
                <a:gd name="connsiteX353" fmla="*/ 251400 w 488025"/>
                <a:gd name="connsiteY353" fmla="*/ 571605 h 643122"/>
                <a:gd name="connsiteX354" fmla="*/ 244433 w 488025"/>
                <a:gd name="connsiteY354" fmla="*/ 565314 h 643122"/>
                <a:gd name="connsiteX355" fmla="*/ 244433 w 488025"/>
                <a:gd name="connsiteY355" fmla="*/ 557711 h 643122"/>
                <a:gd name="connsiteX356" fmla="*/ 255068 w 488025"/>
                <a:gd name="connsiteY356" fmla="*/ 550109 h 643122"/>
                <a:gd name="connsiteX357" fmla="*/ 258333 w 488025"/>
                <a:gd name="connsiteY357" fmla="*/ 542506 h 643122"/>
                <a:gd name="connsiteX358" fmla="*/ 261362 w 488025"/>
                <a:gd name="connsiteY358" fmla="*/ 530564 h 643122"/>
                <a:gd name="connsiteX359" fmla="*/ 262472 w 488025"/>
                <a:gd name="connsiteY359" fmla="*/ 519934 h 643122"/>
                <a:gd name="connsiteX360" fmla="*/ 264626 w 488025"/>
                <a:gd name="connsiteY360" fmla="*/ 514081 h 643122"/>
                <a:gd name="connsiteX361" fmla="*/ 262876 w 488025"/>
                <a:gd name="connsiteY361" fmla="*/ 508631 h 643122"/>
                <a:gd name="connsiteX362" fmla="*/ 262674 w 488025"/>
                <a:gd name="connsiteY362" fmla="*/ 502105 h 643122"/>
                <a:gd name="connsiteX363" fmla="*/ 268328 w 488025"/>
                <a:gd name="connsiteY363" fmla="*/ 498842 h 643122"/>
                <a:gd name="connsiteX364" fmla="*/ 271794 w 488025"/>
                <a:gd name="connsiteY364" fmla="*/ 489726 h 643122"/>
                <a:gd name="connsiteX365" fmla="*/ 270482 w 488025"/>
                <a:gd name="connsiteY365" fmla="*/ 484512 h 643122"/>
                <a:gd name="connsiteX366" fmla="*/ 272636 w 488025"/>
                <a:gd name="connsiteY366" fmla="*/ 479499 h 643122"/>
                <a:gd name="connsiteX367" fmla="*/ 276775 w 488025"/>
                <a:gd name="connsiteY367" fmla="*/ 476472 h 643122"/>
                <a:gd name="connsiteX368" fmla="*/ 280477 w 488025"/>
                <a:gd name="connsiteY368" fmla="*/ 475597 h 643122"/>
                <a:gd name="connsiteX369" fmla="*/ 287208 w 488025"/>
                <a:gd name="connsiteY369" fmla="*/ 471258 h 643122"/>
                <a:gd name="connsiteX370" fmla="*/ 291785 w 488025"/>
                <a:gd name="connsiteY370" fmla="*/ 467995 h 643122"/>
                <a:gd name="connsiteX371" fmla="*/ 294612 w 488025"/>
                <a:gd name="connsiteY371" fmla="*/ 462579 h 643122"/>
                <a:gd name="connsiteX372" fmla="*/ 297439 w 488025"/>
                <a:gd name="connsiteY372" fmla="*/ 457163 h 643122"/>
                <a:gd name="connsiteX373" fmla="*/ 299391 w 488025"/>
                <a:gd name="connsiteY373" fmla="*/ 454337 h 643122"/>
                <a:gd name="connsiteX374" fmla="*/ 301545 w 488025"/>
                <a:gd name="connsiteY374" fmla="*/ 452823 h 643122"/>
                <a:gd name="connsiteX375" fmla="*/ 306324 w 488025"/>
                <a:gd name="connsiteY375" fmla="*/ 449997 h 643122"/>
                <a:gd name="connsiteX376" fmla="*/ 307637 w 488025"/>
                <a:gd name="connsiteY376" fmla="*/ 445994 h 643122"/>
                <a:gd name="connsiteX377" fmla="*/ 304810 w 488025"/>
                <a:gd name="connsiteY377" fmla="*/ 443942 h 643122"/>
                <a:gd name="connsiteX378" fmla="*/ 299156 w 488025"/>
                <a:gd name="connsiteY378" fmla="*/ 443942 h 643122"/>
                <a:gd name="connsiteX379" fmla="*/ 293939 w 488025"/>
                <a:gd name="connsiteY379" fmla="*/ 443942 h 643122"/>
                <a:gd name="connsiteX380" fmla="*/ 291314 w 488025"/>
                <a:gd name="connsiteY380" fmla="*/ 439367 h 643122"/>
                <a:gd name="connsiteX381" fmla="*/ 291314 w 488025"/>
                <a:gd name="connsiteY381" fmla="*/ 436104 h 643122"/>
                <a:gd name="connsiteX382" fmla="*/ 294141 w 488025"/>
                <a:gd name="connsiteY382" fmla="*/ 429814 h 643122"/>
                <a:gd name="connsiteX383" fmla="*/ 297843 w 488025"/>
                <a:gd name="connsiteY383" fmla="*/ 424599 h 643122"/>
                <a:gd name="connsiteX384" fmla="*/ 305011 w 488025"/>
                <a:gd name="connsiteY384" fmla="*/ 420260 h 643122"/>
                <a:gd name="connsiteX385" fmla="*/ 308276 w 488025"/>
                <a:gd name="connsiteY385" fmla="*/ 417434 h 643122"/>
                <a:gd name="connsiteX386" fmla="*/ 314132 w 488025"/>
                <a:gd name="connsiteY386" fmla="*/ 414407 h 643122"/>
                <a:gd name="connsiteX387" fmla="*/ 317161 w 488025"/>
                <a:gd name="connsiteY387" fmla="*/ 409428 h 643122"/>
                <a:gd name="connsiteX388" fmla="*/ 316522 w 488025"/>
                <a:gd name="connsiteY388" fmla="*/ 403575 h 643122"/>
                <a:gd name="connsiteX389" fmla="*/ 312180 w 488025"/>
                <a:gd name="connsiteY389" fmla="*/ 397486 h 643122"/>
                <a:gd name="connsiteX390" fmla="*/ 307603 w 488025"/>
                <a:gd name="connsiteY390" fmla="*/ 391633 h 643122"/>
                <a:gd name="connsiteX391" fmla="*/ 304136 w 488025"/>
                <a:gd name="connsiteY391" fmla="*/ 384030 h 643122"/>
                <a:gd name="connsiteX392" fmla="*/ 299559 w 488025"/>
                <a:gd name="connsiteY392" fmla="*/ 380330 h 643122"/>
                <a:gd name="connsiteX393" fmla="*/ 299122 w 488025"/>
                <a:gd name="connsiteY393" fmla="*/ 374039 h 643122"/>
                <a:gd name="connsiteX394" fmla="*/ 303026 w 488025"/>
                <a:gd name="connsiteY394" fmla="*/ 371852 h 643122"/>
                <a:gd name="connsiteX395" fmla="*/ 305214 w 488025"/>
                <a:gd name="connsiteY395" fmla="*/ 369027 h 643122"/>
                <a:gd name="connsiteX396" fmla="*/ 309117 w 488025"/>
                <a:gd name="connsiteY396" fmla="*/ 360987 h 643122"/>
                <a:gd name="connsiteX397" fmla="*/ 313896 w 488025"/>
                <a:gd name="connsiteY397" fmla="*/ 356647 h 643122"/>
                <a:gd name="connsiteX398" fmla="*/ 318238 w 488025"/>
                <a:gd name="connsiteY398" fmla="*/ 351231 h 643122"/>
                <a:gd name="connsiteX399" fmla="*/ 329310 w 488025"/>
                <a:gd name="connsiteY399" fmla="*/ 343629 h 643122"/>
                <a:gd name="connsiteX400" fmla="*/ 338431 w 488025"/>
                <a:gd name="connsiteY400" fmla="*/ 342552 h 643122"/>
                <a:gd name="connsiteX401" fmla="*/ 344959 w 488025"/>
                <a:gd name="connsiteY401" fmla="*/ 341913 h 643122"/>
                <a:gd name="connsiteX402" fmla="*/ 351253 w 488025"/>
                <a:gd name="connsiteY402" fmla="*/ 335387 h 643122"/>
                <a:gd name="connsiteX403" fmla="*/ 354080 w 488025"/>
                <a:gd name="connsiteY403" fmla="*/ 332999 h 643122"/>
                <a:gd name="connsiteX404" fmla="*/ 356671 w 488025"/>
                <a:gd name="connsiteY404" fmla="*/ 327785 h 643122"/>
                <a:gd name="connsiteX405" fmla="*/ 359061 w 488025"/>
                <a:gd name="connsiteY405" fmla="*/ 322133 h 643122"/>
                <a:gd name="connsiteX406" fmla="*/ 363099 w 488025"/>
                <a:gd name="connsiteY406" fmla="*/ 318231 h 643122"/>
                <a:gd name="connsiteX407" fmla="*/ 366027 w 488025"/>
                <a:gd name="connsiteY407" fmla="*/ 313454 h 643122"/>
                <a:gd name="connsiteX408" fmla="*/ 366027 w 488025"/>
                <a:gd name="connsiteY408" fmla="*/ 309316 h 643122"/>
                <a:gd name="connsiteX409" fmla="*/ 363638 w 488025"/>
                <a:gd name="connsiteY409" fmla="*/ 304304 h 643122"/>
                <a:gd name="connsiteX410" fmla="*/ 360374 w 488025"/>
                <a:gd name="connsiteY410" fmla="*/ 303228 h 643122"/>
                <a:gd name="connsiteX411" fmla="*/ 357984 w 488025"/>
                <a:gd name="connsiteY411" fmla="*/ 299325 h 643122"/>
                <a:gd name="connsiteX412" fmla="*/ 358186 w 488025"/>
                <a:gd name="connsiteY412" fmla="*/ 293472 h 643122"/>
                <a:gd name="connsiteX413" fmla="*/ 355998 w 488025"/>
                <a:gd name="connsiteY413" fmla="*/ 289335 h 643122"/>
                <a:gd name="connsiteX414" fmla="*/ 352094 w 488025"/>
                <a:gd name="connsiteY414" fmla="*/ 287383 h 643122"/>
                <a:gd name="connsiteX415" fmla="*/ 345801 w 488025"/>
                <a:gd name="connsiteY415" fmla="*/ 283919 h 643122"/>
                <a:gd name="connsiteX416" fmla="*/ 347113 w 488025"/>
                <a:gd name="connsiteY416" fmla="*/ 280655 h 643122"/>
                <a:gd name="connsiteX417" fmla="*/ 348191 w 488025"/>
                <a:gd name="connsiteY417" fmla="*/ 276081 h 643122"/>
                <a:gd name="connsiteX418" fmla="*/ 352330 w 488025"/>
                <a:gd name="connsiteY418" fmla="*/ 271943 h 643122"/>
                <a:gd name="connsiteX419" fmla="*/ 359936 w 488025"/>
                <a:gd name="connsiteY419" fmla="*/ 268041 h 643122"/>
                <a:gd name="connsiteX420" fmla="*/ 365152 w 488025"/>
                <a:gd name="connsiteY420" fmla="*/ 265652 h 643122"/>
                <a:gd name="connsiteX421" fmla="*/ 372119 w 488025"/>
                <a:gd name="connsiteY421" fmla="*/ 260438 h 643122"/>
                <a:gd name="connsiteX422" fmla="*/ 374946 w 488025"/>
                <a:gd name="connsiteY422" fmla="*/ 255863 h 643122"/>
                <a:gd name="connsiteX423" fmla="*/ 375383 w 488025"/>
                <a:gd name="connsiteY423" fmla="*/ 248698 h 643122"/>
                <a:gd name="connsiteX424" fmla="*/ 376023 w 488025"/>
                <a:gd name="connsiteY424" fmla="*/ 246511 h 643122"/>
                <a:gd name="connsiteX425" fmla="*/ 379725 w 488025"/>
                <a:gd name="connsiteY425" fmla="*/ 243450 h 643122"/>
                <a:gd name="connsiteX426" fmla="*/ 384941 w 488025"/>
                <a:gd name="connsiteY426" fmla="*/ 241701 h 643122"/>
                <a:gd name="connsiteX427" fmla="*/ 389720 w 488025"/>
                <a:gd name="connsiteY427" fmla="*/ 238875 h 643122"/>
                <a:gd name="connsiteX428" fmla="*/ 392110 w 488025"/>
                <a:gd name="connsiteY428" fmla="*/ 236487 h 643122"/>
                <a:gd name="connsiteX429" fmla="*/ 394701 w 488025"/>
                <a:gd name="connsiteY429" fmla="*/ 233661 h 643122"/>
                <a:gd name="connsiteX430" fmla="*/ 396451 w 488025"/>
                <a:gd name="connsiteY430" fmla="*/ 233661 h 643122"/>
                <a:gd name="connsiteX431" fmla="*/ 401667 w 488025"/>
                <a:gd name="connsiteY431" fmla="*/ 236049 h 643122"/>
                <a:gd name="connsiteX432" fmla="*/ 402542 w 488025"/>
                <a:gd name="connsiteY432" fmla="*/ 241499 h 643122"/>
                <a:gd name="connsiteX433" fmla="*/ 406009 w 488025"/>
                <a:gd name="connsiteY433" fmla="*/ 247789 h 643122"/>
                <a:gd name="connsiteX434" fmla="*/ 412101 w 488025"/>
                <a:gd name="connsiteY434" fmla="*/ 248664 h 643122"/>
                <a:gd name="connsiteX435" fmla="*/ 415365 w 488025"/>
                <a:gd name="connsiteY435" fmla="*/ 246713 h 643122"/>
                <a:gd name="connsiteX436" fmla="*/ 421255 w 488025"/>
                <a:gd name="connsiteY436" fmla="*/ 243887 h 643122"/>
                <a:gd name="connsiteX437" fmla="*/ 424284 w 488025"/>
                <a:gd name="connsiteY437" fmla="*/ 240624 h 643122"/>
                <a:gd name="connsiteX438" fmla="*/ 429702 w 488025"/>
                <a:gd name="connsiteY438" fmla="*/ 235410 h 643122"/>
                <a:gd name="connsiteX439" fmla="*/ 439933 w 488025"/>
                <a:gd name="connsiteY439" fmla="*/ 230398 h 643122"/>
                <a:gd name="connsiteX440" fmla="*/ 447101 w 488025"/>
                <a:gd name="connsiteY440" fmla="*/ 226260 h 643122"/>
                <a:gd name="connsiteX441" fmla="*/ 450164 w 488025"/>
                <a:gd name="connsiteY441" fmla="*/ 228648 h 643122"/>
                <a:gd name="connsiteX442" fmla="*/ 453193 w 488025"/>
                <a:gd name="connsiteY442" fmla="*/ 230398 h 643122"/>
                <a:gd name="connsiteX443" fmla="*/ 456222 w 488025"/>
                <a:gd name="connsiteY443" fmla="*/ 227572 h 643122"/>
                <a:gd name="connsiteX444" fmla="*/ 457332 w 488025"/>
                <a:gd name="connsiteY444" fmla="*/ 222156 h 643122"/>
                <a:gd name="connsiteX445" fmla="*/ 459082 w 488025"/>
                <a:gd name="connsiteY445" fmla="*/ 220844 h 643122"/>
                <a:gd name="connsiteX446" fmla="*/ 464501 w 488025"/>
                <a:gd name="connsiteY446" fmla="*/ 218018 h 643122"/>
                <a:gd name="connsiteX447" fmla="*/ 469515 w 488025"/>
                <a:gd name="connsiteY447" fmla="*/ 218018 h 643122"/>
                <a:gd name="connsiteX448" fmla="*/ 474530 w 488025"/>
                <a:gd name="connsiteY448" fmla="*/ 214318 h 643122"/>
                <a:gd name="connsiteX449" fmla="*/ 477794 w 488025"/>
                <a:gd name="connsiteY449" fmla="*/ 212804 h 643122"/>
                <a:gd name="connsiteX450" fmla="*/ 478232 w 488025"/>
                <a:gd name="connsiteY450" fmla="*/ 212804 h 643122"/>
                <a:gd name="connsiteX451" fmla="*/ 478669 w 488025"/>
                <a:gd name="connsiteY451" fmla="*/ 205404 h 643122"/>
                <a:gd name="connsiteX452" fmla="*/ 478030 w 488025"/>
                <a:gd name="connsiteY452" fmla="*/ 201501 h 643122"/>
                <a:gd name="connsiteX453" fmla="*/ 476515 w 488025"/>
                <a:gd name="connsiteY453" fmla="*/ 196085 h 643122"/>
                <a:gd name="connsiteX454" fmla="*/ 478030 w 488025"/>
                <a:gd name="connsiteY454" fmla="*/ 194572 h 643122"/>
                <a:gd name="connsiteX455" fmla="*/ 481732 w 488025"/>
                <a:gd name="connsiteY455" fmla="*/ 194134 h 643122"/>
                <a:gd name="connsiteX456" fmla="*/ 484996 w 488025"/>
                <a:gd name="connsiteY456" fmla="*/ 187171 h 643122"/>
                <a:gd name="connsiteX457" fmla="*/ 488025 w 488025"/>
                <a:gd name="connsiteY457" fmla="*/ 175868 h 643122"/>
                <a:gd name="connsiteX458" fmla="*/ 481900 w 488025"/>
                <a:gd name="connsiteY458" fmla="*/ 169577 h 64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488025" h="643122">
                  <a:moveTo>
                    <a:pt x="481900" y="169577"/>
                  </a:moveTo>
                  <a:lnTo>
                    <a:pt x="479275" y="158712"/>
                  </a:lnTo>
                  <a:lnTo>
                    <a:pt x="479914" y="147409"/>
                  </a:lnTo>
                  <a:lnTo>
                    <a:pt x="472073" y="137182"/>
                  </a:lnTo>
                  <a:lnTo>
                    <a:pt x="463390" y="126317"/>
                  </a:lnTo>
                  <a:lnTo>
                    <a:pt x="454909" y="117638"/>
                  </a:lnTo>
                  <a:lnTo>
                    <a:pt x="443601" y="110271"/>
                  </a:lnTo>
                  <a:lnTo>
                    <a:pt x="437947" y="104182"/>
                  </a:lnTo>
                  <a:lnTo>
                    <a:pt x="434918" y="92442"/>
                  </a:lnTo>
                  <a:lnTo>
                    <a:pt x="439260" y="90053"/>
                  </a:lnTo>
                  <a:lnTo>
                    <a:pt x="439260" y="81778"/>
                  </a:lnTo>
                  <a:lnTo>
                    <a:pt x="442726" y="77439"/>
                  </a:lnTo>
                  <a:lnTo>
                    <a:pt x="449457" y="75925"/>
                  </a:lnTo>
                  <a:lnTo>
                    <a:pt x="451645" y="72224"/>
                  </a:lnTo>
                  <a:lnTo>
                    <a:pt x="453159" y="65496"/>
                  </a:lnTo>
                  <a:lnTo>
                    <a:pt x="444476" y="62233"/>
                  </a:lnTo>
                  <a:lnTo>
                    <a:pt x="444476" y="59340"/>
                  </a:lnTo>
                  <a:lnTo>
                    <a:pt x="442726" y="52377"/>
                  </a:lnTo>
                  <a:lnTo>
                    <a:pt x="437510" y="51502"/>
                  </a:lnTo>
                  <a:lnTo>
                    <a:pt x="428524" y="52949"/>
                  </a:lnTo>
                  <a:lnTo>
                    <a:pt x="420682" y="52377"/>
                  </a:lnTo>
                  <a:lnTo>
                    <a:pt x="408230" y="50358"/>
                  </a:lnTo>
                  <a:lnTo>
                    <a:pt x="397225" y="49484"/>
                  </a:lnTo>
                  <a:lnTo>
                    <a:pt x="389114" y="49181"/>
                  </a:lnTo>
                  <a:lnTo>
                    <a:pt x="384201" y="47163"/>
                  </a:lnTo>
                  <a:lnTo>
                    <a:pt x="378412" y="44842"/>
                  </a:lnTo>
                  <a:lnTo>
                    <a:pt x="378412" y="42823"/>
                  </a:lnTo>
                  <a:lnTo>
                    <a:pt x="373633" y="41377"/>
                  </a:lnTo>
                  <a:lnTo>
                    <a:pt x="371446" y="36163"/>
                  </a:lnTo>
                  <a:lnTo>
                    <a:pt x="371446" y="29199"/>
                  </a:lnTo>
                  <a:lnTo>
                    <a:pt x="371446" y="26609"/>
                  </a:lnTo>
                  <a:lnTo>
                    <a:pt x="369258" y="24019"/>
                  </a:lnTo>
                  <a:lnTo>
                    <a:pt x="365623" y="24893"/>
                  </a:lnTo>
                  <a:lnTo>
                    <a:pt x="358657" y="24019"/>
                  </a:lnTo>
                  <a:lnTo>
                    <a:pt x="356066" y="20251"/>
                  </a:lnTo>
                  <a:lnTo>
                    <a:pt x="351421" y="14162"/>
                  </a:lnTo>
                  <a:lnTo>
                    <a:pt x="346508" y="13860"/>
                  </a:lnTo>
                  <a:lnTo>
                    <a:pt x="344758" y="15609"/>
                  </a:lnTo>
                  <a:lnTo>
                    <a:pt x="340887" y="17930"/>
                  </a:lnTo>
                  <a:lnTo>
                    <a:pt x="337219" y="22269"/>
                  </a:lnTo>
                  <a:cubicBezTo>
                    <a:pt x="337219" y="22269"/>
                    <a:pt x="338363" y="26037"/>
                    <a:pt x="340113" y="27181"/>
                  </a:cubicBezTo>
                  <a:cubicBezTo>
                    <a:pt x="341864" y="28325"/>
                    <a:pt x="340113" y="32698"/>
                    <a:pt x="340113" y="32698"/>
                  </a:cubicBezTo>
                  <a:lnTo>
                    <a:pt x="340113" y="36768"/>
                  </a:lnTo>
                  <a:lnTo>
                    <a:pt x="338094" y="41410"/>
                  </a:lnTo>
                  <a:lnTo>
                    <a:pt x="336950" y="44606"/>
                  </a:lnTo>
                  <a:lnTo>
                    <a:pt x="325945" y="48071"/>
                  </a:lnTo>
                  <a:lnTo>
                    <a:pt x="322748" y="51267"/>
                  </a:lnTo>
                  <a:lnTo>
                    <a:pt x="318406" y="56178"/>
                  </a:lnTo>
                  <a:lnTo>
                    <a:pt x="313190" y="56178"/>
                  </a:lnTo>
                  <a:lnTo>
                    <a:pt x="306526" y="56178"/>
                  </a:lnTo>
                  <a:lnTo>
                    <a:pt x="302454" y="53151"/>
                  </a:lnTo>
                  <a:lnTo>
                    <a:pt x="299862" y="49517"/>
                  </a:lnTo>
                  <a:lnTo>
                    <a:pt x="298415" y="44875"/>
                  </a:lnTo>
                  <a:lnTo>
                    <a:pt x="298415" y="41410"/>
                  </a:lnTo>
                  <a:lnTo>
                    <a:pt x="298987" y="37071"/>
                  </a:lnTo>
                  <a:lnTo>
                    <a:pt x="304204" y="33606"/>
                  </a:lnTo>
                  <a:lnTo>
                    <a:pt x="309420" y="30713"/>
                  </a:lnTo>
                  <a:lnTo>
                    <a:pt x="312617" y="26945"/>
                  </a:lnTo>
                  <a:lnTo>
                    <a:pt x="319281" y="22303"/>
                  </a:lnTo>
                  <a:lnTo>
                    <a:pt x="319281" y="15340"/>
                  </a:lnTo>
                  <a:lnTo>
                    <a:pt x="314805" y="11572"/>
                  </a:lnTo>
                  <a:lnTo>
                    <a:pt x="308848" y="6661"/>
                  </a:lnTo>
                  <a:lnTo>
                    <a:pt x="308848" y="3465"/>
                  </a:lnTo>
                  <a:lnTo>
                    <a:pt x="305516" y="0"/>
                  </a:lnTo>
                  <a:lnTo>
                    <a:pt x="296968" y="875"/>
                  </a:lnTo>
                  <a:lnTo>
                    <a:pt x="292896" y="1177"/>
                  </a:lnTo>
                  <a:lnTo>
                    <a:pt x="289429" y="3498"/>
                  </a:lnTo>
                  <a:lnTo>
                    <a:pt x="290574" y="10731"/>
                  </a:lnTo>
                  <a:lnTo>
                    <a:pt x="287679" y="14196"/>
                  </a:lnTo>
                  <a:lnTo>
                    <a:pt x="283607" y="17661"/>
                  </a:lnTo>
                  <a:cubicBezTo>
                    <a:pt x="283607" y="17661"/>
                    <a:pt x="278088" y="22572"/>
                    <a:pt x="277819" y="23447"/>
                  </a:cubicBezTo>
                  <a:cubicBezTo>
                    <a:pt x="277549" y="24321"/>
                    <a:pt x="273746" y="28661"/>
                    <a:pt x="273746" y="28661"/>
                  </a:cubicBezTo>
                  <a:cubicBezTo>
                    <a:pt x="273746" y="28661"/>
                    <a:pt x="268530" y="31857"/>
                    <a:pt x="266780" y="31857"/>
                  </a:cubicBezTo>
                  <a:cubicBezTo>
                    <a:pt x="265030" y="31857"/>
                    <a:pt x="260991" y="34481"/>
                    <a:pt x="260991" y="34481"/>
                  </a:cubicBezTo>
                  <a:lnTo>
                    <a:pt x="252308" y="37071"/>
                  </a:lnTo>
                  <a:lnTo>
                    <a:pt x="245645" y="37071"/>
                  </a:lnTo>
                  <a:lnTo>
                    <a:pt x="245409" y="36196"/>
                  </a:lnTo>
                  <a:lnTo>
                    <a:pt x="243592" y="38652"/>
                  </a:lnTo>
                  <a:lnTo>
                    <a:pt x="238476" y="40670"/>
                  </a:lnTo>
                  <a:lnTo>
                    <a:pt x="230736" y="44068"/>
                  </a:lnTo>
                  <a:lnTo>
                    <a:pt x="227101" y="45716"/>
                  </a:lnTo>
                  <a:lnTo>
                    <a:pt x="217543" y="45716"/>
                  </a:lnTo>
                  <a:lnTo>
                    <a:pt x="212764" y="38316"/>
                  </a:lnTo>
                  <a:lnTo>
                    <a:pt x="209937" y="35591"/>
                  </a:lnTo>
                  <a:lnTo>
                    <a:pt x="204721" y="33539"/>
                  </a:lnTo>
                  <a:lnTo>
                    <a:pt x="193211" y="33539"/>
                  </a:lnTo>
                  <a:lnTo>
                    <a:pt x="186918" y="34851"/>
                  </a:lnTo>
                  <a:lnTo>
                    <a:pt x="178975" y="35288"/>
                  </a:lnTo>
                  <a:lnTo>
                    <a:pt x="176687" y="39627"/>
                  </a:lnTo>
                  <a:lnTo>
                    <a:pt x="176687" y="43092"/>
                  </a:lnTo>
                  <a:lnTo>
                    <a:pt x="174061" y="47869"/>
                  </a:lnTo>
                  <a:lnTo>
                    <a:pt x="171235" y="51771"/>
                  </a:lnTo>
                  <a:lnTo>
                    <a:pt x="167533" y="54160"/>
                  </a:lnTo>
                  <a:lnTo>
                    <a:pt x="162956" y="55472"/>
                  </a:lnTo>
                  <a:lnTo>
                    <a:pt x="156426" y="58096"/>
                  </a:lnTo>
                  <a:lnTo>
                    <a:pt x="153398" y="64184"/>
                  </a:lnTo>
                  <a:cubicBezTo>
                    <a:pt x="153398" y="64184"/>
                    <a:pt x="152960" y="68087"/>
                    <a:pt x="152321" y="68524"/>
                  </a:cubicBezTo>
                  <a:cubicBezTo>
                    <a:pt x="151681" y="68961"/>
                    <a:pt x="145792" y="71989"/>
                    <a:pt x="145792" y="71989"/>
                  </a:cubicBezTo>
                  <a:lnTo>
                    <a:pt x="138388" y="67010"/>
                  </a:lnTo>
                  <a:lnTo>
                    <a:pt x="132936" y="63545"/>
                  </a:lnTo>
                  <a:lnTo>
                    <a:pt x="128157" y="67683"/>
                  </a:lnTo>
                  <a:cubicBezTo>
                    <a:pt x="128157" y="67683"/>
                    <a:pt x="126407" y="70071"/>
                    <a:pt x="126205" y="70946"/>
                  </a:cubicBezTo>
                  <a:cubicBezTo>
                    <a:pt x="126003" y="71821"/>
                    <a:pt x="121864" y="73772"/>
                    <a:pt x="122065" y="75084"/>
                  </a:cubicBezTo>
                  <a:cubicBezTo>
                    <a:pt x="122267" y="76396"/>
                    <a:pt x="126407" y="83023"/>
                    <a:pt x="126407" y="83023"/>
                  </a:cubicBezTo>
                  <a:lnTo>
                    <a:pt x="122065" y="87463"/>
                  </a:lnTo>
                  <a:lnTo>
                    <a:pt x="114897" y="87463"/>
                  </a:lnTo>
                  <a:lnTo>
                    <a:pt x="106214" y="87463"/>
                  </a:lnTo>
                  <a:lnTo>
                    <a:pt x="95781" y="87463"/>
                  </a:lnTo>
                  <a:cubicBezTo>
                    <a:pt x="95781" y="87463"/>
                    <a:pt x="93156" y="89414"/>
                    <a:pt x="92752" y="90289"/>
                  </a:cubicBezTo>
                  <a:cubicBezTo>
                    <a:pt x="92315" y="91163"/>
                    <a:pt x="89487" y="94191"/>
                    <a:pt x="88848" y="94628"/>
                  </a:cubicBezTo>
                  <a:cubicBezTo>
                    <a:pt x="88209" y="95066"/>
                    <a:pt x="85382" y="96142"/>
                    <a:pt x="85382" y="96142"/>
                  </a:cubicBezTo>
                  <a:lnTo>
                    <a:pt x="77574" y="97891"/>
                  </a:lnTo>
                  <a:lnTo>
                    <a:pt x="64516" y="97891"/>
                  </a:lnTo>
                  <a:lnTo>
                    <a:pt x="61049" y="97891"/>
                  </a:lnTo>
                  <a:lnTo>
                    <a:pt x="60174" y="101794"/>
                  </a:lnTo>
                  <a:lnTo>
                    <a:pt x="60174" y="103980"/>
                  </a:lnTo>
                  <a:lnTo>
                    <a:pt x="60174" y="109194"/>
                  </a:lnTo>
                  <a:cubicBezTo>
                    <a:pt x="60174" y="109194"/>
                    <a:pt x="58660" y="110069"/>
                    <a:pt x="57987" y="110506"/>
                  </a:cubicBezTo>
                  <a:cubicBezTo>
                    <a:pt x="57348" y="110943"/>
                    <a:pt x="53208" y="111381"/>
                    <a:pt x="52568" y="111583"/>
                  </a:cubicBezTo>
                  <a:cubicBezTo>
                    <a:pt x="52501" y="111616"/>
                    <a:pt x="52434" y="111616"/>
                    <a:pt x="52434" y="111650"/>
                  </a:cubicBezTo>
                  <a:cubicBezTo>
                    <a:pt x="52501" y="111616"/>
                    <a:pt x="52568" y="111448"/>
                    <a:pt x="50179" y="111583"/>
                  </a:cubicBezTo>
                  <a:cubicBezTo>
                    <a:pt x="46679" y="111784"/>
                    <a:pt x="44087" y="111650"/>
                    <a:pt x="44087" y="111650"/>
                  </a:cubicBezTo>
                  <a:lnTo>
                    <a:pt x="41261" y="116158"/>
                  </a:lnTo>
                  <a:cubicBezTo>
                    <a:pt x="41261" y="116158"/>
                    <a:pt x="40184" y="118109"/>
                    <a:pt x="38871" y="119421"/>
                  </a:cubicBezTo>
                  <a:cubicBezTo>
                    <a:pt x="37559" y="120733"/>
                    <a:pt x="34092" y="123760"/>
                    <a:pt x="34092" y="123760"/>
                  </a:cubicBezTo>
                  <a:lnTo>
                    <a:pt x="34092" y="126586"/>
                  </a:lnTo>
                  <a:lnTo>
                    <a:pt x="35842" y="133314"/>
                  </a:lnTo>
                  <a:lnTo>
                    <a:pt x="35842" y="140479"/>
                  </a:lnTo>
                  <a:lnTo>
                    <a:pt x="37592" y="145929"/>
                  </a:lnTo>
                  <a:lnTo>
                    <a:pt x="45198" y="148317"/>
                  </a:lnTo>
                  <a:lnTo>
                    <a:pt x="48900" y="148317"/>
                  </a:lnTo>
                  <a:lnTo>
                    <a:pt x="56708" y="153969"/>
                  </a:lnTo>
                  <a:lnTo>
                    <a:pt x="57819" y="156357"/>
                  </a:lnTo>
                  <a:lnTo>
                    <a:pt x="56069" y="166348"/>
                  </a:lnTo>
                  <a:lnTo>
                    <a:pt x="52165" y="175262"/>
                  </a:lnTo>
                  <a:lnTo>
                    <a:pt x="49775" y="184379"/>
                  </a:lnTo>
                  <a:cubicBezTo>
                    <a:pt x="49775" y="184379"/>
                    <a:pt x="49136" y="186128"/>
                    <a:pt x="49775" y="188281"/>
                  </a:cubicBezTo>
                  <a:cubicBezTo>
                    <a:pt x="50414" y="190468"/>
                    <a:pt x="53679" y="195244"/>
                    <a:pt x="55194" y="194807"/>
                  </a:cubicBezTo>
                  <a:cubicBezTo>
                    <a:pt x="56708" y="194370"/>
                    <a:pt x="62160" y="194841"/>
                    <a:pt x="62160" y="194841"/>
                  </a:cubicBezTo>
                  <a:lnTo>
                    <a:pt x="65189" y="196994"/>
                  </a:lnTo>
                  <a:lnTo>
                    <a:pt x="66064" y="200694"/>
                  </a:lnTo>
                  <a:lnTo>
                    <a:pt x="65425" y="203284"/>
                  </a:lnTo>
                  <a:lnTo>
                    <a:pt x="64112" y="206312"/>
                  </a:lnTo>
                  <a:lnTo>
                    <a:pt x="59771" y="208498"/>
                  </a:lnTo>
                  <a:cubicBezTo>
                    <a:pt x="59771" y="208498"/>
                    <a:pt x="63035" y="212636"/>
                    <a:pt x="62800" y="213511"/>
                  </a:cubicBezTo>
                  <a:cubicBezTo>
                    <a:pt x="62597" y="214385"/>
                    <a:pt x="64112" y="215899"/>
                    <a:pt x="57348" y="220474"/>
                  </a:cubicBezTo>
                  <a:cubicBezTo>
                    <a:pt x="50617" y="225049"/>
                    <a:pt x="47352" y="228077"/>
                    <a:pt x="47352" y="228077"/>
                  </a:cubicBezTo>
                  <a:lnTo>
                    <a:pt x="40184" y="231777"/>
                  </a:lnTo>
                  <a:lnTo>
                    <a:pt x="40823" y="235242"/>
                  </a:lnTo>
                  <a:lnTo>
                    <a:pt x="45400" y="235242"/>
                  </a:lnTo>
                  <a:lnTo>
                    <a:pt x="47790" y="239380"/>
                  </a:lnTo>
                  <a:lnTo>
                    <a:pt x="44962" y="244796"/>
                  </a:lnTo>
                  <a:lnTo>
                    <a:pt x="41934" y="248260"/>
                  </a:lnTo>
                  <a:lnTo>
                    <a:pt x="34126" y="250447"/>
                  </a:lnTo>
                  <a:lnTo>
                    <a:pt x="30861" y="251961"/>
                  </a:lnTo>
                  <a:lnTo>
                    <a:pt x="25847" y="253037"/>
                  </a:lnTo>
                  <a:lnTo>
                    <a:pt x="22145" y="255426"/>
                  </a:lnTo>
                  <a:lnTo>
                    <a:pt x="19755" y="258487"/>
                  </a:lnTo>
                  <a:lnTo>
                    <a:pt x="18443" y="260875"/>
                  </a:lnTo>
                  <a:lnTo>
                    <a:pt x="18443" y="263903"/>
                  </a:lnTo>
                  <a:lnTo>
                    <a:pt x="18443" y="269117"/>
                  </a:lnTo>
                  <a:lnTo>
                    <a:pt x="18443" y="276081"/>
                  </a:lnTo>
                  <a:lnTo>
                    <a:pt x="16928" y="278032"/>
                  </a:lnTo>
                  <a:lnTo>
                    <a:pt x="15616" y="280218"/>
                  </a:lnTo>
                  <a:lnTo>
                    <a:pt x="12149" y="283279"/>
                  </a:lnTo>
                  <a:lnTo>
                    <a:pt x="9760" y="286542"/>
                  </a:lnTo>
                  <a:cubicBezTo>
                    <a:pt x="9760" y="286542"/>
                    <a:pt x="8683" y="287182"/>
                    <a:pt x="8683" y="289133"/>
                  </a:cubicBezTo>
                  <a:cubicBezTo>
                    <a:pt x="8683" y="291084"/>
                    <a:pt x="6731" y="294549"/>
                    <a:pt x="6731" y="294549"/>
                  </a:cubicBezTo>
                  <a:lnTo>
                    <a:pt x="3264" y="298014"/>
                  </a:lnTo>
                  <a:lnTo>
                    <a:pt x="1750" y="299527"/>
                  </a:lnTo>
                  <a:lnTo>
                    <a:pt x="0" y="302151"/>
                  </a:lnTo>
                  <a:lnTo>
                    <a:pt x="2625" y="305179"/>
                  </a:lnTo>
                  <a:lnTo>
                    <a:pt x="3063" y="311032"/>
                  </a:lnTo>
                  <a:lnTo>
                    <a:pt x="3938" y="316684"/>
                  </a:lnTo>
                  <a:lnTo>
                    <a:pt x="4577" y="317995"/>
                  </a:lnTo>
                  <a:lnTo>
                    <a:pt x="4577" y="322133"/>
                  </a:lnTo>
                  <a:lnTo>
                    <a:pt x="7168" y="322133"/>
                  </a:lnTo>
                  <a:lnTo>
                    <a:pt x="10669" y="324320"/>
                  </a:lnTo>
                  <a:lnTo>
                    <a:pt x="15683" y="325632"/>
                  </a:lnTo>
                  <a:lnTo>
                    <a:pt x="19385" y="325632"/>
                  </a:lnTo>
                  <a:lnTo>
                    <a:pt x="24837" y="321292"/>
                  </a:lnTo>
                  <a:lnTo>
                    <a:pt x="30929" y="320418"/>
                  </a:lnTo>
                  <a:lnTo>
                    <a:pt x="34832" y="320619"/>
                  </a:lnTo>
                  <a:lnTo>
                    <a:pt x="34597" y="322571"/>
                  </a:lnTo>
                  <a:lnTo>
                    <a:pt x="34159" y="327347"/>
                  </a:lnTo>
                  <a:lnTo>
                    <a:pt x="33083" y="331485"/>
                  </a:lnTo>
                  <a:lnTo>
                    <a:pt x="31770" y="335623"/>
                  </a:lnTo>
                  <a:lnTo>
                    <a:pt x="28741" y="338246"/>
                  </a:lnTo>
                  <a:lnTo>
                    <a:pt x="26116" y="341711"/>
                  </a:lnTo>
                  <a:lnTo>
                    <a:pt x="24164" y="344537"/>
                  </a:lnTo>
                  <a:cubicBezTo>
                    <a:pt x="24164" y="344537"/>
                    <a:pt x="23727" y="349112"/>
                    <a:pt x="23727" y="349751"/>
                  </a:cubicBezTo>
                  <a:cubicBezTo>
                    <a:pt x="23727" y="350390"/>
                    <a:pt x="25477" y="354965"/>
                    <a:pt x="25477" y="354965"/>
                  </a:cubicBezTo>
                  <a:lnTo>
                    <a:pt x="30255" y="360180"/>
                  </a:lnTo>
                  <a:lnTo>
                    <a:pt x="39174" y="364755"/>
                  </a:lnTo>
                  <a:lnTo>
                    <a:pt x="40688" y="368892"/>
                  </a:lnTo>
                  <a:lnTo>
                    <a:pt x="36347" y="374308"/>
                  </a:lnTo>
                  <a:lnTo>
                    <a:pt x="35472" y="378009"/>
                  </a:lnTo>
                  <a:lnTo>
                    <a:pt x="35236" y="384535"/>
                  </a:lnTo>
                  <a:lnTo>
                    <a:pt x="33049" y="388437"/>
                  </a:lnTo>
                  <a:lnTo>
                    <a:pt x="31972" y="389749"/>
                  </a:lnTo>
                  <a:lnTo>
                    <a:pt x="31333" y="393449"/>
                  </a:lnTo>
                  <a:lnTo>
                    <a:pt x="32208" y="397587"/>
                  </a:lnTo>
                  <a:lnTo>
                    <a:pt x="32409" y="402599"/>
                  </a:lnTo>
                  <a:lnTo>
                    <a:pt x="34799" y="404416"/>
                  </a:lnTo>
                  <a:lnTo>
                    <a:pt x="46612" y="405660"/>
                  </a:lnTo>
                  <a:lnTo>
                    <a:pt x="52400" y="405660"/>
                  </a:lnTo>
                  <a:lnTo>
                    <a:pt x="58492" y="414070"/>
                  </a:lnTo>
                  <a:lnTo>
                    <a:pt x="60242" y="417535"/>
                  </a:lnTo>
                  <a:lnTo>
                    <a:pt x="60545" y="424196"/>
                  </a:lnTo>
                  <a:lnTo>
                    <a:pt x="57650" y="429107"/>
                  </a:lnTo>
                  <a:lnTo>
                    <a:pt x="55900" y="432875"/>
                  </a:lnTo>
                  <a:cubicBezTo>
                    <a:pt x="55900" y="432875"/>
                    <a:pt x="54150" y="437214"/>
                    <a:pt x="54150" y="438964"/>
                  </a:cubicBezTo>
                  <a:cubicBezTo>
                    <a:pt x="54150" y="440713"/>
                    <a:pt x="53578" y="445624"/>
                    <a:pt x="53578" y="445624"/>
                  </a:cubicBezTo>
                  <a:cubicBezTo>
                    <a:pt x="53578" y="445624"/>
                    <a:pt x="50112" y="447945"/>
                    <a:pt x="49237" y="448820"/>
                  </a:cubicBezTo>
                  <a:cubicBezTo>
                    <a:pt x="48362" y="449695"/>
                    <a:pt x="47217" y="452016"/>
                    <a:pt x="47217" y="452016"/>
                  </a:cubicBezTo>
                  <a:lnTo>
                    <a:pt x="46342" y="456591"/>
                  </a:lnTo>
                  <a:lnTo>
                    <a:pt x="46915" y="459551"/>
                  </a:lnTo>
                  <a:lnTo>
                    <a:pt x="50684" y="459551"/>
                  </a:lnTo>
                  <a:cubicBezTo>
                    <a:pt x="50684" y="459551"/>
                    <a:pt x="55328" y="457365"/>
                    <a:pt x="56472" y="456725"/>
                  </a:cubicBezTo>
                  <a:cubicBezTo>
                    <a:pt x="57617" y="456086"/>
                    <a:pt x="64886" y="453160"/>
                    <a:pt x="64886" y="453160"/>
                  </a:cubicBezTo>
                  <a:lnTo>
                    <a:pt x="69228" y="452285"/>
                  </a:lnTo>
                  <a:lnTo>
                    <a:pt x="72997" y="452588"/>
                  </a:lnTo>
                  <a:lnTo>
                    <a:pt x="75891" y="456725"/>
                  </a:lnTo>
                  <a:lnTo>
                    <a:pt x="74747" y="459551"/>
                  </a:lnTo>
                  <a:lnTo>
                    <a:pt x="71852" y="463016"/>
                  </a:lnTo>
                  <a:lnTo>
                    <a:pt x="66636" y="465640"/>
                  </a:lnTo>
                  <a:cubicBezTo>
                    <a:pt x="66636" y="465640"/>
                    <a:pt x="62564" y="466784"/>
                    <a:pt x="61117" y="467658"/>
                  </a:cubicBezTo>
                  <a:cubicBezTo>
                    <a:pt x="59670" y="468533"/>
                    <a:pt x="54150" y="471123"/>
                    <a:pt x="54150" y="471123"/>
                  </a:cubicBezTo>
                  <a:lnTo>
                    <a:pt x="52131" y="476337"/>
                  </a:lnTo>
                  <a:lnTo>
                    <a:pt x="52400" y="483570"/>
                  </a:lnTo>
                  <a:lnTo>
                    <a:pt x="52972" y="487909"/>
                  </a:lnTo>
                  <a:lnTo>
                    <a:pt x="51391" y="491105"/>
                  </a:lnTo>
                  <a:lnTo>
                    <a:pt x="48059" y="497766"/>
                  </a:lnTo>
                  <a:lnTo>
                    <a:pt x="48059" y="500356"/>
                  </a:lnTo>
                  <a:lnTo>
                    <a:pt x="45736" y="504998"/>
                  </a:lnTo>
                  <a:lnTo>
                    <a:pt x="45165" y="510515"/>
                  </a:lnTo>
                  <a:lnTo>
                    <a:pt x="44862" y="513711"/>
                  </a:lnTo>
                  <a:lnTo>
                    <a:pt x="45434" y="519800"/>
                  </a:lnTo>
                  <a:lnTo>
                    <a:pt x="48631" y="521818"/>
                  </a:lnTo>
                  <a:lnTo>
                    <a:pt x="49775" y="524711"/>
                  </a:lnTo>
                  <a:lnTo>
                    <a:pt x="48631" y="529622"/>
                  </a:lnTo>
                  <a:lnTo>
                    <a:pt x="47487" y="533390"/>
                  </a:lnTo>
                  <a:lnTo>
                    <a:pt x="48934" y="536586"/>
                  </a:lnTo>
                  <a:lnTo>
                    <a:pt x="47924" y="541228"/>
                  </a:lnTo>
                  <a:lnTo>
                    <a:pt x="52838" y="541531"/>
                  </a:lnTo>
                  <a:lnTo>
                    <a:pt x="59501" y="546005"/>
                  </a:lnTo>
                  <a:lnTo>
                    <a:pt x="60948" y="553103"/>
                  </a:lnTo>
                  <a:lnTo>
                    <a:pt x="59939" y="553977"/>
                  </a:lnTo>
                  <a:lnTo>
                    <a:pt x="61958" y="558048"/>
                  </a:lnTo>
                  <a:lnTo>
                    <a:pt x="67175" y="558182"/>
                  </a:lnTo>
                  <a:cubicBezTo>
                    <a:pt x="67175" y="558182"/>
                    <a:pt x="71819" y="552094"/>
                    <a:pt x="72391" y="551959"/>
                  </a:cubicBezTo>
                  <a:cubicBezTo>
                    <a:pt x="72963" y="551825"/>
                    <a:pt x="75588" y="548629"/>
                    <a:pt x="75588" y="548629"/>
                  </a:cubicBezTo>
                  <a:cubicBezTo>
                    <a:pt x="75588" y="548629"/>
                    <a:pt x="77910" y="546610"/>
                    <a:pt x="78483" y="546610"/>
                  </a:cubicBezTo>
                  <a:cubicBezTo>
                    <a:pt x="79055" y="546610"/>
                    <a:pt x="81680" y="547351"/>
                    <a:pt x="82117" y="547788"/>
                  </a:cubicBezTo>
                  <a:cubicBezTo>
                    <a:pt x="82555" y="548225"/>
                    <a:pt x="87906" y="553002"/>
                    <a:pt x="87906" y="553002"/>
                  </a:cubicBezTo>
                  <a:lnTo>
                    <a:pt x="89925" y="554146"/>
                  </a:lnTo>
                  <a:cubicBezTo>
                    <a:pt x="89925" y="554146"/>
                    <a:pt x="93391" y="553137"/>
                    <a:pt x="94132" y="552834"/>
                  </a:cubicBezTo>
                  <a:cubicBezTo>
                    <a:pt x="94839" y="552531"/>
                    <a:pt x="97767" y="549503"/>
                    <a:pt x="98204" y="549369"/>
                  </a:cubicBezTo>
                  <a:cubicBezTo>
                    <a:pt x="98642" y="549234"/>
                    <a:pt x="102411" y="546610"/>
                    <a:pt x="102983" y="546476"/>
                  </a:cubicBezTo>
                  <a:cubicBezTo>
                    <a:pt x="103555" y="546341"/>
                    <a:pt x="105305" y="543280"/>
                    <a:pt x="105743" y="543280"/>
                  </a:cubicBezTo>
                  <a:cubicBezTo>
                    <a:pt x="106180" y="543280"/>
                    <a:pt x="108200" y="541699"/>
                    <a:pt x="108200" y="541699"/>
                  </a:cubicBezTo>
                  <a:cubicBezTo>
                    <a:pt x="108200" y="541699"/>
                    <a:pt x="109344" y="541127"/>
                    <a:pt x="109781" y="541127"/>
                  </a:cubicBezTo>
                  <a:cubicBezTo>
                    <a:pt x="110219" y="541127"/>
                    <a:pt x="113988" y="544895"/>
                    <a:pt x="113988" y="544895"/>
                  </a:cubicBezTo>
                  <a:lnTo>
                    <a:pt x="117455" y="546476"/>
                  </a:lnTo>
                  <a:lnTo>
                    <a:pt x="121359" y="550546"/>
                  </a:lnTo>
                  <a:cubicBezTo>
                    <a:pt x="121359" y="550546"/>
                    <a:pt x="123681" y="552127"/>
                    <a:pt x="124118" y="552867"/>
                  </a:cubicBezTo>
                  <a:cubicBezTo>
                    <a:pt x="124556" y="553608"/>
                    <a:pt x="125868" y="554886"/>
                    <a:pt x="126137" y="555626"/>
                  </a:cubicBezTo>
                  <a:cubicBezTo>
                    <a:pt x="126440" y="556366"/>
                    <a:pt x="128460" y="559259"/>
                    <a:pt x="128460" y="559259"/>
                  </a:cubicBezTo>
                  <a:cubicBezTo>
                    <a:pt x="128460" y="559259"/>
                    <a:pt x="129032" y="562724"/>
                    <a:pt x="129032" y="563161"/>
                  </a:cubicBezTo>
                  <a:cubicBezTo>
                    <a:pt x="129032" y="563598"/>
                    <a:pt x="128325" y="565348"/>
                    <a:pt x="128325" y="565348"/>
                  </a:cubicBezTo>
                  <a:cubicBezTo>
                    <a:pt x="128325" y="565348"/>
                    <a:pt x="128190" y="566222"/>
                    <a:pt x="128762" y="567669"/>
                  </a:cubicBezTo>
                  <a:cubicBezTo>
                    <a:pt x="129335" y="569115"/>
                    <a:pt x="129907" y="569990"/>
                    <a:pt x="130075" y="570696"/>
                  </a:cubicBezTo>
                  <a:cubicBezTo>
                    <a:pt x="130210" y="571436"/>
                    <a:pt x="130647" y="573455"/>
                    <a:pt x="130647" y="573455"/>
                  </a:cubicBezTo>
                  <a:cubicBezTo>
                    <a:pt x="130647" y="573455"/>
                    <a:pt x="130210" y="574329"/>
                    <a:pt x="129772" y="574767"/>
                  </a:cubicBezTo>
                  <a:cubicBezTo>
                    <a:pt x="129335" y="575204"/>
                    <a:pt x="125431" y="577223"/>
                    <a:pt x="125431" y="577223"/>
                  </a:cubicBezTo>
                  <a:cubicBezTo>
                    <a:pt x="125431" y="577223"/>
                    <a:pt x="124421" y="578669"/>
                    <a:pt x="123815" y="578972"/>
                  </a:cubicBezTo>
                  <a:cubicBezTo>
                    <a:pt x="123243" y="579275"/>
                    <a:pt x="116411" y="581865"/>
                    <a:pt x="116411" y="581865"/>
                  </a:cubicBezTo>
                  <a:cubicBezTo>
                    <a:pt x="116411" y="581865"/>
                    <a:pt x="115099" y="581999"/>
                    <a:pt x="114661" y="582302"/>
                  </a:cubicBezTo>
                  <a:cubicBezTo>
                    <a:pt x="114224" y="582605"/>
                    <a:pt x="111632" y="584186"/>
                    <a:pt x="111195" y="584758"/>
                  </a:cubicBezTo>
                  <a:cubicBezTo>
                    <a:pt x="110757" y="585330"/>
                    <a:pt x="107291" y="588223"/>
                    <a:pt x="107291" y="588828"/>
                  </a:cubicBezTo>
                  <a:cubicBezTo>
                    <a:pt x="107291" y="589400"/>
                    <a:pt x="106147" y="589568"/>
                    <a:pt x="105137" y="591418"/>
                  </a:cubicBezTo>
                  <a:cubicBezTo>
                    <a:pt x="104127" y="593302"/>
                    <a:pt x="100493" y="595186"/>
                    <a:pt x="100493" y="595186"/>
                  </a:cubicBezTo>
                  <a:cubicBezTo>
                    <a:pt x="100493" y="595186"/>
                    <a:pt x="99921" y="597776"/>
                    <a:pt x="99617" y="598516"/>
                  </a:cubicBezTo>
                  <a:cubicBezTo>
                    <a:pt x="99315" y="599223"/>
                    <a:pt x="99180" y="601847"/>
                    <a:pt x="99180" y="601847"/>
                  </a:cubicBezTo>
                  <a:cubicBezTo>
                    <a:pt x="99180" y="601847"/>
                    <a:pt x="99046" y="602990"/>
                    <a:pt x="99315" y="603428"/>
                  </a:cubicBezTo>
                  <a:cubicBezTo>
                    <a:pt x="99617" y="603865"/>
                    <a:pt x="96858" y="612275"/>
                    <a:pt x="96858" y="612275"/>
                  </a:cubicBezTo>
                  <a:lnTo>
                    <a:pt x="92954" y="616783"/>
                  </a:lnTo>
                  <a:lnTo>
                    <a:pt x="90935" y="619373"/>
                  </a:lnTo>
                  <a:lnTo>
                    <a:pt x="87468" y="622569"/>
                  </a:lnTo>
                  <a:cubicBezTo>
                    <a:pt x="87468" y="622569"/>
                    <a:pt x="83565" y="623578"/>
                    <a:pt x="83396" y="624015"/>
                  </a:cubicBezTo>
                  <a:cubicBezTo>
                    <a:pt x="83261" y="624453"/>
                    <a:pt x="80199" y="624722"/>
                    <a:pt x="80064" y="625327"/>
                  </a:cubicBezTo>
                  <a:cubicBezTo>
                    <a:pt x="79930" y="625899"/>
                    <a:pt x="77473" y="627648"/>
                    <a:pt x="77473" y="628220"/>
                  </a:cubicBezTo>
                  <a:cubicBezTo>
                    <a:pt x="77473" y="628792"/>
                    <a:pt x="78785" y="631685"/>
                    <a:pt x="79189" y="631853"/>
                  </a:cubicBezTo>
                  <a:cubicBezTo>
                    <a:pt x="79627" y="631988"/>
                    <a:pt x="82656" y="633737"/>
                    <a:pt x="83093" y="633872"/>
                  </a:cubicBezTo>
                  <a:cubicBezTo>
                    <a:pt x="83531" y="634006"/>
                    <a:pt x="88882" y="636899"/>
                    <a:pt x="88882" y="636899"/>
                  </a:cubicBezTo>
                  <a:lnTo>
                    <a:pt x="90632" y="637908"/>
                  </a:lnTo>
                  <a:lnTo>
                    <a:pt x="93526" y="639052"/>
                  </a:lnTo>
                  <a:lnTo>
                    <a:pt x="100762" y="643123"/>
                  </a:lnTo>
                  <a:cubicBezTo>
                    <a:pt x="100762" y="643123"/>
                    <a:pt x="104969" y="643123"/>
                    <a:pt x="106113" y="642820"/>
                  </a:cubicBezTo>
                  <a:cubicBezTo>
                    <a:pt x="107257" y="642517"/>
                    <a:pt x="111464" y="641945"/>
                    <a:pt x="111464" y="641945"/>
                  </a:cubicBezTo>
                  <a:cubicBezTo>
                    <a:pt x="111464" y="641945"/>
                    <a:pt x="118868" y="641373"/>
                    <a:pt x="119575" y="641071"/>
                  </a:cubicBezTo>
                  <a:cubicBezTo>
                    <a:pt x="120315" y="640768"/>
                    <a:pt x="122907" y="639759"/>
                    <a:pt x="122907" y="639759"/>
                  </a:cubicBezTo>
                  <a:cubicBezTo>
                    <a:pt x="122907" y="639759"/>
                    <a:pt x="124657" y="638447"/>
                    <a:pt x="125229" y="638447"/>
                  </a:cubicBezTo>
                  <a:cubicBezTo>
                    <a:pt x="125801" y="638447"/>
                    <a:pt x="127686" y="636260"/>
                    <a:pt x="127686" y="636260"/>
                  </a:cubicBezTo>
                  <a:lnTo>
                    <a:pt x="131589" y="637269"/>
                  </a:lnTo>
                  <a:lnTo>
                    <a:pt x="134618" y="637404"/>
                  </a:lnTo>
                  <a:lnTo>
                    <a:pt x="137378" y="635385"/>
                  </a:lnTo>
                  <a:lnTo>
                    <a:pt x="138960" y="634073"/>
                  </a:lnTo>
                  <a:cubicBezTo>
                    <a:pt x="138960" y="634073"/>
                    <a:pt x="140138" y="633502"/>
                    <a:pt x="140979" y="633636"/>
                  </a:cubicBezTo>
                  <a:cubicBezTo>
                    <a:pt x="141854" y="633771"/>
                    <a:pt x="142864" y="633064"/>
                    <a:pt x="144883" y="634343"/>
                  </a:cubicBezTo>
                  <a:cubicBezTo>
                    <a:pt x="146902" y="635655"/>
                    <a:pt x="146902" y="635655"/>
                    <a:pt x="146902" y="635655"/>
                  </a:cubicBezTo>
                  <a:lnTo>
                    <a:pt x="151109" y="635520"/>
                  </a:lnTo>
                  <a:lnTo>
                    <a:pt x="153499" y="633064"/>
                  </a:lnTo>
                  <a:lnTo>
                    <a:pt x="154003" y="630171"/>
                  </a:lnTo>
                  <a:lnTo>
                    <a:pt x="154003" y="627278"/>
                  </a:lnTo>
                  <a:lnTo>
                    <a:pt x="155451" y="625966"/>
                  </a:lnTo>
                  <a:lnTo>
                    <a:pt x="158210" y="623645"/>
                  </a:lnTo>
                  <a:lnTo>
                    <a:pt x="162855" y="622905"/>
                  </a:lnTo>
                  <a:lnTo>
                    <a:pt x="165311" y="622905"/>
                  </a:lnTo>
                  <a:cubicBezTo>
                    <a:pt x="165311" y="622905"/>
                    <a:pt x="166052" y="620584"/>
                    <a:pt x="167330" y="620584"/>
                  </a:cubicBezTo>
                  <a:cubicBezTo>
                    <a:pt x="168643" y="620584"/>
                    <a:pt x="170797" y="619407"/>
                    <a:pt x="171369" y="619407"/>
                  </a:cubicBezTo>
                  <a:cubicBezTo>
                    <a:pt x="171941" y="619407"/>
                    <a:pt x="172244" y="619104"/>
                    <a:pt x="173557" y="619104"/>
                  </a:cubicBezTo>
                  <a:cubicBezTo>
                    <a:pt x="174869" y="619104"/>
                    <a:pt x="177326" y="618801"/>
                    <a:pt x="178639" y="618801"/>
                  </a:cubicBezTo>
                  <a:cubicBezTo>
                    <a:pt x="179951" y="618801"/>
                    <a:pt x="180220" y="618666"/>
                    <a:pt x="182408" y="618936"/>
                  </a:cubicBezTo>
                  <a:cubicBezTo>
                    <a:pt x="184595" y="619238"/>
                    <a:pt x="184730" y="618936"/>
                    <a:pt x="185908" y="618801"/>
                  </a:cubicBezTo>
                  <a:cubicBezTo>
                    <a:pt x="187086" y="618666"/>
                    <a:pt x="189374" y="616917"/>
                    <a:pt x="190384" y="616783"/>
                  </a:cubicBezTo>
                  <a:cubicBezTo>
                    <a:pt x="191394" y="616648"/>
                    <a:pt x="192706" y="614461"/>
                    <a:pt x="192706" y="614461"/>
                  </a:cubicBezTo>
                  <a:lnTo>
                    <a:pt x="198798" y="611770"/>
                  </a:lnTo>
                  <a:lnTo>
                    <a:pt x="200110" y="610694"/>
                  </a:lnTo>
                  <a:lnTo>
                    <a:pt x="205327" y="610694"/>
                  </a:lnTo>
                  <a:lnTo>
                    <a:pt x="210106" y="614596"/>
                  </a:lnTo>
                  <a:lnTo>
                    <a:pt x="216197" y="619945"/>
                  </a:lnTo>
                  <a:cubicBezTo>
                    <a:pt x="216197" y="619945"/>
                    <a:pt x="221851" y="625596"/>
                    <a:pt x="222154" y="626336"/>
                  </a:cubicBezTo>
                  <a:cubicBezTo>
                    <a:pt x="222423" y="627076"/>
                    <a:pt x="225048" y="629095"/>
                    <a:pt x="225048" y="629095"/>
                  </a:cubicBezTo>
                  <a:cubicBezTo>
                    <a:pt x="225048" y="629095"/>
                    <a:pt x="228077" y="630979"/>
                    <a:pt x="228683" y="631281"/>
                  </a:cubicBezTo>
                  <a:cubicBezTo>
                    <a:pt x="229255" y="631584"/>
                    <a:pt x="231443" y="632291"/>
                    <a:pt x="232015" y="632291"/>
                  </a:cubicBezTo>
                  <a:cubicBezTo>
                    <a:pt x="232587" y="632291"/>
                    <a:pt x="235784" y="633300"/>
                    <a:pt x="236928" y="634309"/>
                  </a:cubicBezTo>
                  <a:cubicBezTo>
                    <a:pt x="238072" y="635318"/>
                    <a:pt x="240698" y="635184"/>
                    <a:pt x="240698" y="635184"/>
                  </a:cubicBezTo>
                  <a:lnTo>
                    <a:pt x="243592" y="633737"/>
                  </a:lnTo>
                  <a:cubicBezTo>
                    <a:pt x="243592" y="633737"/>
                    <a:pt x="244904" y="630104"/>
                    <a:pt x="245174" y="629397"/>
                  </a:cubicBezTo>
                  <a:cubicBezTo>
                    <a:pt x="245477" y="628658"/>
                    <a:pt x="245477" y="627211"/>
                    <a:pt x="245477" y="626370"/>
                  </a:cubicBezTo>
                  <a:cubicBezTo>
                    <a:pt x="245477" y="625495"/>
                    <a:pt x="245039" y="621156"/>
                    <a:pt x="245039" y="621156"/>
                  </a:cubicBezTo>
                  <a:lnTo>
                    <a:pt x="240260" y="615942"/>
                  </a:lnTo>
                  <a:cubicBezTo>
                    <a:pt x="240260" y="615942"/>
                    <a:pt x="239957" y="614932"/>
                    <a:pt x="238510" y="613318"/>
                  </a:cubicBezTo>
                  <a:cubicBezTo>
                    <a:pt x="237063" y="611737"/>
                    <a:pt x="235313" y="610559"/>
                    <a:pt x="235448" y="609416"/>
                  </a:cubicBezTo>
                  <a:cubicBezTo>
                    <a:pt x="235582" y="608238"/>
                    <a:pt x="236592" y="604504"/>
                    <a:pt x="236895" y="604067"/>
                  </a:cubicBezTo>
                  <a:cubicBezTo>
                    <a:pt x="237197" y="603630"/>
                    <a:pt x="239217" y="601039"/>
                    <a:pt x="239217" y="601039"/>
                  </a:cubicBezTo>
                  <a:lnTo>
                    <a:pt x="243121" y="598584"/>
                  </a:lnTo>
                  <a:lnTo>
                    <a:pt x="244433" y="596397"/>
                  </a:lnTo>
                  <a:cubicBezTo>
                    <a:pt x="244433" y="596397"/>
                    <a:pt x="247193" y="594379"/>
                    <a:pt x="247631" y="594211"/>
                  </a:cubicBezTo>
                  <a:cubicBezTo>
                    <a:pt x="248068" y="594076"/>
                    <a:pt x="249515" y="591889"/>
                    <a:pt x="249515" y="591889"/>
                  </a:cubicBezTo>
                  <a:lnTo>
                    <a:pt x="253352" y="589198"/>
                  </a:lnTo>
                  <a:lnTo>
                    <a:pt x="251400" y="579005"/>
                  </a:lnTo>
                  <a:lnTo>
                    <a:pt x="251400" y="571605"/>
                  </a:lnTo>
                  <a:lnTo>
                    <a:pt x="244433" y="565314"/>
                  </a:lnTo>
                  <a:lnTo>
                    <a:pt x="244433" y="557711"/>
                  </a:lnTo>
                  <a:lnTo>
                    <a:pt x="255068" y="550109"/>
                  </a:lnTo>
                  <a:lnTo>
                    <a:pt x="258333" y="542506"/>
                  </a:lnTo>
                  <a:lnTo>
                    <a:pt x="261362" y="530564"/>
                  </a:lnTo>
                  <a:lnTo>
                    <a:pt x="262472" y="519934"/>
                  </a:lnTo>
                  <a:lnTo>
                    <a:pt x="264626" y="514081"/>
                  </a:lnTo>
                  <a:lnTo>
                    <a:pt x="262876" y="508631"/>
                  </a:lnTo>
                  <a:cubicBezTo>
                    <a:pt x="262876" y="508631"/>
                    <a:pt x="262001" y="502341"/>
                    <a:pt x="262674" y="502105"/>
                  </a:cubicBezTo>
                  <a:cubicBezTo>
                    <a:pt x="263313" y="501870"/>
                    <a:pt x="268328" y="498842"/>
                    <a:pt x="268328" y="498842"/>
                  </a:cubicBezTo>
                  <a:lnTo>
                    <a:pt x="271794" y="489726"/>
                  </a:lnTo>
                  <a:lnTo>
                    <a:pt x="270482" y="484512"/>
                  </a:lnTo>
                  <a:lnTo>
                    <a:pt x="272636" y="479499"/>
                  </a:lnTo>
                  <a:lnTo>
                    <a:pt x="276775" y="476472"/>
                  </a:lnTo>
                  <a:cubicBezTo>
                    <a:pt x="276775" y="476472"/>
                    <a:pt x="279603" y="476035"/>
                    <a:pt x="280477" y="475597"/>
                  </a:cubicBezTo>
                  <a:cubicBezTo>
                    <a:pt x="281352" y="475160"/>
                    <a:pt x="287208" y="471258"/>
                    <a:pt x="287208" y="471258"/>
                  </a:cubicBezTo>
                  <a:lnTo>
                    <a:pt x="291785" y="467995"/>
                  </a:lnTo>
                  <a:lnTo>
                    <a:pt x="294612" y="462579"/>
                  </a:lnTo>
                  <a:lnTo>
                    <a:pt x="297439" y="457163"/>
                  </a:lnTo>
                  <a:lnTo>
                    <a:pt x="299391" y="454337"/>
                  </a:lnTo>
                  <a:lnTo>
                    <a:pt x="301545" y="452823"/>
                  </a:lnTo>
                  <a:lnTo>
                    <a:pt x="306324" y="449997"/>
                  </a:lnTo>
                  <a:lnTo>
                    <a:pt x="307637" y="445994"/>
                  </a:lnTo>
                  <a:lnTo>
                    <a:pt x="304810" y="443942"/>
                  </a:lnTo>
                  <a:lnTo>
                    <a:pt x="299156" y="443942"/>
                  </a:lnTo>
                  <a:lnTo>
                    <a:pt x="293939" y="443942"/>
                  </a:lnTo>
                  <a:lnTo>
                    <a:pt x="291314" y="439367"/>
                  </a:lnTo>
                  <a:lnTo>
                    <a:pt x="291314" y="436104"/>
                  </a:lnTo>
                  <a:lnTo>
                    <a:pt x="294141" y="429814"/>
                  </a:lnTo>
                  <a:cubicBezTo>
                    <a:pt x="294141" y="429814"/>
                    <a:pt x="297204" y="424599"/>
                    <a:pt x="297843" y="424599"/>
                  </a:cubicBezTo>
                  <a:cubicBezTo>
                    <a:pt x="298483" y="424599"/>
                    <a:pt x="305011" y="420260"/>
                    <a:pt x="305011" y="420260"/>
                  </a:cubicBezTo>
                  <a:lnTo>
                    <a:pt x="308276" y="417434"/>
                  </a:lnTo>
                  <a:lnTo>
                    <a:pt x="314132" y="414407"/>
                  </a:lnTo>
                  <a:lnTo>
                    <a:pt x="317161" y="409428"/>
                  </a:lnTo>
                  <a:cubicBezTo>
                    <a:pt x="317161" y="409428"/>
                    <a:pt x="316723" y="404214"/>
                    <a:pt x="316522" y="403575"/>
                  </a:cubicBezTo>
                  <a:cubicBezTo>
                    <a:pt x="316286" y="402935"/>
                    <a:pt x="312180" y="397486"/>
                    <a:pt x="312180" y="397486"/>
                  </a:cubicBezTo>
                  <a:lnTo>
                    <a:pt x="307603" y="391633"/>
                  </a:lnTo>
                  <a:lnTo>
                    <a:pt x="304136" y="384030"/>
                  </a:lnTo>
                  <a:lnTo>
                    <a:pt x="299559" y="380330"/>
                  </a:lnTo>
                  <a:lnTo>
                    <a:pt x="299122" y="374039"/>
                  </a:lnTo>
                  <a:lnTo>
                    <a:pt x="303026" y="371852"/>
                  </a:lnTo>
                  <a:lnTo>
                    <a:pt x="305214" y="369027"/>
                  </a:lnTo>
                  <a:lnTo>
                    <a:pt x="309117" y="360987"/>
                  </a:lnTo>
                  <a:lnTo>
                    <a:pt x="313896" y="356647"/>
                  </a:lnTo>
                  <a:lnTo>
                    <a:pt x="318238" y="351231"/>
                  </a:lnTo>
                  <a:lnTo>
                    <a:pt x="329310" y="343629"/>
                  </a:lnTo>
                  <a:lnTo>
                    <a:pt x="338431" y="342552"/>
                  </a:lnTo>
                  <a:lnTo>
                    <a:pt x="344959" y="341913"/>
                  </a:lnTo>
                  <a:lnTo>
                    <a:pt x="351253" y="335387"/>
                  </a:lnTo>
                  <a:lnTo>
                    <a:pt x="354080" y="332999"/>
                  </a:lnTo>
                  <a:lnTo>
                    <a:pt x="356671" y="327785"/>
                  </a:lnTo>
                  <a:lnTo>
                    <a:pt x="359061" y="322133"/>
                  </a:lnTo>
                  <a:lnTo>
                    <a:pt x="363099" y="318231"/>
                  </a:lnTo>
                  <a:lnTo>
                    <a:pt x="366027" y="313454"/>
                  </a:lnTo>
                  <a:lnTo>
                    <a:pt x="366027" y="309316"/>
                  </a:lnTo>
                  <a:lnTo>
                    <a:pt x="363638" y="304304"/>
                  </a:lnTo>
                  <a:lnTo>
                    <a:pt x="360374" y="303228"/>
                  </a:lnTo>
                  <a:cubicBezTo>
                    <a:pt x="360374" y="303228"/>
                    <a:pt x="357984" y="300402"/>
                    <a:pt x="357984" y="299325"/>
                  </a:cubicBezTo>
                  <a:cubicBezTo>
                    <a:pt x="357984" y="298249"/>
                    <a:pt x="358186" y="293472"/>
                    <a:pt x="358186" y="293472"/>
                  </a:cubicBezTo>
                  <a:lnTo>
                    <a:pt x="355998" y="289335"/>
                  </a:lnTo>
                  <a:lnTo>
                    <a:pt x="352094" y="287383"/>
                  </a:lnTo>
                  <a:lnTo>
                    <a:pt x="345801" y="283919"/>
                  </a:lnTo>
                  <a:lnTo>
                    <a:pt x="347113" y="280655"/>
                  </a:lnTo>
                  <a:lnTo>
                    <a:pt x="348191" y="276081"/>
                  </a:lnTo>
                  <a:cubicBezTo>
                    <a:pt x="348191" y="276081"/>
                    <a:pt x="351657" y="272178"/>
                    <a:pt x="352330" y="271943"/>
                  </a:cubicBezTo>
                  <a:cubicBezTo>
                    <a:pt x="352969" y="271741"/>
                    <a:pt x="359936" y="268041"/>
                    <a:pt x="359936" y="268041"/>
                  </a:cubicBezTo>
                  <a:lnTo>
                    <a:pt x="365152" y="265652"/>
                  </a:lnTo>
                  <a:lnTo>
                    <a:pt x="372119" y="260438"/>
                  </a:lnTo>
                  <a:lnTo>
                    <a:pt x="374946" y="255863"/>
                  </a:lnTo>
                  <a:lnTo>
                    <a:pt x="375383" y="248698"/>
                  </a:lnTo>
                  <a:lnTo>
                    <a:pt x="376023" y="246511"/>
                  </a:lnTo>
                  <a:lnTo>
                    <a:pt x="379725" y="243450"/>
                  </a:lnTo>
                  <a:lnTo>
                    <a:pt x="384941" y="241701"/>
                  </a:lnTo>
                  <a:lnTo>
                    <a:pt x="389720" y="238875"/>
                  </a:lnTo>
                  <a:lnTo>
                    <a:pt x="392110" y="236487"/>
                  </a:lnTo>
                  <a:lnTo>
                    <a:pt x="394701" y="233661"/>
                  </a:lnTo>
                  <a:lnTo>
                    <a:pt x="396451" y="233661"/>
                  </a:lnTo>
                  <a:lnTo>
                    <a:pt x="401667" y="236049"/>
                  </a:lnTo>
                  <a:lnTo>
                    <a:pt x="402542" y="241499"/>
                  </a:lnTo>
                  <a:lnTo>
                    <a:pt x="406009" y="247789"/>
                  </a:lnTo>
                  <a:lnTo>
                    <a:pt x="412101" y="248664"/>
                  </a:lnTo>
                  <a:lnTo>
                    <a:pt x="415365" y="246713"/>
                  </a:lnTo>
                  <a:lnTo>
                    <a:pt x="421255" y="243887"/>
                  </a:lnTo>
                  <a:lnTo>
                    <a:pt x="424284" y="240624"/>
                  </a:lnTo>
                  <a:cubicBezTo>
                    <a:pt x="424284" y="240624"/>
                    <a:pt x="428861" y="235847"/>
                    <a:pt x="429702" y="235410"/>
                  </a:cubicBezTo>
                  <a:cubicBezTo>
                    <a:pt x="430577" y="234973"/>
                    <a:pt x="439933" y="230398"/>
                    <a:pt x="439933" y="230398"/>
                  </a:cubicBezTo>
                  <a:lnTo>
                    <a:pt x="447101" y="226260"/>
                  </a:lnTo>
                  <a:lnTo>
                    <a:pt x="450164" y="228648"/>
                  </a:lnTo>
                  <a:lnTo>
                    <a:pt x="453193" y="230398"/>
                  </a:lnTo>
                  <a:lnTo>
                    <a:pt x="456222" y="227572"/>
                  </a:lnTo>
                  <a:lnTo>
                    <a:pt x="457332" y="222156"/>
                  </a:lnTo>
                  <a:lnTo>
                    <a:pt x="459082" y="220844"/>
                  </a:lnTo>
                  <a:cubicBezTo>
                    <a:pt x="459082" y="220844"/>
                    <a:pt x="463659" y="218018"/>
                    <a:pt x="464501" y="218018"/>
                  </a:cubicBezTo>
                  <a:cubicBezTo>
                    <a:pt x="465376" y="218018"/>
                    <a:pt x="469515" y="218018"/>
                    <a:pt x="469515" y="218018"/>
                  </a:cubicBezTo>
                  <a:lnTo>
                    <a:pt x="474530" y="214318"/>
                  </a:lnTo>
                  <a:lnTo>
                    <a:pt x="477794" y="212804"/>
                  </a:lnTo>
                  <a:lnTo>
                    <a:pt x="478232" y="212804"/>
                  </a:lnTo>
                  <a:lnTo>
                    <a:pt x="478669" y="205404"/>
                  </a:lnTo>
                  <a:lnTo>
                    <a:pt x="478030" y="201501"/>
                  </a:lnTo>
                  <a:lnTo>
                    <a:pt x="476515" y="196085"/>
                  </a:lnTo>
                  <a:lnTo>
                    <a:pt x="478030" y="194572"/>
                  </a:lnTo>
                  <a:lnTo>
                    <a:pt x="481732" y="194134"/>
                  </a:lnTo>
                  <a:lnTo>
                    <a:pt x="484996" y="187171"/>
                  </a:lnTo>
                  <a:lnTo>
                    <a:pt x="488025" y="175868"/>
                  </a:lnTo>
                  <a:lnTo>
                    <a:pt x="481900" y="169577"/>
                  </a:lnTo>
                  <a:close/>
                </a:path>
              </a:pathLst>
            </a:custGeom>
            <a:grpFill/>
            <a:ln w="6350" cap="flat">
              <a:solidFill>
                <a:schemeClr val="bg1"/>
              </a:solidFill>
              <a:prstDash val="solid"/>
              <a:miter/>
            </a:ln>
          </p:spPr>
          <p:txBody>
            <a:bodyPr rtlCol="0" anchor="ctr"/>
            <a:lstStyle/>
            <a:p>
              <a:endParaRPr lang="en-US"/>
            </a:p>
          </p:txBody>
        </p:sp>
        <p:sp>
          <p:nvSpPr>
            <p:cNvPr id="31" name="Freeform 891">
              <a:extLst>
                <a:ext uri="{FF2B5EF4-FFF2-40B4-BE49-F238E27FC236}">
                  <a16:creationId xmlns:a16="http://schemas.microsoft.com/office/drawing/2014/main" id="{359EBB0C-15E4-AFCA-6714-D830986A66F9}"/>
                </a:ext>
              </a:extLst>
            </p:cNvPr>
            <p:cNvSpPr/>
            <p:nvPr/>
          </p:nvSpPr>
          <p:spPr>
            <a:xfrm>
              <a:off x="7686318" y="3112847"/>
              <a:ext cx="288042" cy="323922"/>
            </a:xfrm>
            <a:custGeom>
              <a:avLst/>
              <a:gdLst>
                <a:gd name="connsiteX0" fmla="*/ 524607 w 553012"/>
                <a:gd name="connsiteY0" fmla="*/ 522356 h 621896"/>
                <a:gd name="connsiteX1" fmla="*/ 525752 w 553012"/>
                <a:gd name="connsiteY1" fmla="*/ 518589 h 621896"/>
                <a:gd name="connsiteX2" fmla="*/ 526896 w 553012"/>
                <a:gd name="connsiteY2" fmla="*/ 513677 h 621896"/>
                <a:gd name="connsiteX3" fmla="*/ 525752 w 553012"/>
                <a:gd name="connsiteY3" fmla="*/ 510784 h 621896"/>
                <a:gd name="connsiteX4" fmla="*/ 522555 w 553012"/>
                <a:gd name="connsiteY4" fmla="*/ 508766 h 621896"/>
                <a:gd name="connsiteX5" fmla="*/ 521983 w 553012"/>
                <a:gd name="connsiteY5" fmla="*/ 502677 h 621896"/>
                <a:gd name="connsiteX6" fmla="*/ 522285 w 553012"/>
                <a:gd name="connsiteY6" fmla="*/ 499481 h 621896"/>
                <a:gd name="connsiteX7" fmla="*/ 522858 w 553012"/>
                <a:gd name="connsiteY7" fmla="*/ 493964 h 621896"/>
                <a:gd name="connsiteX8" fmla="*/ 525180 w 553012"/>
                <a:gd name="connsiteY8" fmla="*/ 489322 h 621896"/>
                <a:gd name="connsiteX9" fmla="*/ 525180 w 553012"/>
                <a:gd name="connsiteY9" fmla="*/ 486732 h 621896"/>
                <a:gd name="connsiteX10" fmla="*/ 528511 w 553012"/>
                <a:gd name="connsiteY10" fmla="*/ 480071 h 621896"/>
                <a:gd name="connsiteX11" fmla="*/ 530093 w 553012"/>
                <a:gd name="connsiteY11" fmla="*/ 476875 h 621896"/>
                <a:gd name="connsiteX12" fmla="*/ 529521 w 553012"/>
                <a:gd name="connsiteY12" fmla="*/ 472536 h 621896"/>
                <a:gd name="connsiteX13" fmla="*/ 529252 w 553012"/>
                <a:gd name="connsiteY13" fmla="*/ 465303 h 621896"/>
                <a:gd name="connsiteX14" fmla="*/ 531271 w 553012"/>
                <a:gd name="connsiteY14" fmla="*/ 460089 h 621896"/>
                <a:gd name="connsiteX15" fmla="*/ 538238 w 553012"/>
                <a:gd name="connsiteY15" fmla="*/ 456624 h 621896"/>
                <a:gd name="connsiteX16" fmla="*/ 543757 w 553012"/>
                <a:gd name="connsiteY16" fmla="*/ 454606 h 621896"/>
                <a:gd name="connsiteX17" fmla="*/ 548974 w 553012"/>
                <a:gd name="connsiteY17" fmla="*/ 451982 h 621896"/>
                <a:gd name="connsiteX18" fmla="*/ 551868 w 553012"/>
                <a:gd name="connsiteY18" fmla="*/ 448517 h 621896"/>
                <a:gd name="connsiteX19" fmla="*/ 553012 w 553012"/>
                <a:gd name="connsiteY19" fmla="*/ 445691 h 621896"/>
                <a:gd name="connsiteX20" fmla="*/ 550118 w 553012"/>
                <a:gd name="connsiteY20" fmla="*/ 441554 h 621896"/>
                <a:gd name="connsiteX21" fmla="*/ 546349 w 553012"/>
                <a:gd name="connsiteY21" fmla="*/ 441251 h 621896"/>
                <a:gd name="connsiteX22" fmla="*/ 542007 w 553012"/>
                <a:gd name="connsiteY22" fmla="*/ 442126 h 621896"/>
                <a:gd name="connsiteX23" fmla="*/ 533593 w 553012"/>
                <a:gd name="connsiteY23" fmla="*/ 445691 h 621896"/>
                <a:gd name="connsiteX24" fmla="*/ 527805 w 553012"/>
                <a:gd name="connsiteY24" fmla="*/ 448517 h 621896"/>
                <a:gd name="connsiteX25" fmla="*/ 524036 w 553012"/>
                <a:gd name="connsiteY25" fmla="*/ 448517 h 621896"/>
                <a:gd name="connsiteX26" fmla="*/ 523463 w 553012"/>
                <a:gd name="connsiteY26" fmla="*/ 445557 h 621896"/>
                <a:gd name="connsiteX27" fmla="*/ 524338 w 553012"/>
                <a:gd name="connsiteY27" fmla="*/ 440982 h 621896"/>
                <a:gd name="connsiteX28" fmla="*/ 526358 w 553012"/>
                <a:gd name="connsiteY28" fmla="*/ 437786 h 621896"/>
                <a:gd name="connsiteX29" fmla="*/ 530699 w 553012"/>
                <a:gd name="connsiteY29" fmla="*/ 434590 h 621896"/>
                <a:gd name="connsiteX30" fmla="*/ 531271 w 553012"/>
                <a:gd name="connsiteY30" fmla="*/ 427930 h 621896"/>
                <a:gd name="connsiteX31" fmla="*/ 533021 w 553012"/>
                <a:gd name="connsiteY31" fmla="*/ 421841 h 621896"/>
                <a:gd name="connsiteX32" fmla="*/ 534771 w 553012"/>
                <a:gd name="connsiteY32" fmla="*/ 418073 h 621896"/>
                <a:gd name="connsiteX33" fmla="*/ 537665 w 553012"/>
                <a:gd name="connsiteY33" fmla="*/ 413162 h 621896"/>
                <a:gd name="connsiteX34" fmla="*/ 537363 w 553012"/>
                <a:gd name="connsiteY34" fmla="*/ 406501 h 621896"/>
                <a:gd name="connsiteX35" fmla="*/ 535613 w 553012"/>
                <a:gd name="connsiteY35" fmla="*/ 403036 h 621896"/>
                <a:gd name="connsiteX36" fmla="*/ 529521 w 553012"/>
                <a:gd name="connsiteY36" fmla="*/ 394627 h 621896"/>
                <a:gd name="connsiteX37" fmla="*/ 523733 w 553012"/>
                <a:gd name="connsiteY37" fmla="*/ 394627 h 621896"/>
                <a:gd name="connsiteX38" fmla="*/ 511920 w 553012"/>
                <a:gd name="connsiteY38" fmla="*/ 393382 h 621896"/>
                <a:gd name="connsiteX39" fmla="*/ 509530 w 553012"/>
                <a:gd name="connsiteY39" fmla="*/ 391565 h 621896"/>
                <a:gd name="connsiteX40" fmla="*/ 509329 w 553012"/>
                <a:gd name="connsiteY40" fmla="*/ 386553 h 621896"/>
                <a:gd name="connsiteX41" fmla="*/ 508453 w 553012"/>
                <a:gd name="connsiteY41" fmla="*/ 382415 h 621896"/>
                <a:gd name="connsiteX42" fmla="*/ 509093 w 553012"/>
                <a:gd name="connsiteY42" fmla="*/ 378715 h 621896"/>
                <a:gd name="connsiteX43" fmla="*/ 510170 w 553012"/>
                <a:gd name="connsiteY43" fmla="*/ 377403 h 621896"/>
                <a:gd name="connsiteX44" fmla="*/ 512358 w 553012"/>
                <a:gd name="connsiteY44" fmla="*/ 373501 h 621896"/>
                <a:gd name="connsiteX45" fmla="*/ 512593 w 553012"/>
                <a:gd name="connsiteY45" fmla="*/ 366975 h 621896"/>
                <a:gd name="connsiteX46" fmla="*/ 513468 w 553012"/>
                <a:gd name="connsiteY46" fmla="*/ 363274 h 621896"/>
                <a:gd name="connsiteX47" fmla="*/ 517810 w 553012"/>
                <a:gd name="connsiteY47" fmla="*/ 357858 h 621896"/>
                <a:gd name="connsiteX48" fmla="*/ 516295 w 553012"/>
                <a:gd name="connsiteY48" fmla="*/ 353721 h 621896"/>
                <a:gd name="connsiteX49" fmla="*/ 507376 w 553012"/>
                <a:gd name="connsiteY49" fmla="*/ 349146 h 621896"/>
                <a:gd name="connsiteX50" fmla="*/ 502598 w 553012"/>
                <a:gd name="connsiteY50" fmla="*/ 343932 h 621896"/>
                <a:gd name="connsiteX51" fmla="*/ 500848 w 553012"/>
                <a:gd name="connsiteY51" fmla="*/ 338717 h 621896"/>
                <a:gd name="connsiteX52" fmla="*/ 501285 w 553012"/>
                <a:gd name="connsiteY52" fmla="*/ 333503 h 621896"/>
                <a:gd name="connsiteX53" fmla="*/ 503237 w 553012"/>
                <a:gd name="connsiteY53" fmla="*/ 330678 h 621896"/>
                <a:gd name="connsiteX54" fmla="*/ 505862 w 553012"/>
                <a:gd name="connsiteY54" fmla="*/ 327213 h 621896"/>
                <a:gd name="connsiteX55" fmla="*/ 508891 w 553012"/>
                <a:gd name="connsiteY55" fmla="*/ 324589 h 621896"/>
                <a:gd name="connsiteX56" fmla="*/ 510204 w 553012"/>
                <a:gd name="connsiteY56" fmla="*/ 320451 h 621896"/>
                <a:gd name="connsiteX57" fmla="*/ 511280 w 553012"/>
                <a:gd name="connsiteY57" fmla="*/ 316313 h 621896"/>
                <a:gd name="connsiteX58" fmla="*/ 511718 w 553012"/>
                <a:gd name="connsiteY58" fmla="*/ 311537 h 621896"/>
                <a:gd name="connsiteX59" fmla="*/ 511954 w 553012"/>
                <a:gd name="connsiteY59" fmla="*/ 309585 h 621896"/>
                <a:gd name="connsiteX60" fmla="*/ 508050 w 553012"/>
                <a:gd name="connsiteY60" fmla="*/ 309384 h 621896"/>
                <a:gd name="connsiteX61" fmla="*/ 501958 w 553012"/>
                <a:gd name="connsiteY61" fmla="*/ 310258 h 621896"/>
                <a:gd name="connsiteX62" fmla="*/ 496506 w 553012"/>
                <a:gd name="connsiteY62" fmla="*/ 314598 h 621896"/>
                <a:gd name="connsiteX63" fmla="*/ 492804 w 553012"/>
                <a:gd name="connsiteY63" fmla="*/ 314598 h 621896"/>
                <a:gd name="connsiteX64" fmla="*/ 487790 w 553012"/>
                <a:gd name="connsiteY64" fmla="*/ 313286 h 621896"/>
                <a:gd name="connsiteX65" fmla="*/ 484289 w 553012"/>
                <a:gd name="connsiteY65" fmla="*/ 311099 h 621896"/>
                <a:gd name="connsiteX66" fmla="*/ 481698 w 553012"/>
                <a:gd name="connsiteY66" fmla="*/ 311099 h 621896"/>
                <a:gd name="connsiteX67" fmla="*/ 481698 w 553012"/>
                <a:gd name="connsiteY67" fmla="*/ 306962 h 621896"/>
                <a:gd name="connsiteX68" fmla="*/ 481059 w 553012"/>
                <a:gd name="connsiteY68" fmla="*/ 305650 h 621896"/>
                <a:gd name="connsiteX69" fmla="*/ 480184 w 553012"/>
                <a:gd name="connsiteY69" fmla="*/ 299998 h 621896"/>
                <a:gd name="connsiteX70" fmla="*/ 479746 w 553012"/>
                <a:gd name="connsiteY70" fmla="*/ 294145 h 621896"/>
                <a:gd name="connsiteX71" fmla="*/ 477121 w 553012"/>
                <a:gd name="connsiteY71" fmla="*/ 291117 h 621896"/>
                <a:gd name="connsiteX72" fmla="*/ 478871 w 553012"/>
                <a:gd name="connsiteY72" fmla="*/ 288494 h 621896"/>
                <a:gd name="connsiteX73" fmla="*/ 480386 w 553012"/>
                <a:gd name="connsiteY73" fmla="*/ 286980 h 621896"/>
                <a:gd name="connsiteX74" fmla="*/ 483852 w 553012"/>
                <a:gd name="connsiteY74" fmla="*/ 283515 h 621896"/>
                <a:gd name="connsiteX75" fmla="*/ 485804 w 553012"/>
                <a:gd name="connsiteY75" fmla="*/ 278099 h 621896"/>
                <a:gd name="connsiteX76" fmla="*/ 486881 w 553012"/>
                <a:gd name="connsiteY76" fmla="*/ 275508 h 621896"/>
                <a:gd name="connsiteX77" fmla="*/ 489270 w 553012"/>
                <a:gd name="connsiteY77" fmla="*/ 272246 h 621896"/>
                <a:gd name="connsiteX78" fmla="*/ 492737 w 553012"/>
                <a:gd name="connsiteY78" fmla="*/ 269184 h 621896"/>
                <a:gd name="connsiteX79" fmla="*/ 494049 w 553012"/>
                <a:gd name="connsiteY79" fmla="*/ 266998 h 621896"/>
                <a:gd name="connsiteX80" fmla="*/ 495564 w 553012"/>
                <a:gd name="connsiteY80" fmla="*/ 265047 h 621896"/>
                <a:gd name="connsiteX81" fmla="*/ 495564 w 553012"/>
                <a:gd name="connsiteY81" fmla="*/ 258083 h 621896"/>
                <a:gd name="connsiteX82" fmla="*/ 495564 w 553012"/>
                <a:gd name="connsiteY82" fmla="*/ 252869 h 621896"/>
                <a:gd name="connsiteX83" fmla="*/ 495564 w 553012"/>
                <a:gd name="connsiteY83" fmla="*/ 249841 h 621896"/>
                <a:gd name="connsiteX84" fmla="*/ 496876 w 553012"/>
                <a:gd name="connsiteY84" fmla="*/ 247453 h 621896"/>
                <a:gd name="connsiteX85" fmla="*/ 499266 w 553012"/>
                <a:gd name="connsiteY85" fmla="*/ 244392 h 621896"/>
                <a:gd name="connsiteX86" fmla="*/ 502968 w 553012"/>
                <a:gd name="connsiteY86" fmla="*/ 242004 h 621896"/>
                <a:gd name="connsiteX87" fmla="*/ 507982 w 553012"/>
                <a:gd name="connsiteY87" fmla="*/ 240927 h 621896"/>
                <a:gd name="connsiteX88" fmla="*/ 511247 w 553012"/>
                <a:gd name="connsiteY88" fmla="*/ 239413 h 621896"/>
                <a:gd name="connsiteX89" fmla="*/ 519055 w 553012"/>
                <a:gd name="connsiteY89" fmla="*/ 237227 h 621896"/>
                <a:gd name="connsiteX90" fmla="*/ 522083 w 553012"/>
                <a:gd name="connsiteY90" fmla="*/ 233762 h 621896"/>
                <a:gd name="connsiteX91" fmla="*/ 524911 w 553012"/>
                <a:gd name="connsiteY91" fmla="*/ 228346 h 621896"/>
                <a:gd name="connsiteX92" fmla="*/ 522521 w 553012"/>
                <a:gd name="connsiteY92" fmla="*/ 224208 h 621896"/>
                <a:gd name="connsiteX93" fmla="*/ 517944 w 553012"/>
                <a:gd name="connsiteY93" fmla="*/ 224208 h 621896"/>
                <a:gd name="connsiteX94" fmla="*/ 517305 w 553012"/>
                <a:gd name="connsiteY94" fmla="*/ 220743 h 621896"/>
                <a:gd name="connsiteX95" fmla="*/ 524473 w 553012"/>
                <a:gd name="connsiteY95" fmla="*/ 217043 h 621896"/>
                <a:gd name="connsiteX96" fmla="*/ 534468 w 553012"/>
                <a:gd name="connsiteY96" fmla="*/ 209440 h 621896"/>
                <a:gd name="connsiteX97" fmla="*/ 539920 w 553012"/>
                <a:gd name="connsiteY97" fmla="*/ 202477 h 621896"/>
                <a:gd name="connsiteX98" fmla="*/ 536891 w 553012"/>
                <a:gd name="connsiteY98" fmla="*/ 197465 h 621896"/>
                <a:gd name="connsiteX99" fmla="*/ 541233 w 553012"/>
                <a:gd name="connsiteY99" fmla="*/ 195278 h 621896"/>
                <a:gd name="connsiteX100" fmla="*/ 542546 w 553012"/>
                <a:gd name="connsiteY100" fmla="*/ 192250 h 621896"/>
                <a:gd name="connsiteX101" fmla="*/ 543185 w 553012"/>
                <a:gd name="connsiteY101" fmla="*/ 189660 h 621896"/>
                <a:gd name="connsiteX102" fmla="*/ 542310 w 553012"/>
                <a:gd name="connsiteY102" fmla="*/ 185960 h 621896"/>
                <a:gd name="connsiteX103" fmla="*/ 539281 w 553012"/>
                <a:gd name="connsiteY103" fmla="*/ 183807 h 621896"/>
                <a:gd name="connsiteX104" fmla="*/ 532314 w 553012"/>
                <a:gd name="connsiteY104" fmla="*/ 183773 h 621896"/>
                <a:gd name="connsiteX105" fmla="*/ 526896 w 553012"/>
                <a:gd name="connsiteY105" fmla="*/ 177247 h 621896"/>
                <a:gd name="connsiteX106" fmla="*/ 526896 w 553012"/>
                <a:gd name="connsiteY106" fmla="*/ 173345 h 621896"/>
                <a:gd name="connsiteX107" fmla="*/ 529285 w 553012"/>
                <a:gd name="connsiteY107" fmla="*/ 164229 h 621896"/>
                <a:gd name="connsiteX108" fmla="*/ 533190 w 553012"/>
                <a:gd name="connsiteY108" fmla="*/ 155314 h 621896"/>
                <a:gd name="connsiteX109" fmla="*/ 534940 w 553012"/>
                <a:gd name="connsiteY109" fmla="*/ 145323 h 621896"/>
                <a:gd name="connsiteX110" fmla="*/ 533829 w 553012"/>
                <a:gd name="connsiteY110" fmla="*/ 142935 h 621896"/>
                <a:gd name="connsiteX111" fmla="*/ 526021 w 553012"/>
                <a:gd name="connsiteY111" fmla="*/ 137283 h 621896"/>
                <a:gd name="connsiteX112" fmla="*/ 522319 w 553012"/>
                <a:gd name="connsiteY112" fmla="*/ 137283 h 621896"/>
                <a:gd name="connsiteX113" fmla="*/ 514713 w 553012"/>
                <a:gd name="connsiteY113" fmla="*/ 134895 h 621896"/>
                <a:gd name="connsiteX114" fmla="*/ 512963 w 553012"/>
                <a:gd name="connsiteY114" fmla="*/ 129445 h 621896"/>
                <a:gd name="connsiteX115" fmla="*/ 512963 w 553012"/>
                <a:gd name="connsiteY115" fmla="*/ 122280 h 621896"/>
                <a:gd name="connsiteX116" fmla="*/ 511213 w 553012"/>
                <a:gd name="connsiteY116" fmla="*/ 115552 h 621896"/>
                <a:gd name="connsiteX117" fmla="*/ 511213 w 553012"/>
                <a:gd name="connsiteY117" fmla="*/ 112726 h 621896"/>
                <a:gd name="connsiteX118" fmla="*/ 508016 w 553012"/>
                <a:gd name="connsiteY118" fmla="*/ 115418 h 621896"/>
                <a:gd name="connsiteX119" fmla="*/ 506434 w 553012"/>
                <a:gd name="connsiteY119" fmla="*/ 120497 h 621896"/>
                <a:gd name="connsiteX120" fmla="*/ 502799 w 553012"/>
                <a:gd name="connsiteY120" fmla="*/ 120363 h 621896"/>
                <a:gd name="connsiteX121" fmla="*/ 501083 w 553012"/>
                <a:gd name="connsiteY121" fmla="*/ 121809 h 621896"/>
                <a:gd name="connsiteX122" fmla="*/ 497314 w 553012"/>
                <a:gd name="connsiteY122" fmla="*/ 118344 h 621896"/>
                <a:gd name="connsiteX123" fmla="*/ 497314 w 553012"/>
                <a:gd name="connsiteY123" fmla="*/ 115586 h 621896"/>
                <a:gd name="connsiteX124" fmla="*/ 497314 w 553012"/>
                <a:gd name="connsiteY124" fmla="*/ 114005 h 621896"/>
                <a:gd name="connsiteX125" fmla="*/ 495497 w 553012"/>
                <a:gd name="connsiteY125" fmla="*/ 111549 h 621896"/>
                <a:gd name="connsiteX126" fmla="*/ 493982 w 553012"/>
                <a:gd name="connsiteY126" fmla="*/ 112121 h 621896"/>
                <a:gd name="connsiteX127" fmla="*/ 492838 w 553012"/>
                <a:gd name="connsiteY127" fmla="*/ 113870 h 621896"/>
                <a:gd name="connsiteX128" fmla="*/ 491256 w 553012"/>
                <a:gd name="connsiteY128" fmla="*/ 115451 h 621896"/>
                <a:gd name="connsiteX129" fmla="*/ 488631 w 553012"/>
                <a:gd name="connsiteY129" fmla="*/ 116763 h 621896"/>
                <a:gd name="connsiteX130" fmla="*/ 486309 w 553012"/>
                <a:gd name="connsiteY130" fmla="*/ 117200 h 621896"/>
                <a:gd name="connsiteX131" fmla="*/ 483987 w 553012"/>
                <a:gd name="connsiteY131" fmla="*/ 116326 h 621896"/>
                <a:gd name="connsiteX132" fmla="*/ 480958 w 553012"/>
                <a:gd name="connsiteY132" fmla="*/ 113298 h 621896"/>
                <a:gd name="connsiteX133" fmla="*/ 479073 w 553012"/>
                <a:gd name="connsiteY133" fmla="*/ 111986 h 621896"/>
                <a:gd name="connsiteX134" fmla="*/ 478063 w 553012"/>
                <a:gd name="connsiteY134" fmla="*/ 109093 h 621896"/>
                <a:gd name="connsiteX135" fmla="*/ 478636 w 553012"/>
                <a:gd name="connsiteY135" fmla="*/ 107075 h 621896"/>
                <a:gd name="connsiteX136" fmla="*/ 480655 w 553012"/>
                <a:gd name="connsiteY136" fmla="*/ 104888 h 621896"/>
                <a:gd name="connsiteX137" fmla="*/ 483549 w 553012"/>
                <a:gd name="connsiteY137" fmla="*/ 103745 h 621896"/>
                <a:gd name="connsiteX138" fmla="*/ 486006 w 553012"/>
                <a:gd name="connsiteY138" fmla="*/ 102601 h 621896"/>
                <a:gd name="connsiteX139" fmla="*/ 486881 w 553012"/>
                <a:gd name="connsiteY139" fmla="*/ 100145 h 621896"/>
                <a:gd name="connsiteX140" fmla="*/ 483414 w 553012"/>
                <a:gd name="connsiteY140" fmla="*/ 99573 h 621896"/>
                <a:gd name="connsiteX141" fmla="*/ 480217 w 553012"/>
                <a:gd name="connsiteY141" fmla="*/ 98833 h 621896"/>
                <a:gd name="connsiteX142" fmla="*/ 476145 w 553012"/>
                <a:gd name="connsiteY142" fmla="*/ 98699 h 621896"/>
                <a:gd name="connsiteX143" fmla="*/ 475438 w 553012"/>
                <a:gd name="connsiteY143" fmla="*/ 96512 h 621896"/>
                <a:gd name="connsiteX144" fmla="*/ 476313 w 553012"/>
                <a:gd name="connsiteY144" fmla="*/ 93619 h 621896"/>
                <a:gd name="connsiteX145" fmla="*/ 477121 w 553012"/>
                <a:gd name="connsiteY145" fmla="*/ 90154 h 621896"/>
                <a:gd name="connsiteX146" fmla="*/ 478636 w 553012"/>
                <a:gd name="connsiteY146" fmla="*/ 88405 h 621896"/>
                <a:gd name="connsiteX147" fmla="*/ 480386 w 553012"/>
                <a:gd name="connsiteY147" fmla="*/ 86521 h 621896"/>
                <a:gd name="connsiteX148" fmla="*/ 482708 w 553012"/>
                <a:gd name="connsiteY148" fmla="*/ 84940 h 621896"/>
                <a:gd name="connsiteX149" fmla="*/ 484592 w 553012"/>
                <a:gd name="connsiteY149" fmla="*/ 82753 h 621896"/>
                <a:gd name="connsiteX150" fmla="*/ 486914 w 553012"/>
                <a:gd name="connsiteY150" fmla="*/ 80163 h 621896"/>
                <a:gd name="connsiteX151" fmla="*/ 487487 w 553012"/>
                <a:gd name="connsiteY151" fmla="*/ 79289 h 621896"/>
                <a:gd name="connsiteX152" fmla="*/ 488059 w 553012"/>
                <a:gd name="connsiteY152" fmla="*/ 77842 h 621896"/>
                <a:gd name="connsiteX153" fmla="*/ 488631 w 553012"/>
                <a:gd name="connsiteY153" fmla="*/ 75656 h 621896"/>
                <a:gd name="connsiteX154" fmla="*/ 488631 w 553012"/>
                <a:gd name="connsiteY154" fmla="*/ 73469 h 621896"/>
                <a:gd name="connsiteX155" fmla="*/ 486309 w 553012"/>
                <a:gd name="connsiteY155" fmla="*/ 70004 h 621896"/>
                <a:gd name="connsiteX156" fmla="*/ 484862 w 553012"/>
                <a:gd name="connsiteY156" fmla="*/ 68995 h 621896"/>
                <a:gd name="connsiteX157" fmla="*/ 481530 w 553012"/>
                <a:gd name="connsiteY157" fmla="*/ 70004 h 621896"/>
                <a:gd name="connsiteX158" fmla="*/ 481261 w 553012"/>
                <a:gd name="connsiteY158" fmla="*/ 68558 h 621896"/>
                <a:gd name="connsiteX159" fmla="*/ 479813 w 553012"/>
                <a:gd name="connsiteY159" fmla="*/ 66976 h 621896"/>
                <a:gd name="connsiteX160" fmla="*/ 480116 w 553012"/>
                <a:gd name="connsiteY160" fmla="*/ 65664 h 621896"/>
                <a:gd name="connsiteX161" fmla="*/ 480991 w 553012"/>
                <a:gd name="connsiteY161" fmla="*/ 64790 h 621896"/>
                <a:gd name="connsiteX162" fmla="*/ 482439 w 553012"/>
                <a:gd name="connsiteY162" fmla="*/ 63478 h 621896"/>
                <a:gd name="connsiteX163" fmla="*/ 483448 w 553012"/>
                <a:gd name="connsiteY163" fmla="*/ 61729 h 621896"/>
                <a:gd name="connsiteX164" fmla="*/ 483448 w 553012"/>
                <a:gd name="connsiteY164" fmla="*/ 58533 h 621896"/>
                <a:gd name="connsiteX165" fmla="*/ 481833 w 553012"/>
                <a:gd name="connsiteY165" fmla="*/ 56784 h 621896"/>
                <a:gd name="connsiteX166" fmla="*/ 479813 w 553012"/>
                <a:gd name="connsiteY166" fmla="*/ 54900 h 621896"/>
                <a:gd name="connsiteX167" fmla="*/ 476179 w 553012"/>
                <a:gd name="connsiteY167" fmla="*/ 51570 h 621896"/>
                <a:gd name="connsiteX168" fmla="*/ 474732 w 553012"/>
                <a:gd name="connsiteY168" fmla="*/ 51132 h 621896"/>
                <a:gd name="connsiteX169" fmla="*/ 472410 w 553012"/>
                <a:gd name="connsiteY169" fmla="*/ 48676 h 621896"/>
                <a:gd name="connsiteX170" fmla="*/ 468943 w 553012"/>
                <a:gd name="connsiteY170" fmla="*/ 46355 h 621896"/>
                <a:gd name="connsiteX171" fmla="*/ 468236 w 553012"/>
                <a:gd name="connsiteY171" fmla="*/ 45918 h 621896"/>
                <a:gd name="connsiteX172" fmla="*/ 466217 w 553012"/>
                <a:gd name="connsiteY172" fmla="*/ 44169 h 621896"/>
                <a:gd name="connsiteX173" fmla="*/ 464029 w 553012"/>
                <a:gd name="connsiteY173" fmla="*/ 44034 h 621896"/>
                <a:gd name="connsiteX174" fmla="*/ 461135 w 553012"/>
                <a:gd name="connsiteY174" fmla="*/ 45044 h 621896"/>
                <a:gd name="connsiteX175" fmla="*/ 458106 w 553012"/>
                <a:gd name="connsiteY175" fmla="*/ 46490 h 621896"/>
                <a:gd name="connsiteX176" fmla="*/ 456222 w 553012"/>
                <a:gd name="connsiteY176" fmla="*/ 47230 h 621896"/>
                <a:gd name="connsiteX177" fmla="*/ 451746 w 553012"/>
                <a:gd name="connsiteY177" fmla="*/ 50863 h 621896"/>
                <a:gd name="connsiteX178" fmla="*/ 450164 w 553012"/>
                <a:gd name="connsiteY178" fmla="*/ 51738 h 621896"/>
                <a:gd name="connsiteX179" fmla="*/ 448717 w 553012"/>
                <a:gd name="connsiteY179" fmla="*/ 53756 h 621896"/>
                <a:gd name="connsiteX180" fmla="*/ 444947 w 553012"/>
                <a:gd name="connsiteY180" fmla="*/ 57961 h 621896"/>
                <a:gd name="connsiteX181" fmla="*/ 442793 w 553012"/>
                <a:gd name="connsiteY181" fmla="*/ 61594 h 621896"/>
                <a:gd name="connsiteX182" fmla="*/ 438014 w 553012"/>
                <a:gd name="connsiteY182" fmla="*/ 65227 h 621896"/>
                <a:gd name="connsiteX183" fmla="*/ 430610 w 553012"/>
                <a:gd name="connsiteY183" fmla="*/ 71181 h 621896"/>
                <a:gd name="connsiteX184" fmla="*/ 428726 w 553012"/>
                <a:gd name="connsiteY184" fmla="*/ 74377 h 621896"/>
                <a:gd name="connsiteX185" fmla="*/ 426841 w 553012"/>
                <a:gd name="connsiteY185" fmla="*/ 75689 h 621896"/>
                <a:gd name="connsiteX186" fmla="*/ 423812 w 553012"/>
                <a:gd name="connsiteY186" fmla="*/ 78448 h 621896"/>
                <a:gd name="connsiteX187" fmla="*/ 420918 w 553012"/>
                <a:gd name="connsiteY187" fmla="*/ 79188 h 621896"/>
                <a:gd name="connsiteX188" fmla="*/ 420918 w 553012"/>
                <a:gd name="connsiteY188" fmla="*/ 75723 h 621896"/>
                <a:gd name="connsiteX189" fmla="*/ 420918 w 553012"/>
                <a:gd name="connsiteY189" fmla="*/ 72695 h 621896"/>
                <a:gd name="connsiteX190" fmla="*/ 419975 w 553012"/>
                <a:gd name="connsiteY190" fmla="*/ 70811 h 621896"/>
                <a:gd name="connsiteX191" fmla="*/ 417586 w 553012"/>
                <a:gd name="connsiteY191" fmla="*/ 70240 h 621896"/>
                <a:gd name="connsiteX192" fmla="*/ 415264 w 553012"/>
                <a:gd name="connsiteY192" fmla="*/ 72561 h 621896"/>
                <a:gd name="connsiteX193" fmla="*/ 413077 w 553012"/>
                <a:gd name="connsiteY193" fmla="*/ 73570 h 621896"/>
                <a:gd name="connsiteX194" fmla="*/ 409745 w 553012"/>
                <a:gd name="connsiteY194" fmla="*/ 72392 h 621896"/>
                <a:gd name="connsiteX195" fmla="*/ 407860 w 553012"/>
                <a:gd name="connsiteY195" fmla="*/ 70206 h 621896"/>
                <a:gd name="connsiteX196" fmla="*/ 405639 w 553012"/>
                <a:gd name="connsiteY196" fmla="*/ 67750 h 621896"/>
                <a:gd name="connsiteX197" fmla="*/ 404966 w 553012"/>
                <a:gd name="connsiteY197" fmla="*/ 63982 h 621896"/>
                <a:gd name="connsiteX198" fmla="*/ 405504 w 553012"/>
                <a:gd name="connsiteY198" fmla="*/ 59643 h 621896"/>
                <a:gd name="connsiteX199" fmla="*/ 405369 w 553012"/>
                <a:gd name="connsiteY199" fmla="*/ 56178 h 621896"/>
                <a:gd name="connsiteX200" fmla="*/ 405235 w 553012"/>
                <a:gd name="connsiteY200" fmla="*/ 51099 h 621896"/>
                <a:gd name="connsiteX201" fmla="*/ 405235 w 553012"/>
                <a:gd name="connsiteY201" fmla="*/ 49652 h 621896"/>
                <a:gd name="connsiteX202" fmla="*/ 405235 w 553012"/>
                <a:gd name="connsiteY202" fmla="*/ 44438 h 621896"/>
                <a:gd name="connsiteX203" fmla="*/ 405235 w 553012"/>
                <a:gd name="connsiteY203" fmla="*/ 41242 h 621896"/>
                <a:gd name="connsiteX204" fmla="*/ 404427 w 553012"/>
                <a:gd name="connsiteY204" fmla="*/ 38215 h 621896"/>
                <a:gd name="connsiteX205" fmla="*/ 403619 w 553012"/>
                <a:gd name="connsiteY205" fmla="*/ 37643 h 621896"/>
                <a:gd name="connsiteX206" fmla="*/ 402038 w 553012"/>
                <a:gd name="connsiteY206" fmla="*/ 35624 h 621896"/>
                <a:gd name="connsiteX207" fmla="*/ 399850 w 553012"/>
                <a:gd name="connsiteY207" fmla="*/ 35624 h 621896"/>
                <a:gd name="connsiteX208" fmla="*/ 396384 w 553012"/>
                <a:gd name="connsiteY208" fmla="*/ 35624 h 621896"/>
                <a:gd name="connsiteX209" fmla="*/ 391436 w 553012"/>
                <a:gd name="connsiteY209" fmla="*/ 36768 h 621896"/>
                <a:gd name="connsiteX210" fmla="*/ 389552 w 553012"/>
                <a:gd name="connsiteY210" fmla="*/ 38652 h 621896"/>
                <a:gd name="connsiteX211" fmla="*/ 387667 w 553012"/>
                <a:gd name="connsiteY211" fmla="*/ 41680 h 621896"/>
                <a:gd name="connsiteX212" fmla="*/ 385648 w 553012"/>
                <a:gd name="connsiteY212" fmla="*/ 44707 h 621896"/>
                <a:gd name="connsiteX213" fmla="*/ 383595 w 553012"/>
                <a:gd name="connsiteY213" fmla="*/ 47903 h 621896"/>
                <a:gd name="connsiteX214" fmla="*/ 382013 w 553012"/>
                <a:gd name="connsiteY214" fmla="*/ 50796 h 621896"/>
                <a:gd name="connsiteX215" fmla="*/ 378547 w 553012"/>
                <a:gd name="connsiteY215" fmla="*/ 53992 h 621896"/>
                <a:gd name="connsiteX216" fmla="*/ 376090 w 553012"/>
                <a:gd name="connsiteY216" fmla="*/ 51805 h 621896"/>
                <a:gd name="connsiteX217" fmla="*/ 371311 w 553012"/>
                <a:gd name="connsiteY217" fmla="*/ 52242 h 621896"/>
                <a:gd name="connsiteX218" fmla="*/ 368114 w 553012"/>
                <a:gd name="connsiteY218" fmla="*/ 52242 h 621896"/>
                <a:gd name="connsiteX219" fmla="*/ 364344 w 553012"/>
                <a:gd name="connsiteY219" fmla="*/ 54563 h 621896"/>
                <a:gd name="connsiteX220" fmla="*/ 361888 w 553012"/>
                <a:gd name="connsiteY220" fmla="*/ 55135 h 621896"/>
                <a:gd name="connsiteX221" fmla="*/ 359263 w 553012"/>
                <a:gd name="connsiteY221" fmla="*/ 59777 h 621896"/>
                <a:gd name="connsiteX222" fmla="*/ 356940 w 553012"/>
                <a:gd name="connsiteY222" fmla="*/ 62099 h 621896"/>
                <a:gd name="connsiteX223" fmla="*/ 355056 w 553012"/>
                <a:gd name="connsiteY223" fmla="*/ 64420 h 621896"/>
                <a:gd name="connsiteX224" fmla="*/ 351286 w 553012"/>
                <a:gd name="connsiteY224" fmla="*/ 66573 h 621896"/>
                <a:gd name="connsiteX225" fmla="*/ 348392 w 553012"/>
                <a:gd name="connsiteY225" fmla="*/ 66876 h 621896"/>
                <a:gd name="connsiteX226" fmla="*/ 346070 w 553012"/>
                <a:gd name="connsiteY226" fmla="*/ 65429 h 621896"/>
                <a:gd name="connsiteX227" fmla="*/ 344320 w 553012"/>
                <a:gd name="connsiteY227" fmla="*/ 61796 h 621896"/>
                <a:gd name="connsiteX228" fmla="*/ 344320 w 553012"/>
                <a:gd name="connsiteY228" fmla="*/ 60047 h 621896"/>
                <a:gd name="connsiteX229" fmla="*/ 341931 w 553012"/>
                <a:gd name="connsiteY229" fmla="*/ 57288 h 621896"/>
                <a:gd name="connsiteX230" fmla="*/ 340854 w 553012"/>
                <a:gd name="connsiteY230" fmla="*/ 58298 h 621896"/>
                <a:gd name="connsiteX231" fmla="*/ 340854 w 553012"/>
                <a:gd name="connsiteY231" fmla="*/ 60753 h 621896"/>
                <a:gd name="connsiteX232" fmla="*/ 337892 w 553012"/>
                <a:gd name="connsiteY232" fmla="*/ 64958 h 621896"/>
                <a:gd name="connsiteX233" fmla="*/ 336378 w 553012"/>
                <a:gd name="connsiteY233" fmla="*/ 65395 h 621896"/>
                <a:gd name="connsiteX234" fmla="*/ 335065 w 553012"/>
                <a:gd name="connsiteY234" fmla="*/ 63377 h 621896"/>
                <a:gd name="connsiteX235" fmla="*/ 332743 w 553012"/>
                <a:gd name="connsiteY235" fmla="*/ 55976 h 621896"/>
                <a:gd name="connsiteX236" fmla="*/ 327829 w 553012"/>
                <a:gd name="connsiteY236" fmla="*/ 51906 h 621896"/>
                <a:gd name="connsiteX237" fmla="*/ 324363 w 553012"/>
                <a:gd name="connsiteY237" fmla="*/ 49316 h 621896"/>
                <a:gd name="connsiteX238" fmla="*/ 322343 w 553012"/>
                <a:gd name="connsiteY238" fmla="*/ 43530 h 621896"/>
                <a:gd name="connsiteX239" fmla="*/ 315377 w 553012"/>
                <a:gd name="connsiteY239" fmla="*/ 41209 h 621896"/>
                <a:gd name="connsiteX240" fmla="*/ 308714 w 553012"/>
                <a:gd name="connsiteY240" fmla="*/ 35994 h 621896"/>
                <a:gd name="connsiteX241" fmla="*/ 305247 w 553012"/>
                <a:gd name="connsiteY241" fmla="*/ 34817 h 621896"/>
                <a:gd name="connsiteX242" fmla="*/ 298886 w 553012"/>
                <a:gd name="connsiteY242" fmla="*/ 30747 h 621896"/>
                <a:gd name="connsiteX243" fmla="*/ 294545 w 553012"/>
                <a:gd name="connsiteY243" fmla="*/ 28728 h 621896"/>
                <a:gd name="connsiteX244" fmla="*/ 291348 w 553012"/>
                <a:gd name="connsiteY244" fmla="*/ 26104 h 621896"/>
                <a:gd name="connsiteX245" fmla="*/ 288454 w 553012"/>
                <a:gd name="connsiteY245" fmla="*/ 26104 h 621896"/>
                <a:gd name="connsiteX246" fmla="*/ 281790 w 553012"/>
                <a:gd name="connsiteY246" fmla="*/ 26811 h 621896"/>
                <a:gd name="connsiteX247" fmla="*/ 275698 w 553012"/>
                <a:gd name="connsiteY247" fmla="*/ 27820 h 621896"/>
                <a:gd name="connsiteX248" fmla="*/ 270179 w 553012"/>
                <a:gd name="connsiteY248" fmla="*/ 27820 h 621896"/>
                <a:gd name="connsiteX249" fmla="*/ 265838 w 553012"/>
                <a:gd name="connsiteY249" fmla="*/ 28257 h 621896"/>
                <a:gd name="connsiteX250" fmla="*/ 257727 w 553012"/>
                <a:gd name="connsiteY250" fmla="*/ 25230 h 621896"/>
                <a:gd name="connsiteX251" fmla="*/ 255977 w 553012"/>
                <a:gd name="connsiteY251" fmla="*/ 22337 h 621896"/>
                <a:gd name="connsiteX252" fmla="*/ 252780 w 553012"/>
                <a:gd name="connsiteY252" fmla="*/ 20890 h 621896"/>
                <a:gd name="connsiteX253" fmla="*/ 246419 w 553012"/>
                <a:gd name="connsiteY253" fmla="*/ 19141 h 621896"/>
                <a:gd name="connsiteX254" fmla="*/ 239149 w 553012"/>
                <a:gd name="connsiteY254" fmla="*/ 15945 h 621896"/>
                <a:gd name="connsiteX255" fmla="*/ 235380 w 553012"/>
                <a:gd name="connsiteY255" fmla="*/ 13927 h 621896"/>
                <a:gd name="connsiteX256" fmla="*/ 231039 w 553012"/>
                <a:gd name="connsiteY256" fmla="*/ 10159 h 621896"/>
                <a:gd name="connsiteX257" fmla="*/ 226967 w 553012"/>
                <a:gd name="connsiteY257" fmla="*/ 12178 h 621896"/>
                <a:gd name="connsiteX258" fmla="*/ 218856 w 553012"/>
                <a:gd name="connsiteY258" fmla="*/ 14499 h 621896"/>
                <a:gd name="connsiteX259" fmla="*/ 213067 w 553012"/>
                <a:gd name="connsiteY259" fmla="*/ 15945 h 621896"/>
                <a:gd name="connsiteX260" fmla="*/ 209601 w 553012"/>
                <a:gd name="connsiteY260" fmla="*/ 13052 h 621896"/>
                <a:gd name="connsiteX261" fmla="*/ 207279 w 553012"/>
                <a:gd name="connsiteY261" fmla="*/ 8107 h 621896"/>
                <a:gd name="connsiteX262" fmla="*/ 204081 w 553012"/>
                <a:gd name="connsiteY262" fmla="*/ 1446 h 621896"/>
                <a:gd name="connsiteX263" fmla="*/ 200884 w 553012"/>
                <a:gd name="connsiteY263" fmla="*/ 0 h 621896"/>
                <a:gd name="connsiteX264" fmla="*/ 199437 w 553012"/>
                <a:gd name="connsiteY264" fmla="*/ 0 h 621896"/>
                <a:gd name="connsiteX265" fmla="*/ 196812 w 553012"/>
                <a:gd name="connsiteY265" fmla="*/ 3465 h 621896"/>
                <a:gd name="connsiteX266" fmla="*/ 194490 w 553012"/>
                <a:gd name="connsiteY266" fmla="*/ 6661 h 621896"/>
                <a:gd name="connsiteX267" fmla="*/ 190720 w 553012"/>
                <a:gd name="connsiteY267" fmla="*/ 9789 h 621896"/>
                <a:gd name="connsiteX268" fmla="*/ 184057 w 553012"/>
                <a:gd name="connsiteY268" fmla="*/ 10025 h 621896"/>
                <a:gd name="connsiteX269" fmla="*/ 179716 w 553012"/>
                <a:gd name="connsiteY269" fmla="*/ 10025 h 621896"/>
                <a:gd name="connsiteX270" fmla="*/ 178268 w 553012"/>
                <a:gd name="connsiteY270" fmla="*/ 10025 h 621896"/>
                <a:gd name="connsiteX271" fmla="*/ 170730 w 553012"/>
                <a:gd name="connsiteY271" fmla="*/ 10159 h 621896"/>
                <a:gd name="connsiteX272" fmla="*/ 166388 w 553012"/>
                <a:gd name="connsiteY272" fmla="*/ 10159 h 621896"/>
                <a:gd name="connsiteX273" fmla="*/ 165210 w 553012"/>
                <a:gd name="connsiteY273" fmla="*/ 12178 h 621896"/>
                <a:gd name="connsiteX274" fmla="*/ 165513 w 553012"/>
                <a:gd name="connsiteY274" fmla="*/ 17963 h 621896"/>
                <a:gd name="connsiteX275" fmla="*/ 165210 w 553012"/>
                <a:gd name="connsiteY275" fmla="*/ 22606 h 621896"/>
                <a:gd name="connsiteX276" fmla="*/ 164638 w 553012"/>
                <a:gd name="connsiteY276" fmla="*/ 25499 h 621896"/>
                <a:gd name="connsiteX277" fmla="*/ 166658 w 553012"/>
                <a:gd name="connsiteY277" fmla="*/ 29569 h 621896"/>
                <a:gd name="connsiteX278" fmla="*/ 168980 w 553012"/>
                <a:gd name="connsiteY278" fmla="*/ 32462 h 621896"/>
                <a:gd name="connsiteX279" fmla="*/ 170999 w 553012"/>
                <a:gd name="connsiteY279" fmla="*/ 32462 h 621896"/>
                <a:gd name="connsiteX280" fmla="*/ 174465 w 553012"/>
                <a:gd name="connsiteY280" fmla="*/ 34783 h 621896"/>
                <a:gd name="connsiteX281" fmla="*/ 177662 w 553012"/>
                <a:gd name="connsiteY281" fmla="*/ 36230 h 621896"/>
                <a:gd name="connsiteX282" fmla="*/ 179413 w 553012"/>
                <a:gd name="connsiteY282" fmla="*/ 37407 h 621896"/>
                <a:gd name="connsiteX283" fmla="*/ 180860 w 553012"/>
                <a:gd name="connsiteY283" fmla="*/ 39157 h 621896"/>
                <a:gd name="connsiteX284" fmla="*/ 180860 w 553012"/>
                <a:gd name="connsiteY284" fmla="*/ 43126 h 621896"/>
                <a:gd name="connsiteX285" fmla="*/ 177662 w 553012"/>
                <a:gd name="connsiteY285" fmla="*/ 46120 h 621896"/>
                <a:gd name="connsiteX286" fmla="*/ 174196 w 553012"/>
                <a:gd name="connsiteY286" fmla="*/ 48441 h 621896"/>
                <a:gd name="connsiteX287" fmla="*/ 168677 w 553012"/>
                <a:gd name="connsiteY287" fmla="*/ 51334 h 621896"/>
                <a:gd name="connsiteX288" fmla="*/ 166085 w 553012"/>
                <a:gd name="connsiteY288" fmla="*/ 56245 h 621896"/>
                <a:gd name="connsiteX289" fmla="*/ 158547 w 553012"/>
                <a:gd name="connsiteY289" fmla="*/ 61191 h 621896"/>
                <a:gd name="connsiteX290" fmla="*/ 153330 w 553012"/>
                <a:gd name="connsiteY290" fmla="*/ 58869 h 621896"/>
                <a:gd name="connsiteX291" fmla="*/ 150705 w 553012"/>
                <a:gd name="connsiteY291" fmla="*/ 55102 h 621896"/>
                <a:gd name="connsiteX292" fmla="*/ 148080 w 553012"/>
                <a:gd name="connsiteY292" fmla="*/ 51906 h 621896"/>
                <a:gd name="connsiteX293" fmla="*/ 144311 w 553012"/>
                <a:gd name="connsiteY293" fmla="*/ 49013 h 621896"/>
                <a:gd name="connsiteX294" fmla="*/ 142292 w 553012"/>
                <a:gd name="connsiteY294" fmla="*/ 47869 h 621896"/>
                <a:gd name="connsiteX295" fmla="*/ 138522 w 553012"/>
                <a:gd name="connsiteY295" fmla="*/ 45245 h 621896"/>
                <a:gd name="connsiteX296" fmla="*/ 130681 w 553012"/>
                <a:gd name="connsiteY296" fmla="*/ 44673 h 621896"/>
                <a:gd name="connsiteX297" fmla="*/ 125161 w 553012"/>
                <a:gd name="connsiteY297" fmla="*/ 44371 h 621896"/>
                <a:gd name="connsiteX298" fmla="*/ 119642 w 553012"/>
                <a:gd name="connsiteY298" fmla="*/ 43496 h 621896"/>
                <a:gd name="connsiteX299" fmla="*/ 115570 w 553012"/>
                <a:gd name="connsiteY299" fmla="*/ 43496 h 621896"/>
                <a:gd name="connsiteX300" fmla="*/ 110353 w 553012"/>
                <a:gd name="connsiteY300" fmla="*/ 43496 h 621896"/>
                <a:gd name="connsiteX301" fmla="*/ 107459 w 553012"/>
                <a:gd name="connsiteY301" fmla="*/ 43496 h 621896"/>
                <a:gd name="connsiteX302" fmla="*/ 100493 w 553012"/>
                <a:gd name="connsiteY302" fmla="*/ 47701 h 621896"/>
                <a:gd name="connsiteX303" fmla="*/ 98473 w 553012"/>
                <a:gd name="connsiteY303" fmla="*/ 50157 h 621896"/>
                <a:gd name="connsiteX304" fmla="*/ 94704 w 553012"/>
                <a:gd name="connsiteY304" fmla="*/ 52478 h 621896"/>
                <a:gd name="connsiteX305" fmla="*/ 92113 w 553012"/>
                <a:gd name="connsiteY305" fmla="*/ 55674 h 621896"/>
                <a:gd name="connsiteX306" fmla="*/ 87771 w 553012"/>
                <a:gd name="connsiteY306" fmla="*/ 58567 h 621896"/>
                <a:gd name="connsiteX307" fmla="*/ 84305 w 553012"/>
                <a:gd name="connsiteY307" fmla="*/ 58567 h 621896"/>
                <a:gd name="connsiteX308" fmla="*/ 79358 w 553012"/>
                <a:gd name="connsiteY308" fmla="*/ 58264 h 621896"/>
                <a:gd name="connsiteX309" fmla="*/ 77338 w 553012"/>
                <a:gd name="connsiteY309" fmla="*/ 55674 h 621896"/>
                <a:gd name="connsiteX310" fmla="*/ 70372 w 553012"/>
                <a:gd name="connsiteY310" fmla="*/ 55674 h 621896"/>
                <a:gd name="connsiteX311" fmla="*/ 70675 w 553012"/>
                <a:gd name="connsiteY311" fmla="*/ 60316 h 621896"/>
                <a:gd name="connsiteX312" fmla="*/ 71550 w 553012"/>
                <a:gd name="connsiteY312" fmla="*/ 65227 h 621896"/>
                <a:gd name="connsiteX313" fmla="*/ 70405 w 553012"/>
                <a:gd name="connsiteY313" fmla="*/ 69298 h 621896"/>
                <a:gd name="connsiteX314" fmla="*/ 67511 w 553012"/>
                <a:gd name="connsiteY314" fmla="*/ 72493 h 621896"/>
                <a:gd name="connsiteX315" fmla="*/ 62295 w 553012"/>
                <a:gd name="connsiteY315" fmla="*/ 74512 h 621896"/>
                <a:gd name="connsiteX316" fmla="*/ 60275 w 553012"/>
                <a:gd name="connsiteY316" fmla="*/ 77977 h 621896"/>
                <a:gd name="connsiteX317" fmla="*/ 59131 w 553012"/>
                <a:gd name="connsiteY317" fmla="*/ 86084 h 621896"/>
                <a:gd name="connsiteX318" fmla="*/ 57684 w 553012"/>
                <a:gd name="connsiteY318" fmla="*/ 91601 h 621896"/>
                <a:gd name="connsiteX319" fmla="*/ 54217 w 553012"/>
                <a:gd name="connsiteY319" fmla="*/ 96512 h 621896"/>
                <a:gd name="connsiteX320" fmla="*/ 50145 w 553012"/>
                <a:gd name="connsiteY320" fmla="*/ 100582 h 621896"/>
                <a:gd name="connsiteX321" fmla="*/ 47823 w 553012"/>
                <a:gd name="connsiteY321" fmla="*/ 106099 h 621896"/>
                <a:gd name="connsiteX322" fmla="*/ 45804 w 553012"/>
                <a:gd name="connsiteY322" fmla="*/ 111011 h 621896"/>
                <a:gd name="connsiteX323" fmla="*/ 44626 w 553012"/>
                <a:gd name="connsiteY323" fmla="*/ 115653 h 621896"/>
                <a:gd name="connsiteX324" fmla="*/ 46376 w 553012"/>
                <a:gd name="connsiteY324" fmla="*/ 121742 h 621896"/>
                <a:gd name="connsiteX325" fmla="*/ 49876 w 553012"/>
                <a:gd name="connsiteY325" fmla="*/ 125812 h 621896"/>
                <a:gd name="connsiteX326" fmla="*/ 50448 w 553012"/>
                <a:gd name="connsiteY326" fmla="*/ 132473 h 621896"/>
                <a:gd name="connsiteX327" fmla="*/ 46679 w 553012"/>
                <a:gd name="connsiteY327" fmla="*/ 137990 h 621896"/>
                <a:gd name="connsiteX328" fmla="*/ 44087 w 553012"/>
                <a:gd name="connsiteY328" fmla="*/ 142632 h 621896"/>
                <a:gd name="connsiteX329" fmla="*/ 43515 w 553012"/>
                <a:gd name="connsiteY329" fmla="*/ 145222 h 621896"/>
                <a:gd name="connsiteX330" fmla="*/ 43515 w 553012"/>
                <a:gd name="connsiteY330" fmla="*/ 149293 h 621896"/>
                <a:gd name="connsiteX331" fmla="*/ 44087 w 553012"/>
                <a:gd name="connsiteY331" fmla="*/ 152489 h 621896"/>
                <a:gd name="connsiteX332" fmla="*/ 47285 w 553012"/>
                <a:gd name="connsiteY332" fmla="*/ 155381 h 621896"/>
                <a:gd name="connsiteX333" fmla="*/ 49304 w 553012"/>
                <a:gd name="connsiteY333" fmla="*/ 156525 h 621896"/>
                <a:gd name="connsiteX334" fmla="*/ 49001 w 553012"/>
                <a:gd name="connsiteY334" fmla="*/ 160865 h 621896"/>
                <a:gd name="connsiteX335" fmla="*/ 48429 w 553012"/>
                <a:gd name="connsiteY335" fmla="*/ 163758 h 621896"/>
                <a:gd name="connsiteX336" fmla="*/ 45804 w 553012"/>
                <a:gd name="connsiteY336" fmla="*/ 165776 h 621896"/>
                <a:gd name="connsiteX337" fmla="*/ 43482 w 553012"/>
                <a:gd name="connsiteY337" fmla="*/ 168097 h 621896"/>
                <a:gd name="connsiteX338" fmla="*/ 40015 w 553012"/>
                <a:gd name="connsiteY338" fmla="*/ 169544 h 621896"/>
                <a:gd name="connsiteX339" fmla="*/ 40015 w 553012"/>
                <a:gd name="connsiteY339" fmla="*/ 172168 h 621896"/>
                <a:gd name="connsiteX340" fmla="*/ 42338 w 553012"/>
                <a:gd name="connsiteY340" fmla="*/ 175061 h 621896"/>
                <a:gd name="connsiteX341" fmla="*/ 46107 w 553012"/>
                <a:gd name="connsiteY341" fmla="*/ 176507 h 621896"/>
                <a:gd name="connsiteX342" fmla="*/ 48732 w 553012"/>
                <a:gd name="connsiteY342" fmla="*/ 176507 h 621896"/>
                <a:gd name="connsiteX343" fmla="*/ 48732 w 553012"/>
                <a:gd name="connsiteY343" fmla="*/ 178526 h 621896"/>
                <a:gd name="connsiteX344" fmla="*/ 48597 w 553012"/>
                <a:gd name="connsiteY344" fmla="*/ 181990 h 621896"/>
                <a:gd name="connsiteX345" fmla="*/ 48160 w 553012"/>
                <a:gd name="connsiteY345" fmla="*/ 185455 h 621896"/>
                <a:gd name="connsiteX346" fmla="*/ 47016 w 553012"/>
                <a:gd name="connsiteY346" fmla="*/ 187776 h 621896"/>
                <a:gd name="connsiteX347" fmla="*/ 46443 w 553012"/>
                <a:gd name="connsiteY347" fmla="*/ 191544 h 621896"/>
                <a:gd name="connsiteX348" fmla="*/ 47318 w 553012"/>
                <a:gd name="connsiteY348" fmla="*/ 197633 h 621896"/>
                <a:gd name="connsiteX349" fmla="*/ 45871 w 553012"/>
                <a:gd name="connsiteY349" fmla="*/ 202847 h 621896"/>
                <a:gd name="connsiteX350" fmla="*/ 46746 w 553012"/>
                <a:gd name="connsiteY350" fmla="*/ 209508 h 621896"/>
                <a:gd name="connsiteX351" fmla="*/ 47890 w 553012"/>
                <a:gd name="connsiteY351" fmla="*/ 214150 h 621896"/>
                <a:gd name="connsiteX352" fmla="*/ 52535 w 553012"/>
                <a:gd name="connsiteY352" fmla="*/ 217917 h 621896"/>
                <a:gd name="connsiteX353" fmla="*/ 53107 w 553012"/>
                <a:gd name="connsiteY353" fmla="*/ 219095 h 621896"/>
                <a:gd name="connsiteX354" fmla="*/ 54251 w 553012"/>
                <a:gd name="connsiteY354" fmla="*/ 223434 h 621896"/>
                <a:gd name="connsiteX355" fmla="*/ 52501 w 553012"/>
                <a:gd name="connsiteY355" fmla="*/ 227774 h 621896"/>
                <a:gd name="connsiteX356" fmla="*/ 49607 w 553012"/>
                <a:gd name="connsiteY356" fmla="*/ 232416 h 621896"/>
                <a:gd name="connsiteX357" fmla="*/ 50751 w 553012"/>
                <a:gd name="connsiteY357" fmla="*/ 235612 h 621896"/>
                <a:gd name="connsiteX358" fmla="*/ 52770 w 553012"/>
                <a:gd name="connsiteY358" fmla="*/ 241970 h 621896"/>
                <a:gd name="connsiteX359" fmla="*/ 51020 w 553012"/>
                <a:gd name="connsiteY359" fmla="*/ 245737 h 621896"/>
                <a:gd name="connsiteX360" fmla="*/ 50448 w 553012"/>
                <a:gd name="connsiteY360" fmla="*/ 246881 h 621896"/>
                <a:gd name="connsiteX361" fmla="*/ 49001 w 553012"/>
                <a:gd name="connsiteY361" fmla="*/ 250649 h 621896"/>
                <a:gd name="connsiteX362" fmla="*/ 51323 w 553012"/>
                <a:gd name="connsiteY362" fmla="*/ 254114 h 621896"/>
                <a:gd name="connsiteX363" fmla="*/ 51054 w 553012"/>
                <a:gd name="connsiteY363" fmla="*/ 259025 h 621896"/>
                <a:gd name="connsiteX364" fmla="*/ 50751 w 553012"/>
                <a:gd name="connsiteY364" fmla="*/ 265114 h 621896"/>
                <a:gd name="connsiteX365" fmla="*/ 52501 w 553012"/>
                <a:gd name="connsiteY365" fmla="*/ 270328 h 621896"/>
                <a:gd name="connsiteX366" fmla="*/ 55126 w 553012"/>
                <a:gd name="connsiteY366" fmla="*/ 274668 h 621896"/>
                <a:gd name="connsiteX367" fmla="*/ 57718 w 553012"/>
                <a:gd name="connsiteY367" fmla="*/ 276686 h 621896"/>
                <a:gd name="connsiteX368" fmla="*/ 62059 w 553012"/>
                <a:gd name="connsiteY368" fmla="*/ 282203 h 621896"/>
                <a:gd name="connsiteX369" fmla="*/ 64381 w 553012"/>
                <a:gd name="connsiteY369" fmla="*/ 285399 h 621896"/>
                <a:gd name="connsiteX370" fmla="*/ 64078 w 553012"/>
                <a:gd name="connsiteY370" fmla="*/ 291185 h 621896"/>
                <a:gd name="connsiteX371" fmla="*/ 63775 w 553012"/>
                <a:gd name="connsiteY371" fmla="*/ 296971 h 621896"/>
                <a:gd name="connsiteX372" fmla="*/ 62597 w 553012"/>
                <a:gd name="connsiteY372" fmla="*/ 300166 h 621896"/>
                <a:gd name="connsiteX373" fmla="*/ 60881 w 553012"/>
                <a:gd name="connsiteY373" fmla="*/ 302488 h 621896"/>
                <a:gd name="connsiteX374" fmla="*/ 55665 w 553012"/>
                <a:gd name="connsiteY374" fmla="*/ 304809 h 621896"/>
                <a:gd name="connsiteX375" fmla="*/ 51626 w 553012"/>
                <a:gd name="connsiteY375" fmla="*/ 307130 h 621896"/>
                <a:gd name="connsiteX376" fmla="*/ 49001 w 553012"/>
                <a:gd name="connsiteY376" fmla="*/ 308576 h 621896"/>
                <a:gd name="connsiteX377" fmla="*/ 44087 w 553012"/>
                <a:gd name="connsiteY377" fmla="*/ 311200 h 621896"/>
                <a:gd name="connsiteX378" fmla="*/ 40890 w 553012"/>
                <a:gd name="connsiteY378" fmla="*/ 311200 h 621896"/>
                <a:gd name="connsiteX379" fmla="*/ 36381 w 553012"/>
                <a:gd name="connsiteY379" fmla="*/ 311200 h 621896"/>
                <a:gd name="connsiteX380" fmla="*/ 34193 w 553012"/>
                <a:gd name="connsiteY380" fmla="*/ 312647 h 621896"/>
                <a:gd name="connsiteX381" fmla="*/ 31568 w 553012"/>
                <a:gd name="connsiteY381" fmla="*/ 316112 h 621896"/>
                <a:gd name="connsiteX382" fmla="*/ 30121 w 553012"/>
                <a:gd name="connsiteY382" fmla="*/ 320451 h 621896"/>
                <a:gd name="connsiteX383" fmla="*/ 29852 w 553012"/>
                <a:gd name="connsiteY383" fmla="*/ 324521 h 621896"/>
                <a:gd name="connsiteX384" fmla="*/ 28404 w 553012"/>
                <a:gd name="connsiteY384" fmla="*/ 325968 h 621896"/>
                <a:gd name="connsiteX385" fmla="*/ 25510 w 553012"/>
                <a:gd name="connsiteY385" fmla="*/ 327145 h 621896"/>
                <a:gd name="connsiteX386" fmla="*/ 20597 w 553012"/>
                <a:gd name="connsiteY386" fmla="*/ 328895 h 621896"/>
                <a:gd name="connsiteX387" fmla="*/ 18846 w 553012"/>
                <a:gd name="connsiteY387" fmla="*/ 330341 h 621896"/>
                <a:gd name="connsiteX388" fmla="*/ 17097 w 553012"/>
                <a:gd name="connsiteY388" fmla="*/ 332931 h 621896"/>
                <a:gd name="connsiteX389" fmla="*/ 15952 w 553012"/>
                <a:gd name="connsiteY389" fmla="*/ 335253 h 621896"/>
                <a:gd name="connsiteX390" fmla="*/ 9861 w 553012"/>
                <a:gd name="connsiteY390" fmla="*/ 340769 h 621896"/>
                <a:gd name="connsiteX391" fmla="*/ 5789 w 553012"/>
                <a:gd name="connsiteY391" fmla="*/ 344840 h 621896"/>
                <a:gd name="connsiteX392" fmla="*/ 2591 w 553012"/>
                <a:gd name="connsiteY392" fmla="*/ 347430 h 621896"/>
                <a:gd name="connsiteX393" fmla="*/ 0 w 553012"/>
                <a:gd name="connsiteY393" fmla="*/ 350323 h 621896"/>
                <a:gd name="connsiteX394" fmla="*/ 0 w 553012"/>
                <a:gd name="connsiteY394" fmla="*/ 354393 h 621896"/>
                <a:gd name="connsiteX395" fmla="*/ 7842 w 553012"/>
                <a:gd name="connsiteY395" fmla="*/ 352947 h 621896"/>
                <a:gd name="connsiteX396" fmla="*/ 14202 w 553012"/>
                <a:gd name="connsiteY396" fmla="*/ 351803 h 621896"/>
                <a:gd name="connsiteX397" fmla="*/ 15952 w 553012"/>
                <a:gd name="connsiteY397" fmla="*/ 351231 h 621896"/>
                <a:gd name="connsiteX398" fmla="*/ 22616 w 553012"/>
                <a:gd name="connsiteY398" fmla="*/ 349482 h 621896"/>
                <a:gd name="connsiteX399" fmla="*/ 27260 w 553012"/>
                <a:gd name="connsiteY399" fmla="*/ 346286 h 621896"/>
                <a:gd name="connsiteX400" fmla="*/ 30155 w 553012"/>
                <a:gd name="connsiteY400" fmla="*/ 345412 h 621896"/>
                <a:gd name="connsiteX401" fmla="*/ 33049 w 553012"/>
                <a:gd name="connsiteY401" fmla="*/ 345109 h 621896"/>
                <a:gd name="connsiteX402" fmla="*/ 33049 w 553012"/>
                <a:gd name="connsiteY402" fmla="*/ 346858 h 621896"/>
                <a:gd name="connsiteX403" fmla="*/ 34933 w 553012"/>
                <a:gd name="connsiteY403" fmla="*/ 349179 h 621896"/>
                <a:gd name="connsiteX404" fmla="*/ 38837 w 553012"/>
                <a:gd name="connsiteY404" fmla="*/ 348608 h 621896"/>
                <a:gd name="connsiteX405" fmla="*/ 41159 w 553012"/>
                <a:gd name="connsiteY405" fmla="*/ 346286 h 621896"/>
                <a:gd name="connsiteX406" fmla="*/ 43482 w 553012"/>
                <a:gd name="connsiteY406" fmla="*/ 343091 h 621896"/>
                <a:gd name="connsiteX407" fmla="*/ 46039 w 553012"/>
                <a:gd name="connsiteY407" fmla="*/ 342519 h 621896"/>
                <a:gd name="connsiteX408" fmla="*/ 53040 w 553012"/>
                <a:gd name="connsiteY408" fmla="*/ 340769 h 621896"/>
                <a:gd name="connsiteX409" fmla="*/ 57381 w 553012"/>
                <a:gd name="connsiteY409" fmla="*/ 340769 h 621896"/>
                <a:gd name="connsiteX410" fmla="*/ 63775 w 553012"/>
                <a:gd name="connsiteY410" fmla="*/ 344403 h 621896"/>
                <a:gd name="connsiteX411" fmla="*/ 63203 w 553012"/>
                <a:gd name="connsiteY411" fmla="*/ 349179 h 621896"/>
                <a:gd name="connsiteX412" fmla="*/ 66670 w 553012"/>
                <a:gd name="connsiteY412" fmla="*/ 353519 h 621896"/>
                <a:gd name="connsiteX413" fmla="*/ 71011 w 553012"/>
                <a:gd name="connsiteY413" fmla="*/ 357286 h 621896"/>
                <a:gd name="connsiteX414" fmla="*/ 72761 w 553012"/>
                <a:gd name="connsiteY414" fmla="*/ 361626 h 621896"/>
                <a:gd name="connsiteX415" fmla="*/ 70439 w 553012"/>
                <a:gd name="connsiteY415" fmla="*/ 365091 h 621896"/>
                <a:gd name="connsiteX416" fmla="*/ 69295 w 553012"/>
                <a:gd name="connsiteY416" fmla="*/ 365091 h 621896"/>
                <a:gd name="connsiteX417" fmla="*/ 65223 w 553012"/>
                <a:gd name="connsiteY417" fmla="*/ 367984 h 621896"/>
                <a:gd name="connsiteX418" fmla="*/ 63472 w 553012"/>
                <a:gd name="connsiteY418" fmla="*/ 371449 h 621896"/>
                <a:gd name="connsiteX419" fmla="*/ 63472 w 553012"/>
                <a:gd name="connsiteY419" fmla="*/ 373770 h 621896"/>
                <a:gd name="connsiteX420" fmla="*/ 64920 w 553012"/>
                <a:gd name="connsiteY420" fmla="*/ 373770 h 621896"/>
                <a:gd name="connsiteX421" fmla="*/ 69564 w 553012"/>
                <a:gd name="connsiteY421" fmla="*/ 375082 h 621896"/>
                <a:gd name="connsiteX422" fmla="*/ 72761 w 553012"/>
                <a:gd name="connsiteY422" fmla="*/ 377538 h 621896"/>
                <a:gd name="connsiteX423" fmla="*/ 71011 w 553012"/>
                <a:gd name="connsiteY423" fmla="*/ 381608 h 621896"/>
                <a:gd name="connsiteX424" fmla="*/ 64348 w 553012"/>
                <a:gd name="connsiteY424" fmla="*/ 386250 h 621896"/>
                <a:gd name="connsiteX425" fmla="*/ 60881 w 553012"/>
                <a:gd name="connsiteY425" fmla="*/ 387697 h 621896"/>
                <a:gd name="connsiteX426" fmla="*/ 56943 w 553012"/>
                <a:gd name="connsiteY426" fmla="*/ 388840 h 621896"/>
                <a:gd name="connsiteX427" fmla="*/ 49876 w 553012"/>
                <a:gd name="connsiteY427" fmla="*/ 392305 h 621896"/>
                <a:gd name="connsiteX428" fmla="*/ 46073 w 553012"/>
                <a:gd name="connsiteY428" fmla="*/ 396073 h 621896"/>
                <a:gd name="connsiteX429" fmla="*/ 48429 w 553012"/>
                <a:gd name="connsiteY429" fmla="*/ 398697 h 621896"/>
                <a:gd name="connsiteX430" fmla="*/ 52198 w 553012"/>
                <a:gd name="connsiteY430" fmla="*/ 401590 h 621896"/>
                <a:gd name="connsiteX431" fmla="*/ 56977 w 553012"/>
                <a:gd name="connsiteY431" fmla="*/ 408251 h 621896"/>
                <a:gd name="connsiteX432" fmla="*/ 56977 w 553012"/>
                <a:gd name="connsiteY432" fmla="*/ 411144 h 621896"/>
                <a:gd name="connsiteX433" fmla="*/ 55126 w 553012"/>
                <a:gd name="connsiteY433" fmla="*/ 416930 h 621896"/>
                <a:gd name="connsiteX434" fmla="*/ 51929 w 553012"/>
                <a:gd name="connsiteY434" fmla="*/ 421269 h 621896"/>
                <a:gd name="connsiteX435" fmla="*/ 48463 w 553012"/>
                <a:gd name="connsiteY435" fmla="*/ 426181 h 621896"/>
                <a:gd name="connsiteX436" fmla="*/ 46107 w 553012"/>
                <a:gd name="connsiteY436" fmla="*/ 431966 h 621896"/>
                <a:gd name="connsiteX437" fmla="*/ 46141 w 553012"/>
                <a:gd name="connsiteY437" fmla="*/ 439771 h 621896"/>
                <a:gd name="connsiteX438" fmla="*/ 47588 w 553012"/>
                <a:gd name="connsiteY438" fmla="*/ 442361 h 621896"/>
                <a:gd name="connsiteX439" fmla="*/ 52501 w 553012"/>
                <a:gd name="connsiteY439" fmla="*/ 446129 h 621896"/>
                <a:gd name="connsiteX440" fmla="*/ 55126 w 553012"/>
                <a:gd name="connsiteY440" fmla="*/ 442933 h 621896"/>
                <a:gd name="connsiteX441" fmla="*/ 58323 w 553012"/>
                <a:gd name="connsiteY441" fmla="*/ 439737 h 621896"/>
                <a:gd name="connsiteX442" fmla="*/ 63102 w 553012"/>
                <a:gd name="connsiteY442" fmla="*/ 439737 h 621896"/>
                <a:gd name="connsiteX443" fmla="*/ 65862 w 553012"/>
                <a:gd name="connsiteY443" fmla="*/ 442496 h 621896"/>
                <a:gd name="connsiteX444" fmla="*/ 59501 w 553012"/>
                <a:gd name="connsiteY444" fmla="*/ 446701 h 621896"/>
                <a:gd name="connsiteX445" fmla="*/ 58357 w 553012"/>
                <a:gd name="connsiteY445" fmla="*/ 450737 h 621896"/>
                <a:gd name="connsiteX446" fmla="*/ 65896 w 553012"/>
                <a:gd name="connsiteY446" fmla="*/ 454808 h 621896"/>
                <a:gd name="connsiteX447" fmla="*/ 67915 w 553012"/>
                <a:gd name="connsiteY447" fmla="*/ 461468 h 621896"/>
                <a:gd name="connsiteX448" fmla="*/ 67915 w 553012"/>
                <a:gd name="connsiteY448" fmla="*/ 467389 h 621896"/>
                <a:gd name="connsiteX449" fmla="*/ 71550 w 553012"/>
                <a:gd name="connsiteY449" fmla="*/ 467557 h 621896"/>
                <a:gd name="connsiteX450" fmla="*/ 72425 w 553012"/>
                <a:gd name="connsiteY450" fmla="*/ 470316 h 621896"/>
                <a:gd name="connsiteX451" fmla="*/ 74881 w 553012"/>
                <a:gd name="connsiteY451" fmla="*/ 471190 h 621896"/>
                <a:gd name="connsiteX452" fmla="*/ 79391 w 553012"/>
                <a:gd name="connsiteY452" fmla="*/ 471056 h 621896"/>
                <a:gd name="connsiteX453" fmla="*/ 83733 w 553012"/>
                <a:gd name="connsiteY453" fmla="*/ 468869 h 621896"/>
                <a:gd name="connsiteX454" fmla="*/ 86358 w 553012"/>
                <a:gd name="connsiteY454" fmla="*/ 471056 h 621896"/>
                <a:gd name="connsiteX455" fmla="*/ 91877 w 553012"/>
                <a:gd name="connsiteY455" fmla="*/ 473242 h 621896"/>
                <a:gd name="connsiteX456" fmla="*/ 92752 w 553012"/>
                <a:gd name="connsiteY456" fmla="*/ 476573 h 621896"/>
                <a:gd name="connsiteX457" fmla="*/ 87838 w 553012"/>
                <a:gd name="connsiteY457" fmla="*/ 480475 h 621896"/>
                <a:gd name="connsiteX458" fmla="*/ 85954 w 553012"/>
                <a:gd name="connsiteY458" fmla="*/ 483233 h 621896"/>
                <a:gd name="connsiteX459" fmla="*/ 88713 w 553012"/>
                <a:gd name="connsiteY459" fmla="*/ 486866 h 621896"/>
                <a:gd name="connsiteX460" fmla="*/ 95074 w 553012"/>
                <a:gd name="connsiteY460" fmla="*/ 488178 h 621896"/>
                <a:gd name="connsiteX461" fmla="*/ 100156 w 553012"/>
                <a:gd name="connsiteY461" fmla="*/ 487741 h 621896"/>
                <a:gd name="connsiteX462" fmla="*/ 102343 w 553012"/>
                <a:gd name="connsiteY462" fmla="*/ 486866 h 621896"/>
                <a:gd name="connsiteX463" fmla="*/ 103892 w 553012"/>
                <a:gd name="connsiteY463" fmla="*/ 483940 h 621896"/>
                <a:gd name="connsiteX464" fmla="*/ 103219 w 553012"/>
                <a:gd name="connsiteY464" fmla="*/ 483233 h 621896"/>
                <a:gd name="connsiteX465" fmla="*/ 102041 w 553012"/>
                <a:gd name="connsiteY465" fmla="*/ 481047 h 621896"/>
                <a:gd name="connsiteX466" fmla="*/ 101771 w 553012"/>
                <a:gd name="connsiteY466" fmla="*/ 480172 h 621896"/>
                <a:gd name="connsiteX467" fmla="*/ 101368 w 553012"/>
                <a:gd name="connsiteY467" fmla="*/ 475530 h 621896"/>
                <a:gd name="connsiteX468" fmla="*/ 101401 w 553012"/>
                <a:gd name="connsiteY468" fmla="*/ 475462 h 621896"/>
                <a:gd name="connsiteX469" fmla="*/ 101502 w 553012"/>
                <a:gd name="connsiteY469" fmla="*/ 475261 h 621896"/>
                <a:gd name="connsiteX470" fmla="*/ 101401 w 553012"/>
                <a:gd name="connsiteY470" fmla="*/ 475462 h 621896"/>
                <a:gd name="connsiteX471" fmla="*/ 101368 w 553012"/>
                <a:gd name="connsiteY471" fmla="*/ 475530 h 621896"/>
                <a:gd name="connsiteX472" fmla="*/ 101940 w 553012"/>
                <a:gd name="connsiteY472" fmla="*/ 474958 h 621896"/>
                <a:gd name="connsiteX473" fmla="*/ 105574 w 553012"/>
                <a:gd name="connsiteY473" fmla="*/ 471056 h 621896"/>
                <a:gd name="connsiteX474" fmla="*/ 107156 w 553012"/>
                <a:gd name="connsiteY474" fmla="*/ 469744 h 621896"/>
                <a:gd name="connsiteX475" fmla="*/ 108166 w 553012"/>
                <a:gd name="connsiteY475" fmla="*/ 467389 h 621896"/>
                <a:gd name="connsiteX476" fmla="*/ 108166 w 553012"/>
                <a:gd name="connsiteY476" fmla="*/ 460930 h 621896"/>
                <a:gd name="connsiteX477" fmla="*/ 109748 w 553012"/>
                <a:gd name="connsiteY477" fmla="*/ 458609 h 621896"/>
                <a:gd name="connsiteX478" fmla="*/ 114964 w 553012"/>
                <a:gd name="connsiteY478" fmla="*/ 454135 h 621896"/>
                <a:gd name="connsiteX479" fmla="*/ 119743 w 553012"/>
                <a:gd name="connsiteY479" fmla="*/ 452386 h 621896"/>
                <a:gd name="connsiteX480" fmla="*/ 122065 w 553012"/>
                <a:gd name="connsiteY480" fmla="*/ 453395 h 621896"/>
                <a:gd name="connsiteX481" fmla="*/ 130613 w 553012"/>
                <a:gd name="connsiteY481" fmla="*/ 456591 h 621896"/>
                <a:gd name="connsiteX482" fmla="*/ 130613 w 553012"/>
                <a:gd name="connsiteY482" fmla="*/ 463251 h 621896"/>
                <a:gd name="connsiteX483" fmla="*/ 131488 w 553012"/>
                <a:gd name="connsiteY483" fmla="*/ 467759 h 621896"/>
                <a:gd name="connsiteX484" fmla="*/ 133945 w 553012"/>
                <a:gd name="connsiteY484" fmla="*/ 470955 h 621896"/>
                <a:gd name="connsiteX485" fmla="*/ 139465 w 553012"/>
                <a:gd name="connsiteY485" fmla="*/ 468499 h 621896"/>
                <a:gd name="connsiteX486" fmla="*/ 140609 w 553012"/>
                <a:gd name="connsiteY486" fmla="*/ 466918 h 621896"/>
                <a:gd name="connsiteX487" fmla="*/ 142494 w 553012"/>
                <a:gd name="connsiteY487" fmla="*/ 466784 h 621896"/>
                <a:gd name="connsiteX488" fmla="*/ 145960 w 553012"/>
                <a:gd name="connsiteY488" fmla="*/ 468230 h 621896"/>
                <a:gd name="connsiteX489" fmla="*/ 147272 w 553012"/>
                <a:gd name="connsiteY489" fmla="*/ 470114 h 621896"/>
                <a:gd name="connsiteX490" fmla="*/ 148450 w 553012"/>
                <a:gd name="connsiteY490" fmla="*/ 472570 h 621896"/>
                <a:gd name="connsiteX491" fmla="*/ 150335 w 553012"/>
                <a:gd name="connsiteY491" fmla="*/ 475160 h 621896"/>
                <a:gd name="connsiteX492" fmla="*/ 153532 w 553012"/>
                <a:gd name="connsiteY492" fmla="*/ 474857 h 621896"/>
                <a:gd name="connsiteX493" fmla="*/ 155249 w 553012"/>
                <a:gd name="connsiteY493" fmla="*/ 472536 h 621896"/>
                <a:gd name="connsiteX494" fmla="*/ 156124 w 553012"/>
                <a:gd name="connsiteY494" fmla="*/ 467625 h 621896"/>
                <a:gd name="connsiteX495" fmla="*/ 157571 w 553012"/>
                <a:gd name="connsiteY495" fmla="*/ 465169 h 621896"/>
                <a:gd name="connsiteX496" fmla="*/ 158446 w 553012"/>
                <a:gd name="connsiteY496" fmla="*/ 461973 h 621896"/>
                <a:gd name="connsiteX497" fmla="*/ 160027 w 553012"/>
                <a:gd name="connsiteY497" fmla="*/ 459215 h 621896"/>
                <a:gd name="connsiteX498" fmla="*/ 161778 w 553012"/>
                <a:gd name="connsiteY498" fmla="*/ 457465 h 621896"/>
                <a:gd name="connsiteX499" fmla="*/ 163965 w 553012"/>
                <a:gd name="connsiteY499" fmla="*/ 456019 h 621896"/>
                <a:gd name="connsiteX500" fmla="*/ 165850 w 553012"/>
                <a:gd name="connsiteY500" fmla="*/ 455010 h 621896"/>
                <a:gd name="connsiteX501" fmla="*/ 168172 w 553012"/>
                <a:gd name="connsiteY501" fmla="*/ 452386 h 621896"/>
                <a:gd name="connsiteX502" fmla="*/ 171807 w 553012"/>
                <a:gd name="connsiteY502" fmla="*/ 450367 h 621896"/>
                <a:gd name="connsiteX503" fmla="*/ 175273 w 553012"/>
                <a:gd name="connsiteY503" fmla="*/ 447340 h 621896"/>
                <a:gd name="connsiteX504" fmla="*/ 176720 w 553012"/>
                <a:gd name="connsiteY504" fmla="*/ 443875 h 621896"/>
                <a:gd name="connsiteX505" fmla="*/ 177595 w 553012"/>
                <a:gd name="connsiteY505" fmla="*/ 439098 h 621896"/>
                <a:gd name="connsiteX506" fmla="*/ 185571 w 553012"/>
                <a:gd name="connsiteY506" fmla="*/ 438156 h 621896"/>
                <a:gd name="connsiteX507" fmla="*/ 189206 w 553012"/>
                <a:gd name="connsiteY507" fmla="*/ 436340 h 621896"/>
                <a:gd name="connsiteX508" fmla="*/ 192403 w 553012"/>
                <a:gd name="connsiteY508" fmla="*/ 436340 h 621896"/>
                <a:gd name="connsiteX509" fmla="*/ 194423 w 553012"/>
                <a:gd name="connsiteY509" fmla="*/ 437786 h 621896"/>
                <a:gd name="connsiteX510" fmla="*/ 199774 w 553012"/>
                <a:gd name="connsiteY510" fmla="*/ 443135 h 621896"/>
                <a:gd name="connsiteX511" fmla="*/ 201961 w 553012"/>
                <a:gd name="connsiteY511" fmla="*/ 444144 h 621896"/>
                <a:gd name="connsiteX512" fmla="*/ 207750 w 553012"/>
                <a:gd name="connsiteY512" fmla="*/ 443841 h 621896"/>
                <a:gd name="connsiteX513" fmla="*/ 210947 w 553012"/>
                <a:gd name="connsiteY513" fmla="*/ 441823 h 621896"/>
                <a:gd name="connsiteX514" fmla="*/ 212697 w 553012"/>
                <a:gd name="connsiteY514" fmla="*/ 439636 h 621896"/>
                <a:gd name="connsiteX515" fmla="*/ 213404 w 553012"/>
                <a:gd name="connsiteY515" fmla="*/ 437618 h 621896"/>
                <a:gd name="connsiteX516" fmla="*/ 214582 w 553012"/>
                <a:gd name="connsiteY516" fmla="*/ 434288 h 621896"/>
                <a:gd name="connsiteX517" fmla="*/ 215894 w 553012"/>
                <a:gd name="connsiteY517" fmla="*/ 431832 h 621896"/>
                <a:gd name="connsiteX518" fmla="*/ 216466 w 553012"/>
                <a:gd name="connsiteY518" fmla="*/ 430957 h 621896"/>
                <a:gd name="connsiteX519" fmla="*/ 218485 w 553012"/>
                <a:gd name="connsiteY519" fmla="*/ 429645 h 621896"/>
                <a:gd name="connsiteX520" fmla="*/ 221380 w 553012"/>
                <a:gd name="connsiteY520" fmla="*/ 432101 h 621896"/>
                <a:gd name="connsiteX521" fmla="*/ 224409 w 553012"/>
                <a:gd name="connsiteY521" fmla="*/ 434119 h 621896"/>
                <a:gd name="connsiteX522" fmla="*/ 226596 w 553012"/>
                <a:gd name="connsiteY522" fmla="*/ 436138 h 621896"/>
                <a:gd name="connsiteX523" fmla="*/ 232553 w 553012"/>
                <a:gd name="connsiteY523" fmla="*/ 438594 h 621896"/>
                <a:gd name="connsiteX524" fmla="*/ 236154 w 553012"/>
                <a:gd name="connsiteY524" fmla="*/ 438459 h 621896"/>
                <a:gd name="connsiteX525" fmla="*/ 237904 w 553012"/>
                <a:gd name="connsiteY525" fmla="*/ 436710 h 621896"/>
                <a:gd name="connsiteX526" fmla="*/ 241674 w 553012"/>
                <a:gd name="connsiteY526" fmla="*/ 435835 h 621896"/>
                <a:gd name="connsiteX527" fmla="*/ 244736 w 553012"/>
                <a:gd name="connsiteY527" fmla="*/ 438459 h 621896"/>
                <a:gd name="connsiteX528" fmla="*/ 247395 w 553012"/>
                <a:gd name="connsiteY528" fmla="*/ 441487 h 621896"/>
                <a:gd name="connsiteX529" fmla="*/ 248909 w 553012"/>
                <a:gd name="connsiteY529" fmla="*/ 443673 h 621896"/>
                <a:gd name="connsiteX530" fmla="*/ 248909 w 553012"/>
                <a:gd name="connsiteY530" fmla="*/ 447575 h 621896"/>
                <a:gd name="connsiteX531" fmla="*/ 248034 w 553012"/>
                <a:gd name="connsiteY531" fmla="*/ 451780 h 621896"/>
                <a:gd name="connsiteX532" fmla="*/ 247159 w 553012"/>
                <a:gd name="connsiteY532" fmla="*/ 454808 h 621896"/>
                <a:gd name="connsiteX533" fmla="*/ 247462 w 553012"/>
                <a:gd name="connsiteY533" fmla="*/ 457566 h 621896"/>
                <a:gd name="connsiteX534" fmla="*/ 247900 w 553012"/>
                <a:gd name="connsiteY534" fmla="*/ 460594 h 621896"/>
                <a:gd name="connsiteX535" fmla="*/ 248169 w 553012"/>
                <a:gd name="connsiteY535" fmla="*/ 462040 h 621896"/>
                <a:gd name="connsiteX536" fmla="*/ 246015 w 553012"/>
                <a:gd name="connsiteY536" fmla="*/ 465102 h 621896"/>
                <a:gd name="connsiteX537" fmla="*/ 245005 w 553012"/>
                <a:gd name="connsiteY537" fmla="*/ 467120 h 621896"/>
                <a:gd name="connsiteX538" fmla="*/ 242986 w 553012"/>
                <a:gd name="connsiteY538" fmla="*/ 470013 h 621896"/>
                <a:gd name="connsiteX539" fmla="*/ 241404 w 553012"/>
                <a:gd name="connsiteY539" fmla="*/ 474353 h 621896"/>
                <a:gd name="connsiteX540" fmla="*/ 241674 w 553012"/>
                <a:gd name="connsiteY540" fmla="*/ 477985 h 621896"/>
                <a:gd name="connsiteX541" fmla="*/ 242818 w 553012"/>
                <a:gd name="connsiteY541" fmla="*/ 479735 h 621896"/>
                <a:gd name="connsiteX542" fmla="*/ 244265 w 553012"/>
                <a:gd name="connsiteY542" fmla="*/ 481921 h 621896"/>
                <a:gd name="connsiteX543" fmla="*/ 246150 w 553012"/>
                <a:gd name="connsiteY543" fmla="*/ 484545 h 621896"/>
                <a:gd name="connsiteX544" fmla="*/ 248909 w 553012"/>
                <a:gd name="connsiteY544" fmla="*/ 485420 h 621896"/>
                <a:gd name="connsiteX545" fmla="*/ 252106 w 553012"/>
                <a:gd name="connsiteY545" fmla="*/ 484276 h 621896"/>
                <a:gd name="connsiteX546" fmla="*/ 254126 w 553012"/>
                <a:gd name="connsiteY546" fmla="*/ 483839 h 621896"/>
                <a:gd name="connsiteX547" fmla="*/ 258030 w 553012"/>
                <a:gd name="connsiteY547" fmla="*/ 483402 h 621896"/>
                <a:gd name="connsiteX548" fmla="*/ 260352 w 553012"/>
                <a:gd name="connsiteY548" fmla="*/ 483536 h 621896"/>
                <a:gd name="connsiteX549" fmla="*/ 263112 w 553012"/>
                <a:gd name="connsiteY549" fmla="*/ 483536 h 621896"/>
                <a:gd name="connsiteX550" fmla="*/ 265434 w 553012"/>
                <a:gd name="connsiteY550" fmla="*/ 484108 h 621896"/>
                <a:gd name="connsiteX551" fmla="*/ 267823 w 553012"/>
                <a:gd name="connsiteY551" fmla="*/ 485252 h 621896"/>
                <a:gd name="connsiteX552" fmla="*/ 269775 w 553012"/>
                <a:gd name="connsiteY552" fmla="*/ 487001 h 621896"/>
                <a:gd name="connsiteX553" fmla="*/ 269775 w 553012"/>
                <a:gd name="connsiteY553" fmla="*/ 491071 h 621896"/>
                <a:gd name="connsiteX554" fmla="*/ 267318 w 553012"/>
                <a:gd name="connsiteY554" fmla="*/ 493695 h 621896"/>
                <a:gd name="connsiteX555" fmla="*/ 265871 w 553012"/>
                <a:gd name="connsiteY555" fmla="*/ 495882 h 621896"/>
                <a:gd name="connsiteX556" fmla="*/ 264256 w 553012"/>
                <a:gd name="connsiteY556" fmla="*/ 496588 h 621896"/>
                <a:gd name="connsiteX557" fmla="*/ 262674 w 553012"/>
                <a:gd name="connsiteY557" fmla="*/ 497328 h 621896"/>
                <a:gd name="connsiteX558" fmla="*/ 260352 w 553012"/>
                <a:gd name="connsiteY558" fmla="*/ 498909 h 621896"/>
                <a:gd name="connsiteX559" fmla="*/ 258467 w 553012"/>
                <a:gd name="connsiteY559" fmla="*/ 500928 h 621896"/>
                <a:gd name="connsiteX560" fmla="*/ 256717 w 553012"/>
                <a:gd name="connsiteY560" fmla="*/ 503552 h 621896"/>
                <a:gd name="connsiteX561" fmla="*/ 254530 w 553012"/>
                <a:gd name="connsiteY561" fmla="*/ 506579 h 621896"/>
                <a:gd name="connsiteX562" fmla="*/ 254092 w 553012"/>
                <a:gd name="connsiteY562" fmla="*/ 510347 h 621896"/>
                <a:gd name="connsiteX563" fmla="*/ 253520 w 553012"/>
                <a:gd name="connsiteY563" fmla="*/ 514686 h 621896"/>
                <a:gd name="connsiteX564" fmla="*/ 256414 w 553012"/>
                <a:gd name="connsiteY564" fmla="*/ 525417 h 621896"/>
                <a:gd name="connsiteX565" fmla="*/ 255707 w 553012"/>
                <a:gd name="connsiteY565" fmla="*/ 530934 h 621896"/>
                <a:gd name="connsiteX566" fmla="*/ 254698 w 553012"/>
                <a:gd name="connsiteY566" fmla="*/ 535577 h 621896"/>
                <a:gd name="connsiteX567" fmla="*/ 254126 w 553012"/>
                <a:gd name="connsiteY567" fmla="*/ 537158 h 621896"/>
                <a:gd name="connsiteX568" fmla="*/ 252544 w 553012"/>
                <a:gd name="connsiteY568" fmla="*/ 539176 h 621896"/>
                <a:gd name="connsiteX569" fmla="*/ 249650 w 553012"/>
                <a:gd name="connsiteY569" fmla="*/ 540757 h 621896"/>
                <a:gd name="connsiteX570" fmla="*/ 247462 w 553012"/>
                <a:gd name="connsiteY570" fmla="*/ 541329 h 621896"/>
                <a:gd name="connsiteX571" fmla="*/ 245578 w 553012"/>
                <a:gd name="connsiteY571" fmla="*/ 543213 h 621896"/>
                <a:gd name="connsiteX572" fmla="*/ 243121 w 553012"/>
                <a:gd name="connsiteY572" fmla="*/ 545534 h 621896"/>
                <a:gd name="connsiteX573" fmla="*/ 239217 w 553012"/>
                <a:gd name="connsiteY573" fmla="*/ 547418 h 621896"/>
                <a:gd name="connsiteX574" fmla="*/ 238914 w 553012"/>
                <a:gd name="connsiteY574" fmla="*/ 547855 h 621896"/>
                <a:gd name="connsiteX575" fmla="*/ 237029 w 553012"/>
                <a:gd name="connsiteY575" fmla="*/ 550883 h 621896"/>
                <a:gd name="connsiteX576" fmla="*/ 236726 w 553012"/>
                <a:gd name="connsiteY576" fmla="*/ 552767 h 621896"/>
                <a:gd name="connsiteX577" fmla="*/ 236592 w 553012"/>
                <a:gd name="connsiteY577" fmla="*/ 555357 h 621896"/>
                <a:gd name="connsiteX578" fmla="*/ 236726 w 553012"/>
                <a:gd name="connsiteY578" fmla="*/ 557812 h 621896"/>
                <a:gd name="connsiteX579" fmla="*/ 230938 w 553012"/>
                <a:gd name="connsiteY579" fmla="*/ 559696 h 621896"/>
                <a:gd name="connsiteX580" fmla="*/ 229625 w 553012"/>
                <a:gd name="connsiteY580" fmla="*/ 560840 h 621896"/>
                <a:gd name="connsiteX581" fmla="*/ 225553 w 553012"/>
                <a:gd name="connsiteY581" fmla="*/ 563598 h 621896"/>
                <a:gd name="connsiteX582" fmla="*/ 224409 w 553012"/>
                <a:gd name="connsiteY582" fmla="*/ 566929 h 621896"/>
                <a:gd name="connsiteX583" fmla="*/ 223971 w 553012"/>
                <a:gd name="connsiteY583" fmla="*/ 567063 h 621896"/>
                <a:gd name="connsiteX584" fmla="*/ 218889 w 553012"/>
                <a:gd name="connsiteY584" fmla="*/ 573287 h 621896"/>
                <a:gd name="connsiteX585" fmla="*/ 218587 w 553012"/>
                <a:gd name="connsiteY585" fmla="*/ 577626 h 621896"/>
                <a:gd name="connsiteX586" fmla="*/ 218721 w 553012"/>
                <a:gd name="connsiteY586" fmla="*/ 581528 h 621896"/>
                <a:gd name="connsiteX587" fmla="*/ 219159 w 553012"/>
                <a:gd name="connsiteY587" fmla="*/ 584556 h 621896"/>
                <a:gd name="connsiteX588" fmla="*/ 219293 w 553012"/>
                <a:gd name="connsiteY588" fmla="*/ 588458 h 621896"/>
                <a:gd name="connsiteX589" fmla="*/ 220168 w 553012"/>
                <a:gd name="connsiteY589" fmla="*/ 591923 h 621896"/>
                <a:gd name="connsiteX590" fmla="*/ 223063 w 553012"/>
                <a:gd name="connsiteY590" fmla="*/ 595253 h 621896"/>
                <a:gd name="connsiteX591" fmla="*/ 228414 w 553012"/>
                <a:gd name="connsiteY591" fmla="*/ 597272 h 621896"/>
                <a:gd name="connsiteX592" fmla="*/ 233630 w 553012"/>
                <a:gd name="connsiteY592" fmla="*/ 596094 h 621896"/>
                <a:gd name="connsiteX593" fmla="*/ 235952 w 553012"/>
                <a:gd name="connsiteY593" fmla="*/ 591620 h 621896"/>
                <a:gd name="connsiteX594" fmla="*/ 236087 w 553012"/>
                <a:gd name="connsiteY594" fmla="*/ 589030 h 621896"/>
                <a:gd name="connsiteX595" fmla="*/ 235952 w 553012"/>
                <a:gd name="connsiteY595" fmla="*/ 584119 h 621896"/>
                <a:gd name="connsiteX596" fmla="*/ 238577 w 553012"/>
                <a:gd name="connsiteY596" fmla="*/ 581091 h 621896"/>
                <a:gd name="connsiteX597" fmla="*/ 241472 w 553012"/>
                <a:gd name="connsiteY597" fmla="*/ 579342 h 621896"/>
                <a:gd name="connsiteX598" fmla="*/ 244938 w 553012"/>
                <a:gd name="connsiteY598" fmla="*/ 577155 h 621896"/>
                <a:gd name="connsiteX599" fmla="*/ 247092 w 553012"/>
                <a:gd name="connsiteY599" fmla="*/ 574699 h 621896"/>
                <a:gd name="connsiteX600" fmla="*/ 248236 w 553012"/>
                <a:gd name="connsiteY600" fmla="*/ 573522 h 621896"/>
                <a:gd name="connsiteX601" fmla="*/ 250424 w 553012"/>
                <a:gd name="connsiteY601" fmla="*/ 571773 h 621896"/>
                <a:gd name="connsiteX602" fmla="*/ 253183 w 553012"/>
                <a:gd name="connsiteY602" fmla="*/ 571773 h 621896"/>
                <a:gd name="connsiteX603" fmla="*/ 256650 w 553012"/>
                <a:gd name="connsiteY603" fmla="*/ 571033 h 621896"/>
                <a:gd name="connsiteX604" fmla="*/ 260991 w 553012"/>
                <a:gd name="connsiteY604" fmla="*/ 571605 h 621896"/>
                <a:gd name="connsiteX605" fmla="*/ 264895 w 553012"/>
                <a:gd name="connsiteY605" fmla="*/ 572748 h 621896"/>
                <a:gd name="connsiteX606" fmla="*/ 266645 w 553012"/>
                <a:gd name="connsiteY606" fmla="*/ 573623 h 621896"/>
                <a:gd name="connsiteX607" fmla="*/ 267958 w 553012"/>
                <a:gd name="connsiteY607" fmla="*/ 578131 h 621896"/>
                <a:gd name="connsiteX608" fmla="*/ 267958 w 553012"/>
                <a:gd name="connsiteY608" fmla="*/ 581327 h 621896"/>
                <a:gd name="connsiteX609" fmla="*/ 268530 w 553012"/>
                <a:gd name="connsiteY609" fmla="*/ 585094 h 621896"/>
                <a:gd name="connsiteX610" fmla="*/ 267958 w 553012"/>
                <a:gd name="connsiteY610" fmla="*/ 591048 h 621896"/>
                <a:gd name="connsiteX611" fmla="*/ 267958 w 553012"/>
                <a:gd name="connsiteY611" fmla="*/ 593672 h 621896"/>
                <a:gd name="connsiteX612" fmla="*/ 267823 w 553012"/>
                <a:gd name="connsiteY612" fmla="*/ 596868 h 621896"/>
                <a:gd name="connsiteX613" fmla="*/ 267958 w 553012"/>
                <a:gd name="connsiteY613" fmla="*/ 600198 h 621896"/>
                <a:gd name="connsiteX614" fmla="*/ 267520 w 553012"/>
                <a:gd name="connsiteY614" fmla="*/ 604706 h 621896"/>
                <a:gd name="connsiteX615" fmla="*/ 267386 w 553012"/>
                <a:gd name="connsiteY615" fmla="*/ 610627 h 621896"/>
                <a:gd name="connsiteX616" fmla="*/ 266948 w 553012"/>
                <a:gd name="connsiteY616" fmla="*/ 613385 h 621896"/>
                <a:gd name="connsiteX617" fmla="*/ 267823 w 553012"/>
                <a:gd name="connsiteY617" fmla="*/ 615841 h 621896"/>
                <a:gd name="connsiteX618" fmla="*/ 271593 w 553012"/>
                <a:gd name="connsiteY618" fmla="*/ 618162 h 621896"/>
                <a:gd name="connsiteX619" fmla="*/ 275934 w 553012"/>
                <a:gd name="connsiteY619" fmla="*/ 620348 h 621896"/>
                <a:gd name="connsiteX620" fmla="*/ 277516 w 553012"/>
                <a:gd name="connsiteY620" fmla="*/ 621223 h 621896"/>
                <a:gd name="connsiteX621" fmla="*/ 280982 w 553012"/>
                <a:gd name="connsiteY621" fmla="*/ 621223 h 621896"/>
                <a:gd name="connsiteX622" fmla="*/ 286198 w 553012"/>
                <a:gd name="connsiteY622" fmla="*/ 617455 h 621896"/>
                <a:gd name="connsiteX623" fmla="*/ 290103 w 553012"/>
                <a:gd name="connsiteY623" fmla="*/ 615875 h 621896"/>
                <a:gd name="connsiteX624" fmla="*/ 294007 w 553012"/>
                <a:gd name="connsiteY624" fmla="*/ 612847 h 621896"/>
                <a:gd name="connsiteX625" fmla="*/ 298651 w 553012"/>
                <a:gd name="connsiteY625" fmla="*/ 611266 h 621896"/>
                <a:gd name="connsiteX626" fmla="*/ 302285 w 553012"/>
                <a:gd name="connsiteY626" fmla="*/ 610257 h 621896"/>
                <a:gd name="connsiteX627" fmla="*/ 305617 w 553012"/>
                <a:gd name="connsiteY627" fmla="*/ 610257 h 621896"/>
                <a:gd name="connsiteX628" fmla="*/ 309252 w 553012"/>
                <a:gd name="connsiteY628" fmla="*/ 610391 h 621896"/>
                <a:gd name="connsiteX629" fmla="*/ 313459 w 553012"/>
                <a:gd name="connsiteY629" fmla="*/ 610694 h 621896"/>
                <a:gd name="connsiteX630" fmla="*/ 318103 w 553012"/>
                <a:gd name="connsiteY630" fmla="*/ 611703 h 621896"/>
                <a:gd name="connsiteX631" fmla="*/ 322747 w 553012"/>
                <a:gd name="connsiteY631" fmla="*/ 611131 h 621896"/>
                <a:gd name="connsiteX632" fmla="*/ 326517 w 553012"/>
                <a:gd name="connsiteY632" fmla="*/ 610559 h 621896"/>
                <a:gd name="connsiteX633" fmla="*/ 329848 w 553012"/>
                <a:gd name="connsiteY633" fmla="*/ 611299 h 621896"/>
                <a:gd name="connsiteX634" fmla="*/ 332877 w 553012"/>
                <a:gd name="connsiteY634" fmla="*/ 609718 h 621896"/>
                <a:gd name="connsiteX635" fmla="*/ 336781 w 553012"/>
                <a:gd name="connsiteY635" fmla="*/ 607532 h 621896"/>
                <a:gd name="connsiteX636" fmla="*/ 339541 w 553012"/>
                <a:gd name="connsiteY636" fmla="*/ 606657 h 621896"/>
                <a:gd name="connsiteX637" fmla="*/ 341863 w 553012"/>
                <a:gd name="connsiteY637" fmla="*/ 606657 h 621896"/>
                <a:gd name="connsiteX638" fmla="*/ 342301 w 553012"/>
                <a:gd name="connsiteY638" fmla="*/ 604504 h 621896"/>
                <a:gd name="connsiteX639" fmla="*/ 343445 w 553012"/>
                <a:gd name="connsiteY639" fmla="*/ 603192 h 621896"/>
                <a:gd name="connsiteX640" fmla="*/ 343580 w 553012"/>
                <a:gd name="connsiteY640" fmla="*/ 601746 h 621896"/>
                <a:gd name="connsiteX641" fmla="*/ 343714 w 553012"/>
                <a:gd name="connsiteY641" fmla="*/ 599559 h 621896"/>
                <a:gd name="connsiteX642" fmla="*/ 342267 w 553012"/>
                <a:gd name="connsiteY642" fmla="*/ 596363 h 621896"/>
                <a:gd name="connsiteX643" fmla="*/ 338498 w 553012"/>
                <a:gd name="connsiteY643" fmla="*/ 593773 h 621896"/>
                <a:gd name="connsiteX644" fmla="*/ 337354 w 553012"/>
                <a:gd name="connsiteY644" fmla="*/ 591889 h 621896"/>
                <a:gd name="connsiteX645" fmla="*/ 338363 w 553012"/>
                <a:gd name="connsiteY645" fmla="*/ 589131 h 621896"/>
                <a:gd name="connsiteX646" fmla="*/ 340248 w 553012"/>
                <a:gd name="connsiteY646" fmla="*/ 587987 h 621896"/>
                <a:gd name="connsiteX647" fmla="*/ 340955 w 553012"/>
                <a:gd name="connsiteY647" fmla="*/ 585397 h 621896"/>
                <a:gd name="connsiteX648" fmla="*/ 340955 w 553012"/>
                <a:gd name="connsiteY648" fmla="*/ 583210 h 621896"/>
                <a:gd name="connsiteX649" fmla="*/ 340955 w 553012"/>
                <a:gd name="connsiteY649" fmla="*/ 580452 h 621896"/>
                <a:gd name="connsiteX650" fmla="*/ 340955 w 553012"/>
                <a:gd name="connsiteY650" fmla="*/ 577996 h 621896"/>
                <a:gd name="connsiteX651" fmla="*/ 340517 w 553012"/>
                <a:gd name="connsiteY651" fmla="*/ 572917 h 621896"/>
                <a:gd name="connsiteX652" fmla="*/ 338363 w 553012"/>
                <a:gd name="connsiteY652" fmla="*/ 571335 h 621896"/>
                <a:gd name="connsiteX653" fmla="*/ 339070 w 553012"/>
                <a:gd name="connsiteY653" fmla="*/ 569754 h 621896"/>
                <a:gd name="connsiteX654" fmla="*/ 340652 w 553012"/>
                <a:gd name="connsiteY654" fmla="*/ 568880 h 621896"/>
                <a:gd name="connsiteX655" fmla="*/ 344724 w 553012"/>
                <a:gd name="connsiteY655" fmla="*/ 567803 h 621896"/>
                <a:gd name="connsiteX656" fmla="*/ 346609 w 553012"/>
                <a:gd name="connsiteY656" fmla="*/ 566727 h 621896"/>
                <a:gd name="connsiteX657" fmla="*/ 353979 w 553012"/>
                <a:gd name="connsiteY657" fmla="*/ 566727 h 621896"/>
                <a:gd name="connsiteX658" fmla="*/ 362662 w 553012"/>
                <a:gd name="connsiteY658" fmla="*/ 566727 h 621896"/>
                <a:gd name="connsiteX659" fmla="*/ 363537 w 553012"/>
                <a:gd name="connsiteY659" fmla="*/ 568039 h 621896"/>
                <a:gd name="connsiteX660" fmla="*/ 369191 w 553012"/>
                <a:gd name="connsiteY660" fmla="*/ 568039 h 621896"/>
                <a:gd name="connsiteX661" fmla="*/ 372220 w 553012"/>
                <a:gd name="connsiteY661" fmla="*/ 566727 h 621896"/>
                <a:gd name="connsiteX662" fmla="*/ 373801 w 553012"/>
                <a:gd name="connsiteY662" fmla="*/ 565146 h 621896"/>
                <a:gd name="connsiteX663" fmla="*/ 379321 w 553012"/>
                <a:gd name="connsiteY663" fmla="*/ 566727 h 621896"/>
                <a:gd name="connsiteX664" fmla="*/ 383225 w 553012"/>
                <a:gd name="connsiteY664" fmla="*/ 568476 h 621896"/>
                <a:gd name="connsiteX665" fmla="*/ 390056 w 553012"/>
                <a:gd name="connsiteY665" fmla="*/ 569788 h 621896"/>
                <a:gd name="connsiteX666" fmla="*/ 396283 w 553012"/>
                <a:gd name="connsiteY666" fmla="*/ 576011 h 621896"/>
                <a:gd name="connsiteX667" fmla="*/ 400927 w 553012"/>
                <a:gd name="connsiteY667" fmla="*/ 580654 h 621896"/>
                <a:gd name="connsiteX668" fmla="*/ 404697 w 553012"/>
                <a:gd name="connsiteY668" fmla="*/ 586440 h 621896"/>
                <a:gd name="connsiteX669" fmla="*/ 409172 w 553012"/>
                <a:gd name="connsiteY669" fmla="*/ 592831 h 621896"/>
                <a:gd name="connsiteX670" fmla="*/ 414523 w 553012"/>
                <a:gd name="connsiteY670" fmla="*/ 595455 h 621896"/>
                <a:gd name="connsiteX671" fmla="*/ 419000 w 553012"/>
                <a:gd name="connsiteY671" fmla="*/ 594446 h 621896"/>
                <a:gd name="connsiteX672" fmla="*/ 422466 w 553012"/>
                <a:gd name="connsiteY672" fmla="*/ 592428 h 621896"/>
                <a:gd name="connsiteX673" fmla="*/ 425495 w 553012"/>
                <a:gd name="connsiteY673" fmla="*/ 592125 h 621896"/>
                <a:gd name="connsiteX674" fmla="*/ 429567 w 553012"/>
                <a:gd name="connsiteY674" fmla="*/ 591553 h 621896"/>
                <a:gd name="connsiteX675" fmla="*/ 430880 w 553012"/>
                <a:gd name="connsiteY675" fmla="*/ 589097 h 621896"/>
                <a:gd name="connsiteX676" fmla="*/ 431183 w 553012"/>
                <a:gd name="connsiteY676" fmla="*/ 585901 h 621896"/>
                <a:gd name="connsiteX677" fmla="*/ 427985 w 553012"/>
                <a:gd name="connsiteY677" fmla="*/ 581697 h 621896"/>
                <a:gd name="connsiteX678" fmla="*/ 427548 w 553012"/>
                <a:gd name="connsiteY678" fmla="*/ 579106 h 621896"/>
                <a:gd name="connsiteX679" fmla="*/ 427985 w 553012"/>
                <a:gd name="connsiteY679" fmla="*/ 576920 h 621896"/>
                <a:gd name="connsiteX680" fmla="*/ 428726 w 553012"/>
                <a:gd name="connsiteY680" fmla="*/ 574161 h 621896"/>
                <a:gd name="connsiteX681" fmla="*/ 426706 w 553012"/>
                <a:gd name="connsiteY681" fmla="*/ 570831 h 621896"/>
                <a:gd name="connsiteX682" fmla="*/ 426135 w 553012"/>
                <a:gd name="connsiteY682" fmla="*/ 569385 h 621896"/>
                <a:gd name="connsiteX683" fmla="*/ 425259 w 553012"/>
                <a:gd name="connsiteY683" fmla="*/ 566357 h 621896"/>
                <a:gd name="connsiteX684" fmla="*/ 427144 w 553012"/>
                <a:gd name="connsiteY684" fmla="*/ 565180 h 621896"/>
                <a:gd name="connsiteX685" fmla="*/ 429029 w 553012"/>
                <a:gd name="connsiteY685" fmla="*/ 562993 h 621896"/>
                <a:gd name="connsiteX686" fmla="*/ 430173 w 553012"/>
                <a:gd name="connsiteY686" fmla="*/ 561244 h 621896"/>
                <a:gd name="connsiteX687" fmla="*/ 428423 w 553012"/>
                <a:gd name="connsiteY687" fmla="*/ 559057 h 621896"/>
                <a:gd name="connsiteX688" fmla="*/ 420447 w 553012"/>
                <a:gd name="connsiteY688" fmla="*/ 555155 h 621896"/>
                <a:gd name="connsiteX689" fmla="*/ 419000 w 553012"/>
                <a:gd name="connsiteY689" fmla="*/ 553708 h 621896"/>
                <a:gd name="connsiteX690" fmla="*/ 418125 w 553012"/>
                <a:gd name="connsiteY690" fmla="*/ 550513 h 621896"/>
                <a:gd name="connsiteX691" fmla="*/ 420447 w 553012"/>
                <a:gd name="connsiteY691" fmla="*/ 549066 h 621896"/>
                <a:gd name="connsiteX692" fmla="*/ 423072 w 553012"/>
                <a:gd name="connsiteY692" fmla="*/ 547754 h 621896"/>
                <a:gd name="connsiteX693" fmla="*/ 425966 w 553012"/>
                <a:gd name="connsiteY693" fmla="*/ 547754 h 621896"/>
                <a:gd name="connsiteX694" fmla="*/ 429735 w 553012"/>
                <a:gd name="connsiteY694" fmla="*/ 545736 h 621896"/>
                <a:gd name="connsiteX695" fmla="*/ 432495 w 553012"/>
                <a:gd name="connsiteY695" fmla="*/ 543986 h 621896"/>
                <a:gd name="connsiteX696" fmla="*/ 434077 w 553012"/>
                <a:gd name="connsiteY696" fmla="*/ 543246 h 621896"/>
                <a:gd name="connsiteX697" fmla="*/ 437543 w 553012"/>
                <a:gd name="connsiteY697" fmla="*/ 541934 h 621896"/>
                <a:gd name="connsiteX698" fmla="*/ 442760 w 553012"/>
                <a:gd name="connsiteY698" fmla="*/ 536720 h 621896"/>
                <a:gd name="connsiteX699" fmla="*/ 444207 w 553012"/>
                <a:gd name="connsiteY699" fmla="*/ 532953 h 621896"/>
                <a:gd name="connsiteX700" fmla="*/ 446832 w 553012"/>
                <a:gd name="connsiteY700" fmla="*/ 526292 h 621896"/>
                <a:gd name="connsiteX701" fmla="*/ 449423 w 553012"/>
                <a:gd name="connsiteY701" fmla="*/ 523971 h 621896"/>
                <a:gd name="connsiteX702" fmla="*/ 455649 w 553012"/>
                <a:gd name="connsiteY702" fmla="*/ 523971 h 621896"/>
                <a:gd name="connsiteX703" fmla="*/ 459553 w 553012"/>
                <a:gd name="connsiteY703" fmla="*/ 523904 h 621896"/>
                <a:gd name="connsiteX704" fmla="*/ 462313 w 553012"/>
                <a:gd name="connsiteY704" fmla="*/ 526729 h 621896"/>
                <a:gd name="connsiteX705" fmla="*/ 464770 w 553012"/>
                <a:gd name="connsiteY705" fmla="*/ 531069 h 621896"/>
                <a:gd name="connsiteX706" fmla="*/ 466654 w 553012"/>
                <a:gd name="connsiteY706" fmla="*/ 534837 h 621896"/>
                <a:gd name="connsiteX707" fmla="*/ 470424 w 553012"/>
                <a:gd name="connsiteY707" fmla="*/ 538470 h 621896"/>
                <a:gd name="connsiteX708" fmla="*/ 476381 w 553012"/>
                <a:gd name="connsiteY708" fmla="*/ 541060 h 621896"/>
                <a:gd name="connsiteX709" fmla="*/ 481462 w 553012"/>
                <a:gd name="connsiteY709" fmla="*/ 541497 h 621896"/>
                <a:gd name="connsiteX710" fmla="*/ 488261 w 553012"/>
                <a:gd name="connsiteY710" fmla="*/ 541934 h 621896"/>
                <a:gd name="connsiteX711" fmla="*/ 495665 w 553012"/>
                <a:gd name="connsiteY711" fmla="*/ 543246 h 621896"/>
                <a:gd name="connsiteX712" fmla="*/ 500746 w 553012"/>
                <a:gd name="connsiteY712" fmla="*/ 541665 h 621896"/>
                <a:gd name="connsiteX713" fmla="*/ 504819 w 553012"/>
                <a:gd name="connsiteY713" fmla="*/ 540656 h 621896"/>
                <a:gd name="connsiteX714" fmla="*/ 512189 w 553012"/>
                <a:gd name="connsiteY714" fmla="*/ 540656 h 621896"/>
                <a:gd name="connsiteX715" fmla="*/ 514074 w 553012"/>
                <a:gd name="connsiteY715" fmla="*/ 539344 h 621896"/>
                <a:gd name="connsiteX716" fmla="*/ 517843 w 553012"/>
                <a:gd name="connsiteY716" fmla="*/ 536754 h 621896"/>
                <a:gd name="connsiteX717" fmla="*/ 521175 w 553012"/>
                <a:gd name="connsiteY717" fmla="*/ 534870 h 621896"/>
                <a:gd name="connsiteX718" fmla="*/ 522757 w 553012"/>
                <a:gd name="connsiteY718" fmla="*/ 533121 h 621896"/>
                <a:gd name="connsiteX719" fmla="*/ 525079 w 553012"/>
                <a:gd name="connsiteY719" fmla="*/ 530228 h 621896"/>
                <a:gd name="connsiteX720" fmla="*/ 526088 w 553012"/>
                <a:gd name="connsiteY720" fmla="*/ 525586 h 621896"/>
                <a:gd name="connsiteX721" fmla="*/ 524607 w 553012"/>
                <a:gd name="connsiteY721" fmla="*/ 522356 h 62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553012" h="621896">
                  <a:moveTo>
                    <a:pt x="524607" y="522356"/>
                  </a:moveTo>
                  <a:lnTo>
                    <a:pt x="525752" y="518589"/>
                  </a:lnTo>
                  <a:lnTo>
                    <a:pt x="526896" y="513677"/>
                  </a:lnTo>
                  <a:lnTo>
                    <a:pt x="525752" y="510784"/>
                  </a:lnTo>
                  <a:lnTo>
                    <a:pt x="522555" y="508766"/>
                  </a:lnTo>
                  <a:lnTo>
                    <a:pt x="521983" y="502677"/>
                  </a:lnTo>
                  <a:lnTo>
                    <a:pt x="522285" y="499481"/>
                  </a:lnTo>
                  <a:lnTo>
                    <a:pt x="522858" y="493964"/>
                  </a:lnTo>
                  <a:lnTo>
                    <a:pt x="525180" y="489322"/>
                  </a:lnTo>
                  <a:lnTo>
                    <a:pt x="525180" y="486732"/>
                  </a:lnTo>
                  <a:lnTo>
                    <a:pt x="528511" y="480071"/>
                  </a:lnTo>
                  <a:lnTo>
                    <a:pt x="530093" y="476875"/>
                  </a:lnTo>
                  <a:lnTo>
                    <a:pt x="529521" y="472536"/>
                  </a:lnTo>
                  <a:lnTo>
                    <a:pt x="529252" y="465303"/>
                  </a:lnTo>
                  <a:lnTo>
                    <a:pt x="531271" y="460089"/>
                  </a:lnTo>
                  <a:cubicBezTo>
                    <a:pt x="531271" y="460089"/>
                    <a:pt x="536791" y="457465"/>
                    <a:pt x="538238" y="456624"/>
                  </a:cubicBezTo>
                  <a:cubicBezTo>
                    <a:pt x="539685" y="455750"/>
                    <a:pt x="543757" y="454606"/>
                    <a:pt x="543757" y="454606"/>
                  </a:cubicBezTo>
                  <a:lnTo>
                    <a:pt x="548974" y="451982"/>
                  </a:lnTo>
                  <a:lnTo>
                    <a:pt x="551868" y="448517"/>
                  </a:lnTo>
                  <a:lnTo>
                    <a:pt x="553012" y="445691"/>
                  </a:lnTo>
                  <a:lnTo>
                    <a:pt x="550118" y="441554"/>
                  </a:lnTo>
                  <a:lnTo>
                    <a:pt x="546349" y="441251"/>
                  </a:lnTo>
                  <a:lnTo>
                    <a:pt x="542007" y="442126"/>
                  </a:lnTo>
                  <a:cubicBezTo>
                    <a:pt x="542007" y="442126"/>
                    <a:pt x="534771" y="445019"/>
                    <a:pt x="533593" y="445691"/>
                  </a:cubicBezTo>
                  <a:cubicBezTo>
                    <a:pt x="532449" y="446331"/>
                    <a:pt x="527805" y="448517"/>
                    <a:pt x="527805" y="448517"/>
                  </a:cubicBezTo>
                  <a:lnTo>
                    <a:pt x="524036" y="448517"/>
                  </a:lnTo>
                  <a:lnTo>
                    <a:pt x="523463" y="445557"/>
                  </a:lnTo>
                  <a:lnTo>
                    <a:pt x="524338" y="440982"/>
                  </a:lnTo>
                  <a:cubicBezTo>
                    <a:pt x="524338" y="440982"/>
                    <a:pt x="525483" y="438661"/>
                    <a:pt x="526358" y="437786"/>
                  </a:cubicBezTo>
                  <a:cubicBezTo>
                    <a:pt x="527233" y="436912"/>
                    <a:pt x="530699" y="434590"/>
                    <a:pt x="530699" y="434590"/>
                  </a:cubicBezTo>
                  <a:cubicBezTo>
                    <a:pt x="530699" y="434590"/>
                    <a:pt x="531271" y="429679"/>
                    <a:pt x="531271" y="427930"/>
                  </a:cubicBezTo>
                  <a:cubicBezTo>
                    <a:pt x="531271" y="426181"/>
                    <a:pt x="533021" y="421841"/>
                    <a:pt x="533021" y="421841"/>
                  </a:cubicBezTo>
                  <a:lnTo>
                    <a:pt x="534771" y="418073"/>
                  </a:lnTo>
                  <a:lnTo>
                    <a:pt x="537665" y="413162"/>
                  </a:lnTo>
                  <a:lnTo>
                    <a:pt x="537363" y="406501"/>
                  </a:lnTo>
                  <a:lnTo>
                    <a:pt x="535613" y="403036"/>
                  </a:lnTo>
                  <a:lnTo>
                    <a:pt x="529521" y="394627"/>
                  </a:lnTo>
                  <a:lnTo>
                    <a:pt x="523733" y="394627"/>
                  </a:lnTo>
                  <a:lnTo>
                    <a:pt x="511920" y="393382"/>
                  </a:lnTo>
                  <a:lnTo>
                    <a:pt x="509530" y="391565"/>
                  </a:lnTo>
                  <a:lnTo>
                    <a:pt x="509329" y="386553"/>
                  </a:lnTo>
                  <a:lnTo>
                    <a:pt x="508453" y="382415"/>
                  </a:lnTo>
                  <a:lnTo>
                    <a:pt x="509093" y="378715"/>
                  </a:lnTo>
                  <a:lnTo>
                    <a:pt x="510170" y="377403"/>
                  </a:lnTo>
                  <a:lnTo>
                    <a:pt x="512358" y="373501"/>
                  </a:lnTo>
                  <a:lnTo>
                    <a:pt x="512593" y="366975"/>
                  </a:lnTo>
                  <a:lnTo>
                    <a:pt x="513468" y="363274"/>
                  </a:lnTo>
                  <a:lnTo>
                    <a:pt x="517810" y="357858"/>
                  </a:lnTo>
                  <a:lnTo>
                    <a:pt x="516295" y="353721"/>
                  </a:lnTo>
                  <a:lnTo>
                    <a:pt x="507376" y="349146"/>
                  </a:lnTo>
                  <a:lnTo>
                    <a:pt x="502598" y="343932"/>
                  </a:lnTo>
                  <a:cubicBezTo>
                    <a:pt x="502598" y="343932"/>
                    <a:pt x="500848" y="339357"/>
                    <a:pt x="500848" y="338717"/>
                  </a:cubicBezTo>
                  <a:cubicBezTo>
                    <a:pt x="500848" y="338078"/>
                    <a:pt x="501285" y="333503"/>
                    <a:pt x="501285" y="333503"/>
                  </a:cubicBezTo>
                  <a:lnTo>
                    <a:pt x="503237" y="330678"/>
                  </a:lnTo>
                  <a:lnTo>
                    <a:pt x="505862" y="327213"/>
                  </a:lnTo>
                  <a:lnTo>
                    <a:pt x="508891" y="324589"/>
                  </a:lnTo>
                  <a:lnTo>
                    <a:pt x="510204" y="320451"/>
                  </a:lnTo>
                  <a:lnTo>
                    <a:pt x="511280" y="316313"/>
                  </a:lnTo>
                  <a:lnTo>
                    <a:pt x="511718" y="311537"/>
                  </a:lnTo>
                  <a:lnTo>
                    <a:pt x="511954" y="309585"/>
                  </a:lnTo>
                  <a:lnTo>
                    <a:pt x="508050" y="309384"/>
                  </a:lnTo>
                  <a:lnTo>
                    <a:pt x="501958" y="310258"/>
                  </a:lnTo>
                  <a:lnTo>
                    <a:pt x="496506" y="314598"/>
                  </a:lnTo>
                  <a:lnTo>
                    <a:pt x="492804" y="314598"/>
                  </a:lnTo>
                  <a:lnTo>
                    <a:pt x="487790" y="313286"/>
                  </a:lnTo>
                  <a:lnTo>
                    <a:pt x="484289" y="311099"/>
                  </a:lnTo>
                  <a:lnTo>
                    <a:pt x="481698" y="311099"/>
                  </a:lnTo>
                  <a:lnTo>
                    <a:pt x="481698" y="306962"/>
                  </a:lnTo>
                  <a:lnTo>
                    <a:pt x="481059" y="305650"/>
                  </a:lnTo>
                  <a:lnTo>
                    <a:pt x="480184" y="299998"/>
                  </a:lnTo>
                  <a:lnTo>
                    <a:pt x="479746" y="294145"/>
                  </a:lnTo>
                  <a:lnTo>
                    <a:pt x="477121" y="291117"/>
                  </a:lnTo>
                  <a:lnTo>
                    <a:pt x="478871" y="288494"/>
                  </a:lnTo>
                  <a:lnTo>
                    <a:pt x="480386" y="286980"/>
                  </a:lnTo>
                  <a:lnTo>
                    <a:pt x="483852" y="283515"/>
                  </a:lnTo>
                  <a:cubicBezTo>
                    <a:pt x="483852" y="283515"/>
                    <a:pt x="485804" y="280050"/>
                    <a:pt x="485804" y="278099"/>
                  </a:cubicBezTo>
                  <a:cubicBezTo>
                    <a:pt x="485804" y="276148"/>
                    <a:pt x="486881" y="275508"/>
                    <a:pt x="486881" y="275508"/>
                  </a:cubicBezTo>
                  <a:lnTo>
                    <a:pt x="489270" y="272246"/>
                  </a:lnTo>
                  <a:lnTo>
                    <a:pt x="492737" y="269184"/>
                  </a:lnTo>
                  <a:lnTo>
                    <a:pt x="494049" y="266998"/>
                  </a:lnTo>
                  <a:lnTo>
                    <a:pt x="495564" y="265047"/>
                  </a:lnTo>
                  <a:lnTo>
                    <a:pt x="495564" y="258083"/>
                  </a:lnTo>
                  <a:lnTo>
                    <a:pt x="495564" y="252869"/>
                  </a:lnTo>
                  <a:lnTo>
                    <a:pt x="495564" y="249841"/>
                  </a:lnTo>
                  <a:lnTo>
                    <a:pt x="496876" y="247453"/>
                  </a:lnTo>
                  <a:lnTo>
                    <a:pt x="499266" y="244392"/>
                  </a:lnTo>
                  <a:lnTo>
                    <a:pt x="502968" y="242004"/>
                  </a:lnTo>
                  <a:lnTo>
                    <a:pt x="507982" y="240927"/>
                  </a:lnTo>
                  <a:lnTo>
                    <a:pt x="511247" y="239413"/>
                  </a:lnTo>
                  <a:lnTo>
                    <a:pt x="519055" y="237227"/>
                  </a:lnTo>
                  <a:lnTo>
                    <a:pt x="522083" y="233762"/>
                  </a:lnTo>
                  <a:lnTo>
                    <a:pt x="524911" y="228346"/>
                  </a:lnTo>
                  <a:lnTo>
                    <a:pt x="522521" y="224208"/>
                  </a:lnTo>
                  <a:lnTo>
                    <a:pt x="517944" y="224208"/>
                  </a:lnTo>
                  <a:lnTo>
                    <a:pt x="517305" y="220743"/>
                  </a:lnTo>
                  <a:lnTo>
                    <a:pt x="524473" y="217043"/>
                  </a:lnTo>
                  <a:cubicBezTo>
                    <a:pt x="524473" y="217043"/>
                    <a:pt x="527738" y="214015"/>
                    <a:pt x="534468" y="209440"/>
                  </a:cubicBezTo>
                  <a:cubicBezTo>
                    <a:pt x="541199" y="204865"/>
                    <a:pt x="539685" y="203352"/>
                    <a:pt x="539920" y="202477"/>
                  </a:cubicBezTo>
                  <a:cubicBezTo>
                    <a:pt x="540123" y="201602"/>
                    <a:pt x="536891" y="197465"/>
                    <a:pt x="536891" y="197465"/>
                  </a:cubicBezTo>
                  <a:lnTo>
                    <a:pt x="541233" y="195278"/>
                  </a:lnTo>
                  <a:lnTo>
                    <a:pt x="542546" y="192250"/>
                  </a:lnTo>
                  <a:lnTo>
                    <a:pt x="543185" y="189660"/>
                  </a:lnTo>
                  <a:lnTo>
                    <a:pt x="542310" y="185960"/>
                  </a:lnTo>
                  <a:lnTo>
                    <a:pt x="539281" y="183807"/>
                  </a:lnTo>
                  <a:cubicBezTo>
                    <a:pt x="539281" y="183807"/>
                    <a:pt x="533829" y="183336"/>
                    <a:pt x="532314" y="183773"/>
                  </a:cubicBezTo>
                  <a:cubicBezTo>
                    <a:pt x="530800" y="184211"/>
                    <a:pt x="527536" y="179434"/>
                    <a:pt x="526896" y="177247"/>
                  </a:cubicBezTo>
                  <a:cubicBezTo>
                    <a:pt x="526257" y="175061"/>
                    <a:pt x="526896" y="173345"/>
                    <a:pt x="526896" y="173345"/>
                  </a:cubicBezTo>
                  <a:lnTo>
                    <a:pt x="529285" y="164229"/>
                  </a:lnTo>
                  <a:lnTo>
                    <a:pt x="533190" y="155314"/>
                  </a:lnTo>
                  <a:lnTo>
                    <a:pt x="534940" y="145323"/>
                  </a:lnTo>
                  <a:lnTo>
                    <a:pt x="533829" y="142935"/>
                  </a:lnTo>
                  <a:lnTo>
                    <a:pt x="526021" y="137283"/>
                  </a:lnTo>
                  <a:lnTo>
                    <a:pt x="522319" y="137283"/>
                  </a:lnTo>
                  <a:lnTo>
                    <a:pt x="514713" y="134895"/>
                  </a:lnTo>
                  <a:lnTo>
                    <a:pt x="512963" y="129445"/>
                  </a:lnTo>
                  <a:lnTo>
                    <a:pt x="512963" y="122280"/>
                  </a:lnTo>
                  <a:lnTo>
                    <a:pt x="511213" y="115552"/>
                  </a:lnTo>
                  <a:lnTo>
                    <a:pt x="511213" y="112726"/>
                  </a:lnTo>
                  <a:lnTo>
                    <a:pt x="508016" y="115418"/>
                  </a:lnTo>
                  <a:lnTo>
                    <a:pt x="506434" y="120497"/>
                  </a:lnTo>
                  <a:lnTo>
                    <a:pt x="502799" y="120363"/>
                  </a:lnTo>
                  <a:lnTo>
                    <a:pt x="501083" y="121809"/>
                  </a:lnTo>
                  <a:cubicBezTo>
                    <a:pt x="501083" y="121809"/>
                    <a:pt x="498626" y="119353"/>
                    <a:pt x="497314" y="118344"/>
                  </a:cubicBezTo>
                  <a:cubicBezTo>
                    <a:pt x="496001" y="117335"/>
                    <a:pt x="497314" y="115586"/>
                    <a:pt x="497314" y="115586"/>
                  </a:cubicBezTo>
                  <a:lnTo>
                    <a:pt x="497314" y="114005"/>
                  </a:lnTo>
                  <a:lnTo>
                    <a:pt x="495497" y="111549"/>
                  </a:lnTo>
                  <a:cubicBezTo>
                    <a:pt x="495497" y="111549"/>
                    <a:pt x="494419" y="111986"/>
                    <a:pt x="493982" y="112121"/>
                  </a:cubicBezTo>
                  <a:cubicBezTo>
                    <a:pt x="493544" y="112255"/>
                    <a:pt x="492838" y="113870"/>
                    <a:pt x="492838" y="113870"/>
                  </a:cubicBezTo>
                  <a:lnTo>
                    <a:pt x="491256" y="115451"/>
                  </a:lnTo>
                  <a:lnTo>
                    <a:pt x="488631" y="116763"/>
                  </a:lnTo>
                  <a:cubicBezTo>
                    <a:pt x="488631" y="116763"/>
                    <a:pt x="486746" y="117066"/>
                    <a:pt x="486309" y="117200"/>
                  </a:cubicBezTo>
                  <a:cubicBezTo>
                    <a:pt x="485871" y="117335"/>
                    <a:pt x="484424" y="116763"/>
                    <a:pt x="483987" y="116326"/>
                  </a:cubicBezTo>
                  <a:cubicBezTo>
                    <a:pt x="483549" y="115889"/>
                    <a:pt x="481395" y="113702"/>
                    <a:pt x="480958" y="113298"/>
                  </a:cubicBezTo>
                  <a:cubicBezTo>
                    <a:pt x="480520" y="112861"/>
                    <a:pt x="479073" y="111986"/>
                    <a:pt x="479073" y="111986"/>
                  </a:cubicBezTo>
                  <a:cubicBezTo>
                    <a:pt x="479073" y="111986"/>
                    <a:pt x="478063" y="109665"/>
                    <a:pt x="478063" y="109093"/>
                  </a:cubicBezTo>
                  <a:cubicBezTo>
                    <a:pt x="478063" y="108521"/>
                    <a:pt x="478366" y="107949"/>
                    <a:pt x="478636" y="107075"/>
                  </a:cubicBezTo>
                  <a:cubicBezTo>
                    <a:pt x="478938" y="106200"/>
                    <a:pt x="479948" y="105326"/>
                    <a:pt x="480655" y="104888"/>
                  </a:cubicBezTo>
                  <a:cubicBezTo>
                    <a:pt x="481395" y="104451"/>
                    <a:pt x="482977" y="104148"/>
                    <a:pt x="483549" y="103745"/>
                  </a:cubicBezTo>
                  <a:cubicBezTo>
                    <a:pt x="484121" y="103307"/>
                    <a:pt x="485434" y="102601"/>
                    <a:pt x="486006" y="102601"/>
                  </a:cubicBezTo>
                  <a:cubicBezTo>
                    <a:pt x="486578" y="102601"/>
                    <a:pt x="486881" y="100145"/>
                    <a:pt x="486881" y="100145"/>
                  </a:cubicBezTo>
                  <a:cubicBezTo>
                    <a:pt x="486881" y="100145"/>
                    <a:pt x="485131" y="99573"/>
                    <a:pt x="483414" y="99573"/>
                  </a:cubicBezTo>
                  <a:cubicBezTo>
                    <a:pt x="481665" y="99573"/>
                    <a:pt x="480217" y="98833"/>
                    <a:pt x="480217" y="98833"/>
                  </a:cubicBezTo>
                  <a:cubicBezTo>
                    <a:pt x="480217" y="98833"/>
                    <a:pt x="476751" y="98699"/>
                    <a:pt x="476145" y="98699"/>
                  </a:cubicBezTo>
                  <a:cubicBezTo>
                    <a:pt x="475573" y="98699"/>
                    <a:pt x="475438" y="96512"/>
                    <a:pt x="475438" y="96512"/>
                  </a:cubicBezTo>
                  <a:lnTo>
                    <a:pt x="476313" y="93619"/>
                  </a:lnTo>
                  <a:lnTo>
                    <a:pt x="477121" y="90154"/>
                  </a:lnTo>
                  <a:lnTo>
                    <a:pt x="478636" y="88405"/>
                  </a:lnTo>
                  <a:lnTo>
                    <a:pt x="480386" y="86521"/>
                  </a:lnTo>
                  <a:lnTo>
                    <a:pt x="482708" y="84940"/>
                  </a:lnTo>
                  <a:lnTo>
                    <a:pt x="484592" y="82753"/>
                  </a:lnTo>
                  <a:lnTo>
                    <a:pt x="486914" y="80163"/>
                  </a:lnTo>
                  <a:lnTo>
                    <a:pt x="487487" y="79289"/>
                  </a:lnTo>
                  <a:lnTo>
                    <a:pt x="488059" y="77842"/>
                  </a:lnTo>
                  <a:lnTo>
                    <a:pt x="488631" y="75656"/>
                  </a:lnTo>
                  <a:lnTo>
                    <a:pt x="488631" y="73469"/>
                  </a:lnTo>
                  <a:lnTo>
                    <a:pt x="486309" y="70004"/>
                  </a:lnTo>
                  <a:lnTo>
                    <a:pt x="484862" y="68995"/>
                  </a:lnTo>
                  <a:cubicBezTo>
                    <a:pt x="484862" y="68995"/>
                    <a:pt x="481967" y="69735"/>
                    <a:pt x="481530" y="70004"/>
                  </a:cubicBezTo>
                  <a:cubicBezTo>
                    <a:pt x="481092" y="70307"/>
                    <a:pt x="481261" y="68558"/>
                    <a:pt x="481261" y="68558"/>
                  </a:cubicBezTo>
                  <a:lnTo>
                    <a:pt x="479813" y="66976"/>
                  </a:lnTo>
                  <a:cubicBezTo>
                    <a:pt x="479813" y="66976"/>
                    <a:pt x="479813" y="66102"/>
                    <a:pt x="480116" y="65664"/>
                  </a:cubicBezTo>
                  <a:cubicBezTo>
                    <a:pt x="480386" y="65227"/>
                    <a:pt x="480991" y="64790"/>
                    <a:pt x="480991" y="64790"/>
                  </a:cubicBezTo>
                  <a:lnTo>
                    <a:pt x="482439" y="63478"/>
                  </a:lnTo>
                  <a:lnTo>
                    <a:pt x="483448" y="61729"/>
                  </a:lnTo>
                  <a:lnTo>
                    <a:pt x="483448" y="58533"/>
                  </a:lnTo>
                  <a:lnTo>
                    <a:pt x="481833" y="56784"/>
                  </a:lnTo>
                  <a:lnTo>
                    <a:pt x="479813" y="54900"/>
                  </a:lnTo>
                  <a:lnTo>
                    <a:pt x="476179" y="51570"/>
                  </a:lnTo>
                  <a:lnTo>
                    <a:pt x="474732" y="51132"/>
                  </a:lnTo>
                  <a:lnTo>
                    <a:pt x="472410" y="48676"/>
                  </a:lnTo>
                  <a:cubicBezTo>
                    <a:pt x="472410" y="48676"/>
                    <a:pt x="469515" y="46355"/>
                    <a:pt x="468943" y="46355"/>
                  </a:cubicBezTo>
                  <a:cubicBezTo>
                    <a:pt x="468371" y="46355"/>
                    <a:pt x="468236" y="45918"/>
                    <a:pt x="468236" y="45918"/>
                  </a:cubicBezTo>
                  <a:lnTo>
                    <a:pt x="466217" y="44169"/>
                  </a:lnTo>
                  <a:lnTo>
                    <a:pt x="464029" y="44034"/>
                  </a:lnTo>
                  <a:lnTo>
                    <a:pt x="461135" y="45044"/>
                  </a:lnTo>
                  <a:cubicBezTo>
                    <a:pt x="461135" y="45044"/>
                    <a:pt x="458544" y="46355"/>
                    <a:pt x="458106" y="46490"/>
                  </a:cubicBezTo>
                  <a:cubicBezTo>
                    <a:pt x="457669" y="46624"/>
                    <a:pt x="456222" y="47230"/>
                    <a:pt x="456222" y="47230"/>
                  </a:cubicBezTo>
                  <a:cubicBezTo>
                    <a:pt x="456222" y="47230"/>
                    <a:pt x="453193" y="49988"/>
                    <a:pt x="451746" y="50863"/>
                  </a:cubicBezTo>
                  <a:cubicBezTo>
                    <a:pt x="450298" y="51738"/>
                    <a:pt x="450736" y="51570"/>
                    <a:pt x="450164" y="51738"/>
                  </a:cubicBezTo>
                  <a:cubicBezTo>
                    <a:pt x="449592" y="51906"/>
                    <a:pt x="449289" y="53487"/>
                    <a:pt x="448717" y="53756"/>
                  </a:cubicBezTo>
                  <a:cubicBezTo>
                    <a:pt x="448144" y="54059"/>
                    <a:pt x="445957" y="56952"/>
                    <a:pt x="444947" y="57961"/>
                  </a:cubicBezTo>
                  <a:cubicBezTo>
                    <a:pt x="443938" y="58970"/>
                    <a:pt x="442928" y="61157"/>
                    <a:pt x="442793" y="61594"/>
                  </a:cubicBezTo>
                  <a:cubicBezTo>
                    <a:pt x="442659" y="62031"/>
                    <a:pt x="438452" y="64790"/>
                    <a:pt x="438014" y="65227"/>
                  </a:cubicBezTo>
                  <a:cubicBezTo>
                    <a:pt x="437577" y="65664"/>
                    <a:pt x="430610" y="71181"/>
                    <a:pt x="430610" y="71181"/>
                  </a:cubicBezTo>
                  <a:cubicBezTo>
                    <a:pt x="430610" y="71181"/>
                    <a:pt x="429433" y="73065"/>
                    <a:pt x="428726" y="74377"/>
                  </a:cubicBezTo>
                  <a:cubicBezTo>
                    <a:pt x="428019" y="75689"/>
                    <a:pt x="427279" y="75084"/>
                    <a:pt x="426841" y="75689"/>
                  </a:cubicBezTo>
                  <a:cubicBezTo>
                    <a:pt x="426404" y="76261"/>
                    <a:pt x="424653" y="78145"/>
                    <a:pt x="423812" y="78448"/>
                  </a:cubicBezTo>
                  <a:cubicBezTo>
                    <a:pt x="422937" y="78750"/>
                    <a:pt x="420918" y="79188"/>
                    <a:pt x="420918" y="79188"/>
                  </a:cubicBezTo>
                  <a:lnTo>
                    <a:pt x="420918" y="75723"/>
                  </a:lnTo>
                  <a:lnTo>
                    <a:pt x="420918" y="72695"/>
                  </a:lnTo>
                  <a:lnTo>
                    <a:pt x="419975" y="70811"/>
                  </a:lnTo>
                  <a:lnTo>
                    <a:pt x="417586" y="70240"/>
                  </a:lnTo>
                  <a:lnTo>
                    <a:pt x="415264" y="72561"/>
                  </a:lnTo>
                  <a:cubicBezTo>
                    <a:pt x="415264" y="72561"/>
                    <a:pt x="413952" y="73301"/>
                    <a:pt x="413077" y="73570"/>
                  </a:cubicBezTo>
                  <a:cubicBezTo>
                    <a:pt x="412201" y="73873"/>
                    <a:pt x="409879" y="72830"/>
                    <a:pt x="409745" y="72392"/>
                  </a:cubicBezTo>
                  <a:cubicBezTo>
                    <a:pt x="409610" y="71955"/>
                    <a:pt x="407860" y="70206"/>
                    <a:pt x="407860" y="70206"/>
                  </a:cubicBezTo>
                  <a:cubicBezTo>
                    <a:pt x="407860" y="70206"/>
                    <a:pt x="406547" y="68759"/>
                    <a:pt x="405639" y="67750"/>
                  </a:cubicBezTo>
                  <a:cubicBezTo>
                    <a:pt x="404730" y="66741"/>
                    <a:pt x="404966" y="64857"/>
                    <a:pt x="404966" y="63982"/>
                  </a:cubicBezTo>
                  <a:cubicBezTo>
                    <a:pt x="404966" y="63108"/>
                    <a:pt x="404966" y="60350"/>
                    <a:pt x="405504" y="59643"/>
                  </a:cubicBezTo>
                  <a:cubicBezTo>
                    <a:pt x="406042" y="58937"/>
                    <a:pt x="404966" y="57019"/>
                    <a:pt x="405369" y="56178"/>
                  </a:cubicBezTo>
                  <a:cubicBezTo>
                    <a:pt x="405773" y="55304"/>
                    <a:pt x="404932" y="51973"/>
                    <a:pt x="405235" y="51099"/>
                  </a:cubicBezTo>
                  <a:cubicBezTo>
                    <a:pt x="405504" y="50224"/>
                    <a:pt x="405235" y="49652"/>
                    <a:pt x="405235" y="49652"/>
                  </a:cubicBezTo>
                  <a:lnTo>
                    <a:pt x="405235" y="44438"/>
                  </a:lnTo>
                  <a:cubicBezTo>
                    <a:pt x="405235" y="44438"/>
                    <a:pt x="405235" y="42117"/>
                    <a:pt x="405235" y="41242"/>
                  </a:cubicBezTo>
                  <a:cubicBezTo>
                    <a:pt x="405235" y="40368"/>
                    <a:pt x="404595" y="38652"/>
                    <a:pt x="404427" y="38215"/>
                  </a:cubicBezTo>
                  <a:cubicBezTo>
                    <a:pt x="404292" y="37777"/>
                    <a:pt x="403619" y="37643"/>
                    <a:pt x="403619" y="37643"/>
                  </a:cubicBezTo>
                  <a:lnTo>
                    <a:pt x="402038" y="35624"/>
                  </a:lnTo>
                  <a:cubicBezTo>
                    <a:pt x="402038" y="35624"/>
                    <a:pt x="400456" y="35490"/>
                    <a:pt x="399850" y="35624"/>
                  </a:cubicBezTo>
                  <a:cubicBezTo>
                    <a:pt x="399278" y="35759"/>
                    <a:pt x="397091" y="35624"/>
                    <a:pt x="396384" y="35624"/>
                  </a:cubicBezTo>
                  <a:cubicBezTo>
                    <a:pt x="395643" y="35624"/>
                    <a:pt x="392480" y="36364"/>
                    <a:pt x="391436" y="36768"/>
                  </a:cubicBezTo>
                  <a:cubicBezTo>
                    <a:pt x="390427" y="37205"/>
                    <a:pt x="390292" y="37508"/>
                    <a:pt x="389552" y="38652"/>
                  </a:cubicBezTo>
                  <a:cubicBezTo>
                    <a:pt x="388845" y="39796"/>
                    <a:pt x="387970" y="41108"/>
                    <a:pt x="387667" y="41680"/>
                  </a:cubicBezTo>
                  <a:cubicBezTo>
                    <a:pt x="387364" y="42251"/>
                    <a:pt x="385782" y="44270"/>
                    <a:pt x="385648" y="44707"/>
                  </a:cubicBezTo>
                  <a:cubicBezTo>
                    <a:pt x="385513" y="45144"/>
                    <a:pt x="383898" y="47297"/>
                    <a:pt x="383595" y="47903"/>
                  </a:cubicBezTo>
                  <a:cubicBezTo>
                    <a:pt x="383326" y="48475"/>
                    <a:pt x="382451" y="50661"/>
                    <a:pt x="382013" y="50796"/>
                  </a:cubicBezTo>
                  <a:cubicBezTo>
                    <a:pt x="381575" y="50930"/>
                    <a:pt x="379119" y="54126"/>
                    <a:pt x="378547" y="53992"/>
                  </a:cubicBezTo>
                  <a:cubicBezTo>
                    <a:pt x="377975" y="53857"/>
                    <a:pt x="376965" y="52848"/>
                    <a:pt x="376090" y="51805"/>
                  </a:cubicBezTo>
                  <a:cubicBezTo>
                    <a:pt x="375215" y="50796"/>
                    <a:pt x="371311" y="52242"/>
                    <a:pt x="371311" y="52242"/>
                  </a:cubicBezTo>
                  <a:lnTo>
                    <a:pt x="368114" y="52242"/>
                  </a:lnTo>
                  <a:cubicBezTo>
                    <a:pt x="368114" y="52242"/>
                    <a:pt x="364917" y="54126"/>
                    <a:pt x="364344" y="54563"/>
                  </a:cubicBezTo>
                  <a:cubicBezTo>
                    <a:pt x="363772" y="55001"/>
                    <a:pt x="362325" y="54866"/>
                    <a:pt x="361888" y="55135"/>
                  </a:cubicBezTo>
                  <a:cubicBezTo>
                    <a:pt x="361450" y="55438"/>
                    <a:pt x="359263" y="59340"/>
                    <a:pt x="359263" y="59777"/>
                  </a:cubicBezTo>
                  <a:cubicBezTo>
                    <a:pt x="359263" y="60215"/>
                    <a:pt x="356940" y="62099"/>
                    <a:pt x="356940" y="62099"/>
                  </a:cubicBezTo>
                  <a:cubicBezTo>
                    <a:pt x="356940" y="62099"/>
                    <a:pt x="355796" y="63545"/>
                    <a:pt x="355056" y="64420"/>
                  </a:cubicBezTo>
                  <a:cubicBezTo>
                    <a:pt x="354349" y="65294"/>
                    <a:pt x="352868" y="65429"/>
                    <a:pt x="351286" y="66573"/>
                  </a:cubicBezTo>
                  <a:cubicBezTo>
                    <a:pt x="349671" y="67750"/>
                    <a:pt x="348392" y="66876"/>
                    <a:pt x="348392" y="66876"/>
                  </a:cubicBezTo>
                  <a:lnTo>
                    <a:pt x="346070" y="65429"/>
                  </a:lnTo>
                  <a:lnTo>
                    <a:pt x="344320" y="61796"/>
                  </a:lnTo>
                  <a:lnTo>
                    <a:pt x="344320" y="60047"/>
                  </a:lnTo>
                  <a:cubicBezTo>
                    <a:pt x="344320" y="60047"/>
                    <a:pt x="342503" y="57288"/>
                    <a:pt x="341931" y="57288"/>
                  </a:cubicBezTo>
                  <a:cubicBezTo>
                    <a:pt x="341358" y="57288"/>
                    <a:pt x="340854" y="58298"/>
                    <a:pt x="340854" y="58298"/>
                  </a:cubicBezTo>
                  <a:cubicBezTo>
                    <a:pt x="340854" y="58298"/>
                    <a:pt x="340854" y="60181"/>
                    <a:pt x="340854" y="60753"/>
                  </a:cubicBezTo>
                  <a:cubicBezTo>
                    <a:pt x="340854" y="61325"/>
                    <a:pt x="338329" y="64823"/>
                    <a:pt x="337892" y="64958"/>
                  </a:cubicBezTo>
                  <a:cubicBezTo>
                    <a:pt x="337454" y="65093"/>
                    <a:pt x="336378" y="65395"/>
                    <a:pt x="336378" y="65395"/>
                  </a:cubicBezTo>
                  <a:cubicBezTo>
                    <a:pt x="336378" y="65395"/>
                    <a:pt x="334627" y="63377"/>
                    <a:pt x="335065" y="63377"/>
                  </a:cubicBezTo>
                  <a:cubicBezTo>
                    <a:pt x="335503" y="63377"/>
                    <a:pt x="332743" y="55976"/>
                    <a:pt x="332743" y="55976"/>
                  </a:cubicBezTo>
                  <a:lnTo>
                    <a:pt x="327829" y="51906"/>
                  </a:lnTo>
                  <a:lnTo>
                    <a:pt x="324363" y="49316"/>
                  </a:lnTo>
                  <a:lnTo>
                    <a:pt x="322343" y="43530"/>
                  </a:lnTo>
                  <a:lnTo>
                    <a:pt x="315377" y="41209"/>
                  </a:lnTo>
                  <a:cubicBezTo>
                    <a:pt x="315377" y="41209"/>
                    <a:pt x="309589" y="36263"/>
                    <a:pt x="308714" y="35994"/>
                  </a:cubicBezTo>
                  <a:cubicBezTo>
                    <a:pt x="307839" y="35692"/>
                    <a:pt x="305247" y="34817"/>
                    <a:pt x="305247" y="34817"/>
                  </a:cubicBezTo>
                  <a:cubicBezTo>
                    <a:pt x="305247" y="34817"/>
                    <a:pt x="299728" y="31049"/>
                    <a:pt x="298886" y="30747"/>
                  </a:cubicBezTo>
                  <a:cubicBezTo>
                    <a:pt x="298011" y="30478"/>
                    <a:pt x="294545" y="28728"/>
                    <a:pt x="294545" y="28728"/>
                  </a:cubicBezTo>
                  <a:lnTo>
                    <a:pt x="291348" y="26104"/>
                  </a:lnTo>
                  <a:cubicBezTo>
                    <a:pt x="291348" y="26104"/>
                    <a:pt x="289598" y="26104"/>
                    <a:pt x="288454" y="26104"/>
                  </a:cubicBezTo>
                  <a:cubicBezTo>
                    <a:pt x="287309" y="26104"/>
                    <a:pt x="282665" y="26542"/>
                    <a:pt x="281790" y="26811"/>
                  </a:cubicBezTo>
                  <a:cubicBezTo>
                    <a:pt x="280915" y="27114"/>
                    <a:pt x="276876" y="27820"/>
                    <a:pt x="275698" y="27820"/>
                  </a:cubicBezTo>
                  <a:cubicBezTo>
                    <a:pt x="274554" y="27820"/>
                    <a:pt x="271357" y="27820"/>
                    <a:pt x="270179" y="27820"/>
                  </a:cubicBezTo>
                  <a:cubicBezTo>
                    <a:pt x="269035" y="27820"/>
                    <a:pt x="265838" y="28257"/>
                    <a:pt x="265838" y="28257"/>
                  </a:cubicBezTo>
                  <a:lnTo>
                    <a:pt x="257727" y="25230"/>
                  </a:lnTo>
                  <a:lnTo>
                    <a:pt x="255977" y="22337"/>
                  </a:lnTo>
                  <a:lnTo>
                    <a:pt x="252780" y="20890"/>
                  </a:lnTo>
                  <a:lnTo>
                    <a:pt x="246419" y="19141"/>
                  </a:lnTo>
                  <a:lnTo>
                    <a:pt x="239149" y="15945"/>
                  </a:lnTo>
                  <a:lnTo>
                    <a:pt x="235380" y="13927"/>
                  </a:lnTo>
                  <a:lnTo>
                    <a:pt x="231039" y="10159"/>
                  </a:lnTo>
                  <a:lnTo>
                    <a:pt x="226967" y="12178"/>
                  </a:lnTo>
                  <a:lnTo>
                    <a:pt x="218856" y="14499"/>
                  </a:lnTo>
                  <a:lnTo>
                    <a:pt x="213067" y="15945"/>
                  </a:lnTo>
                  <a:lnTo>
                    <a:pt x="209601" y="13052"/>
                  </a:lnTo>
                  <a:lnTo>
                    <a:pt x="207279" y="8107"/>
                  </a:lnTo>
                  <a:cubicBezTo>
                    <a:pt x="207279" y="8107"/>
                    <a:pt x="204956" y="2018"/>
                    <a:pt x="204081" y="1446"/>
                  </a:cubicBezTo>
                  <a:cubicBezTo>
                    <a:pt x="203206" y="875"/>
                    <a:pt x="200884" y="0"/>
                    <a:pt x="200884" y="0"/>
                  </a:cubicBezTo>
                  <a:lnTo>
                    <a:pt x="199437" y="0"/>
                  </a:lnTo>
                  <a:cubicBezTo>
                    <a:pt x="199437" y="0"/>
                    <a:pt x="197115" y="2590"/>
                    <a:pt x="196812" y="3465"/>
                  </a:cubicBezTo>
                  <a:cubicBezTo>
                    <a:pt x="196543" y="4339"/>
                    <a:pt x="195062" y="4911"/>
                    <a:pt x="194490" y="6661"/>
                  </a:cubicBezTo>
                  <a:cubicBezTo>
                    <a:pt x="193918" y="8410"/>
                    <a:pt x="193043" y="8982"/>
                    <a:pt x="190720" y="9789"/>
                  </a:cubicBezTo>
                  <a:cubicBezTo>
                    <a:pt x="188398" y="10596"/>
                    <a:pt x="187523" y="10159"/>
                    <a:pt x="184057" y="10025"/>
                  </a:cubicBezTo>
                  <a:cubicBezTo>
                    <a:pt x="180590" y="9890"/>
                    <a:pt x="180860" y="9587"/>
                    <a:pt x="179716" y="10025"/>
                  </a:cubicBezTo>
                  <a:cubicBezTo>
                    <a:pt x="178571" y="10462"/>
                    <a:pt x="178268" y="10025"/>
                    <a:pt x="178268" y="10025"/>
                  </a:cubicBezTo>
                  <a:lnTo>
                    <a:pt x="170730" y="10159"/>
                  </a:lnTo>
                  <a:cubicBezTo>
                    <a:pt x="170730" y="10159"/>
                    <a:pt x="167533" y="9856"/>
                    <a:pt x="166388" y="10159"/>
                  </a:cubicBezTo>
                  <a:cubicBezTo>
                    <a:pt x="165244" y="10428"/>
                    <a:pt x="165210" y="11034"/>
                    <a:pt x="165210" y="12178"/>
                  </a:cubicBezTo>
                  <a:cubicBezTo>
                    <a:pt x="165210" y="13321"/>
                    <a:pt x="165210" y="16248"/>
                    <a:pt x="165513" y="17963"/>
                  </a:cubicBezTo>
                  <a:cubicBezTo>
                    <a:pt x="165783" y="19713"/>
                    <a:pt x="165513" y="21159"/>
                    <a:pt x="165210" y="22606"/>
                  </a:cubicBezTo>
                  <a:cubicBezTo>
                    <a:pt x="164907" y="24052"/>
                    <a:pt x="164638" y="24624"/>
                    <a:pt x="164638" y="25499"/>
                  </a:cubicBezTo>
                  <a:cubicBezTo>
                    <a:pt x="164638" y="26373"/>
                    <a:pt x="166085" y="28392"/>
                    <a:pt x="166658" y="29569"/>
                  </a:cubicBezTo>
                  <a:cubicBezTo>
                    <a:pt x="167230" y="30713"/>
                    <a:pt x="168105" y="31016"/>
                    <a:pt x="168980" y="32462"/>
                  </a:cubicBezTo>
                  <a:cubicBezTo>
                    <a:pt x="169855" y="33909"/>
                    <a:pt x="170999" y="32462"/>
                    <a:pt x="170999" y="32462"/>
                  </a:cubicBezTo>
                  <a:lnTo>
                    <a:pt x="174465" y="34783"/>
                  </a:lnTo>
                  <a:lnTo>
                    <a:pt x="177662" y="36230"/>
                  </a:lnTo>
                  <a:lnTo>
                    <a:pt x="179413" y="37407"/>
                  </a:lnTo>
                  <a:lnTo>
                    <a:pt x="180860" y="39157"/>
                  </a:lnTo>
                  <a:cubicBezTo>
                    <a:pt x="180860" y="39157"/>
                    <a:pt x="180860" y="42050"/>
                    <a:pt x="180860" y="43126"/>
                  </a:cubicBezTo>
                  <a:cubicBezTo>
                    <a:pt x="180860" y="44169"/>
                    <a:pt x="177662" y="46120"/>
                    <a:pt x="177662" y="46120"/>
                  </a:cubicBezTo>
                  <a:lnTo>
                    <a:pt x="174196" y="48441"/>
                  </a:lnTo>
                  <a:lnTo>
                    <a:pt x="168677" y="51334"/>
                  </a:lnTo>
                  <a:lnTo>
                    <a:pt x="166085" y="56245"/>
                  </a:lnTo>
                  <a:cubicBezTo>
                    <a:pt x="166085" y="56245"/>
                    <a:pt x="159422" y="61191"/>
                    <a:pt x="158547" y="61191"/>
                  </a:cubicBezTo>
                  <a:cubicBezTo>
                    <a:pt x="157672" y="61191"/>
                    <a:pt x="153330" y="58869"/>
                    <a:pt x="153330" y="58869"/>
                  </a:cubicBezTo>
                  <a:lnTo>
                    <a:pt x="150705" y="55102"/>
                  </a:lnTo>
                  <a:cubicBezTo>
                    <a:pt x="150705" y="55102"/>
                    <a:pt x="149258" y="52209"/>
                    <a:pt x="148080" y="51906"/>
                  </a:cubicBezTo>
                  <a:cubicBezTo>
                    <a:pt x="146936" y="51637"/>
                    <a:pt x="144311" y="49013"/>
                    <a:pt x="144311" y="49013"/>
                  </a:cubicBezTo>
                  <a:cubicBezTo>
                    <a:pt x="144311" y="49013"/>
                    <a:pt x="144311" y="49013"/>
                    <a:pt x="142292" y="47869"/>
                  </a:cubicBezTo>
                  <a:cubicBezTo>
                    <a:pt x="140239" y="46726"/>
                    <a:pt x="138522" y="45245"/>
                    <a:pt x="138522" y="45245"/>
                  </a:cubicBezTo>
                  <a:lnTo>
                    <a:pt x="130681" y="44673"/>
                  </a:lnTo>
                  <a:cubicBezTo>
                    <a:pt x="130681" y="44673"/>
                    <a:pt x="126339" y="44371"/>
                    <a:pt x="125161" y="44371"/>
                  </a:cubicBezTo>
                  <a:cubicBezTo>
                    <a:pt x="124017" y="44371"/>
                    <a:pt x="121392" y="44371"/>
                    <a:pt x="119642" y="43496"/>
                  </a:cubicBezTo>
                  <a:cubicBezTo>
                    <a:pt x="117892" y="42621"/>
                    <a:pt x="115570" y="43496"/>
                    <a:pt x="115570" y="43496"/>
                  </a:cubicBezTo>
                  <a:lnTo>
                    <a:pt x="110353" y="43496"/>
                  </a:lnTo>
                  <a:lnTo>
                    <a:pt x="107459" y="43496"/>
                  </a:lnTo>
                  <a:cubicBezTo>
                    <a:pt x="107459" y="43496"/>
                    <a:pt x="101368" y="47129"/>
                    <a:pt x="100493" y="47701"/>
                  </a:cubicBezTo>
                  <a:cubicBezTo>
                    <a:pt x="99617" y="48273"/>
                    <a:pt x="99315" y="49282"/>
                    <a:pt x="98473" y="50157"/>
                  </a:cubicBezTo>
                  <a:cubicBezTo>
                    <a:pt x="97598" y="51031"/>
                    <a:pt x="95848" y="52175"/>
                    <a:pt x="94704" y="52478"/>
                  </a:cubicBezTo>
                  <a:cubicBezTo>
                    <a:pt x="93560" y="52781"/>
                    <a:pt x="92113" y="55674"/>
                    <a:pt x="92113" y="55674"/>
                  </a:cubicBezTo>
                  <a:cubicBezTo>
                    <a:pt x="92113" y="55674"/>
                    <a:pt x="89790" y="58264"/>
                    <a:pt x="87771" y="58567"/>
                  </a:cubicBezTo>
                  <a:cubicBezTo>
                    <a:pt x="85752" y="58869"/>
                    <a:pt x="87771" y="58567"/>
                    <a:pt x="84305" y="58567"/>
                  </a:cubicBezTo>
                  <a:cubicBezTo>
                    <a:pt x="80805" y="58567"/>
                    <a:pt x="80805" y="58264"/>
                    <a:pt x="79358" y="58264"/>
                  </a:cubicBezTo>
                  <a:cubicBezTo>
                    <a:pt x="77910" y="58264"/>
                    <a:pt x="77338" y="55674"/>
                    <a:pt x="77338" y="55674"/>
                  </a:cubicBezTo>
                  <a:lnTo>
                    <a:pt x="70372" y="55674"/>
                  </a:lnTo>
                  <a:lnTo>
                    <a:pt x="70675" y="60316"/>
                  </a:lnTo>
                  <a:lnTo>
                    <a:pt x="71550" y="65227"/>
                  </a:lnTo>
                  <a:cubicBezTo>
                    <a:pt x="71550" y="65227"/>
                    <a:pt x="70405" y="68120"/>
                    <a:pt x="70405" y="69298"/>
                  </a:cubicBezTo>
                  <a:cubicBezTo>
                    <a:pt x="70405" y="70441"/>
                    <a:pt x="68958" y="71047"/>
                    <a:pt x="67511" y="72493"/>
                  </a:cubicBezTo>
                  <a:cubicBezTo>
                    <a:pt x="66064" y="73940"/>
                    <a:pt x="63170" y="74243"/>
                    <a:pt x="62295" y="74512"/>
                  </a:cubicBezTo>
                  <a:cubicBezTo>
                    <a:pt x="61420" y="74815"/>
                    <a:pt x="60275" y="77977"/>
                    <a:pt x="60275" y="77977"/>
                  </a:cubicBezTo>
                  <a:cubicBezTo>
                    <a:pt x="60275" y="77977"/>
                    <a:pt x="59400" y="82619"/>
                    <a:pt x="59131" y="86084"/>
                  </a:cubicBezTo>
                  <a:cubicBezTo>
                    <a:pt x="58828" y="89549"/>
                    <a:pt x="58256" y="90726"/>
                    <a:pt x="57684" y="91601"/>
                  </a:cubicBezTo>
                  <a:cubicBezTo>
                    <a:pt x="57112" y="92475"/>
                    <a:pt x="55665" y="93922"/>
                    <a:pt x="54217" y="96512"/>
                  </a:cubicBezTo>
                  <a:cubicBezTo>
                    <a:pt x="52770" y="99136"/>
                    <a:pt x="51895" y="98530"/>
                    <a:pt x="50145" y="100582"/>
                  </a:cubicBezTo>
                  <a:cubicBezTo>
                    <a:pt x="48395" y="102601"/>
                    <a:pt x="48395" y="104922"/>
                    <a:pt x="47823" y="106099"/>
                  </a:cubicBezTo>
                  <a:cubicBezTo>
                    <a:pt x="47251" y="107243"/>
                    <a:pt x="46073" y="109867"/>
                    <a:pt x="45804" y="111011"/>
                  </a:cubicBezTo>
                  <a:cubicBezTo>
                    <a:pt x="45501" y="112188"/>
                    <a:pt x="44626" y="115653"/>
                    <a:pt x="44626" y="115653"/>
                  </a:cubicBezTo>
                  <a:lnTo>
                    <a:pt x="46376" y="121742"/>
                  </a:lnTo>
                  <a:lnTo>
                    <a:pt x="49876" y="125812"/>
                  </a:lnTo>
                  <a:lnTo>
                    <a:pt x="50448" y="132473"/>
                  </a:lnTo>
                  <a:cubicBezTo>
                    <a:pt x="50448" y="132473"/>
                    <a:pt x="47857" y="135938"/>
                    <a:pt x="46679" y="137990"/>
                  </a:cubicBezTo>
                  <a:cubicBezTo>
                    <a:pt x="45535" y="140008"/>
                    <a:pt x="44087" y="142632"/>
                    <a:pt x="44087" y="142632"/>
                  </a:cubicBezTo>
                  <a:lnTo>
                    <a:pt x="43515" y="145222"/>
                  </a:lnTo>
                  <a:lnTo>
                    <a:pt x="43515" y="149293"/>
                  </a:lnTo>
                  <a:lnTo>
                    <a:pt x="44087" y="152489"/>
                  </a:lnTo>
                  <a:lnTo>
                    <a:pt x="47285" y="155381"/>
                  </a:lnTo>
                  <a:lnTo>
                    <a:pt x="49304" y="156525"/>
                  </a:lnTo>
                  <a:lnTo>
                    <a:pt x="49001" y="160865"/>
                  </a:lnTo>
                  <a:lnTo>
                    <a:pt x="48429" y="163758"/>
                  </a:lnTo>
                  <a:cubicBezTo>
                    <a:pt x="48429" y="163758"/>
                    <a:pt x="46679" y="164901"/>
                    <a:pt x="45804" y="165776"/>
                  </a:cubicBezTo>
                  <a:cubicBezTo>
                    <a:pt x="44929" y="166651"/>
                    <a:pt x="44054" y="166954"/>
                    <a:pt x="43482" y="168097"/>
                  </a:cubicBezTo>
                  <a:cubicBezTo>
                    <a:pt x="42910" y="169241"/>
                    <a:pt x="40015" y="169544"/>
                    <a:pt x="40015" y="169544"/>
                  </a:cubicBezTo>
                  <a:cubicBezTo>
                    <a:pt x="40015" y="169544"/>
                    <a:pt x="40015" y="171293"/>
                    <a:pt x="40015" y="172168"/>
                  </a:cubicBezTo>
                  <a:cubicBezTo>
                    <a:pt x="40015" y="173042"/>
                    <a:pt x="42338" y="175061"/>
                    <a:pt x="42338" y="175061"/>
                  </a:cubicBezTo>
                  <a:cubicBezTo>
                    <a:pt x="42338" y="175061"/>
                    <a:pt x="44660" y="176204"/>
                    <a:pt x="46107" y="176507"/>
                  </a:cubicBezTo>
                  <a:cubicBezTo>
                    <a:pt x="47554" y="176810"/>
                    <a:pt x="48732" y="176507"/>
                    <a:pt x="48732" y="176507"/>
                  </a:cubicBezTo>
                  <a:lnTo>
                    <a:pt x="48732" y="178526"/>
                  </a:lnTo>
                  <a:cubicBezTo>
                    <a:pt x="48732" y="178526"/>
                    <a:pt x="48867" y="180847"/>
                    <a:pt x="48597" y="181990"/>
                  </a:cubicBezTo>
                  <a:cubicBezTo>
                    <a:pt x="48294" y="183134"/>
                    <a:pt x="48463" y="184311"/>
                    <a:pt x="48160" y="185455"/>
                  </a:cubicBezTo>
                  <a:cubicBezTo>
                    <a:pt x="47890" y="186599"/>
                    <a:pt x="47016" y="187776"/>
                    <a:pt x="47016" y="187776"/>
                  </a:cubicBezTo>
                  <a:lnTo>
                    <a:pt x="46443" y="191544"/>
                  </a:lnTo>
                  <a:cubicBezTo>
                    <a:pt x="46443" y="191544"/>
                    <a:pt x="47016" y="194740"/>
                    <a:pt x="47318" y="197633"/>
                  </a:cubicBezTo>
                  <a:cubicBezTo>
                    <a:pt x="47621" y="200526"/>
                    <a:pt x="46174" y="199954"/>
                    <a:pt x="45871" y="202847"/>
                  </a:cubicBezTo>
                  <a:cubicBezTo>
                    <a:pt x="45568" y="205740"/>
                    <a:pt x="46443" y="206917"/>
                    <a:pt x="46746" y="209508"/>
                  </a:cubicBezTo>
                  <a:cubicBezTo>
                    <a:pt x="47049" y="212098"/>
                    <a:pt x="47621" y="211257"/>
                    <a:pt x="47890" y="214150"/>
                  </a:cubicBezTo>
                  <a:cubicBezTo>
                    <a:pt x="48193" y="217043"/>
                    <a:pt x="52535" y="217917"/>
                    <a:pt x="52535" y="217917"/>
                  </a:cubicBezTo>
                  <a:cubicBezTo>
                    <a:pt x="52535" y="217917"/>
                    <a:pt x="52535" y="217917"/>
                    <a:pt x="53107" y="219095"/>
                  </a:cubicBezTo>
                  <a:cubicBezTo>
                    <a:pt x="53679" y="220239"/>
                    <a:pt x="54251" y="222291"/>
                    <a:pt x="54251" y="223434"/>
                  </a:cubicBezTo>
                  <a:cubicBezTo>
                    <a:pt x="54251" y="224578"/>
                    <a:pt x="52501" y="225453"/>
                    <a:pt x="52501" y="227774"/>
                  </a:cubicBezTo>
                  <a:cubicBezTo>
                    <a:pt x="52501" y="230095"/>
                    <a:pt x="50751" y="230095"/>
                    <a:pt x="49607" y="232416"/>
                  </a:cubicBezTo>
                  <a:cubicBezTo>
                    <a:pt x="48463" y="234737"/>
                    <a:pt x="49910" y="234737"/>
                    <a:pt x="50751" y="235612"/>
                  </a:cubicBezTo>
                  <a:cubicBezTo>
                    <a:pt x="51626" y="236487"/>
                    <a:pt x="52770" y="238808"/>
                    <a:pt x="52770" y="241970"/>
                  </a:cubicBezTo>
                  <a:cubicBezTo>
                    <a:pt x="52770" y="245166"/>
                    <a:pt x="52198" y="243988"/>
                    <a:pt x="51020" y="245737"/>
                  </a:cubicBezTo>
                  <a:cubicBezTo>
                    <a:pt x="49876" y="247487"/>
                    <a:pt x="51020" y="245737"/>
                    <a:pt x="50448" y="246881"/>
                  </a:cubicBezTo>
                  <a:cubicBezTo>
                    <a:pt x="49876" y="248059"/>
                    <a:pt x="48698" y="249774"/>
                    <a:pt x="49001" y="250649"/>
                  </a:cubicBezTo>
                  <a:cubicBezTo>
                    <a:pt x="49304" y="251523"/>
                    <a:pt x="50145" y="252398"/>
                    <a:pt x="51323" y="254114"/>
                  </a:cubicBezTo>
                  <a:cubicBezTo>
                    <a:pt x="52468" y="255863"/>
                    <a:pt x="51323" y="258184"/>
                    <a:pt x="51054" y="259025"/>
                  </a:cubicBezTo>
                  <a:cubicBezTo>
                    <a:pt x="50751" y="259900"/>
                    <a:pt x="50751" y="263936"/>
                    <a:pt x="50751" y="265114"/>
                  </a:cubicBezTo>
                  <a:cubicBezTo>
                    <a:pt x="50751" y="266291"/>
                    <a:pt x="52501" y="269184"/>
                    <a:pt x="52501" y="270328"/>
                  </a:cubicBezTo>
                  <a:cubicBezTo>
                    <a:pt x="52501" y="271472"/>
                    <a:pt x="54251" y="273524"/>
                    <a:pt x="55126" y="274668"/>
                  </a:cubicBezTo>
                  <a:cubicBezTo>
                    <a:pt x="56001" y="275845"/>
                    <a:pt x="57718" y="276686"/>
                    <a:pt x="57718" y="276686"/>
                  </a:cubicBezTo>
                  <a:lnTo>
                    <a:pt x="62059" y="282203"/>
                  </a:lnTo>
                  <a:lnTo>
                    <a:pt x="64381" y="285399"/>
                  </a:lnTo>
                  <a:lnTo>
                    <a:pt x="64078" y="291185"/>
                  </a:lnTo>
                  <a:cubicBezTo>
                    <a:pt x="64078" y="291185"/>
                    <a:pt x="63775" y="294649"/>
                    <a:pt x="63775" y="296971"/>
                  </a:cubicBezTo>
                  <a:cubicBezTo>
                    <a:pt x="63775" y="299292"/>
                    <a:pt x="62597" y="300166"/>
                    <a:pt x="62597" y="300166"/>
                  </a:cubicBezTo>
                  <a:cubicBezTo>
                    <a:pt x="62597" y="300166"/>
                    <a:pt x="61723" y="302185"/>
                    <a:pt x="60881" y="302488"/>
                  </a:cubicBezTo>
                  <a:cubicBezTo>
                    <a:pt x="60006" y="302790"/>
                    <a:pt x="56809" y="304506"/>
                    <a:pt x="55665" y="304809"/>
                  </a:cubicBezTo>
                  <a:cubicBezTo>
                    <a:pt x="54520" y="305112"/>
                    <a:pt x="53915" y="306558"/>
                    <a:pt x="51626" y="307130"/>
                  </a:cubicBezTo>
                  <a:cubicBezTo>
                    <a:pt x="49304" y="307702"/>
                    <a:pt x="50179" y="308274"/>
                    <a:pt x="49001" y="308576"/>
                  </a:cubicBezTo>
                  <a:cubicBezTo>
                    <a:pt x="47857" y="308879"/>
                    <a:pt x="45232" y="310326"/>
                    <a:pt x="44087" y="311200"/>
                  </a:cubicBezTo>
                  <a:cubicBezTo>
                    <a:pt x="42910" y="312075"/>
                    <a:pt x="40890" y="311200"/>
                    <a:pt x="40890" y="311200"/>
                  </a:cubicBezTo>
                  <a:cubicBezTo>
                    <a:pt x="40890" y="311200"/>
                    <a:pt x="38265" y="311200"/>
                    <a:pt x="36381" y="311200"/>
                  </a:cubicBezTo>
                  <a:cubicBezTo>
                    <a:pt x="34496" y="311200"/>
                    <a:pt x="35068" y="312647"/>
                    <a:pt x="34193" y="312647"/>
                  </a:cubicBezTo>
                  <a:cubicBezTo>
                    <a:pt x="33318" y="312647"/>
                    <a:pt x="32443" y="315271"/>
                    <a:pt x="31568" y="316112"/>
                  </a:cubicBezTo>
                  <a:cubicBezTo>
                    <a:pt x="30693" y="316986"/>
                    <a:pt x="30121" y="319307"/>
                    <a:pt x="30121" y="320451"/>
                  </a:cubicBezTo>
                  <a:cubicBezTo>
                    <a:pt x="30121" y="321595"/>
                    <a:pt x="29852" y="323344"/>
                    <a:pt x="29852" y="324521"/>
                  </a:cubicBezTo>
                  <a:cubicBezTo>
                    <a:pt x="29852" y="325665"/>
                    <a:pt x="28404" y="325968"/>
                    <a:pt x="28404" y="325968"/>
                  </a:cubicBezTo>
                  <a:lnTo>
                    <a:pt x="25510" y="327145"/>
                  </a:lnTo>
                  <a:cubicBezTo>
                    <a:pt x="25510" y="327145"/>
                    <a:pt x="21741" y="328592"/>
                    <a:pt x="20597" y="328895"/>
                  </a:cubicBezTo>
                  <a:cubicBezTo>
                    <a:pt x="19419" y="329197"/>
                    <a:pt x="18846" y="330341"/>
                    <a:pt x="18846" y="330341"/>
                  </a:cubicBezTo>
                  <a:lnTo>
                    <a:pt x="17097" y="332931"/>
                  </a:lnTo>
                  <a:lnTo>
                    <a:pt x="15952" y="335253"/>
                  </a:lnTo>
                  <a:lnTo>
                    <a:pt x="9861" y="340769"/>
                  </a:lnTo>
                  <a:cubicBezTo>
                    <a:pt x="9861" y="340769"/>
                    <a:pt x="6664" y="343662"/>
                    <a:pt x="5789" y="344840"/>
                  </a:cubicBezTo>
                  <a:cubicBezTo>
                    <a:pt x="4914" y="345984"/>
                    <a:pt x="2591" y="347430"/>
                    <a:pt x="2591" y="347430"/>
                  </a:cubicBezTo>
                  <a:lnTo>
                    <a:pt x="0" y="350323"/>
                  </a:lnTo>
                  <a:lnTo>
                    <a:pt x="0" y="354393"/>
                  </a:lnTo>
                  <a:lnTo>
                    <a:pt x="7842" y="352947"/>
                  </a:lnTo>
                  <a:lnTo>
                    <a:pt x="14202" y="351803"/>
                  </a:lnTo>
                  <a:lnTo>
                    <a:pt x="15952" y="351231"/>
                  </a:lnTo>
                  <a:lnTo>
                    <a:pt x="22616" y="349482"/>
                  </a:lnTo>
                  <a:lnTo>
                    <a:pt x="27260" y="346286"/>
                  </a:lnTo>
                  <a:lnTo>
                    <a:pt x="30155" y="345412"/>
                  </a:lnTo>
                  <a:lnTo>
                    <a:pt x="33049" y="345109"/>
                  </a:lnTo>
                  <a:lnTo>
                    <a:pt x="33049" y="346858"/>
                  </a:lnTo>
                  <a:lnTo>
                    <a:pt x="34933" y="349179"/>
                  </a:lnTo>
                  <a:lnTo>
                    <a:pt x="38837" y="348608"/>
                  </a:lnTo>
                  <a:lnTo>
                    <a:pt x="41159" y="346286"/>
                  </a:lnTo>
                  <a:lnTo>
                    <a:pt x="43482" y="343091"/>
                  </a:lnTo>
                  <a:lnTo>
                    <a:pt x="46039" y="342519"/>
                  </a:lnTo>
                  <a:lnTo>
                    <a:pt x="53040" y="340769"/>
                  </a:lnTo>
                  <a:lnTo>
                    <a:pt x="57381" y="340769"/>
                  </a:lnTo>
                  <a:lnTo>
                    <a:pt x="63775" y="344403"/>
                  </a:lnTo>
                  <a:lnTo>
                    <a:pt x="63203" y="349179"/>
                  </a:lnTo>
                  <a:lnTo>
                    <a:pt x="66670" y="353519"/>
                  </a:lnTo>
                  <a:lnTo>
                    <a:pt x="71011" y="357286"/>
                  </a:lnTo>
                  <a:lnTo>
                    <a:pt x="72761" y="361626"/>
                  </a:lnTo>
                  <a:lnTo>
                    <a:pt x="70439" y="365091"/>
                  </a:lnTo>
                  <a:lnTo>
                    <a:pt x="69295" y="365091"/>
                  </a:lnTo>
                  <a:lnTo>
                    <a:pt x="65223" y="367984"/>
                  </a:lnTo>
                  <a:cubicBezTo>
                    <a:pt x="65223" y="367984"/>
                    <a:pt x="64348" y="369699"/>
                    <a:pt x="63472" y="371449"/>
                  </a:cubicBezTo>
                  <a:cubicBezTo>
                    <a:pt x="62597" y="373198"/>
                    <a:pt x="63472" y="373770"/>
                    <a:pt x="63472" y="373770"/>
                  </a:cubicBezTo>
                  <a:lnTo>
                    <a:pt x="64920" y="373770"/>
                  </a:lnTo>
                  <a:lnTo>
                    <a:pt x="69564" y="375082"/>
                  </a:lnTo>
                  <a:lnTo>
                    <a:pt x="72761" y="377538"/>
                  </a:lnTo>
                  <a:lnTo>
                    <a:pt x="71011" y="381608"/>
                  </a:lnTo>
                  <a:cubicBezTo>
                    <a:pt x="71011" y="381608"/>
                    <a:pt x="66939" y="384804"/>
                    <a:pt x="64348" y="386250"/>
                  </a:cubicBezTo>
                  <a:cubicBezTo>
                    <a:pt x="61723" y="387697"/>
                    <a:pt x="60881" y="387697"/>
                    <a:pt x="60881" y="387697"/>
                  </a:cubicBezTo>
                  <a:lnTo>
                    <a:pt x="56943" y="388840"/>
                  </a:lnTo>
                  <a:lnTo>
                    <a:pt x="49876" y="392305"/>
                  </a:lnTo>
                  <a:lnTo>
                    <a:pt x="46073" y="396073"/>
                  </a:lnTo>
                  <a:cubicBezTo>
                    <a:pt x="46073" y="396073"/>
                    <a:pt x="46982" y="398394"/>
                    <a:pt x="48429" y="398697"/>
                  </a:cubicBezTo>
                  <a:cubicBezTo>
                    <a:pt x="49876" y="399000"/>
                    <a:pt x="52198" y="401590"/>
                    <a:pt x="52198" y="401590"/>
                  </a:cubicBezTo>
                  <a:cubicBezTo>
                    <a:pt x="52198" y="401590"/>
                    <a:pt x="54823" y="407107"/>
                    <a:pt x="56977" y="408251"/>
                  </a:cubicBezTo>
                  <a:cubicBezTo>
                    <a:pt x="59131" y="409394"/>
                    <a:pt x="55968" y="410000"/>
                    <a:pt x="56977" y="411144"/>
                  </a:cubicBezTo>
                  <a:cubicBezTo>
                    <a:pt x="57953" y="412287"/>
                    <a:pt x="55126" y="416930"/>
                    <a:pt x="55126" y="416930"/>
                  </a:cubicBezTo>
                  <a:lnTo>
                    <a:pt x="51929" y="421269"/>
                  </a:lnTo>
                  <a:lnTo>
                    <a:pt x="48463" y="426181"/>
                  </a:lnTo>
                  <a:lnTo>
                    <a:pt x="46107" y="431966"/>
                  </a:lnTo>
                  <a:cubicBezTo>
                    <a:pt x="46107" y="431966"/>
                    <a:pt x="46443" y="436878"/>
                    <a:pt x="46141" y="439771"/>
                  </a:cubicBezTo>
                  <a:cubicBezTo>
                    <a:pt x="45838" y="442664"/>
                    <a:pt x="47588" y="442361"/>
                    <a:pt x="47588" y="442361"/>
                  </a:cubicBezTo>
                  <a:cubicBezTo>
                    <a:pt x="47588" y="442361"/>
                    <a:pt x="51660" y="446431"/>
                    <a:pt x="52501" y="446129"/>
                  </a:cubicBezTo>
                  <a:cubicBezTo>
                    <a:pt x="53376" y="445826"/>
                    <a:pt x="55126" y="442933"/>
                    <a:pt x="55126" y="442933"/>
                  </a:cubicBezTo>
                  <a:lnTo>
                    <a:pt x="58323" y="439737"/>
                  </a:lnTo>
                  <a:lnTo>
                    <a:pt x="63102" y="439737"/>
                  </a:lnTo>
                  <a:lnTo>
                    <a:pt x="65862" y="442496"/>
                  </a:lnTo>
                  <a:cubicBezTo>
                    <a:pt x="65862" y="442496"/>
                    <a:pt x="59771" y="445826"/>
                    <a:pt x="59501" y="446701"/>
                  </a:cubicBezTo>
                  <a:cubicBezTo>
                    <a:pt x="59199" y="447575"/>
                    <a:pt x="58357" y="450737"/>
                    <a:pt x="58357" y="450737"/>
                  </a:cubicBezTo>
                  <a:lnTo>
                    <a:pt x="65896" y="454808"/>
                  </a:lnTo>
                  <a:lnTo>
                    <a:pt x="67915" y="461468"/>
                  </a:lnTo>
                  <a:lnTo>
                    <a:pt x="67915" y="467389"/>
                  </a:lnTo>
                  <a:cubicBezTo>
                    <a:pt x="69261" y="467322"/>
                    <a:pt x="71550" y="467557"/>
                    <a:pt x="71550" y="467557"/>
                  </a:cubicBezTo>
                  <a:lnTo>
                    <a:pt x="72425" y="470316"/>
                  </a:lnTo>
                  <a:lnTo>
                    <a:pt x="74881" y="471190"/>
                  </a:lnTo>
                  <a:cubicBezTo>
                    <a:pt x="74881" y="471190"/>
                    <a:pt x="78079" y="471325"/>
                    <a:pt x="79391" y="471056"/>
                  </a:cubicBezTo>
                  <a:cubicBezTo>
                    <a:pt x="80704" y="470753"/>
                    <a:pt x="83161" y="469037"/>
                    <a:pt x="83733" y="468869"/>
                  </a:cubicBezTo>
                  <a:cubicBezTo>
                    <a:pt x="84305" y="468735"/>
                    <a:pt x="86358" y="471056"/>
                    <a:pt x="86358" y="471056"/>
                  </a:cubicBezTo>
                  <a:lnTo>
                    <a:pt x="91877" y="473242"/>
                  </a:lnTo>
                  <a:lnTo>
                    <a:pt x="92752" y="476573"/>
                  </a:lnTo>
                  <a:cubicBezTo>
                    <a:pt x="92752" y="476573"/>
                    <a:pt x="88276" y="480340"/>
                    <a:pt x="87838" y="480475"/>
                  </a:cubicBezTo>
                  <a:cubicBezTo>
                    <a:pt x="87401" y="480609"/>
                    <a:pt x="85954" y="483233"/>
                    <a:pt x="85954" y="483233"/>
                  </a:cubicBezTo>
                  <a:cubicBezTo>
                    <a:pt x="85954" y="483233"/>
                    <a:pt x="88141" y="486866"/>
                    <a:pt x="88713" y="486866"/>
                  </a:cubicBezTo>
                  <a:cubicBezTo>
                    <a:pt x="89286" y="486866"/>
                    <a:pt x="93358" y="488178"/>
                    <a:pt x="95074" y="488178"/>
                  </a:cubicBezTo>
                  <a:cubicBezTo>
                    <a:pt x="96824" y="488178"/>
                    <a:pt x="99584" y="488178"/>
                    <a:pt x="100156" y="487741"/>
                  </a:cubicBezTo>
                  <a:cubicBezTo>
                    <a:pt x="100728" y="487304"/>
                    <a:pt x="101738" y="487876"/>
                    <a:pt x="102343" y="486866"/>
                  </a:cubicBezTo>
                  <a:cubicBezTo>
                    <a:pt x="102848" y="485992"/>
                    <a:pt x="103656" y="484377"/>
                    <a:pt x="103892" y="483940"/>
                  </a:cubicBezTo>
                  <a:cubicBezTo>
                    <a:pt x="103791" y="483872"/>
                    <a:pt x="103589" y="483671"/>
                    <a:pt x="103219" y="483233"/>
                  </a:cubicBezTo>
                  <a:cubicBezTo>
                    <a:pt x="102209" y="482090"/>
                    <a:pt x="102041" y="481047"/>
                    <a:pt x="102041" y="481047"/>
                  </a:cubicBezTo>
                  <a:cubicBezTo>
                    <a:pt x="102041" y="481047"/>
                    <a:pt x="102175" y="480609"/>
                    <a:pt x="101771" y="480172"/>
                  </a:cubicBezTo>
                  <a:cubicBezTo>
                    <a:pt x="101401" y="479802"/>
                    <a:pt x="101132" y="476505"/>
                    <a:pt x="101368" y="475530"/>
                  </a:cubicBezTo>
                  <a:cubicBezTo>
                    <a:pt x="101098" y="475799"/>
                    <a:pt x="101233" y="475631"/>
                    <a:pt x="101401" y="475462"/>
                  </a:cubicBezTo>
                  <a:cubicBezTo>
                    <a:pt x="101435" y="475362"/>
                    <a:pt x="101469" y="475294"/>
                    <a:pt x="101502" y="475261"/>
                  </a:cubicBezTo>
                  <a:cubicBezTo>
                    <a:pt x="101671" y="475160"/>
                    <a:pt x="101536" y="475328"/>
                    <a:pt x="101401" y="475462"/>
                  </a:cubicBezTo>
                  <a:cubicBezTo>
                    <a:pt x="101401" y="475496"/>
                    <a:pt x="101368" y="475496"/>
                    <a:pt x="101368" y="475530"/>
                  </a:cubicBezTo>
                  <a:cubicBezTo>
                    <a:pt x="101469" y="475429"/>
                    <a:pt x="101637" y="475261"/>
                    <a:pt x="101940" y="474958"/>
                  </a:cubicBezTo>
                  <a:cubicBezTo>
                    <a:pt x="103522" y="473377"/>
                    <a:pt x="105137" y="471493"/>
                    <a:pt x="105574" y="471056"/>
                  </a:cubicBezTo>
                  <a:cubicBezTo>
                    <a:pt x="106012" y="470618"/>
                    <a:pt x="107156" y="469744"/>
                    <a:pt x="107156" y="469744"/>
                  </a:cubicBezTo>
                  <a:cubicBezTo>
                    <a:pt x="107156" y="469744"/>
                    <a:pt x="108300" y="468936"/>
                    <a:pt x="108166" y="467389"/>
                  </a:cubicBezTo>
                  <a:cubicBezTo>
                    <a:pt x="108031" y="465842"/>
                    <a:pt x="107762" y="462377"/>
                    <a:pt x="108166" y="460930"/>
                  </a:cubicBezTo>
                  <a:cubicBezTo>
                    <a:pt x="108570" y="459484"/>
                    <a:pt x="109310" y="458912"/>
                    <a:pt x="109748" y="458609"/>
                  </a:cubicBezTo>
                  <a:cubicBezTo>
                    <a:pt x="110185" y="458306"/>
                    <a:pt x="114964" y="454135"/>
                    <a:pt x="114964" y="454135"/>
                  </a:cubicBezTo>
                  <a:lnTo>
                    <a:pt x="119743" y="452386"/>
                  </a:lnTo>
                  <a:lnTo>
                    <a:pt x="122065" y="453395"/>
                  </a:lnTo>
                  <a:lnTo>
                    <a:pt x="130613" y="456591"/>
                  </a:lnTo>
                  <a:lnTo>
                    <a:pt x="130613" y="463251"/>
                  </a:lnTo>
                  <a:cubicBezTo>
                    <a:pt x="130613" y="463251"/>
                    <a:pt x="131185" y="467322"/>
                    <a:pt x="131488" y="467759"/>
                  </a:cubicBezTo>
                  <a:cubicBezTo>
                    <a:pt x="131758" y="468196"/>
                    <a:pt x="133373" y="470955"/>
                    <a:pt x="133945" y="470955"/>
                  </a:cubicBezTo>
                  <a:cubicBezTo>
                    <a:pt x="134517" y="470955"/>
                    <a:pt x="139465" y="468499"/>
                    <a:pt x="139465" y="468499"/>
                  </a:cubicBezTo>
                  <a:lnTo>
                    <a:pt x="140609" y="466918"/>
                  </a:lnTo>
                  <a:lnTo>
                    <a:pt x="142494" y="466784"/>
                  </a:lnTo>
                  <a:lnTo>
                    <a:pt x="145960" y="468230"/>
                  </a:lnTo>
                  <a:cubicBezTo>
                    <a:pt x="145960" y="468230"/>
                    <a:pt x="147104" y="469677"/>
                    <a:pt x="147272" y="470114"/>
                  </a:cubicBezTo>
                  <a:cubicBezTo>
                    <a:pt x="147407" y="470551"/>
                    <a:pt x="148013" y="471998"/>
                    <a:pt x="148450" y="472570"/>
                  </a:cubicBezTo>
                  <a:cubicBezTo>
                    <a:pt x="148888" y="473141"/>
                    <a:pt x="149157" y="474891"/>
                    <a:pt x="150335" y="475160"/>
                  </a:cubicBezTo>
                  <a:cubicBezTo>
                    <a:pt x="151513" y="475462"/>
                    <a:pt x="153532" y="474857"/>
                    <a:pt x="153532" y="474857"/>
                  </a:cubicBezTo>
                  <a:cubicBezTo>
                    <a:pt x="153532" y="474857"/>
                    <a:pt x="154979" y="473545"/>
                    <a:pt x="155249" y="472536"/>
                  </a:cubicBezTo>
                  <a:cubicBezTo>
                    <a:pt x="155552" y="471527"/>
                    <a:pt x="156124" y="468028"/>
                    <a:pt x="156124" y="467625"/>
                  </a:cubicBezTo>
                  <a:cubicBezTo>
                    <a:pt x="156124" y="467187"/>
                    <a:pt x="157571" y="465606"/>
                    <a:pt x="157571" y="465169"/>
                  </a:cubicBezTo>
                  <a:cubicBezTo>
                    <a:pt x="157571" y="464731"/>
                    <a:pt x="158143" y="463150"/>
                    <a:pt x="158446" y="461973"/>
                  </a:cubicBezTo>
                  <a:cubicBezTo>
                    <a:pt x="158749" y="460829"/>
                    <a:pt x="159455" y="459652"/>
                    <a:pt x="160027" y="459215"/>
                  </a:cubicBezTo>
                  <a:cubicBezTo>
                    <a:pt x="160600" y="458777"/>
                    <a:pt x="161206" y="457768"/>
                    <a:pt x="161778" y="457465"/>
                  </a:cubicBezTo>
                  <a:cubicBezTo>
                    <a:pt x="162350" y="457163"/>
                    <a:pt x="163225" y="456288"/>
                    <a:pt x="163965" y="456019"/>
                  </a:cubicBezTo>
                  <a:cubicBezTo>
                    <a:pt x="164706" y="455716"/>
                    <a:pt x="164975" y="455716"/>
                    <a:pt x="165850" y="455010"/>
                  </a:cubicBezTo>
                  <a:cubicBezTo>
                    <a:pt x="166725" y="454270"/>
                    <a:pt x="166859" y="452554"/>
                    <a:pt x="168172" y="452386"/>
                  </a:cubicBezTo>
                  <a:cubicBezTo>
                    <a:pt x="169484" y="452251"/>
                    <a:pt x="171235" y="450939"/>
                    <a:pt x="171807" y="450367"/>
                  </a:cubicBezTo>
                  <a:cubicBezTo>
                    <a:pt x="172379" y="449795"/>
                    <a:pt x="175138" y="448214"/>
                    <a:pt x="175273" y="447340"/>
                  </a:cubicBezTo>
                  <a:cubicBezTo>
                    <a:pt x="175408" y="446465"/>
                    <a:pt x="176586" y="445759"/>
                    <a:pt x="176720" y="443875"/>
                  </a:cubicBezTo>
                  <a:cubicBezTo>
                    <a:pt x="176855" y="441991"/>
                    <a:pt x="177595" y="439098"/>
                    <a:pt x="177595" y="439098"/>
                  </a:cubicBezTo>
                  <a:lnTo>
                    <a:pt x="185571" y="438156"/>
                  </a:lnTo>
                  <a:lnTo>
                    <a:pt x="189206" y="436340"/>
                  </a:lnTo>
                  <a:lnTo>
                    <a:pt x="192403" y="436340"/>
                  </a:lnTo>
                  <a:lnTo>
                    <a:pt x="194423" y="437786"/>
                  </a:lnTo>
                  <a:cubicBezTo>
                    <a:pt x="194423" y="437786"/>
                    <a:pt x="199201" y="443000"/>
                    <a:pt x="199774" y="443135"/>
                  </a:cubicBezTo>
                  <a:cubicBezTo>
                    <a:pt x="200346" y="443269"/>
                    <a:pt x="201524" y="444010"/>
                    <a:pt x="201961" y="444144"/>
                  </a:cubicBezTo>
                  <a:cubicBezTo>
                    <a:pt x="202399" y="444279"/>
                    <a:pt x="206606" y="444010"/>
                    <a:pt x="207750" y="443841"/>
                  </a:cubicBezTo>
                  <a:cubicBezTo>
                    <a:pt x="208894" y="443707"/>
                    <a:pt x="210509" y="442260"/>
                    <a:pt x="210947" y="441823"/>
                  </a:cubicBezTo>
                  <a:cubicBezTo>
                    <a:pt x="211384" y="441386"/>
                    <a:pt x="212562" y="440242"/>
                    <a:pt x="212697" y="439636"/>
                  </a:cubicBezTo>
                  <a:cubicBezTo>
                    <a:pt x="212832" y="439064"/>
                    <a:pt x="213135" y="438896"/>
                    <a:pt x="213404" y="437618"/>
                  </a:cubicBezTo>
                  <a:cubicBezTo>
                    <a:pt x="213707" y="436306"/>
                    <a:pt x="214582" y="435431"/>
                    <a:pt x="214582" y="434288"/>
                  </a:cubicBezTo>
                  <a:cubicBezTo>
                    <a:pt x="214582" y="433144"/>
                    <a:pt x="215288" y="432707"/>
                    <a:pt x="215894" y="431832"/>
                  </a:cubicBezTo>
                  <a:cubicBezTo>
                    <a:pt x="216466" y="430957"/>
                    <a:pt x="215759" y="431092"/>
                    <a:pt x="216466" y="430957"/>
                  </a:cubicBezTo>
                  <a:cubicBezTo>
                    <a:pt x="217173" y="430823"/>
                    <a:pt x="217476" y="429074"/>
                    <a:pt x="218485" y="429645"/>
                  </a:cubicBezTo>
                  <a:cubicBezTo>
                    <a:pt x="219495" y="430217"/>
                    <a:pt x="221380" y="432101"/>
                    <a:pt x="221380" y="432101"/>
                  </a:cubicBezTo>
                  <a:cubicBezTo>
                    <a:pt x="221380" y="432101"/>
                    <a:pt x="223567" y="433850"/>
                    <a:pt x="224409" y="434119"/>
                  </a:cubicBezTo>
                  <a:cubicBezTo>
                    <a:pt x="225284" y="434422"/>
                    <a:pt x="226596" y="436138"/>
                    <a:pt x="226596" y="436138"/>
                  </a:cubicBezTo>
                  <a:lnTo>
                    <a:pt x="232553" y="438594"/>
                  </a:lnTo>
                  <a:cubicBezTo>
                    <a:pt x="232553" y="438594"/>
                    <a:pt x="235885" y="439031"/>
                    <a:pt x="236154" y="438459"/>
                  </a:cubicBezTo>
                  <a:cubicBezTo>
                    <a:pt x="236457" y="437887"/>
                    <a:pt x="237298" y="436878"/>
                    <a:pt x="237904" y="436710"/>
                  </a:cubicBezTo>
                  <a:cubicBezTo>
                    <a:pt x="238476" y="436575"/>
                    <a:pt x="241674" y="435835"/>
                    <a:pt x="241674" y="435835"/>
                  </a:cubicBezTo>
                  <a:cubicBezTo>
                    <a:pt x="241674" y="435835"/>
                    <a:pt x="243558" y="438022"/>
                    <a:pt x="244736" y="438459"/>
                  </a:cubicBezTo>
                  <a:cubicBezTo>
                    <a:pt x="245880" y="438896"/>
                    <a:pt x="246688" y="441352"/>
                    <a:pt x="247395" y="441487"/>
                  </a:cubicBezTo>
                  <a:cubicBezTo>
                    <a:pt x="248102" y="441621"/>
                    <a:pt x="248909" y="443673"/>
                    <a:pt x="248909" y="443673"/>
                  </a:cubicBezTo>
                  <a:lnTo>
                    <a:pt x="248909" y="447575"/>
                  </a:lnTo>
                  <a:lnTo>
                    <a:pt x="248034" y="451780"/>
                  </a:lnTo>
                  <a:cubicBezTo>
                    <a:pt x="248034" y="451780"/>
                    <a:pt x="247294" y="453967"/>
                    <a:pt x="247159" y="454808"/>
                  </a:cubicBezTo>
                  <a:cubicBezTo>
                    <a:pt x="247025" y="455682"/>
                    <a:pt x="247294" y="457129"/>
                    <a:pt x="247462" y="457566"/>
                  </a:cubicBezTo>
                  <a:cubicBezTo>
                    <a:pt x="247597" y="458004"/>
                    <a:pt x="247597" y="460022"/>
                    <a:pt x="247900" y="460594"/>
                  </a:cubicBezTo>
                  <a:cubicBezTo>
                    <a:pt x="248169" y="461166"/>
                    <a:pt x="248169" y="461300"/>
                    <a:pt x="248169" y="462040"/>
                  </a:cubicBezTo>
                  <a:cubicBezTo>
                    <a:pt x="248169" y="462780"/>
                    <a:pt x="246587" y="464227"/>
                    <a:pt x="246015" y="465102"/>
                  </a:cubicBezTo>
                  <a:cubicBezTo>
                    <a:pt x="245443" y="465976"/>
                    <a:pt x="245578" y="466111"/>
                    <a:pt x="245005" y="467120"/>
                  </a:cubicBezTo>
                  <a:cubicBezTo>
                    <a:pt x="244433" y="468129"/>
                    <a:pt x="243424" y="469441"/>
                    <a:pt x="242986" y="470013"/>
                  </a:cubicBezTo>
                  <a:cubicBezTo>
                    <a:pt x="242549" y="470585"/>
                    <a:pt x="241404" y="474353"/>
                    <a:pt x="241404" y="474353"/>
                  </a:cubicBezTo>
                  <a:lnTo>
                    <a:pt x="241674" y="477985"/>
                  </a:lnTo>
                  <a:lnTo>
                    <a:pt x="242818" y="479735"/>
                  </a:lnTo>
                  <a:cubicBezTo>
                    <a:pt x="242818" y="479735"/>
                    <a:pt x="243693" y="481753"/>
                    <a:pt x="244265" y="481921"/>
                  </a:cubicBezTo>
                  <a:cubicBezTo>
                    <a:pt x="244837" y="482056"/>
                    <a:pt x="245712" y="484377"/>
                    <a:pt x="246150" y="484545"/>
                  </a:cubicBezTo>
                  <a:cubicBezTo>
                    <a:pt x="246587" y="484680"/>
                    <a:pt x="247462" y="485689"/>
                    <a:pt x="248909" y="485420"/>
                  </a:cubicBezTo>
                  <a:cubicBezTo>
                    <a:pt x="250356" y="485117"/>
                    <a:pt x="252106" y="484276"/>
                    <a:pt x="252106" y="484276"/>
                  </a:cubicBezTo>
                  <a:cubicBezTo>
                    <a:pt x="252106" y="484276"/>
                    <a:pt x="253554" y="483973"/>
                    <a:pt x="254126" y="483839"/>
                  </a:cubicBezTo>
                  <a:cubicBezTo>
                    <a:pt x="254698" y="483704"/>
                    <a:pt x="258030" y="483402"/>
                    <a:pt x="258030" y="483402"/>
                  </a:cubicBezTo>
                  <a:cubicBezTo>
                    <a:pt x="258030" y="483402"/>
                    <a:pt x="259780" y="483536"/>
                    <a:pt x="260352" y="483536"/>
                  </a:cubicBezTo>
                  <a:cubicBezTo>
                    <a:pt x="260924" y="483536"/>
                    <a:pt x="262539" y="483402"/>
                    <a:pt x="263112" y="483536"/>
                  </a:cubicBezTo>
                  <a:cubicBezTo>
                    <a:pt x="263684" y="483671"/>
                    <a:pt x="265434" y="484108"/>
                    <a:pt x="265434" y="484108"/>
                  </a:cubicBezTo>
                  <a:cubicBezTo>
                    <a:pt x="265434" y="484108"/>
                    <a:pt x="267251" y="485117"/>
                    <a:pt x="267823" y="485252"/>
                  </a:cubicBezTo>
                  <a:cubicBezTo>
                    <a:pt x="268395" y="485386"/>
                    <a:pt x="269775" y="486429"/>
                    <a:pt x="269775" y="487001"/>
                  </a:cubicBezTo>
                  <a:cubicBezTo>
                    <a:pt x="269775" y="487573"/>
                    <a:pt x="269775" y="491071"/>
                    <a:pt x="269775" y="491071"/>
                  </a:cubicBezTo>
                  <a:lnTo>
                    <a:pt x="267318" y="493695"/>
                  </a:lnTo>
                  <a:lnTo>
                    <a:pt x="265871" y="495882"/>
                  </a:lnTo>
                  <a:lnTo>
                    <a:pt x="264256" y="496588"/>
                  </a:lnTo>
                  <a:lnTo>
                    <a:pt x="262674" y="497328"/>
                  </a:lnTo>
                  <a:lnTo>
                    <a:pt x="260352" y="498909"/>
                  </a:lnTo>
                  <a:lnTo>
                    <a:pt x="258467" y="500928"/>
                  </a:lnTo>
                  <a:cubicBezTo>
                    <a:pt x="258467" y="500928"/>
                    <a:pt x="256885" y="503114"/>
                    <a:pt x="256717" y="503552"/>
                  </a:cubicBezTo>
                  <a:cubicBezTo>
                    <a:pt x="256583" y="503989"/>
                    <a:pt x="254530" y="506579"/>
                    <a:pt x="254530" y="506579"/>
                  </a:cubicBezTo>
                  <a:lnTo>
                    <a:pt x="254092" y="510347"/>
                  </a:lnTo>
                  <a:lnTo>
                    <a:pt x="253520" y="514686"/>
                  </a:lnTo>
                  <a:lnTo>
                    <a:pt x="256414" y="525417"/>
                  </a:lnTo>
                  <a:lnTo>
                    <a:pt x="255707" y="530934"/>
                  </a:lnTo>
                  <a:lnTo>
                    <a:pt x="254698" y="535577"/>
                  </a:lnTo>
                  <a:lnTo>
                    <a:pt x="254126" y="537158"/>
                  </a:lnTo>
                  <a:cubicBezTo>
                    <a:pt x="254126" y="537158"/>
                    <a:pt x="252981" y="539041"/>
                    <a:pt x="252544" y="539176"/>
                  </a:cubicBezTo>
                  <a:cubicBezTo>
                    <a:pt x="252106" y="539311"/>
                    <a:pt x="249650" y="540757"/>
                    <a:pt x="249650" y="540757"/>
                  </a:cubicBezTo>
                  <a:lnTo>
                    <a:pt x="247462" y="541329"/>
                  </a:lnTo>
                  <a:cubicBezTo>
                    <a:pt x="247462" y="541329"/>
                    <a:pt x="246452" y="542338"/>
                    <a:pt x="245578" y="543213"/>
                  </a:cubicBezTo>
                  <a:cubicBezTo>
                    <a:pt x="244703" y="544087"/>
                    <a:pt x="243827" y="545097"/>
                    <a:pt x="243121" y="545534"/>
                  </a:cubicBezTo>
                  <a:cubicBezTo>
                    <a:pt x="242414" y="545971"/>
                    <a:pt x="239486" y="546980"/>
                    <a:pt x="239217" y="547418"/>
                  </a:cubicBezTo>
                  <a:cubicBezTo>
                    <a:pt x="238914" y="547855"/>
                    <a:pt x="238914" y="547855"/>
                    <a:pt x="238914" y="547855"/>
                  </a:cubicBezTo>
                  <a:lnTo>
                    <a:pt x="237029" y="550883"/>
                  </a:lnTo>
                  <a:lnTo>
                    <a:pt x="236726" y="552767"/>
                  </a:lnTo>
                  <a:cubicBezTo>
                    <a:pt x="236726" y="552767"/>
                    <a:pt x="236726" y="554953"/>
                    <a:pt x="236592" y="555357"/>
                  </a:cubicBezTo>
                  <a:cubicBezTo>
                    <a:pt x="236457" y="555794"/>
                    <a:pt x="236726" y="557812"/>
                    <a:pt x="236726" y="557812"/>
                  </a:cubicBezTo>
                  <a:lnTo>
                    <a:pt x="230938" y="559696"/>
                  </a:lnTo>
                  <a:cubicBezTo>
                    <a:pt x="230938" y="559696"/>
                    <a:pt x="231072" y="560268"/>
                    <a:pt x="229625" y="560840"/>
                  </a:cubicBezTo>
                  <a:cubicBezTo>
                    <a:pt x="228178" y="561412"/>
                    <a:pt x="226293" y="562858"/>
                    <a:pt x="225553" y="563598"/>
                  </a:cubicBezTo>
                  <a:cubicBezTo>
                    <a:pt x="224813" y="564339"/>
                    <a:pt x="224813" y="566794"/>
                    <a:pt x="224409" y="566929"/>
                  </a:cubicBezTo>
                  <a:cubicBezTo>
                    <a:pt x="223971" y="567063"/>
                    <a:pt x="223971" y="567063"/>
                    <a:pt x="223971" y="567063"/>
                  </a:cubicBezTo>
                  <a:lnTo>
                    <a:pt x="218889" y="573287"/>
                  </a:lnTo>
                  <a:lnTo>
                    <a:pt x="218587" y="577626"/>
                  </a:lnTo>
                  <a:lnTo>
                    <a:pt x="218721" y="581528"/>
                  </a:lnTo>
                  <a:cubicBezTo>
                    <a:pt x="218721" y="581528"/>
                    <a:pt x="219024" y="583715"/>
                    <a:pt x="219159" y="584556"/>
                  </a:cubicBezTo>
                  <a:cubicBezTo>
                    <a:pt x="219293" y="585430"/>
                    <a:pt x="219293" y="588458"/>
                    <a:pt x="219293" y="588458"/>
                  </a:cubicBezTo>
                  <a:cubicBezTo>
                    <a:pt x="219293" y="588458"/>
                    <a:pt x="218856" y="590342"/>
                    <a:pt x="220168" y="591923"/>
                  </a:cubicBezTo>
                  <a:cubicBezTo>
                    <a:pt x="221481" y="593504"/>
                    <a:pt x="221178" y="594379"/>
                    <a:pt x="223063" y="595253"/>
                  </a:cubicBezTo>
                  <a:cubicBezTo>
                    <a:pt x="224947" y="596128"/>
                    <a:pt x="226967" y="597272"/>
                    <a:pt x="228414" y="597272"/>
                  </a:cubicBezTo>
                  <a:cubicBezTo>
                    <a:pt x="229861" y="597272"/>
                    <a:pt x="232318" y="598718"/>
                    <a:pt x="233630" y="596094"/>
                  </a:cubicBezTo>
                  <a:cubicBezTo>
                    <a:pt x="234943" y="593504"/>
                    <a:pt x="235952" y="592192"/>
                    <a:pt x="235952" y="591620"/>
                  </a:cubicBezTo>
                  <a:cubicBezTo>
                    <a:pt x="235952" y="591048"/>
                    <a:pt x="236525" y="591183"/>
                    <a:pt x="236087" y="589030"/>
                  </a:cubicBezTo>
                  <a:cubicBezTo>
                    <a:pt x="235649" y="586843"/>
                    <a:pt x="234505" y="587146"/>
                    <a:pt x="235952" y="584119"/>
                  </a:cubicBezTo>
                  <a:cubicBezTo>
                    <a:pt x="237399" y="581091"/>
                    <a:pt x="238577" y="581091"/>
                    <a:pt x="238577" y="581091"/>
                  </a:cubicBezTo>
                  <a:lnTo>
                    <a:pt x="241472" y="579342"/>
                  </a:lnTo>
                  <a:cubicBezTo>
                    <a:pt x="241472" y="579342"/>
                    <a:pt x="244097" y="578467"/>
                    <a:pt x="244938" y="577155"/>
                  </a:cubicBezTo>
                  <a:cubicBezTo>
                    <a:pt x="245813" y="575843"/>
                    <a:pt x="245948" y="576146"/>
                    <a:pt x="247092" y="574699"/>
                  </a:cubicBezTo>
                  <a:cubicBezTo>
                    <a:pt x="248236" y="573253"/>
                    <a:pt x="247227" y="574397"/>
                    <a:pt x="248236" y="573522"/>
                  </a:cubicBezTo>
                  <a:cubicBezTo>
                    <a:pt x="249246" y="572647"/>
                    <a:pt x="250424" y="571773"/>
                    <a:pt x="250424" y="571773"/>
                  </a:cubicBezTo>
                  <a:lnTo>
                    <a:pt x="253183" y="571773"/>
                  </a:lnTo>
                  <a:cubicBezTo>
                    <a:pt x="253183" y="571773"/>
                    <a:pt x="256078" y="571033"/>
                    <a:pt x="256650" y="571033"/>
                  </a:cubicBezTo>
                  <a:cubicBezTo>
                    <a:pt x="257222" y="571033"/>
                    <a:pt x="260991" y="571605"/>
                    <a:pt x="260991" y="571605"/>
                  </a:cubicBezTo>
                  <a:lnTo>
                    <a:pt x="264895" y="572748"/>
                  </a:lnTo>
                  <a:lnTo>
                    <a:pt x="266645" y="573623"/>
                  </a:lnTo>
                  <a:lnTo>
                    <a:pt x="267958" y="578131"/>
                  </a:lnTo>
                  <a:lnTo>
                    <a:pt x="267958" y="581327"/>
                  </a:lnTo>
                  <a:lnTo>
                    <a:pt x="268530" y="585094"/>
                  </a:lnTo>
                  <a:lnTo>
                    <a:pt x="267958" y="591048"/>
                  </a:lnTo>
                  <a:cubicBezTo>
                    <a:pt x="267958" y="591048"/>
                    <a:pt x="268092" y="592798"/>
                    <a:pt x="267958" y="593672"/>
                  </a:cubicBezTo>
                  <a:cubicBezTo>
                    <a:pt x="267823" y="594547"/>
                    <a:pt x="267823" y="596868"/>
                    <a:pt x="267823" y="596868"/>
                  </a:cubicBezTo>
                  <a:cubicBezTo>
                    <a:pt x="267823" y="596868"/>
                    <a:pt x="268395" y="598752"/>
                    <a:pt x="267958" y="600198"/>
                  </a:cubicBezTo>
                  <a:cubicBezTo>
                    <a:pt x="267520" y="601645"/>
                    <a:pt x="267520" y="603394"/>
                    <a:pt x="267520" y="604706"/>
                  </a:cubicBezTo>
                  <a:cubicBezTo>
                    <a:pt x="267520" y="606018"/>
                    <a:pt x="267655" y="610189"/>
                    <a:pt x="267386" y="610627"/>
                  </a:cubicBezTo>
                  <a:cubicBezTo>
                    <a:pt x="267083" y="611064"/>
                    <a:pt x="266948" y="612813"/>
                    <a:pt x="266948" y="613385"/>
                  </a:cubicBezTo>
                  <a:cubicBezTo>
                    <a:pt x="266948" y="613957"/>
                    <a:pt x="266511" y="614966"/>
                    <a:pt x="267823" y="615841"/>
                  </a:cubicBezTo>
                  <a:cubicBezTo>
                    <a:pt x="269136" y="616715"/>
                    <a:pt x="270280" y="617422"/>
                    <a:pt x="271593" y="618162"/>
                  </a:cubicBezTo>
                  <a:cubicBezTo>
                    <a:pt x="272905" y="618868"/>
                    <a:pt x="275665" y="619911"/>
                    <a:pt x="275934" y="620348"/>
                  </a:cubicBezTo>
                  <a:cubicBezTo>
                    <a:pt x="276203" y="620786"/>
                    <a:pt x="276506" y="621089"/>
                    <a:pt x="277516" y="621223"/>
                  </a:cubicBezTo>
                  <a:cubicBezTo>
                    <a:pt x="278525" y="621358"/>
                    <a:pt x="278525" y="622670"/>
                    <a:pt x="280982" y="621223"/>
                  </a:cubicBezTo>
                  <a:cubicBezTo>
                    <a:pt x="283439" y="619777"/>
                    <a:pt x="284314" y="618599"/>
                    <a:pt x="286198" y="617455"/>
                  </a:cubicBezTo>
                  <a:cubicBezTo>
                    <a:pt x="288083" y="616312"/>
                    <a:pt x="288521" y="616581"/>
                    <a:pt x="290103" y="615875"/>
                  </a:cubicBezTo>
                  <a:cubicBezTo>
                    <a:pt x="291684" y="615168"/>
                    <a:pt x="291853" y="613419"/>
                    <a:pt x="294007" y="612847"/>
                  </a:cubicBezTo>
                  <a:cubicBezTo>
                    <a:pt x="296194" y="612275"/>
                    <a:pt x="298079" y="611838"/>
                    <a:pt x="298651" y="611266"/>
                  </a:cubicBezTo>
                  <a:cubicBezTo>
                    <a:pt x="299223" y="610694"/>
                    <a:pt x="301276" y="610122"/>
                    <a:pt x="302285" y="610257"/>
                  </a:cubicBezTo>
                  <a:cubicBezTo>
                    <a:pt x="303295" y="610391"/>
                    <a:pt x="305617" y="610257"/>
                    <a:pt x="305617" y="610257"/>
                  </a:cubicBezTo>
                  <a:cubicBezTo>
                    <a:pt x="305617" y="610257"/>
                    <a:pt x="308646" y="610391"/>
                    <a:pt x="309252" y="610391"/>
                  </a:cubicBezTo>
                  <a:cubicBezTo>
                    <a:pt x="309824" y="610391"/>
                    <a:pt x="312449" y="610391"/>
                    <a:pt x="313459" y="610694"/>
                  </a:cubicBezTo>
                  <a:cubicBezTo>
                    <a:pt x="314468" y="610997"/>
                    <a:pt x="316656" y="611703"/>
                    <a:pt x="318103" y="611703"/>
                  </a:cubicBezTo>
                  <a:cubicBezTo>
                    <a:pt x="319550" y="611703"/>
                    <a:pt x="321300" y="611400"/>
                    <a:pt x="322747" y="611131"/>
                  </a:cubicBezTo>
                  <a:cubicBezTo>
                    <a:pt x="324195" y="610829"/>
                    <a:pt x="326517" y="610559"/>
                    <a:pt x="326517" y="610559"/>
                  </a:cubicBezTo>
                  <a:lnTo>
                    <a:pt x="329848" y="611299"/>
                  </a:lnTo>
                  <a:lnTo>
                    <a:pt x="332877" y="609718"/>
                  </a:lnTo>
                  <a:lnTo>
                    <a:pt x="336781" y="607532"/>
                  </a:lnTo>
                  <a:lnTo>
                    <a:pt x="339541" y="606657"/>
                  </a:lnTo>
                  <a:lnTo>
                    <a:pt x="341863" y="606657"/>
                  </a:lnTo>
                  <a:lnTo>
                    <a:pt x="342301" y="604504"/>
                  </a:lnTo>
                  <a:lnTo>
                    <a:pt x="343445" y="603192"/>
                  </a:lnTo>
                  <a:lnTo>
                    <a:pt x="343580" y="601746"/>
                  </a:lnTo>
                  <a:lnTo>
                    <a:pt x="343714" y="599559"/>
                  </a:lnTo>
                  <a:lnTo>
                    <a:pt x="342267" y="596363"/>
                  </a:lnTo>
                  <a:lnTo>
                    <a:pt x="338498" y="593773"/>
                  </a:lnTo>
                  <a:lnTo>
                    <a:pt x="337354" y="591889"/>
                  </a:lnTo>
                  <a:lnTo>
                    <a:pt x="338363" y="589131"/>
                  </a:lnTo>
                  <a:lnTo>
                    <a:pt x="340248" y="587987"/>
                  </a:lnTo>
                  <a:lnTo>
                    <a:pt x="340955" y="585397"/>
                  </a:lnTo>
                  <a:lnTo>
                    <a:pt x="340955" y="583210"/>
                  </a:lnTo>
                  <a:lnTo>
                    <a:pt x="340955" y="580452"/>
                  </a:lnTo>
                  <a:lnTo>
                    <a:pt x="340955" y="577996"/>
                  </a:lnTo>
                  <a:lnTo>
                    <a:pt x="340517" y="572917"/>
                  </a:lnTo>
                  <a:lnTo>
                    <a:pt x="338363" y="571335"/>
                  </a:lnTo>
                  <a:lnTo>
                    <a:pt x="339070" y="569754"/>
                  </a:lnTo>
                  <a:lnTo>
                    <a:pt x="340652" y="568880"/>
                  </a:lnTo>
                  <a:lnTo>
                    <a:pt x="344724" y="567803"/>
                  </a:lnTo>
                  <a:lnTo>
                    <a:pt x="346609" y="566727"/>
                  </a:lnTo>
                  <a:lnTo>
                    <a:pt x="353979" y="566727"/>
                  </a:lnTo>
                  <a:lnTo>
                    <a:pt x="362662" y="566727"/>
                  </a:lnTo>
                  <a:lnTo>
                    <a:pt x="363537" y="568039"/>
                  </a:lnTo>
                  <a:cubicBezTo>
                    <a:pt x="363537" y="568039"/>
                    <a:pt x="368585" y="568173"/>
                    <a:pt x="369191" y="568039"/>
                  </a:cubicBezTo>
                  <a:cubicBezTo>
                    <a:pt x="369763" y="567904"/>
                    <a:pt x="372220" y="566727"/>
                    <a:pt x="372220" y="566727"/>
                  </a:cubicBezTo>
                  <a:lnTo>
                    <a:pt x="373801" y="565146"/>
                  </a:lnTo>
                  <a:lnTo>
                    <a:pt x="379321" y="566727"/>
                  </a:lnTo>
                  <a:lnTo>
                    <a:pt x="383225" y="568476"/>
                  </a:lnTo>
                  <a:lnTo>
                    <a:pt x="390056" y="569788"/>
                  </a:lnTo>
                  <a:lnTo>
                    <a:pt x="396283" y="576011"/>
                  </a:lnTo>
                  <a:lnTo>
                    <a:pt x="400927" y="580654"/>
                  </a:lnTo>
                  <a:lnTo>
                    <a:pt x="404697" y="586440"/>
                  </a:lnTo>
                  <a:lnTo>
                    <a:pt x="409172" y="592831"/>
                  </a:lnTo>
                  <a:lnTo>
                    <a:pt x="414523" y="595455"/>
                  </a:lnTo>
                  <a:cubicBezTo>
                    <a:pt x="414523" y="595455"/>
                    <a:pt x="417855" y="594715"/>
                    <a:pt x="419000" y="594446"/>
                  </a:cubicBezTo>
                  <a:cubicBezTo>
                    <a:pt x="420144" y="594143"/>
                    <a:pt x="422466" y="592428"/>
                    <a:pt x="422466" y="592428"/>
                  </a:cubicBezTo>
                  <a:cubicBezTo>
                    <a:pt x="422466" y="592428"/>
                    <a:pt x="424923" y="592125"/>
                    <a:pt x="425495" y="592125"/>
                  </a:cubicBezTo>
                  <a:cubicBezTo>
                    <a:pt x="426067" y="592125"/>
                    <a:pt x="429567" y="591553"/>
                    <a:pt x="429567" y="591553"/>
                  </a:cubicBezTo>
                  <a:lnTo>
                    <a:pt x="430880" y="589097"/>
                  </a:lnTo>
                  <a:cubicBezTo>
                    <a:pt x="430880" y="589097"/>
                    <a:pt x="431587" y="586204"/>
                    <a:pt x="431183" y="585901"/>
                  </a:cubicBezTo>
                  <a:cubicBezTo>
                    <a:pt x="430745" y="585599"/>
                    <a:pt x="427985" y="581697"/>
                    <a:pt x="427985" y="581697"/>
                  </a:cubicBezTo>
                  <a:cubicBezTo>
                    <a:pt x="427985" y="581697"/>
                    <a:pt x="427548" y="579510"/>
                    <a:pt x="427548" y="579106"/>
                  </a:cubicBezTo>
                  <a:cubicBezTo>
                    <a:pt x="427548" y="578669"/>
                    <a:pt x="427985" y="576920"/>
                    <a:pt x="427985" y="576920"/>
                  </a:cubicBezTo>
                  <a:lnTo>
                    <a:pt x="428726" y="574161"/>
                  </a:lnTo>
                  <a:lnTo>
                    <a:pt x="426706" y="570831"/>
                  </a:lnTo>
                  <a:lnTo>
                    <a:pt x="426135" y="569385"/>
                  </a:lnTo>
                  <a:lnTo>
                    <a:pt x="425259" y="566357"/>
                  </a:lnTo>
                  <a:lnTo>
                    <a:pt x="427144" y="565180"/>
                  </a:lnTo>
                  <a:lnTo>
                    <a:pt x="429029" y="562993"/>
                  </a:lnTo>
                  <a:lnTo>
                    <a:pt x="430173" y="561244"/>
                  </a:lnTo>
                  <a:cubicBezTo>
                    <a:pt x="430173" y="561244"/>
                    <a:pt x="429433" y="559225"/>
                    <a:pt x="428423" y="559057"/>
                  </a:cubicBezTo>
                  <a:cubicBezTo>
                    <a:pt x="427413" y="558922"/>
                    <a:pt x="420447" y="555155"/>
                    <a:pt x="420447" y="555155"/>
                  </a:cubicBezTo>
                  <a:lnTo>
                    <a:pt x="419000" y="553708"/>
                  </a:lnTo>
                  <a:lnTo>
                    <a:pt x="418125" y="550513"/>
                  </a:lnTo>
                  <a:cubicBezTo>
                    <a:pt x="418125" y="550513"/>
                    <a:pt x="420009" y="549503"/>
                    <a:pt x="420447" y="549066"/>
                  </a:cubicBezTo>
                  <a:cubicBezTo>
                    <a:pt x="420884" y="548629"/>
                    <a:pt x="422197" y="547754"/>
                    <a:pt x="423072" y="547754"/>
                  </a:cubicBezTo>
                  <a:cubicBezTo>
                    <a:pt x="423947" y="547754"/>
                    <a:pt x="425529" y="547889"/>
                    <a:pt x="425966" y="547754"/>
                  </a:cubicBezTo>
                  <a:cubicBezTo>
                    <a:pt x="426404" y="547620"/>
                    <a:pt x="429735" y="545736"/>
                    <a:pt x="429735" y="545736"/>
                  </a:cubicBezTo>
                  <a:cubicBezTo>
                    <a:pt x="429735" y="545736"/>
                    <a:pt x="432057" y="544155"/>
                    <a:pt x="432495" y="543986"/>
                  </a:cubicBezTo>
                  <a:cubicBezTo>
                    <a:pt x="432932" y="543852"/>
                    <a:pt x="434077" y="543246"/>
                    <a:pt x="434077" y="543246"/>
                  </a:cubicBezTo>
                  <a:lnTo>
                    <a:pt x="437543" y="541934"/>
                  </a:lnTo>
                  <a:lnTo>
                    <a:pt x="442760" y="536720"/>
                  </a:lnTo>
                  <a:cubicBezTo>
                    <a:pt x="442760" y="536720"/>
                    <a:pt x="444207" y="533525"/>
                    <a:pt x="444207" y="532953"/>
                  </a:cubicBezTo>
                  <a:cubicBezTo>
                    <a:pt x="444207" y="532381"/>
                    <a:pt x="446832" y="526292"/>
                    <a:pt x="446832" y="526292"/>
                  </a:cubicBezTo>
                  <a:cubicBezTo>
                    <a:pt x="446832" y="526292"/>
                    <a:pt x="448851" y="523971"/>
                    <a:pt x="449423" y="523971"/>
                  </a:cubicBezTo>
                  <a:cubicBezTo>
                    <a:pt x="449995" y="523971"/>
                    <a:pt x="453630" y="523836"/>
                    <a:pt x="455649" y="523971"/>
                  </a:cubicBezTo>
                  <a:cubicBezTo>
                    <a:pt x="457669" y="524105"/>
                    <a:pt x="459553" y="523904"/>
                    <a:pt x="459553" y="523904"/>
                  </a:cubicBezTo>
                  <a:cubicBezTo>
                    <a:pt x="459553" y="523904"/>
                    <a:pt x="462010" y="526292"/>
                    <a:pt x="462313" y="526729"/>
                  </a:cubicBezTo>
                  <a:cubicBezTo>
                    <a:pt x="462616" y="527167"/>
                    <a:pt x="464770" y="530632"/>
                    <a:pt x="464770" y="531069"/>
                  </a:cubicBezTo>
                  <a:cubicBezTo>
                    <a:pt x="464770" y="531506"/>
                    <a:pt x="466352" y="534399"/>
                    <a:pt x="466654" y="534837"/>
                  </a:cubicBezTo>
                  <a:cubicBezTo>
                    <a:pt x="466958" y="535274"/>
                    <a:pt x="470424" y="538470"/>
                    <a:pt x="470424" y="538470"/>
                  </a:cubicBezTo>
                  <a:cubicBezTo>
                    <a:pt x="470424" y="538470"/>
                    <a:pt x="475943" y="541060"/>
                    <a:pt x="476381" y="541060"/>
                  </a:cubicBezTo>
                  <a:cubicBezTo>
                    <a:pt x="476818" y="541060"/>
                    <a:pt x="480285" y="541194"/>
                    <a:pt x="481462" y="541497"/>
                  </a:cubicBezTo>
                  <a:cubicBezTo>
                    <a:pt x="482607" y="541800"/>
                    <a:pt x="488261" y="541934"/>
                    <a:pt x="488261" y="541934"/>
                  </a:cubicBezTo>
                  <a:lnTo>
                    <a:pt x="495665" y="543246"/>
                  </a:lnTo>
                  <a:lnTo>
                    <a:pt x="500746" y="541665"/>
                  </a:lnTo>
                  <a:cubicBezTo>
                    <a:pt x="500746" y="541665"/>
                    <a:pt x="504213" y="540656"/>
                    <a:pt x="504819" y="540656"/>
                  </a:cubicBezTo>
                  <a:cubicBezTo>
                    <a:pt x="505391" y="540656"/>
                    <a:pt x="512189" y="540656"/>
                    <a:pt x="512189" y="540656"/>
                  </a:cubicBezTo>
                  <a:cubicBezTo>
                    <a:pt x="512189" y="540656"/>
                    <a:pt x="512627" y="539647"/>
                    <a:pt x="514074" y="539344"/>
                  </a:cubicBezTo>
                  <a:cubicBezTo>
                    <a:pt x="515521" y="539041"/>
                    <a:pt x="517406" y="536889"/>
                    <a:pt x="517843" y="536754"/>
                  </a:cubicBezTo>
                  <a:cubicBezTo>
                    <a:pt x="518281" y="536619"/>
                    <a:pt x="521175" y="534870"/>
                    <a:pt x="521175" y="534870"/>
                  </a:cubicBezTo>
                  <a:cubicBezTo>
                    <a:pt x="521175" y="534870"/>
                    <a:pt x="522050" y="533726"/>
                    <a:pt x="522757" y="533121"/>
                  </a:cubicBezTo>
                  <a:cubicBezTo>
                    <a:pt x="523497" y="532549"/>
                    <a:pt x="525079" y="530228"/>
                    <a:pt x="525079" y="530228"/>
                  </a:cubicBezTo>
                  <a:lnTo>
                    <a:pt x="526088" y="525586"/>
                  </a:lnTo>
                  <a:lnTo>
                    <a:pt x="524607" y="522356"/>
                  </a:lnTo>
                  <a:close/>
                </a:path>
              </a:pathLst>
            </a:custGeom>
            <a:grpFill/>
            <a:ln w="6350" cap="flat">
              <a:solidFill>
                <a:schemeClr val="bg1"/>
              </a:solidFill>
              <a:prstDash val="solid"/>
              <a:miter/>
            </a:ln>
          </p:spPr>
          <p:txBody>
            <a:bodyPr rtlCol="0" anchor="ctr"/>
            <a:lstStyle/>
            <a:p>
              <a:endParaRPr lang="en-US"/>
            </a:p>
          </p:txBody>
        </p:sp>
        <p:sp>
          <p:nvSpPr>
            <p:cNvPr id="32" name="Freeform 892">
              <a:extLst>
                <a:ext uri="{FF2B5EF4-FFF2-40B4-BE49-F238E27FC236}">
                  <a16:creationId xmlns:a16="http://schemas.microsoft.com/office/drawing/2014/main" id="{071C5E78-2211-AAF3-8129-AB236376BF57}"/>
                </a:ext>
              </a:extLst>
            </p:cNvPr>
            <p:cNvSpPr/>
            <p:nvPr/>
          </p:nvSpPr>
          <p:spPr>
            <a:xfrm>
              <a:off x="7665171" y="2926925"/>
              <a:ext cx="397556" cy="249384"/>
            </a:xfrm>
            <a:custGeom>
              <a:avLst/>
              <a:gdLst>
                <a:gd name="connsiteX0" fmla="*/ 761719 w 763267"/>
                <a:gd name="connsiteY0" fmla="*/ 373164 h 478792"/>
                <a:gd name="connsiteX1" fmla="*/ 756200 w 763267"/>
                <a:gd name="connsiteY1" fmla="*/ 364755 h 478792"/>
                <a:gd name="connsiteX2" fmla="*/ 755897 w 763267"/>
                <a:gd name="connsiteY2" fmla="*/ 359238 h 478792"/>
                <a:gd name="connsiteX3" fmla="*/ 756200 w 763267"/>
                <a:gd name="connsiteY3" fmla="*/ 353721 h 478792"/>
                <a:gd name="connsiteX4" fmla="*/ 755897 w 763267"/>
                <a:gd name="connsiteY4" fmla="*/ 348809 h 478792"/>
                <a:gd name="connsiteX5" fmla="*/ 754450 w 763267"/>
                <a:gd name="connsiteY5" fmla="*/ 343595 h 478792"/>
                <a:gd name="connsiteX6" fmla="*/ 752128 w 763267"/>
                <a:gd name="connsiteY6" fmla="*/ 337237 h 478792"/>
                <a:gd name="connsiteX7" fmla="*/ 750377 w 763267"/>
                <a:gd name="connsiteY7" fmla="*/ 333167 h 478792"/>
                <a:gd name="connsiteX8" fmla="*/ 745733 w 763267"/>
                <a:gd name="connsiteY8" fmla="*/ 325934 h 478792"/>
                <a:gd name="connsiteX9" fmla="*/ 741661 w 763267"/>
                <a:gd name="connsiteY9" fmla="*/ 323310 h 478792"/>
                <a:gd name="connsiteX10" fmla="*/ 736748 w 763267"/>
                <a:gd name="connsiteY10" fmla="*/ 321864 h 478792"/>
                <a:gd name="connsiteX11" fmla="*/ 733853 w 763267"/>
                <a:gd name="connsiteY11" fmla="*/ 318668 h 478792"/>
                <a:gd name="connsiteX12" fmla="*/ 738498 w 763267"/>
                <a:gd name="connsiteY12" fmla="*/ 314598 h 478792"/>
                <a:gd name="connsiteX13" fmla="*/ 736175 w 763267"/>
                <a:gd name="connsiteY13" fmla="*/ 307365 h 478792"/>
                <a:gd name="connsiteX14" fmla="*/ 736175 w 763267"/>
                <a:gd name="connsiteY14" fmla="*/ 302723 h 478792"/>
                <a:gd name="connsiteX15" fmla="*/ 733416 w 763267"/>
                <a:gd name="connsiteY15" fmla="*/ 299258 h 478792"/>
                <a:gd name="connsiteX16" fmla="*/ 730084 w 763267"/>
                <a:gd name="connsiteY16" fmla="*/ 295188 h 478792"/>
                <a:gd name="connsiteX17" fmla="*/ 725742 w 763267"/>
                <a:gd name="connsiteY17" fmla="*/ 289973 h 478792"/>
                <a:gd name="connsiteX18" fmla="*/ 721098 w 763267"/>
                <a:gd name="connsiteY18" fmla="*/ 283885 h 478792"/>
                <a:gd name="connsiteX19" fmla="*/ 721367 w 763267"/>
                <a:gd name="connsiteY19" fmla="*/ 277224 h 478792"/>
                <a:gd name="connsiteX20" fmla="*/ 725136 w 763267"/>
                <a:gd name="connsiteY20" fmla="*/ 274028 h 478792"/>
                <a:gd name="connsiteX21" fmla="*/ 727156 w 763267"/>
                <a:gd name="connsiteY21" fmla="*/ 268242 h 478792"/>
                <a:gd name="connsiteX22" fmla="*/ 727728 w 763267"/>
                <a:gd name="connsiteY22" fmla="*/ 262725 h 478792"/>
                <a:gd name="connsiteX23" fmla="*/ 726584 w 763267"/>
                <a:gd name="connsiteY23" fmla="*/ 257814 h 478792"/>
                <a:gd name="connsiteX24" fmla="*/ 731497 w 763267"/>
                <a:gd name="connsiteY24" fmla="*/ 257814 h 478792"/>
                <a:gd name="connsiteX25" fmla="*/ 735570 w 763267"/>
                <a:gd name="connsiteY25" fmla="*/ 254921 h 478792"/>
                <a:gd name="connsiteX26" fmla="*/ 740483 w 763267"/>
                <a:gd name="connsiteY26" fmla="*/ 250851 h 478792"/>
                <a:gd name="connsiteX27" fmla="*/ 745127 w 763267"/>
                <a:gd name="connsiteY27" fmla="*/ 247386 h 478792"/>
                <a:gd name="connsiteX28" fmla="*/ 746003 w 763267"/>
                <a:gd name="connsiteY28" fmla="*/ 244493 h 478792"/>
                <a:gd name="connsiteX29" fmla="*/ 742233 w 763267"/>
                <a:gd name="connsiteY29" fmla="*/ 242172 h 478792"/>
                <a:gd name="connsiteX30" fmla="*/ 737017 w 763267"/>
                <a:gd name="connsiteY30" fmla="*/ 242172 h 478792"/>
                <a:gd name="connsiteX31" fmla="*/ 735872 w 763267"/>
                <a:gd name="connsiteY31" fmla="*/ 237092 h 478792"/>
                <a:gd name="connsiteX32" fmla="*/ 731800 w 763267"/>
                <a:gd name="connsiteY32" fmla="*/ 231743 h 478792"/>
                <a:gd name="connsiteX33" fmla="*/ 728334 w 763267"/>
                <a:gd name="connsiteY33" fmla="*/ 231743 h 478792"/>
                <a:gd name="connsiteX34" fmla="*/ 722242 w 763267"/>
                <a:gd name="connsiteY34" fmla="*/ 231743 h 478792"/>
                <a:gd name="connsiteX35" fmla="*/ 717901 w 763267"/>
                <a:gd name="connsiteY35" fmla="*/ 228682 h 478792"/>
                <a:gd name="connsiteX36" fmla="*/ 714131 w 763267"/>
                <a:gd name="connsiteY36" fmla="*/ 223031 h 478792"/>
                <a:gd name="connsiteX37" fmla="*/ 707468 w 763267"/>
                <a:gd name="connsiteY37" fmla="*/ 220407 h 478792"/>
                <a:gd name="connsiteX38" fmla="*/ 704843 w 763267"/>
                <a:gd name="connsiteY38" fmla="*/ 222425 h 478792"/>
                <a:gd name="connsiteX39" fmla="*/ 702218 w 763267"/>
                <a:gd name="connsiteY39" fmla="*/ 226496 h 478792"/>
                <a:gd name="connsiteX40" fmla="*/ 699458 w 763267"/>
                <a:gd name="connsiteY40" fmla="*/ 226496 h 478792"/>
                <a:gd name="connsiteX41" fmla="*/ 692660 w 763267"/>
                <a:gd name="connsiteY41" fmla="*/ 222156 h 478792"/>
                <a:gd name="connsiteX42" fmla="*/ 692660 w 763267"/>
                <a:gd name="connsiteY42" fmla="*/ 217245 h 478792"/>
                <a:gd name="connsiteX43" fmla="*/ 690506 w 763267"/>
                <a:gd name="connsiteY43" fmla="*/ 212905 h 478792"/>
                <a:gd name="connsiteX44" fmla="*/ 684852 w 763267"/>
                <a:gd name="connsiteY44" fmla="*/ 207388 h 478792"/>
                <a:gd name="connsiteX45" fmla="*/ 683102 w 763267"/>
                <a:gd name="connsiteY45" fmla="*/ 207388 h 478792"/>
                <a:gd name="connsiteX46" fmla="*/ 676707 w 763267"/>
                <a:gd name="connsiteY46" fmla="*/ 207388 h 478792"/>
                <a:gd name="connsiteX47" fmla="*/ 675833 w 763267"/>
                <a:gd name="connsiteY47" fmla="*/ 202040 h 478792"/>
                <a:gd name="connsiteX48" fmla="*/ 673510 w 763267"/>
                <a:gd name="connsiteY48" fmla="*/ 202510 h 478792"/>
                <a:gd name="connsiteX49" fmla="*/ 671760 w 763267"/>
                <a:gd name="connsiteY49" fmla="*/ 203049 h 478792"/>
                <a:gd name="connsiteX50" fmla="*/ 669270 w 763267"/>
                <a:gd name="connsiteY50" fmla="*/ 202174 h 478792"/>
                <a:gd name="connsiteX51" fmla="*/ 666544 w 763267"/>
                <a:gd name="connsiteY51" fmla="*/ 203251 h 478792"/>
                <a:gd name="connsiteX52" fmla="*/ 663078 w 763267"/>
                <a:gd name="connsiteY52" fmla="*/ 203150 h 478792"/>
                <a:gd name="connsiteX53" fmla="*/ 661429 w 763267"/>
                <a:gd name="connsiteY53" fmla="*/ 201064 h 478792"/>
                <a:gd name="connsiteX54" fmla="*/ 663078 w 763267"/>
                <a:gd name="connsiteY54" fmla="*/ 197801 h 478792"/>
                <a:gd name="connsiteX55" fmla="*/ 663078 w 763267"/>
                <a:gd name="connsiteY55" fmla="*/ 194336 h 478792"/>
                <a:gd name="connsiteX56" fmla="*/ 663078 w 763267"/>
                <a:gd name="connsiteY56" fmla="*/ 192587 h 478792"/>
                <a:gd name="connsiteX57" fmla="*/ 663078 w 763267"/>
                <a:gd name="connsiteY57" fmla="*/ 187373 h 478792"/>
                <a:gd name="connsiteX58" fmla="*/ 663078 w 763267"/>
                <a:gd name="connsiteY58" fmla="*/ 183908 h 478792"/>
                <a:gd name="connsiteX59" fmla="*/ 658601 w 763267"/>
                <a:gd name="connsiteY59" fmla="*/ 181957 h 478792"/>
                <a:gd name="connsiteX60" fmla="*/ 655808 w 763267"/>
                <a:gd name="connsiteY60" fmla="*/ 180880 h 478792"/>
                <a:gd name="connsiteX61" fmla="*/ 653924 w 763267"/>
                <a:gd name="connsiteY61" fmla="*/ 183134 h 478792"/>
                <a:gd name="connsiteX62" fmla="*/ 650659 w 763267"/>
                <a:gd name="connsiteY62" fmla="*/ 190737 h 478792"/>
                <a:gd name="connsiteX63" fmla="*/ 645880 w 763267"/>
                <a:gd name="connsiteY63" fmla="*/ 194067 h 478792"/>
                <a:gd name="connsiteX64" fmla="*/ 639149 w 763267"/>
                <a:gd name="connsiteY64" fmla="*/ 196388 h 478792"/>
                <a:gd name="connsiteX65" fmla="*/ 633630 w 763267"/>
                <a:gd name="connsiteY65" fmla="*/ 197969 h 478792"/>
                <a:gd name="connsiteX66" fmla="*/ 629490 w 763267"/>
                <a:gd name="connsiteY66" fmla="*/ 197969 h 478792"/>
                <a:gd name="connsiteX67" fmla="*/ 623635 w 763267"/>
                <a:gd name="connsiteY67" fmla="*/ 195076 h 478792"/>
                <a:gd name="connsiteX68" fmla="*/ 619428 w 763267"/>
                <a:gd name="connsiteY68" fmla="*/ 192049 h 478792"/>
                <a:gd name="connsiteX69" fmla="*/ 614144 w 763267"/>
                <a:gd name="connsiteY69" fmla="*/ 189795 h 478792"/>
                <a:gd name="connsiteX70" fmla="*/ 610004 w 763267"/>
                <a:gd name="connsiteY70" fmla="*/ 185085 h 478792"/>
                <a:gd name="connsiteX71" fmla="*/ 604047 w 763267"/>
                <a:gd name="connsiteY71" fmla="*/ 184076 h 478792"/>
                <a:gd name="connsiteX72" fmla="*/ 601018 w 763267"/>
                <a:gd name="connsiteY72" fmla="*/ 182394 h 478792"/>
                <a:gd name="connsiteX73" fmla="*/ 600749 w 763267"/>
                <a:gd name="connsiteY73" fmla="*/ 179871 h 478792"/>
                <a:gd name="connsiteX74" fmla="*/ 601759 w 763267"/>
                <a:gd name="connsiteY74" fmla="*/ 177045 h 478792"/>
                <a:gd name="connsiteX75" fmla="*/ 603206 w 763267"/>
                <a:gd name="connsiteY75" fmla="*/ 174590 h 478792"/>
                <a:gd name="connsiteX76" fmla="*/ 603846 w 763267"/>
                <a:gd name="connsiteY76" fmla="*/ 171764 h 478792"/>
                <a:gd name="connsiteX77" fmla="*/ 603846 w 763267"/>
                <a:gd name="connsiteY77" fmla="*/ 169073 h 478792"/>
                <a:gd name="connsiteX78" fmla="*/ 602634 w 763267"/>
                <a:gd name="connsiteY78" fmla="*/ 165305 h 478792"/>
                <a:gd name="connsiteX79" fmla="*/ 600009 w 763267"/>
                <a:gd name="connsiteY79" fmla="*/ 163926 h 478792"/>
                <a:gd name="connsiteX80" fmla="*/ 598057 w 763267"/>
                <a:gd name="connsiteY80" fmla="*/ 162177 h 478792"/>
                <a:gd name="connsiteX81" fmla="*/ 594725 w 763267"/>
                <a:gd name="connsiteY81" fmla="*/ 163758 h 478792"/>
                <a:gd name="connsiteX82" fmla="*/ 589744 w 763267"/>
                <a:gd name="connsiteY82" fmla="*/ 165339 h 478792"/>
                <a:gd name="connsiteX83" fmla="*/ 582004 w 763267"/>
                <a:gd name="connsiteY83" fmla="*/ 166483 h 478792"/>
                <a:gd name="connsiteX84" fmla="*/ 577157 w 763267"/>
                <a:gd name="connsiteY84" fmla="*/ 165473 h 478792"/>
                <a:gd name="connsiteX85" fmla="*/ 574701 w 763267"/>
                <a:gd name="connsiteY85" fmla="*/ 162278 h 478792"/>
                <a:gd name="connsiteX86" fmla="*/ 571369 w 763267"/>
                <a:gd name="connsiteY86" fmla="*/ 158644 h 478792"/>
                <a:gd name="connsiteX87" fmla="*/ 567397 w 763267"/>
                <a:gd name="connsiteY87" fmla="*/ 155179 h 478792"/>
                <a:gd name="connsiteX88" fmla="*/ 564638 w 763267"/>
                <a:gd name="connsiteY88" fmla="*/ 153161 h 478792"/>
                <a:gd name="connsiteX89" fmla="*/ 562888 w 763267"/>
                <a:gd name="connsiteY89" fmla="*/ 152522 h 478792"/>
                <a:gd name="connsiteX90" fmla="*/ 557099 w 763267"/>
                <a:gd name="connsiteY90" fmla="*/ 152589 h 478792"/>
                <a:gd name="connsiteX91" fmla="*/ 555955 w 763267"/>
                <a:gd name="connsiteY91" fmla="*/ 153397 h 478792"/>
                <a:gd name="connsiteX92" fmla="*/ 554272 w 763267"/>
                <a:gd name="connsiteY92" fmla="*/ 155987 h 478792"/>
                <a:gd name="connsiteX93" fmla="*/ 552522 w 763267"/>
                <a:gd name="connsiteY93" fmla="*/ 158880 h 478792"/>
                <a:gd name="connsiteX94" fmla="*/ 550133 w 763267"/>
                <a:gd name="connsiteY94" fmla="*/ 161134 h 478792"/>
                <a:gd name="connsiteX95" fmla="*/ 548753 w 763267"/>
                <a:gd name="connsiteY95" fmla="*/ 162883 h 478792"/>
                <a:gd name="connsiteX96" fmla="*/ 546733 w 763267"/>
                <a:gd name="connsiteY96" fmla="*/ 165339 h 478792"/>
                <a:gd name="connsiteX97" fmla="*/ 545522 w 763267"/>
                <a:gd name="connsiteY97" fmla="*/ 167592 h 478792"/>
                <a:gd name="connsiteX98" fmla="*/ 544950 w 763267"/>
                <a:gd name="connsiteY98" fmla="*/ 170216 h 478792"/>
                <a:gd name="connsiteX99" fmla="*/ 543705 w 763267"/>
                <a:gd name="connsiteY99" fmla="*/ 171528 h 478792"/>
                <a:gd name="connsiteX100" fmla="*/ 542123 w 763267"/>
                <a:gd name="connsiteY100" fmla="*/ 172538 h 478792"/>
                <a:gd name="connsiteX101" fmla="*/ 539666 w 763267"/>
                <a:gd name="connsiteY101" fmla="*/ 171327 h 478792"/>
                <a:gd name="connsiteX102" fmla="*/ 537478 w 763267"/>
                <a:gd name="connsiteY102" fmla="*/ 170250 h 478792"/>
                <a:gd name="connsiteX103" fmla="*/ 536603 w 763267"/>
                <a:gd name="connsiteY103" fmla="*/ 166550 h 478792"/>
                <a:gd name="connsiteX104" fmla="*/ 539666 w 763267"/>
                <a:gd name="connsiteY104" fmla="*/ 163085 h 478792"/>
                <a:gd name="connsiteX105" fmla="*/ 539666 w 763267"/>
                <a:gd name="connsiteY105" fmla="*/ 159620 h 478792"/>
                <a:gd name="connsiteX106" fmla="*/ 539666 w 763267"/>
                <a:gd name="connsiteY106" fmla="*/ 157232 h 478792"/>
                <a:gd name="connsiteX107" fmla="*/ 536738 w 763267"/>
                <a:gd name="connsiteY107" fmla="*/ 158745 h 478792"/>
                <a:gd name="connsiteX108" fmla="*/ 534685 w 763267"/>
                <a:gd name="connsiteY108" fmla="*/ 158106 h 478792"/>
                <a:gd name="connsiteX109" fmla="*/ 533474 w 763267"/>
                <a:gd name="connsiteY109" fmla="*/ 156895 h 478792"/>
                <a:gd name="connsiteX110" fmla="*/ 530647 w 763267"/>
                <a:gd name="connsiteY110" fmla="*/ 153195 h 478792"/>
                <a:gd name="connsiteX111" fmla="*/ 527382 w 763267"/>
                <a:gd name="connsiteY111" fmla="*/ 151143 h 478792"/>
                <a:gd name="connsiteX112" fmla="*/ 524252 w 763267"/>
                <a:gd name="connsiteY112" fmla="*/ 149730 h 478792"/>
                <a:gd name="connsiteX113" fmla="*/ 520551 w 763267"/>
                <a:gd name="connsiteY113" fmla="*/ 144415 h 478792"/>
                <a:gd name="connsiteX114" fmla="*/ 521291 w 763267"/>
                <a:gd name="connsiteY114" fmla="*/ 141926 h 478792"/>
                <a:gd name="connsiteX115" fmla="*/ 524219 w 763267"/>
                <a:gd name="connsiteY115" fmla="*/ 137250 h 478792"/>
                <a:gd name="connsiteX116" fmla="*/ 520315 w 763267"/>
                <a:gd name="connsiteY116" fmla="*/ 135299 h 478792"/>
                <a:gd name="connsiteX117" fmla="*/ 515974 w 763267"/>
                <a:gd name="connsiteY117" fmla="*/ 130623 h 478792"/>
                <a:gd name="connsiteX118" fmla="*/ 515872 w 763267"/>
                <a:gd name="connsiteY118" fmla="*/ 127360 h 478792"/>
                <a:gd name="connsiteX119" fmla="*/ 517387 w 763267"/>
                <a:gd name="connsiteY119" fmla="*/ 126283 h 478792"/>
                <a:gd name="connsiteX120" fmla="*/ 519776 w 763267"/>
                <a:gd name="connsiteY120" fmla="*/ 125207 h 478792"/>
                <a:gd name="connsiteX121" fmla="*/ 522065 w 763267"/>
                <a:gd name="connsiteY121" fmla="*/ 123155 h 478792"/>
                <a:gd name="connsiteX122" fmla="*/ 522704 w 763267"/>
                <a:gd name="connsiteY122" fmla="*/ 118479 h 478792"/>
                <a:gd name="connsiteX123" fmla="*/ 517925 w 763267"/>
                <a:gd name="connsiteY123" fmla="*/ 114577 h 478792"/>
                <a:gd name="connsiteX124" fmla="*/ 516041 w 763267"/>
                <a:gd name="connsiteY124" fmla="*/ 113063 h 478792"/>
                <a:gd name="connsiteX125" fmla="*/ 515334 w 763267"/>
                <a:gd name="connsiteY125" fmla="*/ 111011 h 478792"/>
                <a:gd name="connsiteX126" fmla="*/ 515334 w 763267"/>
                <a:gd name="connsiteY126" fmla="*/ 107546 h 478792"/>
                <a:gd name="connsiteX127" fmla="*/ 515603 w 763267"/>
                <a:gd name="connsiteY127" fmla="*/ 103846 h 478792"/>
                <a:gd name="connsiteX128" fmla="*/ 515974 w 763267"/>
                <a:gd name="connsiteY128" fmla="*/ 97992 h 478792"/>
                <a:gd name="connsiteX129" fmla="*/ 515974 w 763267"/>
                <a:gd name="connsiteY129" fmla="*/ 94527 h 478792"/>
                <a:gd name="connsiteX130" fmla="*/ 511867 w 763267"/>
                <a:gd name="connsiteY130" fmla="*/ 92341 h 478792"/>
                <a:gd name="connsiteX131" fmla="*/ 508603 w 763267"/>
                <a:gd name="connsiteY131" fmla="*/ 93215 h 478792"/>
                <a:gd name="connsiteX132" fmla="*/ 505978 w 763267"/>
                <a:gd name="connsiteY132" fmla="*/ 94965 h 478792"/>
                <a:gd name="connsiteX133" fmla="*/ 504228 w 763267"/>
                <a:gd name="connsiteY133" fmla="*/ 96916 h 478792"/>
                <a:gd name="connsiteX134" fmla="*/ 502916 w 763267"/>
                <a:gd name="connsiteY134" fmla="*/ 99741 h 478792"/>
                <a:gd name="connsiteX135" fmla="*/ 500324 w 763267"/>
                <a:gd name="connsiteY135" fmla="*/ 101928 h 478792"/>
                <a:gd name="connsiteX136" fmla="*/ 498372 w 763267"/>
                <a:gd name="connsiteY136" fmla="*/ 102803 h 478792"/>
                <a:gd name="connsiteX137" fmla="*/ 495343 w 763267"/>
                <a:gd name="connsiteY137" fmla="*/ 103677 h 478792"/>
                <a:gd name="connsiteX138" fmla="*/ 493391 w 763267"/>
                <a:gd name="connsiteY138" fmla="*/ 104754 h 478792"/>
                <a:gd name="connsiteX139" fmla="*/ 491641 w 763267"/>
                <a:gd name="connsiteY139" fmla="*/ 106267 h 478792"/>
                <a:gd name="connsiteX140" fmla="*/ 488814 w 763267"/>
                <a:gd name="connsiteY140" fmla="*/ 108656 h 478792"/>
                <a:gd name="connsiteX141" fmla="*/ 487501 w 763267"/>
                <a:gd name="connsiteY141" fmla="*/ 109531 h 478792"/>
                <a:gd name="connsiteX142" fmla="*/ 484675 w 763267"/>
                <a:gd name="connsiteY142" fmla="*/ 108891 h 478792"/>
                <a:gd name="connsiteX143" fmla="*/ 482049 w 763267"/>
                <a:gd name="connsiteY143" fmla="*/ 108252 h 478792"/>
                <a:gd name="connsiteX144" fmla="*/ 479223 w 763267"/>
                <a:gd name="connsiteY144" fmla="*/ 105225 h 478792"/>
                <a:gd name="connsiteX145" fmla="*/ 477035 w 763267"/>
                <a:gd name="connsiteY145" fmla="*/ 104148 h 478792"/>
                <a:gd name="connsiteX146" fmla="*/ 473535 w 763267"/>
                <a:gd name="connsiteY146" fmla="*/ 100683 h 478792"/>
                <a:gd name="connsiteX147" fmla="*/ 473535 w 763267"/>
                <a:gd name="connsiteY147" fmla="*/ 98732 h 478792"/>
                <a:gd name="connsiteX148" fmla="*/ 474747 w 763267"/>
                <a:gd name="connsiteY148" fmla="*/ 94393 h 478792"/>
                <a:gd name="connsiteX149" fmla="*/ 473535 w 763267"/>
                <a:gd name="connsiteY149" fmla="*/ 92442 h 478792"/>
                <a:gd name="connsiteX150" fmla="*/ 468319 w 763267"/>
                <a:gd name="connsiteY150" fmla="*/ 92004 h 478792"/>
                <a:gd name="connsiteX151" fmla="*/ 468319 w 763267"/>
                <a:gd name="connsiteY151" fmla="*/ 93955 h 478792"/>
                <a:gd name="connsiteX152" fmla="*/ 465492 w 763267"/>
                <a:gd name="connsiteY152" fmla="*/ 95705 h 478792"/>
                <a:gd name="connsiteX153" fmla="*/ 460713 w 763267"/>
                <a:gd name="connsiteY153" fmla="*/ 96781 h 478792"/>
                <a:gd name="connsiteX154" fmla="*/ 457011 w 763267"/>
                <a:gd name="connsiteY154" fmla="*/ 96344 h 478792"/>
                <a:gd name="connsiteX155" fmla="*/ 454621 w 763267"/>
                <a:gd name="connsiteY155" fmla="*/ 96344 h 478792"/>
                <a:gd name="connsiteX156" fmla="*/ 450044 w 763267"/>
                <a:gd name="connsiteY156" fmla="*/ 97319 h 478792"/>
                <a:gd name="connsiteX157" fmla="*/ 445501 w 763267"/>
                <a:gd name="connsiteY157" fmla="*/ 98093 h 478792"/>
                <a:gd name="connsiteX158" fmla="*/ 441799 w 763267"/>
                <a:gd name="connsiteY158" fmla="*/ 98295 h 478792"/>
                <a:gd name="connsiteX159" fmla="*/ 436582 w 763267"/>
                <a:gd name="connsiteY159" fmla="*/ 98295 h 478792"/>
                <a:gd name="connsiteX160" fmla="*/ 433318 w 763267"/>
                <a:gd name="connsiteY160" fmla="*/ 99607 h 478792"/>
                <a:gd name="connsiteX161" fmla="*/ 425039 w 763267"/>
                <a:gd name="connsiteY161" fmla="*/ 101793 h 478792"/>
                <a:gd name="connsiteX162" fmla="*/ 420024 w 763267"/>
                <a:gd name="connsiteY162" fmla="*/ 101356 h 478792"/>
                <a:gd name="connsiteX163" fmla="*/ 409154 w 763267"/>
                <a:gd name="connsiteY163" fmla="*/ 100044 h 478792"/>
                <a:gd name="connsiteX164" fmla="*/ 406562 w 763267"/>
                <a:gd name="connsiteY164" fmla="*/ 101558 h 478792"/>
                <a:gd name="connsiteX165" fmla="*/ 399832 w 763267"/>
                <a:gd name="connsiteY165" fmla="*/ 101558 h 478792"/>
                <a:gd name="connsiteX166" fmla="*/ 393740 w 763267"/>
                <a:gd name="connsiteY166" fmla="*/ 102769 h 478792"/>
                <a:gd name="connsiteX167" fmla="*/ 390038 w 763267"/>
                <a:gd name="connsiteY167" fmla="*/ 102231 h 478792"/>
                <a:gd name="connsiteX168" fmla="*/ 388288 w 763267"/>
                <a:gd name="connsiteY168" fmla="*/ 102668 h 478792"/>
                <a:gd name="connsiteX169" fmla="*/ 385225 w 763267"/>
                <a:gd name="connsiteY169" fmla="*/ 103980 h 478792"/>
                <a:gd name="connsiteX170" fmla="*/ 383273 w 763267"/>
                <a:gd name="connsiteY170" fmla="*/ 104619 h 478792"/>
                <a:gd name="connsiteX171" fmla="*/ 380446 w 763267"/>
                <a:gd name="connsiteY171" fmla="*/ 105696 h 478792"/>
                <a:gd name="connsiteX172" fmla="*/ 376980 w 763267"/>
                <a:gd name="connsiteY172" fmla="*/ 105057 h 478792"/>
                <a:gd name="connsiteX173" fmla="*/ 375028 w 763267"/>
                <a:gd name="connsiteY173" fmla="*/ 105057 h 478792"/>
                <a:gd name="connsiteX174" fmla="*/ 372638 w 763267"/>
                <a:gd name="connsiteY174" fmla="*/ 103005 h 478792"/>
                <a:gd name="connsiteX175" fmla="*/ 369812 w 763267"/>
                <a:gd name="connsiteY175" fmla="*/ 100515 h 478792"/>
                <a:gd name="connsiteX176" fmla="*/ 367860 w 763267"/>
                <a:gd name="connsiteY176" fmla="*/ 99876 h 478792"/>
                <a:gd name="connsiteX177" fmla="*/ 365032 w 763267"/>
                <a:gd name="connsiteY177" fmla="*/ 99641 h 478792"/>
                <a:gd name="connsiteX178" fmla="*/ 360893 w 763267"/>
                <a:gd name="connsiteY178" fmla="*/ 98766 h 478792"/>
                <a:gd name="connsiteX179" fmla="*/ 357426 w 763267"/>
                <a:gd name="connsiteY179" fmla="*/ 97017 h 478792"/>
                <a:gd name="connsiteX180" fmla="*/ 354600 w 763267"/>
                <a:gd name="connsiteY180" fmla="*/ 96142 h 478792"/>
                <a:gd name="connsiteX181" fmla="*/ 352849 w 763267"/>
                <a:gd name="connsiteY181" fmla="*/ 93316 h 478792"/>
                <a:gd name="connsiteX182" fmla="*/ 350898 w 763267"/>
                <a:gd name="connsiteY182" fmla="*/ 92004 h 478792"/>
                <a:gd name="connsiteX183" fmla="*/ 348306 w 763267"/>
                <a:gd name="connsiteY183" fmla="*/ 91365 h 478792"/>
                <a:gd name="connsiteX184" fmla="*/ 343292 w 763267"/>
                <a:gd name="connsiteY184" fmla="*/ 90289 h 478792"/>
                <a:gd name="connsiteX185" fmla="*/ 341104 w 763267"/>
                <a:gd name="connsiteY185" fmla="*/ 89650 h 478792"/>
                <a:gd name="connsiteX186" fmla="*/ 339791 w 763267"/>
                <a:gd name="connsiteY186" fmla="*/ 89010 h 478792"/>
                <a:gd name="connsiteX187" fmla="*/ 335013 w 763267"/>
                <a:gd name="connsiteY187" fmla="*/ 87698 h 478792"/>
                <a:gd name="connsiteX188" fmla="*/ 333061 w 763267"/>
                <a:gd name="connsiteY188" fmla="*/ 86824 h 478792"/>
                <a:gd name="connsiteX189" fmla="*/ 330234 w 763267"/>
                <a:gd name="connsiteY189" fmla="*/ 85949 h 478792"/>
                <a:gd name="connsiteX190" fmla="*/ 328046 w 763267"/>
                <a:gd name="connsiteY190" fmla="*/ 84873 h 478792"/>
                <a:gd name="connsiteX191" fmla="*/ 326734 w 763267"/>
                <a:gd name="connsiteY191" fmla="*/ 82922 h 478792"/>
                <a:gd name="connsiteX192" fmla="*/ 324984 w 763267"/>
                <a:gd name="connsiteY192" fmla="*/ 78347 h 478792"/>
                <a:gd name="connsiteX193" fmla="*/ 323032 w 763267"/>
                <a:gd name="connsiteY193" fmla="*/ 74646 h 478792"/>
                <a:gd name="connsiteX194" fmla="*/ 321719 w 763267"/>
                <a:gd name="connsiteY194" fmla="*/ 74209 h 478792"/>
                <a:gd name="connsiteX195" fmla="*/ 318017 w 763267"/>
                <a:gd name="connsiteY195" fmla="*/ 74646 h 478792"/>
                <a:gd name="connsiteX196" fmla="*/ 316065 w 763267"/>
                <a:gd name="connsiteY196" fmla="*/ 76160 h 478792"/>
                <a:gd name="connsiteX197" fmla="*/ 312363 w 763267"/>
                <a:gd name="connsiteY197" fmla="*/ 75521 h 478792"/>
                <a:gd name="connsiteX198" fmla="*/ 305834 w 763267"/>
                <a:gd name="connsiteY198" fmla="*/ 74007 h 478792"/>
                <a:gd name="connsiteX199" fmla="*/ 301493 w 763267"/>
                <a:gd name="connsiteY199" fmla="*/ 72695 h 478792"/>
                <a:gd name="connsiteX200" fmla="*/ 299103 w 763267"/>
                <a:gd name="connsiteY200" fmla="*/ 70307 h 478792"/>
                <a:gd name="connsiteX201" fmla="*/ 297791 w 763267"/>
                <a:gd name="connsiteY201" fmla="*/ 67918 h 478792"/>
                <a:gd name="connsiteX202" fmla="*/ 296478 w 763267"/>
                <a:gd name="connsiteY202" fmla="*/ 65294 h 478792"/>
                <a:gd name="connsiteX203" fmla="*/ 294728 w 763267"/>
                <a:gd name="connsiteY203" fmla="*/ 59879 h 478792"/>
                <a:gd name="connsiteX204" fmla="*/ 292339 w 763267"/>
                <a:gd name="connsiteY204" fmla="*/ 56178 h 478792"/>
                <a:gd name="connsiteX205" fmla="*/ 286483 w 763267"/>
                <a:gd name="connsiteY205" fmla="*/ 51401 h 478792"/>
                <a:gd name="connsiteX206" fmla="*/ 278641 w 763267"/>
                <a:gd name="connsiteY206" fmla="*/ 49652 h 478792"/>
                <a:gd name="connsiteX207" fmla="*/ 276454 w 763267"/>
                <a:gd name="connsiteY207" fmla="*/ 45952 h 478792"/>
                <a:gd name="connsiteX208" fmla="*/ 275713 w 763267"/>
                <a:gd name="connsiteY208" fmla="*/ 41377 h 478792"/>
                <a:gd name="connsiteX209" fmla="*/ 276454 w 763267"/>
                <a:gd name="connsiteY209" fmla="*/ 36701 h 478792"/>
                <a:gd name="connsiteX210" fmla="*/ 274939 w 763267"/>
                <a:gd name="connsiteY210" fmla="*/ 32462 h 478792"/>
                <a:gd name="connsiteX211" fmla="*/ 270261 w 763267"/>
                <a:gd name="connsiteY211" fmla="*/ 24624 h 478792"/>
                <a:gd name="connsiteX212" fmla="*/ 267872 w 763267"/>
                <a:gd name="connsiteY212" fmla="*/ 18973 h 478792"/>
                <a:gd name="connsiteX213" fmla="*/ 265583 w 763267"/>
                <a:gd name="connsiteY213" fmla="*/ 16483 h 478792"/>
                <a:gd name="connsiteX214" fmla="*/ 262655 w 763267"/>
                <a:gd name="connsiteY214" fmla="*/ 11807 h 478792"/>
                <a:gd name="connsiteX215" fmla="*/ 259626 w 763267"/>
                <a:gd name="connsiteY215" fmla="*/ 5954 h 478792"/>
                <a:gd name="connsiteX216" fmla="*/ 257876 w 763267"/>
                <a:gd name="connsiteY216" fmla="*/ 2590 h 478792"/>
                <a:gd name="connsiteX217" fmla="*/ 256900 w 763267"/>
                <a:gd name="connsiteY217" fmla="*/ 538 h 478792"/>
                <a:gd name="connsiteX218" fmla="*/ 254948 w 763267"/>
                <a:gd name="connsiteY218" fmla="*/ 0 h 478792"/>
                <a:gd name="connsiteX219" fmla="*/ 249833 w 763267"/>
                <a:gd name="connsiteY219" fmla="*/ 3902 h 478792"/>
                <a:gd name="connsiteX220" fmla="*/ 246467 w 763267"/>
                <a:gd name="connsiteY220" fmla="*/ 6089 h 478792"/>
                <a:gd name="connsiteX221" fmla="*/ 241890 w 763267"/>
                <a:gd name="connsiteY221" fmla="*/ 7838 h 478792"/>
                <a:gd name="connsiteX222" fmla="*/ 239501 w 763267"/>
                <a:gd name="connsiteY222" fmla="*/ 10125 h 478792"/>
                <a:gd name="connsiteX223" fmla="*/ 237650 w 763267"/>
                <a:gd name="connsiteY223" fmla="*/ 12514 h 478792"/>
                <a:gd name="connsiteX224" fmla="*/ 235261 w 763267"/>
                <a:gd name="connsiteY224" fmla="*/ 14364 h 478792"/>
                <a:gd name="connsiteX225" fmla="*/ 232097 w 763267"/>
                <a:gd name="connsiteY225" fmla="*/ 16551 h 478792"/>
                <a:gd name="connsiteX226" fmla="*/ 228832 w 763267"/>
                <a:gd name="connsiteY226" fmla="*/ 16988 h 478792"/>
                <a:gd name="connsiteX227" fmla="*/ 226746 w 763267"/>
                <a:gd name="connsiteY227" fmla="*/ 16887 h 478792"/>
                <a:gd name="connsiteX228" fmla="*/ 223044 w 763267"/>
                <a:gd name="connsiteY228" fmla="*/ 15911 h 478792"/>
                <a:gd name="connsiteX229" fmla="*/ 219577 w 763267"/>
                <a:gd name="connsiteY229" fmla="*/ 13422 h 478792"/>
                <a:gd name="connsiteX230" fmla="*/ 216751 w 763267"/>
                <a:gd name="connsiteY230" fmla="*/ 10596 h 478792"/>
                <a:gd name="connsiteX231" fmla="*/ 216212 w 763267"/>
                <a:gd name="connsiteY231" fmla="*/ 8107 h 478792"/>
                <a:gd name="connsiteX232" fmla="*/ 216751 w 763267"/>
                <a:gd name="connsiteY232" fmla="*/ 4945 h 478792"/>
                <a:gd name="connsiteX233" fmla="*/ 215976 w 763267"/>
                <a:gd name="connsiteY233" fmla="*/ 3095 h 478792"/>
                <a:gd name="connsiteX234" fmla="*/ 213923 w 763267"/>
                <a:gd name="connsiteY234" fmla="*/ 2119 h 478792"/>
                <a:gd name="connsiteX235" fmla="*/ 211299 w 763267"/>
                <a:gd name="connsiteY235" fmla="*/ 2321 h 478792"/>
                <a:gd name="connsiteX236" fmla="*/ 208471 w 763267"/>
                <a:gd name="connsiteY236" fmla="*/ 5920 h 478792"/>
                <a:gd name="connsiteX237" fmla="*/ 205745 w 763267"/>
                <a:gd name="connsiteY237" fmla="*/ 7973 h 478792"/>
                <a:gd name="connsiteX238" fmla="*/ 199452 w 763267"/>
                <a:gd name="connsiteY238" fmla="*/ 10596 h 478792"/>
                <a:gd name="connsiteX239" fmla="*/ 189255 w 763267"/>
                <a:gd name="connsiteY239" fmla="*/ 10798 h 478792"/>
                <a:gd name="connsiteX240" fmla="*/ 186630 w 763267"/>
                <a:gd name="connsiteY240" fmla="*/ 12312 h 478792"/>
                <a:gd name="connsiteX241" fmla="*/ 178788 w 763267"/>
                <a:gd name="connsiteY241" fmla="*/ 13725 h 478792"/>
                <a:gd name="connsiteX242" fmla="*/ 168927 w 763267"/>
                <a:gd name="connsiteY242" fmla="*/ 12110 h 478792"/>
                <a:gd name="connsiteX243" fmla="*/ 159470 w 763267"/>
                <a:gd name="connsiteY243" fmla="*/ 9722 h 478792"/>
                <a:gd name="connsiteX244" fmla="*/ 152201 w 763267"/>
                <a:gd name="connsiteY244" fmla="*/ 7771 h 478792"/>
                <a:gd name="connsiteX245" fmla="*/ 144797 w 763267"/>
                <a:gd name="connsiteY245" fmla="*/ 5281 h 478792"/>
                <a:gd name="connsiteX246" fmla="*/ 139378 w 763267"/>
                <a:gd name="connsiteY246" fmla="*/ 2792 h 478792"/>
                <a:gd name="connsiteX247" fmla="*/ 135138 w 763267"/>
                <a:gd name="connsiteY247" fmla="*/ 841 h 478792"/>
                <a:gd name="connsiteX248" fmla="*/ 131234 w 763267"/>
                <a:gd name="connsiteY248" fmla="*/ 841 h 478792"/>
                <a:gd name="connsiteX249" fmla="*/ 126253 w 763267"/>
                <a:gd name="connsiteY249" fmla="*/ 2960 h 478792"/>
                <a:gd name="connsiteX250" fmla="*/ 121676 w 763267"/>
                <a:gd name="connsiteY250" fmla="*/ 4306 h 478792"/>
                <a:gd name="connsiteX251" fmla="*/ 117335 w 763267"/>
                <a:gd name="connsiteY251" fmla="*/ 4306 h 478792"/>
                <a:gd name="connsiteX252" fmla="*/ 112758 w 763267"/>
                <a:gd name="connsiteY252" fmla="*/ 6257 h 478792"/>
                <a:gd name="connsiteX253" fmla="*/ 111681 w 763267"/>
                <a:gd name="connsiteY253" fmla="*/ 7333 h 478792"/>
                <a:gd name="connsiteX254" fmla="*/ 108955 w 763267"/>
                <a:gd name="connsiteY254" fmla="*/ 10697 h 478792"/>
                <a:gd name="connsiteX255" fmla="*/ 108181 w 763267"/>
                <a:gd name="connsiteY255" fmla="*/ 13624 h 478792"/>
                <a:gd name="connsiteX256" fmla="*/ 109056 w 763267"/>
                <a:gd name="connsiteY256" fmla="*/ 15575 h 478792"/>
                <a:gd name="connsiteX257" fmla="*/ 117739 w 763267"/>
                <a:gd name="connsiteY257" fmla="*/ 19645 h 478792"/>
                <a:gd name="connsiteX258" fmla="*/ 121508 w 763267"/>
                <a:gd name="connsiteY258" fmla="*/ 21126 h 478792"/>
                <a:gd name="connsiteX259" fmla="*/ 126422 w 763267"/>
                <a:gd name="connsiteY259" fmla="*/ 21395 h 478792"/>
                <a:gd name="connsiteX260" fmla="*/ 131335 w 763267"/>
                <a:gd name="connsiteY260" fmla="*/ 21395 h 478792"/>
                <a:gd name="connsiteX261" fmla="*/ 137427 w 763267"/>
                <a:gd name="connsiteY261" fmla="*/ 24288 h 478792"/>
                <a:gd name="connsiteX262" fmla="*/ 137999 w 763267"/>
                <a:gd name="connsiteY262" fmla="*/ 28930 h 478792"/>
                <a:gd name="connsiteX263" fmla="*/ 138571 w 763267"/>
                <a:gd name="connsiteY263" fmla="*/ 33841 h 478792"/>
                <a:gd name="connsiteX264" fmla="*/ 136383 w 763267"/>
                <a:gd name="connsiteY264" fmla="*/ 37912 h 478792"/>
                <a:gd name="connsiteX265" fmla="*/ 136080 w 763267"/>
                <a:gd name="connsiteY265" fmla="*/ 42689 h 478792"/>
                <a:gd name="connsiteX266" fmla="*/ 141028 w 763267"/>
                <a:gd name="connsiteY266" fmla="*/ 47768 h 478792"/>
                <a:gd name="connsiteX267" fmla="*/ 145100 w 763267"/>
                <a:gd name="connsiteY267" fmla="*/ 47465 h 478792"/>
                <a:gd name="connsiteX268" fmla="*/ 151898 w 763267"/>
                <a:gd name="connsiteY268" fmla="*/ 46759 h 478792"/>
                <a:gd name="connsiteX269" fmla="*/ 160446 w 763267"/>
                <a:gd name="connsiteY269" fmla="*/ 48205 h 478792"/>
                <a:gd name="connsiteX270" fmla="*/ 165663 w 763267"/>
                <a:gd name="connsiteY270" fmla="*/ 51536 h 478792"/>
                <a:gd name="connsiteX271" fmla="*/ 173336 w 763267"/>
                <a:gd name="connsiteY271" fmla="*/ 57019 h 478792"/>
                <a:gd name="connsiteX272" fmla="*/ 174783 w 763267"/>
                <a:gd name="connsiteY272" fmla="*/ 62670 h 478792"/>
                <a:gd name="connsiteX273" fmla="*/ 173336 w 763267"/>
                <a:gd name="connsiteY273" fmla="*/ 67447 h 478792"/>
                <a:gd name="connsiteX274" fmla="*/ 170442 w 763267"/>
                <a:gd name="connsiteY274" fmla="*/ 72359 h 478792"/>
                <a:gd name="connsiteX275" fmla="*/ 164350 w 763267"/>
                <a:gd name="connsiteY275" fmla="*/ 75554 h 478792"/>
                <a:gd name="connsiteX276" fmla="*/ 155802 w 763267"/>
                <a:gd name="connsiteY276" fmla="*/ 77304 h 478792"/>
                <a:gd name="connsiteX277" fmla="*/ 151158 w 763267"/>
                <a:gd name="connsiteY277" fmla="*/ 77304 h 478792"/>
                <a:gd name="connsiteX278" fmla="*/ 142744 w 763267"/>
                <a:gd name="connsiteY278" fmla="*/ 80197 h 478792"/>
                <a:gd name="connsiteX279" fmla="*/ 133624 w 763267"/>
                <a:gd name="connsiteY279" fmla="*/ 80634 h 478792"/>
                <a:gd name="connsiteX280" fmla="*/ 128138 w 763267"/>
                <a:gd name="connsiteY280" fmla="*/ 77304 h 478792"/>
                <a:gd name="connsiteX281" fmla="*/ 121744 w 763267"/>
                <a:gd name="connsiteY281" fmla="*/ 77304 h 478792"/>
                <a:gd name="connsiteX282" fmla="*/ 119421 w 763267"/>
                <a:gd name="connsiteY282" fmla="*/ 80129 h 478792"/>
                <a:gd name="connsiteX283" fmla="*/ 116393 w 763267"/>
                <a:gd name="connsiteY283" fmla="*/ 81206 h 478792"/>
                <a:gd name="connsiteX284" fmla="*/ 115518 w 763267"/>
                <a:gd name="connsiteY284" fmla="*/ 91197 h 478792"/>
                <a:gd name="connsiteX285" fmla="*/ 114811 w 763267"/>
                <a:gd name="connsiteY285" fmla="*/ 99001 h 478792"/>
                <a:gd name="connsiteX286" fmla="*/ 111613 w 763267"/>
                <a:gd name="connsiteY286" fmla="*/ 102769 h 478792"/>
                <a:gd name="connsiteX287" fmla="*/ 107710 w 763267"/>
                <a:gd name="connsiteY287" fmla="*/ 109732 h 478792"/>
                <a:gd name="connsiteX288" fmla="*/ 108282 w 763267"/>
                <a:gd name="connsiteY288" fmla="*/ 114375 h 478792"/>
                <a:gd name="connsiteX289" fmla="*/ 113936 w 763267"/>
                <a:gd name="connsiteY289" fmla="*/ 121170 h 478792"/>
                <a:gd name="connsiteX290" fmla="*/ 118277 w 763267"/>
                <a:gd name="connsiteY290" fmla="*/ 125947 h 478792"/>
                <a:gd name="connsiteX291" fmla="*/ 120465 w 763267"/>
                <a:gd name="connsiteY291" fmla="*/ 131295 h 478792"/>
                <a:gd name="connsiteX292" fmla="*/ 120599 w 763267"/>
                <a:gd name="connsiteY292" fmla="*/ 139537 h 478792"/>
                <a:gd name="connsiteX293" fmla="*/ 120162 w 763267"/>
                <a:gd name="connsiteY293" fmla="*/ 148384 h 478792"/>
                <a:gd name="connsiteX294" fmla="*/ 119724 w 763267"/>
                <a:gd name="connsiteY294" fmla="*/ 156626 h 478792"/>
                <a:gd name="connsiteX295" fmla="*/ 120027 w 763267"/>
                <a:gd name="connsiteY295" fmla="*/ 163287 h 478792"/>
                <a:gd name="connsiteX296" fmla="*/ 123797 w 763267"/>
                <a:gd name="connsiteY296" fmla="*/ 174287 h 478792"/>
                <a:gd name="connsiteX297" fmla="*/ 124941 w 763267"/>
                <a:gd name="connsiteY297" fmla="*/ 178492 h 478792"/>
                <a:gd name="connsiteX298" fmla="*/ 128340 w 763267"/>
                <a:gd name="connsiteY298" fmla="*/ 181519 h 478792"/>
                <a:gd name="connsiteX299" fmla="*/ 132479 w 763267"/>
                <a:gd name="connsiteY299" fmla="*/ 183269 h 478792"/>
                <a:gd name="connsiteX300" fmla="*/ 135071 w 763267"/>
                <a:gd name="connsiteY300" fmla="*/ 187171 h 478792"/>
                <a:gd name="connsiteX301" fmla="*/ 132244 w 763267"/>
                <a:gd name="connsiteY301" fmla="*/ 192183 h 478792"/>
                <a:gd name="connsiteX302" fmla="*/ 130292 w 763267"/>
                <a:gd name="connsiteY302" fmla="*/ 197835 h 478792"/>
                <a:gd name="connsiteX303" fmla="*/ 135071 w 763267"/>
                <a:gd name="connsiteY303" fmla="*/ 198911 h 478792"/>
                <a:gd name="connsiteX304" fmla="*/ 145504 w 763267"/>
                <a:gd name="connsiteY304" fmla="*/ 198911 h 478792"/>
                <a:gd name="connsiteX305" fmla="*/ 147658 w 763267"/>
                <a:gd name="connsiteY305" fmla="*/ 198911 h 478792"/>
                <a:gd name="connsiteX306" fmla="*/ 148970 w 763267"/>
                <a:gd name="connsiteY306" fmla="*/ 202275 h 478792"/>
                <a:gd name="connsiteX307" fmla="*/ 154389 w 763267"/>
                <a:gd name="connsiteY307" fmla="*/ 207590 h 478792"/>
                <a:gd name="connsiteX308" fmla="*/ 158965 w 763267"/>
                <a:gd name="connsiteY308" fmla="*/ 210180 h 478792"/>
                <a:gd name="connsiteX309" fmla="*/ 165259 w 763267"/>
                <a:gd name="connsiteY309" fmla="*/ 213006 h 478792"/>
                <a:gd name="connsiteX310" fmla="*/ 167648 w 763267"/>
                <a:gd name="connsiteY310" fmla="*/ 214755 h 478792"/>
                <a:gd name="connsiteX311" fmla="*/ 169836 w 763267"/>
                <a:gd name="connsiteY311" fmla="*/ 216942 h 478792"/>
                <a:gd name="connsiteX312" fmla="*/ 173538 w 763267"/>
                <a:gd name="connsiteY312" fmla="*/ 221921 h 478792"/>
                <a:gd name="connsiteX313" fmla="*/ 172461 w 763267"/>
                <a:gd name="connsiteY313" fmla="*/ 227572 h 478792"/>
                <a:gd name="connsiteX314" fmla="*/ 172461 w 763267"/>
                <a:gd name="connsiteY314" fmla="*/ 230835 h 478792"/>
                <a:gd name="connsiteX315" fmla="*/ 173774 w 763267"/>
                <a:gd name="connsiteY315" fmla="*/ 234535 h 478792"/>
                <a:gd name="connsiteX316" fmla="*/ 175961 w 763267"/>
                <a:gd name="connsiteY316" fmla="*/ 239750 h 478792"/>
                <a:gd name="connsiteX317" fmla="*/ 175961 w 763267"/>
                <a:gd name="connsiteY317" fmla="*/ 241499 h 478792"/>
                <a:gd name="connsiteX318" fmla="*/ 175961 w 763267"/>
                <a:gd name="connsiteY318" fmla="*/ 243887 h 478792"/>
                <a:gd name="connsiteX319" fmla="*/ 172427 w 763267"/>
                <a:gd name="connsiteY319" fmla="*/ 245636 h 478792"/>
                <a:gd name="connsiteX320" fmla="*/ 171182 w 763267"/>
                <a:gd name="connsiteY320" fmla="*/ 248260 h 478792"/>
                <a:gd name="connsiteX321" fmla="*/ 172057 w 763267"/>
                <a:gd name="connsiteY321" fmla="*/ 251086 h 478792"/>
                <a:gd name="connsiteX322" fmla="*/ 173807 w 763267"/>
                <a:gd name="connsiteY322" fmla="*/ 257814 h 478792"/>
                <a:gd name="connsiteX323" fmla="*/ 175120 w 763267"/>
                <a:gd name="connsiteY323" fmla="*/ 264105 h 478792"/>
                <a:gd name="connsiteX324" fmla="*/ 175120 w 763267"/>
                <a:gd name="connsiteY324" fmla="*/ 268882 h 478792"/>
                <a:gd name="connsiteX325" fmla="*/ 172528 w 763267"/>
                <a:gd name="connsiteY325" fmla="*/ 274533 h 478792"/>
                <a:gd name="connsiteX326" fmla="*/ 172528 w 763267"/>
                <a:gd name="connsiteY326" fmla="*/ 277224 h 478792"/>
                <a:gd name="connsiteX327" fmla="*/ 169365 w 763267"/>
                <a:gd name="connsiteY327" fmla="*/ 281126 h 478792"/>
                <a:gd name="connsiteX328" fmla="*/ 165562 w 763267"/>
                <a:gd name="connsiteY328" fmla="*/ 282203 h 478792"/>
                <a:gd name="connsiteX329" fmla="*/ 162095 w 763267"/>
                <a:gd name="connsiteY329" fmla="*/ 281328 h 478792"/>
                <a:gd name="connsiteX330" fmla="*/ 162095 w 763267"/>
                <a:gd name="connsiteY330" fmla="*/ 278502 h 478792"/>
                <a:gd name="connsiteX331" fmla="*/ 160379 w 763267"/>
                <a:gd name="connsiteY331" fmla="*/ 274365 h 478792"/>
                <a:gd name="connsiteX332" fmla="*/ 160379 w 763267"/>
                <a:gd name="connsiteY332" fmla="*/ 271775 h 478792"/>
                <a:gd name="connsiteX333" fmla="*/ 158191 w 763267"/>
                <a:gd name="connsiteY333" fmla="*/ 271775 h 478792"/>
                <a:gd name="connsiteX334" fmla="*/ 154288 w 763267"/>
                <a:gd name="connsiteY334" fmla="*/ 273524 h 478792"/>
                <a:gd name="connsiteX335" fmla="*/ 149071 w 763267"/>
                <a:gd name="connsiteY335" fmla="*/ 273524 h 478792"/>
                <a:gd name="connsiteX336" fmla="*/ 142340 w 763267"/>
                <a:gd name="connsiteY336" fmla="*/ 273524 h 478792"/>
                <a:gd name="connsiteX337" fmla="*/ 134970 w 763267"/>
                <a:gd name="connsiteY337" fmla="*/ 275374 h 478792"/>
                <a:gd name="connsiteX338" fmla="*/ 131066 w 763267"/>
                <a:gd name="connsiteY338" fmla="*/ 278536 h 478792"/>
                <a:gd name="connsiteX339" fmla="*/ 128037 w 763267"/>
                <a:gd name="connsiteY339" fmla="*/ 281160 h 478792"/>
                <a:gd name="connsiteX340" fmla="*/ 125210 w 763267"/>
                <a:gd name="connsiteY340" fmla="*/ 285298 h 478792"/>
                <a:gd name="connsiteX341" fmla="*/ 122585 w 763267"/>
                <a:gd name="connsiteY341" fmla="*/ 289637 h 478792"/>
                <a:gd name="connsiteX342" fmla="*/ 121508 w 763267"/>
                <a:gd name="connsiteY342" fmla="*/ 291824 h 478792"/>
                <a:gd name="connsiteX343" fmla="*/ 119556 w 763267"/>
                <a:gd name="connsiteY343" fmla="*/ 295289 h 478792"/>
                <a:gd name="connsiteX344" fmla="*/ 118244 w 763267"/>
                <a:gd name="connsiteY344" fmla="*/ 297038 h 478792"/>
                <a:gd name="connsiteX345" fmla="*/ 113229 w 763267"/>
                <a:gd name="connsiteY345" fmla="*/ 298787 h 478792"/>
                <a:gd name="connsiteX346" fmla="*/ 110200 w 763267"/>
                <a:gd name="connsiteY346" fmla="*/ 301411 h 478792"/>
                <a:gd name="connsiteX347" fmla="*/ 106296 w 763267"/>
                <a:gd name="connsiteY347" fmla="*/ 304237 h 478792"/>
                <a:gd name="connsiteX348" fmla="*/ 103032 w 763267"/>
                <a:gd name="connsiteY348" fmla="*/ 307500 h 478792"/>
                <a:gd name="connsiteX349" fmla="*/ 103032 w 763267"/>
                <a:gd name="connsiteY349" fmla="*/ 312714 h 478792"/>
                <a:gd name="connsiteX350" fmla="*/ 103032 w 763267"/>
                <a:gd name="connsiteY350" fmla="*/ 318130 h 478792"/>
                <a:gd name="connsiteX351" fmla="*/ 101315 w 763267"/>
                <a:gd name="connsiteY351" fmla="*/ 323983 h 478792"/>
                <a:gd name="connsiteX352" fmla="*/ 97176 w 763267"/>
                <a:gd name="connsiteY352" fmla="*/ 327448 h 478792"/>
                <a:gd name="connsiteX353" fmla="*/ 96065 w 763267"/>
                <a:gd name="connsiteY353" fmla="*/ 324858 h 478792"/>
                <a:gd name="connsiteX354" fmla="*/ 96065 w 763267"/>
                <a:gd name="connsiteY354" fmla="*/ 317895 h 478792"/>
                <a:gd name="connsiteX355" fmla="*/ 96065 w 763267"/>
                <a:gd name="connsiteY355" fmla="*/ 312680 h 478792"/>
                <a:gd name="connsiteX356" fmla="*/ 96065 w 763267"/>
                <a:gd name="connsiteY356" fmla="*/ 309215 h 478792"/>
                <a:gd name="connsiteX357" fmla="*/ 96065 w 763267"/>
                <a:gd name="connsiteY357" fmla="*/ 305750 h 478792"/>
                <a:gd name="connsiteX358" fmla="*/ 92262 w 763267"/>
                <a:gd name="connsiteY358" fmla="*/ 303127 h 478792"/>
                <a:gd name="connsiteX359" fmla="*/ 89099 w 763267"/>
                <a:gd name="connsiteY359" fmla="*/ 302252 h 478792"/>
                <a:gd name="connsiteX360" fmla="*/ 89099 w 763267"/>
                <a:gd name="connsiteY360" fmla="*/ 304439 h 478792"/>
                <a:gd name="connsiteX361" fmla="*/ 87685 w 763267"/>
                <a:gd name="connsiteY361" fmla="*/ 307062 h 478792"/>
                <a:gd name="connsiteX362" fmla="*/ 84387 w 763267"/>
                <a:gd name="connsiteY362" fmla="*/ 310763 h 478792"/>
                <a:gd name="connsiteX363" fmla="*/ 81291 w 763267"/>
                <a:gd name="connsiteY363" fmla="*/ 312512 h 478792"/>
                <a:gd name="connsiteX364" fmla="*/ 77824 w 763267"/>
                <a:gd name="connsiteY364" fmla="*/ 312748 h 478792"/>
                <a:gd name="connsiteX365" fmla="*/ 74762 w 763267"/>
                <a:gd name="connsiteY365" fmla="*/ 307096 h 478792"/>
                <a:gd name="connsiteX366" fmla="*/ 72170 w 763267"/>
                <a:gd name="connsiteY366" fmla="*/ 304069 h 478792"/>
                <a:gd name="connsiteX367" fmla="*/ 68031 w 763267"/>
                <a:gd name="connsiteY367" fmla="*/ 302757 h 478792"/>
                <a:gd name="connsiteX368" fmla="*/ 63891 w 763267"/>
                <a:gd name="connsiteY368" fmla="*/ 301445 h 478792"/>
                <a:gd name="connsiteX369" fmla="*/ 59314 w 763267"/>
                <a:gd name="connsiteY369" fmla="*/ 301445 h 478792"/>
                <a:gd name="connsiteX370" fmla="*/ 58237 w 763267"/>
                <a:gd name="connsiteY370" fmla="*/ 302757 h 478792"/>
                <a:gd name="connsiteX371" fmla="*/ 56723 w 763267"/>
                <a:gd name="connsiteY371" fmla="*/ 304708 h 478792"/>
                <a:gd name="connsiteX372" fmla="*/ 53458 w 763267"/>
                <a:gd name="connsiteY372" fmla="*/ 306659 h 478792"/>
                <a:gd name="connsiteX373" fmla="*/ 50631 w 763267"/>
                <a:gd name="connsiteY373" fmla="*/ 307971 h 478792"/>
                <a:gd name="connsiteX374" fmla="*/ 49554 w 763267"/>
                <a:gd name="connsiteY374" fmla="*/ 310157 h 478792"/>
                <a:gd name="connsiteX375" fmla="*/ 49117 w 763267"/>
                <a:gd name="connsiteY375" fmla="*/ 312108 h 478792"/>
                <a:gd name="connsiteX376" fmla="*/ 48040 w 763267"/>
                <a:gd name="connsiteY376" fmla="*/ 313622 h 478792"/>
                <a:gd name="connsiteX377" fmla="*/ 46324 w 763267"/>
                <a:gd name="connsiteY377" fmla="*/ 316246 h 478792"/>
                <a:gd name="connsiteX378" fmla="*/ 43261 w 763267"/>
                <a:gd name="connsiteY378" fmla="*/ 316885 h 478792"/>
                <a:gd name="connsiteX379" fmla="*/ 40434 w 763267"/>
                <a:gd name="connsiteY379" fmla="*/ 312748 h 478792"/>
                <a:gd name="connsiteX380" fmla="*/ 34545 w 763267"/>
                <a:gd name="connsiteY380" fmla="*/ 306221 h 478792"/>
                <a:gd name="connsiteX381" fmla="*/ 29126 w 763267"/>
                <a:gd name="connsiteY381" fmla="*/ 301445 h 478792"/>
                <a:gd name="connsiteX382" fmla="*/ 27376 w 763267"/>
                <a:gd name="connsiteY382" fmla="*/ 301445 h 478792"/>
                <a:gd name="connsiteX383" fmla="*/ 24785 w 763267"/>
                <a:gd name="connsiteY383" fmla="*/ 305784 h 478792"/>
                <a:gd name="connsiteX384" fmla="*/ 24785 w 763267"/>
                <a:gd name="connsiteY384" fmla="*/ 308812 h 478792"/>
                <a:gd name="connsiteX385" fmla="*/ 24347 w 763267"/>
                <a:gd name="connsiteY385" fmla="*/ 312277 h 478792"/>
                <a:gd name="connsiteX386" fmla="*/ 24549 w 763267"/>
                <a:gd name="connsiteY386" fmla="*/ 316784 h 478792"/>
                <a:gd name="connsiteX387" fmla="*/ 17145 w 763267"/>
                <a:gd name="connsiteY387" fmla="*/ 317087 h 478792"/>
                <a:gd name="connsiteX388" fmla="*/ 13443 w 763267"/>
                <a:gd name="connsiteY388" fmla="*/ 317087 h 478792"/>
                <a:gd name="connsiteX389" fmla="*/ 11693 w 763267"/>
                <a:gd name="connsiteY389" fmla="*/ 317087 h 478792"/>
                <a:gd name="connsiteX390" fmla="*/ 8227 w 763267"/>
                <a:gd name="connsiteY390" fmla="*/ 317087 h 478792"/>
                <a:gd name="connsiteX391" fmla="*/ 4962 w 763267"/>
                <a:gd name="connsiteY391" fmla="*/ 317087 h 478792"/>
                <a:gd name="connsiteX392" fmla="*/ 3448 w 763267"/>
                <a:gd name="connsiteY392" fmla="*/ 318836 h 478792"/>
                <a:gd name="connsiteX393" fmla="*/ 2337 w 763267"/>
                <a:gd name="connsiteY393" fmla="*/ 323613 h 478792"/>
                <a:gd name="connsiteX394" fmla="*/ 3650 w 763267"/>
                <a:gd name="connsiteY394" fmla="*/ 329265 h 478792"/>
                <a:gd name="connsiteX395" fmla="*/ 6039 w 763267"/>
                <a:gd name="connsiteY395" fmla="*/ 336665 h 478792"/>
                <a:gd name="connsiteX396" fmla="*/ 11929 w 763267"/>
                <a:gd name="connsiteY396" fmla="*/ 340130 h 478792"/>
                <a:gd name="connsiteX397" fmla="*/ 14756 w 763267"/>
                <a:gd name="connsiteY397" fmla="*/ 343831 h 478792"/>
                <a:gd name="connsiteX398" fmla="*/ 15631 w 763267"/>
                <a:gd name="connsiteY398" fmla="*/ 350996 h 478792"/>
                <a:gd name="connsiteX399" fmla="*/ 17381 w 763267"/>
                <a:gd name="connsiteY399" fmla="*/ 357085 h 478792"/>
                <a:gd name="connsiteX400" fmla="*/ 16943 w 763267"/>
                <a:gd name="connsiteY400" fmla="*/ 362501 h 478792"/>
                <a:gd name="connsiteX401" fmla="*/ 14554 w 763267"/>
                <a:gd name="connsiteY401" fmla="*/ 363577 h 478792"/>
                <a:gd name="connsiteX402" fmla="*/ 9337 w 763267"/>
                <a:gd name="connsiteY402" fmla="*/ 366403 h 478792"/>
                <a:gd name="connsiteX403" fmla="*/ 8260 w 763267"/>
                <a:gd name="connsiteY403" fmla="*/ 369430 h 478792"/>
                <a:gd name="connsiteX404" fmla="*/ 13039 w 763267"/>
                <a:gd name="connsiteY404" fmla="*/ 371617 h 478792"/>
                <a:gd name="connsiteX405" fmla="*/ 19131 w 763267"/>
                <a:gd name="connsiteY405" fmla="*/ 374443 h 478792"/>
                <a:gd name="connsiteX406" fmla="*/ 15866 w 763267"/>
                <a:gd name="connsiteY406" fmla="*/ 377067 h 478792"/>
                <a:gd name="connsiteX407" fmla="*/ 15664 w 763267"/>
                <a:gd name="connsiteY407" fmla="*/ 380330 h 478792"/>
                <a:gd name="connsiteX408" fmla="*/ 16102 w 763267"/>
                <a:gd name="connsiteY408" fmla="*/ 387932 h 478792"/>
                <a:gd name="connsiteX409" fmla="*/ 12635 w 763267"/>
                <a:gd name="connsiteY409" fmla="*/ 388134 h 478792"/>
                <a:gd name="connsiteX410" fmla="*/ 6981 w 763267"/>
                <a:gd name="connsiteY410" fmla="*/ 384669 h 478792"/>
                <a:gd name="connsiteX411" fmla="*/ 2405 w 763267"/>
                <a:gd name="connsiteY411" fmla="*/ 386856 h 478792"/>
                <a:gd name="connsiteX412" fmla="*/ 15 w 763267"/>
                <a:gd name="connsiteY412" fmla="*/ 389244 h 478792"/>
                <a:gd name="connsiteX413" fmla="*/ 15 w 763267"/>
                <a:gd name="connsiteY413" fmla="*/ 394458 h 478792"/>
                <a:gd name="connsiteX414" fmla="*/ 3279 w 763267"/>
                <a:gd name="connsiteY414" fmla="*/ 400110 h 478792"/>
                <a:gd name="connsiteX415" fmla="*/ 6746 w 763267"/>
                <a:gd name="connsiteY415" fmla="*/ 404012 h 478792"/>
                <a:gd name="connsiteX416" fmla="*/ 13477 w 763267"/>
                <a:gd name="connsiteY416" fmla="*/ 402935 h 478792"/>
                <a:gd name="connsiteX417" fmla="*/ 15664 w 763267"/>
                <a:gd name="connsiteY417" fmla="*/ 401186 h 478792"/>
                <a:gd name="connsiteX418" fmla="*/ 17852 w 763267"/>
                <a:gd name="connsiteY418" fmla="*/ 399672 h 478792"/>
                <a:gd name="connsiteX419" fmla="*/ 17852 w 763267"/>
                <a:gd name="connsiteY419" fmla="*/ 394458 h 478792"/>
                <a:gd name="connsiteX420" fmla="*/ 22092 w 763267"/>
                <a:gd name="connsiteY420" fmla="*/ 392709 h 478792"/>
                <a:gd name="connsiteX421" fmla="*/ 25256 w 763267"/>
                <a:gd name="connsiteY421" fmla="*/ 394862 h 478792"/>
                <a:gd name="connsiteX422" fmla="*/ 26568 w 763267"/>
                <a:gd name="connsiteY422" fmla="*/ 399639 h 478792"/>
                <a:gd name="connsiteX423" fmla="*/ 26568 w 763267"/>
                <a:gd name="connsiteY423" fmla="*/ 406165 h 478792"/>
                <a:gd name="connsiteX424" fmla="*/ 32021 w 763267"/>
                <a:gd name="connsiteY424" fmla="*/ 408553 h 478792"/>
                <a:gd name="connsiteX425" fmla="*/ 40502 w 763267"/>
                <a:gd name="connsiteY425" fmla="*/ 413566 h 478792"/>
                <a:gd name="connsiteX426" fmla="*/ 47468 w 763267"/>
                <a:gd name="connsiteY426" fmla="*/ 419217 h 478792"/>
                <a:gd name="connsiteX427" fmla="*/ 49420 w 763267"/>
                <a:gd name="connsiteY427" fmla="*/ 422917 h 478792"/>
                <a:gd name="connsiteX428" fmla="*/ 48780 w 763267"/>
                <a:gd name="connsiteY428" fmla="*/ 427055 h 478792"/>
                <a:gd name="connsiteX429" fmla="*/ 47468 w 763267"/>
                <a:gd name="connsiteY429" fmla="*/ 432706 h 478792"/>
                <a:gd name="connsiteX430" fmla="*/ 47468 w 763267"/>
                <a:gd name="connsiteY430" fmla="*/ 435532 h 478792"/>
                <a:gd name="connsiteX431" fmla="*/ 52684 w 763267"/>
                <a:gd name="connsiteY431" fmla="*/ 439872 h 478792"/>
                <a:gd name="connsiteX432" fmla="*/ 52684 w 763267"/>
                <a:gd name="connsiteY432" fmla="*/ 441621 h 478792"/>
                <a:gd name="connsiteX433" fmla="*/ 51271 w 763267"/>
                <a:gd name="connsiteY433" fmla="*/ 443370 h 478792"/>
                <a:gd name="connsiteX434" fmla="*/ 52684 w 763267"/>
                <a:gd name="connsiteY434" fmla="*/ 448147 h 478792"/>
                <a:gd name="connsiteX435" fmla="*/ 57261 w 763267"/>
                <a:gd name="connsiteY435" fmla="*/ 450737 h 478792"/>
                <a:gd name="connsiteX436" fmla="*/ 64665 w 763267"/>
                <a:gd name="connsiteY436" fmla="*/ 445523 h 478792"/>
                <a:gd name="connsiteX437" fmla="*/ 70118 w 763267"/>
                <a:gd name="connsiteY437" fmla="*/ 446600 h 478792"/>
                <a:gd name="connsiteX438" fmla="*/ 71867 w 763267"/>
                <a:gd name="connsiteY438" fmla="*/ 450939 h 478792"/>
                <a:gd name="connsiteX439" fmla="*/ 73819 w 763267"/>
                <a:gd name="connsiteY439" fmla="*/ 457230 h 478792"/>
                <a:gd name="connsiteX440" fmla="*/ 70118 w 763267"/>
                <a:gd name="connsiteY440" fmla="*/ 458744 h 478792"/>
                <a:gd name="connsiteX441" fmla="*/ 70118 w 763267"/>
                <a:gd name="connsiteY441" fmla="*/ 463520 h 478792"/>
                <a:gd name="connsiteX442" fmla="*/ 71733 w 763267"/>
                <a:gd name="connsiteY442" fmla="*/ 468129 h 478792"/>
                <a:gd name="connsiteX443" fmla="*/ 78127 w 763267"/>
                <a:gd name="connsiteY443" fmla="*/ 470988 h 478792"/>
                <a:gd name="connsiteX444" fmla="*/ 84252 w 763267"/>
                <a:gd name="connsiteY444" fmla="*/ 473680 h 478792"/>
                <a:gd name="connsiteX445" fmla="*/ 85599 w 763267"/>
                <a:gd name="connsiteY445" fmla="*/ 474016 h 478792"/>
                <a:gd name="connsiteX446" fmla="*/ 85195 w 763267"/>
                <a:gd name="connsiteY446" fmla="*/ 472637 h 478792"/>
                <a:gd name="connsiteX447" fmla="*/ 86373 w 763267"/>
                <a:gd name="connsiteY447" fmla="*/ 467995 h 478792"/>
                <a:gd name="connsiteX448" fmla="*/ 88392 w 763267"/>
                <a:gd name="connsiteY448" fmla="*/ 463083 h 478792"/>
                <a:gd name="connsiteX449" fmla="*/ 90714 w 763267"/>
                <a:gd name="connsiteY449" fmla="*/ 457566 h 478792"/>
                <a:gd name="connsiteX450" fmla="*/ 94786 w 763267"/>
                <a:gd name="connsiteY450" fmla="*/ 453496 h 478792"/>
                <a:gd name="connsiteX451" fmla="*/ 98253 w 763267"/>
                <a:gd name="connsiteY451" fmla="*/ 448584 h 478792"/>
                <a:gd name="connsiteX452" fmla="*/ 99700 w 763267"/>
                <a:gd name="connsiteY452" fmla="*/ 443068 h 478792"/>
                <a:gd name="connsiteX453" fmla="*/ 100844 w 763267"/>
                <a:gd name="connsiteY453" fmla="*/ 434960 h 478792"/>
                <a:gd name="connsiteX454" fmla="*/ 102863 w 763267"/>
                <a:gd name="connsiteY454" fmla="*/ 431495 h 478792"/>
                <a:gd name="connsiteX455" fmla="*/ 108080 w 763267"/>
                <a:gd name="connsiteY455" fmla="*/ 429477 h 478792"/>
                <a:gd name="connsiteX456" fmla="*/ 110974 w 763267"/>
                <a:gd name="connsiteY456" fmla="*/ 426281 h 478792"/>
                <a:gd name="connsiteX457" fmla="*/ 112118 w 763267"/>
                <a:gd name="connsiteY457" fmla="*/ 422211 h 478792"/>
                <a:gd name="connsiteX458" fmla="*/ 111243 w 763267"/>
                <a:gd name="connsiteY458" fmla="*/ 417300 h 478792"/>
                <a:gd name="connsiteX459" fmla="*/ 110941 w 763267"/>
                <a:gd name="connsiteY459" fmla="*/ 412657 h 478792"/>
                <a:gd name="connsiteX460" fmla="*/ 117907 w 763267"/>
                <a:gd name="connsiteY460" fmla="*/ 412657 h 478792"/>
                <a:gd name="connsiteX461" fmla="*/ 119926 w 763267"/>
                <a:gd name="connsiteY461" fmla="*/ 415248 h 478792"/>
                <a:gd name="connsiteX462" fmla="*/ 124873 w 763267"/>
                <a:gd name="connsiteY462" fmla="*/ 415550 h 478792"/>
                <a:gd name="connsiteX463" fmla="*/ 128340 w 763267"/>
                <a:gd name="connsiteY463" fmla="*/ 415550 h 478792"/>
                <a:gd name="connsiteX464" fmla="*/ 132681 w 763267"/>
                <a:gd name="connsiteY464" fmla="*/ 412657 h 478792"/>
                <a:gd name="connsiteX465" fmla="*/ 135273 w 763267"/>
                <a:gd name="connsiteY465" fmla="*/ 409462 h 478792"/>
                <a:gd name="connsiteX466" fmla="*/ 139042 w 763267"/>
                <a:gd name="connsiteY466" fmla="*/ 407140 h 478792"/>
                <a:gd name="connsiteX467" fmla="*/ 141061 w 763267"/>
                <a:gd name="connsiteY467" fmla="*/ 404685 h 478792"/>
                <a:gd name="connsiteX468" fmla="*/ 148028 w 763267"/>
                <a:gd name="connsiteY468" fmla="*/ 400480 h 478792"/>
                <a:gd name="connsiteX469" fmla="*/ 150922 w 763267"/>
                <a:gd name="connsiteY469" fmla="*/ 400480 h 478792"/>
                <a:gd name="connsiteX470" fmla="*/ 156139 w 763267"/>
                <a:gd name="connsiteY470" fmla="*/ 400480 h 478792"/>
                <a:gd name="connsiteX471" fmla="*/ 160211 w 763267"/>
                <a:gd name="connsiteY471" fmla="*/ 400480 h 478792"/>
                <a:gd name="connsiteX472" fmla="*/ 165730 w 763267"/>
                <a:gd name="connsiteY472" fmla="*/ 401354 h 478792"/>
                <a:gd name="connsiteX473" fmla="*/ 171249 w 763267"/>
                <a:gd name="connsiteY473" fmla="*/ 401657 h 478792"/>
                <a:gd name="connsiteX474" fmla="*/ 179091 w 763267"/>
                <a:gd name="connsiteY474" fmla="*/ 402229 h 478792"/>
                <a:gd name="connsiteX475" fmla="*/ 182860 w 763267"/>
                <a:gd name="connsiteY475" fmla="*/ 404853 h 478792"/>
                <a:gd name="connsiteX476" fmla="*/ 184880 w 763267"/>
                <a:gd name="connsiteY476" fmla="*/ 405997 h 478792"/>
                <a:gd name="connsiteX477" fmla="*/ 188649 w 763267"/>
                <a:gd name="connsiteY477" fmla="*/ 408890 h 478792"/>
                <a:gd name="connsiteX478" fmla="*/ 191274 w 763267"/>
                <a:gd name="connsiteY478" fmla="*/ 412086 h 478792"/>
                <a:gd name="connsiteX479" fmla="*/ 193899 w 763267"/>
                <a:gd name="connsiteY479" fmla="*/ 415853 h 478792"/>
                <a:gd name="connsiteX480" fmla="*/ 199115 w 763267"/>
                <a:gd name="connsiteY480" fmla="*/ 418174 h 478792"/>
                <a:gd name="connsiteX481" fmla="*/ 206654 w 763267"/>
                <a:gd name="connsiteY481" fmla="*/ 413229 h 478792"/>
                <a:gd name="connsiteX482" fmla="*/ 209245 w 763267"/>
                <a:gd name="connsiteY482" fmla="*/ 408318 h 478792"/>
                <a:gd name="connsiteX483" fmla="*/ 214765 w 763267"/>
                <a:gd name="connsiteY483" fmla="*/ 405425 h 478792"/>
                <a:gd name="connsiteX484" fmla="*/ 218231 w 763267"/>
                <a:gd name="connsiteY484" fmla="*/ 403104 h 478792"/>
                <a:gd name="connsiteX485" fmla="*/ 221428 w 763267"/>
                <a:gd name="connsiteY485" fmla="*/ 400110 h 478792"/>
                <a:gd name="connsiteX486" fmla="*/ 221428 w 763267"/>
                <a:gd name="connsiteY486" fmla="*/ 396140 h 478792"/>
                <a:gd name="connsiteX487" fmla="*/ 219981 w 763267"/>
                <a:gd name="connsiteY487" fmla="*/ 394391 h 478792"/>
                <a:gd name="connsiteX488" fmla="*/ 218231 w 763267"/>
                <a:gd name="connsiteY488" fmla="*/ 393214 h 478792"/>
                <a:gd name="connsiteX489" fmla="*/ 215034 w 763267"/>
                <a:gd name="connsiteY489" fmla="*/ 391767 h 478792"/>
                <a:gd name="connsiteX490" fmla="*/ 211568 w 763267"/>
                <a:gd name="connsiteY490" fmla="*/ 389446 h 478792"/>
                <a:gd name="connsiteX491" fmla="*/ 209548 w 763267"/>
                <a:gd name="connsiteY491" fmla="*/ 389446 h 478792"/>
                <a:gd name="connsiteX492" fmla="*/ 207226 w 763267"/>
                <a:gd name="connsiteY492" fmla="*/ 386553 h 478792"/>
                <a:gd name="connsiteX493" fmla="*/ 205207 w 763267"/>
                <a:gd name="connsiteY493" fmla="*/ 382482 h 478792"/>
                <a:gd name="connsiteX494" fmla="*/ 205779 w 763267"/>
                <a:gd name="connsiteY494" fmla="*/ 379590 h 478792"/>
                <a:gd name="connsiteX495" fmla="*/ 206082 w 763267"/>
                <a:gd name="connsiteY495" fmla="*/ 374947 h 478792"/>
                <a:gd name="connsiteX496" fmla="*/ 205779 w 763267"/>
                <a:gd name="connsiteY496" fmla="*/ 369161 h 478792"/>
                <a:gd name="connsiteX497" fmla="*/ 206957 w 763267"/>
                <a:gd name="connsiteY497" fmla="*/ 367143 h 478792"/>
                <a:gd name="connsiteX498" fmla="*/ 211299 w 763267"/>
                <a:gd name="connsiteY498" fmla="*/ 367143 h 478792"/>
                <a:gd name="connsiteX499" fmla="*/ 218837 w 763267"/>
                <a:gd name="connsiteY499" fmla="*/ 367008 h 478792"/>
                <a:gd name="connsiteX500" fmla="*/ 220284 w 763267"/>
                <a:gd name="connsiteY500" fmla="*/ 367008 h 478792"/>
                <a:gd name="connsiteX501" fmla="*/ 224626 w 763267"/>
                <a:gd name="connsiteY501" fmla="*/ 367008 h 478792"/>
                <a:gd name="connsiteX502" fmla="*/ 231289 w 763267"/>
                <a:gd name="connsiteY502" fmla="*/ 366773 h 478792"/>
                <a:gd name="connsiteX503" fmla="*/ 235059 w 763267"/>
                <a:gd name="connsiteY503" fmla="*/ 363644 h 478792"/>
                <a:gd name="connsiteX504" fmla="*/ 237381 w 763267"/>
                <a:gd name="connsiteY504" fmla="*/ 360449 h 478792"/>
                <a:gd name="connsiteX505" fmla="*/ 240006 w 763267"/>
                <a:gd name="connsiteY505" fmla="*/ 356984 h 478792"/>
                <a:gd name="connsiteX506" fmla="*/ 241453 w 763267"/>
                <a:gd name="connsiteY506" fmla="*/ 356984 h 478792"/>
                <a:gd name="connsiteX507" fmla="*/ 244650 w 763267"/>
                <a:gd name="connsiteY507" fmla="*/ 358430 h 478792"/>
                <a:gd name="connsiteX508" fmla="*/ 247847 w 763267"/>
                <a:gd name="connsiteY508" fmla="*/ 365091 h 478792"/>
                <a:gd name="connsiteX509" fmla="*/ 250170 w 763267"/>
                <a:gd name="connsiteY509" fmla="*/ 370036 h 478792"/>
                <a:gd name="connsiteX510" fmla="*/ 253636 w 763267"/>
                <a:gd name="connsiteY510" fmla="*/ 372929 h 478792"/>
                <a:gd name="connsiteX511" fmla="*/ 259425 w 763267"/>
                <a:gd name="connsiteY511" fmla="*/ 371482 h 478792"/>
                <a:gd name="connsiteX512" fmla="*/ 267535 w 763267"/>
                <a:gd name="connsiteY512" fmla="*/ 369161 h 478792"/>
                <a:gd name="connsiteX513" fmla="*/ 271607 w 763267"/>
                <a:gd name="connsiteY513" fmla="*/ 367143 h 478792"/>
                <a:gd name="connsiteX514" fmla="*/ 275949 w 763267"/>
                <a:gd name="connsiteY514" fmla="*/ 370910 h 478792"/>
                <a:gd name="connsiteX515" fmla="*/ 279718 w 763267"/>
                <a:gd name="connsiteY515" fmla="*/ 372929 h 478792"/>
                <a:gd name="connsiteX516" fmla="*/ 286988 w 763267"/>
                <a:gd name="connsiteY516" fmla="*/ 376125 h 478792"/>
                <a:gd name="connsiteX517" fmla="*/ 293348 w 763267"/>
                <a:gd name="connsiteY517" fmla="*/ 377874 h 478792"/>
                <a:gd name="connsiteX518" fmla="*/ 296545 w 763267"/>
                <a:gd name="connsiteY518" fmla="*/ 379320 h 478792"/>
                <a:gd name="connsiteX519" fmla="*/ 298296 w 763267"/>
                <a:gd name="connsiteY519" fmla="*/ 382214 h 478792"/>
                <a:gd name="connsiteX520" fmla="*/ 306406 w 763267"/>
                <a:gd name="connsiteY520" fmla="*/ 385241 h 478792"/>
                <a:gd name="connsiteX521" fmla="*/ 310748 w 763267"/>
                <a:gd name="connsiteY521" fmla="*/ 384804 h 478792"/>
                <a:gd name="connsiteX522" fmla="*/ 316267 w 763267"/>
                <a:gd name="connsiteY522" fmla="*/ 384804 h 478792"/>
                <a:gd name="connsiteX523" fmla="*/ 322359 w 763267"/>
                <a:gd name="connsiteY523" fmla="*/ 383794 h 478792"/>
                <a:gd name="connsiteX524" fmla="*/ 329022 w 763267"/>
                <a:gd name="connsiteY524" fmla="*/ 383088 h 478792"/>
                <a:gd name="connsiteX525" fmla="*/ 331916 w 763267"/>
                <a:gd name="connsiteY525" fmla="*/ 383088 h 478792"/>
                <a:gd name="connsiteX526" fmla="*/ 335113 w 763267"/>
                <a:gd name="connsiteY526" fmla="*/ 385712 h 478792"/>
                <a:gd name="connsiteX527" fmla="*/ 339455 w 763267"/>
                <a:gd name="connsiteY527" fmla="*/ 387730 h 478792"/>
                <a:gd name="connsiteX528" fmla="*/ 345816 w 763267"/>
                <a:gd name="connsiteY528" fmla="*/ 391801 h 478792"/>
                <a:gd name="connsiteX529" fmla="*/ 349282 w 763267"/>
                <a:gd name="connsiteY529" fmla="*/ 392978 h 478792"/>
                <a:gd name="connsiteX530" fmla="*/ 355946 w 763267"/>
                <a:gd name="connsiteY530" fmla="*/ 398192 h 478792"/>
                <a:gd name="connsiteX531" fmla="*/ 362912 w 763267"/>
                <a:gd name="connsiteY531" fmla="*/ 400513 h 478792"/>
                <a:gd name="connsiteX532" fmla="*/ 364932 w 763267"/>
                <a:gd name="connsiteY532" fmla="*/ 406299 h 478792"/>
                <a:gd name="connsiteX533" fmla="*/ 368398 w 763267"/>
                <a:gd name="connsiteY533" fmla="*/ 408890 h 478792"/>
                <a:gd name="connsiteX534" fmla="*/ 373312 w 763267"/>
                <a:gd name="connsiteY534" fmla="*/ 412960 h 478792"/>
                <a:gd name="connsiteX535" fmla="*/ 375634 w 763267"/>
                <a:gd name="connsiteY535" fmla="*/ 420361 h 478792"/>
                <a:gd name="connsiteX536" fmla="*/ 376946 w 763267"/>
                <a:gd name="connsiteY536" fmla="*/ 422379 h 478792"/>
                <a:gd name="connsiteX537" fmla="*/ 378461 w 763267"/>
                <a:gd name="connsiteY537" fmla="*/ 421942 h 478792"/>
                <a:gd name="connsiteX538" fmla="*/ 381422 w 763267"/>
                <a:gd name="connsiteY538" fmla="*/ 417737 h 478792"/>
                <a:gd name="connsiteX539" fmla="*/ 381422 w 763267"/>
                <a:gd name="connsiteY539" fmla="*/ 415281 h 478792"/>
                <a:gd name="connsiteX540" fmla="*/ 382499 w 763267"/>
                <a:gd name="connsiteY540" fmla="*/ 414272 h 478792"/>
                <a:gd name="connsiteX541" fmla="*/ 384889 w 763267"/>
                <a:gd name="connsiteY541" fmla="*/ 417030 h 478792"/>
                <a:gd name="connsiteX542" fmla="*/ 384889 w 763267"/>
                <a:gd name="connsiteY542" fmla="*/ 418780 h 478792"/>
                <a:gd name="connsiteX543" fmla="*/ 386639 w 763267"/>
                <a:gd name="connsiteY543" fmla="*/ 422413 h 478792"/>
                <a:gd name="connsiteX544" fmla="*/ 388961 w 763267"/>
                <a:gd name="connsiteY544" fmla="*/ 423859 h 478792"/>
                <a:gd name="connsiteX545" fmla="*/ 391855 w 763267"/>
                <a:gd name="connsiteY545" fmla="*/ 423557 h 478792"/>
                <a:gd name="connsiteX546" fmla="*/ 395625 w 763267"/>
                <a:gd name="connsiteY546" fmla="*/ 421404 h 478792"/>
                <a:gd name="connsiteX547" fmla="*/ 397509 w 763267"/>
                <a:gd name="connsiteY547" fmla="*/ 419082 h 478792"/>
                <a:gd name="connsiteX548" fmla="*/ 399832 w 763267"/>
                <a:gd name="connsiteY548" fmla="*/ 416761 h 478792"/>
                <a:gd name="connsiteX549" fmla="*/ 402456 w 763267"/>
                <a:gd name="connsiteY549" fmla="*/ 412119 h 478792"/>
                <a:gd name="connsiteX550" fmla="*/ 404913 w 763267"/>
                <a:gd name="connsiteY550" fmla="*/ 411547 h 478792"/>
                <a:gd name="connsiteX551" fmla="*/ 408683 w 763267"/>
                <a:gd name="connsiteY551" fmla="*/ 409226 h 478792"/>
                <a:gd name="connsiteX552" fmla="*/ 411880 w 763267"/>
                <a:gd name="connsiteY552" fmla="*/ 409226 h 478792"/>
                <a:gd name="connsiteX553" fmla="*/ 416659 w 763267"/>
                <a:gd name="connsiteY553" fmla="*/ 408789 h 478792"/>
                <a:gd name="connsiteX554" fmla="*/ 419116 w 763267"/>
                <a:gd name="connsiteY554" fmla="*/ 410975 h 478792"/>
                <a:gd name="connsiteX555" fmla="*/ 422582 w 763267"/>
                <a:gd name="connsiteY555" fmla="*/ 407780 h 478792"/>
                <a:gd name="connsiteX556" fmla="*/ 424164 w 763267"/>
                <a:gd name="connsiteY556" fmla="*/ 404887 h 478792"/>
                <a:gd name="connsiteX557" fmla="*/ 426183 w 763267"/>
                <a:gd name="connsiteY557" fmla="*/ 401691 h 478792"/>
                <a:gd name="connsiteX558" fmla="*/ 428202 w 763267"/>
                <a:gd name="connsiteY558" fmla="*/ 398663 h 478792"/>
                <a:gd name="connsiteX559" fmla="*/ 430087 w 763267"/>
                <a:gd name="connsiteY559" fmla="*/ 395636 h 478792"/>
                <a:gd name="connsiteX560" fmla="*/ 431971 w 763267"/>
                <a:gd name="connsiteY560" fmla="*/ 393752 h 478792"/>
                <a:gd name="connsiteX561" fmla="*/ 436885 w 763267"/>
                <a:gd name="connsiteY561" fmla="*/ 392608 h 478792"/>
                <a:gd name="connsiteX562" fmla="*/ 440351 w 763267"/>
                <a:gd name="connsiteY562" fmla="*/ 392608 h 478792"/>
                <a:gd name="connsiteX563" fmla="*/ 442539 w 763267"/>
                <a:gd name="connsiteY563" fmla="*/ 392608 h 478792"/>
                <a:gd name="connsiteX564" fmla="*/ 444121 w 763267"/>
                <a:gd name="connsiteY564" fmla="*/ 394627 h 478792"/>
                <a:gd name="connsiteX565" fmla="*/ 444895 w 763267"/>
                <a:gd name="connsiteY565" fmla="*/ 395198 h 478792"/>
                <a:gd name="connsiteX566" fmla="*/ 445703 w 763267"/>
                <a:gd name="connsiteY566" fmla="*/ 398226 h 478792"/>
                <a:gd name="connsiteX567" fmla="*/ 445703 w 763267"/>
                <a:gd name="connsiteY567" fmla="*/ 401422 h 478792"/>
                <a:gd name="connsiteX568" fmla="*/ 445703 w 763267"/>
                <a:gd name="connsiteY568" fmla="*/ 406636 h 478792"/>
                <a:gd name="connsiteX569" fmla="*/ 445703 w 763267"/>
                <a:gd name="connsiteY569" fmla="*/ 408082 h 478792"/>
                <a:gd name="connsiteX570" fmla="*/ 445837 w 763267"/>
                <a:gd name="connsiteY570" fmla="*/ 413162 h 478792"/>
                <a:gd name="connsiteX571" fmla="*/ 445972 w 763267"/>
                <a:gd name="connsiteY571" fmla="*/ 416627 h 478792"/>
                <a:gd name="connsiteX572" fmla="*/ 445433 w 763267"/>
                <a:gd name="connsiteY572" fmla="*/ 420966 h 478792"/>
                <a:gd name="connsiteX573" fmla="*/ 446140 w 763267"/>
                <a:gd name="connsiteY573" fmla="*/ 424734 h 478792"/>
                <a:gd name="connsiteX574" fmla="*/ 448361 w 763267"/>
                <a:gd name="connsiteY574" fmla="*/ 427190 h 478792"/>
                <a:gd name="connsiteX575" fmla="*/ 450246 w 763267"/>
                <a:gd name="connsiteY575" fmla="*/ 429376 h 478792"/>
                <a:gd name="connsiteX576" fmla="*/ 453578 w 763267"/>
                <a:gd name="connsiteY576" fmla="*/ 430554 h 478792"/>
                <a:gd name="connsiteX577" fmla="*/ 455765 w 763267"/>
                <a:gd name="connsiteY577" fmla="*/ 429545 h 478792"/>
                <a:gd name="connsiteX578" fmla="*/ 458087 w 763267"/>
                <a:gd name="connsiteY578" fmla="*/ 427223 h 478792"/>
                <a:gd name="connsiteX579" fmla="*/ 460477 w 763267"/>
                <a:gd name="connsiteY579" fmla="*/ 427795 h 478792"/>
                <a:gd name="connsiteX580" fmla="*/ 461419 w 763267"/>
                <a:gd name="connsiteY580" fmla="*/ 429679 h 478792"/>
                <a:gd name="connsiteX581" fmla="*/ 461419 w 763267"/>
                <a:gd name="connsiteY581" fmla="*/ 432706 h 478792"/>
                <a:gd name="connsiteX582" fmla="*/ 461419 w 763267"/>
                <a:gd name="connsiteY582" fmla="*/ 436171 h 478792"/>
                <a:gd name="connsiteX583" fmla="*/ 464313 w 763267"/>
                <a:gd name="connsiteY583" fmla="*/ 435431 h 478792"/>
                <a:gd name="connsiteX584" fmla="*/ 467342 w 763267"/>
                <a:gd name="connsiteY584" fmla="*/ 432673 h 478792"/>
                <a:gd name="connsiteX585" fmla="*/ 469227 w 763267"/>
                <a:gd name="connsiteY585" fmla="*/ 431361 h 478792"/>
                <a:gd name="connsiteX586" fmla="*/ 471112 w 763267"/>
                <a:gd name="connsiteY586" fmla="*/ 428165 h 478792"/>
                <a:gd name="connsiteX587" fmla="*/ 478516 w 763267"/>
                <a:gd name="connsiteY587" fmla="*/ 422211 h 478792"/>
                <a:gd name="connsiteX588" fmla="*/ 483295 w 763267"/>
                <a:gd name="connsiteY588" fmla="*/ 418578 h 478792"/>
                <a:gd name="connsiteX589" fmla="*/ 485449 w 763267"/>
                <a:gd name="connsiteY589" fmla="*/ 414945 h 478792"/>
                <a:gd name="connsiteX590" fmla="*/ 489218 w 763267"/>
                <a:gd name="connsiteY590" fmla="*/ 410740 h 478792"/>
                <a:gd name="connsiteX591" fmla="*/ 490665 w 763267"/>
                <a:gd name="connsiteY591" fmla="*/ 408722 h 478792"/>
                <a:gd name="connsiteX592" fmla="*/ 492247 w 763267"/>
                <a:gd name="connsiteY592" fmla="*/ 407847 h 478792"/>
                <a:gd name="connsiteX593" fmla="*/ 496723 w 763267"/>
                <a:gd name="connsiteY593" fmla="*/ 404214 h 478792"/>
                <a:gd name="connsiteX594" fmla="*/ 498608 w 763267"/>
                <a:gd name="connsiteY594" fmla="*/ 403474 h 478792"/>
                <a:gd name="connsiteX595" fmla="*/ 501637 w 763267"/>
                <a:gd name="connsiteY595" fmla="*/ 402027 h 478792"/>
                <a:gd name="connsiteX596" fmla="*/ 504531 w 763267"/>
                <a:gd name="connsiteY596" fmla="*/ 401018 h 478792"/>
                <a:gd name="connsiteX597" fmla="*/ 506719 w 763267"/>
                <a:gd name="connsiteY597" fmla="*/ 401153 h 478792"/>
                <a:gd name="connsiteX598" fmla="*/ 508738 w 763267"/>
                <a:gd name="connsiteY598" fmla="*/ 402902 h 478792"/>
                <a:gd name="connsiteX599" fmla="*/ 509444 w 763267"/>
                <a:gd name="connsiteY599" fmla="*/ 403339 h 478792"/>
                <a:gd name="connsiteX600" fmla="*/ 512911 w 763267"/>
                <a:gd name="connsiteY600" fmla="*/ 405660 h 478792"/>
                <a:gd name="connsiteX601" fmla="*/ 515233 w 763267"/>
                <a:gd name="connsiteY601" fmla="*/ 408116 h 478792"/>
                <a:gd name="connsiteX602" fmla="*/ 516680 w 763267"/>
                <a:gd name="connsiteY602" fmla="*/ 408553 h 478792"/>
                <a:gd name="connsiteX603" fmla="*/ 520315 w 763267"/>
                <a:gd name="connsiteY603" fmla="*/ 411884 h 478792"/>
                <a:gd name="connsiteX604" fmla="*/ 522334 w 763267"/>
                <a:gd name="connsiteY604" fmla="*/ 413768 h 478792"/>
                <a:gd name="connsiteX605" fmla="*/ 523950 w 763267"/>
                <a:gd name="connsiteY605" fmla="*/ 415517 h 478792"/>
                <a:gd name="connsiteX606" fmla="*/ 523950 w 763267"/>
                <a:gd name="connsiteY606" fmla="*/ 418712 h 478792"/>
                <a:gd name="connsiteX607" fmla="*/ 522940 w 763267"/>
                <a:gd name="connsiteY607" fmla="*/ 420462 h 478792"/>
                <a:gd name="connsiteX608" fmla="*/ 521493 w 763267"/>
                <a:gd name="connsiteY608" fmla="*/ 421774 h 478792"/>
                <a:gd name="connsiteX609" fmla="*/ 520617 w 763267"/>
                <a:gd name="connsiteY609" fmla="*/ 422648 h 478792"/>
                <a:gd name="connsiteX610" fmla="*/ 520315 w 763267"/>
                <a:gd name="connsiteY610" fmla="*/ 423960 h 478792"/>
                <a:gd name="connsiteX611" fmla="*/ 521762 w 763267"/>
                <a:gd name="connsiteY611" fmla="*/ 425541 h 478792"/>
                <a:gd name="connsiteX612" fmla="*/ 522031 w 763267"/>
                <a:gd name="connsiteY612" fmla="*/ 426988 h 478792"/>
                <a:gd name="connsiteX613" fmla="*/ 525363 w 763267"/>
                <a:gd name="connsiteY613" fmla="*/ 425979 h 478792"/>
                <a:gd name="connsiteX614" fmla="*/ 526810 w 763267"/>
                <a:gd name="connsiteY614" fmla="*/ 426988 h 478792"/>
                <a:gd name="connsiteX615" fmla="*/ 529132 w 763267"/>
                <a:gd name="connsiteY615" fmla="*/ 430453 h 478792"/>
                <a:gd name="connsiteX616" fmla="*/ 529132 w 763267"/>
                <a:gd name="connsiteY616" fmla="*/ 432639 h 478792"/>
                <a:gd name="connsiteX617" fmla="*/ 528560 w 763267"/>
                <a:gd name="connsiteY617" fmla="*/ 434826 h 478792"/>
                <a:gd name="connsiteX618" fmla="*/ 527988 w 763267"/>
                <a:gd name="connsiteY618" fmla="*/ 436272 h 478792"/>
                <a:gd name="connsiteX619" fmla="*/ 527416 w 763267"/>
                <a:gd name="connsiteY619" fmla="*/ 437147 h 478792"/>
                <a:gd name="connsiteX620" fmla="*/ 525094 w 763267"/>
                <a:gd name="connsiteY620" fmla="*/ 439737 h 478792"/>
                <a:gd name="connsiteX621" fmla="*/ 523209 w 763267"/>
                <a:gd name="connsiteY621" fmla="*/ 441924 h 478792"/>
                <a:gd name="connsiteX622" fmla="*/ 520887 w 763267"/>
                <a:gd name="connsiteY622" fmla="*/ 443505 h 478792"/>
                <a:gd name="connsiteX623" fmla="*/ 519137 w 763267"/>
                <a:gd name="connsiteY623" fmla="*/ 445389 h 478792"/>
                <a:gd name="connsiteX624" fmla="*/ 517623 w 763267"/>
                <a:gd name="connsiteY624" fmla="*/ 447138 h 478792"/>
                <a:gd name="connsiteX625" fmla="*/ 516815 w 763267"/>
                <a:gd name="connsiteY625" fmla="*/ 450603 h 478792"/>
                <a:gd name="connsiteX626" fmla="*/ 515940 w 763267"/>
                <a:gd name="connsiteY626" fmla="*/ 453496 h 478792"/>
                <a:gd name="connsiteX627" fmla="*/ 516646 w 763267"/>
                <a:gd name="connsiteY627" fmla="*/ 455682 h 478792"/>
                <a:gd name="connsiteX628" fmla="*/ 520719 w 763267"/>
                <a:gd name="connsiteY628" fmla="*/ 455817 h 478792"/>
                <a:gd name="connsiteX629" fmla="*/ 523916 w 763267"/>
                <a:gd name="connsiteY629" fmla="*/ 456557 h 478792"/>
                <a:gd name="connsiteX630" fmla="*/ 527382 w 763267"/>
                <a:gd name="connsiteY630" fmla="*/ 457129 h 478792"/>
                <a:gd name="connsiteX631" fmla="*/ 526507 w 763267"/>
                <a:gd name="connsiteY631" fmla="*/ 459585 h 478792"/>
                <a:gd name="connsiteX632" fmla="*/ 524050 w 763267"/>
                <a:gd name="connsiteY632" fmla="*/ 460728 h 478792"/>
                <a:gd name="connsiteX633" fmla="*/ 521156 w 763267"/>
                <a:gd name="connsiteY633" fmla="*/ 461872 h 478792"/>
                <a:gd name="connsiteX634" fmla="*/ 519137 w 763267"/>
                <a:gd name="connsiteY634" fmla="*/ 464059 h 478792"/>
                <a:gd name="connsiteX635" fmla="*/ 518565 w 763267"/>
                <a:gd name="connsiteY635" fmla="*/ 466077 h 478792"/>
                <a:gd name="connsiteX636" fmla="*/ 519574 w 763267"/>
                <a:gd name="connsiteY636" fmla="*/ 468970 h 478792"/>
                <a:gd name="connsiteX637" fmla="*/ 521459 w 763267"/>
                <a:gd name="connsiteY637" fmla="*/ 470282 h 478792"/>
                <a:gd name="connsiteX638" fmla="*/ 524488 w 763267"/>
                <a:gd name="connsiteY638" fmla="*/ 473309 h 478792"/>
                <a:gd name="connsiteX639" fmla="*/ 526810 w 763267"/>
                <a:gd name="connsiteY639" fmla="*/ 474184 h 478792"/>
                <a:gd name="connsiteX640" fmla="*/ 529132 w 763267"/>
                <a:gd name="connsiteY640" fmla="*/ 473747 h 478792"/>
                <a:gd name="connsiteX641" fmla="*/ 531757 w 763267"/>
                <a:gd name="connsiteY641" fmla="*/ 472435 h 478792"/>
                <a:gd name="connsiteX642" fmla="*/ 533339 w 763267"/>
                <a:gd name="connsiteY642" fmla="*/ 470854 h 478792"/>
                <a:gd name="connsiteX643" fmla="*/ 534484 w 763267"/>
                <a:gd name="connsiteY643" fmla="*/ 469105 h 478792"/>
                <a:gd name="connsiteX644" fmla="*/ 535998 w 763267"/>
                <a:gd name="connsiteY644" fmla="*/ 468533 h 478792"/>
                <a:gd name="connsiteX645" fmla="*/ 537815 w 763267"/>
                <a:gd name="connsiteY645" fmla="*/ 470988 h 478792"/>
                <a:gd name="connsiteX646" fmla="*/ 537815 w 763267"/>
                <a:gd name="connsiteY646" fmla="*/ 472570 h 478792"/>
                <a:gd name="connsiteX647" fmla="*/ 537815 w 763267"/>
                <a:gd name="connsiteY647" fmla="*/ 475328 h 478792"/>
                <a:gd name="connsiteX648" fmla="*/ 541585 w 763267"/>
                <a:gd name="connsiteY648" fmla="*/ 478793 h 478792"/>
                <a:gd name="connsiteX649" fmla="*/ 543301 w 763267"/>
                <a:gd name="connsiteY649" fmla="*/ 477346 h 478792"/>
                <a:gd name="connsiteX650" fmla="*/ 546936 w 763267"/>
                <a:gd name="connsiteY650" fmla="*/ 477481 h 478792"/>
                <a:gd name="connsiteX651" fmla="*/ 548517 w 763267"/>
                <a:gd name="connsiteY651" fmla="*/ 472401 h 478792"/>
                <a:gd name="connsiteX652" fmla="*/ 551715 w 763267"/>
                <a:gd name="connsiteY652" fmla="*/ 469710 h 478792"/>
                <a:gd name="connsiteX653" fmla="*/ 556493 w 763267"/>
                <a:gd name="connsiteY653" fmla="*/ 465371 h 478792"/>
                <a:gd name="connsiteX654" fmla="*/ 558883 w 763267"/>
                <a:gd name="connsiteY654" fmla="*/ 462108 h 478792"/>
                <a:gd name="connsiteX655" fmla="*/ 561710 w 763267"/>
                <a:gd name="connsiteY655" fmla="*/ 457600 h 478792"/>
                <a:gd name="connsiteX656" fmla="*/ 567801 w 763267"/>
                <a:gd name="connsiteY656" fmla="*/ 457533 h 478792"/>
                <a:gd name="connsiteX657" fmla="*/ 570056 w 763267"/>
                <a:gd name="connsiteY657" fmla="*/ 457600 h 478792"/>
                <a:gd name="connsiteX658" fmla="*/ 570191 w 763267"/>
                <a:gd name="connsiteY658" fmla="*/ 457533 h 478792"/>
                <a:gd name="connsiteX659" fmla="*/ 575609 w 763267"/>
                <a:gd name="connsiteY659" fmla="*/ 456456 h 478792"/>
                <a:gd name="connsiteX660" fmla="*/ 577797 w 763267"/>
                <a:gd name="connsiteY660" fmla="*/ 455144 h 478792"/>
                <a:gd name="connsiteX661" fmla="*/ 577797 w 763267"/>
                <a:gd name="connsiteY661" fmla="*/ 449930 h 478792"/>
                <a:gd name="connsiteX662" fmla="*/ 577797 w 763267"/>
                <a:gd name="connsiteY662" fmla="*/ 447743 h 478792"/>
                <a:gd name="connsiteX663" fmla="*/ 578672 w 763267"/>
                <a:gd name="connsiteY663" fmla="*/ 443841 h 478792"/>
                <a:gd name="connsiteX664" fmla="*/ 582138 w 763267"/>
                <a:gd name="connsiteY664" fmla="*/ 443841 h 478792"/>
                <a:gd name="connsiteX665" fmla="*/ 595196 w 763267"/>
                <a:gd name="connsiteY665" fmla="*/ 443841 h 478792"/>
                <a:gd name="connsiteX666" fmla="*/ 603004 w 763267"/>
                <a:gd name="connsiteY666" fmla="*/ 442092 h 478792"/>
                <a:gd name="connsiteX667" fmla="*/ 606470 w 763267"/>
                <a:gd name="connsiteY667" fmla="*/ 440578 h 478792"/>
                <a:gd name="connsiteX668" fmla="*/ 610374 w 763267"/>
                <a:gd name="connsiteY668" fmla="*/ 436239 h 478792"/>
                <a:gd name="connsiteX669" fmla="*/ 613403 w 763267"/>
                <a:gd name="connsiteY669" fmla="*/ 433413 h 478792"/>
                <a:gd name="connsiteX670" fmla="*/ 623836 w 763267"/>
                <a:gd name="connsiteY670" fmla="*/ 433413 h 478792"/>
                <a:gd name="connsiteX671" fmla="*/ 632519 w 763267"/>
                <a:gd name="connsiteY671" fmla="*/ 433413 h 478792"/>
                <a:gd name="connsiteX672" fmla="*/ 639687 w 763267"/>
                <a:gd name="connsiteY672" fmla="*/ 433413 h 478792"/>
                <a:gd name="connsiteX673" fmla="*/ 644029 w 763267"/>
                <a:gd name="connsiteY673" fmla="*/ 428972 h 478792"/>
                <a:gd name="connsiteX674" fmla="*/ 639687 w 763267"/>
                <a:gd name="connsiteY674" fmla="*/ 421034 h 478792"/>
                <a:gd name="connsiteX675" fmla="*/ 643827 w 763267"/>
                <a:gd name="connsiteY675" fmla="*/ 416896 h 478792"/>
                <a:gd name="connsiteX676" fmla="*/ 645779 w 763267"/>
                <a:gd name="connsiteY676" fmla="*/ 413633 h 478792"/>
                <a:gd name="connsiteX677" fmla="*/ 650558 w 763267"/>
                <a:gd name="connsiteY677" fmla="*/ 409495 h 478792"/>
                <a:gd name="connsiteX678" fmla="*/ 656010 w 763267"/>
                <a:gd name="connsiteY678" fmla="*/ 412960 h 478792"/>
                <a:gd name="connsiteX679" fmla="*/ 663414 w 763267"/>
                <a:gd name="connsiteY679" fmla="*/ 417939 h 478792"/>
                <a:gd name="connsiteX680" fmla="*/ 669943 w 763267"/>
                <a:gd name="connsiteY680" fmla="*/ 414474 h 478792"/>
                <a:gd name="connsiteX681" fmla="*/ 671020 w 763267"/>
                <a:gd name="connsiteY681" fmla="*/ 410134 h 478792"/>
                <a:gd name="connsiteX682" fmla="*/ 674049 w 763267"/>
                <a:gd name="connsiteY682" fmla="*/ 404046 h 478792"/>
                <a:gd name="connsiteX683" fmla="*/ 680578 w 763267"/>
                <a:gd name="connsiteY683" fmla="*/ 401422 h 478792"/>
                <a:gd name="connsiteX684" fmla="*/ 685155 w 763267"/>
                <a:gd name="connsiteY684" fmla="*/ 400110 h 478792"/>
                <a:gd name="connsiteX685" fmla="*/ 688857 w 763267"/>
                <a:gd name="connsiteY685" fmla="*/ 397721 h 478792"/>
                <a:gd name="connsiteX686" fmla="*/ 691684 w 763267"/>
                <a:gd name="connsiteY686" fmla="*/ 393819 h 478792"/>
                <a:gd name="connsiteX687" fmla="*/ 694309 w 763267"/>
                <a:gd name="connsiteY687" fmla="*/ 389042 h 478792"/>
                <a:gd name="connsiteX688" fmla="*/ 694309 w 763267"/>
                <a:gd name="connsiteY688" fmla="*/ 385577 h 478792"/>
                <a:gd name="connsiteX689" fmla="*/ 696597 w 763267"/>
                <a:gd name="connsiteY689" fmla="*/ 381238 h 478792"/>
                <a:gd name="connsiteX690" fmla="*/ 704540 w 763267"/>
                <a:gd name="connsiteY690" fmla="*/ 380801 h 478792"/>
                <a:gd name="connsiteX691" fmla="*/ 710833 w 763267"/>
                <a:gd name="connsiteY691" fmla="*/ 379489 h 478792"/>
                <a:gd name="connsiteX692" fmla="*/ 722343 w 763267"/>
                <a:gd name="connsiteY692" fmla="*/ 379489 h 478792"/>
                <a:gd name="connsiteX693" fmla="*/ 727560 w 763267"/>
                <a:gd name="connsiteY693" fmla="*/ 381541 h 478792"/>
                <a:gd name="connsiteX694" fmla="*/ 730387 w 763267"/>
                <a:gd name="connsiteY694" fmla="*/ 384265 h 478792"/>
                <a:gd name="connsiteX695" fmla="*/ 735165 w 763267"/>
                <a:gd name="connsiteY695" fmla="*/ 391666 h 478792"/>
                <a:gd name="connsiteX696" fmla="*/ 744724 w 763267"/>
                <a:gd name="connsiteY696" fmla="*/ 391666 h 478792"/>
                <a:gd name="connsiteX697" fmla="*/ 748358 w 763267"/>
                <a:gd name="connsiteY697" fmla="*/ 390018 h 478792"/>
                <a:gd name="connsiteX698" fmla="*/ 756099 w 763267"/>
                <a:gd name="connsiteY698" fmla="*/ 386620 h 478792"/>
                <a:gd name="connsiteX699" fmla="*/ 761214 w 763267"/>
                <a:gd name="connsiteY699" fmla="*/ 384602 h 478792"/>
                <a:gd name="connsiteX700" fmla="*/ 763032 w 763267"/>
                <a:gd name="connsiteY700" fmla="*/ 382146 h 478792"/>
                <a:gd name="connsiteX701" fmla="*/ 763267 w 763267"/>
                <a:gd name="connsiteY701" fmla="*/ 383021 h 478792"/>
                <a:gd name="connsiteX702" fmla="*/ 761820 w 763267"/>
                <a:gd name="connsiteY702" fmla="*/ 377672 h 478792"/>
                <a:gd name="connsiteX703" fmla="*/ 761719 w 763267"/>
                <a:gd name="connsiteY703" fmla="*/ 373164 h 47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63267" h="478792">
                  <a:moveTo>
                    <a:pt x="761719" y="373164"/>
                  </a:moveTo>
                  <a:lnTo>
                    <a:pt x="756200" y="364755"/>
                  </a:lnTo>
                  <a:lnTo>
                    <a:pt x="755897" y="359238"/>
                  </a:lnTo>
                  <a:lnTo>
                    <a:pt x="756200" y="353721"/>
                  </a:lnTo>
                  <a:lnTo>
                    <a:pt x="755897" y="348809"/>
                  </a:lnTo>
                  <a:lnTo>
                    <a:pt x="754450" y="343595"/>
                  </a:lnTo>
                  <a:lnTo>
                    <a:pt x="752128" y="337237"/>
                  </a:lnTo>
                  <a:lnTo>
                    <a:pt x="750377" y="333167"/>
                  </a:lnTo>
                  <a:lnTo>
                    <a:pt x="745733" y="325934"/>
                  </a:lnTo>
                  <a:lnTo>
                    <a:pt x="741661" y="323310"/>
                  </a:lnTo>
                  <a:lnTo>
                    <a:pt x="736748" y="321864"/>
                  </a:lnTo>
                  <a:lnTo>
                    <a:pt x="733853" y="318668"/>
                  </a:lnTo>
                  <a:lnTo>
                    <a:pt x="738498" y="314598"/>
                  </a:lnTo>
                  <a:lnTo>
                    <a:pt x="736175" y="307365"/>
                  </a:lnTo>
                  <a:lnTo>
                    <a:pt x="736175" y="302723"/>
                  </a:lnTo>
                  <a:lnTo>
                    <a:pt x="733416" y="299258"/>
                  </a:lnTo>
                  <a:lnTo>
                    <a:pt x="730084" y="295188"/>
                  </a:lnTo>
                  <a:lnTo>
                    <a:pt x="725742" y="289973"/>
                  </a:lnTo>
                  <a:lnTo>
                    <a:pt x="721098" y="283885"/>
                  </a:lnTo>
                  <a:lnTo>
                    <a:pt x="721367" y="277224"/>
                  </a:lnTo>
                  <a:lnTo>
                    <a:pt x="725136" y="274028"/>
                  </a:lnTo>
                  <a:lnTo>
                    <a:pt x="727156" y="268242"/>
                  </a:lnTo>
                  <a:lnTo>
                    <a:pt x="727728" y="262725"/>
                  </a:lnTo>
                  <a:lnTo>
                    <a:pt x="726584" y="257814"/>
                  </a:lnTo>
                  <a:lnTo>
                    <a:pt x="731497" y="257814"/>
                  </a:lnTo>
                  <a:lnTo>
                    <a:pt x="735570" y="254921"/>
                  </a:lnTo>
                  <a:lnTo>
                    <a:pt x="740483" y="250851"/>
                  </a:lnTo>
                  <a:lnTo>
                    <a:pt x="745127" y="247386"/>
                  </a:lnTo>
                  <a:lnTo>
                    <a:pt x="746003" y="244493"/>
                  </a:lnTo>
                  <a:lnTo>
                    <a:pt x="742233" y="242172"/>
                  </a:lnTo>
                  <a:lnTo>
                    <a:pt x="737017" y="242172"/>
                  </a:lnTo>
                  <a:cubicBezTo>
                    <a:pt x="737017" y="242172"/>
                    <a:pt x="737589" y="236520"/>
                    <a:pt x="735872" y="237092"/>
                  </a:cubicBezTo>
                  <a:lnTo>
                    <a:pt x="731800" y="231743"/>
                  </a:lnTo>
                  <a:lnTo>
                    <a:pt x="728334" y="231743"/>
                  </a:lnTo>
                  <a:lnTo>
                    <a:pt x="722242" y="231743"/>
                  </a:lnTo>
                  <a:lnTo>
                    <a:pt x="717901" y="228682"/>
                  </a:lnTo>
                  <a:lnTo>
                    <a:pt x="714131" y="223031"/>
                  </a:lnTo>
                  <a:lnTo>
                    <a:pt x="707468" y="220407"/>
                  </a:lnTo>
                  <a:lnTo>
                    <a:pt x="704843" y="222425"/>
                  </a:lnTo>
                  <a:lnTo>
                    <a:pt x="702218" y="226496"/>
                  </a:lnTo>
                  <a:lnTo>
                    <a:pt x="699458" y="226496"/>
                  </a:lnTo>
                  <a:lnTo>
                    <a:pt x="692660" y="222156"/>
                  </a:lnTo>
                  <a:lnTo>
                    <a:pt x="692660" y="217245"/>
                  </a:lnTo>
                  <a:lnTo>
                    <a:pt x="690506" y="212905"/>
                  </a:lnTo>
                  <a:lnTo>
                    <a:pt x="684852" y="207388"/>
                  </a:lnTo>
                  <a:lnTo>
                    <a:pt x="683102" y="207388"/>
                  </a:lnTo>
                  <a:lnTo>
                    <a:pt x="676707" y="207388"/>
                  </a:lnTo>
                  <a:lnTo>
                    <a:pt x="675833" y="202040"/>
                  </a:lnTo>
                  <a:lnTo>
                    <a:pt x="673510" y="202510"/>
                  </a:lnTo>
                  <a:lnTo>
                    <a:pt x="671760" y="203049"/>
                  </a:lnTo>
                  <a:lnTo>
                    <a:pt x="669270" y="202174"/>
                  </a:lnTo>
                  <a:lnTo>
                    <a:pt x="666544" y="203251"/>
                  </a:lnTo>
                  <a:lnTo>
                    <a:pt x="663078" y="203150"/>
                  </a:lnTo>
                  <a:lnTo>
                    <a:pt x="661429" y="201064"/>
                  </a:lnTo>
                  <a:lnTo>
                    <a:pt x="663078" y="197801"/>
                  </a:lnTo>
                  <a:lnTo>
                    <a:pt x="663078" y="194336"/>
                  </a:lnTo>
                  <a:lnTo>
                    <a:pt x="663078" y="192587"/>
                  </a:lnTo>
                  <a:lnTo>
                    <a:pt x="663078" y="187373"/>
                  </a:lnTo>
                  <a:lnTo>
                    <a:pt x="663078" y="183908"/>
                  </a:lnTo>
                  <a:lnTo>
                    <a:pt x="658601" y="181957"/>
                  </a:lnTo>
                  <a:lnTo>
                    <a:pt x="655808" y="180880"/>
                  </a:lnTo>
                  <a:cubicBezTo>
                    <a:pt x="655808" y="180880"/>
                    <a:pt x="653924" y="182899"/>
                    <a:pt x="653924" y="183134"/>
                  </a:cubicBezTo>
                  <a:cubicBezTo>
                    <a:pt x="653924" y="183369"/>
                    <a:pt x="650962" y="190030"/>
                    <a:pt x="650659" y="190737"/>
                  </a:cubicBezTo>
                  <a:cubicBezTo>
                    <a:pt x="650356" y="191443"/>
                    <a:pt x="646957" y="192991"/>
                    <a:pt x="645880" y="194067"/>
                  </a:cubicBezTo>
                  <a:cubicBezTo>
                    <a:pt x="644803" y="195143"/>
                    <a:pt x="640091" y="195884"/>
                    <a:pt x="639149" y="196388"/>
                  </a:cubicBezTo>
                  <a:cubicBezTo>
                    <a:pt x="638207" y="196893"/>
                    <a:pt x="634000" y="197902"/>
                    <a:pt x="633630" y="197969"/>
                  </a:cubicBezTo>
                  <a:cubicBezTo>
                    <a:pt x="633260" y="198037"/>
                    <a:pt x="630601" y="198272"/>
                    <a:pt x="629490" y="197969"/>
                  </a:cubicBezTo>
                  <a:cubicBezTo>
                    <a:pt x="628413" y="197666"/>
                    <a:pt x="624206" y="195345"/>
                    <a:pt x="623635" y="195076"/>
                  </a:cubicBezTo>
                  <a:cubicBezTo>
                    <a:pt x="623062" y="194807"/>
                    <a:pt x="620000" y="192486"/>
                    <a:pt x="619428" y="192049"/>
                  </a:cubicBezTo>
                  <a:cubicBezTo>
                    <a:pt x="618855" y="191611"/>
                    <a:pt x="614716" y="190165"/>
                    <a:pt x="614144" y="189795"/>
                  </a:cubicBezTo>
                  <a:cubicBezTo>
                    <a:pt x="613572" y="189425"/>
                    <a:pt x="610307" y="185724"/>
                    <a:pt x="610004" y="185085"/>
                  </a:cubicBezTo>
                  <a:cubicBezTo>
                    <a:pt x="609701" y="184446"/>
                    <a:pt x="605595" y="184143"/>
                    <a:pt x="604047" y="184076"/>
                  </a:cubicBezTo>
                  <a:cubicBezTo>
                    <a:pt x="602533" y="184009"/>
                    <a:pt x="601893" y="183571"/>
                    <a:pt x="601018" y="182394"/>
                  </a:cubicBezTo>
                  <a:cubicBezTo>
                    <a:pt x="600143" y="181250"/>
                    <a:pt x="600749" y="180376"/>
                    <a:pt x="600749" y="179871"/>
                  </a:cubicBezTo>
                  <a:cubicBezTo>
                    <a:pt x="600749" y="179366"/>
                    <a:pt x="601389" y="177415"/>
                    <a:pt x="601759" y="177045"/>
                  </a:cubicBezTo>
                  <a:cubicBezTo>
                    <a:pt x="602129" y="176675"/>
                    <a:pt x="602466" y="175733"/>
                    <a:pt x="603206" y="174590"/>
                  </a:cubicBezTo>
                  <a:cubicBezTo>
                    <a:pt x="603946" y="173446"/>
                    <a:pt x="603341" y="172638"/>
                    <a:pt x="603846" y="171764"/>
                  </a:cubicBezTo>
                  <a:cubicBezTo>
                    <a:pt x="604350" y="170889"/>
                    <a:pt x="603778" y="169375"/>
                    <a:pt x="603846" y="169073"/>
                  </a:cubicBezTo>
                  <a:cubicBezTo>
                    <a:pt x="603913" y="168770"/>
                    <a:pt x="602634" y="165305"/>
                    <a:pt x="602634" y="165305"/>
                  </a:cubicBezTo>
                  <a:lnTo>
                    <a:pt x="600009" y="163926"/>
                  </a:lnTo>
                  <a:lnTo>
                    <a:pt x="598057" y="162177"/>
                  </a:lnTo>
                  <a:cubicBezTo>
                    <a:pt x="598057" y="162177"/>
                    <a:pt x="596374" y="162816"/>
                    <a:pt x="594725" y="163758"/>
                  </a:cubicBezTo>
                  <a:cubicBezTo>
                    <a:pt x="593076" y="164700"/>
                    <a:pt x="590653" y="165002"/>
                    <a:pt x="589744" y="165339"/>
                  </a:cubicBezTo>
                  <a:cubicBezTo>
                    <a:pt x="588802" y="165709"/>
                    <a:pt x="583215" y="166348"/>
                    <a:pt x="582004" y="166483"/>
                  </a:cubicBezTo>
                  <a:cubicBezTo>
                    <a:pt x="580759" y="166617"/>
                    <a:pt x="578302" y="165978"/>
                    <a:pt x="577157" y="165473"/>
                  </a:cubicBezTo>
                  <a:cubicBezTo>
                    <a:pt x="576013" y="164969"/>
                    <a:pt x="574835" y="162648"/>
                    <a:pt x="574701" y="162278"/>
                  </a:cubicBezTo>
                  <a:cubicBezTo>
                    <a:pt x="574566" y="161907"/>
                    <a:pt x="571504" y="158947"/>
                    <a:pt x="571369" y="158644"/>
                  </a:cubicBezTo>
                  <a:cubicBezTo>
                    <a:pt x="571234" y="158342"/>
                    <a:pt x="568340" y="156121"/>
                    <a:pt x="567397" y="155179"/>
                  </a:cubicBezTo>
                  <a:cubicBezTo>
                    <a:pt x="566455" y="154238"/>
                    <a:pt x="564638" y="153161"/>
                    <a:pt x="564638" y="153161"/>
                  </a:cubicBezTo>
                  <a:lnTo>
                    <a:pt x="562888" y="152522"/>
                  </a:lnTo>
                  <a:cubicBezTo>
                    <a:pt x="562888" y="152522"/>
                    <a:pt x="557368" y="152589"/>
                    <a:pt x="557099" y="152589"/>
                  </a:cubicBezTo>
                  <a:cubicBezTo>
                    <a:pt x="556796" y="152589"/>
                    <a:pt x="556157" y="153228"/>
                    <a:pt x="555955" y="153397"/>
                  </a:cubicBezTo>
                  <a:cubicBezTo>
                    <a:pt x="555719" y="153531"/>
                    <a:pt x="554643" y="154978"/>
                    <a:pt x="554272" y="155987"/>
                  </a:cubicBezTo>
                  <a:cubicBezTo>
                    <a:pt x="553902" y="156996"/>
                    <a:pt x="552522" y="158611"/>
                    <a:pt x="552522" y="158880"/>
                  </a:cubicBezTo>
                  <a:cubicBezTo>
                    <a:pt x="552522" y="159183"/>
                    <a:pt x="550705" y="160764"/>
                    <a:pt x="550133" y="161134"/>
                  </a:cubicBezTo>
                  <a:cubicBezTo>
                    <a:pt x="549561" y="161504"/>
                    <a:pt x="549123" y="162311"/>
                    <a:pt x="548753" y="162883"/>
                  </a:cubicBezTo>
                  <a:cubicBezTo>
                    <a:pt x="548383" y="163455"/>
                    <a:pt x="547575" y="164397"/>
                    <a:pt x="546733" y="165339"/>
                  </a:cubicBezTo>
                  <a:cubicBezTo>
                    <a:pt x="545858" y="166281"/>
                    <a:pt x="545858" y="166483"/>
                    <a:pt x="545522" y="167592"/>
                  </a:cubicBezTo>
                  <a:cubicBezTo>
                    <a:pt x="545152" y="168669"/>
                    <a:pt x="545152" y="169039"/>
                    <a:pt x="544950" y="170216"/>
                  </a:cubicBezTo>
                  <a:cubicBezTo>
                    <a:pt x="544748" y="171360"/>
                    <a:pt x="544142" y="171360"/>
                    <a:pt x="543705" y="171528"/>
                  </a:cubicBezTo>
                  <a:cubicBezTo>
                    <a:pt x="543267" y="171663"/>
                    <a:pt x="542123" y="172538"/>
                    <a:pt x="542123" y="172538"/>
                  </a:cubicBezTo>
                  <a:lnTo>
                    <a:pt x="539666" y="171327"/>
                  </a:lnTo>
                  <a:lnTo>
                    <a:pt x="537478" y="170250"/>
                  </a:lnTo>
                  <a:lnTo>
                    <a:pt x="536603" y="166550"/>
                  </a:lnTo>
                  <a:lnTo>
                    <a:pt x="539666" y="163085"/>
                  </a:lnTo>
                  <a:cubicBezTo>
                    <a:pt x="539666" y="163085"/>
                    <a:pt x="539666" y="160461"/>
                    <a:pt x="539666" y="159620"/>
                  </a:cubicBezTo>
                  <a:cubicBezTo>
                    <a:pt x="539666" y="158745"/>
                    <a:pt x="539666" y="157232"/>
                    <a:pt x="539666" y="157232"/>
                  </a:cubicBezTo>
                  <a:cubicBezTo>
                    <a:pt x="539666" y="157232"/>
                    <a:pt x="537378" y="158745"/>
                    <a:pt x="536738" y="158745"/>
                  </a:cubicBezTo>
                  <a:cubicBezTo>
                    <a:pt x="536099" y="158745"/>
                    <a:pt x="534685" y="158106"/>
                    <a:pt x="534685" y="158106"/>
                  </a:cubicBezTo>
                  <a:lnTo>
                    <a:pt x="533474" y="156895"/>
                  </a:lnTo>
                  <a:lnTo>
                    <a:pt x="530647" y="153195"/>
                  </a:lnTo>
                  <a:lnTo>
                    <a:pt x="527382" y="151143"/>
                  </a:lnTo>
                  <a:lnTo>
                    <a:pt x="524252" y="149730"/>
                  </a:lnTo>
                  <a:lnTo>
                    <a:pt x="520551" y="144415"/>
                  </a:lnTo>
                  <a:lnTo>
                    <a:pt x="521291" y="141926"/>
                  </a:lnTo>
                  <a:lnTo>
                    <a:pt x="524219" y="137250"/>
                  </a:lnTo>
                  <a:cubicBezTo>
                    <a:pt x="524219" y="137250"/>
                    <a:pt x="521055" y="136173"/>
                    <a:pt x="520315" y="135299"/>
                  </a:cubicBezTo>
                  <a:cubicBezTo>
                    <a:pt x="519541" y="134424"/>
                    <a:pt x="516175" y="131396"/>
                    <a:pt x="515974" y="130623"/>
                  </a:cubicBezTo>
                  <a:cubicBezTo>
                    <a:pt x="515771" y="129849"/>
                    <a:pt x="515872" y="127360"/>
                    <a:pt x="515872" y="127360"/>
                  </a:cubicBezTo>
                  <a:cubicBezTo>
                    <a:pt x="515872" y="127360"/>
                    <a:pt x="516646" y="126283"/>
                    <a:pt x="517387" y="126283"/>
                  </a:cubicBezTo>
                  <a:cubicBezTo>
                    <a:pt x="518127" y="126283"/>
                    <a:pt x="519776" y="125207"/>
                    <a:pt x="519776" y="125207"/>
                  </a:cubicBezTo>
                  <a:lnTo>
                    <a:pt x="522065" y="123155"/>
                  </a:lnTo>
                  <a:lnTo>
                    <a:pt x="522704" y="118479"/>
                  </a:lnTo>
                  <a:lnTo>
                    <a:pt x="517925" y="114577"/>
                  </a:lnTo>
                  <a:lnTo>
                    <a:pt x="516041" y="113063"/>
                  </a:lnTo>
                  <a:lnTo>
                    <a:pt x="515334" y="111011"/>
                  </a:lnTo>
                  <a:lnTo>
                    <a:pt x="515334" y="107546"/>
                  </a:lnTo>
                  <a:lnTo>
                    <a:pt x="515603" y="103846"/>
                  </a:lnTo>
                  <a:cubicBezTo>
                    <a:pt x="515603" y="103846"/>
                    <a:pt x="516209" y="99270"/>
                    <a:pt x="515974" y="97992"/>
                  </a:cubicBezTo>
                  <a:cubicBezTo>
                    <a:pt x="515771" y="96680"/>
                    <a:pt x="515974" y="94527"/>
                    <a:pt x="515974" y="94527"/>
                  </a:cubicBezTo>
                  <a:cubicBezTo>
                    <a:pt x="515974" y="94527"/>
                    <a:pt x="512507" y="92341"/>
                    <a:pt x="511867" y="92341"/>
                  </a:cubicBezTo>
                  <a:cubicBezTo>
                    <a:pt x="511194" y="92341"/>
                    <a:pt x="508603" y="93215"/>
                    <a:pt x="508603" y="93215"/>
                  </a:cubicBezTo>
                  <a:cubicBezTo>
                    <a:pt x="508603" y="93215"/>
                    <a:pt x="506651" y="94729"/>
                    <a:pt x="505978" y="94965"/>
                  </a:cubicBezTo>
                  <a:cubicBezTo>
                    <a:pt x="505339" y="95166"/>
                    <a:pt x="504228" y="96916"/>
                    <a:pt x="504228" y="96916"/>
                  </a:cubicBezTo>
                  <a:cubicBezTo>
                    <a:pt x="504228" y="96916"/>
                    <a:pt x="502916" y="98867"/>
                    <a:pt x="502916" y="99741"/>
                  </a:cubicBezTo>
                  <a:cubicBezTo>
                    <a:pt x="502916" y="100616"/>
                    <a:pt x="500324" y="101928"/>
                    <a:pt x="500324" y="101928"/>
                  </a:cubicBezTo>
                  <a:lnTo>
                    <a:pt x="498372" y="102803"/>
                  </a:lnTo>
                  <a:lnTo>
                    <a:pt x="495343" y="103677"/>
                  </a:lnTo>
                  <a:lnTo>
                    <a:pt x="493391" y="104754"/>
                  </a:lnTo>
                  <a:lnTo>
                    <a:pt x="491641" y="106267"/>
                  </a:lnTo>
                  <a:lnTo>
                    <a:pt x="488814" y="108656"/>
                  </a:lnTo>
                  <a:lnTo>
                    <a:pt x="487501" y="109531"/>
                  </a:lnTo>
                  <a:cubicBezTo>
                    <a:pt x="487501" y="109531"/>
                    <a:pt x="485987" y="109531"/>
                    <a:pt x="484675" y="108891"/>
                  </a:cubicBezTo>
                  <a:cubicBezTo>
                    <a:pt x="483362" y="108252"/>
                    <a:pt x="483160" y="108690"/>
                    <a:pt x="482049" y="108252"/>
                  </a:cubicBezTo>
                  <a:cubicBezTo>
                    <a:pt x="480939" y="107815"/>
                    <a:pt x="480535" y="107176"/>
                    <a:pt x="479223" y="105225"/>
                  </a:cubicBezTo>
                  <a:cubicBezTo>
                    <a:pt x="477910" y="103274"/>
                    <a:pt x="477910" y="104586"/>
                    <a:pt x="477035" y="104148"/>
                  </a:cubicBezTo>
                  <a:cubicBezTo>
                    <a:pt x="476160" y="103711"/>
                    <a:pt x="473535" y="100683"/>
                    <a:pt x="473535" y="100683"/>
                  </a:cubicBezTo>
                  <a:lnTo>
                    <a:pt x="473535" y="98732"/>
                  </a:lnTo>
                  <a:cubicBezTo>
                    <a:pt x="473535" y="98732"/>
                    <a:pt x="474747" y="95469"/>
                    <a:pt x="474747" y="94393"/>
                  </a:cubicBezTo>
                  <a:cubicBezTo>
                    <a:pt x="474747" y="93316"/>
                    <a:pt x="473535" y="92442"/>
                    <a:pt x="473535" y="92442"/>
                  </a:cubicBezTo>
                  <a:lnTo>
                    <a:pt x="468319" y="92004"/>
                  </a:lnTo>
                  <a:lnTo>
                    <a:pt x="468319" y="93955"/>
                  </a:lnTo>
                  <a:lnTo>
                    <a:pt x="465492" y="95705"/>
                  </a:lnTo>
                  <a:cubicBezTo>
                    <a:pt x="465492" y="95705"/>
                    <a:pt x="462867" y="96344"/>
                    <a:pt x="460713" y="96781"/>
                  </a:cubicBezTo>
                  <a:cubicBezTo>
                    <a:pt x="458525" y="97218"/>
                    <a:pt x="457011" y="96344"/>
                    <a:pt x="457011" y="96344"/>
                  </a:cubicBezTo>
                  <a:lnTo>
                    <a:pt x="454621" y="96344"/>
                  </a:lnTo>
                  <a:cubicBezTo>
                    <a:pt x="454621" y="96344"/>
                    <a:pt x="450919" y="96882"/>
                    <a:pt x="450044" y="97319"/>
                  </a:cubicBezTo>
                  <a:cubicBezTo>
                    <a:pt x="449169" y="97757"/>
                    <a:pt x="445501" y="98093"/>
                    <a:pt x="445501" y="98093"/>
                  </a:cubicBezTo>
                  <a:lnTo>
                    <a:pt x="441799" y="98295"/>
                  </a:lnTo>
                  <a:cubicBezTo>
                    <a:pt x="441799" y="98295"/>
                    <a:pt x="437457" y="98093"/>
                    <a:pt x="436582" y="98295"/>
                  </a:cubicBezTo>
                  <a:cubicBezTo>
                    <a:pt x="435707" y="98497"/>
                    <a:pt x="433318" y="99607"/>
                    <a:pt x="433318" y="99607"/>
                  </a:cubicBezTo>
                  <a:lnTo>
                    <a:pt x="425039" y="101793"/>
                  </a:lnTo>
                  <a:lnTo>
                    <a:pt x="420024" y="101356"/>
                  </a:lnTo>
                  <a:lnTo>
                    <a:pt x="409154" y="100044"/>
                  </a:lnTo>
                  <a:lnTo>
                    <a:pt x="406562" y="101558"/>
                  </a:lnTo>
                  <a:lnTo>
                    <a:pt x="399832" y="101558"/>
                  </a:lnTo>
                  <a:lnTo>
                    <a:pt x="393740" y="102769"/>
                  </a:lnTo>
                  <a:cubicBezTo>
                    <a:pt x="393740" y="102769"/>
                    <a:pt x="390913" y="102231"/>
                    <a:pt x="390038" y="102231"/>
                  </a:cubicBezTo>
                  <a:cubicBezTo>
                    <a:pt x="389163" y="102231"/>
                    <a:pt x="388288" y="102668"/>
                    <a:pt x="388288" y="102668"/>
                  </a:cubicBezTo>
                  <a:lnTo>
                    <a:pt x="385225" y="103980"/>
                  </a:lnTo>
                  <a:lnTo>
                    <a:pt x="383273" y="104619"/>
                  </a:lnTo>
                  <a:cubicBezTo>
                    <a:pt x="383273" y="104619"/>
                    <a:pt x="381086" y="105696"/>
                    <a:pt x="380446" y="105696"/>
                  </a:cubicBezTo>
                  <a:cubicBezTo>
                    <a:pt x="379807" y="105696"/>
                    <a:pt x="376980" y="105057"/>
                    <a:pt x="376980" y="105057"/>
                  </a:cubicBezTo>
                  <a:lnTo>
                    <a:pt x="375028" y="105057"/>
                  </a:lnTo>
                  <a:cubicBezTo>
                    <a:pt x="375028" y="105057"/>
                    <a:pt x="372841" y="103644"/>
                    <a:pt x="372638" y="103005"/>
                  </a:cubicBezTo>
                  <a:cubicBezTo>
                    <a:pt x="372403" y="102365"/>
                    <a:pt x="370451" y="101827"/>
                    <a:pt x="369812" y="100515"/>
                  </a:cubicBezTo>
                  <a:cubicBezTo>
                    <a:pt x="369139" y="99203"/>
                    <a:pt x="368499" y="99876"/>
                    <a:pt x="367860" y="99876"/>
                  </a:cubicBezTo>
                  <a:cubicBezTo>
                    <a:pt x="367220" y="99876"/>
                    <a:pt x="365672" y="99876"/>
                    <a:pt x="365032" y="99641"/>
                  </a:cubicBezTo>
                  <a:cubicBezTo>
                    <a:pt x="364393" y="99439"/>
                    <a:pt x="360893" y="98766"/>
                    <a:pt x="360893" y="98766"/>
                  </a:cubicBezTo>
                  <a:lnTo>
                    <a:pt x="357426" y="97017"/>
                  </a:lnTo>
                  <a:lnTo>
                    <a:pt x="354600" y="96142"/>
                  </a:lnTo>
                  <a:lnTo>
                    <a:pt x="352849" y="93316"/>
                  </a:lnTo>
                  <a:lnTo>
                    <a:pt x="350898" y="92004"/>
                  </a:lnTo>
                  <a:lnTo>
                    <a:pt x="348306" y="91365"/>
                  </a:lnTo>
                  <a:cubicBezTo>
                    <a:pt x="348306" y="91365"/>
                    <a:pt x="344368" y="90289"/>
                    <a:pt x="343292" y="90289"/>
                  </a:cubicBezTo>
                  <a:cubicBezTo>
                    <a:pt x="342215" y="90289"/>
                    <a:pt x="341104" y="89650"/>
                    <a:pt x="341104" y="89650"/>
                  </a:cubicBezTo>
                  <a:lnTo>
                    <a:pt x="339791" y="89010"/>
                  </a:lnTo>
                  <a:cubicBezTo>
                    <a:pt x="339791" y="89010"/>
                    <a:pt x="335450" y="88371"/>
                    <a:pt x="335013" y="87698"/>
                  </a:cubicBezTo>
                  <a:cubicBezTo>
                    <a:pt x="334575" y="87059"/>
                    <a:pt x="333061" y="86824"/>
                    <a:pt x="333061" y="86824"/>
                  </a:cubicBezTo>
                  <a:cubicBezTo>
                    <a:pt x="333061" y="86824"/>
                    <a:pt x="331310" y="86824"/>
                    <a:pt x="330234" y="85949"/>
                  </a:cubicBezTo>
                  <a:cubicBezTo>
                    <a:pt x="329157" y="85075"/>
                    <a:pt x="328046" y="84873"/>
                    <a:pt x="328046" y="84873"/>
                  </a:cubicBezTo>
                  <a:lnTo>
                    <a:pt x="326734" y="82922"/>
                  </a:lnTo>
                  <a:lnTo>
                    <a:pt x="324984" y="78347"/>
                  </a:lnTo>
                  <a:cubicBezTo>
                    <a:pt x="324984" y="78347"/>
                    <a:pt x="324109" y="76597"/>
                    <a:pt x="323032" y="74646"/>
                  </a:cubicBezTo>
                  <a:lnTo>
                    <a:pt x="321719" y="74209"/>
                  </a:lnTo>
                  <a:lnTo>
                    <a:pt x="318017" y="74646"/>
                  </a:lnTo>
                  <a:cubicBezTo>
                    <a:pt x="318017" y="74646"/>
                    <a:pt x="316940" y="75958"/>
                    <a:pt x="316065" y="76160"/>
                  </a:cubicBezTo>
                  <a:cubicBezTo>
                    <a:pt x="315190" y="76362"/>
                    <a:pt x="313238" y="75958"/>
                    <a:pt x="312363" y="75521"/>
                  </a:cubicBezTo>
                  <a:cubicBezTo>
                    <a:pt x="311488" y="75083"/>
                    <a:pt x="305834" y="74007"/>
                    <a:pt x="305834" y="74007"/>
                  </a:cubicBezTo>
                  <a:cubicBezTo>
                    <a:pt x="305834" y="74007"/>
                    <a:pt x="302368" y="72695"/>
                    <a:pt x="301493" y="72695"/>
                  </a:cubicBezTo>
                  <a:cubicBezTo>
                    <a:pt x="300618" y="72695"/>
                    <a:pt x="299103" y="70307"/>
                    <a:pt x="299103" y="70307"/>
                  </a:cubicBezTo>
                  <a:lnTo>
                    <a:pt x="297791" y="67918"/>
                  </a:lnTo>
                  <a:lnTo>
                    <a:pt x="296478" y="65294"/>
                  </a:lnTo>
                  <a:lnTo>
                    <a:pt x="294728" y="59879"/>
                  </a:lnTo>
                  <a:lnTo>
                    <a:pt x="292339" y="56178"/>
                  </a:lnTo>
                  <a:lnTo>
                    <a:pt x="286483" y="51401"/>
                  </a:lnTo>
                  <a:lnTo>
                    <a:pt x="278641" y="49652"/>
                  </a:lnTo>
                  <a:lnTo>
                    <a:pt x="276454" y="45952"/>
                  </a:lnTo>
                  <a:lnTo>
                    <a:pt x="275713" y="41377"/>
                  </a:lnTo>
                  <a:lnTo>
                    <a:pt x="276454" y="36701"/>
                  </a:lnTo>
                  <a:cubicBezTo>
                    <a:pt x="276454" y="36701"/>
                    <a:pt x="275276" y="32799"/>
                    <a:pt x="274939" y="32462"/>
                  </a:cubicBezTo>
                  <a:cubicBezTo>
                    <a:pt x="274603" y="32126"/>
                    <a:pt x="270699" y="25734"/>
                    <a:pt x="270261" y="24624"/>
                  </a:cubicBezTo>
                  <a:cubicBezTo>
                    <a:pt x="269824" y="23548"/>
                    <a:pt x="267872" y="18973"/>
                    <a:pt x="267872" y="18973"/>
                  </a:cubicBezTo>
                  <a:lnTo>
                    <a:pt x="265583" y="16483"/>
                  </a:lnTo>
                  <a:cubicBezTo>
                    <a:pt x="265583" y="16483"/>
                    <a:pt x="262958" y="12447"/>
                    <a:pt x="262655" y="11807"/>
                  </a:cubicBezTo>
                  <a:cubicBezTo>
                    <a:pt x="262319" y="11168"/>
                    <a:pt x="260266" y="7232"/>
                    <a:pt x="259626" y="5954"/>
                  </a:cubicBezTo>
                  <a:cubicBezTo>
                    <a:pt x="258987" y="4642"/>
                    <a:pt x="257876" y="2590"/>
                    <a:pt x="257876" y="2590"/>
                  </a:cubicBezTo>
                  <a:cubicBezTo>
                    <a:pt x="257876" y="2590"/>
                    <a:pt x="256900" y="942"/>
                    <a:pt x="256900" y="538"/>
                  </a:cubicBezTo>
                  <a:cubicBezTo>
                    <a:pt x="256900" y="101"/>
                    <a:pt x="254948" y="0"/>
                    <a:pt x="254948" y="0"/>
                  </a:cubicBezTo>
                  <a:cubicBezTo>
                    <a:pt x="254948" y="0"/>
                    <a:pt x="250607" y="2826"/>
                    <a:pt x="249833" y="3902"/>
                  </a:cubicBezTo>
                  <a:cubicBezTo>
                    <a:pt x="249093" y="4979"/>
                    <a:pt x="247342" y="5416"/>
                    <a:pt x="246467" y="6089"/>
                  </a:cubicBezTo>
                  <a:cubicBezTo>
                    <a:pt x="245592" y="6728"/>
                    <a:pt x="243304" y="7401"/>
                    <a:pt x="241890" y="7838"/>
                  </a:cubicBezTo>
                  <a:cubicBezTo>
                    <a:pt x="240477" y="8275"/>
                    <a:pt x="240039" y="9587"/>
                    <a:pt x="239501" y="10125"/>
                  </a:cubicBezTo>
                  <a:cubicBezTo>
                    <a:pt x="238962" y="10664"/>
                    <a:pt x="238087" y="12178"/>
                    <a:pt x="237650" y="12514"/>
                  </a:cubicBezTo>
                  <a:cubicBezTo>
                    <a:pt x="237212" y="12850"/>
                    <a:pt x="235698" y="13826"/>
                    <a:pt x="235261" y="14364"/>
                  </a:cubicBezTo>
                  <a:cubicBezTo>
                    <a:pt x="234823" y="14902"/>
                    <a:pt x="232770" y="16315"/>
                    <a:pt x="232097" y="16551"/>
                  </a:cubicBezTo>
                  <a:cubicBezTo>
                    <a:pt x="231458" y="16786"/>
                    <a:pt x="229707" y="16988"/>
                    <a:pt x="228832" y="16988"/>
                  </a:cubicBezTo>
                  <a:cubicBezTo>
                    <a:pt x="227957" y="16988"/>
                    <a:pt x="226746" y="16887"/>
                    <a:pt x="226746" y="16887"/>
                  </a:cubicBezTo>
                  <a:cubicBezTo>
                    <a:pt x="226746" y="16887"/>
                    <a:pt x="223380" y="16113"/>
                    <a:pt x="223044" y="15911"/>
                  </a:cubicBezTo>
                  <a:cubicBezTo>
                    <a:pt x="222707" y="15710"/>
                    <a:pt x="220318" y="14061"/>
                    <a:pt x="219577" y="13422"/>
                  </a:cubicBezTo>
                  <a:cubicBezTo>
                    <a:pt x="218803" y="12783"/>
                    <a:pt x="217726" y="11471"/>
                    <a:pt x="216751" y="10596"/>
                  </a:cubicBezTo>
                  <a:cubicBezTo>
                    <a:pt x="215774" y="9722"/>
                    <a:pt x="216212" y="8107"/>
                    <a:pt x="216212" y="8107"/>
                  </a:cubicBezTo>
                  <a:lnTo>
                    <a:pt x="216751" y="4945"/>
                  </a:lnTo>
                  <a:lnTo>
                    <a:pt x="215976" y="3095"/>
                  </a:lnTo>
                  <a:lnTo>
                    <a:pt x="213923" y="2119"/>
                  </a:lnTo>
                  <a:lnTo>
                    <a:pt x="211299" y="2321"/>
                  </a:lnTo>
                  <a:lnTo>
                    <a:pt x="208471" y="5920"/>
                  </a:lnTo>
                  <a:cubicBezTo>
                    <a:pt x="208471" y="5920"/>
                    <a:pt x="206183" y="7333"/>
                    <a:pt x="205745" y="7973"/>
                  </a:cubicBezTo>
                  <a:cubicBezTo>
                    <a:pt x="205308" y="8612"/>
                    <a:pt x="199452" y="10596"/>
                    <a:pt x="199452" y="10596"/>
                  </a:cubicBezTo>
                  <a:lnTo>
                    <a:pt x="189255" y="10798"/>
                  </a:lnTo>
                  <a:lnTo>
                    <a:pt x="186630" y="12312"/>
                  </a:lnTo>
                  <a:cubicBezTo>
                    <a:pt x="186630" y="12312"/>
                    <a:pt x="179798" y="13389"/>
                    <a:pt x="178788" y="13725"/>
                  </a:cubicBezTo>
                  <a:cubicBezTo>
                    <a:pt x="177812" y="14061"/>
                    <a:pt x="169903" y="12110"/>
                    <a:pt x="168927" y="12110"/>
                  </a:cubicBezTo>
                  <a:cubicBezTo>
                    <a:pt x="167951" y="12110"/>
                    <a:pt x="160547" y="9722"/>
                    <a:pt x="159470" y="9722"/>
                  </a:cubicBezTo>
                  <a:cubicBezTo>
                    <a:pt x="158393" y="9722"/>
                    <a:pt x="153480" y="7973"/>
                    <a:pt x="152201" y="7771"/>
                  </a:cubicBezTo>
                  <a:cubicBezTo>
                    <a:pt x="150889" y="7569"/>
                    <a:pt x="145470" y="5483"/>
                    <a:pt x="144797" y="5281"/>
                  </a:cubicBezTo>
                  <a:cubicBezTo>
                    <a:pt x="144158" y="5079"/>
                    <a:pt x="139378" y="2792"/>
                    <a:pt x="139378" y="2792"/>
                  </a:cubicBezTo>
                  <a:lnTo>
                    <a:pt x="135138" y="841"/>
                  </a:lnTo>
                  <a:lnTo>
                    <a:pt x="131234" y="841"/>
                  </a:lnTo>
                  <a:cubicBezTo>
                    <a:pt x="131234" y="841"/>
                    <a:pt x="126893" y="2523"/>
                    <a:pt x="126253" y="2960"/>
                  </a:cubicBezTo>
                  <a:cubicBezTo>
                    <a:pt x="125614" y="3397"/>
                    <a:pt x="122787" y="3768"/>
                    <a:pt x="121676" y="4306"/>
                  </a:cubicBezTo>
                  <a:cubicBezTo>
                    <a:pt x="120599" y="4844"/>
                    <a:pt x="117974" y="4306"/>
                    <a:pt x="117335" y="4306"/>
                  </a:cubicBezTo>
                  <a:cubicBezTo>
                    <a:pt x="116695" y="4306"/>
                    <a:pt x="113767" y="5719"/>
                    <a:pt x="112758" y="6257"/>
                  </a:cubicBezTo>
                  <a:cubicBezTo>
                    <a:pt x="111782" y="6795"/>
                    <a:pt x="111883" y="6896"/>
                    <a:pt x="111681" y="7333"/>
                  </a:cubicBezTo>
                  <a:cubicBezTo>
                    <a:pt x="111479" y="7771"/>
                    <a:pt x="109291" y="10496"/>
                    <a:pt x="108955" y="10697"/>
                  </a:cubicBezTo>
                  <a:cubicBezTo>
                    <a:pt x="108618" y="10899"/>
                    <a:pt x="108181" y="13187"/>
                    <a:pt x="108181" y="13624"/>
                  </a:cubicBezTo>
                  <a:cubicBezTo>
                    <a:pt x="108181" y="14061"/>
                    <a:pt x="109056" y="15575"/>
                    <a:pt x="109056" y="15575"/>
                  </a:cubicBezTo>
                  <a:cubicBezTo>
                    <a:pt x="109056" y="15575"/>
                    <a:pt x="117167" y="18771"/>
                    <a:pt x="117739" y="19645"/>
                  </a:cubicBezTo>
                  <a:cubicBezTo>
                    <a:pt x="118311" y="20520"/>
                    <a:pt x="118883" y="19948"/>
                    <a:pt x="121508" y="21126"/>
                  </a:cubicBezTo>
                  <a:cubicBezTo>
                    <a:pt x="124133" y="22303"/>
                    <a:pt x="126422" y="21395"/>
                    <a:pt x="126422" y="21395"/>
                  </a:cubicBezTo>
                  <a:cubicBezTo>
                    <a:pt x="126422" y="21395"/>
                    <a:pt x="129888" y="20823"/>
                    <a:pt x="131335" y="21395"/>
                  </a:cubicBezTo>
                  <a:cubicBezTo>
                    <a:pt x="132782" y="21967"/>
                    <a:pt x="137427" y="24288"/>
                    <a:pt x="137427" y="24288"/>
                  </a:cubicBezTo>
                  <a:lnTo>
                    <a:pt x="137999" y="28930"/>
                  </a:lnTo>
                  <a:lnTo>
                    <a:pt x="138571" y="33841"/>
                  </a:lnTo>
                  <a:cubicBezTo>
                    <a:pt x="138571" y="33841"/>
                    <a:pt x="136552" y="37474"/>
                    <a:pt x="136383" y="37912"/>
                  </a:cubicBezTo>
                  <a:cubicBezTo>
                    <a:pt x="136249" y="38349"/>
                    <a:pt x="136080" y="40368"/>
                    <a:pt x="136080" y="42689"/>
                  </a:cubicBezTo>
                  <a:cubicBezTo>
                    <a:pt x="136080" y="45010"/>
                    <a:pt x="138840" y="45716"/>
                    <a:pt x="141028" y="47768"/>
                  </a:cubicBezTo>
                  <a:cubicBezTo>
                    <a:pt x="143215" y="49787"/>
                    <a:pt x="142475" y="47768"/>
                    <a:pt x="145100" y="47465"/>
                  </a:cubicBezTo>
                  <a:cubicBezTo>
                    <a:pt x="147691" y="47163"/>
                    <a:pt x="147254" y="46894"/>
                    <a:pt x="151898" y="46759"/>
                  </a:cubicBezTo>
                  <a:cubicBezTo>
                    <a:pt x="156542" y="46624"/>
                    <a:pt x="157687" y="47768"/>
                    <a:pt x="160446" y="48205"/>
                  </a:cubicBezTo>
                  <a:cubicBezTo>
                    <a:pt x="163206" y="48643"/>
                    <a:pt x="164519" y="50796"/>
                    <a:pt x="165663" y="51536"/>
                  </a:cubicBezTo>
                  <a:cubicBezTo>
                    <a:pt x="166807" y="52242"/>
                    <a:pt x="171451" y="55573"/>
                    <a:pt x="173336" y="57019"/>
                  </a:cubicBezTo>
                  <a:cubicBezTo>
                    <a:pt x="175221" y="58465"/>
                    <a:pt x="174480" y="60215"/>
                    <a:pt x="174783" y="62670"/>
                  </a:cubicBezTo>
                  <a:cubicBezTo>
                    <a:pt x="175052" y="65126"/>
                    <a:pt x="173908" y="66304"/>
                    <a:pt x="173336" y="67447"/>
                  </a:cubicBezTo>
                  <a:cubicBezTo>
                    <a:pt x="172764" y="68591"/>
                    <a:pt x="171148" y="71484"/>
                    <a:pt x="170442" y="72359"/>
                  </a:cubicBezTo>
                  <a:cubicBezTo>
                    <a:pt x="169735" y="73233"/>
                    <a:pt x="166100" y="74949"/>
                    <a:pt x="164350" y="75554"/>
                  </a:cubicBezTo>
                  <a:cubicBezTo>
                    <a:pt x="162600" y="76126"/>
                    <a:pt x="157990" y="78750"/>
                    <a:pt x="155802" y="77304"/>
                  </a:cubicBezTo>
                  <a:cubicBezTo>
                    <a:pt x="153615" y="75857"/>
                    <a:pt x="151158" y="77304"/>
                    <a:pt x="151158" y="77304"/>
                  </a:cubicBezTo>
                  <a:cubicBezTo>
                    <a:pt x="151158" y="77304"/>
                    <a:pt x="143754" y="79928"/>
                    <a:pt x="142744" y="80197"/>
                  </a:cubicBezTo>
                  <a:cubicBezTo>
                    <a:pt x="141734" y="80500"/>
                    <a:pt x="133624" y="80634"/>
                    <a:pt x="133624" y="80634"/>
                  </a:cubicBezTo>
                  <a:lnTo>
                    <a:pt x="128138" y="77304"/>
                  </a:lnTo>
                  <a:lnTo>
                    <a:pt x="121744" y="77304"/>
                  </a:lnTo>
                  <a:lnTo>
                    <a:pt x="119421" y="80129"/>
                  </a:lnTo>
                  <a:lnTo>
                    <a:pt x="116393" y="81206"/>
                  </a:lnTo>
                  <a:lnTo>
                    <a:pt x="115518" y="91197"/>
                  </a:lnTo>
                  <a:cubicBezTo>
                    <a:pt x="115518" y="91197"/>
                    <a:pt x="115383" y="98598"/>
                    <a:pt x="114811" y="99001"/>
                  </a:cubicBezTo>
                  <a:cubicBezTo>
                    <a:pt x="114239" y="99439"/>
                    <a:pt x="112791" y="101625"/>
                    <a:pt x="111613" y="102769"/>
                  </a:cubicBezTo>
                  <a:cubicBezTo>
                    <a:pt x="110469" y="103913"/>
                    <a:pt x="108147" y="107983"/>
                    <a:pt x="107710" y="109732"/>
                  </a:cubicBezTo>
                  <a:cubicBezTo>
                    <a:pt x="107272" y="111482"/>
                    <a:pt x="107844" y="113803"/>
                    <a:pt x="108282" y="114375"/>
                  </a:cubicBezTo>
                  <a:cubicBezTo>
                    <a:pt x="108719" y="114947"/>
                    <a:pt x="112623" y="119589"/>
                    <a:pt x="113936" y="121170"/>
                  </a:cubicBezTo>
                  <a:cubicBezTo>
                    <a:pt x="115248" y="122751"/>
                    <a:pt x="117268" y="125240"/>
                    <a:pt x="118277" y="125947"/>
                  </a:cubicBezTo>
                  <a:cubicBezTo>
                    <a:pt x="119287" y="126687"/>
                    <a:pt x="120465" y="131295"/>
                    <a:pt x="120465" y="131295"/>
                  </a:cubicBezTo>
                  <a:cubicBezTo>
                    <a:pt x="120465" y="131295"/>
                    <a:pt x="120465" y="138091"/>
                    <a:pt x="120599" y="139537"/>
                  </a:cubicBezTo>
                  <a:cubicBezTo>
                    <a:pt x="120734" y="140984"/>
                    <a:pt x="120162" y="147813"/>
                    <a:pt x="120162" y="148384"/>
                  </a:cubicBezTo>
                  <a:cubicBezTo>
                    <a:pt x="120162" y="148956"/>
                    <a:pt x="119724" y="156054"/>
                    <a:pt x="119724" y="156626"/>
                  </a:cubicBezTo>
                  <a:cubicBezTo>
                    <a:pt x="119724" y="157198"/>
                    <a:pt x="120027" y="163287"/>
                    <a:pt x="120027" y="163287"/>
                  </a:cubicBezTo>
                  <a:cubicBezTo>
                    <a:pt x="120027" y="163287"/>
                    <a:pt x="123359" y="173715"/>
                    <a:pt x="123797" y="174287"/>
                  </a:cubicBezTo>
                  <a:cubicBezTo>
                    <a:pt x="124234" y="174859"/>
                    <a:pt x="124941" y="178492"/>
                    <a:pt x="124941" y="178492"/>
                  </a:cubicBezTo>
                  <a:lnTo>
                    <a:pt x="128340" y="181519"/>
                  </a:lnTo>
                  <a:cubicBezTo>
                    <a:pt x="128340" y="181519"/>
                    <a:pt x="131604" y="183269"/>
                    <a:pt x="132479" y="183269"/>
                  </a:cubicBezTo>
                  <a:cubicBezTo>
                    <a:pt x="133354" y="183269"/>
                    <a:pt x="135071" y="187171"/>
                    <a:pt x="135071" y="187171"/>
                  </a:cubicBezTo>
                  <a:cubicBezTo>
                    <a:pt x="135071" y="187171"/>
                    <a:pt x="132883" y="190636"/>
                    <a:pt x="132244" y="192183"/>
                  </a:cubicBezTo>
                  <a:cubicBezTo>
                    <a:pt x="131604" y="193697"/>
                    <a:pt x="130292" y="197835"/>
                    <a:pt x="130292" y="197835"/>
                  </a:cubicBezTo>
                  <a:lnTo>
                    <a:pt x="135071" y="198911"/>
                  </a:lnTo>
                  <a:lnTo>
                    <a:pt x="145504" y="198911"/>
                  </a:lnTo>
                  <a:lnTo>
                    <a:pt x="147658" y="198911"/>
                  </a:lnTo>
                  <a:lnTo>
                    <a:pt x="148970" y="202275"/>
                  </a:lnTo>
                  <a:lnTo>
                    <a:pt x="154389" y="207590"/>
                  </a:lnTo>
                  <a:cubicBezTo>
                    <a:pt x="154389" y="207590"/>
                    <a:pt x="157653" y="209979"/>
                    <a:pt x="158965" y="210180"/>
                  </a:cubicBezTo>
                  <a:cubicBezTo>
                    <a:pt x="160278" y="210382"/>
                    <a:pt x="165259" y="213006"/>
                    <a:pt x="165259" y="213006"/>
                  </a:cubicBezTo>
                  <a:lnTo>
                    <a:pt x="167648" y="214755"/>
                  </a:lnTo>
                  <a:lnTo>
                    <a:pt x="169836" y="216942"/>
                  </a:lnTo>
                  <a:cubicBezTo>
                    <a:pt x="169836" y="216942"/>
                    <a:pt x="173100" y="221281"/>
                    <a:pt x="173538" y="221921"/>
                  </a:cubicBezTo>
                  <a:cubicBezTo>
                    <a:pt x="173976" y="222560"/>
                    <a:pt x="172461" y="227572"/>
                    <a:pt x="172461" y="227572"/>
                  </a:cubicBezTo>
                  <a:lnTo>
                    <a:pt x="172461" y="230835"/>
                  </a:lnTo>
                  <a:lnTo>
                    <a:pt x="173774" y="234535"/>
                  </a:lnTo>
                  <a:lnTo>
                    <a:pt x="175961" y="239750"/>
                  </a:lnTo>
                  <a:lnTo>
                    <a:pt x="175961" y="241499"/>
                  </a:lnTo>
                  <a:lnTo>
                    <a:pt x="175961" y="243887"/>
                  </a:lnTo>
                  <a:lnTo>
                    <a:pt x="172427" y="245636"/>
                  </a:lnTo>
                  <a:lnTo>
                    <a:pt x="171182" y="248260"/>
                  </a:lnTo>
                  <a:lnTo>
                    <a:pt x="172057" y="251086"/>
                  </a:lnTo>
                  <a:cubicBezTo>
                    <a:pt x="172057" y="251086"/>
                    <a:pt x="172495" y="257175"/>
                    <a:pt x="173807" y="257814"/>
                  </a:cubicBezTo>
                  <a:cubicBezTo>
                    <a:pt x="175120" y="258453"/>
                    <a:pt x="174884" y="263028"/>
                    <a:pt x="175120" y="264105"/>
                  </a:cubicBezTo>
                  <a:cubicBezTo>
                    <a:pt x="175355" y="265181"/>
                    <a:pt x="175120" y="268882"/>
                    <a:pt x="175120" y="268882"/>
                  </a:cubicBezTo>
                  <a:lnTo>
                    <a:pt x="172528" y="274533"/>
                  </a:lnTo>
                  <a:lnTo>
                    <a:pt x="172528" y="277224"/>
                  </a:lnTo>
                  <a:lnTo>
                    <a:pt x="169365" y="281126"/>
                  </a:lnTo>
                  <a:lnTo>
                    <a:pt x="165562" y="282203"/>
                  </a:lnTo>
                  <a:lnTo>
                    <a:pt x="162095" y="281328"/>
                  </a:lnTo>
                  <a:lnTo>
                    <a:pt x="162095" y="278502"/>
                  </a:lnTo>
                  <a:lnTo>
                    <a:pt x="160379" y="274365"/>
                  </a:lnTo>
                  <a:lnTo>
                    <a:pt x="160379" y="271775"/>
                  </a:lnTo>
                  <a:lnTo>
                    <a:pt x="158191" y="271775"/>
                  </a:lnTo>
                  <a:lnTo>
                    <a:pt x="154288" y="273524"/>
                  </a:lnTo>
                  <a:lnTo>
                    <a:pt x="149071" y="273524"/>
                  </a:lnTo>
                  <a:lnTo>
                    <a:pt x="142340" y="273524"/>
                  </a:lnTo>
                  <a:cubicBezTo>
                    <a:pt x="142340" y="273524"/>
                    <a:pt x="135811" y="274937"/>
                    <a:pt x="134970" y="275374"/>
                  </a:cubicBezTo>
                  <a:cubicBezTo>
                    <a:pt x="134095" y="275811"/>
                    <a:pt x="131066" y="278536"/>
                    <a:pt x="131066" y="278536"/>
                  </a:cubicBezTo>
                  <a:lnTo>
                    <a:pt x="128037" y="281160"/>
                  </a:lnTo>
                  <a:lnTo>
                    <a:pt x="125210" y="285298"/>
                  </a:lnTo>
                  <a:cubicBezTo>
                    <a:pt x="125210" y="285298"/>
                    <a:pt x="122820" y="288998"/>
                    <a:pt x="122585" y="289637"/>
                  </a:cubicBezTo>
                  <a:cubicBezTo>
                    <a:pt x="122383" y="290276"/>
                    <a:pt x="121508" y="291824"/>
                    <a:pt x="121508" y="291824"/>
                  </a:cubicBezTo>
                  <a:lnTo>
                    <a:pt x="119556" y="295289"/>
                  </a:lnTo>
                  <a:lnTo>
                    <a:pt x="118244" y="297038"/>
                  </a:lnTo>
                  <a:lnTo>
                    <a:pt x="113229" y="298787"/>
                  </a:lnTo>
                  <a:lnTo>
                    <a:pt x="110200" y="301411"/>
                  </a:lnTo>
                  <a:cubicBezTo>
                    <a:pt x="110200" y="301411"/>
                    <a:pt x="107171" y="303800"/>
                    <a:pt x="106296" y="304237"/>
                  </a:cubicBezTo>
                  <a:cubicBezTo>
                    <a:pt x="105421" y="304674"/>
                    <a:pt x="103032" y="307500"/>
                    <a:pt x="103032" y="307500"/>
                  </a:cubicBezTo>
                  <a:lnTo>
                    <a:pt x="103032" y="312714"/>
                  </a:lnTo>
                  <a:lnTo>
                    <a:pt x="103032" y="318130"/>
                  </a:lnTo>
                  <a:lnTo>
                    <a:pt x="101315" y="323983"/>
                  </a:lnTo>
                  <a:cubicBezTo>
                    <a:pt x="101315" y="323983"/>
                    <a:pt x="98051" y="327448"/>
                    <a:pt x="97176" y="327448"/>
                  </a:cubicBezTo>
                  <a:cubicBezTo>
                    <a:pt x="96301" y="327448"/>
                    <a:pt x="96065" y="324858"/>
                    <a:pt x="96065" y="324858"/>
                  </a:cubicBezTo>
                  <a:lnTo>
                    <a:pt x="96065" y="317895"/>
                  </a:lnTo>
                  <a:lnTo>
                    <a:pt x="96065" y="312680"/>
                  </a:lnTo>
                  <a:lnTo>
                    <a:pt x="96065" y="309215"/>
                  </a:lnTo>
                  <a:lnTo>
                    <a:pt x="96065" y="305750"/>
                  </a:lnTo>
                  <a:lnTo>
                    <a:pt x="92262" y="303127"/>
                  </a:lnTo>
                  <a:lnTo>
                    <a:pt x="89099" y="302252"/>
                  </a:lnTo>
                  <a:lnTo>
                    <a:pt x="89099" y="304439"/>
                  </a:lnTo>
                  <a:lnTo>
                    <a:pt x="87685" y="307062"/>
                  </a:lnTo>
                  <a:cubicBezTo>
                    <a:pt x="87685" y="307062"/>
                    <a:pt x="85195" y="310090"/>
                    <a:pt x="84387" y="310763"/>
                  </a:cubicBezTo>
                  <a:cubicBezTo>
                    <a:pt x="83579" y="311402"/>
                    <a:pt x="81291" y="312512"/>
                    <a:pt x="81291" y="312512"/>
                  </a:cubicBezTo>
                  <a:lnTo>
                    <a:pt x="77824" y="312748"/>
                  </a:lnTo>
                  <a:lnTo>
                    <a:pt x="74762" y="307096"/>
                  </a:lnTo>
                  <a:lnTo>
                    <a:pt x="72170" y="304069"/>
                  </a:lnTo>
                  <a:lnTo>
                    <a:pt x="68031" y="302757"/>
                  </a:lnTo>
                  <a:lnTo>
                    <a:pt x="63891" y="301445"/>
                  </a:lnTo>
                  <a:lnTo>
                    <a:pt x="59314" y="301445"/>
                  </a:lnTo>
                  <a:lnTo>
                    <a:pt x="58237" y="302757"/>
                  </a:lnTo>
                  <a:lnTo>
                    <a:pt x="56723" y="304708"/>
                  </a:lnTo>
                  <a:lnTo>
                    <a:pt x="53458" y="306659"/>
                  </a:lnTo>
                  <a:cubicBezTo>
                    <a:pt x="53458" y="306659"/>
                    <a:pt x="51271" y="307971"/>
                    <a:pt x="50631" y="307971"/>
                  </a:cubicBezTo>
                  <a:cubicBezTo>
                    <a:pt x="49992" y="307971"/>
                    <a:pt x="49554" y="310157"/>
                    <a:pt x="49554" y="310157"/>
                  </a:cubicBezTo>
                  <a:lnTo>
                    <a:pt x="49117" y="312108"/>
                  </a:lnTo>
                  <a:lnTo>
                    <a:pt x="48040" y="313622"/>
                  </a:lnTo>
                  <a:cubicBezTo>
                    <a:pt x="48040" y="313622"/>
                    <a:pt x="46728" y="315573"/>
                    <a:pt x="46324" y="316246"/>
                  </a:cubicBezTo>
                  <a:cubicBezTo>
                    <a:pt x="45886" y="316885"/>
                    <a:pt x="43261" y="316885"/>
                    <a:pt x="43261" y="316885"/>
                  </a:cubicBezTo>
                  <a:lnTo>
                    <a:pt x="40434" y="312748"/>
                  </a:lnTo>
                  <a:lnTo>
                    <a:pt x="34545" y="306221"/>
                  </a:lnTo>
                  <a:lnTo>
                    <a:pt x="29126" y="301445"/>
                  </a:lnTo>
                  <a:lnTo>
                    <a:pt x="27376" y="301445"/>
                  </a:lnTo>
                  <a:lnTo>
                    <a:pt x="24785" y="305784"/>
                  </a:lnTo>
                  <a:lnTo>
                    <a:pt x="24785" y="308812"/>
                  </a:lnTo>
                  <a:lnTo>
                    <a:pt x="24347" y="312277"/>
                  </a:lnTo>
                  <a:cubicBezTo>
                    <a:pt x="24347" y="312277"/>
                    <a:pt x="24549" y="315304"/>
                    <a:pt x="24549" y="316784"/>
                  </a:cubicBezTo>
                  <a:cubicBezTo>
                    <a:pt x="24549" y="318231"/>
                    <a:pt x="18020" y="317726"/>
                    <a:pt x="17145" y="317087"/>
                  </a:cubicBezTo>
                  <a:cubicBezTo>
                    <a:pt x="16270" y="316448"/>
                    <a:pt x="13443" y="317087"/>
                    <a:pt x="13443" y="317087"/>
                  </a:cubicBezTo>
                  <a:lnTo>
                    <a:pt x="11693" y="317087"/>
                  </a:lnTo>
                  <a:lnTo>
                    <a:pt x="8227" y="317087"/>
                  </a:lnTo>
                  <a:lnTo>
                    <a:pt x="4962" y="317087"/>
                  </a:lnTo>
                  <a:lnTo>
                    <a:pt x="3448" y="318836"/>
                  </a:lnTo>
                  <a:lnTo>
                    <a:pt x="2337" y="323613"/>
                  </a:lnTo>
                  <a:lnTo>
                    <a:pt x="3650" y="329265"/>
                  </a:lnTo>
                  <a:lnTo>
                    <a:pt x="6039" y="336665"/>
                  </a:lnTo>
                  <a:lnTo>
                    <a:pt x="11929" y="340130"/>
                  </a:lnTo>
                  <a:lnTo>
                    <a:pt x="14756" y="343831"/>
                  </a:lnTo>
                  <a:lnTo>
                    <a:pt x="15631" y="350996"/>
                  </a:lnTo>
                  <a:cubicBezTo>
                    <a:pt x="15631" y="350996"/>
                    <a:pt x="16708" y="356210"/>
                    <a:pt x="17381" y="357085"/>
                  </a:cubicBezTo>
                  <a:cubicBezTo>
                    <a:pt x="18020" y="357959"/>
                    <a:pt x="16943" y="362501"/>
                    <a:pt x="16943" y="362501"/>
                  </a:cubicBezTo>
                  <a:lnTo>
                    <a:pt x="14554" y="363577"/>
                  </a:lnTo>
                  <a:cubicBezTo>
                    <a:pt x="14554" y="363577"/>
                    <a:pt x="9977" y="365966"/>
                    <a:pt x="9337" y="366403"/>
                  </a:cubicBezTo>
                  <a:cubicBezTo>
                    <a:pt x="8698" y="366840"/>
                    <a:pt x="8260" y="369430"/>
                    <a:pt x="8260" y="369430"/>
                  </a:cubicBezTo>
                  <a:cubicBezTo>
                    <a:pt x="8260" y="369430"/>
                    <a:pt x="11289" y="372021"/>
                    <a:pt x="13039" y="371617"/>
                  </a:cubicBezTo>
                  <a:cubicBezTo>
                    <a:pt x="14789" y="371180"/>
                    <a:pt x="19131" y="374443"/>
                    <a:pt x="19131" y="374443"/>
                  </a:cubicBezTo>
                  <a:cubicBezTo>
                    <a:pt x="19131" y="374443"/>
                    <a:pt x="16304" y="376394"/>
                    <a:pt x="15866" y="377067"/>
                  </a:cubicBezTo>
                  <a:cubicBezTo>
                    <a:pt x="15429" y="377739"/>
                    <a:pt x="15664" y="380330"/>
                    <a:pt x="15664" y="380330"/>
                  </a:cubicBezTo>
                  <a:lnTo>
                    <a:pt x="16102" y="387932"/>
                  </a:lnTo>
                  <a:lnTo>
                    <a:pt x="12635" y="388134"/>
                  </a:lnTo>
                  <a:cubicBezTo>
                    <a:pt x="12635" y="388134"/>
                    <a:pt x="8496" y="384669"/>
                    <a:pt x="6981" y="384669"/>
                  </a:cubicBezTo>
                  <a:cubicBezTo>
                    <a:pt x="5467" y="384669"/>
                    <a:pt x="2405" y="386856"/>
                    <a:pt x="2405" y="386856"/>
                  </a:cubicBezTo>
                  <a:cubicBezTo>
                    <a:pt x="2405" y="386856"/>
                    <a:pt x="-221" y="389446"/>
                    <a:pt x="15" y="389244"/>
                  </a:cubicBezTo>
                  <a:cubicBezTo>
                    <a:pt x="217" y="389042"/>
                    <a:pt x="15" y="394458"/>
                    <a:pt x="15" y="394458"/>
                  </a:cubicBezTo>
                  <a:lnTo>
                    <a:pt x="3279" y="400110"/>
                  </a:lnTo>
                  <a:lnTo>
                    <a:pt x="6746" y="404012"/>
                  </a:lnTo>
                  <a:cubicBezTo>
                    <a:pt x="6746" y="404012"/>
                    <a:pt x="13039" y="403575"/>
                    <a:pt x="13477" y="402935"/>
                  </a:cubicBezTo>
                  <a:cubicBezTo>
                    <a:pt x="13914" y="402296"/>
                    <a:pt x="15429" y="401859"/>
                    <a:pt x="15664" y="401186"/>
                  </a:cubicBezTo>
                  <a:cubicBezTo>
                    <a:pt x="15866" y="400547"/>
                    <a:pt x="17852" y="399672"/>
                    <a:pt x="17852" y="399672"/>
                  </a:cubicBezTo>
                  <a:lnTo>
                    <a:pt x="17852" y="394458"/>
                  </a:lnTo>
                  <a:lnTo>
                    <a:pt x="22092" y="392709"/>
                  </a:lnTo>
                  <a:lnTo>
                    <a:pt x="25256" y="394862"/>
                  </a:lnTo>
                  <a:lnTo>
                    <a:pt x="26568" y="399639"/>
                  </a:lnTo>
                  <a:lnTo>
                    <a:pt x="26568" y="406165"/>
                  </a:lnTo>
                  <a:cubicBezTo>
                    <a:pt x="26568" y="406165"/>
                    <a:pt x="31145" y="408351"/>
                    <a:pt x="32021" y="408553"/>
                  </a:cubicBezTo>
                  <a:cubicBezTo>
                    <a:pt x="32896" y="408755"/>
                    <a:pt x="40502" y="413566"/>
                    <a:pt x="40502" y="413566"/>
                  </a:cubicBezTo>
                  <a:lnTo>
                    <a:pt x="47468" y="419217"/>
                  </a:lnTo>
                  <a:lnTo>
                    <a:pt x="49420" y="422917"/>
                  </a:lnTo>
                  <a:lnTo>
                    <a:pt x="48780" y="427055"/>
                  </a:lnTo>
                  <a:lnTo>
                    <a:pt x="47468" y="432706"/>
                  </a:lnTo>
                  <a:lnTo>
                    <a:pt x="47468" y="435532"/>
                  </a:lnTo>
                  <a:lnTo>
                    <a:pt x="52684" y="439872"/>
                  </a:lnTo>
                  <a:lnTo>
                    <a:pt x="52684" y="441621"/>
                  </a:lnTo>
                  <a:cubicBezTo>
                    <a:pt x="52684" y="441621"/>
                    <a:pt x="51708" y="442698"/>
                    <a:pt x="51271" y="443370"/>
                  </a:cubicBezTo>
                  <a:cubicBezTo>
                    <a:pt x="50833" y="444010"/>
                    <a:pt x="52684" y="448147"/>
                    <a:pt x="52684" y="448147"/>
                  </a:cubicBezTo>
                  <a:lnTo>
                    <a:pt x="57261" y="450737"/>
                  </a:lnTo>
                  <a:lnTo>
                    <a:pt x="64665" y="445523"/>
                  </a:lnTo>
                  <a:cubicBezTo>
                    <a:pt x="64665" y="445523"/>
                    <a:pt x="68805" y="445288"/>
                    <a:pt x="70118" y="446600"/>
                  </a:cubicBezTo>
                  <a:cubicBezTo>
                    <a:pt x="71430" y="447912"/>
                    <a:pt x="71867" y="450939"/>
                    <a:pt x="71867" y="450939"/>
                  </a:cubicBezTo>
                  <a:cubicBezTo>
                    <a:pt x="71867" y="450939"/>
                    <a:pt x="74021" y="456591"/>
                    <a:pt x="73819" y="457230"/>
                  </a:cubicBezTo>
                  <a:cubicBezTo>
                    <a:pt x="73618" y="457869"/>
                    <a:pt x="70118" y="458744"/>
                    <a:pt x="70118" y="458744"/>
                  </a:cubicBezTo>
                  <a:cubicBezTo>
                    <a:pt x="70118" y="458744"/>
                    <a:pt x="70118" y="462646"/>
                    <a:pt x="70118" y="463520"/>
                  </a:cubicBezTo>
                  <a:cubicBezTo>
                    <a:pt x="70118" y="464395"/>
                    <a:pt x="71733" y="468129"/>
                    <a:pt x="71733" y="468129"/>
                  </a:cubicBezTo>
                  <a:lnTo>
                    <a:pt x="78127" y="470988"/>
                  </a:lnTo>
                  <a:lnTo>
                    <a:pt x="84252" y="473680"/>
                  </a:lnTo>
                  <a:lnTo>
                    <a:pt x="85599" y="474016"/>
                  </a:lnTo>
                  <a:lnTo>
                    <a:pt x="85195" y="472637"/>
                  </a:lnTo>
                  <a:cubicBezTo>
                    <a:pt x="85195" y="472637"/>
                    <a:pt x="86070" y="469172"/>
                    <a:pt x="86373" y="467995"/>
                  </a:cubicBezTo>
                  <a:cubicBezTo>
                    <a:pt x="86676" y="466851"/>
                    <a:pt x="87820" y="464227"/>
                    <a:pt x="88392" y="463083"/>
                  </a:cubicBezTo>
                  <a:cubicBezTo>
                    <a:pt x="88964" y="461939"/>
                    <a:pt x="88964" y="459618"/>
                    <a:pt x="90714" y="457566"/>
                  </a:cubicBezTo>
                  <a:cubicBezTo>
                    <a:pt x="92464" y="455548"/>
                    <a:pt x="93305" y="456120"/>
                    <a:pt x="94786" y="453496"/>
                  </a:cubicBezTo>
                  <a:cubicBezTo>
                    <a:pt x="96234" y="450872"/>
                    <a:pt x="97681" y="449425"/>
                    <a:pt x="98253" y="448584"/>
                  </a:cubicBezTo>
                  <a:cubicBezTo>
                    <a:pt x="98825" y="447710"/>
                    <a:pt x="99431" y="446566"/>
                    <a:pt x="99700" y="443068"/>
                  </a:cubicBezTo>
                  <a:cubicBezTo>
                    <a:pt x="100003" y="439603"/>
                    <a:pt x="100844" y="434960"/>
                    <a:pt x="100844" y="434960"/>
                  </a:cubicBezTo>
                  <a:cubicBezTo>
                    <a:pt x="100844" y="434960"/>
                    <a:pt x="101988" y="431765"/>
                    <a:pt x="102863" y="431495"/>
                  </a:cubicBezTo>
                  <a:cubicBezTo>
                    <a:pt x="103738" y="431193"/>
                    <a:pt x="106633" y="430924"/>
                    <a:pt x="108080" y="429477"/>
                  </a:cubicBezTo>
                  <a:cubicBezTo>
                    <a:pt x="109527" y="428031"/>
                    <a:pt x="110974" y="427459"/>
                    <a:pt x="110974" y="426281"/>
                  </a:cubicBezTo>
                  <a:cubicBezTo>
                    <a:pt x="110974" y="425138"/>
                    <a:pt x="112118" y="422211"/>
                    <a:pt x="112118" y="422211"/>
                  </a:cubicBezTo>
                  <a:lnTo>
                    <a:pt x="111243" y="417300"/>
                  </a:lnTo>
                  <a:lnTo>
                    <a:pt x="110941" y="412657"/>
                  </a:lnTo>
                  <a:lnTo>
                    <a:pt x="117907" y="412657"/>
                  </a:lnTo>
                  <a:cubicBezTo>
                    <a:pt x="117907" y="412657"/>
                    <a:pt x="118479" y="415248"/>
                    <a:pt x="119926" y="415248"/>
                  </a:cubicBezTo>
                  <a:cubicBezTo>
                    <a:pt x="121373" y="415248"/>
                    <a:pt x="121373" y="415550"/>
                    <a:pt x="124873" y="415550"/>
                  </a:cubicBezTo>
                  <a:cubicBezTo>
                    <a:pt x="128340" y="415550"/>
                    <a:pt x="126321" y="415853"/>
                    <a:pt x="128340" y="415550"/>
                  </a:cubicBezTo>
                  <a:cubicBezTo>
                    <a:pt x="130359" y="415248"/>
                    <a:pt x="132681" y="412657"/>
                    <a:pt x="132681" y="412657"/>
                  </a:cubicBezTo>
                  <a:cubicBezTo>
                    <a:pt x="132681" y="412657"/>
                    <a:pt x="134128" y="409764"/>
                    <a:pt x="135273" y="409462"/>
                  </a:cubicBezTo>
                  <a:cubicBezTo>
                    <a:pt x="136417" y="409159"/>
                    <a:pt x="138167" y="408015"/>
                    <a:pt x="139042" y="407140"/>
                  </a:cubicBezTo>
                  <a:cubicBezTo>
                    <a:pt x="139917" y="406266"/>
                    <a:pt x="140186" y="405257"/>
                    <a:pt x="141061" y="404685"/>
                  </a:cubicBezTo>
                  <a:cubicBezTo>
                    <a:pt x="141936" y="404113"/>
                    <a:pt x="148028" y="400480"/>
                    <a:pt x="148028" y="400480"/>
                  </a:cubicBezTo>
                  <a:lnTo>
                    <a:pt x="150922" y="400480"/>
                  </a:lnTo>
                  <a:lnTo>
                    <a:pt x="156139" y="400480"/>
                  </a:lnTo>
                  <a:cubicBezTo>
                    <a:pt x="156139" y="400480"/>
                    <a:pt x="158461" y="399605"/>
                    <a:pt x="160211" y="400480"/>
                  </a:cubicBezTo>
                  <a:cubicBezTo>
                    <a:pt x="161961" y="401354"/>
                    <a:pt x="164552" y="401354"/>
                    <a:pt x="165730" y="401354"/>
                  </a:cubicBezTo>
                  <a:cubicBezTo>
                    <a:pt x="166908" y="401354"/>
                    <a:pt x="171249" y="401657"/>
                    <a:pt x="171249" y="401657"/>
                  </a:cubicBezTo>
                  <a:lnTo>
                    <a:pt x="179091" y="402229"/>
                  </a:lnTo>
                  <a:cubicBezTo>
                    <a:pt x="179091" y="402229"/>
                    <a:pt x="180841" y="403676"/>
                    <a:pt x="182860" y="404853"/>
                  </a:cubicBezTo>
                  <a:cubicBezTo>
                    <a:pt x="184880" y="405997"/>
                    <a:pt x="184880" y="405997"/>
                    <a:pt x="184880" y="405997"/>
                  </a:cubicBezTo>
                  <a:cubicBezTo>
                    <a:pt x="184880" y="405997"/>
                    <a:pt x="187471" y="408621"/>
                    <a:pt x="188649" y="408890"/>
                  </a:cubicBezTo>
                  <a:cubicBezTo>
                    <a:pt x="189827" y="409192"/>
                    <a:pt x="191274" y="412086"/>
                    <a:pt x="191274" y="412086"/>
                  </a:cubicBezTo>
                  <a:lnTo>
                    <a:pt x="193899" y="415853"/>
                  </a:lnTo>
                  <a:cubicBezTo>
                    <a:pt x="193899" y="415853"/>
                    <a:pt x="198241" y="418174"/>
                    <a:pt x="199115" y="418174"/>
                  </a:cubicBezTo>
                  <a:cubicBezTo>
                    <a:pt x="199990" y="418174"/>
                    <a:pt x="206654" y="413229"/>
                    <a:pt x="206654" y="413229"/>
                  </a:cubicBezTo>
                  <a:lnTo>
                    <a:pt x="209245" y="408318"/>
                  </a:lnTo>
                  <a:lnTo>
                    <a:pt x="214765" y="405425"/>
                  </a:lnTo>
                  <a:lnTo>
                    <a:pt x="218231" y="403104"/>
                  </a:lnTo>
                  <a:cubicBezTo>
                    <a:pt x="218231" y="403104"/>
                    <a:pt x="221428" y="401186"/>
                    <a:pt x="221428" y="400110"/>
                  </a:cubicBezTo>
                  <a:cubicBezTo>
                    <a:pt x="221428" y="399033"/>
                    <a:pt x="221428" y="396140"/>
                    <a:pt x="221428" y="396140"/>
                  </a:cubicBezTo>
                  <a:lnTo>
                    <a:pt x="219981" y="394391"/>
                  </a:lnTo>
                  <a:lnTo>
                    <a:pt x="218231" y="393214"/>
                  </a:lnTo>
                  <a:lnTo>
                    <a:pt x="215034" y="391767"/>
                  </a:lnTo>
                  <a:lnTo>
                    <a:pt x="211568" y="389446"/>
                  </a:lnTo>
                  <a:cubicBezTo>
                    <a:pt x="211568" y="389446"/>
                    <a:pt x="210423" y="390892"/>
                    <a:pt x="209548" y="389446"/>
                  </a:cubicBezTo>
                  <a:cubicBezTo>
                    <a:pt x="208673" y="387999"/>
                    <a:pt x="207798" y="387697"/>
                    <a:pt x="207226" y="386553"/>
                  </a:cubicBezTo>
                  <a:cubicBezTo>
                    <a:pt x="206654" y="385409"/>
                    <a:pt x="205207" y="383357"/>
                    <a:pt x="205207" y="382482"/>
                  </a:cubicBezTo>
                  <a:cubicBezTo>
                    <a:pt x="205207" y="381608"/>
                    <a:pt x="205510" y="381036"/>
                    <a:pt x="205779" y="379590"/>
                  </a:cubicBezTo>
                  <a:cubicBezTo>
                    <a:pt x="206082" y="378143"/>
                    <a:pt x="206351" y="376697"/>
                    <a:pt x="206082" y="374947"/>
                  </a:cubicBezTo>
                  <a:cubicBezTo>
                    <a:pt x="205779" y="373198"/>
                    <a:pt x="205779" y="370305"/>
                    <a:pt x="205779" y="369161"/>
                  </a:cubicBezTo>
                  <a:cubicBezTo>
                    <a:pt x="205779" y="368017"/>
                    <a:pt x="205779" y="367412"/>
                    <a:pt x="206957" y="367143"/>
                  </a:cubicBezTo>
                  <a:cubicBezTo>
                    <a:pt x="208101" y="366840"/>
                    <a:pt x="211299" y="367143"/>
                    <a:pt x="211299" y="367143"/>
                  </a:cubicBezTo>
                  <a:lnTo>
                    <a:pt x="218837" y="367008"/>
                  </a:lnTo>
                  <a:cubicBezTo>
                    <a:pt x="218837" y="367008"/>
                    <a:pt x="219140" y="367446"/>
                    <a:pt x="220284" y="367008"/>
                  </a:cubicBezTo>
                  <a:cubicBezTo>
                    <a:pt x="221428" y="366571"/>
                    <a:pt x="221159" y="366874"/>
                    <a:pt x="224626" y="367008"/>
                  </a:cubicBezTo>
                  <a:cubicBezTo>
                    <a:pt x="228092" y="367143"/>
                    <a:pt x="228967" y="367580"/>
                    <a:pt x="231289" y="366773"/>
                  </a:cubicBezTo>
                  <a:cubicBezTo>
                    <a:pt x="233611" y="365966"/>
                    <a:pt x="234486" y="365394"/>
                    <a:pt x="235059" y="363644"/>
                  </a:cubicBezTo>
                  <a:cubicBezTo>
                    <a:pt x="235631" y="361895"/>
                    <a:pt x="237078" y="361323"/>
                    <a:pt x="237381" y="360449"/>
                  </a:cubicBezTo>
                  <a:cubicBezTo>
                    <a:pt x="237684" y="359574"/>
                    <a:pt x="240006" y="356984"/>
                    <a:pt x="240006" y="356984"/>
                  </a:cubicBezTo>
                  <a:lnTo>
                    <a:pt x="241453" y="356984"/>
                  </a:lnTo>
                  <a:cubicBezTo>
                    <a:pt x="241453" y="356984"/>
                    <a:pt x="243775" y="357858"/>
                    <a:pt x="244650" y="358430"/>
                  </a:cubicBezTo>
                  <a:cubicBezTo>
                    <a:pt x="245525" y="359002"/>
                    <a:pt x="247847" y="365091"/>
                    <a:pt x="247847" y="365091"/>
                  </a:cubicBezTo>
                  <a:lnTo>
                    <a:pt x="250170" y="370036"/>
                  </a:lnTo>
                  <a:lnTo>
                    <a:pt x="253636" y="372929"/>
                  </a:lnTo>
                  <a:lnTo>
                    <a:pt x="259425" y="371482"/>
                  </a:lnTo>
                  <a:lnTo>
                    <a:pt x="267535" y="369161"/>
                  </a:lnTo>
                  <a:lnTo>
                    <a:pt x="271607" y="367143"/>
                  </a:lnTo>
                  <a:lnTo>
                    <a:pt x="275949" y="370910"/>
                  </a:lnTo>
                  <a:lnTo>
                    <a:pt x="279718" y="372929"/>
                  </a:lnTo>
                  <a:lnTo>
                    <a:pt x="286988" y="376125"/>
                  </a:lnTo>
                  <a:lnTo>
                    <a:pt x="293348" y="377874"/>
                  </a:lnTo>
                  <a:lnTo>
                    <a:pt x="296545" y="379320"/>
                  </a:lnTo>
                  <a:lnTo>
                    <a:pt x="298296" y="382214"/>
                  </a:lnTo>
                  <a:lnTo>
                    <a:pt x="306406" y="385241"/>
                  </a:lnTo>
                  <a:cubicBezTo>
                    <a:pt x="306406" y="385241"/>
                    <a:pt x="309603" y="384804"/>
                    <a:pt x="310748" y="384804"/>
                  </a:cubicBezTo>
                  <a:cubicBezTo>
                    <a:pt x="311892" y="384804"/>
                    <a:pt x="315089" y="384804"/>
                    <a:pt x="316267" y="384804"/>
                  </a:cubicBezTo>
                  <a:cubicBezTo>
                    <a:pt x="317445" y="384804"/>
                    <a:pt x="321484" y="384097"/>
                    <a:pt x="322359" y="383794"/>
                  </a:cubicBezTo>
                  <a:cubicBezTo>
                    <a:pt x="323234" y="383492"/>
                    <a:pt x="327878" y="383088"/>
                    <a:pt x="329022" y="383088"/>
                  </a:cubicBezTo>
                  <a:cubicBezTo>
                    <a:pt x="330166" y="383088"/>
                    <a:pt x="331916" y="383088"/>
                    <a:pt x="331916" y="383088"/>
                  </a:cubicBezTo>
                  <a:lnTo>
                    <a:pt x="335113" y="385712"/>
                  </a:lnTo>
                  <a:cubicBezTo>
                    <a:pt x="335113" y="385712"/>
                    <a:pt x="338580" y="387461"/>
                    <a:pt x="339455" y="387730"/>
                  </a:cubicBezTo>
                  <a:cubicBezTo>
                    <a:pt x="340330" y="388033"/>
                    <a:pt x="345816" y="391801"/>
                    <a:pt x="345816" y="391801"/>
                  </a:cubicBezTo>
                  <a:cubicBezTo>
                    <a:pt x="345816" y="391801"/>
                    <a:pt x="348441" y="392675"/>
                    <a:pt x="349282" y="392978"/>
                  </a:cubicBezTo>
                  <a:cubicBezTo>
                    <a:pt x="350157" y="393247"/>
                    <a:pt x="355946" y="398192"/>
                    <a:pt x="355946" y="398192"/>
                  </a:cubicBezTo>
                  <a:lnTo>
                    <a:pt x="362912" y="400513"/>
                  </a:lnTo>
                  <a:lnTo>
                    <a:pt x="364932" y="406299"/>
                  </a:lnTo>
                  <a:lnTo>
                    <a:pt x="368398" y="408890"/>
                  </a:lnTo>
                  <a:lnTo>
                    <a:pt x="373312" y="412960"/>
                  </a:lnTo>
                  <a:cubicBezTo>
                    <a:pt x="373312" y="412960"/>
                    <a:pt x="376071" y="420361"/>
                    <a:pt x="375634" y="420361"/>
                  </a:cubicBezTo>
                  <a:cubicBezTo>
                    <a:pt x="375196" y="420361"/>
                    <a:pt x="376946" y="422379"/>
                    <a:pt x="376946" y="422379"/>
                  </a:cubicBezTo>
                  <a:cubicBezTo>
                    <a:pt x="376946" y="422379"/>
                    <a:pt x="378023" y="422076"/>
                    <a:pt x="378461" y="421942"/>
                  </a:cubicBezTo>
                  <a:cubicBezTo>
                    <a:pt x="378898" y="421807"/>
                    <a:pt x="381422" y="418309"/>
                    <a:pt x="381422" y="417737"/>
                  </a:cubicBezTo>
                  <a:cubicBezTo>
                    <a:pt x="381422" y="417165"/>
                    <a:pt x="381422" y="415281"/>
                    <a:pt x="381422" y="415281"/>
                  </a:cubicBezTo>
                  <a:cubicBezTo>
                    <a:pt x="381422" y="415281"/>
                    <a:pt x="381927" y="414272"/>
                    <a:pt x="382499" y="414272"/>
                  </a:cubicBezTo>
                  <a:cubicBezTo>
                    <a:pt x="383071" y="414272"/>
                    <a:pt x="384889" y="417030"/>
                    <a:pt x="384889" y="417030"/>
                  </a:cubicBezTo>
                  <a:lnTo>
                    <a:pt x="384889" y="418780"/>
                  </a:lnTo>
                  <a:lnTo>
                    <a:pt x="386639" y="422413"/>
                  </a:lnTo>
                  <a:lnTo>
                    <a:pt x="388961" y="423859"/>
                  </a:lnTo>
                  <a:cubicBezTo>
                    <a:pt x="388961" y="423859"/>
                    <a:pt x="390273" y="424734"/>
                    <a:pt x="391855" y="423557"/>
                  </a:cubicBezTo>
                  <a:cubicBezTo>
                    <a:pt x="393437" y="422413"/>
                    <a:pt x="394918" y="422245"/>
                    <a:pt x="395625" y="421404"/>
                  </a:cubicBezTo>
                  <a:cubicBezTo>
                    <a:pt x="396365" y="420529"/>
                    <a:pt x="397509" y="419082"/>
                    <a:pt x="397509" y="419082"/>
                  </a:cubicBezTo>
                  <a:cubicBezTo>
                    <a:pt x="397509" y="419082"/>
                    <a:pt x="399832" y="417199"/>
                    <a:pt x="399832" y="416761"/>
                  </a:cubicBezTo>
                  <a:cubicBezTo>
                    <a:pt x="399832" y="416324"/>
                    <a:pt x="401985" y="412422"/>
                    <a:pt x="402456" y="412119"/>
                  </a:cubicBezTo>
                  <a:cubicBezTo>
                    <a:pt x="402894" y="411850"/>
                    <a:pt x="404341" y="411985"/>
                    <a:pt x="404913" y="411547"/>
                  </a:cubicBezTo>
                  <a:cubicBezTo>
                    <a:pt x="405485" y="411110"/>
                    <a:pt x="408683" y="409226"/>
                    <a:pt x="408683" y="409226"/>
                  </a:cubicBezTo>
                  <a:lnTo>
                    <a:pt x="411880" y="409226"/>
                  </a:lnTo>
                  <a:cubicBezTo>
                    <a:pt x="411880" y="409226"/>
                    <a:pt x="415784" y="407780"/>
                    <a:pt x="416659" y="408789"/>
                  </a:cubicBezTo>
                  <a:cubicBezTo>
                    <a:pt x="417534" y="409798"/>
                    <a:pt x="418543" y="410807"/>
                    <a:pt x="419116" y="410975"/>
                  </a:cubicBezTo>
                  <a:cubicBezTo>
                    <a:pt x="419687" y="411110"/>
                    <a:pt x="422145" y="407948"/>
                    <a:pt x="422582" y="407780"/>
                  </a:cubicBezTo>
                  <a:cubicBezTo>
                    <a:pt x="423019" y="407645"/>
                    <a:pt x="423894" y="405458"/>
                    <a:pt x="424164" y="404887"/>
                  </a:cubicBezTo>
                  <a:cubicBezTo>
                    <a:pt x="424467" y="404315"/>
                    <a:pt x="426048" y="402128"/>
                    <a:pt x="426183" y="401691"/>
                  </a:cubicBezTo>
                  <a:cubicBezTo>
                    <a:pt x="426318" y="401253"/>
                    <a:pt x="427933" y="399235"/>
                    <a:pt x="428202" y="398663"/>
                  </a:cubicBezTo>
                  <a:cubicBezTo>
                    <a:pt x="428505" y="398091"/>
                    <a:pt x="429346" y="396779"/>
                    <a:pt x="430087" y="395636"/>
                  </a:cubicBezTo>
                  <a:cubicBezTo>
                    <a:pt x="430827" y="394492"/>
                    <a:pt x="430962" y="394189"/>
                    <a:pt x="431971" y="393752"/>
                  </a:cubicBezTo>
                  <a:cubicBezTo>
                    <a:pt x="432981" y="393315"/>
                    <a:pt x="436178" y="392608"/>
                    <a:pt x="436885" y="392608"/>
                  </a:cubicBezTo>
                  <a:cubicBezTo>
                    <a:pt x="437592" y="392608"/>
                    <a:pt x="439780" y="392743"/>
                    <a:pt x="440351" y="392608"/>
                  </a:cubicBezTo>
                  <a:cubicBezTo>
                    <a:pt x="440924" y="392474"/>
                    <a:pt x="442539" y="392608"/>
                    <a:pt x="442539" y="392608"/>
                  </a:cubicBezTo>
                  <a:lnTo>
                    <a:pt x="444121" y="394627"/>
                  </a:lnTo>
                  <a:cubicBezTo>
                    <a:pt x="444121" y="394627"/>
                    <a:pt x="444760" y="394761"/>
                    <a:pt x="444895" y="395198"/>
                  </a:cubicBezTo>
                  <a:cubicBezTo>
                    <a:pt x="445029" y="395636"/>
                    <a:pt x="445703" y="397385"/>
                    <a:pt x="445703" y="398226"/>
                  </a:cubicBezTo>
                  <a:cubicBezTo>
                    <a:pt x="445703" y="399100"/>
                    <a:pt x="445703" y="401422"/>
                    <a:pt x="445703" y="401422"/>
                  </a:cubicBezTo>
                  <a:lnTo>
                    <a:pt x="445703" y="406636"/>
                  </a:lnTo>
                  <a:cubicBezTo>
                    <a:pt x="445703" y="406636"/>
                    <a:pt x="446006" y="407208"/>
                    <a:pt x="445703" y="408082"/>
                  </a:cubicBezTo>
                  <a:cubicBezTo>
                    <a:pt x="445400" y="408957"/>
                    <a:pt x="446241" y="412287"/>
                    <a:pt x="445837" y="413162"/>
                  </a:cubicBezTo>
                  <a:cubicBezTo>
                    <a:pt x="445433" y="414036"/>
                    <a:pt x="446510" y="415920"/>
                    <a:pt x="445972" y="416627"/>
                  </a:cubicBezTo>
                  <a:cubicBezTo>
                    <a:pt x="445433" y="417333"/>
                    <a:pt x="445433" y="420092"/>
                    <a:pt x="445433" y="420966"/>
                  </a:cubicBezTo>
                  <a:cubicBezTo>
                    <a:pt x="445433" y="421841"/>
                    <a:pt x="445232" y="423725"/>
                    <a:pt x="446140" y="424734"/>
                  </a:cubicBezTo>
                  <a:cubicBezTo>
                    <a:pt x="447049" y="425743"/>
                    <a:pt x="448361" y="427190"/>
                    <a:pt x="448361" y="427190"/>
                  </a:cubicBezTo>
                  <a:cubicBezTo>
                    <a:pt x="448361" y="427190"/>
                    <a:pt x="450111" y="428939"/>
                    <a:pt x="450246" y="429376"/>
                  </a:cubicBezTo>
                  <a:cubicBezTo>
                    <a:pt x="450380" y="429813"/>
                    <a:pt x="452703" y="430823"/>
                    <a:pt x="453578" y="430554"/>
                  </a:cubicBezTo>
                  <a:cubicBezTo>
                    <a:pt x="454453" y="430251"/>
                    <a:pt x="455765" y="429545"/>
                    <a:pt x="455765" y="429545"/>
                  </a:cubicBezTo>
                  <a:lnTo>
                    <a:pt x="458087" y="427223"/>
                  </a:lnTo>
                  <a:lnTo>
                    <a:pt x="460477" y="427795"/>
                  </a:lnTo>
                  <a:lnTo>
                    <a:pt x="461419" y="429679"/>
                  </a:lnTo>
                  <a:lnTo>
                    <a:pt x="461419" y="432706"/>
                  </a:lnTo>
                  <a:lnTo>
                    <a:pt x="461419" y="436171"/>
                  </a:lnTo>
                  <a:cubicBezTo>
                    <a:pt x="461419" y="436171"/>
                    <a:pt x="463438" y="435734"/>
                    <a:pt x="464313" y="435431"/>
                  </a:cubicBezTo>
                  <a:cubicBezTo>
                    <a:pt x="465188" y="435129"/>
                    <a:pt x="466939" y="433245"/>
                    <a:pt x="467342" y="432673"/>
                  </a:cubicBezTo>
                  <a:cubicBezTo>
                    <a:pt x="467780" y="432101"/>
                    <a:pt x="468520" y="432673"/>
                    <a:pt x="469227" y="431361"/>
                  </a:cubicBezTo>
                  <a:cubicBezTo>
                    <a:pt x="469934" y="430049"/>
                    <a:pt x="471112" y="428165"/>
                    <a:pt x="471112" y="428165"/>
                  </a:cubicBezTo>
                  <a:cubicBezTo>
                    <a:pt x="471112" y="428165"/>
                    <a:pt x="478078" y="422648"/>
                    <a:pt x="478516" y="422211"/>
                  </a:cubicBezTo>
                  <a:cubicBezTo>
                    <a:pt x="478954" y="421774"/>
                    <a:pt x="483160" y="419015"/>
                    <a:pt x="483295" y="418578"/>
                  </a:cubicBezTo>
                  <a:cubicBezTo>
                    <a:pt x="483429" y="418141"/>
                    <a:pt x="484439" y="415988"/>
                    <a:pt x="485449" y="414945"/>
                  </a:cubicBezTo>
                  <a:cubicBezTo>
                    <a:pt x="486458" y="413936"/>
                    <a:pt x="488646" y="411043"/>
                    <a:pt x="489218" y="410740"/>
                  </a:cubicBezTo>
                  <a:cubicBezTo>
                    <a:pt x="489790" y="410437"/>
                    <a:pt x="490093" y="408856"/>
                    <a:pt x="490665" y="408722"/>
                  </a:cubicBezTo>
                  <a:cubicBezTo>
                    <a:pt x="491237" y="408587"/>
                    <a:pt x="490800" y="408722"/>
                    <a:pt x="492247" y="407847"/>
                  </a:cubicBezTo>
                  <a:cubicBezTo>
                    <a:pt x="493694" y="406972"/>
                    <a:pt x="496723" y="404214"/>
                    <a:pt x="496723" y="404214"/>
                  </a:cubicBezTo>
                  <a:cubicBezTo>
                    <a:pt x="496723" y="404214"/>
                    <a:pt x="498170" y="403642"/>
                    <a:pt x="498608" y="403474"/>
                  </a:cubicBezTo>
                  <a:cubicBezTo>
                    <a:pt x="499045" y="403339"/>
                    <a:pt x="501637" y="402027"/>
                    <a:pt x="501637" y="402027"/>
                  </a:cubicBezTo>
                  <a:lnTo>
                    <a:pt x="504531" y="401018"/>
                  </a:lnTo>
                  <a:lnTo>
                    <a:pt x="506719" y="401153"/>
                  </a:lnTo>
                  <a:lnTo>
                    <a:pt x="508738" y="402902"/>
                  </a:lnTo>
                  <a:cubicBezTo>
                    <a:pt x="508738" y="402902"/>
                    <a:pt x="508872" y="403339"/>
                    <a:pt x="509444" y="403339"/>
                  </a:cubicBezTo>
                  <a:cubicBezTo>
                    <a:pt x="510017" y="403339"/>
                    <a:pt x="512911" y="405660"/>
                    <a:pt x="512911" y="405660"/>
                  </a:cubicBezTo>
                  <a:lnTo>
                    <a:pt x="515233" y="408116"/>
                  </a:lnTo>
                  <a:lnTo>
                    <a:pt x="516680" y="408553"/>
                  </a:lnTo>
                  <a:lnTo>
                    <a:pt x="520315" y="411884"/>
                  </a:lnTo>
                  <a:lnTo>
                    <a:pt x="522334" y="413768"/>
                  </a:lnTo>
                  <a:lnTo>
                    <a:pt x="523950" y="415517"/>
                  </a:lnTo>
                  <a:lnTo>
                    <a:pt x="523950" y="418712"/>
                  </a:lnTo>
                  <a:lnTo>
                    <a:pt x="522940" y="420462"/>
                  </a:lnTo>
                  <a:lnTo>
                    <a:pt x="521493" y="421774"/>
                  </a:lnTo>
                  <a:cubicBezTo>
                    <a:pt x="521493" y="421774"/>
                    <a:pt x="520921" y="422211"/>
                    <a:pt x="520617" y="422648"/>
                  </a:cubicBezTo>
                  <a:cubicBezTo>
                    <a:pt x="520315" y="423086"/>
                    <a:pt x="520315" y="423960"/>
                    <a:pt x="520315" y="423960"/>
                  </a:cubicBezTo>
                  <a:lnTo>
                    <a:pt x="521762" y="425541"/>
                  </a:lnTo>
                  <a:cubicBezTo>
                    <a:pt x="521762" y="425541"/>
                    <a:pt x="521627" y="427291"/>
                    <a:pt x="522031" y="426988"/>
                  </a:cubicBezTo>
                  <a:cubicBezTo>
                    <a:pt x="522469" y="426685"/>
                    <a:pt x="525363" y="425979"/>
                    <a:pt x="525363" y="425979"/>
                  </a:cubicBezTo>
                  <a:lnTo>
                    <a:pt x="526810" y="426988"/>
                  </a:lnTo>
                  <a:lnTo>
                    <a:pt x="529132" y="430453"/>
                  </a:lnTo>
                  <a:lnTo>
                    <a:pt x="529132" y="432639"/>
                  </a:lnTo>
                  <a:lnTo>
                    <a:pt x="528560" y="434826"/>
                  </a:lnTo>
                  <a:lnTo>
                    <a:pt x="527988" y="436272"/>
                  </a:lnTo>
                  <a:lnTo>
                    <a:pt x="527416" y="437147"/>
                  </a:lnTo>
                  <a:lnTo>
                    <a:pt x="525094" y="439737"/>
                  </a:lnTo>
                  <a:lnTo>
                    <a:pt x="523209" y="441924"/>
                  </a:lnTo>
                  <a:lnTo>
                    <a:pt x="520887" y="443505"/>
                  </a:lnTo>
                  <a:lnTo>
                    <a:pt x="519137" y="445389"/>
                  </a:lnTo>
                  <a:lnTo>
                    <a:pt x="517623" y="447138"/>
                  </a:lnTo>
                  <a:lnTo>
                    <a:pt x="516815" y="450603"/>
                  </a:lnTo>
                  <a:lnTo>
                    <a:pt x="515940" y="453496"/>
                  </a:lnTo>
                  <a:cubicBezTo>
                    <a:pt x="515940" y="453496"/>
                    <a:pt x="516074" y="455682"/>
                    <a:pt x="516646" y="455682"/>
                  </a:cubicBezTo>
                  <a:cubicBezTo>
                    <a:pt x="517219" y="455682"/>
                    <a:pt x="520719" y="455817"/>
                    <a:pt x="520719" y="455817"/>
                  </a:cubicBezTo>
                  <a:cubicBezTo>
                    <a:pt x="520719" y="455817"/>
                    <a:pt x="522166" y="456557"/>
                    <a:pt x="523916" y="456557"/>
                  </a:cubicBezTo>
                  <a:cubicBezTo>
                    <a:pt x="525666" y="456557"/>
                    <a:pt x="527382" y="457129"/>
                    <a:pt x="527382" y="457129"/>
                  </a:cubicBezTo>
                  <a:cubicBezTo>
                    <a:pt x="527382" y="457129"/>
                    <a:pt x="527113" y="459585"/>
                    <a:pt x="526507" y="459585"/>
                  </a:cubicBezTo>
                  <a:cubicBezTo>
                    <a:pt x="525935" y="459585"/>
                    <a:pt x="524623" y="460291"/>
                    <a:pt x="524050" y="460728"/>
                  </a:cubicBezTo>
                  <a:cubicBezTo>
                    <a:pt x="523478" y="461166"/>
                    <a:pt x="521863" y="461435"/>
                    <a:pt x="521156" y="461872"/>
                  </a:cubicBezTo>
                  <a:cubicBezTo>
                    <a:pt x="520449" y="462309"/>
                    <a:pt x="519440" y="463184"/>
                    <a:pt x="519137" y="464059"/>
                  </a:cubicBezTo>
                  <a:cubicBezTo>
                    <a:pt x="518834" y="464933"/>
                    <a:pt x="518565" y="465505"/>
                    <a:pt x="518565" y="466077"/>
                  </a:cubicBezTo>
                  <a:cubicBezTo>
                    <a:pt x="518565" y="466649"/>
                    <a:pt x="519574" y="468970"/>
                    <a:pt x="519574" y="468970"/>
                  </a:cubicBezTo>
                  <a:cubicBezTo>
                    <a:pt x="519574" y="468970"/>
                    <a:pt x="521022" y="469845"/>
                    <a:pt x="521459" y="470282"/>
                  </a:cubicBezTo>
                  <a:cubicBezTo>
                    <a:pt x="521896" y="470719"/>
                    <a:pt x="524084" y="472872"/>
                    <a:pt x="524488" y="473309"/>
                  </a:cubicBezTo>
                  <a:cubicBezTo>
                    <a:pt x="524925" y="473747"/>
                    <a:pt x="526373" y="474319"/>
                    <a:pt x="526810" y="474184"/>
                  </a:cubicBezTo>
                  <a:cubicBezTo>
                    <a:pt x="527248" y="474050"/>
                    <a:pt x="529132" y="473747"/>
                    <a:pt x="529132" y="473747"/>
                  </a:cubicBezTo>
                  <a:lnTo>
                    <a:pt x="531757" y="472435"/>
                  </a:lnTo>
                  <a:lnTo>
                    <a:pt x="533339" y="470854"/>
                  </a:lnTo>
                  <a:cubicBezTo>
                    <a:pt x="533339" y="470854"/>
                    <a:pt x="534046" y="469273"/>
                    <a:pt x="534484" y="469105"/>
                  </a:cubicBezTo>
                  <a:cubicBezTo>
                    <a:pt x="534921" y="468970"/>
                    <a:pt x="535998" y="468533"/>
                    <a:pt x="535998" y="468533"/>
                  </a:cubicBezTo>
                  <a:lnTo>
                    <a:pt x="537815" y="470988"/>
                  </a:lnTo>
                  <a:lnTo>
                    <a:pt x="537815" y="472570"/>
                  </a:lnTo>
                  <a:cubicBezTo>
                    <a:pt x="537815" y="472570"/>
                    <a:pt x="536503" y="474319"/>
                    <a:pt x="537815" y="475328"/>
                  </a:cubicBezTo>
                  <a:cubicBezTo>
                    <a:pt x="539128" y="476337"/>
                    <a:pt x="541585" y="478793"/>
                    <a:pt x="541585" y="478793"/>
                  </a:cubicBezTo>
                  <a:lnTo>
                    <a:pt x="543301" y="477346"/>
                  </a:lnTo>
                  <a:lnTo>
                    <a:pt x="546936" y="477481"/>
                  </a:lnTo>
                  <a:lnTo>
                    <a:pt x="548517" y="472401"/>
                  </a:lnTo>
                  <a:lnTo>
                    <a:pt x="551715" y="469710"/>
                  </a:lnTo>
                  <a:cubicBezTo>
                    <a:pt x="551715" y="469710"/>
                    <a:pt x="555181" y="466683"/>
                    <a:pt x="556493" y="465371"/>
                  </a:cubicBezTo>
                  <a:cubicBezTo>
                    <a:pt x="557806" y="464059"/>
                    <a:pt x="558883" y="462108"/>
                    <a:pt x="558883" y="462108"/>
                  </a:cubicBezTo>
                  <a:lnTo>
                    <a:pt x="561710" y="457600"/>
                  </a:lnTo>
                  <a:cubicBezTo>
                    <a:pt x="561710" y="457600"/>
                    <a:pt x="564301" y="457768"/>
                    <a:pt x="567801" y="457533"/>
                  </a:cubicBezTo>
                  <a:cubicBezTo>
                    <a:pt x="570157" y="457398"/>
                    <a:pt x="570124" y="457533"/>
                    <a:pt x="570056" y="457600"/>
                  </a:cubicBezTo>
                  <a:cubicBezTo>
                    <a:pt x="570090" y="457600"/>
                    <a:pt x="570124" y="457566"/>
                    <a:pt x="570191" y="457533"/>
                  </a:cubicBezTo>
                  <a:cubicBezTo>
                    <a:pt x="570830" y="457297"/>
                    <a:pt x="574970" y="456893"/>
                    <a:pt x="575609" y="456456"/>
                  </a:cubicBezTo>
                  <a:cubicBezTo>
                    <a:pt x="576249" y="456019"/>
                    <a:pt x="577797" y="455144"/>
                    <a:pt x="577797" y="455144"/>
                  </a:cubicBezTo>
                  <a:lnTo>
                    <a:pt x="577797" y="449930"/>
                  </a:lnTo>
                  <a:lnTo>
                    <a:pt x="577797" y="447743"/>
                  </a:lnTo>
                  <a:lnTo>
                    <a:pt x="578672" y="443841"/>
                  </a:lnTo>
                  <a:lnTo>
                    <a:pt x="582138" y="443841"/>
                  </a:lnTo>
                  <a:lnTo>
                    <a:pt x="595196" y="443841"/>
                  </a:lnTo>
                  <a:lnTo>
                    <a:pt x="603004" y="442092"/>
                  </a:lnTo>
                  <a:cubicBezTo>
                    <a:pt x="603004" y="442092"/>
                    <a:pt x="605831" y="441016"/>
                    <a:pt x="606470" y="440578"/>
                  </a:cubicBezTo>
                  <a:cubicBezTo>
                    <a:pt x="607110" y="440141"/>
                    <a:pt x="609937" y="437113"/>
                    <a:pt x="610374" y="436239"/>
                  </a:cubicBezTo>
                  <a:cubicBezTo>
                    <a:pt x="610812" y="435364"/>
                    <a:pt x="613403" y="433413"/>
                    <a:pt x="613403" y="433413"/>
                  </a:cubicBezTo>
                  <a:lnTo>
                    <a:pt x="623836" y="433413"/>
                  </a:lnTo>
                  <a:lnTo>
                    <a:pt x="632519" y="433413"/>
                  </a:lnTo>
                  <a:lnTo>
                    <a:pt x="639687" y="433413"/>
                  </a:lnTo>
                  <a:lnTo>
                    <a:pt x="644029" y="428972"/>
                  </a:lnTo>
                  <a:cubicBezTo>
                    <a:pt x="644029" y="428972"/>
                    <a:pt x="639890" y="422346"/>
                    <a:pt x="639687" y="421034"/>
                  </a:cubicBezTo>
                  <a:cubicBezTo>
                    <a:pt x="639486" y="419722"/>
                    <a:pt x="643591" y="417771"/>
                    <a:pt x="643827" y="416896"/>
                  </a:cubicBezTo>
                  <a:cubicBezTo>
                    <a:pt x="644029" y="416021"/>
                    <a:pt x="645779" y="413633"/>
                    <a:pt x="645779" y="413633"/>
                  </a:cubicBezTo>
                  <a:lnTo>
                    <a:pt x="650558" y="409495"/>
                  </a:lnTo>
                  <a:lnTo>
                    <a:pt x="656010" y="412960"/>
                  </a:lnTo>
                  <a:lnTo>
                    <a:pt x="663414" y="417939"/>
                  </a:lnTo>
                  <a:cubicBezTo>
                    <a:pt x="663414" y="417939"/>
                    <a:pt x="669270" y="414911"/>
                    <a:pt x="669943" y="414474"/>
                  </a:cubicBezTo>
                  <a:cubicBezTo>
                    <a:pt x="670583" y="414036"/>
                    <a:pt x="671020" y="410134"/>
                    <a:pt x="671020" y="410134"/>
                  </a:cubicBezTo>
                  <a:lnTo>
                    <a:pt x="674049" y="404046"/>
                  </a:lnTo>
                  <a:lnTo>
                    <a:pt x="680578" y="401422"/>
                  </a:lnTo>
                  <a:lnTo>
                    <a:pt x="685155" y="400110"/>
                  </a:lnTo>
                  <a:lnTo>
                    <a:pt x="688857" y="397721"/>
                  </a:lnTo>
                  <a:lnTo>
                    <a:pt x="691684" y="393819"/>
                  </a:lnTo>
                  <a:lnTo>
                    <a:pt x="694309" y="389042"/>
                  </a:lnTo>
                  <a:lnTo>
                    <a:pt x="694309" y="385577"/>
                  </a:lnTo>
                  <a:lnTo>
                    <a:pt x="696597" y="381238"/>
                  </a:lnTo>
                  <a:lnTo>
                    <a:pt x="704540" y="380801"/>
                  </a:lnTo>
                  <a:lnTo>
                    <a:pt x="710833" y="379489"/>
                  </a:lnTo>
                  <a:lnTo>
                    <a:pt x="722343" y="379489"/>
                  </a:lnTo>
                  <a:lnTo>
                    <a:pt x="727560" y="381541"/>
                  </a:lnTo>
                  <a:lnTo>
                    <a:pt x="730387" y="384265"/>
                  </a:lnTo>
                  <a:lnTo>
                    <a:pt x="735165" y="391666"/>
                  </a:lnTo>
                  <a:lnTo>
                    <a:pt x="744724" y="391666"/>
                  </a:lnTo>
                  <a:lnTo>
                    <a:pt x="748358" y="390018"/>
                  </a:lnTo>
                  <a:lnTo>
                    <a:pt x="756099" y="386620"/>
                  </a:lnTo>
                  <a:lnTo>
                    <a:pt x="761214" y="384602"/>
                  </a:lnTo>
                  <a:lnTo>
                    <a:pt x="763032" y="382146"/>
                  </a:lnTo>
                  <a:lnTo>
                    <a:pt x="763267" y="383021"/>
                  </a:lnTo>
                  <a:lnTo>
                    <a:pt x="761820" y="377672"/>
                  </a:lnTo>
                  <a:lnTo>
                    <a:pt x="761719" y="373164"/>
                  </a:lnTo>
                  <a:close/>
                </a:path>
              </a:pathLst>
            </a:custGeom>
            <a:grpFill/>
            <a:ln w="6350" cap="flat">
              <a:solidFill>
                <a:schemeClr val="bg1"/>
              </a:solidFill>
              <a:prstDash val="solid"/>
              <a:miter/>
            </a:ln>
          </p:spPr>
          <p:txBody>
            <a:bodyPr rtlCol="0" anchor="ctr"/>
            <a:lstStyle/>
            <a:p>
              <a:endParaRPr lang="en-US"/>
            </a:p>
          </p:txBody>
        </p:sp>
        <p:sp>
          <p:nvSpPr>
            <p:cNvPr id="33" name="Freeform 893">
              <a:extLst>
                <a:ext uri="{FF2B5EF4-FFF2-40B4-BE49-F238E27FC236}">
                  <a16:creationId xmlns:a16="http://schemas.microsoft.com/office/drawing/2014/main" id="{2A408885-4827-B964-CEAA-2027DE13A3F7}"/>
                </a:ext>
              </a:extLst>
            </p:cNvPr>
            <p:cNvSpPr/>
            <p:nvPr/>
          </p:nvSpPr>
          <p:spPr>
            <a:xfrm>
              <a:off x="7073510" y="3140268"/>
              <a:ext cx="468366" cy="490722"/>
            </a:xfrm>
            <a:custGeom>
              <a:avLst/>
              <a:gdLst>
                <a:gd name="connsiteX0" fmla="*/ 821072 w 899217"/>
                <a:gd name="connsiteY0" fmla="*/ 731292 h 942137"/>
                <a:gd name="connsiteX1" fmla="*/ 824269 w 899217"/>
                <a:gd name="connsiteY1" fmla="*/ 727524 h 942137"/>
                <a:gd name="connsiteX2" fmla="*/ 827736 w 899217"/>
                <a:gd name="connsiteY2" fmla="*/ 724934 h 942137"/>
                <a:gd name="connsiteX3" fmla="*/ 831640 w 899217"/>
                <a:gd name="connsiteY3" fmla="*/ 721167 h 942137"/>
                <a:gd name="connsiteX4" fmla="*/ 834534 w 899217"/>
                <a:gd name="connsiteY4" fmla="*/ 716524 h 942137"/>
                <a:gd name="connsiteX5" fmla="*/ 841500 w 899217"/>
                <a:gd name="connsiteY5" fmla="*/ 714203 h 942137"/>
                <a:gd name="connsiteX6" fmla="*/ 842510 w 899217"/>
                <a:gd name="connsiteY6" fmla="*/ 715953 h 942137"/>
                <a:gd name="connsiteX7" fmla="*/ 844529 w 899217"/>
                <a:gd name="connsiteY7" fmla="*/ 715650 h 942137"/>
                <a:gd name="connsiteX8" fmla="*/ 846279 w 899217"/>
                <a:gd name="connsiteY8" fmla="*/ 712757 h 942137"/>
                <a:gd name="connsiteX9" fmla="*/ 844698 w 899217"/>
                <a:gd name="connsiteY9" fmla="*/ 711613 h 942137"/>
                <a:gd name="connsiteX10" fmla="*/ 843250 w 899217"/>
                <a:gd name="connsiteY10" fmla="*/ 709864 h 942137"/>
                <a:gd name="connsiteX11" fmla="*/ 843688 w 899217"/>
                <a:gd name="connsiteY11" fmla="*/ 707543 h 942137"/>
                <a:gd name="connsiteX12" fmla="*/ 845135 w 899217"/>
                <a:gd name="connsiteY12" fmla="*/ 706399 h 942137"/>
                <a:gd name="connsiteX13" fmla="*/ 849039 w 899217"/>
                <a:gd name="connsiteY13" fmla="*/ 705255 h 942137"/>
                <a:gd name="connsiteX14" fmla="*/ 854827 w 899217"/>
                <a:gd name="connsiteY14" fmla="*/ 702497 h 942137"/>
                <a:gd name="connsiteX15" fmla="*/ 859909 w 899217"/>
                <a:gd name="connsiteY15" fmla="*/ 699032 h 942137"/>
                <a:gd name="connsiteX16" fmla="*/ 864116 w 899217"/>
                <a:gd name="connsiteY16" fmla="*/ 696408 h 942137"/>
                <a:gd name="connsiteX17" fmla="*/ 865126 w 899217"/>
                <a:gd name="connsiteY17" fmla="*/ 693078 h 942137"/>
                <a:gd name="connsiteX18" fmla="*/ 866135 w 899217"/>
                <a:gd name="connsiteY18" fmla="*/ 693078 h 942137"/>
                <a:gd name="connsiteX19" fmla="*/ 870208 w 899217"/>
                <a:gd name="connsiteY19" fmla="*/ 694524 h 942137"/>
                <a:gd name="connsiteX20" fmla="*/ 873540 w 899217"/>
                <a:gd name="connsiteY20" fmla="*/ 697282 h 942137"/>
                <a:gd name="connsiteX21" fmla="*/ 875996 w 899217"/>
                <a:gd name="connsiteY21" fmla="*/ 699301 h 942137"/>
                <a:gd name="connsiteX22" fmla="*/ 878891 w 899217"/>
                <a:gd name="connsiteY22" fmla="*/ 700310 h 942137"/>
                <a:gd name="connsiteX23" fmla="*/ 881213 w 899217"/>
                <a:gd name="connsiteY23" fmla="*/ 700613 h 942137"/>
                <a:gd name="connsiteX24" fmla="*/ 885117 w 899217"/>
                <a:gd name="connsiteY24" fmla="*/ 697720 h 942137"/>
                <a:gd name="connsiteX25" fmla="*/ 888751 w 899217"/>
                <a:gd name="connsiteY25" fmla="*/ 693952 h 942137"/>
                <a:gd name="connsiteX26" fmla="*/ 890569 w 899217"/>
                <a:gd name="connsiteY26" fmla="*/ 691934 h 942137"/>
                <a:gd name="connsiteX27" fmla="*/ 891376 w 899217"/>
                <a:gd name="connsiteY27" fmla="*/ 688032 h 942137"/>
                <a:gd name="connsiteX28" fmla="*/ 891376 w 899217"/>
                <a:gd name="connsiteY28" fmla="*/ 685273 h 942137"/>
                <a:gd name="connsiteX29" fmla="*/ 891376 w 899217"/>
                <a:gd name="connsiteY29" fmla="*/ 681203 h 942137"/>
                <a:gd name="connsiteX30" fmla="*/ 891376 w 899217"/>
                <a:gd name="connsiteY30" fmla="*/ 678310 h 942137"/>
                <a:gd name="connsiteX31" fmla="*/ 894843 w 899217"/>
                <a:gd name="connsiteY31" fmla="*/ 675282 h 942137"/>
                <a:gd name="connsiteX32" fmla="*/ 894708 w 899217"/>
                <a:gd name="connsiteY32" fmla="*/ 671212 h 942137"/>
                <a:gd name="connsiteX33" fmla="*/ 894136 w 899217"/>
                <a:gd name="connsiteY33" fmla="*/ 666872 h 942137"/>
                <a:gd name="connsiteX34" fmla="*/ 895146 w 899217"/>
                <a:gd name="connsiteY34" fmla="*/ 663104 h 942137"/>
                <a:gd name="connsiteX35" fmla="*/ 897905 w 899217"/>
                <a:gd name="connsiteY35" fmla="*/ 659203 h 942137"/>
                <a:gd name="connsiteX36" fmla="*/ 899218 w 899217"/>
                <a:gd name="connsiteY36" fmla="*/ 656881 h 942137"/>
                <a:gd name="connsiteX37" fmla="*/ 896021 w 899217"/>
                <a:gd name="connsiteY37" fmla="*/ 654123 h 942137"/>
                <a:gd name="connsiteX38" fmla="*/ 891679 w 899217"/>
                <a:gd name="connsiteY38" fmla="*/ 650658 h 942137"/>
                <a:gd name="connsiteX39" fmla="*/ 889357 w 899217"/>
                <a:gd name="connsiteY39" fmla="*/ 649952 h 942137"/>
                <a:gd name="connsiteX40" fmla="*/ 889054 w 899217"/>
                <a:gd name="connsiteY40" fmla="*/ 647058 h 942137"/>
                <a:gd name="connsiteX41" fmla="*/ 889761 w 899217"/>
                <a:gd name="connsiteY41" fmla="*/ 644603 h 942137"/>
                <a:gd name="connsiteX42" fmla="*/ 890198 w 899217"/>
                <a:gd name="connsiteY42" fmla="*/ 641575 h 942137"/>
                <a:gd name="connsiteX43" fmla="*/ 889323 w 899217"/>
                <a:gd name="connsiteY43" fmla="*/ 639389 h 942137"/>
                <a:gd name="connsiteX44" fmla="*/ 886867 w 899217"/>
                <a:gd name="connsiteY44" fmla="*/ 637942 h 942137"/>
                <a:gd name="connsiteX45" fmla="*/ 883669 w 899217"/>
                <a:gd name="connsiteY45" fmla="*/ 633737 h 942137"/>
                <a:gd name="connsiteX46" fmla="*/ 881919 w 899217"/>
                <a:gd name="connsiteY46" fmla="*/ 629397 h 942137"/>
                <a:gd name="connsiteX47" fmla="*/ 880607 w 899217"/>
                <a:gd name="connsiteY47" fmla="*/ 625933 h 942137"/>
                <a:gd name="connsiteX48" fmla="*/ 876568 w 899217"/>
                <a:gd name="connsiteY48" fmla="*/ 623174 h 942137"/>
                <a:gd name="connsiteX49" fmla="*/ 874549 w 899217"/>
                <a:gd name="connsiteY49" fmla="*/ 623174 h 942137"/>
                <a:gd name="connsiteX50" fmla="*/ 871924 w 899217"/>
                <a:gd name="connsiteY50" fmla="*/ 625361 h 942137"/>
                <a:gd name="connsiteX51" fmla="*/ 868727 w 899217"/>
                <a:gd name="connsiteY51" fmla="*/ 626942 h 942137"/>
                <a:gd name="connsiteX52" fmla="*/ 867717 w 899217"/>
                <a:gd name="connsiteY52" fmla="*/ 629835 h 942137"/>
                <a:gd name="connsiteX53" fmla="*/ 866708 w 899217"/>
                <a:gd name="connsiteY53" fmla="*/ 631854 h 942137"/>
                <a:gd name="connsiteX54" fmla="*/ 865563 w 899217"/>
                <a:gd name="connsiteY54" fmla="*/ 635621 h 942137"/>
                <a:gd name="connsiteX55" fmla="*/ 862938 w 899217"/>
                <a:gd name="connsiteY55" fmla="*/ 636193 h 942137"/>
                <a:gd name="connsiteX56" fmla="*/ 860751 w 899217"/>
                <a:gd name="connsiteY56" fmla="*/ 635486 h 942137"/>
                <a:gd name="connsiteX57" fmla="*/ 858294 w 899217"/>
                <a:gd name="connsiteY57" fmla="*/ 632728 h 942137"/>
                <a:gd name="connsiteX58" fmla="*/ 855534 w 899217"/>
                <a:gd name="connsiteY58" fmla="*/ 632156 h 942137"/>
                <a:gd name="connsiteX59" fmla="*/ 851327 w 899217"/>
                <a:gd name="connsiteY59" fmla="*/ 631854 h 942137"/>
                <a:gd name="connsiteX60" fmla="*/ 847255 w 899217"/>
                <a:gd name="connsiteY60" fmla="*/ 633098 h 942137"/>
                <a:gd name="connsiteX61" fmla="*/ 843486 w 899217"/>
                <a:gd name="connsiteY61" fmla="*/ 634040 h 942137"/>
                <a:gd name="connsiteX62" fmla="*/ 841736 w 899217"/>
                <a:gd name="connsiteY62" fmla="*/ 634040 h 942137"/>
                <a:gd name="connsiteX63" fmla="*/ 839111 w 899217"/>
                <a:gd name="connsiteY63" fmla="*/ 628960 h 942137"/>
                <a:gd name="connsiteX64" fmla="*/ 836789 w 899217"/>
                <a:gd name="connsiteY64" fmla="*/ 627649 h 942137"/>
                <a:gd name="connsiteX65" fmla="*/ 833154 w 899217"/>
                <a:gd name="connsiteY65" fmla="*/ 628792 h 942137"/>
                <a:gd name="connsiteX66" fmla="*/ 830697 w 899217"/>
                <a:gd name="connsiteY66" fmla="*/ 632123 h 942137"/>
                <a:gd name="connsiteX67" fmla="*/ 828072 w 899217"/>
                <a:gd name="connsiteY67" fmla="*/ 634443 h 942137"/>
                <a:gd name="connsiteX68" fmla="*/ 826490 w 899217"/>
                <a:gd name="connsiteY68" fmla="*/ 637202 h 942137"/>
                <a:gd name="connsiteX69" fmla="*/ 824471 w 899217"/>
                <a:gd name="connsiteY69" fmla="*/ 639523 h 942137"/>
                <a:gd name="connsiteX70" fmla="*/ 822149 w 899217"/>
                <a:gd name="connsiteY70" fmla="*/ 637202 h 942137"/>
                <a:gd name="connsiteX71" fmla="*/ 821005 w 899217"/>
                <a:gd name="connsiteY71" fmla="*/ 635890 h 942137"/>
                <a:gd name="connsiteX72" fmla="*/ 817101 w 899217"/>
                <a:gd name="connsiteY72" fmla="*/ 632425 h 942137"/>
                <a:gd name="connsiteX73" fmla="*/ 814509 w 899217"/>
                <a:gd name="connsiteY73" fmla="*/ 630979 h 942137"/>
                <a:gd name="connsiteX74" fmla="*/ 811884 w 899217"/>
                <a:gd name="connsiteY74" fmla="*/ 630609 h 942137"/>
                <a:gd name="connsiteX75" fmla="*/ 807543 w 899217"/>
                <a:gd name="connsiteY75" fmla="*/ 630542 h 942137"/>
                <a:gd name="connsiteX76" fmla="*/ 803471 w 899217"/>
                <a:gd name="connsiteY76" fmla="*/ 630542 h 942137"/>
                <a:gd name="connsiteX77" fmla="*/ 800408 w 899217"/>
                <a:gd name="connsiteY77" fmla="*/ 629532 h 942137"/>
                <a:gd name="connsiteX78" fmla="*/ 797379 w 899217"/>
                <a:gd name="connsiteY78" fmla="*/ 627211 h 942137"/>
                <a:gd name="connsiteX79" fmla="*/ 793980 w 899217"/>
                <a:gd name="connsiteY79" fmla="*/ 624453 h 942137"/>
                <a:gd name="connsiteX80" fmla="*/ 792163 w 899217"/>
                <a:gd name="connsiteY80" fmla="*/ 622703 h 942137"/>
                <a:gd name="connsiteX81" fmla="*/ 792163 w 899217"/>
                <a:gd name="connsiteY81" fmla="*/ 620988 h 942137"/>
                <a:gd name="connsiteX82" fmla="*/ 793913 w 899217"/>
                <a:gd name="connsiteY82" fmla="*/ 619844 h 942137"/>
                <a:gd name="connsiteX83" fmla="*/ 795360 w 899217"/>
                <a:gd name="connsiteY83" fmla="*/ 618263 h 942137"/>
                <a:gd name="connsiteX84" fmla="*/ 796672 w 899217"/>
                <a:gd name="connsiteY84" fmla="*/ 617119 h 942137"/>
                <a:gd name="connsiteX85" fmla="*/ 798557 w 899217"/>
                <a:gd name="connsiteY85" fmla="*/ 616110 h 942137"/>
                <a:gd name="connsiteX86" fmla="*/ 800004 w 899217"/>
                <a:gd name="connsiteY86" fmla="*/ 613352 h 942137"/>
                <a:gd name="connsiteX87" fmla="*/ 800307 w 899217"/>
                <a:gd name="connsiteY87" fmla="*/ 611030 h 942137"/>
                <a:gd name="connsiteX88" fmla="*/ 799297 w 899217"/>
                <a:gd name="connsiteY88" fmla="*/ 608709 h 942137"/>
                <a:gd name="connsiteX89" fmla="*/ 796975 w 899217"/>
                <a:gd name="connsiteY89" fmla="*/ 606960 h 942137"/>
                <a:gd name="connsiteX90" fmla="*/ 797278 w 899217"/>
                <a:gd name="connsiteY90" fmla="*/ 601174 h 942137"/>
                <a:gd name="connsiteX91" fmla="*/ 797985 w 899217"/>
                <a:gd name="connsiteY91" fmla="*/ 597406 h 942137"/>
                <a:gd name="connsiteX92" fmla="*/ 794350 w 899217"/>
                <a:gd name="connsiteY92" fmla="*/ 591889 h 942137"/>
                <a:gd name="connsiteX93" fmla="*/ 789134 w 899217"/>
                <a:gd name="connsiteY93" fmla="*/ 588862 h 942137"/>
                <a:gd name="connsiteX94" fmla="*/ 783480 w 899217"/>
                <a:gd name="connsiteY94" fmla="*/ 586541 h 942137"/>
                <a:gd name="connsiteX95" fmla="*/ 776682 w 899217"/>
                <a:gd name="connsiteY95" fmla="*/ 588122 h 942137"/>
                <a:gd name="connsiteX96" fmla="*/ 772340 w 899217"/>
                <a:gd name="connsiteY96" fmla="*/ 588256 h 942137"/>
                <a:gd name="connsiteX97" fmla="*/ 767864 w 899217"/>
                <a:gd name="connsiteY97" fmla="*/ 589266 h 942137"/>
                <a:gd name="connsiteX98" fmla="*/ 765542 w 899217"/>
                <a:gd name="connsiteY98" fmla="*/ 589131 h 942137"/>
                <a:gd name="connsiteX99" fmla="*/ 762075 w 899217"/>
                <a:gd name="connsiteY99" fmla="*/ 586507 h 942137"/>
                <a:gd name="connsiteX100" fmla="*/ 759450 w 899217"/>
                <a:gd name="connsiteY100" fmla="*/ 585363 h 942137"/>
                <a:gd name="connsiteX101" fmla="*/ 756119 w 899217"/>
                <a:gd name="connsiteY101" fmla="*/ 585363 h 942137"/>
                <a:gd name="connsiteX102" fmla="*/ 752046 w 899217"/>
                <a:gd name="connsiteY102" fmla="*/ 585935 h 942137"/>
                <a:gd name="connsiteX103" fmla="*/ 748075 w 899217"/>
                <a:gd name="connsiteY103" fmla="*/ 588694 h 942137"/>
                <a:gd name="connsiteX104" fmla="*/ 746998 w 899217"/>
                <a:gd name="connsiteY104" fmla="*/ 592764 h 942137"/>
                <a:gd name="connsiteX105" fmla="*/ 746998 w 899217"/>
                <a:gd name="connsiteY105" fmla="*/ 600165 h 942137"/>
                <a:gd name="connsiteX106" fmla="*/ 741041 w 899217"/>
                <a:gd name="connsiteY106" fmla="*/ 599290 h 942137"/>
                <a:gd name="connsiteX107" fmla="*/ 738888 w 899217"/>
                <a:gd name="connsiteY107" fmla="*/ 594648 h 942137"/>
                <a:gd name="connsiteX108" fmla="*/ 735253 w 899217"/>
                <a:gd name="connsiteY108" fmla="*/ 591183 h 942137"/>
                <a:gd name="connsiteX109" fmla="*/ 732056 w 899217"/>
                <a:gd name="connsiteY109" fmla="*/ 588727 h 942137"/>
                <a:gd name="connsiteX110" fmla="*/ 730036 w 899217"/>
                <a:gd name="connsiteY110" fmla="*/ 586104 h 942137"/>
                <a:gd name="connsiteX111" fmla="*/ 727849 w 899217"/>
                <a:gd name="connsiteY111" fmla="*/ 582470 h 942137"/>
                <a:gd name="connsiteX112" fmla="*/ 726671 w 899217"/>
                <a:gd name="connsiteY112" fmla="*/ 578568 h 942137"/>
                <a:gd name="connsiteX113" fmla="*/ 727849 w 899217"/>
                <a:gd name="connsiteY113" fmla="*/ 575675 h 942137"/>
                <a:gd name="connsiteX114" fmla="*/ 726099 w 899217"/>
                <a:gd name="connsiteY114" fmla="*/ 572479 h 942137"/>
                <a:gd name="connsiteX115" fmla="*/ 726099 w 899217"/>
                <a:gd name="connsiteY115" fmla="*/ 570595 h 942137"/>
                <a:gd name="connsiteX116" fmla="*/ 724349 w 899217"/>
                <a:gd name="connsiteY116" fmla="*/ 569149 h 942137"/>
                <a:gd name="connsiteX117" fmla="*/ 724349 w 899217"/>
                <a:gd name="connsiteY117" fmla="*/ 567131 h 942137"/>
                <a:gd name="connsiteX118" fmla="*/ 724988 w 899217"/>
                <a:gd name="connsiteY118" fmla="*/ 564238 h 942137"/>
                <a:gd name="connsiteX119" fmla="*/ 726065 w 899217"/>
                <a:gd name="connsiteY119" fmla="*/ 561647 h 942137"/>
                <a:gd name="connsiteX120" fmla="*/ 726065 w 899217"/>
                <a:gd name="connsiteY120" fmla="*/ 558452 h 942137"/>
                <a:gd name="connsiteX121" fmla="*/ 726772 w 899217"/>
                <a:gd name="connsiteY121" fmla="*/ 556871 h 942137"/>
                <a:gd name="connsiteX122" fmla="*/ 729094 w 899217"/>
                <a:gd name="connsiteY122" fmla="*/ 555424 h 942137"/>
                <a:gd name="connsiteX123" fmla="*/ 730407 w 899217"/>
                <a:gd name="connsiteY123" fmla="*/ 554415 h 942137"/>
                <a:gd name="connsiteX124" fmla="*/ 734546 w 899217"/>
                <a:gd name="connsiteY124" fmla="*/ 552834 h 942137"/>
                <a:gd name="connsiteX125" fmla="*/ 732291 w 899217"/>
                <a:gd name="connsiteY125" fmla="*/ 550075 h 942137"/>
                <a:gd name="connsiteX126" fmla="*/ 732796 w 899217"/>
                <a:gd name="connsiteY126" fmla="*/ 545870 h 942137"/>
                <a:gd name="connsiteX127" fmla="*/ 734546 w 899217"/>
                <a:gd name="connsiteY127" fmla="*/ 540858 h 942137"/>
                <a:gd name="connsiteX128" fmla="*/ 736498 w 899217"/>
                <a:gd name="connsiteY128" fmla="*/ 537595 h 942137"/>
                <a:gd name="connsiteX129" fmla="*/ 741950 w 899217"/>
                <a:gd name="connsiteY129" fmla="*/ 534332 h 942137"/>
                <a:gd name="connsiteX130" fmla="*/ 746089 w 899217"/>
                <a:gd name="connsiteY130" fmla="*/ 530632 h 942137"/>
                <a:gd name="connsiteX131" fmla="*/ 746965 w 899217"/>
                <a:gd name="connsiteY131" fmla="*/ 528041 h 942137"/>
                <a:gd name="connsiteX132" fmla="*/ 747604 w 899217"/>
                <a:gd name="connsiteY132" fmla="*/ 521953 h 942137"/>
                <a:gd name="connsiteX133" fmla="*/ 746291 w 899217"/>
                <a:gd name="connsiteY133" fmla="*/ 520203 h 942137"/>
                <a:gd name="connsiteX134" fmla="*/ 744541 w 899217"/>
                <a:gd name="connsiteY134" fmla="*/ 516940 h 942137"/>
                <a:gd name="connsiteX135" fmla="*/ 741512 w 899217"/>
                <a:gd name="connsiteY135" fmla="*/ 510852 h 942137"/>
                <a:gd name="connsiteX136" fmla="*/ 743902 w 899217"/>
                <a:gd name="connsiteY136" fmla="*/ 509540 h 942137"/>
                <a:gd name="connsiteX137" fmla="*/ 749994 w 899217"/>
                <a:gd name="connsiteY137" fmla="*/ 511726 h 942137"/>
                <a:gd name="connsiteX138" fmla="*/ 753258 w 899217"/>
                <a:gd name="connsiteY138" fmla="*/ 508900 h 942137"/>
                <a:gd name="connsiteX139" fmla="*/ 756085 w 899217"/>
                <a:gd name="connsiteY139" fmla="*/ 507387 h 942137"/>
                <a:gd name="connsiteX140" fmla="*/ 759114 w 899217"/>
                <a:gd name="connsiteY140" fmla="*/ 505436 h 942137"/>
                <a:gd name="connsiteX141" fmla="*/ 761503 w 899217"/>
                <a:gd name="connsiteY141" fmla="*/ 504359 h 942137"/>
                <a:gd name="connsiteX142" fmla="*/ 764768 w 899217"/>
                <a:gd name="connsiteY142" fmla="*/ 500221 h 942137"/>
                <a:gd name="connsiteX143" fmla="*/ 766080 w 899217"/>
                <a:gd name="connsiteY143" fmla="*/ 497396 h 942137"/>
                <a:gd name="connsiteX144" fmla="*/ 766282 w 899217"/>
                <a:gd name="connsiteY144" fmla="*/ 493258 h 942137"/>
                <a:gd name="connsiteX145" fmla="*/ 766484 w 899217"/>
                <a:gd name="connsiteY145" fmla="*/ 490634 h 942137"/>
                <a:gd name="connsiteX146" fmla="*/ 763455 w 899217"/>
                <a:gd name="connsiteY146" fmla="*/ 488044 h 942137"/>
                <a:gd name="connsiteX147" fmla="*/ 757801 w 899217"/>
                <a:gd name="connsiteY147" fmla="*/ 488044 h 942137"/>
                <a:gd name="connsiteX148" fmla="*/ 751710 w 899217"/>
                <a:gd name="connsiteY148" fmla="*/ 489019 h 942137"/>
                <a:gd name="connsiteX149" fmla="*/ 747133 w 899217"/>
                <a:gd name="connsiteY149" fmla="*/ 488683 h 942137"/>
                <a:gd name="connsiteX150" fmla="*/ 746493 w 899217"/>
                <a:gd name="connsiteY150" fmla="*/ 486295 h 942137"/>
                <a:gd name="connsiteX151" fmla="*/ 742589 w 899217"/>
                <a:gd name="connsiteY151" fmla="*/ 480441 h 942137"/>
                <a:gd name="connsiteX152" fmla="*/ 739763 w 899217"/>
                <a:gd name="connsiteY152" fmla="*/ 477414 h 942137"/>
                <a:gd name="connsiteX153" fmla="*/ 738248 w 899217"/>
                <a:gd name="connsiteY153" fmla="*/ 475463 h 942137"/>
                <a:gd name="connsiteX154" fmla="*/ 738686 w 899217"/>
                <a:gd name="connsiteY154" fmla="*/ 470955 h 942137"/>
                <a:gd name="connsiteX155" fmla="*/ 741075 w 899217"/>
                <a:gd name="connsiteY155" fmla="*/ 467658 h 942137"/>
                <a:gd name="connsiteX156" fmla="*/ 740873 w 899217"/>
                <a:gd name="connsiteY156" fmla="*/ 463319 h 942137"/>
                <a:gd name="connsiteX157" fmla="*/ 738248 w 899217"/>
                <a:gd name="connsiteY157" fmla="*/ 461368 h 942137"/>
                <a:gd name="connsiteX158" fmla="*/ 734983 w 899217"/>
                <a:gd name="connsiteY158" fmla="*/ 462242 h 942137"/>
                <a:gd name="connsiteX159" fmla="*/ 732359 w 899217"/>
                <a:gd name="connsiteY159" fmla="*/ 464429 h 942137"/>
                <a:gd name="connsiteX160" fmla="*/ 729330 w 899217"/>
                <a:gd name="connsiteY160" fmla="*/ 465943 h 942137"/>
                <a:gd name="connsiteX161" fmla="*/ 724315 w 899217"/>
                <a:gd name="connsiteY161" fmla="*/ 466582 h 942137"/>
                <a:gd name="connsiteX162" fmla="*/ 726940 w 899217"/>
                <a:gd name="connsiteY162" fmla="*/ 461805 h 942137"/>
                <a:gd name="connsiteX163" fmla="*/ 727579 w 899217"/>
                <a:gd name="connsiteY163" fmla="*/ 455716 h 942137"/>
                <a:gd name="connsiteX164" fmla="*/ 724315 w 899217"/>
                <a:gd name="connsiteY164" fmla="*/ 454404 h 942137"/>
                <a:gd name="connsiteX165" fmla="*/ 721488 w 899217"/>
                <a:gd name="connsiteY165" fmla="*/ 453765 h 942137"/>
                <a:gd name="connsiteX166" fmla="*/ 717786 w 899217"/>
                <a:gd name="connsiteY166" fmla="*/ 448551 h 942137"/>
                <a:gd name="connsiteX167" fmla="*/ 713647 w 899217"/>
                <a:gd name="connsiteY167" fmla="*/ 446162 h 942137"/>
                <a:gd name="connsiteX168" fmla="*/ 713209 w 899217"/>
                <a:gd name="connsiteY168" fmla="*/ 441150 h 942137"/>
                <a:gd name="connsiteX169" fmla="*/ 713849 w 899217"/>
                <a:gd name="connsiteY169" fmla="*/ 439401 h 942137"/>
                <a:gd name="connsiteX170" fmla="*/ 717550 w 899217"/>
                <a:gd name="connsiteY170" fmla="*/ 437013 h 942137"/>
                <a:gd name="connsiteX171" fmla="*/ 720579 w 899217"/>
                <a:gd name="connsiteY171" fmla="*/ 435499 h 942137"/>
                <a:gd name="connsiteX172" fmla="*/ 724281 w 899217"/>
                <a:gd name="connsiteY172" fmla="*/ 435701 h 942137"/>
                <a:gd name="connsiteX173" fmla="*/ 726469 w 899217"/>
                <a:gd name="connsiteY173" fmla="*/ 434187 h 942137"/>
                <a:gd name="connsiteX174" fmla="*/ 727108 w 899217"/>
                <a:gd name="connsiteY174" fmla="*/ 429410 h 942137"/>
                <a:gd name="connsiteX175" fmla="*/ 727748 w 899217"/>
                <a:gd name="connsiteY175" fmla="*/ 424633 h 942137"/>
                <a:gd name="connsiteX176" fmla="*/ 727748 w 899217"/>
                <a:gd name="connsiteY176" fmla="*/ 418107 h 942137"/>
                <a:gd name="connsiteX177" fmla="*/ 727512 w 899217"/>
                <a:gd name="connsiteY177" fmla="*/ 413969 h 942137"/>
                <a:gd name="connsiteX178" fmla="*/ 729262 w 899217"/>
                <a:gd name="connsiteY178" fmla="*/ 410505 h 942137"/>
                <a:gd name="connsiteX179" fmla="*/ 730777 w 899217"/>
                <a:gd name="connsiteY179" fmla="*/ 408553 h 942137"/>
                <a:gd name="connsiteX180" fmla="*/ 731854 w 899217"/>
                <a:gd name="connsiteY180" fmla="*/ 406804 h 942137"/>
                <a:gd name="connsiteX181" fmla="*/ 733368 w 899217"/>
                <a:gd name="connsiteY181" fmla="*/ 404214 h 942137"/>
                <a:gd name="connsiteX182" fmla="*/ 734883 w 899217"/>
                <a:gd name="connsiteY182" fmla="*/ 401825 h 942137"/>
                <a:gd name="connsiteX183" fmla="*/ 736633 w 899217"/>
                <a:gd name="connsiteY183" fmla="*/ 396376 h 942137"/>
                <a:gd name="connsiteX184" fmla="*/ 737070 w 899217"/>
                <a:gd name="connsiteY184" fmla="*/ 391162 h 942137"/>
                <a:gd name="connsiteX185" fmla="*/ 739022 w 899217"/>
                <a:gd name="connsiteY185" fmla="*/ 386587 h 942137"/>
                <a:gd name="connsiteX186" fmla="*/ 741647 w 899217"/>
                <a:gd name="connsiteY186" fmla="*/ 382886 h 942137"/>
                <a:gd name="connsiteX187" fmla="*/ 742724 w 899217"/>
                <a:gd name="connsiteY187" fmla="*/ 380498 h 942137"/>
                <a:gd name="connsiteX188" fmla="*/ 747503 w 899217"/>
                <a:gd name="connsiteY188" fmla="*/ 376966 h 942137"/>
                <a:gd name="connsiteX189" fmla="*/ 748580 w 899217"/>
                <a:gd name="connsiteY189" fmla="*/ 374409 h 942137"/>
                <a:gd name="connsiteX190" fmla="*/ 752921 w 899217"/>
                <a:gd name="connsiteY190" fmla="*/ 368119 h 942137"/>
                <a:gd name="connsiteX191" fmla="*/ 753561 w 899217"/>
                <a:gd name="connsiteY191" fmla="*/ 365730 h 942137"/>
                <a:gd name="connsiteX192" fmla="*/ 754873 w 899217"/>
                <a:gd name="connsiteY192" fmla="*/ 363981 h 942137"/>
                <a:gd name="connsiteX193" fmla="*/ 755950 w 899217"/>
                <a:gd name="connsiteY193" fmla="*/ 358128 h 942137"/>
                <a:gd name="connsiteX194" fmla="*/ 754873 w 899217"/>
                <a:gd name="connsiteY194" fmla="*/ 355537 h 942137"/>
                <a:gd name="connsiteX195" fmla="*/ 750296 w 899217"/>
                <a:gd name="connsiteY195" fmla="*/ 351635 h 942137"/>
                <a:gd name="connsiteX196" fmla="*/ 750296 w 899217"/>
                <a:gd name="connsiteY196" fmla="*/ 344907 h 942137"/>
                <a:gd name="connsiteX197" fmla="*/ 745517 w 899217"/>
                <a:gd name="connsiteY197" fmla="*/ 341005 h 942137"/>
                <a:gd name="connsiteX198" fmla="*/ 743565 w 899217"/>
                <a:gd name="connsiteY198" fmla="*/ 339054 h 942137"/>
                <a:gd name="connsiteX199" fmla="*/ 740099 w 899217"/>
                <a:gd name="connsiteY199" fmla="*/ 337742 h 942137"/>
                <a:gd name="connsiteX200" fmla="*/ 736397 w 899217"/>
                <a:gd name="connsiteY200" fmla="*/ 335993 h 942137"/>
                <a:gd name="connsiteX201" fmla="*/ 736397 w 899217"/>
                <a:gd name="connsiteY201" fmla="*/ 333806 h 942137"/>
                <a:gd name="connsiteX202" fmla="*/ 738147 w 899217"/>
                <a:gd name="connsiteY202" fmla="*/ 332494 h 942137"/>
                <a:gd name="connsiteX203" fmla="*/ 738147 w 899217"/>
                <a:gd name="connsiteY203" fmla="*/ 328794 h 942137"/>
                <a:gd name="connsiteX204" fmla="*/ 737171 w 899217"/>
                <a:gd name="connsiteY204" fmla="*/ 325531 h 942137"/>
                <a:gd name="connsiteX205" fmla="*/ 734883 w 899217"/>
                <a:gd name="connsiteY205" fmla="*/ 323142 h 942137"/>
                <a:gd name="connsiteX206" fmla="*/ 730743 w 899217"/>
                <a:gd name="connsiteY206" fmla="*/ 322066 h 942137"/>
                <a:gd name="connsiteX207" fmla="*/ 728993 w 899217"/>
                <a:gd name="connsiteY207" fmla="*/ 321864 h 942137"/>
                <a:gd name="connsiteX208" fmla="*/ 727041 w 899217"/>
                <a:gd name="connsiteY208" fmla="*/ 323613 h 942137"/>
                <a:gd name="connsiteX209" fmla="*/ 725527 w 899217"/>
                <a:gd name="connsiteY209" fmla="*/ 324252 h 942137"/>
                <a:gd name="connsiteX210" fmla="*/ 724214 w 899217"/>
                <a:gd name="connsiteY210" fmla="*/ 325564 h 942137"/>
                <a:gd name="connsiteX211" fmla="*/ 724214 w 899217"/>
                <a:gd name="connsiteY211" fmla="*/ 326876 h 942137"/>
                <a:gd name="connsiteX212" fmla="*/ 723137 w 899217"/>
                <a:gd name="connsiteY212" fmla="*/ 328827 h 942137"/>
                <a:gd name="connsiteX213" fmla="*/ 722060 w 899217"/>
                <a:gd name="connsiteY213" fmla="*/ 330779 h 942137"/>
                <a:gd name="connsiteX214" fmla="*/ 719469 w 899217"/>
                <a:gd name="connsiteY214" fmla="*/ 333167 h 942137"/>
                <a:gd name="connsiteX215" fmla="*/ 716002 w 899217"/>
                <a:gd name="connsiteY215" fmla="*/ 334681 h 942137"/>
                <a:gd name="connsiteX216" fmla="*/ 714488 w 899217"/>
                <a:gd name="connsiteY216" fmla="*/ 335320 h 942137"/>
                <a:gd name="connsiteX217" fmla="*/ 709911 w 899217"/>
                <a:gd name="connsiteY217" fmla="*/ 335118 h 942137"/>
                <a:gd name="connsiteX218" fmla="*/ 707723 w 899217"/>
                <a:gd name="connsiteY218" fmla="*/ 335118 h 942137"/>
                <a:gd name="connsiteX219" fmla="*/ 702709 w 899217"/>
                <a:gd name="connsiteY219" fmla="*/ 335118 h 942137"/>
                <a:gd name="connsiteX220" fmla="*/ 700319 w 899217"/>
                <a:gd name="connsiteY220" fmla="*/ 334916 h 942137"/>
                <a:gd name="connsiteX221" fmla="*/ 698367 w 899217"/>
                <a:gd name="connsiteY221" fmla="*/ 335118 h 942137"/>
                <a:gd name="connsiteX222" fmla="*/ 697930 w 899217"/>
                <a:gd name="connsiteY222" fmla="*/ 336632 h 942137"/>
                <a:gd name="connsiteX223" fmla="*/ 696180 w 899217"/>
                <a:gd name="connsiteY223" fmla="*/ 338146 h 942137"/>
                <a:gd name="connsiteX224" fmla="*/ 694867 w 899217"/>
                <a:gd name="connsiteY224" fmla="*/ 340332 h 942137"/>
                <a:gd name="connsiteX225" fmla="*/ 693790 w 899217"/>
                <a:gd name="connsiteY225" fmla="*/ 343158 h 942137"/>
                <a:gd name="connsiteX226" fmla="*/ 692040 w 899217"/>
                <a:gd name="connsiteY226" fmla="*/ 343797 h 942137"/>
                <a:gd name="connsiteX227" fmla="*/ 686824 w 899217"/>
                <a:gd name="connsiteY227" fmla="*/ 343797 h 942137"/>
                <a:gd name="connsiteX228" fmla="*/ 683357 w 899217"/>
                <a:gd name="connsiteY228" fmla="*/ 343797 h 942137"/>
                <a:gd name="connsiteX229" fmla="*/ 678578 w 899217"/>
                <a:gd name="connsiteY229" fmla="*/ 343797 h 942137"/>
                <a:gd name="connsiteX230" fmla="*/ 673362 w 899217"/>
                <a:gd name="connsiteY230" fmla="*/ 342922 h 942137"/>
                <a:gd name="connsiteX231" fmla="*/ 669021 w 899217"/>
                <a:gd name="connsiteY231" fmla="*/ 340736 h 942137"/>
                <a:gd name="connsiteX232" fmla="*/ 666631 w 899217"/>
                <a:gd name="connsiteY232" fmla="*/ 337910 h 942137"/>
                <a:gd name="connsiteX233" fmla="*/ 663367 w 899217"/>
                <a:gd name="connsiteY233" fmla="*/ 331821 h 942137"/>
                <a:gd name="connsiteX234" fmla="*/ 660203 w 899217"/>
                <a:gd name="connsiteY234" fmla="*/ 328996 h 942137"/>
                <a:gd name="connsiteX235" fmla="*/ 660001 w 899217"/>
                <a:gd name="connsiteY235" fmla="*/ 326607 h 942137"/>
                <a:gd name="connsiteX236" fmla="*/ 660641 w 899217"/>
                <a:gd name="connsiteY236" fmla="*/ 322705 h 942137"/>
                <a:gd name="connsiteX237" fmla="*/ 660741 w 899217"/>
                <a:gd name="connsiteY237" fmla="*/ 319106 h 942137"/>
                <a:gd name="connsiteX238" fmla="*/ 661179 w 899217"/>
                <a:gd name="connsiteY238" fmla="*/ 315203 h 942137"/>
                <a:gd name="connsiteX239" fmla="*/ 661381 w 899217"/>
                <a:gd name="connsiteY239" fmla="*/ 312916 h 942137"/>
                <a:gd name="connsiteX240" fmla="*/ 662020 w 899217"/>
                <a:gd name="connsiteY240" fmla="*/ 310427 h 942137"/>
                <a:gd name="connsiteX241" fmla="*/ 662895 w 899217"/>
                <a:gd name="connsiteY241" fmla="*/ 309787 h 942137"/>
                <a:gd name="connsiteX242" fmla="*/ 663535 w 899217"/>
                <a:gd name="connsiteY242" fmla="*/ 308812 h 942137"/>
                <a:gd name="connsiteX243" fmla="*/ 664847 w 899217"/>
                <a:gd name="connsiteY243" fmla="*/ 307500 h 942137"/>
                <a:gd name="connsiteX244" fmla="*/ 665924 w 899217"/>
                <a:gd name="connsiteY244" fmla="*/ 305549 h 942137"/>
                <a:gd name="connsiteX245" fmla="*/ 666160 w 899217"/>
                <a:gd name="connsiteY245" fmla="*/ 302622 h 942137"/>
                <a:gd name="connsiteX246" fmla="*/ 665083 w 899217"/>
                <a:gd name="connsiteY246" fmla="*/ 301209 h 942137"/>
                <a:gd name="connsiteX247" fmla="*/ 665083 w 899217"/>
                <a:gd name="connsiteY247" fmla="*/ 299460 h 942137"/>
                <a:gd name="connsiteX248" fmla="*/ 665689 w 899217"/>
                <a:gd name="connsiteY248" fmla="*/ 296971 h 942137"/>
                <a:gd name="connsiteX249" fmla="*/ 666597 w 899217"/>
                <a:gd name="connsiteY249" fmla="*/ 295356 h 942137"/>
                <a:gd name="connsiteX250" fmla="*/ 667136 w 899217"/>
                <a:gd name="connsiteY250" fmla="*/ 292631 h 942137"/>
                <a:gd name="connsiteX251" fmla="*/ 666698 w 899217"/>
                <a:gd name="connsiteY251" fmla="*/ 290243 h 942137"/>
                <a:gd name="connsiteX252" fmla="*/ 665487 w 899217"/>
                <a:gd name="connsiteY252" fmla="*/ 287215 h 942137"/>
                <a:gd name="connsiteX253" fmla="*/ 662222 w 899217"/>
                <a:gd name="connsiteY253" fmla="*/ 285365 h 942137"/>
                <a:gd name="connsiteX254" fmla="*/ 660809 w 899217"/>
                <a:gd name="connsiteY254" fmla="*/ 285567 h 942137"/>
                <a:gd name="connsiteX255" fmla="*/ 659092 w 899217"/>
                <a:gd name="connsiteY255" fmla="*/ 286206 h 942137"/>
                <a:gd name="connsiteX256" fmla="*/ 658217 w 899217"/>
                <a:gd name="connsiteY256" fmla="*/ 287081 h 942137"/>
                <a:gd name="connsiteX257" fmla="*/ 655054 w 899217"/>
                <a:gd name="connsiteY257" fmla="*/ 288595 h 942137"/>
                <a:gd name="connsiteX258" fmla="*/ 652227 w 899217"/>
                <a:gd name="connsiteY258" fmla="*/ 288157 h 942137"/>
                <a:gd name="connsiteX259" fmla="*/ 651150 w 899217"/>
                <a:gd name="connsiteY259" fmla="*/ 284692 h 942137"/>
                <a:gd name="connsiteX260" fmla="*/ 651789 w 899217"/>
                <a:gd name="connsiteY260" fmla="*/ 282943 h 942137"/>
                <a:gd name="connsiteX261" fmla="*/ 656568 w 899217"/>
                <a:gd name="connsiteY261" fmla="*/ 281631 h 942137"/>
                <a:gd name="connsiteX262" fmla="*/ 656770 w 899217"/>
                <a:gd name="connsiteY262" fmla="*/ 280555 h 942137"/>
                <a:gd name="connsiteX263" fmla="*/ 656333 w 899217"/>
                <a:gd name="connsiteY263" fmla="*/ 278603 h 942137"/>
                <a:gd name="connsiteX264" fmla="*/ 656333 w 899217"/>
                <a:gd name="connsiteY264" fmla="*/ 272515 h 942137"/>
                <a:gd name="connsiteX265" fmla="*/ 660573 w 899217"/>
                <a:gd name="connsiteY265" fmla="*/ 271640 h 942137"/>
                <a:gd name="connsiteX266" fmla="*/ 663501 w 899217"/>
                <a:gd name="connsiteY266" fmla="*/ 267301 h 942137"/>
                <a:gd name="connsiteX267" fmla="*/ 668280 w 899217"/>
                <a:gd name="connsiteY267" fmla="*/ 264710 h 942137"/>
                <a:gd name="connsiteX268" fmla="*/ 669357 w 899217"/>
                <a:gd name="connsiteY268" fmla="*/ 262759 h 942137"/>
                <a:gd name="connsiteX269" fmla="*/ 670434 w 899217"/>
                <a:gd name="connsiteY269" fmla="*/ 261246 h 942137"/>
                <a:gd name="connsiteX270" fmla="*/ 673160 w 899217"/>
                <a:gd name="connsiteY270" fmla="*/ 258521 h 942137"/>
                <a:gd name="connsiteX271" fmla="*/ 675112 w 899217"/>
                <a:gd name="connsiteY271" fmla="*/ 257007 h 942137"/>
                <a:gd name="connsiteX272" fmla="*/ 676290 w 899217"/>
                <a:gd name="connsiteY272" fmla="*/ 256031 h 942137"/>
                <a:gd name="connsiteX273" fmla="*/ 678242 w 899217"/>
                <a:gd name="connsiteY273" fmla="*/ 254417 h 942137"/>
                <a:gd name="connsiteX274" fmla="*/ 680093 w 899217"/>
                <a:gd name="connsiteY274" fmla="*/ 251927 h 942137"/>
                <a:gd name="connsiteX275" fmla="*/ 681069 w 899217"/>
                <a:gd name="connsiteY275" fmla="*/ 248664 h 942137"/>
                <a:gd name="connsiteX276" fmla="*/ 683256 w 899217"/>
                <a:gd name="connsiteY276" fmla="*/ 244628 h 942137"/>
                <a:gd name="connsiteX277" fmla="*/ 684233 w 899217"/>
                <a:gd name="connsiteY277" fmla="*/ 241701 h 942137"/>
                <a:gd name="connsiteX278" fmla="*/ 685444 w 899217"/>
                <a:gd name="connsiteY278" fmla="*/ 239649 h 942137"/>
                <a:gd name="connsiteX279" fmla="*/ 686420 w 899217"/>
                <a:gd name="connsiteY279" fmla="*/ 238438 h 942137"/>
                <a:gd name="connsiteX280" fmla="*/ 688372 w 899217"/>
                <a:gd name="connsiteY280" fmla="*/ 238539 h 942137"/>
                <a:gd name="connsiteX281" fmla="*/ 689348 w 899217"/>
                <a:gd name="connsiteY281" fmla="*/ 240389 h 942137"/>
                <a:gd name="connsiteX282" fmla="*/ 689348 w 899217"/>
                <a:gd name="connsiteY282" fmla="*/ 242340 h 942137"/>
                <a:gd name="connsiteX283" fmla="*/ 690391 w 899217"/>
                <a:gd name="connsiteY283" fmla="*/ 242878 h 942137"/>
                <a:gd name="connsiteX284" fmla="*/ 692175 w 899217"/>
                <a:gd name="connsiteY284" fmla="*/ 242676 h 942137"/>
                <a:gd name="connsiteX285" fmla="*/ 694127 w 899217"/>
                <a:gd name="connsiteY285" fmla="*/ 243013 h 942137"/>
                <a:gd name="connsiteX286" fmla="*/ 695978 w 899217"/>
                <a:gd name="connsiteY286" fmla="*/ 244964 h 942137"/>
                <a:gd name="connsiteX287" fmla="*/ 696214 w 899217"/>
                <a:gd name="connsiteY287" fmla="*/ 246141 h 942137"/>
                <a:gd name="connsiteX288" fmla="*/ 698266 w 899217"/>
                <a:gd name="connsiteY288" fmla="*/ 248092 h 942137"/>
                <a:gd name="connsiteX289" fmla="*/ 700656 w 899217"/>
                <a:gd name="connsiteY289" fmla="*/ 251019 h 942137"/>
                <a:gd name="connsiteX290" fmla="*/ 702944 w 899217"/>
                <a:gd name="connsiteY290" fmla="*/ 253845 h 942137"/>
                <a:gd name="connsiteX291" fmla="*/ 706108 w 899217"/>
                <a:gd name="connsiteY291" fmla="*/ 257209 h 942137"/>
                <a:gd name="connsiteX292" fmla="*/ 708598 w 899217"/>
                <a:gd name="connsiteY292" fmla="*/ 259698 h 942137"/>
                <a:gd name="connsiteX293" fmla="*/ 711089 w 899217"/>
                <a:gd name="connsiteY293" fmla="*/ 262087 h 942137"/>
                <a:gd name="connsiteX294" fmla="*/ 714151 w 899217"/>
                <a:gd name="connsiteY294" fmla="*/ 262087 h 942137"/>
                <a:gd name="connsiteX295" fmla="*/ 717517 w 899217"/>
                <a:gd name="connsiteY295" fmla="*/ 260337 h 942137"/>
                <a:gd name="connsiteX296" fmla="*/ 719132 w 899217"/>
                <a:gd name="connsiteY296" fmla="*/ 257848 h 942137"/>
                <a:gd name="connsiteX297" fmla="*/ 722397 w 899217"/>
                <a:gd name="connsiteY297" fmla="*/ 254820 h 942137"/>
                <a:gd name="connsiteX298" fmla="*/ 725661 w 899217"/>
                <a:gd name="connsiteY298" fmla="*/ 252768 h 942137"/>
                <a:gd name="connsiteX299" fmla="*/ 728253 w 899217"/>
                <a:gd name="connsiteY299" fmla="*/ 247554 h 942137"/>
                <a:gd name="connsiteX300" fmla="*/ 729128 w 899217"/>
                <a:gd name="connsiteY300" fmla="*/ 245166 h 942137"/>
                <a:gd name="connsiteX301" fmla="*/ 731416 w 899217"/>
                <a:gd name="connsiteY301" fmla="*/ 242542 h 942137"/>
                <a:gd name="connsiteX302" fmla="*/ 733806 w 899217"/>
                <a:gd name="connsiteY302" fmla="*/ 241465 h 942137"/>
                <a:gd name="connsiteX303" fmla="*/ 737609 w 899217"/>
                <a:gd name="connsiteY303" fmla="*/ 243417 h 942137"/>
                <a:gd name="connsiteX304" fmla="*/ 739897 w 899217"/>
                <a:gd name="connsiteY304" fmla="*/ 245166 h 942137"/>
                <a:gd name="connsiteX305" fmla="*/ 743162 w 899217"/>
                <a:gd name="connsiteY305" fmla="*/ 248530 h 942137"/>
                <a:gd name="connsiteX306" fmla="*/ 743599 w 899217"/>
                <a:gd name="connsiteY306" fmla="*/ 250380 h 942137"/>
                <a:gd name="connsiteX307" fmla="*/ 743263 w 899217"/>
                <a:gd name="connsiteY307" fmla="*/ 252566 h 942137"/>
                <a:gd name="connsiteX308" fmla="*/ 743363 w 899217"/>
                <a:gd name="connsiteY308" fmla="*/ 255729 h 942137"/>
                <a:gd name="connsiteX309" fmla="*/ 745854 w 899217"/>
                <a:gd name="connsiteY309" fmla="*/ 258353 h 942137"/>
                <a:gd name="connsiteX310" fmla="*/ 748041 w 899217"/>
                <a:gd name="connsiteY310" fmla="*/ 259126 h 942137"/>
                <a:gd name="connsiteX311" fmla="*/ 749892 w 899217"/>
                <a:gd name="connsiteY311" fmla="*/ 258689 h 942137"/>
                <a:gd name="connsiteX312" fmla="*/ 753258 w 899217"/>
                <a:gd name="connsiteY312" fmla="*/ 257074 h 942137"/>
                <a:gd name="connsiteX313" fmla="*/ 756287 w 899217"/>
                <a:gd name="connsiteY313" fmla="*/ 256872 h 942137"/>
                <a:gd name="connsiteX314" fmla="*/ 763893 w 899217"/>
                <a:gd name="connsiteY314" fmla="*/ 256536 h 942137"/>
                <a:gd name="connsiteX315" fmla="*/ 769446 w 899217"/>
                <a:gd name="connsiteY315" fmla="*/ 256536 h 942137"/>
                <a:gd name="connsiteX316" fmla="*/ 773484 w 899217"/>
                <a:gd name="connsiteY316" fmla="*/ 258285 h 942137"/>
                <a:gd name="connsiteX317" fmla="*/ 777725 w 899217"/>
                <a:gd name="connsiteY317" fmla="*/ 261313 h 942137"/>
                <a:gd name="connsiteX318" fmla="*/ 780013 w 899217"/>
                <a:gd name="connsiteY318" fmla="*/ 260337 h 942137"/>
                <a:gd name="connsiteX319" fmla="*/ 782840 w 899217"/>
                <a:gd name="connsiteY319" fmla="*/ 257175 h 942137"/>
                <a:gd name="connsiteX320" fmla="*/ 785028 w 899217"/>
                <a:gd name="connsiteY320" fmla="*/ 254248 h 942137"/>
                <a:gd name="connsiteX321" fmla="*/ 788393 w 899217"/>
                <a:gd name="connsiteY321" fmla="*/ 251524 h 942137"/>
                <a:gd name="connsiteX322" fmla="*/ 793273 w 899217"/>
                <a:gd name="connsiteY322" fmla="*/ 249472 h 942137"/>
                <a:gd name="connsiteX323" fmla="*/ 794922 w 899217"/>
                <a:gd name="connsiteY323" fmla="*/ 249034 h 942137"/>
                <a:gd name="connsiteX324" fmla="*/ 799062 w 899217"/>
                <a:gd name="connsiteY324" fmla="*/ 248933 h 942137"/>
                <a:gd name="connsiteX325" fmla="*/ 803302 w 899217"/>
                <a:gd name="connsiteY325" fmla="*/ 248294 h 942137"/>
                <a:gd name="connsiteX326" fmla="*/ 808418 w 899217"/>
                <a:gd name="connsiteY326" fmla="*/ 248294 h 942137"/>
                <a:gd name="connsiteX327" fmla="*/ 812456 w 899217"/>
                <a:gd name="connsiteY327" fmla="*/ 248294 h 942137"/>
                <a:gd name="connsiteX328" fmla="*/ 814745 w 899217"/>
                <a:gd name="connsiteY328" fmla="*/ 248294 h 942137"/>
                <a:gd name="connsiteX329" fmla="*/ 816697 w 899217"/>
                <a:gd name="connsiteY329" fmla="*/ 245906 h 942137"/>
                <a:gd name="connsiteX330" fmla="*/ 818211 w 899217"/>
                <a:gd name="connsiteY330" fmla="*/ 243719 h 942137"/>
                <a:gd name="connsiteX331" fmla="*/ 819827 w 899217"/>
                <a:gd name="connsiteY331" fmla="*/ 242205 h 942137"/>
                <a:gd name="connsiteX332" fmla="*/ 819827 w 899217"/>
                <a:gd name="connsiteY332" fmla="*/ 239817 h 942137"/>
                <a:gd name="connsiteX333" fmla="*/ 818077 w 899217"/>
                <a:gd name="connsiteY333" fmla="*/ 236991 h 942137"/>
                <a:gd name="connsiteX334" fmla="*/ 818077 w 899217"/>
                <a:gd name="connsiteY334" fmla="*/ 235377 h 942137"/>
                <a:gd name="connsiteX335" fmla="*/ 819053 w 899217"/>
                <a:gd name="connsiteY335" fmla="*/ 231777 h 942137"/>
                <a:gd name="connsiteX336" fmla="*/ 821240 w 899217"/>
                <a:gd name="connsiteY336" fmla="*/ 229591 h 942137"/>
                <a:gd name="connsiteX337" fmla="*/ 822990 w 899217"/>
                <a:gd name="connsiteY337" fmla="*/ 227101 h 942137"/>
                <a:gd name="connsiteX338" fmla="*/ 826591 w 899217"/>
                <a:gd name="connsiteY338" fmla="*/ 223737 h 942137"/>
                <a:gd name="connsiteX339" fmla="*/ 826793 w 899217"/>
                <a:gd name="connsiteY339" fmla="*/ 220474 h 942137"/>
                <a:gd name="connsiteX340" fmla="*/ 827231 w 899217"/>
                <a:gd name="connsiteY340" fmla="*/ 217850 h 942137"/>
                <a:gd name="connsiteX341" fmla="*/ 826793 w 899217"/>
                <a:gd name="connsiteY341" fmla="*/ 216673 h 942137"/>
                <a:gd name="connsiteX342" fmla="*/ 823899 w 899217"/>
                <a:gd name="connsiteY342" fmla="*/ 215092 h 942137"/>
                <a:gd name="connsiteX343" fmla="*/ 823764 w 899217"/>
                <a:gd name="connsiteY343" fmla="*/ 213645 h 942137"/>
                <a:gd name="connsiteX344" fmla="*/ 825077 w 899217"/>
                <a:gd name="connsiteY344" fmla="*/ 210181 h 942137"/>
                <a:gd name="connsiteX345" fmla="*/ 829856 w 899217"/>
                <a:gd name="connsiteY345" fmla="*/ 208734 h 942137"/>
                <a:gd name="connsiteX346" fmla="*/ 832043 w 899217"/>
                <a:gd name="connsiteY346" fmla="*/ 207422 h 942137"/>
                <a:gd name="connsiteX347" fmla="*/ 832043 w 899217"/>
                <a:gd name="connsiteY347" fmla="*/ 203957 h 942137"/>
                <a:gd name="connsiteX348" fmla="*/ 832043 w 899217"/>
                <a:gd name="connsiteY348" fmla="*/ 203385 h 942137"/>
                <a:gd name="connsiteX349" fmla="*/ 831168 w 899217"/>
                <a:gd name="connsiteY349" fmla="*/ 201367 h 942137"/>
                <a:gd name="connsiteX350" fmla="*/ 825817 w 899217"/>
                <a:gd name="connsiteY350" fmla="*/ 201367 h 942137"/>
                <a:gd name="connsiteX351" fmla="*/ 822788 w 899217"/>
                <a:gd name="connsiteY351" fmla="*/ 201232 h 942137"/>
                <a:gd name="connsiteX352" fmla="*/ 823091 w 899217"/>
                <a:gd name="connsiteY352" fmla="*/ 198037 h 942137"/>
                <a:gd name="connsiteX353" fmla="*/ 823529 w 899217"/>
                <a:gd name="connsiteY353" fmla="*/ 195278 h 942137"/>
                <a:gd name="connsiteX354" fmla="*/ 825279 w 899217"/>
                <a:gd name="connsiteY354" fmla="*/ 193832 h 942137"/>
                <a:gd name="connsiteX355" fmla="*/ 826860 w 899217"/>
                <a:gd name="connsiteY355" fmla="*/ 191813 h 942137"/>
                <a:gd name="connsiteX356" fmla="*/ 826860 w 899217"/>
                <a:gd name="connsiteY356" fmla="*/ 188920 h 942137"/>
                <a:gd name="connsiteX357" fmla="*/ 826793 w 899217"/>
                <a:gd name="connsiteY357" fmla="*/ 185018 h 942137"/>
                <a:gd name="connsiteX358" fmla="*/ 824134 w 899217"/>
                <a:gd name="connsiteY358" fmla="*/ 182260 h 942137"/>
                <a:gd name="connsiteX359" fmla="*/ 820937 w 899217"/>
                <a:gd name="connsiteY359" fmla="*/ 181385 h 942137"/>
                <a:gd name="connsiteX360" fmla="*/ 818750 w 899217"/>
                <a:gd name="connsiteY360" fmla="*/ 180510 h 942137"/>
                <a:gd name="connsiteX361" fmla="*/ 815856 w 899217"/>
                <a:gd name="connsiteY361" fmla="*/ 179804 h 942137"/>
                <a:gd name="connsiteX362" fmla="*/ 813399 w 899217"/>
                <a:gd name="connsiteY362" fmla="*/ 178189 h 942137"/>
                <a:gd name="connsiteX363" fmla="*/ 810067 w 899217"/>
                <a:gd name="connsiteY363" fmla="*/ 176171 h 942137"/>
                <a:gd name="connsiteX364" fmla="*/ 808620 w 899217"/>
                <a:gd name="connsiteY364" fmla="*/ 174724 h 942137"/>
                <a:gd name="connsiteX365" fmla="*/ 807879 w 899217"/>
                <a:gd name="connsiteY365" fmla="*/ 171259 h 942137"/>
                <a:gd name="connsiteX366" fmla="*/ 807004 w 899217"/>
                <a:gd name="connsiteY366" fmla="*/ 168501 h 942137"/>
                <a:gd name="connsiteX367" fmla="*/ 804413 w 899217"/>
                <a:gd name="connsiteY367" fmla="*/ 165473 h 942137"/>
                <a:gd name="connsiteX368" fmla="*/ 801519 w 899217"/>
                <a:gd name="connsiteY368" fmla="*/ 163724 h 942137"/>
                <a:gd name="connsiteX369" fmla="*/ 799062 w 899217"/>
                <a:gd name="connsiteY369" fmla="*/ 166045 h 942137"/>
                <a:gd name="connsiteX370" fmla="*/ 796874 w 899217"/>
                <a:gd name="connsiteY370" fmla="*/ 168938 h 942137"/>
                <a:gd name="connsiteX371" fmla="*/ 794990 w 899217"/>
                <a:gd name="connsiteY371" fmla="*/ 171394 h 942137"/>
                <a:gd name="connsiteX372" fmla="*/ 794249 w 899217"/>
                <a:gd name="connsiteY372" fmla="*/ 173278 h 942137"/>
                <a:gd name="connsiteX373" fmla="*/ 792667 w 899217"/>
                <a:gd name="connsiteY373" fmla="*/ 175868 h 942137"/>
                <a:gd name="connsiteX374" fmla="*/ 790917 w 899217"/>
                <a:gd name="connsiteY374" fmla="*/ 178458 h 942137"/>
                <a:gd name="connsiteX375" fmla="*/ 790042 w 899217"/>
                <a:gd name="connsiteY375" fmla="*/ 180342 h 942137"/>
                <a:gd name="connsiteX376" fmla="*/ 788158 w 899217"/>
                <a:gd name="connsiteY376" fmla="*/ 182361 h 942137"/>
                <a:gd name="connsiteX377" fmla="*/ 787148 w 899217"/>
                <a:gd name="connsiteY377" fmla="*/ 183942 h 942137"/>
                <a:gd name="connsiteX378" fmla="*/ 786273 w 899217"/>
                <a:gd name="connsiteY378" fmla="*/ 186263 h 942137"/>
                <a:gd name="connsiteX379" fmla="*/ 784691 w 899217"/>
                <a:gd name="connsiteY379" fmla="*/ 188584 h 942137"/>
                <a:gd name="connsiteX380" fmla="*/ 782369 w 899217"/>
                <a:gd name="connsiteY380" fmla="*/ 189156 h 942137"/>
                <a:gd name="connsiteX381" fmla="*/ 780619 w 899217"/>
                <a:gd name="connsiteY381" fmla="*/ 188853 h 942137"/>
                <a:gd name="connsiteX382" fmla="*/ 778297 w 899217"/>
                <a:gd name="connsiteY382" fmla="*/ 187978 h 942137"/>
                <a:gd name="connsiteX383" fmla="*/ 776278 w 899217"/>
                <a:gd name="connsiteY383" fmla="*/ 187978 h 942137"/>
                <a:gd name="connsiteX384" fmla="*/ 774090 w 899217"/>
                <a:gd name="connsiteY384" fmla="*/ 188281 h 942137"/>
                <a:gd name="connsiteX385" fmla="*/ 773653 w 899217"/>
                <a:gd name="connsiteY385" fmla="*/ 190737 h 942137"/>
                <a:gd name="connsiteX386" fmla="*/ 772071 w 899217"/>
                <a:gd name="connsiteY386" fmla="*/ 193764 h 942137"/>
                <a:gd name="connsiteX387" fmla="*/ 766989 w 899217"/>
                <a:gd name="connsiteY387" fmla="*/ 196355 h 942137"/>
                <a:gd name="connsiteX388" fmla="*/ 763354 w 899217"/>
                <a:gd name="connsiteY388" fmla="*/ 195648 h 942137"/>
                <a:gd name="connsiteX389" fmla="*/ 760325 w 899217"/>
                <a:gd name="connsiteY389" fmla="*/ 194504 h 942137"/>
                <a:gd name="connsiteX390" fmla="*/ 755546 w 899217"/>
                <a:gd name="connsiteY390" fmla="*/ 194807 h 942137"/>
                <a:gd name="connsiteX391" fmla="*/ 754099 w 899217"/>
                <a:gd name="connsiteY391" fmla="*/ 195951 h 942137"/>
                <a:gd name="connsiteX392" fmla="*/ 749186 w 899217"/>
                <a:gd name="connsiteY392" fmla="*/ 196523 h 942137"/>
                <a:gd name="connsiteX393" fmla="*/ 746729 w 899217"/>
                <a:gd name="connsiteY393" fmla="*/ 195345 h 942137"/>
                <a:gd name="connsiteX394" fmla="*/ 746594 w 899217"/>
                <a:gd name="connsiteY394" fmla="*/ 193899 h 942137"/>
                <a:gd name="connsiteX395" fmla="*/ 746022 w 899217"/>
                <a:gd name="connsiteY395" fmla="*/ 191881 h 942137"/>
                <a:gd name="connsiteX396" fmla="*/ 744878 w 899217"/>
                <a:gd name="connsiteY396" fmla="*/ 189694 h 942137"/>
                <a:gd name="connsiteX397" fmla="*/ 742556 w 899217"/>
                <a:gd name="connsiteY397" fmla="*/ 186667 h 942137"/>
                <a:gd name="connsiteX398" fmla="*/ 738921 w 899217"/>
                <a:gd name="connsiteY398" fmla="*/ 184783 h 942137"/>
                <a:gd name="connsiteX399" fmla="*/ 736599 w 899217"/>
                <a:gd name="connsiteY399" fmla="*/ 184480 h 942137"/>
                <a:gd name="connsiteX400" fmla="*/ 734142 w 899217"/>
                <a:gd name="connsiteY400" fmla="*/ 182899 h 942137"/>
                <a:gd name="connsiteX401" fmla="*/ 730373 w 899217"/>
                <a:gd name="connsiteY401" fmla="*/ 180006 h 942137"/>
                <a:gd name="connsiteX402" fmla="*/ 730238 w 899217"/>
                <a:gd name="connsiteY402" fmla="*/ 178257 h 942137"/>
                <a:gd name="connsiteX403" fmla="*/ 730373 w 899217"/>
                <a:gd name="connsiteY403" fmla="*/ 175801 h 942137"/>
                <a:gd name="connsiteX404" fmla="*/ 735152 w 899217"/>
                <a:gd name="connsiteY404" fmla="*/ 172336 h 942137"/>
                <a:gd name="connsiteX405" fmla="*/ 737474 w 899217"/>
                <a:gd name="connsiteY405" fmla="*/ 170587 h 942137"/>
                <a:gd name="connsiteX406" fmla="*/ 739931 w 899217"/>
                <a:gd name="connsiteY406" fmla="*/ 169712 h 942137"/>
                <a:gd name="connsiteX407" fmla="*/ 743700 w 899217"/>
                <a:gd name="connsiteY407" fmla="*/ 166382 h 942137"/>
                <a:gd name="connsiteX408" fmla="*/ 743835 w 899217"/>
                <a:gd name="connsiteY408" fmla="*/ 161605 h 942137"/>
                <a:gd name="connsiteX409" fmla="*/ 743094 w 899217"/>
                <a:gd name="connsiteY409" fmla="*/ 159586 h 942137"/>
                <a:gd name="connsiteX410" fmla="*/ 740772 w 899217"/>
                <a:gd name="connsiteY410" fmla="*/ 158712 h 942137"/>
                <a:gd name="connsiteX411" fmla="*/ 738585 w 899217"/>
                <a:gd name="connsiteY411" fmla="*/ 158140 h 942137"/>
                <a:gd name="connsiteX412" fmla="*/ 739022 w 899217"/>
                <a:gd name="connsiteY412" fmla="*/ 156391 h 942137"/>
                <a:gd name="connsiteX413" fmla="*/ 740166 w 899217"/>
                <a:gd name="connsiteY413" fmla="*/ 153363 h 942137"/>
                <a:gd name="connsiteX414" fmla="*/ 742489 w 899217"/>
                <a:gd name="connsiteY414" fmla="*/ 151883 h 942137"/>
                <a:gd name="connsiteX415" fmla="*/ 740974 w 899217"/>
                <a:gd name="connsiteY415" fmla="*/ 147409 h 942137"/>
                <a:gd name="connsiteX416" fmla="*/ 737911 w 899217"/>
                <a:gd name="connsiteY416" fmla="*/ 143372 h 942137"/>
                <a:gd name="connsiteX417" fmla="*/ 735421 w 899217"/>
                <a:gd name="connsiteY417" fmla="*/ 141858 h 942137"/>
                <a:gd name="connsiteX418" fmla="*/ 732056 w 899217"/>
                <a:gd name="connsiteY418" fmla="*/ 141858 h 942137"/>
                <a:gd name="connsiteX419" fmla="*/ 725964 w 899217"/>
                <a:gd name="connsiteY419" fmla="*/ 139134 h 942137"/>
                <a:gd name="connsiteX420" fmla="*/ 724012 w 899217"/>
                <a:gd name="connsiteY420" fmla="*/ 136409 h 942137"/>
                <a:gd name="connsiteX421" fmla="*/ 723810 w 899217"/>
                <a:gd name="connsiteY421" fmla="*/ 134660 h 942137"/>
                <a:gd name="connsiteX422" fmla="*/ 723608 w 899217"/>
                <a:gd name="connsiteY422" fmla="*/ 128806 h 942137"/>
                <a:gd name="connsiteX423" fmla="*/ 723810 w 899217"/>
                <a:gd name="connsiteY423" fmla="*/ 125005 h 942137"/>
                <a:gd name="connsiteX424" fmla="*/ 724786 w 899217"/>
                <a:gd name="connsiteY424" fmla="*/ 123794 h 942137"/>
                <a:gd name="connsiteX425" fmla="*/ 727277 w 899217"/>
                <a:gd name="connsiteY425" fmla="*/ 121607 h 942137"/>
                <a:gd name="connsiteX426" fmla="*/ 729229 w 899217"/>
                <a:gd name="connsiteY426" fmla="*/ 119656 h 942137"/>
                <a:gd name="connsiteX427" fmla="*/ 731416 w 899217"/>
                <a:gd name="connsiteY427" fmla="*/ 117470 h 942137"/>
                <a:gd name="connsiteX428" fmla="*/ 733267 w 899217"/>
                <a:gd name="connsiteY428" fmla="*/ 116057 h 942137"/>
                <a:gd name="connsiteX429" fmla="*/ 735859 w 899217"/>
                <a:gd name="connsiteY429" fmla="*/ 114745 h 942137"/>
                <a:gd name="connsiteX430" fmla="*/ 739325 w 899217"/>
                <a:gd name="connsiteY430" fmla="*/ 114207 h 942137"/>
                <a:gd name="connsiteX431" fmla="*/ 742253 w 899217"/>
                <a:gd name="connsiteY431" fmla="*/ 111919 h 942137"/>
                <a:gd name="connsiteX432" fmla="*/ 743666 w 899217"/>
                <a:gd name="connsiteY432" fmla="*/ 110843 h 942137"/>
                <a:gd name="connsiteX433" fmla="*/ 744306 w 899217"/>
                <a:gd name="connsiteY433" fmla="*/ 106705 h 942137"/>
                <a:gd name="connsiteX434" fmla="*/ 741041 w 899217"/>
                <a:gd name="connsiteY434" fmla="*/ 103442 h 942137"/>
                <a:gd name="connsiteX435" fmla="*/ 736700 w 899217"/>
                <a:gd name="connsiteY435" fmla="*/ 104317 h 942137"/>
                <a:gd name="connsiteX436" fmla="*/ 730508 w 899217"/>
                <a:gd name="connsiteY436" fmla="*/ 104956 h 942137"/>
                <a:gd name="connsiteX437" fmla="*/ 723002 w 899217"/>
                <a:gd name="connsiteY437" fmla="*/ 106369 h 942137"/>
                <a:gd name="connsiteX438" fmla="*/ 718964 w 899217"/>
                <a:gd name="connsiteY438" fmla="*/ 104754 h 942137"/>
                <a:gd name="connsiteX439" fmla="*/ 714623 w 899217"/>
                <a:gd name="connsiteY439" fmla="*/ 102164 h 942137"/>
                <a:gd name="connsiteX440" fmla="*/ 712570 w 899217"/>
                <a:gd name="connsiteY440" fmla="*/ 102164 h 942137"/>
                <a:gd name="connsiteX441" fmla="*/ 710079 w 899217"/>
                <a:gd name="connsiteY441" fmla="*/ 102971 h 942137"/>
                <a:gd name="connsiteX442" fmla="*/ 708565 w 899217"/>
                <a:gd name="connsiteY442" fmla="*/ 105427 h 942137"/>
                <a:gd name="connsiteX443" fmla="*/ 704560 w 899217"/>
                <a:gd name="connsiteY443" fmla="*/ 105629 h 942137"/>
                <a:gd name="connsiteX444" fmla="*/ 701632 w 899217"/>
                <a:gd name="connsiteY444" fmla="*/ 105965 h 942137"/>
                <a:gd name="connsiteX445" fmla="*/ 699007 w 899217"/>
                <a:gd name="connsiteY445" fmla="*/ 105629 h 942137"/>
                <a:gd name="connsiteX446" fmla="*/ 697593 w 899217"/>
                <a:gd name="connsiteY446" fmla="*/ 105629 h 942137"/>
                <a:gd name="connsiteX447" fmla="*/ 693790 w 899217"/>
                <a:gd name="connsiteY447" fmla="*/ 105561 h 942137"/>
                <a:gd name="connsiteX448" fmla="*/ 691401 w 899217"/>
                <a:gd name="connsiteY448" fmla="*/ 104855 h 942137"/>
                <a:gd name="connsiteX449" fmla="*/ 690425 w 899217"/>
                <a:gd name="connsiteY449" fmla="*/ 103543 h 942137"/>
                <a:gd name="connsiteX450" fmla="*/ 688910 w 899217"/>
                <a:gd name="connsiteY450" fmla="*/ 100818 h 942137"/>
                <a:gd name="connsiteX451" fmla="*/ 686622 w 899217"/>
                <a:gd name="connsiteY451" fmla="*/ 100919 h 942137"/>
                <a:gd name="connsiteX452" fmla="*/ 685848 w 899217"/>
                <a:gd name="connsiteY452" fmla="*/ 101020 h 942137"/>
                <a:gd name="connsiteX453" fmla="*/ 684434 w 899217"/>
                <a:gd name="connsiteY453" fmla="*/ 103207 h 942137"/>
                <a:gd name="connsiteX454" fmla="*/ 684098 w 899217"/>
                <a:gd name="connsiteY454" fmla="*/ 105494 h 942137"/>
                <a:gd name="connsiteX455" fmla="*/ 682785 w 899217"/>
                <a:gd name="connsiteY455" fmla="*/ 107983 h 942137"/>
                <a:gd name="connsiteX456" fmla="*/ 682146 w 899217"/>
                <a:gd name="connsiteY456" fmla="*/ 110473 h 942137"/>
                <a:gd name="connsiteX457" fmla="*/ 679958 w 899217"/>
                <a:gd name="connsiteY457" fmla="*/ 114610 h 942137"/>
                <a:gd name="connsiteX458" fmla="*/ 678982 w 899217"/>
                <a:gd name="connsiteY458" fmla="*/ 117201 h 942137"/>
                <a:gd name="connsiteX459" fmla="*/ 679319 w 899217"/>
                <a:gd name="connsiteY459" fmla="*/ 119387 h 942137"/>
                <a:gd name="connsiteX460" fmla="*/ 681271 w 899217"/>
                <a:gd name="connsiteY460" fmla="*/ 121136 h 942137"/>
                <a:gd name="connsiteX461" fmla="*/ 683425 w 899217"/>
                <a:gd name="connsiteY461" fmla="*/ 122448 h 942137"/>
                <a:gd name="connsiteX462" fmla="*/ 684939 w 899217"/>
                <a:gd name="connsiteY462" fmla="*/ 125375 h 942137"/>
                <a:gd name="connsiteX463" fmla="*/ 686588 w 899217"/>
                <a:gd name="connsiteY463" fmla="*/ 128302 h 942137"/>
                <a:gd name="connsiteX464" fmla="*/ 687026 w 899217"/>
                <a:gd name="connsiteY464" fmla="*/ 130926 h 942137"/>
                <a:gd name="connsiteX465" fmla="*/ 686925 w 899217"/>
                <a:gd name="connsiteY465" fmla="*/ 133650 h 942137"/>
                <a:gd name="connsiteX466" fmla="*/ 686689 w 899217"/>
                <a:gd name="connsiteY466" fmla="*/ 137452 h 942137"/>
                <a:gd name="connsiteX467" fmla="*/ 685612 w 899217"/>
                <a:gd name="connsiteY467" fmla="*/ 139840 h 942137"/>
                <a:gd name="connsiteX468" fmla="*/ 684199 w 899217"/>
                <a:gd name="connsiteY468" fmla="*/ 142127 h 942137"/>
                <a:gd name="connsiteX469" fmla="*/ 681809 w 899217"/>
                <a:gd name="connsiteY469" fmla="*/ 144852 h 942137"/>
                <a:gd name="connsiteX470" fmla="*/ 678444 w 899217"/>
                <a:gd name="connsiteY470" fmla="*/ 147779 h 942137"/>
                <a:gd name="connsiteX471" fmla="*/ 674978 w 899217"/>
                <a:gd name="connsiteY471" fmla="*/ 149966 h 942137"/>
                <a:gd name="connsiteX472" fmla="*/ 672487 w 899217"/>
                <a:gd name="connsiteY472" fmla="*/ 149966 h 942137"/>
                <a:gd name="connsiteX473" fmla="*/ 669862 w 899217"/>
                <a:gd name="connsiteY473" fmla="*/ 148990 h 942137"/>
                <a:gd name="connsiteX474" fmla="*/ 669088 w 899217"/>
                <a:gd name="connsiteY474" fmla="*/ 148654 h 942137"/>
                <a:gd name="connsiteX475" fmla="*/ 665285 w 899217"/>
                <a:gd name="connsiteY475" fmla="*/ 145391 h 942137"/>
                <a:gd name="connsiteX476" fmla="*/ 662458 w 899217"/>
                <a:gd name="connsiteY476" fmla="*/ 145592 h 942137"/>
                <a:gd name="connsiteX477" fmla="*/ 661280 w 899217"/>
                <a:gd name="connsiteY477" fmla="*/ 145592 h 942137"/>
                <a:gd name="connsiteX478" fmla="*/ 659194 w 899217"/>
                <a:gd name="connsiteY478" fmla="*/ 147611 h 942137"/>
                <a:gd name="connsiteX479" fmla="*/ 656905 w 899217"/>
                <a:gd name="connsiteY479" fmla="*/ 149192 h 942137"/>
                <a:gd name="connsiteX480" fmla="*/ 656131 w 899217"/>
                <a:gd name="connsiteY480" fmla="*/ 150706 h 942137"/>
                <a:gd name="connsiteX481" fmla="*/ 653304 w 899217"/>
                <a:gd name="connsiteY481" fmla="*/ 152892 h 942137"/>
                <a:gd name="connsiteX482" fmla="*/ 650039 w 899217"/>
                <a:gd name="connsiteY482" fmla="*/ 154843 h 942137"/>
                <a:gd name="connsiteX483" fmla="*/ 648727 w 899217"/>
                <a:gd name="connsiteY483" fmla="*/ 155819 h 942137"/>
                <a:gd name="connsiteX484" fmla="*/ 646236 w 899217"/>
                <a:gd name="connsiteY484" fmla="*/ 157770 h 942137"/>
                <a:gd name="connsiteX485" fmla="*/ 644587 w 899217"/>
                <a:gd name="connsiteY485" fmla="*/ 160259 h 942137"/>
                <a:gd name="connsiteX486" fmla="*/ 643510 w 899217"/>
                <a:gd name="connsiteY486" fmla="*/ 162210 h 942137"/>
                <a:gd name="connsiteX487" fmla="*/ 642736 w 899217"/>
                <a:gd name="connsiteY487" fmla="*/ 163859 h 942137"/>
                <a:gd name="connsiteX488" fmla="*/ 642198 w 899217"/>
                <a:gd name="connsiteY488" fmla="*/ 165709 h 942137"/>
                <a:gd name="connsiteX489" fmla="*/ 642299 w 899217"/>
                <a:gd name="connsiteY489" fmla="*/ 167761 h 942137"/>
                <a:gd name="connsiteX490" fmla="*/ 644150 w 899217"/>
                <a:gd name="connsiteY490" fmla="*/ 169174 h 942137"/>
                <a:gd name="connsiteX491" fmla="*/ 647313 w 899217"/>
                <a:gd name="connsiteY491" fmla="*/ 171663 h 942137"/>
                <a:gd name="connsiteX492" fmla="*/ 649804 w 899217"/>
                <a:gd name="connsiteY492" fmla="*/ 173715 h 942137"/>
                <a:gd name="connsiteX493" fmla="*/ 651554 w 899217"/>
                <a:gd name="connsiteY493" fmla="*/ 174489 h 942137"/>
                <a:gd name="connsiteX494" fmla="*/ 652429 w 899217"/>
                <a:gd name="connsiteY494" fmla="*/ 175027 h 942137"/>
                <a:gd name="connsiteX495" fmla="*/ 654280 w 899217"/>
                <a:gd name="connsiteY495" fmla="*/ 177853 h 942137"/>
                <a:gd name="connsiteX496" fmla="*/ 654179 w 899217"/>
                <a:gd name="connsiteY496" fmla="*/ 178929 h 942137"/>
                <a:gd name="connsiteX497" fmla="*/ 653102 w 899217"/>
                <a:gd name="connsiteY497" fmla="*/ 180342 h 942137"/>
                <a:gd name="connsiteX498" fmla="*/ 650914 w 899217"/>
                <a:gd name="connsiteY498" fmla="*/ 182091 h 942137"/>
                <a:gd name="connsiteX499" fmla="*/ 649938 w 899217"/>
                <a:gd name="connsiteY499" fmla="*/ 183067 h 942137"/>
                <a:gd name="connsiteX500" fmla="*/ 649602 w 899217"/>
                <a:gd name="connsiteY500" fmla="*/ 185657 h 942137"/>
                <a:gd name="connsiteX501" fmla="*/ 649063 w 899217"/>
                <a:gd name="connsiteY501" fmla="*/ 188920 h 942137"/>
                <a:gd name="connsiteX502" fmla="*/ 648188 w 899217"/>
                <a:gd name="connsiteY502" fmla="*/ 191208 h 942137"/>
                <a:gd name="connsiteX503" fmla="*/ 646236 w 899217"/>
                <a:gd name="connsiteY503" fmla="*/ 194572 h 942137"/>
                <a:gd name="connsiteX504" fmla="*/ 642534 w 899217"/>
                <a:gd name="connsiteY504" fmla="*/ 198609 h 942137"/>
                <a:gd name="connsiteX505" fmla="*/ 639505 w 899217"/>
                <a:gd name="connsiteY505" fmla="*/ 200559 h 942137"/>
                <a:gd name="connsiteX506" fmla="*/ 638092 w 899217"/>
                <a:gd name="connsiteY506" fmla="*/ 200997 h 942137"/>
                <a:gd name="connsiteX507" fmla="*/ 636679 w 899217"/>
                <a:gd name="connsiteY507" fmla="*/ 201973 h 942137"/>
                <a:gd name="connsiteX508" fmla="*/ 634491 w 899217"/>
                <a:gd name="connsiteY508" fmla="*/ 203722 h 942137"/>
                <a:gd name="connsiteX509" fmla="*/ 632101 w 899217"/>
                <a:gd name="connsiteY509" fmla="*/ 206211 h 942137"/>
                <a:gd name="connsiteX510" fmla="*/ 630150 w 899217"/>
                <a:gd name="connsiteY510" fmla="*/ 208162 h 942137"/>
                <a:gd name="connsiteX511" fmla="*/ 628635 w 899217"/>
                <a:gd name="connsiteY511" fmla="*/ 210551 h 942137"/>
                <a:gd name="connsiteX512" fmla="*/ 627121 w 899217"/>
                <a:gd name="connsiteY512" fmla="*/ 213141 h 942137"/>
                <a:gd name="connsiteX513" fmla="*/ 624933 w 899217"/>
                <a:gd name="connsiteY513" fmla="*/ 217379 h 942137"/>
                <a:gd name="connsiteX514" fmla="*/ 624058 w 899217"/>
                <a:gd name="connsiteY514" fmla="*/ 218456 h 942137"/>
                <a:gd name="connsiteX515" fmla="*/ 621669 w 899217"/>
                <a:gd name="connsiteY515" fmla="*/ 219095 h 942137"/>
                <a:gd name="connsiteX516" fmla="*/ 619178 w 899217"/>
                <a:gd name="connsiteY516" fmla="*/ 220071 h 942137"/>
                <a:gd name="connsiteX517" fmla="*/ 615914 w 899217"/>
                <a:gd name="connsiteY517" fmla="*/ 222459 h 942137"/>
                <a:gd name="connsiteX518" fmla="*/ 614164 w 899217"/>
                <a:gd name="connsiteY518" fmla="*/ 225184 h 942137"/>
                <a:gd name="connsiteX519" fmla="*/ 610798 w 899217"/>
                <a:gd name="connsiteY519" fmla="*/ 229523 h 942137"/>
                <a:gd name="connsiteX520" fmla="*/ 608308 w 899217"/>
                <a:gd name="connsiteY520" fmla="*/ 232248 h 942137"/>
                <a:gd name="connsiteX521" fmla="*/ 602889 w 899217"/>
                <a:gd name="connsiteY521" fmla="*/ 237227 h 942137"/>
                <a:gd name="connsiteX522" fmla="*/ 599423 w 899217"/>
                <a:gd name="connsiteY522" fmla="*/ 238875 h 942137"/>
                <a:gd name="connsiteX523" fmla="*/ 596798 w 899217"/>
                <a:gd name="connsiteY523" fmla="*/ 243349 h 942137"/>
                <a:gd name="connsiteX524" fmla="*/ 592793 w 899217"/>
                <a:gd name="connsiteY524" fmla="*/ 244527 h 942137"/>
                <a:gd name="connsiteX525" fmla="*/ 591144 w 899217"/>
                <a:gd name="connsiteY525" fmla="*/ 243013 h 942137"/>
                <a:gd name="connsiteX526" fmla="*/ 590370 w 899217"/>
                <a:gd name="connsiteY526" fmla="*/ 239212 h 942137"/>
                <a:gd name="connsiteX527" fmla="*/ 589495 w 899217"/>
                <a:gd name="connsiteY527" fmla="*/ 236285 h 942137"/>
                <a:gd name="connsiteX528" fmla="*/ 587442 w 899217"/>
                <a:gd name="connsiteY528" fmla="*/ 234872 h 942137"/>
                <a:gd name="connsiteX529" fmla="*/ 585793 w 899217"/>
                <a:gd name="connsiteY529" fmla="*/ 235208 h 942137"/>
                <a:gd name="connsiteX530" fmla="*/ 585355 w 899217"/>
                <a:gd name="connsiteY530" fmla="*/ 239111 h 942137"/>
                <a:gd name="connsiteX531" fmla="*/ 585019 w 899217"/>
                <a:gd name="connsiteY531" fmla="*/ 243248 h 942137"/>
                <a:gd name="connsiteX532" fmla="*/ 583168 w 899217"/>
                <a:gd name="connsiteY532" fmla="*/ 245536 h 942137"/>
                <a:gd name="connsiteX533" fmla="*/ 580442 w 899217"/>
                <a:gd name="connsiteY533" fmla="*/ 248025 h 942137"/>
                <a:gd name="connsiteX534" fmla="*/ 578490 w 899217"/>
                <a:gd name="connsiteY534" fmla="*/ 251187 h 942137"/>
                <a:gd name="connsiteX535" fmla="*/ 578490 w 899217"/>
                <a:gd name="connsiteY535" fmla="*/ 253475 h 942137"/>
                <a:gd name="connsiteX536" fmla="*/ 580004 w 899217"/>
                <a:gd name="connsiteY536" fmla="*/ 254349 h 942137"/>
                <a:gd name="connsiteX537" fmla="*/ 582932 w 899217"/>
                <a:gd name="connsiteY537" fmla="*/ 257612 h 942137"/>
                <a:gd name="connsiteX538" fmla="*/ 583134 w 899217"/>
                <a:gd name="connsiteY538" fmla="*/ 259564 h 942137"/>
                <a:gd name="connsiteX539" fmla="*/ 582798 w 899217"/>
                <a:gd name="connsiteY539" fmla="*/ 263365 h 942137"/>
                <a:gd name="connsiteX540" fmla="*/ 584110 w 899217"/>
                <a:gd name="connsiteY540" fmla="*/ 268041 h 942137"/>
                <a:gd name="connsiteX541" fmla="*/ 583235 w 899217"/>
                <a:gd name="connsiteY541" fmla="*/ 273356 h 942137"/>
                <a:gd name="connsiteX542" fmla="*/ 583235 w 899217"/>
                <a:gd name="connsiteY542" fmla="*/ 275408 h 942137"/>
                <a:gd name="connsiteX543" fmla="*/ 582461 w 899217"/>
                <a:gd name="connsiteY543" fmla="*/ 281160 h 942137"/>
                <a:gd name="connsiteX544" fmla="*/ 581485 w 899217"/>
                <a:gd name="connsiteY544" fmla="*/ 285062 h 942137"/>
                <a:gd name="connsiteX545" fmla="*/ 580172 w 899217"/>
                <a:gd name="connsiteY545" fmla="*/ 287787 h 942137"/>
                <a:gd name="connsiteX546" fmla="*/ 577783 w 899217"/>
                <a:gd name="connsiteY546" fmla="*/ 291824 h 942137"/>
                <a:gd name="connsiteX547" fmla="*/ 578321 w 899217"/>
                <a:gd name="connsiteY547" fmla="*/ 296399 h 942137"/>
                <a:gd name="connsiteX548" fmla="*/ 579197 w 899217"/>
                <a:gd name="connsiteY548" fmla="*/ 298350 h 942137"/>
                <a:gd name="connsiteX549" fmla="*/ 581687 w 899217"/>
                <a:gd name="connsiteY549" fmla="*/ 301176 h 942137"/>
                <a:gd name="connsiteX550" fmla="*/ 582461 w 899217"/>
                <a:gd name="connsiteY550" fmla="*/ 303463 h 942137"/>
                <a:gd name="connsiteX551" fmla="*/ 584110 w 899217"/>
                <a:gd name="connsiteY551" fmla="*/ 309552 h 942137"/>
                <a:gd name="connsiteX552" fmla="*/ 583235 w 899217"/>
                <a:gd name="connsiteY552" fmla="*/ 313353 h 942137"/>
                <a:gd name="connsiteX553" fmla="*/ 583235 w 899217"/>
                <a:gd name="connsiteY553" fmla="*/ 319879 h 942137"/>
                <a:gd name="connsiteX554" fmla="*/ 583572 w 899217"/>
                <a:gd name="connsiteY554" fmla="*/ 321629 h 942137"/>
                <a:gd name="connsiteX555" fmla="*/ 585221 w 899217"/>
                <a:gd name="connsiteY555" fmla="*/ 325228 h 942137"/>
                <a:gd name="connsiteX556" fmla="*/ 587273 w 899217"/>
                <a:gd name="connsiteY556" fmla="*/ 328054 h 942137"/>
                <a:gd name="connsiteX557" fmla="*/ 589562 w 899217"/>
                <a:gd name="connsiteY557" fmla="*/ 330880 h 942137"/>
                <a:gd name="connsiteX558" fmla="*/ 591211 w 899217"/>
                <a:gd name="connsiteY558" fmla="*/ 332393 h 942137"/>
                <a:gd name="connsiteX559" fmla="*/ 591211 w 899217"/>
                <a:gd name="connsiteY559" fmla="*/ 334782 h 942137"/>
                <a:gd name="connsiteX560" fmla="*/ 590572 w 899217"/>
                <a:gd name="connsiteY560" fmla="*/ 338045 h 942137"/>
                <a:gd name="connsiteX561" fmla="*/ 589394 w 899217"/>
                <a:gd name="connsiteY561" fmla="*/ 340299 h 942137"/>
                <a:gd name="connsiteX562" fmla="*/ 587004 w 899217"/>
                <a:gd name="connsiteY562" fmla="*/ 340299 h 942137"/>
                <a:gd name="connsiteX563" fmla="*/ 584817 w 899217"/>
                <a:gd name="connsiteY563" fmla="*/ 340534 h 942137"/>
                <a:gd name="connsiteX564" fmla="*/ 582966 w 899217"/>
                <a:gd name="connsiteY564" fmla="*/ 341274 h 942137"/>
                <a:gd name="connsiteX565" fmla="*/ 584649 w 899217"/>
                <a:gd name="connsiteY565" fmla="*/ 344806 h 942137"/>
                <a:gd name="connsiteX566" fmla="*/ 586230 w 899217"/>
                <a:gd name="connsiteY566" fmla="*/ 350525 h 942137"/>
                <a:gd name="connsiteX567" fmla="*/ 585658 w 899217"/>
                <a:gd name="connsiteY567" fmla="*/ 355235 h 942137"/>
                <a:gd name="connsiteX568" fmla="*/ 584076 w 899217"/>
                <a:gd name="connsiteY568" fmla="*/ 358935 h 942137"/>
                <a:gd name="connsiteX569" fmla="*/ 581821 w 899217"/>
                <a:gd name="connsiteY569" fmla="*/ 360684 h 942137"/>
                <a:gd name="connsiteX570" fmla="*/ 578557 w 899217"/>
                <a:gd name="connsiteY570" fmla="*/ 361828 h 942137"/>
                <a:gd name="connsiteX571" fmla="*/ 574283 w 899217"/>
                <a:gd name="connsiteY571" fmla="*/ 361963 h 942137"/>
                <a:gd name="connsiteX572" fmla="*/ 570581 w 899217"/>
                <a:gd name="connsiteY572" fmla="*/ 361963 h 942137"/>
                <a:gd name="connsiteX573" fmla="*/ 567989 w 899217"/>
                <a:gd name="connsiteY573" fmla="*/ 363409 h 942137"/>
                <a:gd name="connsiteX574" fmla="*/ 564220 w 899217"/>
                <a:gd name="connsiteY574" fmla="*/ 364553 h 942137"/>
                <a:gd name="connsiteX575" fmla="*/ 558936 w 899217"/>
                <a:gd name="connsiteY575" fmla="*/ 366067 h 942137"/>
                <a:gd name="connsiteX576" fmla="*/ 555167 w 899217"/>
                <a:gd name="connsiteY576" fmla="*/ 368085 h 942137"/>
                <a:gd name="connsiteX577" fmla="*/ 552845 w 899217"/>
                <a:gd name="connsiteY577" fmla="*/ 369834 h 942137"/>
                <a:gd name="connsiteX578" fmla="*/ 549076 w 899217"/>
                <a:gd name="connsiteY578" fmla="*/ 369834 h 942137"/>
                <a:gd name="connsiteX579" fmla="*/ 545003 w 899217"/>
                <a:gd name="connsiteY579" fmla="*/ 367244 h 942137"/>
                <a:gd name="connsiteX580" fmla="*/ 545003 w 899217"/>
                <a:gd name="connsiteY580" fmla="*/ 364048 h 942137"/>
                <a:gd name="connsiteX581" fmla="*/ 548032 w 899217"/>
                <a:gd name="connsiteY581" fmla="*/ 358262 h 942137"/>
                <a:gd name="connsiteX582" fmla="*/ 546720 w 899217"/>
                <a:gd name="connsiteY582" fmla="*/ 356244 h 942137"/>
                <a:gd name="connsiteX583" fmla="*/ 541806 w 899217"/>
                <a:gd name="connsiteY583" fmla="*/ 357388 h 942137"/>
                <a:gd name="connsiteX584" fmla="*/ 538037 w 899217"/>
                <a:gd name="connsiteY584" fmla="*/ 361155 h 942137"/>
                <a:gd name="connsiteX585" fmla="*/ 532248 w 899217"/>
                <a:gd name="connsiteY585" fmla="*/ 366369 h 942137"/>
                <a:gd name="connsiteX586" fmla="*/ 528479 w 899217"/>
                <a:gd name="connsiteY586" fmla="*/ 369834 h 942137"/>
                <a:gd name="connsiteX587" fmla="*/ 525585 w 899217"/>
                <a:gd name="connsiteY587" fmla="*/ 369834 h 942137"/>
                <a:gd name="connsiteX588" fmla="*/ 520234 w 899217"/>
                <a:gd name="connsiteY588" fmla="*/ 370473 h 942137"/>
                <a:gd name="connsiteX589" fmla="*/ 514714 w 899217"/>
                <a:gd name="connsiteY589" fmla="*/ 371415 h 942137"/>
                <a:gd name="connsiteX590" fmla="*/ 512392 w 899217"/>
                <a:gd name="connsiteY590" fmla="*/ 372559 h 942137"/>
                <a:gd name="connsiteX591" fmla="*/ 510373 w 899217"/>
                <a:gd name="connsiteY591" fmla="*/ 375015 h 942137"/>
                <a:gd name="connsiteX592" fmla="*/ 507916 w 899217"/>
                <a:gd name="connsiteY592" fmla="*/ 376327 h 942137"/>
                <a:gd name="connsiteX593" fmla="*/ 503575 w 899217"/>
                <a:gd name="connsiteY593" fmla="*/ 380532 h 942137"/>
                <a:gd name="connsiteX594" fmla="*/ 498930 w 899217"/>
                <a:gd name="connsiteY594" fmla="*/ 383727 h 942137"/>
                <a:gd name="connsiteX595" fmla="*/ 493411 w 899217"/>
                <a:gd name="connsiteY595" fmla="*/ 383727 h 942137"/>
                <a:gd name="connsiteX596" fmla="*/ 486310 w 899217"/>
                <a:gd name="connsiteY596" fmla="*/ 387428 h 942137"/>
                <a:gd name="connsiteX597" fmla="*/ 481834 w 899217"/>
                <a:gd name="connsiteY597" fmla="*/ 389816 h 942137"/>
                <a:gd name="connsiteX598" fmla="*/ 475305 w 899217"/>
                <a:gd name="connsiteY598" fmla="*/ 392844 h 942137"/>
                <a:gd name="connsiteX599" fmla="*/ 468776 w 899217"/>
                <a:gd name="connsiteY599" fmla="*/ 392272 h 942137"/>
                <a:gd name="connsiteX600" fmla="*/ 465747 w 899217"/>
                <a:gd name="connsiteY600" fmla="*/ 390388 h 942137"/>
                <a:gd name="connsiteX601" fmla="*/ 465309 w 899217"/>
                <a:gd name="connsiteY601" fmla="*/ 386183 h 942137"/>
                <a:gd name="connsiteX602" fmla="*/ 465007 w 899217"/>
                <a:gd name="connsiteY602" fmla="*/ 382853 h 942137"/>
                <a:gd name="connsiteX603" fmla="*/ 465007 w 899217"/>
                <a:gd name="connsiteY603" fmla="*/ 377773 h 942137"/>
                <a:gd name="connsiteX604" fmla="*/ 463862 w 899217"/>
                <a:gd name="connsiteY604" fmla="*/ 375587 h 942137"/>
                <a:gd name="connsiteX605" fmla="*/ 460800 w 899217"/>
                <a:gd name="connsiteY605" fmla="*/ 373265 h 942137"/>
                <a:gd name="connsiteX606" fmla="*/ 459353 w 899217"/>
                <a:gd name="connsiteY606" fmla="*/ 368354 h 942137"/>
                <a:gd name="connsiteX607" fmla="*/ 458780 w 899217"/>
                <a:gd name="connsiteY607" fmla="*/ 363275 h 942137"/>
                <a:gd name="connsiteX608" fmla="*/ 457333 w 899217"/>
                <a:gd name="connsiteY608" fmla="*/ 360651 h 942137"/>
                <a:gd name="connsiteX609" fmla="*/ 455314 w 899217"/>
                <a:gd name="connsiteY609" fmla="*/ 362097 h 942137"/>
                <a:gd name="connsiteX610" fmla="*/ 452857 w 899217"/>
                <a:gd name="connsiteY610" fmla="*/ 363846 h 942137"/>
                <a:gd name="connsiteX611" fmla="*/ 450266 w 899217"/>
                <a:gd name="connsiteY611" fmla="*/ 366302 h 942137"/>
                <a:gd name="connsiteX612" fmla="*/ 445049 w 899217"/>
                <a:gd name="connsiteY612" fmla="*/ 366302 h 942137"/>
                <a:gd name="connsiteX613" fmla="*/ 439968 w 899217"/>
                <a:gd name="connsiteY613" fmla="*/ 363981 h 942137"/>
                <a:gd name="connsiteX614" fmla="*/ 438655 w 899217"/>
                <a:gd name="connsiteY614" fmla="*/ 359070 h 942137"/>
                <a:gd name="connsiteX615" fmla="*/ 439665 w 899217"/>
                <a:gd name="connsiteY615" fmla="*/ 353553 h 942137"/>
                <a:gd name="connsiteX616" fmla="*/ 442862 w 899217"/>
                <a:gd name="connsiteY616" fmla="*/ 353418 h 942137"/>
                <a:gd name="connsiteX617" fmla="*/ 449223 w 899217"/>
                <a:gd name="connsiteY617" fmla="*/ 352106 h 942137"/>
                <a:gd name="connsiteX618" fmla="*/ 451107 w 899217"/>
                <a:gd name="connsiteY618" fmla="*/ 348910 h 942137"/>
                <a:gd name="connsiteX619" fmla="*/ 447203 w 899217"/>
                <a:gd name="connsiteY619" fmla="*/ 342384 h 942137"/>
                <a:gd name="connsiteX620" fmla="*/ 444006 w 899217"/>
                <a:gd name="connsiteY620" fmla="*/ 337608 h 942137"/>
                <a:gd name="connsiteX621" fmla="*/ 443131 w 899217"/>
                <a:gd name="connsiteY621" fmla="*/ 335589 h 942137"/>
                <a:gd name="connsiteX622" fmla="*/ 439799 w 899217"/>
                <a:gd name="connsiteY622" fmla="*/ 332393 h 942137"/>
                <a:gd name="connsiteX623" fmla="*/ 432833 w 899217"/>
                <a:gd name="connsiteY623" fmla="*/ 329198 h 942137"/>
                <a:gd name="connsiteX624" fmla="*/ 426472 w 899217"/>
                <a:gd name="connsiteY624" fmla="*/ 325127 h 942137"/>
                <a:gd name="connsiteX625" fmla="*/ 424722 w 899217"/>
                <a:gd name="connsiteY625" fmla="*/ 320350 h 942137"/>
                <a:gd name="connsiteX626" fmla="*/ 424587 w 899217"/>
                <a:gd name="connsiteY626" fmla="*/ 316717 h 942137"/>
                <a:gd name="connsiteX627" fmla="*/ 426775 w 899217"/>
                <a:gd name="connsiteY627" fmla="*/ 314699 h 942137"/>
                <a:gd name="connsiteX628" fmla="*/ 430847 w 899217"/>
                <a:gd name="connsiteY628" fmla="*/ 313690 h 942137"/>
                <a:gd name="connsiteX629" fmla="*/ 434616 w 899217"/>
                <a:gd name="connsiteY629" fmla="*/ 311503 h 942137"/>
                <a:gd name="connsiteX630" fmla="*/ 436939 w 899217"/>
                <a:gd name="connsiteY630" fmla="*/ 309182 h 942137"/>
                <a:gd name="connsiteX631" fmla="*/ 438251 w 899217"/>
                <a:gd name="connsiteY631" fmla="*/ 306726 h 942137"/>
                <a:gd name="connsiteX632" fmla="*/ 440708 w 899217"/>
                <a:gd name="connsiteY632" fmla="*/ 299326 h 942137"/>
                <a:gd name="connsiteX633" fmla="*/ 438823 w 899217"/>
                <a:gd name="connsiteY633" fmla="*/ 298888 h 942137"/>
                <a:gd name="connsiteX634" fmla="*/ 431419 w 899217"/>
                <a:gd name="connsiteY634" fmla="*/ 303093 h 942137"/>
                <a:gd name="connsiteX635" fmla="*/ 427953 w 899217"/>
                <a:gd name="connsiteY635" fmla="*/ 302353 h 942137"/>
                <a:gd name="connsiteX636" fmla="*/ 427515 w 899217"/>
                <a:gd name="connsiteY636" fmla="*/ 299897 h 942137"/>
                <a:gd name="connsiteX637" fmla="*/ 428390 w 899217"/>
                <a:gd name="connsiteY637" fmla="*/ 297576 h 942137"/>
                <a:gd name="connsiteX638" fmla="*/ 428828 w 899217"/>
                <a:gd name="connsiteY638" fmla="*/ 294112 h 942137"/>
                <a:gd name="connsiteX639" fmla="*/ 428962 w 899217"/>
                <a:gd name="connsiteY639" fmla="*/ 292530 h 942137"/>
                <a:gd name="connsiteX640" fmla="*/ 428087 w 899217"/>
                <a:gd name="connsiteY640" fmla="*/ 286307 h 942137"/>
                <a:gd name="connsiteX641" fmla="*/ 424890 w 899217"/>
                <a:gd name="connsiteY641" fmla="*/ 281967 h 942137"/>
                <a:gd name="connsiteX642" fmla="*/ 422568 w 899217"/>
                <a:gd name="connsiteY642" fmla="*/ 280790 h 942137"/>
                <a:gd name="connsiteX643" fmla="*/ 419808 w 899217"/>
                <a:gd name="connsiteY643" fmla="*/ 279915 h 942137"/>
                <a:gd name="connsiteX644" fmla="*/ 414020 w 899217"/>
                <a:gd name="connsiteY644" fmla="*/ 277729 h 942137"/>
                <a:gd name="connsiteX645" fmla="*/ 411395 w 899217"/>
                <a:gd name="connsiteY645" fmla="*/ 273827 h 942137"/>
                <a:gd name="connsiteX646" fmla="*/ 409005 w 899217"/>
                <a:gd name="connsiteY646" fmla="*/ 269050 h 942137"/>
                <a:gd name="connsiteX647" fmla="*/ 406616 w 899217"/>
                <a:gd name="connsiteY647" fmla="*/ 263096 h 942137"/>
                <a:gd name="connsiteX648" fmla="*/ 405875 w 899217"/>
                <a:gd name="connsiteY648" fmla="*/ 261077 h 942137"/>
                <a:gd name="connsiteX649" fmla="*/ 405875 w 899217"/>
                <a:gd name="connsiteY649" fmla="*/ 258487 h 942137"/>
                <a:gd name="connsiteX650" fmla="*/ 406380 w 899217"/>
                <a:gd name="connsiteY650" fmla="*/ 252533 h 942137"/>
                <a:gd name="connsiteX651" fmla="*/ 406313 w 899217"/>
                <a:gd name="connsiteY651" fmla="*/ 250346 h 942137"/>
                <a:gd name="connsiteX652" fmla="*/ 400524 w 899217"/>
                <a:gd name="connsiteY652" fmla="*/ 247890 h 942137"/>
                <a:gd name="connsiteX653" fmla="*/ 398337 w 899217"/>
                <a:gd name="connsiteY653" fmla="*/ 244560 h 942137"/>
                <a:gd name="connsiteX654" fmla="*/ 396890 w 899217"/>
                <a:gd name="connsiteY654" fmla="*/ 241230 h 942137"/>
                <a:gd name="connsiteX655" fmla="*/ 394298 w 899217"/>
                <a:gd name="connsiteY655" fmla="*/ 229355 h 942137"/>
                <a:gd name="connsiteX656" fmla="*/ 393726 w 899217"/>
                <a:gd name="connsiteY656" fmla="*/ 223838 h 942137"/>
                <a:gd name="connsiteX657" fmla="*/ 392279 w 899217"/>
                <a:gd name="connsiteY657" fmla="*/ 218187 h 942137"/>
                <a:gd name="connsiteX658" fmla="*/ 387635 w 899217"/>
                <a:gd name="connsiteY658" fmla="*/ 218489 h 942137"/>
                <a:gd name="connsiteX659" fmla="*/ 385010 w 899217"/>
                <a:gd name="connsiteY659" fmla="*/ 218489 h 942137"/>
                <a:gd name="connsiteX660" fmla="*/ 380231 w 899217"/>
                <a:gd name="connsiteY660" fmla="*/ 213847 h 942137"/>
                <a:gd name="connsiteX661" fmla="*/ 380533 w 899217"/>
                <a:gd name="connsiteY661" fmla="*/ 209945 h 942137"/>
                <a:gd name="connsiteX662" fmla="*/ 379793 w 899217"/>
                <a:gd name="connsiteY662" fmla="*/ 203722 h 942137"/>
                <a:gd name="connsiteX663" fmla="*/ 379793 w 899217"/>
                <a:gd name="connsiteY663" fmla="*/ 197364 h 942137"/>
                <a:gd name="connsiteX664" fmla="*/ 378918 w 899217"/>
                <a:gd name="connsiteY664" fmla="*/ 194471 h 942137"/>
                <a:gd name="connsiteX665" fmla="*/ 374442 w 899217"/>
                <a:gd name="connsiteY665" fmla="*/ 187945 h 942137"/>
                <a:gd name="connsiteX666" fmla="*/ 371413 w 899217"/>
                <a:gd name="connsiteY666" fmla="*/ 183303 h 942137"/>
                <a:gd name="connsiteX667" fmla="*/ 369226 w 899217"/>
                <a:gd name="connsiteY667" fmla="*/ 177214 h 942137"/>
                <a:gd name="connsiteX668" fmla="*/ 367341 w 899217"/>
                <a:gd name="connsiteY668" fmla="*/ 170688 h 942137"/>
                <a:gd name="connsiteX669" fmla="*/ 366903 w 899217"/>
                <a:gd name="connsiteY669" fmla="*/ 165608 h 942137"/>
                <a:gd name="connsiteX670" fmla="*/ 363706 w 899217"/>
                <a:gd name="connsiteY670" fmla="*/ 162580 h 942137"/>
                <a:gd name="connsiteX671" fmla="*/ 361384 w 899217"/>
                <a:gd name="connsiteY671" fmla="*/ 161706 h 942137"/>
                <a:gd name="connsiteX672" fmla="*/ 358187 w 899217"/>
                <a:gd name="connsiteY672" fmla="*/ 162715 h 942137"/>
                <a:gd name="connsiteX673" fmla="*/ 357043 w 899217"/>
                <a:gd name="connsiteY673" fmla="*/ 163287 h 942137"/>
                <a:gd name="connsiteX674" fmla="*/ 354148 w 899217"/>
                <a:gd name="connsiteY674" fmla="*/ 167795 h 942137"/>
                <a:gd name="connsiteX675" fmla="*/ 349908 w 899217"/>
                <a:gd name="connsiteY675" fmla="*/ 166348 h 942137"/>
                <a:gd name="connsiteX676" fmla="*/ 346105 w 899217"/>
                <a:gd name="connsiteY676" fmla="*/ 164061 h 942137"/>
                <a:gd name="connsiteX677" fmla="*/ 345465 w 899217"/>
                <a:gd name="connsiteY677" fmla="*/ 162210 h 942137"/>
                <a:gd name="connsiteX678" fmla="*/ 343076 w 899217"/>
                <a:gd name="connsiteY678" fmla="*/ 162009 h 942137"/>
                <a:gd name="connsiteX679" fmla="*/ 341763 w 899217"/>
                <a:gd name="connsiteY679" fmla="*/ 162648 h 942137"/>
                <a:gd name="connsiteX680" fmla="*/ 340013 w 899217"/>
                <a:gd name="connsiteY680" fmla="*/ 165272 h 942137"/>
                <a:gd name="connsiteX681" fmla="*/ 336210 w 899217"/>
                <a:gd name="connsiteY681" fmla="*/ 169611 h 942137"/>
                <a:gd name="connsiteX682" fmla="*/ 332307 w 899217"/>
                <a:gd name="connsiteY682" fmla="*/ 170587 h 942137"/>
                <a:gd name="connsiteX683" fmla="*/ 326215 w 899217"/>
                <a:gd name="connsiteY683" fmla="*/ 169948 h 942137"/>
                <a:gd name="connsiteX684" fmla="*/ 321638 w 899217"/>
                <a:gd name="connsiteY684" fmla="*/ 166920 h 942137"/>
                <a:gd name="connsiteX685" fmla="*/ 317297 w 899217"/>
                <a:gd name="connsiteY685" fmla="*/ 160932 h 942137"/>
                <a:gd name="connsiteX686" fmla="*/ 314671 w 899217"/>
                <a:gd name="connsiteY686" fmla="*/ 156155 h 942137"/>
                <a:gd name="connsiteX687" fmla="*/ 312820 w 899217"/>
                <a:gd name="connsiteY687" fmla="*/ 151816 h 942137"/>
                <a:gd name="connsiteX688" fmla="*/ 309994 w 899217"/>
                <a:gd name="connsiteY688" fmla="*/ 147039 h 942137"/>
                <a:gd name="connsiteX689" fmla="*/ 307166 w 899217"/>
                <a:gd name="connsiteY689" fmla="*/ 144112 h 942137"/>
                <a:gd name="connsiteX690" fmla="*/ 304979 w 899217"/>
                <a:gd name="connsiteY690" fmla="*/ 139975 h 942137"/>
                <a:gd name="connsiteX691" fmla="*/ 303902 w 899217"/>
                <a:gd name="connsiteY691" fmla="*/ 136072 h 942137"/>
                <a:gd name="connsiteX692" fmla="*/ 302388 w 899217"/>
                <a:gd name="connsiteY692" fmla="*/ 132036 h 942137"/>
                <a:gd name="connsiteX693" fmla="*/ 302388 w 899217"/>
                <a:gd name="connsiteY693" fmla="*/ 129109 h 942137"/>
                <a:gd name="connsiteX694" fmla="*/ 304239 w 899217"/>
                <a:gd name="connsiteY694" fmla="*/ 128234 h 942137"/>
                <a:gd name="connsiteX695" fmla="*/ 306089 w 899217"/>
                <a:gd name="connsiteY695" fmla="*/ 127797 h 942137"/>
                <a:gd name="connsiteX696" fmla="*/ 311643 w 899217"/>
                <a:gd name="connsiteY696" fmla="*/ 126821 h 942137"/>
                <a:gd name="connsiteX697" fmla="*/ 314234 w 899217"/>
                <a:gd name="connsiteY697" fmla="*/ 126182 h 942137"/>
                <a:gd name="connsiteX698" fmla="*/ 315748 w 899217"/>
                <a:gd name="connsiteY698" fmla="*/ 125409 h 942137"/>
                <a:gd name="connsiteX699" fmla="*/ 317936 w 899217"/>
                <a:gd name="connsiteY699" fmla="*/ 122583 h 942137"/>
                <a:gd name="connsiteX700" fmla="*/ 318710 w 899217"/>
                <a:gd name="connsiteY700" fmla="*/ 120531 h 942137"/>
                <a:gd name="connsiteX701" fmla="*/ 319047 w 899217"/>
                <a:gd name="connsiteY701" fmla="*/ 116730 h 942137"/>
                <a:gd name="connsiteX702" fmla="*/ 318710 w 899217"/>
                <a:gd name="connsiteY702" fmla="*/ 114644 h 942137"/>
                <a:gd name="connsiteX703" fmla="*/ 318071 w 899217"/>
                <a:gd name="connsiteY703" fmla="*/ 113029 h 942137"/>
                <a:gd name="connsiteX704" fmla="*/ 315143 w 899217"/>
                <a:gd name="connsiteY704" fmla="*/ 110977 h 942137"/>
                <a:gd name="connsiteX705" fmla="*/ 313090 w 899217"/>
                <a:gd name="connsiteY705" fmla="*/ 109901 h 942137"/>
                <a:gd name="connsiteX706" fmla="*/ 310061 w 899217"/>
                <a:gd name="connsiteY706" fmla="*/ 105898 h 942137"/>
                <a:gd name="connsiteX707" fmla="*/ 308849 w 899217"/>
                <a:gd name="connsiteY707" fmla="*/ 102096 h 942137"/>
                <a:gd name="connsiteX708" fmla="*/ 308748 w 899217"/>
                <a:gd name="connsiteY708" fmla="*/ 99069 h 942137"/>
                <a:gd name="connsiteX709" fmla="*/ 304844 w 899217"/>
                <a:gd name="connsiteY709" fmla="*/ 92442 h 942137"/>
                <a:gd name="connsiteX710" fmla="*/ 301681 w 899217"/>
                <a:gd name="connsiteY710" fmla="*/ 84402 h 942137"/>
                <a:gd name="connsiteX711" fmla="*/ 300469 w 899217"/>
                <a:gd name="connsiteY711" fmla="*/ 80062 h 942137"/>
                <a:gd name="connsiteX712" fmla="*/ 298517 w 899217"/>
                <a:gd name="connsiteY712" fmla="*/ 77472 h 942137"/>
                <a:gd name="connsiteX713" fmla="*/ 293200 w 899217"/>
                <a:gd name="connsiteY713" fmla="*/ 77808 h 942137"/>
                <a:gd name="connsiteX714" fmla="*/ 289397 w 899217"/>
                <a:gd name="connsiteY714" fmla="*/ 74882 h 942137"/>
                <a:gd name="connsiteX715" fmla="*/ 287445 w 899217"/>
                <a:gd name="connsiteY715" fmla="*/ 71182 h 942137"/>
                <a:gd name="connsiteX716" fmla="*/ 284180 w 899217"/>
                <a:gd name="connsiteY716" fmla="*/ 68019 h 942137"/>
                <a:gd name="connsiteX717" fmla="*/ 282531 w 899217"/>
                <a:gd name="connsiteY717" fmla="*/ 64655 h 942137"/>
                <a:gd name="connsiteX718" fmla="*/ 281555 w 899217"/>
                <a:gd name="connsiteY718" fmla="*/ 62031 h 942137"/>
                <a:gd name="connsiteX719" fmla="*/ 281118 w 899217"/>
                <a:gd name="connsiteY719" fmla="*/ 58028 h 942137"/>
                <a:gd name="connsiteX720" fmla="*/ 281757 w 899217"/>
                <a:gd name="connsiteY720" fmla="*/ 55304 h 942137"/>
                <a:gd name="connsiteX721" fmla="*/ 282969 w 899217"/>
                <a:gd name="connsiteY721" fmla="*/ 52915 h 942137"/>
                <a:gd name="connsiteX722" fmla="*/ 283844 w 899217"/>
                <a:gd name="connsiteY722" fmla="*/ 51502 h 942137"/>
                <a:gd name="connsiteX723" fmla="*/ 281892 w 899217"/>
                <a:gd name="connsiteY723" fmla="*/ 48777 h 942137"/>
                <a:gd name="connsiteX724" fmla="*/ 279940 w 899217"/>
                <a:gd name="connsiteY724" fmla="*/ 48576 h 942137"/>
                <a:gd name="connsiteX725" fmla="*/ 276137 w 899217"/>
                <a:gd name="connsiteY725" fmla="*/ 49013 h 942137"/>
                <a:gd name="connsiteX726" fmla="*/ 274185 w 899217"/>
                <a:gd name="connsiteY726" fmla="*/ 49787 h 942137"/>
                <a:gd name="connsiteX727" fmla="*/ 273209 w 899217"/>
                <a:gd name="connsiteY727" fmla="*/ 50863 h 942137"/>
                <a:gd name="connsiteX728" fmla="*/ 271594 w 899217"/>
                <a:gd name="connsiteY728" fmla="*/ 53252 h 942137"/>
                <a:gd name="connsiteX729" fmla="*/ 270718 w 899217"/>
                <a:gd name="connsiteY729" fmla="*/ 54664 h 942137"/>
                <a:gd name="connsiteX730" fmla="*/ 270382 w 899217"/>
                <a:gd name="connsiteY730" fmla="*/ 58264 h 942137"/>
                <a:gd name="connsiteX731" fmla="*/ 267017 w 899217"/>
                <a:gd name="connsiteY731" fmla="*/ 61426 h 942137"/>
                <a:gd name="connsiteX732" fmla="*/ 265502 w 899217"/>
                <a:gd name="connsiteY732" fmla="*/ 63041 h 942137"/>
                <a:gd name="connsiteX733" fmla="*/ 263988 w 899217"/>
                <a:gd name="connsiteY733" fmla="*/ 67279 h 942137"/>
                <a:gd name="connsiteX734" fmla="*/ 261262 w 899217"/>
                <a:gd name="connsiteY734" fmla="*/ 70980 h 942137"/>
                <a:gd name="connsiteX735" fmla="*/ 259613 w 899217"/>
                <a:gd name="connsiteY735" fmla="*/ 73469 h 942137"/>
                <a:gd name="connsiteX736" fmla="*/ 256886 w 899217"/>
                <a:gd name="connsiteY736" fmla="*/ 76396 h 942137"/>
                <a:gd name="connsiteX737" fmla="*/ 254262 w 899217"/>
                <a:gd name="connsiteY737" fmla="*/ 79020 h 942137"/>
                <a:gd name="connsiteX738" fmla="*/ 252848 w 899217"/>
                <a:gd name="connsiteY738" fmla="*/ 79894 h 942137"/>
                <a:gd name="connsiteX739" fmla="*/ 249482 w 899217"/>
                <a:gd name="connsiteY739" fmla="*/ 80769 h 942137"/>
                <a:gd name="connsiteX740" fmla="*/ 245343 w 899217"/>
                <a:gd name="connsiteY740" fmla="*/ 81004 h 942137"/>
                <a:gd name="connsiteX741" fmla="*/ 242853 w 899217"/>
                <a:gd name="connsiteY741" fmla="*/ 82619 h 942137"/>
                <a:gd name="connsiteX742" fmla="*/ 241978 w 899217"/>
                <a:gd name="connsiteY742" fmla="*/ 84469 h 942137"/>
                <a:gd name="connsiteX743" fmla="*/ 241439 w 899217"/>
                <a:gd name="connsiteY743" fmla="*/ 86656 h 942137"/>
                <a:gd name="connsiteX744" fmla="*/ 240699 w 899217"/>
                <a:gd name="connsiteY744" fmla="*/ 90894 h 942137"/>
                <a:gd name="connsiteX745" fmla="*/ 240699 w 899217"/>
                <a:gd name="connsiteY745" fmla="*/ 93485 h 942137"/>
                <a:gd name="connsiteX746" fmla="*/ 242449 w 899217"/>
                <a:gd name="connsiteY746" fmla="*/ 99573 h 942137"/>
                <a:gd name="connsiteX747" fmla="*/ 242449 w 899217"/>
                <a:gd name="connsiteY747" fmla="*/ 103476 h 942137"/>
                <a:gd name="connsiteX748" fmla="*/ 241574 w 899217"/>
                <a:gd name="connsiteY748" fmla="*/ 111414 h 942137"/>
                <a:gd name="connsiteX749" fmla="*/ 240396 w 899217"/>
                <a:gd name="connsiteY749" fmla="*/ 116090 h 942137"/>
                <a:gd name="connsiteX750" fmla="*/ 234304 w 899217"/>
                <a:gd name="connsiteY750" fmla="*/ 116427 h 942137"/>
                <a:gd name="connsiteX751" fmla="*/ 229424 w 899217"/>
                <a:gd name="connsiteY751" fmla="*/ 110002 h 942137"/>
                <a:gd name="connsiteX752" fmla="*/ 225621 w 899217"/>
                <a:gd name="connsiteY752" fmla="*/ 105561 h 942137"/>
                <a:gd name="connsiteX753" fmla="*/ 220607 w 899217"/>
                <a:gd name="connsiteY753" fmla="*/ 98497 h 942137"/>
                <a:gd name="connsiteX754" fmla="*/ 219092 w 899217"/>
                <a:gd name="connsiteY754" fmla="*/ 89582 h 942137"/>
                <a:gd name="connsiteX755" fmla="*/ 218217 w 899217"/>
                <a:gd name="connsiteY755" fmla="*/ 85142 h 942137"/>
                <a:gd name="connsiteX756" fmla="*/ 218554 w 899217"/>
                <a:gd name="connsiteY756" fmla="*/ 79490 h 942137"/>
                <a:gd name="connsiteX757" fmla="*/ 219092 w 899217"/>
                <a:gd name="connsiteY757" fmla="*/ 76665 h 942137"/>
                <a:gd name="connsiteX758" fmla="*/ 220169 w 899217"/>
                <a:gd name="connsiteY758" fmla="*/ 72763 h 942137"/>
                <a:gd name="connsiteX759" fmla="*/ 219833 w 899217"/>
                <a:gd name="connsiteY759" fmla="*/ 70038 h 942137"/>
                <a:gd name="connsiteX760" fmla="*/ 219833 w 899217"/>
                <a:gd name="connsiteY760" fmla="*/ 62099 h 942137"/>
                <a:gd name="connsiteX761" fmla="*/ 219294 w 899217"/>
                <a:gd name="connsiteY761" fmla="*/ 58836 h 942137"/>
                <a:gd name="connsiteX762" fmla="*/ 218958 w 899217"/>
                <a:gd name="connsiteY762" fmla="*/ 55035 h 942137"/>
                <a:gd name="connsiteX763" fmla="*/ 218083 w 899217"/>
                <a:gd name="connsiteY763" fmla="*/ 50897 h 942137"/>
                <a:gd name="connsiteX764" fmla="*/ 218083 w 899217"/>
                <a:gd name="connsiteY764" fmla="*/ 47297 h 942137"/>
                <a:gd name="connsiteX765" fmla="*/ 220203 w 899217"/>
                <a:gd name="connsiteY765" fmla="*/ 43732 h 942137"/>
                <a:gd name="connsiteX766" fmla="*/ 222323 w 899217"/>
                <a:gd name="connsiteY766" fmla="*/ 37004 h 942137"/>
                <a:gd name="connsiteX767" fmla="*/ 224915 w 899217"/>
                <a:gd name="connsiteY767" fmla="*/ 31251 h 942137"/>
                <a:gd name="connsiteX768" fmla="*/ 226429 w 899217"/>
                <a:gd name="connsiteY768" fmla="*/ 24523 h 942137"/>
                <a:gd name="connsiteX769" fmla="*/ 227304 w 899217"/>
                <a:gd name="connsiteY769" fmla="*/ 21496 h 942137"/>
                <a:gd name="connsiteX770" fmla="*/ 227742 w 899217"/>
                <a:gd name="connsiteY770" fmla="*/ 18872 h 942137"/>
                <a:gd name="connsiteX771" fmla="*/ 227102 w 899217"/>
                <a:gd name="connsiteY771" fmla="*/ 9318 h 942137"/>
                <a:gd name="connsiteX772" fmla="*/ 226766 w 899217"/>
                <a:gd name="connsiteY772" fmla="*/ 5618 h 942137"/>
                <a:gd name="connsiteX773" fmla="*/ 223165 w 899217"/>
                <a:gd name="connsiteY773" fmla="*/ 1379 h 942137"/>
                <a:gd name="connsiteX774" fmla="*/ 221549 w 899217"/>
                <a:gd name="connsiteY774" fmla="*/ 1178 h 942137"/>
                <a:gd name="connsiteX775" fmla="*/ 219496 w 899217"/>
                <a:gd name="connsiteY775" fmla="*/ 538 h 942137"/>
                <a:gd name="connsiteX776" fmla="*/ 215256 w 899217"/>
                <a:gd name="connsiteY776" fmla="*/ 0 h 942137"/>
                <a:gd name="connsiteX777" fmla="*/ 211890 w 899217"/>
                <a:gd name="connsiteY777" fmla="*/ 538 h 942137"/>
                <a:gd name="connsiteX778" fmla="*/ 208525 w 899217"/>
                <a:gd name="connsiteY778" fmla="*/ 2388 h 942137"/>
                <a:gd name="connsiteX779" fmla="*/ 205900 w 899217"/>
                <a:gd name="connsiteY779" fmla="*/ 4037 h 942137"/>
                <a:gd name="connsiteX780" fmla="*/ 205900 w 899217"/>
                <a:gd name="connsiteY780" fmla="*/ 4575 h 942137"/>
                <a:gd name="connsiteX781" fmla="*/ 209602 w 899217"/>
                <a:gd name="connsiteY781" fmla="*/ 9251 h 942137"/>
                <a:gd name="connsiteX782" fmla="*/ 210241 w 899217"/>
                <a:gd name="connsiteY782" fmla="*/ 11000 h 942137"/>
                <a:gd name="connsiteX783" fmla="*/ 208727 w 899217"/>
                <a:gd name="connsiteY783" fmla="*/ 11774 h 942137"/>
                <a:gd name="connsiteX784" fmla="*/ 207414 w 899217"/>
                <a:gd name="connsiteY784" fmla="*/ 13826 h 942137"/>
                <a:gd name="connsiteX785" fmla="*/ 207852 w 899217"/>
                <a:gd name="connsiteY785" fmla="*/ 14701 h 942137"/>
                <a:gd name="connsiteX786" fmla="*/ 209501 w 899217"/>
                <a:gd name="connsiteY786" fmla="*/ 16114 h 942137"/>
                <a:gd name="connsiteX787" fmla="*/ 210140 w 899217"/>
                <a:gd name="connsiteY787" fmla="*/ 17426 h 942137"/>
                <a:gd name="connsiteX788" fmla="*/ 210241 w 899217"/>
                <a:gd name="connsiteY788" fmla="*/ 20049 h 942137"/>
                <a:gd name="connsiteX789" fmla="*/ 209905 w 899217"/>
                <a:gd name="connsiteY789" fmla="*/ 22236 h 942137"/>
                <a:gd name="connsiteX790" fmla="*/ 207414 w 899217"/>
                <a:gd name="connsiteY790" fmla="*/ 22337 h 942137"/>
                <a:gd name="connsiteX791" fmla="*/ 204486 w 899217"/>
                <a:gd name="connsiteY791" fmla="*/ 22438 h 942137"/>
                <a:gd name="connsiteX792" fmla="*/ 203275 w 899217"/>
                <a:gd name="connsiteY792" fmla="*/ 23851 h 942137"/>
                <a:gd name="connsiteX793" fmla="*/ 205227 w 899217"/>
                <a:gd name="connsiteY793" fmla="*/ 26441 h 942137"/>
                <a:gd name="connsiteX794" fmla="*/ 204587 w 899217"/>
                <a:gd name="connsiteY794" fmla="*/ 27517 h 942137"/>
                <a:gd name="connsiteX795" fmla="*/ 201424 w 899217"/>
                <a:gd name="connsiteY795" fmla="*/ 28829 h 942137"/>
                <a:gd name="connsiteX796" fmla="*/ 200549 w 899217"/>
                <a:gd name="connsiteY796" fmla="*/ 31218 h 942137"/>
                <a:gd name="connsiteX797" fmla="*/ 200751 w 899217"/>
                <a:gd name="connsiteY797" fmla="*/ 34144 h 942137"/>
                <a:gd name="connsiteX798" fmla="*/ 200953 w 899217"/>
                <a:gd name="connsiteY798" fmla="*/ 36331 h 942137"/>
                <a:gd name="connsiteX799" fmla="*/ 201929 w 899217"/>
                <a:gd name="connsiteY799" fmla="*/ 39897 h 942137"/>
                <a:gd name="connsiteX800" fmla="*/ 201289 w 899217"/>
                <a:gd name="connsiteY800" fmla="*/ 41209 h 942137"/>
                <a:gd name="connsiteX801" fmla="*/ 199001 w 899217"/>
                <a:gd name="connsiteY801" fmla="*/ 42823 h 942137"/>
                <a:gd name="connsiteX802" fmla="*/ 196308 w 899217"/>
                <a:gd name="connsiteY802" fmla="*/ 43160 h 942137"/>
                <a:gd name="connsiteX803" fmla="*/ 193683 w 899217"/>
                <a:gd name="connsiteY803" fmla="*/ 43160 h 942137"/>
                <a:gd name="connsiteX804" fmla="*/ 192371 w 899217"/>
                <a:gd name="connsiteY804" fmla="*/ 42790 h 942137"/>
                <a:gd name="connsiteX805" fmla="*/ 191058 w 899217"/>
                <a:gd name="connsiteY805" fmla="*/ 42521 h 942137"/>
                <a:gd name="connsiteX806" fmla="*/ 190183 w 899217"/>
                <a:gd name="connsiteY806" fmla="*/ 40569 h 942137"/>
                <a:gd name="connsiteX807" fmla="*/ 190183 w 899217"/>
                <a:gd name="connsiteY807" fmla="*/ 38181 h 942137"/>
                <a:gd name="connsiteX808" fmla="*/ 190284 w 899217"/>
                <a:gd name="connsiteY808" fmla="*/ 35692 h 942137"/>
                <a:gd name="connsiteX809" fmla="*/ 190722 w 899217"/>
                <a:gd name="connsiteY809" fmla="*/ 32092 h 942137"/>
                <a:gd name="connsiteX810" fmla="*/ 191260 w 899217"/>
                <a:gd name="connsiteY810" fmla="*/ 28930 h 942137"/>
                <a:gd name="connsiteX811" fmla="*/ 190284 w 899217"/>
                <a:gd name="connsiteY811" fmla="*/ 23178 h 942137"/>
                <a:gd name="connsiteX812" fmla="*/ 189510 w 899217"/>
                <a:gd name="connsiteY812" fmla="*/ 21597 h 942137"/>
                <a:gd name="connsiteX813" fmla="*/ 185371 w 899217"/>
                <a:gd name="connsiteY813" fmla="*/ 21597 h 942137"/>
                <a:gd name="connsiteX814" fmla="*/ 184159 w 899217"/>
                <a:gd name="connsiteY814" fmla="*/ 24591 h 942137"/>
                <a:gd name="connsiteX815" fmla="*/ 183082 w 899217"/>
                <a:gd name="connsiteY815" fmla="*/ 24490 h 942137"/>
                <a:gd name="connsiteX816" fmla="*/ 182005 w 899217"/>
                <a:gd name="connsiteY816" fmla="*/ 23716 h 942137"/>
                <a:gd name="connsiteX817" fmla="*/ 181231 w 899217"/>
                <a:gd name="connsiteY817" fmla="*/ 21967 h 942137"/>
                <a:gd name="connsiteX818" fmla="*/ 178943 w 899217"/>
                <a:gd name="connsiteY818" fmla="*/ 21967 h 942137"/>
                <a:gd name="connsiteX819" fmla="*/ 177866 w 899217"/>
                <a:gd name="connsiteY819" fmla="*/ 22606 h 942137"/>
                <a:gd name="connsiteX820" fmla="*/ 175240 w 899217"/>
                <a:gd name="connsiteY820" fmla="*/ 24120 h 942137"/>
                <a:gd name="connsiteX821" fmla="*/ 173928 w 899217"/>
                <a:gd name="connsiteY821" fmla="*/ 24994 h 942137"/>
                <a:gd name="connsiteX822" fmla="*/ 173726 w 899217"/>
                <a:gd name="connsiteY822" fmla="*/ 26306 h 942137"/>
                <a:gd name="connsiteX823" fmla="*/ 175342 w 899217"/>
                <a:gd name="connsiteY823" fmla="*/ 29233 h 942137"/>
                <a:gd name="connsiteX824" fmla="*/ 175880 w 899217"/>
                <a:gd name="connsiteY824" fmla="*/ 32496 h 942137"/>
                <a:gd name="connsiteX825" fmla="*/ 175678 w 899217"/>
                <a:gd name="connsiteY825" fmla="*/ 35658 h 942137"/>
                <a:gd name="connsiteX826" fmla="*/ 174702 w 899217"/>
                <a:gd name="connsiteY826" fmla="*/ 37508 h 942137"/>
                <a:gd name="connsiteX827" fmla="*/ 173289 w 899217"/>
                <a:gd name="connsiteY827" fmla="*/ 39897 h 942137"/>
                <a:gd name="connsiteX828" fmla="*/ 171236 w 899217"/>
                <a:gd name="connsiteY828" fmla="*/ 41545 h 942137"/>
                <a:gd name="connsiteX829" fmla="*/ 171337 w 899217"/>
                <a:gd name="connsiteY829" fmla="*/ 43496 h 942137"/>
                <a:gd name="connsiteX830" fmla="*/ 173928 w 899217"/>
                <a:gd name="connsiteY830" fmla="*/ 46759 h 942137"/>
                <a:gd name="connsiteX831" fmla="*/ 174904 w 899217"/>
                <a:gd name="connsiteY831" fmla="*/ 49820 h 942137"/>
                <a:gd name="connsiteX832" fmla="*/ 174904 w 899217"/>
                <a:gd name="connsiteY832" fmla="*/ 52982 h 942137"/>
                <a:gd name="connsiteX833" fmla="*/ 172178 w 899217"/>
                <a:gd name="connsiteY833" fmla="*/ 55270 h 942137"/>
                <a:gd name="connsiteX834" fmla="*/ 170327 w 899217"/>
                <a:gd name="connsiteY834" fmla="*/ 57558 h 942137"/>
                <a:gd name="connsiteX835" fmla="*/ 168139 w 899217"/>
                <a:gd name="connsiteY835" fmla="*/ 59744 h 942137"/>
                <a:gd name="connsiteX836" fmla="*/ 168039 w 899217"/>
                <a:gd name="connsiteY836" fmla="*/ 61594 h 942137"/>
                <a:gd name="connsiteX837" fmla="*/ 167937 w 899217"/>
                <a:gd name="connsiteY837" fmla="*/ 65194 h 942137"/>
                <a:gd name="connsiteX838" fmla="*/ 168375 w 899217"/>
                <a:gd name="connsiteY838" fmla="*/ 68558 h 942137"/>
                <a:gd name="connsiteX839" fmla="*/ 168577 w 899217"/>
                <a:gd name="connsiteY839" fmla="*/ 72359 h 942137"/>
                <a:gd name="connsiteX840" fmla="*/ 168779 w 899217"/>
                <a:gd name="connsiteY840" fmla="*/ 76699 h 942137"/>
                <a:gd name="connsiteX841" fmla="*/ 168981 w 899217"/>
                <a:gd name="connsiteY841" fmla="*/ 78751 h 942137"/>
                <a:gd name="connsiteX842" fmla="*/ 170394 w 899217"/>
                <a:gd name="connsiteY842" fmla="*/ 82013 h 942137"/>
                <a:gd name="connsiteX843" fmla="*/ 171808 w 899217"/>
                <a:gd name="connsiteY843" fmla="*/ 85377 h 942137"/>
                <a:gd name="connsiteX844" fmla="*/ 173558 w 899217"/>
                <a:gd name="connsiteY844" fmla="*/ 89078 h 942137"/>
                <a:gd name="connsiteX845" fmla="*/ 174736 w 899217"/>
                <a:gd name="connsiteY845" fmla="*/ 94931 h 942137"/>
                <a:gd name="connsiteX846" fmla="*/ 174399 w 899217"/>
                <a:gd name="connsiteY846" fmla="*/ 101558 h 942137"/>
                <a:gd name="connsiteX847" fmla="*/ 173962 w 899217"/>
                <a:gd name="connsiteY847" fmla="*/ 103610 h 942137"/>
                <a:gd name="connsiteX848" fmla="*/ 172111 w 899217"/>
                <a:gd name="connsiteY848" fmla="*/ 109060 h 942137"/>
                <a:gd name="connsiteX849" fmla="*/ 170495 w 899217"/>
                <a:gd name="connsiteY849" fmla="*/ 111885 h 942137"/>
                <a:gd name="connsiteX850" fmla="*/ 167668 w 899217"/>
                <a:gd name="connsiteY850" fmla="*/ 114711 h 942137"/>
                <a:gd name="connsiteX851" fmla="*/ 164841 w 899217"/>
                <a:gd name="connsiteY851" fmla="*/ 114610 h 942137"/>
                <a:gd name="connsiteX852" fmla="*/ 163327 w 899217"/>
                <a:gd name="connsiteY852" fmla="*/ 113971 h 942137"/>
                <a:gd name="connsiteX853" fmla="*/ 161476 w 899217"/>
                <a:gd name="connsiteY853" fmla="*/ 112659 h 942137"/>
                <a:gd name="connsiteX854" fmla="*/ 157908 w 899217"/>
                <a:gd name="connsiteY854" fmla="*/ 111011 h 942137"/>
                <a:gd name="connsiteX855" fmla="*/ 154981 w 899217"/>
                <a:gd name="connsiteY855" fmla="*/ 111011 h 942137"/>
                <a:gd name="connsiteX856" fmla="*/ 153029 w 899217"/>
                <a:gd name="connsiteY856" fmla="*/ 111885 h 942137"/>
                <a:gd name="connsiteX857" fmla="*/ 151817 w 899217"/>
                <a:gd name="connsiteY857" fmla="*/ 113399 h 942137"/>
                <a:gd name="connsiteX858" fmla="*/ 150942 w 899217"/>
                <a:gd name="connsiteY858" fmla="*/ 114913 h 942137"/>
                <a:gd name="connsiteX859" fmla="*/ 148552 w 899217"/>
                <a:gd name="connsiteY859" fmla="*/ 116326 h 942137"/>
                <a:gd name="connsiteX860" fmla="*/ 145288 w 899217"/>
                <a:gd name="connsiteY860" fmla="*/ 118176 h 942137"/>
                <a:gd name="connsiteX861" fmla="*/ 142898 w 899217"/>
                <a:gd name="connsiteY861" fmla="*/ 118075 h 942137"/>
                <a:gd name="connsiteX862" fmla="*/ 140846 w 899217"/>
                <a:gd name="connsiteY862" fmla="*/ 116662 h 942137"/>
                <a:gd name="connsiteX863" fmla="*/ 139230 w 899217"/>
                <a:gd name="connsiteY863" fmla="*/ 115687 h 942137"/>
                <a:gd name="connsiteX864" fmla="*/ 138692 w 899217"/>
                <a:gd name="connsiteY864" fmla="*/ 113937 h 942137"/>
                <a:gd name="connsiteX865" fmla="*/ 137918 w 899217"/>
                <a:gd name="connsiteY865" fmla="*/ 111885 h 942137"/>
                <a:gd name="connsiteX866" fmla="*/ 137918 w 899217"/>
                <a:gd name="connsiteY866" fmla="*/ 108286 h 942137"/>
                <a:gd name="connsiteX867" fmla="*/ 138961 w 899217"/>
                <a:gd name="connsiteY867" fmla="*/ 106537 h 942137"/>
                <a:gd name="connsiteX868" fmla="*/ 139129 w 899217"/>
                <a:gd name="connsiteY868" fmla="*/ 103375 h 942137"/>
                <a:gd name="connsiteX869" fmla="*/ 138692 w 899217"/>
                <a:gd name="connsiteY869" fmla="*/ 100448 h 942137"/>
                <a:gd name="connsiteX870" fmla="*/ 138894 w 899217"/>
                <a:gd name="connsiteY870" fmla="*/ 98396 h 942137"/>
                <a:gd name="connsiteX871" fmla="*/ 139870 w 899217"/>
                <a:gd name="connsiteY871" fmla="*/ 95671 h 942137"/>
                <a:gd name="connsiteX872" fmla="*/ 139668 w 899217"/>
                <a:gd name="connsiteY872" fmla="*/ 93518 h 942137"/>
                <a:gd name="connsiteX873" fmla="*/ 138254 w 899217"/>
                <a:gd name="connsiteY873" fmla="*/ 89616 h 942137"/>
                <a:gd name="connsiteX874" fmla="*/ 137480 w 899217"/>
                <a:gd name="connsiteY874" fmla="*/ 87430 h 942137"/>
                <a:gd name="connsiteX875" fmla="*/ 136605 w 899217"/>
                <a:gd name="connsiteY875" fmla="*/ 85579 h 942137"/>
                <a:gd name="connsiteX876" fmla="*/ 134216 w 899217"/>
                <a:gd name="connsiteY876" fmla="*/ 84234 h 942137"/>
                <a:gd name="connsiteX877" fmla="*/ 132466 w 899217"/>
                <a:gd name="connsiteY877" fmla="*/ 84267 h 942137"/>
                <a:gd name="connsiteX878" fmla="*/ 129639 w 899217"/>
                <a:gd name="connsiteY878" fmla="*/ 84267 h 942137"/>
                <a:gd name="connsiteX879" fmla="*/ 126374 w 899217"/>
                <a:gd name="connsiteY879" fmla="*/ 85344 h 942137"/>
                <a:gd name="connsiteX880" fmla="*/ 125398 w 899217"/>
                <a:gd name="connsiteY880" fmla="*/ 86555 h 942137"/>
                <a:gd name="connsiteX881" fmla="*/ 123985 w 899217"/>
                <a:gd name="connsiteY881" fmla="*/ 89280 h 942137"/>
                <a:gd name="connsiteX882" fmla="*/ 123985 w 899217"/>
                <a:gd name="connsiteY882" fmla="*/ 91769 h 942137"/>
                <a:gd name="connsiteX883" fmla="*/ 126441 w 899217"/>
                <a:gd name="connsiteY883" fmla="*/ 94595 h 942137"/>
                <a:gd name="connsiteX884" fmla="*/ 126812 w 899217"/>
                <a:gd name="connsiteY884" fmla="*/ 97757 h 942137"/>
                <a:gd name="connsiteX885" fmla="*/ 127014 w 899217"/>
                <a:gd name="connsiteY885" fmla="*/ 101895 h 942137"/>
                <a:gd name="connsiteX886" fmla="*/ 125263 w 899217"/>
                <a:gd name="connsiteY886" fmla="*/ 104518 h 942137"/>
                <a:gd name="connsiteX887" fmla="*/ 122975 w 899217"/>
                <a:gd name="connsiteY887" fmla="*/ 106032 h 942137"/>
                <a:gd name="connsiteX888" fmla="*/ 120686 w 899217"/>
                <a:gd name="connsiteY888" fmla="*/ 107983 h 942137"/>
                <a:gd name="connsiteX889" fmla="*/ 118095 w 899217"/>
                <a:gd name="connsiteY889" fmla="*/ 109598 h 942137"/>
                <a:gd name="connsiteX890" fmla="*/ 116244 w 899217"/>
                <a:gd name="connsiteY890" fmla="*/ 110473 h 942137"/>
                <a:gd name="connsiteX891" fmla="*/ 114191 w 899217"/>
                <a:gd name="connsiteY891" fmla="*/ 111448 h 942137"/>
                <a:gd name="connsiteX892" fmla="*/ 112004 w 899217"/>
                <a:gd name="connsiteY892" fmla="*/ 112861 h 942137"/>
                <a:gd name="connsiteX893" fmla="*/ 109816 w 899217"/>
                <a:gd name="connsiteY893" fmla="*/ 114812 h 942137"/>
                <a:gd name="connsiteX894" fmla="*/ 108302 w 899217"/>
                <a:gd name="connsiteY894" fmla="*/ 115990 h 942137"/>
                <a:gd name="connsiteX895" fmla="*/ 106249 w 899217"/>
                <a:gd name="connsiteY895" fmla="*/ 118378 h 942137"/>
                <a:gd name="connsiteX896" fmla="*/ 105710 w 899217"/>
                <a:gd name="connsiteY896" fmla="*/ 120430 h 942137"/>
                <a:gd name="connsiteX897" fmla="*/ 104835 w 899217"/>
                <a:gd name="connsiteY897" fmla="*/ 122482 h 942137"/>
                <a:gd name="connsiteX898" fmla="*/ 104499 w 899217"/>
                <a:gd name="connsiteY898" fmla="*/ 124130 h 942137"/>
                <a:gd name="connsiteX899" fmla="*/ 104263 w 899217"/>
                <a:gd name="connsiteY899" fmla="*/ 127292 h 942137"/>
                <a:gd name="connsiteX900" fmla="*/ 104499 w 899217"/>
                <a:gd name="connsiteY900" fmla="*/ 128705 h 942137"/>
                <a:gd name="connsiteX901" fmla="*/ 104835 w 899217"/>
                <a:gd name="connsiteY901" fmla="*/ 130455 h 942137"/>
                <a:gd name="connsiteX902" fmla="*/ 106249 w 899217"/>
                <a:gd name="connsiteY902" fmla="*/ 133381 h 942137"/>
                <a:gd name="connsiteX903" fmla="*/ 107561 w 899217"/>
                <a:gd name="connsiteY903" fmla="*/ 137418 h 942137"/>
                <a:gd name="connsiteX904" fmla="*/ 108537 w 899217"/>
                <a:gd name="connsiteY904" fmla="*/ 139907 h 942137"/>
                <a:gd name="connsiteX905" fmla="*/ 109176 w 899217"/>
                <a:gd name="connsiteY905" fmla="*/ 143709 h 942137"/>
                <a:gd name="connsiteX906" fmla="*/ 110253 w 899217"/>
                <a:gd name="connsiteY906" fmla="*/ 148284 h 942137"/>
                <a:gd name="connsiteX907" fmla="*/ 110455 w 899217"/>
                <a:gd name="connsiteY907" fmla="*/ 152825 h 942137"/>
                <a:gd name="connsiteX908" fmla="*/ 109479 w 899217"/>
                <a:gd name="connsiteY908" fmla="*/ 155449 h 942137"/>
                <a:gd name="connsiteX909" fmla="*/ 108167 w 899217"/>
                <a:gd name="connsiteY909" fmla="*/ 158712 h 942137"/>
                <a:gd name="connsiteX910" fmla="*/ 108369 w 899217"/>
                <a:gd name="connsiteY910" fmla="*/ 162311 h 942137"/>
                <a:gd name="connsiteX911" fmla="*/ 109984 w 899217"/>
                <a:gd name="connsiteY911" fmla="*/ 166752 h 942137"/>
                <a:gd name="connsiteX912" fmla="*/ 112912 w 899217"/>
                <a:gd name="connsiteY912" fmla="*/ 168602 h 942137"/>
                <a:gd name="connsiteX913" fmla="*/ 113552 w 899217"/>
                <a:gd name="connsiteY913" fmla="*/ 171764 h 942137"/>
                <a:gd name="connsiteX914" fmla="*/ 113451 w 899217"/>
                <a:gd name="connsiteY914" fmla="*/ 173715 h 942137"/>
                <a:gd name="connsiteX915" fmla="*/ 113552 w 899217"/>
                <a:gd name="connsiteY915" fmla="*/ 175767 h 942137"/>
                <a:gd name="connsiteX916" fmla="*/ 115302 w 899217"/>
                <a:gd name="connsiteY916" fmla="*/ 179669 h 942137"/>
                <a:gd name="connsiteX917" fmla="*/ 117153 w 899217"/>
                <a:gd name="connsiteY917" fmla="*/ 182394 h 942137"/>
                <a:gd name="connsiteX918" fmla="*/ 120754 w 899217"/>
                <a:gd name="connsiteY918" fmla="*/ 185758 h 942137"/>
                <a:gd name="connsiteX919" fmla="*/ 122807 w 899217"/>
                <a:gd name="connsiteY919" fmla="*/ 187709 h 942137"/>
                <a:gd name="connsiteX920" fmla="*/ 125836 w 899217"/>
                <a:gd name="connsiteY920" fmla="*/ 187911 h 942137"/>
                <a:gd name="connsiteX921" fmla="*/ 128326 w 899217"/>
                <a:gd name="connsiteY921" fmla="*/ 187137 h 942137"/>
                <a:gd name="connsiteX922" fmla="*/ 129201 w 899217"/>
                <a:gd name="connsiteY922" fmla="*/ 185085 h 942137"/>
                <a:gd name="connsiteX923" fmla="*/ 129840 w 899217"/>
                <a:gd name="connsiteY923" fmla="*/ 182260 h 942137"/>
                <a:gd name="connsiteX924" fmla="*/ 131893 w 899217"/>
                <a:gd name="connsiteY924" fmla="*/ 180309 h 942137"/>
                <a:gd name="connsiteX925" fmla="*/ 133744 w 899217"/>
                <a:gd name="connsiteY925" fmla="*/ 180510 h 942137"/>
                <a:gd name="connsiteX926" fmla="*/ 135595 w 899217"/>
                <a:gd name="connsiteY926" fmla="*/ 180948 h 942137"/>
                <a:gd name="connsiteX927" fmla="*/ 136369 w 899217"/>
                <a:gd name="connsiteY927" fmla="*/ 179871 h 942137"/>
                <a:gd name="connsiteX928" fmla="*/ 136706 w 899217"/>
                <a:gd name="connsiteY928" fmla="*/ 178021 h 942137"/>
                <a:gd name="connsiteX929" fmla="*/ 140307 w 899217"/>
                <a:gd name="connsiteY929" fmla="*/ 177247 h 942137"/>
                <a:gd name="connsiteX930" fmla="*/ 141821 w 899217"/>
                <a:gd name="connsiteY930" fmla="*/ 177786 h 942137"/>
                <a:gd name="connsiteX931" fmla="*/ 143672 w 899217"/>
                <a:gd name="connsiteY931" fmla="*/ 179838 h 942137"/>
                <a:gd name="connsiteX932" fmla="*/ 143773 w 899217"/>
                <a:gd name="connsiteY932" fmla="*/ 181150 h 942137"/>
                <a:gd name="connsiteX933" fmla="*/ 144985 w 899217"/>
                <a:gd name="connsiteY933" fmla="*/ 183975 h 942137"/>
                <a:gd name="connsiteX934" fmla="*/ 147375 w 899217"/>
                <a:gd name="connsiteY934" fmla="*/ 183975 h 942137"/>
                <a:gd name="connsiteX935" fmla="*/ 149125 w 899217"/>
                <a:gd name="connsiteY935" fmla="*/ 183975 h 942137"/>
                <a:gd name="connsiteX936" fmla="*/ 149899 w 899217"/>
                <a:gd name="connsiteY936" fmla="*/ 183975 h 942137"/>
                <a:gd name="connsiteX937" fmla="*/ 153264 w 899217"/>
                <a:gd name="connsiteY937" fmla="*/ 185422 h 942137"/>
                <a:gd name="connsiteX938" fmla="*/ 153466 w 899217"/>
                <a:gd name="connsiteY938" fmla="*/ 190030 h 942137"/>
                <a:gd name="connsiteX939" fmla="*/ 153466 w 899217"/>
                <a:gd name="connsiteY939" fmla="*/ 194605 h 942137"/>
                <a:gd name="connsiteX940" fmla="*/ 155216 w 899217"/>
                <a:gd name="connsiteY940" fmla="*/ 206985 h 942137"/>
                <a:gd name="connsiteX941" fmla="*/ 154139 w 899217"/>
                <a:gd name="connsiteY941" fmla="*/ 211560 h 942137"/>
                <a:gd name="connsiteX942" fmla="*/ 151009 w 899217"/>
                <a:gd name="connsiteY942" fmla="*/ 219465 h 942137"/>
                <a:gd name="connsiteX943" fmla="*/ 150437 w 899217"/>
                <a:gd name="connsiteY943" fmla="*/ 224242 h 942137"/>
                <a:gd name="connsiteX944" fmla="*/ 151750 w 899217"/>
                <a:gd name="connsiteY944" fmla="*/ 232652 h 942137"/>
                <a:gd name="connsiteX945" fmla="*/ 152490 w 899217"/>
                <a:gd name="connsiteY945" fmla="*/ 235242 h 942137"/>
                <a:gd name="connsiteX946" fmla="*/ 152355 w 899217"/>
                <a:gd name="connsiteY946" fmla="*/ 243921 h 942137"/>
                <a:gd name="connsiteX947" fmla="*/ 151783 w 899217"/>
                <a:gd name="connsiteY947" fmla="*/ 248832 h 942137"/>
                <a:gd name="connsiteX948" fmla="*/ 151649 w 899217"/>
                <a:gd name="connsiteY948" fmla="*/ 255190 h 942137"/>
                <a:gd name="connsiteX949" fmla="*/ 151783 w 899217"/>
                <a:gd name="connsiteY949" fmla="*/ 259530 h 942137"/>
                <a:gd name="connsiteX950" fmla="*/ 151783 w 899217"/>
                <a:gd name="connsiteY950" fmla="*/ 264441 h 942137"/>
                <a:gd name="connsiteX951" fmla="*/ 151918 w 899217"/>
                <a:gd name="connsiteY951" fmla="*/ 266325 h 942137"/>
                <a:gd name="connsiteX952" fmla="*/ 151480 w 899217"/>
                <a:gd name="connsiteY952" fmla="*/ 270093 h 942137"/>
                <a:gd name="connsiteX953" fmla="*/ 149899 w 899217"/>
                <a:gd name="connsiteY953" fmla="*/ 272683 h 942137"/>
                <a:gd name="connsiteX954" fmla="*/ 148452 w 899217"/>
                <a:gd name="connsiteY954" fmla="*/ 275273 h 942137"/>
                <a:gd name="connsiteX955" fmla="*/ 149461 w 899217"/>
                <a:gd name="connsiteY955" fmla="*/ 279915 h 942137"/>
                <a:gd name="connsiteX956" fmla="*/ 151043 w 899217"/>
                <a:gd name="connsiteY956" fmla="*/ 283246 h 942137"/>
                <a:gd name="connsiteX957" fmla="*/ 151918 w 899217"/>
                <a:gd name="connsiteY957" fmla="*/ 289604 h 942137"/>
                <a:gd name="connsiteX958" fmla="*/ 152658 w 899217"/>
                <a:gd name="connsiteY958" fmla="*/ 299023 h 942137"/>
                <a:gd name="connsiteX959" fmla="*/ 149899 w 899217"/>
                <a:gd name="connsiteY959" fmla="*/ 304674 h 942137"/>
                <a:gd name="connsiteX960" fmla="*/ 148855 w 899217"/>
                <a:gd name="connsiteY960" fmla="*/ 309888 h 942137"/>
                <a:gd name="connsiteX961" fmla="*/ 146028 w 899217"/>
                <a:gd name="connsiteY961" fmla="*/ 312714 h 942137"/>
                <a:gd name="connsiteX962" fmla="*/ 144177 w 899217"/>
                <a:gd name="connsiteY962" fmla="*/ 315876 h 942137"/>
                <a:gd name="connsiteX963" fmla="*/ 144615 w 899217"/>
                <a:gd name="connsiteY963" fmla="*/ 318601 h 942137"/>
                <a:gd name="connsiteX964" fmla="*/ 145793 w 899217"/>
                <a:gd name="connsiteY964" fmla="*/ 321662 h 942137"/>
                <a:gd name="connsiteX965" fmla="*/ 146432 w 899217"/>
                <a:gd name="connsiteY965" fmla="*/ 324387 h 942137"/>
                <a:gd name="connsiteX966" fmla="*/ 144043 w 899217"/>
                <a:gd name="connsiteY966" fmla="*/ 326002 h 942137"/>
                <a:gd name="connsiteX967" fmla="*/ 141552 w 899217"/>
                <a:gd name="connsiteY967" fmla="*/ 328289 h 942137"/>
                <a:gd name="connsiteX968" fmla="*/ 138456 w 899217"/>
                <a:gd name="connsiteY968" fmla="*/ 331115 h 942137"/>
                <a:gd name="connsiteX969" fmla="*/ 136942 w 899217"/>
                <a:gd name="connsiteY969" fmla="*/ 332427 h 942137"/>
                <a:gd name="connsiteX970" fmla="*/ 136302 w 899217"/>
                <a:gd name="connsiteY970" fmla="*/ 333941 h 942137"/>
                <a:gd name="connsiteX971" fmla="*/ 136538 w 899217"/>
                <a:gd name="connsiteY971" fmla="*/ 335623 h 942137"/>
                <a:gd name="connsiteX972" fmla="*/ 138120 w 899217"/>
                <a:gd name="connsiteY972" fmla="*/ 337843 h 942137"/>
                <a:gd name="connsiteX973" fmla="*/ 138759 w 899217"/>
                <a:gd name="connsiteY973" fmla="*/ 338617 h 942137"/>
                <a:gd name="connsiteX974" fmla="*/ 140509 w 899217"/>
                <a:gd name="connsiteY974" fmla="*/ 338617 h 942137"/>
                <a:gd name="connsiteX975" fmla="*/ 141754 w 899217"/>
                <a:gd name="connsiteY975" fmla="*/ 338617 h 942137"/>
                <a:gd name="connsiteX976" fmla="*/ 143370 w 899217"/>
                <a:gd name="connsiteY976" fmla="*/ 341644 h 942137"/>
                <a:gd name="connsiteX977" fmla="*/ 143908 w 899217"/>
                <a:gd name="connsiteY977" fmla="*/ 343831 h 942137"/>
                <a:gd name="connsiteX978" fmla="*/ 144009 w 899217"/>
                <a:gd name="connsiteY978" fmla="*/ 346488 h 942137"/>
                <a:gd name="connsiteX979" fmla="*/ 143908 w 899217"/>
                <a:gd name="connsiteY979" fmla="*/ 348944 h 942137"/>
                <a:gd name="connsiteX980" fmla="*/ 143370 w 899217"/>
                <a:gd name="connsiteY980" fmla="*/ 349650 h 942137"/>
                <a:gd name="connsiteX981" fmla="*/ 141317 w 899217"/>
                <a:gd name="connsiteY981" fmla="*/ 350458 h 942137"/>
                <a:gd name="connsiteX982" fmla="*/ 138591 w 899217"/>
                <a:gd name="connsiteY982" fmla="*/ 350458 h 942137"/>
                <a:gd name="connsiteX983" fmla="*/ 136571 w 899217"/>
                <a:gd name="connsiteY983" fmla="*/ 349650 h 942137"/>
                <a:gd name="connsiteX984" fmla="*/ 135595 w 899217"/>
                <a:gd name="connsiteY984" fmla="*/ 348305 h 942137"/>
                <a:gd name="connsiteX985" fmla="*/ 134788 w 899217"/>
                <a:gd name="connsiteY985" fmla="*/ 346455 h 942137"/>
                <a:gd name="connsiteX986" fmla="*/ 133273 w 899217"/>
                <a:gd name="connsiteY986" fmla="*/ 344672 h 942137"/>
                <a:gd name="connsiteX987" fmla="*/ 131792 w 899217"/>
                <a:gd name="connsiteY987" fmla="*/ 343831 h 942137"/>
                <a:gd name="connsiteX988" fmla="*/ 130042 w 899217"/>
                <a:gd name="connsiteY988" fmla="*/ 343831 h 942137"/>
                <a:gd name="connsiteX989" fmla="*/ 127922 w 899217"/>
                <a:gd name="connsiteY989" fmla="*/ 343831 h 942137"/>
                <a:gd name="connsiteX990" fmla="*/ 125364 w 899217"/>
                <a:gd name="connsiteY990" fmla="*/ 343932 h 942137"/>
                <a:gd name="connsiteX991" fmla="*/ 124994 w 899217"/>
                <a:gd name="connsiteY991" fmla="*/ 344504 h 942137"/>
                <a:gd name="connsiteX992" fmla="*/ 125701 w 899217"/>
                <a:gd name="connsiteY992" fmla="*/ 346791 h 942137"/>
                <a:gd name="connsiteX993" fmla="*/ 126340 w 899217"/>
                <a:gd name="connsiteY993" fmla="*/ 349247 h 942137"/>
                <a:gd name="connsiteX994" fmla="*/ 125802 w 899217"/>
                <a:gd name="connsiteY994" fmla="*/ 350323 h 942137"/>
                <a:gd name="connsiteX995" fmla="*/ 125162 w 899217"/>
                <a:gd name="connsiteY995" fmla="*/ 351131 h 942137"/>
                <a:gd name="connsiteX996" fmla="*/ 124254 w 899217"/>
                <a:gd name="connsiteY996" fmla="*/ 352745 h 942137"/>
                <a:gd name="connsiteX997" fmla="*/ 124254 w 899217"/>
                <a:gd name="connsiteY997" fmla="*/ 355201 h 942137"/>
                <a:gd name="connsiteX998" fmla="*/ 124624 w 899217"/>
                <a:gd name="connsiteY998" fmla="*/ 356345 h 942137"/>
                <a:gd name="connsiteX999" fmla="*/ 126576 w 899217"/>
                <a:gd name="connsiteY999" fmla="*/ 357657 h 942137"/>
                <a:gd name="connsiteX1000" fmla="*/ 129066 w 899217"/>
                <a:gd name="connsiteY1000" fmla="*/ 360819 h 942137"/>
                <a:gd name="connsiteX1001" fmla="*/ 130817 w 899217"/>
                <a:gd name="connsiteY1001" fmla="*/ 362669 h 942137"/>
                <a:gd name="connsiteX1002" fmla="*/ 132230 w 899217"/>
                <a:gd name="connsiteY1002" fmla="*/ 364620 h 942137"/>
                <a:gd name="connsiteX1003" fmla="*/ 134417 w 899217"/>
                <a:gd name="connsiteY1003" fmla="*/ 369094 h 942137"/>
                <a:gd name="connsiteX1004" fmla="*/ 134417 w 899217"/>
                <a:gd name="connsiteY1004" fmla="*/ 372357 h 942137"/>
                <a:gd name="connsiteX1005" fmla="*/ 133442 w 899217"/>
                <a:gd name="connsiteY1005" fmla="*/ 375183 h 942137"/>
                <a:gd name="connsiteX1006" fmla="*/ 132365 w 899217"/>
                <a:gd name="connsiteY1006" fmla="*/ 378782 h 942137"/>
                <a:gd name="connsiteX1007" fmla="*/ 131927 w 899217"/>
                <a:gd name="connsiteY1007" fmla="*/ 380834 h 942137"/>
                <a:gd name="connsiteX1008" fmla="*/ 130413 w 899217"/>
                <a:gd name="connsiteY1008" fmla="*/ 382886 h 942137"/>
                <a:gd name="connsiteX1009" fmla="*/ 125095 w 899217"/>
                <a:gd name="connsiteY1009" fmla="*/ 380935 h 942137"/>
                <a:gd name="connsiteX1010" fmla="*/ 122908 w 899217"/>
                <a:gd name="connsiteY1010" fmla="*/ 379085 h 942137"/>
                <a:gd name="connsiteX1011" fmla="*/ 119643 w 899217"/>
                <a:gd name="connsiteY1011" fmla="*/ 376899 h 942137"/>
                <a:gd name="connsiteX1012" fmla="*/ 116480 w 899217"/>
                <a:gd name="connsiteY1012" fmla="*/ 376899 h 942137"/>
                <a:gd name="connsiteX1013" fmla="*/ 113215 w 899217"/>
                <a:gd name="connsiteY1013" fmla="*/ 378211 h 942137"/>
                <a:gd name="connsiteX1014" fmla="*/ 112239 w 899217"/>
                <a:gd name="connsiteY1014" fmla="*/ 380263 h 942137"/>
                <a:gd name="connsiteX1015" fmla="*/ 111028 w 899217"/>
                <a:gd name="connsiteY1015" fmla="*/ 382752 h 942137"/>
                <a:gd name="connsiteX1016" fmla="*/ 109951 w 899217"/>
                <a:gd name="connsiteY1016" fmla="*/ 386755 h 942137"/>
                <a:gd name="connsiteX1017" fmla="*/ 109614 w 899217"/>
                <a:gd name="connsiteY1017" fmla="*/ 390455 h 942137"/>
                <a:gd name="connsiteX1018" fmla="*/ 104398 w 899217"/>
                <a:gd name="connsiteY1018" fmla="*/ 396544 h 942137"/>
                <a:gd name="connsiteX1019" fmla="*/ 101806 w 899217"/>
                <a:gd name="connsiteY1019" fmla="*/ 399370 h 942137"/>
                <a:gd name="connsiteX1020" fmla="*/ 100393 w 899217"/>
                <a:gd name="connsiteY1020" fmla="*/ 400682 h 942137"/>
                <a:gd name="connsiteX1021" fmla="*/ 98878 w 899217"/>
                <a:gd name="connsiteY1021" fmla="*/ 401994 h 942137"/>
                <a:gd name="connsiteX1022" fmla="*/ 96825 w 899217"/>
                <a:gd name="connsiteY1022" fmla="*/ 403205 h 942137"/>
                <a:gd name="connsiteX1023" fmla="*/ 93561 w 899217"/>
                <a:gd name="connsiteY1023" fmla="*/ 405055 h 942137"/>
                <a:gd name="connsiteX1024" fmla="*/ 91508 w 899217"/>
                <a:gd name="connsiteY1024" fmla="*/ 404618 h 942137"/>
                <a:gd name="connsiteX1025" fmla="*/ 90532 w 899217"/>
                <a:gd name="connsiteY1025" fmla="*/ 404281 h 942137"/>
                <a:gd name="connsiteX1026" fmla="*/ 85753 w 899217"/>
                <a:gd name="connsiteY1026" fmla="*/ 400682 h 942137"/>
                <a:gd name="connsiteX1027" fmla="*/ 83363 w 899217"/>
                <a:gd name="connsiteY1027" fmla="*/ 397755 h 942137"/>
                <a:gd name="connsiteX1028" fmla="*/ 81411 w 899217"/>
                <a:gd name="connsiteY1028" fmla="*/ 397755 h 942137"/>
                <a:gd name="connsiteX1029" fmla="*/ 79224 w 899217"/>
                <a:gd name="connsiteY1029" fmla="*/ 397755 h 942137"/>
                <a:gd name="connsiteX1030" fmla="*/ 77710 w 899217"/>
                <a:gd name="connsiteY1030" fmla="*/ 398832 h 942137"/>
                <a:gd name="connsiteX1031" fmla="*/ 77171 w 899217"/>
                <a:gd name="connsiteY1031" fmla="*/ 400783 h 942137"/>
                <a:gd name="connsiteX1032" fmla="*/ 77508 w 899217"/>
                <a:gd name="connsiteY1032" fmla="*/ 402296 h 942137"/>
                <a:gd name="connsiteX1033" fmla="*/ 79560 w 899217"/>
                <a:gd name="connsiteY1033" fmla="*/ 404348 h 942137"/>
                <a:gd name="connsiteX1034" fmla="*/ 81176 w 899217"/>
                <a:gd name="connsiteY1034" fmla="*/ 407813 h 942137"/>
                <a:gd name="connsiteX1035" fmla="*/ 81411 w 899217"/>
                <a:gd name="connsiteY1035" fmla="*/ 408991 h 942137"/>
                <a:gd name="connsiteX1036" fmla="*/ 79662 w 899217"/>
                <a:gd name="connsiteY1036" fmla="*/ 411615 h 942137"/>
                <a:gd name="connsiteX1037" fmla="*/ 78046 w 899217"/>
                <a:gd name="connsiteY1037" fmla="*/ 411615 h 942137"/>
                <a:gd name="connsiteX1038" fmla="*/ 76532 w 899217"/>
                <a:gd name="connsiteY1038" fmla="*/ 409865 h 942137"/>
                <a:gd name="connsiteX1039" fmla="*/ 74782 w 899217"/>
                <a:gd name="connsiteY1039" fmla="*/ 408991 h 942137"/>
                <a:gd name="connsiteX1040" fmla="*/ 73267 w 899217"/>
                <a:gd name="connsiteY1040" fmla="*/ 410740 h 942137"/>
                <a:gd name="connsiteX1041" fmla="*/ 73065 w 899217"/>
                <a:gd name="connsiteY1041" fmla="*/ 413330 h 942137"/>
                <a:gd name="connsiteX1042" fmla="*/ 73503 w 899217"/>
                <a:gd name="connsiteY1042" fmla="*/ 415618 h 942137"/>
                <a:gd name="connsiteX1043" fmla="*/ 74041 w 899217"/>
                <a:gd name="connsiteY1043" fmla="*/ 416392 h 942137"/>
                <a:gd name="connsiteX1044" fmla="*/ 74142 w 899217"/>
                <a:gd name="connsiteY1044" fmla="*/ 418881 h 942137"/>
                <a:gd name="connsiteX1045" fmla="*/ 74479 w 899217"/>
                <a:gd name="connsiteY1045" fmla="*/ 420294 h 942137"/>
                <a:gd name="connsiteX1046" fmla="*/ 72964 w 899217"/>
                <a:gd name="connsiteY1046" fmla="*/ 422682 h 942137"/>
                <a:gd name="connsiteX1047" fmla="*/ 70373 w 899217"/>
                <a:gd name="connsiteY1047" fmla="*/ 426382 h 942137"/>
                <a:gd name="connsiteX1048" fmla="*/ 66671 w 899217"/>
                <a:gd name="connsiteY1048" fmla="*/ 428132 h 942137"/>
                <a:gd name="connsiteX1049" fmla="*/ 61017 w 899217"/>
                <a:gd name="connsiteY1049" fmla="*/ 431832 h 942137"/>
                <a:gd name="connsiteX1050" fmla="*/ 58426 w 899217"/>
                <a:gd name="connsiteY1050" fmla="*/ 434220 h 942137"/>
                <a:gd name="connsiteX1051" fmla="*/ 56675 w 899217"/>
                <a:gd name="connsiteY1051" fmla="*/ 436172 h 942137"/>
                <a:gd name="connsiteX1052" fmla="*/ 54925 w 899217"/>
                <a:gd name="connsiteY1052" fmla="*/ 439435 h 942137"/>
                <a:gd name="connsiteX1053" fmla="*/ 51223 w 899217"/>
                <a:gd name="connsiteY1053" fmla="*/ 443337 h 942137"/>
                <a:gd name="connsiteX1054" fmla="*/ 47959 w 899217"/>
                <a:gd name="connsiteY1054" fmla="*/ 442900 h 942137"/>
                <a:gd name="connsiteX1055" fmla="*/ 44930 w 899217"/>
                <a:gd name="connsiteY1055" fmla="*/ 439435 h 942137"/>
                <a:gd name="connsiteX1056" fmla="*/ 39714 w 899217"/>
                <a:gd name="connsiteY1056" fmla="*/ 439435 h 942137"/>
                <a:gd name="connsiteX1057" fmla="*/ 36887 w 899217"/>
                <a:gd name="connsiteY1057" fmla="*/ 439435 h 942137"/>
                <a:gd name="connsiteX1058" fmla="*/ 35810 w 899217"/>
                <a:gd name="connsiteY1058" fmla="*/ 440948 h 942137"/>
                <a:gd name="connsiteX1059" fmla="*/ 33622 w 899217"/>
                <a:gd name="connsiteY1059" fmla="*/ 444212 h 942137"/>
                <a:gd name="connsiteX1060" fmla="*/ 30795 w 899217"/>
                <a:gd name="connsiteY1060" fmla="*/ 450065 h 942137"/>
                <a:gd name="connsiteX1061" fmla="*/ 29045 w 899217"/>
                <a:gd name="connsiteY1061" fmla="*/ 453967 h 942137"/>
                <a:gd name="connsiteX1062" fmla="*/ 27093 w 899217"/>
                <a:gd name="connsiteY1062" fmla="*/ 458307 h 942137"/>
                <a:gd name="connsiteX1063" fmla="*/ 25579 w 899217"/>
                <a:gd name="connsiteY1063" fmla="*/ 460897 h 942137"/>
                <a:gd name="connsiteX1064" fmla="*/ 24502 w 899217"/>
                <a:gd name="connsiteY1064" fmla="*/ 463722 h 942137"/>
                <a:gd name="connsiteX1065" fmla="*/ 24939 w 899217"/>
                <a:gd name="connsiteY1065" fmla="*/ 466346 h 942137"/>
                <a:gd name="connsiteX1066" fmla="*/ 24939 w 899217"/>
                <a:gd name="connsiteY1066" fmla="*/ 470921 h 942137"/>
                <a:gd name="connsiteX1067" fmla="*/ 28641 w 899217"/>
                <a:gd name="connsiteY1067" fmla="*/ 477649 h 942137"/>
                <a:gd name="connsiteX1068" fmla="*/ 31670 w 899217"/>
                <a:gd name="connsiteY1068" fmla="*/ 479600 h 942137"/>
                <a:gd name="connsiteX1069" fmla="*/ 29281 w 899217"/>
                <a:gd name="connsiteY1069" fmla="*/ 484175 h 942137"/>
                <a:gd name="connsiteX1070" fmla="*/ 26016 w 899217"/>
                <a:gd name="connsiteY1070" fmla="*/ 484175 h 942137"/>
                <a:gd name="connsiteX1071" fmla="*/ 21035 w 899217"/>
                <a:gd name="connsiteY1071" fmla="*/ 486564 h 942137"/>
                <a:gd name="connsiteX1072" fmla="*/ 17131 w 899217"/>
                <a:gd name="connsiteY1072" fmla="*/ 488078 h 942137"/>
                <a:gd name="connsiteX1073" fmla="*/ 16054 w 899217"/>
                <a:gd name="connsiteY1073" fmla="*/ 488078 h 942137"/>
                <a:gd name="connsiteX1074" fmla="*/ 13026 w 899217"/>
                <a:gd name="connsiteY1074" fmla="*/ 489390 h 942137"/>
                <a:gd name="connsiteX1075" fmla="*/ 11073 w 899217"/>
                <a:gd name="connsiteY1075" fmla="*/ 491340 h 942137"/>
                <a:gd name="connsiteX1076" fmla="*/ 8684 w 899217"/>
                <a:gd name="connsiteY1076" fmla="*/ 493292 h 942137"/>
                <a:gd name="connsiteX1077" fmla="*/ 6497 w 899217"/>
                <a:gd name="connsiteY1077" fmla="*/ 494604 h 942137"/>
                <a:gd name="connsiteX1078" fmla="*/ 3468 w 899217"/>
                <a:gd name="connsiteY1078" fmla="*/ 496790 h 942137"/>
                <a:gd name="connsiteX1079" fmla="*/ 3030 w 899217"/>
                <a:gd name="connsiteY1079" fmla="*/ 498102 h 942137"/>
                <a:gd name="connsiteX1080" fmla="*/ 1280 w 899217"/>
                <a:gd name="connsiteY1080" fmla="*/ 503955 h 942137"/>
                <a:gd name="connsiteX1081" fmla="*/ 1078 w 899217"/>
                <a:gd name="connsiteY1081" fmla="*/ 506781 h 942137"/>
                <a:gd name="connsiteX1082" fmla="*/ 1280 w 899217"/>
                <a:gd name="connsiteY1082" fmla="*/ 510919 h 942137"/>
                <a:gd name="connsiteX1083" fmla="*/ 640 w 899217"/>
                <a:gd name="connsiteY1083" fmla="*/ 513307 h 942137"/>
                <a:gd name="connsiteX1084" fmla="*/ 640 w 899217"/>
                <a:gd name="connsiteY1084" fmla="*/ 519396 h 942137"/>
                <a:gd name="connsiteX1085" fmla="*/ 102 w 899217"/>
                <a:gd name="connsiteY1085" fmla="*/ 521986 h 942137"/>
                <a:gd name="connsiteX1086" fmla="*/ 775 w 899217"/>
                <a:gd name="connsiteY1086" fmla="*/ 523937 h 942137"/>
                <a:gd name="connsiteX1087" fmla="*/ 775 w 899217"/>
                <a:gd name="connsiteY1087" fmla="*/ 529589 h 942137"/>
                <a:gd name="connsiteX1088" fmla="*/ 4982 w 899217"/>
                <a:gd name="connsiteY1088" fmla="*/ 533289 h 942137"/>
                <a:gd name="connsiteX1089" fmla="*/ 12588 w 899217"/>
                <a:gd name="connsiteY1089" fmla="*/ 533289 h 942137"/>
                <a:gd name="connsiteX1090" fmla="*/ 13026 w 899217"/>
                <a:gd name="connsiteY1090" fmla="*/ 536990 h 942137"/>
                <a:gd name="connsiteX1091" fmla="*/ 15213 w 899217"/>
                <a:gd name="connsiteY1091" fmla="*/ 542843 h 942137"/>
                <a:gd name="connsiteX1092" fmla="*/ 14338 w 899217"/>
                <a:gd name="connsiteY1092" fmla="*/ 547182 h 942137"/>
                <a:gd name="connsiteX1093" fmla="*/ 14977 w 899217"/>
                <a:gd name="connsiteY1093" fmla="*/ 551757 h 942137"/>
                <a:gd name="connsiteX1094" fmla="*/ 18444 w 899217"/>
                <a:gd name="connsiteY1094" fmla="*/ 554146 h 942137"/>
                <a:gd name="connsiteX1095" fmla="*/ 22348 w 899217"/>
                <a:gd name="connsiteY1095" fmla="*/ 556097 h 942137"/>
                <a:gd name="connsiteX1096" fmla="*/ 22583 w 899217"/>
                <a:gd name="connsiteY1096" fmla="*/ 558485 h 942137"/>
                <a:gd name="connsiteX1097" fmla="*/ 20194 w 899217"/>
                <a:gd name="connsiteY1097" fmla="*/ 563060 h 942137"/>
                <a:gd name="connsiteX1098" fmla="*/ 17367 w 899217"/>
                <a:gd name="connsiteY1098" fmla="*/ 565886 h 942137"/>
                <a:gd name="connsiteX1099" fmla="*/ 14102 w 899217"/>
                <a:gd name="connsiteY1099" fmla="*/ 566963 h 942137"/>
                <a:gd name="connsiteX1100" fmla="*/ 10636 w 899217"/>
                <a:gd name="connsiteY1100" fmla="*/ 569788 h 942137"/>
                <a:gd name="connsiteX1101" fmla="*/ 8684 w 899217"/>
                <a:gd name="connsiteY1101" fmla="*/ 572412 h 942137"/>
                <a:gd name="connsiteX1102" fmla="*/ 5857 w 899217"/>
                <a:gd name="connsiteY1102" fmla="*/ 575002 h 942137"/>
                <a:gd name="connsiteX1103" fmla="*/ 1078 w 899217"/>
                <a:gd name="connsiteY1103" fmla="*/ 580217 h 942137"/>
                <a:gd name="connsiteX1104" fmla="*/ 1078 w 899217"/>
                <a:gd name="connsiteY1104" fmla="*/ 585868 h 942137"/>
                <a:gd name="connsiteX1105" fmla="*/ 2155 w 899217"/>
                <a:gd name="connsiteY1105" fmla="*/ 588256 h 942137"/>
                <a:gd name="connsiteX1106" fmla="*/ 7371 w 899217"/>
                <a:gd name="connsiteY1106" fmla="*/ 591082 h 942137"/>
                <a:gd name="connsiteX1107" fmla="*/ 15415 w 899217"/>
                <a:gd name="connsiteY1107" fmla="*/ 592394 h 942137"/>
                <a:gd name="connsiteX1108" fmla="*/ 20631 w 899217"/>
                <a:gd name="connsiteY1108" fmla="*/ 592394 h 942137"/>
                <a:gd name="connsiteX1109" fmla="*/ 24098 w 899217"/>
                <a:gd name="connsiteY1109" fmla="*/ 589568 h 942137"/>
                <a:gd name="connsiteX1110" fmla="*/ 28237 w 899217"/>
                <a:gd name="connsiteY1110" fmla="*/ 586945 h 942137"/>
                <a:gd name="connsiteX1111" fmla="*/ 34329 w 899217"/>
                <a:gd name="connsiteY1111" fmla="*/ 585868 h 942137"/>
                <a:gd name="connsiteX1112" fmla="*/ 39343 w 899217"/>
                <a:gd name="connsiteY1112" fmla="*/ 582840 h 942137"/>
                <a:gd name="connsiteX1113" fmla="*/ 48699 w 899217"/>
                <a:gd name="connsiteY1113" fmla="*/ 581091 h 942137"/>
                <a:gd name="connsiteX1114" fmla="*/ 54791 w 899217"/>
                <a:gd name="connsiteY1114" fmla="*/ 577391 h 942137"/>
                <a:gd name="connsiteX1115" fmla="*/ 61522 w 899217"/>
                <a:gd name="connsiteY1115" fmla="*/ 577189 h 942137"/>
                <a:gd name="connsiteX1116" fmla="*/ 69363 w 899217"/>
                <a:gd name="connsiteY1116" fmla="*/ 578064 h 942137"/>
                <a:gd name="connsiteX1117" fmla="*/ 76767 w 899217"/>
                <a:gd name="connsiteY1117" fmla="*/ 578064 h 942137"/>
                <a:gd name="connsiteX1118" fmla="*/ 81546 w 899217"/>
                <a:gd name="connsiteY1118" fmla="*/ 576112 h 942137"/>
                <a:gd name="connsiteX1119" fmla="*/ 86763 w 899217"/>
                <a:gd name="connsiteY1119" fmla="*/ 571537 h 942137"/>
                <a:gd name="connsiteX1120" fmla="*/ 93729 w 899217"/>
                <a:gd name="connsiteY1120" fmla="*/ 569788 h 942137"/>
                <a:gd name="connsiteX1121" fmla="*/ 98946 w 899217"/>
                <a:gd name="connsiteY1121" fmla="*/ 569788 h 942137"/>
                <a:gd name="connsiteX1122" fmla="*/ 100023 w 899217"/>
                <a:gd name="connsiteY1122" fmla="*/ 571639 h 942137"/>
                <a:gd name="connsiteX1123" fmla="*/ 103489 w 899217"/>
                <a:gd name="connsiteY1123" fmla="*/ 576953 h 942137"/>
                <a:gd name="connsiteX1124" fmla="*/ 106955 w 899217"/>
                <a:gd name="connsiteY1124" fmla="*/ 579981 h 942137"/>
                <a:gd name="connsiteX1125" fmla="*/ 111869 w 899217"/>
                <a:gd name="connsiteY1125" fmla="*/ 577593 h 942137"/>
                <a:gd name="connsiteX1126" fmla="*/ 119138 w 899217"/>
                <a:gd name="connsiteY1126" fmla="*/ 574565 h 942137"/>
                <a:gd name="connsiteX1127" fmla="*/ 124792 w 899217"/>
                <a:gd name="connsiteY1127" fmla="*/ 574565 h 942137"/>
                <a:gd name="connsiteX1128" fmla="*/ 128259 w 899217"/>
                <a:gd name="connsiteY1128" fmla="*/ 574565 h 942137"/>
                <a:gd name="connsiteX1129" fmla="*/ 132600 w 899217"/>
                <a:gd name="connsiteY1129" fmla="*/ 576314 h 942137"/>
                <a:gd name="connsiteX1130" fmla="*/ 133240 w 899217"/>
                <a:gd name="connsiteY1130" fmla="*/ 579376 h 942137"/>
                <a:gd name="connsiteX1131" fmla="*/ 130413 w 899217"/>
                <a:gd name="connsiteY1131" fmla="*/ 582639 h 942137"/>
                <a:gd name="connsiteX1132" fmla="*/ 126273 w 899217"/>
                <a:gd name="connsiteY1132" fmla="*/ 587415 h 942137"/>
                <a:gd name="connsiteX1133" fmla="*/ 123244 w 899217"/>
                <a:gd name="connsiteY1133" fmla="*/ 588929 h 942137"/>
                <a:gd name="connsiteX1134" fmla="*/ 119542 w 899217"/>
                <a:gd name="connsiteY1134" fmla="*/ 591519 h 942137"/>
                <a:gd name="connsiteX1135" fmla="*/ 114965 w 899217"/>
                <a:gd name="connsiteY1135" fmla="*/ 593471 h 942137"/>
                <a:gd name="connsiteX1136" fmla="*/ 111835 w 899217"/>
                <a:gd name="connsiteY1136" fmla="*/ 596296 h 942137"/>
                <a:gd name="connsiteX1137" fmla="*/ 111936 w 899217"/>
                <a:gd name="connsiteY1137" fmla="*/ 599997 h 942137"/>
                <a:gd name="connsiteX1138" fmla="*/ 111936 w 899217"/>
                <a:gd name="connsiteY1138" fmla="*/ 608911 h 942137"/>
                <a:gd name="connsiteX1139" fmla="*/ 111936 w 899217"/>
                <a:gd name="connsiteY1139" fmla="*/ 612376 h 942137"/>
                <a:gd name="connsiteX1140" fmla="*/ 114561 w 899217"/>
                <a:gd name="connsiteY1140" fmla="*/ 616716 h 942137"/>
                <a:gd name="connsiteX1141" fmla="*/ 116076 w 899217"/>
                <a:gd name="connsiteY1141" fmla="*/ 616716 h 942137"/>
                <a:gd name="connsiteX1142" fmla="*/ 120215 w 899217"/>
                <a:gd name="connsiteY1142" fmla="*/ 619440 h 942137"/>
                <a:gd name="connsiteX1143" fmla="*/ 123682 w 899217"/>
                <a:gd name="connsiteY1143" fmla="*/ 624554 h 942137"/>
                <a:gd name="connsiteX1144" fmla="*/ 127148 w 899217"/>
                <a:gd name="connsiteY1144" fmla="*/ 627817 h 942137"/>
                <a:gd name="connsiteX1145" fmla="*/ 126509 w 899217"/>
                <a:gd name="connsiteY1145" fmla="*/ 633031 h 942137"/>
                <a:gd name="connsiteX1146" fmla="*/ 125533 w 899217"/>
                <a:gd name="connsiteY1146" fmla="*/ 640734 h 942137"/>
                <a:gd name="connsiteX1147" fmla="*/ 124994 w 899217"/>
                <a:gd name="connsiteY1147" fmla="*/ 642248 h 942137"/>
                <a:gd name="connsiteX1148" fmla="*/ 123581 w 899217"/>
                <a:gd name="connsiteY1148" fmla="*/ 644737 h 942137"/>
                <a:gd name="connsiteX1149" fmla="*/ 122369 w 899217"/>
                <a:gd name="connsiteY1149" fmla="*/ 647126 h 942137"/>
                <a:gd name="connsiteX1150" fmla="*/ 122369 w 899217"/>
                <a:gd name="connsiteY1150" fmla="*/ 650288 h 942137"/>
                <a:gd name="connsiteX1151" fmla="*/ 124052 w 899217"/>
                <a:gd name="connsiteY1151" fmla="*/ 654527 h 942137"/>
                <a:gd name="connsiteX1152" fmla="*/ 126172 w 899217"/>
                <a:gd name="connsiteY1152" fmla="*/ 657891 h 942137"/>
                <a:gd name="connsiteX1153" fmla="*/ 129100 w 899217"/>
                <a:gd name="connsiteY1153" fmla="*/ 660615 h 942137"/>
                <a:gd name="connsiteX1154" fmla="*/ 128663 w 899217"/>
                <a:gd name="connsiteY1154" fmla="*/ 663542 h 942137"/>
                <a:gd name="connsiteX1155" fmla="*/ 125196 w 899217"/>
                <a:gd name="connsiteY1155" fmla="*/ 664517 h 942137"/>
                <a:gd name="connsiteX1156" fmla="*/ 125196 w 899217"/>
                <a:gd name="connsiteY1156" fmla="*/ 666367 h 942137"/>
                <a:gd name="connsiteX1157" fmla="*/ 128461 w 899217"/>
                <a:gd name="connsiteY1157" fmla="*/ 667141 h 942137"/>
                <a:gd name="connsiteX1158" fmla="*/ 133139 w 899217"/>
                <a:gd name="connsiteY1158" fmla="*/ 667141 h 942137"/>
                <a:gd name="connsiteX1159" fmla="*/ 134350 w 899217"/>
                <a:gd name="connsiteY1159" fmla="*/ 668049 h 942137"/>
                <a:gd name="connsiteX1160" fmla="*/ 134115 w 899217"/>
                <a:gd name="connsiteY1160" fmla="*/ 669294 h 942137"/>
                <a:gd name="connsiteX1161" fmla="*/ 133139 w 899217"/>
                <a:gd name="connsiteY1161" fmla="*/ 670808 h 942137"/>
                <a:gd name="connsiteX1162" fmla="*/ 131826 w 899217"/>
                <a:gd name="connsiteY1162" fmla="*/ 672221 h 942137"/>
                <a:gd name="connsiteX1163" fmla="*/ 129975 w 899217"/>
                <a:gd name="connsiteY1163" fmla="*/ 673196 h 942137"/>
                <a:gd name="connsiteX1164" fmla="*/ 127350 w 899217"/>
                <a:gd name="connsiteY1164" fmla="*/ 674811 h 942137"/>
                <a:gd name="connsiteX1165" fmla="*/ 128124 w 899217"/>
                <a:gd name="connsiteY1165" fmla="*/ 676998 h 942137"/>
                <a:gd name="connsiteX1166" fmla="*/ 131052 w 899217"/>
                <a:gd name="connsiteY1166" fmla="*/ 678411 h 942137"/>
                <a:gd name="connsiteX1167" fmla="*/ 131052 w 899217"/>
                <a:gd name="connsiteY1167" fmla="*/ 679924 h 942137"/>
                <a:gd name="connsiteX1168" fmla="*/ 128865 w 899217"/>
                <a:gd name="connsiteY1168" fmla="*/ 680698 h 942137"/>
                <a:gd name="connsiteX1169" fmla="*/ 128091 w 899217"/>
                <a:gd name="connsiteY1169" fmla="*/ 682010 h 942137"/>
                <a:gd name="connsiteX1170" fmla="*/ 126340 w 899217"/>
                <a:gd name="connsiteY1170" fmla="*/ 685038 h 942137"/>
                <a:gd name="connsiteX1171" fmla="*/ 127114 w 899217"/>
                <a:gd name="connsiteY1171" fmla="*/ 687964 h 942137"/>
                <a:gd name="connsiteX1172" fmla="*/ 130715 w 899217"/>
                <a:gd name="connsiteY1172" fmla="*/ 688503 h 942137"/>
                <a:gd name="connsiteX1173" fmla="*/ 137884 w 899217"/>
                <a:gd name="connsiteY1173" fmla="*/ 689579 h 942137"/>
                <a:gd name="connsiteX1174" fmla="*/ 141249 w 899217"/>
                <a:gd name="connsiteY1174" fmla="*/ 692203 h 942137"/>
                <a:gd name="connsiteX1175" fmla="*/ 145288 w 899217"/>
                <a:gd name="connsiteY1175" fmla="*/ 693817 h 942137"/>
                <a:gd name="connsiteX1176" fmla="*/ 151144 w 899217"/>
                <a:gd name="connsiteY1176" fmla="*/ 694793 h 942137"/>
                <a:gd name="connsiteX1177" fmla="*/ 155182 w 899217"/>
                <a:gd name="connsiteY1177" fmla="*/ 696441 h 942137"/>
                <a:gd name="connsiteX1178" fmla="*/ 166255 w 899217"/>
                <a:gd name="connsiteY1178" fmla="*/ 698830 h 942137"/>
                <a:gd name="connsiteX1179" fmla="*/ 168745 w 899217"/>
                <a:gd name="connsiteY1179" fmla="*/ 699469 h 942137"/>
                <a:gd name="connsiteX1180" fmla="*/ 176452 w 899217"/>
                <a:gd name="connsiteY1180" fmla="*/ 701218 h 942137"/>
                <a:gd name="connsiteX1181" fmla="*/ 183856 w 899217"/>
                <a:gd name="connsiteY1181" fmla="*/ 701857 h 942137"/>
                <a:gd name="connsiteX1182" fmla="*/ 189712 w 899217"/>
                <a:gd name="connsiteY1182" fmla="*/ 702497 h 942137"/>
                <a:gd name="connsiteX1183" fmla="*/ 191126 w 899217"/>
                <a:gd name="connsiteY1183" fmla="*/ 705659 h 942137"/>
                <a:gd name="connsiteX1184" fmla="*/ 190149 w 899217"/>
                <a:gd name="connsiteY1184" fmla="*/ 711411 h 942137"/>
                <a:gd name="connsiteX1185" fmla="*/ 190149 w 899217"/>
                <a:gd name="connsiteY1185" fmla="*/ 713699 h 942137"/>
                <a:gd name="connsiteX1186" fmla="*/ 189611 w 899217"/>
                <a:gd name="connsiteY1186" fmla="*/ 717164 h 942137"/>
                <a:gd name="connsiteX1187" fmla="*/ 187996 w 899217"/>
                <a:gd name="connsiteY1187" fmla="*/ 718375 h 942137"/>
                <a:gd name="connsiteX1188" fmla="*/ 184630 w 899217"/>
                <a:gd name="connsiteY1188" fmla="*/ 720662 h 942137"/>
                <a:gd name="connsiteX1189" fmla="*/ 180053 w 899217"/>
                <a:gd name="connsiteY1189" fmla="*/ 722815 h 942137"/>
                <a:gd name="connsiteX1190" fmla="*/ 176452 w 899217"/>
                <a:gd name="connsiteY1190" fmla="*/ 725842 h 942137"/>
                <a:gd name="connsiteX1191" fmla="*/ 172986 w 899217"/>
                <a:gd name="connsiteY1191" fmla="*/ 728668 h 942137"/>
                <a:gd name="connsiteX1192" fmla="*/ 171774 w 899217"/>
                <a:gd name="connsiteY1192" fmla="*/ 730518 h 942137"/>
                <a:gd name="connsiteX1193" fmla="*/ 169587 w 899217"/>
                <a:gd name="connsiteY1193" fmla="*/ 734421 h 942137"/>
                <a:gd name="connsiteX1194" fmla="*/ 168173 w 899217"/>
                <a:gd name="connsiteY1194" fmla="*/ 736910 h 942137"/>
                <a:gd name="connsiteX1195" fmla="*/ 166962 w 899217"/>
                <a:gd name="connsiteY1195" fmla="*/ 740072 h 942137"/>
                <a:gd name="connsiteX1196" fmla="*/ 166086 w 899217"/>
                <a:gd name="connsiteY1196" fmla="*/ 742561 h 942137"/>
                <a:gd name="connsiteX1197" fmla="*/ 165750 w 899217"/>
                <a:gd name="connsiteY1197" fmla="*/ 744613 h 942137"/>
                <a:gd name="connsiteX1198" fmla="*/ 168476 w 899217"/>
                <a:gd name="connsiteY1198" fmla="*/ 747338 h 942137"/>
                <a:gd name="connsiteX1199" fmla="*/ 169014 w 899217"/>
                <a:gd name="connsiteY1199" fmla="*/ 748953 h 942137"/>
                <a:gd name="connsiteX1200" fmla="*/ 169351 w 899217"/>
                <a:gd name="connsiteY1200" fmla="*/ 751341 h 942137"/>
                <a:gd name="connsiteX1201" fmla="*/ 169149 w 899217"/>
                <a:gd name="connsiteY1201" fmla="*/ 753528 h 942137"/>
                <a:gd name="connsiteX1202" fmla="*/ 168072 w 899217"/>
                <a:gd name="connsiteY1202" fmla="*/ 754840 h 942137"/>
                <a:gd name="connsiteX1203" fmla="*/ 167971 w 899217"/>
                <a:gd name="connsiteY1203" fmla="*/ 757464 h 942137"/>
                <a:gd name="connsiteX1204" fmla="*/ 166995 w 899217"/>
                <a:gd name="connsiteY1204" fmla="*/ 761500 h 942137"/>
                <a:gd name="connsiteX1205" fmla="*/ 164808 w 899217"/>
                <a:gd name="connsiteY1205" fmla="*/ 765941 h 942137"/>
                <a:gd name="connsiteX1206" fmla="*/ 162620 w 899217"/>
                <a:gd name="connsiteY1206" fmla="*/ 771592 h 942137"/>
                <a:gd name="connsiteX1207" fmla="*/ 160130 w 899217"/>
                <a:gd name="connsiteY1207" fmla="*/ 773644 h 942137"/>
                <a:gd name="connsiteX1208" fmla="*/ 157538 w 899217"/>
                <a:gd name="connsiteY1208" fmla="*/ 775596 h 942137"/>
                <a:gd name="connsiteX1209" fmla="*/ 155923 w 899217"/>
                <a:gd name="connsiteY1209" fmla="*/ 778085 h 942137"/>
                <a:gd name="connsiteX1210" fmla="*/ 153971 w 899217"/>
                <a:gd name="connsiteY1210" fmla="*/ 780810 h 942137"/>
                <a:gd name="connsiteX1211" fmla="*/ 153668 w 899217"/>
                <a:gd name="connsiteY1211" fmla="*/ 784376 h 942137"/>
                <a:gd name="connsiteX1212" fmla="*/ 153668 w 899217"/>
                <a:gd name="connsiteY1212" fmla="*/ 786562 h 942137"/>
                <a:gd name="connsiteX1213" fmla="*/ 152086 w 899217"/>
                <a:gd name="connsiteY1213" fmla="*/ 788849 h 942137"/>
                <a:gd name="connsiteX1214" fmla="*/ 150605 w 899217"/>
                <a:gd name="connsiteY1214" fmla="*/ 791137 h 942137"/>
                <a:gd name="connsiteX1215" fmla="*/ 147879 w 899217"/>
                <a:gd name="connsiteY1215" fmla="*/ 792886 h 942137"/>
                <a:gd name="connsiteX1216" fmla="*/ 144716 w 899217"/>
                <a:gd name="connsiteY1216" fmla="*/ 795073 h 942137"/>
                <a:gd name="connsiteX1217" fmla="*/ 142596 w 899217"/>
                <a:gd name="connsiteY1217" fmla="*/ 797798 h 942137"/>
                <a:gd name="connsiteX1218" fmla="*/ 142663 w 899217"/>
                <a:gd name="connsiteY1218" fmla="*/ 801263 h 942137"/>
                <a:gd name="connsiteX1219" fmla="*/ 142663 w 899217"/>
                <a:gd name="connsiteY1219" fmla="*/ 803012 h 942137"/>
                <a:gd name="connsiteX1220" fmla="*/ 145826 w 899217"/>
                <a:gd name="connsiteY1220" fmla="*/ 806174 h 942137"/>
                <a:gd name="connsiteX1221" fmla="*/ 150504 w 899217"/>
                <a:gd name="connsiteY1221" fmla="*/ 809202 h 942137"/>
                <a:gd name="connsiteX1222" fmla="*/ 157134 w 899217"/>
                <a:gd name="connsiteY1222" fmla="*/ 809975 h 942137"/>
                <a:gd name="connsiteX1223" fmla="*/ 169519 w 899217"/>
                <a:gd name="connsiteY1223" fmla="*/ 810312 h 942137"/>
                <a:gd name="connsiteX1224" fmla="*/ 177361 w 899217"/>
                <a:gd name="connsiteY1224" fmla="*/ 810850 h 942137"/>
                <a:gd name="connsiteX1225" fmla="*/ 185404 w 899217"/>
                <a:gd name="connsiteY1225" fmla="*/ 811624 h 942137"/>
                <a:gd name="connsiteX1226" fmla="*/ 191159 w 899217"/>
                <a:gd name="connsiteY1226" fmla="*/ 813810 h 942137"/>
                <a:gd name="connsiteX1227" fmla="*/ 195736 w 899217"/>
                <a:gd name="connsiteY1227" fmla="*/ 817813 h 942137"/>
                <a:gd name="connsiteX1228" fmla="*/ 201592 w 899217"/>
                <a:gd name="connsiteY1228" fmla="*/ 819764 h 942137"/>
                <a:gd name="connsiteX1229" fmla="*/ 205496 w 899217"/>
                <a:gd name="connsiteY1229" fmla="*/ 820101 h 942137"/>
                <a:gd name="connsiteX1230" fmla="*/ 207986 w 899217"/>
                <a:gd name="connsiteY1230" fmla="*/ 821715 h 942137"/>
                <a:gd name="connsiteX1231" fmla="*/ 212126 w 899217"/>
                <a:gd name="connsiteY1231" fmla="*/ 824205 h 942137"/>
                <a:gd name="connsiteX1232" fmla="*/ 216467 w 899217"/>
                <a:gd name="connsiteY1232" fmla="*/ 824978 h 942137"/>
                <a:gd name="connsiteX1233" fmla="*/ 220607 w 899217"/>
                <a:gd name="connsiteY1233" fmla="*/ 823566 h 942137"/>
                <a:gd name="connsiteX1234" fmla="*/ 225722 w 899217"/>
                <a:gd name="connsiteY1234" fmla="*/ 823566 h 942137"/>
                <a:gd name="connsiteX1235" fmla="*/ 228987 w 899217"/>
                <a:gd name="connsiteY1235" fmla="*/ 823498 h 942137"/>
                <a:gd name="connsiteX1236" fmla="*/ 230501 w 899217"/>
                <a:gd name="connsiteY1236" fmla="*/ 826021 h 942137"/>
                <a:gd name="connsiteX1237" fmla="*/ 230602 w 899217"/>
                <a:gd name="connsiteY1237" fmla="*/ 828342 h 942137"/>
                <a:gd name="connsiteX1238" fmla="*/ 230064 w 899217"/>
                <a:gd name="connsiteY1238" fmla="*/ 830193 h 942137"/>
                <a:gd name="connsiteX1239" fmla="*/ 228751 w 899217"/>
                <a:gd name="connsiteY1239" fmla="*/ 832144 h 942137"/>
                <a:gd name="connsiteX1240" fmla="*/ 228314 w 899217"/>
                <a:gd name="connsiteY1240" fmla="*/ 832917 h 942137"/>
                <a:gd name="connsiteX1241" fmla="*/ 227001 w 899217"/>
                <a:gd name="connsiteY1241" fmla="*/ 835844 h 942137"/>
                <a:gd name="connsiteX1242" fmla="*/ 226126 w 899217"/>
                <a:gd name="connsiteY1242" fmla="*/ 839208 h 942137"/>
                <a:gd name="connsiteX1243" fmla="*/ 224915 w 899217"/>
                <a:gd name="connsiteY1243" fmla="*/ 841832 h 942137"/>
                <a:gd name="connsiteX1244" fmla="*/ 224915 w 899217"/>
                <a:gd name="connsiteY1244" fmla="*/ 845196 h 942137"/>
                <a:gd name="connsiteX1245" fmla="*/ 224915 w 899217"/>
                <a:gd name="connsiteY1245" fmla="*/ 849233 h 942137"/>
                <a:gd name="connsiteX1246" fmla="*/ 224040 w 899217"/>
                <a:gd name="connsiteY1246" fmla="*/ 853707 h 942137"/>
                <a:gd name="connsiteX1247" fmla="*/ 222189 w 899217"/>
                <a:gd name="connsiteY1247" fmla="*/ 855893 h 942137"/>
                <a:gd name="connsiteX1248" fmla="*/ 222189 w 899217"/>
                <a:gd name="connsiteY1248" fmla="*/ 858080 h 942137"/>
                <a:gd name="connsiteX1249" fmla="*/ 223400 w 899217"/>
                <a:gd name="connsiteY1249" fmla="*/ 860266 h 942137"/>
                <a:gd name="connsiteX1250" fmla="*/ 225891 w 899217"/>
                <a:gd name="connsiteY1250" fmla="*/ 863429 h 942137"/>
                <a:gd name="connsiteX1251" fmla="*/ 226968 w 899217"/>
                <a:gd name="connsiteY1251" fmla="*/ 865279 h 942137"/>
                <a:gd name="connsiteX1252" fmla="*/ 229256 w 899217"/>
                <a:gd name="connsiteY1252" fmla="*/ 867129 h 942137"/>
                <a:gd name="connsiteX1253" fmla="*/ 232857 w 899217"/>
                <a:gd name="connsiteY1253" fmla="*/ 867129 h 942137"/>
                <a:gd name="connsiteX1254" fmla="*/ 234910 w 899217"/>
                <a:gd name="connsiteY1254" fmla="*/ 866961 h 942137"/>
                <a:gd name="connsiteX1255" fmla="*/ 237401 w 899217"/>
                <a:gd name="connsiteY1255" fmla="*/ 866591 h 942137"/>
                <a:gd name="connsiteX1256" fmla="*/ 240227 w 899217"/>
                <a:gd name="connsiteY1256" fmla="*/ 867566 h 942137"/>
                <a:gd name="connsiteX1257" fmla="*/ 241978 w 899217"/>
                <a:gd name="connsiteY1257" fmla="*/ 868979 h 942137"/>
                <a:gd name="connsiteX1258" fmla="*/ 242617 w 899217"/>
                <a:gd name="connsiteY1258" fmla="*/ 870392 h 942137"/>
                <a:gd name="connsiteX1259" fmla="*/ 242819 w 899217"/>
                <a:gd name="connsiteY1259" fmla="*/ 873117 h 942137"/>
                <a:gd name="connsiteX1260" fmla="*/ 242617 w 899217"/>
                <a:gd name="connsiteY1260" fmla="*/ 874328 h 942137"/>
                <a:gd name="connsiteX1261" fmla="*/ 241204 w 899217"/>
                <a:gd name="connsiteY1261" fmla="*/ 877389 h 942137"/>
                <a:gd name="connsiteX1262" fmla="*/ 241338 w 899217"/>
                <a:gd name="connsiteY1262" fmla="*/ 879138 h 942137"/>
                <a:gd name="connsiteX1263" fmla="*/ 241338 w 899217"/>
                <a:gd name="connsiteY1263" fmla="*/ 883377 h 942137"/>
                <a:gd name="connsiteX1264" fmla="*/ 241338 w 899217"/>
                <a:gd name="connsiteY1264" fmla="*/ 885664 h 942137"/>
                <a:gd name="connsiteX1265" fmla="*/ 242213 w 899217"/>
                <a:gd name="connsiteY1265" fmla="*/ 887313 h 942137"/>
                <a:gd name="connsiteX1266" fmla="*/ 244704 w 899217"/>
                <a:gd name="connsiteY1266" fmla="*/ 890576 h 942137"/>
                <a:gd name="connsiteX1267" fmla="*/ 246992 w 899217"/>
                <a:gd name="connsiteY1267" fmla="*/ 890138 h 942137"/>
                <a:gd name="connsiteX1268" fmla="*/ 249382 w 899217"/>
                <a:gd name="connsiteY1268" fmla="*/ 888288 h 942137"/>
                <a:gd name="connsiteX1269" fmla="*/ 253959 w 899217"/>
                <a:gd name="connsiteY1269" fmla="*/ 887851 h 942137"/>
                <a:gd name="connsiteX1270" fmla="*/ 257324 w 899217"/>
                <a:gd name="connsiteY1270" fmla="*/ 889499 h 942137"/>
                <a:gd name="connsiteX1271" fmla="*/ 260589 w 899217"/>
                <a:gd name="connsiteY1271" fmla="*/ 888826 h 942137"/>
                <a:gd name="connsiteX1272" fmla="*/ 262540 w 899217"/>
                <a:gd name="connsiteY1272" fmla="*/ 885025 h 942137"/>
                <a:gd name="connsiteX1273" fmla="*/ 271459 w 899217"/>
                <a:gd name="connsiteY1273" fmla="*/ 884588 h 942137"/>
                <a:gd name="connsiteX1274" fmla="*/ 275700 w 899217"/>
                <a:gd name="connsiteY1274" fmla="*/ 887615 h 942137"/>
                <a:gd name="connsiteX1275" fmla="*/ 281454 w 899217"/>
                <a:gd name="connsiteY1275" fmla="*/ 891753 h 942137"/>
                <a:gd name="connsiteX1276" fmla="*/ 285897 w 899217"/>
                <a:gd name="connsiteY1276" fmla="*/ 892628 h 942137"/>
                <a:gd name="connsiteX1277" fmla="*/ 292089 w 899217"/>
                <a:gd name="connsiteY1277" fmla="*/ 892729 h 942137"/>
                <a:gd name="connsiteX1278" fmla="*/ 299157 w 899217"/>
                <a:gd name="connsiteY1278" fmla="*/ 890239 h 942137"/>
                <a:gd name="connsiteX1279" fmla="*/ 304272 w 899217"/>
                <a:gd name="connsiteY1279" fmla="*/ 886875 h 942137"/>
                <a:gd name="connsiteX1280" fmla="*/ 310902 w 899217"/>
                <a:gd name="connsiteY1280" fmla="*/ 882435 h 942137"/>
                <a:gd name="connsiteX1281" fmla="*/ 319854 w 899217"/>
                <a:gd name="connsiteY1281" fmla="*/ 875270 h 942137"/>
                <a:gd name="connsiteX1282" fmla="*/ 326080 w 899217"/>
                <a:gd name="connsiteY1282" fmla="*/ 871199 h 942137"/>
                <a:gd name="connsiteX1283" fmla="*/ 334191 w 899217"/>
                <a:gd name="connsiteY1283" fmla="*/ 869383 h 942137"/>
                <a:gd name="connsiteX1284" fmla="*/ 340922 w 899217"/>
                <a:gd name="connsiteY1284" fmla="*/ 867936 h 942137"/>
                <a:gd name="connsiteX1285" fmla="*/ 343682 w 899217"/>
                <a:gd name="connsiteY1285" fmla="*/ 864606 h 942137"/>
                <a:gd name="connsiteX1286" fmla="*/ 348091 w 899217"/>
                <a:gd name="connsiteY1286" fmla="*/ 861343 h 942137"/>
                <a:gd name="connsiteX1287" fmla="*/ 352230 w 899217"/>
                <a:gd name="connsiteY1287" fmla="*/ 859325 h 942137"/>
                <a:gd name="connsiteX1288" fmla="*/ 354418 w 899217"/>
                <a:gd name="connsiteY1288" fmla="*/ 859392 h 942137"/>
                <a:gd name="connsiteX1289" fmla="*/ 355865 w 899217"/>
                <a:gd name="connsiteY1289" fmla="*/ 859762 h 942137"/>
                <a:gd name="connsiteX1290" fmla="*/ 356504 w 899217"/>
                <a:gd name="connsiteY1290" fmla="*/ 861646 h 942137"/>
                <a:gd name="connsiteX1291" fmla="*/ 355562 w 899217"/>
                <a:gd name="connsiteY1291" fmla="*/ 864539 h 942137"/>
                <a:gd name="connsiteX1292" fmla="*/ 354552 w 899217"/>
                <a:gd name="connsiteY1292" fmla="*/ 866355 h 942137"/>
                <a:gd name="connsiteX1293" fmla="*/ 353374 w 899217"/>
                <a:gd name="connsiteY1293" fmla="*/ 867230 h 942137"/>
                <a:gd name="connsiteX1294" fmla="*/ 351557 w 899217"/>
                <a:gd name="connsiteY1294" fmla="*/ 869753 h 942137"/>
                <a:gd name="connsiteX1295" fmla="*/ 351119 w 899217"/>
                <a:gd name="connsiteY1295" fmla="*/ 870930 h 942137"/>
                <a:gd name="connsiteX1296" fmla="*/ 352869 w 899217"/>
                <a:gd name="connsiteY1296" fmla="*/ 873319 h 942137"/>
                <a:gd name="connsiteX1297" fmla="*/ 354620 w 899217"/>
                <a:gd name="connsiteY1297" fmla="*/ 874193 h 942137"/>
                <a:gd name="connsiteX1298" fmla="*/ 354047 w 899217"/>
                <a:gd name="connsiteY1298" fmla="*/ 877221 h 942137"/>
                <a:gd name="connsiteX1299" fmla="*/ 351018 w 899217"/>
                <a:gd name="connsiteY1299" fmla="*/ 880114 h 942137"/>
                <a:gd name="connsiteX1300" fmla="*/ 350143 w 899217"/>
                <a:gd name="connsiteY1300" fmla="*/ 883747 h 942137"/>
                <a:gd name="connsiteX1301" fmla="*/ 350143 w 899217"/>
                <a:gd name="connsiteY1301" fmla="*/ 888255 h 942137"/>
                <a:gd name="connsiteX1302" fmla="*/ 354215 w 899217"/>
                <a:gd name="connsiteY1302" fmla="*/ 890273 h 942137"/>
                <a:gd name="connsiteX1303" fmla="*/ 353913 w 899217"/>
                <a:gd name="connsiteY1303" fmla="*/ 892729 h 942137"/>
                <a:gd name="connsiteX1304" fmla="*/ 353038 w 899217"/>
                <a:gd name="connsiteY1304" fmla="*/ 895622 h 942137"/>
                <a:gd name="connsiteX1305" fmla="*/ 350446 w 899217"/>
                <a:gd name="connsiteY1305" fmla="*/ 897808 h 942137"/>
                <a:gd name="connsiteX1306" fmla="*/ 348124 w 899217"/>
                <a:gd name="connsiteY1306" fmla="*/ 899389 h 942137"/>
                <a:gd name="connsiteX1307" fmla="*/ 351153 w 899217"/>
                <a:gd name="connsiteY1307" fmla="*/ 902148 h 942137"/>
                <a:gd name="connsiteX1308" fmla="*/ 353610 w 899217"/>
                <a:gd name="connsiteY1308" fmla="*/ 904604 h 942137"/>
                <a:gd name="connsiteX1309" fmla="*/ 353610 w 899217"/>
                <a:gd name="connsiteY1309" fmla="*/ 908943 h 942137"/>
                <a:gd name="connsiteX1310" fmla="*/ 354990 w 899217"/>
                <a:gd name="connsiteY1310" fmla="*/ 914023 h 942137"/>
                <a:gd name="connsiteX1311" fmla="*/ 355360 w 899217"/>
                <a:gd name="connsiteY1311" fmla="*/ 917925 h 942137"/>
                <a:gd name="connsiteX1312" fmla="*/ 356807 w 899217"/>
                <a:gd name="connsiteY1312" fmla="*/ 925023 h 942137"/>
                <a:gd name="connsiteX1313" fmla="*/ 358557 w 899217"/>
                <a:gd name="connsiteY1313" fmla="*/ 928925 h 942137"/>
                <a:gd name="connsiteX1314" fmla="*/ 362192 w 899217"/>
                <a:gd name="connsiteY1314" fmla="*/ 932255 h 942137"/>
                <a:gd name="connsiteX1315" fmla="*/ 365524 w 899217"/>
                <a:gd name="connsiteY1315" fmla="*/ 932962 h 942137"/>
                <a:gd name="connsiteX1316" fmla="*/ 369427 w 899217"/>
                <a:gd name="connsiteY1316" fmla="*/ 933096 h 942137"/>
                <a:gd name="connsiteX1317" fmla="*/ 372759 w 899217"/>
                <a:gd name="connsiteY1317" fmla="*/ 931650 h 942137"/>
                <a:gd name="connsiteX1318" fmla="*/ 375216 w 899217"/>
                <a:gd name="connsiteY1318" fmla="*/ 928622 h 942137"/>
                <a:gd name="connsiteX1319" fmla="*/ 378851 w 899217"/>
                <a:gd name="connsiteY1319" fmla="*/ 926301 h 942137"/>
                <a:gd name="connsiteX1320" fmla="*/ 384067 w 899217"/>
                <a:gd name="connsiteY1320" fmla="*/ 926301 h 942137"/>
                <a:gd name="connsiteX1321" fmla="*/ 390596 w 899217"/>
                <a:gd name="connsiteY1321" fmla="*/ 926873 h 942137"/>
                <a:gd name="connsiteX1322" fmla="*/ 395947 w 899217"/>
                <a:gd name="connsiteY1322" fmla="*/ 931078 h 942137"/>
                <a:gd name="connsiteX1323" fmla="*/ 399582 w 899217"/>
                <a:gd name="connsiteY1323" fmla="*/ 935552 h 942137"/>
                <a:gd name="connsiteX1324" fmla="*/ 406549 w 899217"/>
                <a:gd name="connsiteY1324" fmla="*/ 941943 h 942137"/>
                <a:gd name="connsiteX1325" fmla="*/ 409140 w 899217"/>
                <a:gd name="connsiteY1325" fmla="*/ 941943 h 942137"/>
                <a:gd name="connsiteX1326" fmla="*/ 410722 w 899217"/>
                <a:gd name="connsiteY1326" fmla="*/ 939488 h 942137"/>
                <a:gd name="connsiteX1327" fmla="*/ 413178 w 899217"/>
                <a:gd name="connsiteY1327" fmla="*/ 937907 h 942137"/>
                <a:gd name="connsiteX1328" fmla="*/ 416207 w 899217"/>
                <a:gd name="connsiteY1328" fmla="*/ 937907 h 942137"/>
                <a:gd name="connsiteX1329" fmla="*/ 418832 w 899217"/>
                <a:gd name="connsiteY1329" fmla="*/ 934577 h 942137"/>
                <a:gd name="connsiteX1330" fmla="*/ 419405 w 899217"/>
                <a:gd name="connsiteY1330" fmla="*/ 931381 h 942137"/>
                <a:gd name="connsiteX1331" fmla="*/ 417520 w 899217"/>
                <a:gd name="connsiteY1331" fmla="*/ 927479 h 942137"/>
                <a:gd name="connsiteX1332" fmla="*/ 414626 w 899217"/>
                <a:gd name="connsiteY1332" fmla="*/ 924585 h 942137"/>
                <a:gd name="connsiteX1333" fmla="*/ 412169 w 899217"/>
                <a:gd name="connsiteY1333" fmla="*/ 922399 h 942137"/>
                <a:gd name="connsiteX1334" fmla="*/ 411731 w 899217"/>
                <a:gd name="connsiteY1334" fmla="*/ 916747 h 942137"/>
                <a:gd name="connsiteX1335" fmla="*/ 411866 w 899217"/>
                <a:gd name="connsiteY1335" fmla="*/ 912105 h 942137"/>
                <a:gd name="connsiteX1336" fmla="*/ 412303 w 899217"/>
                <a:gd name="connsiteY1336" fmla="*/ 906757 h 942137"/>
                <a:gd name="connsiteX1337" fmla="*/ 412606 w 899217"/>
                <a:gd name="connsiteY1337" fmla="*/ 903561 h 942137"/>
                <a:gd name="connsiteX1338" fmla="*/ 413919 w 899217"/>
                <a:gd name="connsiteY1338" fmla="*/ 899221 h 942137"/>
                <a:gd name="connsiteX1339" fmla="*/ 414356 w 899217"/>
                <a:gd name="connsiteY1339" fmla="*/ 895016 h 942137"/>
                <a:gd name="connsiteX1340" fmla="*/ 416376 w 899217"/>
                <a:gd name="connsiteY1340" fmla="*/ 891417 h 942137"/>
                <a:gd name="connsiteX1341" fmla="*/ 419135 w 899217"/>
                <a:gd name="connsiteY1341" fmla="*/ 887649 h 942137"/>
                <a:gd name="connsiteX1342" fmla="*/ 421592 w 899217"/>
                <a:gd name="connsiteY1342" fmla="*/ 885025 h 942137"/>
                <a:gd name="connsiteX1343" fmla="*/ 421155 w 899217"/>
                <a:gd name="connsiteY1343" fmla="*/ 881123 h 942137"/>
                <a:gd name="connsiteX1344" fmla="*/ 419707 w 899217"/>
                <a:gd name="connsiteY1344" fmla="*/ 877793 h 942137"/>
                <a:gd name="connsiteX1345" fmla="*/ 417957 w 899217"/>
                <a:gd name="connsiteY1345" fmla="*/ 875034 h 942137"/>
                <a:gd name="connsiteX1346" fmla="*/ 417957 w 899217"/>
                <a:gd name="connsiteY1346" fmla="*/ 871704 h 942137"/>
                <a:gd name="connsiteX1347" fmla="*/ 415501 w 899217"/>
                <a:gd name="connsiteY1347" fmla="*/ 863731 h 942137"/>
                <a:gd name="connsiteX1348" fmla="*/ 412169 w 899217"/>
                <a:gd name="connsiteY1348" fmla="*/ 856499 h 942137"/>
                <a:gd name="connsiteX1349" fmla="*/ 405068 w 899217"/>
                <a:gd name="connsiteY1349" fmla="*/ 846373 h 942137"/>
                <a:gd name="connsiteX1350" fmla="*/ 404058 w 899217"/>
                <a:gd name="connsiteY1350" fmla="*/ 838569 h 942137"/>
                <a:gd name="connsiteX1351" fmla="*/ 404058 w 899217"/>
                <a:gd name="connsiteY1351" fmla="*/ 834936 h 942137"/>
                <a:gd name="connsiteX1352" fmla="*/ 403351 w 899217"/>
                <a:gd name="connsiteY1352" fmla="*/ 830159 h 942137"/>
                <a:gd name="connsiteX1353" fmla="*/ 401164 w 899217"/>
                <a:gd name="connsiteY1353" fmla="*/ 823633 h 942137"/>
                <a:gd name="connsiteX1354" fmla="*/ 399144 w 899217"/>
                <a:gd name="connsiteY1354" fmla="*/ 819865 h 942137"/>
                <a:gd name="connsiteX1355" fmla="*/ 396822 w 899217"/>
                <a:gd name="connsiteY1355" fmla="*/ 816232 h 942137"/>
                <a:gd name="connsiteX1356" fmla="*/ 402039 w 899217"/>
                <a:gd name="connsiteY1356" fmla="*/ 812902 h 942137"/>
                <a:gd name="connsiteX1357" fmla="*/ 405808 w 899217"/>
                <a:gd name="connsiteY1357" fmla="*/ 810446 h 942137"/>
                <a:gd name="connsiteX1358" fmla="*/ 410150 w 899217"/>
                <a:gd name="connsiteY1358" fmla="*/ 803214 h 942137"/>
                <a:gd name="connsiteX1359" fmla="*/ 409409 w 899217"/>
                <a:gd name="connsiteY1359" fmla="*/ 796688 h 942137"/>
                <a:gd name="connsiteX1360" fmla="*/ 412001 w 899217"/>
                <a:gd name="connsiteY1360" fmla="*/ 790901 h 942137"/>
                <a:gd name="connsiteX1361" fmla="*/ 416476 w 899217"/>
                <a:gd name="connsiteY1361" fmla="*/ 788278 h 942137"/>
                <a:gd name="connsiteX1362" fmla="*/ 420683 w 899217"/>
                <a:gd name="connsiteY1362" fmla="*/ 788849 h 942137"/>
                <a:gd name="connsiteX1363" fmla="*/ 427078 w 899217"/>
                <a:gd name="connsiteY1363" fmla="*/ 794635 h 942137"/>
                <a:gd name="connsiteX1364" fmla="*/ 436770 w 899217"/>
                <a:gd name="connsiteY1364" fmla="*/ 795342 h 942137"/>
                <a:gd name="connsiteX1365" fmla="*/ 450670 w 899217"/>
                <a:gd name="connsiteY1365" fmla="*/ 798975 h 942137"/>
                <a:gd name="connsiteX1366" fmla="*/ 464569 w 899217"/>
                <a:gd name="connsiteY1366" fmla="*/ 803886 h 942137"/>
                <a:gd name="connsiteX1367" fmla="*/ 470357 w 899217"/>
                <a:gd name="connsiteY1367" fmla="*/ 797226 h 942137"/>
                <a:gd name="connsiteX1368" fmla="*/ 476584 w 899217"/>
                <a:gd name="connsiteY1368" fmla="*/ 788984 h 942137"/>
                <a:gd name="connsiteX1369" fmla="*/ 480925 w 899217"/>
                <a:gd name="connsiteY1369" fmla="*/ 778556 h 942137"/>
                <a:gd name="connsiteX1370" fmla="*/ 492368 w 899217"/>
                <a:gd name="connsiteY1370" fmla="*/ 768699 h 942137"/>
                <a:gd name="connsiteX1371" fmla="*/ 496844 w 899217"/>
                <a:gd name="connsiteY1371" fmla="*/ 761299 h 942137"/>
                <a:gd name="connsiteX1372" fmla="*/ 503373 w 899217"/>
                <a:gd name="connsiteY1372" fmla="*/ 762745 h 942137"/>
                <a:gd name="connsiteX1373" fmla="*/ 512224 w 899217"/>
                <a:gd name="connsiteY1373" fmla="*/ 765638 h 942137"/>
                <a:gd name="connsiteX1374" fmla="*/ 517878 w 899217"/>
                <a:gd name="connsiteY1374" fmla="*/ 771727 h 942137"/>
                <a:gd name="connsiteX1375" fmla="*/ 528681 w 899217"/>
                <a:gd name="connsiteY1375" fmla="*/ 778320 h 942137"/>
                <a:gd name="connsiteX1376" fmla="*/ 533460 w 899217"/>
                <a:gd name="connsiteY1376" fmla="*/ 783602 h 942137"/>
                <a:gd name="connsiteX1377" fmla="*/ 538676 w 899217"/>
                <a:gd name="connsiteY1377" fmla="*/ 788109 h 942137"/>
                <a:gd name="connsiteX1378" fmla="*/ 539383 w 899217"/>
                <a:gd name="connsiteY1378" fmla="*/ 792953 h 942137"/>
                <a:gd name="connsiteX1379" fmla="*/ 536994 w 899217"/>
                <a:gd name="connsiteY1379" fmla="*/ 796654 h 942137"/>
                <a:gd name="connsiteX1380" fmla="*/ 541402 w 899217"/>
                <a:gd name="connsiteY1380" fmla="*/ 797730 h 942137"/>
                <a:gd name="connsiteX1381" fmla="*/ 545676 w 899217"/>
                <a:gd name="connsiteY1381" fmla="*/ 802877 h 942137"/>
                <a:gd name="connsiteX1382" fmla="*/ 549479 w 899217"/>
                <a:gd name="connsiteY1382" fmla="*/ 802877 h 942137"/>
                <a:gd name="connsiteX1383" fmla="*/ 554629 w 899217"/>
                <a:gd name="connsiteY1383" fmla="*/ 802406 h 942137"/>
                <a:gd name="connsiteX1384" fmla="*/ 557927 w 899217"/>
                <a:gd name="connsiteY1384" fmla="*/ 800960 h 942137"/>
                <a:gd name="connsiteX1385" fmla="*/ 561932 w 899217"/>
                <a:gd name="connsiteY1385" fmla="*/ 799311 h 942137"/>
                <a:gd name="connsiteX1386" fmla="*/ 567316 w 899217"/>
                <a:gd name="connsiteY1386" fmla="*/ 796553 h 942137"/>
                <a:gd name="connsiteX1387" fmla="*/ 569874 w 899217"/>
                <a:gd name="connsiteY1387" fmla="*/ 794602 h 942137"/>
                <a:gd name="connsiteX1388" fmla="*/ 570682 w 899217"/>
                <a:gd name="connsiteY1388" fmla="*/ 793189 h 942137"/>
                <a:gd name="connsiteX1389" fmla="*/ 570244 w 899217"/>
                <a:gd name="connsiteY1389" fmla="*/ 787537 h 942137"/>
                <a:gd name="connsiteX1390" fmla="*/ 571725 w 899217"/>
                <a:gd name="connsiteY1390" fmla="*/ 783366 h 942137"/>
                <a:gd name="connsiteX1391" fmla="*/ 574754 w 899217"/>
                <a:gd name="connsiteY1391" fmla="*/ 779330 h 942137"/>
                <a:gd name="connsiteX1392" fmla="*/ 579533 w 899217"/>
                <a:gd name="connsiteY1392" fmla="*/ 774216 h 942137"/>
                <a:gd name="connsiteX1393" fmla="*/ 582293 w 899217"/>
                <a:gd name="connsiteY1393" fmla="*/ 771323 h 942137"/>
                <a:gd name="connsiteX1394" fmla="*/ 584682 w 899217"/>
                <a:gd name="connsiteY1394" fmla="*/ 770516 h 942137"/>
                <a:gd name="connsiteX1395" fmla="*/ 587947 w 899217"/>
                <a:gd name="connsiteY1395" fmla="*/ 771323 h 942137"/>
                <a:gd name="connsiteX1396" fmla="*/ 592086 w 899217"/>
                <a:gd name="connsiteY1396" fmla="*/ 775226 h 942137"/>
                <a:gd name="connsiteX1397" fmla="*/ 596091 w 899217"/>
                <a:gd name="connsiteY1397" fmla="*/ 778690 h 942137"/>
                <a:gd name="connsiteX1398" fmla="*/ 598144 w 899217"/>
                <a:gd name="connsiteY1398" fmla="*/ 782155 h 942137"/>
                <a:gd name="connsiteX1399" fmla="*/ 602048 w 899217"/>
                <a:gd name="connsiteY1399" fmla="*/ 787807 h 942137"/>
                <a:gd name="connsiteX1400" fmla="*/ 604707 w 899217"/>
                <a:gd name="connsiteY1400" fmla="*/ 788883 h 942137"/>
                <a:gd name="connsiteX1401" fmla="*/ 607298 w 899217"/>
                <a:gd name="connsiteY1401" fmla="*/ 788883 h 942137"/>
                <a:gd name="connsiteX1402" fmla="*/ 610361 w 899217"/>
                <a:gd name="connsiteY1402" fmla="*/ 787403 h 942137"/>
                <a:gd name="connsiteX1403" fmla="*/ 612649 w 899217"/>
                <a:gd name="connsiteY1403" fmla="*/ 784644 h 942137"/>
                <a:gd name="connsiteX1404" fmla="*/ 616015 w 899217"/>
                <a:gd name="connsiteY1404" fmla="*/ 775831 h 942137"/>
                <a:gd name="connsiteX1405" fmla="*/ 616015 w 899217"/>
                <a:gd name="connsiteY1405" fmla="*/ 770079 h 942137"/>
                <a:gd name="connsiteX1406" fmla="*/ 615039 w 899217"/>
                <a:gd name="connsiteY1406" fmla="*/ 763653 h 942137"/>
                <a:gd name="connsiteX1407" fmla="*/ 615914 w 899217"/>
                <a:gd name="connsiteY1407" fmla="*/ 759314 h 942137"/>
                <a:gd name="connsiteX1408" fmla="*/ 618640 w 899217"/>
                <a:gd name="connsiteY1408" fmla="*/ 758338 h 942137"/>
                <a:gd name="connsiteX1409" fmla="*/ 619851 w 899217"/>
                <a:gd name="connsiteY1409" fmla="*/ 758574 h 942137"/>
                <a:gd name="connsiteX1410" fmla="*/ 624092 w 899217"/>
                <a:gd name="connsiteY1410" fmla="*/ 761736 h 942137"/>
                <a:gd name="connsiteX1411" fmla="*/ 628332 w 899217"/>
                <a:gd name="connsiteY1411" fmla="*/ 766748 h 942137"/>
                <a:gd name="connsiteX1412" fmla="*/ 630284 w 899217"/>
                <a:gd name="connsiteY1412" fmla="*/ 770785 h 942137"/>
                <a:gd name="connsiteX1413" fmla="*/ 633650 w 899217"/>
                <a:gd name="connsiteY1413" fmla="*/ 775360 h 942137"/>
                <a:gd name="connsiteX1414" fmla="*/ 639203 w 899217"/>
                <a:gd name="connsiteY1414" fmla="*/ 779801 h 942137"/>
                <a:gd name="connsiteX1415" fmla="*/ 644857 w 899217"/>
                <a:gd name="connsiteY1415" fmla="*/ 784039 h 942137"/>
                <a:gd name="connsiteX1416" fmla="*/ 650073 w 899217"/>
                <a:gd name="connsiteY1416" fmla="*/ 789690 h 942137"/>
                <a:gd name="connsiteX1417" fmla="*/ 651386 w 899217"/>
                <a:gd name="connsiteY1417" fmla="*/ 793391 h 942137"/>
                <a:gd name="connsiteX1418" fmla="*/ 653573 w 899217"/>
                <a:gd name="connsiteY1418" fmla="*/ 796755 h 942137"/>
                <a:gd name="connsiteX1419" fmla="*/ 658150 w 899217"/>
                <a:gd name="connsiteY1419" fmla="*/ 798067 h 942137"/>
                <a:gd name="connsiteX1420" fmla="*/ 661516 w 899217"/>
                <a:gd name="connsiteY1420" fmla="*/ 798067 h 942137"/>
                <a:gd name="connsiteX1421" fmla="*/ 662828 w 899217"/>
                <a:gd name="connsiteY1421" fmla="*/ 797091 h 942137"/>
                <a:gd name="connsiteX1422" fmla="*/ 664578 w 899217"/>
                <a:gd name="connsiteY1422" fmla="*/ 793492 h 942137"/>
                <a:gd name="connsiteX1423" fmla="*/ 666530 w 899217"/>
                <a:gd name="connsiteY1423" fmla="*/ 788042 h 942137"/>
                <a:gd name="connsiteX1424" fmla="*/ 666530 w 899217"/>
                <a:gd name="connsiteY1424" fmla="*/ 784577 h 942137"/>
                <a:gd name="connsiteX1425" fmla="*/ 666530 w 899217"/>
                <a:gd name="connsiteY1425" fmla="*/ 779363 h 942137"/>
                <a:gd name="connsiteX1426" fmla="*/ 666530 w 899217"/>
                <a:gd name="connsiteY1426" fmla="*/ 775226 h 942137"/>
                <a:gd name="connsiteX1427" fmla="*/ 668213 w 899217"/>
                <a:gd name="connsiteY1427" fmla="*/ 768699 h 942137"/>
                <a:gd name="connsiteX1428" fmla="*/ 672723 w 899217"/>
                <a:gd name="connsiteY1428" fmla="*/ 766210 h 942137"/>
                <a:gd name="connsiteX1429" fmla="*/ 679252 w 899217"/>
                <a:gd name="connsiteY1429" fmla="*/ 766109 h 942137"/>
                <a:gd name="connsiteX1430" fmla="*/ 684367 w 899217"/>
                <a:gd name="connsiteY1430" fmla="*/ 771424 h 942137"/>
                <a:gd name="connsiteX1431" fmla="*/ 685814 w 899217"/>
                <a:gd name="connsiteY1431" fmla="*/ 774519 h 942137"/>
                <a:gd name="connsiteX1432" fmla="*/ 687564 w 899217"/>
                <a:gd name="connsiteY1432" fmla="*/ 780103 h 942137"/>
                <a:gd name="connsiteX1433" fmla="*/ 692713 w 899217"/>
                <a:gd name="connsiteY1433" fmla="*/ 781483 h 942137"/>
                <a:gd name="connsiteX1434" fmla="*/ 697863 w 899217"/>
                <a:gd name="connsiteY1434" fmla="*/ 781483 h 942137"/>
                <a:gd name="connsiteX1435" fmla="*/ 701699 w 899217"/>
                <a:gd name="connsiteY1435" fmla="*/ 778421 h 942137"/>
                <a:gd name="connsiteX1436" fmla="*/ 704964 w 899217"/>
                <a:gd name="connsiteY1436" fmla="*/ 775596 h 942137"/>
                <a:gd name="connsiteX1437" fmla="*/ 705334 w 899217"/>
                <a:gd name="connsiteY1437" fmla="*/ 770953 h 942137"/>
                <a:gd name="connsiteX1438" fmla="*/ 708464 w 899217"/>
                <a:gd name="connsiteY1438" fmla="*/ 767757 h 942137"/>
                <a:gd name="connsiteX1439" fmla="*/ 711223 w 899217"/>
                <a:gd name="connsiteY1439" fmla="*/ 765672 h 942137"/>
                <a:gd name="connsiteX1440" fmla="*/ 714387 w 899217"/>
                <a:gd name="connsiteY1440" fmla="*/ 767186 h 942137"/>
                <a:gd name="connsiteX1441" fmla="*/ 716137 w 899217"/>
                <a:gd name="connsiteY1441" fmla="*/ 768060 h 942137"/>
                <a:gd name="connsiteX1442" fmla="*/ 723104 w 899217"/>
                <a:gd name="connsiteY1442" fmla="*/ 768060 h 942137"/>
                <a:gd name="connsiteX1443" fmla="*/ 727748 w 899217"/>
                <a:gd name="connsiteY1443" fmla="*/ 768060 h 942137"/>
                <a:gd name="connsiteX1444" fmla="*/ 733839 w 899217"/>
                <a:gd name="connsiteY1444" fmla="*/ 766748 h 942137"/>
                <a:gd name="connsiteX1445" fmla="*/ 736162 w 899217"/>
                <a:gd name="connsiteY1445" fmla="*/ 763990 h 942137"/>
                <a:gd name="connsiteX1446" fmla="*/ 742556 w 899217"/>
                <a:gd name="connsiteY1446" fmla="*/ 758776 h 942137"/>
                <a:gd name="connsiteX1447" fmla="*/ 746897 w 899217"/>
                <a:gd name="connsiteY1447" fmla="*/ 758776 h 942137"/>
                <a:gd name="connsiteX1448" fmla="*/ 750094 w 899217"/>
                <a:gd name="connsiteY1448" fmla="*/ 753259 h 942137"/>
                <a:gd name="connsiteX1449" fmla="*/ 750094 w 899217"/>
                <a:gd name="connsiteY1449" fmla="*/ 750366 h 942137"/>
                <a:gd name="connsiteX1450" fmla="*/ 747066 w 899217"/>
                <a:gd name="connsiteY1450" fmla="*/ 746901 h 942137"/>
                <a:gd name="connsiteX1451" fmla="*/ 743734 w 899217"/>
                <a:gd name="connsiteY1451" fmla="*/ 742831 h 942137"/>
                <a:gd name="connsiteX1452" fmla="*/ 742589 w 899217"/>
                <a:gd name="connsiteY1452" fmla="*/ 736473 h 942137"/>
                <a:gd name="connsiteX1453" fmla="*/ 749825 w 899217"/>
                <a:gd name="connsiteY1453" fmla="*/ 734454 h 942137"/>
                <a:gd name="connsiteX1454" fmla="*/ 756186 w 899217"/>
                <a:gd name="connsiteY1454" fmla="*/ 731696 h 942137"/>
                <a:gd name="connsiteX1455" fmla="*/ 762850 w 899217"/>
                <a:gd name="connsiteY1455" fmla="*/ 727491 h 942137"/>
                <a:gd name="connsiteX1456" fmla="*/ 770085 w 899217"/>
                <a:gd name="connsiteY1456" fmla="*/ 722848 h 942137"/>
                <a:gd name="connsiteX1457" fmla="*/ 776480 w 899217"/>
                <a:gd name="connsiteY1457" fmla="*/ 722848 h 942137"/>
                <a:gd name="connsiteX1458" fmla="*/ 782268 w 899217"/>
                <a:gd name="connsiteY1458" fmla="*/ 728634 h 942137"/>
                <a:gd name="connsiteX1459" fmla="*/ 784288 w 899217"/>
                <a:gd name="connsiteY1459" fmla="*/ 722848 h 942137"/>
                <a:gd name="connsiteX1460" fmla="*/ 786038 w 899217"/>
                <a:gd name="connsiteY1460" fmla="*/ 723151 h 942137"/>
                <a:gd name="connsiteX1461" fmla="*/ 791826 w 899217"/>
                <a:gd name="connsiteY1461" fmla="*/ 722008 h 942137"/>
                <a:gd name="connsiteX1462" fmla="*/ 791826 w 899217"/>
                <a:gd name="connsiteY1462" fmla="*/ 713329 h 942137"/>
                <a:gd name="connsiteX1463" fmla="*/ 792802 w 899217"/>
                <a:gd name="connsiteY1463" fmla="*/ 711075 h 942137"/>
                <a:gd name="connsiteX1464" fmla="*/ 797547 w 899217"/>
                <a:gd name="connsiteY1464" fmla="*/ 713766 h 942137"/>
                <a:gd name="connsiteX1465" fmla="*/ 814745 w 899217"/>
                <a:gd name="connsiteY1465" fmla="*/ 733041 h 942137"/>
                <a:gd name="connsiteX1466" fmla="*/ 820130 w 899217"/>
                <a:gd name="connsiteY1466" fmla="*/ 733613 h 942137"/>
                <a:gd name="connsiteX1467" fmla="*/ 821072 w 899217"/>
                <a:gd name="connsiteY1467" fmla="*/ 731292 h 94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Lst>
              <a:rect l="l" t="t" r="r" b="b"/>
              <a:pathLst>
                <a:path w="899217" h="942137">
                  <a:moveTo>
                    <a:pt x="821072" y="731292"/>
                  </a:moveTo>
                  <a:lnTo>
                    <a:pt x="824269" y="727524"/>
                  </a:lnTo>
                  <a:lnTo>
                    <a:pt x="827736" y="724934"/>
                  </a:lnTo>
                  <a:lnTo>
                    <a:pt x="831640" y="721167"/>
                  </a:lnTo>
                  <a:cubicBezTo>
                    <a:pt x="831640" y="721167"/>
                    <a:pt x="833389" y="717096"/>
                    <a:pt x="834534" y="716524"/>
                  </a:cubicBezTo>
                  <a:cubicBezTo>
                    <a:pt x="835678" y="715953"/>
                    <a:pt x="841500" y="714203"/>
                    <a:pt x="841500" y="714203"/>
                  </a:cubicBezTo>
                  <a:lnTo>
                    <a:pt x="842510" y="715953"/>
                  </a:lnTo>
                  <a:cubicBezTo>
                    <a:pt x="842510" y="715953"/>
                    <a:pt x="844092" y="715818"/>
                    <a:pt x="844529" y="715650"/>
                  </a:cubicBezTo>
                  <a:cubicBezTo>
                    <a:pt x="844967" y="715515"/>
                    <a:pt x="846279" y="712757"/>
                    <a:pt x="846279" y="712757"/>
                  </a:cubicBezTo>
                  <a:lnTo>
                    <a:pt x="844698" y="711613"/>
                  </a:lnTo>
                  <a:lnTo>
                    <a:pt x="843250" y="709864"/>
                  </a:lnTo>
                  <a:lnTo>
                    <a:pt x="843688" y="707543"/>
                  </a:lnTo>
                  <a:lnTo>
                    <a:pt x="845135" y="706399"/>
                  </a:lnTo>
                  <a:lnTo>
                    <a:pt x="849039" y="705255"/>
                  </a:lnTo>
                  <a:lnTo>
                    <a:pt x="854827" y="702497"/>
                  </a:lnTo>
                  <a:cubicBezTo>
                    <a:pt x="854827" y="702497"/>
                    <a:pt x="859304" y="699032"/>
                    <a:pt x="859909" y="699032"/>
                  </a:cubicBezTo>
                  <a:cubicBezTo>
                    <a:pt x="860482" y="699032"/>
                    <a:pt x="864116" y="696408"/>
                    <a:pt x="864116" y="696408"/>
                  </a:cubicBezTo>
                  <a:lnTo>
                    <a:pt x="865126" y="693078"/>
                  </a:lnTo>
                  <a:lnTo>
                    <a:pt x="866135" y="693078"/>
                  </a:lnTo>
                  <a:cubicBezTo>
                    <a:pt x="866135" y="693078"/>
                    <a:pt x="869602" y="694087"/>
                    <a:pt x="870208" y="694524"/>
                  </a:cubicBezTo>
                  <a:cubicBezTo>
                    <a:pt x="870780" y="694961"/>
                    <a:pt x="873540" y="697282"/>
                    <a:pt x="873540" y="697282"/>
                  </a:cubicBezTo>
                  <a:cubicBezTo>
                    <a:pt x="873540" y="697282"/>
                    <a:pt x="874852" y="698729"/>
                    <a:pt x="875996" y="699301"/>
                  </a:cubicBezTo>
                  <a:cubicBezTo>
                    <a:pt x="877140" y="699873"/>
                    <a:pt x="878891" y="700310"/>
                    <a:pt x="878891" y="700310"/>
                  </a:cubicBezTo>
                  <a:lnTo>
                    <a:pt x="881213" y="700613"/>
                  </a:lnTo>
                  <a:cubicBezTo>
                    <a:pt x="881213" y="700613"/>
                    <a:pt x="883838" y="698863"/>
                    <a:pt x="885117" y="697720"/>
                  </a:cubicBezTo>
                  <a:cubicBezTo>
                    <a:pt x="886429" y="696576"/>
                    <a:pt x="888011" y="694255"/>
                    <a:pt x="888751" y="693952"/>
                  </a:cubicBezTo>
                  <a:cubicBezTo>
                    <a:pt x="889492" y="693650"/>
                    <a:pt x="890569" y="691934"/>
                    <a:pt x="890569" y="691934"/>
                  </a:cubicBezTo>
                  <a:lnTo>
                    <a:pt x="891376" y="688032"/>
                  </a:lnTo>
                  <a:lnTo>
                    <a:pt x="891376" y="685273"/>
                  </a:lnTo>
                  <a:lnTo>
                    <a:pt x="891376" y="681203"/>
                  </a:lnTo>
                  <a:lnTo>
                    <a:pt x="891376" y="678310"/>
                  </a:lnTo>
                  <a:lnTo>
                    <a:pt x="894843" y="675282"/>
                  </a:lnTo>
                  <a:lnTo>
                    <a:pt x="894708" y="671212"/>
                  </a:lnTo>
                  <a:lnTo>
                    <a:pt x="894136" y="666872"/>
                  </a:lnTo>
                  <a:cubicBezTo>
                    <a:pt x="894136" y="666872"/>
                    <a:pt x="894574" y="663676"/>
                    <a:pt x="895146" y="663104"/>
                  </a:cubicBezTo>
                  <a:cubicBezTo>
                    <a:pt x="895718" y="662533"/>
                    <a:pt x="897905" y="659203"/>
                    <a:pt x="897905" y="659203"/>
                  </a:cubicBezTo>
                  <a:lnTo>
                    <a:pt x="899218" y="656881"/>
                  </a:lnTo>
                  <a:lnTo>
                    <a:pt x="896021" y="654123"/>
                  </a:lnTo>
                  <a:lnTo>
                    <a:pt x="891679" y="650658"/>
                  </a:lnTo>
                  <a:lnTo>
                    <a:pt x="889357" y="649952"/>
                  </a:lnTo>
                  <a:lnTo>
                    <a:pt x="889054" y="647058"/>
                  </a:lnTo>
                  <a:lnTo>
                    <a:pt x="889761" y="644603"/>
                  </a:lnTo>
                  <a:lnTo>
                    <a:pt x="890198" y="641575"/>
                  </a:lnTo>
                  <a:lnTo>
                    <a:pt x="889323" y="639389"/>
                  </a:lnTo>
                  <a:lnTo>
                    <a:pt x="886867" y="637942"/>
                  </a:lnTo>
                  <a:lnTo>
                    <a:pt x="883669" y="633737"/>
                  </a:lnTo>
                  <a:lnTo>
                    <a:pt x="881919" y="629397"/>
                  </a:lnTo>
                  <a:cubicBezTo>
                    <a:pt x="881919" y="629397"/>
                    <a:pt x="882054" y="627077"/>
                    <a:pt x="880607" y="625933"/>
                  </a:cubicBezTo>
                  <a:cubicBezTo>
                    <a:pt x="879160" y="624789"/>
                    <a:pt x="877140" y="623174"/>
                    <a:pt x="876568" y="623174"/>
                  </a:cubicBezTo>
                  <a:cubicBezTo>
                    <a:pt x="875996" y="623174"/>
                    <a:pt x="875256" y="622165"/>
                    <a:pt x="874549" y="623174"/>
                  </a:cubicBezTo>
                  <a:cubicBezTo>
                    <a:pt x="873809" y="624184"/>
                    <a:pt x="871924" y="625361"/>
                    <a:pt x="871924" y="625361"/>
                  </a:cubicBezTo>
                  <a:lnTo>
                    <a:pt x="868727" y="626942"/>
                  </a:lnTo>
                  <a:lnTo>
                    <a:pt x="867717" y="629835"/>
                  </a:lnTo>
                  <a:lnTo>
                    <a:pt x="866708" y="631854"/>
                  </a:lnTo>
                  <a:lnTo>
                    <a:pt x="865563" y="635621"/>
                  </a:lnTo>
                  <a:lnTo>
                    <a:pt x="862938" y="636193"/>
                  </a:lnTo>
                  <a:lnTo>
                    <a:pt x="860751" y="635486"/>
                  </a:lnTo>
                  <a:cubicBezTo>
                    <a:pt x="860751" y="635486"/>
                    <a:pt x="859606" y="632862"/>
                    <a:pt x="858294" y="632728"/>
                  </a:cubicBezTo>
                  <a:cubicBezTo>
                    <a:pt x="856981" y="632594"/>
                    <a:pt x="855534" y="632156"/>
                    <a:pt x="855534" y="632156"/>
                  </a:cubicBezTo>
                  <a:lnTo>
                    <a:pt x="851327" y="631854"/>
                  </a:lnTo>
                  <a:lnTo>
                    <a:pt x="847255" y="633098"/>
                  </a:lnTo>
                  <a:lnTo>
                    <a:pt x="843486" y="634040"/>
                  </a:lnTo>
                  <a:lnTo>
                    <a:pt x="841736" y="634040"/>
                  </a:lnTo>
                  <a:lnTo>
                    <a:pt x="839111" y="628960"/>
                  </a:lnTo>
                  <a:cubicBezTo>
                    <a:pt x="839111" y="628960"/>
                    <a:pt x="837226" y="627817"/>
                    <a:pt x="836789" y="627649"/>
                  </a:cubicBezTo>
                  <a:cubicBezTo>
                    <a:pt x="836351" y="627514"/>
                    <a:pt x="833154" y="628792"/>
                    <a:pt x="833154" y="628792"/>
                  </a:cubicBezTo>
                  <a:cubicBezTo>
                    <a:pt x="833154" y="628792"/>
                    <a:pt x="830832" y="631685"/>
                    <a:pt x="830697" y="632123"/>
                  </a:cubicBezTo>
                  <a:cubicBezTo>
                    <a:pt x="830563" y="632560"/>
                    <a:pt x="828072" y="634443"/>
                    <a:pt x="828072" y="634443"/>
                  </a:cubicBezTo>
                  <a:lnTo>
                    <a:pt x="826490" y="637202"/>
                  </a:lnTo>
                  <a:lnTo>
                    <a:pt x="824471" y="639523"/>
                  </a:lnTo>
                  <a:lnTo>
                    <a:pt x="822149" y="637202"/>
                  </a:lnTo>
                  <a:cubicBezTo>
                    <a:pt x="822149" y="637202"/>
                    <a:pt x="821442" y="636025"/>
                    <a:pt x="821005" y="635890"/>
                  </a:cubicBezTo>
                  <a:cubicBezTo>
                    <a:pt x="820567" y="635755"/>
                    <a:pt x="817101" y="632425"/>
                    <a:pt x="817101" y="632425"/>
                  </a:cubicBezTo>
                  <a:lnTo>
                    <a:pt x="814509" y="630979"/>
                  </a:lnTo>
                  <a:lnTo>
                    <a:pt x="811884" y="630609"/>
                  </a:lnTo>
                  <a:lnTo>
                    <a:pt x="807543" y="630542"/>
                  </a:lnTo>
                  <a:lnTo>
                    <a:pt x="803471" y="630542"/>
                  </a:lnTo>
                  <a:lnTo>
                    <a:pt x="800408" y="629532"/>
                  </a:lnTo>
                  <a:lnTo>
                    <a:pt x="797379" y="627211"/>
                  </a:lnTo>
                  <a:lnTo>
                    <a:pt x="793980" y="624453"/>
                  </a:lnTo>
                  <a:lnTo>
                    <a:pt x="792163" y="622703"/>
                  </a:lnTo>
                  <a:lnTo>
                    <a:pt x="792163" y="620988"/>
                  </a:lnTo>
                  <a:lnTo>
                    <a:pt x="793913" y="619844"/>
                  </a:lnTo>
                  <a:lnTo>
                    <a:pt x="795360" y="618263"/>
                  </a:lnTo>
                  <a:lnTo>
                    <a:pt x="796672" y="617119"/>
                  </a:lnTo>
                  <a:lnTo>
                    <a:pt x="798557" y="616110"/>
                  </a:lnTo>
                  <a:lnTo>
                    <a:pt x="800004" y="613352"/>
                  </a:lnTo>
                  <a:lnTo>
                    <a:pt x="800307" y="611030"/>
                  </a:lnTo>
                  <a:lnTo>
                    <a:pt x="799297" y="608709"/>
                  </a:lnTo>
                  <a:lnTo>
                    <a:pt x="796975" y="606960"/>
                  </a:lnTo>
                  <a:lnTo>
                    <a:pt x="797278" y="601174"/>
                  </a:lnTo>
                  <a:lnTo>
                    <a:pt x="797985" y="597406"/>
                  </a:lnTo>
                  <a:lnTo>
                    <a:pt x="794350" y="591889"/>
                  </a:lnTo>
                  <a:lnTo>
                    <a:pt x="789134" y="588862"/>
                  </a:lnTo>
                  <a:cubicBezTo>
                    <a:pt x="789134" y="588862"/>
                    <a:pt x="783917" y="586843"/>
                    <a:pt x="783480" y="586541"/>
                  </a:cubicBezTo>
                  <a:cubicBezTo>
                    <a:pt x="783042" y="586238"/>
                    <a:pt x="776682" y="588122"/>
                    <a:pt x="776682" y="588122"/>
                  </a:cubicBezTo>
                  <a:lnTo>
                    <a:pt x="772340" y="588256"/>
                  </a:lnTo>
                  <a:cubicBezTo>
                    <a:pt x="772340" y="588256"/>
                    <a:pt x="768436" y="589266"/>
                    <a:pt x="767864" y="589266"/>
                  </a:cubicBezTo>
                  <a:cubicBezTo>
                    <a:pt x="767292" y="589266"/>
                    <a:pt x="766114" y="589703"/>
                    <a:pt x="765542" y="589131"/>
                  </a:cubicBezTo>
                  <a:cubicBezTo>
                    <a:pt x="764970" y="588559"/>
                    <a:pt x="762648" y="586911"/>
                    <a:pt x="762075" y="586507"/>
                  </a:cubicBezTo>
                  <a:cubicBezTo>
                    <a:pt x="761503" y="586104"/>
                    <a:pt x="760191" y="585666"/>
                    <a:pt x="759450" y="585363"/>
                  </a:cubicBezTo>
                  <a:cubicBezTo>
                    <a:pt x="758710" y="585061"/>
                    <a:pt x="758878" y="585666"/>
                    <a:pt x="756119" y="585363"/>
                  </a:cubicBezTo>
                  <a:cubicBezTo>
                    <a:pt x="753359" y="585061"/>
                    <a:pt x="752046" y="585935"/>
                    <a:pt x="752046" y="585935"/>
                  </a:cubicBezTo>
                  <a:lnTo>
                    <a:pt x="748075" y="588694"/>
                  </a:lnTo>
                  <a:lnTo>
                    <a:pt x="746998" y="592764"/>
                  </a:lnTo>
                  <a:lnTo>
                    <a:pt x="746998" y="600165"/>
                  </a:lnTo>
                  <a:lnTo>
                    <a:pt x="741041" y="599290"/>
                  </a:lnTo>
                  <a:lnTo>
                    <a:pt x="738888" y="594648"/>
                  </a:lnTo>
                  <a:lnTo>
                    <a:pt x="735253" y="591183"/>
                  </a:lnTo>
                  <a:lnTo>
                    <a:pt x="732056" y="588727"/>
                  </a:lnTo>
                  <a:cubicBezTo>
                    <a:pt x="732056" y="588727"/>
                    <a:pt x="730171" y="586709"/>
                    <a:pt x="730036" y="586104"/>
                  </a:cubicBezTo>
                  <a:cubicBezTo>
                    <a:pt x="729902" y="585531"/>
                    <a:pt x="727849" y="582470"/>
                    <a:pt x="727849" y="582470"/>
                  </a:cubicBezTo>
                  <a:cubicBezTo>
                    <a:pt x="727849" y="582470"/>
                    <a:pt x="726536" y="579140"/>
                    <a:pt x="726671" y="578568"/>
                  </a:cubicBezTo>
                  <a:cubicBezTo>
                    <a:pt x="726805" y="577996"/>
                    <a:pt x="727849" y="575675"/>
                    <a:pt x="727849" y="575675"/>
                  </a:cubicBezTo>
                  <a:lnTo>
                    <a:pt x="726099" y="572479"/>
                  </a:lnTo>
                  <a:lnTo>
                    <a:pt x="726099" y="570595"/>
                  </a:lnTo>
                  <a:cubicBezTo>
                    <a:pt x="726099" y="570595"/>
                    <a:pt x="724349" y="569586"/>
                    <a:pt x="724349" y="569149"/>
                  </a:cubicBezTo>
                  <a:cubicBezTo>
                    <a:pt x="724349" y="568712"/>
                    <a:pt x="724349" y="567131"/>
                    <a:pt x="724349" y="567131"/>
                  </a:cubicBezTo>
                  <a:cubicBezTo>
                    <a:pt x="724349" y="567131"/>
                    <a:pt x="724853" y="564675"/>
                    <a:pt x="724988" y="564238"/>
                  </a:cubicBezTo>
                  <a:cubicBezTo>
                    <a:pt x="725123" y="563800"/>
                    <a:pt x="726065" y="562219"/>
                    <a:pt x="726065" y="561647"/>
                  </a:cubicBezTo>
                  <a:cubicBezTo>
                    <a:pt x="726065" y="561076"/>
                    <a:pt x="726065" y="558452"/>
                    <a:pt x="726065" y="558452"/>
                  </a:cubicBezTo>
                  <a:lnTo>
                    <a:pt x="726772" y="556871"/>
                  </a:lnTo>
                  <a:cubicBezTo>
                    <a:pt x="726772" y="556871"/>
                    <a:pt x="728656" y="555996"/>
                    <a:pt x="729094" y="555424"/>
                  </a:cubicBezTo>
                  <a:cubicBezTo>
                    <a:pt x="729531" y="554852"/>
                    <a:pt x="729666" y="554987"/>
                    <a:pt x="730407" y="554415"/>
                  </a:cubicBezTo>
                  <a:cubicBezTo>
                    <a:pt x="731113" y="553843"/>
                    <a:pt x="734546" y="552834"/>
                    <a:pt x="734546" y="552834"/>
                  </a:cubicBezTo>
                  <a:lnTo>
                    <a:pt x="732291" y="550075"/>
                  </a:lnTo>
                  <a:lnTo>
                    <a:pt x="732796" y="545870"/>
                  </a:lnTo>
                  <a:cubicBezTo>
                    <a:pt x="732796" y="545870"/>
                    <a:pt x="734108" y="541733"/>
                    <a:pt x="734546" y="540858"/>
                  </a:cubicBezTo>
                  <a:cubicBezTo>
                    <a:pt x="734983" y="539983"/>
                    <a:pt x="735421" y="538470"/>
                    <a:pt x="736498" y="537595"/>
                  </a:cubicBezTo>
                  <a:cubicBezTo>
                    <a:pt x="737575" y="536721"/>
                    <a:pt x="740200" y="535409"/>
                    <a:pt x="741950" y="534332"/>
                  </a:cubicBezTo>
                  <a:cubicBezTo>
                    <a:pt x="743700" y="533256"/>
                    <a:pt x="746089" y="530632"/>
                    <a:pt x="746089" y="530632"/>
                  </a:cubicBezTo>
                  <a:lnTo>
                    <a:pt x="746965" y="528041"/>
                  </a:lnTo>
                  <a:lnTo>
                    <a:pt x="747604" y="521953"/>
                  </a:lnTo>
                  <a:lnTo>
                    <a:pt x="746291" y="520203"/>
                  </a:lnTo>
                  <a:lnTo>
                    <a:pt x="744541" y="516940"/>
                  </a:lnTo>
                  <a:cubicBezTo>
                    <a:pt x="744541" y="516940"/>
                    <a:pt x="741714" y="511928"/>
                    <a:pt x="741512" y="510852"/>
                  </a:cubicBezTo>
                  <a:cubicBezTo>
                    <a:pt x="741311" y="509775"/>
                    <a:pt x="743027" y="509540"/>
                    <a:pt x="743902" y="509540"/>
                  </a:cubicBezTo>
                  <a:cubicBezTo>
                    <a:pt x="744777" y="509540"/>
                    <a:pt x="748243" y="510852"/>
                    <a:pt x="749994" y="511726"/>
                  </a:cubicBezTo>
                  <a:cubicBezTo>
                    <a:pt x="751744" y="512601"/>
                    <a:pt x="753258" y="508900"/>
                    <a:pt x="753258" y="508900"/>
                  </a:cubicBezTo>
                  <a:lnTo>
                    <a:pt x="756085" y="507387"/>
                  </a:lnTo>
                  <a:cubicBezTo>
                    <a:pt x="756085" y="507387"/>
                    <a:pt x="758273" y="506075"/>
                    <a:pt x="759114" y="505436"/>
                  </a:cubicBezTo>
                  <a:cubicBezTo>
                    <a:pt x="759989" y="504796"/>
                    <a:pt x="761503" y="504359"/>
                    <a:pt x="761503" y="504359"/>
                  </a:cubicBezTo>
                  <a:cubicBezTo>
                    <a:pt x="761503" y="504359"/>
                    <a:pt x="763455" y="501332"/>
                    <a:pt x="764768" y="500221"/>
                  </a:cubicBezTo>
                  <a:cubicBezTo>
                    <a:pt x="766080" y="499145"/>
                    <a:pt x="765845" y="498035"/>
                    <a:pt x="766080" y="497396"/>
                  </a:cubicBezTo>
                  <a:cubicBezTo>
                    <a:pt x="766282" y="496757"/>
                    <a:pt x="766282" y="493258"/>
                    <a:pt x="766282" y="493258"/>
                  </a:cubicBezTo>
                  <a:lnTo>
                    <a:pt x="766484" y="490634"/>
                  </a:lnTo>
                  <a:lnTo>
                    <a:pt x="763455" y="488044"/>
                  </a:lnTo>
                  <a:cubicBezTo>
                    <a:pt x="763455" y="488044"/>
                    <a:pt x="758676" y="488044"/>
                    <a:pt x="757801" y="488044"/>
                  </a:cubicBezTo>
                  <a:cubicBezTo>
                    <a:pt x="756926" y="488044"/>
                    <a:pt x="753897" y="488380"/>
                    <a:pt x="751710" y="489019"/>
                  </a:cubicBezTo>
                  <a:cubicBezTo>
                    <a:pt x="749522" y="489659"/>
                    <a:pt x="747133" y="488683"/>
                    <a:pt x="747133" y="488683"/>
                  </a:cubicBezTo>
                  <a:lnTo>
                    <a:pt x="746493" y="486295"/>
                  </a:lnTo>
                  <a:cubicBezTo>
                    <a:pt x="746493" y="486295"/>
                    <a:pt x="743902" y="481955"/>
                    <a:pt x="742589" y="480441"/>
                  </a:cubicBezTo>
                  <a:cubicBezTo>
                    <a:pt x="741277" y="478927"/>
                    <a:pt x="739763" y="477414"/>
                    <a:pt x="739763" y="477414"/>
                  </a:cubicBezTo>
                  <a:lnTo>
                    <a:pt x="738248" y="475463"/>
                  </a:lnTo>
                  <a:lnTo>
                    <a:pt x="738686" y="470955"/>
                  </a:lnTo>
                  <a:cubicBezTo>
                    <a:pt x="738686" y="470955"/>
                    <a:pt x="740637" y="468533"/>
                    <a:pt x="741075" y="467658"/>
                  </a:cubicBezTo>
                  <a:cubicBezTo>
                    <a:pt x="741512" y="466784"/>
                    <a:pt x="740873" y="463319"/>
                    <a:pt x="740873" y="463319"/>
                  </a:cubicBezTo>
                  <a:lnTo>
                    <a:pt x="738248" y="461368"/>
                  </a:lnTo>
                  <a:lnTo>
                    <a:pt x="734983" y="462242"/>
                  </a:lnTo>
                  <a:cubicBezTo>
                    <a:pt x="734983" y="462242"/>
                    <a:pt x="733032" y="464193"/>
                    <a:pt x="732359" y="464429"/>
                  </a:cubicBezTo>
                  <a:cubicBezTo>
                    <a:pt x="731719" y="464631"/>
                    <a:pt x="730171" y="465943"/>
                    <a:pt x="729330" y="465943"/>
                  </a:cubicBezTo>
                  <a:cubicBezTo>
                    <a:pt x="728454" y="465943"/>
                    <a:pt x="723911" y="468567"/>
                    <a:pt x="724315" y="466582"/>
                  </a:cubicBezTo>
                  <a:cubicBezTo>
                    <a:pt x="724753" y="464631"/>
                    <a:pt x="726940" y="461805"/>
                    <a:pt x="726940" y="461805"/>
                  </a:cubicBezTo>
                  <a:lnTo>
                    <a:pt x="727579" y="455716"/>
                  </a:lnTo>
                  <a:lnTo>
                    <a:pt x="724315" y="454404"/>
                  </a:lnTo>
                  <a:cubicBezTo>
                    <a:pt x="724315" y="454404"/>
                    <a:pt x="721690" y="454606"/>
                    <a:pt x="721488" y="453765"/>
                  </a:cubicBezTo>
                  <a:cubicBezTo>
                    <a:pt x="721286" y="452890"/>
                    <a:pt x="717786" y="448551"/>
                    <a:pt x="717786" y="448551"/>
                  </a:cubicBezTo>
                  <a:cubicBezTo>
                    <a:pt x="717786" y="448551"/>
                    <a:pt x="714084" y="446802"/>
                    <a:pt x="713647" y="446162"/>
                  </a:cubicBezTo>
                  <a:cubicBezTo>
                    <a:pt x="713209" y="445523"/>
                    <a:pt x="713209" y="442025"/>
                    <a:pt x="713209" y="441150"/>
                  </a:cubicBezTo>
                  <a:cubicBezTo>
                    <a:pt x="713209" y="440276"/>
                    <a:pt x="713849" y="439401"/>
                    <a:pt x="713849" y="439401"/>
                  </a:cubicBezTo>
                  <a:lnTo>
                    <a:pt x="717550" y="437013"/>
                  </a:lnTo>
                  <a:lnTo>
                    <a:pt x="720579" y="435499"/>
                  </a:lnTo>
                  <a:lnTo>
                    <a:pt x="724281" y="435701"/>
                  </a:lnTo>
                  <a:lnTo>
                    <a:pt x="726469" y="434187"/>
                  </a:lnTo>
                  <a:lnTo>
                    <a:pt x="727108" y="429410"/>
                  </a:lnTo>
                  <a:lnTo>
                    <a:pt x="727748" y="424633"/>
                  </a:lnTo>
                  <a:lnTo>
                    <a:pt x="727748" y="418107"/>
                  </a:lnTo>
                  <a:lnTo>
                    <a:pt x="727512" y="413969"/>
                  </a:lnTo>
                  <a:lnTo>
                    <a:pt x="729262" y="410505"/>
                  </a:lnTo>
                  <a:lnTo>
                    <a:pt x="730777" y="408553"/>
                  </a:lnTo>
                  <a:lnTo>
                    <a:pt x="731854" y="406804"/>
                  </a:lnTo>
                  <a:lnTo>
                    <a:pt x="733368" y="404214"/>
                  </a:lnTo>
                  <a:lnTo>
                    <a:pt x="734883" y="401825"/>
                  </a:lnTo>
                  <a:cubicBezTo>
                    <a:pt x="734883" y="401825"/>
                    <a:pt x="736195" y="398125"/>
                    <a:pt x="736633" y="396376"/>
                  </a:cubicBezTo>
                  <a:cubicBezTo>
                    <a:pt x="737070" y="394627"/>
                    <a:pt x="737070" y="391162"/>
                    <a:pt x="737070" y="391162"/>
                  </a:cubicBezTo>
                  <a:lnTo>
                    <a:pt x="739022" y="386587"/>
                  </a:lnTo>
                  <a:cubicBezTo>
                    <a:pt x="739022" y="386587"/>
                    <a:pt x="740974" y="383761"/>
                    <a:pt x="741647" y="382886"/>
                  </a:cubicBezTo>
                  <a:cubicBezTo>
                    <a:pt x="742287" y="382012"/>
                    <a:pt x="742724" y="380498"/>
                    <a:pt x="742724" y="380498"/>
                  </a:cubicBezTo>
                  <a:cubicBezTo>
                    <a:pt x="742724" y="380498"/>
                    <a:pt x="747066" y="377672"/>
                    <a:pt x="747503" y="376966"/>
                  </a:cubicBezTo>
                  <a:cubicBezTo>
                    <a:pt x="747941" y="376259"/>
                    <a:pt x="748580" y="374409"/>
                    <a:pt x="748580" y="374409"/>
                  </a:cubicBezTo>
                  <a:cubicBezTo>
                    <a:pt x="748580" y="374409"/>
                    <a:pt x="752484" y="368993"/>
                    <a:pt x="752921" y="368119"/>
                  </a:cubicBezTo>
                  <a:cubicBezTo>
                    <a:pt x="753359" y="367244"/>
                    <a:pt x="753561" y="365730"/>
                    <a:pt x="753561" y="365730"/>
                  </a:cubicBezTo>
                  <a:cubicBezTo>
                    <a:pt x="753561" y="365730"/>
                    <a:pt x="753561" y="365730"/>
                    <a:pt x="754873" y="363981"/>
                  </a:cubicBezTo>
                  <a:cubicBezTo>
                    <a:pt x="756186" y="362232"/>
                    <a:pt x="755950" y="358767"/>
                    <a:pt x="755950" y="358128"/>
                  </a:cubicBezTo>
                  <a:cubicBezTo>
                    <a:pt x="755950" y="357488"/>
                    <a:pt x="754873" y="355537"/>
                    <a:pt x="754873" y="355537"/>
                  </a:cubicBezTo>
                  <a:lnTo>
                    <a:pt x="750296" y="351635"/>
                  </a:lnTo>
                  <a:lnTo>
                    <a:pt x="750296" y="344907"/>
                  </a:lnTo>
                  <a:lnTo>
                    <a:pt x="745517" y="341005"/>
                  </a:lnTo>
                  <a:lnTo>
                    <a:pt x="743565" y="339054"/>
                  </a:lnTo>
                  <a:cubicBezTo>
                    <a:pt x="743565" y="339054"/>
                    <a:pt x="741176" y="338415"/>
                    <a:pt x="740099" y="337742"/>
                  </a:cubicBezTo>
                  <a:cubicBezTo>
                    <a:pt x="739022" y="337103"/>
                    <a:pt x="736397" y="335993"/>
                    <a:pt x="736397" y="335993"/>
                  </a:cubicBezTo>
                  <a:lnTo>
                    <a:pt x="736397" y="333806"/>
                  </a:lnTo>
                  <a:lnTo>
                    <a:pt x="738147" y="332494"/>
                  </a:lnTo>
                  <a:lnTo>
                    <a:pt x="738147" y="328794"/>
                  </a:lnTo>
                  <a:cubicBezTo>
                    <a:pt x="738147" y="328794"/>
                    <a:pt x="737373" y="326204"/>
                    <a:pt x="737171" y="325531"/>
                  </a:cubicBezTo>
                  <a:cubicBezTo>
                    <a:pt x="736969" y="324892"/>
                    <a:pt x="734883" y="323142"/>
                    <a:pt x="734883" y="323142"/>
                  </a:cubicBezTo>
                  <a:cubicBezTo>
                    <a:pt x="734883" y="323142"/>
                    <a:pt x="731854" y="322066"/>
                    <a:pt x="730743" y="322066"/>
                  </a:cubicBezTo>
                  <a:cubicBezTo>
                    <a:pt x="729666" y="322066"/>
                    <a:pt x="728993" y="321864"/>
                    <a:pt x="728993" y="321864"/>
                  </a:cubicBezTo>
                  <a:lnTo>
                    <a:pt x="727041" y="323613"/>
                  </a:lnTo>
                  <a:lnTo>
                    <a:pt x="725527" y="324252"/>
                  </a:lnTo>
                  <a:lnTo>
                    <a:pt x="724214" y="325564"/>
                  </a:lnTo>
                  <a:lnTo>
                    <a:pt x="724214" y="326876"/>
                  </a:lnTo>
                  <a:cubicBezTo>
                    <a:pt x="724214" y="326876"/>
                    <a:pt x="723339" y="328188"/>
                    <a:pt x="723137" y="328827"/>
                  </a:cubicBezTo>
                  <a:cubicBezTo>
                    <a:pt x="722935" y="329467"/>
                    <a:pt x="722498" y="330139"/>
                    <a:pt x="722060" y="330779"/>
                  </a:cubicBezTo>
                  <a:cubicBezTo>
                    <a:pt x="721623" y="331418"/>
                    <a:pt x="719469" y="333167"/>
                    <a:pt x="719469" y="333167"/>
                  </a:cubicBezTo>
                  <a:lnTo>
                    <a:pt x="716002" y="334681"/>
                  </a:lnTo>
                  <a:lnTo>
                    <a:pt x="714488" y="335320"/>
                  </a:lnTo>
                  <a:cubicBezTo>
                    <a:pt x="714488" y="335320"/>
                    <a:pt x="710584" y="335320"/>
                    <a:pt x="709911" y="335118"/>
                  </a:cubicBezTo>
                  <a:cubicBezTo>
                    <a:pt x="709271" y="334916"/>
                    <a:pt x="707723" y="335118"/>
                    <a:pt x="707723" y="335118"/>
                  </a:cubicBezTo>
                  <a:cubicBezTo>
                    <a:pt x="707723" y="335118"/>
                    <a:pt x="703584" y="335118"/>
                    <a:pt x="702709" y="335118"/>
                  </a:cubicBezTo>
                  <a:cubicBezTo>
                    <a:pt x="701834" y="335118"/>
                    <a:pt x="700319" y="334916"/>
                    <a:pt x="700319" y="334916"/>
                  </a:cubicBezTo>
                  <a:lnTo>
                    <a:pt x="698367" y="335118"/>
                  </a:lnTo>
                  <a:lnTo>
                    <a:pt x="697930" y="336632"/>
                  </a:lnTo>
                  <a:cubicBezTo>
                    <a:pt x="697930" y="336632"/>
                    <a:pt x="696853" y="337069"/>
                    <a:pt x="696180" y="338146"/>
                  </a:cubicBezTo>
                  <a:cubicBezTo>
                    <a:pt x="695540" y="339222"/>
                    <a:pt x="695103" y="339660"/>
                    <a:pt x="694867" y="340332"/>
                  </a:cubicBezTo>
                  <a:cubicBezTo>
                    <a:pt x="694632" y="340971"/>
                    <a:pt x="694228" y="342283"/>
                    <a:pt x="693790" y="343158"/>
                  </a:cubicBezTo>
                  <a:cubicBezTo>
                    <a:pt x="693353" y="344033"/>
                    <a:pt x="692040" y="343797"/>
                    <a:pt x="692040" y="343797"/>
                  </a:cubicBezTo>
                  <a:lnTo>
                    <a:pt x="686824" y="343797"/>
                  </a:lnTo>
                  <a:lnTo>
                    <a:pt x="683357" y="343797"/>
                  </a:lnTo>
                  <a:lnTo>
                    <a:pt x="678578" y="343797"/>
                  </a:lnTo>
                  <a:lnTo>
                    <a:pt x="673362" y="342922"/>
                  </a:lnTo>
                  <a:lnTo>
                    <a:pt x="669021" y="340736"/>
                  </a:lnTo>
                  <a:lnTo>
                    <a:pt x="666631" y="337910"/>
                  </a:lnTo>
                  <a:lnTo>
                    <a:pt x="663367" y="331821"/>
                  </a:lnTo>
                  <a:lnTo>
                    <a:pt x="660203" y="328996"/>
                  </a:lnTo>
                  <a:lnTo>
                    <a:pt x="660001" y="326607"/>
                  </a:lnTo>
                  <a:cubicBezTo>
                    <a:pt x="660001" y="326607"/>
                    <a:pt x="660641" y="323445"/>
                    <a:pt x="660641" y="322705"/>
                  </a:cubicBezTo>
                  <a:cubicBezTo>
                    <a:pt x="660641" y="321931"/>
                    <a:pt x="660741" y="319106"/>
                    <a:pt x="660741" y="319106"/>
                  </a:cubicBezTo>
                  <a:lnTo>
                    <a:pt x="661179" y="315203"/>
                  </a:lnTo>
                  <a:lnTo>
                    <a:pt x="661381" y="312916"/>
                  </a:lnTo>
                  <a:lnTo>
                    <a:pt x="662020" y="310427"/>
                  </a:lnTo>
                  <a:cubicBezTo>
                    <a:pt x="662020" y="310427"/>
                    <a:pt x="662559" y="309888"/>
                    <a:pt x="662895" y="309787"/>
                  </a:cubicBezTo>
                  <a:cubicBezTo>
                    <a:pt x="663232" y="309686"/>
                    <a:pt x="663535" y="308812"/>
                    <a:pt x="663535" y="308812"/>
                  </a:cubicBezTo>
                  <a:lnTo>
                    <a:pt x="664847" y="307500"/>
                  </a:lnTo>
                  <a:lnTo>
                    <a:pt x="665924" y="305549"/>
                  </a:lnTo>
                  <a:lnTo>
                    <a:pt x="666160" y="302622"/>
                  </a:lnTo>
                  <a:lnTo>
                    <a:pt x="665083" y="301209"/>
                  </a:lnTo>
                  <a:lnTo>
                    <a:pt x="665083" y="299460"/>
                  </a:lnTo>
                  <a:lnTo>
                    <a:pt x="665689" y="296971"/>
                  </a:lnTo>
                  <a:lnTo>
                    <a:pt x="666597" y="295356"/>
                  </a:lnTo>
                  <a:cubicBezTo>
                    <a:pt x="666597" y="295356"/>
                    <a:pt x="667136" y="292968"/>
                    <a:pt x="667136" y="292631"/>
                  </a:cubicBezTo>
                  <a:cubicBezTo>
                    <a:pt x="667136" y="292295"/>
                    <a:pt x="666698" y="290243"/>
                    <a:pt x="666698" y="290243"/>
                  </a:cubicBezTo>
                  <a:lnTo>
                    <a:pt x="665487" y="287215"/>
                  </a:lnTo>
                  <a:lnTo>
                    <a:pt x="662222" y="285365"/>
                  </a:lnTo>
                  <a:lnTo>
                    <a:pt x="660809" y="285567"/>
                  </a:lnTo>
                  <a:cubicBezTo>
                    <a:pt x="660809" y="285567"/>
                    <a:pt x="659631" y="286004"/>
                    <a:pt x="659092" y="286206"/>
                  </a:cubicBezTo>
                  <a:cubicBezTo>
                    <a:pt x="658554" y="286408"/>
                    <a:pt x="658217" y="287081"/>
                    <a:pt x="658217" y="287081"/>
                  </a:cubicBezTo>
                  <a:lnTo>
                    <a:pt x="655054" y="288595"/>
                  </a:lnTo>
                  <a:lnTo>
                    <a:pt x="652227" y="288157"/>
                  </a:lnTo>
                  <a:lnTo>
                    <a:pt x="651150" y="284692"/>
                  </a:lnTo>
                  <a:lnTo>
                    <a:pt x="651789" y="282943"/>
                  </a:lnTo>
                  <a:lnTo>
                    <a:pt x="656568" y="281631"/>
                  </a:lnTo>
                  <a:lnTo>
                    <a:pt x="656770" y="280555"/>
                  </a:lnTo>
                  <a:lnTo>
                    <a:pt x="656333" y="278603"/>
                  </a:lnTo>
                  <a:lnTo>
                    <a:pt x="656333" y="272515"/>
                  </a:lnTo>
                  <a:lnTo>
                    <a:pt x="660573" y="271640"/>
                  </a:lnTo>
                  <a:lnTo>
                    <a:pt x="663501" y="267301"/>
                  </a:lnTo>
                  <a:cubicBezTo>
                    <a:pt x="663501" y="267301"/>
                    <a:pt x="668179" y="265114"/>
                    <a:pt x="668280" y="264710"/>
                  </a:cubicBezTo>
                  <a:cubicBezTo>
                    <a:pt x="668381" y="264273"/>
                    <a:pt x="669357" y="262759"/>
                    <a:pt x="669357" y="262759"/>
                  </a:cubicBezTo>
                  <a:lnTo>
                    <a:pt x="670434" y="261246"/>
                  </a:lnTo>
                  <a:lnTo>
                    <a:pt x="673160" y="258521"/>
                  </a:lnTo>
                  <a:cubicBezTo>
                    <a:pt x="673160" y="258521"/>
                    <a:pt x="674675" y="257209"/>
                    <a:pt x="675112" y="257007"/>
                  </a:cubicBezTo>
                  <a:cubicBezTo>
                    <a:pt x="675550" y="256805"/>
                    <a:pt x="676290" y="256031"/>
                    <a:pt x="676290" y="256031"/>
                  </a:cubicBezTo>
                  <a:lnTo>
                    <a:pt x="678242" y="254417"/>
                  </a:lnTo>
                  <a:lnTo>
                    <a:pt x="680093" y="251927"/>
                  </a:lnTo>
                  <a:cubicBezTo>
                    <a:pt x="680093" y="251927"/>
                    <a:pt x="680968" y="249202"/>
                    <a:pt x="681069" y="248664"/>
                  </a:cubicBezTo>
                  <a:lnTo>
                    <a:pt x="683256" y="244628"/>
                  </a:lnTo>
                  <a:cubicBezTo>
                    <a:pt x="683256" y="244628"/>
                    <a:pt x="684030" y="242340"/>
                    <a:pt x="684233" y="241701"/>
                  </a:cubicBezTo>
                  <a:cubicBezTo>
                    <a:pt x="684434" y="241062"/>
                    <a:pt x="685444" y="239649"/>
                    <a:pt x="685444" y="239649"/>
                  </a:cubicBezTo>
                  <a:cubicBezTo>
                    <a:pt x="685444" y="239649"/>
                    <a:pt x="685781" y="238572"/>
                    <a:pt x="686420" y="238438"/>
                  </a:cubicBezTo>
                  <a:cubicBezTo>
                    <a:pt x="687059" y="238337"/>
                    <a:pt x="688069" y="238438"/>
                    <a:pt x="688372" y="238539"/>
                  </a:cubicBezTo>
                  <a:cubicBezTo>
                    <a:pt x="688708" y="238640"/>
                    <a:pt x="689348" y="240389"/>
                    <a:pt x="689348" y="240389"/>
                  </a:cubicBezTo>
                  <a:lnTo>
                    <a:pt x="689348" y="242340"/>
                  </a:lnTo>
                  <a:lnTo>
                    <a:pt x="690391" y="242878"/>
                  </a:lnTo>
                  <a:cubicBezTo>
                    <a:pt x="690391" y="242878"/>
                    <a:pt x="691771" y="242676"/>
                    <a:pt x="692175" y="242676"/>
                  </a:cubicBezTo>
                  <a:cubicBezTo>
                    <a:pt x="692612" y="242676"/>
                    <a:pt x="694127" y="243013"/>
                    <a:pt x="694127" y="243013"/>
                  </a:cubicBezTo>
                  <a:lnTo>
                    <a:pt x="695978" y="244964"/>
                  </a:lnTo>
                  <a:lnTo>
                    <a:pt x="696214" y="246141"/>
                  </a:lnTo>
                  <a:lnTo>
                    <a:pt x="698266" y="248092"/>
                  </a:lnTo>
                  <a:cubicBezTo>
                    <a:pt x="698266" y="248092"/>
                    <a:pt x="700319" y="250582"/>
                    <a:pt x="700656" y="251019"/>
                  </a:cubicBezTo>
                  <a:cubicBezTo>
                    <a:pt x="700992" y="251456"/>
                    <a:pt x="702271" y="253307"/>
                    <a:pt x="702944" y="253845"/>
                  </a:cubicBezTo>
                  <a:cubicBezTo>
                    <a:pt x="703584" y="254383"/>
                    <a:pt x="705973" y="256771"/>
                    <a:pt x="706108" y="257209"/>
                  </a:cubicBezTo>
                  <a:cubicBezTo>
                    <a:pt x="706209" y="257646"/>
                    <a:pt x="708060" y="259294"/>
                    <a:pt x="708598" y="259698"/>
                  </a:cubicBezTo>
                  <a:cubicBezTo>
                    <a:pt x="709137" y="260135"/>
                    <a:pt x="711089" y="262087"/>
                    <a:pt x="711089" y="262087"/>
                  </a:cubicBezTo>
                  <a:lnTo>
                    <a:pt x="714151" y="262087"/>
                  </a:lnTo>
                  <a:lnTo>
                    <a:pt x="717517" y="260337"/>
                  </a:lnTo>
                  <a:lnTo>
                    <a:pt x="719132" y="257848"/>
                  </a:lnTo>
                  <a:lnTo>
                    <a:pt x="722397" y="254820"/>
                  </a:lnTo>
                  <a:cubicBezTo>
                    <a:pt x="722397" y="254820"/>
                    <a:pt x="725022" y="253206"/>
                    <a:pt x="725661" y="252768"/>
                  </a:cubicBezTo>
                  <a:cubicBezTo>
                    <a:pt x="726301" y="252331"/>
                    <a:pt x="728253" y="247554"/>
                    <a:pt x="728253" y="247554"/>
                  </a:cubicBezTo>
                  <a:cubicBezTo>
                    <a:pt x="728253" y="247554"/>
                    <a:pt x="729027" y="245502"/>
                    <a:pt x="729128" y="245166"/>
                  </a:cubicBezTo>
                  <a:cubicBezTo>
                    <a:pt x="729229" y="244829"/>
                    <a:pt x="731416" y="242542"/>
                    <a:pt x="731416" y="242542"/>
                  </a:cubicBezTo>
                  <a:lnTo>
                    <a:pt x="733806" y="241465"/>
                  </a:lnTo>
                  <a:cubicBezTo>
                    <a:pt x="733806" y="241465"/>
                    <a:pt x="736532" y="243215"/>
                    <a:pt x="737609" y="243417"/>
                  </a:cubicBezTo>
                  <a:cubicBezTo>
                    <a:pt x="738686" y="243618"/>
                    <a:pt x="739897" y="245166"/>
                    <a:pt x="739897" y="245166"/>
                  </a:cubicBezTo>
                  <a:lnTo>
                    <a:pt x="743162" y="248530"/>
                  </a:lnTo>
                  <a:cubicBezTo>
                    <a:pt x="743162" y="248530"/>
                    <a:pt x="743599" y="249943"/>
                    <a:pt x="743599" y="250380"/>
                  </a:cubicBezTo>
                  <a:cubicBezTo>
                    <a:pt x="743599" y="250817"/>
                    <a:pt x="743599" y="251692"/>
                    <a:pt x="743263" y="252566"/>
                  </a:cubicBezTo>
                  <a:cubicBezTo>
                    <a:pt x="742926" y="253441"/>
                    <a:pt x="743263" y="254955"/>
                    <a:pt x="743363" y="255729"/>
                  </a:cubicBezTo>
                  <a:cubicBezTo>
                    <a:pt x="743465" y="256502"/>
                    <a:pt x="744777" y="257141"/>
                    <a:pt x="745854" y="258353"/>
                  </a:cubicBezTo>
                  <a:cubicBezTo>
                    <a:pt x="746931" y="259530"/>
                    <a:pt x="748041" y="259126"/>
                    <a:pt x="748041" y="259126"/>
                  </a:cubicBezTo>
                  <a:lnTo>
                    <a:pt x="749892" y="258689"/>
                  </a:lnTo>
                  <a:lnTo>
                    <a:pt x="753258" y="257074"/>
                  </a:lnTo>
                  <a:lnTo>
                    <a:pt x="756287" y="256872"/>
                  </a:lnTo>
                  <a:cubicBezTo>
                    <a:pt x="756287" y="256872"/>
                    <a:pt x="763018" y="256771"/>
                    <a:pt x="763893" y="256536"/>
                  </a:cubicBezTo>
                  <a:cubicBezTo>
                    <a:pt x="764768" y="256334"/>
                    <a:pt x="769109" y="256536"/>
                    <a:pt x="769446" y="256536"/>
                  </a:cubicBezTo>
                  <a:cubicBezTo>
                    <a:pt x="769782" y="256536"/>
                    <a:pt x="773047" y="258285"/>
                    <a:pt x="773484" y="258285"/>
                  </a:cubicBezTo>
                  <a:cubicBezTo>
                    <a:pt x="773922" y="258285"/>
                    <a:pt x="777725" y="261313"/>
                    <a:pt x="777725" y="261313"/>
                  </a:cubicBezTo>
                  <a:lnTo>
                    <a:pt x="780013" y="260337"/>
                  </a:lnTo>
                  <a:cubicBezTo>
                    <a:pt x="780013" y="260337"/>
                    <a:pt x="781965" y="257612"/>
                    <a:pt x="782840" y="257175"/>
                  </a:cubicBezTo>
                  <a:cubicBezTo>
                    <a:pt x="783715" y="256738"/>
                    <a:pt x="784927" y="254686"/>
                    <a:pt x="785028" y="254248"/>
                  </a:cubicBezTo>
                  <a:cubicBezTo>
                    <a:pt x="785129" y="253811"/>
                    <a:pt x="787518" y="252062"/>
                    <a:pt x="788393" y="251524"/>
                  </a:cubicBezTo>
                  <a:cubicBezTo>
                    <a:pt x="789268" y="250985"/>
                    <a:pt x="793273" y="249472"/>
                    <a:pt x="793273" y="249472"/>
                  </a:cubicBezTo>
                  <a:lnTo>
                    <a:pt x="794922" y="249034"/>
                  </a:lnTo>
                  <a:cubicBezTo>
                    <a:pt x="794922" y="249034"/>
                    <a:pt x="797749" y="248933"/>
                    <a:pt x="799062" y="248933"/>
                  </a:cubicBezTo>
                  <a:cubicBezTo>
                    <a:pt x="800374" y="248933"/>
                    <a:pt x="803302" y="248294"/>
                    <a:pt x="803302" y="248294"/>
                  </a:cubicBezTo>
                  <a:cubicBezTo>
                    <a:pt x="803302" y="248294"/>
                    <a:pt x="806567" y="248294"/>
                    <a:pt x="808418" y="248294"/>
                  </a:cubicBezTo>
                  <a:cubicBezTo>
                    <a:pt x="810269" y="248294"/>
                    <a:pt x="812456" y="248294"/>
                    <a:pt x="812456" y="248294"/>
                  </a:cubicBezTo>
                  <a:cubicBezTo>
                    <a:pt x="812456" y="248294"/>
                    <a:pt x="814408" y="248294"/>
                    <a:pt x="814745" y="248294"/>
                  </a:cubicBezTo>
                  <a:cubicBezTo>
                    <a:pt x="815081" y="248294"/>
                    <a:pt x="816360" y="246242"/>
                    <a:pt x="816697" y="245906"/>
                  </a:cubicBezTo>
                  <a:cubicBezTo>
                    <a:pt x="817033" y="245569"/>
                    <a:pt x="818110" y="244056"/>
                    <a:pt x="818211" y="243719"/>
                  </a:cubicBezTo>
                  <a:cubicBezTo>
                    <a:pt x="818312" y="243383"/>
                    <a:pt x="819827" y="242205"/>
                    <a:pt x="819827" y="242205"/>
                  </a:cubicBezTo>
                  <a:lnTo>
                    <a:pt x="819827" y="239817"/>
                  </a:lnTo>
                  <a:lnTo>
                    <a:pt x="818077" y="236991"/>
                  </a:lnTo>
                  <a:lnTo>
                    <a:pt x="818077" y="235377"/>
                  </a:lnTo>
                  <a:lnTo>
                    <a:pt x="819053" y="231777"/>
                  </a:lnTo>
                  <a:lnTo>
                    <a:pt x="821240" y="229591"/>
                  </a:lnTo>
                  <a:lnTo>
                    <a:pt x="822990" y="227101"/>
                  </a:lnTo>
                  <a:lnTo>
                    <a:pt x="826591" y="223737"/>
                  </a:lnTo>
                  <a:lnTo>
                    <a:pt x="826793" y="220474"/>
                  </a:lnTo>
                  <a:cubicBezTo>
                    <a:pt x="826793" y="220474"/>
                    <a:pt x="827231" y="218456"/>
                    <a:pt x="827231" y="217850"/>
                  </a:cubicBezTo>
                  <a:cubicBezTo>
                    <a:pt x="827231" y="217278"/>
                    <a:pt x="826793" y="216673"/>
                    <a:pt x="826793" y="216673"/>
                  </a:cubicBezTo>
                  <a:cubicBezTo>
                    <a:pt x="826793" y="216673"/>
                    <a:pt x="824471" y="215361"/>
                    <a:pt x="823899" y="215092"/>
                  </a:cubicBezTo>
                  <a:cubicBezTo>
                    <a:pt x="823327" y="214789"/>
                    <a:pt x="823764" y="213645"/>
                    <a:pt x="823764" y="213645"/>
                  </a:cubicBezTo>
                  <a:lnTo>
                    <a:pt x="825077" y="210181"/>
                  </a:lnTo>
                  <a:lnTo>
                    <a:pt x="829856" y="208734"/>
                  </a:lnTo>
                  <a:lnTo>
                    <a:pt x="832043" y="207422"/>
                  </a:lnTo>
                  <a:lnTo>
                    <a:pt x="832043" y="203957"/>
                  </a:lnTo>
                  <a:lnTo>
                    <a:pt x="832043" y="203385"/>
                  </a:lnTo>
                  <a:lnTo>
                    <a:pt x="831168" y="201367"/>
                  </a:lnTo>
                  <a:cubicBezTo>
                    <a:pt x="831168" y="201367"/>
                    <a:pt x="826389" y="201367"/>
                    <a:pt x="825817" y="201367"/>
                  </a:cubicBezTo>
                  <a:cubicBezTo>
                    <a:pt x="825245" y="201367"/>
                    <a:pt x="823360" y="201367"/>
                    <a:pt x="822788" y="201232"/>
                  </a:cubicBezTo>
                  <a:cubicBezTo>
                    <a:pt x="822216" y="201098"/>
                    <a:pt x="823091" y="198037"/>
                    <a:pt x="823091" y="198037"/>
                  </a:cubicBezTo>
                  <a:lnTo>
                    <a:pt x="823529" y="195278"/>
                  </a:lnTo>
                  <a:lnTo>
                    <a:pt x="825279" y="193832"/>
                  </a:lnTo>
                  <a:lnTo>
                    <a:pt x="826860" y="191813"/>
                  </a:lnTo>
                  <a:lnTo>
                    <a:pt x="826860" y="188920"/>
                  </a:lnTo>
                  <a:lnTo>
                    <a:pt x="826793" y="185018"/>
                  </a:lnTo>
                  <a:cubicBezTo>
                    <a:pt x="826793" y="185018"/>
                    <a:pt x="827163" y="183572"/>
                    <a:pt x="824134" y="182260"/>
                  </a:cubicBezTo>
                  <a:cubicBezTo>
                    <a:pt x="821106" y="180948"/>
                    <a:pt x="820937" y="181385"/>
                    <a:pt x="820937" y="181385"/>
                  </a:cubicBezTo>
                  <a:lnTo>
                    <a:pt x="818750" y="180510"/>
                  </a:lnTo>
                  <a:cubicBezTo>
                    <a:pt x="818750" y="180510"/>
                    <a:pt x="816731" y="180510"/>
                    <a:pt x="815856" y="179804"/>
                  </a:cubicBezTo>
                  <a:cubicBezTo>
                    <a:pt x="814980" y="179064"/>
                    <a:pt x="814105" y="178492"/>
                    <a:pt x="813399" y="178189"/>
                  </a:cubicBezTo>
                  <a:cubicBezTo>
                    <a:pt x="812692" y="177886"/>
                    <a:pt x="810942" y="176743"/>
                    <a:pt x="810067" y="176171"/>
                  </a:cubicBezTo>
                  <a:cubicBezTo>
                    <a:pt x="809192" y="175599"/>
                    <a:pt x="808620" y="174724"/>
                    <a:pt x="808620" y="174724"/>
                  </a:cubicBezTo>
                  <a:cubicBezTo>
                    <a:pt x="808620" y="174724"/>
                    <a:pt x="808317" y="172134"/>
                    <a:pt x="807879" y="171259"/>
                  </a:cubicBezTo>
                  <a:cubicBezTo>
                    <a:pt x="807442" y="170385"/>
                    <a:pt x="807004" y="168501"/>
                    <a:pt x="807004" y="168501"/>
                  </a:cubicBezTo>
                  <a:lnTo>
                    <a:pt x="804413" y="165473"/>
                  </a:lnTo>
                  <a:cubicBezTo>
                    <a:pt x="804413" y="165473"/>
                    <a:pt x="801519" y="164599"/>
                    <a:pt x="801519" y="163724"/>
                  </a:cubicBezTo>
                  <a:cubicBezTo>
                    <a:pt x="801519" y="162850"/>
                    <a:pt x="799062" y="166045"/>
                    <a:pt x="799062" y="166045"/>
                  </a:cubicBezTo>
                  <a:cubicBezTo>
                    <a:pt x="799062" y="166045"/>
                    <a:pt x="797177" y="168501"/>
                    <a:pt x="796874" y="168938"/>
                  </a:cubicBezTo>
                  <a:cubicBezTo>
                    <a:pt x="796571" y="169376"/>
                    <a:pt x="794990" y="171394"/>
                    <a:pt x="794990" y="171394"/>
                  </a:cubicBezTo>
                  <a:lnTo>
                    <a:pt x="794249" y="173278"/>
                  </a:lnTo>
                  <a:cubicBezTo>
                    <a:pt x="794249" y="173278"/>
                    <a:pt x="792937" y="175296"/>
                    <a:pt x="792667" y="175868"/>
                  </a:cubicBezTo>
                  <a:cubicBezTo>
                    <a:pt x="792365" y="176440"/>
                    <a:pt x="790917" y="178458"/>
                    <a:pt x="790917" y="178458"/>
                  </a:cubicBezTo>
                  <a:cubicBezTo>
                    <a:pt x="790917" y="178458"/>
                    <a:pt x="790042" y="179905"/>
                    <a:pt x="790042" y="180342"/>
                  </a:cubicBezTo>
                  <a:cubicBezTo>
                    <a:pt x="790042" y="180780"/>
                    <a:pt x="788158" y="182361"/>
                    <a:pt x="788158" y="182361"/>
                  </a:cubicBezTo>
                  <a:lnTo>
                    <a:pt x="787148" y="183942"/>
                  </a:lnTo>
                  <a:cubicBezTo>
                    <a:pt x="787148" y="183942"/>
                    <a:pt x="786408" y="185691"/>
                    <a:pt x="786273" y="186263"/>
                  </a:cubicBezTo>
                  <a:cubicBezTo>
                    <a:pt x="786138" y="186835"/>
                    <a:pt x="785129" y="188281"/>
                    <a:pt x="784691" y="188584"/>
                  </a:cubicBezTo>
                  <a:cubicBezTo>
                    <a:pt x="784254" y="188887"/>
                    <a:pt x="782369" y="189156"/>
                    <a:pt x="782369" y="189156"/>
                  </a:cubicBezTo>
                  <a:lnTo>
                    <a:pt x="780619" y="188853"/>
                  </a:lnTo>
                  <a:cubicBezTo>
                    <a:pt x="780619" y="188853"/>
                    <a:pt x="779037" y="188416"/>
                    <a:pt x="778297" y="187978"/>
                  </a:cubicBezTo>
                  <a:cubicBezTo>
                    <a:pt x="777557" y="187541"/>
                    <a:pt x="776278" y="187978"/>
                    <a:pt x="776278" y="187978"/>
                  </a:cubicBezTo>
                  <a:lnTo>
                    <a:pt x="774090" y="188281"/>
                  </a:lnTo>
                  <a:lnTo>
                    <a:pt x="773653" y="190737"/>
                  </a:lnTo>
                  <a:lnTo>
                    <a:pt x="772071" y="193764"/>
                  </a:lnTo>
                  <a:cubicBezTo>
                    <a:pt x="772071" y="193764"/>
                    <a:pt x="768167" y="196355"/>
                    <a:pt x="766989" y="196355"/>
                  </a:cubicBezTo>
                  <a:cubicBezTo>
                    <a:pt x="765845" y="196355"/>
                    <a:pt x="763792" y="195648"/>
                    <a:pt x="763354" y="195648"/>
                  </a:cubicBezTo>
                  <a:cubicBezTo>
                    <a:pt x="762917" y="195648"/>
                    <a:pt x="760898" y="194504"/>
                    <a:pt x="760325" y="194504"/>
                  </a:cubicBezTo>
                  <a:cubicBezTo>
                    <a:pt x="759753" y="194504"/>
                    <a:pt x="755546" y="194807"/>
                    <a:pt x="755546" y="194807"/>
                  </a:cubicBezTo>
                  <a:lnTo>
                    <a:pt x="754099" y="195951"/>
                  </a:lnTo>
                  <a:lnTo>
                    <a:pt x="749186" y="196523"/>
                  </a:lnTo>
                  <a:lnTo>
                    <a:pt x="746729" y="195345"/>
                  </a:lnTo>
                  <a:lnTo>
                    <a:pt x="746594" y="193899"/>
                  </a:lnTo>
                  <a:lnTo>
                    <a:pt x="746022" y="191881"/>
                  </a:lnTo>
                  <a:lnTo>
                    <a:pt x="744878" y="189694"/>
                  </a:lnTo>
                  <a:lnTo>
                    <a:pt x="742556" y="186667"/>
                  </a:lnTo>
                  <a:lnTo>
                    <a:pt x="738921" y="184783"/>
                  </a:lnTo>
                  <a:lnTo>
                    <a:pt x="736599" y="184480"/>
                  </a:lnTo>
                  <a:lnTo>
                    <a:pt x="734142" y="182899"/>
                  </a:lnTo>
                  <a:cubicBezTo>
                    <a:pt x="734142" y="182899"/>
                    <a:pt x="730945" y="181318"/>
                    <a:pt x="730373" y="180006"/>
                  </a:cubicBezTo>
                  <a:cubicBezTo>
                    <a:pt x="729801" y="178694"/>
                    <a:pt x="730238" y="178862"/>
                    <a:pt x="730238" y="178257"/>
                  </a:cubicBezTo>
                  <a:cubicBezTo>
                    <a:pt x="730238" y="177685"/>
                    <a:pt x="730373" y="175801"/>
                    <a:pt x="730373" y="175801"/>
                  </a:cubicBezTo>
                  <a:lnTo>
                    <a:pt x="735152" y="172336"/>
                  </a:lnTo>
                  <a:cubicBezTo>
                    <a:pt x="735152" y="172336"/>
                    <a:pt x="736464" y="171327"/>
                    <a:pt x="737474" y="170587"/>
                  </a:cubicBezTo>
                  <a:cubicBezTo>
                    <a:pt x="738484" y="169880"/>
                    <a:pt x="739931" y="169712"/>
                    <a:pt x="739931" y="169712"/>
                  </a:cubicBezTo>
                  <a:cubicBezTo>
                    <a:pt x="739931" y="169712"/>
                    <a:pt x="743565" y="166954"/>
                    <a:pt x="743700" y="166382"/>
                  </a:cubicBezTo>
                  <a:cubicBezTo>
                    <a:pt x="743835" y="165810"/>
                    <a:pt x="743835" y="161605"/>
                    <a:pt x="743835" y="161605"/>
                  </a:cubicBezTo>
                  <a:lnTo>
                    <a:pt x="743094" y="159586"/>
                  </a:lnTo>
                  <a:cubicBezTo>
                    <a:pt x="743094" y="159586"/>
                    <a:pt x="740907" y="159149"/>
                    <a:pt x="740772" y="158712"/>
                  </a:cubicBezTo>
                  <a:cubicBezTo>
                    <a:pt x="740637" y="158275"/>
                    <a:pt x="738585" y="158140"/>
                    <a:pt x="738585" y="158140"/>
                  </a:cubicBezTo>
                  <a:lnTo>
                    <a:pt x="739022" y="156391"/>
                  </a:lnTo>
                  <a:lnTo>
                    <a:pt x="740166" y="153363"/>
                  </a:lnTo>
                  <a:cubicBezTo>
                    <a:pt x="740166" y="153363"/>
                    <a:pt x="742589" y="152320"/>
                    <a:pt x="742489" y="151883"/>
                  </a:cubicBezTo>
                  <a:cubicBezTo>
                    <a:pt x="742354" y="151446"/>
                    <a:pt x="740974" y="147409"/>
                    <a:pt x="740974" y="147409"/>
                  </a:cubicBezTo>
                  <a:lnTo>
                    <a:pt x="737911" y="143372"/>
                  </a:lnTo>
                  <a:cubicBezTo>
                    <a:pt x="737911" y="143372"/>
                    <a:pt x="736296" y="142060"/>
                    <a:pt x="735421" y="141858"/>
                  </a:cubicBezTo>
                  <a:cubicBezTo>
                    <a:pt x="734546" y="141623"/>
                    <a:pt x="734008" y="141858"/>
                    <a:pt x="732056" y="141858"/>
                  </a:cubicBezTo>
                  <a:cubicBezTo>
                    <a:pt x="730104" y="141858"/>
                    <a:pt x="726402" y="139134"/>
                    <a:pt x="725964" y="139134"/>
                  </a:cubicBezTo>
                  <a:cubicBezTo>
                    <a:pt x="725527" y="139134"/>
                    <a:pt x="724248" y="137082"/>
                    <a:pt x="724012" y="136409"/>
                  </a:cubicBezTo>
                  <a:cubicBezTo>
                    <a:pt x="723810" y="135770"/>
                    <a:pt x="723810" y="134660"/>
                    <a:pt x="723810" y="134660"/>
                  </a:cubicBezTo>
                  <a:cubicBezTo>
                    <a:pt x="723810" y="134660"/>
                    <a:pt x="723608" y="129244"/>
                    <a:pt x="723608" y="128806"/>
                  </a:cubicBezTo>
                  <a:cubicBezTo>
                    <a:pt x="723608" y="128369"/>
                    <a:pt x="723810" y="125005"/>
                    <a:pt x="723810" y="125005"/>
                  </a:cubicBezTo>
                  <a:lnTo>
                    <a:pt x="724786" y="123794"/>
                  </a:lnTo>
                  <a:cubicBezTo>
                    <a:pt x="724786" y="123794"/>
                    <a:pt x="727075" y="121944"/>
                    <a:pt x="727277" y="121607"/>
                  </a:cubicBezTo>
                  <a:cubicBezTo>
                    <a:pt x="727479" y="121271"/>
                    <a:pt x="729027" y="119993"/>
                    <a:pt x="729229" y="119656"/>
                  </a:cubicBezTo>
                  <a:cubicBezTo>
                    <a:pt x="729431" y="119320"/>
                    <a:pt x="731416" y="117470"/>
                    <a:pt x="731416" y="117470"/>
                  </a:cubicBezTo>
                  <a:lnTo>
                    <a:pt x="733267" y="116057"/>
                  </a:lnTo>
                  <a:lnTo>
                    <a:pt x="735859" y="114745"/>
                  </a:lnTo>
                  <a:cubicBezTo>
                    <a:pt x="735859" y="114745"/>
                    <a:pt x="738686" y="114207"/>
                    <a:pt x="739325" y="114207"/>
                  </a:cubicBezTo>
                  <a:cubicBezTo>
                    <a:pt x="739965" y="114207"/>
                    <a:pt x="742253" y="111919"/>
                    <a:pt x="742253" y="111919"/>
                  </a:cubicBezTo>
                  <a:lnTo>
                    <a:pt x="743666" y="110843"/>
                  </a:lnTo>
                  <a:lnTo>
                    <a:pt x="744306" y="106705"/>
                  </a:lnTo>
                  <a:cubicBezTo>
                    <a:pt x="744306" y="106705"/>
                    <a:pt x="741378" y="103442"/>
                    <a:pt x="741041" y="103442"/>
                  </a:cubicBezTo>
                  <a:cubicBezTo>
                    <a:pt x="740705" y="103442"/>
                    <a:pt x="737676" y="103879"/>
                    <a:pt x="736700" y="104317"/>
                  </a:cubicBezTo>
                  <a:cubicBezTo>
                    <a:pt x="735724" y="104754"/>
                    <a:pt x="730508" y="104956"/>
                    <a:pt x="730508" y="104956"/>
                  </a:cubicBezTo>
                  <a:cubicBezTo>
                    <a:pt x="730508" y="104956"/>
                    <a:pt x="723339" y="106268"/>
                    <a:pt x="723002" y="106369"/>
                  </a:cubicBezTo>
                  <a:cubicBezTo>
                    <a:pt x="722666" y="106470"/>
                    <a:pt x="718964" y="104754"/>
                    <a:pt x="718964" y="104754"/>
                  </a:cubicBezTo>
                  <a:lnTo>
                    <a:pt x="714623" y="102164"/>
                  </a:lnTo>
                  <a:cubicBezTo>
                    <a:pt x="714623" y="102164"/>
                    <a:pt x="713007" y="102164"/>
                    <a:pt x="712570" y="102164"/>
                  </a:cubicBezTo>
                  <a:cubicBezTo>
                    <a:pt x="712132" y="102164"/>
                    <a:pt x="710079" y="102971"/>
                    <a:pt x="710079" y="102971"/>
                  </a:cubicBezTo>
                  <a:cubicBezTo>
                    <a:pt x="710079" y="102971"/>
                    <a:pt x="708867" y="105427"/>
                    <a:pt x="708565" y="105427"/>
                  </a:cubicBezTo>
                  <a:cubicBezTo>
                    <a:pt x="708228" y="105427"/>
                    <a:pt x="705738" y="105629"/>
                    <a:pt x="704560" y="105629"/>
                  </a:cubicBezTo>
                  <a:cubicBezTo>
                    <a:pt x="703348" y="105629"/>
                    <a:pt x="701632" y="105965"/>
                    <a:pt x="701632" y="105965"/>
                  </a:cubicBezTo>
                  <a:lnTo>
                    <a:pt x="699007" y="105629"/>
                  </a:lnTo>
                  <a:lnTo>
                    <a:pt x="697593" y="105629"/>
                  </a:lnTo>
                  <a:cubicBezTo>
                    <a:pt x="697593" y="105629"/>
                    <a:pt x="694228" y="105561"/>
                    <a:pt x="693790" y="105561"/>
                  </a:cubicBezTo>
                  <a:cubicBezTo>
                    <a:pt x="693353" y="105561"/>
                    <a:pt x="691401" y="104855"/>
                    <a:pt x="691401" y="104855"/>
                  </a:cubicBezTo>
                  <a:lnTo>
                    <a:pt x="690425" y="103543"/>
                  </a:lnTo>
                  <a:lnTo>
                    <a:pt x="688910" y="100818"/>
                  </a:lnTo>
                  <a:cubicBezTo>
                    <a:pt x="688910" y="100818"/>
                    <a:pt x="687160" y="100919"/>
                    <a:pt x="686622" y="100919"/>
                  </a:cubicBezTo>
                  <a:cubicBezTo>
                    <a:pt x="686083" y="100919"/>
                    <a:pt x="685848" y="101020"/>
                    <a:pt x="685848" y="101020"/>
                  </a:cubicBezTo>
                  <a:lnTo>
                    <a:pt x="684434" y="103207"/>
                  </a:lnTo>
                  <a:lnTo>
                    <a:pt x="684098" y="105494"/>
                  </a:lnTo>
                  <a:lnTo>
                    <a:pt x="682785" y="107983"/>
                  </a:lnTo>
                  <a:lnTo>
                    <a:pt x="682146" y="110473"/>
                  </a:lnTo>
                  <a:cubicBezTo>
                    <a:pt x="682146" y="110473"/>
                    <a:pt x="682146" y="110473"/>
                    <a:pt x="679958" y="114610"/>
                  </a:cubicBezTo>
                  <a:cubicBezTo>
                    <a:pt x="677771" y="118748"/>
                    <a:pt x="678982" y="116797"/>
                    <a:pt x="678982" y="117201"/>
                  </a:cubicBezTo>
                  <a:cubicBezTo>
                    <a:pt x="678982" y="117638"/>
                    <a:pt x="679184" y="118613"/>
                    <a:pt x="679319" y="119387"/>
                  </a:cubicBezTo>
                  <a:cubicBezTo>
                    <a:pt x="679420" y="120161"/>
                    <a:pt x="680396" y="120262"/>
                    <a:pt x="681271" y="121136"/>
                  </a:cubicBezTo>
                  <a:cubicBezTo>
                    <a:pt x="682146" y="122011"/>
                    <a:pt x="683122" y="122347"/>
                    <a:pt x="683425" y="122448"/>
                  </a:cubicBezTo>
                  <a:cubicBezTo>
                    <a:pt x="683761" y="122549"/>
                    <a:pt x="684401" y="124400"/>
                    <a:pt x="684939" y="125375"/>
                  </a:cubicBezTo>
                  <a:cubicBezTo>
                    <a:pt x="685478" y="126350"/>
                    <a:pt x="686454" y="127999"/>
                    <a:pt x="686588" y="128302"/>
                  </a:cubicBezTo>
                  <a:cubicBezTo>
                    <a:pt x="686689" y="128638"/>
                    <a:pt x="686790" y="129614"/>
                    <a:pt x="687026" y="130926"/>
                  </a:cubicBezTo>
                  <a:cubicBezTo>
                    <a:pt x="687228" y="132237"/>
                    <a:pt x="687026" y="132439"/>
                    <a:pt x="686925" y="133650"/>
                  </a:cubicBezTo>
                  <a:cubicBezTo>
                    <a:pt x="686824" y="134828"/>
                    <a:pt x="686689" y="136678"/>
                    <a:pt x="686689" y="137452"/>
                  </a:cubicBezTo>
                  <a:cubicBezTo>
                    <a:pt x="686689" y="138225"/>
                    <a:pt x="685915" y="138965"/>
                    <a:pt x="685612" y="139840"/>
                  </a:cubicBezTo>
                  <a:cubicBezTo>
                    <a:pt x="685276" y="140715"/>
                    <a:pt x="684737" y="141455"/>
                    <a:pt x="684199" y="142127"/>
                  </a:cubicBezTo>
                  <a:cubicBezTo>
                    <a:pt x="683660" y="142767"/>
                    <a:pt x="682348" y="144415"/>
                    <a:pt x="681809" y="144852"/>
                  </a:cubicBezTo>
                  <a:cubicBezTo>
                    <a:pt x="681271" y="145290"/>
                    <a:pt x="679756" y="146501"/>
                    <a:pt x="678444" y="147779"/>
                  </a:cubicBezTo>
                  <a:cubicBezTo>
                    <a:pt x="677131" y="149091"/>
                    <a:pt x="676256" y="149629"/>
                    <a:pt x="674978" y="149966"/>
                  </a:cubicBezTo>
                  <a:cubicBezTo>
                    <a:pt x="673665" y="150302"/>
                    <a:pt x="672487" y="149966"/>
                    <a:pt x="672487" y="149966"/>
                  </a:cubicBezTo>
                  <a:lnTo>
                    <a:pt x="669862" y="148990"/>
                  </a:lnTo>
                  <a:lnTo>
                    <a:pt x="669088" y="148654"/>
                  </a:lnTo>
                  <a:lnTo>
                    <a:pt x="665285" y="145391"/>
                  </a:lnTo>
                  <a:lnTo>
                    <a:pt x="662458" y="145592"/>
                  </a:lnTo>
                  <a:lnTo>
                    <a:pt x="661280" y="145592"/>
                  </a:lnTo>
                  <a:lnTo>
                    <a:pt x="659194" y="147611"/>
                  </a:lnTo>
                  <a:lnTo>
                    <a:pt x="656905" y="149192"/>
                  </a:lnTo>
                  <a:lnTo>
                    <a:pt x="656131" y="150706"/>
                  </a:lnTo>
                  <a:cubicBezTo>
                    <a:pt x="656131" y="150706"/>
                    <a:pt x="654818" y="151917"/>
                    <a:pt x="653304" y="152892"/>
                  </a:cubicBezTo>
                  <a:cubicBezTo>
                    <a:pt x="651789" y="153868"/>
                    <a:pt x="650813" y="154507"/>
                    <a:pt x="650039" y="154843"/>
                  </a:cubicBezTo>
                  <a:cubicBezTo>
                    <a:pt x="649265" y="155180"/>
                    <a:pt x="648727" y="155819"/>
                    <a:pt x="648727" y="155819"/>
                  </a:cubicBezTo>
                  <a:cubicBezTo>
                    <a:pt x="648727" y="155819"/>
                    <a:pt x="646876" y="157131"/>
                    <a:pt x="646236" y="157770"/>
                  </a:cubicBezTo>
                  <a:cubicBezTo>
                    <a:pt x="645597" y="158409"/>
                    <a:pt x="644823" y="159957"/>
                    <a:pt x="644587" y="160259"/>
                  </a:cubicBezTo>
                  <a:cubicBezTo>
                    <a:pt x="644385" y="160596"/>
                    <a:pt x="643510" y="162210"/>
                    <a:pt x="643510" y="162210"/>
                  </a:cubicBezTo>
                  <a:lnTo>
                    <a:pt x="642736" y="163859"/>
                  </a:lnTo>
                  <a:lnTo>
                    <a:pt x="642198" y="165709"/>
                  </a:lnTo>
                  <a:cubicBezTo>
                    <a:pt x="642198" y="165709"/>
                    <a:pt x="642198" y="167458"/>
                    <a:pt x="642299" y="167761"/>
                  </a:cubicBezTo>
                  <a:cubicBezTo>
                    <a:pt x="642400" y="168097"/>
                    <a:pt x="643073" y="168737"/>
                    <a:pt x="644150" y="169174"/>
                  </a:cubicBezTo>
                  <a:cubicBezTo>
                    <a:pt x="645227" y="169611"/>
                    <a:pt x="646640" y="171327"/>
                    <a:pt x="647313" y="171663"/>
                  </a:cubicBezTo>
                  <a:cubicBezTo>
                    <a:pt x="647953" y="171999"/>
                    <a:pt x="649501" y="173614"/>
                    <a:pt x="649804" y="173715"/>
                  </a:cubicBezTo>
                  <a:cubicBezTo>
                    <a:pt x="650140" y="173816"/>
                    <a:pt x="650780" y="174253"/>
                    <a:pt x="651554" y="174489"/>
                  </a:cubicBezTo>
                  <a:cubicBezTo>
                    <a:pt x="652328" y="174724"/>
                    <a:pt x="652429" y="175027"/>
                    <a:pt x="652429" y="175027"/>
                  </a:cubicBezTo>
                  <a:cubicBezTo>
                    <a:pt x="652429" y="175027"/>
                    <a:pt x="653405" y="176978"/>
                    <a:pt x="654280" y="177853"/>
                  </a:cubicBezTo>
                  <a:cubicBezTo>
                    <a:pt x="655155" y="178727"/>
                    <a:pt x="654179" y="178929"/>
                    <a:pt x="654179" y="178929"/>
                  </a:cubicBezTo>
                  <a:cubicBezTo>
                    <a:pt x="654179" y="178929"/>
                    <a:pt x="653405" y="180006"/>
                    <a:pt x="653102" y="180342"/>
                  </a:cubicBezTo>
                  <a:cubicBezTo>
                    <a:pt x="652765" y="180679"/>
                    <a:pt x="651588" y="181217"/>
                    <a:pt x="650914" y="182091"/>
                  </a:cubicBezTo>
                  <a:cubicBezTo>
                    <a:pt x="650241" y="182966"/>
                    <a:pt x="649938" y="183067"/>
                    <a:pt x="649938" y="183067"/>
                  </a:cubicBezTo>
                  <a:cubicBezTo>
                    <a:pt x="649938" y="183067"/>
                    <a:pt x="649602" y="185355"/>
                    <a:pt x="649602" y="185657"/>
                  </a:cubicBezTo>
                  <a:cubicBezTo>
                    <a:pt x="649602" y="185994"/>
                    <a:pt x="649063" y="188584"/>
                    <a:pt x="649063" y="188920"/>
                  </a:cubicBezTo>
                  <a:cubicBezTo>
                    <a:pt x="649063" y="189257"/>
                    <a:pt x="648188" y="191208"/>
                    <a:pt x="648188" y="191208"/>
                  </a:cubicBezTo>
                  <a:cubicBezTo>
                    <a:pt x="648188" y="191208"/>
                    <a:pt x="646438" y="194235"/>
                    <a:pt x="646236" y="194572"/>
                  </a:cubicBezTo>
                  <a:cubicBezTo>
                    <a:pt x="646001" y="194908"/>
                    <a:pt x="642534" y="198609"/>
                    <a:pt x="642534" y="198609"/>
                  </a:cubicBezTo>
                  <a:lnTo>
                    <a:pt x="639505" y="200559"/>
                  </a:lnTo>
                  <a:lnTo>
                    <a:pt x="638092" y="200997"/>
                  </a:lnTo>
                  <a:lnTo>
                    <a:pt x="636679" y="201973"/>
                  </a:lnTo>
                  <a:cubicBezTo>
                    <a:pt x="636679" y="201973"/>
                    <a:pt x="635029" y="203385"/>
                    <a:pt x="634491" y="203722"/>
                  </a:cubicBezTo>
                  <a:cubicBezTo>
                    <a:pt x="633953" y="204058"/>
                    <a:pt x="632438" y="206110"/>
                    <a:pt x="632101" y="206211"/>
                  </a:cubicBezTo>
                  <a:cubicBezTo>
                    <a:pt x="631765" y="206312"/>
                    <a:pt x="630587" y="207960"/>
                    <a:pt x="630150" y="208162"/>
                  </a:cubicBezTo>
                  <a:cubicBezTo>
                    <a:pt x="629712" y="208398"/>
                    <a:pt x="629275" y="209575"/>
                    <a:pt x="628635" y="210551"/>
                  </a:cubicBezTo>
                  <a:cubicBezTo>
                    <a:pt x="627996" y="211526"/>
                    <a:pt x="627558" y="212603"/>
                    <a:pt x="627121" y="213141"/>
                  </a:cubicBezTo>
                  <a:cubicBezTo>
                    <a:pt x="626683" y="213679"/>
                    <a:pt x="625370" y="216303"/>
                    <a:pt x="624933" y="217379"/>
                  </a:cubicBezTo>
                  <a:cubicBezTo>
                    <a:pt x="624496" y="218456"/>
                    <a:pt x="624058" y="218456"/>
                    <a:pt x="624058" y="218456"/>
                  </a:cubicBezTo>
                  <a:cubicBezTo>
                    <a:pt x="624058" y="218456"/>
                    <a:pt x="622544" y="218994"/>
                    <a:pt x="621669" y="219095"/>
                  </a:cubicBezTo>
                  <a:cubicBezTo>
                    <a:pt x="620794" y="219196"/>
                    <a:pt x="619818" y="219970"/>
                    <a:pt x="619178" y="220071"/>
                  </a:cubicBezTo>
                  <a:cubicBezTo>
                    <a:pt x="618539" y="220171"/>
                    <a:pt x="616351" y="221820"/>
                    <a:pt x="615914" y="222459"/>
                  </a:cubicBezTo>
                  <a:cubicBezTo>
                    <a:pt x="615476" y="223098"/>
                    <a:pt x="614601" y="224511"/>
                    <a:pt x="614164" y="225184"/>
                  </a:cubicBezTo>
                  <a:cubicBezTo>
                    <a:pt x="613726" y="225823"/>
                    <a:pt x="610798" y="229523"/>
                    <a:pt x="610798" y="229523"/>
                  </a:cubicBezTo>
                  <a:lnTo>
                    <a:pt x="608308" y="232248"/>
                  </a:lnTo>
                  <a:lnTo>
                    <a:pt x="602889" y="237227"/>
                  </a:lnTo>
                  <a:lnTo>
                    <a:pt x="599423" y="238875"/>
                  </a:lnTo>
                  <a:cubicBezTo>
                    <a:pt x="599423" y="238875"/>
                    <a:pt x="597134" y="243215"/>
                    <a:pt x="596798" y="243349"/>
                  </a:cubicBezTo>
                  <a:cubicBezTo>
                    <a:pt x="596461" y="243450"/>
                    <a:pt x="593769" y="244527"/>
                    <a:pt x="592793" y="244527"/>
                  </a:cubicBezTo>
                  <a:cubicBezTo>
                    <a:pt x="591817" y="244527"/>
                    <a:pt x="591144" y="243013"/>
                    <a:pt x="591144" y="243013"/>
                  </a:cubicBezTo>
                  <a:cubicBezTo>
                    <a:pt x="591144" y="243013"/>
                    <a:pt x="590605" y="239649"/>
                    <a:pt x="590370" y="239212"/>
                  </a:cubicBezTo>
                  <a:cubicBezTo>
                    <a:pt x="590168" y="238774"/>
                    <a:pt x="589495" y="236285"/>
                    <a:pt x="589495" y="236285"/>
                  </a:cubicBezTo>
                  <a:cubicBezTo>
                    <a:pt x="589495" y="236285"/>
                    <a:pt x="588182" y="234872"/>
                    <a:pt x="587442" y="234872"/>
                  </a:cubicBezTo>
                  <a:cubicBezTo>
                    <a:pt x="586668" y="234872"/>
                    <a:pt x="585793" y="235208"/>
                    <a:pt x="585793" y="235208"/>
                  </a:cubicBezTo>
                  <a:cubicBezTo>
                    <a:pt x="585793" y="235208"/>
                    <a:pt x="585456" y="238673"/>
                    <a:pt x="585355" y="239111"/>
                  </a:cubicBezTo>
                  <a:cubicBezTo>
                    <a:pt x="585254" y="239548"/>
                    <a:pt x="585019" y="243248"/>
                    <a:pt x="585019" y="243248"/>
                  </a:cubicBezTo>
                  <a:lnTo>
                    <a:pt x="583168" y="245536"/>
                  </a:lnTo>
                  <a:lnTo>
                    <a:pt x="580442" y="248025"/>
                  </a:lnTo>
                  <a:cubicBezTo>
                    <a:pt x="580442" y="248025"/>
                    <a:pt x="579365" y="249438"/>
                    <a:pt x="578490" y="251187"/>
                  </a:cubicBezTo>
                  <a:cubicBezTo>
                    <a:pt x="577615" y="252936"/>
                    <a:pt x="578490" y="253475"/>
                    <a:pt x="578490" y="253475"/>
                  </a:cubicBezTo>
                  <a:cubicBezTo>
                    <a:pt x="578490" y="253475"/>
                    <a:pt x="579028" y="254013"/>
                    <a:pt x="580004" y="254349"/>
                  </a:cubicBezTo>
                  <a:cubicBezTo>
                    <a:pt x="580980" y="254686"/>
                    <a:pt x="582495" y="256973"/>
                    <a:pt x="582932" y="257612"/>
                  </a:cubicBezTo>
                  <a:cubicBezTo>
                    <a:pt x="583370" y="258252"/>
                    <a:pt x="583134" y="259564"/>
                    <a:pt x="583134" y="259564"/>
                  </a:cubicBezTo>
                  <a:lnTo>
                    <a:pt x="582798" y="263365"/>
                  </a:lnTo>
                  <a:cubicBezTo>
                    <a:pt x="582798" y="263365"/>
                    <a:pt x="583875" y="267704"/>
                    <a:pt x="584110" y="268041"/>
                  </a:cubicBezTo>
                  <a:cubicBezTo>
                    <a:pt x="584312" y="268377"/>
                    <a:pt x="583235" y="273356"/>
                    <a:pt x="583235" y="273356"/>
                  </a:cubicBezTo>
                  <a:lnTo>
                    <a:pt x="583235" y="275408"/>
                  </a:lnTo>
                  <a:cubicBezTo>
                    <a:pt x="583235" y="275408"/>
                    <a:pt x="582697" y="280723"/>
                    <a:pt x="582461" y="281160"/>
                  </a:cubicBezTo>
                  <a:cubicBezTo>
                    <a:pt x="582225" y="281597"/>
                    <a:pt x="581485" y="285062"/>
                    <a:pt x="581485" y="285062"/>
                  </a:cubicBezTo>
                  <a:cubicBezTo>
                    <a:pt x="581485" y="285062"/>
                    <a:pt x="580408" y="286913"/>
                    <a:pt x="580172" y="287787"/>
                  </a:cubicBezTo>
                  <a:cubicBezTo>
                    <a:pt x="579970" y="288662"/>
                    <a:pt x="577783" y="291387"/>
                    <a:pt x="577783" y="291824"/>
                  </a:cubicBezTo>
                  <a:cubicBezTo>
                    <a:pt x="577783" y="292261"/>
                    <a:pt x="578221" y="296062"/>
                    <a:pt x="578321" y="296399"/>
                  </a:cubicBezTo>
                  <a:cubicBezTo>
                    <a:pt x="578423" y="296735"/>
                    <a:pt x="578759" y="298585"/>
                    <a:pt x="579197" y="298350"/>
                  </a:cubicBezTo>
                  <a:cubicBezTo>
                    <a:pt x="579634" y="298148"/>
                    <a:pt x="581687" y="301176"/>
                    <a:pt x="581687" y="301176"/>
                  </a:cubicBezTo>
                  <a:lnTo>
                    <a:pt x="582461" y="303463"/>
                  </a:lnTo>
                  <a:cubicBezTo>
                    <a:pt x="582461" y="303463"/>
                    <a:pt x="584110" y="309115"/>
                    <a:pt x="584110" y="309552"/>
                  </a:cubicBezTo>
                  <a:cubicBezTo>
                    <a:pt x="584110" y="309989"/>
                    <a:pt x="583235" y="313353"/>
                    <a:pt x="583235" y="313353"/>
                  </a:cubicBezTo>
                  <a:cubicBezTo>
                    <a:pt x="583235" y="313353"/>
                    <a:pt x="583235" y="318769"/>
                    <a:pt x="583235" y="319879"/>
                  </a:cubicBezTo>
                  <a:cubicBezTo>
                    <a:pt x="583235" y="320956"/>
                    <a:pt x="583572" y="321629"/>
                    <a:pt x="583572" y="321629"/>
                  </a:cubicBezTo>
                  <a:cubicBezTo>
                    <a:pt x="583572" y="321629"/>
                    <a:pt x="584884" y="324993"/>
                    <a:pt x="585221" y="325228"/>
                  </a:cubicBezTo>
                  <a:cubicBezTo>
                    <a:pt x="585557" y="325430"/>
                    <a:pt x="586634" y="327415"/>
                    <a:pt x="587273" y="328054"/>
                  </a:cubicBezTo>
                  <a:cubicBezTo>
                    <a:pt x="587913" y="328693"/>
                    <a:pt x="589024" y="330240"/>
                    <a:pt x="589562" y="330880"/>
                  </a:cubicBezTo>
                  <a:cubicBezTo>
                    <a:pt x="590101" y="331519"/>
                    <a:pt x="590875" y="332292"/>
                    <a:pt x="591211" y="332393"/>
                  </a:cubicBezTo>
                  <a:cubicBezTo>
                    <a:pt x="591548" y="332494"/>
                    <a:pt x="591211" y="334344"/>
                    <a:pt x="591211" y="334782"/>
                  </a:cubicBezTo>
                  <a:cubicBezTo>
                    <a:pt x="591211" y="335219"/>
                    <a:pt x="590572" y="337507"/>
                    <a:pt x="590572" y="338045"/>
                  </a:cubicBezTo>
                  <a:cubicBezTo>
                    <a:pt x="590572" y="338583"/>
                    <a:pt x="589394" y="340299"/>
                    <a:pt x="589394" y="340299"/>
                  </a:cubicBezTo>
                  <a:cubicBezTo>
                    <a:pt x="589394" y="340299"/>
                    <a:pt x="587442" y="340299"/>
                    <a:pt x="587004" y="340299"/>
                  </a:cubicBezTo>
                  <a:cubicBezTo>
                    <a:pt x="586567" y="340299"/>
                    <a:pt x="585591" y="340299"/>
                    <a:pt x="584817" y="340534"/>
                  </a:cubicBezTo>
                  <a:cubicBezTo>
                    <a:pt x="584043" y="340736"/>
                    <a:pt x="582966" y="341274"/>
                    <a:pt x="582966" y="341274"/>
                  </a:cubicBezTo>
                  <a:lnTo>
                    <a:pt x="584649" y="344806"/>
                  </a:lnTo>
                  <a:lnTo>
                    <a:pt x="586230" y="350525"/>
                  </a:lnTo>
                  <a:cubicBezTo>
                    <a:pt x="586230" y="350525"/>
                    <a:pt x="585658" y="354865"/>
                    <a:pt x="585658" y="355235"/>
                  </a:cubicBezTo>
                  <a:cubicBezTo>
                    <a:pt x="585658" y="355605"/>
                    <a:pt x="584581" y="357690"/>
                    <a:pt x="584076" y="358935"/>
                  </a:cubicBezTo>
                  <a:cubicBezTo>
                    <a:pt x="583572" y="360180"/>
                    <a:pt x="582057" y="360684"/>
                    <a:pt x="581821" y="360684"/>
                  </a:cubicBezTo>
                  <a:cubicBezTo>
                    <a:pt x="581586" y="360684"/>
                    <a:pt x="579365" y="361761"/>
                    <a:pt x="578557" y="361828"/>
                  </a:cubicBezTo>
                  <a:cubicBezTo>
                    <a:pt x="577749" y="361895"/>
                    <a:pt x="574855" y="361828"/>
                    <a:pt x="574283" y="361963"/>
                  </a:cubicBezTo>
                  <a:cubicBezTo>
                    <a:pt x="573711" y="362097"/>
                    <a:pt x="570581" y="361963"/>
                    <a:pt x="570581" y="361963"/>
                  </a:cubicBezTo>
                  <a:cubicBezTo>
                    <a:pt x="570581" y="361963"/>
                    <a:pt x="568259" y="363409"/>
                    <a:pt x="567989" y="363409"/>
                  </a:cubicBezTo>
                  <a:cubicBezTo>
                    <a:pt x="567687" y="363409"/>
                    <a:pt x="564220" y="364553"/>
                    <a:pt x="564220" y="364553"/>
                  </a:cubicBezTo>
                  <a:lnTo>
                    <a:pt x="558936" y="366067"/>
                  </a:lnTo>
                  <a:lnTo>
                    <a:pt x="555167" y="368085"/>
                  </a:lnTo>
                  <a:lnTo>
                    <a:pt x="552845" y="369834"/>
                  </a:lnTo>
                  <a:lnTo>
                    <a:pt x="549076" y="369834"/>
                  </a:lnTo>
                  <a:lnTo>
                    <a:pt x="545003" y="367244"/>
                  </a:lnTo>
                  <a:lnTo>
                    <a:pt x="545003" y="364048"/>
                  </a:lnTo>
                  <a:cubicBezTo>
                    <a:pt x="545003" y="364048"/>
                    <a:pt x="548032" y="359406"/>
                    <a:pt x="548032" y="358262"/>
                  </a:cubicBezTo>
                  <a:cubicBezTo>
                    <a:pt x="548032" y="357118"/>
                    <a:pt x="546720" y="356244"/>
                    <a:pt x="546720" y="356244"/>
                  </a:cubicBezTo>
                  <a:lnTo>
                    <a:pt x="541806" y="357388"/>
                  </a:lnTo>
                  <a:lnTo>
                    <a:pt x="538037" y="361155"/>
                  </a:lnTo>
                  <a:lnTo>
                    <a:pt x="532248" y="366369"/>
                  </a:lnTo>
                  <a:lnTo>
                    <a:pt x="528479" y="369834"/>
                  </a:lnTo>
                  <a:lnTo>
                    <a:pt x="525585" y="369834"/>
                  </a:lnTo>
                  <a:cubicBezTo>
                    <a:pt x="525585" y="369834"/>
                    <a:pt x="521378" y="370473"/>
                    <a:pt x="520234" y="370473"/>
                  </a:cubicBezTo>
                  <a:cubicBezTo>
                    <a:pt x="519089" y="370473"/>
                    <a:pt x="515589" y="371415"/>
                    <a:pt x="514714" y="371415"/>
                  </a:cubicBezTo>
                  <a:cubicBezTo>
                    <a:pt x="513839" y="371415"/>
                    <a:pt x="512392" y="372559"/>
                    <a:pt x="512392" y="372559"/>
                  </a:cubicBezTo>
                  <a:cubicBezTo>
                    <a:pt x="512392" y="372559"/>
                    <a:pt x="510810" y="374880"/>
                    <a:pt x="510373" y="375015"/>
                  </a:cubicBezTo>
                  <a:cubicBezTo>
                    <a:pt x="509935" y="375149"/>
                    <a:pt x="508488" y="376327"/>
                    <a:pt x="507916" y="376327"/>
                  </a:cubicBezTo>
                  <a:cubicBezTo>
                    <a:pt x="507344" y="376327"/>
                    <a:pt x="504012" y="380397"/>
                    <a:pt x="503575" y="380532"/>
                  </a:cubicBezTo>
                  <a:cubicBezTo>
                    <a:pt x="503137" y="380666"/>
                    <a:pt x="498930" y="383727"/>
                    <a:pt x="498930" y="383727"/>
                  </a:cubicBezTo>
                  <a:lnTo>
                    <a:pt x="493411" y="383727"/>
                  </a:lnTo>
                  <a:cubicBezTo>
                    <a:pt x="493411" y="383727"/>
                    <a:pt x="487454" y="387125"/>
                    <a:pt x="486310" y="387428"/>
                  </a:cubicBezTo>
                  <a:cubicBezTo>
                    <a:pt x="485166" y="387730"/>
                    <a:pt x="482978" y="388941"/>
                    <a:pt x="481834" y="389816"/>
                  </a:cubicBezTo>
                  <a:cubicBezTo>
                    <a:pt x="480689" y="390691"/>
                    <a:pt x="475877" y="392844"/>
                    <a:pt x="475305" y="392844"/>
                  </a:cubicBezTo>
                  <a:cubicBezTo>
                    <a:pt x="474733" y="392844"/>
                    <a:pt x="470829" y="392541"/>
                    <a:pt x="468776" y="392272"/>
                  </a:cubicBezTo>
                  <a:cubicBezTo>
                    <a:pt x="466756" y="391969"/>
                    <a:pt x="465747" y="390388"/>
                    <a:pt x="465747" y="390388"/>
                  </a:cubicBezTo>
                  <a:lnTo>
                    <a:pt x="465309" y="386183"/>
                  </a:lnTo>
                  <a:lnTo>
                    <a:pt x="465007" y="382853"/>
                  </a:lnTo>
                  <a:lnTo>
                    <a:pt x="465007" y="377773"/>
                  </a:lnTo>
                  <a:lnTo>
                    <a:pt x="463862" y="375587"/>
                  </a:lnTo>
                  <a:lnTo>
                    <a:pt x="460800" y="373265"/>
                  </a:lnTo>
                  <a:lnTo>
                    <a:pt x="459353" y="368354"/>
                  </a:lnTo>
                  <a:lnTo>
                    <a:pt x="458780" y="363275"/>
                  </a:lnTo>
                  <a:lnTo>
                    <a:pt x="457333" y="360651"/>
                  </a:lnTo>
                  <a:lnTo>
                    <a:pt x="455314" y="362097"/>
                  </a:lnTo>
                  <a:cubicBezTo>
                    <a:pt x="455314" y="362097"/>
                    <a:pt x="453732" y="363409"/>
                    <a:pt x="452857" y="363846"/>
                  </a:cubicBezTo>
                  <a:cubicBezTo>
                    <a:pt x="451982" y="364284"/>
                    <a:pt x="450266" y="366302"/>
                    <a:pt x="450266" y="366302"/>
                  </a:cubicBezTo>
                  <a:cubicBezTo>
                    <a:pt x="450266" y="366302"/>
                    <a:pt x="445924" y="366302"/>
                    <a:pt x="445049" y="366302"/>
                  </a:cubicBezTo>
                  <a:cubicBezTo>
                    <a:pt x="444174" y="366302"/>
                    <a:pt x="439968" y="363981"/>
                    <a:pt x="439968" y="363981"/>
                  </a:cubicBezTo>
                  <a:lnTo>
                    <a:pt x="438655" y="359070"/>
                  </a:lnTo>
                  <a:lnTo>
                    <a:pt x="439665" y="353553"/>
                  </a:lnTo>
                  <a:lnTo>
                    <a:pt x="442862" y="353418"/>
                  </a:lnTo>
                  <a:lnTo>
                    <a:pt x="449223" y="352106"/>
                  </a:lnTo>
                  <a:lnTo>
                    <a:pt x="451107" y="348910"/>
                  </a:lnTo>
                  <a:lnTo>
                    <a:pt x="447203" y="342384"/>
                  </a:lnTo>
                  <a:lnTo>
                    <a:pt x="444006" y="337608"/>
                  </a:lnTo>
                  <a:lnTo>
                    <a:pt x="443131" y="335589"/>
                  </a:lnTo>
                  <a:lnTo>
                    <a:pt x="439799" y="332393"/>
                  </a:lnTo>
                  <a:lnTo>
                    <a:pt x="432833" y="329198"/>
                  </a:lnTo>
                  <a:lnTo>
                    <a:pt x="426472" y="325127"/>
                  </a:lnTo>
                  <a:cubicBezTo>
                    <a:pt x="426472" y="325127"/>
                    <a:pt x="425025" y="320922"/>
                    <a:pt x="424722" y="320350"/>
                  </a:cubicBezTo>
                  <a:cubicBezTo>
                    <a:pt x="424419" y="319778"/>
                    <a:pt x="424587" y="316717"/>
                    <a:pt x="424587" y="316717"/>
                  </a:cubicBezTo>
                  <a:cubicBezTo>
                    <a:pt x="424587" y="316717"/>
                    <a:pt x="425900" y="315136"/>
                    <a:pt x="426775" y="314699"/>
                  </a:cubicBezTo>
                  <a:cubicBezTo>
                    <a:pt x="427650" y="314262"/>
                    <a:pt x="429972" y="313690"/>
                    <a:pt x="430847" y="313690"/>
                  </a:cubicBezTo>
                  <a:cubicBezTo>
                    <a:pt x="431722" y="313690"/>
                    <a:pt x="434616" y="311503"/>
                    <a:pt x="434616" y="311503"/>
                  </a:cubicBezTo>
                  <a:lnTo>
                    <a:pt x="436939" y="309182"/>
                  </a:lnTo>
                  <a:lnTo>
                    <a:pt x="438251" y="306726"/>
                  </a:lnTo>
                  <a:lnTo>
                    <a:pt x="440708" y="299326"/>
                  </a:lnTo>
                  <a:lnTo>
                    <a:pt x="438823" y="298888"/>
                  </a:lnTo>
                  <a:cubicBezTo>
                    <a:pt x="438823" y="298888"/>
                    <a:pt x="433169" y="303093"/>
                    <a:pt x="431419" y="303093"/>
                  </a:cubicBezTo>
                  <a:cubicBezTo>
                    <a:pt x="429669" y="303093"/>
                    <a:pt x="427953" y="302353"/>
                    <a:pt x="427953" y="302353"/>
                  </a:cubicBezTo>
                  <a:lnTo>
                    <a:pt x="427515" y="299897"/>
                  </a:lnTo>
                  <a:lnTo>
                    <a:pt x="428390" y="297576"/>
                  </a:lnTo>
                  <a:lnTo>
                    <a:pt x="428828" y="294112"/>
                  </a:lnTo>
                  <a:lnTo>
                    <a:pt x="428962" y="292530"/>
                  </a:lnTo>
                  <a:lnTo>
                    <a:pt x="428087" y="286307"/>
                  </a:lnTo>
                  <a:lnTo>
                    <a:pt x="424890" y="281967"/>
                  </a:lnTo>
                  <a:lnTo>
                    <a:pt x="422568" y="280790"/>
                  </a:lnTo>
                  <a:lnTo>
                    <a:pt x="419808" y="279915"/>
                  </a:lnTo>
                  <a:lnTo>
                    <a:pt x="414020" y="277729"/>
                  </a:lnTo>
                  <a:lnTo>
                    <a:pt x="411395" y="273827"/>
                  </a:lnTo>
                  <a:lnTo>
                    <a:pt x="409005" y="269050"/>
                  </a:lnTo>
                  <a:lnTo>
                    <a:pt x="406616" y="263096"/>
                  </a:lnTo>
                  <a:lnTo>
                    <a:pt x="405875" y="261077"/>
                  </a:lnTo>
                  <a:lnTo>
                    <a:pt x="405875" y="258487"/>
                  </a:lnTo>
                  <a:lnTo>
                    <a:pt x="406380" y="252533"/>
                  </a:lnTo>
                  <a:lnTo>
                    <a:pt x="406313" y="250346"/>
                  </a:lnTo>
                  <a:lnTo>
                    <a:pt x="400524" y="247890"/>
                  </a:lnTo>
                  <a:lnTo>
                    <a:pt x="398337" y="244560"/>
                  </a:lnTo>
                  <a:lnTo>
                    <a:pt x="396890" y="241230"/>
                  </a:lnTo>
                  <a:cubicBezTo>
                    <a:pt x="396890" y="241230"/>
                    <a:pt x="394568" y="229927"/>
                    <a:pt x="394298" y="229355"/>
                  </a:cubicBezTo>
                  <a:cubicBezTo>
                    <a:pt x="393995" y="228783"/>
                    <a:pt x="393726" y="223838"/>
                    <a:pt x="393726" y="223838"/>
                  </a:cubicBezTo>
                  <a:lnTo>
                    <a:pt x="392279" y="218187"/>
                  </a:lnTo>
                  <a:lnTo>
                    <a:pt x="387635" y="218489"/>
                  </a:lnTo>
                  <a:cubicBezTo>
                    <a:pt x="387635" y="218489"/>
                    <a:pt x="385750" y="218489"/>
                    <a:pt x="385010" y="218489"/>
                  </a:cubicBezTo>
                  <a:cubicBezTo>
                    <a:pt x="384269" y="218489"/>
                    <a:pt x="380231" y="213847"/>
                    <a:pt x="380231" y="213847"/>
                  </a:cubicBezTo>
                  <a:lnTo>
                    <a:pt x="380533" y="209945"/>
                  </a:lnTo>
                  <a:lnTo>
                    <a:pt x="379793" y="203722"/>
                  </a:lnTo>
                  <a:lnTo>
                    <a:pt x="379793" y="197364"/>
                  </a:lnTo>
                  <a:lnTo>
                    <a:pt x="378918" y="194471"/>
                  </a:lnTo>
                  <a:lnTo>
                    <a:pt x="374442" y="187945"/>
                  </a:lnTo>
                  <a:lnTo>
                    <a:pt x="371413" y="183303"/>
                  </a:lnTo>
                  <a:lnTo>
                    <a:pt x="369226" y="177214"/>
                  </a:lnTo>
                  <a:lnTo>
                    <a:pt x="367341" y="170688"/>
                  </a:lnTo>
                  <a:lnTo>
                    <a:pt x="366903" y="165608"/>
                  </a:lnTo>
                  <a:lnTo>
                    <a:pt x="363706" y="162580"/>
                  </a:lnTo>
                  <a:lnTo>
                    <a:pt x="361384" y="161706"/>
                  </a:lnTo>
                  <a:lnTo>
                    <a:pt x="358187" y="162715"/>
                  </a:lnTo>
                  <a:lnTo>
                    <a:pt x="357043" y="163287"/>
                  </a:lnTo>
                  <a:lnTo>
                    <a:pt x="354148" y="167795"/>
                  </a:lnTo>
                  <a:lnTo>
                    <a:pt x="349908" y="166348"/>
                  </a:lnTo>
                  <a:lnTo>
                    <a:pt x="346105" y="164061"/>
                  </a:lnTo>
                  <a:lnTo>
                    <a:pt x="345465" y="162210"/>
                  </a:lnTo>
                  <a:lnTo>
                    <a:pt x="343076" y="162009"/>
                  </a:lnTo>
                  <a:cubicBezTo>
                    <a:pt x="343076" y="162009"/>
                    <a:pt x="341999" y="162345"/>
                    <a:pt x="341763" y="162648"/>
                  </a:cubicBezTo>
                  <a:cubicBezTo>
                    <a:pt x="341562" y="162984"/>
                    <a:pt x="340350" y="164834"/>
                    <a:pt x="340013" y="165272"/>
                  </a:cubicBezTo>
                  <a:cubicBezTo>
                    <a:pt x="339677" y="165709"/>
                    <a:pt x="336850" y="169308"/>
                    <a:pt x="336210" y="169611"/>
                  </a:cubicBezTo>
                  <a:cubicBezTo>
                    <a:pt x="335571" y="169948"/>
                    <a:pt x="332307" y="170587"/>
                    <a:pt x="332307" y="170587"/>
                  </a:cubicBezTo>
                  <a:lnTo>
                    <a:pt x="326215" y="169948"/>
                  </a:lnTo>
                  <a:lnTo>
                    <a:pt x="321638" y="166920"/>
                  </a:lnTo>
                  <a:lnTo>
                    <a:pt x="317297" y="160932"/>
                  </a:lnTo>
                  <a:lnTo>
                    <a:pt x="314671" y="156155"/>
                  </a:lnTo>
                  <a:lnTo>
                    <a:pt x="312820" y="151816"/>
                  </a:lnTo>
                  <a:cubicBezTo>
                    <a:pt x="312820" y="151816"/>
                    <a:pt x="310869" y="147140"/>
                    <a:pt x="309994" y="147039"/>
                  </a:cubicBezTo>
                  <a:cubicBezTo>
                    <a:pt x="309118" y="146938"/>
                    <a:pt x="307604" y="144449"/>
                    <a:pt x="307166" y="144112"/>
                  </a:cubicBezTo>
                  <a:cubicBezTo>
                    <a:pt x="306729" y="143776"/>
                    <a:pt x="305315" y="140109"/>
                    <a:pt x="304979" y="139975"/>
                  </a:cubicBezTo>
                  <a:cubicBezTo>
                    <a:pt x="304642" y="139874"/>
                    <a:pt x="304743" y="137586"/>
                    <a:pt x="303902" y="136072"/>
                  </a:cubicBezTo>
                  <a:cubicBezTo>
                    <a:pt x="303027" y="134559"/>
                    <a:pt x="302488" y="132473"/>
                    <a:pt x="302388" y="132036"/>
                  </a:cubicBezTo>
                  <a:cubicBezTo>
                    <a:pt x="302286" y="131598"/>
                    <a:pt x="302286" y="129412"/>
                    <a:pt x="302388" y="129109"/>
                  </a:cubicBezTo>
                  <a:cubicBezTo>
                    <a:pt x="302488" y="128773"/>
                    <a:pt x="303801" y="128234"/>
                    <a:pt x="304239" y="128234"/>
                  </a:cubicBezTo>
                  <a:cubicBezTo>
                    <a:pt x="304676" y="128234"/>
                    <a:pt x="306089" y="127797"/>
                    <a:pt x="306089" y="127797"/>
                  </a:cubicBezTo>
                  <a:cubicBezTo>
                    <a:pt x="306089" y="127797"/>
                    <a:pt x="307301" y="127360"/>
                    <a:pt x="311643" y="126821"/>
                  </a:cubicBezTo>
                  <a:cubicBezTo>
                    <a:pt x="315984" y="126283"/>
                    <a:pt x="313931" y="126283"/>
                    <a:pt x="314234" y="126182"/>
                  </a:cubicBezTo>
                  <a:cubicBezTo>
                    <a:pt x="314571" y="126081"/>
                    <a:pt x="315008" y="125745"/>
                    <a:pt x="315748" y="125409"/>
                  </a:cubicBezTo>
                  <a:cubicBezTo>
                    <a:pt x="316523" y="125072"/>
                    <a:pt x="317498" y="123121"/>
                    <a:pt x="317936" y="122583"/>
                  </a:cubicBezTo>
                  <a:cubicBezTo>
                    <a:pt x="318373" y="122045"/>
                    <a:pt x="318474" y="120968"/>
                    <a:pt x="318710" y="120531"/>
                  </a:cubicBezTo>
                  <a:cubicBezTo>
                    <a:pt x="318912" y="120094"/>
                    <a:pt x="319047" y="117167"/>
                    <a:pt x="319047" y="116730"/>
                  </a:cubicBezTo>
                  <a:cubicBezTo>
                    <a:pt x="319047" y="116292"/>
                    <a:pt x="319047" y="115081"/>
                    <a:pt x="318710" y="114644"/>
                  </a:cubicBezTo>
                  <a:cubicBezTo>
                    <a:pt x="318373" y="114207"/>
                    <a:pt x="318071" y="113029"/>
                    <a:pt x="318071" y="113029"/>
                  </a:cubicBezTo>
                  <a:cubicBezTo>
                    <a:pt x="318071" y="113029"/>
                    <a:pt x="315580" y="110977"/>
                    <a:pt x="315143" y="110977"/>
                  </a:cubicBezTo>
                  <a:cubicBezTo>
                    <a:pt x="314705" y="110977"/>
                    <a:pt x="313090" y="109901"/>
                    <a:pt x="313090" y="109901"/>
                  </a:cubicBezTo>
                  <a:lnTo>
                    <a:pt x="310061" y="105898"/>
                  </a:lnTo>
                  <a:lnTo>
                    <a:pt x="308849" y="102096"/>
                  </a:lnTo>
                  <a:lnTo>
                    <a:pt x="308748" y="99069"/>
                  </a:lnTo>
                  <a:lnTo>
                    <a:pt x="304844" y="92442"/>
                  </a:lnTo>
                  <a:lnTo>
                    <a:pt x="301681" y="84402"/>
                  </a:lnTo>
                  <a:lnTo>
                    <a:pt x="300469" y="80062"/>
                  </a:lnTo>
                  <a:lnTo>
                    <a:pt x="298517" y="77472"/>
                  </a:lnTo>
                  <a:cubicBezTo>
                    <a:pt x="298517" y="77472"/>
                    <a:pt x="293637" y="77808"/>
                    <a:pt x="293200" y="77808"/>
                  </a:cubicBezTo>
                  <a:cubicBezTo>
                    <a:pt x="292762" y="77808"/>
                    <a:pt x="289397" y="74882"/>
                    <a:pt x="289397" y="74882"/>
                  </a:cubicBezTo>
                  <a:lnTo>
                    <a:pt x="287445" y="71182"/>
                  </a:lnTo>
                  <a:cubicBezTo>
                    <a:pt x="287445" y="71182"/>
                    <a:pt x="284719" y="68793"/>
                    <a:pt x="284180" y="68019"/>
                  </a:cubicBezTo>
                  <a:cubicBezTo>
                    <a:pt x="283642" y="67246"/>
                    <a:pt x="282969" y="65295"/>
                    <a:pt x="282531" y="64655"/>
                  </a:cubicBezTo>
                  <a:cubicBezTo>
                    <a:pt x="282094" y="64016"/>
                    <a:pt x="281555" y="62031"/>
                    <a:pt x="281555" y="62031"/>
                  </a:cubicBezTo>
                  <a:cubicBezTo>
                    <a:pt x="281555" y="62031"/>
                    <a:pt x="281118" y="58668"/>
                    <a:pt x="281118" y="58028"/>
                  </a:cubicBezTo>
                  <a:cubicBezTo>
                    <a:pt x="281118" y="57389"/>
                    <a:pt x="281757" y="55304"/>
                    <a:pt x="281757" y="55304"/>
                  </a:cubicBezTo>
                  <a:cubicBezTo>
                    <a:pt x="281757" y="55304"/>
                    <a:pt x="282531" y="53554"/>
                    <a:pt x="282969" y="52915"/>
                  </a:cubicBezTo>
                  <a:cubicBezTo>
                    <a:pt x="283406" y="52276"/>
                    <a:pt x="283844" y="51502"/>
                    <a:pt x="283844" y="51502"/>
                  </a:cubicBezTo>
                  <a:cubicBezTo>
                    <a:pt x="283844" y="51502"/>
                    <a:pt x="282228" y="48777"/>
                    <a:pt x="281892" y="48777"/>
                  </a:cubicBezTo>
                  <a:cubicBezTo>
                    <a:pt x="281555" y="48777"/>
                    <a:pt x="279940" y="48576"/>
                    <a:pt x="279940" y="48576"/>
                  </a:cubicBezTo>
                  <a:cubicBezTo>
                    <a:pt x="279940" y="48576"/>
                    <a:pt x="277012" y="49013"/>
                    <a:pt x="276137" y="49013"/>
                  </a:cubicBezTo>
                  <a:cubicBezTo>
                    <a:pt x="275262" y="49013"/>
                    <a:pt x="274521" y="49652"/>
                    <a:pt x="274185" y="49787"/>
                  </a:cubicBezTo>
                  <a:cubicBezTo>
                    <a:pt x="273849" y="49888"/>
                    <a:pt x="273209" y="50863"/>
                    <a:pt x="273209" y="50863"/>
                  </a:cubicBezTo>
                  <a:cubicBezTo>
                    <a:pt x="273209" y="50863"/>
                    <a:pt x="271897" y="52915"/>
                    <a:pt x="271594" y="53252"/>
                  </a:cubicBezTo>
                  <a:cubicBezTo>
                    <a:pt x="271257" y="53588"/>
                    <a:pt x="270718" y="54664"/>
                    <a:pt x="270718" y="54664"/>
                  </a:cubicBezTo>
                  <a:lnTo>
                    <a:pt x="270382" y="58264"/>
                  </a:lnTo>
                  <a:cubicBezTo>
                    <a:pt x="270382" y="58264"/>
                    <a:pt x="267791" y="61292"/>
                    <a:pt x="267017" y="61426"/>
                  </a:cubicBezTo>
                  <a:cubicBezTo>
                    <a:pt x="266243" y="61527"/>
                    <a:pt x="265502" y="63041"/>
                    <a:pt x="265502" y="63041"/>
                  </a:cubicBezTo>
                  <a:cubicBezTo>
                    <a:pt x="265502" y="63041"/>
                    <a:pt x="264291" y="66741"/>
                    <a:pt x="263988" y="67279"/>
                  </a:cubicBezTo>
                  <a:cubicBezTo>
                    <a:pt x="263651" y="67818"/>
                    <a:pt x="261262" y="70980"/>
                    <a:pt x="261262" y="70980"/>
                  </a:cubicBezTo>
                  <a:cubicBezTo>
                    <a:pt x="261262" y="70980"/>
                    <a:pt x="260084" y="72931"/>
                    <a:pt x="259613" y="73469"/>
                  </a:cubicBezTo>
                  <a:cubicBezTo>
                    <a:pt x="259175" y="74007"/>
                    <a:pt x="257223" y="76059"/>
                    <a:pt x="256886" y="76396"/>
                  </a:cubicBezTo>
                  <a:cubicBezTo>
                    <a:pt x="256550" y="76732"/>
                    <a:pt x="255574" y="78145"/>
                    <a:pt x="254262" y="79020"/>
                  </a:cubicBezTo>
                  <a:cubicBezTo>
                    <a:pt x="252949" y="79894"/>
                    <a:pt x="253185" y="79793"/>
                    <a:pt x="252848" y="79894"/>
                  </a:cubicBezTo>
                  <a:cubicBezTo>
                    <a:pt x="252511" y="79995"/>
                    <a:pt x="251334" y="80231"/>
                    <a:pt x="249482" y="80769"/>
                  </a:cubicBezTo>
                  <a:cubicBezTo>
                    <a:pt x="247631" y="81307"/>
                    <a:pt x="245882" y="80769"/>
                    <a:pt x="245343" y="81004"/>
                  </a:cubicBezTo>
                  <a:cubicBezTo>
                    <a:pt x="244805" y="81240"/>
                    <a:pt x="243055" y="82182"/>
                    <a:pt x="242853" y="82619"/>
                  </a:cubicBezTo>
                  <a:cubicBezTo>
                    <a:pt x="242651" y="83056"/>
                    <a:pt x="241978" y="84133"/>
                    <a:pt x="241978" y="84469"/>
                  </a:cubicBezTo>
                  <a:cubicBezTo>
                    <a:pt x="241978" y="84806"/>
                    <a:pt x="241540" y="85781"/>
                    <a:pt x="241439" y="86656"/>
                  </a:cubicBezTo>
                  <a:cubicBezTo>
                    <a:pt x="241338" y="87530"/>
                    <a:pt x="240699" y="90894"/>
                    <a:pt x="240699" y="90894"/>
                  </a:cubicBezTo>
                  <a:cubicBezTo>
                    <a:pt x="240699" y="90894"/>
                    <a:pt x="240699" y="92408"/>
                    <a:pt x="240699" y="93485"/>
                  </a:cubicBezTo>
                  <a:cubicBezTo>
                    <a:pt x="240699" y="94561"/>
                    <a:pt x="242449" y="99573"/>
                    <a:pt x="242449" y="99573"/>
                  </a:cubicBezTo>
                  <a:cubicBezTo>
                    <a:pt x="242449" y="99573"/>
                    <a:pt x="242449" y="102399"/>
                    <a:pt x="242449" y="103476"/>
                  </a:cubicBezTo>
                  <a:cubicBezTo>
                    <a:pt x="242449" y="104552"/>
                    <a:pt x="241574" y="110977"/>
                    <a:pt x="241574" y="111414"/>
                  </a:cubicBezTo>
                  <a:cubicBezTo>
                    <a:pt x="241574" y="111852"/>
                    <a:pt x="240497" y="115653"/>
                    <a:pt x="240396" y="116090"/>
                  </a:cubicBezTo>
                  <a:cubicBezTo>
                    <a:pt x="240295" y="116528"/>
                    <a:pt x="234304" y="116427"/>
                    <a:pt x="234304" y="116427"/>
                  </a:cubicBezTo>
                  <a:lnTo>
                    <a:pt x="229424" y="110002"/>
                  </a:lnTo>
                  <a:lnTo>
                    <a:pt x="225621" y="105561"/>
                  </a:lnTo>
                  <a:lnTo>
                    <a:pt x="220607" y="98497"/>
                  </a:lnTo>
                  <a:lnTo>
                    <a:pt x="219092" y="89582"/>
                  </a:lnTo>
                  <a:lnTo>
                    <a:pt x="218217" y="85142"/>
                  </a:lnTo>
                  <a:lnTo>
                    <a:pt x="218554" y="79490"/>
                  </a:lnTo>
                  <a:lnTo>
                    <a:pt x="219092" y="76665"/>
                  </a:lnTo>
                  <a:lnTo>
                    <a:pt x="220169" y="72763"/>
                  </a:lnTo>
                  <a:lnTo>
                    <a:pt x="219833" y="70038"/>
                  </a:lnTo>
                  <a:lnTo>
                    <a:pt x="219833" y="62099"/>
                  </a:lnTo>
                  <a:lnTo>
                    <a:pt x="219294" y="58836"/>
                  </a:lnTo>
                  <a:lnTo>
                    <a:pt x="218958" y="55035"/>
                  </a:lnTo>
                  <a:lnTo>
                    <a:pt x="218083" y="50897"/>
                  </a:lnTo>
                  <a:lnTo>
                    <a:pt x="218083" y="47297"/>
                  </a:lnTo>
                  <a:lnTo>
                    <a:pt x="220203" y="43732"/>
                  </a:lnTo>
                  <a:lnTo>
                    <a:pt x="222323" y="37004"/>
                  </a:lnTo>
                  <a:lnTo>
                    <a:pt x="224915" y="31251"/>
                  </a:lnTo>
                  <a:lnTo>
                    <a:pt x="226429" y="24523"/>
                  </a:lnTo>
                  <a:lnTo>
                    <a:pt x="227304" y="21496"/>
                  </a:lnTo>
                  <a:lnTo>
                    <a:pt x="227742" y="18872"/>
                  </a:lnTo>
                  <a:lnTo>
                    <a:pt x="227102" y="9318"/>
                  </a:lnTo>
                  <a:lnTo>
                    <a:pt x="226766" y="5618"/>
                  </a:lnTo>
                  <a:cubicBezTo>
                    <a:pt x="226766" y="5618"/>
                    <a:pt x="223602" y="1379"/>
                    <a:pt x="223165" y="1379"/>
                  </a:cubicBezTo>
                  <a:cubicBezTo>
                    <a:pt x="222727" y="1379"/>
                    <a:pt x="221549" y="1178"/>
                    <a:pt x="221549" y="1178"/>
                  </a:cubicBezTo>
                  <a:cubicBezTo>
                    <a:pt x="221549" y="1178"/>
                    <a:pt x="220035" y="639"/>
                    <a:pt x="219496" y="538"/>
                  </a:cubicBezTo>
                  <a:cubicBezTo>
                    <a:pt x="218958" y="437"/>
                    <a:pt x="216333" y="0"/>
                    <a:pt x="215256" y="0"/>
                  </a:cubicBezTo>
                  <a:cubicBezTo>
                    <a:pt x="214179" y="0"/>
                    <a:pt x="213203" y="538"/>
                    <a:pt x="211890" y="538"/>
                  </a:cubicBezTo>
                  <a:cubicBezTo>
                    <a:pt x="210578" y="538"/>
                    <a:pt x="208525" y="2388"/>
                    <a:pt x="208525" y="2388"/>
                  </a:cubicBezTo>
                  <a:lnTo>
                    <a:pt x="205900" y="4037"/>
                  </a:lnTo>
                  <a:lnTo>
                    <a:pt x="205900" y="4575"/>
                  </a:lnTo>
                  <a:lnTo>
                    <a:pt x="209602" y="9251"/>
                  </a:lnTo>
                  <a:cubicBezTo>
                    <a:pt x="209602" y="9251"/>
                    <a:pt x="210578" y="10899"/>
                    <a:pt x="210241" y="11000"/>
                  </a:cubicBezTo>
                  <a:cubicBezTo>
                    <a:pt x="209905" y="11101"/>
                    <a:pt x="209063" y="11539"/>
                    <a:pt x="208727" y="11774"/>
                  </a:cubicBezTo>
                  <a:cubicBezTo>
                    <a:pt x="208390" y="12009"/>
                    <a:pt x="207414" y="13826"/>
                    <a:pt x="207414" y="13826"/>
                  </a:cubicBezTo>
                  <a:lnTo>
                    <a:pt x="207852" y="14701"/>
                  </a:lnTo>
                  <a:lnTo>
                    <a:pt x="209501" y="16114"/>
                  </a:lnTo>
                  <a:lnTo>
                    <a:pt x="210140" y="17426"/>
                  </a:lnTo>
                  <a:cubicBezTo>
                    <a:pt x="210140" y="17426"/>
                    <a:pt x="210241" y="19612"/>
                    <a:pt x="210241" y="20049"/>
                  </a:cubicBezTo>
                  <a:cubicBezTo>
                    <a:pt x="210241" y="20487"/>
                    <a:pt x="209905" y="22236"/>
                    <a:pt x="209905" y="22236"/>
                  </a:cubicBezTo>
                  <a:lnTo>
                    <a:pt x="207414" y="22337"/>
                  </a:lnTo>
                  <a:cubicBezTo>
                    <a:pt x="207414" y="22337"/>
                    <a:pt x="204789" y="22438"/>
                    <a:pt x="204486" y="22438"/>
                  </a:cubicBezTo>
                  <a:cubicBezTo>
                    <a:pt x="204150" y="22438"/>
                    <a:pt x="203275" y="23851"/>
                    <a:pt x="203275" y="23851"/>
                  </a:cubicBezTo>
                  <a:lnTo>
                    <a:pt x="205227" y="26441"/>
                  </a:lnTo>
                  <a:lnTo>
                    <a:pt x="204587" y="27517"/>
                  </a:lnTo>
                  <a:lnTo>
                    <a:pt x="201424" y="28829"/>
                  </a:lnTo>
                  <a:lnTo>
                    <a:pt x="200549" y="31218"/>
                  </a:lnTo>
                  <a:cubicBezTo>
                    <a:pt x="200549" y="31218"/>
                    <a:pt x="200751" y="33707"/>
                    <a:pt x="200751" y="34144"/>
                  </a:cubicBezTo>
                  <a:cubicBezTo>
                    <a:pt x="200751" y="34582"/>
                    <a:pt x="200953" y="36331"/>
                    <a:pt x="200953" y="36331"/>
                  </a:cubicBezTo>
                  <a:lnTo>
                    <a:pt x="201929" y="39897"/>
                  </a:lnTo>
                  <a:cubicBezTo>
                    <a:pt x="201929" y="39897"/>
                    <a:pt x="201727" y="40973"/>
                    <a:pt x="201289" y="41209"/>
                  </a:cubicBezTo>
                  <a:cubicBezTo>
                    <a:pt x="200852" y="41444"/>
                    <a:pt x="199001" y="42823"/>
                    <a:pt x="199001" y="42823"/>
                  </a:cubicBezTo>
                  <a:lnTo>
                    <a:pt x="196308" y="43160"/>
                  </a:lnTo>
                  <a:lnTo>
                    <a:pt x="193683" y="43160"/>
                  </a:lnTo>
                  <a:cubicBezTo>
                    <a:pt x="193683" y="43160"/>
                    <a:pt x="192707" y="42790"/>
                    <a:pt x="192371" y="42790"/>
                  </a:cubicBezTo>
                  <a:cubicBezTo>
                    <a:pt x="192034" y="42790"/>
                    <a:pt x="191058" y="42521"/>
                    <a:pt x="191058" y="42521"/>
                  </a:cubicBezTo>
                  <a:lnTo>
                    <a:pt x="190183" y="40569"/>
                  </a:lnTo>
                  <a:lnTo>
                    <a:pt x="190183" y="38181"/>
                  </a:lnTo>
                  <a:lnTo>
                    <a:pt x="190284" y="35692"/>
                  </a:lnTo>
                  <a:lnTo>
                    <a:pt x="190722" y="32092"/>
                  </a:lnTo>
                  <a:lnTo>
                    <a:pt x="191260" y="28930"/>
                  </a:lnTo>
                  <a:lnTo>
                    <a:pt x="190284" y="23178"/>
                  </a:lnTo>
                  <a:lnTo>
                    <a:pt x="189510" y="21597"/>
                  </a:lnTo>
                  <a:cubicBezTo>
                    <a:pt x="189510" y="21597"/>
                    <a:pt x="186044" y="21428"/>
                    <a:pt x="185371" y="21597"/>
                  </a:cubicBezTo>
                  <a:cubicBezTo>
                    <a:pt x="185371" y="21597"/>
                    <a:pt x="184495" y="24389"/>
                    <a:pt x="184159" y="24591"/>
                  </a:cubicBezTo>
                  <a:cubicBezTo>
                    <a:pt x="183823" y="24792"/>
                    <a:pt x="183082" y="24490"/>
                    <a:pt x="183082" y="24490"/>
                  </a:cubicBezTo>
                  <a:cubicBezTo>
                    <a:pt x="183082" y="24490"/>
                    <a:pt x="183082" y="24490"/>
                    <a:pt x="182005" y="23716"/>
                  </a:cubicBezTo>
                  <a:cubicBezTo>
                    <a:pt x="180928" y="22942"/>
                    <a:pt x="181366" y="22841"/>
                    <a:pt x="181231" y="21967"/>
                  </a:cubicBezTo>
                  <a:cubicBezTo>
                    <a:pt x="181130" y="21092"/>
                    <a:pt x="178943" y="21967"/>
                    <a:pt x="178943" y="21967"/>
                  </a:cubicBezTo>
                  <a:lnTo>
                    <a:pt x="177866" y="22606"/>
                  </a:lnTo>
                  <a:cubicBezTo>
                    <a:pt x="177866" y="22606"/>
                    <a:pt x="175914" y="23918"/>
                    <a:pt x="175240" y="24120"/>
                  </a:cubicBezTo>
                  <a:cubicBezTo>
                    <a:pt x="174601" y="24322"/>
                    <a:pt x="173928" y="24994"/>
                    <a:pt x="173928" y="24994"/>
                  </a:cubicBezTo>
                  <a:lnTo>
                    <a:pt x="173726" y="26306"/>
                  </a:lnTo>
                  <a:cubicBezTo>
                    <a:pt x="173726" y="26306"/>
                    <a:pt x="175039" y="29031"/>
                    <a:pt x="175342" y="29233"/>
                  </a:cubicBezTo>
                  <a:cubicBezTo>
                    <a:pt x="175678" y="29468"/>
                    <a:pt x="175880" y="32059"/>
                    <a:pt x="175880" y="32496"/>
                  </a:cubicBezTo>
                  <a:cubicBezTo>
                    <a:pt x="175880" y="32933"/>
                    <a:pt x="175678" y="35221"/>
                    <a:pt x="175678" y="35658"/>
                  </a:cubicBezTo>
                  <a:cubicBezTo>
                    <a:pt x="175678" y="36095"/>
                    <a:pt x="175039" y="37407"/>
                    <a:pt x="174702" y="37508"/>
                  </a:cubicBezTo>
                  <a:cubicBezTo>
                    <a:pt x="174366" y="37609"/>
                    <a:pt x="173289" y="39897"/>
                    <a:pt x="173289" y="39897"/>
                  </a:cubicBezTo>
                  <a:lnTo>
                    <a:pt x="171236" y="41545"/>
                  </a:lnTo>
                  <a:cubicBezTo>
                    <a:pt x="171236" y="41545"/>
                    <a:pt x="171236" y="43193"/>
                    <a:pt x="171337" y="43496"/>
                  </a:cubicBezTo>
                  <a:cubicBezTo>
                    <a:pt x="171437" y="43833"/>
                    <a:pt x="173928" y="46759"/>
                    <a:pt x="173928" y="46759"/>
                  </a:cubicBezTo>
                  <a:cubicBezTo>
                    <a:pt x="173928" y="46759"/>
                    <a:pt x="174803" y="49047"/>
                    <a:pt x="174904" y="49820"/>
                  </a:cubicBezTo>
                  <a:cubicBezTo>
                    <a:pt x="175005" y="50594"/>
                    <a:pt x="174904" y="52982"/>
                    <a:pt x="174904" y="52982"/>
                  </a:cubicBezTo>
                  <a:lnTo>
                    <a:pt x="172178" y="55270"/>
                  </a:lnTo>
                  <a:lnTo>
                    <a:pt x="170327" y="57558"/>
                  </a:lnTo>
                  <a:cubicBezTo>
                    <a:pt x="170327" y="57558"/>
                    <a:pt x="168274" y="59408"/>
                    <a:pt x="168139" y="59744"/>
                  </a:cubicBezTo>
                  <a:cubicBezTo>
                    <a:pt x="168039" y="60081"/>
                    <a:pt x="168039" y="61258"/>
                    <a:pt x="168039" y="61594"/>
                  </a:cubicBezTo>
                  <a:cubicBezTo>
                    <a:pt x="168039" y="61931"/>
                    <a:pt x="167937" y="64218"/>
                    <a:pt x="167937" y="65194"/>
                  </a:cubicBezTo>
                  <a:cubicBezTo>
                    <a:pt x="167937" y="66169"/>
                    <a:pt x="168375" y="68558"/>
                    <a:pt x="168375" y="68558"/>
                  </a:cubicBezTo>
                  <a:cubicBezTo>
                    <a:pt x="168375" y="68558"/>
                    <a:pt x="168577" y="71282"/>
                    <a:pt x="168577" y="72359"/>
                  </a:cubicBezTo>
                  <a:cubicBezTo>
                    <a:pt x="168577" y="73435"/>
                    <a:pt x="168779" y="75723"/>
                    <a:pt x="168779" y="76699"/>
                  </a:cubicBezTo>
                  <a:cubicBezTo>
                    <a:pt x="168779" y="77674"/>
                    <a:pt x="168981" y="78751"/>
                    <a:pt x="168981" y="78751"/>
                  </a:cubicBezTo>
                  <a:lnTo>
                    <a:pt x="170394" y="82013"/>
                  </a:lnTo>
                  <a:cubicBezTo>
                    <a:pt x="170394" y="82013"/>
                    <a:pt x="171572" y="84940"/>
                    <a:pt x="171808" y="85377"/>
                  </a:cubicBezTo>
                  <a:cubicBezTo>
                    <a:pt x="172043" y="85815"/>
                    <a:pt x="173558" y="89078"/>
                    <a:pt x="173558" y="89078"/>
                  </a:cubicBezTo>
                  <a:lnTo>
                    <a:pt x="174736" y="94931"/>
                  </a:lnTo>
                  <a:lnTo>
                    <a:pt x="174399" y="101558"/>
                  </a:lnTo>
                  <a:lnTo>
                    <a:pt x="173962" y="103610"/>
                  </a:lnTo>
                  <a:cubicBezTo>
                    <a:pt x="173962" y="103610"/>
                    <a:pt x="172212" y="108723"/>
                    <a:pt x="172111" y="109060"/>
                  </a:cubicBezTo>
                  <a:cubicBezTo>
                    <a:pt x="172010" y="109396"/>
                    <a:pt x="170899" y="111785"/>
                    <a:pt x="170495" y="111885"/>
                  </a:cubicBezTo>
                  <a:cubicBezTo>
                    <a:pt x="170058" y="111986"/>
                    <a:pt x="167668" y="114711"/>
                    <a:pt x="167668" y="114711"/>
                  </a:cubicBezTo>
                  <a:lnTo>
                    <a:pt x="164841" y="114610"/>
                  </a:lnTo>
                  <a:lnTo>
                    <a:pt x="163327" y="113971"/>
                  </a:lnTo>
                  <a:lnTo>
                    <a:pt x="161476" y="112659"/>
                  </a:lnTo>
                  <a:lnTo>
                    <a:pt x="157908" y="111011"/>
                  </a:lnTo>
                  <a:lnTo>
                    <a:pt x="154981" y="111011"/>
                  </a:lnTo>
                  <a:lnTo>
                    <a:pt x="153029" y="111885"/>
                  </a:lnTo>
                  <a:lnTo>
                    <a:pt x="151817" y="113399"/>
                  </a:lnTo>
                  <a:lnTo>
                    <a:pt x="150942" y="114913"/>
                  </a:lnTo>
                  <a:lnTo>
                    <a:pt x="148552" y="116326"/>
                  </a:lnTo>
                  <a:lnTo>
                    <a:pt x="145288" y="118176"/>
                  </a:lnTo>
                  <a:lnTo>
                    <a:pt x="142898" y="118075"/>
                  </a:lnTo>
                  <a:lnTo>
                    <a:pt x="140846" y="116662"/>
                  </a:lnTo>
                  <a:lnTo>
                    <a:pt x="139230" y="115687"/>
                  </a:lnTo>
                  <a:lnTo>
                    <a:pt x="138692" y="113937"/>
                  </a:lnTo>
                  <a:lnTo>
                    <a:pt x="137918" y="111885"/>
                  </a:lnTo>
                  <a:lnTo>
                    <a:pt x="137918" y="108286"/>
                  </a:lnTo>
                  <a:lnTo>
                    <a:pt x="138961" y="106537"/>
                  </a:lnTo>
                  <a:cubicBezTo>
                    <a:pt x="138961" y="106537"/>
                    <a:pt x="139567" y="104048"/>
                    <a:pt x="139129" y="103375"/>
                  </a:cubicBezTo>
                  <a:cubicBezTo>
                    <a:pt x="138692" y="102736"/>
                    <a:pt x="138692" y="100448"/>
                    <a:pt x="138692" y="100448"/>
                  </a:cubicBezTo>
                  <a:cubicBezTo>
                    <a:pt x="138692" y="100448"/>
                    <a:pt x="138894" y="98833"/>
                    <a:pt x="138894" y="98396"/>
                  </a:cubicBezTo>
                  <a:cubicBezTo>
                    <a:pt x="138894" y="97959"/>
                    <a:pt x="139870" y="96108"/>
                    <a:pt x="139870" y="95671"/>
                  </a:cubicBezTo>
                  <a:cubicBezTo>
                    <a:pt x="139870" y="95234"/>
                    <a:pt x="139668" y="93518"/>
                    <a:pt x="139668" y="93518"/>
                  </a:cubicBezTo>
                  <a:lnTo>
                    <a:pt x="138254" y="89616"/>
                  </a:lnTo>
                  <a:cubicBezTo>
                    <a:pt x="138254" y="89616"/>
                    <a:pt x="137480" y="87867"/>
                    <a:pt x="137480" y="87430"/>
                  </a:cubicBezTo>
                  <a:cubicBezTo>
                    <a:pt x="137480" y="86992"/>
                    <a:pt x="136605" y="85579"/>
                    <a:pt x="136605" y="85579"/>
                  </a:cubicBezTo>
                  <a:cubicBezTo>
                    <a:pt x="136605" y="85579"/>
                    <a:pt x="134855" y="83830"/>
                    <a:pt x="134216" y="84234"/>
                  </a:cubicBezTo>
                  <a:cubicBezTo>
                    <a:pt x="133576" y="84637"/>
                    <a:pt x="132466" y="84267"/>
                    <a:pt x="132466" y="84267"/>
                  </a:cubicBezTo>
                  <a:cubicBezTo>
                    <a:pt x="132466" y="84267"/>
                    <a:pt x="130278" y="84166"/>
                    <a:pt x="129639" y="84267"/>
                  </a:cubicBezTo>
                  <a:cubicBezTo>
                    <a:pt x="128999" y="84368"/>
                    <a:pt x="126374" y="85344"/>
                    <a:pt x="126374" y="85344"/>
                  </a:cubicBezTo>
                  <a:lnTo>
                    <a:pt x="125398" y="86555"/>
                  </a:lnTo>
                  <a:lnTo>
                    <a:pt x="123985" y="89280"/>
                  </a:lnTo>
                  <a:cubicBezTo>
                    <a:pt x="123985" y="89280"/>
                    <a:pt x="123985" y="91231"/>
                    <a:pt x="123985" y="91769"/>
                  </a:cubicBezTo>
                  <a:cubicBezTo>
                    <a:pt x="123985" y="92307"/>
                    <a:pt x="126105" y="94258"/>
                    <a:pt x="126441" y="94595"/>
                  </a:cubicBezTo>
                  <a:cubicBezTo>
                    <a:pt x="126778" y="94931"/>
                    <a:pt x="126812" y="97757"/>
                    <a:pt x="126812" y="97757"/>
                  </a:cubicBezTo>
                  <a:cubicBezTo>
                    <a:pt x="126812" y="97757"/>
                    <a:pt x="127350" y="101121"/>
                    <a:pt x="127014" y="101895"/>
                  </a:cubicBezTo>
                  <a:cubicBezTo>
                    <a:pt x="126677" y="102668"/>
                    <a:pt x="125701" y="103947"/>
                    <a:pt x="125263" y="104518"/>
                  </a:cubicBezTo>
                  <a:cubicBezTo>
                    <a:pt x="124826" y="105057"/>
                    <a:pt x="123413" y="105830"/>
                    <a:pt x="122975" y="106032"/>
                  </a:cubicBezTo>
                  <a:cubicBezTo>
                    <a:pt x="122537" y="106234"/>
                    <a:pt x="120686" y="107983"/>
                    <a:pt x="120686" y="107983"/>
                  </a:cubicBezTo>
                  <a:cubicBezTo>
                    <a:pt x="120686" y="107983"/>
                    <a:pt x="118499" y="109598"/>
                    <a:pt x="118095" y="109598"/>
                  </a:cubicBezTo>
                  <a:cubicBezTo>
                    <a:pt x="117658" y="109598"/>
                    <a:pt x="116244" y="110473"/>
                    <a:pt x="116244" y="110473"/>
                  </a:cubicBezTo>
                  <a:cubicBezTo>
                    <a:pt x="116244" y="110473"/>
                    <a:pt x="114629" y="111448"/>
                    <a:pt x="114191" y="111448"/>
                  </a:cubicBezTo>
                  <a:cubicBezTo>
                    <a:pt x="113754" y="111448"/>
                    <a:pt x="112340" y="112861"/>
                    <a:pt x="112004" y="112861"/>
                  </a:cubicBezTo>
                  <a:cubicBezTo>
                    <a:pt x="111667" y="112861"/>
                    <a:pt x="109816" y="114812"/>
                    <a:pt x="109816" y="114812"/>
                  </a:cubicBezTo>
                  <a:lnTo>
                    <a:pt x="108302" y="115990"/>
                  </a:lnTo>
                  <a:cubicBezTo>
                    <a:pt x="108302" y="115990"/>
                    <a:pt x="106686" y="118042"/>
                    <a:pt x="106249" y="118378"/>
                  </a:cubicBezTo>
                  <a:cubicBezTo>
                    <a:pt x="105811" y="118714"/>
                    <a:pt x="105710" y="120430"/>
                    <a:pt x="105710" y="120430"/>
                  </a:cubicBezTo>
                  <a:cubicBezTo>
                    <a:pt x="105710" y="120430"/>
                    <a:pt x="105172" y="122045"/>
                    <a:pt x="104835" y="122482"/>
                  </a:cubicBezTo>
                  <a:cubicBezTo>
                    <a:pt x="104499" y="122919"/>
                    <a:pt x="104633" y="123559"/>
                    <a:pt x="104499" y="124130"/>
                  </a:cubicBezTo>
                  <a:cubicBezTo>
                    <a:pt x="104398" y="124668"/>
                    <a:pt x="104263" y="126182"/>
                    <a:pt x="104263" y="127292"/>
                  </a:cubicBezTo>
                  <a:cubicBezTo>
                    <a:pt x="104263" y="128369"/>
                    <a:pt x="104364" y="128369"/>
                    <a:pt x="104499" y="128705"/>
                  </a:cubicBezTo>
                  <a:cubicBezTo>
                    <a:pt x="104600" y="129042"/>
                    <a:pt x="104835" y="130455"/>
                    <a:pt x="104835" y="130455"/>
                  </a:cubicBezTo>
                  <a:cubicBezTo>
                    <a:pt x="104835" y="130455"/>
                    <a:pt x="106047" y="132944"/>
                    <a:pt x="106249" y="133381"/>
                  </a:cubicBezTo>
                  <a:cubicBezTo>
                    <a:pt x="106450" y="133819"/>
                    <a:pt x="107225" y="136308"/>
                    <a:pt x="107561" y="137418"/>
                  </a:cubicBezTo>
                  <a:cubicBezTo>
                    <a:pt x="107898" y="138495"/>
                    <a:pt x="108537" y="139470"/>
                    <a:pt x="108537" y="139907"/>
                  </a:cubicBezTo>
                  <a:cubicBezTo>
                    <a:pt x="108537" y="140345"/>
                    <a:pt x="108975" y="143271"/>
                    <a:pt x="109176" y="143709"/>
                  </a:cubicBezTo>
                  <a:cubicBezTo>
                    <a:pt x="109412" y="144146"/>
                    <a:pt x="109951" y="146736"/>
                    <a:pt x="110253" y="148284"/>
                  </a:cubicBezTo>
                  <a:cubicBezTo>
                    <a:pt x="110590" y="149797"/>
                    <a:pt x="110455" y="151547"/>
                    <a:pt x="110455" y="152825"/>
                  </a:cubicBezTo>
                  <a:cubicBezTo>
                    <a:pt x="110455" y="154137"/>
                    <a:pt x="110018" y="154036"/>
                    <a:pt x="109479" y="155449"/>
                  </a:cubicBezTo>
                  <a:cubicBezTo>
                    <a:pt x="108941" y="156862"/>
                    <a:pt x="108268" y="158375"/>
                    <a:pt x="108167" y="158712"/>
                  </a:cubicBezTo>
                  <a:cubicBezTo>
                    <a:pt x="108066" y="159048"/>
                    <a:pt x="108268" y="161975"/>
                    <a:pt x="108369" y="162311"/>
                  </a:cubicBezTo>
                  <a:cubicBezTo>
                    <a:pt x="108470" y="162648"/>
                    <a:pt x="109984" y="166752"/>
                    <a:pt x="109984" y="166752"/>
                  </a:cubicBezTo>
                  <a:lnTo>
                    <a:pt x="112912" y="168602"/>
                  </a:lnTo>
                  <a:cubicBezTo>
                    <a:pt x="112912" y="168602"/>
                    <a:pt x="113552" y="171428"/>
                    <a:pt x="113552" y="171764"/>
                  </a:cubicBezTo>
                  <a:cubicBezTo>
                    <a:pt x="113552" y="172100"/>
                    <a:pt x="113451" y="173715"/>
                    <a:pt x="113451" y="173715"/>
                  </a:cubicBezTo>
                  <a:cubicBezTo>
                    <a:pt x="113451" y="173715"/>
                    <a:pt x="113451" y="175330"/>
                    <a:pt x="113552" y="175767"/>
                  </a:cubicBezTo>
                  <a:cubicBezTo>
                    <a:pt x="113653" y="176204"/>
                    <a:pt x="115066" y="178795"/>
                    <a:pt x="115302" y="179669"/>
                  </a:cubicBezTo>
                  <a:cubicBezTo>
                    <a:pt x="115537" y="180544"/>
                    <a:pt x="116951" y="182058"/>
                    <a:pt x="117153" y="182394"/>
                  </a:cubicBezTo>
                  <a:cubicBezTo>
                    <a:pt x="117355" y="182731"/>
                    <a:pt x="118667" y="184144"/>
                    <a:pt x="120754" y="185758"/>
                  </a:cubicBezTo>
                  <a:cubicBezTo>
                    <a:pt x="122807" y="187373"/>
                    <a:pt x="122807" y="187709"/>
                    <a:pt x="122807" y="187709"/>
                  </a:cubicBezTo>
                  <a:cubicBezTo>
                    <a:pt x="122807" y="187709"/>
                    <a:pt x="124456" y="188046"/>
                    <a:pt x="125836" y="187911"/>
                  </a:cubicBezTo>
                  <a:cubicBezTo>
                    <a:pt x="127249" y="187810"/>
                    <a:pt x="128225" y="187474"/>
                    <a:pt x="128326" y="187137"/>
                  </a:cubicBezTo>
                  <a:cubicBezTo>
                    <a:pt x="128427" y="186801"/>
                    <a:pt x="128965" y="186061"/>
                    <a:pt x="129201" y="185085"/>
                  </a:cubicBezTo>
                  <a:cubicBezTo>
                    <a:pt x="129403" y="184110"/>
                    <a:pt x="129840" y="182260"/>
                    <a:pt x="129840" y="182260"/>
                  </a:cubicBezTo>
                  <a:lnTo>
                    <a:pt x="131893" y="180309"/>
                  </a:lnTo>
                  <a:cubicBezTo>
                    <a:pt x="131893" y="180309"/>
                    <a:pt x="132970" y="180510"/>
                    <a:pt x="133744" y="180510"/>
                  </a:cubicBezTo>
                  <a:cubicBezTo>
                    <a:pt x="134518" y="180510"/>
                    <a:pt x="135595" y="180948"/>
                    <a:pt x="135595" y="180948"/>
                  </a:cubicBezTo>
                  <a:cubicBezTo>
                    <a:pt x="135595" y="180948"/>
                    <a:pt x="136369" y="180309"/>
                    <a:pt x="136369" y="179871"/>
                  </a:cubicBezTo>
                  <a:cubicBezTo>
                    <a:pt x="136369" y="179434"/>
                    <a:pt x="136706" y="178021"/>
                    <a:pt x="136706" y="178021"/>
                  </a:cubicBezTo>
                  <a:lnTo>
                    <a:pt x="140307" y="177247"/>
                  </a:lnTo>
                  <a:lnTo>
                    <a:pt x="141821" y="177786"/>
                  </a:lnTo>
                  <a:cubicBezTo>
                    <a:pt x="141821" y="177786"/>
                    <a:pt x="143336" y="179434"/>
                    <a:pt x="143672" y="179838"/>
                  </a:cubicBezTo>
                  <a:cubicBezTo>
                    <a:pt x="144009" y="180275"/>
                    <a:pt x="143773" y="181150"/>
                    <a:pt x="143773" y="181150"/>
                  </a:cubicBezTo>
                  <a:cubicBezTo>
                    <a:pt x="143773" y="181150"/>
                    <a:pt x="144211" y="182764"/>
                    <a:pt x="144985" y="183975"/>
                  </a:cubicBezTo>
                  <a:cubicBezTo>
                    <a:pt x="145759" y="185186"/>
                    <a:pt x="147375" y="183975"/>
                    <a:pt x="147375" y="183975"/>
                  </a:cubicBezTo>
                  <a:lnTo>
                    <a:pt x="149125" y="183975"/>
                  </a:lnTo>
                  <a:lnTo>
                    <a:pt x="149899" y="183975"/>
                  </a:lnTo>
                  <a:lnTo>
                    <a:pt x="153264" y="185422"/>
                  </a:lnTo>
                  <a:lnTo>
                    <a:pt x="153466" y="190030"/>
                  </a:lnTo>
                  <a:lnTo>
                    <a:pt x="153466" y="194605"/>
                  </a:lnTo>
                  <a:cubicBezTo>
                    <a:pt x="153466" y="194605"/>
                    <a:pt x="155216" y="206110"/>
                    <a:pt x="155216" y="206985"/>
                  </a:cubicBezTo>
                  <a:cubicBezTo>
                    <a:pt x="155216" y="207859"/>
                    <a:pt x="154139" y="211560"/>
                    <a:pt x="154139" y="211560"/>
                  </a:cubicBezTo>
                  <a:lnTo>
                    <a:pt x="151009" y="219465"/>
                  </a:lnTo>
                  <a:cubicBezTo>
                    <a:pt x="151009" y="219465"/>
                    <a:pt x="150437" y="222930"/>
                    <a:pt x="150437" y="224242"/>
                  </a:cubicBezTo>
                  <a:cubicBezTo>
                    <a:pt x="150437" y="225554"/>
                    <a:pt x="151312" y="232349"/>
                    <a:pt x="151750" y="232652"/>
                  </a:cubicBezTo>
                  <a:cubicBezTo>
                    <a:pt x="152187" y="232921"/>
                    <a:pt x="152490" y="235242"/>
                    <a:pt x="152490" y="235242"/>
                  </a:cubicBezTo>
                  <a:lnTo>
                    <a:pt x="152355" y="243921"/>
                  </a:lnTo>
                  <a:lnTo>
                    <a:pt x="151783" y="248832"/>
                  </a:lnTo>
                  <a:lnTo>
                    <a:pt x="151649" y="255190"/>
                  </a:lnTo>
                  <a:lnTo>
                    <a:pt x="151783" y="259530"/>
                  </a:lnTo>
                  <a:cubicBezTo>
                    <a:pt x="151783" y="259530"/>
                    <a:pt x="151783" y="264038"/>
                    <a:pt x="151783" y="264441"/>
                  </a:cubicBezTo>
                  <a:cubicBezTo>
                    <a:pt x="151783" y="264879"/>
                    <a:pt x="152086" y="265888"/>
                    <a:pt x="151918" y="266325"/>
                  </a:cubicBezTo>
                  <a:cubicBezTo>
                    <a:pt x="151783" y="266762"/>
                    <a:pt x="151480" y="270093"/>
                    <a:pt x="151480" y="270093"/>
                  </a:cubicBezTo>
                  <a:cubicBezTo>
                    <a:pt x="151480" y="270093"/>
                    <a:pt x="150302" y="272279"/>
                    <a:pt x="149899" y="272683"/>
                  </a:cubicBezTo>
                  <a:cubicBezTo>
                    <a:pt x="149495" y="273087"/>
                    <a:pt x="148452" y="275273"/>
                    <a:pt x="148452" y="275273"/>
                  </a:cubicBezTo>
                  <a:cubicBezTo>
                    <a:pt x="148452" y="275273"/>
                    <a:pt x="148754" y="278738"/>
                    <a:pt x="149461" y="279915"/>
                  </a:cubicBezTo>
                  <a:cubicBezTo>
                    <a:pt x="150168" y="281093"/>
                    <a:pt x="151043" y="282674"/>
                    <a:pt x="151043" y="283246"/>
                  </a:cubicBezTo>
                  <a:cubicBezTo>
                    <a:pt x="151043" y="283818"/>
                    <a:pt x="151918" y="289032"/>
                    <a:pt x="151918" y="289604"/>
                  </a:cubicBezTo>
                  <a:cubicBezTo>
                    <a:pt x="151918" y="290176"/>
                    <a:pt x="152658" y="298451"/>
                    <a:pt x="152658" y="299023"/>
                  </a:cubicBezTo>
                  <a:cubicBezTo>
                    <a:pt x="152658" y="299595"/>
                    <a:pt x="149899" y="304674"/>
                    <a:pt x="149899" y="304674"/>
                  </a:cubicBezTo>
                  <a:cubicBezTo>
                    <a:pt x="149899" y="304674"/>
                    <a:pt x="149394" y="309014"/>
                    <a:pt x="148855" y="309888"/>
                  </a:cubicBezTo>
                  <a:cubicBezTo>
                    <a:pt x="148317" y="310763"/>
                    <a:pt x="146264" y="312378"/>
                    <a:pt x="146028" y="312714"/>
                  </a:cubicBezTo>
                  <a:cubicBezTo>
                    <a:pt x="145826" y="313050"/>
                    <a:pt x="144850" y="314564"/>
                    <a:pt x="144177" y="315876"/>
                  </a:cubicBezTo>
                  <a:cubicBezTo>
                    <a:pt x="143538" y="317188"/>
                    <a:pt x="144177" y="317726"/>
                    <a:pt x="144615" y="318601"/>
                  </a:cubicBezTo>
                  <a:cubicBezTo>
                    <a:pt x="145052" y="319476"/>
                    <a:pt x="145490" y="320990"/>
                    <a:pt x="145793" y="321662"/>
                  </a:cubicBezTo>
                  <a:cubicBezTo>
                    <a:pt x="146129" y="322301"/>
                    <a:pt x="146567" y="323849"/>
                    <a:pt x="146432" y="324387"/>
                  </a:cubicBezTo>
                  <a:cubicBezTo>
                    <a:pt x="146331" y="324925"/>
                    <a:pt x="144581" y="325800"/>
                    <a:pt x="144043" y="326002"/>
                  </a:cubicBezTo>
                  <a:cubicBezTo>
                    <a:pt x="143504" y="326237"/>
                    <a:pt x="141552" y="328289"/>
                    <a:pt x="141552" y="328289"/>
                  </a:cubicBezTo>
                  <a:lnTo>
                    <a:pt x="138456" y="331115"/>
                  </a:lnTo>
                  <a:cubicBezTo>
                    <a:pt x="138456" y="331115"/>
                    <a:pt x="137110" y="332360"/>
                    <a:pt x="136942" y="332427"/>
                  </a:cubicBezTo>
                  <a:cubicBezTo>
                    <a:pt x="136773" y="332494"/>
                    <a:pt x="136336" y="333739"/>
                    <a:pt x="136302" y="333941"/>
                  </a:cubicBezTo>
                  <a:cubicBezTo>
                    <a:pt x="136269" y="334143"/>
                    <a:pt x="136538" y="335623"/>
                    <a:pt x="136538" y="335623"/>
                  </a:cubicBezTo>
                  <a:lnTo>
                    <a:pt x="138120" y="337843"/>
                  </a:lnTo>
                  <a:lnTo>
                    <a:pt x="138759" y="338617"/>
                  </a:lnTo>
                  <a:lnTo>
                    <a:pt x="140509" y="338617"/>
                  </a:lnTo>
                  <a:lnTo>
                    <a:pt x="141754" y="338617"/>
                  </a:lnTo>
                  <a:lnTo>
                    <a:pt x="143370" y="341644"/>
                  </a:lnTo>
                  <a:cubicBezTo>
                    <a:pt x="143370" y="341644"/>
                    <a:pt x="143740" y="343461"/>
                    <a:pt x="143908" y="343831"/>
                  </a:cubicBezTo>
                  <a:cubicBezTo>
                    <a:pt x="144076" y="344201"/>
                    <a:pt x="144076" y="345580"/>
                    <a:pt x="144009" y="346488"/>
                  </a:cubicBezTo>
                  <a:cubicBezTo>
                    <a:pt x="143942" y="347397"/>
                    <a:pt x="143908" y="348170"/>
                    <a:pt x="143908" y="348944"/>
                  </a:cubicBezTo>
                  <a:cubicBezTo>
                    <a:pt x="143908" y="349718"/>
                    <a:pt x="143370" y="349650"/>
                    <a:pt x="143370" y="349650"/>
                  </a:cubicBezTo>
                  <a:cubicBezTo>
                    <a:pt x="143370" y="349650"/>
                    <a:pt x="141754" y="350290"/>
                    <a:pt x="141317" y="350458"/>
                  </a:cubicBezTo>
                  <a:cubicBezTo>
                    <a:pt x="140879" y="350626"/>
                    <a:pt x="138826" y="350458"/>
                    <a:pt x="138591" y="350458"/>
                  </a:cubicBezTo>
                  <a:cubicBezTo>
                    <a:pt x="138389" y="350458"/>
                    <a:pt x="136807" y="349819"/>
                    <a:pt x="136571" y="349650"/>
                  </a:cubicBezTo>
                  <a:cubicBezTo>
                    <a:pt x="136369" y="349482"/>
                    <a:pt x="135696" y="348507"/>
                    <a:pt x="135595" y="348305"/>
                  </a:cubicBezTo>
                  <a:cubicBezTo>
                    <a:pt x="135494" y="348103"/>
                    <a:pt x="134788" y="346623"/>
                    <a:pt x="134788" y="346455"/>
                  </a:cubicBezTo>
                  <a:cubicBezTo>
                    <a:pt x="134788" y="346286"/>
                    <a:pt x="133711" y="344975"/>
                    <a:pt x="133273" y="344672"/>
                  </a:cubicBezTo>
                  <a:cubicBezTo>
                    <a:pt x="132836" y="344335"/>
                    <a:pt x="131792" y="343831"/>
                    <a:pt x="131792" y="343831"/>
                  </a:cubicBezTo>
                  <a:lnTo>
                    <a:pt x="130042" y="343831"/>
                  </a:lnTo>
                  <a:lnTo>
                    <a:pt x="127922" y="343831"/>
                  </a:lnTo>
                  <a:cubicBezTo>
                    <a:pt x="127922" y="343831"/>
                    <a:pt x="125701" y="343932"/>
                    <a:pt x="125364" y="343932"/>
                  </a:cubicBezTo>
                  <a:cubicBezTo>
                    <a:pt x="125028" y="343932"/>
                    <a:pt x="124927" y="344268"/>
                    <a:pt x="124994" y="344504"/>
                  </a:cubicBezTo>
                  <a:cubicBezTo>
                    <a:pt x="125062" y="344739"/>
                    <a:pt x="125701" y="346017"/>
                    <a:pt x="125701" y="346791"/>
                  </a:cubicBezTo>
                  <a:cubicBezTo>
                    <a:pt x="125701" y="347565"/>
                    <a:pt x="126340" y="348406"/>
                    <a:pt x="126340" y="349247"/>
                  </a:cubicBezTo>
                  <a:cubicBezTo>
                    <a:pt x="126340" y="350088"/>
                    <a:pt x="125802" y="350323"/>
                    <a:pt x="125802" y="350323"/>
                  </a:cubicBezTo>
                  <a:lnTo>
                    <a:pt x="125162" y="351131"/>
                  </a:lnTo>
                  <a:cubicBezTo>
                    <a:pt x="125162" y="351131"/>
                    <a:pt x="124288" y="352611"/>
                    <a:pt x="124254" y="352745"/>
                  </a:cubicBezTo>
                  <a:cubicBezTo>
                    <a:pt x="124186" y="352914"/>
                    <a:pt x="124254" y="355201"/>
                    <a:pt x="124254" y="355201"/>
                  </a:cubicBezTo>
                  <a:lnTo>
                    <a:pt x="124624" y="356345"/>
                  </a:lnTo>
                  <a:lnTo>
                    <a:pt x="126576" y="357657"/>
                  </a:lnTo>
                  <a:cubicBezTo>
                    <a:pt x="126576" y="357657"/>
                    <a:pt x="128427" y="360482"/>
                    <a:pt x="129066" y="360819"/>
                  </a:cubicBezTo>
                  <a:cubicBezTo>
                    <a:pt x="129706" y="361155"/>
                    <a:pt x="130817" y="362669"/>
                    <a:pt x="130817" y="362669"/>
                  </a:cubicBezTo>
                  <a:lnTo>
                    <a:pt x="132230" y="364620"/>
                  </a:lnTo>
                  <a:lnTo>
                    <a:pt x="134417" y="369094"/>
                  </a:lnTo>
                  <a:cubicBezTo>
                    <a:pt x="134417" y="369094"/>
                    <a:pt x="134417" y="371920"/>
                    <a:pt x="134417" y="372357"/>
                  </a:cubicBezTo>
                  <a:cubicBezTo>
                    <a:pt x="134417" y="372794"/>
                    <a:pt x="133543" y="374847"/>
                    <a:pt x="133442" y="375183"/>
                  </a:cubicBezTo>
                  <a:cubicBezTo>
                    <a:pt x="133341" y="375519"/>
                    <a:pt x="132365" y="378782"/>
                    <a:pt x="132365" y="378782"/>
                  </a:cubicBezTo>
                  <a:lnTo>
                    <a:pt x="131927" y="380834"/>
                  </a:lnTo>
                  <a:lnTo>
                    <a:pt x="130413" y="382886"/>
                  </a:lnTo>
                  <a:cubicBezTo>
                    <a:pt x="130413" y="382886"/>
                    <a:pt x="126071" y="381575"/>
                    <a:pt x="125095" y="380935"/>
                  </a:cubicBezTo>
                  <a:cubicBezTo>
                    <a:pt x="124119" y="380296"/>
                    <a:pt x="122908" y="379085"/>
                    <a:pt x="122908" y="379085"/>
                  </a:cubicBezTo>
                  <a:lnTo>
                    <a:pt x="119643" y="376899"/>
                  </a:lnTo>
                  <a:lnTo>
                    <a:pt x="116480" y="376899"/>
                  </a:lnTo>
                  <a:lnTo>
                    <a:pt x="113215" y="378211"/>
                  </a:lnTo>
                  <a:cubicBezTo>
                    <a:pt x="113215" y="378211"/>
                    <a:pt x="112239" y="379859"/>
                    <a:pt x="112239" y="380263"/>
                  </a:cubicBezTo>
                  <a:cubicBezTo>
                    <a:pt x="112239" y="380700"/>
                    <a:pt x="111028" y="382315"/>
                    <a:pt x="111028" y="382752"/>
                  </a:cubicBezTo>
                  <a:cubicBezTo>
                    <a:pt x="111028" y="383189"/>
                    <a:pt x="109951" y="386755"/>
                    <a:pt x="109951" y="386755"/>
                  </a:cubicBezTo>
                  <a:lnTo>
                    <a:pt x="109614" y="390455"/>
                  </a:lnTo>
                  <a:lnTo>
                    <a:pt x="104398" y="396544"/>
                  </a:lnTo>
                  <a:cubicBezTo>
                    <a:pt x="104398" y="396544"/>
                    <a:pt x="102109" y="399370"/>
                    <a:pt x="101806" y="399370"/>
                  </a:cubicBezTo>
                  <a:cubicBezTo>
                    <a:pt x="101470" y="399370"/>
                    <a:pt x="100729" y="400446"/>
                    <a:pt x="100393" y="400682"/>
                  </a:cubicBezTo>
                  <a:cubicBezTo>
                    <a:pt x="100056" y="400884"/>
                    <a:pt x="99316" y="401994"/>
                    <a:pt x="98878" y="401994"/>
                  </a:cubicBezTo>
                  <a:cubicBezTo>
                    <a:pt x="98441" y="401994"/>
                    <a:pt x="96825" y="403205"/>
                    <a:pt x="96825" y="403205"/>
                  </a:cubicBezTo>
                  <a:cubicBezTo>
                    <a:pt x="96825" y="403205"/>
                    <a:pt x="94234" y="405055"/>
                    <a:pt x="93561" y="405055"/>
                  </a:cubicBezTo>
                  <a:cubicBezTo>
                    <a:pt x="92921" y="405055"/>
                    <a:pt x="91811" y="404718"/>
                    <a:pt x="91508" y="404618"/>
                  </a:cubicBezTo>
                  <a:cubicBezTo>
                    <a:pt x="91171" y="404517"/>
                    <a:pt x="90532" y="404281"/>
                    <a:pt x="90532" y="404281"/>
                  </a:cubicBezTo>
                  <a:lnTo>
                    <a:pt x="85753" y="400682"/>
                  </a:lnTo>
                  <a:cubicBezTo>
                    <a:pt x="85753" y="400682"/>
                    <a:pt x="83801" y="397419"/>
                    <a:pt x="83363" y="397755"/>
                  </a:cubicBezTo>
                  <a:cubicBezTo>
                    <a:pt x="82926" y="398092"/>
                    <a:pt x="81411" y="397755"/>
                    <a:pt x="81411" y="397755"/>
                  </a:cubicBezTo>
                  <a:lnTo>
                    <a:pt x="79224" y="397755"/>
                  </a:lnTo>
                  <a:lnTo>
                    <a:pt x="77710" y="398832"/>
                  </a:lnTo>
                  <a:cubicBezTo>
                    <a:pt x="77710" y="398832"/>
                    <a:pt x="77171" y="400345"/>
                    <a:pt x="77171" y="400783"/>
                  </a:cubicBezTo>
                  <a:cubicBezTo>
                    <a:pt x="77171" y="401220"/>
                    <a:pt x="77508" y="402296"/>
                    <a:pt x="77508" y="402296"/>
                  </a:cubicBezTo>
                  <a:lnTo>
                    <a:pt x="79560" y="404348"/>
                  </a:lnTo>
                  <a:lnTo>
                    <a:pt x="81176" y="407813"/>
                  </a:lnTo>
                  <a:lnTo>
                    <a:pt x="81411" y="408991"/>
                  </a:lnTo>
                  <a:lnTo>
                    <a:pt x="79662" y="411615"/>
                  </a:lnTo>
                  <a:lnTo>
                    <a:pt x="78046" y="411615"/>
                  </a:lnTo>
                  <a:lnTo>
                    <a:pt x="76532" y="409865"/>
                  </a:lnTo>
                  <a:lnTo>
                    <a:pt x="74782" y="408991"/>
                  </a:lnTo>
                  <a:lnTo>
                    <a:pt x="73267" y="410740"/>
                  </a:lnTo>
                  <a:cubicBezTo>
                    <a:pt x="73267" y="410740"/>
                    <a:pt x="73065" y="412254"/>
                    <a:pt x="73065" y="413330"/>
                  </a:cubicBezTo>
                  <a:cubicBezTo>
                    <a:pt x="73065" y="414407"/>
                    <a:pt x="73503" y="415618"/>
                    <a:pt x="73503" y="415618"/>
                  </a:cubicBezTo>
                  <a:lnTo>
                    <a:pt x="74041" y="416392"/>
                  </a:lnTo>
                  <a:lnTo>
                    <a:pt x="74142" y="418881"/>
                  </a:lnTo>
                  <a:lnTo>
                    <a:pt x="74479" y="420294"/>
                  </a:lnTo>
                  <a:lnTo>
                    <a:pt x="72964" y="422682"/>
                  </a:lnTo>
                  <a:lnTo>
                    <a:pt x="70373" y="426382"/>
                  </a:lnTo>
                  <a:cubicBezTo>
                    <a:pt x="70373" y="426382"/>
                    <a:pt x="67310" y="428132"/>
                    <a:pt x="66671" y="428132"/>
                  </a:cubicBezTo>
                  <a:cubicBezTo>
                    <a:pt x="66031" y="428132"/>
                    <a:pt x="61017" y="431832"/>
                    <a:pt x="61017" y="431832"/>
                  </a:cubicBezTo>
                  <a:lnTo>
                    <a:pt x="58426" y="434220"/>
                  </a:lnTo>
                  <a:cubicBezTo>
                    <a:pt x="58426" y="434220"/>
                    <a:pt x="57349" y="435970"/>
                    <a:pt x="56675" y="436172"/>
                  </a:cubicBezTo>
                  <a:cubicBezTo>
                    <a:pt x="56036" y="436407"/>
                    <a:pt x="54925" y="439435"/>
                    <a:pt x="54925" y="439435"/>
                  </a:cubicBezTo>
                  <a:lnTo>
                    <a:pt x="51223" y="443337"/>
                  </a:lnTo>
                  <a:lnTo>
                    <a:pt x="47959" y="442900"/>
                  </a:lnTo>
                  <a:lnTo>
                    <a:pt x="44930" y="439435"/>
                  </a:lnTo>
                  <a:lnTo>
                    <a:pt x="39714" y="439435"/>
                  </a:lnTo>
                  <a:lnTo>
                    <a:pt x="36887" y="439435"/>
                  </a:lnTo>
                  <a:cubicBezTo>
                    <a:pt x="36887" y="439435"/>
                    <a:pt x="36011" y="440309"/>
                    <a:pt x="35810" y="440948"/>
                  </a:cubicBezTo>
                  <a:cubicBezTo>
                    <a:pt x="35608" y="441588"/>
                    <a:pt x="33622" y="444212"/>
                    <a:pt x="33622" y="444212"/>
                  </a:cubicBezTo>
                  <a:lnTo>
                    <a:pt x="30795" y="450065"/>
                  </a:lnTo>
                  <a:lnTo>
                    <a:pt x="29045" y="453967"/>
                  </a:lnTo>
                  <a:lnTo>
                    <a:pt x="27093" y="458307"/>
                  </a:lnTo>
                  <a:lnTo>
                    <a:pt x="25579" y="460897"/>
                  </a:lnTo>
                  <a:lnTo>
                    <a:pt x="24502" y="463722"/>
                  </a:lnTo>
                  <a:lnTo>
                    <a:pt x="24939" y="466346"/>
                  </a:lnTo>
                  <a:cubicBezTo>
                    <a:pt x="24939" y="466346"/>
                    <a:pt x="24939" y="470249"/>
                    <a:pt x="24939" y="470921"/>
                  </a:cubicBezTo>
                  <a:cubicBezTo>
                    <a:pt x="24939" y="471561"/>
                    <a:pt x="26891" y="476775"/>
                    <a:pt x="28641" y="477649"/>
                  </a:cubicBezTo>
                  <a:cubicBezTo>
                    <a:pt x="30391" y="478524"/>
                    <a:pt x="31670" y="479600"/>
                    <a:pt x="31670" y="479600"/>
                  </a:cubicBezTo>
                  <a:cubicBezTo>
                    <a:pt x="31670" y="479600"/>
                    <a:pt x="29920" y="482863"/>
                    <a:pt x="29281" y="484175"/>
                  </a:cubicBezTo>
                  <a:cubicBezTo>
                    <a:pt x="28641" y="485487"/>
                    <a:pt x="26016" y="484175"/>
                    <a:pt x="26016" y="484175"/>
                  </a:cubicBezTo>
                  <a:lnTo>
                    <a:pt x="21035" y="486564"/>
                  </a:lnTo>
                  <a:lnTo>
                    <a:pt x="17131" y="488078"/>
                  </a:lnTo>
                  <a:lnTo>
                    <a:pt x="16054" y="488078"/>
                  </a:lnTo>
                  <a:lnTo>
                    <a:pt x="13026" y="489390"/>
                  </a:lnTo>
                  <a:lnTo>
                    <a:pt x="11073" y="491340"/>
                  </a:lnTo>
                  <a:cubicBezTo>
                    <a:pt x="11073" y="491340"/>
                    <a:pt x="9559" y="493292"/>
                    <a:pt x="8684" y="493292"/>
                  </a:cubicBezTo>
                  <a:cubicBezTo>
                    <a:pt x="7809" y="493292"/>
                    <a:pt x="6497" y="494604"/>
                    <a:pt x="6497" y="494604"/>
                  </a:cubicBezTo>
                  <a:lnTo>
                    <a:pt x="3468" y="496790"/>
                  </a:lnTo>
                  <a:lnTo>
                    <a:pt x="3030" y="498102"/>
                  </a:lnTo>
                  <a:lnTo>
                    <a:pt x="1280" y="503955"/>
                  </a:lnTo>
                  <a:cubicBezTo>
                    <a:pt x="1280" y="503955"/>
                    <a:pt x="1078" y="505907"/>
                    <a:pt x="1078" y="506781"/>
                  </a:cubicBezTo>
                  <a:cubicBezTo>
                    <a:pt x="1078" y="507656"/>
                    <a:pt x="1280" y="510246"/>
                    <a:pt x="1280" y="510919"/>
                  </a:cubicBezTo>
                  <a:cubicBezTo>
                    <a:pt x="1280" y="511558"/>
                    <a:pt x="640" y="513307"/>
                    <a:pt x="640" y="513307"/>
                  </a:cubicBezTo>
                  <a:cubicBezTo>
                    <a:pt x="640" y="513307"/>
                    <a:pt x="640" y="518521"/>
                    <a:pt x="640" y="519396"/>
                  </a:cubicBezTo>
                  <a:cubicBezTo>
                    <a:pt x="640" y="520271"/>
                    <a:pt x="540" y="520708"/>
                    <a:pt x="102" y="521986"/>
                  </a:cubicBezTo>
                  <a:cubicBezTo>
                    <a:pt x="-335" y="523298"/>
                    <a:pt x="775" y="523937"/>
                    <a:pt x="775" y="523937"/>
                  </a:cubicBezTo>
                  <a:cubicBezTo>
                    <a:pt x="775" y="523937"/>
                    <a:pt x="-32" y="527402"/>
                    <a:pt x="775" y="529589"/>
                  </a:cubicBezTo>
                  <a:cubicBezTo>
                    <a:pt x="1583" y="531775"/>
                    <a:pt x="4982" y="533289"/>
                    <a:pt x="4982" y="533289"/>
                  </a:cubicBezTo>
                  <a:cubicBezTo>
                    <a:pt x="4982" y="533289"/>
                    <a:pt x="10838" y="533289"/>
                    <a:pt x="12588" y="533289"/>
                  </a:cubicBezTo>
                  <a:cubicBezTo>
                    <a:pt x="14338" y="533289"/>
                    <a:pt x="13026" y="536990"/>
                    <a:pt x="13026" y="536990"/>
                  </a:cubicBezTo>
                  <a:cubicBezTo>
                    <a:pt x="13026" y="536990"/>
                    <a:pt x="14540" y="542204"/>
                    <a:pt x="15213" y="542843"/>
                  </a:cubicBezTo>
                  <a:cubicBezTo>
                    <a:pt x="15852" y="543482"/>
                    <a:pt x="14338" y="547182"/>
                    <a:pt x="14338" y="547182"/>
                  </a:cubicBezTo>
                  <a:lnTo>
                    <a:pt x="14977" y="551757"/>
                  </a:lnTo>
                  <a:cubicBezTo>
                    <a:pt x="14977" y="551757"/>
                    <a:pt x="17602" y="553271"/>
                    <a:pt x="18444" y="554146"/>
                  </a:cubicBezTo>
                  <a:cubicBezTo>
                    <a:pt x="19319" y="555021"/>
                    <a:pt x="21708" y="555895"/>
                    <a:pt x="22348" y="556097"/>
                  </a:cubicBezTo>
                  <a:cubicBezTo>
                    <a:pt x="22987" y="556332"/>
                    <a:pt x="22583" y="557611"/>
                    <a:pt x="22583" y="558485"/>
                  </a:cubicBezTo>
                  <a:cubicBezTo>
                    <a:pt x="22583" y="559360"/>
                    <a:pt x="22583" y="560672"/>
                    <a:pt x="20194" y="563060"/>
                  </a:cubicBezTo>
                  <a:cubicBezTo>
                    <a:pt x="17804" y="565449"/>
                    <a:pt x="17367" y="565886"/>
                    <a:pt x="17367" y="565886"/>
                  </a:cubicBezTo>
                  <a:cubicBezTo>
                    <a:pt x="17367" y="565886"/>
                    <a:pt x="15852" y="566963"/>
                    <a:pt x="14102" y="566963"/>
                  </a:cubicBezTo>
                  <a:cubicBezTo>
                    <a:pt x="12352" y="566963"/>
                    <a:pt x="11275" y="569351"/>
                    <a:pt x="10636" y="569788"/>
                  </a:cubicBezTo>
                  <a:cubicBezTo>
                    <a:pt x="9997" y="570225"/>
                    <a:pt x="9323" y="572177"/>
                    <a:pt x="8684" y="572412"/>
                  </a:cubicBezTo>
                  <a:cubicBezTo>
                    <a:pt x="8045" y="572614"/>
                    <a:pt x="6497" y="574599"/>
                    <a:pt x="5857" y="575002"/>
                  </a:cubicBezTo>
                  <a:cubicBezTo>
                    <a:pt x="5218" y="575440"/>
                    <a:pt x="1717" y="578905"/>
                    <a:pt x="1078" y="580217"/>
                  </a:cubicBezTo>
                  <a:cubicBezTo>
                    <a:pt x="439" y="581528"/>
                    <a:pt x="1078" y="582605"/>
                    <a:pt x="1078" y="585868"/>
                  </a:cubicBezTo>
                  <a:cubicBezTo>
                    <a:pt x="1078" y="589131"/>
                    <a:pt x="1717" y="587617"/>
                    <a:pt x="2155" y="588256"/>
                  </a:cubicBezTo>
                  <a:cubicBezTo>
                    <a:pt x="2592" y="588895"/>
                    <a:pt x="5857" y="590645"/>
                    <a:pt x="7371" y="591082"/>
                  </a:cubicBezTo>
                  <a:cubicBezTo>
                    <a:pt x="8886" y="591519"/>
                    <a:pt x="15415" y="592394"/>
                    <a:pt x="15415" y="592394"/>
                  </a:cubicBezTo>
                  <a:cubicBezTo>
                    <a:pt x="15415" y="592394"/>
                    <a:pt x="18679" y="592394"/>
                    <a:pt x="20631" y="592394"/>
                  </a:cubicBezTo>
                  <a:cubicBezTo>
                    <a:pt x="22583" y="592394"/>
                    <a:pt x="24098" y="589568"/>
                    <a:pt x="24098" y="589568"/>
                  </a:cubicBezTo>
                  <a:lnTo>
                    <a:pt x="28237" y="586945"/>
                  </a:lnTo>
                  <a:lnTo>
                    <a:pt x="34329" y="585868"/>
                  </a:lnTo>
                  <a:lnTo>
                    <a:pt x="39343" y="582840"/>
                  </a:lnTo>
                  <a:lnTo>
                    <a:pt x="48699" y="581091"/>
                  </a:lnTo>
                  <a:lnTo>
                    <a:pt x="54791" y="577391"/>
                  </a:lnTo>
                  <a:cubicBezTo>
                    <a:pt x="54791" y="577391"/>
                    <a:pt x="60647" y="577189"/>
                    <a:pt x="61522" y="577189"/>
                  </a:cubicBezTo>
                  <a:cubicBezTo>
                    <a:pt x="62397" y="577189"/>
                    <a:pt x="66301" y="578064"/>
                    <a:pt x="69363" y="578064"/>
                  </a:cubicBezTo>
                  <a:cubicBezTo>
                    <a:pt x="72392" y="578064"/>
                    <a:pt x="76094" y="578265"/>
                    <a:pt x="76767" y="578064"/>
                  </a:cubicBezTo>
                  <a:cubicBezTo>
                    <a:pt x="77407" y="577862"/>
                    <a:pt x="81344" y="576987"/>
                    <a:pt x="81546" y="576112"/>
                  </a:cubicBezTo>
                  <a:cubicBezTo>
                    <a:pt x="81782" y="575238"/>
                    <a:pt x="85013" y="572210"/>
                    <a:pt x="86763" y="571537"/>
                  </a:cubicBezTo>
                  <a:cubicBezTo>
                    <a:pt x="88513" y="570898"/>
                    <a:pt x="93729" y="569788"/>
                    <a:pt x="93729" y="569788"/>
                  </a:cubicBezTo>
                  <a:lnTo>
                    <a:pt x="98946" y="569788"/>
                  </a:lnTo>
                  <a:lnTo>
                    <a:pt x="100023" y="571639"/>
                  </a:lnTo>
                  <a:cubicBezTo>
                    <a:pt x="100023" y="571639"/>
                    <a:pt x="102850" y="576314"/>
                    <a:pt x="103489" y="576953"/>
                  </a:cubicBezTo>
                  <a:cubicBezTo>
                    <a:pt x="104128" y="577593"/>
                    <a:pt x="106955" y="579981"/>
                    <a:pt x="106955" y="579981"/>
                  </a:cubicBezTo>
                  <a:lnTo>
                    <a:pt x="111869" y="577593"/>
                  </a:lnTo>
                  <a:cubicBezTo>
                    <a:pt x="111869" y="577593"/>
                    <a:pt x="118061" y="574767"/>
                    <a:pt x="119138" y="574565"/>
                  </a:cubicBezTo>
                  <a:cubicBezTo>
                    <a:pt x="120215" y="574330"/>
                    <a:pt x="122840" y="574330"/>
                    <a:pt x="124792" y="574565"/>
                  </a:cubicBezTo>
                  <a:cubicBezTo>
                    <a:pt x="126744" y="574767"/>
                    <a:pt x="128259" y="574565"/>
                    <a:pt x="128259" y="574565"/>
                  </a:cubicBezTo>
                  <a:cubicBezTo>
                    <a:pt x="128259" y="574565"/>
                    <a:pt x="131961" y="576079"/>
                    <a:pt x="132600" y="576314"/>
                  </a:cubicBezTo>
                  <a:cubicBezTo>
                    <a:pt x="133240" y="576516"/>
                    <a:pt x="133240" y="579376"/>
                    <a:pt x="133240" y="579376"/>
                  </a:cubicBezTo>
                  <a:cubicBezTo>
                    <a:pt x="133240" y="579376"/>
                    <a:pt x="131086" y="582403"/>
                    <a:pt x="130413" y="582639"/>
                  </a:cubicBezTo>
                  <a:cubicBezTo>
                    <a:pt x="129773" y="582840"/>
                    <a:pt x="126273" y="587415"/>
                    <a:pt x="126273" y="587415"/>
                  </a:cubicBezTo>
                  <a:lnTo>
                    <a:pt x="123244" y="588929"/>
                  </a:lnTo>
                  <a:cubicBezTo>
                    <a:pt x="123244" y="588929"/>
                    <a:pt x="120215" y="591318"/>
                    <a:pt x="119542" y="591519"/>
                  </a:cubicBezTo>
                  <a:cubicBezTo>
                    <a:pt x="118903" y="591721"/>
                    <a:pt x="115840" y="593033"/>
                    <a:pt x="114965" y="593471"/>
                  </a:cubicBezTo>
                  <a:cubicBezTo>
                    <a:pt x="114090" y="593908"/>
                    <a:pt x="111835" y="596296"/>
                    <a:pt x="111835" y="596296"/>
                  </a:cubicBezTo>
                  <a:cubicBezTo>
                    <a:pt x="111835" y="596296"/>
                    <a:pt x="112138" y="599122"/>
                    <a:pt x="111936" y="599997"/>
                  </a:cubicBezTo>
                  <a:cubicBezTo>
                    <a:pt x="111734" y="600871"/>
                    <a:pt x="111936" y="608911"/>
                    <a:pt x="111936" y="608911"/>
                  </a:cubicBezTo>
                  <a:lnTo>
                    <a:pt x="111936" y="612376"/>
                  </a:lnTo>
                  <a:lnTo>
                    <a:pt x="114561" y="616716"/>
                  </a:lnTo>
                  <a:lnTo>
                    <a:pt x="116076" y="616716"/>
                  </a:lnTo>
                  <a:lnTo>
                    <a:pt x="120215" y="619440"/>
                  </a:lnTo>
                  <a:cubicBezTo>
                    <a:pt x="120215" y="619440"/>
                    <a:pt x="123042" y="624116"/>
                    <a:pt x="123682" y="624554"/>
                  </a:cubicBezTo>
                  <a:cubicBezTo>
                    <a:pt x="124321" y="624991"/>
                    <a:pt x="126307" y="626942"/>
                    <a:pt x="127148" y="627817"/>
                  </a:cubicBezTo>
                  <a:cubicBezTo>
                    <a:pt x="128023" y="628691"/>
                    <a:pt x="126509" y="633031"/>
                    <a:pt x="126509" y="633031"/>
                  </a:cubicBezTo>
                  <a:cubicBezTo>
                    <a:pt x="126509" y="633031"/>
                    <a:pt x="125634" y="640297"/>
                    <a:pt x="125533" y="640734"/>
                  </a:cubicBezTo>
                  <a:cubicBezTo>
                    <a:pt x="125432" y="641171"/>
                    <a:pt x="124994" y="642248"/>
                    <a:pt x="124994" y="642248"/>
                  </a:cubicBezTo>
                  <a:cubicBezTo>
                    <a:pt x="124994" y="642248"/>
                    <a:pt x="123783" y="644300"/>
                    <a:pt x="123581" y="644737"/>
                  </a:cubicBezTo>
                  <a:cubicBezTo>
                    <a:pt x="123345" y="645175"/>
                    <a:pt x="122369" y="647126"/>
                    <a:pt x="122369" y="647126"/>
                  </a:cubicBezTo>
                  <a:lnTo>
                    <a:pt x="122369" y="650288"/>
                  </a:lnTo>
                  <a:lnTo>
                    <a:pt x="124052" y="654527"/>
                  </a:lnTo>
                  <a:lnTo>
                    <a:pt x="126172" y="657891"/>
                  </a:lnTo>
                  <a:lnTo>
                    <a:pt x="129100" y="660615"/>
                  </a:lnTo>
                  <a:lnTo>
                    <a:pt x="128663" y="663542"/>
                  </a:lnTo>
                  <a:cubicBezTo>
                    <a:pt x="128663" y="663542"/>
                    <a:pt x="125836" y="664416"/>
                    <a:pt x="125196" y="664517"/>
                  </a:cubicBezTo>
                  <a:cubicBezTo>
                    <a:pt x="124557" y="664619"/>
                    <a:pt x="125196" y="666367"/>
                    <a:pt x="125196" y="666367"/>
                  </a:cubicBezTo>
                  <a:lnTo>
                    <a:pt x="128461" y="667141"/>
                  </a:lnTo>
                  <a:lnTo>
                    <a:pt x="133139" y="667141"/>
                  </a:lnTo>
                  <a:lnTo>
                    <a:pt x="134350" y="668049"/>
                  </a:lnTo>
                  <a:lnTo>
                    <a:pt x="134115" y="669294"/>
                  </a:lnTo>
                  <a:cubicBezTo>
                    <a:pt x="134115" y="669294"/>
                    <a:pt x="133341" y="670472"/>
                    <a:pt x="133139" y="670808"/>
                  </a:cubicBezTo>
                  <a:cubicBezTo>
                    <a:pt x="132937" y="671144"/>
                    <a:pt x="131826" y="672221"/>
                    <a:pt x="131826" y="672221"/>
                  </a:cubicBezTo>
                  <a:cubicBezTo>
                    <a:pt x="131826" y="672221"/>
                    <a:pt x="130312" y="673095"/>
                    <a:pt x="129975" y="673196"/>
                  </a:cubicBezTo>
                  <a:cubicBezTo>
                    <a:pt x="129639" y="673297"/>
                    <a:pt x="127788" y="674811"/>
                    <a:pt x="127350" y="674811"/>
                  </a:cubicBezTo>
                  <a:cubicBezTo>
                    <a:pt x="126913" y="674811"/>
                    <a:pt x="127888" y="676661"/>
                    <a:pt x="128124" y="676998"/>
                  </a:cubicBezTo>
                  <a:cubicBezTo>
                    <a:pt x="128326" y="677334"/>
                    <a:pt x="131052" y="678411"/>
                    <a:pt x="131052" y="678411"/>
                  </a:cubicBezTo>
                  <a:lnTo>
                    <a:pt x="131052" y="679924"/>
                  </a:lnTo>
                  <a:lnTo>
                    <a:pt x="128865" y="680698"/>
                  </a:lnTo>
                  <a:cubicBezTo>
                    <a:pt x="128865" y="680698"/>
                    <a:pt x="128225" y="681674"/>
                    <a:pt x="128091" y="682010"/>
                  </a:cubicBezTo>
                  <a:cubicBezTo>
                    <a:pt x="127989" y="682346"/>
                    <a:pt x="126340" y="684634"/>
                    <a:pt x="126340" y="685038"/>
                  </a:cubicBezTo>
                  <a:cubicBezTo>
                    <a:pt x="126340" y="685475"/>
                    <a:pt x="127114" y="687964"/>
                    <a:pt x="127114" y="687964"/>
                  </a:cubicBezTo>
                  <a:lnTo>
                    <a:pt x="130715" y="688503"/>
                  </a:lnTo>
                  <a:lnTo>
                    <a:pt x="137884" y="689579"/>
                  </a:lnTo>
                  <a:lnTo>
                    <a:pt x="141249" y="692203"/>
                  </a:lnTo>
                  <a:lnTo>
                    <a:pt x="145288" y="693817"/>
                  </a:lnTo>
                  <a:lnTo>
                    <a:pt x="151144" y="694793"/>
                  </a:lnTo>
                  <a:lnTo>
                    <a:pt x="155182" y="696441"/>
                  </a:lnTo>
                  <a:lnTo>
                    <a:pt x="166255" y="698830"/>
                  </a:lnTo>
                  <a:lnTo>
                    <a:pt x="168745" y="699469"/>
                  </a:lnTo>
                  <a:cubicBezTo>
                    <a:pt x="168745" y="699469"/>
                    <a:pt x="176015" y="701218"/>
                    <a:pt x="176452" y="701218"/>
                  </a:cubicBezTo>
                  <a:cubicBezTo>
                    <a:pt x="176890" y="701218"/>
                    <a:pt x="182106" y="701656"/>
                    <a:pt x="183856" y="701857"/>
                  </a:cubicBezTo>
                  <a:cubicBezTo>
                    <a:pt x="185606" y="702059"/>
                    <a:pt x="189409" y="702396"/>
                    <a:pt x="189712" y="702497"/>
                  </a:cubicBezTo>
                  <a:cubicBezTo>
                    <a:pt x="190049" y="702597"/>
                    <a:pt x="191024" y="705322"/>
                    <a:pt x="191126" y="705659"/>
                  </a:cubicBezTo>
                  <a:cubicBezTo>
                    <a:pt x="191226" y="705995"/>
                    <a:pt x="190149" y="711411"/>
                    <a:pt x="190149" y="711411"/>
                  </a:cubicBezTo>
                  <a:cubicBezTo>
                    <a:pt x="190149" y="711411"/>
                    <a:pt x="190149" y="713261"/>
                    <a:pt x="190149" y="713699"/>
                  </a:cubicBezTo>
                  <a:cubicBezTo>
                    <a:pt x="190149" y="714136"/>
                    <a:pt x="189611" y="717164"/>
                    <a:pt x="189611" y="717164"/>
                  </a:cubicBezTo>
                  <a:lnTo>
                    <a:pt x="187996" y="718375"/>
                  </a:lnTo>
                  <a:cubicBezTo>
                    <a:pt x="187996" y="718375"/>
                    <a:pt x="185169" y="720326"/>
                    <a:pt x="184630" y="720662"/>
                  </a:cubicBezTo>
                  <a:cubicBezTo>
                    <a:pt x="184092" y="720999"/>
                    <a:pt x="180928" y="722512"/>
                    <a:pt x="180053" y="722815"/>
                  </a:cubicBezTo>
                  <a:cubicBezTo>
                    <a:pt x="179178" y="723151"/>
                    <a:pt x="176452" y="725842"/>
                    <a:pt x="176452" y="725842"/>
                  </a:cubicBezTo>
                  <a:cubicBezTo>
                    <a:pt x="176452" y="725842"/>
                    <a:pt x="173289" y="728466"/>
                    <a:pt x="172986" y="728668"/>
                  </a:cubicBezTo>
                  <a:cubicBezTo>
                    <a:pt x="172649" y="728870"/>
                    <a:pt x="172111" y="730417"/>
                    <a:pt x="171774" y="730518"/>
                  </a:cubicBezTo>
                  <a:cubicBezTo>
                    <a:pt x="171437" y="730619"/>
                    <a:pt x="169822" y="733580"/>
                    <a:pt x="169587" y="734421"/>
                  </a:cubicBezTo>
                  <a:cubicBezTo>
                    <a:pt x="169351" y="735295"/>
                    <a:pt x="168173" y="736910"/>
                    <a:pt x="168173" y="736910"/>
                  </a:cubicBezTo>
                  <a:cubicBezTo>
                    <a:pt x="168173" y="736910"/>
                    <a:pt x="166962" y="739635"/>
                    <a:pt x="166962" y="740072"/>
                  </a:cubicBezTo>
                  <a:cubicBezTo>
                    <a:pt x="166962" y="740509"/>
                    <a:pt x="166086" y="742259"/>
                    <a:pt x="166086" y="742561"/>
                  </a:cubicBezTo>
                  <a:cubicBezTo>
                    <a:pt x="166086" y="742898"/>
                    <a:pt x="165750" y="744613"/>
                    <a:pt x="165750" y="744613"/>
                  </a:cubicBezTo>
                  <a:lnTo>
                    <a:pt x="168476" y="747338"/>
                  </a:lnTo>
                  <a:lnTo>
                    <a:pt x="169014" y="748953"/>
                  </a:lnTo>
                  <a:lnTo>
                    <a:pt x="169351" y="751341"/>
                  </a:lnTo>
                  <a:lnTo>
                    <a:pt x="169149" y="753528"/>
                  </a:lnTo>
                  <a:cubicBezTo>
                    <a:pt x="169149" y="753528"/>
                    <a:pt x="168072" y="754402"/>
                    <a:pt x="168072" y="754840"/>
                  </a:cubicBezTo>
                  <a:cubicBezTo>
                    <a:pt x="168072" y="755277"/>
                    <a:pt x="167971" y="757464"/>
                    <a:pt x="167971" y="757464"/>
                  </a:cubicBezTo>
                  <a:cubicBezTo>
                    <a:pt x="167971" y="757464"/>
                    <a:pt x="166995" y="761063"/>
                    <a:pt x="166995" y="761500"/>
                  </a:cubicBezTo>
                  <a:cubicBezTo>
                    <a:pt x="166995" y="761938"/>
                    <a:pt x="164808" y="765941"/>
                    <a:pt x="164808" y="765941"/>
                  </a:cubicBezTo>
                  <a:lnTo>
                    <a:pt x="162620" y="771592"/>
                  </a:lnTo>
                  <a:cubicBezTo>
                    <a:pt x="162620" y="771592"/>
                    <a:pt x="160668" y="773207"/>
                    <a:pt x="160130" y="773644"/>
                  </a:cubicBezTo>
                  <a:cubicBezTo>
                    <a:pt x="159591" y="774082"/>
                    <a:pt x="157841" y="775495"/>
                    <a:pt x="157538" y="775596"/>
                  </a:cubicBezTo>
                  <a:cubicBezTo>
                    <a:pt x="157202" y="775696"/>
                    <a:pt x="155923" y="778085"/>
                    <a:pt x="155923" y="778085"/>
                  </a:cubicBezTo>
                  <a:lnTo>
                    <a:pt x="153971" y="780810"/>
                  </a:lnTo>
                  <a:lnTo>
                    <a:pt x="153668" y="784376"/>
                  </a:lnTo>
                  <a:lnTo>
                    <a:pt x="153668" y="786562"/>
                  </a:lnTo>
                  <a:lnTo>
                    <a:pt x="152086" y="788849"/>
                  </a:lnTo>
                  <a:lnTo>
                    <a:pt x="150605" y="791137"/>
                  </a:lnTo>
                  <a:lnTo>
                    <a:pt x="147879" y="792886"/>
                  </a:lnTo>
                  <a:lnTo>
                    <a:pt x="144716" y="795073"/>
                  </a:lnTo>
                  <a:lnTo>
                    <a:pt x="142596" y="797798"/>
                  </a:lnTo>
                  <a:cubicBezTo>
                    <a:pt x="142596" y="797798"/>
                    <a:pt x="142427" y="800859"/>
                    <a:pt x="142663" y="801263"/>
                  </a:cubicBezTo>
                  <a:cubicBezTo>
                    <a:pt x="142865" y="801700"/>
                    <a:pt x="142427" y="802675"/>
                    <a:pt x="142663" y="803012"/>
                  </a:cubicBezTo>
                  <a:cubicBezTo>
                    <a:pt x="142865" y="803348"/>
                    <a:pt x="145692" y="805838"/>
                    <a:pt x="145826" y="806174"/>
                  </a:cubicBezTo>
                  <a:cubicBezTo>
                    <a:pt x="145927" y="806510"/>
                    <a:pt x="150269" y="808899"/>
                    <a:pt x="150504" y="809202"/>
                  </a:cubicBezTo>
                  <a:cubicBezTo>
                    <a:pt x="150740" y="809538"/>
                    <a:pt x="157134" y="809975"/>
                    <a:pt x="157134" y="809975"/>
                  </a:cubicBezTo>
                  <a:lnTo>
                    <a:pt x="169519" y="810312"/>
                  </a:lnTo>
                  <a:lnTo>
                    <a:pt x="177361" y="810850"/>
                  </a:lnTo>
                  <a:cubicBezTo>
                    <a:pt x="177361" y="810850"/>
                    <a:pt x="184967" y="811624"/>
                    <a:pt x="185404" y="811624"/>
                  </a:cubicBezTo>
                  <a:cubicBezTo>
                    <a:pt x="185842" y="811624"/>
                    <a:pt x="191159" y="813810"/>
                    <a:pt x="191159" y="813810"/>
                  </a:cubicBezTo>
                  <a:cubicBezTo>
                    <a:pt x="191159" y="813810"/>
                    <a:pt x="195299" y="817510"/>
                    <a:pt x="195736" y="817813"/>
                  </a:cubicBezTo>
                  <a:cubicBezTo>
                    <a:pt x="196174" y="818150"/>
                    <a:pt x="201592" y="819764"/>
                    <a:pt x="201592" y="819764"/>
                  </a:cubicBezTo>
                  <a:lnTo>
                    <a:pt x="205496" y="820101"/>
                  </a:lnTo>
                  <a:cubicBezTo>
                    <a:pt x="205496" y="820101"/>
                    <a:pt x="207684" y="821715"/>
                    <a:pt x="207986" y="821715"/>
                  </a:cubicBezTo>
                  <a:cubicBezTo>
                    <a:pt x="208323" y="821715"/>
                    <a:pt x="211352" y="823666"/>
                    <a:pt x="212126" y="824205"/>
                  </a:cubicBezTo>
                  <a:cubicBezTo>
                    <a:pt x="212900" y="824743"/>
                    <a:pt x="215727" y="825079"/>
                    <a:pt x="216467" y="824978"/>
                  </a:cubicBezTo>
                  <a:cubicBezTo>
                    <a:pt x="217242" y="824878"/>
                    <a:pt x="220607" y="823566"/>
                    <a:pt x="220607" y="823566"/>
                  </a:cubicBezTo>
                  <a:lnTo>
                    <a:pt x="225722" y="823566"/>
                  </a:lnTo>
                  <a:lnTo>
                    <a:pt x="228987" y="823498"/>
                  </a:lnTo>
                  <a:lnTo>
                    <a:pt x="230501" y="826021"/>
                  </a:lnTo>
                  <a:lnTo>
                    <a:pt x="230602" y="828342"/>
                  </a:lnTo>
                  <a:lnTo>
                    <a:pt x="230064" y="830193"/>
                  </a:lnTo>
                  <a:lnTo>
                    <a:pt x="228751" y="832144"/>
                  </a:lnTo>
                  <a:lnTo>
                    <a:pt x="228314" y="832917"/>
                  </a:lnTo>
                  <a:cubicBezTo>
                    <a:pt x="228314" y="832917"/>
                    <a:pt x="227338" y="835407"/>
                    <a:pt x="227001" y="835844"/>
                  </a:cubicBezTo>
                  <a:cubicBezTo>
                    <a:pt x="226665" y="836281"/>
                    <a:pt x="226126" y="839208"/>
                    <a:pt x="226126" y="839208"/>
                  </a:cubicBezTo>
                  <a:lnTo>
                    <a:pt x="224915" y="841832"/>
                  </a:lnTo>
                  <a:lnTo>
                    <a:pt x="224915" y="845196"/>
                  </a:lnTo>
                  <a:lnTo>
                    <a:pt x="224915" y="849233"/>
                  </a:lnTo>
                  <a:cubicBezTo>
                    <a:pt x="224915" y="849233"/>
                    <a:pt x="224376" y="853471"/>
                    <a:pt x="224040" y="853707"/>
                  </a:cubicBezTo>
                  <a:cubicBezTo>
                    <a:pt x="223703" y="853908"/>
                    <a:pt x="223165" y="855019"/>
                    <a:pt x="222189" y="855893"/>
                  </a:cubicBezTo>
                  <a:cubicBezTo>
                    <a:pt x="221213" y="856768"/>
                    <a:pt x="222189" y="858080"/>
                    <a:pt x="222189" y="858080"/>
                  </a:cubicBezTo>
                  <a:lnTo>
                    <a:pt x="223400" y="860266"/>
                  </a:lnTo>
                  <a:lnTo>
                    <a:pt x="225891" y="863429"/>
                  </a:lnTo>
                  <a:cubicBezTo>
                    <a:pt x="225891" y="863429"/>
                    <a:pt x="226530" y="865178"/>
                    <a:pt x="226968" y="865279"/>
                  </a:cubicBezTo>
                  <a:cubicBezTo>
                    <a:pt x="227405" y="865380"/>
                    <a:pt x="229256" y="867129"/>
                    <a:pt x="229256" y="867129"/>
                  </a:cubicBezTo>
                  <a:cubicBezTo>
                    <a:pt x="229256" y="867129"/>
                    <a:pt x="232420" y="867129"/>
                    <a:pt x="232857" y="867129"/>
                  </a:cubicBezTo>
                  <a:cubicBezTo>
                    <a:pt x="233295" y="867129"/>
                    <a:pt x="234910" y="866961"/>
                    <a:pt x="234910" y="866961"/>
                  </a:cubicBezTo>
                  <a:cubicBezTo>
                    <a:pt x="234910" y="866961"/>
                    <a:pt x="236526" y="866591"/>
                    <a:pt x="237401" y="866591"/>
                  </a:cubicBezTo>
                  <a:cubicBezTo>
                    <a:pt x="238276" y="866591"/>
                    <a:pt x="239689" y="867465"/>
                    <a:pt x="240227" y="867566"/>
                  </a:cubicBezTo>
                  <a:cubicBezTo>
                    <a:pt x="240766" y="867667"/>
                    <a:pt x="241540" y="868643"/>
                    <a:pt x="241978" y="868979"/>
                  </a:cubicBezTo>
                  <a:cubicBezTo>
                    <a:pt x="242415" y="869316"/>
                    <a:pt x="242617" y="870392"/>
                    <a:pt x="242617" y="870392"/>
                  </a:cubicBezTo>
                  <a:lnTo>
                    <a:pt x="242819" y="873117"/>
                  </a:lnTo>
                  <a:lnTo>
                    <a:pt x="242617" y="874328"/>
                  </a:lnTo>
                  <a:cubicBezTo>
                    <a:pt x="242617" y="874328"/>
                    <a:pt x="241540" y="876851"/>
                    <a:pt x="241204" y="877389"/>
                  </a:cubicBezTo>
                  <a:cubicBezTo>
                    <a:pt x="240867" y="877927"/>
                    <a:pt x="240901" y="878264"/>
                    <a:pt x="241338" y="879138"/>
                  </a:cubicBezTo>
                  <a:cubicBezTo>
                    <a:pt x="241776" y="880013"/>
                    <a:pt x="240901" y="882401"/>
                    <a:pt x="241338" y="883377"/>
                  </a:cubicBezTo>
                  <a:cubicBezTo>
                    <a:pt x="241776" y="884352"/>
                    <a:pt x="241338" y="884790"/>
                    <a:pt x="241338" y="885664"/>
                  </a:cubicBezTo>
                  <a:cubicBezTo>
                    <a:pt x="241338" y="886539"/>
                    <a:pt x="242213" y="887313"/>
                    <a:pt x="242213" y="887313"/>
                  </a:cubicBezTo>
                  <a:cubicBezTo>
                    <a:pt x="242213" y="887313"/>
                    <a:pt x="243425" y="889701"/>
                    <a:pt x="244704" y="890576"/>
                  </a:cubicBezTo>
                  <a:cubicBezTo>
                    <a:pt x="246016" y="891450"/>
                    <a:pt x="246319" y="890475"/>
                    <a:pt x="246992" y="890138"/>
                  </a:cubicBezTo>
                  <a:cubicBezTo>
                    <a:pt x="247631" y="889802"/>
                    <a:pt x="249382" y="888288"/>
                    <a:pt x="249382" y="888288"/>
                  </a:cubicBezTo>
                  <a:lnTo>
                    <a:pt x="253959" y="887851"/>
                  </a:lnTo>
                  <a:lnTo>
                    <a:pt x="257324" y="889499"/>
                  </a:lnTo>
                  <a:lnTo>
                    <a:pt x="260589" y="888826"/>
                  </a:lnTo>
                  <a:lnTo>
                    <a:pt x="262540" y="885025"/>
                  </a:lnTo>
                  <a:cubicBezTo>
                    <a:pt x="262540" y="885025"/>
                    <a:pt x="269709" y="884386"/>
                    <a:pt x="271459" y="884588"/>
                  </a:cubicBezTo>
                  <a:cubicBezTo>
                    <a:pt x="273209" y="884790"/>
                    <a:pt x="275700" y="887615"/>
                    <a:pt x="275700" y="887615"/>
                  </a:cubicBezTo>
                  <a:cubicBezTo>
                    <a:pt x="275700" y="887615"/>
                    <a:pt x="281017" y="891753"/>
                    <a:pt x="281454" y="891753"/>
                  </a:cubicBezTo>
                  <a:cubicBezTo>
                    <a:pt x="281892" y="891753"/>
                    <a:pt x="285897" y="892628"/>
                    <a:pt x="285897" y="892628"/>
                  </a:cubicBezTo>
                  <a:cubicBezTo>
                    <a:pt x="285897" y="892628"/>
                    <a:pt x="291214" y="892729"/>
                    <a:pt x="292089" y="892729"/>
                  </a:cubicBezTo>
                  <a:cubicBezTo>
                    <a:pt x="292964" y="892729"/>
                    <a:pt x="299157" y="890239"/>
                    <a:pt x="299157" y="890239"/>
                  </a:cubicBezTo>
                  <a:lnTo>
                    <a:pt x="304272" y="886875"/>
                  </a:lnTo>
                  <a:lnTo>
                    <a:pt x="310902" y="882435"/>
                  </a:lnTo>
                  <a:cubicBezTo>
                    <a:pt x="310902" y="882435"/>
                    <a:pt x="319484" y="875539"/>
                    <a:pt x="319854" y="875270"/>
                  </a:cubicBezTo>
                  <a:cubicBezTo>
                    <a:pt x="320224" y="874967"/>
                    <a:pt x="325374" y="871300"/>
                    <a:pt x="326080" y="871199"/>
                  </a:cubicBezTo>
                  <a:cubicBezTo>
                    <a:pt x="326821" y="871132"/>
                    <a:pt x="333484" y="869517"/>
                    <a:pt x="334191" y="869383"/>
                  </a:cubicBezTo>
                  <a:cubicBezTo>
                    <a:pt x="334931" y="869248"/>
                    <a:pt x="340922" y="867936"/>
                    <a:pt x="340922" y="867936"/>
                  </a:cubicBezTo>
                  <a:lnTo>
                    <a:pt x="343682" y="864606"/>
                  </a:lnTo>
                  <a:cubicBezTo>
                    <a:pt x="343682" y="864606"/>
                    <a:pt x="348259" y="861646"/>
                    <a:pt x="348091" y="861343"/>
                  </a:cubicBezTo>
                  <a:cubicBezTo>
                    <a:pt x="347956" y="861040"/>
                    <a:pt x="352230" y="859325"/>
                    <a:pt x="352230" y="859325"/>
                  </a:cubicBezTo>
                  <a:lnTo>
                    <a:pt x="354418" y="859392"/>
                  </a:lnTo>
                  <a:lnTo>
                    <a:pt x="355865" y="859762"/>
                  </a:lnTo>
                  <a:lnTo>
                    <a:pt x="356504" y="861646"/>
                  </a:lnTo>
                  <a:cubicBezTo>
                    <a:pt x="356504" y="861646"/>
                    <a:pt x="355764" y="864404"/>
                    <a:pt x="355562" y="864539"/>
                  </a:cubicBezTo>
                  <a:cubicBezTo>
                    <a:pt x="355360" y="864673"/>
                    <a:pt x="354990" y="865783"/>
                    <a:pt x="354552" y="866355"/>
                  </a:cubicBezTo>
                  <a:cubicBezTo>
                    <a:pt x="354115" y="866927"/>
                    <a:pt x="353374" y="867230"/>
                    <a:pt x="353374" y="867230"/>
                  </a:cubicBezTo>
                  <a:cubicBezTo>
                    <a:pt x="353374" y="867230"/>
                    <a:pt x="351860" y="869181"/>
                    <a:pt x="351557" y="869753"/>
                  </a:cubicBezTo>
                  <a:cubicBezTo>
                    <a:pt x="351254" y="870325"/>
                    <a:pt x="351119" y="870930"/>
                    <a:pt x="351119" y="870930"/>
                  </a:cubicBezTo>
                  <a:lnTo>
                    <a:pt x="352869" y="873319"/>
                  </a:lnTo>
                  <a:lnTo>
                    <a:pt x="354620" y="874193"/>
                  </a:lnTo>
                  <a:lnTo>
                    <a:pt x="354047" y="877221"/>
                  </a:lnTo>
                  <a:cubicBezTo>
                    <a:pt x="354047" y="877221"/>
                    <a:pt x="351288" y="879542"/>
                    <a:pt x="351018" y="880114"/>
                  </a:cubicBezTo>
                  <a:cubicBezTo>
                    <a:pt x="350715" y="880686"/>
                    <a:pt x="350143" y="883747"/>
                    <a:pt x="350143" y="883747"/>
                  </a:cubicBezTo>
                  <a:lnTo>
                    <a:pt x="350143" y="888255"/>
                  </a:lnTo>
                  <a:lnTo>
                    <a:pt x="354215" y="890273"/>
                  </a:lnTo>
                  <a:lnTo>
                    <a:pt x="353913" y="892729"/>
                  </a:lnTo>
                  <a:lnTo>
                    <a:pt x="353038" y="895622"/>
                  </a:lnTo>
                  <a:cubicBezTo>
                    <a:pt x="353038" y="895622"/>
                    <a:pt x="350850" y="897640"/>
                    <a:pt x="350446" y="897808"/>
                  </a:cubicBezTo>
                  <a:cubicBezTo>
                    <a:pt x="350009" y="897943"/>
                    <a:pt x="348124" y="899389"/>
                    <a:pt x="348124" y="899389"/>
                  </a:cubicBezTo>
                  <a:lnTo>
                    <a:pt x="351153" y="902148"/>
                  </a:lnTo>
                  <a:lnTo>
                    <a:pt x="353610" y="904604"/>
                  </a:lnTo>
                  <a:lnTo>
                    <a:pt x="353610" y="908943"/>
                  </a:lnTo>
                  <a:lnTo>
                    <a:pt x="354990" y="914023"/>
                  </a:lnTo>
                  <a:lnTo>
                    <a:pt x="355360" y="917925"/>
                  </a:lnTo>
                  <a:cubicBezTo>
                    <a:pt x="355360" y="917925"/>
                    <a:pt x="356672" y="924451"/>
                    <a:pt x="356807" y="925023"/>
                  </a:cubicBezTo>
                  <a:cubicBezTo>
                    <a:pt x="356942" y="925595"/>
                    <a:pt x="358254" y="928353"/>
                    <a:pt x="358557" y="928925"/>
                  </a:cubicBezTo>
                  <a:cubicBezTo>
                    <a:pt x="358860" y="929497"/>
                    <a:pt x="362192" y="932255"/>
                    <a:pt x="362192" y="932255"/>
                  </a:cubicBezTo>
                  <a:cubicBezTo>
                    <a:pt x="362192" y="932255"/>
                    <a:pt x="364951" y="932962"/>
                    <a:pt x="365524" y="932962"/>
                  </a:cubicBezTo>
                  <a:cubicBezTo>
                    <a:pt x="366096" y="932962"/>
                    <a:pt x="368721" y="933096"/>
                    <a:pt x="369427" y="933096"/>
                  </a:cubicBezTo>
                  <a:cubicBezTo>
                    <a:pt x="370168" y="933096"/>
                    <a:pt x="372759" y="931650"/>
                    <a:pt x="372759" y="931650"/>
                  </a:cubicBezTo>
                  <a:lnTo>
                    <a:pt x="375216" y="928622"/>
                  </a:lnTo>
                  <a:lnTo>
                    <a:pt x="378851" y="926301"/>
                  </a:lnTo>
                  <a:lnTo>
                    <a:pt x="384067" y="926301"/>
                  </a:lnTo>
                  <a:lnTo>
                    <a:pt x="390596" y="926873"/>
                  </a:lnTo>
                  <a:lnTo>
                    <a:pt x="395947" y="931078"/>
                  </a:lnTo>
                  <a:lnTo>
                    <a:pt x="399582" y="935552"/>
                  </a:lnTo>
                  <a:cubicBezTo>
                    <a:pt x="399582" y="935552"/>
                    <a:pt x="405943" y="941506"/>
                    <a:pt x="406549" y="941943"/>
                  </a:cubicBezTo>
                  <a:cubicBezTo>
                    <a:pt x="407121" y="942381"/>
                    <a:pt x="409140" y="941943"/>
                    <a:pt x="409140" y="941943"/>
                  </a:cubicBezTo>
                  <a:lnTo>
                    <a:pt x="410722" y="939488"/>
                  </a:lnTo>
                  <a:lnTo>
                    <a:pt x="413178" y="937907"/>
                  </a:lnTo>
                  <a:cubicBezTo>
                    <a:pt x="413178" y="937907"/>
                    <a:pt x="415501" y="938344"/>
                    <a:pt x="416207" y="937907"/>
                  </a:cubicBezTo>
                  <a:cubicBezTo>
                    <a:pt x="416948" y="937470"/>
                    <a:pt x="418227" y="935317"/>
                    <a:pt x="418832" y="934577"/>
                  </a:cubicBezTo>
                  <a:cubicBezTo>
                    <a:pt x="419405" y="933836"/>
                    <a:pt x="419405" y="931381"/>
                    <a:pt x="419405" y="931381"/>
                  </a:cubicBezTo>
                  <a:lnTo>
                    <a:pt x="417520" y="927479"/>
                  </a:lnTo>
                  <a:lnTo>
                    <a:pt x="414626" y="924585"/>
                  </a:lnTo>
                  <a:lnTo>
                    <a:pt x="412169" y="922399"/>
                  </a:lnTo>
                  <a:lnTo>
                    <a:pt x="411731" y="916747"/>
                  </a:lnTo>
                  <a:cubicBezTo>
                    <a:pt x="411731" y="916747"/>
                    <a:pt x="411866" y="912677"/>
                    <a:pt x="411866" y="912105"/>
                  </a:cubicBezTo>
                  <a:cubicBezTo>
                    <a:pt x="411866" y="911533"/>
                    <a:pt x="412303" y="906757"/>
                    <a:pt x="412303" y="906757"/>
                  </a:cubicBezTo>
                  <a:lnTo>
                    <a:pt x="412606" y="903561"/>
                  </a:lnTo>
                  <a:lnTo>
                    <a:pt x="413919" y="899221"/>
                  </a:lnTo>
                  <a:lnTo>
                    <a:pt x="414356" y="895016"/>
                  </a:lnTo>
                  <a:lnTo>
                    <a:pt x="416376" y="891417"/>
                  </a:lnTo>
                  <a:cubicBezTo>
                    <a:pt x="416376" y="891417"/>
                    <a:pt x="418563" y="888658"/>
                    <a:pt x="419135" y="887649"/>
                  </a:cubicBezTo>
                  <a:cubicBezTo>
                    <a:pt x="419707" y="886640"/>
                    <a:pt x="421592" y="885025"/>
                    <a:pt x="421592" y="885025"/>
                  </a:cubicBezTo>
                  <a:lnTo>
                    <a:pt x="421155" y="881123"/>
                  </a:lnTo>
                  <a:lnTo>
                    <a:pt x="419707" y="877793"/>
                  </a:lnTo>
                  <a:lnTo>
                    <a:pt x="417957" y="875034"/>
                  </a:lnTo>
                  <a:lnTo>
                    <a:pt x="417957" y="871704"/>
                  </a:lnTo>
                  <a:lnTo>
                    <a:pt x="415501" y="863731"/>
                  </a:lnTo>
                  <a:lnTo>
                    <a:pt x="412169" y="856499"/>
                  </a:lnTo>
                  <a:lnTo>
                    <a:pt x="405068" y="846373"/>
                  </a:lnTo>
                  <a:lnTo>
                    <a:pt x="404058" y="838569"/>
                  </a:lnTo>
                  <a:lnTo>
                    <a:pt x="404058" y="834936"/>
                  </a:lnTo>
                  <a:lnTo>
                    <a:pt x="403351" y="830159"/>
                  </a:lnTo>
                  <a:lnTo>
                    <a:pt x="401164" y="823633"/>
                  </a:lnTo>
                  <a:lnTo>
                    <a:pt x="399144" y="819865"/>
                  </a:lnTo>
                  <a:lnTo>
                    <a:pt x="396822" y="816232"/>
                  </a:lnTo>
                  <a:lnTo>
                    <a:pt x="402039" y="812902"/>
                  </a:lnTo>
                  <a:lnTo>
                    <a:pt x="405808" y="810446"/>
                  </a:lnTo>
                  <a:lnTo>
                    <a:pt x="410150" y="803214"/>
                  </a:lnTo>
                  <a:lnTo>
                    <a:pt x="409409" y="796688"/>
                  </a:lnTo>
                  <a:lnTo>
                    <a:pt x="412001" y="790901"/>
                  </a:lnTo>
                  <a:lnTo>
                    <a:pt x="416476" y="788278"/>
                  </a:lnTo>
                  <a:cubicBezTo>
                    <a:pt x="416476" y="788278"/>
                    <a:pt x="420111" y="788715"/>
                    <a:pt x="420683" y="788849"/>
                  </a:cubicBezTo>
                  <a:cubicBezTo>
                    <a:pt x="421256" y="788984"/>
                    <a:pt x="426640" y="794804"/>
                    <a:pt x="427078" y="794635"/>
                  </a:cubicBezTo>
                  <a:cubicBezTo>
                    <a:pt x="427515" y="794501"/>
                    <a:pt x="436198" y="795342"/>
                    <a:pt x="436770" y="795342"/>
                  </a:cubicBezTo>
                  <a:cubicBezTo>
                    <a:pt x="437342" y="795342"/>
                    <a:pt x="448381" y="798807"/>
                    <a:pt x="450670" y="798975"/>
                  </a:cubicBezTo>
                  <a:cubicBezTo>
                    <a:pt x="452992" y="799110"/>
                    <a:pt x="463425" y="803886"/>
                    <a:pt x="464569" y="803886"/>
                  </a:cubicBezTo>
                  <a:cubicBezTo>
                    <a:pt x="465713" y="803886"/>
                    <a:pt x="470357" y="797226"/>
                    <a:pt x="470357" y="797226"/>
                  </a:cubicBezTo>
                  <a:lnTo>
                    <a:pt x="476584" y="788984"/>
                  </a:lnTo>
                  <a:lnTo>
                    <a:pt x="480925" y="778556"/>
                  </a:lnTo>
                  <a:lnTo>
                    <a:pt x="492368" y="768699"/>
                  </a:lnTo>
                  <a:lnTo>
                    <a:pt x="496844" y="761299"/>
                  </a:lnTo>
                  <a:lnTo>
                    <a:pt x="503373" y="762745"/>
                  </a:lnTo>
                  <a:lnTo>
                    <a:pt x="512224" y="765638"/>
                  </a:lnTo>
                  <a:lnTo>
                    <a:pt x="517878" y="771727"/>
                  </a:lnTo>
                  <a:lnTo>
                    <a:pt x="528681" y="778320"/>
                  </a:lnTo>
                  <a:lnTo>
                    <a:pt x="533460" y="783602"/>
                  </a:lnTo>
                  <a:lnTo>
                    <a:pt x="538676" y="788109"/>
                  </a:lnTo>
                  <a:lnTo>
                    <a:pt x="539383" y="792953"/>
                  </a:lnTo>
                  <a:lnTo>
                    <a:pt x="536994" y="796654"/>
                  </a:lnTo>
                  <a:cubicBezTo>
                    <a:pt x="536994" y="796654"/>
                    <a:pt x="541234" y="797663"/>
                    <a:pt x="541402" y="797730"/>
                  </a:cubicBezTo>
                  <a:cubicBezTo>
                    <a:pt x="541571" y="797798"/>
                    <a:pt x="545676" y="802877"/>
                    <a:pt x="545676" y="802877"/>
                  </a:cubicBezTo>
                  <a:lnTo>
                    <a:pt x="549479" y="802877"/>
                  </a:lnTo>
                  <a:lnTo>
                    <a:pt x="554629" y="802406"/>
                  </a:lnTo>
                  <a:lnTo>
                    <a:pt x="557927" y="800960"/>
                  </a:lnTo>
                  <a:lnTo>
                    <a:pt x="561932" y="799311"/>
                  </a:lnTo>
                  <a:lnTo>
                    <a:pt x="567316" y="796553"/>
                  </a:lnTo>
                  <a:lnTo>
                    <a:pt x="569874" y="794602"/>
                  </a:lnTo>
                  <a:lnTo>
                    <a:pt x="570682" y="793189"/>
                  </a:lnTo>
                  <a:lnTo>
                    <a:pt x="570244" y="787537"/>
                  </a:lnTo>
                  <a:lnTo>
                    <a:pt x="571725" y="783366"/>
                  </a:lnTo>
                  <a:lnTo>
                    <a:pt x="574754" y="779330"/>
                  </a:lnTo>
                  <a:lnTo>
                    <a:pt x="579533" y="774216"/>
                  </a:lnTo>
                  <a:cubicBezTo>
                    <a:pt x="579533" y="774216"/>
                    <a:pt x="582124" y="771491"/>
                    <a:pt x="582293" y="771323"/>
                  </a:cubicBezTo>
                  <a:cubicBezTo>
                    <a:pt x="582461" y="771155"/>
                    <a:pt x="584682" y="770516"/>
                    <a:pt x="584682" y="770516"/>
                  </a:cubicBezTo>
                  <a:lnTo>
                    <a:pt x="587947" y="771323"/>
                  </a:lnTo>
                  <a:lnTo>
                    <a:pt x="592086" y="775226"/>
                  </a:lnTo>
                  <a:lnTo>
                    <a:pt x="596091" y="778690"/>
                  </a:lnTo>
                  <a:lnTo>
                    <a:pt x="598144" y="782155"/>
                  </a:lnTo>
                  <a:lnTo>
                    <a:pt x="602048" y="787807"/>
                  </a:lnTo>
                  <a:lnTo>
                    <a:pt x="604707" y="788883"/>
                  </a:lnTo>
                  <a:lnTo>
                    <a:pt x="607298" y="788883"/>
                  </a:lnTo>
                  <a:lnTo>
                    <a:pt x="610361" y="787403"/>
                  </a:lnTo>
                  <a:lnTo>
                    <a:pt x="612649" y="784644"/>
                  </a:lnTo>
                  <a:lnTo>
                    <a:pt x="616015" y="775831"/>
                  </a:lnTo>
                  <a:lnTo>
                    <a:pt x="616015" y="770079"/>
                  </a:lnTo>
                  <a:lnTo>
                    <a:pt x="615039" y="763653"/>
                  </a:lnTo>
                  <a:lnTo>
                    <a:pt x="615914" y="759314"/>
                  </a:lnTo>
                  <a:lnTo>
                    <a:pt x="618640" y="758338"/>
                  </a:lnTo>
                  <a:cubicBezTo>
                    <a:pt x="618640" y="758338"/>
                    <a:pt x="619515" y="758439"/>
                    <a:pt x="619851" y="758574"/>
                  </a:cubicBezTo>
                  <a:cubicBezTo>
                    <a:pt x="620188" y="758675"/>
                    <a:pt x="624092" y="761736"/>
                    <a:pt x="624092" y="761736"/>
                  </a:cubicBezTo>
                  <a:cubicBezTo>
                    <a:pt x="624092" y="761736"/>
                    <a:pt x="627558" y="765537"/>
                    <a:pt x="628332" y="766748"/>
                  </a:cubicBezTo>
                  <a:cubicBezTo>
                    <a:pt x="629106" y="767926"/>
                    <a:pt x="630284" y="770348"/>
                    <a:pt x="630284" y="770785"/>
                  </a:cubicBezTo>
                  <a:cubicBezTo>
                    <a:pt x="630284" y="771222"/>
                    <a:pt x="633650" y="775360"/>
                    <a:pt x="633650" y="775360"/>
                  </a:cubicBezTo>
                  <a:cubicBezTo>
                    <a:pt x="633650" y="775360"/>
                    <a:pt x="638765" y="779700"/>
                    <a:pt x="639203" y="779801"/>
                  </a:cubicBezTo>
                  <a:cubicBezTo>
                    <a:pt x="639640" y="779901"/>
                    <a:pt x="644857" y="784039"/>
                    <a:pt x="644857" y="784039"/>
                  </a:cubicBezTo>
                  <a:lnTo>
                    <a:pt x="650073" y="789690"/>
                  </a:lnTo>
                  <a:cubicBezTo>
                    <a:pt x="650073" y="789690"/>
                    <a:pt x="651386" y="792953"/>
                    <a:pt x="651386" y="793391"/>
                  </a:cubicBezTo>
                  <a:cubicBezTo>
                    <a:pt x="651386" y="793828"/>
                    <a:pt x="653573" y="796755"/>
                    <a:pt x="653573" y="796755"/>
                  </a:cubicBezTo>
                  <a:cubicBezTo>
                    <a:pt x="653573" y="796755"/>
                    <a:pt x="657814" y="798470"/>
                    <a:pt x="658150" y="798067"/>
                  </a:cubicBezTo>
                  <a:cubicBezTo>
                    <a:pt x="658487" y="797629"/>
                    <a:pt x="661179" y="798168"/>
                    <a:pt x="661516" y="798067"/>
                  </a:cubicBezTo>
                  <a:cubicBezTo>
                    <a:pt x="661852" y="797966"/>
                    <a:pt x="662828" y="797091"/>
                    <a:pt x="662828" y="797091"/>
                  </a:cubicBezTo>
                  <a:cubicBezTo>
                    <a:pt x="662828" y="797091"/>
                    <a:pt x="664242" y="793727"/>
                    <a:pt x="664578" y="793492"/>
                  </a:cubicBezTo>
                  <a:cubicBezTo>
                    <a:pt x="664915" y="793256"/>
                    <a:pt x="666530" y="788042"/>
                    <a:pt x="666530" y="788042"/>
                  </a:cubicBezTo>
                  <a:lnTo>
                    <a:pt x="666530" y="784577"/>
                  </a:lnTo>
                  <a:lnTo>
                    <a:pt x="666530" y="779363"/>
                  </a:lnTo>
                  <a:lnTo>
                    <a:pt x="666530" y="775226"/>
                  </a:lnTo>
                  <a:cubicBezTo>
                    <a:pt x="666530" y="775226"/>
                    <a:pt x="668213" y="769238"/>
                    <a:pt x="668213" y="768699"/>
                  </a:cubicBezTo>
                  <a:cubicBezTo>
                    <a:pt x="668213" y="768161"/>
                    <a:pt x="671982" y="766311"/>
                    <a:pt x="672723" y="766210"/>
                  </a:cubicBezTo>
                  <a:cubicBezTo>
                    <a:pt x="673497" y="766109"/>
                    <a:pt x="678814" y="766109"/>
                    <a:pt x="679252" y="766109"/>
                  </a:cubicBezTo>
                  <a:cubicBezTo>
                    <a:pt x="679689" y="766109"/>
                    <a:pt x="684367" y="771424"/>
                    <a:pt x="684367" y="771424"/>
                  </a:cubicBezTo>
                  <a:cubicBezTo>
                    <a:pt x="684367" y="771424"/>
                    <a:pt x="685175" y="773544"/>
                    <a:pt x="685814" y="774519"/>
                  </a:cubicBezTo>
                  <a:cubicBezTo>
                    <a:pt x="686454" y="775461"/>
                    <a:pt x="687497" y="779868"/>
                    <a:pt x="687564" y="780103"/>
                  </a:cubicBezTo>
                  <a:cubicBezTo>
                    <a:pt x="687631" y="780339"/>
                    <a:pt x="690963" y="781415"/>
                    <a:pt x="692713" y="781483"/>
                  </a:cubicBezTo>
                  <a:cubicBezTo>
                    <a:pt x="694463" y="781550"/>
                    <a:pt x="696685" y="781483"/>
                    <a:pt x="697863" y="781483"/>
                  </a:cubicBezTo>
                  <a:cubicBezTo>
                    <a:pt x="699007" y="781483"/>
                    <a:pt x="701699" y="778421"/>
                    <a:pt x="701699" y="778421"/>
                  </a:cubicBezTo>
                  <a:lnTo>
                    <a:pt x="704964" y="775596"/>
                  </a:lnTo>
                  <a:lnTo>
                    <a:pt x="705334" y="770953"/>
                  </a:lnTo>
                  <a:lnTo>
                    <a:pt x="708464" y="767757"/>
                  </a:lnTo>
                  <a:lnTo>
                    <a:pt x="711223" y="765672"/>
                  </a:lnTo>
                  <a:lnTo>
                    <a:pt x="714387" y="767186"/>
                  </a:lnTo>
                  <a:lnTo>
                    <a:pt x="716137" y="768060"/>
                  </a:lnTo>
                  <a:lnTo>
                    <a:pt x="723104" y="768060"/>
                  </a:lnTo>
                  <a:lnTo>
                    <a:pt x="727748" y="768060"/>
                  </a:lnTo>
                  <a:lnTo>
                    <a:pt x="733839" y="766748"/>
                  </a:lnTo>
                  <a:lnTo>
                    <a:pt x="736162" y="763990"/>
                  </a:lnTo>
                  <a:cubicBezTo>
                    <a:pt x="736162" y="763990"/>
                    <a:pt x="741950" y="759919"/>
                    <a:pt x="742556" y="758776"/>
                  </a:cubicBezTo>
                  <a:cubicBezTo>
                    <a:pt x="743128" y="757632"/>
                    <a:pt x="746897" y="758776"/>
                    <a:pt x="746897" y="758776"/>
                  </a:cubicBezTo>
                  <a:lnTo>
                    <a:pt x="750094" y="753259"/>
                  </a:lnTo>
                  <a:lnTo>
                    <a:pt x="750094" y="750366"/>
                  </a:lnTo>
                  <a:lnTo>
                    <a:pt x="747066" y="746901"/>
                  </a:lnTo>
                  <a:lnTo>
                    <a:pt x="743734" y="742831"/>
                  </a:lnTo>
                  <a:lnTo>
                    <a:pt x="742589" y="736473"/>
                  </a:lnTo>
                  <a:lnTo>
                    <a:pt x="749825" y="734454"/>
                  </a:lnTo>
                  <a:lnTo>
                    <a:pt x="756186" y="731696"/>
                  </a:lnTo>
                  <a:lnTo>
                    <a:pt x="762850" y="727491"/>
                  </a:lnTo>
                  <a:lnTo>
                    <a:pt x="770085" y="722848"/>
                  </a:lnTo>
                  <a:lnTo>
                    <a:pt x="776480" y="722848"/>
                  </a:lnTo>
                  <a:lnTo>
                    <a:pt x="782268" y="728634"/>
                  </a:lnTo>
                  <a:lnTo>
                    <a:pt x="784288" y="722848"/>
                  </a:lnTo>
                  <a:lnTo>
                    <a:pt x="786038" y="723151"/>
                  </a:lnTo>
                  <a:lnTo>
                    <a:pt x="791826" y="722008"/>
                  </a:lnTo>
                  <a:lnTo>
                    <a:pt x="791826" y="713329"/>
                  </a:lnTo>
                  <a:lnTo>
                    <a:pt x="792802" y="711075"/>
                  </a:lnTo>
                  <a:lnTo>
                    <a:pt x="797547" y="713766"/>
                  </a:lnTo>
                  <a:lnTo>
                    <a:pt x="814745" y="733041"/>
                  </a:lnTo>
                  <a:lnTo>
                    <a:pt x="820130" y="733613"/>
                  </a:lnTo>
                  <a:lnTo>
                    <a:pt x="821072" y="731292"/>
                  </a:lnTo>
                  <a:close/>
                </a:path>
              </a:pathLst>
            </a:custGeom>
            <a:grpFill/>
            <a:ln w="6350" cap="flat">
              <a:solidFill>
                <a:schemeClr val="bg1"/>
              </a:solidFill>
              <a:prstDash val="solid"/>
              <a:miter/>
            </a:ln>
          </p:spPr>
          <p:txBody>
            <a:bodyPr rtlCol="0" anchor="ctr"/>
            <a:lstStyle/>
            <a:p>
              <a:endParaRPr lang="en-US"/>
            </a:p>
          </p:txBody>
        </p:sp>
        <p:sp>
          <p:nvSpPr>
            <p:cNvPr id="34" name="Freeform 894">
              <a:extLst>
                <a:ext uri="{FF2B5EF4-FFF2-40B4-BE49-F238E27FC236}">
                  <a16:creationId xmlns:a16="http://schemas.microsoft.com/office/drawing/2014/main" id="{432225A2-F3C4-8476-C25B-FF59D4038F4F}"/>
                </a:ext>
              </a:extLst>
            </p:cNvPr>
            <p:cNvSpPr/>
            <p:nvPr/>
          </p:nvSpPr>
          <p:spPr>
            <a:xfrm>
              <a:off x="7412913" y="3167111"/>
              <a:ext cx="311268" cy="270392"/>
            </a:xfrm>
            <a:custGeom>
              <a:avLst/>
              <a:gdLst>
                <a:gd name="connsiteX0" fmla="*/ 592758 w 597604"/>
                <a:gd name="connsiteY0" fmla="*/ 357320 h 519126"/>
                <a:gd name="connsiteX1" fmla="*/ 590739 w 597604"/>
                <a:gd name="connsiteY1" fmla="*/ 350660 h 519126"/>
                <a:gd name="connsiteX2" fmla="*/ 583200 w 597604"/>
                <a:gd name="connsiteY2" fmla="*/ 346589 h 519126"/>
                <a:gd name="connsiteX3" fmla="*/ 584344 w 597604"/>
                <a:gd name="connsiteY3" fmla="*/ 342552 h 519126"/>
                <a:gd name="connsiteX4" fmla="*/ 590705 w 597604"/>
                <a:gd name="connsiteY4" fmla="*/ 338348 h 519126"/>
                <a:gd name="connsiteX5" fmla="*/ 587945 w 597604"/>
                <a:gd name="connsiteY5" fmla="*/ 335589 h 519126"/>
                <a:gd name="connsiteX6" fmla="*/ 583167 w 597604"/>
                <a:gd name="connsiteY6" fmla="*/ 335589 h 519126"/>
                <a:gd name="connsiteX7" fmla="*/ 579969 w 597604"/>
                <a:gd name="connsiteY7" fmla="*/ 338785 h 519126"/>
                <a:gd name="connsiteX8" fmla="*/ 577344 w 597604"/>
                <a:gd name="connsiteY8" fmla="*/ 341981 h 519126"/>
                <a:gd name="connsiteX9" fmla="*/ 572431 w 597604"/>
                <a:gd name="connsiteY9" fmla="*/ 338213 h 519126"/>
                <a:gd name="connsiteX10" fmla="*/ 570984 w 597604"/>
                <a:gd name="connsiteY10" fmla="*/ 335623 h 519126"/>
                <a:gd name="connsiteX11" fmla="*/ 570950 w 597604"/>
                <a:gd name="connsiteY11" fmla="*/ 327818 h 519126"/>
                <a:gd name="connsiteX12" fmla="*/ 573306 w 597604"/>
                <a:gd name="connsiteY12" fmla="*/ 322032 h 519126"/>
                <a:gd name="connsiteX13" fmla="*/ 576772 w 597604"/>
                <a:gd name="connsiteY13" fmla="*/ 317121 h 519126"/>
                <a:gd name="connsiteX14" fmla="*/ 579969 w 597604"/>
                <a:gd name="connsiteY14" fmla="*/ 312781 h 519126"/>
                <a:gd name="connsiteX15" fmla="*/ 581820 w 597604"/>
                <a:gd name="connsiteY15" fmla="*/ 306995 h 519126"/>
                <a:gd name="connsiteX16" fmla="*/ 581820 w 597604"/>
                <a:gd name="connsiteY16" fmla="*/ 304102 h 519126"/>
                <a:gd name="connsiteX17" fmla="*/ 577041 w 597604"/>
                <a:gd name="connsiteY17" fmla="*/ 297442 h 519126"/>
                <a:gd name="connsiteX18" fmla="*/ 573272 w 597604"/>
                <a:gd name="connsiteY18" fmla="*/ 294549 h 519126"/>
                <a:gd name="connsiteX19" fmla="*/ 570916 w 597604"/>
                <a:gd name="connsiteY19" fmla="*/ 291925 h 519126"/>
                <a:gd name="connsiteX20" fmla="*/ 574719 w 597604"/>
                <a:gd name="connsiteY20" fmla="*/ 288157 h 519126"/>
                <a:gd name="connsiteX21" fmla="*/ 581787 w 597604"/>
                <a:gd name="connsiteY21" fmla="*/ 284692 h 519126"/>
                <a:gd name="connsiteX22" fmla="*/ 585724 w 597604"/>
                <a:gd name="connsiteY22" fmla="*/ 283549 h 519126"/>
                <a:gd name="connsiteX23" fmla="*/ 589191 w 597604"/>
                <a:gd name="connsiteY23" fmla="*/ 282102 h 519126"/>
                <a:gd name="connsiteX24" fmla="*/ 595854 w 597604"/>
                <a:gd name="connsiteY24" fmla="*/ 277460 h 519126"/>
                <a:gd name="connsiteX25" fmla="*/ 597604 w 597604"/>
                <a:gd name="connsiteY25" fmla="*/ 273389 h 519126"/>
                <a:gd name="connsiteX26" fmla="*/ 594407 w 597604"/>
                <a:gd name="connsiteY26" fmla="*/ 270934 h 519126"/>
                <a:gd name="connsiteX27" fmla="*/ 589763 w 597604"/>
                <a:gd name="connsiteY27" fmla="*/ 269622 h 519126"/>
                <a:gd name="connsiteX28" fmla="*/ 588316 w 597604"/>
                <a:gd name="connsiteY28" fmla="*/ 269622 h 519126"/>
                <a:gd name="connsiteX29" fmla="*/ 588316 w 597604"/>
                <a:gd name="connsiteY29" fmla="*/ 267301 h 519126"/>
                <a:gd name="connsiteX30" fmla="*/ 590066 w 597604"/>
                <a:gd name="connsiteY30" fmla="*/ 263836 h 519126"/>
                <a:gd name="connsiteX31" fmla="*/ 594138 w 597604"/>
                <a:gd name="connsiteY31" fmla="*/ 260943 h 519126"/>
                <a:gd name="connsiteX32" fmla="*/ 595282 w 597604"/>
                <a:gd name="connsiteY32" fmla="*/ 260943 h 519126"/>
                <a:gd name="connsiteX33" fmla="*/ 597604 w 597604"/>
                <a:gd name="connsiteY33" fmla="*/ 257478 h 519126"/>
                <a:gd name="connsiteX34" fmla="*/ 595854 w 597604"/>
                <a:gd name="connsiteY34" fmla="*/ 253138 h 519126"/>
                <a:gd name="connsiteX35" fmla="*/ 591513 w 597604"/>
                <a:gd name="connsiteY35" fmla="*/ 249371 h 519126"/>
                <a:gd name="connsiteX36" fmla="*/ 588046 w 597604"/>
                <a:gd name="connsiteY36" fmla="*/ 245031 h 519126"/>
                <a:gd name="connsiteX37" fmla="*/ 588619 w 597604"/>
                <a:gd name="connsiteY37" fmla="*/ 240254 h 519126"/>
                <a:gd name="connsiteX38" fmla="*/ 582224 w 597604"/>
                <a:gd name="connsiteY38" fmla="*/ 236621 h 519126"/>
                <a:gd name="connsiteX39" fmla="*/ 577883 w 597604"/>
                <a:gd name="connsiteY39" fmla="*/ 236621 h 519126"/>
                <a:gd name="connsiteX40" fmla="*/ 570882 w 597604"/>
                <a:gd name="connsiteY40" fmla="*/ 238371 h 519126"/>
                <a:gd name="connsiteX41" fmla="*/ 568325 w 597604"/>
                <a:gd name="connsiteY41" fmla="*/ 238942 h 519126"/>
                <a:gd name="connsiteX42" fmla="*/ 566003 w 597604"/>
                <a:gd name="connsiteY42" fmla="*/ 242138 h 519126"/>
                <a:gd name="connsiteX43" fmla="*/ 563681 w 597604"/>
                <a:gd name="connsiteY43" fmla="*/ 244459 h 519126"/>
                <a:gd name="connsiteX44" fmla="*/ 559777 w 597604"/>
                <a:gd name="connsiteY44" fmla="*/ 245031 h 519126"/>
                <a:gd name="connsiteX45" fmla="*/ 557892 w 597604"/>
                <a:gd name="connsiteY45" fmla="*/ 242710 h 519126"/>
                <a:gd name="connsiteX46" fmla="*/ 557892 w 597604"/>
                <a:gd name="connsiteY46" fmla="*/ 240961 h 519126"/>
                <a:gd name="connsiteX47" fmla="*/ 554998 w 597604"/>
                <a:gd name="connsiteY47" fmla="*/ 241264 h 519126"/>
                <a:gd name="connsiteX48" fmla="*/ 552103 w 597604"/>
                <a:gd name="connsiteY48" fmla="*/ 242138 h 519126"/>
                <a:gd name="connsiteX49" fmla="*/ 547459 w 597604"/>
                <a:gd name="connsiteY49" fmla="*/ 245334 h 519126"/>
                <a:gd name="connsiteX50" fmla="*/ 540796 w 597604"/>
                <a:gd name="connsiteY50" fmla="*/ 247083 h 519126"/>
                <a:gd name="connsiteX51" fmla="*/ 539045 w 597604"/>
                <a:gd name="connsiteY51" fmla="*/ 247655 h 519126"/>
                <a:gd name="connsiteX52" fmla="*/ 532685 w 597604"/>
                <a:gd name="connsiteY52" fmla="*/ 248799 h 519126"/>
                <a:gd name="connsiteX53" fmla="*/ 524843 w 597604"/>
                <a:gd name="connsiteY53" fmla="*/ 250245 h 519126"/>
                <a:gd name="connsiteX54" fmla="*/ 524843 w 597604"/>
                <a:gd name="connsiteY54" fmla="*/ 246175 h 519126"/>
                <a:gd name="connsiteX55" fmla="*/ 527435 w 597604"/>
                <a:gd name="connsiteY55" fmla="*/ 243282 h 519126"/>
                <a:gd name="connsiteX56" fmla="*/ 530632 w 597604"/>
                <a:gd name="connsiteY56" fmla="*/ 240692 h 519126"/>
                <a:gd name="connsiteX57" fmla="*/ 534704 w 597604"/>
                <a:gd name="connsiteY57" fmla="*/ 236621 h 519126"/>
                <a:gd name="connsiteX58" fmla="*/ 540796 w 597604"/>
                <a:gd name="connsiteY58" fmla="*/ 231104 h 519126"/>
                <a:gd name="connsiteX59" fmla="*/ 541940 w 597604"/>
                <a:gd name="connsiteY59" fmla="*/ 228783 h 519126"/>
                <a:gd name="connsiteX60" fmla="*/ 543690 w 597604"/>
                <a:gd name="connsiteY60" fmla="*/ 226193 h 519126"/>
                <a:gd name="connsiteX61" fmla="*/ 545440 w 597604"/>
                <a:gd name="connsiteY61" fmla="*/ 224746 h 519126"/>
                <a:gd name="connsiteX62" fmla="*/ 550353 w 597604"/>
                <a:gd name="connsiteY62" fmla="*/ 222997 h 519126"/>
                <a:gd name="connsiteX63" fmla="*/ 553248 w 597604"/>
                <a:gd name="connsiteY63" fmla="*/ 221820 h 519126"/>
                <a:gd name="connsiteX64" fmla="*/ 554695 w 597604"/>
                <a:gd name="connsiteY64" fmla="*/ 220373 h 519126"/>
                <a:gd name="connsiteX65" fmla="*/ 554964 w 597604"/>
                <a:gd name="connsiteY65" fmla="*/ 216303 h 519126"/>
                <a:gd name="connsiteX66" fmla="*/ 556411 w 597604"/>
                <a:gd name="connsiteY66" fmla="*/ 211963 h 519126"/>
                <a:gd name="connsiteX67" fmla="*/ 559036 w 597604"/>
                <a:gd name="connsiteY67" fmla="*/ 208499 h 519126"/>
                <a:gd name="connsiteX68" fmla="*/ 561224 w 597604"/>
                <a:gd name="connsiteY68" fmla="*/ 207052 h 519126"/>
                <a:gd name="connsiteX69" fmla="*/ 565733 w 597604"/>
                <a:gd name="connsiteY69" fmla="*/ 207052 h 519126"/>
                <a:gd name="connsiteX70" fmla="*/ 568931 w 597604"/>
                <a:gd name="connsiteY70" fmla="*/ 207052 h 519126"/>
                <a:gd name="connsiteX71" fmla="*/ 573844 w 597604"/>
                <a:gd name="connsiteY71" fmla="*/ 204428 h 519126"/>
                <a:gd name="connsiteX72" fmla="*/ 576469 w 597604"/>
                <a:gd name="connsiteY72" fmla="*/ 202982 h 519126"/>
                <a:gd name="connsiteX73" fmla="*/ 580508 w 597604"/>
                <a:gd name="connsiteY73" fmla="*/ 200661 h 519126"/>
                <a:gd name="connsiteX74" fmla="*/ 585724 w 597604"/>
                <a:gd name="connsiteY74" fmla="*/ 198339 h 519126"/>
                <a:gd name="connsiteX75" fmla="*/ 587441 w 597604"/>
                <a:gd name="connsiteY75" fmla="*/ 196018 h 519126"/>
                <a:gd name="connsiteX76" fmla="*/ 588619 w 597604"/>
                <a:gd name="connsiteY76" fmla="*/ 192822 h 519126"/>
                <a:gd name="connsiteX77" fmla="*/ 588922 w 597604"/>
                <a:gd name="connsiteY77" fmla="*/ 187036 h 519126"/>
                <a:gd name="connsiteX78" fmla="*/ 589224 w 597604"/>
                <a:gd name="connsiteY78" fmla="*/ 181250 h 519126"/>
                <a:gd name="connsiteX79" fmla="*/ 586902 w 597604"/>
                <a:gd name="connsiteY79" fmla="*/ 178055 h 519126"/>
                <a:gd name="connsiteX80" fmla="*/ 582561 w 597604"/>
                <a:gd name="connsiteY80" fmla="*/ 172538 h 519126"/>
                <a:gd name="connsiteX81" fmla="*/ 579969 w 597604"/>
                <a:gd name="connsiteY81" fmla="*/ 170519 h 519126"/>
                <a:gd name="connsiteX82" fmla="*/ 577344 w 597604"/>
                <a:gd name="connsiteY82" fmla="*/ 166180 h 519126"/>
                <a:gd name="connsiteX83" fmla="*/ 575594 w 597604"/>
                <a:gd name="connsiteY83" fmla="*/ 160966 h 519126"/>
                <a:gd name="connsiteX84" fmla="*/ 575897 w 597604"/>
                <a:gd name="connsiteY84" fmla="*/ 154877 h 519126"/>
                <a:gd name="connsiteX85" fmla="*/ 576166 w 597604"/>
                <a:gd name="connsiteY85" fmla="*/ 149966 h 519126"/>
                <a:gd name="connsiteX86" fmla="*/ 573844 w 597604"/>
                <a:gd name="connsiteY86" fmla="*/ 146501 h 519126"/>
                <a:gd name="connsiteX87" fmla="*/ 575291 w 597604"/>
                <a:gd name="connsiteY87" fmla="*/ 142733 h 519126"/>
                <a:gd name="connsiteX88" fmla="*/ 575864 w 597604"/>
                <a:gd name="connsiteY88" fmla="*/ 141589 h 519126"/>
                <a:gd name="connsiteX89" fmla="*/ 577613 w 597604"/>
                <a:gd name="connsiteY89" fmla="*/ 137822 h 519126"/>
                <a:gd name="connsiteX90" fmla="*/ 575594 w 597604"/>
                <a:gd name="connsiteY90" fmla="*/ 131464 h 519126"/>
                <a:gd name="connsiteX91" fmla="*/ 574450 w 597604"/>
                <a:gd name="connsiteY91" fmla="*/ 128268 h 519126"/>
                <a:gd name="connsiteX92" fmla="*/ 577344 w 597604"/>
                <a:gd name="connsiteY92" fmla="*/ 123626 h 519126"/>
                <a:gd name="connsiteX93" fmla="*/ 579094 w 597604"/>
                <a:gd name="connsiteY93" fmla="*/ 119286 h 519126"/>
                <a:gd name="connsiteX94" fmla="*/ 577950 w 597604"/>
                <a:gd name="connsiteY94" fmla="*/ 114947 h 519126"/>
                <a:gd name="connsiteX95" fmla="*/ 577378 w 597604"/>
                <a:gd name="connsiteY95" fmla="*/ 113769 h 519126"/>
                <a:gd name="connsiteX96" fmla="*/ 572734 w 597604"/>
                <a:gd name="connsiteY96" fmla="*/ 110002 h 519126"/>
                <a:gd name="connsiteX97" fmla="*/ 571589 w 597604"/>
                <a:gd name="connsiteY97" fmla="*/ 105359 h 519126"/>
                <a:gd name="connsiteX98" fmla="*/ 570714 w 597604"/>
                <a:gd name="connsiteY98" fmla="*/ 98699 h 519126"/>
                <a:gd name="connsiteX99" fmla="*/ 572161 w 597604"/>
                <a:gd name="connsiteY99" fmla="*/ 93485 h 519126"/>
                <a:gd name="connsiteX100" fmla="*/ 571354 w 597604"/>
                <a:gd name="connsiteY100" fmla="*/ 87833 h 519126"/>
                <a:gd name="connsiteX101" fmla="*/ 571354 w 597604"/>
                <a:gd name="connsiteY101" fmla="*/ 87833 h 519126"/>
                <a:gd name="connsiteX102" fmla="*/ 568594 w 597604"/>
                <a:gd name="connsiteY102" fmla="*/ 87530 h 519126"/>
                <a:gd name="connsiteX103" fmla="*/ 567517 w 597604"/>
                <a:gd name="connsiteY103" fmla="*/ 88842 h 519126"/>
                <a:gd name="connsiteX104" fmla="*/ 564690 w 597604"/>
                <a:gd name="connsiteY104" fmla="*/ 88842 h 519126"/>
                <a:gd name="connsiteX105" fmla="*/ 562738 w 597604"/>
                <a:gd name="connsiteY105" fmla="*/ 90154 h 519126"/>
                <a:gd name="connsiteX106" fmla="*/ 560887 w 597604"/>
                <a:gd name="connsiteY106" fmla="*/ 92980 h 519126"/>
                <a:gd name="connsiteX107" fmla="*/ 559474 w 597604"/>
                <a:gd name="connsiteY107" fmla="*/ 94931 h 519126"/>
                <a:gd name="connsiteX108" fmla="*/ 558969 w 597604"/>
                <a:gd name="connsiteY108" fmla="*/ 97656 h 519126"/>
                <a:gd name="connsiteX109" fmla="*/ 558935 w 597604"/>
                <a:gd name="connsiteY109" fmla="*/ 100044 h 519126"/>
                <a:gd name="connsiteX110" fmla="*/ 558935 w 597604"/>
                <a:gd name="connsiteY110" fmla="*/ 101794 h 519126"/>
                <a:gd name="connsiteX111" fmla="*/ 558935 w 597604"/>
                <a:gd name="connsiteY111" fmla="*/ 103543 h 519126"/>
                <a:gd name="connsiteX112" fmla="*/ 558060 w 597604"/>
                <a:gd name="connsiteY112" fmla="*/ 106369 h 519126"/>
                <a:gd name="connsiteX113" fmla="*/ 557286 w 597604"/>
                <a:gd name="connsiteY113" fmla="*/ 107681 h 519126"/>
                <a:gd name="connsiteX114" fmla="*/ 556209 w 597604"/>
                <a:gd name="connsiteY114" fmla="*/ 109430 h 519126"/>
                <a:gd name="connsiteX115" fmla="*/ 555031 w 597604"/>
                <a:gd name="connsiteY115" fmla="*/ 111919 h 519126"/>
                <a:gd name="connsiteX116" fmla="*/ 554998 w 597604"/>
                <a:gd name="connsiteY116" fmla="*/ 113870 h 519126"/>
                <a:gd name="connsiteX117" fmla="*/ 554998 w 597604"/>
                <a:gd name="connsiteY117" fmla="*/ 116898 h 519126"/>
                <a:gd name="connsiteX118" fmla="*/ 553921 w 597604"/>
                <a:gd name="connsiteY118" fmla="*/ 118748 h 519126"/>
                <a:gd name="connsiteX119" fmla="*/ 552406 w 597604"/>
                <a:gd name="connsiteY119" fmla="*/ 119084 h 519126"/>
                <a:gd name="connsiteX120" fmla="*/ 550454 w 597604"/>
                <a:gd name="connsiteY120" fmla="*/ 118983 h 519126"/>
                <a:gd name="connsiteX121" fmla="*/ 548166 w 597604"/>
                <a:gd name="connsiteY121" fmla="*/ 117772 h 519126"/>
                <a:gd name="connsiteX122" fmla="*/ 546651 w 597604"/>
                <a:gd name="connsiteY122" fmla="*/ 117436 h 519126"/>
                <a:gd name="connsiteX123" fmla="*/ 544901 w 597604"/>
                <a:gd name="connsiteY123" fmla="*/ 120161 h 519126"/>
                <a:gd name="connsiteX124" fmla="*/ 540762 w 597604"/>
                <a:gd name="connsiteY124" fmla="*/ 120161 h 519126"/>
                <a:gd name="connsiteX125" fmla="*/ 538036 w 597604"/>
                <a:gd name="connsiteY125" fmla="*/ 119724 h 519126"/>
                <a:gd name="connsiteX126" fmla="*/ 533930 w 597604"/>
                <a:gd name="connsiteY126" fmla="*/ 116696 h 519126"/>
                <a:gd name="connsiteX127" fmla="*/ 530766 w 597604"/>
                <a:gd name="connsiteY127" fmla="*/ 112895 h 519126"/>
                <a:gd name="connsiteX128" fmla="*/ 528141 w 597604"/>
                <a:gd name="connsiteY128" fmla="*/ 111482 h 519126"/>
                <a:gd name="connsiteX129" fmla="*/ 527064 w 597604"/>
                <a:gd name="connsiteY129" fmla="*/ 112121 h 519126"/>
                <a:gd name="connsiteX130" fmla="*/ 525987 w 597604"/>
                <a:gd name="connsiteY130" fmla="*/ 114308 h 519126"/>
                <a:gd name="connsiteX131" fmla="*/ 522958 w 597604"/>
                <a:gd name="connsiteY131" fmla="*/ 116360 h 519126"/>
                <a:gd name="connsiteX132" fmla="*/ 521242 w 597604"/>
                <a:gd name="connsiteY132" fmla="*/ 115821 h 519126"/>
                <a:gd name="connsiteX133" fmla="*/ 519694 w 597604"/>
                <a:gd name="connsiteY133" fmla="*/ 114072 h 519126"/>
                <a:gd name="connsiteX134" fmla="*/ 519694 w 597604"/>
                <a:gd name="connsiteY134" fmla="*/ 110170 h 519126"/>
                <a:gd name="connsiteX135" fmla="*/ 520805 w 597604"/>
                <a:gd name="connsiteY135" fmla="*/ 106907 h 519126"/>
                <a:gd name="connsiteX136" fmla="*/ 521208 w 597604"/>
                <a:gd name="connsiteY136" fmla="*/ 103307 h 519126"/>
                <a:gd name="connsiteX137" fmla="*/ 521107 w 597604"/>
                <a:gd name="connsiteY137" fmla="*/ 100482 h 519126"/>
                <a:gd name="connsiteX138" fmla="*/ 521107 w 597604"/>
                <a:gd name="connsiteY138" fmla="*/ 95267 h 519126"/>
                <a:gd name="connsiteX139" fmla="*/ 521107 w 597604"/>
                <a:gd name="connsiteY139" fmla="*/ 93216 h 519126"/>
                <a:gd name="connsiteX140" fmla="*/ 520434 w 597604"/>
                <a:gd name="connsiteY140" fmla="*/ 91164 h 519126"/>
                <a:gd name="connsiteX141" fmla="*/ 519122 w 597604"/>
                <a:gd name="connsiteY141" fmla="*/ 88977 h 519126"/>
                <a:gd name="connsiteX142" fmla="*/ 516497 w 597604"/>
                <a:gd name="connsiteY142" fmla="*/ 86689 h 519126"/>
                <a:gd name="connsiteX143" fmla="*/ 514208 w 597604"/>
                <a:gd name="connsiteY143" fmla="*/ 87329 h 519126"/>
                <a:gd name="connsiteX144" fmla="*/ 512357 w 597604"/>
                <a:gd name="connsiteY144" fmla="*/ 88102 h 519126"/>
                <a:gd name="connsiteX145" fmla="*/ 510304 w 597604"/>
                <a:gd name="connsiteY145" fmla="*/ 88977 h 519126"/>
                <a:gd name="connsiteX146" fmla="*/ 509968 w 597604"/>
                <a:gd name="connsiteY146" fmla="*/ 89616 h 519126"/>
                <a:gd name="connsiteX147" fmla="*/ 510069 w 597604"/>
                <a:gd name="connsiteY147" fmla="*/ 92005 h 519126"/>
                <a:gd name="connsiteX148" fmla="*/ 510977 w 597604"/>
                <a:gd name="connsiteY148" fmla="*/ 93855 h 519126"/>
                <a:gd name="connsiteX149" fmla="*/ 510944 w 597604"/>
                <a:gd name="connsiteY149" fmla="*/ 95066 h 519126"/>
                <a:gd name="connsiteX150" fmla="*/ 510944 w 597604"/>
                <a:gd name="connsiteY150" fmla="*/ 98430 h 519126"/>
                <a:gd name="connsiteX151" fmla="*/ 510944 w 597604"/>
                <a:gd name="connsiteY151" fmla="*/ 100482 h 519126"/>
                <a:gd name="connsiteX152" fmla="*/ 509631 w 597604"/>
                <a:gd name="connsiteY152" fmla="*/ 101895 h 519126"/>
                <a:gd name="connsiteX153" fmla="*/ 504415 w 597604"/>
                <a:gd name="connsiteY153" fmla="*/ 101356 h 519126"/>
                <a:gd name="connsiteX154" fmla="*/ 502025 w 597604"/>
                <a:gd name="connsiteY154" fmla="*/ 98295 h 519126"/>
                <a:gd name="connsiteX155" fmla="*/ 502362 w 597604"/>
                <a:gd name="connsiteY155" fmla="*/ 92846 h 519126"/>
                <a:gd name="connsiteX156" fmla="*/ 502025 w 597604"/>
                <a:gd name="connsiteY156" fmla="*/ 89482 h 519126"/>
                <a:gd name="connsiteX157" fmla="*/ 502799 w 597604"/>
                <a:gd name="connsiteY157" fmla="*/ 85781 h 519126"/>
                <a:gd name="connsiteX158" fmla="*/ 503641 w 597604"/>
                <a:gd name="connsiteY158" fmla="*/ 81374 h 519126"/>
                <a:gd name="connsiteX159" fmla="*/ 504583 w 597604"/>
                <a:gd name="connsiteY159" fmla="*/ 79928 h 519126"/>
                <a:gd name="connsiteX160" fmla="*/ 505895 w 597604"/>
                <a:gd name="connsiteY160" fmla="*/ 78044 h 519126"/>
                <a:gd name="connsiteX161" fmla="*/ 507780 w 597604"/>
                <a:gd name="connsiteY161" fmla="*/ 76968 h 519126"/>
                <a:gd name="connsiteX162" fmla="*/ 509530 w 597604"/>
                <a:gd name="connsiteY162" fmla="*/ 74781 h 519126"/>
                <a:gd name="connsiteX163" fmla="*/ 510271 w 597604"/>
                <a:gd name="connsiteY163" fmla="*/ 73469 h 519126"/>
                <a:gd name="connsiteX164" fmla="*/ 510977 w 597604"/>
                <a:gd name="connsiteY164" fmla="*/ 68827 h 519126"/>
                <a:gd name="connsiteX165" fmla="*/ 510977 w 597604"/>
                <a:gd name="connsiteY165" fmla="*/ 65496 h 519126"/>
                <a:gd name="connsiteX166" fmla="*/ 510775 w 597604"/>
                <a:gd name="connsiteY166" fmla="*/ 63175 h 519126"/>
                <a:gd name="connsiteX167" fmla="*/ 507511 w 597604"/>
                <a:gd name="connsiteY167" fmla="*/ 60417 h 519126"/>
                <a:gd name="connsiteX168" fmla="*/ 504549 w 597604"/>
                <a:gd name="connsiteY168" fmla="*/ 59408 h 519126"/>
                <a:gd name="connsiteX169" fmla="*/ 501924 w 597604"/>
                <a:gd name="connsiteY169" fmla="*/ 59038 h 519126"/>
                <a:gd name="connsiteX170" fmla="*/ 500107 w 597604"/>
                <a:gd name="connsiteY170" fmla="*/ 61056 h 519126"/>
                <a:gd name="connsiteX171" fmla="*/ 498929 w 597604"/>
                <a:gd name="connsiteY171" fmla="*/ 63579 h 519126"/>
                <a:gd name="connsiteX172" fmla="*/ 498559 w 597604"/>
                <a:gd name="connsiteY172" fmla="*/ 65530 h 519126"/>
                <a:gd name="connsiteX173" fmla="*/ 498559 w 597604"/>
                <a:gd name="connsiteY173" fmla="*/ 67212 h 519126"/>
                <a:gd name="connsiteX174" fmla="*/ 497549 w 597604"/>
                <a:gd name="connsiteY174" fmla="*/ 69903 h 519126"/>
                <a:gd name="connsiteX175" fmla="*/ 496742 w 597604"/>
                <a:gd name="connsiteY175" fmla="*/ 71652 h 519126"/>
                <a:gd name="connsiteX176" fmla="*/ 495362 w 597604"/>
                <a:gd name="connsiteY176" fmla="*/ 73974 h 519126"/>
                <a:gd name="connsiteX177" fmla="*/ 491727 w 597604"/>
                <a:gd name="connsiteY177" fmla="*/ 73604 h 519126"/>
                <a:gd name="connsiteX178" fmla="*/ 487655 w 597604"/>
                <a:gd name="connsiteY178" fmla="*/ 70778 h 519126"/>
                <a:gd name="connsiteX179" fmla="*/ 483583 w 597604"/>
                <a:gd name="connsiteY179" fmla="*/ 66775 h 519126"/>
                <a:gd name="connsiteX180" fmla="*/ 479881 w 597604"/>
                <a:gd name="connsiteY180" fmla="*/ 63142 h 519126"/>
                <a:gd name="connsiteX181" fmla="*/ 478736 w 597604"/>
                <a:gd name="connsiteY181" fmla="*/ 59811 h 519126"/>
                <a:gd name="connsiteX182" fmla="*/ 479376 w 597604"/>
                <a:gd name="connsiteY182" fmla="*/ 57356 h 519126"/>
                <a:gd name="connsiteX183" fmla="*/ 481563 w 597604"/>
                <a:gd name="connsiteY183" fmla="*/ 55270 h 519126"/>
                <a:gd name="connsiteX184" fmla="*/ 483583 w 597604"/>
                <a:gd name="connsiteY184" fmla="*/ 53016 h 519126"/>
                <a:gd name="connsiteX185" fmla="*/ 482640 w 597604"/>
                <a:gd name="connsiteY185" fmla="*/ 49753 h 519126"/>
                <a:gd name="connsiteX186" fmla="*/ 481261 w 597604"/>
                <a:gd name="connsiteY186" fmla="*/ 47869 h 519126"/>
                <a:gd name="connsiteX187" fmla="*/ 478635 w 597604"/>
                <a:gd name="connsiteY187" fmla="*/ 43025 h 519126"/>
                <a:gd name="connsiteX188" fmla="*/ 477256 w 597604"/>
                <a:gd name="connsiteY188" fmla="*/ 38820 h 519126"/>
                <a:gd name="connsiteX189" fmla="*/ 478332 w 597604"/>
                <a:gd name="connsiteY189" fmla="*/ 37643 h 519126"/>
                <a:gd name="connsiteX190" fmla="*/ 479578 w 597604"/>
                <a:gd name="connsiteY190" fmla="*/ 35759 h 519126"/>
                <a:gd name="connsiteX191" fmla="*/ 479578 w 597604"/>
                <a:gd name="connsiteY191" fmla="*/ 33303 h 519126"/>
                <a:gd name="connsiteX192" fmla="*/ 479409 w 597604"/>
                <a:gd name="connsiteY192" fmla="*/ 30175 h 519126"/>
                <a:gd name="connsiteX193" fmla="*/ 477626 w 597604"/>
                <a:gd name="connsiteY193" fmla="*/ 25533 h 519126"/>
                <a:gd name="connsiteX194" fmla="*/ 477626 w 597604"/>
                <a:gd name="connsiteY194" fmla="*/ 23279 h 519126"/>
                <a:gd name="connsiteX195" fmla="*/ 477188 w 597604"/>
                <a:gd name="connsiteY195" fmla="*/ 20453 h 519126"/>
                <a:gd name="connsiteX196" fmla="*/ 475741 w 597604"/>
                <a:gd name="connsiteY196" fmla="*/ 18132 h 519126"/>
                <a:gd name="connsiteX197" fmla="*/ 473991 w 597604"/>
                <a:gd name="connsiteY197" fmla="*/ 16820 h 519126"/>
                <a:gd name="connsiteX198" fmla="*/ 472039 w 597604"/>
                <a:gd name="connsiteY198" fmla="*/ 16753 h 519126"/>
                <a:gd name="connsiteX199" fmla="*/ 469784 w 597604"/>
                <a:gd name="connsiteY199" fmla="*/ 18132 h 519126"/>
                <a:gd name="connsiteX200" fmla="*/ 467529 w 597604"/>
                <a:gd name="connsiteY200" fmla="*/ 19444 h 519126"/>
                <a:gd name="connsiteX201" fmla="*/ 464198 w 597604"/>
                <a:gd name="connsiteY201" fmla="*/ 19242 h 519126"/>
                <a:gd name="connsiteX202" fmla="*/ 461741 w 597604"/>
                <a:gd name="connsiteY202" fmla="*/ 18872 h 519126"/>
                <a:gd name="connsiteX203" fmla="*/ 458409 w 597604"/>
                <a:gd name="connsiteY203" fmla="*/ 17627 h 519126"/>
                <a:gd name="connsiteX204" fmla="*/ 455649 w 597604"/>
                <a:gd name="connsiteY204" fmla="*/ 16618 h 519126"/>
                <a:gd name="connsiteX205" fmla="*/ 452553 w 597604"/>
                <a:gd name="connsiteY205" fmla="*/ 16753 h 519126"/>
                <a:gd name="connsiteX206" fmla="*/ 450096 w 597604"/>
                <a:gd name="connsiteY206" fmla="*/ 18334 h 519126"/>
                <a:gd name="connsiteX207" fmla="*/ 448144 w 597604"/>
                <a:gd name="connsiteY207" fmla="*/ 20352 h 519126"/>
                <a:gd name="connsiteX208" fmla="*/ 445822 w 597604"/>
                <a:gd name="connsiteY208" fmla="*/ 21597 h 519126"/>
                <a:gd name="connsiteX209" fmla="*/ 440740 w 597604"/>
                <a:gd name="connsiteY209" fmla="*/ 21967 h 519126"/>
                <a:gd name="connsiteX210" fmla="*/ 438822 w 597604"/>
                <a:gd name="connsiteY210" fmla="*/ 24019 h 519126"/>
                <a:gd name="connsiteX211" fmla="*/ 437038 w 597604"/>
                <a:gd name="connsiteY211" fmla="*/ 24826 h 519126"/>
                <a:gd name="connsiteX212" fmla="*/ 435995 w 597604"/>
                <a:gd name="connsiteY212" fmla="*/ 26609 h 519126"/>
                <a:gd name="connsiteX213" fmla="*/ 433505 w 597604"/>
                <a:gd name="connsiteY213" fmla="*/ 28392 h 519126"/>
                <a:gd name="connsiteX214" fmla="*/ 432192 w 597604"/>
                <a:gd name="connsiteY214" fmla="*/ 28493 h 519126"/>
                <a:gd name="connsiteX215" fmla="*/ 429365 w 597604"/>
                <a:gd name="connsiteY215" fmla="*/ 27786 h 519126"/>
                <a:gd name="connsiteX216" fmla="*/ 428221 w 597604"/>
                <a:gd name="connsiteY216" fmla="*/ 27618 h 519126"/>
                <a:gd name="connsiteX217" fmla="*/ 426706 w 597604"/>
                <a:gd name="connsiteY217" fmla="*/ 25869 h 519126"/>
                <a:gd name="connsiteX218" fmla="*/ 426000 w 597604"/>
                <a:gd name="connsiteY218" fmla="*/ 24288 h 519126"/>
                <a:gd name="connsiteX219" fmla="*/ 425360 w 597604"/>
                <a:gd name="connsiteY219" fmla="*/ 22370 h 519126"/>
                <a:gd name="connsiteX220" fmla="*/ 425024 w 597604"/>
                <a:gd name="connsiteY220" fmla="*/ 20789 h 519126"/>
                <a:gd name="connsiteX221" fmla="*/ 425663 w 597604"/>
                <a:gd name="connsiteY221" fmla="*/ 18233 h 519126"/>
                <a:gd name="connsiteX222" fmla="*/ 425663 w 597604"/>
                <a:gd name="connsiteY222" fmla="*/ 17459 h 519126"/>
                <a:gd name="connsiteX223" fmla="*/ 425899 w 597604"/>
                <a:gd name="connsiteY223" fmla="*/ 15777 h 519126"/>
                <a:gd name="connsiteX224" fmla="*/ 426235 w 597604"/>
                <a:gd name="connsiteY224" fmla="*/ 13927 h 519126"/>
                <a:gd name="connsiteX225" fmla="*/ 425663 w 597604"/>
                <a:gd name="connsiteY225" fmla="*/ 11269 h 519126"/>
                <a:gd name="connsiteX226" fmla="*/ 425663 w 597604"/>
                <a:gd name="connsiteY226" fmla="*/ 8982 h 519126"/>
                <a:gd name="connsiteX227" fmla="*/ 424990 w 597604"/>
                <a:gd name="connsiteY227" fmla="*/ 6963 h 519126"/>
                <a:gd name="connsiteX228" fmla="*/ 424317 w 597604"/>
                <a:gd name="connsiteY228" fmla="*/ 4844 h 519126"/>
                <a:gd name="connsiteX229" fmla="*/ 422971 w 597604"/>
                <a:gd name="connsiteY229" fmla="*/ 3768 h 519126"/>
                <a:gd name="connsiteX230" fmla="*/ 420918 w 597604"/>
                <a:gd name="connsiteY230" fmla="*/ 3061 h 519126"/>
                <a:gd name="connsiteX231" fmla="*/ 418360 w 597604"/>
                <a:gd name="connsiteY231" fmla="*/ 3162 h 519126"/>
                <a:gd name="connsiteX232" fmla="*/ 417048 w 597604"/>
                <a:gd name="connsiteY232" fmla="*/ 3667 h 519126"/>
                <a:gd name="connsiteX233" fmla="*/ 415264 w 597604"/>
                <a:gd name="connsiteY233" fmla="*/ 5147 h 519126"/>
                <a:gd name="connsiteX234" fmla="*/ 413110 w 597604"/>
                <a:gd name="connsiteY234" fmla="*/ 6795 h 519126"/>
                <a:gd name="connsiteX235" fmla="*/ 407456 w 597604"/>
                <a:gd name="connsiteY235" fmla="*/ 5214 h 519126"/>
                <a:gd name="connsiteX236" fmla="*/ 405134 w 597604"/>
                <a:gd name="connsiteY236" fmla="*/ 3768 h 519126"/>
                <a:gd name="connsiteX237" fmla="*/ 403821 w 597604"/>
                <a:gd name="connsiteY237" fmla="*/ 2758 h 519126"/>
                <a:gd name="connsiteX238" fmla="*/ 400927 w 597604"/>
                <a:gd name="connsiteY238" fmla="*/ 875 h 519126"/>
                <a:gd name="connsiteX239" fmla="*/ 398739 w 597604"/>
                <a:gd name="connsiteY239" fmla="*/ 0 h 519126"/>
                <a:gd name="connsiteX240" fmla="*/ 396821 w 597604"/>
                <a:gd name="connsiteY240" fmla="*/ 0 h 519126"/>
                <a:gd name="connsiteX241" fmla="*/ 394364 w 597604"/>
                <a:gd name="connsiteY241" fmla="*/ 1884 h 519126"/>
                <a:gd name="connsiteX242" fmla="*/ 392782 w 597604"/>
                <a:gd name="connsiteY242" fmla="*/ 4642 h 519126"/>
                <a:gd name="connsiteX243" fmla="*/ 389148 w 597604"/>
                <a:gd name="connsiteY243" fmla="*/ 7670 h 519126"/>
                <a:gd name="connsiteX244" fmla="*/ 386691 w 597604"/>
                <a:gd name="connsiteY244" fmla="*/ 8679 h 519126"/>
                <a:gd name="connsiteX245" fmla="*/ 386119 w 597604"/>
                <a:gd name="connsiteY245" fmla="*/ 11303 h 519126"/>
                <a:gd name="connsiteX246" fmla="*/ 385244 w 597604"/>
                <a:gd name="connsiteY246" fmla="*/ 16080 h 519126"/>
                <a:gd name="connsiteX247" fmla="*/ 385816 w 597604"/>
                <a:gd name="connsiteY247" fmla="*/ 19982 h 519126"/>
                <a:gd name="connsiteX248" fmla="*/ 385816 w 597604"/>
                <a:gd name="connsiteY248" fmla="*/ 21866 h 519126"/>
                <a:gd name="connsiteX249" fmla="*/ 387196 w 597604"/>
                <a:gd name="connsiteY249" fmla="*/ 24456 h 519126"/>
                <a:gd name="connsiteX250" fmla="*/ 391033 w 597604"/>
                <a:gd name="connsiteY250" fmla="*/ 25331 h 519126"/>
                <a:gd name="connsiteX251" fmla="*/ 392782 w 597604"/>
                <a:gd name="connsiteY251" fmla="*/ 28661 h 519126"/>
                <a:gd name="connsiteX252" fmla="*/ 392782 w 597604"/>
                <a:gd name="connsiteY252" fmla="*/ 32126 h 519126"/>
                <a:gd name="connsiteX253" fmla="*/ 392782 w 597604"/>
                <a:gd name="connsiteY253" fmla="*/ 34312 h 519126"/>
                <a:gd name="connsiteX254" fmla="*/ 391706 w 597604"/>
                <a:gd name="connsiteY254" fmla="*/ 36499 h 519126"/>
                <a:gd name="connsiteX255" fmla="*/ 389585 w 597604"/>
                <a:gd name="connsiteY255" fmla="*/ 38517 h 519126"/>
                <a:gd name="connsiteX256" fmla="*/ 387129 w 597604"/>
                <a:gd name="connsiteY256" fmla="*/ 39829 h 519126"/>
                <a:gd name="connsiteX257" fmla="*/ 384672 w 597604"/>
                <a:gd name="connsiteY257" fmla="*/ 40704 h 519126"/>
                <a:gd name="connsiteX258" fmla="*/ 382215 w 597604"/>
                <a:gd name="connsiteY258" fmla="*/ 41713 h 519126"/>
                <a:gd name="connsiteX259" fmla="*/ 380465 w 597604"/>
                <a:gd name="connsiteY259" fmla="*/ 43160 h 519126"/>
                <a:gd name="connsiteX260" fmla="*/ 379152 w 597604"/>
                <a:gd name="connsiteY260" fmla="*/ 44741 h 519126"/>
                <a:gd name="connsiteX261" fmla="*/ 377133 w 597604"/>
                <a:gd name="connsiteY261" fmla="*/ 47634 h 519126"/>
                <a:gd name="connsiteX262" fmla="*/ 375551 w 597604"/>
                <a:gd name="connsiteY262" fmla="*/ 49652 h 519126"/>
                <a:gd name="connsiteX263" fmla="*/ 373229 w 597604"/>
                <a:gd name="connsiteY263" fmla="*/ 49787 h 519126"/>
                <a:gd name="connsiteX264" fmla="*/ 371917 w 597604"/>
                <a:gd name="connsiteY264" fmla="*/ 49349 h 519126"/>
                <a:gd name="connsiteX265" fmla="*/ 370469 w 597604"/>
                <a:gd name="connsiteY265" fmla="*/ 45279 h 519126"/>
                <a:gd name="connsiteX266" fmla="*/ 370469 w 597604"/>
                <a:gd name="connsiteY266" fmla="*/ 41949 h 519126"/>
                <a:gd name="connsiteX267" fmla="*/ 367272 w 597604"/>
                <a:gd name="connsiteY267" fmla="*/ 37172 h 519126"/>
                <a:gd name="connsiteX268" fmla="*/ 362359 w 597604"/>
                <a:gd name="connsiteY268" fmla="*/ 36432 h 519126"/>
                <a:gd name="connsiteX269" fmla="*/ 357580 w 597604"/>
                <a:gd name="connsiteY269" fmla="*/ 36432 h 519126"/>
                <a:gd name="connsiteX270" fmla="*/ 353810 w 597604"/>
                <a:gd name="connsiteY270" fmla="*/ 37676 h 519126"/>
                <a:gd name="connsiteX271" fmla="*/ 349402 w 597604"/>
                <a:gd name="connsiteY271" fmla="*/ 39056 h 519126"/>
                <a:gd name="connsiteX272" fmla="*/ 348392 w 597604"/>
                <a:gd name="connsiteY272" fmla="*/ 39493 h 519126"/>
                <a:gd name="connsiteX273" fmla="*/ 347753 w 597604"/>
                <a:gd name="connsiteY273" fmla="*/ 41074 h 519126"/>
                <a:gd name="connsiteX274" fmla="*/ 347181 w 597604"/>
                <a:gd name="connsiteY274" fmla="*/ 43597 h 519126"/>
                <a:gd name="connsiteX275" fmla="*/ 346306 w 597604"/>
                <a:gd name="connsiteY275" fmla="*/ 46793 h 519126"/>
                <a:gd name="connsiteX276" fmla="*/ 344926 w 597604"/>
                <a:gd name="connsiteY276" fmla="*/ 48407 h 519126"/>
                <a:gd name="connsiteX277" fmla="*/ 343277 w 597604"/>
                <a:gd name="connsiteY277" fmla="*/ 47533 h 519126"/>
                <a:gd name="connsiteX278" fmla="*/ 339642 w 597604"/>
                <a:gd name="connsiteY278" fmla="*/ 45851 h 519126"/>
                <a:gd name="connsiteX279" fmla="*/ 337690 w 597604"/>
                <a:gd name="connsiteY279" fmla="*/ 45414 h 519126"/>
                <a:gd name="connsiteX280" fmla="*/ 335940 w 597604"/>
                <a:gd name="connsiteY280" fmla="*/ 45986 h 519126"/>
                <a:gd name="connsiteX281" fmla="*/ 333853 w 597604"/>
                <a:gd name="connsiteY281" fmla="*/ 47230 h 519126"/>
                <a:gd name="connsiteX282" fmla="*/ 330387 w 597604"/>
                <a:gd name="connsiteY282" fmla="*/ 49417 h 519126"/>
                <a:gd name="connsiteX283" fmla="*/ 327796 w 597604"/>
                <a:gd name="connsiteY283" fmla="*/ 53117 h 519126"/>
                <a:gd name="connsiteX284" fmla="*/ 329512 w 597604"/>
                <a:gd name="connsiteY284" fmla="*/ 55068 h 519126"/>
                <a:gd name="connsiteX285" fmla="*/ 333147 w 597604"/>
                <a:gd name="connsiteY285" fmla="*/ 58903 h 519126"/>
                <a:gd name="connsiteX286" fmla="*/ 333954 w 597604"/>
                <a:gd name="connsiteY286" fmla="*/ 61729 h 519126"/>
                <a:gd name="connsiteX287" fmla="*/ 333584 w 597604"/>
                <a:gd name="connsiteY287" fmla="*/ 65059 h 519126"/>
                <a:gd name="connsiteX288" fmla="*/ 332204 w 597604"/>
                <a:gd name="connsiteY288" fmla="*/ 66741 h 519126"/>
                <a:gd name="connsiteX289" fmla="*/ 330050 w 597604"/>
                <a:gd name="connsiteY289" fmla="*/ 69264 h 519126"/>
                <a:gd name="connsiteX290" fmla="*/ 326853 w 597604"/>
                <a:gd name="connsiteY290" fmla="*/ 69062 h 519126"/>
                <a:gd name="connsiteX291" fmla="*/ 324094 w 597604"/>
                <a:gd name="connsiteY291" fmla="*/ 67178 h 519126"/>
                <a:gd name="connsiteX292" fmla="*/ 322209 w 597604"/>
                <a:gd name="connsiteY292" fmla="*/ 66236 h 519126"/>
                <a:gd name="connsiteX293" fmla="*/ 320829 w 597604"/>
                <a:gd name="connsiteY293" fmla="*/ 65597 h 519126"/>
                <a:gd name="connsiteX294" fmla="*/ 319887 w 597604"/>
                <a:gd name="connsiteY294" fmla="*/ 66539 h 519126"/>
                <a:gd name="connsiteX295" fmla="*/ 320391 w 597604"/>
                <a:gd name="connsiteY295" fmla="*/ 68793 h 519126"/>
                <a:gd name="connsiteX296" fmla="*/ 320694 w 597604"/>
                <a:gd name="connsiteY296" fmla="*/ 70744 h 519126"/>
                <a:gd name="connsiteX297" fmla="*/ 321805 w 597604"/>
                <a:gd name="connsiteY297" fmla="*/ 72998 h 519126"/>
                <a:gd name="connsiteX298" fmla="*/ 321704 w 597604"/>
                <a:gd name="connsiteY298" fmla="*/ 75387 h 519126"/>
                <a:gd name="connsiteX299" fmla="*/ 321704 w 597604"/>
                <a:gd name="connsiteY299" fmla="*/ 77203 h 519126"/>
                <a:gd name="connsiteX300" fmla="*/ 321603 w 597604"/>
                <a:gd name="connsiteY300" fmla="*/ 79154 h 519126"/>
                <a:gd name="connsiteX301" fmla="*/ 321603 w 597604"/>
                <a:gd name="connsiteY301" fmla="*/ 80971 h 519126"/>
                <a:gd name="connsiteX302" fmla="*/ 320291 w 597604"/>
                <a:gd name="connsiteY302" fmla="*/ 83729 h 519126"/>
                <a:gd name="connsiteX303" fmla="*/ 318642 w 597604"/>
                <a:gd name="connsiteY303" fmla="*/ 85478 h 519126"/>
                <a:gd name="connsiteX304" fmla="*/ 316622 w 597604"/>
                <a:gd name="connsiteY304" fmla="*/ 84604 h 519126"/>
                <a:gd name="connsiteX305" fmla="*/ 316050 w 597604"/>
                <a:gd name="connsiteY305" fmla="*/ 83292 h 519126"/>
                <a:gd name="connsiteX306" fmla="*/ 314603 w 597604"/>
                <a:gd name="connsiteY306" fmla="*/ 79659 h 519126"/>
                <a:gd name="connsiteX307" fmla="*/ 314031 w 597604"/>
                <a:gd name="connsiteY307" fmla="*/ 79087 h 519126"/>
                <a:gd name="connsiteX308" fmla="*/ 310766 w 597604"/>
                <a:gd name="connsiteY308" fmla="*/ 78649 h 519126"/>
                <a:gd name="connsiteX309" fmla="*/ 307939 w 597604"/>
                <a:gd name="connsiteY309" fmla="*/ 78448 h 519126"/>
                <a:gd name="connsiteX310" fmla="*/ 306290 w 597604"/>
                <a:gd name="connsiteY310" fmla="*/ 76127 h 519126"/>
                <a:gd name="connsiteX311" fmla="*/ 306156 w 597604"/>
                <a:gd name="connsiteY311" fmla="*/ 74445 h 519126"/>
                <a:gd name="connsiteX312" fmla="*/ 306526 w 597604"/>
                <a:gd name="connsiteY312" fmla="*/ 73133 h 519126"/>
                <a:gd name="connsiteX313" fmla="*/ 306829 w 597604"/>
                <a:gd name="connsiteY313" fmla="*/ 71989 h 519126"/>
                <a:gd name="connsiteX314" fmla="*/ 307535 w 597604"/>
                <a:gd name="connsiteY314" fmla="*/ 70542 h 519126"/>
                <a:gd name="connsiteX315" fmla="*/ 307973 w 597604"/>
                <a:gd name="connsiteY315" fmla="*/ 69668 h 519126"/>
                <a:gd name="connsiteX316" fmla="*/ 309218 w 597604"/>
                <a:gd name="connsiteY316" fmla="*/ 67717 h 519126"/>
                <a:gd name="connsiteX317" fmla="*/ 310161 w 597604"/>
                <a:gd name="connsiteY317" fmla="*/ 66707 h 519126"/>
                <a:gd name="connsiteX318" fmla="*/ 311036 w 597604"/>
                <a:gd name="connsiteY318" fmla="*/ 65631 h 519126"/>
                <a:gd name="connsiteX319" fmla="*/ 311473 w 597604"/>
                <a:gd name="connsiteY319" fmla="*/ 64252 h 519126"/>
                <a:gd name="connsiteX320" fmla="*/ 311911 w 597604"/>
                <a:gd name="connsiteY320" fmla="*/ 63310 h 519126"/>
                <a:gd name="connsiteX321" fmla="*/ 312415 w 597604"/>
                <a:gd name="connsiteY321" fmla="*/ 62233 h 519126"/>
                <a:gd name="connsiteX322" fmla="*/ 312920 w 597604"/>
                <a:gd name="connsiteY322" fmla="*/ 59980 h 519126"/>
                <a:gd name="connsiteX323" fmla="*/ 312920 w 597604"/>
                <a:gd name="connsiteY323" fmla="*/ 58903 h 519126"/>
                <a:gd name="connsiteX324" fmla="*/ 312718 w 597604"/>
                <a:gd name="connsiteY324" fmla="*/ 56885 h 519126"/>
                <a:gd name="connsiteX325" fmla="*/ 313391 w 597604"/>
                <a:gd name="connsiteY325" fmla="*/ 54934 h 519126"/>
                <a:gd name="connsiteX326" fmla="*/ 311439 w 597604"/>
                <a:gd name="connsiteY326" fmla="*/ 54227 h 519126"/>
                <a:gd name="connsiteX327" fmla="*/ 310632 w 597604"/>
                <a:gd name="connsiteY327" fmla="*/ 54093 h 519126"/>
                <a:gd name="connsiteX328" fmla="*/ 308949 w 597604"/>
                <a:gd name="connsiteY328" fmla="*/ 53958 h 519126"/>
                <a:gd name="connsiteX329" fmla="*/ 305886 w 597604"/>
                <a:gd name="connsiteY329" fmla="*/ 51940 h 519126"/>
                <a:gd name="connsiteX330" fmla="*/ 304742 w 597604"/>
                <a:gd name="connsiteY330" fmla="*/ 49989 h 519126"/>
                <a:gd name="connsiteX331" fmla="*/ 302285 w 597604"/>
                <a:gd name="connsiteY331" fmla="*/ 49114 h 519126"/>
                <a:gd name="connsiteX332" fmla="*/ 301141 w 597604"/>
                <a:gd name="connsiteY332" fmla="*/ 47297 h 519126"/>
                <a:gd name="connsiteX333" fmla="*/ 300232 w 597604"/>
                <a:gd name="connsiteY333" fmla="*/ 46793 h 519126"/>
                <a:gd name="connsiteX334" fmla="*/ 298886 w 597604"/>
                <a:gd name="connsiteY334" fmla="*/ 43160 h 519126"/>
                <a:gd name="connsiteX335" fmla="*/ 297204 w 597604"/>
                <a:gd name="connsiteY335" fmla="*/ 41579 h 519126"/>
                <a:gd name="connsiteX336" fmla="*/ 295958 w 597604"/>
                <a:gd name="connsiteY336" fmla="*/ 40569 h 519126"/>
                <a:gd name="connsiteX337" fmla="*/ 294949 w 597604"/>
                <a:gd name="connsiteY337" fmla="*/ 39325 h 519126"/>
                <a:gd name="connsiteX338" fmla="*/ 292929 w 597604"/>
                <a:gd name="connsiteY338" fmla="*/ 38316 h 519126"/>
                <a:gd name="connsiteX339" fmla="*/ 291920 w 597604"/>
                <a:gd name="connsiteY339" fmla="*/ 38316 h 519126"/>
                <a:gd name="connsiteX340" fmla="*/ 290977 w 597604"/>
                <a:gd name="connsiteY340" fmla="*/ 39829 h 519126"/>
                <a:gd name="connsiteX341" fmla="*/ 290237 w 597604"/>
                <a:gd name="connsiteY341" fmla="*/ 40973 h 519126"/>
                <a:gd name="connsiteX342" fmla="*/ 289968 w 597604"/>
                <a:gd name="connsiteY342" fmla="*/ 43933 h 519126"/>
                <a:gd name="connsiteX343" fmla="*/ 289968 w 597604"/>
                <a:gd name="connsiteY343" fmla="*/ 46187 h 519126"/>
                <a:gd name="connsiteX344" fmla="*/ 291415 w 597604"/>
                <a:gd name="connsiteY344" fmla="*/ 48811 h 519126"/>
                <a:gd name="connsiteX345" fmla="*/ 292795 w 597604"/>
                <a:gd name="connsiteY345" fmla="*/ 50830 h 519126"/>
                <a:gd name="connsiteX346" fmla="*/ 295050 w 597604"/>
                <a:gd name="connsiteY346" fmla="*/ 52646 h 519126"/>
                <a:gd name="connsiteX347" fmla="*/ 296127 w 597604"/>
                <a:gd name="connsiteY347" fmla="*/ 53891 h 519126"/>
                <a:gd name="connsiteX348" fmla="*/ 298449 w 597604"/>
                <a:gd name="connsiteY348" fmla="*/ 55909 h 519126"/>
                <a:gd name="connsiteX349" fmla="*/ 299896 w 597604"/>
                <a:gd name="connsiteY349" fmla="*/ 58735 h 519126"/>
                <a:gd name="connsiteX350" fmla="*/ 300199 w 597604"/>
                <a:gd name="connsiteY350" fmla="*/ 60417 h 519126"/>
                <a:gd name="connsiteX351" fmla="*/ 299627 w 597604"/>
                <a:gd name="connsiteY351" fmla="*/ 62805 h 519126"/>
                <a:gd name="connsiteX352" fmla="*/ 297944 w 597604"/>
                <a:gd name="connsiteY352" fmla="*/ 63747 h 519126"/>
                <a:gd name="connsiteX353" fmla="*/ 297439 w 597604"/>
                <a:gd name="connsiteY353" fmla="*/ 64117 h 519126"/>
                <a:gd name="connsiteX354" fmla="*/ 295117 w 597604"/>
                <a:gd name="connsiteY354" fmla="*/ 65261 h 519126"/>
                <a:gd name="connsiteX355" fmla="*/ 293434 w 597604"/>
                <a:gd name="connsiteY355" fmla="*/ 66405 h 519126"/>
                <a:gd name="connsiteX356" fmla="*/ 292795 w 597604"/>
                <a:gd name="connsiteY356" fmla="*/ 67481 h 519126"/>
                <a:gd name="connsiteX357" fmla="*/ 293165 w 597604"/>
                <a:gd name="connsiteY357" fmla="*/ 68995 h 519126"/>
                <a:gd name="connsiteX358" fmla="*/ 293804 w 597604"/>
                <a:gd name="connsiteY358" fmla="*/ 69432 h 519126"/>
                <a:gd name="connsiteX359" fmla="*/ 294107 w 597604"/>
                <a:gd name="connsiteY359" fmla="*/ 70576 h 519126"/>
                <a:gd name="connsiteX360" fmla="*/ 294107 w 597604"/>
                <a:gd name="connsiteY360" fmla="*/ 71652 h 519126"/>
                <a:gd name="connsiteX361" fmla="*/ 293165 w 597604"/>
                <a:gd name="connsiteY361" fmla="*/ 72729 h 519126"/>
                <a:gd name="connsiteX362" fmla="*/ 292391 w 597604"/>
                <a:gd name="connsiteY362" fmla="*/ 73032 h 519126"/>
                <a:gd name="connsiteX363" fmla="*/ 291213 w 597604"/>
                <a:gd name="connsiteY363" fmla="*/ 73469 h 519126"/>
                <a:gd name="connsiteX364" fmla="*/ 289396 w 597604"/>
                <a:gd name="connsiteY364" fmla="*/ 71585 h 519126"/>
                <a:gd name="connsiteX365" fmla="*/ 288386 w 597604"/>
                <a:gd name="connsiteY365" fmla="*/ 70946 h 519126"/>
                <a:gd name="connsiteX366" fmla="*/ 287511 w 597604"/>
                <a:gd name="connsiteY366" fmla="*/ 70374 h 519126"/>
                <a:gd name="connsiteX367" fmla="*/ 286939 w 597604"/>
                <a:gd name="connsiteY367" fmla="*/ 69802 h 519126"/>
                <a:gd name="connsiteX368" fmla="*/ 285694 w 597604"/>
                <a:gd name="connsiteY368" fmla="*/ 69500 h 519126"/>
                <a:gd name="connsiteX369" fmla="*/ 284751 w 597604"/>
                <a:gd name="connsiteY369" fmla="*/ 69634 h 519126"/>
                <a:gd name="connsiteX370" fmla="*/ 283371 w 597604"/>
                <a:gd name="connsiteY370" fmla="*/ 70879 h 519126"/>
                <a:gd name="connsiteX371" fmla="*/ 283573 w 597604"/>
                <a:gd name="connsiteY371" fmla="*/ 72695 h 519126"/>
                <a:gd name="connsiteX372" fmla="*/ 285155 w 597604"/>
                <a:gd name="connsiteY372" fmla="*/ 74276 h 519126"/>
                <a:gd name="connsiteX373" fmla="*/ 284213 w 597604"/>
                <a:gd name="connsiteY373" fmla="*/ 77102 h 519126"/>
                <a:gd name="connsiteX374" fmla="*/ 282799 w 597604"/>
                <a:gd name="connsiteY374" fmla="*/ 78582 h 519126"/>
                <a:gd name="connsiteX375" fmla="*/ 281049 w 597604"/>
                <a:gd name="connsiteY375" fmla="*/ 78347 h 519126"/>
                <a:gd name="connsiteX376" fmla="*/ 279198 w 597604"/>
                <a:gd name="connsiteY376" fmla="*/ 77708 h 519126"/>
                <a:gd name="connsiteX377" fmla="*/ 277583 w 597604"/>
                <a:gd name="connsiteY377" fmla="*/ 76934 h 519126"/>
                <a:gd name="connsiteX378" fmla="*/ 275732 w 597604"/>
                <a:gd name="connsiteY378" fmla="*/ 75319 h 519126"/>
                <a:gd name="connsiteX379" fmla="*/ 274756 w 597604"/>
                <a:gd name="connsiteY379" fmla="*/ 73705 h 519126"/>
                <a:gd name="connsiteX380" fmla="*/ 273982 w 597604"/>
                <a:gd name="connsiteY380" fmla="*/ 72090 h 519126"/>
                <a:gd name="connsiteX381" fmla="*/ 272804 w 597604"/>
                <a:gd name="connsiteY381" fmla="*/ 70879 h 519126"/>
                <a:gd name="connsiteX382" fmla="*/ 270717 w 597604"/>
                <a:gd name="connsiteY382" fmla="*/ 71215 h 519126"/>
                <a:gd name="connsiteX383" fmla="*/ 269641 w 597604"/>
                <a:gd name="connsiteY383" fmla="*/ 68928 h 519126"/>
                <a:gd name="connsiteX384" fmla="*/ 268866 w 597604"/>
                <a:gd name="connsiteY384" fmla="*/ 67077 h 519126"/>
                <a:gd name="connsiteX385" fmla="*/ 266813 w 597604"/>
                <a:gd name="connsiteY385" fmla="*/ 62940 h 519126"/>
                <a:gd name="connsiteX386" fmla="*/ 264188 w 597604"/>
                <a:gd name="connsiteY386" fmla="*/ 61628 h 519126"/>
                <a:gd name="connsiteX387" fmla="*/ 262775 w 597604"/>
                <a:gd name="connsiteY387" fmla="*/ 61830 h 519126"/>
                <a:gd name="connsiteX388" fmla="*/ 261260 w 597604"/>
                <a:gd name="connsiteY388" fmla="*/ 62166 h 519126"/>
                <a:gd name="connsiteX389" fmla="*/ 258534 w 597604"/>
                <a:gd name="connsiteY389" fmla="*/ 61964 h 519126"/>
                <a:gd name="connsiteX390" fmla="*/ 256044 w 597604"/>
                <a:gd name="connsiteY390" fmla="*/ 59475 h 519126"/>
                <a:gd name="connsiteX391" fmla="*/ 253991 w 597604"/>
                <a:gd name="connsiteY391" fmla="*/ 56750 h 519126"/>
                <a:gd name="connsiteX392" fmla="*/ 250525 w 597604"/>
                <a:gd name="connsiteY392" fmla="*/ 53386 h 519126"/>
                <a:gd name="connsiteX393" fmla="*/ 249212 w 597604"/>
                <a:gd name="connsiteY393" fmla="*/ 50560 h 519126"/>
                <a:gd name="connsiteX394" fmla="*/ 248438 w 597604"/>
                <a:gd name="connsiteY394" fmla="*/ 47836 h 519126"/>
                <a:gd name="connsiteX395" fmla="*/ 245948 w 597604"/>
                <a:gd name="connsiteY395" fmla="*/ 46961 h 519126"/>
                <a:gd name="connsiteX396" fmla="*/ 243895 w 597604"/>
                <a:gd name="connsiteY396" fmla="*/ 46961 h 519126"/>
                <a:gd name="connsiteX397" fmla="*/ 241606 w 597604"/>
                <a:gd name="connsiteY397" fmla="*/ 50392 h 519126"/>
                <a:gd name="connsiteX398" fmla="*/ 239553 w 597604"/>
                <a:gd name="connsiteY398" fmla="*/ 52512 h 519126"/>
                <a:gd name="connsiteX399" fmla="*/ 238140 w 597604"/>
                <a:gd name="connsiteY399" fmla="*/ 54799 h 519126"/>
                <a:gd name="connsiteX400" fmla="*/ 238140 w 597604"/>
                <a:gd name="connsiteY400" fmla="*/ 55976 h 519126"/>
                <a:gd name="connsiteX401" fmla="*/ 238577 w 597604"/>
                <a:gd name="connsiteY401" fmla="*/ 62065 h 519126"/>
                <a:gd name="connsiteX402" fmla="*/ 236962 w 597604"/>
                <a:gd name="connsiteY402" fmla="*/ 64891 h 519126"/>
                <a:gd name="connsiteX403" fmla="*/ 235212 w 597604"/>
                <a:gd name="connsiteY403" fmla="*/ 65227 h 519126"/>
                <a:gd name="connsiteX404" fmla="*/ 231611 w 597604"/>
                <a:gd name="connsiteY404" fmla="*/ 65126 h 519126"/>
                <a:gd name="connsiteX405" fmla="*/ 229423 w 597604"/>
                <a:gd name="connsiteY405" fmla="*/ 64252 h 519126"/>
                <a:gd name="connsiteX406" fmla="*/ 226832 w 597604"/>
                <a:gd name="connsiteY406" fmla="*/ 62637 h 519126"/>
                <a:gd name="connsiteX407" fmla="*/ 223668 w 597604"/>
                <a:gd name="connsiteY407" fmla="*/ 62637 h 519126"/>
                <a:gd name="connsiteX408" fmla="*/ 220639 w 597604"/>
                <a:gd name="connsiteY408" fmla="*/ 63613 h 519126"/>
                <a:gd name="connsiteX409" fmla="*/ 219125 w 597604"/>
                <a:gd name="connsiteY409" fmla="*/ 64487 h 519126"/>
                <a:gd name="connsiteX410" fmla="*/ 217610 w 597604"/>
                <a:gd name="connsiteY410" fmla="*/ 65799 h 519126"/>
                <a:gd name="connsiteX411" fmla="*/ 216735 w 597604"/>
                <a:gd name="connsiteY411" fmla="*/ 66438 h 519126"/>
                <a:gd name="connsiteX412" fmla="*/ 215658 w 597604"/>
                <a:gd name="connsiteY412" fmla="*/ 67515 h 519126"/>
                <a:gd name="connsiteX413" fmla="*/ 212932 w 597604"/>
                <a:gd name="connsiteY413" fmla="*/ 70441 h 519126"/>
                <a:gd name="connsiteX414" fmla="*/ 211755 w 597604"/>
                <a:gd name="connsiteY414" fmla="*/ 71417 h 519126"/>
                <a:gd name="connsiteX415" fmla="*/ 210678 w 597604"/>
                <a:gd name="connsiteY415" fmla="*/ 73604 h 519126"/>
                <a:gd name="connsiteX416" fmla="*/ 209365 w 597604"/>
                <a:gd name="connsiteY416" fmla="*/ 75454 h 519126"/>
                <a:gd name="connsiteX417" fmla="*/ 207615 w 597604"/>
                <a:gd name="connsiteY417" fmla="*/ 77405 h 519126"/>
                <a:gd name="connsiteX418" fmla="*/ 207278 w 597604"/>
                <a:gd name="connsiteY418" fmla="*/ 79692 h 519126"/>
                <a:gd name="connsiteX419" fmla="*/ 208793 w 597604"/>
                <a:gd name="connsiteY419" fmla="*/ 81442 h 519126"/>
                <a:gd name="connsiteX420" fmla="*/ 212057 w 597604"/>
                <a:gd name="connsiteY420" fmla="*/ 84368 h 519126"/>
                <a:gd name="connsiteX421" fmla="*/ 212057 w 597604"/>
                <a:gd name="connsiteY421" fmla="*/ 86858 h 519126"/>
                <a:gd name="connsiteX422" fmla="*/ 211048 w 597604"/>
                <a:gd name="connsiteY422" fmla="*/ 92846 h 519126"/>
                <a:gd name="connsiteX423" fmla="*/ 211115 w 597604"/>
                <a:gd name="connsiteY423" fmla="*/ 96176 h 519126"/>
                <a:gd name="connsiteX424" fmla="*/ 210678 w 597604"/>
                <a:gd name="connsiteY424" fmla="*/ 98934 h 519126"/>
                <a:gd name="connsiteX425" fmla="*/ 212495 w 597604"/>
                <a:gd name="connsiteY425" fmla="*/ 100583 h 519126"/>
                <a:gd name="connsiteX426" fmla="*/ 213235 w 597604"/>
                <a:gd name="connsiteY426" fmla="*/ 102063 h 519126"/>
                <a:gd name="connsiteX427" fmla="*/ 215423 w 597604"/>
                <a:gd name="connsiteY427" fmla="*/ 104249 h 519126"/>
                <a:gd name="connsiteX428" fmla="*/ 217442 w 597604"/>
                <a:gd name="connsiteY428" fmla="*/ 102937 h 519126"/>
                <a:gd name="connsiteX429" fmla="*/ 222356 w 597604"/>
                <a:gd name="connsiteY429" fmla="*/ 100852 h 519126"/>
                <a:gd name="connsiteX430" fmla="*/ 226125 w 597604"/>
                <a:gd name="connsiteY430" fmla="*/ 100919 h 519126"/>
                <a:gd name="connsiteX431" fmla="*/ 226832 w 597604"/>
                <a:gd name="connsiteY431" fmla="*/ 100919 h 519126"/>
                <a:gd name="connsiteX432" fmla="*/ 227707 w 597604"/>
                <a:gd name="connsiteY432" fmla="*/ 102298 h 519126"/>
                <a:gd name="connsiteX433" fmla="*/ 229019 w 597604"/>
                <a:gd name="connsiteY433" fmla="*/ 104115 h 519126"/>
                <a:gd name="connsiteX434" fmla="*/ 231779 w 597604"/>
                <a:gd name="connsiteY434" fmla="*/ 107008 h 519126"/>
                <a:gd name="connsiteX435" fmla="*/ 232789 w 597604"/>
                <a:gd name="connsiteY435" fmla="*/ 111078 h 519126"/>
                <a:gd name="connsiteX436" fmla="*/ 233091 w 597604"/>
                <a:gd name="connsiteY436" fmla="*/ 115855 h 519126"/>
                <a:gd name="connsiteX437" fmla="*/ 234236 w 597604"/>
                <a:gd name="connsiteY437" fmla="*/ 118883 h 519126"/>
                <a:gd name="connsiteX438" fmla="*/ 233226 w 597604"/>
                <a:gd name="connsiteY438" fmla="*/ 121069 h 519126"/>
                <a:gd name="connsiteX439" fmla="*/ 232519 w 597604"/>
                <a:gd name="connsiteY439" fmla="*/ 122650 h 519126"/>
                <a:gd name="connsiteX440" fmla="*/ 232654 w 597604"/>
                <a:gd name="connsiteY440" fmla="*/ 125678 h 519126"/>
                <a:gd name="connsiteX441" fmla="*/ 233798 w 597604"/>
                <a:gd name="connsiteY441" fmla="*/ 126990 h 519126"/>
                <a:gd name="connsiteX442" fmla="*/ 236996 w 597604"/>
                <a:gd name="connsiteY442" fmla="*/ 126990 h 519126"/>
                <a:gd name="connsiteX443" fmla="*/ 242952 w 597604"/>
                <a:gd name="connsiteY443" fmla="*/ 126418 h 519126"/>
                <a:gd name="connsiteX444" fmla="*/ 246419 w 597604"/>
                <a:gd name="connsiteY444" fmla="*/ 125543 h 519126"/>
                <a:gd name="connsiteX445" fmla="*/ 248741 w 597604"/>
                <a:gd name="connsiteY445" fmla="*/ 124097 h 519126"/>
                <a:gd name="connsiteX446" fmla="*/ 250760 w 597604"/>
                <a:gd name="connsiteY446" fmla="*/ 122852 h 519126"/>
                <a:gd name="connsiteX447" fmla="*/ 253587 w 597604"/>
                <a:gd name="connsiteY447" fmla="*/ 121843 h 519126"/>
                <a:gd name="connsiteX448" fmla="*/ 254900 w 597604"/>
                <a:gd name="connsiteY448" fmla="*/ 120329 h 519126"/>
                <a:gd name="connsiteX449" fmla="*/ 256414 w 597604"/>
                <a:gd name="connsiteY449" fmla="*/ 120026 h 519126"/>
                <a:gd name="connsiteX450" fmla="*/ 260554 w 597604"/>
                <a:gd name="connsiteY450" fmla="*/ 120026 h 519126"/>
                <a:gd name="connsiteX451" fmla="*/ 261799 w 597604"/>
                <a:gd name="connsiteY451" fmla="*/ 120363 h 519126"/>
                <a:gd name="connsiteX452" fmla="*/ 263414 w 597604"/>
                <a:gd name="connsiteY452" fmla="*/ 121776 h 519126"/>
                <a:gd name="connsiteX453" fmla="*/ 265568 w 597604"/>
                <a:gd name="connsiteY453" fmla="*/ 121776 h 519126"/>
                <a:gd name="connsiteX454" fmla="*/ 268328 w 597604"/>
                <a:gd name="connsiteY454" fmla="*/ 123222 h 519126"/>
                <a:gd name="connsiteX455" fmla="*/ 270616 w 597604"/>
                <a:gd name="connsiteY455" fmla="*/ 124265 h 519126"/>
                <a:gd name="connsiteX456" fmla="*/ 271592 w 597604"/>
                <a:gd name="connsiteY456" fmla="*/ 126182 h 519126"/>
                <a:gd name="connsiteX457" fmla="*/ 271592 w 597604"/>
                <a:gd name="connsiteY457" fmla="*/ 128302 h 519126"/>
                <a:gd name="connsiteX458" fmla="*/ 271121 w 597604"/>
                <a:gd name="connsiteY458" fmla="*/ 130253 h 519126"/>
                <a:gd name="connsiteX459" fmla="*/ 270313 w 597604"/>
                <a:gd name="connsiteY459" fmla="*/ 131127 h 519126"/>
                <a:gd name="connsiteX460" fmla="*/ 269506 w 597604"/>
                <a:gd name="connsiteY460" fmla="*/ 132540 h 519126"/>
                <a:gd name="connsiteX461" fmla="*/ 269506 w 597604"/>
                <a:gd name="connsiteY461" fmla="*/ 134559 h 519126"/>
                <a:gd name="connsiteX462" fmla="*/ 272333 w 597604"/>
                <a:gd name="connsiteY462" fmla="*/ 136611 h 519126"/>
                <a:gd name="connsiteX463" fmla="*/ 273847 w 597604"/>
                <a:gd name="connsiteY463" fmla="*/ 137654 h 519126"/>
                <a:gd name="connsiteX464" fmla="*/ 274520 w 597604"/>
                <a:gd name="connsiteY464" fmla="*/ 140042 h 519126"/>
                <a:gd name="connsiteX465" fmla="*/ 276472 w 597604"/>
                <a:gd name="connsiteY465" fmla="*/ 141791 h 519126"/>
                <a:gd name="connsiteX466" fmla="*/ 276472 w 597604"/>
                <a:gd name="connsiteY466" fmla="*/ 144180 h 519126"/>
                <a:gd name="connsiteX467" fmla="*/ 276169 w 597604"/>
                <a:gd name="connsiteY467" fmla="*/ 147005 h 519126"/>
                <a:gd name="connsiteX468" fmla="*/ 276035 w 597604"/>
                <a:gd name="connsiteY468" fmla="*/ 150268 h 519126"/>
                <a:gd name="connsiteX469" fmla="*/ 275900 w 597604"/>
                <a:gd name="connsiteY469" fmla="*/ 151580 h 519126"/>
                <a:gd name="connsiteX470" fmla="*/ 275597 w 597604"/>
                <a:gd name="connsiteY470" fmla="*/ 153531 h 519126"/>
                <a:gd name="connsiteX471" fmla="*/ 275597 w 597604"/>
                <a:gd name="connsiteY471" fmla="*/ 155920 h 519126"/>
                <a:gd name="connsiteX472" fmla="*/ 274285 w 597604"/>
                <a:gd name="connsiteY472" fmla="*/ 157433 h 519126"/>
                <a:gd name="connsiteX473" fmla="*/ 272535 w 597604"/>
                <a:gd name="connsiteY473" fmla="*/ 160697 h 519126"/>
                <a:gd name="connsiteX474" fmla="*/ 270583 w 597604"/>
                <a:gd name="connsiteY474" fmla="*/ 163186 h 519126"/>
                <a:gd name="connsiteX475" fmla="*/ 266679 w 597604"/>
                <a:gd name="connsiteY475" fmla="*/ 165036 h 519126"/>
                <a:gd name="connsiteX476" fmla="*/ 263212 w 597604"/>
                <a:gd name="connsiteY476" fmla="*/ 163186 h 519126"/>
                <a:gd name="connsiteX477" fmla="*/ 261025 w 597604"/>
                <a:gd name="connsiteY477" fmla="*/ 158745 h 519126"/>
                <a:gd name="connsiteX478" fmla="*/ 255573 w 597604"/>
                <a:gd name="connsiteY478" fmla="*/ 157433 h 519126"/>
                <a:gd name="connsiteX479" fmla="*/ 255573 w 597604"/>
                <a:gd name="connsiteY479" fmla="*/ 158005 h 519126"/>
                <a:gd name="connsiteX480" fmla="*/ 253082 w 597604"/>
                <a:gd name="connsiteY480" fmla="*/ 161336 h 519126"/>
                <a:gd name="connsiteX481" fmla="*/ 250154 w 597604"/>
                <a:gd name="connsiteY481" fmla="*/ 163455 h 519126"/>
                <a:gd name="connsiteX482" fmla="*/ 238846 w 597604"/>
                <a:gd name="connsiteY482" fmla="*/ 162210 h 519126"/>
                <a:gd name="connsiteX483" fmla="*/ 233832 w 597604"/>
                <a:gd name="connsiteY483" fmla="*/ 161773 h 519126"/>
                <a:gd name="connsiteX484" fmla="*/ 224476 w 597604"/>
                <a:gd name="connsiteY484" fmla="*/ 161773 h 519126"/>
                <a:gd name="connsiteX485" fmla="*/ 222524 w 597604"/>
                <a:gd name="connsiteY485" fmla="*/ 164700 h 519126"/>
                <a:gd name="connsiteX486" fmla="*/ 219933 w 597604"/>
                <a:gd name="connsiteY486" fmla="*/ 168737 h 519126"/>
                <a:gd name="connsiteX487" fmla="*/ 211250 w 597604"/>
                <a:gd name="connsiteY487" fmla="*/ 168737 h 519126"/>
                <a:gd name="connsiteX488" fmla="*/ 207110 w 597604"/>
                <a:gd name="connsiteY488" fmla="*/ 168737 h 519126"/>
                <a:gd name="connsiteX489" fmla="*/ 200514 w 597604"/>
                <a:gd name="connsiteY489" fmla="*/ 165272 h 519126"/>
                <a:gd name="connsiteX490" fmla="*/ 197620 w 597604"/>
                <a:gd name="connsiteY490" fmla="*/ 163825 h 519126"/>
                <a:gd name="connsiteX491" fmla="*/ 195870 w 597604"/>
                <a:gd name="connsiteY491" fmla="*/ 159755 h 519126"/>
                <a:gd name="connsiteX492" fmla="*/ 193547 w 597604"/>
                <a:gd name="connsiteY492" fmla="*/ 158005 h 519126"/>
                <a:gd name="connsiteX493" fmla="*/ 190350 w 597604"/>
                <a:gd name="connsiteY493" fmla="*/ 160024 h 519126"/>
                <a:gd name="connsiteX494" fmla="*/ 185437 w 597604"/>
                <a:gd name="connsiteY494" fmla="*/ 160024 h 519126"/>
                <a:gd name="connsiteX495" fmla="*/ 179917 w 597604"/>
                <a:gd name="connsiteY495" fmla="*/ 165238 h 519126"/>
                <a:gd name="connsiteX496" fmla="*/ 175744 w 597604"/>
                <a:gd name="connsiteY496" fmla="*/ 165238 h 519126"/>
                <a:gd name="connsiteX497" fmla="*/ 176013 w 597604"/>
                <a:gd name="connsiteY497" fmla="*/ 166113 h 519126"/>
                <a:gd name="connsiteX498" fmla="*/ 175576 w 597604"/>
                <a:gd name="connsiteY498" fmla="*/ 168703 h 519126"/>
                <a:gd name="connsiteX499" fmla="*/ 175374 w 597604"/>
                <a:gd name="connsiteY499" fmla="*/ 171966 h 519126"/>
                <a:gd name="connsiteX500" fmla="*/ 171773 w 597604"/>
                <a:gd name="connsiteY500" fmla="*/ 175330 h 519126"/>
                <a:gd name="connsiteX501" fmla="*/ 170023 w 597604"/>
                <a:gd name="connsiteY501" fmla="*/ 177819 h 519126"/>
                <a:gd name="connsiteX502" fmla="*/ 167869 w 597604"/>
                <a:gd name="connsiteY502" fmla="*/ 180006 h 519126"/>
                <a:gd name="connsiteX503" fmla="*/ 166893 w 597604"/>
                <a:gd name="connsiteY503" fmla="*/ 183605 h 519126"/>
                <a:gd name="connsiteX504" fmla="*/ 166893 w 597604"/>
                <a:gd name="connsiteY504" fmla="*/ 185220 h 519126"/>
                <a:gd name="connsiteX505" fmla="*/ 168643 w 597604"/>
                <a:gd name="connsiteY505" fmla="*/ 188046 h 519126"/>
                <a:gd name="connsiteX506" fmla="*/ 168643 w 597604"/>
                <a:gd name="connsiteY506" fmla="*/ 190434 h 519126"/>
                <a:gd name="connsiteX507" fmla="*/ 166994 w 597604"/>
                <a:gd name="connsiteY507" fmla="*/ 191948 h 519126"/>
                <a:gd name="connsiteX508" fmla="*/ 165480 w 597604"/>
                <a:gd name="connsiteY508" fmla="*/ 194134 h 519126"/>
                <a:gd name="connsiteX509" fmla="*/ 163528 w 597604"/>
                <a:gd name="connsiteY509" fmla="*/ 196523 h 519126"/>
                <a:gd name="connsiteX510" fmla="*/ 161239 w 597604"/>
                <a:gd name="connsiteY510" fmla="*/ 196523 h 519126"/>
                <a:gd name="connsiteX511" fmla="*/ 157200 w 597604"/>
                <a:gd name="connsiteY511" fmla="*/ 196523 h 519126"/>
                <a:gd name="connsiteX512" fmla="*/ 152085 w 597604"/>
                <a:gd name="connsiteY512" fmla="*/ 196523 h 519126"/>
                <a:gd name="connsiteX513" fmla="*/ 147845 w 597604"/>
                <a:gd name="connsiteY513" fmla="*/ 197162 h 519126"/>
                <a:gd name="connsiteX514" fmla="*/ 143705 w 597604"/>
                <a:gd name="connsiteY514" fmla="*/ 197263 h 519126"/>
                <a:gd name="connsiteX515" fmla="*/ 142090 w 597604"/>
                <a:gd name="connsiteY515" fmla="*/ 197700 h 519126"/>
                <a:gd name="connsiteX516" fmla="*/ 137210 w 597604"/>
                <a:gd name="connsiteY516" fmla="*/ 199752 h 519126"/>
                <a:gd name="connsiteX517" fmla="*/ 133844 w 597604"/>
                <a:gd name="connsiteY517" fmla="*/ 202477 h 519126"/>
                <a:gd name="connsiteX518" fmla="*/ 131657 w 597604"/>
                <a:gd name="connsiteY518" fmla="*/ 205404 h 519126"/>
                <a:gd name="connsiteX519" fmla="*/ 128830 w 597604"/>
                <a:gd name="connsiteY519" fmla="*/ 208566 h 519126"/>
                <a:gd name="connsiteX520" fmla="*/ 126541 w 597604"/>
                <a:gd name="connsiteY520" fmla="*/ 209541 h 519126"/>
                <a:gd name="connsiteX521" fmla="*/ 122301 w 597604"/>
                <a:gd name="connsiteY521" fmla="*/ 206480 h 519126"/>
                <a:gd name="connsiteX522" fmla="*/ 118296 w 597604"/>
                <a:gd name="connsiteY522" fmla="*/ 204731 h 519126"/>
                <a:gd name="connsiteX523" fmla="*/ 112743 w 597604"/>
                <a:gd name="connsiteY523" fmla="*/ 204731 h 519126"/>
                <a:gd name="connsiteX524" fmla="*/ 105137 w 597604"/>
                <a:gd name="connsiteY524" fmla="*/ 205067 h 519126"/>
                <a:gd name="connsiteX525" fmla="*/ 102108 w 597604"/>
                <a:gd name="connsiteY525" fmla="*/ 205269 h 519126"/>
                <a:gd name="connsiteX526" fmla="*/ 98742 w 597604"/>
                <a:gd name="connsiteY526" fmla="*/ 206884 h 519126"/>
                <a:gd name="connsiteX527" fmla="*/ 96891 w 597604"/>
                <a:gd name="connsiteY527" fmla="*/ 207321 h 519126"/>
                <a:gd name="connsiteX528" fmla="*/ 94704 w 597604"/>
                <a:gd name="connsiteY528" fmla="*/ 206547 h 519126"/>
                <a:gd name="connsiteX529" fmla="*/ 92213 w 597604"/>
                <a:gd name="connsiteY529" fmla="*/ 203923 h 519126"/>
                <a:gd name="connsiteX530" fmla="*/ 92113 w 597604"/>
                <a:gd name="connsiteY530" fmla="*/ 200761 h 519126"/>
                <a:gd name="connsiteX531" fmla="*/ 92449 w 597604"/>
                <a:gd name="connsiteY531" fmla="*/ 198575 h 519126"/>
                <a:gd name="connsiteX532" fmla="*/ 92012 w 597604"/>
                <a:gd name="connsiteY532" fmla="*/ 196725 h 519126"/>
                <a:gd name="connsiteX533" fmla="*/ 88747 w 597604"/>
                <a:gd name="connsiteY533" fmla="*/ 193361 h 519126"/>
                <a:gd name="connsiteX534" fmla="*/ 86459 w 597604"/>
                <a:gd name="connsiteY534" fmla="*/ 191611 h 519126"/>
                <a:gd name="connsiteX535" fmla="*/ 82656 w 597604"/>
                <a:gd name="connsiteY535" fmla="*/ 189660 h 519126"/>
                <a:gd name="connsiteX536" fmla="*/ 80266 w 597604"/>
                <a:gd name="connsiteY536" fmla="*/ 190737 h 519126"/>
                <a:gd name="connsiteX537" fmla="*/ 77978 w 597604"/>
                <a:gd name="connsiteY537" fmla="*/ 193361 h 519126"/>
                <a:gd name="connsiteX538" fmla="*/ 77103 w 597604"/>
                <a:gd name="connsiteY538" fmla="*/ 195749 h 519126"/>
                <a:gd name="connsiteX539" fmla="*/ 74477 w 597604"/>
                <a:gd name="connsiteY539" fmla="*/ 200963 h 519126"/>
                <a:gd name="connsiteX540" fmla="*/ 71213 w 597604"/>
                <a:gd name="connsiteY540" fmla="*/ 203015 h 519126"/>
                <a:gd name="connsiteX541" fmla="*/ 67949 w 597604"/>
                <a:gd name="connsiteY541" fmla="*/ 206043 h 519126"/>
                <a:gd name="connsiteX542" fmla="*/ 66299 w 597604"/>
                <a:gd name="connsiteY542" fmla="*/ 208532 h 519126"/>
                <a:gd name="connsiteX543" fmla="*/ 62934 w 597604"/>
                <a:gd name="connsiteY543" fmla="*/ 210281 h 519126"/>
                <a:gd name="connsiteX544" fmla="*/ 59905 w 597604"/>
                <a:gd name="connsiteY544" fmla="*/ 210281 h 519126"/>
                <a:gd name="connsiteX545" fmla="*/ 57415 w 597604"/>
                <a:gd name="connsiteY545" fmla="*/ 207893 h 519126"/>
                <a:gd name="connsiteX546" fmla="*/ 54924 w 597604"/>
                <a:gd name="connsiteY546" fmla="*/ 205404 h 519126"/>
                <a:gd name="connsiteX547" fmla="*/ 51761 w 597604"/>
                <a:gd name="connsiteY547" fmla="*/ 202040 h 519126"/>
                <a:gd name="connsiteX548" fmla="*/ 49472 w 597604"/>
                <a:gd name="connsiteY548" fmla="*/ 199214 h 519126"/>
                <a:gd name="connsiteX549" fmla="*/ 47083 w 597604"/>
                <a:gd name="connsiteY549" fmla="*/ 196287 h 519126"/>
                <a:gd name="connsiteX550" fmla="*/ 45030 w 597604"/>
                <a:gd name="connsiteY550" fmla="*/ 194336 h 519126"/>
                <a:gd name="connsiteX551" fmla="*/ 44828 w 597604"/>
                <a:gd name="connsiteY551" fmla="*/ 193125 h 519126"/>
                <a:gd name="connsiteX552" fmla="*/ 42977 w 597604"/>
                <a:gd name="connsiteY552" fmla="*/ 191174 h 519126"/>
                <a:gd name="connsiteX553" fmla="*/ 41025 w 597604"/>
                <a:gd name="connsiteY553" fmla="*/ 190838 h 519126"/>
                <a:gd name="connsiteX554" fmla="*/ 39241 w 597604"/>
                <a:gd name="connsiteY554" fmla="*/ 191040 h 519126"/>
                <a:gd name="connsiteX555" fmla="*/ 38232 w 597604"/>
                <a:gd name="connsiteY555" fmla="*/ 190501 h 519126"/>
                <a:gd name="connsiteX556" fmla="*/ 38232 w 597604"/>
                <a:gd name="connsiteY556" fmla="*/ 188550 h 519126"/>
                <a:gd name="connsiteX557" fmla="*/ 37255 w 597604"/>
                <a:gd name="connsiteY557" fmla="*/ 186700 h 519126"/>
                <a:gd name="connsiteX558" fmla="*/ 35304 w 597604"/>
                <a:gd name="connsiteY558" fmla="*/ 186599 h 519126"/>
                <a:gd name="connsiteX559" fmla="*/ 34328 w 597604"/>
                <a:gd name="connsiteY559" fmla="*/ 187810 h 519126"/>
                <a:gd name="connsiteX560" fmla="*/ 33116 w 597604"/>
                <a:gd name="connsiteY560" fmla="*/ 189862 h 519126"/>
                <a:gd name="connsiteX561" fmla="*/ 32140 w 597604"/>
                <a:gd name="connsiteY561" fmla="*/ 192789 h 519126"/>
                <a:gd name="connsiteX562" fmla="*/ 29952 w 597604"/>
                <a:gd name="connsiteY562" fmla="*/ 196826 h 519126"/>
                <a:gd name="connsiteX563" fmla="*/ 28977 w 597604"/>
                <a:gd name="connsiteY563" fmla="*/ 200089 h 519126"/>
                <a:gd name="connsiteX564" fmla="*/ 27126 w 597604"/>
                <a:gd name="connsiteY564" fmla="*/ 202578 h 519126"/>
                <a:gd name="connsiteX565" fmla="*/ 25174 w 597604"/>
                <a:gd name="connsiteY565" fmla="*/ 204193 h 519126"/>
                <a:gd name="connsiteX566" fmla="*/ 23996 w 597604"/>
                <a:gd name="connsiteY566" fmla="*/ 205168 h 519126"/>
                <a:gd name="connsiteX567" fmla="*/ 22044 w 597604"/>
                <a:gd name="connsiteY567" fmla="*/ 206682 h 519126"/>
                <a:gd name="connsiteX568" fmla="*/ 19318 w 597604"/>
                <a:gd name="connsiteY568" fmla="*/ 209407 h 519126"/>
                <a:gd name="connsiteX569" fmla="*/ 18241 w 597604"/>
                <a:gd name="connsiteY569" fmla="*/ 210921 h 519126"/>
                <a:gd name="connsiteX570" fmla="*/ 17164 w 597604"/>
                <a:gd name="connsiteY570" fmla="*/ 212872 h 519126"/>
                <a:gd name="connsiteX571" fmla="*/ 12385 w 597604"/>
                <a:gd name="connsiteY571" fmla="*/ 215495 h 519126"/>
                <a:gd name="connsiteX572" fmla="*/ 9457 w 597604"/>
                <a:gd name="connsiteY572" fmla="*/ 219835 h 519126"/>
                <a:gd name="connsiteX573" fmla="*/ 5216 w 597604"/>
                <a:gd name="connsiteY573" fmla="*/ 220710 h 519126"/>
                <a:gd name="connsiteX574" fmla="*/ 5216 w 597604"/>
                <a:gd name="connsiteY574" fmla="*/ 226799 h 519126"/>
                <a:gd name="connsiteX575" fmla="*/ 5654 w 597604"/>
                <a:gd name="connsiteY575" fmla="*/ 228750 h 519126"/>
                <a:gd name="connsiteX576" fmla="*/ 5418 w 597604"/>
                <a:gd name="connsiteY576" fmla="*/ 229826 h 519126"/>
                <a:gd name="connsiteX577" fmla="*/ 639 w 597604"/>
                <a:gd name="connsiteY577" fmla="*/ 231138 h 519126"/>
                <a:gd name="connsiteX578" fmla="*/ 0 w 597604"/>
                <a:gd name="connsiteY578" fmla="*/ 232887 h 519126"/>
                <a:gd name="connsiteX579" fmla="*/ 1077 w 597604"/>
                <a:gd name="connsiteY579" fmla="*/ 236352 h 519126"/>
                <a:gd name="connsiteX580" fmla="*/ 3904 w 597604"/>
                <a:gd name="connsiteY580" fmla="*/ 236789 h 519126"/>
                <a:gd name="connsiteX581" fmla="*/ 7067 w 597604"/>
                <a:gd name="connsiteY581" fmla="*/ 235276 h 519126"/>
                <a:gd name="connsiteX582" fmla="*/ 7942 w 597604"/>
                <a:gd name="connsiteY582" fmla="*/ 234401 h 519126"/>
                <a:gd name="connsiteX583" fmla="*/ 9692 w 597604"/>
                <a:gd name="connsiteY583" fmla="*/ 233762 h 519126"/>
                <a:gd name="connsiteX584" fmla="*/ 11106 w 597604"/>
                <a:gd name="connsiteY584" fmla="*/ 233526 h 519126"/>
                <a:gd name="connsiteX585" fmla="*/ 14370 w 597604"/>
                <a:gd name="connsiteY585" fmla="*/ 235377 h 519126"/>
                <a:gd name="connsiteX586" fmla="*/ 15582 w 597604"/>
                <a:gd name="connsiteY586" fmla="*/ 238404 h 519126"/>
                <a:gd name="connsiteX587" fmla="*/ 16019 w 597604"/>
                <a:gd name="connsiteY587" fmla="*/ 240793 h 519126"/>
                <a:gd name="connsiteX588" fmla="*/ 15481 w 597604"/>
                <a:gd name="connsiteY588" fmla="*/ 243517 h 519126"/>
                <a:gd name="connsiteX589" fmla="*/ 14572 w 597604"/>
                <a:gd name="connsiteY589" fmla="*/ 245132 h 519126"/>
                <a:gd name="connsiteX590" fmla="*/ 13967 w 597604"/>
                <a:gd name="connsiteY590" fmla="*/ 247622 h 519126"/>
                <a:gd name="connsiteX591" fmla="*/ 13967 w 597604"/>
                <a:gd name="connsiteY591" fmla="*/ 249371 h 519126"/>
                <a:gd name="connsiteX592" fmla="*/ 15043 w 597604"/>
                <a:gd name="connsiteY592" fmla="*/ 250783 h 519126"/>
                <a:gd name="connsiteX593" fmla="*/ 14842 w 597604"/>
                <a:gd name="connsiteY593" fmla="*/ 253710 h 519126"/>
                <a:gd name="connsiteX594" fmla="*/ 13765 w 597604"/>
                <a:gd name="connsiteY594" fmla="*/ 255661 h 519126"/>
                <a:gd name="connsiteX595" fmla="*/ 12452 w 597604"/>
                <a:gd name="connsiteY595" fmla="*/ 256973 h 519126"/>
                <a:gd name="connsiteX596" fmla="*/ 11813 w 597604"/>
                <a:gd name="connsiteY596" fmla="*/ 257949 h 519126"/>
                <a:gd name="connsiteX597" fmla="*/ 10938 w 597604"/>
                <a:gd name="connsiteY597" fmla="*/ 258588 h 519126"/>
                <a:gd name="connsiteX598" fmla="*/ 10265 w 597604"/>
                <a:gd name="connsiteY598" fmla="*/ 261077 h 519126"/>
                <a:gd name="connsiteX599" fmla="*/ 10063 w 597604"/>
                <a:gd name="connsiteY599" fmla="*/ 263365 h 519126"/>
                <a:gd name="connsiteX600" fmla="*/ 9625 w 597604"/>
                <a:gd name="connsiteY600" fmla="*/ 267267 h 519126"/>
                <a:gd name="connsiteX601" fmla="*/ 9524 w 597604"/>
                <a:gd name="connsiteY601" fmla="*/ 270866 h 519126"/>
                <a:gd name="connsiteX602" fmla="*/ 8885 w 597604"/>
                <a:gd name="connsiteY602" fmla="*/ 274769 h 519126"/>
                <a:gd name="connsiteX603" fmla="*/ 9087 w 597604"/>
                <a:gd name="connsiteY603" fmla="*/ 277157 h 519126"/>
                <a:gd name="connsiteX604" fmla="*/ 12250 w 597604"/>
                <a:gd name="connsiteY604" fmla="*/ 279983 h 519126"/>
                <a:gd name="connsiteX605" fmla="*/ 15515 w 597604"/>
                <a:gd name="connsiteY605" fmla="*/ 286072 h 519126"/>
                <a:gd name="connsiteX606" fmla="*/ 17904 w 597604"/>
                <a:gd name="connsiteY606" fmla="*/ 288897 h 519126"/>
                <a:gd name="connsiteX607" fmla="*/ 22246 w 597604"/>
                <a:gd name="connsiteY607" fmla="*/ 291084 h 519126"/>
                <a:gd name="connsiteX608" fmla="*/ 27462 w 597604"/>
                <a:gd name="connsiteY608" fmla="*/ 291959 h 519126"/>
                <a:gd name="connsiteX609" fmla="*/ 32241 w 597604"/>
                <a:gd name="connsiteY609" fmla="*/ 291959 h 519126"/>
                <a:gd name="connsiteX610" fmla="*/ 35707 w 597604"/>
                <a:gd name="connsiteY610" fmla="*/ 291959 h 519126"/>
                <a:gd name="connsiteX611" fmla="*/ 40924 w 597604"/>
                <a:gd name="connsiteY611" fmla="*/ 291959 h 519126"/>
                <a:gd name="connsiteX612" fmla="*/ 42674 w 597604"/>
                <a:gd name="connsiteY612" fmla="*/ 291319 h 519126"/>
                <a:gd name="connsiteX613" fmla="*/ 43751 w 597604"/>
                <a:gd name="connsiteY613" fmla="*/ 288494 h 519126"/>
                <a:gd name="connsiteX614" fmla="*/ 45063 w 597604"/>
                <a:gd name="connsiteY614" fmla="*/ 286307 h 519126"/>
                <a:gd name="connsiteX615" fmla="*/ 46813 w 597604"/>
                <a:gd name="connsiteY615" fmla="*/ 284793 h 519126"/>
                <a:gd name="connsiteX616" fmla="*/ 47251 w 597604"/>
                <a:gd name="connsiteY616" fmla="*/ 283279 h 519126"/>
                <a:gd name="connsiteX617" fmla="*/ 49203 w 597604"/>
                <a:gd name="connsiteY617" fmla="*/ 283044 h 519126"/>
                <a:gd name="connsiteX618" fmla="*/ 51592 w 597604"/>
                <a:gd name="connsiteY618" fmla="*/ 283279 h 519126"/>
                <a:gd name="connsiteX619" fmla="*/ 56607 w 597604"/>
                <a:gd name="connsiteY619" fmla="*/ 283279 h 519126"/>
                <a:gd name="connsiteX620" fmla="*/ 58794 w 597604"/>
                <a:gd name="connsiteY620" fmla="*/ 283279 h 519126"/>
                <a:gd name="connsiteX621" fmla="*/ 63371 w 597604"/>
                <a:gd name="connsiteY621" fmla="*/ 283481 h 519126"/>
                <a:gd name="connsiteX622" fmla="*/ 64886 w 597604"/>
                <a:gd name="connsiteY622" fmla="*/ 282842 h 519126"/>
                <a:gd name="connsiteX623" fmla="*/ 68352 w 597604"/>
                <a:gd name="connsiteY623" fmla="*/ 281328 h 519126"/>
                <a:gd name="connsiteX624" fmla="*/ 70977 w 597604"/>
                <a:gd name="connsiteY624" fmla="*/ 278940 h 519126"/>
                <a:gd name="connsiteX625" fmla="*/ 72054 w 597604"/>
                <a:gd name="connsiteY625" fmla="*/ 276989 h 519126"/>
                <a:gd name="connsiteX626" fmla="*/ 73131 w 597604"/>
                <a:gd name="connsiteY626" fmla="*/ 275038 h 519126"/>
                <a:gd name="connsiteX627" fmla="*/ 73131 w 597604"/>
                <a:gd name="connsiteY627" fmla="*/ 273726 h 519126"/>
                <a:gd name="connsiteX628" fmla="*/ 74444 w 597604"/>
                <a:gd name="connsiteY628" fmla="*/ 272414 h 519126"/>
                <a:gd name="connsiteX629" fmla="*/ 75958 w 597604"/>
                <a:gd name="connsiteY629" fmla="*/ 271775 h 519126"/>
                <a:gd name="connsiteX630" fmla="*/ 77910 w 597604"/>
                <a:gd name="connsiteY630" fmla="*/ 270025 h 519126"/>
                <a:gd name="connsiteX631" fmla="*/ 79660 w 597604"/>
                <a:gd name="connsiteY631" fmla="*/ 270227 h 519126"/>
                <a:gd name="connsiteX632" fmla="*/ 83800 w 597604"/>
                <a:gd name="connsiteY632" fmla="*/ 271304 h 519126"/>
                <a:gd name="connsiteX633" fmla="*/ 86088 w 597604"/>
                <a:gd name="connsiteY633" fmla="*/ 273692 h 519126"/>
                <a:gd name="connsiteX634" fmla="*/ 87064 w 597604"/>
                <a:gd name="connsiteY634" fmla="*/ 276955 h 519126"/>
                <a:gd name="connsiteX635" fmla="*/ 87064 w 597604"/>
                <a:gd name="connsiteY635" fmla="*/ 280655 h 519126"/>
                <a:gd name="connsiteX636" fmla="*/ 85314 w 597604"/>
                <a:gd name="connsiteY636" fmla="*/ 281967 h 519126"/>
                <a:gd name="connsiteX637" fmla="*/ 85314 w 597604"/>
                <a:gd name="connsiteY637" fmla="*/ 284154 h 519126"/>
                <a:gd name="connsiteX638" fmla="*/ 89016 w 597604"/>
                <a:gd name="connsiteY638" fmla="*/ 285903 h 519126"/>
                <a:gd name="connsiteX639" fmla="*/ 92483 w 597604"/>
                <a:gd name="connsiteY639" fmla="*/ 287215 h 519126"/>
                <a:gd name="connsiteX640" fmla="*/ 94435 w 597604"/>
                <a:gd name="connsiteY640" fmla="*/ 289166 h 519126"/>
                <a:gd name="connsiteX641" fmla="*/ 99214 w 597604"/>
                <a:gd name="connsiteY641" fmla="*/ 293068 h 519126"/>
                <a:gd name="connsiteX642" fmla="*/ 99214 w 597604"/>
                <a:gd name="connsiteY642" fmla="*/ 299796 h 519126"/>
                <a:gd name="connsiteX643" fmla="*/ 103791 w 597604"/>
                <a:gd name="connsiteY643" fmla="*/ 303699 h 519126"/>
                <a:gd name="connsiteX644" fmla="*/ 104868 w 597604"/>
                <a:gd name="connsiteY644" fmla="*/ 306289 h 519126"/>
                <a:gd name="connsiteX645" fmla="*/ 103791 w 597604"/>
                <a:gd name="connsiteY645" fmla="*/ 312142 h 519126"/>
                <a:gd name="connsiteX646" fmla="*/ 102478 w 597604"/>
                <a:gd name="connsiteY646" fmla="*/ 313891 h 519126"/>
                <a:gd name="connsiteX647" fmla="*/ 101839 w 597604"/>
                <a:gd name="connsiteY647" fmla="*/ 316280 h 519126"/>
                <a:gd name="connsiteX648" fmla="*/ 97497 w 597604"/>
                <a:gd name="connsiteY648" fmla="*/ 322571 h 519126"/>
                <a:gd name="connsiteX649" fmla="*/ 96420 w 597604"/>
                <a:gd name="connsiteY649" fmla="*/ 325127 h 519126"/>
                <a:gd name="connsiteX650" fmla="*/ 91641 w 597604"/>
                <a:gd name="connsiteY650" fmla="*/ 328659 h 519126"/>
                <a:gd name="connsiteX651" fmla="*/ 90564 w 597604"/>
                <a:gd name="connsiteY651" fmla="*/ 331048 h 519126"/>
                <a:gd name="connsiteX652" fmla="*/ 87939 w 597604"/>
                <a:gd name="connsiteY652" fmla="*/ 334748 h 519126"/>
                <a:gd name="connsiteX653" fmla="*/ 85987 w 597604"/>
                <a:gd name="connsiteY653" fmla="*/ 339323 h 519126"/>
                <a:gd name="connsiteX654" fmla="*/ 85550 w 597604"/>
                <a:gd name="connsiteY654" fmla="*/ 344537 h 519126"/>
                <a:gd name="connsiteX655" fmla="*/ 83800 w 597604"/>
                <a:gd name="connsiteY655" fmla="*/ 349987 h 519126"/>
                <a:gd name="connsiteX656" fmla="*/ 82285 w 597604"/>
                <a:gd name="connsiteY656" fmla="*/ 352375 h 519126"/>
                <a:gd name="connsiteX657" fmla="*/ 80771 w 597604"/>
                <a:gd name="connsiteY657" fmla="*/ 354965 h 519126"/>
                <a:gd name="connsiteX658" fmla="*/ 79694 w 597604"/>
                <a:gd name="connsiteY658" fmla="*/ 356715 h 519126"/>
                <a:gd name="connsiteX659" fmla="*/ 78180 w 597604"/>
                <a:gd name="connsiteY659" fmla="*/ 358666 h 519126"/>
                <a:gd name="connsiteX660" fmla="*/ 76429 w 597604"/>
                <a:gd name="connsiteY660" fmla="*/ 362131 h 519126"/>
                <a:gd name="connsiteX661" fmla="*/ 76665 w 597604"/>
                <a:gd name="connsiteY661" fmla="*/ 366268 h 519126"/>
                <a:gd name="connsiteX662" fmla="*/ 76665 w 597604"/>
                <a:gd name="connsiteY662" fmla="*/ 372794 h 519126"/>
                <a:gd name="connsiteX663" fmla="*/ 76026 w 597604"/>
                <a:gd name="connsiteY663" fmla="*/ 377571 h 519126"/>
                <a:gd name="connsiteX664" fmla="*/ 75386 w 597604"/>
                <a:gd name="connsiteY664" fmla="*/ 382348 h 519126"/>
                <a:gd name="connsiteX665" fmla="*/ 73199 w 597604"/>
                <a:gd name="connsiteY665" fmla="*/ 383862 h 519126"/>
                <a:gd name="connsiteX666" fmla="*/ 69497 w 597604"/>
                <a:gd name="connsiteY666" fmla="*/ 383660 h 519126"/>
                <a:gd name="connsiteX667" fmla="*/ 66434 w 597604"/>
                <a:gd name="connsiteY667" fmla="*/ 385174 h 519126"/>
                <a:gd name="connsiteX668" fmla="*/ 62732 w 597604"/>
                <a:gd name="connsiteY668" fmla="*/ 387562 h 519126"/>
                <a:gd name="connsiteX669" fmla="*/ 62093 w 597604"/>
                <a:gd name="connsiteY669" fmla="*/ 389312 h 519126"/>
                <a:gd name="connsiteX670" fmla="*/ 62530 w 597604"/>
                <a:gd name="connsiteY670" fmla="*/ 394324 h 519126"/>
                <a:gd name="connsiteX671" fmla="*/ 66670 w 597604"/>
                <a:gd name="connsiteY671" fmla="*/ 396712 h 519126"/>
                <a:gd name="connsiteX672" fmla="*/ 70372 w 597604"/>
                <a:gd name="connsiteY672" fmla="*/ 401926 h 519126"/>
                <a:gd name="connsiteX673" fmla="*/ 73199 w 597604"/>
                <a:gd name="connsiteY673" fmla="*/ 402566 h 519126"/>
                <a:gd name="connsiteX674" fmla="*/ 76463 w 597604"/>
                <a:gd name="connsiteY674" fmla="*/ 403877 h 519126"/>
                <a:gd name="connsiteX675" fmla="*/ 75824 w 597604"/>
                <a:gd name="connsiteY675" fmla="*/ 409966 h 519126"/>
                <a:gd name="connsiteX676" fmla="*/ 73199 w 597604"/>
                <a:gd name="connsiteY676" fmla="*/ 414743 h 519126"/>
                <a:gd name="connsiteX677" fmla="*/ 78213 w 597604"/>
                <a:gd name="connsiteY677" fmla="*/ 414104 h 519126"/>
                <a:gd name="connsiteX678" fmla="*/ 81242 w 597604"/>
                <a:gd name="connsiteY678" fmla="*/ 412590 h 519126"/>
                <a:gd name="connsiteX679" fmla="*/ 83867 w 597604"/>
                <a:gd name="connsiteY679" fmla="*/ 410404 h 519126"/>
                <a:gd name="connsiteX680" fmla="*/ 87132 w 597604"/>
                <a:gd name="connsiteY680" fmla="*/ 409529 h 519126"/>
                <a:gd name="connsiteX681" fmla="*/ 89757 w 597604"/>
                <a:gd name="connsiteY681" fmla="*/ 411480 h 519126"/>
                <a:gd name="connsiteX682" fmla="*/ 89992 w 597604"/>
                <a:gd name="connsiteY682" fmla="*/ 415820 h 519126"/>
                <a:gd name="connsiteX683" fmla="*/ 87603 w 597604"/>
                <a:gd name="connsiteY683" fmla="*/ 419116 h 519126"/>
                <a:gd name="connsiteX684" fmla="*/ 87165 w 597604"/>
                <a:gd name="connsiteY684" fmla="*/ 423624 h 519126"/>
                <a:gd name="connsiteX685" fmla="*/ 88680 w 597604"/>
                <a:gd name="connsiteY685" fmla="*/ 425575 h 519126"/>
                <a:gd name="connsiteX686" fmla="*/ 91507 w 597604"/>
                <a:gd name="connsiteY686" fmla="*/ 428603 h 519126"/>
                <a:gd name="connsiteX687" fmla="*/ 95411 w 597604"/>
                <a:gd name="connsiteY687" fmla="*/ 434456 h 519126"/>
                <a:gd name="connsiteX688" fmla="*/ 96050 w 597604"/>
                <a:gd name="connsiteY688" fmla="*/ 436844 h 519126"/>
                <a:gd name="connsiteX689" fmla="*/ 100627 w 597604"/>
                <a:gd name="connsiteY689" fmla="*/ 437181 h 519126"/>
                <a:gd name="connsiteX690" fmla="*/ 106719 w 597604"/>
                <a:gd name="connsiteY690" fmla="*/ 436205 h 519126"/>
                <a:gd name="connsiteX691" fmla="*/ 112372 w 597604"/>
                <a:gd name="connsiteY691" fmla="*/ 436205 h 519126"/>
                <a:gd name="connsiteX692" fmla="*/ 115401 w 597604"/>
                <a:gd name="connsiteY692" fmla="*/ 438795 h 519126"/>
                <a:gd name="connsiteX693" fmla="*/ 115200 w 597604"/>
                <a:gd name="connsiteY693" fmla="*/ 441419 h 519126"/>
                <a:gd name="connsiteX694" fmla="*/ 114964 w 597604"/>
                <a:gd name="connsiteY694" fmla="*/ 445557 h 519126"/>
                <a:gd name="connsiteX695" fmla="*/ 113651 w 597604"/>
                <a:gd name="connsiteY695" fmla="*/ 448383 h 519126"/>
                <a:gd name="connsiteX696" fmla="*/ 110387 w 597604"/>
                <a:gd name="connsiteY696" fmla="*/ 452520 h 519126"/>
                <a:gd name="connsiteX697" fmla="*/ 107997 w 597604"/>
                <a:gd name="connsiteY697" fmla="*/ 453597 h 519126"/>
                <a:gd name="connsiteX698" fmla="*/ 104969 w 597604"/>
                <a:gd name="connsiteY698" fmla="*/ 455548 h 519126"/>
                <a:gd name="connsiteX699" fmla="*/ 102142 w 597604"/>
                <a:gd name="connsiteY699" fmla="*/ 457062 h 519126"/>
                <a:gd name="connsiteX700" fmla="*/ 98877 w 597604"/>
                <a:gd name="connsiteY700" fmla="*/ 459888 h 519126"/>
                <a:gd name="connsiteX701" fmla="*/ 92786 w 597604"/>
                <a:gd name="connsiteY701" fmla="*/ 457701 h 519126"/>
                <a:gd name="connsiteX702" fmla="*/ 90396 w 597604"/>
                <a:gd name="connsiteY702" fmla="*/ 459013 h 519126"/>
                <a:gd name="connsiteX703" fmla="*/ 93425 w 597604"/>
                <a:gd name="connsiteY703" fmla="*/ 465102 h 519126"/>
                <a:gd name="connsiteX704" fmla="*/ 95175 w 597604"/>
                <a:gd name="connsiteY704" fmla="*/ 468365 h 519126"/>
                <a:gd name="connsiteX705" fmla="*/ 96488 w 597604"/>
                <a:gd name="connsiteY705" fmla="*/ 470114 h 519126"/>
                <a:gd name="connsiteX706" fmla="*/ 95848 w 597604"/>
                <a:gd name="connsiteY706" fmla="*/ 476203 h 519126"/>
                <a:gd name="connsiteX707" fmla="*/ 94973 w 597604"/>
                <a:gd name="connsiteY707" fmla="*/ 478793 h 519126"/>
                <a:gd name="connsiteX708" fmla="*/ 90834 w 597604"/>
                <a:gd name="connsiteY708" fmla="*/ 482493 h 519126"/>
                <a:gd name="connsiteX709" fmla="*/ 85382 w 597604"/>
                <a:gd name="connsiteY709" fmla="*/ 485756 h 519126"/>
                <a:gd name="connsiteX710" fmla="*/ 83430 w 597604"/>
                <a:gd name="connsiteY710" fmla="*/ 489019 h 519126"/>
                <a:gd name="connsiteX711" fmla="*/ 81680 w 597604"/>
                <a:gd name="connsiteY711" fmla="*/ 494032 h 519126"/>
                <a:gd name="connsiteX712" fmla="*/ 81175 w 597604"/>
                <a:gd name="connsiteY712" fmla="*/ 498237 h 519126"/>
                <a:gd name="connsiteX713" fmla="*/ 83430 w 597604"/>
                <a:gd name="connsiteY713" fmla="*/ 500995 h 519126"/>
                <a:gd name="connsiteX714" fmla="*/ 85617 w 597604"/>
                <a:gd name="connsiteY714" fmla="*/ 502072 h 519126"/>
                <a:gd name="connsiteX715" fmla="*/ 87569 w 597604"/>
                <a:gd name="connsiteY715" fmla="*/ 504258 h 519126"/>
                <a:gd name="connsiteX716" fmla="*/ 90968 w 597604"/>
                <a:gd name="connsiteY716" fmla="*/ 508598 h 519126"/>
                <a:gd name="connsiteX717" fmla="*/ 93593 w 597604"/>
                <a:gd name="connsiteY717" fmla="*/ 510986 h 519126"/>
                <a:gd name="connsiteX718" fmla="*/ 96790 w 597604"/>
                <a:gd name="connsiteY718" fmla="*/ 513879 h 519126"/>
                <a:gd name="connsiteX719" fmla="*/ 98036 w 597604"/>
                <a:gd name="connsiteY719" fmla="*/ 513946 h 519126"/>
                <a:gd name="connsiteX720" fmla="*/ 100795 w 597604"/>
                <a:gd name="connsiteY720" fmla="*/ 513307 h 519126"/>
                <a:gd name="connsiteX721" fmla="*/ 104127 w 597604"/>
                <a:gd name="connsiteY721" fmla="*/ 511222 h 519126"/>
                <a:gd name="connsiteX722" fmla="*/ 107897 w 597604"/>
                <a:gd name="connsiteY722" fmla="*/ 509775 h 519126"/>
                <a:gd name="connsiteX723" fmla="*/ 110589 w 597604"/>
                <a:gd name="connsiteY723" fmla="*/ 509439 h 519126"/>
                <a:gd name="connsiteX724" fmla="*/ 113281 w 597604"/>
                <a:gd name="connsiteY724" fmla="*/ 509270 h 519126"/>
                <a:gd name="connsiteX725" fmla="*/ 115906 w 597604"/>
                <a:gd name="connsiteY725" fmla="*/ 509270 h 519126"/>
                <a:gd name="connsiteX726" fmla="*/ 117051 w 597604"/>
                <a:gd name="connsiteY726" fmla="*/ 508194 h 519126"/>
                <a:gd name="connsiteX727" fmla="*/ 117757 w 597604"/>
                <a:gd name="connsiteY727" fmla="*/ 504561 h 519126"/>
                <a:gd name="connsiteX728" fmla="*/ 118498 w 597604"/>
                <a:gd name="connsiteY728" fmla="*/ 502374 h 519126"/>
                <a:gd name="connsiteX729" fmla="*/ 119743 w 597604"/>
                <a:gd name="connsiteY729" fmla="*/ 500356 h 519126"/>
                <a:gd name="connsiteX730" fmla="*/ 120988 w 597604"/>
                <a:gd name="connsiteY730" fmla="*/ 498977 h 519126"/>
                <a:gd name="connsiteX731" fmla="*/ 123748 w 597604"/>
                <a:gd name="connsiteY731" fmla="*/ 496723 h 519126"/>
                <a:gd name="connsiteX732" fmla="*/ 125060 w 597604"/>
                <a:gd name="connsiteY732" fmla="*/ 495041 h 519126"/>
                <a:gd name="connsiteX733" fmla="*/ 133171 w 597604"/>
                <a:gd name="connsiteY733" fmla="*/ 487068 h 519126"/>
                <a:gd name="connsiteX734" fmla="*/ 135931 w 597604"/>
                <a:gd name="connsiteY734" fmla="*/ 483301 h 519126"/>
                <a:gd name="connsiteX735" fmla="*/ 135628 w 597604"/>
                <a:gd name="connsiteY735" fmla="*/ 482594 h 519126"/>
                <a:gd name="connsiteX736" fmla="*/ 133474 w 597604"/>
                <a:gd name="connsiteY736" fmla="*/ 480845 h 519126"/>
                <a:gd name="connsiteX737" fmla="*/ 132296 w 597604"/>
                <a:gd name="connsiteY737" fmla="*/ 478524 h 519126"/>
                <a:gd name="connsiteX738" fmla="*/ 134315 w 597604"/>
                <a:gd name="connsiteY738" fmla="*/ 477515 h 519126"/>
                <a:gd name="connsiteX739" fmla="*/ 140541 w 597604"/>
                <a:gd name="connsiteY739" fmla="*/ 475496 h 519126"/>
                <a:gd name="connsiteX740" fmla="*/ 143133 w 597604"/>
                <a:gd name="connsiteY740" fmla="*/ 473478 h 519126"/>
                <a:gd name="connsiteX741" fmla="*/ 146027 w 597604"/>
                <a:gd name="connsiteY741" fmla="*/ 471594 h 519126"/>
                <a:gd name="connsiteX742" fmla="*/ 150671 w 597604"/>
                <a:gd name="connsiteY742" fmla="*/ 467692 h 519126"/>
                <a:gd name="connsiteX743" fmla="*/ 151816 w 597604"/>
                <a:gd name="connsiteY743" fmla="*/ 466548 h 519126"/>
                <a:gd name="connsiteX744" fmla="*/ 155013 w 597604"/>
                <a:gd name="connsiteY744" fmla="*/ 468297 h 519126"/>
                <a:gd name="connsiteX745" fmla="*/ 157470 w 597604"/>
                <a:gd name="connsiteY745" fmla="*/ 470888 h 519126"/>
                <a:gd name="connsiteX746" fmla="*/ 158042 w 597604"/>
                <a:gd name="connsiteY746" fmla="*/ 474353 h 519126"/>
                <a:gd name="connsiteX747" fmla="*/ 157907 w 597604"/>
                <a:gd name="connsiteY747" fmla="*/ 477380 h 519126"/>
                <a:gd name="connsiteX748" fmla="*/ 158042 w 597604"/>
                <a:gd name="connsiteY748" fmla="*/ 480139 h 519126"/>
                <a:gd name="connsiteX749" fmla="*/ 161811 w 597604"/>
                <a:gd name="connsiteY749" fmla="*/ 481148 h 519126"/>
                <a:gd name="connsiteX750" fmla="*/ 167028 w 597604"/>
                <a:gd name="connsiteY750" fmla="*/ 481013 h 519126"/>
                <a:gd name="connsiteX751" fmla="*/ 171807 w 597604"/>
                <a:gd name="connsiteY751" fmla="*/ 479264 h 519126"/>
                <a:gd name="connsiteX752" fmla="*/ 173994 w 597604"/>
                <a:gd name="connsiteY752" fmla="*/ 478120 h 519126"/>
                <a:gd name="connsiteX753" fmla="*/ 178470 w 597604"/>
                <a:gd name="connsiteY753" fmla="*/ 477818 h 519126"/>
                <a:gd name="connsiteX754" fmla="*/ 180052 w 597604"/>
                <a:gd name="connsiteY754" fmla="*/ 479264 h 519126"/>
                <a:gd name="connsiteX755" fmla="*/ 178739 w 597604"/>
                <a:gd name="connsiteY755" fmla="*/ 481888 h 519126"/>
                <a:gd name="connsiteX756" fmla="*/ 177999 w 597604"/>
                <a:gd name="connsiteY756" fmla="*/ 483032 h 519126"/>
                <a:gd name="connsiteX757" fmla="*/ 178436 w 597604"/>
                <a:gd name="connsiteY757" fmla="*/ 486665 h 519126"/>
                <a:gd name="connsiteX758" fmla="*/ 180018 w 597604"/>
                <a:gd name="connsiteY758" fmla="*/ 489423 h 519126"/>
                <a:gd name="connsiteX759" fmla="*/ 183047 w 597604"/>
                <a:gd name="connsiteY759" fmla="*/ 493056 h 519126"/>
                <a:gd name="connsiteX760" fmla="*/ 185067 w 597604"/>
                <a:gd name="connsiteY760" fmla="*/ 495377 h 519126"/>
                <a:gd name="connsiteX761" fmla="*/ 189139 w 597604"/>
                <a:gd name="connsiteY761" fmla="*/ 498136 h 519126"/>
                <a:gd name="connsiteX762" fmla="*/ 194927 w 597604"/>
                <a:gd name="connsiteY762" fmla="*/ 499145 h 519126"/>
                <a:gd name="connsiteX763" fmla="*/ 199134 w 597604"/>
                <a:gd name="connsiteY763" fmla="*/ 499414 h 519126"/>
                <a:gd name="connsiteX764" fmla="*/ 201019 w 597604"/>
                <a:gd name="connsiteY764" fmla="*/ 500289 h 519126"/>
                <a:gd name="connsiteX765" fmla="*/ 207110 w 597604"/>
                <a:gd name="connsiteY765" fmla="*/ 504359 h 519126"/>
                <a:gd name="connsiteX766" fmla="*/ 208423 w 597604"/>
                <a:gd name="connsiteY766" fmla="*/ 505234 h 519126"/>
                <a:gd name="connsiteX767" fmla="*/ 210307 w 597604"/>
                <a:gd name="connsiteY767" fmla="*/ 507824 h 519126"/>
                <a:gd name="connsiteX768" fmla="*/ 211452 w 597604"/>
                <a:gd name="connsiteY768" fmla="*/ 509270 h 519126"/>
                <a:gd name="connsiteX769" fmla="*/ 216533 w 597604"/>
                <a:gd name="connsiteY769" fmla="*/ 509573 h 519126"/>
                <a:gd name="connsiteX770" fmla="*/ 221312 w 597604"/>
                <a:gd name="connsiteY770" fmla="*/ 508699 h 519126"/>
                <a:gd name="connsiteX771" fmla="*/ 224207 w 597604"/>
                <a:gd name="connsiteY771" fmla="*/ 508127 h 519126"/>
                <a:gd name="connsiteX772" fmla="*/ 226226 w 597604"/>
                <a:gd name="connsiteY772" fmla="*/ 508261 h 519126"/>
                <a:gd name="connsiteX773" fmla="*/ 228414 w 597604"/>
                <a:gd name="connsiteY773" fmla="*/ 512904 h 519126"/>
                <a:gd name="connsiteX774" fmla="*/ 229861 w 597604"/>
                <a:gd name="connsiteY774" fmla="*/ 516368 h 519126"/>
                <a:gd name="connsiteX775" fmla="*/ 233630 w 597604"/>
                <a:gd name="connsiteY775" fmla="*/ 518252 h 519126"/>
                <a:gd name="connsiteX776" fmla="*/ 238140 w 597604"/>
                <a:gd name="connsiteY776" fmla="*/ 519127 h 519126"/>
                <a:gd name="connsiteX777" fmla="*/ 243356 w 597604"/>
                <a:gd name="connsiteY777" fmla="*/ 517680 h 519126"/>
                <a:gd name="connsiteX778" fmla="*/ 248573 w 597604"/>
                <a:gd name="connsiteY778" fmla="*/ 510145 h 519126"/>
                <a:gd name="connsiteX779" fmla="*/ 250895 w 597604"/>
                <a:gd name="connsiteY779" fmla="*/ 507387 h 519126"/>
                <a:gd name="connsiteX780" fmla="*/ 254361 w 597604"/>
                <a:gd name="connsiteY780" fmla="*/ 499986 h 519126"/>
                <a:gd name="connsiteX781" fmla="*/ 258433 w 597604"/>
                <a:gd name="connsiteY781" fmla="*/ 497530 h 519126"/>
                <a:gd name="connsiteX782" fmla="*/ 257121 w 597604"/>
                <a:gd name="connsiteY782" fmla="*/ 492013 h 519126"/>
                <a:gd name="connsiteX783" fmla="*/ 253217 w 597604"/>
                <a:gd name="connsiteY783" fmla="*/ 487808 h 519126"/>
                <a:gd name="connsiteX784" fmla="*/ 251770 w 597604"/>
                <a:gd name="connsiteY784" fmla="*/ 486362 h 519126"/>
                <a:gd name="connsiteX785" fmla="*/ 253217 w 597604"/>
                <a:gd name="connsiteY785" fmla="*/ 482594 h 519126"/>
                <a:gd name="connsiteX786" fmla="*/ 255539 w 597604"/>
                <a:gd name="connsiteY786" fmla="*/ 481148 h 519126"/>
                <a:gd name="connsiteX787" fmla="*/ 260318 w 597604"/>
                <a:gd name="connsiteY787" fmla="*/ 480576 h 519126"/>
                <a:gd name="connsiteX788" fmla="*/ 271761 w 597604"/>
                <a:gd name="connsiteY788" fmla="*/ 480273 h 519126"/>
                <a:gd name="connsiteX789" fmla="*/ 275227 w 597604"/>
                <a:gd name="connsiteY789" fmla="*/ 477818 h 519126"/>
                <a:gd name="connsiteX790" fmla="*/ 277549 w 597604"/>
                <a:gd name="connsiteY790" fmla="*/ 475362 h 519126"/>
                <a:gd name="connsiteX791" fmla="*/ 279871 w 597604"/>
                <a:gd name="connsiteY791" fmla="*/ 473915 h 519126"/>
                <a:gd name="connsiteX792" fmla="*/ 285963 w 597604"/>
                <a:gd name="connsiteY792" fmla="*/ 470450 h 519126"/>
                <a:gd name="connsiteX793" fmla="*/ 290607 w 597604"/>
                <a:gd name="connsiteY793" fmla="*/ 468701 h 519126"/>
                <a:gd name="connsiteX794" fmla="*/ 293199 w 597604"/>
                <a:gd name="connsiteY794" fmla="*/ 467692 h 519126"/>
                <a:gd name="connsiteX795" fmla="*/ 296530 w 597604"/>
                <a:gd name="connsiteY795" fmla="*/ 465808 h 519126"/>
                <a:gd name="connsiteX796" fmla="*/ 302184 w 597604"/>
                <a:gd name="connsiteY796" fmla="*/ 462041 h 519126"/>
                <a:gd name="connsiteX797" fmla="*/ 304507 w 597604"/>
                <a:gd name="connsiteY797" fmla="*/ 460291 h 519126"/>
                <a:gd name="connsiteX798" fmla="*/ 308713 w 597604"/>
                <a:gd name="connsiteY798" fmla="*/ 460291 h 519126"/>
                <a:gd name="connsiteX799" fmla="*/ 316824 w 597604"/>
                <a:gd name="connsiteY799" fmla="*/ 459147 h 519126"/>
                <a:gd name="connsiteX800" fmla="*/ 325372 w 597604"/>
                <a:gd name="connsiteY800" fmla="*/ 458407 h 519126"/>
                <a:gd name="connsiteX801" fmla="*/ 327829 w 597604"/>
                <a:gd name="connsiteY801" fmla="*/ 456389 h 519126"/>
                <a:gd name="connsiteX802" fmla="*/ 329276 w 597604"/>
                <a:gd name="connsiteY802" fmla="*/ 455649 h 519126"/>
                <a:gd name="connsiteX803" fmla="*/ 334493 w 597604"/>
                <a:gd name="connsiteY803" fmla="*/ 450569 h 519126"/>
                <a:gd name="connsiteX804" fmla="*/ 336815 w 597604"/>
                <a:gd name="connsiteY804" fmla="*/ 447542 h 519126"/>
                <a:gd name="connsiteX805" fmla="*/ 337252 w 597604"/>
                <a:gd name="connsiteY805" fmla="*/ 443202 h 519126"/>
                <a:gd name="connsiteX806" fmla="*/ 337118 w 597604"/>
                <a:gd name="connsiteY806" fmla="*/ 438728 h 519126"/>
                <a:gd name="connsiteX807" fmla="*/ 335805 w 597604"/>
                <a:gd name="connsiteY807" fmla="*/ 435970 h 519126"/>
                <a:gd name="connsiteX808" fmla="*/ 334055 w 597604"/>
                <a:gd name="connsiteY808" fmla="*/ 431630 h 519126"/>
                <a:gd name="connsiteX809" fmla="*/ 334762 w 597604"/>
                <a:gd name="connsiteY809" fmla="*/ 427291 h 519126"/>
                <a:gd name="connsiteX810" fmla="*/ 339272 w 597604"/>
                <a:gd name="connsiteY810" fmla="*/ 423826 h 519126"/>
                <a:gd name="connsiteX811" fmla="*/ 341897 w 597604"/>
                <a:gd name="connsiteY811" fmla="*/ 420495 h 519126"/>
                <a:gd name="connsiteX812" fmla="*/ 346810 w 597604"/>
                <a:gd name="connsiteY812" fmla="*/ 417165 h 519126"/>
                <a:gd name="connsiteX813" fmla="*/ 353777 w 597604"/>
                <a:gd name="connsiteY813" fmla="*/ 414407 h 519126"/>
                <a:gd name="connsiteX814" fmla="*/ 360306 w 597604"/>
                <a:gd name="connsiteY814" fmla="*/ 414407 h 519126"/>
                <a:gd name="connsiteX815" fmla="*/ 362931 w 597604"/>
                <a:gd name="connsiteY815" fmla="*/ 415147 h 519126"/>
                <a:gd name="connsiteX816" fmla="*/ 366397 w 597604"/>
                <a:gd name="connsiteY816" fmla="*/ 418914 h 519126"/>
                <a:gd name="connsiteX817" fmla="*/ 371311 w 597604"/>
                <a:gd name="connsiteY817" fmla="*/ 424263 h 519126"/>
                <a:gd name="connsiteX818" fmla="*/ 373768 w 597604"/>
                <a:gd name="connsiteY818" fmla="*/ 430184 h 519126"/>
                <a:gd name="connsiteX819" fmla="*/ 374912 w 597604"/>
                <a:gd name="connsiteY819" fmla="*/ 436272 h 519126"/>
                <a:gd name="connsiteX820" fmla="*/ 381878 w 597604"/>
                <a:gd name="connsiteY820" fmla="*/ 441924 h 519126"/>
                <a:gd name="connsiteX821" fmla="*/ 381744 w 597604"/>
                <a:gd name="connsiteY821" fmla="*/ 447878 h 519126"/>
                <a:gd name="connsiteX822" fmla="*/ 384638 w 597604"/>
                <a:gd name="connsiteY822" fmla="*/ 452790 h 519126"/>
                <a:gd name="connsiteX823" fmla="*/ 388273 w 597604"/>
                <a:gd name="connsiteY823" fmla="*/ 453664 h 519126"/>
                <a:gd name="connsiteX824" fmla="*/ 391907 w 597604"/>
                <a:gd name="connsiteY824" fmla="*/ 453227 h 519126"/>
                <a:gd name="connsiteX825" fmla="*/ 394802 w 597604"/>
                <a:gd name="connsiteY825" fmla="*/ 452790 h 519126"/>
                <a:gd name="connsiteX826" fmla="*/ 398706 w 597604"/>
                <a:gd name="connsiteY826" fmla="*/ 450771 h 519126"/>
                <a:gd name="connsiteX827" fmla="*/ 401297 w 597604"/>
                <a:gd name="connsiteY827" fmla="*/ 448013 h 519126"/>
                <a:gd name="connsiteX828" fmla="*/ 402744 w 597604"/>
                <a:gd name="connsiteY828" fmla="*/ 447138 h 519126"/>
                <a:gd name="connsiteX829" fmla="*/ 408398 w 597604"/>
                <a:gd name="connsiteY829" fmla="*/ 449459 h 519126"/>
                <a:gd name="connsiteX830" fmla="*/ 409273 w 597604"/>
                <a:gd name="connsiteY830" fmla="*/ 453361 h 519126"/>
                <a:gd name="connsiteX831" fmla="*/ 410855 w 597604"/>
                <a:gd name="connsiteY831" fmla="*/ 456995 h 519126"/>
                <a:gd name="connsiteX832" fmla="*/ 413446 w 597604"/>
                <a:gd name="connsiteY832" fmla="*/ 460897 h 519126"/>
                <a:gd name="connsiteX833" fmla="*/ 416778 w 597604"/>
                <a:gd name="connsiteY833" fmla="*/ 462209 h 519126"/>
                <a:gd name="connsiteX834" fmla="*/ 421423 w 597604"/>
                <a:gd name="connsiteY834" fmla="*/ 463790 h 519126"/>
                <a:gd name="connsiteX835" fmla="*/ 424620 w 597604"/>
                <a:gd name="connsiteY835" fmla="*/ 464362 h 519126"/>
                <a:gd name="connsiteX836" fmla="*/ 428086 w 597604"/>
                <a:gd name="connsiteY836" fmla="*/ 463655 h 519126"/>
                <a:gd name="connsiteX837" fmla="*/ 434750 w 597604"/>
                <a:gd name="connsiteY837" fmla="*/ 462343 h 519126"/>
                <a:gd name="connsiteX838" fmla="*/ 440538 w 597604"/>
                <a:gd name="connsiteY838" fmla="*/ 461603 h 519126"/>
                <a:gd name="connsiteX839" fmla="*/ 446192 w 597604"/>
                <a:gd name="connsiteY839" fmla="*/ 459719 h 519126"/>
                <a:gd name="connsiteX840" fmla="*/ 449524 w 597604"/>
                <a:gd name="connsiteY840" fmla="*/ 456524 h 519126"/>
                <a:gd name="connsiteX841" fmla="*/ 453428 w 597604"/>
                <a:gd name="connsiteY841" fmla="*/ 453059 h 519126"/>
                <a:gd name="connsiteX842" fmla="*/ 454303 w 597604"/>
                <a:gd name="connsiteY842" fmla="*/ 449426 h 519126"/>
                <a:gd name="connsiteX843" fmla="*/ 453294 w 597604"/>
                <a:gd name="connsiteY843" fmla="*/ 444918 h 519126"/>
                <a:gd name="connsiteX844" fmla="*/ 453159 w 597604"/>
                <a:gd name="connsiteY844" fmla="*/ 441150 h 519126"/>
                <a:gd name="connsiteX845" fmla="*/ 454337 w 597604"/>
                <a:gd name="connsiteY845" fmla="*/ 436071 h 519126"/>
                <a:gd name="connsiteX846" fmla="*/ 455649 w 597604"/>
                <a:gd name="connsiteY846" fmla="*/ 433884 h 519126"/>
                <a:gd name="connsiteX847" fmla="*/ 458846 w 597604"/>
                <a:gd name="connsiteY847" fmla="*/ 429107 h 519126"/>
                <a:gd name="connsiteX848" fmla="*/ 464063 w 597604"/>
                <a:gd name="connsiteY848" fmla="*/ 424600 h 519126"/>
                <a:gd name="connsiteX849" fmla="*/ 471467 w 597604"/>
                <a:gd name="connsiteY849" fmla="*/ 421404 h 519126"/>
                <a:gd name="connsiteX850" fmla="*/ 476381 w 597604"/>
                <a:gd name="connsiteY850" fmla="*/ 424162 h 519126"/>
                <a:gd name="connsiteX851" fmla="*/ 481866 w 597604"/>
                <a:gd name="connsiteY851" fmla="*/ 428064 h 519126"/>
                <a:gd name="connsiteX852" fmla="*/ 487520 w 597604"/>
                <a:gd name="connsiteY852" fmla="*/ 431967 h 519126"/>
                <a:gd name="connsiteX853" fmla="*/ 490280 w 597604"/>
                <a:gd name="connsiteY853" fmla="*/ 434725 h 519126"/>
                <a:gd name="connsiteX854" fmla="*/ 493914 w 597604"/>
                <a:gd name="connsiteY854" fmla="*/ 436609 h 519126"/>
                <a:gd name="connsiteX855" fmla="*/ 494924 w 597604"/>
                <a:gd name="connsiteY855" fmla="*/ 439805 h 519126"/>
                <a:gd name="connsiteX856" fmla="*/ 497381 w 597604"/>
                <a:gd name="connsiteY856" fmla="*/ 443572 h 519126"/>
                <a:gd name="connsiteX857" fmla="*/ 498694 w 597604"/>
                <a:gd name="connsiteY857" fmla="*/ 444144 h 519126"/>
                <a:gd name="connsiteX858" fmla="*/ 501453 w 597604"/>
                <a:gd name="connsiteY858" fmla="*/ 443572 h 519126"/>
                <a:gd name="connsiteX859" fmla="*/ 502328 w 597604"/>
                <a:gd name="connsiteY859" fmla="*/ 440948 h 519126"/>
                <a:gd name="connsiteX860" fmla="*/ 502900 w 597604"/>
                <a:gd name="connsiteY860" fmla="*/ 437181 h 519126"/>
                <a:gd name="connsiteX861" fmla="*/ 502766 w 597604"/>
                <a:gd name="connsiteY861" fmla="*/ 434860 h 519126"/>
                <a:gd name="connsiteX862" fmla="*/ 502766 w 597604"/>
                <a:gd name="connsiteY862" fmla="*/ 431799 h 519126"/>
                <a:gd name="connsiteX863" fmla="*/ 503069 w 597604"/>
                <a:gd name="connsiteY863" fmla="*/ 427594 h 519126"/>
                <a:gd name="connsiteX864" fmla="*/ 504819 w 597604"/>
                <a:gd name="connsiteY864" fmla="*/ 425407 h 519126"/>
                <a:gd name="connsiteX865" fmla="*/ 507006 w 597604"/>
                <a:gd name="connsiteY865" fmla="*/ 423389 h 519126"/>
                <a:gd name="connsiteX866" fmla="*/ 509766 w 597604"/>
                <a:gd name="connsiteY866" fmla="*/ 421067 h 519126"/>
                <a:gd name="connsiteX867" fmla="*/ 509900 w 597604"/>
                <a:gd name="connsiteY867" fmla="*/ 417165 h 519126"/>
                <a:gd name="connsiteX868" fmla="*/ 515252 w 597604"/>
                <a:gd name="connsiteY868" fmla="*/ 411245 h 519126"/>
                <a:gd name="connsiteX869" fmla="*/ 516564 w 597604"/>
                <a:gd name="connsiteY869" fmla="*/ 410505 h 519126"/>
                <a:gd name="connsiteX870" fmla="*/ 518449 w 597604"/>
                <a:gd name="connsiteY870" fmla="*/ 409630 h 519126"/>
                <a:gd name="connsiteX871" fmla="*/ 521343 w 597604"/>
                <a:gd name="connsiteY871" fmla="*/ 410942 h 519126"/>
                <a:gd name="connsiteX872" fmla="*/ 522656 w 597604"/>
                <a:gd name="connsiteY872" fmla="*/ 413398 h 519126"/>
                <a:gd name="connsiteX873" fmla="*/ 522521 w 597604"/>
                <a:gd name="connsiteY873" fmla="*/ 417468 h 519126"/>
                <a:gd name="connsiteX874" fmla="*/ 527165 w 597604"/>
                <a:gd name="connsiteY874" fmla="*/ 421942 h 519126"/>
                <a:gd name="connsiteX875" fmla="*/ 531641 w 597604"/>
                <a:gd name="connsiteY875" fmla="*/ 422077 h 519126"/>
                <a:gd name="connsiteX876" fmla="*/ 536993 w 597604"/>
                <a:gd name="connsiteY876" fmla="*/ 421639 h 519126"/>
                <a:gd name="connsiteX877" fmla="*/ 540896 w 597604"/>
                <a:gd name="connsiteY877" fmla="*/ 417434 h 519126"/>
                <a:gd name="connsiteX878" fmla="*/ 542041 w 597604"/>
                <a:gd name="connsiteY878" fmla="*/ 416863 h 519126"/>
                <a:gd name="connsiteX879" fmla="*/ 543791 w 597604"/>
                <a:gd name="connsiteY879" fmla="*/ 413835 h 519126"/>
                <a:gd name="connsiteX880" fmla="*/ 544935 w 597604"/>
                <a:gd name="connsiteY880" fmla="*/ 409630 h 519126"/>
                <a:gd name="connsiteX881" fmla="*/ 544800 w 597604"/>
                <a:gd name="connsiteY881" fmla="*/ 406602 h 519126"/>
                <a:gd name="connsiteX882" fmla="*/ 543925 w 597604"/>
                <a:gd name="connsiteY882" fmla="*/ 404012 h 519126"/>
                <a:gd name="connsiteX883" fmla="*/ 539719 w 597604"/>
                <a:gd name="connsiteY883" fmla="*/ 403003 h 519126"/>
                <a:gd name="connsiteX884" fmla="*/ 536084 w 597604"/>
                <a:gd name="connsiteY884" fmla="*/ 403877 h 519126"/>
                <a:gd name="connsiteX885" fmla="*/ 534132 w 597604"/>
                <a:gd name="connsiteY885" fmla="*/ 404180 h 519126"/>
                <a:gd name="connsiteX886" fmla="*/ 532314 w 597604"/>
                <a:gd name="connsiteY886" fmla="*/ 403608 h 519126"/>
                <a:gd name="connsiteX887" fmla="*/ 532314 w 597604"/>
                <a:gd name="connsiteY887" fmla="*/ 402296 h 519126"/>
                <a:gd name="connsiteX888" fmla="*/ 533055 w 597604"/>
                <a:gd name="connsiteY888" fmla="*/ 400547 h 519126"/>
                <a:gd name="connsiteX889" fmla="*/ 534502 w 597604"/>
                <a:gd name="connsiteY889" fmla="*/ 399235 h 519126"/>
                <a:gd name="connsiteX890" fmla="*/ 535949 w 597604"/>
                <a:gd name="connsiteY890" fmla="*/ 397923 h 519126"/>
                <a:gd name="connsiteX891" fmla="*/ 537531 w 597604"/>
                <a:gd name="connsiteY891" fmla="*/ 396914 h 519126"/>
                <a:gd name="connsiteX892" fmla="*/ 539685 w 597604"/>
                <a:gd name="connsiteY892" fmla="*/ 395602 h 519126"/>
                <a:gd name="connsiteX893" fmla="*/ 544026 w 597604"/>
                <a:gd name="connsiteY893" fmla="*/ 393281 h 519126"/>
                <a:gd name="connsiteX894" fmla="*/ 545473 w 597604"/>
                <a:gd name="connsiteY894" fmla="*/ 392406 h 519126"/>
                <a:gd name="connsiteX895" fmla="*/ 548233 w 597604"/>
                <a:gd name="connsiteY895" fmla="*/ 390657 h 519126"/>
                <a:gd name="connsiteX896" fmla="*/ 549848 w 597604"/>
                <a:gd name="connsiteY896" fmla="*/ 389782 h 519126"/>
                <a:gd name="connsiteX897" fmla="*/ 551868 w 597604"/>
                <a:gd name="connsiteY897" fmla="*/ 389211 h 519126"/>
                <a:gd name="connsiteX898" fmla="*/ 554055 w 597604"/>
                <a:gd name="connsiteY898" fmla="*/ 389211 h 519126"/>
                <a:gd name="connsiteX899" fmla="*/ 555200 w 597604"/>
                <a:gd name="connsiteY899" fmla="*/ 390085 h 519126"/>
                <a:gd name="connsiteX900" fmla="*/ 555906 w 597604"/>
                <a:gd name="connsiteY900" fmla="*/ 391532 h 519126"/>
                <a:gd name="connsiteX901" fmla="*/ 558094 w 597604"/>
                <a:gd name="connsiteY901" fmla="*/ 394290 h 519126"/>
                <a:gd name="connsiteX902" fmla="*/ 559978 w 597604"/>
                <a:gd name="connsiteY902" fmla="*/ 396174 h 519126"/>
                <a:gd name="connsiteX903" fmla="*/ 561863 w 597604"/>
                <a:gd name="connsiteY903" fmla="*/ 397183 h 519126"/>
                <a:gd name="connsiteX904" fmla="*/ 564185 w 597604"/>
                <a:gd name="connsiteY904" fmla="*/ 397923 h 519126"/>
                <a:gd name="connsiteX905" fmla="*/ 567786 w 597604"/>
                <a:gd name="connsiteY905" fmla="*/ 398361 h 519126"/>
                <a:gd name="connsiteX906" fmla="*/ 571421 w 597604"/>
                <a:gd name="connsiteY906" fmla="*/ 398933 h 519126"/>
                <a:gd name="connsiteX907" fmla="*/ 574450 w 597604"/>
                <a:gd name="connsiteY907" fmla="*/ 398495 h 519126"/>
                <a:gd name="connsiteX908" fmla="*/ 575762 w 597604"/>
                <a:gd name="connsiteY908" fmla="*/ 395737 h 519126"/>
                <a:gd name="connsiteX909" fmla="*/ 576772 w 597604"/>
                <a:gd name="connsiteY909" fmla="*/ 395299 h 519126"/>
                <a:gd name="connsiteX910" fmla="*/ 576638 w 597604"/>
                <a:gd name="connsiteY910" fmla="*/ 393146 h 519126"/>
                <a:gd name="connsiteX911" fmla="*/ 576503 w 597604"/>
                <a:gd name="connsiteY911" fmla="*/ 392137 h 519126"/>
                <a:gd name="connsiteX912" fmla="*/ 574753 w 597604"/>
                <a:gd name="connsiteY912" fmla="*/ 390119 h 519126"/>
                <a:gd name="connsiteX913" fmla="*/ 574450 w 597604"/>
                <a:gd name="connsiteY913" fmla="*/ 389244 h 519126"/>
                <a:gd name="connsiteX914" fmla="*/ 575762 w 597604"/>
                <a:gd name="connsiteY914" fmla="*/ 387360 h 519126"/>
                <a:gd name="connsiteX915" fmla="*/ 578085 w 597604"/>
                <a:gd name="connsiteY915" fmla="*/ 386048 h 519126"/>
                <a:gd name="connsiteX916" fmla="*/ 578657 w 597604"/>
                <a:gd name="connsiteY916" fmla="*/ 384165 h 519126"/>
                <a:gd name="connsiteX917" fmla="*/ 579801 w 597604"/>
                <a:gd name="connsiteY917" fmla="*/ 380969 h 519126"/>
                <a:gd name="connsiteX918" fmla="*/ 581989 w 597604"/>
                <a:gd name="connsiteY918" fmla="*/ 377504 h 519126"/>
                <a:gd name="connsiteX919" fmla="*/ 584883 w 597604"/>
                <a:gd name="connsiteY919" fmla="*/ 374308 h 519126"/>
                <a:gd name="connsiteX920" fmla="*/ 587071 w 597604"/>
                <a:gd name="connsiteY920" fmla="*/ 371550 h 519126"/>
                <a:gd name="connsiteX921" fmla="*/ 587373 w 597604"/>
                <a:gd name="connsiteY921" fmla="*/ 364317 h 519126"/>
                <a:gd name="connsiteX922" fmla="*/ 589696 w 597604"/>
                <a:gd name="connsiteY922" fmla="*/ 363174 h 519126"/>
                <a:gd name="connsiteX923" fmla="*/ 592287 w 597604"/>
                <a:gd name="connsiteY923" fmla="*/ 363174 h 519126"/>
                <a:gd name="connsiteX924" fmla="*/ 593162 w 597604"/>
                <a:gd name="connsiteY924" fmla="*/ 363005 h 519126"/>
                <a:gd name="connsiteX925" fmla="*/ 592758 w 597604"/>
                <a:gd name="connsiteY925" fmla="*/ 357320 h 519126"/>
                <a:gd name="connsiteX926" fmla="*/ 592758 w 597604"/>
                <a:gd name="connsiteY926" fmla="*/ 357320 h 51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Lst>
              <a:rect l="l" t="t" r="r" b="b"/>
              <a:pathLst>
                <a:path w="597604" h="519126">
                  <a:moveTo>
                    <a:pt x="592758" y="357320"/>
                  </a:moveTo>
                  <a:lnTo>
                    <a:pt x="590739" y="350660"/>
                  </a:lnTo>
                  <a:lnTo>
                    <a:pt x="583200" y="346589"/>
                  </a:lnTo>
                  <a:cubicBezTo>
                    <a:pt x="583200" y="346589"/>
                    <a:pt x="584075" y="343393"/>
                    <a:pt x="584344" y="342552"/>
                  </a:cubicBezTo>
                  <a:cubicBezTo>
                    <a:pt x="584647" y="341678"/>
                    <a:pt x="590705" y="338348"/>
                    <a:pt x="590705" y="338348"/>
                  </a:cubicBezTo>
                  <a:lnTo>
                    <a:pt x="587945" y="335589"/>
                  </a:lnTo>
                  <a:lnTo>
                    <a:pt x="583167" y="335589"/>
                  </a:lnTo>
                  <a:lnTo>
                    <a:pt x="579969" y="338785"/>
                  </a:lnTo>
                  <a:cubicBezTo>
                    <a:pt x="579969" y="338785"/>
                    <a:pt x="578219" y="341678"/>
                    <a:pt x="577344" y="341981"/>
                  </a:cubicBezTo>
                  <a:cubicBezTo>
                    <a:pt x="576469" y="342283"/>
                    <a:pt x="572431" y="338213"/>
                    <a:pt x="572431" y="338213"/>
                  </a:cubicBezTo>
                  <a:cubicBezTo>
                    <a:pt x="572431" y="338213"/>
                    <a:pt x="570681" y="338516"/>
                    <a:pt x="570984" y="335623"/>
                  </a:cubicBezTo>
                  <a:cubicBezTo>
                    <a:pt x="571287" y="332730"/>
                    <a:pt x="570950" y="327818"/>
                    <a:pt x="570950" y="327818"/>
                  </a:cubicBezTo>
                  <a:lnTo>
                    <a:pt x="573306" y="322032"/>
                  </a:lnTo>
                  <a:lnTo>
                    <a:pt x="576772" y="317121"/>
                  </a:lnTo>
                  <a:lnTo>
                    <a:pt x="579969" y="312781"/>
                  </a:lnTo>
                  <a:cubicBezTo>
                    <a:pt x="579969" y="312781"/>
                    <a:pt x="582830" y="308139"/>
                    <a:pt x="581820" y="306995"/>
                  </a:cubicBezTo>
                  <a:cubicBezTo>
                    <a:pt x="580811" y="305852"/>
                    <a:pt x="583974" y="305246"/>
                    <a:pt x="581820" y="304102"/>
                  </a:cubicBezTo>
                  <a:cubicBezTo>
                    <a:pt x="579667" y="302959"/>
                    <a:pt x="577041" y="297442"/>
                    <a:pt x="577041" y="297442"/>
                  </a:cubicBezTo>
                  <a:cubicBezTo>
                    <a:pt x="577041" y="297442"/>
                    <a:pt x="574719" y="294851"/>
                    <a:pt x="573272" y="294549"/>
                  </a:cubicBezTo>
                  <a:cubicBezTo>
                    <a:pt x="571825" y="294246"/>
                    <a:pt x="570916" y="291925"/>
                    <a:pt x="570916" y="291925"/>
                  </a:cubicBezTo>
                  <a:lnTo>
                    <a:pt x="574719" y="288157"/>
                  </a:lnTo>
                  <a:lnTo>
                    <a:pt x="581787" y="284692"/>
                  </a:lnTo>
                  <a:lnTo>
                    <a:pt x="585724" y="283549"/>
                  </a:lnTo>
                  <a:cubicBezTo>
                    <a:pt x="585724" y="283549"/>
                    <a:pt x="586599" y="283549"/>
                    <a:pt x="589191" y="282102"/>
                  </a:cubicBezTo>
                  <a:cubicBezTo>
                    <a:pt x="591782" y="280655"/>
                    <a:pt x="595854" y="277460"/>
                    <a:pt x="595854" y="277460"/>
                  </a:cubicBezTo>
                  <a:lnTo>
                    <a:pt x="597604" y="273389"/>
                  </a:lnTo>
                  <a:lnTo>
                    <a:pt x="594407" y="270934"/>
                  </a:lnTo>
                  <a:lnTo>
                    <a:pt x="589763" y="269622"/>
                  </a:lnTo>
                  <a:lnTo>
                    <a:pt x="588316" y="269622"/>
                  </a:lnTo>
                  <a:cubicBezTo>
                    <a:pt x="588316" y="269622"/>
                    <a:pt x="587441" y="269050"/>
                    <a:pt x="588316" y="267301"/>
                  </a:cubicBezTo>
                  <a:cubicBezTo>
                    <a:pt x="589191" y="265551"/>
                    <a:pt x="590066" y="263836"/>
                    <a:pt x="590066" y="263836"/>
                  </a:cubicBezTo>
                  <a:lnTo>
                    <a:pt x="594138" y="260943"/>
                  </a:lnTo>
                  <a:lnTo>
                    <a:pt x="595282" y="260943"/>
                  </a:lnTo>
                  <a:lnTo>
                    <a:pt x="597604" y="257478"/>
                  </a:lnTo>
                  <a:lnTo>
                    <a:pt x="595854" y="253138"/>
                  </a:lnTo>
                  <a:lnTo>
                    <a:pt x="591513" y="249371"/>
                  </a:lnTo>
                  <a:lnTo>
                    <a:pt x="588046" y="245031"/>
                  </a:lnTo>
                  <a:lnTo>
                    <a:pt x="588619" y="240254"/>
                  </a:lnTo>
                  <a:lnTo>
                    <a:pt x="582224" y="236621"/>
                  </a:lnTo>
                  <a:lnTo>
                    <a:pt x="577883" y="236621"/>
                  </a:lnTo>
                  <a:lnTo>
                    <a:pt x="570882" y="238371"/>
                  </a:lnTo>
                  <a:lnTo>
                    <a:pt x="568325" y="238942"/>
                  </a:lnTo>
                  <a:lnTo>
                    <a:pt x="566003" y="242138"/>
                  </a:lnTo>
                  <a:lnTo>
                    <a:pt x="563681" y="244459"/>
                  </a:lnTo>
                  <a:lnTo>
                    <a:pt x="559777" y="245031"/>
                  </a:lnTo>
                  <a:lnTo>
                    <a:pt x="557892" y="242710"/>
                  </a:lnTo>
                  <a:lnTo>
                    <a:pt x="557892" y="240961"/>
                  </a:lnTo>
                  <a:lnTo>
                    <a:pt x="554998" y="241264"/>
                  </a:lnTo>
                  <a:lnTo>
                    <a:pt x="552103" y="242138"/>
                  </a:lnTo>
                  <a:lnTo>
                    <a:pt x="547459" y="245334"/>
                  </a:lnTo>
                  <a:lnTo>
                    <a:pt x="540796" y="247083"/>
                  </a:lnTo>
                  <a:lnTo>
                    <a:pt x="539045" y="247655"/>
                  </a:lnTo>
                  <a:lnTo>
                    <a:pt x="532685" y="248799"/>
                  </a:lnTo>
                  <a:lnTo>
                    <a:pt x="524843" y="250245"/>
                  </a:lnTo>
                  <a:lnTo>
                    <a:pt x="524843" y="246175"/>
                  </a:lnTo>
                  <a:lnTo>
                    <a:pt x="527435" y="243282"/>
                  </a:lnTo>
                  <a:cubicBezTo>
                    <a:pt x="527435" y="243282"/>
                    <a:pt x="529757" y="241835"/>
                    <a:pt x="530632" y="240692"/>
                  </a:cubicBezTo>
                  <a:cubicBezTo>
                    <a:pt x="531507" y="239548"/>
                    <a:pt x="534704" y="236621"/>
                    <a:pt x="534704" y="236621"/>
                  </a:cubicBezTo>
                  <a:lnTo>
                    <a:pt x="540796" y="231104"/>
                  </a:lnTo>
                  <a:lnTo>
                    <a:pt x="541940" y="228783"/>
                  </a:lnTo>
                  <a:lnTo>
                    <a:pt x="543690" y="226193"/>
                  </a:lnTo>
                  <a:cubicBezTo>
                    <a:pt x="543690" y="226193"/>
                    <a:pt x="544262" y="225049"/>
                    <a:pt x="545440" y="224746"/>
                  </a:cubicBezTo>
                  <a:cubicBezTo>
                    <a:pt x="546584" y="224444"/>
                    <a:pt x="550353" y="222997"/>
                    <a:pt x="550353" y="222997"/>
                  </a:cubicBezTo>
                  <a:lnTo>
                    <a:pt x="553248" y="221820"/>
                  </a:lnTo>
                  <a:cubicBezTo>
                    <a:pt x="553248" y="221820"/>
                    <a:pt x="554695" y="221517"/>
                    <a:pt x="554695" y="220373"/>
                  </a:cubicBezTo>
                  <a:cubicBezTo>
                    <a:pt x="554695" y="219230"/>
                    <a:pt x="554964" y="217480"/>
                    <a:pt x="554964" y="216303"/>
                  </a:cubicBezTo>
                  <a:cubicBezTo>
                    <a:pt x="554964" y="215159"/>
                    <a:pt x="555536" y="212838"/>
                    <a:pt x="556411" y="211963"/>
                  </a:cubicBezTo>
                  <a:cubicBezTo>
                    <a:pt x="557286" y="211089"/>
                    <a:pt x="558161" y="208499"/>
                    <a:pt x="559036" y="208499"/>
                  </a:cubicBezTo>
                  <a:cubicBezTo>
                    <a:pt x="559911" y="208499"/>
                    <a:pt x="559339" y="207052"/>
                    <a:pt x="561224" y="207052"/>
                  </a:cubicBezTo>
                  <a:cubicBezTo>
                    <a:pt x="563108" y="207052"/>
                    <a:pt x="565733" y="207052"/>
                    <a:pt x="565733" y="207052"/>
                  </a:cubicBezTo>
                  <a:cubicBezTo>
                    <a:pt x="565733" y="207052"/>
                    <a:pt x="567753" y="207927"/>
                    <a:pt x="568931" y="207052"/>
                  </a:cubicBezTo>
                  <a:cubicBezTo>
                    <a:pt x="570075" y="206177"/>
                    <a:pt x="572700" y="204731"/>
                    <a:pt x="573844" y="204428"/>
                  </a:cubicBezTo>
                  <a:cubicBezTo>
                    <a:pt x="574988" y="204125"/>
                    <a:pt x="574147" y="203553"/>
                    <a:pt x="576469" y="202982"/>
                  </a:cubicBezTo>
                  <a:cubicBezTo>
                    <a:pt x="578791" y="202410"/>
                    <a:pt x="579364" y="200963"/>
                    <a:pt x="580508" y="200661"/>
                  </a:cubicBezTo>
                  <a:cubicBezTo>
                    <a:pt x="581686" y="200358"/>
                    <a:pt x="584849" y="198642"/>
                    <a:pt x="585724" y="198339"/>
                  </a:cubicBezTo>
                  <a:cubicBezTo>
                    <a:pt x="586599" y="198037"/>
                    <a:pt x="587441" y="196018"/>
                    <a:pt x="587441" y="196018"/>
                  </a:cubicBezTo>
                  <a:cubicBezTo>
                    <a:pt x="587441" y="196018"/>
                    <a:pt x="588619" y="195144"/>
                    <a:pt x="588619" y="192822"/>
                  </a:cubicBezTo>
                  <a:cubicBezTo>
                    <a:pt x="588619" y="190501"/>
                    <a:pt x="588922" y="187036"/>
                    <a:pt x="588922" y="187036"/>
                  </a:cubicBezTo>
                  <a:lnTo>
                    <a:pt x="589224" y="181250"/>
                  </a:lnTo>
                  <a:lnTo>
                    <a:pt x="586902" y="178055"/>
                  </a:lnTo>
                  <a:lnTo>
                    <a:pt x="582561" y="172538"/>
                  </a:lnTo>
                  <a:cubicBezTo>
                    <a:pt x="582561" y="172538"/>
                    <a:pt x="580811" y="171663"/>
                    <a:pt x="579969" y="170519"/>
                  </a:cubicBezTo>
                  <a:cubicBezTo>
                    <a:pt x="579094" y="169376"/>
                    <a:pt x="577344" y="167324"/>
                    <a:pt x="577344" y="166180"/>
                  </a:cubicBezTo>
                  <a:cubicBezTo>
                    <a:pt x="577344" y="165036"/>
                    <a:pt x="575594" y="162109"/>
                    <a:pt x="575594" y="160966"/>
                  </a:cubicBezTo>
                  <a:cubicBezTo>
                    <a:pt x="575594" y="159822"/>
                    <a:pt x="575594" y="155751"/>
                    <a:pt x="575897" y="154877"/>
                  </a:cubicBezTo>
                  <a:cubicBezTo>
                    <a:pt x="576166" y="154002"/>
                    <a:pt x="577344" y="151681"/>
                    <a:pt x="576166" y="149966"/>
                  </a:cubicBezTo>
                  <a:cubicBezTo>
                    <a:pt x="575022" y="148216"/>
                    <a:pt x="574147" y="147375"/>
                    <a:pt x="573844" y="146501"/>
                  </a:cubicBezTo>
                  <a:cubicBezTo>
                    <a:pt x="573541" y="145626"/>
                    <a:pt x="574719" y="143910"/>
                    <a:pt x="575291" y="142733"/>
                  </a:cubicBezTo>
                  <a:cubicBezTo>
                    <a:pt x="575864" y="141589"/>
                    <a:pt x="574719" y="143305"/>
                    <a:pt x="575864" y="141589"/>
                  </a:cubicBezTo>
                  <a:cubicBezTo>
                    <a:pt x="577008" y="139840"/>
                    <a:pt x="577613" y="141018"/>
                    <a:pt x="577613" y="137822"/>
                  </a:cubicBezTo>
                  <a:cubicBezTo>
                    <a:pt x="577613" y="134626"/>
                    <a:pt x="576436" y="132305"/>
                    <a:pt x="575594" y="131464"/>
                  </a:cubicBezTo>
                  <a:cubicBezTo>
                    <a:pt x="574719" y="130589"/>
                    <a:pt x="573272" y="130589"/>
                    <a:pt x="574450" y="128268"/>
                  </a:cubicBezTo>
                  <a:cubicBezTo>
                    <a:pt x="575594" y="125947"/>
                    <a:pt x="577344" y="125947"/>
                    <a:pt x="577344" y="123626"/>
                  </a:cubicBezTo>
                  <a:cubicBezTo>
                    <a:pt x="577344" y="121305"/>
                    <a:pt x="579094" y="120430"/>
                    <a:pt x="579094" y="119286"/>
                  </a:cubicBezTo>
                  <a:cubicBezTo>
                    <a:pt x="579094" y="118142"/>
                    <a:pt x="578522" y="116090"/>
                    <a:pt x="577950" y="114947"/>
                  </a:cubicBezTo>
                  <a:cubicBezTo>
                    <a:pt x="577378" y="113769"/>
                    <a:pt x="577378" y="113769"/>
                    <a:pt x="577378" y="113769"/>
                  </a:cubicBezTo>
                  <a:cubicBezTo>
                    <a:pt x="577378" y="113769"/>
                    <a:pt x="573036" y="112895"/>
                    <a:pt x="572734" y="110002"/>
                  </a:cubicBezTo>
                  <a:cubicBezTo>
                    <a:pt x="572464" y="107109"/>
                    <a:pt x="571859" y="107983"/>
                    <a:pt x="571589" y="105359"/>
                  </a:cubicBezTo>
                  <a:cubicBezTo>
                    <a:pt x="571287" y="102736"/>
                    <a:pt x="570445" y="101592"/>
                    <a:pt x="570714" y="98699"/>
                  </a:cubicBezTo>
                  <a:cubicBezTo>
                    <a:pt x="571017" y="95806"/>
                    <a:pt x="572464" y="96378"/>
                    <a:pt x="572161" y="93485"/>
                  </a:cubicBezTo>
                  <a:cubicBezTo>
                    <a:pt x="571926" y="91197"/>
                    <a:pt x="571522" y="88775"/>
                    <a:pt x="571354" y="87833"/>
                  </a:cubicBezTo>
                  <a:lnTo>
                    <a:pt x="571354" y="87833"/>
                  </a:lnTo>
                  <a:lnTo>
                    <a:pt x="568594" y="87530"/>
                  </a:lnTo>
                  <a:lnTo>
                    <a:pt x="567517" y="88842"/>
                  </a:lnTo>
                  <a:lnTo>
                    <a:pt x="564690" y="88842"/>
                  </a:lnTo>
                  <a:lnTo>
                    <a:pt x="562738" y="90154"/>
                  </a:lnTo>
                  <a:cubicBezTo>
                    <a:pt x="562738" y="90154"/>
                    <a:pt x="561325" y="92206"/>
                    <a:pt x="560887" y="92980"/>
                  </a:cubicBezTo>
                  <a:cubicBezTo>
                    <a:pt x="560450" y="93754"/>
                    <a:pt x="559474" y="94931"/>
                    <a:pt x="559474" y="94931"/>
                  </a:cubicBezTo>
                  <a:lnTo>
                    <a:pt x="558969" y="97656"/>
                  </a:lnTo>
                  <a:cubicBezTo>
                    <a:pt x="558969" y="97656"/>
                    <a:pt x="559036" y="99506"/>
                    <a:pt x="558935" y="100044"/>
                  </a:cubicBezTo>
                  <a:cubicBezTo>
                    <a:pt x="558834" y="100583"/>
                    <a:pt x="559036" y="101121"/>
                    <a:pt x="558935" y="101794"/>
                  </a:cubicBezTo>
                  <a:cubicBezTo>
                    <a:pt x="558834" y="102433"/>
                    <a:pt x="558935" y="103543"/>
                    <a:pt x="558935" y="103543"/>
                  </a:cubicBezTo>
                  <a:cubicBezTo>
                    <a:pt x="558935" y="103543"/>
                    <a:pt x="558060" y="106032"/>
                    <a:pt x="558060" y="106369"/>
                  </a:cubicBezTo>
                  <a:cubicBezTo>
                    <a:pt x="558060" y="106705"/>
                    <a:pt x="557286" y="107681"/>
                    <a:pt x="557286" y="107681"/>
                  </a:cubicBezTo>
                  <a:cubicBezTo>
                    <a:pt x="557286" y="107681"/>
                    <a:pt x="556411" y="109093"/>
                    <a:pt x="556209" y="109430"/>
                  </a:cubicBezTo>
                  <a:cubicBezTo>
                    <a:pt x="556007" y="109766"/>
                    <a:pt x="555031" y="111919"/>
                    <a:pt x="555031" y="111919"/>
                  </a:cubicBezTo>
                  <a:cubicBezTo>
                    <a:pt x="555031" y="111919"/>
                    <a:pt x="555132" y="113433"/>
                    <a:pt x="554998" y="113870"/>
                  </a:cubicBezTo>
                  <a:cubicBezTo>
                    <a:pt x="554897" y="114308"/>
                    <a:pt x="555099" y="116494"/>
                    <a:pt x="554998" y="116898"/>
                  </a:cubicBezTo>
                  <a:cubicBezTo>
                    <a:pt x="554897" y="117335"/>
                    <a:pt x="554123" y="118412"/>
                    <a:pt x="553921" y="118748"/>
                  </a:cubicBezTo>
                  <a:cubicBezTo>
                    <a:pt x="553685" y="119084"/>
                    <a:pt x="552844" y="119084"/>
                    <a:pt x="552406" y="119084"/>
                  </a:cubicBezTo>
                  <a:cubicBezTo>
                    <a:pt x="551969" y="119084"/>
                    <a:pt x="550454" y="118983"/>
                    <a:pt x="550454" y="118983"/>
                  </a:cubicBezTo>
                  <a:lnTo>
                    <a:pt x="548166" y="117772"/>
                  </a:lnTo>
                  <a:lnTo>
                    <a:pt x="546651" y="117436"/>
                  </a:lnTo>
                  <a:lnTo>
                    <a:pt x="544901" y="120161"/>
                  </a:lnTo>
                  <a:lnTo>
                    <a:pt x="540762" y="120161"/>
                  </a:lnTo>
                  <a:lnTo>
                    <a:pt x="538036" y="119724"/>
                  </a:lnTo>
                  <a:lnTo>
                    <a:pt x="533930" y="116696"/>
                  </a:lnTo>
                  <a:lnTo>
                    <a:pt x="530766" y="112895"/>
                  </a:lnTo>
                  <a:lnTo>
                    <a:pt x="528141" y="111482"/>
                  </a:lnTo>
                  <a:cubicBezTo>
                    <a:pt x="528141" y="111482"/>
                    <a:pt x="527367" y="112020"/>
                    <a:pt x="527064" y="112121"/>
                  </a:cubicBezTo>
                  <a:cubicBezTo>
                    <a:pt x="526728" y="112222"/>
                    <a:pt x="526425" y="113332"/>
                    <a:pt x="525987" y="114308"/>
                  </a:cubicBezTo>
                  <a:cubicBezTo>
                    <a:pt x="525550" y="115283"/>
                    <a:pt x="524237" y="115720"/>
                    <a:pt x="522958" y="116360"/>
                  </a:cubicBezTo>
                  <a:cubicBezTo>
                    <a:pt x="521646" y="116999"/>
                    <a:pt x="521007" y="116158"/>
                    <a:pt x="521242" y="115821"/>
                  </a:cubicBezTo>
                  <a:cubicBezTo>
                    <a:pt x="521478" y="115485"/>
                    <a:pt x="519694" y="114072"/>
                    <a:pt x="519694" y="114072"/>
                  </a:cubicBezTo>
                  <a:lnTo>
                    <a:pt x="519694" y="110170"/>
                  </a:lnTo>
                  <a:cubicBezTo>
                    <a:pt x="519694" y="110170"/>
                    <a:pt x="520569" y="107344"/>
                    <a:pt x="520805" y="106907"/>
                  </a:cubicBezTo>
                  <a:cubicBezTo>
                    <a:pt x="521040" y="106470"/>
                    <a:pt x="521107" y="104418"/>
                    <a:pt x="521208" y="103307"/>
                  </a:cubicBezTo>
                  <a:cubicBezTo>
                    <a:pt x="521309" y="102231"/>
                    <a:pt x="521107" y="100482"/>
                    <a:pt x="521107" y="100482"/>
                  </a:cubicBezTo>
                  <a:cubicBezTo>
                    <a:pt x="521107" y="100482"/>
                    <a:pt x="521309" y="95907"/>
                    <a:pt x="521107" y="95267"/>
                  </a:cubicBezTo>
                  <a:cubicBezTo>
                    <a:pt x="520872" y="94628"/>
                    <a:pt x="521107" y="93216"/>
                    <a:pt x="521107" y="93216"/>
                  </a:cubicBezTo>
                  <a:lnTo>
                    <a:pt x="520434" y="91164"/>
                  </a:lnTo>
                  <a:lnTo>
                    <a:pt x="519122" y="88977"/>
                  </a:lnTo>
                  <a:lnTo>
                    <a:pt x="516497" y="86689"/>
                  </a:lnTo>
                  <a:lnTo>
                    <a:pt x="514208" y="87329"/>
                  </a:lnTo>
                  <a:cubicBezTo>
                    <a:pt x="514208" y="87329"/>
                    <a:pt x="512694" y="88102"/>
                    <a:pt x="512357" y="88102"/>
                  </a:cubicBezTo>
                  <a:cubicBezTo>
                    <a:pt x="512021" y="88102"/>
                    <a:pt x="510304" y="88977"/>
                    <a:pt x="510304" y="88977"/>
                  </a:cubicBezTo>
                  <a:lnTo>
                    <a:pt x="509968" y="89616"/>
                  </a:lnTo>
                  <a:cubicBezTo>
                    <a:pt x="509968" y="89616"/>
                    <a:pt x="509968" y="91668"/>
                    <a:pt x="510069" y="92005"/>
                  </a:cubicBezTo>
                  <a:cubicBezTo>
                    <a:pt x="510170" y="92341"/>
                    <a:pt x="510607" y="93417"/>
                    <a:pt x="510977" y="93855"/>
                  </a:cubicBezTo>
                  <a:cubicBezTo>
                    <a:pt x="511348" y="94292"/>
                    <a:pt x="510809" y="94729"/>
                    <a:pt x="510944" y="95066"/>
                  </a:cubicBezTo>
                  <a:cubicBezTo>
                    <a:pt x="511045" y="95402"/>
                    <a:pt x="510944" y="98430"/>
                    <a:pt x="510944" y="98430"/>
                  </a:cubicBezTo>
                  <a:lnTo>
                    <a:pt x="510944" y="100482"/>
                  </a:lnTo>
                  <a:cubicBezTo>
                    <a:pt x="510944" y="100482"/>
                    <a:pt x="510069" y="101895"/>
                    <a:pt x="509631" y="101895"/>
                  </a:cubicBezTo>
                  <a:cubicBezTo>
                    <a:pt x="509194" y="101895"/>
                    <a:pt x="504852" y="101457"/>
                    <a:pt x="504415" y="101356"/>
                  </a:cubicBezTo>
                  <a:cubicBezTo>
                    <a:pt x="503977" y="101255"/>
                    <a:pt x="502025" y="98295"/>
                    <a:pt x="502025" y="98295"/>
                  </a:cubicBezTo>
                  <a:lnTo>
                    <a:pt x="502362" y="92846"/>
                  </a:lnTo>
                  <a:lnTo>
                    <a:pt x="502025" y="89482"/>
                  </a:lnTo>
                  <a:lnTo>
                    <a:pt x="502799" y="85781"/>
                  </a:lnTo>
                  <a:lnTo>
                    <a:pt x="503641" y="81374"/>
                  </a:lnTo>
                  <a:lnTo>
                    <a:pt x="504583" y="79928"/>
                  </a:lnTo>
                  <a:cubicBezTo>
                    <a:pt x="504583" y="79928"/>
                    <a:pt x="505593" y="78111"/>
                    <a:pt x="505895" y="78044"/>
                  </a:cubicBezTo>
                  <a:cubicBezTo>
                    <a:pt x="506198" y="77977"/>
                    <a:pt x="507713" y="77169"/>
                    <a:pt x="507780" y="76968"/>
                  </a:cubicBezTo>
                  <a:cubicBezTo>
                    <a:pt x="507848" y="76766"/>
                    <a:pt x="509160" y="75084"/>
                    <a:pt x="509530" y="74781"/>
                  </a:cubicBezTo>
                  <a:cubicBezTo>
                    <a:pt x="509900" y="74478"/>
                    <a:pt x="510271" y="73469"/>
                    <a:pt x="510271" y="73469"/>
                  </a:cubicBezTo>
                  <a:lnTo>
                    <a:pt x="510977" y="68827"/>
                  </a:lnTo>
                  <a:lnTo>
                    <a:pt x="510977" y="65496"/>
                  </a:lnTo>
                  <a:lnTo>
                    <a:pt x="510775" y="63175"/>
                  </a:lnTo>
                  <a:cubicBezTo>
                    <a:pt x="510775" y="63175"/>
                    <a:pt x="507747" y="60585"/>
                    <a:pt x="507511" y="60417"/>
                  </a:cubicBezTo>
                  <a:cubicBezTo>
                    <a:pt x="507309" y="60282"/>
                    <a:pt x="505424" y="59475"/>
                    <a:pt x="504549" y="59408"/>
                  </a:cubicBezTo>
                  <a:cubicBezTo>
                    <a:pt x="503674" y="59340"/>
                    <a:pt x="501924" y="59038"/>
                    <a:pt x="501924" y="59038"/>
                  </a:cubicBezTo>
                  <a:cubicBezTo>
                    <a:pt x="501924" y="59038"/>
                    <a:pt x="500477" y="60551"/>
                    <a:pt x="500107" y="61056"/>
                  </a:cubicBezTo>
                  <a:cubicBezTo>
                    <a:pt x="499737" y="61560"/>
                    <a:pt x="499097" y="62570"/>
                    <a:pt x="498929" y="63579"/>
                  </a:cubicBezTo>
                  <a:cubicBezTo>
                    <a:pt x="498794" y="64588"/>
                    <a:pt x="498559" y="65093"/>
                    <a:pt x="498559" y="65530"/>
                  </a:cubicBezTo>
                  <a:cubicBezTo>
                    <a:pt x="498559" y="65967"/>
                    <a:pt x="498626" y="66977"/>
                    <a:pt x="498559" y="67212"/>
                  </a:cubicBezTo>
                  <a:cubicBezTo>
                    <a:pt x="498492" y="67414"/>
                    <a:pt x="497919" y="69163"/>
                    <a:pt x="497549" y="69903"/>
                  </a:cubicBezTo>
                  <a:cubicBezTo>
                    <a:pt x="497179" y="70643"/>
                    <a:pt x="496977" y="71484"/>
                    <a:pt x="496742" y="71652"/>
                  </a:cubicBezTo>
                  <a:cubicBezTo>
                    <a:pt x="496506" y="71787"/>
                    <a:pt x="495866" y="73974"/>
                    <a:pt x="495362" y="73974"/>
                  </a:cubicBezTo>
                  <a:cubicBezTo>
                    <a:pt x="494857" y="73974"/>
                    <a:pt x="491727" y="73604"/>
                    <a:pt x="491727" y="73604"/>
                  </a:cubicBezTo>
                  <a:lnTo>
                    <a:pt x="487655" y="70778"/>
                  </a:lnTo>
                  <a:lnTo>
                    <a:pt x="483583" y="66775"/>
                  </a:lnTo>
                  <a:lnTo>
                    <a:pt x="479881" y="63142"/>
                  </a:lnTo>
                  <a:lnTo>
                    <a:pt x="478736" y="59811"/>
                  </a:lnTo>
                  <a:lnTo>
                    <a:pt x="479376" y="57356"/>
                  </a:lnTo>
                  <a:lnTo>
                    <a:pt x="481563" y="55270"/>
                  </a:lnTo>
                  <a:lnTo>
                    <a:pt x="483583" y="53016"/>
                  </a:lnTo>
                  <a:lnTo>
                    <a:pt x="482640" y="49753"/>
                  </a:lnTo>
                  <a:lnTo>
                    <a:pt x="481261" y="47869"/>
                  </a:lnTo>
                  <a:lnTo>
                    <a:pt x="478635" y="43025"/>
                  </a:lnTo>
                  <a:cubicBezTo>
                    <a:pt x="478635" y="43025"/>
                    <a:pt x="477256" y="39123"/>
                    <a:pt x="477256" y="38820"/>
                  </a:cubicBezTo>
                  <a:cubicBezTo>
                    <a:pt x="477256" y="38517"/>
                    <a:pt x="477828" y="37811"/>
                    <a:pt x="478332" y="37643"/>
                  </a:cubicBezTo>
                  <a:cubicBezTo>
                    <a:pt x="478837" y="37508"/>
                    <a:pt x="479578" y="35759"/>
                    <a:pt x="479578" y="35759"/>
                  </a:cubicBezTo>
                  <a:cubicBezTo>
                    <a:pt x="479578" y="35759"/>
                    <a:pt x="479578" y="33505"/>
                    <a:pt x="479578" y="33303"/>
                  </a:cubicBezTo>
                  <a:cubicBezTo>
                    <a:pt x="479578" y="33101"/>
                    <a:pt x="479409" y="30478"/>
                    <a:pt x="479409" y="30175"/>
                  </a:cubicBezTo>
                  <a:cubicBezTo>
                    <a:pt x="479409" y="29872"/>
                    <a:pt x="477626" y="25768"/>
                    <a:pt x="477626" y="25533"/>
                  </a:cubicBezTo>
                  <a:cubicBezTo>
                    <a:pt x="477626" y="25331"/>
                    <a:pt x="477693" y="23649"/>
                    <a:pt x="477626" y="23279"/>
                  </a:cubicBezTo>
                  <a:cubicBezTo>
                    <a:pt x="477558" y="22909"/>
                    <a:pt x="477188" y="20756"/>
                    <a:pt x="477188" y="20453"/>
                  </a:cubicBezTo>
                  <a:cubicBezTo>
                    <a:pt x="477188" y="20150"/>
                    <a:pt x="475741" y="18132"/>
                    <a:pt x="475741" y="18132"/>
                  </a:cubicBezTo>
                  <a:cubicBezTo>
                    <a:pt x="475741" y="18132"/>
                    <a:pt x="474294" y="16820"/>
                    <a:pt x="473991" y="16820"/>
                  </a:cubicBezTo>
                  <a:cubicBezTo>
                    <a:pt x="473688" y="16820"/>
                    <a:pt x="472308" y="16753"/>
                    <a:pt x="472039" y="16753"/>
                  </a:cubicBezTo>
                  <a:cubicBezTo>
                    <a:pt x="471736" y="16753"/>
                    <a:pt x="470592" y="17762"/>
                    <a:pt x="469784" y="18132"/>
                  </a:cubicBezTo>
                  <a:cubicBezTo>
                    <a:pt x="468977" y="18502"/>
                    <a:pt x="467967" y="19376"/>
                    <a:pt x="467529" y="19444"/>
                  </a:cubicBezTo>
                  <a:cubicBezTo>
                    <a:pt x="467092" y="19511"/>
                    <a:pt x="465140" y="19242"/>
                    <a:pt x="464198" y="19242"/>
                  </a:cubicBezTo>
                  <a:cubicBezTo>
                    <a:pt x="463255" y="19242"/>
                    <a:pt x="462010" y="18939"/>
                    <a:pt x="461741" y="18872"/>
                  </a:cubicBezTo>
                  <a:cubicBezTo>
                    <a:pt x="461438" y="18805"/>
                    <a:pt x="458914" y="17728"/>
                    <a:pt x="458409" y="17627"/>
                  </a:cubicBezTo>
                  <a:cubicBezTo>
                    <a:pt x="457904" y="17560"/>
                    <a:pt x="455885" y="16618"/>
                    <a:pt x="455649" y="16618"/>
                  </a:cubicBezTo>
                  <a:cubicBezTo>
                    <a:pt x="455447" y="16618"/>
                    <a:pt x="452890" y="16685"/>
                    <a:pt x="452553" y="16753"/>
                  </a:cubicBezTo>
                  <a:cubicBezTo>
                    <a:pt x="452183" y="16820"/>
                    <a:pt x="450601" y="17997"/>
                    <a:pt x="450096" y="18334"/>
                  </a:cubicBezTo>
                  <a:cubicBezTo>
                    <a:pt x="449591" y="18704"/>
                    <a:pt x="448144" y="20352"/>
                    <a:pt x="448144" y="20352"/>
                  </a:cubicBezTo>
                  <a:lnTo>
                    <a:pt x="445822" y="21597"/>
                  </a:lnTo>
                  <a:lnTo>
                    <a:pt x="440740" y="21967"/>
                  </a:lnTo>
                  <a:cubicBezTo>
                    <a:pt x="440740" y="21967"/>
                    <a:pt x="439529" y="23581"/>
                    <a:pt x="438822" y="24019"/>
                  </a:cubicBezTo>
                  <a:cubicBezTo>
                    <a:pt x="438115" y="24456"/>
                    <a:pt x="437240" y="24725"/>
                    <a:pt x="437038" y="24826"/>
                  </a:cubicBezTo>
                  <a:cubicBezTo>
                    <a:pt x="436803" y="24927"/>
                    <a:pt x="436163" y="26037"/>
                    <a:pt x="435995" y="26609"/>
                  </a:cubicBezTo>
                  <a:cubicBezTo>
                    <a:pt x="435827" y="27215"/>
                    <a:pt x="434144" y="28123"/>
                    <a:pt x="433505" y="28392"/>
                  </a:cubicBezTo>
                  <a:cubicBezTo>
                    <a:pt x="432865" y="28661"/>
                    <a:pt x="432192" y="28493"/>
                    <a:pt x="432192" y="28493"/>
                  </a:cubicBezTo>
                  <a:lnTo>
                    <a:pt x="429365" y="27786"/>
                  </a:lnTo>
                  <a:lnTo>
                    <a:pt x="428221" y="27618"/>
                  </a:lnTo>
                  <a:lnTo>
                    <a:pt x="426706" y="25869"/>
                  </a:lnTo>
                  <a:lnTo>
                    <a:pt x="426000" y="24288"/>
                  </a:lnTo>
                  <a:lnTo>
                    <a:pt x="425360" y="22370"/>
                  </a:lnTo>
                  <a:lnTo>
                    <a:pt x="425024" y="20789"/>
                  </a:lnTo>
                  <a:lnTo>
                    <a:pt x="425663" y="18233"/>
                  </a:lnTo>
                  <a:lnTo>
                    <a:pt x="425663" y="17459"/>
                  </a:lnTo>
                  <a:cubicBezTo>
                    <a:pt x="425663" y="17459"/>
                    <a:pt x="425899" y="15945"/>
                    <a:pt x="425899" y="15777"/>
                  </a:cubicBezTo>
                  <a:cubicBezTo>
                    <a:pt x="425899" y="15609"/>
                    <a:pt x="426235" y="14162"/>
                    <a:pt x="426235" y="13927"/>
                  </a:cubicBezTo>
                  <a:cubicBezTo>
                    <a:pt x="426235" y="13691"/>
                    <a:pt x="425663" y="11269"/>
                    <a:pt x="425663" y="11269"/>
                  </a:cubicBezTo>
                  <a:lnTo>
                    <a:pt x="425663" y="8982"/>
                  </a:lnTo>
                  <a:lnTo>
                    <a:pt x="424990" y="6963"/>
                  </a:lnTo>
                  <a:lnTo>
                    <a:pt x="424317" y="4844"/>
                  </a:lnTo>
                  <a:cubicBezTo>
                    <a:pt x="424317" y="4844"/>
                    <a:pt x="423173" y="3869"/>
                    <a:pt x="422971" y="3768"/>
                  </a:cubicBezTo>
                  <a:cubicBezTo>
                    <a:pt x="422735" y="3667"/>
                    <a:pt x="420918" y="3061"/>
                    <a:pt x="420918" y="3061"/>
                  </a:cubicBezTo>
                  <a:cubicBezTo>
                    <a:pt x="420918" y="3061"/>
                    <a:pt x="418528" y="3128"/>
                    <a:pt x="418360" y="3162"/>
                  </a:cubicBezTo>
                  <a:cubicBezTo>
                    <a:pt x="418192" y="3229"/>
                    <a:pt x="417048" y="3667"/>
                    <a:pt x="417048" y="3667"/>
                  </a:cubicBezTo>
                  <a:lnTo>
                    <a:pt x="415264" y="5147"/>
                  </a:lnTo>
                  <a:lnTo>
                    <a:pt x="413110" y="6795"/>
                  </a:lnTo>
                  <a:cubicBezTo>
                    <a:pt x="413110" y="6795"/>
                    <a:pt x="409610" y="5921"/>
                    <a:pt x="407456" y="5214"/>
                  </a:cubicBezTo>
                  <a:cubicBezTo>
                    <a:pt x="405268" y="4508"/>
                    <a:pt x="405437" y="4205"/>
                    <a:pt x="405134" y="3768"/>
                  </a:cubicBezTo>
                  <a:cubicBezTo>
                    <a:pt x="404831" y="3330"/>
                    <a:pt x="404259" y="2893"/>
                    <a:pt x="403821" y="2758"/>
                  </a:cubicBezTo>
                  <a:cubicBezTo>
                    <a:pt x="403384" y="2624"/>
                    <a:pt x="400927" y="875"/>
                    <a:pt x="400927" y="875"/>
                  </a:cubicBezTo>
                  <a:lnTo>
                    <a:pt x="398739" y="0"/>
                  </a:lnTo>
                  <a:lnTo>
                    <a:pt x="396821" y="0"/>
                  </a:lnTo>
                  <a:lnTo>
                    <a:pt x="394364" y="1884"/>
                  </a:lnTo>
                  <a:lnTo>
                    <a:pt x="392782" y="4642"/>
                  </a:lnTo>
                  <a:lnTo>
                    <a:pt x="389148" y="7670"/>
                  </a:lnTo>
                  <a:lnTo>
                    <a:pt x="386691" y="8679"/>
                  </a:lnTo>
                  <a:lnTo>
                    <a:pt x="386119" y="11303"/>
                  </a:lnTo>
                  <a:cubicBezTo>
                    <a:pt x="386119" y="11303"/>
                    <a:pt x="385244" y="15643"/>
                    <a:pt x="385244" y="16080"/>
                  </a:cubicBezTo>
                  <a:cubicBezTo>
                    <a:pt x="385244" y="16517"/>
                    <a:pt x="385816" y="19982"/>
                    <a:pt x="385816" y="19982"/>
                  </a:cubicBezTo>
                  <a:lnTo>
                    <a:pt x="385816" y="21866"/>
                  </a:lnTo>
                  <a:lnTo>
                    <a:pt x="387196" y="24456"/>
                  </a:lnTo>
                  <a:lnTo>
                    <a:pt x="391033" y="25331"/>
                  </a:lnTo>
                  <a:lnTo>
                    <a:pt x="392782" y="28661"/>
                  </a:lnTo>
                  <a:lnTo>
                    <a:pt x="392782" y="32126"/>
                  </a:lnTo>
                  <a:lnTo>
                    <a:pt x="392782" y="34312"/>
                  </a:lnTo>
                  <a:lnTo>
                    <a:pt x="391706" y="36499"/>
                  </a:lnTo>
                  <a:cubicBezTo>
                    <a:pt x="391706" y="36499"/>
                    <a:pt x="390023" y="38383"/>
                    <a:pt x="389585" y="38517"/>
                  </a:cubicBezTo>
                  <a:cubicBezTo>
                    <a:pt x="389148" y="38652"/>
                    <a:pt x="387701" y="39829"/>
                    <a:pt x="387129" y="39829"/>
                  </a:cubicBezTo>
                  <a:cubicBezTo>
                    <a:pt x="386556" y="39829"/>
                    <a:pt x="384672" y="40704"/>
                    <a:pt x="384672" y="40704"/>
                  </a:cubicBezTo>
                  <a:cubicBezTo>
                    <a:pt x="384672" y="40704"/>
                    <a:pt x="382787" y="41713"/>
                    <a:pt x="382215" y="41713"/>
                  </a:cubicBezTo>
                  <a:cubicBezTo>
                    <a:pt x="381643" y="41713"/>
                    <a:pt x="380465" y="43160"/>
                    <a:pt x="380465" y="43160"/>
                  </a:cubicBezTo>
                  <a:cubicBezTo>
                    <a:pt x="380465" y="43160"/>
                    <a:pt x="379758" y="44472"/>
                    <a:pt x="379152" y="44741"/>
                  </a:cubicBezTo>
                  <a:cubicBezTo>
                    <a:pt x="378580" y="45044"/>
                    <a:pt x="377571" y="47197"/>
                    <a:pt x="377133" y="47634"/>
                  </a:cubicBezTo>
                  <a:cubicBezTo>
                    <a:pt x="376696" y="48071"/>
                    <a:pt x="376123" y="49518"/>
                    <a:pt x="375551" y="49652"/>
                  </a:cubicBezTo>
                  <a:cubicBezTo>
                    <a:pt x="374979" y="49787"/>
                    <a:pt x="373229" y="49787"/>
                    <a:pt x="373229" y="49787"/>
                  </a:cubicBezTo>
                  <a:lnTo>
                    <a:pt x="371917" y="49349"/>
                  </a:lnTo>
                  <a:cubicBezTo>
                    <a:pt x="371917" y="49349"/>
                    <a:pt x="371210" y="45716"/>
                    <a:pt x="370469" y="45279"/>
                  </a:cubicBezTo>
                  <a:cubicBezTo>
                    <a:pt x="369763" y="44842"/>
                    <a:pt x="370772" y="42521"/>
                    <a:pt x="370469" y="41949"/>
                  </a:cubicBezTo>
                  <a:cubicBezTo>
                    <a:pt x="370200" y="41377"/>
                    <a:pt x="367272" y="37172"/>
                    <a:pt x="367272" y="37172"/>
                  </a:cubicBezTo>
                  <a:lnTo>
                    <a:pt x="362359" y="36432"/>
                  </a:lnTo>
                  <a:lnTo>
                    <a:pt x="357580" y="36432"/>
                  </a:lnTo>
                  <a:lnTo>
                    <a:pt x="353810" y="37676"/>
                  </a:lnTo>
                  <a:cubicBezTo>
                    <a:pt x="353810" y="37676"/>
                    <a:pt x="350109" y="38854"/>
                    <a:pt x="349402" y="39056"/>
                  </a:cubicBezTo>
                  <a:cubicBezTo>
                    <a:pt x="348661" y="39258"/>
                    <a:pt x="348392" y="39493"/>
                    <a:pt x="348392" y="39493"/>
                  </a:cubicBezTo>
                  <a:cubicBezTo>
                    <a:pt x="348392" y="39493"/>
                    <a:pt x="347753" y="40805"/>
                    <a:pt x="347753" y="41074"/>
                  </a:cubicBezTo>
                  <a:cubicBezTo>
                    <a:pt x="347753" y="41343"/>
                    <a:pt x="347181" y="42655"/>
                    <a:pt x="347181" y="43597"/>
                  </a:cubicBezTo>
                  <a:cubicBezTo>
                    <a:pt x="347181" y="44539"/>
                    <a:pt x="346541" y="46557"/>
                    <a:pt x="346306" y="46793"/>
                  </a:cubicBezTo>
                  <a:cubicBezTo>
                    <a:pt x="346104" y="47028"/>
                    <a:pt x="344926" y="48407"/>
                    <a:pt x="344926" y="48407"/>
                  </a:cubicBezTo>
                  <a:lnTo>
                    <a:pt x="343277" y="47533"/>
                  </a:lnTo>
                  <a:lnTo>
                    <a:pt x="339642" y="45851"/>
                  </a:lnTo>
                  <a:cubicBezTo>
                    <a:pt x="339642" y="45851"/>
                    <a:pt x="337959" y="45414"/>
                    <a:pt x="337690" y="45414"/>
                  </a:cubicBezTo>
                  <a:cubicBezTo>
                    <a:pt x="337387" y="45414"/>
                    <a:pt x="335940" y="45986"/>
                    <a:pt x="335940" y="45986"/>
                  </a:cubicBezTo>
                  <a:cubicBezTo>
                    <a:pt x="335940" y="45986"/>
                    <a:pt x="334055" y="47230"/>
                    <a:pt x="333853" y="47230"/>
                  </a:cubicBezTo>
                  <a:cubicBezTo>
                    <a:pt x="333618" y="47230"/>
                    <a:pt x="331397" y="48609"/>
                    <a:pt x="330387" y="49417"/>
                  </a:cubicBezTo>
                  <a:cubicBezTo>
                    <a:pt x="329377" y="50224"/>
                    <a:pt x="327493" y="51940"/>
                    <a:pt x="327796" y="53117"/>
                  </a:cubicBezTo>
                  <a:cubicBezTo>
                    <a:pt x="328098" y="54261"/>
                    <a:pt x="328671" y="54261"/>
                    <a:pt x="329512" y="55068"/>
                  </a:cubicBezTo>
                  <a:cubicBezTo>
                    <a:pt x="330387" y="55876"/>
                    <a:pt x="330589" y="56380"/>
                    <a:pt x="333147" y="58903"/>
                  </a:cubicBezTo>
                  <a:cubicBezTo>
                    <a:pt x="335671" y="61426"/>
                    <a:pt x="333719" y="60047"/>
                    <a:pt x="333954" y="61729"/>
                  </a:cubicBezTo>
                  <a:cubicBezTo>
                    <a:pt x="334156" y="63377"/>
                    <a:pt x="333954" y="63814"/>
                    <a:pt x="333584" y="65059"/>
                  </a:cubicBezTo>
                  <a:cubicBezTo>
                    <a:pt x="333214" y="66270"/>
                    <a:pt x="332642" y="66136"/>
                    <a:pt x="332204" y="66741"/>
                  </a:cubicBezTo>
                  <a:cubicBezTo>
                    <a:pt x="331767" y="67313"/>
                    <a:pt x="330623" y="68995"/>
                    <a:pt x="330050" y="69264"/>
                  </a:cubicBezTo>
                  <a:cubicBezTo>
                    <a:pt x="329478" y="69567"/>
                    <a:pt x="327358" y="69264"/>
                    <a:pt x="326853" y="69062"/>
                  </a:cubicBezTo>
                  <a:cubicBezTo>
                    <a:pt x="326348" y="68827"/>
                    <a:pt x="324666" y="67683"/>
                    <a:pt x="324094" y="67178"/>
                  </a:cubicBezTo>
                  <a:cubicBezTo>
                    <a:pt x="323521" y="66674"/>
                    <a:pt x="322209" y="66236"/>
                    <a:pt x="322209" y="66236"/>
                  </a:cubicBezTo>
                  <a:cubicBezTo>
                    <a:pt x="322209" y="66236"/>
                    <a:pt x="321065" y="65530"/>
                    <a:pt x="320829" y="65597"/>
                  </a:cubicBezTo>
                  <a:cubicBezTo>
                    <a:pt x="320627" y="65665"/>
                    <a:pt x="319887" y="66539"/>
                    <a:pt x="319887" y="66539"/>
                  </a:cubicBezTo>
                  <a:cubicBezTo>
                    <a:pt x="319887" y="66539"/>
                    <a:pt x="320257" y="68558"/>
                    <a:pt x="320391" y="68793"/>
                  </a:cubicBezTo>
                  <a:cubicBezTo>
                    <a:pt x="320526" y="69029"/>
                    <a:pt x="320694" y="70744"/>
                    <a:pt x="320694" y="70744"/>
                  </a:cubicBezTo>
                  <a:lnTo>
                    <a:pt x="321805" y="72998"/>
                  </a:lnTo>
                  <a:cubicBezTo>
                    <a:pt x="321805" y="72998"/>
                    <a:pt x="321906" y="74579"/>
                    <a:pt x="321704" y="75387"/>
                  </a:cubicBezTo>
                  <a:cubicBezTo>
                    <a:pt x="321502" y="76194"/>
                    <a:pt x="321973" y="76026"/>
                    <a:pt x="321704" y="77203"/>
                  </a:cubicBezTo>
                  <a:cubicBezTo>
                    <a:pt x="321435" y="78347"/>
                    <a:pt x="321401" y="78279"/>
                    <a:pt x="321603" y="79154"/>
                  </a:cubicBezTo>
                  <a:cubicBezTo>
                    <a:pt x="321839" y="80029"/>
                    <a:pt x="321603" y="80533"/>
                    <a:pt x="321603" y="80971"/>
                  </a:cubicBezTo>
                  <a:cubicBezTo>
                    <a:pt x="321603" y="81408"/>
                    <a:pt x="320526" y="82854"/>
                    <a:pt x="320291" y="83729"/>
                  </a:cubicBezTo>
                  <a:cubicBezTo>
                    <a:pt x="320089" y="84604"/>
                    <a:pt x="319214" y="84671"/>
                    <a:pt x="318642" y="85478"/>
                  </a:cubicBezTo>
                  <a:cubicBezTo>
                    <a:pt x="318069" y="86286"/>
                    <a:pt x="316824" y="84839"/>
                    <a:pt x="316622" y="84604"/>
                  </a:cubicBezTo>
                  <a:cubicBezTo>
                    <a:pt x="316387" y="84368"/>
                    <a:pt x="316050" y="83292"/>
                    <a:pt x="316050" y="83292"/>
                  </a:cubicBezTo>
                  <a:lnTo>
                    <a:pt x="314603" y="79659"/>
                  </a:lnTo>
                  <a:lnTo>
                    <a:pt x="314031" y="79087"/>
                  </a:lnTo>
                  <a:cubicBezTo>
                    <a:pt x="314031" y="79087"/>
                    <a:pt x="311709" y="78717"/>
                    <a:pt x="310766" y="78649"/>
                  </a:cubicBezTo>
                  <a:cubicBezTo>
                    <a:pt x="309824" y="78582"/>
                    <a:pt x="308512" y="78448"/>
                    <a:pt x="307939" y="78448"/>
                  </a:cubicBezTo>
                  <a:cubicBezTo>
                    <a:pt x="307367" y="78448"/>
                    <a:pt x="306425" y="76698"/>
                    <a:pt x="306290" y="76127"/>
                  </a:cubicBezTo>
                  <a:cubicBezTo>
                    <a:pt x="306156" y="75555"/>
                    <a:pt x="306156" y="74445"/>
                    <a:pt x="306156" y="74445"/>
                  </a:cubicBezTo>
                  <a:lnTo>
                    <a:pt x="306526" y="73133"/>
                  </a:lnTo>
                  <a:lnTo>
                    <a:pt x="306829" y="71989"/>
                  </a:lnTo>
                  <a:lnTo>
                    <a:pt x="307535" y="70542"/>
                  </a:lnTo>
                  <a:lnTo>
                    <a:pt x="307973" y="69668"/>
                  </a:lnTo>
                  <a:cubicBezTo>
                    <a:pt x="307973" y="69668"/>
                    <a:pt x="308848" y="67986"/>
                    <a:pt x="309218" y="67717"/>
                  </a:cubicBezTo>
                  <a:cubicBezTo>
                    <a:pt x="309588" y="67414"/>
                    <a:pt x="310161" y="66707"/>
                    <a:pt x="310161" y="66707"/>
                  </a:cubicBezTo>
                  <a:lnTo>
                    <a:pt x="311036" y="65631"/>
                  </a:lnTo>
                  <a:lnTo>
                    <a:pt x="311473" y="64252"/>
                  </a:lnTo>
                  <a:lnTo>
                    <a:pt x="311911" y="63310"/>
                  </a:lnTo>
                  <a:lnTo>
                    <a:pt x="312415" y="62233"/>
                  </a:lnTo>
                  <a:lnTo>
                    <a:pt x="312920" y="59980"/>
                  </a:lnTo>
                  <a:lnTo>
                    <a:pt x="312920" y="58903"/>
                  </a:lnTo>
                  <a:lnTo>
                    <a:pt x="312718" y="56885"/>
                  </a:lnTo>
                  <a:lnTo>
                    <a:pt x="313391" y="54934"/>
                  </a:lnTo>
                  <a:lnTo>
                    <a:pt x="311439" y="54227"/>
                  </a:lnTo>
                  <a:lnTo>
                    <a:pt x="310632" y="54093"/>
                  </a:lnTo>
                  <a:lnTo>
                    <a:pt x="308949" y="53958"/>
                  </a:lnTo>
                  <a:lnTo>
                    <a:pt x="305886" y="51940"/>
                  </a:lnTo>
                  <a:lnTo>
                    <a:pt x="304742" y="49989"/>
                  </a:lnTo>
                  <a:lnTo>
                    <a:pt x="302285" y="49114"/>
                  </a:lnTo>
                  <a:lnTo>
                    <a:pt x="301141" y="47297"/>
                  </a:lnTo>
                  <a:lnTo>
                    <a:pt x="300232" y="46793"/>
                  </a:lnTo>
                  <a:cubicBezTo>
                    <a:pt x="300232" y="46793"/>
                    <a:pt x="298886" y="43463"/>
                    <a:pt x="298886" y="43160"/>
                  </a:cubicBezTo>
                  <a:cubicBezTo>
                    <a:pt x="298886" y="42857"/>
                    <a:pt x="297204" y="41579"/>
                    <a:pt x="297204" y="41579"/>
                  </a:cubicBezTo>
                  <a:lnTo>
                    <a:pt x="295958" y="40569"/>
                  </a:lnTo>
                  <a:cubicBezTo>
                    <a:pt x="295958" y="40569"/>
                    <a:pt x="295386" y="39695"/>
                    <a:pt x="294949" y="39325"/>
                  </a:cubicBezTo>
                  <a:cubicBezTo>
                    <a:pt x="294511" y="38955"/>
                    <a:pt x="292929" y="38316"/>
                    <a:pt x="292929" y="38316"/>
                  </a:cubicBezTo>
                  <a:cubicBezTo>
                    <a:pt x="292929" y="38316"/>
                    <a:pt x="292223" y="38316"/>
                    <a:pt x="291920" y="38316"/>
                  </a:cubicBezTo>
                  <a:cubicBezTo>
                    <a:pt x="291617" y="38316"/>
                    <a:pt x="291280" y="39459"/>
                    <a:pt x="290977" y="39829"/>
                  </a:cubicBezTo>
                  <a:cubicBezTo>
                    <a:pt x="290675" y="40199"/>
                    <a:pt x="290473" y="40704"/>
                    <a:pt x="290237" y="40973"/>
                  </a:cubicBezTo>
                  <a:cubicBezTo>
                    <a:pt x="290035" y="41276"/>
                    <a:pt x="289867" y="43059"/>
                    <a:pt x="289968" y="43933"/>
                  </a:cubicBezTo>
                  <a:cubicBezTo>
                    <a:pt x="290035" y="44808"/>
                    <a:pt x="289968" y="45615"/>
                    <a:pt x="289968" y="46187"/>
                  </a:cubicBezTo>
                  <a:cubicBezTo>
                    <a:pt x="289968" y="46759"/>
                    <a:pt x="290977" y="48004"/>
                    <a:pt x="291415" y="48811"/>
                  </a:cubicBezTo>
                  <a:cubicBezTo>
                    <a:pt x="291852" y="49618"/>
                    <a:pt x="291987" y="49686"/>
                    <a:pt x="292795" y="50830"/>
                  </a:cubicBezTo>
                  <a:cubicBezTo>
                    <a:pt x="293603" y="51973"/>
                    <a:pt x="294747" y="52276"/>
                    <a:pt x="295050" y="52646"/>
                  </a:cubicBezTo>
                  <a:cubicBezTo>
                    <a:pt x="295352" y="53016"/>
                    <a:pt x="295487" y="53353"/>
                    <a:pt x="296127" y="53891"/>
                  </a:cubicBezTo>
                  <a:cubicBezTo>
                    <a:pt x="296766" y="54395"/>
                    <a:pt x="297877" y="55035"/>
                    <a:pt x="298449" y="55909"/>
                  </a:cubicBezTo>
                  <a:cubicBezTo>
                    <a:pt x="299021" y="56784"/>
                    <a:pt x="299391" y="57658"/>
                    <a:pt x="299896" y="58735"/>
                  </a:cubicBezTo>
                  <a:cubicBezTo>
                    <a:pt x="300401" y="59811"/>
                    <a:pt x="300199" y="60114"/>
                    <a:pt x="300199" y="60417"/>
                  </a:cubicBezTo>
                  <a:cubicBezTo>
                    <a:pt x="300199" y="60719"/>
                    <a:pt x="299761" y="62233"/>
                    <a:pt x="299627" y="62805"/>
                  </a:cubicBezTo>
                  <a:cubicBezTo>
                    <a:pt x="299492" y="63377"/>
                    <a:pt x="297944" y="63747"/>
                    <a:pt x="297944" y="63747"/>
                  </a:cubicBezTo>
                  <a:lnTo>
                    <a:pt x="297439" y="64117"/>
                  </a:lnTo>
                  <a:lnTo>
                    <a:pt x="295117" y="65261"/>
                  </a:lnTo>
                  <a:cubicBezTo>
                    <a:pt x="295117" y="65261"/>
                    <a:pt x="293535" y="66136"/>
                    <a:pt x="293434" y="66405"/>
                  </a:cubicBezTo>
                  <a:cubicBezTo>
                    <a:pt x="293367" y="66707"/>
                    <a:pt x="292795" y="67212"/>
                    <a:pt x="292795" y="67481"/>
                  </a:cubicBezTo>
                  <a:cubicBezTo>
                    <a:pt x="292795" y="67784"/>
                    <a:pt x="292795" y="68356"/>
                    <a:pt x="293165" y="68995"/>
                  </a:cubicBezTo>
                  <a:cubicBezTo>
                    <a:pt x="293535" y="69634"/>
                    <a:pt x="293804" y="69432"/>
                    <a:pt x="293804" y="69432"/>
                  </a:cubicBezTo>
                  <a:cubicBezTo>
                    <a:pt x="293804" y="69432"/>
                    <a:pt x="294242" y="70172"/>
                    <a:pt x="294107" y="70576"/>
                  </a:cubicBezTo>
                  <a:cubicBezTo>
                    <a:pt x="293973" y="71013"/>
                    <a:pt x="294107" y="71652"/>
                    <a:pt x="294107" y="71652"/>
                  </a:cubicBezTo>
                  <a:lnTo>
                    <a:pt x="293165" y="72729"/>
                  </a:lnTo>
                  <a:cubicBezTo>
                    <a:pt x="293165" y="72729"/>
                    <a:pt x="292660" y="72931"/>
                    <a:pt x="292391" y="73032"/>
                  </a:cubicBezTo>
                  <a:cubicBezTo>
                    <a:pt x="292088" y="73099"/>
                    <a:pt x="291213" y="73469"/>
                    <a:pt x="291213" y="73469"/>
                  </a:cubicBezTo>
                  <a:lnTo>
                    <a:pt x="289396" y="71585"/>
                  </a:lnTo>
                  <a:cubicBezTo>
                    <a:pt x="289396" y="71585"/>
                    <a:pt x="288588" y="70946"/>
                    <a:pt x="288386" y="70946"/>
                  </a:cubicBezTo>
                  <a:cubicBezTo>
                    <a:pt x="288151" y="70946"/>
                    <a:pt x="287511" y="70374"/>
                    <a:pt x="287511" y="70374"/>
                  </a:cubicBezTo>
                  <a:lnTo>
                    <a:pt x="286939" y="69802"/>
                  </a:lnTo>
                  <a:lnTo>
                    <a:pt x="285694" y="69500"/>
                  </a:lnTo>
                  <a:cubicBezTo>
                    <a:pt x="285694" y="69500"/>
                    <a:pt x="284987" y="69567"/>
                    <a:pt x="284751" y="69634"/>
                  </a:cubicBezTo>
                  <a:cubicBezTo>
                    <a:pt x="284549" y="69701"/>
                    <a:pt x="283371" y="70879"/>
                    <a:pt x="283371" y="70879"/>
                  </a:cubicBezTo>
                  <a:cubicBezTo>
                    <a:pt x="283371" y="70879"/>
                    <a:pt x="283069" y="72258"/>
                    <a:pt x="283573" y="72695"/>
                  </a:cubicBezTo>
                  <a:cubicBezTo>
                    <a:pt x="284078" y="73133"/>
                    <a:pt x="285155" y="74276"/>
                    <a:pt x="285155" y="74276"/>
                  </a:cubicBezTo>
                  <a:lnTo>
                    <a:pt x="284213" y="77102"/>
                  </a:lnTo>
                  <a:cubicBezTo>
                    <a:pt x="284213" y="77102"/>
                    <a:pt x="283775" y="78145"/>
                    <a:pt x="282799" y="78582"/>
                  </a:cubicBezTo>
                  <a:cubicBezTo>
                    <a:pt x="281823" y="79019"/>
                    <a:pt x="281049" y="78347"/>
                    <a:pt x="281049" y="78347"/>
                  </a:cubicBezTo>
                  <a:lnTo>
                    <a:pt x="279198" y="77708"/>
                  </a:lnTo>
                  <a:lnTo>
                    <a:pt x="277583" y="76934"/>
                  </a:lnTo>
                  <a:lnTo>
                    <a:pt x="275732" y="75319"/>
                  </a:lnTo>
                  <a:lnTo>
                    <a:pt x="274756" y="73705"/>
                  </a:lnTo>
                  <a:lnTo>
                    <a:pt x="273982" y="72090"/>
                  </a:lnTo>
                  <a:lnTo>
                    <a:pt x="272804" y="70879"/>
                  </a:lnTo>
                  <a:lnTo>
                    <a:pt x="270717" y="71215"/>
                  </a:lnTo>
                  <a:lnTo>
                    <a:pt x="269641" y="68928"/>
                  </a:lnTo>
                  <a:lnTo>
                    <a:pt x="268866" y="67077"/>
                  </a:lnTo>
                  <a:lnTo>
                    <a:pt x="266813" y="62940"/>
                  </a:lnTo>
                  <a:lnTo>
                    <a:pt x="264188" y="61628"/>
                  </a:lnTo>
                  <a:lnTo>
                    <a:pt x="262775" y="61830"/>
                  </a:lnTo>
                  <a:lnTo>
                    <a:pt x="261260" y="62166"/>
                  </a:lnTo>
                  <a:lnTo>
                    <a:pt x="258534" y="61964"/>
                  </a:lnTo>
                  <a:lnTo>
                    <a:pt x="256044" y="59475"/>
                  </a:lnTo>
                  <a:lnTo>
                    <a:pt x="253991" y="56750"/>
                  </a:lnTo>
                  <a:lnTo>
                    <a:pt x="250525" y="53386"/>
                  </a:lnTo>
                  <a:lnTo>
                    <a:pt x="249212" y="50560"/>
                  </a:lnTo>
                  <a:lnTo>
                    <a:pt x="248438" y="47836"/>
                  </a:lnTo>
                  <a:lnTo>
                    <a:pt x="245948" y="46961"/>
                  </a:lnTo>
                  <a:lnTo>
                    <a:pt x="243895" y="46961"/>
                  </a:lnTo>
                  <a:lnTo>
                    <a:pt x="241606" y="50392"/>
                  </a:lnTo>
                  <a:lnTo>
                    <a:pt x="239553" y="52512"/>
                  </a:lnTo>
                  <a:lnTo>
                    <a:pt x="238140" y="54799"/>
                  </a:lnTo>
                  <a:lnTo>
                    <a:pt x="238140" y="55976"/>
                  </a:lnTo>
                  <a:cubicBezTo>
                    <a:pt x="238140" y="55976"/>
                    <a:pt x="238577" y="61628"/>
                    <a:pt x="238577" y="62065"/>
                  </a:cubicBezTo>
                  <a:cubicBezTo>
                    <a:pt x="238577" y="62502"/>
                    <a:pt x="238039" y="63041"/>
                    <a:pt x="236962" y="64891"/>
                  </a:cubicBezTo>
                  <a:cubicBezTo>
                    <a:pt x="235885" y="66741"/>
                    <a:pt x="235649" y="65227"/>
                    <a:pt x="235212" y="65227"/>
                  </a:cubicBezTo>
                  <a:cubicBezTo>
                    <a:pt x="234774" y="65227"/>
                    <a:pt x="232149" y="65227"/>
                    <a:pt x="231611" y="65126"/>
                  </a:cubicBezTo>
                  <a:cubicBezTo>
                    <a:pt x="231072" y="65025"/>
                    <a:pt x="229861" y="64588"/>
                    <a:pt x="229423" y="64252"/>
                  </a:cubicBezTo>
                  <a:cubicBezTo>
                    <a:pt x="228986" y="63915"/>
                    <a:pt x="226832" y="62637"/>
                    <a:pt x="226832" y="62637"/>
                  </a:cubicBezTo>
                  <a:cubicBezTo>
                    <a:pt x="226832" y="62637"/>
                    <a:pt x="224106" y="62637"/>
                    <a:pt x="223668" y="62637"/>
                  </a:cubicBezTo>
                  <a:cubicBezTo>
                    <a:pt x="223231" y="62637"/>
                    <a:pt x="221481" y="63613"/>
                    <a:pt x="220639" y="63613"/>
                  </a:cubicBezTo>
                  <a:cubicBezTo>
                    <a:pt x="219764" y="63613"/>
                    <a:pt x="219125" y="64487"/>
                    <a:pt x="219125" y="64487"/>
                  </a:cubicBezTo>
                  <a:lnTo>
                    <a:pt x="217610" y="65799"/>
                  </a:lnTo>
                  <a:lnTo>
                    <a:pt x="216735" y="66438"/>
                  </a:lnTo>
                  <a:lnTo>
                    <a:pt x="215658" y="67515"/>
                  </a:lnTo>
                  <a:cubicBezTo>
                    <a:pt x="215658" y="67515"/>
                    <a:pt x="213807" y="69903"/>
                    <a:pt x="212932" y="70441"/>
                  </a:cubicBezTo>
                  <a:cubicBezTo>
                    <a:pt x="212057" y="70980"/>
                    <a:pt x="212057" y="71316"/>
                    <a:pt x="211755" y="71417"/>
                  </a:cubicBezTo>
                  <a:cubicBezTo>
                    <a:pt x="211418" y="71518"/>
                    <a:pt x="210678" y="73604"/>
                    <a:pt x="210678" y="73604"/>
                  </a:cubicBezTo>
                  <a:cubicBezTo>
                    <a:pt x="210678" y="73604"/>
                    <a:pt x="209702" y="75353"/>
                    <a:pt x="209365" y="75454"/>
                  </a:cubicBezTo>
                  <a:cubicBezTo>
                    <a:pt x="209029" y="75555"/>
                    <a:pt x="208154" y="76968"/>
                    <a:pt x="207615" y="77405"/>
                  </a:cubicBezTo>
                  <a:cubicBezTo>
                    <a:pt x="207077" y="77842"/>
                    <a:pt x="207278" y="79692"/>
                    <a:pt x="207278" y="79692"/>
                  </a:cubicBezTo>
                  <a:cubicBezTo>
                    <a:pt x="207278" y="79692"/>
                    <a:pt x="208355" y="81105"/>
                    <a:pt x="208793" y="81442"/>
                  </a:cubicBezTo>
                  <a:cubicBezTo>
                    <a:pt x="209230" y="81778"/>
                    <a:pt x="212057" y="84368"/>
                    <a:pt x="212057" y="84368"/>
                  </a:cubicBezTo>
                  <a:lnTo>
                    <a:pt x="212057" y="86858"/>
                  </a:lnTo>
                  <a:lnTo>
                    <a:pt x="211048" y="92846"/>
                  </a:lnTo>
                  <a:cubicBezTo>
                    <a:pt x="211048" y="92846"/>
                    <a:pt x="211115" y="95873"/>
                    <a:pt x="211115" y="96176"/>
                  </a:cubicBezTo>
                  <a:cubicBezTo>
                    <a:pt x="211115" y="96478"/>
                    <a:pt x="210678" y="98934"/>
                    <a:pt x="210678" y="98934"/>
                  </a:cubicBezTo>
                  <a:lnTo>
                    <a:pt x="212495" y="100583"/>
                  </a:lnTo>
                  <a:lnTo>
                    <a:pt x="213235" y="102063"/>
                  </a:lnTo>
                  <a:cubicBezTo>
                    <a:pt x="213235" y="102063"/>
                    <a:pt x="215120" y="103812"/>
                    <a:pt x="215423" y="104249"/>
                  </a:cubicBezTo>
                  <a:cubicBezTo>
                    <a:pt x="215726" y="104687"/>
                    <a:pt x="217442" y="103543"/>
                    <a:pt x="217442" y="102937"/>
                  </a:cubicBezTo>
                  <a:cubicBezTo>
                    <a:pt x="217442" y="102365"/>
                    <a:pt x="220505" y="101491"/>
                    <a:pt x="222356" y="100852"/>
                  </a:cubicBezTo>
                  <a:cubicBezTo>
                    <a:pt x="224240" y="100213"/>
                    <a:pt x="225250" y="101054"/>
                    <a:pt x="226125" y="100919"/>
                  </a:cubicBezTo>
                  <a:cubicBezTo>
                    <a:pt x="227000" y="100784"/>
                    <a:pt x="226832" y="100919"/>
                    <a:pt x="226832" y="100919"/>
                  </a:cubicBezTo>
                  <a:cubicBezTo>
                    <a:pt x="227404" y="100919"/>
                    <a:pt x="227707" y="102298"/>
                    <a:pt x="227707" y="102298"/>
                  </a:cubicBezTo>
                  <a:lnTo>
                    <a:pt x="229019" y="104115"/>
                  </a:lnTo>
                  <a:cubicBezTo>
                    <a:pt x="229019" y="104115"/>
                    <a:pt x="231207" y="106873"/>
                    <a:pt x="231779" y="107008"/>
                  </a:cubicBezTo>
                  <a:cubicBezTo>
                    <a:pt x="232351" y="107142"/>
                    <a:pt x="232654" y="109632"/>
                    <a:pt x="232789" y="111078"/>
                  </a:cubicBezTo>
                  <a:cubicBezTo>
                    <a:pt x="232923" y="112525"/>
                    <a:pt x="232789" y="113096"/>
                    <a:pt x="233091" y="115855"/>
                  </a:cubicBezTo>
                  <a:cubicBezTo>
                    <a:pt x="233394" y="118613"/>
                    <a:pt x="234404" y="118445"/>
                    <a:pt x="234236" y="118883"/>
                  </a:cubicBezTo>
                  <a:cubicBezTo>
                    <a:pt x="234101" y="119320"/>
                    <a:pt x="233226" y="121069"/>
                    <a:pt x="233226" y="121069"/>
                  </a:cubicBezTo>
                  <a:cubicBezTo>
                    <a:pt x="233226" y="121069"/>
                    <a:pt x="232519" y="122213"/>
                    <a:pt x="232519" y="122650"/>
                  </a:cubicBezTo>
                  <a:cubicBezTo>
                    <a:pt x="232519" y="123088"/>
                    <a:pt x="232519" y="125240"/>
                    <a:pt x="232654" y="125678"/>
                  </a:cubicBezTo>
                  <a:cubicBezTo>
                    <a:pt x="232789" y="126115"/>
                    <a:pt x="233798" y="126990"/>
                    <a:pt x="233798" y="126990"/>
                  </a:cubicBezTo>
                  <a:lnTo>
                    <a:pt x="236996" y="126990"/>
                  </a:lnTo>
                  <a:lnTo>
                    <a:pt x="242952" y="126418"/>
                  </a:lnTo>
                  <a:lnTo>
                    <a:pt x="246419" y="125543"/>
                  </a:lnTo>
                  <a:lnTo>
                    <a:pt x="248741" y="124097"/>
                  </a:lnTo>
                  <a:lnTo>
                    <a:pt x="250760" y="122852"/>
                  </a:lnTo>
                  <a:lnTo>
                    <a:pt x="253587" y="121843"/>
                  </a:lnTo>
                  <a:lnTo>
                    <a:pt x="254900" y="120329"/>
                  </a:lnTo>
                  <a:lnTo>
                    <a:pt x="256414" y="120026"/>
                  </a:lnTo>
                  <a:lnTo>
                    <a:pt x="260554" y="120026"/>
                  </a:lnTo>
                  <a:lnTo>
                    <a:pt x="261799" y="120363"/>
                  </a:lnTo>
                  <a:lnTo>
                    <a:pt x="263414" y="121776"/>
                  </a:lnTo>
                  <a:lnTo>
                    <a:pt x="265568" y="121776"/>
                  </a:lnTo>
                  <a:cubicBezTo>
                    <a:pt x="265568" y="121776"/>
                    <a:pt x="267688" y="122381"/>
                    <a:pt x="268328" y="123222"/>
                  </a:cubicBezTo>
                  <a:cubicBezTo>
                    <a:pt x="268967" y="124029"/>
                    <a:pt x="269842" y="123861"/>
                    <a:pt x="270616" y="124265"/>
                  </a:cubicBezTo>
                  <a:cubicBezTo>
                    <a:pt x="271390" y="124702"/>
                    <a:pt x="271491" y="125509"/>
                    <a:pt x="271592" y="126182"/>
                  </a:cubicBezTo>
                  <a:cubicBezTo>
                    <a:pt x="271693" y="126821"/>
                    <a:pt x="271592" y="127259"/>
                    <a:pt x="271592" y="128302"/>
                  </a:cubicBezTo>
                  <a:cubicBezTo>
                    <a:pt x="271592" y="129344"/>
                    <a:pt x="271390" y="129782"/>
                    <a:pt x="271121" y="130253"/>
                  </a:cubicBezTo>
                  <a:cubicBezTo>
                    <a:pt x="270852" y="130724"/>
                    <a:pt x="270515" y="130858"/>
                    <a:pt x="270313" y="131127"/>
                  </a:cubicBezTo>
                  <a:cubicBezTo>
                    <a:pt x="270112" y="131396"/>
                    <a:pt x="269539" y="132305"/>
                    <a:pt x="269506" y="132540"/>
                  </a:cubicBezTo>
                  <a:cubicBezTo>
                    <a:pt x="269439" y="132776"/>
                    <a:pt x="269506" y="134559"/>
                    <a:pt x="269506" y="134559"/>
                  </a:cubicBezTo>
                  <a:lnTo>
                    <a:pt x="272333" y="136611"/>
                  </a:lnTo>
                  <a:lnTo>
                    <a:pt x="273847" y="137654"/>
                  </a:lnTo>
                  <a:cubicBezTo>
                    <a:pt x="273847" y="137654"/>
                    <a:pt x="274285" y="139403"/>
                    <a:pt x="274520" y="140042"/>
                  </a:cubicBezTo>
                  <a:cubicBezTo>
                    <a:pt x="274722" y="140681"/>
                    <a:pt x="276472" y="141791"/>
                    <a:pt x="276472" y="141791"/>
                  </a:cubicBezTo>
                  <a:lnTo>
                    <a:pt x="276472" y="144180"/>
                  </a:lnTo>
                  <a:lnTo>
                    <a:pt x="276169" y="147005"/>
                  </a:lnTo>
                  <a:cubicBezTo>
                    <a:pt x="276169" y="147005"/>
                    <a:pt x="276472" y="148755"/>
                    <a:pt x="276035" y="150268"/>
                  </a:cubicBezTo>
                  <a:cubicBezTo>
                    <a:pt x="275597" y="151782"/>
                    <a:pt x="276035" y="150268"/>
                    <a:pt x="275900" y="151580"/>
                  </a:cubicBezTo>
                  <a:cubicBezTo>
                    <a:pt x="275766" y="152892"/>
                    <a:pt x="274958" y="152892"/>
                    <a:pt x="275597" y="153531"/>
                  </a:cubicBezTo>
                  <a:cubicBezTo>
                    <a:pt x="276237" y="154171"/>
                    <a:pt x="275597" y="155920"/>
                    <a:pt x="275597" y="155920"/>
                  </a:cubicBezTo>
                  <a:cubicBezTo>
                    <a:pt x="275597" y="155920"/>
                    <a:pt x="274722" y="157232"/>
                    <a:pt x="274285" y="157433"/>
                  </a:cubicBezTo>
                  <a:cubicBezTo>
                    <a:pt x="273847" y="157635"/>
                    <a:pt x="273847" y="159385"/>
                    <a:pt x="272535" y="160697"/>
                  </a:cubicBezTo>
                  <a:cubicBezTo>
                    <a:pt x="271222" y="162009"/>
                    <a:pt x="271222" y="162446"/>
                    <a:pt x="270583" y="163186"/>
                  </a:cubicBezTo>
                  <a:cubicBezTo>
                    <a:pt x="269943" y="163926"/>
                    <a:pt x="267520" y="165036"/>
                    <a:pt x="266679" y="165036"/>
                  </a:cubicBezTo>
                  <a:cubicBezTo>
                    <a:pt x="265804" y="165036"/>
                    <a:pt x="263212" y="163186"/>
                    <a:pt x="263212" y="163186"/>
                  </a:cubicBezTo>
                  <a:lnTo>
                    <a:pt x="261025" y="158745"/>
                  </a:lnTo>
                  <a:lnTo>
                    <a:pt x="255573" y="157433"/>
                  </a:lnTo>
                  <a:lnTo>
                    <a:pt x="255573" y="158005"/>
                  </a:lnTo>
                  <a:cubicBezTo>
                    <a:pt x="255573" y="158005"/>
                    <a:pt x="254799" y="158712"/>
                    <a:pt x="253082" y="161336"/>
                  </a:cubicBezTo>
                  <a:cubicBezTo>
                    <a:pt x="251332" y="163960"/>
                    <a:pt x="251029" y="162648"/>
                    <a:pt x="250154" y="163455"/>
                  </a:cubicBezTo>
                  <a:cubicBezTo>
                    <a:pt x="249279" y="164262"/>
                    <a:pt x="238846" y="162210"/>
                    <a:pt x="238846" y="162210"/>
                  </a:cubicBezTo>
                  <a:lnTo>
                    <a:pt x="233832" y="161773"/>
                  </a:lnTo>
                  <a:lnTo>
                    <a:pt x="224476" y="161773"/>
                  </a:lnTo>
                  <a:lnTo>
                    <a:pt x="222524" y="164700"/>
                  </a:lnTo>
                  <a:cubicBezTo>
                    <a:pt x="222524" y="164700"/>
                    <a:pt x="220572" y="168299"/>
                    <a:pt x="219933" y="168737"/>
                  </a:cubicBezTo>
                  <a:cubicBezTo>
                    <a:pt x="219293" y="169174"/>
                    <a:pt x="211250" y="168737"/>
                    <a:pt x="211250" y="168737"/>
                  </a:cubicBezTo>
                  <a:lnTo>
                    <a:pt x="207110" y="168737"/>
                  </a:lnTo>
                  <a:lnTo>
                    <a:pt x="200514" y="165272"/>
                  </a:lnTo>
                  <a:lnTo>
                    <a:pt x="197620" y="163825"/>
                  </a:lnTo>
                  <a:lnTo>
                    <a:pt x="195870" y="159755"/>
                  </a:lnTo>
                  <a:lnTo>
                    <a:pt x="193547" y="158005"/>
                  </a:lnTo>
                  <a:lnTo>
                    <a:pt x="190350" y="160024"/>
                  </a:lnTo>
                  <a:lnTo>
                    <a:pt x="185437" y="160024"/>
                  </a:lnTo>
                  <a:lnTo>
                    <a:pt x="179917" y="165238"/>
                  </a:lnTo>
                  <a:lnTo>
                    <a:pt x="175744" y="165238"/>
                  </a:lnTo>
                  <a:cubicBezTo>
                    <a:pt x="175879" y="165473"/>
                    <a:pt x="176013" y="165776"/>
                    <a:pt x="176013" y="166113"/>
                  </a:cubicBezTo>
                  <a:cubicBezTo>
                    <a:pt x="176013" y="166684"/>
                    <a:pt x="175576" y="168703"/>
                    <a:pt x="175576" y="168703"/>
                  </a:cubicBezTo>
                  <a:lnTo>
                    <a:pt x="175374" y="171966"/>
                  </a:lnTo>
                  <a:lnTo>
                    <a:pt x="171773" y="175330"/>
                  </a:lnTo>
                  <a:lnTo>
                    <a:pt x="170023" y="177819"/>
                  </a:lnTo>
                  <a:lnTo>
                    <a:pt x="167869" y="180006"/>
                  </a:lnTo>
                  <a:lnTo>
                    <a:pt x="166893" y="183605"/>
                  </a:lnTo>
                  <a:lnTo>
                    <a:pt x="166893" y="185220"/>
                  </a:lnTo>
                  <a:lnTo>
                    <a:pt x="168643" y="188046"/>
                  </a:lnTo>
                  <a:lnTo>
                    <a:pt x="168643" y="190434"/>
                  </a:lnTo>
                  <a:cubicBezTo>
                    <a:pt x="168643" y="190434"/>
                    <a:pt x="167129" y="191611"/>
                    <a:pt x="166994" y="191948"/>
                  </a:cubicBezTo>
                  <a:cubicBezTo>
                    <a:pt x="166893" y="192284"/>
                    <a:pt x="165816" y="193798"/>
                    <a:pt x="165480" y="194134"/>
                  </a:cubicBezTo>
                  <a:cubicBezTo>
                    <a:pt x="165143" y="194471"/>
                    <a:pt x="163864" y="196523"/>
                    <a:pt x="163528" y="196523"/>
                  </a:cubicBezTo>
                  <a:cubicBezTo>
                    <a:pt x="163191" y="196523"/>
                    <a:pt x="161239" y="196523"/>
                    <a:pt x="161239" y="196523"/>
                  </a:cubicBezTo>
                  <a:cubicBezTo>
                    <a:pt x="161239" y="196523"/>
                    <a:pt x="159051" y="196523"/>
                    <a:pt x="157200" y="196523"/>
                  </a:cubicBezTo>
                  <a:cubicBezTo>
                    <a:pt x="155349" y="196523"/>
                    <a:pt x="152085" y="196523"/>
                    <a:pt x="152085" y="196523"/>
                  </a:cubicBezTo>
                  <a:cubicBezTo>
                    <a:pt x="152085" y="196523"/>
                    <a:pt x="149157" y="197162"/>
                    <a:pt x="147845" y="197162"/>
                  </a:cubicBezTo>
                  <a:cubicBezTo>
                    <a:pt x="146532" y="197162"/>
                    <a:pt x="143705" y="197263"/>
                    <a:pt x="143705" y="197263"/>
                  </a:cubicBezTo>
                  <a:lnTo>
                    <a:pt x="142090" y="197700"/>
                  </a:lnTo>
                  <a:cubicBezTo>
                    <a:pt x="142090" y="197700"/>
                    <a:pt x="138085" y="199214"/>
                    <a:pt x="137210" y="199752"/>
                  </a:cubicBezTo>
                  <a:cubicBezTo>
                    <a:pt x="136335" y="200291"/>
                    <a:pt x="133945" y="202040"/>
                    <a:pt x="133844" y="202477"/>
                  </a:cubicBezTo>
                  <a:cubicBezTo>
                    <a:pt x="133743" y="202914"/>
                    <a:pt x="132532" y="204966"/>
                    <a:pt x="131657" y="205404"/>
                  </a:cubicBezTo>
                  <a:cubicBezTo>
                    <a:pt x="130782" y="205841"/>
                    <a:pt x="128830" y="208566"/>
                    <a:pt x="128830" y="208566"/>
                  </a:cubicBezTo>
                  <a:lnTo>
                    <a:pt x="126541" y="209541"/>
                  </a:lnTo>
                  <a:cubicBezTo>
                    <a:pt x="126541" y="209541"/>
                    <a:pt x="122738" y="206480"/>
                    <a:pt x="122301" y="206480"/>
                  </a:cubicBezTo>
                  <a:cubicBezTo>
                    <a:pt x="121863" y="206480"/>
                    <a:pt x="118599" y="204731"/>
                    <a:pt x="118296" y="204731"/>
                  </a:cubicBezTo>
                  <a:cubicBezTo>
                    <a:pt x="117959" y="204731"/>
                    <a:pt x="113618" y="204529"/>
                    <a:pt x="112743" y="204731"/>
                  </a:cubicBezTo>
                  <a:cubicBezTo>
                    <a:pt x="111868" y="204966"/>
                    <a:pt x="105137" y="205067"/>
                    <a:pt x="105137" y="205067"/>
                  </a:cubicBezTo>
                  <a:lnTo>
                    <a:pt x="102108" y="205269"/>
                  </a:lnTo>
                  <a:lnTo>
                    <a:pt x="98742" y="206884"/>
                  </a:lnTo>
                  <a:lnTo>
                    <a:pt x="96891" y="207321"/>
                  </a:lnTo>
                  <a:cubicBezTo>
                    <a:pt x="96891" y="207321"/>
                    <a:pt x="95814" y="207758"/>
                    <a:pt x="94704" y="206547"/>
                  </a:cubicBezTo>
                  <a:cubicBezTo>
                    <a:pt x="93627" y="205370"/>
                    <a:pt x="92314" y="204697"/>
                    <a:pt x="92213" y="203923"/>
                  </a:cubicBezTo>
                  <a:cubicBezTo>
                    <a:pt x="92113" y="203150"/>
                    <a:pt x="91776" y="201636"/>
                    <a:pt x="92113" y="200761"/>
                  </a:cubicBezTo>
                  <a:cubicBezTo>
                    <a:pt x="92449" y="199887"/>
                    <a:pt x="92449" y="199012"/>
                    <a:pt x="92449" y="198575"/>
                  </a:cubicBezTo>
                  <a:cubicBezTo>
                    <a:pt x="92449" y="198138"/>
                    <a:pt x="92012" y="196725"/>
                    <a:pt x="92012" y="196725"/>
                  </a:cubicBezTo>
                  <a:lnTo>
                    <a:pt x="88747" y="193361"/>
                  </a:lnTo>
                  <a:cubicBezTo>
                    <a:pt x="88747" y="193361"/>
                    <a:pt x="87535" y="191847"/>
                    <a:pt x="86459" y="191611"/>
                  </a:cubicBezTo>
                  <a:cubicBezTo>
                    <a:pt x="85382" y="191410"/>
                    <a:pt x="82656" y="189660"/>
                    <a:pt x="82656" y="189660"/>
                  </a:cubicBezTo>
                  <a:lnTo>
                    <a:pt x="80266" y="190737"/>
                  </a:lnTo>
                  <a:cubicBezTo>
                    <a:pt x="80266" y="190737"/>
                    <a:pt x="78078" y="193024"/>
                    <a:pt x="77978" y="193361"/>
                  </a:cubicBezTo>
                  <a:cubicBezTo>
                    <a:pt x="77877" y="193697"/>
                    <a:pt x="77103" y="195749"/>
                    <a:pt x="77103" y="195749"/>
                  </a:cubicBezTo>
                  <a:cubicBezTo>
                    <a:pt x="77103" y="195749"/>
                    <a:pt x="75151" y="200526"/>
                    <a:pt x="74477" y="200963"/>
                  </a:cubicBezTo>
                  <a:cubicBezTo>
                    <a:pt x="73838" y="201400"/>
                    <a:pt x="71213" y="203015"/>
                    <a:pt x="71213" y="203015"/>
                  </a:cubicBezTo>
                  <a:lnTo>
                    <a:pt x="67949" y="206043"/>
                  </a:lnTo>
                  <a:lnTo>
                    <a:pt x="66299" y="208532"/>
                  </a:lnTo>
                  <a:lnTo>
                    <a:pt x="62934" y="210281"/>
                  </a:lnTo>
                  <a:lnTo>
                    <a:pt x="59905" y="210281"/>
                  </a:lnTo>
                  <a:cubicBezTo>
                    <a:pt x="59905" y="210281"/>
                    <a:pt x="57953" y="208330"/>
                    <a:pt x="57415" y="207893"/>
                  </a:cubicBezTo>
                  <a:cubicBezTo>
                    <a:pt x="56876" y="207456"/>
                    <a:pt x="55025" y="205841"/>
                    <a:pt x="54924" y="205404"/>
                  </a:cubicBezTo>
                  <a:cubicBezTo>
                    <a:pt x="54823" y="204966"/>
                    <a:pt x="52434" y="202578"/>
                    <a:pt x="51761" y="202040"/>
                  </a:cubicBezTo>
                  <a:cubicBezTo>
                    <a:pt x="51121" y="201501"/>
                    <a:pt x="49809" y="199651"/>
                    <a:pt x="49472" y="199214"/>
                  </a:cubicBezTo>
                  <a:cubicBezTo>
                    <a:pt x="49136" y="198777"/>
                    <a:pt x="47083" y="196287"/>
                    <a:pt x="47083" y="196287"/>
                  </a:cubicBezTo>
                  <a:lnTo>
                    <a:pt x="45030" y="194336"/>
                  </a:lnTo>
                  <a:lnTo>
                    <a:pt x="44828" y="193125"/>
                  </a:lnTo>
                  <a:lnTo>
                    <a:pt x="42977" y="191174"/>
                  </a:lnTo>
                  <a:cubicBezTo>
                    <a:pt x="42977" y="191174"/>
                    <a:pt x="41462" y="190838"/>
                    <a:pt x="41025" y="190838"/>
                  </a:cubicBezTo>
                  <a:cubicBezTo>
                    <a:pt x="40587" y="190838"/>
                    <a:pt x="39241" y="191040"/>
                    <a:pt x="39241" y="191040"/>
                  </a:cubicBezTo>
                  <a:lnTo>
                    <a:pt x="38232" y="190501"/>
                  </a:lnTo>
                  <a:lnTo>
                    <a:pt x="38232" y="188550"/>
                  </a:lnTo>
                  <a:cubicBezTo>
                    <a:pt x="38232" y="188550"/>
                    <a:pt x="37592" y="186801"/>
                    <a:pt x="37255" y="186700"/>
                  </a:cubicBezTo>
                  <a:cubicBezTo>
                    <a:pt x="36919" y="186599"/>
                    <a:pt x="35943" y="186498"/>
                    <a:pt x="35304" y="186599"/>
                  </a:cubicBezTo>
                  <a:cubicBezTo>
                    <a:pt x="34664" y="186700"/>
                    <a:pt x="34328" y="187810"/>
                    <a:pt x="34328" y="187810"/>
                  </a:cubicBezTo>
                  <a:cubicBezTo>
                    <a:pt x="34328" y="187810"/>
                    <a:pt x="33352" y="189223"/>
                    <a:pt x="33116" y="189862"/>
                  </a:cubicBezTo>
                  <a:cubicBezTo>
                    <a:pt x="32914" y="190501"/>
                    <a:pt x="32140" y="192789"/>
                    <a:pt x="32140" y="192789"/>
                  </a:cubicBezTo>
                  <a:lnTo>
                    <a:pt x="29952" y="196826"/>
                  </a:lnTo>
                  <a:cubicBezTo>
                    <a:pt x="29852" y="197364"/>
                    <a:pt x="28977" y="200089"/>
                    <a:pt x="28977" y="200089"/>
                  </a:cubicBezTo>
                  <a:lnTo>
                    <a:pt x="27126" y="202578"/>
                  </a:lnTo>
                  <a:lnTo>
                    <a:pt x="25174" y="204193"/>
                  </a:lnTo>
                  <a:cubicBezTo>
                    <a:pt x="25174" y="204193"/>
                    <a:pt x="24400" y="204966"/>
                    <a:pt x="23996" y="205168"/>
                  </a:cubicBezTo>
                  <a:cubicBezTo>
                    <a:pt x="23558" y="205370"/>
                    <a:pt x="22044" y="206682"/>
                    <a:pt x="22044" y="206682"/>
                  </a:cubicBezTo>
                  <a:lnTo>
                    <a:pt x="19318" y="209407"/>
                  </a:lnTo>
                  <a:lnTo>
                    <a:pt x="18241" y="210921"/>
                  </a:lnTo>
                  <a:cubicBezTo>
                    <a:pt x="18241" y="210921"/>
                    <a:pt x="17265" y="212434"/>
                    <a:pt x="17164" y="212872"/>
                  </a:cubicBezTo>
                  <a:cubicBezTo>
                    <a:pt x="17063" y="213309"/>
                    <a:pt x="12385" y="215495"/>
                    <a:pt x="12385" y="215495"/>
                  </a:cubicBezTo>
                  <a:lnTo>
                    <a:pt x="9457" y="219835"/>
                  </a:lnTo>
                  <a:lnTo>
                    <a:pt x="5216" y="220710"/>
                  </a:lnTo>
                  <a:lnTo>
                    <a:pt x="5216" y="226799"/>
                  </a:lnTo>
                  <a:lnTo>
                    <a:pt x="5654" y="228750"/>
                  </a:lnTo>
                  <a:lnTo>
                    <a:pt x="5418" y="229826"/>
                  </a:lnTo>
                  <a:lnTo>
                    <a:pt x="639" y="231138"/>
                  </a:lnTo>
                  <a:lnTo>
                    <a:pt x="0" y="232887"/>
                  </a:lnTo>
                  <a:lnTo>
                    <a:pt x="1077" y="236352"/>
                  </a:lnTo>
                  <a:lnTo>
                    <a:pt x="3904" y="236789"/>
                  </a:lnTo>
                  <a:lnTo>
                    <a:pt x="7067" y="235276"/>
                  </a:lnTo>
                  <a:cubicBezTo>
                    <a:pt x="7067" y="235276"/>
                    <a:pt x="7404" y="234636"/>
                    <a:pt x="7942" y="234401"/>
                  </a:cubicBezTo>
                  <a:cubicBezTo>
                    <a:pt x="8481" y="234166"/>
                    <a:pt x="9692" y="233762"/>
                    <a:pt x="9692" y="233762"/>
                  </a:cubicBezTo>
                  <a:lnTo>
                    <a:pt x="11106" y="233526"/>
                  </a:lnTo>
                  <a:lnTo>
                    <a:pt x="14370" y="235377"/>
                  </a:lnTo>
                  <a:lnTo>
                    <a:pt x="15582" y="238404"/>
                  </a:lnTo>
                  <a:cubicBezTo>
                    <a:pt x="15582" y="238404"/>
                    <a:pt x="16019" y="240456"/>
                    <a:pt x="16019" y="240793"/>
                  </a:cubicBezTo>
                  <a:cubicBezTo>
                    <a:pt x="16019" y="241129"/>
                    <a:pt x="15481" y="243517"/>
                    <a:pt x="15481" y="243517"/>
                  </a:cubicBezTo>
                  <a:lnTo>
                    <a:pt x="14572" y="245132"/>
                  </a:lnTo>
                  <a:lnTo>
                    <a:pt x="13967" y="247622"/>
                  </a:lnTo>
                  <a:lnTo>
                    <a:pt x="13967" y="249371"/>
                  </a:lnTo>
                  <a:lnTo>
                    <a:pt x="15043" y="250783"/>
                  </a:lnTo>
                  <a:lnTo>
                    <a:pt x="14842" y="253710"/>
                  </a:lnTo>
                  <a:lnTo>
                    <a:pt x="13765" y="255661"/>
                  </a:lnTo>
                  <a:lnTo>
                    <a:pt x="12452" y="256973"/>
                  </a:lnTo>
                  <a:cubicBezTo>
                    <a:pt x="12452" y="256973"/>
                    <a:pt x="12116" y="257848"/>
                    <a:pt x="11813" y="257949"/>
                  </a:cubicBezTo>
                  <a:cubicBezTo>
                    <a:pt x="11476" y="258050"/>
                    <a:pt x="10938" y="258588"/>
                    <a:pt x="10938" y="258588"/>
                  </a:cubicBezTo>
                  <a:lnTo>
                    <a:pt x="10265" y="261077"/>
                  </a:lnTo>
                  <a:lnTo>
                    <a:pt x="10063" y="263365"/>
                  </a:lnTo>
                  <a:lnTo>
                    <a:pt x="9625" y="267267"/>
                  </a:lnTo>
                  <a:cubicBezTo>
                    <a:pt x="9625" y="267267"/>
                    <a:pt x="9524" y="270093"/>
                    <a:pt x="9524" y="270866"/>
                  </a:cubicBezTo>
                  <a:cubicBezTo>
                    <a:pt x="9524" y="271640"/>
                    <a:pt x="8885" y="274769"/>
                    <a:pt x="8885" y="274769"/>
                  </a:cubicBezTo>
                  <a:lnTo>
                    <a:pt x="9087" y="277157"/>
                  </a:lnTo>
                  <a:lnTo>
                    <a:pt x="12250" y="279983"/>
                  </a:lnTo>
                  <a:lnTo>
                    <a:pt x="15515" y="286072"/>
                  </a:lnTo>
                  <a:lnTo>
                    <a:pt x="17904" y="288897"/>
                  </a:lnTo>
                  <a:lnTo>
                    <a:pt x="22246" y="291084"/>
                  </a:lnTo>
                  <a:lnTo>
                    <a:pt x="27462" y="291959"/>
                  </a:lnTo>
                  <a:lnTo>
                    <a:pt x="32241" y="291959"/>
                  </a:lnTo>
                  <a:lnTo>
                    <a:pt x="35707" y="291959"/>
                  </a:lnTo>
                  <a:lnTo>
                    <a:pt x="40924" y="291959"/>
                  </a:lnTo>
                  <a:cubicBezTo>
                    <a:pt x="40924" y="291959"/>
                    <a:pt x="42236" y="292194"/>
                    <a:pt x="42674" y="291319"/>
                  </a:cubicBezTo>
                  <a:cubicBezTo>
                    <a:pt x="43112" y="290445"/>
                    <a:pt x="43549" y="289133"/>
                    <a:pt x="43751" y="288494"/>
                  </a:cubicBezTo>
                  <a:cubicBezTo>
                    <a:pt x="43953" y="287854"/>
                    <a:pt x="44390" y="287417"/>
                    <a:pt x="45063" y="286307"/>
                  </a:cubicBezTo>
                  <a:cubicBezTo>
                    <a:pt x="45703" y="285231"/>
                    <a:pt x="46813" y="284793"/>
                    <a:pt x="46813" y="284793"/>
                  </a:cubicBezTo>
                  <a:lnTo>
                    <a:pt x="47251" y="283279"/>
                  </a:lnTo>
                  <a:lnTo>
                    <a:pt x="49203" y="283044"/>
                  </a:lnTo>
                  <a:cubicBezTo>
                    <a:pt x="49203" y="283044"/>
                    <a:pt x="50717" y="283279"/>
                    <a:pt x="51592" y="283279"/>
                  </a:cubicBezTo>
                  <a:cubicBezTo>
                    <a:pt x="52467" y="283279"/>
                    <a:pt x="56607" y="283279"/>
                    <a:pt x="56607" y="283279"/>
                  </a:cubicBezTo>
                  <a:cubicBezTo>
                    <a:pt x="56607" y="283279"/>
                    <a:pt x="58121" y="283044"/>
                    <a:pt x="58794" y="283279"/>
                  </a:cubicBezTo>
                  <a:cubicBezTo>
                    <a:pt x="59434" y="283481"/>
                    <a:pt x="63371" y="283481"/>
                    <a:pt x="63371" y="283481"/>
                  </a:cubicBezTo>
                  <a:lnTo>
                    <a:pt x="64886" y="282842"/>
                  </a:lnTo>
                  <a:lnTo>
                    <a:pt x="68352" y="281328"/>
                  </a:lnTo>
                  <a:cubicBezTo>
                    <a:pt x="68352" y="281328"/>
                    <a:pt x="70506" y="279579"/>
                    <a:pt x="70977" y="278940"/>
                  </a:cubicBezTo>
                  <a:cubicBezTo>
                    <a:pt x="71415" y="278301"/>
                    <a:pt x="71852" y="277628"/>
                    <a:pt x="72054" y="276989"/>
                  </a:cubicBezTo>
                  <a:cubicBezTo>
                    <a:pt x="72256" y="276350"/>
                    <a:pt x="73131" y="275038"/>
                    <a:pt x="73131" y="275038"/>
                  </a:cubicBezTo>
                  <a:lnTo>
                    <a:pt x="73131" y="273726"/>
                  </a:lnTo>
                  <a:lnTo>
                    <a:pt x="74444" y="272414"/>
                  </a:lnTo>
                  <a:lnTo>
                    <a:pt x="75958" y="271775"/>
                  </a:lnTo>
                  <a:lnTo>
                    <a:pt x="77910" y="270025"/>
                  </a:lnTo>
                  <a:cubicBezTo>
                    <a:pt x="77910" y="270025"/>
                    <a:pt x="78550" y="270227"/>
                    <a:pt x="79660" y="270227"/>
                  </a:cubicBezTo>
                  <a:cubicBezTo>
                    <a:pt x="80737" y="270227"/>
                    <a:pt x="83800" y="271304"/>
                    <a:pt x="83800" y="271304"/>
                  </a:cubicBezTo>
                  <a:cubicBezTo>
                    <a:pt x="83800" y="271304"/>
                    <a:pt x="85853" y="273053"/>
                    <a:pt x="86088" y="273692"/>
                  </a:cubicBezTo>
                  <a:cubicBezTo>
                    <a:pt x="86290" y="274331"/>
                    <a:pt x="87064" y="276955"/>
                    <a:pt x="87064" y="276955"/>
                  </a:cubicBezTo>
                  <a:lnTo>
                    <a:pt x="87064" y="280655"/>
                  </a:lnTo>
                  <a:lnTo>
                    <a:pt x="85314" y="281967"/>
                  </a:lnTo>
                  <a:lnTo>
                    <a:pt x="85314" y="284154"/>
                  </a:lnTo>
                  <a:cubicBezTo>
                    <a:pt x="85314" y="284154"/>
                    <a:pt x="87939" y="285231"/>
                    <a:pt x="89016" y="285903"/>
                  </a:cubicBezTo>
                  <a:cubicBezTo>
                    <a:pt x="90093" y="286542"/>
                    <a:pt x="92483" y="287215"/>
                    <a:pt x="92483" y="287215"/>
                  </a:cubicBezTo>
                  <a:lnTo>
                    <a:pt x="94435" y="289166"/>
                  </a:lnTo>
                  <a:lnTo>
                    <a:pt x="99214" y="293068"/>
                  </a:lnTo>
                  <a:lnTo>
                    <a:pt x="99214" y="299796"/>
                  </a:lnTo>
                  <a:lnTo>
                    <a:pt x="103791" y="303699"/>
                  </a:lnTo>
                  <a:cubicBezTo>
                    <a:pt x="103791" y="303699"/>
                    <a:pt x="104868" y="305650"/>
                    <a:pt x="104868" y="306289"/>
                  </a:cubicBezTo>
                  <a:cubicBezTo>
                    <a:pt x="104868" y="306928"/>
                    <a:pt x="105070" y="310427"/>
                    <a:pt x="103791" y="312142"/>
                  </a:cubicBezTo>
                  <a:cubicBezTo>
                    <a:pt x="102478" y="313891"/>
                    <a:pt x="102478" y="313891"/>
                    <a:pt x="102478" y="313891"/>
                  </a:cubicBezTo>
                  <a:cubicBezTo>
                    <a:pt x="102478" y="313891"/>
                    <a:pt x="102276" y="315405"/>
                    <a:pt x="101839" y="316280"/>
                  </a:cubicBezTo>
                  <a:cubicBezTo>
                    <a:pt x="101401" y="317155"/>
                    <a:pt x="97497" y="322571"/>
                    <a:pt x="97497" y="322571"/>
                  </a:cubicBezTo>
                  <a:cubicBezTo>
                    <a:pt x="97497" y="322571"/>
                    <a:pt x="96858" y="324454"/>
                    <a:pt x="96420" y="325127"/>
                  </a:cubicBezTo>
                  <a:cubicBezTo>
                    <a:pt x="95983" y="325834"/>
                    <a:pt x="91641" y="328659"/>
                    <a:pt x="91641" y="328659"/>
                  </a:cubicBezTo>
                  <a:cubicBezTo>
                    <a:pt x="91641" y="328659"/>
                    <a:pt x="91204" y="330173"/>
                    <a:pt x="90564" y="331048"/>
                  </a:cubicBezTo>
                  <a:cubicBezTo>
                    <a:pt x="89925" y="331922"/>
                    <a:pt x="87939" y="334748"/>
                    <a:pt x="87939" y="334748"/>
                  </a:cubicBezTo>
                  <a:lnTo>
                    <a:pt x="85987" y="339323"/>
                  </a:lnTo>
                  <a:cubicBezTo>
                    <a:pt x="85987" y="339323"/>
                    <a:pt x="85987" y="342788"/>
                    <a:pt x="85550" y="344537"/>
                  </a:cubicBezTo>
                  <a:cubicBezTo>
                    <a:pt x="85112" y="346286"/>
                    <a:pt x="83800" y="349987"/>
                    <a:pt x="83800" y="349987"/>
                  </a:cubicBezTo>
                  <a:lnTo>
                    <a:pt x="82285" y="352375"/>
                  </a:lnTo>
                  <a:lnTo>
                    <a:pt x="80771" y="354965"/>
                  </a:lnTo>
                  <a:lnTo>
                    <a:pt x="79694" y="356715"/>
                  </a:lnTo>
                  <a:lnTo>
                    <a:pt x="78180" y="358666"/>
                  </a:lnTo>
                  <a:lnTo>
                    <a:pt x="76429" y="362131"/>
                  </a:lnTo>
                  <a:lnTo>
                    <a:pt x="76665" y="366268"/>
                  </a:lnTo>
                  <a:lnTo>
                    <a:pt x="76665" y="372794"/>
                  </a:lnTo>
                  <a:lnTo>
                    <a:pt x="76026" y="377571"/>
                  </a:lnTo>
                  <a:lnTo>
                    <a:pt x="75386" y="382348"/>
                  </a:lnTo>
                  <a:lnTo>
                    <a:pt x="73199" y="383862"/>
                  </a:lnTo>
                  <a:lnTo>
                    <a:pt x="69497" y="383660"/>
                  </a:lnTo>
                  <a:lnTo>
                    <a:pt x="66434" y="385174"/>
                  </a:lnTo>
                  <a:lnTo>
                    <a:pt x="62732" y="387562"/>
                  </a:lnTo>
                  <a:cubicBezTo>
                    <a:pt x="62732" y="387562"/>
                    <a:pt x="62093" y="388437"/>
                    <a:pt x="62093" y="389312"/>
                  </a:cubicBezTo>
                  <a:cubicBezTo>
                    <a:pt x="62093" y="390186"/>
                    <a:pt x="62093" y="393651"/>
                    <a:pt x="62530" y="394324"/>
                  </a:cubicBezTo>
                  <a:cubicBezTo>
                    <a:pt x="62968" y="394963"/>
                    <a:pt x="66670" y="396712"/>
                    <a:pt x="66670" y="396712"/>
                  </a:cubicBezTo>
                  <a:cubicBezTo>
                    <a:pt x="66670" y="396712"/>
                    <a:pt x="70136" y="401052"/>
                    <a:pt x="70372" y="401926"/>
                  </a:cubicBezTo>
                  <a:cubicBezTo>
                    <a:pt x="70607" y="402801"/>
                    <a:pt x="73199" y="402566"/>
                    <a:pt x="73199" y="402566"/>
                  </a:cubicBezTo>
                  <a:lnTo>
                    <a:pt x="76463" y="403877"/>
                  </a:lnTo>
                  <a:lnTo>
                    <a:pt x="75824" y="409966"/>
                  </a:lnTo>
                  <a:cubicBezTo>
                    <a:pt x="75824" y="409966"/>
                    <a:pt x="73636" y="412792"/>
                    <a:pt x="73199" y="414743"/>
                  </a:cubicBezTo>
                  <a:cubicBezTo>
                    <a:pt x="72761" y="416694"/>
                    <a:pt x="77338" y="414104"/>
                    <a:pt x="78213" y="414104"/>
                  </a:cubicBezTo>
                  <a:cubicBezTo>
                    <a:pt x="79088" y="414104"/>
                    <a:pt x="80603" y="412792"/>
                    <a:pt x="81242" y="412590"/>
                  </a:cubicBezTo>
                  <a:cubicBezTo>
                    <a:pt x="81881" y="412355"/>
                    <a:pt x="83867" y="410404"/>
                    <a:pt x="83867" y="410404"/>
                  </a:cubicBezTo>
                  <a:lnTo>
                    <a:pt x="87132" y="409529"/>
                  </a:lnTo>
                  <a:lnTo>
                    <a:pt x="89757" y="411480"/>
                  </a:lnTo>
                  <a:cubicBezTo>
                    <a:pt x="89757" y="411480"/>
                    <a:pt x="90396" y="414945"/>
                    <a:pt x="89992" y="415820"/>
                  </a:cubicBezTo>
                  <a:cubicBezTo>
                    <a:pt x="89555" y="416694"/>
                    <a:pt x="87603" y="419116"/>
                    <a:pt x="87603" y="419116"/>
                  </a:cubicBezTo>
                  <a:lnTo>
                    <a:pt x="87165" y="423624"/>
                  </a:lnTo>
                  <a:lnTo>
                    <a:pt x="88680" y="425575"/>
                  </a:lnTo>
                  <a:cubicBezTo>
                    <a:pt x="88680" y="425575"/>
                    <a:pt x="90194" y="427089"/>
                    <a:pt x="91507" y="428603"/>
                  </a:cubicBezTo>
                  <a:cubicBezTo>
                    <a:pt x="92819" y="430117"/>
                    <a:pt x="95411" y="434456"/>
                    <a:pt x="95411" y="434456"/>
                  </a:cubicBezTo>
                  <a:lnTo>
                    <a:pt x="96050" y="436844"/>
                  </a:lnTo>
                  <a:cubicBezTo>
                    <a:pt x="96050" y="436844"/>
                    <a:pt x="98440" y="437820"/>
                    <a:pt x="100627" y="437181"/>
                  </a:cubicBezTo>
                  <a:cubicBezTo>
                    <a:pt x="102781" y="436542"/>
                    <a:pt x="105843" y="436205"/>
                    <a:pt x="106719" y="436205"/>
                  </a:cubicBezTo>
                  <a:cubicBezTo>
                    <a:pt x="107594" y="436205"/>
                    <a:pt x="112372" y="436205"/>
                    <a:pt x="112372" y="436205"/>
                  </a:cubicBezTo>
                  <a:lnTo>
                    <a:pt x="115401" y="438795"/>
                  </a:lnTo>
                  <a:lnTo>
                    <a:pt x="115200" y="441419"/>
                  </a:lnTo>
                  <a:cubicBezTo>
                    <a:pt x="115200" y="441419"/>
                    <a:pt x="115200" y="444884"/>
                    <a:pt x="114964" y="445557"/>
                  </a:cubicBezTo>
                  <a:cubicBezTo>
                    <a:pt x="114728" y="446196"/>
                    <a:pt x="114964" y="447306"/>
                    <a:pt x="113651" y="448383"/>
                  </a:cubicBezTo>
                  <a:cubicBezTo>
                    <a:pt x="112339" y="449459"/>
                    <a:pt x="110387" y="452520"/>
                    <a:pt x="110387" y="452520"/>
                  </a:cubicBezTo>
                  <a:cubicBezTo>
                    <a:pt x="110387" y="452520"/>
                    <a:pt x="108872" y="452958"/>
                    <a:pt x="107997" y="453597"/>
                  </a:cubicBezTo>
                  <a:cubicBezTo>
                    <a:pt x="107122" y="454236"/>
                    <a:pt x="104969" y="455548"/>
                    <a:pt x="104969" y="455548"/>
                  </a:cubicBezTo>
                  <a:lnTo>
                    <a:pt x="102142" y="457062"/>
                  </a:lnTo>
                  <a:cubicBezTo>
                    <a:pt x="102142" y="457062"/>
                    <a:pt x="100627" y="460762"/>
                    <a:pt x="98877" y="459888"/>
                  </a:cubicBezTo>
                  <a:cubicBezTo>
                    <a:pt x="97127" y="459013"/>
                    <a:pt x="93661" y="457701"/>
                    <a:pt x="92786" y="457701"/>
                  </a:cubicBezTo>
                  <a:cubicBezTo>
                    <a:pt x="91911" y="457701"/>
                    <a:pt x="90194" y="457903"/>
                    <a:pt x="90396" y="459013"/>
                  </a:cubicBezTo>
                  <a:cubicBezTo>
                    <a:pt x="90598" y="460089"/>
                    <a:pt x="93425" y="465102"/>
                    <a:pt x="93425" y="465102"/>
                  </a:cubicBezTo>
                  <a:lnTo>
                    <a:pt x="95175" y="468365"/>
                  </a:lnTo>
                  <a:lnTo>
                    <a:pt x="96488" y="470114"/>
                  </a:lnTo>
                  <a:lnTo>
                    <a:pt x="95848" y="476203"/>
                  </a:lnTo>
                  <a:lnTo>
                    <a:pt x="94973" y="478793"/>
                  </a:lnTo>
                  <a:cubicBezTo>
                    <a:pt x="94973" y="478793"/>
                    <a:pt x="92584" y="481417"/>
                    <a:pt x="90834" y="482493"/>
                  </a:cubicBezTo>
                  <a:cubicBezTo>
                    <a:pt x="89084" y="483570"/>
                    <a:pt x="86492" y="484882"/>
                    <a:pt x="85382" y="485756"/>
                  </a:cubicBezTo>
                  <a:cubicBezTo>
                    <a:pt x="84305" y="486631"/>
                    <a:pt x="83867" y="488145"/>
                    <a:pt x="83430" y="489019"/>
                  </a:cubicBezTo>
                  <a:cubicBezTo>
                    <a:pt x="82992" y="489894"/>
                    <a:pt x="81680" y="494032"/>
                    <a:pt x="81680" y="494032"/>
                  </a:cubicBezTo>
                  <a:lnTo>
                    <a:pt x="81175" y="498237"/>
                  </a:lnTo>
                  <a:lnTo>
                    <a:pt x="83430" y="500995"/>
                  </a:lnTo>
                  <a:lnTo>
                    <a:pt x="85617" y="502072"/>
                  </a:lnTo>
                  <a:lnTo>
                    <a:pt x="87569" y="504258"/>
                  </a:lnTo>
                  <a:lnTo>
                    <a:pt x="90968" y="508598"/>
                  </a:lnTo>
                  <a:lnTo>
                    <a:pt x="93593" y="510986"/>
                  </a:lnTo>
                  <a:cubicBezTo>
                    <a:pt x="93593" y="510986"/>
                    <a:pt x="96488" y="513879"/>
                    <a:pt x="96790" y="513879"/>
                  </a:cubicBezTo>
                  <a:cubicBezTo>
                    <a:pt x="97093" y="513879"/>
                    <a:pt x="96723" y="513946"/>
                    <a:pt x="98036" y="513946"/>
                  </a:cubicBezTo>
                  <a:cubicBezTo>
                    <a:pt x="99348" y="513946"/>
                    <a:pt x="100425" y="513576"/>
                    <a:pt x="100795" y="513307"/>
                  </a:cubicBezTo>
                  <a:cubicBezTo>
                    <a:pt x="101166" y="513004"/>
                    <a:pt x="103858" y="511491"/>
                    <a:pt x="104127" y="511222"/>
                  </a:cubicBezTo>
                  <a:cubicBezTo>
                    <a:pt x="104430" y="510919"/>
                    <a:pt x="107392" y="509775"/>
                    <a:pt x="107897" y="509775"/>
                  </a:cubicBezTo>
                  <a:cubicBezTo>
                    <a:pt x="108401" y="509775"/>
                    <a:pt x="109983" y="509607"/>
                    <a:pt x="110589" y="509439"/>
                  </a:cubicBezTo>
                  <a:cubicBezTo>
                    <a:pt x="111161" y="509304"/>
                    <a:pt x="112339" y="509270"/>
                    <a:pt x="113281" y="509270"/>
                  </a:cubicBezTo>
                  <a:cubicBezTo>
                    <a:pt x="114224" y="509270"/>
                    <a:pt x="115906" y="509270"/>
                    <a:pt x="115906" y="509270"/>
                  </a:cubicBezTo>
                  <a:lnTo>
                    <a:pt x="117051" y="508194"/>
                  </a:lnTo>
                  <a:cubicBezTo>
                    <a:pt x="117051" y="508194"/>
                    <a:pt x="117757" y="504931"/>
                    <a:pt x="117757" y="504561"/>
                  </a:cubicBezTo>
                  <a:cubicBezTo>
                    <a:pt x="117757" y="504191"/>
                    <a:pt x="118397" y="502610"/>
                    <a:pt x="118498" y="502374"/>
                  </a:cubicBezTo>
                  <a:cubicBezTo>
                    <a:pt x="118565" y="502139"/>
                    <a:pt x="119743" y="500356"/>
                    <a:pt x="119743" y="500356"/>
                  </a:cubicBezTo>
                  <a:cubicBezTo>
                    <a:pt x="119743" y="500356"/>
                    <a:pt x="120618" y="499280"/>
                    <a:pt x="120988" y="498977"/>
                  </a:cubicBezTo>
                  <a:cubicBezTo>
                    <a:pt x="121358" y="498674"/>
                    <a:pt x="123748" y="496723"/>
                    <a:pt x="123748" y="496723"/>
                  </a:cubicBezTo>
                  <a:lnTo>
                    <a:pt x="125060" y="495041"/>
                  </a:lnTo>
                  <a:lnTo>
                    <a:pt x="133171" y="487068"/>
                  </a:lnTo>
                  <a:lnTo>
                    <a:pt x="135931" y="483301"/>
                  </a:lnTo>
                  <a:lnTo>
                    <a:pt x="135628" y="482594"/>
                  </a:lnTo>
                  <a:lnTo>
                    <a:pt x="133474" y="480845"/>
                  </a:lnTo>
                  <a:lnTo>
                    <a:pt x="132296" y="478524"/>
                  </a:lnTo>
                  <a:cubicBezTo>
                    <a:pt x="132296" y="478524"/>
                    <a:pt x="133036" y="477952"/>
                    <a:pt x="134315" y="477515"/>
                  </a:cubicBezTo>
                  <a:cubicBezTo>
                    <a:pt x="135628" y="477077"/>
                    <a:pt x="140541" y="475496"/>
                    <a:pt x="140541" y="475496"/>
                  </a:cubicBezTo>
                  <a:cubicBezTo>
                    <a:pt x="140541" y="475496"/>
                    <a:pt x="142291" y="473747"/>
                    <a:pt x="143133" y="473478"/>
                  </a:cubicBezTo>
                  <a:cubicBezTo>
                    <a:pt x="144008" y="473175"/>
                    <a:pt x="145590" y="471897"/>
                    <a:pt x="146027" y="471594"/>
                  </a:cubicBezTo>
                  <a:cubicBezTo>
                    <a:pt x="146465" y="471291"/>
                    <a:pt x="150503" y="468129"/>
                    <a:pt x="150671" y="467692"/>
                  </a:cubicBezTo>
                  <a:cubicBezTo>
                    <a:pt x="150806" y="467255"/>
                    <a:pt x="151816" y="466548"/>
                    <a:pt x="151816" y="466548"/>
                  </a:cubicBezTo>
                  <a:lnTo>
                    <a:pt x="155013" y="468297"/>
                  </a:lnTo>
                  <a:lnTo>
                    <a:pt x="157470" y="470888"/>
                  </a:lnTo>
                  <a:lnTo>
                    <a:pt x="158042" y="474353"/>
                  </a:lnTo>
                  <a:lnTo>
                    <a:pt x="157907" y="477380"/>
                  </a:lnTo>
                  <a:lnTo>
                    <a:pt x="158042" y="480139"/>
                  </a:lnTo>
                  <a:cubicBezTo>
                    <a:pt x="158042" y="480139"/>
                    <a:pt x="160936" y="481148"/>
                    <a:pt x="161811" y="481148"/>
                  </a:cubicBezTo>
                  <a:cubicBezTo>
                    <a:pt x="162686" y="481148"/>
                    <a:pt x="165715" y="481148"/>
                    <a:pt x="167028" y="481013"/>
                  </a:cubicBezTo>
                  <a:cubicBezTo>
                    <a:pt x="168340" y="480879"/>
                    <a:pt x="171369" y="479701"/>
                    <a:pt x="171807" y="479264"/>
                  </a:cubicBezTo>
                  <a:cubicBezTo>
                    <a:pt x="172244" y="478827"/>
                    <a:pt x="172984" y="478389"/>
                    <a:pt x="173994" y="478120"/>
                  </a:cubicBezTo>
                  <a:cubicBezTo>
                    <a:pt x="175004" y="477818"/>
                    <a:pt x="178470" y="477818"/>
                    <a:pt x="178470" y="477818"/>
                  </a:cubicBezTo>
                  <a:lnTo>
                    <a:pt x="180052" y="479264"/>
                  </a:lnTo>
                  <a:lnTo>
                    <a:pt x="178739" y="481888"/>
                  </a:lnTo>
                  <a:lnTo>
                    <a:pt x="177999" y="483032"/>
                  </a:lnTo>
                  <a:cubicBezTo>
                    <a:pt x="177999" y="483032"/>
                    <a:pt x="178134" y="486059"/>
                    <a:pt x="178436" y="486665"/>
                  </a:cubicBezTo>
                  <a:cubicBezTo>
                    <a:pt x="178739" y="487237"/>
                    <a:pt x="179446" y="488851"/>
                    <a:pt x="180018" y="489423"/>
                  </a:cubicBezTo>
                  <a:cubicBezTo>
                    <a:pt x="180590" y="489995"/>
                    <a:pt x="183047" y="493056"/>
                    <a:pt x="183047" y="493056"/>
                  </a:cubicBezTo>
                  <a:cubicBezTo>
                    <a:pt x="183047" y="493056"/>
                    <a:pt x="184057" y="494503"/>
                    <a:pt x="185067" y="495377"/>
                  </a:cubicBezTo>
                  <a:cubicBezTo>
                    <a:pt x="186076" y="496252"/>
                    <a:pt x="187961" y="497564"/>
                    <a:pt x="189139" y="498136"/>
                  </a:cubicBezTo>
                  <a:cubicBezTo>
                    <a:pt x="190283" y="498708"/>
                    <a:pt x="193480" y="499145"/>
                    <a:pt x="194927" y="499145"/>
                  </a:cubicBezTo>
                  <a:cubicBezTo>
                    <a:pt x="196374" y="499145"/>
                    <a:pt x="199134" y="499414"/>
                    <a:pt x="199134" y="499414"/>
                  </a:cubicBezTo>
                  <a:cubicBezTo>
                    <a:pt x="199134" y="499414"/>
                    <a:pt x="200144" y="499549"/>
                    <a:pt x="201019" y="500289"/>
                  </a:cubicBezTo>
                  <a:cubicBezTo>
                    <a:pt x="201894" y="501029"/>
                    <a:pt x="207110" y="504359"/>
                    <a:pt x="207110" y="504359"/>
                  </a:cubicBezTo>
                  <a:cubicBezTo>
                    <a:pt x="207110" y="504359"/>
                    <a:pt x="207817" y="504796"/>
                    <a:pt x="208423" y="505234"/>
                  </a:cubicBezTo>
                  <a:cubicBezTo>
                    <a:pt x="208995" y="505671"/>
                    <a:pt x="210307" y="507824"/>
                    <a:pt x="210307" y="507824"/>
                  </a:cubicBezTo>
                  <a:cubicBezTo>
                    <a:pt x="210307" y="507824"/>
                    <a:pt x="210745" y="509270"/>
                    <a:pt x="211452" y="509270"/>
                  </a:cubicBezTo>
                  <a:cubicBezTo>
                    <a:pt x="212158" y="509270"/>
                    <a:pt x="216096" y="509573"/>
                    <a:pt x="216533" y="509573"/>
                  </a:cubicBezTo>
                  <a:cubicBezTo>
                    <a:pt x="216971" y="509573"/>
                    <a:pt x="220740" y="508867"/>
                    <a:pt x="221312" y="508699"/>
                  </a:cubicBezTo>
                  <a:cubicBezTo>
                    <a:pt x="221885" y="508564"/>
                    <a:pt x="224207" y="508127"/>
                    <a:pt x="224207" y="508127"/>
                  </a:cubicBezTo>
                  <a:cubicBezTo>
                    <a:pt x="224207" y="508127"/>
                    <a:pt x="225654" y="507992"/>
                    <a:pt x="226226" y="508261"/>
                  </a:cubicBezTo>
                  <a:cubicBezTo>
                    <a:pt x="226798" y="508531"/>
                    <a:pt x="228414" y="512904"/>
                    <a:pt x="228414" y="512904"/>
                  </a:cubicBezTo>
                  <a:cubicBezTo>
                    <a:pt x="228414" y="512904"/>
                    <a:pt x="229120" y="515662"/>
                    <a:pt x="229861" y="516368"/>
                  </a:cubicBezTo>
                  <a:cubicBezTo>
                    <a:pt x="230601" y="517109"/>
                    <a:pt x="232755" y="517950"/>
                    <a:pt x="233630" y="518252"/>
                  </a:cubicBezTo>
                  <a:cubicBezTo>
                    <a:pt x="234505" y="518555"/>
                    <a:pt x="236962" y="519127"/>
                    <a:pt x="238140" y="519127"/>
                  </a:cubicBezTo>
                  <a:cubicBezTo>
                    <a:pt x="239284" y="519127"/>
                    <a:pt x="242919" y="518252"/>
                    <a:pt x="243356" y="517680"/>
                  </a:cubicBezTo>
                  <a:cubicBezTo>
                    <a:pt x="243794" y="517109"/>
                    <a:pt x="248573" y="510145"/>
                    <a:pt x="248573" y="510145"/>
                  </a:cubicBezTo>
                  <a:lnTo>
                    <a:pt x="250895" y="507387"/>
                  </a:lnTo>
                  <a:lnTo>
                    <a:pt x="254361" y="499986"/>
                  </a:lnTo>
                  <a:cubicBezTo>
                    <a:pt x="254361" y="499986"/>
                    <a:pt x="258433" y="498102"/>
                    <a:pt x="258433" y="497530"/>
                  </a:cubicBezTo>
                  <a:cubicBezTo>
                    <a:pt x="258433" y="496958"/>
                    <a:pt x="258299" y="493897"/>
                    <a:pt x="257121" y="492013"/>
                  </a:cubicBezTo>
                  <a:cubicBezTo>
                    <a:pt x="255977" y="490130"/>
                    <a:pt x="254664" y="489255"/>
                    <a:pt x="253217" y="487808"/>
                  </a:cubicBezTo>
                  <a:cubicBezTo>
                    <a:pt x="251770" y="486362"/>
                    <a:pt x="251904" y="487506"/>
                    <a:pt x="251770" y="486362"/>
                  </a:cubicBezTo>
                  <a:cubicBezTo>
                    <a:pt x="251635" y="485218"/>
                    <a:pt x="252039" y="483603"/>
                    <a:pt x="253217" y="482594"/>
                  </a:cubicBezTo>
                  <a:cubicBezTo>
                    <a:pt x="254395" y="481585"/>
                    <a:pt x="254967" y="481417"/>
                    <a:pt x="255539" y="481148"/>
                  </a:cubicBezTo>
                  <a:cubicBezTo>
                    <a:pt x="256111" y="480845"/>
                    <a:pt x="259443" y="480576"/>
                    <a:pt x="260318" y="480576"/>
                  </a:cubicBezTo>
                  <a:cubicBezTo>
                    <a:pt x="261193" y="480576"/>
                    <a:pt x="271761" y="480273"/>
                    <a:pt x="271761" y="480273"/>
                  </a:cubicBezTo>
                  <a:lnTo>
                    <a:pt x="275227" y="477818"/>
                  </a:lnTo>
                  <a:lnTo>
                    <a:pt x="277549" y="475362"/>
                  </a:lnTo>
                  <a:cubicBezTo>
                    <a:pt x="277549" y="475362"/>
                    <a:pt x="278862" y="474790"/>
                    <a:pt x="279871" y="473915"/>
                  </a:cubicBezTo>
                  <a:cubicBezTo>
                    <a:pt x="280881" y="473041"/>
                    <a:pt x="285088" y="471022"/>
                    <a:pt x="285963" y="470450"/>
                  </a:cubicBezTo>
                  <a:cubicBezTo>
                    <a:pt x="286838" y="469878"/>
                    <a:pt x="290607" y="468701"/>
                    <a:pt x="290607" y="468701"/>
                  </a:cubicBezTo>
                  <a:cubicBezTo>
                    <a:pt x="290607" y="468701"/>
                    <a:pt x="291752" y="467961"/>
                    <a:pt x="293199" y="467692"/>
                  </a:cubicBezTo>
                  <a:cubicBezTo>
                    <a:pt x="294646" y="467389"/>
                    <a:pt x="295386" y="466548"/>
                    <a:pt x="296530" y="465808"/>
                  </a:cubicBezTo>
                  <a:cubicBezTo>
                    <a:pt x="297675" y="465068"/>
                    <a:pt x="301040" y="462612"/>
                    <a:pt x="302184" y="462041"/>
                  </a:cubicBezTo>
                  <a:cubicBezTo>
                    <a:pt x="303329" y="461468"/>
                    <a:pt x="304507" y="460291"/>
                    <a:pt x="304507" y="460291"/>
                  </a:cubicBezTo>
                  <a:cubicBezTo>
                    <a:pt x="304507" y="460291"/>
                    <a:pt x="308276" y="460426"/>
                    <a:pt x="308713" y="460291"/>
                  </a:cubicBezTo>
                  <a:cubicBezTo>
                    <a:pt x="309151" y="460157"/>
                    <a:pt x="316252" y="459282"/>
                    <a:pt x="316824" y="459147"/>
                  </a:cubicBezTo>
                  <a:cubicBezTo>
                    <a:pt x="317396" y="459013"/>
                    <a:pt x="325372" y="458407"/>
                    <a:pt x="325372" y="458407"/>
                  </a:cubicBezTo>
                  <a:lnTo>
                    <a:pt x="327829" y="456389"/>
                  </a:lnTo>
                  <a:cubicBezTo>
                    <a:pt x="327829" y="456389"/>
                    <a:pt x="327829" y="456961"/>
                    <a:pt x="329276" y="455649"/>
                  </a:cubicBezTo>
                  <a:cubicBezTo>
                    <a:pt x="330723" y="454337"/>
                    <a:pt x="333483" y="451444"/>
                    <a:pt x="334493" y="450569"/>
                  </a:cubicBezTo>
                  <a:cubicBezTo>
                    <a:pt x="335503" y="449695"/>
                    <a:pt x="336680" y="448383"/>
                    <a:pt x="336815" y="447542"/>
                  </a:cubicBezTo>
                  <a:cubicBezTo>
                    <a:pt x="336950" y="446667"/>
                    <a:pt x="337252" y="444649"/>
                    <a:pt x="337252" y="443202"/>
                  </a:cubicBezTo>
                  <a:cubicBezTo>
                    <a:pt x="337252" y="441756"/>
                    <a:pt x="337959" y="440747"/>
                    <a:pt x="337118" y="438728"/>
                  </a:cubicBezTo>
                  <a:cubicBezTo>
                    <a:pt x="336243" y="436710"/>
                    <a:pt x="336815" y="437719"/>
                    <a:pt x="335805" y="435970"/>
                  </a:cubicBezTo>
                  <a:cubicBezTo>
                    <a:pt x="334796" y="434220"/>
                    <a:pt x="334055" y="433514"/>
                    <a:pt x="334055" y="431630"/>
                  </a:cubicBezTo>
                  <a:cubicBezTo>
                    <a:pt x="334055" y="429746"/>
                    <a:pt x="333752" y="427728"/>
                    <a:pt x="334762" y="427291"/>
                  </a:cubicBezTo>
                  <a:cubicBezTo>
                    <a:pt x="335772" y="426853"/>
                    <a:pt x="339272" y="423826"/>
                    <a:pt x="339272" y="423826"/>
                  </a:cubicBezTo>
                  <a:lnTo>
                    <a:pt x="341897" y="420495"/>
                  </a:lnTo>
                  <a:lnTo>
                    <a:pt x="346810" y="417165"/>
                  </a:lnTo>
                  <a:cubicBezTo>
                    <a:pt x="346810" y="417165"/>
                    <a:pt x="353339" y="414575"/>
                    <a:pt x="353777" y="414407"/>
                  </a:cubicBezTo>
                  <a:cubicBezTo>
                    <a:pt x="354214" y="414272"/>
                    <a:pt x="359734" y="414541"/>
                    <a:pt x="360306" y="414407"/>
                  </a:cubicBezTo>
                  <a:cubicBezTo>
                    <a:pt x="360878" y="414272"/>
                    <a:pt x="362931" y="415147"/>
                    <a:pt x="362931" y="415147"/>
                  </a:cubicBezTo>
                  <a:cubicBezTo>
                    <a:pt x="362931" y="415147"/>
                    <a:pt x="365691" y="418477"/>
                    <a:pt x="366397" y="418914"/>
                  </a:cubicBezTo>
                  <a:cubicBezTo>
                    <a:pt x="367104" y="419352"/>
                    <a:pt x="370604" y="422985"/>
                    <a:pt x="371311" y="424263"/>
                  </a:cubicBezTo>
                  <a:cubicBezTo>
                    <a:pt x="372018" y="425575"/>
                    <a:pt x="373498" y="429477"/>
                    <a:pt x="373768" y="430184"/>
                  </a:cubicBezTo>
                  <a:cubicBezTo>
                    <a:pt x="374037" y="430924"/>
                    <a:pt x="374340" y="436138"/>
                    <a:pt x="374912" y="436272"/>
                  </a:cubicBezTo>
                  <a:cubicBezTo>
                    <a:pt x="375484" y="436407"/>
                    <a:pt x="381878" y="441924"/>
                    <a:pt x="381878" y="441924"/>
                  </a:cubicBezTo>
                  <a:lnTo>
                    <a:pt x="381744" y="447878"/>
                  </a:lnTo>
                  <a:lnTo>
                    <a:pt x="384638" y="452790"/>
                  </a:lnTo>
                  <a:cubicBezTo>
                    <a:pt x="384638" y="452790"/>
                    <a:pt x="387667" y="453664"/>
                    <a:pt x="388273" y="453664"/>
                  </a:cubicBezTo>
                  <a:cubicBezTo>
                    <a:pt x="388845" y="453664"/>
                    <a:pt x="391907" y="453227"/>
                    <a:pt x="391907" y="453227"/>
                  </a:cubicBezTo>
                  <a:cubicBezTo>
                    <a:pt x="391907" y="453227"/>
                    <a:pt x="393052" y="453361"/>
                    <a:pt x="394802" y="452790"/>
                  </a:cubicBezTo>
                  <a:cubicBezTo>
                    <a:pt x="396552" y="452218"/>
                    <a:pt x="397696" y="451343"/>
                    <a:pt x="398706" y="450771"/>
                  </a:cubicBezTo>
                  <a:cubicBezTo>
                    <a:pt x="399715" y="450199"/>
                    <a:pt x="401297" y="448013"/>
                    <a:pt x="401297" y="448013"/>
                  </a:cubicBezTo>
                  <a:lnTo>
                    <a:pt x="402744" y="447138"/>
                  </a:lnTo>
                  <a:cubicBezTo>
                    <a:pt x="402744" y="447138"/>
                    <a:pt x="408095" y="448887"/>
                    <a:pt x="408398" y="449459"/>
                  </a:cubicBezTo>
                  <a:cubicBezTo>
                    <a:pt x="408701" y="450031"/>
                    <a:pt x="409273" y="453361"/>
                    <a:pt x="409273" y="453361"/>
                  </a:cubicBezTo>
                  <a:lnTo>
                    <a:pt x="410855" y="456995"/>
                  </a:lnTo>
                  <a:cubicBezTo>
                    <a:pt x="410855" y="456995"/>
                    <a:pt x="412740" y="460459"/>
                    <a:pt x="413446" y="460897"/>
                  </a:cubicBezTo>
                  <a:cubicBezTo>
                    <a:pt x="414187" y="461334"/>
                    <a:pt x="415903" y="461771"/>
                    <a:pt x="416778" y="462209"/>
                  </a:cubicBezTo>
                  <a:cubicBezTo>
                    <a:pt x="417653" y="462646"/>
                    <a:pt x="420985" y="463655"/>
                    <a:pt x="421423" y="463790"/>
                  </a:cubicBezTo>
                  <a:cubicBezTo>
                    <a:pt x="421860" y="463924"/>
                    <a:pt x="424182" y="464362"/>
                    <a:pt x="424620" y="464362"/>
                  </a:cubicBezTo>
                  <a:cubicBezTo>
                    <a:pt x="425057" y="464362"/>
                    <a:pt x="426639" y="463924"/>
                    <a:pt x="428086" y="463655"/>
                  </a:cubicBezTo>
                  <a:cubicBezTo>
                    <a:pt x="429533" y="463352"/>
                    <a:pt x="432125" y="462511"/>
                    <a:pt x="434750" y="462343"/>
                  </a:cubicBezTo>
                  <a:cubicBezTo>
                    <a:pt x="437375" y="462209"/>
                    <a:pt x="437375" y="461906"/>
                    <a:pt x="440538" y="461603"/>
                  </a:cubicBezTo>
                  <a:cubicBezTo>
                    <a:pt x="443736" y="461300"/>
                    <a:pt x="445755" y="459854"/>
                    <a:pt x="446192" y="459719"/>
                  </a:cubicBezTo>
                  <a:cubicBezTo>
                    <a:pt x="446630" y="459585"/>
                    <a:pt x="447774" y="457264"/>
                    <a:pt x="449524" y="456524"/>
                  </a:cubicBezTo>
                  <a:cubicBezTo>
                    <a:pt x="451274" y="455817"/>
                    <a:pt x="452991" y="453631"/>
                    <a:pt x="453428" y="453059"/>
                  </a:cubicBezTo>
                  <a:cubicBezTo>
                    <a:pt x="453866" y="452487"/>
                    <a:pt x="454303" y="450468"/>
                    <a:pt x="454303" y="449426"/>
                  </a:cubicBezTo>
                  <a:cubicBezTo>
                    <a:pt x="454303" y="448416"/>
                    <a:pt x="453294" y="444918"/>
                    <a:pt x="453294" y="444918"/>
                  </a:cubicBezTo>
                  <a:cubicBezTo>
                    <a:pt x="453294" y="444918"/>
                    <a:pt x="453159" y="442025"/>
                    <a:pt x="453159" y="441150"/>
                  </a:cubicBezTo>
                  <a:cubicBezTo>
                    <a:pt x="453159" y="440276"/>
                    <a:pt x="454337" y="436071"/>
                    <a:pt x="454337" y="436071"/>
                  </a:cubicBezTo>
                  <a:lnTo>
                    <a:pt x="455649" y="433884"/>
                  </a:lnTo>
                  <a:lnTo>
                    <a:pt x="458846" y="429107"/>
                  </a:lnTo>
                  <a:lnTo>
                    <a:pt x="464063" y="424600"/>
                  </a:lnTo>
                  <a:lnTo>
                    <a:pt x="471467" y="421404"/>
                  </a:lnTo>
                  <a:lnTo>
                    <a:pt x="476381" y="424162"/>
                  </a:lnTo>
                  <a:lnTo>
                    <a:pt x="481866" y="428064"/>
                  </a:lnTo>
                  <a:lnTo>
                    <a:pt x="487520" y="431967"/>
                  </a:lnTo>
                  <a:cubicBezTo>
                    <a:pt x="487520" y="431967"/>
                    <a:pt x="489539" y="434557"/>
                    <a:pt x="490280" y="434725"/>
                  </a:cubicBezTo>
                  <a:cubicBezTo>
                    <a:pt x="490987" y="434860"/>
                    <a:pt x="493914" y="436609"/>
                    <a:pt x="493914" y="436609"/>
                  </a:cubicBezTo>
                  <a:lnTo>
                    <a:pt x="494924" y="439805"/>
                  </a:lnTo>
                  <a:lnTo>
                    <a:pt x="497381" y="443572"/>
                  </a:lnTo>
                  <a:lnTo>
                    <a:pt x="498694" y="444144"/>
                  </a:lnTo>
                  <a:lnTo>
                    <a:pt x="501453" y="443572"/>
                  </a:lnTo>
                  <a:lnTo>
                    <a:pt x="502328" y="440948"/>
                  </a:lnTo>
                  <a:lnTo>
                    <a:pt x="502900" y="437181"/>
                  </a:lnTo>
                  <a:lnTo>
                    <a:pt x="502766" y="434860"/>
                  </a:lnTo>
                  <a:lnTo>
                    <a:pt x="502766" y="431799"/>
                  </a:lnTo>
                  <a:cubicBezTo>
                    <a:pt x="502766" y="431799"/>
                    <a:pt x="502631" y="428165"/>
                    <a:pt x="503069" y="427594"/>
                  </a:cubicBezTo>
                  <a:cubicBezTo>
                    <a:pt x="503506" y="427022"/>
                    <a:pt x="504381" y="426012"/>
                    <a:pt x="504819" y="425407"/>
                  </a:cubicBezTo>
                  <a:cubicBezTo>
                    <a:pt x="505256" y="424835"/>
                    <a:pt x="507006" y="423389"/>
                    <a:pt x="507006" y="423389"/>
                  </a:cubicBezTo>
                  <a:lnTo>
                    <a:pt x="509766" y="421067"/>
                  </a:lnTo>
                  <a:cubicBezTo>
                    <a:pt x="509766" y="421067"/>
                    <a:pt x="509766" y="417737"/>
                    <a:pt x="509900" y="417165"/>
                  </a:cubicBezTo>
                  <a:cubicBezTo>
                    <a:pt x="510035" y="416593"/>
                    <a:pt x="514679" y="411514"/>
                    <a:pt x="515252" y="411245"/>
                  </a:cubicBezTo>
                  <a:cubicBezTo>
                    <a:pt x="515824" y="410942"/>
                    <a:pt x="516564" y="410505"/>
                    <a:pt x="516564" y="410505"/>
                  </a:cubicBezTo>
                  <a:lnTo>
                    <a:pt x="518449" y="409630"/>
                  </a:lnTo>
                  <a:lnTo>
                    <a:pt x="521343" y="410942"/>
                  </a:lnTo>
                  <a:lnTo>
                    <a:pt x="522656" y="413398"/>
                  </a:lnTo>
                  <a:cubicBezTo>
                    <a:pt x="522656" y="413398"/>
                    <a:pt x="522353" y="416593"/>
                    <a:pt x="522521" y="417468"/>
                  </a:cubicBezTo>
                  <a:cubicBezTo>
                    <a:pt x="522656" y="418343"/>
                    <a:pt x="527165" y="421942"/>
                    <a:pt x="527165" y="421942"/>
                  </a:cubicBezTo>
                  <a:cubicBezTo>
                    <a:pt x="527165" y="421942"/>
                    <a:pt x="530800" y="422379"/>
                    <a:pt x="531641" y="422077"/>
                  </a:cubicBezTo>
                  <a:cubicBezTo>
                    <a:pt x="532516" y="421774"/>
                    <a:pt x="536286" y="422648"/>
                    <a:pt x="536993" y="421639"/>
                  </a:cubicBezTo>
                  <a:cubicBezTo>
                    <a:pt x="537699" y="420630"/>
                    <a:pt x="540896" y="417434"/>
                    <a:pt x="540896" y="417434"/>
                  </a:cubicBezTo>
                  <a:cubicBezTo>
                    <a:pt x="540896" y="417434"/>
                    <a:pt x="541603" y="417131"/>
                    <a:pt x="542041" y="416863"/>
                  </a:cubicBezTo>
                  <a:cubicBezTo>
                    <a:pt x="542478" y="416560"/>
                    <a:pt x="543353" y="415281"/>
                    <a:pt x="543791" y="413835"/>
                  </a:cubicBezTo>
                  <a:cubicBezTo>
                    <a:pt x="544228" y="412388"/>
                    <a:pt x="544935" y="409630"/>
                    <a:pt x="544935" y="409630"/>
                  </a:cubicBezTo>
                  <a:lnTo>
                    <a:pt x="544800" y="406602"/>
                  </a:lnTo>
                  <a:cubicBezTo>
                    <a:pt x="544800" y="406602"/>
                    <a:pt x="544531" y="404281"/>
                    <a:pt x="543925" y="404012"/>
                  </a:cubicBezTo>
                  <a:cubicBezTo>
                    <a:pt x="543353" y="403709"/>
                    <a:pt x="540593" y="403003"/>
                    <a:pt x="539719" y="403003"/>
                  </a:cubicBezTo>
                  <a:cubicBezTo>
                    <a:pt x="538843" y="403003"/>
                    <a:pt x="536084" y="403877"/>
                    <a:pt x="536084" y="403877"/>
                  </a:cubicBezTo>
                  <a:lnTo>
                    <a:pt x="534132" y="404180"/>
                  </a:lnTo>
                  <a:lnTo>
                    <a:pt x="532314" y="403608"/>
                  </a:lnTo>
                  <a:lnTo>
                    <a:pt x="532314" y="402296"/>
                  </a:lnTo>
                  <a:cubicBezTo>
                    <a:pt x="532314" y="402296"/>
                    <a:pt x="532617" y="400715"/>
                    <a:pt x="533055" y="400547"/>
                  </a:cubicBezTo>
                  <a:cubicBezTo>
                    <a:pt x="533492" y="400413"/>
                    <a:pt x="534065" y="399672"/>
                    <a:pt x="534502" y="399235"/>
                  </a:cubicBezTo>
                  <a:cubicBezTo>
                    <a:pt x="534939" y="398798"/>
                    <a:pt x="535646" y="398361"/>
                    <a:pt x="535949" y="397923"/>
                  </a:cubicBezTo>
                  <a:cubicBezTo>
                    <a:pt x="536252" y="397486"/>
                    <a:pt x="536959" y="397049"/>
                    <a:pt x="537531" y="396914"/>
                  </a:cubicBezTo>
                  <a:cubicBezTo>
                    <a:pt x="538103" y="396780"/>
                    <a:pt x="539113" y="395905"/>
                    <a:pt x="539685" y="395602"/>
                  </a:cubicBezTo>
                  <a:cubicBezTo>
                    <a:pt x="540257" y="395299"/>
                    <a:pt x="544026" y="393281"/>
                    <a:pt x="544026" y="393281"/>
                  </a:cubicBezTo>
                  <a:cubicBezTo>
                    <a:pt x="544026" y="393281"/>
                    <a:pt x="544598" y="392978"/>
                    <a:pt x="545473" y="392406"/>
                  </a:cubicBezTo>
                  <a:cubicBezTo>
                    <a:pt x="546348" y="391835"/>
                    <a:pt x="547358" y="390960"/>
                    <a:pt x="548233" y="390657"/>
                  </a:cubicBezTo>
                  <a:cubicBezTo>
                    <a:pt x="549108" y="390354"/>
                    <a:pt x="549243" y="390085"/>
                    <a:pt x="549848" y="389782"/>
                  </a:cubicBezTo>
                  <a:cubicBezTo>
                    <a:pt x="550421" y="389480"/>
                    <a:pt x="551430" y="389211"/>
                    <a:pt x="551868" y="389211"/>
                  </a:cubicBezTo>
                  <a:cubicBezTo>
                    <a:pt x="552305" y="389211"/>
                    <a:pt x="554055" y="389211"/>
                    <a:pt x="554055" y="389211"/>
                  </a:cubicBezTo>
                  <a:lnTo>
                    <a:pt x="555200" y="390085"/>
                  </a:lnTo>
                  <a:lnTo>
                    <a:pt x="555906" y="391532"/>
                  </a:lnTo>
                  <a:lnTo>
                    <a:pt x="558094" y="394290"/>
                  </a:lnTo>
                  <a:lnTo>
                    <a:pt x="559978" y="396174"/>
                  </a:lnTo>
                  <a:cubicBezTo>
                    <a:pt x="559978" y="396174"/>
                    <a:pt x="561291" y="397049"/>
                    <a:pt x="561863" y="397183"/>
                  </a:cubicBezTo>
                  <a:cubicBezTo>
                    <a:pt x="562435" y="397318"/>
                    <a:pt x="563007" y="397923"/>
                    <a:pt x="564185" y="397923"/>
                  </a:cubicBezTo>
                  <a:cubicBezTo>
                    <a:pt x="565363" y="397923"/>
                    <a:pt x="566642" y="398058"/>
                    <a:pt x="567786" y="398361"/>
                  </a:cubicBezTo>
                  <a:cubicBezTo>
                    <a:pt x="568964" y="398663"/>
                    <a:pt x="570546" y="398933"/>
                    <a:pt x="571421" y="398933"/>
                  </a:cubicBezTo>
                  <a:cubicBezTo>
                    <a:pt x="572296" y="398933"/>
                    <a:pt x="574450" y="398495"/>
                    <a:pt x="574450" y="398495"/>
                  </a:cubicBezTo>
                  <a:lnTo>
                    <a:pt x="575762" y="395737"/>
                  </a:lnTo>
                  <a:lnTo>
                    <a:pt x="576772" y="395299"/>
                  </a:lnTo>
                  <a:lnTo>
                    <a:pt x="576638" y="393146"/>
                  </a:lnTo>
                  <a:cubicBezTo>
                    <a:pt x="576638" y="393146"/>
                    <a:pt x="577210" y="392272"/>
                    <a:pt x="576503" y="392137"/>
                  </a:cubicBezTo>
                  <a:cubicBezTo>
                    <a:pt x="575762" y="392003"/>
                    <a:pt x="574753" y="390119"/>
                    <a:pt x="574753" y="390119"/>
                  </a:cubicBezTo>
                  <a:cubicBezTo>
                    <a:pt x="574753" y="390119"/>
                    <a:pt x="574450" y="390253"/>
                    <a:pt x="574450" y="389244"/>
                  </a:cubicBezTo>
                  <a:cubicBezTo>
                    <a:pt x="574450" y="388235"/>
                    <a:pt x="575325" y="387360"/>
                    <a:pt x="575762" y="387360"/>
                  </a:cubicBezTo>
                  <a:cubicBezTo>
                    <a:pt x="576200" y="387360"/>
                    <a:pt x="577950" y="386486"/>
                    <a:pt x="578085" y="386048"/>
                  </a:cubicBezTo>
                  <a:cubicBezTo>
                    <a:pt x="578219" y="385611"/>
                    <a:pt x="578522" y="385039"/>
                    <a:pt x="578657" y="384165"/>
                  </a:cubicBezTo>
                  <a:cubicBezTo>
                    <a:pt x="578791" y="383290"/>
                    <a:pt x="579532" y="381574"/>
                    <a:pt x="579801" y="380969"/>
                  </a:cubicBezTo>
                  <a:cubicBezTo>
                    <a:pt x="580070" y="380397"/>
                    <a:pt x="580676" y="378951"/>
                    <a:pt x="581989" y="377504"/>
                  </a:cubicBezTo>
                  <a:cubicBezTo>
                    <a:pt x="583301" y="376058"/>
                    <a:pt x="584311" y="374880"/>
                    <a:pt x="584883" y="374308"/>
                  </a:cubicBezTo>
                  <a:cubicBezTo>
                    <a:pt x="585455" y="373736"/>
                    <a:pt x="587071" y="372727"/>
                    <a:pt x="587071" y="371550"/>
                  </a:cubicBezTo>
                  <a:cubicBezTo>
                    <a:pt x="587071" y="370406"/>
                    <a:pt x="587373" y="364317"/>
                    <a:pt x="587373" y="364317"/>
                  </a:cubicBezTo>
                  <a:lnTo>
                    <a:pt x="589696" y="363174"/>
                  </a:lnTo>
                  <a:cubicBezTo>
                    <a:pt x="589696" y="363174"/>
                    <a:pt x="591715" y="363611"/>
                    <a:pt x="592287" y="363174"/>
                  </a:cubicBezTo>
                  <a:cubicBezTo>
                    <a:pt x="592422" y="363073"/>
                    <a:pt x="592758" y="363039"/>
                    <a:pt x="593162" y="363005"/>
                  </a:cubicBezTo>
                  <a:lnTo>
                    <a:pt x="592758" y="357320"/>
                  </a:lnTo>
                  <a:lnTo>
                    <a:pt x="592758" y="357320"/>
                  </a:lnTo>
                  <a:close/>
                </a:path>
              </a:pathLst>
            </a:custGeom>
            <a:grpFill/>
            <a:ln w="6350" cap="flat">
              <a:solidFill>
                <a:schemeClr val="bg1"/>
              </a:solidFill>
              <a:prstDash val="solid"/>
              <a:miter/>
            </a:ln>
          </p:spPr>
          <p:txBody>
            <a:bodyPr rtlCol="0" anchor="ctr"/>
            <a:lstStyle/>
            <a:p>
              <a:endParaRPr lang="en-US"/>
            </a:p>
          </p:txBody>
        </p:sp>
        <p:sp>
          <p:nvSpPr>
            <p:cNvPr id="35" name="Freeform 895">
              <a:extLst>
                <a:ext uri="{FF2B5EF4-FFF2-40B4-BE49-F238E27FC236}">
                  <a16:creationId xmlns:a16="http://schemas.microsoft.com/office/drawing/2014/main" id="{AF9A9D15-D6E0-A5E0-8AF2-2745BCBDAEFA}"/>
                </a:ext>
              </a:extLst>
            </p:cNvPr>
            <p:cNvSpPr/>
            <p:nvPr/>
          </p:nvSpPr>
          <p:spPr>
            <a:xfrm>
              <a:off x="7510745" y="2987813"/>
              <a:ext cx="246129" cy="241815"/>
            </a:xfrm>
            <a:custGeom>
              <a:avLst/>
              <a:gdLst>
                <a:gd name="connsiteX0" fmla="*/ 338195 w 472543"/>
                <a:gd name="connsiteY0" fmla="*/ 458407 h 464260"/>
                <a:gd name="connsiteX1" fmla="*/ 339272 w 472543"/>
                <a:gd name="connsiteY1" fmla="*/ 456221 h 464260"/>
                <a:gd name="connsiteX2" fmla="*/ 340349 w 472543"/>
                <a:gd name="connsiteY2" fmla="*/ 455582 h 464260"/>
                <a:gd name="connsiteX3" fmla="*/ 342974 w 472543"/>
                <a:gd name="connsiteY3" fmla="*/ 456994 h 464260"/>
                <a:gd name="connsiteX4" fmla="*/ 346137 w 472543"/>
                <a:gd name="connsiteY4" fmla="*/ 460796 h 464260"/>
                <a:gd name="connsiteX5" fmla="*/ 350277 w 472543"/>
                <a:gd name="connsiteY5" fmla="*/ 463823 h 464260"/>
                <a:gd name="connsiteX6" fmla="*/ 353003 w 472543"/>
                <a:gd name="connsiteY6" fmla="*/ 464260 h 464260"/>
                <a:gd name="connsiteX7" fmla="*/ 357142 w 472543"/>
                <a:gd name="connsiteY7" fmla="*/ 464260 h 464260"/>
                <a:gd name="connsiteX8" fmla="*/ 358892 w 472543"/>
                <a:gd name="connsiteY8" fmla="*/ 461536 h 464260"/>
                <a:gd name="connsiteX9" fmla="*/ 360407 w 472543"/>
                <a:gd name="connsiteY9" fmla="*/ 461872 h 464260"/>
                <a:gd name="connsiteX10" fmla="*/ 362695 w 472543"/>
                <a:gd name="connsiteY10" fmla="*/ 463083 h 464260"/>
                <a:gd name="connsiteX11" fmla="*/ 364647 w 472543"/>
                <a:gd name="connsiteY11" fmla="*/ 463184 h 464260"/>
                <a:gd name="connsiteX12" fmla="*/ 366162 w 472543"/>
                <a:gd name="connsiteY12" fmla="*/ 462848 h 464260"/>
                <a:gd name="connsiteX13" fmla="*/ 367239 w 472543"/>
                <a:gd name="connsiteY13" fmla="*/ 460997 h 464260"/>
                <a:gd name="connsiteX14" fmla="*/ 367239 w 472543"/>
                <a:gd name="connsiteY14" fmla="*/ 457970 h 464260"/>
                <a:gd name="connsiteX15" fmla="*/ 367272 w 472543"/>
                <a:gd name="connsiteY15" fmla="*/ 456019 h 464260"/>
                <a:gd name="connsiteX16" fmla="*/ 368450 w 472543"/>
                <a:gd name="connsiteY16" fmla="*/ 453529 h 464260"/>
                <a:gd name="connsiteX17" fmla="*/ 369527 w 472543"/>
                <a:gd name="connsiteY17" fmla="*/ 451780 h 464260"/>
                <a:gd name="connsiteX18" fmla="*/ 370301 w 472543"/>
                <a:gd name="connsiteY18" fmla="*/ 450468 h 464260"/>
                <a:gd name="connsiteX19" fmla="*/ 371176 w 472543"/>
                <a:gd name="connsiteY19" fmla="*/ 447642 h 464260"/>
                <a:gd name="connsiteX20" fmla="*/ 371176 w 472543"/>
                <a:gd name="connsiteY20" fmla="*/ 445893 h 464260"/>
                <a:gd name="connsiteX21" fmla="*/ 371176 w 472543"/>
                <a:gd name="connsiteY21" fmla="*/ 444144 h 464260"/>
                <a:gd name="connsiteX22" fmla="*/ 371210 w 472543"/>
                <a:gd name="connsiteY22" fmla="*/ 441756 h 464260"/>
                <a:gd name="connsiteX23" fmla="*/ 371715 w 472543"/>
                <a:gd name="connsiteY23" fmla="*/ 439031 h 464260"/>
                <a:gd name="connsiteX24" fmla="*/ 373128 w 472543"/>
                <a:gd name="connsiteY24" fmla="*/ 437080 h 464260"/>
                <a:gd name="connsiteX25" fmla="*/ 374979 w 472543"/>
                <a:gd name="connsiteY25" fmla="*/ 434254 h 464260"/>
                <a:gd name="connsiteX26" fmla="*/ 376931 w 472543"/>
                <a:gd name="connsiteY26" fmla="*/ 432942 h 464260"/>
                <a:gd name="connsiteX27" fmla="*/ 379758 w 472543"/>
                <a:gd name="connsiteY27" fmla="*/ 432942 h 464260"/>
                <a:gd name="connsiteX28" fmla="*/ 380835 w 472543"/>
                <a:gd name="connsiteY28" fmla="*/ 431630 h 464260"/>
                <a:gd name="connsiteX29" fmla="*/ 383595 w 472543"/>
                <a:gd name="connsiteY29" fmla="*/ 431933 h 464260"/>
                <a:gd name="connsiteX30" fmla="*/ 383662 w 472543"/>
                <a:gd name="connsiteY30" fmla="*/ 432336 h 464260"/>
                <a:gd name="connsiteX31" fmla="*/ 383527 w 472543"/>
                <a:gd name="connsiteY31" fmla="*/ 431495 h 464260"/>
                <a:gd name="connsiteX32" fmla="*/ 384100 w 472543"/>
                <a:gd name="connsiteY32" fmla="*/ 427728 h 464260"/>
                <a:gd name="connsiteX33" fmla="*/ 385244 w 472543"/>
                <a:gd name="connsiteY33" fmla="*/ 425407 h 464260"/>
                <a:gd name="connsiteX34" fmla="*/ 385681 w 472543"/>
                <a:gd name="connsiteY34" fmla="*/ 421942 h 464260"/>
                <a:gd name="connsiteX35" fmla="*/ 385816 w 472543"/>
                <a:gd name="connsiteY35" fmla="*/ 418477 h 464260"/>
                <a:gd name="connsiteX36" fmla="*/ 385816 w 472543"/>
                <a:gd name="connsiteY36" fmla="*/ 416459 h 464260"/>
                <a:gd name="connsiteX37" fmla="*/ 383191 w 472543"/>
                <a:gd name="connsiteY37" fmla="*/ 416459 h 464260"/>
                <a:gd name="connsiteX38" fmla="*/ 379422 w 472543"/>
                <a:gd name="connsiteY38" fmla="*/ 415012 h 464260"/>
                <a:gd name="connsiteX39" fmla="*/ 377100 w 472543"/>
                <a:gd name="connsiteY39" fmla="*/ 412119 h 464260"/>
                <a:gd name="connsiteX40" fmla="*/ 377100 w 472543"/>
                <a:gd name="connsiteY40" fmla="*/ 409495 h 464260"/>
                <a:gd name="connsiteX41" fmla="*/ 380566 w 472543"/>
                <a:gd name="connsiteY41" fmla="*/ 408049 h 464260"/>
                <a:gd name="connsiteX42" fmla="*/ 382888 w 472543"/>
                <a:gd name="connsiteY42" fmla="*/ 405728 h 464260"/>
                <a:gd name="connsiteX43" fmla="*/ 385513 w 472543"/>
                <a:gd name="connsiteY43" fmla="*/ 403709 h 464260"/>
                <a:gd name="connsiteX44" fmla="*/ 386085 w 472543"/>
                <a:gd name="connsiteY44" fmla="*/ 400816 h 464260"/>
                <a:gd name="connsiteX45" fmla="*/ 386388 w 472543"/>
                <a:gd name="connsiteY45" fmla="*/ 396477 h 464260"/>
                <a:gd name="connsiteX46" fmla="*/ 384369 w 472543"/>
                <a:gd name="connsiteY46" fmla="*/ 395333 h 464260"/>
                <a:gd name="connsiteX47" fmla="*/ 381172 w 472543"/>
                <a:gd name="connsiteY47" fmla="*/ 392440 h 464260"/>
                <a:gd name="connsiteX48" fmla="*/ 380600 w 472543"/>
                <a:gd name="connsiteY48" fmla="*/ 389244 h 464260"/>
                <a:gd name="connsiteX49" fmla="*/ 380600 w 472543"/>
                <a:gd name="connsiteY49" fmla="*/ 385174 h 464260"/>
                <a:gd name="connsiteX50" fmla="*/ 381172 w 472543"/>
                <a:gd name="connsiteY50" fmla="*/ 382584 h 464260"/>
                <a:gd name="connsiteX51" fmla="*/ 383763 w 472543"/>
                <a:gd name="connsiteY51" fmla="*/ 377941 h 464260"/>
                <a:gd name="connsiteX52" fmla="*/ 387532 w 472543"/>
                <a:gd name="connsiteY52" fmla="*/ 372424 h 464260"/>
                <a:gd name="connsiteX53" fmla="*/ 386960 w 472543"/>
                <a:gd name="connsiteY53" fmla="*/ 365764 h 464260"/>
                <a:gd name="connsiteX54" fmla="*/ 383460 w 472543"/>
                <a:gd name="connsiteY54" fmla="*/ 361693 h 464260"/>
                <a:gd name="connsiteX55" fmla="*/ 382114 w 472543"/>
                <a:gd name="connsiteY55" fmla="*/ 356984 h 464260"/>
                <a:gd name="connsiteX56" fmla="*/ 380768 w 472543"/>
                <a:gd name="connsiteY56" fmla="*/ 356647 h 464260"/>
                <a:gd name="connsiteX57" fmla="*/ 374643 w 472543"/>
                <a:gd name="connsiteY57" fmla="*/ 353956 h 464260"/>
                <a:gd name="connsiteX58" fmla="*/ 368248 w 472543"/>
                <a:gd name="connsiteY58" fmla="*/ 351097 h 464260"/>
                <a:gd name="connsiteX59" fmla="*/ 366633 w 472543"/>
                <a:gd name="connsiteY59" fmla="*/ 346488 h 464260"/>
                <a:gd name="connsiteX60" fmla="*/ 366633 w 472543"/>
                <a:gd name="connsiteY60" fmla="*/ 341711 h 464260"/>
                <a:gd name="connsiteX61" fmla="*/ 370335 w 472543"/>
                <a:gd name="connsiteY61" fmla="*/ 340197 h 464260"/>
                <a:gd name="connsiteX62" fmla="*/ 368383 w 472543"/>
                <a:gd name="connsiteY62" fmla="*/ 333907 h 464260"/>
                <a:gd name="connsiteX63" fmla="*/ 366633 w 472543"/>
                <a:gd name="connsiteY63" fmla="*/ 329567 h 464260"/>
                <a:gd name="connsiteX64" fmla="*/ 361181 w 472543"/>
                <a:gd name="connsiteY64" fmla="*/ 328491 h 464260"/>
                <a:gd name="connsiteX65" fmla="*/ 353777 w 472543"/>
                <a:gd name="connsiteY65" fmla="*/ 333705 h 464260"/>
                <a:gd name="connsiteX66" fmla="*/ 349200 w 472543"/>
                <a:gd name="connsiteY66" fmla="*/ 331115 h 464260"/>
                <a:gd name="connsiteX67" fmla="*/ 347786 w 472543"/>
                <a:gd name="connsiteY67" fmla="*/ 326338 h 464260"/>
                <a:gd name="connsiteX68" fmla="*/ 349200 w 472543"/>
                <a:gd name="connsiteY68" fmla="*/ 324589 h 464260"/>
                <a:gd name="connsiteX69" fmla="*/ 349200 w 472543"/>
                <a:gd name="connsiteY69" fmla="*/ 322839 h 464260"/>
                <a:gd name="connsiteX70" fmla="*/ 343983 w 472543"/>
                <a:gd name="connsiteY70" fmla="*/ 318500 h 464260"/>
                <a:gd name="connsiteX71" fmla="*/ 343983 w 472543"/>
                <a:gd name="connsiteY71" fmla="*/ 315674 h 464260"/>
                <a:gd name="connsiteX72" fmla="*/ 345296 w 472543"/>
                <a:gd name="connsiteY72" fmla="*/ 310023 h 464260"/>
                <a:gd name="connsiteX73" fmla="*/ 345935 w 472543"/>
                <a:gd name="connsiteY73" fmla="*/ 305885 h 464260"/>
                <a:gd name="connsiteX74" fmla="*/ 343983 w 472543"/>
                <a:gd name="connsiteY74" fmla="*/ 302185 h 464260"/>
                <a:gd name="connsiteX75" fmla="*/ 337017 w 472543"/>
                <a:gd name="connsiteY75" fmla="*/ 296533 h 464260"/>
                <a:gd name="connsiteX76" fmla="*/ 328536 w 472543"/>
                <a:gd name="connsiteY76" fmla="*/ 291521 h 464260"/>
                <a:gd name="connsiteX77" fmla="*/ 323084 w 472543"/>
                <a:gd name="connsiteY77" fmla="*/ 289133 h 464260"/>
                <a:gd name="connsiteX78" fmla="*/ 323084 w 472543"/>
                <a:gd name="connsiteY78" fmla="*/ 282606 h 464260"/>
                <a:gd name="connsiteX79" fmla="*/ 321771 w 472543"/>
                <a:gd name="connsiteY79" fmla="*/ 277830 h 464260"/>
                <a:gd name="connsiteX80" fmla="*/ 318608 w 472543"/>
                <a:gd name="connsiteY80" fmla="*/ 275677 h 464260"/>
                <a:gd name="connsiteX81" fmla="*/ 314367 w 472543"/>
                <a:gd name="connsiteY81" fmla="*/ 277426 h 464260"/>
                <a:gd name="connsiteX82" fmla="*/ 314367 w 472543"/>
                <a:gd name="connsiteY82" fmla="*/ 282640 h 464260"/>
                <a:gd name="connsiteX83" fmla="*/ 312180 w 472543"/>
                <a:gd name="connsiteY83" fmla="*/ 284154 h 464260"/>
                <a:gd name="connsiteX84" fmla="*/ 309992 w 472543"/>
                <a:gd name="connsiteY84" fmla="*/ 285903 h 464260"/>
                <a:gd name="connsiteX85" fmla="*/ 303261 w 472543"/>
                <a:gd name="connsiteY85" fmla="*/ 286980 h 464260"/>
                <a:gd name="connsiteX86" fmla="*/ 299795 w 472543"/>
                <a:gd name="connsiteY86" fmla="*/ 283077 h 464260"/>
                <a:gd name="connsiteX87" fmla="*/ 296530 w 472543"/>
                <a:gd name="connsiteY87" fmla="*/ 277426 h 464260"/>
                <a:gd name="connsiteX88" fmla="*/ 296530 w 472543"/>
                <a:gd name="connsiteY88" fmla="*/ 272212 h 464260"/>
                <a:gd name="connsiteX89" fmla="*/ 298920 w 472543"/>
                <a:gd name="connsiteY89" fmla="*/ 269823 h 464260"/>
                <a:gd name="connsiteX90" fmla="*/ 303497 w 472543"/>
                <a:gd name="connsiteY90" fmla="*/ 267637 h 464260"/>
                <a:gd name="connsiteX91" fmla="*/ 309151 w 472543"/>
                <a:gd name="connsiteY91" fmla="*/ 271102 h 464260"/>
                <a:gd name="connsiteX92" fmla="*/ 312617 w 472543"/>
                <a:gd name="connsiteY92" fmla="*/ 270900 h 464260"/>
                <a:gd name="connsiteX93" fmla="*/ 312180 w 472543"/>
                <a:gd name="connsiteY93" fmla="*/ 263297 h 464260"/>
                <a:gd name="connsiteX94" fmla="*/ 312382 w 472543"/>
                <a:gd name="connsiteY94" fmla="*/ 260034 h 464260"/>
                <a:gd name="connsiteX95" fmla="*/ 315646 w 472543"/>
                <a:gd name="connsiteY95" fmla="*/ 257410 h 464260"/>
                <a:gd name="connsiteX96" fmla="*/ 309555 w 472543"/>
                <a:gd name="connsiteY96" fmla="*/ 254585 h 464260"/>
                <a:gd name="connsiteX97" fmla="*/ 304776 w 472543"/>
                <a:gd name="connsiteY97" fmla="*/ 252398 h 464260"/>
                <a:gd name="connsiteX98" fmla="*/ 305853 w 472543"/>
                <a:gd name="connsiteY98" fmla="*/ 249370 h 464260"/>
                <a:gd name="connsiteX99" fmla="*/ 311069 w 472543"/>
                <a:gd name="connsiteY99" fmla="*/ 246545 h 464260"/>
                <a:gd name="connsiteX100" fmla="*/ 313459 w 472543"/>
                <a:gd name="connsiteY100" fmla="*/ 245468 h 464260"/>
                <a:gd name="connsiteX101" fmla="*/ 313896 w 472543"/>
                <a:gd name="connsiteY101" fmla="*/ 240052 h 464260"/>
                <a:gd name="connsiteX102" fmla="*/ 312146 w 472543"/>
                <a:gd name="connsiteY102" fmla="*/ 233964 h 464260"/>
                <a:gd name="connsiteX103" fmla="*/ 311271 w 472543"/>
                <a:gd name="connsiteY103" fmla="*/ 226798 h 464260"/>
                <a:gd name="connsiteX104" fmla="*/ 308444 w 472543"/>
                <a:gd name="connsiteY104" fmla="*/ 223098 h 464260"/>
                <a:gd name="connsiteX105" fmla="*/ 302555 w 472543"/>
                <a:gd name="connsiteY105" fmla="*/ 219633 h 464260"/>
                <a:gd name="connsiteX106" fmla="*/ 300165 w 472543"/>
                <a:gd name="connsiteY106" fmla="*/ 212232 h 464260"/>
                <a:gd name="connsiteX107" fmla="*/ 298853 w 472543"/>
                <a:gd name="connsiteY107" fmla="*/ 206581 h 464260"/>
                <a:gd name="connsiteX108" fmla="*/ 299963 w 472543"/>
                <a:gd name="connsiteY108" fmla="*/ 201804 h 464260"/>
                <a:gd name="connsiteX109" fmla="*/ 301478 w 472543"/>
                <a:gd name="connsiteY109" fmla="*/ 200055 h 464260"/>
                <a:gd name="connsiteX110" fmla="*/ 304742 w 472543"/>
                <a:gd name="connsiteY110" fmla="*/ 200055 h 464260"/>
                <a:gd name="connsiteX111" fmla="*/ 308209 w 472543"/>
                <a:gd name="connsiteY111" fmla="*/ 200055 h 464260"/>
                <a:gd name="connsiteX112" fmla="*/ 309959 w 472543"/>
                <a:gd name="connsiteY112" fmla="*/ 200055 h 464260"/>
                <a:gd name="connsiteX113" fmla="*/ 313661 w 472543"/>
                <a:gd name="connsiteY113" fmla="*/ 200055 h 464260"/>
                <a:gd name="connsiteX114" fmla="*/ 321065 w 472543"/>
                <a:gd name="connsiteY114" fmla="*/ 199752 h 464260"/>
                <a:gd name="connsiteX115" fmla="*/ 320863 w 472543"/>
                <a:gd name="connsiteY115" fmla="*/ 195244 h 464260"/>
                <a:gd name="connsiteX116" fmla="*/ 321300 w 472543"/>
                <a:gd name="connsiteY116" fmla="*/ 191779 h 464260"/>
                <a:gd name="connsiteX117" fmla="*/ 321300 w 472543"/>
                <a:gd name="connsiteY117" fmla="*/ 188752 h 464260"/>
                <a:gd name="connsiteX118" fmla="*/ 323892 w 472543"/>
                <a:gd name="connsiteY118" fmla="*/ 184412 h 464260"/>
                <a:gd name="connsiteX119" fmla="*/ 325642 w 472543"/>
                <a:gd name="connsiteY119" fmla="*/ 184412 h 464260"/>
                <a:gd name="connsiteX120" fmla="*/ 331060 w 472543"/>
                <a:gd name="connsiteY120" fmla="*/ 189189 h 464260"/>
                <a:gd name="connsiteX121" fmla="*/ 336950 w 472543"/>
                <a:gd name="connsiteY121" fmla="*/ 195715 h 464260"/>
                <a:gd name="connsiteX122" fmla="*/ 339777 w 472543"/>
                <a:gd name="connsiteY122" fmla="*/ 199853 h 464260"/>
                <a:gd name="connsiteX123" fmla="*/ 342839 w 472543"/>
                <a:gd name="connsiteY123" fmla="*/ 199214 h 464260"/>
                <a:gd name="connsiteX124" fmla="*/ 344556 w 472543"/>
                <a:gd name="connsiteY124" fmla="*/ 196590 h 464260"/>
                <a:gd name="connsiteX125" fmla="*/ 345632 w 472543"/>
                <a:gd name="connsiteY125" fmla="*/ 195076 h 464260"/>
                <a:gd name="connsiteX126" fmla="*/ 346070 w 472543"/>
                <a:gd name="connsiteY126" fmla="*/ 193125 h 464260"/>
                <a:gd name="connsiteX127" fmla="*/ 347147 w 472543"/>
                <a:gd name="connsiteY127" fmla="*/ 190938 h 464260"/>
                <a:gd name="connsiteX128" fmla="*/ 349974 w 472543"/>
                <a:gd name="connsiteY128" fmla="*/ 189627 h 464260"/>
                <a:gd name="connsiteX129" fmla="*/ 353238 w 472543"/>
                <a:gd name="connsiteY129" fmla="*/ 187675 h 464260"/>
                <a:gd name="connsiteX130" fmla="*/ 354753 w 472543"/>
                <a:gd name="connsiteY130" fmla="*/ 185724 h 464260"/>
                <a:gd name="connsiteX131" fmla="*/ 355830 w 472543"/>
                <a:gd name="connsiteY131" fmla="*/ 184412 h 464260"/>
                <a:gd name="connsiteX132" fmla="*/ 360407 w 472543"/>
                <a:gd name="connsiteY132" fmla="*/ 184412 h 464260"/>
                <a:gd name="connsiteX133" fmla="*/ 364546 w 472543"/>
                <a:gd name="connsiteY133" fmla="*/ 185724 h 464260"/>
                <a:gd name="connsiteX134" fmla="*/ 368686 w 472543"/>
                <a:gd name="connsiteY134" fmla="*/ 187036 h 464260"/>
                <a:gd name="connsiteX135" fmla="*/ 371277 w 472543"/>
                <a:gd name="connsiteY135" fmla="*/ 190064 h 464260"/>
                <a:gd name="connsiteX136" fmla="*/ 374340 w 472543"/>
                <a:gd name="connsiteY136" fmla="*/ 195715 h 464260"/>
                <a:gd name="connsiteX137" fmla="*/ 377806 w 472543"/>
                <a:gd name="connsiteY137" fmla="*/ 195480 h 464260"/>
                <a:gd name="connsiteX138" fmla="*/ 380903 w 472543"/>
                <a:gd name="connsiteY138" fmla="*/ 193731 h 464260"/>
                <a:gd name="connsiteX139" fmla="*/ 384201 w 472543"/>
                <a:gd name="connsiteY139" fmla="*/ 190030 h 464260"/>
                <a:gd name="connsiteX140" fmla="*/ 385614 w 472543"/>
                <a:gd name="connsiteY140" fmla="*/ 187406 h 464260"/>
                <a:gd name="connsiteX141" fmla="*/ 385614 w 472543"/>
                <a:gd name="connsiteY141" fmla="*/ 185220 h 464260"/>
                <a:gd name="connsiteX142" fmla="*/ 388778 w 472543"/>
                <a:gd name="connsiteY142" fmla="*/ 186094 h 464260"/>
                <a:gd name="connsiteX143" fmla="*/ 392581 w 472543"/>
                <a:gd name="connsiteY143" fmla="*/ 188718 h 464260"/>
                <a:gd name="connsiteX144" fmla="*/ 392581 w 472543"/>
                <a:gd name="connsiteY144" fmla="*/ 192183 h 464260"/>
                <a:gd name="connsiteX145" fmla="*/ 392581 w 472543"/>
                <a:gd name="connsiteY145" fmla="*/ 195648 h 464260"/>
                <a:gd name="connsiteX146" fmla="*/ 392581 w 472543"/>
                <a:gd name="connsiteY146" fmla="*/ 200862 h 464260"/>
                <a:gd name="connsiteX147" fmla="*/ 392581 w 472543"/>
                <a:gd name="connsiteY147" fmla="*/ 207826 h 464260"/>
                <a:gd name="connsiteX148" fmla="*/ 393658 w 472543"/>
                <a:gd name="connsiteY148" fmla="*/ 210416 h 464260"/>
                <a:gd name="connsiteX149" fmla="*/ 397797 w 472543"/>
                <a:gd name="connsiteY149" fmla="*/ 206951 h 464260"/>
                <a:gd name="connsiteX150" fmla="*/ 399547 w 472543"/>
                <a:gd name="connsiteY150" fmla="*/ 201098 h 464260"/>
                <a:gd name="connsiteX151" fmla="*/ 399547 w 472543"/>
                <a:gd name="connsiteY151" fmla="*/ 195682 h 464260"/>
                <a:gd name="connsiteX152" fmla="*/ 399547 w 472543"/>
                <a:gd name="connsiteY152" fmla="*/ 190468 h 464260"/>
                <a:gd name="connsiteX153" fmla="*/ 402812 w 472543"/>
                <a:gd name="connsiteY153" fmla="*/ 187204 h 464260"/>
                <a:gd name="connsiteX154" fmla="*/ 406716 w 472543"/>
                <a:gd name="connsiteY154" fmla="*/ 184379 h 464260"/>
                <a:gd name="connsiteX155" fmla="*/ 409745 w 472543"/>
                <a:gd name="connsiteY155" fmla="*/ 181755 h 464260"/>
                <a:gd name="connsiteX156" fmla="*/ 414759 w 472543"/>
                <a:gd name="connsiteY156" fmla="*/ 180006 h 464260"/>
                <a:gd name="connsiteX157" fmla="*/ 416072 w 472543"/>
                <a:gd name="connsiteY157" fmla="*/ 178256 h 464260"/>
                <a:gd name="connsiteX158" fmla="*/ 418023 w 472543"/>
                <a:gd name="connsiteY158" fmla="*/ 174791 h 464260"/>
                <a:gd name="connsiteX159" fmla="*/ 419100 w 472543"/>
                <a:gd name="connsiteY159" fmla="*/ 172605 h 464260"/>
                <a:gd name="connsiteX160" fmla="*/ 421726 w 472543"/>
                <a:gd name="connsiteY160" fmla="*/ 168265 h 464260"/>
                <a:gd name="connsiteX161" fmla="*/ 424552 w 472543"/>
                <a:gd name="connsiteY161" fmla="*/ 164128 h 464260"/>
                <a:gd name="connsiteX162" fmla="*/ 427581 w 472543"/>
                <a:gd name="connsiteY162" fmla="*/ 161504 h 464260"/>
                <a:gd name="connsiteX163" fmla="*/ 431485 w 472543"/>
                <a:gd name="connsiteY163" fmla="*/ 158342 h 464260"/>
                <a:gd name="connsiteX164" fmla="*/ 438889 w 472543"/>
                <a:gd name="connsiteY164" fmla="*/ 156491 h 464260"/>
                <a:gd name="connsiteX165" fmla="*/ 445620 w 472543"/>
                <a:gd name="connsiteY165" fmla="*/ 156491 h 464260"/>
                <a:gd name="connsiteX166" fmla="*/ 450837 w 472543"/>
                <a:gd name="connsiteY166" fmla="*/ 156491 h 464260"/>
                <a:gd name="connsiteX167" fmla="*/ 454741 w 472543"/>
                <a:gd name="connsiteY167" fmla="*/ 154742 h 464260"/>
                <a:gd name="connsiteX168" fmla="*/ 456928 w 472543"/>
                <a:gd name="connsiteY168" fmla="*/ 154742 h 464260"/>
                <a:gd name="connsiteX169" fmla="*/ 456928 w 472543"/>
                <a:gd name="connsiteY169" fmla="*/ 157332 h 464260"/>
                <a:gd name="connsiteX170" fmla="*/ 458645 w 472543"/>
                <a:gd name="connsiteY170" fmla="*/ 161470 h 464260"/>
                <a:gd name="connsiteX171" fmla="*/ 458645 w 472543"/>
                <a:gd name="connsiteY171" fmla="*/ 164296 h 464260"/>
                <a:gd name="connsiteX172" fmla="*/ 462111 w 472543"/>
                <a:gd name="connsiteY172" fmla="*/ 165171 h 464260"/>
                <a:gd name="connsiteX173" fmla="*/ 465914 w 472543"/>
                <a:gd name="connsiteY173" fmla="*/ 164094 h 464260"/>
                <a:gd name="connsiteX174" fmla="*/ 469078 w 472543"/>
                <a:gd name="connsiteY174" fmla="*/ 160192 h 464260"/>
                <a:gd name="connsiteX175" fmla="*/ 469078 w 472543"/>
                <a:gd name="connsiteY175" fmla="*/ 157366 h 464260"/>
                <a:gd name="connsiteX176" fmla="*/ 471703 w 472543"/>
                <a:gd name="connsiteY176" fmla="*/ 151715 h 464260"/>
                <a:gd name="connsiteX177" fmla="*/ 471703 w 472543"/>
                <a:gd name="connsiteY177" fmla="*/ 146938 h 464260"/>
                <a:gd name="connsiteX178" fmla="*/ 470390 w 472543"/>
                <a:gd name="connsiteY178" fmla="*/ 140647 h 464260"/>
                <a:gd name="connsiteX179" fmla="*/ 468640 w 472543"/>
                <a:gd name="connsiteY179" fmla="*/ 133919 h 464260"/>
                <a:gd name="connsiteX180" fmla="*/ 467765 w 472543"/>
                <a:gd name="connsiteY180" fmla="*/ 131094 h 464260"/>
                <a:gd name="connsiteX181" fmla="*/ 469010 w 472543"/>
                <a:gd name="connsiteY181" fmla="*/ 128470 h 464260"/>
                <a:gd name="connsiteX182" fmla="*/ 472544 w 472543"/>
                <a:gd name="connsiteY182" fmla="*/ 126720 h 464260"/>
                <a:gd name="connsiteX183" fmla="*/ 472544 w 472543"/>
                <a:gd name="connsiteY183" fmla="*/ 124332 h 464260"/>
                <a:gd name="connsiteX184" fmla="*/ 472544 w 472543"/>
                <a:gd name="connsiteY184" fmla="*/ 122583 h 464260"/>
                <a:gd name="connsiteX185" fmla="*/ 470356 w 472543"/>
                <a:gd name="connsiteY185" fmla="*/ 117369 h 464260"/>
                <a:gd name="connsiteX186" fmla="*/ 469044 w 472543"/>
                <a:gd name="connsiteY186" fmla="*/ 113668 h 464260"/>
                <a:gd name="connsiteX187" fmla="*/ 469044 w 472543"/>
                <a:gd name="connsiteY187" fmla="*/ 110405 h 464260"/>
                <a:gd name="connsiteX188" fmla="*/ 470121 w 472543"/>
                <a:gd name="connsiteY188" fmla="*/ 104754 h 464260"/>
                <a:gd name="connsiteX189" fmla="*/ 466419 w 472543"/>
                <a:gd name="connsiteY189" fmla="*/ 99741 h 464260"/>
                <a:gd name="connsiteX190" fmla="*/ 464231 w 472543"/>
                <a:gd name="connsiteY190" fmla="*/ 97555 h 464260"/>
                <a:gd name="connsiteX191" fmla="*/ 461842 w 472543"/>
                <a:gd name="connsiteY191" fmla="*/ 95806 h 464260"/>
                <a:gd name="connsiteX192" fmla="*/ 455548 w 472543"/>
                <a:gd name="connsiteY192" fmla="*/ 92980 h 464260"/>
                <a:gd name="connsiteX193" fmla="*/ 450971 w 472543"/>
                <a:gd name="connsiteY193" fmla="*/ 90390 h 464260"/>
                <a:gd name="connsiteX194" fmla="*/ 445553 w 472543"/>
                <a:gd name="connsiteY194" fmla="*/ 85075 h 464260"/>
                <a:gd name="connsiteX195" fmla="*/ 444240 w 472543"/>
                <a:gd name="connsiteY195" fmla="*/ 81711 h 464260"/>
                <a:gd name="connsiteX196" fmla="*/ 442053 w 472543"/>
                <a:gd name="connsiteY196" fmla="*/ 81711 h 464260"/>
                <a:gd name="connsiteX197" fmla="*/ 431620 w 472543"/>
                <a:gd name="connsiteY197" fmla="*/ 81711 h 464260"/>
                <a:gd name="connsiteX198" fmla="*/ 426841 w 472543"/>
                <a:gd name="connsiteY198" fmla="*/ 80634 h 464260"/>
                <a:gd name="connsiteX199" fmla="*/ 428793 w 472543"/>
                <a:gd name="connsiteY199" fmla="*/ 74983 h 464260"/>
                <a:gd name="connsiteX200" fmla="*/ 431620 w 472543"/>
                <a:gd name="connsiteY200" fmla="*/ 69970 h 464260"/>
                <a:gd name="connsiteX201" fmla="*/ 429029 w 472543"/>
                <a:gd name="connsiteY201" fmla="*/ 66068 h 464260"/>
                <a:gd name="connsiteX202" fmla="*/ 424889 w 472543"/>
                <a:gd name="connsiteY202" fmla="*/ 64319 h 464260"/>
                <a:gd name="connsiteX203" fmla="*/ 421490 w 472543"/>
                <a:gd name="connsiteY203" fmla="*/ 61291 h 464260"/>
                <a:gd name="connsiteX204" fmla="*/ 415971 w 472543"/>
                <a:gd name="connsiteY204" fmla="*/ 60854 h 464260"/>
                <a:gd name="connsiteX205" fmla="*/ 412504 w 472543"/>
                <a:gd name="connsiteY205" fmla="*/ 60854 h 464260"/>
                <a:gd name="connsiteX206" fmla="*/ 406413 w 472543"/>
                <a:gd name="connsiteY206" fmla="*/ 60854 h 464260"/>
                <a:gd name="connsiteX207" fmla="*/ 399884 w 472543"/>
                <a:gd name="connsiteY207" fmla="*/ 61493 h 464260"/>
                <a:gd name="connsiteX208" fmla="*/ 396821 w 472543"/>
                <a:gd name="connsiteY208" fmla="*/ 62570 h 464260"/>
                <a:gd name="connsiteX209" fmla="*/ 389720 w 472543"/>
                <a:gd name="connsiteY209" fmla="*/ 62570 h 464260"/>
                <a:gd name="connsiteX210" fmla="*/ 386085 w 472543"/>
                <a:gd name="connsiteY210" fmla="*/ 58365 h 464260"/>
                <a:gd name="connsiteX211" fmla="*/ 384201 w 472543"/>
                <a:gd name="connsiteY211" fmla="*/ 54732 h 464260"/>
                <a:gd name="connsiteX212" fmla="*/ 379253 w 472543"/>
                <a:gd name="connsiteY212" fmla="*/ 50527 h 464260"/>
                <a:gd name="connsiteX213" fmla="*/ 377369 w 472543"/>
                <a:gd name="connsiteY213" fmla="*/ 47062 h 464260"/>
                <a:gd name="connsiteX214" fmla="*/ 376494 w 472543"/>
                <a:gd name="connsiteY214" fmla="*/ 44303 h 464260"/>
                <a:gd name="connsiteX215" fmla="*/ 373027 w 472543"/>
                <a:gd name="connsiteY215" fmla="*/ 41545 h 464260"/>
                <a:gd name="connsiteX216" fmla="*/ 371715 w 472543"/>
                <a:gd name="connsiteY216" fmla="*/ 40233 h 464260"/>
                <a:gd name="connsiteX217" fmla="*/ 368686 w 472543"/>
                <a:gd name="connsiteY217" fmla="*/ 36768 h 464260"/>
                <a:gd name="connsiteX218" fmla="*/ 366667 w 472543"/>
                <a:gd name="connsiteY218" fmla="*/ 35624 h 464260"/>
                <a:gd name="connsiteX219" fmla="*/ 364647 w 472543"/>
                <a:gd name="connsiteY219" fmla="*/ 33303 h 464260"/>
                <a:gd name="connsiteX220" fmla="*/ 363772 w 472543"/>
                <a:gd name="connsiteY220" fmla="*/ 31554 h 464260"/>
                <a:gd name="connsiteX221" fmla="*/ 361181 w 472543"/>
                <a:gd name="connsiteY221" fmla="*/ 30982 h 464260"/>
                <a:gd name="connsiteX222" fmla="*/ 357714 w 472543"/>
                <a:gd name="connsiteY222" fmla="*/ 30847 h 464260"/>
                <a:gd name="connsiteX223" fmla="*/ 354820 w 472543"/>
                <a:gd name="connsiteY223" fmla="*/ 30713 h 464260"/>
                <a:gd name="connsiteX224" fmla="*/ 351354 w 472543"/>
                <a:gd name="connsiteY224" fmla="*/ 28964 h 464260"/>
                <a:gd name="connsiteX225" fmla="*/ 349469 w 472543"/>
                <a:gd name="connsiteY225" fmla="*/ 26945 h 464260"/>
                <a:gd name="connsiteX226" fmla="*/ 346137 w 472543"/>
                <a:gd name="connsiteY226" fmla="*/ 24624 h 464260"/>
                <a:gd name="connsiteX227" fmla="*/ 339777 w 472543"/>
                <a:gd name="connsiteY227" fmla="*/ 20722 h 464260"/>
                <a:gd name="connsiteX228" fmla="*/ 336748 w 472543"/>
                <a:gd name="connsiteY228" fmla="*/ 18535 h 464260"/>
                <a:gd name="connsiteX229" fmla="*/ 333719 w 472543"/>
                <a:gd name="connsiteY229" fmla="*/ 15070 h 464260"/>
                <a:gd name="connsiteX230" fmla="*/ 327055 w 472543"/>
                <a:gd name="connsiteY230" fmla="*/ 11740 h 464260"/>
                <a:gd name="connsiteX231" fmla="*/ 321536 w 472543"/>
                <a:gd name="connsiteY231" fmla="*/ 8713 h 464260"/>
                <a:gd name="connsiteX232" fmla="*/ 318069 w 472543"/>
                <a:gd name="connsiteY232" fmla="*/ 5954 h 464260"/>
                <a:gd name="connsiteX233" fmla="*/ 316117 w 472543"/>
                <a:gd name="connsiteY233" fmla="*/ 2758 h 464260"/>
                <a:gd name="connsiteX234" fmla="*/ 313425 w 472543"/>
                <a:gd name="connsiteY234" fmla="*/ 0 h 464260"/>
                <a:gd name="connsiteX235" fmla="*/ 311675 w 472543"/>
                <a:gd name="connsiteY235" fmla="*/ 0 h 464260"/>
                <a:gd name="connsiteX236" fmla="*/ 306459 w 472543"/>
                <a:gd name="connsiteY236" fmla="*/ 0 h 464260"/>
                <a:gd name="connsiteX237" fmla="*/ 304709 w 472543"/>
                <a:gd name="connsiteY237" fmla="*/ 1682 h 464260"/>
                <a:gd name="connsiteX238" fmla="*/ 302386 w 472543"/>
                <a:gd name="connsiteY238" fmla="*/ 4070 h 464260"/>
                <a:gd name="connsiteX239" fmla="*/ 301949 w 472543"/>
                <a:gd name="connsiteY239" fmla="*/ 5954 h 464260"/>
                <a:gd name="connsiteX240" fmla="*/ 301646 w 472543"/>
                <a:gd name="connsiteY240" fmla="*/ 7703 h 464260"/>
                <a:gd name="connsiteX241" fmla="*/ 301074 w 472543"/>
                <a:gd name="connsiteY241" fmla="*/ 9722 h 464260"/>
                <a:gd name="connsiteX242" fmla="*/ 302386 w 472543"/>
                <a:gd name="connsiteY242" fmla="*/ 11303 h 464260"/>
                <a:gd name="connsiteX243" fmla="*/ 304136 w 472543"/>
                <a:gd name="connsiteY243" fmla="*/ 12312 h 464260"/>
                <a:gd name="connsiteX244" fmla="*/ 306459 w 472543"/>
                <a:gd name="connsiteY244" fmla="*/ 14768 h 464260"/>
                <a:gd name="connsiteX245" fmla="*/ 307603 w 472543"/>
                <a:gd name="connsiteY245" fmla="*/ 14768 h 464260"/>
                <a:gd name="connsiteX246" fmla="*/ 307300 w 472543"/>
                <a:gd name="connsiteY246" fmla="*/ 18233 h 464260"/>
                <a:gd name="connsiteX247" fmla="*/ 307300 w 472543"/>
                <a:gd name="connsiteY247" fmla="*/ 19107 h 464260"/>
                <a:gd name="connsiteX248" fmla="*/ 306425 w 472543"/>
                <a:gd name="connsiteY248" fmla="*/ 20856 h 464260"/>
                <a:gd name="connsiteX249" fmla="*/ 304675 w 472543"/>
                <a:gd name="connsiteY249" fmla="*/ 20856 h 464260"/>
                <a:gd name="connsiteX250" fmla="*/ 303093 w 472543"/>
                <a:gd name="connsiteY250" fmla="*/ 20856 h 464260"/>
                <a:gd name="connsiteX251" fmla="*/ 301646 w 472543"/>
                <a:gd name="connsiteY251" fmla="*/ 21428 h 464260"/>
                <a:gd name="connsiteX252" fmla="*/ 301343 w 472543"/>
                <a:gd name="connsiteY252" fmla="*/ 24187 h 464260"/>
                <a:gd name="connsiteX253" fmla="*/ 300636 w 472543"/>
                <a:gd name="connsiteY253" fmla="*/ 29973 h 464260"/>
                <a:gd name="connsiteX254" fmla="*/ 299055 w 472543"/>
                <a:gd name="connsiteY254" fmla="*/ 30847 h 464260"/>
                <a:gd name="connsiteX255" fmla="*/ 296429 w 472543"/>
                <a:gd name="connsiteY255" fmla="*/ 27214 h 464260"/>
                <a:gd name="connsiteX256" fmla="*/ 291516 w 472543"/>
                <a:gd name="connsiteY256" fmla="*/ 27214 h 464260"/>
                <a:gd name="connsiteX257" fmla="*/ 291651 w 472543"/>
                <a:gd name="connsiteY257" fmla="*/ 28661 h 464260"/>
                <a:gd name="connsiteX258" fmla="*/ 291651 w 472543"/>
                <a:gd name="connsiteY258" fmla="*/ 34581 h 464260"/>
                <a:gd name="connsiteX259" fmla="*/ 291718 w 472543"/>
                <a:gd name="connsiteY259" fmla="*/ 38484 h 464260"/>
                <a:gd name="connsiteX260" fmla="*/ 293098 w 472543"/>
                <a:gd name="connsiteY260" fmla="*/ 39930 h 464260"/>
                <a:gd name="connsiteX261" fmla="*/ 296429 w 472543"/>
                <a:gd name="connsiteY261" fmla="*/ 42386 h 464260"/>
                <a:gd name="connsiteX262" fmla="*/ 297304 w 472543"/>
                <a:gd name="connsiteY262" fmla="*/ 45582 h 464260"/>
                <a:gd name="connsiteX263" fmla="*/ 300939 w 472543"/>
                <a:gd name="connsiteY263" fmla="*/ 47465 h 464260"/>
                <a:gd name="connsiteX264" fmla="*/ 303968 w 472543"/>
                <a:gd name="connsiteY264" fmla="*/ 48912 h 464260"/>
                <a:gd name="connsiteX265" fmla="*/ 310329 w 472543"/>
                <a:gd name="connsiteY265" fmla="*/ 52108 h 464260"/>
                <a:gd name="connsiteX266" fmla="*/ 314401 w 472543"/>
                <a:gd name="connsiteY266" fmla="*/ 55169 h 464260"/>
                <a:gd name="connsiteX267" fmla="*/ 315983 w 472543"/>
                <a:gd name="connsiteY267" fmla="*/ 59811 h 464260"/>
                <a:gd name="connsiteX268" fmla="*/ 315983 w 472543"/>
                <a:gd name="connsiteY268" fmla="*/ 63579 h 464260"/>
                <a:gd name="connsiteX269" fmla="*/ 315983 w 472543"/>
                <a:gd name="connsiteY269" fmla="*/ 65765 h 464260"/>
                <a:gd name="connsiteX270" fmla="*/ 314401 w 472543"/>
                <a:gd name="connsiteY270" fmla="*/ 68221 h 464260"/>
                <a:gd name="connsiteX271" fmla="*/ 312213 w 472543"/>
                <a:gd name="connsiteY271" fmla="*/ 69668 h 464260"/>
                <a:gd name="connsiteX272" fmla="*/ 307872 w 472543"/>
                <a:gd name="connsiteY272" fmla="*/ 71417 h 464260"/>
                <a:gd name="connsiteX273" fmla="*/ 306290 w 472543"/>
                <a:gd name="connsiteY273" fmla="*/ 71417 h 464260"/>
                <a:gd name="connsiteX274" fmla="*/ 302824 w 472543"/>
                <a:gd name="connsiteY274" fmla="*/ 72426 h 464260"/>
                <a:gd name="connsiteX275" fmla="*/ 302117 w 472543"/>
                <a:gd name="connsiteY275" fmla="*/ 73873 h 464260"/>
                <a:gd name="connsiteX276" fmla="*/ 302117 w 472543"/>
                <a:gd name="connsiteY276" fmla="*/ 74882 h 464260"/>
                <a:gd name="connsiteX277" fmla="*/ 301175 w 472543"/>
                <a:gd name="connsiteY277" fmla="*/ 78077 h 464260"/>
                <a:gd name="connsiteX278" fmla="*/ 298213 w 472543"/>
                <a:gd name="connsiteY278" fmla="*/ 81273 h 464260"/>
                <a:gd name="connsiteX279" fmla="*/ 295756 w 472543"/>
                <a:gd name="connsiteY279" fmla="*/ 83729 h 464260"/>
                <a:gd name="connsiteX280" fmla="*/ 291718 w 472543"/>
                <a:gd name="connsiteY280" fmla="*/ 84435 h 464260"/>
                <a:gd name="connsiteX281" fmla="*/ 288958 w 472543"/>
                <a:gd name="connsiteY281" fmla="*/ 84435 h 464260"/>
                <a:gd name="connsiteX282" fmla="*/ 286636 w 472543"/>
                <a:gd name="connsiteY282" fmla="*/ 84435 h 464260"/>
                <a:gd name="connsiteX283" fmla="*/ 284583 w 472543"/>
                <a:gd name="connsiteY283" fmla="*/ 86622 h 464260"/>
                <a:gd name="connsiteX284" fmla="*/ 284448 w 472543"/>
                <a:gd name="connsiteY284" fmla="*/ 88371 h 464260"/>
                <a:gd name="connsiteX285" fmla="*/ 284448 w 472543"/>
                <a:gd name="connsiteY285" fmla="*/ 91130 h 464260"/>
                <a:gd name="connsiteX286" fmla="*/ 284448 w 472543"/>
                <a:gd name="connsiteY286" fmla="*/ 94023 h 464260"/>
                <a:gd name="connsiteX287" fmla="*/ 283304 w 472543"/>
                <a:gd name="connsiteY287" fmla="*/ 97353 h 464260"/>
                <a:gd name="connsiteX288" fmla="*/ 281722 w 472543"/>
                <a:gd name="connsiteY288" fmla="*/ 100683 h 464260"/>
                <a:gd name="connsiteX289" fmla="*/ 280713 w 472543"/>
                <a:gd name="connsiteY289" fmla="*/ 104148 h 464260"/>
                <a:gd name="connsiteX290" fmla="*/ 278256 w 472543"/>
                <a:gd name="connsiteY290" fmla="*/ 107916 h 464260"/>
                <a:gd name="connsiteX291" fmla="*/ 274352 w 472543"/>
                <a:gd name="connsiteY291" fmla="*/ 110102 h 464260"/>
                <a:gd name="connsiteX292" fmla="*/ 269136 w 472543"/>
                <a:gd name="connsiteY292" fmla="*/ 112121 h 464260"/>
                <a:gd name="connsiteX293" fmla="*/ 268126 w 472543"/>
                <a:gd name="connsiteY293" fmla="*/ 115317 h 464260"/>
                <a:gd name="connsiteX294" fmla="*/ 269270 w 472543"/>
                <a:gd name="connsiteY294" fmla="*/ 117200 h 464260"/>
                <a:gd name="connsiteX295" fmla="*/ 272467 w 472543"/>
                <a:gd name="connsiteY295" fmla="*/ 120834 h 464260"/>
                <a:gd name="connsiteX296" fmla="*/ 269439 w 472543"/>
                <a:gd name="connsiteY296" fmla="*/ 124298 h 464260"/>
                <a:gd name="connsiteX297" fmla="*/ 266107 w 472543"/>
                <a:gd name="connsiteY297" fmla="*/ 125879 h 464260"/>
                <a:gd name="connsiteX298" fmla="*/ 264962 w 472543"/>
                <a:gd name="connsiteY298" fmla="*/ 127898 h 464260"/>
                <a:gd name="connsiteX299" fmla="*/ 265535 w 472543"/>
                <a:gd name="connsiteY299" fmla="*/ 130219 h 464260"/>
                <a:gd name="connsiteX300" fmla="*/ 267991 w 472543"/>
                <a:gd name="connsiteY300" fmla="*/ 131968 h 464260"/>
                <a:gd name="connsiteX301" fmla="*/ 265669 w 472543"/>
                <a:gd name="connsiteY301" fmla="*/ 135736 h 464260"/>
                <a:gd name="connsiteX302" fmla="*/ 262640 w 472543"/>
                <a:gd name="connsiteY302" fmla="*/ 138763 h 464260"/>
                <a:gd name="connsiteX303" fmla="*/ 260318 w 472543"/>
                <a:gd name="connsiteY303" fmla="*/ 139638 h 464260"/>
                <a:gd name="connsiteX304" fmla="*/ 257727 w 472543"/>
                <a:gd name="connsiteY304" fmla="*/ 142396 h 464260"/>
                <a:gd name="connsiteX305" fmla="*/ 256583 w 472543"/>
                <a:gd name="connsiteY305" fmla="*/ 145592 h 464260"/>
                <a:gd name="connsiteX306" fmla="*/ 257458 w 472543"/>
                <a:gd name="connsiteY306" fmla="*/ 148923 h 464260"/>
                <a:gd name="connsiteX307" fmla="*/ 260352 w 472543"/>
                <a:gd name="connsiteY307" fmla="*/ 152690 h 464260"/>
                <a:gd name="connsiteX308" fmla="*/ 256448 w 472543"/>
                <a:gd name="connsiteY308" fmla="*/ 157198 h 464260"/>
                <a:gd name="connsiteX309" fmla="*/ 255438 w 472543"/>
                <a:gd name="connsiteY309" fmla="*/ 158644 h 464260"/>
                <a:gd name="connsiteX310" fmla="*/ 253419 w 472543"/>
                <a:gd name="connsiteY310" fmla="*/ 160225 h 464260"/>
                <a:gd name="connsiteX311" fmla="*/ 251837 w 472543"/>
                <a:gd name="connsiteY311" fmla="*/ 160663 h 464260"/>
                <a:gd name="connsiteX312" fmla="*/ 249818 w 472543"/>
                <a:gd name="connsiteY312" fmla="*/ 162412 h 464260"/>
                <a:gd name="connsiteX313" fmla="*/ 247496 w 472543"/>
                <a:gd name="connsiteY313" fmla="*/ 163421 h 464260"/>
                <a:gd name="connsiteX314" fmla="*/ 244904 w 472543"/>
                <a:gd name="connsiteY314" fmla="*/ 163421 h 464260"/>
                <a:gd name="connsiteX315" fmla="*/ 243154 w 472543"/>
                <a:gd name="connsiteY315" fmla="*/ 162412 h 464260"/>
                <a:gd name="connsiteX316" fmla="*/ 240529 w 472543"/>
                <a:gd name="connsiteY316" fmla="*/ 159082 h 464260"/>
                <a:gd name="connsiteX317" fmla="*/ 239822 w 472543"/>
                <a:gd name="connsiteY317" fmla="*/ 156054 h 464260"/>
                <a:gd name="connsiteX318" fmla="*/ 238678 w 472543"/>
                <a:gd name="connsiteY318" fmla="*/ 155617 h 464260"/>
                <a:gd name="connsiteX319" fmla="*/ 236794 w 472543"/>
                <a:gd name="connsiteY319" fmla="*/ 156189 h 464260"/>
                <a:gd name="connsiteX320" fmla="*/ 234034 w 472543"/>
                <a:gd name="connsiteY320" fmla="*/ 158813 h 464260"/>
                <a:gd name="connsiteX321" fmla="*/ 231274 w 472543"/>
                <a:gd name="connsiteY321" fmla="*/ 158947 h 464260"/>
                <a:gd name="connsiteX322" fmla="*/ 228077 w 472543"/>
                <a:gd name="connsiteY322" fmla="*/ 157803 h 464260"/>
                <a:gd name="connsiteX323" fmla="*/ 226630 w 472543"/>
                <a:gd name="connsiteY323" fmla="*/ 156660 h 464260"/>
                <a:gd name="connsiteX324" fmla="*/ 224745 w 472543"/>
                <a:gd name="connsiteY324" fmla="*/ 154776 h 464260"/>
                <a:gd name="connsiteX325" fmla="*/ 221413 w 472543"/>
                <a:gd name="connsiteY325" fmla="*/ 154776 h 464260"/>
                <a:gd name="connsiteX326" fmla="*/ 219663 w 472543"/>
                <a:gd name="connsiteY326" fmla="*/ 154776 h 464260"/>
                <a:gd name="connsiteX327" fmla="*/ 216466 w 472543"/>
                <a:gd name="connsiteY327" fmla="*/ 154776 h 464260"/>
                <a:gd name="connsiteX328" fmla="*/ 215322 w 472543"/>
                <a:gd name="connsiteY328" fmla="*/ 157030 h 464260"/>
                <a:gd name="connsiteX329" fmla="*/ 214178 w 472543"/>
                <a:gd name="connsiteY329" fmla="*/ 158981 h 464260"/>
                <a:gd name="connsiteX330" fmla="*/ 215322 w 472543"/>
                <a:gd name="connsiteY330" fmla="*/ 160865 h 464260"/>
                <a:gd name="connsiteX331" fmla="*/ 215322 w 472543"/>
                <a:gd name="connsiteY331" fmla="*/ 163623 h 464260"/>
                <a:gd name="connsiteX332" fmla="*/ 213370 w 472543"/>
                <a:gd name="connsiteY332" fmla="*/ 165070 h 464260"/>
                <a:gd name="connsiteX333" fmla="*/ 211115 w 472543"/>
                <a:gd name="connsiteY333" fmla="*/ 166651 h 464260"/>
                <a:gd name="connsiteX334" fmla="*/ 209096 w 472543"/>
                <a:gd name="connsiteY334" fmla="*/ 169846 h 464260"/>
                <a:gd name="connsiteX335" fmla="*/ 207952 w 472543"/>
                <a:gd name="connsiteY335" fmla="*/ 172874 h 464260"/>
                <a:gd name="connsiteX336" fmla="*/ 210711 w 472543"/>
                <a:gd name="connsiteY336" fmla="*/ 175195 h 464260"/>
                <a:gd name="connsiteX337" fmla="*/ 213606 w 472543"/>
                <a:gd name="connsiteY337" fmla="*/ 178828 h 464260"/>
                <a:gd name="connsiteX338" fmla="*/ 213606 w 472543"/>
                <a:gd name="connsiteY338" fmla="*/ 181721 h 464260"/>
                <a:gd name="connsiteX339" fmla="*/ 213606 w 472543"/>
                <a:gd name="connsiteY339" fmla="*/ 182865 h 464260"/>
                <a:gd name="connsiteX340" fmla="*/ 211855 w 472543"/>
                <a:gd name="connsiteY340" fmla="*/ 185186 h 464260"/>
                <a:gd name="connsiteX341" fmla="*/ 211855 w 472543"/>
                <a:gd name="connsiteY341" fmla="*/ 186061 h 464260"/>
                <a:gd name="connsiteX342" fmla="*/ 208961 w 472543"/>
                <a:gd name="connsiteY342" fmla="*/ 186061 h 464260"/>
                <a:gd name="connsiteX343" fmla="*/ 207514 w 472543"/>
                <a:gd name="connsiteY343" fmla="*/ 187642 h 464260"/>
                <a:gd name="connsiteX344" fmla="*/ 206201 w 472543"/>
                <a:gd name="connsiteY344" fmla="*/ 190972 h 464260"/>
                <a:gd name="connsiteX345" fmla="*/ 204620 w 472543"/>
                <a:gd name="connsiteY345" fmla="*/ 192856 h 464260"/>
                <a:gd name="connsiteX346" fmla="*/ 203038 w 472543"/>
                <a:gd name="connsiteY346" fmla="*/ 194302 h 464260"/>
                <a:gd name="connsiteX347" fmla="*/ 201019 w 472543"/>
                <a:gd name="connsiteY347" fmla="*/ 198440 h 464260"/>
                <a:gd name="connsiteX348" fmla="*/ 200009 w 472543"/>
                <a:gd name="connsiteY348" fmla="*/ 201266 h 464260"/>
                <a:gd name="connsiteX349" fmla="*/ 198562 w 472543"/>
                <a:gd name="connsiteY349" fmla="*/ 205605 h 464260"/>
                <a:gd name="connsiteX350" fmla="*/ 196980 w 472543"/>
                <a:gd name="connsiteY350" fmla="*/ 208936 h 464260"/>
                <a:gd name="connsiteX351" fmla="*/ 193514 w 472543"/>
                <a:gd name="connsiteY351" fmla="*/ 210954 h 464260"/>
                <a:gd name="connsiteX352" fmla="*/ 190451 w 472543"/>
                <a:gd name="connsiteY352" fmla="*/ 216471 h 464260"/>
                <a:gd name="connsiteX353" fmla="*/ 188701 w 472543"/>
                <a:gd name="connsiteY353" fmla="*/ 222694 h 464260"/>
                <a:gd name="connsiteX354" fmla="*/ 185235 w 472543"/>
                <a:gd name="connsiteY354" fmla="*/ 227034 h 464260"/>
                <a:gd name="connsiteX355" fmla="*/ 183350 w 472543"/>
                <a:gd name="connsiteY355" fmla="*/ 228918 h 464260"/>
                <a:gd name="connsiteX356" fmla="*/ 181465 w 472543"/>
                <a:gd name="connsiteY356" fmla="*/ 231239 h 464260"/>
                <a:gd name="connsiteX357" fmla="*/ 180590 w 472543"/>
                <a:gd name="connsiteY357" fmla="*/ 233829 h 464260"/>
                <a:gd name="connsiteX358" fmla="*/ 180590 w 472543"/>
                <a:gd name="connsiteY358" fmla="*/ 235578 h 464260"/>
                <a:gd name="connsiteX359" fmla="*/ 178638 w 472543"/>
                <a:gd name="connsiteY359" fmla="*/ 239043 h 464260"/>
                <a:gd name="connsiteX360" fmla="*/ 175374 w 472543"/>
                <a:gd name="connsiteY360" fmla="*/ 241802 h 464260"/>
                <a:gd name="connsiteX361" fmla="*/ 170595 w 472543"/>
                <a:gd name="connsiteY361" fmla="*/ 244257 h 464260"/>
                <a:gd name="connsiteX362" fmla="*/ 167263 w 472543"/>
                <a:gd name="connsiteY362" fmla="*/ 245401 h 464260"/>
                <a:gd name="connsiteX363" fmla="*/ 165076 w 472543"/>
                <a:gd name="connsiteY363" fmla="*/ 246410 h 464260"/>
                <a:gd name="connsiteX364" fmla="*/ 162316 w 472543"/>
                <a:gd name="connsiteY364" fmla="*/ 248597 h 464260"/>
                <a:gd name="connsiteX365" fmla="*/ 157234 w 472543"/>
                <a:gd name="connsiteY365" fmla="*/ 248597 h 464260"/>
                <a:gd name="connsiteX366" fmla="*/ 151883 w 472543"/>
                <a:gd name="connsiteY366" fmla="*/ 248597 h 464260"/>
                <a:gd name="connsiteX367" fmla="*/ 148114 w 472543"/>
                <a:gd name="connsiteY367" fmla="*/ 248597 h 464260"/>
                <a:gd name="connsiteX368" fmla="*/ 143200 w 472543"/>
                <a:gd name="connsiteY368" fmla="*/ 248092 h 464260"/>
                <a:gd name="connsiteX369" fmla="*/ 140743 w 472543"/>
                <a:gd name="connsiteY369" fmla="*/ 247588 h 464260"/>
                <a:gd name="connsiteX370" fmla="*/ 135830 w 472543"/>
                <a:gd name="connsiteY370" fmla="*/ 244392 h 464260"/>
                <a:gd name="connsiteX371" fmla="*/ 134955 w 472543"/>
                <a:gd name="connsiteY371" fmla="*/ 241196 h 464260"/>
                <a:gd name="connsiteX372" fmla="*/ 131926 w 472543"/>
                <a:gd name="connsiteY372" fmla="*/ 239010 h 464260"/>
                <a:gd name="connsiteX373" fmla="*/ 131926 w 472543"/>
                <a:gd name="connsiteY373" fmla="*/ 236117 h 464260"/>
                <a:gd name="connsiteX374" fmla="*/ 131421 w 472543"/>
                <a:gd name="connsiteY374" fmla="*/ 231474 h 464260"/>
                <a:gd name="connsiteX375" fmla="*/ 131791 w 472543"/>
                <a:gd name="connsiteY375" fmla="*/ 225688 h 464260"/>
                <a:gd name="connsiteX376" fmla="*/ 131084 w 472543"/>
                <a:gd name="connsiteY376" fmla="*/ 221921 h 464260"/>
                <a:gd name="connsiteX377" fmla="*/ 124555 w 472543"/>
                <a:gd name="connsiteY377" fmla="*/ 217850 h 464260"/>
                <a:gd name="connsiteX378" fmla="*/ 122099 w 472543"/>
                <a:gd name="connsiteY378" fmla="*/ 216538 h 464260"/>
                <a:gd name="connsiteX379" fmla="*/ 120652 w 472543"/>
                <a:gd name="connsiteY379" fmla="*/ 217245 h 464260"/>
                <a:gd name="connsiteX380" fmla="*/ 116310 w 472543"/>
                <a:gd name="connsiteY380" fmla="*/ 217245 h 464260"/>
                <a:gd name="connsiteX381" fmla="*/ 113281 w 472543"/>
                <a:gd name="connsiteY381" fmla="*/ 218052 h 464260"/>
                <a:gd name="connsiteX382" fmla="*/ 112272 w 472543"/>
                <a:gd name="connsiteY382" fmla="*/ 219297 h 464260"/>
                <a:gd name="connsiteX383" fmla="*/ 111094 w 472543"/>
                <a:gd name="connsiteY383" fmla="*/ 221046 h 464260"/>
                <a:gd name="connsiteX384" fmla="*/ 109344 w 472543"/>
                <a:gd name="connsiteY384" fmla="*/ 223636 h 464260"/>
                <a:gd name="connsiteX385" fmla="*/ 108469 w 472543"/>
                <a:gd name="connsiteY385" fmla="*/ 224208 h 464260"/>
                <a:gd name="connsiteX386" fmla="*/ 105271 w 472543"/>
                <a:gd name="connsiteY386" fmla="*/ 224208 h 464260"/>
                <a:gd name="connsiteX387" fmla="*/ 103521 w 472543"/>
                <a:gd name="connsiteY387" fmla="*/ 224141 h 464260"/>
                <a:gd name="connsiteX388" fmla="*/ 102209 w 472543"/>
                <a:gd name="connsiteY388" fmla="*/ 224645 h 464260"/>
                <a:gd name="connsiteX389" fmla="*/ 100762 w 472543"/>
                <a:gd name="connsiteY389" fmla="*/ 226664 h 464260"/>
                <a:gd name="connsiteX390" fmla="*/ 98002 w 472543"/>
                <a:gd name="connsiteY390" fmla="*/ 228245 h 464260"/>
                <a:gd name="connsiteX391" fmla="*/ 95444 w 472543"/>
                <a:gd name="connsiteY391" fmla="*/ 228379 h 464260"/>
                <a:gd name="connsiteX392" fmla="*/ 91069 w 472543"/>
                <a:gd name="connsiteY392" fmla="*/ 228245 h 464260"/>
                <a:gd name="connsiteX393" fmla="*/ 87603 w 472543"/>
                <a:gd name="connsiteY393" fmla="*/ 224915 h 464260"/>
                <a:gd name="connsiteX394" fmla="*/ 85651 w 472543"/>
                <a:gd name="connsiteY394" fmla="*/ 221147 h 464260"/>
                <a:gd name="connsiteX395" fmla="*/ 81747 w 472543"/>
                <a:gd name="connsiteY395" fmla="*/ 217884 h 464260"/>
                <a:gd name="connsiteX396" fmla="*/ 78920 w 472543"/>
                <a:gd name="connsiteY396" fmla="*/ 215495 h 464260"/>
                <a:gd name="connsiteX397" fmla="*/ 75218 w 472543"/>
                <a:gd name="connsiteY397" fmla="*/ 215495 h 464260"/>
                <a:gd name="connsiteX398" fmla="*/ 73030 w 472543"/>
                <a:gd name="connsiteY398" fmla="*/ 212670 h 464260"/>
                <a:gd name="connsiteX399" fmla="*/ 70843 w 472543"/>
                <a:gd name="connsiteY399" fmla="*/ 209407 h 464260"/>
                <a:gd name="connsiteX400" fmla="*/ 67376 w 472543"/>
                <a:gd name="connsiteY400" fmla="*/ 207657 h 464260"/>
                <a:gd name="connsiteX401" fmla="*/ 64987 w 472543"/>
                <a:gd name="connsiteY401" fmla="*/ 206581 h 464260"/>
                <a:gd name="connsiteX402" fmla="*/ 61285 w 472543"/>
                <a:gd name="connsiteY402" fmla="*/ 204394 h 464260"/>
                <a:gd name="connsiteX403" fmla="*/ 57381 w 472543"/>
                <a:gd name="connsiteY403" fmla="*/ 203755 h 464260"/>
                <a:gd name="connsiteX404" fmla="*/ 54116 w 472543"/>
                <a:gd name="connsiteY404" fmla="*/ 200728 h 464260"/>
                <a:gd name="connsiteX405" fmla="*/ 50852 w 472543"/>
                <a:gd name="connsiteY405" fmla="*/ 198339 h 464260"/>
                <a:gd name="connsiteX406" fmla="*/ 47823 w 472543"/>
                <a:gd name="connsiteY406" fmla="*/ 200526 h 464260"/>
                <a:gd name="connsiteX407" fmla="*/ 44996 w 472543"/>
                <a:gd name="connsiteY407" fmla="*/ 204865 h 464260"/>
                <a:gd name="connsiteX408" fmla="*/ 41294 w 472543"/>
                <a:gd name="connsiteY408" fmla="*/ 210079 h 464260"/>
                <a:gd name="connsiteX409" fmla="*/ 38030 w 472543"/>
                <a:gd name="connsiteY409" fmla="*/ 216168 h 464260"/>
                <a:gd name="connsiteX410" fmla="*/ 35842 w 472543"/>
                <a:gd name="connsiteY410" fmla="*/ 216168 h 464260"/>
                <a:gd name="connsiteX411" fmla="*/ 32140 w 472543"/>
                <a:gd name="connsiteY411" fmla="*/ 216168 h 464260"/>
                <a:gd name="connsiteX412" fmla="*/ 29313 w 472543"/>
                <a:gd name="connsiteY412" fmla="*/ 217245 h 464260"/>
                <a:gd name="connsiteX413" fmla="*/ 31938 w 472543"/>
                <a:gd name="connsiteY413" fmla="*/ 221382 h 464260"/>
                <a:gd name="connsiteX414" fmla="*/ 31063 w 472543"/>
                <a:gd name="connsiteY414" fmla="*/ 224645 h 464260"/>
                <a:gd name="connsiteX415" fmla="*/ 26722 w 472543"/>
                <a:gd name="connsiteY415" fmla="*/ 222459 h 464260"/>
                <a:gd name="connsiteX416" fmla="*/ 21943 w 472543"/>
                <a:gd name="connsiteY416" fmla="*/ 222459 h 464260"/>
                <a:gd name="connsiteX417" fmla="*/ 21303 w 472543"/>
                <a:gd name="connsiteY417" fmla="*/ 225621 h 464260"/>
                <a:gd name="connsiteX418" fmla="*/ 21539 w 472543"/>
                <a:gd name="connsiteY418" fmla="*/ 230061 h 464260"/>
                <a:gd name="connsiteX419" fmla="*/ 23928 w 472543"/>
                <a:gd name="connsiteY419" fmla="*/ 234199 h 464260"/>
                <a:gd name="connsiteX420" fmla="*/ 29347 w 472543"/>
                <a:gd name="connsiteY420" fmla="*/ 237462 h 464260"/>
                <a:gd name="connsiteX421" fmla="*/ 35674 w 472543"/>
                <a:gd name="connsiteY421" fmla="*/ 239851 h 464260"/>
                <a:gd name="connsiteX422" fmla="*/ 38299 w 472543"/>
                <a:gd name="connsiteY422" fmla="*/ 244863 h 464260"/>
                <a:gd name="connsiteX423" fmla="*/ 39376 w 472543"/>
                <a:gd name="connsiteY423" fmla="*/ 248328 h 464260"/>
                <a:gd name="connsiteX424" fmla="*/ 38501 w 472543"/>
                <a:gd name="connsiteY424" fmla="*/ 251591 h 464260"/>
                <a:gd name="connsiteX425" fmla="*/ 38063 w 472543"/>
                <a:gd name="connsiteY425" fmla="*/ 254618 h 464260"/>
                <a:gd name="connsiteX426" fmla="*/ 37188 w 472543"/>
                <a:gd name="connsiteY426" fmla="*/ 258521 h 464260"/>
                <a:gd name="connsiteX427" fmla="*/ 35876 w 472543"/>
                <a:gd name="connsiteY427" fmla="*/ 262860 h 464260"/>
                <a:gd name="connsiteX428" fmla="*/ 34563 w 472543"/>
                <a:gd name="connsiteY428" fmla="*/ 265888 h 464260"/>
                <a:gd name="connsiteX429" fmla="*/ 31534 w 472543"/>
                <a:gd name="connsiteY429" fmla="*/ 267637 h 464260"/>
                <a:gd name="connsiteX430" fmla="*/ 28472 w 472543"/>
                <a:gd name="connsiteY430" fmla="*/ 267637 h 464260"/>
                <a:gd name="connsiteX431" fmla="*/ 26082 w 472543"/>
                <a:gd name="connsiteY431" fmla="*/ 267637 h 464260"/>
                <a:gd name="connsiteX432" fmla="*/ 25207 w 472543"/>
                <a:gd name="connsiteY432" fmla="*/ 272111 h 464260"/>
                <a:gd name="connsiteX433" fmla="*/ 23255 w 472543"/>
                <a:gd name="connsiteY433" fmla="*/ 278738 h 464260"/>
                <a:gd name="connsiteX434" fmla="*/ 20428 w 472543"/>
                <a:gd name="connsiteY434" fmla="*/ 281564 h 464260"/>
                <a:gd name="connsiteX435" fmla="*/ 14976 w 472543"/>
                <a:gd name="connsiteY435" fmla="*/ 283313 h 464260"/>
                <a:gd name="connsiteX436" fmla="*/ 9120 w 472543"/>
                <a:gd name="connsiteY436" fmla="*/ 286778 h 464260"/>
                <a:gd name="connsiteX437" fmla="*/ 4139 w 472543"/>
                <a:gd name="connsiteY437" fmla="*/ 292328 h 464260"/>
                <a:gd name="connsiteX438" fmla="*/ 0 w 472543"/>
                <a:gd name="connsiteY438" fmla="*/ 294616 h 464260"/>
                <a:gd name="connsiteX439" fmla="*/ 1312 w 472543"/>
                <a:gd name="connsiteY439" fmla="*/ 299830 h 464260"/>
                <a:gd name="connsiteX440" fmla="*/ 0 w 472543"/>
                <a:gd name="connsiteY440" fmla="*/ 306558 h 464260"/>
                <a:gd name="connsiteX441" fmla="*/ 1077 w 472543"/>
                <a:gd name="connsiteY441" fmla="*/ 309585 h 464260"/>
                <a:gd name="connsiteX442" fmla="*/ 5216 w 472543"/>
                <a:gd name="connsiteY442" fmla="*/ 314800 h 464260"/>
                <a:gd name="connsiteX443" fmla="*/ 6731 w 472543"/>
                <a:gd name="connsiteY443" fmla="*/ 316313 h 464260"/>
                <a:gd name="connsiteX444" fmla="*/ 6293 w 472543"/>
                <a:gd name="connsiteY444" fmla="*/ 318702 h 464260"/>
                <a:gd name="connsiteX445" fmla="*/ 5216 w 472543"/>
                <a:gd name="connsiteY445" fmla="*/ 322839 h 464260"/>
                <a:gd name="connsiteX446" fmla="*/ 7606 w 472543"/>
                <a:gd name="connsiteY446" fmla="*/ 326304 h 464260"/>
                <a:gd name="connsiteX447" fmla="*/ 11072 w 472543"/>
                <a:gd name="connsiteY447" fmla="*/ 329130 h 464260"/>
                <a:gd name="connsiteX448" fmla="*/ 18039 w 472543"/>
                <a:gd name="connsiteY448" fmla="*/ 330207 h 464260"/>
                <a:gd name="connsiteX449" fmla="*/ 21303 w 472543"/>
                <a:gd name="connsiteY449" fmla="*/ 330207 h 464260"/>
                <a:gd name="connsiteX450" fmla="*/ 26520 w 472543"/>
                <a:gd name="connsiteY450" fmla="*/ 327583 h 464260"/>
                <a:gd name="connsiteX451" fmla="*/ 29784 w 472543"/>
                <a:gd name="connsiteY451" fmla="*/ 325833 h 464260"/>
                <a:gd name="connsiteX452" fmla="*/ 35001 w 472543"/>
                <a:gd name="connsiteY452" fmla="*/ 324757 h 464260"/>
                <a:gd name="connsiteX453" fmla="*/ 37188 w 472543"/>
                <a:gd name="connsiteY453" fmla="*/ 329769 h 464260"/>
                <a:gd name="connsiteX454" fmla="*/ 34799 w 472543"/>
                <a:gd name="connsiteY454" fmla="*/ 332595 h 464260"/>
                <a:gd name="connsiteX455" fmla="*/ 34361 w 472543"/>
                <a:gd name="connsiteY455" fmla="*/ 335219 h 464260"/>
                <a:gd name="connsiteX456" fmla="*/ 33924 w 472543"/>
                <a:gd name="connsiteY456" fmla="*/ 338482 h 464260"/>
                <a:gd name="connsiteX457" fmla="*/ 31972 w 472543"/>
                <a:gd name="connsiteY457" fmla="*/ 341106 h 464260"/>
                <a:gd name="connsiteX458" fmla="*/ 30895 w 472543"/>
                <a:gd name="connsiteY458" fmla="*/ 344133 h 464260"/>
                <a:gd name="connsiteX459" fmla="*/ 29818 w 472543"/>
                <a:gd name="connsiteY459" fmla="*/ 346757 h 464260"/>
                <a:gd name="connsiteX460" fmla="*/ 31770 w 472543"/>
                <a:gd name="connsiteY460" fmla="*/ 350458 h 464260"/>
                <a:gd name="connsiteX461" fmla="*/ 34597 w 472543"/>
                <a:gd name="connsiteY461" fmla="*/ 355436 h 464260"/>
                <a:gd name="connsiteX462" fmla="*/ 34597 w 472543"/>
                <a:gd name="connsiteY462" fmla="*/ 360650 h 464260"/>
                <a:gd name="connsiteX463" fmla="*/ 34597 w 472543"/>
                <a:gd name="connsiteY463" fmla="*/ 366167 h 464260"/>
                <a:gd name="connsiteX464" fmla="*/ 39073 w 472543"/>
                <a:gd name="connsiteY464" fmla="*/ 372122 h 464260"/>
                <a:gd name="connsiteX465" fmla="*/ 44155 w 472543"/>
                <a:gd name="connsiteY465" fmla="*/ 372559 h 464260"/>
                <a:gd name="connsiteX466" fmla="*/ 50953 w 472543"/>
                <a:gd name="connsiteY466" fmla="*/ 369969 h 464260"/>
                <a:gd name="connsiteX467" fmla="*/ 58929 w 472543"/>
                <a:gd name="connsiteY467" fmla="*/ 368657 h 464260"/>
                <a:gd name="connsiteX468" fmla="*/ 62261 w 472543"/>
                <a:gd name="connsiteY468" fmla="*/ 370406 h 464260"/>
                <a:gd name="connsiteX469" fmla="*/ 66737 w 472543"/>
                <a:gd name="connsiteY469" fmla="*/ 375620 h 464260"/>
                <a:gd name="connsiteX470" fmla="*/ 72526 w 472543"/>
                <a:gd name="connsiteY470" fmla="*/ 377638 h 464260"/>
                <a:gd name="connsiteX471" fmla="*/ 78482 w 472543"/>
                <a:gd name="connsiteY471" fmla="*/ 376629 h 464260"/>
                <a:gd name="connsiteX472" fmla="*/ 82521 w 472543"/>
                <a:gd name="connsiteY472" fmla="*/ 380834 h 464260"/>
                <a:gd name="connsiteX473" fmla="*/ 84978 w 472543"/>
                <a:gd name="connsiteY473" fmla="*/ 383290 h 464260"/>
                <a:gd name="connsiteX474" fmla="*/ 84978 w 472543"/>
                <a:gd name="connsiteY474" fmla="*/ 387192 h 464260"/>
                <a:gd name="connsiteX475" fmla="*/ 86055 w 472543"/>
                <a:gd name="connsiteY475" fmla="*/ 392541 h 464260"/>
                <a:gd name="connsiteX476" fmla="*/ 88882 w 472543"/>
                <a:gd name="connsiteY476" fmla="*/ 394862 h 464260"/>
                <a:gd name="connsiteX477" fmla="*/ 89757 w 472543"/>
                <a:gd name="connsiteY477" fmla="*/ 399067 h 464260"/>
                <a:gd name="connsiteX478" fmla="*/ 91944 w 472543"/>
                <a:gd name="connsiteY478" fmla="*/ 404146 h 464260"/>
                <a:gd name="connsiteX479" fmla="*/ 91944 w 472543"/>
                <a:gd name="connsiteY479" fmla="*/ 405391 h 464260"/>
                <a:gd name="connsiteX480" fmla="*/ 92550 w 472543"/>
                <a:gd name="connsiteY480" fmla="*/ 408722 h 464260"/>
                <a:gd name="connsiteX481" fmla="*/ 93694 w 472543"/>
                <a:gd name="connsiteY481" fmla="*/ 411110 h 464260"/>
                <a:gd name="connsiteX482" fmla="*/ 93694 w 472543"/>
                <a:gd name="connsiteY482" fmla="*/ 416324 h 464260"/>
                <a:gd name="connsiteX483" fmla="*/ 95848 w 472543"/>
                <a:gd name="connsiteY483" fmla="*/ 421942 h 464260"/>
                <a:gd name="connsiteX484" fmla="*/ 96286 w 472543"/>
                <a:gd name="connsiteY484" fmla="*/ 421269 h 464260"/>
                <a:gd name="connsiteX485" fmla="*/ 97228 w 472543"/>
                <a:gd name="connsiteY485" fmla="*/ 418443 h 464260"/>
                <a:gd name="connsiteX486" fmla="*/ 95646 w 472543"/>
                <a:gd name="connsiteY486" fmla="*/ 416829 h 464260"/>
                <a:gd name="connsiteX487" fmla="*/ 95444 w 472543"/>
                <a:gd name="connsiteY487" fmla="*/ 415012 h 464260"/>
                <a:gd name="connsiteX488" fmla="*/ 96824 w 472543"/>
                <a:gd name="connsiteY488" fmla="*/ 413768 h 464260"/>
                <a:gd name="connsiteX489" fmla="*/ 97767 w 472543"/>
                <a:gd name="connsiteY489" fmla="*/ 413633 h 464260"/>
                <a:gd name="connsiteX490" fmla="*/ 99012 w 472543"/>
                <a:gd name="connsiteY490" fmla="*/ 413936 h 464260"/>
                <a:gd name="connsiteX491" fmla="*/ 99584 w 472543"/>
                <a:gd name="connsiteY491" fmla="*/ 414507 h 464260"/>
                <a:gd name="connsiteX492" fmla="*/ 100459 w 472543"/>
                <a:gd name="connsiteY492" fmla="*/ 415079 h 464260"/>
                <a:gd name="connsiteX493" fmla="*/ 101468 w 472543"/>
                <a:gd name="connsiteY493" fmla="*/ 415718 h 464260"/>
                <a:gd name="connsiteX494" fmla="*/ 103286 w 472543"/>
                <a:gd name="connsiteY494" fmla="*/ 417602 h 464260"/>
                <a:gd name="connsiteX495" fmla="*/ 104464 w 472543"/>
                <a:gd name="connsiteY495" fmla="*/ 417165 h 464260"/>
                <a:gd name="connsiteX496" fmla="*/ 105238 w 472543"/>
                <a:gd name="connsiteY496" fmla="*/ 416862 h 464260"/>
                <a:gd name="connsiteX497" fmla="*/ 106180 w 472543"/>
                <a:gd name="connsiteY497" fmla="*/ 415786 h 464260"/>
                <a:gd name="connsiteX498" fmla="*/ 106180 w 472543"/>
                <a:gd name="connsiteY498" fmla="*/ 414709 h 464260"/>
                <a:gd name="connsiteX499" fmla="*/ 105877 w 472543"/>
                <a:gd name="connsiteY499" fmla="*/ 413566 h 464260"/>
                <a:gd name="connsiteX500" fmla="*/ 105238 w 472543"/>
                <a:gd name="connsiteY500" fmla="*/ 413128 h 464260"/>
                <a:gd name="connsiteX501" fmla="*/ 104868 w 472543"/>
                <a:gd name="connsiteY501" fmla="*/ 411615 h 464260"/>
                <a:gd name="connsiteX502" fmla="*/ 105507 w 472543"/>
                <a:gd name="connsiteY502" fmla="*/ 410538 h 464260"/>
                <a:gd name="connsiteX503" fmla="*/ 107190 w 472543"/>
                <a:gd name="connsiteY503" fmla="*/ 409394 h 464260"/>
                <a:gd name="connsiteX504" fmla="*/ 109512 w 472543"/>
                <a:gd name="connsiteY504" fmla="*/ 408251 h 464260"/>
                <a:gd name="connsiteX505" fmla="*/ 110017 w 472543"/>
                <a:gd name="connsiteY505" fmla="*/ 407881 h 464260"/>
                <a:gd name="connsiteX506" fmla="*/ 111700 w 472543"/>
                <a:gd name="connsiteY506" fmla="*/ 406939 h 464260"/>
                <a:gd name="connsiteX507" fmla="*/ 112272 w 472543"/>
                <a:gd name="connsiteY507" fmla="*/ 404550 h 464260"/>
                <a:gd name="connsiteX508" fmla="*/ 111969 w 472543"/>
                <a:gd name="connsiteY508" fmla="*/ 402868 h 464260"/>
                <a:gd name="connsiteX509" fmla="*/ 110522 w 472543"/>
                <a:gd name="connsiteY509" fmla="*/ 400042 h 464260"/>
                <a:gd name="connsiteX510" fmla="*/ 108199 w 472543"/>
                <a:gd name="connsiteY510" fmla="*/ 398024 h 464260"/>
                <a:gd name="connsiteX511" fmla="*/ 107122 w 472543"/>
                <a:gd name="connsiteY511" fmla="*/ 396779 h 464260"/>
                <a:gd name="connsiteX512" fmla="*/ 104868 w 472543"/>
                <a:gd name="connsiteY512" fmla="*/ 394963 h 464260"/>
                <a:gd name="connsiteX513" fmla="*/ 103488 w 472543"/>
                <a:gd name="connsiteY513" fmla="*/ 392945 h 464260"/>
                <a:gd name="connsiteX514" fmla="*/ 102041 w 472543"/>
                <a:gd name="connsiteY514" fmla="*/ 390321 h 464260"/>
                <a:gd name="connsiteX515" fmla="*/ 102041 w 472543"/>
                <a:gd name="connsiteY515" fmla="*/ 388067 h 464260"/>
                <a:gd name="connsiteX516" fmla="*/ 102310 w 472543"/>
                <a:gd name="connsiteY516" fmla="*/ 385106 h 464260"/>
                <a:gd name="connsiteX517" fmla="*/ 103050 w 472543"/>
                <a:gd name="connsiteY517" fmla="*/ 383963 h 464260"/>
                <a:gd name="connsiteX518" fmla="*/ 103993 w 472543"/>
                <a:gd name="connsiteY518" fmla="*/ 382449 h 464260"/>
                <a:gd name="connsiteX519" fmla="*/ 105002 w 472543"/>
                <a:gd name="connsiteY519" fmla="*/ 382449 h 464260"/>
                <a:gd name="connsiteX520" fmla="*/ 107022 w 472543"/>
                <a:gd name="connsiteY520" fmla="*/ 383458 h 464260"/>
                <a:gd name="connsiteX521" fmla="*/ 108031 w 472543"/>
                <a:gd name="connsiteY521" fmla="*/ 384703 h 464260"/>
                <a:gd name="connsiteX522" fmla="*/ 109276 w 472543"/>
                <a:gd name="connsiteY522" fmla="*/ 385712 h 464260"/>
                <a:gd name="connsiteX523" fmla="*/ 110959 w 472543"/>
                <a:gd name="connsiteY523" fmla="*/ 387293 h 464260"/>
                <a:gd name="connsiteX524" fmla="*/ 112305 w 472543"/>
                <a:gd name="connsiteY524" fmla="*/ 390926 h 464260"/>
                <a:gd name="connsiteX525" fmla="*/ 113214 w 472543"/>
                <a:gd name="connsiteY525" fmla="*/ 391431 h 464260"/>
                <a:gd name="connsiteX526" fmla="*/ 114358 w 472543"/>
                <a:gd name="connsiteY526" fmla="*/ 393247 h 464260"/>
                <a:gd name="connsiteX527" fmla="*/ 116815 w 472543"/>
                <a:gd name="connsiteY527" fmla="*/ 394122 h 464260"/>
                <a:gd name="connsiteX528" fmla="*/ 117959 w 472543"/>
                <a:gd name="connsiteY528" fmla="*/ 396073 h 464260"/>
                <a:gd name="connsiteX529" fmla="*/ 121022 w 472543"/>
                <a:gd name="connsiteY529" fmla="*/ 398091 h 464260"/>
                <a:gd name="connsiteX530" fmla="*/ 122704 w 472543"/>
                <a:gd name="connsiteY530" fmla="*/ 398226 h 464260"/>
                <a:gd name="connsiteX531" fmla="*/ 123512 w 472543"/>
                <a:gd name="connsiteY531" fmla="*/ 398361 h 464260"/>
                <a:gd name="connsiteX532" fmla="*/ 125464 w 472543"/>
                <a:gd name="connsiteY532" fmla="*/ 399100 h 464260"/>
                <a:gd name="connsiteX533" fmla="*/ 124791 w 472543"/>
                <a:gd name="connsiteY533" fmla="*/ 401052 h 464260"/>
                <a:gd name="connsiteX534" fmla="*/ 124993 w 472543"/>
                <a:gd name="connsiteY534" fmla="*/ 403070 h 464260"/>
                <a:gd name="connsiteX535" fmla="*/ 124993 w 472543"/>
                <a:gd name="connsiteY535" fmla="*/ 404146 h 464260"/>
                <a:gd name="connsiteX536" fmla="*/ 124488 w 472543"/>
                <a:gd name="connsiteY536" fmla="*/ 406400 h 464260"/>
                <a:gd name="connsiteX537" fmla="*/ 123983 w 472543"/>
                <a:gd name="connsiteY537" fmla="*/ 407477 h 464260"/>
                <a:gd name="connsiteX538" fmla="*/ 123546 w 472543"/>
                <a:gd name="connsiteY538" fmla="*/ 408419 h 464260"/>
                <a:gd name="connsiteX539" fmla="*/ 123108 w 472543"/>
                <a:gd name="connsiteY539" fmla="*/ 409798 h 464260"/>
                <a:gd name="connsiteX540" fmla="*/ 122233 w 472543"/>
                <a:gd name="connsiteY540" fmla="*/ 410874 h 464260"/>
                <a:gd name="connsiteX541" fmla="*/ 121291 w 472543"/>
                <a:gd name="connsiteY541" fmla="*/ 411884 h 464260"/>
                <a:gd name="connsiteX542" fmla="*/ 120046 w 472543"/>
                <a:gd name="connsiteY542" fmla="*/ 413835 h 464260"/>
                <a:gd name="connsiteX543" fmla="*/ 119608 w 472543"/>
                <a:gd name="connsiteY543" fmla="*/ 414709 h 464260"/>
                <a:gd name="connsiteX544" fmla="*/ 118901 w 472543"/>
                <a:gd name="connsiteY544" fmla="*/ 416156 h 464260"/>
                <a:gd name="connsiteX545" fmla="*/ 118599 w 472543"/>
                <a:gd name="connsiteY545" fmla="*/ 417300 h 464260"/>
                <a:gd name="connsiteX546" fmla="*/ 118229 w 472543"/>
                <a:gd name="connsiteY546" fmla="*/ 418612 h 464260"/>
                <a:gd name="connsiteX547" fmla="*/ 118363 w 472543"/>
                <a:gd name="connsiteY547" fmla="*/ 420294 h 464260"/>
                <a:gd name="connsiteX548" fmla="*/ 120012 w 472543"/>
                <a:gd name="connsiteY548" fmla="*/ 422615 h 464260"/>
                <a:gd name="connsiteX549" fmla="*/ 122839 w 472543"/>
                <a:gd name="connsiteY549" fmla="*/ 422817 h 464260"/>
                <a:gd name="connsiteX550" fmla="*/ 126104 w 472543"/>
                <a:gd name="connsiteY550" fmla="*/ 423254 h 464260"/>
                <a:gd name="connsiteX551" fmla="*/ 126676 w 472543"/>
                <a:gd name="connsiteY551" fmla="*/ 423826 h 464260"/>
                <a:gd name="connsiteX552" fmla="*/ 128123 w 472543"/>
                <a:gd name="connsiteY552" fmla="*/ 427459 h 464260"/>
                <a:gd name="connsiteX553" fmla="*/ 128695 w 472543"/>
                <a:gd name="connsiteY553" fmla="*/ 428771 h 464260"/>
                <a:gd name="connsiteX554" fmla="*/ 130714 w 472543"/>
                <a:gd name="connsiteY554" fmla="*/ 429645 h 464260"/>
                <a:gd name="connsiteX555" fmla="*/ 132363 w 472543"/>
                <a:gd name="connsiteY555" fmla="*/ 427896 h 464260"/>
                <a:gd name="connsiteX556" fmla="*/ 133676 w 472543"/>
                <a:gd name="connsiteY556" fmla="*/ 425138 h 464260"/>
                <a:gd name="connsiteX557" fmla="*/ 133676 w 472543"/>
                <a:gd name="connsiteY557" fmla="*/ 423321 h 464260"/>
                <a:gd name="connsiteX558" fmla="*/ 133777 w 472543"/>
                <a:gd name="connsiteY558" fmla="*/ 421370 h 464260"/>
                <a:gd name="connsiteX559" fmla="*/ 133777 w 472543"/>
                <a:gd name="connsiteY559" fmla="*/ 419553 h 464260"/>
                <a:gd name="connsiteX560" fmla="*/ 133878 w 472543"/>
                <a:gd name="connsiteY560" fmla="*/ 417165 h 464260"/>
                <a:gd name="connsiteX561" fmla="*/ 132767 w 472543"/>
                <a:gd name="connsiteY561" fmla="*/ 414911 h 464260"/>
                <a:gd name="connsiteX562" fmla="*/ 132464 w 472543"/>
                <a:gd name="connsiteY562" fmla="*/ 412960 h 464260"/>
                <a:gd name="connsiteX563" fmla="*/ 131959 w 472543"/>
                <a:gd name="connsiteY563" fmla="*/ 410706 h 464260"/>
                <a:gd name="connsiteX564" fmla="*/ 132902 w 472543"/>
                <a:gd name="connsiteY564" fmla="*/ 409764 h 464260"/>
                <a:gd name="connsiteX565" fmla="*/ 134282 w 472543"/>
                <a:gd name="connsiteY565" fmla="*/ 410404 h 464260"/>
                <a:gd name="connsiteX566" fmla="*/ 136166 w 472543"/>
                <a:gd name="connsiteY566" fmla="*/ 411345 h 464260"/>
                <a:gd name="connsiteX567" fmla="*/ 138926 w 472543"/>
                <a:gd name="connsiteY567" fmla="*/ 413229 h 464260"/>
                <a:gd name="connsiteX568" fmla="*/ 142123 w 472543"/>
                <a:gd name="connsiteY568" fmla="*/ 413431 h 464260"/>
                <a:gd name="connsiteX569" fmla="*/ 144277 w 472543"/>
                <a:gd name="connsiteY569" fmla="*/ 410908 h 464260"/>
                <a:gd name="connsiteX570" fmla="*/ 145657 w 472543"/>
                <a:gd name="connsiteY570" fmla="*/ 409226 h 464260"/>
                <a:gd name="connsiteX571" fmla="*/ 146027 w 472543"/>
                <a:gd name="connsiteY571" fmla="*/ 405896 h 464260"/>
                <a:gd name="connsiteX572" fmla="*/ 145219 w 472543"/>
                <a:gd name="connsiteY572" fmla="*/ 403070 h 464260"/>
                <a:gd name="connsiteX573" fmla="*/ 141585 w 472543"/>
                <a:gd name="connsiteY573" fmla="*/ 399235 h 464260"/>
                <a:gd name="connsiteX574" fmla="*/ 139868 w 472543"/>
                <a:gd name="connsiteY574" fmla="*/ 397284 h 464260"/>
                <a:gd name="connsiteX575" fmla="*/ 142460 w 472543"/>
                <a:gd name="connsiteY575" fmla="*/ 393584 h 464260"/>
                <a:gd name="connsiteX576" fmla="*/ 145926 w 472543"/>
                <a:gd name="connsiteY576" fmla="*/ 391397 h 464260"/>
                <a:gd name="connsiteX577" fmla="*/ 148013 w 472543"/>
                <a:gd name="connsiteY577" fmla="*/ 390152 h 464260"/>
                <a:gd name="connsiteX578" fmla="*/ 149763 w 472543"/>
                <a:gd name="connsiteY578" fmla="*/ 389581 h 464260"/>
                <a:gd name="connsiteX579" fmla="*/ 151715 w 472543"/>
                <a:gd name="connsiteY579" fmla="*/ 390018 h 464260"/>
                <a:gd name="connsiteX580" fmla="*/ 155349 w 472543"/>
                <a:gd name="connsiteY580" fmla="*/ 391700 h 464260"/>
                <a:gd name="connsiteX581" fmla="*/ 156999 w 472543"/>
                <a:gd name="connsiteY581" fmla="*/ 392574 h 464260"/>
                <a:gd name="connsiteX582" fmla="*/ 158378 w 472543"/>
                <a:gd name="connsiteY582" fmla="*/ 390960 h 464260"/>
                <a:gd name="connsiteX583" fmla="*/ 159253 w 472543"/>
                <a:gd name="connsiteY583" fmla="*/ 387764 h 464260"/>
                <a:gd name="connsiteX584" fmla="*/ 159826 w 472543"/>
                <a:gd name="connsiteY584" fmla="*/ 385241 h 464260"/>
                <a:gd name="connsiteX585" fmla="*/ 160465 w 472543"/>
                <a:gd name="connsiteY585" fmla="*/ 383660 h 464260"/>
                <a:gd name="connsiteX586" fmla="*/ 161475 w 472543"/>
                <a:gd name="connsiteY586" fmla="*/ 383223 h 464260"/>
                <a:gd name="connsiteX587" fmla="*/ 165883 w 472543"/>
                <a:gd name="connsiteY587" fmla="*/ 381843 h 464260"/>
                <a:gd name="connsiteX588" fmla="*/ 169653 w 472543"/>
                <a:gd name="connsiteY588" fmla="*/ 380599 h 464260"/>
                <a:gd name="connsiteX589" fmla="*/ 174432 w 472543"/>
                <a:gd name="connsiteY589" fmla="*/ 380599 h 464260"/>
                <a:gd name="connsiteX590" fmla="*/ 179345 w 472543"/>
                <a:gd name="connsiteY590" fmla="*/ 381339 h 464260"/>
                <a:gd name="connsiteX591" fmla="*/ 182542 w 472543"/>
                <a:gd name="connsiteY591" fmla="*/ 386116 h 464260"/>
                <a:gd name="connsiteX592" fmla="*/ 182542 w 472543"/>
                <a:gd name="connsiteY592" fmla="*/ 389446 h 464260"/>
                <a:gd name="connsiteX593" fmla="*/ 183990 w 472543"/>
                <a:gd name="connsiteY593" fmla="*/ 393516 h 464260"/>
                <a:gd name="connsiteX594" fmla="*/ 185302 w 472543"/>
                <a:gd name="connsiteY594" fmla="*/ 393954 h 464260"/>
                <a:gd name="connsiteX595" fmla="*/ 187624 w 472543"/>
                <a:gd name="connsiteY595" fmla="*/ 393819 h 464260"/>
                <a:gd name="connsiteX596" fmla="*/ 189206 w 472543"/>
                <a:gd name="connsiteY596" fmla="*/ 391801 h 464260"/>
                <a:gd name="connsiteX597" fmla="*/ 191225 w 472543"/>
                <a:gd name="connsiteY597" fmla="*/ 388908 h 464260"/>
                <a:gd name="connsiteX598" fmla="*/ 192538 w 472543"/>
                <a:gd name="connsiteY598" fmla="*/ 387327 h 464260"/>
                <a:gd name="connsiteX599" fmla="*/ 194288 w 472543"/>
                <a:gd name="connsiteY599" fmla="*/ 385880 h 464260"/>
                <a:gd name="connsiteX600" fmla="*/ 196745 w 472543"/>
                <a:gd name="connsiteY600" fmla="*/ 384871 h 464260"/>
                <a:gd name="connsiteX601" fmla="*/ 199201 w 472543"/>
                <a:gd name="connsiteY601" fmla="*/ 383996 h 464260"/>
                <a:gd name="connsiteX602" fmla="*/ 201658 w 472543"/>
                <a:gd name="connsiteY602" fmla="*/ 382684 h 464260"/>
                <a:gd name="connsiteX603" fmla="*/ 203745 w 472543"/>
                <a:gd name="connsiteY603" fmla="*/ 380666 h 464260"/>
                <a:gd name="connsiteX604" fmla="*/ 204822 w 472543"/>
                <a:gd name="connsiteY604" fmla="*/ 378479 h 464260"/>
                <a:gd name="connsiteX605" fmla="*/ 204822 w 472543"/>
                <a:gd name="connsiteY605" fmla="*/ 376293 h 464260"/>
                <a:gd name="connsiteX606" fmla="*/ 204822 w 472543"/>
                <a:gd name="connsiteY606" fmla="*/ 372828 h 464260"/>
                <a:gd name="connsiteX607" fmla="*/ 203072 w 472543"/>
                <a:gd name="connsiteY607" fmla="*/ 369498 h 464260"/>
                <a:gd name="connsiteX608" fmla="*/ 199235 w 472543"/>
                <a:gd name="connsiteY608" fmla="*/ 368623 h 464260"/>
                <a:gd name="connsiteX609" fmla="*/ 197855 w 472543"/>
                <a:gd name="connsiteY609" fmla="*/ 366033 h 464260"/>
                <a:gd name="connsiteX610" fmla="*/ 197855 w 472543"/>
                <a:gd name="connsiteY610" fmla="*/ 364149 h 464260"/>
                <a:gd name="connsiteX611" fmla="*/ 197283 w 472543"/>
                <a:gd name="connsiteY611" fmla="*/ 360247 h 464260"/>
                <a:gd name="connsiteX612" fmla="*/ 198158 w 472543"/>
                <a:gd name="connsiteY612" fmla="*/ 355470 h 464260"/>
                <a:gd name="connsiteX613" fmla="*/ 198730 w 472543"/>
                <a:gd name="connsiteY613" fmla="*/ 352846 h 464260"/>
                <a:gd name="connsiteX614" fmla="*/ 201187 w 472543"/>
                <a:gd name="connsiteY614" fmla="*/ 351837 h 464260"/>
                <a:gd name="connsiteX615" fmla="*/ 204822 w 472543"/>
                <a:gd name="connsiteY615" fmla="*/ 348809 h 464260"/>
                <a:gd name="connsiteX616" fmla="*/ 206403 w 472543"/>
                <a:gd name="connsiteY616" fmla="*/ 346051 h 464260"/>
                <a:gd name="connsiteX617" fmla="*/ 208860 w 472543"/>
                <a:gd name="connsiteY617" fmla="*/ 344167 h 464260"/>
                <a:gd name="connsiteX618" fmla="*/ 210880 w 472543"/>
                <a:gd name="connsiteY618" fmla="*/ 344167 h 464260"/>
                <a:gd name="connsiteX619" fmla="*/ 213067 w 472543"/>
                <a:gd name="connsiteY619" fmla="*/ 345042 h 464260"/>
                <a:gd name="connsiteX620" fmla="*/ 215961 w 472543"/>
                <a:gd name="connsiteY620" fmla="*/ 346925 h 464260"/>
                <a:gd name="connsiteX621" fmla="*/ 217274 w 472543"/>
                <a:gd name="connsiteY621" fmla="*/ 347935 h 464260"/>
                <a:gd name="connsiteX622" fmla="*/ 219596 w 472543"/>
                <a:gd name="connsiteY622" fmla="*/ 349381 h 464260"/>
                <a:gd name="connsiteX623" fmla="*/ 225250 w 472543"/>
                <a:gd name="connsiteY623" fmla="*/ 350962 h 464260"/>
                <a:gd name="connsiteX624" fmla="*/ 227404 w 472543"/>
                <a:gd name="connsiteY624" fmla="*/ 349314 h 464260"/>
                <a:gd name="connsiteX625" fmla="*/ 229188 w 472543"/>
                <a:gd name="connsiteY625" fmla="*/ 347834 h 464260"/>
                <a:gd name="connsiteX626" fmla="*/ 230500 w 472543"/>
                <a:gd name="connsiteY626" fmla="*/ 347329 h 464260"/>
                <a:gd name="connsiteX627" fmla="*/ 233058 w 472543"/>
                <a:gd name="connsiteY627" fmla="*/ 347228 h 464260"/>
                <a:gd name="connsiteX628" fmla="*/ 235111 w 472543"/>
                <a:gd name="connsiteY628" fmla="*/ 347935 h 464260"/>
                <a:gd name="connsiteX629" fmla="*/ 236457 w 472543"/>
                <a:gd name="connsiteY629" fmla="*/ 349011 h 464260"/>
                <a:gd name="connsiteX630" fmla="*/ 237130 w 472543"/>
                <a:gd name="connsiteY630" fmla="*/ 351130 h 464260"/>
                <a:gd name="connsiteX631" fmla="*/ 237803 w 472543"/>
                <a:gd name="connsiteY631" fmla="*/ 353149 h 464260"/>
                <a:gd name="connsiteX632" fmla="*/ 237803 w 472543"/>
                <a:gd name="connsiteY632" fmla="*/ 355436 h 464260"/>
                <a:gd name="connsiteX633" fmla="*/ 238409 w 472543"/>
                <a:gd name="connsiteY633" fmla="*/ 358094 h 464260"/>
                <a:gd name="connsiteX634" fmla="*/ 238072 w 472543"/>
                <a:gd name="connsiteY634" fmla="*/ 359944 h 464260"/>
                <a:gd name="connsiteX635" fmla="*/ 237837 w 472543"/>
                <a:gd name="connsiteY635" fmla="*/ 361626 h 464260"/>
                <a:gd name="connsiteX636" fmla="*/ 237837 w 472543"/>
                <a:gd name="connsiteY636" fmla="*/ 362400 h 464260"/>
                <a:gd name="connsiteX637" fmla="*/ 237197 w 472543"/>
                <a:gd name="connsiteY637" fmla="*/ 364956 h 464260"/>
                <a:gd name="connsiteX638" fmla="*/ 237534 w 472543"/>
                <a:gd name="connsiteY638" fmla="*/ 366537 h 464260"/>
                <a:gd name="connsiteX639" fmla="*/ 238173 w 472543"/>
                <a:gd name="connsiteY639" fmla="*/ 368455 h 464260"/>
                <a:gd name="connsiteX640" fmla="*/ 238880 w 472543"/>
                <a:gd name="connsiteY640" fmla="*/ 370036 h 464260"/>
                <a:gd name="connsiteX641" fmla="*/ 240395 w 472543"/>
                <a:gd name="connsiteY641" fmla="*/ 371785 h 464260"/>
                <a:gd name="connsiteX642" fmla="*/ 241539 w 472543"/>
                <a:gd name="connsiteY642" fmla="*/ 371953 h 464260"/>
                <a:gd name="connsiteX643" fmla="*/ 244366 w 472543"/>
                <a:gd name="connsiteY643" fmla="*/ 372660 h 464260"/>
                <a:gd name="connsiteX644" fmla="*/ 245678 w 472543"/>
                <a:gd name="connsiteY644" fmla="*/ 372559 h 464260"/>
                <a:gd name="connsiteX645" fmla="*/ 248169 w 472543"/>
                <a:gd name="connsiteY645" fmla="*/ 370776 h 464260"/>
                <a:gd name="connsiteX646" fmla="*/ 249212 w 472543"/>
                <a:gd name="connsiteY646" fmla="*/ 368993 h 464260"/>
                <a:gd name="connsiteX647" fmla="*/ 250996 w 472543"/>
                <a:gd name="connsiteY647" fmla="*/ 368186 h 464260"/>
                <a:gd name="connsiteX648" fmla="*/ 252914 w 472543"/>
                <a:gd name="connsiteY648" fmla="*/ 366134 h 464260"/>
                <a:gd name="connsiteX649" fmla="*/ 257996 w 472543"/>
                <a:gd name="connsiteY649" fmla="*/ 365764 h 464260"/>
                <a:gd name="connsiteX650" fmla="*/ 260318 w 472543"/>
                <a:gd name="connsiteY650" fmla="*/ 364519 h 464260"/>
                <a:gd name="connsiteX651" fmla="*/ 262270 w 472543"/>
                <a:gd name="connsiteY651" fmla="*/ 362501 h 464260"/>
                <a:gd name="connsiteX652" fmla="*/ 264727 w 472543"/>
                <a:gd name="connsiteY652" fmla="*/ 360920 h 464260"/>
                <a:gd name="connsiteX653" fmla="*/ 267857 w 472543"/>
                <a:gd name="connsiteY653" fmla="*/ 360785 h 464260"/>
                <a:gd name="connsiteX654" fmla="*/ 270616 w 472543"/>
                <a:gd name="connsiteY654" fmla="*/ 361794 h 464260"/>
                <a:gd name="connsiteX655" fmla="*/ 273948 w 472543"/>
                <a:gd name="connsiteY655" fmla="*/ 363039 h 464260"/>
                <a:gd name="connsiteX656" fmla="*/ 276405 w 472543"/>
                <a:gd name="connsiteY656" fmla="*/ 363409 h 464260"/>
                <a:gd name="connsiteX657" fmla="*/ 279737 w 472543"/>
                <a:gd name="connsiteY657" fmla="*/ 363611 h 464260"/>
                <a:gd name="connsiteX658" fmla="*/ 281992 w 472543"/>
                <a:gd name="connsiteY658" fmla="*/ 362299 h 464260"/>
                <a:gd name="connsiteX659" fmla="*/ 284246 w 472543"/>
                <a:gd name="connsiteY659" fmla="*/ 360920 h 464260"/>
                <a:gd name="connsiteX660" fmla="*/ 286198 w 472543"/>
                <a:gd name="connsiteY660" fmla="*/ 360987 h 464260"/>
                <a:gd name="connsiteX661" fmla="*/ 287949 w 472543"/>
                <a:gd name="connsiteY661" fmla="*/ 362299 h 464260"/>
                <a:gd name="connsiteX662" fmla="*/ 289396 w 472543"/>
                <a:gd name="connsiteY662" fmla="*/ 364620 h 464260"/>
                <a:gd name="connsiteX663" fmla="*/ 289833 w 472543"/>
                <a:gd name="connsiteY663" fmla="*/ 367446 h 464260"/>
                <a:gd name="connsiteX664" fmla="*/ 289833 w 472543"/>
                <a:gd name="connsiteY664" fmla="*/ 369699 h 464260"/>
                <a:gd name="connsiteX665" fmla="*/ 291617 w 472543"/>
                <a:gd name="connsiteY665" fmla="*/ 374342 h 464260"/>
                <a:gd name="connsiteX666" fmla="*/ 291785 w 472543"/>
                <a:gd name="connsiteY666" fmla="*/ 377470 h 464260"/>
                <a:gd name="connsiteX667" fmla="*/ 291785 w 472543"/>
                <a:gd name="connsiteY667" fmla="*/ 379926 h 464260"/>
                <a:gd name="connsiteX668" fmla="*/ 290540 w 472543"/>
                <a:gd name="connsiteY668" fmla="*/ 381810 h 464260"/>
                <a:gd name="connsiteX669" fmla="*/ 289429 w 472543"/>
                <a:gd name="connsiteY669" fmla="*/ 382953 h 464260"/>
                <a:gd name="connsiteX670" fmla="*/ 290809 w 472543"/>
                <a:gd name="connsiteY670" fmla="*/ 387158 h 464260"/>
                <a:gd name="connsiteX671" fmla="*/ 293434 w 472543"/>
                <a:gd name="connsiteY671" fmla="*/ 392003 h 464260"/>
                <a:gd name="connsiteX672" fmla="*/ 294814 w 472543"/>
                <a:gd name="connsiteY672" fmla="*/ 393886 h 464260"/>
                <a:gd name="connsiteX673" fmla="*/ 295756 w 472543"/>
                <a:gd name="connsiteY673" fmla="*/ 397150 h 464260"/>
                <a:gd name="connsiteX674" fmla="*/ 293737 w 472543"/>
                <a:gd name="connsiteY674" fmla="*/ 399403 h 464260"/>
                <a:gd name="connsiteX675" fmla="*/ 291550 w 472543"/>
                <a:gd name="connsiteY675" fmla="*/ 401489 h 464260"/>
                <a:gd name="connsiteX676" fmla="*/ 290877 w 472543"/>
                <a:gd name="connsiteY676" fmla="*/ 403945 h 464260"/>
                <a:gd name="connsiteX677" fmla="*/ 292021 w 472543"/>
                <a:gd name="connsiteY677" fmla="*/ 407275 h 464260"/>
                <a:gd name="connsiteX678" fmla="*/ 295723 w 472543"/>
                <a:gd name="connsiteY678" fmla="*/ 410908 h 464260"/>
                <a:gd name="connsiteX679" fmla="*/ 299795 w 472543"/>
                <a:gd name="connsiteY679" fmla="*/ 414911 h 464260"/>
                <a:gd name="connsiteX680" fmla="*/ 303867 w 472543"/>
                <a:gd name="connsiteY680" fmla="*/ 417737 h 464260"/>
                <a:gd name="connsiteX681" fmla="*/ 307502 w 472543"/>
                <a:gd name="connsiteY681" fmla="*/ 418107 h 464260"/>
                <a:gd name="connsiteX682" fmla="*/ 308882 w 472543"/>
                <a:gd name="connsiteY682" fmla="*/ 415786 h 464260"/>
                <a:gd name="connsiteX683" fmla="*/ 309689 w 472543"/>
                <a:gd name="connsiteY683" fmla="*/ 414036 h 464260"/>
                <a:gd name="connsiteX684" fmla="*/ 310699 w 472543"/>
                <a:gd name="connsiteY684" fmla="*/ 411345 h 464260"/>
                <a:gd name="connsiteX685" fmla="*/ 310699 w 472543"/>
                <a:gd name="connsiteY685" fmla="*/ 409663 h 464260"/>
                <a:gd name="connsiteX686" fmla="*/ 311069 w 472543"/>
                <a:gd name="connsiteY686" fmla="*/ 407712 h 464260"/>
                <a:gd name="connsiteX687" fmla="*/ 312213 w 472543"/>
                <a:gd name="connsiteY687" fmla="*/ 405189 h 464260"/>
                <a:gd name="connsiteX688" fmla="*/ 314031 w 472543"/>
                <a:gd name="connsiteY688" fmla="*/ 403171 h 464260"/>
                <a:gd name="connsiteX689" fmla="*/ 316622 w 472543"/>
                <a:gd name="connsiteY689" fmla="*/ 403541 h 464260"/>
                <a:gd name="connsiteX690" fmla="*/ 319584 w 472543"/>
                <a:gd name="connsiteY690" fmla="*/ 404550 h 464260"/>
                <a:gd name="connsiteX691" fmla="*/ 322848 w 472543"/>
                <a:gd name="connsiteY691" fmla="*/ 407309 h 464260"/>
                <a:gd name="connsiteX692" fmla="*/ 323050 w 472543"/>
                <a:gd name="connsiteY692" fmla="*/ 409630 h 464260"/>
                <a:gd name="connsiteX693" fmla="*/ 323050 w 472543"/>
                <a:gd name="connsiteY693" fmla="*/ 412960 h 464260"/>
                <a:gd name="connsiteX694" fmla="*/ 322343 w 472543"/>
                <a:gd name="connsiteY694" fmla="*/ 417602 h 464260"/>
                <a:gd name="connsiteX695" fmla="*/ 321603 w 472543"/>
                <a:gd name="connsiteY695" fmla="*/ 418914 h 464260"/>
                <a:gd name="connsiteX696" fmla="*/ 319853 w 472543"/>
                <a:gd name="connsiteY696" fmla="*/ 421101 h 464260"/>
                <a:gd name="connsiteX697" fmla="*/ 317968 w 472543"/>
                <a:gd name="connsiteY697" fmla="*/ 422177 h 464260"/>
                <a:gd name="connsiteX698" fmla="*/ 316656 w 472543"/>
                <a:gd name="connsiteY698" fmla="*/ 424061 h 464260"/>
                <a:gd name="connsiteX699" fmla="*/ 315714 w 472543"/>
                <a:gd name="connsiteY699" fmla="*/ 425508 h 464260"/>
                <a:gd name="connsiteX700" fmla="*/ 314872 w 472543"/>
                <a:gd name="connsiteY700" fmla="*/ 429914 h 464260"/>
                <a:gd name="connsiteX701" fmla="*/ 314098 w 472543"/>
                <a:gd name="connsiteY701" fmla="*/ 433615 h 464260"/>
                <a:gd name="connsiteX702" fmla="*/ 314435 w 472543"/>
                <a:gd name="connsiteY702" fmla="*/ 436979 h 464260"/>
                <a:gd name="connsiteX703" fmla="*/ 314098 w 472543"/>
                <a:gd name="connsiteY703" fmla="*/ 442428 h 464260"/>
                <a:gd name="connsiteX704" fmla="*/ 316488 w 472543"/>
                <a:gd name="connsiteY704" fmla="*/ 445490 h 464260"/>
                <a:gd name="connsiteX705" fmla="*/ 321704 w 472543"/>
                <a:gd name="connsiteY705" fmla="*/ 446028 h 464260"/>
                <a:gd name="connsiteX706" fmla="*/ 323017 w 472543"/>
                <a:gd name="connsiteY706" fmla="*/ 444615 h 464260"/>
                <a:gd name="connsiteX707" fmla="*/ 323017 w 472543"/>
                <a:gd name="connsiteY707" fmla="*/ 442563 h 464260"/>
                <a:gd name="connsiteX708" fmla="*/ 323017 w 472543"/>
                <a:gd name="connsiteY708" fmla="*/ 439199 h 464260"/>
                <a:gd name="connsiteX709" fmla="*/ 323050 w 472543"/>
                <a:gd name="connsiteY709" fmla="*/ 437988 h 464260"/>
                <a:gd name="connsiteX710" fmla="*/ 322142 w 472543"/>
                <a:gd name="connsiteY710" fmla="*/ 436138 h 464260"/>
                <a:gd name="connsiteX711" fmla="*/ 322041 w 472543"/>
                <a:gd name="connsiteY711" fmla="*/ 433749 h 464260"/>
                <a:gd name="connsiteX712" fmla="*/ 322377 w 472543"/>
                <a:gd name="connsiteY712" fmla="*/ 433110 h 464260"/>
                <a:gd name="connsiteX713" fmla="*/ 324430 w 472543"/>
                <a:gd name="connsiteY713" fmla="*/ 432236 h 464260"/>
                <a:gd name="connsiteX714" fmla="*/ 326281 w 472543"/>
                <a:gd name="connsiteY714" fmla="*/ 431462 h 464260"/>
                <a:gd name="connsiteX715" fmla="*/ 328570 w 472543"/>
                <a:gd name="connsiteY715" fmla="*/ 430823 h 464260"/>
                <a:gd name="connsiteX716" fmla="*/ 331195 w 472543"/>
                <a:gd name="connsiteY716" fmla="*/ 433110 h 464260"/>
                <a:gd name="connsiteX717" fmla="*/ 332507 w 472543"/>
                <a:gd name="connsiteY717" fmla="*/ 435297 h 464260"/>
                <a:gd name="connsiteX718" fmla="*/ 333147 w 472543"/>
                <a:gd name="connsiteY718" fmla="*/ 437349 h 464260"/>
                <a:gd name="connsiteX719" fmla="*/ 333147 w 472543"/>
                <a:gd name="connsiteY719" fmla="*/ 439401 h 464260"/>
                <a:gd name="connsiteX720" fmla="*/ 333147 w 472543"/>
                <a:gd name="connsiteY720" fmla="*/ 444615 h 464260"/>
                <a:gd name="connsiteX721" fmla="*/ 333248 w 472543"/>
                <a:gd name="connsiteY721" fmla="*/ 447441 h 464260"/>
                <a:gd name="connsiteX722" fmla="*/ 332844 w 472543"/>
                <a:gd name="connsiteY722" fmla="*/ 451040 h 464260"/>
                <a:gd name="connsiteX723" fmla="*/ 331733 w 472543"/>
                <a:gd name="connsiteY723" fmla="*/ 454303 h 464260"/>
                <a:gd name="connsiteX724" fmla="*/ 331733 w 472543"/>
                <a:gd name="connsiteY724" fmla="*/ 458205 h 464260"/>
                <a:gd name="connsiteX725" fmla="*/ 333281 w 472543"/>
                <a:gd name="connsiteY725" fmla="*/ 459955 h 464260"/>
                <a:gd name="connsiteX726" fmla="*/ 334998 w 472543"/>
                <a:gd name="connsiteY726" fmla="*/ 460493 h 464260"/>
                <a:gd name="connsiteX727" fmla="*/ 338195 w 472543"/>
                <a:gd name="connsiteY727" fmla="*/ 458407 h 46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Lst>
              <a:rect l="l" t="t" r="r" b="b"/>
              <a:pathLst>
                <a:path w="472543" h="464260">
                  <a:moveTo>
                    <a:pt x="338195" y="458407"/>
                  </a:moveTo>
                  <a:cubicBezTo>
                    <a:pt x="338632" y="457432"/>
                    <a:pt x="338969" y="456355"/>
                    <a:pt x="339272" y="456221"/>
                  </a:cubicBezTo>
                  <a:cubicBezTo>
                    <a:pt x="339608" y="456120"/>
                    <a:pt x="340349" y="455582"/>
                    <a:pt x="340349" y="455582"/>
                  </a:cubicBezTo>
                  <a:lnTo>
                    <a:pt x="342974" y="456994"/>
                  </a:lnTo>
                  <a:lnTo>
                    <a:pt x="346137" y="460796"/>
                  </a:lnTo>
                  <a:lnTo>
                    <a:pt x="350277" y="463823"/>
                  </a:lnTo>
                  <a:lnTo>
                    <a:pt x="353003" y="464260"/>
                  </a:lnTo>
                  <a:lnTo>
                    <a:pt x="357142" y="464260"/>
                  </a:lnTo>
                  <a:lnTo>
                    <a:pt x="358892" y="461536"/>
                  </a:lnTo>
                  <a:lnTo>
                    <a:pt x="360407" y="461872"/>
                  </a:lnTo>
                  <a:lnTo>
                    <a:pt x="362695" y="463083"/>
                  </a:lnTo>
                  <a:cubicBezTo>
                    <a:pt x="362695" y="463083"/>
                    <a:pt x="364210" y="463184"/>
                    <a:pt x="364647" y="463184"/>
                  </a:cubicBezTo>
                  <a:cubicBezTo>
                    <a:pt x="365085" y="463184"/>
                    <a:pt x="365960" y="463184"/>
                    <a:pt x="366162" y="462848"/>
                  </a:cubicBezTo>
                  <a:cubicBezTo>
                    <a:pt x="366364" y="462511"/>
                    <a:pt x="367138" y="461435"/>
                    <a:pt x="367239" y="460997"/>
                  </a:cubicBezTo>
                  <a:cubicBezTo>
                    <a:pt x="367340" y="460560"/>
                    <a:pt x="367138" y="458407"/>
                    <a:pt x="367239" y="457970"/>
                  </a:cubicBezTo>
                  <a:cubicBezTo>
                    <a:pt x="367340" y="457533"/>
                    <a:pt x="367272" y="456019"/>
                    <a:pt x="367272" y="456019"/>
                  </a:cubicBezTo>
                  <a:cubicBezTo>
                    <a:pt x="367272" y="456019"/>
                    <a:pt x="368215" y="453866"/>
                    <a:pt x="368450" y="453529"/>
                  </a:cubicBezTo>
                  <a:cubicBezTo>
                    <a:pt x="368652" y="453193"/>
                    <a:pt x="369527" y="451780"/>
                    <a:pt x="369527" y="451780"/>
                  </a:cubicBezTo>
                  <a:cubicBezTo>
                    <a:pt x="369527" y="451780"/>
                    <a:pt x="370301" y="450805"/>
                    <a:pt x="370301" y="450468"/>
                  </a:cubicBezTo>
                  <a:cubicBezTo>
                    <a:pt x="370301" y="450132"/>
                    <a:pt x="371176" y="447642"/>
                    <a:pt x="371176" y="447642"/>
                  </a:cubicBezTo>
                  <a:cubicBezTo>
                    <a:pt x="371176" y="447642"/>
                    <a:pt x="371075" y="446566"/>
                    <a:pt x="371176" y="445893"/>
                  </a:cubicBezTo>
                  <a:cubicBezTo>
                    <a:pt x="371277" y="445254"/>
                    <a:pt x="371075" y="444682"/>
                    <a:pt x="371176" y="444144"/>
                  </a:cubicBezTo>
                  <a:cubicBezTo>
                    <a:pt x="371277" y="443606"/>
                    <a:pt x="371210" y="441756"/>
                    <a:pt x="371210" y="441756"/>
                  </a:cubicBezTo>
                  <a:lnTo>
                    <a:pt x="371715" y="439031"/>
                  </a:lnTo>
                  <a:cubicBezTo>
                    <a:pt x="371715" y="439031"/>
                    <a:pt x="372691" y="437820"/>
                    <a:pt x="373128" y="437080"/>
                  </a:cubicBezTo>
                  <a:cubicBezTo>
                    <a:pt x="373566" y="436306"/>
                    <a:pt x="374979" y="434254"/>
                    <a:pt x="374979" y="434254"/>
                  </a:cubicBezTo>
                  <a:lnTo>
                    <a:pt x="376931" y="432942"/>
                  </a:lnTo>
                  <a:lnTo>
                    <a:pt x="379758" y="432942"/>
                  </a:lnTo>
                  <a:lnTo>
                    <a:pt x="380835" y="431630"/>
                  </a:lnTo>
                  <a:lnTo>
                    <a:pt x="383595" y="431933"/>
                  </a:lnTo>
                  <a:cubicBezTo>
                    <a:pt x="383629" y="432067"/>
                    <a:pt x="383629" y="432202"/>
                    <a:pt x="383662" y="432336"/>
                  </a:cubicBezTo>
                  <a:cubicBezTo>
                    <a:pt x="383561" y="431832"/>
                    <a:pt x="383527" y="431495"/>
                    <a:pt x="383527" y="431495"/>
                  </a:cubicBezTo>
                  <a:lnTo>
                    <a:pt x="384100" y="427728"/>
                  </a:lnTo>
                  <a:cubicBezTo>
                    <a:pt x="384100" y="427728"/>
                    <a:pt x="384975" y="426584"/>
                    <a:pt x="385244" y="425407"/>
                  </a:cubicBezTo>
                  <a:cubicBezTo>
                    <a:pt x="385547" y="424229"/>
                    <a:pt x="385412" y="423086"/>
                    <a:pt x="385681" y="421942"/>
                  </a:cubicBezTo>
                  <a:cubicBezTo>
                    <a:pt x="385951" y="420798"/>
                    <a:pt x="385816" y="418477"/>
                    <a:pt x="385816" y="418477"/>
                  </a:cubicBezTo>
                  <a:lnTo>
                    <a:pt x="385816" y="416459"/>
                  </a:lnTo>
                  <a:cubicBezTo>
                    <a:pt x="385816" y="416459"/>
                    <a:pt x="384672" y="416761"/>
                    <a:pt x="383191" y="416459"/>
                  </a:cubicBezTo>
                  <a:cubicBezTo>
                    <a:pt x="381710" y="416156"/>
                    <a:pt x="379422" y="415012"/>
                    <a:pt x="379422" y="415012"/>
                  </a:cubicBezTo>
                  <a:cubicBezTo>
                    <a:pt x="379422" y="415012"/>
                    <a:pt x="377100" y="412994"/>
                    <a:pt x="377100" y="412119"/>
                  </a:cubicBezTo>
                  <a:cubicBezTo>
                    <a:pt x="377100" y="411245"/>
                    <a:pt x="377100" y="409495"/>
                    <a:pt x="377100" y="409495"/>
                  </a:cubicBezTo>
                  <a:cubicBezTo>
                    <a:pt x="377100" y="409495"/>
                    <a:pt x="379994" y="409192"/>
                    <a:pt x="380566" y="408049"/>
                  </a:cubicBezTo>
                  <a:cubicBezTo>
                    <a:pt x="381138" y="406871"/>
                    <a:pt x="382013" y="406602"/>
                    <a:pt x="382888" y="405728"/>
                  </a:cubicBezTo>
                  <a:cubicBezTo>
                    <a:pt x="383763" y="404853"/>
                    <a:pt x="385513" y="403709"/>
                    <a:pt x="385513" y="403709"/>
                  </a:cubicBezTo>
                  <a:lnTo>
                    <a:pt x="386085" y="400816"/>
                  </a:lnTo>
                  <a:lnTo>
                    <a:pt x="386388" y="396477"/>
                  </a:lnTo>
                  <a:lnTo>
                    <a:pt x="384369" y="395333"/>
                  </a:lnTo>
                  <a:lnTo>
                    <a:pt x="381172" y="392440"/>
                  </a:lnTo>
                  <a:lnTo>
                    <a:pt x="380600" y="389244"/>
                  </a:lnTo>
                  <a:lnTo>
                    <a:pt x="380600" y="385174"/>
                  </a:lnTo>
                  <a:lnTo>
                    <a:pt x="381172" y="382584"/>
                  </a:lnTo>
                  <a:cubicBezTo>
                    <a:pt x="381172" y="382584"/>
                    <a:pt x="382619" y="379960"/>
                    <a:pt x="383763" y="377941"/>
                  </a:cubicBezTo>
                  <a:cubicBezTo>
                    <a:pt x="384907" y="375923"/>
                    <a:pt x="387532" y="372424"/>
                    <a:pt x="387532" y="372424"/>
                  </a:cubicBezTo>
                  <a:lnTo>
                    <a:pt x="386960" y="365764"/>
                  </a:lnTo>
                  <a:lnTo>
                    <a:pt x="383460" y="361693"/>
                  </a:lnTo>
                  <a:lnTo>
                    <a:pt x="382114" y="356984"/>
                  </a:lnTo>
                  <a:lnTo>
                    <a:pt x="380768" y="356647"/>
                  </a:lnTo>
                  <a:lnTo>
                    <a:pt x="374643" y="353956"/>
                  </a:lnTo>
                  <a:lnTo>
                    <a:pt x="368248" y="351097"/>
                  </a:lnTo>
                  <a:cubicBezTo>
                    <a:pt x="368248" y="351097"/>
                    <a:pt x="366633" y="347363"/>
                    <a:pt x="366633" y="346488"/>
                  </a:cubicBezTo>
                  <a:cubicBezTo>
                    <a:pt x="366633" y="345614"/>
                    <a:pt x="366633" y="341711"/>
                    <a:pt x="366633" y="341711"/>
                  </a:cubicBezTo>
                  <a:cubicBezTo>
                    <a:pt x="366633" y="341711"/>
                    <a:pt x="370099" y="340837"/>
                    <a:pt x="370335" y="340197"/>
                  </a:cubicBezTo>
                  <a:cubicBezTo>
                    <a:pt x="370537" y="339558"/>
                    <a:pt x="368383" y="333907"/>
                    <a:pt x="368383" y="333907"/>
                  </a:cubicBezTo>
                  <a:cubicBezTo>
                    <a:pt x="368383" y="333907"/>
                    <a:pt x="367945" y="330879"/>
                    <a:pt x="366633" y="329567"/>
                  </a:cubicBezTo>
                  <a:cubicBezTo>
                    <a:pt x="365320" y="328255"/>
                    <a:pt x="361181" y="328491"/>
                    <a:pt x="361181" y="328491"/>
                  </a:cubicBezTo>
                  <a:lnTo>
                    <a:pt x="353777" y="333705"/>
                  </a:lnTo>
                  <a:lnTo>
                    <a:pt x="349200" y="331115"/>
                  </a:lnTo>
                  <a:cubicBezTo>
                    <a:pt x="349200" y="331115"/>
                    <a:pt x="347349" y="326977"/>
                    <a:pt x="347786" y="326338"/>
                  </a:cubicBezTo>
                  <a:cubicBezTo>
                    <a:pt x="348224" y="325699"/>
                    <a:pt x="349200" y="324589"/>
                    <a:pt x="349200" y="324589"/>
                  </a:cubicBezTo>
                  <a:lnTo>
                    <a:pt x="349200" y="322839"/>
                  </a:lnTo>
                  <a:lnTo>
                    <a:pt x="343983" y="318500"/>
                  </a:lnTo>
                  <a:lnTo>
                    <a:pt x="343983" y="315674"/>
                  </a:lnTo>
                  <a:lnTo>
                    <a:pt x="345296" y="310023"/>
                  </a:lnTo>
                  <a:lnTo>
                    <a:pt x="345935" y="305885"/>
                  </a:lnTo>
                  <a:lnTo>
                    <a:pt x="343983" y="302185"/>
                  </a:lnTo>
                  <a:lnTo>
                    <a:pt x="337017" y="296533"/>
                  </a:lnTo>
                  <a:cubicBezTo>
                    <a:pt x="337017" y="296533"/>
                    <a:pt x="329411" y="291756"/>
                    <a:pt x="328536" y="291521"/>
                  </a:cubicBezTo>
                  <a:cubicBezTo>
                    <a:pt x="327661" y="291319"/>
                    <a:pt x="323084" y="289133"/>
                    <a:pt x="323084" y="289133"/>
                  </a:cubicBezTo>
                  <a:lnTo>
                    <a:pt x="323084" y="282606"/>
                  </a:lnTo>
                  <a:lnTo>
                    <a:pt x="321771" y="277830"/>
                  </a:lnTo>
                  <a:lnTo>
                    <a:pt x="318608" y="275677"/>
                  </a:lnTo>
                  <a:lnTo>
                    <a:pt x="314367" y="277426"/>
                  </a:lnTo>
                  <a:lnTo>
                    <a:pt x="314367" y="282640"/>
                  </a:lnTo>
                  <a:cubicBezTo>
                    <a:pt x="314367" y="282640"/>
                    <a:pt x="312415" y="283515"/>
                    <a:pt x="312180" y="284154"/>
                  </a:cubicBezTo>
                  <a:cubicBezTo>
                    <a:pt x="311978" y="284793"/>
                    <a:pt x="310430" y="285230"/>
                    <a:pt x="309992" y="285903"/>
                  </a:cubicBezTo>
                  <a:cubicBezTo>
                    <a:pt x="309555" y="286542"/>
                    <a:pt x="303261" y="286980"/>
                    <a:pt x="303261" y="286980"/>
                  </a:cubicBezTo>
                  <a:lnTo>
                    <a:pt x="299795" y="283077"/>
                  </a:lnTo>
                  <a:lnTo>
                    <a:pt x="296530" y="277426"/>
                  </a:lnTo>
                  <a:cubicBezTo>
                    <a:pt x="296530" y="277426"/>
                    <a:pt x="296732" y="271976"/>
                    <a:pt x="296530" y="272212"/>
                  </a:cubicBezTo>
                  <a:cubicBezTo>
                    <a:pt x="296295" y="272414"/>
                    <a:pt x="298920" y="269823"/>
                    <a:pt x="298920" y="269823"/>
                  </a:cubicBezTo>
                  <a:cubicBezTo>
                    <a:pt x="298920" y="269823"/>
                    <a:pt x="301983" y="267637"/>
                    <a:pt x="303497" y="267637"/>
                  </a:cubicBezTo>
                  <a:cubicBezTo>
                    <a:pt x="305011" y="267637"/>
                    <a:pt x="309151" y="271102"/>
                    <a:pt x="309151" y="271102"/>
                  </a:cubicBezTo>
                  <a:lnTo>
                    <a:pt x="312617" y="270900"/>
                  </a:lnTo>
                  <a:lnTo>
                    <a:pt x="312180" y="263297"/>
                  </a:lnTo>
                  <a:cubicBezTo>
                    <a:pt x="312180" y="263297"/>
                    <a:pt x="311978" y="260707"/>
                    <a:pt x="312382" y="260034"/>
                  </a:cubicBezTo>
                  <a:cubicBezTo>
                    <a:pt x="312819" y="259395"/>
                    <a:pt x="315646" y="257410"/>
                    <a:pt x="315646" y="257410"/>
                  </a:cubicBezTo>
                  <a:cubicBezTo>
                    <a:pt x="315646" y="257410"/>
                    <a:pt x="311305" y="254147"/>
                    <a:pt x="309555" y="254585"/>
                  </a:cubicBezTo>
                  <a:cubicBezTo>
                    <a:pt x="307805" y="255022"/>
                    <a:pt x="304776" y="252398"/>
                    <a:pt x="304776" y="252398"/>
                  </a:cubicBezTo>
                  <a:cubicBezTo>
                    <a:pt x="304776" y="252398"/>
                    <a:pt x="305213" y="249774"/>
                    <a:pt x="305853" y="249370"/>
                  </a:cubicBezTo>
                  <a:cubicBezTo>
                    <a:pt x="306492" y="248933"/>
                    <a:pt x="311069" y="246545"/>
                    <a:pt x="311069" y="246545"/>
                  </a:cubicBezTo>
                  <a:lnTo>
                    <a:pt x="313459" y="245468"/>
                  </a:lnTo>
                  <a:cubicBezTo>
                    <a:pt x="313459" y="245468"/>
                    <a:pt x="314536" y="240893"/>
                    <a:pt x="313896" y="240052"/>
                  </a:cubicBezTo>
                  <a:cubicBezTo>
                    <a:pt x="313257" y="239178"/>
                    <a:pt x="312146" y="233964"/>
                    <a:pt x="312146" y="233964"/>
                  </a:cubicBezTo>
                  <a:lnTo>
                    <a:pt x="311271" y="226798"/>
                  </a:lnTo>
                  <a:lnTo>
                    <a:pt x="308444" y="223098"/>
                  </a:lnTo>
                  <a:lnTo>
                    <a:pt x="302555" y="219633"/>
                  </a:lnTo>
                  <a:lnTo>
                    <a:pt x="300165" y="212232"/>
                  </a:lnTo>
                  <a:lnTo>
                    <a:pt x="298853" y="206581"/>
                  </a:lnTo>
                  <a:lnTo>
                    <a:pt x="299963" y="201804"/>
                  </a:lnTo>
                  <a:lnTo>
                    <a:pt x="301478" y="200055"/>
                  </a:lnTo>
                  <a:lnTo>
                    <a:pt x="304742" y="200055"/>
                  </a:lnTo>
                  <a:lnTo>
                    <a:pt x="308209" y="200055"/>
                  </a:lnTo>
                  <a:lnTo>
                    <a:pt x="309959" y="200055"/>
                  </a:lnTo>
                  <a:cubicBezTo>
                    <a:pt x="309959" y="200055"/>
                    <a:pt x="312786" y="199416"/>
                    <a:pt x="313661" y="200055"/>
                  </a:cubicBezTo>
                  <a:cubicBezTo>
                    <a:pt x="314536" y="200694"/>
                    <a:pt x="321065" y="201199"/>
                    <a:pt x="321065" y="199752"/>
                  </a:cubicBezTo>
                  <a:cubicBezTo>
                    <a:pt x="321065" y="198305"/>
                    <a:pt x="320863" y="195244"/>
                    <a:pt x="320863" y="195244"/>
                  </a:cubicBezTo>
                  <a:lnTo>
                    <a:pt x="321300" y="191779"/>
                  </a:lnTo>
                  <a:lnTo>
                    <a:pt x="321300" y="188752"/>
                  </a:lnTo>
                  <a:lnTo>
                    <a:pt x="323892" y="184412"/>
                  </a:lnTo>
                  <a:lnTo>
                    <a:pt x="325642" y="184412"/>
                  </a:lnTo>
                  <a:lnTo>
                    <a:pt x="331060" y="189189"/>
                  </a:lnTo>
                  <a:lnTo>
                    <a:pt x="336950" y="195715"/>
                  </a:lnTo>
                  <a:lnTo>
                    <a:pt x="339777" y="199853"/>
                  </a:lnTo>
                  <a:cubicBezTo>
                    <a:pt x="339777" y="199853"/>
                    <a:pt x="342402" y="199853"/>
                    <a:pt x="342839" y="199214"/>
                  </a:cubicBezTo>
                  <a:cubicBezTo>
                    <a:pt x="343277" y="198575"/>
                    <a:pt x="344556" y="196590"/>
                    <a:pt x="344556" y="196590"/>
                  </a:cubicBezTo>
                  <a:lnTo>
                    <a:pt x="345632" y="195076"/>
                  </a:lnTo>
                  <a:lnTo>
                    <a:pt x="346070" y="193125"/>
                  </a:lnTo>
                  <a:cubicBezTo>
                    <a:pt x="346070" y="193125"/>
                    <a:pt x="346507" y="190938"/>
                    <a:pt x="347147" y="190938"/>
                  </a:cubicBezTo>
                  <a:cubicBezTo>
                    <a:pt x="347786" y="190938"/>
                    <a:pt x="349974" y="189627"/>
                    <a:pt x="349974" y="189627"/>
                  </a:cubicBezTo>
                  <a:lnTo>
                    <a:pt x="353238" y="187675"/>
                  </a:lnTo>
                  <a:lnTo>
                    <a:pt x="354753" y="185724"/>
                  </a:lnTo>
                  <a:lnTo>
                    <a:pt x="355830" y="184412"/>
                  </a:lnTo>
                  <a:lnTo>
                    <a:pt x="360407" y="184412"/>
                  </a:lnTo>
                  <a:lnTo>
                    <a:pt x="364546" y="185724"/>
                  </a:lnTo>
                  <a:lnTo>
                    <a:pt x="368686" y="187036"/>
                  </a:lnTo>
                  <a:lnTo>
                    <a:pt x="371277" y="190064"/>
                  </a:lnTo>
                  <a:lnTo>
                    <a:pt x="374340" y="195715"/>
                  </a:lnTo>
                  <a:lnTo>
                    <a:pt x="377806" y="195480"/>
                  </a:lnTo>
                  <a:cubicBezTo>
                    <a:pt x="377806" y="195480"/>
                    <a:pt x="380128" y="194403"/>
                    <a:pt x="380903" y="193731"/>
                  </a:cubicBezTo>
                  <a:cubicBezTo>
                    <a:pt x="381710" y="193091"/>
                    <a:pt x="384201" y="190030"/>
                    <a:pt x="384201" y="190030"/>
                  </a:cubicBezTo>
                  <a:lnTo>
                    <a:pt x="385614" y="187406"/>
                  </a:lnTo>
                  <a:lnTo>
                    <a:pt x="385614" y="185220"/>
                  </a:lnTo>
                  <a:lnTo>
                    <a:pt x="388778" y="186094"/>
                  </a:lnTo>
                  <a:lnTo>
                    <a:pt x="392581" y="188718"/>
                  </a:lnTo>
                  <a:lnTo>
                    <a:pt x="392581" y="192183"/>
                  </a:lnTo>
                  <a:lnTo>
                    <a:pt x="392581" y="195648"/>
                  </a:lnTo>
                  <a:lnTo>
                    <a:pt x="392581" y="200862"/>
                  </a:lnTo>
                  <a:lnTo>
                    <a:pt x="392581" y="207826"/>
                  </a:lnTo>
                  <a:cubicBezTo>
                    <a:pt x="392581" y="207826"/>
                    <a:pt x="392782" y="210416"/>
                    <a:pt x="393658" y="210416"/>
                  </a:cubicBezTo>
                  <a:cubicBezTo>
                    <a:pt x="394533" y="210416"/>
                    <a:pt x="397797" y="206951"/>
                    <a:pt x="397797" y="206951"/>
                  </a:cubicBezTo>
                  <a:lnTo>
                    <a:pt x="399547" y="201098"/>
                  </a:lnTo>
                  <a:lnTo>
                    <a:pt x="399547" y="195682"/>
                  </a:lnTo>
                  <a:lnTo>
                    <a:pt x="399547" y="190468"/>
                  </a:lnTo>
                  <a:cubicBezTo>
                    <a:pt x="399547" y="190468"/>
                    <a:pt x="401937" y="187642"/>
                    <a:pt x="402812" y="187204"/>
                  </a:cubicBezTo>
                  <a:cubicBezTo>
                    <a:pt x="403687" y="186767"/>
                    <a:pt x="406716" y="184379"/>
                    <a:pt x="406716" y="184379"/>
                  </a:cubicBezTo>
                  <a:lnTo>
                    <a:pt x="409745" y="181755"/>
                  </a:lnTo>
                  <a:lnTo>
                    <a:pt x="414759" y="180006"/>
                  </a:lnTo>
                  <a:lnTo>
                    <a:pt x="416072" y="178256"/>
                  </a:lnTo>
                  <a:lnTo>
                    <a:pt x="418023" y="174791"/>
                  </a:lnTo>
                  <a:cubicBezTo>
                    <a:pt x="418023" y="174791"/>
                    <a:pt x="418898" y="173278"/>
                    <a:pt x="419100" y="172605"/>
                  </a:cubicBezTo>
                  <a:cubicBezTo>
                    <a:pt x="419336" y="171966"/>
                    <a:pt x="421726" y="168265"/>
                    <a:pt x="421726" y="168265"/>
                  </a:cubicBezTo>
                  <a:lnTo>
                    <a:pt x="424552" y="164128"/>
                  </a:lnTo>
                  <a:lnTo>
                    <a:pt x="427581" y="161504"/>
                  </a:lnTo>
                  <a:cubicBezTo>
                    <a:pt x="427581" y="161504"/>
                    <a:pt x="430644" y="158779"/>
                    <a:pt x="431485" y="158342"/>
                  </a:cubicBezTo>
                  <a:cubicBezTo>
                    <a:pt x="432360" y="157904"/>
                    <a:pt x="438889" y="156491"/>
                    <a:pt x="438889" y="156491"/>
                  </a:cubicBezTo>
                  <a:lnTo>
                    <a:pt x="445620" y="156491"/>
                  </a:lnTo>
                  <a:lnTo>
                    <a:pt x="450837" y="156491"/>
                  </a:lnTo>
                  <a:lnTo>
                    <a:pt x="454741" y="154742"/>
                  </a:lnTo>
                  <a:lnTo>
                    <a:pt x="456928" y="154742"/>
                  </a:lnTo>
                  <a:lnTo>
                    <a:pt x="456928" y="157332"/>
                  </a:lnTo>
                  <a:lnTo>
                    <a:pt x="458645" y="161470"/>
                  </a:lnTo>
                  <a:lnTo>
                    <a:pt x="458645" y="164296"/>
                  </a:lnTo>
                  <a:lnTo>
                    <a:pt x="462111" y="165171"/>
                  </a:lnTo>
                  <a:lnTo>
                    <a:pt x="465914" y="164094"/>
                  </a:lnTo>
                  <a:lnTo>
                    <a:pt x="469078" y="160192"/>
                  </a:lnTo>
                  <a:lnTo>
                    <a:pt x="469078" y="157366"/>
                  </a:lnTo>
                  <a:lnTo>
                    <a:pt x="471703" y="151715"/>
                  </a:lnTo>
                  <a:cubicBezTo>
                    <a:pt x="471703" y="151715"/>
                    <a:pt x="471938" y="148014"/>
                    <a:pt x="471703" y="146938"/>
                  </a:cubicBezTo>
                  <a:cubicBezTo>
                    <a:pt x="471467" y="145861"/>
                    <a:pt x="471703" y="141286"/>
                    <a:pt x="470390" y="140647"/>
                  </a:cubicBezTo>
                  <a:cubicBezTo>
                    <a:pt x="469078" y="140008"/>
                    <a:pt x="468640" y="133919"/>
                    <a:pt x="468640" y="133919"/>
                  </a:cubicBezTo>
                  <a:lnTo>
                    <a:pt x="467765" y="131094"/>
                  </a:lnTo>
                  <a:lnTo>
                    <a:pt x="469010" y="128470"/>
                  </a:lnTo>
                  <a:lnTo>
                    <a:pt x="472544" y="126720"/>
                  </a:lnTo>
                  <a:lnTo>
                    <a:pt x="472544" y="124332"/>
                  </a:lnTo>
                  <a:lnTo>
                    <a:pt x="472544" y="122583"/>
                  </a:lnTo>
                  <a:lnTo>
                    <a:pt x="470356" y="117369"/>
                  </a:lnTo>
                  <a:lnTo>
                    <a:pt x="469044" y="113668"/>
                  </a:lnTo>
                  <a:lnTo>
                    <a:pt x="469044" y="110405"/>
                  </a:lnTo>
                  <a:cubicBezTo>
                    <a:pt x="469044" y="110405"/>
                    <a:pt x="470558" y="105393"/>
                    <a:pt x="470121" y="104754"/>
                  </a:cubicBezTo>
                  <a:cubicBezTo>
                    <a:pt x="469683" y="104115"/>
                    <a:pt x="466419" y="99741"/>
                    <a:pt x="466419" y="99741"/>
                  </a:cubicBezTo>
                  <a:lnTo>
                    <a:pt x="464231" y="97555"/>
                  </a:lnTo>
                  <a:lnTo>
                    <a:pt x="461842" y="95806"/>
                  </a:lnTo>
                  <a:cubicBezTo>
                    <a:pt x="461842" y="95806"/>
                    <a:pt x="456827" y="93215"/>
                    <a:pt x="455548" y="92980"/>
                  </a:cubicBezTo>
                  <a:cubicBezTo>
                    <a:pt x="454236" y="92778"/>
                    <a:pt x="450971" y="90390"/>
                    <a:pt x="450971" y="90390"/>
                  </a:cubicBezTo>
                  <a:lnTo>
                    <a:pt x="445553" y="85075"/>
                  </a:lnTo>
                  <a:lnTo>
                    <a:pt x="444240" y="81711"/>
                  </a:lnTo>
                  <a:lnTo>
                    <a:pt x="442053" y="81711"/>
                  </a:lnTo>
                  <a:lnTo>
                    <a:pt x="431620" y="81711"/>
                  </a:lnTo>
                  <a:lnTo>
                    <a:pt x="426841" y="80634"/>
                  </a:lnTo>
                  <a:cubicBezTo>
                    <a:pt x="426841" y="80634"/>
                    <a:pt x="428153" y="76496"/>
                    <a:pt x="428793" y="74983"/>
                  </a:cubicBezTo>
                  <a:cubicBezTo>
                    <a:pt x="429466" y="73469"/>
                    <a:pt x="431620" y="69970"/>
                    <a:pt x="431620" y="69970"/>
                  </a:cubicBezTo>
                  <a:cubicBezTo>
                    <a:pt x="431620" y="69970"/>
                    <a:pt x="429870" y="66068"/>
                    <a:pt x="429029" y="66068"/>
                  </a:cubicBezTo>
                  <a:cubicBezTo>
                    <a:pt x="428153" y="66068"/>
                    <a:pt x="424889" y="64319"/>
                    <a:pt x="424889" y="64319"/>
                  </a:cubicBezTo>
                  <a:lnTo>
                    <a:pt x="421490" y="61291"/>
                  </a:lnTo>
                  <a:lnTo>
                    <a:pt x="415971" y="60854"/>
                  </a:lnTo>
                  <a:lnTo>
                    <a:pt x="412504" y="60854"/>
                  </a:lnTo>
                  <a:lnTo>
                    <a:pt x="406413" y="60854"/>
                  </a:lnTo>
                  <a:lnTo>
                    <a:pt x="399884" y="61493"/>
                  </a:lnTo>
                  <a:lnTo>
                    <a:pt x="396821" y="62570"/>
                  </a:lnTo>
                  <a:lnTo>
                    <a:pt x="389720" y="62570"/>
                  </a:lnTo>
                  <a:lnTo>
                    <a:pt x="386085" y="58365"/>
                  </a:lnTo>
                  <a:lnTo>
                    <a:pt x="384201" y="54732"/>
                  </a:lnTo>
                  <a:cubicBezTo>
                    <a:pt x="384201" y="54732"/>
                    <a:pt x="380297" y="51973"/>
                    <a:pt x="379253" y="50527"/>
                  </a:cubicBezTo>
                  <a:cubicBezTo>
                    <a:pt x="378244" y="49080"/>
                    <a:pt x="377369" y="47062"/>
                    <a:pt x="377369" y="47062"/>
                  </a:cubicBezTo>
                  <a:lnTo>
                    <a:pt x="376494" y="44303"/>
                  </a:lnTo>
                  <a:lnTo>
                    <a:pt x="373027" y="41545"/>
                  </a:lnTo>
                  <a:lnTo>
                    <a:pt x="371715" y="40233"/>
                  </a:lnTo>
                  <a:cubicBezTo>
                    <a:pt x="371715" y="40233"/>
                    <a:pt x="369393" y="37643"/>
                    <a:pt x="368686" y="36768"/>
                  </a:cubicBezTo>
                  <a:cubicBezTo>
                    <a:pt x="367979" y="35893"/>
                    <a:pt x="367239" y="35759"/>
                    <a:pt x="366667" y="35624"/>
                  </a:cubicBezTo>
                  <a:cubicBezTo>
                    <a:pt x="366094" y="35490"/>
                    <a:pt x="364647" y="33303"/>
                    <a:pt x="364647" y="33303"/>
                  </a:cubicBezTo>
                  <a:lnTo>
                    <a:pt x="363772" y="31554"/>
                  </a:lnTo>
                  <a:cubicBezTo>
                    <a:pt x="363772" y="31554"/>
                    <a:pt x="361753" y="30982"/>
                    <a:pt x="361181" y="30982"/>
                  </a:cubicBezTo>
                  <a:cubicBezTo>
                    <a:pt x="360609" y="30982"/>
                    <a:pt x="359296" y="30847"/>
                    <a:pt x="357714" y="30847"/>
                  </a:cubicBezTo>
                  <a:cubicBezTo>
                    <a:pt x="356099" y="30847"/>
                    <a:pt x="354820" y="30713"/>
                    <a:pt x="354820" y="30713"/>
                  </a:cubicBezTo>
                  <a:lnTo>
                    <a:pt x="351354" y="28964"/>
                  </a:lnTo>
                  <a:lnTo>
                    <a:pt x="349469" y="26945"/>
                  </a:lnTo>
                  <a:lnTo>
                    <a:pt x="346137" y="24624"/>
                  </a:lnTo>
                  <a:lnTo>
                    <a:pt x="339777" y="20722"/>
                  </a:lnTo>
                  <a:lnTo>
                    <a:pt x="336748" y="18535"/>
                  </a:lnTo>
                  <a:lnTo>
                    <a:pt x="333719" y="15070"/>
                  </a:lnTo>
                  <a:lnTo>
                    <a:pt x="327055" y="11740"/>
                  </a:lnTo>
                  <a:cubicBezTo>
                    <a:pt x="327055" y="11740"/>
                    <a:pt x="321973" y="8982"/>
                    <a:pt x="321536" y="8713"/>
                  </a:cubicBezTo>
                  <a:cubicBezTo>
                    <a:pt x="321098" y="8410"/>
                    <a:pt x="318069" y="5954"/>
                    <a:pt x="318069" y="5954"/>
                  </a:cubicBezTo>
                  <a:cubicBezTo>
                    <a:pt x="318069" y="5954"/>
                    <a:pt x="315916" y="3196"/>
                    <a:pt x="316117" y="2758"/>
                  </a:cubicBezTo>
                  <a:cubicBezTo>
                    <a:pt x="316319" y="2321"/>
                    <a:pt x="313425" y="0"/>
                    <a:pt x="313425" y="0"/>
                  </a:cubicBezTo>
                  <a:lnTo>
                    <a:pt x="311675" y="0"/>
                  </a:lnTo>
                  <a:lnTo>
                    <a:pt x="306459" y="0"/>
                  </a:lnTo>
                  <a:lnTo>
                    <a:pt x="304709" y="1682"/>
                  </a:lnTo>
                  <a:lnTo>
                    <a:pt x="302386" y="4070"/>
                  </a:lnTo>
                  <a:lnTo>
                    <a:pt x="301949" y="5954"/>
                  </a:lnTo>
                  <a:lnTo>
                    <a:pt x="301646" y="7703"/>
                  </a:lnTo>
                  <a:cubicBezTo>
                    <a:pt x="301646" y="7703"/>
                    <a:pt x="301074" y="9284"/>
                    <a:pt x="301074" y="9722"/>
                  </a:cubicBezTo>
                  <a:cubicBezTo>
                    <a:pt x="301074" y="10159"/>
                    <a:pt x="302386" y="11303"/>
                    <a:pt x="302386" y="11303"/>
                  </a:cubicBezTo>
                  <a:lnTo>
                    <a:pt x="304136" y="12312"/>
                  </a:lnTo>
                  <a:cubicBezTo>
                    <a:pt x="304136" y="12312"/>
                    <a:pt x="306021" y="14330"/>
                    <a:pt x="306459" y="14768"/>
                  </a:cubicBezTo>
                  <a:cubicBezTo>
                    <a:pt x="306896" y="15205"/>
                    <a:pt x="307603" y="14768"/>
                    <a:pt x="307603" y="14768"/>
                  </a:cubicBezTo>
                  <a:lnTo>
                    <a:pt x="307300" y="18233"/>
                  </a:lnTo>
                  <a:lnTo>
                    <a:pt x="307300" y="19107"/>
                  </a:lnTo>
                  <a:lnTo>
                    <a:pt x="306425" y="20856"/>
                  </a:lnTo>
                  <a:lnTo>
                    <a:pt x="304675" y="20856"/>
                  </a:lnTo>
                  <a:lnTo>
                    <a:pt x="303093" y="20856"/>
                  </a:lnTo>
                  <a:cubicBezTo>
                    <a:pt x="303093" y="20856"/>
                    <a:pt x="301781" y="20991"/>
                    <a:pt x="301646" y="21428"/>
                  </a:cubicBezTo>
                  <a:cubicBezTo>
                    <a:pt x="301511" y="21866"/>
                    <a:pt x="301343" y="23615"/>
                    <a:pt x="301343" y="24187"/>
                  </a:cubicBezTo>
                  <a:cubicBezTo>
                    <a:pt x="301343" y="24759"/>
                    <a:pt x="300636" y="29973"/>
                    <a:pt x="300636" y="29973"/>
                  </a:cubicBezTo>
                  <a:lnTo>
                    <a:pt x="299055" y="30847"/>
                  </a:lnTo>
                  <a:cubicBezTo>
                    <a:pt x="299055" y="30847"/>
                    <a:pt x="297304" y="27383"/>
                    <a:pt x="296429" y="27214"/>
                  </a:cubicBezTo>
                  <a:cubicBezTo>
                    <a:pt x="295554" y="27080"/>
                    <a:pt x="291516" y="27214"/>
                    <a:pt x="291516" y="27214"/>
                  </a:cubicBezTo>
                  <a:lnTo>
                    <a:pt x="291651" y="28661"/>
                  </a:lnTo>
                  <a:lnTo>
                    <a:pt x="291651" y="34581"/>
                  </a:lnTo>
                  <a:cubicBezTo>
                    <a:pt x="291651" y="34581"/>
                    <a:pt x="291583" y="37912"/>
                    <a:pt x="291718" y="38484"/>
                  </a:cubicBezTo>
                  <a:cubicBezTo>
                    <a:pt x="291852" y="39056"/>
                    <a:pt x="293098" y="39930"/>
                    <a:pt x="293098" y="39930"/>
                  </a:cubicBezTo>
                  <a:cubicBezTo>
                    <a:pt x="293098" y="39930"/>
                    <a:pt x="295420" y="42251"/>
                    <a:pt x="296429" y="42386"/>
                  </a:cubicBezTo>
                  <a:cubicBezTo>
                    <a:pt x="297439" y="42520"/>
                    <a:pt x="297304" y="45582"/>
                    <a:pt x="297304" y="45582"/>
                  </a:cubicBezTo>
                  <a:lnTo>
                    <a:pt x="300939" y="47465"/>
                  </a:lnTo>
                  <a:lnTo>
                    <a:pt x="303968" y="48912"/>
                  </a:lnTo>
                  <a:lnTo>
                    <a:pt x="310329" y="52108"/>
                  </a:lnTo>
                  <a:lnTo>
                    <a:pt x="314401" y="55169"/>
                  </a:lnTo>
                  <a:lnTo>
                    <a:pt x="315983" y="59811"/>
                  </a:lnTo>
                  <a:cubicBezTo>
                    <a:pt x="315983" y="59811"/>
                    <a:pt x="316117" y="63007"/>
                    <a:pt x="315983" y="63579"/>
                  </a:cubicBezTo>
                  <a:cubicBezTo>
                    <a:pt x="315848" y="64151"/>
                    <a:pt x="315983" y="65765"/>
                    <a:pt x="315983" y="65765"/>
                  </a:cubicBezTo>
                  <a:cubicBezTo>
                    <a:pt x="315983" y="65765"/>
                    <a:pt x="314839" y="68221"/>
                    <a:pt x="314401" y="68221"/>
                  </a:cubicBezTo>
                  <a:cubicBezTo>
                    <a:pt x="313964" y="68221"/>
                    <a:pt x="312651" y="69668"/>
                    <a:pt x="312213" y="69668"/>
                  </a:cubicBezTo>
                  <a:cubicBezTo>
                    <a:pt x="311776" y="69668"/>
                    <a:pt x="308444" y="71249"/>
                    <a:pt x="307872" y="71417"/>
                  </a:cubicBezTo>
                  <a:cubicBezTo>
                    <a:pt x="307300" y="71551"/>
                    <a:pt x="306862" y="71417"/>
                    <a:pt x="306290" y="71417"/>
                  </a:cubicBezTo>
                  <a:cubicBezTo>
                    <a:pt x="305718" y="71417"/>
                    <a:pt x="302824" y="72426"/>
                    <a:pt x="302824" y="72426"/>
                  </a:cubicBezTo>
                  <a:lnTo>
                    <a:pt x="302117" y="73873"/>
                  </a:lnTo>
                  <a:lnTo>
                    <a:pt x="302117" y="74882"/>
                  </a:lnTo>
                  <a:cubicBezTo>
                    <a:pt x="302117" y="74882"/>
                    <a:pt x="301175" y="77506"/>
                    <a:pt x="301175" y="78077"/>
                  </a:cubicBezTo>
                  <a:cubicBezTo>
                    <a:pt x="301175" y="78649"/>
                    <a:pt x="299795" y="80533"/>
                    <a:pt x="298213" y="81273"/>
                  </a:cubicBezTo>
                  <a:cubicBezTo>
                    <a:pt x="296631" y="82013"/>
                    <a:pt x="295756" y="83729"/>
                    <a:pt x="295756" y="83729"/>
                  </a:cubicBezTo>
                  <a:cubicBezTo>
                    <a:pt x="295756" y="83729"/>
                    <a:pt x="292997" y="84301"/>
                    <a:pt x="291718" y="84435"/>
                  </a:cubicBezTo>
                  <a:cubicBezTo>
                    <a:pt x="290405" y="84570"/>
                    <a:pt x="289530" y="84301"/>
                    <a:pt x="288958" y="84435"/>
                  </a:cubicBezTo>
                  <a:cubicBezTo>
                    <a:pt x="288386" y="84570"/>
                    <a:pt x="286636" y="84435"/>
                    <a:pt x="286636" y="84435"/>
                  </a:cubicBezTo>
                  <a:cubicBezTo>
                    <a:pt x="286636" y="84435"/>
                    <a:pt x="285323" y="86185"/>
                    <a:pt x="284583" y="86622"/>
                  </a:cubicBezTo>
                  <a:cubicBezTo>
                    <a:pt x="283843" y="87059"/>
                    <a:pt x="284448" y="88371"/>
                    <a:pt x="284448" y="88371"/>
                  </a:cubicBezTo>
                  <a:cubicBezTo>
                    <a:pt x="284448" y="88371"/>
                    <a:pt x="284751" y="90692"/>
                    <a:pt x="284448" y="91130"/>
                  </a:cubicBezTo>
                  <a:cubicBezTo>
                    <a:pt x="284146" y="91567"/>
                    <a:pt x="284448" y="94023"/>
                    <a:pt x="284448" y="94023"/>
                  </a:cubicBezTo>
                  <a:cubicBezTo>
                    <a:pt x="284448" y="94023"/>
                    <a:pt x="283304" y="96781"/>
                    <a:pt x="283304" y="97353"/>
                  </a:cubicBezTo>
                  <a:cubicBezTo>
                    <a:pt x="283304" y="97925"/>
                    <a:pt x="281722" y="100683"/>
                    <a:pt x="281722" y="100683"/>
                  </a:cubicBezTo>
                  <a:lnTo>
                    <a:pt x="280713" y="104148"/>
                  </a:lnTo>
                  <a:lnTo>
                    <a:pt x="278256" y="107916"/>
                  </a:lnTo>
                  <a:lnTo>
                    <a:pt x="274352" y="110102"/>
                  </a:lnTo>
                  <a:cubicBezTo>
                    <a:pt x="274352" y="110102"/>
                    <a:pt x="269573" y="111986"/>
                    <a:pt x="269136" y="112121"/>
                  </a:cubicBezTo>
                  <a:cubicBezTo>
                    <a:pt x="268698" y="112255"/>
                    <a:pt x="268126" y="115317"/>
                    <a:pt x="268126" y="115317"/>
                  </a:cubicBezTo>
                  <a:lnTo>
                    <a:pt x="269270" y="117200"/>
                  </a:lnTo>
                  <a:lnTo>
                    <a:pt x="272467" y="120834"/>
                  </a:lnTo>
                  <a:lnTo>
                    <a:pt x="269439" y="124298"/>
                  </a:lnTo>
                  <a:lnTo>
                    <a:pt x="266107" y="125879"/>
                  </a:lnTo>
                  <a:lnTo>
                    <a:pt x="264962" y="127898"/>
                  </a:lnTo>
                  <a:lnTo>
                    <a:pt x="265535" y="130219"/>
                  </a:lnTo>
                  <a:lnTo>
                    <a:pt x="267991" y="131968"/>
                  </a:lnTo>
                  <a:cubicBezTo>
                    <a:pt x="267991" y="131968"/>
                    <a:pt x="266241" y="134424"/>
                    <a:pt x="265669" y="135736"/>
                  </a:cubicBezTo>
                  <a:cubicBezTo>
                    <a:pt x="265097" y="137048"/>
                    <a:pt x="262640" y="138763"/>
                    <a:pt x="262640" y="138763"/>
                  </a:cubicBezTo>
                  <a:lnTo>
                    <a:pt x="260318" y="139638"/>
                  </a:lnTo>
                  <a:cubicBezTo>
                    <a:pt x="260318" y="139638"/>
                    <a:pt x="258568" y="141656"/>
                    <a:pt x="257727" y="142396"/>
                  </a:cubicBezTo>
                  <a:cubicBezTo>
                    <a:pt x="256852" y="143137"/>
                    <a:pt x="256717" y="144718"/>
                    <a:pt x="256583" y="145592"/>
                  </a:cubicBezTo>
                  <a:cubicBezTo>
                    <a:pt x="256448" y="146467"/>
                    <a:pt x="257458" y="148923"/>
                    <a:pt x="257458" y="148923"/>
                  </a:cubicBezTo>
                  <a:lnTo>
                    <a:pt x="260352" y="152690"/>
                  </a:lnTo>
                  <a:lnTo>
                    <a:pt x="256448" y="157198"/>
                  </a:lnTo>
                  <a:cubicBezTo>
                    <a:pt x="256448" y="157198"/>
                    <a:pt x="255876" y="158342"/>
                    <a:pt x="255438" y="158644"/>
                  </a:cubicBezTo>
                  <a:cubicBezTo>
                    <a:pt x="255001" y="158947"/>
                    <a:pt x="253856" y="159956"/>
                    <a:pt x="253419" y="160225"/>
                  </a:cubicBezTo>
                  <a:cubicBezTo>
                    <a:pt x="252981" y="160528"/>
                    <a:pt x="251837" y="160663"/>
                    <a:pt x="251837" y="160663"/>
                  </a:cubicBezTo>
                  <a:lnTo>
                    <a:pt x="249818" y="162412"/>
                  </a:lnTo>
                  <a:lnTo>
                    <a:pt x="247496" y="163421"/>
                  </a:lnTo>
                  <a:lnTo>
                    <a:pt x="244904" y="163421"/>
                  </a:lnTo>
                  <a:lnTo>
                    <a:pt x="243154" y="162412"/>
                  </a:lnTo>
                  <a:cubicBezTo>
                    <a:pt x="243154" y="162412"/>
                    <a:pt x="240967" y="159519"/>
                    <a:pt x="240529" y="159082"/>
                  </a:cubicBezTo>
                  <a:cubicBezTo>
                    <a:pt x="240092" y="158644"/>
                    <a:pt x="239822" y="156054"/>
                    <a:pt x="239822" y="156054"/>
                  </a:cubicBezTo>
                  <a:lnTo>
                    <a:pt x="238678" y="155617"/>
                  </a:lnTo>
                  <a:cubicBezTo>
                    <a:pt x="238678" y="155617"/>
                    <a:pt x="237366" y="156189"/>
                    <a:pt x="236794" y="156189"/>
                  </a:cubicBezTo>
                  <a:cubicBezTo>
                    <a:pt x="236222" y="156189"/>
                    <a:pt x="234774" y="158073"/>
                    <a:pt x="234034" y="158813"/>
                  </a:cubicBezTo>
                  <a:cubicBezTo>
                    <a:pt x="233293" y="159519"/>
                    <a:pt x="232015" y="158947"/>
                    <a:pt x="231274" y="158947"/>
                  </a:cubicBezTo>
                  <a:cubicBezTo>
                    <a:pt x="230534" y="158947"/>
                    <a:pt x="228952" y="158375"/>
                    <a:pt x="228077" y="157803"/>
                  </a:cubicBezTo>
                  <a:cubicBezTo>
                    <a:pt x="227202" y="157232"/>
                    <a:pt x="226630" y="156660"/>
                    <a:pt x="226630" y="156660"/>
                  </a:cubicBezTo>
                  <a:cubicBezTo>
                    <a:pt x="226630" y="156660"/>
                    <a:pt x="225620" y="155348"/>
                    <a:pt x="224745" y="154776"/>
                  </a:cubicBezTo>
                  <a:cubicBezTo>
                    <a:pt x="223870" y="154204"/>
                    <a:pt x="221413" y="154776"/>
                    <a:pt x="221413" y="154776"/>
                  </a:cubicBezTo>
                  <a:lnTo>
                    <a:pt x="219663" y="154776"/>
                  </a:lnTo>
                  <a:lnTo>
                    <a:pt x="216466" y="154776"/>
                  </a:lnTo>
                  <a:cubicBezTo>
                    <a:pt x="216466" y="154776"/>
                    <a:pt x="215591" y="156895"/>
                    <a:pt x="215322" y="157030"/>
                  </a:cubicBezTo>
                  <a:cubicBezTo>
                    <a:pt x="215019" y="157164"/>
                    <a:pt x="214581" y="158846"/>
                    <a:pt x="214178" y="158981"/>
                  </a:cubicBezTo>
                  <a:cubicBezTo>
                    <a:pt x="213740" y="159115"/>
                    <a:pt x="215322" y="160865"/>
                    <a:pt x="215322" y="160865"/>
                  </a:cubicBezTo>
                  <a:lnTo>
                    <a:pt x="215322" y="163623"/>
                  </a:lnTo>
                  <a:lnTo>
                    <a:pt x="213370" y="165070"/>
                  </a:lnTo>
                  <a:lnTo>
                    <a:pt x="211115" y="166651"/>
                  </a:lnTo>
                  <a:lnTo>
                    <a:pt x="209096" y="169846"/>
                  </a:lnTo>
                  <a:lnTo>
                    <a:pt x="207952" y="172874"/>
                  </a:lnTo>
                  <a:lnTo>
                    <a:pt x="210711" y="175195"/>
                  </a:lnTo>
                  <a:cubicBezTo>
                    <a:pt x="210711" y="175195"/>
                    <a:pt x="213740" y="178391"/>
                    <a:pt x="213606" y="178828"/>
                  </a:cubicBezTo>
                  <a:cubicBezTo>
                    <a:pt x="213471" y="179266"/>
                    <a:pt x="213606" y="181721"/>
                    <a:pt x="213606" y="181721"/>
                  </a:cubicBezTo>
                  <a:lnTo>
                    <a:pt x="213606" y="182865"/>
                  </a:lnTo>
                  <a:lnTo>
                    <a:pt x="211855" y="185186"/>
                  </a:lnTo>
                  <a:lnTo>
                    <a:pt x="211855" y="186061"/>
                  </a:lnTo>
                  <a:cubicBezTo>
                    <a:pt x="211855" y="186061"/>
                    <a:pt x="210543" y="186061"/>
                    <a:pt x="208961" y="186061"/>
                  </a:cubicBezTo>
                  <a:cubicBezTo>
                    <a:pt x="207380" y="186061"/>
                    <a:pt x="207514" y="187642"/>
                    <a:pt x="207514" y="187642"/>
                  </a:cubicBezTo>
                  <a:lnTo>
                    <a:pt x="206201" y="190972"/>
                  </a:lnTo>
                  <a:cubicBezTo>
                    <a:pt x="206201" y="190972"/>
                    <a:pt x="204754" y="192419"/>
                    <a:pt x="204620" y="192856"/>
                  </a:cubicBezTo>
                  <a:cubicBezTo>
                    <a:pt x="204485" y="193293"/>
                    <a:pt x="203038" y="194302"/>
                    <a:pt x="203038" y="194302"/>
                  </a:cubicBezTo>
                  <a:cubicBezTo>
                    <a:pt x="203038" y="194302"/>
                    <a:pt x="201456" y="197935"/>
                    <a:pt x="201019" y="198440"/>
                  </a:cubicBezTo>
                  <a:cubicBezTo>
                    <a:pt x="200581" y="198945"/>
                    <a:pt x="200009" y="201266"/>
                    <a:pt x="200009" y="201266"/>
                  </a:cubicBezTo>
                  <a:lnTo>
                    <a:pt x="198562" y="205605"/>
                  </a:lnTo>
                  <a:lnTo>
                    <a:pt x="196980" y="208936"/>
                  </a:lnTo>
                  <a:cubicBezTo>
                    <a:pt x="196980" y="208936"/>
                    <a:pt x="194220" y="210954"/>
                    <a:pt x="193514" y="210954"/>
                  </a:cubicBezTo>
                  <a:cubicBezTo>
                    <a:pt x="192773" y="210954"/>
                    <a:pt x="190451" y="216471"/>
                    <a:pt x="190451" y="216471"/>
                  </a:cubicBezTo>
                  <a:lnTo>
                    <a:pt x="188701" y="222694"/>
                  </a:lnTo>
                  <a:lnTo>
                    <a:pt x="185235" y="227034"/>
                  </a:lnTo>
                  <a:lnTo>
                    <a:pt x="183350" y="228918"/>
                  </a:lnTo>
                  <a:lnTo>
                    <a:pt x="181465" y="231239"/>
                  </a:lnTo>
                  <a:lnTo>
                    <a:pt x="180590" y="233829"/>
                  </a:lnTo>
                  <a:lnTo>
                    <a:pt x="180590" y="235578"/>
                  </a:lnTo>
                  <a:cubicBezTo>
                    <a:pt x="180590" y="235578"/>
                    <a:pt x="179076" y="239043"/>
                    <a:pt x="178638" y="239043"/>
                  </a:cubicBezTo>
                  <a:cubicBezTo>
                    <a:pt x="178201" y="239043"/>
                    <a:pt x="175980" y="241633"/>
                    <a:pt x="175374" y="241802"/>
                  </a:cubicBezTo>
                  <a:cubicBezTo>
                    <a:pt x="174802" y="241936"/>
                    <a:pt x="171167" y="244257"/>
                    <a:pt x="170595" y="244257"/>
                  </a:cubicBezTo>
                  <a:cubicBezTo>
                    <a:pt x="170023" y="244257"/>
                    <a:pt x="167263" y="245401"/>
                    <a:pt x="167263" y="245401"/>
                  </a:cubicBezTo>
                  <a:lnTo>
                    <a:pt x="165076" y="246410"/>
                  </a:lnTo>
                  <a:lnTo>
                    <a:pt x="162316" y="248597"/>
                  </a:lnTo>
                  <a:cubicBezTo>
                    <a:pt x="162316" y="248597"/>
                    <a:pt x="158681" y="248597"/>
                    <a:pt x="157234" y="248597"/>
                  </a:cubicBezTo>
                  <a:cubicBezTo>
                    <a:pt x="155787" y="248597"/>
                    <a:pt x="151883" y="248597"/>
                    <a:pt x="151883" y="248597"/>
                  </a:cubicBezTo>
                  <a:cubicBezTo>
                    <a:pt x="151883" y="248597"/>
                    <a:pt x="148686" y="248597"/>
                    <a:pt x="148114" y="248597"/>
                  </a:cubicBezTo>
                  <a:cubicBezTo>
                    <a:pt x="147542" y="248597"/>
                    <a:pt x="144647" y="248395"/>
                    <a:pt x="143200" y="248092"/>
                  </a:cubicBezTo>
                  <a:cubicBezTo>
                    <a:pt x="141753" y="247789"/>
                    <a:pt x="141585" y="247857"/>
                    <a:pt x="140743" y="247588"/>
                  </a:cubicBezTo>
                  <a:cubicBezTo>
                    <a:pt x="139868" y="247285"/>
                    <a:pt x="135830" y="244392"/>
                    <a:pt x="135830" y="244392"/>
                  </a:cubicBezTo>
                  <a:lnTo>
                    <a:pt x="134955" y="241196"/>
                  </a:lnTo>
                  <a:lnTo>
                    <a:pt x="131926" y="239010"/>
                  </a:lnTo>
                  <a:lnTo>
                    <a:pt x="131926" y="236117"/>
                  </a:lnTo>
                  <a:cubicBezTo>
                    <a:pt x="131926" y="236117"/>
                    <a:pt x="131724" y="232080"/>
                    <a:pt x="131421" y="231474"/>
                  </a:cubicBezTo>
                  <a:cubicBezTo>
                    <a:pt x="131118" y="230902"/>
                    <a:pt x="131791" y="225688"/>
                    <a:pt x="131791" y="225688"/>
                  </a:cubicBezTo>
                  <a:lnTo>
                    <a:pt x="131084" y="221921"/>
                  </a:lnTo>
                  <a:cubicBezTo>
                    <a:pt x="131084" y="221921"/>
                    <a:pt x="126003" y="218725"/>
                    <a:pt x="124555" y="217850"/>
                  </a:cubicBezTo>
                  <a:cubicBezTo>
                    <a:pt x="123108" y="216976"/>
                    <a:pt x="122099" y="216538"/>
                    <a:pt x="122099" y="216538"/>
                  </a:cubicBezTo>
                  <a:lnTo>
                    <a:pt x="120652" y="217245"/>
                  </a:lnTo>
                  <a:lnTo>
                    <a:pt x="116310" y="217245"/>
                  </a:lnTo>
                  <a:lnTo>
                    <a:pt x="113281" y="218052"/>
                  </a:lnTo>
                  <a:lnTo>
                    <a:pt x="112272" y="219297"/>
                  </a:lnTo>
                  <a:cubicBezTo>
                    <a:pt x="112272" y="219297"/>
                    <a:pt x="111565" y="220609"/>
                    <a:pt x="111094" y="221046"/>
                  </a:cubicBezTo>
                  <a:cubicBezTo>
                    <a:pt x="110656" y="221483"/>
                    <a:pt x="109344" y="223636"/>
                    <a:pt x="109344" y="223636"/>
                  </a:cubicBezTo>
                  <a:lnTo>
                    <a:pt x="108469" y="224208"/>
                  </a:lnTo>
                  <a:cubicBezTo>
                    <a:pt x="108469" y="224208"/>
                    <a:pt x="105709" y="224208"/>
                    <a:pt x="105271" y="224208"/>
                  </a:cubicBezTo>
                  <a:cubicBezTo>
                    <a:pt x="104834" y="224208"/>
                    <a:pt x="103521" y="224141"/>
                    <a:pt x="103521" y="224141"/>
                  </a:cubicBezTo>
                  <a:lnTo>
                    <a:pt x="102209" y="224645"/>
                  </a:lnTo>
                  <a:lnTo>
                    <a:pt x="100762" y="226664"/>
                  </a:lnTo>
                  <a:cubicBezTo>
                    <a:pt x="100762" y="226664"/>
                    <a:pt x="98440" y="228110"/>
                    <a:pt x="98002" y="228245"/>
                  </a:cubicBezTo>
                  <a:cubicBezTo>
                    <a:pt x="97565" y="228379"/>
                    <a:pt x="95545" y="228379"/>
                    <a:pt x="95444" y="228379"/>
                  </a:cubicBezTo>
                  <a:cubicBezTo>
                    <a:pt x="95343" y="228379"/>
                    <a:pt x="91069" y="228245"/>
                    <a:pt x="91069" y="228245"/>
                  </a:cubicBezTo>
                  <a:lnTo>
                    <a:pt x="87603" y="224915"/>
                  </a:lnTo>
                  <a:lnTo>
                    <a:pt x="85651" y="221147"/>
                  </a:lnTo>
                  <a:lnTo>
                    <a:pt x="81747" y="217884"/>
                  </a:lnTo>
                  <a:lnTo>
                    <a:pt x="78920" y="215495"/>
                  </a:lnTo>
                  <a:lnTo>
                    <a:pt x="75218" y="215495"/>
                  </a:lnTo>
                  <a:lnTo>
                    <a:pt x="73030" y="212670"/>
                  </a:lnTo>
                  <a:lnTo>
                    <a:pt x="70843" y="209407"/>
                  </a:lnTo>
                  <a:lnTo>
                    <a:pt x="67376" y="207657"/>
                  </a:lnTo>
                  <a:lnTo>
                    <a:pt x="64987" y="206581"/>
                  </a:lnTo>
                  <a:cubicBezTo>
                    <a:pt x="64987" y="206581"/>
                    <a:pt x="61958" y="204630"/>
                    <a:pt x="61285" y="204394"/>
                  </a:cubicBezTo>
                  <a:cubicBezTo>
                    <a:pt x="60645" y="204192"/>
                    <a:pt x="57381" y="203755"/>
                    <a:pt x="57381" y="203755"/>
                  </a:cubicBezTo>
                  <a:cubicBezTo>
                    <a:pt x="57381" y="203755"/>
                    <a:pt x="54756" y="200929"/>
                    <a:pt x="54116" y="200728"/>
                  </a:cubicBezTo>
                  <a:cubicBezTo>
                    <a:pt x="53477" y="200492"/>
                    <a:pt x="50852" y="198339"/>
                    <a:pt x="50852" y="198339"/>
                  </a:cubicBezTo>
                  <a:cubicBezTo>
                    <a:pt x="50852" y="198339"/>
                    <a:pt x="48462" y="200526"/>
                    <a:pt x="47823" y="200526"/>
                  </a:cubicBezTo>
                  <a:cubicBezTo>
                    <a:pt x="47184" y="200526"/>
                    <a:pt x="45636" y="203991"/>
                    <a:pt x="44996" y="204865"/>
                  </a:cubicBezTo>
                  <a:cubicBezTo>
                    <a:pt x="44357" y="205740"/>
                    <a:pt x="41294" y="210079"/>
                    <a:pt x="41294" y="210079"/>
                  </a:cubicBezTo>
                  <a:lnTo>
                    <a:pt x="38030" y="216168"/>
                  </a:lnTo>
                  <a:cubicBezTo>
                    <a:pt x="38030" y="216168"/>
                    <a:pt x="36717" y="215731"/>
                    <a:pt x="35842" y="216168"/>
                  </a:cubicBezTo>
                  <a:cubicBezTo>
                    <a:pt x="34967" y="216605"/>
                    <a:pt x="32140" y="216168"/>
                    <a:pt x="32140" y="216168"/>
                  </a:cubicBezTo>
                  <a:lnTo>
                    <a:pt x="29313" y="217245"/>
                  </a:lnTo>
                  <a:lnTo>
                    <a:pt x="31938" y="221382"/>
                  </a:lnTo>
                  <a:lnTo>
                    <a:pt x="31063" y="224645"/>
                  </a:lnTo>
                  <a:lnTo>
                    <a:pt x="26722" y="222459"/>
                  </a:lnTo>
                  <a:lnTo>
                    <a:pt x="21943" y="222459"/>
                  </a:lnTo>
                  <a:lnTo>
                    <a:pt x="21303" y="225621"/>
                  </a:lnTo>
                  <a:lnTo>
                    <a:pt x="21539" y="230061"/>
                  </a:lnTo>
                  <a:cubicBezTo>
                    <a:pt x="21539" y="230061"/>
                    <a:pt x="23289" y="233964"/>
                    <a:pt x="23928" y="234199"/>
                  </a:cubicBezTo>
                  <a:cubicBezTo>
                    <a:pt x="24568" y="234401"/>
                    <a:pt x="26755" y="237025"/>
                    <a:pt x="29347" y="237462"/>
                  </a:cubicBezTo>
                  <a:cubicBezTo>
                    <a:pt x="31972" y="237899"/>
                    <a:pt x="33924" y="238774"/>
                    <a:pt x="35674" y="239851"/>
                  </a:cubicBezTo>
                  <a:cubicBezTo>
                    <a:pt x="37424" y="240927"/>
                    <a:pt x="37626" y="244627"/>
                    <a:pt x="38299" y="244863"/>
                  </a:cubicBezTo>
                  <a:cubicBezTo>
                    <a:pt x="38938" y="245065"/>
                    <a:pt x="38938" y="247453"/>
                    <a:pt x="39376" y="248328"/>
                  </a:cubicBezTo>
                  <a:cubicBezTo>
                    <a:pt x="39813" y="249202"/>
                    <a:pt x="38501" y="250716"/>
                    <a:pt x="38501" y="251591"/>
                  </a:cubicBezTo>
                  <a:cubicBezTo>
                    <a:pt x="38501" y="252465"/>
                    <a:pt x="38063" y="254618"/>
                    <a:pt x="38063" y="254618"/>
                  </a:cubicBezTo>
                  <a:cubicBezTo>
                    <a:pt x="38063" y="254618"/>
                    <a:pt x="37188" y="257646"/>
                    <a:pt x="37188" y="258521"/>
                  </a:cubicBezTo>
                  <a:cubicBezTo>
                    <a:pt x="37188" y="259395"/>
                    <a:pt x="36313" y="262221"/>
                    <a:pt x="35876" y="262860"/>
                  </a:cubicBezTo>
                  <a:cubicBezTo>
                    <a:pt x="35438" y="263499"/>
                    <a:pt x="35236" y="265248"/>
                    <a:pt x="34563" y="265888"/>
                  </a:cubicBezTo>
                  <a:cubicBezTo>
                    <a:pt x="33924" y="266527"/>
                    <a:pt x="33049" y="267401"/>
                    <a:pt x="31534" y="267637"/>
                  </a:cubicBezTo>
                  <a:cubicBezTo>
                    <a:pt x="30020" y="267872"/>
                    <a:pt x="28472" y="267637"/>
                    <a:pt x="28472" y="267637"/>
                  </a:cubicBezTo>
                  <a:lnTo>
                    <a:pt x="26082" y="267637"/>
                  </a:lnTo>
                  <a:cubicBezTo>
                    <a:pt x="26082" y="267637"/>
                    <a:pt x="25207" y="271236"/>
                    <a:pt x="25207" y="272111"/>
                  </a:cubicBezTo>
                  <a:cubicBezTo>
                    <a:pt x="25207" y="272986"/>
                    <a:pt x="23255" y="277863"/>
                    <a:pt x="23255" y="278738"/>
                  </a:cubicBezTo>
                  <a:cubicBezTo>
                    <a:pt x="23255" y="279613"/>
                    <a:pt x="21068" y="281328"/>
                    <a:pt x="20428" y="281564"/>
                  </a:cubicBezTo>
                  <a:cubicBezTo>
                    <a:pt x="19789" y="281799"/>
                    <a:pt x="15414" y="282640"/>
                    <a:pt x="14976" y="283313"/>
                  </a:cubicBezTo>
                  <a:cubicBezTo>
                    <a:pt x="14539" y="283952"/>
                    <a:pt x="9120" y="286778"/>
                    <a:pt x="9120" y="286778"/>
                  </a:cubicBezTo>
                  <a:cubicBezTo>
                    <a:pt x="9120" y="286778"/>
                    <a:pt x="4779" y="292429"/>
                    <a:pt x="4139" y="292328"/>
                  </a:cubicBezTo>
                  <a:cubicBezTo>
                    <a:pt x="3500" y="292227"/>
                    <a:pt x="0" y="294616"/>
                    <a:pt x="0" y="294616"/>
                  </a:cubicBezTo>
                  <a:cubicBezTo>
                    <a:pt x="0" y="294616"/>
                    <a:pt x="1952" y="299628"/>
                    <a:pt x="1312" y="299830"/>
                  </a:cubicBezTo>
                  <a:cubicBezTo>
                    <a:pt x="673" y="300065"/>
                    <a:pt x="0" y="305919"/>
                    <a:pt x="0" y="306558"/>
                  </a:cubicBezTo>
                  <a:cubicBezTo>
                    <a:pt x="0" y="307197"/>
                    <a:pt x="1077" y="309585"/>
                    <a:pt x="1077" y="309585"/>
                  </a:cubicBezTo>
                  <a:lnTo>
                    <a:pt x="5216" y="314800"/>
                  </a:lnTo>
                  <a:lnTo>
                    <a:pt x="6731" y="316313"/>
                  </a:lnTo>
                  <a:lnTo>
                    <a:pt x="6293" y="318702"/>
                  </a:lnTo>
                  <a:lnTo>
                    <a:pt x="5216" y="322839"/>
                  </a:lnTo>
                  <a:lnTo>
                    <a:pt x="7606" y="326304"/>
                  </a:lnTo>
                  <a:lnTo>
                    <a:pt x="11072" y="329130"/>
                  </a:lnTo>
                  <a:lnTo>
                    <a:pt x="18039" y="330207"/>
                  </a:lnTo>
                  <a:lnTo>
                    <a:pt x="21303" y="330207"/>
                  </a:lnTo>
                  <a:cubicBezTo>
                    <a:pt x="21303" y="330207"/>
                    <a:pt x="25880" y="328255"/>
                    <a:pt x="26520" y="327583"/>
                  </a:cubicBezTo>
                  <a:cubicBezTo>
                    <a:pt x="27159" y="326944"/>
                    <a:pt x="29784" y="325833"/>
                    <a:pt x="29784" y="325833"/>
                  </a:cubicBezTo>
                  <a:lnTo>
                    <a:pt x="35001" y="324757"/>
                  </a:lnTo>
                  <a:lnTo>
                    <a:pt x="37188" y="329769"/>
                  </a:lnTo>
                  <a:lnTo>
                    <a:pt x="34799" y="332595"/>
                  </a:lnTo>
                  <a:lnTo>
                    <a:pt x="34361" y="335219"/>
                  </a:lnTo>
                  <a:lnTo>
                    <a:pt x="33924" y="338482"/>
                  </a:lnTo>
                  <a:cubicBezTo>
                    <a:pt x="33924" y="338482"/>
                    <a:pt x="31972" y="340231"/>
                    <a:pt x="31972" y="341106"/>
                  </a:cubicBezTo>
                  <a:cubicBezTo>
                    <a:pt x="31972" y="341980"/>
                    <a:pt x="31097" y="343057"/>
                    <a:pt x="30895" y="344133"/>
                  </a:cubicBezTo>
                  <a:cubicBezTo>
                    <a:pt x="30693" y="345210"/>
                    <a:pt x="29818" y="345883"/>
                    <a:pt x="29818" y="346757"/>
                  </a:cubicBezTo>
                  <a:cubicBezTo>
                    <a:pt x="29818" y="347632"/>
                    <a:pt x="30895" y="349785"/>
                    <a:pt x="31770" y="350458"/>
                  </a:cubicBezTo>
                  <a:cubicBezTo>
                    <a:pt x="32645" y="351097"/>
                    <a:pt x="34597" y="355436"/>
                    <a:pt x="34597" y="355436"/>
                  </a:cubicBezTo>
                  <a:lnTo>
                    <a:pt x="34597" y="360650"/>
                  </a:lnTo>
                  <a:lnTo>
                    <a:pt x="34597" y="366167"/>
                  </a:lnTo>
                  <a:cubicBezTo>
                    <a:pt x="34597" y="366167"/>
                    <a:pt x="38669" y="371953"/>
                    <a:pt x="39073" y="372122"/>
                  </a:cubicBezTo>
                  <a:cubicBezTo>
                    <a:pt x="39510" y="372256"/>
                    <a:pt x="43717" y="372693"/>
                    <a:pt x="44155" y="372559"/>
                  </a:cubicBezTo>
                  <a:cubicBezTo>
                    <a:pt x="44592" y="372424"/>
                    <a:pt x="50953" y="369969"/>
                    <a:pt x="50953" y="369969"/>
                  </a:cubicBezTo>
                  <a:lnTo>
                    <a:pt x="58929" y="368657"/>
                  </a:lnTo>
                  <a:lnTo>
                    <a:pt x="62261" y="370406"/>
                  </a:lnTo>
                  <a:cubicBezTo>
                    <a:pt x="62261" y="370406"/>
                    <a:pt x="65896" y="374308"/>
                    <a:pt x="66737" y="375620"/>
                  </a:cubicBezTo>
                  <a:cubicBezTo>
                    <a:pt x="67612" y="376932"/>
                    <a:pt x="71381" y="377638"/>
                    <a:pt x="72526" y="377638"/>
                  </a:cubicBezTo>
                  <a:cubicBezTo>
                    <a:pt x="73670" y="377638"/>
                    <a:pt x="78482" y="376629"/>
                    <a:pt x="78482" y="376629"/>
                  </a:cubicBezTo>
                  <a:cubicBezTo>
                    <a:pt x="78482" y="376629"/>
                    <a:pt x="81949" y="380834"/>
                    <a:pt x="82521" y="380834"/>
                  </a:cubicBezTo>
                  <a:cubicBezTo>
                    <a:pt x="83093" y="380834"/>
                    <a:pt x="84978" y="383290"/>
                    <a:pt x="84978" y="383290"/>
                  </a:cubicBezTo>
                  <a:lnTo>
                    <a:pt x="84978" y="387192"/>
                  </a:lnTo>
                  <a:lnTo>
                    <a:pt x="86055" y="392541"/>
                  </a:lnTo>
                  <a:lnTo>
                    <a:pt x="88882" y="394862"/>
                  </a:lnTo>
                  <a:cubicBezTo>
                    <a:pt x="88882" y="394862"/>
                    <a:pt x="89757" y="398630"/>
                    <a:pt x="89757" y="399067"/>
                  </a:cubicBezTo>
                  <a:cubicBezTo>
                    <a:pt x="89757" y="399504"/>
                    <a:pt x="91944" y="404146"/>
                    <a:pt x="91944" y="404146"/>
                  </a:cubicBezTo>
                  <a:lnTo>
                    <a:pt x="91944" y="405391"/>
                  </a:lnTo>
                  <a:lnTo>
                    <a:pt x="92550" y="408722"/>
                  </a:lnTo>
                  <a:lnTo>
                    <a:pt x="93694" y="411110"/>
                  </a:lnTo>
                  <a:lnTo>
                    <a:pt x="93694" y="416324"/>
                  </a:lnTo>
                  <a:lnTo>
                    <a:pt x="95848" y="421942"/>
                  </a:lnTo>
                  <a:cubicBezTo>
                    <a:pt x="96151" y="421572"/>
                    <a:pt x="96286" y="421269"/>
                    <a:pt x="96286" y="421269"/>
                  </a:cubicBezTo>
                  <a:lnTo>
                    <a:pt x="97228" y="418443"/>
                  </a:lnTo>
                  <a:cubicBezTo>
                    <a:pt x="97228" y="418443"/>
                    <a:pt x="96151" y="417300"/>
                    <a:pt x="95646" y="416829"/>
                  </a:cubicBezTo>
                  <a:cubicBezTo>
                    <a:pt x="95141" y="416391"/>
                    <a:pt x="95444" y="415012"/>
                    <a:pt x="95444" y="415012"/>
                  </a:cubicBezTo>
                  <a:cubicBezTo>
                    <a:pt x="95444" y="415012"/>
                    <a:pt x="96588" y="413868"/>
                    <a:pt x="96824" y="413768"/>
                  </a:cubicBezTo>
                  <a:cubicBezTo>
                    <a:pt x="97060" y="413700"/>
                    <a:pt x="97767" y="413633"/>
                    <a:pt x="97767" y="413633"/>
                  </a:cubicBezTo>
                  <a:lnTo>
                    <a:pt x="99012" y="413936"/>
                  </a:lnTo>
                  <a:lnTo>
                    <a:pt x="99584" y="414507"/>
                  </a:lnTo>
                  <a:cubicBezTo>
                    <a:pt x="99584" y="414507"/>
                    <a:pt x="100223" y="415079"/>
                    <a:pt x="100459" y="415079"/>
                  </a:cubicBezTo>
                  <a:cubicBezTo>
                    <a:pt x="100661" y="415079"/>
                    <a:pt x="101468" y="415718"/>
                    <a:pt x="101468" y="415718"/>
                  </a:cubicBezTo>
                  <a:lnTo>
                    <a:pt x="103286" y="417602"/>
                  </a:lnTo>
                  <a:cubicBezTo>
                    <a:pt x="103286" y="417602"/>
                    <a:pt x="104161" y="417232"/>
                    <a:pt x="104464" y="417165"/>
                  </a:cubicBezTo>
                  <a:cubicBezTo>
                    <a:pt x="104733" y="417098"/>
                    <a:pt x="105238" y="416862"/>
                    <a:pt x="105238" y="416862"/>
                  </a:cubicBezTo>
                  <a:lnTo>
                    <a:pt x="106180" y="415786"/>
                  </a:lnTo>
                  <a:cubicBezTo>
                    <a:pt x="106180" y="415786"/>
                    <a:pt x="106045" y="415147"/>
                    <a:pt x="106180" y="414709"/>
                  </a:cubicBezTo>
                  <a:cubicBezTo>
                    <a:pt x="106315" y="414272"/>
                    <a:pt x="105877" y="413566"/>
                    <a:pt x="105877" y="413566"/>
                  </a:cubicBezTo>
                  <a:cubicBezTo>
                    <a:pt x="105877" y="413566"/>
                    <a:pt x="105608" y="413768"/>
                    <a:pt x="105238" y="413128"/>
                  </a:cubicBezTo>
                  <a:cubicBezTo>
                    <a:pt x="104868" y="412489"/>
                    <a:pt x="104868" y="411884"/>
                    <a:pt x="104868" y="411615"/>
                  </a:cubicBezTo>
                  <a:cubicBezTo>
                    <a:pt x="104868" y="411345"/>
                    <a:pt x="105440" y="410807"/>
                    <a:pt x="105507" y="410538"/>
                  </a:cubicBezTo>
                  <a:cubicBezTo>
                    <a:pt x="105574" y="410235"/>
                    <a:pt x="107190" y="409394"/>
                    <a:pt x="107190" y="409394"/>
                  </a:cubicBezTo>
                  <a:lnTo>
                    <a:pt x="109512" y="408251"/>
                  </a:lnTo>
                  <a:lnTo>
                    <a:pt x="110017" y="407881"/>
                  </a:lnTo>
                  <a:cubicBezTo>
                    <a:pt x="110017" y="407881"/>
                    <a:pt x="111531" y="407510"/>
                    <a:pt x="111700" y="406939"/>
                  </a:cubicBezTo>
                  <a:cubicBezTo>
                    <a:pt x="111834" y="406367"/>
                    <a:pt x="112272" y="404853"/>
                    <a:pt x="112272" y="404550"/>
                  </a:cubicBezTo>
                  <a:cubicBezTo>
                    <a:pt x="112272" y="404247"/>
                    <a:pt x="112507" y="403978"/>
                    <a:pt x="111969" y="402868"/>
                  </a:cubicBezTo>
                  <a:cubicBezTo>
                    <a:pt x="111464" y="401792"/>
                    <a:pt x="111094" y="400917"/>
                    <a:pt x="110522" y="400042"/>
                  </a:cubicBezTo>
                  <a:cubicBezTo>
                    <a:pt x="109949" y="399168"/>
                    <a:pt x="108839" y="398529"/>
                    <a:pt x="108199" y="398024"/>
                  </a:cubicBezTo>
                  <a:cubicBezTo>
                    <a:pt x="107560" y="397520"/>
                    <a:pt x="107392" y="397150"/>
                    <a:pt x="107122" y="396779"/>
                  </a:cubicBezTo>
                  <a:cubicBezTo>
                    <a:pt x="106820" y="396409"/>
                    <a:pt x="105675" y="396140"/>
                    <a:pt x="104868" y="394963"/>
                  </a:cubicBezTo>
                  <a:cubicBezTo>
                    <a:pt x="104060" y="393819"/>
                    <a:pt x="103925" y="393718"/>
                    <a:pt x="103488" y="392945"/>
                  </a:cubicBezTo>
                  <a:cubicBezTo>
                    <a:pt x="103050" y="392137"/>
                    <a:pt x="102041" y="390926"/>
                    <a:pt x="102041" y="390321"/>
                  </a:cubicBezTo>
                  <a:cubicBezTo>
                    <a:pt x="102041" y="389749"/>
                    <a:pt x="102108" y="388941"/>
                    <a:pt x="102041" y="388067"/>
                  </a:cubicBezTo>
                  <a:cubicBezTo>
                    <a:pt x="101973" y="387192"/>
                    <a:pt x="102108" y="385376"/>
                    <a:pt x="102310" y="385106"/>
                  </a:cubicBezTo>
                  <a:cubicBezTo>
                    <a:pt x="102545" y="384804"/>
                    <a:pt x="102747" y="384299"/>
                    <a:pt x="103050" y="383963"/>
                  </a:cubicBezTo>
                  <a:cubicBezTo>
                    <a:pt x="103353" y="383593"/>
                    <a:pt x="103690" y="382449"/>
                    <a:pt x="103993" y="382449"/>
                  </a:cubicBezTo>
                  <a:cubicBezTo>
                    <a:pt x="104296" y="382449"/>
                    <a:pt x="105002" y="382449"/>
                    <a:pt x="105002" y="382449"/>
                  </a:cubicBezTo>
                  <a:cubicBezTo>
                    <a:pt x="105002" y="382449"/>
                    <a:pt x="106584" y="383088"/>
                    <a:pt x="107022" y="383458"/>
                  </a:cubicBezTo>
                  <a:cubicBezTo>
                    <a:pt x="107459" y="383828"/>
                    <a:pt x="108031" y="384703"/>
                    <a:pt x="108031" y="384703"/>
                  </a:cubicBezTo>
                  <a:lnTo>
                    <a:pt x="109276" y="385712"/>
                  </a:lnTo>
                  <a:cubicBezTo>
                    <a:pt x="109276" y="385712"/>
                    <a:pt x="110959" y="387024"/>
                    <a:pt x="110959" y="387293"/>
                  </a:cubicBezTo>
                  <a:cubicBezTo>
                    <a:pt x="110959" y="387562"/>
                    <a:pt x="112305" y="390926"/>
                    <a:pt x="112305" y="390926"/>
                  </a:cubicBezTo>
                  <a:lnTo>
                    <a:pt x="113214" y="391431"/>
                  </a:lnTo>
                  <a:lnTo>
                    <a:pt x="114358" y="393247"/>
                  </a:lnTo>
                  <a:lnTo>
                    <a:pt x="116815" y="394122"/>
                  </a:lnTo>
                  <a:lnTo>
                    <a:pt x="117959" y="396073"/>
                  </a:lnTo>
                  <a:lnTo>
                    <a:pt x="121022" y="398091"/>
                  </a:lnTo>
                  <a:lnTo>
                    <a:pt x="122704" y="398226"/>
                  </a:lnTo>
                  <a:lnTo>
                    <a:pt x="123512" y="398361"/>
                  </a:lnTo>
                  <a:lnTo>
                    <a:pt x="125464" y="399100"/>
                  </a:lnTo>
                  <a:lnTo>
                    <a:pt x="124791" y="401052"/>
                  </a:lnTo>
                  <a:lnTo>
                    <a:pt x="124993" y="403070"/>
                  </a:lnTo>
                  <a:lnTo>
                    <a:pt x="124993" y="404146"/>
                  </a:lnTo>
                  <a:lnTo>
                    <a:pt x="124488" y="406400"/>
                  </a:lnTo>
                  <a:lnTo>
                    <a:pt x="123983" y="407477"/>
                  </a:lnTo>
                  <a:lnTo>
                    <a:pt x="123546" y="408419"/>
                  </a:lnTo>
                  <a:lnTo>
                    <a:pt x="123108" y="409798"/>
                  </a:lnTo>
                  <a:lnTo>
                    <a:pt x="122233" y="410874"/>
                  </a:lnTo>
                  <a:cubicBezTo>
                    <a:pt x="122233" y="410874"/>
                    <a:pt x="121661" y="411581"/>
                    <a:pt x="121291" y="411884"/>
                  </a:cubicBezTo>
                  <a:cubicBezTo>
                    <a:pt x="120921" y="412186"/>
                    <a:pt x="120046" y="413835"/>
                    <a:pt x="120046" y="413835"/>
                  </a:cubicBezTo>
                  <a:lnTo>
                    <a:pt x="119608" y="414709"/>
                  </a:lnTo>
                  <a:lnTo>
                    <a:pt x="118901" y="416156"/>
                  </a:lnTo>
                  <a:lnTo>
                    <a:pt x="118599" y="417300"/>
                  </a:lnTo>
                  <a:lnTo>
                    <a:pt x="118229" y="418612"/>
                  </a:lnTo>
                  <a:cubicBezTo>
                    <a:pt x="118229" y="418612"/>
                    <a:pt x="118229" y="419688"/>
                    <a:pt x="118363" y="420294"/>
                  </a:cubicBezTo>
                  <a:cubicBezTo>
                    <a:pt x="118498" y="420865"/>
                    <a:pt x="119440" y="422615"/>
                    <a:pt x="120012" y="422615"/>
                  </a:cubicBezTo>
                  <a:cubicBezTo>
                    <a:pt x="120584" y="422615"/>
                    <a:pt x="121897" y="422749"/>
                    <a:pt x="122839" y="422817"/>
                  </a:cubicBezTo>
                  <a:cubicBezTo>
                    <a:pt x="123781" y="422884"/>
                    <a:pt x="126104" y="423254"/>
                    <a:pt x="126104" y="423254"/>
                  </a:cubicBezTo>
                  <a:lnTo>
                    <a:pt x="126676" y="423826"/>
                  </a:lnTo>
                  <a:lnTo>
                    <a:pt x="128123" y="427459"/>
                  </a:lnTo>
                  <a:cubicBezTo>
                    <a:pt x="128123" y="427459"/>
                    <a:pt x="128493" y="428535"/>
                    <a:pt x="128695" y="428771"/>
                  </a:cubicBezTo>
                  <a:cubicBezTo>
                    <a:pt x="128897" y="428972"/>
                    <a:pt x="130142" y="430453"/>
                    <a:pt x="130714" y="429645"/>
                  </a:cubicBezTo>
                  <a:cubicBezTo>
                    <a:pt x="131286" y="428838"/>
                    <a:pt x="132161" y="428771"/>
                    <a:pt x="132363" y="427896"/>
                  </a:cubicBezTo>
                  <a:cubicBezTo>
                    <a:pt x="132599" y="427022"/>
                    <a:pt x="133676" y="425575"/>
                    <a:pt x="133676" y="425138"/>
                  </a:cubicBezTo>
                  <a:cubicBezTo>
                    <a:pt x="133676" y="424700"/>
                    <a:pt x="133912" y="424196"/>
                    <a:pt x="133676" y="423321"/>
                  </a:cubicBezTo>
                  <a:cubicBezTo>
                    <a:pt x="133474" y="422446"/>
                    <a:pt x="133508" y="422514"/>
                    <a:pt x="133777" y="421370"/>
                  </a:cubicBezTo>
                  <a:cubicBezTo>
                    <a:pt x="134046" y="420226"/>
                    <a:pt x="133575" y="420361"/>
                    <a:pt x="133777" y="419553"/>
                  </a:cubicBezTo>
                  <a:cubicBezTo>
                    <a:pt x="133979" y="418746"/>
                    <a:pt x="133878" y="417165"/>
                    <a:pt x="133878" y="417165"/>
                  </a:cubicBezTo>
                  <a:lnTo>
                    <a:pt x="132767" y="414911"/>
                  </a:lnTo>
                  <a:cubicBezTo>
                    <a:pt x="132767" y="414911"/>
                    <a:pt x="132633" y="413162"/>
                    <a:pt x="132464" y="412960"/>
                  </a:cubicBezTo>
                  <a:cubicBezTo>
                    <a:pt x="132330" y="412758"/>
                    <a:pt x="131959" y="410706"/>
                    <a:pt x="131959" y="410706"/>
                  </a:cubicBezTo>
                  <a:cubicBezTo>
                    <a:pt x="131959" y="410706"/>
                    <a:pt x="132700" y="409832"/>
                    <a:pt x="132902" y="409764"/>
                  </a:cubicBezTo>
                  <a:cubicBezTo>
                    <a:pt x="133138" y="409697"/>
                    <a:pt x="134282" y="410404"/>
                    <a:pt x="134282" y="410404"/>
                  </a:cubicBezTo>
                  <a:cubicBezTo>
                    <a:pt x="134282" y="410404"/>
                    <a:pt x="135594" y="410841"/>
                    <a:pt x="136166" y="411345"/>
                  </a:cubicBezTo>
                  <a:cubicBezTo>
                    <a:pt x="136739" y="411850"/>
                    <a:pt x="138421" y="412994"/>
                    <a:pt x="138926" y="413229"/>
                  </a:cubicBezTo>
                  <a:cubicBezTo>
                    <a:pt x="139431" y="413431"/>
                    <a:pt x="141551" y="413734"/>
                    <a:pt x="142123" y="413431"/>
                  </a:cubicBezTo>
                  <a:cubicBezTo>
                    <a:pt x="142695" y="413128"/>
                    <a:pt x="143873" y="411480"/>
                    <a:pt x="144277" y="410908"/>
                  </a:cubicBezTo>
                  <a:cubicBezTo>
                    <a:pt x="144715" y="410336"/>
                    <a:pt x="145287" y="410471"/>
                    <a:pt x="145657" y="409226"/>
                  </a:cubicBezTo>
                  <a:cubicBezTo>
                    <a:pt x="146027" y="407981"/>
                    <a:pt x="146229" y="407578"/>
                    <a:pt x="146027" y="405896"/>
                  </a:cubicBezTo>
                  <a:cubicBezTo>
                    <a:pt x="145825" y="404214"/>
                    <a:pt x="147743" y="405593"/>
                    <a:pt x="145219" y="403070"/>
                  </a:cubicBezTo>
                  <a:cubicBezTo>
                    <a:pt x="142695" y="400547"/>
                    <a:pt x="142460" y="400042"/>
                    <a:pt x="141585" y="399235"/>
                  </a:cubicBezTo>
                  <a:cubicBezTo>
                    <a:pt x="140710" y="398428"/>
                    <a:pt x="140138" y="398428"/>
                    <a:pt x="139868" y="397284"/>
                  </a:cubicBezTo>
                  <a:cubicBezTo>
                    <a:pt x="139565" y="396140"/>
                    <a:pt x="141450" y="394391"/>
                    <a:pt x="142460" y="393584"/>
                  </a:cubicBezTo>
                  <a:cubicBezTo>
                    <a:pt x="143470" y="392776"/>
                    <a:pt x="145724" y="391397"/>
                    <a:pt x="145926" y="391397"/>
                  </a:cubicBezTo>
                  <a:cubicBezTo>
                    <a:pt x="146128" y="391397"/>
                    <a:pt x="148013" y="390152"/>
                    <a:pt x="148013" y="390152"/>
                  </a:cubicBezTo>
                  <a:cubicBezTo>
                    <a:pt x="148013" y="390152"/>
                    <a:pt x="149460" y="389581"/>
                    <a:pt x="149763" y="389581"/>
                  </a:cubicBezTo>
                  <a:cubicBezTo>
                    <a:pt x="150066" y="389581"/>
                    <a:pt x="151715" y="390018"/>
                    <a:pt x="151715" y="390018"/>
                  </a:cubicBezTo>
                  <a:lnTo>
                    <a:pt x="155349" y="391700"/>
                  </a:lnTo>
                  <a:lnTo>
                    <a:pt x="156999" y="392574"/>
                  </a:lnTo>
                  <a:cubicBezTo>
                    <a:pt x="156999" y="392574"/>
                    <a:pt x="158177" y="391195"/>
                    <a:pt x="158378" y="390960"/>
                  </a:cubicBezTo>
                  <a:cubicBezTo>
                    <a:pt x="158580" y="390758"/>
                    <a:pt x="159253" y="388706"/>
                    <a:pt x="159253" y="387764"/>
                  </a:cubicBezTo>
                  <a:cubicBezTo>
                    <a:pt x="159253" y="386822"/>
                    <a:pt x="159826" y="385510"/>
                    <a:pt x="159826" y="385241"/>
                  </a:cubicBezTo>
                  <a:cubicBezTo>
                    <a:pt x="159826" y="384972"/>
                    <a:pt x="160465" y="383660"/>
                    <a:pt x="160465" y="383660"/>
                  </a:cubicBezTo>
                  <a:cubicBezTo>
                    <a:pt x="160465" y="383660"/>
                    <a:pt x="160768" y="383458"/>
                    <a:pt x="161475" y="383223"/>
                  </a:cubicBezTo>
                  <a:cubicBezTo>
                    <a:pt x="162181" y="382987"/>
                    <a:pt x="165883" y="381843"/>
                    <a:pt x="165883" y="381843"/>
                  </a:cubicBezTo>
                  <a:lnTo>
                    <a:pt x="169653" y="380599"/>
                  </a:lnTo>
                  <a:lnTo>
                    <a:pt x="174432" y="380599"/>
                  </a:lnTo>
                  <a:lnTo>
                    <a:pt x="179345" y="381339"/>
                  </a:lnTo>
                  <a:cubicBezTo>
                    <a:pt x="179345" y="381339"/>
                    <a:pt x="182239" y="385544"/>
                    <a:pt x="182542" y="386116"/>
                  </a:cubicBezTo>
                  <a:cubicBezTo>
                    <a:pt x="182845" y="386687"/>
                    <a:pt x="181802" y="389009"/>
                    <a:pt x="182542" y="389446"/>
                  </a:cubicBezTo>
                  <a:cubicBezTo>
                    <a:pt x="183249" y="389883"/>
                    <a:pt x="183990" y="393516"/>
                    <a:pt x="183990" y="393516"/>
                  </a:cubicBezTo>
                  <a:lnTo>
                    <a:pt x="185302" y="393954"/>
                  </a:lnTo>
                  <a:cubicBezTo>
                    <a:pt x="185302" y="393954"/>
                    <a:pt x="187052" y="393954"/>
                    <a:pt x="187624" y="393819"/>
                  </a:cubicBezTo>
                  <a:cubicBezTo>
                    <a:pt x="188196" y="393685"/>
                    <a:pt x="188768" y="392238"/>
                    <a:pt x="189206" y="391801"/>
                  </a:cubicBezTo>
                  <a:cubicBezTo>
                    <a:pt x="189643" y="391363"/>
                    <a:pt x="190653" y="389210"/>
                    <a:pt x="191225" y="388908"/>
                  </a:cubicBezTo>
                  <a:cubicBezTo>
                    <a:pt x="191797" y="388605"/>
                    <a:pt x="192538" y="387327"/>
                    <a:pt x="192538" y="387327"/>
                  </a:cubicBezTo>
                  <a:cubicBezTo>
                    <a:pt x="192538" y="387327"/>
                    <a:pt x="193682" y="385880"/>
                    <a:pt x="194288" y="385880"/>
                  </a:cubicBezTo>
                  <a:cubicBezTo>
                    <a:pt x="194860" y="385880"/>
                    <a:pt x="196745" y="384871"/>
                    <a:pt x="196745" y="384871"/>
                  </a:cubicBezTo>
                  <a:cubicBezTo>
                    <a:pt x="196745" y="384871"/>
                    <a:pt x="198629" y="383996"/>
                    <a:pt x="199201" y="383996"/>
                  </a:cubicBezTo>
                  <a:cubicBezTo>
                    <a:pt x="199774" y="383996"/>
                    <a:pt x="201221" y="382853"/>
                    <a:pt x="201658" y="382684"/>
                  </a:cubicBezTo>
                  <a:cubicBezTo>
                    <a:pt x="202096" y="382550"/>
                    <a:pt x="203745" y="380666"/>
                    <a:pt x="203745" y="380666"/>
                  </a:cubicBezTo>
                  <a:lnTo>
                    <a:pt x="204822" y="378479"/>
                  </a:lnTo>
                  <a:lnTo>
                    <a:pt x="204822" y="376293"/>
                  </a:lnTo>
                  <a:lnTo>
                    <a:pt x="204822" y="372828"/>
                  </a:lnTo>
                  <a:lnTo>
                    <a:pt x="203072" y="369498"/>
                  </a:lnTo>
                  <a:lnTo>
                    <a:pt x="199235" y="368623"/>
                  </a:lnTo>
                  <a:lnTo>
                    <a:pt x="197855" y="366033"/>
                  </a:lnTo>
                  <a:lnTo>
                    <a:pt x="197855" y="364149"/>
                  </a:lnTo>
                  <a:cubicBezTo>
                    <a:pt x="197855" y="364149"/>
                    <a:pt x="197283" y="360684"/>
                    <a:pt x="197283" y="360247"/>
                  </a:cubicBezTo>
                  <a:cubicBezTo>
                    <a:pt x="197283" y="359809"/>
                    <a:pt x="198158" y="355470"/>
                    <a:pt x="198158" y="355470"/>
                  </a:cubicBezTo>
                  <a:lnTo>
                    <a:pt x="198730" y="352846"/>
                  </a:lnTo>
                  <a:lnTo>
                    <a:pt x="201187" y="351837"/>
                  </a:lnTo>
                  <a:lnTo>
                    <a:pt x="204822" y="348809"/>
                  </a:lnTo>
                  <a:lnTo>
                    <a:pt x="206403" y="346051"/>
                  </a:lnTo>
                  <a:lnTo>
                    <a:pt x="208860" y="344167"/>
                  </a:lnTo>
                  <a:lnTo>
                    <a:pt x="210880" y="344167"/>
                  </a:lnTo>
                  <a:lnTo>
                    <a:pt x="213067" y="345042"/>
                  </a:lnTo>
                  <a:cubicBezTo>
                    <a:pt x="213067" y="345042"/>
                    <a:pt x="215524" y="346791"/>
                    <a:pt x="215961" y="346925"/>
                  </a:cubicBezTo>
                  <a:cubicBezTo>
                    <a:pt x="216399" y="347060"/>
                    <a:pt x="216971" y="347497"/>
                    <a:pt x="217274" y="347935"/>
                  </a:cubicBezTo>
                  <a:cubicBezTo>
                    <a:pt x="217577" y="348372"/>
                    <a:pt x="217409" y="348675"/>
                    <a:pt x="219596" y="349381"/>
                  </a:cubicBezTo>
                  <a:cubicBezTo>
                    <a:pt x="221784" y="350121"/>
                    <a:pt x="225250" y="350962"/>
                    <a:pt x="225250" y="350962"/>
                  </a:cubicBezTo>
                  <a:lnTo>
                    <a:pt x="227404" y="349314"/>
                  </a:lnTo>
                  <a:lnTo>
                    <a:pt x="229188" y="347834"/>
                  </a:lnTo>
                  <a:cubicBezTo>
                    <a:pt x="229188" y="347834"/>
                    <a:pt x="230332" y="347396"/>
                    <a:pt x="230500" y="347329"/>
                  </a:cubicBezTo>
                  <a:cubicBezTo>
                    <a:pt x="230668" y="347262"/>
                    <a:pt x="233058" y="347228"/>
                    <a:pt x="233058" y="347228"/>
                  </a:cubicBezTo>
                  <a:cubicBezTo>
                    <a:pt x="233058" y="347228"/>
                    <a:pt x="234909" y="347834"/>
                    <a:pt x="235111" y="347935"/>
                  </a:cubicBezTo>
                  <a:cubicBezTo>
                    <a:pt x="235313" y="348036"/>
                    <a:pt x="236457" y="349011"/>
                    <a:pt x="236457" y="349011"/>
                  </a:cubicBezTo>
                  <a:lnTo>
                    <a:pt x="237130" y="351130"/>
                  </a:lnTo>
                  <a:lnTo>
                    <a:pt x="237803" y="353149"/>
                  </a:lnTo>
                  <a:lnTo>
                    <a:pt x="237803" y="355436"/>
                  </a:lnTo>
                  <a:cubicBezTo>
                    <a:pt x="237803" y="355436"/>
                    <a:pt x="238409" y="357892"/>
                    <a:pt x="238409" y="358094"/>
                  </a:cubicBezTo>
                  <a:cubicBezTo>
                    <a:pt x="238409" y="358296"/>
                    <a:pt x="238072" y="359776"/>
                    <a:pt x="238072" y="359944"/>
                  </a:cubicBezTo>
                  <a:cubicBezTo>
                    <a:pt x="238072" y="360112"/>
                    <a:pt x="237837" y="361626"/>
                    <a:pt x="237837" y="361626"/>
                  </a:cubicBezTo>
                  <a:lnTo>
                    <a:pt x="237837" y="362400"/>
                  </a:lnTo>
                  <a:lnTo>
                    <a:pt x="237197" y="364956"/>
                  </a:lnTo>
                  <a:lnTo>
                    <a:pt x="237534" y="366537"/>
                  </a:lnTo>
                  <a:lnTo>
                    <a:pt x="238173" y="368455"/>
                  </a:lnTo>
                  <a:lnTo>
                    <a:pt x="238880" y="370036"/>
                  </a:lnTo>
                  <a:lnTo>
                    <a:pt x="240395" y="371785"/>
                  </a:lnTo>
                  <a:lnTo>
                    <a:pt x="241539" y="371953"/>
                  </a:lnTo>
                  <a:lnTo>
                    <a:pt x="244366" y="372660"/>
                  </a:lnTo>
                  <a:cubicBezTo>
                    <a:pt x="244366" y="372660"/>
                    <a:pt x="245005" y="372828"/>
                    <a:pt x="245678" y="372559"/>
                  </a:cubicBezTo>
                  <a:cubicBezTo>
                    <a:pt x="246318" y="372290"/>
                    <a:pt x="248034" y="371348"/>
                    <a:pt x="248169" y="370776"/>
                  </a:cubicBezTo>
                  <a:cubicBezTo>
                    <a:pt x="248337" y="370170"/>
                    <a:pt x="248977" y="369094"/>
                    <a:pt x="249212" y="368993"/>
                  </a:cubicBezTo>
                  <a:cubicBezTo>
                    <a:pt x="249414" y="368892"/>
                    <a:pt x="250289" y="368623"/>
                    <a:pt x="250996" y="368186"/>
                  </a:cubicBezTo>
                  <a:cubicBezTo>
                    <a:pt x="251703" y="367748"/>
                    <a:pt x="252914" y="366134"/>
                    <a:pt x="252914" y="366134"/>
                  </a:cubicBezTo>
                  <a:lnTo>
                    <a:pt x="257996" y="365764"/>
                  </a:lnTo>
                  <a:lnTo>
                    <a:pt x="260318" y="364519"/>
                  </a:lnTo>
                  <a:cubicBezTo>
                    <a:pt x="260318" y="364519"/>
                    <a:pt x="261765" y="362837"/>
                    <a:pt x="262270" y="362501"/>
                  </a:cubicBezTo>
                  <a:cubicBezTo>
                    <a:pt x="262775" y="362131"/>
                    <a:pt x="264357" y="360987"/>
                    <a:pt x="264727" y="360920"/>
                  </a:cubicBezTo>
                  <a:cubicBezTo>
                    <a:pt x="265097" y="360852"/>
                    <a:pt x="267621" y="360785"/>
                    <a:pt x="267857" y="360785"/>
                  </a:cubicBezTo>
                  <a:cubicBezTo>
                    <a:pt x="268059" y="360785"/>
                    <a:pt x="270112" y="361727"/>
                    <a:pt x="270616" y="361794"/>
                  </a:cubicBezTo>
                  <a:cubicBezTo>
                    <a:pt x="271121" y="361861"/>
                    <a:pt x="273679" y="362938"/>
                    <a:pt x="273948" y="363039"/>
                  </a:cubicBezTo>
                  <a:cubicBezTo>
                    <a:pt x="274251" y="363106"/>
                    <a:pt x="275463" y="363409"/>
                    <a:pt x="276405" y="363409"/>
                  </a:cubicBezTo>
                  <a:cubicBezTo>
                    <a:pt x="277347" y="363409"/>
                    <a:pt x="279299" y="363712"/>
                    <a:pt x="279737" y="363611"/>
                  </a:cubicBezTo>
                  <a:cubicBezTo>
                    <a:pt x="280174" y="363543"/>
                    <a:pt x="281184" y="362669"/>
                    <a:pt x="281992" y="362299"/>
                  </a:cubicBezTo>
                  <a:cubicBezTo>
                    <a:pt x="282799" y="361929"/>
                    <a:pt x="283944" y="360920"/>
                    <a:pt x="284246" y="360920"/>
                  </a:cubicBezTo>
                  <a:cubicBezTo>
                    <a:pt x="284516" y="360920"/>
                    <a:pt x="285896" y="360987"/>
                    <a:pt x="286198" y="360987"/>
                  </a:cubicBezTo>
                  <a:cubicBezTo>
                    <a:pt x="286468" y="360987"/>
                    <a:pt x="287949" y="362299"/>
                    <a:pt x="287949" y="362299"/>
                  </a:cubicBezTo>
                  <a:cubicBezTo>
                    <a:pt x="287949" y="362299"/>
                    <a:pt x="289396" y="364317"/>
                    <a:pt x="289396" y="364620"/>
                  </a:cubicBezTo>
                  <a:cubicBezTo>
                    <a:pt x="289396" y="364923"/>
                    <a:pt x="289766" y="367076"/>
                    <a:pt x="289833" y="367446"/>
                  </a:cubicBezTo>
                  <a:cubicBezTo>
                    <a:pt x="289900" y="367816"/>
                    <a:pt x="289833" y="369464"/>
                    <a:pt x="289833" y="369699"/>
                  </a:cubicBezTo>
                  <a:cubicBezTo>
                    <a:pt x="289833" y="369901"/>
                    <a:pt x="291617" y="374039"/>
                    <a:pt x="291617" y="374342"/>
                  </a:cubicBezTo>
                  <a:cubicBezTo>
                    <a:pt x="291617" y="374645"/>
                    <a:pt x="291785" y="377235"/>
                    <a:pt x="291785" y="377470"/>
                  </a:cubicBezTo>
                  <a:cubicBezTo>
                    <a:pt x="291785" y="377706"/>
                    <a:pt x="291785" y="379926"/>
                    <a:pt x="291785" y="379926"/>
                  </a:cubicBezTo>
                  <a:cubicBezTo>
                    <a:pt x="291785" y="379926"/>
                    <a:pt x="291045" y="381675"/>
                    <a:pt x="290540" y="381810"/>
                  </a:cubicBezTo>
                  <a:cubicBezTo>
                    <a:pt x="290035" y="381944"/>
                    <a:pt x="289429" y="382684"/>
                    <a:pt x="289429" y="382953"/>
                  </a:cubicBezTo>
                  <a:cubicBezTo>
                    <a:pt x="289429" y="383256"/>
                    <a:pt x="290809" y="387158"/>
                    <a:pt x="290809" y="387158"/>
                  </a:cubicBezTo>
                  <a:lnTo>
                    <a:pt x="293434" y="392003"/>
                  </a:lnTo>
                  <a:lnTo>
                    <a:pt x="294814" y="393886"/>
                  </a:lnTo>
                  <a:lnTo>
                    <a:pt x="295756" y="397150"/>
                  </a:lnTo>
                  <a:lnTo>
                    <a:pt x="293737" y="399403"/>
                  </a:lnTo>
                  <a:lnTo>
                    <a:pt x="291550" y="401489"/>
                  </a:lnTo>
                  <a:lnTo>
                    <a:pt x="290877" y="403945"/>
                  </a:lnTo>
                  <a:lnTo>
                    <a:pt x="292021" y="407275"/>
                  </a:lnTo>
                  <a:lnTo>
                    <a:pt x="295723" y="410908"/>
                  </a:lnTo>
                  <a:lnTo>
                    <a:pt x="299795" y="414911"/>
                  </a:lnTo>
                  <a:lnTo>
                    <a:pt x="303867" y="417737"/>
                  </a:lnTo>
                  <a:cubicBezTo>
                    <a:pt x="303867" y="417737"/>
                    <a:pt x="306997" y="418107"/>
                    <a:pt x="307502" y="418107"/>
                  </a:cubicBezTo>
                  <a:cubicBezTo>
                    <a:pt x="308007" y="418107"/>
                    <a:pt x="308646" y="415920"/>
                    <a:pt x="308882" y="415786"/>
                  </a:cubicBezTo>
                  <a:cubicBezTo>
                    <a:pt x="309084" y="415651"/>
                    <a:pt x="309319" y="414777"/>
                    <a:pt x="309689" y="414036"/>
                  </a:cubicBezTo>
                  <a:cubicBezTo>
                    <a:pt x="310060" y="413297"/>
                    <a:pt x="310632" y="411581"/>
                    <a:pt x="310699" y="411345"/>
                  </a:cubicBezTo>
                  <a:cubicBezTo>
                    <a:pt x="310766" y="411110"/>
                    <a:pt x="310699" y="410101"/>
                    <a:pt x="310699" y="409663"/>
                  </a:cubicBezTo>
                  <a:cubicBezTo>
                    <a:pt x="310699" y="409226"/>
                    <a:pt x="310901" y="408722"/>
                    <a:pt x="311069" y="407712"/>
                  </a:cubicBezTo>
                  <a:cubicBezTo>
                    <a:pt x="311204" y="406703"/>
                    <a:pt x="311877" y="405694"/>
                    <a:pt x="312213" y="405189"/>
                  </a:cubicBezTo>
                  <a:cubicBezTo>
                    <a:pt x="312584" y="404685"/>
                    <a:pt x="314031" y="403171"/>
                    <a:pt x="314031" y="403171"/>
                  </a:cubicBezTo>
                  <a:cubicBezTo>
                    <a:pt x="314031" y="403171"/>
                    <a:pt x="315781" y="403474"/>
                    <a:pt x="316622" y="403541"/>
                  </a:cubicBezTo>
                  <a:cubicBezTo>
                    <a:pt x="317497" y="403608"/>
                    <a:pt x="319382" y="404416"/>
                    <a:pt x="319584" y="404550"/>
                  </a:cubicBezTo>
                  <a:cubicBezTo>
                    <a:pt x="319819" y="404685"/>
                    <a:pt x="322848" y="407309"/>
                    <a:pt x="322848" y="407309"/>
                  </a:cubicBezTo>
                  <a:lnTo>
                    <a:pt x="323050" y="409630"/>
                  </a:lnTo>
                  <a:lnTo>
                    <a:pt x="323050" y="412960"/>
                  </a:lnTo>
                  <a:lnTo>
                    <a:pt x="322343" y="417602"/>
                  </a:lnTo>
                  <a:cubicBezTo>
                    <a:pt x="322343" y="417602"/>
                    <a:pt x="321973" y="418612"/>
                    <a:pt x="321603" y="418914"/>
                  </a:cubicBezTo>
                  <a:cubicBezTo>
                    <a:pt x="321233" y="419217"/>
                    <a:pt x="319920" y="420865"/>
                    <a:pt x="319853" y="421101"/>
                  </a:cubicBezTo>
                  <a:cubicBezTo>
                    <a:pt x="319786" y="421303"/>
                    <a:pt x="318271" y="422110"/>
                    <a:pt x="317968" y="422177"/>
                  </a:cubicBezTo>
                  <a:cubicBezTo>
                    <a:pt x="317665" y="422245"/>
                    <a:pt x="316656" y="424061"/>
                    <a:pt x="316656" y="424061"/>
                  </a:cubicBezTo>
                  <a:lnTo>
                    <a:pt x="315714" y="425508"/>
                  </a:lnTo>
                  <a:lnTo>
                    <a:pt x="314872" y="429914"/>
                  </a:lnTo>
                  <a:lnTo>
                    <a:pt x="314098" y="433615"/>
                  </a:lnTo>
                  <a:lnTo>
                    <a:pt x="314435" y="436979"/>
                  </a:lnTo>
                  <a:lnTo>
                    <a:pt x="314098" y="442428"/>
                  </a:lnTo>
                  <a:cubicBezTo>
                    <a:pt x="314098" y="442428"/>
                    <a:pt x="316050" y="445355"/>
                    <a:pt x="316488" y="445490"/>
                  </a:cubicBezTo>
                  <a:cubicBezTo>
                    <a:pt x="316925" y="445590"/>
                    <a:pt x="321267" y="446028"/>
                    <a:pt x="321704" y="446028"/>
                  </a:cubicBezTo>
                  <a:cubicBezTo>
                    <a:pt x="322142" y="446028"/>
                    <a:pt x="323017" y="444615"/>
                    <a:pt x="323017" y="444615"/>
                  </a:cubicBezTo>
                  <a:lnTo>
                    <a:pt x="323017" y="442563"/>
                  </a:lnTo>
                  <a:cubicBezTo>
                    <a:pt x="323017" y="442563"/>
                    <a:pt x="323117" y="439535"/>
                    <a:pt x="323017" y="439199"/>
                  </a:cubicBezTo>
                  <a:cubicBezTo>
                    <a:pt x="322916" y="438863"/>
                    <a:pt x="323420" y="438425"/>
                    <a:pt x="323050" y="437988"/>
                  </a:cubicBezTo>
                  <a:cubicBezTo>
                    <a:pt x="322680" y="437551"/>
                    <a:pt x="322243" y="436474"/>
                    <a:pt x="322142" y="436138"/>
                  </a:cubicBezTo>
                  <a:cubicBezTo>
                    <a:pt x="322041" y="435801"/>
                    <a:pt x="322041" y="433749"/>
                    <a:pt x="322041" y="433749"/>
                  </a:cubicBezTo>
                  <a:lnTo>
                    <a:pt x="322377" y="433110"/>
                  </a:lnTo>
                  <a:cubicBezTo>
                    <a:pt x="322377" y="433110"/>
                    <a:pt x="324127" y="432236"/>
                    <a:pt x="324430" y="432236"/>
                  </a:cubicBezTo>
                  <a:cubicBezTo>
                    <a:pt x="324767" y="432236"/>
                    <a:pt x="326281" y="431462"/>
                    <a:pt x="326281" y="431462"/>
                  </a:cubicBezTo>
                  <a:lnTo>
                    <a:pt x="328570" y="430823"/>
                  </a:lnTo>
                  <a:lnTo>
                    <a:pt x="331195" y="433110"/>
                  </a:lnTo>
                  <a:lnTo>
                    <a:pt x="332507" y="435297"/>
                  </a:lnTo>
                  <a:lnTo>
                    <a:pt x="333147" y="437349"/>
                  </a:lnTo>
                  <a:cubicBezTo>
                    <a:pt x="333147" y="437349"/>
                    <a:pt x="332911" y="438762"/>
                    <a:pt x="333147" y="439401"/>
                  </a:cubicBezTo>
                  <a:cubicBezTo>
                    <a:pt x="333349" y="440040"/>
                    <a:pt x="333147" y="444615"/>
                    <a:pt x="333147" y="444615"/>
                  </a:cubicBezTo>
                  <a:cubicBezTo>
                    <a:pt x="333147" y="444615"/>
                    <a:pt x="333349" y="446364"/>
                    <a:pt x="333248" y="447441"/>
                  </a:cubicBezTo>
                  <a:cubicBezTo>
                    <a:pt x="333147" y="448517"/>
                    <a:pt x="333079" y="450603"/>
                    <a:pt x="332844" y="451040"/>
                  </a:cubicBezTo>
                  <a:cubicBezTo>
                    <a:pt x="332608" y="451477"/>
                    <a:pt x="331733" y="454303"/>
                    <a:pt x="331733" y="454303"/>
                  </a:cubicBezTo>
                  <a:lnTo>
                    <a:pt x="331733" y="458205"/>
                  </a:lnTo>
                  <a:cubicBezTo>
                    <a:pt x="331733" y="458205"/>
                    <a:pt x="333517" y="459618"/>
                    <a:pt x="333281" y="459955"/>
                  </a:cubicBezTo>
                  <a:cubicBezTo>
                    <a:pt x="333046" y="460291"/>
                    <a:pt x="333685" y="461132"/>
                    <a:pt x="334998" y="460493"/>
                  </a:cubicBezTo>
                  <a:cubicBezTo>
                    <a:pt x="336478" y="459820"/>
                    <a:pt x="337757" y="459383"/>
                    <a:pt x="338195" y="458407"/>
                  </a:cubicBezTo>
                  <a:close/>
                </a:path>
              </a:pathLst>
            </a:custGeom>
            <a:grpFill/>
            <a:ln w="6350" cap="flat">
              <a:solidFill>
                <a:schemeClr val="bg1"/>
              </a:solidFill>
              <a:prstDash val="solid"/>
              <a:miter/>
            </a:ln>
          </p:spPr>
          <p:txBody>
            <a:bodyPr rtlCol="0" anchor="ctr"/>
            <a:lstStyle/>
            <a:p>
              <a:endParaRPr lang="en-US"/>
            </a:p>
          </p:txBody>
        </p:sp>
        <p:grpSp>
          <p:nvGrpSpPr>
            <p:cNvPr id="65" name="Graphic 11">
              <a:extLst>
                <a:ext uri="{FF2B5EF4-FFF2-40B4-BE49-F238E27FC236}">
                  <a16:creationId xmlns:a16="http://schemas.microsoft.com/office/drawing/2014/main" id="{320B9C0E-A785-EC25-5384-ACACF197E5AA}"/>
                </a:ext>
              </a:extLst>
            </p:cNvPr>
            <p:cNvGrpSpPr/>
            <p:nvPr/>
          </p:nvGrpSpPr>
          <p:grpSpPr>
            <a:xfrm>
              <a:off x="7980671" y="2609627"/>
              <a:ext cx="363191" cy="236874"/>
              <a:chOff x="5630369" y="1818222"/>
              <a:chExt cx="697289" cy="454774"/>
            </a:xfrm>
            <a:grpFill/>
          </p:grpSpPr>
          <p:sp>
            <p:nvSpPr>
              <p:cNvPr id="152" name="Freeform 931">
                <a:extLst>
                  <a:ext uri="{FF2B5EF4-FFF2-40B4-BE49-F238E27FC236}">
                    <a16:creationId xmlns:a16="http://schemas.microsoft.com/office/drawing/2014/main" id="{DBE04E1A-A15B-F9B0-115D-835B2F81C00E}"/>
                  </a:ext>
                </a:extLst>
              </p:cNvPr>
              <p:cNvSpPr/>
              <p:nvPr/>
            </p:nvSpPr>
            <p:spPr>
              <a:xfrm>
                <a:off x="6126606" y="1832384"/>
                <a:ext cx="18576" cy="21899"/>
              </a:xfrm>
              <a:custGeom>
                <a:avLst/>
                <a:gdLst>
                  <a:gd name="connsiteX0" fmla="*/ 2322 w 18576"/>
                  <a:gd name="connsiteY0" fmla="*/ 13052 h 21899"/>
                  <a:gd name="connsiteX1" fmla="*/ 2793 w 18576"/>
                  <a:gd name="connsiteY1" fmla="*/ 13624 h 21899"/>
                  <a:gd name="connsiteX2" fmla="*/ 9154 w 18576"/>
                  <a:gd name="connsiteY2" fmla="*/ 21899 h 21899"/>
                  <a:gd name="connsiteX3" fmla="*/ 17029 w 18576"/>
                  <a:gd name="connsiteY3" fmla="*/ 17627 h 21899"/>
                  <a:gd name="connsiteX4" fmla="*/ 18577 w 18576"/>
                  <a:gd name="connsiteY4" fmla="*/ 11303 h 21899"/>
                  <a:gd name="connsiteX5" fmla="*/ 18577 w 18576"/>
                  <a:gd name="connsiteY5" fmla="*/ 5517 h 21899"/>
                  <a:gd name="connsiteX6" fmla="*/ 10433 w 18576"/>
                  <a:gd name="connsiteY6" fmla="*/ 1749 h 21899"/>
                  <a:gd name="connsiteX7" fmla="*/ 2322 w 18576"/>
                  <a:gd name="connsiteY7" fmla="*/ 0 h 21899"/>
                  <a:gd name="connsiteX8" fmla="*/ 0 w 18576"/>
                  <a:gd name="connsiteY8" fmla="*/ 5820 h 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6" h="21899">
                    <a:moveTo>
                      <a:pt x="2322" y="13052"/>
                    </a:moveTo>
                    <a:lnTo>
                      <a:pt x="2793" y="13624"/>
                    </a:lnTo>
                    <a:lnTo>
                      <a:pt x="9154" y="21899"/>
                    </a:lnTo>
                    <a:lnTo>
                      <a:pt x="17029" y="17627"/>
                    </a:lnTo>
                    <a:lnTo>
                      <a:pt x="18577" y="11303"/>
                    </a:lnTo>
                    <a:lnTo>
                      <a:pt x="18577" y="5517"/>
                    </a:lnTo>
                    <a:lnTo>
                      <a:pt x="10433" y="1749"/>
                    </a:lnTo>
                    <a:lnTo>
                      <a:pt x="2322" y="0"/>
                    </a:lnTo>
                    <a:lnTo>
                      <a:pt x="0" y="5820"/>
                    </a:lnTo>
                    <a:close/>
                  </a:path>
                </a:pathLst>
              </a:custGeom>
              <a:grpFill/>
              <a:ln w="6350" cap="flat">
                <a:solidFill>
                  <a:schemeClr val="bg1"/>
                </a:solidFill>
                <a:prstDash val="solid"/>
                <a:miter/>
              </a:ln>
            </p:spPr>
            <p:txBody>
              <a:bodyPr rtlCol="0" anchor="ctr"/>
              <a:lstStyle/>
              <a:p>
                <a:endParaRPr lang="en-US"/>
              </a:p>
            </p:txBody>
          </p:sp>
          <p:sp>
            <p:nvSpPr>
              <p:cNvPr id="153" name="Freeform 932">
                <a:extLst>
                  <a:ext uri="{FF2B5EF4-FFF2-40B4-BE49-F238E27FC236}">
                    <a16:creationId xmlns:a16="http://schemas.microsoft.com/office/drawing/2014/main" id="{06CCA0AB-D05D-AC7D-3638-345B225E6ECD}"/>
                  </a:ext>
                </a:extLst>
              </p:cNvPr>
              <p:cNvSpPr/>
              <p:nvPr/>
            </p:nvSpPr>
            <p:spPr>
              <a:xfrm>
                <a:off x="6131250" y="1818222"/>
                <a:ext cx="6663" cy="8376"/>
              </a:xfrm>
              <a:custGeom>
                <a:avLst/>
                <a:gdLst>
                  <a:gd name="connsiteX0" fmla="*/ 0 w 6663"/>
                  <a:gd name="connsiteY0" fmla="*/ 8376 h 8376"/>
                  <a:gd name="connsiteX1" fmla="*/ 4375 w 6663"/>
                  <a:gd name="connsiteY1" fmla="*/ 8376 h 8376"/>
                  <a:gd name="connsiteX2" fmla="*/ 6664 w 6663"/>
                  <a:gd name="connsiteY2" fmla="*/ 2893 h 8376"/>
                  <a:gd name="connsiteX3" fmla="*/ 3332 w 6663"/>
                  <a:gd name="connsiteY3" fmla="*/ 0 h 8376"/>
                  <a:gd name="connsiteX4" fmla="*/ 0 w 6663"/>
                  <a:gd name="connsiteY4" fmla="*/ 4171 h 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 h="8376">
                    <a:moveTo>
                      <a:pt x="0" y="8376"/>
                    </a:moveTo>
                    <a:lnTo>
                      <a:pt x="4375" y="8376"/>
                    </a:lnTo>
                    <a:lnTo>
                      <a:pt x="6664" y="2893"/>
                    </a:lnTo>
                    <a:lnTo>
                      <a:pt x="3332" y="0"/>
                    </a:lnTo>
                    <a:lnTo>
                      <a:pt x="0" y="4171"/>
                    </a:lnTo>
                    <a:close/>
                  </a:path>
                </a:pathLst>
              </a:custGeom>
              <a:grpFill/>
              <a:ln w="6350" cap="flat">
                <a:solidFill>
                  <a:schemeClr val="bg1"/>
                </a:solidFill>
                <a:prstDash val="solid"/>
                <a:miter/>
              </a:ln>
            </p:spPr>
            <p:txBody>
              <a:bodyPr rtlCol="0" anchor="ctr"/>
              <a:lstStyle/>
              <a:p>
                <a:endParaRPr lang="en-US"/>
              </a:p>
            </p:txBody>
          </p:sp>
          <p:sp>
            <p:nvSpPr>
              <p:cNvPr id="154" name="Freeform 933">
                <a:extLst>
                  <a:ext uri="{FF2B5EF4-FFF2-40B4-BE49-F238E27FC236}">
                    <a16:creationId xmlns:a16="http://schemas.microsoft.com/office/drawing/2014/main" id="{DB0AE4DA-B84C-FF56-6C67-D042BE861B83}"/>
                  </a:ext>
                </a:extLst>
              </p:cNvPr>
              <p:cNvSpPr/>
              <p:nvPr/>
            </p:nvSpPr>
            <p:spPr>
              <a:xfrm>
                <a:off x="5630369" y="1836959"/>
                <a:ext cx="697289" cy="436036"/>
              </a:xfrm>
              <a:custGeom>
                <a:avLst/>
                <a:gdLst>
                  <a:gd name="connsiteX0" fmla="*/ 695977 w 697289"/>
                  <a:gd name="connsiteY0" fmla="*/ 49820 h 436036"/>
                  <a:gd name="connsiteX1" fmla="*/ 693688 w 697289"/>
                  <a:gd name="connsiteY1" fmla="*/ 49618 h 436036"/>
                  <a:gd name="connsiteX2" fmla="*/ 689347 w 697289"/>
                  <a:gd name="connsiteY2" fmla="*/ 51368 h 436036"/>
                  <a:gd name="connsiteX3" fmla="*/ 686318 w 697289"/>
                  <a:gd name="connsiteY3" fmla="*/ 52007 h 436036"/>
                  <a:gd name="connsiteX4" fmla="*/ 680025 w 697289"/>
                  <a:gd name="connsiteY4" fmla="*/ 55270 h 436036"/>
                  <a:gd name="connsiteX5" fmla="*/ 675448 w 697289"/>
                  <a:gd name="connsiteY5" fmla="*/ 57221 h 436036"/>
                  <a:gd name="connsiteX6" fmla="*/ 667404 w 697289"/>
                  <a:gd name="connsiteY6" fmla="*/ 58096 h 436036"/>
                  <a:gd name="connsiteX7" fmla="*/ 662625 w 697289"/>
                  <a:gd name="connsiteY7" fmla="*/ 56582 h 436036"/>
                  <a:gd name="connsiteX8" fmla="*/ 662625 w 697289"/>
                  <a:gd name="connsiteY8" fmla="*/ 49618 h 436036"/>
                  <a:gd name="connsiteX9" fmla="*/ 662625 w 697289"/>
                  <a:gd name="connsiteY9" fmla="*/ 44169 h 436036"/>
                  <a:gd name="connsiteX10" fmla="*/ 658721 w 697289"/>
                  <a:gd name="connsiteY10" fmla="*/ 41141 h 436036"/>
                  <a:gd name="connsiteX11" fmla="*/ 655894 w 697289"/>
                  <a:gd name="connsiteY11" fmla="*/ 43765 h 436036"/>
                  <a:gd name="connsiteX12" fmla="*/ 651317 w 697289"/>
                  <a:gd name="connsiteY12" fmla="*/ 45279 h 436036"/>
                  <a:gd name="connsiteX13" fmla="*/ 648928 w 697289"/>
                  <a:gd name="connsiteY13" fmla="*/ 42251 h 436036"/>
                  <a:gd name="connsiteX14" fmla="*/ 647178 w 697289"/>
                  <a:gd name="connsiteY14" fmla="*/ 38988 h 436036"/>
                  <a:gd name="connsiteX15" fmla="*/ 642029 w 697289"/>
                  <a:gd name="connsiteY15" fmla="*/ 39056 h 436036"/>
                  <a:gd name="connsiteX16" fmla="*/ 638057 w 697289"/>
                  <a:gd name="connsiteY16" fmla="*/ 39863 h 436036"/>
                  <a:gd name="connsiteX17" fmla="*/ 633480 w 697289"/>
                  <a:gd name="connsiteY17" fmla="*/ 42251 h 436036"/>
                  <a:gd name="connsiteX18" fmla="*/ 629778 w 697289"/>
                  <a:gd name="connsiteY18" fmla="*/ 44135 h 436036"/>
                  <a:gd name="connsiteX19" fmla="*/ 627086 w 697289"/>
                  <a:gd name="connsiteY19" fmla="*/ 47533 h 436036"/>
                  <a:gd name="connsiteX20" fmla="*/ 624562 w 697289"/>
                  <a:gd name="connsiteY20" fmla="*/ 51738 h 436036"/>
                  <a:gd name="connsiteX21" fmla="*/ 623485 w 697289"/>
                  <a:gd name="connsiteY21" fmla="*/ 53992 h 436036"/>
                  <a:gd name="connsiteX22" fmla="*/ 619345 w 697289"/>
                  <a:gd name="connsiteY22" fmla="*/ 53992 h 436036"/>
                  <a:gd name="connsiteX23" fmla="*/ 614331 w 697289"/>
                  <a:gd name="connsiteY23" fmla="*/ 54631 h 436036"/>
                  <a:gd name="connsiteX24" fmla="*/ 609350 w 697289"/>
                  <a:gd name="connsiteY24" fmla="*/ 55505 h 436036"/>
                  <a:gd name="connsiteX25" fmla="*/ 605446 w 697289"/>
                  <a:gd name="connsiteY25" fmla="*/ 56380 h 436036"/>
                  <a:gd name="connsiteX26" fmla="*/ 601307 w 697289"/>
                  <a:gd name="connsiteY26" fmla="*/ 57457 h 436036"/>
                  <a:gd name="connsiteX27" fmla="*/ 598042 w 697289"/>
                  <a:gd name="connsiteY27" fmla="*/ 58970 h 436036"/>
                  <a:gd name="connsiteX28" fmla="*/ 594138 w 697289"/>
                  <a:gd name="connsiteY28" fmla="*/ 59172 h 436036"/>
                  <a:gd name="connsiteX29" fmla="*/ 588686 w 697289"/>
                  <a:gd name="connsiteY29" fmla="*/ 58533 h 436036"/>
                  <a:gd name="connsiteX30" fmla="*/ 585657 w 697289"/>
                  <a:gd name="connsiteY30" fmla="*/ 55909 h 436036"/>
                  <a:gd name="connsiteX31" fmla="*/ 583469 w 697289"/>
                  <a:gd name="connsiteY31" fmla="*/ 53756 h 436036"/>
                  <a:gd name="connsiteX32" fmla="*/ 581518 w 697289"/>
                  <a:gd name="connsiteY32" fmla="*/ 50930 h 436036"/>
                  <a:gd name="connsiteX33" fmla="*/ 579128 w 697289"/>
                  <a:gd name="connsiteY33" fmla="*/ 47903 h 436036"/>
                  <a:gd name="connsiteX34" fmla="*/ 577378 w 697289"/>
                  <a:gd name="connsiteY34" fmla="*/ 44438 h 436036"/>
                  <a:gd name="connsiteX35" fmla="*/ 577378 w 697289"/>
                  <a:gd name="connsiteY35" fmla="*/ 40973 h 436036"/>
                  <a:gd name="connsiteX36" fmla="*/ 577378 w 697289"/>
                  <a:gd name="connsiteY36" fmla="*/ 37710 h 436036"/>
                  <a:gd name="connsiteX37" fmla="*/ 575662 w 697289"/>
                  <a:gd name="connsiteY37" fmla="*/ 37508 h 436036"/>
                  <a:gd name="connsiteX38" fmla="*/ 573912 w 697289"/>
                  <a:gd name="connsiteY38" fmla="*/ 38147 h 436036"/>
                  <a:gd name="connsiteX39" fmla="*/ 572162 w 697289"/>
                  <a:gd name="connsiteY39" fmla="*/ 40973 h 436036"/>
                  <a:gd name="connsiteX40" fmla="*/ 572162 w 697289"/>
                  <a:gd name="connsiteY40" fmla="*/ 44001 h 436036"/>
                  <a:gd name="connsiteX41" fmla="*/ 571287 w 697289"/>
                  <a:gd name="connsiteY41" fmla="*/ 48777 h 436036"/>
                  <a:gd name="connsiteX42" fmla="*/ 567147 w 697289"/>
                  <a:gd name="connsiteY42" fmla="*/ 48777 h 436036"/>
                  <a:gd name="connsiteX43" fmla="*/ 564959 w 697289"/>
                  <a:gd name="connsiteY43" fmla="*/ 48004 h 436036"/>
                  <a:gd name="connsiteX44" fmla="*/ 560618 w 697289"/>
                  <a:gd name="connsiteY44" fmla="*/ 44842 h 436036"/>
                  <a:gd name="connsiteX45" fmla="*/ 555839 w 697289"/>
                  <a:gd name="connsiteY45" fmla="*/ 44203 h 436036"/>
                  <a:gd name="connsiteX46" fmla="*/ 553652 w 697289"/>
                  <a:gd name="connsiteY46" fmla="*/ 41579 h 436036"/>
                  <a:gd name="connsiteX47" fmla="*/ 554729 w 697289"/>
                  <a:gd name="connsiteY47" fmla="*/ 35725 h 436036"/>
                  <a:gd name="connsiteX48" fmla="*/ 554729 w 697289"/>
                  <a:gd name="connsiteY48" fmla="*/ 33976 h 436036"/>
                  <a:gd name="connsiteX49" fmla="*/ 552878 w 697289"/>
                  <a:gd name="connsiteY49" fmla="*/ 30074 h 436036"/>
                  <a:gd name="connsiteX50" fmla="*/ 549950 w 697289"/>
                  <a:gd name="connsiteY50" fmla="*/ 29637 h 436036"/>
                  <a:gd name="connsiteX51" fmla="*/ 547123 w 697289"/>
                  <a:gd name="connsiteY51" fmla="*/ 29199 h 436036"/>
                  <a:gd name="connsiteX52" fmla="*/ 540829 w 697289"/>
                  <a:gd name="connsiteY52" fmla="*/ 27685 h 436036"/>
                  <a:gd name="connsiteX53" fmla="*/ 536488 w 697289"/>
                  <a:gd name="connsiteY53" fmla="*/ 25095 h 436036"/>
                  <a:gd name="connsiteX54" fmla="*/ 533425 w 697289"/>
                  <a:gd name="connsiteY54" fmla="*/ 22471 h 436036"/>
                  <a:gd name="connsiteX55" fmla="*/ 529084 w 697289"/>
                  <a:gd name="connsiteY55" fmla="*/ 21832 h 436036"/>
                  <a:gd name="connsiteX56" fmla="*/ 524305 w 697289"/>
                  <a:gd name="connsiteY56" fmla="*/ 22068 h 436036"/>
                  <a:gd name="connsiteX57" fmla="*/ 517136 w 697289"/>
                  <a:gd name="connsiteY57" fmla="*/ 24658 h 436036"/>
                  <a:gd name="connsiteX58" fmla="*/ 508218 w 697289"/>
                  <a:gd name="connsiteY58" fmla="*/ 28796 h 436036"/>
                  <a:gd name="connsiteX59" fmla="*/ 503641 w 697289"/>
                  <a:gd name="connsiteY59" fmla="*/ 29435 h 436036"/>
                  <a:gd name="connsiteX60" fmla="*/ 499939 w 697289"/>
                  <a:gd name="connsiteY60" fmla="*/ 30949 h 436036"/>
                  <a:gd name="connsiteX61" fmla="*/ 493208 w 697289"/>
                  <a:gd name="connsiteY61" fmla="*/ 35086 h 436036"/>
                  <a:gd name="connsiteX62" fmla="*/ 489304 w 697289"/>
                  <a:gd name="connsiteY62" fmla="*/ 36600 h 436036"/>
                  <a:gd name="connsiteX63" fmla="*/ 484525 w 697289"/>
                  <a:gd name="connsiteY63" fmla="*/ 38349 h 436036"/>
                  <a:gd name="connsiteX64" fmla="*/ 479948 w 697289"/>
                  <a:gd name="connsiteY64" fmla="*/ 38114 h 436036"/>
                  <a:gd name="connsiteX65" fmla="*/ 475169 w 697289"/>
                  <a:gd name="connsiteY65" fmla="*/ 39190 h 436036"/>
                  <a:gd name="connsiteX66" fmla="*/ 471904 w 697289"/>
                  <a:gd name="connsiteY66" fmla="*/ 42218 h 436036"/>
                  <a:gd name="connsiteX67" fmla="*/ 473857 w 697289"/>
                  <a:gd name="connsiteY67" fmla="*/ 45918 h 436036"/>
                  <a:gd name="connsiteX68" fmla="*/ 477121 w 697289"/>
                  <a:gd name="connsiteY68" fmla="*/ 46793 h 436036"/>
                  <a:gd name="connsiteX69" fmla="*/ 479948 w 697289"/>
                  <a:gd name="connsiteY69" fmla="*/ 49618 h 436036"/>
                  <a:gd name="connsiteX70" fmla="*/ 479948 w 697289"/>
                  <a:gd name="connsiteY70" fmla="*/ 52007 h 436036"/>
                  <a:gd name="connsiteX71" fmla="*/ 476347 w 697289"/>
                  <a:gd name="connsiteY71" fmla="*/ 56784 h 436036"/>
                  <a:gd name="connsiteX72" fmla="*/ 470356 w 697289"/>
                  <a:gd name="connsiteY72" fmla="*/ 64184 h 436036"/>
                  <a:gd name="connsiteX73" fmla="*/ 463390 w 697289"/>
                  <a:gd name="connsiteY73" fmla="*/ 70912 h 436036"/>
                  <a:gd name="connsiteX74" fmla="*/ 456861 w 697289"/>
                  <a:gd name="connsiteY74" fmla="*/ 76564 h 436036"/>
                  <a:gd name="connsiteX75" fmla="*/ 448616 w 697289"/>
                  <a:gd name="connsiteY75" fmla="*/ 77640 h 436036"/>
                  <a:gd name="connsiteX76" fmla="*/ 446664 w 697289"/>
                  <a:gd name="connsiteY76" fmla="*/ 78515 h 436036"/>
                  <a:gd name="connsiteX77" fmla="*/ 444510 w 697289"/>
                  <a:gd name="connsiteY77" fmla="*/ 81980 h 436036"/>
                  <a:gd name="connsiteX78" fmla="*/ 443837 w 697289"/>
                  <a:gd name="connsiteY78" fmla="*/ 85680 h 436036"/>
                  <a:gd name="connsiteX79" fmla="*/ 446024 w 697289"/>
                  <a:gd name="connsiteY79" fmla="*/ 87429 h 436036"/>
                  <a:gd name="connsiteX80" fmla="*/ 448649 w 697289"/>
                  <a:gd name="connsiteY80" fmla="*/ 89616 h 436036"/>
                  <a:gd name="connsiteX81" fmla="*/ 448649 w 697289"/>
                  <a:gd name="connsiteY81" fmla="*/ 92206 h 436036"/>
                  <a:gd name="connsiteX82" fmla="*/ 446798 w 697289"/>
                  <a:gd name="connsiteY82" fmla="*/ 96983 h 436036"/>
                  <a:gd name="connsiteX83" fmla="*/ 443433 w 697289"/>
                  <a:gd name="connsiteY83" fmla="*/ 102197 h 436036"/>
                  <a:gd name="connsiteX84" fmla="*/ 439731 w 697289"/>
                  <a:gd name="connsiteY84" fmla="*/ 106974 h 436036"/>
                  <a:gd name="connsiteX85" fmla="*/ 432764 w 697289"/>
                  <a:gd name="connsiteY85" fmla="*/ 109362 h 436036"/>
                  <a:gd name="connsiteX86" fmla="*/ 426908 w 697289"/>
                  <a:gd name="connsiteY86" fmla="*/ 109564 h 436036"/>
                  <a:gd name="connsiteX87" fmla="*/ 417351 w 697289"/>
                  <a:gd name="connsiteY87" fmla="*/ 109564 h 436036"/>
                  <a:gd name="connsiteX88" fmla="*/ 410182 w 697289"/>
                  <a:gd name="connsiteY88" fmla="*/ 110102 h 436036"/>
                  <a:gd name="connsiteX89" fmla="*/ 403889 w 697289"/>
                  <a:gd name="connsiteY89" fmla="*/ 111953 h 436036"/>
                  <a:gd name="connsiteX90" fmla="*/ 400187 w 697289"/>
                  <a:gd name="connsiteY90" fmla="*/ 112592 h 436036"/>
                  <a:gd name="connsiteX91" fmla="*/ 391066 w 697289"/>
                  <a:gd name="connsiteY91" fmla="*/ 112794 h 436036"/>
                  <a:gd name="connsiteX92" fmla="*/ 384336 w 697289"/>
                  <a:gd name="connsiteY92" fmla="*/ 110843 h 436036"/>
                  <a:gd name="connsiteX93" fmla="*/ 379119 w 697289"/>
                  <a:gd name="connsiteY93" fmla="*/ 108454 h 436036"/>
                  <a:gd name="connsiteX94" fmla="*/ 373902 w 697289"/>
                  <a:gd name="connsiteY94" fmla="*/ 106940 h 436036"/>
                  <a:gd name="connsiteX95" fmla="*/ 373902 w 697289"/>
                  <a:gd name="connsiteY95" fmla="*/ 101087 h 436036"/>
                  <a:gd name="connsiteX96" fmla="*/ 366835 w 697289"/>
                  <a:gd name="connsiteY96" fmla="*/ 96748 h 436036"/>
                  <a:gd name="connsiteX97" fmla="*/ 363234 w 697289"/>
                  <a:gd name="connsiteY97" fmla="*/ 94359 h 436036"/>
                  <a:gd name="connsiteX98" fmla="*/ 355191 w 697289"/>
                  <a:gd name="connsiteY98" fmla="*/ 90894 h 436036"/>
                  <a:gd name="connsiteX99" fmla="*/ 355830 w 697289"/>
                  <a:gd name="connsiteY99" fmla="*/ 87833 h 436036"/>
                  <a:gd name="connsiteX100" fmla="*/ 356469 w 697289"/>
                  <a:gd name="connsiteY100" fmla="*/ 85007 h 436036"/>
                  <a:gd name="connsiteX101" fmla="*/ 362931 w 697289"/>
                  <a:gd name="connsiteY101" fmla="*/ 83191 h 436036"/>
                  <a:gd name="connsiteX102" fmla="*/ 362123 w 697289"/>
                  <a:gd name="connsiteY102" fmla="*/ 77035 h 436036"/>
                  <a:gd name="connsiteX103" fmla="*/ 361686 w 697289"/>
                  <a:gd name="connsiteY103" fmla="*/ 69230 h 436036"/>
                  <a:gd name="connsiteX104" fmla="*/ 361619 w 697289"/>
                  <a:gd name="connsiteY104" fmla="*/ 61998 h 436036"/>
                  <a:gd name="connsiteX105" fmla="*/ 362864 w 697289"/>
                  <a:gd name="connsiteY105" fmla="*/ 57423 h 436036"/>
                  <a:gd name="connsiteX106" fmla="*/ 363941 w 697289"/>
                  <a:gd name="connsiteY106" fmla="*/ 53352 h 436036"/>
                  <a:gd name="connsiteX107" fmla="*/ 367272 w 697289"/>
                  <a:gd name="connsiteY107" fmla="*/ 49955 h 436036"/>
                  <a:gd name="connsiteX108" fmla="*/ 369931 w 697289"/>
                  <a:gd name="connsiteY108" fmla="*/ 46389 h 436036"/>
                  <a:gd name="connsiteX109" fmla="*/ 370470 w 697289"/>
                  <a:gd name="connsiteY109" fmla="*/ 44034 h 436036"/>
                  <a:gd name="connsiteX110" fmla="*/ 368080 w 697289"/>
                  <a:gd name="connsiteY110" fmla="*/ 41410 h 436036"/>
                  <a:gd name="connsiteX111" fmla="*/ 363840 w 697289"/>
                  <a:gd name="connsiteY111" fmla="*/ 39998 h 436036"/>
                  <a:gd name="connsiteX112" fmla="*/ 360138 w 697289"/>
                  <a:gd name="connsiteY112" fmla="*/ 38786 h 436036"/>
                  <a:gd name="connsiteX113" fmla="*/ 359263 w 697289"/>
                  <a:gd name="connsiteY113" fmla="*/ 37575 h 436036"/>
                  <a:gd name="connsiteX114" fmla="*/ 359902 w 697289"/>
                  <a:gd name="connsiteY114" fmla="*/ 33875 h 436036"/>
                  <a:gd name="connsiteX115" fmla="*/ 359902 w 697289"/>
                  <a:gd name="connsiteY115" fmla="*/ 31386 h 436036"/>
                  <a:gd name="connsiteX116" fmla="*/ 361652 w 697289"/>
                  <a:gd name="connsiteY116" fmla="*/ 28661 h 436036"/>
                  <a:gd name="connsiteX117" fmla="*/ 361652 w 697289"/>
                  <a:gd name="connsiteY117" fmla="*/ 23447 h 436036"/>
                  <a:gd name="connsiteX118" fmla="*/ 361652 w 697289"/>
                  <a:gd name="connsiteY118" fmla="*/ 20857 h 436036"/>
                  <a:gd name="connsiteX119" fmla="*/ 360306 w 697289"/>
                  <a:gd name="connsiteY119" fmla="*/ 20083 h 436036"/>
                  <a:gd name="connsiteX120" fmla="*/ 355897 w 697289"/>
                  <a:gd name="connsiteY120" fmla="*/ 17795 h 436036"/>
                  <a:gd name="connsiteX121" fmla="*/ 352431 w 697289"/>
                  <a:gd name="connsiteY121" fmla="*/ 16921 h 436036"/>
                  <a:gd name="connsiteX122" fmla="*/ 350041 w 697289"/>
                  <a:gd name="connsiteY122" fmla="*/ 18132 h 436036"/>
                  <a:gd name="connsiteX123" fmla="*/ 347551 w 697289"/>
                  <a:gd name="connsiteY123" fmla="*/ 18334 h 436036"/>
                  <a:gd name="connsiteX124" fmla="*/ 346037 w 697289"/>
                  <a:gd name="connsiteY124" fmla="*/ 18535 h 436036"/>
                  <a:gd name="connsiteX125" fmla="*/ 347349 w 697289"/>
                  <a:gd name="connsiteY125" fmla="*/ 16046 h 436036"/>
                  <a:gd name="connsiteX126" fmla="*/ 348325 w 697289"/>
                  <a:gd name="connsiteY126" fmla="*/ 14196 h 436036"/>
                  <a:gd name="connsiteX127" fmla="*/ 349301 w 697289"/>
                  <a:gd name="connsiteY127" fmla="*/ 11908 h 436036"/>
                  <a:gd name="connsiteX128" fmla="*/ 347887 w 697289"/>
                  <a:gd name="connsiteY128" fmla="*/ 9285 h 436036"/>
                  <a:gd name="connsiteX129" fmla="*/ 345936 w 697289"/>
                  <a:gd name="connsiteY129" fmla="*/ 7098 h 436036"/>
                  <a:gd name="connsiteX130" fmla="*/ 342570 w 697289"/>
                  <a:gd name="connsiteY130" fmla="*/ 5483 h 436036"/>
                  <a:gd name="connsiteX131" fmla="*/ 340719 w 697289"/>
                  <a:gd name="connsiteY131" fmla="*/ 5248 h 436036"/>
                  <a:gd name="connsiteX132" fmla="*/ 337017 w 697289"/>
                  <a:gd name="connsiteY132" fmla="*/ 5685 h 436036"/>
                  <a:gd name="connsiteX133" fmla="*/ 334964 w 697289"/>
                  <a:gd name="connsiteY133" fmla="*/ 6896 h 436036"/>
                  <a:gd name="connsiteX134" fmla="*/ 332911 w 697289"/>
                  <a:gd name="connsiteY134" fmla="*/ 9621 h 436036"/>
                  <a:gd name="connsiteX135" fmla="*/ 331700 w 697289"/>
                  <a:gd name="connsiteY135" fmla="*/ 11673 h 436036"/>
                  <a:gd name="connsiteX136" fmla="*/ 329411 w 697289"/>
                  <a:gd name="connsiteY136" fmla="*/ 14061 h 436036"/>
                  <a:gd name="connsiteX137" fmla="*/ 327796 w 697289"/>
                  <a:gd name="connsiteY137" fmla="*/ 16113 h 436036"/>
                  <a:gd name="connsiteX138" fmla="*/ 326281 w 697289"/>
                  <a:gd name="connsiteY138" fmla="*/ 17863 h 436036"/>
                  <a:gd name="connsiteX139" fmla="*/ 322041 w 697289"/>
                  <a:gd name="connsiteY139" fmla="*/ 18199 h 436036"/>
                  <a:gd name="connsiteX140" fmla="*/ 318574 w 697289"/>
                  <a:gd name="connsiteY140" fmla="*/ 17560 h 436036"/>
                  <a:gd name="connsiteX141" fmla="*/ 317397 w 697289"/>
                  <a:gd name="connsiteY141" fmla="*/ 15070 h 436036"/>
                  <a:gd name="connsiteX142" fmla="*/ 315882 w 697289"/>
                  <a:gd name="connsiteY142" fmla="*/ 12581 h 436036"/>
                  <a:gd name="connsiteX143" fmla="*/ 307132 w 697289"/>
                  <a:gd name="connsiteY143" fmla="*/ 12649 h 436036"/>
                  <a:gd name="connsiteX144" fmla="*/ 302218 w 697289"/>
                  <a:gd name="connsiteY144" fmla="*/ 12985 h 436036"/>
                  <a:gd name="connsiteX145" fmla="*/ 294646 w 697289"/>
                  <a:gd name="connsiteY145" fmla="*/ 13792 h 436036"/>
                  <a:gd name="connsiteX146" fmla="*/ 291112 w 697289"/>
                  <a:gd name="connsiteY146" fmla="*/ 12043 h 436036"/>
                  <a:gd name="connsiteX147" fmla="*/ 286939 w 697289"/>
                  <a:gd name="connsiteY147" fmla="*/ 10731 h 436036"/>
                  <a:gd name="connsiteX148" fmla="*/ 285055 w 697289"/>
                  <a:gd name="connsiteY148" fmla="*/ 11774 h 436036"/>
                  <a:gd name="connsiteX149" fmla="*/ 283472 w 697289"/>
                  <a:gd name="connsiteY149" fmla="*/ 14229 h 436036"/>
                  <a:gd name="connsiteX150" fmla="*/ 282766 w 697289"/>
                  <a:gd name="connsiteY150" fmla="*/ 18804 h 436036"/>
                  <a:gd name="connsiteX151" fmla="*/ 283472 w 697289"/>
                  <a:gd name="connsiteY151" fmla="*/ 25802 h 436036"/>
                  <a:gd name="connsiteX152" fmla="*/ 280881 w 697289"/>
                  <a:gd name="connsiteY152" fmla="*/ 29535 h 436036"/>
                  <a:gd name="connsiteX153" fmla="*/ 277684 w 697289"/>
                  <a:gd name="connsiteY153" fmla="*/ 33169 h 436036"/>
                  <a:gd name="connsiteX154" fmla="*/ 275732 w 697289"/>
                  <a:gd name="connsiteY154" fmla="*/ 36364 h 436036"/>
                  <a:gd name="connsiteX155" fmla="*/ 273410 w 697289"/>
                  <a:gd name="connsiteY155" fmla="*/ 38820 h 436036"/>
                  <a:gd name="connsiteX156" fmla="*/ 271559 w 697289"/>
                  <a:gd name="connsiteY156" fmla="*/ 37912 h 436036"/>
                  <a:gd name="connsiteX157" fmla="*/ 271794 w 697289"/>
                  <a:gd name="connsiteY157" fmla="*/ 36499 h 436036"/>
                  <a:gd name="connsiteX158" fmla="*/ 273141 w 697289"/>
                  <a:gd name="connsiteY158" fmla="*/ 32429 h 436036"/>
                  <a:gd name="connsiteX159" fmla="*/ 274386 w 697289"/>
                  <a:gd name="connsiteY159" fmla="*/ 29435 h 436036"/>
                  <a:gd name="connsiteX160" fmla="*/ 275362 w 697289"/>
                  <a:gd name="connsiteY160" fmla="*/ 26441 h 436036"/>
                  <a:gd name="connsiteX161" fmla="*/ 275025 w 697289"/>
                  <a:gd name="connsiteY161" fmla="*/ 18031 h 436036"/>
                  <a:gd name="connsiteX162" fmla="*/ 273073 w 697289"/>
                  <a:gd name="connsiteY162" fmla="*/ 14768 h 436036"/>
                  <a:gd name="connsiteX163" fmla="*/ 270011 w 697289"/>
                  <a:gd name="connsiteY163" fmla="*/ 13019 h 436036"/>
                  <a:gd name="connsiteX164" fmla="*/ 268261 w 697289"/>
                  <a:gd name="connsiteY164" fmla="*/ 11942 h 436036"/>
                  <a:gd name="connsiteX165" fmla="*/ 265669 w 697289"/>
                  <a:gd name="connsiteY165" fmla="*/ 12379 h 436036"/>
                  <a:gd name="connsiteX166" fmla="*/ 260251 w 697289"/>
                  <a:gd name="connsiteY166" fmla="*/ 11303 h 436036"/>
                  <a:gd name="connsiteX167" fmla="*/ 259140 w 697289"/>
                  <a:gd name="connsiteY167" fmla="*/ 9554 h 436036"/>
                  <a:gd name="connsiteX168" fmla="*/ 259140 w 697289"/>
                  <a:gd name="connsiteY168" fmla="*/ 4339 h 436036"/>
                  <a:gd name="connsiteX169" fmla="*/ 259140 w 697289"/>
                  <a:gd name="connsiteY169" fmla="*/ 1749 h 436036"/>
                  <a:gd name="connsiteX170" fmla="*/ 256549 w 697289"/>
                  <a:gd name="connsiteY170" fmla="*/ 0 h 436036"/>
                  <a:gd name="connsiteX171" fmla="*/ 253284 w 697289"/>
                  <a:gd name="connsiteY171" fmla="*/ 0 h 436036"/>
                  <a:gd name="connsiteX172" fmla="*/ 252208 w 697289"/>
                  <a:gd name="connsiteY172" fmla="*/ 875 h 436036"/>
                  <a:gd name="connsiteX173" fmla="*/ 252208 w 697289"/>
                  <a:gd name="connsiteY173" fmla="*/ 3128 h 436036"/>
                  <a:gd name="connsiteX174" fmla="*/ 250356 w 697289"/>
                  <a:gd name="connsiteY174" fmla="*/ 7266 h 436036"/>
                  <a:gd name="connsiteX175" fmla="*/ 248741 w 697289"/>
                  <a:gd name="connsiteY175" fmla="*/ 9890 h 436036"/>
                  <a:gd name="connsiteX176" fmla="*/ 246150 w 697289"/>
                  <a:gd name="connsiteY176" fmla="*/ 12278 h 436036"/>
                  <a:gd name="connsiteX177" fmla="*/ 242649 w 697289"/>
                  <a:gd name="connsiteY177" fmla="*/ 12278 h 436036"/>
                  <a:gd name="connsiteX178" fmla="*/ 236356 w 697289"/>
                  <a:gd name="connsiteY178" fmla="*/ 13355 h 436036"/>
                  <a:gd name="connsiteX179" fmla="*/ 231342 w 697289"/>
                  <a:gd name="connsiteY179" fmla="*/ 14869 h 436036"/>
                  <a:gd name="connsiteX180" fmla="*/ 231342 w 697289"/>
                  <a:gd name="connsiteY180" fmla="*/ 23312 h 436036"/>
                  <a:gd name="connsiteX181" fmla="*/ 229390 w 697289"/>
                  <a:gd name="connsiteY181" fmla="*/ 26340 h 436036"/>
                  <a:gd name="connsiteX182" fmla="*/ 227640 w 697289"/>
                  <a:gd name="connsiteY182" fmla="*/ 31991 h 436036"/>
                  <a:gd name="connsiteX183" fmla="*/ 226563 w 697289"/>
                  <a:gd name="connsiteY183" fmla="*/ 36566 h 436036"/>
                  <a:gd name="connsiteX184" fmla="*/ 220707 w 697289"/>
                  <a:gd name="connsiteY184" fmla="*/ 40704 h 436036"/>
                  <a:gd name="connsiteX185" fmla="*/ 213539 w 697289"/>
                  <a:gd name="connsiteY185" fmla="*/ 43967 h 436036"/>
                  <a:gd name="connsiteX186" fmla="*/ 206168 w 697289"/>
                  <a:gd name="connsiteY186" fmla="*/ 45279 h 436036"/>
                  <a:gd name="connsiteX187" fmla="*/ 201591 w 697289"/>
                  <a:gd name="connsiteY187" fmla="*/ 45279 h 436036"/>
                  <a:gd name="connsiteX188" fmla="*/ 191360 w 697289"/>
                  <a:gd name="connsiteY188" fmla="*/ 48979 h 436036"/>
                  <a:gd name="connsiteX189" fmla="*/ 185269 w 697289"/>
                  <a:gd name="connsiteY189" fmla="*/ 48777 h 436036"/>
                  <a:gd name="connsiteX190" fmla="*/ 178302 w 697289"/>
                  <a:gd name="connsiteY190" fmla="*/ 48777 h 436036"/>
                  <a:gd name="connsiteX191" fmla="*/ 170461 w 697289"/>
                  <a:gd name="connsiteY191" fmla="*/ 48777 h 436036"/>
                  <a:gd name="connsiteX192" fmla="*/ 165681 w 697289"/>
                  <a:gd name="connsiteY192" fmla="*/ 51065 h 436036"/>
                  <a:gd name="connsiteX193" fmla="*/ 160263 w 697289"/>
                  <a:gd name="connsiteY193" fmla="*/ 57053 h 436036"/>
                  <a:gd name="connsiteX194" fmla="*/ 156999 w 697289"/>
                  <a:gd name="connsiteY194" fmla="*/ 63343 h 436036"/>
                  <a:gd name="connsiteX195" fmla="*/ 152422 w 697289"/>
                  <a:gd name="connsiteY195" fmla="*/ 70071 h 436036"/>
                  <a:gd name="connsiteX196" fmla="*/ 146196 w 697289"/>
                  <a:gd name="connsiteY196" fmla="*/ 77674 h 436036"/>
                  <a:gd name="connsiteX197" fmla="*/ 137210 w 697289"/>
                  <a:gd name="connsiteY197" fmla="*/ 76160 h 436036"/>
                  <a:gd name="connsiteX198" fmla="*/ 132195 w 697289"/>
                  <a:gd name="connsiteY198" fmla="*/ 74646 h 436036"/>
                  <a:gd name="connsiteX199" fmla="*/ 126541 w 697289"/>
                  <a:gd name="connsiteY199" fmla="*/ 75723 h 436036"/>
                  <a:gd name="connsiteX200" fmla="*/ 116983 w 697289"/>
                  <a:gd name="connsiteY200" fmla="*/ 87665 h 436036"/>
                  <a:gd name="connsiteX201" fmla="*/ 114594 w 697289"/>
                  <a:gd name="connsiteY201" fmla="*/ 91567 h 436036"/>
                  <a:gd name="connsiteX202" fmla="*/ 109377 w 697289"/>
                  <a:gd name="connsiteY202" fmla="*/ 100246 h 436036"/>
                  <a:gd name="connsiteX203" fmla="*/ 105036 w 697289"/>
                  <a:gd name="connsiteY203" fmla="*/ 101558 h 436036"/>
                  <a:gd name="connsiteX204" fmla="*/ 100021 w 697289"/>
                  <a:gd name="connsiteY204" fmla="*/ 103072 h 436036"/>
                  <a:gd name="connsiteX205" fmla="*/ 94805 w 697289"/>
                  <a:gd name="connsiteY205" fmla="*/ 108084 h 436036"/>
                  <a:gd name="connsiteX206" fmla="*/ 92853 w 697289"/>
                  <a:gd name="connsiteY206" fmla="*/ 113298 h 436036"/>
                  <a:gd name="connsiteX207" fmla="*/ 92415 w 697289"/>
                  <a:gd name="connsiteY207" fmla="*/ 118277 h 436036"/>
                  <a:gd name="connsiteX208" fmla="*/ 92180 w 697289"/>
                  <a:gd name="connsiteY208" fmla="*/ 128705 h 436036"/>
                  <a:gd name="connsiteX209" fmla="*/ 89791 w 697289"/>
                  <a:gd name="connsiteY209" fmla="*/ 136106 h 436036"/>
                  <a:gd name="connsiteX210" fmla="*/ 86762 w 697289"/>
                  <a:gd name="connsiteY210" fmla="*/ 141118 h 436036"/>
                  <a:gd name="connsiteX211" fmla="*/ 80872 w 697289"/>
                  <a:gd name="connsiteY211" fmla="*/ 147644 h 436036"/>
                  <a:gd name="connsiteX212" fmla="*/ 75454 w 697289"/>
                  <a:gd name="connsiteY212" fmla="*/ 154608 h 436036"/>
                  <a:gd name="connsiteX213" fmla="*/ 74377 w 697289"/>
                  <a:gd name="connsiteY213" fmla="*/ 162648 h 436036"/>
                  <a:gd name="connsiteX214" fmla="*/ 66771 w 697289"/>
                  <a:gd name="connsiteY214" fmla="*/ 173076 h 436036"/>
                  <a:gd name="connsiteX215" fmla="*/ 63506 w 697289"/>
                  <a:gd name="connsiteY215" fmla="*/ 176339 h 436036"/>
                  <a:gd name="connsiteX216" fmla="*/ 61756 w 697289"/>
                  <a:gd name="connsiteY216" fmla="*/ 177415 h 436036"/>
                  <a:gd name="connsiteX217" fmla="*/ 56540 w 697289"/>
                  <a:gd name="connsiteY217" fmla="*/ 177415 h 436036"/>
                  <a:gd name="connsiteX218" fmla="*/ 50246 w 697289"/>
                  <a:gd name="connsiteY218" fmla="*/ 179703 h 436036"/>
                  <a:gd name="connsiteX219" fmla="*/ 48698 w 697289"/>
                  <a:gd name="connsiteY219" fmla="*/ 181755 h 436036"/>
                  <a:gd name="connsiteX220" fmla="*/ 48698 w 697289"/>
                  <a:gd name="connsiteY220" fmla="*/ 188483 h 436036"/>
                  <a:gd name="connsiteX221" fmla="*/ 47722 w 697289"/>
                  <a:gd name="connsiteY221" fmla="*/ 191510 h 436036"/>
                  <a:gd name="connsiteX222" fmla="*/ 43482 w 697289"/>
                  <a:gd name="connsiteY222" fmla="*/ 194336 h 436036"/>
                  <a:gd name="connsiteX223" fmla="*/ 37828 w 697289"/>
                  <a:gd name="connsiteY223" fmla="*/ 201737 h 436036"/>
                  <a:gd name="connsiteX224" fmla="*/ 37626 w 697289"/>
                  <a:gd name="connsiteY224" fmla="*/ 214352 h 436036"/>
                  <a:gd name="connsiteX225" fmla="*/ 39140 w 697289"/>
                  <a:gd name="connsiteY225" fmla="*/ 222593 h 436036"/>
                  <a:gd name="connsiteX226" fmla="*/ 43044 w 697289"/>
                  <a:gd name="connsiteY226" fmla="*/ 226496 h 436036"/>
                  <a:gd name="connsiteX227" fmla="*/ 49573 w 697289"/>
                  <a:gd name="connsiteY227" fmla="*/ 232383 h 436036"/>
                  <a:gd name="connsiteX228" fmla="*/ 53915 w 697289"/>
                  <a:gd name="connsiteY228" fmla="*/ 239346 h 436036"/>
                  <a:gd name="connsiteX229" fmla="*/ 56742 w 697289"/>
                  <a:gd name="connsiteY229" fmla="*/ 245199 h 436036"/>
                  <a:gd name="connsiteX230" fmla="*/ 56304 w 697289"/>
                  <a:gd name="connsiteY230" fmla="*/ 251725 h 436036"/>
                  <a:gd name="connsiteX231" fmla="*/ 54117 w 697289"/>
                  <a:gd name="connsiteY231" fmla="*/ 258453 h 436036"/>
                  <a:gd name="connsiteX232" fmla="*/ 51929 w 697289"/>
                  <a:gd name="connsiteY232" fmla="*/ 262154 h 436036"/>
                  <a:gd name="connsiteX233" fmla="*/ 48900 w 697289"/>
                  <a:gd name="connsiteY233" fmla="*/ 265417 h 436036"/>
                  <a:gd name="connsiteX234" fmla="*/ 46511 w 697289"/>
                  <a:gd name="connsiteY234" fmla="*/ 271707 h 436036"/>
                  <a:gd name="connsiteX235" fmla="*/ 45198 w 697289"/>
                  <a:gd name="connsiteY235" fmla="*/ 279545 h 436036"/>
                  <a:gd name="connsiteX236" fmla="*/ 46073 w 697289"/>
                  <a:gd name="connsiteY236" fmla="*/ 284759 h 436036"/>
                  <a:gd name="connsiteX237" fmla="*/ 50414 w 697289"/>
                  <a:gd name="connsiteY237" fmla="*/ 287148 h 436036"/>
                  <a:gd name="connsiteX238" fmla="*/ 54487 w 697289"/>
                  <a:gd name="connsiteY238" fmla="*/ 285331 h 436036"/>
                  <a:gd name="connsiteX239" fmla="*/ 55227 w 697289"/>
                  <a:gd name="connsiteY239" fmla="*/ 283145 h 436036"/>
                  <a:gd name="connsiteX240" fmla="*/ 56540 w 697289"/>
                  <a:gd name="connsiteY240" fmla="*/ 282136 h 436036"/>
                  <a:gd name="connsiteX241" fmla="*/ 58424 w 697289"/>
                  <a:gd name="connsiteY241" fmla="*/ 279949 h 436036"/>
                  <a:gd name="connsiteX242" fmla="*/ 59569 w 697289"/>
                  <a:gd name="connsiteY242" fmla="*/ 277931 h 436036"/>
                  <a:gd name="connsiteX243" fmla="*/ 61151 w 697289"/>
                  <a:gd name="connsiteY243" fmla="*/ 277493 h 436036"/>
                  <a:gd name="connsiteX244" fmla="*/ 63035 w 697289"/>
                  <a:gd name="connsiteY244" fmla="*/ 279377 h 436036"/>
                  <a:gd name="connsiteX245" fmla="*/ 67242 w 697289"/>
                  <a:gd name="connsiteY245" fmla="*/ 280824 h 436036"/>
                  <a:gd name="connsiteX246" fmla="*/ 68117 w 697289"/>
                  <a:gd name="connsiteY246" fmla="*/ 279074 h 436036"/>
                  <a:gd name="connsiteX247" fmla="*/ 69564 w 697289"/>
                  <a:gd name="connsiteY247" fmla="*/ 274600 h 436036"/>
                  <a:gd name="connsiteX248" fmla="*/ 70136 w 697289"/>
                  <a:gd name="connsiteY248" fmla="*/ 271707 h 436036"/>
                  <a:gd name="connsiteX249" fmla="*/ 71886 w 697289"/>
                  <a:gd name="connsiteY249" fmla="*/ 269689 h 436036"/>
                  <a:gd name="connsiteX250" fmla="*/ 75487 w 697289"/>
                  <a:gd name="connsiteY250" fmla="*/ 268377 h 436036"/>
                  <a:gd name="connsiteX251" fmla="*/ 79694 w 697289"/>
                  <a:gd name="connsiteY251" fmla="*/ 267368 h 436036"/>
                  <a:gd name="connsiteX252" fmla="*/ 88814 w 697289"/>
                  <a:gd name="connsiteY252" fmla="*/ 265047 h 436036"/>
                  <a:gd name="connsiteX253" fmla="*/ 91574 w 697289"/>
                  <a:gd name="connsiteY253" fmla="*/ 262725 h 436036"/>
                  <a:gd name="connsiteX254" fmla="*/ 95916 w 697289"/>
                  <a:gd name="connsiteY254" fmla="*/ 258252 h 436036"/>
                  <a:gd name="connsiteX255" fmla="*/ 98675 w 697289"/>
                  <a:gd name="connsiteY255" fmla="*/ 257814 h 436036"/>
                  <a:gd name="connsiteX256" fmla="*/ 100997 w 697289"/>
                  <a:gd name="connsiteY256" fmla="*/ 255930 h 436036"/>
                  <a:gd name="connsiteX257" fmla="*/ 103185 w 697289"/>
                  <a:gd name="connsiteY257" fmla="*/ 252903 h 436036"/>
                  <a:gd name="connsiteX258" fmla="*/ 103050 w 697289"/>
                  <a:gd name="connsiteY258" fmla="*/ 249875 h 436036"/>
                  <a:gd name="connsiteX259" fmla="*/ 102849 w 697289"/>
                  <a:gd name="connsiteY259" fmla="*/ 247991 h 436036"/>
                  <a:gd name="connsiteX260" fmla="*/ 106483 w 697289"/>
                  <a:gd name="connsiteY260" fmla="*/ 244425 h 436036"/>
                  <a:gd name="connsiteX261" fmla="*/ 108031 w 697289"/>
                  <a:gd name="connsiteY261" fmla="*/ 245839 h 436036"/>
                  <a:gd name="connsiteX262" fmla="*/ 113046 w 697289"/>
                  <a:gd name="connsiteY262" fmla="*/ 248698 h 436036"/>
                  <a:gd name="connsiteX263" fmla="*/ 113046 w 697289"/>
                  <a:gd name="connsiteY263" fmla="*/ 253037 h 436036"/>
                  <a:gd name="connsiteX264" fmla="*/ 110455 w 697289"/>
                  <a:gd name="connsiteY264" fmla="*/ 259698 h 436036"/>
                  <a:gd name="connsiteX265" fmla="*/ 109882 w 697289"/>
                  <a:gd name="connsiteY265" fmla="*/ 262288 h 436036"/>
                  <a:gd name="connsiteX266" fmla="*/ 108368 w 697289"/>
                  <a:gd name="connsiteY266" fmla="*/ 266762 h 436036"/>
                  <a:gd name="connsiteX267" fmla="*/ 103656 w 697289"/>
                  <a:gd name="connsiteY267" fmla="*/ 269521 h 436036"/>
                  <a:gd name="connsiteX268" fmla="*/ 93089 w 697289"/>
                  <a:gd name="connsiteY268" fmla="*/ 269521 h 436036"/>
                  <a:gd name="connsiteX269" fmla="*/ 90464 w 697289"/>
                  <a:gd name="connsiteY269" fmla="*/ 275038 h 436036"/>
                  <a:gd name="connsiteX270" fmla="*/ 90464 w 697289"/>
                  <a:gd name="connsiteY270" fmla="*/ 283448 h 436036"/>
                  <a:gd name="connsiteX271" fmla="*/ 86122 w 697289"/>
                  <a:gd name="connsiteY271" fmla="*/ 283448 h 436036"/>
                  <a:gd name="connsiteX272" fmla="*/ 81781 w 697289"/>
                  <a:gd name="connsiteY272" fmla="*/ 287215 h 436036"/>
                  <a:gd name="connsiteX273" fmla="*/ 80333 w 697289"/>
                  <a:gd name="connsiteY273" fmla="*/ 290411 h 436036"/>
                  <a:gd name="connsiteX274" fmla="*/ 78314 w 697289"/>
                  <a:gd name="connsiteY274" fmla="*/ 291555 h 436036"/>
                  <a:gd name="connsiteX275" fmla="*/ 75420 w 697289"/>
                  <a:gd name="connsiteY275" fmla="*/ 295625 h 436036"/>
                  <a:gd name="connsiteX276" fmla="*/ 73973 w 697289"/>
                  <a:gd name="connsiteY276" fmla="*/ 295625 h 436036"/>
                  <a:gd name="connsiteX277" fmla="*/ 68117 w 697289"/>
                  <a:gd name="connsiteY277" fmla="*/ 297374 h 436036"/>
                  <a:gd name="connsiteX278" fmla="*/ 63540 w 697289"/>
                  <a:gd name="connsiteY278" fmla="*/ 297374 h 436036"/>
                  <a:gd name="connsiteX279" fmla="*/ 62026 w 697289"/>
                  <a:gd name="connsiteY279" fmla="*/ 299965 h 436036"/>
                  <a:gd name="connsiteX280" fmla="*/ 58862 w 697289"/>
                  <a:gd name="connsiteY280" fmla="*/ 302689 h 436036"/>
                  <a:gd name="connsiteX281" fmla="*/ 56035 w 697289"/>
                  <a:gd name="connsiteY281" fmla="*/ 304439 h 436036"/>
                  <a:gd name="connsiteX282" fmla="*/ 54184 w 697289"/>
                  <a:gd name="connsiteY282" fmla="*/ 306053 h 436036"/>
                  <a:gd name="connsiteX283" fmla="*/ 50718 w 697289"/>
                  <a:gd name="connsiteY283" fmla="*/ 310393 h 436036"/>
                  <a:gd name="connsiteX284" fmla="*/ 46814 w 697289"/>
                  <a:gd name="connsiteY284" fmla="*/ 312546 h 436036"/>
                  <a:gd name="connsiteX285" fmla="*/ 43549 w 697289"/>
                  <a:gd name="connsiteY285" fmla="*/ 313858 h 436036"/>
                  <a:gd name="connsiteX286" fmla="*/ 43549 w 697289"/>
                  <a:gd name="connsiteY286" fmla="*/ 319509 h 436036"/>
                  <a:gd name="connsiteX287" fmla="*/ 45602 w 697289"/>
                  <a:gd name="connsiteY287" fmla="*/ 323210 h 436036"/>
                  <a:gd name="connsiteX288" fmla="*/ 45266 w 697289"/>
                  <a:gd name="connsiteY288" fmla="*/ 325161 h 436036"/>
                  <a:gd name="connsiteX289" fmla="*/ 42674 w 697289"/>
                  <a:gd name="connsiteY289" fmla="*/ 329063 h 436036"/>
                  <a:gd name="connsiteX290" fmla="*/ 37458 w 697289"/>
                  <a:gd name="connsiteY290" fmla="*/ 332090 h 436036"/>
                  <a:gd name="connsiteX291" fmla="*/ 32006 w 697289"/>
                  <a:gd name="connsiteY291" fmla="*/ 332090 h 436036"/>
                  <a:gd name="connsiteX292" fmla="*/ 26991 w 697289"/>
                  <a:gd name="connsiteY292" fmla="*/ 333503 h 436036"/>
                  <a:gd name="connsiteX293" fmla="*/ 23289 w 697289"/>
                  <a:gd name="connsiteY293" fmla="*/ 335555 h 436036"/>
                  <a:gd name="connsiteX294" fmla="*/ 20226 w 697289"/>
                  <a:gd name="connsiteY294" fmla="*/ 338381 h 436036"/>
                  <a:gd name="connsiteX295" fmla="*/ 17837 w 697289"/>
                  <a:gd name="connsiteY295" fmla="*/ 340332 h 436036"/>
                  <a:gd name="connsiteX296" fmla="*/ 15649 w 697289"/>
                  <a:gd name="connsiteY296" fmla="*/ 345109 h 436036"/>
                  <a:gd name="connsiteX297" fmla="*/ 15649 w 697289"/>
                  <a:gd name="connsiteY297" fmla="*/ 349886 h 436036"/>
                  <a:gd name="connsiteX298" fmla="*/ 14774 w 697289"/>
                  <a:gd name="connsiteY298" fmla="*/ 354663 h 436036"/>
                  <a:gd name="connsiteX299" fmla="*/ 11745 w 697289"/>
                  <a:gd name="connsiteY299" fmla="*/ 354663 h 436036"/>
                  <a:gd name="connsiteX300" fmla="*/ 7842 w 697289"/>
                  <a:gd name="connsiteY300" fmla="*/ 359439 h 436036"/>
                  <a:gd name="connsiteX301" fmla="*/ 4139 w 697289"/>
                  <a:gd name="connsiteY301" fmla="*/ 362265 h 436036"/>
                  <a:gd name="connsiteX302" fmla="*/ 1313 w 697289"/>
                  <a:gd name="connsiteY302" fmla="*/ 365091 h 436036"/>
                  <a:gd name="connsiteX303" fmla="*/ 0 w 697289"/>
                  <a:gd name="connsiteY303" fmla="*/ 367681 h 436036"/>
                  <a:gd name="connsiteX304" fmla="*/ 0 w 697289"/>
                  <a:gd name="connsiteY304" fmla="*/ 371146 h 436036"/>
                  <a:gd name="connsiteX305" fmla="*/ 0 w 697289"/>
                  <a:gd name="connsiteY305" fmla="*/ 376596 h 436036"/>
                  <a:gd name="connsiteX306" fmla="*/ 1515 w 697289"/>
                  <a:gd name="connsiteY306" fmla="*/ 380498 h 436036"/>
                  <a:gd name="connsiteX307" fmla="*/ 6092 w 697289"/>
                  <a:gd name="connsiteY307" fmla="*/ 382449 h 436036"/>
                  <a:gd name="connsiteX308" fmla="*/ 14774 w 697289"/>
                  <a:gd name="connsiteY308" fmla="*/ 382449 h 436036"/>
                  <a:gd name="connsiteX309" fmla="*/ 24130 w 697289"/>
                  <a:gd name="connsiteY309" fmla="*/ 382449 h 436036"/>
                  <a:gd name="connsiteX310" fmla="*/ 31299 w 697289"/>
                  <a:gd name="connsiteY310" fmla="*/ 384635 h 436036"/>
                  <a:gd name="connsiteX311" fmla="*/ 36751 w 697289"/>
                  <a:gd name="connsiteY311" fmla="*/ 389614 h 436036"/>
                  <a:gd name="connsiteX312" fmla="*/ 40890 w 697289"/>
                  <a:gd name="connsiteY312" fmla="*/ 396342 h 436036"/>
                  <a:gd name="connsiteX313" fmla="*/ 48294 w 697289"/>
                  <a:gd name="connsiteY313" fmla="*/ 396342 h 436036"/>
                  <a:gd name="connsiteX314" fmla="*/ 54823 w 697289"/>
                  <a:gd name="connsiteY314" fmla="*/ 401321 h 436036"/>
                  <a:gd name="connsiteX315" fmla="*/ 59165 w 697289"/>
                  <a:gd name="connsiteY315" fmla="*/ 405896 h 436036"/>
                  <a:gd name="connsiteX316" fmla="*/ 59165 w 697289"/>
                  <a:gd name="connsiteY316" fmla="*/ 411749 h 436036"/>
                  <a:gd name="connsiteX317" fmla="*/ 60477 w 697289"/>
                  <a:gd name="connsiteY317" fmla="*/ 419991 h 436036"/>
                  <a:gd name="connsiteX318" fmla="*/ 64381 w 697289"/>
                  <a:gd name="connsiteY318" fmla="*/ 425642 h 436036"/>
                  <a:gd name="connsiteX319" fmla="*/ 75689 w 697289"/>
                  <a:gd name="connsiteY319" fmla="*/ 431058 h 436036"/>
                  <a:gd name="connsiteX320" fmla="*/ 84810 w 697289"/>
                  <a:gd name="connsiteY320" fmla="*/ 431058 h 436036"/>
                  <a:gd name="connsiteX321" fmla="*/ 99820 w 697289"/>
                  <a:gd name="connsiteY321" fmla="*/ 429645 h 436036"/>
                  <a:gd name="connsiteX322" fmla="*/ 102646 w 697289"/>
                  <a:gd name="connsiteY322" fmla="*/ 425642 h 436036"/>
                  <a:gd name="connsiteX323" fmla="*/ 108738 w 697289"/>
                  <a:gd name="connsiteY323" fmla="*/ 424129 h 436036"/>
                  <a:gd name="connsiteX324" fmla="*/ 117421 w 697289"/>
                  <a:gd name="connsiteY324" fmla="*/ 424129 h 436036"/>
                  <a:gd name="connsiteX325" fmla="*/ 126541 w 697289"/>
                  <a:gd name="connsiteY325" fmla="*/ 424129 h 436036"/>
                  <a:gd name="connsiteX326" fmla="*/ 132195 w 697289"/>
                  <a:gd name="connsiteY326" fmla="*/ 421942 h 436036"/>
                  <a:gd name="connsiteX327" fmla="*/ 141114 w 697289"/>
                  <a:gd name="connsiteY327" fmla="*/ 418645 h 436036"/>
                  <a:gd name="connsiteX328" fmla="*/ 147272 w 697289"/>
                  <a:gd name="connsiteY328" fmla="*/ 416761 h 436036"/>
                  <a:gd name="connsiteX329" fmla="*/ 148787 w 697289"/>
                  <a:gd name="connsiteY329" fmla="*/ 415786 h 436036"/>
                  <a:gd name="connsiteX330" fmla="*/ 146397 w 697289"/>
                  <a:gd name="connsiteY330" fmla="*/ 413398 h 436036"/>
                  <a:gd name="connsiteX331" fmla="*/ 147845 w 697289"/>
                  <a:gd name="connsiteY331" fmla="*/ 407611 h 436036"/>
                  <a:gd name="connsiteX332" fmla="*/ 147845 w 697289"/>
                  <a:gd name="connsiteY332" fmla="*/ 402397 h 436036"/>
                  <a:gd name="connsiteX333" fmla="*/ 152927 w 697289"/>
                  <a:gd name="connsiteY333" fmla="*/ 393416 h 436036"/>
                  <a:gd name="connsiteX334" fmla="*/ 157705 w 697289"/>
                  <a:gd name="connsiteY334" fmla="*/ 389951 h 436036"/>
                  <a:gd name="connsiteX335" fmla="*/ 163494 w 697289"/>
                  <a:gd name="connsiteY335" fmla="*/ 385308 h 436036"/>
                  <a:gd name="connsiteX336" fmla="*/ 175946 w 697289"/>
                  <a:gd name="connsiteY336" fmla="*/ 384165 h 436036"/>
                  <a:gd name="connsiteX337" fmla="*/ 189273 w 697289"/>
                  <a:gd name="connsiteY337" fmla="*/ 386183 h 436036"/>
                  <a:gd name="connsiteX338" fmla="*/ 198832 w 697289"/>
                  <a:gd name="connsiteY338" fmla="*/ 389076 h 436036"/>
                  <a:gd name="connsiteX339" fmla="*/ 202601 w 697289"/>
                  <a:gd name="connsiteY339" fmla="*/ 391969 h 436036"/>
                  <a:gd name="connsiteX340" fmla="*/ 205798 w 697289"/>
                  <a:gd name="connsiteY340" fmla="*/ 399201 h 436036"/>
                  <a:gd name="connsiteX341" fmla="*/ 210442 w 697289"/>
                  <a:gd name="connsiteY341" fmla="*/ 402397 h 436036"/>
                  <a:gd name="connsiteX342" fmla="*/ 210442 w 697289"/>
                  <a:gd name="connsiteY342" fmla="*/ 411076 h 436036"/>
                  <a:gd name="connsiteX343" fmla="*/ 210442 w 697289"/>
                  <a:gd name="connsiteY343" fmla="*/ 421202 h 436036"/>
                  <a:gd name="connsiteX344" fmla="*/ 216971 w 697289"/>
                  <a:gd name="connsiteY344" fmla="*/ 428434 h 436036"/>
                  <a:gd name="connsiteX345" fmla="*/ 220303 w 697289"/>
                  <a:gd name="connsiteY345" fmla="*/ 430453 h 436036"/>
                  <a:gd name="connsiteX346" fmla="*/ 224644 w 697289"/>
                  <a:gd name="connsiteY346" fmla="*/ 435364 h 436036"/>
                  <a:gd name="connsiteX347" fmla="*/ 230736 w 697289"/>
                  <a:gd name="connsiteY347" fmla="*/ 430453 h 436036"/>
                  <a:gd name="connsiteX348" fmla="*/ 233058 w 697289"/>
                  <a:gd name="connsiteY348" fmla="*/ 426685 h 436036"/>
                  <a:gd name="connsiteX349" fmla="*/ 233058 w 697289"/>
                  <a:gd name="connsiteY349" fmla="*/ 420596 h 436036"/>
                  <a:gd name="connsiteX350" fmla="*/ 240025 w 697289"/>
                  <a:gd name="connsiteY350" fmla="*/ 416896 h 436036"/>
                  <a:gd name="connsiteX351" fmla="*/ 250996 w 697289"/>
                  <a:gd name="connsiteY351" fmla="*/ 424599 h 436036"/>
                  <a:gd name="connsiteX352" fmla="*/ 254159 w 697289"/>
                  <a:gd name="connsiteY352" fmla="*/ 427963 h 436036"/>
                  <a:gd name="connsiteX353" fmla="*/ 259713 w 697289"/>
                  <a:gd name="connsiteY353" fmla="*/ 429040 h 436036"/>
                  <a:gd name="connsiteX354" fmla="*/ 265804 w 697289"/>
                  <a:gd name="connsiteY354" fmla="*/ 427627 h 436036"/>
                  <a:gd name="connsiteX355" fmla="*/ 272232 w 697289"/>
                  <a:gd name="connsiteY355" fmla="*/ 426551 h 436036"/>
                  <a:gd name="connsiteX356" fmla="*/ 277348 w 697289"/>
                  <a:gd name="connsiteY356" fmla="*/ 425676 h 436036"/>
                  <a:gd name="connsiteX357" fmla="*/ 281252 w 697289"/>
                  <a:gd name="connsiteY357" fmla="*/ 420361 h 436036"/>
                  <a:gd name="connsiteX358" fmla="*/ 282766 w 697289"/>
                  <a:gd name="connsiteY358" fmla="*/ 413398 h 436036"/>
                  <a:gd name="connsiteX359" fmla="*/ 283304 w 697289"/>
                  <a:gd name="connsiteY359" fmla="*/ 408722 h 436036"/>
                  <a:gd name="connsiteX360" fmla="*/ 289833 w 697289"/>
                  <a:gd name="connsiteY360" fmla="*/ 404247 h 436036"/>
                  <a:gd name="connsiteX361" fmla="*/ 295050 w 697289"/>
                  <a:gd name="connsiteY361" fmla="*/ 403373 h 436036"/>
                  <a:gd name="connsiteX362" fmla="*/ 301781 w 697289"/>
                  <a:gd name="connsiteY362" fmla="*/ 405862 h 436036"/>
                  <a:gd name="connsiteX363" fmla="*/ 305584 w 697289"/>
                  <a:gd name="connsiteY363" fmla="*/ 408352 h 436036"/>
                  <a:gd name="connsiteX364" fmla="*/ 309387 w 697289"/>
                  <a:gd name="connsiteY364" fmla="*/ 413768 h 436036"/>
                  <a:gd name="connsiteX365" fmla="*/ 310026 w 697289"/>
                  <a:gd name="connsiteY365" fmla="*/ 419419 h 436036"/>
                  <a:gd name="connsiteX366" fmla="*/ 309387 w 697289"/>
                  <a:gd name="connsiteY366" fmla="*/ 424835 h 436036"/>
                  <a:gd name="connsiteX367" fmla="*/ 315814 w 697289"/>
                  <a:gd name="connsiteY367" fmla="*/ 433850 h 436036"/>
                  <a:gd name="connsiteX368" fmla="*/ 322007 w 697289"/>
                  <a:gd name="connsiteY368" fmla="*/ 436037 h 436036"/>
                  <a:gd name="connsiteX369" fmla="*/ 330825 w 697289"/>
                  <a:gd name="connsiteY369" fmla="*/ 433110 h 436036"/>
                  <a:gd name="connsiteX370" fmla="*/ 336378 w 697289"/>
                  <a:gd name="connsiteY370" fmla="*/ 429645 h 436036"/>
                  <a:gd name="connsiteX371" fmla="*/ 341055 w 697289"/>
                  <a:gd name="connsiteY371" fmla="*/ 423220 h 436036"/>
                  <a:gd name="connsiteX372" fmla="*/ 342671 w 697289"/>
                  <a:gd name="connsiteY372" fmla="*/ 418006 h 436036"/>
                  <a:gd name="connsiteX373" fmla="*/ 341055 w 697289"/>
                  <a:gd name="connsiteY373" fmla="*/ 409092 h 436036"/>
                  <a:gd name="connsiteX374" fmla="*/ 342469 w 697289"/>
                  <a:gd name="connsiteY374" fmla="*/ 403776 h 436036"/>
                  <a:gd name="connsiteX375" fmla="*/ 346070 w 697289"/>
                  <a:gd name="connsiteY375" fmla="*/ 396611 h 436036"/>
                  <a:gd name="connsiteX376" fmla="*/ 351623 w 697289"/>
                  <a:gd name="connsiteY376" fmla="*/ 395299 h 436036"/>
                  <a:gd name="connsiteX377" fmla="*/ 362393 w 697289"/>
                  <a:gd name="connsiteY377" fmla="*/ 394660 h 436036"/>
                  <a:gd name="connsiteX378" fmla="*/ 365859 w 697289"/>
                  <a:gd name="connsiteY378" fmla="*/ 392373 h 436036"/>
                  <a:gd name="connsiteX379" fmla="*/ 364008 w 697289"/>
                  <a:gd name="connsiteY379" fmla="*/ 388773 h 436036"/>
                  <a:gd name="connsiteX380" fmla="*/ 364984 w 697289"/>
                  <a:gd name="connsiteY380" fmla="*/ 382785 h 436036"/>
                  <a:gd name="connsiteX381" fmla="*/ 368585 w 697289"/>
                  <a:gd name="connsiteY381" fmla="*/ 378210 h 436036"/>
                  <a:gd name="connsiteX382" fmla="*/ 369898 w 697289"/>
                  <a:gd name="connsiteY382" fmla="*/ 372996 h 436036"/>
                  <a:gd name="connsiteX383" fmla="*/ 370537 w 697289"/>
                  <a:gd name="connsiteY383" fmla="*/ 369195 h 436036"/>
                  <a:gd name="connsiteX384" fmla="*/ 370537 w 697289"/>
                  <a:gd name="connsiteY384" fmla="*/ 363207 h 436036"/>
                  <a:gd name="connsiteX385" fmla="*/ 370907 w 697289"/>
                  <a:gd name="connsiteY385" fmla="*/ 359507 h 436036"/>
                  <a:gd name="connsiteX386" fmla="*/ 373229 w 697289"/>
                  <a:gd name="connsiteY386" fmla="*/ 354057 h 436036"/>
                  <a:gd name="connsiteX387" fmla="*/ 382148 w 697289"/>
                  <a:gd name="connsiteY387" fmla="*/ 353284 h 436036"/>
                  <a:gd name="connsiteX388" fmla="*/ 388239 w 697289"/>
                  <a:gd name="connsiteY388" fmla="*/ 351871 h 436036"/>
                  <a:gd name="connsiteX389" fmla="*/ 394230 w 697289"/>
                  <a:gd name="connsiteY389" fmla="*/ 349045 h 436036"/>
                  <a:gd name="connsiteX390" fmla="*/ 399009 w 697289"/>
                  <a:gd name="connsiteY390" fmla="*/ 345344 h 436036"/>
                  <a:gd name="connsiteX391" fmla="*/ 407927 w 697289"/>
                  <a:gd name="connsiteY391" fmla="*/ 343932 h 436036"/>
                  <a:gd name="connsiteX392" fmla="*/ 417822 w 697289"/>
                  <a:gd name="connsiteY392" fmla="*/ 343932 h 436036"/>
                  <a:gd name="connsiteX393" fmla="*/ 419774 w 697289"/>
                  <a:gd name="connsiteY393" fmla="*/ 345546 h 436036"/>
                  <a:gd name="connsiteX394" fmla="*/ 420312 w 697289"/>
                  <a:gd name="connsiteY394" fmla="*/ 342182 h 436036"/>
                  <a:gd name="connsiteX395" fmla="*/ 421288 w 697289"/>
                  <a:gd name="connsiteY395" fmla="*/ 333941 h 436036"/>
                  <a:gd name="connsiteX396" fmla="*/ 423240 w 697289"/>
                  <a:gd name="connsiteY396" fmla="*/ 327650 h 436036"/>
                  <a:gd name="connsiteX397" fmla="*/ 426504 w 697289"/>
                  <a:gd name="connsiteY397" fmla="*/ 320821 h 436036"/>
                  <a:gd name="connsiteX398" fmla="*/ 433034 w 697289"/>
                  <a:gd name="connsiteY398" fmla="*/ 313757 h 436036"/>
                  <a:gd name="connsiteX399" fmla="*/ 436601 w 697289"/>
                  <a:gd name="connsiteY399" fmla="*/ 310494 h 436036"/>
                  <a:gd name="connsiteX400" fmla="*/ 439091 w 697289"/>
                  <a:gd name="connsiteY400" fmla="*/ 306692 h 436036"/>
                  <a:gd name="connsiteX401" fmla="*/ 439866 w 697289"/>
                  <a:gd name="connsiteY401" fmla="*/ 298316 h 436036"/>
                  <a:gd name="connsiteX402" fmla="*/ 440640 w 697289"/>
                  <a:gd name="connsiteY402" fmla="*/ 290276 h 436036"/>
                  <a:gd name="connsiteX403" fmla="*/ 443130 w 697289"/>
                  <a:gd name="connsiteY403" fmla="*/ 285836 h 436036"/>
                  <a:gd name="connsiteX404" fmla="*/ 446394 w 697289"/>
                  <a:gd name="connsiteY404" fmla="*/ 284759 h 436036"/>
                  <a:gd name="connsiteX405" fmla="*/ 451712 w 697289"/>
                  <a:gd name="connsiteY405" fmla="*/ 284759 h 436036"/>
                  <a:gd name="connsiteX406" fmla="*/ 458342 w 697289"/>
                  <a:gd name="connsiteY406" fmla="*/ 284860 h 436036"/>
                  <a:gd name="connsiteX407" fmla="*/ 465611 w 697289"/>
                  <a:gd name="connsiteY407" fmla="*/ 284860 h 436036"/>
                  <a:gd name="connsiteX408" fmla="*/ 464635 w 697289"/>
                  <a:gd name="connsiteY408" fmla="*/ 278132 h 436036"/>
                  <a:gd name="connsiteX409" fmla="*/ 462683 w 697289"/>
                  <a:gd name="connsiteY409" fmla="*/ 273120 h 436036"/>
                  <a:gd name="connsiteX410" fmla="*/ 462784 w 697289"/>
                  <a:gd name="connsiteY410" fmla="*/ 267368 h 436036"/>
                  <a:gd name="connsiteX411" fmla="*/ 464837 w 697289"/>
                  <a:gd name="connsiteY411" fmla="*/ 267166 h 436036"/>
                  <a:gd name="connsiteX412" fmla="*/ 470155 w 697289"/>
                  <a:gd name="connsiteY412" fmla="*/ 269554 h 436036"/>
                  <a:gd name="connsiteX413" fmla="*/ 474395 w 697289"/>
                  <a:gd name="connsiteY413" fmla="*/ 269453 h 436036"/>
                  <a:gd name="connsiteX414" fmla="*/ 475910 w 697289"/>
                  <a:gd name="connsiteY414" fmla="*/ 265013 h 436036"/>
                  <a:gd name="connsiteX415" fmla="*/ 476011 w 697289"/>
                  <a:gd name="connsiteY415" fmla="*/ 260337 h 436036"/>
                  <a:gd name="connsiteX416" fmla="*/ 473958 w 697289"/>
                  <a:gd name="connsiteY416" fmla="*/ 254686 h 436036"/>
                  <a:gd name="connsiteX417" fmla="*/ 474832 w 697289"/>
                  <a:gd name="connsiteY417" fmla="*/ 250447 h 436036"/>
                  <a:gd name="connsiteX418" fmla="*/ 477861 w 697289"/>
                  <a:gd name="connsiteY418" fmla="*/ 247823 h 436036"/>
                  <a:gd name="connsiteX419" fmla="*/ 480352 w 697289"/>
                  <a:gd name="connsiteY419" fmla="*/ 245233 h 436036"/>
                  <a:gd name="connsiteX420" fmla="*/ 485131 w 697289"/>
                  <a:gd name="connsiteY420" fmla="*/ 245771 h 436036"/>
                  <a:gd name="connsiteX421" fmla="*/ 487958 w 697289"/>
                  <a:gd name="connsiteY421" fmla="*/ 247958 h 436036"/>
                  <a:gd name="connsiteX422" fmla="*/ 490684 w 697289"/>
                  <a:gd name="connsiteY422" fmla="*/ 248294 h 436036"/>
                  <a:gd name="connsiteX423" fmla="*/ 492198 w 697289"/>
                  <a:gd name="connsiteY423" fmla="*/ 246545 h 436036"/>
                  <a:gd name="connsiteX424" fmla="*/ 493275 w 697289"/>
                  <a:gd name="connsiteY424" fmla="*/ 242104 h 436036"/>
                  <a:gd name="connsiteX425" fmla="*/ 493814 w 697289"/>
                  <a:gd name="connsiteY425" fmla="*/ 237563 h 436036"/>
                  <a:gd name="connsiteX426" fmla="*/ 491323 w 697289"/>
                  <a:gd name="connsiteY426" fmla="*/ 236049 h 436036"/>
                  <a:gd name="connsiteX427" fmla="*/ 488294 w 697289"/>
                  <a:gd name="connsiteY427" fmla="*/ 234838 h 436036"/>
                  <a:gd name="connsiteX428" fmla="*/ 486982 w 697289"/>
                  <a:gd name="connsiteY428" fmla="*/ 231474 h 436036"/>
                  <a:gd name="connsiteX429" fmla="*/ 486746 w 697289"/>
                  <a:gd name="connsiteY429" fmla="*/ 226698 h 436036"/>
                  <a:gd name="connsiteX430" fmla="*/ 485871 w 697289"/>
                  <a:gd name="connsiteY430" fmla="*/ 225924 h 436036"/>
                  <a:gd name="connsiteX431" fmla="*/ 483145 w 697289"/>
                  <a:gd name="connsiteY431" fmla="*/ 225722 h 436036"/>
                  <a:gd name="connsiteX432" fmla="*/ 480116 w 697289"/>
                  <a:gd name="connsiteY432" fmla="*/ 224545 h 436036"/>
                  <a:gd name="connsiteX433" fmla="*/ 478366 w 697289"/>
                  <a:gd name="connsiteY433" fmla="*/ 223031 h 436036"/>
                  <a:gd name="connsiteX434" fmla="*/ 477356 w 697289"/>
                  <a:gd name="connsiteY434" fmla="*/ 221517 h 436036"/>
                  <a:gd name="connsiteX435" fmla="*/ 477020 w 697289"/>
                  <a:gd name="connsiteY435" fmla="*/ 220440 h 436036"/>
                  <a:gd name="connsiteX436" fmla="*/ 476381 w 697289"/>
                  <a:gd name="connsiteY436" fmla="*/ 218489 h 436036"/>
                  <a:gd name="connsiteX437" fmla="*/ 474967 w 697289"/>
                  <a:gd name="connsiteY437" fmla="*/ 215462 h 436036"/>
                  <a:gd name="connsiteX438" fmla="*/ 475506 w 697289"/>
                  <a:gd name="connsiteY438" fmla="*/ 212199 h 436036"/>
                  <a:gd name="connsiteX439" fmla="*/ 477121 w 697289"/>
                  <a:gd name="connsiteY439" fmla="*/ 211324 h 436036"/>
                  <a:gd name="connsiteX440" fmla="*/ 480150 w 697289"/>
                  <a:gd name="connsiteY440" fmla="*/ 211526 h 436036"/>
                  <a:gd name="connsiteX441" fmla="*/ 482539 w 697289"/>
                  <a:gd name="connsiteY441" fmla="*/ 214251 h 436036"/>
                  <a:gd name="connsiteX442" fmla="*/ 485131 w 697289"/>
                  <a:gd name="connsiteY442" fmla="*/ 216303 h 436036"/>
                  <a:gd name="connsiteX443" fmla="*/ 488160 w 697289"/>
                  <a:gd name="connsiteY443" fmla="*/ 217177 h 436036"/>
                  <a:gd name="connsiteX444" fmla="*/ 489775 w 697289"/>
                  <a:gd name="connsiteY444" fmla="*/ 216841 h 436036"/>
                  <a:gd name="connsiteX445" fmla="*/ 491424 w 697289"/>
                  <a:gd name="connsiteY445" fmla="*/ 215428 h 436036"/>
                  <a:gd name="connsiteX446" fmla="*/ 491963 w 697289"/>
                  <a:gd name="connsiteY446" fmla="*/ 213578 h 436036"/>
                  <a:gd name="connsiteX447" fmla="*/ 493477 w 697289"/>
                  <a:gd name="connsiteY447" fmla="*/ 211291 h 436036"/>
                  <a:gd name="connsiteX448" fmla="*/ 494352 w 697289"/>
                  <a:gd name="connsiteY448" fmla="*/ 210517 h 436036"/>
                  <a:gd name="connsiteX449" fmla="*/ 497078 w 697289"/>
                  <a:gd name="connsiteY449" fmla="*/ 209440 h 436036"/>
                  <a:gd name="connsiteX450" fmla="*/ 498054 w 697289"/>
                  <a:gd name="connsiteY450" fmla="*/ 211930 h 436036"/>
                  <a:gd name="connsiteX451" fmla="*/ 498155 w 697289"/>
                  <a:gd name="connsiteY451" fmla="*/ 214116 h 436036"/>
                  <a:gd name="connsiteX452" fmla="*/ 498054 w 697289"/>
                  <a:gd name="connsiteY452" fmla="*/ 218456 h 436036"/>
                  <a:gd name="connsiteX453" fmla="*/ 497516 w 697289"/>
                  <a:gd name="connsiteY453" fmla="*/ 221281 h 436036"/>
                  <a:gd name="connsiteX454" fmla="*/ 495766 w 697289"/>
                  <a:gd name="connsiteY454" fmla="*/ 223771 h 436036"/>
                  <a:gd name="connsiteX455" fmla="*/ 495530 w 697289"/>
                  <a:gd name="connsiteY455" fmla="*/ 226698 h 436036"/>
                  <a:gd name="connsiteX456" fmla="*/ 495530 w 697289"/>
                  <a:gd name="connsiteY456" fmla="*/ 230600 h 436036"/>
                  <a:gd name="connsiteX457" fmla="*/ 496506 w 697289"/>
                  <a:gd name="connsiteY457" fmla="*/ 233964 h 436036"/>
                  <a:gd name="connsiteX458" fmla="*/ 501083 w 697289"/>
                  <a:gd name="connsiteY458" fmla="*/ 234838 h 436036"/>
                  <a:gd name="connsiteX459" fmla="*/ 505122 w 697289"/>
                  <a:gd name="connsiteY459" fmla="*/ 234300 h 436036"/>
                  <a:gd name="connsiteX460" fmla="*/ 506199 w 697289"/>
                  <a:gd name="connsiteY460" fmla="*/ 232248 h 436036"/>
                  <a:gd name="connsiteX461" fmla="*/ 509800 w 697289"/>
                  <a:gd name="connsiteY461" fmla="*/ 228548 h 436036"/>
                  <a:gd name="connsiteX462" fmla="*/ 513064 w 697289"/>
                  <a:gd name="connsiteY462" fmla="*/ 225957 h 436036"/>
                  <a:gd name="connsiteX463" fmla="*/ 516228 w 697289"/>
                  <a:gd name="connsiteY463" fmla="*/ 224107 h 436036"/>
                  <a:gd name="connsiteX464" fmla="*/ 519391 w 697289"/>
                  <a:gd name="connsiteY464" fmla="*/ 222694 h 436036"/>
                  <a:gd name="connsiteX465" fmla="*/ 522858 w 697289"/>
                  <a:gd name="connsiteY465" fmla="*/ 222156 h 436036"/>
                  <a:gd name="connsiteX466" fmla="*/ 528074 w 697289"/>
                  <a:gd name="connsiteY466" fmla="*/ 221954 h 436036"/>
                  <a:gd name="connsiteX467" fmla="*/ 531002 w 697289"/>
                  <a:gd name="connsiteY467" fmla="*/ 220205 h 436036"/>
                  <a:gd name="connsiteX468" fmla="*/ 532079 w 697289"/>
                  <a:gd name="connsiteY468" fmla="*/ 217817 h 436036"/>
                  <a:gd name="connsiteX469" fmla="*/ 532516 w 697289"/>
                  <a:gd name="connsiteY469" fmla="*/ 214015 h 436036"/>
                  <a:gd name="connsiteX470" fmla="*/ 531742 w 697289"/>
                  <a:gd name="connsiteY470" fmla="*/ 210315 h 436036"/>
                  <a:gd name="connsiteX471" fmla="*/ 530093 w 697289"/>
                  <a:gd name="connsiteY471" fmla="*/ 203251 h 436036"/>
                  <a:gd name="connsiteX472" fmla="*/ 529017 w 697289"/>
                  <a:gd name="connsiteY472" fmla="*/ 199113 h 436036"/>
                  <a:gd name="connsiteX473" fmla="*/ 526829 w 697289"/>
                  <a:gd name="connsiteY473" fmla="*/ 193663 h 436036"/>
                  <a:gd name="connsiteX474" fmla="*/ 526829 w 697289"/>
                  <a:gd name="connsiteY474" fmla="*/ 184110 h 436036"/>
                  <a:gd name="connsiteX475" fmla="*/ 527704 w 697289"/>
                  <a:gd name="connsiteY475" fmla="*/ 180645 h 436036"/>
                  <a:gd name="connsiteX476" fmla="*/ 532920 w 697289"/>
                  <a:gd name="connsiteY476" fmla="*/ 180645 h 436036"/>
                  <a:gd name="connsiteX477" fmla="*/ 536185 w 697289"/>
                  <a:gd name="connsiteY477" fmla="*/ 183908 h 436036"/>
                  <a:gd name="connsiteX478" fmla="*/ 540089 w 697289"/>
                  <a:gd name="connsiteY478" fmla="*/ 187608 h 436036"/>
                  <a:gd name="connsiteX479" fmla="*/ 543118 w 697289"/>
                  <a:gd name="connsiteY479" fmla="*/ 188920 h 436036"/>
                  <a:gd name="connsiteX480" fmla="*/ 546382 w 697289"/>
                  <a:gd name="connsiteY480" fmla="*/ 190434 h 436036"/>
                  <a:gd name="connsiteX481" fmla="*/ 547257 w 697289"/>
                  <a:gd name="connsiteY481" fmla="*/ 186296 h 436036"/>
                  <a:gd name="connsiteX482" fmla="*/ 545305 w 697289"/>
                  <a:gd name="connsiteY482" fmla="*/ 181721 h 436036"/>
                  <a:gd name="connsiteX483" fmla="*/ 546180 w 697289"/>
                  <a:gd name="connsiteY483" fmla="*/ 176709 h 436036"/>
                  <a:gd name="connsiteX484" fmla="*/ 546618 w 697289"/>
                  <a:gd name="connsiteY484" fmla="*/ 173681 h 436036"/>
                  <a:gd name="connsiteX485" fmla="*/ 548132 w 697289"/>
                  <a:gd name="connsiteY485" fmla="*/ 172168 h 436036"/>
                  <a:gd name="connsiteX486" fmla="*/ 549647 w 697289"/>
                  <a:gd name="connsiteY486" fmla="*/ 169981 h 436036"/>
                  <a:gd name="connsiteX487" fmla="*/ 546820 w 697289"/>
                  <a:gd name="connsiteY487" fmla="*/ 168467 h 436036"/>
                  <a:gd name="connsiteX488" fmla="*/ 541166 w 697289"/>
                  <a:gd name="connsiteY488" fmla="*/ 168467 h 436036"/>
                  <a:gd name="connsiteX489" fmla="*/ 533122 w 697289"/>
                  <a:gd name="connsiteY489" fmla="*/ 168366 h 436036"/>
                  <a:gd name="connsiteX490" fmla="*/ 527704 w 697289"/>
                  <a:gd name="connsiteY490" fmla="*/ 166314 h 436036"/>
                  <a:gd name="connsiteX491" fmla="*/ 525954 w 697289"/>
                  <a:gd name="connsiteY491" fmla="*/ 160461 h 436036"/>
                  <a:gd name="connsiteX492" fmla="*/ 530531 w 697289"/>
                  <a:gd name="connsiteY492" fmla="*/ 156559 h 436036"/>
                  <a:gd name="connsiteX493" fmla="*/ 534670 w 697289"/>
                  <a:gd name="connsiteY493" fmla="*/ 156323 h 436036"/>
                  <a:gd name="connsiteX494" fmla="*/ 538137 w 697289"/>
                  <a:gd name="connsiteY494" fmla="*/ 156323 h 436036"/>
                  <a:gd name="connsiteX495" fmla="*/ 543791 w 697289"/>
                  <a:gd name="connsiteY495" fmla="*/ 157736 h 436036"/>
                  <a:gd name="connsiteX496" fmla="*/ 545541 w 697289"/>
                  <a:gd name="connsiteY496" fmla="*/ 160226 h 436036"/>
                  <a:gd name="connsiteX497" fmla="*/ 551430 w 697289"/>
                  <a:gd name="connsiteY497" fmla="*/ 160427 h 436036"/>
                  <a:gd name="connsiteX498" fmla="*/ 558161 w 697289"/>
                  <a:gd name="connsiteY498" fmla="*/ 155651 h 436036"/>
                  <a:gd name="connsiteX499" fmla="*/ 561628 w 697289"/>
                  <a:gd name="connsiteY499" fmla="*/ 149360 h 436036"/>
                  <a:gd name="connsiteX500" fmla="*/ 568359 w 697289"/>
                  <a:gd name="connsiteY500" fmla="*/ 148485 h 436036"/>
                  <a:gd name="connsiteX501" fmla="*/ 574652 w 697289"/>
                  <a:gd name="connsiteY501" fmla="*/ 147409 h 436036"/>
                  <a:gd name="connsiteX502" fmla="*/ 583571 w 697289"/>
                  <a:gd name="connsiteY502" fmla="*/ 143708 h 436036"/>
                  <a:gd name="connsiteX503" fmla="*/ 589426 w 697289"/>
                  <a:gd name="connsiteY503" fmla="*/ 143271 h 436036"/>
                  <a:gd name="connsiteX504" fmla="*/ 589426 w 697289"/>
                  <a:gd name="connsiteY504" fmla="*/ 137182 h 436036"/>
                  <a:gd name="connsiteX505" fmla="*/ 588013 w 697289"/>
                  <a:gd name="connsiteY505" fmla="*/ 132406 h 436036"/>
                  <a:gd name="connsiteX506" fmla="*/ 589225 w 697289"/>
                  <a:gd name="connsiteY506" fmla="*/ 127191 h 436036"/>
                  <a:gd name="connsiteX507" fmla="*/ 595316 w 697289"/>
                  <a:gd name="connsiteY507" fmla="*/ 127831 h 436036"/>
                  <a:gd name="connsiteX508" fmla="*/ 602047 w 697289"/>
                  <a:gd name="connsiteY508" fmla="*/ 126956 h 436036"/>
                  <a:gd name="connsiteX509" fmla="*/ 599658 w 697289"/>
                  <a:gd name="connsiteY509" fmla="*/ 131733 h 436036"/>
                  <a:gd name="connsiteX510" fmla="*/ 594643 w 697289"/>
                  <a:gd name="connsiteY510" fmla="*/ 134121 h 436036"/>
                  <a:gd name="connsiteX511" fmla="*/ 593330 w 697289"/>
                  <a:gd name="connsiteY511" fmla="*/ 138696 h 436036"/>
                  <a:gd name="connsiteX512" fmla="*/ 597907 w 697289"/>
                  <a:gd name="connsiteY512" fmla="*/ 143473 h 436036"/>
                  <a:gd name="connsiteX513" fmla="*/ 601609 w 697289"/>
                  <a:gd name="connsiteY513" fmla="*/ 144112 h 436036"/>
                  <a:gd name="connsiteX514" fmla="*/ 605513 w 697289"/>
                  <a:gd name="connsiteY514" fmla="*/ 144549 h 436036"/>
                  <a:gd name="connsiteX515" fmla="*/ 608105 w 697289"/>
                  <a:gd name="connsiteY515" fmla="*/ 143675 h 436036"/>
                  <a:gd name="connsiteX516" fmla="*/ 609215 w 697289"/>
                  <a:gd name="connsiteY516" fmla="*/ 141085 h 436036"/>
                  <a:gd name="connsiteX517" fmla="*/ 608340 w 697289"/>
                  <a:gd name="connsiteY517" fmla="*/ 136745 h 436036"/>
                  <a:gd name="connsiteX518" fmla="*/ 610292 w 697289"/>
                  <a:gd name="connsiteY518" fmla="*/ 132607 h 436036"/>
                  <a:gd name="connsiteX519" fmla="*/ 614432 w 697289"/>
                  <a:gd name="connsiteY519" fmla="*/ 128268 h 436036"/>
                  <a:gd name="connsiteX520" fmla="*/ 615946 w 697289"/>
                  <a:gd name="connsiteY520" fmla="*/ 125442 h 436036"/>
                  <a:gd name="connsiteX521" fmla="*/ 619446 w 697289"/>
                  <a:gd name="connsiteY521" fmla="*/ 122415 h 436036"/>
                  <a:gd name="connsiteX522" fmla="*/ 622913 w 697289"/>
                  <a:gd name="connsiteY522" fmla="*/ 120901 h 436036"/>
                  <a:gd name="connsiteX523" fmla="*/ 627490 w 697289"/>
                  <a:gd name="connsiteY523" fmla="*/ 117873 h 436036"/>
                  <a:gd name="connsiteX524" fmla="*/ 629442 w 697289"/>
                  <a:gd name="connsiteY524" fmla="*/ 116124 h 436036"/>
                  <a:gd name="connsiteX525" fmla="*/ 632033 w 697289"/>
                  <a:gd name="connsiteY525" fmla="*/ 112659 h 436036"/>
                  <a:gd name="connsiteX526" fmla="*/ 637485 w 697289"/>
                  <a:gd name="connsiteY526" fmla="*/ 115922 h 436036"/>
                  <a:gd name="connsiteX527" fmla="*/ 644014 w 697289"/>
                  <a:gd name="connsiteY527" fmla="*/ 116999 h 436036"/>
                  <a:gd name="connsiteX528" fmla="*/ 645764 w 697289"/>
                  <a:gd name="connsiteY528" fmla="*/ 116763 h 436036"/>
                  <a:gd name="connsiteX529" fmla="*/ 647952 w 697289"/>
                  <a:gd name="connsiteY529" fmla="*/ 114375 h 436036"/>
                  <a:gd name="connsiteX530" fmla="*/ 650543 w 697289"/>
                  <a:gd name="connsiteY530" fmla="*/ 108723 h 436036"/>
                  <a:gd name="connsiteX531" fmla="*/ 650981 w 697289"/>
                  <a:gd name="connsiteY531" fmla="*/ 102870 h 436036"/>
                  <a:gd name="connsiteX532" fmla="*/ 651418 w 697289"/>
                  <a:gd name="connsiteY532" fmla="*/ 100482 h 436036"/>
                  <a:gd name="connsiteX533" fmla="*/ 655558 w 697289"/>
                  <a:gd name="connsiteY533" fmla="*/ 100280 h 436036"/>
                  <a:gd name="connsiteX534" fmla="*/ 657072 w 697289"/>
                  <a:gd name="connsiteY534" fmla="*/ 105494 h 436036"/>
                  <a:gd name="connsiteX535" fmla="*/ 658149 w 697289"/>
                  <a:gd name="connsiteY535" fmla="*/ 113298 h 436036"/>
                  <a:gd name="connsiteX536" fmla="*/ 659226 w 697289"/>
                  <a:gd name="connsiteY536" fmla="*/ 118075 h 436036"/>
                  <a:gd name="connsiteX537" fmla="*/ 660976 w 697289"/>
                  <a:gd name="connsiteY537" fmla="*/ 124803 h 436036"/>
                  <a:gd name="connsiteX538" fmla="*/ 666832 w 697289"/>
                  <a:gd name="connsiteY538" fmla="*/ 127393 h 436036"/>
                  <a:gd name="connsiteX539" fmla="*/ 672688 w 697289"/>
                  <a:gd name="connsiteY539" fmla="*/ 128268 h 436036"/>
                  <a:gd name="connsiteX540" fmla="*/ 676827 w 697289"/>
                  <a:gd name="connsiteY540" fmla="*/ 125240 h 436036"/>
                  <a:gd name="connsiteX541" fmla="*/ 683356 w 697289"/>
                  <a:gd name="connsiteY541" fmla="*/ 120026 h 436036"/>
                  <a:gd name="connsiteX542" fmla="*/ 685982 w 697289"/>
                  <a:gd name="connsiteY542" fmla="*/ 118277 h 436036"/>
                  <a:gd name="connsiteX543" fmla="*/ 688808 w 697289"/>
                  <a:gd name="connsiteY543" fmla="*/ 115687 h 436036"/>
                  <a:gd name="connsiteX544" fmla="*/ 690323 w 697289"/>
                  <a:gd name="connsiteY544" fmla="*/ 113736 h 436036"/>
                  <a:gd name="connsiteX545" fmla="*/ 690323 w 697289"/>
                  <a:gd name="connsiteY545" fmla="*/ 111112 h 436036"/>
                  <a:gd name="connsiteX546" fmla="*/ 688270 w 697289"/>
                  <a:gd name="connsiteY546" fmla="*/ 107647 h 436036"/>
                  <a:gd name="connsiteX547" fmla="*/ 690323 w 697289"/>
                  <a:gd name="connsiteY547" fmla="*/ 103072 h 436036"/>
                  <a:gd name="connsiteX548" fmla="*/ 692510 w 697289"/>
                  <a:gd name="connsiteY548" fmla="*/ 101760 h 436036"/>
                  <a:gd name="connsiteX549" fmla="*/ 694261 w 697289"/>
                  <a:gd name="connsiteY549" fmla="*/ 98059 h 436036"/>
                  <a:gd name="connsiteX550" fmla="*/ 690559 w 697289"/>
                  <a:gd name="connsiteY550" fmla="*/ 96108 h 436036"/>
                  <a:gd name="connsiteX551" fmla="*/ 687731 w 697289"/>
                  <a:gd name="connsiteY551" fmla="*/ 96748 h 436036"/>
                  <a:gd name="connsiteX552" fmla="*/ 683828 w 697289"/>
                  <a:gd name="connsiteY552" fmla="*/ 98261 h 436036"/>
                  <a:gd name="connsiteX553" fmla="*/ 678813 w 697289"/>
                  <a:gd name="connsiteY553" fmla="*/ 101087 h 436036"/>
                  <a:gd name="connsiteX554" fmla="*/ 675347 w 697289"/>
                  <a:gd name="connsiteY554" fmla="*/ 101087 h 436036"/>
                  <a:gd name="connsiteX555" fmla="*/ 676659 w 697289"/>
                  <a:gd name="connsiteY555" fmla="*/ 98261 h 436036"/>
                  <a:gd name="connsiteX556" fmla="*/ 677097 w 697289"/>
                  <a:gd name="connsiteY556" fmla="*/ 92845 h 436036"/>
                  <a:gd name="connsiteX557" fmla="*/ 677298 w 697289"/>
                  <a:gd name="connsiteY557" fmla="*/ 89145 h 436036"/>
                  <a:gd name="connsiteX558" fmla="*/ 678611 w 697289"/>
                  <a:gd name="connsiteY558" fmla="*/ 87833 h 436036"/>
                  <a:gd name="connsiteX559" fmla="*/ 681000 w 697289"/>
                  <a:gd name="connsiteY559" fmla="*/ 86319 h 436036"/>
                  <a:gd name="connsiteX560" fmla="*/ 683828 w 697289"/>
                  <a:gd name="connsiteY560" fmla="*/ 84806 h 436036"/>
                  <a:gd name="connsiteX561" fmla="*/ 686856 w 697289"/>
                  <a:gd name="connsiteY561" fmla="*/ 80668 h 436036"/>
                  <a:gd name="connsiteX562" fmla="*/ 686856 w 697289"/>
                  <a:gd name="connsiteY562" fmla="*/ 73704 h 436036"/>
                  <a:gd name="connsiteX563" fmla="*/ 688270 w 697289"/>
                  <a:gd name="connsiteY563" fmla="*/ 68053 h 436036"/>
                  <a:gd name="connsiteX564" fmla="*/ 690356 w 697289"/>
                  <a:gd name="connsiteY564" fmla="*/ 65025 h 436036"/>
                  <a:gd name="connsiteX565" fmla="*/ 692948 w 697289"/>
                  <a:gd name="connsiteY565" fmla="*/ 60248 h 436036"/>
                  <a:gd name="connsiteX566" fmla="*/ 696212 w 697289"/>
                  <a:gd name="connsiteY566" fmla="*/ 56346 h 436036"/>
                  <a:gd name="connsiteX567" fmla="*/ 697290 w 697289"/>
                  <a:gd name="connsiteY567" fmla="*/ 54597 h 436036"/>
                  <a:gd name="connsiteX568" fmla="*/ 697290 w 697289"/>
                  <a:gd name="connsiteY568" fmla="*/ 51771 h 436036"/>
                  <a:gd name="connsiteX569" fmla="*/ 695977 w 697289"/>
                  <a:gd name="connsiteY569" fmla="*/ 49820 h 43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697289" h="436036">
                    <a:moveTo>
                      <a:pt x="695977" y="49820"/>
                    </a:moveTo>
                    <a:lnTo>
                      <a:pt x="693688" y="49618"/>
                    </a:lnTo>
                    <a:lnTo>
                      <a:pt x="689347" y="51368"/>
                    </a:lnTo>
                    <a:cubicBezTo>
                      <a:pt x="689347" y="51368"/>
                      <a:pt x="686957" y="51805"/>
                      <a:pt x="686318" y="52007"/>
                    </a:cubicBezTo>
                    <a:cubicBezTo>
                      <a:pt x="685678" y="52209"/>
                      <a:pt x="680025" y="55270"/>
                      <a:pt x="680025" y="55270"/>
                    </a:cubicBezTo>
                    <a:cubicBezTo>
                      <a:pt x="680025" y="55270"/>
                      <a:pt x="676121" y="57221"/>
                      <a:pt x="675448" y="57221"/>
                    </a:cubicBezTo>
                    <a:cubicBezTo>
                      <a:pt x="674808" y="57221"/>
                      <a:pt x="668279" y="58096"/>
                      <a:pt x="667404" y="58096"/>
                    </a:cubicBezTo>
                    <a:cubicBezTo>
                      <a:pt x="666529" y="58096"/>
                      <a:pt x="662625" y="56582"/>
                      <a:pt x="662625" y="56582"/>
                    </a:cubicBezTo>
                    <a:lnTo>
                      <a:pt x="662625" y="49618"/>
                    </a:lnTo>
                    <a:lnTo>
                      <a:pt x="662625" y="44169"/>
                    </a:lnTo>
                    <a:lnTo>
                      <a:pt x="658721" y="41141"/>
                    </a:lnTo>
                    <a:lnTo>
                      <a:pt x="655894" y="43765"/>
                    </a:lnTo>
                    <a:lnTo>
                      <a:pt x="651317" y="45279"/>
                    </a:lnTo>
                    <a:lnTo>
                      <a:pt x="648928" y="42251"/>
                    </a:lnTo>
                    <a:lnTo>
                      <a:pt x="647178" y="38988"/>
                    </a:lnTo>
                    <a:lnTo>
                      <a:pt x="642029" y="39056"/>
                    </a:lnTo>
                    <a:lnTo>
                      <a:pt x="638057" y="39863"/>
                    </a:lnTo>
                    <a:cubicBezTo>
                      <a:pt x="638057" y="39863"/>
                      <a:pt x="633716" y="42184"/>
                      <a:pt x="633480" y="42251"/>
                    </a:cubicBezTo>
                    <a:cubicBezTo>
                      <a:pt x="633278" y="42319"/>
                      <a:pt x="630081" y="44068"/>
                      <a:pt x="629778" y="44135"/>
                    </a:cubicBezTo>
                    <a:cubicBezTo>
                      <a:pt x="629475" y="44203"/>
                      <a:pt x="627086" y="47533"/>
                      <a:pt x="627086" y="47533"/>
                    </a:cubicBezTo>
                    <a:lnTo>
                      <a:pt x="624562" y="51738"/>
                    </a:lnTo>
                    <a:lnTo>
                      <a:pt x="623485" y="53992"/>
                    </a:lnTo>
                    <a:lnTo>
                      <a:pt x="619345" y="53992"/>
                    </a:lnTo>
                    <a:lnTo>
                      <a:pt x="614331" y="54631"/>
                    </a:lnTo>
                    <a:lnTo>
                      <a:pt x="609350" y="55505"/>
                    </a:lnTo>
                    <a:lnTo>
                      <a:pt x="605446" y="56380"/>
                    </a:lnTo>
                    <a:lnTo>
                      <a:pt x="601307" y="57457"/>
                    </a:lnTo>
                    <a:lnTo>
                      <a:pt x="598042" y="58970"/>
                    </a:lnTo>
                    <a:lnTo>
                      <a:pt x="594138" y="59172"/>
                    </a:lnTo>
                    <a:lnTo>
                      <a:pt x="588686" y="58533"/>
                    </a:lnTo>
                    <a:lnTo>
                      <a:pt x="585657" y="55909"/>
                    </a:lnTo>
                    <a:lnTo>
                      <a:pt x="583469" y="53756"/>
                    </a:lnTo>
                    <a:lnTo>
                      <a:pt x="581518" y="50930"/>
                    </a:lnTo>
                    <a:lnTo>
                      <a:pt x="579128" y="47903"/>
                    </a:lnTo>
                    <a:lnTo>
                      <a:pt x="577378" y="44438"/>
                    </a:lnTo>
                    <a:lnTo>
                      <a:pt x="577378" y="40973"/>
                    </a:lnTo>
                    <a:lnTo>
                      <a:pt x="577378" y="37710"/>
                    </a:lnTo>
                    <a:lnTo>
                      <a:pt x="575662" y="37508"/>
                    </a:lnTo>
                    <a:lnTo>
                      <a:pt x="573912" y="38147"/>
                    </a:lnTo>
                    <a:lnTo>
                      <a:pt x="572162" y="40973"/>
                    </a:lnTo>
                    <a:lnTo>
                      <a:pt x="572162" y="44001"/>
                    </a:lnTo>
                    <a:lnTo>
                      <a:pt x="571287" y="48777"/>
                    </a:lnTo>
                    <a:lnTo>
                      <a:pt x="567147" y="48777"/>
                    </a:lnTo>
                    <a:lnTo>
                      <a:pt x="564959" y="48004"/>
                    </a:lnTo>
                    <a:lnTo>
                      <a:pt x="560618" y="44842"/>
                    </a:lnTo>
                    <a:lnTo>
                      <a:pt x="555839" y="44203"/>
                    </a:lnTo>
                    <a:lnTo>
                      <a:pt x="553652" y="41579"/>
                    </a:lnTo>
                    <a:lnTo>
                      <a:pt x="554729" y="35725"/>
                    </a:lnTo>
                    <a:lnTo>
                      <a:pt x="554729" y="33976"/>
                    </a:lnTo>
                    <a:lnTo>
                      <a:pt x="552878" y="30074"/>
                    </a:lnTo>
                    <a:lnTo>
                      <a:pt x="549950" y="29637"/>
                    </a:lnTo>
                    <a:lnTo>
                      <a:pt x="547123" y="29199"/>
                    </a:lnTo>
                    <a:lnTo>
                      <a:pt x="540829" y="27685"/>
                    </a:lnTo>
                    <a:lnTo>
                      <a:pt x="536488" y="25095"/>
                    </a:lnTo>
                    <a:lnTo>
                      <a:pt x="533425" y="22471"/>
                    </a:lnTo>
                    <a:lnTo>
                      <a:pt x="529084" y="21832"/>
                    </a:lnTo>
                    <a:lnTo>
                      <a:pt x="524305" y="22068"/>
                    </a:lnTo>
                    <a:lnTo>
                      <a:pt x="517136" y="24658"/>
                    </a:lnTo>
                    <a:lnTo>
                      <a:pt x="508218" y="28796"/>
                    </a:lnTo>
                    <a:lnTo>
                      <a:pt x="503641" y="29435"/>
                    </a:lnTo>
                    <a:lnTo>
                      <a:pt x="499939" y="30949"/>
                    </a:lnTo>
                    <a:lnTo>
                      <a:pt x="493208" y="35086"/>
                    </a:lnTo>
                    <a:lnTo>
                      <a:pt x="489304" y="36600"/>
                    </a:lnTo>
                    <a:lnTo>
                      <a:pt x="484525" y="38349"/>
                    </a:lnTo>
                    <a:lnTo>
                      <a:pt x="479948" y="38114"/>
                    </a:lnTo>
                    <a:lnTo>
                      <a:pt x="475169" y="39190"/>
                    </a:lnTo>
                    <a:lnTo>
                      <a:pt x="471904" y="42218"/>
                    </a:lnTo>
                    <a:lnTo>
                      <a:pt x="473857" y="45918"/>
                    </a:lnTo>
                    <a:lnTo>
                      <a:pt x="477121" y="46793"/>
                    </a:lnTo>
                    <a:lnTo>
                      <a:pt x="479948" y="49618"/>
                    </a:lnTo>
                    <a:lnTo>
                      <a:pt x="479948" y="52007"/>
                    </a:lnTo>
                    <a:lnTo>
                      <a:pt x="476347" y="56784"/>
                    </a:lnTo>
                    <a:lnTo>
                      <a:pt x="470356" y="64184"/>
                    </a:lnTo>
                    <a:lnTo>
                      <a:pt x="463390" y="70912"/>
                    </a:lnTo>
                    <a:lnTo>
                      <a:pt x="456861" y="76564"/>
                    </a:lnTo>
                    <a:lnTo>
                      <a:pt x="448616" y="77640"/>
                    </a:lnTo>
                    <a:lnTo>
                      <a:pt x="446664" y="78515"/>
                    </a:lnTo>
                    <a:lnTo>
                      <a:pt x="444510" y="81980"/>
                    </a:lnTo>
                    <a:lnTo>
                      <a:pt x="443837" y="85680"/>
                    </a:lnTo>
                    <a:lnTo>
                      <a:pt x="446024" y="87429"/>
                    </a:lnTo>
                    <a:lnTo>
                      <a:pt x="448649" y="89616"/>
                    </a:lnTo>
                    <a:lnTo>
                      <a:pt x="448649" y="92206"/>
                    </a:lnTo>
                    <a:lnTo>
                      <a:pt x="446798" y="96983"/>
                    </a:lnTo>
                    <a:cubicBezTo>
                      <a:pt x="446798" y="96983"/>
                      <a:pt x="443870" y="101558"/>
                      <a:pt x="443433" y="102197"/>
                    </a:cubicBezTo>
                    <a:cubicBezTo>
                      <a:pt x="442995" y="102836"/>
                      <a:pt x="439731" y="106974"/>
                      <a:pt x="439731" y="106974"/>
                    </a:cubicBezTo>
                    <a:cubicBezTo>
                      <a:pt x="439731" y="106974"/>
                      <a:pt x="433639" y="109362"/>
                      <a:pt x="432764" y="109362"/>
                    </a:cubicBezTo>
                    <a:cubicBezTo>
                      <a:pt x="431890" y="109362"/>
                      <a:pt x="426908" y="109564"/>
                      <a:pt x="426908" y="109564"/>
                    </a:cubicBezTo>
                    <a:lnTo>
                      <a:pt x="417351" y="109564"/>
                    </a:lnTo>
                    <a:lnTo>
                      <a:pt x="410182" y="110102"/>
                    </a:lnTo>
                    <a:lnTo>
                      <a:pt x="403889" y="111953"/>
                    </a:lnTo>
                    <a:lnTo>
                      <a:pt x="400187" y="112592"/>
                    </a:lnTo>
                    <a:cubicBezTo>
                      <a:pt x="400187" y="112592"/>
                      <a:pt x="391941" y="113029"/>
                      <a:pt x="391066" y="112794"/>
                    </a:cubicBezTo>
                    <a:cubicBezTo>
                      <a:pt x="390191" y="112592"/>
                      <a:pt x="384336" y="110843"/>
                      <a:pt x="384336" y="110843"/>
                    </a:cubicBezTo>
                    <a:lnTo>
                      <a:pt x="379119" y="108454"/>
                    </a:lnTo>
                    <a:lnTo>
                      <a:pt x="373902" y="106940"/>
                    </a:lnTo>
                    <a:lnTo>
                      <a:pt x="373902" y="101087"/>
                    </a:lnTo>
                    <a:cubicBezTo>
                      <a:pt x="373902" y="101087"/>
                      <a:pt x="367475" y="97185"/>
                      <a:pt x="366835" y="96748"/>
                    </a:cubicBezTo>
                    <a:cubicBezTo>
                      <a:pt x="366196" y="96310"/>
                      <a:pt x="363234" y="94359"/>
                      <a:pt x="363234" y="94359"/>
                    </a:cubicBezTo>
                    <a:cubicBezTo>
                      <a:pt x="363234" y="94359"/>
                      <a:pt x="356066" y="91331"/>
                      <a:pt x="355191" y="90894"/>
                    </a:cubicBezTo>
                    <a:cubicBezTo>
                      <a:pt x="354316" y="90457"/>
                      <a:pt x="355830" y="87833"/>
                      <a:pt x="355830" y="87833"/>
                    </a:cubicBezTo>
                    <a:lnTo>
                      <a:pt x="356469" y="85007"/>
                    </a:lnTo>
                    <a:lnTo>
                      <a:pt x="362931" y="83191"/>
                    </a:lnTo>
                    <a:lnTo>
                      <a:pt x="362123" y="77035"/>
                    </a:lnTo>
                    <a:lnTo>
                      <a:pt x="361686" y="69230"/>
                    </a:lnTo>
                    <a:lnTo>
                      <a:pt x="361619" y="61998"/>
                    </a:lnTo>
                    <a:lnTo>
                      <a:pt x="362864" y="57423"/>
                    </a:lnTo>
                    <a:lnTo>
                      <a:pt x="363941" y="53352"/>
                    </a:lnTo>
                    <a:lnTo>
                      <a:pt x="367272" y="49955"/>
                    </a:lnTo>
                    <a:lnTo>
                      <a:pt x="369931" y="46389"/>
                    </a:lnTo>
                    <a:lnTo>
                      <a:pt x="370470" y="44034"/>
                    </a:lnTo>
                    <a:cubicBezTo>
                      <a:pt x="370470" y="44034"/>
                      <a:pt x="368518" y="41646"/>
                      <a:pt x="368080" y="41410"/>
                    </a:cubicBezTo>
                    <a:cubicBezTo>
                      <a:pt x="367643" y="41209"/>
                      <a:pt x="364176" y="39998"/>
                      <a:pt x="363840" y="39998"/>
                    </a:cubicBezTo>
                    <a:cubicBezTo>
                      <a:pt x="363503" y="39998"/>
                      <a:pt x="360138" y="38786"/>
                      <a:pt x="360138" y="38786"/>
                    </a:cubicBezTo>
                    <a:lnTo>
                      <a:pt x="359263" y="37575"/>
                    </a:lnTo>
                    <a:lnTo>
                      <a:pt x="359902" y="33875"/>
                    </a:lnTo>
                    <a:lnTo>
                      <a:pt x="359902" y="31386"/>
                    </a:lnTo>
                    <a:lnTo>
                      <a:pt x="361652" y="28661"/>
                    </a:lnTo>
                    <a:lnTo>
                      <a:pt x="361652" y="23447"/>
                    </a:lnTo>
                    <a:lnTo>
                      <a:pt x="361652" y="20857"/>
                    </a:lnTo>
                    <a:lnTo>
                      <a:pt x="360306" y="20083"/>
                    </a:lnTo>
                    <a:lnTo>
                      <a:pt x="355897" y="17795"/>
                    </a:lnTo>
                    <a:lnTo>
                      <a:pt x="352431" y="16921"/>
                    </a:lnTo>
                    <a:lnTo>
                      <a:pt x="350041" y="18132"/>
                    </a:lnTo>
                    <a:lnTo>
                      <a:pt x="347551" y="18334"/>
                    </a:lnTo>
                    <a:lnTo>
                      <a:pt x="346037" y="18535"/>
                    </a:lnTo>
                    <a:cubicBezTo>
                      <a:pt x="346037" y="18535"/>
                      <a:pt x="347214" y="16483"/>
                      <a:pt x="347349" y="16046"/>
                    </a:cubicBezTo>
                    <a:cubicBezTo>
                      <a:pt x="347450" y="15609"/>
                      <a:pt x="348325" y="14196"/>
                      <a:pt x="348325" y="14196"/>
                    </a:cubicBezTo>
                    <a:lnTo>
                      <a:pt x="349301" y="11908"/>
                    </a:lnTo>
                    <a:lnTo>
                      <a:pt x="347887" y="9285"/>
                    </a:lnTo>
                    <a:cubicBezTo>
                      <a:pt x="347887" y="9285"/>
                      <a:pt x="346037" y="7434"/>
                      <a:pt x="345936" y="7098"/>
                    </a:cubicBezTo>
                    <a:cubicBezTo>
                      <a:pt x="345835" y="6762"/>
                      <a:pt x="342570" y="5483"/>
                      <a:pt x="342570" y="5483"/>
                    </a:cubicBezTo>
                    <a:lnTo>
                      <a:pt x="340719" y="5248"/>
                    </a:lnTo>
                    <a:lnTo>
                      <a:pt x="337017" y="5685"/>
                    </a:lnTo>
                    <a:cubicBezTo>
                      <a:pt x="337017" y="5685"/>
                      <a:pt x="335806" y="6459"/>
                      <a:pt x="334964" y="6896"/>
                    </a:cubicBezTo>
                    <a:cubicBezTo>
                      <a:pt x="334089" y="7333"/>
                      <a:pt x="332911" y="9621"/>
                      <a:pt x="332911" y="9621"/>
                    </a:cubicBezTo>
                    <a:lnTo>
                      <a:pt x="331700" y="11673"/>
                    </a:lnTo>
                    <a:lnTo>
                      <a:pt x="329411" y="14061"/>
                    </a:lnTo>
                    <a:cubicBezTo>
                      <a:pt x="329411" y="14061"/>
                      <a:pt x="327897" y="15811"/>
                      <a:pt x="327796" y="16113"/>
                    </a:cubicBezTo>
                    <a:cubicBezTo>
                      <a:pt x="327695" y="16450"/>
                      <a:pt x="326281" y="17863"/>
                      <a:pt x="326281" y="17863"/>
                    </a:cubicBezTo>
                    <a:lnTo>
                      <a:pt x="322041" y="18199"/>
                    </a:lnTo>
                    <a:lnTo>
                      <a:pt x="318574" y="17560"/>
                    </a:lnTo>
                    <a:lnTo>
                      <a:pt x="317397" y="15070"/>
                    </a:lnTo>
                    <a:lnTo>
                      <a:pt x="315882" y="12581"/>
                    </a:lnTo>
                    <a:lnTo>
                      <a:pt x="307132" y="12649"/>
                    </a:lnTo>
                    <a:cubicBezTo>
                      <a:pt x="307132" y="12649"/>
                      <a:pt x="302454" y="12850"/>
                      <a:pt x="302218" y="12985"/>
                    </a:cubicBezTo>
                    <a:cubicBezTo>
                      <a:pt x="302016" y="13086"/>
                      <a:pt x="294646" y="13792"/>
                      <a:pt x="294646" y="13792"/>
                    </a:cubicBezTo>
                    <a:cubicBezTo>
                      <a:pt x="294646" y="13792"/>
                      <a:pt x="291281" y="12178"/>
                      <a:pt x="291112" y="12043"/>
                    </a:cubicBezTo>
                    <a:cubicBezTo>
                      <a:pt x="290944" y="11942"/>
                      <a:pt x="286939" y="10731"/>
                      <a:pt x="286939" y="10731"/>
                    </a:cubicBezTo>
                    <a:cubicBezTo>
                      <a:pt x="286939" y="10731"/>
                      <a:pt x="285189" y="11707"/>
                      <a:pt x="285055" y="11774"/>
                    </a:cubicBezTo>
                    <a:cubicBezTo>
                      <a:pt x="284886" y="11841"/>
                      <a:pt x="283472" y="14229"/>
                      <a:pt x="283472" y="14229"/>
                    </a:cubicBezTo>
                    <a:lnTo>
                      <a:pt x="282766" y="18804"/>
                    </a:lnTo>
                    <a:cubicBezTo>
                      <a:pt x="282766" y="18804"/>
                      <a:pt x="283472" y="25600"/>
                      <a:pt x="283472" y="25802"/>
                    </a:cubicBezTo>
                    <a:cubicBezTo>
                      <a:pt x="283472" y="26037"/>
                      <a:pt x="281588" y="28964"/>
                      <a:pt x="280881" y="29535"/>
                    </a:cubicBezTo>
                    <a:cubicBezTo>
                      <a:pt x="280174" y="30141"/>
                      <a:pt x="278256" y="32529"/>
                      <a:pt x="277684" y="33169"/>
                    </a:cubicBezTo>
                    <a:cubicBezTo>
                      <a:pt x="277078" y="33808"/>
                      <a:pt x="275732" y="36364"/>
                      <a:pt x="275732" y="36364"/>
                    </a:cubicBezTo>
                    <a:lnTo>
                      <a:pt x="273410" y="38820"/>
                    </a:lnTo>
                    <a:lnTo>
                      <a:pt x="271559" y="37912"/>
                    </a:lnTo>
                    <a:lnTo>
                      <a:pt x="271794" y="36499"/>
                    </a:lnTo>
                    <a:lnTo>
                      <a:pt x="273141" y="32429"/>
                    </a:lnTo>
                    <a:lnTo>
                      <a:pt x="274386" y="29435"/>
                    </a:lnTo>
                    <a:lnTo>
                      <a:pt x="275362" y="26441"/>
                    </a:lnTo>
                    <a:lnTo>
                      <a:pt x="275025" y="18031"/>
                    </a:lnTo>
                    <a:lnTo>
                      <a:pt x="273073" y="14768"/>
                    </a:lnTo>
                    <a:lnTo>
                      <a:pt x="270011" y="13019"/>
                    </a:lnTo>
                    <a:lnTo>
                      <a:pt x="268261" y="11942"/>
                    </a:lnTo>
                    <a:lnTo>
                      <a:pt x="265669" y="12379"/>
                    </a:lnTo>
                    <a:lnTo>
                      <a:pt x="260251" y="11303"/>
                    </a:lnTo>
                    <a:lnTo>
                      <a:pt x="259140" y="9554"/>
                    </a:lnTo>
                    <a:lnTo>
                      <a:pt x="259140" y="4339"/>
                    </a:lnTo>
                    <a:lnTo>
                      <a:pt x="259140" y="1749"/>
                    </a:lnTo>
                    <a:lnTo>
                      <a:pt x="256549" y="0"/>
                    </a:lnTo>
                    <a:lnTo>
                      <a:pt x="253284" y="0"/>
                    </a:lnTo>
                    <a:lnTo>
                      <a:pt x="252208" y="875"/>
                    </a:lnTo>
                    <a:lnTo>
                      <a:pt x="252208" y="3128"/>
                    </a:lnTo>
                    <a:lnTo>
                      <a:pt x="250356" y="7266"/>
                    </a:lnTo>
                    <a:lnTo>
                      <a:pt x="248741" y="9890"/>
                    </a:lnTo>
                    <a:lnTo>
                      <a:pt x="246150" y="12278"/>
                    </a:lnTo>
                    <a:cubicBezTo>
                      <a:pt x="246150" y="12278"/>
                      <a:pt x="243525" y="12278"/>
                      <a:pt x="242649" y="12278"/>
                    </a:cubicBezTo>
                    <a:cubicBezTo>
                      <a:pt x="241774" y="12278"/>
                      <a:pt x="236356" y="13355"/>
                      <a:pt x="236356" y="13355"/>
                    </a:cubicBezTo>
                    <a:lnTo>
                      <a:pt x="231342" y="14869"/>
                    </a:lnTo>
                    <a:lnTo>
                      <a:pt x="231342" y="23312"/>
                    </a:lnTo>
                    <a:lnTo>
                      <a:pt x="229390" y="26340"/>
                    </a:lnTo>
                    <a:lnTo>
                      <a:pt x="227640" y="31991"/>
                    </a:lnTo>
                    <a:lnTo>
                      <a:pt x="226563" y="36566"/>
                    </a:lnTo>
                    <a:lnTo>
                      <a:pt x="220707" y="40704"/>
                    </a:lnTo>
                    <a:lnTo>
                      <a:pt x="213539" y="43967"/>
                    </a:lnTo>
                    <a:lnTo>
                      <a:pt x="206168" y="45279"/>
                    </a:lnTo>
                    <a:lnTo>
                      <a:pt x="201591" y="45279"/>
                    </a:lnTo>
                    <a:cubicBezTo>
                      <a:pt x="201591" y="45279"/>
                      <a:pt x="193985" y="48542"/>
                      <a:pt x="191360" y="48979"/>
                    </a:cubicBezTo>
                    <a:cubicBezTo>
                      <a:pt x="188735" y="49417"/>
                      <a:pt x="186144" y="48542"/>
                      <a:pt x="185269" y="48777"/>
                    </a:cubicBezTo>
                    <a:cubicBezTo>
                      <a:pt x="184394" y="48979"/>
                      <a:pt x="178302" y="48777"/>
                      <a:pt x="178302" y="48777"/>
                    </a:cubicBezTo>
                    <a:cubicBezTo>
                      <a:pt x="178302" y="48777"/>
                      <a:pt x="175038" y="48777"/>
                      <a:pt x="170461" y="48777"/>
                    </a:cubicBezTo>
                    <a:cubicBezTo>
                      <a:pt x="165884" y="48777"/>
                      <a:pt x="166119" y="50190"/>
                      <a:pt x="165681" y="51065"/>
                    </a:cubicBezTo>
                    <a:cubicBezTo>
                      <a:pt x="165244" y="51940"/>
                      <a:pt x="161778" y="55068"/>
                      <a:pt x="160263" y="57053"/>
                    </a:cubicBezTo>
                    <a:cubicBezTo>
                      <a:pt x="158749" y="59004"/>
                      <a:pt x="157638" y="62502"/>
                      <a:pt x="156999" y="63343"/>
                    </a:cubicBezTo>
                    <a:cubicBezTo>
                      <a:pt x="156359" y="64218"/>
                      <a:pt x="153095" y="69432"/>
                      <a:pt x="152422" y="70071"/>
                    </a:cubicBezTo>
                    <a:cubicBezTo>
                      <a:pt x="151782" y="70711"/>
                      <a:pt x="147407" y="77237"/>
                      <a:pt x="146196" y="77674"/>
                    </a:cubicBezTo>
                    <a:cubicBezTo>
                      <a:pt x="144984" y="78111"/>
                      <a:pt x="137210" y="76160"/>
                      <a:pt x="137210" y="76160"/>
                    </a:cubicBezTo>
                    <a:lnTo>
                      <a:pt x="132195" y="74646"/>
                    </a:lnTo>
                    <a:lnTo>
                      <a:pt x="126541" y="75723"/>
                    </a:lnTo>
                    <a:lnTo>
                      <a:pt x="116983" y="87665"/>
                    </a:lnTo>
                    <a:lnTo>
                      <a:pt x="114594" y="91567"/>
                    </a:lnTo>
                    <a:lnTo>
                      <a:pt x="109377" y="100246"/>
                    </a:lnTo>
                    <a:lnTo>
                      <a:pt x="105036" y="101558"/>
                    </a:lnTo>
                    <a:lnTo>
                      <a:pt x="100021" y="103072"/>
                    </a:lnTo>
                    <a:cubicBezTo>
                      <a:pt x="100021" y="103072"/>
                      <a:pt x="96555" y="106974"/>
                      <a:pt x="94805" y="108084"/>
                    </a:cubicBezTo>
                    <a:cubicBezTo>
                      <a:pt x="93055" y="109161"/>
                      <a:pt x="92853" y="113298"/>
                      <a:pt x="92853" y="113298"/>
                    </a:cubicBezTo>
                    <a:lnTo>
                      <a:pt x="92415" y="118277"/>
                    </a:lnTo>
                    <a:lnTo>
                      <a:pt x="92180" y="128705"/>
                    </a:lnTo>
                    <a:lnTo>
                      <a:pt x="89791" y="136106"/>
                    </a:lnTo>
                    <a:lnTo>
                      <a:pt x="86762" y="141118"/>
                    </a:lnTo>
                    <a:lnTo>
                      <a:pt x="80872" y="147644"/>
                    </a:lnTo>
                    <a:cubicBezTo>
                      <a:pt x="80872" y="147644"/>
                      <a:pt x="75858" y="153733"/>
                      <a:pt x="75454" y="154608"/>
                    </a:cubicBezTo>
                    <a:cubicBezTo>
                      <a:pt x="75016" y="155482"/>
                      <a:pt x="74377" y="162648"/>
                      <a:pt x="74377" y="162648"/>
                    </a:cubicBezTo>
                    <a:lnTo>
                      <a:pt x="66771" y="173076"/>
                    </a:lnTo>
                    <a:lnTo>
                      <a:pt x="63506" y="176339"/>
                    </a:lnTo>
                    <a:lnTo>
                      <a:pt x="61756" y="177415"/>
                    </a:lnTo>
                    <a:lnTo>
                      <a:pt x="56540" y="177415"/>
                    </a:lnTo>
                    <a:cubicBezTo>
                      <a:pt x="56540" y="177415"/>
                      <a:pt x="50886" y="179467"/>
                      <a:pt x="50246" y="179703"/>
                    </a:cubicBezTo>
                    <a:cubicBezTo>
                      <a:pt x="49607" y="179905"/>
                      <a:pt x="48698" y="181755"/>
                      <a:pt x="48698" y="181755"/>
                    </a:cubicBezTo>
                    <a:lnTo>
                      <a:pt x="48698" y="188483"/>
                    </a:lnTo>
                    <a:lnTo>
                      <a:pt x="47722" y="191510"/>
                    </a:lnTo>
                    <a:lnTo>
                      <a:pt x="43482" y="194336"/>
                    </a:lnTo>
                    <a:lnTo>
                      <a:pt x="37828" y="201737"/>
                    </a:lnTo>
                    <a:lnTo>
                      <a:pt x="37626" y="214352"/>
                    </a:lnTo>
                    <a:lnTo>
                      <a:pt x="39140" y="222593"/>
                    </a:lnTo>
                    <a:lnTo>
                      <a:pt x="43044" y="226496"/>
                    </a:lnTo>
                    <a:lnTo>
                      <a:pt x="49573" y="232383"/>
                    </a:lnTo>
                    <a:lnTo>
                      <a:pt x="53915" y="239346"/>
                    </a:lnTo>
                    <a:lnTo>
                      <a:pt x="56742" y="245199"/>
                    </a:lnTo>
                    <a:lnTo>
                      <a:pt x="56304" y="251725"/>
                    </a:lnTo>
                    <a:lnTo>
                      <a:pt x="54117" y="258453"/>
                    </a:lnTo>
                    <a:cubicBezTo>
                      <a:pt x="54117" y="258453"/>
                      <a:pt x="52165" y="261481"/>
                      <a:pt x="51929" y="262154"/>
                    </a:cubicBezTo>
                    <a:cubicBezTo>
                      <a:pt x="51727" y="262793"/>
                      <a:pt x="49539" y="265181"/>
                      <a:pt x="48900" y="265417"/>
                    </a:cubicBezTo>
                    <a:cubicBezTo>
                      <a:pt x="48261" y="265619"/>
                      <a:pt x="46948" y="270833"/>
                      <a:pt x="46511" y="271707"/>
                    </a:cubicBezTo>
                    <a:cubicBezTo>
                      <a:pt x="46073" y="272582"/>
                      <a:pt x="45198" y="278872"/>
                      <a:pt x="45198" y="279545"/>
                    </a:cubicBezTo>
                    <a:cubicBezTo>
                      <a:pt x="45198" y="280184"/>
                      <a:pt x="46073" y="284759"/>
                      <a:pt x="46073" y="284759"/>
                    </a:cubicBezTo>
                    <a:lnTo>
                      <a:pt x="50414" y="287148"/>
                    </a:lnTo>
                    <a:lnTo>
                      <a:pt x="54487" y="285331"/>
                    </a:lnTo>
                    <a:lnTo>
                      <a:pt x="55227" y="283145"/>
                    </a:lnTo>
                    <a:lnTo>
                      <a:pt x="56540" y="282136"/>
                    </a:lnTo>
                    <a:lnTo>
                      <a:pt x="58424" y="279949"/>
                    </a:lnTo>
                    <a:lnTo>
                      <a:pt x="59569" y="277931"/>
                    </a:lnTo>
                    <a:lnTo>
                      <a:pt x="61151" y="277493"/>
                    </a:lnTo>
                    <a:lnTo>
                      <a:pt x="63035" y="279377"/>
                    </a:lnTo>
                    <a:lnTo>
                      <a:pt x="67242" y="280824"/>
                    </a:lnTo>
                    <a:lnTo>
                      <a:pt x="68117" y="279074"/>
                    </a:lnTo>
                    <a:lnTo>
                      <a:pt x="69564" y="274600"/>
                    </a:lnTo>
                    <a:lnTo>
                      <a:pt x="70136" y="271707"/>
                    </a:lnTo>
                    <a:lnTo>
                      <a:pt x="71886" y="269689"/>
                    </a:lnTo>
                    <a:lnTo>
                      <a:pt x="75487" y="268377"/>
                    </a:lnTo>
                    <a:lnTo>
                      <a:pt x="79694" y="267368"/>
                    </a:lnTo>
                    <a:lnTo>
                      <a:pt x="88814" y="265047"/>
                    </a:lnTo>
                    <a:cubicBezTo>
                      <a:pt x="88814" y="265047"/>
                      <a:pt x="90968" y="263028"/>
                      <a:pt x="91574" y="262725"/>
                    </a:cubicBezTo>
                    <a:cubicBezTo>
                      <a:pt x="92146" y="262457"/>
                      <a:pt x="95916" y="258252"/>
                      <a:pt x="95916" y="258252"/>
                    </a:cubicBezTo>
                    <a:cubicBezTo>
                      <a:pt x="95916" y="258252"/>
                      <a:pt x="98238" y="258252"/>
                      <a:pt x="98675" y="257814"/>
                    </a:cubicBezTo>
                    <a:cubicBezTo>
                      <a:pt x="99113" y="257377"/>
                      <a:pt x="100425" y="256233"/>
                      <a:pt x="100997" y="255930"/>
                    </a:cubicBezTo>
                    <a:cubicBezTo>
                      <a:pt x="101570" y="255628"/>
                      <a:pt x="103185" y="252903"/>
                      <a:pt x="103185" y="252903"/>
                    </a:cubicBezTo>
                    <a:lnTo>
                      <a:pt x="103050" y="249875"/>
                    </a:lnTo>
                    <a:lnTo>
                      <a:pt x="102849" y="247991"/>
                    </a:lnTo>
                    <a:lnTo>
                      <a:pt x="106483" y="244425"/>
                    </a:lnTo>
                    <a:lnTo>
                      <a:pt x="108031" y="245839"/>
                    </a:lnTo>
                    <a:lnTo>
                      <a:pt x="113046" y="248698"/>
                    </a:lnTo>
                    <a:lnTo>
                      <a:pt x="113046" y="253037"/>
                    </a:lnTo>
                    <a:lnTo>
                      <a:pt x="110455" y="259698"/>
                    </a:lnTo>
                    <a:lnTo>
                      <a:pt x="109882" y="262288"/>
                    </a:lnTo>
                    <a:lnTo>
                      <a:pt x="108368" y="266762"/>
                    </a:lnTo>
                    <a:lnTo>
                      <a:pt x="103656" y="269521"/>
                    </a:lnTo>
                    <a:lnTo>
                      <a:pt x="93089" y="269521"/>
                    </a:lnTo>
                    <a:lnTo>
                      <a:pt x="90464" y="275038"/>
                    </a:lnTo>
                    <a:lnTo>
                      <a:pt x="90464" y="283448"/>
                    </a:lnTo>
                    <a:lnTo>
                      <a:pt x="86122" y="283448"/>
                    </a:lnTo>
                    <a:lnTo>
                      <a:pt x="81781" y="287215"/>
                    </a:lnTo>
                    <a:lnTo>
                      <a:pt x="80333" y="290411"/>
                    </a:lnTo>
                    <a:lnTo>
                      <a:pt x="78314" y="291555"/>
                    </a:lnTo>
                    <a:lnTo>
                      <a:pt x="75420" y="295625"/>
                    </a:lnTo>
                    <a:lnTo>
                      <a:pt x="73973" y="295625"/>
                    </a:lnTo>
                    <a:lnTo>
                      <a:pt x="68117" y="297374"/>
                    </a:lnTo>
                    <a:lnTo>
                      <a:pt x="63540" y="297374"/>
                    </a:lnTo>
                    <a:lnTo>
                      <a:pt x="62026" y="299965"/>
                    </a:lnTo>
                    <a:lnTo>
                      <a:pt x="58862" y="302689"/>
                    </a:lnTo>
                    <a:lnTo>
                      <a:pt x="56035" y="304439"/>
                    </a:lnTo>
                    <a:lnTo>
                      <a:pt x="54184" y="306053"/>
                    </a:lnTo>
                    <a:cubicBezTo>
                      <a:pt x="54184" y="306053"/>
                      <a:pt x="51559" y="310191"/>
                      <a:pt x="50718" y="310393"/>
                    </a:cubicBezTo>
                    <a:cubicBezTo>
                      <a:pt x="49843" y="310595"/>
                      <a:pt x="46814" y="312546"/>
                      <a:pt x="46814" y="312546"/>
                    </a:cubicBezTo>
                    <a:lnTo>
                      <a:pt x="43549" y="313858"/>
                    </a:lnTo>
                    <a:lnTo>
                      <a:pt x="43549" y="319509"/>
                    </a:lnTo>
                    <a:lnTo>
                      <a:pt x="45602" y="323210"/>
                    </a:lnTo>
                    <a:lnTo>
                      <a:pt x="45266" y="325161"/>
                    </a:lnTo>
                    <a:lnTo>
                      <a:pt x="42674" y="329063"/>
                    </a:lnTo>
                    <a:lnTo>
                      <a:pt x="37458" y="332090"/>
                    </a:lnTo>
                    <a:lnTo>
                      <a:pt x="32006" y="332090"/>
                    </a:lnTo>
                    <a:lnTo>
                      <a:pt x="26991" y="333503"/>
                    </a:lnTo>
                    <a:lnTo>
                      <a:pt x="23289" y="335555"/>
                    </a:lnTo>
                    <a:lnTo>
                      <a:pt x="20226" y="338381"/>
                    </a:lnTo>
                    <a:lnTo>
                      <a:pt x="17837" y="340332"/>
                    </a:lnTo>
                    <a:lnTo>
                      <a:pt x="15649" y="345109"/>
                    </a:lnTo>
                    <a:lnTo>
                      <a:pt x="15649" y="349886"/>
                    </a:lnTo>
                    <a:lnTo>
                      <a:pt x="14774" y="354663"/>
                    </a:lnTo>
                    <a:lnTo>
                      <a:pt x="11745" y="354663"/>
                    </a:lnTo>
                    <a:lnTo>
                      <a:pt x="7842" y="359439"/>
                    </a:lnTo>
                    <a:lnTo>
                      <a:pt x="4139" y="362265"/>
                    </a:lnTo>
                    <a:lnTo>
                      <a:pt x="1313" y="365091"/>
                    </a:lnTo>
                    <a:lnTo>
                      <a:pt x="0" y="367681"/>
                    </a:lnTo>
                    <a:lnTo>
                      <a:pt x="0" y="371146"/>
                    </a:lnTo>
                    <a:lnTo>
                      <a:pt x="0" y="376596"/>
                    </a:lnTo>
                    <a:lnTo>
                      <a:pt x="1515" y="380498"/>
                    </a:lnTo>
                    <a:lnTo>
                      <a:pt x="6092" y="382449"/>
                    </a:lnTo>
                    <a:lnTo>
                      <a:pt x="14774" y="382449"/>
                    </a:lnTo>
                    <a:lnTo>
                      <a:pt x="24130" y="382449"/>
                    </a:lnTo>
                    <a:lnTo>
                      <a:pt x="31299" y="384635"/>
                    </a:lnTo>
                    <a:lnTo>
                      <a:pt x="36751" y="389614"/>
                    </a:lnTo>
                    <a:lnTo>
                      <a:pt x="40890" y="396342"/>
                    </a:lnTo>
                    <a:lnTo>
                      <a:pt x="48294" y="396342"/>
                    </a:lnTo>
                    <a:lnTo>
                      <a:pt x="54823" y="401321"/>
                    </a:lnTo>
                    <a:lnTo>
                      <a:pt x="59165" y="405896"/>
                    </a:lnTo>
                    <a:cubicBezTo>
                      <a:pt x="59165" y="405896"/>
                      <a:pt x="59165" y="411110"/>
                      <a:pt x="59165" y="411749"/>
                    </a:cubicBezTo>
                    <a:cubicBezTo>
                      <a:pt x="59165" y="412388"/>
                      <a:pt x="60477" y="419150"/>
                      <a:pt x="60477" y="419991"/>
                    </a:cubicBezTo>
                    <a:cubicBezTo>
                      <a:pt x="60477" y="420865"/>
                      <a:pt x="64381" y="425642"/>
                      <a:pt x="64381" y="425642"/>
                    </a:cubicBezTo>
                    <a:lnTo>
                      <a:pt x="75689" y="431058"/>
                    </a:lnTo>
                    <a:lnTo>
                      <a:pt x="84810" y="431058"/>
                    </a:lnTo>
                    <a:cubicBezTo>
                      <a:pt x="84810" y="431058"/>
                      <a:pt x="96993" y="430722"/>
                      <a:pt x="99820" y="429645"/>
                    </a:cubicBezTo>
                    <a:cubicBezTo>
                      <a:pt x="102646" y="428569"/>
                      <a:pt x="102646" y="425642"/>
                      <a:pt x="102646" y="425642"/>
                    </a:cubicBezTo>
                    <a:lnTo>
                      <a:pt x="108738" y="424129"/>
                    </a:lnTo>
                    <a:lnTo>
                      <a:pt x="117421" y="424129"/>
                    </a:lnTo>
                    <a:lnTo>
                      <a:pt x="126541" y="424129"/>
                    </a:lnTo>
                    <a:lnTo>
                      <a:pt x="132195" y="421942"/>
                    </a:lnTo>
                    <a:lnTo>
                      <a:pt x="141114" y="418645"/>
                    </a:lnTo>
                    <a:lnTo>
                      <a:pt x="147272" y="416761"/>
                    </a:lnTo>
                    <a:lnTo>
                      <a:pt x="148787" y="415786"/>
                    </a:lnTo>
                    <a:lnTo>
                      <a:pt x="146397" y="413398"/>
                    </a:lnTo>
                    <a:lnTo>
                      <a:pt x="147845" y="407611"/>
                    </a:lnTo>
                    <a:lnTo>
                      <a:pt x="147845" y="402397"/>
                    </a:lnTo>
                    <a:lnTo>
                      <a:pt x="152927" y="393416"/>
                    </a:lnTo>
                    <a:lnTo>
                      <a:pt x="157705" y="389951"/>
                    </a:lnTo>
                    <a:lnTo>
                      <a:pt x="163494" y="385308"/>
                    </a:lnTo>
                    <a:lnTo>
                      <a:pt x="175946" y="384165"/>
                    </a:lnTo>
                    <a:lnTo>
                      <a:pt x="189273" y="386183"/>
                    </a:lnTo>
                    <a:cubicBezTo>
                      <a:pt x="189273" y="386183"/>
                      <a:pt x="197687" y="388504"/>
                      <a:pt x="198832" y="389076"/>
                    </a:cubicBezTo>
                    <a:cubicBezTo>
                      <a:pt x="199976" y="389648"/>
                      <a:pt x="202601" y="391969"/>
                      <a:pt x="202601" y="391969"/>
                    </a:cubicBezTo>
                    <a:lnTo>
                      <a:pt x="205798" y="399201"/>
                    </a:lnTo>
                    <a:lnTo>
                      <a:pt x="210442" y="402397"/>
                    </a:lnTo>
                    <a:lnTo>
                      <a:pt x="210442" y="411076"/>
                    </a:lnTo>
                    <a:lnTo>
                      <a:pt x="210442" y="421202"/>
                    </a:lnTo>
                    <a:lnTo>
                      <a:pt x="216971" y="428434"/>
                    </a:lnTo>
                    <a:lnTo>
                      <a:pt x="220303" y="430453"/>
                    </a:lnTo>
                    <a:lnTo>
                      <a:pt x="224644" y="435364"/>
                    </a:lnTo>
                    <a:lnTo>
                      <a:pt x="230736" y="430453"/>
                    </a:lnTo>
                    <a:lnTo>
                      <a:pt x="233058" y="426685"/>
                    </a:lnTo>
                    <a:lnTo>
                      <a:pt x="233058" y="420596"/>
                    </a:lnTo>
                    <a:lnTo>
                      <a:pt x="240025" y="416896"/>
                    </a:lnTo>
                    <a:lnTo>
                      <a:pt x="250996" y="424599"/>
                    </a:lnTo>
                    <a:cubicBezTo>
                      <a:pt x="250996" y="424599"/>
                      <a:pt x="253823" y="427863"/>
                      <a:pt x="254159" y="427963"/>
                    </a:cubicBezTo>
                    <a:cubicBezTo>
                      <a:pt x="254496" y="428064"/>
                      <a:pt x="259713" y="429040"/>
                      <a:pt x="259713" y="429040"/>
                    </a:cubicBezTo>
                    <a:cubicBezTo>
                      <a:pt x="259713" y="429040"/>
                      <a:pt x="265366" y="427963"/>
                      <a:pt x="265804" y="427627"/>
                    </a:cubicBezTo>
                    <a:cubicBezTo>
                      <a:pt x="266241" y="427291"/>
                      <a:pt x="271794" y="426551"/>
                      <a:pt x="272232" y="426551"/>
                    </a:cubicBezTo>
                    <a:cubicBezTo>
                      <a:pt x="272669" y="426551"/>
                      <a:pt x="277348" y="425676"/>
                      <a:pt x="277348" y="425676"/>
                    </a:cubicBezTo>
                    <a:lnTo>
                      <a:pt x="281252" y="420361"/>
                    </a:lnTo>
                    <a:lnTo>
                      <a:pt x="282766" y="413398"/>
                    </a:lnTo>
                    <a:lnTo>
                      <a:pt x="283304" y="408722"/>
                    </a:lnTo>
                    <a:lnTo>
                      <a:pt x="289833" y="404247"/>
                    </a:lnTo>
                    <a:lnTo>
                      <a:pt x="295050" y="403373"/>
                    </a:lnTo>
                    <a:cubicBezTo>
                      <a:pt x="295050" y="403373"/>
                      <a:pt x="301141" y="405559"/>
                      <a:pt x="301781" y="405862"/>
                    </a:cubicBezTo>
                    <a:cubicBezTo>
                      <a:pt x="302420" y="406199"/>
                      <a:pt x="305584" y="408352"/>
                      <a:pt x="305584" y="408352"/>
                    </a:cubicBezTo>
                    <a:cubicBezTo>
                      <a:pt x="305584" y="408352"/>
                      <a:pt x="309723" y="413229"/>
                      <a:pt x="309387" y="413768"/>
                    </a:cubicBezTo>
                    <a:cubicBezTo>
                      <a:pt x="309050" y="414306"/>
                      <a:pt x="310026" y="418982"/>
                      <a:pt x="310026" y="419419"/>
                    </a:cubicBezTo>
                    <a:cubicBezTo>
                      <a:pt x="310026" y="419856"/>
                      <a:pt x="309387" y="424835"/>
                      <a:pt x="309387" y="424835"/>
                    </a:cubicBezTo>
                    <a:lnTo>
                      <a:pt x="315814" y="433850"/>
                    </a:lnTo>
                    <a:lnTo>
                      <a:pt x="322007" y="436037"/>
                    </a:lnTo>
                    <a:cubicBezTo>
                      <a:pt x="322007" y="436037"/>
                      <a:pt x="330151" y="433312"/>
                      <a:pt x="330825" y="433110"/>
                    </a:cubicBezTo>
                    <a:cubicBezTo>
                      <a:pt x="331498" y="432908"/>
                      <a:pt x="336378" y="429645"/>
                      <a:pt x="336378" y="429645"/>
                    </a:cubicBezTo>
                    <a:cubicBezTo>
                      <a:pt x="336378" y="429645"/>
                      <a:pt x="340820" y="423557"/>
                      <a:pt x="341055" y="423220"/>
                    </a:cubicBezTo>
                    <a:cubicBezTo>
                      <a:pt x="341258" y="422884"/>
                      <a:pt x="342671" y="418006"/>
                      <a:pt x="342671" y="418006"/>
                    </a:cubicBezTo>
                    <a:lnTo>
                      <a:pt x="341055" y="409092"/>
                    </a:lnTo>
                    <a:lnTo>
                      <a:pt x="342469" y="403776"/>
                    </a:lnTo>
                    <a:lnTo>
                      <a:pt x="346070" y="396611"/>
                    </a:lnTo>
                    <a:cubicBezTo>
                      <a:pt x="346070" y="396611"/>
                      <a:pt x="350849" y="395535"/>
                      <a:pt x="351623" y="395299"/>
                    </a:cubicBezTo>
                    <a:cubicBezTo>
                      <a:pt x="352364" y="395064"/>
                      <a:pt x="362393" y="394660"/>
                      <a:pt x="362393" y="394660"/>
                    </a:cubicBezTo>
                    <a:lnTo>
                      <a:pt x="365859" y="392373"/>
                    </a:lnTo>
                    <a:lnTo>
                      <a:pt x="364008" y="388773"/>
                    </a:lnTo>
                    <a:lnTo>
                      <a:pt x="364984" y="382785"/>
                    </a:lnTo>
                    <a:lnTo>
                      <a:pt x="368585" y="378210"/>
                    </a:lnTo>
                    <a:lnTo>
                      <a:pt x="369898" y="372996"/>
                    </a:lnTo>
                    <a:lnTo>
                      <a:pt x="370537" y="369195"/>
                    </a:lnTo>
                    <a:cubicBezTo>
                      <a:pt x="370537" y="369195"/>
                      <a:pt x="370537" y="363644"/>
                      <a:pt x="370537" y="363207"/>
                    </a:cubicBezTo>
                    <a:cubicBezTo>
                      <a:pt x="370537" y="362770"/>
                      <a:pt x="370907" y="359507"/>
                      <a:pt x="370907" y="359507"/>
                    </a:cubicBezTo>
                    <a:lnTo>
                      <a:pt x="373229" y="354057"/>
                    </a:lnTo>
                    <a:cubicBezTo>
                      <a:pt x="373229" y="354057"/>
                      <a:pt x="381710" y="353519"/>
                      <a:pt x="382148" y="353284"/>
                    </a:cubicBezTo>
                    <a:cubicBezTo>
                      <a:pt x="382585" y="353048"/>
                      <a:pt x="388239" y="351871"/>
                      <a:pt x="388239" y="351871"/>
                    </a:cubicBezTo>
                    <a:lnTo>
                      <a:pt x="394230" y="349045"/>
                    </a:lnTo>
                    <a:lnTo>
                      <a:pt x="399009" y="345344"/>
                    </a:lnTo>
                    <a:lnTo>
                      <a:pt x="407927" y="343932"/>
                    </a:lnTo>
                    <a:lnTo>
                      <a:pt x="417822" y="343932"/>
                    </a:lnTo>
                    <a:lnTo>
                      <a:pt x="419774" y="345546"/>
                    </a:lnTo>
                    <a:lnTo>
                      <a:pt x="420312" y="342182"/>
                    </a:lnTo>
                    <a:lnTo>
                      <a:pt x="421288" y="333941"/>
                    </a:lnTo>
                    <a:cubicBezTo>
                      <a:pt x="421288" y="333941"/>
                      <a:pt x="423038" y="328087"/>
                      <a:pt x="423240" y="327650"/>
                    </a:cubicBezTo>
                    <a:cubicBezTo>
                      <a:pt x="423442" y="327213"/>
                      <a:pt x="426504" y="320821"/>
                      <a:pt x="426504" y="320821"/>
                    </a:cubicBezTo>
                    <a:lnTo>
                      <a:pt x="433034" y="313757"/>
                    </a:lnTo>
                    <a:lnTo>
                      <a:pt x="436601" y="310494"/>
                    </a:lnTo>
                    <a:lnTo>
                      <a:pt x="439091" y="306692"/>
                    </a:lnTo>
                    <a:cubicBezTo>
                      <a:pt x="439091" y="306692"/>
                      <a:pt x="439866" y="299628"/>
                      <a:pt x="439866" y="298316"/>
                    </a:cubicBezTo>
                    <a:cubicBezTo>
                      <a:pt x="439866" y="297004"/>
                      <a:pt x="440640" y="290276"/>
                      <a:pt x="440640" y="290276"/>
                    </a:cubicBezTo>
                    <a:cubicBezTo>
                      <a:pt x="440640" y="290276"/>
                      <a:pt x="442693" y="286374"/>
                      <a:pt x="443130" y="285836"/>
                    </a:cubicBezTo>
                    <a:cubicBezTo>
                      <a:pt x="443568" y="285298"/>
                      <a:pt x="445519" y="285298"/>
                      <a:pt x="446394" y="284759"/>
                    </a:cubicBezTo>
                    <a:cubicBezTo>
                      <a:pt x="447269" y="284221"/>
                      <a:pt x="451274" y="284759"/>
                      <a:pt x="451712" y="284759"/>
                    </a:cubicBezTo>
                    <a:cubicBezTo>
                      <a:pt x="452149" y="284759"/>
                      <a:pt x="458342" y="284860"/>
                      <a:pt x="458342" y="284860"/>
                    </a:cubicBezTo>
                    <a:lnTo>
                      <a:pt x="465611" y="284860"/>
                    </a:lnTo>
                    <a:lnTo>
                      <a:pt x="464635" y="278132"/>
                    </a:lnTo>
                    <a:lnTo>
                      <a:pt x="462683" y="273120"/>
                    </a:lnTo>
                    <a:lnTo>
                      <a:pt x="462784" y="267368"/>
                    </a:lnTo>
                    <a:lnTo>
                      <a:pt x="464837" y="267166"/>
                    </a:lnTo>
                    <a:lnTo>
                      <a:pt x="470155" y="269554"/>
                    </a:lnTo>
                    <a:lnTo>
                      <a:pt x="474395" y="269453"/>
                    </a:lnTo>
                    <a:lnTo>
                      <a:pt x="475910" y="265013"/>
                    </a:lnTo>
                    <a:lnTo>
                      <a:pt x="476011" y="260337"/>
                    </a:lnTo>
                    <a:lnTo>
                      <a:pt x="473958" y="254686"/>
                    </a:lnTo>
                    <a:lnTo>
                      <a:pt x="474832" y="250447"/>
                    </a:lnTo>
                    <a:lnTo>
                      <a:pt x="477861" y="247823"/>
                    </a:lnTo>
                    <a:lnTo>
                      <a:pt x="480352" y="245233"/>
                    </a:lnTo>
                    <a:lnTo>
                      <a:pt x="485131" y="245771"/>
                    </a:lnTo>
                    <a:lnTo>
                      <a:pt x="487958" y="247958"/>
                    </a:lnTo>
                    <a:lnTo>
                      <a:pt x="490684" y="248294"/>
                    </a:lnTo>
                    <a:lnTo>
                      <a:pt x="492198" y="246545"/>
                    </a:lnTo>
                    <a:lnTo>
                      <a:pt x="493275" y="242104"/>
                    </a:lnTo>
                    <a:lnTo>
                      <a:pt x="493814" y="237563"/>
                    </a:lnTo>
                    <a:lnTo>
                      <a:pt x="491323" y="236049"/>
                    </a:lnTo>
                    <a:lnTo>
                      <a:pt x="488294" y="234838"/>
                    </a:lnTo>
                    <a:lnTo>
                      <a:pt x="486982" y="231474"/>
                    </a:lnTo>
                    <a:lnTo>
                      <a:pt x="486746" y="226698"/>
                    </a:lnTo>
                    <a:lnTo>
                      <a:pt x="485871" y="225924"/>
                    </a:lnTo>
                    <a:lnTo>
                      <a:pt x="483145" y="225722"/>
                    </a:lnTo>
                    <a:lnTo>
                      <a:pt x="480116" y="224545"/>
                    </a:lnTo>
                    <a:lnTo>
                      <a:pt x="478366" y="223031"/>
                    </a:lnTo>
                    <a:lnTo>
                      <a:pt x="477356" y="221517"/>
                    </a:lnTo>
                    <a:lnTo>
                      <a:pt x="477020" y="220440"/>
                    </a:lnTo>
                    <a:lnTo>
                      <a:pt x="476381" y="218489"/>
                    </a:lnTo>
                    <a:lnTo>
                      <a:pt x="474967" y="215462"/>
                    </a:lnTo>
                    <a:lnTo>
                      <a:pt x="475506" y="212199"/>
                    </a:lnTo>
                    <a:lnTo>
                      <a:pt x="477121" y="211324"/>
                    </a:lnTo>
                    <a:lnTo>
                      <a:pt x="480150" y="211526"/>
                    </a:lnTo>
                    <a:lnTo>
                      <a:pt x="482539" y="214251"/>
                    </a:lnTo>
                    <a:lnTo>
                      <a:pt x="485131" y="216303"/>
                    </a:lnTo>
                    <a:lnTo>
                      <a:pt x="488160" y="217177"/>
                    </a:lnTo>
                    <a:lnTo>
                      <a:pt x="489775" y="216841"/>
                    </a:lnTo>
                    <a:lnTo>
                      <a:pt x="491424" y="215428"/>
                    </a:lnTo>
                    <a:lnTo>
                      <a:pt x="491963" y="213578"/>
                    </a:lnTo>
                    <a:lnTo>
                      <a:pt x="493477" y="211291"/>
                    </a:lnTo>
                    <a:lnTo>
                      <a:pt x="494352" y="210517"/>
                    </a:lnTo>
                    <a:lnTo>
                      <a:pt x="497078" y="209440"/>
                    </a:lnTo>
                    <a:cubicBezTo>
                      <a:pt x="497078" y="209440"/>
                      <a:pt x="497953" y="211492"/>
                      <a:pt x="498054" y="211930"/>
                    </a:cubicBezTo>
                    <a:cubicBezTo>
                      <a:pt x="498155" y="212367"/>
                      <a:pt x="498155" y="214116"/>
                      <a:pt x="498155" y="214116"/>
                    </a:cubicBezTo>
                    <a:cubicBezTo>
                      <a:pt x="498155" y="214116"/>
                      <a:pt x="498256" y="218153"/>
                      <a:pt x="498054" y="218456"/>
                    </a:cubicBezTo>
                    <a:cubicBezTo>
                      <a:pt x="497819" y="218792"/>
                      <a:pt x="497516" y="221281"/>
                      <a:pt x="497516" y="221281"/>
                    </a:cubicBezTo>
                    <a:lnTo>
                      <a:pt x="495766" y="223771"/>
                    </a:lnTo>
                    <a:lnTo>
                      <a:pt x="495530" y="226698"/>
                    </a:lnTo>
                    <a:lnTo>
                      <a:pt x="495530" y="230600"/>
                    </a:lnTo>
                    <a:lnTo>
                      <a:pt x="496506" y="233964"/>
                    </a:lnTo>
                    <a:lnTo>
                      <a:pt x="501083" y="234838"/>
                    </a:lnTo>
                    <a:lnTo>
                      <a:pt x="505122" y="234300"/>
                    </a:lnTo>
                    <a:lnTo>
                      <a:pt x="506199" y="232248"/>
                    </a:lnTo>
                    <a:cubicBezTo>
                      <a:pt x="506199" y="232248"/>
                      <a:pt x="509463" y="228783"/>
                      <a:pt x="509800" y="228548"/>
                    </a:cubicBezTo>
                    <a:cubicBezTo>
                      <a:pt x="510136" y="228312"/>
                      <a:pt x="512627" y="226597"/>
                      <a:pt x="513064" y="225957"/>
                    </a:cubicBezTo>
                    <a:cubicBezTo>
                      <a:pt x="513502" y="225318"/>
                      <a:pt x="516228" y="224107"/>
                      <a:pt x="516228" y="224107"/>
                    </a:cubicBezTo>
                    <a:lnTo>
                      <a:pt x="519391" y="222694"/>
                    </a:lnTo>
                    <a:lnTo>
                      <a:pt x="522858" y="222156"/>
                    </a:lnTo>
                    <a:lnTo>
                      <a:pt x="528074" y="221954"/>
                    </a:lnTo>
                    <a:lnTo>
                      <a:pt x="531002" y="220205"/>
                    </a:lnTo>
                    <a:lnTo>
                      <a:pt x="532079" y="217817"/>
                    </a:lnTo>
                    <a:lnTo>
                      <a:pt x="532516" y="214015"/>
                    </a:lnTo>
                    <a:lnTo>
                      <a:pt x="531742" y="210315"/>
                    </a:lnTo>
                    <a:lnTo>
                      <a:pt x="530093" y="203251"/>
                    </a:lnTo>
                    <a:lnTo>
                      <a:pt x="529017" y="199113"/>
                    </a:lnTo>
                    <a:lnTo>
                      <a:pt x="526829" y="193663"/>
                    </a:lnTo>
                    <a:lnTo>
                      <a:pt x="526829" y="184110"/>
                    </a:lnTo>
                    <a:lnTo>
                      <a:pt x="527704" y="180645"/>
                    </a:lnTo>
                    <a:lnTo>
                      <a:pt x="532920" y="180645"/>
                    </a:lnTo>
                    <a:lnTo>
                      <a:pt x="536185" y="183908"/>
                    </a:lnTo>
                    <a:lnTo>
                      <a:pt x="540089" y="187608"/>
                    </a:lnTo>
                    <a:lnTo>
                      <a:pt x="543118" y="188920"/>
                    </a:lnTo>
                    <a:lnTo>
                      <a:pt x="546382" y="190434"/>
                    </a:lnTo>
                    <a:lnTo>
                      <a:pt x="547257" y="186296"/>
                    </a:lnTo>
                    <a:lnTo>
                      <a:pt x="545305" y="181721"/>
                    </a:lnTo>
                    <a:lnTo>
                      <a:pt x="546180" y="176709"/>
                    </a:lnTo>
                    <a:lnTo>
                      <a:pt x="546618" y="173681"/>
                    </a:lnTo>
                    <a:lnTo>
                      <a:pt x="548132" y="172168"/>
                    </a:lnTo>
                    <a:lnTo>
                      <a:pt x="549647" y="169981"/>
                    </a:lnTo>
                    <a:lnTo>
                      <a:pt x="546820" y="168467"/>
                    </a:lnTo>
                    <a:lnTo>
                      <a:pt x="541166" y="168467"/>
                    </a:lnTo>
                    <a:lnTo>
                      <a:pt x="533122" y="168366"/>
                    </a:lnTo>
                    <a:lnTo>
                      <a:pt x="527704" y="166314"/>
                    </a:lnTo>
                    <a:lnTo>
                      <a:pt x="525954" y="160461"/>
                    </a:lnTo>
                    <a:lnTo>
                      <a:pt x="530531" y="156559"/>
                    </a:lnTo>
                    <a:lnTo>
                      <a:pt x="534670" y="156323"/>
                    </a:lnTo>
                    <a:lnTo>
                      <a:pt x="538137" y="156323"/>
                    </a:lnTo>
                    <a:lnTo>
                      <a:pt x="543791" y="157736"/>
                    </a:lnTo>
                    <a:lnTo>
                      <a:pt x="545541" y="160226"/>
                    </a:lnTo>
                    <a:lnTo>
                      <a:pt x="551430" y="160427"/>
                    </a:lnTo>
                    <a:lnTo>
                      <a:pt x="558161" y="155651"/>
                    </a:lnTo>
                    <a:lnTo>
                      <a:pt x="561628" y="149360"/>
                    </a:lnTo>
                    <a:lnTo>
                      <a:pt x="568359" y="148485"/>
                    </a:lnTo>
                    <a:lnTo>
                      <a:pt x="574652" y="147409"/>
                    </a:lnTo>
                    <a:lnTo>
                      <a:pt x="583571" y="143708"/>
                    </a:lnTo>
                    <a:lnTo>
                      <a:pt x="589426" y="143271"/>
                    </a:lnTo>
                    <a:lnTo>
                      <a:pt x="589426" y="137182"/>
                    </a:lnTo>
                    <a:lnTo>
                      <a:pt x="588013" y="132406"/>
                    </a:lnTo>
                    <a:lnTo>
                      <a:pt x="589225" y="127191"/>
                    </a:lnTo>
                    <a:lnTo>
                      <a:pt x="595316" y="127831"/>
                    </a:lnTo>
                    <a:lnTo>
                      <a:pt x="602047" y="126956"/>
                    </a:lnTo>
                    <a:lnTo>
                      <a:pt x="599658" y="131733"/>
                    </a:lnTo>
                    <a:cubicBezTo>
                      <a:pt x="599658" y="131733"/>
                      <a:pt x="595316" y="134121"/>
                      <a:pt x="594643" y="134121"/>
                    </a:cubicBezTo>
                    <a:cubicBezTo>
                      <a:pt x="594003" y="134121"/>
                      <a:pt x="593330" y="138696"/>
                      <a:pt x="593330" y="138696"/>
                    </a:cubicBezTo>
                    <a:lnTo>
                      <a:pt x="597907" y="143473"/>
                    </a:lnTo>
                    <a:lnTo>
                      <a:pt x="601609" y="144112"/>
                    </a:lnTo>
                    <a:lnTo>
                      <a:pt x="605513" y="144549"/>
                    </a:lnTo>
                    <a:lnTo>
                      <a:pt x="608105" y="143675"/>
                    </a:lnTo>
                    <a:lnTo>
                      <a:pt x="609215" y="141085"/>
                    </a:lnTo>
                    <a:lnTo>
                      <a:pt x="608340" y="136745"/>
                    </a:lnTo>
                    <a:lnTo>
                      <a:pt x="610292" y="132607"/>
                    </a:lnTo>
                    <a:lnTo>
                      <a:pt x="614432" y="128268"/>
                    </a:lnTo>
                    <a:lnTo>
                      <a:pt x="615946" y="125442"/>
                    </a:lnTo>
                    <a:lnTo>
                      <a:pt x="619446" y="122415"/>
                    </a:lnTo>
                    <a:lnTo>
                      <a:pt x="622913" y="120901"/>
                    </a:lnTo>
                    <a:lnTo>
                      <a:pt x="627490" y="117873"/>
                    </a:lnTo>
                    <a:lnTo>
                      <a:pt x="629442" y="116124"/>
                    </a:lnTo>
                    <a:lnTo>
                      <a:pt x="632033" y="112659"/>
                    </a:lnTo>
                    <a:lnTo>
                      <a:pt x="637485" y="115922"/>
                    </a:lnTo>
                    <a:lnTo>
                      <a:pt x="644014" y="116999"/>
                    </a:lnTo>
                    <a:lnTo>
                      <a:pt x="645764" y="116763"/>
                    </a:lnTo>
                    <a:lnTo>
                      <a:pt x="647952" y="114375"/>
                    </a:lnTo>
                    <a:lnTo>
                      <a:pt x="650543" y="108723"/>
                    </a:lnTo>
                    <a:lnTo>
                      <a:pt x="650981" y="102870"/>
                    </a:lnTo>
                    <a:lnTo>
                      <a:pt x="651418" y="100482"/>
                    </a:lnTo>
                    <a:lnTo>
                      <a:pt x="655558" y="100280"/>
                    </a:lnTo>
                    <a:lnTo>
                      <a:pt x="657072" y="105494"/>
                    </a:lnTo>
                    <a:lnTo>
                      <a:pt x="658149" y="113298"/>
                    </a:lnTo>
                    <a:lnTo>
                      <a:pt x="659226" y="118075"/>
                    </a:lnTo>
                    <a:lnTo>
                      <a:pt x="660976" y="124803"/>
                    </a:lnTo>
                    <a:lnTo>
                      <a:pt x="666832" y="127393"/>
                    </a:lnTo>
                    <a:lnTo>
                      <a:pt x="672688" y="128268"/>
                    </a:lnTo>
                    <a:lnTo>
                      <a:pt x="676827" y="125240"/>
                    </a:lnTo>
                    <a:lnTo>
                      <a:pt x="683356" y="120026"/>
                    </a:lnTo>
                    <a:lnTo>
                      <a:pt x="685982" y="118277"/>
                    </a:lnTo>
                    <a:lnTo>
                      <a:pt x="688808" y="115687"/>
                    </a:lnTo>
                    <a:lnTo>
                      <a:pt x="690323" y="113736"/>
                    </a:lnTo>
                    <a:lnTo>
                      <a:pt x="690323" y="111112"/>
                    </a:lnTo>
                    <a:cubicBezTo>
                      <a:pt x="690323" y="111112"/>
                      <a:pt x="688472" y="108286"/>
                      <a:pt x="688270" y="107647"/>
                    </a:cubicBezTo>
                    <a:cubicBezTo>
                      <a:pt x="688034" y="107008"/>
                      <a:pt x="690323" y="103072"/>
                      <a:pt x="690323" y="103072"/>
                    </a:cubicBezTo>
                    <a:lnTo>
                      <a:pt x="692510" y="101760"/>
                    </a:lnTo>
                    <a:lnTo>
                      <a:pt x="694261" y="98059"/>
                    </a:lnTo>
                    <a:lnTo>
                      <a:pt x="690559" y="96108"/>
                    </a:lnTo>
                    <a:lnTo>
                      <a:pt x="687731" y="96748"/>
                    </a:lnTo>
                    <a:lnTo>
                      <a:pt x="683828" y="98261"/>
                    </a:lnTo>
                    <a:cubicBezTo>
                      <a:pt x="683828" y="98261"/>
                      <a:pt x="679688" y="100852"/>
                      <a:pt x="678813" y="101087"/>
                    </a:cubicBezTo>
                    <a:cubicBezTo>
                      <a:pt x="677938" y="101289"/>
                      <a:pt x="675347" y="101087"/>
                      <a:pt x="675347" y="101087"/>
                    </a:cubicBezTo>
                    <a:lnTo>
                      <a:pt x="676659" y="98261"/>
                    </a:lnTo>
                    <a:lnTo>
                      <a:pt x="677097" y="92845"/>
                    </a:lnTo>
                    <a:lnTo>
                      <a:pt x="677298" y="89145"/>
                    </a:lnTo>
                    <a:lnTo>
                      <a:pt x="678611" y="87833"/>
                    </a:lnTo>
                    <a:lnTo>
                      <a:pt x="681000" y="86319"/>
                    </a:lnTo>
                    <a:lnTo>
                      <a:pt x="683828" y="84806"/>
                    </a:lnTo>
                    <a:lnTo>
                      <a:pt x="686856" y="80668"/>
                    </a:lnTo>
                    <a:lnTo>
                      <a:pt x="686856" y="73704"/>
                    </a:lnTo>
                    <a:lnTo>
                      <a:pt x="688270" y="68053"/>
                    </a:lnTo>
                    <a:lnTo>
                      <a:pt x="690356" y="65025"/>
                    </a:lnTo>
                    <a:lnTo>
                      <a:pt x="692948" y="60248"/>
                    </a:lnTo>
                    <a:lnTo>
                      <a:pt x="696212" y="56346"/>
                    </a:lnTo>
                    <a:lnTo>
                      <a:pt x="697290" y="54597"/>
                    </a:lnTo>
                    <a:lnTo>
                      <a:pt x="697290" y="51771"/>
                    </a:lnTo>
                    <a:lnTo>
                      <a:pt x="695977" y="49820"/>
                    </a:lnTo>
                    <a:close/>
                  </a:path>
                </a:pathLst>
              </a:custGeom>
              <a:grpFill/>
              <a:ln w="6350" cap="flat">
                <a:solidFill>
                  <a:schemeClr val="bg1"/>
                </a:solidFill>
                <a:prstDash val="solid"/>
                <a:miter/>
              </a:ln>
            </p:spPr>
            <p:txBody>
              <a:bodyPr rtlCol="0" anchor="ctr"/>
              <a:lstStyle/>
              <a:p>
                <a:endParaRPr lang="en-US"/>
              </a:p>
            </p:txBody>
          </p:sp>
        </p:grpSp>
        <p:sp>
          <p:nvSpPr>
            <p:cNvPr id="66" name="Freeform 897">
              <a:extLst>
                <a:ext uri="{FF2B5EF4-FFF2-40B4-BE49-F238E27FC236}">
                  <a16:creationId xmlns:a16="http://schemas.microsoft.com/office/drawing/2014/main" id="{5391E745-30B2-F5FF-F102-0912CAE77041}"/>
                </a:ext>
              </a:extLst>
            </p:cNvPr>
            <p:cNvSpPr/>
            <p:nvPr/>
          </p:nvSpPr>
          <p:spPr>
            <a:xfrm>
              <a:off x="7764148" y="2739847"/>
              <a:ext cx="308043" cy="292908"/>
            </a:xfrm>
            <a:custGeom>
              <a:avLst/>
              <a:gdLst>
                <a:gd name="connsiteX0" fmla="*/ 490819 w 591411"/>
                <a:gd name="connsiteY0" fmla="*/ 552430 h 562353"/>
                <a:gd name="connsiteX1" fmla="*/ 491121 w 591411"/>
                <a:gd name="connsiteY1" fmla="*/ 544895 h 562353"/>
                <a:gd name="connsiteX2" fmla="*/ 498088 w 591411"/>
                <a:gd name="connsiteY2" fmla="*/ 532448 h 562353"/>
                <a:gd name="connsiteX3" fmla="*/ 500713 w 591411"/>
                <a:gd name="connsiteY3" fmla="*/ 525485 h 562353"/>
                <a:gd name="connsiteX4" fmla="*/ 506804 w 591411"/>
                <a:gd name="connsiteY4" fmla="*/ 522289 h 562353"/>
                <a:gd name="connsiteX5" fmla="*/ 512896 w 591411"/>
                <a:gd name="connsiteY5" fmla="*/ 520540 h 562353"/>
                <a:gd name="connsiteX6" fmla="*/ 521578 w 591411"/>
                <a:gd name="connsiteY6" fmla="*/ 516772 h 562353"/>
                <a:gd name="connsiteX7" fmla="*/ 527367 w 591411"/>
                <a:gd name="connsiteY7" fmla="*/ 513004 h 562353"/>
                <a:gd name="connsiteX8" fmla="*/ 529387 w 591411"/>
                <a:gd name="connsiteY8" fmla="*/ 510986 h 562353"/>
                <a:gd name="connsiteX9" fmla="*/ 536050 w 591411"/>
                <a:gd name="connsiteY9" fmla="*/ 505469 h 562353"/>
                <a:gd name="connsiteX10" fmla="*/ 535747 w 591411"/>
                <a:gd name="connsiteY10" fmla="*/ 491273 h 562353"/>
                <a:gd name="connsiteX11" fmla="*/ 533425 w 591411"/>
                <a:gd name="connsiteY11" fmla="*/ 468667 h 562353"/>
                <a:gd name="connsiteX12" fmla="*/ 533997 w 591411"/>
                <a:gd name="connsiteY12" fmla="*/ 455043 h 562353"/>
                <a:gd name="connsiteX13" fmla="*/ 532550 w 591411"/>
                <a:gd name="connsiteY13" fmla="*/ 445759 h 562353"/>
                <a:gd name="connsiteX14" fmla="*/ 528209 w 591411"/>
                <a:gd name="connsiteY14" fmla="*/ 436508 h 562353"/>
                <a:gd name="connsiteX15" fmla="*/ 523295 w 591411"/>
                <a:gd name="connsiteY15" fmla="*/ 435633 h 562353"/>
                <a:gd name="connsiteX16" fmla="*/ 517506 w 591411"/>
                <a:gd name="connsiteY16" fmla="*/ 439670 h 562353"/>
                <a:gd name="connsiteX17" fmla="*/ 513165 w 591411"/>
                <a:gd name="connsiteY17" fmla="*/ 443135 h 562353"/>
                <a:gd name="connsiteX18" fmla="*/ 506501 w 591411"/>
                <a:gd name="connsiteY18" fmla="*/ 443135 h 562353"/>
                <a:gd name="connsiteX19" fmla="*/ 498694 w 591411"/>
                <a:gd name="connsiteY19" fmla="*/ 436474 h 562353"/>
                <a:gd name="connsiteX20" fmla="*/ 491155 w 591411"/>
                <a:gd name="connsiteY20" fmla="*/ 434153 h 562353"/>
                <a:gd name="connsiteX21" fmla="*/ 487958 w 591411"/>
                <a:gd name="connsiteY21" fmla="*/ 436171 h 562353"/>
                <a:gd name="connsiteX22" fmla="*/ 476650 w 591411"/>
                <a:gd name="connsiteY22" fmla="*/ 440814 h 562353"/>
                <a:gd name="connsiteX23" fmla="*/ 469683 w 591411"/>
                <a:gd name="connsiteY23" fmla="*/ 435297 h 562353"/>
                <a:gd name="connsiteX24" fmla="*/ 469683 w 591411"/>
                <a:gd name="connsiteY24" fmla="*/ 424869 h 562353"/>
                <a:gd name="connsiteX25" fmla="*/ 463895 w 591411"/>
                <a:gd name="connsiteY25" fmla="*/ 409226 h 562353"/>
                <a:gd name="connsiteX26" fmla="*/ 458981 w 591411"/>
                <a:gd name="connsiteY26" fmla="*/ 396174 h 562353"/>
                <a:gd name="connsiteX27" fmla="*/ 451442 w 591411"/>
                <a:gd name="connsiteY27" fmla="*/ 394156 h 562353"/>
                <a:gd name="connsiteX28" fmla="*/ 437543 w 591411"/>
                <a:gd name="connsiteY28" fmla="*/ 392406 h 562353"/>
                <a:gd name="connsiteX29" fmla="*/ 432630 w 591411"/>
                <a:gd name="connsiteY29" fmla="*/ 386048 h 562353"/>
                <a:gd name="connsiteX30" fmla="*/ 431452 w 591411"/>
                <a:gd name="connsiteY30" fmla="*/ 377369 h 562353"/>
                <a:gd name="connsiteX31" fmla="*/ 430880 w 591411"/>
                <a:gd name="connsiteY31" fmla="*/ 373299 h 562353"/>
                <a:gd name="connsiteX32" fmla="*/ 427682 w 591411"/>
                <a:gd name="connsiteY32" fmla="*/ 366941 h 562353"/>
                <a:gd name="connsiteX33" fmla="*/ 430004 w 591411"/>
                <a:gd name="connsiteY33" fmla="*/ 362602 h 562353"/>
                <a:gd name="connsiteX34" fmla="*/ 434649 w 591411"/>
                <a:gd name="connsiteY34" fmla="*/ 363174 h 562353"/>
                <a:gd name="connsiteX35" fmla="*/ 439293 w 591411"/>
                <a:gd name="connsiteY35" fmla="*/ 368388 h 562353"/>
                <a:gd name="connsiteX36" fmla="*/ 447976 w 591411"/>
                <a:gd name="connsiteY36" fmla="*/ 373299 h 562353"/>
                <a:gd name="connsiteX37" fmla="*/ 458712 w 591411"/>
                <a:gd name="connsiteY37" fmla="*/ 371550 h 562353"/>
                <a:gd name="connsiteX38" fmla="*/ 468270 w 591411"/>
                <a:gd name="connsiteY38" fmla="*/ 362568 h 562353"/>
                <a:gd name="connsiteX39" fmla="*/ 474361 w 591411"/>
                <a:gd name="connsiteY39" fmla="*/ 360550 h 562353"/>
                <a:gd name="connsiteX40" fmla="*/ 476078 w 591411"/>
                <a:gd name="connsiteY40" fmla="*/ 356513 h 562353"/>
                <a:gd name="connsiteX41" fmla="*/ 476953 w 591411"/>
                <a:gd name="connsiteY41" fmla="*/ 349280 h 562353"/>
                <a:gd name="connsiteX42" fmla="*/ 476381 w 591411"/>
                <a:gd name="connsiteY42" fmla="*/ 342317 h 562353"/>
                <a:gd name="connsiteX43" fmla="*/ 475506 w 591411"/>
                <a:gd name="connsiteY43" fmla="*/ 338549 h 562353"/>
                <a:gd name="connsiteX44" fmla="*/ 471433 w 591411"/>
                <a:gd name="connsiteY44" fmla="*/ 332763 h 562353"/>
                <a:gd name="connsiteX45" fmla="*/ 471433 w 591411"/>
                <a:gd name="connsiteY45" fmla="*/ 324084 h 562353"/>
                <a:gd name="connsiteX46" fmla="*/ 475203 w 591411"/>
                <a:gd name="connsiteY46" fmla="*/ 318870 h 562353"/>
                <a:gd name="connsiteX47" fmla="*/ 480991 w 591411"/>
                <a:gd name="connsiteY47" fmla="*/ 312781 h 562353"/>
                <a:gd name="connsiteX48" fmla="*/ 486208 w 591411"/>
                <a:gd name="connsiteY48" fmla="*/ 312781 h 562353"/>
                <a:gd name="connsiteX49" fmla="*/ 495766 w 591411"/>
                <a:gd name="connsiteY49" fmla="*/ 312781 h 562353"/>
                <a:gd name="connsiteX50" fmla="*/ 496068 w 591411"/>
                <a:gd name="connsiteY50" fmla="*/ 306121 h 562353"/>
                <a:gd name="connsiteX51" fmla="*/ 495193 w 591411"/>
                <a:gd name="connsiteY51" fmla="*/ 299157 h 562353"/>
                <a:gd name="connsiteX52" fmla="*/ 492299 w 591411"/>
                <a:gd name="connsiteY52" fmla="*/ 294515 h 562353"/>
                <a:gd name="connsiteX53" fmla="*/ 492299 w 591411"/>
                <a:gd name="connsiteY53" fmla="*/ 290176 h 562353"/>
                <a:gd name="connsiteX54" fmla="*/ 494621 w 591411"/>
                <a:gd name="connsiteY54" fmla="*/ 288729 h 562353"/>
                <a:gd name="connsiteX55" fmla="*/ 496068 w 591411"/>
                <a:gd name="connsiteY55" fmla="*/ 284961 h 562353"/>
                <a:gd name="connsiteX56" fmla="*/ 495193 w 591411"/>
                <a:gd name="connsiteY56" fmla="*/ 279747 h 562353"/>
                <a:gd name="connsiteX57" fmla="*/ 492299 w 591411"/>
                <a:gd name="connsiteY57" fmla="*/ 277157 h 562353"/>
                <a:gd name="connsiteX58" fmla="*/ 492299 w 591411"/>
                <a:gd name="connsiteY58" fmla="*/ 267301 h 562353"/>
                <a:gd name="connsiteX59" fmla="*/ 493746 w 591411"/>
                <a:gd name="connsiteY59" fmla="*/ 260068 h 562353"/>
                <a:gd name="connsiteX60" fmla="*/ 495766 w 591411"/>
                <a:gd name="connsiteY60" fmla="*/ 253105 h 562353"/>
                <a:gd name="connsiteX61" fmla="*/ 503877 w 591411"/>
                <a:gd name="connsiteY61" fmla="*/ 252533 h 562353"/>
                <a:gd name="connsiteX62" fmla="*/ 511987 w 591411"/>
                <a:gd name="connsiteY62" fmla="*/ 255729 h 562353"/>
                <a:gd name="connsiteX63" fmla="*/ 517204 w 591411"/>
                <a:gd name="connsiteY63" fmla="*/ 259193 h 562353"/>
                <a:gd name="connsiteX64" fmla="*/ 525617 w 591411"/>
                <a:gd name="connsiteY64" fmla="*/ 258319 h 562353"/>
                <a:gd name="connsiteX65" fmla="*/ 528814 w 591411"/>
                <a:gd name="connsiteY65" fmla="*/ 262658 h 562353"/>
                <a:gd name="connsiteX66" fmla="*/ 532314 w 591411"/>
                <a:gd name="connsiteY66" fmla="*/ 266998 h 562353"/>
                <a:gd name="connsiteX67" fmla="*/ 538675 w 591411"/>
                <a:gd name="connsiteY67" fmla="*/ 271337 h 562353"/>
                <a:gd name="connsiteX68" fmla="*/ 540694 w 591411"/>
                <a:gd name="connsiteY68" fmla="*/ 276552 h 562353"/>
                <a:gd name="connsiteX69" fmla="*/ 542714 w 591411"/>
                <a:gd name="connsiteY69" fmla="*/ 284961 h 562353"/>
                <a:gd name="connsiteX70" fmla="*/ 545339 w 591411"/>
                <a:gd name="connsiteY70" fmla="*/ 290176 h 562353"/>
                <a:gd name="connsiteX71" fmla="*/ 552305 w 591411"/>
                <a:gd name="connsiteY71" fmla="*/ 290176 h 562353"/>
                <a:gd name="connsiteX72" fmla="*/ 558094 w 591411"/>
                <a:gd name="connsiteY72" fmla="*/ 290176 h 562353"/>
                <a:gd name="connsiteX73" fmla="*/ 563882 w 591411"/>
                <a:gd name="connsiteY73" fmla="*/ 285971 h 562353"/>
                <a:gd name="connsiteX74" fmla="*/ 571421 w 591411"/>
                <a:gd name="connsiteY74" fmla="*/ 281463 h 562353"/>
                <a:gd name="connsiteX75" fmla="*/ 578085 w 591411"/>
                <a:gd name="connsiteY75" fmla="*/ 277393 h 562353"/>
                <a:gd name="connsiteX76" fmla="*/ 581282 w 591411"/>
                <a:gd name="connsiteY76" fmla="*/ 272447 h 562353"/>
                <a:gd name="connsiteX77" fmla="*/ 583604 w 591411"/>
                <a:gd name="connsiteY77" fmla="*/ 269252 h 562353"/>
                <a:gd name="connsiteX78" fmla="*/ 587071 w 591411"/>
                <a:gd name="connsiteY78" fmla="*/ 269252 h 562353"/>
                <a:gd name="connsiteX79" fmla="*/ 591412 w 591411"/>
                <a:gd name="connsiteY79" fmla="*/ 269252 h 562353"/>
                <a:gd name="connsiteX80" fmla="*/ 591412 w 591411"/>
                <a:gd name="connsiteY80" fmla="*/ 266628 h 562353"/>
                <a:gd name="connsiteX81" fmla="*/ 591412 w 591411"/>
                <a:gd name="connsiteY81" fmla="*/ 260842 h 562353"/>
                <a:gd name="connsiteX82" fmla="*/ 585623 w 591411"/>
                <a:gd name="connsiteY82" fmla="*/ 254181 h 562353"/>
                <a:gd name="connsiteX83" fmla="*/ 583604 w 591411"/>
                <a:gd name="connsiteY83" fmla="*/ 248664 h 562353"/>
                <a:gd name="connsiteX84" fmla="*/ 580979 w 591411"/>
                <a:gd name="connsiteY84" fmla="*/ 238808 h 562353"/>
                <a:gd name="connsiteX85" fmla="*/ 580979 w 591411"/>
                <a:gd name="connsiteY85" fmla="*/ 231844 h 562353"/>
                <a:gd name="connsiteX86" fmla="*/ 580979 w 591411"/>
                <a:gd name="connsiteY86" fmla="*/ 226058 h 562353"/>
                <a:gd name="connsiteX87" fmla="*/ 577075 w 591411"/>
                <a:gd name="connsiteY87" fmla="*/ 225486 h 562353"/>
                <a:gd name="connsiteX88" fmla="*/ 570849 w 591411"/>
                <a:gd name="connsiteY88" fmla="*/ 227808 h 562353"/>
                <a:gd name="connsiteX89" fmla="*/ 565329 w 591411"/>
                <a:gd name="connsiteY89" fmla="*/ 230129 h 562353"/>
                <a:gd name="connsiteX90" fmla="*/ 565329 w 591411"/>
                <a:gd name="connsiteY90" fmla="*/ 223165 h 562353"/>
                <a:gd name="connsiteX91" fmla="*/ 552507 w 591411"/>
                <a:gd name="connsiteY91" fmla="*/ 219431 h 562353"/>
                <a:gd name="connsiteX92" fmla="*/ 544329 w 591411"/>
                <a:gd name="connsiteY92" fmla="*/ 210483 h 562353"/>
                <a:gd name="connsiteX93" fmla="*/ 536790 w 591411"/>
                <a:gd name="connsiteY93" fmla="*/ 194067 h 562353"/>
                <a:gd name="connsiteX94" fmla="*/ 536252 w 591411"/>
                <a:gd name="connsiteY94" fmla="*/ 192755 h 562353"/>
                <a:gd name="connsiteX95" fmla="*/ 533156 w 591411"/>
                <a:gd name="connsiteY95" fmla="*/ 192755 h 562353"/>
                <a:gd name="connsiteX96" fmla="*/ 524473 w 591411"/>
                <a:gd name="connsiteY96" fmla="*/ 192755 h 562353"/>
                <a:gd name="connsiteX97" fmla="*/ 518381 w 591411"/>
                <a:gd name="connsiteY97" fmla="*/ 194269 h 562353"/>
                <a:gd name="connsiteX98" fmla="*/ 515555 w 591411"/>
                <a:gd name="connsiteY98" fmla="*/ 198306 h 562353"/>
                <a:gd name="connsiteX99" fmla="*/ 500544 w 591411"/>
                <a:gd name="connsiteY99" fmla="*/ 199718 h 562353"/>
                <a:gd name="connsiteX100" fmla="*/ 491424 w 591411"/>
                <a:gd name="connsiteY100" fmla="*/ 199718 h 562353"/>
                <a:gd name="connsiteX101" fmla="*/ 480116 w 591411"/>
                <a:gd name="connsiteY101" fmla="*/ 194303 h 562353"/>
                <a:gd name="connsiteX102" fmla="*/ 476212 w 591411"/>
                <a:gd name="connsiteY102" fmla="*/ 188651 h 562353"/>
                <a:gd name="connsiteX103" fmla="*/ 474900 w 591411"/>
                <a:gd name="connsiteY103" fmla="*/ 180409 h 562353"/>
                <a:gd name="connsiteX104" fmla="*/ 474900 w 591411"/>
                <a:gd name="connsiteY104" fmla="*/ 174556 h 562353"/>
                <a:gd name="connsiteX105" fmla="*/ 470558 w 591411"/>
                <a:gd name="connsiteY105" fmla="*/ 169981 h 562353"/>
                <a:gd name="connsiteX106" fmla="*/ 464029 w 591411"/>
                <a:gd name="connsiteY106" fmla="*/ 164969 h 562353"/>
                <a:gd name="connsiteX107" fmla="*/ 456625 w 591411"/>
                <a:gd name="connsiteY107" fmla="*/ 164969 h 562353"/>
                <a:gd name="connsiteX108" fmla="*/ 452486 w 591411"/>
                <a:gd name="connsiteY108" fmla="*/ 158241 h 562353"/>
                <a:gd name="connsiteX109" fmla="*/ 447034 w 591411"/>
                <a:gd name="connsiteY109" fmla="*/ 153228 h 562353"/>
                <a:gd name="connsiteX110" fmla="*/ 439865 w 591411"/>
                <a:gd name="connsiteY110" fmla="*/ 151042 h 562353"/>
                <a:gd name="connsiteX111" fmla="*/ 430509 w 591411"/>
                <a:gd name="connsiteY111" fmla="*/ 151042 h 562353"/>
                <a:gd name="connsiteX112" fmla="*/ 421827 w 591411"/>
                <a:gd name="connsiteY112" fmla="*/ 151042 h 562353"/>
                <a:gd name="connsiteX113" fmla="*/ 417249 w 591411"/>
                <a:gd name="connsiteY113" fmla="*/ 149091 h 562353"/>
                <a:gd name="connsiteX114" fmla="*/ 415735 w 591411"/>
                <a:gd name="connsiteY114" fmla="*/ 145189 h 562353"/>
                <a:gd name="connsiteX115" fmla="*/ 415735 w 591411"/>
                <a:gd name="connsiteY115" fmla="*/ 139773 h 562353"/>
                <a:gd name="connsiteX116" fmla="*/ 415735 w 591411"/>
                <a:gd name="connsiteY116" fmla="*/ 136308 h 562353"/>
                <a:gd name="connsiteX117" fmla="*/ 417048 w 591411"/>
                <a:gd name="connsiteY117" fmla="*/ 133718 h 562353"/>
                <a:gd name="connsiteX118" fmla="*/ 419874 w 591411"/>
                <a:gd name="connsiteY118" fmla="*/ 130892 h 562353"/>
                <a:gd name="connsiteX119" fmla="*/ 423576 w 591411"/>
                <a:gd name="connsiteY119" fmla="*/ 128066 h 562353"/>
                <a:gd name="connsiteX120" fmla="*/ 427480 w 591411"/>
                <a:gd name="connsiteY120" fmla="*/ 123289 h 562353"/>
                <a:gd name="connsiteX121" fmla="*/ 430509 w 591411"/>
                <a:gd name="connsiteY121" fmla="*/ 123289 h 562353"/>
                <a:gd name="connsiteX122" fmla="*/ 431384 w 591411"/>
                <a:gd name="connsiteY122" fmla="*/ 118512 h 562353"/>
                <a:gd name="connsiteX123" fmla="*/ 431384 w 591411"/>
                <a:gd name="connsiteY123" fmla="*/ 113736 h 562353"/>
                <a:gd name="connsiteX124" fmla="*/ 433572 w 591411"/>
                <a:gd name="connsiteY124" fmla="*/ 108959 h 562353"/>
                <a:gd name="connsiteX125" fmla="*/ 435961 w 591411"/>
                <a:gd name="connsiteY125" fmla="*/ 107008 h 562353"/>
                <a:gd name="connsiteX126" fmla="*/ 439024 w 591411"/>
                <a:gd name="connsiteY126" fmla="*/ 104182 h 562353"/>
                <a:gd name="connsiteX127" fmla="*/ 442726 w 591411"/>
                <a:gd name="connsiteY127" fmla="*/ 102130 h 562353"/>
                <a:gd name="connsiteX128" fmla="*/ 447740 w 591411"/>
                <a:gd name="connsiteY128" fmla="*/ 100717 h 562353"/>
                <a:gd name="connsiteX129" fmla="*/ 453193 w 591411"/>
                <a:gd name="connsiteY129" fmla="*/ 100717 h 562353"/>
                <a:gd name="connsiteX130" fmla="*/ 458409 w 591411"/>
                <a:gd name="connsiteY130" fmla="*/ 97689 h 562353"/>
                <a:gd name="connsiteX131" fmla="*/ 461000 w 591411"/>
                <a:gd name="connsiteY131" fmla="*/ 93787 h 562353"/>
                <a:gd name="connsiteX132" fmla="*/ 461337 w 591411"/>
                <a:gd name="connsiteY132" fmla="*/ 91836 h 562353"/>
                <a:gd name="connsiteX133" fmla="*/ 459284 w 591411"/>
                <a:gd name="connsiteY133" fmla="*/ 88136 h 562353"/>
                <a:gd name="connsiteX134" fmla="*/ 459284 w 591411"/>
                <a:gd name="connsiteY134" fmla="*/ 82484 h 562353"/>
                <a:gd name="connsiteX135" fmla="*/ 462549 w 591411"/>
                <a:gd name="connsiteY135" fmla="*/ 81172 h 562353"/>
                <a:gd name="connsiteX136" fmla="*/ 466453 w 591411"/>
                <a:gd name="connsiteY136" fmla="*/ 79019 h 562353"/>
                <a:gd name="connsiteX137" fmla="*/ 469919 w 591411"/>
                <a:gd name="connsiteY137" fmla="*/ 74680 h 562353"/>
                <a:gd name="connsiteX138" fmla="*/ 471770 w 591411"/>
                <a:gd name="connsiteY138" fmla="*/ 73065 h 562353"/>
                <a:gd name="connsiteX139" fmla="*/ 474597 w 591411"/>
                <a:gd name="connsiteY139" fmla="*/ 71316 h 562353"/>
                <a:gd name="connsiteX140" fmla="*/ 477761 w 591411"/>
                <a:gd name="connsiteY140" fmla="*/ 68591 h 562353"/>
                <a:gd name="connsiteX141" fmla="*/ 479275 w 591411"/>
                <a:gd name="connsiteY141" fmla="*/ 66001 h 562353"/>
                <a:gd name="connsiteX142" fmla="*/ 483852 w 591411"/>
                <a:gd name="connsiteY142" fmla="*/ 66001 h 562353"/>
                <a:gd name="connsiteX143" fmla="*/ 489741 w 591411"/>
                <a:gd name="connsiteY143" fmla="*/ 64252 h 562353"/>
                <a:gd name="connsiteX144" fmla="*/ 491189 w 591411"/>
                <a:gd name="connsiteY144" fmla="*/ 64252 h 562353"/>
                <a:gd name="connsiteX145" fmla="*/ 494083 w 591411"/>
                <a:gd name="connsiteY145" fmla="*/ 60181 h 562353"/>
                <a:gd name="connsiteX146" fmla="*/ 496102 w 591411"/>
                <a:gd name="connsiteY146" fmla="*/ 59038 h 562353"/>
                <a:gd name="connsiteX147" fmla="*/ 497549 w 591411"/>
                <a:gd name="connsiteY147" fmla="*/ 55842 h 562353"/>
                <a:gd name="connsiteX148" fmla="*/ 501891 w 591411"/>
                <a:gd name="connsiteY148" fmla="*/ 52074 h 562353"/>
                <a:gd name="connsiteX149" fmla="*/ 506232 w 591411"/>
                <a:gd name="connsiteY149" fmla="*/ 52074 h 562353"/>
                <a:gd name="connsiteX150" fmla="*/ 506232 w 591411"/>
                <a:gd name="connsiteY150" fmla="*/ 43664 h 562353"/>
                <a:gd name="connsiteX151" fmla="*/ 508857 w 591411"/>
                <a:gd name="connsiteY151" fmla="*/ 38147 h 562353"/>
                <a:gd name="connsiteX152" fmla="*/ 519425 w 591411"/>
                <a:gd name="connsiteY152" fmla="*/ 38147 h 562353"/>
                <a:gd name="connsiteX153" fmla="*/ 524136 w 591411"/>
                <a:gd name="connsiteY153" fmla="*/ 35389 h 562353"/>
                <a:gd name="connsiteX154" fmla="*/ 525651 w 591411"/>
                <a:gd name="connsiteY154" fmla="*/ 30915 h 562353"/>
                <a:gd name="connsiteX155" fmla="*/ 526223 w 591411"/>
                <a:gd name="connsiteY155" fmla="*/ 28325 h 562353"/>
                <a:gd name="connsiteX156" fmla="*/ 528848 w 591411"/>
                <a:gd name="connsiteY156" fmla="*/ 21664 h 562353"/>
                <a:gd name="connsiteX157" fmla="*/ 528848 w 591411"/>
                <a:gd name="connsiteY157" fmla="*/ 17324 h 562353"/>
                <a:gd name="connsiteX158" fmla="*/ 523833 w 591411"/>
                <a:gd name="connsiteY158" fmla="*/ 14465 h 562353"/>
                <a:gd name="connsiteX159" fmla="*/ 522285 w 591411"/>
                <a:gd name="connsiteY159" fmla="*/ 13052 h 562353"/>
                <a:gd name="connsiteX160" fmla="*/ 518651 w 591411"/>
                <a:gd name="connsiteY160" fmla="*/ 16618 h 562353"/>
                <a:gd name="connsiteX161" fmla="*/ 518853 w 591411"/>
                <a:gd name="connsiteY161" fmla="*/ 18502 h 562353"/>
                <a:gd name="connsiteX162" fmla="*/ 518987 w 591411"/>
                <a:gd name="connsiteY162" fmla="*/ 21529 h 562353"/>
                <a:gd name="connsiteX163" fmla="*/ 516800 w 591411"/>
                <a:gd name="connsiteY163" fmla="*/ 24557 h 562353"/>
                <a:gd name="connsiteX164" fmla="*/ 514477 w 591411"/>
                <a:gd name="connsiteY164" fmla="*/ 26441 h 562353"/>
                <a:gd name="connsiteX165" fmla="*/ 511718 w 591411"/>
                <a:gd name="connsiteY165" fmla="*/ 26878 h 562353"/>
                <a:gd name="connsiteX166" fmla="*/ 507376 w 591411"/>
                <a:gd name="connsiteY166" fmla="*/ 31352 h 562353"/>
                <a:gd name="connsiteX167" fmla="*/ 504617 w 591411"/>
                <a:gd name="connsiteY167" fmla="*/ 33673 h 562353"/>
                <a:gd name="connsiteX168" fmla="*/ 495496 w 591411"/>
                <a:gd name="connsiteY168" fmla="*/ 35994 h 562353"/>
                <a:gd name="connsiteX169" fmla="*/ 491289 w 591411"/>
                <a:gd name="connsiteY169" fmla="*/ 37004 h 562353"/>
                <a:gd name="connsiteX170" fmla="*/ 487655 w 591411"/>
                <a:gd name="connsiteY170" fmla="*/ 38316 h 562353"/>
                <a:gd name="connsiteX171" fmla="*/ 485905 w 591411"/>
                <a:gd name="connsiteY171" fmla="*/ 40334 h 562353"/>
                <a:gd name="connsiteX172" fmla="*/ 485333 w 591411"/>
                <a:gd name="connsiteY172" fmla="*/ 43227 h 562353"/>
                <a:gd name="connsiteX173" fmla="*/ 483885 w 591411"/>
                <a:gd name="connsiteY173" fmla="*/ 47701 h 562353"/>
                <a:gd name="connsiteX174" fmla="*/ 483010 w 591411"/>
                <a:gd name="connsiteY174" fmla="*/ 49450 h 562353"/>
                <a:gd name="connsiteX175" fmla="*/ 478804 w 591411"/>
                <a:gd name="connsiteY175" fmla="*/ 48004 h 562353"/>
                <a:gd name="connsiteX176" fmla="*/ 476919 w 591411"/>
                <a:gd name="connsiteY176" fmla="*/ 46120 h 562353"/>
                <a:gd name="connsiteX177" fmla="*/ 475337 w 591411"/>
                <a:gd name="connsiteY177" fmla="*/ 46557 h 562353"/>
                <a:gd name="connsiteX178" fmla="*/ 474159 w 591411"/>
                <a:gd name="connsiteY178" fmla="*/ 48576 h 562353"/>
                <a:gd name="connsiteX179" fmla="*/ 472275 w 591411"/>
                <a:gd name="connsiteY179" fmla="*/ 50762 h 562353"/>
                <a:gd name="connsiteX180" fmla="*/ 470962 w 591411"/>
                <a:gd name="connsiteY180" fmla="*/ 51771 h 562353"/>
                <a:gd name="connsiteX181" fmla="*/ 470222 w 591411"/>
                <a:gd name="connsiteY181" fmla="*/ 53958 h 562353"/>
                <a:gd name="connsiteX182" fmla="*/ 466149 w 591411"/>
                <a:gd name="connsiteY182" fmla="*/ 55775 h 562353"/>
                <a:gd name="connsiteX183" fmla="*/ 461808 w 591411"/>
                <a:gd name="connsiteY183" fmla="*/ 53386 h 562353"/>
                <a:gd name="connsiteX184" fmla="*/ 460933 w 591411"/>
                <a:gd name="connsiteY184" fmla="*/ 48172 h 562353"/>
                <a:gd name="connsiteX185" fmla="*/ 462246 w 591411"/>
                <a:gd name="connsiteY185" fmla="*/ 40334 h 562353"/>
                <a:gd name="connsiteX186" fmla="*/ 464635 w 591411"/>
                <a:gd name="connsiteY186" fmla="*/ 34043 h 562353"/>
                <a:gd name="connsiteX187" fmla="*/ 459419 w 591411"/>
                <a:gd name="connsiteY187" fmla="*/ 34817 h 562353"/>
                <a:gd name="connsiteX188" fmla="*/ 458207 w 591411"/>
                <a:gd name="connsiteY188" fmla="*/ 34178 h 562353"/>
                <a:gd name="connsiteX189" fmla="*/ 457467 w 591411"/>
                <a:gd name="connsiteY189" fmla="*/ 32126 h 562353"/>
                <a:gd name="connsiteX190" fmla="*/ 457467 w 591411"/>
                <a:gd name="connsiteY190" fmla="*/ 28661 h 562353"/>
                <a:gd name="connsiteX191" fmla="*/ 457467 w 591411"/>
                <a:gd name="connsiteY191" fmla="*/ 25196 h 562353"/>
                <a:gd name="connsiteX192" fmla="*/ 456457 w 591411"/>
                <a:gd name="connsiteY192" fmla="*/ 23178 h 562353"/>
                <a:gd name="connsiteX193" fmla="*/ 454875 w 591411"/>
                <a:gd name="connsiteY193" fmla="*/ 17526 h 562353"/>
                <a:gd name="connsiteX194" fmla="*/ 448784 w 591411"/>
                <a:gd name="connsiteY194" fmla="*/ 13893 h 562353"/>
                <a:gd name="connsiteX195" fmla="*/ 446899 w 591411"/>
                <a:gd name="connsiteY195" fmla="*/ 13590 h 562353"/>
                <a:gd name="connsiteX196" fmla="*/ 444308 w 591411"/>
                <a:gd name="connsiteY196" fmla="*/ 12716 h 562353"/>
                <a:gd name="connsiteX197" fmla="*/ 441986 w 591411"/>
                <a:gd name="connsiteY197" fmla="*/ 11841 h 562353"/>
                <a:gd name="connsiteX198" fmla="*/ 439663 w 591411"/>
                <a:gd name="connsiteY198" fmla="*/ 13288 h 562353"/>
                <a:gd name="connsiteX199" fmla="*/ 437341 w 591411"/>
                <a:gd name="connsiteY199" fmla="*/ 16181 h 562353"/>
                <a:gd name="connsiteX200" fmla="*/ 434885 w 591411"/>
                <a:gd name="connsiteY200" fmla="*/ 18064 h 562353"/>
                <a:gd name="connsiteX201" fmla="*/ 433000 w 591411"/>
                <a:gd name="connsiteY201" fmla="*/ 20251 h 562353"/>
                <a:gd name="connsiteX202" fmla="*/ 431418 w 591411"/>
                <a:gd name="connsiteY202" fmla="*/ 25162 h 562353"/>
                <a:gd name="connsiteX203" fmla="*/ 431418 w 591411"/>
                <a:gd name="connsiteY203" fmla="*/ 26037 h 562353"/>
                <a:gd name="connsiteX204" fmla="*/ 428827 w 591411"/>
                <a:gd name="connsiteY204" fmla="*/ 31251 h 562353"/>
                <a:gd name="connsiteX205" fmla="*/ 424485 w 591411"/>
                <a:gd name="connsiteY205" fmla="*/ 33875 h 562353"/>
                <a:gd name="connsiteX206" fmla="*/ 424485 w 591411"/>
                <a:gd name="connsiteY206" fmla="*/ 30410 h 562353"/>
                <a:gd name="connsiteX207" fmla="*/ 424485 w 591411"/>
                <a:gd name="connsiteY207" fmla="*/ 28089 h 562353"/>
                <a:gd name="connsiteX208" fmla="*/ 421523 w 591411"/>
                <a:gd name="connsiteY208" fmla="*/ 25028 h 562353"/>
                <a:gd name="connsiteX209" fmla="*/ 418562 w 591411"/>
                <a:gd name="connsiteY209" fmla="*/ 22000 h 562353"/>
                <a:gd name="connsiteX210" fmla="*/ 414927 w 591411"/>
                <a:gd name="connsiteY210" fmla="*/ 22740 h 562353"/>
                <a:gd name="connsiteX211" fmla="*/ 410586 w 591411"/>
                <a:gd name="connsiteY211" fmla="*/ 24052 h 562353"/>
                <a:gd name="connsiteX212" fmla="*/ 405941 w 591411"/>
                <a:gd name="connsiteY212" fmla="*/ 23480 h 562353"/>
                <a:gd name="connsiteX213" fmla="*/ 401600 w 591411"/>
                <a:gd name="connsiteY213" fmla="*/ 21159 h 562353"/>
                <a:gd name="connsiteX214" fmla="*/ 399985 w 591411"/>
                <a:gd name="connsiteY214" fmla="*/ 21294 h 562353"/>
                <a:gd name="connsiteX215" fmla="*/ 398235 w 591411"/>
                <a:gd name="connsiteY215" fmla="*/ 22168 h 562353"/>
                <a:gd name="connsiteX216" fmla="*/ 391571 w 591411"/>
                <a:gd name="connsiteY216" fmla="*/ 22875 h 562353"/>
                <a:gd name="connsiteX217" fmla="*/ 389384 w 591411"/>
                <a:gd name="connsiteY217" fmla="*/ 22572 h 562353"/>
                <a:gd name="connsiteX218" fmla="*/ 383427 w 591411"/>
                <a:gd name="connsiteY218" fmla="*/ 20688 h 562353"/>
                <a:gd name="connsiteX219" fmla="*/ 379220 w 591411"/>
                <a:gd name="connsiteY219" fmla="*/ 19107 h 562353"/>
                <a:gd name="connsiteX220" fmla="*/ 374878 w 591411"/>
                <a:gd name="connsiteY220" fmla="*/ 17089 h 562353"/>
                <a:gd name="connsiteX221" fmla="*/ 373128 w 591411"/>
                <a:gd name="connsiteY221" fmla="*/ 14768 h 562353"/>
                <a:gd name="connsiteX222" fmla="*/ 372253 w 591411"/>
                <a:gd name="connsiteY222" fmla="*/ 14465 h 562353"/>
                <a:gd name="connsiteX223" fmla="*/ 368652 w 591411"/>
                <a:gd name="connsiteY223" fmla="*/ 12009 h 562353"/>
                <a:gd name="connsiteX224" fmla="*/ 365758 w 591411"/>
                <a:gd name="connsiteY224" fmla="*/ 11135 h 562353"/>
                <a:gd name="connsiteX225" fmla="*/ 361854 w 591411"/>
                <a:gd name="connsiteY225" fmla="*/ 10395 h 562353"/>
                <a:gd name="connsiteX226" fmla="*/ 358522 w 591411"/>
                <a:gd name="connsiteY226" fmla="*/ 9957 h 562353"/>
                <a:gd name="connsiteX227" fmla="*/ 354753 w 591411"/>
                <a:gd name="connsiteY227" fmla="*/ 9385 h 562353"/>
                <a:gd name="connsiteX228" fmla="*/ 351556 w 591411"/>
                <a:gd name="connsiteY228" fmla="*/ 8376 h 562353"/>
                <a:gd name="connsiteX229" fmla="*/ 349233 w 591411"/>
                <a:gd name="connsiteY229" fmla="*/ 7232 h 562353"/>
                <a:gd name="connsiteX230" fmla="*/ 344455 w 591411"/>
                <a:gd name="connsiteY230" fmla="*/ 6089 h 562353"/>
                <a:gd name="connsiteX231" fmla="*/ 344455 w 591411"/>
                <a:gd name="connsiteY231" fmla="*/ 4205 h 562353"/>
                <a:gd name="connsiteX232" fmla="*/ 343714 w 591411"/>
                <a:gd name="connsiteY232" fmla="*/ 1009 h 562353"/>
                <a:gd name="connsiteX233" fmla="*/ 341830 w 591411"/>
                <a:gd name="connsiteY233" fmla="*/ 0 h 562353"/>
                <a:gd name="connsiteX234" fmla="*/ 340248 w 591411"/>
                <a:gd name="connsiteY234" fmla="*/ 0 h 562353"/>
                <a:gd name="connsiteX235" fmla="*/ 338094 w 591411"/>
                <a:gd name="connsiteY235" fmla="*/ 1413 h 562353"/>
                <a:gd name="connsiteX236" fmla="*/ 335637 w 591411"/>
                <a:gd name="connsiteY236" fmla="*/ 3330 h 562353"/>
                <a:gd name="connsiteX237" fmla="*/ 331868 w 591411"/>
                <a:gd name="connsiteY237" fmla="*/ 4777 h 562353"/>
                <a:gd name="connsiteX238" fmla="*/ 328233 w 591411"/>
                <a:gd name="connsiteY238" fmla="*/ 3902 h 562353"/>
                <a:gd name="connsiteX239" fmla="*/ 324329 w 591411"/>
                <a:gd name="connsiteY239" fmla="*/ 3330 h 562353"/>
                <a:gd name="connsiteX240" fmla="*/ 322714 w 591411"/>
                <a:gd name="connsiteY240" fmla="*/ 1884 h 562353"/>
                <a:gd name="connsiteX241" fmla="*/ 320560 w 591411"/>
                <a:gd name="connsiteY241" fmla="*/ 1884 h 562353"/>
                <a:gd name="connsiteX242" fmla="*/ 317935 w 591411"/>
                <a:gd name="connsiteY242" fmla="*/ 2456 h 562353"/>
                <a:gd name="connsiteX243" fmla="*/ 315915 w 591411"/>
                <a:gd name="connsiteY243" fmla="*/ 3330 h 562353"/>
                <a:gd name="connsiteX244" fmla="*/ 312584 w 591411"/>
                <a:gd name="connsiteY244" fmla="*/ 5080 h 562353"/>
                <a:gd name="connsiteX245" fmla="*/ 309824 w 591411"/>
                <a:gd name="connsiteY245" fmla="*/ 5820 h 562353"/>
                <a:gd name="connsiteX246" fmla="*/ 307064 w 591411"/>
                <a:gd name="connsiteY246" fmla="*/ 6391 h 562353"/>
                <a:gd name="connsiteX247" fmla="*/ 306189 w 591411"/>
                <a:gd name="connsiteY247" fmla="*/ 11303 h 562353"/>
                <a:gd name="connsiteX248" fmla="*/ 306189 w 591411"/>
                <a:gd name="connsiteY248" fmla="*/ 12312 h 562353"/>
                <a:gd name="connsiteX249" fmla="*/ 306627 w 591411"/>
                <a:gd name="connsiteY249" fmla="*/ 14499 h 562353"/>
                <a:gd name="connsiteX250" fmla="*/ 307064 w 591411"/>
                <a:gd name="connsiteY250" fmla="*/ 19141 h 562353"/>
                <a:gd name="connsiteX251" fmla="*/ 305483 w 591411"/>
                <a:gd name="connsiteY251" fmla="*/ 19141 h 562353"/>
                <a:gd name="connsiteX252" fmla="*/ 303901 w 591411"/>
                <a:gd name="connsiteY252" fmla="*/ 20285 h 562353"/>
                <a:gd name="connsiteX253" fmla="*/ 303026 w 591411"/>
                <a:gd name="connsiteY253" fmla="*/ 22034 h 562353"/>
                <a:gd name="connsiteX254" fmla="*/ 304036 w 591411"/>
                <a:gd name="connsiteY254" fmla="*/ 24221 h 562353"/>
                <a:gd name="connsiteX255" fmla="*/ 306223 w 591411"/>
                <a:gd name="connsiteY255" fmla="*/ 25970 h 562353"/>
                <a:gd name="connsiteX256" fmla="*/ 306088 w 591411"/>
                <a:gd name="connsiteY256" fmla="*/ 27282 h 562353"/>
                <a:gd name="connsiteX257" fmla="*/ 304338 w 591411"/>
                <a:gd name="connsiteY257" fmla="*/ 29031 h 562353"/>
                <a:gd name="connsiteX258" fmla="*/ 305651 w 591411"/>
                <a:gd name="connsiteY258" fmla="*/ 30175 h 562353"/>
                <a:gd name="connsiteX259" fmla="*/ 304944 w 591411"/>
                <a:gd name="connsiteY259" fmla="*/ 31487 h 562353"/>
                <a:gd name="connsiteX260" fmla="*/ 303362 w 591411"/>
                <a:gd name="connsiteY260" fmla="*/ 33673 h 562353"/>
                <a:gd name="connsiteX261" fmla="*/ 304944 w 591411"/>
                <a:gd name="connsiteY261" fmla="*/ 36432 h 562353"/>
                <a:gd name="connsiteX262" fmla="*/ 306896 w 591411"/>
                <a:gd name="connsiteY262" fmla="*/ 38618 h 562353"/>
                <a:gd name="connsiteX263" fmla="*/ 307973 w 591411"/>
                <a:gd name="connsiteY263" fmla="*/ 40939 h 562353"/>
                <a:gd name="connsiteX264" fmla="*/ 307973 w 591411"/>
                <a:gd name="connsiteY264" fmla="*/ 43698 h 562353"/>
                <a:gd name="connsiteX265" fmla="*/ 306088 w 591411"/>
                <a:gd name="connsiteY265" fmla="*/ 44573 h 562353"/>
                <a:gd name="connsiteX266" fmla="*/ 304204 w 591411"/>
                <a:gd name="connsiteY266" fmla="*/ 46322 h 562353"/>
                <a:gd name="connsiteX267" fmla="*/ 302757 w 591411"/>
                <a:gd name="connsiteY267" fmla="*/ 49652 h 562353"/>
                <a:gd name="connsiteX268" fmla="*/ 302757 w 591411"/>
                <a:gd name="connsiteY268" fmla="*/ 51536 h 562353"/>
                <a:gd name="connsiteX269" fmla="*/ 304136 w 591411"/>
                <a:gd name="connsiteY269" fmla="*/ 53722 h 562353"/>
                <a:gd name="connsiteX270" fmla="*/ 305381 w 591411"/>
                <a:gd name="connsiteY270" fmla="*/ 56044 h 562353"/>
                <a:gd name="connsiteX271" fmla="*/ 306829 w 591411"/>
                <a:gd name="connsiteY271" fmla="*/ 59071 h 562353"/>
                <a:gd name="connsiteX272" fmla="*/ 306829 w 591411"/>
                <a:gd name="connsiteY272" fmla="*/ 59946 h 562353"/>
                <a:gd name="connsiteX273" fmla="*/ 303800 w 591411"/>
                <a:gd name="connsiteY273" fmla="*/ 60821 h 562353"/>
                <a:gd name="connsiteX274" fmla="*/ 301343 w 591411"/>
                <a:gd name="connsiteY274" fmla="*/ 60955 h 562353"/>
                <a:gd name="connsiteX275" fmla="*/ 298449 w 591411"/>
                <a:gd name="connsiteY275" fmla="*/ 60955 h 562353"/>
                <a:gd name="connsiteX276" fmla="*/ 297439 w 591411"/>
                <a:gd name="connsiteY276" fmla="*/ 60955 h 562353"/>
                <a:gd name="connsiteX277" fmla="*/ 295420 w 591411"/>
                <a:gd name="connsiteY277" fmla="*/ 61830 h 562353"/>
                <a:gd name="connsiteX278" fmla="*/ 295857 w 591411"/>
                <a:gd name="connsiteY278" fmla="*/ 64453 h 562353"/>
                <a:gd name="connsiteX279" fmla="*/ 296430 w 591411"/>
                <a:gd name="connsiteY279" fmla="*/ 66909 h 562353"/>
                <a:gd name="connsiteX280" fmla="*/ 297439 w 591411"/>
                <a:gd name="connsiteY280" fmla="*/ 70811 h 562353"/>
                <a:gd name="connsiteX281" fmla="*/ 298449 w 591411"/>
                <a:gd name="connsiteY281" fmla="*/ 73704 h 562353"/>
                <a:gd name="connsiteX282" fmla="*/ 299324 w 591411"/>
                <a:gd name="connsiteY282" fmla="*/ 77472 h 562353"/>
                <a:gd name="connsiteX283" fmla="*/ 299324 w 591411"/>
                <a:gd name="connsiteY283" fmla="*/ 80365 h 562353"/>
                <a:gd name="connsiteX284" fmla="*/ 296867 w 591411"/>
                <a:gd name="connsiteY284" fmla="*/ 83561 h 562353"/>
                <a:gd name="connsiteX285" fmla="*/ 295420 w 591411"/>
                <a:gd name="connsiteY285" fmla="*/ 86588 h 562353"/>
                <a:gd name="connsiteX286" fmla="*/ 293232 w 591411"/>
                <a:gd name="connsiteY286" fmla="*/ 91063 h 562353"/>
                <a:gd name="connsiteX287" fmla="*/ 291348 w 591411"/>
                <a:gd name="connsiteY287" fmla="*/ 93249 h 562353"/>
                <a:gd name="connsiteX288" fmla="*/ 289598 w 591411"/>
                <a:gd name="connsiteY288" fmla="*/ 95705 h 562353"/>
                <a:gd name="connsiteX289" fmla="*/ 287410 w 591411"/>
                <a:gd name="connsiteY289" fmla="*/ 97589 h 562353"/>
                <a:gd name="connsiteX290" fmla="*/ 284347 w 591411"/>
                <a:gd name="connsiteY290" fmla="*/ 100044 h 562353"/>
                <a:gd name="connsiteX291" fmla="*/ 281016 w 591411"/>
                <a:gd name="connsiteY291" fmla="*/ 102668 h 562353"/>
                <a:gd name="connsiteX292" fmla="*/ 280141 w 591411"/>
                <a:gd name="connsiteY292" fmla="*/ 102668 h 562353"/>
                <a:gd name="connsiteX293" fmla="*/ 280141 w 591411"/>
                <a:gd name="connsiteY293" fmla="*/ 105258 h 562353"/>
                <a:gd name="connsiteX294" fmla="*/ 280141 w 591411"/>
                <a:gd name="connsiteY294" fmla="*/ 105999 h 562353"/>
                <a:gd name="connsiteX295" fmla="*/ 279265 w 591411"/>
                <a:gd name="connsiteY295" fmla="*/ 108454 h 562353"/>
                <a:gd name="connsiteX296" fmla="*/ 276809 w 591411"/>
                <a:gd name="connsiteY296" fmla="*/ 109329 h 562353"/>
                <a:gd name="connsiteX297" fmla="*/ 274924 w 591411"/>
                <a:gd name="connsiteY297" fmla="*/ 108757 h 562353"/>
                <a:gd name="connsiteX298" fmla="*/ 272905 w 591411"/>
                <a:gd name="connsiteY298" fmla="*/ 106738 h 562353"/>
                <a:gd name="connsiteX299" fmla="*/ 269842 w 591411"/>
                <a:gd name="connsiteY299" fmla="*/ 105999 h 562353"/>
                <a:gd name="connsiteX300" fmla="*/ 265198 w 591411"/>
                <a:gd name="connsiteY300" fmla="*/ 106738 h 562353"/>
                <a:gd name="connsiteX301" fmla="*/ 262135 w 591411"/>
                <a:gd name="connsiteY301" fmla="*/ 109329 h 562353"/>
                <a:gd name="connsiteX302" fmla="*/ 260958 w 591411"/>
                <a:gd name="connsiteY302" fmla="*/ 112222 h 562353"/>
                <a:gd name="connsiteX303" fmla="*/ 259207 w 591411"/>
                <a:gd name="connsiteY303" fmla="*/ 113971 h 562353"/>
                <a:gd name="connsiteX304" fmla="*/ 259207 w 591411"/>
                <a:gd name="connsiteY304" fmla="*/ 118008 h 562353"/>
                <a:gd name="connsiteX305" fmla="*/ 255876 w 591411"/>
                <a:gd name="connsiteY305" fmla="*/ 121035 h 562353"/>
                <a:gd name="connsiteX306" fmla="*/ 251534 w 591411"/>
                <a:gd name="connsiteY306" fmla="*/ 120766 h 562353"/>
                <a:gd name="connsiteX307" fmla="*/ 248640 w 591411"/>
                <a:gd name="connsiteY307" fmla="*/ 118882 h 562353"/>
                <a:gd name="connsiteX308" fmla="*/ 247900 w 591411"/>
                <a:gd name="connsiteY308" fmla="*/ 116561 h 562353"/>
                <a:gd name="connsiteX309" fmla="*/ 245443 w 591411"/>
                <a:gd name="connsiteY309" fmla="*/ 116561 h 562353"/>
                <a:gd name="connsiteX310" fmla="*/ 241976 w 591411"/>
                <a:gd name="connsiteY310" fmla="*/ 117436 h 562353"/>
                <a:gd name="connsiteX311" fmla="*/ 237904 w 591411"/>
                <a:gd name="connsiteY311" fmla="*/ 118445 h 562353"/>
                <a:gd name="connsiteX312" fmla="*/ 236592 w 591411"/>
                <a:gd name="connsiteY312" fmla="*/ 119892 h 562353"/>
                <a:gd name="connsiteX313" fmla="*/ 235717 w 591411"/>
                <a:gd name="connsiteY313" fmla="*/ 121035 h 562353"/>
                <a:gd name="connsiteX314" fmla="*/ 234135 w 591411"/>
                <a:gd name="connsiteY314" fmla="*/ 122785 h 562353"/>
                <a:gd name="connsiteX315" fmla="*/ 233125 w 591411"/>
                <a:gd name="connsiteY315" fmla="*/ 124366 h 562353"/>
                <a:gd name="connsiteX316" fmla="*/ 233125 w 591411"/>
                <a:gd name="connsiteY316" fmla="*/ 127831 h 562353"/>
                <a:gd name="connsiteX317" fmla="*/ 233125 w 591411"/>
                <a:gd name="connsiteY317" fmla="*/ 128571 h 562353"/>
                <a:gd name="connsiteX318" fmla="*/ 231442 w 591411"/>
                <a:gd name="connsiteY318" fmla="*/ 130454 h 562353"/>
                <a:gd name="connsiteX319" fmla="*/ 228043 w 591411"/>
                <a:gd name="connsiteY319" fmla="*/ 133348 h 562353"/>
                <a:gd name="connsiteX320" fmla="*/ 223836 w 591411"/>
                <a:gd name="connsiteY320" fmla="*/ 133482 h 562353"/>
                <a:gd name="connsiteX321" fmla="*/ 221817 w 591411"/>
                <a:gd name="connsiteY321" fmla="*/ 131733 h 562353"/>
                <a:gd name="connsiteX322" fmla="*/ 220942 w 591411"/>
                <a:gd name="connsiteY322" fmla="*/ 129849 h 562353"/>
                <a:gd name="connsiteX323" fmla="*/ 220067 w 591411"/>
                <a:gd name="connsiteY323" fmla="*/ 126956 h 562353"/>
                <a:gd name="connsiteX324" fmla="*/ 218351 w 591411"/>
                <a:gd name="connsiteY324" fmla="*/ 126956 h 562353"/>
                <a:gd name="connsiteX325" fmla="*/ 215456 w 591411"/>
                <a:gd name="connsiteY325" fmla="*/ 126956 h 562353"/>
                <a:gd name="connsiteX326" fmla="*/ 214447 w 591411"/>
                <a:gd name="connsiteY326" fmla="*/ 128974 h 562353"/>
                <a:gd name="connsiteX327" fmla="*/ 212865 w 591411"/>
                <a:gd name="connsiteY327" fmla="*/ 131161 h 562353"/>
                <a:gd name="connsiteX328" fmla="*/ 210846 w 591411"/>
                <a:gd name="connsiteY328" fmla="*/ 133179 h 562353"/>
                <a:gd name="connsiteX329" fmla="*/ 207985 w 591411"/>
                <a:gd name="connsiteY329" fmla="*/ 134828 h 562353"/>
                <a:gd name="connsiteX330" fmla="*/ 205057 w 591411"/>
                <a:gd name="connsiteY330" fmla="*/ 133953 h 562353"/>
                <a:gd name="connsiteX331" fmla="*/ 200918 w 591411"/>
                <a:gd name="connsiteY331" fmla="*/ 133045 h 562353"/>
                <a:gd name="connsiteX332" fmla="*/ 196341 w 591411"/>
                <a:gd name="connsiteY332" fmla="*/ 132507 h 562353"/>
                <a:gd name="connsiteX333" fmla="*/ 191124 w 591411"/>
                <a:gd name="connsiteY333" fmla="*/ 132607 h 562353"/>
                <a:gd name="connsiteX334" fmla="*/ 185908 w 591411"/>
                <a:gd name="connsiteY334" fmla="*/ 131968 h 562353"/>
                <a:gd name="connsiteX335" fmla="*/ 178639 w 591411"/>
                <a:gd name="connsiteY335" fmla="*/ 132338 h 562353"/>
                <a:gd name="connsiteX336" fmla="*/ 174735 w 591411"/>
                <a:gd name="connsiteY336" fmla="*/ 131195 h 562353"/>
                <a:gd name="connsiteX337" fmla="*/ 174028 w 591411"/>
                <a:gd name="connsiteY337" fmla="*/ 129883 h 562353"/>
                <a:gd name="connsiteX338" fmla="*/ 170696 w 591411"/>
                <a:gd name="connsiteY338" fmla="*/ 128739 h 562353"/>
                <a:gd name="connsiteX339" fmla="*/ 167364 w 591411"/>
                <a:gd name="connsiteY339" fmla="*/ 127999 h 562353"/>
                <a:gd name="connsiteX340" fmla="*/ 164470 w 591411"/>
                <a:gd name="connsiteY340" fmla="*/ 128739 h 562353"/>
                <a:gd name="connsiteX341" fmla="*/ 161879 w 591411"/>
                <a:gd name="connsiteY341" fmla="*/ 128739 h 562353"/>
                <a:gd name="connsiteX342" fmla="*/ 160566 w 591411"/>
                <a:gd name="connsiteY342" fmla="*/ 129748 h 562353"/>
                <a:gd name="connsiteX343" fmla="*/ 160700 w 591411"/>
                <a:gd name="connsiteY343" fmla="*/ 130623 h 562353"/>
                <a:gd name="connsiteX344" fmla="*/ 160566 w 591411"/>
                <a:gd name="connsiteY344" fmla="*/ 133078 h 562353"/>
                <a:gd name="connsiteX345" fmla="*/ 159388 w 591411"/>
                <a:gd name="connsiteY345" fmla="*/ 134828 h 562353"/>
                <a:gd name="connsiteX346" fmla="*/ 158378 w 591411"/>
                <a:gd name="connsiteY346" fmla="*/ 136577 h 562353"/>
                <a:gd name="connsiteX347" fmla="*/ 158378 w 591411"/>
                <a:gd name="connsiteY347" fmla="*/ 137317 h 562353"/>
                <a:gd name="connsiteX348" fmla="*/ 159018 w 591411"/>
                <a:gd name="connsiteY348" fmla="*/ 139638 h 562353"/>
                <a:gd name="connsiteX349" fmla="*/ 160095 w 591411"/>
                <a:gd name="connsiteY349" fmla="*/ 141522 h 562353"/>
                <a:gd name="connsiteX350" fmla="*/ 160970 w 591411"/>
                <a:gd name="connsiteY350" fmla="*/ 143708 h 562353"/>
                <a:gd name="connsiteX351" fmla="*/ 161845 w 591411"/>
                <a:gd name="connsiteY351" fmla="*/ 147039 h 562353"/>
                <a:gd name="connsiteX352" fmla="*/ 161845 w 591411"/>
                <a:gd name="connsiteY352" fmla="*/ 149663 h 562353"/>
                <a:gd name="connsiteX353" fmla="*/ 160600 w 591411"/>
                <a:gd name="connsiteY353" fmla="*/ 151244 h 562353"/>
                <a:gd name="connsiteX354" fmla="*/ 158345 w 591411"/>
                <a:gd name="connsiteY354" fmla="*/ 151378 h 562353"/>
                <a:gd name="connsiteX355" fmla="*/ 155585 w 591411"/>
                <a:gd name="connsiteY355" fmla="*/ 150235 h 562353"/>
                <a:gd name="connsiteX356" fmla="*/ 152253 w 591411"/>
                <a:gd name="connsiteY356" fmla="*/ 149663 h 562353"/>
                <a:gd name="connsiteX357" fmla="*/ 147171 w 591411"/>
                <a:gd name="connsiteY357" fmla="*/ 149663 h 562353"/>
                <a:gd name="connsiteX358" fmla="*/ 141383 w 591411"/>
                <a:gd name="connsiteY358" fmla="*/ 150975 h 562353"/>
                <a:gd name="connsiteX359" fmla="*/ 137176 w 591411"/>
                <a:gd name="connsiteY359" fmla="*/ 153598 h 562353"/>
                <a:gd name="connsiteX360" fmla="*/ 132969 w 591411"/>
                <a:gd name="connsiteY360" fmla="*/ 158678 h 562353"/>
                <a:gd name="connsiteX361" fmla="*/ 130950 w 591411"/>
                <a:gd name="connsiteY361" fmla="*/ 160427 h 562353"/>
                <a:gd name="connsiteX362" fmla="*/ 128762 w 591411"/>
                <a:gd name="connsiteY362" fmla="*/ 162614 h 562353"/>
                <a:gd name="connsiteX363" fmla="*/ 126003 w 591411"/>
                <a:gd name="connsiteY363" fmla="*/ 165070 h 562353"/>
                <a:gd name="connsiteX364" fmla="*/ 123546 w 591411"/>
                <a:gd name="connsiteY364" fmla="*/ 166819 h 562353"/>
                <a:gd name="connsiteX365" fmla="*/ 122536 w 591411"/>
                <a:gd name="connsiteY365" fmla="*/ 168131 h 562353"/>
                <a:gd name="connsiteX366" fmla="*/ 120517 w 591411"/>
                <a:gd name="connsiteY366" fmla="*/ 169880 h 562353"/>
                <a:gd name="connsiteX367" fmla="*/ 118329 w 591411"/>
                <a:gd name="connsiteY367" fmla="*/ 171461 h 562353"/>
                <a:gd name="connsiteX368" fmla="*/ 118329 w 591411"/>
                <a:gd name="connsiteY368" fmla="*/ 174085 h 562353"/>
                <a:gd name="connsiteX369" fmla="*/ 117959 w 591411"/>
                <a:gd name="connsiteY369" fmla="*/ 176103 h 562353"/>
                <a:gd name="connsiteX370" fmla="*/ 116310 w 591411"/>
                <a:gd name="connsiteY370" fmla="*/ 177685 h 562353"/>
                <a:gd name="connsiteX371" fmla="*/ 113853 w 591411"/>
                <a:gd name="connsiteY371" fmla="*/ 179266 h 562353"/>
                <a:gd name="connsiteX372" fmla="*/ 112709 w 591411"/>
                <a:gd name="connsiteY372" fmla="*/ 180006 h 562353"/>
                <a:gd name="connsiteX373" fmla="*/ 108805 w 591411"/>
                <a:gd name="connsiteY373" fmla="*/ 182764 h 562353"/>
                <a:gd name="connsiteX374" fmla="*/ 108233 w 591411"/>
                <a:gd name="connsiteY374" fmla="*/ 182764 h 562353"/>
                <a:gd name="connsiteX375" fmla="*/ 104026 w 591411"/>
                <a:gd name="connsiteY375" fmla="*/ 183134 h 562353"/>
                <a:gd name="connsiteX376" fmla="*/ 100829 w 591411"/>
                <a:gd name="connsiteY376" fmla="*/ 182764 h 562353"/>
                <a:gd name="connsiteX377" fmla="*/ 99247 w 591411"/>
                <a:gd name="connsiteY377" fmla="*/ 183639 h 562353"/>
                <a:gd name="connsiteX378" fmla="*/ 93593 w 591411"/>
                <a:gd name="connsiteY378" fmla="*/ 185522 h 562353"/>
                <a:gd name="connsiteX379" fmla="*/ 89656 w 591411"/>
                <a:gd name="connsiteY379" fmla="*/ 186229 h 562353"/>
                <a:gd name="connsiteX380" fmla="*/ 81848 w 591411"/>
                <a:gd name="connsiteY380" fmla="*/ 186229 h 562353"/>
                <a:gd name="connsiteX381" fmla="*/ 76934 w 591411"/>
                <a:gd name="connsiteY381" fmla="*/ 186801 h 562353"/>
                <a:gd name="connsiteX382" fmla="*/ 72155 w 591411"/>
                <a:gd name="connsiteY382" fmla="*/ 189391 h 562353"/>
                <a:gd name="connsiteX383" fmla="*/ 68521 w 591411"/>
                <a:gd name="connsiteY383" fmla="*/ 193159 h 562353"/>
                <a:gd name="connsiteX384" fmla="*/ 65189 w 591411"/>
                <a:gd name="connsiteY384" fmla="*/ 194740 h 562353"/>
                <a:gd name="connsiteX385" fmla="*/ 61992 w 591411"/>
                <a:gd name="connsiteY385" fmla="*/ 195884 h 562353"/>
                <a:gd name="connsiteX386" fmla="*/ 59400 w 591411"/>
                <a:gd name="connsiteY386" fmla="*/ 195884 h 562353"/>
                <a:gd name="connsiteX387" fmla="*/ 55463 w 591411"/>
                <a:gd name="connsiteY387" fmla="*/ 195884 h 562353"/>
                <a:gd name="connsiteX388" fmla="*/ 51256 w 591411"/>
                <a:gd name="connsiteY388" fmla="*/ 196590 h 562353"/>
                <a:gd name="connsiteX389" fmla="*/ 49674 w 591411"/>
                <a:gd name="connsiteY389" fmla="*/ 196590 h 562353"/>
                <a:gd name="connsiteX390" fmla="*/ 47487 w 591411"/>
                <a:gd name="connsiteY390" fmla="*/ 200358 h 562353"/>
                <a:gd name="connsiteX391" fmla="*/ 45736 w 591411"/>
                <a:gd name="connsiteY391" fmla="*/ 203116 h 562353"/>
                <a:gd name="connsiteX392" fmla="*/ 42539 w 591411"/>
                <a:gd name="connsiteY392" fmla="*/ 205437 h 562353"/>
                <a:gd name="connsiteX393" fmla="*/ 40217 w 591411"/>
                <a:gd name="connsiteY393" fmla="*/ 207456 h 562353"/>
                <a:gd name="connsiteX394" fmla="*/ 33688 w 591411"/>
                <a:gd name="connsiteY394" fmla="*/ 210315 h 562353"/>
                <a:gd name="connsiteX395" fmla="*/ 28606 w 591411"/>
                <a:gd name="connsiteY395" fmla="*/ 210517 h 562353"/>
                <a:gd name="connsiteX396" fmla="*/ 22077 w 591411"/>
                <a:gd name="connsiteY396" fmla="*/ 210517 h 562353"/>
                <a:gd name="connsiteX397" fmla="*/ 16558 w 591411"/>
                <a:gd name="connsiteY397" fmla="*/ 210517 h 562353"/>
                <a:gd name="connsiteX398" fmla="*/ 11342 w 591411"/>
                <a:gd name="connsiteY398" fmla="*/ 210517 h 562353"/>
                <a:gd name="connsiteX399" fmla="*/ 9591 w 591411"/>
                <a:gd name="connsiteY399" fmla="*/ 210517 h 562353"/>
                <a:gd name="connsiteX400" fmla="*/ 3938 w 591411"/>
                <a:gd name="connsiteY400" fmla="*/ 210517 h 562353"/>
                <a:gd name="connsiteX401" fmla="*/ 740 w 591411"/>
                <a:gd name="connsiteY401" fmla="*/ 212905 h 562353"/>
                <a:gd name="connsiteX402" fmla="*/ 0 w 591411"/>
                <a:gd name="connsiteY402" fmla="*/ 214856 h 562353"/>
                <a:gd name="connsiteX403" fmla="*/ 0 w 591411"/>
                <a:gd name="connsiteY403" fmla="*/ 219633 h 562353"/>
                <a:gd name="connsiteX404" fmla="*/ 1582 w 591411"/>
                <a:gd name="connsiteY404" fmla="*/ 221954 h 562353"/>
                <a:gd name="connsiteX405" fmla="*/ 5216 w 591411"/>
                <a:gd name="connsiteY405" fmla="*/ 226462 h 562353"/>
                <a:gd name="connsiteX406" fmla="*/ 9693 w 591411"/>
                <a:gd name="connsiteY406" fmla="*/ 231104 h 562353"/>
                <a:gd name="connsiteX407" fmla="*/ 11442 w 591411"/>
                <a:gd name="connsiteY407" fmla="*/ 233123 h 562353"/>
                <a:gd name="connsiteX408" fmla="*/ 14774 w 591411"/>
                <a:gd name="connsiteY408" fmla="*/ 236318 h 562353"/>
                <a:gd name="connsiteX409" fmla="*/ 16491 w 591411"/>
                <a:gd name="connsiteY409" fmla="*/ 238505 h 562353"/>
                <a:gd name="connsiteX410" fmla="*/ 15481 w 591411"/>
                <a:gd name="connsiteY410" fmla="*/ 240086 h 562353"/>
                <a:gd name="connsiteX411" fmla="*/ 14774 w 591411"/>
                <a:gd name="connsiteY411" fmla="*/ 241835 h 562353"/>
                <a:gd name="connsiteX412" fmla="*/ 12183 w 591411"/>
                <a:gd name="connsiteY412" fmla="*/ 241835 h 562353"/>
                <a:gd name="connsiteX413" fmla="*/ 8414 w 591411"/>
                <a:gd name="connsiteY413" fmla="*/ 244089 h 562353"/>
                <a:gd name="connsiteX414" fmla="*/ 8414 w 591411"/>
                <a:gd name="connsiteY414" fmla="*/ 245031 h 562353"/>
                <a:gd name="connsiteX415" fmla="*/ 10164 w 591411"/>
                <a:gd name="connsiteY415" fmla="*/ 248227 h 562353"/>
                <a:gd name="connsiteX416" fmla="*/ 12048 w 591411"/>
                <a:gd name="connsiteY416" fmla="*/ 250683 h 562353"/>
                <a:gd name="connsiteX417" fmla="*/ 15683 w 591411"/>
                <a:gd name="connsiteY417" fmla="*/ 252432 h 562353"/>
                <a:gd name="connsiteX418" fmla="*/ 19890 w 591411"/>
                <a:gd name="connsiteY418" fmla="*/ 253576 h 562353"/>
                <a:gd name="connsiteX419" fmla="*/ 24534 w 591411"/>
                <a:gd name="connsiteY419" fmla="*/ 254753 h 562353"/>
                <a:gd name="connsiteX420" fmla="*/ 27428 w 591411"/>
                <a:gd name="connsiteY420" fmla="*/ 256502 h 562353"/>
                <a:gd name="connsiteX421" fmla="*/ 29178 w 591411"/>
                <a:gd name="connsiteY421" fmla="*/ 257814 h 562353"/>
                <a:gd name="connsiteX422" fmla="*/ 31366 w 591411"/>
                <a:gd name="connsiteY422" fmla="*/ 260404 h 562353"/>
                <a:gd name="connsiteX423" fmla="*/ 31231 w 591411"/>
                <a:gd name="connsiteY423" fmla="*/ 261851 h 562353"/>
                <a:gd name="connsiteX424" fmla="*/ 28775 w 591411"/>
                <a:gd name="connsiteY424" fmla="*/ 264878 h 562353"/>
                <a:gd name="connsiteX425" fmla="*/ 25140 w 591411"/>
                <a:gd name="connsiteY425" fmla="*/ 266762 h 562353"/>
                <a:gd name="connsiteX426" fmla="*/ 21371 w 591411"/>
                <a:gd name="connsiteY426" fmla="*/ 270093 h 562353"/>
                <a:gd name="connsiteX427" fmla="*/ 19923 w 591411"/>
                <a:gd name="connsiteY427" fmla="*/ 272986 h 562353"/>
                <a:gd name="connsiteX428" fmla="*/ 20933 w 591411"/>
                <a:gd name="connsiteY428" fmla="*/ 276013 h 562353"/>
                <a:gd name="connsiteX429" fmla="*/ 23525 w 591411"/>
                <a:gd name="connsiteY429" fmla="*/ 278334 h 562353"/>
                <a:gd name="connsiteX430" fmla="*/ 28741 w 591411"/>
                <a:gd name="connsiteY430" fmla="*/ 278334 h 562353"/>
                <a:gd name="connsiteX431" fmla="*/ 32376 w 591411"/>
                <a:gd name="connsiteY431" fmla="*/ 281799 h 562353"/>
                <a:gd name="connsiteX432" fmla="*/ 29044 w 591411"/>
                <a:gd name="connsiteY432" fmla="*/ 285130 h 562353"/>
                <a:gd name="connsiteX433" fmla="*/ 28034 w 591411"/>
                <a:gd name="connsiteY433" fmla="*/ 286139 h 562353"/>
                <a:gd name="connsiteX434" fmla="*/ 26149 w 591411"/>
                <a:gd name="connsiteY434" fmla="*/ 287888 h 562353"/>
                <a:gd name="connsiteX435" fmla="*/ 26149 w 591411"/>
                <a:gd name="connsiteY435" fmla="*/ 290916 h 562353"/>
                <a:gd name="connsiteX436" fmla="*/ 27159 w 591411"/>
                <a:gd name="connsiteY436" fmla="*/ 293237 h 562353"/>
                <a:gd name="connsiteX437" fmla="*/ 29481 w 591411"/>
                <a:gd name="connsiteY437" fmla="*/ 293977 h 562353"/>
                <a:gd name="connsiteX438" fmla="*/ 32241 w 591411"/>
                <a:gd name="connsiteY438" fmla="*/ 293977 h 562353"/>
                <a:gd name="connsiteX439" fmla="*/ 37895 w 591411"/>
                <a:gd name="connsiteY439" fmla="*/ 293977 h 562353"/>
                <a:gd name="connsiteX440" fmla="*/ 39342 w 591411"/>
                <a:gd name="connsiteY440" fmla="*/ 295356 h 562353"/>
                <a:gd name="connsiteX441" fmla="*/ 43549 w 591411"/>
                <a:gd name="connsiteY441" fmla="*/ 299763 h 562353"/>
                <a:gd name="connsiteX442" fmla="*/ 46107 w 591411"/>
                <a:gd name="connsiteY442" fmla="*/ 302656 h 562353"/>
                <a:gd name="connsiteX443" fmla="*/ 46174 w 591411"/>
                <a:gd name="connsiteY443" fmla="*/ 306861 h 562353"/>
                <a:gd name="connsiteX444" fmla="*/ 46174 w 591411"/>
                <a:gd name="connsiteY444" fmla="*/ 311772 h 562353"/>
                <a:gd name="connsiteX445" fmla="*/ 49641 w 591411"/>
                <a:gd name="connsiteY445" fmla="*/ 316549 h 562353"/>
                <a:gd name="connsiteX446" fmla="*/ 52097 w 591411"/>
                <a:gd name="connsiteY446" fmla="*/ 316549 h 562353"/>
                <a:gd name="connsiteX447" fmla="*/ 53612 w 591411"/>
                <a:gd name="connsiteY447" fmla="*/ 318130 h 562353"/>
                <a:gd name="connsiteX448" fmla="*/ 57011 w 591411"/>
                <a:gd name="connsiteY448" fmla="*/ 320451 h 562353"/>
                <a:gd name="connsiteX449" fmla="*/ 61554 w 591411"/>
                <a:gd name="connsiteY449" fmla="*/ 324421 h 562353"/>
                <a:gd name="connsiteX450" fmla="*/ 65828 w 591411"/>
                <a:gd name="connsiteY450" fmla="*/ 327953 h 562353"/>
                <a:gd name="connsiteX451" fmla="*/ 67915 w 591411"/>
                <a:gd name="connsiteY451" fmla="*/ 332225 h 562353"/>
                <a:gd name="connsiteX452" fmla="*/ 68420 w 591411"/>
                <a:gd name="connsiteY452" fmla="*/ 337136 h 562353"/>
                <a:gd name="connsiteX453" fmla="*/ 67848 w 591411"/>
                <a:gd name="connsiteY453" fmla="*/ 339962 h 562353"/>
                <a:gd name="connsiteX454" fmla="*/ 67848 w 591411"/>
                <a:gd name="connsiteY454" fmla="*/ 345378 h 562353"/>
                <a:gd name="connsiteX455" fmla="*/ 67848 w 591411"/>
                <a:gd name="connsiteY455" fmla="*/ 348641 h 562353"/>
                <a:gd name="connsiteX456" fmla="*/ 67848 w 591411"/>
                <a:gd name="connsiteY456" fmla="*/ 352779 h 562353"/>
                <a:gd name="connsiteX457" fmla="*/ 65223 w 591411"/>
                <a:gd name="connsiteY457" fmla="*/ 356513 h 562353"/>
                <a:gd name="connsiteX458" fmla="*/ 62093 w 591411"/>
                <a:gd name="connsiteY458" fmla="*/ 361222 h 562353"/>
                <a:gd name="connsiteX459" fmla="*/ 65021 w 591411"/>
                <a:gd name="connsiteY459" fmla="*/ 359170 h 562353"/>
                <a:gd name="connsiteX460" fmla="*/ 66972 w 591411"/>
                <a:gd name="connsiteY460" fmla="*/ 359709 h 562353"/>
                <a:gd name="connsiteX461" fmla="*/ 67949 w 591411"/>
                <a:gd name="connsiteY461" fmla="*/ 361761 h 562353"/>
                <a:gd name="connsiteX462" fmla="*/ 69665 w 591411"/>
                <a:gd name="connsiteY462" fmla="*/ 365125 h 562353"/>
                <a:gd name="connsiteX463" fmla="*/ 72694 w 591411"/>
                <a:gd name="connsiteY463" fmla="*/ 370978 h 562353"/>
                <a:gd name="connsiteX464" fmla="*/ 75622 w 591411"/>
                <a:gd name="connsiteY464" fmla="*/ 375654 h 562353"/>
                <a:gd name="connsiteX465" fmla="*/ 77910 w 591411"/>
                <a:gd name="connsiteY465" fmla="*/ 378143 h 562353"/>
                <a:gd name="connsiteX466" fmla="*/ 80300 w 591411"/>
                <a:gd name="connsiteY466" fmla="*/ 383794 h 562353"/>
                <a:gd name="connsiteX467" fmla="*/ 84978 w 591411"/>
                <a:gd name="connsiteY467" fmla="*/ 391599 h 562353"/>
                <a:gd name="connsiteX468" fmla="*/ 86492 w 591411"/>
                <a:gd name="connsiteY468" fmla="*/ 395838 h 562353"/>
                <a:gd name="connsiteX469" fmla="*/ 85752 w 591411"/>
                <a:gd name="connsiteY469" fmla="*/ 400513 h 562353"/>
                <a:gd name="connsiteX470" fmla="*/ 86492 w 591411"/>
                <a:gd name="connsiteY470" fmla="*/ 405088 h 562353"/>
                <a:gd name="connsiteX471" fmla="*/ 88680 w 591411"/>
                <a:gd name="connsiteY471" fmla="*/ 408789 h 562353"/>
                <a:gd name="connsiteX472" fmla="*/ 96521 w 591411"/>
                <a:gd name="connsiteY472" fmla="*/ 410538 h 562353"/>
                <a:gd name="connsiteX473" fmla="*/ 102377 w 591411"/>
                <a:gd name="connsiteY473" fmla="*/ 415315 h 562353"/>
                <a:gd name="connsiteX474" fmla="*/ 104767 w 591411"/>
                <a:gd name="connsiteY474" fmla="*/ 419015 h 562353"/>
                <a:gd name="connsiteX475" fmla="*/ 106517 w 591411"/>
                <a:gd name="connsiteY475" fmla="*/ 424431 h 562353"/>
                <a:gd name="connsiteX476" fmla="*/ 107829 w 591411"/>
                <a:gd name="connsiteY476" fmla="*/ 427022 h 562353"/>
                <a:gd name="connsiteX477" fmla="*/ 109142 w 591411"/>
                <a:gd name="connsiteY477" fmla="*/ 429410 h 562353"/>
                <a:gd name="connsiteX478" fmla="*/ 111531 w 591411"/>
                <a:gd name="connsiteY478" fmla="*/ 431798 h 562353"/>
                <a:gd name="connsiteX479" fmla="*/ 115873 w 591411"/>
                <a:gd name="connsiteY479" fmla="*/ 433110 h 562353"/>
                <a:gd name="connsiteX480" fmla="*/ 122402 w 591411"/>
                <a:gd name="connsiteY480" fmla="*/ 434624 h 562353"/>
                <a:gd name="connsiteX481" fmla="*/ 126104 w 591411"/>
                <a:gd name="connsiteY481" fmla="*/ 435263 h 562353"/>
                <a:gd name="connsiteX482" fmla="*/ 128056 w 591411"/>
                <a:gd name="connsiteY482" fmla="*/ 433749 h 562353"/>
                <a:gd name="connsiteX483" fmla="*/ 131758 w 591411"/>
                <a:gd name="connsiteY483" fmla="*/ 433312 h 562353"/>
                <a:gd name="connsiteX484" fmla="*/ 133070 w 591411"/>
                <a:gd name="connsiteY484" fmla="*/ 433749 h 562353"/>
                <a:gd name="connsiteX485" fmla="*/ 135022 w 591411"/>
                <a:gd name="connsiteY485" fmla="*/ 437450 h 562353"/>
                <a:gd name="connsiteX486" fmla="*/ 136772 w 591411"/>
                <a:gd name="connsiteY486" fmla="*/ 442025 h 562353"/>
                <a:gd name="connsiteX487" fmla="*/ 138085 w 591411"/>
                <a:gd name="connsiteY487" fmla="*/ 443976 h 562353"/>
                <a:gd name="connsiteX488" fmla="*/ 140272 w 591411"/>
                <a:gd name="connsiteY488" fmla="*/ 445052 h 562353"/>
                <a:gd name="connsiteX489" fmla="*/ 143099 w 591411"/>
                <a:gd name="connsiteY489" fmla="*/ 445927 h 562353"/>
                <a:gd name="connsiteX490" fmla="*/ 145051 w 591411"/>
                <a:gd name="connsiteY490" fmla="*/ 446802 h 562353"/>
                <a:gd name="connsiteX491" fmla="*/ 149830 w 591411"/>
                <a:gd name="connsiteY491" fmla="*/ 448114 h 562353"/>
                <a:gd name="connsiteX492" fmla="*/ 151143 w 591411"/>
                <a:gd name="connsiteY492" fmla="*/ 448753 h 562353"/>
                <a:gd name="connsiteX493" fmla="*/ 153330 w 591411"/>
                <a:gd name="connsiteY493" fmla="*/ 449392 h 562353"/>
                <a:gd name="connsiteX494" fmla="*/ 158345 w 591411"/>
                <a:gd name="connsiteY494" fmla="*/ 450468 h 562353"/>
                <a:gd name="connsiteX495" fmla="*/ 160936 w 591411"/>
                <a:gd name="connsiteY495" fmla="*/ 451107 h 562353"/>
                <a:gd name="connsiteX496" fmla="*/ 162888 w 591411"/>
                <a:gd name="connsiteY496" fmla="*/ 452419 h 562353"/>
                <a:gd name="connsiteX497" fmla="*/ 164638 w 591411"/>
                <a:gd name="connsiteY497" fmla="*/ 455245 h 562353"/>
                <a:gd name="connsiteX498" fmla="*/ 167465 w 591411"/>
                <a:gd name="connsiteY498" fmla="*/ 456120 h 562353"/>
                <a:gd name="connsiteX499" fmla="*/ 170932 w 591411"/>
                <a:gd name="connsiteY499" fmla="*/ 457869 h 562353"/>
                <a:gd name="connsiteX500" fmla="*/ 175071 w 591411"/>
                <a:gd name="connsiteY500" fmla="*/ 458744 h 562353"/>
                <a:gd name="connsiteX501" fmla="*/ 177898 w 591411"/>
                <a:gd name="connsiteY501" fmla="*/ 458946 h 562353"/>
                <a:gd name="connsiteX502" fmla="*/ 179850 w 591411"/>
                <a:gd name="connsiteY502" fmla="*/ 459585 h 562353"/>
                <a:gd name="connsiteX503" fmla="*/ 182677 w 591411"/>
                <a:gd name="connsiteY503" fmla="*/ 462074 h 562353"/>
                <a:gd name="connsiteX504" fmla="*/ 185066 w 591411"/>
                <a:gd name="connsiteY504" fmla="*/ 464126 h 562353"/>
                <a:gd name="connsiteX505" fmla="*/ 187019 w 591411"/>
                <a:gd name="connsiteY505" fmla="*/ 464126 h 562353"/>
                <a:gd name="connsiteX506" fmla="*/ 190485 w 591411"/>
                <a:gd name="connsiteY506" fmla="*/ 464765 h 562353"/>
                <a:gd name="connsiteX507" fmla="*/ 193312 w 591411"/>
                <a:gd name="connsiteY507" fmla="*/ 463689 h 562353"/>
                <a:gd name="connsiteX508" fmla="*/ 195264 w 591411"/>
                <a:gd name="connsiteY508" fmla="*/ 463049 h 562353"/>
                <a:gd name="connsiteX509" fmla="*/ 198326 w 591411"/>
                <a:gd name="connsiteY509" fmla="*/ 461738 h 562353"/>
                <a:gd name="connsiteX510" fmla="*/ 200077 w 591411"/>
                <a:gd name="connsiteY510" fmla="*/ 461300 h 562353"/>
                <a:gd name="connsiteX511" fmla="*/ 203778 w 591411"/>
                <a:gd name="connsiteY511" fmla="*/ 461838 h 562353"/>
                <a:gd name="connsiteX512" fmla="*/ 209870 w 591411"/>
                <a:gd name="connsiteY512" fmla="*/ 460627 h 562353"/>
                <a:gd name="connsiteX513" fmla="*/ 216601 w 591411"/>
                <a:gd name="connsiteY513" fmla="*/ 460627 h 562353"/>
                <a:gd name="connsiteX514" fmla="*/ 219192 w 591411"/>
                <a:gd name="connsiteY514" fmla="*/ 459114 h 562353"/>
                <a:gd name="connsiteX515" fmla="*/ 230062 w 591411"/>
                <a:gd name="connsiteY515" fmla="*/ 460426 h 562353"/>
                <a:gd name="connsiteX516" fmla="*/ 235077 w 591411"/>
                <a:gd name="connsiteY516" fmla="*/ 460863 h 562353"/>
                <a:gd name="connsiteX517" fmla="*/ 243356 w 591411"/>
                <a:gd name="connsiteY517" fmla="*/ 458676 h 562353"/>
                <a:gd name="connsiteX518" fmla="*/ 246621 w 591411"/>
                <a:gd name="connsiteY518" fmla="*/ 457365 h 562353"/>
                <a:gd name="connsiteX519" fmla="*/ 251837 w 591411"/>
                <a:gd name="connsiteY519" fmla="*/ 457365 h 562353"/>
                <a:gd name="connsiteX520" fmla="*/ 255539 w 591411"/>
                <a:gd name="connsiteY520" fmla="*/ 457163 h 562353"/>
                <a:gd name="connsiteX521" fmla="*/ 260083 w 591411"/>
                <a:gd name="connsiteY521" fmla="*/ 456389 h 562353"/>
                <a:gd name="connsiteX522" fmla="*/ 264659 w 591411"/>
                <a:gd name="connsiteY522" fmla="*/ 455413 h 562353"/>
                <a:gd name="connsiteX523" fmla="*/ 267049 w 591411"/>
                <a:gd name="connsiteY523" fmla="*/ 455413 h 562353"/>
                <a:gd name="connsiteX524" fmla="*/ 270751 w 591411"/>
                <a:gd name="connsiteY524" fmla="*/ 455851 h 562353"/>
                <a:gd name="connsiteX525" fmla="*/ 275530 w 591411"/>
                <a:gd name="connsiteY525" fmla="*/ 454774 h 562353"/>
                <a:gd name="connsiteX526" fmla="*/ 278357 w 591411"/>
                <a:gd name="connsiteY526" fmla="*/ 453025 h 562353"/>
                <a:gd name="connsiteX527" fmla="*/ 278357 w 591411"/>
                <a:gd name="connsiteY527" fmla="*/ 451074 h 562353"/>
                <a:gd name="connsiteX528" fmla="*/ 283573 w 591411"/>
                <a:gd name="connsiteY528" fmla="*/ 451511 h 562353"/>
                <a:gd name="connsiteX529" fmla="*/ 284785 w 591411"/>
                <a:gd name="connsiteY529" fmla="*/ 453462 h 562353"/>
                <a:gd name="connsiteX530" fmla="*/ 283573 w 591411"/>
                <a:gd name="connsiteY530" fmla="*/ 457802 h 562353"/>
                <a:gd name="connsiteX531" fmla="*/ 283573 w 591411"/>
                <a:gd name="connsiteY531" fmla="*/ 459753 h 562353"/>
                <a:gd name="connsiteX532" fmla="*/ 287074 w 591411"/>
                <a:gd name="connsiteY532" fmla="*/ 463218 h 562353"/>
                <a:gd name="connsiteX533" fmla="*/ 289261 w 591411"/>
                <a:gd name="connsiteY533" fmla="*/ 464294 h 562353"/>
                <a:gd name="connsiteX534" fmla="*/ 292088 w 591411"/>
                <a:gd name="connsiteY534" fmla="*/ 467322 h 562353"/>
                <a:gd name="connsiteX535" fmla="*/ 294713 w 591411"/>
                <a:gd name="connsiteY535" fmla="*/ 467961 h 562353"/>
                <a:gd name="connsiteX536" fmla="*/ 297540 w 591411"/>
                <a:gd name="connsiteY536" fmla="*/ 468600 h 562353"/>
                <a:gd name="connsiteX537" fmla="*/ 298853 w 591411"/>
                <a:gd name="connsiteY537" fmla="*/ 467725 h 562353"/>
                <a:gd name="connsiteX538" fmla="*/ 301680 w 591411"/>
                <a:gd name="connsiteY538" fmla="*/ 465337 h 562353"/>
                <a:gd name="connsiteX539" fmla="*/ 303430 w 591411"/>
                <a:gd name="connsiteY539" fmla="*/ 463823 h 562353"/>
                <a:gd name="connsiteX540" fmla="*/ 305381 w 591411"/>
                <a:gd name="connsiteY540" fmla="*/ 462747 h 562353"/>
                <a:gd name="connsiteX541" fmla="*/ 308410 w 591411"/>
                <a:gd name="connsiteY541" fmla="*/ 461872 h 562353"/>
                <a:gd name="connsiteX542" fmla="*/ 310363 w 591411"/>
                <a:gd name="connsiteY542" fmla="*/ 460997 h 562353"/>
                <a:gd name="connsiteX543" fmla="*/ 312954 w 591411"/>
                <a:gd name="connsiteY543" fmla="*/ 458811 h 562353"/>
                <a:gd name="connsiteX544" fmla="*/ 314266 w 591411"/>
                <a:gd name="connsiteY544" fmla="*/ 455985 h 562353"/>
                <a:gd name="connsiteX545" fmla="*/ 316016 w 591411"/>
                <a:gd name="connsiteY545" fmla="*/ 454034 h 562353"/>
                <a:gd name="connsiteX546" fmla="*/ 318642 w 591411"/>
                <a:gd name="connsiteY546" fmla="*/ 452285 h 562353"/>
                <a:gd name="connsiteX547" fmla="*/ 321906 w 591411"/>
                <a:gd name="connsiteY547" fmla="*/ 451410 h 562353"/>
                <a:gd name="connsiteX548" fmla="*/ 326012 w 591411"/>
                <a:gd name="connsiteY548" fmla="*/ 453597 h 562353"/>
                <a:gd name="connsiteX549" fmla="*/ 326012 w 591411"/>
                <a:gd name="connsiteY549" fmla="*/ 457062 h 562353"/>
                <a:gd name="connsiteX550" fmla="*/ 325642 w 591411"/>
                <a:gd name="connsiteY550" fmla="*/ 462915 h 562353"/>
                <a:gd name="connsiteX551" fmla="*/ 325372 w 591411"/>
                <a:gd name="connsiteY551" fmla="*/ 466615 h 562353"/>
                <a:gd name="connsiteX552" fmla="*/ 325372 w 591411"/>
                <a:gd name="connsiteY552" fmla="*/ 470080 h 562353"/>
                <a:gd name="connsiteX553" fmla="*/ 326079 w 591411"/>
                <a:gd name="connsiteY553" fmla="*/ 472132 h 562353"/>
                <a:gd name="connsiteX554" fmla="*/ 327998 w 591411"/>
                <a:gd name="connsiteY554" fmla="*/ 473646 h 562353"/>
                <a:gd name="connsiteX555" fmla="*/ 332776 w 591411"/>
                <a:gd name="connsiteY555" fmla="*/ 477548 h 562353"/>
                <a:gd name="connsiteX556" fmla="*/ 332137 w 591411"/>
                <a:gd name="connsiteY556" fmla="*/ 482224 h 562353"/>
                <a:gd name="connsiteX557" fmla="*/ 329848 w 591411"/>
                <a:gd name="connsiteY557" fmla="*/ 484276 h 562353"/>
                <a:gd name="connsiteX558" fmla="*/ 327459 w 591411"/>
                <a:gd name="connsiteY558" fmla="*/ 485353 h 562353"/>
                <a:gd name="connsiteX559" fmla="*/ 325945 w 591411"/>
                <a:gd name="connsiteY559" fmla="*/ 486429 h 562353"/>
                <a:gd name="connsiteX560" fmla="*/ 326045 w 591411"/>
                <a:gd name="connsiteY560" fmla="*/ 489692 h 562353"/>
                <a:gd name="connsiteX561" fmla="*/ 330387 w 591411"/>
                <a:gd name="connsiteY561" fmla="*/ 494368 h 562353"/>
                <a:gd name="connsiteX562" fmla="*/ 334291 w 591411"/>
                <a:gd name="connsiteY562" fmla="*/ 496319 h 562353"/>
                <a:gd name="connsiteX563" fmla="*/ 331363 w 591411"/>
                <a:gd name="connsiteY563" fmla="*/ 500995 h 562353"/>
                <a:gd name="connsiteX564" fmla="*/ 330589 w 591411"/>
                <a:gd name="connsiteY564" fmla="*/ 503484 h 562353"/>
                <a:gd name="connsiteX565" fmla="*/ 334291 w 591411"/>
                <a:gd name="connsiteY565" fmla="*/ 508799 h 562353"/>
                <a:gd name="connsiteX566" fmla="*/ 337454 w 591411"/>
                <a:gd name="connsiteY566" fmla="*/ 510212 h 562353"/>
                <a:gd name="connsiteX567" fmla="*/ 340719 w 591411"/>
                <a:gd name="connsiteY567" fmla="*/ 512264 h 562353"/>
                <a:gd name="connsiteX568" fmla="*/ 343546 w 591411"/>
                <a:gd name="connsiteY568" fmla="*/ 515965 h 562353"/>
                <a:gd name="connsiteX569" fmla="*/ 344758 w 591411"/>
                <a:gd name="connsiteY569" fmla="*/ 517176 h 562353"/>
                <a:gd name="connsiteX570" fmla="*/ 346810 w 591411"/>
                <a:gd name="connsiteY570" fmla="*/ 517815 h 562353"/>
                <a:gd name="connsiteX571" fmla="*/ 349738 w 591411"/>
                <a:gd name="connsiteY571" fmla="*/ 516301 h 562353"/>
                <a:gd name="connsiteX572" fmla="*/ 349738 w 591411"/>
                <a:gd name="connsiteY572" fmla="*/ 518690 h 562353"/>
                <a:gd name="connsiteX573" fmla="*/ 349738 w 591411"/>
                <a:gd name="connsiteY573" fmla="*/ 522154 h 562353"/>
                <a:gd name="connsiteX574" fmla="*/ 346676 w 591411"/>
                <a:gd name="connsiteY574" fmla="*/ 525619 h 562353"/>
                <a:gd name="connsiteX575" fmla="*/ 347551 w 591411"/>
                <a:gd name="connsiteY575" fmla="*/ 529320 h 562353"/>
                <a:gd name="connsiteX576" fmla="*/ 349738 w 591411"/>
                <a:gd name="connsiteY576" fmla="*/ 530396 h 562353"/>
                <a:gd name="connsiteX577" fmla="*/ 352195 w 591411"/>
                <a:gd name="connsiteY577" fmla="*/ 531641 h 562353"/>
                <a:gd name="connsiteX578" fmla="*/ 353777 w 591411"/>
                <a:gd name="connsiteY578" fmla="*/ 530632 h 562353"/>
                <a:gd name="connsiteX579" fmla="*/ 354988 w 591411"/>
                <a:gd name="connsiteY579" fmla="*/ 529320 h 562353"/>
                <a:gd name="connsiteX580" fmla="*/ 355561 w 591411"/>
                <a:gd name="connsiteY580" fmla="*/ 526729 h 562353"/>
                <a:gd name="connsiteX581" fmla="*/ 356806 w 591411"/>
                <a:gd name="connsiteY581" fmla="*/ 524475 h 562353"/>
                <a:gd name="connsiteX582" fmla="*/ 358825 w 591411"/>
                <a:gd name="connsiteY582" fmla="*/ 522020 h 562353"/>
                <a:gd name="connsiteX583" fmla="*/ 360205 w 591411"/>
                <a:gd name="connsiteY583" fmla="*/ 520271 h 562353"/>
                <a:gd name="connsiteX584" fmla="*/ 362594 w 591411"/>
                <a:gd name="connsiteY584" fmla="*/ 518017 h 562353"/>
                <a:gd name="connsiteX585" fmla="*/ 364344 w 591411"/>
                <a:gd name="connsiteY585" fmla="*/ 515124 h 562353"/>
                <a:gd name="connsiteX586" fmla="*/ 365993 w 591411"/>
                <a:gd name="connsiteY586" fmla="*/ 512533 h 562353"/>
                <a:gd name="connsiteX587" fmla="*/ 367138 w 591411"/>
                <a:gd name="connsiteY587" fmla="*/ 511726 h 562353"/>
                <a:gd name="connsiteX588" fmla="*/ 372926 w 591411"/>
                <a:gd name="connsiteY588" fmla="*/ 511659 h 562353"/>
                <a:gd name="connsiteX589" fmla="*/ 374677 w 591411"/>
                <a:gd name="connsiteY589" fmla="*/ 512298 h 562353"/>
                <a:gd name="connsiteX590" fmla="*/ 377436 w 591411"/>
                <a:gd name="connsiteY590" fmla="*/ 514316 h 562353"/>
                <a:gd name="connsiteX591" fmla="*/ 381407 w 591411"/>
                <a:gd name="connsiteY591" fmla="*/ 517781 h 562353"/>
                <a:gd name="connsiteX592" fmla="*/ 384739 w 591411"/>
                <a:gd name="connsiteY592" fmla="*/ 521414 h 562353"/>
                <a:gd name="connsiteX593" fmla="*/ 387196 w 591411"/>
                <a:gd name="connsiteY593" fmla="*/ 524610 h 562353"/>
                <a:gd name="connsiteX594" fmla="*/ 392042 w 591411"/>
                <a:gd name="connsiteY594" fmla="*/ 525619 h 562353"/>
                <a:gd name="connsiteX595" fmla="*/ 399783 w 591411"/>
                <a:gd name="connsiteY595" fmla="*/ 524475 h 562353"/>
                <a:gd name="connsiteX596" fmla="*/ 404764 w 591411"/>
                <a:gd name="connsiteY596" fmla="*/ 522894 h 562353"/>
                <a:gd name="connsiteX597" fmla="*/ 408095 w 591411"/>
                <a:gd name="connsiteY597" fmla="*/ 521313 h 562353"/>
                <a:gd name="connsiteX598" fmla="*/ 410048 w 591411"/>
                <a:gd name="connsiteY598" fmla="*/ 523063 h 562353"/>
                <a:gd name="connsiteX599" fmla="*/ 412639 w 591411"/>
                <a:gd name="connsiteY599" fmla="*/ 524442 h 562353"/>
                <a:gd name="connsiteX600" fmla="*/ 413884 w 591411"/>
                <a:gd name="connsiteY600" fmla="*/ 528210 h 562353"/>
                <a:gd name="connsiteX601" fmla="*/ 413884 w 591411"/>
                <a:gd name="connsiteY601" fmla="*/ 530901 h 562353"/>
                <a:gd name="connsiteX602" fmla="*/ 413211 w 591411"/>
                <a:gd name="connsiteY602" fmla="*/ 533726 h 562353"/>
                <a:gd name="connsiteX603" fmla="*/ 411764 w 591411"/>
                <a:gd name="connsiteY603" fmla="*/ 536182 h 562353"/>
                <a:gd name="connsiteX604" fmla="*/ 410754 w 591411"/>
                <a:gd name="connsiteY604" fmla="*/ 539008 h 562353"/>
                <a:gd name="connsiteX605" fmla="*/ 411057 w 591411"/>
                <a:gd name="connsiteY605" fmla="*/ 541531 h 562353"/>
                <a:gd name="connsiteX606" fmla="*/ 414086 w 591411"/>
                <a:gd name="connsiteY606" fmla="*/ 543213 h 562353"/>
                <a:gd name="connsiteX607" fmla="*/ 420009 w 591411"/>
                <a:gd name="connsiteY607" fmla="*/ 544222 h 562353"/>
                <a:gd name="connsiteX608" fmla="*/ 424149 w 591411"/>
                <a:gd name="connsiteY608" fmla="*/ 548932 h 562353"/>
                <a:gd name="connsiteX609" fmla="*/ 429433 w 591411"/>
                <a:gd name="connsiteY609" fmla="*/ 551185 h 562353"/>
                <a:gd name="connsiteX610" fmla="*/ 433639 w 591411"/>
                <a:gd name="connsiteY610" fmla="*/ 554213 h 562353"/>
                <a:gd name="connsiteX611" fmla="*/ 439495 w 591411"/>
                <a:gd name="connsiteY611" fmla="*/ 557106 h 562353"/>
                <a:gd name="connsiteX612" fmla="*/ 443635 w 591411"/>
                <a:gd name="connsiteY612" fmla="*/ 557106 h 562353"/>
                <a:gd name="connsiteX613" fmla="*/ 449154 w 591411"/>
                <a:gd name="connsiteY613" fmla="*/ 555525 h 562353"/>
                <a:gd name="connsiteX614" fmla="*/ 455885 w 591411"/>
                <a:gd name="connsiteY614" fmla="*/ 553204 h 562353"/>
                <a:gd name="connsiteX615" fmla="*/ 460664 w 591411"/>
                <a:gd name="connsiteY615" fmla="*/ 549874 h 562353"/>
                <a:gd name="connsiteX616" fmla="*/ 463929 w 591411"/>
                <a:gd name="connsiteY616" fmla="*/ 542271 h 562353"/>
                <a:gd name="connsiteX617" fmla="*/ 465813 w 591411"/>
                <a:gd name="connsiteY617" fmla="*/ 540017 h 562353"/>
                <a:gd name="connsiteX618" fmla="*/ 468606 w 591411"/>
                <a:gd name="connsiteY618" fmla="*/ 541093 h 562353"/>
                <a:gd name="connsiteX619" fmla="*/ 473082 w 591411"/>
                <a:gd name="connsiteY619" fmla="*/ 543045 h 562353"/>
                <a:gd name="connsiteX620" fmla="*/ 473082 w 591411"/>
                <a:gd name="connsiteY620" fmla="*/ 546510 h 562353"/>
                <a:gd name="connsiteX621" fmla="*/ 473082 w 591411"/>
                <a:gd name="connsiteY621" fmla="*/ 551724 h 562353"/>
                <a:gd name="connsiteX622" fmla="*/ 473082 w 591411"/>
                <a:gd name="connsiteY622" fmla="*/ 553473 h 562353"/>
                <a:gd name="connsiteX623" fmla="*/ 473082 w 591411"/>
                <a:gd name="connsiteY623" fmla="*/ 556938 h 562353"/>
                <a:gd name="connsiteX624" fmla="*/ 471433 w 591411"/>
                <a:gd name="connsiteY624" fmla="*/ 560201 h 562353"/>
                <a:gd name="connsiteX625" fmla="*/ 473082 w 591411"/>
                <a:gd name="connsiteY625" fmla="*/ 562253 h 562353"/>
                <a:gd name="connsiteX626" fmla="*/ 476549 w 591411"/>
                <a:gd name="connsiteY626" fmla="*/ 562354 h 562353"/>
                <a:gd name="connsiteX627" fmla="*/ 479275 w 591411"/>
                <a:gd name="connsiteY627" fmla="*/ 561277 h 562353"/>
                <a:gd name="connsiteX628" fmla="*/ 481765 w 591411"/>
                <a:gd name="connsiteY628" fmla="*/ 562152 h 562353"/>
                <a:gd name="connsiteX629" fmla="*/ 483515 w 591411"/>
                <a:gd name="connsiteY629" fmla="*/ 561614 h 562353"/>
                <a:gd name="connsiteX630" fmla="*/ 485837 w 591411"/>
                <a:gd name="connsiteY630" fmla="*/ 561143 h 562353"/>
                <a:gd name="connsiteX631" fmla="*/ 489035 w 591411"/>
                <a:gd name="connsiteY631" fmla="*/ 556366 h 562353"/>
                <a:gd name="connsiteX632" fmla="*/ 490819 w 591411"/>
                <a:gd name="connsiteY632" fmla="*/ 552430 h 56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1411" h="562353">
                  <a:moveTo>
                    <a:pt x="490819" y="552430"/>
                  </a:moveTo>
                  <a:lnTo>
                    <a:pt x="491121" y="544895"/>
                  </a:lnTo>
                  <a:lnTo>
                    <a:pt x="498088" y="532448"/>
                  </a:lnTo>
                  <a:lnTo>
                    <a:pt x="500713" y="525485"/>
                  </a:lnTo>
                  <a:lnTo>
                    <a:pt x="506804" y="522289"/>
                  </a:lnTo>
                  <a:lnTo>
                    <a:pt x="512896" y="520540"/>
                  </a:lnTo>
                  <a:lnTo>
                    <a:pt x="521578" y="516772"/>
                  </a:lnTo>
                  <a:lnTo>
                    <a:pt x="527367" y="513004"/>
                  </a:lnTo>
                  <a:lnTo>
                    <a:pt x="529387" y="510986"/>
                  </a:lnTo>
                  <a:lnTo>
                    <a:pt x="536050" y="505469"/>
                  </a:lnTo>
                  <a:lnTo>
                    <a:pt x="535747" y="491273"/>
                  </a:lnTo>
                  <a:lnTo>
                    <a:pt x="533425" y="468667"/>
                  </a:lnTo>
                  <a:lnTo>
                    <a:pt x="533997" y="455043"/>
                  </a:lnTo>
                  <a:lnTo>
                    <a:pt x="532550" y="445759"/>
                  </a:lnTo>
                  <a:lnTo>
                    <a:pt x="528209" y="436508"/>
                  </a:lnTo>
                  <a:lnTo>
                    <a:pt x="523295" y="435633"/>
                  </a:lnTo>
                  <a:cubicBezTo>
                    <a:pt x="523295" y="435633"/>
                    <a:pt x="518079" y="438829"/>
                    <a:pt x="517506" y="439670"/>
                  </a:cubicBezTo>
                  <a:cubicBezTo>
                    <a:pt x="516935" y="440545"/>
                    <a:pt x="514309" y="444010"/>
                    <a:pt x="513165" y="443135"/>
                  </a:cubicBezTo>
                  <a:cubicBezTo>
                    <a:pt x="512021" y="442260"/>
                    <a:pt x="507646" y="443438"/>
                    <a:pt x="506501" y="443135"/>
                  </a:cubicBezTo>
                  <a:cubicBezTo>
                    <a:pt x="505357" y="442832"/>
                    <a:pt x="498694" y="436474"/>
                    <a:pt x="498694" y="436474"/>
                  </a:cubicBezTo>
                  <a:lnTo>
                    <a:pt x="491155" y="434153"/>
                  </a:lnTo>
                  <a:cubicBezTo>
                    <a:pt x="491155" y="434153"/>
                    <a:pt x="489136" y="435902"/>
                    <a:pt x="487958" y="436171"/>
                  </a:cubicBezTo>
                  <a:cubicBezTo>
                    <a:pt x="486813" y="436474"/>
                    <a:pt x="479275" y="438493"/>
                    <a:pt x="476650" y="440814"/>
                  </a:cubicBezTo>
                  <a:cubicBezTo>
                    <a:pt x="474058" y="443135"/>
                    <a:pt x="469683" y="435297"/>
                    <a:pt x="469683" y="435297"/>
                  </a:cubicBezTo>
                  <a:lnTo>
                    <a:pt x="469683" y="424869"/>
                  </a:lnTo>
                  <a:lnTo>
                    <a:pt x="463895" y="409226"/>
                  </a:lnTo>
                  <a:lnTo>
                    <a:pt x="458981" y="396174"/>
                  </a:lnTo>
                  <a:lnTo>
                    <a:pt x="451442" y="394156"/>
                  </a:lnTo>
                  <a:lnTo>
                    <a:pt x="437543" y="392406"/>
                  </a:lnTo>
                  <a:lnTo>
                    <a:pt x="432630" y="386048"/>
                  </a:lnTo>
                  <a:lnTo>
                    <a:pt x="431452" y="377369"/>
                  </a:lnTo>
                  <a:lnTo>
                    <a:pt x="430880" y="373299"/>
                  </a:lnTo>
                  <a:lnTo>
                    <a:pt x="427682" y="366941"/>
                  </a:lnTo>
                  <a:lnTo>
                    <a:pt x="430004" y="362602"/>
                  </a:lnTo>
                  <a:lnTo>
                    <a:pt x="434649" y="363174"/>
                  </a:lnTo>
                  <a:lnTo>
                    <a:pt x="439293" y="368388"/>
                  </a:lnTo>
                  <a:lnTo>
                    <a:pt x="447976" y="373299"/>
                  </a:lnTo>
                  <a:lnTo>
                    <a:pt x="458712" y="371550"/>
                  </a:lnTo>
                  <a:cubicBezTo>
                    <a:pt x="458712" y="371550"/>
                    <a:pt x="467395" y="362871"/>
                    <a:pt x="468270" y="362568"/>
                  </a:cubicBezTo>
                  <a:cubicBezTo>
                    <a:pt x="469145" y="362265"/>
                    <a:pt x="472914" y="361121"/>
                    <a:pt x="474361" y="360550"/>
                  </a:cubicBezTo>
                  <a:cubicBezTo>
                    <a:pt x="475808" y="359978"/>
                    <a:pt x="476078" y="356513"/>
                    <a:pt x="476078" y="356513"/>
                  </a:cubicBezTo>
                  <a:lnTo>
                    <a:pt x="476953" y="349280"/>
                  </a:lnTo>
                  <a:lnTo>
                    <a:pt x="476381" y="342317"/>
                  </a:lnTo>
                  <a:lnTo>
                    <a:pt x="475506" y="338549"/>
                  </a:lnTo>
                  <a:lnTo>
                    <a:pt x="471433" y="332763"/>
                  </a:lnTo>
                  <a:lnTo>
                    <a:pt x="471433" y="324084"/>
                  </a:lnTo>
                  <a:lnTo>
                    <a:pt x="475203" y="318870"/>
                  </a:lnTo>
                  <a:lnTo>
                    <a:pt x="480991" y="312781"/>
                  </a:lnTo>
                  <a:lnTo>
                    <a:pt x="486208" y="312781"/>
                  </a:lnTo>
                  <a:lnTo>
                    <a:pt x="495766" y="312781"/>
                  </a:lnTo>
                  <a:lnTo>
                    <a:pt x="496068" y="306121"/>
                  </a:lnTo>
                  <a:lnTo>
                    <a:pt x="495193" y="299157"/>
                  </a:lnTo>
                  <a:lnTo>
                    <a:pt x="492299" y="294515"/>
                  </a:lnTo>
                  <a:lnTo>
                    <a:pt x="492299" y="290176"/>
                  </a:lnTo>
                  <a:lnTo>
                    <a:pt x="494621" y="288729"/>
                  </a:lnTo>
                  <a:lnTo>
                    <a:pt x="496068" y="284961"/>
                  </a:lnTo>
                  <a:lnTo>
                    <a:pt x="495193" y="279747"/>
                  </a:lnTo>
                  <a:lnTo>
                    <a:pt x="492299" y="277157"/>
                  </a:lnTo>
                  <a:lnTo>
                    <a:pt x="492299" y="267301"/>
                  </a:lnTo>
                  <a:lnTo>
                    <a:pt x="493746" y="260068"/>
                  </a:lnTo>
                  <a:lnTo>
                    <a:pt x="495766" y="253105"/>
                  </a:lnTo>
                  <a:lnTo>
                    <a:pt x="503877" y="252533"/>
                  </a:lnTo>
                  <a:lnTo>
                    <a:pt x="511987" y="255729"/>
                  </a:lnTo>
                  <a:lnTo>
                    <a:pt x="517204" y="259193"/>
                  </a:lnTo>
                  <a:lnTo>
                    <a:pt x="525617" y="258319"/>
                  </a:lnTo>
                  <a:lnTo>
                    <a:pt x="528814" y="262658"/>
                  </a:lnTo>
                  <a:lnTo>
                    <a:pt x="532314" y="266998"/>
                  </a:lnTo>
                  <a:lnTo>
                    <a:pt x="538675" y="271337"/>
                  </a:lnTo>
                  <a:lnTo>
                    <a:pt x="540694" y="276552"/>
                  </a:lnTo>
                  <a:lnTo>
                    <a:pt x="542714" y="284961"/>
                  </a:lnTo>
                  <a:lnTo>
                    <a:pt x="545339" y="290176"/>
                  </a:lnTo>
                  <a:lnTo>
                    <a:pt x="552305" y="290176"/>
                  </a:lnTo>
                  <a:lnTo>
                    <a:pt x="558094" y="290176"/>
                  </a:lnTo>
                  <a:lnTo>
                    <a:pt x="563882" y="285971"/>
                  </a:lnTo>
                  <a:lnTo>
                    <a:pt x="571421" y="281463"/>
                  </a:lnTo>
                  <a:lnTo>
                    <a:pt x="578085" y="277393"/>
                  </a:lnTo>
                  <a:lnTo>
                    <a:pt x="581282" y="272447"/>
                  </a:lnTo>
                  <a:lnTo>
                    <a:pt x="583604" y="269252"/>
                  </a:lnTo>
                  <a:lnTo>
                    <a:pt x="587071" y="269252"/>
                  </a:lnTo>
                  <a:lnTo>
                    <a:pt x="591412" y="269252"/>
                  </a:lnTo>
                  <a:lnTo>
                    <a:pt x="591412" y="266628"/>
                  </a:lnTo>
                  <a:lnTo>
                    <a:pt x="591412" y="260842"/>
                  </a:lnTo>
                  <a:lnTo>
                    <a:pt x="585623" y="254181"/>
                  </a:lnTo>
                  <a:lnTo>
                    <a:pt x="583604" y="248664"/>
                  </a:lnTo>
                  <a:lnTo>
                    <a:pt x="580979" y="238808"/>
                  </a:lnTo>
                  <a:lnTo>
                    <a:pt x="580979" y="231844"/>
                  </a:lnTo>
                  <a:lnTo>
                    <a:pt x="580979" y="226058"/>
                  </a:lnTo>
                  <a:lnTo>
                    <a:pt x="577075" y="225486"/>
                  </a:lnTo>
                  <a:lnTo>
                    <a:pt x="570849" y="227808"/>
                  </a:lnTo>
                  <a:lnTo>
                    <a:pt x="565329" y="230129"/>
                  </a:lnTo>
                  <a:lnTo>
                    <a:pt x="565329" y="223165"/>
                  </a:lnTo>
                  <a:lnTo>
                    <a:pt x="552507" y="219431"/>
                  </a:lnTo>
                  <a:lnTo>
                    <a:pt x="544329" y="210483"/>
                  </a:lnTo>
                  <a:lnTo>
                    <a:pt x="536790" y="194067"/>
                  </a:lnTo>
                  <a:lnTo>
                    <a:pt x="536252" y="192755"/>
                  </a:lnTo>
                  <a:lnTo>
                    <a:pt x="533156" y="192755"/>
                  </a:lnTo>
                  <a:lnTo>
                    <a:pt x="524473" y="192755"/>
                  </a:lnTo>
                  <a:lnTo>
                    <a:pt x="518381" y="194269"/>
                  </a:lnTo>
                  <a:cubicBezTo>
                    <a:pt x="518381" y="194269"/>
                    <a:pt x="518381" y="197196"/>
                    <a:pt x="515555" y="198306"/>
                  </a:cubicBezTo>
                  <a:cubicBezTo>
                    <a:pt x="512728" y="199382"/>
                    <a:pt x="500544" y="199718"/>
                    <a:pt x="500544" y="199718"/>
                  </a:cubicBezTo>
                  <a:lnTo>
                    <a:pt x="491424" y="199718"/>
                  </a:lnTo>
                  <a:lnTo>
                    <a:pt x="480116" y="194303"/>
                  </a:lnTo>
                  <a:cubicBezTo>
                    <a:pt x="480116" y="194303"/>
                    <a:pt x="476212" y="189526"/>
                    <a:pt x="476212" y="188651"/>
                  </a:cubicBezTo>
                  <a:cubicBezTo>
                    <a:pt x="476212" y="187776"/>
                    <a:pt x="474900" y="181049"/>
                    <a:pt x="474900" y="180409"/>
                  </a:cubicBezTo>
                  <a:cubicBezTo>
                    <a:pt x="474900" y="179770"/>
                    <a:pt x="474900" y="174556"/>
                    <a:pt x="474900" y="174556"/>
                  </a:cubicBezTo>
                  <a:lnTo>
                    <a:pt x="470558" y="169981"/>
                  </a:lnTo>
                  <a:lnTo>
                    <a:pt x="464029" y="164969"/>
                  </a:lnTo>
                  <a:lnTo>
                    <a:pt x="456625" y="164969"/>
                  </a:lnTo>
                  <a:lnTo>
                    <a:pt x="452486" y="158241"/>
                  </a:lnTo>
                  <a:lnTo>
                    <a:pt x="447034" y="153228"/>
                  </a:lnTo>
                  <a:lnTo>
                    <a:pt x="439865" y="151042"/>
                  </a:lnTo>
                  <a:lnTo>
                    <a:pt x="430509" y="151042"/>
                  </a:lnTo>
                  <a:lnTo>
                    <a:pt x="421827" y="151042"/>
                  </a:lnTo>
                  <a:lnTo>
                    <a:pt x="417249" y="149091"/>
                  </a:lnTo>
                  <a:lnTo>
                    <a:pt x="415735" y="145189"/>
                  </a:lnTo>
                  <a:lnTo>
                    <a:pt x="415735" y="139773"/>
                  </a:lnTo>
                  <a:lnTo>
                    <a:pt x="415735" y="136308"/>
                  </a:lnTo>
                  <a:lnTo>
                    <a:pt x="417048" y="133718"/>
                  </a:lnTo>
                  <a:lnTo>
                    <a:pt x="419874" y="130892"/>
                  </a:lnTo>
                  <a:lnTo>
                    <a:pt x="423576" y="128066"/>
                  </a:lnTo>
                  <a:lnTo>
                    <a:pt x="427480" y="123289"/>
                  </a:lnTo>
                  <a:lnTo>
                    <a:pt x="430509" y="123289"/>
                  </a:lnTo>
                  <a:lnTo>
                    <a:pt x="431384" y="118512"/>
                  </a:lnTo>
                  <a:lnTo>
                    <a:pt x="431384" y="113736"/>
                  </a:lnTo>
                  <a:lnTo>
                    <a:pt x="433572" y="108959"/>
                  </a:lnTo>
                  <a:lnTo>
                    <a:pt x="435961" y="107008"/>
                  </a:lnTo>
                  <a:lnTo>
                    <a:pt x="439024" y="104182"/>
                  </a:lnTo>
                  <a:lnTo>
                    <a:pt x="442726" y="102130"/>
                  </a:lnTo>
                  <a:lnTo>
                    <a:pt x="447740" y="100717"/>
                  </a:lnTo>
                  <a:lnTo>
                    <a:pt x="453193" y="100717"/>
                  </a:lnTo>
                  <a:lnTo>
                    <a:pt x="458409" y="97689"/>
                  </a:lnTo>
                  <a:lnTo>
                    <a:pt x="461000" y="93787"/>
                  </a:lnTo>
                  <a:lnTo>
                    <a:pt x="461337" y="91836"/>
                  </a:lnTo>
                  <a:lnTo>
                    <a:pt x="459284" y="88136"/>
                  </a:lnTo>
                  <a:lnTo>
                    <a:pt x="459284" y="82484"/>
                  </a:lnTo>
                  <a:lnTo>
                    <a:pt x="462549" y="81172"/>
                  </a:lnTo>
                  <a:cubicBezTo>
                    <a:pt x="462549" y="81172"/>
                    <a:pt x="465578" y="79221"/>
                    <a:pt x="466453" y="79019"/>
                  </a:cubicBezTo>
                  <a:cubicBezTo>
                    <a:pt x="467327" y="78784"/>
                    <a:pt x="469919" y="74680"/>
                    <a:pt x="469919" y="74680"/>
                  </a:cubicBezTo>
                  <a:lnTo>
                    <a:pt x="471770" y="73065"/>
                  </a:lnTo>
                  <a:lnTo>
                    <a:pt x="474597" y="71316"/>
                  </a:lnTo>
                  <a:lnTo>
                    <a:pt x="477761" y="68591"/>
                  </a:lnTo>
                  <a:lnTo>
                    <a:pt x="479275" y="66001"/>
                  </a:lnTo>
                  <a:lnTo>
                    <a:pt x="483852" y="66001"/>
                  </a:lnTo>
                  <a:lnTo>
                    <a:pt x="489741" y="64252"/>
                  </a:lnTo>
                  <a:lnTo>
                    <a:pt x="491189" y="64252"/>
                  </a:lnTo>
                  <a:lnTo>
                    <a:pt x="494083" y="60181"/>
                  </a:lnTo>
                  <a:lnTo>
                    <a:pt x="496102" y="59038"/>
                  </a:lnTo>
                  <a:lnTo>
                    <a:pt x="497549" y="55842"/>
                  </a:lnTo>
                  <a:lnTo>
                    <a:pt x="501891" y="52074"/>
                  </a:lnTo>
                  <a:lnTo>
                    <a:pt x="506232" y="52074"/>
                  </a:lnTo>
                  <a:lnTo>
                    <a:pt x="506232" y="43664"/>
                  </a:lnTo>
                  <a:lnTo>
                    <a:pt x="508857" y="38147"/>
                  </a:lnTo>
                  <a:lnTo>
                    <a:pt x="519425" y="38147"/>
                  </a:lnTo>
                  <a:lnTo>
                    <a:pt x="524136" y="35389"/>
                  </a:lnTo>
                  <a:lnTo>
                    <a:pt x="525651" y="30915"/>
                  </a:lnTo>
                  <a:lnTo>
                    <a:pt x="526223" y="28325"/>
                  </a:lnTo>
                  <a:lnTo>
                    <a:pt x="528848" y="21664"/>
                  </a:lnTo>
                  <a:lnTo>
                    <a:pt x="528848" y="17324"/>
                  </a:lnTo>
                  <a:lnTo>
                    <a:pt x="523833" y="14465"/>
                  </a:lnTo>
                  <a:lnTo>
                    <a:pt x="522285" y="13052"/>
                  </a:lnTo>
                  <a:lnTo>
                    <a:pt x="518651" y="16618"/>
                  </a:lnTo>
                  <a:lnTo>
                    <a:pt x="518853" y="18502"/>
                  </a:lnTo>
                  <a:lnTo>
                    <a:pt x="518987" y="21529"/>
                  </a:lnTo>
                  <a:cubicBezTo>
                    <a:pt x="518987" y="21529"/>
                    <a:pt x="517405" y="24288"/>
                    <a:pt x="516800" y="24557"/>
                  </a:cubicBezTo>
                  <a:cubicBezTo>
                    <a:pt x="516227" y="24860"/>
                    <a:pt x="514915" y="26003"/>
                    <a:pt x="514477" y="26441"/>
                  </a:cubicBezTo>
                  <a:cubicBezTo>
                    <a:pt x="514040" y="26878"/>
                    <a:pt x="511718" y="26878"/>
                    <a:pt x="511718" y="26878"/>
                  </a:cubicBezTo>
                  <a:cubicBezTo>
                    <a:pt x="511718" y="26878"/>
                    <a:pt x="507949" y="31083"/>
                    <a:pt x="507376" y="31352"/>
                  </a:cubicBezTo>
                  <a:cubicBezTo>
                    <a:pt x="506804" y="31655"/>
                    <a:pt x="504617" y="33673"/>
                    <a:pt x="504617" y="33673"/>
                  </a:cubicBezTo>
                  <a:lnTo>
                    <a:pt x="495496" y="35994"/>
                  </a:lnTo>
                  <a:lnTo>
                    <a:pt x="491289" y="37004"/>
                  </a:lnTo>
                  <a:lnTo>
                    <a:pt x="487655" y="38316"/>
                  </a:lnTo>
                  <a:lnTo>
                    <a:pt x="485905" y="40334"/>
                  </a:lnTo>
                  <a:lnTo>
                    <a:pt x="485333" y="43227"/>
                  </a:lnTo>
                  <a:lnTo>
                    <a:pt x="483885" y="47701"/>
                  </a:lnTo>
                  <a:lnTo>
                    <a:pt x="483010" y="49450"/>
                  </a:lnTo>
                  <a:lnTo>
                    <a:pt x="478804" y="48004"/>
                  </a:lnTo>
                  <a:lnTo>
                    <a:pt x="476919" y="46120"/>
                  </a:lnTo>
                  <a:lnTo>
                    <a:pt x="475337" y="46557"/>
                  </a:lnTo>
                  <a:lnTo>
                    <a:pt x="474159" y="48576"/>
                  </a:lnTo>
                  <a:lnTo>
                    <a:pt x="472275" y="50762"/>
                  </a:lnTo>
                  <a:lnTo>
                    <a:pt x="470962" y="51771"/>
                  </a:lnTo>
                  <a:lnTo>
                    <a:pt x="470222" y="53958"/>
                  </a:lnTo>
                  <a:lnTo>
                    <a:pt x="466149" y="55775"/>
                  </a:lnTo>
                  <a:lnTo>
                    <a:pt x="461808" y="53386"/>
                  </a:lnTo>
                  <a:cubicBezTo>
                    <a:pt x="461808" y="53386"/>
                    <a:pt x="460933" y="48811"/>
                    <a:pt x="460933" y="48172"/>
                  </a:cubicBezTo>
                  <a:cubicBezTo>
                    <a:pt x="460933" y="47533"/>
                    <a:pt x="461808" y="41209"/>
                    <a:pt x="462246" y="40334"/>
                  </a:cubicBezTo>
                  <a:cubicBezTo>
                    <a:pt x="462683" y="39459"/>
                    <a:pt x="463996" y="34245"/>
                    <a:pt x="464635" y="34043"/>
                  </a:cubicBezTo>
                  <a:lnTo>
                    <a:pt x="459419" y="34817"/>
                  </a:lnTo>
                  <a:lnTo>
                    <a:pt x="458207" y="34178"/>
                  </a:lnTo>
                  <a:lnTo>
                    <a:pt x="457467" y="32126"/>
                  </a:lnTo>
                  <a:lnTo>
                    <a:pt x="457467" y="28661"/>
                  </a:lnTo>
                  <a:lnTo>
                    <a:pt x="457467" y="25196"/>
                  </a:lnTo>
                  <a:lnTo>
                    <a:pt x="456457" y="23178"/>
                  </a:lnTo>
                  <a:lnTo>
                    <a:pt x="454875" y="17526"/>
                  </a:lnTo>
                  <a:lnTo>
                    <a:pt x="448784" y="13893"/>
                  </a:lnTo>
                  <a:cubicBezTo>
                    <a:pt x="448784" y="13893"/>
                    <a:pt x="447639" y="13758"/>
                    <a:pt x="446899" y="13590"/>
                  </a:cubicBezTo>
                  <a:cubicBezTo>
                    <a:pt x="446193" y="13456"/>
                    <a:pt x="444711" y="12850"/>
                    <a:pt x="444308" y="12716"/>
                  </a:cubicBezTo>
                  <a:cubicBezTo>
                    <a:pt x="443870" y="12581"/>
                    <a:pt x="441986" y="11841"/>
                    <a:pt x="441986" y="11841"/>
                  </a:cubicBezTo>
                  <a:cubicBezTo>
                    <a:pt x="441986" y="11841"/>
                    <a:pt x="440101" y="13288"/>
                    <a:pt x="439663" y="13288"/>
                  </a:cubicBezTo>
                  <a:cubicBezTo>
                    <a:pt x="439226" y="13288"/>
                    <a:pt x="437644" y="15743"/>
                    <a:pt x="437341" y="16181"/>
                  </a:cubicBezTo>
                  <a:cubicBezTo>
                    <a:pt x="437038" y="16618"/>
                    <a:pt x="435456" y="18064"/>
                    <a:pt x="434885" y="18064"/>
                  </a:cubicBezTo>
                  <a:cubicBezTo>
                    <a:pt x="434312" y="18064"/>
                    <a:pt x="433572" y="19814"/>
                    <a:pt x="433000" y="20251"/>
                  </a:cubicBezTo>
                  <a:cubicBezTo>
                    <a:pt x="432427" y="20688"/>
                    <a:pt x="431418" y="25162"/>
                    <a:pt x="431418" y="25162"/>
                  </a:cubicBezTo>
                  <a:lnTo>
                    <a:pt x="431418" y="26037"/>
                  </a:lnTo>
                  <a:lnTo>
                    <a:pt x="428827" y="31251"/>
                  </a:lnTo>
                  <a:lnTo>
                    <a:pt x="424485" y="33875"/>
                  </a:lnTo>
                  <a:lnTo>
                    <a:pt x="424485" y="30410"/>
                  </a:lnTo>
                  <a:lnTo>
                    <a:pt x="424485" y="28089"/>
                  </a:lnTo>
                  <a:lnTo>
                    <a:pt x="421523" y="25028"/>
                  </a:lnTo>
                  <a:lnTo>
                    <a:pt x="418562" y="22000"/>
                  </a:lnTo>
                  <a:cubicBezTo>
                    <a:pt x="418562" y="22000"/>
                    <a:pt x="415500" y="22740"/>
                    <a:pt x="414927" y="22740"/>
                  </a:cubicBezTo>
                  <a:cubicBezTo>
                    <a:pt x="414355" y="22740"/>
                    <a:pt x="410586" y="24052"/>
                    <a:pt x="410586" y="24052"/>
                  </a:cubicBezTo>
                  <a:lnTo>
                    <a:pt x="405941" y="23480"/>
                  </a:lnTo>
                  <a:cubicBezTo>
                    <a:pt x="405941" y="23480"/>
                    <a:pt x="402038" y="21025"/>
                    <a:pt x="401600" y="21159"/>
                  </a:cubicBezTo>
                  <a:cubicBezTo>
                    <a:pt x="401163" y="21294"/>
                    <a:pt x="399985" y="21294"/>
                    <a:pt x="399985" y="21294"/>
                  </a:cubicBezTo>
                  <a:lnTo>
                    <a:pt x="398235" y="22168"/>
                  </a:lnTo>
                  <a:lnTo>
                    <a:pt x="391571" y="22875"/>
                  </a:lnTo>
                  <a:lnTo>
                    <a:pt x="389384" y="22572"/>
                  </a:lnTo>
                  <a:lnTo>
                    <a:pt x="383427" y="20688"/>
                  </a:lnTo>
                  <a:lnTo>
                    <a:pt x="379220" y="19107"/>
                  </a:lnTo>
                  <a:lnTo>
                    <a:pt x="374878" y="17089"/>
                  </a:lnTo>
                  <a:cubicBezTo>
                    <a:pt x="374878" y="17089"/>
                    <a:pt x="373869" y="15508"/>
                    <a:pt x="373128" y="14768"/>
                  </a:cubicBezTo>
                  <a:cubicBezTo>
                    <a:pt x="372388" y="14028"/>
                    <a:pt x="373128" y="14768"/>
                    <a:pt x="372253" y="14465"/>
                  </a:cubicBezTo>
                  <a:cubicBezTo>
                    <a:pt x="371378" y="14162"/>
                    <a:pt x="368921" y="12447"/>
                    <a:pt x="368652" y="12009"/>
                  </a:cubicBezTo>
                  <a:cubicBezTo>
                    <a:pt x="368349" y="11572"/>
                    <a:pt x="366902" y="11269"/>
                    <a:pt x="365758" y="11135"/>
                  </a:cubicBezTo>
                  <a:cubicBezTo>
                    <a:pt x="364614" y="11000"/>
                    <a:pt x="363301" y="10395"/>
                    <a:pt x="361854" y="10395"/>
                  </a:cubicBezTo>
                  <a:cubicBezTo>
                    <a:pt x="360407" y="10395"/>
                    <a:pt x="359094" y="9957"/>
                    <a:pt x="358522" y="9957"/>
                  </a:cubicBezTo>
                  <a:cubicBezTo>
                    <a:pt x="357950" y="9957"/>
                    <a:pt x="354753" y="9385"/>
                    <a:pt x="354753" y="9385"/>
                  </a:cubicBezTo>
                  <a:cubicBezTo>
                    <a:pt x="354753" y="9385"/>
                    <a:pt x="352161" y="8376"/>
                    <a:pt x="351556" y="8376"/>
                  </a:cubicBezTo>
                  <a:cubicBezTo>
                    <a:pt x="350950" y="8376"/>
                    <a:pt x="349671" y="7367"/>
                    <a:pt x="349233" y="7232"/>
                  </a:cubicBezTo>
                  <a:cubicBezTo>
                    <a:pt x="348796" y="7098"/>
                    <a:pt x="344455" y="6089"/>
                    <a:pt x="344455" y="6089"/>
                  </a:cubicBezTo>
                  <a:lnTo>
                    <a:pt x="344455" y="4205"/>
                  </a:lnTo>
                  <a:cubicBezTo>
                    <a:pt x="344455" y="4205"/>
                    <a:pt x="343882" y="1615"/>
                    <a:pt x="343714" y="1009"/>
                  </a:cubicBezTo>
                  <a:cubicBezTo>
                    <a:pt x="343580" y="437"/>
                    <a:pt x="341830" y="0"/>
                    <a:pt x="341830" y="0"/>
                  </a:cubicBezTo>
                  <a:cubicBezTo>
                    <a:pt x="341830" y="0"/>
                    <a:pt x="340820" y="0"/>
                    <a:pt x="340248" y="0"/>
                  </a:cubicBezTo>
                  <a:cubicBezTo>
                    <a:pt x="339676" y="0"/>
                    <a:pt x="338666" y="875"/>
                    <a:pt x="338094" y="1413"/>
                  </a:cubicBezTo>
                  <a:cubicBezTo>
                    <a:pt x="337522" y="1951"/>
                    <a:pt x="336209" y="2758"/>
                    <a:pt x="335637" y="3330"/>
                  </a:cubicBezTo>
                  <a:cubicBezTo>
                    <a:pt x="335065" y="3902"/>
                    <a:pt x="331868" y="4777"/>
                    <a:pt x="331868" y="4777"/>
                  </a:cubicBezTo>
                  <a:lnTo>
                    <a:pt x="328233" y="3902"/>
                  </a:lnTo>
                  <a:lnTo>
                    <a:pt x="324329" y="3330"/>
                  </a:lnTo>
                  <a:cubicBezTo>
                    <a:pt x="324329" y="3330"/>
                    <a:pt x="323016" y="2590"/>
                    <a:pt x="322714" y="1884"/>
                  </a:cubicBezTo>
                  <a:cubicBezTo>
                    <a:pt x="322445" y="1177"/>
                    <a:pt x="321132" y="1884"/>
                    <a:pt x="320560" y="1884"/>
                  </a:cubicBezTo>
                  <a:cubicBezTo>
                    <a:pt x="319988" y="1884"/>
                    <a:pt x="317935" y="2456"/>
                    <a:pt x="317935" y="2456"/>
                  </a:cubicBezTo>
                  <a:cubicBezTo>
                    <a:pt x="317935" y="2456"/>
                    <a:pt x="316353" y="3196"/>
                    <a:pt x="315915" y="3330"/>
                  </a:cubicBezTo>
                  <a:cubicBezTo>
                    <a:pt x="315478" y="3465"/>
                    <a:pt x="313021" y="4777"/>
                    <a:pt x="312584" y="5080"/>
                  </a:cubicBezTo>
                  <a:cubicBezTo>
                    <a:pt x="312146" y="5382"/>
                    <a:pt x="309824" y="5820"/>
                    <a:pt x="309824" y="5820"/>
                  </a:cubicBezTo>
                  <a:lnTo>
                    <a:pt x="307064" y="6391"/>
                  </a:lnTo>
                  <a:lnTo>
                    <a:pt x="306189" y="11303"/>
                  </a:lnTo>
                  <a:lnTo>
                    <a:pt x="306189" y="12312"/>
                  </a:lnTo>
                  <a:lnTo>
                    <a:pt x="306627" y="14499"/>
                  </a:lnTo>
                  <a:lnTo>
                    <a:pt x="307064" y="19141"/>
                  </a:lnTo>
                  <a:lnTo>
                    <a:pt x="305483" y="19141"/>
                  </a:lnTo>
                  <a:lnTo>
                    <a:pt x="303901" y="20285"/>
                  </a:lnTo>
                  <a:lnTo>
                    <a:pt x="303026" y="22034"/>
                  </a:lnTo>
                  <a:lnTo>
                    <a:pt x="304036" y="24221"/>
                  </a:lnTo>
                  <a:lnTo>
                    <a:pt x="306223" y="25970"/>
                  </a:lnTo>
                  <a:lnTo>
                    <a:pt x="306088" y="27282"/>
                  </a:lnTo>
                  <a:lnTo>
                    <a:pt x="304338" y="29031"/>
                  </a:lnTo>
                  <a:lnTo>
                    <a:pt x="305651" y="30175"/>
                  </a:lnTo>
                  <a:lnTo>
                    <a:pt x="304944" y="31487"/>
                  </a:lnTo>
                  <a:lnTo>
                    <a:pt x="303362" y="33673"/>
                  </a:lnTo>
                  <a:lnTo>
                    <a:pt x="304944" y="36432"/>
                  </a:lnTo>
                  <a:lnTo>
                    <a:pt x="306896" y="38618"/>
                  </a:lnTo>
                  <a:lnTo>
                    <a:pt x="307973" y="40939"/>
                  </a:lnTo>
                  <a:lnTo>
                    <a:pt x="307973" y="43698"/>
                  </a:lnTo>
                  <a:lnTo>
                    <a:pt x="306088" y="44573"/>
                  </a:lnTo>
                  <a:lnTo>
                    <a:pt x="304204" y="46322"/>
                  </a:lnTo>
                  <a:lnTo>
                    <a:pt x="302757" y="49652"/>
                  </a:lnTo>
                  <a:lnTo>
                    <a:pt x="302757" y="51536"/>
                  </a:lnTo>
                  <a:lnTo>
                    <a:pt x="304136" y="53722"/>
                  </a:lnTo>
                  <a:lnTo>
                    <a:pt x="305381" y="56044"/>
                  </a:lnTo>
                  <a:cubicBezTo>
                    <a:pt x="305381" y="56044"/>
                    <a:pt x="307266" y="58499"/>
                    <a:pt x="306829" y="59071"/>
                  </a:cubicBezTo>
                  <a:cubicBezTo>
                    <a:pt x="306391" y="59643"/>
                    <a:pt x="307266" y="59643"/>
                    <a:pt x="306829" y="59946"/>
                  </a:cubicBezTo>
                  <a:cubicBezTo>
                    <a:pt x="306391" y="60248"/>
                    <a:pt x="304810" y="61089"/>
                    <a:pt x="303800" y="60821"/>
                  </a:cubicBezTo>
                  <a:cubicBezTo>
                    <a:pt x="302790" y="60551"/>
                    <a:pt x="301915" y="61224"/>
                    <a:pt x="301343" y="60955"/>
                  </a:cubicBezTo>
                  <a:cubicBezTo>
                    <a:pt x="300771" y="60652"/>
                    <a:pt x="298449" y="60955"/>
                    <a:pt x="298449" y="60955"/>
                  </a:cubicBezTo>
                  <a:lnTo>
                    <a:pt x="297439" y="60955"/>
                  </a:lnTo>
                  <a:lnTo>
                    <a:pt x="295420" y="61830"/>
                  </a:lnTo>
                  <a:cubicBezTo>
                    <a:pt x="295420" y="61830"/>
                    <a:pt x="295689" y="63848"/>
                    <a:pt x="295857" y="64453"/>
                  </a:cubicBezTo>
                  <a:cubicBezTo>
                    <a:pt x="295992" y="65025"/>
                    <a:pt x="296430" y="66909"/>
                    <a:pt x="296430" y="66909"/>
                  </a:cubicBezTo>
                  <a:cubicBezTo>
                    <a:pt x="296430" y="66909"/>
                    <a:pt x="297439" y="70374"/>
                    <a:pt x="297439" y="70811"/>
                  </a:cubicBezTo>
                  <a:cubicBezTo>
                    <a:pt x="297439" y="71249"/>
                    <a:pt x="298449" y="73704"/>
                    <a:pt x="298449" y="73704"/>
                  </a:cubicBezTo>
                  <a:lnTo>
                    <a:pt x="299324" y="77472"/>
                  </a:lnTo>
                  <a:lnTo>
                    <a:pt x="299324" y="80365"/>
                  </a:lnTo>
                  <a:lnTo>
                    <a:pt x="296867" y="83561"/>
                  </a:lnTo>
                  <a:lnTo>
                    <a:pt x="295420" y="86588"/>
                  </a:lnTo>
                  <a:lnTo>
                    <a:pt x="293232" y="91063"/>
                  </a:lnTo>
                  <a:lnTo>
                    <a:pt x="291348" y="93249"/>
                  </a:lnTo>
                  <a:lnTo>
                    <a:pt x="289598" y="95705"/>
                  </a:lnTo>
                  <a:cubicBezTo>
                    <a:pt x="289598" y="95705"/>
                    <a:pt x="288285" y="97151"/>
                    <a:pt x="287410" y="97589"/>
                  </a:cubicBezTo>
                  <a:cubicBezTo>
                    <a:pt x="286535" y="98026"/>
                    <a:pt x="284785" y="99910"/>
                    <a:pt x="284347" y="100044"/>
                  </a:cubicBezTo>
                  <a:cubicBezTo>
                    <a:pt x="283910" y="100179"/>
                    <a:pt x="281016" y="102668"/>
                    <a:pt x="281016" y="102668"/>
                  </a:cubicBezTo>
                  <a:lnTo>
                    <a:pt x="280141" y="102668"/>
                  </a:lnTo>
                  <a:lnTo>
                    <a:pt x="280141" y="105258"/>
                  </a:lnTo>
                  <a:lnTo>
                    <a:pt x="280141" y="105999"/>
                  </a:lnTo>
                  <a:lnTo>
                    <a:pt x="279265" y="108454"/>
                  </a:lnTo>
                  <a:lnTo>
                    <a:pt x="276809" y="109329"/>
                  </a:lnTo>
                  <a:cubicBezTo>
                    <a:pt x="276809" y="109329"/>
                    <a:pt x="275362" y="108891"/>
                    <a:pt x="274924" y="108757"/>
                  </a:cubicBezTo>
                  <a:cubicBezTo>
                    <a:pt x="274487" y="108622"/>
                    <a:pt x="272905" y="106738"/>
                    <a:pt x="272905" y="106738"/>
                  </a:cubicBezTo>
                  <a:lnTo>
                    <a:pt x="269842" y="105999"/>
                  </a:lnTo>
                  <a:lnTo>
                    <a:pt x="265198" y="106738"/>
                  </a:lnTo>
                  <a:cubicBezTo>
                    <a:pt x="265198" y="106738"/>
                    <a:pt x="262741" y="109329"/>
                    <a:pt x="262135" y="109329"/>
                  </a:cubicBezTo>
                  <a:cubicBezTo>
                    <a:pt x="261564" y="109329"/>
                    <a:pt x="261126" y="111650"/>
                    <a:pt x="260958" y="112222"/>
                  </a:cubicBezTo>
                  <a:cubicBezTo>
                    <a:pt x="260823" y="112794"/>
                    <a:pt x="259207" y="113971"/>
                    <a:pt x="259207" y="113971"/>
                  </a:cubicBezTo>
                  <a:lnTo>
                    <a:pt x="259207" y="118008"/>
                  </a:lnTo>
                  <a:lnTo>
                    <a:pt x="255876" y="121035"/>
                  </a:lnTo>
                  <a:lnTo>
                    <a:pt x="251534" y="120766"/>
                  </a:lnTo>
                  <a:lnTo>
                    <a:pt x="248640" y="118882"/>
                  </a:lnTo>
                  <a:lnTo>
                    <a:pt x="247900" y="116561"/>
                  </a:lnTo>
                  <a:lnTo>
                    <a:pt x="245443" y="116561"/>
                  </a:lnTo>
                  <a:lnTo>
                    <a:pt x="241976" y="117436"/>
                  </a:lnTo>
                  <a:lnTo>
                    <a:pt x="237904" y="118445"/>
                  </a:lnTo>
                  <a:lnTo>
                    <a:pt x="236592" y="119892"/>
                  </a:lnTo>
                  <a:lnTo>
                    <a:pt x="235717" y="121035"/>
                  </a:lnTo>
                  <a:lnTo>
                    <a:pt x="234135" y="122785"/>
                  </a:lnTo>
                  <a:lnTo>
                    <a:pt x="233125" y="124366"/>
                  </a:lnTo>
                  <a:lnTo>
                    <a:pt x="233125" y="127831"/>
                  </a:lnTo>
                  <a:lnTo>
                    <a:pt x="233125" y="128571"/>
                  </a:lnTo>
                  <a:cubicBezTo>
                    <a:pt x="233125" y="128571"/>
                    <a:pt x="231880" y="130152"/>
                    <a:pt x="231442" y="130454"/>
                  </a:cubicBezTo>
                  <a:cubicBezTo>
                    <a:pt x="231005" y="130757"/>
                    <a:pt x="228346" y="132776"/>
                    <a:pt x="228043" y="133348"/>
                  </a:cubicBezTo>
                  <a:cubicBezTo>
                    <a:pt x="227740" y="133919"/>
                    <a:pt x="224409" y="133482"/>
                    <a:pt x="223836" y="133482"/>
                  </a:cubicBezTo>
                  <a:cubicBezTo>
                    <a:pt x="223265" y="133482"/>
                    <a:pt x="221817" y="131733"/>
                    <a:pt x="221817" y="131733"/>
                  </a:cubicBezTo>
                  <a:lnTo>
                    <a:pt x="220942" y="129849"/>
                  </a:lnTo>
                  <a:lnTo>
                    <a:pt x="220067" y="126956"/>
                  </a:lnTo>
                  <a:lnTo>
                    <a:pt x="218351" y="126956"/>
                  </a:lnTo>
                  <a:lnTo>
                    <a:pt x="215456" y="126956"/>
                  </a:lnTo>
                  <a:lnTo>
                    <a:pt x="214447" y="128974"/>
                  </a:lnTo>
                  <a:lnTo>
                    <a:pt x="212865" y="131161"/>
                  </a:lnTo>
                  <a:lnTo>
                    <a:pt x="210846" y="133179"/>
                  </a:lnTo>
                  <a:lnTo>
                    <a:pt x="207985" y="134828"/>
                  </a:lnTo>
                  <a:lnTo>
                    <a:pt x="205057" y="133953"/>
                  </a:lnTo>
                  <a:lnTo>
                    <a:pt x="200918" y="133045"/>
                  </a:lnTo>
                  <a:cubicBezTo>
                    <a:pt x="200918" y="133045"/>
                    <a:pt x="196576" y="132507"/>
                    <a:pt x="196341" y="132507"/>
                  </a:cubicBezTo>
                  <a:cubicBezTo>
                    <a:pt x="196105" y="132507"/>
                    <a:pt x="191124" y="132607"/>
                    <a:pt x="191124" y="132607"/>
                  </a:cubicBezTo>
                  <a:lnTo>
                    <a:pt x="185908" y="131968"/>
                  </a:lnTo>
                  <a:lnTo>
                    <a:pt x="178639" y="132338"/>
                  </a:lnTo>
                  <a:lnTo>
                    <a:pt x="174735" y="131195"/>
                  </a:lnTo>
                  <a:lnTo>
                    <a:pt x="174028" y="129883"/>
                  </a:lnTo>
                  <a:lnTo>
                    <a:pt x="170696" y="128739"/>
                  </a:lnTo>
                  <a:lnTo>
                    <a:pt x="167364" y="127999"/>
                  </a:lnTo>
                  <a:lnTo>
                    <a:pt x="164470" y="128739"/>
                  </a:lnTo>
                  <a:lnTo>
                    <a:pt x="161879" y="128739"/>
                  </a:lnTo>
                  <a:lnTo>
                    <a:pt x="160566" y="129748"/>
                  </a:lnTo>
                  <a:lnTo>
                    <a:pt x="160700" y="130623"/>
                  </a:lnTo>
                  <a:lnTo>
                    <a:pt x="160566" y="133078"/>
                  </a:lnTo>
                  <a:lnTo>
                    <a:pt x="159388" y="134828"/>
                  </a:lnTo>
                  <a:lnTo>
                    <a:pt x="158378" y="136577"/>
                  </a:lnTo>
                  <a:lnTo>
                    <a:pt x="158378" y="137317"/>
                  </a:lnTo>
                  <a:lnTo>
                    <a:pt x="159018" y="139638"/>
                  </a:lnTo>
                  <a:lnTo>
                    <a:pt x="160095" y="141522"/>
                  </a:lnTo>
                  <a:lnTo>
                    <a:pt x="160970" y="143708"/>
                  </a:lnTo>
                  <a:lnTo>
                    <a:pt x="161845" y="147039"/>
                  </a:lnTo>
                  <a:lnTo>
                    <a:pt x="161845" y="149663"/>
                  </a:lnTo>
                  <a:lnTo>
                    <a:pt x="160600" y="151244"/>
                  </a:lnTo>
                  <a:lnTo>
                    <a:pt x="158345" y="151378"/>
                  </a:lnTo>
                  <a:lnTo>
                    <a:pt x="155585" y="150235"/>
                  </a:lnTo>
                  <a:lnTo>
                    <a:pt x="152253" y="149663"/>
                  </a:lnTo>
                  <a:lnTo>
                    <a:pt x="147171" y="149663"/>
                  </a:lnTo>
                  <a:lnTo>
                    <a:pt x="141383" y="150975"/>
                  </a:lnTo>
                  <a:lnTo>
                    <a:pt x="137176" y="153598"/>
                  </a:lnTo>
                  <a:lnTo>
                    <a:pt x="132969" y="158678"/>
                  </a:lnTo>
                  <a:lnTo>
                    <a:pt x="130950" y="160427"/>
                  </a:lnTo>
                  <a:cubicBezTo>
                    <a:pt x="130950" y="160427"/>
                    <a:pt x="129200" y="162614"/>
                    <a:pt x="128762" y="162614"/>
                  </a:cubicBezTo>
                  <a:cubicBezTo>
                    <a:pt x="128325" y="162614"/>
                    <a:pt x="126003" y="165070"/>
                    <a:pt x="126003" y="165070"/>
                  </a:cubicBezTo>
                  <a:cubicBezTo>
                    <a:pt x="126003" y="165070"/>
                    <a:pt x="124118" y="166819"/>
                    <a:pt x="123546" y="166819"/>
                  </a:cubicBezTo>
                  <a:cubicBezTo>
                    <a:pt x="122974" y="166819"/>
                    <a:pt x="122536" y="168131"/>
                    <a:pt x="122536" y="168131"/>
                  </a:cubicBezTo>
                  <a:lnTo>
                    <a:pt x="120517" y="169880"/>
                  </a:lnTo>
                  <a:lnTo>
                    <a:pt x="118329" y="171461"/>
                  </a:lnTo>
                  <a:lnTo>
                    <a:pt x="118329" y="174085"/>
                  </a:lnTo>
                  <a:lnTo>
                    <a:pt x="117959" y="176103"/>
                  </a:lnTo>
                  <a:cubicBezTo>
                    <a:pt x="117959" y="176103"/>
                    <a:pt x="116882" y="177550"/>
                    <a:pt x="116310" y="177685"/>
                  </a:cubicBezTo>
                  <a:cubicBezTo>
                    <a:pt x="115738" y="177819"/>
                    <a:pt x="114426" y="178997"/>
                    <a:pt x="113853" y="179266"/>
                  </a:cubicBezTo>
                  <a:cubicBezTo>
                    <a:pt x="113281" y="179568"/>
                    <a:pt x="112709" y="180006"/>
                    <a:pt x="112709" y="180006"/>
                  </a:cubicBezTo>
                  <a:lnTo>
                    <a:pt x="108805" y="182764"/>
                  </a:lnTo>
                  <a:lnTo>
                    <a:pt x="108233" y="182764"/>
                  </a:lnTo>
                  <a:cubicBezTo>
                    <a:pt x="108233" y="182764"/>
                    <a:pt x="104598" y="182831"/>
                    <a:pt x="104026" y="183134"/>
                  </a:cubicBezTo>
                  <a:cubicBezTo>
                    <a:pt x="103454" y="183437"/>
                    <a:pt x="101401" y="182630"/>
                    <a:pt x="100829" y="182764"/>
                  </a:cubicBezTo>
                  <a:cubicBezTo>
                    <a:pt x="100257" y="182899"/>
                    <a:pt x="99819" y="183639"/>
                    <a:pt x="99247" y="183639"/>
                  </a:cubicBezTo>
                  <a:cubicBezTo>
                    <a:pt x="98675" y="183639"/>
                    <a:pt x="95209" y="185388"/>
                    <a:pt x="93593" y="185522"/>
                  </a:cubicBezTo>
                  <a:cubicBezTo>
                    <a:pt x="91978" y="185657"/>
                    <a:pt x="89656" y="186229"/>
                    <a:pt x="89656" y="186229"/>
                  </a:cubicBezTo>
                  <a:cubicBezTo>
                    <a:pt x="89656" y="186229"/>
                    <a:pt x="82285" y="186229"/>
                    <a:pt x="81848" y="186229"/>
                  </a:cubicBezTo>
                  <a:cubicBezTo>
                    <a:pt x="81410" y="186229"/>
                    <a:pt x="76934" y="186801"/>
                    <a:pt x="76934" y="186801"/>
                  </a:cubicBezTo>
                  <a:lnTo>
                    <a:pt x="72155" y="189391"/>
                  </a:lnTo>
                  <a:lnTo>
                    <a:pt x="68521" y="193159"/>
                  </a:lnTo>
                  <a:cubicBezTo>
                    <a:pt x="68521" y="193159"/>
                    <a:pt x="65761" y="194740"/>
                    <a:pt x="65189" y="194740"/>
                  </a:cubicBezTo>
                  <a:cubicBezTo>
                    <a:pt x="64617" y="194740"/>
                    <a:pt x="62429" y="195312"/>
                    <a:pt x="61992" y="195884"/>
                  </a:cubicBezTo>
                  <a:cubicBezTo>
                    <a:pt x="61554" y="196455"/>
                    <a:pt x="59972" y="195581"/>
                    <a:pt x="59400" y="195884"/>
                  </a:cubicBezTo>
                  <a:cubicBezTo>
                    <a:pt x="58828" y="196186"/>
                    <a:pt x="56068" y="195884"/>
                    <a:pt x="55463" y="195884"/>
                  </a:cubicBezTo>
                  <a:cubicBezTo>
                    <a:pt x="54891" y="195884"/>
                    <a:pt x="51828" y="196186"/>
                    <a:pt x="51256" y="196590"/>
                  </a:cubicBezTo>
                  <a:cubicBezTo>
                    <a:pt x="50684" y="197027"/>
                    <a:pt x="50246" y="196590"/>
                    <a:pt x="49674" y="196590"/>
                  </a:cubicBezTo>
                  <a:cubicBezTo>
                    <a:pt x="49102" y="196590"/>
                    <a:pt x="47924" y="199920"/>
                    <a:pt x="47487" y="200358"/>
                  </a:cubicBezTo>
                  <a:cubicBezTo>
                    <a:pt x="47049" y="200795"/>
                    <a:pt x="46174" y="202679"/>
                    <a:pt x="45736" y="203116"/>
                  </a:cubicBezTo>
                  <a:cubicBezTo>
                    <a:pt x="45299" y="203553"/>
                    <a:pt x="42539" y="205437"/>
                    <a:pt x="42539" y="205437"/>
                  </a:cubicBezTo>
                  <a:cubicBezTo>
                    <a:pt x="42539" y="205437"/>
                    <a:pt x="40655" y="207018"/>
                    <a:pt x="40217" y="207456"/>
                  </a:cubicBezTo>
                  <a:cubicBezTo>
                    <a:pt x="39780" y="207893"/>
                    <a:pt x="34563" y="209911"/>
                    <a:pt x="33688" y="210315"/>
                  </a:cubicBezTo>
                  <a:cubicBezTo>
                    <a:pt x="32813" y="210685"/>
                    <a:pt x="28606" y="210517"/>
                    <a:pt x="28606" y="210517"/>
                  </a:cubicBezTo>
                  <a:cubicBezTo>
                    <a:pt x="28606" y="210517"/>
                    <a:pt x="22649" y="210080"/>
                    <a:pt x="22077" y="210517"/>
                  </a:cubicBezTo>
                  <a:cubicBezTo>
                    <a:pt x="21505" y="210954"/>
                    <a:pt x="16558" y="210517"/>
                    <a:pt x="16558" y="210517"/>
                  </a:cubicBezTo>
                  <a:lnTo>
                    <a:pt x="11342" y="210517"/>
                  </a:lnTo>
                  <a:lnTo>
                    <a:pt x="9591" y="210517"/>
                  </a:lnTo>
                  <a:cubicBezTo>
                    <a:pt x="9591" y="210517"/>
                    <a:pt x="4947" y="210517"/>
                    <a:pt x="3938" y="210517"/>
                  </a:cubicBezTo>
                  <a:cubicBezTo>
                    <a:pt x="2928" y="210517"/>
                    <a:pt x="740" y="212905"/>
                    <a:pt x="740" y="212905"/>
                  </a:cubicBezTo>
                  <a:lnTo>
                    <a:pt x="0" y="214856"/>
                  </a:lnTo>
                  <a:cubicBezTo>
                    <a:pt x="0" y="214856"/>
                    <a:pt x="0" y="219061"/>
                    <a:pt x="0" y="219633"/>
                  </a:cubicBezTo>
                  <a:cubicBezTo>
                    <a:pt x="0" y="220205"/>
                    <a:pt x="1582" y="221954"/>
                    <a:pt x="1582" y="221954"/>
                  </a:cubicBezTo>
                  <a:lnTo>
                    <a:pt x="5216" y="226462"/>
                  </a:lnTo>
                  <a:lnTo>
                    <a:pt x="9693" y="231104"/>
                  </a:lnTo>
                  <a:lnTo>
                    <a:pt x="11442" y="233123"/>
                  </a:lnTo>
                  <a:lnTo>
                    <a:pt x="14774" y="236318"/>
                  </a:lnTo>
                  <a:lnTo>
                    <a:pt x="16491" y="238505"/>
                  </a:lnTo>
                  <a:lnTo>
                    <a:pt x="15481" y="240086"/>
                  </a:lnTo>
                  <a:lnTo>
                    <a:pt x="14774" y="241835"/>
                  </a:lnTo>
                  <a:lnTo>
                    <a:pt x="12183" y="241835"/>
                  </a:lnTo>
                  <a:cubicBezTo>
                    <a:pt x="12183" y="241835"/>
                    <a:pt x="9423" y="243921"/>
                    <a:pt x="8414" y="244089"/>
                  </a:cubicBezTo>
                  <a:cubicBezTo>
                    <a:pt x="7404" y="244224"/>
                    <a:pt x="8414" y="245031"/>
                    <a:pt x="8414" y="245031"/>
                  </a:cubicBezTo>
                  <a:lnTo>
                    <a:pt x="10164" y="248227"/>
                  </a:lnTo>
                  <a:lnTo>
                    <a:pt x="12048" y="250683"/>
                  </a:lnTo>
                  <a:cubicBezTo>
                    <a:pt x="12048" y="250683"/>
                    <a:pt x="15077" y="252264"/>
                    <a:pt x="15683" y="252432"/>
                  </a:cubicBezTo>
                  <a:cubicBezTo>
                    <a:pt x="16255" y="252566"/>
                    <a:pt x="19452" y="253306"/>
                    <a:pt x="19890" y="253576"/>
                  </a:cubicBezTo>
                  <a:cubicBezTo>
                    <a:pt x="20327" y="253878"/>
                    <a:pt x="23222" y="254147"/>
                    <a:pt x="24534" y="254753"/>
                  </a:cubicBezTo>
                  <a:cubicBezTo>
                    <a:pt x="25847" y="255325"/>
                    <a:pt x="27428" y="256502"/>
                    <a:pt x="27428" y="256502"/>
                  </a:cubicBezTo>
                  <a:cubicBezTo>
                    <a:pt x="27428" y="256502"/>
                    <a:pt x="28573" y="257511"/>
                    <a:pt x="29178" y="257814"/>
                  </a:cubicBezTo>
                  <a:cubicBezTo>
                    <a:pt x="29751" y="258117"/>
                    <a:pt x="31198" y="259833"/>
                    <a:pt x="31366" y="260404"/>
                  </a:cubicBezTo>
                  <a:cubicBezTo>
                    <a:pt x="31501" y="260976"/>
                    <a:pt x="31231" y="261851"/>
                    <a:pt x="31231" y="261851"/>
                  </a:cubicBezTo>
                  <a:cubicBezTo>
                    <a:pt x="31231" y="261851"/>
                    <a:pt x="29347" y="264609"/>
                    <a:pt x="28775" y="264878"/>
                  </a:cubicBezTo>
                  <a:cubicBezTo>
                    <a:pt x="28203" y="265181"/>
                    <a:pt x="25712" y="266460"/>
                    <a:pt x="25140" y="266762"/>
                  </a:cubicBezTo>
                  <a:cubicBezTo>
                    <a:pt x="24568" y="267065"/>
                    <a:pt x="22380" y="269083"/>
                    <a:pt x="21371" y="270093"/>
                  </a:cubicBezTo>
                  <a:cubicBezTo>
                    <a:pt x="20361" y="271102"/>
                    <a:pt x="19923" y="272414"/>
                    <a:pt x="19923" y="272986"/>
                  </a:cubicBezTo>
                  <a:cubicBezTo>
                    <a:pt x="19923" y="273558"/>
                    <a:pt x="20664" y="275576"/>
                    <a:pt x="20933" y="276013"/>
                  </a:cubicBezTo>
                  <a:cubicBezTo>
                    <a:pt x="21236" y="276451"/>
                    <a:pt x="23525" y="278334"/>
                    <a:pt x="23525" y="278334"/>
                  </a:cubicBezTo>
                  <a:lnTo>
                    <a:pt x="28741" y="278334"/>
                  </a:lnTo>
                  <a:lnTo>
                    <a:pt x="32376" y="281799"/>
                  </a:lnTo>
                  <a:cubicBezTo>
                    <a:pt x="32376" y="281799"/>
                    <a:pt x="29481" y="284995"/>
                    <a:pt x="29044" y="285130"/>
                  </a:cubicBezTo>
                  <a:cubicBezTo>
                    <a:pt x="28606" y="285264"/>
                    <a:pt x="28034" y="286139"/>
                    <a:pt x="28034" y="286139"/>
                  </a:cubicBezTo>
                  <a:lnTo>
                    <a:pt x="26149" y="287888"/>
                  </a:lnTo>
                  <a:lnTo>
                    <a:pt x="26149" y="290916"/>
                  </a:lnTo>
                  <a:lnTo>
                    <a:pt x="27159" y="293237"/>
                  </a:lnTo>
                  <a:cubicBezTo>
                    <a:pt x="27159" y="293237"/>
                    <a:pt x="29044" y="294246"/>
                    <a:pt x="29481" y="293977"/>
                  </a:cubicBezTo>
                  <a:cubicBezTo>
                    <a:pt x="29919" y="293674"/>
                    <a:pt x="32241" y="293977"/>
                    <a:pt x="32241" y="293977"/>
                  </a:cubicBezTo>
                  <a:lnTo>
                    <a:pt x="37895" y="293977"/>
                  </a:lnTo>
                  <a:lnTo>
                    <a:pt x="39342" y="295356"/>
                  </a:lnTo>
                  <a:cubicBezTo>
                    <a:pt x="39342" y="295356"/>
                    <a:pt x="43246" y="299191"/>
                    <a:pt x="43549" y="299763"/>
                  </a:cubicBezTo>
                  <a:cubicBezTo>
                    <a:pt x="43852" y="300335"/>
                    <a:pt x="46107" y="302656"/>
                    <a:pt x="46107" y="302656"/>
                  </a:cubicBezTo>
                  <a:lnTo>
                    <a:pt x="46174" y="306861"/>
                  </a:lnTo>
                  <a:cubicBezTo>
                    <a:pt x="46174" y="306861"/>
                    <a:pt x="46039" y="311200"/>
                    <a:pt x="46174" y="311772"/>
                  </a:cubicBezTo>
                  <a:cubicBezTo>
                    <a:pt x="46309" y="312344"/>
                    <a:pt x="49641" y="316549"/>
                    <a:pt x="49641" y="316549"/>
                  </a:cubicBezTo>
                  <a:lnTo>
                    <a:pt x="52097" y="316549"/>
                  </a:lnTo>
                  <a:lnTo>
                    <a:pt x="53612" y="318130"/>
                  </a:lnTo>
                  <a:cubicBezTo>
                    <a:pt x="53612" y="318130"/>
                    <a:pt x="56943" y="320216"/>
                    <a:pt x="57011" y="320451"/>
                  </a:cubicBezTo>
                  <a:cubicBezTo>
                    <a:pt x="57078" y="320687"/>
                    <a:pt x="61352" y="324286"/>
                    <a:pt x="61554" y="324421"/>
                  </a:cubicBezTo>
                  <a:cubicBezTo>
                    <a:pt x="61790" y="324555"/>
                    <a:pt x="65626" y="327818"/>
                    <a:pt x="65828" y="327953"/>
                  </a:cubicBezTo>
                  <a:cubicBezTo>
                    <a:pt x="66064" y="328087"/>
                    <a:pt x="67848" y="332023"/>
                    <a:pt x="67915" y="332225"/>
                  </a:cubicBezTo>
                  <a:cubicBezTo>
                    <a:pt x="67982" y="332427"/>
                    <a:pt x="68420" y="337136"/>
                    <a:pt x="68420" y="337136"/>
                  </a:cubicBezTo>
                  <a:lnTo>
                    <a:pt x="67848" y="339962"/>
                  </a:lnTo>
                  <a:cubicBezTo>
                    <a:pt x="67848" y="339962"/>
                    <a:pt x="67848" y="345109"/>
                    <a:pt x="67848" y="345378"/>
                  </a:cubicBezTo>
                  <a:cubicBezTo>
                    <a:pt x="67848" y="345681"/>
                    <a:pt x="67848" y="348641"/>
                    <a:pt x="67848" y="348641"/>
                  </a:cubicBezTo>
                  <a:lnTo>
                    <a:pt x="67848" y="352779"/>
                  </a:lnTo>
                  <a:lnTo>
                    <a:pt x="65223" y="356513"/>
                  </a:lnTo>
                  <a:lnTo>
                    <a:pt x="62093" y="361222"/>
                  </a:lnTo>
                  <a:cubicBezTo>
                    <a:pt x="63506" y="360180"/>
                    <a:pt x="65021" y="359170"/>
                    <a:pt x="65021" y="359170"/>
                  </a:cubicBezTo>
                  <a:cubicBezTo>
                    <a:pt x="65021" y="359170"/>
                    <a:pt x="66972" y="359271"/>
                    <a:pt x="66972" y="359709"/>
                  </a:cubicBezTo>
                  <a:cubicBezTo>
                    <a:pt x="66972" y="360146"/>
                    <a:pt x="67949" y="361761"/>
                    <a:pt x="67949" y="361761"/>
                  </a:cubicBezTo>
                  <a:cubicBezTo>
                    <a:pt x="67949" y="361761"/>
                    <a:pt x="69025" y="363846"/>
                    <a:pt x="69665" y="365125"/>
                  </a:cubicBezTo>
                  <a:cubicBezTo>
                    <a:pt x="70304" y="366437"/>
                    <a:pt x="72391" y="370339"/>
                    <a:pt x="72694" y="370978"/>
                  </a:cubicBezTo>
                  <a:cubicBezTo>
                    <a:pt x="73030" y="371617"/>
                    <a:pt x="75622" y="375654"/>
                    <a:pt x="75622" y="375654"/>
                  </a:cubicBezTo>
                  <a:lnTo>
                    <a:pt x="77910" y="378143"/>
                  </a:lnTo>
                  <a:cubicBezTo>
                    <a:pt x="77910" y="378143"/>
                    <a:pt x="79862" y="382718"/>
                    <a:pt x="80300" y="383794"/>
                  </a:cubicBezTo>
                  <a:cubicBezTo>
                    <a:pt x="80737" y="384871"/>
                    <a:pt x="84641" y="391296"/>
                    <a:pt x="84978" y="391599"/>
                  </a:cubicBezTo>
                  <a:cubicBezTo>
                    <a:pt x="85314" y="391935"/>
                    <a:pt x="86492" y="395838"/>
                    <a:pt x="86492" y="395838"/>
                  </a:cubicBezTo>
                  <a:lnTo>
                    <a:pt x="85752" y="400513"/>
                  </a:lnTo>
                  <a:lnTo>
                    <a:pt x="86492" y="405088"/>
                  </a:lnTo>
                  <a:lnTo>
                    <a:pt x="88680" y="408789"/>
                  </a:lnTo>
                  <a:lnTo>
                    <a:pt x="96521" y="410538"/>
                  </a:lnTo>
                  <a:lnTo>
                    <a:pt x="102377" y="415315"/>
                  </a:lnTo>
                  <a:lnTo>
                    <a:pt x="104767" y="419015"/>
                  </a:lnTo>
                  <a:lnTo>
                    <a:pt x="106517" y="424431"/>
                  </a:lnTo>
                  <a:lnTo>
                    <a:pt x="107829" y="427022"/>
                  </a:lnTo>
                  <a:lnTo>
                    <a:pt x="109142" y="429410"/>
                  </a:lnTo>
                  <a:cubicBezTo>
                    <a:pt x="109142" y="429410"/>
                    <a:pt x="110656" y="431798"/>
                    <a:pt x="111531" y="431798"/>
                  </a:cubicBezTo>
                  <a:cubicBezTo>
                    <a:pt x="112406" y="431798"/>
                    <a:pt x="115873" y="433110"/>
                    <a:pt x="115873" y="433110"/>
                  </a:cubicBezTo>
                  <a:cubicBezTo>
                    <a:pt x="115873" y="433110"/>
                    <a:pt x="121527" y="434187"/>
                    <a:pt x="122402" y="434624"/>
                  </a:cubicBezTo>
                  <a:cubicBezTo>
                    <a:pt x="123277" y="435061"/>
                    <a:pt x="125229" y="435499"/>
                    <a:pt x="126104" y="435263"/>
                  </a:cubicBezTo>
                  <a:cubicBezTo>
                    <a:pt x="126979" y="435061"/>
                    <a:pt x="128056" y="433749"/>
                    <a:pt x="128056" y="433749"/>
                  </a:cubicBezTo>
                  <a:lnTo>
                    <a:pt x="131758" y="433312"/>
                  </a:lnTo>
                  <a:lnTo>
                    <a:pt x="133070" y="433749"/>
                  </a:lnTo>
                  <a:cubicBezTo>
                    <a:pt x="134147" y="435701"/>
                    <a:pt x="135022" y="437450"/>
                    <a:pt x="135022" y="437450"/>
                  </a:cubicBezTo>
                  <a:lnTo>
                    <a:pt x="136772" y="442025"/>
                  </a:lnTo>
                  <a:lnTo>
                    <a:pt x="138085" y="443976"/>
                  </a:lnTo>
                  <a:cubicBezTo>
                    <a:pt x="138085" y="443976"/>
                    <a:pt x="139162" y="444178"/>
                    <a:pt x="140272" y="445052"/>
                  </a:cubicBezTo>
                  <a:cubicBezTo>
                    <a:pt x="141349" y="445927"/>
                    <a:pt x="143099" y="445927"/>
                    <a:pt x="143099" y="445927"/>
                  </a:cubicBezTo>
                  <a:cubicBezTo>
                    <a:pt x="143099" y="445927"/>
                    <a:pt x="144614" y="446129"/>
                    <a:pt x="145051" y="446802"/>
                  </a:cubicBezTo>
                  <a:cubicBezTo>
                    <a:pt x="145488" y="447441"/>
                    <a:pt x="149830" y="448114"/>
                    <a:pt x="149830" y="448114"/>
                  </a:cubicBezTo>
                  <a:lnTo>
                    <a:pt x="151143" y="448753"/>
                  </a:lnTo>
                  <a:cubicBezTo>
                    <a:pt x="151143" y="448753"/>
                    <a:pt x="152219" y="449392"/>
                    <a:pt x="153330" y="449392"/>
                  </a:cubicBezTo>
                  <a:cubicBezTo>
                    <a:pt x="154407" y="449392"/>
                    <a:pt x="158345" y="450468"/>
                    <a:pt x="158345" y="450468"/>
                  </a:cubicBezTo>
                  <a:lnTo>
                    <a:pt x="160936" y="451107"/>
                  </a:lnTo>
                  <a:lnTo>
                    <a:pt x="162888" y="452419"/>
                  </a:lnTo>
                  <a:lnTo>
                    <a:pt x="164638" y="455245"/>
                  </a:lnTo>
                  <a:lnTo>
                    <a:pt x="167465" y="456120"/>
                  </a:lnTo>
                  <a:lnTo>
                    <a:pt x="170932" y="457869"/>
                  </a:lnTo>
                  <a:cubicBezTo>
                    <a:pt x="170932" y="457869"/>
                    <a:pt x="174398" y="458508"/>
                    <a:pt x="175071" y="458744"/>
                  </a:cubicBezTo>
                  <a:cubicBezTo>
                    <a:pt x="175711" y="458946"/>
                    <a:pt x="177259" y="458946"/>
                    <a:pt x="177898" y="458946"/>
                  </a:cubicBezTo>
                  <a:cubicBezTo>
                    <a:pt x="178538" y="458946"/>
                    <a:pt x="179210" y="458306"/>
                    <a:pt x="179850" y="459585"/>
                  </a:cubicBezTo>
                  <a:cubicBezTo>
                    <a:pt x="180489" y="460897"/>
                    <a:pt x="182442" y="461435"/>
                    <a:pt x="182677" y="462074"/>
                  </a:cubicBezTo>
                  <a:cubicBezTo>
                    <a:pt x="182879" y="462713"/>
                    <a:pt x="185066" y="464126"/>
                    <a:pt x="185066" y="464126"/>
                  </a:cubicBezTo>
                  <a:lnTo>
                    <a:pt x="187019" y="464126"/>
                  </a:lnTo>
                  <a:cubicBezTo>
                    <a:pt x="187019" y="464126"/>
                    <a:pt x="189845" y="464765"/>
                    <a:pt x="190485" y="464765"/>
                  </a:cubicBezTo>
                  <a:cubicBezTo>
                    <a:pt x="191124" y="464765"/>
                    <a:pt x="193312" y="463689"/>
                    <a:pt x="193312" y="463689"/>
                  </a:cubicBezTo>
                  <a:lnTo>
                    <a:pt x="195264" y="463049"/>
                  </a:lnTo>
                  <a:lnTo>
                    <a:pt x="198326" y="461738"/>
                  </a:lnTo>
                  <a:cubicBezTo>
                    <a:pt x="198326" y="461738"/>
                    <a:pt x="199201" y="461300"/>
                    <a:pt x="200077" y="461300"/>
                  </a:cubicBezTo>
                  <a:cubicBezTo>
                    <a:pt x="200952" y="461300"/>
                    <a:pt x="203778" y="461838"/>
                    <a:pt x="203778" y="461838"/>
                  </a:cubicBezTo>
                  <a:lnTo>
                    <a:pt x="209870" y="460627"/>
                  </a:lnTo>
                  <a:lnTo>
                    <a:pt x="216601" y="460627"/>
                  </a:lnTo>
                  <a:lnTo>
                    <a:pt x="219192" y="459114"/>
                  </a:lnTo>
                  <a:lnTo>
                    <a:pt x="230062" y="460426"/>
                  </a:lnTo>
                  <a:lnTo>
                    <a:pt x="235077" y="460863"/>
                  </a:lnTo>
                  <a:lnTo>
                    <a:pt x="243356" y="458676"/>
                  </a:lnTo>
                  <a:cubicBezTo>
                    <a:pt x="243356" y="458676"/>
                    <a:pt x="245746" y="457600"/>
                    <a:pt x="246621" y="457365"/>
                  </a:cubicBezTo>
                  <a:cubicBezTo>
                    <a:pt x="247496" y="457163"/>
                    <a:pt x="251837" y="457365"/>
                    <a:pt x="251837" y="457365"/>
                  </a:cubicBezTo>
                  <a:lnTo>
                    <a:pt x="255539" y="457163"/>
                  </a:lnTo>
                  <a:cubicBezTo>
                    <a:pt x="255539" y="457163"/>
                    <a:pt x="259241" y="456826"/>
                    <a:pt x="260083" y="456389"/>
                  </a:cubicBezTo>
                  <a:cubicBezTo>
                    <a:pt x="260924" y="455952"/>
                    <a:pt x="264659" y="455413"/>
                    <a:pt x="264659" y="455413"/>
                  </a:cubicBezTo>
                  <a:lnTo>
                    <a:pt x="267049" y="455413"/>
                  </a:lnTo>
                  <a:cubicBezTo>
                    <a:pt x="267049" y="455413"/>
                    <a:pt x="268564" y="456288"/>
                    <a:pt x="270751" y="455851"/>
                  </a:cubicBezTo>
                  <a:cubicBezTo>
                    <a:pt x="272939" y="455413"/>
                    <a:pt x="275530" y="454774"/>
                    <a:pt x="275530" y="454774"/>
                  </a:cubicBezTo>
                  <a:lnTo>
                    <a:pt x="278357" y="453025"/>
                  </a:lnTo>
                  <a:lnTo>
                    <a:pt x="278357" y="451074"/>
                  </a:lnTo>
                  <a:lnTo>
                    <a:pt x="283573" y="451511"/>
                  </a:lnTo>
                  <a:cubicBezTo>
                    <a:pt x="283573" y="451511"/>
                    <a:pt x="284785" y="452386"/>
                    <a:pt x="284785" y="453462"/>
                  </a:cubicBezTo>
                  <a:cubicBezTo>
                    <a:pt x="284785" y="454539"/>
                    <a:pt x="283573" y="457802"/>
                    <a:pt x="283573" y="457802"/>
                  </a:cubicBezTo>
                  <a:lnTo>
                    <a:pt x="283573" y="459753"/>
                  </a:lnTo>
                  <a:cubicBezTo>
                    <a:pt x="283573" y="459753"/>
                    <a:pt x="286198" y="462780"/>
                    <a:pt x="287074" y="463218"/>
                  </a:cubicBezTo>
                  <a:cubicBezTo>
                    <a:pt x="287949" y="463655"/>
                    <a:pt x="287949" y="462343"/>
                    <a:pt x="289261" y="464294"/>
                  </a:cubicBezTo>
                  <a:cubicBezTo>
                    <a:pt x="290574" y="466245"/>
                    <a:pt x="290978" y="466918"/>
                    <a:pt x="292088" y="467322"/>
                  </a:cubicBezTo>
                  <a:cubicBezTo>
                    <a:pt x="293165" y="467759"/>
                    <a:pt x="293401" y="467322"/>
                    <a:pt x="294713" y="467961"/>
                  </a:cubicBezTo>
                  <a:cubicBezTo>
                    <a:pt x="296026" y="468600"/>
                    <a:pt x="297540" y="468600"/>
                    <a:pt x="297540" y="468600"/>
                  </a:cubicBezTo>
                  <a:lnTo>
                    <a:pt x="298853" y="467725"/>
                  </a:lnTo>
                  <a:lnTo>
                    <a:pt x="301680" y="465337"/>
                  </a:lnTo>
                  <a:lnTo>
                    <a:pt x="303430" y="463823"/>
                  </a:lnTo>
                  <a:lnTo>
                    <a:pt x="305381" y="462747"/>
                  </a:lnTo>
                  <a:lnTo>
                    <a:pt x="308410" y="461872"/>
                  </a:lnTo>
                  <a:lnTo>
                    <a:pt x="310363" y="460997"/>
                  </a:lnTo>
                  <a:cubicBezTo>
                    <a:pt x="310363" y="460997"/>
                    <a:pt x="312954" y="459685"/>
                    <a:pt x="312954" y="458811"/>
                  </a:cubicBezTo>
                  <a:cubicBezTo>
                    <a:pt x="312954" y="457936"/>
                    <a:pt x="314266" y="455985"/>
                    <a:pt x="314266" y="455985"/>
                  </a:cubicBezTo>
                  <a:cubicBezTo>
                    <a:pt x="314266" y="455985"/>
                    <a:pt x="315343" y="454236"/>
                    <a:pt x="316016" y="454034"/>
                  </a:cubicBezTo>
                  <a:cubicBezTo>
                    <a:pt x="316690" y="453832"/>
                    <a:pt x="318642" y="452285"/>
                    <a:pt x="318642" y="452285"/>
                  </a:cubicBezTo>
                  <a:cubicBezTo>
                    <a:pt x="318642" y="452285"/>
                    <a:pt x="321267" y="451410"/>
                    <a:pt x="321906" y="451410"/>
                  </a:cubicBezTo>
                  <a:cubicBezTo>
                    <a:pt x="322546" y="451410"/>
                    <a:pt x="326012" y="453597"/>
                    <a:pt x="326012" y="453597"/>
                  </a:cubicBezTo>
                  <a:cubicBezTo>
                    <a:pt x="326012" y="453597"/>
                    <a:pt x="325810" y="455783"/>
                    <a:pt x="326012" y="457062"/>
                  </a:cubicBezTo>
                  <a:cubicBezTo>
                    <a:pt x="326248" y="458374"/>
                    <a:pt x="325642" y="462915"/>
                    <a:pt x="325642" y="462915"/>
                  </a:cubicBezTo>
                  <a:lnTo>
                    <a:pt x="325372" y="466615"/>
                  </a:lnTo>
                  <a:lnTo>
                    <a:pt x="325372" y="470080"/>
                  </a:lnTo>
                  <a:lnTo>
                    <a:pt x="326079" y="472132"/>
                  </a:lnTo>
                  <a:lnTo>
                    <a:pt x="327998" y="473646"/>
                  </a:lnTo>
                  <a:lnTo>
                    <a:pt x="332776" y="477548"/>
                  </a:lnTo>
                  <a:lnTo>
                    <a:pt x="332137" y="482224"/>
                  </a:lnTo>
                  <a:lnTo>
                    <a:pt x="329848" y="484276"/>
                  </a:lnTo>
                  <a:cubicBezTo>
                    <a:pt x="329848" y="484276"/>
                    <a:pt x="328233" y="485353"/>
                    <a:pt x="327459" y="485353"/>
                  </a:cubicBezTo>
                  <a:cubicBezTo>
                    <a:pt x="326685" y="485353"/>
                    <a:pt x="325945" y="486429"/>
                    <a:pt x="325945" y="486429"/>
                  </a:cubicBezTo>
                  <a:cubicBezTo>
                    <a:pt x="325945" y="486429"/>
                    <a:pt x="325844" y="488918"/>
                    <a:pt x="326045" y="489692"/>
                  </a:cubicBezTo>
                  <a:cubicBezTo>
                    <a:pt x="326281" y="490466"/>
                    <a:pt x="329647" y="493493"/>
                    <a:pt x="330387" y="494368"/>
                  </a:cubicBezTo>
                  <a:cubicBezTo>
                    <a:pt x="331161" y="495243"/>
                    <a:pt x="334291" y="496319"/>
                    <a:pt x="334291" y="496319"/>
                  </a:cubicBezTo>
                  <a:lnTo>
                    <a:pt x="331363" y="500995"/>
                  </a:lnTo>
                  <a:lnTo>
                    <a:pt x="330589" y="503484"/>
                  </a:lnTo>
                  <a:lnTo>
                    <a:pt x="334291" y="508799"/>
                  </a:lnTo>
                  <a:lnTo>
                    <a:pt x="337454" y="510212"/>
                  </a:lnTo>
                  <a:lnTo>
                    <a:pt x="340719" y="512264"/>
                  </a:lnTo>
                  <a:lnTo>
                    <a:pt x="343546" y="515965"/>
                  </a:lnTo>
                  <a:lnTo>
                    <a:pt x="344758" y="517176"/>
                  </a:lnTo>
                  <a:cubicBezTo>
                    <a:pt x="344758" y="517176"/>
                    <a:pt x="346171" y="517815"/>
                    <a:pt x="346810" y="517815"/>
                  </a:cubicBezTo>
                  <a:cubicBezTo>
                    <a:pt x="347450" y="517815"/>
                    <a:pt x="349738" y="516301"/>
                    <a:pt x="349738" y="516301"/>
                  </a:cubicBezTo>
                  <a:cubicBezTo>
                    <a:pt x="349738" y="516301"/>
                    <a:pt x="349738" y="517815"/>
                    <a:pt x="349738" y="518690"/>
                  </a:cubicBezTo>
                  <a:cubicBezTo>
                    <a:pt x="349738" y="519564"/>
                    <a:pt x="349738" y="522154"/>
                    <a:pt x="349738" y="522154"/>
                  </a:cubicBezTo>
                  <a:lnTo>
                    <a:pt x="346676" y="525619"/>
                  </a:lnTo>
                  <a:lnTo>
                    <a:pt x="347551" y="529320"/>
                  </a:lnTo>
                  <a:lnTo>
                    <a:pt x="349738" y="530396"/>
                  </a:lnTo>
                  <a:lnTo>
                    <a:pt x="352195" y="531641"/>
                  </a:lnTo>
                  <a:cubicBezTo>
                    <a:pt x="352195" y="531641"/>
                    <a:pt x="353339" y="530766"/>
                    <a:pt x="353777" y="530632"/>
                  </a:cubicBezTo>
                  <a:cubicBezTo>
                    <a:pt x="354214" y="530497"/>
                    <a:pt x="354787" y="530497"/>
                    <a:pt x="354988" y="529320"/>
                  </a:cubicBezTo>
                  <a:cubicBezTo>
                    <a:pt x="355224" y="528176"/>
                    <a:pt x="355224" y="527806"/>
                    <a:pt x="355561" y="526729"/>
                  </a:cubicBezTo>
                  <a:cubicBezTo>
                    <a:pt x="355931" y="525653"/>
                    <a:pt x="355931" y="525417"/>
                    <a:pt x="356806" y="524475"/>
                  </a:cubicBezTo>
                  <a:cubicBezTo>
                    <a:pt x="357681" y="523534"/>
                    <a:pt x="358488" y="522592"/>
                    <a:pt x="358825" y="522020"/>
                  </a:cubicBezTo>
                  <a:cubicBezTo>
                    <a:pt x="359195" y="521448"/>
                    <a:pt x="359633" y="520641"/>
                    <a:pt x="360205" y="520271"/>
                  </a:cubicBezTo>
                  <a:cubicBezTo>
                    <a:pt x="360777" y="519901"/>
                    <a:pt x="362594" y="518320"/>
                    <a:pt x="362594" y="518017"/>
                  </a:cubicBezTo>
                  <a:cubicBezTo>
                    <a:pt x="362594" y="517714"/>
                    <a:pt x="363974" y="516133"/>
                    <a:pt x="364344" y="515124"/>
                  </a:cubicBezTo>
                  <a:cubicBezTo>
                    <a:pt x="364714" y="514115"/>
                    <a:pt x="365792" y="512668"/>
                    <a:pt x="365993" y="512533"/>
                  </a:cubicBezTo>
                  <a:cubicBezTo>
                    <a:pt x="366196" y="512399"/>
                    <a:pt x="366868" y="511726"/>
                    <a:pt x="367138" y="511726"/>
                  </a:cubicBezTo>
                  <a:cubicBezTo>
                    <a:pt x="367441" y="511726"/>
                    <a:pt x="372926" y="511659"/>
                    <a:pt x="372926" y="511659"/>
                  </a:cubicBezTo>
                  <a:lnTo>
                    <a:pt x="374677" y="512298"/>
                  </a:lnTo>
                  <a:cubicBezTo>
                    <a:pt x="374677" y="512298"/>
                    <a:pt x="376494" y="513374"/>
                    <a:pt x="377436" y="514316"/>
                  </a:cubicBezTo>
                  <a:cubicBezTo>
                    <a:pt x="378378" y="515258"/>
                    <a:pt x="381273" y="517512"/>
                    <a:pt x="381407" y="517781"/>
                  </a:cubicBezTo>
                  <a:cubicBezTo>
                    <a:pt x="381542" y="518084"/>
                    <a:pt x="384604" y="521044"/>
                    <a:pt x="384739" y="521414"/>
                  </a:cubicBezTo>
                  <a:cubicBezTo>
                    <a:pt x="384874" y="521784"/>
                    <a:pt x="386052" y="524105"/>
                    <a:pt x="387196" y="524610"/>
                  </a:cubicBezTo>
                  <a:cubicBezTo>
                    <a:pt x="388340" y="525115"/>
                    <a:pt x="390830" y="525787"/>
                    <a:pt x="392042" y="525619"/>
                  </a:cubicBezTo>
                  <a:cubicBezTo>
                    <a:pt x="393287" y="525485"/>
                    <a:pt x="398840" y="524812"/>
                    <a:pt x="399783" y="524475"/>
                  </a:cubicBezTo>
                  <a:cubicBezTo>
                    <a:pt x="400725" y="524105"/>
                    <a:pt x="403114" y="523836"/>
                    <a:pt x="404764" y="522894"/>
                  </a:cubicBezTo>
                  <a:cubicBezTo>
                    <a:pt x="406446" y="521952"/>
                    <a:pt x="408095" y="521313"/>
                    <a:pt x="408095" y="521313"/>
                  </a:cubicBezTo>
                  <a:lnTo>
                    <a:pt x="410048" y="523063"/>
                  </a:lnTo>
                  <a:lnTo>
                    <a:pt x="412639" y="524442"/>
                  </a:lnTo>
                  <a:cubicBezTo>
                    <a:pt x="412639" y="524442"/>
                    <a:pt x="413951" y="527907"/>
                    <a:pt x="413884" y="528210"/>
                  </a:cubicBezTo>
                  <a:cubicBezTo>
                    <a:pt x="413817" y="528512"/>
                    <a:pt x="414389" y="530026"/>
                    <a:pt x="413884" y="530901"/>
                  </a:cubicBezTo>
                  <a:cubicBezTo>
                    <a:pt x="413379" y="531775"/>
                    <a:pt x="413951" y="532583"/>
                    <a:pt x="413211" y="533726"/>
                  </a:cubicBezTo>
                  <a:cubicBezTo>
                    <a:pt x="412504" y="534870"/>
                    <a:pt x="412134" y="535812"/>
                    <a:pt x="411764" y="536182"/>
                  </a:cubicBezTo>
                  <a:cubicBezTo>
                    <a:pt x="411393" y="536552"/>
                    <a:pt x="410754" y="538503"/>
                    <a:pt x="410754" y="539008"/>
                  </a:cubicBezTo>
                  <a:cubicBezTo>
                    <a:pt x="410754" y="539512"/>
                    <a:pt x="410182" y="540387"/>
                    <a:pt x="411057" y="541531"/>
                  </a:cubicBezTo>
                  <a:cubicBezTo>
                    <a:pt x="411932" y="542675"/>
                    <a:pt x="412572" y="543112"/>
                    <a:pt x="414086" y="543213"/>
                  </a:cubicBezTo>
                  <a:cubicBezTo>
                    <a:pt x="415600" y="543280"/>
                    <a:pt x="419740" y="543583"/>
                    <a:pt x="420009" y="544222"/>
                  </a:cubicBezTo>
                  <a:cubicBezTo>
                    <a:pt x="420312" y="544861"/>
                    <a:pt x="423576" y="548562"/>
                    <a:pt x="424149" y="548932"/>
                  </a:cubicBezTo>
                  <a:cubicBezTo>
                    <a:pt x="424721" y="549302"/>
                    <a:pt x="428860" y="550748"/>
                    <a:pt x="429433" y="551185"/>
                  </a:cubicBezTo>
                  <a:cubicBezTo>
                    <a:pt x="430004" y="551623"/>
                    <a:pt x="433067" y="553944"/>
                    <a:pt x="433639" y="554213"/>
                  </a:cubicBezTo>
                  <a:cubicBezTo>
                    <a:pt x="434211" y="554516"/>
                    <a:pt x="438418" y="556837"/>
                    <a:pt x="439495" y="557106"/>
                  </a:cubicBezTo>
                  <a:cubicBezTo>
                    <a:pt x="440572" y="557409"/>
                    <a:pt x="443265" y="557173"/>
                    <a:pt x="443635" y="557106"/>
                  </a:cubicBezTo>
                  <a:cubicBezTo>
                    <a:pt x="444005" y="557039"/>
                    <a:pt x="448212" y="556029"/>
                    <a:pt x="449154" y="555525"/>
                  </a:cubicBezTo>
                  <a:cubicBezTo>
                    <a:pt x="450096" y="555020"/>
                    <a:pt x="454808" y="554280"/>
                    <a:pt x="455885" y="553204"/>
                  </a:cubicBezTo>
                  <a:cubicBezTo>
                    <a:pt x="456962" y="552127"/>
                    <a:pt x="460361" y="550580"/>
                    <a:pt x="460664" y="549874"/>
                  </a:cubicBezTo>
                  <a:cubicBezTo>
                    <a:pt x="460967" y="549167"/>
                    <a:pt x="463929" y="542473"/>
                    <a:pt x="463929" y="542271"/>
                  </a:cubicBezTo>
                  <a:cubicBezTo>
                    <a:pt x="463929" y="542069"/>
                    <a:pt x="465813" y="540017"/>
                    <a:pt x="465813" y="540017"/>
                  </a:cubicBezTo>
                  <a:lnTo>
                    <a:pt x="468606" y="541093"/>
                  </a:lnTo>
                  <a:lnTo>
                    <a:pt x="473082" y="543045"/>
                  </a:lnTo>
                  <a:lnTo>
                    <a:pt x="473082" y="546510"/>
                  </a:lnTo>
                  <a:lnTo>
                    <a:pt x="473082" y="551724"/>
                  </a:lnTo>
                  <a:lnTo>
                    <a:pt x="473082" y="553473"/>
                  </a:lnTo>
                  <a:lnTo>
                    <a:pt x="473082" y="556938"/>
                  </a:lnTo>
                  <a:lnTo>
                    <a:pt x="471433" y="560201"/>
                  </a:lnTo>
                  <a:lnTo>
                    <a:pt x="473082" y="562253"/>
                  </a:lnTo>
                  <a:lnTo>
                    <a:pt x="476549" y="562354"/>
                  </a:lnTo>
                  <a:lnTo>
                    <a:pt x="479275" y="561277"/>
                  </a:lnTo>
                  <a:lnTo>
                    <a:pt x="481765" y="562152"/>
                  </a:lnTo>
                  <a:lnTo>
                    <a:pt x="483515" y="561614"/>
                  </a:lnTo>
                  <a:lnTo>
                    <a:pt x="485837" y="561143"/>
                  </a:lnTo>
                  <a:lnTo>
                    <a:pt x="489035" y="556366"/>
                  </a:lnTo>
                  <a:lnTo>
                    <a:pt x="490819" y="552430"/>
                  </a:lnTo>
                  <a:close/>
                </a:path>
              </a:pathLst>
            </a:custGeom>
            <a:grpFill/>
            <a:ln w="6350" cap="flat">
              <a:solidFill>
                <a:schemeClr val="bg1"/>
              </a:solidFill>
              <a:prstDash val="solid"/>
              <a:miter/>
            </a:ln>
          </p:spPr>
          <p:txBody>
            <a:bodyPr rtlCol="0" anchor="ctr"/>
            <a:lstStyle/>
            <a:p>
              <a:endParaRPr lang="en-US"/>
            </a:p>
          </p:txBody>
        </p:sp>
        <p:sp>
          <p:nvSpPr>
            <p:cNvPr id="67" name="Freeform 898">
              <a:extLst>
                <a:ext uri="{FF2B5EF4-FFF2-40B4-BE49-F238E27FC236}">
                  <a16:creationId xmlns:a16="http://schemas.microsoft.com/office/drawing/2014/main" id="{E0DAEC71-6596-478F-8511-13595C37821D}"/>
                </a:ext>
              </a:extLst>
            </p:cNvPr>
            <p:cNvSpPr/>
            <p:nvPr/>
          </p:nvSpPr>
          <p:spPr>
            <a:xfrm>
              <a:off x="7996097" y="2453893"/>
              <a:ext cx="92292" cy="93883"/>
            </a:xfrm>
            <a:custGeom>
              <a:avLst/>
              <a:gdLst>
                <a:gd name="connsiteX0" fmla="*/ 13630 w 177191"/>
                <a:gd name="connsiteY0" fmla="*/ 153133 h 180246"/>
                <a:gd name="connsiteX1" fmla="*/ 14539 w 177191"/>
                <a:gd name="connsiteY1" fmla="*/ 151585 h 180246"/>
                <a:gd name="connsiteX2" fmla="*/ 14909 w 177191"/>
                <a:gd name="connsiteY2" fmla="*/ 149870 h 180246"/>
                <a:gd name="connsiteX3" fmla="*/ 13866 w 177191"/>
                <a:gd name="connsiteY3" fmla="*/ 148255 h 180246"/>
                <a:gd name="connsiteX4" fmla="*/ 10702 w 177191"/>
                <a:gd name="connsiteY4" fmla="*/ 145127 h 180246"/>
                <a:gd name="connsiteX5" fmla="*/ 9221 w 177191"/>
                <a:gd name="connsiteY5" fmla="*/ 142974 h 180246"/>
                <a:gd name="connsiteX6" fmla="*/ 6091 w 177191"/>
                <a:gd name="connsiteY6" fmla="*/ 139677 h 180246"/>
                <a:gd name="connsiteX7" fmla="*/ 3769 w 177191"/>
                <a:gd name="connsiteY7" fmla="*/ 137860 h 180246"/>
                <a:gd name="connsiteX8" fmla="*/ 1514 w 177191"/>
                <a:gd name="connsiteY8" fmla="*/ 135405 h 180246"/>
                <a:gd name="connsiteX9" fmla="*/ 505 w 177191"/>
                <a:gd name="connsiteY9" fmla="*/ 132444 h 180246"/>
                <a:gd name="connsiteX10" fmla="*/ 269 w 177191"/>
                <a:gd name="connsiteY10" fmla="*/ 129854 h 180246"/>
                <a:gd name="connsiteX11" fmla="*/ 0 w 177191"/>
                <a:gd name="connsiteY11" fmla="*/ 126019 h 180246"/>
                <a:gd name="connsiteX12" fmla="*/ 0 w 177191"/>
                <a:gd name="connsiteY12" fmla="*/ 124068 h 180246"/>
                <a:gd name="connsiteX13" fmla="*/ 3601 w 177191"/>
                <a:gd name="connsiteY13" fmla="*/ 123194 h 180246"/>
                <a:gd name="connsiteX14" fmla="*/ 4341 w 177191"/>
                <a:gd name="connsiteY14" fmla="*/ 123194 h 180246"/>
                <a:gd name="connsiteX15" fmla="*/ 6091 w 177191"/>
                <a:gd name="connsiteY15" fmla="*/ 123194 h 180246"/>
                <a:gd name="connsiteX16" fmla="*/ 7841 w 177191"/>
                <a:gd name="connsiteY16" fmla="*/ 123194 h 180246"/>
                <a:gd name="connsiteX17" fmla="*/ 9558 w 177191"/>
                <a:gd name="connsiteY17" fmla="*/ 123194 h 180246"/>
                <a:gd name="connsiteX18" fmla="*/ 10298 w 177191"/>
                <a:gd name="connsiteY18" fmla="*/ 122689 h 180246"/>
                <a:gd name="connsiteX19" fmla="*/ 12250 w 177191"/>
                <a:gd name="connsiteY19" fmla="*/ 121175 h 180246"/>
                <a:gd name="connsiteX20" fmla="*/ 13765 w 177191"/>
                <a:gd name="connsiteY20" fmla="*/ 117912 h 180246"/>
                <a:gd name="connsiteX21" fmla="*/ 16659 w 177191"/>
                <a:gd name="connsiteY21" fmla="*/ 115322 h 180246"/>
                <a:gd name="connsiteX22" fmla="*/ 18476 w 177191"/>
                <a:gd name="connsiteY22" fmla="*/ 114447 h 180246"/>
                <a:gd name="connsiteX23" fmla="*/ 21808 w 177191"/>
                <a:gd name="connsiteY23" fmla="*/ 111756 h 180246"/>
                <a:gd name="connsiteX24" fmla="*/ 23996 w 177191"/>
                <a:gd name="connsiteY24" fmla="*/ 111117 h 180246"/>
                <a:gd name="connsiteX25" fmla="*/ 26318 w 177191"/>
                <a:gd name="connsiteY25" fmla="*/ 111117 h 180246"/>
                <a:gd name="connsiteX26" fmla="*/ 29212 w 177191"/>
                <a:gd name="connsiteY26" fmla="*/ 111083 h 180246"/>
                <a:gd name="connsiteX27" fmla="*/ 31837 w 177191"/>
                <a:gd name="connsiteY27" fmla="*/ 110478 h 180246"/>
                <a:gd name="connsiteX28" fmla="*/ 33722 w 177191"/>
                <a:gd name="connsiteY28" fmla="*/ 109906 h 180246"/>
                <a:gd name="connsiteX29" fmla="*/ 36111 w 177191"/>
                <a:gd name="connsiteY29" fmla="*/ 107955 h 180246"/>
                <a:gd name="connsiteX30" fmla="*/ 36919 w 177191"/>
                <a:gd name="connsiteY30" fmla="*/ 107013 h 180246"/>
                <a:gd name="connsiteX31" fmla="*/ 38299 w 177191"/>
                <a:gd name="connsiteY31" fmla="*/ 105432 h 180246"/>
                <a:gd name="connsiteX32" fmla="*/ 39813 w 177191"/>
                <a:gd name="connsiteY32" fmla="*/ 104490 h 180246"/>
                <a:gd name="connsiteX33" fmla="*/ 42203 w 177191"/>
                <a:gd name="connsiteY33" fmla="*/ 102539 h 180246"/>
                <a:gd name="connsiteX34" fmla="*/ 43717 w 177191"/>
                <a:gd name="connsiteY34" fmla="*/ 101025 h 180246"/>
                <a:gd name="connsiteX35" fmla="*/ 45232 w 177191"/>
                <a:gd name="connsiteY35" fmla="*/ 98704 h 180246"/>
                <a:gd name="connsiteX36" fmla="*/ 45232 w 177191"/>
                <a:gd name="connsiteY36" fmla="*/ 94566 h 180246"/>
                <a:gd name="connsiteX37" fmla="*/ 41900 w 177191"/>
                <a:gd name="connsiteY37" fmla="*/ 91370 h 180246"/>
                <a:gd name="connsiteX38" fmla="*/ 41193 w 177191"/>
                <a:gd name="connsiteY38" fmla="*/ 88107 h 180246"/>
                <a:gd name="connsiteX39" fmla="*/ 37121 w 177191"/>
                <a:gd name="connsiteY39" fmla="*/ 84979 h 180246"/>
                <a:gd name="connsiteX40" fmla="*/ 35674 w 177191"/>
                <a:gd name="connsiteY40" fmla="*/ 84979 h 180246"/>
                <a:gd name="connsiteX41" fmla="*/ 33924 w 177191"/>
                <a:gd name="connsiteY41" fmla="*/ 84979 h 180246"/>
                <a:gd name="connsiteX42" fmla="*/ 31904 w 177191"/>
                <a:gd name="connsiteY42" fmla="*/ 83835 h 180246"/>
                <a:gd name="connsiteX43" fmla="*/ 31029 w 177191"/>
                <a:gd name="connsiteY43" fmla="*/ 82254 h 180246"/>
                <a:gd name="connsiteX44" fmla="*/ 31433 w 177191"/>
                <a:gd name="connsiteY44" fmla="*/ 81043 h 180246"/>
                <a:gd name="connsiteX45" fmla="*/ 30289 w 177191"/>
                <a:gd name="connsiteY45" fmla="*/ 79126 h 180246"/>
                <a:gd name="connsiteX46" fmla="*/ 29481 w 177191"/>
                <a:gd name="connsiteY46" fmla="*/ 77545 h 180246"/>
                <a:gd name="connsiteX47" fmla="*/ 28236 w 177191"/>
                <a:gd name="connsiteY47" fmla="*/ 76771 h 180246"/>
                <a:gd name="connsiteX48" fmla="*/ 25779 w 177191"/>
                <a:gd name="connsiteY48" fmla="*/ 74820 h 180246"/>
                <a:gd name="connsiteX49" fmla="*/ 24669 w 177191"/>
                <a:gd name="connsiteY49" fmla="*/ 72532 h 180246"/>
                <a:gd name="connsiteX50" fmla="*/ 24366 w 177191"/>
                <a:gd name="connsiteY50" fmla="*/ 70783 h 180246"/>
                <a:gd name="connsiteX51" fmla="*/ 24366 w 177191"/>
                <a:gd name="connsiteY51" fmla="*/ 70178 h 180246"/>
                <a:gd name="connsiteX52" fmla="*/ 23996 w 177191"/>
                <a:gd name="connsiteY52" fmla="*/ 68159 h 180246"/>
                <a:gd name="connsiteX53" fmla="*/ 24366 w 177191"/>
                <a:gd name="connsiteY53" fmla="*/ 66847 h 180246"/>
                <a:gd name="connsiteX54" fmla="*/ 25241 w 177191"/>
                <a:gd name="connsiteY54" fmla="*/ 65636 h 180246"/>
                <a:gd name="connsiteX55" fmla="*/ 26991 w 177191"/>
                <a:gd name="connsiteY55" fmla="*/ 64122 h 180246"/>
                <a:gd name="connsiteX56" fmla="*/ 28606 w 177191"/>
                <a:gd name="connsiteY56" fmla="*/ 63685 h 180246"/>
                <a:gd name="connsiteX57" fmla="*/ 29818 w 177191"/>
                <a:gd name="connsiteY57" fmla="*/ 63685 h 180246"/>
                <a:gd name="connsiteX58" fmla="*/ 32039 w 177191"/>
                <a:gd name="connsiteY58" fmla="*/ 62541 h 180246"/>
                <a:gd name="connsiteX59" fmla="*/ 34866 w 177191"/>
                <a:gd name="connsiteY59" fmla="*/ 60523 h 180246"/>
                <a:gd name="connsiteX60" fmla="*/ 35943 w 177191"/>
                <a:gd name="connsiteY60" fmla="*/ 59716 h 180246"/>
                <a:gd name="connsiteX61" fmla="*/ 37188 w 177191"/>
                <a:gd name="connsiteY61" fmla="*/ 59346 h 180246"/>
                <a:gd name="connsiteX62" fmla="*/ 39409 w 177191"/>
                <a:gd name="connsiteY62" fmla="*/ 59346 h 180246"/>
                <a:gd name="connsiteX63" fmla="*/ 41328 w 177191"/>
                <a:gd name="connsiteY63" fmla="*/ 59346 h 180246"/>
                <a:gd name="connsiteX64" fmla="*/ 43212 w 177191"/>
                <a:gd name="connsiteY64" fmla="*/ 59312 h 180246"/>
                <a:gd name="connsiteX65" fmla="*/ 46039 w 177191"/>
                <a:gd name="connsiteY65" fmla="*/ 59278 h 180246"/>
                <a:gd name="connsiteX66" fmla="*/ 47924 w 177191"/>
                <a:gd name="connsiteY66" fmla="*/ 59278 h 180246"/>
                <a:gd name="connsiteX67" fmla="*/ 50112 w 177191"/>
                <a:gd name="connsiteY67" fmla="*/ 59278 h 180246"/>
                <a:gd name="connsiteX68" fmla="*/ 53544 w 177191"/>
                <a:gd name="connsiteY68" fmla="*/ 58471 h 180246"/>
                <a:gd name="connsiteX69" fmla="*/ 54722 w 177191"/>
                <a:gd name="connsiteY69" fmla="*/ 55881 h 180246"/>
                <a:gd name="connsiteX70" fmla="*/ 57011 w 177191"/>
                <a:gd name="connsiteY70" fmla="*/ 52685 h 180246"/>
                <a:gd name="connsiteX71" fmla="*/ 57650 w 177191"/>
                <a:gd name="connsiteY71" fmla="*/ 49691 h 180246"/>
                <a:gd name="connsiteX72" fmla="*/ 58290 w 177191"/>
                <a:gd name="connsiteY72" fmla="*/ 47403 h 180246"/>
                <a:gd name="connsiteX73" fmla="*/ 59939 w 177191"/>
                <a:gd name="connsiteY73" fmla="*/ 45116 h 180246"/>
                <a:gd name="connsiteX74" fmla="*/ 60746 w 177191"/>
                <a:gd name="connsiteY74" fmla="*/ 44140 h 180246"/>
                <a:gd name="connsiteX75" fmla="*/ 62093 w 177191"/>
                <a:gd name="connsiteY75" fmla="*/ 42627 h 180246"/>
                <a:gd name="connsiteX76" fmla="*/ 64011 w 177191"/>
                <a:gd name="connsiteY76" fmla="*/ 40844 h 180246"/>
                <a:gd name="connsiteX77" fmla="*/ 66670 w 177191"/>
                <a:gd name="connsiteY77" fmla="*/ 39935 h 180246"/>
                <a:gd name="connsiteX78" fmla="*/ 68722 w 177191"/>
                <a:gd name="connsiteY78" fmla="*/ 39801 h 180246"/>
                <a:gd name="connsiteX79" fmla="*/ 70405 w 177191"/>
                <a:gd name="connsiteY79" fmla="*/ 39801 h 180246"/>
                <a:gd name="connsiteX80" fmla="*/ 72525 w 177191"/>
                <a:gd name="connsiteY80" fmla="*/ 39465 h 180246"/>
                <a:gd name="connsiteX81" fmla="*/ 74275 w 177191"/>
                <a:gd name="connsiteY81" fmla="*/ 38825 h 180246"/>
                <a:gd name="connsiteX82" fmla="*/ 75689 w 177191"/>
                <a:gd name="connsiteY82" fmla="*/ 37581 h 180246"/>
                <a:gd name="connsiteX83" fmla="*/ 76732 w 177191"/>
                <a:gd name="connsiteY83" fmla="*/ 36538 h 180246"/>
                <a:gd name="connsiteX84" fmla="*/ 78482 w 177191"/>
                <a:gd name="connsiteY84" fmla="*/ 36538 h 180246"/>
                <a:gd name="connsiteX85" fmla="*/ 79290 w 177191"/>
                <a:gd name="connsiteY85" fmla="*/ 37850 h 180246"/>
                <a:gd name="connsiteX86" fmla="*/ 79795 w 177191"/>
                <a:gd name="connsiteY86" fmla="*/ 39027 h 180246"/>
                <a:gd name="connsiteX87" fmla="*/ 82184 w 177191"/>
                <a:gd name="connsiteY87" fmla="*/ 39532 h 180246"/>
                <a:gd name="connsiteX88" fmla="*/ 83968 w 177191"/>
                <a:gd name="connsiteY88" fmla="*/ 39364 h 180246"/>
                <a:gd name="connsiteX89" fmla="*/ 84843 w 177191"/>
                <a:gd name="connsiteY89" fmla="*/ 37850 h 180246"/>
                <a:gd name="connsiteX90" fmla="*/ 83968 w 177191"/>
                <a:gd name="connsiteY90" fmla="*/ 35663 h 180246"/>
                <a:gd name="connsiteX91" fmla="*/ 82184 w 177191"/>
                <a:gd name="connsiteY91" fmla="*/ 34620 h 180246"/>
                <a:gd name="connsiteX92" fmla="*/ 79694 w 177191"/>
                <a:gd name="connsiteY92" fmla="*/ 33207 h 180246"/>
                <a:gd name="connsiteX93" fmla="*/ 76665 w 177191"/>
                <a:gd name="connsiteY93" fmla="*/ 30920 h 180246"/>
                <a:gd name="connsiteX94" fmla="*/ 75588 w 177191"/>
                <a:gd name="connsiteY94" fmla="*/ 28902 h 180246"/>
                <a:gd name="connsiteX95" fmla="*/ 74074 w 177191"/>
                <a:gd name="connsiteY95" fmla="*/ 26614 h 180246"/>
                <a:gd name="connsiteX96" fmla="*/ 72829 w 177191"/>
                <a:gd name="connsiteY96" fmla="*/ 24158 h 180246"/>
                <a:gd name="connsiteX97" fmla="*/ 72559 w 177191"/>
                <a:gd name="connsiteY97" fmla="*/ 22476 h 180246"/>
                <a:gd name="connsiteX98" fmla="*/ 73468 w 177191"/>
                <a:gd name="connsiteY98" fmla="*/ 21333 h 180246"/>
                <a:gd name="connsiteX99" fmla="*/ 75218 w 177191"/>
                <a:gd name="connsiteY99" fmla="*/ 20794 h 180246"/>
                <a:gd name="connsiteX100" fmla="*/ 77372 w 177191"/>
                <a:gd name="connsiteY100" fmla="*/ 21131 h 180246"/>
                <a:gd name="connsiteX101" fmla="*/ 79694 w 177191"/>
                <a:gd name="connsiteY101" fmla="*/ 22443 h 180246"/>
                <a:gd name="connsiteX102" fmla="*/ 80905 w 177191"/>
                <a:gd name="connsiteY102" fmla="*/ 23519 h 180246"/>
                <a:gd name="connsiteX103" fmla="*/ 84338 w 177191"/>
                <a:gd name="connsiteY103" fmla="*/ 24831 h 180246"/>
                <a:gd name="connsiteX104" fmla="*/ 85415 w 177191"/>
                <a:gd name="connsiteY104" fmla="*/ 23755 h 180246"/>
                <a:gd name="connsiteX105" fmla="*/ 84910 w 177191"/>
                <a:gd name="connsiteY105" fmla="*/ 22174 h 180246"/>
                <a:gd name="connsiteX106" fmla="*/ 84742 w 177191"/>
                <a:gd name="connsiteY106" fmla="*/ 20122 h 180246"/>
                <a:gd name="connsiteX107" fmla="*/ 83093 w 177191"/>
                <a:gd name="connsiteY107" fmla="*/ 18171 h 180246"/>
                <a:gd name="connsiteX108" fmla="*/ 81747 w 177191"/>
                <a:gd name="connsiteY108" fmla="*/ 17027 h 180246"/>
                <a:gd name="connsiteX109" fmla="*/ 80771 w 177191"/>
                <a:gd name="connsiteY109" fmla="*/ 15177 h 180246"/>
                <a:gd name="connsiteX110" fmla="*/ 80771 w 177191"/>
                <a:gd name="connsiteY110" fmla="*/ 13764 h 180246"/>
                <a:gd name="connsiteX111" fmla="*/ 82790 w 177191"/>
                <a:gd name="connsiteY111" fmla="*/ 13158 h 180246"/>
                <a:gd name="connsiteX112" fmla="*/ 85415 w 177191"/>
                <a:gd name="connsiteY112" fmla="*/ 12822 h 180246"/>
                <a:gd name="connsiteX113" fmla="*/ 89420 w 177191"/>
                <a:gd name="connsiteY113" fmla="*/ 14067 h 180246"/>
                <a:gd name="connsiteX114" fmla="*/ 92045 w 177191"/>
                <a:gd name="connsiteY114" fmla="*/ 12149 h 180246"/>
                <a:gd name="connsiteX115" fmla="*/ 94435 w 177191"/>
                <a:gd name="connsiteY115" fmla="*/ 10703 h 180246"/>
                <a:gd name="connsiteX116" fmla="*/ 94738 w 177191"/>
                <a:gd name="connsiteY116" fmla="*/ 7574 h 180246"/>
                <a:gd name="connsiteX117" fmla="*/ 94738 w 177191"/>
                <a:gd name="connsiteY117" fmla="*/ 5051 h 180246"/>
                <a:gd name="connsiteX118" fmla="*/ 95814 w 177191"/>
                <a:gd name="connsiteY118" fmla="*/ 3033 h 180246"/>
                <a:gd name="connsiteX119" fmla="*/ 96959 w 177191"/>
                <a:gd name="connsiteY119" fmla="*/ 1351 h 180246"/>
                <a:gd name="connsiteX120" fmla="*/ 99348 w 177191"/>
                <a:gd name="connsiteY120" fmla="*/ 39 h 180246"/>
                <a:gd name="connsiteX121" fmla="*/ 101536 w 177191"/>
                <a:gd name="connsiteY121" fmla="*/ 39 h 180246"/>
                <a:gd name="connsiteX122" fmla="*/ 102848 w 177191"/>
                <a:gd name="connsiteY122" fmla="*/ 543 h 180246"/>
                <a:gd name="connsiteX123" fmla="*/ 103723 w 177191"/>
                <a:gd name="connsiteY123" fmla="*/ 3066 h 180246"/>
                <a:gd name="connsiteX124" fmla="*/ 103723 w 177191"/>
                <a:gd name="connsiteY124" fmla="*/ 6027 h 180246"/>
                <a:gd name="connsiteX125" fmla="*/ 103757 w 177191"/>
                <a:gd name="connsiteY125" fmla="*/ 8482 h 180246"/>
                <a:gd name="connsiteX126" fmla="*/ 103757 w 177191"/>
                <a:gd name="connsiteY126" fmla="*/ 11611 h 180246"/>
                <a:gd name="connsiteX127" fmla="*/ 104161 w 177191"/>
                <a:gd name="connsiteY127" fmla="*/ 13932 h 180246"/>
                <a:gd name="connsiteX128" fmla="*/ 105978 w 177191"/>
                <a:gd name="connsiteY128" fmla="*/ 16825 h 180246"/>
                <a:gd name="connsiteX129" fmla="*/ 107291 w 177191"/>
                <a:gd name="connsiteY129" fmla="*/ 19785 h 180246"/>
                <a:gd name="connsiteX130" fmla="*/ 109680 w 177191"/>
                <a:gd name="connsiteY130" fmla="*/ 22409 h 180246"/>
                <a:gd name="connsiteX131" fmla="*/ 113214 w 177191"/>
                <a:gd name="connsiteY131" fmla="*/ 25100 h 180246"/>
                <a:gd name="connsiteX132" fmla="*/ 117354 w 177191"/>
                <a:gd name="connsiteY132" fmla="*/ 27691 h 180246"/>
                <a:gd name="connsiteX133" fmla="*/ 119507 w 177191"/>
                <a:gd name="connsiteY133" fmla="*/ 29070 h 180246"/>
                <a:gd name="connsiteX134" fmla="*/ 123983 w 177191"/>
                <a:gd name="connsiteY134" fmla="*/ 35091 h 180246"/>
                <a:gd name="connsiteX135" fmla="*/ 127315 w 177191"/>
                <a:gd name="connsiteY135" fmla="*/ 38624 h 180246"/>
                <a:gd name="connsiteX136" fmla="*/ 129839 w 177191"/>
                <a:gd name="connsiteY136" fmla="*/ 41012 h 180246"/>
                <a:gd name="connsiteX137" fmla="*/ 135931 w 177191"/>
                <a:gd name="connsiteY137" fmla="*/ 43535 h 180246"/>
                <a:gd name="connsiteX138" fmla="*/ 142022 w 177191"/>
                <a:gd name="connsiteY138" fmla="*/ 41954 h 180246"/>
                <a:gd name="connsiteX139" fmla="*/ 146667 w 177191"/>
                <a:gd name="connsiteY139" fmla="*/ 41079 h 180246"/>
                <a:gd name="connsiteX140" fmla="*/ 157840 w 177191"/>
                <a:gd name="connsiteY140" fmla="*/ 41449 h 180246"/>
                <a:gd name="connsiteX141" fmla="*/ 161172 w 177191"/>
                <a:gd name="connsiteY141" fmla="*/ 41449 h 180246"/>
                <a:gd name="connsiteX142" fmla="*/ 165379 w 177191"/>
                <a:gd name="connsiteY142" fmla="*/ 43198 h 180246"/>
                <a:gd name="connsiteX143" fmla="*/ 171302 w 177191"/>
                <a:gd name="connsiteY143" fmla="*/ 43198 h 180246"/>
                <a:gd name="connsiteX144" fmla="*/ 174499 w 177191"/>
                <a:gd name="connsiteY144" fmla="*/ 42761 h 180246"/>
                <a:gd name="connsiteX145" fmla="*/ 176383 w 177191"/>
                <a:gd name="connsiteY145" fmla="*/ 45452 h 180246"/>
                <a:gd name="connsiteX146" fmla="*/ 177191 w 177191"/>
                <a:gd name="connsiteY146" fmla="*/ 46966 h 180246"/>
                <a:gd name="connsiteX147" fmla="*/ 176249 w 177191"/>
                <a:gd name="connsiteY147" fmla="*/ 49220 h 180246"/>
                <a:gd name="connsiteX148" fmla="*/ 174667 w 177191"/>
                <a:gd name="connsiteY148" fmla="*/ 50599 h 180246"/>
                <a:gd name="connsiteX149" fmla="*/ 173220 w 177191"/>
                <a:gd name="connsiteY149" fmla="*/ 51037 h 180246"/>
                <a:gd name="connsiteX150" fmla="*/ 171571 w 177191"/>
                <a:gd name="connsiteY150" fmla="*/ 50734 h 180246"/>
                <a:gd name="connsiteX151" fmla="*/ 169855 w 177191"/>
                <a:gd name="connsiteY151" fmla="*/ 50498 h 180246"/>
                <a:gd name="connsiteX152" fmla="*/ 168710 w 177191"/>
                <a:gd name="connsiteY152" fmla="*/ 51373 h 180246"/>
                <a:gd name="connsiteX153" fmla="*/ 168710 w 177191"/>
                <a:gd name="connsiteY153" fmla="*/ 54501 h 180246"/>
                <a:gd name="connsiteX154" fmla="*/ 168912 w 177191"/>
                <a:gd name="connsiteY154" fmla="*/ 55511 h 180246"/>
                <a:gd name="connsiteX155" fmla="*/ 168138 w 177191"/>
                <a:gd name="connsiteY155" fmla="*/ 56957 h 180246"/>
                <a:gd name="connsiteX156" fmla="*/ 165749 w 177191"/>
                <a:gd name="connsiteY156" fmla="*/ 57462 h 180246"/>
                <a:gd name="connsiteX157" fmla="*/ 164066 w 177191"/>
                <a:gd name="connsiteY157" fmla="*/ 56890 h 180246"/>
                <a:gd name="connsiteX158" fmla="*/ 161037 w 177191"/>
                <a:gd name="connsiteY158" fmla="*/ 56587 h 180246"/>
                <a:gd name="connsiteX159" fmla="*/ 158648 w 177191"/>
                <a:gd name="connsiteY159" fmla="*/ 54905 h 180246"/>
                <a:gd name="connsiteX160" fmla="*/ 155181 w 177191"/>
                <a:gd name="connsiteY160" fmla="*/ 55645 h 180246"/>
                <a:gd name="connsiteX161" fmla="*/ 153229 w 177191"/>
                <a:gd name="connsiteY161" fmla="*/ 58538 h 180246"/>
                <a:gd name="connsiteX162" fmla="*/ 150907 w 177191"/>
                <a:gd name="connsiteY162" fmla="*/ 62945 h 180246"/>
                <a:gd name="connsiteX163" fmla="*/ 152287 w 177191"/>
                <a:gd name="connsiteY163" fmla="*/ 65468 h 180246"/>
                <a:gd name="connsiteX164" fmla="*/ 155922 w 177191"/>
                <a:gd name="connsiteY164" fmla="*/ 67924 h 180246"/>
                <a:gd name="connsiteX165" fmla="*/ 155989 w 177191"/>
                <a:gd name="connsiteY165" fmla="*/ 69168 h 180246"/>
                <a:gd name="connsiteX166" fmla="*/ 152926 w 177191"/>
                <a:gd name="connsiteY166" fmla="*/ 71422 h 180246"/>
                <a:gd name="connsiteX167" fmla="*/ 152051 w 177191"/>
                <a:gd name="connsiteY167" fmla="*/ 73811 h 180246"/>
                <a:gd name="connsiteX168" fmla="*/ 152926 w 177191"/>
                <a:gd name="connsiteY168" fmla="*/ 76502 h 180246"/>
                <a:gd name="connsiteX169" fmla="*/ 154945 w 177191"/>
                <a:gd name="connsiteY169" fmla="*/ 78016 h 180246"/>
                <a:gd name="connsiteX170" fmla="*/ 156628 w 177191"/>
                <a:gd name="connsiteY170" fmla="*/ 79597 h 180246"/>
                <a:gd name="connsiteX171" fmla="*/ 156662 w 177191"/>
                <a:gd name="connsiteY171" fmla="*/ 80538 h 180246"/>
                <a:gd name="connsiteX172" fmla="*/ 156561 w 177191"/>
                <a:gd name="connsiteY172" fmla="*/ 81615 h 180246"/>
                <a:gd name="connsiteX173" fmla="*/ 156561 w 177191"/>
                <a:gd name="connsiteY173" fmla="*/ 84003 h 180246"/>
                <a:gd name="connsiteX174" fmla="*/ 157705 w 177191"/>
                <a:gd name="connsiteY174" fmla="*/ 84811 h 180246"/>
                <a:gd name="connsiteX175" fmla="*/ 159388 w 177191"/>
                <a:gd name="connsiteY175" fmla="*/ 86829 h 180246"/>
                <a:gd name="connsiteX176" fmla="*/ 161138 w 177191"/>
                <a:gd name="connsiteY176" fmla="*/ 88276 h 180246"/>
                <a:gd name="connsiteX177" fmla="*/ 162652 w 177191"/>
                <a:gd name="connsiteY177" fmla="*/ 89857 h 180246"/>
                <a:gd name="connsiteX178" fmla="*/ 163696 w 177191"/>
                <a:gd name="connsiteY178" fmla="*/ 92312 h 180246"/>
                <a:gd name="connsiteX179" fmla="*/ 164301 w 177191"/>
                <a:gd name="connsiteY179" fmla="*/ 93927 h 180246"/>
                <a:gd name="connsiteX180" fmla="*/ 164369 w 177191"/>
                <a:gd name="connsiteY180" fmla="*/ 96114 h 180246"/>
                <a:gd name="connsiteX181" fmla="*/ 164436 w 177191"/>
                <a:gd name="connsiteY181" fmla="*/ 98401 h 180246"/>
                <a:gd name="connsiteX182" fmla="*/ 162855 w 177191"/>
                <a:gd name="connsiteY182" fmla="*/ 100689 h 180246"/>
                <a:gd name="connsiteX183" fmla="*/ 160802 w 177191"/>
                <a:gd name="connsiteY183" fmla="*/ 102976 h 180246"/>
                <a:gd name="connsiteX184" fmla="*/ 159152 w 177191"/>
                <a:gd name="connsiteY184" fmla="*/ 104221 h 180246"/>
                <a:gd name="connsiteX185" fmla="*/ 156090 w 177191"/>
                <a:gd name="connsiteY185" fmla="*/ 105835 h 180246"/>
                <a:gd name="connsiteX186" fmla="*/ 154239 w 177191"/>
                <a:gd name="connsiteY186" fmla="*/ 106979 h 180246"/>
                <a:gd name="connsiteX187" fmla="*/ 152825 w 177191"/>
                <a:gd name="connsiteY187" fmla="*/ 107484 h 180246"/>
                <a:gd name="connsiteX188" fmla="*/ 150470 w 177191"/>
                <a:gd name="connsiteY188" fmla="*/ 107484 h 180246"/>
                <a:gd name="connsiteX189" fmla="*/ 148148 w 177191"/>
                <a:gd name="connsiteY189" fmla="*/ 107820 h 180246"/>
                <a:gd name="connsiteX190" fmla="*/ 145253 w 177191"/>
                <a:gd name="connsiteY190" fmla="*/ 107787 h 180246"/>
                <a:gd name="connsiteX191" fmla="*/ 141787 w 177191"/>
                <a:gd name="connsiteY191" fmla="*/ 107080 h 180246"/>
                <a:gd name="connsiteX192" fmla="*/ 137883 w 177191"/>
                <a:gd name="connsiteY192" fmla="*/ 108493 h 180246"/>
                <a:gd name="connsiteX193" fmla="*/ 134282 w 177191"/>
                <a:gd name="connsiteY193" fmla="*/ 109368 h 180246"/>
                <a:gd name="connsiteX194" fmla="*/ 131892 w 177191"/>
                <a:gd name="connsiteY194" fmla="*/ 110141 h 180246"/>
                <a:gd name="connsiteX195" fmla="*/ 128729 w 177191"/>
                <a:gd name="connsiteY195" fmla="*/ 109368 h 180246"/>
                <a:gd name="connsiteX196" fmla="*/ 125901 w 177191"/>
                <a:gd name="connsiteY196" fmla="*/ 107517 h 180246"/>
                <a:gd name="connsiteX197" fmla="*/ 122334 w 177191"/>
                <a:gd name="connsiteY197" fmla="*/ 106643 h 180246"/>
                <a:gd name="connsiteX198" fmla="*/ 117320 w 177191"/>
                <a:gd name="connsiteY198" fmla="*/ 107080 h 180246"/>
                <a:gd name="connsiteX199" fmla="*/ 114493 w 177191"/>
                <a:gd name="connsiteY199" fmla="*/ 111218 h 180246"/>
                <a:gd name="connsiteX200" fmla="*/ 113079 w 177191"/>
                <a:gd name="connsiteY200" fmla="*/ 116096 h 180246"/>
                <a:gd name="connsiteX201" fmla="*/ 113079 w 177191"/>
                <a:gd name="connsiteY201" fmla="*/ 120536 h 180246"/>
                <a:gd name="connsiteX202" fmla="*/ 112305 w 177191"/>
                <a:gd name="connsiteY202" fmla="*/ 126288 h 180246"/>
                <a:gd name="connsiteX203" fmla="*/ 112844 w 177191"/>
                <a:gd name="connsiteY203" fmla="*/ 129652 h 180246"/>
                <a:gd name="connsiteX204" fmla="*/ 116646 w 177191"/>
                <a:gd name="connsiteY204" fmla="*/ 135203 h 180246"/>
                <a:gd name="connsiteX205" fmla="*/ 118262 w 177191"/>
                <a:gd name="connsiteY205" fmla="*/ 138668 h 180246"/>
                <a:gd name="connsiteX206" fmla="*/ 121190 w 177191"/>
                <a:gd name="connsiteY206" fmla="*/ 139038 h 180246"/>
                <a:gd name="connsiteX207" fmla="*/ 124118 w 177191"/>
                <a:gd name="connsiteY207" fmla="*/ 137019 h 180246"/>
                <a:gd name="connsiteX208" fmla="*/ 124320 w 177191"/>
                <a:gd name="connsiteY208" fmla="*/ 137019 h 180246"/>
                <a:gd name="connsiteX209" fmla="*/ 126810 w 177191"/>
                <a:gd name="connsiteY209" fmla="*/ 138971 h 180246"/>
                <a:gd name="connsiteX210" fmla="*/ 129099 w 177191"/>
                <a:gd name="connsiteY210" fmla="*/ 142570 h 180246"/>
                <a:gd name="connsiteX211" fmla="*/ 129638 w 177191"/>
                <a:gd name="connsiteY211" fmla="*/ 144757 h 180246"/>
                <a:gd name="connsiteX212" fmla="*/ 127786 w 177191"/>
                <a:gd name="connsiteY212" fmla="*/ 148760 h 180246"/>
                <a:gd name="connsiteX213" fmla="*/ 127988 w 177191"/>
                <a:gd name="connsiteY213" fmla="*/ 152426 h 180246"/>
                <a:gd name="connsiteX214" fmla="*/ 129402 w 177191"/>
                <a:gd name="connsiteY214" fmla="*/ 153772 h 180246"/>
                <a:gd name="connsiteX215" fmla="*/ 129402 w 177191"/>
                <a:gd name="connsiteY215" fmla="*/ 154647 h 180246"/>
                <a:gd name="connsiteX216" fmla="*/ 126575 w 177191"/>
                <a:gd name="connsiteY216" fmla="*/ 157035 h 180246"/>
                <a:gd name="connsiteX217" fmla="*/ 125161 w 177191"/>
                <a:gd name="connsiteY217" fmla="*/ 158347 h 180246"/>
                <a:gd name="connsiteX218" fmla="*/ 120921 w 177191"/>
                <a:gd name="connsiteY218" fmla="*/ 160735 h 180246"/>
                <a:gd name="connsiteX219" fmla="*/ 118733 w 177191"/>
                <a:gd name="connsiteY219" fmla="*/ 164873 h 180246"/>
                <a:gd name="connsiteX220" fmla="*/ 115570 w 177191"/>
                <a:gd name="connsiteY220" fmla="*/ 164873 h 180246"/>
                <a:gd name="connsiteX221" fmla="*/ 112406 w 177191"/>
                <a:gd name="connsiteY221" fmla="*/ 164873 h 180246"/>
                <a:gd name="connsiteX222" fmla="*/ 108603 w 177191"/>
                <a:gd name="connsiteY222" fmla="*/ 164873 h 180246"/>
                <a:gd name="connsiteX223" fmla="*/ 104363 w 177191"/>
                <a:gd name="connsiteY223" fmla="*/ 160870 h 180246"/>
                <a:gd name="connsiteX224" fmla="*/ 99584 w 177191"/>
                <a:gd name="connsiteY224" fmla="*/ 160197 h 180246"/>
                <a:gd name="connsiteX225" fmla="*/ 98170 w 177191"/>
                <a:gd name="connsiteY225" fmla="*/ 161408 h 180246"/>
                <a:gd name="connsiteX226" fmla="*/ 97497 w 177191"/>
                <a:gd name="connsiteY226" fmla="*/ 162384 h 180246"/>
                <a:gd name="connsiteX227" fmla="*/ 96959 w 177191"/>
                <a:gd name="connsiteY227" fmla="*/ 164234 h 180246"/>
                <a:gd name="connsiteX228" fmla="*/ 96420 w 177191"/>
                <a:gd name="connsiteY228" fmla="*/ 166185 h 180246"/>
                <a:gd name="connsiteX229" fmla="*/ 96521 w 177191"/>
                <a:gd name="connsiteY229" fmla="*/ 168573 h 180246"/>
                <a:gd name="connsiteX230" fmla="*/ 96185 w 177191"/>
                <a:gd name="connsiteY230" fmla="*/ 170424 h 180246"/>
                <a:gd name="connsiteX231" fmla="*/ 95512 w 177191"/>
                <a:gd name="connsiteY231" fmla="*/ 171736 h 180246"/>
                <a:gd name="connsiteX232" fmla="*/ 93997 w 177191"/>
                <a:gd name="connsiteY232" fmla="*/ 173485 h 180246"/>
                <a:gd name="connsiteX233" fmla="*/ 90396 w 177191"/>
                <a:gd name="connsiteY233" fmla="*/ 175133 h 180246"/>
                <a:gd name="connsiteX234" fmla="*/ 87771 w 177191"/>
                <a:gd name="connsiteY234" fmla="*/ 175772 h 180246"/>
                <a:gd name="connsiteX235" fmla="*/ 85382 w 177191"/>
                <a:gd name="connsiteY235" fmla="*/ 176546 h 180246"/>
                <a:gd name="connsiteX236" fmla="*/ 83733 w 177191"/>
                <a:gd name="connsiteY236" fmla="*/ 176546 h 180246"/>
                <a:gd name="connsiteX237" fmla="*/ 81680 w 177191"/>
                <a:gd name="connsiteY237" fmla="*/ 176580 h 180246"/>
                <a:gd name="connsiteX238" fmla="*/ 77439 w 177191"/>
                <a:gd name="connsiteY238" fmla="*/ 173518 h 180246"/>
                <a:gd name="connsiteX239" fmla="*/ 74949 w 177191"/>
                <a:gd name="connsiteY239" fmla="*/ 170491 h 180246"/>
                <a:gd name="connsiteX240" fmla="*/ 72660 w 177191"/>
                <a:gd name="connsiteY240" fmla="*/ 168203 h 180246"/>
                <a:gd name="connsiteX241" fmla="*/ 70271 w 177191"/>
                <a:gd name="connsiteY241" fmla="*/ 168102 h 180246"/>
                <a:gd name="connsiteX242" fmla="*/ 66367 w 177191"/>
                <a:gd name="connsiteY242" fmla="*/ 168203 h 180246"/>
                <a:gd name="connsiteX243" fmla="*/ 63102 w 177191"/>
                <a:gd name="connsiteY243" fmla="*/ 169717 h 180246"/>
                <a:gd name="connsiteX244" fmla="*/ 61251 w 177191"/>
                <a:gd name="connsiteY244" fmla="*/ 171231 h 180246"/>
                <a:gd name="connsiteX245" fmla="*/ 56573 w 177191"/>
                <a:gd name="connsiteY245" fmla="*/ 173619 h 180246"/>
                <a:gd name="connsiteX246" fmla="*/ 52097 w 177191"/>
                <a:gd name="connsiteY246" fmla="*/ 174931 h 180246"/>
                <a:gd name="connsiteX247" fmla="*/ 48294 w 177191"/>
                <a:gd name="connsiteY247" fmla="*/ 175032 h 180246"/>
                <a:gd name="connsiteX248" fmla="*/ 42876 w 177191"/>
                <a:gd name="connsiteY248" fmla="*/ 173619 h 180246"/>
                <a:gd name="connsiteX249" fmla="*/ 40385 w 177191"/>
                <a:gd name="connsiteY249" fmla="*/ 173619 h 180246"/>
                <a:gd name="connsiteX250" fmla="*/ 38097 w 177191"/>
                <a:gd name="connsiteY250" fmla="*/ 175470 h 180246"/>
                <a:gd name="connsiteX251" fmla="*/ 37121 w 177191"/>
                <a:gd name="connsiteY251" fmla="*/ 179607 h 180246"/>
                <a:gd name="connsiteX252" fmla="*/ 35606 w 177191"/>
                <a:gd name="connsiteY252" fmla="*/ 180246 h 180246"/>
                <a:gd name="connsiteX253" fmla="*/ 30827 w 177191"/>
                <a:gd name="connsiteY253" fmla="*/ 179607 h 180246"/>
                <a:gd name="connsiteX254" fmla="*/ 28539 w 177191"/>
                <a:gd name="connsiteY254" fmla="*/ 178194 h 180246"/>
                <a:gd name="connsiteX255" fmla="*/ 25813 w 177191"/>
                <a:gd name="connsiteY255" fmla="*/ 173518 h 180246"/>
                <a:gd name="connsiteX256" fmla="*/ 24938 w 177191"/>
                <a:gd name="connsiteY256" fmla="*/ 170491 h 180246"/>
                <a:gd name="connsiteX257" fmla="*/ 22212 w 177191"/>
                <a:gd name="connsiteY257" fmla="*/ 168540 h 180246"/>
                <a:gd name="connsiteX258" fmla="*/ 18409 w 177191"/>
                <a:gd name="connsiteY258" fmla="*/ 168102 h 180246"/>
                <a:gd name="connsiteX259" fmla="*/ 15481 w 177191"/>
                <a:gd name="connsiteY259" fmla="*/ 167901 h 180246"/>
                <a:gd name="connsiteX260" fmla="*/ 11779 w 177191"/>
                <a:gd name="connsiteY260" fmla="*/ 166589 h 180246"/>
                <a:gd name="connsiteX261" fmla="*/ 11106 w 177191"/>
                <a:gd name="connsiteY261" fmla="*/ 162249 h 180246"/>
                <a:gd name="connsiteX262" fmla="*/ 8515 w 177191"/>
                <a:gd name="connsiteY262" fmla="*/ 161375 h 180246"/>
                <a:gd name="connsiteX263" fmla="*/ 3837 w 177191"/>
                <a:gd name="connsiteY263" fmla="*/ 160500 h 180246"/>
                <a:gd name="connsiteX264" fmla="*/ 3365 w 177191"/>
                <a:gd name="connsiteY264" fmla="*/ 158986 h 180246"/>
                <a:gd name="connsiteX265" fmla="*/ 1548 w 177191"/>
                <a:gd name="connsiteY265" fmla="*/ 155959 h 180246"/>
                <a:gd name="connsiteX266" fmla="*/ 1548 w 177191"/>
                <a:gd name="connsiteY266" fmla="*/ 153671 h 180246"/>
                <a:gd name="connsiteX267" fmla="*/ 2861 w 177191"/>
                <a:gd name="connsiteY267" fmla="*/ 152494 h 180246"/>
                <a:gd name="connsiteX268" fmla="*/ 5788 w 177191"/>
                <a:gd name="connsiteY268" fmla="*/ 152595 h 180246"/>
                <a:gd name="connsiteX269" fmla="*/ 8077 w 177191"/>
                <a:gd name="connsiteY269" fmla="*/ 153469 h 180246"/>
                <a:gd name="connsiteX270" fmla="*/ 9591 w 177191"/>
                <a:gd name="connsiteY270" fmla="*/ 153907 h 180246"/>
                <a:gd name="connsiteX271" fmla="*/ 11981 w 177191"/>
                <a:gd name="connsiteY271" fmla="*/ 154344 h 180246"/>
                <a:gd name="connsiteX272" fmla="*/ 13630 w 177191"/>
                <a:gd name="connsiteY272" fmla="*/ 153133 h 18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77191" h="180246">
                  <a:moveTo>
                    <a:pt x="13630" y="153133"/>
                  </a:moveTo>
                  <a:lnTo>
                    <a:pt x="14539" y="151585"/>
                  </a:lnTo>
                  <a:lnTo>
                    <a:pt x="14909" y="149870"/>
                  </a:lnTo>
                  <a:lnTo>
                    <a:pt x="13866" y="148255"/>
                  </a:lnTo>
                  <a:lnTo>
                    <a:pt x="10702" y="145127"/>
                  </a:lnTo>
                  <a:lnTo>
                    <a:pt x="9221" y="142974"/>
                  </a:lnTo>
                  <a:lnTo>
                    <a:pt x="6091" y="139677"/>
                  </a:lnTo>
                  <a:lnTo>
                    <a:pt x="3769" y="137860"/>
                  </a:lnTo>
                  <a:cubicBezTo>
                    <a:pt x="3769" y="137860"/>
                    <a:pt x="1582" y="135607"/>
                    <a:pt x="1514" y="135405"/>
                  </a:cubicBezTo>
                  <a:cubicBezTo>
                    <a:pt x="1447" y="135203"/>
                    <a:pt x="572" y="132646"/>
                    <a:pt x="505" y="132444"/>
                  </a:cubicBezTo>
                  <a:cubicBezTo>
                    <a:pt x="438" y="132243"/>
                    <a:pt x="269" y="129854"/>
                    <a:pt x="269" y="129854"/>
                  </a:cubicBezTo>
                  <a:lnTo>
                    <a:pt x="0" y="126019"/>
                  </a:lnTo>
                  <a:lnTo>
                    <a:pt x="0" y="124068"/>
                  </a:lnTo>
                  <a:lnTo>
                    <a:pt x="3601" y="123194"/>
                  </a:lnTo>
                  <a:lnTo>
                    <a:pt x="4341" y="123194"/>
                  </a:lnTo>
                  <a:lnTo>
                    <a:pt x="6091" y="123194"/>
                  </a:lnTo>
                  <a:lnTo>
                    <a:pt x="7841" y="123194"/>
                  </a:lnTo>
                  <a:lnTo>
                    <a:pt x="9558" y="123194"/>
                  </a:lnTo>
                  <a:cubicBezTo>
                    <a:pt x="9558" y="123194"/>
                    <a:pt x="9558" y="123261"/>
                    <a:pt x="10298" y="122689"/>
                  </a:cubicBezTo>
                  <a:cubicBezTo>
                    <a:pt x="11039" y="122117"/>
                    <a:pt x="12250" y="121175"/>
                    <a:pt x="12250" y="121175"/>
                  </a:cubicBezTo>
                  <a:lnTo>
                    <a:pt x="13765" y="117912"/>
                  </a:lnTo>
                  <a:lnTo>
                    <a:pt x="16659" y="115322"/>
                  </a:lnTo>
                  <a:cubicBezTo>
                    <a:pt x="16659" y="115322"/>
                    <a:pt x="18039" y="114885"/>
                    <a:pt x="18476" y="114447"/>
                  </a:cubicBezTo>
                  <a:cubicBezTo>
                    <a:pt x="18914" y="114010"/>
                    <a:pt x="21808" y="111756"/>
                    <a:pt x="21808" y="111756"/>
                  </a:cubicBezTo>
                  <a:cubicBezTo>
                    <a:pt x="21808" y="111756"/>
                    <a:pt x="23693" y="111117"/>
                    <a:pt x="23996" y="111117"/>
                  </a:cubicBezTo>
                  <a:cubicBezTo>
                    <a:pt x="24299" y="111117"/>
                    <a:pt x="25510" y="111050"/>
                    <a:pt x="26318" y="111117"/>
                  </a:cubicBezTo>
                  <a:cubicBezTo>
                    <a:pt x="27125" y="111184"/>
                    <a:pt x="28337" y="110982"/>
                    <a:pt x="29212" y="111083"/>
                  </a:cubicBezTo>
                  <a:cubicBezTo>
                    <a:pt x="30087" y="111184"/>
                    <a:pt x="31534" y="110478"/>
                    <a:pt x="31837" y="110478"/>
                  </a:cubicBezTo>
                  <a:cubicBezTo>
                    <a:pt x="32106" y="110478"/>
                    <a:pt x="32981" y="110040"/>
                    <a:pt x="33722" y="109906"/>
                  </a:cubicBezTo>
                  <a:cubicBezTo>
                    <a:pt x="34429" y="109771"/>
                    <a:pt x="36111" y="107955"/>
                    <a:pt x="36111" y="107955"/>
                  </a:cubicBezTo>
                  <a:cubicBezTo>
                    <a:pt x="36111" y="107955"/>
                    <a:pt x="36751" y="107316"/>
                    <a:pt x="36919" y="107013"/>
                  </a:cubicBezTo>
                  <a:cubicBezTo>
                    <a:pt x="37054" y="106744"/>
                    <a:pt x="38063" y="105499"/>
                    <a:pt x="38299" y="105432"/>
                  </a:cubicBezTo>
                  <a:cubicBezTo>
                    <a:pt x="38501" y="105365"/>
                    <a:pt x="39544" y="104490"/>
                    <a:pt x="39813" y="104490"/>
                  </a:cubicBezTo>
                  <a:cubicBezTo>
                    <a:pt x="40082" y="104490"/>
                    <a:pt x="41967" y="102606"/>
                    <a:pt x="42203" y="102539"/>
                  </a:cubicBezTo>
                  <a:cubicBezTo>
                    <a:pt x="42405" y="102471"/>
                    <a:pt x="43448" y="101227"/>
                    <a:pt x="43717" y="101025"/>
                  </a:cubicBezTo>
                  <a:cubicBezTo>
                    <a:pt x="44020" y="100823"/>
                    <a:pt x="45232" y="99007"/>
                    <a:pt x="45232" y="98704"/>
                  </a:cubicBezTo>
                  <a:cubicBezTo>
                    <a:pt x="45232" y="98401"/>
                    <a:pt x="45232" y="94566"/>
                    <a:pt x="45232" y="94566"/>
                  </a:cubicBezTo>
                  <a:lnTo>
                    <a:pt x="41900" y="91370"/>
                  </a:lnTo>
                  <a:lnTo>
                    <a:pt x="41193" y="88107"/>
                  </a:lnTo>
                  <a:lnTo>
                    <a:pt x="37121" y="84979"/>
                  </a:lnTo>
                  <a:lnTo>
                    <a:pt x="35674" y="84979"/>
                  </a:lnTo>
                  <a:lnTo>
                    <a:pt x="33924" y="84979"/>
                  </a:lnTo>
                  <a:lnTo>
                    <a:pt x="31904" y="83835"/>
                  </a:lnTo>
                  <a:lnTo>
                    <a:pt x="31029" y="82254"/>
                  </a:lnTo>
                  <a:lnTo>
                    <a:pt x="31433" y="81043"/>
                  </a:lnTo>
                  <a:lnTo>
                    <a:pt x="30289" y="79126"/>
                  </a:lnTo>
                  <a:lnTo>
                    <a:pt x="29481" y="77545"/>
                  </a:lnTo>
                  <a:lnTo>
                    <a:pt x="28236" y="76771"/>
                  </a:lnTo>
                  <a:cubicBezTo>
                    <a:pt x="28236" y="76771"/>
                    <a:pt x="25914" y="75022"/>
                    <a:pt x="25779" y="74820"/>
                  </a:cubicBezTo>
                  <a:cubicBezTo>
                    <a:pt x="25678" y="74618"/>
                    <a:pt x="24669" y="72532"/>
                    <a:pt x="24669" y="72532"/>
                  </a:cubicBezTo>
                  <a:lnTo>
                    <a:pt x="24366" y="70783"/>
                  </a:lnTo>
                  <a:lnTo>
                    <a:pt x="24366" y="70178"/>
                  </a:lnTo>
                  <a:cubicBezTo>
                    <a:pt x="24366" y="70178"/>
                    <a:pt x="23827" y="68226"/>
                    <a:pt x="23996" y="68159"/>
                  </a:cubicBezTo>
                  <a:cubicBezTo>
                    <a:pt x="24164" y="68092"/>
                    <a:pt x="24366" y="66847"/>
                    <a:pt x="24366" y="66847"/>
                  </a:cubicBezTo>
                  <a:cubicBezTo>
                    <a:pt x="24635" y="66612"/>
                    <a:pt x="25241" y="65636"/>
                    <a:pt x="25241" y="65636"/>
                  </a:cubicBezTo>
                  <a:cubicBezTo>
                    <a:pt x="25241" y="65636"/>
                    <a:pt x="26823" y="64122"/>
                    <a:pt x="26991" y="64122"/>
                  </a:cubicBezTo>
                  <a:cubicBezTo>
                    <a:pt x="27159" y="64122"/>
                    <a:pt x="28404" y="63685"/>
                    <a:pt x="28606" y="63685"/>
                  </a:cubicBezTo>
                  <a:cubicBezTo>
                    <a:pt x="28842" y="63685"/>
                    <a:pt x="29481" y="63786"/>
                    <a:pt x="29818" y="63685"/>
                  </a:cubicBezTo>
                  <a:cubicBezTo>
                    <a:pt x="30154" y="63584"/>
                    <a:pt x="32039" y="62541"/>
                    <a:pt x="32039" y="62541"/>
                  </a:cubicBezTo>
                  <a:lnTo>
                    <a:pt x="34866" y="60523"/>
                  </a:lnTo>
                  <a:lnTo>
                    <a:pt x="35943" y="59716"/>
                  </a:lnTo>
                  <a:cubicBezTo>
                    <a:pt x="35943" y="59716"/>
                    <a:pt x="36986" y="59379"/>
                    <a:pt x="37188" y="59346"/>
                  </a:cubicBezTo>
                  <a:cubicBezTo>
                    <a:pt x="37390" y="59278"/>
                    <a:pt x="39208" y="59514"/>
                    <a:pt x="39409" y="59346"/>
                  </a:cubicBezTo>
                  <a:cubicBezTo>
                    <a:pt x="39612" y="59177"/>
                    <a:pt x="40924" y="59480"/>
                    <a:pt x="41328" y="59346"/>
                  </a:cubicBezTo>
                  <a:cubicBezTo>
                    <a:pt x="41698" y="59177"/>
                    <a:pt x="42674" y="59312"/>
                    <a:pt x="43212" y="59312"/>
                  </a:cubicBezTo>
                  <a:cubicBezTo>
                    <a:pt x="43751" y="59312"/>
                    <a:pt x="45804" y="59245"/>
                    <a:pt x="46039" y="59278"/>
                  </a:cubicBezTo>
                  <a:cubicBezTo>
                    <a:pt x="46241" y="59312"/>
                    <a:pt x="47184" y="59211"/>
                    <a:pt x="47924" y="59278"/>
                  </a:cubicBezTo>
                  <a:cubicBezTo>
                    <a:pt x="48698" y="59312"/>
                    <a:pt x="49573" y="59413"/>
                    <a:pt x="50112" y="59278"/>
                  </a:cubicBezTo>
                  <a:cubicBezTo>
                    <a:pt x="50650" y="59110"/>
                    <a:pt x="53544" y="58471"/>
                    <a:pt x="53544" y="58471"/>
                  </a:cubicBezTo>
                  <a:cubicBezTo>
                    <a:pt x="53544" y="58471"/>
                    <a:pt x="54419" y="55914"/>
                    <a:pt x="54722" y="55881"/>
                  </a:cubicBezTo>
                  <a:cubicBezTo>
                    <a:pt x="55059" y="55813"/>
                    <a:pt x="57011" y="52685"/>
                    <a:pt x="57011" y="52685"/>
                  </a:cubicBezTo>
                  <a:cubicBezTo>
                    <a:pt x="57011" y="52685"/>
                    <a:pt x="57650" y="49859"/>
                    <a:pt x="57650" y="49691"/>
                  </a:cubicBezTo>
                  <a:cubicBezTo>
                    <a:pt x="57650" y="49523"/>
                    <a:pt x="58290" y="47403"/>
                    <a:pt x="58290" y="47403"/>
                  </a:cubicBezTo>
                  <a:lnTo>
                    <a:pt x="59939" y="45116"/>
                  </a:lnTo>
                  <a:lnTo>
                    <a:pt x="60746" y="44140"/>
                  </a:lnTo>
                  <a:lnTo>
                    <a:pt x="62093" y="42627"/>
                  </a:lnTo>
                  <a:cubicBezTo>
                    <a:pt x="62093" y="42627"/>
                    <a:pt x="63775" y="40945"/>
                    <a:pt x="64011" y="40844"/>
                  </a:cubicBezTo>
                  <a:cubicBezTo>
                    <a:pt x="64213" y="40743"/>
                    <a:pt x="66670" y="39935"/>
                    <a:pt x="66670" y="39935"/>
                  </a:cubicBezTo>
                  <a:cubicBezTo>
                    <a:pt x="66670" y="39935"/>
                    <a:pt x="68420" y="39801"/>
                    <a:pt x="68722" y="39801"/>
                  </a:cubicBezTo>
                  <a:cubicBezTo>
                    <a:pt x="69026" y="39801"/>
                    <a:pt x="70405" y="39801"/>
                    <a:pt x="70405" y="39801"/>
                  </a:cubicBezTo>
                  <a:lnTo>
                    <a:pt x="72525" y="39465"/>
                  </a:lnTo>
                  <a:lnTo>
                    <a:pt x="74275" y="38825"/>
                  </a:lnTo>
                  <a:cubicBezTo>
                    <a:pt x="74275" y="38825"/>
                    <a:pt x="75487" y="37581"/>
                    <a:pt x="75689" y="37581"/>
                  </a:cubicBezTo>
                  <a:cubicBezTo>
                    <a:pt x="75891" y="37581"/>
                    <a:pt x="76732" y="36538"/>
                    <a:pt x="76732" y="36538"/>
                  </a:cubicBezTo>
                  <a:cubicBezTo>
                    <a:pt x="76732" y="36538"/>
                    <a:pt x="78247" y="36605"/>
                    <a:pt x="78482" y="36538"/>
                  </a:cubicBezTo>
                  <a:cubicBezTo>
                    <a:pt x="78684" y="36471"/>
                    <a:pt x="79290" y="37850"/>
                    <a:pt x="79290" y="37850"/>
                  </a:cubicBezTo>
                  <a:lnTo>
                    <a:pt x="79795" y="39027"/>
                  </a:lnTo>
                  <a:cubicBezTo>
                    <a:pt x="79795" y="39027"/>
                    <a:pt x="81814" y="39532"/>
                    <a:pt x="82184" y="39532"/>
                  </a:cubicBezTo>
                  <a:cubicBezTo>
                    <a:pt x="82555" y="39532"/>
                    <a:pt x="83968" y="39364"/>
                    <a:pt x="83968" y="39364"/>
                  </a:cubicBezTo>
                  <a:cubicBezTo>
                    <a:pt x="83968" y="39364"/>
                    <a:pt x="84843" y="38018"/>
                    <a:pt x="84843" y="37850"/>
                  </a:cubicBezTo>
                  <a:cubicBezTo>
                    <a:pt x="84843" y="37682"/>
                    <a:pt x="84136" y="35798"/>
                    <a:pt x="83968" y="35663"/>
                  </a:cubicBezTo>
                  <a:cubicBezTo>
                    <a:pt x="83800" y="35562"/>
                    <a:pt x="82353" y="34755"/>
                    <a:pt x="82184" y="34620"/>
                  </a:cubicBezTo>
                  <a:cubicBezTo>
                    <a:pt x="82016" y="34519"/>
                    <a:pt x="79694" y="33207"/>
                    <a:pt x="79694" y="33207"/>
                  </a:cubicBezTo>
                  <a:lnTo>
                    <a:pt x="76665" y="30920"/>
                  </a:lnTo>
                  <a:cubicBezTo>
                    <a:pt x="76665" y="30920"/>
                    <a:pt x="75756" y="29003"/>
                    <a:pt x="75588" y="28902"/>
                  </a:cubicBezTo>
                  <a:cubicBezTo>
                    <a:pt x="75420" y="28801"/>
                    <a:pt x="74174" y="26782"/>
                    <a:pt x="74074" y="26614"/>
                  </a:cubicBezTo>
                  <a:cubicBezTo>
                    <a:pt x="73973" y="26446"/>
                    <a:pt x="72829" y="24394"/>
                    <a:pt x="72829" y="24158"/>
                  </a:cubicBezTo>
                  <a:cubicBezTo>
                    <a:pt x="72829" y="23957"/>
                    <a:pt x="72559" y="22476"/>
                    <a:pt x="72559" y="22476"/>
                  </a:cubicBezTo>
                  <a:cubicBezTo>
                    <a:pt x="72559" y="22476"/>
                    <a:pt x="73333" y="21333"/>
                    <a:pt x="73468" y="21333"/>
                  </a:cubicBezTo>
                  <a:cubicBezTo>
                    <a:pt x="73603" y="21333"/>
                    <a:pt x="75218" y="20794"/>
                    <a:pt x="75218" y="20794"/>
                  </a:cubicBezTo>
                  <a:lnTo>
                    <a:pt x="77372" y="21131"/>
                  </a:lnTo>
                  <a:lnTo>
                    <a:pt x="79694" y="22443"/>
                  </a:lnTo>
                  <a:lnTo>
                    <a:pt x="80905" y="23519"/>
                  </a:lnTo>
                  <a:cubicBezTo>
                    <a:pt x="80905" y="23519"/>
                    <a:pt x="84103" y="24831"/>
                    <a:pt x="84338" y="24831"/>
                  </a:cubicBezTo>
                  <a:cubicBezTo>
                    <a:pt x="84574" y="24831"/>
                    <a:pt x="85550" y="24394"/>
                    <a:pt x="85415" y="23755"/>
                  </a:cubicBezTo>
                  <a:cubicBezTo>
                    <a:pt x="85314" y="23116"/>
                    <a:pt x="84978" y="22342"/>
                    <a:pt x="84910" y="22174"/>
                  </a:cubicBezTo>
                  <a:cubicBezTo>
                    <a:pt x="84843" y="22006"/>
                    <a:pt x="84843" y="20290"/>
                    <a:pt x="84742" y="20122"/>
                  </a:cubicBezTo>
                  <a:cubicBezTo>
                    <a:pt x="84641" y="19953"/>
                    <a:pt x="83093" y="18171"/>
                    <a:pt x="83093" y="18171"/>
                  </a:cubicBezTo>
                  <a:lnTo>
                    <a:pt x="81747" y="17027"/>
                  </a:lnTo>
                  <a:cubicBezTo>
                    <a:pt x="81747" y="17027"/>
                    <a:pt x="80771" y="15715"/>
                    <a:pt x="80771" y="15177"/>
                  </a:cubicBezTo>
                  <a:cubicBezTo>
                    <a:pt x="80771" y="14638"/>
                    <a:pt x="80401" y="13831"/>
                    <a:pt x="80771" y="13764"/>
                  </a:cubicBezTo>
                  <a:cubicBezTo>
                    <a:pt x="81141" y="13697"/>
                    <a:pt x="82117" y="13326"/>
                    <a:pt x="82790" y="13158"/>
                  </a:cubicBezTo>
                  <a:cubicBezTo>
                    <a:pt x="83463" y="12990"/>
                    <a:pt x="84978" y="12822"/>
                    <a:pt x="85415" y="12822"/>
                  </a:cubicBezTo>
                  <a:cubicBezTo>
                    <a:pt x="85853" y="12822"/>
                    <a:pt x="89420" y="14067"/>
                    <a:pt x="89420" y="14067"/>
                  </a:cubicBezTo>
                  <a:cubicBezTo>
                    <a:pt x="89420" y="14067"/>
                    <a:pt x="91843" y="12082"/>
                    <a:pt x="92045" y="12149"/>
                  </a:cubicBezTo>
                  <a:cubicBezTo>
                    <a:pt x="92247" y="12216"/>
                    <a:pt x="94064" y="11140"/>
                    <a:pt x="94435" y="10703"/>
                  </a:cubicBezTo>
                  <a:cubicBezTo>
                    <a:pt x="94805" y="10265"/>
                    <a:pt x="94637" y="8516"/>
                    <a:pt x="94738" y="7574"/>
                  </a:cubicBezTo>
                  <a:cubicBezTo>
                    <a:pt x="94805" y="6632"/>
                    <a:pt x="94603" y="5690"/>
                    <a:pt x="94738" y="5051"/>
                  </a:cubicBezTo>
                  <a:cubicBezTo>
                    <a:pt x="94872" y="4412"/>
                    <a:pt x="95444" y="3470"/>
                    <a:pt x="95814" y="3033"/>
                  </a:cubicBezTo>
                  <a:cubicBezTo>
                    <a:pt x="96185" y="2595"/>
                    <a:pt x="96690" y="1586"/>
                    <a:pt x="96959" y="1351"/>
                  </a:cubicBezTo>
                  <a:cubicBezTo>
                    <a:pt x="97262" y="1115"/>
                    <a:pt x="99079" y="207"/>
                    <a:pt x="99348" y="39"/>
                  </a:cubicBezTo>
                  <a:cubicBezTo>
                    <a:pt x="99651" y="-96"/>
                    <a:pt x="100930" y="173"/>
                    <a:pt x="101536" y="39"/>
                  </a:cubicBezTo>
                  <a:cubicBezTo>
                    <a:pt x="102108" y="-96"/>
                    <a:pt x="102545" y="342"/>
                    <a:pt x="102848" y="543"/>
                  </a:cubicBezTo>
                  <a:cubicBezTo>
                    <a:pt x="103118" y="745"/>
                    <a:pt x="103589" y="1990"/>
                    <a:pt x="103723" y="3066"/>
                  </a:cubicBezTo>
                  <a:cubicBezTo>
                    <a:pt x="103858" y="4143"/>
                    <a:pt x="103589" y="4950"/>
                    <a:pt x="103723" y="6027"/>
                  </a:cubicBezTo>
                  <a:cubicBezTo>
                    <a:pt x="103858" y="7103"/>
                    <a:pt x="103589" y="8045"/>
                    <a:pt x="103757" y="8482"/>
                  </a:cubicBezTo>
                  <a:cubicBezTo>
                    <a:pt x="103925" y="8920"/>
                    <a:pt x="103757" y="11611"/>
                    <a:pt x="103757" y="11611"/>
                  </a:cubicBezTo>
                  <a:cubicBezTo>
                    <a:pt x="103757" y="11611"/>
                    <a:pt x="103286" y="13057"/>
                    <a:pt x="104161" y="13932"/>
                  </a:cubicBezTo>
                  <a:cubicBezTo>
                    <a:pt x="105036" y="14807"/>
                    <a:pt x="105675" y="16388"/>
                    <a:pt x="105978" y="16825"/>
                  </a:cubicBezTo>
                  <a:cubicBezTo>
                    <a:pt x="106281" y="17262"/>
                    <a:pt x="107055" y="19718"/>
                    <a:pt x="107291" y="19785"/>
                  </a:cubicBezTo>
                  <a:cubicBezTo>
                    <a:pt x="107526" y="19853"/>
                    <a:pt x="108738" y="22039"/>
                    <a:pt x="109680" y="22409"/>
                  </a:cubicBezTo>
                  <a:cubicBezTo>
                    <a:pt x="110623" y="22779"/>
                    <a:pt x="111565" y="24226"/>
                    <a:pt x="113214" y="25100"/>
                  </a:cubicBezTo>
                  <a:cubicBezTo>
                    <a:pt x="114863" y="25975"/>
                    <a:pt x="117354" y="27691"/>
                    <a:pt x="117354" y="27691"/>
                  </a:cubicBezTo>
                  <a:lnTo>
                    <a:pt x="119507" y="29070"/>
                  </a:lnTo>
                  <a:lnTo>
                    <a:pt x="123983" y="35091"/>
                  </a:lnTo>
                  <a:lnTo>
                    <a:pt x="127315" y="38624"/>
                  </a:lnTo>
                  <a:lnTo>
                    <a:pt x="129839" y="41012"/>
                  </a:lnTo>
                  <a:lnTo>
                    <a:pt x="135931" y="43535"/>
                  </a:lnTo>
                  <a:cubicBezTo>
                    <a:pt x="135931" y="43535"/>
                    <a:pt x="141585" y="42088"/>
                    <a:pt x="142022" y="41954"/>
                  </a:cubicBezTo>
                  <a:cubicBezTo>
                    <a:pt x="142460" y="41819"/>
                    <a:pt x="146667" y="41079"/>
                    <a:pt x="146667" y="41079"/>
                  </a:cubicBezTo>
                  <a:lnTo>
                    <a:pt x="157840" y="41449"/>
                  </a:lnTo>
                  <a:lnTo>
                    <a:pt x="161172" y="41449"/>
                  </a:lnTo>
                  <a:lnTo>
                    <a:pt x="165379" y="43198"/>
                  </a:lnTo>
                  <a:lnTo>
                    <a:pt x="171302" y="43198"/>
                  </a:lnTo>
                  <a:cubicBezTo>
                    <a:pt x="171302" y="43198"/>
                    <a:pt x="173893" y="42627"/>
                    <a:pt x="174499" y="42761"/>
                  </a:cubicBezTo>
                  <a:cubicBezTo>
                    <a:pt x="175071" y="42896"/>
                    <a:pt x="176383" y="45452"/>
                    <a:pt x="176383" y="45452"/>
                  </a:cubicBezTo>
                  <a:lnTo>
                    <a:pt x="177191" y="46966"/>
                  </a:lnTo>
                  <a:lnTo>
                    <a:pt x="176249" y="49220"/>
                  </a:lnTo>
                  <a:lnTo>
                    <a:pt x="174667" y="50599"/>
                  </a:lnTo>
                  <a:lnTo>
                    <a:pt x="173220" y="51037"/>
                  </a:lnTo>
                  <a:lnTo>
                    <a:pt x="171571" y="50734"/>
                  </a:lnTo>
                  <a:lnTo>
                    <a:pt x="169855" y="50498"/>
                  </a:lnTo>
                  <a:lnTo>
                    <a:pt x="168710" y="51373"/>
                  </a:lnTo>
                  <a:lnTo>
                    <a:pt x="168710" y="54501"/>
                  </a:lnTo>
                  <a:lnTo>
                    <a:pt x="168912" y="55511"/>
                  </a:lnTo>
                  <a:lnTo>
                    <a:pt x="168138" y="56957"/>
                  </a:lnTo>
                  <a:lnTo>
                    <a:pt x="165749" y="57462"/>
                  </a:lnTo>
                  <a:cubicBezTo>
                    <a:pt x="165749" y="57462"/>
                    <a:pt x="164739" y="56890"/>
                    <a:pt x="164066" y="56890"/>
                  </a:cubicBezTo>
                  <a:cubicBezTo>
                    <a:pt x="163393" y="56890"/>
                    <a:pt x="161306" y="56587"/>
                    <a:pt x="161037" y="56587"/>
                  </a:cubicBezTo>
                  <a:cubicBezTo>
                    <a:pt x="160734" y="56587"/>
                    <a:pt x="158917" y="55006"/>
                    <a:pt x="158648" y="54905"/>
                  </a:cubicBezTo>
                  <a:cubicBezTo>
                    <a:pt x="158378" y="54838"/>
                    <a:pt x="155181" y="55645"/>
                    <a:pt x="155181" y="55645"/>
                  </a:cubicBezTo>
                  <a:cubicBezTo>
                    <a:pt x="155181" y="55645"/>
                    <a:pt x="153431" y="58034"/>
                    <a:pt x="153229" y="58538"/>
                  </a:cubicBezTo>
                  <a:cubicBezTo>
                    <a:pt x="153027" y="59043"/>
                    <a:pt x="150907" y="62945"/>
                    <a:pt x="150907" y="62945"/>
                  </a:cubicBezTo>
                  <a:lnTo>
                    <a:pt x="152287" y="65468"/>
                  </a:lnTo>
                  <a:lnTo>
                    <a:pt x="155922" y="67924"/>
                  </a:lnTo>
                  <a:lnTo>
                    <a:pt x="155989" y="69168"/>
                  </a:lnTo>
                  <a:lnTo>
                    <a:pt x="152926" y="71422"/>
                  </a:lnTo>
                  <a:lnTo>
                    <a:pt x="152051" y="73811"/>
                  </a:lnTo>
                  <a:cubicBezTo>
                    <a:pt x="152051" y="73811"/>
                    <a:pt x="152421" y="76064"/>
                    <a:pt x="152926" y="76502"/>
                  </a:cubicBezTo>
                  <a:cubicBezTo>
                    <a:pt x="153431" y="76939"/>
                    <a:pt x="154441" y="77578"/>
                    <a:pt x="154945" y="78016"/>
                  </a:cubicBezTo>
                  <a:cubicBezTo>
                    <a:pt x="155450" y="78453"/>
                    <a:pt x="156393" y="79529"/>
                    <a:pt x="156628" y="79597"/>
                  </a:cubicBezTo>
                  <a:cubicBezTo>
                    <a:pt x="156864" y="79664"/>
                    <a:pt x="156662" y="80538"/>
                    <a:pt x="156662" y="80538"/>
                  </a:cubicBezTo>
                  <a:cubicBezTo>
                    <a:pt x="156662" y="80538"/>
                    <a:pt x="156561" y="81346"/>
                    <a:pt x="156561" y="81615"/>
                  </a:cubicBezTo>
                  <a:cubicBezTo>
                    <a:pt x="156561" y="81918"/>
                    <a:pt x="156561" y="84003"/>
                    <a:pt x="156561" y="84003"/>
                  </a:cubicBezTo>
                  <a:lnTo>
                    <a:pt x="157705" y="84811"/>
                  </a:lnTo>
                  <a:cubicBezTo>
                    <a:pt x="157705" y="84811"/>
                    <a:pt x="159152" y="86560"/>
                    <a:pt x="159388" y="86829"/>
                  </a:cubicBezTo>
                  <a:cubicBezTo>
                    <a:pt x="159590" y="87132"/>
                    <a:pt x="160633" y="87771"/>
                    <a:pt x="161138" y="88276"/>
                  </a:cubicBezTo>
                  <a:cubicBezTo>
                    <a:pt x="161643" y="88780"/>
                    <a:pt x="161777" y="89150"/>
                    <a:pt x="162652" y="89857"/>
                  </a:cubicBezTo>
                  <a:cubicBezTo>
                    <a:pt x="163528" y="90597"/>
                    <a:pt x="163696" y="92312"/>
                    <a:pt x="163696" y="92312"/>
                  </a:cubicBezTo>
                  <a:lnTo>
                    <a:pt x="164301" y="93927"/>
                  </a:lnTo>
                  <a:lnTo>
                    <a:pt x="164369" y="96114"/>
                  </a:lnTo>
                  <a:lnTo>
                    <a:pt x="164436" y="98401"/>
                  </a:lnTo>
                  <a:cubicBezTo>
                    <a:pt x="164436" y="98401"/>
                    <a:pt x="163023" y="100621"/>
                    <a:pt x="162855" y="100689"/>
                  </a:cubicBezTo>
                  <a:cubicBezTo>
                    <a:pt x="162686" y="100756"/>
                    <a:pt x="160802" y="102976"/>
                    <a:pt x="160802" y="102976"/>
                  </a:cubicBezTo>
                  <a:cubicBezTo>
                    <a:pt x="160802" y="102976"/>
                    <a:pt x="159321" y="104120"/>
                    <a:pt x="159152" y="104221"/>
                  </a:cubicBezTo>
                  <a:cubicBezTo>
                    <a:pt x="158984" y="104322"/>
                    <a:pt x="156426" y="105701"/>
                    <a:pt x="156090" y="105835"/>
                  </a:cubicBezTo>
                  <a:cubicBezTo>
                    <a:pt x="155787" y="106004"/>
                    <a:pt x="154475" y="106912"/>
                    <a:pt x="154239" y="106979"/>
                  </a:cubicBezTo>
                  <a:cubicBezTo>
                    <a:pt x="154037" y="107047"/>
                    <a:pt x="153027" y="107484"/>
                    <a:pt x="152825" y="107484"/>
                  </a:cubicBezTo>
                  <a:cubicBezTo>
                    <a:pt x="152623" y="107484"/>
                    <a:pt x="150470" y="107484"/>
                    <a:pt x="150470" y="107484"/>
                  </a:cubicBezTo>
                  <a:cubicBezTo>
                    <a:pt x="150470" y="107484"/>
                    <a:pt x="148955" y="107820"/>
                    <a:pt x="148148" y="107820"/>
                  </a:cubicBezTo>
                  <a:cubicBezTo>
                    <a:pt x="147340" y="107820"/>
                    <a:pt x="145489" y="107787"/>
                    <a:pt x="145253" y="107787"/>
                  </a:cubicBezTo>
                  <a:cubicBezTo>
                    <a:pt x="145051" y="107787"/>
                    <a:pt x="141787" y="107080"/>
                    <a:pt x="141787" y="107080"/>
                  </a:cubicBezTo>
                  <a:lnTo>
                    <a:pt x="137883" y="108493"/>
                  </a:lnTo>
                  <a:lnTo>
                    <a:pt x="134282" y="109368"/>
                  </a:lnTo>
                  <a:lnTo>
                    <a:pt x="131892" y="110141"/>
                  </a:lnTo>
                  <a:lnTo>
                    <a:pt x="128729" y="109368"/>
                  </a:lnTo>
                  <a:lnTo>
                    <a:pt x="125901" y="107517"/>
                  </a:lnTo>
                  <a:lnTo>
                    <a:pt x="122334" y="106643"/>
                  </a:lnTo>
                  <a:lnTo>
                    <a:pt x="117320" y="107080"/>
                  </a:lnTo>
                  <a:lnTo>
                    <a:pt x="114493" y="111218"/>
                  </a:lnTo>
                  <a:lnTo>
                    <a:pt x="113079" y="116096"/>
                  </a:lnTo>
                  <a:lnTo>
                    <a:pt x="113079" y="120536"/>
                  </a:lnTo>
                  <a:lnTo>
                    <a:pt x="112305" y="126288"/>
                  </a:lnTo>
                  <a:lnTo>
                    <a:pt x="112844" y="129652"/>
                  </a:lnTo>
                  <a:lnTo>
                    <a:pt x="116646" y="135203"/>
                  </a:lnTo>
                  <a:lnTo>
                    <a:pt x="118262" y="138668"/>
                  </a:lnTo>
                  <a:lnTo>
                    <a:pt x="121190" y="139038"/>
                  </a:lnTo>
                  <a:lnTo>
                    <a:pt x="124118" y="137019"/>
                  </a:lnTo>
                  <a:lnTo>
                    <a:pt x="124320" y="137019"/>
                  </a:lnTo>
                  <a:lnTo>
                    <a:pt x="126810" y="138971"/>
                  </a:lnTo>
                  <a:lnTo>
                    <a:pt x="129099" y="142570"/>
                  </a:lnTo>
                  <a:lnTo>
                    <a:pt x="129638" y="144757"/>
                  </a:lnTo>
                  <a:lnTo>
                    <a:pt x="127786" y="148760"/>
                  </a:lnTo>
                  <a:lnTo>
                    <a:pt x="127988" y="152426"/>
                  </a:lnTo>
                  <a:lnTo>
                    <a:pt x="129402" y="153772"/>
                  </a:lnTo>
                  <a:cubicBezTo>
                    <a:pt x="129402" y="153772"/>
                    <a:pt x="129503" y="154310"/>
                    <a:pt x="129402" y="154647"/>
                  </a:cubicBezTo>
                  <a:cubicBezTo>
                    <a:pt x="129301" y="154983"/>
                    <a:pt x="126575" y="157035"/>
                    <a:pt x="126575" y="157035"/>
                  </a:cubicBezTo>
                  <a:cubicBezTo>
                    <a:pt x="126575" y="157035"/>
                    <a:pt x="125599" y="158347"/>
                    <a:pt x="125161" y="158347"/>
                  </a:cubicBezTo>
                  <a:cubicBezTo>
                    <a:pt x="124724" y="158347"/>
                    <a:pt x="120921" y="160735"/>
                    <a:pt x="120921" y="160735"/>
                  </a:cubicBezTo>
                  <a:lnTo>
                    <a:pt x="118733" y="164873"/>
                  </a:lnTo>
                  <a:lnTo>
                    <a:pt x="115570" y="164873"/>
                  </a:lnTo>
                  <a:lnTo>
                    <a:pt x="112406" y="164873"/>
                  </a:lnTo>
                  <a:lnTo>
                    <a:pt x="108603" y="164873"/>
                  </a:lnTo>
                  <a:lnTo>
                    <a:pt x="104363" y="160870"/>
                  </a:lnTo>
                  <a:lnTo>
                    <a:pt x="99584" y="160197"/>
                  </a:lnTo>
                  <a:lnTo>
                    <a:pt x="98170" y="161408"/>
                  </a:lnTo>
                  <a:lnTo>
                    <a:pt x="97497" y="162384"/>
                  </a:lnTo>
                  <a:cubicBezTo>
                    <a:pt x="97497" y="162384"/>
                    <a:pt x="96959" y="163797"/>
                    <a:pt x="96959" y="164234"/>
                  </a:cubicBezTo>
                  <a:cubicBezTo>
                    <a:pt x="96959" y="164671"/>
                    <a:pt x="96420" y="166185"/>
                    <a:pt x="96420" y="166185"/>
                  </a:cubicBezTo>
                  <a:lnTo>
                    <a:pt x="96521" y="168573"/>
                  </a:lnTo>
                  <a:lnTo>
                    <a:pt x="96185" y="170424"/>
                  </a:lnTo>
                  <a:cubicBezTo>
                    <a:pt x="96185" y="170424"/>
                    <a:pt x="95747" y="171399"/>
                    <a:pt x="95512" y="171736"/>
                  </a:cubicBezTo>
                  <a:cubicBezTo>
                    <a:pt x="95276" y="172072"/>
                    <a:pt x="94334" y="173148"/>
                    <a:pt x="93997" y="173485"/>
                  </a:cubicBezTo>
                  <a:cubicBezTo>
                    <a:pt x="93661" y="173821"/>
                    <a:pt x="90396" y="175133"/>
                    <a:pt x="90396" y="175133"/>
                  </a:cubicBezTo>
                  <a:lnTo>
                    <a:pt x="87771" y="175772"/>
                  </a:lnTo>
                  <a:cubicBezTo>
                    <a:pt x="87771" y="175772"/>
                    <a:pt x="86021" y="176411"/>
                    <a:pt x="85382" y="176546"/>
                  </a:cubicBezTo>
                  <a:cubicBezTo>
                    <a:pt x="84742" y="176647"/>
                    <a:pt x="84170" y="176445"/>
                    <a:pt x="83733" y="176546"/>
                  </a:cubicBezTo>
                  <a:cubicBezTo>
                    <a:pt x="83295" y="176647"/>
                    <a:pt x="82555" y="176714"/>
                    <a:pt x="81680" y="176580"/>
                  </a:cubicBezTo>
                  <a:cubicBezTo>
                    <a:pt x="80805" y="176445"/>
                    <a:pt x="78651" y="174595"/>
                    <a:pt x="77439" y="173518"/>
                  </a:cubicBezTo>
                  <a:cubicBezTo>
                    <a:pt x="76228" y="172442"/>
                    <a:pt x="75824" y="171029"/>
                    <a:pt x="74949" y="170491"/>
                  </a:cubicBezTo>
                  <a:cubicBezTo>
                    <a:pt x="74074" y="169953"/>
                    <a:pt x="72660" y="168203"/>
                    <a:pt x="72660" y="168203"/>
                  </a:cubicBezTo>
                  <a:cubicBezTo>
                    <a:pt x="72660" y="168203"/>
                    <a:pt x="70708" y="168102"/>
                    <a:pt x="70271" y="168102"/>
                  </a:cubicBezTo>
                  <a:cubicBezTo>
                    <a:pt x="69833" y="168102"/>
                    <a:pt x="66670" y="168203"/>
                    <a:pt x="66367" y="168203"/>
                  </a:cubicBezTo>
                  <a:cubicBezTo>
                    <a:pt x="66030" y="168203"/>
                    <a:pt x="63102" y="169717"/>
                    <a:pt x="63102" y="169717"/>
                  </a:cubicBezTo>
                  <a:lnTo>
                    <a:pt x="61251" y="171231"/>
                  </a:lnTo>
                  <a:lnTo>
                    <a:pt x="56573" y="173619"/>
                  </a:lnTo>
                  <a:lnTo>
                    <a:pt x="52097" y="174931"/>
                  </a:lnTo>
                  <a:cubicBezTo>
                    <a:pt x="52097" y="174931"/>
                    <a:pt x="48732" y="175032"/>
                    <a:pt x="48294" y="175032"/>
                  </a:cubicBezTo>
                  <a:cubicBezTo>
                    <a:pt x="47857" y="175032"/>
                    <a:pt x="43953" y="173619"/>
                    <a:pt x="42876" y="173619"/>
                  </a:cubicBezTo>
                  <a:cubicBezTo>
                    <a:pt x="41765" y="173619"/>
                    <a:pt x="40688" y="173081"/>
                    <a:pt x="40385" y="173619"/>
                  </a:cubicBezTo>
                  <a:cubicBezTo>
                    <a:pt x="40049" y="174158"/>
                    <a:pt x="38770" y="175032"/>
                    <a:pt x="38097" y="175470"/>
                  </a:cubicBezTo>
                  <a:cubicBezTo>
                    <a:pt x="37458" y="175907"/>
                    <a:pt x="37121" y="179607"/>
                    <a:pt x="37121" y="179607"/>
                  </a:cubicBezTo>
                  <a:lnTo>
                    <a:pt x="35606" y="180246"/>
                  </a:lnTo>
                  <a:lnTo>
                    <a:pt x="30827" y="179607"/>
                  </a:lnTo>
                  <a:cubicBezTo>
                    <a:pt x="30827" y="179607"/>
                    <a:pt x="29515" y="179069"/>
                    <a:pt x="28539" y="178194"/>
                  </a:cubicBezTo>
                  <a:cubicBezTo>
                    <a:pt x="27563" y="177320"/>
                    <a:pt x="26150" y="173619"/>
                    <a:pt x="25813" y="173518"/>
                  </a:cubicBezTo>
                  <a:cubicBezTo>
                    <a:pt x="25476" y="173418"/>
                    <a:pt x="25275" y="170794"/>
                    <a:pt x="24938" y="170491"/>
                  </a:cubicBezTo>
                  <a:cubicBezTo>
                    <a:pt x="24601" y="170155"/>
                    <a:pt x="22212" y="168540"/>
                    <a:pt x="22212" y="168540"/>
                  </a:cubicBezTo>
                  <a:cubicBezTo>
                    <a:pt x="22212" y="168540"/>
                    <a:pt x="19385" y="167766"/>
                    <a:pt x="18409" y="168102"/>
                  </a:cubicBezTo>
                  <a:cubicBezTo>
                    <a:pt x="17433" y="168439"/>
                    <a:pt x="16794" y="168102"/>
                    <a:pt x="15481" y="167901"/>
                  </a:cubicBezTo>
                  <a:cubicBezTo>
                    <a:pt x="14168" y="167699"/>
                    <a:pt x="11880" y="166925"/>
                    <a:pt x="11779" y="166589"/>
                  </a:cubicBezTo>
                  <a:cubicBezTo>
                    <a:pt x="11678" y="166252"/>
                    <a:pt x="11106" y="162249"/>
                    <a:pt x="11106" y="162249"/>
                  </a:cubicBezTo>
                  <a:lnTo>
                    <a:pt x="8515" y="161375"/>
                  </a:lnTo>
                  <a:lnTo>
                    <a:pt x="3837" y="160500"/>
                  </a:lnTo>
                  <a:cubicBezTo>
                    <a:pt x="3837" y="160500"/>
                    <a:pt x="3365" y="159423"/>
                    <a:pt x="3365" y="158986"/>
                  </a:cubicBezTo>
                  <a:cubicBezTo>
                    <a:pt x="3365" y="158549"/>
                    <a:pt x="1548" y="156396"/>
                    <a:pt x="1548" y="155959"/>
                  </a:cubicBezTo>
                  <a:cubicBezTo>
                    <a:pt x="1548" y="155521"/>
                    <a:pt x="1548" y="153671"/>
                    <a:pt x="1548" y="153671"/>
                  </a:cubicBezTo>
                  <a:lnTo>
                    <a:pt x="2861" y="152494"/>
                  </a:lnTo>
                  <a:lnTo>
                    <a:pt x="5788" y="152595"/>
                  </a:lnTo>
                  <a:lnTo>
                    <a:pt x="8077" y="153469"/>
                  </a:lnTo>
                  <a:lnTo>
                    <a:pt x="9591" y="153907"/>
                  </a:lnTo>
                  <a:lnTo>
                    <a:pt x="11981" y="154344"/>
                  </a:lnTo>
                  <a:lnTo>
                    <a:pt x="13630" y="153133"/>
                  </a:lnTo>
                  <a:close/>
                </a:path>
              </a:pathLst>
            </a:custGeom>
            <a:grpFill/>
            <a:ln w="6350" cap="flat">
              <a:solidFill>
                <a:schemeClr val="bg1"/>
              </a:solidFill>
              <a:prstDash val="solid"/>
              <a:miter/>
            </a:ln>
          </p:spPr>
          <p:txBody>
            <a:bodyPr rtlCol="0" anchor="ctr"/>
            <a:lstStyle/>
            <a:p>
              <a:endParaRPr lang="en-US"/>
            </a:p>
          </p:txBody>
        </p:sp>
        <p:sp>
          <p:nvSpPr>
            <p:cNvPr id="68" name="Freeform 899">
              <a:extLst>
                <a:ext uri="{FF2B5EF4-FFF2-40B4-BE49-F238E27FC236}">
                  <a16:creationId xmlns:a16="http://schemas.microsoft.com/office/drawing/2014/main" id="{9FDB771F-6C10-A82A-9AE5-CB96B5DF0353}"/>
                </a:ext>
              </a:extLst>
            </p:cNvPr>
            <p:cNvSpPr/>
            <p:nvPr/>
          </p:nvSpPr>
          <p:spPr>
            <a:xfrm>
              <a:off x="8056766" y="2500048"/>
              <a:ext cx="62564" cy="100947"/>
            </a:xfrm>
            <a:custGeom>
              <a:avLst/>
              <a:gdLst>
                <a:gd name="connsiteX0" fmla="*/ 118565 w 120116"/>
                <a:gd name="connsiteY0" fmla="*/ 112087 h 193807"/>
                <a:gd name="connsiteX1" fmla="*/ 120012 w 120116"/>
                <a:gd name="connsiteY1" fmla="*/ 108656 h 193807"/>
                <a:gd name="connsiteX2" fmla="*/ 120012 w 120116"/>
                <a:gd name="connsiteY2" fmla="*/ 104888 h 193807"/>
                <a:gd name="connsiteX3" fmla="*/ 120012 w 120116"/>
                <a:gd name="connsiteY3" fmla="*/ 102399 h 193807"/>
                <a:gd name="connsiteX4" fmla="*/ 118161 w 120116"/>
                <a:gd name="connsiteY4" fmla="*/ 100112 h 193807"/>
                <a:gd name="connsiteX5" fmla="*/ 116209 w 120116"/>
                <a:gd name="connsiteY5" fmla="*/ 98800 h 193807"/>
                <a:gd name="connsiteX6" fmla="*/ 113921 w 120116"/>
                <a:gd name="connsiteY6" fmla="*/ 98800 h 193807"/>
                <a:gd name="connsiteX7" fmla="*/ 113921 w 120116"/>
                <a:gd name="connsiteY7" fmla="*/ 97151 h 193807"/>
                <a:gd name="connsiteX8" fmla="*/ 113921 w 120116"/>
                <a:gd name="connsiteY8" fmla="*/ 95301 h 193807"/>
                <a:gd name="connsiteX9" fmla="*/ 110656 w 120116"/>
                <a:gd name="connsiteY9" fmla="*/ 94527 h 193807"/>
                <a:gd name="connsiteX10" fmla="*/ 108502 w 120116"/>
                <a:gd name="connsiteY10" fmla="*/ 95738 h 193807"/>
                <a:gd name="connsiteX11" fmla="*/ 105675 w 120116"/>
                <a:gd name="connsiteY11" fmla="*/ 96277 h 193807"/>
                <a:gd name="connsiteX12" fmla="*/ 102646 w 120116"/>
                <a:gd name="connsiteY12" fmla="*/ 95301 h 193807"/>
                <a:gd name="connsiteX13" fmla="*/ 102646 w 120116"/>
                <a:gd name="connsiteY13" fmla="*/ 90962 h 193807"/>
                <a:gd name="connsiteX14" fmla="*/ 104598 w 120116"/>
                <a:gd name="connsiteY14" fmla="*/ 89448 h 193807"/>
                <a:gd name="connsiteX15" fmla="*/ 105137 w 120116"/>
                <a:gd name="connsiteY15" fmla="*/ 87396 h 193807"/>
                <a:gd name="connsiteX16" fmla="*/ 106012 w 120116"/>
                <a:gd name="connsiteY16" fmla="*/ 85445 h 193807"/>
                <a:gd name="connsiteX17" fmla="*/ 105103 w 120116"/>
                <a:gd name="connsiteY17" fmla="*/ 83292 h 193807"/>
                <a:gd name="connsiteX18" fmla="*/ 105978 w 120116"/>
                <a:gd name="connsiteY18" fmla="*/ 80971 h 193807"/>
                <a:gd name="connsiteX19" fmla="*/ 106281 w 120116"/>
                <a:gd name="connsiteY19" fmla="*/ 76497 h 193807"/>
                <a:gd name="connsiteX20" fmla="*/ 104093 w 120116"/>
                <a:gd name="connsiteY20" fmla="*/ 73604 h 193807"/>
                <a:gd name="connsiteX21" fmla="*/ 102646 w 120116"/>
                <a:gd name="connsiteY21" fmla="*/ 71417 h 193807"/>
                <a:gd name="connsiteX22" fmla="*/ 95848 w 120116"/>
                <a:gd name="connsiteY22" fmla="*/ 69971 h 193807"/>
                <a:gd name="connsiteX23" fmla="*/ 91776 w 120116"/>
                <a:gd name="connsiteY23" fmla="*/ 70711 h 193807"/>
                <a:gd name="connsiteX24" fmla="*/ 88141 w 120116"/>
                <a:gd name="connsiteY24" fmla="*/ 74478 h 193807"/>
                <a:gd name="connsiteX25" fmla="*/ 85247 w 120116"/>
                <a:gd name="connsiteY25" fmla="*/ 76799 h 193807"/>
                <a:gd name="connsiteX26" fmla="*/ 85247 w 120116"/>
                <a:gd name="connsiteY26" fmla="*/ 78818 h 193807"/>
                <a:gd name="connsiteX27" fmla="*/ 83497 w 120116"/>
                <a:gd name="connsiteY27" fmla="*/ 79120 h 193807"/>
                <a:gd name="connsiteX28" fmla="*/ 81377 w 120116"/>
                <a:gd name="connsiteY28" fmla="*/ 77977 h 193807"/>
                <a:gd name="connsiteX29" fmla="*/ 79997 w 120116"/>
                <a:gd name="connsiteY29" fmla="*/ 75521 h 193807"/>
                <a:gd name="connsiteX30" fmla="*/ 79997 w 120116"/>
                <a:gd name="connsiteY30" fmla="*/ 70172 h 193807"/>
                <a:gd name="connsiteX31" fmla="*/ 80704 w 120116"/>
                <a:gd name="connsiteY31" fmla="*/ 70038 h 193807"/>
                <a:gd name="connsiteX32" fmla="*/ 81276 w 120116"/>
                <a:gd name="connsiteY32" fmla="*/ 66573 h 193807"/>
                <a:gd name="connsiteX33" fmla="*/ 80704 w 120116"/>
                <a:gd name="connsiteY33" fmla="*/ 63814 h 193807"/>
                <a:gd name="connsiteX34" fmla="*/ 75858 w 120116"/>
                <a:gd name="connsiteY34" fmla="*/ 63814 h 193807"/>
                <a:gd name="connsiteX35" fmla="*/ 74780 w 120116"/>
                <a:gd name="connsiteY35" fmla="*/ 60181 h 193807"/>
                <a:gd name="connsiteX36" fmla="*/ 74780 w 120116"/>
                <a:gd name="connsiteY36" fmla="*/ 56279 h 193807"/>
                <a:gd name="connsiteX37" fmla="*/ 71314 w 120116"/>
                <a:gd name="connsiteY37" fmla="*/ 52579 h 193807"/>
                <a:gd name="connsiteX38" fmla="*/ 71314 w 120116"/>
                <a:gd name="connsiteY38" fmla="*/ 51065 h 193807"/>
                <a:gd name="connsiteX39" fmla="*/ 71314 w 120116"/>
                <a:gd name="connsiteY39" fmla="*/ 45851 h 193807"/>
                <a:gd name="connsiteX40" fmla="*/ 69127 w 120116"/>
                <a:gd name="connsiteY40" fmla="*/ 44102 h 193807"/>
                <a:gd name="connsiteX41" fmla="*/ 67174 w 120116"/>
                <a:gd name="connsiteY41" fmla="*/ 41713 h 193807"/>
                <a:gd name="connsiteX42" fmla="*/ 67174 w 120116"/>
                <a:gd name="connsiteY42" fmla="*/ 39964 h 193807"/>
                <a:gd name="connsiteX43" fmla="*/ 67545 w 120116"/>
                <a:gd name="connsiteY43" fmla="*/ 36701 h 193807"/>
                <a:gd name="connsiteX44" fmla="*/ 67814 w 120116"/>
                <a:gd name="connsiteY44" fmla="*/ 35019 h 193807"/>
                <a:gd name="connsiteX45" fmla="*/ 67814 w 120116"/>
                <a:gd name="connsiteY45" fmla="*/ 33640 h 193807"/>
                <a:gd name="connsiteX46" fmla="*/ 67747 w 120116"/>
                <a:gd name="connsiteY46" fmla="*/ 32496 h 193807"/>
                <a:gd name="connsiteX47" fmla="*/ 68689 w 120116"/>
                <a:gd name="connsiteY47" fmla="*/ 31722 h 193807"/>
                <a:gd name="connsiteX48" fmla="*/ 69934 w 120116"/>
                <a:gd name="connsiteY48" fmla="*/ 31016 h 193807"/>
                <a:gd name="connsiteX49" fmla="*/ 70439 w 120116"/>
                <a:gd name="connsiteY49" fmla="*/ 31016 h 193807"/>
                <a:gd name="connsiteX50" fmla="*/ 71751 w 120116"/>
                <a:gd name="connsiteY50" fmla="*/ 31756 h 193807"/>
                <a:gd name="connsiteX51" fmla="*/ 73569 w 120116"/>
                <a:gd name="connsiteY51" fmla="*/ 33068 h 193807"/>
                <a:gd name="connsiteX52" fmla="*/ 74444 w 120116"/>
                <a:gd name="connsiteY52" fmla="*/ 33707 h 193807"/>
                <a:gd name="connsiteX53" fmla="*/ 76194 w 120116"/>
                <a:gd name="connsiteY53" fmla="*/ 34212 h 193807"/>
                <a:gd name="connsiteX54" fmla="*/ 78078 w 120116"/>
                <a:gd name="connsiteY54" fmla="*/ 34952 h 193807"/>
                <a:gd name="connsiteX55" fmla="*/ 80771 w 120116"/>
                <a:gd name="connsiteY55" fmla="*/ 34817 h 193807"/>
                <a:gd name="connsiteX56" fmla="*/ 81848 w 120116"/>
                <a:gd name="connsiteY56" fmla="*/ 33808 h 193807"/>
                <a:gd name="connsiteX57" fmla="*/ 82420 w 120116"/>
                <a:gd name="connsiteY57" fmla="*/ 32664 h 193807"/>
                <a:gd name="connsiteX58" fmla="*/ 84304 w 120116"/>
                <a:gd name="connsiteY58" fmla="*/ 32799 h 193807"/>
                <a:gd name="connsiteX59" fmla="*/ 86122 w 120116"/>
                <a:gd name="connsiteY59" fmla="*/ 32799 h 193807"/>
                <a:gd name="connsiteX60" fmla="*/ 87502 w 120116"/>
                <a:gd name="connsiteY60" fmla="*/ 33371 h 193807"/>
                <a:gd name="connsiteX61" fmla="*/ 87872 w 120116"/>
                <a:gd name="connsiteY61" fmla="*/ 34750 h 193807"/>
                <a:gd name="connsiteX62" fmla="*/ 90060 w 120116"/>
                <a:gd name="connsiteY62" fmla="*/ 34952 h 193807"/>
                <a:gd name="connsiteX63" fmla="*/ 91136 w 120116"/>
                <a:gd name="connsiteY63" fmla="*/ 34245 h 193807"/>
                <a:gd name="connsiteX64" fmla="*/ 91810 w 120116"/>
                <a:gd name="connsiteY64" fmla="*/ 33539 h 193807"/>
                <a:gd name="connsiteX65" fmla="*/ 92584 w 120116"/>
                <a:gd name="connsiteY65" fmla="*/ 31890 h 193807"/>
                <a:gd name="connsiteX66" fmla="*/ 91944 w 120116"/>
                <a:gd name="connsiteY66" fmla="*/ 29670 h 193807"/>
                <a:gd name="connsiteX67" fmla="*/ 90194 w 120116"/>
                <a:gd name="connsiteY67" fmla="*/ 28594 h 193807"/>
                <a:gd name="connsiteX68" fmla="*/ 88612 w 120116"/>
                <a:gd name="connsiteY68" fmla="*/ 27719 h 193807"/>
                <a:gd name="connsiteX69" fmla="*/ 87906 w 120116"/>
                <a:gd name="connsiteY69" fmla="*/ 26407 h 193807"/>
                <a:gd name="connsiteX70" fmla="*/ 88545 w 120116"/>
                <a:gd name="connsiteY70" fmla="*/ 25062 h 193807"/>
                <a:gd name="connsiteX71" fmla="*/ 89622 w 120116"/>
                <a:gd name="connsiteY71" fmla="*/ 23884 h 193807"/>
                <a:gd name="connsiteX72" fmla="*/ 88848 w 120116"/>
                <a:gd name="connsiteY72" fmla="*/ 22808 h 193807"/>
                <a:gd name="connsiteX73" fmla="*/ 85684 w 120116"/>
                <a:gd name="connsiteY73" fmla="*/ 22370 h 193807"/>
                <a:gd name="connsiteX74" fmla="*/ 84372 w 120116"/>
                <a:gd name="connsiteY74" fmla="*/ 22370 h 193807"/>
                <a:gd name="connsiteX75" fmla="*/ 81511 w 120116"/>
                <a:gd name="connsiteY75" fmla="*/ 20688 h 193807"/>
                <a:gd name="connsiteX76" fmla="*/ 82218 w 120116"/>
                <a:gd name="connsiteY76" fmla="*/ 19040 h 193807"/>
                <a:gd name="connsiteX77" fmla="*/ 84843 w 120116"/>
                <a:gd name="connsiteY77" fmla="*/ 17257 h 193807"/>
                <a:gd name="connsiteX78" fmla="*/ 87939 w 120116"/>
                <a:gd name="connsiteY78" fmla="*/ 16887 h 193807"/>
                <a:gd name="connsiteX79" fmla="*/ 88478 w 120116"/>
                <a:gd name="connsiteY79" fmla="*/ 11942 h 193807"/>
                <a:gd name="connsiteX80" fmla="*/ 87872 w 120116"/>
                <a:gd name="connsiteY80" fmla="*/ 9890 h 193807"/>
                <a:gd name="connsiteX81" fmla="*/ 85920 w 120116"/>
                <a:gd name="connsiteY81" fmla="*/ 8208 h 193807"/>
                <a:gd name="connsiteX82" fmla="*/ 81242 w 120116"/>
                <a:gd name="connsiteY82" fmla="*/ 8208 h 193807"/>
                <a:gd name="connsiteX83" fmla="*/ 78348 w 120116"/>
                <a:gd name="connsiteY83" fmla="*/ 11471 h 193807"/>
                <a:gd name="connsiteX84" fmla="*/ 76598 w 120116"/>
                <a:gd name="connsiteY84" fmla="*/ 12009 h 193807"/>
                <a:gd name="connsiteX85" fmla="*/ 73535 w 120116"/>
                <a:gd name="connsiteY85" fmla="*/ 9688 h 193807"/>
                <a:gd name="connsiteX86" fmla="*/ 71785 w 120116"/>
                <a:gd name="connsiteY86" fmla="*/ 5281 h 193807"/>
                <a:gd name="connsiteX87" fmla="*/ 69227 w 120116"/>
                <a:gd name="connsiteY87" fmla="*/ 3936 h 193807"/>
                <a:gd name="connsiteX88" fmla="*/ 67814 w 120116"/>
                <a:gd name="connsiteY88" fmla="*/ 2624 h 193807"/>
                <a:gd name="connsiteX89" fmla="*/ 60646 w 120116"/>
                <a:gd name="connsiteY89" fmla="*/ 0 h 193807"/>
                <a:gd name="connsiteX90" fmla="*/ 56742 w 120116"/>
                <a:gd name="connsiteY90" fmla="*/ 3162 h 193807"/>
                <a:gd name="connsiteX91" fmla="*/ 52165 w 120116"/>
                <a:gd name="connsiteY91" fmla="*/ 5450 h 193807"/>
                <a:gd name="connsiteX92" fmla="*/ 52165 w 120116"/>
                <a:gd name="connsiteY92" fmla="*/ 9486 h 193807"/>
                <a:gd name="connsiteX93" fmla="*/ 49539 w 120116"/>
                <a:gd name="connsiteY93" fmla="*/ 13086 h 193807"/>
                <a:gd name="connsiteX94" fmla="*/ 46948 w 120116"/>
                <a:gd name="connsiteY94" fmla="*/ 15811 h 193807"/>
                <a:gd name="connsiteX95" fmla="*/ 45299 w 120116"/>
                <a:gd name="connsiteY95" fmla="*/ 17997 h 193807"/>
                <a:gd name="connsiteX96" fmla="*/ 42910 w 120116"/>
                <a:gd name="connsiteY96" fmla="*/ 18973 h 193807"/>
                <a:gd name="connsiteX97" fmla="*/ 42203 w 120116"/>
                <a:gd name="connsiteY97" fmla="*/ 20049 h 193807"/>
                <a:gd name="connsiteX98" fmla="*/ 41698 w 120116"/>
                <a:gd name="connsiteY98" fmla="*/ 22101 h 193807"/>
                <a:gd name="connsiteX99" fmla="*/ 41698 w 120116"/>
                <a:gd name="connsiteY99" fmla="*/ 23279 h 193807"/>
                <a:gd name="connsiteX100" fmla="*/ 40621 w 120116"/>
                <a:gd name="connsiteY100" fmla="*/ 26542 h 193807"/>
                <a:gd name="connsiteX101" fmla="*/ 39107 w 120116"/>
                <a:gd name="connsiteY101" fmla="*/ 27181 h 193807"/>
                <a:gd name="connsiteX102" fmla="*/ 35068 w 120116"/>
                <a:gd name="connsiteY102" fmla="*/ 27282 h 193807"/>
                <a:gd name="connsiteX103" fmla="*/ 33655 w 120116"/>
                <a:gd name="connsiteY103" fmla="*/ 29132 h 193807"/>
                <a:gd name="connsiteX104" fmla="*/ 32780 w 120116"/>
                <a:gd name="connsiteY104" fmla="*/ 33808 h 193807"/>
                <a:gd name="connsiteX105" fmla="*/ 32140 w 120116"/>
                <a:gd name="connsiteY105" fmla="*/ 37710 h 193807"/>
                <a:gd name="connsiteX106" fmla="*/ 33991 w 120116"/>
                <a:gd name="connsiteY106" fmla="*/ 43799 h 193807"/>
                <a:gd name="connsiteX107" fmla="*/ 34967 w 120116"/>
                <a:gd name="connsiteY107" fmla="*/ 47062 h 193807"/>
                <a:gd name="connsiteX108" fmla="*/ 38770 w 120116"/>
                <a:gd name="connsiteY108" fmla="*/ 47936 h 193807"/>
                <a:gd name="connsiteX109" fmla="*/ 40722 w 120116"/>
                <a:gd name="connsiteY109" fmla="*/ 48710 h 193807"/>
                <a:gd name="connsiteX110" fmla="*/ 42573 w 120116"/>
                <a:gd name="connsiteY110" fmla="*/ 51334 h 193807"/>
                <a:gd name="connsiteX111" fmla="*/ 42674 w 120116"/>
                <a:gd name="connsiteY111" fmla="*/ 53487 h 193807"/>
                <a:gd name="connsiteX112" fmla="*/ 40722 w 120116"/>
                <a:gd name="connsiteY112" fmla="*/ 54900 h 193807"/>
                <a:gd name="connsiteX113" fmla="*/ 37659 w 120116"/>
                <a:gd name="connsiteY113" fmla="*/ 55236 h 193807"/>
                <a:gd name="connsiteX114" fmla="*/ 35606 w 120116"/>
                <a:gd name="connsiteY114" fmla="*/ 56178 h 193807"/>
                <a:gd name="connsiteX115" fmla="*/ 33318 w 120116"/>
                <a:gd name="connsiteY115" fmla="*/ 59038 h 193807"/>
                <a:gd name="connsiteX116" fmla="*/ 31265 w 120116"/>
                <a:gd name="connsiteY116" fmla="*/ 61863 h 193807"/>
                <a:gd name="connsiteX117" fmla="*/ 34731 w 120116"/>
                <a:gd name="connsiteY117" fmla="*/ 63613 h 193807"/>
                <a:gd name="connsiteX118" fmla="*/ 37996 w 120116"/>
                <a:gd name="connsiteY118" fmla="*/ 64050 h 193807"/>
                <a:gd name="connsiteX119" fmla="*/ 39409 w 120116"/>
                <a:gd name="connsiteY119" fmla="*/ 65463 h 193807"/>
                <a:gd name="connsiteX120" fmla="*/ 40284 w 120116"/>
                <a:gd name="connsiteY120" fmla="*/ 69163 h 193807"/>
                <a:gd name="connsiteX121" fmla="*/ 39308 w 120116"/>
                <a:gd name="connsiteY121" fmla="*/ 73402 h 193807"/>
                <a:gd name="connsiteX122" fmla="*/ 38434 w 120116"/>
                <a:gd name="connsiteY122" fmla="*/ 76328 h 193807"/>
                <a:gd name="connsiteX123" fmla="*/ 35505 w 120116"/>
                <a:gd name="connsiteY123" fmla="*/ 77539 h 193807"/>
                <a:gd name="connsiteX124" fmla="*/ 32477 w 120116"/>
                <a:gd name="connsiteY124" fmla="*/ 76127 h 193807"/>
                <a:gd name="connsiteX125" fmla="*/ 29111 w 120116"/>
                <a:gd name="connsiteY125" fmla="*/ 73536 h 193807"/>
                <a:gd name="connsiteX126" fmla="*/ 25510 w 120116"/>
                <a:gd name="connsiteY126" fmla="*/ 73738 h 193807"/>
                <a:gd name="connsiteX127" fmla="*/ 21371 w 120116"/>
                <a:gd name="connsiteY127" fmla="*/ 72325 h 193807"/>
                <a:gd name="connsiteX128" fmla="*/ 20294 w 120116"/>
                <a:gd name="connsiteY128" fmla="*/ 70912 h 193807"/>
                <a:gd name="connsiteX129" fmla="*/ 20832 w 120116"/>
                <a:gd name="connsiteY129" fmla="*/ 68860 h 193807"/>
                <a:gd name="connsiteX130" fmla="*/ 22010 w 120116"/>
                <a:gd name="connsiteY130" fmla="*/ 67111 h 193807"/>
                <a:gd name="connsiteX131" fmla="*/ 22683 w 120116"/>
                <a:gd name="connsiteY131" fmla="*/ 64487 h 193807"/>
                <a:gd name="connsiteX132" fmla="*/ 22952 w 120116"/>
                <a:gd name="connsiteY132" fmla="*/ 62301 h 193807"/>
                <a:gd name="connsiteX133" fmla="*/ 22649 w 120116"/>
                <a:gd name="connsiteY133" fmla="*/ 60921 h 193807"/>
                <a:gd name="connsiteX134" fmla="*/ 21169 w 120116"/>
                <a:gd name="connsiteY134" fmla="*/ 59879 h 193807"/>
                <a:gd name="connsiteX135" fmla="*/ 19890 w 120116"/>
                <a:gd name="connsiteY135" fmla="*/ 58937 h 193807"/>
                <a:gd name="connsiteX136" fmla="*/ 18241 w 120116"/>
                <a:gd name="connsiteY136" fmla="*/ 58937 h 193807"/>
                <a:gd name="connsiteX137" fmla="*/ 16760 w 120116"/>
                <a:gd name="connsiteY137" fmla="*/ 59374 h 193807"/>
                <a:gd name="connsiteX138" fmla="*/ 15851 w 120116"/>
                <a:gd name="connsiteY138" fmla="*/ 59879 h 193807"/>
                <a:gd name="connsiteX139" fmla="*/ 15851 w 120116"/>
                <a:gd name="connsiteY139" fmla="*/ 61157 h 193807"/>
                <a:gd name="connsiteX140" fmla="*/ 16020 w 120116"/>
                <a:gd name="connsiteY140" fmla="*/ 62435 h 193807"/>
                <a:gd name="connsiteX141" fmla="*/ 15986 w 120116"/>
                <a:gd name="connsiteY141" fmla="*/ 63545 h 193807"/>
                <a:gd name="connsiteX142" fmla="*/ 15817 w 120116"/>
                <a:gd name="connsiteY142" fmla="*/ 65160 h 193807"/>
                <a:gd name="connsiteX143" fmla="*/ 15817 w 120116"/>
                <a:gd name="connsiteY143" fmla="*/ 66943 h 193807"/>
                <a:gd name="connsiteX144" fmla="*/ 15111 w 120116"/>
                <a:gd name="connsiteY144" fmla="*/ 69130 h 193807"/>
                <a:gd name="connsiteX145" fmla="*/ 14067 w 120116"/>
                <a:gd name="connsiteY145" fmla="*/ 70744 h 193807"/>
                <a:gd name="connsiteX146" fmla="*/ 12486 w 120116"/>
                <a:gd name="connsiteY146" fmla="*/ 73099 h 193807"/>
                <a:gd name="connsiteX147" fmla="*/ 10534 w 120116"/>
                <a:gd name="connsiteY147" fmla="*/ 74344 h 193807"/>
                <a:gd name="connsiteX148" fmla="*/ 8649 w 120116"/>
                <a:gd name="connsiteY148" fmla="*/ 77539 h 193807"/>
                <a:gd name="connsiteX149" fmla="*/ 7438 w 120116"/>
                <a:gd name="connsiteY149" fmla="*/ 79726 h 193807"/>
                <a:gd name="connsiteX150" fmla="*/ 6933 w 120116"/>
                <a:gd name="connsiteY150" fmla="*/ 83191 h 193807"/>
                <a:gd name="connsiteX151" fmla="*/ 6933 w 120116"/>
                <a:gd name="connsiteY151" fmla="*/ 85848 h 193807"/>
                <a:gd name="connsiteX152" fmla="*/ 6933 w 120116"/>
                <a:gd name="connsiteY152" fmla="*/ 88136 h 193807"/>
                <a:gd name="connsiteX153" fmla="*/ 8077 w 120116"/>
                <a:gd name="connsiteY153" fmla="*/ 90322 h 193807"/>
                <a:gd name="connsiteX154" fmla="*/ 10096 w 120116"/>
                <a:gd name="connsiteY154" fmla="*/ 93249 h 193807"/>
                <a:gd name="connsiteX155" fmla="*/ 10635 w 120116"/>
                <a:gd name="connsiteY155" fmla="*/ 97925 h 193807"/>
                <a:gd name="connsiteX156" fmla="*/ 6798 w 120116"/>
                <a:gd name="connsiteY156" fmla="*/ 101524 h 193807"/>
                <a:gd name="connsiteX157" fmla="*/ 4543 w 120116"/>
                <a:gd name="connsiteY157" fmla="*/ 103913 h 193807"/>
                <a:gd name="connsiteX158" fmla="*/ 4543 w 120116"/>
                <a:gd name="connsiteY158" fmla="*/ 107378 h 193807"/>
                <a:gd name="connsiteX159" fmla="*/ 10197 w 120116"/>
                <a:gd name="connsiteY159" fmla="*/ 111078 h 193807"/>
                <a:gd name="connsiteX160" fmla="*/ 12385 w 120116"/>
                <a:gd name="connsiteY160" fmla="*/ 114240 h 193807"/>
                <a:gd name="connsiteX161" fmla="*/ 11207 w 120116"/>
                <a:gd name="connsiteY161" fmla="*/ 117705 h 193807"/>
                <a:gd name="connsiteX162" fmla="*/ 9457 w 120116"/>
                <a:gd name="connsiteY162" fmla="*/ 120766 h 193807"/>
                <a:gd name="connsiteX163" fmla="*/ 9894 w 120116"/>
                <a:gd name="connsiteY163" fmla="*/ 124769 h 193807"/>
                <a:gd name="connsiteX164" fmla="*/ 13697 w 120116"/>
                <a:gd name="connsiteY164" fmla="*/ 128470 h 193807"/>
                <a:gd name="connsiteX165" fmla="*/ 19789 w 120116"/>
                <a:gd name="connsiteY165" fmla="*/ 131497 h 193807"/>
                <a:gd name="connsiteX166" fmla="*/ 22717 w 120116"/>
                <a:gd name="connsiteY166" fmla="*/ 132675 h 193807"/>
                <a:gd name="connsiteX167" fmla="*/ 23491 w 120116"/>
                <a:gd name="connsiteY167" fmla="*/ 134962 h 193807"/>
                <a:gd name="connsiteX168" fmla="*/ 20866 w 120116"/>
                <a:gd name="connsiteY168" fmla="*/ 137687 h 193807"/>
                <a:gd name="connsiteX169" fmla="*/ 17938 w 120116"/>
                <a:gd name="connsiteY169" fmla="*/ 139874 h 193807"/>
                <a:gd name="connsiteX170" fmla="*/ 14337 w 120116"/>
                <a:gd name="connsiteY170" fmla="*/ 142060 h 193807"/>
                <a:gd name="connsiteX171" fmla="*/ 11207 w 120116"/>
                <a:gd name="connsiteY171" fmla="*/ 144348 h 193807"/>
                <a:gd name="connsiteX172" fmla="*/ 6630 w 120116"/>
                <a:gd name="connsiteY172" fmla="*/ 145760 h 193807"/>
                <a:gd name="connsiteX173" fmla="*/ 1582 w 120116"/>
                <a:gd name="connsiteY173" fmla="*/ 149360 h 193807"/>
                <a:gd name="connsiteX174" fmla="*/ 0 w 120116"/>
                <a:gd name="connsiteY174" fmla="*/ 151311 h 193807"/>
                <a:gd name="connsiteX175" fmla="*/ 0 w 120116"/>
                <a:gd name="connsiteY175" fmla="*/ 157164 h 193807"/>
                <a:gd name="connsiteX176" fmla="*/ 774 w 120116"/>
                <a:gd name="connsiteY176" fmla="*/ 161168 h 193807"/>
                <a:gd name="connsiteX177" fmla="*/ 1414 w 120116"/>
                <a:gd name="connsiteY177" fmla="*/ 166920 h 193807"/>
                <a:gd name="connsiteX178" fmla="*/ 3500 w 120116"/>
                <a:gd name="connsiteY178" fmla="*/ 170721 h 193807"/>
                <a:gd name="connsiteX179" fmla="*/ 6966 w 120116"/>
                <a:gd name="connsiteY179" fmla="*/ 173984 h 193807"/>
                <a:gd name="connsiteX180" fmla="*/ 9693 w 120116"/>
                <a:gd name="connsiteY180" fmla="*/ 175935 h 193807"/>
                <a:gd name="connsiteX181" fmla="*/ 15683 w 120116"/>
                <a:gd name="connsiteY181" fmla="*/ 180813 h 193807"/>
                <a:gd name="connsiteX182" fmla="*/ 18510 w 120116"/>
                <a:gd name="connsiteY182" fmla="*/ 182327 h 193807"/>
                <a:gd name="connsiteX183" fmla="*/ 21774 w 120116"/>
                <a:gd name="connsiteY183" fmla="*/ 182327 h 193807"/>
                <a:gd name="connsiteX184" fmla="*/ 26991 w 120116"/>
                <a:gd name="connsiteY184" fmla="*/ 182327 h 193807"/>
                <a:gd name="connsiteX185" fmla="*/ 30121 w 120116"/>
                <a:gd name="connsiteY185" fmla="*/ 181553 h 193807"/>
                <a:gd name="connsiteX186" fmla="*/ 31837 w 120116"/>
                <a:gd name="connsiteY186" fmla="*/ 180578 h 193807"/>
                <a:gd name="connsiteX187" fmla="*/ 33150 w 120116"/>
                <a:gd name="connsiteY187" fmla="*/ 179938 h 193807"/>
                <a:gd name="connsiteX188" fmla="*/ 33890 w 120116"/>
                <a:gd name="connsiteY188" fmla="*/ 179837 h 193807"/>
                <a:gd name="connsiteX189" fmla="*/ 36179 w 120116"/>
                <a:gd name="connsiteY189" fmla="*/ 181721 h 193807"/>
                <a:gd name="connsiteX190" fmla="*/ 36616 w 120116"/>
                <a:gd name="connsiteY190" fmla="*/ 183134 h 193807"/>
                <a:gd name="connsiteX191" fmla="*/ 36616 w 120116"/>
                <a:gd name="connsiteY191" fmla="*/ 184951 h 193807"/>
                <a:gd name="connsiteX192" fmla="*/ 36616 w 120116"/>
                <a:gd name="connsiteY192" fmla="*/ 186633 h 193807"/>
                <a:gd name="connsiteX193" fmla="*/ 36616 w 120116"/>
                <a:gd name="connsiteY193" fmla="*/ 186700 h 193807"/>
                <a:gd name="connsiteX194" fmla="*/ 35910 w 120116"/>
                <a:gd name="connsiteY194" fmla="*/ 188584 h 193807"/>
                <a:gd name="connsiteX195" fmla="*/ 36751 w 120116"/>
                <a:gd name="connsiteY195" fmla="*/ 189593 h 193807"/>
                <a:gd name="connsiteX196" fmla="*/ 37861 w 120116"/>
                <a:gd name="connsiteY196" fmla="*/ 190098 h 193807"/>
                <a:gd name="connsiteX197" fmla="*/ 41025 w 120116"/>
                <a:gd name="connsiteY197" fmla="*/ 191443 h 193807"/>
                <a:gd name="connsiteX198" fmla="*/ 42506 w 120116"/>
                <a:gd name="connsiteY198" fmla="*/ 190501 h 193807"/>
                <a:gd name="connsiteX199" fmla="*/ 46746 w 120116"/>
                <a:gd name="connsiteY199" fmla="*/ 189189 h 193807"/>
                <a:gd name="connsiteX200" fmla="*/ 47386 w 120116"/>
                <a:gd name="connsiteY200" fmla="*/ 188113 h 193807"/>
                <a:gd name="connsiteX201" fmla="*/ 48597 w 120116"/>
                <a:gd name="connsiteY201" fmla="*/ 186364 h 193807"/>
                <a:gd name="connsiteX202" fmla="*/ 50886 w 120116"/>
                <a:gd name="connsiteY202" fmla="*/ 186162 h 193807"/>
                <a:gd name="connsiteX203" fmla="*/ 52939 w 120116"/>
                <a:gd name="connsiteY203" fmla="*/ 187676 h 193807"/>
                <a:gd name="connsiteX204" fmla="*/ 53275 w 120116"/>
                <a:gd name="connsiteY204" fmla="*/ 189728 h 193807"/>
                <a:gd name="connsiteX205" fmla="*/ 51424 w 120116"/>
                <a:gd name="connsiteY205" fmla="*/ 191443 h 193807"/>
                <a:gd name="connsiteX206" fmla="*/ 49708 w 120116"/>
                <a:gd name="connsiteY206" fmla="*/ 192352 h 193807"/>
                <a:gd name="connsiteX207" fmla="*/ 49809 w 120116"/>
                <a:gd name="connsiteY207" fmla="*/ 193125 h 193807"/>
                <a:gd name="connsiteX208" fmla="*/ 51896 w 120116"/>
                <a:gd name="connsiteY208" fmla="*/ 193764 h 193807"/>
                <a:gd name="connsiteX209" fmla="*/ 55496 w 120116"/>
                <a:gd name="connsiteY209" fmla="*/ 193764 h 193807"/>
                <a:gd name="connsiteX210" fmla="*/ 57886 w 120116"/>
                <a:gd name="connsiteY210" fmla="*/ 193798 h 193807"/>
                <a:gd name="connsiteX211" fmla="*/ 60208 w 120116"/>
                <a:gd name="connsiteY211" fmla="*/ 192991 h 193807"/>
                <a:gd name="connsiteX212" fmla="*/ 61790 w 120116"/>
                <a:gd name="connsiteY212" fmla="*/ 190905 h 193807"/>
                <a:gd name="connsiteX213" fmla="*/ 63001 w 120116"/>
                <a:gd name="connsiteY213" fmla="*/ 190367 h 193807"/>
                <a:gd name="connsiteX214" fmla="*/ 67040 w 120116"/>
                <a:gd name="connsiteY214" fmla="*/ 192318 h 193807"/>
                <a:gd name="connsiteX215" fmla="*/ 68655 w 120116"/>
                <a:gd name="connsiteY215" fmla="*/ 191679 h 193807"/>
                <a:gd name="connsiteX216" fmla="*/ 71819 w 120116"/>
                <a:gd name="connsiteY216" fmla="*/ 189929 h 193807"/>
                <a:gd name="connsiteX217" fmla="*/ 75958 w 120116"/>
                <a:gd name="connsiteY217" fmla="*/ 188315 h 193807"/>
                <a:gd name="connsiteX218" fmla="*/ 77708 w 120116"/>
                <a:gd name="connsiteY218" fmla="*/ 187978 h 193807"/>
                <a:gd name="connsiteX219" fmla="*/ 80872 w 120116"/>
                <a:gd name="connsiteY219" fmla="*/ 185590 h 193807"/>
                <a:gd name="connsiteX220" fmla="*/ 82117 w 120116"/>
                <a:gd name="connsiteY220" fmla="*/ 182562 h 193807"/>
                <a:gd name="connsiteX221" fmla="*/ 81949 w 120116"/>
                <a:gd name="connsiteY221" fmla="*/ 179400 h 193807"/>
                <a:gd name="connsiteX222" fmla="*/ 81949 w 120116"/>
                <a:gd name="connsiteY222" fmla="*/ 177987 h 193807"/>
                <a:gd name="connsiteX223" fmla="*/ 82723 w 120116"/>
                <a:gd name="connsiteY223" fmla="*/ 175162 h 193807"/>
                <a:gd name="connsiteX224" fmla="*/ 83699 w 120116"/>
                <a:gd name="connsiteY224" fmla="*/ 173412 h 193807"/>
                <a:gd name="connsiteX225" fmla="*/ 83699 w 120116"/>
                <a:gd name="connsiteY225" fmla="*/ 171024 h 193807"/>
                <a:gd name="connsiteX226" fmla="*/ 83261 w 120116"/>
                <a:gd name="connsiteY226" fmla="*/ 168736 h 193807"/>
                <a:gd name="connsiteX227" fmla="*/ 83059 w 120116"/>
                <a:gd name="connsiteY227" fmla="*/ 165372 h 193807"/>
                <a:gd name="connsiteX228" fmla="*/ 82824 w 120116"/>
                <a:gd name="connsiteY228" fmla="*/ 163085 h 193807"/>
                <a:gd name="connsiteX229" fmla="*/ 82824 w 120116"/>
                <a:gd name="connsiteY229" fmla="*/ 161571 h 193807"/>
                <a:gd name="connsiteX230" fmla="*/ 83261 w 120116"/>
                <a:gd name="connsiteY230" fmla="*/ 160360 h 193807"/>
                <a:gd name="connsiteX231" fmla="*/ 84136 w 120116"/>
                <a:gd name="connsiteY231" fmla="*/ 158611 h 193807"/>
                <a:gd name="connsiteX232" fmla="*/ 84776 w 120116"/>
                <a:gd name="connsiteY232" fmla="*/ 156761 h 193807"/>
                <a:gd name="connsiteX233" fmla="*/ 84877 w 120116"/>
                <a:gd name="connsiteY233" fmla="*/ 155247 h 193807"/>
                <a:gd name="connsiteX234" fmla="*/ 85651 w 120116"/>
                <a:gd name="connsiteY234" fmla="*/ 154372 h 193807"/>
                <a:gd name="connsiteX235" fmla="*/ 86526 w 120116"/>
                <a:gd name="connsiteY235" fmla="*/ 153733 h 193807"/>
                <a:gd name="connsiteX236" fmla="*/ 87838 w 120116"/>
                <a:gd name="connsiteY236" fmla="*/ 152859 h 193807"/>
                <a:gd name="connsiteX237" fmla="*/ 88916 w 120116"/>
                <a:gd name="connsiteY237" fmla="*/ 151984 h 193807"/>
                <a:gd name="connsiteX238" fmla="*/ 89891 w 120116"/>
                <a:gd name="connsiteY238" fmla="*/ 150672 h 193807"/>
                <a:gd name="connsiteX239" fmla="*/ 90665 w 120116"/>
                <a:gd name="connsiteY239" fmla="*/ 150033 h 193807"/>
                <a:gd name="connsiteX240" fmla="*/ 91877 w 120116"/>
                <a:gd name="connsiteY240" fmla="*/ 148620 h 193807"/>
                <a:gd name="connsiteX241" fmla="*/ 93627 w 120116"/>
                <a:gd name="connsiteY241" fmla="*/ 147207 h 193807"/>
                <a:gd name="connsiteX242" fmla="*/ 94165 w 120116"/>
                <a:gd name="connsiteY242" fmla="*/ 146770 h 193807"/>
                <a:gd name="connsiteX243" fmla="*/ 94939 w 120116"/>
                <a:gd name="connsiteY243" fmla="*/ 145996 h 193807"/>
                <a:gd name="connsiteX244" fmla="*/ 95713 w 120116"/>
                <a:gd name="connsiteY244" fmla="*/ 145660 h 193807"/>
                <a:gd name="connsiteX245" fmla="*/ 96151 w 120116"/>
                <a:gd name="connsiteY245" fmla="*/ 143877 h 193807"/>
                <a:gd name="connsiteX246" fmla="*/ 95916 w 120116"/>
                <a:gd name="connsiteY246" fmla="*/ 142363 h 193807"/>
                <a:gd name="connsiteX247" fmla="*/ 95916 w 120116"/>
                <a:gd name="connsiteY247" fmla="*/ 139705 h 193807"/>
                <a:gd name="connsiteX248" fmla="*/ 96420 w 120116"/>
                <a:gd name="connsiteY248" fmla="*/ 138259 h 193807"/>
                <a:gd name="connsiteX249" fmla="*/ 95512 w 120116"/>
                <a:gd name="connsiteY249" fmla="*/ 136577 h 193807"/>
                <a:gd name="connsiteX250" fmla="*/ 94165 w 120116"/>
                <a:gd name="connsiteY250" fmla="*/ 135568 h 193807"/>
                <a:gd name="connsiteX251" fmla="*/ 94165 w 120116"/>
                <a:gd name="connsiteY251" fmla="*/ 134491 h 193807"/>
                <a:gd name="connsiteX252" fmla="*/ 94165 w 120116"/>
                <a:gd name="connsiteY252" fmla="*/ 131531 h 193807"/>
                <a:gd name="connsiteX253" fmla="*/ 94165 w 120116"/>
                <a:gd name="connsiteY253" fmla="*/ 129277 h 193807"/>
                <a:gd name="connsiteX254" fmla="*/ 94165 w 120116"/>
                <a:gd name="connsiteY254" fmla="*/ 125812 h 193807"/>
                <a:gd name="connsiteX255" fmla="*/ 94939 w 120116"/>
                <a:gd name="connsiteY255" fmla="*/ 124938 h 193807"/>
                <a:gd name="connsiteX256" fmla="*/ 95882 w 120116"/>
                <a:gd name="connsiteY256" fmla="*/ 124366 h 193807"/>
                <a:gd name="connsiteX257" fmla="*/ 99079 w 120116"/>
                <a:gd name="connsiteY257" fmla="*/ 122919 h 193807"/>
                <a:gd name="connsiteX258" fmla="*/ 100223 w 120116"/>
                <a:gd name="connsiteY258" fmla="*/ 122112 h 193807"/>
                <a:gd name="connsiteX259" fmla="*/ 103353 w 120116"/>
                <a:gd name="connsiteY259" fmla="*/ 121372 h 193807"/>
                <a:gd name="connsiteX260" fmla="*/ 106382 w 120116"/>
                <a:gd name="connsiteY260" fmla="*/ 119623 h 193807"/>
                <a:gd name="connsiteX261" fmla="*/ 107964 w 120116"/>
                <a:gd name="connsiteY261" fmla="*/ 120194 h 193807"/>
                <a:gd name="connsiteX262" fmla="*/ 110151 w 120116"/>
                <a:gd name="connsiteY262" fmla="*/ 117066 h 193807"/>
                <a:gd name="connsiteX263" fmla="*/ 111599 w 120116"/>
                <a:gd name="connsiteY263" fmla="*/ 114879 h 193807"/>
                <a:gd name="connsiteX264" fmla="*/ 116007 w 120116"/>
                <a:gd name="connsiteY264" fmla="*/ 114308 h 193807"/>
                <a:gd name="connsiteX265" fmla="*/ 118026 w 120116"/>
                <a:gd name="connsiteY265" fmla="*/ 113063 h 193807"/>
                <a:gd name="connsiteX266" fmla="*/ 118565 w 120116"/>
                <a:gd name="connsiteY266" fmla="*/ 112087 h 19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20116" h="193807">
                  <a:moveTo>
                    <a:pt x="118565" y="112087"/>
                  </a:moveTo>
                  <a:lnTo>
                    <a:pt x="120012" y="108656"/>
                  </a:lnTo>
                  <a:lnTo>
                    <a:pt x="120012" y="104888"/>
                  </a:lnTo>
                  <a:cubicBezTo>
                    <a:pt x="120012" y="104888"/>
                    <a:pt x="120248" y="102702"/>
                    <a:pt x="120012" y="102399"/>
                  </a:cubicBezTo>
                  <a:cubicBezTo>
                    <a:pt x="119810" y="102063"/>
                    <a:pt x="118161" y="100112"/>
                    <a:pt x="118161" y="100112"/>
                  </a:cubicBezTo>
                  <a:lnTo>
                    <a:pt x="116209" y="98800"/>
                  </a:lnTo>
                  <a:lnTo>
                    <a:pt x="113921" y="98800"/>
                  </a:lnTo>
                  <a:cubicBezTo>
                    <a:pt x="113921" y="98800"/>
                    <a:pt x="114358" y="98161"/>
                    <a:pt x="113921" y="97151"/>
                  </a:cubicBezTo>
                  <a:cubicBezTo>
                    <a:pt x="113483" y="96176"/>
                    <a:pt x="114695" y="95738"/>
                    <a:pt x="113921" y="95301"/>
                  </a:cubicBezTo>
                  <a:cubicBezTo>
                    <a:pt x="113147" y="94864"/>
                    <a:pt x="110892" y="94225"/>
                    <a:pt x="110656" y="94527"/>
                  </a:cubicBezTo>
                  <a:cubicBezTo>
                    <a:pt x="110454" y="94864"/>
                    <a:pt x="109243" y="95402"/>
                    <a:pt x="108502" y="95738"/>
                  </a:cubicBezTo>
                  <a:cubicBezTo>
                    <a:pt x="107728" y="96075"/>
                    <a:pt x="106113" y="95940"/>
                    <a:pt x="105675" y="96277"/>
                  </a:cubicBezTo>
                  <a:cubicBezTo>
                    <a:pt x="105238" y="96613"/>
                    <a:pt x="102646" y="96176"/>
                    <a:pt x="102646" y="95301"/>
                  </a:cubicBezTo>
                  <a:cubicBezTo>
                    <a:pt x="102646" y="94426"/>
                    <a:pt x="102646" y="90962"/>
                    <a:pt x="102646" y="90962"/>
                  </a:cubicBezTo>
                  <a:lnTo>
                    <a:pt x="104598" y="89448"/>
                  </a:lnTo>
                  <a:cubicBezTo>
                    <a:pt x="104598" y="89448"/>
                    <a:pt x="105036" y="87699"/>
                    <a:pt x="105137" y="87396"/>
                  </a:cubicBezTo>
                  <a:cubicBezTo>
                    <a:pt x="105238" y="87059"/>
                    <a:pt x="106012" y="85445"/>
                    <a:pt x="106012" y="85445"/>
                  </a:cubicBezTo>
                  <a:lnTo>
                    <a:pt x="105103" y="83292"/>
                  </a:lnTo>
                  <a:lnTo>
                    <a:pt x="105978" y="80971"/>
                  </a:lnTo>
                  <a:lnTo>
                    <a:pt x="106281" y="76497"/>
                  </a:lnTo>
                  <a:lnTo>
                    <a:pt x="104093" y="73604"/>
                  </a:lnTo>
                  <a:lnTo>
                    <a:pt x="102646" y="71417"/>
                  </a:lnTo>
                  <a:lnTo>
                    <a:pt x="95848" y="69971"/>
                  </a:lnTo>
                  <a:lnTo>
                    <a:pt x="91776" y="70711"/>
                  </a:lnTo>
                  <a:cubicBezTo>
                    <a:pt x="91776" y="70711"/>
                    <a:pt x="88579" y="74344"/>
                    <a:pt x="88141" y="74478"/>
                  </a:cubicBezTo>
                  <a:cubicBezTo>
                    <a:pt x="87704" y="74613"/>
                    <a:pt x="85247" y="76799"/>
                    <a:pt x="85247" y="76799"/>
                  </a:cubicBezTo>
                  <a:lnTo>
                    <a:pt x="85247" y="78818"/>
                  </a:lnTo>
                  <a:cubicBezTo>
                    <a:pt x="85247" y="78818"/>
                    <a:pt x="84238" y="79827"/>
                    <a:pt x="83497" y="79120"/>
                  </a:cubicBezTo>
                  <a:cubicBezTo>
                    <a:pt x="82757" y="78414"/>
                    <a:pt x="81814" y="78414"/>
                    <a:pt x="81377" y="77977"/>
                  </a:cubicBezTo>
                  <a:cubicBezTo>
                    <a:pt x="80939" y="77539"/>
                    <a:pt x="79997" y="77237"/>
                    <a:pt x="79997" y="75521"/>
                  </a:cubicBezTo>
                  <a:cubicBezTo>
                    <a:pt x="79997" y="73772"/>
                    <a:pt x="79997" y="70172"/>
                    <a:pt x="79997" y="70172"/>
                  </a:cubicBezTo>
                  <a:lnTo>
                    <a:pt x="80704" y="70038"/>
                  </a:lnTo>
                  <a:cubicBezTo>
                    <a:pt x="80704" y="70038"/>
                    <a:pt x="81276" y="67010"/>
                    <a:pt x="81276" y="66573"/>
                  </a:cubicBezTo>
                  <a:cubicBezTo>
                    <a:pt x="81276" y="66136"/>
                    <a:pt x="81713" y="63983"/>
                    <a:pt x="80704" y="63814"/>
                  </a:cubicBezTo>
                  <a:cubicBezTo>
                    <a:pt x="79694" y="63680"/>
                    <a:pt x="75858" y="63814"/>
                    <a:pt x="75858" y="63814"/>
                  </a:cubicBezTo>
                  <a:lnTo>
                    <a:pt x="74780" y="60181"/>
                  </a:lnTo>
                  <a:lnTo>
                    <a:pt x="74780" y="56279"/>
                  </a:lnTo>
                  <a:lnTo>
                    <a:pt x="71314" y="52579"/>
                  </a:lnTo>
                  <a:lnTo>
                    <a:pt x="71314" y="51065"/>
                  </a:lnTo>
                  <a:lnTo>
                    <a:pt x="71314" y="45851"/>
                  </a:lnTo>
                  <a:lnTo>
                    <a:pt x="69127" y="44102"/>
                  </a:lnTo>
                  <a:lnTo>
                    <a:pt x="67174" y="41713"/>
                  </a:lnTo>
                  <a:cubicBezTo>
                    <a:pt x="67174" y="41713"/>
                    <a:pt x="67377" y="40839"/>
                    <a:pt x="67174" y="39964"/>
                  </a:cubicBezTo>
                  <a:cubicBezTo>
                    <a:pt x="66939" y="39089"/>
                    <a:pt x="67545" y="36701"/>
                    <a:pt x="67545" y="36701"/>
                  </a:cubicBezTo>
                  <a:lnTo>
                    <a:pt x="67814" y="35019"/>
                  </a:lnTo>
                  <a:lnTo>
                    <a:pt x="67814" y="33640"/>
                  </a:lnTo>
                  <a:lnTo>
                    <a:pt x="67747" y="32496"/>
                  </a:lnTo>
                  <a:lnTo>
                    <a:pt x="68689" y="31722"/>
                  </a:lnTo>
                  <a:lnTo>
                    <a:pt x="69934" y="31016"/>
                  </a:lnTo>
                  <a:lnTo>
                    <a:pt x="70439" y="31016"/>
                  </a:lnTo>
                  <a:lnTo>
                    <a:pt x="71751" y="31756"/>
                  </a:lnTo>
                  <a:cubicBezTo>
                    <a:pt x="71751" y="31756"/>
                    <a:pt x="73367" y="33000"/>
                    <a:pt x="73569" y="33068"/>
                  </a:cubicBezTo>
                  <a:cubicBezTo>
                    <a:pt x="73804" y="33135"/>
                    <a:pt x="74444" y="33707"/>
                    <a:pt x="74444" y="33707"/>
                  </a:cubicBezTo>
                  <a:lnTo>
                    <a:pt x="76194" y="34212"/>
                  </a:lnTo>
                  <a:lnTo>
                    <a:pt x="78078" y="34952"/>
                  </a:lnTo>
                  <a:cubicBezTo>
                    <a:pt x="78078" y="34952"/>
                    <a:pt x="80333" y="35086"/>
                    <a:pt x="80771" y="34817"/>
                  </a:cubicBezTo>
                  <a:cubicBezTo>
                    <a:pt x="81209" y="34514"/>
                    <a:pt x="81579" y="33875"/>
                    <a:pt x="81848" y="33808"/>
                  </a:cubicBezTo>
                  <a:cubicBezTo>
                    <a:pt x="82151" y="33741"/>
                    <a:pt x="82218" y="32664"/>
                    <a:pt x="82420" y="32664"/>
                  </a:cubicBezTo>
                  <a:cubicBezTo>
                    <a:pt x="82655" y="32664"/>
                    <a:pt x="84304" y="32799"/>
                    <a:pt x="84304" y="32799"/>
                  </a:cubicBezTo>
                  <a:lnTo>
                    <a:pt x="86122" y="32799"/>
                  </a:lnTo>
                  <a:lnTo>
                    <a:pt x="87502" y="33371"/>
                  </a:lnTo>
                  <a:lnTo>
                    <a:pt x="87872" y="34750"/>
                  </a:lnTo>
                  <a:lnTo>
                    <a:pt x="90060" y="34952"/>
                  </a:lnTo>
                  <a:lnTo>
                    <a:pt x="91136" y="34245"/>
                  </a:lnTo>
                  <a:cubicBezTo>
                    <a:pt x="91136" y="34245"/>
                    <a:pt x="91742" y="33707"/>
                    <a:pt x="91810" y="33539"/>
                  </a:cubicBezTo>
                  <a:cubicBezTo>
                    <a:pt x="91877" y="33371"/>
                    <a:pt x="92584" y="32328"/>
                    <a:pt x="92584" y="31890"/>
                  </a:cubicBezTo>
                  <a:cubicBezTo>
                    <a:pt x="92584" y="31453"/>
                    <a:pt x="91944" y="29670"/>
                    <a:pt x="91944" y="29670"/>
                  </a:cubicBezTo>
                  <a:lnTo>
                    <a:pt x="90194" y="28594"/>
                  </a:lnTo>
                  <a:cubicBezTo>
                    <a:pt x="90194" y="28594"/>
                    <a:pt x="88612" y="27887"/>
                    <a:pt x="88612" y="27719"/>
                  </a:cubicBezTo>
                  <a:cubicBezTo>
                    <a:pt x="88612" y="27551"/>
                    <a:pt x="87973" y="26643"/>
                    <a:pt x="87906" y="26407"/>
                  </a:cubicBezTo>
                  <a:cubicBezTo>
                    <a:pt x="87838" y="26205"/>
                    <a:pt x="88377" y="25263"/>
                    <a:pt x="88545" y="25062"/>
                  </a:cubicBezTo>
                  <a:cubicBezTo>
                    <a:pt x="88713" y="24860"/>
                    <a:pt x="89622" y="23884"/>
                    <a:pt x="89622" y="23884"/>
                  </a:cubicBezTo>
                  <a:lnTo>
                    <a:pt x="88848" y="22808"/>
                  </a:lnTo>
                  <a:lnTo>
                    <a:pt x="85684" y="22370"/>
                  </a:lnTo>
                  <a:lnTo>
                    <a:pt x="84372" y="22370"/>
                  </a:lnTo>
                  <a:lnTo>
                    <a:pt x="81511" y="20688"/>
                  </a:lnTo>
                  <a:cubicBezTo>
                    <a:pt x="81511" y="20688"/>
                    <a:pt x="81949" y="19343"/>
                    <a:pt x="82218" y="19040"/>
                  </a:cubicBezTo>
                  <a:cubicBezTo>
                    <a:pt x="82487" y="18771"/>
                    <a:pt x="84574" y="17358"/>
                    <a:pt x="84843" y="17257"/>
                  </a:cubicBezTo>
                  <a:cubicBezTo>
                    <a:pt x="85113" y="17156"/>
                    <a:pt x="87939" y="16887"/>
                    <a:pt x="87939" y="16887"/>
                  </a:cubicBezTo>
                  <a:lnTo>
                    <a:pt x="88478" y="11942"/>
                  </a:lnTo>
                  <a:lnTo>
                    <a:pt x="87872" y="9890"/>
                  </a:lnTo>
                  <a:lnTo>
                    <a:pt x="85920" y="8208"/>
                  </a:lnTo>
                  <a:cubicBezTo>
                    <a:pt x="85920" y="8208"/>
                    <a:pt x="81612" y="8006"/>
                    <a:pt x="81242" y="8208"/>
                  </a:cubicBezTo>
                  <a:cubicBezTo>
                    <a:pt x="80872" y="8410"/>
                    <a:pt x="78785" y="11135"/>
                    <a:pt x="78348" y="11471"/>
                  </a:cubicBezTo>
                  <a:cubicBezTo>
                    <a:pt x="77910" y="11808"/>
                    <a:pt x="77910" y="12447"/>
                    <a:pt x="76598" y="12009"/>
                  </a:cubicBezTo>
                  <a:cubicBezTo>
                    <a:pt x="75285" y="11572"/>
                    <a:pt x="73973" y="10697"/>
                    <a:pt x="73535" y="9688"/>
                  </a:cubicBezTo>
                  <a:cubicBezTo>
                    <a:pt x="73098" y="8645"/>
                    <a:pt x="72021" y="5719"/>
                    <a:pt x="71785" y="5281"/>
                  </a:cubicBezTo>
                  <a:cubicBezTo>
                    <a:pt x="71550" y="4844"/>
                    <a:pt x="69227" y="3936"/>
                    <a:pt x="69227" y="3936"/>
                  </a:cubicBezTo>
                  <a:cubicBezTo>
                    <a:pt x="69227" y="3936"/>
                    <a:pt x="68252" y="2725"/>
                    <a:pt x="67814" y="2624"/>
                  </a:cubicBezTo>
                  <a:cubicBezTo>
                    <a:pt x="67377" y="2523"/>
                    <a:pt x="60646" y="0"/>
                    <a:pt x="60646" y="0"/>
                  </a:cubicBezTo>
                  <a:cubicBezTo>
                    <a:pt x="60646" y="0"/>
                    <a:pt x="58054" y="3028"/>
                    <a:pt x="56742" y="3162"/>
                  </a:cubicBezTo>
                  <a:cubicBezTo>
                    <a:pt x="55429" y="3263"/>
                    <a:pt x="52400" y="5012"/>
                    <a:pt x="52165" y="5450"/>
                  </a:cubicBezTo>
                  <a:cubicBezTo>
                    <a:pt x="51962" y="5887"/>
                    <a:pt x="52165" y="9486"/>
                    <a:pt x="52165" y="9486"/>
                  </a:cubicBezTo>
                  <a:lnTo>
                    <a:pt x="49539" y="13086"/>
                  </a:lnTo>
                  <a:lnTo>
                    <a:pt x="46948" y="15811"/>
                  </a:lnTo>
                  <a:lnTo>
                    <a:pt x="45299" y="17997"/>
                  </a:lnTo>
                  <a:lnTo>
                    <a:pt x="42910" y="18973"/>
                  </a:lnTo>
                  <a:lnTo>
                    <a:pt x="42203" y="20049"/>
                  </a:lnTo>
                  <a:lnTo>
                    <a:pt x="41698" y="22101"/>
                  </a:lnTo>
                  <a:lnTo>
                    <a:pt x="41698" y="23279"/>
                  </a:lnTo>
                  <a:lnTo>
                    <a:pt x="40621" y="26542"/>
                  </a:lnTo>
                  <a:cubicBezTo>
                    <a:pt x="40621" y="26542"/>
                    <a:pt x="40083" y="27080"/>
                    <a:pt x="39107" y="27181"/>
                  </a:cubicBezTo>
                  <a:cubicBezTo>
                    <a:pt x="38130" y="27282"/>
                    <a:pt x="35405" y="27181"/>
                    <a:pt x="35068" y="27282"/>
                  </a:cubicBezTo>
                  <a:cubicBezTo>
                    <a:pt x="34731" y="27383"/>
                    <a:pt x="33655" y="29132"/>
                    <a:pt x="33655" y="29132"/>
                  </a:cubicBezTo>
                  <a:lnTo>
                    <a:pt x="32780" y="33808"/>
                  </a:lnTo>
                  <a:lnTo>
                    <a:pt x="32140" y="37710"/>
                  </a:lnTo>
                  <a:lnTo>
                    <a:pt x="33991" y="43799"/>
                  </a:lnTo>
                  <a:lnTo>
                    <a:pt x="34967" y="47062"/>
                  </a:lnTo>
                  <a:lnTo>
                    <a:pt x="38770" y="47936"/>
                  </a:lnTo>
                  <a:cubicBezTo>
                    <a:pt x="38770" y="47936"/>
                    <a:pt x="40284" y="48475"/>
                    <a:pt x="40722" y="48710"/>
                  </a:cubicBezTo>
                  <a:cubicBezTo>
                    <a:pt x="41159" y="48912"/>
                    <a:pt x="42573" y="51334"/>
                    <a:pt x="42573" y="51334"/>
                  </a:cubicBezTo>
                  <a:lnTo>
                    <a:pt x="42674" y="53487"/>
                  </a:lnTo>
                  <a:lnTo>
                    <a:pt x="40722" y="54900"/>
                  </a:lnTo>
                  <a:cubicBezTo>
                    <a:pt x="40722" y="54900"/>
                    <a:pt x="37996" y="54900"/>
                    <a:pt x="37659" y="55236"/>
                  </a:cubicBezTo>
                  <a:cubicBezTo>
                    <a:pt x="37323" y="55573"/>
                    <a:pt x="35606" y="56178"/>
                    <a:pt x="35606" y="56178"/>
                  </a:cubicBezTo>
                  <a:lnTo>
                    <a:pt x="33318" y="59038"/>
                  </a:lnTo>
                  <a:lnTo>
                    <a:pt x="31265" y="61863"/>
                  </a:lnTo>
                  <a:lnTo>
                    <a:pt x="34731" y="63613"/>
                  </a:lnTo>
                  <a:lnTo>
                    <a:pt x="37996" y="64050"/>
                  </a:lnTo>
                  <a:cubicBezTo>
                    <a:pt x="37996" y="64050"/>
                    <a:pt x="39073" y="65227"/>
                    <a:pt x="39409" y="65463"/>
                  </a:cubicBezTo>
                  <a:cubicBezTo>
                    <a:pt x="39746" y="65665"/>
                    <a:pt x="40284" y="69163"/>
                    <a:pt x="40284" y="69163"/>
                  </a:cubicBezTo>
                  <a:lnTo>
                    <a:pt x="39308" y="73402"/>
                  </a:lnTo>
                  <a:lnTo>
                    <a:pt x="38434" y="76328"/>
                  </a:lnTo>
                  <a:cubicBezTo>
                    <a:pt x="38434" y="76328"/>
                    <a:pt x="35943" y="77539"/>
                    <a:pt x="35505" y="77539"/>
                  </a:cubicBezTo>
                  <a:cubicBezTo>
                    <a:pt x="35068" y="77539"/>
                    <a:pt x="32914" y="76227"/>
                    <a:pt x="32477" y="76127"/>
                  </a:cubicBezTo>
                  <a:cubicBezTo>
                    <a:pt x="32039" y="76026"/>
                    <a:pt x="29111" y="73536"/>
                    <a:pt x="29111" y="73536"/>
                  </a:cubicBezTo>
                  <a:lnTo>
                    <a:pt x="25510" y="73738"/>
                  </a:lnTo>
                  <a:lnTo>
                    <a:pt x="21371" y="72325"/>
                  </a:lnTo>
                  <a:cubicBezTo>
                    <a:pt x="21371" y="72325"/>
                    <a:pt x="20394" y="71350"/>
                    <a:pt x="20294" y="70912"/>
                  </a:cubicBezTo>
                  <a:cubicBezTo>
                    <a:pt x="20193" y="70475"/>
                    <a:pt x="20394" y="69163"/>
                    <a:pt x="20832" y="68860"/>
                  </a:cubicBezTo>
                  <a:cubicBezTo>
                    <a:pt x="21270" y="68524"/>
                    <a:pt x="21707" y="68322"/>
                    <a:pt x="22010" y="67111"/>
                  </a:cubicBezTo>
                  <a:cubicBezTo>
                    <a:pt x="22347" y="65900"/>
                    <a:pt x="22683" y="64925"/>
                    <a:pt x="22683" y="64487"/>
                  </a:cubicBezTo>
                  <a:cubicBezTo>
                    <a:pt x="22683" y="64050"/>
                    <a:pt x="22952" y="62301"/>
                    <a:pt x="22952" y="62301"/>
                  </a:cubicBezTo>
                  <a:cubicBezTo>
                    <a:pt x="22952" y="62301"/>
                    <a:pt x="22683" y="60989"/>
                    <a:pt x="22649" y="60921"/>
                  </a:cubicBezTo>
                  <a:cubicBezTo>
                    <a:pt x="22616" y="60854"/>
                    <a:pt x="21270" y="59912"/>
                    <a:pt x="21169" y="59879"/>
                  </a:cubicBezTo>
                  <a:cubicBezTo>
                    <a:pt x="21068" y="59845"/>
                    <a:pt x="19957" y="58937"/>
                    <a:pt x="19890" y="58937"/>
                  </a:cubicBezTo>
                  <a:cubicBezTo>
                    <a:pt x="19823" y="58937"/>
                    <a:pt x="18241" y="58937"/>
                    <a:pt x="18241" y="58937"/>
                  </a:cubicBezTo>
                  <a:cubicBezTo>
                    <a:pt x="18241" y="58937"/>
                    <a:pt x="16861" y="59374"/>
                    <a:pt x="16760" y="59374"/>
                  </a:cubicBezTo>
                  <a:cubicBezTo>
                    <a:pt x="16659" y="59374"/>
                    <a:pt x="15851" y="59879"/>
                    <a:pt x="15851" y="59879"/>
                  </a:cubicBezTo>
                  <a:cubicBezTo>
                    <a:pt x="15851" y="59879"/>
                    <a:pt x="15817" y="61056"/>
                    <a:pt x="15851" y="61157"/>
                  </a:cubicBezTo>
                  <a:cubicBezTo>
                    <a:pt x="15919" y="61258"/>
                    <a:pt x="16020" y="62435"/>
                    <a:pt x="16020" y="62435"/>
                  </a:cubicBezTo>
                  <a:cubicBezTo>
                    <a:pt x="16020" y="62435"/>
                    <a:pt x="15986" y="63343"/>
                    <a:pt x="15986" y="63545"/>
                  </a:cubicBezTo>
                  <a:cubicBezTo>
                    <a:pt x="15986" y="63781"/>
                    <a:pt x="15817" y="65160"/>
                    <a:pt x="15817" y="65160"/>
                  </a:cubicBezTo>
                  <a:cubicBezTo>
                    <a:pt x="15817" y="65160"/>
                    <a:pt x="15817" y="66741"/>
                    <a:pt x="15817" y="66943"/>
                  </a:cubicBezTo>
                  <a:cubicBezTo>
                    <a:pt x="15817" y="67145"/>
                    <a:pt x="15145" y="68995"/>
                    <a:pt x="15111" y="69130"/>
                  </a:cubicBezTo>
                  <a:cubicBezTo>
                    <a:pt x="15077" y="69230"/>
                    <a:pt x="14067" y="70744"/>
                    <a:pt x="14067" y="70744"/>
                  </a:cubicBezTo>
                  <a:lnTo>
                    <a:pt x="12486" y="73099"/>
                  </a:lnTo>
                  <a:lnTo>
                    <a:pt x="10534" y="74344"/>
                  </a:lnTo>
                  <a:lnTo>
                    <a:pt x="8649" y="77539"/>
                  </a:lnTo>
                  <a:cubicBezTo>
                    <a:pt x="8649" y="77539"/>
                    <a:pt x="7572" y="79322"/>
                    <a:pt x="7438" y="79726"/>
                  </a:cubicBezTo>
                  <a:cubicBezTo>
                    <a:pt x="7270" y="80096"/>
                    <a:pt x="6933" y="83191"/>
                    <a:pt x="6933" y="83191"/>
                  </a:cubicBezTo>
                  <a:lnTo>
                    <a:pt x="6933" y="85848"/>
                  </a:lnTo>
                  <a:cubicBezTo>
                    <a:pt x="6933" y="85848"/>
                    <a:pt x="6596" y="87799"/>
                    <a:pt x="6933" y="88136"/>
                  </a:cubicBezTo>
                  <a:cubicBezTo>
                    <a:pt x="7270" y="88472"/>
                    <a:pt x="8077" y="90322"/>
                    <a:pt x="8077" y="90322"/>
                  </a:cubicBezTo>
                  <a:lnTo>
                    <a:pt x="10096" y="93249"/>
                  </a:lnTo>
                  <a:cubicBezTo>
                    <a:pt x="10096" y="93249"/>
                    <a:pt x="10635" y="97488"/>
                    <a:pt x="10635" y="97925"/>
                  </a:cubicBezTo>
                  <a:cubicBezTo>
                    <a:pt x="10635" y="98362"/>
                    <a:pt x="7101" y="101289"/>
                    <a:pt x="6798" y="101524"/>
                  </a:cubicBezTo>
                  <a:cubicBezTo>
                    <a:pt x="6495" y="101726"/>
                    <a:pt x="4779" y="103375"/>
                    <a:pt x="4543" y="103913"/>
                  </a:cubicBezTo>
                  <a:cubicBezTo>
                    <a:pt x="4342" y="104451"/>
                    <a:pt x="3029" y="106739"/>
                    <a:pt x="4543" y="107378"/>
                  </a:cubicBezTo>
                  <a:cubicBezTo>
                    <a:pt x="6058" y="108017"/>
                    <a:pt x="9760" y="111078"/>
                    <a:pt x="10197" y="111078"/>
                  </a:cubicBezTo>
                  <a:cubicBezTo>
                    <a:pt x="10635" y="111078"/>
                    <a:pt x="12385" y="114240"/>
                    <a:pt x="12385" y="114240"/>
                  </a:cubicBezTo>
                  <a:cubicBezTo>
                    <a:pt x="12385" y="114240"/>
                    <a:pt x="11745" y="117268"/>
                    <a:pt x="11207" y="117705"/>
                  </a:cubicBezTo>
                  <a:cubicBezTo>
                    <a:pt x="10669" y="118142"/>
                    <a:pt x="9894" y="120093"/>
                    <a:pt x="9457" y="120766"/>
                  </a:cubicBezTo>
                  <a:cubicBezTo>
                    <a:pt x="9019" y="121405"/>
                    <a:pt x="9255" y="124130"/>
                    <a:pt x="9894" y="124769"/>
                  </a:cubicBezTo>
                  <a:cubicBezTo>
                    <a:pt x="10534" y="125409"/>
                    <a:pt x="13361" y="128133"/>
                    <a:pt x="13697" y="128470"/>
                  </a:cubicBezTo>
                  <a:cubicBezTo>
                    <a:pt x="14034" y="128806"/>
                    <a:pt x="19116" y="131397"/>
                    <a:pt x="19789" y="131497"/>
                  </a:cubicBezTo>
                  <a:cubicBezTo>
                    <a:pt x="20428" y="131598"/>
                    <a:pt x="22717" y="132675"/>
                    <a:pt x="22717" y="132675"/>
                  </a:cubicBezTo>
                  <a:lnTo>
                    <a:pt x="23491" y="134962"/>
                  </a:lnTo>
                  <a:cubicBezTo>
                    <a:pt x="23491" y="134962"/>
                    <a:pt x="21202" y="137351"/>
                    <a:pt x="20866" y="137687"/>
                  </a:cubicBezTo>
                  <a:cubicBezTo>
                    <a:pt x="20529" y="138023"/>
                    <a:pt x="18274" y="139537"/>
                    <a:pt x="17938" y="139874"/>
                  </a:cubicBezTo>
                  <a:cubicBezTo>
                    <a:pt x="17601" y="140210"/>
                    <a:pt x="15010" y="141287"/>
                    <a:pt x="14337" y="142060"/>
                  </a:cubicBezTo>
                  <a:cubicBezTo>
                    <a:pt x="13697" y="142834"/>
                    <a:pt x="12385" y="143810"/>
                    <a:pt x="11207" y="144348"/>
                  </a:cubicBezTo>
                  <a:cubicBezTo>
                    <a:pt x="9995" y="144886"/>
                    <a:pt x="6630" y="145760"/>
                    <a:pt x="6630" y="145760"/>
                  </a:cubicBezTo>
                  <a:lnTo>
                    <a:pt x="1582" y="149360"/>
                  </a:lnTo>
                  <a:lnTo>
                    <a:pt x="0" y="151311"/>
                  </a:lnTo>
                  <a:lnTo>
                    <a:pt x="0" y="157164"/>
                  </a:lnTo>
                  <a:cubicBezTo>
                    <a:pt x="0" y="157164"/>
                    <a:pt x="774" y="160764"/>
                    <a:pt x="774" y="161168"/>
                  </a:cubicBezTo>
                  <a:cubicBezTo>
                    <a:pt x="774" y="161605"/>
                    <a:pt x="1414" y="166382"/>
                    <a:pt x="1414" y="166920"/>
                  </a:cubicBezTo>
                  <a:cubicBezTo>
                    <a:pt x="1414" y="167458"/>
                    <a:pt x="3500" y="170721"/>
                    <a:pt x="3500" y="170721"/>
                  </a:cubicBezTo>
                  <a:cubicBezTo>
                    <a:pt x="3500" y="170721"/>
                    <a:pt x="6529" y="173648"/>
                    <a:pt x="6966" y="173984"/>
                  </a:cubicBezTo>
                  <a:cubicBezTo>
                    <a:pt x="7404" y="174321"/>
                    <a:pt x="8716" y="175397"/>
                    <a:pt x="9693" y="175935"/>
                  </a:cubicBezTo>
                  <a:cubicBezTo>
                    <a:pt x="10669" y="176473"/>
                    <a:pt x="15346" y="180510"/>
                    <a:pt x="15683" y="180813"/>
                  </a:cubicBezTo>
                  <a:cubicBezTo>
                    <a:pt x="16020" y="181149"/>
                    <a:pt x="17433" y="182327"/>
                    <a:pt x="18510" y="182327"/>
                  </a:cubicBezTo>
                  <a:cubicBezTo>
                    <a:pt x="19587" y="182327"/>
                    <a:pt x="21774" y="182327"/>
                    <a:pt x="21774" y="182327"/>
                  </a:cubicBezTo>
                  <a:cubicBezTo>
                    <a:pt x="21774" y="182327"/>
                    <a:pt x="25039" y="182428"/>
                    <a:pt x="26991" y="182327"/>
                  </a:cubicBezTo>
                  <a:cubicBezTo>
                    <a:pt x="28943" y="182226"/>
                    <a:pt x="30121" y="181553"/>
                    <a:pt x="30121" y="181553"/>
                  </a:cubicBezTo>
                  <a:lnTo>
                    <a:pt x="31837" y="180578"/>
                  </a:lnTo>
                  <a:cubicBezTo>
                    <a:pt x="31837" y="180578"/>
                    <a:pt x="32914" y="180006"/>
                    <a:pt x="33150" y="179938"/>
                  </a:cubicBezTo>
                  <a:cubicBezTo>
                    <a:pt x="33385" y="179871"/>
                    <a:pt x="33587" y="179770"/>
                    <a:pt x="33890" y="179837"/>
                  </a:cubicBezTo>
                  <a:cubicBezTo>
                    <a:pt x="34159" y="179905"/>
                    <a:pt x="36179" y="181721"/>
                    <a:pt x="36179" y="181721"/>
                  </a:cubicBezTo>
                  <a:lnTo>
                    <a:pt x="36616" y="183134"/>
                  </a:lnTo>
                  <a:lnTo>
                    <a:pt x="36616" y="184951"/>
                  </a:lnTo>
                  <a:lnTo>
                    <a:pt x="36616" y="186633"/>
                  </a:lnTo>
                  <a:lnTo>
                    <a:pt x="36616" y="186700"/>
                  </a:lnTo>
                  <a:cubicBezTo>
                    <a:pt x="36616" y="186700"/>
                    <a:pt x="35910" y="188449"/>
                    <a:pt x="35910" y="188584"/>
                  </a:cubicBezTo>
                  <a:cubicBezTo>
                    <a:pt x="35910" y="188718"/>
                    <a:pt x="36111" y="189391"/>
                    <a:pt x="36751" y="189593"/>
                  </a:cubicBezTo>
                  <a:cubicBezTo>
                    <a:pt x="37357" y="189795"/>
                    <a:pt x="35842" y="189290"/>
                    <a:pt x="37861" y="190098"/>
                  </a:cubicBezTo>
                  <a:cubicBezTo>
                    <a:pt x="39881" y="190905"/>
                    <a:pt x="41025" y="191443"/>
                    <a:pt x="41025" y="191443"/>
                  </a:cubicBezTo>
                  <a:lnTo>
                    <a:pt x="42506" y="190501"/>
                  </a:lnTo>
                  <a:lnTo>
                    <a:pt x="46746" y="189189"/>
                  </a:lnTo>
                  <a:lnTo>
                    <a:pt x="47386" y="188113"/>
                  </a:lnTo>
                  <a:cubicBezTo>
                    <a:pt x="47386" y="188113"/>
                    <a:pt x="48126" y="186364"/>
                    <a:pt x="48597" y="186364"/>
                  </a:cubicBezTo>
                  <a:cubicBezTo>
                    <a:pt x="49035" y="186364"/>
                    <a:pt x="50886" y="186162"/>
                    <a:pt x="50886" y="186162"/>
                  </a:cubicBezTo>
                  <a:lnTo>
                    <a:pt x="52939" y="187676"/>
                  </a:lnTo>
                  <a:cubicBezTo>
                    <a:pt x="52939" y="187676"/>
                    <a:pt x="53477" y="189425"/>
                    <a:pt x="53275" y="189728"/>
                  </a:cubicBezTo>
                  <a:cubicBezTo>
                    <a:pt x="53040" y="190064"/>
                    <a:pt x="51862" y="191611"/>
                    <a:pt x="51424" y="191443"/>
                  </a:cubicBezTo>
                  <a:cubicBezTo>
                    <a:pt x="50987" y="191275"/>
                    <a:pt x="49708" y="192352"/>
                    <a:pt x="49708" y="192352"/>
                  </a:cubicBezTo>
                  <a:cubicBezTo>
                    <a:pt x="49708" y="192352"/>
                    <a:pt x="49472" y="193125"/>
                    <a:pt x="49809" y="193125"/>
                  </a:cubicBezTo>
                  <a:cubicBezTo>
                    <a:pt x="50145" y="193125"/>
                    <a:pt x="50482" y="193899"/>
                    <a:pt x="51896" y="193764"/>
                  </a:cubicBezTo>
                  <a:cubicBezTo>
                    <a:pt x="53309" y="193664"/>
                    <a:pt x="55025" y="193899"/>
                    <a:pt x="55496" y="193764"/>
                  </a:cubicBezTo>
                  <a:cubicBezTo>
                    <a:pt x="55934" y="193630"/>
                    <a:pt x="57886" y="193798"/>
                    <a:pt x="57886" y="193798"/>
                  </a:cubicBezTo>
                  <a:lnTo>
                    <a:pt x="60208" y="192991"/>
                  </a:lnTo>
                  <a:cubicBezTo>
                    <a:pt x="60208" y="192991"/>
                    <a:pt x="61487" y="191241"/>
                    <a:pt x="61790" y="190905"/>
                  </a:cubicBezTo>
                  <a:cubicBezTo>
                    <a:pt x="62126" y="190569"/>
                    <a:pt x="62665" y="190468"/>
                    <a:pt x="63001" y="190367"/>
                  </a:cubicBezTo>
                  <a:cubicBezTo>
                    <a:pt x="63338" y="190266"/>
                    <a:pt x="67040" y="192318"/>
                    <a:pt x="67040" y="192318"/>
                  </a:cubicBezTo>
                  <a:cubicBezTo>
                    <a:pt x="67040" y="192318"/>
                    <a:pt x="68016" y="191881"/>
                    <a:pt x="68655" y="191679"/>
                  </a:cubicBezTo>
                  <a:cubicBezTo>
                    <a:pt x="69295" y="191477"/>
                    <a:pt x="71381" y="190030"/>
                    <a:pt x="71819" y="189929"/>
                  </a:cubicBezTo>
                  <a:cubicBezTo>
                    <a:pt x="72256" y="189829"/>
                    <a:pt x="75521" y="188315"/>
                    <a:pt x="75958" y="188315"/>
                  </a:cubicBezTo>
                  <a:cubicBezTo>
                    <a:pt x="76396" y="188315"/>
                    <a:pt x="77708" y="187978"/>
                    <a:pt x="77708" y="187978"/>
                  </a:cubicBezTo>
                  <a:lnTo>
                    <a:pt x="80872" y="185590"/>
                  </a:lnTo>
                  <a:lnTo>
                    <a:pt x="82117" y="182562"/>
                  </a:lnTo>
                  <a:lnTo>
                    <a:pt x="81949" y="179400"/>
                  </a:lnTo>
                  <a:lnTo>
                    <a:pt x="81949" y="177987"/>
                  </a:lnTo>
                  <a:cubicBezTo>
                    <a:pt x="81949" y="177987"/>
                    <a:pt x="82285" y="175397"/>
                    <a:pt x="82723" y="175162"/>
                  </a:cubicBezTo>
                  <a:cubicBezTo>
                    <a:pt x="83160" y="174960"/>
                    <a:pt x="83699" y="173412"/>
                    <a:pt x="83699" y="173412"/>
                  </a:cubicBezTo>
                  <a:lnTo>
                    <a:pt x="83699" y="171024"/>
                  </a:lnTo>
                  <a:lnTo>
                    <a:pt x="83261" y="168736"/>
                  </a:lnTo>
                  <a:lnTo>
                    <a:pt x="83059" y="165372"/>
                  </a:lnTo>
                  <a:lnTo>
                    <a:pt x="82824" y="163085"/>
                  </a:lnTo>
                  <a:cubicBezTo>
                    <a:pt x="82824" y="163085"/>
                    <a:pt x="82723" y="161908"/>
                    <a:pt x="82824" y="161571"/>
                  </a:cubicBezTo>
                  <a:cubicBezTo>
                    <a:pt x="82925" y="161235"/>
                    <a:pt x="82925" y="160932"/>
                    <a:pt x="83261" y="160360"/>
                  </a:cubicBezTo>
                  <a:cubicBezTo>
                    <a:pt x="83598" y="159822"/>
                    <a:pt x="84136" y="158611"/>
                    <a:pt x="84136" y="158611"/>
                  </a:cubicBezTo>
                  <a:lnTo>
                    <a:pt x="84776" y="156761"/>
                  </a:lnTo>
                  <a:lnTo>
                    <a:pt x="84877" y="155247"/>
                  </a:lnTo>
                  <a:lnTo>
                    <a:pt x="85651" y="154372"/>
                  </a:lnTo>
                  <a:lnTo>
                    <a:pt x="86526" y="153733"/>
                  </a:lnTo>
                  <a:lnTo>
                    <a:pt x="87838" y="152859"/>
                  </a:lnTo>
                  <a:lnTo>
                    <a:pt x="88916" y="151984"/>
                  </a:lnTo>
                  <a:lnTo>
                    <a:pt x="89891" y="150672"/>
                  </a:lnTo>
                  <a:lnTo>
                    <a:pt x="90665" y="150033"/>
                  </a:lnTo>
                  <a:cubicBezTo>
                    <a:pt x="90665" y="150033"/>
                    <a:pt x="91540" y="148721"/>
                    <a:pt x="91877" y="148620"/>
                  </a:cubicBezTo>
                  <a:cubicBezTo>
                    <a:pt x="92214" y="148519"/>
                    <a:pt x="93627" y="147207"/>
                    <a:pt x="93627" y="147207"/>
                  </a:cubicBezTo>
                  <a:lnTo>
                    <a:pt x="94165" y="146770"/>
                  </a:lnTo>
                  <a:lnTo>
                    <a:pt x="94939" y="145996"/>
                  </a:lnTo>
                  <a:lnTo>
                    <a:pt x="95713" y="145660"/>
                  </a:lnTo>
                  <a:lnTo>
                    <a:pt x="96151" y="143877"/>
                  </a:lnTo>
                  <a:lnTo>
                    <a:pt x="95916" y="142363"/>
                  </a:lnTo>
                  <a:lnTo>
                    <a:pt x="95916" y="139705"/>
                  </a:lnTo>
                  <a:lnTo>
                    <a:pt x="96420" y="138259"/>
                  </a:lnTo>
                  <a:lnTo>
                    <a:pt x="95512" y="136577"/>
                  </a:lnTo>
                  <a:lnTo>
                    <a:pt x="94165" y="135568"/>
                  </a:lnTo>
                  <a:lnTo>
                    <a:pt x="94165" y="134491"/>
                  </a:lnTo>
                  <a:lnTo>
                    <a:pt x="94165" y="131531"/>
                  </a:lnTo>
                  <a:lnTo>
                    <a:pt x="94165" y="129277"/>
                  </a:lnTo>
                  <a:lnTo>
                    <a:pt x="94165" y="125812"/>
                  </a:lnTo>
                  <a:lnTo>
                    <a:pt x="94939" y="124938"/>
                  </a:lnTo>
                  <a:lnTo>
                    <a:pt x="95882" y="124366"/>
                  </a:lnTo>
                  <a:lnTo>
                    <a:pt x="99079" y="122919"/>
                  </a:lnTo>
                  <a:cubicBezTo>
                    <a:pt x="99079" y="122919"/>
                    <a:pt x="99954" y="122213"/>
                    <a:pt x="100223" y="122112"/>
                  </a:cubicBezTo>
                  <a:cubicBezTo>
                    <a:pt x="100526" y="122045"/>
                    <a:pt x="103353" y="121372"/>
                    <a:pt x="103353" y="121372"/>
                  </a:cubicBezTo>
                  <a:lnTo>
                    <a:pt x="106382" y="119623"/>
                  </a:lnTo>
                  <a:lnTo>
                    <a:pt x="107964" y="120194"/>
                  </a:lnTo>
                  <a:lnTo>
                    <a:pt x="110151" y="117066"/>
                  </a:lnTo>
                  <a:lnTo>
                    <a:pt x="111599" y="114879"/>
                  </a:lnTo>
                  <a:lnTo>
                    <a:pt x="116007" y="114308"/>
                  </a:lnTo>
                  <a:lnTo>
                    <a:pt x="118026" y="113063"/>
                  </a:lnTo>
                  <a:lnTo>
                    <a:pt x="118565" y="112087"/>
                  </a:lnTo>
                  <a:close/>
                </a:path>
              </a:pathLst>
            </a:custGeom>
            <a:grpFill/>
            <a:ln w="6350" cap="flat">
              <a:solidFill>
                <a:schemeClr val="bg1"/>
              </a:solidFill>
              <a:prstDash val="solid"/>
              <a:miter/>
            </a:ln>
          </p:spPr>
          <p:txBody>
            <a:bodyPr rtlCol="0" anchor="ctr"/>
            <a:lstStyle/>
            <a:p>
              <a:endParaRPr lang="en-US"/>
            </a:p>
          </p:txBody>
        </p:sp>
        <p:sp>
          <p:nvSpPr>
            <p:cNvPr id="94" name="Freeform 900">
              <a:extLst>
                <a:ext uri="{FF2B5EF4-FFF2-40B4-BE49-F238E27FC236}">
                  <a16:creationId xmlns:a16="http://schemas.microsoft.com/office/drawing/2014/main" id="{85E58442-726B-F77A-8B59-F1762C7C6B7D}"/>
                </a:ext>
              </a:extLst>
            </p:cNvPr>
            <p:cNvSpPr/>
            <p:nvPr/>
          </p:nvSpPr>
          <p:spPr>
            <a:xfrm>
              <a:off x="7910632" y="2362503"/>
              <a:ext cx="286439" cy="395672"/>
            </a:xfrm>
            <a:custGeom>
              <a:avLst/>
              <a:gdLst>
                <a:gd name="connsiteX0" fmla="*/ 547410 w 549933"/>
                <a:gd name="connsiteY0" fmla="*/ 270059 h 759650"/>
                <a:gd name="connsiteX1" fmla="*/ 544078 w 549933"/>
                <a:gd name="connsiteY1" fmla="*/ 266729 h 759650"/>
                <a:gd name="connsiteX2" fmla="*/ 542328 w 549933"/>
                <a:gd name="connsiteY2" fmla="*/ 262591 h 759650"/>
                <a:gd name="connsiteX3" fmla="*/ 542462 w 549933"/>
                <a:gd name="connsiteY3" fmla="*/ 256872 h 759650"/>
                <a:gd name="connsiteX4" fmla="*/ 542328 w 549933"/>
                <a:gd name="connsiteY4" fmla="*/ 256872 h 759650"/>
                <a:gd name="connsiteX5" fmla="*/ 535361 w 549933"/>
                <a:gd name="connsiteY5" fmla="*/ 254282 h 759650"/>
                <a:gd name="connsiteX6" fmla="*/ 530717 w 549933"/>
                <a:gd name="connsiteY6" fmla="*/ 250952 h 759650"/>
                <a:gd name="connsiteX7" fmla="*/ 523885 w 549933"/>
                <a:gd name="connsiteY7" fmla="*/ 247184 h 759650"/>
                <a:gd name="connsiteX8" fmla="*/ 522505 w 549933"/>
                <a:gd name="connsiteY8" fmla="*/ 243282 h 759650"/>
                <a:gd name="connsiteX9" fmla="*/ 522303 w 549933"/>
                <a:gd name="connsiteY9" fmla="*/ 239380 h 759650"/>
                <a:gd name="connsiteX10" fmla="*/ 522303 w 549933"/>
                <a:gd name="connsiteY10" fmla="*/ 233425 h 759650"/>
                <a:gd name="connsiteX11" fmla="*/ 522000 w 549933"/>
                <a:gd name="connsiteY11" fmla="*/ 229221 h 759650"/>
                <a:gd name="connsiteX12" fmla="*/ 519241 w 549933"/>
                <a:gd name="connsiteY12" fmla="*/ 225016 h 759650"/>
                <a:gd name="connsiteX13" fmla="*/ 514462 w 549933"/>
                <a:gd name="connsiteY13" fmla="*/ 220541 h 759650"/>
                <a:gd name="connsiteX14" fmla="*/ 510390 w 549933"/>
                <a:gd name="connsiteY14" fmla="*/ 218220 h 759650"/>
                <a:gd name="connsiteX15" fmla="*/ 505913 w 549933"/>
                <a:gd name="connsiteY15" fmla="*/ 218220 h 759650"/>
                <a:gd name="connsiteX16" fmla="*/ 501404 w 549933"/>
                <a:gd name="connsiteY16" fmla="*/ 219600 h 759650"/>
                <a:gd name="connsiteX17" fmla="*/ 500091 w 549933"/>
                <a:gd name="connsiteY17" fmla="*/ 220407 h 759650"/>
                <a:gd name="connsiteX18" fmla="*/ 497029 w 549933"/>
                <a:gd name="connsiteY18" fmla="*/ 220407 h 759650"/>
                <a:gd name="connsiteX19" fmla="*/ 490803 w 549933"/>
                <a:gd name="connsiteY19" fmla="*/ 219700 h 759650"/>
                <a:gd name="connsiteX20" fmla="*/ 488177 w 549933"/>
                <a:gd name="connsiteY20" fmla="*/ 219129 h 759650"/>
                <a:gd name="connsiteX21" fmla="*/ 486293 w 549933"/>
                <a:gd name="connsiteY21" fmla="*/ 214655 h 759650"/>
                <a:gd name="connsiteX22" fmla="*/ 482961 w 549933"/>
                <a:gd name="connsiteY22" fmla="*/ 209642 h 759650"/>
                <a:gd name="connsiteX23" fmla="*/ 482524 w 549933"/>
                <a:gd name="connsiteY23" fmla="*/ 204798 h 759650"/>
                <a:gd name="connsiteX24" fmla="*/ 477879 w 549933"/>
                <a:gd name="connsiteY24" fmla="*/ 204798 h 759650"/>
                <a:gd name="connsiteX25" fmla="*/ 473403 w 549933"/>
                <a:gd name="connsiteY25" fmla="*/ 205538 h 759650"/>
                <a:gd name="connsiteX26" fmla="*/ 469937 w 549933"/>
                <a:gd name="connsiteY26" fmla="*/ 204092 h 759650"/>
                <a:gd name="connsiteX27" fmla="*/ 465461 w 549933"/>
                <a:gd name="connsiteY27" fmla="*/ 200459 h 759650"/>
                <a:gd name="connsiteX28" fmla="*/ 458663 w 549933"/>
                <a:gd name="connsiteY28" fmla="*/ 196422 h 759650"/>
                <a:gd name="connsiteX29" fmla="*/ 453715 w 549933"/>
                <a:gd name="connsiteY29" fmla="*/ 191645 h 759650"/>
                <a:gd name="connsiteX30" fmla="*/ 450383 w 549933"/>
                <a:gd name="connsiteY30" fmla="*/ 188012 h 759650"/>
                <a:gd name="connsiteX31" fmla="*/ 451696 w 549933"/>
                <a:gd name="connsiteY31" fmla="*/ 182798 h 759650"/>
                <a:gd name="connsiteX32" fmla="*/ 458932 w 549933"/>
                <a:gd name="connsiteY32" fmla="*/ 175431 h 759650"/>
                <a:gd name="connsiteX33" fmla="*/ 461119 w 549933"/>
                <a:gd name="connsiteY33" fmla="*/ 173412 h 759650"/>
                <a:gd name="connsiteX34" fmla="*/ 462870 w 549933"/>
                <a:gd name="connsiteY34" fmla="*/ 170957 h 759650"/>
                <a:gd name="connsiteX35" fmla="*/ 463576 w 549933"/>
                <a:gd name="connsiteY35" fmla="*/ 168636 h 759650"/>
                <a:gd name="connsiteX36" fmla="*/ 459537 w 549933"/>
                <a:gd name="connsiteY36" fmla="*/ 166617 h 759650"/>
                <a:gd name="connsiteX37" fmla="*/ 457788 w 549933"/>
                <a:gd name="connsiteY37" fmla="*/ 165171 h 759650"/>
                <a:gd name="connsiteX38" fmla="*/ 459235 w 549933"/>
                <a:gd name="connsiteY38" fmla="*/ 161975 h 759650"/>
                <a:gd name="connsiteX39" fmla="*/ 463307 w 549933"/>
                <a:gd name="connsiteY39" fmla="*/ 159654 h 759650"/>
                <a:gd name="connsiteX40" fmla="*/ 466201 w 549933"/>
                <a:gd name="connsiteY40" fmla="*/ 157770 h 759650"/>
                <a:gd name="connsiteX41" fmla="*/ 471990 w 549933"/>
                <a:gd name="connsiteY41" fmla="*/ 155583 h 759650"/>
                <a:gd name="connsiteX42" fmla="*/ 476634 w 549933"/>
                <a:gd name="connsiteY42" fmla="*/ 150941 h 759650"/>
                <a:gd name="connsiteX43" fmla="*/ 478822 w 549933"/>
                <a:gd name="connsiteY43" fmla="*/ 146871 h 759650"/>
                <a:gd name="connsiteX44" fmla="*/ 478822 w 549933"/>
                <a:gd name="connsiteY44" fmla="*/ 143103 h 759650"/>
                <a:gd name="connsiteX45" fmla="*/ 479394 w 549933"/>
                <a:gd name="connsiteY45" fmla="*/ 139033 h 759650"/>
                <a:gd name="connsiteX46" fmla="*/ 482288 w 549933"/>
                <a:gd name="connsiteY46" fmla="*/ 136846 h 759650"/>
                <a:gd name="connsiteX47" fmla="*/ 485048 w 549933"/>
                <a:gd name="connsiteY47" fmla="*/ 136274 h 759650"/>
                <a:gd name="connsiteX48" fmla="*/ 488380 w 549933"/>
                <a:gd name="connsiteY48" fmla="*/ 134256 h 759650"/>
                <a:gd name="connsiteX49" fmla="*/ 488514 w 549933"/>
                <a:gd name="connsiteY49" fmla="*/ 131060 h 759650"/>
                <a:gd name="connsiteX50" fmla="*/ 481985 w 549933"/>
                <a:gd name="connsiteY50" fmla="*/ 131060 h 759650"/>
                <a:gd name="connsiteX51" fmla="*/ 478351 w 549933"/>
                <a:gd name="connsiteY51" fmla="*/ 131026 h 759650"/>
                <a:gd name="connsiteX52" fmla="*/ 475456 w 549933"/>
                <a:gd name="connsiteY52" fmla="*/ 132641 h 759650"/>
                <a:gd name="connsiteX53" fmla="*/ 470812 w 549933"/>
                <a:gd name="connsiteY53" fmla="*/ 134828 h 759650"/>
                <a:gd name="connsiteX54" fmla="*/ 465595 w 549933"/>
                <a:gd name="connsiteY54" fmla="*/ 135568 h 759650"/>
                <a:gd name="connsiteX55" fmla="*/ 463273 w 549933"/>
                <a:gd name="connsiteY55" fmla="*/ 134828 h 759650"/>
                <a:gd name="connsiteX56" fmla="*/ 461086 w 549933"/>
                <a:gd name="connsiteY56" fmla="*/ 132809 h 759650"/>
                <a:gd name="connsiteX57" fmla="*/ 458191 w 549933"/>
                <a:gd name="connsiteY57" fmla="*/ 133381 h 759650"/>
                <a:gd name="connsiteX58" fmla="*/ 456172 w 549933"/>
                <a:gd name="connsiteY58" fmla="*/ 135971 h 759650"/>
                <a:gd name="connsiteX59" fmla="*/ 454153 w 549933"/>
                <a:gd name="connsiteY59" fmla="*/ 137418 h 759650"/>
                <a:gd name="connsiteX60" fmla="*/ 449812 w 549933"/>
                <a:gd name="connsiteY60" fmla="*/ 134390 h 759650"/>
                <a:gd name="connsiteX61" fmla="*/ 447186 w 549933"/>
                <a:gd name="connsiteY61" fmla="*/ 132372 h 759650"/>
                <a:gd name="connsiteX62" fmla="*/ 444426 w 549933"/>
                <a:gd name="connsiteY62" fmla="*/ 130926 h 759650"/>
                <a:gd name="connsiteX63" fmla="*/ 439648 w 549933"/>
                <a:gd name="connsiteY63" fmla="*/ 133247 h 759650"/>
                <a:gd name="connsiteX64" fmla="*/ 434296 w 549933"/>
                <a:gd name="connsiteY64" fmla="*/ 134121 h 759650"/>
                <a:gd name="connsiteX65" fmla="*/ 431268 w 549933"/>
                <a:gd name="connsiteY65" fmla="*/ 134861 h 759650"/>
                <a:gd name="connsiteX66" fmla="*/ 429686 w 549933"/>
                <a:gd name="connsiteY66" fmla="*/ 132103 h 759650"/>
                <a:gd name="connsiteX67" fmla="*/ 427499 w 549933"/>
                <a:gd name="connsiteY67" fmla="*/ 132237 h 759650"/>
                <a:gd name="connsiteX68" fmla="*/ 423594 w 549933"/>
                <a:gd name="connsiteY68" fmla="*/ 129479 h 759650"/>
                <a:gd name="connsiteX69" fmla="*/ 421575 w 549933"/>
                <a:gd name="connsiteY69" fmla="*/ 131935 h 759650"/>
                <a:gd name="connsiteX70" fmla="*/ 419825 w 549933"/>
                <a:gd name="connsiteY70" fmla="*/ 135130 h 759650"/>
                <a:gd name="connsiteX71" fmla="*/ 417065 w 549933"/>
                <a:gd name="connsiteY71" fmla="*/ 136712 h 759650"/>
                <a:gd name="connsiteX72" fmla="*/ 414037 w 549933"/>
                <a:gd name="connsiteY72" fmla="*/ 137452 h 759650"/>
                <a:gd name="connsiteX73" fmla="*/ 411714 w 549933"/>
                <a:gd name="connsiteY73" fmla="*/ 138595 h 759650"/>
                <a:gd name="connsiteX74" fmla="*/ 406195 w 549933"/>
                <a:gd name="connsiteY74" fmla="*/ 135265 h 759650"/>
                <a:gd name="connsiteX75" fmla="*/ 404445 w 549933"/>
                <a:gd name="connsiteY75" fmla="*/ 134559 h 759650"/>
                <a:gd name="connsiteX76" fmla="*/ 403873 w 549933"/>
                <a:gd name="connsiteY76" fmla="*/ 130926 h 759650"/>
                <a:gd name="connsiteX77" fmla="*/ 402291 w 549933"/>
                <a:gd name="connsiteY77" fmla="*/ 126855 h 759650"/>
                <a:gd name="connsiteX78" fmla="*/ 401147 w 549933"/>
                <a:gd name="connsiteY78" fmla="*/ 124534 h 759650"/>
                <a:gd name="connsiteX79" fmla="*/ 400272 w 549933"/>
                <a:gd name="connsiteY79" fmla="*/ 122516 h 759650"/>
                <a:gd name="connsiteX80" fmla="*/ 400709 w 549933"/>
                <a:gd name="connsiteY80" fmla="*/ 120766 h 759650"/>
                <a:gd name="connsiteX81" fmla="*/ 402291 w 549933"/>
                <a:gd name="connsiteY81" fmla="*/ 118748 h 759650"/>
                <a:gd name="connsiteX82" fmla="*/ 402291 w 549933"/>
                <a:gd name="connsiteY82" fmla="*/ 113534 h 759650"/>
                <a:gd name="connsiteX83" fmla="*/ 401416 w 549933"/>
                <a:gd name="connsiteY83" fmla="*/ 112659 h 759650"/>
                <a:gd name="connsiteX84" fmla="*/ 394315 w 549933"/>
                <a:gd name="connsiteY84" fmla="*/ 111650 h 759650"/>
                <a:gd name="connsiteX85" fmla="*/ 393137 w 549933"/>
                <a:gd name="connsiteY85" fmla="*/ 108622 h 759650"/>
                <a:gd name="connsiteX86" fmla="*/ 396772 w 549933"/>
                <a:gd name="connsiteY86" fmla="*/ 106604 h 759650"/>
                <a:gd name="connsiteX87" fmla="*/ 393878 w 549933"/>
                <a:gd name="connsiteY87" fmla="*/ 103139 h 759650"/>
                <a:gd name="connsiteX88" fmla="*/ 390545 w 549933"/>
                <a:gd name="connsiteY88" fmla="*/ 102264 h 759650"/>
                <a:gd name="connsiteX89" fmla="*/ 389401 w 549933"/>
                <a:gd name="connsiteY89" fmla="*/ 100515 h 759650"/>
                <a:gd name="connsiteX90" fmla="*/ 386945 w 549933"/>
                <a:gd name="connsiteY90" fmla="*/ 96748 h 759650"/>
                <a:gd name="connsiteX91" fmla="*/ 385800 w 549933"/>
                <a:gd name="connsiteY91" fmla="*/ 93855 h 759650"/>
                <a:gd name="connsiteX92" fmla="*/ 385800 w 549933"/>
                <a:gd name="connsiteY92" fmla="*/ 91668 h 759650"/>
                <a:gd name="connsiteX93" fmla="*/ 387820 w 549933"/>
                <a:gd name="connsiteY93" fmla="*/ 87699 h 759650"/>
                <a:gd name="connsiteX94" fmla="*/ 388695 w 549933"/>
                <a:gd name="connsiteY94" fmla="*/ 86622 h 759650"/>
                <a:gd name="connsiteX95" fmla="*/ 389267 w 549933"/>
                <a:gd name="connsiteY95" fmla="*/ 86622 h 759650"/>
                <a:gd name="connsiteX96" fmla="*/ 390849 w 549933"/>
                <a:gd name="connsiteY96" fmla="*/ 86622 h 759650"/>
                <a:gd name="connsiteX97" fmla="*/ 394046 w 549933"/>
                <a:gd name="connsiteY97" fmla="*/ 87497 h 759650"/>
                <a:gd name="connsiteX98" fmla="*/ 397243 w 549933"/>
                <a:gd name="connsiteY98" fmla="*/ 89818 h 759650"/>
                <a:gd name="connsiteX99" fmla="*/ 400440 w 549933"/>
                <a:gd name="connsiteY99" fmla="*/ 91130 h 759650"/>
                <a:gd name="connsiteX100" fmla="*/ 403637 w 549933"/>
                <a:gd name="connsiteY100" fmla="*/ 87497 h 759650"/>
                <a:gd name="connsiteX101" fmla="*/ 402931 w 549933"/>
                <a:gd name="connsiteY101" fmla="*/ 81845 h 759650"/>
                <a:gd name="connsiteX102" fmla="*/ 400474 w 549933"/>
                <a:gd name="connsiteY102" fmla="*/ 78212 h 759650"/>
                <a:gd name="connsiteX103" fmla="*/ 399599 w 549933"/>
                <a:gd name="connsiteY103" fmla="*/ 74747 h 759650"/>
                <a:gd name="connsiteX104" fmla="*/ 396267 w 549933"/>
                <a:gd name="connsiteY104" fmla="*/ 71417 h 759650"/>
                <a:gd name="connsiteX105" fmla="*/ 396839 w 549933"/>
                <a:gd name="connsiteY105" fmla="*/ 69533 h 759650"/>
                <a:gd name="connsiteX106" fmla="*/ 400305 w 549933"/>
                <a:gd name="connsiteY106" fmla="*/ 66640 h 759650"/>
                <a:gd name="connsiteX107" fmla="*/ 400878 w 549933"/>
                <a:gd name="connsiteY107" fmla="*/ 64050 h 759650"/>
                <a:gd name="connsiteX108" fmla="*/ 396536 w 549933"/>
                <a:gd name="connsiteY108" fmla="*/ 63310 h 759650"/>
                <a:gd name="connsiteX109" fmla="*/ 394079 w 549933"/>
                <a:gd name="connsiteY109" fmla="*/ 61729 h 759650"/>
                <a:gd name="connsiteX110" fmla="*/ 395661 w 549933"/>
                <a:gd name="connsiteY110" fmla="*/ 59408 h 759650"/>
                <a:gd name="connsiteX111" fmla="*/ 396233 w 549933"/>
                <a:gd name="connsiteY111" fmla="*/ 57658 h 759650"/>
                <a:gd name="connsiteX112" fmla="*/ 395527 w 549933"/>
                <a:gd name="connsiteY112" fmla="*/ 55337 h 759650"/>
                <a:gd name="connsiteX113" fmla="*/ 394517 w 549933"/>
                <a:gd name="connsiteY113" fmla="*/ 55337 h 759650"/>
                <a:gd name="connsiteX114" fmla="*/ 391757 w 549933"/>
                <a:gd name="connsiteY114" fmla="*/ 53588 h 759650"/>
                <a:gd name="connsiteX115" fmla="*/ 389570 w 549933"/>
                <a:gd name="connsiteY115" fmla="*/ 54328 h 759650"/>
                <a:gd name="connsiteX116" fmla="*/ 388392 w 549933"/>
                <a:gd name="connsiteY116" fmla="*/ 56212 h 759650"/>
                <a:gd name="connsiteX117" fmla="*/ 387247 w 549933"/>
                <a:gd name="connsiteY117" fmla="*/ 58096 h 759650"/>
                <a:gd name="connsiteX118" fmla="*/ 385598 w 549933"/>
                <a:gd name="connsiteY118" fmla="*/ 59542 h 759650"/>
                <a:gd name="connsiteX119" fmla="*/ 383781 w 549933"/>
                <a:gd name="connsiteY119" fmla="*/ 59408 h 759650"/>
                <a:gd name="connsiteX120" fmla="*/ 382569 w 549933"/>
                <a:gd name="connsiteY120" fmla="*/ 57961 h 759650"/>
                <a:gd name="connsiteX121" fmla="*/ 381459 w 549933"/>
                <a:gd name="connsiteY121" fmla="*/ 56515 h 759650"/>
                <a:gd name="connsiteX122" fmla="*/ 381459 w 549933"/>
                <a:gd name="connsiteY122" fmla="*/ 54496 h 759650"/>
                <a:gd name="connsiteX123" fmla="*/ 384252 w 549933"/>
                <a:gd name="connsiteY123" fmla="*/ 53285 h 759650"/>
                <a:gd name="connsiteX124" fmla="*/ 383579 w 549933"/>
                <a:gd name="connsiteY124" fmla="*/ 51603 h 759650"/>
                <a:gd name="connsiteX125" fmla="*/ 382873 w 549933"/>
                <a:gd name="connsiteY125" fmla="*/ 50426 h 759650"/>
                <a:gd name="connsiteX126" fmla="*/ 380012 w 549933"/>
                <a:gd name="connsiteY126" fmla="*/ 48307 h 759650"/>
                <a:gd name="connsiteX127" fmla="*/ 377892 w 549933"/>
                <a:gd name="connsiteY127" fmla="*/ 49719 h 759650"/>
                <a:gd name="connsiteX128" fmla="*/ 377252 w 549933"/>
                <a:gd name="connsiteY128" fmla="*/ 49349 h 759650"/>
                <a:gd name="connsiteX129" fmla="*/ 377252 w 549933"/>
                <a:gd name="connsiteY129" fmla="*/ 46692 h 759650"/>
                <a:gd name="connsiteX130" fmla="*/ 377858 w 549933"/>
                <a:gd name="connsiteY130" fmla="*/ 44842 h 759650"/>
                <a:gd name="connsiteX131" fmla="*/ 377185 w 549933"/>
                <a:gd name="connsiteY131" fmla="*/ 43698 h 759650"/>
                <a:gd name="connsiteX132" fmla="*/ 372844 w 549933"/>
                <a:gd name="connsiteY132" fmla="*/ 40939 h 759650"/>
                <a:gd name="connsiteX133" fmla="*/ 371430 w 549933"/>
                <a:gd name="connsiteY133" fmla="*/ 37845 h 759650"/>
                <a:gd name="connsiteX134" fmla="*/ 370622 w 549933"/>
                <a:gd name="connsiteY134" fmla="*/ 35086 h 759650"/>
                <a:gd name="connsiteX135" fmla="*/ 372877 w 549933"/>
                <a:gd name="connsiteY135" fmla="*/ 32563 h 759650"/>
                <a:gd name="connsiteX136" fmla="*/ 373146 w 549933"/>
                <a:gd name="connsiteY136" fmla="*/ 32193 h 759650"/>
                <a:gd name="connsiteX137" fmla="*/ 374593 w 549933"/>
                <a:gd name="connsiteY137" fmla="*/ 30040 h 759650"/>
                <a:gd name="connsiteX138" fmla="*/ 374089 w 549933"/>
                <a:gd name="connsiteY138" fmla="*/ 27652 h 759650"/>
                <a:gd name="connsiteX139" fmla="*/ 372844 w 549933"/>
                <a:gd name="connsiteY139" fmla="*/ 26071 h 759650"/>
                <a:gd name="connsiteX140" fmla="*/ 371598 w 549933"/>
                <a:gd name="connsiteY140" fmla="*/ 24389 h 759650"/>
                <a:gd name="connsiteX141" fmla="*/ 370589 w 549933"/>
                <a:gd name="connsiteY141" fmla="*/ 22068 h 759650"/>
                <a:gd name="connsiteX142" fmla="*/ 369915 w 549933"/>
                <a:gd name="connsiteY142" fmla="*/ 20184 h 759650"/>
                <a:gd name="connsiteX143" fmla="*/ 367458 w 549933"/>
                <a:gd name="connsiteY143" fmla="*/ 18300 h 759650"/>
                <a:gd name="connsiteX144" fmla="*/ 362949 w 549933"/>
                <a:gd name="connsiteY144" fmla="*/ 13893 h 759650"/>
                <a:gd name="connsiteX145" fmla="*/ 357093 w 549933"/>
                <a:gd name="connsiteY145" fmla="*/ 10630 h 759650"/>
                <a:gd name="connsiteX146" fmla="*/ 355780 w 549933"/>
                <a:gd name="connsiteY146" fmla="*/ 7165 h 759650"/>
                <a:gd name="connsiteX147" fmla="*/ 355780 w 549933"/>
                <a:gd name="connsiteY147" fmla="*/ 5214 h 759650"/>
                <a:gd name="connsiteX148" fmla="*/ 352516 w 549933"/>
                <a:gd name="connsiteY148" fmla="*/ 1749 h 759650"/>
                <a:gd name="connsiteX149" fmla="*/ 347098 w 549933"/>
                <a:gd name="connsiteY149" fmla="*/ 0 h 759650"/>
                <a:gd name="connsiteX150" fmla="*/ 343900 w 549933"/>
                <a:gd name="connsiteY150" fmla="*/ 639 h 759650"/>
                <a:gd name="connsiteX151" fmla="*/ 340266 w 549933"/>
                <a:gd name="connsiteY151" fmla="*/ 1379 h 759650"/>
                <a:gd name="connsiteX152" fmla="*/ 337506 w 549933"/>
                <a:gd name="connsiteY152" fmla="*/ 2388 h 759650"/>
                <a:gd name="connsiteX153" fmla="*/ 335487 w 549933"/>
                <a:gd name="connsiteY153" fmla="*/ 5147 h 759650"/>
                <a:gd name="connsiteX154" fmla="*/ 333333 w 549933"/>
                <a:gd name="connsiteY154" fmla="*/ 6896 h 759650"/>
                <a:gd name="connsiteX155" fmla="*/ 329833 w 549933"/>
                <a:gd name="connsiteY155" fmla="*/ 5887 h 759650"/>
                <a:gd name="connsiteX156" fmla="*/ 327814 w 549933"/>
                <a:gd name="connsiteY156" fmla="*/ 4440 h 759650"/>
                <a:gd name="connsiteX157" fmla="*/ 326939 w 549933"/>
                <a:gd name="connsiteY157" fmla="*/ 3869 h 759650"/>
                <a:gd name="connsiteX158" fmla="*/ 323910 w 549933"/>
                <a:gd name="connsiteY158" fmla="*/ 4306 h 759650"/>
                <a:gd name="connsiteX159" fmla="*/ 322462 w 549933"/>
                <a:gd name="connsiteY159" fmla="*/ 6627 h 759650"/>
                <a:gd name="connsiteX160" fmla="*/ 321587 w 549933"/>
                <a:gd name="connsiteY160" fmla="*/ 8343 h 759650"/>
                <a:gd name="connsiteX161" fmla="*/ 320578 w 549933"/>
                <a:gd name="connsiteY161" fmla="*/ 10664 h 759650"/>
                <a:gd name="connsiteX162" fmla="*/ 320578 w 549933"/>
                <a:gd name="connsiteY162" fmla="*/ 12850 h 759650"/>
                <a:gd name="connsiteX163" fmla="*/ 317684 w 549933"/>
                <a:gd name="connsiteY163" fmla="*/ 16046 h 759650"/>
                <a:gd name="connsiteX164" fmla="*/ 316943 w 549933"/>
                <a:gd name="connsiteY164" fmla="*/ 16551 h 759650"/>
                <a:gd name="connsiteX165" fmla="*/ 314318 w 549933"/>
                <a:gd name="connsiteY165" fmla="*/ 17190 h 759650"/>
                <a:gd name="connsiteX166" fmla="*/ 310986 w 549933"/>
                <a:gd name="connsiteY166" fmla="*/ 17190 h 759650"/>
                <a:gd name="connsiteX167" fmla="*/ 309236 w 549933"/>
                <a:gd name="connsiteY167" fmla="*/ 16315 h 759650"/>
                <a:gd name="connsiteX168" fmla="*/ 305601 w 549933"/>
                <a:gd name="connsiteY168" fmla="*/ 14297 h 759650"/>
                <a:gd name="connsiteX169" fmla="*/ 304020 w 549933"/>
                <a:gd name="connsiteY169" fmla="*/ 13288 h 759650"/>
                <a:gd name="connsiteX170" fmla="*/ 300688 w 549933"/>
                <a:gd name="connsiteY170" fmla="*/ 15172 h 759650"/>
                <a:gd name="connsiteX171" fmla="*/ 299375 w 549933"/>
                <a:gd name="connsiteY171" fmla="*/ 17358 h 759650"/>
                <a:gd name="connsiteX172" fmla="*/ 295741 w 549933"/>
                <a:gd name="connsiteY172" fmla="*/ 17661 h 759650"/>
                <a:gd name="connsiteX173" fmla="*/ 290390 w 549933"/>
                <a:gd name="connsiteY173" fmla="*/ 17358 h 759650"/>
                <a:gd name="connsiteX174" fmla="*/ 287495 w 549933"/>
                <a:gd name="connsiteY174" fmla="*/ 17493 h 759650"/>
                <a:gd name="connsiteX175" fmla="*/ 283861 w 549933"/>
                <a:gd name="connsiteY175" fmla="*/ 18636 h 759650"/>
                <a:gd name="connsiteX176" fmla="*/ 280966 w 549933"/>
                <a:gd name="connsiteY176" fmla="*/ 19343 h 759650"/>
                <a:gd name="connsiteX177" fmla="*/ 278510 w 549933"/>
                <a:gd name="connsiteY177" fmla="*/ 20083 h 759650"/>
                <a:gd name="connsiteX178" fmla="*/ 278577 w 549933"/>
                <a:gd name="connsiteY178" fmla="*/ 24422 h 759650"/>
                <a:gd name="connsiteX179" fmla="*/ 271846 w 549933"/>
                <a:gd name="connsiteY179" fmla="*/ 25566 h 759650"/>
                <a:gd name="connsiteX180" fmla="*/ 271846 w 549933"/>
                <a:gd name="connsiteY180" fmla="*/ 28459 h 759650"/>
                <a:gd name="connsiteX181" fmla="*/ 272855 w 549933"/>
                <a:gd name="connsiteY181" fmla="*/ 29468 h 759650"/>
                <a:gd name="connsiteX182" fmla="*/ 273731 w 549933"/>
                <a:gd name="connsiteY182" fmla="*/ 31218 h 759650"/>
                <a:gd name="connsiteX183" fmla="*/ 274168 w 549933"/>
                <a:gd name="connsiteY183" fmla="*/ 32967 h 759650"/>
                <a:gd name="connsiteX184" fmla="*/ 274875 w 549933"/>
                <a:gd name="connsiteY184" fmla="*/ 34716 h 759650"/>
                <a:gd name="connsiteX185" fmla="*/ 275178 w 549933"/>
                <a:gd name="connsiteY185" fmla="*/ 37912 h 759650"/>
                <a:gd name="connsiteX186" fmla="*/ 275312 w 549933"/>
                <a:gd name="connsiteY186" fmla="*/ 39796 h 759650"/>
                <a:gd name="connsiteX187" fmla="*/ 277332 w 549933"/>
                <a:gd name="connsiteY187" fmla="*/ 44001 h 759650"/>
                <a:gd name="connsiteX188" fmla="*/ 276187 w 549933"/>
                <a:gd name="connsiteY188" fmla="*/ 47768 h 759650"/>
                <a:gd name="connsiteX189" fmla="*/ 273293 w 549933"/>
                <a:gd name="connsiteY189" fmla="*/ 48475 h 759650"/>
                <a:gd name="connsiteX190" fmla="*/ 267067 w 549933"/>
                <a:gd name="connsiteY190" fmla="*/ 50224 h 759650"/>
                <a:gd name="connsiteX191" fmla="*/ 270096 w 549933"/>
                <a:gd name="connsiteY191" fmla="*/ 55304 h 759650"/>
                <a:gd name="connsiteX192" fmla="*/ 274000 w 549933"/>
                <a:gd name="connsiteY192" fmla="*/ 57187 h 759650"/>
                <a:gd name="connsiteX193" fmla="*/ 276154 w 549933"/>
                <a:gd name="connsiteY193" fmla="*/ 58499 h 759650"/>
                <a:gd name="connsiteX194" fmla="*/ 277163 w 549933"/>
                <a:gd name="connsiteY194" fmla="*/ 60383 h 759650"/>
                <a:gd name="connsiteX195" fmla="*/ 276591 w 549933"/>
                <a:gd name="connsiteY195" fmla="*/ 62704 h 759650"/>
                <a:gd name="connsiteX196" fmla="*/ 275716 w 549933"/>
                <a:gd name="connsiteY196" fmla="*/ 66775 h 759650"/>
                <a:gd name="connsiteX197" fmla="*/ 275009 w 549933"/>
                <a:gd name="connsiteY197" fmla="*/ 70845 h 759650"/>
                <a:gd name="connsiteX198" fmla="*/ 274000 w 549933"/>
                <a:gd name="connsiteY198" fmla="*/ 72662 h 759650"/>
                <a:gd name="connsiteX199" fmla="*/ 271980 w 549933"/>
                <a:gd name="connsiteY199" fmla="*/ 72863 h 759650"/>
                <a:gd name="connsiteX200" fmla="*/ 269221 w 549933"/>
                <a:gd name="connsiteY200" fmla="*/ 72863 h 759650"/>
                <a:gd name="connsiteX201" fmla="*/ 266327 w 549933"/>
                <a:gd name="connsiteY201" fmla="*/ 73166 h 759650"/>
                <a:gd name="connsiteX202" fmla="*/ 264745 w 549933"/>
                <a:gd name="connsiteY202" fmla="*/ 74747 h 759650"/>
                <a:gd name="connsiteX203" fmla="*/ 263735 w 549933"/>
                <a:gd name="connsiteY203" fmla="*/ 79255 h 759650"/>
                <a:gd name="connsiteX204" fmla="*/ 262591 w 549933"/>
                <a:gd name="connsiteY204" fmla="*/ 80399 h 759650"/>
                <a:gd name="connsiteX205" fmla="*/ 256802 w 549933"/>
                <a:gd name="connsiteY205" fmla="*/ 80836 h 759650"/>
                <a:gd name="connsiteX206" fmla="*/ 251014 w 549933"/>
                <a:gd name="connsiteY206" fmla="*/ 81139 h 759650"/>
                <a:gd name="connsiteX207" fmla="*/ 247513 w 549933"/>
                <a:gd name="connsiteY207" fmla="*/ 79827 h 759650"/>
                <a:gd name="connsiteX208" fmla="*/ 244451 w 549933"/>
                <a:gd name="connsiteY208" fmla="*/ 76564 h 759650"/>
                <a:gd name="connsiteX209" fmla="*/ 242869 w 549933"/>
                <a:gd name="connsiteY209" fmla="*/ 74613 h 759650"/>
                <a:gd name="connsiteX210" fmla="*/ 239672 w 549933"/>
                <a:gd name="connsiteY210" fmla="*/ 74613 h 759650"/>
                <a:gd name="connsiteX211" fmla="*/ 238225 w 549933"/>
                <a:gd name="connsiteY211" fmla="*/ 77808 h 759650"/>
                <a:gd name="connsiteX212" fmla="*/ 235465 w 549933"/>
                <a:gd name="connsiteY212" fmla="*/ 78549 h 759650"/>
                <a:gd name="connsiteX213" fmla="*/ 235768 w 549933"/>
                <a:gd name="connsiteY213" fmla="*/ 76227 h 759650"/>
                <a:gd name="connsiteX214" fmla="*/ 237081 w 549933"/>
                <a:gd name="connsiteY214" fmla="*/ 74646 h 759650"/>
                <a:gd name="connsiteX215" fmla="*/ 237081 w 549933"/>
                <a:gd name="connsiteY215" fmla="*/ 72056 h 759650"/>
                <a:gd name="connsiteX216" fmla="*/ 233884 w 549933"/>
                <a:gd name="connsiteY216" fmla="*/ 71047 h 759650"/>
                <a:gd name="connsiteX217" fmla="*/ 230855 w 549933"/>
                <a:gd name="connsiteY217" fmla="*/ 72191 h 759650"/>
                <a:gd name="connsiteX218" fmla="*/ 228835 w 549933"/>
                <a:gd name="connsiteY218" fmla="*/ 74075 h 759650"/>
                <a:gd name="connsiteX219" fmla="*/ 226648 w 549933"/>
                <a:gd name="connsiteY219" fmla="*/ 77270 h 759650"/>
                <a:gd name="connsiteX220" fmla="*/ 226648 w 549933"/>
                <a:gd name="connsiteY220" fmla="*/ 79020 h 759650"/>
                <a:gd name="connsiteX221" fmla="*/ 224898 w 549933"/>
                <a:gd name="connsiteY221" fmla="*/ 81038 h 759650"/>
                <a:gd name="connsiteX222" fmla="*/ 224898 w 549933"/>
                <a:gd name="connsiteY222" fmla="*/ 82484 h 759650"/>
                <a:gd name="connsiteX223" fmla="*/ 221970 w 549933"/>
                <a:gd name="connsiteY223" fmla="*/ 85411 h 759650"/>
                <a:gd name="connsiteX224" fmla="*/ 220220 w 549933"/>
                <a:gd name="connsiteY224" fmla="*/ 87362 h 759650"/>
                <a:gd name="connsiteX225" fmla="*/ 217830 w 549933"/>
                <a:gd name="connsiteY225" fmla="*/ 89011 h 759650"/>
                <a:gd name="connsiteX226" fmla="*/ 216080 w 549933"/>
                <a:gd name="connsiteY226" fmla="*/ 89784 h 759650"/>
                <a:gd name="connsiteX227" fmla="*/ 213792 w 549933"/>
                <a:gd name="connsiteY227" fmla="*/ 90659 h 759650"/>
                <a:gd name="connsiteX228" fmla="*/ 212277 w 549933"/>
                <a:gd name="connsiteY228" fmla="*/ 91197 h 759650"/>
                <a:gd name="connsiteX229" fmla="*/ 210662 w 549933"/>
                <a:gd name="connsiteY229" fmla="*/ 92711 h 759650"/>
                <a:gd name="connsiteX230" fmla="*/ 209248 w 549933"/>
                <a:gd name="connsiteY230" fmla="*/ 95436 h 759650"/>
                <a:gd name="connsiteX231" fmla="*/ 209248 w 549933"/>
                <a:gd name="connsiteY231" fmla="*/ 98161 h 759650"/>
                <a:gd name="connsiteX232" fmla="*/ 209248 w 549933"/>
                <a:gd name="connsiteY232" fmla="*/ 101625 h 759650"/>
                <a:gd name="connsiteX233" fmla="*/ 205345 w 549933"/>
                <a:gd name="connsiteY233" fmla="*/ 99674 h 759650"/>
                <a:gd name="connsiteX234" fmla="*/ 203830 w 549933"/>
                <a:gd name="connsiteY234" fmla="*/ 97387 h 759650"/>
                <a:gd name="connsiteX235" fmla="*/ 202753 w 549933"/>
                <a:gd name="connsiteY235" fmla="*/ 90659 h 759650"/>
                <a:gd name="connsiteX236" fmla="*/ 201542 w 549933"/>
                <a:gd name="connsiteY236" fmla="*/ 88472 h 759650"/>
                <a:gd name="connsiteX237" fmla="*/ 198916 w 549933"/>
                <a:gd name="connsiteY237" fmla="*/ 86858 h 759650"/>
                <a:gd name="connsiteX238" fmla="*/ 196527 w 549933"/>
                <a:gd name="connsiteY238" fmla="*/ 84267 h 759650"/>
                <a:gd name="connsiteX239" fmla="*/ 193902 w 549933"/>
                <a:gd name="connsiteY239" fmla="*/ 82215 h 759650"/>
                <a:gd name="connsiteX240" fmla="*/ 189661 w 549933"/>
                <a:gd name="connsiteY240" fmla="*/ 83090 h 759650"/>
                <a:gd name="connsiteX241" fmla="*/ 188248 w 549933"/>
                <a:gd name="connsiteY241" fmla="*/ 83628 h 759650"/>
                <a:gd name="connsiteX242" fmla="*/ 185219 w 549933"/>
                <a:gd name="connsiteY242" fmla="*/ 85680 h 759650"/>
                <a:gd name="connsiteX243" fmla="*/ 181517 w 549933"/>
                <a:gd name="connsiteY243" fmla="*/ 88741 h 759650"/>
                <a:gd name="connsiteX244" fmla="*/ 173036 w 549933"/>
                <a:gd name="connsiteY244" fmla="*/ 95570 h 759650"/>
                <a:gd name="connsiteX245" fmla="*/ 169771 w 549933"/>
                <a:gd name="connsiteY245" fmla="*/ 98295 h 759650"/>
                <a:gd name="connsiteX246" fmla="*/ 161627 w 549933"/>
                <a:gd name="connsiteY246" fmla="*/ 103610 h 759650"/>
                <a:gd name="connsiteX247" fmla="*/ 158800 w 549933"/>
                <a:gd name="connsiteY247" fmla="*/ 105561 h 759650"/>
                <a:gd name="connsiteX248" fmla="*/ 157387 w 549933"/>
                <a:gd name="connsiteY248" fmla="*/ 108286 h 759650"/>
                <a:gd name="connsiteX249" fmla="*/ 155637 w 549933"/>
                <a:gd name="connsiteY249" fmla="*/ 110473 h 759650"/>
                <a:gd name="connsiteX250" fmla="*/ 148805 w 549933"/>
                <a:gd name="connsiteY250" fmla="*/ 106469 h 759650"/>
                <a:gd name="connsiteX251" fmla="*/ 146853 w 549933"/>
                <a:gd name="connsiteY251" fmla="*/ 106469 h 759650"/>
                <a:gd name="connsiteX252" fmla="*/ 144026 w 549933"/>
                <a:gd name="connsiteY252" fmla="*/ 109194 h 759650"/>
                <a:gd name="connsiteX253" fmla="*/ 143252 w 549933"/>
                <a:gd name="connsiteY253" fmla="*/ 112255 h 759650"/>
                <a:gd name="connsiteX254" fmla="*/ 146954 w 549933"/>
                <a:gd name="connsiteY254" fmla="*/ 116696 h 759650"/>
                <a:gd name="connsiteX255" fmla="*/ 149882 w 549933"/>
                <a:gd name="connsiteY255" fmla="*/ 118748 h 759650"/>
                <a:gd name="connsiteX256" fmla="*/ 151733 w 549933"/>
                <a:gd name="connsiteY256" fmla="*/ 120497 h 759650"/>
                <a:gd name="connsiteX257" fmla="*/ 151632 w 549933"/>
                <a:gd name="connsiteY257" fmla="*/ 122011 h 759650"/>
                <a:gd name="connsiteX258" fmla="*/ 150016 w 549933"/>
                <a:gd name="connsiteY258" fmla="*/ 123760 h 759650"/>
                <a:gd name="connsiteX259" fmla="*/ 145002 w 549933"/>
                <a:gd name="connsiteY259" fmla="*/ 123962 h 759650"/>
                <a:gd name="connsiteX260" fmla="*/ 142713 w 549933"/>
                <a:gd name="connsiteY260" fmla="*/ 124063 h 759650"/>
                <a:gd name="connsiteX261" fmla="*/ 137800 w 549933"/>
                <a:gd name="connsiteY261" fmla="*/ 123827 h 759650"/>
                <a:gd name="connsiteX262" fmla="*/ 133761 w 549933"/>
                <a:gd name="connsiteY262" fmla="*/ 123727 h 759650"/>
                <a:gd name="connsiteX263" fmla="*/ 130295 w 549933"/>
                <a:gd name="connsiteY263" fmla="*/ 120901 h 759650"/>
                <a:gd name="connsiteX264" fmla="*/ 126155 w 549933"/>
                <a:gd name="connsiteY264" fmla="*/ 121675 h 759650"/>
                <a:gd name="connsiteX265" fmla="*/ 123867 w 549933"/>
                <a:gd name="connsiteY265" fmla="*/ 124399 h 759650"/>
                <a:gd name="connsiteX266" fmla="*/ 120939 w 549933"/>
                <a:gd name="connsiteY266" fmla="*/ 125375 h 759650"/>
                <a:gd name="connsiteX267" fmla="*/ 117674 w 549933"/>
                <a:gd name="connsiteY267" fmla="*/ 124837 h 759650"/>
                <a:gd name="connsiteX268" fmla="*/ 115285 w 549933"/>
                <a:gd name="connsiteY268" fmla="*/ 124063 h 759650"/>
                <a:gd name="connsiteX269" fmla="*/ 112021 w 549933"/>
                <a:gd name="connsiteY269" fmla="*/ 125139 h 759650"/>
                <a:gd name="connsiteX270" fmla="*/ 110371 w 549933"/>
                <a:gd name="connsiteY270" fmla="*/ 126451 h 759650"/>
                <a:gd name="connsiteX271" fmla="*/ 105155 w 549933"/>
                <a:gd name="connsiteY271" fmla="*/ 126889 h 759650"/>
                <a:gd name="connsiteX272" fmla="*/ 105155 w 549933"/>
                <a:gd name="connsiteY272" fmla="*/ 126014 h 759650"/>
                <a:gd name="connsiteX273" fmla="*/ 107208 w 549933"/>
                <a:gd name="connsiteY273" fmla="*/ 124164 h 759650"/>
                <a:gd name="connsiteX274" fmla="*/ 108284 w 549933"/>
                <a:gd name="connsiteY274" fmla="*/ 122415 h 759650"/>
                <a:gd name="connsiteX275" fmla="*/ 109059 w 549933"/>
                <a:gd name="connsiteY275" fmla="*/ 119690 h 759650"/>
                <a:gd name="connsiteX276" fmla="*/ 109496 w 549933"/>
                <a:gd name="connsiteY276" fmla="*/ 115889 h 759650"/>
                <a:gd name="connsiteX277" fmla="*/ 108857 w 549933"/>
                <a:gd name="connsiteY277" fmla="*/ 113265 h 759650"/>
                <a:gd name="connsiteX278" fmla="*/ 107881 w 549933"/>
                <a:gd name="connsiteY278" fmla="*/ 111213 h 759650"/>
                <a:gd name="connsiteX279" fmla="*/ 107107 w 549933"/>
                <a:gd name="connsiteY279" fmla="*/ 108723 h 759650"/>
                <a:gd name="connsiteX280" fmla="*/ 107544 w 549933"/>
                <a:gd name="connsiteY280" fmla="*/ 106234 h 759650"/>
                <a:gd name="connsiteX281" fmla="*/ 108857 w 549933"/>
                <a:gd name="connsiteY281" fmla="*/ 104922 h 759650"/>
                <a:gd name="connsiteX282" fmla="*/ 109934 w 549933"/>
                <a:gd name="connsiteY282" fmla="*/ 103509 h 759650"/>
                <a:gd name="connsiteX283" fmla="*/ 109395 w 549933"/>
                <a:gd name="connsiteY283" fmla="*/ 100347 h 759650"/>
                <a:gd name="connsiteX284" fmla="*/ 110809 w 549933"/>
                <a:gd name="connsiteY284" fmla="*/ 97757 h 759650"/>
                <a:gd name="connsiteX285" fmla="*/ 111785 w 549933"/>
                <a:gd name="connsiteY285" fmla="*/ 96546 h 759650"/>
                <a:gd name="connsiteX286" fmla="*/ 111145 w 549933"/>
                <a:gd name="connsiteY286" fmla="*/ 89280 h 759650"/>
                <a:gd name="connsiteX287" fmla="*/ 112222 w 549933"/>
                <a:gd name="connsiteY287" fmla="*/ 86117 h 759650"/>
                <a:gd name="connsiteX288" fmla="*/ 106905 w 549933"/>
                <a:gd name="connsiteY288" fmla="*/ 80802 h 759650"/>
                <a:gd name="connsiteX289" fmla="*/ 105592 w 549933"/>
                <a:gd name="connsiteY289" fmla="*/ 78750 h 759650"/>
                <a:gd name="connsiteX290" fmla="*/ 103640 w 549933"/>
                <a:gd name="connsiteY290" fmla="*/ 76160 h 759650"/>
                <a:gd name="connsiteX291" fmla="*/ 106467 w 549933"/>
                <a:gd name="connsiteY291" fmla="*/ 73772 h 759650"/>
                <a:gd name="connsiteX292" fmla="*/ 107342 w 549933"/>
                <a:gd name="connsiteY292" fmla="*/ 72258 h 759650"/>
                <a:gd name="connsiteX293" fmla="*/ 105390 w 549933"/>
                <a:gd name="connsiteY293" fmla="*/ 68019 h 759650"/>
                <a:gd name="connsiteX294" fmla="*/ 103539 w 549933"/>
                <a:gd name="connsiteY294" fmla="*/ 66169 h 759650"/>
                <a:gd name="connsiteX295" fmla="*/ 102126 w 549933"/>
                <a:gd name="connsiteY295" fmla="*/ 62570 h 759650"/>
                <a:gd name="connsiteX296" fmla="*/ 98760 w 549933"/>
                <a:gd name="connsiteY296" fmla="*/ 62570 h 759650"/>
                <a:gd name="connsiteX297" fmla="*/ 97986 w 549933"/>
                <a:gd name="connsiteY297" fmla="*/ 63343 h 759650"/>
                <a:gd name="connsiteX298" fmla="*/ 96573 w 549933"/>
                <a:gd name="connsiteY298" fmla="*/ 66270 h 759650"/>
                <a:gd name="connsiteX299" fmla="*/ 95496 w 549933"/>
                <a:gd name="connsiteY299" fmla="*/ 67683 h 759650"/>
                <a:gd name="connsiteX300" fmla="*/ 93308 w 549933"/>
                <a:gd name="connsiteY300" fmla="*/ 68558 h 759650"/>
                <a:gd name="connsiteX301" fmla="*/ 90683 w 549933"/>
                <a:gd name="connsiteY301" fmla="*/ 68019 h 759650"/>
                <a:gd name="connsiteX302" fmla="*/ 90044 w 549933"/>
                <a:gd name="connsiteY302" fmla="*/ 65194 h 759650"/>
                <a:gd name="connsiteX303" fmla="*/ 87654 w 549933"/>
                <a:gd name="connsiteY303" fmla="*/ 63444 h 759650"/>
                <a:gd name="connsiteX304" fmla="*/ 85467 w 549933"/>
                <a:gd name="connsiteY304" fmla="*/ 66371 h 759650"/>
                <a:gd name="connsiteX305" fmla="*/ 84491 w 549933"/>
                <a:gd name="connsiteY305" fmla="*/ 67784 h 759650"/>
                <a:gd name="connsiteX306" fmla="*/ 82000 w 549933"/>
                <a:gd name="connsiteY306" fmla="*/ 65833 h 759650"/>
                <a:gd name="connsiteX307" fmla="*/ 81024 w 549933"/>
                <a:gd name="connsiteY307" fmla="*/ 64319 h 759650"/>
                <a:gd name="connsiteX308" fmla="*/ 79611 w 549933"/>
                <a:gd name="connsiteY308" fmla="*/ 64117 h 759650"/>
                <a:gd name="connsiteX309" fmla="*/ 76683 w 549933"/>
                <a:gd name="connsiteY309" fmla="*/ 64756 h 759650"/>
                <a:gd name="connsiteX310" fmla="*/ 75707 w 549933"/>
                <a:gd name="connsiteY310" fmla="*/ 66808 h 759650"/>
                <a:gd name="connsiteX311" fmla="*/ 75168 w 549933"/>
                <a:gd name="connsiteY311" fmla="*/ 68995 h 759650"/>
                <a:gd name="connsiteX312" fmla="*/ 74092 w 549933"/>
                <a:gd name="connsiteY312" fmla="*/ 70744 h 759650"/>
                <a:gd name="connsiteX313" fmla="*/ 71803 w 549933"/>
                <a:gd name="connsiteY313" fmla="*/ 71619 h 759650"/>
                <a:gd name="connsiteX314" fmla="*/ 70053 w 549933"/>
                <a:gd name="connsiteY314" fmla="*/ 72931 h 759650"/>
                <a:gd name="connsiteX315" fmla="*/ 70053 w 549933"/>
                <a:gd name="connsiteY315" fmla="*/ 75656 h 759650"/>
                <a:gd name="connsiteX316" fmla="*/ 71467 w 549933"/>
                <a:gd name="connsiteY316" fmla="*/ 77708 h 759650"/>
                <a:gd name="connsiteX317" fmla="*/ 72106 w 549933"/>
                <a:gd name="connsiteY317" fmla="*/ 78919 h 759650"/>
                <a:gd name="connsiteX318" fmla="*/ 73418 w 549933"/>
                <a:gd name="connsiteY318" fmla="*/ 79894 h 759650"/>
                <a:gd name="connsiteX319" fmla="*/ 74395 w 549933"/>
                <a:gd name="connsiteY319" fmla="*/ 81744 h 759650"/>
                <a:gd name="connsiteX320" fmla="*/ 74192 w 549933"/>
                <a:gd name="connsiteY320" fmla="*/ 84234 h 759650"/>
                <a:gd name="connsiteX321" fmla="*/ 73856 w 549933"/>
                <a:gd name="connsiteY321" fmla="*/ 85310 h 759650"/>
                <a:gd name="connsiteX322" fmla="*/ 72543 w 549933"/>
                <a:gd name="connsiteY322" fmla="*/ 86824 h 759650"/>
                <a:gd name="connsiteX323" fmla="*/ 71029 w 549933"/>
                <a:gd name="connsiteY323" fmla="*/ 87026 h 759650"/>
                <a:gd name="connsiteX324" fmla="*/ 67765 w 549933"/>
                <a:gd name="connsiteY324" fmla="*/ 86925 h 759650"/>
                <a:gd name="connsiteX325" fmla="*/ 64937 w 549933"/>
                <a:gd name="connsiteY325" fmla="*/ 87026 h 759650"/>
                <a:gd name="connsiteX326" fmla="*/ 61134 w 549933"/>
                <a:gd name="connsiteY326" fmla="*/ 87261 h 759650"/>
                <a:gd name="connsiteX327" fmla="*/ 58409 w 549933"/>
                <a:gd name="connsiteY327" fmla="*/ 88136 h 759650"/>
                <a:gd name="connsiteX328" fmla="*/ 55918 w 549933"/>
                <a:gd name="connsiteY328" fmla="*/ 89347 h 759650"/>
                <a:gd name="connsiteX329" fmla="*/ 53731 w 549933"/>
                <a:gd name="connsiteY329" fmla="*/ 92173 h 759650"/>
                <a:gd name="connsiteX330" fmla="*/ 51678 w 549933"/>
                <a:gd name="connsiteY330" fmla="*/ 94561 h 759650"/>
                <a:gd name="connsiteX331" fmla="*/ 49826 w 549933"/>
                <a:gd name="connsiteY331" fmla="*/ 97488 h 759650"/>
                <a:gd name="connsiteX332" fmla="*/ 48177 w 549933"/>
                <a:gd name="connsiteY332" fmla="*/ 101087 h 759650"/>
                <a:gd name="connsiteX333" fmla="*/ 48581 w 549933"/>
                <a:gd name="connsiteY333" fmla="*/ 104115 h 759650"/>
                <a:gd name="connsiteX334" fmla="*/ 47403 w 549933"/>
                <a:gd name="connsiteY334" fmla="*/ 106503 h 759650"/>
                <a:gd name="connsiteX335" fmla="*/ 47403 w 549933"/>
                <a:gd name="connsiteY335" fmla="*/ 108656 h 759650"/>
                <a:gd name="connsiteX336" fmla="*/ 48951 w 549933"/>
                <a:gd name="connsiteY336" fmla="*/ 110708 h 759650"/>
                <a:gd name="connsiteX337" fmla="*/ 48548 w 549933"/>
                <a:gd name="connsiteY337" fmla="*/ 112289 h 759650"/>
                <a:gd name="connsiteX338" fmla="*/ 47807 w 549933"/>
                <a:gd name="connsiteY338" fmla="*/ 114577 h 759650"/>
                <a:gd name="connsiteX339" fmla="*/ 48884 w 549933"/>
                <a:gd name="connsiteY339" fmla="*/ 117571 h 759650"/>
                <a:gd name="connsiteX340" fmla="*/ 49557 w 549933"/>
                <a:gd name="connsiteY340" fmla="*/ 119959 h 759650"/>
                <a:gd name="connsiteX341" fmla="*/ 50534 w 549933"/>
                <a:gd name="connsiteY341" fmla="*/ 124097 h 759650"/>
                <a:gd name="connsiteX342" fmla="*/ 50735 w 549933"/>
                <a:gd name="connsiteY342" fmla="*/ 126552 h 759650"/>
                <a:gd name="connsiteX343" fmla="*/ 51173 w 549933"/>
                <a:gd name="connsiteY343" fmla="*/ 130791 h 759650"/>
                <a:gd name="connsiteX344" fmla="*/ 52048 w 549933"/>
                <a:gd name="connsiteY344" fmla="*/ 133886 h 759650"/>
                <a:gd name="connsiteX345" fmla="*/ 51139 w 549933"/>
                <a:gd name="connsiteY345" fmla="*/ 135097 h 759650"/>
                <a:gd name="connsiteX346" fmla="*/ 48481 w 549933"/>
                <a:gd name="connsiteY346" fmla="*/ 134760 h 759650"/>
                <a:gd name="connsiteX347" fmla="*/ 44678 w 549933"/>
                <a:gd name="connsiteY347" fmla="*/ 132305 h 759650"/>
                <a:gd name="connsiteX348" fmla="*/ 39831 w 549933"/>
                <a:gd name="connsiteY348" fmla="*/ 134088 h 759650"/>
                <a:gd name="connsiteX349" fmla="*/ 34413 w 549933"/>
                <a:gd name="connsiteY349" fmla="*/ 133448 h 759650"/>
                <a:gd name="connsiteX350" fmla="*/ 31788 w 549933"/>
                <a:gd name="connsiteY350" fmla="*/ 134962 h 759650"/>
                <a:gd name="connsiteX351" fmla="*/ 28321 w 549933"/>
                <a:gd name="connsiteY351" fmla="*/ 137788 h 759650"/>
                <a:gd name="connsiteX352" fmla="*/ 22432 w 549933"/>
                <a:gd name="connsiteY352" fmla="*/ 143439 h 759650"/>
                <a:gd name="connsiteX353" fmla="*/ 21119 w 549933"/>
                <a:gd name="connsiteY353" fmla="*/ 145626 h 759650"/>
                <a:gd name="connsiteX354" fmla="*/ 20042 w 549933"/>
                <a:gd name="connsiteY354" fmla="*/ 148014 h 759650"/>
                <a:gd name="connsiteX355" fmla="*/ 21792 w 549933"/>
                <a:gd name="connsiteY355" fmla="*/ 150201 h 759650"/>
                <a:gd name="connsiteX356" fmla="*/ 22869 w 549933"/>
                <a:gd name="connsiteY356" fmla="*/ 150840 h 759650"/>
                <a:gd name="connsiteX357" fmla="*/ 26773 w 549933"/>
                <a:gd name="connsiteY357" fmla="*/ 151042 h 759650"/>
                <a:gd name="connsiteX358" fmla="*/ 29937 w 549933"/>
                <a:gd name="connsiteY358" fmla="*/ 152556 h 759650"/>
                <a:gd name="connsiteX359" fmla="*/ 31788 w 549933"/>
                <a:gd name="connsiteY359" fmla="*/ 156054 h 759650"/>
                <a:gd name="connsiteX360" fmla="*/ 31788 w 549933"/>
                <a:gd name="connsiteY360" fmla="*/ 160831 h 759650"/>
                <a:gd name="connsiteX361" fmla="*/ 28961 w 549933"/>
                <a:gd name="connsiteY361" fmla="*/ 162345 h 759650"/>
                <a:gd name="connsiteX362" fmla="*/ 29836 w 549933"/>
                <a:gd name="connsiteY362" fmla="*/ 166045 h 759650"/>
                <a:gd name="connsiteX363" fmla="*/ 31586 w 549933"/>
                <a:gd name="connsiteY363" fmla="*/ 166281 h 759650"/>
                <a:gd name="connsiteX364" fmla="*/ 34211 w 549933"/>
                <a:gd name="connsiteY364" fmla="*/ 166483 h 759650"/>
                <a:gd name="connsiteX365" fmla="*/ 35826 w 549933"/>
                <a:gd name="connsiteY365" fmla="*/ 167795 h 759650"/>
                <a:gd name="connsiteX366" fmla="*/ 37038 w 549933"/>
                <a:gd name="connsiteY366" fmla="*/ 170385 h 759650"/>
                <a:gd name="connsiteX367" fmla="*/ 37038 w 549933"/>
                <a:gd name="connsiteY367" fmla="*/ 173009 h 759650"/>
                <a:gd name="connsiteX368" fmla="*/ 34009 w 549933"/>
                <a:gd name="connsiteY368" fmla="*/ 175868 h 759650"/>
                <a:gd name="connsiteX369" fmla="*/ 31821 w 549933"/>
                <a:gd name="connsiteY369" fmla="*/ 177146 h 759650"/>
                <a:gd name="connsiteX370" fmla="*/ 28557 w 549933"/>
                <a:gd name="connsiteY370" fmla="*/ 178223 h 759650"/>
                <a:gd name="connsiteX371" fmla="*/ 27480 w 549933"/>
                <a:gd name="connsiteY371" fmla="*/ 178862 h 759650"/>
                <a:gd name="connsiteX372" fmla="*/ 25090 w 549933"/>
                <a:gd name="connsiteY372" fmla="*/ 180174 h 759650"/>
                <a:gd name="connsiteX373" fmla="*/ 23576 w 549933"/>
                <a:gd name="connsiteY373" fmla="*/ 182125 h 759650"/>
                <a:gd name="connsiteX374" fmla="*/ 21759 w 549933"/>
                <a:gd name="connsiteY374" fmla="*/ 185758 h 759650"/>
                <a:gd name="connsiteX375" fmla="*/ 21389 w 549933"/>
                <a:gd name="connsiteY375" fmla="*/ 187945 h 759650"/>
                <a:gd name="connsiteX376" fmla="*/ 21389 w 549933"/>
                <a:gd name="connsiteY376" fmla="*/ 190400 h 759650"/>
                <a:gd name="connsiteX377" fmla="*/ 23273 w 549933"/>
                <a:gd name="connsiteY377" fmla="*/ 190972 h 759650"/>
                <a:gd name="connsiteX378" fmla="*/ 26033 w 549933"/>
                <a:gd name="connsiteY378" fmla="*/ 192419 h 759650"/>
                <a:gd name="connsiteX379" fmla="*/ 27615 w 549933"/>
                <a:gd name="connsiteY379" fmla="*/ 193428 h 759650"/>
                <a:gd name="connsiteX380" fmla="*/ 28490 w 549933"/>
                <a:gd name="connsiteY380" fmla="*/ 194605 h 759650"/>
                <a:gd name="connsiteX381" fmla="*/ 29365 w 549933"/>
                <a:gd name="connsiteY381" fmla="*/ 196926 h 759650"/>
                <a:gd name="connsiteX382" fmla="*/ 31250 w 549933"/>
                <a:gd name="connsiteY382" fmla="*/ 198945 h 759650"/>
                <a:gd name="connsiteX383" fmla="*/ 34413 w 549933"/>
                <a:gd name="connsiteY383" fmla="*/ 201703 h 759650"/>
                <a:gd name="connsiteX384" fmla="*/ 37139 w 549933"/>
                <a:gd name="connsiteY384" fmla="*/ 205605 h 759650"/>
                <a:gd name="connsiteX385" fmla="*/ 40067 w 549933"/>
                <a:gd name="connsiteY385" fmla="*/ 209743 h 759650"/>
                <a:gd name="connsiteX386" fmla="*/ 41043 w 549933"/>
                <a:gd name="connsiteY386" fmla="*/ 213107 h 759650"/>
                <a:gd name="connsiteX387" fmla="*/ 42120 w 549933"/>
                <a:gd name="connsiteY387" fmla="*/ 217009 h 759650"/>
                <a:gd name="connsiteX388" fmla="*/ 43634 w 549933"/>
                <a:gd name="connsiteY388" fmla="*/ 221450 h 759650"/>
                <a:gd name="connsiteX389" fmla="*/ 45148 w 549933"/>
                <a:gd name="connsiteY389" fmla="*/ 223838 h 759650"/>
                <a:gd name="connsiteX390" fmla="*/ 46125 w 549933"/>
                <a:gd name="connsiteY390" fmla="*/ 227539 h 759650"/>
                <a:gd name="connsiteX391" fmla="*/ 46865 w 549933"/>
                <a:gd name="connsiteY391" fmla="*/ 229927 h 759650"/>
                <a:gd name="connsiteX392" fmla="*/ 50466 w 549933"/>
                <a:gd name="connsiteY392" fmla="*/ 232954 h 759650"/>
                <a:gd name="connsiteX393" fmla="*/ 53832 w 549933"/>
                <a:gd name="connsiteY393" fmla="*/ 235780 h 759650"/>
                <a:gd name="connsiteX394" fmla="*/ 56658 w 549933"/>
                <a:gd name="connsiteY394" fmla="*/ 237832 h 759650"/>
                <a:gd name="connsiteX395" fmla="*/ 60024 w 549933"/>
                <a:gd name="connsiteY395" fmla="*/ 241297 h 759650"/>
                <a:gd name="connsiteX396" fmla="*/ 61101 w 549933"/>
                <a:gd name="connsiteY396" fmla="*/ 244022 h 759650"/>
                <a:gd name="connsiteX397" fmla="*/ 61438 w 549933"/>
                <a:gd name="connsiteY397" fmla="*/ 245973 h 759650"/>
                <a:gd name="connsiteX398" fmla="*/ 61438 w 549933"/>
                <a:gd name="connsiteY398" fmla="*/ 248698 h 759650"/>
                <a:gd name="connsiteX399" fmla="*/ 62077 w 549933"/>
                <a:gd name="connsiteY399" fmla="*/ 251860 h 759650"/>
                <a:gd name="connsiteX400" fmla="*/ 62615 w 549933"/>
                <a:gd name="connsiteY400" fmla="*/ 257612 h 759650"/>
                <a:gd name="connsiteX401" fmla="*/ 63692 w 549933"/>
                <a:gd name="connsiteY401" fmla="*/ 262187 h 759650"/>
                <a:gd name="connsiteX402" fmla="*/ 62481 w 549933"/>
                <a:gd name="connsiteY402" fmla="*/ 265955 h 759650"/>
                <a:gd name="connsiteX403" fmla="*/ 64433 w 549933"/>
                <a:gd name="connsiteY403" fmla="*/ 269891 h 759650"/>
                <a:gd name="connsiteX404" fmla="*/ 66721 w 549933"/>
                <a:gd name="connsiteY404" fmla="*/ 269655 h 759650"/>
                <a:gd name="connsiteX405" fmla="*/ 69447 w 549933"/>
                <a:gd name="connsiteY405" fmla="*/ 269756 h 759650"/>
                <a:gd name="connsiteX406" fmla="*/ 74226 w 549933"/>
                <a:gd name="connsiteY406" fmla="*/ 270294 h 759650"/>
                <a:gd name="connsiteX407" fmla="*/ 76952 w 549933"/>
                <a:gd name="connsiteY407" fmla="*/ 271001 h 759650"/>
                <a:gd name="connsiteX408" fmla="*/ 80755 w 549933"/>
                <a:gd name="connsiteY408" fmla="*/ 271169 h 759650"/>
                <a:gd name="connsiteX409" fmla="*/ 81294 w 549933"/>
                <a:gd name="connsiteY409" fmla="*/ 271169 h 759650"/>
                <a:gd name="connsiteX410" fmla="*/ 82707 w 549933"/>
                <a:gd name="connsiteY410" fmla="*/ 273221 h 759650"/>
                <a:gd name="connsiteX411" fmla="*/ 82472 w 549933"/>
                <a:gd name="connsiteY411" fmla="*/ 273995 h 759650"/>
                <a:gd name="connsiteX412" fmla="*/ 79308 w 549933"/>
                <a:gd name="connsiteY412" fmla="*/ 275071 h 759650"/>
                <a:gd name="connsiteX413" fmla="*/ 77558 w 549933"/>
                <a:gd name="connsiteY413" fmla="*/ 277561 h 759650"/>
                <a:gd name="connsiteX414" fmla="*/ 75371 w 549933"/>
                <a:gd name="connsiteY414" fmla="*/ 278536 h 759650"/>
                <a:gd name="connsiteX415" fmla="*/ 72981 w 549933"/>
                <a:gd name="connsiteY415" fmla="*/ 279747 h 759650"/>
                <a:gd name="connsiteX416" fmla="*/ 65139 w 549933"/>
                <a:gd name="connsiteY416" fmla="*/ 283347 h 759650"/>
                <a:gd name="connsiteX417" fmla="*/ 57534 w 549933"/>
                <a:gd name="connsiteY417" fmla="*/ 284423 h 759650"/>
                <a:gd name="connsiteX418" fmla="*/ 55346 w 549933"/>
                <a:gd name="connsiteY418" fmla="*/ 285836 h 759650"/>
                <a:gd name="connsiteX419" fmla="*/ 51846 w 549933"/>
                <a:gd name="connsiteY419" fmla="*/ 288561 h 759650"/>
                <a:gd name="connsiteX420" fmla="*/ 42928 w 549933"/>
                <a:gd name="connsiteY420" fmla="*/ 288561 h 759650"/>
                <a:gd name="connsiteX421" fmla="*/ 43567 w 549933"/>
                <a:gd name="connsiteY421" fmla="*/ 294010 h 759650"/>
                <a:gd name="connsiteX422" fmla="*/ 44004 w 549933"/>
                <a:gd name="connsiteY422" fmla="*/ 298585 h 759650"/>
                <a:gd name="connsiteX423" fmla="*/ 42692 w 549933"/>
                <a:gd name="connsiteY423" fmla="*/ 299662 h 759650"/>
                <a:gd name="connsiteX424" fmla="*/ 38351 w 549933"/>
                <a:gd name="connsiteY424" fmla="*/ 299023 h 759650"/>
                <a:gd name="connsiteX425" fmla="*/ 35725 w 549933"/>
                <a:gd name="connsiteY425" fmla="*/ 298585 h 759650"/>
                <a:gd name="connsiteX426" fmla="*/ 33774 w 549933"/>
                <a:gd name="connsiteY426" fmla="*/ 299897 h 759650"/>
                <a:gd name="connsiteX427" fmla="*/ 31586 w 549933"/>
                <a:gd name="connsiteY427" fmla="*/ 305986 h 759650"/>
                <a:gd name="connsiteX428" fmla="*/ 32899 w 549933"/>
                <a:gd name="connsiteY428" fmla="*/ 310763 h 759650"/>
                <a:gd name="connsiteX429" fmla="*/ 37038 w 549933"/>
                <a:gd name="connsiteY429" fmla="*/ 314026 h 759650"/>
                <a:gd name="connsiteX430" fmla="*/ 40505 w 549933"/>
                <a:gd name="connsiteY430" fmla="*/ 314665 h 759650"/>
                <a:gd name="connsiteX431" fmla="*/ 42894 w 549933"/>
                <a:gd name="connsiteY431" fmla="*/ 314665 h 759650"/>
                <a:gd name="connsiteX432" fmla="*/ 44644 w 549933"/>
                <a:gd name="connsiteY432" fmla="*/ 316616 h 759650"/>
                <a:gd name="connsiteX433" fmla="*/ 45721 w 549933"/>
                <a:gd name="connsiteY433" fmla="*/ 318366 h 759650"/>
                <a:gd name="connsiteX434" fmla="*/ 51610 w 549933"/>
                <a:gd name="connsiteY434" fmla="*/ 320956 h 759650"/>
                <a:gd name="connsiteX435" fmla="*/ 55952 w 549933"/>
                <a:gd name="connsiteY435" fmla="*/ 322470 h 759650"/>
                <a:gd name="connsiteX436" fmla="*/ 62043 w 549933"/>
                <a:gd name="connsiteY436" fmla="*/ 322907 h 759650"/>
                <a:gd name="connsiteX437" fmla="*/ 65947 w 549933"/>
                <a:gd name="connsiteY437" fmla="*/ 323445 h 759650"/>
                <a:gd name="connsiteX438" fmla="*/ 70962 w 549933"/>
                <a:gd name="connsiteY438" fmla="*/ 323344 h 759650"/>
                <a:gd name="connsiteX439" fmla="*/ 74226 w 549933"/>
                <a:gd name="connsiteY439" fmla="*/ 323344 h 759650"/>
                <a:gd name="connsiteX440" fmla="*/ 75303 w 549933"/>
                <a:gd name="connsiteY440" fmla="*/ 323781 h 759650"/>
                <a:gd name="connsiteX441" fmla="*/ 76178 w 549933"/>
                <a:gd name="connsiteY441" fmla="*/ 325531 h 759650"/>
                <a:gd name="connsiteX442" fmla="*/ 78130 w 549933"/>
                <a:gd name="connsiteY442" fmla="*/ 328357 h 759650"/>
                <a:gd name="connsiteX443" fmla="*/ 77895 w 549933"/>
                <a:gd name="connsiteY443" fmla="*/ 331182 h 759650"/>
                <a:gd name="connsiteX444" fmla="*/ 76818 w 549933"/>
                <a:gd name="connsiteY444" fmla="*/ 334008 h 759650"/>
                <a:gd name="connsiteX445" fmla="*/ 76178 w 549933"/>
                <a:gd name="connsiteY445" fmla="*/ 334883 h 759650"/>
                <a:gd name="connsiteX446" fmla="*/ 73991 w 549933"/>
                <a:gd name="connsiteY446" fmla="*/ 338785 h 759650"/>
                <a:gd name="connsiteX447" fmla="*/ 73856 w 549933"/>
                <a:gd name="connsiteY447" fmla="*/ 340299 h 759650"/>
                <a:gd name="connsiteX448" fmla="*/ 75101 w 549933"/>
                <a:gd name="connsiteY448" fmla="*/ 343326 h 759650"/>
                <a:gd name="connsiteX449" fmla="*/ 75101 w 549933"/>
                <a:gd name="connsiteY449" fmla="*/ 346791 h 759650"/>
                <a:gd name="connsiteX450" fmla="*/ 76246 w 549933"/>
                <a:gd name="connsiteY450" fmla="*/ 348103 h 759650"/>
                <a:gd name="connsiteX451" fmla="*/ 77390 w 549933"/>
                <a:gd name="connsiteY451" fmla="*/ 350727 h 759650"/>
                <a:gd name="connsiteX452" fmla="*/ 81159 w 549933"/>
                <a:gd name="connsiteY452" fmla="*/ 352308 h 759650"/>
                <a:gd name="connsiteX453" fmla="*/ 82472 w 549933"/>
                <a:gd name="connsiteY453" fmla="*/ 352443 h 759650"/>
                <a:gd name="connsiteX454" fmla="*/ 83784 w 549933"/>
                <a:gd name="connsiteY454" fmla="*/ 354326 h 759650"/>
                <a:gd name="connsiteX455" fmla="*/ 85803 w 549933"/>
                <a:gd name="connsiteY455" fmla="*/ 356647 h 759650"/>
                <a:gd name="connsiteX456" fmla="*/ 86106 w 549933"/>
                <a:gd name="connsiteY456" fmla="*/ 358834 h 759650"/>
                <a:gd name="connsiteX457" fmla="*/ 86981 w 549933"/>
                <a:gd name="connsiteY457" fmla="*/ 362030 h 759650"/>
                <a:gd name="connsiteX458" fmla="*/ 86409 w 549933"/>
                <a:gd name="connsiteY458" fmla="*/ 366369 h 759650"/>
                <a:gd name="connsiteX459" fmla="*/ 86275 w 549933"/>
                <a:gd name="connsiteY459" fmla="*/ 367984 h 759650"/>
                <a:gd name="connsiteX460" fmla="*/ 85265 w 549933"/>
                <a:gd name="connsiteY460" fmla="*/ 370574 h 759650"/>
                <a:gd name="connsiteX461" fmla="*/ 83515 w 549933"/>
                <a:gd name="connsiteY461" fmla="*/ 376091 h 759650"/>
                <a:gd name="connsiteX462" fmla="*/ 82068 w 549933"/>
                <a:gd name="connsiteY462" fmla="*/ 376966 h 759650"/>
                <a:gd name="connsiteX463" fmla="*/ 79611 w 549933"/>
                <a:gd name="connsiteY463" fmla="*/ 377975 h 759650"/>
                <a:gd name="connsiteX464" fmla="*/ 79174 w 549933"/>
                <a:gd name="connsiteY464" fmla="*/ 380733 h 759650"/>
                <a:gd name="connsiteX465" fmla="*/ 80486 w 549933"/>
                <a:gd name="connsiteY465" fmla="*/ 383357 h 759650"/>
                <a:gd name="connsiteX466" fmla="*/ 81058 w 549933"/>
                <a:gd name="connsiteY466" fmla="*/ 385376 h 759650"/>
                <a:gd name="connsiteX467" fmla="*/ 80351 w 549933"/>
                <a:gd name="connsiteY467" fmla="*/ 387260 h 759650"/>
                <a:gd name="connsiteX468" fmla="*/ 78332 w 549933"/>
                <a:gd name="connsiteY468" fmla="*/ 388571 h 759650"/>
                <a:gd name="connsiteX469" fmla="*/ 77625 w 549933"/>
                <a:gd name="connsiteY469" fmla="*/ 389143 h 759650"/>
                <a:gd name="connsiteX470" fmla="*/ 79207 w 549933"/>
                <a:gd name="connsiteY470" fmla="*/ 393214 h 759650"/>
                <a:gd name="connsiteX471" fmla="*/ 80890 w 549933"/>
                <a:gd name="connsiteY471" fmla="*/ 397116 h 759650"/>
                <a:gd name="connsiteX472" fmla="*/ 83851 w 549933"/>
                <a:gd name="connsiteY472" fmla="*/ 400581 h 759650"/>
                <a:gd name="connsiteX473" fmla="*/ 83851 w 549933"/>
                <a:gd name="connsiteY473" fmla="*/ 402397 h 759650"/>
                <a:gd name="connsiteX474" fmla="*/ 82102 w 549933"/>
                <a:gd name="connsiteY474" fmla="*/ 402498 h 759650"/>
                <a:gd name="connsiteX475" fmla="*/ 77625 w 549933"/>
                <a:gd name="connsiteY475" fmla="*/ 404651 h 759650"/>
                <a:gd name="connsiteX476" fmla="*/ 75168 w 549933"/>
                <a:gd name="connsiteY476" fmla="*/ 405660 h 759650"/>
                <a:gd name="connsiteX477" fmla="*/ 71264 w 549933"/>
                <a:gd name="connsiteY477" fmla="*/ 407847 h 759650"/>
                <a:gd name="connsiteX478" fmla="*/ 68236 w 549933"/>
                <a:gd name="connsiteY478" fmla="*/ 411043 h 759650"/>
                <a:gd name="connsiteX479" fmla="*/ 65644 w 549933"/>
                <a:gd name="connsiteY479" fmla="*/ 413061 h 759650"/>
                <a:gd name="connsiteX480" fmla="*/ 62009 w 549933"/>
                <a:gd name="connsiteY480" fmla="*/ 414070 h 759650"/>
                <a:gd name="connsiteX481" fmla="*/ 59250 w 549933"/>
                <a:gd name="connsiteY481" fmla="*/ 417098 h 759650"/>
                <a:gd name="connsiteX482" fmla="*/ 56793 w 549933"/>
                <a:gd name="connsiteY482" fmla="*/ 417098 h 759650"/>
                <a:gd name="connsiteX483" fmla="*/ 50702 w 549933"/>
                <a:gd name="connsiteY483" fmla="*/ 410874 h 759650"/>
                <a:gd name="connsiteX484" fmla="*/ 47067 w 549933"/>
                <a:gd name="connsiteY484" fmla="*/ 407679 h 759650"/>
                <a:gd name="connsiteX485" fmla="*/ 42995 w 549933"/>
                <a:gd name="connsiteY485" fmla="*/ 407242 h 759650"/>
                <a:gd name="connsiteX486" fmla="*/ 38956 w 549933"/>
                <a:gd name="connsiteY486" fmla="*/ 409697 h 759650"/>
                <a:gd name="connsiteX487" fmla="*/ 33740 w 549933"/>
                <a:gd name="connsiteY487" fmla="*/ 413162 h 759650"/>
                <a:gd name="connsiteX488" fmla="*/ 32999 w 549933"/>
                <a:gd name="connsiteY488" fmla="*/ 415483 h 759650"/>
                <a:gd name="connsiteX489" fmla="*/ 31148 w 549933"/>
                <a:gd name="connsiteY489" fmla="*/ 416526 h 759650"/>
                <a:gd name="connsiteX490" fmla="*/ 30408 w 549933"/>
                <a:gd name="connsiteY490" fmla="*/ 416930 h 759650"/>
                <a:gd name="connsiteX491" fmla="*/ 26638 w 549933"/>
                <a:gd name="connsiteY491" fmla="*/ 418040 h 759650"/>
                <a:gd name="connsiteX492" fmla="*/ 25461 w 549933"/>
                <a:gd name="connsiteY492" fmla="*/ 420697 h 759650"/>
                <a:gd name="connsiteX493" fmla="*/ 21691 w 549933"/>
                <a:gd name="connsiteY493" fmla="*/ 424465 h 759650"/>
                <a:gd name="connsiteX494" fmla="*/ 19235 w 549933"/>
                <a:gd name="connsiteY494" fmla="*/ 426921 h 759650"/>
                <a:gd name="connsiteX495" fmla="*/ 19975 w 549933"/>
                <a:gd name="connsiteY495" fmla="*/ 430116 h 759650"/>
                <a:gd name="connsiteX496" fmla="*/ 22163 w 549933"/>
                <a:gd name="connsiteY496" fmla="*/ 433447 h 759650"/>
                <a:gd name="connsiteX497" fmla="*/ 24485 w 549933"/>
                <a:gd name="connsiteY497" fmla="*/ 436340 h 759650"/>
                <a:gd name="connsiteX498" fmla="*/ 27244 w 549933"/>
                <a:gd name="connsiteY498" fmla="*/ 438964 h 759650"/>
                <a:gd name="connsiteX499" fmla="*/ 30004 w 549933"/>
                <a:gd name="connsiteY499" fmla="*/ 442731 h 759650"/>
                <a:gd name="connsiteX500" fmla="*/ 30307 w 549933"/>
                <a:gd name="connsiteY500" fmla="*/ 445052 h 759650"/>
                <a:gd name="connsiteX501" fmla="*/ 29432 w 549933"/>
                <a:gd name="connsiteY501" fmla="*/ 448248 h 759650"/>
                <a:gd name="connsiteX502" fmla="*/ 28288 w 549933"/>
                <a:gd name="connsiteY502" fmla="*/ 453462 h 759650"/>
                <a:gd name="connsiteX503" fmla="*/ 24215 w 549933"/>
                <a:gd name="connsiteY503" fmla="*/ 456355 h 759650"/>
                <a:gd name="connsiteX504" fmla="*/ 18562 w 549933"/>
                <a:gd name="connsiteY504" fmla="*/ 459551 h 759650"/>
                <a:gd name="connsiteX505" fmla="*/ 17552 w 549933"/>
                <a:gd name="connsiteY505" fmla="*/ 462444 h 759650"/>
                <a:gd name="connsiteX506" fmla="*/ 16812 w 549933"/>
                <a:gd name="connsiteY506" fmla="*/ 464463 h 759650"/>
                <a:gd name="connsiteX507" fmla="*/ 12335 w 549933"/>
                <a:gd name="connsiteY507" fmla="*/ 465606 h 759650"/>
                <a:gd name="connsiteX508" fmla="*/ 9441 w 549933"/>
                <a:gd name="connsiteY508" fmla="*/ 466615 h 759650"/>
                <a:gd name="connsiteX509" fmla="*/ 4797 w 549933"/>
                <a:gd name="connsiteY509" fmla="*/ 469340 h 759650"/>
                <a:gd name="connsiteX510" fmla="*/ 2980 w 549933"/>
                <a:gd name="connsiteY510" fmla="*/ 472233 h 759650"/>
                <a:gd name="connsiteX511" fmla="*/ 2172 w 549933"/>
                <a:gd name="connsiteY511" fmla="*/ 476304 h 759650"/>
                <a:gd name="connsiteX512" fmla="*/ 2172 w 549933"/>
                <a:gd name="connsiteY512" fmla="*/ 480643 h 759650"/>
                <a:gd name="connsiteX513" fmla="*/ 2912 w 549933"/>
                <a:gd name="connsiteY513" fmla="*/ 486732 h 759650"/>
                <a:gd name="connsiteX514" fmla="*/ 3787 w 549933"/>
                <a:gd name="connsiteY514" fmla="*/ 490769 h 759650"/>
                <a:gd name="connsiteX515" fmla="*/ 4056 w 549933"/>
                <a:gd name="connsiteY515" fmla="*/ 493527 h 759650"/>
                <a:gd name="connsiteX516" fmla="*/ 3047 w 549933"/>
                <a:gd name="connsiteY516" fmla="*/ 496555 h 759650"/>
                <a:gd name="connsiteX517" fmla="*/ 18 w 549933"/>
                <a:gd name="connsiteY517" fmla="*/ 500322 h 759650"/>
                <a:gd name="connsiteX518" fmla="*/ 3350 w 549933"/>
                <a:gd name="connsiteY518" fmla="*/ 505234 h 759650"/>
                <a:gd name="connsiteX519" fmla="*/ 4662 w 549933"/>
                <a:gd name="connsiteY519" fmla="*/ 508261 h 759650"/>
                <a:gd name="connsiteX520" fmla="*/ 7994 w 549933"/>
                <a:gd name="connsiteY520" fmla="*/ 510448 h 759650"/>
                <a:gd name="connsiteX521" fmla="*/ 11191 w 549933"/>
                <a:gd name="connsiteY521" fmla="*/ 512769 h 759650"/>
                <a:gd name="connsiteX522" fmla="*/ 14826 w 549933"/>
                <a:gd name="connsiteY522" fmla="*/ 513778 h 759650"/>
                <a:gd name="connsiteX523" fmla="*/ 18158 w 549933"/>
                <a:gd name="connsiteY523" fmla="*/ 512769 h 759650"/>
                <a:gd name="connsiteX524" fmla="*/ 18730 w 549933"/>
                <a:gd name="connsiteY524" fmla="*/ 512769 h 759650"/>
                <a:gd name="connsiteX525" fmla="*/ 21624 w 549933"/>
                <a:gd name="connsiteY525" fmla="*/ 512971 h 759650"/>
                <a:gd name="connsiteX526" fmla="*/ 25696 w 549933"/>
                <a:gd name="connsiteY526" fmla="*/ 517983 h 759650"/>
                <a:gd name="connsiteX527" fmla="*/ 29163 w 549933"/>
                <a:gd name="connsiteY527" fmla="*/ 517983 h 759650"/>
                <a:gd name="connsiteX528" fmla="*/ 31653 w 549933"/>
                <a:gd name="connsiteY528" fmla="*/ 517445 h 759650"/>
                <a:gd name="connsiteX529" fmla="*/ 33504 w 549933"/>
                <a:gd name="connsiteY529" fmla="*/ 517983 h 759650"/>
                <a:gd name="connsiteX530" fmla="*/ 33504 w 549933"/>
                <a:gd name="connsiteY530" fmla="*/ 520607 h 759650"/>
                <a:gd name="connsiteX531" fmla="*/ 33067 w 549933"/>
                <a:gd name="connsiteY531" fmla="*/ 523870 h 759650"/>
                <a:gd name="connsiteX532" fmla="*/ 32427 w 549933"/>
                <a:gd name="connsiteY532" fmla="*/ 525485 h 759650"/>
                <a:gd name="connsiteX533" fmla="*/ 31889 w 549933"/>
                <a:gd name="connsiteY533" fmla="*/ 528109 h 759650"/>
                <a:gd name="connsiteX534" fmla="*/ 31990 w 549933"/>
                <a:gd name="connsiteY534" fmla="*/ 530834 h 759650"/>
                <a:gd name="connsiteX535" fmla="*/ 34278 w 549933"/>
                <a:gd name="connsiteY535" fmla="*/ 534298 h 759650"/>
                <a:gd name="connsiteX536" fmla="*/ 36836 w 549933"/>
                <a:gd name="connsiteY536" fmla="*/ 536350 h 759650"/>
                <a:gd name="connsiteX537" fmla="*/ 37004 w 549933"/>
                <a:gd name="connsiteY537" fmla="*/ 539513 h 759650"/>
                <a:gd name="connsiteX538" fmla="*/ 37004 w 549933"/>
                <a:gd name="connsiteY538" fmla="*/ 543213 h 759650"/>
                <a:gd name="connsiteX539" fmla="*/ 38418 w 549933"/>
                <a:gd name="connsiteY539" fmla="*/ 545601 h 759650"/>
                <a:gd name="connsiteX540" fmla="*/ 40605 w 549933"/>
                <a:gd name="connsiteY540" fmla="*/ 548091 h 759650"/>
                <a:gd name="connsiteX541" fmla="*/ 42456 w 549933"/>
                <a:gd name="connsiteY541" fmla="*/ 550143 h 759650"/>
                <a:gd name="connsiteX542" fmla="*/ 43870 w 549933"/>
                <a:gd name="connsiteY542" fmla="*/ 551656 h 759650"/>
                <a:gd name="connsiteX543" fmla="*/ 46057 w 549933"/>
                <a:gd name="connsiteY543" fmla="*/ 553944 h 759650"/>
                <a:gd name="connsiteX544" fmla="*/ 48346 w 549933"/>
                <a:gd name="connsiteY544" fmla="*/ 557207 h 759650"/>
                <a:gd name="connsiteX545" fmla="*/ 48682 w 549933"/>
                <a:gd name="connsiteY545" fmla="*/ 559495 h 759650"/>
                <a:gd name="connsiteX546" fmla="*/ 49658 w 549933"/>
                <a:gd name="connsiteY546" fmla="*/ 560806 h 759650"/>
                <a:gd name="connsiteX547" fmla="*/ 49355 w 549933"/>
                <a:gd name="connsiteY547" fmla="*/ 563060 h 759650"/>
                <a:gd name="connsiteX548" fmla="*/ 49490 w 549933"/>
                <a:gd name="connsiteY548" fmla="*/ 565314 h 759650"/>
                <a:gd name="connsiteX549" fmla="*/ 52384 w 549933"/>
                <a:gd name="connsiteY549" fmla="*/ 566693 h 759650"/>
                <a:gd name="connsiteX550" fmla="*/ 53529 w 549933"/>
                <a:gd name="connsiteY550" fmla="*/ 566693 h 759650"/>
                <a:gd name="connsiteX551" fmla="*/ 56423 w 549933"/>
                <a:gd name="connsiteY551" fmla="*/ 568443 h 759650"/>
                <a:gd name="connsiteX552" fmla="*/ 59183 w 549933"/>
                <a:gd name="connsiteY552" fmla="*/ 570461 h 759650"/>
                <a:gd name="connsiteX553" fmla="*/ 61505 w 549933"/>
                <a:gd name="connsiteY553" fmla="*/ 573219 h 759650"/>
                <a:gd name="connsiteX554" fmla="*/ 61505 w 549933"/>
                <a:gd name="connsiteY554" fmla="*/ 575238 h 759650"/>
                <a:gd name="connsiteX555" fmla="*/ 60933 w 549933"/>
                <a:gd name="connsiteY555" fmla="*/ 578131 h 759650"/>
                <a:gd name="connsiteX556" fmla="*/ 60360 w 549933"/>
                <a:gd name="connsiteY556" fmla="*/ 581327 h 759650"/>
                <a:gd name="connsiteX557" fmla="*/ 59048 w 549933"/>
                <a:gd name="connsiteY557" fmla="*/ 587113 h 759650"/>
                <a:gd name="connsiteX558" fmla="*/ 56726 w 549933"/>
                <a:gd name="connsiteY558" fmla="*/ 590746 h 759650"/>
                <a:gd name="connsiteX559" fmla="*/ 55144 w 549933"/>
                <a:gd name="connsiteY559" fmla="*/ 595253 h 759650"/>
                <a:gd name="connsiteX560" fmla="*/ 53832 w 549933"/>
                <a:gd name="connsiteY560" fmla="*/ 598146 h 759650"/>
                <a:gd name="connsiteX561" fmla="*/ 51644 w 549933"/>
                <a:gd name="connsiteY561" fmla="*/ 599593 h 759650"/>
                <a:gd name="connsiteX562" fmla="*/ 49187 w 549933"/>
                <a:gd name="connsiteY562" fmla="*/ 602183 h 759650"/>
                <a:gd name="connsiteX563" fmla="*/ 46158 w 549933"/>
                <a:gd name="connsiteY563" fmla="*/ 604504 h 759650"/>
                <a:gd name="connsiteX564" fmla="*/ 44139 w 549933"/>
                <a:gd name="connsiteY564" fmla="*/ 607532 h 759650"/>
                <a:gd name="connsiteX565" fmla="*/ 44442 w 549933"/>
                <a:gd name="connsiteY565" fmla="*/ 610559 h 759650"/>
                <a:gd name="connsiteX566" fmla="*/ 48514 w 549933"/>
                <a:gd name="connsiteY566" fmla="*/ 614462 h 759650"/>
                <a:gd name="connsiteX567" fmla="*/ 46932 w 549933"/>
                <a:gd name="connsiteY567" fmla="*/ 616648 h 759650"/>
                <a:gd name="connsiteX568" fmla="*/ 43029 w 549933"/>
                <a:gd name="connsiteY568" fmla="*/ 618532 h 759650"/>
                <a:gd name="connsiteX569" fmla="*/ 38822 w 549933"/>
                <a:gd name="connsiteY569" fmla="*/ 622602 h 759650"/>
                <a:gd name="connsiteX570" fmla="*/ 36870 w 549933"/>
                <a:gd name="connsiteY570" fmla="*/ 628187 h 759650"/>
                <a:gd name="connsiteX571" fmla="*/ 34043 w 549933"/>
                <a:gd name="connsiteY571" fmla="*/ 633401 h 759650"/>
                <a:gd name="connsiteX572" fmla="*/ 30341 w 549933"/>
                <a:gd name="connsiteY572" fmla="*/ 637303 h 759650"/>
                <a:gd name="connsiteX573" fmla="*/ 28826 w 549933"/>
                <a:gd name="connsiteY573" fmla="*/ 641003 h 759650"/>
                <a:gd name="connsiteX574" fmla="*/ 28624 w 549933"/>
                <a:gd name="connsiteY574" fmla="*/ 646419 h 759650"/>
                <a:gd name="connsiteX575" fmla="*/ 29264 w 549933"/>
                <a:gd name="connsiteY575" fmla="*/ 652071 h 759650"/>
                <a:gd name="connsiteX576" fmla="*/ 31653 w 549933"/>
                <a:gd name="connsiteY576" fmla="*/ 653585 h 759650"/>
                <a:gd name="connsiteX577" fmla="*/ 29701 w 549933"/>
                <a:gd name="connsiteY577" fmla="*/ 659673 h 759650"/>
                <a:gd name="connsiteX578" fmla="*/ 30576 w 549933"/>
                <a:gd name="connsiteY578" fmla="*/ 664248 h 759650"/>
                <a:gd name="connsiteX579" fmla="*/ 30341 w 549933"/>
                <a:gd name="connsiteY579" fmla="*/ 667074 h 759650"/>
                <a:gd name="connsiteX580" fmla="*/ 28591 w 549933"/>
                <a:gd name="connsiteY580" fmla="*/ 667074 h 759650"/>
                <a:gd name="connsiteX581" fmla="*/ 25966 w 549933"/>
                <a:gd name="connsiteY581" fmla="*/ 667074 h 759650"/>
                <a:gd name="connsiteX582" fmla="*/ 22061 w 549933"/>
                <a:gd name="connsiteY582" fmla="*/ 668386 h 759650"/>
                <a:gd name="connsiteX583" fmla="*/ 17720 w 549933"/>
                <a:gd name="connsiteY583" fmla="*/ 669462 h 759650"/>
                <a:gd name="connsiteX584" fmla="*/ 18360 w 549933"/>
                <a:gd name="connsiteY584" fmla="*/ 672053 h 759650"/>
                <a:gd name="connsiteX585" fmla="*/ 19437 w 549933"/>
                <a:gd name="connsiteY585" fmla="*/ 674004 h 759650"/>
                <a:gd name="connsiteX586" fmla="*/ 16609 w 549933"/>
                <a:gd name="connsiteY586" fmla="*/ 677906 h 759650"/>
                <a:gd name="connsiteX587" fmla="*/ 11831 w 549933"/>
                <a:gd name="connsiteY587" fmla="*/ 677906 h 759650"/>
                <a:gd name="connsiteX588" fmla="*/ 8566 w 549933"/>
                <a:gd name="connsiteY588" fmla="*/ 680294 h 759650"/>
                <a:gd name="connsiteX589" fmla="*/ 4427 w 549933"/>
                <a:gd name="connsiteY589" fmla="*/ 682044 h 759650"/>
                <a:gd name="connsiteX590" fmla="*/ 3787 w 549933"/>
                <a:gd name="connsiteY590" fmla="*/ 685508 h 759650"/>
                <a:gd name="connsiteX591" fmla="*/ 9643 w 549933"/>
                <a:gd name="connsiteY591" fmla="*/ 688973 h 759650"/>
                <a:gd name="connsiteX592" fmla="*/ 9879 w 549933"/>
                <a:gd name="connsiteY592" fmla="*/ 690050 h 759650"/>
                <a:gd name="connsiteX593" fmla="*/ 4225 w 549933"/>
                <a:gd name="connsiteY593" fmla="*/ 692001 h 759650"/>
                <a:gd name="connsiteX594" fmla="*/ 4864 w 549933"/>
                <a:gd name="connsiteY594" fmla="*/ 695264 h 759650"/>
                <a:gd name="connsiteX595" fmla="*/ 8768 w 549933"/>
                <a:gd name="connsiteY595" fmla="*/ 698964 h 759650"/>
                <a:gd name="connsiteX596" fmla="*/ 12470 w 549933"/>
                <a:gd name="connsiteY596" fmla="*/ 703304 h 759650"/>
                <a:gd name="connsiteX597" fmla="*/ 14422 w 549933"/>
                <a:gd name="connsiteY597" fmla="*/ 705490 h 759650"/>
                <a:gd name="connsiteX598" fmla="*/ 14422 w 549933"/>
                <a:gd name="connsiteY598" fmla="*/ 709393 h 759650"/>
                <a:gd name="connsiteX599" fmla="*/ 14422 w 549933"/>
                <a:gd name="connsiteY599" fmla="*/ 713530 h 759650"/>
                <a:gd name="connsiteX600" fmla="*/ 19201 w 549933"/>
                <a:gd name="connsiteY600" fmla="*/ 717668 h 759650"/>
                <a:gd name="connsiteX601" fmla="*/ 26369 w 549933"/>
                <a:gd name="connsiteY601" fmla="*/ 723319 h 759650"/>
                <a:gd name="connsiteX602" fmla="*/ 30946 w 549933"/>
                <a:gd name="connsiteY602" fmla="*/ 724833 h 759650"/>
                <a:gd name="connsiteX603" fmla="*/ 31250 w 549933"/>
                <a:gd name="connsiteY603" fmla="*/ 729913 h 759650"/>
                <a:gd name="connsiteX604" fmla="*/ 34581 w 549933"/>
                <a:gd name="connsiteY604" fmla="*/ 728164 h 759650"/>
                <a:gd name="connsiteX605" fmla="*/ 36600 w 549933"/>
                <a:gd name="connsiteY605" fmla="*/ 727289 h 759650"/>
                <a:gd name="connsiteX606" fmla="*/ 39226 w 549933"/>
                <a:gd name="connsiteY606" fmla="*/ 726717 h 759650"/>
                <a:gd name="connsiteX607" fmla="*/ 41379 w 549933"/>
                <a:gd name="connsiteY607" fmla="*/ 726717 h 759650"/>
                <a:gd name="connsiteX608" fmla="*/ 42995 w 549933"/>
                <a:gd name="connsiteY608" fmla="*/ 728164 h 759650"/>
                <a:gd name="connsiteX609" fmla="*/ 46899 w 549933"/>
                <a:gd name="connsiteY609" fmla="*/ 728736 h 759650"/>
                <a:gd name="connsiteX610" fmla="*/ 50534 w 549933"/>
                <a:gd name="connsiteY610" fmla="*/ 729610 h 759650"/>
                <a:gd name="connsiteX611" fmla="*/ 54303 w 549933"/>
                <a:gd name="connsiteY611" fmla="*/ 728164 h 759650"/>
                <a:gd name="connsiteX612" fmla="*/ 56760 w 549933"/>
                <a:gd name="connsiteY612" fmla="*/ 726246 h 759650"/>
                <a:gd name="connsiteX613" fmla="*/ 58913 w 549933"/>
                <a:gd name="connsiteY613" fmla="*/ 724833 h 759650"/>
                <a:gd name="connsiteX614" fmla="*/ 60495 w 549933"/>
                <a:gd name="connsiteY614" fmla="*/ 724833 h 759650"/>
                <a:gd name="connsiteX615" fmla="*/ 62380 w 549933"/>
                <a:gd name="connsiteY615" fmla="*/ 725842 h 759650"/>
                <a:gd name="connsiteX616" fmla="*/ 63120 w 549933"/>
                <a:gd name="connsiteY616" fmla="*/ 729038 h 759650"/>
                <a:gd name="connsiteX617" fmla="*/ 63120 w 549933"/>
                <a:gd name="connsiteY617" fmla="*/ 730922 h 759650"/>
                <a:gd name="connsiteX618" fmla="*/ 67899 w 549933"/>
                <a:gd name="connsiteY618" fmla="*/ 732066 h 759650"/>
                <a:gd name="connsiteX619" fmla="*/ 70221 w 549933"/>
                <a:gd name="connsiteY619" fmla="*/ 733209 h 759650"/>
                <a:gd name="connsiteX620" fmla="*/ 73418 w 549933"/>
                <a:gd name="connsiteY620" fmla="*/ 734219 h 759650"/>
                <a:gd name="connsiteX621" fmla="*/ 77188 w 549933"/>
                <a:gd name="connsiteY621" fmla="*/ 734791 h 759650"/>
                <a:gd name="connsiteX622" fmla="*/ 80519 w 549933"/>
                <a:gd name="connsiteY622" fmla="*/ 735228 h 759650"/>
                <a:gd name="connsiteX623" fmla="*/ 84424 w 549933"/>
                <a:gd name="connsiteY623" fmla="*/ 735968 h 759650"/>
                <a:gd name="connsiteX624" fmla="*/ 87318 w 549933"/>
                <a:gd name="connsiteY624" fmla="*/ 736843 h 759650"/>
                <a:gd name="connsiteX625" fmla="*/ 90919 w 549933"/>
                <a:gd name="connsiteY625" fmla="*/ 739298 h 759650"/>
                <a:gd name="connsiteX626" fmla="*/ 91794 w 549933"/>
                <a:gd name="connsiteY626" fmla="*/ 739601 h 759650"/>
                <a:gd name="connsiteX627" fmla="*/ 93544 w 549933"/>
                <a:gd name="connsiteY627" fmla="*/ 741922 h 759650"/>
                <a:gd name="connsiteX628" fmla="*/ 97885 w 549933"/>
                <a:gd name="connsiteY628" fmla="*/ 743941 h 759650"/>
                <a:gd name="connsiteX629" fmla="*/ 102092 w 549933"/>
                <a:gd name="connsiteY629" fmla="*/ 745522 h 759650"/>
                <a:gd name="connsiteX630" fmla="*/ 108049 w 549933"/>
                <a:gd name="connsiteY630" fmla="*/ 747405 h 759650"/>
                <a:gd name="connsiteX631" fmla="*/ 110237 w 549933"/>
                <a:gd name="connsiteY631" fmla="*/ 747708 h 759650"/>
                <a:gd name="connsiteX632" fmla="*/ 116900 w 549933"/>
                <a:gd name="connsiteY632" fmla="*/ 747002 h 759650"/>
                <a:gd name="connsiteX633" fmla="*/ 118650 w 549933"/>
                <a:gd name="connsiteY633" fmla="*/ 746127 h 759650"/>
                <a:gd name="connsiteX634" fmla="*/ 120266 w 549933"/>
                <a:gd name="connsiteY634" fmla="*/ 745992 h 759650"/>
                <a:gd name="connsiteX635" fmla="*/ 124607 w 549933"/>
                <a:gd name="connsiteY635" fmla="*/ 748314 h 759650"/>
                <a:gd name="connsiteX636" fmla="*/ 129252 w 549933"/>
                <a:gd name="connsiteY636" fmla="*/ 748886 h 759650"/>
                <a:gd name="connsiteX637" fmla="*/ 133593 w 549933"/>
                <a:gd name="connsiteY637" fmla="*/ 747574 h 759650"/>
                <a:gd name="connsiteX638" fmla="*/ 137228 w 549933"/>
                <a:gd name="connsiteY638" fmla="*/ 746833 h 759650"/>
                <a:gd name="connsiteX639" fmla="*/ 140189 w 549933"/>
                <a:gd name="connsiteY639" fmla="*/ 749861 h 759650"/>
                <a:gd name="connsiteX640" fmla="*/ 143151 w 549933"/>
                <a:gd name="connsiteY640" fmla="*/ 752922 h 759650"/>
                <a:gd name="connsiteX641" fmla="*/ 143151 w 549933"/>
                <a:gd name="connsiteY641" fmla="*/ 755243 h 759650"/>
                <a:gd name="connsiteX642" fmla="*/ 143151 w 549933"/>
                <a:gd name="connsiteY642" fmla="*/ 758708 h 759650"/>
                <a:gd name="connsiteX643" fmla="*/ 147492 w 549933"/>
                <a:gd name="connsiteY643" fmla="*/ 756084 h 759650"/>
                <a:gd name="connsiteX644" fmla="*/ 150084 w 549933"/>
                <a:gd name="connsiteY644" fmla="*/ 750870 h 759650"/>
                <a:gd name="connsiteX645" fmla="*/ 150084 w 549933"/>
                <a:gd name="connsiteY645" fmla="*/ 749996 h 759650"/>
                <a:gd name="connsiteX646" fmla="*/ 151665 w 549933"/>
                <a:gd name="connsiteY646" fmla="*/ 745084 h 759650"/>
                <a:gd name="connsiteX647" fmla="*/ 153550 w 549933"/>
                <a:gd name="connsiteY647" fmla="*/ 742898 h 759650"/>
                <a:gd name="connsiteX648" fmla="*/ 156007 w 549933"/>
                <a:gd name="connsiteY648" fmla="*/ 741014 h 759650"/>
                <a:gd name="connsiteX649" fmla="*/ 158329 w 549933"/>
                <a:gd name="connsiteY649" fmla="*/ 738121 h 759650"/>
                <a:gd name="connsiteX650" fmla="*/ 160651 w 549933"/>
                <a:gd name="connsiteY650" fmla="*/ 736674 h 759650"/>
                <a:gd name="connsiteX651" fmla="*/ 162973 w 549933"/>
                <a:gd name="connsiteY651" fmla="*/ 737549 h 759650"/>
                <a:gd name="connsiteX652" fmla="*/ 165565 w 549933"/>
                <a:gd name="connsiteY652" fmla="*/ 738424 h 759650"/>
                <a:gd name="connsiteX653" fmla="*/ 167450 w 549933"/>
                <a:gd name="connsiteY653" fmla="*/ 738726 h 759650"/>
                <a:gd name="connsiteX654" fmla="*/ 173541 w 549933"/>
                <a:gd name="connsiteY654" fmla="*/ 742360 h 759650"/>
                <a:gd name="connsiteX655" fmla="*/ 175123 w 549933"/>
                <a:gd name="connsiteY655" fmla="*/ 748011 h 759650"/>
                <a:gd name="connsiteX656" fmla="*/ 176132 w 549933"/>
                <a:gd name="connsiteY656" fmla="*/ 750029 h 759650"/>
                <a:gd name="connsiteX657" fmla="*/ 176132 w 549933"/>
                <a:gd name="connsiteY657" fmla="*/ 753494 h 759650"/>
                <a:gd name="connsiteX658" fmla="*/ 176132 w 549933"/>
                <a:gd name="connsiteY658" fmla="*/ 756959 h 759650"/>
                <a:gd name="connsiteX659" fmla="*/ 176873 w 549933"/>
                <a:gd name="connsiteY659" fmla="*/ 759011 h 759650"/>
                <a:gd name="connsiteX660" fmla="*/ 178084 w 549933"/>
                <a:gd name="connsiteY660" fmla="*/ 759650 h 759650"/>
                <a:gd name="connsiteX661" fmla="*/ 183301 w 549933"/>
                <a:gd name="connsiteY661" fmla="*/ 758877 h 759650"/>
                <a:gd name="connsiteX662" fmla="*/ 186330 w 549933"/>
                <a:gd name="connsiteY662" fmla="*/ 755614 h 759650"/>
                <a:gd name="connsiteX663" fmla="*/ 188517 w 549933"/>
                <a:gd name="connsiteY663" fmla="*/ 751913 h 759650"/>
                <a:gd name="connsiteX664" fmla="*/ 190705 w 549933"/>
                <a:gd name="connsiteY664" fmla="*/ 745185 h 759650"/>
                <a:gd name="connsiteX665" fmla="*/ 191142 w 549933"/>
                <a:gd name="connsiteY665" fmla="*/ 738659 h 759650"/>
                <a:gd name="connsiteX666" fmla="*/ 188315 w 549933"/>
                <a:gd name="connsiteY666" fmla="*/ 732806 h 759650"/>
                <a:gd name="connsiteX667" fmla="*/ 183974 w 549933"/>
                <a:gd name="connsiteY667" fmla="*/ 725842 h 759650"/>
                <a:gd name="connsiteX668" fmla="*/ 177445 w 549933"/>
                <a:gd name="connsiteY668" fmla="*/ 719989 h 759650"/>
                <a:gd name="connsiteX669" fmla="*/ 173541 w 549933"/>
                <a:gd name="connsiteY669" fmla="*/ 716087 h 759650"/>
                <a:gd name="connsiteX670" fmla="*/ 172026 w 549933"/>
                <a:gd name="connsiteY670" fmla="*/ 707845 h 759650"/>
                <a:gd name="connsiteX671" fmla="*/ 172228 w 549933"/>
                <a:gd name="connsiteY671" fmla="*/ 695230 h 759650"/>
                <a:gd name="connsiteX672" fmla="*/ 177882 w 549933"/>
                <a:gd name="connsiteY672" fmla="*/ 687830 h 759650"/>
                <a:gd name="connsiteX673" fmla="*/ 182123 w 549933"/>
                <a:gd name="connsiteY673" fmla="*/ 685004 h 759650"/>
                <a:gd name="connsiteX674" fmla="*/ 183099 w 549933"/>
                <a:gd name="connsiteY674" fmla="*/ 681976 h 759650"/>
                <a:gd name="connsiteX675" fmla="*/ 183099 w 549933"/>
                <a:gd name="connsiteY675" fmla="*/ 675248 h 759650"/>
                <a:gd name="connsiteX676" fmla="*/ 184613 w 549933"/>
                <a:gd name="connsiteY676" fmla="*/ 673196 h 759650"/>
                <a:gd name="connsiteX677" fmla="*/ 190907 w 549933"/>
                <a:gd name="connsiteY677" fmla="*/ 670909 h 759650"/>
                <a:gd name="connsiteX678" fmla="*/ 196123 w 549933"/>
                <a:gd name="connsiteY678" fmla="*/ 670909 h 759650"/>
                <a:gd name="connsiteX679" fmla="*/ 197873 w 549933"/>
                <a:gd name="connsiteY679" fmla="*/ 669833 h 759650"/>
                <a:gd name="connsiteX680" fmla="*/ 201138 w 549933"/>
                <a:gd name="connsiteY680" fmla="*/ 666569 h 759650"/>
                <a:gd name="connsiteX681" fmla="*/ 208744 w 549933"/>
                <a:gd name="connsiteY681" fmla="*/ 656141 h 759650"/>
                <a:gd name="connsiteX682" fmla="*/ 209821 w 549933"/>
                <a:gd name="connsiteY682" fmla="*/ 648101 h 759650"/>
                <a:gd name="connsiteX683" fmla="*/ 215273 w 549933"/>
                <a:gd name="connsiteY683" fmla="*/ 641138 h 759650"/>
                <a:gd name="connsiteX684" fmla="*/ 221128 w 549933"/>
                <a:gd name="connsiteY684" fmla="*/ 634612 h 759650"/>
                <a:gd name="connsiteX685" fmla="*/ 224157 w 549933"/>
                <a:gd name="connsiteY685" fmla="*/ 629633 h 759650"/>
                <a:gd name="connsiteX686" fmla="*/ 226547 w 549933"/>
                <a:gd name="connsiteY686" fmla="*/ 622232 h 759650"/>
                <a:gd name="connsiteX687" fmla="*/ 226783 w 549933"/>
                <a:gd name="connsiteY687" fmla="*/ 611804 h 759650"/>
                <a:gd name="connsiteX688" fmla="*/ 227220 w 549933"/>
                <a:gd name="connsiteY688" fmla="*/ 606825 h 759650"/>
                <a:gd name="connsiteX689" fmla="*/ 229172 w 549933"/>
                <a:gd name="connsiteY689" fmla="*/ 601611 h 759650"/>
                <a:gd name="connsiteX690" fmla="*/ 234389 w 549933"/>
                <a:gd name="connsiteY690" fmla="*/ 596633 h 759650"/>
                <a:gd name="connsiteX691" fmla="*/ 239403 w 549933"/>
                <a:gd name="connsiteY691" fmla="*/ 595119 h 759650"/>
                <a:gd name="connsiteX692" fmla="*/ 243744 w 549933"/>
                <a:gd name="connsiteY692" fmla="*/ 593807 h 759650"/>
                <a:gd name="connsiteX693" fmla="*/ 248961 w 549933"/>
                <a:gd name="connsiteY693" fmla="*/ 585128 h 759650"/>
                <a:gd name="connsiteX694" fmla="*/ 251350 w 549933"/>
                <a:gd name="connsiteY694" fmla="*/ 581226 h 759650"/>
                <a:gd name="connsiteX695" fmla="*/ 260908 w 549933"/>
                <a:gd name="connsiteY695" fmla="*/ 569284 h 759650"/>
                <a:gd name="connsiteX696" fmla="*/ 266562 w 549933"/>
                <a:gd name="connsiteY696" fmla="*/ 568207 h 759650"/>
                <a:gd name="connsiteX697" fmla="*/ 271577 w 549933"/>
                <a:gd name="connsiteY697" fmla="*/ 569721 h 759650"/>
                <a:gd name="connsiteX698" fmla="*/ 280563 w 549933"/>
                <a:gd name="connsiteY698" fmla="*/ 571235 h 759650"/>
                <a:gd name="connsiteX699" fmla="*/ 286789 w 549933"/>
                <a:gd name="connsiteY699" fmla="*/ 563632 h 759650"/>
                <a:gd name="connsiteX700" fmla="*/ 291332 w 549933"/>
                <a:gd name="connsiteY700" fmla="*/ 556904 h 759650"/>
                <a:gd name="connsiteX701" fmla="*/ 294597 w 549933"/>
                <a:gd name="connsiteY701" fmla="*/ 550614 h 759650"/>
                <a:gd name="connsiteX702" fmla="*/ 300015 w 549933"/>
                <a:gd name="connsiteY702" fmla="*/ 544626 h 759650"/>
                <a:gd name="connsiteX703" fmla="*/ 304794 w 549933"/>
                <a:gd name="connsiteY703" fmla="*/ 542338 h 759650"/>
                <a:gd name="connsiteX704" fmla="*/ 312635 w 549933"/>
                <a:gd name="connsiteY704" fmla="*/ 542338 h 759650"/>
                <a:gd name="connsiteX705" fmla="*/ 319602 w 549933"/>
                <a:gd name="connsiteY705" fmla="*/ 542338 h 759650"/>
                <a:gd name="connsiteX706" fmla="*/ 325693 w 549933"/>
                <a:gd name="connsiteY706" fmla="*/ 542540 h 759650"/>
                <a:gd name="connsiteX707" fmla="*/ 335924 w 549933"/>
                <a:gd name="connsiteY707" fmla="*/ 538840 h 759650"/>
                <a:gd name="connsiteX708" fmla="*/ 340501 w 549933"/>
                <a:gd name="connsiteY708" fmla="*/ 538840 h 759650"/>
                <a:gd name="connsiteX709" fmla="*/ 347872 w 549933"/>
                <a:gd name="connsiteY709" fmla="*/ 537528 h 759650"/>
                <a:gd name="connsiteX710" fmla="*/ 355040 w 549933"/>
                <a:gd name="connsiteY710" fmla="*/ 534265 h 759650"/>
                <a:gd name="connsiteX711" fmla="*/ 360896 w 549933"/>
                <a:gd name="connsiteY711" fmla="*/ 530127 h 759650"/>
                <a:gd name="connsiteX712" fmla="*/ 361973 w 549933"/>
                <a:gd name="connsiteY712" fmla="*/ 525552 h 759650"/>
                <a:gd name="connsiteX713" fmla="*/ 363723 w 549933"/>
                <a:gd name="connsiteY713" fmla="*/ 519901 h 759650"/>
                <a:gd name="connsiteX714" fmla="*/ 365675 w 549933"/>
                <a:gd name="connsiteY714" fmla="*/ 516873 h 759650"/>
                <a:gd name="connsiteX715" fmla="*/ 365675 w 549933"/>
                <a:gd name="connsiteY715" fmla="*/ 508396 h 759650"/>
                <a:gd name="connsiteX716" fmla="*/ 370690 w 549933"/>
                <a:gd name="connsiteY716" fmla="*/ 506882 h 759650"/>
                <a:gd name="connsiteX717" fmla="*/ 376983 w 549933"/>
                <a:gd name="connsiteY717" fmla="*/ 505806 h 759650"/>
                <a:gd name="connsiteX718" fmla="*/ 380483 w 549933"/>
                <a:gd name="connsiteY718" fmla="*/ 505806 h 759650"/>
                <a:gd name="connsiteX719" fmla="*/ 383074 w 549933"/>
                <a:gd name="connsiteY719" fmla="*/ 503417 h 759650"/>
                <a:gd name="connsiteX720" fmla="*/ 384690 w 549933"/>
                <a:gd name="connsiteY720" fmla="*/ 500793 h 759650"/>
                <a:gd name="connsiteX721" fmla="*/ 386541 w 549933"/>
                <a:gd name="connsiteY721" fmla="*/ 496656 h 759650"/>
                <a:gd name="connsiteX722" fmla="*/ 386541 w 549933"/>
                <a:gd name="connsiteY722" fmla="*/ 494469 h 759650"/>
                <a:gd name="connsiteX723" fmla="*/ 387618 w 549933"/>
                <a:gd name="connsiteY723" fmla="*/ 493594 h 759650"/>
                <a:gd name="connsiteX724" fmla="*/ 383041 w 549933"/>
                <a:gd name="connsiteY724" fmla="*/ 485790 h 759650"/>
                <a:gd name="connsiteX725" fmla="*/ 378464 w 549933"/>
                <a:gd name="connsiteY725" fmla="*/ 481451 h 759650"/>
                <a:gd name="connsiteX726" fmla="*/ 373887 w 549933"/>
                <a:gd name="connsiteY726" fmla="*/ 473209 h 759650"/>
                <a:gd name="connsiteX727" fmla="*/ 367795 w 549933"/>
                <a:gd name="connsiteY727" fmla="*/ 464092 h 759650"/>
                <a:gd name="connsiteX728" fmla="*/ 364430 w 549933"/>
                <a:gd name="connsiteY728" fmla="*/ 459517 h 759650"/>
                <a:gd name="connsiteX729" fmla="*/ 360391 w 549933"/>
                <a:gd name="connsiteY729" fmla="*/ 456490 h 759650"/>
                <a:gd name="connsiteX730" fmla="*/ 360391 w 549933"/>
                <a:gd name="connsiteY730" fmla="*/ 450468 h 759650"/>
                <a:gd name="connsiteX731" fmla="*/ 357901 w 549933"/>
                <a:gd name="connsiteY731" fmla="*/ 452352 h 759650"/>
                <a:gd name="connsiteX732" fmla="*/ 356151 w 549933"/>
                <a:gd name="connsiteY732" fmla="*/ 452689 h 759650"/>
                <a:gd name="connsiteX733" fmla="*/ 352011 w 549933"/>
                <a:gd name="connsiteY733" fmla="*/ 454337 h 759650"/>
                <a:gd name="connsiteX734" fmla="*/ 348848 w 549933"/>
                <a:gd name="connsiteY734" fmla="*/ 456086 h 759650"/>
                <a:gd name="connsiteX735" fmla="*/ 347198 w 549933"/>
                <a:gd name="connsiteY735" fmla="*/ 456725 h 759650"/>
                <a:gd name="connsiteX736" fmla="*/ 343194 w 549933"/>
                <a:gd name="connsiteY736" fmla="*/ 454774 h 759650"/>
                <a:gd name="connsiteX737" fmla="*/ 341982 w 549933"/>
                <a:gd name="connsiteY737" fmla="*/ 455312 h 759650"/>
                <a:gd name="connsiteX738" fmla="*/ 340400 w 549933"/>
                <a:gd name="connsiteY738" fmla="*/ 457398 h 759650"/>
                <a:gd name="connsiteX739" fmla="*/ 338078 w 549933"/>
                <a:gd name="connsiteY739" fmla="*/ 458205 h 759650"/>
                <a:gd name="connsiteX740" fmla="*/ 335689 w 549933"/>
                <a:gd name="connsiteY740" fmla="*/ 458172 h 759650"/>
                <a:gd name="connsiteX741" fmla="*/ 332121 w 549933"/>
                <a:gd name="connsiteY741" fmla="*/ 458172 h 759650"/>
                <a:gd name="connsiteX742" fmla="*/ 330035 w 549933"/>
                <a:gd name="connsiteY742" fmla="*/ 457533 h 759650"/>
                <a:gd name="connsiteX743" fmla="*/ 329934 w 549933"/>
                <a:gd name="connsiteY743" fmla="*/ 456759 h 759650"/>
                <a:gd name="connsiteX744" fmla="*/ 331684 w 549933"/>
                <a:gd name="connsiteY744" fmla="*/ 455851 h 759650"/>
                <a:gd name="connsiteX745" fmla="*/ 333535 w 549933"/>
                <a:gd name="connsiteY745" fmla="*/ 454135 h 759650"/>
                <a:gd name="connsiteX746" fmla="*/ 333198 w 549933"/>
                <a:gd name="connsiteY746" fmla="*/ 452083 h 759650"/>
                <a:gd name="connsiteX747" fmla="*/ 331145 w 549933"/>
                <a:gd name="connsiteY747" fmla="*/ 450569 h 759650"/>
                <a:gd name="connsiteX748" fmla="*/ 328857 w 549933"/>
                <a:gd name="connsiteY748" fmla="*/ 450771 h 759650"/>
                <a:gd name="connsiteX749" fmla="*/ 327645 w 549933"/>
                <a:gd name="connsiteY749" fmla="*/ 452520 h 759650"/>
                <a:gd name="connsiteX750" fmla="*/ 327006 w 549933"/>
                <a:gd name="connsiteY750" fmla="*/ 453597 h 759650"/>
                <a:gd name="connsiteX751" fmla="*/ 322765 w 549933"/>
                <a:gd name="connsiteY751" fmla="*/ 454909 h 759650"/>
                <a:gd name="connsiteX752" fmla="*/ 321284 w 549933"/>
                <a:gd name="connsiteY752" fmla="*/ 455851 h 759650"/>
                <a:gd name="connsiteX753" fmla="*/ 318121 w 549933"/>
                <a:gd name="connsiteY753" fmla="*/ 454505 h 759650"/>
                <a:gd name="connsiteX754" fmla="*/ 317010 w 549933"/>
                <a:gd name="connsiteY754" fmla="*/ 454000 h 759650"/>
                <a:gd name="connsiteX755" fmla="*/ 316169 w 549933"/>
                <a:gd name="connsiteY755" fmla="*/ 452991 h 759650"/>
                <a:gd name="connsiteX756" fmla="*/ 316909 w 549933"/>
                <a:gd name="connsiteY756" fmla="*/ 451108 h 759650"/>
                <a:gd name="connsiteX757" fmla="*/ 316909 w 549933"/>
                <a:gd name="connsiteY757" fmla="*/ 451040 h 759650"/>
                <a:gd name="connsiteX758" fmla="*/ 316909 w 549933"/>
                <a:gd name="connsiteY758" fmla="*/ 449358 h 759650"/>
                <a:gd name="connsiteX759" fmla="*/ 316909 w 549933"/>
                <a:gd name="connsiteY759" fmla="*/ 447542 h 759650"/>
                <a:gd name="connsiteX760" fmla="*/ 316472 w 549933"/>
                <a:gd name="connsiteY760" fmla="*/ 446129 h 759650"/>
                <a:gd name="connsiteX761" fmla="*/ 314183 w 549933"/>
                <a:gd name="connsiteY761" fmla="*/ 444245 h 759650"/>
                <a:gd name="connsiteX762" fmla="*/ 313443 w 549933"/>
                <a:gd name="connsiteY762" fmla="*/ 444346 h 759650"/>
                <a:gd name="connsiteX763" fmla="*/ 312131 w 549933"/>
                <a:gd name="connsiteY763" fmla="*/ 444985 h 759650"/>
                <a:gd name="connsiteX764" fmla="*/ 310414 w 549933"/>
                <a:gd name="connsiteY764" fmla="*/ 445961 h 759650"/>
                <a:gd name="connsiteX765" fmla="*/ 307318 w 549933"/>
                <a:gd name="connsiteY765" fmla="*/ 446734 h 759650"/>
                <a:gd name="connsiteX766" fmla="*/ 302102 w 549933"/>
                <a:gd name="connsiteY766" fmla="*/ 446734 h 759650"/>
                <a:gd name="connsiteX767" fmla="*/ 298837 w 549933"/>
                <a:gd name="connsiteY767" fmla="*/ 446734 h 759650"/>
                <a:gd name="connsiteX768" fmla="*/ 296010 w 549933"/>
                <a:gd name="connsiteY768" fmla="*/ 445221 h 759650"/>
                <a:gd name="connsiteX769" fmla="*/ 290019 w 549933"/>
                <a:gd name="connsiteY769" fmla="*/ 440343 h 759650"/>
                <a:gd name="connsiteX770" fmla="*/ 287293 w 549933"/>
                <a:gd name="connsiteY770" fmla="*/ 438392 h 759650"/>
                <a:gd name="connsiteX771" fmla="*/ 283827 w 549933"/>
                <a:gd name="connsiteY771" fmla="*/ 435129 h 759650"/>
                <a:gd name="connsiteX772" fmla="*/ 281740 w 549933"/>
                <a:gd name="connsiteY772" fmla="*/ 431327 h 759650"/>
                <a:gd name="connsiteX773" fmla="*/ 281101 w 549933"/>
                <a:gd name="connsiteY773" fmla="*/ 425575 h 759650"/>
                <a:gd name="connsiteX774" fmla="*/ 280360 w 549933"/>
                <a:gd name="connsiteY774" fmla="*/ 421572 h 759650"/>
                <a:gd name="connsiteX775" fmla="*/ 280360 w 549933"/>
                <a:gd name="connsiteY775" fmla="*/ 415719 h 759650"/>
                <a:gd name="connsiteX776" fmla="*/ 281942 w 549933"/>
                <a:gd name="connsiteY776" fmla="*/ 413768 h 759650"/>
                <a:gd name="connsiteX777" fmla="*/ 286991 w 549933"/>
                <a:gd name="connsiteY777" fmla="*/ 410168 h 759650"/>
                <a:gd name="connsiteX778" fmla="*/ 291568 w 549933"/>
                <a:gd name="connsiteY778" fmla="*/ 408755 h 759650"/>
                <a:gd name="connsiteX779" fmla="*/ 294731 w 549933"/>
                <a:gd name="connsiteY779" fmla="*/ 406468 h 759650"/>
                <a:gd name="connsiteX780" fmla="*/ 298332 w 549933"/>
                <a:gd name="connsiteY780" fmla="*/ 404281 h 759650"/>
                <a:gd name="connsiteX781" fmla="*/ 301260 w 549933"/>
                <a:gd name="connsiteY781" fmla="*/ 402095 h 759650"/>
                <a:gd name="connsiteX782" fmla="*/ 303885 w 549933"/>
                <a:gd name="connsiteY782" fmla="*/ 399370 h 759650"/>
                <a:gd name="connsiteX783" fmla="*/ 303111 w 549933"/>
                <a:gd name="connsiteY783" fmla="*/ 397082 h 759650"/>
                <a:gd name="connsiteX784" fmla="*/ 300183 w 549933"/>
                <a:gd name="connsiteY784" fmla="*/ 395871 h 759650"/>
                <a:gd name="connsiteX785" fmla="*/ 294092 w 549933"/>
                <a:gd name="connsiteY785" fmla="*/ 392844 h 759650"/>
                <a:gd name="connsiteX786" fmla="*/ 290289 w 549933"/>
                <a:gd name="connsiteY786" fmla="*/ 389143 h 759650"/>
                <a:gd name="connsiteX787" fmla="*/ 289851 w 549933"/>
                <a:gd name="connsiteY787" fmla="*/ 385107 h 759650"/>
                <a:gd name="connsiteX788" fmla="*/ 291601 w 549933"/>
                <a:gd name="connsiteY788" fmla="*/ 382079 h 759650"/>
                <a:gd name="connsiteX789" fmla="*/ 292779 w 549933"/>
                <a:gd name="connsiteY789" fmla="*/ 378614 h 759650"/>
                <a:gd name="connsiteX790" fmla="*/ 290625 w 549933"/>
                <a:gd name="connsiteY790" fmla="*/ 375452 h 759650"/>
                <a:gd name="connsiteX791" fmla="*/ 284971 w 549933"/>
                <a:gd name="connsiteY791" fmla="*/ 371752 h 759650"/>
                <a:gd name="connsiteX792" fmla="*/ 284971 w 549933"/>
                <a:gd name="connsiteY792" fmla="*/ 368287 h 759650"/>
                <a:gd name="connsiteX793" fmla="*/ 287226 w 549933"/>
                <a:gd name="connsiteY793" fmla="*/ 365898 h 759650"/>
                <a:gd name="connsiteX794" fmla="*/ 291063 w 549933"/>
                <a:gd name="connsiteY794" fmla="*/ 362299 h 759650"/>
                <a:gd name="connsiteX795" fmla="*/ 290524 w 549933"/>
                <a:gd name="connsiteY795" fmla="*/ 357623 h 759650"/>
                <a:gd name="connsiteX796" fmla="*/ 288505 w 549933"/>
                <a:gd name="connsiteY796" fmla="*/ 354696 h 759650"/>
                <a:gd name="connsiteX797" fmla="*/ 287361 w 549933"/>
                <a:gd name="connsiteY797" fmla="*/ 352510 h 759650"/>
                <a:gd name="connsiteX798" fmla="*/ 287361 w 549933"/>
                <a:gd name="connsiteY798" fmla="*/ 350222 h 759650"/>
                <a:gd name="connsiteX799" fmla="*/ 287361 w 549933"/>
                <a:gd name="connsiteY799" fmla="*/ 347565 h 759650"/>
                <a:gd name="connsiteX800" fmla="*/ 287866 w 549933"/>
                <a:gd name="connsiteY800" fmla="*/ 344100 h 759650"/>
                <a:gd name="connsiteX801" fmla="*/ 289077 w 549933"/>
                <a:gd name="connsiteY801" fmla="*/ 341913 h 759650"/>
                <a:gd name="connsiteX802" fmla="*/ 290962 w 549933"/>
                <a:gd name="connsiteY802" fmla="*/ 338717 h 759650"/>
                <a:gd name="connsiteX803" fmla="*/ 292914 w 549933"/>
                <a:gd name="connsiteY803" fmla="*/ 337473 h 759650"/>
                <a:gd name="connsiteX804" fmla="*/ 294496 w 549933"/>
                <a:gd name="connsiteY804" fmla="*/ 335118 h 759650"/>
                <a:gd name="connsiteX805" fmla="*/ 295539 w 549933"/>
                <a:gd name="connsiteY805" fmla="*/ 333503 h 759650"/>
                <a:gd name="connsiteX806" fmla="*/ 296246 w 549933"/>
                <a:gd name="connsiteY806" fmla="*/ 331317 h 759650"/>
                <a:gd name="connsiteX807" fmla="*/ 296246 w 549933"/>
                <a:gd name="connsiteY807" fmla="*/ 329534 h 759650"/>
                <a:gd name="connsiteX808" fmla="*/ 296414 w 549933"/>
                <a:gd name="connsiteY808" fmla="*/ 327919 h 759650"/>
                <a:gd name="connsiteX809" fmla="*/ 296447 w 549933"/>
                <a:gd name="connsiteY809" fmla="*/ 326809 h 759650"/>
                <a:gd name="connsiteX810" fmla="*/ 296279 w 549933"/>
                <a:gd name="connsiteY810" fmla="*/ 325531 h 759650"/>
                <a:gd name="connsiteX811" fmla="*/ 296279 w 549933"/>
                <a:gd name="connsiteY811" fmla="*/ 324252 h 759650"/>
                <a:gd name="connsiteX812" fmla="*/ 297188 w 549933"/>
                <a:gd name="connsiteY812" fmla="*/ 323748 h 759650"/>
                <a:gd name="connsiteX813" fmla="*/ 298635 w 549933"/>
                <a:gd name="connsiteY813" fmla="*/ 323311 h 759650"/>
                <a:gd name="connsiteX814" fmla="*/ 300284 w 549933"/>
                <a:gd name="connsiteY814" fmla="*/ 323311 h 759650"/>
                <a:gd name="connsiteX815" fmla="*/ 301563 w 549933"/>
                <a:gd name="connsiteY815" fmla="*/ 324252 h 759650"/>
                <a:gd name="connsiteX816" fmla="*/ 303044 w 549933"/>
                <a:gd name="connsiteY816" fmla="*/ 325295 h 759650"/>
                <a:gd name="connsiteX817" fmla="*/ 303347 w 549933"/>
                <a:gd name="connsiteY817" fmla="*/ 326675 h 759650"/>
                <a:gd name="connsiteX818" fmla="*/ 303077 w 549933"/>
                <a:gd name="connsiteY818" fmla="*/ 328861 h 759650"/>
                <a:gd name="connsiteX819" fmla="*/ 302438 w 549933"/>
                <a:gd name="connsiteY819" fmla="*/ 331485 h 759650"/>
                <a:gd name="connsiteX820" fmla="*/ 301226 w 549933"/>
                <a:gd name="connsiteY820" fmla="*/ 333234 h 759650"/>
                <a:gd name="connsiteX821" fmla="*/ 300688 w 549933"/>
                <a:gd name="connsiteY821" fmla="*/ 335320 h 759650"/>
                <a:gd name="connsiteX822" fmla="*/ 301765 w 549933"/>
                <a:gd name="connsiteY822" fmla="*/ 336733 h 759650"/>
                <a:gd name="connsiteX823" fmla="*/ 305905 w 549933"/>
                <a:gd name="connsiteY823" fmla="*/ 338146 h 759650"/>
                <a:gd name="connsiteX824" fmla="*/ 309505 w 549933"/>
                <a:gd name="connsiteY824" fmla="*/ 337944 h 759650"/>
                <a:gd name="connsiteX825" fmla="*/ 312871 w 549933"/>
                <a:gd name="connsiteY825" fmla="*/ 340534 h 759650"/>
                <a:gd name="connsiteX826" fmla="*/ 315900 w 549933"/>
                <a:gd name="connsiteY826" fmla="*/ 341947 h 759650"/>
                <a:gd name="connsiteX827" fmla="*/ 318828 w 549933"/>
                <a:gd name="connsiteY827" fmla="*/ 340736 h 759650"/>
                <a:gd name="connsiteX828" fmla="*/ 319703 w 549933"/>
                <a:gd name="connsiteY828" fmla="*/ 337809 h 759650"/>
                <a:gd name="connsiteX829" fmla="*/ 320679 w 549933"/>
                <a:gd name="connsiteY829" fmla="*/ 333571 h 759650"/>
                <a:gd name="connsiteX830" fmla="*/ 319804 w 549933"/>
                <a:gd name="connsiteY830" fmla="*/ 329870 h 759650"/>
                <a:gd name="connsiteX831" fmla="*/ 318390 w 549933"/>
                <a:gd name="connsiteY831" fmla="*/ 328457 h 759650"/>
                <a:gd name="connsiteX832" fmla="*/ 315126 w 549933"/>
                <a:gd name="connsiteY832" fmla="*/ 328020 h 759650"/>
                <a:gd name="connsiteX833" fmla="*/ 311659 w 549933"/>
                <a:gd name="connsiteY833" fmla="*/ 326271 h 759650"/>
                <a:gd name="connsiteX834" fmla="*/ 313712 w 549933"/>
                <a:gd name="connsiteY834" fmla="*/ 323445 h 759650"/>
                <a:gd name="connsiteX835" fmla="*/ 316001 w 549933"/>
                <a:gd name="connsiteY835" fmla="*/ 320586 h 759650"/>
                <a:gd name="connsiteX836" fmla="*/ 318054 w 549933"/>
                <a:gd name="connsiteY836" fmla="*/ 319644 h 759650"/>
                <a:gd name="connsiteX837" fmla="*/ 321116 w 549933"/>
                <a:gd name="connsiteY837" fmla="*/ 319307 h 759650"/>
                <a:gd name="connsiteX838" fmla="*/ 323068 w 549933"/>
                <a:gd name="connsiteY838" fmla="*/ 317895 h 759650"/>
                <a:gd name="connsiteX839" fmla="*/ 322967 w 549933"/>
                <a:gd name="connsiteY839" fmla="*/ 315708 h 759650"/>
                <a:gd name="connsiteX840" fmla="*/ 321116 w 549933"/>
                <a:gd name="connsiteY840" fmla="*/ 313118 h 759650"/>
                <a:gd name="connsiteX841" fmla="*/ 319164 w 549933"/>
                <a:gd name="connsiteY841" fmla="*/ 312344 h 759650"/>
                <a:gd name="connsiteX842" fmla="*/ 315361 w 549933"/>
                <a:gd name="connsiteY842" fmla="*/ 311469 h 759650"/>
                <a:gd name="connsiteX843" fmla="*/ 314385 w 549933"/>
                <a:gd name="connsiteY843" fmla="*/ 308206 h 759650"/>
                <a:gd name="connsiteX844" fmla="*/ 312534 w 549933"/>
                <a:gd name="connsiteY844" fmla="*/ 302118 h 759650"/>
                <a:gd name="connsiteX845" fmla="*/ 313174 w 549933"/>
                <a:gd name="connsiteY845" fmla="*/ 298215 h 759650"/>
                <a:gd name="connsiteX846" fmla="*/ 314049 w 549933"/>
                <a:gd name="connsiteY846" fmla="*/ 293539 h 759650"/>
                <a:gd name="connsiteX847" fmla="*/ 315462 w 549933"/>
                <a:gd name="connsiteY847" fmla="*/ 291689 h 759650"/>
                <a:gd name="connsiteX848" fmla="*/ 319501 w 549933"/>
                <a:gd name="connsiteY848" fmla="*/ 291588 h 759650"/>
                <a:gd name="connsiteX849" fmla="*/ 321015 w 549933"/>
                <a:gd name="connsiteY849" fmla="*/ 290949 h 759650"/>
                <a:gd name="connsiteX850" fmla="*/ 322092 w 549933"/>
                <a:gd name="connsiteY850" fmla="*/ 287720 h 759650"/>
                <a:gd name="connsiteX851" fmla="*/ 322092 w 549933"/>
                <a:gd name="connsiteY851" fmla="*/ 286509 h 759650"/>
                <a:gd name="connsiteX852" fmla="*/ 322597 w 549933"/>
                <a:gd name="connsiteY852" fmla="*/ 284457 h 759650"/>
                <a:gd name="connsiteX853" fmla="*/ 323304 w 549933"/>
                <a:gd name="connsiteY853" fmla="*/ 283380 h 759650"/>
                <a:gd name="connsiteX854" fmla="*/ 325693 w 549933"/>
                <a:gd name="connsiteY854" fmla="*/ 282405 h 759650"/>
                <a:gd name="connsiteX855" fmla="*/ 327342 w 549933"/>
                <a:gd name="connsiteY855" fmla="*/ 280218 h 759650"/>
                <a:gd name="connsiteX856" fmla="*/ 329934 w 549933"/>
                <a:gd name="connsiteY856" fmla="*/ 277493 h 759650"/>
                <a:gd name="connsiteX857" fmla="*/ 332559 w 549933"/>
                <a:gd name="connsiteY857" fmla="*/ 273894 h 759650"/>
                <a:gd name="connsiteX858" fmla="*/ 332559 w 549933"/>
                <a:gd name="connsiteY858" fmla="*/ 269857 h 759650"/>
                <a:gd name="connsiteX859" fmla="*/ 337136 w 549933"/>
                <a:gd name="connsiteY859" fmla="*/ 267570 h 759650"/>
                <a:gd name="connsiteX860" fmla="*/ 341040 w 549933"/>
                <a:gd name="connsiteY860" fmla="*/ 264408 h 759650"/>
                <a:gd name="connsiteX861" fmla="*/ 348208 w 549933"/>
                <a:gd name="connsiteY861" fmla="*/ 266998 h 759650"/>
                <a:gd name="connsiteX862" fmla="*/ 349622 w 549933"/>
                <a:gd name="connsiteY862" fmla="*/ 268310 h 759650"/>
                <a:gd name="connsiteX863" fmla="*/ 352180 w 549933"/>
                <a:gd name="connsiteY863" fmla="*/ 269655 h 759650"/>
                <a:gd name="connsiteX864" fmla="*/ 353929 w 549933"/>
                <a:gd name="connsiteY864" fmla="*/ 274062 h 759650"/>
                <a:gd name="connsiteX865" fmla="*/ 356992 w 549933"/>
                <a:gd name="connsiteY865" fmla="*/ 276383 h 759650"/>
                <a:gd name="connsiteX866" fmla="*/ 358742 w 549933"/>
                <a:gd name="connsiteY866" fmla="*/ 275845 h 759650"/>
                <a:gd name="connsiteX867" fmla="*/ 361603 w 549933"/>
                <a:gd name="connsiteY867" fmla="*/ 272582 h 759650"/>
                <a:gd name="connsiteX868" fmla="*/ 366281 w 549933"/>
                <a:gd name="connsiteY868" fmla="*/ 272582 h 759650"/>
                <a:gd name="connsiteX869" fmla="*/ 368232 w 549933"/>
                <a:gd name="connsiteY869" fmla="*/ 274264 h 759650"/>
                <a:gd name="connsiteX870" fmla="*/ 368838 w 549933"/>
                <a:gd name="connsiteY870" fmla="*/ 276316 h 759650"/>
                <a:gd name="connsiteX871" fmla="*/ 368300 w 549933"/>
                <a:gd name="connsiteY871" fmla="*/ 281261 h 759650"/>
                <a:gd name="connsiteX872" fmla="*/ 365204 w 549933"/>
                <a:gd name="connsiteY872" fmla="*/ 281631 h 759650"/>
                <a:gd name="connsiteX873" fmla="*/ 362579 w 549933"/>
                <a:gd name="connsiteY873" fmla="*/ 283414 h 759650"/>
                <a:gd name="connsiteX874" fmla="*/ 361872 w 549933"/>
                <a:gd name="connsiteY874" fmla="*/ 285029 h 759650"/>
                <a:gd name="connsiteX875" fmla="*/ 364733 w 549933"/>
                <a:gd name="connsiteY875" fmla="*/ 286711 h 759650"/>
                <a:gd name="connsiteX876" fmla="*/ 366045 w 549933"/>
                <a:gd name="connsiteY876" fmla="*/ 286711 h 759650"/>
                <a:gd name="connsiteX877" fmla="*/ 369209 w 549933"/>
                <a:gd name="connsiteY877" fmla="*/ 287148 h 759650"/>
                <a:gd name="connsiteX878" fmla="*/ 369983 w 549933"/>
                <a:gd name="connsiteY878" fmla="*/ 288224 h 759650"/>
                <a:gd name="connsiteX879" fmla="*/ 368906 w 549933"/>
                <a:gd name="connsiteY879" fmla="*/ 289402 h 759650"/>
                <a:gd name="connsiteX880" fmla="*/ 368266 w 549933"/>
                <a:gd name="connsiteY880" fmla="*/ 290747 h 759650"/>
                <a:gd name="connsiteX881" fmla="*/ 368973 w 549933"/>
                <a:gd name="connsiteY881" fmla="*/ 292059 h 759650"/>
                <a:gd name="connsiteX882" fmla="*/ 370555 w 549933"/>
                <a:gd name="connsiteY882" fmla="*/ 292934 h 759650"/>
                <a:gd name="connsiteX883" fmla="*/ 372305 w 549933"/>
                <a:gd name="connsiteY883" fmla="*/ 294010 h 759650"/>
                <a:gd name="connsiteX884" fmla="*/ 372944 w 549933"/>
                <a:gd name="connsiteY884" fmla="*/ 296231 h 759650"/>
                <a:gd name="connsiteX885" fmla="*/ 372170 w 549933"/>
                <a:gd name="connsiteY885" fmla="*/ 297879 h 759650"/>
                <a:gd name="connsiteX886" fmla="*/ 371497 w 549933"/>
                <a:gd name="connsiteY886" fmla="*/ 298585 h 759650"/>
                <a:gd name="connsiteX887" fmla="*/ 370420 w 549933"/>
                <a:gd name="connsiteY887" fmla="*/ 299292 h 759650"/>
                <a:gd name="connsiteX888" fmla="*/ 368232 w 549933"/>
                <a:gd name="connsiteY888" fmla="*/ 299090 h 759650"/>
                <a:gd name="connsiteX889" fmla="*/ 367862 w 549933"/>
                <a:gd name="connsiteY889" fmla="*/ 297711 h 759650"/>
                <a:gd name="connsiteX890" fmla="*/ 366483 w 549933"/>
                <a:gd name="connsiteY890" fmla="*/ 297139 h 759650"/>
                <a:gd name="connsiteX891" fmla="*/ 364665 w 549933"/>
                <a:gd name="connsiteY891" fmla="*/ 297139 h 759650"/>
                <a:gd name="connsiteX892" fmla="*/ 362780 w 549933"/>
                <a:gd name="connsiteY892" fmla="*/ 297004 h 759650"/>
                <a:gd name="connsiteX893" fmla="*/ 362209 w 549933"/>
                <a:gd name="connsiteY893" fmla="*/ 298148 h 759650"/>
                <a:gd name="connsiteX894" fmla="*/ 361131 w 549933"/>
                <a:gd name="connsiteY894" fmla="*/ 299157 h 759650"/>
                <a:gd name="connsiteX895" fmla="*/ 358439 w 549933"/>
                <a:gd name="connsiteY895" fmla="*/ 299292 h 759650"/>
                <a:gd name="connsiteX896" fmla="*/ 356554 w 549933"/>
                <a:gd name="connsiteY896" fmla="*/ 298552 h 759650"/>
                <a:gd name="connsiteX897" fmla="*/ 354804 w 549933"/>
                <a:gd name="connsiteY897" fmla="*/ 298047 h 759650"/>
                <a:gd name="connsiteX898" fmla="*/ 353929 w 549933"/>
                <a:gd name="connsiteY898" fmla="*/ 297408 h 759650"/>
                <a:gd name="connsiteX899" fmla="*/ 352112 w 549933"/>
                <a:gd name="connsiteY899" fmla="*/ 296096 h 759650"/>
                <a:gd name="connsiteX900" fmla="*/ 350800 w 549933"/>
                <a:gd name="connsiteY900" fmla="*/ 295356 h 759650"/>
                <a:gd name="connsiteX901" fmla="*/ 350295 w 549933"/>
                <a:gd name="connsiteY901" fmla="*/ 295356 h 759650"/>
                <a:gd name="connsiteX902" fmla="*/ 349050 w 549933"/>
                <a:gd name="connsiteY902" fmla="*/ 296062 h 759650"/>
                <a:gd name="connsiteX903" fmla="*/ 348107 w 549933"/>
                <a:gd name="connsiteY903" fmla="*/ 296836 h 759650"/>
                <a:gd name="connsiteX904" fmla="*/ 348174 w 549933"/>
                <a:gd name="connsiteY904" fmla="*/ 297980 h 759650"/>
                <a:gd name="connsiteX905" fmla="*/ 348174 w 549933"/>
                <a:gd name="connsiteY905" fmla="*/ 299359 h 759650"/>
                <a:gd name="connsiteX906" fmla="*/ 347905 w 549933"/>
                <a:gd name="connsiteY906" fmla="*/ 301041 h 759650"/>
                <a:gd name="connsiteX907" fmla="*/ 347535 w 549933"/>
                <a:gd name="connsiteY907" fmla="*/ 304304 h 759650"/>
                <a:gd name="connsiteX908" fmla="*/ 347535 w 549933"/>
                <a:gd name="connsiteY908" fmla="*/ 306053 h 759650"/>
                <a:gd name="connsiteX909" fmla="*/ 349487 w 549933"/>
                <a:gd name="connsiteY909" fmla="*/ 308442 h 759650"/>
                <a:gd name="connsiteX910" fmla="*/ 351675 w 549933"/>
                <a:gd name="connsiteY910" fmla="*/ 310191 h 759650"/>
                <a:gd name="connsiteX911" fmla="*/ 351675 w 549933"/>
                <a:gd name="connsiteY911" fmla="*/ 315405 h 759650"/>
                <a:gd name="connsiteX912" fmla="*/ 351675 w 549933"/>
                <a:gd name="connsiteY912" fmla="*/ 316919 h 759650"/>
                <a:gd name="connsiteX913" fmla="*/ 355141 w 549933"/>
                <a:gd name="connsiteY913" fmla="*/ 320619 h 759650"/>
                <a:gd name="connsiteX914" fmla="*/ 355141 w 549933"/>
                <a:gd name="connsiteY914" fmla="*/ 324522 h 759650"/>
                <a:gd name="connsiteX915" fmla="*/ 356218 w 549933"/>
                <a:gd name="connsiteY915" fmla="*/ 328155 h 759650"/>
                <a:gd name="connsiteX916" fmla="*/ 361064 w 549933"/>
                <a:gd name="connsiteY916" fmla="*/ 328155 h 759650"/>
                <a:gd name="connsiteX917" fmla="*/ 361636 w 549933"/>
                <a:gd name="connsiteY917" fmla="*/ 330913 h 759650"/>
                <a:gd name="connsiteX918" fmla="*/ 361064 w 549933"/>
                <a:gd name="connsiteY918" fmla="*/ 334378 h 759650"/>
                <a:gd name="connsiteX919" fmla="*/ 360357 w 549933"/>
                <a:gd name="connsiteY919" fmla="*/ 334513 h 759650"/>
                <a:gd name="connsiteX920" fmla="*/ 360357 w 549933"/>
                <a:gd name="connsiteY920" fmla="*/ 339861 h 759650"/>
                <a:gd name="connsiteX921" fmla="*/ 361737 w 549933"/>
                <a:gd name="connsiteY921" fmla="*/ 342317 h 759650"/>
                <a:gd name="connsiteX922" fmla="*/ 363858 w 549933"/>
                <a:gd name="connsiteY922" fmla="*/ 343461 h 759650"/>
                <a:gd name="connsiteX923" fmla="*/ 365608 w 549933"/>
                <a:gd name="connsiteY923" fmla="*/ 343158 h 759650"/>
                <a:gd name="connsiteX924" fmla="*/ 365608 w 549933"/>
                <a:gd name="connsiteY924" fmla="*/ 341140 h 759650"/>
                <a:gd name="connsiteX925" fmla="*/ 368502 w 549933"/>
                <a:gd name="connsiteY925" fmla="*/ 338818 h 759650"/>
                <a:gd name="connsiteX926" fmla="*/ 372137 w 549933"/>
                <a:gd name="connsiteY926" fmla="*/ 335051 h 759650"/>
                <a:gd name="connsiteX927" fmla="*/ 376209 w 549933"/>
                <a:gd name="connsiteY927" fmla="*/ 334344 h 759650"/>
                <a:gd name="connsiteX928" fmla="*/ 383007 w 549933"/>
                <a:gd name="connsiteY928" fmla="*/ 335791 h 759650"/>
                <a:gd name="connsiteX929" fmla="*/ 384454 w 549933"/>
                <a:gd name="connsiteY929" fmla="*/ 337977 h 759650"/>
                <a:gd name="connsiteX930" fmla="*/ 386642 w 549933"/>
                <a:gd name="connsiteY930" fmla="*/ 340870 h 759650"/>
                <a:gd name="connsiteX931" fmla="*/ 386339 w 549933"/>
                <a:gd name="connsiteY931" fmla="*/ 345345 h 759650"/>
                <a:gd name="connsiteX932" fmla="*/ 385464 w 549933"/>
                <a:gd name="connsiteY932" fmla="*/ 347666 h 759650"/>
                <a:gd name="connsiteX933" fmla="*/ 386372 w 549933"/>
                <a:gd name="connsiteY933" fmla="*/ 349819 h 759650"/>
                <a:gd name="connsiteX934" fmla="*/ 385497 w 549933"/>
                <a:gd name="connsiteY934" fmla="*/ 351770 h 759650"/>
                <a:gd name="connsiteX935" fmla="*/ 384959 w 549933"/>
                <a:gd name="connsiteY935" fmla="*/ 353822 h 759650"/>
                <a:gd name="connsiteX936" fmla="*/ 383007 w 549933"/>
                <a:gd name="connsiteY936" fmla="*/ 355335 h 759650"/>
                <a:gd name="connsiteX937" fmla="*/ 383007 w 549933"/>
                <a:gd name="connsiteY937" fmla="*/ 359675 h 759650"/>
                <a:gd name="connsiteX938" fmla="*/ 386036 w 549933"/>
                <a:gd name="connsiteY938" fmla="*/ 360651 h 759650"/>
                <a:gd name="connsiteX939" fmla="*/ 388863 w 549933"/>
                <a:gd name="connsiteY939" fmla="*/ 360112 h 759650"/>
                <a:gd name="connsiteX940" fmla="*/ 391017 w 549933"/>
                <a:gd name="connsiteY940" fmla="*/ 358901 h 759650"/>
                <a:gd name="connsiteX941" fmla="*/ 394281 w 549933"/>
                <a:gd name="connsiteY941" fmla="*/ 359675 h 759650"/>
                <a:gd name="connsiteX942" fmla="*/ 394281 w 549933"/>
                <a:gd name="connsiteY942" fmla="*/ 361525 h 759650"/>
                <a:gd name="connsiteX943" fmla="*/ 394281 w 549933"/>
                <a:gd name="connsiteY943" fmla="*/ 363174 h 759650"/>
                <a:gd name="connsiteX944" fmla="*/ 396570 w 549933"/>
                <a:gd name="connsiteY944" fmla="*/ 363174 h 759650"/>
                <a:gd name="connsiteX945" fmla="*/ 398522 w 549933"/>
                <a:gd name="connsiteY945" fmla="*/ 364485 h 759650"/>
                <a:gd name="connsiteX946" fmla="*/ 400373 w 549933"/>
                <a:gd name="connsiteY946" fmla="*/ 366773 h 759650"/>
                <a:gd name="connsiteX947" fmla="*/ 400373 w 549933"/>
                <a:gd name="connsiteY947" fmla="*/ 369262 h 759650"/>
                <a:gd name="connsiteX948" fmla="*/ 400373 w 549933"/>
                <a:gd name="connsiteY948" fmla="*/ 373030 h 759650"/>
                <a:gd name="connsiteX949" fmla="*/ 398926 w 549933"/>
                <a:gd name="connsiteY949" fmla="*/ 376461 h 759650"/>
                <a:gd name="connsiteX950" fmla="*/ 398219 w 549933"/>
                <a:gd name="connsiteY950" fmla="*/ 377470 h 759650"/>
                <a:gd name="connsiteX951" fmla="*/ 396200 w 549933"/>
                <a:gd name="connsiteY951" fmla="*/ 378715 h 759650"/>
                <a:gd name="connsiteX952" fmla="*/ 391757 w 549933"/>
                <a:gd name="connsiteY952" fmla="*/ 379287 h 759650"/>
                <a:gd name="connsiteX953" fmla="*/ 390310 w 549933"/>
                <a:gd name="connsiteY953" fmla="*/ 381473 h 759650"/>
                <a:gd name="connsiteX954" fmla="*/ 389940 w 549933"/>
                <a:gd name="connsiteY954" fmla="*/ 382012 h 759650"/>
                <a:gd name="connsiteX955" fmla="*/ 395459 w 549933"/>
                <a:gd name="connsiteY955" fmla="*/ 382718 h 759650"/>
                <a:gd name="connsiteX956" fmla="*/ 401551 w 549933"/>
                <a:gd name="connsiteY956" fmla="*/ 377134 h 759650"/>
                <a:gd name="connsiteX957" fmla="*/ 406464 w 549933"/>
                <a:gd name="connsiteY957" fmla="*/ 377134 h 759650"/>
                <a:gd name="connsiteX958" fmla="*/ 410099 w 549933"/>
                <a:gd name="connsiteY958" fmla="*/ 381339 h 759650"/>
                <a:gd name="connsiteX959" fmla="*/ 411412 w 549933"/>
                <a:gd name="connsiteY959" fmla="*/ 389446 h 759650"/>
                <a:gd name="connsiteX960" fmla="*/ 417368 w 549933"/>
                <a:gd name="connsiteY960" fmla="*/ 394223 h 759650"/>
                <a:gd name="connsiteX961" fmla="*/ 423022 w 549933"/>
                <a:gd name="connsiteY961" fmla="*/ 395972 h 759650"/>
                <a:gd name="connsiteX962" fmla="*/ 427499 w 549933"/>
                <a:gd name="connsiteY962" fmla="*/ 394828 h 759650"/>
                <a:gd name="connsiteX963" fmla="*/ 430830 w 549933"/>
                <a:gd name="connsiteY963" fmla="*/ 393079 h 759650"/>
                <a:gd name="connsiteX964" fmla="*/ 434902 w 549933"/>
                <a:gd name="connsiteY964" fmla="*/ 388874 h 759650"/>
                <a:gd name="connsiteX965" fmla="*/ 438672 w 549933"/>
                <a:gd name="connsiteY965" fmla="*/ 385409 h 759650"/>
                <a:gd name="connsiteX966" fmla="*/ 442306 w 549933"/>
                <a:gd name="connsiteY966" fmla="*/ 383525 h 759650"/>
                <a:gd name="connsiteX967" fmla="*/ 447658 w 549933"/>
                <a:gd name="connsiteY967" fmla="*/ 380195 h 759650"/>
                <a:gd name="connsiteX968" fmla="*/ 454893 w 549933"/>
                <a:gd name="connsiteY968" fmla="*/ 380498 h 759650"/>
                <a:gd name="connsiteX969" fmla="*/ 463004 w 549933"/>
                <a:gd name="connsiteY969" fmla="*/ 380632 h 759650"/>
                <a:gd name="connsiteX970" fmla="*/ 467345 w 549933"/>
                <a:gd name="connsiteY970" fmla="*/ 380632 h 759650"/>
                <a:gd name="connsiteX971" fmla="*/ 470980 w 549933"/>
                <a:gd name="connsiteY971" fmla="*/ 378311 h 759650"/>
                <a:gd name="connsiteX972" fmla="*/ 473673 w 549933"/>
                <a:gd name="connsiteY972" fmla="*/ 377874 h 759650"/>
                <a:gd name="connsiteX973" fmla="*/ 475187 w 549933"/>
                <a:gd name="connsiteY973" fmla="*/ 380632 h 759650"/>
                <a:gd name="connsiteX974" fmla="*/ 475187 w 549933"/>
                <a:gd name="connsiteY974" fmla="*/ 383223 h 759650"/>
                <a:gd name="connsiteX975" fmla="*/ 473571 w 549933"/>
                <a:gd name="connsiteY975" fmla="*/ 384669 h 759650"/>
                <a:gd name="connsiteX976" fmla="*/ 475187 w 549933"/>
                <a:gd name="connsiteY976" fmla="*/ 385107 h 759650"/>
                <a:gd name="connsiteX977" fmla="*/ 478384 w 549933"/>
                <a:gd name="connsiteY977" fmla="*/ 384535 h 759650"/>
                <a:gd name="connsiteX978" fmla="*/ 480269 w 549933"/>
                <a:gd name="connsiteY978" fmla="*/ 381507 h 759650"/>
                <a:gd name="connsiteX979" fmla="*/ 481278 w 549933"/>
                <a:gd name="connsiteY979" fmla="*/ 379186 h 759650"/>
                <a:gd name="connsiteX980" fmla="*/ 482288 w 549933"/>
                <a:gd name="connsiteY980" fmla="*/ 377168 h 759650"/>
                <a:gd name="connsiteX981" fmla="*/ 483163 w 549933"/>
                <a:gd name="connsiteY981" fmla="*/ 375149 h 759650"/>
                <a:gd name="connsiteX982" fmla="*/ 484307 w 549933"/>
                <a:gd name="connsiteY982" fmla="*/ 372828 h 759650"/>
                <a:gd name="connsiteX983" fmla="*/ 485317 w 549933"/>
                <a:gd name="connsiteY983" fmla="*/ 370070 h 759650"/>
                <a:gd name="connsiteX984" fmla="*/ 485889 w 549933"/>
                <a:gd name="connsiteY984" fmla="*/ 367311 h 759650"/>
                <a:gd name="connsiteX985" fmla="*/ 486764 w 549933"/>
                <a:gd name="connsiteY985" fmla="*/ 365293 h 759650"/>
                <a:gd name="connsiteX986" fmla="*/ 488514 w 549933"/>
                <a:gd name="connsiteY986" fmla="*/ 363846 h 759650"/>
                <a:gd name="connsiteX987" fmla="*/ 491274 w 549933"/>
                <a:gd name="connsiteY987" fmla="*/ 359372 h 759650"/>
                <a:gd name="connsiteX988" fmla="*/ 493024 w 549933"/>
                <a:gd name="connsiteY988" fmla="*/ 356008 h 759650"/>
                <a:gd name="connsiteX989" fmla="*/ 493966 w 549933"/>
                <a:gd name="connsiteY989" fmla="*/ 353586 h 759650"/>
                <a:gd name="connsiteX990" fmla="*/ 496053 w 549933"/>
                <a:gd name="connsiteY990" fmla="*/ 349516 h 759650"/>
                <a:gd name="connsiteX991" fmla="*/ 496053 w 549933"/>
                <a:gd name="connsiteY991" fmla="*/ 346757 h 759650"/>
                <a:gd name="connsiteX992" fmla="*/ 496928 w 549933"/>
                <a:gd name="connsiteY992" fmla="*/ 341409 h 759650"/>
                <a:gd name="connsiteX993" fmla="*/ 495918 w 549933"/>
                <a:gd name="connsiteY993" fmla="*/ 335892 h 759650"/>
                <a:gd name="connsiteX994" fmla="*/ 493293 w 549933"/>
                <a:gd name="connsiteY994" fmla="*/ 332999 h 759650"/>
                <a:gd name="connsiteX995" fmla="*/ 492553 w 549933"/>
                <a:gd name="connsiteY995" fmla="*/ 330106 h 759650"/>
                <a:gd name="connsiteX996" fmla="*/ 494875 w 549933"/>
                <a:gd name="connsiteY996" fmla="*/ 327919 h 759650"/>
                <a:gd name="connsiteX997" fmla="*/ 499519 w 549933"/>
                <a:gd name="connsiteY997" fmla="*/ 324454 h 759650"/>
                <a:gd name="connsiteX998" fmla="*/ 501707 w 549933"/>
                <a:gd name="connsiteY998" fmla="*/ 320384 h 759650"/>
                <a:gd name="connsiteX999" fmla="*/ 502582 w 549933"/>
                <a:gd name="connsiteY999" fmla="*/ 316347 h 759650"/>
                <a:gd name="connsiteX1000" fmla="*/ 504601 w 549933"/>
                <a:gd name="connsiteY1000" fmla="*/ 313454 h 759650"/>
                <a:gd name="connsiteX1001" fmla="*/ 506755 w 549933"/>
                <a:gd name="connsiteY1001" fmla="*/ 311268 h 759650"/>
                <a:gd name="connsiteX1002" fmla="*/ 509212 w 549933"/>
                <a:gd name="connsiteY1002" fmla="*/ 309081 h 759650"/>
                <a:gd name="connsiteX1003" fmla="*/ 512409 w 549933"/>
                <a:gd name="connsiteY1003" fmla="*/ 307769 h 759650"/>
                <a:gd name="connsiteX1004" fmla="*/ 515034 w 549933"/>
                <a:gd name="connsiteY1004" fmla="*/ 302858 h 759650"/>
                <a:gd name="connsiteX1005" fmla="*/ 517221 w 549933"/>
                <a:gd name="connsiteY1005" fmla="*/ 300099 h 759650"/>
                <a:gd name="connsiteX1006" fmla="*/ 520688 w 549933"/>
                <a:gd name="connsiteY1006" fmla="*/ 295020 h 759650"/>
                <a:gd name="connsiteX1007" fmla="*/ 523448 w 549933"/>
                <a:gd name="connsiteY1007" fmla="*/ 293573 h 759650"/>
                <a:gd name="connsiteX1008" fmla="*/ 526780 w 549933"/>
                <a:gd name="connsiteY1008" fmla="*/ 291992 h 759650"/>
                <a:gd name="connsiteX1009" fmla="*/ 529404 w 549933"/>
                <a:gd name="connsiteY1009" fmla="*/ 290983 h 759650"/>
                <a:gd name="connsiteX1010" fmla="*/ 533881 w 549933"/>
                <a:gd name="connsiteY1010" fmla="*/ 287653 h 759650"/>
                <a:gd name="connsiteX1011" fmla="*/ 539232 w 549933"/>
                <a:gd name="connsiteY1011" fmla="*/ 285197 h 759650"/>
                <a:gd name="connsiteX1012" fmla="*/ 543136 w 549933"/>
                <a:gd name="connsiteY1012" fmla="*/ 280992 h 759650"/>
                <a:gd name="connsiteX1013" fmla="*/ 547847 w 549933"/>
                <a:gd name="connsiteY1013" fmla="*/ 277796 h 759650"/>
                <a:gd name="connsiteX1014" fmla="*/ 549934 w 549933"/>
                <a:gd name="connsiteY1014" fmla="*/ 276484 h 759650"/>
                <a:gd name="connsiteX1015" fmla="*/ 549934 w 549933"/>
                <a:gd name="connsiteY1015" fmla="*/ 273726 h 759650"/>
                <a:gd name="connsiteX1016" fmla="*/ 547410 w 549933"/>
                <a:gd name="connsiteY1016" fmla="*/ 270059 h 759650"/>
                <a:gd name="connsiteX1017" fmla="*/ 340299 w 549933"/>
                <a:gd name="connsiteY1017" fmla="*/ 224645 h 759650"/>
                <a:gd name="connsiteX1018" fmla="*/ 338718 w 549933"/>
                <a:gd name="connsiteY1018" fmla="*/ 226025 h 759650"/>
                <a:gd name="connsiteX1019" fmla="*/ 337270 w 549933"/>
                <a:gd name="connsiteY1019" fmla="*/ 226462 h 759650"/>
                <a:gd name="connsiteX1020" fmla="*/ 335621 w 549933"/>
                <a:gd name="connsiteY1020" fmla="*/ 226159 h 759650"/>
                <a:gd name="connsiteX1021" fmla="*/ 333905 w 549933"/>
                <a:gd name="connsiteY1021" fmla="*/ 225957 h 759650"/>
                <a:gd name="connsiteX1022" fmla="*/ 332761 w 549933"/>
                <a:gd name="connsiteY1022" fmla="*/ 226832 h 759650"/>
                <a:gd name="connsiteX1023" fmla="*/ 332761 w 549933"/>
                <a:gd name="connsiteY1023" fmla="*/ 229961 h 759650"/>
                <a:gd name="connsiteX1024" fmla="*/ 332963 w 549933"/>
                <a:gd name="connsiteY1024" fmla="*/ 230970 h 759650"/>
                <a:gd name="connsiteX1025" fmla="*/ 332189 w 549933"/>
                <a:gd name="connsiteY1025" fmla="*/ 232416 h 759650"/>
                <a:gd name="connsiteX1026" fmla="*/ 329799 w 549933"/>
                <a:gd name="connsiteY1026" fmla="*/ 232921 h 759650"/>
                <a:gd name="connsiteX1027" fmla="*/ 328116 w 549933"/>
                <a:gd name="connsiteY1027" fmla="*/ 232349 h 759650"/>
                <a:gd name="connsiteX1028" fmla="*/ 325087 w 549933"/>
                <a:gd name="connsiteY1028" fmla="*/ 232046 h 759650"/>
                <a:gd name="connsiteX1029" fmla="*/ 322698 w 549933"/>
                <a:gd name="connsiteY1029" fmla="*/ 230364 h 759650"/>
                <a:gd name="connsiteX1030" fmla="*/ 319232 w 549933"/>
                <a:gd name="connsiteY1030" fmla="*/ 231104 h 759650"/>
                <a:gd name="connsiteX1031" fmla="*/ 317280 w 549933"/>
                <a:gd name="connsiteY1031" fmla="*/ 233997 h 759650"/>
                <a:gd name="connsiteX1032" fmla="*/ 314957 w 549933"/>
                <a:gd name="connsiteY1032" fmla="*/ 238404 h 759650"/>
                <a:gd name="connsiteX1033" fmla="*/ 316337 w 549933"/>
                <a:gd name="connsiteY1033" fmla="*/ 240927 h 759650"/>
                <a:gd name="connsiteX1034" fmla="*/ 319972 w 549933"/>
                <a:gd name="connsiteY1034" fmla="*/ 243383 h 759650"/>
                <a:gd name="connsiteX1035" fmla="*/ 320039 w 549933"/>
                <a:gd name="connsiteY1035" fmla="*/ 244627 h 759650"/>
                <a:gd name="connsiteX1036" fmla="*/ 316977 w 549933"/>
                <a:gd name="connsiteY1036" fmla="*/ 246881 h 759650"/>
                <a:gd name="connsiteX1037" fmla="*/ 316102 w 549933"/>
                <a:gd name="connsiteY1037" fmla="*/ 249270 h 759650"/>
                <a:gd name="connsiteX1038" fmla="*/ 316977 w 549933"/>
                <a:gd name="connsiteY1038" fmla="*/ 251961 h 759650"/>
                <a:gd name="connsiteX1039" fmla="*/ 318996 w 549933"/>
                <a:gd name="connsiteY1039" fmla="*/ 253475 h 759650"/>
                <a:gd name="connsiteX1040" fmla="*/ 320679 w 549933"/>
                <a:gd name="connsiteY1040" fmla="*/ 255056 h 759650"/>
                <a:gd name="connsiteX1041" fmla="*/ 320712 w 549933"/>
                <a:gd name="connsiteY1041" fmla="*/ 255998 h 759650"/>
                <a:gd name="connsiteX1042" fmla="*/ 320612 w 549933"/>
                <a:gd name="connsiteY1042" fmla="*/ 257074 h 759650"/>
                <a:gd name="connsiteX1043" fmla="*/ 320612 w 549933"/>
                <a:gd name="connsiteY1043" fmla="*/ 259463 h 759650"/>
                <a:gd name="connsiteX1044" fmla="*/ 321756 w 549933"/>
                <a:gd name="connsiteY1044" fmla="*/ 260270 h 759650"/>
                <a:gd name="connsiteX1045" fmla="*/ 323438 w 549933"/>
                <a:gd name="connsiteY1045" fmla="*/ 262288 h 759650"/>
                <a:gd name="connsiteX1046" fmla="*/ 325189 w 549933"/>
                <a:gd name="connsiteY1046" fmla="*/ 263735 h 759650"/>
                <a:gd name="connsiteX1047" fmla="*/ 326703 w 549933"/>
                <a:gd name="connsiteY1047" fmla="*/ 265316 h 759650"/>
                <a:gd name="connsiteX1048" fmla="*/ 327746 w 549933"/>
                <a:gd name="connsiteY1048" fmla="*/ 267772 h 759650"/>
                <a:gd name="connsiteX1049" fmla="*/ 328352 w 549933"/>
                <a:gd name="connsiteY1049" fmla="*/ 269386 h 759650"/>
                <a:gd name="connsiteX1050" fmla="*/ 328419 w 549933"/>
                <a:gd name="connsiteY1050" fmla="*/ 271573 h 759650"/>
                <a:gd name="connsiteX1051" fmla="*/ 328487 w 549933"/>
                <a:gd name="connsiteY1051" fmla="*/ 273860 h 759650"/>
                <a:gd name="connsiteX1052" fmla="*/ 326905 w 549933"/>
                <a:gd name="connsiteY1052" fmla="*/ 276148 h 759650"/>
                <a:gd name="connsiteX1053" fmla="*/ 324852 w 549933"/>
                <a:gd name="connsiteY1053" fmla="*/ 278435 h 759650"/>
                <a:gd name="connsiteX1054" fmla="*/ 323203 w 549933"/>
                <a:gd name="connsiteY1054" fmla="*/ 279680 h 759650"/>
                <a:gd name="connsiteX1055" fmla="*/ 320140 w 549933"/>
                <a:gd name="connsiteY1055" fmla="*/ 281295 h 759650"/>
                <a:gd name="connsiteX1056" fmla="*/ 318289 w 549933"/>
                <a:gd name="connsiteY1056" fmla="*/ 282438 h 759650"/>
                <a:gd name="connsiteX1057" fmla="*/ 316876 w 549933"/>
                <a:gd name="connsiteY1057" fmla="*/ 282943 h 759650"/>
                <a:gd name="connsiteX1058" fmla="*/ 314520 w 549933"/>
                <a:gd name="connsiteY1058" fmla="*/ 282943 h 759650"/>
                <a:gd name="connsiteX1059" fmla="*/ 312198 w 549933"/>
                <a:gd name="connsiteY1059" fmla="*/ 283279 h 759650"/>
                <a:gd name="connsiteX1060" fmla="*/ 309304 w 549933"/>
                <a:gd name="connsiteY1060" fmla="*/ 283246 h 759650"/>
                <a:gd name="connsiteX1061" fmla="*/ 305837 w 549933"/>
                <a:gd name="connsiteY1061" fmla="*/ 282539 h 759650"/>
                <a:gd name="connsiteX1062" fmla="*/ 301933 w 549933"/>
                <a:gd name="connsiteY1062" fmla="*/ 283952 h 759650"/>
                <a:gd name="connsiteX1063" fmla="*/ 298332 w 549933"/>
                <a:gd name="connsiteY1063" fmla="*/ 284827 h 759650"/>
                <a:gd name="connsiteX1064" fmla="*/ 295942 w 549933"/>
                <a:gd name="connsiteY1064" fmla="*/ 285600 h 759650"/>
                <a:gd name="connsiteX1065" fmla="*/ 292779 w 549933"/>
                <a:gd name="connsiteY1065" fmla="*/ 284827 h 759650"/>
                <a:gd name="connsiteX1066" fmla="*/ 289952 w 549933"/>
                <a:gd name="connsiteY1066" fmla="*/ 282977 h 759650"/>
                <a:gd name="connsiteX1067" fmla="*/ 286385 w 549933"/>
                <a:gd name="connsiteY1067" fmla="*/ 282102 h 759650"/>
                <a:gd name="connsiteX1068" fmla="*/ 281370 w 549933"/>
                <a:gd name="connsiteY1068" fmla="*/ 282539 h 759650"/>
                <a:gd name="connsiteX1069" fmla="*/ 278543 w 549933"/>
                <a:gd name="connsiteY1069" fmla="*/ 286677 h 759650"/>
                <a:gd name="connsiteX1070" fmla="*/ 277130 w 549933"/>
                <a:gd name="connsiteY1070" fmla="*/ 291555 h 759650"/>
                <a:gd name="connsiteX1071" fmla="*/ 277130 w 549933"/>
                <a:gd name="connsiteY1071" fmla="*/ 295995 h 759650"/>
                <a:gd name="connsiteX1072" fmla="*/ 276356 w 549933"/>
                <a:gd name="connsiteY1072" fmla="*/ 301748 h 759650"/>
                <a:gd name="connsiteX1073" fmla="*/ 276894 w 549933"/>
                <a:gd name="connsiteY1073" fmla="*/ 305112 h 759650"/>
                <a:gd name="connsiteX1074" fmla="*/ 280697 w 549933"/>
                <a:gd name="connsiteY1074" fmla="*/ 310662 h 759650"/>
                <a:gd name="connsiteX1075" fmla="*/ 282313 w 549933"/>
                <a:gd name="connsiteY1075" fmla="*/ 314127 h 759650"/>
                <a:gd name="connsiteX1076" fmla="*/ 285241 w 549933"/>
                <a:gd name="connsiteY1076" fmla="*/ 314497 h 759650"/>
                <a:gd name="connsiteX1077" fmla="*/ 288168 w 549933"/>
                <a:gd name="connsiteY1077" fmla="*/ 312479 h 759650"/>
                <a:gd name="connsiteX1078" fmla="*/ 288370 w 549933"/>
                <a:gd name="connsiteY1078" fmla="*/ 312479 h 759650"/>
                <a:gd name="connsiteX1079" fmla="*/ 290861 w 549933"/>
                <a:gd name="connsiteY1079" fmla="*/ 314430 h 759650"/>
                <a:gd name="connsiteX1080" fmla="*/ 293149 w 549933"/>
                <a:gd name="connsiteY1080" fmla="*/ 318029 h 759650"/>
                <a:gd name="connsiteX1081" fmla="*/ 293688 w 549933"/>
                <a:gd name="connsiteY1081" fmla="*/ 320216 h 759650"/>
                <a:gd name="connsiteX1082" fmla="*/ 291837 w 549933"/>
                <a:gd name="connsiteY1082" fmla="*/ 324219 h 759650"/>
                <a:gd name="connsiteX1083" fmla="*/ 292039 w 549933"/>
                <a:gd name="connsiteY1083" fmla="*/ 327886 h 759650"/>
                <a:gd name="connsiteX1084" fmla="*/ 293452 w 549933"/>
                <a:gd name="connsiteY1084" fmla="*/ 329231 h 759650"/>
                <a:gd name="connsiteX1085" fmla="*/ 293452 w 549933"/>
                <a:gd name="connsiteY1085" fmla="*/ 330106 h 759650"/>
                <a:gd name="connsiteX1086" fmla="*/ 290625 w 549933"/>
                <a:gd name="connsiteY1086" fmla="*/ 332494 h 759650"/>
                <a:gd name="connsiteX1087" fmla="*/ 289212 w 549933"/>
                <a:gd name="connsiteY1087" fmla="*/ 333806 h 759650"/>
                <a:gd name="connsiteX1088" fmla="*/ 284971 w 549933"/>
                <a:gd name="connsiteY1088" fmla="*/ 336195 h 759650"/>
                <a:gd name="connsiteX1089" fmla="*/ 282784 w 549933"/>
                <a:gd name="connsiteY1089" fmla="*/ 340332 h 759650"/>
                <a:gd name="connsiteX1090" fmla="*/ 279620 w 549933"/>
                <a:gd name="connsiteY1090" fmla="*/ 340332 h 759650"/>
                <a:gd name="connsiteX1091" fmla="*/ 276457 w 549933"/>
                <a:gd name="connsiteY1091" fmla="*/ 340332 h 759650"/>
                <a:gd name="connsiteX1092" fmla="*/ 272654 w 549933"/>
                <a:gd name="connsiteY1092" fmla="*/ 340332 h 759650"/>
                <a:gd name="connsiteX1093" fmla="*/ 268413 w 549933"/>
                <a:gd name="connsiteY1093" fmla="*/ 336329 h 759650"/>
                <a:gd name="connsiteX1094" fmla="*/ 263634 w 549933"/>
                <a:gd name="connsiteY1094" fmla="*/ 335656 h 759650"/>
                <a:gd name="connsiteX1095" fmla="*/ 262221 w 549933"/>
                <a:gd name="connsiteY1095" fmla="*/ 336867 h 759650"/>
                <a:gd name="connsiteX1096" fmla="*/ 261548 w 549933"/>
                <a:gd name="connsiteY1096" fmla="*/ 337843 h 759650"/>
                <a:gd name="connsiteX1097" fmla="*/ 261009 w 549933"/>
                <a:gd name="connsiteY1097" fmla="*/ 339693 h 759650"/>
                <a:gd name="connsiteX1098" fmla="*/ 260471 w 549933"/>
                <a:gd name="connsiteY1098" fmla="*/ 341644 h 759650"/>
                <a:gd name="connsiteX1099" fmla="*/ 260571 w 549933"/>
                <a:gd name="connsiteY1099" fmla="*/ 344033 h 759650"/>
                <a:gd name="connsiteX1100" fmla="*/ 260235 w 549933"/>
                <a:gd name="connsiteY1100" fmla="*/ 345883 h 759650"/>
                <a:gd name="connsiteX1101" fmla="*/ 259562 w 549933"/>
                <a:gd name="connsiteY1101" fmla="*/ 347195 h 759650"/>
                <a:gd name="connsiteX1102" fmla="*/ 258047 w 549933"/>
                <a:gd name="connsiteY1102" fmla="*/ 348944 h 759650"/>
                <a:gd name="connsiteX1103" fmla="*/ 254447 w 549933"/>
                <a:gd name="connsiteY1103" fmla="*/ 350592 h 759650"/>
                <a:gd name="connsiteX1104" fmla="*/ 251821 w 549933"/>
                <a:gd name="connsiteY1104" fmla="*/ 351231 h 759650"/>
                <a:gd name="connsiteX1105" fmla="*/ 249432 w 549933"/>
                <a:gd name="connsiteY1105" fmla="*/ 352005 h 759650"/>
                <a:gd name="connsiteX1106" fmla="*/ 247783 w 549933"/>
                <a:gd name="connsiteY1106" fmla="*/ 352005 h 759650"/>
                <a:gd name="connsiteX1107" fmla="*/ 245730 w 549933"/>
                <a:gd name="connsiteY1107" fmla="*/ 352039 h 759650"/>
                <a:gd name="connsiteX1108" fmla="*/ 241490 w 549933"/>
                <a:gd name="connsiteY1108" fmla="*/ 348978 h 759650"/>
                <a:gd name="connsiteX1109" fmla="*/ 238999 w 549933"/>
                <a:gd name="connsiteY1109" fmla="*/ 345950 h 759650"/>
                <a:gd name="connsiteX1110" fmla="*/ 236710 w 549933"/>
                <a:gd name="connsiteY1110" fmla="*/ 343663 h 759650"/>
                <a:gd name="connsiteX1111" fmla="*/ 234321 w 549933"/>
                <a:gd name="connsiteY1111" fmla="*/ 343562 h 759650"/>
                <a:gd name="connsiteX1112" fmla="*/ 230417 w 549933"/>
                <a:gd name="connsiteY1112" fmla="*/ 343663 h 759650"/>
                <a:gd name="connsiteX1113" fmla="*/ 227153 w 549933"/>
                <a:gd name="connsiteY1113" fmla="*/ 345176 h 759650"/>
                <a:gd name="connsiteX1114" fmla="*/ 225302 w 549933"/>
                <a:gd name="connsiteY1114" fmla="*/ 346690 h 759650"/>
                <a:gd name="connsiteX1115" fmla="*/ 220624 w 549933"/>
                <a:gd name="connsiteY1115" fmla="*/ 349079 h 759650"/>
                <a:gd name="connsiteX1116" fmla="*/ 216148 w 549933"/>
                <a:gd name="connsiteY1116" fmla="*/ 350390 h 759650"/>
                <a:gd name="connsiteX1117" fmla="*/ 212345 w 549933"/>
                <a:gd name="connsiteY1117" fmla="*/ 350491 h 759650"/>
                <a:gd name="connsiteX1118" fmla="*/ 206926 w 549933"/>
                <a:gd name="connsiteY1118" fmla="*/ 349079 h 759650"/>
                <a:gd name="connsiteX1119" fmla="*/ 204436 w 549933"/>
                <a:gd name="connsiteY1119" fmla="*/ 349079 h 759650"/>
                <a:gd name="connsiteX1120" fmla="*/ 202147 w 549933"/>
                <a:gd name="connsiteY1120" fmla="*/ 350929 h 759650"/>
                <a:gd name="connsiteX1121" fmla="*/ 201171 w 549933"/>
                <a:gd name="connsiteY1121" fmla="*/ 355066 h 759650"/>
                <a:gd name="connsiteX1122" fmla="*/ 199657 w 549933"/>
                <a:gd name="connsiteY1122" fmla="*/ 355706 h 759650"/>
                <a:gd name="connsiteX1123" fmla="*/ 194878 w 549933"/>
                <a:gd name="connsiteY1123" fmla="*/ 355066 h 759650"/>
                <a:gd name="connsiteX1124" fmla="*/ 192589 w 549933"/>
                <a:gd name="connsiteY1124" fmla="*/ 353654 h 759650"/>
                <a:gd name="connsiteX1125" fmla="*/ 189863 w 549933"/>
                <a:gd name="connsiteY1125" fmla="*/ 348978 h 759650"/>
                <a:gd name="connsiteX1126" fmla="*/ 188989 w 549933"/>
                <a:gd name="connsiteY1126" fmla="*/ 345950 h 759650"/>
                <a:gd name="connsiteX1127" fmla="*/ 186262 w 549933"/>
                <a:gd name="connsiteY1127" fmla="*/ 343999 h 759650"/>
                <a:gd name="connsiteX1128" fmla="*/ 182459 w 549933"/>
                <a:gd name="connsiteY1128" fmla="*/ 343562 h 759650"/>
                <a:gd name="connsiteX1129" fmla="*/ 179531 w 549933"/>
                <a:gd name="connsiteY1129" fmla="*/ 343360 h 759650"/>
                <a:gd name="connsiteX1130" fmla="*/ 175829 w 549933"/>
                <a:gd name="connsiteY1130" fmla="*/ 342048 h 759650"/>
                <a:gd name="connsiteX1131" fmla="*/ 175156 w 549933"/>
                <a:gd name="connsiteY1131" fmla="*/ 337708 h 759650"/>
                <a:gd name="connsiteX1132" fmla="*/ 172565 w 549933"/>
                <a:gd name="connsiteY1132" fmla="*/ 336834 h 759650"/>
                <a:gd name="connsiteX1133" fmla="*/ 167887 w 549933"/>
                <a:gd name="connsiteY1133" fmla="*/ 335959 h 759650"/>
                <a:gd name="connsiteX1134" fmla="*/ 167416 w 549933"/>
                <a:gd name="connsiteY1134" fmla="*/ 334445 h 759650"/>
                <a:gd name="connsiteX1135" fmla="*/ 165598 w 549933"/>
                <a:gd name="connsiteY1135" fmla="*/ 331418 h 759650"/>
                <a:gd name="connsiteX1136" fmla="*/ 165598 w 549933"/>
                <a:gd name="connsiteY1136" fmla="*/ 329130 h 759650"/>
                <a:gd name="connsiteX1137" fmla="*/ 166911 w 549933"/>
                <a:gd name="connsiteY1137" fmla="*/ 327953 h 759650"/>
                <a:gd name="connsiteX1138" fmla="*/ 169839 w 549933"/>
                <a:gd name="connsiteY1138" fmla="*/ 328054 h 759650"/>
                <a:gd name="connsiteX1139" fmla="*/ 172128 w 549933"/>
                <a:gd name="connsiteY1139" fmla="*/ 328928 h 759650"/>
                <a:gd name="connsiteX1140" fmla="*/ 173642 w 549933"/>
                <a:gd name="connsiteY1140" fmla="*/ 329366 h 759650"/>
                <a:gd name="connsiteX1141" fmla="*/ 176031 w 549933"/>
                <a:gd name="connsiteY1141" fmla="*/ 329803 h 759650"/>
                <a:gd name="connsiteX1142" fmla="*/ 177479 w 549933"/>
                <a:gd name="connsiteY1142" fmla="*/ 328727 h 759650"/>
                <a:gd name="connsiteX1143" fmla="*/ 178387 w 549933"/>
                <a:gd name="connsiteY1143" fmla="*/ 327179 h 759650"/>
                <a:gd name="connsiteX1144" fmla="*/ 178791 w 549933"/>
                <a:gd name="connsiteY1144" fmla="*/ 325463 h 759650"/>
                <a:gd name="connsiteX1145" fmla="*/ 177748 w 549933"/>
                <a:gd name="connsiteY1145" fmla="*/ 323849 h 759650"/>
                <a:gd name="connsiteX1146" fmla="*/ 174584 w 549933"/>
                <a:gd name="connsiteY1146" fmla="*/ 320720 h 759650"/>
                <a:gd name="connsiteX1147" fmla="*/ 173103 w 549933"/>
                <a:gd name="connsiteY1147" fmla="*/ 318567 h 759650"/>
                <a:gd name="connsiteX1148" fmla="*/ 169974 w 549933"/>
                <a:gd name="connsiteY1148" fmla="*/ 315271 h 759650"/>
                <a:gd name="connsiteX1149" fmla="*/ 167651 w 549933"/>
                <a:gd name="connsiteY1149" fmla="*/ 313454 h 759650"/>
                <a:gd name="connsiteX1150" fmla="*/ 165397 w 549933"/>
                <a:gd name="connsiteY1150" fmla="*/ 310998 h 759650"/>
                <a:gd name="connsiteX1151" fmla="*/ 164387 w 549933"/>
                <a:gd name="connsiteY1151" fmla="*/ 308038 h 759650"/>
                <a:gd name="connsiteX1152" fmla="*/ 164151 w 549933"/>
                <a:gd name="connsiteY1152" fmla="*/ 305448 h 759650"/>
                <a:gd name="connsiteX1153" fmla="*/ 163882 w 549933"/>
                <a:gd name="connsiteY1153" fmla="*/ 301613 h 759650"/>
                <a:gd name="connsiteX1154" fmla="*/ 163882 w 549933"/>
                <a:gd name="connsiteY1154" fmla="*/ 299662 h 759650"/>
                <a:gd name="connsiteX1155" fmla="*/ 167517 w 549933"/>
                <a:gd name="connsiteY1155" fmla="*/ 298787 h 759650"/>
                <a:gd name="connsiteX1156" fmla="*/ 168257 w 549933"/>
                <a:gd name="connsiteY1156" fmla="*/ 298787 h 759650"/>
                <a:gd name="connsiteX1157" fmla="*/ 170007 w 549933"/>
                <a:gd name="connsiteY1157" fmla="*/ 298787 h 759650"/>
                <a:gd name="connsiteX1158" fmla="*/ 171757 w 549933"/>
                <a:gd name="connsiteY1158" fmla="*/ 298787 h 759650"/>
                <a:gd name="connsiteX1159" fmla="*/ 173473 w 549933"/>
                <a:gd name="connsiteY1159" fmla="*/ 298787 h 759650"/>
                <a:gd name="connsiteX1160" fmla="*/ 174214 w 549933"/>
                <a:gd name="connsiteY1160" fmla="*/ 298283 h 759650"/>
                <a:gd name="connsiteX1161" fmla="*/ 176166 w 549933"/>
                <a:gd name="connsiteY1161" fmla="*/ 296769 h 759650"/>
                <a:gd name="connsiteX1162" fmla="*/ 177680 w 549933"/>
                <a:gd name="connsiteY1162" fmla="*/ 293506 h 759650"/>
                <a:gd name="connsiteX1163" fmla="*/ 180575 w 549933"/>
                <a:gd name="connsiteY1163" fmla="*/ 290916 h 759650"/>
                <a:gd name="connsiteX1164" fmla="*/ 182392 w 549933"/>
                <a:gd name="connsiteY1164" fmla="*/ 290041 h 759650"/>
                <a:gd name="connsiteX1165" fmla="*/ 185724 w 549933"/>
                <a:gd name="connsiteY1165" fmla="*/ 287350 h 759650"/>
                <a:gd name="connsiteX1166" fmla="*/ 187911 w 549933"/>
                <a:gd name="connsiteY1166" fmla="*/ 286711 h 759650"/>
                <a:gd name="connsiteX1167" fmla="*/ 190234 w 549933"/>
                <a:gd name="connsiteY1167" fmla="*/ 286711 h 759650"/>
                <a:gd name="connsiteX1168" fmla="*/ 193128 w 549933"/>
                <a:gd name="connsiteY1168" fmla="*/ 286677 h 759650"/>
                <a:gd name="connsiteX1169" fmla="*/ 195753 w 549933"/>
                <a:gd name="connsiteY1169" fmla="*/ 286071 h 759650"/>
                <a:gd name="connsiteX1170" fmla="*/ 197638 w 549933"/>
                <a:gd name="connsiteY1170" fmla="*/ 285500 h 759650"/>
                <a:gd name="connsiteX1171" fmla="*/ 200027 w 549933"/>
                <a:gd name="connsiteY1171" fmla="*/ 283549 h 759650"/>
                <a:gd name="connsiteX1172" fmla="*/ 200835 w 549933"/>
                <a:gd name="connsiteY1172" fmla="*/ 282607 h 759650"/>
                <a:gd name="connsiteX1173" fmla="*/ 202215 w 549933"/>
                <a:gd name="connsiteY1173" fmla="*/ 281026 h 759650"/>
                <a:gd name="connsiteX1174" fmla="*/ 203729 w 549933"/>
                <a:gd name="connsiteY1174" fmla="*/ 280084 h 759650"/>
                <a:gd name="connsiteX1175" fmla="*/ 206119 w 549933"/>
                <a:gd name="connsiteY1175" fmla="*/ 278133 h 759650"/>
                <a:gd name="connsiteX1176" fmla="*/ 207633 w 549933"/>
                <a:gd name="connsiteY1176" fmla="*/ 276619 h 759650"/>
                <a:gd name="connsiteX1177" fmla="*/ 209148 w 549933"/>
                <a:gd name="connsiteY1177" fmla="*/ 274298 h 759650"/>
                <a:gd name="connsiteX1178" fmla="*/ 209148 w 549933"/>
                <a:gd name="connsiteY1178" fmla="*/ 270160 h 759650"/>
                <a:gd name="connsiteX1179" fmla="*/ 205816 w 549933"/>
                <a:gd name="connsiteY1179" fmla="*/ 266964 h 759650"/>
                <a:gd name="connsiteX1180" fmla="*/ 205109 w 549933"/>
                <a:gd name="connsiteY1180" fmla="*/ 263701 h 759650"/>
                <a:gd name="connsiteX1181" fmla="*/ 201037 w 549933"/>
                <a:gd name="connsiteY1181" fmla="*/ 260573 h 759650"/>
                <a:gd name="connsiteX1182" fmla="*/ 199589 w 549933"/>
                <a:gd name="connsiteY1182" fmla="*/ 260573 h 759650"/>
                <a:gd name="connsiteX1183" fmla="*/ 197840 w 549933"/>
                <a:gd name="connsiteY1183" fmla="*/ 260573 h 759650"/>
                <a:gd name="connsiteX1184" fmla="*/ 195820 w 549933"/>
                <a:gd name="connsiteY1184" fmla="*/ 259429 h 759650"/>
                <a:gd name="connsiteX1185" fmla="*/ 194945 w 549933"/>
                <a:gd name="connsiteY1185" fmla="*/ 257848 h 759650"/>
                <a:gd name="connsiteX1186" fmla="*/ 195349 w 549933"/>
                <a:gd name="connsiteY1186" fmla="*/ 256637 h 759650"/>
                <a:gd name="connsiteX1187" fmla="*/ 194205 w 549933"/>
                <a:gd name="connsiteY1187" fmla="*/ 254719 h 759650"/>
                <a:gd name="connsiteX1188" fmla="*/ 193397 w 549933"/>
                <a:gd name="connsiteY1188" fmla="*/ 253138 h 759650"/>
                <a:gd name="connsiteX1189" fmla="*/ 192152 w 549933"/>
                <a:gd name="connsiteY1189" fmla="*/ 252365 h 759650"/>
                <a:gd name="connsiteX1190" fmla="*/ 189695 w 549933"/>
                <a:gd name="connsiteY1190" fmla="*/ 250413 h 759650"/>
                <a:gd name="connsiteX1191" fmla="*/ 188585 w 549933"/>
                <a:gd name="connsiteY1191" fmla="*/ 248126 h 759650"/>
                <a:gd name="connsiteX1192" fmla="*/ 188282 w 549933"/>
                <a:gd name="connsiteY1192" fmla="*/ 246377 h 759650"/>
                <a:gd name="connsiteX1193" fmla="*/ 188282 w 549933"/>
                <a:gd name="connsiteY1193" fmla="*/ 245771 h 759650"/>
                <a:gd name="connsiteX1194" fmla="*/ 187911 w 549933"/>
                <a:gd name="connsiteY1194" fmla="*/ 243753 h 759650"/>
                <a:gd name="connsiteX1195" fmla="*/ 188282 w 549933"/>
                <a:gd name="connsiteY1195" fmla="*/ 242441 h 759650"/>
                <a:gd name="connsiteX1196" fmla="*/ 189157 w 549933"/>
                <a:gd name="connsiteY1196" fmla="*/ 241230 h 759650"/>
                <a:gd name="connsiteX1197" fmla="*/ 190907 w 549933"/>
                <a:gd name="connsiteY1197" fmla="*/ 239716 h 759650"/>
                <a:gd name="connsiteX1198" fmla="*/ 192522 w 549933"/>
                <a:gd name="connsiteY1198" fmla="*/ 239279 h 759650"/>
                <a:gd name="connsiteX1199" fmla="*/ 193734 w 549933"/>
                <a:gd name="connsiteY1199" fmla="*/ 239279 h 759650"/>
                <a:gd name="connsiteX1200" fmla="*/ 195955 w 549933"/>
                <a:gd name="connsiteY1200" fmla="*/ 238135 h 759650"/>
                <a:gd name="connsiteX1201" fmla="*/ 198782 w 549933"/>
                <a:gd name="connsiteY1201" fmla="*/ 236117 h 759650"/>
                <a:gd name="connsiteX1202" fmla="*/ 199859 w 549933"/>
                <a:gd name="connsiteY1202" fmla="*/ 235309 h 759650"/>
                <a:gd name="connsiteX1203" fmla="*/ 201104 w 549933"/>
                <a:gd name="connsiteY1203" fmla="*/ 234939 h 759650"/>
                <a:gd name="connsiteX1204" fmla="*/ 203325 w 549933"/>
                <a:gd name="connsiteY1204" fmla="*/ 234939 h 759650"/>
                <a:gd name="connsiteX1205" fmla="*/ 205244 w 549933"/>
                <a:gd name="connsiteY1205" fmla="*/ 234939 h 759650"/>
                <a:gd name="connsiteX1206" fmla="*/ 207128 w 549933"/>
                <a:gd name="connsiteY1206" fmla="*/ 234906 h 759650"/>
                <a:gd name="connsiteX1207" fmla="*/ 209955 w 549933"/>
                <a:gd name="connsiteY1207" fmla="*/ 234872 h 759650"/>
                <a:gd name="connsiteX1208" fmla="*/ 211840 w 549933"/>
                <a:gd name="connsiteY1208" fmla="*/ 234872 h 759650"/>
                <a:gd name="connsiteX1209" fmla="*/ 214027 w 549933"/>
                <a:gd name="connsiteY1209" fmla="*/ 234872 h 759650"/>
                <a:gd name="connsiteX1210" fmla="*/ 217460 w 549933"/>
                <a:gd name="connsiteY1210" fmla="*/ 234065 h 759650"/>
                <a:gd name="connsiteX1211" fmla="*/ 218638 w 549933"/>
                <a:gd name="connsiteY1211" fmla="*/ 231474 h 759650"/>
                <a:gd name="connsiteX1212" fmla="*/ 220927 w 549933"/>
                <a:gd name="connsiteY1212" fmla="*/ 228279 h 759650"/>
                <a:gd name="connsiteX1213" fmla="*/ 221566 w 549933"/>
                <a:gd name="connsiteY1213" fmla="*/ 225285 h 759650"/>
                <a:gd name="connsiteX1214" fmla="*/ 222206 w 549933"/>
                <a:gd name="connsiteY1214" fmla="*/ 222997 h 759650"/>
                <a:gd name="connsiteX1215" fmla="*/ 223855 w 549933"/>
                <a:gd name="connsiteY1215" fmla="*/ 220710 h 759650"/>
                <a:gd name="connsiteX1216" fmla="*/ 224662 w 549933"/>
                <a:gd name="connsiteY1216" fmla="*/ 219734 h 759650"/>
                <a:gd name="connsiteX1217" fmla="*/ 226009 w 549933"/>
                <a:gd name="connsiteY1217" fmla="*/ 218220 h 759650"/>
                <a:gd name="connsiteX1218" fmla="*/ 227927 w 549933"/>
                <a:gd name="connsiteY1218" fmla="*/ 216437 h 759650"/>
                <a:gd name="connsiteX1219" fmla="*/ 230586 w 549933"/>
                <a:gd name="connsiteY1219" fmla="*/ 215529 h 759650"/>
                <a:gd name="connsiteX1220" fmla="*/ 232638 w 549933"/>
                <a:gd name="connsiteY1220" fmla="*/ 215395 h 759650"/>
                <a:gd name="connsiteX1221" fmla="*/ 234321 w 549933"/>
                <a:gd name="connsiteY1221" fmla="*/ 215395 h 759650"/>
                <a:gd name="connsiteX1222" fmla="*/ 236441 w 549933"/>
                <a:gd name="connsiteY1222" fmla="*/ 215058 h 759650"/>
                <a:gd name="connsiteX1223" fmla="*/ 238192 w 549933"/>
                <a:gd name="connsiteY1223" fmla="*/ 214419 h 759650"/>
                <a:gd name="connsiteX1224" fmla="*/ 239605 w 549933"/>
                <a:gd name="connsiteY1224" fmla="*/ 213174 h 759650"/>
                <a:gd name="connsiteX1225" fmla="*/ 240648 w 549933"/>
                <a:gd name="connsiteY1225" fmla="*/ 212132 h 759650"/>
                <a:gd name="connsiteX1226" fmla="*/ 242398 w 549933"/>
                <a:gd name="connsiteY1226" fmla="*/ 212132 h 759650"/>
                <a:gd name="connsiteX1227" fmla="*/ 243206 w 549933"/>
                <a:gd name="connsiteY1227" fmla="*/ 213444 h 759650"/>
                <a:gd name="connsiteX1228" fmla="*/ 243710 w 549933"/>
                <a:gd name="connsiteY1228" fmla="*/ 214621 h 759650"/>
                <a:gd name="connsiteX1229" fmla="*/ 246100 w 549933"/>
                <a:gd name="connsiteY1229" fmla="*/ 215126 h 759650"/>
                <a:gd name="connsiteX1230" fmla="*/ 247884 w 549933"/>
                <a:gd name="connsiteY1230" fmla="*/ 214957 h 759650"/>
                <a:gd name="connsiteX1231" fmla="*/ 248759 w 549933"/>
                <a:gd name="connsiteY1231" fmla="*/ 213444 h 759650"/>
                <a:gd name="connsiteX1232" fmla="*/ 247884 w 549933"/>
                <a:gd name="connsiteY1232" fmla="*/ 211257 h 759650"/>
                <a:gd name="connsiteX1233" fmla="*/ 246100 w 549933"/>
                <a:gd name="connsiteY1233" fmla="*/ 210214 h 759650"/>
                <a:gd name="connsiteX1234" fmla="*/ 243610 w 549933"/>
                <a:gd name="connsiteY1234" fmla="*/ 208801 h 759650"/>
                <a:gd name="connsiteX1235" fmla="*/ 240581 w 549933"/>
                <a:gd name="connsiteY1235" fmla="*/ 206514 h 759650"/>
                <a:gd name="connsiteX1236" fmla="*/ 239504 w 549933"/>
                <a:gd name="connsiteY1236" fmla="*/ 204495 h 759650"/>
                <a:gd name="connsiteX1237" fmla="*/ 237989 w 549933"/>
                <a:gd name="connsiteY1237" fmla="*/ 202208 h 759650"/>
                <a:gd name="connsiteX1238" fmla="*/ 236744 w 549933"/>
                <a:gd name="connsiteY1238" fmla="*/ 199752 h 759650"/>
                <a:gd name="connsiteX1239" fmla="*/ 236475 w 549933"/>
                <a:gd name="connsiteY1239" fmla="*/ 198070 h 759650"/>
                <a:gd name="connsiteX1240" fmla="*/ 237384 w 549933"/>
                <a:gd name="connsiteY1240" fmla="*/ 196926 h 759650"/>
                <a:gd name="connsiteX1241" fmla="*/ 239134 w 549933"/>
                <a:gd name="connsiteY1241" fmla="*/ 196388 h 759650"/>
                <a:gd name="connsiteX1242" fmla="*/ 241287 w 549933"/>
                <a:gd name="connsiteY1242" fmla="*/ 196725 h 759650"/>
                <a:gd name="connsiteX1243" fmla="*/ 243610 w 549933"/>
                <a:gd name="connsiteY1243" fmla="*/ 198037 h 759650"/>
                <a:gd name="connsiteX1244" fmla="*/ 244821 w 549933"/>
                <a:gd name="connsiteY1244" fmla="*/ 199113 h 759650"/>
                <a:gd name="connsiteX1245" fmla="*/ 248254 w 549933"/>
                <a:gd name="connsiteY1245" fmla="*/ 200425 h 759650"/>
                <a:gd name="connsiteX1246" fmla="*/ 249331 w 549933"/>
                <a:gd name="connsiteY1246" fmla="*/ 199349 h 759650"/>
                <a:gd name="connsiteX1247" fmla="*/ 248826 w 549933"/>
                <a:gd name="connsiteY1247" fmla="*/ 197767 h 759650"/>
                <a:gd name="connsiteX1248" fmla="*/ 248658 w 549933"/>
                <a:gd name="connsiteY1248" fmla="*/ 195715 h 759650"/>
                <a:gd name="connsiteX1249" fmla="*/ 247009 w 549933"/>
                <a:gd name="connsiteY1249" fmla="*/ 193764 h 759650"/>
                <a:gd name="connsiteX1250" fmla="*/ 245663 w 549933"/>
                <a:gd name="connsiteY1250" fmla="*/ 192621 h 759650"/>
                <a:gd name="connsiteX1251" fmla="*/ 244687 w 549933"/>
                <a:gd name="connsiteY1251" fmla="*/ 190770 h 759650"/>
                <a:gd name="connsiteX1252" fmla="*/ 244687 w 549933"/>
                <a:gd name="connsiteY1252" fmla="*/ 189358 h 759650"/>
                <a:gd name="connsiteX1253" fmla="*/ 246706 w 549933"/>
                <a:gd name="connsiteY1253" fmla="*/ 188752 h 759650"/>
                <a:gd name="connsiteX1254" fmla="*/ 249331 w 549933"/>
                <a:gd name="connsiteY1254" fmla="*/ 188416 h 759650"/>
                <a:gd name="connsiteX1255" fmla="*/ 253336 w 549933"/>
                <a:gd name="connsiteY1255" fmla="*/ 189660 h 759650"/>
                <a:gd name="connsiteX1256" fmla="*/ 255961 w 549933"/>
                <a:gd name="connsiteY1256" fmla="*/ 187743 h 759650"/>
                <a:gd name="connsiteX1257" fmla="*/ 258351 w 549933"/>
                <a:gd name="connsiteY1257" fmla="*/ 186296 h 759650"/>
                <a:gd name="connsiteX1258" fmla="*/ 258653 w 549933"/>
                <a:gd name="connsiteY1258" fmla="*/ 183168 h 759650"/>
                <a:gd name="connsiteX1259" fmla="*/ 258653 w 549933"/>
                <a:gd name="connsiteY1259" fmla="*/ 180645 h 759650"/>
                <a:gd name="connsiteX1260" fmla="*/ 259730 w 549933"/>
                <a:gd name="connsiteY1260" fmla="*/ 178626 h 759650"/>
                <a:gd name="connsiteX1261" fmla="*/ 260875 w 549933"/>
                <a:gd name="connsiteY1261" fmla="*/ 176945 h 759650"/>
                <a:gd name="connsiteX1262" fmla="*/ 263264 w 549933"/>
                <a:gd name="connsiteY1262" fmla="*/ 175633 h 759650"/>
                <a:gd name="connsiteX1263" fmla="*/ 265452 w 549933"/>
                <a:gd name="connsiteY1263" fmla="*/ 175633 h 759650"/>
                <a:gd name="connsiteX1264" fmla="*/ 266764 w 549933"/>
                <a:gd name="connsiteY1264" fmla="*/ 176137 h 759650"/>
                <a:gd name="connsiteX1265" fmla="*/ 267639 w 549933"/>
                <a:gd name="connsiteY1265" fmla="*/ 178660 h 759650"/>
                <a:gd name="connsiteX1266" fmla="*/ 267639 w 549933"/>
                <a:gd name="connsiteY1266" fmla="*/ 181620 h 759650"/>
                <a:gd name="connsiteX1267" fmla="*/ 267673 w 549933"/>
                <a:gd name="connsiteY1267" fmla="*/ 184076 h 759650"/>
                <a:gd name="connsiteX1268" fmla="*/ 267673 w 549933"/>
                <a:gd name="connsiteY1268" fmla="*/ 187205 h 759650"/>
                <a:gd name="connsiteX1269" fmla="*/ 268077 w 549933"/>
                <a:gd name="connsiteY1269" fmla="*/ 189526 h 759650"/>
                <a:gd name="connsiteX1270" fmla="*/ 269894 w 549933"/>
                <a:gd name="connsiteY1270" fmla="*/ 192419 h 759650"/>
                <a:gd name="connsiteX1271" fmla="*/ 271206 w 549933"/>
                <a:gd name="connsiteY1271" fmla="*/ 195379 h 759650"/>
                <a:gd name="connsiteX1272" fmla="*/ 273596 w 549933"/>
                <a:gd name="connsiteY1272" fmla="*/ 198003 h 759650"/>
                <a:gd name="connsiteX1273" fmla="*/ 277130 w 549933"/>
                <a:gd name="connsiteY1273" fmla="*/ 200694 h 759650"/>
                <a:gd name="connsiteX1274" fmla="*/ 281269 w 549933"/>
                <a:gd name="connsiteY1274" fmla="*/ 203284 h 759650"/>
                <a:gd name="connsiteX1275" fmla="*/ 283423 w 549933"/>
                <a:gd name="connsiteY1275" fmla="*/ 204664 h 759650"/>
                <a:gd name="connsiteX1276" fmla="*/ 287899 w 549933"/>
                <a:gd name="connsiteY1276" fmla="*/ 210685 h 759650"/>
                <a:gd name="connsiteX1277" fmla="*/ 291231 w 549933"/>
                <a:gd name="connsiteY1277" fmla="*/ 214217 h 759650"/>
                <a:gd name="connsiteX1278" fmla="*/ 293755 w 549933"/>
                <a:gd name="connsiteY1278" fmla="*/ 216606 h 759650"/>
                <a:gd name="connsiteX1279" fmla="*/ 299847 w 549933"/>
                <a:gd name="connsiteY1279" fmla="*/ 219129 h 759650"/>
                <a:gd name="connsiteX1280" fmla="*/ 305938 w 549933"/>
                <a:gd name="connsiteY1280" fmla="*/ 217548 h 759650"/>
                <a:gd name="connsiteX1281" fmla="*/ 310583 w 549933"/>
                <a:gd name="connsiteY1281" fmla="*/ 216673 h 759650"/>
                <a:gd name="connsiteX1282" fmla="*/ 321756 w 549933"/>
                <a:gd name="connsiteY1282" fmla="*/ 217043 h 759650"/>
                <a:gd name="connsiteX1283" fmla="*/ 325087 w 549933"/>
                <a:gd name="connsiteY1283" fmla="*/ 217043 h 759650"/>
                <a:gd name="connsiteX1284" fmla="*/ 329294 w 549933"/>
                <a:gd name="connsiteY1284" fmla="*/ 218792 h 759650"/>
                <a:gd name="connsiteX1285" fmla="*/ 335218 w 549933"/>
                <a:gd name="connsiteY1285" fmla="*/ 218792 h 759650"/>
                <a:gd name="connsiteX1286" fmla="*/ 338415 w 549933"/>
                <a:gd name="connsiteY1286" fmla="*/ 218355 h 759650"/>
                <a:gd name="connsiteX1287" fmla="*/ 340299 w 549933"/>
                <a:gd name="connsiteY1287" fmla="*/ 221046 h 759650"/>
                <a:gd name="connsiteX1288" fmla="*/ 341107 w 549933"/>
                <a:gd name="connsiteY1288" fmla="*/ 222560 h 759650"/>
                <a:gd name="connsiteX1289" fmla="*/ 340299 w 549933"/>
                <a:gd name="connsiteY1289" fmla="*/ 224645 h 75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Lst>
              <a:rect l="l" t="t" r="r" b="b"/>
              <a:pathLst>
                <a:path w="549933" h="759650">
                  <a:moveTo>
                    <a:pt x="547410" y="270059"/>
                  </a:moveTo>
                  <a:lnTo>
                    <a:pt x="544078" y="266729"/>
                  </a:lnTo>
                  <a:lnTo>
                    <a:pt x="542328" y="262591"/>
                  </a:lnTo>
                  <a:lnTo>
                    <a:pt x="542462" y="256872"/>
                  </a:lnTo>
                  <a:lnTo>
                    <a:pt x="542328" y="256872"/>
                  </a:lnTo>
                  <a:lnTo>
                    <a:pt x="535361" y="254282"/>
                  </a:lnTo>
                  <a:cubicBezTo>
                    <a:pt x="535361" y="254282"/>
                    <a:pt x="531457" y="251389"/>
                    <a:pt x="530717" y="250952"/>
                  </a:cubicBezTo>
                  <a:cubicBezTo>
                    <a:pt x="529977" y="250514"/>
                    <a:pt x="523885" y="247184"/>
                    <a:pt x="523885" y="247184"/>
                  </a:cubicBezTo>
                  <a:cubicBezTo>
                    <a:pt x="523885" y="247184"/>
                    <a:pt x="522640" y="243854"/>
                    <a:pt x="522505" y="243282"/>
                  </a:cubicBezTo>
                  <a:cubicBezTo>
                    <a:pt x="522371" y="242710"/>
                    <a:pt x="522303" y="241398"/>
                    <a:pt x="522303" y="239380"/>
                  </a:cubicBezTo>
                  <a:cubicBezTo>
                    <a:pt x="522303" y="237361"/>
                    <a:pt x="522303" y="233425"/>
                    <a:pt x="522303" y="233425"/>
                  </a:cubicBezTo>
                  <a:lnTo>
                    <a:pt x="522000" y="229221"/>
                  </a:lnTo>
                  <a:cubicBezTo>
                    <a:pt x="522000" y="229221"/>
                    <a:pt x="519678" y="225318"/>
                    <a:pt x="519241" y="225016"/>
                  </a:cubicBezTo>
                  <a:cubicBezTo>
                    <a:pt x="518803" y="224713"/>
                    <a:pt x="515034" y="220676"/>
                    <a:pt x="514462" y="220541"/>
                  </a:cubicBezTo>
                  <a:cubicBezTo>
                    <a:pt x="513890" y="220407"/>
                    <a:pt x="510390" y="218220"/>
                    <a:pt x="510390" y="218220"/>
                  </a:cubicBezTo>
                  <a:cubicBezTo>
                    <a:pt x="510390" y="218220"/>
                    <a:pt x="507058" y="218086"/>
                    <a:pt x="505913" y="218220"/>
                  </a:cubicBezTo>
                  <a:cubicBezTo>
                    <a:pt x="504736" y="218355"/>
                    <a:pt x="501404" y="219600"/>
                    <a:pt x="501404" y="219600"/>
                  </a:cubicBezTo>
                  <a:lnTo>
                    <a:pt x="500091" y="220407"/>
                  </a:lnTo>
                  <a:lnTo>
                    <a:pt x="497029" y="220407"/>
                  </a:lnTo>
                  <a:cubicBezTo>
                    <a:pt x="497029" y="220407"/>
                    <a:pt x="491678" y="219700"/>
                    <a:pt x="490803" y="219700"/>
                  </a:cubicBezTo>
                  <a:cubicBezTo>
                    <a:pt x="489928" y="219700"/>
                    <a:pt x="488177" y="219129"/>
                    <a:pt x="488177" y="219129"/>
                  </a:cubicBezTo>
                  <a:cubicBezTo>
                    <a:pt x="488177" y="219129"/>
                    <a:pt x="486731" y="215495"/>
                    <a:pt x="486293" y="214655"/>
                  </a:cubicBezTo>
                  <a:cubicBezTo>
                    <a:pt x="485855" y="213780"/>
                    <a:pt x="482961" y="209642"/>
                    <a:pt x="482961" y="209642"/>
                  </a:cubicBezTo>
                  <a:lnTo>
                    <a:pt x="482524" y="204798"/>
                  </a:lnTo>
                  <a:lnTo>
                    <a:pt x="477879" y="204798"/>
                  </a:lnTo>
                  <a:lnTo>
                    <a:pt x="473403" y="205538"/>
                  </a:lnTo>
                  <a:lnTo>
                    <a:pt x="469937" y="204092"/>
                  </a:lnTo>
                  <a:cubicBezTo>
                    <a:pt x="469937" y="204092"/>
                    <a:pt x="466874" y="201333"/>
                    <a:pt x="465461" y="200459"/>
                  </a:cubicBezTo>
                  <a:cubicBezTo>
                    <a:pt x="464047" y="199584"/>
                    <a:pt x="458797" y="196826"/>
                    <a:pt x="458663" y="196422"/>
                  </a:cubicBezTo>
                  <a:cubicBezTo>
                    <a:pt x="458528" y="195985"/>
                    <a:pt x="453715" y="191645"/>
                    <a:pt x="453715" y="191645"/>
                  </a:cubicBezTo>
                  <a:lnTo>
                    <a:pt x="450383" y="188012"/>
                  </a:lnTo>
                  <a:cubicBezTo>
                    <a:pt x="450383" y="188012"/>
                    <a:pt x="451258" y="183235"/>
                    <a:pt x="451696" y="182798"/>
                  </a:cubicBezTo>
                  <a:cubicBezTo>
                    <a:pt x="452134" y="182361"/>
                    <a:pt x="458932" y="175431"/>
                    <a:pt x="458932" y="175431"/>
                  </a:cubicBezTo>
                  <a:cubicBezTo>
                    <a:pt x="458932" y="175431"/>
                    <a:pt x="460682" y="173412"/>
                    <a:pt x="461119" y="173412"/>
                  </a:cubicBezTo>
                  <a:cubicBezTo>
                    <a:pt x="461557" y="173412"/>
                    <a:pt x="462870" y="170957"/>
                    <a:pt x="462870" y="170957"/>
                  </a:cubicBezTo>
                  <a:lnTo>
                    <a:pt x="463576" y="168636"/>
                  </a:lnTo>
                  <a:lnTo>
                    <a:pt x="459537" y="166617"/>
                  </a:lnTo>
                  <a:cubicBezTo>
                    <a:pt x="459537" y="166617"/>
                    <a:pt x="457788" y="165608"/>
                    <a:pt x="457788" y="165171"/>
                  </a:cubicBezTo>
                  <a:cubicBezTo>
                    <a:pt x="457788" y="164733"/>
                    <a:pt x="458494" y="162143"/>
                    <a:pt x="459235" y="161975"/>
                  </a:cubicBezTo>
                  <a:cubicBezTo>
                    <a:pt x="459941" y="161840"/>
                    <a:pt x="462870" y="159788"/>
                    <a:pt x="463307" y="159654"/>
                  </a:cubicBezTo>
                  <a:cubicBezTo>
                    <a:pt x="463744" y="159519"/>
                    <a:pt x="464451" y="158073"/>
                    <a:pt x="466201" y="157770"/>
                  </a:cubicBezTo>
                  <a:cubicBezTo>
                    <a:pt x="467951" y="157467"/>
                    <a:pt x="471418" y="155752"/>
                    <a:pt x="471990" y="155583"/>
                  </a:cubicBezTo>
                  <a:cubicBezTo>
                    <a:pt x="472562" y="155449"/>
                    <a:pt x="476634" y="150941"/>
                    <a:pt x="476634" y="150941"/>
                  </a:cubicBezTo>
                  <a:lnTo>
                    <a:pt x="478822" y="146871"/>
                  </a:lnTo>
                  <a:lnTo>
                    <a:pt x="478822" y="143103"/>
                  </a:lnTo>
                  <a:cubicBezTo>
                    <a:pt x="478822" y="143103"/>
                    <a:pt x="478956" y="139907"/>
                    <a:pt x="479394" y="139033"/>
                  </a:cubicBezTo>
                  <a:cubicBezTo>
                    <a:pt x="479831" y="138158"/>
                    <a:pt x="481144" y="137149"/>
                    <a:pt x="482288" y="136846"/>
                  </a:cubicBezTo>
                  <a:cubicBezTo>
                    <a:pt x="483432" y="136543"/>
                    <a:pt x="483600" y="136712"/>
                    <a:pt x="485048" y="136274"/>
                  </a:cubicBezTo>
                  <a:cubicBezTo>
                    <a:pt x="486495" y="135837"/>
                    <a:pt x="488245" y="134828"/>
                    <a:pt x="488380" y="134256"/>
                  </a:cubicBezTo>
                  <a:cubicBezTo>
                    <a:pt x="488514" y="133684"/>
                    <a:pt x="489086" y="131228"/>
                    <a:pt x="488514" y="131060"/>
                  </a:cubicBezTo>
                  <a:cubicBezTo>
                    <a:pt x="487942" y="130926"/>
                    <a:pt x="482995" y="131363"/>
                    <a:pt x="481985" y="131060"/>
                  </a:cubicBezTo>
                  <a:cubicBezTo>
                    <a:pt x="480975" y="130757"/>
                    <a:pt x="478351" y="131026"/>
                    <a:pt x="478351" y="131026"/>
                  </a:cubicBezTo>
                  <a:lnTo>
                    <a:pt x="475456" y="132641"/>
                  </a:lnTo>
                  <a:lnTo>
                    <a:pt x="470812" y="134828"/>
                  </a:lnTo>
                  <a:lnTo>
                    <a:pt x="465595" y="135568"/>
                  </a:lnTo>
                  <a:lnTo>
                    <a:pt x="463273" y="134828"/>
                  </a:lnTo>
                  <a:lnTo>
                    <a:pt x="461086" y="132809"/>
                  </a:lnTo>
                  <a:cubicBezTo>
                    <a:pt x="461086" y="132809"/>
                    <a:pt x="458898" y="133112"/>
                    <a:pt x="458191" y="133381"/>
                  </a:cubicBezTo>
                  <a:cubicBezTo>
                    <a:pt x="457484" y="133684"/>
                    <a:pt x="456172" y="135971"/>
                    <a:pt x="456172" y="135971"/>
                  </a:cubicBezTo>
                  <a:cubicBezTo>
                    <a:pt x="456172" y="135971"/>
                    <a:pt x="454590" y="137283"/>
                    <a:pt x="454153" y="137418"/>
                  </a:cubicBezTo>
                  <a:cubicBezTo>
                    <a:pt x="453715" y="137553"/>
                    <a:pt x="450686" y="134962"/>
                    <a:pt x="449812" y="134390"/>
                  </a:cubicBezTo>
                  <a:cubicBezTo>
                    <a:pt x="448936" y="133818"/>
                    <a:pt x="447792" y="132641"/>
                    <a:pt x="447186" y="132372"/>
                  </a:cubicBezTo>
                  <a:cubicBezTo>
                    <a:pt x="446614" y="132069"/>
                    <a:pt x="444426" y="130926"/>
                    <a:pt x="444426" y="130926"/>
                  </a:cubicBezTo>
                  <a:lnTo>
                    <a:pt x="439648" y="133247"/>
                  </a:lnTo>
                  <a:lnTo>
                    <a:pt x="434296" y="134121"/>
                  </a:lnTo>
                  <a:cubicBezTo>
                    <a:pt x="434296" y="134121"/>
                    <a:pt x="431402" y="135299"/>
                    <a:pt x="431268" y="134861"/>
                  </a:cubicBezTo>
                  <a:cubicBezTo>
                    <a:pt x="431133" y="134424"/>
                    <a:pt x="429686" y="132103"/>
                    <a:pt x="429686" y="132103"/>
                  </a:cubicBezTo>
                  <a:lnTo>
                    <a:pt x="427499" y="132237"/>
                  </a:lnTo>
                  <a:cubicBezTo>
                    <a:pt x="427499" y="132237"/>
                    <a:pt x="424032" y="129614"/>
                    <a:pt x="423594" y="129479"/>
                  </a:cubicBezTo>
                  <a:cubicBezTo>
                    <a:pt x="423157" y="129344"/>
                    <a:pt x="421710" y="131363"/>
                    <a:pt x="421575" y="131935"/>
                  </a:cubicBezTo>
                  <a:cubicBezTo>
                    <a:pt x="421441" y="132507"/>
                    <a:pt x="419825" y="135130"/>
                    <a:pt x="419825" y="135130"/>
                  </a:cubicBezTo>
                  <a:cubicBezTo>
                    <a:pt x="419825" y="135130"/>
                    <a:pt x="418513" y="136274"/>
                    <a:pt x="417065" y="136712"/>
                  </a:cubicBezTo>
                  <a:cubicBezTo>
                    <a:pt x="415618" y="137149"/>
                    <a:pt x="414037" y="137452"/>
                    <a:pt x="414037" y="137452"/>
                  </a:cubicBezTo>
                  <a:lnTo>
                    <a:pt x="411714" y="138595"/>
                  </a:lnTo>
                  <a:cubicBezTo>
                    <a:pt x="411714" y="138595"/>
                    <a:pt x="406801" y="135400"/>
                    <a:pt x="406195" y="135265"/>
                  </a:cubicBezTo>
                  <a:cubicBezTo>
                    <a:pt x="405623" y="135130"/>
                    <a:pt x="404748" y="135130"/>
                    <a:pt x="404445" y="134559"/>
                  </a:cubicBezTo>
                  <a:cubicBezTo>
                    <a:pt x="404176" y="133987"/>
                    <a:pt x="403873" y="130926"/>
                    <a:pt x="403873" y="130926"/>
                  </a:cubicBezTo>
                  <a:lnTo>
                    <a:pt x="402291" y="126855"/>
                  </a:lnTo>
                  <a:cubicBezTo>
                    <a:pt x="402291" y="126855"/>
                    <a:pt x="401147" y="124971"/>
                    <a:pt x="401147" y="124534"/>
                  </a:cubicBezTo>
                  <a:cubicBezTo>
                    <a:pt x="401147" y="124097"/>
                    <a:pt x="400272" y="122953"/>
                    <a:pt x="400272" y="122516"/>
                  </a:cubicBezTo>
                  <a:cubicBezTo>
                    <a:pt x="400272" y="122078"/>
                    <a:pt x="399834" y="121372"/>
                    <a:pt x="400709" y="120766"/>
                  </a:cubicBezTo>
                  <a:cubicBezTo>
                    <a:pt x="401584" y="120194"/>
                    <a:pt x="402291" y="119320"/>
                    <a:pt x="402291" y="118748"/>
                  </a:cubicBezTo>
                  <a:cubicBezTo>
                    <a:pt x="402291" y="118176"/>
                    <a:pt x="402291" y="113534"/>
                    <a:pt x="402291" y="113534"/>
                  </a:cubicBezTo>
                  <a:lnTo>
                    <a:pt x="401416" y="112659"/>
                  </a:lnTo>
                  <a:lnTo>
                    <a:pt x="394315" y="111650"/>
                  </a:lnTo>
                  <a:lnTo>
                    <a:pt x="393137" y="108622"/>
                  </a:lnTo>
                  <a:lnTo>
                    <a:pt x="396772" y="106604"/>
                  </a:lnTo>
                  <a:cubicBezTo>
                    <a:pt x="396772" y="106604"/>
                    <a:pt x="394450" y="103408"/>
                    <a:pt x="393878" y="103139"/>
                  </a:cubicBezTo>
                  <a:cubicBezTo>
                    <a:pt x="393305" y="102836"/>
                    <a:pt x="390983" y="102567"/>
                    <a:pt x="390545" y="102264"/>
                  </a:cubicBezTo>
                  <a:cubicBezTo>
                    <a:pt x="390108" y="101962"/>
                    <a:pt x="389805" y="101121"/>
                    <a:pt x="389401" y="100515"/>
                  </a:cubicBezTo>
                  <a:cubicBezTo>
                    <a:pt x="388964" y="99943"/>
                    <a:pt x="387214" y="97622"/>
                    <a:pt x="386945" y="96748"/>
                  </a:cubicBezTo>
                  <a:cubicBezTo>
                    <a:pt x="386676" y="95873"/>
                    <a:pt x="385800" y="93855"/>
                    <a:pt x="385800" y="93855"/>
                  </a:cubicBezTo>
                  <a:cubicBezTo>
                    <a:pt x="385800" y="93855"/>
                    <a:pt x="385363" y="92274"/>
                    <a:pt x="385800" y="91668"/>
                  </a:cubicBezTo>
                  <a:cubicBezTo>
                    <a:pt x="386238" y="91096"/>
                    <a:pt x="387820" y="87699"/>
                    <a:pt x="387820" y="87699"/>
                  </a:cubicBezTo>
                  <a:lnTo>
                    <a:pt x="388695" y="86622"/>
                  </a:lnTo>
                  <a:lnTo>
                    <a:pt x="389267" y="86622"/>
                  </a:lnTo>
                  <a:cubicBezTo>
                    <a:pt x="389267" y="86622"/>
                    <a:pt x="388964" y="86185"/>
                    <a:pt x="390849" y="86622"/>
                  </a:cubicBezTo>
                  <a:cubicBezTo>
                    <a:pt x="392733" y="87059"/>
                    <a:pt x="394046" y="87497"/>
                    <a:pt x="394046" y="87497"/>
                  </a:cubicBezTo>
                  <a:cubicBezTo>
                    <a:pt x="394046" y="87497"/>
                    <a:pt x="396940" y="89246"/>
                    <a:pt x="397243" y="89818"/>
                  </a:cubicBezTo>
                  <a:cubicBezTo>
                    <a:pt x="397546" y="90390"/>
                    <a:pt x="398690" y="91836"/>
                    <a:pt x="400440" y="91130"/>
                  </a:cubicBezTo>
                  <a:cubicBezTo>
                    <a:pt x="402190" y="90423"/>
                    <a:pt x="403637" y="87497"/>
                    <a:pt x="403637" y="87497"/>
                  </a:cubicBezTo>
                  <a:cubicBezTo>
                    <a:pt x="403637" y="87497"/>
                    <a:pt x="403503" y="82854"/>
                    <a:pt x="402931" y="81845"/>
                  </a:cubicBezTo>
                  <a:cubicBezTo>
                    <a:pt x="402358" y="80836"/>
                    <a:pt x="400474" y="78212"/>
                    <a:pt x="400474" y="78212"/>
                  </a:cubicBezTo>
                  <a:lnTo>
                    <a:pt x="399599" y="74747"/>
                  </a:lnTo>
                  <a:lnTo>
                    <a:pt x="396267" y="71417"/>
                  </a:lnTo>
                  <a:cubicBezTo>
                    <a:pt x="396267" y="71417"/>
                    <a:pt x="395829" y="70408"/>
                    <a:pt x="396839" y="69533"/>
                  </a:cubicBezTo>
                  <a:cubicBezTo>
                    <a:pt x="397849" y="68659"/>
                    <a:pt x="399868" y="66640"/>
                    <a:pt x="400305" y="66640"/>
                  </a:cubicBezTo>
                  <a:cubicBezTo>
                    <a:pt x="400743" y="66640"/>
                    <a:pt x="401887" y="64050"/>
                    <a:pt x="400878" y="64050"/>
                  </a:cubicBezTo>
                  <a:cubicBezTo>
                    <a:pt x="399868" y="64050"/>
                    <a:pt x="396536" y="63310"/>
                    <a:pt x="396536" y="63310"/>
                  </a:cubicBezTo>
                  <a:cubicBezTo>
                    <a:pt x="396536" y="63310"/>
                    <a:pt x="394214" y="62570"/>
                    <a:pt x="394079" y="61729"/>
                  </a:cubicBezTo>
                  <a:cubicBezTo>
                    <a:pt x="393945" y="60854"/>
                    <a:pt x="395661" y="59408"/>
                    <a:pt x="395661" y="59408"/>
                  </a:cubicBezTo>
                  <a:lnTo>
                    <a:pt x="396233" y="57658"/>
                  </a:lnTo>
                  <a:lnTo>
                    <a:pt x="395527" y="55337"/>
                  </a:lnTo>
                  <a:lnTo>
                    <a:pt x="394517" y="55337"/>
                  </a:lnTo>
                  <a:cubicBezTo>
                    <a:pt x="394517" y="55337"/>
                    <a:pt x="392363" y="53588"/>
                    <a:pt x="391757" y="53588"/>
                  </a:cubicBezTo>
                  <a:cubicBezTo>
                    <a:pt x="391185" y="53588"/>
                    <a:pt x="390007" y="54025"/>
                    <a:pt x="389570" y="54328"/>
                  </a:cubicBezTo>
                  <a:cubicBezTo>
                    <a:pt x="389132" y="54631"/>
                    <a:pt x="388695" y="55640"/>
                    <a:pt x="388392" y="56212"/>
                  </a:cubicBezTo>
                  <a:cubicBezTo>
                    <a:pt x="388122" y="56784"/>
                    <a:pt x="387247" y="58096"/>
                    <a:pt x="387247" y="58096"/>
                  </a:cubicBezTo>
                  <a:cubicBezTo>
                    <a:pt x="387247" y="58096"/>
                    <a:pt x="385699" y="59542"/>
                    <a:pt x="385598" y="59542"/>
                  </a:cubicBezTo>
                  <a:cubicBezTo>
                    <a:pt x="385497" y="59542"/>
                    <a:pt x="383781" y="59408"/>
                    <a:pt x="383781" y="59408"/>
                  </a:cubicBezTo>
                  <a:cubicBezTo>
                    <a:pt x="383781" y="59408"/>
                    <a:pt x="382839" y="58533"/>
                    <a:pt x="382569" y="57961"/>
                  </a:cubicBezTo>
                  <a:cubicBezTo>
                    <a:pt x="382267" y="57389"/>
                    <a:pt x="381459" y="56515"/>
                    <a:pt x="381459" y="56515"/>
                  </a:cubicBezTo>
                  <a:lnTo>
                    <a:pt x="381459" y="54496"/>
                  </a:lnTo>
                  <a:lnTo>
                    <a:pt x="384252" y="53285"/>
                  </a:lnTo>
                  <a:lnTo>
                    <a:pt x="383579" y="51603"/>
                  </a:lnTo>
                  <a:lnTo>
                    <a:pt x="382873" y="50426"/>
                  </a:lnTo>
                  <a:lnTo>
                    <a:pt x="380012" y="48307"/>
                  </a:lnTo>
                  <a:lnTo>
                    <a:pt x="377892" y="49719"/>
                  </a:lnTo>
                  <a:cubicBezTo>
                    <a:pt x="377892" y="49719"/>
                    <a:pt x="377252" y="49484"/>
                    <a:pt x="377252" y="49349"/>
                  </a:cubicBezTo>
                  <a:cubicBezTo>
                    <a:pt x="377252" y="49181"/>
                    <a:pt x="377084" y="47163"/>
                    <a:pt x="377252" y="46692"/>
                  </a:cubicBezTo>
                  <a:cubicBezTo>
                    <a:pt x="377420" y="46187"/>
                    <a:pt x="377858" y="44842"/>
                    <a:pt x="377858" y="44842"/>
                  </a:cubicBezTo>
                  <a:cubicBezTo>
                    <a:pt x="377858" y="44842"/>
                    <a:pt x="377286" y="43799"/>
                    <a:pt x="377185" y="43698"/>
                  </a:cubicBezTo>
                  <a:cubicBezTo>
                    <a:pt x="377084" y="43597"/>
                    <a:pt x="372844" y="40939"/>
                    <a:pt x="372844" y="40939"/>
                  </a:cubicBezTo>
                  <a:lnTo>
                    <a:pt x="371430" y="37845"/>
                  </a:lnTo>
                  <a:cubicBezTo>
                    <a:pt x="371430" y="37845"/>
                    <a:pt x="370622" y="35389"/>
                    <a:pt x="370622" y="35086"/>
                  </a:cubicBezTo>
                  <a:cubicBezTo>
                    <a:pt x="370622" y="34783"/>
                    <a:pt x="372877" y="32563"/>
                    <a:pt x="372877" y="32563"/>
                  </a:cubicBezTo>
                  <a:lnTo>
                    <a:pt x="373146" y="32193"/>
                  </a:lnTo>
                  <a:lnTo>
                    <a:pt x="374593" y="30040"/>
                  </a:lnTo>
                  <a:lnTo>
                    <a:pt x="374089" y="27652"/>
                  </a:lnTo>
                  <a:cubicBezTo>
                    <a:pt x="374089" y="27652"/>
                    <a:pt x="372910" y="26273"/>
                    <a:pt x="372844" y="26071"/>
                  </a:cubicBezTo>
                  <a:cubicBezTo>
                    <a:pt x="372776" y="25835"/>
                    <a:pt x="371598" y="24389"/>
                    <a:pt x="371598" y="24389"/>
                  </a:cubicBezTo>
                  <a:cubicBezTo>
                    <a:pt x="371598" y="24389"/>
                    <a:pt x="370521" y="22370"/>
                    <a:pt x="370589" y="22068"/>
                  </a:cubicBezTo>
                  <a:cubicBezTo>
                    <a:pt x="370656" y="21765"/>
                    <a:pt x="369915" y="20184"/>
                    <a:pt x="369915" y="20184"/>
                  </a:cubicBezTo>
                  <a:lnTo>
                    <a:pt x="367458" y="18300"/>
                  </a:lnTo>
                  <a:lnTo>
                    <a:pt x="362949" y="13893"/>
                  </a:lnTo>
                  <a:lnTo>
                    <a:pt x="357093" y="10630"/>
                  </a:lnTo>
                  <a:lnTo>
                    <a:pt x="355780" y="7165"/>
                  </a:lnTo>
                  <a:cubicBezTo>
                    <a:pt x="355780" y="7165"/>
                    <a:pt x="356420" y="5416"/>
                    <a:pt x="355780" y="5214"/>
                  </a:cubicBezTo>
                  <a:cubicBezTo>
                    <a:pt x="355141" y="5012"/>
                    <a:pt x="352516" y="1749"/>
                    <a:pt x="352516" y="1749"/>
                  </a:cubicBezTo>
                  <a:lnTo>
                    <a:pt x="347098" y="0"/>
                  </a:lnTo>
                  <a:lnTo>
                    <a:pt x="343900" y="639"/>
                  </a:lnTo>
                  <a:lnTo>
                    <a:pt x="340266" y="1379"/>
                  </a:lnTo>
                  <a:lnTo>
                    <a:pt x="337506" y="2388"/>
                  </a:lnTo>
                  <a:lnTo>
                    <a:pt x="335487" y="5147"/>
                  </a:lnTo>
                  <a:cubicBezTo>
                    <a:pt x="335487" y="5147"/>
                    <a:pt x="333737" y="6728"/>
                    <a:pt x="333333" y="6896"/>
                  </a:cubicBezTo>
                  <a:cubicBezTo>
                    <a:pt x="332895" y="7031"/>
                    <a:pt x="329833" y="5887"/>
                    <a:pt x="329833" y="5887"/>
                  </a:cubicBezTo>
                  <a:lnTo>
                    <a:pt x="327814" y="4440"/>
                  </a:lnTo>
                  <a:cubicBezTo>
                    <a:pt x="327814" y="4440"/>
                    <a:pt x="327814" y="4003"/>
                    <a:pt x="326939" y="3869"/>
                  </a:cubicBezTo>
                  <a:cubicBezTo>
                    <a:pt x="326064" y="3734"/>
                    <a:pt x="324313" y="3869"/>
                    <a:pt x="323910" y="4306"/>
                  </a:cubicBezTo>
                  <a:cubicBezTo>
                    <a:pt x="323472" y="4743"/>
                    <a:pt x="322732" y="6055"/>
                    <a:pt x="322462" y="6627"/>
                  </a:cubicBezTo>
                  <a:cubicBezTo>
                    <a:pt x="322193" y="7199"/>
                    <a:pt x="321587" y="8343"/>
                    <a:pt x="321587" y="8343"/>
                  </a:cubicBezTo>
                  <a:lnTo>
                    <a:pt x="320578" y="10664"/>
                  </a:lnTo>
                  <a:lnTo>
                    <a:pt x="320578" y="12850"/>
                  </a:lnTo>
                  <a:lnTo>
                    <a:pt x="317684" y="16046"/>
                  </a:lnTo>
                  <a:cubicBezTo>
                    <a:pt x="317684" y="16046"/>
                    <a:pt x="318559" y="16248"/>
                    <a:pt x="316943" y="16551"/>
                  </a:cubicBezTo>
                  <a:cubicBezTo>
                    <a:pt x="315361" y="16853"/>
                    <a:pt x="314318" y="17190"/>
                    <a:pt x="314318" y="17190"/>
                  </a:cubicBezTo>
                  <a:lnTo>
                    <a:pt x="310986" y="17190"/>
                  </a:lnTo>
                  <a:lnTo>
                    <a:pt x="309236" y="16315"/>
                  </a:lnTo>
                  <a:lnTo>
                    <a:pt x="305601" y="14297"/>
                  </a:lnTo>
                  <a:cubicBezTo>
                    <a:pt x="305601" y="14297"/>
                    <a:pt x="304592" y="13288"/>
                    <a:pt x="304020" y="13288"/>
                  </a:cubicBezTo>
                  <a:cubicBezTo>
                    <a:pt x="303447" y="13288"/>
                    <a:pt x="300688" y="15172"/>
                    <a:pt x="300688" y="15172"/>
                  </a:cubicBezTo>
                  <a:lnTo>
                    <a:pt x="299375" y="17358"/>
                  </a:lnTo>
                  <a:cubicBezTo>
                    <a:pt x="299375" y="17358"/>
                    <a:pt x="297356" y="17661"/>
                    <a:pt x="295741" y="17661"/>
                  </a:cubicBezTo>
                  <a:cubicBezTo>
                    <a:pt x="294159" y="17661"/>
                    <a:pt x="290390" y="17358"/>
                    <a:pt x="290390" y="17358"/>
                  </a:cubicBezTo>
                  <a:cubicBezTo>
                    <a:pt x="290390" y="17358"/>
                    <a:pt x="288067" y="17223"/>
                    <a:pt x="287495" y="17493"/>
                  </a:cubicBezTo>
                  <a:cubicBezTo>
                    <a:pt x="286923" y="17762"/>
                    <a:pt x="283861" y="18636"/>
                    <a:pt x="283861" y="18636"/>
                  </a:cubicBezTo>
                  <a:cubicBezTo>
                    <a:pt x="283861" y="18636"/>
                    <a:pt x="281539" y="19074"/>
                    <a:pt x="280966" y="19343"/>
                  </a:cubicBezTo>
                  <a:cubicBezTo>
                    <a:pt x="280394" y="19646"/>
                    <a:pt x="278779" y="19646"/>
                    <a:pt x="278510" y="20083"/>
                  </a:cubicBezTo>
                  <a:cubicBezTo>
                    <a:pt x="278206" y="20520"/>
                    <a:pt x="279317" y="24288"/>
                    <a:pt x="278577" y="24422"/>
                  </a:cubicBezTo>
                  <a:cubicBezTo>
                    <a:pt x="277870" y="24557"/>
                    <a:pt x="271846" y="25566"/>
                    <a:pt x="271846" y="25566"/>
                  </a:cubicBezTo>
                  <a:lnTo>
                    <a:pt x="271846" y="28459"/>
                  </a:lnTo>
                  <a:lnTo>
                    <a:pt x="272855" y="29468"/>
                  </a:lnTo>
                  <a:cubicBezTo>
                    <a:pt x="272855" y="29468"/>
                    <a:pt x="273563" y="30646"/>
                    <a:pt x="273731" y="31218"/>
                  </a:cubicBezTo>
                  <a:cubicBezTo>
                    <a:pt x="273865" y="31789"/>
                    <a:pt x="274168" y="32967"/>
                    <a:pt x="274168" y="32967"/>
                  </a:cubicBezTo>
                  <a:lnTo>
                    <a:pt x="274875" y="34716"/>
                  </a:lnTo>
                  <a:lnTo>
                    <a:pt x="275178" y="37912"/>
                  </a:lnTo>
                  <a:lnTo>
                    <a:pt x="275312" y="39796"/>
                  </a:lnTo>
                  <a:lnTo>
                    <a:pt x="277332" y="44001"/>
                  </a:lnTo>
                  <a:lnTo>
                    <a:pt x="276187" y="47768"/>
                  </a:lnTo>
                  <a:cubicBezTo>
                    <a:pt x="276187" y="47768"/>
                    <a:pt x="274740" y="48071"/>
                    <a:pt x="273293" y="48475"/>
                  </a:cubicBezTo>
                  <a:cubicBezTo>
                    <a:pt x="271846" y="48912"/>
                    <a:pt x="267067" y="50224"/>
                    <a:pt x="267067" y="50224"/>
                  </a:cubicBezTo>
                  <a:cubicBezTo>
                    <a:pt x="267067" y="51973"/>
                    <a:pt x="270096" y="55304"/>
                    <a:pt x="270096" y="55304"/>
                  </a:cubicBezTo>
                  <a:lnTo>
                    <a:pt x="274000" y="57187"/>
                  </a:lnTo>
                  <a:lnTo>
                    <a:pt x="276154" y="58499"/>
                  </a:lnTo>
                  <a:lnTo>
                    <a:pt x="277163" y="60383"/>
                  </a:lnTo>
                  <a:lnTo>
                    <a:pt x="276591" y="62704"/>
                  </a:lnTo>
                  <a:cubicBezTo>
                    <a:pt x="276591" y="62704"/>
                    <a:pt x="275716" y="66169"/>
                    <a:pt x="275716" y="66775"/>
                  </a:cubicBezTo>
                  <a:cubicBezTo>
                    <a:pt x="275716" y="67347"/>
                    <a:pt x="275144" y="70408"/>
                    <a:pt x="275009" y="70845"/>
                  </a:cubicBezTo>
                  <a:cubicBezTo>
                    <a:pt x="274875" y="71282"/>
                    <a:pt x="274437" y="72493"/>
                    <a:pt x="274000" y="72662"/>
                  </a:cubicBezTo>
                  <a:cubicBezTo>
                    <a:pt x="273563" y="72796"/>
                    <a:pt x="272553" y="72863"/>
                    <a:pt x="271980" y="72863"/>
                  </a:cubicBezTo>
                  <a:cubicBezTo>
                    <a:pt x="271409" y="72863"/>
                    <a:pt x="269221" y="72863"/>
                    <a:pt x="269221" y="72863"/>
                  </a:cubicBezTo>
                  <a:lnTo>
                    <a:pt x="266327" y="73166"/>
                  </a:lnTo>
                  <a:cubicBezTo>
                    <a:pt x="266327" y="73166"/>
                    <a:pt x="265182" y="73301"/>
                    <a:pt x="264745" y="74747"/>
                  </a:cubicBezTo>
                  <a:cubicBezTo>
                    <a:pt x="264308" y="76194"/>
                    <a:pt x="264038" y="78649"/>
                    <a:pt x="263735" y="79255"/>
                  </a:cubicBezTo>
                  <a:cubicBezTo>
                    <a:pt x="263432" y="79827"/>
                    <a:pt x="263163" y="80130"/>
                    <a:pt x="262591" y="80399"/>
                  </a:cubicBezTo>
                  <a:cubicBezTo>
                    <a:pt x="262019" y="80702"/>
                    <a:pt x="256802" y="80836"/>
                    <a:pt x="256802" y="80836"/>
                  </a:cubicBezTo>
                  <a:cubicBezTo>
                    <a:pt x="256802" y="80836"/>
                    <a:pt x="252023" y="81139"/>
                    <a:pt x="251014" y="81139"/>
                  </a:cubicBezTo>
                  <a:cubicBezTo>
                    <a:pt x="250004" y="81139"/>
                    <a:pt x="247513" y="79827"/>
                    <a:pt x="247513" y="79827"/>
                  </a:cubicBezTo>
                  <a:lnTo>
                    <a:pt x="244451" y="76564"/>
                  </a:lnTo>
                  <a:lnTo>
                    <a:pt x="242869" y="74613"/>
                  </a:lnTo>
                  <a:lnTo>
                    <a:pt x="239672" y="74613"/>
                  </a:lnTo>
                  <a:lnTo>
                    <a:pt x="238225" y="77808"/>
                  </a:lnTo>
                  <a:cubicBezTo>
                    <a:pt x="238225" y="77808"/>
                    <a:pt x="235768" y="78952"/>
                    <a:pt x="235465" y="78549"/>
                  </a:cubicBezTo>
                  <a:cubicBezTo>
                    <a:pt x="235196" y="78111"/>
                    <a:pt x="235465" y="76799"/>
                    <a:pt x="235768" y="76227"/>
                  </a:cubicBezTo>
                  <a:cubicBezTo>
                    <a:pt x="236071" y="75656"/>
                    <a:pt x="237081" y="75353"/>
                    <a:pt x="237081" y="74646"/>
                  </a:cubicBezTo>
                  <a:cubicBezTo>
                    <a:pt x="237081" y="73906"/>
                    <a:pt x="237081" y="72056"/>
                    <a:pt x="237081" y="72056"/>
                  </a:cubicBezTo>
                  <a:cubicBezTo>
                    <a:pt x="237081" y="72056"/>
                    <a:pt x="234624" y="71047"/>
                    <a:pt x="233884" y="71047"/>
                  </a:cubicBezTo>
                  <a:cubicBezTo>
                    <a:pt x="233143" y="71047"/>
                    <a:pt x="230855" y="72191"/>
                    <a:pt x="230855" y="72191"/>
                  </a:cubicBezTo>
                  <a:lnTo>
                    <a:pt x="228835" y="74075"/>
                  </a:lnTo>
                  <a:lnTo>
                    <a:pt x="226648" y="77270"/>
                  </a:lnTo>
                  <a:lnTo>
                    <a:pt x="226648" y="79020"/>
                  </a:lnTo>
                  <a:lnTo>
                    <a:pt x="224898" y="81038"/>
                  </a:lnTo>
                  <a:lnTo>
                    <a:pt x="224898" y="82484"/>
                  </a:lnTo>
                  <a:lnTo>
                    <a:pt x="221970" y="85411"/>
                  </a:lnTo>
                  <a:lnTo>
                    <a:pt x="220220" y="87362"/>
                  </a:lnTo>
                  <a:lnTo>
                    <a:pt x="217830" y="89011"/>
                  </a:lnTo>
                  <a:lnTo>
                    <a:pt x="216080" y="89784"/>
                  </a:lnTo>
                  <a:cubicBezTo>
                    <a:pt x="216080" y="89784"/>
                    <a:pt x="214229" y="90558"/>
                    <a:pt x="213792" y="90659"/>
                  </a:cubicBezTo>
                  <a:cubicBezTo>
                    <a:pt x="213354" y="90760"/>
                    <a:pt x="212277" y="91197"/>
                    <a:pt x="212277" y="91197"/>
                  </a:cubicBezTo>
                  <a:lnTo>
                    <a:pt x="210662" y="92711"/>
                  </a:lnTo>
                  <a:lnTo>
                    <a:pt x="209248" y="95436"/>
                  </a:lnTo>
                  <a:lnTo>
                    <a:pt x="209248" y="98161"/>
                  </a:lnTo>
                  <a:lnTo>
                    <a:pt x="209248" y="101625"/>
                  </a:lnTo>
                  <a:cubicBezTo>
                    <a:pt x="208474" y="101962"/>
                    <a:pt x="206320" y="100986"/>
                    <a:pt x="205345" y="99674"/>
                  </a:cubicBezTo>
                  <a:cubicBezTo>
                    <a:pt x="204368" y="98362"/>
                    <a:pt x="203830" y="97723"/>
                    <a:pt x="203830" y="97387"/>
                  </a:cubicBezTo>
                  <a:cubicBezTo>
                    <a:pt x="203830" y="97050"/>
                    <a:pt x="202753" y="90659"/>
                    <a:pt x="202753" y="90659"/>
                  </a:cubicBezTo>
                  <a:lnTo>
                    <a:pt x="201542" y="88472"/>
                  </a:lnTo>
                  <a:lnTo>
                    <a:pt x="198916" y="86858"/>
                  </a:lnTo>
                  <a:lnTo>
                    <a:pt x="196527" y="84267"/>
                  </a:lnTo>
                  <a:cubicBezTo>
                    <a:pt x="196527" y="84267"/>
                    <a:pt x="195215" y="82215"/>
                    <a:pt x="193902" y="82215"/>
                  </a:cubicBezTo>
                  <a:cubicBezTo>
                    <a:pt x="192589" y="82215"/>
                    <a:pt x="189661" y="83090"/>
                    <a:pt x="189661" y="83090"/>
                  </a:cubicBezTo>
                  <a:cubicBezTo>
                    <a:pt x="189661" y="83090"/>
                    <a:pt x="188484" y="83292"/>
                    <a:pt x="188248" y="83628"/>
                  </a:cubicBezTo>
                  <a:cubicBezTo>
                    <a:pt x="188046" y="83965"/>
                    <a:pt x="185522" y="85478"/>
                    <a:pt x="185219" y="85680"/>
                  </a:cubicBezTo>
                  <a:cubicBezTo>
                    <a:pt x="184882" y="85916"/>
                    <a:pt x="181618" y="88405"/>
                    <a:pt x="181517" y="88741"/>
                  </a:cubicBezTo>
                  <a:cubicBezTo>
                    <a:pt x="181383" y="89078"/>
                    <a:pt x="173036" y="95570"/>
                    <a:pt x="173036" y="95570"/>
                  </a:cubicBezTo>
                  <a:lnTo>
                    <a:pt x="169771" y="98295"/>
                  </a:lnTo>
                  <a:lnTo>
                    <a:pt x="161627" y="103610"/>
                  </a:lnTo>
                  <a:lnTo>
                    <a:pt x="158800" y="105561"/>
                  </a:lnTo>
                  <a:lnTo>
                    <a:pt x="157387" y="108286"/>
                  </a:lnTo>
                  <a:cubicBezTo>
                    <a:pt x="157387" y="108286"/>
                    <a:pt x="160315" y="111650"/>
                    <a:pt x="155637" y="110473"/>
                  </a:cubicBezTo>
                  <a:cubicBezTo>
                    <a:pt x="150959" y="109295"/>
                    <a:pt x="148805" y="106469"/>
                    <a:pt x="148805" y="106469"/>
                  </a:cubicBezTo>
                  <a:cubicBezTo>
                    <a:pt x="148805" y="106469"/>
                    <a:pt x="148166" y="106032"/>
                    <a:pt x="146853" y="106469"/>
                  </a:cubicBezTo>
                  <a:cubicBezTo>
                    <a:pt x="145540" y="106907"/>
                    <a:pt x="144261" y="108757"/>
                    <a:pt x="144026" y="109194"/>
                  </a:cubicBezTo>
                  <a:cubicBezTo>
                    <a:pt x="143790" y="109632"/>
                    <a:pt x="143050" y="111818"/>
                    <a:pt x="143252" y="112255"/>
                  </a:cubicBezTo>
                  <a:cubicBezTo>
                    <a:pt x="143454" y="112693"/>
                    <a:pt x="146516" y="116393"/>
                    <a:pt x="146954" y="116696"/>
                  </a:cubicBezTo>
                  <a:cubicBezTo>
                    <a:pt x="147391" y="117032"/>
                    <a:pt x="149882" y="118748"/>
                    <a:pt x="149882" y="118748"/>
                  </a:cubicBezTo>
                  <a:lnTo>
                    <a:pt x="151733" y="120497"/>
                  </a:lnTo>
                  <a:cubicBezTo>
                    <a:pt x="151733" y="120497"/>
                    <a:pt x="151935" y="121372"/>
                    <a:pt x="151632" y="122011"/>
                  </a:cubicBezTo>
                  <a:cubicBezTo>
                    <a:pt x="151295" y="122650"/>
                    <a:pt x="151867" y="123525"/>
                    <a:pt x="150016" y="123760"/>
                  </a:cubicBezTo>
                  <a:cubicBezTo>
                    <a:pt x="148166" y="123962"/>
                    <a:pt x="146415" y="123962"/>
                    <a:pt x="145002" y="123962"/>
                  </a:cubicBezTo>
                  <a:cubicBezTo>
                    <a:pt x="143588" y="123962"/>
                    <a:pt x="145540" y="123962"/>
                    <a:pt x="142713" y="124063"/>
                  </a:cubicBezTo>
                  <a:cubicBezTo>
                    <a:pt x="139886" y="124164"/>
                    <a:pt x="139011" y="123827"/>
                    <a:pt x="137800" y="123827"/>
                  </a:cubicBezTo>
                  <a:cubicBezTo>
                    <a:pt x="136588" y="123827"/>
                    <a:pt x="135208" y="123727"/>
                    <a:pt x="133761" y="123727"/>
                  </a:cubicBezTo>
                  <a:cubicBezTo>
                    <a:pt x="132348" y="123727"/>
                    <a:pt x="132011" y="120901"/>
                    <a:pt x="130295" y="120901"/>
                  </a:cubicBezTo>
                  <a:cubicBezTo>
                    <a:pt x="128545" y="120901"/>
                    <a:pt x="127030" y="121103"/>
                    <a:pt x="126155" y="121675"/>
                  </a:cubicBezTo>
                  <a:cubicBezTo>
                    <a:pt x="125280" y="122213"/>
                    <a:pt x="124203" y="123861"/>
                    <a:pt x="123867" y="124399"/>
                  </a:cubicBezTo>
                  <a:cubicBezTo>
                    <a:pt x="123530" y="124938"/>
                    <a:pt x="122891" y="125375"/>
                    <a:pt x="120939" y="125375"/>
                  </a:cubicBezTo>
                  <a:cubicBezTo>
                    <a:pt x="118987" y="125375"/>
                    <a:pt x="117674" y="124837"/>
                    <a:pt x="117674" y="124837"/>
                  </a:cubicBezTo>
                  <a:lnTo>
                    <a:pt x="115285" y="124063"/>
                  </a:lnTo>
                  <a:lnTo>
                    <a:pt x="112021" y="125139"/>
                  </a:lnTo>
                  <a:lnTo>
                    <a:pt x="110371" y="126451"/>
                  </a:lnTo>
                  <a:lnTo>
                    <a:pt x="105155" y="126889"/>
                  </a:lnTo>
                  <a:cubicBezTo>
                    <a:pt x="105155" y="126889"/>
                    <a:pt x="103943" y="126350"/>
                    <a:pt x="105155" y="126014"/>
                  </a:cubicBezTo>
                  <a:cubicBezTo>
                    <a:pt x="106366" y="125678"/>
                    <a:pt x="107107" y="124601"/>
                    <a:pt x="107208" y="124164"/>
                  </a:cubicBezTo>
                  <a:cubicBezTo>
                    <a:pt x="107309" y="123727"/>
                    <a:pt x="108184" y="122852"/>
                    <a:pt x="108284" y="122415"/>
                  </a:cubicBezTo>
                  <a:cubicBezTo>
                    <a:pt x="108386" y="121977"/>
                    <a:pt x="109059" y="120127"/>
                    <a:pt x="109059" y="119690"/>
                  </a:cubicBezTo>
                  <a:cubicBezTo>
                    <a:pt x="109059" y="119253"/>
                    <a:pt x="109496" y="116326"/>
                    <a:pt x="109496" y="115889"/>
                  </a:cubicBezTo>
                  <a:cubicBezTo>
                    <a:pt x="109496" y="115451"/>
                    <a:pt x="108857" y="113265"/>
                    <a:pt x="108857" y="113265"/>
                  </a:cubicBezTo>
                  <a:cubicBezTo>
                    <a:pt x="108857" y="113265"/>
                    <a:pt x="107982" y="111515"/>
                    <a:pt x="107881" y="111213"/>
                  </a:cubicBezTo>
                  <a:cubicBezTo>
                    <a:pt x="107780" y="110876"/>
                    <a:pt x="107107" y="109026"/>
                    <a:pt x="107107" y="108723"/>
                  </a:cubicBezTo>
                  <a:cubicBezTo>
                    <a:pt x="107107" y="108387"/>
                    <a:pt x="107544" y="106234"/>
                    <a:pt x="107544" y="106234"/>
                  </a:cubicBezTo>
                  <a:cubicBezTo>
                    <a:pt x="107544" y="106234"/>
                    <a:pt x="108520" y="105023"/>
                    <a:pt x="108857" y="104922"/>
                  </a:cubicBezTo>
                  <a:cubicBezTo>
                    <a:pt x="109193" y="104821"/>
                    <a:pt x="109934" y="103509"/>
                    <a:pt x="109934" y="103509"/>
                  </a:cubicBezTo>
                  <a:cubicBezTo>
                    <a:pt x="109934" y="103509"/>
                    <a:pt x="109395" y="100684"/>
                    <a:pt x="109395" y="100347"/>
                  </a:cubicBezTo>
                  <a:cubicBezTo>
                    <a:pt x="109395" y="100011"/>
                    <a:pt x="110809" y="97757"/>
                    <a:pt x="110809" y="97757"/>
                  </a:cubicBezTo>
                  <a:lnTo>
                    <a:pt x="111785" y="96546"/>
                  </a:lnTo>
                  <a:lnTo>
                    <a:pt x="111145" y="89280"/>
                  </a:lnTo>
                  <a:cubicBezTo>
                    <a:pt x="111145" y="89280"/>
                    <a:pt x="112559" y="86353"/>
                    <a:pt x="112222" y="86117"/>
                  </a:cubicBezTo>
                  <a:cubicBezTo>
                    <a:pt x="111886" y="85882"/>
                    <a:pt x="106905" y="80802"/>
                    <a:pt x="106905" y="80802"/>
                  </a:cubicBezTo>
                  <a:cubicBezTo>
                    <a:pt x="106905" y="80802"/>
                    <a:pt x="105693" y="79188"/>
                    <a:pt x="105592" y="78750"/>
                  </a:cubicBezTo>
                  <a:cubicBezTo>
                    <a:pt x="105491" y="78313"/>
                    <a:pt x="103001" y="77338"/>
                    <a:pt x="103640" y="76160"/>
                  </a:cubicBezTo>
                  <a:cubicBezTo>
                    <a:pt x="104280" y="74983"/>
                    <a:pt x="106467" y="73772"/>
                    <a:pt x="106467" y="73772"/>
                  </a:cubicBezTo>
                  <a:cubicBezTo>
                    <a:pt x="106467" y="73772"/>
                    <a:pt x="108318" y="73974"/>
                    <a:pt x="107342" y="72258"/>
                  </a:cubicBezTo>
                  <a:cubicBezTo>
                    <a:pt x="106366" y="70509"/>
                    <a:pt x="106164" y="68120"/>
                    <a:pt x="105390" y="68019"/>
                  </a:cubicBezTo>
                  <a:cubicBezTo>
                    <a:pt x="104650" y="67918"/>
                    <a:pt x="103741" y="67582"/>
                    <a:pt x="103539" y="66169"/>
                  </a:cubicBezTo>
                  <a:cubicBezTo>
                    <a:pt x="103337" y="64756"/>
                    <a:pt x="103203" y="62570"/>
                    <a:pt x="102126" y="62570"/>
                  </a:cubicBezTo>
                  <a:cubicBezTo>
                    <a:pt x="101049" y="62570"/>
                    <a:pt x="98760" y="62570"/>
                    <a:pt x="98760" y="62570"/>
                  </a:cubicBezTo>
                  <a:lnTo>
                    <a:pt x="97986" y="63343"/>
                  </a:lnTo>
                  <a:lnTo>
                    <a:pt x="96573" y="66270"/>
                  </a:lnTo>
                  <a:lnTo>
                    <a:pt x="95496" y="67683"/>
                  </a:lnTo>
                  <a:lnTo>
                    <a:pt x="93308" y="68558"/>
                  </a:lnTo>
                  <a:lnTo>
                    <a:pt x="90683" y="68019"/>
                  </a:lnTo>
                  <a:lnTo>
                    <a:pt x="90044" y="65194"/>
                  </a:lnTo>
                  <a:lnTo>
                    <a:pt x="87654" y="63444"/>
                  </a:lnTo>
                  <a:lnTo>
                    <a:pt x="85467" y="66371"/>
                  </a:lnTo>
                  <a:lnTo>
                    <a:pt x="84491" y="67784"/>
                  </a:lnTo>
                  <a:lnTo>
                    <a:pt x="82000" y="65833"/>
                  </a:lnTo>
                  <a:cubicBezTo>
                    <a:pt x="82000" y="65833"/>
                    <a:pt x="81361" y="64319"/>
                    <a:pt x="81024" y="64319"/>
                  </a:cubicBezTo>
                  <a:cubicBezTo>
                    <a:pt x="80688" y="64319"/>
                    <a:pt x="80049" y="64117"/>
                    <a:pt x="79611" y="64117"/>
                  </a:cubicBezTo>
                  <a:cubicBezTo>
                    <a:pt x="79174" y="64117"/>
                    <a:pt x="76784" y="64319"/>
                    <a:pt x="76683" y="64756"/>
                  </a:cubicBezTo>
                  <a:cubicBezTo>
                    <a:pt x="76582" y="65194"/>
                    <a:pt x="75707" y="66808"/>
                    <a:pt x="75707" y="66808"/>
                  </a:cubicBezTo>
                  <a:lnTo>
                    <a:pt x="75168" y="68995"/>
                  </a:lnTo>
                  <a:lnTo>
                    <a:pt x="74092" y="70744"/>
                  </a:lnTo>
                  <a:cubicBezTo>
                    <a:pt x="74092" y="70744"/>
                    <a:pt x="72140" y="71282"/>
                    <a:pt x="71803" y="71619"/>
                  </a:cubicBezTo>
                  <a:cubicBezTo>
                    <a:pt x="71500" y="71955"/>
                    <a:pt x="70053" y="72931"/>
                    <a:pt x="70053" y="72931"/>
                  </a:cubicBezTo>
                  <a:lnTo>
                    <a:pt x="70053" y="75656"/>
                  </a:lnTo>
                  <a:lnTo>
                    <a:pt x="71467" y="77708"/>
                  </a:lnTo>
                  <a:lnTo>
                    <a:pt x="72106" y="78919"/>
                  </a:lnTo>
                  <a:cubicBezTo>
                    <a:pt x="72106" y="78919"/>
                    <a:pt x="73082" y="79120"/>
                    <a:pt x="73418" y="79894"/>
                  </a:cubicBezTo>
                  <a:cubicBezTo>
                    <a:pt x="73755" y="80668"/>
                    <a:pt x="74395" y="81744"/>
                    <a:pt x="74395" y="81744"/>
                  </a:cubicBezTo>
                  <a:lnTo>
                    <a:pt x="74192" y="84234"/>
                  </a:lnTo>
                  <a:lnTo>
                    <a:pt x="73856" y="85310"/>
                  </a:lnTo>
                  <a:cubicBezTo>
                    <a:pt x="73856" y="85310"/>
                    <a:pt x="72981" y="86723"/>
                    <a:pt x="72543" y="86824"/>
                  </a:cubicBezTo>
                  <a:cubicBezTo>
                    <a:pt x="72106" y="86925"/>
                    <a:pt x="71467" y="87026"/>
                    <a:pt x="71029" y="87026"/>
                  </a:cubicBezTo>
                  <a:cubicBezTo>
                    <a:pt x="70592" y="87026"/>
                    <a:pt x="68202" y="86925"/>
                    <a:pt x="67765" y="86925"/>
                  </a:cubicBezTo>
                  <a:cubicBezTo>
                    <a:pt x="67327" y="86925"/>
                    <a:pt x="65812" y="86824"/>
                    <a:pt x="64937" y="87026"/>
                  </a:cubicBezTo>
                  <a:cubicBezTo>
                    <a:pt x="64063" y="87261"/>
                    <a:pt x="61909" y="86925"/>
                    <a:pt x="61134" y="87261"/>
                  </a:cubicBezTo>
                  <a:cubicBezTo>
                    <a:pt x="60360" y="87598"/>
                    <a:pt x="58745" y="88035"/>
                    <a:pt x="58409" y="88136"/>
                  </a:cubicBezTo>
                  <a:cubicBezTo>
                    <a:pt x="58072" y="88237"/>
                    <a:pt x="56457" y="88910"/>
                    <a:pt x="55918" y="89347"/>
                  </a:cubicBezTo>
                  <a:cubicBezTo>
                    <a:pt x="55380" y="89784"/>
                    <a:pt x="53731" y="92173"/>
                    <a:pt x="53731" y="92173"/>
                  </a:cubicBezTo>
                  <a:cubicBezTo>
                    <a:pt x="53731" y="92173"/>
                    <a:pt x="51678" y="94225"/>
                    <a:pt x="51678" y="94561"/>
                  </a:cubicBezTo>
                  <a:cubicBezTo>
                    <a:pt x="51678" y="94897"/>
                    <a:pt x="49826" y="97488"/>
                    <a:pt x="49826" y="97488"/>
                  </a:cubicBezTo>
                  <a:lnTo>
                    <a:pt x="48177" y="101087"/>
                  </a:lnTo>
                  <a:lnTo>
                    <a:pt x="48581" y="104115"/>
                  </a:lnTo>
                  <a:lnTo>
                    <a:pt x="47403" y="106503"/>
                  </a:lnTo>
                  <a:lnTo>
                    <a:pt x="47403" y="108656"/>
                  </a:lnTo>
                  <a:lnTo>
                    <a:pt x="48951" y="110708"/>
                  </a:lnTo>
                  <a:lnTo>
                    <a:pt x="48548" y="112289"/>
                  </a:lnTo>
                  <a:cubicBezTo>
                    <a:pt x="48548" y="112289"/>
                    <a:pt x="47807" y="114341"/>
                    <a:pt x="47807" y="114577"/>
                  </a:cubicBezTo>
                  <a:cubicBezTo>
                    <a:pt x="47807" y="114778"/>
                    <a:pt x="48884" y="117571"/>
                    <a:pt x="48884" y="117571"/>
                  </a:cubicBezTo>
                  <a:lnTo>
                    <a:pt x="49557" y="119959"/>
                  </a:lnTo>
                  <a:cubicBezTo>
                    <a:pt x="49557" y="119959"/>
                    <a:pt x="50534" y="123861"/>
                    <a:pt x="50534" y="124097"/>
                  </a:cubicBezTo>
                  <a:cubicBezTo>
                    <a:pt x="50534" y="124298"/>
                    <a:pt x="50702" y="126317"/>
                    <a:pt x="50735" y="126552"/>
                  </a:cubicBezTo>
                  <a:cubicBezTo>
                    <a:pt x="50803" y="126754"/>
                    <a:pt x="51173" y="130791"/>
                    <a:pt x="51173" y="130791"/>
                  </a:cubicBezTo>
                  <a:lnTo>
                    <a:pt x="52048" y="133886"/>
                  </a:lnTo>
                  <a:cubicBezTo>
                    <a:pt x="52048" y="133886"/>
                    <a:pt x="51980" y="134962"/>
                    <a:pt x="51139" y="135097"/>
                  </a:cubicBezTo>
                  <a:cubicBezTo>
                    <a:pt x="50264" y="135198"/>
                    <a:pt x="49288" y="134996"/>
                    <a:pt x="48481" y="134760"/>
                  </a:cubicBezTo>
                  <a:cubicBezTo>
                    <a:pt x="47673" y="134525"/>
                    <a:pt x="44846" y="132372"/>
                    <a:pt x="44678" y="132305"/>
                  </a:cubicBezTo>
                  <a:cubicBezTo>
                    <a:pt x="44509" y="132237"/>
                    <a:pt x="39831" y="134088"/>
                    <a:pt x="39831" y="134088"/>
                  </a:cubicBezTo>
                  <a:lnTo>
                    <a:pt x="34413" y="133448"/>
                  </a:lnTo>
                  <a:lnTo>
                    <a:pt x="31788" y="134962"/>
                  </a:lnTo>
                  <a:lnTo>
                    <a:pt x="28321" y="137788"/>
                  </a:lnTo>
                  <a:lnTo>
                    <a:pt x="22432" y="143439"/>
                  </a:lnTo>
                  <a:lnTo>
                    <a:pt x="21119" y="145626"/>
                  </a:lnTo>
                  <a:lnTo>
                    <a:pt x="20042" y="148014"/>
                  </a:lnTo>
                  <a:lnTo>
                    <a:pt x="21792" y="150201"/>
                  </a:lnTo>
                  <a:lnTo>
                    <a:pt x="22869" y="150840"/>
                  </a:lnTo>
                  <a:lnTo>
                    <a:pt x="26773" y="151042"/>
                  </a:lnTo>
                  <a:lnTo>
                    <a:pt x="29937" y="152556"/>
                  </a:lnTo>
                  <a:lnTo>
                    <a:pt x="31788" y="156054"/>
                  </a:lnTo>
                  <a:lnTo>
                    <a:pt x="31788" y="160831"/>
                  </a:lnTo>
                  <a:lnTo>
                    <a:pt x="28961" y="162345"/>
                  </a:lnTo>
                  <a:lnTo>
                    <a:pt x="29836" y="166045"/>
                  </a:lnTo>
                  <a:lnTo>
                    <a:pt x="31586" y="166281"/>
                  </a:lnTo>
                  <a:lnTo>
                    <a:pt x="34211" y="166483"/>
                  </a:lnTo>
                  <a:lnTo>
                    <a:pt x="35826" y="167795"/>
                  </a:lnTo>
                  <a:lnTo>
                    <a:pt x="37038" y="170385"/>
                  </a:lnTo>
                  <a:lnTo>
                    <a:pt x="37038" y="173009"/>
                  </a:lnTo>
                  <a:lnTo>
                    <a:pt x="34009" y="175868"/>
                  </a:lnTo>
                  <a:cubicBezTo>
                    <a:pt x="34009" y="175868"/>
                    <a:pt x="33134" y="176911"/>
                    <a:pt x="31821" y="177146"/>
                  </a:cubicBezTo>
                  <a:cubicBezTo>
                    <a:pt x="30509" y="177348"/>
                    <a:pt x="29634" y="177584"/>
                    <a:pt x="28557" y="178223"/>
                  </a:cubicBezTo>
                  <a:cubicBezTo>
                    <a:pt x="27480" y="178862"/>
                    <a:pt x="27480" y="178862"/>
                    <a:pt x="27480" y="178862"/>
                  </a:cubicBezTo>
                  <a:lnTo>
                    <a:pt x="25090" y="180174"/>
                  </a:lnTo>
                  <a:cubicBezTo>
                    <a:pt x="25090" y="180174"/>
                    <a:pt x="23576" y="181486"/>
                    <a:pt x="23576" y="182125"/>
                  </a:cubicBezTo>
                  <a:cubicBezTo>
                    <a:pt x="23576" y="182764"/>
                    <a:pt x="21759" y="185758"/>
                    <a:pt x="21759" y="185758"/>
                  </a:cubicBezTo>
                  <a:lnTo>
                    <a:pt x="21389" y="187945"/>
                  </a:lnTo>
                  <a:lnTo>
                    <a:pt x="21389" y="190400"/>
                  </a:lnTo>
                  <a:lnTo>
                    <a:pt x="23273" y="190972"/>
                  </a:lnTo>
                  <a:lnTo>
                    <a:pt x="26033" y="192419"/>
                  </a:lnTo>
                  <a:lnTo>
                    <a:pt x="27615" y="193428"/>
                  </a:lnTo>
                  <a:lnTo>
                    <a:pt x="28490" y="194605"/>
                  </a:lnTo>
                  <a:lnTo>
                    <a:pt x="29365" y="196926"/>
                  </a:lnTo>
                  <a:cubicBezTo>
                    <a:pt x="29365" y="196926"/>
                    <a:pt x="31081" y="198508"/>
                    <a:pt x="31250" y="198945"/>
                  </a:cubicBezTo>
                  <a:cubicBezTo>
                    <a:pt x="31384" y="199382"/>
                    <a:pt x="33841" y="201569"/>
                    <a:pt x="34413" y="201703"/>
                  </a:cubicBezTo>
                  <a:cubicBezTo>
                    <a:pt x="34985" y="201838"/>
                    <a:pt x="37139" y="205605"/>
                    <a:pt x="37139" y="205605"/>
                  </a:cubicBezTo>
                  <a:lnTo>
                    <a:pt x="40067" y="209743"/>
                  </a:lnTo>
                  <a:lnTo>
                    <a:pt x="41043" y="213107"/>
                  </a:lnTo>
                  <a:lnTo>
                    <a:pt x="42120" y="217009"/>
                  </a:lnTo>
                  <a:lnTo>
                    <a:pt x="43634" y="221450"/>
                  </a:lnTo>
                  <a:lnTo>
                    <a:pt x="45148" y="223838"/>
                  </a:lnTo>
                  <a:lnTo>
                    <a:pt x="46125" y="227539"/>
                  </a:lnTo>
                  <a:lnTo>
                    <a:pt x="46865" y="229927"/>
                  </a:lnTo>
                  <a:lnTo>
                    <a:pt x="50466" y="232954"/>
                  </a:lnTo>
                  <a:cubicBezTo>
                    <a:pt x="50466" y="232954"/>
                    <a:pt x="52957" y="235141"/>
                    <a:pt x="53832" y="235780"/>
                  </a:cubicBezTo>
                  <a:cubicBezTo>
                    <a:pt x="54707" y="236419"/>
                    <a:pt x="56322" y="237630"/>
                    <a:pt x="56658" y="237832"/>
                  </a:cubicBezTo>
                  <a:cubicBezTo>
                    <a:pt x="56995" y="238034"/>
                    <a:pt x="59923" y="240994"/>
                    <a:pt x="60024" y="241297"/>
                  </a:cubicBezTo>
                  <a:cubicBezTo>
                    <a:pt x="60125" y="241634"/>
                    <a:pt x="61000" y="243686"/>
                    <a:pt x="61101" y="244022"/>
                  </a:cubicBezTo>
                  <a:cubicBezTo>
                    <a:pt x="61202" y="244358"/>
                    <a:pt x="61539" y="245536"/>
                    <a:pt x="61438" y="245973"/>
                  </a:cubicBezTo>
                  <a:cubicBezTo>
                    <a:pt x="61337" y="246410"/>
                    <a:pt x="61438" y="247588"/>
                    <a:pt x="61438" y="248698"/>
                  </a:cubicBezTo>
                  <a:cubicBezTo>
                    <a:pt x="61438" y="249774"/>
                    <a:pt x="62077" y="251860"/>
                    <a:pt x="62077" y="251860"/>
                  </a:cubicBezTo>
                  <a:lnTo>
                    <a:pt x="62615" y="257612"/>
                  </a:lnTo>
                  <a:lnTo>
                    <a:pt x="63692" y="262187"/>
                  </a:lnTo>
                  <a:lnTo>
                    <a:pt x="62481" y="265955"/>
                  </a:lnTo>
                  <a:lnTo>
                    <a:pt x="64433" y="269891"/>
                  </a:lnTo>
                  <a:cubicBezTo>
                    <a:pt x="64433" y="269891"/>
                    <a:pt x="65846" y="269454"/>
                    <a:pt x="66721" y="269655"/>
                  </a:cubicBezTo>
                  <a:cubicBezTo>
                    <a:pt x="67596" y="269891"/>
                    <a:pt x="69447" y="269756"/>
                    <a:pt x="69447" y="269756"/>
                  </a:cubicBezTo>
                  <a:lnTo>
                    <a:pt x="74226" y="270294"/>
                  </a:lnTo>
                  <a:cubicBezTo>
                    <a:pt x="74226" y="270294"/>
                    <a:pt x="76515" y="271001"/>
                    <a:pt x="76952" y="271001"/>
                  </a:cubicBezTo>
                  <a:cubicBezTo>
                    <a:pt x="77390" y="271001"/>
                    <a:pt x="79880" y="271169"/>
                    <a:pt x="80755" y="271169"/>
                  </a:cubicBezTo>
                  <a:cubicBezTo>
                    <a:pt x="81058" y="271169"/>
                    <a:pt x="81226" y="271169"/>
                    <a:pt x="81294" y="271169"/>
                  </a:cubicBezTo>
                  <a:lnTo>
                    <a:pt x="82707" y="273221"/>
                  </a:lnTo>
                  <a:lnTo>
                    <a:pt x="82472" y="273995"/>
                  </a:lnTo>
                  <a:lnTo>
                    <a:pt x="79308" y="275071"/>
                  </a:lnTo>
                  <a:cubicBezTo>
                    <a:pt x="79308" y="275071"/>
                    <a:pt x="78332" y="277359"/>
                    <a:pt x="77558" y="277561"/>
                  </a:cubicBezTo>
                  <a:cubicBezTo>
                    <a:pt x="76784" y="277762"/>
                    <a:pt x="76246" y="278099"/>
                    <a:pt x="75371" y="278536"/>
                  </a:cubicBezTo>
                  <a:cubicBezTo>
                    <a:pt x="74496" y="278974"/>
                    <a:pt x="72981" y="279747"/>
                    <a:pt x="72981" y="279747"/>
                  </a:cubicBezTo>
                  <a:lnTo>
                    <a:pt x="65139" y="283347"/>
                  </a:lnTo>
                  <a:lnTo>
                    <a:pt x="57534" y="284423"/>
                  </a:lnTo>
                  <a:lnTo>
                    <a:pt x="55346" y="285836"/>
                  </a:lnTo>
                  <a:lnTo>
                    <a:pt x="51846" y="288561"/>
                  </a:lnTo>
                  <a:lnTo>
                    <a:pt x="42928" y="288561"/>
                  </a:lnTo>
                  <a:lnTo>
                    <a:pt x="43567" y="294010"/>
                  </a:lnTo>
                  <a:lnTo>
                    <a:pt x="44004" y="298585"/>
                  </a:lnTo>
                  <a:cubicBezTo>
                    <a:pt x="44004" y="298585"/>
                    <a:pt x="44879" y="299662"/>
                    <a:pt x="42692" y="299662"/>
                  </a:cubicBezTo>
                  <a:cubicBezTo>
                    <a:pt x="40505" y="299662"/>
                    <a:pt x="38351" y="299023"/>
                    <a:pt x="38351" y="299023"/>
                  </a:cubicBezTo>
                  <a:lnTo>
                    <a:pt x="35725" y="298585"/>
                  </a:lnTo>
                  <a:cubicBezTo>
                    <a:pt x="35725" y="298585"/>
                    <a:pt x="34413" y="299023"/>
                    <a:pt x="33774" y="299897"/>
                  </a:cubicBezTo>
                  <a:cubicBezTo>
                    <a:pt x="33134" y="300772"/>
                    <a:pt x="31586" y="305986"/>
                    <a:pt x="31586" y="305986"/>
                  </a:cubicBezTo>
                  <a:cubicBezTo>
                    <a:pt x="31586" y="305986"/>
                    <a:pt x="32259" y="310124"/>
                    <a:pt x="32899" y="310763"/>
                  </a:cubicBezTo>
                  <a:cubicBezTo>
                    <a:pt x="33538" y="311402"/>
                    <a:pt x="36163" y="313791"/>
                    <a:pt x="37038" y="314026"/>
                  </a:cubicBezTo>
                  <a:cubicBezTo>
                    <a:pt x="37913" y="314228"/>
                    <a:pt x="39865" y="314665"/>
                    <a:pt x="40505" y="314665"/>
                  </a:cubicBezTo>
                  <a:cubicBezTo>
                    <a:pt x="41144" y="314665"/>
                    <a:pt x="42894" y="314665"/>
                    <a:pt x="42894" y="314665"/>
                  </a:cubicBezTo>
                  <a:lnTo>
                    <a:pt x="44644" y="316616"/>
                  </a:lnTo>
                  <a:cubicBezTo>
                    <a:pt x="44644" y="316616"/>
                    <a:pt x="45081" y="317928"/>
                    <a:pt x="45721" y="318366"/>
                  </a:cubicBezTo>
                  <a:cubicBezTo>
                    <a:pt x="46360" y="318803"/>
                    <a:pt x="51610" y="320956"/>
                    <a:pt x="51610" y="320956"/>
                  </a:cubicBezTo>
                  <a:cubicBezTo>
                    <a:pt x="51610" y="320956"/>
                    <a:pt x="54437" y="322470"/>
                    <a:pt x="55952" y="322470"/>
                  </a:cubicBezTo>
                  <a:cubicBezTo>
                    <a:pt x="57500" y="322470"/>
                    <a:pt x="62043" y="322907"/>
                    <a:pt x="62043" y="322907"/>
                  </a:cubicBezTo>
                  <a:lnTo>
                    <a:pt x="65947" y="323445"/>
                  </a:lnTo>
                  <a:lnTo>
                    <a:pt x="70962" y="323344"/>
                  </a:lnTo>
                  <a:lnTo>
                    <a:pt x="74226" y="323344"/>
                  </a:lnTo>
                  <a:cubicBezTo>
                    <a:pt x="74226" y="323344"/>
                    <a:pt x="74664" y="323142"/>
                    <a:pt x="75303" y="323781"/>
                  </a:cubicBezTo>
                  <a:cubicBezTo>
                    <a:pt x="75942" y="324421"/>
                    <a:pt x="76178" y="325531"/>
                    <a:pt x="76178" y="325531"/>
                  </a:cubicBezTo>
                  <a:lnTo>
                    <a:pt x="78130" y="328357"/>
                  </a:lnTo>
                  <a:cubicBezTo>
                    <a:pt x="78130" y="328357"/>
                    <a:pt x="78130" y="330308"/>
                    <a:pt x="77895" y="331182"/>
                  </a:cubicBezTo>
                  <a:cubicBezTo>
                    <a:pt x="77693" y="332057"/>
                    <a:pt x="77457" y="333133"/>
                    <a:pt x="76818" y="334008"/>
                  </a:cubicBezTo>
                  <a:cubicBezTo>
                    <a:pt x="76178" y="334883"/>
                    <a:pt x="77457" y="333571"/>
                    <a:pt x="76178" y="334883"/>
                  </a:cubicBezTo>
                  <a:cubicBezTo>
                    <a:pt x="74866" y="336195"/>
                    <a:pt x="73991" y="338785"/>
                    <a:pt x="73991" y="338785"/>
                  </a:cubicBezTo>
                  <a:lnTo>
                    <a:pt x="73856" y="340299"/>
                  </a:lnTo>
                  <a:lnTo>
                    <a:pt x="75101" y="343326"/>
                  </a:lnTo>
                  <a:lnTo>
                    <a:pt x="75101" y="346791"/>
                  </a:lnTo>
                  <a:lnTo>
                    <a:pt x="76246" y="348103"/>
                  </a:lnTo>
                  <a:lnTo>
                    <a:pt x="77390" y="350727"/>
                  </a:lnTo>
                  <a:lnTo>
                    <a:pt x="81159" y="352308"/>
                  </a:lnTo>
                  <a:lnTo>
                    <a:pt x="82472" y="352443"/>
                  </a:lnTo>
                  <a:cubicBezTo>
                    <a:pt x="82472" y="352443"/>
                    <a:pt x="83481" y="353754"/>
                    <a:pt x="83784" y="354326"/>
                  </a:cubicBezTo>
                  <a:cubicBezTo>
                    <a:pt x="84087" y="354898"/>
                    <a:pt x="85803" y="356647"/>
                    <a:pt x="85803" y="356647"/>
                  </a:cubicBezTo>
                  <a:lnTo>
                    <a:pt x="86106" y="358834"/>
                  </a:lnTo>
                  <a:lnTo>
                    <a:pt x="86981" y="362030"/>
                  </a:lnTo>
                  <a:lnTo>
                    <a:pt x="86409" y="366369"/>
                  </a:lnTo>
                  <a:lnTo>
                    <a:pt x="86275" y="367984"/>
                  </a:lnTo>
                  <a:lnTo>
                    <a:pt x="85265" y="370574"/>
                  </a:lnTo>
                  <a:lnTo>
                    <a:pt x="83515" y="376091"/>
                  </a:lnTo>
                  <a:lnTo>
                    <a:pt x="82068" y="376966"/>
                  </a:lnTo>
                  <a:lnTo>
                    <a:pt x="79611" y="377975"/>
                  </a:lnTo>
                  <a:cubicBezTo>
                    <a:pt x="79611" y="377975"/>
                    <a:pt x="79174" y="379993"/>
                    <a:pt x="79174" y="380733"/>
                  </a:cubicBezTo>
                  <a:cubicBezTo>
                    <a:pt x="79174" y="381440"/>
                    <a:pt x="80486" y="383357"/>
                    <a:pt x="80486" y="383357"/>
                  </a:cubicBezTo>
                  <a:cubicBezTo>
                    <a:pt x="80486" y="383357"/>
                    <a:pt x="81226" y="384938"/>
                    <a:pt x="81058" y="385376"/>
                  </a:cubicBezTo>
                  <a:cubicBezTo>
                    <a:pt x="80923" y="385813"/>
                    <a:pt x="80755" y="387125"/>
                    <a:pt x="80351" y="387260"/>
                  </a:cubicBezTo>
                  <a:cubicBezTo>
                    <a:pt x="79914" y="387394"/>
                    <a:pt x="78904" y="388571"/>
                    <a:pt x="78332" y="388571"/>
                  </a:cubicBezTo>
                  <a:cubicBezTo>
                    <a:pt x="77760" y="388571"/>
                    <a:pt x="77760" y="388437"/>
                    <a:pt x="77625" y="389143"/>
                  </a:cubicBezTo>
                  <a:cubicBezTo>
                    <a:pt x="77457" y="389850"/>
                    <a:pt x="78635" y="392339"/>
                    <a:pt x="79207" y="393214"/>
                  </a:cubicBezTo>
                  <a:cubicBezTo>
                    <a:pt x="79779" y="394088"/>
                    <a:pt x="80890" y="396544"/>
                    <a:pt x="80890" y="397116"/>
                  </a:cubicBezTo>
                  <a:cubicBezTo>
                    <a:pt x="80890" y="397688"/>
                    <a:pt x="83851" y="400581"/>
                    <a:pt x="83851" y="400581"/>
                  </a:cubicBezTo>
                  <a:lnTo>
                    <a:pt x="83851" y="402397"/>
                  </a:lnTo>
                  <a:cubicBezTo>
                    <a:pt x="83818" y="402296"/>
                    <a:pt x="83515" y="402196"/>
                    <a:pt x="82102" y="402498"/>
                  </a:cubicBezTo>
                  <a:cubicBezTo>
                    <a:pt x="80082" y="402936"/>
                    <a:pt x="78467" y="404248"/>
                    <a:pt x="77625" y="404651"/>
                  </a:cubicBezTo>
                  <a:cubicBezTo>
                    <a:pt x="76750" y="405089"/>
                    <a:pt x="76885" y="404954"/>
                    <a:pt x="75168" y="405660"/>
                  </a:cubicBezTo>
                  <a:cubicBezTo>
                    <a:pt x="73418" y="406401"/>
                    <a:pt x="72847" y="406804"/>
                    <a:pt x="71264" y="407847"/>
                  </a:cubicBezTo>
                  <a:cubicBezTo>
                    <a:pt x="69683" y="408856"/>
                    <a:pt x="68808" y="410605"/>
                    <a:pt x="68236" y="411043"/>
                  </a:cubicBezTo>
                  <a:cubicBezTo>
                    <a:pt x="67664" y="411480"/>
                    <a:pt x="65644" y="413061"/>
                    <a:pt x="65644" y="413061"/>
                  </a:cubicBezTo>
                  <a:cubicBezTo>
                    <a:pt x="65644" y="413061"/>
                    <a:pt x="62750" y="412927"/>
                    <a:pt x="62009" y="414070"/>
                  </a:cubicBezTo>
                  <a:cubicBezTo>
                    <a:pt x="61269" y="415248"/>
                    <a:pt x="60260" y="417098"/>
                    <a:pt x="59250" y="417098"/>
                  </a:cubicBezTo>
                  <a:cubicBezTo>
                    <a:pt x="58240" y="417098"/>
                    <a:pt x="58947" y="419284"/>
                    <a:pt x="56793" y="417098"/>
                  </a:cubicBezTo>
                  <a:cubicBezTo>
                    <a:pt x="54639" y="414911"/>
                    <a:pt x="52721" y="411749"/>
                    <a:pt x="50702" y="410874"/>
                  </a:cubicBezTo>
                  <a:cubicBezTo>
                    <a:pt x="48682" y="410000"/>
                    <a:pt x="48514" y="407981"/>
                    <a:pt x="47067" y="407679"/>
                  </a:cubicBezTo>
                  <a:cubicBezTo>
                    <a:pt x="45620" y="407376"/>
                    <a:pt x="42995" y="407242"/>
                    <a:pt x="42995" y="407242"/>
                  </a:cubicBezTo>
                  <a:lnTo>
                    <a:pt x="38956" y="409697"/>
                  </a:lnTo>
                  <a:lnTo>
                    <a:pt x="33740" y="413162"/>
                  </a:lnTo>
                  <a:lnTo>
                    <a:pt x="32999" y="415483"/>
                  </a:lnTo>
                  <a:lnTo>
                    <a:pt x="31148" y="416526"/>
                  </a:lnTo>
                  <a:lnTo>
                    <a:pt x="30408" y="416930"/>
                  </a:lnTo>
                  <a:lnTo>
                    <a:pt x="26638" y="418040"/>
                  </a:lnTo>
                  <a:lnTo>
                    <a:pt x="25461" y="420697"/>
                  </a:lnTo>
                  <a:lnTo>
                    <a:pt x="21691" y="424465"/>
                  </a:lnTo>
                  <a:lnTo>
                    <a:pt x="19235" y="426921"/>
                  </a:lnTo>
                  <a:lnTo>
                    <a:pt x="19975" y="430116"/>
                  </a:lnTo>
                  <a:lnTo>
                    <a:pt x="22163" y="433447"/>
                  </a:lnTo>
                  <a:lnTo>
                    <a:pt x="24485" y="436340"/>
                  </a:lnTo>
                  <a:lnTo>
                    <a:pt x="27244" y="438964"/>
                  </a:lnTo>
                  <a:lnTo>
                    <a:pt x="30004" y="442731"/>
                  </a:lnTo>
                  <a:lnTo>
                    <a:pt x="30307" y="445052"/>
                  </a:lnTo>
                  <a:cubicBezTo>
                    <a:pt x="30307" y="445052"/>
                    <a:pt x="29567" y="447643"/>
                    <a:pt x="29432" y="448248"/>
                  </a:cubicBezTo>
                  <a:cubicBezTo>
                    <a:pt x="29297" y="448820"/>
                    <a:pt x="28288" y="453462"/>
                    <a:pt x="28288" y="453462"/>
                  </a:cubicBezTo>
                  <a:lnTo>
                    <a:pt x="24215" y="456355"/>
                  </a:lnTo>
                  <a:lnTo>
                    <a:pt x="18562" y="459551"/>
                  </a:lnTo>
                  <a:lnTo>
                    <a:pt x="17552" y="462444"/>
                  </a:lnTo>
                  <a:cubicBezTo>
                    <a:pt x="17552" y="462444"/>
                    <a:pt x="16980" y="464025"/>
                    <a:pt x="16812" y="464463"/>
                  </a:cubicBezTo>
                  <a:cubicBezTo>
                    <a:pt x="16677" y="464900"/>
                    <a:pt x="12335" y="465606"/>
                    <a:pt x="12335" y="465606"/>
                  </a:cubicBezTo>
                  <a:cubicBezTo>
                    <a:pt x="12335" y="465606"/>
                    <a:pt x="9879" y="466313"/>
                    <a:pt x="9441" y="466615"/>
                  </a:cubicBezTo>
                  <a:cubicBezTo>
                    <a:pt x="9003" y="466918"/>
                    <a:pt x="4797" y="469340"/>
                    <a:pt x="4797" y="469340"/>
                  </a:cubicBezTo>
                  <a:lnTo>
                    <a:pt x="2980" y="472233"/>
                  </a:lnTo>
                  <a:lnTo>
                    <a:pt x="2172" y="476304"/>
                  </a:lnTo>
                  <a:lnTo>
                    <a:pt x="2172" y="480643"/>
                  </a:lnTo>
                  <a:cubicBezTo>
                    <a:pt x="2172" y="480643"/>
                    <a:pt x="2912" y="486160"/>
                    <a:pt x="2912" y="486732"/>
                  </a:cubicBezTo>
                  <a:cubicBezTo>
                    <a:pt x="2912" y="487304"/>
                    <a:pt x="3787" y="490769"/>
                    <a:pt x="3787" y="490769"/>
                  </a:cubicBezTo>
                  <a:cubicBezTo>
                    <a:pt x="3787" y="490769"/>
                    <a:pt x="4056" y="492955"/>
                    <a:pt x="4056" y="493527"/>
                  </a:cubicBezTo>
                  <a:cubicBezTo>
                    <a:pt x="4056" y="494099"/>
                    <a:pt x="4359" y="495276"/>
                    <a:pt x="3047" y="496555"/>
                  </a:cubicBezTo>
                  <a:cubicBezTo>
                    <a:pt x="1734" y="497867"/>
                    <a:pt x="287" y="499751"/>
                    <a:pt x="18" y="500322"/>
                  </a:cubicBezTo>
                  <a:cubicBezTo>
                    <a:pt x="-285" y="500894"/>
                    <a:pt x="3350" y="505234"/>
                    <a:pt x="3350" y="505234"/>
                  </a:cubicBezTo>
                  <a:lnTo>
                    <a:pt x="4662" y="508261"/>
                  </a:lnTo>
                  <a:cubicBezTo>
                    <a:pt x="4662" y="508261"/>
                    <a:pt x="7557" y="510145"/>
                    <a:pt x="7994" y="510448"/>
                  </a:cubicBezTo>
                  <a:cubicBezTo>
                    <a:pt x="8432" y="510751"/>
                    <a:pt x="11191" y="512769"/>
                    <a:pt x="11191" y="512769"/>
                  </a:cubicBezTo>
                  <a:cubicBezTo>
                    <a:pt x="11191" y="512769"/>
                    <a:pt x="14220" y="513913"/>
                    <a:pt x="14826" y="513778"/>
                  </a:cubicBezTo>
                  <a:cubicBezTo>
                    <a:pt x="15398" y="513644"/>
                    <a:pt x="18158" y="512769"/>
                    <a:pt x="18158" y="512769"/>
                  </a:cubicBezTo>
                  <a:lnTo>
                    <a:pt x="18730" y="512769"/>
                  </a:lnTo>
                  <a:cubicBezTo>
                    <a:pt x="18730" y="512769"/>
                    <a:pt x="21186" y="512836"/>
                    <a:pt x="21624" y="512971"/>
                  </a:cubicBezTo>
                  <a:cubicBezTo>
                    <a:pt x="22061" y="513105"/>
                    <a:pt x="25696" y="517983"/>
                    <a:pt x="25696" y="517983"/>
                  </a:cubicBezTo>
                  <a:lnTo>
                    <a:pt x="29163" y="517983"/>
                  </a:lnTo>
                  <a:lnTo>
                    <a:pt x="31653" y="517445"/>
                  </a:lnTo>
                  <a:lnTo>
                    <a:pt x="33504" y="517983"/>
                  </a:lnTo>
                  <a:lnTo>
                    <a:pt x="33504" y="520607"/>
                  </a:lnTo>
                  <a:lnTo>
                    <a:pt x="33067" y="523870"/>
                  </a:lnTo>
                  <a:lnTo>
                    <a:pt x="32427" y="525485"/>
                  </a:lnTo>
                  <a:cubicBezTo>
                    <a:pt x="32427" y="525485"/>
                    <a:pt x="31889" y="527537"/>
                    <a:pt x="31889" y="528109"/>
                  </a:cubicBezTo>
                  <a:cubicBezTo>
                    <a:pt x="31889" y="528647"/>
                    <a:pt x="31451" y="529623"/>
                    <a:pt x="31990" y="530834"/>
                  </a:cubicBezTo>
                  <a:cubicBezTo>
                    <a:pt x="32528" y="532044"/>
                    <a:pt x="33740" y="533861"/>
                    <a:pt x="34278" y="534298"/>
                  </a:cubicBezTo>
                  <a:cubicBezTo>
                    <a:pt x="34817" y="534736"/>
                    <a:pt x="36702" y="536048"/>
                    <a:pt x="36836" y="536350"/>
                  </a:cubicBezTo>
                  <a:cubicBezTo>
                    <a:pt x="36937" y="536687"/>
                    <a:pt x="37004" y="539075"/>
                    <a:pt x="37004" y="539513"/>
                  </a:cubicBezTo>
                  <a:cubicBezTo>
                    <a:pt x="37004" y="539950"/>
                    <a:pt x="37004" y="543213"/>
                    <a:pt x="37004" y="543213"/>
                  </a:cubicBezTo>
                  <a:lnTo>
                    <a:pt x="38418" y="545601"/>
                  </a:lnTo>
                  <a:lnTo>
                    <a:pt x="40605" y="548091"/>
                  </a:lnTo>
                  <a:cubicBezTo>
                    <a:pt x="40605" y="548091"/>
                    <a:pt x="42120" y="549941"/>
                    <a:pt x="42456" y="550143"/>
                  </a:cubicBezTo>
                  <a:cubicBezTo>
                    <a:pt x="42793" y="550344"/>
                    <a:pt x="43870" y="551656"/>
                    <a:pt x="43870" y="551656"/>
                  </a:cubicBezTo>
                  <a:lnTo>
                    <a:pt x="46057" y="553944"/>
                  </a:lnTo>
                  <a:lnTo>
                    <a:pt x="48346" y="557207"/>
                  </a:lnTo>
                  <a:cubicBezTo>
                    <a:pt x="48346" y="557207"/>
                    <a:pt x="48447" y="558956"/>
                    <a:pt x="48682" y="559495"/>
                  </a:cubicBezTo>
                  <a:cubicBezTo>
                    <a:pt x="48884" y="560033"/>
                    <a:pt x="49658" y="560806"/>
                    <a:pt x="49658" y="560806"/>
                  </a:cubicBezTo>
                  <a:lnTo>
                    <a:pt x="49355" y="563060"/>
                  </a:lnTo>
                  <a:lnTo>
                    <a:pt x="49490" y="565314"/>
                  </a:lnTo>
                  <a:lnTo>
                    <a:pt x="52384" y="566693"/>
                  </a:lnTo>
                  <a:lnTo>
                    <a:pt x="53529" y="566693"/>
                  </a:lnTo>
                  <a:lnTo>
                    <a:pt x="56423" y="568443"/>
                  </a:lnTo>
                  <a:cubicBezTo>
                    <a:pt x="56423" y="568443"/>
                    <a:pt x="58745" y="570192"/>
                    <a:pt x="59183" y="570461"/>
                  </a:cubicBezTo>
                  <a:cubicBezTo>
                    <a:pt x="59620" y="570764"/>
                    <a:pt x="61505" y="573219"/>
                    <a:pt x="61505" y="573219"/>
                  </a:cubicBezTo>
                  <a:cubicBezTo>
                    <a:pt x="61505" y="573219"/>
                    <a:pt x="61639" y="574801"/>
                    <a:pt x="61505" y="575238"/>
                  </a:cubicBezTo>
                  <a:cubicBezTo>
                    <a:pt x="61370" y="575675"/>
                    <a:pt x="60933" y="577424"/>
                    <a:pt x="60933" y="578131"/>
                  </a:cubicBezTo>
                  <a:cubicBezTo>
                    <a:pt x="60933" y="578871"/>
                    <a:pt x="60664" y="579443"/>
                    <a:pt x="60360" y="581327"/>
                  </a:cubicBezTo>
                  <a:cubicBezTo>
                    <a:pt x="60058" y="583210"/>
                    <a:pt x="59351" y="586541"/>
                    <a:pt x="59048" y="587113"/>
                  </a:cubicBezTo>
                  <a:cubicBezTo>
                    <a:pt x="58745" y="587684"/>
                    <a:pt x="56726" y="590746"/>
                    <a:pt x="56726" y="590746"/>
                  </a:cubicBezTo>
                  <a:lnTo>
                    <a:pt x="55144" y="595253"/>
                  </a:lnTo>
                  <a:cubicBezTo>
                    <a:pt x="55144" y="595253"/>
                    <a:pt x="54437" y="597709"/>
                    <a:pt x="53832" y="598146"/>
                  </a:cubicBezTo>
                  <a:cubicBezTo>
                    <a:pt x="53259" y="598584"/>
                    <a:pt x="52822" y="598853"/>
                    <a:pt x="51644" y="599593"/>
                  </a:cubicBezTo>
                  <a:cubicBezTo>
                    <a:pt x="50500" y="600299"/>
                    <a:pt x="49760" y="602049"/>
                    <a:pt x="49187" y="602183"/>
                  </a:cubicBezTo>
                  <a:cubicBezTo>
                    <a:pt x="48615" y="602318"/>
                    <a:pt x="47168" y="603764"/>
                    <a:pt x="46158" y="604504"/>
                  </a:cubicBezTo>
                  <a:cubicBezTo>
                    <a:pt x="45148" y="605211"/>
                    <a:pt x="44408" y="606657"/>
                    <a:pt x="44139" y="607532"/>
                  </a:cubicBezTo>
                  <a:cubicBezTo>
                    <a:pt x="43870" y="608407"/>
                    <a:pt x="44442" y="610559"/>
                    <a:pt x="44442" y="610559"/>
                  </a:cubicBezTo>
                  <a:lnTo>
                    <a:pt x="48514" y="614462"/>
                  </a:lnTo>
                  <a:cubicBezTo>
                    <a:pt x="48514" y="614462"/>
                    <a:pt x="47505" y="616345"/>
                    <a:pt x="46932" y="616648"/>
                  </a:cubicBezTo>
                  <a:cubicBezTo>
                    <a:pt x="46360" y="616951"/>
                    <a:pt x="44173" y="618397"/>
                    <a:pt x="43029" y="618532"/>
                  </a:cubicBezTo>
                  <a:cubicBezTo>
                    <a:pt x="41850" y="618667"/>
                    <a:pt x="38822" y="622602"/>
                    <a:pt x="38822" y="622602"/>
                  </a:cubicBezTo>
                  <a:lnTo>
                    <a:pt x="36870" y="628187"/>
                  </a:lnTo>
                  <a:lnTo>
                    <a:pt x="34043" y="633401"/>
                  </a:lnTo>
                  <a:lnTo>
                    <a:pt x="30341" y="637303"/>
                  </a:lnTo>
                  <a:lnTo>
                    <a:pt x="28826" y="641003"/>
                  </a:lnTo>
                  <a:lnTo>
                    <a:pt x="28624" y="646419"/>
                  </a:lnTo>
                  <a:lnTo>
                    <a:pt x="29264" y="652071"/>
                  </a:lnTo>
                  <a:lnTo>
                    <a:pt x="31653" y="653585"/>
                  </a:lnTo>
                  <a:lnTo>
                    <a:pt x="29701" y="659673"/>
                  </a:lnTo>
                  <a:lnTo>
                    <a:pt x="30576" y="664248"/>
                  </a:lnTo>
                  <a:lnTo>
                    <a:pt x="30341" y="667074"/>
                  </a:lnTo>
                  <a:cubicBezTo>
                    <a:pt x="30341" y="667074"/>
                    <a:pt x="29903" y="666872"/>
                    <a:pt x="28591" y="667074"/>
                  </a:cubicBezTo>
                  <a:cubicBezTo>
                    <a:pt x="27278" y="667310"/>
                    <a:pt x="26841" y="666872"/>
                    <a:pt x="25966" y="667074"/>
                  </a:cubicBezTo>
                  <a:cubicBezTo>
                    <a:pt x="25090" y="667310"/>
                    <a:pt x="22061" y="668386"/>
                    <a:pt x="22061" y="668386"/>
                  </a:cubicBezTo>
                  <a:lnTo>
                    <a:pt x="17720" y="669462"/>
                  </a:lnTo>
                  <a:lnTo>
                    <a:pt x="18360" y="672053"/>
                  </a:lnTo>
                  <a:lnTo>
                    <a:pt x="19437" y="674004"/>
                  </a:lnTo>
                  <a:lnTo>
                    <a:pt x="16609" y="677906"/>
                  </a:lnTo>
                  <a:lnTo>
                    <a:pt x="11831" y="677906"/>
                  </a:lnTo>
                  <a:lnTo>
                    <a:pt x="8566" y="680294"/>
                  </a:lnTo>
                  <a:lnTo>
                    <a:pt x="4427" y="682044"/>
                  </a:lnTo>
                  <a:lnTo>
                    <a:pt x="3787" y="685508"/>
                  </a:lnTo>
                  <a:lnTo>
                    <a:pt x="9643" y="688973"/>
                  </a:lnTo>
                  <a:cubicBezTo>
                    <a:pt x="9643" y="688973"/>
                    <a:pt x="13345" y="689613"/>
                    <a:pt x="9879" y="690050"/>
                  </a:cubicBezTo>
                  <a:cubicBezTo>
                    <a:pt x="6412" y="690487"/>
                    <a:pt x="4225" y="692001"/>
                    <a:pt x="4225" y="692001"/>
                  </a:cubicBezTo>
                  <a:cubicBezTo>
                    <a:pt x="4225" y="692001"/>
                    <a:pt x="3585" y="694188"/>
                    <a:pt x="4864" y="695264"/>
                  </a:cubicBezTo>
                  <a:cubicBezTo>
                    <a:pt x="6177" y="696341"/>
                    <a:pt x="7893" y="698292"/>
                    <a:pt x="8768" y="698964"/>
                  </a:cubicBezTo>
                  <a:cubicBezTo>
                    <a:pt x="9643" y="699603"/>
                    <a:pt x="12470" y="703304"/>
                    <a:pt x="12470" y="703304"/>
                  </a:cubicBezTo>
                  <a:lnTo>
                    <a:pt x="14422" y="705490"/>
                  </a:lnTo>
                  <a:cubicBezTo>
                    <a:pt x="14422" y="705490"/>
                    <a:pt x="14658" y="708518"/>
                    <a:pt x="14422" y="709393"/>
                  </a:cubicBezTo>
                  <a:cubicBezTo>
                    <a:pt x="14220" y="710267"/>
                    <a:pt x="14422" y="713530"/>
                    <a:pt x="14422" y="713530"/>
                  </a:cubicBezTo>
                  <a:lnTo>
                    <a:pt x="19201" y="717668"/>
                  </a:lnTo>
                  <a:cubicBezTo>
                    <a:pt x="19201" y="717668"/>
                    <a:pt x="25057" y="722680"/>
                    <a:pt x="26369" y="723319"/>
                  </a:cubicBezTo>
                  <a:cubicBezTo>
                    <a:pt x="27682" y="723959"/>
                    <a:pt x="30946" y="724833"/>
                    <a:pt x="30946" y="724833"/>
                  </a:cubicBezTo>
                  <a:lnTo>
                    <a:pt x="31250" y="729913"/>
                  </a:lnTo>
                  <a:cubicBezTo>
                    <a:pt x="31687" y="729610"/>
                    <a:pt x="34144" y="728332"/>
                    <a:pt x="34581" y="728164"/>
                  </a:cubicBezTo>
                  <a:cubicBezTo>
                    <a:pt x="35019" y="728029"/>
                    <a:pt x="36600" y="727289"/>
                    <a:pt x="36600" y="727289"/>
                  </a:cubicBezTo>
                  <a:cubicBezTo>
                    <a:pt x="36600" y="727289"/>
                    <a:pt x="38620" y="726717"/>
                    <a:pt x="39226" y="726717"/>
                  </a:cubicBezTo>
                  <a:cubicBezTo>
                    <a:pt x="39797" y="726717"/>
                    <a:pt x="41110" y="725977"/>
                    <a:pt x="41379" y="726717"/>
                  </a:cubicBezTo>
                  <a:cubicBezTo>
                    <a:pt x="41682" y="727424"/>
                    <a:pt x="42995" y="728164"/>
                    <a:pt x="42995" y="728164"/>
                  </a:cubicBezTo>
                  <a:lnTo>
                    <a:pt x="46899" y="728736"/>
                  </a:lnTo>
                  <a:lnTo>
                    <a:pt x="50534" y="729610"/>
                  </a:lnTo>
                  <a:cubicBezTo>
                    <a:pt x="50534" y="729610"/>
                    <a:pt x="53731" y="728736"/>
                    <a:pt x="54303" y="728164"/>
                  </a:cubicBezTo>
                  <a:cubicBezTo>
                    <a:pt x="54875" y="727592"/>
                    <a:pt x="56187" y="726784"/>
                    <a:pt x="56760" y="726246"/>
                  </a:cubicBezTo>
                  <a:cubicBezTo>
                    <a:pt x="57332" y="725708"/>
                    <a:pt x="58341" y="724833"/>
                    <a:pt x="58913" y="724833"/>
                  </a:cubicBezTo>
                  <a:cubicBezTo>
                    <a:pt x="59485" y="724833"/>
                    <a:pt x="60495" y="724833"/>
                    <a:pt x="60495" y="724833"/>
                  </a:cubicBezTo>
                  <a:cubicBezTo>
                    <a:pt x="60495" y="724833"/>
                    <a:pt x="62245" y="725271"/>
                    <a:pt x="62380" y="725842"/>
                  </a:cubicBezTo>
                  <a:cubicBezTo>
                    <a:pt x="62514" y="726414"/>
                    <a:pt x="63120" y="729038"/>
                    <a:pt x="63120" y="729038"/>
                  </a:cubicBezTo>
                  <a:lnTo>
                    <a:pt x="63120" y="730922"/>
                  </a:lnTo>
                  <a:cubicBezTo>
                    <a:pt x="63120" y="730922"/>
                    <a:pt x="67461" y="731931"/>
                    <a:pt x="67899" y="732066"/>
                  </a:cubicBezTo>
                  <a:cubicBezTo>
                    <a:pt x="68337" y="732200"/>
                    <a:pt x="69649" y="733209"/>
                    <a:pt x="70221" y="733209"/>
                  </a:cubicBezTo>
                  <a:cubicBezTo>
                    <a:pt x="70794" y="733209"/>
                    <a:pt x="73418" y="734219"/>
                    <a:pt x="73418" y="734219"/>
                  </a:cubicBezTo>
                  <a:cubicBezTo>
                    <a:pt x="73418" y="734219"/>
                    <a:pt x="76616" y="734791"/>
                    <a:pt x="77188" y="734791"/>
                  </a:cubicBezTo>
                  <a:cubicBezTo>
                    <a:pt x="77760" y="734791"/>
                    <a:pt x="79073" y="735228"/>
                    <a:pt x="80519" y="735228"/>
                  </a:cubicBezTo>
                  <a:cubicBezTo>
                    <a:pt x="81967" y="735228"/>
                    <a:pt x="83279" y="735800"/>
                    <a:pt x="84424" y="735968"/>
                  </a:cubicBezTo>
                  <a:cubicBezTo>
                    <a:pt x="85601" y="736103"/>
                    <a:pt x="87049" y="736405"/>
                    <a:pt x="87318" y="736843"/>
                  </a:cubicBezTo>
                  <a:cubicBezTo>
                    <a:pt x="87587" y="737280"/>
                    <a:pt x="90078" y="739029"/>
                    <a:pt x="90919" y="739298"/>
                  </a:cubicBezTo>
                  <a:cubicBezTo>
                    <a:pt x="91794" y="739601"/>
                    <a:pt x="91053" y="738861"/>
                    <a:pt x="91794" y="739601"/>
                  </a:cubicBezTo>
                  <a:cubicBezTo>
                    <a:pt x="92534" y="740308"/>
                    <a:pt x="93544" y="741922"/>
                    <a:pt x="93544" y="741922"/>
                  </a:cubicBezTo>
                  <a:lnTo>
                    <a:pt x="97885" y="743941"/>
                  </a:lnTo>
                  <a:lnTo>
                    <a:pt x="102092" y="745522"/>
                  </a:lnTo>
                  <a:lnTo>
                    <a:pt x="108049" y="747405"/>
                  </a:lnTo>
                  <a:lnTo>
                    <a:pt x="110237" y="747708"/>
                  </a:lnTo>
                  <a:lnTo>
                    <a:pt x="116900" y="747002"/>
                  </a:lnTo>
                  <a:lnTo>
                    <a:pt x="118650" y="746127"/>
                  </a:lnTo>
                  <a:cubicBezTo>
                    <a:pt x="118650" y="746127"/>
                    <a:pt x="119828" y="746127"/>
                    <a:pt x="120266" y="745992"/>
                  </a:cubicBezTo>
                  <a:cubicBezTo>
                    <a:pt x="120703" y="745858"/>
                    <a:pt x="124607" y="748314"/>
                    <a:pt x="124607" y="748314"/>
                  </a:cubicBezTo>
                  <a:lnTo>
                    <a:pt x="129252" y="748886"/>
                  </a:lnTo>
                  <a:cubicBezTo>
                    <a:pt x="129252" y="748886"/>
                    <a:pt x="133021" y="747574"/>
                    <a:pt x="133593" y="747574"/>
                  </a:cubicBezTo>
                  <a:cubicBezTo>
                    <a:pt x="134165" y="747574"/>
                    <a:pt x="137228" y="746833"/>
                    <a:pt x="137228" y="746833"/>
                  </a:cubicBezTo>
                  <a:lnTo>
                    <a:pt x="140189" y="749861"/>
                  </a:lnTo>
                  <a:lnTo>
                    <a:pt x="143151" y="752922"/>
                  </a:lnTo>
                  <a:lnTo>
                    <a:pt x="143151" y="755243"/>
                  </a:lnTo>
                  <a:lnTo>
                    <a:pt x="143151" y="758708"/>
                  </a:lnTo>
                  <a:lnTo>
                    <a:pt x="147492" y="756084"/>
                  </a:lnTo>
                  <a:lnTo>
                    <a:pt x="150084" y="750870"/>
                  </a:lnTo>
                  <a:lnTo>
                    <a:pt x="150084" y="749996"/>
                  </a:lnTo>
                  <a:cubicBezTo>
                    <a:pt x="150084" y="749996"/>
                    <a:pt x="151093" y="745522"/>
                    <a:pt x="151665" y="745084"/>
                  </a:cubicBezTo>
                  <a:cubicBezTo>
                    <a:pt x="152238" y="744647"/>
                    <a:pt x="152978" y="742898"/>
                    <a:pt x="153550" y="742898"/>
                  </a:cubicBezTo>
                  <a:cubicBezTo>
                    <a:pt x="154122" y="742898"/>
                    <a:pt x="155738" y="741451"/>
                    <a:pt x="156007" y="741014"/>
                  </a:cubicBezTo>
                  <a:cubicBezTo>
                    <a:pt x="156276" y="740577"/>
                    <a:pt x="157891" y="738121"/>
                    <a:pt x="158329" y="738121"/>
                  </a:cubicBezTo>
                  <a:cubicBezTo>
                    <a:pt x="158766" y="738121"/>
                    <a:pt x="160651" y="736674"/>
                    <a:pt x="160651" y="736674"/>
                  </a:cubicBezTo>
                  <a:cubicBezTo>
                    <a:pt x="160651" y="736674"/>
                    <a:pt x="162536" y="737414"/>
                    <a:pt x="162973" y="737549"/>
                  </a:cubicBezTo>
                  <a:cubicBezTo>
                    <a:pt x="163411" y="737684"/>
                    <a:pt x="164858" y="738289"/>
                    <a:pt x="165565" y="738424"/>
                  </a:cubicBezTo>
                  <a:cubicBezTo>
                    <a:pt x="166305" y="738558"/>
                    <a:pt x="167450" y="738726"/>
                    <a:pt x="167450" y="738726"/>
                  </a:cubicBezTo>
                  <a:lnTo>
                    <a:pt x="173541" y="742360"/>
                  </a:lnTo>
                  <a:lnTo>
                    <a:pt x="175123" y="748011"/>
                  </a:lnTo>
                  <a:lnTo>
                    <a:pt x="176132" y="750029"/>
                  </a:lnTo>
                  <a:lnTo>
                    <a:pt x="176132" y="753494"/>
                  </a:lnTo>
                  <a:lnTo>
                    <a:pt x="176132" y="756959"/>
                  </a:lnTo>
                  <a:lnTo>
                    <a:pt x="176873" y="759011"/>
                  </a:lnTo>
                  <a:lnTo>
                    <a:pt x="178084" y="759650"/>
                  </a:lnTo>
                  <a:lnTo>
                    <a:pt x="183301" y="758877"/>
                  </a:lnTo>
                  <a:cubicBezTo>
                    <a:pt x="183974" y="758675"/>
                    <a:pt x="186128" y="756253"/>
                    <a:pt x="186330" y="755614"/>
                  </a:cubicBezTo>
                  <a:cubicBezTo>
                    <a:pt x="186565" y="754974"/>
                    <a:pt x="188517" y="751913"/>
                    <a:pt x="188517" y="751913"/>
                  </a:cubicBezTo>
                  <a:lnTo>
                    <a:pt x="190705" y="745185"/>
                  </a:lnTo>
                  <a:lnTo>
                    <a:pt x="191142" y="738659"/>
                  </a:lnTo>
                  <a:lnTo>
                    <a:pt x="188315" y="732806"/>
                  </a:lnTo>
                  <a:lnTo>
                    <a:pt x="183974" y="725842"/>
                  </a:lnTo>
                  <a:lnTo>
                    <a:pt x="177445" y="719989"/>
                  </a:lnTo>
                  <a:lnTo>
                    <a:pt x="173541" y="716087"/>
                  </a:lnTo>
                  <a:lnTo>
                    <a:pt x="172026" y="707845"/>
                  </a:lnTo>
                  <a:lnTo>
                    <a:pt x="172228" y="695230"/>
                  </a:lnTo>
                  <a:lnTo>
                    <a:pt x="177882" y="687830"/>
                  </a:lnTo>
                  <a:lnTo>
                    <a:pt x="182123" y="685004"/>
                  </a:lnTo>
                  <a:lnTo>
                    <a:pt x="183099" y="681976"/>
                  </a:lnTo>
                  <a:lnTo>
                    <a:pt x="183099" y="675248"/>
                  </a:lnTo>
                  <a:cubicBezTo>
                    <a:pt x="183099" y="675248"/>
                    <a:pt x="183974" y="673398"/>
                    <a:pt x="184613" y="673196"/>
                  </a:cubicBezTo>
                  <a:cubicBezTo>
                    <a:pt x="185253" y="672995"/>
                    <a:pt x="190907" y="670909"/>
                    <a:pt x="190907" y="670909"/>
                  </a:cubicBezTo>
                  <a:lnTo>
                    <a:pt x="196123" y="670909"/>
                  </a:lnTo>
                  <a:lnTo>
                    <a:pt x="197873" y="669833"/>
                  </a:lnTo>
                  <a:lnTo>
                    <a:pt x="201138" y="666569"/>
                  </a:lnTo>
                  <a:lnTo>
                    <a:pt x="208744" y="656141"/>
                  </a:lnTo>
                  <a:cubicBezTo>
                    <a:pt x="208744" y="656141"/>
                    <a:pt x="209383" y="648976"/>
                    <a:pt x="209821" y="648101"/>
                  </a:cubicBezTo>
                  <a:cubicBezTo>
                    <a:pt x="210258" y="647227"/>
                    <a:pt x="215273" y="641138"/>
                    <a:pt x="215273" y="641138"/>
                  </a:cubicBezTo>
                  <a:lnTo>
                    <a:pt x="221128" y="634612"/>
                  </a:lnTo>
                  <a:lnTo>
                    <a:pt x="224157" y="629633"/>
                  </a:lnTo>
                  <a:lnTo>
                    <a:pt x="226547" y="622232"/>
                  </a:lnTo>
                  <a:lnTo>
                    <a:pt x="226783" y="611804"/>
                  </a:lnTo>
                  <a:lnTo>
                    <a:pt x="227220" y="606825"/>
                  </a:lnTo>
                  <a:cubicBezTo>
                    <a:pt x="227220" y="606825"/>
                    <a:pt x="227455" y="602688"/>
                    <a:pt x="229172" y="601611"/>
                  </a:cubicBezTo>
                  <a:cubicBezTo>
                    <a:pt x="230922" y="600535"/>
                    <a:pt x="234389" y="596633"/>
                    <a:pt x="234389" y="596633"/>
                  </a:cubicBezTo>
                  <a:lnTo>
                    <a:pt x="239403" y="595119"/>
                  </a:lnTo>
                  <a:lnTo>
                    <a:pt x="243744" y="593807"/>
                  </a:lnTo>
                  <a:lnTo>
                    <a:pt x="248961" y="585128"/>
                  </a:lnTo>
                  <a:lnTo>
                    <a:pt x="251350" y="581226"/>
                  </a:lnTo>
                  <a:lnTo>
                    <a:pt x="260908" y="569284"/>
                  </a:lnTo>
                  <a:lnTo>
                    <a:pt x="266562" y="568207"/>
                  </a:lnTo>
                  <a:lnTo>
                    <a:pt x="271577" y="569721"/>
                  </a:lnTo>
                  <a:cubicBezTo>
                    <a:pt x="271577" y="569721"/>
                    <a:pt x="279317" y="571672"/>
                    <a:pt x="280563" y="571235"/>
                  </a:cubicBezTo>
                  <a:cubicBezTo>
                    <a:pt x="281808" y="570797"/>
                    <a:pt x="286149" y="564271"/>
                    <a:pt x="286789" y="563632"/>
                  </a:cubicBezTo>
                  <a:cubicBezTo>
                    <a:pt x="287428" y="562993"/>
                    <a:pt x="290693" y="557779"/>
                    <a:pt x="291332" y="556904"/>
                  </a:cubicBezTo>
                  <a:cubicBezTo>
                    <a:pt x="292005" y="556030"/>
                    <a:pt x="293082" y="552565"/>
                    <a:pt x="294597" y="550614"/>
                  </a:cubicBezTo>
                  <a:cubicBezTo>
                    <a:pt x="296111" y="548662"/>
                    <a:pt x="299611" y="545500"/>
                    <a:pt x="300015" y="544626"/>
                  </a:cubicBezTo>
                  <a:cubicBezTo>
                    <a:pt x="300452" y="543751"/>
                    <a:pt x="300217" y="542338"/>
                    <a:pt x="304794" y="542338"/>
                  </a:cubicBezTo>
                  <a:cubicBezTo>
                    <a:pt x="309371" y="542338"/>
                    <a:pt x="312635" y="542338"/>
                    <a:pt x="312635" y="542338"/>
                  </a:cubicBezTo>
                  <a:cubicBezTo>
                    <a:pt x="312635" y="542338"/>
                    <a:pt x="318727" y="542540"/>
                    <a:pt x="319602" y="542338"/>
                  </a:cubicBezTo>
                  <a:cubicBezTo>
                    <a:pt x="320477" y="542103"/>
                    <a:pt x="323068" y="542977"/>
                    <a:pt x="325693" y="542540"/>
                  </a:cubicBezTo>
                  <a:cubicBezTo>
                    <a:pt x="328284" y="542103"/>
                    <a:pt x="335924" y="538840"/>
                    <a:pt x="335924" y="538840"/>
                  </a:cubicBezTo>
                  <a:lnTo>
                    <a:pt x="340501" y="538840"/>
                  </a:lnTo>
                  <a:lnTo>
                    <a:pt x="347872" y="537528"/>
                  </a:lnTo>
                  <a:lnTo>
                    <a:pt x="355040" y="534265"/>
                  </a:lnTo>
                  <a:lnTo>
                    <a:pt x="360896" y="530127"/>
                  </a:lnTo>
                  <a:lnTo>
                    <a:pt x="361973" y="525552"/>
                  </a:lnTo>
                  <a:lnTo>
                    <a:pt x="363723" y="519901"/>
                  </a:lnTo>
                  <a:lnTo>
                    <a:pt x="365675" y="516873"/>
                  </a:lnTo>
                  <a:lnTo>
                    <a:pt x="365675" y="508396"/>
                  </a:lnTo>
                  <a:lnTo>
                    <a:pt x="370690" y="506882"/>
                  </a:lnTo>
                  <a:cubicBezTo>
                    <a:pt x="370690" y="506882"/>
                    <a:pt x="376108" y="505806"/>
                    <a:pt x="376983" y="505806"/>
                  </a:cubicBezTo>
                  <a:cubicBezTo>
                    <a:pt x="377858" y="505806"/>
                    <a:pt x="380483" y="505806"/>
                    <a:pt x="380483" y="505806"/>
                  </a:cubicBezTo>
                  <a:lnTo>
                    <a:pt x="383074" y="503417"/>
                  </a:lnTo>
                  <a:lnTo>
                    <a:pt x="384690" y="500793"/>
                  </a:lnTo>
                  <a:lnTo>
                    <a:pt x="386541" y="496656"/>
                  </a:lnTo>
                  <a:lnTo>
                    <a:pt x="386541" y="494469"/>
                  </a:lnTo>
                  <a:lnTo>
                    <a:pt x="387618" y="493594"/>
                  </a:lnTo>
                  <a:lnTo>
                    <a:pt x="383041" y="485790"/>
                  </a:lnTo>
                  <a:lnTo>
                    <a:pt x="378464" y="481451"/>
                  </a:lnTo>
                  <a:lnTo>
                    <a:pt x="373887" y="473209"/>
                  </a:lnTo>
                  <a:lnTo>
                    <a:pt x="367795" y="464092"/>
                  </a:lnTo>
                  <a:lnTo>
                    <a:pt x="364430" y="459517"/>
                  </a:lnTo>
                  <a:cubicBezTo>
                    <a:pt x="364430" y="459517"/>
                    <a:pt x="360391" y="457331"/>
                    <a:pt x="360391" y="456490"/>
                  </a:cubicBezTo>
                  <a:cubicBezTo>
                    <a:pt x="360391" y="455851"/>
                    <a:pt x="360391" y="452319"/>
                    <a:pt x="360391" y="450468"/>
                  </a:cubicBezTo>
                  <a:lnTo>
                    <a:pt x="357901" y="452352"/>
                  </a:lnTo>
                  <a:cubicBezTo>
                    <a:pt x="357901" y="452352"/>
                    <a:pt x="356588" y="452689"/>
                    <a:pt x="356151" y="452689"/>
                  </a:cubicBezTo>
                  <a:cubicBezTo>
                    <a:pt x="355713" y="452689"/>
                    <a:pt x="352449" y="454202"/>
                    <a:pt x="352011" y="454337"/>
                  </a:cubicBezTo>
                  <a:cubicBezTo>
                    <a:pt x="351574" y="454438"/>
                    <a:pt x="349521" y="455851"/>
                    <a:pt x="348848" y="456086"/>
                  </a:cubicBezTo>
                  <a:cubicBezTo>
                    <a:pt x="348174" y="456288"/>
                    <a:pt x="347198" y="456725"/>
                    <a:pt x="347198" y="456725"/>
                  </a:cubicBezTo>
                  <a:cubicBezTo>
                    <a:pt x="347198" y="456725"/>
                    <a:pt x="343496" y="454673"/>
                    <a:pt x="343194" y="454774"/>
                  </a:cubicBezTo>
                  <a:cubicBezTo>
                    <a:pt x="342857" y="454875"/>
                    <a:pt x="342319" y="454976"/>
                    <a:pt x="341982" y="455312"/>
                  </a:cubicBezTo>
                  <a:cubicBezTo>
                    <a:pt x="341646" y="455649"/>
                    <a:pt x="340400" y="457398"/>
                    <a:pt x="340400" y="457398"/>
                  </a:cubicBezTo>
                  <a:lnTo>
                    <a:pt x="338078" y="458205"/>
                  </a:lnTo>
                  <a:cubicBezTo>
                    <a:pt x="338078" y="458205"/>
                    <a:pt x="336126" y="458037"/>
                    <a:pt x="335689" y="458172"/>
                  </a:cubicBezTo>
                  <a:cubicBezTo>
                    <a:pt x="335251" y="458273"/>
                    <a:pt x="333501" y="458037"/>
                    <a:pt x="332121" y="458172"/>
                  </a:cubicBezTo>
                  <a:cubicBezTo>
                    <a:pt x="330708" y="458273"/>
                    <a:pt x="330371" y="457533"/>
                    <a:pt x="330035" y="457533"/>
                  </a:cubicBezTo>
                  <a:cubicBezTo>
                    <a:pt x="329698" y="457533"/>
                    <a:pt x="329934" y="456759"/>
                    <a:pt x="329934" y="456759"/>
                  </a:cubicBezTo>
                  <a:cubicBezTo>
                    <a:pt x="329934" y="456759"/>
                    <a:pt x="331246" y="455682"/>
                    <a:pt x="331684" y="455851"/>
                  </a:cubicBezTo>
                  <a:cubicBezTo>
                    <a:pt x="332121" y="456019"/>
                    <a:pt x="333299" y="454471"/>
                    <a:pt x="333535" y="454135"/>
                  </a:cubicBezTo>
                  <a:cubicBezTo>
                    <a:pt x="333737" y="453799"/>
                    <a:pt x="333198" y="452083"/>
                    <a:pt x="333198" y="452083"/>
                  </a:cubicBezTo>
                  <a:lnTo>
                    <a:pt x="331145" y="450569"/>
                  </a:lnTo>
                  <a:cubicBezTo>
                    <a:pt x="331145" y="450569"/>
                    <a:pt x="329294" y="450771"/>
                    <a:pt x="328857" y="450771"/>
                  </a:cubicBezTo>
                  <a:cubicBezTo>
                    <a:pt x="328419" y="450771"/>
                    <a:pt x="327645" y="452520"/>
                    <a:pt x="327645" y="452520"/>
                  </a:cubicBezTo>
                  <a:lnTo>
                    <a:pt x="327006" y="453597"/>
                  </a:lnTo>
                  <a:lnTo>
                    <a:pt x="322765" y="454909"/>
                  </a:lnTo>
                  <a:lnTo>
                    <a:pt x="321284" y="455851"/>
                  </a:lnTo>
                  <a:cubicBezTo>
                    <a:pt x="321284" y="455851"/>
                    <a:pt x="320174" y="455312"/>
                    <a:pt x="318121" y="454505"/>
                  </a:cubicBezTo>
                  <a:cubicBezTo>
                    <a:pt x="316102" y="453698"/>
                    <a:pt x="317616" y="454202"/>
                    <a:pt x="317010" y="454000"/>
                  </a:cubicBezTo>
                  <a:cubicBezTo>
                    <a:pt x="316405" y="453799"/>
                    <a:pt x="316169" y="453126"/>
                    <a:pt x="316169" y="452991"/>
                  </a:cubicBezTo>
                  <a:cubicBezTo>
                    <a:pt x="316169" y="452857"/>
                    <a:pt x="316909" y="451108"/>
                    <a:pt x="316909" y="451108"/>
                  </a:cubicBezTo>
                  <a:lnTo>
                    <a:pt x="316909" y="451040"/>
                  </a:lnTo>
                  <a:lnTo>
                    <a:pt x="316909" y="449358"/>
                  </a:lnTo>
                  <a:lnTo>
                    <a:pt x="316909" y="447542"/>
                  </a:lnTo>
                  <a:lnTo>
                    <a:pt x="316472" y="446129"/>
                  </a:lnTo>
                  <a:cubicBezTo>
                    <a:pt x="316472" y="446129"/>
                    <a:pt x="314486" y="444312"/>
                    <a:pt x="314183" y="444245"/>
                  </a:cubicBezTo>
                  <a:cubicBezTo>
                    <a:pt x="313881" y="444178"/>
                    <a:pt x="313679" y="444279"/>
                    <a:pt x="313443" y="444346"/>
                  </a:cubicBezTo>
                  <a:cubicBezTo>
                    <a:pt x="313241" y="444413"/>
                    <a:pt x="312131" y="444985"/>
                    <a:pt x="312131" y="444985"/>
                  </a:cubicBezTo>
                  <a:lnTo>
                    <a:pt x="310414" y="445961"/>
                  </a:lnTo>
                  <a:cubicBezTo>
                    <a:pt x="310414" y="445961"/>
                    <a:pt x="309270" y="446600"/>
                    <a:pt x="307318" y="446734"/>
                  </a:cubicBezTo>
                  <a:cubicBezTo>
                    <a:pt x="305366" y="446835"/>
                    <a:pt x="302102" y="446734"/>
                    <a:pt x="302102" y="446734"/>
                  </a:cubicBezTo>
                  <a:cubicBezTo>
                    <a:pt x="302102" y="446734"/>
                    <a:pt x="299914" y="446734"/>
                    <a:pt x="298837" y="446734"/>
                  </a:cubicBezTo>
                  <a:cubicBezTo>
                    <a:pt x="297760" y="446734"/>
                    <a:pt x="296313" y="445523"/>
                    <a:pt x="296010" y="445221"/>
                  </a:cubicBezTo>
                  <a:cubicBezTo>
                    <a:pt x="295673" y="444884"/>
                    <a:pt x="290995" y="440881"/>
                    <a:pt x="290019" y="440343"/>
                  </a:cubicBezTo>
                  <a:cubicBezTo>
                    <a:pt x="289044" y="439805"/>
                    <a:pt x="287731" y="438728"/>
                    <a:pt x="287293" y="438392"/>
                  </a:cubicBezTo>
                  <a:cubicBezTo>
                    <a:pt x="286856" y="438055"/>
                    <a:pt x="283827" y="435129"/>
                    <a:pt x="283827" y="435129"/>
                  </a:cubicBezTo>
                  <a:cubicBezTo>
                    <a:pt x="283827" y="435129"/>
                    <a:pt x="281740" y="431866"/>
                    <a:pt x="281740" y="431327"/>
                  </a:cubicBezTo>
                  <a:cubicBezTo>
                    <a:pt x="281740" y="430789"/>
                    <a:pt x="281101" y="426012"/>
                    <a:pt x="281101" y="425575"/>
                  </a:cubicBezTo>
                  <a:cubicBezTo>
                    <a:pt x="281101" y="425138"/>
                    <a:pt x="280360" y="421572"/>
                    <a:pt x="280360" y="421572"/>
                  </a:cubicBezTo>
                  <a:lnTo>
                    <a:pt x="280360" y="415719"/>
                  </a:lnTo>
                  <a:lnTo>
                    <a:pt x="281942" y="413768"/>
                  </a:lnTo>
                  <a:lnTo>
                    <a:pt x="286991" y="410168"/>
                  </a:lnTo>
                  <a:cubicBezTo>
                    <a:pt x="286991" y="410168"/>
                    <a:pt x="290356" y="409293"/>
                    <a:pt x="291568" y="408755"/>
                  </a:cubicBezTo>
                  <a:cubicBezTo>
                    <a:pt x="292745" y="408217"/>
                    <a:pt x="294058" y="407242"/>
                    <a:pt x="294731" y="406468"/>
                  </a:cubicBezTo>
                  <a:cubicBezTo>
                    <a:pt x="295371" y="405694"/>
                    <a:pt x="297995" y="404618"/>
                    <a:pt x="298332" y="404281"/>
                  </a:cubicBezTo>
                  <a:cubicBezTo>
                    <a:pt x="298669" y="403945"/>
                    <a:pt x="300923" y="402431"/>
                    <a:pt x="301260" y="402095"/>
                  </a:cubicBezTo>
                  <a:cubicBezTo>
                    <a:pt x="301597" y="401758"/>
                    <a:pt x="303885" y="399370"/>
                    <a:pt x="303885" y="399370"/>
                  </a:cubicBezTo>
                  <a:lnTo>
                    <a:pt x="303111" y="397082"/>
                  </a:lnTo>
                  <a:cubicBezTo>
                    <a:pt x="303111" y="397082"/>
                    <a:pt x="300823" y="396006"/>
                    <a:pt x="300183" y="395871"/>
                  </a:cubicBezTo>
                  <a:cubicBezTo>
                    <a:pt x="299544" y="395770"/>
                    <a:pt x="294428" y="393147"/>
                    <a:pt x="294092" y="392844"/>
                  </a:cubicBezTo>
                  <a:cubicBezTo>
                    <a:pt x="293755" y="392507"/>
                    <a:pt x="290928" y="389783"/>
                    <a:pt x="290289" y="389143"/>
                  </a:cubicBezTo>
                  <a:cubicBezTo>
                    <a:pt x="289649" y="388504"/>
                    <a:pt x="289414" y="385779"/>
                    <a:pt x="289851" y="385107"/>
                  </a:cubicBezTo>
                  <a:cubicBezTo>
                    <a:pt x="290289" y="384467"/>
                    <a:pt x="291029" y="382516"/>
                    <a:pt x="291601" y="382079"/>
                  </a:cubicBezTo>
                  <a:cubicBezTo>
                    <a:pt x="292139" y="381642"/>
                    <a:pt x="292779" y="378614"/>
                    <a:pt x="292779" y="378614"/>
                  </a:cubicBezTo>
                  <a:cubicBezTo>
                    <a:pt x="292779" y="378614"/>
                    <a:pt x="291029" y="375452"/>
                    <a:pt x="290625" y="375452"/>
                  </a:cubicBezTo>
                  <a:cubicBezTo>
                    <a:pt x="290188" y="375452"/>
                    <a:pt x="286486" y="372424"/>
                    <a:pt x="284971" y="371752"/>
                  </a:cubicBezTo>
                  <a:cubicBezTo>
                    <a:pt x="283457" y="371112"/>
                    <a:pt x="284769" y="368825"/>
                    <a:pt x="284971" y="368287"/>
                  </a:cubicBezTo>
                  <a:cubicBezTo>
                    <a:pt x="285207" y="367749"/>
                    <a:pt x="286923" y="366134"/>
                    <a:pt x="287226" y="365898"/>
                  </a:cubicBezTo>
                  <a:cubicBezTo>
                    <a:pt x="287495" y="365663"/>
                    <a:pt x="291063" y="362736"/>
                    <a:pt x="291063" y="362299"/>
                  </a:cubicBezTo>
                  <a:cubicBezTo>
                    <a:pt x="291063" y="361862"/>
                    <a:pt x="290524" y="357623"/>
                    <a:pt x="290524" y="357623"/>
                  </a:cubicBezTo>
                  <a:lnTo>
                    <a:pt x="288505" y="354696"/>
                  </a:lnTo>
                  <a:cubicBezTo>
                    <a:pt x="288505" y="354696"/>
                    <a:pt x="287697" y="352846"/>
                    <a:pt x="287361" y="352510"/>
                  </a:cubicBezTo>
                  <a:cubicBezTo>
                    <a:pt x="287024" y="352173"/>
                    <a:pt x="287361" y="350222"/>
                    <a:pt x="287361" y="350222"/>
                  </a:cubicBezTo>
                  <a:lnTo>
                    <a:pt x="287361" y="347565"/>
                  </a:lnTo>
                  <a:cubicBezTo>
                    <a:pt x="287361" y="347565"/>
                    <a:pt x="287697" y="344470"/>
                    <a:pt x="287866" y="344100"/>
                  </a:cubicBezTo>
                  <a:cubicBezTo>
                    <a:pt x="288034" y="343730"/>
                    <a:pt x="289077" y="341913"/>
                    <a:pt x="289077" y="341913"/>
                  </a:cubicBezTo>
                  <a:lnTo>
                    <a:pt x="290962" y="338717"/>
                  </a:lnTo>
                  <a:lnTo>
                    <a:pt x="292914" y="337473"/>
                  </a:lnTo>
                  <a:lnTo>
                    <a:pt x="294496" y="335118"/>
                  </a:lnTo>
                  <a:cubicBezTo>
                    <a:pt x="294496" y="335118"/>
                    <a:pt x="295505" y="333604"/>
                    <a:pt x="295539" y="333503"/>
                  </a:cubicBezTo>
                  <a:cubicBezTo>
                    <a:pt x="295572" y="333402"/>
                    <a:pt x="296246" y="331552"/>
                    <a:pt x="296246" y="331317"/>
                  </a:cubicBezTo>
                  <a:cubicBezTo>
                    <a:pt x="296246" y="331115"/>
                    <a:pt x="296246" y="329534"/>
                    <a:pt x="296246" y="329534"/>
                  </a:cubicBezTo>
                  <a:cubicBezTo>
                    <a:pt x="296246" y="329534"/>
                    <a:pt x="296414" y="328121"/>
                    <a:pt x="296414" y="327919"/>
                  </a:cubicBezTo>
                  <a:cubicBezTo>
                    <a:pt x="296414" y="327717"/>
                    <a:pt x="296447" y="326809"/>
                    <a:pt x="296447" y="326809"/>
                  </a:cubicBezTo>
                  <a:cubicBezTo>
                    <a:pt x="296447" y="326809"/>
                    <a:pt x="296346" y="325632"/>
                    <a:pt x="296279" y="325531"/>
                  </a:cubicBezTo>
                  <a:cubicBezTo>
                    <a:pt x="296246" y="325430"/>
                    <a:pt x="296279" y="324252"/>
                    <a:pt x="296279" y="324252"/>
                  </a:cubicBezTo>
                  <a:cubicBezTo>
                    <a:pt x="296279" y="324252"/>
                    <a:pt x="297087" y="323748"/>
                    <a:pt x="297188" y="323748"/>
                  </a:cubicBezTo>
                  <a:cubicBezTo>
                    <a:pt x="297255" y="323748"/>
                    <a:pt x="298635" y="323311"/>
                    <a:pt x="298635" y="323311"/>
                  </a:cubicBezTo>
                  <a:cubicBezTo>
                    <a:pt x="298635" y="323311"/>
                    <a:pt x="300217" y="323311"/>
                    <a:pt x="300284" y="323311"/>
                  </a:cubicBezTo>
                  <a:cubicBezTo>
                    <a:pt x="300351" y="323311"/>
                    <a:pt x="301462" y="324219"/>
                    <a:pt x="301563" y="324252"/>
                  </a:cubicBezTo>
                  <a:cubicBezTo>
                    <a:pt x="301664" y="324286"/>
                    <a:pt x="303044" y="325194"/>
                    <a:pt x="303044" y="325295"/>
                  </a:cubicBezTo>
                  <a:cubicBezTo>
                    <a:pt x="303077" y="325363"/>
                    <a:pt x="303347" y="326675"/>
                    <a:pt x="303347" y="326675"/>
                  </a:cubicBezTo>
                  <a:cubicBezTo>
                    <a:pt x="303347" y="326675"/>
                    <a:pt x="303077" y="328424"/>
                    <a:pt x="303077" y="328861"/>
                  </a:cubicBezTo>
                  <a:cubicBezTo>
                    <a:pt x="303077" y="329298"/>
                    <a:pt x="302741" y="330274"/>
                    <a:pt x="302438" y="331485"/>
                  </a:cubicBezTo>
                  <a:cubicBezTo>
                    <a:pt x="302102" y="332696"/>
                    <a:pt x="301698" y="332898"/>
                    <a:pt x="301226" y="333234"/>
                  </a:cubicBezTo>
                  <a:cubicBezTo>
                    <a:pt x="300789" y="333571"/>
                    <a:pt x="300587" y="334883"/>
                    <a:pt x="300688" y="335320"/>
                  </a:cubicBezTo>
                  <a:cubicBezTo>
                    <a:pt x="300789" y="335757"/>
                    <a:pt x="301765" y="336733"/>
                    <a:pt x="301765" y="336733"/>
                  </a:cubicBezTo>
                  <a:lnTo>
                    <a:pt x="305905" y="338146"/>
                  </a:lnTo>
                  <a:lnTo>
                    <a:pt x="309505" y="337944"/>
                  </a:lnTo>
                  <a:cubicBezTo>
                    <a:pt x="309505" y="337944"/>
                    <a:pt x="312433" y="340433"/>
                    <a:pt x="312871" y="340534"/>
                  </a:cubicBezTo>
                  <a:cubicBezTo>
                    <a:pt x="313308" y="340635"/>
                    <a:pt x="315496" y="341947"/>
                    <a:pt x="315900" y="341947"/>
                  </a:cubicBezTo>
                  <a:cubicBezTo>
                    <a:pt x="316337" y="341947"/>
                    <a:pt x="318828" y="340736"/>
                    <a:pt x="318828" y="340736"/>
                  </a:cubicBezTo>
                  <a:lnTo>
                    <a:pt x="319703" y="337809"/>
                  </a:lnTo>
                  <a:lnTo>
                    <a:pt x="320679" y="333571"/>
                  </a:lnTo>
                  <a:cubicBezTo>
                    <a:pt x="320679" y="333571"/>
                    <a:pt x="320140" y="330106"/>
                    <a:pt x="319804" y="329870"/>
                  </a:cubicBezTo>
                  <a:cubicBezTo>
                    <a:pt x="319467" y="329635"/>
                    <a:pt x="318390" y="328457"/>
                    <a:pt x="318390" y="328457"/>
                  </a:cubicBezTo>
                  <a:lnTo>
                    <a:pt x="315126" y="328020"/>
                  </a:lnTo>
                  <a:lnTo>
                    <a:pt x="311659" y="326271"/>
                  </a:lnTo>
                  <a:lnTo>
                    <a:pt x="313712" y="323445"/>
                  </a:lnTo>
                  <a:lnTo>
                    <a:pt x="316001" y="320586"/>
                  </a:lnTo>
                  <a:cubicBezTo>
                    <a:pt x="316001" y="320586"/>
                    <a:pt x="317717" y="319947"/>
                    <a:pt x="318054" y="319644"/>
                  </a:cubicBezTo>
                  <a:cubicBezTo>
                    <a:pt x="318390" y="319307"/>
                    <a:pt x="321116" y="319307"/>
                    <a:pt x="321116" y="319307"/>
                  </a:cubicBezTo>
                  <a:lnTo>
                    <a:pt x="323068" y="317895"/>
                  </a:lnTo>
                  <a:lnTo>
                    <a:pt x="322967" y="315708"/>
                  </a:lnTo>
                  <a:cubicBezTo>
                    <a:pt x="322967" y="315708"/>
                    <a:pt x="321554" y="313320"/>
                    <a:pt x="321116" y="313118"/>
                  </a:cubicBezTo>
                  <a:cubicBezTo>
                    <a:pt x="320679" y="312882"/>
                    <a:pt x="319164" y="312344"/>
                    <a:pt x="319164" y="312344"/>
                  </a:cubicBezTo>
                  <a:lnTo>
                    <a:pt x="315361" y="311469"/>
                  </a:lnTo>
                  <a:lnTo>
                    <a:pt x="314385" y="308206"/>
                  </a:lnTo>
                  <a:lnTo>
                    <a:pt x="312534" y="302118"/>
                  </a:lnTo>
                  <a:lnTo>
                    <a:pt x="313174" y="298215"/>
                  </a:lnTo>
                  <a:lnTo>
                    <a:pt x="314049" y="293539"/>
                  </a:lnTo>
                  <a:cubicBezTo>
                    <a:pt x="314049" y="293539"/>
                    <a:pt x="315126" y="291790"/>
                    <a:pt x="315462" y="291689"/>
                  </a:cubicBezTo>
                  <a:cubicBezTo>
                    <a:pt x="315799" y="291588"/>
                    <a:pt x="318491" y="291689"/>
                    <a:pt x="319501" y="291588"/>
                  </a:cubicBezTo>
                  <a:cubicBezTo>
                    <a:pt x="320477" y="291487"/>
                    <a:pt x="321015" y="290949"/>
                    <a:pt x="321015" y="290949"/>
                  </a:cubicBezTo>
                  <a:lnTo>
                    <a:pt x="322092" y="287720"/>
                  </a:lnTo>
                  <a:lnTo>
                    <a:pt x="322092" y="286509"/>
                  </a:lnTo>
                  <a:lnTo>
                    <a:pt x="322597" y="284457"/>
                  </a:lnTo>
                  <a:lnTo>
                    <a:pt x="323304" y="283380"/>
                  </a:lnTo>
                  <a:lnTo>
                    <a:pt x="325693" y="282405"/>
                  </a:lnTo>
                  <a:lnTo>
                    <a:pt x="327342" y="280218"/>
                  </a:lnTo>
                  <a:lnTo>
                    <a:pt x="329934" y="277493"/>
                  </a:lnTo>
                  <a:lnTo>
                    <a:pt x="332559" y="273894"/>
                  </a:lnTo>
                  <a:cubicBezTo>
                    <a:pt x="332559" y="273894"/>
                    <a:pt x="332357" y="270294"/>
                    <a:pt x="332559" y="269857"/>
                  </a:cubicBezTo>
                  <a:cubicBezTo>
                    <a:pt x="332761" y="269420"/>
                    <a:pt x="335823" y="267671"/>
                    <a:pt x="337136" y="267570"/>
                  </a:cubicBezTo>
                  <a:cubicBezTo>
                    <a:pt x="338448" y="267469"/>
                    <a:pt x="341040" y="264408"/>
                    <a:pt x="341040" y="264408"/>
                  </a:cubicBezTo>
                  <a:cubicBezTo>
                    <a:pt x="341040" y="264408"/>
                    <a:pt x="347771" y="266897"/>
                    <a:pt x="348208" y="266998"/>
                  </a:cubicBezTo>
                  <a:cubicBezTo>
                    <a:pt x="348646" y="267099"/>
                    <a:pt x="349622" y="268310"/>
                    <a:pt x="349622" y="268310"/>
                  </a:cubicBezTo>
                  <a:cubicBezTo>
                    <a:pt x="349622" y="268310"/>
                    <a:pt x="351977" y="269252"/>
                    <a:pt x="352180" y="269655"/>
                  </a:cubicBezTo>
                  <a:cubicBezTo>
                    <a:pt x="352381" y="270093"/>
                    <a:pt x="353492" y="273019"/>
                    <a:pt x="353929" y="274062"/>
                  </a:cubicBezTo>
                  <a:cubicBezTo>
                    <a:pt x="354367" y="275105"/>
                    <a:pt x="355679" y="275980"/>
                    <a:pt x="356992" y="276383"/>
                  </a:cubicBezTo>
                  <a:cubicBezTo>
                    <a:pt x="358305" y="276821"/>
                    <a:pt x="358305" y="276181"/>
                    <a:pt x="358742" y="275845"/>
                  </a:cubicBezTo>
                  <a:cubicBezTo>
                    <a:pt x="359180" y="275509"/>
                    <a:pt x="361232" y="272817"/>
                    <a:pt x="361603" y="272582"/>
                  </a:cubicBezTo>
                  <a:cubicBezTo>
                    <a:pt x="361973" y="272380"/>
                    <a:pt x="366281" y="272582"/>
                    <a:pt x="366281" y="272582"/>
                  </a:cubicBezTo>
                  <a:lnTo>
                    <a:pt x="368232" y="274264"/>
                  </a:lnTo>
                  <a:lnTo>
                    <a:pt x="368838" y="276316"/>
                  </a:lnTo>
                  <a:lnTo>
                    <a:pt x="368300" y="281261"/>
                  </a:lnTo>
                  <a:cubicBezTo>
                    <a:pt x="368300" y="281261"/>
                    <a:pt x="365473" y="281530"/>
                    <a:pt x="365204" y="281631"/>
                  </a:cubicBezTo>
                  <a:cubicBezTo>
                    <a:pt x="364934" y="281732"/>
                    <a:pt x="362881" y="283145"/>
                    <a:pt x="362579" y="283414"/>
                  </a:cubicBezTo>
                  <a:cubicBezTo>
                    <a:pt x="362310" y="283683"/>
                    <a:pt x="361872" y="285029"/>
                    <a:pt x="361872" y="285029"/>
                  </a:cubicBezTo>
                  <a:lnTo>
                    <a:pt x="364733" y="286711"/>
                  </a:lnTo>
                  <a:lnTo>
                    <a:pt x="366045" y="286711"/>
                  </a:lnTo>
                  <a:lnTo>
                    <a:pt x="369209" y="287148"/>
                  </a:lnTo>
                  <a:lnTo>
                    <a:pt x="369983" y="288224"/>
                  </a:lnTo>
                  <a:cubicBezTo>
                    <a:pt x="369983" y="288224"/>
                    <a:pt x="369074" y="289200"/>
                    <a:pt x="368906" y="289402"/>
                  </a:cubicBezTo>
                  <a:cubicBezTo>
                    <a:pt x="368737" y="289637"/>
                    <a:pt x="368199" y="290546"/>
                    <a:pt x="368266" y="290747"/>
                  </a:cubicBezTo>
                  <a:cubicBezTo>
                    <a:pt x="368334" y="290983"/>
                    <a:pt x="368973" y="291891"/>
                    <a:pt x="368973" y="292059"/>
                  </a:cubicBezTo>
                  <a:cubicBezTo>
                    <a:pt x="368973" y="292227"/>
                    <a:pt x="370555" y="292934"/>
                    <a:pt x="370555" y="292934"/>
                  </a:cubicBezTo>
                  <a:lnTo>
                    <a:pt x="372305" y="294010"/>
                  </a:lnTo>
                  <a:cubicBezTo>
                    <a:pt x="372305" y="294010"/>
                    <a:pt x="372944" y="295793"/>
                    <a:pt x="372944" y="296231"/>
                  </a:cubicBezTo>
                  <a:cubicBezTo>
                    <a:pt x="372944" y="296668"/>
                    <a:pt x="372238" y="297711"/>
                    <a:pt x="372170" y="297879"/>
                  </a:cubicBezTo>
                  <a:cubicBezTo>
                    <a:pt x="372103" y="298047"/>
                    <a:pt x="371497" y="298585"/>
                    <a:pt x="371497" y="298585"/>
                  </a:cubicBezTo>
                  <a:lnTo>
                    <a:pt x="370420" y="299292"/>
                  </a:lnTo>
                  <a:lnTo>
                    <a:pt x="368232" y="299090"/>
                  </a:lnTo>
                  <a:lnTo>
                    <a:pt x="367862" y="297711"/>
                  </a:lnTo>
                  <a:lnTo>
                    <a:pt x="366483" y="297139"/>
                  </a:lnTo>
                  <a:lnTo>
                    <a:pt x="364665" y="297139"/>
                  </a:lnTo>
                  <a:cubicBezTo>
                    <a:pt x="364665" y="297139"/>
                    <a:pt x="362983" y="297004"/>
                    <a:pt x="362780" y="297004"/>
                  </a:cubicBezTo>
                  <a:cubicBezTo>
                    <a:pt x="362579" y="297004"/>
                    <a:pt x="362511" y="298081"/>
                    <a:pt x="362209" y="298148"/>
                  </a:cubicBezTo>
                  <a:cubicBezTo>
                    <a:pt x="361906" y="298215"/>
                    <a:pt x="361569" y="298888"/>
                    <a:pt x="361131" y="299157"/>
                  </a:cubicBezTo>
                  <a:cubicBezTo>
                    <a:pt x="360694" y="299426"/>
                    <a:pt x="358439" y="299292"/>
                    <a:pt x="358439" y="299292"/>
                  </a:cubicBezTo>
                  <a:lnTo>
                    <a:pt x="356554" y="298552"/>
                  </a:lnTo>
                  <a:lnTo>
                    <a:pt x="354804" y="298047"/>
                  </a:lnTo>
                  <a:cubicBezTo>
                    <a:pt x="354804" y="298047"/>
                    <a:pt x="354165" y="297475"/>
                    <a:pt x="353929" y="297408"/>
                  </a:cubicBezTo>
                  <a:cubicBezTo>
                    <a:pt x="353728" y="297341"/>
                    <a:pt x="352112" y="296096"/>
                    <a:pt x="352112" y="296096"/>
                  </a:cubicBezTo>
                  <a:lnTo>
                    <a:pt x="350800" y="295356"/>
                  </a:lnTo>
                  <a:lnTo>
                    <a:pt x="350295" y="295356"/>
                  </a:lnTo>
                  <a:lnTo>
                    <a:pt x="349050" y="296062"/>
                  </a:lnTo>
                  <a:lnTo>
                    <a:pt x="348107" y="296836"/>
                  </a:lnTo>
                  <a:lnTo>
                    <a:pt x="348174" y="297980"/>
                  </a:lnTo>
                  <a:lnTo>
                    <a:pt x="348174" y="299359"/>
                  </a:lnTo>
                  <a:lnTo>
                    <a:pt x="347905" y="301041"/>
                  </a:lnTo>
                  <a:cubicBezTo>
                    <a:pt x="347905" y="301041"/>
                    <a:pt x="347299" y="303430"/>
                    <a:pt x="347535" y="304304"/>
                  </a:cubicBezTo>
                  <a:cubicBezTo>
                    <a:pt x="347737" y="305179"/>
                    <a:pt x="347535" y="306053"/>
                    <a:pt x="347535" y="306053"/>
                  </a:cubicBezTo>
                  <a:lnTo>
                    <a:pt x="349487" y="308442"/>
                  </a:lnTo>
                  <a:lnTo>
                    <a:pt x="351675" y="310191"/>
                  </a:lnTo>
                  <a:lnTo>
                    <a:pt x="351675" y="315405"/>
                  </a:lnTo>
                  <a:lnTo>
                    <a:pt x="351675" y="316919"/>
                  </a:lnTo>
                  <a:lnTo>
                    <a:pt x="355141" y="320619"/>
                  </a:lnTo>
                  <a:lnTo>
                    <a:pt x="355141" y="324522"/>
                  </a:lnTo>
                  <a:lnTo>
                    <a:pt x="356218" y="328155"/>
                  </a:lnTo>
                  <a:cubicBezTo>
                    <a:pt x="356218" y="328155"/>
                    <a:pt x="360055" y="328020"/>
                    <a:pt x="361064" y="328155"/>
                  </a:cubicBezTo>
                  <a:cubicBezTo>
                    <a:pt x="362074" y="328289"/>
                    <a:pt x="361636" y="330476"/>
                    <a:pt x="361636" y="330913"/>
                  </a:cubicBezTo>
                  <a:cubicBezTo>
                    <a:pt x="361636" y="331350"/>
                    <a:pt x="361064" y="334378"/>
                    <a:pt x="361064" y="334378"/>
                  </a:cubicBezTo>
                  <a:lnTo>
                    <a:pt x="360357" y="334513"/>
                  </a:lnTo>
                  <a:cubicBezTo>
                    <a:pt x="360357" y="334513"/>
                    <a:pt x="360357" y="338146"/>
                    <a:pt x="360357" y="339861"/>
                  </a:cubicBezTo>
                  <a:cubicBezTo>
                    <a:pt x="360357" y="341611"/>
                    <a:pt x="361300" y="341880"/>
                    <a:pt x="361737" y="342317"/>
                  </a:cubicBezTo>
                  <a:cubicBezTo>
                    <a:pt x="362175" y="342754"/>
                    <a:pt x="363117" y="342754"/>
                    <a:pt x="363858" y="343461"/>
                  </a:cubicBezTo>
                  <a:cubicBezTo>
                    <a:pt x="364564" y="344201"/>
                    <a:pt x="365608" y="343158"/>
                    <a:pt x="365608" y="343158"/>
                  </a:cubicBezTo>
                  <a:lnTo>
                    <a:pt x="365608" y="341140"/>
                  </a:lnTo>
                  <a:cubicBezTo>
                    <a:pt x="365608" y="341140"/>
                    <a:pt x="368064" y="338953"/>
                    <a:pt x="368502" y="338818"/>
                  </a:cubicBezTo>
                  <a:cubicBezTo>
                    <a:pt x="368939" y="338684"/>
                    <a:pt x="372137" y="335051"/>
                    <a:pt x="372137" y="335051"/>
                  </a:cubicBezTo>
                  <a:lnTo>
                    <a:pt x="376209" y="334344"/>
                  </a:lnTo>
                  <a:lnTo>
                    <a:pt x="383007" y="335791"/>
                  </a:lnTo>
                  <a:lnTo>
                    <a:pt x="384454" y="337977"/>
                  </a:lnTo>
                  <a:lnTo>
                    <a:pt x="386642" y="340870"/>
                  </a:lnTo>
                  <a:lnTo>
                    <a:pt x="386339" y="345345"/>
                  </a:lnTo>
                  <a:lnTo>
                    <a:pt x="385464" y="347666"/>
                  </a:lnTo>
                  <a:lnTo>
                    <a:pt x="386372" y="349819"/>
                  </a:lnTo>
                  <a:cubicBezTo>
                    <a:pt x="386372" y="349819"/>
                    <a:pt x="385598" y="351433"/>
                    <a:pt x="385497" y="351770"/>
                  </a:cubicBezTo>
                  <a:cubicBezTo>
                    <a:pt x="385397" y="352106"/>
                    <a:pt x="384959" y="353822"/>
                    <a:pt x="384959" y="353822"/>
                  </a:cubicBezTo>
                  <a:lnTo>
                    <a:pt x="383007" y="355335"/>
                  </a:lnTo>
                  <a:cubicBezTo>
                    <a:pt x="383007" y="355335"/>
                    <a:pt x="383007" y="358800"/>
                    <a:pt x="383007" y="359675"/>
                  </a:cubicBezTo>
                  <a:cubicBezTo>
                    <a:pt x="383007" y="360550"/>
                    <a:pt x="385632" y="360987"/>
                    <a:pt x="386036" y="360651"/>
                  </a:cubicBezTo>
                  <a:cubicBezTo>
                    <a:pt x="386473" y="360314"/>
                    <a:pt x="388122" y="360415"/>
                    <a:pt x="388863" y="360112"/>
                  </a:cubicBezTo>
                  <a:cubicBezTo>
                    <a:pt x="389637" y="359776"/>
                    <a:pt x="390815" y="359238"/>
                    <a:pt x="391017" y="358901"/>
                  </a:cubicBezTo>
                  <a:cubicBezTo>
                    <a:pt x="391252" y="358565"/>
                    <a:pt x="393507" y="359238"/>
                    <a:pt x="394281" y="359675"/>
                  </a:cubicBezTo>
                  <a:cubicBezTo>
                    <a:pt x="395055" y="360112"/>
                    <a:pt x="393844" y="360550"/>
                    <a:pt x="394281" y="361525"/>
                  </a:cubicBezTo>
                  <a:cubicBezTo>
                    <a:pt x="394719" y="362501"/>
                    <a:pt x="394281" y="363174"/>
                    <a:pt x="394281" y="363174"/>
                  </a:cubicBezTo>
                  <a:lnTo>
                    <a:pt x="396570" y="363174"/>
                  </a:lnTo>
                  <a:lnTo>
                    <a:pt x="398522" y="364485"/>
                  </a:lnTo>
                  <a:cubicBezTo>
                    <a:pt x="398522" y="364485"/>
                    <a:pt x="400171" y="366437"/>
                    <a:pt x="400373" y="366773"/>
                  </a:cubicBezTo>
                  <a:cubicBezTo>
                    <a:pt x="400575" y="367109"/>
                    <a:pt x="400373" y="369262"/>
                    <a:pt x="400373" y="369262"/>
                  </a:cubicBezTo>
                  <a:lnTo>
                    <a:pt x="400373" y="373030"/>
                  </a:lnTo>
                  <a:lnTo>
                    <a:pt x="398926" y="376461"/>
                  </a:lnTo>
                  <a:lnTo>
                    <a:pt x="398219" y="377470"/>
                  </a:lnTo>
                  <a:lnTo>
                    <a:pt x="396200" y="378715"/>
                  </a:lnTo>
                  <a:lnTo>
                    <a:pt x="391757" y="379287"/>
                  </a:lnTo>
                  <a:lnTo>
                    <a:pt x="390310" y="381473"/>
                  </a:lnTo>
                  <a:lnTo>
                    <a:pt x="389940" y="382012"/>
                  </a:lnTo>
                  <a:lnTo>
                    <a:pt x="395459" y="382718"/>
                  </a:lnTo>
                  <a:lnTo>
                    <a:pt x="401551" y="377134"/>
                  </a:lnTo>
                  <a:lnTo>
                    <a:pt x="406464" y="377134"/>
                  </a:lnTo>
                  <a:lnTo>
                    <a:pt x="410099" y="381339"/>
                  </a:lnTo>
                  <a:cubicBezTo>
                    <a:pt x="410099" y="381339"/>
                    <a:pt x="410974" y="389009"/>
                    <a:pt x="411412" y="389446"/>
                  </a:cubicBezTo>
                  <a:cubicBezTo>
                    <a:pt x="411849" y="389883"/>
                    <a:pt x="416056" y="394088"/>
                    <a:pt x="417368" y="394223"/>
                  </a:cubicBezTo>
                  <a:cubicBezTo>
                    <a:pt x="418681" y="394357"/>
                    <a:pt x="423022" y="395972"/>
                    <a:pt x="423022" y="395972"/>
                  </a:cubicBezTo>
                  <a:lnTo>
                    <a:pt x="427499" y="394828"/>
                  </a:lnTo>
                  <a:cubicBezTo>
                    <a:pt x="427499" y="394828"/>
                    <a:pt x="430393" y="393247"/>
                    <a:pt x="430830" y="393079"/>
                  </a:cubicBezTo>
                  <a:cubicBezTo>
                    <a:pt x="431268" y="392945"/>
                    <a:pt x="434902" y="388874"/>
                    <a:pt x="434902" y="388874"/>
                  </a:cubicBezTo>
                  <a:cubicBezTo>
                    <a:pt x="434902" y="388874"/>
                    <a:pt x="438099" y="385409"/>
                    <a:pt x="438672" y="385409"/>
                  </a:cubicBezTo>
                  <a:cubicBezTo>
                    <a:pt x="439244" y="385409"/>
                    <a:pt x="441263" y="383828"/>
                    <a:pt x="442306" y="383525"/>
                  </a:cubicBezTo>
                  <a:cubicBezTo>
                    <a:pt x="443316" y="383223"/>
                    <a:pt x="447658" y="380195"/>
                    <a:pt x="447658" y="380195"/>
                  </a:cubicBezTo>
                  <a:cubicBezTo>
                    <a:pt x="447658" y="380195"/>
                    <a:pt x="454321" y="380498"/>
                    <a:pt x="454893" y="380498"/>
                  </a:cubicBezTo>
                  <a:cubicBezTo>
                    <a:pt x="455465" y="380498"/>
                    <a:pt x="462432" y="380632"/>
                    <a:pt x="463004" y="380632"/>
                  </a:cubicBezTo>
                  <a:cubicBezTo>
                    <a:pt x="463576" y="380632"/>
                    <a:pt x="467345" y="380632"/>
                    <a:pt x="467345" y="380632"/>
                  </a:cubicBezTo>
                  <a:cubicBezTo>
                    <a:pt x="467345" y="380632"/>
                    <a:pt x="470542" y="378614"/>
                    <a:pt x="470980" y="378311"/>
                  </a:cubicBezTo>
                  <a:cubicBezTo>
                    <a:pt x="471418" y="378009"/>
                    <a:pt x="472663" y="377874"/>
                    <a:pt x="473673" y="377874"/>
                  </a:cubicBezTo>
                  <a:cubicBezTo>
                    <a:pt x="474682" y="377874"/>
                    <a:pt x="475187" y="380632"/>
                    <a:pt x="475187" y="380632"/>
                  </a:cubicBezTo>
                  <a:lnTo>
                    <a:pt x="475187" y="383223"/>
                  </a:lnTo>
                  <a:lnTo>
                    <a:pt x="473571" y="384669"/>
                  </a:lnTo>
                  <a:lnTo>
                    <a:pt x="475187" y="385107"/>
                  </a:lnTo>
                  <a:cubicBezTo>
                    <a:pt x="475187" y="385107"/>
                    <a:pt x="477947" y="384972"/>
                    <a:pt x="478384" y="384535"/>
                  </a:cubicBezTo>
                  <a:cubicBezTo>
                    <a:pt x="478822" y="384097"/>
                    <a:pt x="479966" y="381911"/>
                    <a:pt x="480269" y="381507"/>
                  </a:cubicBezTo>
                  <a:cubicBezTo>
                    <a:pt x="480538" y="381070"/>
                    <a:pt x="481144" y="379623"/>
                    <a:pt x="481278" y="379186"/>
                  </a:cubicBezTo>
                  <a:cubicBezTo>
                    <a:pt x="481413" y="378749"/>
                    <a:pt x="481985" y="378177"/>
                    <a:pt x="482288" y="377168"/>
                  </a:cubicBezTo>
                  <a:cubicBezTo>
                    <a:pt x="482557" y="376158"/>
                    <a:pt x="483163" y="375149"/>
                    <a:pt x="483163" y="375149"/>
                  </a:cubicBezTo>
                  <a:cubicBezTo>
                    <a:pt x="483163" y="375149"/>
                    <a:pt x="484173" y="373265"/>
                    <a:pt x="484307" y="372828"/>
                  </a:cubicBezTo>
                  <a:cubicBezTo>
                    <a:pt x="484442" y="372391"/>
                    <a:pt x="485317" y="370070"/>
                    <a:pt x="485317" y="370070"/>
                  </a:cubicBezTo>
                  <a:lnTo>
                    <a:pt x="485889" y="367311"/>
                  </a:lnTo>
                  <a:cubicBezTo>
                    <a:pt x="485889" y="367311"/>
                    <a:pt x="486327" y="365730"/>
                    <a:pt x="486764" y="365293"/>
                  </a:cubicBezTo>
                  <a:cubicBezTo>
                    <a:pt x="487202" y="364856"/>
                    <a:pt x="488077" y="364284"/>
                    <a:pt x="488514" y="363846"/>
                  </a:cubicBezTo>
                  <a:cubicBezTo>
                    <a:pt x="488952" y="363409"/>
                    <a:pt x="491274" y="359372"/>
                    <a:pt x="491274" y="359372"/>
                  </a:cubicBezTo>
                  <a:lnTo>
                    <a:pt x="493024" y="356008"/>
                  </a:lnTo>
                  <a:lnTo>
                    <a:pt x="493966" y="353586"/>
                  </a:lnTo>
                  <a:lnTo>
                    <a:pt x="496053" y="349516"/>
                  </a:lnTo>
                  <a:lnTo>
                    <a:pt x="496053" y="346757"/>
                  </a:lnTo>
                  <a:lnTo>
                    <a:pt x="496928" y="341409"/>
                  </a:lnTo>
                  <a:lnTo>
                    <a:pt x="495918" y="335892"/>
                  </a:lnTo>
                  <a:lnTo>
                    <a:pt x="493293" y="332999"/>
                  </a:lnTo>
                  <a:lnTo>
                    <a:pt x="492553" y="330106"/>
                  </a:lnTo>
                  <a:lnTo>
                    <a:pt x="494875" y="327919"/>
                  </a:lnTo>
                  <a:lnTo>
                    <a:pt x="499519" y="324454"/>
                  </a:lnTo>
                  <a:lnTo>
                    <a:pt x="501707" y="320384"/>
                  </a:lnTo>
                  <a:lnTo>
                    <a:pt x="502582" y="316347"/>
                  </a:lnTo>
                  <a:lnTo>
                    <a:pt x="504601" y="313454"/>
                  </a:lnTo>
                  <a:cubicBezTo>
                    <a:pt x="504601" y="313454"/>
                    <a:pt x="506183" y="311268"/>
                    <a:pt x="506755" y="311268"/>
                  </a:cubicBezTo>
                  <a:cubicBezTo>
                    <a:pt x="507327" y="311268"/>
                    <a:pt x="509212" y="309081"/>
                    <a:pt x="509212" y="309081"/>
                  </a:cubicBezTo>
                  <a:cubicBezTo>
                    <a:pt x="509212" y="309081"/>
                    <a:pt x="511837" y="308072"/>
                    <a:pt x="512409" y="307769"/>
                  </a:cubicBezTo>
                  <a:cubicBezTo>
                    <a:pt x="512981" y="307466"/>
                    <a:pt x="514428" y="302858"/>
                    <a:pt x="515034" y="302858"/>
                  </a:cubicBezTo>
                  <a:cubicBezTo>
                    <a:pt x="515606" y="302858"/>
                    <a:pt x="516784" y="300402"/>
                    <a:pt x="517221" y="300099"/>
                  </a:cubicBezTo>
                  <a:cubicBezTo>
                    <a:pt x="517659" y="299796"/>
                    <a:pt x="520688" y="295020"/>
                    <a:pt x="520688" y="295020"/>
                  </a:cubicBezTo>
                  <a:cubicBezTo>
                    <a:pt x="520688" y="295020"/>
                    <a:pt x="522876" y="293573"/>
                    <a:pt x="523448" y="293573"/>
                  </a:cubicBezTo>
                  <a:cubicBezTo>
                    <a:pt x="524020" y="293573"/>
                    <a:pt x="526780" y="291992"/>
                    <a:pt x="526780" y="291992"/>
                  </a:cubicBezTo>
                  <a:cubicBezTo>
                    <a:pt x="526780" y="291992"/>
                    <a:pt x="528967" y="290983"/>
                    <a:pt x="529404" y="290983"/>
                  </a:cubicBezTo>
                  <a:cubicBezTo>
                    <a:pt x="529842" y="290983"/>
                    <a:pt x="533881" y="287653"/>
                    <a:pt x="533881" y="287653"/>
                  </a:cubicBezTo>
                  <a:cubicBezTo>
                    <a:pt x="533881" y="287653"/>
                    <a:pt x="538794" y="285197"/>
                    <a:pt x="539232" y="285197"/>
                  </a:cubicBezTo>
                  <a:cubicBezTo>
                    <a:pt x="539669" y="285197"/>
                    <a:pt x="542563" y="281126"/>
                    <a:pt x="543136" y="280992"/>
                  </a:cubicBezTo>
                  <a:cubicBezTo>
                    <a:pt x="543708" y="280857"/>
                    <a:pt x="547847" y="277796"/>
                    <a:pt x="547847" y="277796"/>
                  </a:cubicBezTo>
                  <a:lnTo>
                    <a:pt x="549934" y="276484"/>
                  </a:lnTo>
                  <a:lnTo>
                    <a:pt x="549934" y="273726"/>
                  </a:lnTo>
                  <a:lnTo>
                    <a:pt x="547410" y="270059"/>
                  </a:lnTo>
                  <a:close/>
                  <a:moveTo>
                    <a:pt x="340299" y="224645"/>
                  </a:moveTo>
                  <a:lnTo>
                    <a:pt x="338718" y="226025"/>
                  </a:lnTo>
                  <a:lnTo>
                    <a:pt x="337270" y="226462"/>
                  </a:lnTo>
                  <a:lnTo>
                    <a:pt x="335621" y="226159"/>
                  </a:lnTo>
                  <a:lnTo>
                    <a:pt x="333905" y="225957"/>
                  </a:lnTo>
                  <a:lnTo>
                    <a:pt x="332761" y="226832"/>
                  </a:lnTo>
                  <a:lnTo>
                    <a:pt x="332761" y="229961"/>
                  </a:lnTo>
                  <a:lnTo>
                    <a:pt x="332963" y="230970"/>
                  </a:lnTo>
                  <a:lnTo>
                    <a:pt x="332189" y="232416"/>
                  </a:lnTo>
                  <a:lnTo>
                    <a:pt x="329799" y="232921"/>
                  </a:lnTo>
                  <a:cubicBezTo>
                    <a:pt x="329799" y="232921"/>
                    <a:pt x="328789" y="232349"/>
                    <a:pt x="328116" y="232349"/>
                  </a:cubicBezTo>
                  <a:cubicBezTo>
                    <a:pt x="327443" y="232349"/>
                    <a:pt x="325357" y="232046"/>
                    <a:pt x="325087" y="232046"/>
                  </a:cubicBezTo>
                  <a:cubicBezTo>
                    <a:pt x="324785" y="232046"/>
                    <a:pt x="322967" y="230465"/>
                    <a:pt x="322698" y="230364"/>
                  </a:cubicBezTo>
                  <a:cubicBezTo>
                    <a:pt x="322429" y="230297"/>
                    <a:pt x="319232" y="231104"/>
                    <a:pt x="319232" y="231104"/>
                  </a:cubicBezTo>
                  <a:cubicBezTo>
                    <a:pt x="319232" y="231104"/>
                    <a:pt x="317481" y="233493"/>
                    <a:pt x="317280" y="233997"/>
                  </a:cubicBezTo>
                  <a:cubicBezTo>
                    <a:pt x="317078" y="234502"/>
                    <a:pt x="314957" y="238404"/>
                    <a:pt x="314957" y="238404"/>
                  </a:cubicBezTo>
                  <a:lnTo>
                    <a:pt x="316337" y="240927"/>
                  </a:lnTo>
                  <a:lnTo>
                    <a:pt x="319972" y="243383"/>
                  </a:lnTo>
                  <a:lnTo>
                    <a:pt x="320039" y="244627"/>
                  </a:lnTo>
                  <a:lnTo>
                    <a:pt x="316977" y="246881"/>
                  </a:lnTo>
                  <a:lnTo>
                    <a:pt x="316102" y="249270"/>
                  </a:lnTo>
                  <a:cubicBezTo>
                    <a:pt x="316102" y="249270"/>
                    <a:pt x="316472" y="251524"/>
                    <a:pt x="316977" y="251961"/>
                  </a:cubicBezTo>
                  <a:cubicBezTo>
                    <a:pt x="317481" y="252398"/>
                    <a:pt x="318491" y="253037"/>
                    <a:pt x="318996" y="253475"/>
                  </a:cubicBezTo>
                  <a:cubicBezTo>
                    <a:pt x="319501" y="253912"/>
                    <a:pt x="320443" y="254988"/>
                    <a:pt x="320679" y="255056"/>
                  </a:cubicBezTo>
                  <a:cubicBezTo>
                    <a:pt x="320914" y="255123"/>
                    <a:pt x="320712" y="255998"/>
                    <a:pt x="320712" y="255998"/>
                  </a:cubicBezTo>
                  <a:cubicBezTo>
                    <a:pt x="320712" y="255998"/>
                    <a:pt x="320612" y="256805"/>
                    <a:pt x="320612" y="257074"/>
                  </a:cubicBezTo>
                  <a:cubicBezTo>
                    <a:pt x="320612" y="257377"/>
                    <a:pt x="320612" y="259463"/>
                    <a:pt x="320612" y="259463"/>
                  </a:cubicBezTo>
                  <a:lnTo>
                    <a:pt x="321756" y="260270"/>
                  </a:lnTo>
                  <a:cubicBezTo>
                    <a:pt x="321756" y="260270"/>
                    <a:pt x="323203" y="262019"/>
                    <a:pt x="323438" y="262288"/>
                  </a:cubicBezTo>
                  <a:cubicBezTo>
                    <a:pt x="323640" y="262591"/>
                    <a:pt x="324684" y="263230"/>
                    <a:pt x="325189" y="263735"/>
                  </a:cubicBezTo>
                  <a:cubicBezTo>
                    <a:pt x="325693" y="264239"/>
                    <a:pt x="325828" y="264609"/>
                    <a:pt x="326703" y="265316"/>
                  </a:cubicBezTo>
                  <a:cubicBezTo>
                    <a:pt x="327578" y="266056"/>
                    <a:pt x="327746" y="267772"/>
                    <a:pt x="327746" y="267772"/>
                  </a:cubicBezTo>
                  <a:lnTo>
                    <a:pt x="328352" y="269386"/>
                  </a:lnTo>
                  <a:lnTo>
                    <a:pt x="328419" y="271573"/>
                  </a:lnTo>
                  <a:lnTo>
                    <a:pt x="328487" y="273860"/>
                  </a:lnTo>
                  <a:cubicBezTo>
                    <a:pt x="328487" y="273860"/>
                    <a:pt x="327073" y="276081"/>
                    <a:pt x="326905" y="276148"/>
                  </a:cubicBezTo>
                  <a:cubicBezTo>
                    <a:pt x="326737" y="276215"/>
                    <a:pt x="324852" y="278435"/>
                    <a:pt x="324852" y="278435"/>
                  </a:cubicBezTo>
                  <a:cubicBezTo>
                    <a:pt x="324852" y="278435"/>
                    <a:pt x="323371" y="279579"/>
                    <a:pt x="323203" y="279680"/>
                  </a:cubicBezTo>
                  <a:cubicBezTo>
                    <a:pt x="323035" y="279781"/>
                    <a:pt x="320477" y="281160"/>
                    <a:pt x="320140" y="281295"/>
                  </a:cubicBezTo>
                  <a:cubicBezTo>
                    <a:pt x="319838" y="281463"/>
                    <a:pt x="318525" y="282371"/>
                    <a:pt x="318289" y="282438"/>
                  </a:cubicBezTo>
                  <a:cubicBezTo>
                    <a:pt x="318087" y="282506"/>
                    <a:pt x="317078" y="282943"/>
                    <a:pt x="316876" y="282943"/>
                  </a:cubicBezTo>
                  <a:cubicBezTo>
                    <a:pt x="316674" y="282943"/>
                    <a:pt x="314520" y="282943"/>
                    <a:pt x="314520" y="282943"/>
                  </a:cubicBezTo>
                  <a:cubicBezTo>
                    <a:pt x="314520" y="282943"/>
                    <a:pt x="313006" y="283279"/>
                    <a:pt x="312198" y="283279"/>
                  </a:cubicBezTo>
                  <a:cubicBezTo>
                    <a:pt x="311390" y="283279"/>
                    <a:pt x="309539" y="283246"/>
                    <a:pt x="309304" y="283246"/>
                  </a:cubicBezTo>
                  <a:cubicBezTo>
                    <a:pt x="309102" y="283246"/>
                    <a:pt x="305837" y="282539"/>
                    <a:pt x="305837" y="282539"/>
                  </a:cubicBezTo>
                  <a:lnTo>
                    <a:pt x="301933" y="283952"/>
                  </a:lnTo>
                  <a:lnTo>
                    <a:pt x="298332" y="284827"/>
                  </a:lnTo>
                  <a:lnTo>
                    <a:pt x="295942" y="285600"/>
                  </a:lnTo>
                  <a:lnTo>
                    <a:pt x="292779" y="284827"/>
                  </a:lnTo>
                  <a:lnTo>
                    <a:pt x="289952" y="282977"/>
                  </a:lnTo>
                  <a:lnTo>
                    <a:pt x="286385" y="282102"/>
                  </a:lnTo>
                  <a:lnTo>
                    <a:pt x="281370" y="282539"/>
                  </a:lnTo>
                  <a:lnTo>
                    <a:pt x="278543" y="286677"/>
                  </a:lnTo>
                  <a:lnTo>
                    <a:pt x="277130" y="291555"/>
                  </a:lnTo>
                  <a:lnTo>
                    <a:pt x="277130" y="295995"/>
                  </a:lnTo>
                  <a:lnTo>
                    <a:pt x="276356" y="301748"/>
                  </a:lnTo>
                  <a:lnTo>
                    <a:pt x="276894" y="305112"/>
                  </a:lnTo>
                  <a:lnTo>
                    <a:pt x="280697" y="310662"/>
                  </a:lnTo>
                  <a:lnTo>
                    <a:pt x="282313" y="314127"/>
                  </a:lnTo>
                  <a:lnTo>
                    <a:pt x="285241" y="314497"/>
                  </a:lnTo>
                  <a:lnTo>
                    <a:pt x="288168" y="312479"/>
                  </a:lnTo>
                  <a:lnTo>
                    <a:pt x="288370" y="312479"/>
                  </a:lnTo>
                  <a:lnTo>
                    <a:pt x="290861" y="314430"/>
                  </a:lnTo>
                  <a:lnTo>
                    <a:pt x="293149" y="318029"/>
                  </a:lnTo>
                  <a:lnTo>
                    <a:pt x="293688" y="320216"/>
                  </a:lnTo>
                  <a:lnTo>
                    <a:pt x="291837" y="324219"/>
                  </a:lnTo>
                  <a:lnTo>
                    <a:pt x="292039" y="327886"/>
                  </a:lnTo>
                  <a:lnTo>
                    <a:pt x="293452" y="329231"/>
                  </a:lnTo>
                  <a:cubicBezTo>
                    <a:pt x="293452" y="329231"/>
                    <a:pt x="293553" y="329769"/>
                    <a:pt x="293452" y="330106"/>
                  </a:cubicBezTo>
                  <a:cubicBezTo>
                    <a:pt x="293351" y="330442"/>
                    <a:pt x="290625" y="332494"/>
                    <a:pt x="290625" y="332494"/>
                  </a:cubicBezTo>
                  <a:cubicBezTo>
                    <a:pt x="290625" y="332494"/>
                    <a:pt x="289649" y="333806"/>
                    <a:pt x="289212" y="333806"/>
                  </a:cubicBezTo>
                  <a:cubicBezTo>
                    <a:pt x="288774" y="333806"/>
                    <a:pt x="284971" y="336195"/>
                    <a:pt x="284971" y="336195"/>
                  </a:cubicBezTo>
                  <a:lnTo>
                    <a:pt x="282784" y="340332"/>
                  </a:lnTo>
                  <a:lnTo>
                    <a:pt x="279620" y="340332"/>
                  </a:lnTo>
                  <a:lnTo>
                    <a:pt x="276457" y="340332"/>
                  </a:lnTo>
                  <a:lnTo>
                    <a:pt x="272654" y="340332"/>
                  </a:lnTo>
                  <a:lnTo>
                    <a:pt x="268413" y="336329"/>
                  </a:lnTo>
                  <a:lnTo>
                    <a:pt x="263634" y="335656"/>
                  </a:lnTo>
                  <a:lnTo>
                    <a:pt x="262221" y="336867"/>
                  </a:lnTo>
                  <a:lnTo>
                    <a:pt x="261548" y="337843"/>
                  </a:lnTo>
                  <a:cubicBezTo>
                    <a:pt x="261548" y="337843"/>
                    <a:pt x="261009" y="339256"/>
                    <a:pt x="261009" y="339693"/>
                  </a:cubicBezTo>
                  <a:cubicBezTo>
                    <a:pt x="261009" y="340130"/>
                    <a:pt x="260471" y="341644"/>
                    <a:pt x="260471" y="341644"/>
                  </a:cubicBezTo>
                  <a:lnTo>
                    <a:pt x="260571" y="344033"/>
                  </a:lnTo>
                  <a:lnTo>
                    <a:pt x="260235" y="345883"/>
                  </a:lnTo>
                  <a:cubicBezTo>
                    <a:pt x="260235" y="345883"/>
                    <a:pt x="259797" y="346858"/>
                    <a:pt x="259562" y="347195"/>
                  </a:cubicBezTo>
                  <a:cubicBezTo>
                    <a:pt x="259326" y="347531"/>
                    <a:pt x="258384" y="348608"/>
                    <a:pt x="258047" y="348944"/>
                  </a:cubicBezTo>
                  <a:cubicBezTo>
                    <a:pt x="257711" y="349280"/>
                    <a:pt x="254447" y="350592"/>
                    <a:pt x="254447" y="350592"/>
                  </a:cubicBezTo>
                  <a:lnTo>
                    <a:pt x="251821" y="351231"/>
                  </a:lnTo>
                  <a:cubicBezTo>
                    <a:pt x="251821" y="351231"/>
                    <a:pt x="250071" y="351871"/>
                    <a:pt x="249432" y="352005"/>
                  </a:cubicBezTo>
                  <a:cubicBezTo>
                    <a:pt x="248792" y="352106"/>
                    <a:pt x="248221" y="351904"/>
                    <a:pt x="247783" y="352005"/>
                  </a:cubicBezTo>
                  <a:cubicBezTo>
                    <a:pt x="247345" y="352106"/>
                    <a:pt x="246605" y="352173"/>
                    <a:pt x="245730" y="352039"/>
                  </a:cubicBezTo>
                  <a:cubicBezTo>
                    <a:pt x="244855" y="351904"/>
                    <a:pt x="242701" y="350054"/>
                    <a:pt x="241490" y="348978"/>
                  </a:cubicBezTo>
                  <a:cubicBezTo>
                    <a:pt x="240278" y="347901"/>
                    <a:pt x="239874" y="346488"/>
                    <a:pt x="238999" y="345950"/>
                  </a:cubicBezTo>
                  <a:cubicBezTo>
                    <a:pt x="238124" y="345412"/>
                    <a:pt x="236710" y="343663"/>
                    <a:pt x="236710" y="343663"/>
                  </a:cubicBezTo>
                  <a:cubicBezTo>
                    <a:pt x="236710" y="343663"/>
                    <a:pt x="234759" y="343562"/>
                    <a:pt x="234321" y="343562"/>
                  </a:cubicBezTo>
                  <a:cubicBezTo>
                    <a:pt x="233884" y="343562"/>
                    <a:pt x="230720" y="343663"/>
                    <a:pt x="230417" y="343663"/>
                  </a:cubicBezTo>
                  <a:cubicBezTo>
                    <a:pt x="230081" y="343663"/>
                    <a:pt x="227153" y="345176"/>
                    <a:pt x="227153" y="345176"/>
                  </a:cubicBezTo>
                  <a:lnTo>
                    <a:pt x="225302" y="346690"/>
                  </a:lnTo>
                  <a:lnTo>
                    <a:pt x="220624" y="349079"/>
                  </a:lnTo>
                  <a:lnTo>
                    <a:pt x="216148" y="350390"/>
                  </a:lnTo>
                  <a:cubicBezTo>
                    <a:pt x="216148" y="350390"/>
                    <a:pt x="212782" y="350491"/>
                    <a:pt x="212345" y="350491"/>
                  </a:cubicBezTo>
                  <a:cubicBezTo>
                    <a:pt x="211907" y="350491"/>
                    <a:pt x="208003" y="349079"/>
                    <a:pt x="206926" y="349079"/>
                  </a:cubicBezTo>
                  <a:cubicBezTo>
                    <a:pt x="205816" y="349079"/>
                    <a:pt x="204739" y="348540"/>
                    <a:pt x="204436" y="349079"/>
                  </a:cubicBezTo>
                  <a:cubicBezTo>
                    <a:pt x="204099" y="349617"/>
                    <a:pt x="202821" y="350491"/>
                    <a:pt x="202147" y="350929"/>
                  </a:cubicBezTo>
                  <a:cubicBezTo>
                    <a:pt x="201508" y="351366"/>
                    <a:pt x="201171" y="355066"/>
                    <a:pt x="201171" y="355066"/>
                  </a:cubicBezTo>
                  <a:lnTo>
                    <a:pt x="199657" y="355706"/>
                  </a:lnTo>
                  <a:lnTo>
                    <a:pt x="194878" y="355066"/>
                  </a:lnTo>
                  <a:cubicBezTo>
                    <a:pt x="194878" y="355066"/>
                    <a:pt x="193565" y="354528"/>
                    <a:pt x="192589" y="353654"/>
                  </a:cubicBezTo>
                  <a:cubicBezTo>
                    <a:pt x="191613" y="352779"/>
                    <a:pt x="190200" y="349079"/>
                    <a:pt x="189863" y="348978"/>
                  </a:cubicBezTo>
                  <a:cubicBezTo>
                    <a:pt x="189527" y="348877"/>
                    <a:pt x="189325" y="346253"/>
                    <a:pt x="188989" y="345950"/>
                  </a:cubicBezTo>
                  <a:cubicBezTo>
                    <a:pt x="188652" y="345614"/>
                    <a:pt x="186262" y="343999"/>
                    <a:pt x="186262" y="343999"/>
                  </a:cubicBezTo>
                  <a:cubicBezTo>
                    <a:pt x="186262" y="343999"/>
                    <a:pt x="183435" y="343225"/>
                    <a:pt x="182459" y="343562"/>
                  </a:cubicBezTo>
                  <a:cubicBezTo>
                    <a:pt x="181483" y="343898"/>
                    <a:pt x="180844" y="343562"/>
                    <a:pt x="179531" y="343360"/>
                  </a:cubicBezTo>
                  <a:cubicBezTo>
                    <a:pt x="178219" y="343158"/>
                    <a:pt x="175931" y="342384"/>
                    <a:pt x="175829" y="342048"/>
                  </a:cubicBezTo>
                  <a:cubicBezTo>
                    <a:pt x="175728" y="341711"/>
                    <a:pt x="175156" y="337708"/>
                    <a:pt x="175156" y="337708"/>
                  </a:cubicBezTo>
                  <a:lnTo>
                    <a:pt x="172565" y="336834"/>
                  </a:lnTo>
                  <a:lnTo>
                    <a:pt x="167887" y="335959"/>
                  </a:lnTo>
                  <a:cubicBezTo>
                    <a:pt x="167887" y="335959"/>
                    <a:pt x="167416" y="334883"/>
                    <a:pt x="167416" y="334445"/>
                  </a:cubicBezTo>
                  <a:cubicBezTo>
                    <a:pt x="167416" y="334008"/>
                    <a:pt x="165598" y="331855"/>
                    <a:pt x="165598" y="331418"/>
                  </a:cubicBezTo>
                  <a:cubicBezTo>
                    <a:pt x="165598" y="330980"/>
                    <a:pt x="165598" y="329130"/>
                    <a:pt x="165598" y="329130"/>
                  </a:cubicBezTo>
                  <a:lnTo>
                    <a:pt x="166911" y="327953"/>
                  </a:lnTo>
                  <a:lnTo>
                    <a:pt x="169839" y="328054"/>
                  </a:lnTo>
                  <a:lnTo>
                    <a:pt x="172128" y="328928"/>
                  </a:lnTo>
                  <a:lnTo>
                    <a:pt x="173642" y="329366"/>
                  </a:lnTo>
                  <a:lnTo>
                    <a:pt x="176031" y="329803"/>
                  </a:lnTo>
                  <a:lnTo>
                    <a:pt x="177479" y="328727"/>
                  </a:lnTo>
                  <a:lnTo>
                    <a:pt x="178387" y="327179"/>
                  </a:lnTo>
                  <a:lnTo>
                    <a:pt x="178791" y="325463"/>
                  </a:lnTo>
                  <a:lnTo>
                    <a:pt x="177748" y="323849"/>
                  </a:lnTo>
                  <a:lnTo>
                    <a:pt x="174584" y="320720"/>
                  </a:lnTo>
                  <a:lnTo>
                    <a:pt x="173103" y="318567"/>
                  </a:lnTo>
                  <a:lnTo>
                    <a:pt x="169974" y="315271"/>
                  </a:lnTo>
                  <a:lnTo>
                    <a:pt x="167651" y="313454"/>
                  </a:lnTo>
                  <a:cubicBezTo>
                    <a:pt x="167651" y="313454"/>
                    <a:pt x="165464" y="311200"/>
                    <a:pt x="165397" y="310998"/>
                  </a:cubicBezTo>
                  <a:cubicBezTo>
                    <a:pt x="165329" y="310797"/>
                    <a:pt x="164454" y="308240"/>
                    <a:pt x="164387" y="308038"/>
                  </a:cubicBezTo>
                  <a:cubicBezTo>
                    <a:pt x="164319" y="307836"/>
                    <a:pt x="164151" y="305448"/>
                    <a:pt x="164151" y="305448"/>
                  </a:cubicBezTo>
                  <a:lnTo>
                    <a:pt x="163882" y="301613"/>
                  </a:lnTo>
                  <a:lnTo>
                    <a:pt x="163882" y="299662"/>
                  </a:lnTo>
                  <a:lnTo>
                    <a:pt x="167517" y="298787"/>
                  </a:lnTo>
                  <a:lnTo>
                    <a:pt x="168257" y="298787"/>
                  </a:lnTo>
                  <a:lnTo>
                    <a:pt x="170007" y="298787"/>
                  </a:lnTo>
                  <a:lnTo>
                    <a:pt x="171757" y="298787"/>
                  </a:lnTo>
                  <a:lnTo>
                    <a:pt x="173473" y="298787"/>
                  </a:lnTo>
                  <a:cubicBezTo>
                    <a:pt x="173473" y="298787"/>
                    <a:pt x="173473" y="298855"/>
                    <a:pt x="174214" y="298283"/>
                  </a:cubicBezTo>
                  <a:cubicBezTo>
                    <a:pt x="174954" y="297711"/>
                    <a:pt x="176166" y="296769"/>
                    <a:pt x="176166" y="296769"/>
                  </a:cubicBezTo>
                  <a:lnTo>
                    <a:pt x="177680" y="293506"/>
                  </a:lnTo>
                  <a:lnTo>
                    <a:pt x="180575" y="290916"/>
                  </a:lnTo>
                  <a:cubicBezTo>
                    <a:pt x="180575" y="290916"/>
                    <a:pt x="181954" y="290478"/>
                    <a:pt x="182392" y="290041"/>
                  </a:cubicBezTo>
                  <a:cubicBezTo>
                    <a:pt x="182829" y="289604"/>
                    <a:pt x="185724" y="287350"/>
                    <a:pt x="185724" y="287350"/>
                  </a:cubicBezTo>
                  <a:cubicBezTo>
                    <a:pt x="185724" y="287350"/>
                    <a:pt x="187609" y="286711"/>
                    <a:pt x="187911" y="286711"/>
                  </a:cubicBezTo>
                  <a:cubicBezTo>
                    <a:pt x="188214" y="286711"/>
                    <a:pt x="189426" y="286643"/>
                    <a:pt x="190234" y="286711"/>
                  </a:cubicBezTo>
                  <a:cubicBezTo>
                    <a:pt x="191041" y="286778"/>
                    <a:pt x="192253" y="286576"/>
                    <a:pt x="193128" y="286677"/>
                  </a:cubicBezTo>
                  <a:cubicBezTo>
                    <a:pt x="194003" y="286778"/>
                    <a:pt x="195450" y="286071"/>
                    <a:pt x="195753" y="286071"/>
                  </a:cubicBezTo>
                  <a:cubicBezTo>
                    <a:pt x="196022" y="286071"/>
                    <a:pt x="196897" y="285634"/>
                    <a:pt x="197638" y="285500"/>
                  </a:cubicBezTo>
                  <a:cubicBezTo>
                    <a:pt x="198344" y="285365"/>
                    <a:pt x="200027" y="283549"/>
                    <a:pt x="200027" y="283549"/>
                  </a:cubicBezTo>
                  <a:cubicBezTo>
                    <a:pt x="200027" y="283549"/>
                    <a:pt x="200667" y="282909"/>
                    <a:pt x="200835" y="282607"/>
                  </a:cubicBezTo>
                  <a:cubicBezTo>
                    <a:pt x="200969" y="282338"/>
                    <a:pt x="201979" y="281093"/>
                    <a:pt x="202215" y="281026"/>
                  </a:cubicBezTo>
                  <a:cubicBezTo>
                    <a:pt x="202417" y="280958"/>
                    <a:pt x="203460" y="280084"/>
                    <a:pt x="203729" y="280084"/>
                  </a:cubicBezTo>
                  <a:cubicBezTo>
                    <a:pt x="203998" y="280084"/>
                    <a:pt x="205883" y="278200"/>
                    <a:pt x="206119" y="278133"/>
                  </a:cubicBezTo>
                  <a:cubicBezTo>
                    <a:pt x="206320" y="278065"/>
                    <a:pt x="207364" y="276821"/>
                    <a:pt x="207633" y="276619"/>
                  </a:cubicBezTo>
                  <a:cubicBezTo>
                    <a:pt x="207936" y="276417"/>
                    <a:pt x="209148" y="274600"/>
                    <a:pt x="209148" y="274298"/>
                  </a:cubicBezTo>
                  <a:cubicBezTo>
                    <a:pt x="209148" y="273995"/>
                    <a:pt x="209148" y="270160"/>
                    <a:pt x="209148" y="270160"/>
                  </a:cubicBezTo>
                  <a:lnTo>
                    <a:pt x="205816" y="266964"/>
                  </a:lnTo>
                  <a:lnTo>
                    <a:pt x="205109" y="263701"/>
                  </a:lnTo>
                  <a:lnTo>
                    <a:pt x="201037" y="260573"/>
                  </a:lnTo>
                  <a:lnTo>
                    <a:pt x="199589" y="260573"/>
                  </a:lnTo>
                  <a:lnTo>
                    <a:pt x="197840" y="260573"/>
                  </a:lnTo>
                  <a:lnTo>
                    <a:pt x="195820" y="259429"/>
                  </a:lnTo>
                  <a:lnTo>
                    <a:pt x="194945" y="257848"/>
                  </a:lnTo>
                  <a:lnTo>
                    <a:pt x="195349" y="256637"/>
                  </a:lnTo>
                  <a:lnTo>
                    <a:pt x="194205" y="254719"/>
                  </a:lnTo>
                  <a:lnTo>
                    <a:pt x="193397" y="253138"/>
                  </a:lnTo>
                  <a:lnTo>
                    <a:pt x="192152" y="252365"/>
                  </a:lnTo>
                  <a:cubicBezTo>
                    <a:pt x="192152" y="252365"/>
                    <a:pt x="189830" y="250615"/>
                    <a:pt x="189695" y="250413"/>
                  </a:cubicBezTo>
                  <a:cubicBezTo>
                    <a:pt x="189594" y="250212"/>
                    <a:pt x="188585" y="248126"/>
                    <a:pt x="188585" y="248126"/>
                  </a:cubicBezTo>
                  <a:lnTo>
                    <a:pt x="188282" y="246377"/>
                  </a:lnTo>
                  <a:lnTo>
                    <a:pt x="188282" y="245771"/>
                  </a:lnTo>
                  <a:cubicBezTo>
                    <a:pt x="188282" y="245771"/>
                    <a:pt x="187743" y="243820"/>
                    <a:pt x="187911" y="243753"/>
                  </a:cubicBezTo>
                  <a:cubicBezTo>
                    <a:pt x="188080" y="243686"/>
                    <a:pt x="188282" y="242441"/>
                    <a:pt x="188282" y="242441"/>
                  </a:cubicBezTo>
                  <a:cubicBezTo>
                    <a:pt x="188551" y="242205"/>
                    <a:pt x="189157" y="241230"/>
                    <a:pt x="189157" y="241230"/>
                  </a:cubicBezTo>
                  <a:cubicBezTo>
                    <a:pt x="189157" y="241230"/>
                    <a:pt x="190738" y="239716"/>
                    <a:pt x="190907" y="239716"/>
                  </a:cubicBezTo>
                  <a:cubicBezTo>
                    <a:pt x="191075" y="239716"/>
                    <a:pt x="192320" y="239279"/>
                    <a:pt x="192522" y="239279"/>
                  </a:cubicBezTo>
                  <a:cubicBezTo>
                    <a:pt x="192758" y="239279"/>
                    <a:pt x="193397" y="239380"/>
                    <a:pt x="193734" y="239279"/>
                  </a:cubicBezTo>
                  <a:cubicBezTo>
                    <a:pt x="194070" y="239178"/>
                    <a:pt x="195955" y="238135"/>
                    <a:pt x="195955" y="238135"/>
                  </a:cubicBezTo>
                  <a:lnTo>
                    <a:pt x="198782" y="236117"/>
                  </a:lnTo>
                  <a:lnTo>
                    <a:pt x="199859" y="235309"/>
                  </a:lnTo>
                  <a:cubicBezTo>
                    <a:pt x="199859" y="235309"/>
                    <a:pt x="200902" y="234973"/>
                    <a:pt x="201104" y="234939"/>
                  </a:cubicBezTo>
                  <a:cubicBezTo>
                    <a:pt x="201306" y="234872"/>
                    <a:pt x="203123" y="235107"/>
                    <a:pt x="203325" y="234939"/>
                  </a:cubicBezTo>
                  <a:cubicBezTo>
                    <a:pt x="203527" y="234771"/>
                    <a:pt x="204840" y="235074"/>
                    <a:pt x="205244" y="234939"/>
                  </a:cubicBezTo>
                  <a:cubicBezTo>
                    <a:pt x="205614" y="234771"/>
                    <a:pt x="206590" y="234906"/>
                    <a:pt x="207128" y="234906"/>
                  </a:cubicBezTo>
                  <a:cubicBezTo>
                    <a:pt x="207667" y="234906"/>
                    <a:pt x="209719" y="234838"/>
                    <a:pt x="209955" y="234872"/>
                  </a:cubicBezTo>
                  <a:cubicBezTo>
                    <a:pt x="210157" y="234906"/>
                    <a:pt x="211099" y="234805"/>
                    <a:pt x="211840" y="234872"/>
                  </a:cubicBezTo>
                  <a:cubicBezTo>
                    <a:pt x="212614" y="234906"/>
                    <a:pt x="213489" y="235007"/>
                    <a:pt x="214027" y="234872"/>
                  </a:cubicBezTo>
                  <a:cubicBezTo>
                    <a:pt x="214566" y="234704"/>
                    <a:pt x="217460" y="234065"/>
                    <a:pt x="217460" y="234065"/>
                  </a:cubicBezTo>
                  <a:cubicBezTo>
                    <a:pt x="217460" y="234065"/>
                    <a:pt x="218335" y="231508"/>
                    <a:pt x="218638" y="231474"/>
                  </a:cubicBezTo>
                  <a:cubicBezTo>
                    <a:pt x="218974" y="231407"/>
                    <a:pt x="220927" y="228279"/>
                    <a:pt x="220927" y="228279"/>
                  </a:cubicBezTo>
                  <a:cubicBezTo>
                    <a:pt x="220927" y="228279"/>
                    <a:pt x="221566" y="225453"/>
                    <a:pt x="221566" y="225285"/>
                  </a:cubicBezTo>
                  <a:cubicBezTo>
                    <a:pt x="221566" y="225116"/>
                    <a:pt x="222206" y="222997"/>
                    <a:pt x="222206" y="222997"/>
                  </a:cubicBezTo>
                  <a:lnTo>
                    <a:pt x="223855" y="220710"/>
                  </a:lnTo>
                  <a:lnTo>
                    <a:pt x="224662" y="219734"/>
                  </a:lnTo>
                  <a:lnTo>
                    <a:pt x="226009" y="218220"/>
                  </a:lnTo>
                  <a:cubicBezTo>
                    <a:pt x="226009" y="218220"/>
                    <a:pt x="227691" y="216538"/>
                    <a:pt x="227927" y="216437"/>
                  </a:cubicBezTo>
                  <a:cubicBezTo>
                    <a:pt x="228129" y="216336"/>
                    <a:pt x="230586" y="215529"/>
                    <a:pt x="230586" y="215529"/>
                  </a:cubicBezTo>
                  <a:cubicBezTo>
                    <a:pt x="230586" y="215529"/>
                    <a:pt x="232336" y="215395"/>
                    <a:pt x="232638" y="215395"/>
                  </a:cubicBezTo>
                  <a:cubicBezTo>
                    <a:pt x="232941" y="215395"/>
                    <a:pt x="234321" y="215395"/>
                    <a:pt x="234321" y="215395"/>
                  </a:cubicBezTo>
                  <a:lnTo>
                    <a:pt x="236441" y="215058"/>
                  </a:lnTo>
                  <a:lnTo>
                    <a:pt x="238192" y="214419"/>
                  </a:lnTo>
                  <a:cubicBezTo>
                    <a:pt x="238192" y="214419"/>
                    <a:pt x="239403" y="213174"/>
                    <a:pt x="239605" y="213174"/>
                  </a:cubicBezTo>
                  <a:cubicBezTo>
                    <a:pt x="239807" y="213174"/>
                    <a:pt x="240648" y="212132"/>
                    <a:pt x="240648" y="212132"/>
                  </a:cubicBezTo>
                  <a:cubicBezTo>
                    <a:pt x="240648" y="212132"/>
                    <a:pt x="242163" y="212199"/>
                    <a:pt x="242398" y="212132"/>
                  </a:cubicBezTo>
                  <a:cubicBezTo>
                    <a:pt x="242600" y="212064"/>
                    <a:pt x="243206" y="213444"/>
                    <a:pt x="243206" y="213444"/>
                  </a:cubicBezTo>
                  <a:lnTo>
                    <a:pt x="243710" y="214621"/>
                  </a:lnTo>
                  <a:cubicBezTo>
                    <a:pt x="243710" y="214621"/>
                    <a:pt x="245730" y="215126"/>
                    <a:pt x="246100" y="215126"/>
                  </a:cubicBezTo>
                  <a:cubicBezTo>
                    <a:pt x="246470" y="215126"/>
                    <a:pt x="247884" y="214957"/>
                    <a:pt x="247884" y="214957"/>
                  </a:cubicBezTo>
                  <a:cubicBezTo>
                    <a:pt x="247884" y="214957"/>
                    <a:pt x="248759" y="213612"/>
                    <a:pt x="248759" y="213444"/>
                  </a:cubicBezTo>
                  <a:cubicBezTo>
                    <a:pt x="248759" y="213275"/>
                    <a:pt x="248052" y="211391"/>
                    <a:pt x="247884" y="211257"/>
                  </a:cubicBezTo>
                  <a:cubicBezTo>
                    <a:pt x="247716" y="211156"/>
                    <a:pt x="246268" y="210349"/>
                    <a:pt x="246100" y="210214"/>
                  </a:cubicBezTo>
                  <a:cubicBezTo>
                    <a:pt x="245932" y="210113"/>
                    <a:pt x="243610" y="208801"/>
                    <a:pt x="243610" y="208801"/>
                  </a:cubicBezTo>
                  <a:lnTo>
                    <a:pt x="240581" y="206514"/>
                  </a:lnTo>
                  <a:cubicBezTo>
                    <a:pt x="240581" y="206514"/>
                    <a:pt x="239672" y="204596"/>
                    <a:pt x="239504" y="204495"/>
                  </a:cubicBezTo>
                  <a:cubicBezTo>
                    <a:pt x="239336" y="204394"/>
                    <a:pt x="238090" y="202376"/>
                    <a:pt x="237989" y="202208"/>
                  </a:cubicBezTo>
                  <a:cubicBezTo>
                    <a:pt x="237888" y="202040"/>
                    <a:pt x="236744" y="199988"/>
                    <a:pt x="236744" y="199752"/>
                  </a:cubicBezTo>
                  <a:cubicBezTo>
                    <a:pt x="236744" y="199550"/>
                    <a:pt x="236475" y="198070"/>
                    <a:pt x="236475" y="198070"/>
                  </a:cubicBezTo>
                  <a:cubicBezTo>
                    <a:pt x="236475" y="198070"/>
                    <a:pt x="237249" y="196926"/>
                    <a:pt x="237384" y="196926"/>
                  </a:cubicBezTo>
                  <a:cubicBezTo>
                    <a:pt x="237518" y="196926"/>
                    <a:pt x="239134" y="196388"/>
                    <a:pt x="239134" y="196388"/>
                  </a:cubicBezTo>
                  <a:lnTo>
                    <a:pt x="241287" y="196725"/>
                  </a:lnTo>
                  <a:lnTo>
                    <a:pt x="243610" y="198037"/>
                  </a:lnTo>
                  <a:lnTo>
                    <a:pt x="244821" y="199113"/>
                  </a:lnTo>
                  <a:cubicBezTo>
                    <a:pt x="244821" y="199113"/>
                    <a:pt x="248018" y="200425"/>
                    <a:pt x="248254" y="200425"/>
                  </a:cubicBezTo>
                  <a:cubicBezTo>
                    <a:pt x="248490" y="200425"/>
                    <a:pt x="249466" y="199988"/>
                    <a:pt x="249331" y="199349"/>
                  </a:cubicBezTo>
                  <a:cubicBezTo>
                    <a:pt x="249230" y="198709"/>
                    <a:pt x="248893" y="197936"/>
                    <a:pt x="248826" y="197767"/>
                  </a:cubicBezTo>
                  <a:cubicBezTo>
                    <a:pt x="248759" y="197599"/>
                    <a:pt x="248759" y="195884"/>
                    <a:pt x="248658" y="195715"/>
                  </a:cubicBezTo>
                  <a:cubicBezTo>
                    <a:pt x="248557" y="195547"/>
                    <a:pt x="247009" y="193764"/>
                    <a:pt x="247009" y="193764"/>
                  </a:cubicBezTo>
                  <a:lnTo>
                    <a:pt x="245663" y="192621"/>
                  </a:lnTo>
                  <a:cubicBezTo>
                    <a:pt x="245663" y="192621"/>
                    <a:pt x="244687" y="191309"/>
                    <a:pt x="244687" y="190770"/>
                  </a:cubicBezTo>
                  <a:cubicBezTo>
                    <a:pt x="244687" y="190232"/>
                    <a:pt x="244316" y="189425"/>
                    <a:pt x="244687" y="189358"/>
                  </a:cubicBezTo>
                  <a:cubicBezTo>
                    <a:pt x="245057" y="189290"/>
                    <a:pt x="246033" y="188920"/>
                    <a:pt x="246706" y="188752"/>
                  </a:cubicBezTo>
                  <a:cubicBezTo>
                    <a:pt x="247379" y="188584"/>
                    <a:pt x="248893" y="188416"/>
                    <a:pt x="249331" y="188416"/>
                  </a:cubicBezTo>
                  <a:cubicBezTo>
                    <a:pt x="249768" y="188416"/>
                    <a:pt x="253336" y="189660"/>
                    <a:pt x="253336" y="189660"/>
                  </a:cubicBezTo>
                  <a:cubicBezTo>
                    <a:pt x="253336" y="189660"/>
                    <a:pt x="255759" y="187676"/>
                    <a:pt x="255961" y="187743"/>
                  </a:cubicBezTo>
                  <a:cubicBezTo>
                    <a:pt x="256163" y="187810"/>
                    <a:pt x="257980" y="186734"/>
                    <a:pt x="258351" y="186296"/>
                  </a:cubicBezTo>
                  <a:cubicBezTo>
                    <a:pt x="258721" y="185859"/>
                    <a:pt x="258552" y="184110"/>
                    <a:pt x="258653" y="183168"/>
                  </a:cubicBezTo>
                  <a:cubicBezTo>
                    <a:pt x="258721" y="182226"/>
                    <a:pt x="258519" y="181284"/>
                    <a:pt x="258653" y="180645"/>
                  </a:cubicBezTo>
                  <a:cubicBezTo>
                    <a:pt x="258788" y="180006"/>
                    <a:pt x="259360" y="179064"/>
                    <a:pt x="259730" y="178626"/>
                  </a:cubicBezTo>
                  <a:cubicBezTo>
                    <a:pt x="260101" y="178189"/>
                    <a:pt x="260605" y="177180"/>
                    <a:pt x="260875" y="176945"/>
                  </a:cubicBezTo>
                  <a:cubicBezTo>
                    <a:pt x="261177" y="176709"/>
                    <a:pt x="262995" y="175801"/>
                    <a:pt x="263264" y="175633"/>
                  </a:cubicBezTo>
                  <a:cubicBezTo>
                    <a:pt x="263567" y="175498"/>
                    <a:pt x="264846" y="175767"/>
                    <a:pt x="265452" y="175633"/>
                  </a:cubicBezTo>
                  <a:cubicBezTo>
                    <a:pt x="266024" y="175498"/>
                    <a:pt x="266461" y="175935"/>
                    <a:pt x="266764" y="176137"/>
                  </a:cubicBezTo>
                  <a:cubicBezTo>
                    <a:pt x="267033" y="176339"/>
                    <a:pt x="267505" y="177584"/>
                    <a:pt x="267639" y="178660"/>
                  </a:cubicBezTo>
                  <a:cubicBezTo>
                    <a:pt x="267774" y="179737"/>
                    <a:pt x="267505" y="180544"/>
                    <a:pt x="267639" y="181620"/>
                  </a:cubicBezTo>
                  <a:cubicBezTo>
                    <a:pt x="267774" y="182697"/>
                    <a:pt x="267505" y="183639"/>
                    <a:pt x="267673" y="184076"/>
                  </a:cubicBezTo>
                  <a:cubicBezTo>
                    <a:pt x="267841" y="184513"/>
                    <a:pt x="267673" y="187205"/>
                    <a:pt x="267673" y="187205"/>
                  </a:cubicBezTo>
                  <a:cubicBezTo>
                    <a:pt x="267673" y="187205"/>
                    <a:pt x="267202" y="188651"/>
                    <a:pt x="268077" y="189526"/>
                  </a:cubicBezTo>
                  <a:cubicBezTo>
                    <a:pt x="268951" y="190400"/>
                    <a:pt x="269591" y="191981"/>
                    <a:pt x="269894" y="192419"/>
                  </a:cubicBezTo>
                  <a:cubicBezTo>
                    <a:pt x="270197" y="192856"/>
                    <a:pt x="270971" y="195312"/>
                    <a:pt x="271206" y="195379"/>
                  </a:cubicBezTo>
                  <a:cubicBezTo>
                    <a:pt x="271442" y="195446"/>
                    <a:pt x="272654" y="197633"/>
                    <a:pt x="273596" y="198003"/>
                  </a:cubicBezTo>
                  <a:cubicBezTo>
                    <a:pt x="274538" y="198373"/>
                    <a:pt x="275481" y="199819"/>
                    <a:pt x="277130" y="200694"/>
                  </a:cubicBezTo>
                  <a:cubicBezTo>
                    <a:pt x="278779" y="201569"/>
                    <a:pt x="281269" y="203284"/>
                    <a:pt x="281269" y="203284"/>
                  </a:cubicBezTo>
                  <a:lnTo>
                    <a:pt x="283423" y="204664"/>
                  </a:lnTo>
                  <a:lnTo>
                    <a:pt x="287899" y="210685"/>
                  </a:lnTo>
                  <a:lnTo>
                    <a:pt x="291231" y="214217"/>
                  </a:lnTo>
                  <a:lnTo>
                    <a:pt x="293755" y="216606"/>
                  </a:lnTo>
                  <a:lnTo>
                    <a:pt x="299847" y="219129"/>
                  </a:lnTo>
                  <a:cubicBezTo>
                    <a:pt x="299847" y="219129"/>
                    <a:pt x="305501" y="217682"/>
                    <a:pt x="305938" y="217548"/>
                  </a:cubicBezTo>
                  <a:cubicBezTo>
                    <a:pt x="306376" y="217413"/>
                    <a:pt x="310583" y="216673"/>
                    <a:pt x="310583" y="216673"/>
                  </a:cubicBezTo>
                  <a:lnTo>
                    <a:pt x="321756" y="217043"/>
                  </a:lnTo>
                  <a:lnTo>
                    <a:pt x="325087" y="217043"/>
                  </a:lnTo>
                  <a:lnTo>
                    <a:pt x="329294" y="218792"/>
                  </a:lnTo>
                  <a:lnTo>
                    <a:pt x="335218" y="218792"/>
                  </a:lnTo>
                  <a:cubicBezTo>
                    <a:pt x="335218" y="218792"/>
                    <a:pt x="337809" y="218220"/>
                    <a:pt x="338415" y="218355"/>
                  </a:cubicBezTo>
                  <a:cubicBezTo>
                    <a:pt x="338987" y="218489"/>
                    <a:pt x="340299" y="221046"/>
                    <a:pt x="340299" y="221046"/>
                  </a:cubicBezTo>
                  <a:lnTo>
                    <a:pt x="341107" y="222560"/>
                  </a:lnTo>
                  <a:lnTo>
                    <a:pt x="340299" y="224645"/>
                  </a:lnTo>
                  <a:close/>
                </a:path>
              </a:pathLst>
            </a:custGeom>
            <a:grpFill/>
            <a:ln w="6350" cap="flat">
              <a:solidFill>
                <a:schemeClr val="bg1"/>
              </a:solidFill>
              <a:prstDash val="solid"/>
              <a:miter/>
            </a:ln>
          </p:spPr>
          <p:txBody>
            <a:bodyPr rtlCol="0" anchor="ctr"/>
            <a:lstStyle/>
            <a:p>
              <a:endParaRPr lang="en-US"/>
            </a:p>
          </p:txBody>
        </p:sp>
        <p:grpSp>
          <p:nvGrpSpPr>
            <p:cNvPr id="121" name="Graphic 11">
              <a:extLst>
                <a:ext uri="{FF2B5EF4-FFF2-40B4-BE49-F238E27FC236}">
                  <a16:creationId xmlns:a16="http://schemas.microsoft.com/office/drawing/2014/main" id="{77D49503-F6B5-B75F-9F71-6C0568E795B1}"/>
                </a:ext>
              </a:extLst>
            </p:cNvPr>
            <p:cNvGrpSpPr/>
            <p:nvPr/>
          </p:nvGrpSpPr>
          <p:grpSpPr>
            <a:xfrm>
              <a:off x="8145184" y="2281729"/>
              <a:ext cx="310509" cy="293378"/>
              <a:chOff x="5946217" y="1188690"/>
              <a:chExt cx="596146" cy="563255"/>
            </a:xfrm>
            <a:grpFill/>
          </p:grpSpPr>
          <p:sp>
            <p:nvSpPr>
              <p:cNvPr id="144" name="Freeform 923">
                <a:extLst>
                  <a:ext uri="{FF2B5EF4-FFF2-40B4-BE49-F238E27FC236}">
                    <a16:creationId xmlns:a16="http://schemas.microsoft.com/office/drawing/2014/main" id="{E57745EC-5EF6-5494-4664-AFBF4006D778}"/>
                  </a:ext>
                </a:extLst>
              </p:cNvPr>
              <p:cNvSpPr/>
              <p:nvPr/>
            </p:nvSpPr>
            <p:spPr>
              <a:xfrm>
                <a:off x="5946217" y="1188690"/>
                <a:ext cx="596146" cy="563255"/>
              </a:xfrm>
              <a:custGeom>
                <a:avLst/>
                <a:gdLst>
                  <a:gd name="connsiteX0" fmla="*/ 595888 w 596146"/>
                  <a:gd name="connsiteY0" fmla="*/ 241734 h 563255"/>
                  <a:gd name="connsiteX1" fmla="*/ 594003 w 596146"/>
                  <a:gd name="connsiteY1" fmla="*/ 238101 h 563255"/>
                  <a:gd name="connsiteX2" fmla="*/ 590672 w 596146"/>
                  <a:gd name="connsiteY2" fmla="*/ 233762 h 563255"/>
                  <a:gd name="connsiteX3" fmla="*/ 586330 w 596146"/>
                  <a:gd name="connsiteY3" fmla="*/ 228413 h 563255"/>
                  <a:gd name="connsiteX4" fmla="*/ 585186 w 596146"/>
                  <a:gd name="connsiteY4" fmla="*/ 228110 h 563255"/>
                  <a:gd name="connsiteX5" fmla="*/ 582729 w 596146"/>
                  <a:gd name="connsiteY5" fmla="*/ 228245 h 563255"/>
                  <a:gd name="connsiteX6" fmla="*/ 579263 w 596146"/>
                  <a:gd name="connsiteY6" fmla="*/ 226933 h 563255"/>
                  <a:gd name="connsiteX7" fmla="*/ 578119 w 596146"/>
                  <a:gd name="connsiteY7" fmla="*/ 226798 h 563255"/>
                  <a:gd name="connsiteX8" fmla="*/ 578119 w 596146"/>
                  <a:gd name="connsiteY8" fmla="*/ 223468 h 563255"/>
                  <a:gd name="connsiteX9" fmla="*/ 576301 w 596146"/>
                  <a:gd name="connsiteY9" fmla="*/ 220878 h 563255"/>
                  <a:gd name="connsiteX10" fmla="*/ 573777 w 596146"/>
                  <a:gd name="connsiteY10" fmla="*/ 218994 h 563255"/>
                  <a:gd name="connsiteX11" fmla="*/ 571455 w 596146"/>
                  <a:gd name="connsiteY11" fmla="*/ 215966 h 563255"/>
                  <a:gd name="connsiteX12" fmla="*/ 570142 w 596146"/>
                  <a:gd name="connsiteY12" fmla="*/ 212199 h 563255"/>
                  <a:gd name="connsiteX13" fmla="*/ 569267 w 596146"/>
                  <a:gd name="connsiteY13" fmla="*/ 208431 h 563255"/>
                  <a:gd name="connsiteX14" fmla="*/ 566373 w 596146"/>
                  <a:gd name="connsiteY14" fmla="*/ 202780 h 563255"/>
                  <a:gd name="connsiteX15" fmla="*/ 563041 w 596146"/>
                  <a:gd name="connsiteY15" fmla="*/ 197263 h 563255"/>
                  <a:gd name="connsiteX16" fmla="*/ 561897 w 596146"/>
                  <a:gd name="connsiteY16" fmla="*/ 194942 h 563255"/>
                  <a:gd name="connsiteX17" fmla="*/ 561897 w 596146"/>
                  <a:gd name="connsiteY17" fmla="*/ 192486 h 563255"/>
                  <a:gd name="connsiteX18" fmla="*/ 561156 w 596146"/>
                  <a:gd name="connsiteY18" fmla="*/ 189862 h 563255"/>
                  <a:gd name="connsiteX19" fmla="*/ 559710 w 596146"/>
                  <a:gd name="connsiteY19" fmla="*/ 186094 h 563255"/>
                  <a:gd name="connsiteX20" fmla="*/ 558128 w 596146"/>
                  <a:gd name="connsiteY20" fmla="*/ 184211 h 563255"/>
                  <a:gd name="connsiteX21" fmla="*/ 554661 w 596146"/>
                  <a:gd name="connsiteY21" fmla="*/ 184211 h 563255"/>
                  <a:gd name="connsiteX22" fmla="*/ 550455 w 596146"/>
                  <a:gd name="connsiteY22" fmla="*/ 184413 h 563255"/>
                  <a:gd name="connsiteX23" fmla="*/ 545541 w 596146"/>
                  <a:gd name="connsiteY23" fmla="*/ 183908 h 563255"/>
                  <a:gd name="connsiteX24" fmla="*/ 543959 w 596146"/>
                  <a:gd name="connsiteY24" fmla="*/ 182024 h 563255"/>
                  <a:gd name="connsiteX25" fmla="*/ 543959 w 596146"/>
                  <a:gd name="connsiteY25" fmla="*/ 179871 h 563255"/>
                  <a:gd name="connsiteX26" fmla="*/ 544666 w 596146"/>
                  <a:gd name="connsiteY26" fmla="*/ 177987 h 563255"/>
                  <a:gd name="connsiteX27" fmla="*/ 546551 w 596146"/>
                  <a:gd name="connsiteY27" fmla="*/ 174354 h 563255"/>
                  <a:gd name="connsiteX28" fmla="*/ 548435 w 596146"/>
                  <a:gd name="connsiteY28" fmla="*/ 171024 h 563255"/>
                  <a:gd name="connsiteX29" fmla="*/ 548873 w 596146"/>
                  <a:gd name="connsiteY29" fmla="*/ 168266 h 563255"/>
                  <a:gd name="connsiteX30" fmla="*/ 546853 w 596146"/>
                  <a:gd name="connsiteY30" fmla="*/ 164801 h 563255"/>
                  <a:gd name="connsiteX31" fmla="*/ 543387 w 596146"/>
                  <a:gd name="connsiteY31" fmla="*/ 163051 h 563255"/>
                  <a:gd name="connsiteX32" fmla="*/ 541502 w 596146"/>
                  <a:gd name="connsiteY32" fmla="*/ 161908 h 563255"/>
                  <a:gd name="connsiteX33" fmla="*/ 538036 w 596146"/>
                  <a:gd name="connsiteY33" fmla="*/ 161605 h 563255"/>
                  <a:gd name="connsiteX34" fmla="*/ 536892 w 596146"/>
                  <a:gd name="connsiteY34" fmla="*/ 158712 h 563255"/>
                  <a:gd name="connsiteX35" fmla="*/ 538541 w 596146"/>
                  <a:gd name="connsiteY35" fmla="*/ 156021 h 563255"/>
                  <a:gd name="connsiteX36" fmla="*/ 541435 w 596146"/>
                  <a:gd name="connsiteY36" fmla="*/ 153498 h 563255"/>
                  <a:gd name="connsiteX37" fmla="*/ 545272 w 596146"/>
                  <a:gd name="connsiteY37" fmla="*/ 150975 h 563255"/>
                  <a:gd name="connsiteX38" fmla="*/ 547224 w 596146"/>
                  <a:gd name="connsiteY38" fmla="*/ 147712 h 563255"/>
                  <a:gd name="connsiteX39" fmla="*/ 548637 w 596146"/>
                  <a:gd name="connsiteY39" fmla="*/ 143339 h 563255"/>
                  <a:gd name="connsiteX40" fmla="*/ 549613 w 596146"/>
                  <a:gd name="connsiteY40" fmla="*/ 141757 h 563255"/>
                  <a:gd name="connsiteX41" fmla="*/ 550421 w 596146"/>
                  <a:gd name="connsiteY41" fmla="*/ 140345 h 563255"/>
                  <a:gd name="connsiteX42" fmla="*/ 552104 w 596146"/>
                  <a:gd name="connsiteY42" fmla="*/ 137822 h 563255"/>
                  <a:gd name="connsiteX43" fmla="*/ 553046 w 596146"/>
                  <a:gd name="connsiteY43" fmla="*/ 136510 h 563255"/>
                  <a:gd name="connsiteX44" fmla="*/ 553484 w 596146"/>
                  <a:gd name="connsiteY44" fmla="*/ 135400 h 563255"/>
                  <a:gd name="connsiteX45" fmla="*/ 553080 w 596146"/>
                  <a:gd name="connsiteY45" fmla="*/ 134088 h 563255"/>
                  <a:gd name="connsiteX46" fmla="*/ 551161 w 596146"/>
                  <a:gd name="connsiteY46" fmla="*/ 132910 h 563255"/>
                  <a:gd name="connsiteX47" fmla="*/ 549512 w 596146"/>
                  <a:gd name="connsiteY47" fmla="*/ 132473 h 563255"/>
                  <a:gd name="connsiteX48" fmla="*/ 547055 w 596146"/>
                  <a:gd name="connsiteY48" fmla="*/ 133146 h 563255"/>
                  <a:gd name="connsiteX49" fmla="*/ 546349 w 596146"/>
                  <a:gd name="connsiteY49" fmla="*/ 133684 h 563255"/>
                  <a:gd name="connsiteX50" fmla="*/ 545440 w 596146"/>
                  <a:gd name="connsiteY50" fmla="*/ 134323 h 563255"/>
                  <a:gd name="connsiteX51" fmla="*/ 543488 w 596146"/>
                  <a:gd name="connsiteY51" fmla="*/ 135164 h 563255"/>
                  <a:gd name="connsiteX52" fmla="*/ 541132 w 596146"/>
                  <a:gd name="connsiteY52" fmla="*/ 135702 h 563255"/>
                  <a:gd name="connsiteX53" fmla="*/ 539988 w 596146"/>
                  <a:gd name="connsiteY53" fmla="*/ 134895 h 563255"/>
                  <a:gd name="connsiteX54" fmla="*/ 538541 w 596146"/>
                  <a:gd name="connsiteY54" fmla="*/ 133785 h 563255"/>
                  <a:gd name="connsiteX55" fmla="*/ 537094 w 596146"/>
                  <a:gd name="connsiteY55" fmla="*/ 133146 h 563255"/>
                  <a:gd name="connsiteX56" fmla="*/ 535613 w 596146"/>
                  <a:gd name="connsiteY56" fmla="*/ 131935 h 563255"/>
                  <a:gd name="connsiteX57" fmla="*/ 534368 w 596146"/>
                  <a:gd name="connsiteY57" fmla="*/ 131430 h 563255"/>
                  <a:gd name="connsiteX58" fmla="*/ 532921 w 596146"/>
                  <a:gd name="connsiteY58" fmla="*/ 129479 h 563255"/>
                  <a:gd name="connsiteX59" fmla="*/ 532921 w 596146"/>
                  <a:gd name="connsiteY59" fmla="*/ 127662 h 563255"/>
                  <a:gd name="connsiteX60" fmla="*/ 533459 w 596146"/>
                  <a:gd name="connsiteY60" fmla="*/ 125207 h 563255"/>
                  <a:gd name="connsiteX61" fmla="*/ 534536 w 596146"/>
                  <a:gd name="connsiteY61" fmla="*/ 124130 h 563255"/>
                  <a:gd name="connsiteX62" fmla="*/ 534805 w 596146"/>
                  <a:gd name="connsiteY62" fmla="*/ 121876 h 563255"/>
                  <a:gd name="connsiteX63" fmla="*/ 533459 w 596146"/>
                  <a:gd name="connsiteY63" fmla="*/ 119892 h 563255"/>
                  <a:gd name="connsiteX64" fmla="*/ 532617 w 596146"/>
                  <a:gd name="connsiteY64" fmla="*/ 118916 h 563255"/>
                  <a:gd name="connsiteX65" fmla="*/ 531171 w 596146"/>
                  <a:gd name="connsiteY65" fmla="*/ 117604 h 563255"/>
                  <a:gd name="connsiteX66" fmla="*/ 530228 w 596146"/>
                  <a:gd name="connsiteY66" fmla="*/ 117604 h 563255"/>
                  <a:gd name="connsiteX67" fmla="*/ 528142 w 596146"/>
                  <a:gd name="connsiteY67" fmla="*/ 118243 h 563255"/>
                  <a:gd name="connsiteX68" fmla="*/ 525315 w 596146"/>
                  <a:gd name="connsiteY68" fmla="*/ 118311 h 563255"/>
                  <a:gd name="connsiteX69" fmla="*/ 522690 w 596146"/>
                  <a:gd name="connsiteY69" fmla="*/ 116292 h 563255"/>
                  <a:gd name="connsiteX70" fmla="*/ 522690 w 596146"/>
                  <a:gd name="connsiteY70" fmla="*/ 114274 h 563255"/>
                  <a:gd name="connsiteX71" fmla="*/ 522252 w 596146"/>
                  <a:gd name="connsiteY71" fmla="*/ 111953 h 563255"/>
                  <a:gd name="connsiteX72" fmla="*/ 519358 w 596146"/>
                  <a:gd name="connsiteY72" fmla="*/ 108622 h 563255"/>
                  <a:gd name="connsiteX73" fmla="*/ 518651 w 596146"/>
                  <a:gd name="connsiteY73" fmla="*/ 105528 h 563255"/>
                  <a:gd name="connsiteX74" fmla="*/ 515185 w 596146"/>
                  <a:gd name="connsiteY74" fmla="*/ 101121 h 563255"/>
                  <a:gd name="connsiteX75" fmla="*/ 516766 w 596146"/>
                  <a:gd name="connsiteY75" fmla="*/ 98531 h 563255"/>
                  <a:gd name="connsiteX76" fmla="*/ 519391 w 596146"/>
                  <a:gd name="connsiteY76" fmla="*/ 93014 h 563255"/>
                  <a:gd name="connsiteX77" fmla="*/ 518684 w 596146"/>
                  <a:gd name="connsiteY77" fmla="*/ 91130 h 563255"/>
                  <a:gd name="connsiteX78" fmla="*/ 516160 w 596146"/>
                  <a:gd name="connsiteY78" fmla="*/ 87429 h 563255"/>
                  <a:gd name="connsiteX79" fmla="*/ 513333 w 596146"/>
                  <a:gd name="connsiteY79" fmla="*/ 86353 h 563255"/>
                  <a:gd name="connsiteX80" fmla="*/ 510372 w 596146"/>
                  <a:gd name="connsiteY80" fmla="*/ 87799 h 563255"/>
                  <a:gd name="connsiteX81" fmla="*/ 506367 w 596146"/>
                  <a:gd name="connsiteY81" fmla="*/ 88371 h 563255"/>
                  <a:gd name="connsiteX82" fmla="*/ 502598 w 596146"/>
                  <a:gd name="connsiteY82" fmla="*/ 84604 h 563255"/>
                  <a:gd name="connsiteX83" fmla="*/ 502362 w 596146"/>
                  <a:gd name="connsiteY83" fmla="*/ 82081 h 563255"/>
                  <a:gd name="connsiteX84" fmla="*/ 503002 w 596146"/>
                  <a:gd name="connsiteY84" fmla="*/ 78750 h 563255"/>
                  <a:gd name="connsiteX85" fmla="*/ 503809 w 596146"/>
                  <a:gd name="connsiteY85" fmla="*/ 77237 h 563255"/>
                  <a:gd name="connsiteX86" fmla="*/ 503372 w 596146"/>
                  <a:gd name="connsiteY86" fmla="*/ 75656 h 563255"/>
                  <a:gd name="connsiteX87" fmla="*/ 503372 w 596146"/>
                  <a:gd name="connsiteY87" fmla="*/ 72191 h 563255"/>
                  <a:gd name="connsiteX88" fmla="*/ 502160 w 596146"/>
                  <a:gd name="connsiteY88" fmla="*/ 70240 h 563255"/>
                  <a:gd name="connsiteX89" fmla="*/ 498525 w 596146"/>
                  <a:gd name="connsiteY89" fmla="*/ 69735 h 563255"/>
                  <a:gd name="connsiteX90" fmla="*/ 494117 w 596146"/>
                  <a:gd name="connsiteY90" fmla="*/ 70172 h 563255"/>
                  <a:gd name="connsiteX91" fmla="*/ 491492 w 596146"/>
                  <a:gd name="connsiteY91" fmla="*/ 69365 h 563255"/>
                  <a:gd name="connsiteX92" fmla="*/ 488968 w 596146"/>
                  <a:gd name="connsiteY92" fmla="*/ 64790 h 563255"/>
                  <a:gd name="connsiteX93" fmla="*/ 489035 w 596146"/>
                  <a:gd name="connsiteY93" fmla="*/ 61392 h 563255"/>
                  <a:gd name="connsiteX94" fmla="*/ 489540 w 596146"/>
                  <a:gd name="connsiteY94" fmla="*/ 56111 h 563255"/>
                  <a:gd name="connsiteX95" fmla="*/ 490112 w 596146"/>
                  <a:gd name="connsiteY95" fmla="*/ 51839 h 563255"/>
                  <a:gd name="connsiteX96" fmla="*/ 490549 w 596146"/>
                  <a:gd name="connsiteY96" fmla="*/ 49955 h 563255"/>
                  <a:gd name="connsiteX97" fmla="*/ 491997 w 596146"/>
                  <a:gd name="connsiteY97" fmla="*/ 44808 h 563255"/>
                  <a:gd name="connsiteX98" fmla="*/ 492636 w 596146"/>
                  <a:gd name="connsiteY98" fmla="*/ 42992 h 563255"/>
                  <a:gd name="connsiteX99" fmla="*/ 493343 w 596146"/>
                  <a:gd name="connsiteY99" fmla="*/ 40166 h 563255"/>
                  <a:gd name="connsiteX100" fmla="*/ 495362 w 596146"/>
                  <a:gd name="connsiteY100" fmla="*/ 38787 h 563255"/>
                  <a:gd name="connsiteX101" fmla="*/ 497751 w 596146"/>
                  <a:gd name="connsiteY101" fmla="*/ 37037 h 563255"/>
                  <a:gd name="connsiteX102" fmla="*/ 499131 w 596146"/>
                  <a:gd name="connsiteY102" fmla="*/ 34649 h 563255"/>
                  <a:gd name="connsiteX103" fmla="*/ 497886 w 596146"/>
                  <a:gd name="connsiteY103" fmla="*/ 31621 h 563255"/>
                  <a:gd name="connsiteX104" fmla="*/ 495362 w 596146"/>
                  <a:gd name="connsiteY104" fmla="*/ 28358 h 563255"/>
                  <a:gd name="connsiteX105" fmla="*/ 492905 w 596146"/>
                  <a:gd name="connsiteY105" fmla="*/ 28056 h 563255"/>
                  <a:gd name="connsiteX106" fmla="*/ 489338 w 596146"/>
                  <a:gd name="connsiteY106" fmla="*/ 28796 h 563255"/>
                  <a:gd name="connsiteX107" fmla="*/ 485501 w 596146"/>
                  <a:gd name="connsiteY107" fmla="*/ 31117 h 563255"/>
                  <a:gd name="connsiteX108" fmla="*/ 483213 w 596146"/>
                  <a:gd name="connsiteY108" fmla="*/ 32328 h 563255"/>
                  <a:gd name="connsiteX109" fmla="*/ 482068 w 596146"/>
                  <a:gd name="connsiteY109" fmla="*/ 33673 h 563255"/>
                  <a:gd name="connsiteX110" fmla="*/ 479174 w 596146"/>
                  <a:gd name="connsiteY110" fmla="*/ 36499 h 563255"/>
                  <a:gd name="connsiteX111" fmla="*/ 477458 w 596146"/>
                  <a:gd name="connsiteY111" fmla="*/ 38719 h 563255"/>
                  <a:gd name="connsiteX112" fmla="*/ 474732 w 596146"/>
                  <a:gd name="connsiteY112" fmla="*/ 41040 h 563255"/>
                  <a:gd name="connsiteX113" fmla="*/ 471299 w 596146"/>
                  <a:gd name="connsiteY113" fmla="*/ 42992 h 563255"/>
                  <a:gd name="connsiteX114" fmla="*/ 469616 w 596146"/>
                  <a:gd name="connsiteY114" fmla="*/ 43631 h 563255"/>
                  <a:gd name="connsiteX115" fmla="*/ 469246 w 596146"/>
                  <a:gd name="connsiteY115" fmla="*/ 44943 h 563255"/>
                  <a:gd name="connsiteX116" fmla="*/ 470660 w 596146"/>
                  <a:gd name="connsiteY116" fmla="*/ 46726 h 563255"/>
                  <a:gd name="connsiteX117" fmla="*/ 471299 w 596146"/>
                  <a:gd name="connsiteY117" fmla="*/ 48071 h 563255"/>
                  <a:gd name="connsiteX118" fmla="*/ 470861 w 596146"/>
                  <a:gd name="connsiteY118" fmla="*/ 49753 h 563255"/>
                  <a:gd name="connsiteX119" fmla="*/ 469111 w 596146"/>
                  <a:gd name="connsiteY119" fmla="*/ 51334 h 563255"/>
                  <a:gd name="connsiteX120" fmla="*/ 468304 w 596146"/>
                  <a:gd name="connsiteY120" fmla="*/ 53622 h 563255"/>
                  <a:gd name="connsiteX121" fmla="*/ 467530 w 596146"/>
                  <a:gd name="connsiteY121" fmla="*/ 56010 h 563255"/>
                  <a:gd name="connsiteX122" fmla="*/ 466991 w 596146"/>
                  <a:gd name="connsiteY122" fmla="*/ 57793 h 563255"/>
                  <a:gd name="connsiteX123" fmla="*/ 465510 w 596146"/>
                  <a:gd name="connsiteY123" fmla="*/ 60181 h 563255"/>
                  <a:gd name="connsiteX124" fmla="*/ 464265 w 596146"/>
                  <a:gd name="connsiteY124" fmla="*/ 62637 h 563255"/>
                  <a:gd name="connsiteX125" fmla="*/ 462515 w 596146"/>
                  <a:gd name="connsiteY125" fmla="*/ 67145 h 563255"/>
                  <a:gd name="connsiteX126" fmla="*/ 458813 w 596146"/>
                  <a:gd name="connsiteY126" fmla="*/ 66707 h 563255"/>
                  <a:gd name="connsiteX127" fmla="*/ 456087 w 596146"/>
                  <a:gd name="connsiteY127" fmla="*/ 66506 h 563255"/>
                  <a:gd name="connsiteX128" fmla="*/ 454337 w 596146"/>
                  <a:gd name="connsiteY128" fmla="*/ 66169 h 563255"/>
                  <a:gd name="connsiteX129" fmla="*/ 451948 w 596146"/>
                  <a:gd name="connsiteY129" fmla="*/ 62906 h 563255"/>
                  <a:gd name="connsiteX130" fmla="*/ 453159 w 596146"/>
                  <a:gd name="connsiteY130" fmla="*/ 61931 h 563255"/>
                  <a:gd name="connsiteX131" fmla="*/ 453799 w 596146"/>
                  <a:gd name="connsiteY131" fmla="*/ 59105 h 563255"/>
                  <a:gd name="connsiteX132" fmla="*/ 453159 w 596146"/>
                  <a:gd name="connsiteY132" fmla="*/ 55842 h 563255"/>
                  <a:gd name="connsiteX133" fmla="*/ 451544 w 596146"/>
                  <a:gd name="connsiteY133" fmla="*/ 54429 h 563255"/>
                  <a:gd name="connsiteX134" fmla="*/ 451005 w 596146"/>
                  <a:gd name="connsiteY134" fmla="*/ 51603 h 563255"/>
                  <a:gd name="connsiteX135" fmla="*/ 451645 w 596146"/>
                  <a:gd name="connsiteY135" fmla="*/ 50089 h 563255"/>
                  <a:gd name="connsiteX136" fmla="*/ 453159 w 596146"/>
                  <a:gd name="connsiteY136" fmla="*/ 46490 h 563255"/>
                  <a:gd name="connsiteX137" fmla="*/ 452385 w 596146"/>
                  <a:gd name="connsiteY137" fmla="*/ 43328 h 563255"/>
                  <a:gd name="connsiteX138" fmla="*/ 450770 w 596146"/>
                  <a:gd name="connsiteY138" fmla="*/ 41040 h 563255"/>
                  <a:gd name="connsiteX139" fmla="*/ 447943 w 596146"/>
                  <a:gd name="connsiteY139" fmla="*/ 41242 h 563255"/>
                  <a:gd name="connsiteX140" fmla="*/ 445015 w 596146"/>
                  <a:gd name="connsiteY140" fmla="*/ 38753 h 563255"/>
                  <a:gd name="connsiteX141" fmla="*/ 442827 w 596146"/>
                  <a:gd name="connsiteY141" fmla="*/ 35591 h 563255"/>
                  <a:gd name="connsiteX142" fmla="*/ 442188 w 596146"/>
                  <a:gd name="connsiteY142" fmla="*/ 33539 h 563255"/>
                  <a:gd name="connsiteX143" fmla="*/ 440875 w 596146"/>
                  <a:gd name="connsiteY143" fmla="*/ 29738 h 563255"/>
                  <a:gd name="connsiteX144" fmla="*/ 439260 w 596146"/>
                  <a:gd name="connsiteY144" fmla="*/ 29637 h 563255"/>
                  <a:gd name="connsiteX145" fmla="*/ 434380 w 596146"/>
                  <a:gd name="connsiteY145" fmla="*/ 28762 h 563255"/>
                  <a:gd name="connsiteX146" fmla="*/ 433404 w 596146"/>
                  <a:gd name="connsiteY146" fmla="*/ 27349 h 563255"/>
                  <a:gd name="connsiteX147" fmla="*/ 432865 w 596146"/>
                  <a:gd name="connsiteY147" fmla="*/ 26071 h 563255"/>
                  <a:gd name="connsiteX148" fmla="*/ 431890 w 596146"/>
                  <a:gd name="connsiteY148" fmla="*/ 26071 h 563255"/>
                  <a:gd name="connsiteX149" fmla="*/ 429399 w 596146"/>
                  <a:gd name="connsiteY149" fmla="*/ 25802 h 563255"/>
                  <a:gd name="connsiteX150" fmla="*/ 426909 w 596146"/>
                  <a:gd name="connsiteY150" fmla="*/ 24321 h 563255"/>
                  <a:gd name="connsiteX151" fmla="*/ 424418 w 596146"/>
                  <a:gd name="connsiteY151" fmla="*/ 22135 h 563255"/>
                  <a:gd name="connsiteX152" fmla="*/ 422130 w 596146"/>
                  <a:gd name="connsiteY152" fmla="*/ 21361 h 563255"/>
                  <a:gd name="connsiteX153" fmla="*/ 418865 w 596146"/>
                  <a:gd name="connsiteY153" fmla="*/ 22337 h 563255"/>
                  <a:gd name="connsiteX154" fmla="*/ 415029 w 596146"/>
                  <a:gd name="connsiteY154" fmla="*/ 20789 h 563255"/>
                  <a:gd name="connsiteX155" fmla="*/ 413245 w 596146"/>
                  <a:gd name="connsiteY155" fmla="*/ 20352 h 563255"/>
                  <a:gd name="connsiteX156" fmla="*/ 409173 w 596146"/>
                  <a:gd name="connsiteY156" fmla="*/ 17997 h 563255"/>
                  <a:gd name="connsiteX157" fmla="*/ 407153 w 596146"/>
                  <a:gd name="connsiteY157" fmla="*/ 16181 h 563255"/>
                  <a:gd name="connsiteX158" fmla="*/ 405740 w 596146"/>
                  <a:gd name="connsiteY158" fmla="*/ 15945 h 563255"/>
                  <a:gd name="connsiteX159" fmla="*/ 403350 w 596146"/>
                  <a:gd name="connsiteY159" fmla="*/ 15710 h 563255"/>
                  <a:gd name="connsiteX160" fmla="*/ 402139 w 596146"/>
                  <a:gd name="connsiteY160" fmla="*/ 14331 h 563255"/>
                  <a:gd name="connsiteX161" fmla="*/ 402475 w 596146"/>
                  <a:gd name="connsiteY161" fmla="*/ 12985 h 563255"/>
                  <a:gd name="connsiteX162" fmla="*/ 402475 w 596146"/>
                  <a:gd name="connsiteY162" fmla="*/ 11404 h 563255"/>
                  <a:gd name="connsiteX163" fmla="*/ 399918 w 596146"/>
                  <a:gd name="connsiteY163" fmla="*/ 9789 h 563255"/>
                  <a:gd name="connsiteX164" fmla="*/ 397965 w 596146"/>
                  <a:gd name="connsiteY164" fmla="*/ 7737 h 563255"/>
                  <a:gd name="connsiteX165" fmla="*/ 397225 w 596146"/>
                  <a:gd name="connsiteY165" fmla="*/ 6089 h 563255"/>
                  <a:gd name="connsiteX166" fmla="*/ 397225 w 596146"/>
                  <a:gd name="connsiteY166" fmla="*/ 4541 h 563255"/>
                  <a:gd name="connsiteX167" fmla="*/ 396316 w 596146"/>
                  <a:gd name="connsiteY167" fmla="*/ 2355 h 563255"/>
                  <a:gd name="connsiteX168" fmla="*/ 394634 w 596146"/>
                  <a:gd name="connsiteY168" fmla="*/ 0 h 563255"/>
                  <a:gd name="connsiteX169" fmla="*/ 391840 w 596146"/>
                  <a:gd name="connsiteY169" fmla="*/ 0 h 563255"/>
                  <a:gd name="connsiteX170" fmla="*/ 389821 w 596146"/>
                  <a:gd name="connsiteY170" fmla="*/ 807 h 563255"/>
                  <a:gd name="connsiteX171" fmla="*/ 388475 w 596146"/>
                  <a:gd name="connsiteY171" fmla="*/ 2288 h 563255"/>
                  <a:gd name="connsiteX172" fmla="*/ 389215 w 596146"/>
                  <a:gd name="connsiteY172" fmla="*/ 3734 h 563255"/>
                  <a:gd name="connsiteX173" fmla="*/ 389788 w 596146"/>
                  <a:gd name="connsiteY173" fmla="*/ 6257 h 563255"/>
                  <a:gd name="connsiteX174" fmla="*/ 389518 w 596146"/>
                  <a:gd name="connsiteY174" fmla="*/ 8982 h 563255"/>
                  <a:gd name="connsiteX175" fmla="*/ 386927 w 596146"/>
                  <a:gd name="connsiteY175" fmla="*/ 9688 h 563255"/>
                  <a:gd name="connsiteX176" fmla="*/ 384302 w 596146"/>
                  <a:gd name="connsiteY176" fmla="*/ 11875 h 563255"/>
                  <a:gd name="connsiteX177" fmla="*/ 383864 w 596146"/>
                  <a:gd name="connsiteY177" fmla="*/ 12951 h 563255"/>
                  <a:gd name="connsiteX178" fmla="*/ 384807 w 596146"/>
                  <a:gd name="connsiteY178" fmla="*/ 15037 h 563255"/>
                  <a:gd name="connsiteX179" fmla="*/ 385682 w 596146"/>
                  <a:gd name="connsiteY179" fmla="*/ 17224 h 563255"/>
                  <a:gd name="connsiteX180" fmla="*/ 385985 w 596146"/>
                  <a:gd name="connsiteY180" fmla="*/ 20857 h 563255"/>
                  <a:gd name="connsiteX181" fmla="*/ 386422 w 596146"/>
                  <a:gd name="connsiteY181" fmla="*/ 23615 h 563255"/>
                  <a:gd name="connsiteX182" fmla="*/ 389518 w 596146"/>
                  <a:gd name="connsiteY182" fmla="*/ 25566 h 563255"/>
                  <a:gd name="connsiteX183" fmla="*/ 387835 w 596146"/>
                  <a:gd name="connsiteY183" fmla="*/ 29334 h 563255"/>
                  <a:gd name="connsiteX184" fmla="*/ 383191 w 596146"/>
                  <a:gd name="connsiteY184" fmla="*/ 31083 h 563255"/>
                  <a:gd name="connsiteX185" fmla="*/ 383057 w 596146"/>
                  <a:gd name="connsiteY185" fmla="*/ 33976 h 563255"/>
                  <a:gd name="connsiteX186" fmla="*/ 383258 w 596146"/>
                  <a:gd name="connsiteY186" fmla="*/ 39123 h 563255"/>
                  <a:gd name="connsiteX187" fmla="*/ 383258 w 596146"/>
                  <a:gd name="connsiteY187" fmla="*/ 41747 h 563255"/>
                  <a:gd name="connsiteX188" fmla="*/ 383258 w 596146"/>
                  <a:gd name="connsiteY188" fmla="*/ 44337 h 563255"/>
                  <a:gd name="connsiteX189" fmla="*/ 383258 w 596146"/>
                  <a:gd name="connsiteY189" fmla="*/ 48105 h 563255"/>
                  <a:gd name="connsiteX190" fmla="*/ 383595 w 596146"/>
                  <a:gd name="connsiteY190" fmla="*/ 52512 h 563255"/>
                  <a:gd name="connsiteX191" fmla="*/ 382182 w 596146"/>
                  <a:gd name="connsiteY191" fmla="*/ 55842 h 563255"/>
                  <a:gd name="connsiteX192" fmla="*/ 380869 w 596146"/>
                  <a:gd name="connsiteY192" fmla="*/ 57625 h 563255"/>
                  <a:gd name="connsiteX193" fmla="*/ 378917 w 596146"/>
                  <a:gd name="connsiteY193" fmla="*/ 59239 h 563255"/>
                  <a:gd name="connsiteX194" fmla="*/ 375787 w 596146"/>
                  <a:gd name="connsiteY194" fmla="*/ 60181 h 563255"/>
                  <a:gd name="connsiteX195" fmla="*/ 374475 w 596146"/>
                  <a:gd name="connsiteY195" fmla="*/ 58163 h 563255"/>
                  <a:gd name="connsiteX196" fmla="*/ 369898 w 596146"/>
                  <a:gd name="connsiteY196" fmla="*/ 57658 h 563255"/>
                  <a:gd name="connsiteX197" fmla="*/ 368148 w 596146"/>
                  <a:gd name="connsiteY197" fmla="*/ 57658 h 563255"/>
                  <a:gd name="connsiteX198" fmla="*/ 362056 w 596146"/>
                  <a:gd name="connsiteY198" fmla="*/ 59038 h 563255"/>
                  <a:gd name="connsiteX199" fmla="*/ 357647 w 596146"/>
                  <a:gd name="connsiteY199" fmla="*/ 60854 h 563255"/>
                  <a:gd name="connsiteX200" fmla="*/ 351926 w 596146"/>
                  <a:gd name="connsiteY200" fmla="*/ 63478 h 563255"/>
                  <a:gd name="connsiteX201" fmla="*/ 351926 w 596146"/>
                  <a:gd name="connsiteY201" fmla="*/ 65059 h 563255"/>
                  <a:gd name="connsiteX202" fmla="*/ 349570 w 596146"/>
                  <a:gd name="connsiteY202" fmla="*/ 68019 h 563255"/>
                  <a:gd name="connsiteX203" fmla="*/ 347282 w 596146"/>
                  <a:gd name="connsiteY203" fmla="*/ 71989 h 563255"/>
                  <a:gd name="connsiteX204" fmla="*/ 346777 w 596146"/>
                  <a:gd name="connsiteY204" fmla="*/ 74310 h 563255"/>
                  <a:gd name="connsiteX205" fmla="*/ 347652 w 596146"/>
                  <a:gd name="connsiteY205" fmla="*/ 75824 h 563255"/>
                  <a:gd name="connsiteX206" fmla="*/ 349099 w 596146"/>
                  <a:gd name="connsiteY206" fmla="*/ 77708 h 563255"/>
                  <a:gd name="connsiteX207" fmla="*/ 349671 w 596146"/>
                  <a:gd name="connsiteY207" fmla="*/ 79087 h 563255"/>
                  <a:gd name="connsiteX208" fmla="*/ 352128 w 596146"/>
                  <a:gd name="connsiteY208" fmla="*/ 81610 h 563255"/>
                  <a:gd name="connsiteX209" fmla="*/ 353138 w 596146"/>
                  <a:gd name="connsiteY209" fmla="*/ 82754 h 563255"/>
                  <a:gd name="connsiteX210" fmla="*/ 352263 w 596146"/>
                  <a:gd name="connsiteY210" fmla="*/ 86286 h 563255"/>
                  <a:gd name="connsiteX211" fmla="*/ 348998 w 596146"/>
                  <a:gd name="connsiteY211" fmla="*/ 86286 h 563255"/>
                  <a:gd name="connsiteX212" fmla="*/ 346609 w 596146"/>
                  <a:gd name="connsiteY212" fmla="*/ 86588 h 563255"/>
                  <a:gd name="connsiteX213" fmla="*/ 345296 w 596146"/>
                  <a:gd name="connsiteY213" fmla="*/ 88170 h 563255"/>
                  <a:gd name="connsiteX214" fmla="*/ 344354 w 596146"/>
                  <a:gd name="connsiteY214" fmla="*/ 90928 h 563255"/>
                  <a:gd name="connsiteX215" fmla="*/ 342402 w 596146"/>
                  <a:gd name="connsiteY215" fmla="*/ 91735 h 563255"/>
                  <a:gd name="connsiteX216" fmla="*/ 340585 w 596146"/>
                  <a:gd name="connsiteY216" fmla="*/ 92105 h 563255"/>
                  <a:gd name="connsiteX217" fmla="*/ 338128 w 596146"/>
                  <a:gd name="connsiteY217" fmla="*/ 92105 h 563255"/>
                  <a:gd name="connsiteX218" fmla="*/ 335806 w 596146"/>
                  <a:gd name="connsiteY218" fmla="*/ 91836 h 563255"/>
                  <a:gd name="connsiteX219" fmla="*/ 332979 w 596146"/>
                  <a:gd name="connsiteY219" fmla="*/ 91433 h 563255"/>
                  <a:gd name="connsiteX220" fmla="*/ 329209 w 596146"/>
                  <a:gd name="connsiteY220" fmla="*/ 91500 h 563255"/>
                  <a:gd name="connsiteX221" fmla="*/ 327560 w 596146"/>
                  <a:gd name="connsiteY221" fmla="*/ 92307 h 563255"/>
                  <a:gd name="connsiteX222" fmla="*/ 325911 w 596146"/>
                  <a:gd name="connsiteY222" fmla="*/ 93316 h 563255"/>
                  <a:gd name="connsiteX223" fmla="*/ 325104 w 596146"/>
                  <a:gd name="connsiteY223" fmla="*/ 94763 h 563255"/>
                  <a:gd name="connsiteX224" fmla="*/ 325810 w 596146"/>
                  <a:gd name="connsiteY224" fmla="*/ 96445 h 563255"/>
                  <a:gd name="connsiteX225" fmla="*/ 325810 w 596146"/>
                  <a:gd name="connsiteY225" fmla="*/ 99405 h 563255"/>
                  <a:gd name="connsiteX226" fmla="*/ 323791 w 596146"/>
                  <a:gd name="connsiteY226" fmla="*/ 100213 h 563255"/>
                  <a:gd name="connsiteX227" fmla="*/ 321906 w 596146"/>
                  <a:gd name="connsiteY227" fmla="*/ 100347 h 563255"/>
                  <a:gd name="connsiteX228" fmla="*/ 319012 w 596146"/>
                  <a:gd name="connsiteY228" fmla="*/ 99170 h 563255"/>
                  <a:gd name="connsiteX229" fmla="*/ 319517 w 596146"/>
                  <a:gd name="connsiteY229" fmla="*/ 97353 h 563255"/>
                  <a:gd name="connsiteX230" fmla="*/ 320022 w 596146"/>
                  <a:gd name="connsiteY230" fmla="*/ 96209 h 563255"/>
                  <a:gd name="connsiteX231" fmla="*/ 317329 w 596146"/>
                  <a:gd name="connsiteY231" fmla="*/ 93249 h 563255"/>
                  <a:gd name="connsiteX232" fmla="*/ 315949 w 596146"/>
                  <a:gd name="connsiteY232" fmla="*/ 92105 h 563255"/>
                  <a:gd name="connsiteX233" fmla="*/ 313122 w 596146"/>
                  <a:gd name="connsiteY233" fmla="*/ 92038 h 563255"/>
                  <a:gd name="connsiteX234" fmla="*/ 310363 w 596146"/>
                  <a:gd name="connsiteY234" fmla="*/ 92475 h 563255"/>
                  <a:gd name="connsiteX235" fmla="*/ 306391 w 596146"/>
                  <a:gd name="connsiteY235" fmla="*/ 93552 h 563255"/>
                  <a:gd name="connsiteX236" fmla="*/ 305752 w 596146"/>
                  <a:gd name="connsiteY236" fmla="*/ 93047 h 563255"/>
                  <a:gd name="connsiteX237" fmla="*/ 302555 w 596146"/>
                  <a:gd name="connsiteY237" fmla="*/ 91870 h 563255"/>
                  <a:gd name="connsiteX238" fmla="*/ 300805 w 596146"/>
                  <a:gd name="connsiteY238" fmla="*/ 90995 h 563255"/>
                  <a:gd name="connsiteX239" fmla="*/ 298213 w 596146"/>
                  <a:gd name="connsiteY239" fmla="*/ 89616 h 563255"/>
                  <a:gd name="connsiteX240" fmla="*/ 297035 w 596146"/>
                  <a:gd name="connsiteY240" fmla="*/ 89919 h 563255"/>
                  <a:gd name="connsiteX241" fmla="*/ 294276 w 596146"/>
                  <a:gd name="connsiteY241" fmla="*/ 90793 h 563255"/>
                  <a:gd name="connsiteX242" fmla="*/ 292391 w 596146"/>
                  <a:gd name="connsiteY242" fmla="*/ 90861 h 563255"/>
                  <a:gd name="connsiteX243" fmla="*/ 288487 w 596146"/>
                  <a:gd name="connsiteY243" fmla="*/ 89212 h 563255"/>
                  <a:gd name="connsiteX244" fmla="*/ 287175 w 596146"/>
                  <a:gd name="connsiteY244" fmla="*/ 88640 h 563255"/>
                  <a:gd name="connsiteX245" fmla="*/ 286670 w 596146"/>
                  <a:gd name="connsiteY245" fmla="*/ 88640 h 563255"/>
                  <a:gd name="connsiteX246" fmla="*/ 283406 w 596146"/>
                  <a:gd name="connsiteY246" fmla="*/ 88640 h 563255"/>
                  <a:gd name="connsiteX247" fmla="*/ 282026 w 596146"/>
                  <a:gd name="connsiteY247" fmla="*/ 88910 h 563255"/>
                  <a:gd name="connsiteX248" fmla="*/ 280511 w 596146"/>
                  <a:gd name="connsiteY248" fmla="*/ 90121 h 563255"/>
                  <a:gd name="connsiteX249" fmla="*/ 278862 w 596146"/>
                  <a:gd name="connsiteY249" fmla="*/ 91298 h 563255"/>
                  <a:gd name="connsiteX250" fmla="*/ 278862 w 596146"/>
                  <a:gd name="connsiteY250" fmla="*/ 92946 h 563255"/>
                  <a:gd name="connsiteX251" fmla="*/ 280141 w 596146"/>
                  <a:gd name="connsiteY251" fmla="*/ 94763 h 563255"/>
                  <a:gd name="connsiteX252" fmla="*/ 282497 w 596146"/>
                  <a:gd name="connsiteY252" fmla="*/ 95705 h 563255"/>
                  <a:gd name="connsiteX253" fmla="*/ 285055 w 596146"/>
                  <a:gd name="connsiteY253" fmla="*/ 95940 h 563255"/>
                  <a:gd name="connsiteX254" fmla="*/ 287377 w 596146"/>
                  <a:gd name="connsiteY254" fmla="*/ 95873 h 563255"/>
                  <a:gd name="connsiteX255" fmla="*/ 289329 w 596146"/>
                  <a:gd name="connsiteY255" fmla="*/ 94797 h 563255"/>
                  <a:gd name="connsiteX256" fmla="*/ 289329 w 596146"/>
                  <a:gd name="connsiteY256" fmla="*/ 98261 h 563255"/>
                  <a:gd name="connsiteX257" fmla="*/ 289329 w 596146"/>
                  <a:gd name="connsiteY257" fmla="*/ 101524 h 563255"/>
                  <a:gd name="connsiteX258" fmla="*/ 286064 w 596146"/>
                  <a:gd name="connsiteY258" fmla="*/ 103778 h 563255"/>
                  <a:gd name="connsiteX259" fmla="*/ 284112 w 596146"/>
                  <a:gd name="connsiteY259" fmla="*/ 108118 h 563255"/>
                  <a:gd name="connsiteX260" fmla="*/ 280478 w 596146"/>
                  <a:gd name="connsiteY260" fmla="*/ 109867 h 563255"/>
                  <a:gd name="connsiteX261" fmla="*/ 276338 w 596146"/>
                  <a:gd name="connsiteY261" fmla="*/ 108992 h 563255"/>
                  <a:gd name="connsiteX262" fmla="*/ 272198 w 596146"/>
                  <a:gd name="connsiteY262" fmla="*/ 108051 h 563255"/>
                  <a:gd name="connsiteX263" fmla="*/ 267554 w 596146"/>
                  <a:gd name="connsiteY263" fmla="*/ 107613 h 563255"/>
                  <a:gd name="connsiteX264" fmla="*/ 262977 w 596146"/>
                  <a:gd name="connsiteY264" fmla="*/ 107546 h 563255"/>
                  <a:gd name="connsiteX265" fmla="*/ 258770 w 596146"/>
                  <a:gd name="connsiteY265" fmla="*/ 107243 h 563255"/>
                  <a:gd name="connsiteX266" fmla="*/ 256078 w 596146"/>
                  <a:gd name="connsiteY266" fmla="*/ 107243 h 563255"/>
                  <a:gd name="connsiteX267" fmla="*/ 251064 w 596146"/>
                  <a:gd name="connsiteY267" fmla="*/ 107546 h 563255"/>
                  <a:gd name="connsiteX268" fmla="*/ 249313 w 596146"/>
                  <a:gd name="connsiteY268" fmla="*/ 108421 h 563255"/>
                  <a:gd name="connsiteX269" fmla="*/ 247631 w 596146"/>
                  <a:gd name="connsiteY269" fmla="*/ 111011 h 563255"/>
                  <a:gd name="connsiteX270" fmla="*/ 246116 w 596146"/>
                  <a:gd name="connsiteY270" fmla="*/ 113534 h 563255"/>
                  <a:gd name="connsiteX271" fmla="*/ 244501 w 596146"/>
                  <a:gd name="connsiteY271" fmla="*/ 116360 h 563255"/>
                  <a:gd name="connsiteX272" fmla="*/ 243996 w 596146"/>
                  <a:gd name="connsiteY272" fmla="*/ 122583 h 563255"/>
                  <a:gd name="connsiteX273" fmla="*/ 243996 w 596146"/>
                  <a:gd name="connsiteY273" fmla="*/ 124601 h 563255"/>
                  <a:gd name="connsiteX274" fmla="*/ 242044 w 596146"/>
                  <a:gd name="connsiteY274" fmla="*/ 127999 h 563255"/>
                  <a:gd name="connsiteX275" fmla="*/ 239520 w 596146"/>
                  <a:gd name="connsiteY275" fmla="*/ 130387 h 563255"/>
                  <a:gd name="connsiteX276" fmla="*/ 237938 w 596146"/>
                  <a:gd name="connsiteY276" fmla="*/ 130387 h 563255"/>
                  <a:gd name="connsiteX277" fmla="*/ 234472 w 596146"/>
                  <a:gd name="connsiteY277" fmla="*/ 130387 h 563255"/>
                  <a:gd name="connsiteX278" fmla="*/ 232520 w 596146"/>
                  <a:gd name="connsiteY278" fmla="*/ 130993 h 563255"/>
                  <a:gd name="connsiteX279" fmla="*/ 231645 w 596146"/>
                  <a:gd name="connsiteY279" fmla="*/ 133415 h 563255"/>
                  <a:gd name="connsiteX280" fmla="*/ 232082 w 596146"/>
                  <a:gd name="connsiteY280" fmla="*/ 135938 h 563255"/>
                  <a:gd name="connsiteX281" fmla="*/ 229322 w 596146"/>
                  <a:gd name="connsiteY281" fmla="*/ 140008 h 563255"/>
                  <a:gd name="connsiteX282" fmla="*/ 225755 w 596146"/>
                  <a:gd name="connsiteY282" fmla="*/ 140075 h 563255"/>
                  <a:gd name="connsiteX283" fmla="*/ 223736 w 596146"/>
                  <a:gd name="connsiteY283" fmla="*/ 138999 h 563255"/>
                  <a:gd name="connsiteX284" fmla="*/ 223164 w 596146"/>
                  <a:gd name="connsiteY284" fmla="*/ 136476 h 563255"/>
                  <a:gd name="connsiteX285" fmla="*/ 223164 w 596146"/>
                  <a:gd name="connsiteY285" fmla="*/ 133953 h 563255"/>
                  <a:gd name="connsiteX286" fmla="*/ 220673 w 596146"/>
                  <a:gd name="connsiteY286" fmla="*/ 131800 h 563255"/>
                  <a:gd name="connsiteX287" fmla="*/ 219125 w 596146"/>
                  <a:gd name="connsiteY287" fmla="*/ 132305 h 563255"/>
                  <a:gd name="connsiteX288" fmla="*/ 216870 w 596146"/>
                  <a:gd name="connsiteY288" fmla="*/ 135198 h 563255"/>
                  <a:gd name="connsiteX289" fmla="*/ 213606 w 596146"/>
                  <a:gd name="connsiteY289" fmla="*/ 137586 h 563255"/>
                  <a:gd name="connsiteX290" fmla="*/ 210543 w 596146"/>
                  <a:gd name="connsiteY290" fmla="*/ 137149 h 563255"/>
                  <a:gd name="connsiteX291" fmla="*/ 204822 w 596146"/>
                  <a:gd name="connsiteY291" fmla="*/ 137653 h 563255"/>
                  <a:gd name="connsiteX292" fmla="*/ 200817 w 596146"/>
                  <a:gd name="connsiteY292" fmla="*/ 140109 h 563255"/>
                  <a:gd name="connsiteX293" fmla="*/ 199000 w 596146"/>
                  <a:gd name="connsiteY293" fmla="*/ 142935 h 563255"/>
                  <a:gd name="connsiteX294" fmla="*/ 195971 w 596146"/>
                  <a:gd name="connsiteY294" fmla="*/ 146265 h 563255"/>
                  <a:gd name="connsiteX295" fmla="*/ 193211 w 596146"/>
                  <a:gd name="connsiteY295" fmla="*/ 150975 h 563255"/>
                  <a:gd name="connsiteX296" fmla="*/ 191629 w 596146"/>
                  <a:gd name="connsiteY296" fmla="*/ 153363 h 563255"/>
                  <a:gd name="connsiteX297" fmla="*/ 189004 w 596146"/>
                  <a:gd name="connsiteY297" fmla="*/ 156122 h 563255"/>
                  <a:gd name="connsiteX298" fmla="*/ 184158 w 596146"/>
                  <a:gd name="connsiteY298" fmla="*/ 160898 h 563255"/>
                  <a:gd name="connsiteX299" fmla="*/ 180759 w 596146"/>
                  <a:gd name="connsiteY299" fmla="*/ 164868 h 563255"/>
                  <a:gd name="connsiteX300" fmla="*/ 178807 w 596146"/>
                  <a:gd name="connsiteY300" fmla="*/ 167559 h 563255"/>
                  <a:gd name="connsiteX301" fmla="*/ 175240 w 596146"/>
                  <a:gd name="connsiteY301" fmla="*/ 167929 h 563255"/>
                  <a:gd name="connsiteX302" fmla="*/ 173557 w 596146"/>
                  <a:gd name="connsiteY302" fmla="*/ 167795 h 563255"/>
                  <a:gd name="connsiteX303" fmla="*/ 171369 w 596146"/>
                  <a:gd name="connsiteY303" fmla="*/ 165911 h 563255"/>
                  <a:gd name="connsiteX304" fmla="*/ 169114 w 596146"/>
                  <a:gd name="connsiteY304" fmla="*/ 165171 h 563255"/>
                  <a:gd name="connsiteX305" fmla="*/ 168307 w 596146"/>
                  <a:gd name="connsiteY305" fmla="*/ 165238 h 563255"/>
                  <a:gd name="connsiteX306" fmla="*/ 166792 w 596146"/>
                  <a:gd name="connsiteY306" fmla="*/ 167189 h 563255"/>
                  <a:gd name="connsiteX307" fmla="*/ 164470 w 596146"/>
                  <a:gd name="connsiteY307" fmla="*/ 167626 h 563255"/>
                  <a:gd name="connsiteX308" fmla="*/ 163090 w 596146"/>
                  <a:gd name="connsiteY308" fmla="*/ 166886 h 563255"/>
                  <a:gd name="connsiteX309" fmla="*/ 161273 w 596146"/>
                  <a:gd name="connsiteY309" fmla="*/ 166886 h 563255"/>
                  <a:gd name="connsiteX310" fmla="*/ 159960 w 596146"/>
                  <a:gd name="connsiteY310" fmla="*/ 168299 h 563255"/>
                  <a:gd name="connsiteX311" fmla="*/ 158311 w 596146"/>
                  <a:gd name="connsiteY311" fmla="*/ 169880 h 563255"/>
                  <a:gd name="connsiteX312" fmla="*/ 155181 w 596146"/>
                  <a:gd name="connsiteY312" fmla="*/ 172134 h 563255"/>
                  <a:gd name="connsiteX313" fmla="*/ 150840 w 596146"/>
                  <a:gd name="connsiteY313" fmla="*/ 172874 h 563255"/>
                  <a:gd name="connsiteX314" fmla="*/ 148383 w 596146"/>
                  <a:gd name="connsiteY314" fmla="*/ 173244 h 563255"/>
                  <a:gd name="connsiteX315" fmla="*/ 146801 w 596146"/>
                  <a:gd name="connsiteY315" fmla="*/ 175935 h 563255"/>
                  <a:gd name="connsiteX316" fmla="*/ 145489 w 596146"/>
                  <a:gd name="connsiteY316" fmla="*/ 177685 h 563255"/>
                  <a:gd name="connsiteX317" fmla="*/ 144614 w 596146"/>
                  <a:gd name="connsiteY317" fmla="*/ 179703 h 563255"/>
                  <a:gd name="connsiteX318" fmla="*/ 143672 w 596146"/>
                  <a:gd name="connsiteY318" fmla="*/ 180948 h 563255"/>
                  <a:gd name="connsiteX319" fmla="*/ 141854 w 596146"/>
                  <a:gd name="connsiteY319" fmla="*/ 182024 h 563255"/>
                  <a:gd name="connsiteX320" fmla="*/ 139330 w 596146"/>
                  <a:gd name="connsiteY320" fmla="*/ 182966 h 563255"/>
                  <a:gd name="connsiteX321" fmla="*/ 137446 w 596146"/>
                  <a:gd name="connsiteY321" fmla="*/ 182831 h 563255"/>
                  <a:gd name="connsiteX322" fmla="*/ 135763 w 596146"/>
                  <a:gd name="connsiteY322" fmla="*/ 182764 h 563255"/>
                  <a:gd name="connsiteX323" fmla="*/ 132869 w 596146"/>
                  <a:gd name="connsiteY323" fmla="*/ 184211 h 563255"/>
                  <a:gd name="connsiteX324" fmla="*/ 132061 w 596146"/>
                  <a:gd name="connsiteY324" fmla="*/ 185018 h 563255"/>
                  <a:gd name="connsiteX325" fmla="*/ 131085 w 596146"/>
                  <a:gd name="connsiteY325" fmla="*/ 187339 h 563255"/>
                  <a:gd name="connsiteX326" fmla="*/ 130378 w 596146"/>
                  <a:gd name="connsiteY326" fmla="*/ 189088 h 563255"/>
                  <a:gd name="connsiteX327" fmla="*/ 131051 w 596146"/>
                  <a:gd name="connsiteY327" fmla="*/ 192217 h 563255"/>
                  <a:gd name="connsiteX328" fmla="*/ 131051 w 596146"/>
                  <a:gd name="connsiteY328" fmla="*/ 196926 h 563255"/>
                  <a:gd name="connsiteX329" fmla="*/ 130378 w 596146"/>
                  <a:gd name="connsiteY329" fmla="*/ 201131 h 563255"/>
                  <a:gd name="connsiteX330" fmla="*/ 128224 w 596146"/>
                  <a:gd name="connsiteY330" fmla="*/ 203520 h 563255"/>
                  <a:gd name="connsiteX331" fmla="*/ 125969 w 596146"/>
                  <a:gd name="connsiteY331" fmla="*/ 203823 h 563255"/>
                  <a:gd name="connsiteX332" fmla="*/ 123815 w 596146"/>
                  <a:gd name="connsiteY332" fmla="*/ 203183 h 563255"/>
                  <a:gd name="connsiteX333" fmla="*/ 120484 w 596146"/>
                  <a:gd name="connsiteY333" fmla="*/ 201804 h 563255"/>
                  <a:gd name="connsiteX334" fmla="*/ 117287 w 596146"/>
                  <a:gd name="connsiteY334" fmla="*/ 203486 h 563255"/>
                  <a:gd name="connsiteX335" fmla="*/ 115974 w 596146"/>
                  <a:gd name="connsiteY335" fmla="*/ 207321 h 563255"/>
                  <a:gd name="connsiteX336" fmla="*/ 114022 w 596146"/>
                  <a:gd name="connsiteY336" fmla="*/ 208902 h 563255"/>
                  <a:gd name="connsiteX337" fmla="*/ 112642 w 596146"/>
                  <a:gd name="connsiteY337" fmla="*/ 210719 h 563255"/>
                  <a:gd name="connsiteX338" fmla="*/ 109950 w 596146"/>
                  <a:gd name="connsiteY338" fmla="*/ 212973 h 563255"/>
                  <a:gd name="connsiteX339" fmla="*/ 108334 w 596146"/>
                  <a:gd name="connsiteY339" fmla="*/ 214991 h 563255"/>
                  <a:gd name="connsiteX340" fmla="*/ 107863 w 596146"/>
                  <a:gd name="connsiteY340" fmla="*/ 216942 h 563255"/>
                  <a:gd name="connsiteX341" fmla="*/ 107661 w 596146"/>
                  <a:gd name="connsiteY341" fmla="*/ 220071 h 563255"/>
                  <a:gd name="connsiteX342" fmla="*/ 108233 w 596146"/>
                  <a:gd name="connsiteY342" fmla="*/ 223468 h 563255"/>
                  <a:gd name="connsiteX343" fmla="*/ 108233 w 596146"/>
                  <a:gd name="connsiteY343" fmla="*/ 225655 h 563255"/>
                  <a:gd name="connsiteX344" fmla="*/ 106147 w 596146"/>
                  <a:gd name="connsiteY344" fmla="*/ 227471 h 563255"/>
                  <a:gd name="connsiteX345" fmla="*/ 104699 w 596146"/>
                  <a:gd name="connsiteY345" fmla="*/ 228783 h 563255"/>
                  <a:gd name="connsiteX346" fmla="*/ 103555 w 596146"/>
                  <a:gd name="connsiteY346" fmla="*/ 230465 h 563255"/>
                  <a:gd name="connsiteX347" fmla="*/ 106147 w 596146"/>
                  <a:gd name="connsiteY347" fmla="*/ 234031 h 563255"/>
                  <a:gd name="connsiteX348" fmla="*/ 105844 w 596146"/>
                  <a:gd name="connsiteY348" fmla="*/ 237126 h 563255"/>
                  <a:gd name="connsiteX349" fmla="*/ 103522 w 596146"/>
                  <a:gd name="connsiteY349" fmla="*/ 240019 h 563255"/>
                  <a:gd name="connsiteX350" fmla="*/ 98608 w 596146"/>
                  <a:gd name="connsiteY350" fmla="*/ 239783 h 563255"/>
                  <a:gd name="connsiteX351" fmla="*/ 96151 w 596146"/>
                  <a:gd name="connsiteY351" fmla="*/ 237462 h 563255"/>
                  <a:gd name="connsiteX352" fmla="*/ 96151 w 596146"/>
                  <a:gd name="connsiteY352" fmla="*/ 234065 h 563255"/>
                  <a:gd name="connsiteX353" fmla="*/ 94401 w 596146"/>
                  <a:gd name="connsiteY353" fmla="*/ 228783 h 563255"/>
                  <a:gd name="connsiteX354" fmla="*/ 94401 w 596146"/>
                  <a:gd name="connsiteY354" fmla="*/ 225318 h 563255"/>
                  <a:gd name="connsiteX355" fmla="*/ 94401 w 596146"/>
                  <a:gd name="connsiteY355" fmla="*/ 223872 h 563255"/>
                  <a:gd name="connsiteX356" fmla="*/ 94233 w 596146"/>
                  <a:gd name="connsiteY356" fmla="*/ 221046 h 563255"/>
                  <a:gd name="connsiteX357" fmla="*/ 93896 w 596146"/>
                  <a:gd name="connsiteY357" fmla="*/ 216774 h 563255"/>
                  <a:gd name="connsiteX358" fmla="*/ 89050 w 596146"/>
                  <a:gd name="connsiteY358" fmla="*/ 211492 h 563255"/>
                  <a:gd name="connsiteX359" fmla="*/ 83127 w 596146"/>
                  <a:gd name="connsiteY359" fmla="*/ 204596 h 563255"/>
                  <a:gd name="connsiteX360" fmla="*/ 80233 w 596146"/>
                  <a:gd name="connsiteY360" fmla="*/ 200896 h 563255"/>
                  <a:gd name="connsiteX361" fmla="*/ 80233 w 596146"/>
                  <a:gd name="connsiteY361" fmla="*/ 199382 h 563255"/>
                  <a:gd name="connsiteX362" fmla="*/ 77170 w 596146"/>
                  <a:gd name="connsiteY362" fmla="*/ 197936 h 563255"/>
                  <a:gd name="connsiteX363" fmla="*/ 75151 w 596146"/>
                  <a:gd name="connsiteY363" fmla="*/ 195110 h 563255"/>
                  <a:gd name="connsiteX364" fmla="*/ 74781 w 596146"/>
                  <a:gd name="connsiteY364" fmla="*/ 190400 h 563255"/>
                  <a:gd name="connsiteX365" fmla="*/ 75420 w 596146"/>
                  <a:gd name="connsiteY365" fmla="*/ 188449 h 563255"/>
                  <a:gd name="connsiteX366" fmla="*/ 76867 w 596146"/>
                  <a:gd name="connsiteY366" fmla="*/ 186565 h 563255"/>
                  <a:gd name="connsiteX367" fmla="*/ 77136 w 596146"/>
                  <a:gd name="connsiteY367" fmla="*/ 184110 h 563255"/>
                  <a:gd name="connsiteX368" fmla="*/ 75185 w 596146"/>
                  <a:gd name="connsiteY368" fmla="*/ 182663 h 563255"/>
                  <a:gd name="connsiteX369" fmla="*/ 70675 w 596146"/>
                  <a:gd name="connsiteY369" fmla="*/ 182226 h 563255"/>
                  <a:gd name="connsiteX370" fmla="*/ 66266 w 596146"/>
                  <a:gd name="connsiteY370" fmla="*/ 182798 h 563255"/>
                  <a:gd name="connsiteX371" fmla="*/ 63574 w 596146"/>
                  <a:gd name="connsiteY371" fmla="*/ 182932 h 563255"/>
                  <a:gd name="connsiteX372" fmla="*/ 62934 w 596146"/>
                  <a:gd name="connsiteY372" fmla="*/ 183134 h 563255"/>
                  <a:gd name="connsiteX373" fmla="*/ 61857 w 596146"/>
                  <a:gd name="connsiteY373" fmla="*/ 183269 h 563255"/>
                  <a:gd name="connsiteX374" fmla="*/ 60713 w 596146"/>
                  <a:gd name="connsiteY374" fmla="*/ 184648 h 563255"/>
                  <a:gd name="connsiteX375" fmla="*/ 59636 w 596146"/>
                  <a:gd name="connsiteY375" fmla="*/ 183572 h 563255"/>
                  <a:gd name="connsiteX376" fmla="*/ 59636 w 596146"/>
                  <a:gd name="connsiteY376" fmla="*/ 180880 h 563255"/>
                  <a:gd name="connsiteX377" fmla="*/ 58525 w 596146"/>
                  <a:gd name="connsiteY377" fmla="*/ 179501 h 563255"/>
                  <a:gd name="connsiteX378" fmla="*/ 55968 w 596146"/>
                  <a:gd name="connsiteY378" fmla="*/ 179636 h 563255"/>
                  <a:gd name="connsiteX379" fmla="*/ 53780 w 596146"/>
                  <a:gd name="connsiteY379" fmla="*/ 178458 h 563255"/>
                  <a:gd name="connsiteX380" fmla="*/ 54083 w 596146"/>
                  <a:gd name="connsiteY380" fmla="*/ 176945 h 563255"/>
                  <a:gd name="connsiteX381" fmla="*/ 54352 w 596146"/>
                  <a:gd name="connsiteY381" fmla="*/ 175935 h 563255"/>
                  <a:gd name="connsiteX382" fmla="*/ 53545 w 596146"/>
                  <a:gd name="connsiteY382" fmla="*/ 174052 h 563255"/>
                  <a:gd name="connsiteX383" fmla="*/ 51593 w 596146"/>
                  <a:gd name="connsiteY383" fmla="*/ 171461 h 563255"/>
                  <a:gd name="connsiteX384" fmla="*/ 49708 w 596146"/>
                  <a:gd name="connsiteY384" fmla="*/ 167122 h 563255"/>
                  <a:gd name="connsiteX385" fmla="*/ 48463 w 596146"/>
                  <a:gd name="connsiteY385" fmla="*/ 164935 h 563255"/>
                  <a:gd name="connsiteX386" fmla="*/ 46376 w 596146"/>
                  <a:gd name="connsiteY386" fmla="*/ 164061 h 563255"/>
                  <a:gd name="connsiteX387" fmla="*/ 45198 w 596146"/>
                  <a:gd name="connsiteY387" fmla="*/ 163758 h 563255"/>
                  <a:gd name="connsiteX388" fmla="*/ 44761 w 596146"/>
                  <a:gd name="connsiteY388" fmla="*/ 166146 h 563255"/>
                  <a:gd name="connsiteX389" fmla="*/ 42237 w 596146"/>
                  <a:gd name="connsiteY389" fmla="*/ 167895 h 563255"/>
                  <a:gd name="connsiteX390" fmla="*/ 42237 w 596146"/>
                  <a:gd name="connsiteY390" fmla="*/ 169275 h 563255"/>
                  <a:gd name="connsiteX391" fmla="*/ 41093 w 596146"/>
                  <a:gd name="connsiteY391" fmla="*/ 170889 h 563255"/>
                  <a:gd name="connsiteX392" fmla="*/ 39645 w 596146"/>
                  <a:gd name="connsiteY392" fmla="*/ 172269 h 563255"/>
                  <a:gd name="connsiteX393" fmla="*/ 37121 w 596146"/>
                  <a:gd name="connsiteY393" fmla="*/ 172269 h 563255"/>
                  <a:gd name="connsiteX394" fmla="*/ 35169 w 596146"/>
                  <a:gd name="connsiteY394" fmla="*/ 172908 h 563255"/>
                  <a:gd name="connsiteX395" fmla="*/ 34328 w 596146"/>
                  <a:gd name="connsiteY395" fmla="*/ 174152 h 563255"/>
                  <a:gd name="connsiteX396" fmla="*/ 34429 w 596146"/>
                  <a:gd name="connsiteY396" fmla="*/ 175734 h 563255"/>
                  <a:gd name="connsiteX397" fmla="*/ 32679 w 596146"/>
                  <a:gd name="connsiteY397" fmla="*/ 175734 h 563255"/>
                  <a:gd name="connsiteX398" fmla="*/ 30659 w 596146"/>
                  <a:gd name="connsiteY398" fmla="*/ 175734 h 563255"/>
                  <a:gd name="connsiteX399" fmla="*/ 29515 w 596146"/>
                  <a:gd name="connsiteY399" fmla="*/ 178593 h 563255"/>
                  <a:gd name="connsiteX400" fmla="*/ 28674 w 596146"/>
                  <a:gd name="connsiteY400" fmla="*/ 181250 h 563255"/>
                  <a:gd name="connsiteX401" fmla="*/ 27462 w 596146"/>
                  <a:gd name="connsiteY401" fmla="*/ 182663 h 563255"/>
                  <a:gd name="connsiteX402" fmla="*/ 25847 w 596146"/>
                  <a:gd name="connsiteY402" fmla="*/ 184076 h 563255"/>
                  <a:gd name="connsiteX403" fmla="*/ 25308 w 596146"/>
                  <a:gd name="connsiteY403" fmla="*/ 186027 h 563255"/>
                  <a:gd name="connsiteX404" fmla="*/ 24669 w 596146"/>
                  <a:gd name="connsiteY404" fmla="*/ 187877 h 563255"/>
                  <a:gd name="connsiteX405" fmla="*/ 25645 w 596146"/>
                  <a:gd name="connsiteY405" fmla="*/ 190602 h 563255"/>
                  <a:gd name="connsiteX406" fmla="*/ 27496 w 596146"/>
                  <a:gd name="connsiteY406" fmla="*/ 191914 h 563255"/>
                  <a:gd name="connsiteX407" fmla="*/ 29246 w 596146"/>
                  <a:gd name="connsiteY407" fmla="*/ 192553 h 563255"/>
                  <a:gd name="connsiteX408" fmla="*/ 32948 w 596146"/>
                  <a:gd name="connsiteY408" fmla="*/ 193529 h 563255"/>
                  <a:gd name="connsiteX409" fmla="*/ 32847 w 596146"/>
                  <a:gd name="connsiteY409" fmla="*/ 194706 h 563255"/>
                  <a:gd name="connsiteX410" fmla="*/ 32645 w 596146"/>
                  <a:gd name="connsiteY410" fmla="*/ 196355 h 563255"/>
                  <a:gd name="connsiteX411" fmla="*/ 34496 w 596146"/>
                  <a:gd name="connsiteY411" fmla="*/ 198306 h 563255"/>
                  <a:gd name="connsiteX412" fmla="*/ 35910 w 596146"/>
                  <a:gd name="connsiteY412" fmla="*/ 198306 h 563255"/>
                  <a:gd name="connsiteX413" fmla="*/ 38501 w 596146"/>
                  <a:gd name="connsiteY413" fmla="*/ 199281 h 563255"/>
                  <a:gd name="connsiteX414" fmla="*/ 40789 w 596146"/>
                  <a:gd name="connsiteY414" fmla="*/ 200492 h 563255"/>
                  <a:gd name="connsiteX415" fmla="*/ 39578 w 596146"/>
                  <a:gd name="connsiteY415" fmla="*/ 203318 h 563255"/>
                  <a:gd name="connsiteX416" fmla="*/ 37087 w 596146"/>
                  <a:gd name="connsiteY416" fmla="*/ 207994 h 563255"/>
                  <a:gd name="connsiteX417" fmla="*/ 35506 w 596146"/>
                  <a:gd name="connsiteY417" fmla="*/ 212603 h 563255"/>
                  <a:gd name="connsiteX418" fmla="*/ 33621 w 596146"/>
                  <a:gd name="connsiteY418" fmla="*/ 216572 h 563255"/>
                  <a:gd name="connsiteX419" fmla="*/ 33621 w 596146"/>
                  <a:gd name="connsiteY419" fmla="*/ 219330 h 563255"/>
                  <a:gd name="connsiteX420" fmla="*/ 33688 w 596146"/>
                  <a:gd name="connsiteY420" fmla="*/ 224040 h 563255"/>
                  <a:gd name="connsiteX421" fmla="*/ 32679 w 596146"/>
                  <a:gd name="connsiteY421" fmla="*/ 226126 h 563255"/>
                  <a:gd name="connsiteX422" fmla="*/ 31871 w 596146"/>
                  <a:gd name="connsiteY422" fmla="*/ 228716 h 563255"/>
                  <a:gd name="connsiteX423" fmla="*/ 31871 w 596146"/>
                  <a:gd name="connsiteY423" fmla="*/ 231272 h 563255"/>
                  <a:gd name="connsiteX424" fmla="*/ 33722 w 596146"/>
                  <a:gd name="connsiteY424" fmla="*/ 233560 h 563255"/>
                  <a:gd name="connsiteX425" fmla="*/ 34362 w 596146"/>
                  <a:gd name="connsiteY425" fmla="*/ 237630 h 563255"/>
                  <a:gd name="connsiteX426" fmla="*/ 34866 w 596146"/>
                  <a:gd name="connsiteY426" fmla="*/ 246208 h 563255"/>
                  <a:gd name="connsiteX427" fmla="*/ 36381 w 596146"/>
                  <a:gd name="connsiteY427" fmla="*/ 248126 h 563255"/>
                  <a:gd name="connsiteX428" fmla="*/ 40789 w 596146"/>
                  <a:gd name="connsiteY428" fmla="*/ 251759 h 563255"/>
                  <a:gd name="connsiteX429" fmla="*/ 40419 w 596146"/>
                  <a:gd name="connsiteY429" fmla="*/ 254349 h 563255"/>
                  <a:gd name="connsiteX430" fmla="*/ 38838 w 596146"/>
                  <a:gd name="connsiteY430" fmla="*/ 256502 h 563255"/>
                  <a:gd name="connsiteX431" fmla="*/ 39174 w 596146"/>
                  <a:gd name="connsiteY431" fmla="*/ 260102 h 563255"/>
                  <a:gd name="connsiteX432" fmla="*/ 44054 w 596146"/>
                  <a:gd name="connsiteY432" fmla="*/ 263466 h 563255"/>
                  <a:gd name="connsiteX433" fmla="*/ 44054 w 596146"/>
                  <a:gd name="connsiteY433" fmla="*/ 268142 h 563255"/>
                  <a:gd name="connsiteX434" fmla="*/ 42977 w 596146"/>
                  <a:gd name="connsiteY434" fmla="*/ 271741 h 563255"/>
                  <a:gd name="connsiteX435" fmla="*/ 40655 w 596146"/>
                  <a:gd name="connsiteY435" fmla="*/ 275879 h 563255"/>
                  <a:gd name="connsiteX436" fmla="*/ 38871 w 596146"/>
                  <a:gd name="connsiteY436" fmla="*/ 279142 h 563255"/>
                  <a:gd name="connsiteX437" fmla="*/ 38871 w 596146"/>
                  <a:gd name="connsiteY437" fmla="*/ 286105 h 563255"/>
                  <a:gd name="connsiteX438" fmla="*/ 38333 w 596146"/>
                  <a:gd name="connsiteY438" fmla="*/ 286475 h 563255"/>
                  <a:gd name="connsiteX439" fmla="*/ 37996 w 596146"/>
                  <a:gd name="connsiteY439" fmla="*/ 289435 h 563255"/>
                  <a:gd name="connsiteX440" fmla="*/ 34664 w 596146"/>
                  <a:gd name="connsiteY440" fmla="*/ 291454 h 563255"/>
                  <a:gd name="connsiteX441" fmla="*/ 31905 w 596146"/>
                  <a:gd name="connsiteY441" fmla="*/ 292026 h 563255"/>
                  <a:gd name="connsiteX442" fmla="*/ 29010 w 596146"/>
                  <a:gd name="connsiteY442" fmla="*/ 294212 h 563255"/>
                  <a:gd name="connsiteX443" fmla="*/ 28438 w 596146"/>
                  <a:gd name="connsiteY443" fmla="*/ 298283 h 563255"/>
                  <a:gd name="connsiteX444" fmla="*/ 28438 w 596146"/>
                  <a:gd name="connsiteY444" fmla="*/ 302050 h 563255"/>
                  <a:gd name="connsiteX445" fmla="*/ 26251 w 596146"/>
                  <a:gd name="connsiteY445" fmla="*/ 306121 h 563255"/>
                  <a:gd name="connsiteX446" fmla="*/ 21606 w 596146"/>
                  <a:gd name="connsiteY446" fmla="*/ 310763 h 563255"/>
                  <a:gd name="connsiteX447" fmla="*/ 15818 w 596146"/>
                  <a:gd name="connsiteY447" fmla="*/ 312950 h 563255"/>
                  <a:gd name="connsiteX448" fmla="*/ 12924 w 596146"/>
                  <a:gd name="connsiteY448" fmla="*/ 314833 h 563255"/>
                  <a:gd name="connsiteX449" fmla="*/ 8851 w 596146"/>
                  <a:gd name="connsiteY449" fmla="*/ 317155 h 563255"/>
                  <a:gd name="connsiteX450" fmla="*/ 7404 w 596146"/>
                  <a:gd name="connsiteY450" fmla="*/ 320350 h 563255"/>
                  <a:gd name="connsiteX451" fmla="*/ 9154 w 596146"/>
                  <a:gd name="connsiteY451" fmla="*/ 321797 h 563255"/>
                  <a:gd name="connsiteX452" fmla="*/ 13193 w 596146"/>
                  <a:gd name="connsiteY452" fmla="*/ 323815 h 563255"/>
                  <a:gd name="connsiteX453" fmla="*/ 12486 w 596146"/>
                  <a:gd name="connsiteY453" fmla="*/ 326136 h 563255"/>
                  <a:gd name="connsiteX454" fmla="*/ 10736 w 596146"/>
                  <a:gd name="connsiteY454" fmla="*/ 328592 h 563255"/>
                  <a:gd name="connsiteX455" fmla="*/ 8548 w 596146"/>
                  <a:gd name="connsiteY455" fmla="*/ 330610 h 563255"/>
                  <a:gd name="connsiteX456" fmla="*/ 1313 w 596146"/>
                  <a:gd name="connsiteY456" fmla="*/ 337977 h 563255"/>
                  <a:gd name="connsiteX457" fmla="*/ 0 w 596146"/>
                  <a:gd name="connsiteY457" fmla="*/ 343192 h 563255"/>
                  <a:gd name="connsiteX458" fmla="*/ 3332 w 596146"/>
                  <a:gd name="connsiteY458" fmla="*/ 346825 h 563255"/>
                  <a:gd name="connsiteX459" fmla="*/ 8279 w 596146"/>
                  <a:gd name="connsiteY459" fmla="*/ 351602 h 563255"/>
                  <a:gd name="connsiteX460" fmla="*/ 15078 w 596146"/>
                  <a:gd name="connsiteY460" fmla="*/ 355638 h 563255"/>
                  <a:gd name="connsiteX461" fmla="*/ 19554 w 596146"/>
                  <a:gd name="connsiteY461" fmla="*/ 359271 h 563255"/>
                  <a:gd name="connsiteX462" fmla="*/ 23020 w 596146"/>
                  <a:gd name="connsiteY462" fmla="*/ 360718 h 563255"/>
                  <a:gd name="connsiteX463" fmla="*/ 27496 w 596146"/>
                  <a:gd name="connsiteY463" fmla="*/ 359978 h 563255"/>
                  <a:gd name="connsiteX464" fmla="*/ 32140 w 596146"/>
                  <a:gd name="connsiteY464" fmla="*/ 359978 h 563255"/>
                  <a:gd name="connsiteX465" fmla="*/ 32578 w 596146"/>
                  <a:gd name="connsiteY465" fmla="*/ 364822 h 563255"/>
                  <a:gd name="connsiteX466" fmla="*/ 35910 w 596146"/>
                  <a:gd name="connsiteY466" fmla="*/ 369801 h 563255"/>
                  <a:gd name="connsiteX467" fmla="*/ 37794 w 596146"/>
                  <a:gd name="connsiteY467" fmla="*/ 374275 h 563255"/>
                  <a:gd name="connsiteX468" fmla="*/ 40419 w 596146"/>
                  <a:gd name="connsiteY468" fmla="*/ 374847 h 563255"/>
                  <a:gd name="connsiteX469" fmla="*/ 46645 w 596146"/>
                  <a:gd name="connsiteY469" fmla="*/ 375553 h 563255"/>
                  <a:gd name="connsiteX470" fmla="*/ 49708 w 596146"/>
                  <a:gd name="connsiteY470" fmla="*/ 375553 h 563255"/>
                  <a:gd name="connsiteX471" fmla="*/ 51020 w 596146"/>
                  <a:gd name="connsiteY471" fmla="*/ 374746 h 563255"/>
                  <a:gd name="connsiteX472" fmla="*/ 55530 w 596146"/>
                  <a:gd name="connsiteY472" fmla="*/ 373366 h 563255"/>
                  <a:gd name="connsiteX473" fmla="*/ 60006 w 596146"/>
                  <a:gd name="connsiteY473" fmla="*/ 373366 h 563255"/>
                  <a:gd name="connsiteX474" fmla="*/ 64078 w 596146"/>
                  <a:gd name="connsiteY474" fmla="*/ 375688 h 563255"/>
                  <a:gd name="connsiteX475" fmla="*/ 68858 w 596146"/>
                  <a:gd name="connsiteY475" fmla="*/ 380195 h 563255"/>
                  <a:gd name="connsiteX476" fmla="*/ 71617 w 596146"/>
                  <a:gd name="connsiteY476" fmla="*/ 384400 h 563255"/>
                  <a:gd name="connsiteX477" fmla="*/ 71920 w 596146"/>
                  <a:gd name="connsiteY477" fmla="*/ 388605 h 563255"/>
                  <a:gd name="connsiteX478" fmla="*/ 71920 w 596146"/>
                  <a:gd name="connsiteY478" fmla="*/ 394559 h 563255"/>
                  <a:gd name="connsiteX479" fmla="*/ 72122 w 596146"/>
                  <a:gd name="connsiteY479" fmla="*/ 398462 h 563255"/>
                  <a:gd name="connsiteX480" fmla="*/ 73502 w 596146"/>
                  <a:gd name="connsiteY480" fmla="*/ 402364 h 563255"/>
                  <a:gd name="connsiteX481" fmla="*/ 80333 w 596146"/>
                  <a:gd name="connsiteY481" fmla="*/ 406131 h 563255"/>
                  <a:gd name="connsiteX482" fmla="*/ 84978 w 596146"/>
                  <a:gd name="connsiteY482" fmla="*/ 409462 h 563255"/>
                  <a:gd name="connsiteX483" fmla="*/ 91945 w 596146"/>
                  <a:gd name="connsiteY483" fmla="*/ 412086 h 563255"/>
                  <a:gd name="connsiteX484" fmla="*/ 92079 w 596146"/>
                  <a:gd name="connsiteY484" fmla="*/ 412086 h 563255"/>
                  <a:gd name="connsiteX485" fmla="*/ 91945 w 596146"/>
                  <a:gd name="connsiteY485" fmla="*/ 417804 h 563255"/>
                  <a:gd name="connsiteX486" fmla="*/ 93695 w 596146"/>
                  <a:gd name="connsiteY486" fmla="*/ 421942 h 563255"/>
                  <a:gd name="connsiteX487" fmla="*/ 97026 w 596146"/>
                  <a:gd name="connsiteY487" fmla="*/ 425272 h 563255"/>
                  <a:gd name="connsiteX488" fmla="*/ 99786 w 596146"/>
                  <a:gd name="connsiteY488" fmla="*/ 428603 h 563255"/>
                  <a:gd name="connsiteX489" fmla="*/ 99786 w 596146"/>
                  <a:gd name="connsiteY489" fmla="*/ 431361 h 563255"/>
                  <a:gd name="connsiteX490" fmla="*/ 102142 w 596146"/>
                  <a:gd name="connsiteY490" fmla="*/ 429040 h 563255"/>
                  <a:gd name="connsiteX491" fmla="*/ 104363 w 596146"/>
                  <a:gd name="connsiteY491" fmla="*/ 428367 h 563255"/>
                  <a:gd name="connsiteX492" fmla="*/ 107695 w 596146"/>
                  <a:gd name="connsiteY492" fmla="*/ 424700 h 563255"/>
                  <a:gd name="connsiteX493" fmla="*/ 111363 w 596146"/>
                  <a:gd name="connsiteY493" fmla="*/ 423187 h 563255"/>
                  <a:gd name="connsiteX494" fmla="*/ 114897 w 596146"/>
                  <a:gd name="connsiteY494" fmla="*/ 420529 h 563255"/>
                  <a:gd name="connsiteX495" fmla="*/ 118801 w 596146"/>
                  <a:gd name="connsiteY495" fmla="*/ 416896 h 563255"/>
                  <a:gd name="connsiteX496" fmla="*/ 122234 w 596146"/>
                  <a:gd name="connsiteY496" fmla="*/ 413969 h 563255"/>
                  <a:gd name="connsiteX497" fmla="*/ 125094 w 596146"/>
                  <a:gd name="connsiteY497" fmla="*/ 412187 h 563255"/>
                  <a:gd name="connsiteX498" fmla="*/ 128359 w 596146"/>
                  <a:gd name="connsiteY498" fmla="*/ 411917 h 563255"/>
                  <a:gd name="connsiteX499" fmla="*/ 131960 w 596146"/>
                  <a:gd name="connsiteY499" fmla="*/ 411985 h 563255"/>
                  <a:gd name="connsiteX500" fmla="*/ 134787 w 596146"/>
                  <a:gd name="connsiteY500" fmla="*/ 409697 h 563255"/>
                  <a:gd name="connsiteX501" fmla="*/ 136638 w 596146"/>
                  <a:gd name="connsiteY501" fmla="*/ 408116 h 563255"/>
                  <a:gd name="connsiteX502" fmla="*/ 140945 w 596146"/>
                  <a:gd name="connsiteY502" fmla="*/ 405728 h 563255"/>
                  <a:gd name="connsiteX503" fmla="*/ 144109 w 596146"/>
                  <a:gd name="connsiteY503" fmla="*/ 403541 h 563255"/>
                  <a:gd name="connsiteX504" fmla="*/ 147205 w 596146"/>
                  <a:gd name="connsiteY504" fmla="*/ 402296 h 563255"/>
                  <a:gd name="connsiteX505" fmla="*/ 150974 w 596146"/>
                  <a:gd name="connsiteY505" fmla="*/ 399033 h 563255"/>
                  <a:gd name="connsiteX506" fmla="*/ 151849 w 596146"/>
                  <a:gd name="connsiteY506" fmla="*/ 393954 h 563255"/>
                  <a:gd name="connsiteX507" fmla="*/ 158513 w 596146"/>
                  <a:gd name="connsiteY507" fmla="*/ 388000 h 563255"/>
                  <a:gd name="connsiteX508" fmla="*/ 158513 w 596146"/>
                  <a:gd name="connsiteY508" fmla="*/ 384535 h 563255"/>
                  <a:gd name="connsiteX509" fmla="*/ 158210 w 596146"/>
                  <a:gd name="connsiteY509" fmla="*/ 383223 h 563255"/>
                  <a:gd name="connsiteX510" fmla="*/ 157403 w 596146"/>
                  <a:gd name="connsiteY510" fmla="*/ 379691 h 563255"/>
                  <a:gd name="connsiteX511" fmla="*/ 157705 w 596146"/>
                  <a:gd name="connsiteY511" fmla="*/ 376865 h 563255"/>
                  <a:gd name="connsiteX512" fmla="*/ 159590 w 596146"/>
                  <a:gd name="connsiteY512" fmla="*/ 373602 h 563255"/>
                  <a:gd name="connsiteX513" fmla="*/ 161172 w 596146"/>
                  <a:gd name="connsiteY513" fmla="*/ 370843 h 563255"/>
                  <a:gd name="connsiteX514" fmla="*/ 163932 w 596146"/>
                  <a:gd name="connsiteY514" fmla="*/ 369094 h 563255"/>
                  <a:gd name="connsiteX515" fmla="*/ 166456 w 596146"/>
                  <a:gd name="connsiteY515" fmla="*/ 370978 h 563255"/>
                  <a:gd name="connsiteX516" fmla="*/ 167398 w 596146"/>
                  <a:gd name="connsiteY516" fmla="*/ 375250 h 563255"/>
                  <a:gd name="connsiteX517" fmla="*/ 170965 w 596146"/>
                  <a:gd name="connsiteY517" fmla="*/ 375452 h 563255"/>
                  <a:gd name="connsiteX518" fmla="*/ 171167 w 596146"/>
                  <a:gd name="connsiteY518" fmla="*/ 371920 h 563255"/>
                  <a:gd name="connsiteX519" fmla="*/ 171100 w 596146"/>
                  <a:gd name="connsiteY519" fmla="*/ 368455 h 563255"/>
                  <a:gd name="connsiteX520" fmla="*/ 171235 w 596146"/>
                  <a:gd name="connsiteY520" fmla="*/ 365932 h 563255"/>
                  <a:gd name="connsiteX521" fmla="*/ 170427 w 596146"/>
                  <a:gd name="connsiteY521" fmla="*/ 362904 h 563255"/>
                  <a:gd name="connsiteX522" fmla="*/ 171672 w 596146"/>
                  <a:gd name="connsiteY522" fmla="*/ 358834 h 563255"/>
                  <a:gd name="connsiteX523" fmla="*/ 173994 w 596146"/>
                  <a:gd name="connsiteY523" fmla="*/ 356008 h 563255"/>
                  <a:gd name="connsiteX524" fmla="*/ 177057 w 596146"/>
                  <a:gd name="connsiteY524" fmla="*/ 353485 h 563255"/>
                  <a:gd name="connsiteX525" fmla="*/ 180322 w 596146"/>
                  <a:gd name="connsiteY525" fmla="*/ 350290 h 563255"/>
                  <a:gd name="connsiteX526" fmla="*/ 185168 w 596146"/>
                  <a:gd name="connsiteY526" fmla="*/ 346455 h 563255"/>
                  <a:gd name="connsiteX527" fmla="*/ 188062 w 596146"/>
                  <a:gd name="connsiteY527" fmla="*/ 344705 h 563255"/>
                  <a:gd name="connsiteX528" fmla="*/ 189206 w 596146"/>
                  <a:gd name="connsiteY528" fmla="*/ 342081 h 563255"/>
                  <a:gd name="connsiteX529" fmla="*/ 190889 w 596146"/>
                  <a:gd name="connsiteY529" fmla="*/ 340063 h 563255"/>
                  <a:gd name="connsiteX530" fmla="*/ 190620 w 596146"/>
                  <a:gd name="connsiteY530" fmla="*/ 337305 h 563255"/>
                  <a:gd name="connsiteX531" fmla="*/ 189105 w 596146"/>
                  <a:gd name="connsiteY531" fmla="*/ 336666 h 563255"/>
                  <a:gd name="connsiteX532" fmla="*/ 187153 w 596146"/>
                  <a:gd name="connsiteY532" fmla="*/ 334479 h 563255"/>
                  <a:gd name="connsiteX533" fmla="*/ 185403 w 596146"/>
                  <a:gd name="connsiteY533" fmla="*/ 331283 h 563255"/>
                  <a:gd name="connsiteX534" fmla="*/ 186649 w 596146"/>
                  <a:gd name="connsiteY534" fmla="*/ 329837 h 563255"/>
                  <a:gd name="connsiteX535" fmla="*/ 189913 w 596146"/>
                  <a:gd name="connsiteY535" fmla="*/ 327751 h 563255"/>
                  <a:gd name="connsiteX536" fmla="*/ 192740 w 596146"/>
                  <a:gd name="connsiteY536" fmla="*/ 324993 h 563255"/>
                  <a:gd name="connsiteX537" fmla="*/ 195264 w 596146"/>
                  <a:gd name="connsiteY537" fmla="*/ 322739 h 563255"/>
                  <a:gd name="connsiteX538" fmla="*/ 197519 w 596146"/>
                  <a:gd name="connsiteY538" fmla="*/ 319711 h 563255"/>
                  <a:gd name="connsiteX539" fmla="*/ 199168 w 596146"/>
                  <a:gd name="connsiteY539" fmla="*/ 317895 h 563255"/>
                  <a:gd name="connsiteX540" fmla="*/ 201052 w 596146"/>
                  <a:gd name="connsiteY540" fmla="*/ 316314 h 563255"/>
                  <a:gd name="connsiteX541" fmla="*/ 204889 w 596146"/>
                  <a:gd name="connsiteY541" fmla="*/ 315944 h 563255"/>
                  <a:gd name="connsiteX542" fmla="*/ 208356 w 596146"/>
                  <a:gd name="connsiteY542" fmla="*/ 316751 h 563255"/>
                  <a:gd name="connsiteX543" fmla="*/ 216702 w 596146"/>
                  <a:gd name="connsiteY543" fmla="*/ 315876 h 563255"/>
                  <a:gd name="connsiteX544" fmla="*/ 221111 w 596146"/>
                  <a:gd name="connsiteY544" fmla="*/ 315944 h 563255"/>
                  <a:gd name="connsiteX545" fmla="*/ 226193 w 596146"/>
                  <a:gd name="connsiteY545" fmla="*/ 315574 h 563255"/>
                  <a:gd name="connsiteX546" fmla="*/ 232654 w 596146"/>
                  <a:gd name="connsiteY546" fmla="*/ 314497 h 563255"/>
                  <a:gd name="connsiteX547" fmla="*/ 241337 w 596146"/>
                  <a:gd name="connsiteY547" fmla="*/ 314699 h 563255"/>
                  <a:gd name="connsiteX548" fmla="*/ 245780 w 596146"/>
                  <a:gd name="connsiteY548" fmla="*/ 313757 h 563255"/>
                  <a:gd name="connsiteX549" fmla="*/ 248539 w 596146"/>
                  <a:gd name="connsiteY549" fmla="*/ 313051 h 563255"/>
                  <a:gd name="connsiteX550" fmla="*/ 249852 w 596146"/>
                  <a:gd name="connsiteY550" fmla="*/ 313051 h 563255"/>
                  <a:gd name="connsiteX551" fmla="*/ 252376 w 596146"/>
                  <a:gd name="connsiteY551" fmla="*/ 312680 h 563255"/>
                  <a:gd name="connsiteX552" fmla="*/ 254765 w 596146"/>
                  <a:gd name="connsiteY552" fmla="*/ 311671 h 563255"/>
                  <a:gd name="connsiteX553" fmla="*/ 255708 w 596146"/>
                  <a:gd name="connsiteY553" fmla="*/ 310359 h 563255"/>
                  <a:gd name="connsiteX554" fmla="*/ 256011 w 596146"/>
                  <a:gd name="connsiteY554" fmla="*/ 309350 h 563255"/>
                  <a:gd name="connsiteX555" fmla="*/ 256212 w 596146"/>
                  <a:gd name="connsiteY555" fmla="*/ 307399 h 563255"/>
                  <a:gd name="connsiteX556" fmla="*/ 256011 w 596146"/>
                  <a:gd name="connsiteY556" fmla="*/ 304641 h 563255"/>
                  <a:gd name="connsiteX557" fmla="*/ 256313 w 596146"/>
                  <a:gd name="connsiteY557" fmla="*/ 301378 h 563255"/>
                  <a:gd name="connsiteX558" fmla="*/ 256179 w 596146"/>
                  <a:gd name="connsiteY558" fmla="*/ 298922 h 563255"/>
                  <a:gd name="connsiteX559" fmla="*/ 255977 w 596146"/>
                  <a:gd name="connsiteY559" fmla="*/ 297240 h 563255"/>
                  <a:gd name="connsiteX560" fmla="*/ 256549 w 596146"/>
                  <a:gd name="connsiteY560" fmla="*/ 296231 h 563255"/>
                  <a:gd name="connsiteX561" fmla="*/ 257559 w 596146"/>
                  <a:gd name="connsiteY561" fmla="*/ 295726 h 563255"/>
                  <a:gd name="connsiteX562" fmla="*/ 260756 w 596146"/>
                  <a:gd name="connsiteY562" fmla="*/ 295659 h 563255"/>
                  <a:gd name="connsiteX563" fmla="*/ 261900 w 596146"/>
                  <a:gd name="connsiteY563" fmla="*/ 295659 h 563255"/>
                  <a:gd name="connsiteX564" fmla="*/ 263852 w 596146"/>
                  <a:gd name="connsiteY564" fmla="*/ 296264 h 563255"/>
                  <a:gd name="connsiteX565" fmla="*/ 266376 w 596146"/>
                  <a:gd name="connsiteY565" fmla="*/ 298619 h 563255"/>
                  <a:gd name="connsiteX566" fmla="*/ 266948 w 596146"/>
                  <a:gd name="connsiteY566" fmla="*/ 300873 h 563255"/>
                  <a:gd name="connsiteX567" fmla="*/ 266679 w 596146"/>
                  <a:gd name="connsiteY567" fmla="*/ 303833 h 563255"/>
                  <a:gd name="connsiteX568" fmla="*/ 268496 w 596146"/>
                  <a:gd name="connsiteY568" fmla="*/ 307164 h 563255"/>
                  <a:gd name="connsiteX569" fmla="*/ 271189 w 596146"/>
                  <a:gd name="connsiteY569" fmla="*/ 309047 h 563255"/>
                  <a:gd name="connsiteX570" fmla="*/ 271626 w 596146"/>
                  <a:gd name="connsiteY570" fmla="*/ 312512 h 563255"/>
                  <a:gd name="connsiteX571" fmla="*/ 272434 w 596146"/>
                  <a:gd name="connsiteY571" fmla="*/ 316415 h 563255"/>
                  <a:gd name="connsiteX572" fmla="*/ 273309 w 596146"/>
                  <a:gd name="connsiteY572" fmla="*/ 320249 h 563255"/>
                  <a:gd name="connsiteX573" fmla="*/ 276069 w 596146"/>
                  <a:gd name="connsiteY573" fmla="*/ 322840 h 563255"/>
                  <a:gd name="connsiteX574" fmla="*/ 279199 w 596146"/>
                  <a:gd name="connsiteY574" fmla="*/ 325598 h 563255"/>
                  <a:gd name="connsiteX575" fmla="*/ 281857 w 596146"/>
                  <a:gd name="connsiteY575" fmla="*/ 328558 h 563255"/>
                  <a:gd name="connsiteX576" fmla="*/ 286064 w 596146"/>
                  <a:gd name="connsiteY576" fmla="*/ 331586 h 563255"/>
                  <a:gd name="connsiteX577" fmla="*/ 288151 w 596146"/>
                  <a:gd name="connsiteY577" fmla="*/ 333604 h 563255"/>
                  <a:gd name="connsiteX578" fmla="*/ 292661 w 596146"/>
                  <a:gd name="connsiteY578" fmla="*/ 336295 h 563255"/>
                  <a:gd name="connsiteX579" fmla="*/ 297944 w 596146"/>
                  <a:gd name="connsiteY579" fmla="*/ 339424 h 563255"/>
                  <a:gd name="connsiteX580" fmla="*/ 299088 w 596146"/>
                  <a:gd name="connsiteY580" fmla="*/ 345143 h 563255"/>
                  <a:gd name="connsiteX581" fmla="*/ 300670 w 596146"/>
                  <a:gd name="connsiteY581" fmla="*/ 346387 h 563255"/>
                  <a:gd name="connsiteX582" fmla="*/ 302858 w 596146"/>
                  <a:gd name="connsiteY582" fmla="*/ 348271 h 563255"/>
                  <a:gd name="connsiteX583" fmla="*/ 302925 w 596146"/>
                  <a:gd name="connsiteY583" fmla="*/ 350155 h 563255"/>
                  <a:gd name="connsiteX584" fmla="*/ 302992 w 596146"/>
                  <a:gd name="connsiteY584" fmla="*/ 352543 h 563255"/>
                  <a:gd name="connsiteX585" fmla="*/ 302185 w 596146"/>
                  <a:gd name="connsiteY585" fmla="*/ 355941 h 563255"/>
                  <a:gd name="connsiteX586" fmla="*/ 300939 w 596146"/>
                  <a:gd name="connsiteY586" fmla="*/ 357623 h 563255"/>
                  <a:gd name="connsiteX587" fmla="*/ 299863 w 596146"/>
                  <a:gd name="connsiteY587" fmla="*/ 359507 h 563255"/>
                  <a:gd name="connsiteX588" fmla="*/ 297978 w 596146"/>
                  <a:gd name="connsiteY588" fmla="*/ 362635 h 563255"/>
                  <a:gd name="connsiteX589" fmla="*/ 296530 w 596146"/>
                  <a:gd name="connsiteY589" fmla="*/ 364956 h 563255"/>
                  <a:gd name="connsiteX590" fmla="*/ 295084 w 596146"/>
                  <a:gd name="connsiteY590" fmla="*/ 366538 h 563255"/>
                  <a:gd name="connsiteX591" fmla="*/ 293838 w 596146"/>
                  <a:gd name="connsiteY591" fmla="*/ 368220 h 563255"/>
                  <a:gd name="connsiteX592" fmla="*/ 293704 w 596146"/>
                  <a:gd name="connsiteY592" fmla="*/ 371348 h 563255"/>
                  <a:gd name="connsiteX593" fmla="*/ 294209 w 596146"/>
                  <a:gd name="connsiteY593" fmla="*/ 373736 h 563255"/>
                  <a:gd name="connsiteX594" fmla="*/ 295016 w 596146"/>
                  <a:gd name="connsiteY594" fmla="*/ 377269 h 563255"/>
                  <a:gd name="connsiteX595" fmla="*/ 293435 w 596146"/>
                  <a:gd name="connsiteY595" fmla="*/ 380834 h 563255"/>
                  <a:gd name="connsiteX596" fmla="*/ 292997 w 596146"/>
                  <a:gd name="connsiteY596" fmla="*/ 383929 h 563255"/>
                  <a:gd name="connsiteX597" fmla="*/ 291853 w 596146"/>
                  <a:gd name="connsiteY597" fmla="*/ 386183 h 563255"/>
                  <a:gd name="connsiteX598" fmla="*/ 290540 w 596146"/>
                  <a:gd name="connsiteY598" fmla="*/ 389076 h 563255"/>
                  <a:gd name="connsiteX599" fmla="*/ 288790 w 596146"/>
                  <a:gd name="connsiteY599" fmla="*/ 390153 h 563255"/>
                  <a:gd name="connsiteX600" fmla="*/ 287275 w 596146"/>
                  <a:gd name="connsiteY600" fmla="*/ 391666 h 563255"/>
                  <a:gd name="connsiteX601" fmla="*/ 285256 w 596146"/>
                  <a:gd name="connsiteY601" fmla="*/ 393752 h 563255"/>
                  <a:gd name="connsiteX602" fmla="*/ 283877 w 596146"/>
                  <a:gd name="connsiteY602" fmla="*/ 395198 h 563255"/>
                  <a:gd name="connsiteX603" fmla="*/ 281285 w 596146"/>
                  <a:gd name="connsiteY603" fmla="*/ 396006 h 563255"/>
                  <a:gd name="connsiteX604" fmla="*/ 279333 w 596146"/>
                  <a:gd name="connsiteY604" fmla="*/ 397452 h 563255"/>
                  <a:gd name="connsiteX605" fmla="*/ 278694 w 596146"/>
                  <a:gd name="connsiteY605" fmla="*/ 399403 h 563255"/>
                  <a:gd name="connsiteX606" fmla="*/ 277381 w 596146"/>
                  <a:gd name="connsiteY606" fmla="*/ 403238 h 563255"/>
                  <a:gd name="connsiteX607" fmla="*/ 276136 w 596146"/>
                  <a:gd name="connsiteY607" fmla="*/ 405997 h 563255"/>
                  <a:gd name="connsiteX608" fmla="*/ 274554 w 596146"/>
                  <a:gd name="connsiteY608" fmla="*/ 408183 h 563255"/>
                  <a:gd name="connsiteX609" fmla="*/ 273040 w 596146"/>
                  <a:gd name="connsiteY609" fmla="*/ 410269 h 563255"/>
                  <a:gd name="connsiteX610" fmla="*/ 271223 w 596146"/>
                  <a:gd name="connsiteY610" fmla="*/ 413162 h 563255"/>
                  <a:gd name="connsiteX611" fmla="*/ 269910 w 596146"/>
                  <a:gd name="connsiteY611" fmla="*/ 417300 h 563255"/>
                  <a:gd name="connsiteX612" fmla="*/ 267655 w 596146"/>
                  <a:gd name="connsiteY612" fmla="*/ 419755 h 563255"/>
                  <a:gd name="connsiteX613" fmla="*/ 267083 w 596146"/>
                  <a:gd name="connsiteY613" fmla="*/ 420832 h 563255"/>
                  <a:gd name="connsiteX614" fmla="*/ 264828 w 596146"/>
                  <a:gd name="connsiteY614" fmla="*/ 423960 h 563255"/>
                  <a:gd name="connsiteX615" fmla="*/ 263246 w 596146"/>
                  <a:gd name="connsiteY615" fmla="*/ 425777 h 563255"/>
                  <a:gd name="connsiteX616" fmla="*/ 260150 w 596146"/>
                  <a:gd name="connsiteY616" fmla="*/ 427795 h 563255"/>
                  <a:gd name="connsiteX617" fmla="*/ 257693 w 596146"/>
                  <a:gd name="connsiteY617" fmla="*/ 428939 h 563255"/>
                  <a:gd name="connsiteX618" fmla="*/ 254496 w 596146"/>
                  <a:gd name="connsiteY618" fmla="*/ 429578 h 563255"/>
                  <a:gd name="connsiteX619" fmla="*/ 253049 w 596146"/>
                  <a:gd name="connsiteY619" fmla="*/ 429881 h 563255"/>
                  <a:gd name="connsiteX620" fmla="*/ 251097 w 596146"/>
                  <a:gd name="connsiteY620" fmla="*/ 430587 h 563255"/>
                  <a:gd name="connsiteX621" fmla="*/ 248405 w 596146"/>
                  <a:gd name="connsiteY621" fmla="*/ 431832 h 563255"/>
                  <a:gd name="connsiteX622" fmla="*/ 246385 w 596146"/>
                  <a:gd name="connsiteY622" fmla="*/ 432774 h 563255"/>
                  <a:gd name="connsiteX623" fmla="*/ 244501 w 596146"/>
                  <a:gd name="connsiteY623" fmla="*/ 434355 h 563255"/>
                  <a:gd name="connsiteX624" fmla="*/ 241674 w 596146"/>
                  <a:gd name="connsiteY624" fmla="*/ 436239 h 563255"/>
                  <a:gd name="connsiteX625" fmla="*/ 239587 w 596146"/>
                  <a:gd name="connsiteY625" fmla="*/ 438123 h 563255"/>
                  <a:gd name="connsiteX626" fmla="*/ 238780 w 596146"/>
                  <a:gd name="connsiteY626" fmla="*/ 440309 h 563255"/>
                  <a:gd name="connsiteX627" fmla="*/ 240092 w 596146"/>
                  <a:gd name="connsiteY627" fmla="*/ 445153 h 563255"/>
                  <a:gd name="connsiteX628" fmla="*/ 241775 w 596146"/>
                  <a:gd name="connsiteY628" fmla="*/ 446533 h 563255"/>
                  <a:gd name="connsiteX629" fmla="*/ 243222 w 596146"/>
                  <a:gd name="connsiteY629" fmla="*/ 448114 h 563255"/>
                  <a:gd name="connsiteX630" fmla="*/ 244232 w 596146"/>
                  <a:gd name="connsiteY630" fmla="*/ 449190 h 563255"/>
                  <a:gd name="connsiteX631" fmla="*/ 244299 w 596146"/>
                  <a:gd name="connsiteY631" fmla="*/ 451141 h 563255"/>
                  <a:gd name="connsiteX632" fmla="*/ 244299 w 596146"/>
                  <a:gd name="connsiteY632" fmla="*/ 453328 h 563255"/>
                  <a:gd name="connsiteX633" fmla="*/ 244770 w 596146"/>
                  <a:gd name="connsiteY633" fmla="*/ 455212 h 563255"/>
                  <a:gd name="connsiteX634" fmla="*/ 246453 w 596146"/>
                  <a:gd name="connsiteY634" fmla="*/ 457297 h 563255"/>
                  <a:gd name="connsiteX635" fmla="*/ 247765 w 596146"/>
                  <a:gd name="connsiteY635" fmla="*/ 459820 h 563255"/>
                  <a:gd name="connsiteX636" fmla="*/ 247765 w 596146"/>
                  <a:gd name="connsiteY636" fmla="*/ 463453 h 563255"/>
                  <a:gd name="connsiteX637" fmla="*/ 247765 w 596146"/>
                  <a:gd name="connsiteY637" fmla="*/ 466784 h 563255"/>
                  <a:gd name="connsiteX638" fmla="*/ 247765 w 596146"/>
                  <a:gd name="connsiteY638" fmla="*/ 470686 h 563255"/>
                  <a:gd name="connsiteX639" fmla="*/ 247025 w 596146"/>
                  <a:gd name="connsiteY639" fmla="*/ 473646 h 563255"/>
                  <a:gd name="connsiteX640" fmla="*/ 245813 w 596146"/>
                  <a:gd name="connsiteY640" fmla="*/ 476035 h 563255"/>
                  <a:gd name="connsiteX641" fmla="*/ 245678 w 596146"/>
                  <a:gd name="connsiteY641" fmla="*/ 478860 h 563255"/>
                  <a:gd name="connsiteX642" fmla="*/ 246049 w 596146"/>
                  <a:gd name="connsiteY642" fmla="*/ 480677 h 563255"/>
                  <a:gd name="connsiteX643" fmla="*/ 246049 w 596146"/>
                  <a:gd name="connsiteY643" fmla="*/ 481921 h 563255"/>
                  <a:gd name="connsiteX644" fmla="*/ 246957 w 596146"/>
                  <a:gd name="connsiteY644" fmla="*/ 483570 h 563255"/>
                  <a:gd name="connsiteX645" fmla="*/ 248438 w 596146"/>
                  <a:gd name="connsiteY645" fmla="*/ 485252 h 563255"/>
                  <a:gd name="connsiteX646" fmla="*/ 250255 w 596146"/>
                  <a:gd name="connsiteY646" fmla="*/ 486833 h 563255"/>
                  <a:gd name="connsiteX647" fmla="*/ 254092 w 596146"/>
                  <a:gd name="connsiteY647" fmla="*/ 487573 h 563255"/>
                  <a:gd name="connsiteX648" fmla="*/ 255775 w 596146"/>
                  <a:gd name="connsiteY648" fmla="*/ 489019 h 563255"/>
                  <a:gd name="connsiteX649" fmla="*/ 258299 w 596146"/>
                  <a:gd name="connsiteY649" fmla="*/ 488717 h 563255"/>
                  <a:gd name="connsiteX650" fmla="*/ 260251 w 596146"/>
                  <a:gd name="connsiteY650" fmla="*/ 488279 h 563255"/>
                  <a:gd name="connsiteX651" fmla="*/ 262943 w 596146"/>
                  <a:gd name="connsiteY651" fmla="*/ 487842 h 563255"/>
                  <a:gd name="connsiteX652" fmla="*/ 265333 w 596146"/>
                  <a:gd name="connsiteY652" fmla="*/ 486463 h 563255"/>
                  <a:gd name="connsiteX653" fmla="*/ 267217 w 596146"/>
                  <a:gd name="connsiteY653" fmla="*/ 485454 h 563255"/>
                  <a:gd name="connsiteX654" fmla="*/ 269472 w 596146"/>
                  <a:gd name="connsiteY654" fmla="*/ 483637 h 563255"/>
                  <a:gd name="connsiteX655" fmla="*/ 271155 w 596146"/>
                  <a:gd name="connsiteY655" fmla="*/ 482998 h 563255"/>
                  <a:gd name="connsiteX656" fmla="*/ 275362 w 596146"/>
                  <a:gd name="connsiteY656" fmla="*/ 482359 h 563255"/>
                  <a:gd name="connsiteX657" fmla="*/ 277179 w 596146"/>
                  <a:gd name="connsiteY657" fmla="*/ 480845 h 563255"/>
                  <a:gd name="connsiteX658" fmla="*/ 279569 w 596146"/>
                  <a:gd name="connsiteY658" fmla="*/ 479028 h 563255"/>
                  <a:gd name="connsiteX659" fmla="*/ 283406 w 596146"/>
                  <a:gd name="connsiteY659" fmla="*/ 478087 h 563255"/>
                  <a:gd name="connsiteX660" fmla="*/ 285492 w 596146"/>
                  <a:gd name="connsiteY660" fmla="*/ 479028 h 563255"/>
                  <a:gd name="connsiteX661" fmla="*/ 285930 w 596146"/>
                  <a:gd name="connsiteY661" fmla="*/ 479668 h 563255"/>
                  <a:gd name="connsiteX662" fmla="*/ 286367 w 596146"/>
                  <a:gd name="connsiteY662" fmla="*/ 480744 h 563255"/>
                  <a:gd name="connsiteX663" fmla="*/ 284415 w 596146"/>
                  <a:gd name="connsiteY663" fmla="*/ 482762 h 563255"/>
                  <a:gd name="connsiteX664" fmla="*/ 281453 w 596146"/>
                  <a:gd name="connsiteY664" fmla="*/ 484007 h 563255"/>
                  <a:gd name="connsiteX665" fmla="*/ 279636 w 596146"/>
                  <a:gd name="connsiteY665" fmla="*/ 485386 h 563255"/>
                  <a:gd name="connsiteX666" fmla="*/ 276607 w 596146"/>
                  <a:gd name="connsiteY666" fmla="*/ 486093 h 563255"/>
                  <a:gd name="connsiteX667" fmla="*/ 274521 w 596146"/>
                  <a:gd name="connsiteY667" fmla="*/ 487539 h 563255"/>
                  <a:gd name="connsiteX668" fmla="*/ 273343 w 596146"/>
                  <a:gd name="connsiteY668" fmla="*/ 488548 h 563255"/>
                  <a:gd name="connsiteX669" fmla="*/ 271694 w 596146"/>
                  <a:gd name="connsiteY669" fmla="*/ 488750 h 563255"/>
                  <a:gd name="connsiteX670" fmla="*/ 269001 w 596146"/>
                  <a:gd name="connsiteY670" fmla="*/ 490130 h 563255"/>
                  <a:gd name="connsiteX671" fmla="*/ 270516 w 596146"/>
                  <a:gd name="connsiteY671" fmla="*/ 492215 h 563255"/>
                  <a:gd name="connsiteX672" fmla="*/ 269641 w 596146"/>
                  <a:gd name="connsiteY672" fmla="*/ 494032 h 563255"/>
                  <a:gd name="connsiteX673" fmla="*/ 268261 w 596146"/>
                  <a:gd name="connsiteY673" fmla="*/ 495714 h 563255"/>
                  <a:gd name="connsiteX674" fmla="*/ 264996 w 596146"/>
                  <a:gd name="connsiteY674" fmla="*/ 496857 h 563255"/>
                  <a:gd name="connsiteX675" fmla="*/ 261664 w 596146"/>
                  <a:gd name="connsiteY675" fmla="*/ 497160 h 563255"/>
                  <a:gd name="connsiteX676" fmla="*/ 259847 w 596146"/>
                  <a:gd name="connsiteY676" fmla="*/ 498472 h 563255"/>
                  <a:gd name="connsiteX677" fmla="*/ 258131 w 596146"/>
                  <a:gd name="connsiteY677" fmla="*/ 499919 h 563255"/>
                  <a:gd name="connsiteX678" fmla="*/ 257121 w 596146"/>
                  <a:gd name="connsiteY678" fmla="*/ 501365 h 563255"/>
                  <a:gd name="connsiteX679" fmla="*/ 256549 w 596146"/>
                  <a:gd name="connsiteY679" fmla="*/ 504056 h 563255"/>
                  <a:gd name="connsiteX680" fmla="*/ 257693 w 596146"/>
                  <a:gd name="connsiteY680" fmla="*/ 507387 h 563255"/>
                  <a:gd name="connsiteX681" fmla="*/ 258939 w 596146"/>
                  <a:gd name="connsiteY681" fmla="*/ 509338 h 563255"/>
                  <a:gd name="connsiteX682" fmla="*/ 262136 w 596146"/>
                  <a:gd name="connsiteY682" fmla="*/ 509540 h 563255"/>
                  <a:gd name="connsiteX683" fmla="*/ 264155 w 596146"/>
                  <a:gd name="connsiteY683" fmla="*/ 509910 h 563255"/>
                  <a:gd name="connsiteX684" fmla="*/ 266040 w 596146"/>
                  <a:gd name="connsiteY684" fmla="*/ 510717 h 563255"/>
                  <a:gd name="connsiteX685" fmla="*/ 266982 w 596146"/>
                  <a:gd name="connsiteY685" fmla="*/ 512534 h 563255"/>
                  <a:gd name="connsiteX686" fmla="*/ 267420 w 596146"/>
                  <a:gd name="connsiteY686" fmla="*/ 513341 h 563255"/>
                  <a:gd name="connsiteX687" fmla="*/ 266915 w 596146"/>
                  <a:gd name="connsiteY687" fmla="*/ 514283 h 563255"/>
                  <a:gd name="connsiteX688" fmla="*/ 266612 w 596146"/>
                  <a:gd name="connsiteY688" fmla="*/ 514787 h 563255"/>
                  <a:gd name="connsiteX689" fmla="*/ 264222 w 596146"/>
                  <a:gd name="connsiteY689" fmla="*/ 518118 h 563255"/>
                  <a:gd name="connsiteX690" fmla="*/ 261765 w 596146"/>
                  <a:gd name="connsiteY690" fmla="*/ 520641 h 563255"/>
                  <a:gd name="connsiteX691" fmla="*/ 259814 w 596146"/>
                  <a:gd name="connsiteY691" fmla="*/ 521650 h 563255"/>
                  <a:gd name="connsiteX692" fmla="*/ 257929 w 596146"/>
                  <a:gd name="connsiteY692" fmla="*/ 522592 h 563255"/>
                  <a:gd name="connsiteX693" fmla="*/ 256347 w 596146"/>
                  <a:gd name="connsiteY693" fmla="*/ 523164 h 563255"/>
                  <a:gd name="connsiteX694" fmla="*/ 253823 w 596146"/>
                  <a:gd name="connsiteY694" fmla="*/ 523534 h 563255"/>
                  <a:gd name="connsiteX695" fmla="*/ 251804 w 596146"/>
                  <a:gd name="connsiteY695" fmla="*/ 523466 h 563255"/>
                  <a:gd name="connsiteX696" fmla="*/ 249616 w 596146"/>
                  <a:gd name="connsiteY696" fmla="*/ 523096 h 563255"/>
                  <a:gd name="connsiteX697" fmla="*/ 247025 w 596146"/>
                  <a:gd name="connsiteY697" fmla="*/ 523231 h 563255"/>
                  <a:gd name="connsiteX698" fmla="*/ 242683 w 596146"/>
                  <a:gd name="connsiteY698" fmla="*/ 523231 h 563255"/>
                  <a:gd name="connsiteX699" fmla="*/ 240866 w 596146"/>
                  <a:gd name="connsiteY699" fmla="*/ 523668 h 563255"/>
                  <a:gd name="connsiteX700" fmla="*/ 238476 w 596146"/>
                  <a:gd name="connsiteY700" fmla="*/ 525115 h 563255"/>
                  <a:gd name="connsiteX701" fmla="*/ 239621 w 596146"/>
                  <a:gd name="connsiteY701" fmla="*/ 527503 h 563255"/>
                  <a:gd name="connsiteX702" fmla="*/ 241371 w 596146"/>
                  <a:gd name="connsiteY702" fmla="*/ 530699 h 563255"/>
                  <a:gd name="connsiteX703" fmla="*/ 241304 w 596146"/>
                  <a:gd name="connsiteY703" fmla="*/ 531641 h 563255"/>
                  <a:gd name="connsiteX704" fmla="*/ 241000 w 596146"/>
                  <a:gd name="connsiteY704" fmla="*/ 534668 h 563255"/>
                  <a:gd name="connsiteX705" fmla="*/ 235852 w 596146"/>
                  <a:gd name="connsiteY705" fmla="*/ 537124 h 563255"/>
                  <a:gd name="connsiteX706" fmla="*/ 233597 w 596146"/>
                  <a:gd name="connsiteY706" fmla="*/ 537763 h 563255"/>
                  <a:gd name="connsiteX707" fmla="*/ 231779 w 596146"/>
                  <a:gd name="connsiteY707" fmla="*/ 539344 h 563255"/>
                  <a:gd name="connsiteX708" fmla="*/ 228582 w 596146"/>
                  <a:gd name="connsiteY708" fmla="*/ 539714 h 563255"/>
                  <a:gd name="connsiteX709" fmla="*/ 225957 w 596146"/>
                  <a:gd name="connsiteY709" fmla="*/ 539916 h 563255"/>
                  <a:gd name="connsiteX710" fmla="*/ 224813 w 596146"/>
                  <a:gd name="connsiteY710" fmla="*/ 540353 h 563255"/>
                  <a:gd name="connsiteX711" fmla="*/ 222053 w 596146"/>
                  <a:gd name="connsiteY711" fmla="*/ 541598 h 563255"/>
                  <a:gd name="connsiteX712" fmla="*/ 221683 w 596146"/>
                  <a:gd name="connsiteY712" fmla="*/ 541968 h 563255"/>
                  <a:gd name="connsiteX713" fmla="*/ 221481 w 596146"/>
                  <a:gd name="connsiteY713" fmla="*/ 544928 h 563255"/>
                  <a:gd name="connsiteX714" fmla="*/ 221784 w 596146"/>
                  <a:gd name="connsiteY714" fmla="*/ 546678 h 563255"/>
                  <a:gd name="connsiteX715" fmla="*/ 221784 w 596146"/>
                  <a:gd name="connsiteY715" fmla="*/ 548124 h 563255"/>
                  <a:gd name="connsiteX716" fmla="*/ 224005 w 596146"/>
                  <a:gd name="connsiteY716" fmla="*/ 550748 h 563255"/>
                  <a:gd name="connsiteX717" fmla="*/ 223669 w 596146"/>
                  <a:gd name="connsiteY717" fmla="*/ 552430 h 563255"/>
                  <a:gd name="connsiteX718" fmla="*/ 222154 w 596146"/>
                  <a:gd name="connsiteY718" fmla="*/ 554448 h 563255"/>
                  <a:gd name="connsiteX719" fmla="*/ 223096 w 596146"/>
                  <a:gd name="connsiteY719" fmla="*/ 556635 h 563255"/>
                  <a:gd name="connsiteX720" fmla="*/ 225553 w 596146"/>
                  <a:gd name="connsiteY720" fmla="*/ 558519 h 563255"/>
                  <a:gd name="connsiteX721" fmla="*/ 227000 w 596146"/>
                  <a:gd name="connsiteY721" fmla="*/ 562085 h 563255"/>
                  <a:gd name="connsiteX722" fmla="*/ 228952 w 596146"/>
                  <a:gd name="connsiteY722" fmla="*/ 563228 h 563255"/>
                  <a:gd name="connsiteX723" fmla="*/ 232049 w 596146"/>
                  <a:gd name="connsiteY723" fmla="*/ 563228 h 563255"/>
                  <a:gd name="connsiteX724" fmla="*/ 235751 w 596146"/>
                  <a:gd name="connsiteY724" fmla="*/ 560975 h 563255"/>
                  <a:gd name="connsiteX725" fmla="*/ 238443 w 596146"/>
                  <a:gd name="connsiteY725" fmla="*/ 559158 h 563255"/>
                  <a:gd name="connsiteX726" fmla="*/ 243289 w 596146"/>
                  <a:gd name="connsiteY726" fmla="*/ 554146 h 563255"/>
                  <a:gd name="connsiteX727" fmla="*/ 244602 w 596146"/>
                  <a:gd name="connsiteY727" fmla="*/ 551825 h 563255"/>
                  <a:gd name="connsiteX728" fmla="*/ 248068 w 596146"/>
                  <a:gd name="connsiteY728" fmla="*/ 550950 h 563255"/>
                  <a:gd name="connsiteX729" fmla="*/ 252107 w 596146"/>
                  <a:gd name="connsiteY729" fmla="*/ 550210 h 563255"/>
                  <a:gd name="connsiteX730" fmla="*/ 257559 w 596146"/>
                  <a:gd name="connsiteY730" fmla="*/ 548057 h 563255"/>
                  <a:gd name="connsiteX731" fmla="*/ 263414 w 596146"/>
                  <a:gd name="connsiteY731" fmla="*/ 546981 h 563255"/>
                  <a:gd name="connsiteX732" fmla="*/ 267319 w 596146"/>
                  <a:gd name="connsiteY732" fmla="*/ 545837 h 563255"/>
                  <a:gd name="connsiteX733" fmla="*/ 273982 w 596146"/>
                  <a:gd name="connsiteY733" fmla="*/ 543314 h 563255"/>
                  <a:gd name="connsiteX734" fmla="*/ 275732 w 596146"/>
                  <a:gd name="connsiteY734" fmla="*/ 542809 h 563255"/>
                  <a:gd name="connsiteX735" fmla="*/ 277112 w 596146"/>
                  <a:gd name="connsiteY735" fmla="*/ 542809 h 563255"/>
                  <a:gd name="connsiteX736" fmla="*/ 279064 w 596146"/>
                  <a:gd name="connsiteY736" fmla="*/ 542439 h 563255"/>
                  <a:gd name="connsiteX737" fmla="*/ 279771 w 596146"/>
                  <a:gd name="connsiteY737" fmla="*/ 541800 h 563255"/>
                  <a:gd name="connsiteX738" fmla="*/ 279703 w 596146"/>
                  <a:gd name="connsiteY738" fmla="*/ 540723 h 563255"/>
                  <a:gd name="connsiteX739" fmla="*/ 279771 w 596146"/>
                  <a:gd name="connsiteY739" fmla="*/ 538638 h 563255"/>
                  <a:gd name="connsiteX740" fmla="*/ 278256 w 596146"/>
                  <a:gd name="connsiteY740" fmla="*/ 537326 h 563255"/>
                  <a:gd name="connsiteX741" fmla="*/ 276304 w 596146"/>
                  <a:gd name="connsiteY741" fmla="*/ 536451 h 563255"/>
                  <a:gd name="connsiteX742" fmla="*/ 273847 w 596146"/>
                  <a:gd name="connsiteY742" fmla="*/ 535139 h 563255"/>
                  <a:gd name="connsiteX743" fmla="*/ 272333 w 596146"/>
                  <a:gd name="connsiteY743" fmla="*/ 532549 h 563255"/>
                  <a:gd name="connsiteX744" fmla="*/ 272535 w 596146"/>
                  <a:gd name="connsiteY744" fmla="*/ 529858 h 563255"/>
                  <a:gd name="connsiteX745" fmla="*/ 272737 w 596146"/>
                  <a:gd name="connsiteY745" fmla="*/ 528041 h 563255"/>
                  <a:gd name="connsiteX746" fmla="*/ 274117 w 596146"/>
                  <a:gd name="connsiteY746" fmla="*/ 526729 h 563255"/>
                  <a:gd name="connsiteX747" fmla="*/ 274689 w 596146"/>
                  <a:gd name="connsiteY747" fmla="*/ 525720 h 563255"/>
                  <a:gd name="connsiteX748" fmla="*/ 276708 w 596146"/>
                  <a:gd name="connsiteY748" fmla="*/ 526158 h 563255"/>
                  <a:gd name="connsiteX749" fmla="*/ 278795 w 596146"/>
                  <a:gd name="connsiteY749" fmla="*/ 527234 h 563255"/>
                  <a:gd name="connsiteX750" fmla="*/ 281622 w 596146"/>
                  <a:gd name="connsiteY750" fmla="*/ 530194 h 563255"/>
                  <a:gd name="connsiteX751" fmla="*/ 282127 w 596146"/>
                  <a:gd name="connsiteY751" fmla="*/ 531876 h 563255"/>
                  <a:gd name="connsiteX752" fmla="*/ 286905 w 596146"/>
                  <a:gd name="connsiteY752" fmla="*/ 533693 h 563255"/>
                  <a:gd name="connsiteX753" fmla="*/ 289429 w 596146"/>
                  <a:gd name="connsiteY753" fmla="*/ 533693 h 563255"/>
                  <a:gd name="connsiteX754" fmla="*/ 289564 w 596146"/>
                  <a:gd name="connsiteY754" fmla="*/ 531304 h 563255"/>
                  <a:gd name="connsiteX755" fmla="*/ 288925 w 596146"/>
                  <a:gd name="connsiteY755" fmla="*/ 528916 h 563255"/>
                  <a:gd name="connsiteX756" fmla="*/ 289934 w 596146"/>
                  <a:gd name="connsiteY756" fmla="*/ 526729 h 563255"/>
                  <a:gd name="connsiteX757" fmla="*/ 290507 w 596146"/>
                  <a:gd name="connsiteY757" fmla="*/ 524274 h 563255"/>
                  <a:gd name="connsiteX758" fmla="*/ 291954 w 596146"/>
                  <a:gd name="connsiteY758" fmla="*/ 522962 h 563255"/>
                  <a:gd name="connsiteX759" fmla="*/ 294141 w 596146"/>
                  <a:gd name="connsiteY759" fmla="*/ 521818 h 563255"/>
                  <a:gd name="connsiteX760" fmla="*/ 296464 w 596146"/>
                  <a:gd name="connsiteY760" fmla="*/ 521818 h 563255"/>
                  <a:gd name="connsiteX761" fmla="*/ 297776 w 596146"/>
                  <a:gd name="connsiteY761" fmla="*/ 520943 h 563255"/>
                  <a:gd name="connsiteX762" fmla="*/ 298213 w 596146"/>
                  <a:gd name="connsiteY762" fmla="*/ 520372 h 563255"/>
                  <a:gd name="connsiteX763" fmla="*/ 298651 w 596146"/>
                  <a:gd name="connsiteY763" fmla="*/ 518050 h 563255"/>
                  <a:gd name="connsiteX764" fmla="*/ 299661 w 596146"/>
                  <a:gd name="connsiteY764" fmla="*/ 515157 h 563255"/>
                  <a:gd name="connsiteX765" fmla="*/ 301848 w 596146"/>
                  <a:gd name="connsiteY765" fmla="*/ 513274 h 563255"/>
                  <a:gd name="connsiteX766" fmla="*/ 305180 w 596146"/>
                  <a:gd name="connsiteY766" fmla="*/ 511087 h 563255"/>
                  <a:gd name="connsiteX767" fmla="*/ 307939 w 596146"/>
                  <a:gd name="connsiteY767" fmla="*/ 510078 h 563255"/>
                  <a:gd name="connsiteX768" fmla="*/ 308209 w 596146"/>
                  <a:gd name="connsiteY768" fmla="*/ 507891 h 563255"/>
                  <a:gd name="connsiteX769" fmla="*/ 306930 w 596146"/>
                  <a:gd name="connsiteY769" fmla="*/ 504426 h 563255"/>
                  <a:gd name="connsiteX770" fmla="*/ 305045 w 596146"/>
                  <a:gd name="connsiteY770" fmla="*/ 504426 h 563255"/>
                  <a:gd name="connsiteX771" fmla="*/ 305045 w 596146"/>
                  <a:gd name="connsiteY771" fmla="*/ 501533 h 563255"/>
                  <a:gd name="connsiteX772" fmla="*/ 306055 w 596146"/>
                  <a:gd name="connsiteY772" fmla="*/ 499347 h 563255"/>
                  <a:gd name="connsiteX773" fmla="*/ 306930 w 596146"/>
                  <a:gd name="connsiteY773" fmla="*/ 497026 h 563255"/>
                  <a:gd name="connsiteX774" fmla="*/ 310598 w 596146"/>
                  <a:gd name="connsiteY774" fmla="*/ 493998 h 563255"/>
                  <a:gd name="connsiteX775" fmla="*/ 311709 w 596146"/>
                  <a:gd name="connsiteY775" fmla="*/ 492686 h 563255"/>
                  <a:gd name="connsiteX776" fmla="*/ 315613 w 596146"/>
                  <a:gd name="connsiteY776" fmla="*/ 490937 h 563255"/>
                  <a:gd name="connsiteX777" fmla="*/ 316623 w 596146"/>
                  <a:gd name="connsiteY777" fmla="*/ 488481 h 563255"/>
                  <a:gd name="connsiteX778" fmla="*/ 320089 w 596146"/>
                  <a:gd name="connsiteY778" fmla="*/ 487472 h 563255"/>
                  <a:gd name="connsiteX779" fmla="*/ 322849 w 596146"/>
                  <a:gd name="connsiteY779" fmla="*/ 485285 h 563255"/>
                  <a:gd name="connsiteX780" fmla="*/ 323421 w 596146"/>
                  <a:gd name="connsiteY780" fmla="*/ 482258 h 563255"/>
                  <a:gd name="connsiteX781" fmla="*/ 323858 w 596146"/>
                  <a:gd name="connsiteY781" fmla="*/ 480239 h 563255"/>
                  <a:gd name="connsiteX782" fmla="*/ 327493 w 596146"/>
                  <a:gd name="connsiteY782" fmla="*/ 478356 h 563255"/>
                  <a:gd name="connsiteX783" fmla="*/ 333584 w 596146"/>
                  <a:gd name="connsiteY783" fmla="*/ 475025 h 563255"/>
                  <a:gd name="connsiteX784" fmla="*/ 339238 w 596146"/>
                  <a:gd name="connsiteY784" fmla="*/ 469946 h 563255"/>
                  <a:gd name="connsiteX785" fmla="*/ 345330 w 596146"/>
                  <a:gd name="connsiteY785" fmla="*/ 464597 h 563255"/>
                  <a:gd name="connsiteX786" fmla="*/ 352936 w 596146"/>
                  <a:gd name="connsiteY786" fmla="*/ 458306 h 563255"/>
                  <a:gd name="connsiteX787" fmla="*/ 356638 w 596146"/>
                  <a:gd name="connsiteY787" fmla="*/ 456355 h 563255"/>
                  <a:gd name="connsiteX788" fmla="*/ 360474 w 596146"/>
                  <a:gd name="connsiteY788" fmla="*/ 452958 h 563255"/>
                  <a:gd name="connsiteX789" fmla="*/ 362662 w 596146"/>
                  <a:gd name="connsiteY789" fmla="*/ 450569 h 563255"/>
                  <a:gd name="connsiteX790" fmla="*/ 366128 w 596146"/>
                  <a:gd name="connsiteY790" fmla="*/ 448551 h 563255"/>
                  <a:gd name="connsiteX791" fmla="*/ 368518 w 596146"/>
                  <a:gd name="connsiteY791" fmla="*/ 447811 h 563255"/>
                  <a:gd name="connsiteX792" fmla="*/ 370335 w 596146"/>
                  <a:gd name="connsiteY792" fmla="*/ 446869 h 563255"/>
                  <a:gd name="connsiteX793" fmla="*/ 372523 w 596146"/>
                  <a:gd name="connsiteY793" fmla="*/ 444918 h 563255"/>
                  <a:gd name="connsiteX794" fmla="*/ 374542 w 596146"/>
                  <a:gd name="connsiteY794" fmla="*/ 442899 h 563255"/>
                  <a:gd name="connsiteX795" fmla="*/ 376561 w 596146"/>
                  <a:gd name="connsiteY795" fmla="*/ 442092 h 563255"/>
                  <a:gd name="connsiteX796" fmla="*/ 379826 w 596146"/>
                  <a:gd name="connsiteY796" fmla="*/ 441789 h 563255"/>
                  <a:gd name="connsiteX797" fmla="*/ 382585 w 596146"/>
                  <a:gd name="connsiteY797" fmla="*/ 439838 h 563255"/>
                  <a:gd name="connsiteX798" fmla="*/ 385917 w 596146"/>
                  <a:gd name="connsiteY798" fmla="*/ 439838 h 563255"/>
                  <a:gd name="connsiteX799" fmla="*/ 389518 w 596146"/>
                  <a:gd name="connsiteY799" fmla="*/ 439838 h 563255"/>
                  <a:gd name="connsiteX800" fmla="*/ 393153 w 596146"/>
                  <a:gd name="connsiteY800" fmla="*/ 439838 h 563255"/>
                  <a:gd name="connsiteX801" fmla="*/ 395038 w 596146"/>
                  <a:gd name="connsiteY801" fmla="*/ 438257 h 563255"/>
                  <a:gd name="connsiteX802" fmla="*/ 396788 w 596146"/>
                  <a:gd name="connsiteY802" fmla="*/ 436373 h 563255"/>
                  <a:gd name="connsiteX803" fmla="*/ 396350 w 596146"/>
                  <a:gd name="connsiteY803" fmla="*/ 434490 h 563255"/>
                  <a:gd name="connsiteX804" fmla="*/ 395475 w 596146"/>
                  <a:gd name="connsiteY804" fmla="*/ 432034 h 563255"/>
                  <a:gd name="connsiteX805" fmla="*/ 393725 w 596146"/>
                  <a:gd name="connsiteY805" fmla="*/ 430285 h 563255"/>
                  <a:gd name="connsiteX806" fmla="*/ 393860 w 596146"/>
                  <a:gd name="connsiteY806" fmla="*/ 425508 h 563255"/>
                  <a:gd name="connsiteX807" fmla="*/ 398639 w 596146"/>
                  <a:gd name="connsiteY807" fmla="*/ 424768 h 563255"/>
                  <a:gd name="connsiteX808" fmla="*/ 401971 w 596146"/>
                  <a:gd name="connsiteY808" fmla="*/ 423187 h 563255"/>
                  <a:gd name="connsiteX809" fmla="*/ 405168 w 596146"/>
                  <a:gd name="connsiteY809" fmla="*/ 424196 h 563255"/>
                  <a:gd name="connsiteX810" fmla="*/ 407355 w 596146"/>
                  <a:gd name="connsiteY810" fmla="*/ 424196 h 563255"/>
                  <a:gd name="connsiteX811" fmla="*/ 409105 w 596146"/>
                  <a:gd name="connsiteY811" fmla="*/ 425508 h 563255"/>
                  <a:gd name="connsiteX812" fmla="*/ 413009 w 596146"/>
                  <a:gd name="connsiteY812" fmla="*/ 425070 h 563255"/>
                  <a:gd name="connsiteX813" fmla="*/ 416644 w 596146"/>
                  <a:gd name="connsiteY813" fmla="*/ 425070 h 563255"/>
                  <a:gd name="connsiteX814" fmla="*/ 420144 w 596146"/>
                  <a:gd name="connsiteY814" fmla="*/ 422615 h 563255"/>
                  <a:gd name="connsiteX815" fmla="*/ 422466 w 596146"/>
                  <a:gd name="connsiteY815" fmla="*/ 419991 h 563255"/>
                  <a:gd name="connsiteX816" fmla="*/ 424485 w 596146"/>
                  <a:gd name="connsiteY816" fmla="*/ 418544 h 563255"/>
                  <a:gd name="connsiteX817" fmla="*/ 425933 w 596146"/>
                  <a:gd name="connsiteY817" fmla="*/ 416526 h 563255"/>
                  <a:gd name="connsiteX818" fmla="*/ 427817 w 596146"/>
                  <a:gd name="connsiteY818" fmla="*/ 414945 h 563255"/>
                  <a:gd name="connsiteX819" fmla="*/ 429264 w 596146"/>
                  <a:gd name="connsiteY819" fmla="*/ 412052 h 563255"/>
                  <a:gd name="connsiteX820" fmla="*/ 431452 w 596146"/>
                  <a:gd name="connsiteY820" fmla="*/ 411749 h 563255"/>
                  <a:gd name="connsiteX821" fmla="*/ 433034 w 596146"/>
                  <a:gd name="connsiteY821" fmla="*/ 411615 h 563255"/>
                  <a:gd name="connsiteX822" fmla="*/ 436938 w 596146"/>
                  <a:gd name="connsiteY822" fmla="*/ 412187 h 563255"/>
                  <a:gd name="connsiteX823" fmla="*/ 438082 w 596146"/>
                  <a:gd name="connsiteY823" fmla="*/ 413498 h 563255"/>
                  <a:gd name="connsiteX824" fmla="*/ 441716 w 596146"/>
                  <a:gd name="connsiteY824" fmla="*/ 415517 h 563255"/>
                  <a:gd name="connsiteX825" fmla="*/ 445183 w 596146"/>
                  <a:gd name="connsiteY825" fmla="*/ 415517 h 563255"/>
                  <a:gd name="connsiteX826" fmla="*/ 448683 w 596146"/>
                  <a:gd name="connsiteY826" fmla="*/ 413768 h 563255"/>
                  <a:gd name="connsiteX827" fmla="*/ 454203 w 596146"/>
                  <a:gd name="connsiteY827" fmla="*/ 413768 h 563255"/>
                  <a:gd name="connsiteX828" fmla="*/ 459116 w 596146"/>
                  <a:gd name="connsiteY828" fmla="*/ 412018 h 563255"/>
                  <a:gd name="connsiteX829" fmla="*/ 463323 w 596146"/>
                  <a:gd name="connsiteY829" fmla="*/ 412018 h 563255"/>
                  <a:gd name="connsiteX830" fmla="*/ 464333 w 596146"/>
                  <a:gd name="connsiteY830" fmla="*/ 412018 h 563255"/>
                  <a:gd name="connsiteX831" fmla="*/ 468674 w 596146"/>
                  <a:gd name="connsiteY831" fmla="*/ 412018 h 563255"/>
                  <a:gd name="connsiteX832" fmla="*/ 470559 w 596146"/>
                  <a:gd name="connsiteY832" fmla="*/ 410706 h 563255"/>
                  <a:gd name="connsiteX833" fmla="*/ 472006 w 596146"/>
                  <a:gd name="connsiteY833" fmla="*/ 409260 h 563255"/>
                  <a:gd name="connsiteX834" fmla="*/ 473015 w 596146"/>
                  <a:gd name="connsiteY834" fmla="*/ 408385 h 563255"/>
                  <a:gd name="connsiteX835" fmla="*/ 475337 w 596146"/>
                  <a:gd name="connsiteY835" fmla="*/ 406939 h 563255"/>
                  <a:gd name="connsiteX836" fmla="*/ 476347 w 596146"/>
                  <a:gd name="connsiteY836" fmla="*/ 405795 h 563255"/>
                  <a:gd name="connsiteX837" fmla="*/ 476482 w 596146"/>
                  <a:gd name="connsiteY837" fmla="*/ 404483 h 563255"/>
                  <a:gd name="connsiteX838" fmla="*/ 475607 w 596146"/>
                  <a:gd name="connsiteY838" fmla="*/ 402465 h 563255"/>
                  <a:gd name="connsiteX839" fmla="*/ 475607 w 596146"/>
                  <a:gd name="connsiteY839" fmla="*/ 399841 h 563255"/>
                  <a:gd name="connsiteX840" fmla="*/ 476246 w 596146"/>
                  <a:gd name="connsiteY840" fmla="*/ 397654 h 563255"/>
                  <a:gd name="connsiteX841" fmla="*/ 477188 w 596146"/>
                  <a:gd name="connsiteY841" fmla="*/ 396073 h 563255"/>
                  <a:gd name="connsiteX842" fmla="*/ 478198 w 596146"/>
                  <a:gd name="connsiteY842" fmla="*/ 394627 h 563255"/>
                  <a:gd name="connsiteX843" fmla="*/ 480789 w 596146"/>
                  <a:gd name="connsiteY843" fmla="*/ 394627 h 563255"/>
                  <a:gd name="connsiteX844" fmla="*/ 482539 w 596146"/>
                  <a:gd name="connsiteY844" fmla="*/ 393752 h 563255"/>
                  <a:gd name="connsiteX845" fmla="*/ 482539 w 596146"/>
                  <a:gd name="connsiteY845" fmla="*/ 392003 h 563255"/>
                  <a:gd name="connsiteX846" fmla="*/ 482843 w 596146"/>
                  <a:gd name="connsiteY846" fmla="*/ 389682 h 563255"/>
                  <a:gd name="connsiteX847" fmla="*/ 482539 w 596146"/>
                  <a:gd name="connsiteY847" fmla="*/ 386654 h 563255"/>
                  <a:gd name="connsiteX848" fmla="*/ 480958 w 596146"/>
                  <a:gd name="connsiteY848" fmla="*/ 383458 h 563255"/>
                  <a:gd name="connsiteX849" fmla="*/ 480520 w 596146"/>
                  <a:gd name="connsiteY849" fmla="*/ 379825 h 563255"/>
                  <a:gd name="connsiteX850" fmla="*/ 480655 w 596146"/>
                  <a:gd name="connsiteY850" fmla="*/ 377201 h 563255"/>
                  <a:gd name="connsiteX851" fmla="*/ 481227 w 596146"/>
                  <a:gd name="connsiteY851" fmla="*/ 373434 h 563255"/>
                  <a:gd name="connsiteX852" fmla="*/ 484693 w 596146"/>
                  <a:gd name="connsiteY852" fmla="*/ 370406 h 563255"/>
                  <a:gd name="connsiteX853" fmla="*/ 490650 w 596146"/>
                  <a:gd name="connsiteY853" fmla="*/ 367648 h 563255"/>
                  <a:gd name="connsiteX854" fmla="*/ 492669 w 596146"/>
                  <a:gd name="connsiteY854" fmla="*/ 364183 h 563255"/>
                  <a:gd name="connsiteX855" fmla="*/ 496439 w 596146"/>
                  <a:gd name="connsiteY855" fmla="*/ 360852 h 563255"/>
                  <a:gd name="connsiteX856" fmla="*/ 496742 w 596146"/>
                  <a:gd name="connsiteY856" fmla="*/ 358094 h 563255"/>
                  <a:gd name="connsiteX857" fmla="*/ 499804 w 596146"/>
                  <a:gd name="connsiteY857" fmla="*/ 353519 h 563255"/>
                  <a:gd name="connsiteX858" fmla="*/ 501891 w 596146"/>
                  <a:gd name="connsiteY858" fmla="*/ 350054 h 563255"/>
                  <a:gd name="connsiteX859" fmla="*/ 503910 w 596146"/>
                  <a:gd name="connsiteY859" fmla="*/ 348641 h 563255"/>
                  <a:gd name="connsiteX860" fmla="*/ 505862 w 596146"/>
                  <a:gd name="connsiteY860" fmla="*/ 346522 h 563255"/>
                  <a:gd name="connsiteX861" fmla="*/ 508858 w 596146"/>
                  <a:gd name="connsiteY861" fmla="*/ 343326 h 563255"/>
                  <a:gd name="connsiteX862" fmla="*/ 512559 w 596146"/>
                  <a:gd name="connsiteY862" fmla="*/ 339861 h 563255"/>
                  <a:gd name="connsiteX863" fmla="*/ 516026 w 596146"/>
                  <a:gd name="connsiteY863" fmla="*/ 337910 h 563255"/>
                  <a:gd name="connsiteX864" fmla="*/ 520603 w 596146"/>
                  <a:gd name="connsiteY864" fmla="*/ 335724 h 563255"/>
                  <a:gd name="connsiteX865" fmla="*/ 524069 w 596146"/>
                  <a:gd name="connsiteY865" fmla="*/ 333974 h 563255"/>
                  <a:gd name="connsiteX866" fmla="*/ 526257 w 596146"/>
                  <a:gd name="connsiteY866" fmla="*/ 332023 h 563255"/>
                  <a:gd name="connsiteX867" fmla="*/ 527569 w 596146"/>
                  <a:gd name="connsiteY867" fmla="*/ 330947 h 563255"/>
                  <a:gd name="connsiteX868" fmla="*/ 531271 w 596146"/>
                  <a:gd name="connsiteY868" fmla="*/ 327246 h 563255"/>
                  <a:gd name="connsiteX869" fmla="*/ 535175 w 596146"/>
                  <a:gd name="connsiteY869" fmla="*/ 323546 h 563255"/>
                  <a:gd name="connsiteX870" fmla="*/ 536925 w 596146"/>
                  <a:gd name="connsiteY870" fmla="*/ 319207 h 563255"/>
                  <a:gd name="connsiteX871" fmla="*/ 541704 w 596146"/>
                  <a:gd name="connsiteY871" fmla="*/ 316179 h 563255"/>
                  <a:gd name="connsiteX872" fmla="*/ 544531 w 596146"/>
                  <a:gd name="connsiteY872" fmla="*/ 313151 h 563255"/>
                  <a:gd name="connsiteX873" fmla="*/ 547796 w 596146"/>
                  <a:gd name="connsiteY873" fmla="*/ 309451 h 563255"/>
                  <a:gd name="connsiteX874" fmla="*/ 551060 w 596146"/>
                  <a:gd name="connsiteY874" fmla="*/ 309451 h 563255"/>
                  <a:gd name="connsiteX875" fmla="*/ 554762 w 596146"/>
                  <a:gd name="connsiteY875" fmla="*/ 307702 h 563255"/>
                  <a:gd name="connsiteX876" fmla="*/ 559541 w 596146"/>
                  <a:gd name="connsiteY876" fmla="*/ 307702 h 563255"/>
                  <a:gd name="connsiteX877" fmla="*/ 563445 w 596146"/>
                  <a:gd name="connsiteY877" fmla="*/ 306625 h 563255"/>
                  <a:gd name="connsiteX878" fmla="*/ 566070 w 596146"/>
                  <a:gd name="connsiteY878" fmla="*/ 305112 h 563255"/>
                  <a:gd name="connsiteX879" fmla="*/ 567383 w 596146"/>
                  <a:gd name="connsiteY879" fmla="*/ 301848 h 563255"/>
                  <a:gd name="connsiteX880" fmla="*/ 569335 w 596146"/>
                  <a:gd name="connsiteY880" fmla="*/ 296399 h 563255"/>
                  <a:gd name="connsiteX881" fmla="*/ 575628 w 596146"/>
                  <a:gd name="connsiteY881" fmla="*/ 293371 h 563255"/>
                  <a:gd name="connsiteX882" fmla="*/ 582729 w 596146"/>
                  <a:gd name="connsiteY882" fmla="*/ 286912 h 563255"/>
                  <a:gd name="connsiteX883" fmla="*/ 584479 w 596146"/>
                  <a:gd name="connsiteY883" fmla="*/ 283515 h 563255"/>
                  <a:gd name="connsiteX884" fmla="*/ 587441 w 596146"/>
                  <a:gd name="connsiteY884" fmla="*/ 280891 h 563255"/>
                  <a:gd name="connsiteX885" fmla="*/ 590066 w 596146"/>
                  <a:gd name="connsiteY885" fmla="*/ 277998 h 563255"/>
                  <a:gd name="connsiteX886" fmla="*/ 591883 w 596146"/>
                  <a:gd name="connsiteY886" fmla="*/ 274802 h 563255"/>
                  <a:gd name="connsiteX887" fmla="*/ 592018 w 596146"/>
                  <a:gd name="connsiteY887" fmla="*/ 273995 h 563255"/>
                  <a:gd name="connsiteX888" fmla="*/ 591951 w 596146"/>
                  <a:gd name="connsiteY888" fmla="*/ 272313 h 563255"/>
                  <a:gd name="connsiteX889" fmla="*/ 591580 w 596146"/>
                  <a:gd name="connsiteY889" fmla="*/ 269487 h 563255"/>
                  <a:gd name="connsiteX890" fmla="*/ 590705 w 596146"/>
                  <a:gd name="connsiteY890" fmla="*/ 267906 h 563255"/>
                  <a:gd name="connsiteX891" fmla="*/ 588686 w 596146"/>
                  <a:gd name="connsiteY891" fmla="*/ 267839 h 563255"/>
                  <a:gd name="connsiteX892" fmla="*/ 587104 w 596146"/>
                  <a:gd name="connsiteY892" fmla="*/ 269353 h 563255"/>
                  <a:gd name="connsiteX893" fmla="*/ 585085 w 596146"/>
                  <a:gd name="connsiteY893" fmla="*/ 271236 h 563255"/>
                  <a:gd name="connsiteX894" fmla="*/ 581820 w 596146"/>
                  <a:gd name="connsiteY894" fmla="*/ 271035 h 563255"/>
                  <a:gd name="connsiteX895" fmla="*/ 581619 w 596146"/>
                  <a:gd name="connsiteY895" fmla="*/ 269016 h 563255"/>
                  <a:gd name="connsiteX896" fmla="*/ 582763 w 596146"/>
                  <a:gd name="connsiteY896" fmla="*/ 267570 h 563255"/>
                  <a:gd name="connsiteX897" fmla="*/ 584513 w 596146"/>
                  <a:gd name="connsiteY897" fmla="*/ 265383 h 563255"/>
                  <a:gd name="connsiteX898" fmla="*/ 586532 w 596146"/>
                  <a:gd name="connsiteY898" fmla="*/ 263802 h 563255"/>
                  <a:gd name="connsiteX899" fmla="*/ 588720 w 596146"/>
                  <a:gd name="connsiteY899" fmla="*/ 261616 h 563255"/>
                  <a:gd name="connsiteX900" fmla="*/ 588720 w 596146"/>
                  <a:gd name="connsiteY900" fmla="*/ 259160 h 563255"/>
                  <a:gd name="connsiteX901" fmla="*/ 589157 w 596146"/>
                  <a:gd name="connsiteY901" fmla="*/ 256401 h 563255"/>
                  <a:gd name="connsiteX902" fmla="*/ 589595 w 596146"/>
                  <a:gd name="connsiteY902" fmla="*/ 254517 h 563255"/>
                  <a:gd name="connsiteX903" fmla="*/ 590470 w 596146"/>
                  <a:gd name="connsiteY903" fmla="*/ 251187 h 563255"/>
                  <a:gd name="connsiteX904" fmla="*/ 590470 w 596146"/>
                  <a:gd name="connsiteY904" fmla="*/ 248160 h 563255"/>
                  <a:gd name="connsiteX905" fmla="*/ 590672 w 596146"/>
                  <a:gd name="connsiteY905" fmla="*/ 246713 h 563255"/>
                  <a:gd name="connsiteX906" fmla="*/ 593196 w 596146"/>
                  <a:gd name="connsiteY906" fmla="*/ 245704 h 563255"/>
                  <a:gd name="connsiteX907" fmla="*/ 596090 w 596146"/>
                  <a:gd name="connsiteY907" fmla="*/ 243955 h 563255"/>
                  <a:gd name="connsiteX908" fmla="*/ 595888 w 596146"/>
                  <a:gd name="connsiteY908" fmla="*/ 241734 h 56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Lst>
                <a:rect l="l" t="t" r="r" b="b"/>
                <a:pathLst>
                  <a:path w="596146" h="563255">
                    <a:moveTo>
                      <a:pt x="595888" y="241734"/>
                    </a:moveTo>
                    <a:lnTo>
                      <a:pt x="594003" y="238101"/>
                    </a:lnTo>
                    <a:lnTo>
                      <a:pt x="590672" y="233762"/>
                    </a:lnTo>
                    <a:lnTo>
                      <a:pt x="586330" y="228413"/>
                    </a:lnTo>
                    <a:lnTo>
                      <a:pt x="585186" y="228110"/>
                    </a:lnTo>
                    <a:cubicBezTo>
                      <a:pt x="585186" y="228110"/>
                      <a:pt x="583301" y="228245"/>
                      <a:pt x="582729" y="228245"/>
                    </a:cubicBezTo>
                    <a:cubicBezTo>
                      <a:pt x="582157" y="228245"/>
                      <a:pt x="579263" y="226933"/>
                      <a:pt x="579263" y="226933"/>
                    </a:cubicBezTo>
                    <a:lnTo>
                      <a:pt x="578119" y="226798"/>
                    </a:lnTo>
                    <a:lnTo>
                      <a:pt x="578119" y="223468"/>
                    </a:lnTo>
                    <a:lnTo>
                      <a:pt x="576301" y="220878"/>
                    </a:lnTo>
                    <a:lnTo>
                      <a:pt x="573777" y="218994"/>
                    </a:lnTo>
                    <a:lnTo>
                      <a:pt x="571455" y="215966"/>
                    </a:lnTo>
                    <a:lnTo>
                      <a:pt x="570142" y="212199"/>
                    </a:lnTo>
                    <a:lnTo>
                      <a:pt x="569267" y="208431"/>
                    </a:lnTo>
                    <a:lnTo>
                      <a:pt x="566373" y="202780"/>
                    </a:lnTo>
                    <a:cubicBezTo>
                      <a:pt x="566373" y="202780"/>
                      <a:pt x="563176" y="197868"/>
                      <a:pt x="563041" y="197263"/>
                    </a:cubicBezTo>
                    <a:cubicBezTo>
                      <a:pt x="562907" y="196691"/>
                      <a:pt x="562469" y="195514"/>
                      <a:pt x="561897" y="194942"/>
                    </a:cubicBezTo>
                    <a:cubicBezTo>
                      <a:pt x="561325" y="194370"/>
                      <a:pt x="562032" y="192923"/>
                      <a:pt x="561897" y="192486"/>
                    </a:cubicBezTo>
                    <a:cubicBezTo>
                      <a:pt x="561762" y="192049"/>
                      <a:pt x="561594" y="190299"/>
                      <a:pt x="561156" y="189862"/>
                    </a:cubicBezTo>
                    <a:cubicBezTo>
                      <a:pt x="560719" y="189425"/>
                      <a:pt x="559710" y="186094"/>
                      <a:pt x="559710" y="186094"/>
                    </a:cubicBezTo>
                    <a:lnTo>
                      <a:pt x="558128" y="184211"/>
                    </a:lnTo>
                    <a:cubicBezTo>
                      <a:pt x="558128" y="184211"/>
                      <a:pt x="555234" y="184211"/>
                      <a:pt x="554661" y="184211"/>
                    </a:cubicBezTo>
                    <a:cubicBezTo>
                      <a:pt x="554089" y="184211"/>
                      <a:pt x="552911" y="184413"/>
                      <a:pt x="550455" y="184413"/>
                    </a:cubicBezTo>
                    <a:cubicBezTo>
                      <a:pt x="547998" y="184413"/>
                      <a:pt x="546820" y="183908"/>
                      <a:pt x="545541" y="183908"/>
                    </a:cubicBezTo>
                    <a:cubicBezTo>
                      <a:pt x="544262" y="183908"/>
                      <a:pt x="544094" y="183033"/>
                      <a:pt x="543959" y="182024"/>
                    </a:cubicBezTo>
                    <a:cubicBezTo>
                      <a:pt x="543825" y="181015"/>
                      <a:pt x="543959" y="179871"/>
                      <a:pt x="543959" y="179871"/>
                    </a:cubicBezTo>
                    <a:lnTo>
                      <a:pt x="544666" y="177987"/>
                    </a:lnTo>
                    <a:lnTo>
                      <a:pt x="546551" y="174354"/>
                    </a:lnTo>
                    <a:lnTo>
                      <a:pt x="548435" y="171024"/>
                    </a:lnTo>
                    <a:lnTo>
                      <a:pt x="548873" y="168266"/>
                    </a:lnTo>
                    <a:lnTo>
                      <a:pt x="546853" y="164801"/>
                    </a:lnTo>
                    <a:lnTo>
                      <a:pt x="543387" y="163051"/>
                    </a:lnTo>
                    <a:lnTo>
                      <a:pt x="541502" y="161908"/>
                    </a:lnTo>
                    <a:lnTo>
                      <a:pt x="538036" y="161605"/>
                    </a:lnTo>
                    <a:lnTo>
                      <a:pt x="536892" y="158712"/>
                    </a:lnTo>
                    <a:lnTo>
                      <a:pt x="538541" y="156021"/>
                    </a:lnTo>
                    <a:lnTo>
                      <a:pt x="541435" y="153498"/>
                    </a:lnTo>
                    <a:lnTo>
                      <a:pt x="545272" y="150975"/>
                    </a:lnTo>
                    <a:lnTo>
                      <a:pt x="547224" y="147712"/>
                    </a:lnTo>
                    <a:lnTo>
                      <a:pt x="548637" y="143339"/>
                    </a:lnTo>
                    <a:cubicBezTo>
                      <a:pt x="548637" y="143339"/>
                      <a:pt x="549613" y="141858"/>
                      <a:pt x="549613" y="141757"/>
                    </a:cubicBezTo>
                    <a:cubicBezTo>
                      <a:pt x="549613" y="141657"/>
                      <a:pt x="550320" y="140378"/>
                      <a:pt x="550421" y="140345"/>
                    </a:cubicBezTo>
                    <a:cubicBezTo>
                      <a:pt x="550522" y="140311"/>
                      <a:pt x="551935" y="138091"/>
                      <a:pt x="552104" y="137822"/>
                    </a:cubicBezTo>
                    <a:cubicBezTo>
                      <a:pt x="552305" y="137519"/>
                      <a:pt x="552911" y="136745"/>
                      <a:pt x="553046" y="136510"/>
                    </a:cubicBezTo>
                    <a:cubicBezTo>
                      <a:pt x="553180" y="136274"/>
                      <a:pt x="553484" y="135400"/>
                      <a:pt x="553484" y="135400"/>
                    </a:cubicBezTo>
                    <a:lnTo>
                      <a:pt x="553080" y="134088"/>
                    </a:lnTo>
                    <a:cubicBezTo>
                      <a:pt x="553080" y="134088"/>
                      <a:pt x="551599" y="132944"/>
                      <a:pt x="551161" y="132910"/>
                    </a:cubicBezTo>
                    <a:cubicBezTo>
                      <a:pt x="550724" y="132877"/>
                      <a:pt x="549781" y="132473"/>
                      <a:pt x="549512" y="132473"/>
                    </a:cubicBezTo>
                    <a:cubicBezTo>
                      <a:pt x="549277" y="132473"/>
                      <a:pt x="547055" y="133146"/>
                      <a:pt x="547055" y="133146"/>
                    </a:cubicBezTo>
                    <a:cubicBezTo>
                      <a:pt x="547055" y="133146"/>
                      <a:pt x="546584" y="133583"/>
                      <a:pt x="546349" y="133684"/>
                    </a:cubicBezTo>
                    <a:cubicBezTo>
                      <a:pt x="546147" y="133785"/>
                      <a:pt x="545675" y="134189"/>
                      <a:pt x="545440" y="134323"/>
                    </a:cubicBezTo>
                    <a:cubicBezTo>
                      <a:pt x="545204" y="134458"/>
                      <a:pt x="544127" y="134895"/>
                      <a:pt x="543488" y="135164"/>
                    </a:cubicBezTo>
                    <a:cubicBezTo>
                      <a:pt x="542849" y="135433"/>
                      <a:pt x="542209" y="135534"/>
                      <a:pt x="541132" y="135702"/>
                    </a:cubicBezTo>
                    <a:cubicBezTo>
                      <a:pt x="540055" y="135904"/>
                      <a:pt x="539988" y="134895"/>
                      <a:pt x="539988" y="134895"/>
                    </a:cubicBezTo>
                    <a:lnTo>
                      <a:pt x="538541" y="133785"/>
                    </a:lnTo>
                    <a:lnTo>
                      <a:pt x="537094" y="133146"/>
                    </a:lnTo>
                    <a:cubicBezTo>
                      <a:pt x="537094" y="133146"/>
                      <a:pt x="535748" y="131935"/>
                      <a:pt x="535613" y="131935"/>
                    </a:cubicBezTo>
                    <a:cubicBezTo>
                      <a:pt x="535478" y="131935"/>
                      <a:pt x="534469" y="131531"/>
                      <a:pt x="534368" y="131430"/>
                    </a:cubicBezTo>
                    <a:cubicBezTo>
                      <a:pt x="534300" y="131329"/>
                      <a:pt x="532921" y="129479"/>
                      <a:pt x="532921" y="129479"/>
                    </a:cubicBezTo>
                    <a:lnTo>
                      <a:pt x="532921" y="127662"/>
                    </a:lnTo>
                    <a:lnTo>
                      <a:pt x="533459" y="125207"/>
                    </a:lnTo>
                    <a:lnTo>
                      <a:pt x="534536" y="124130"/>
                    </a:lnTo>
                    <a:lnTo>
                      <a:pt x="534805" y="121876"/>
                    </a:lnTo>
                    <a:lnTo>
                      <a:pt x="533459" y="119892"/>
                    </a:lnTo>
                    <a:lnTo>
                      <a:pt x="532617" y="118916"/>
                    </a:lnTo>
                    <a:cubicBezTo>
                      <a:pt x="532617" y="118916"/>
                      <a:pt x="531507" y="117739"/>
                      <a:pt x="531171" y="117604"/>
                    </a:cubicBezTo>
                    <a:cubicBezTo>
                      <a:pt x="530800" y="117470"/>
                      <a:pt x="530430" y="117604"/>
                      <a:pt x="530228" y="117604"/>
                    </a:cubicBezTo>
                    <a:cubicBezTo>
                      <a:pt x="530026" y="117604"/>
                      <a:pt x="528646" y="118176"/>
                      <a:pt x="528142" y="118243"/>
                    </a:cubicBezTo>
                    <a:cubicBezTo>
                      <a:pt x="527637" y="118311"/>
                      <a:pt x="526627" y="118311"/>
                      <a:pt x="525315" y="118311"/>
                    </a:cubicBezTo>
                    <a:cubicBezTo>
                      <a:pt x="524002" y="118311"/>
                      <a:pt x="522487" y="116494"/>
                      <a:pt x="522690" y="116292"/>
                    </a:cubicBezTo>
                    <a:cubicBezTo>
                      <a:pt x="522891" y="116090"/>
                      <a:pt x="522690" y="114274"/>
                      <a:pt x="522690" y="114274"/>
                    </a:cubicBezTo>
                    <a:lnTo>
                      <a:pt x="522252" y="111953"/>
                    </a:lnTo>
                    <a:lnTo>
                      <a:pt x="519358" y="108622"/>
                    </a:lnTo>
                    <a:lnTo>
                      <a:pt x="518651" y="105528"/>
                    </a:lnTo>
                    <a:cubicBezTo>
                      <a:pt x="518651" y="105528"/>
                      <a:pt x="515117" y="101625"/>
                      <a:pt x="515185" y="101121"/>
                    </a:cubicBezTo>
                    <a:cubicBezTo>
                      <a:pt x="515252" y="100616"/>
                      <a:pt x="516430" y="99102"/>
                      <a:pt x="516766" y="98531"/>
                    </a:cubicBezTo>
                    <a:cubicBezTo>
                      <a:pt x="517136" y="97959"/>
                      <a:pt x="519391" y="93014"/>
                      <a:pt x="519391" y="93014"/>
                    </a:cubicBezTo>
                    <a:lnTo>
                      <a:pt x="518684" y="91130"/>
                    </a:lnTo>
                    <a:cubicBezTo>
                      <a:pt x="518684" y="91130"/>
                      <a:pt x="516598" y="88001"/>
                      <a:pt x="516160" y="87429"/>
                    </a:cubicBezTo>
                    <a:cubicBezTo>
                      <a:pt x="515723" y="86858"/>
                      <a:pt x="513333" y="86353"/>
                      <a:pt x="513333" y="86353"/>
                    </a:cubicBezTo>
                    <a:cubicBezTo>
                      <a:pt x="513333" y="86353"/>
                      <a:pt x="511146" y="87732"/>
                      <a:pt x="510372" y="87799"/>
                    </a:cubicBezTo>
                    <a:cubicBezTo>
                      <a:pt x="509564" y="87867"/>
                      <a:pt x="507680" y="88472"/>
                      <a:pt x="506367" y="88371"/>
                    </a:cubicBezTo>
                    <a:cubicBezTo>
                      <a:pt x="505055" y="88304"/>
                      <a:pt x="503102" y="85176"/>
                      <a:pt x="502598" y="84604"/>
                    </a:cubicBezTo>
                    <a:cubicBezTo>
                      <a:pt x="502093" y="84032"/>
                      <a:pt x="502362" y="82518"/>
                      <a:pt x="502362" y="82081"/>
                    </a:cubicBezTo>
                    <a:cubicBezTo>
                      <a:pt x="502362" y="81643"/>
                      <a:pt x="503002" y="78750"/>
                      <a:pt x="503002" y="78750"/>
                    </a:cubicBezTo>
                    <a:lnTo>
                      <a:pt x="503809" y="77237"/>
                    </a:lnTo>
                    <a:lnTo>
                      <a:pt x="503372" y="75656"/>
                    </a:lnTo>
                    <a:lnTo>
                      <a:pt x="503372" y="72191"/>
                    </a:lnTo>
                    <a:cubicBezTo>
                      <a:pt x="503372" y="72191"/>
                      <a:pt x="502429" y="70240"/>
                      <a:pt x="502160" y="70240"/>
                    </a:cubicBezTo>
                    <a:cubicBezTo>
                      <a:pt x="501891" y="70240"/>
                      <a:pt x="498525" y="69735"/>
                      <a:pt x="498525" y="69735"/>
                    </a:cubicBezTo>
                    <a:lnTo>
                      <a:pt x="494117" y="70172"/>
                    </a:lnTo>
                    <a:lnTo>
                      <a:pt x="491492" y="69365"/>
                    </a:lnTo>
                    <a:cubicBezTo>
                      <a:pt x="491492" y="69365"/>
                      <a:pt x="489102" y="65160"/>
                      <a:pt x="488968" y="64790"/>
                    </a:cubicBezTo>
                    <a:cubicBezTo>
                      <a:pt x="488833" y="64420"/>
                      <a:pt x="489035" y="61392"/>
                      <a:pt x="489035" y="61392"/>
                    </a:cubicBezTo>
                    <a:cubicBezTo>
                      <a:pt x="489035" y="61392"/>
                      <a:pt x="489540" y="56481"/>
                      <a:pt x="489540" y="56111"/>
                    </a:cubicBezTo>
                    <a:cubicBezTo>
                      <a:pt x="489540" y="55741"/>
                      <a:pt x="490112" y="51839"/>
                      <a:pt x="490112" y="51839"/>
                    </a:cubicBezTo>
                    <a:lnTo>
                      <a:pt x="490549" y="49955"/>
                    </a:lnTo>
                    <a:lnTo>
                      <a:pt x="491997" y="44808"/>
                    </a:lnTo>
                    <a:cubicBezTo>
                      <a:pt x="491997" y="44808"/>
                      <a:pt x="492568" y="43227"/>
                      <a:pt x="492636" y="42992"/>
                    </a:cubicBezTo>
                    <a:cubicBezTo>
                      <a:pt x="492703" y="42756"/>
                      <a:pt x="493343" y="40166"/>
                      <a:pt x="493343" y="40166"/>
                    </a:cubicBezTo>
                    <a:cubicBezTo>
                      <a:pt x="493343" y="40166"/>
                      <a:pt x="495093" y="39157"/>
                      <a:pt x="495362" y="38787"/>
                    </a:cubicBezTo>
                    <a:cubicBezTo>
                      <a:pt x="495665" y="38417"/>
                      <a:pt x="497751" y="37037"/>
                      <a:pt x="497751" y="37037"/>
                    </a:cubicBezTo>
                    <a:lnTo>
                      <a:pt x="499131" y="34649"/>
                    </a:lnTo>
                    <a:lnTo>
                      <a:pt x="497886" y="31621"/>
                    </a:lnTo>
                    <a:lnTo>
                      <a:pt x="495362" y="28358"/>
                    </a:lnTo>
                    <a:lnTo>
                      <a:pt x="492905" y="28056"/>
                    </a:lnTo>
                    <a:lnTo>
                      <a:pt x="489338" y="28796"/>
                    </a:lnTo>
                    <a:lnTo>
                      <a:pt x="485501" y="31117"/>
                    </a:lnTo>
                    <a:lnTo>
                      <a:pt x="483213" y="32328"/>
                    </a:lnTo>
                    <a:cubicBezTo>
                      <a:pt x="483213" y="32328"/>
                      <a:pt x="482338" y="33572"/>
                      <a:pt x="482068" y="33673"/>
                    </a:cubicBezTo>
                    <a:cubicBezTo>
                      <a:pt x="481799" y="33774"/>
                      <a:pt x="479174" y="36499"/>
                      <a:pt x="479174" y="36499"/>
                    </a:cubicBezTo>
                    <a:cubicBezTo>
                      <a:pt x="479174" y="36499"/>
                      <a:pt x="477491" y="38517"/>
                      <a:pt x="477458" y="38719"/>
                    </a:cubicBezTo>
                    <a:cubicBezTo>
                      <a:pt x="477391" y="38921"/>
                      <a:pt x="474732" y="41040"/>
                      <a:pt x="474732" y="41040"/>
                    </a:cubicBezTo>
                    <a:lnTo>
                      <a:pt x="471299" y="42992"/>
                    </a:lnTo>
                    <a:cubicBezTo>
                      <a:pt x="471299" y="42992"/>
                      <a:pt x="469953" y="43362"/>
                      <a:pt x="469616" y="43631"/>
                    </a:cubicBezTo>
                    <a:cubicBezTo>
                      <a:pt x="469280" y="43900"/>
                      <a:pt x="469280" y="44606"/>
                      <a:pt x="469246" y="44943"/>
                    </a:cubicBezTo>
                    <a:cubicBezTo>
                      <a:pt x="469179" y="45279"/>
                      <a:pt x="470155" y="46389"/>
                      <a:pt x="470660" y="46726"/>
                    </a:cubicBezTo>
                    <a:cubicBezTo>
                      <a:pt x="471164" y="47062"/>
                      <a:pt x="471299" y="48071"/>
                      <a:pt x="471299" y="48071"/>
                    </a:cubicBezTo>
                    <a:lnTo>
                      <a:pt x="470861" y="49753"/>
                    </a:lnTo>
                    <a:cubicBezTo>
                      <a:pt x="470861" y="49753"/>
                      <a:pt x="469280" y="51267"/>
                      <a:pt x="469111" y="51334"/>
                    </a:cubicBezTo>
                    <a:cubicBezTo>
                      <a:pt x="468943" y="51401"/>
                      <a:pt x="468304" y="53252"/>
                      <a:pt x="468304" y="53622"/>
                    </a:cubicBezTo>
                    <a:cubicBezTo>
                      <a:pt x="468304" y="53992"/>
                      <a:pt x="467530" y="55741"/>
                      <a:pt x="467530" y="56010"/>
                    </a:cubicBezTo>
                    <a:cubicBezTo>
                      <a:pt x="467530" y="56279"/>
                      <a:pt x="466991" y="57793"/>
                      <a:pt x="466991" y="57793"/>
                    </a:cubicBezTo>
                    <a:cubicBezTo>
                      <a:pt x="466991" y="57793"/>
                      <a:pt x="465578" y="59980"/>
                      <a:pt x="465510" y="60181"/>
                    </a:cubicBezTo>
                    <a:cubicBezTo>
                      <a:pt x="465477" y="60417"/>
                      <a:pt x="464265" y="62637"/>
                      <a:pt x="464265" y="62637"/>
                    </a:cubicBezTo>
                    <a:cubicBezTo>
                      <a:pt x="464265" y="62637"/>
                      <a:pt x="463390" y="66808"/>
                      <a:pt x="462515" y="67145"/>
                    </a:cubicBezTo>
                    <a:cubicBezTo>
                      <a:pt x="461640" y="67481"/>
                      <a:pt x="460462" y="67044"/>
                      <a:pt x="458813" y="66707"/>
                    </a:cubicBezTo>
                    <a:cubicBezTo>
                      <a:pt x="457198" y="66371"/>
                      <a:pt x="457198" y="67044"/>
                      <a:pt x="456087" y="66506"/>
                    </a:cubicBezTo>
                    <a:cubicBezTo>
                      <a:pt x="455010" y="65967"/>
                      <a:pt x="454774" y="66506"/>
                      <a:pt x="454337" y="66169"/>
                    </a:cubicBezTo>
                    <a:cubicBezTo>
                      <a:pt x="453899" y="65833"/>
                      <a:pt x="451948" y="62906"/>
                      <a:pt x="451948" y="62906"/>
                    </a:cubicBezTo>
                    <a:lnTo>
                      <a:pt x="453159" y="61931"/>
                    </a:lnTo>
                    <a:lnTo>
                      <a:pt x="453799" y="59105"/>
                    </a:lnTo>
                    <a:lnTo>
                      <a:pt x="453159" y="55842"/>
                    </a:lnTo>
                    <a:cubicBezTo>
                      <a:pt x="453159" y="55842"/>
                      <a:pt x="451948" y="54967"/>
                      <a:pt x="451544" y="54429"/>
                    </a:cubicBezTo>
                    <a:cubicBezTo>
                      <a:pt x="451106" y="53891"/>
                      <a:pt x="451005" y="52242"/>
                      <a:pt x="451005" y="51603"/>
                    </a:cubicBezTo>
                    <a:cubicBezTo>
                      <a:pt x="451005" y="50964"/>
                      <a:pt x="451645" y="50089"/>
                      <a:pt x="451645" y="50089"/>
                    </a:cubicBezTo>
                    <a:lnTo>
                      <a:pt x="453159" y="46490"/>
                    </a:lnTo>
                    <a:cubicBezTo>
                      <a:pt x="453159" y="46490"/>
                      <a:pt x="452520" y="43664"/>
                      <a:pt x="452385" y="43328"/>
                    </a:cubicBezTo>
                    <a:cubicBezTo>
                      <a:pt x="452284" y="42992"/>
                      <a:pt x="450770" y="41040"/>
                      <a:pt x="450770" y="41040"/>
                    </a:cubicBezTo>
                    <a:lnTo>
                      <a:pt x="447943" y="41242"/>
                    </a:lnTo>
                    <a:lnTo>
                      <a:pt x="445015" y="38753"/>
                    </a:lnTo>
                    <a:lnTo>
                      <a:pt x="442827" y="35591"/>
                    </a:lnTo>
                    <a:lnTo>
                      <a:pt x="442188" y="33539"/>
                    </a:lnTo>
                    <a:lnTo>
                      <a:pt x="440875" y="29738"/>
                    </a:lnTo>
                    <a:lnTo>
                      <a:pt x="439260" y="29637"/>
                    </a:lnTo>
                    <a:cubicBezTo>
                      <a:pt x="439260" y="29637"/>
                      <a:pt x="434683" y="28997"/>
                      <a:pt x="434380" y="28762"/>
                    </a:cubicBezTo>
                    <a:cubicBezTo>
                      <a:pt x="434043" y="28526"/>
                      <a:pt x="433404" y="27349"/>
                      <a:pt x="433404" y="27349"/>
                    </a:cubicBezTo>
                    <a:lnTo>
                      <a:pt x="432865" y="26071"/>
                    </a:lnTo>
                    <a:lnTo>
                      <a:pt x="431890" y="26071"/>
                    </a:lnTo>
                    <a:lnTo>
                      <a:pt x="429399" y="25802"/>
                    </a:lnTo>
                    <a:lnTo>
                      <a:pt x="426909" y="24321"/>
                    </a:lnTo>
                    <a:lnTo>
                      <a:pt x="424418" y="22135"/>
                    </a:lnTo>
                    <a:lnTo>
                      <a:pt x="422130" y="21361"/>
                    </a:lnTo>
                    <a:lnTo>
                      <a:pt x="418865" y="22337"/>
                    </a:lnTo>
                    <a:lnTo>
                      <a:pt x="415029" y="20789"/>
                    </a:lnTo>
                    <a:lnTo>
                      <a:pt x="413245" y="20352"/>
                    </a:lnTo>
                    <a:cubicBezTo>
                      <a:pt x="413245" y="20352"/>
                      <a:pt x="409307" y="18065"/>
                      <a:pt x="409173" y="17997"/>
                    </a:cubicBezTo>
                    <a:cubicBezTo>
                      <a:pt x="409072" y="17930"/>
                      <a:pt x="407591" y="16551"/>
                      <a:pt x="407153" y="16181"/>
                    </a:cubicBezTo>
                    <a:cubicBezTo>
                      <a:pt x="406716" y="15811"/>
                      <a:pt x="406211" y="16113"/>
                      <a:pt x="405740" y="15945"/>
                    </a:cubicBezTo>
                    <a:cubicBezTo>
                      <a:pt x="405269" y="15811"/>
                      <a:pt x="403620" y="15777"/>
                      <a:pt x="403350" y="15710"/>
                    </a:cubicBezTo>
                    <a:cubicBezTo>
                      <a:pt x="403115" y="15643"/>
                      <a:pt x="402172" y="14431"/>
                      <a:pt x="402139" y="14331"/>
                    </a:cubicBezTo>
                    <a:cubicBezTo>
                      <a:pt x="402105" y="14230"/>
                      <a:pt x="402475" y="12985"/>
                      <a:pt x="402475" y="12985"/>
                    </a:cubicBezTo>
                    <a:lnTo>
                      <a:pt x="402475" y="11404"/>
                    </a:lnTo>
                    <a:cubicBezTo>
                      <a:pt x="402475" y="11404"/>
                      <a:pt x="400018" y="9890"/>
                      <a:pt x="399918" y="9789"/>
                    </a:cubicBezTo>
                    <a:cubicBezTo>
                      <a:pt x="399817" y="9688"/>
                      <a:pt x="397965" y="7737"/>
                      <a:pt x="397965" y="7737"/>
                    </a:cubicBezTo>
                    <a:lnTo>
                      <a:pt x="397225" y="6089"/>
                    </a:lnTo>
                    <a:lnTo>
                      <a:pt x="397225" y="4541"/>
                    </a:lnTo>
                    <a:lnTo>
                      <a:pt x="396316" y="2355"/>
                    </a:lnTo>
                    <a:lnTo>
                      <a:pt x="394634" y="0"/>
                    </a:lnTo>
                    <a:lnTo>
                      <a:pt x="391840" y="0"/>
                    </a:lnTo>
                    <a:lnTo>
                      <a:pt x="389821" y="807"/>
                    </a:lnTo>
                    <a:lnTo>
                      <a:pt x="388475" y="2288"/>
                    </a:lnTo>
                    <a:cubicBezTo>
                      <a:pt x="388475" y="2288"/>
                      <a:pt x="389148" y="3633"/>
                      <a:pt x="389215" y="3734"/>
                    </a:cubicBezTo>
                    <a:cubicBezTo>
                      <a:pt x="389283" y="3835"/>
                      <a:pt x="389788" y="6257"/>
                      <a:pt x="389788" y="6257"/>
                    </a:cubicBezTo>
                    <a:lnTo>
                      <a:pt x="389518" y="8982"/>
                    </a:lnTo>
                    <a:cubicBezTo>
                      <a:pt x="389518" y="8982"/>
                      <a:pt x="387264" y="9688"/>
                      <a:pt x="386927" y="9688"/>
                    </a:cubicBezTo>
                    <a:cubicBezTo>
                      <a:pt x="386590" y="9688"/>
                      <a:pt x="384302" y="11875"/>
                      <a:pt x="384302" y="11875"/>
                    </a:cubicBezTo>
                    <a:lnTo>
                      <a:pt x="383864" y="12951"/>
                    </a:lnTo>
                    <a:cubicBezTo>
                      <a:pt x="383864" y="12951"/>
                      <a:pt x="384672" y="14835"/>
                      <a:pt x="384807" y="15037"/>
                    </a:cubicBezTo>
                    <a:cubicBezTo>
                      <a:pt x="384941" y="15272"/>
                      <a:pt x="385682" y="17224"/>
                      <a:pt x="385682" y="17224"/>
                    </a:cubicBezTo>
                    <a:lnTo>
                      <a:pt x="385985" y="20857"/>
                    </a:lnTo>
                    <a:lnTo>
                      <a:pt x="386422" y="23615"/>
                    </a:lnTo>
                    <a:lnTo>
                      <a:pt x="389518" y="25566"/>
                    </a:lnTo>
                    <a:lnTo>
                      <a:pt x="387835" y="29334"/>
                    </a:lnTo>
                    <a:lnTo>
                      <a:pt x="383191" y="31083"/>
                    </a:lnTo>
                    <a:lnTo>
                      <a:pt x="383057" y="33976"/>
                    </a:lnTo>
                    <a:lnTo>
                      <a:pt x="383258" y="39123"/>
                    </a:lnTo>
                    <a:lnTo>
                      <a:pt x="383258" y="41747"/>
                    </a:lnTo>
                    <a:lnTo>
                      <a:pt x="383258" y="44337"/>
                    </a:lnTo>
                    <a:cubicBezTo>
                      <a:pt x="383258" y="44337"/>
                      <a:pt x="383258" y="47802"/>
                      <a:pt x="383258" y="48105"/>
                    </a:cubicBezTo>
                    <a:cubicBezTo>
                      <a:pt x="383258" y="48407"/>
                      <a:pt x="383528" y="51872"/>
                      <a:pt x="383595" y="52512"/>
                    </a:cubicBezTo>
                    <a:cubicBezTo>
                      <a:pt x="383662" y="53151"/>
                      <a:pt x="382182" y="55842"/>
                      <a:pt x="382182" y="55842"/>
                    </a:cubicBezTo>
                    <a:cubicBezTo>
                      <a:pt x="382182" y="55842"/>
                      <a:pt x="381104" y="57591"/>
                      <a:pt x="380869" y="57625"/>
                    </a:cubicBezTo>
                    <a:cubicBezTo>
                      <a:pt x="380667" y="57658"/>
                      <a:pt x="379422" y="59105"/>
                      <a:pt x="378917" y="59239"/>
                    </a:cubicBezTo>
                    <a:cubicBezTo>
                      <a:pt x="378412" y="59374"/>
                      <a:pt x="375787" y="60181"/>
                      <a:pt x="375787" y="60181"/>
                    </a:cubicBezTo>
                    <a:cubicBezTo>
                      <a:pt x="375787" y="60181"/>
                      <a:pt x="374710" y="58230"/>
                      <a:pt x="374475" y="58163"/>
                    </a:cubicBezTo>
                    <a:cubicBezTo>
                      <a:pt x="374273" y="58096"/>
                      <a:pt x="370133" y="57524"/>
                      <a:pt x="369898" y="57658"/>
                    </a:cubicBezTo>
                    <a:cubicBezTo>
                      <a:pt x="369662" y="57793"/>
                      <a:pt x="368148" y="57658"/>
                      <a:pt x="368148" y="57658"/>
                    </a:cubicBezTo>
                    <a:lnTo>
                      <a:pt x="362056" y="59038"/>
                    </a:lnTo>
                    <a:lnTo>
                      <a:pt x="357647" y="60854"/>
                    </a:lnTo>
                    <a:lnTo>
                      <a:pt x="351926" y="63478"/>
                    </a:lnTo>
                    <a:cubicBezTo>
                      <a:pt x="351926" y="63478"/>
                      <a:pt x="351926" y="64790"/>
                      <a:pt x="351926" y="65059"/>
                    </a:cubicBezTo>
                    <a:cubicBezTo>
                      <a:pt x="351926" y="65362"/>
                      <a:pt x="350008" y="67448"/>
                      <a:pt x="349570" y="68019"/>
                    </a:cubicBezTo>
                    <a:cubicBezTo>
                      <a:pt x="349133" y="68591"/>
                      <a:pt x="348224" y="71282"/>
                      <a:pt x="347282" y="71989"/>
                    </a:cubicBezTo>
                    <a:cubicBezTo>
                      <a:pt x="346339" y="72729"/>
                      <a:pt x="346710" y="73873"/>
                      <a:pt x="346777" y="74310"/>
                    </a:cubicBezTo>
                    <a:cubicBezTo>
                      <a:pt x="346844" y="74747"/>
                      <a:pt x="347417" y="75487"/>
                      <a:pt x="347652" y="75824"/>
                    </a:cubicBezTo>
                    <a:cubicBezTo>
                      <a:pt x="347854" y="76194"/>
                      <a:pt x="349099" y="77708"/>
                      <a:pt x="349099" y="77708"/>
                    </a:cubicBezTo>
                    <a:lnTo>
                      <a:pt x="349671" y="79087"/>
                    </a:lnTo>
                    <a:lnTo>
                      <a:pt x="352128" y="81610"/>
                    </a:lnTo>
                    <a:lnTo>
                      <a:pt x="353138" y="82754"/>
                    </a:lnTo>
                    <a:cubicBezTo>
                      <a:pt x="353138" y="82754"/>
                      <a:pt x="352633" y="85949"/>
                      <a:pt x="352263" y="86286"/>
                    </a:cubicBezTo>
                    <a:cubicBezTo>
                      <a:pt x="351893" y="86656"/>
                      <a:pt x="348998" y="86286"/>
                      <a:pt x="348998" y="86286"/>
                    </a:cubicBezTo>
                    <a:lnTo>
                      <a:pt x="346609" y="86588"/>
                    </a:lnTo>
                    <a:cubicBezTo>
                      <a:pt x="346609" y="86588"/>
                      <a:pt x="345532" y="87968"/>
                      <a:pt x="345296" y="88170"/>
                    </a:cubicBezTo>
                    <a:cubicBezTo>
                      <a:pt x="345094" y="88405"/>
                      <a:pt x="344354" y="90928"/>
                      <a:pt x="344354" y="90928"/>
                    </a:cubicBezTo>
                    <a:lnTo>
                      <a:pt x="342402" y="91735"/>
                    </a:lnTo>
                    <a:lnTo>
                      <a:pt x="340585" y="92105"/>
                    </a:lnTo>
                    <a:cubicBezTo>
                      <a:pt x="340585" y="92105"/>
                      <a:pt x="338700" y="92105"/>
                      <a:pt x="338128" y="92105"/>
                    </a:cubicBezTo>
                    <a:cubicBezTo>
                      <a:pt x="337556" y="92105"/>
                      <a:pt x="336815" y="91836"/>
                      <a:pt x="335806" y="91836"/>
                    </a:cubicBezTo>
                    <a:cubicBezTo>
                      <a:pt x="334796" y="91836"/>
                      <a:pt x="333719" y="91365"/>
                      <a:pt x="332979" y="91433"/>
                    </a:cubicBezTo>
                    <a:cubicBezTo>
                      <a:pt x="332238" y="91500"/>
                      <a:pt x="329411" y="91433"/>
                      <a:pt x="329209" y="91500"/>
                    </a:cubicBezTo>
                    <a:cubicBezTo>
                      <a:pt x="329007" y="91567"/>
                      <a:pt x="327762" y="92307"/>
                      <a:pt x="327560" y="92307"/>
                    </a:cubicBezTo>
                    <a:cubicBezTo>
                      <a:pt x="327325" y="92307"/>
                      <a:pt x="326382" y="93182"/>
                      <a:pt x="325911" y="93316"/>
                    </a:cubicBezTo>
                    <a:cubicBezTo>
                      <a:pt x="325440" y="93451"/>
                      <a:pt x="325104" y="94763"/>
                      <a:pt x="325104" y="94763"/>
                    </a:cubicBezTo>
                    <a:cubicBezTo>
                      <a:pt x="325104" y="94763"/>
                      <a:pt x="325608" y="96209"/>
                      <a:pt x="325810" y="96445"/>
                    </a:cubicBezTo>
                    <a:cubicBezTo>
                      <a:pt x="326012" y="96647"/>
                      <a:pt x="325810" y="99136"/>
                      <a:pt x="325810" y="99405"/>
                    </a:cubicBezTo>
                    <a:cubicBezTo>
                      <a:pt x="325810" y="99708"/>
                      <a:pt x="325003" y="100112"/>
                      <a:pt x="323791" y="100213"/>
                    </a:cubicBezTo>
                    <a:cubicBezTo>
                      <a:pt x="322546" y="100280"/>
                      <a:pt x="322209" y="100347"/>
                      <a:pt x="321906" y="100347"/>
                    </a:cubicBezTo>
                    <a:cubicBezTo>
                      <a:pt x="321603" y="100347"/>
                      <a:pt x="319584" y="99472"/>
                      <a:pt x="319012" y="99170"/>
                    </a:cubicBezTo>
                    <a:cubicBezTo>
                      <a:pt x="318440" y="98867"/>
                      <a:pt x="319382" y="97790"/>
                      <a:pt x="319517" y="97353"/>
                    </a:cubicBezTo>
                    <a:cubicBezTo>
                      <a:pt x="319652" y="96916"/>
                      <a:pt x="320022" y="96209"/>
                      <a:pt x="320022" y="96209"/>
                    </a:cubicBezTo>
                    <a:lnTo>
                      <a:pt x="317329" y="93249"/>
                    </a:lnTo>
                    <a:lnTo>
                      <a:pt x="315949" y="92105"/>
                    </a:lnTo>
                    <a:lnTo>
                      <a:pt x="313122" y="92038"/>
                    </a:lnTo>
                    <a:lnTo>
                      <a:pt x="310363" y="92475"/>
                    </a:lnTo>
                    <a:lnTo>
                      <a:pt x="306391" y="93552"/>
                    </a:lnTo>
                    <a:lnTo>
                      <a:pt x="305752" y="93047"/>
                    </a:lnTo>
                    <a:lnTo>
                      <a:pt x="302555" y="91870"/>
                    </a:lnTo>
                    <a:lnTo>
                      <a:pt x="300805" y="90995"/>
                    </a:lnTo>
                    <a:cubicBezTo>
                      <a:pt x="300805" y="90995"/>
                      <a:pt x="298415" y="89616"/>
                      <a:pt x="298213" y="89616"/>
                    </a:cubicBezTo>
                    <a:cubicBezTo>
                      <a:pt x="298011" y="89616"/>
                      <a:pt x="297339" y="89751"/>
                      <a:pt x="297035" y="89919"/>
                    </a:cubicBezTo>
                    <a:cubicBezTo>
                      <a:pt x="296733" y="90053"/>
                      <a:pt x="294848" y="90491"/>
                      <a:pt x="294276" y="90793"/>
                    </a:cubicBezTo>
                    <a:cubicBezTo>
                      <a:pt x="293704" y="91096"/>
                      <a:pt x="292391" y="90861"/>
                      <a:pt x="292391" y="90861"/>
                    </a:cubicBezTo>
                    <a:lnTo>
                      <a:pt x="288487" y="89212"/>
                    </a:lnTo>
                    <a:cubicBezTo>
                      <a:pt x="288487" y="89212"/>
                      <a:pt x="287343" y="88708"/>
                      <a:pt x="287175" y="88640"/>
                    </a:cubicBezTo>
                    <a:cubicBezTo>
                      <a:pt x="287040" y="88573"/>
                      <a:pt x="286670" y="88640"/>
                      <a:pt x="286670" y="88640"/>
                    </a:cubicBezTo>
                    <a:cubicBezTo>
                      <a:pt x="286670" y="88640"/>
                      <a:pt x="283641" y="88640"/>
                      <a:pt x="283406" y="88640"/>
                    </a:cubicBezTo>
                    <a:cubicBezTo>
                      <a:pt x="283170" y="88640"/>
                      <a:pt x="282026" y="88910"/>
                      <a:pt x="282026" y="88910"/>
                    </a:cubicBezTo>
                    <a:cubicBezTo>
                      <a:pt x="282026" y="88910"/>
                      <a:pt x="280713" y="90020"/>
                      <a:pt x="280511" y="90121"/>
                    </a:cubicBezTo>
                    <a:cubicBezTo>
                      <a:pt x="280309" y="90188"/>
                      <a:pt x="278862" y="91298"/>
                      <a:pt x="278862" y="91298"/>
                    </a:cubicBezTo>
                    <a:cubicBezTo>
                      <a:pt x="278862" y="91298"/>
                      <a:pt x="278862" y="92677"/>
                      <a:pt x="278862" y="92946"/>
                    </a:cubicBezTo>
                    <a:cubicBezTo>
                      <a:pt x="278862" y="93249"/>
                      <a:pt x="280141" y="94258"/>
                      <a:pt x="280141" y="94763"/>
                    </a:cubicBezTo>
                    <a:cubicBezTo>
                      <a:pt x="280141" y="95267"/>
                      <a:pt x="282295" y="95638"/>
                      <a:pt x="282497" y="95705"/>
                    </a:cubicBezTo>
                    <a:cubicBezTo>
                      <a:pt x="282698" y="95772"/>
                      <a:pt x="284449" y="95940"/>
                      <a:pt x="285055" y="95940"/>
                    </a:cubicBezTo>
                    <a:cubicBezTo>
                      <a:pt x="285626" y="95940"/>
                      <a:pt x="287377" y="95873"/>
                      <a:pt x="287377" y="95873"/>
                    </a:cubicBezTo>
                    <a:lnTo>
                      <a:pt x="289329" y="94797"/>
                    </a:lnTo>
                    <a:lnTo>
                      <a:pt x="289329" y="98261"/>
                    </a:lnTo>
                    <a:lnTo>
                      <a:pt x="289329" y="101524"/>
                    </a:lnTo>
                    <a:lnTo>
                      <a:pt x="286064" y="103778"/>
                    </a:lnTo>
                    <a:cubicBezTo>
                      <a:pt x="286064" y="103778"/>
                      <a:pt x="284112" y="107815"/>
                      <a:pt x="284112" y="108118"/>
                    </a:cubicBezTo>
                    <a:cubicBezTo>
                      <a:pt x="284112" y="108421"/>
                      <a:pt x="281790" y="109699"/>
                      <a:pt x="280478" y="109867"/>
                    </a:cubicBezTo>
                    <a:cubicBezTo>
                      <a:pt x="279165" y="110002"/>
                      <a:pt x="276338" y="108992"/>
                      <a:pt x="276338" y="108992"/>
                    </a:cubicBezTo>
                    <a:lnTo>
                      <a:pt x="272198" y="108051"/>
                    </a:lnTo>
                    <a:lnTo>
                      <a:pt x="267554" y="107613"/>
                    </a:lnTo>
                    <a:lnTo>
                      <a:pt x="262977" y="107546"/>
                    </a:lnTo>
                    <a:cubicBezTo>
                      <a:pt x="262977" y="107546"/>
                      <a:pt x="259073" y="106974"/>
                      <a:pt x="258770" y="107243"/>
                    </a:cubicBezTo>
                    <a:cubicBezTo>
                      <a:pt x="258501" y="107546"/>
                      <a:pt x="256078" y="107243"/>
                      <a:pt x="256078" y="107243"/>
                    </a:cubicBezTo>
                    <a:lnTo>
                      <a:pt x="251064" y="107546"/>
                    </a:lnTo>
                    <a:lnTo>
                      <a:pt x="249313" y="108421"/>
                    </a:lnTo>
                    <a:lnTo>
                      <a:pt x="247631" y="111011"/>
                    </a:lnTo>
                    <a:cubicBezTo>
                      <a:pt x="247631" y="111011"/>
                      <a:pt x="246251" y="113265"/>
                      <a:pt x="246116" y="113534"/>
                    </a:cubicBezTo>
                    <a:cubicBezTo>
                      <a:pt x="245982" y="113837"/>
                      <a:pt x="244501" y="116360"/>
                      <a:pt x="244501" y="116360"/>
                    </a:cubicBezTo>
                    <a:lnTo>
                      <a:pt x="243996" y="122583"/>
                    </a:lnTo>
                    <a:cubicBezTo>
                      <a:pt x="243996" y="122583"/>
                      <a:pt x="243996" y="124332"/>
                      <a:pt x="243996" y="124601"/>
                    </a:cubicBezTo>
                    <a:cubicBezTo>
                      <a:pt x="243996" y="124904"/>
                      <a:pt x="242246" y="127360"/>
                      <a:pt x="242044" y="127999"/>
                    </a:cubicBezTo>
                    <a:cubicBezTo>
                      <a:pt x="241809" y="128638"/>
                      <a:pt x="239890" y="130017"/>
                      <a:pt x="239520" y="130387"/>
                    </a:cubicBezTo>
                    <a:cubicBezTo>
                      <a:pt x="239150" y="130757"/>
                      <a:pt x="237938" y="130387"/>
                      <a:pt x="237938" y="130387"/>
                    </a:cubicBezTo>
                    <a:lnTo>
                      <a:pt x="234472" y="130387"/>
                    </a:lnTo>
                    <a:lnTo>
                      <a:pt x="232520" y="130993"/>
                    </a:lnTo>
                    <a:lnTo>
                      <a:pt x="231645" y="133415"/>
                    </a:lnTo>
                    <a:lnTo>
                      <a:pt x="232082" y="135938"/>
                    </a:lnTo>
                    <a:cubicBezTo>
                      <a:pt x="232082" y="135938"/>
                      <a:pt x="229626" y="139840"/>
                      <a:pt x="229322" y="140008"/>
                    </a:cubicBezTo>
                    <a:cubicBezTo>
                      <a:pt x="229020" y="140143"/>
                      <a:pt x="226563" y="140210"/>
                      <a:pt x="225755" y="140075"/>
                    </a:cubicBezTo>
                    <a:cubicBezTo>
                      <a:pt x="224948" y="139941"/>
                      <a:pt x="223736" y="138999"/>
                      <a:pt x="223736" y="138999"/>
                    </a:cubicBezTo>
                    <a:lnTo>
                      <a:pt x="223164" y="136476"/>
                    </a:lnTo>
                    <a:lnTo>
                      <a:pt x="223164" y="133953"/>
                    </a:lnTo>
                    <a:cubicBezTo>
                      <a:pt x="223164" y="133953"/>
                      <a:pt x="220942" y="131800"/>
                      <a:pt x="220673" y="131800"/>
                    </a:cubicBezTo>
                    <a:cubicBezTo>
                      <a:pt x="220371" y="131800"/>
                      <a:pt x="219125" y="132305"/>
                      <a:pt x="219125" y="132305"/>
                    </a:cubicBezTo>
                    <a:lnTo>
                      <a:pt x="216870" y="135198"/>
                    </a:lnTo>
                    <a:lnTo>
                      <a:pt x="213606" y="137586"/>
                    </a:lnTo>
                    <a:cubicBezTo>
                      <a:pt x="213606" y="137586"/>
                      <a:pt x="210779" y="137082"/>
                      <a:pt x="210543" y="137149"/>
                    </a:cubicBezTo>
                    <a:cubicBezTo>
                      <a:pt x="210341" y="137216"/>
                      <a:pt x="204822" y="137653"/>
                      <a:pt x="204822" y="137653"/>
                    </a:cubicBezTo>
                    <a:lnTo>
                      <a:pt x="200817" y="140109"/>
                    </a:lnTo>
                    <a:lnTo>
                      <a:pt x="199000" y="142935"/>
                    </a:lnTo>
                    <a:lnTo>
                      <a:pt x="195971" y="146265"/>
                    </a:lnTo>
                    <a:lnTo>
                      <a:pt x="193211" y="150975"/>
                    </a:lnTo>
                    <a:lnTo>
                      <a:pt x="191629" y="153363"/>
                    </a:lnTo>
                    <a:lnTo>
                      <a:pt x="189004" y="156122"/>
                    </a:lnTo>
                    <a:lnTo>
                      <a:pt x="184158" y="160898"/>
                    </a:lnTo>
                    <a:lnTo>
                      <a:pt x="180759" y="164868"/>
                    </a:lnTo>
                    <a:lnTo>
                      <a:pt x="178807" y="167559"/>
                    </a:lnTo>
                    <a:cubicBezTo>
                      <a:pt x="178807" y="167559"/>
                      <a:pt x="175542" y="167929"/>
                      <a:pt x="175240" y="167929"/>
                    </a:cubicBezTo>
                    <a:cubicBezTo>
                      <a:pt x="174970" y="167929"/>
                      <a:pt x="173557" y="167795"/>
                      <a:pt x="173557" y="167795"/>
                    </a:cubicBezTo>
                    <a:lnTo>
                      <a:pt x="171369" y="165911"/>
                    </a:lnTo>
                    <a:lnTo>
                      <a:pt x="169114" y="165171"/>
                    </a:lnTo>
                    <a:lnTo>
                      <a:pt x="168307" y="165238"/>
                    </a:lnTo>
                    <a:lnTo>
                      <a:pt x="166792" y="167189"/>
                    </a:lnTo>
                    <a:lnTo>
                      <a:pt x="164470" y="167626"/>
                    </a:lnTo>
                    <a:lnTo>
                      <a:pt x="163090" y="166886"/>
                    </a:lnTo>
                    <a:lnTo>
                      <a:pt x="161273" y="166886"/>
                    </a:lnTo>
                    <a:lnTo>
                      <a:pt x="159960" y="168299"/>
                    </a:lnTo>
                    <a:lnTo>
                      <a:pt x="158311" y="169880"/>
                    </a:lnTo>
                    <a:lnTo>
                      <a:pt x="155181" y="172134"/>
                    </a:lnTo>
                    <a:lnTo>
                      <a:pt x="150840" y="172874"/>
                    </a:lnTo>
                    <a:lnTo>
                      <a:pt x="148383" y="173244"/>
                    </a:lnTo>
                    <a:lnTo>
                      <a:pt x="146801" y="175935"/>
                    </a:lnTo>
                    <a:lnTo>
                      <a:pt x="145489" y="177685"/>
                    </a:lnTo>
                    <a:cubicBezTo>
                      <a:pt x="145489" y="177685"/>
                      <a:pt x="144681" y="179266"/>
                      <a:pt x="144614" y="179703"/>
                    </a:cubicBezTo>
                    <a:cubicBezTo>
                      <a:pt x="144547" y="180140"/>
                      <a:pt x="143806" y="180510"/>
                      <a:pt x="143672" y="180948"/>
                    </a:cubicBezTo>
                    <a:cubicBezTo>
                      <a:pt x="143537" y="181385"/>
                      <a:pt x="142157" y="182024"/>
                      <a:pt x="141854" y="182024"/>
                    </a:cubicBezTo>
                    <a:cubicBezTo>
                      <a:pt x="141551" y="182024"/>
                      <a:pt x="139667" y="182831"/>
                      <a:pt x="139330" y="182966"/>
                    </a:cubicBezTo>
                    <a:cubicBezTo>
                      <a:pt x="138960" y="183101"/>
                      <a:pt x="137446" y="182831"/>
                      <a:pt x="137446" y="182831"/>
                    </a:cubicBezTo>
                    <a:lnTo>
                      <a:pt x="135763" y="182764"/>
                    </a:lnTo>
                    <a:lnTo>
                      <a:pt x="132869" y="184211"/>
                    </a:lnTo>
                    <a:cubicBezTo>
                      <a:pt x="132869" y="184211"/>
                      <a:pt x="132296" y="184783"/>
                      <a:pt x="132061" y="185018"/>
                    </a:cubicBezTo>
                    <a:cubicBezTo>
                      <a:pt x="131859" y="185253"/>
                      <a:pt x="131051" y="186767"/>
                      <a:pt x="131085" y="187339"/>
                    </a:cubicBezTo>
                    <a:cubicBezTo>
                      <a:pt x="131119" y="187911"/>
                      <a:pt x="130378" y="189088"/>
                      <a:pt x="130378" y="189088"/>
                    </a:cubicBezTo>
                    <a:lnTo>
                      <a:pt x="131051" y="192217"/>
                    </a:lnTo>
                    <a:cubicBezTo>
                      <a:pt x="131051" y="192217"/>
                      <a:pt x="131119" y="195850"/>
                      <a:pt x="131051" y="196926"/>
                    </a:cubicBezTo>
                    <a:cubicBezTo>
                      <a:pt x="130984" y="198003"/>
                      <a:pt x="130479" y="200829"/>
                      <a:pt x="130378" y="201131"/>
                    </a:cubicBezTo>
                    <a:cubicBezTo>
                      <a:pt x="130311" y="201434"/>
                      <a:pt x="128493" y="203150"/>
                      <a:pt x="128224" y="203520"/>
                    </a:cubicBezTo>
                    <a:cubicBezTo>
                      <a:pt x="127921" y="203890"/>
                      <a:pt x="127080" y="203722"/>
                      <a:pt x="125969" y="203823"/>
                    </a:cubicBezTo>
                    <a:cubicBezTo>
                      <a:pt x="124892" y="203890"/>
                      <a:pt x="123815" y="203183"/>
                      <a:pt x="123815" y="203183"/>
                    </a:cubicBezTo>
                    <a:cubicBezTo>
                      <a:pt x="123815" y="203183"/>
                      <a:pt x="120753" y="201804"/>
                      <a:pt x="120484" y="201804"/>
                    </a:cubicBezTo>
                    <a:cubicBezTo>
                      <a:pt x="120181" y="201804"/>
                      <a:pt x="117287" y="203486"/>
                      <a:pt x="117287" y="203486"/>
                    </a:cubicBezTo>
                    <a:lnTo>
                      <a:pt x="115974" y="207321"/>
                    </a:lnTo>
                    <a:cubicBezTo>
                      <a:pt x="115974" y="207321"/>
                      <a:pt x="114224" y="208835"/>
                      <a:pt x="114022" y="208902"/>
                    </a:cubicBezTo>
                    <a:cubicBezTo>
                      <a:pt x="113820" y="208969"/>
                      <a:pt x="112878" y="210483"/>
                      <a:pt x="112642" y="210719"/>
                    </a:cubicBezTo>
                    <a:cubicBezTo>
                      <a:pt x="112406" y="210921"/>
                      <a:pt x="110623" y="212468"/>
                      <a:pt x="109950" y="212973"/>
                    </a:cubicBezTo>
                    <a:cubicBezTo>
                      <a:pt x="109310" y="213477"/>
                      <a:pt x="108502" y="214722"/>
                      <a:pt x="108334" y="214991"/>
                    </a:cubicBezTo>
                    <a:cubicBezTo>
                      <a:pt x="108166" y="215294"/>
                      <a:pt x="107998" y="216438"/>
                      <a:pt x="107863" y="216942"/>
                    </a:cubicBezTo>
                    <a:cubicBezTo>
                      <a:pt x="107728" y="217447"/>
                      <a:pt x="107728" y="219129"/>
                      <a:pt x="107661" y="220071"/>
                    </a:cubicBezTo>
                    <a:cubicBezTo>
                      <a:pt x="107594" y="221012"/>
                      <a:pt x="108099" y="222762"/>
                      <a:pt x="108233" y="223468"/>
                    </a:cubicBezTo>
                    <a:cubicBezTo>
                      <a:pt x="108368" y="224175"/>
                      <a:pt x="108368" y="225352"/>
                      <a:pt x="108233" y="225655"/>
                    </a:cubicBezTo>
                    <a:cubicBezTo>
                      <a:pt x="108099" y="225957"/>
                      <a:pt x="106652" y="227236"/>
                      <a:pt x="106147" y="227471"/>
                    </a:cubicBezTo>
                    <a:cubicBezTo>
                      <a:pt x="105642" y="227707"/>
                      <a:pt x="104901" y="228480"/>
                      <a:pt x="104699" y="228783"/>
                    </a:cubicBezTo>
                    <a:cubicBezTo>
                      <a:pt x="104464" y="229086"/>
                      <a:pt x="103555" y="230465"/>
                      <a:pt x="103555" y="230465"/>
                    </a:cubicBezTo>
                    <a:cubicBezTo>
                      <a:pt x="103555" y="230465"/>
                      <a:pt x="106147" y="233728"/>
                      <a:pt x="106147" y="234031"/>
                    </a:cubicBezTo>
                    <a:cubicBezTo>
                      <a:pt x="106147" y="234300"/>
                      <a:pt x="105844" y="236722"/>
                      <a:pt x="105844" y="237126"/>
                    </a:cubicBezTo>
                    <a:cubicBezTo>
                      <a:pt x="105844" y="237563"/>
                      <a:pt x="103825" y="239817"/>
                      <a:pt x="103522" y="240019"/>
                    </a:cubicBezTo>
                    <a:cubicBezTo>
                      <a:pt x="103219" y="240221"/>
                      <a:pt x="98810" y="239783"/>
                      <a:pt x="98608" y="239783"/>
                    </a:cubicBezTo>
                    <a:cubicBezTo>
                      <a:pt x="98373" y="239783"/>
                      <a:pt x="96151" y="237462"/>
                      <a:pt x="96151" y="237462"/>
                    </a:cubicBezTo>
                    <a:lnTo>
                      <a:pt x="96151" y="234065"/>
                    </a:lnTo>
                    <a:lnTo>
                      <a:pt x="94401" y="228783"/>
                    </a:lnTo>
                    <a:lnTo>
                      <a:pt x="94401" y="225318"/>
                    </a:lnTo>
                    <a:lnTo>
                      <a:pt x="94401" y="223872"/>
                    </a:lnTo>
                    <a:lnTo>
                      <a:pt x="94233" y="221046"/>
                    </a:lnTo>
                    <a:lnTo>
                      <a:pt x="93896" y="216774"/>
                    </a:lnTo>
                    <a:lnTo>
                      <a:pt x="89050" y="211492"/>
                    </a:lnTo>
                    <a:lnTo>
                      <a:pt x="83127" y="204596"/>
                    </a:lnTo>
                    <a:cubicBezTo>
                      <a:pt x="83127" y="204596"/>
                      <a:pt x="79997" y="201131"/>
                      <a:pt x="80233" y="200896"/>
                    </a:cubicBezTo>
                    <a:cubicBezTo>
                      <a:pt x="80435" y="200694"/>
                      <a:pt x="80233" y="199382"/>
                      <a:pt x="80233" y="199382"/>
                    </a:cubicBezTo>
                    <a:lnTo>
                      <a:pt x="77170" y="197936"/>
                    </a:lnTo>
                    <a:lnTo>
                      <a:pt x="75151" y="195110"/>
                    </a:lnTo>
                    <a:lnTo>
                      <a:pt x="74781" y="190400"/>
                    </a:lnTo>
                    <a:lnTo>
                      <a:pt x="75420" y="188449"/>
                    </a:lnTo>
                    <a:lnTo>
                      <a:pt x="76867" y="186565"/>
                    </a:lnTo>
                    <a:lnTo>
                      <a:pt x="77136" y="184110"/>
                    </a:lnTo>
                    <a:lnTo>
                      <a:pt x="75185" y="182663"/>
                    </a:lnTo>
                    <a:lnTo>
                      <a:pt x="70675" y="182226"/>
                    </a:lnTo>
                    <a:lnTo>
                      <a:pt x="66266" y="182798"/>
                    </a:lnTo>
                    <a:cubicBezTo>
                      <a:pt x="66266" y="182798"/>
                      <a:pt x="63877" y="182932"/>
                      <a:pt x="63574" y="182932"/>
                    </a:cubicBezTo>
                    <a:cubicBezTo>
                      <a:pt x="63271" y="182932"/>
                      <a:pt x="62934" y="183134"/>
                      <a:pt x="62934" y="183134"/>
                    </a:cubicBezTo>
                    <a:lnTo>
                      <a:pt x="61857" y="183269"/>
                    </a:lnTo>
                    <a:lnTo>
                      <a:pt x="60713" y="184648"/>
                    </a:lnTo>
                    <a:lnTo>
                      <a:pt x="59636" y="183572"/>
                    </a:lnTo>
                    <a:lnTo>
                      <a:pt x="59636" y="180880"/>
                    </a:lnTo>
                    <a:lnTo>
                      <a:pt x="58525" y="179501"/>
                    </a:lnTo>
                    <a:lnTo>
                      <a:pt x="55968" y="179636"/>
                    </a:lnTo>
                    <a:lnTo>
                      <a:pt x="53780" y="178458"/>
                    </a:lnTo>
                    <a:lnTo>
                      <a:pt x="54083" y="176945"/>
                    </a:lnTo>
                    <a:lnTo>
                      <a:pt x="54352" y="175935"/>
                    </a:lnTo>
                    <a:lnTo>
                      <a:pt x="53545" y="174052"/>
                    </a:lnTo>
                    <a:lnTo>
                      <a:pt x="51593" y="171461"/>
                    </a:lnTo>
                    <a:lnTo>
                      <a:pt x="49708" y="167122"/>
                    </a:lnTo>
                    <a:lnTo>
                      <a:pt x="48463" y="164935"/>
                    </a:lnTo>
                    <a:lnTo>
                      <a:pt x="46376" y="164061"/>
                    </a:lnTo>
                    <a:lnTo>
                      <a:pt x="45198" y="163758"/>
                    </a:lnTo>
                    <a:lnTo>
                      <a:pt x="44761" y="166146"/>
                    </a:lnTo>
                    <a:lnTo>
                      <a:pt x="42237" y="167895"/>
                    </a:lnTo>
                    <a:lnTo>
                      <a:pt x="42237" y="169275"/>
                    </a:lnTo>
                    <a:cubicBezTo>
                      <a:pt x="42237" y="169275"/>
                      <a:pt x="41362" y="170788"/>
                      <a:pt x="41093" y="170889"/>
                    </a:cubicBezTo>
                    <a:cubicBezTo>
                      <a:pt x="40823" y="170957"/>
                      <a:pt x="39645" y="172269"/>
                      <a:pt x="39645" y="172269"/>
                    </a:cubicBezTo>
                    <a:lnTo>
                      <a:pt x="37121" y="172269"/>
                    </a:lnTo>
                    <a:lnTo>
                      <a:pt x="35169" y="172908"/>
                    </a:lnTo>
                    <a:lnTo>
                      <a:pt x="34328" y="174152"/>
                    </a:lnTo>
                    <a:lnTo>
                      <a:pt x="34429" y="175734"/>
                    </a:lnTo>
                    <a:lnTo>
                      <a:pt x="32679" y="175734"/>
                    </a:lnTo>
                    <a:lnTo>
                      <a:pt x="30659" y="175734"/>
                    </a:lnTo>
                    <a:lnTo>
                      <a:pt x="29515" y="178593"/>
                    </a:lnTo>
                    <a:lnTo>
                      <a:pt x="28674" y="181250"/>
                    </a:lnTo>
                    <a:lnTo>
                      <a:pt x="27462" y="182663"/>
                    </a:lnTo>
                    <a:lnTo>
                      <a:pt x="25847" y="184076"/>
                    </a:lnTo>
                    <a:lnTo>
                      <a:pt x="25308" y="186027"/>
                    </a:lnTo>
                    <a:lnTo>
                      <a:pt x="24669" y="187877"/>
                    </a:lnTo>
                    <a:cubicBezTo>
                      <a:pt x="24669" y="187877"/>
                      <a:pt x="24904" y="189728"/>
                      <a:pt x="25645" y="190602"/>
                    </a:cubicBezTo>
                    <a:cubicBezTo>
                      <a:pt x="26419" y="191477"/>
                      <a:pt x="27496" y="191914"/>
                      <a:pt x="27496" y="191914"/>
                    </a:cubicBezTo>
                    <a:lnTo>
                      <a:pt x="29246" y="192553"/>
                    </a:lnTo>
                    <a:lnTo>
                      <a:pt x="32948" y="193529"/>
                    </a:lnTo>
                    <a:lnTo>
                      <a:pt x="32847" y="194706"/>
                    </a:lnTo>
                    <a:cubicBezTo>
                      <a:pt x="32847" y="194706"/>
                      <a:pt x="32645" y="195581"/>
                      <a:pt x="32645" y="196355"/>
                    </a:cubicBezTo>
                    <a:cubicBezTo>
                      <a:pt x="32645" y="197128"/>
                      <a:pt x="34496" y="198306"/>
                      <a:pt x="34496" y="198306"/>
                    </a:cubicBezTo>
                    <a:cubicBezTo>
                      <a:pt x="34496" y="198306"/>
                      <a:pt x="35472" y="198306"/>
                      <a:pt x="35910" y="198306"/>
                    </a:cubicBezTo>
                    <a:cubicBezTo>
                      <a:pt x="36347" y="198306"/>
                      <a:pt x="38501" y="199281"/>
                      <a:pt x="38501" y="199281"/>
                    </a:cubicBezTo>
                    <a:lnTo>
                      <a:pt x="40789" y="200492"/>
                    </a:lnTo>
                    <a:lnTo>
                      <a:pt x="39578" y="203318"/>
                    </a:lnTo>
                    <a:lnTo>
                      <a:pt x="37087" y="207994"/>
                    </a:lnTo>
                    <a:lnTo>
                      <a:pt x="35506" y="212603"/>
                    </a:lnTo>
                    <a:lnTo>
                      <a:pt x="33621" y="216572"/>
                    </a:lnTo>
                    <a:cubicBezTo>
                      <a:pt x="33621" y="216572"/>
                      <a:pt x="33621" y="219129"/>
                      <a:pt x="33621" y="219330"/>
                    </a:cubicBezTo>
                    <a:cubicBezTo>
                      <a:pt x="33621" y="219532"/>
                      <a:pt x="33688" y="223838"/>
                      <a:pt x="33688" y="224040"/>
                    </a:cubicBezTo>
                    <a:cubicBezTo>
                      <a:pt x="33688" y="224242"/>
                      <a:pt x="32679" y="226126"/>
                      <a:pt x="32679" y="226126"/>
                    </a:cubicBezTo>
                    <a:lnTo>
                      <a:pt x="31871" y="228716"/>
                    </a:lnTo>
                    <a:lnTo>
                      <a:pt x="31871" y="231272"/>
                    </a:lnTo>
                    <a:cubicBezTo>
                      <a:pt x="31871" y="231272"/>
                      <a:pt x="33621" y="233392"/>
                      <a:pt x="33722" y="233560"/>
                    </a:cubicBezTo>
                    <a:cubicBezTo>
                      <a:pt x="33823" y="233728"/>
                      <a:pt x="34362" y="237630"/>
                      <a:pt x="34362" y="237630"/>
                    </a:cubicBezTo>
                    <a:lnTo>
                      <a:pt x="34866" y="246208"/>
                    </a:lnTo>
                    <a:lnTo>
                      <a:pt x="36381" y="248126"/>
                    </a:lnTo>
                    <a:cubicBezTo>
                      <a:pt x="36381" y="248126"/>
                      <a:pt x="40083" y="251053"/>
                      <a:pt x="40789" y="251759"/>
                    </a:cubicBezTo>
                    <a:cubicBezTo>
                      <a:pt x="41496" y="252466"/>
                      <a:pt x="40419" y="254349"/>
                      <a:pt x="40419" y="254349"/>
                    </a:cubicBezTo>
                    <a:cubicBezTo>
                      <a:pt x="40419" y="254349"/>
                      <a:pt x="39275" y="256401"/>
                      <a:pt x="38838" y="256502"/>
                    </a:cubicBezTo>
                    <a:cubicBezTo>
                      <a:pt x="38400" y="256603"/>
                      <a:pt x="39174" y="260102"/>
                      <a:pt x="39174" y="260102"/>
                    </a:cubicBezTo>
                    <a:lnTo>
                      <a:pt x="44054" y="263466"/>
                    </a:lnTo>
                    <a:cubicBezTo>
                      <a:pt x="44054" y="263466"/>
                      <a:pt x="44054" y="267940"/>
                      <a:pt x="44054" y="268142"/>
                    </a:cubicBezTo>
                    <a:cubicBezTo>
                      <a:pt x="44054" y="268377"/>
                      <a:pt x="42977" y="271741"/>
                      <a:pt x="42977" y="271741"/>
                    </a:cubicBezTo>
                    <a:cubicBezTo>
                      <a:pt x="42977" y="271741"/>
                      <a:pt x="40756" y="275711"/>
                      <a:pt x="40655" y="275879"/>
                    </a:cubicBezTo>
                    <a:cubicBezTo>
                      <a:pt x="40554" y="276047"/>
                      <a:pt x="38871" y="279142"/>
                      <a:pt x="38871" y="279142"/>
                    </a:cubicBezTo>
                    <a:lnTo>
                      <a:pt x="38871" y="286105"/>
                    </a:lnTo>
                    <a:lnTo>
                      <a:pt x="38333" y="286475"/>
                    </a:lnTo>
                    <a:cubicBezTo>
                      <a:pt x="38568" y="287114"/>
                      <a:pt x="38131" y="288965"/>
                      <a:pt x="37996" y="289435"/>
                    </a:cubicBezTo>
                    <a:cubicBezTo>
                      <a:pt x="37861" y="290007"/>
                      <a:pt x="36112" y="291017"/>
                      <a:pt x="34664" y="291454"/>
                    </a:cubicBezTo>
                    <a:cubicBezTo>
                      <a:pt x="33217" y="291891"/>
                      <a:pt x="33083" y="291757"/>
                      <a:pt x="31905" y="292026"/>
                    </a:cubicBezTo>
                    <a:cubicBezTo>
                      <a:pt x="30727" y="292329"/>
                      <a:pt x="29448" y="293338"/>
                      <a:pt x="29010" y="294212"/>
                    </a:cubicBezTo>
                    <a:cubicBezTo>
                      <a:pt x="28573" y="295087"/>
                      <a:pt x="28438" y="298283"/>
                      <a:pt x="28438" y="298283"/>
                    </a:cubicBezTo>
                    <a:lnTo>
                      <a:pt x="28438" y="302050"/>
                    </a:lnTo>
                    <a:lnTo>
                      <a:pt x="26251" y="306121"/>
                    </a:lnTo>
                    <a:cubicBezTo>
                      <a:pt x="26251" y="306121"/>
                      <a:pt x="22179" y="310628"/>
                      <a:pt x="21606" y="310763"/>
                    </a:cubicBezTo>
                    <a:cubicBezTo>
                      <a:pt x="21034" y="310898"/>
                      <a:pt x="17534" y="312647"/>
                      <a:pt x="15818" y="312950"/>
                    </a:cubicBezTo>
                    <a:cubicBezTo>
                      <a:pt x="14068" y="313252"/>
                      <a:pt x="13361" y="314699"/>
                      <a:pt x="12924" y="314833"/>
                    </a:cubicBezTo>
                    <a:cubicBezTo>
                      <a:pt x="12486" y="314968"/>
                      <a:pt x="9592" y="317020"/>
                      <a:pt x="8851" y="317155"/>
                    </a:cubicBezTo>
                    <a:cubicBezTo>
                      <a:pt x="8145" y="317289"/>
                      <a:pt x="7404" y="319913"/>
                      <a:pt x="7404" y="320350"/>
                    </a:cubicBezTo>
                    <a:cubicBezTo>
                      <a:pt x="7404" y="320788"/>
                      <a:pt x="9154" y="321797"/>
                      <a:pt x="9154" y="321797"/>
                    </a:cubicBezTo>
                    <a:lnTo>
                      <a:pt x="13193" y="323815"/>
                    </a:lnTo>
                    <a:lnTo>
                      <a:pt x="12486" y="326136"/>
                    </a:lnTo>
                    <a:cubicBezTo>
                      <a:pt x="12486" y="326136"/>
                      <a:pt x="11174" y="328592"/>
                      <a:pt x="10736" y="328592"/>
                    </a:cubicBezTo>
                    <a:cubicBezTo>
                      <a:pt x="10298" y="328592"/>
                      <a:pt x="8548" y="330610"/>
                      <a:pt x="8548" y="330610"/>
                    </a:cubicBezTo>
                    <a:cubicBezTo>
                      <a:pt x="8548" y="330610"/>
                      <a:pt x="1750" y="337574"/>
                      <a:pt x="1313" y="337977"/>
                    </a:cubicBezTo>
                    <a:cubicBezTo>
                      <a:pt x="875" y="338415"/>
                      <a:pt x="0" y="343192"/>
                      <a:pt x="0" y="343192"/>
                    </a:cubicBezTo>
                    <a:lnTo>
                      <a:pt x="3332" y="346825"/>
                    </a:lnTo>
                    <a:cubicBezTo>
                      <a:pt x="3332" y="346825"/>
                      <a:pt x="8111" y="351164"/>
                      <a:pt x="8279" y="351602"/>
                    </a:cubicBezTo>
                    <a:cubicBezTo>
                      <a:pt x="8414" y="352039"/>
                      <a:pt x="13630" y="354797"/>
                      <a:pt x="15078" y="355638"/>
                    </a:cubicBezTo>
                    <a:cubicBezTo>
                      <a:pt x="16525" y="356479"/>
                      <a:pt x="19554" y="359271"/>
                      <a:pt x="19554" y="359271"/>
                    </a:cubicBezTo>
                    <a:lnTo>
                      <a:pt x="23020" y="360718"/>
                    </a:lnTo>
                    <a:lnTo>
                      <a:pt x="27496" y="359978"/>
                    </a:lnTo>
                    <a:lnTo>
                      <a:pt x="32140" y="359978"/>
                    </a:lnTo>
                    <a:lnTo>
                      <a:pt x="32578" y="364822"/>
                    </a:lnTo>
                    <a:cubicBezTo>
                      <a:pt x="32578" y="364822"/>
                      <a:pt x="35472" y="368960"/>
                      <a:pt x="35910" y="369801"/>
                    </a:cubicBezTo>
                    <a:cubicBezTo>
                      <a:pt x="36347" y="370675"/>
                      <a:pt x="37794" y="374275"/>
                      <a:pt x="37794" y="374275"/>
                    </a:cubicBezTo>
                    <a:cubicBezTo>
                      <a:pt x="37794" y="374275"/>
                      <a:pt x="39544" y="374847"/>
                      <a:pt x="40419" y="374847"/>
                    </a:cubicBezTo>
                    <a:cubicBezTo>
                      <a:pt x="41294" y="374847"/>
                      <a:pt x="46645" y="375553"/>
                      <a:pt x="46645" y="375553"/>
                    </a:cubicBezTo>
                    <a:lnTo>
                      <a:pt x="49708" y="375553"/>
                    </a:lnTo>
                    <a:lnTo>
                      <a:pt x="51020" y="374746"/>
                    </a:lnTo>
                    <a:cubicBezTo>
                      <a:pt x="51020" y="374746"/>
                      <a:pt x="54352" y="373501"/>
                      <a:pt x="55530" y="373366"/>
                    </a:cubicBezTo>
                    <a:cubicBezTo>
                      <a:pt x="56675" y="373232"/>
                      <a:pt x="60006" y="373366"/>
                      <a:pt x="60006" y="373366"/>
                    </a:cubicBezTo>
                    <a:cubicBezTo>
                      <a:pt x="60006" y="373366"/>
                      <a:pt x="63472" y="375553"/>
                      <a:pt x="64078" y="375688"/>
                    </a:cubicBezTo>
                    <a:cubicBezTo>
                      <a:pt x="64651" y="375822"/>
                      <a:pt x="68420" y="379892"/>
                      <a:pt x="68858" y="380195"/>
                    </a:cubicBezTo>
                    <a:cubicBezTo>
                      <a:pt x="69295" y="380498"/>
                      <a:pt x="71617" y="384400"/>
                      <a:pt x="71617" y="384400"/>
                    </a:cubicBezTo>
                    <a:lnTo>
                      <a:pt x="71920" y="388605"/>
                    </a:lnTo>
                    <a:cubicBezTo>
                      <a:pt x="71920" y="388605"/>
                      <a:pt x="71920" y="392507"/>
                      <a:pt x="71920" y="394559"/>
                    </a:cubicBezTo>
                    <a:cubicBezTo>
                      <a:pt x="71920" y="396578"/>
                      <a:pt x="71987" y="397890"/>
                      <a:pt x="72122" y="398462"/>
                    </a:cubicBezTo>
                    <a:cubicBezTo>
                      <a:pt x="72257" y="399033"/>
                      <a:pt x="73502" y="402364"/>
                      <a:pt x="73502" y="402364"/>
                    </a:cubicBezTo>
                    <a:cubicBezTo>
                      <a:pt x="73502" y="402364"/>
                      <a:pt x="79593" y="405694"/>
                      <a:pt x="80333" y="406131"/>
                    </a:cubicBezTo>
                    <a:cubicBezTo>
                      <a:pt x="81040" y="406569"/>
                      <a:pt x="84978" y="409462"/>
                      <a:pt x="84978" y="409462"/>
                    </a:cubicBezTo>
                    <a:lnTo>
                      <a:pt x="91945" y="412086"/>
                    </a:lnTo>
                    <a:lnTo>
                      <a:pt x="92079" y="412086"/>
                    </a:lnTo>
                    <a:lnTo>
                      <a:pt x="91945" y="417804"/>
                    </a:lnTo>
                    <a:lnTo>
                      <a:pt x="93695" y="421942"/>
                    </a:lnTo>
                    <a:lnTo>
                      <a:pt x="97026" y="425272"/>
                    </a:lnTo>
                    <a:lnTo>
                      <a:pt x="99786" y="428603"/>
                    </a:lnTo>
                    <a:lnTo>
                      <a:pt x="99786" y="431361"/>
                    </a:lnTo>
                    <a:lnTo>
                      <a:pt x="102142" y="429040"/>
                    </a:lnTo>
                    <a:lnTo>
                      <a:pt x="104363" y="428367"/>
                    </a:lnTo>
                    <a:lnTo>
                      <a:pt x="107695" y="424700"/>
                    </a:lnTo>
                    <a:lnTo>
                      <a:pt x="111363" y="423187"/>
                    </a:lnTo>
                    <a:lnTo>
                      <a:pt x="114897" y="420529"/>
                    </a:lnTo>
                    <a:cubicBezTo>
                      <a:pt x="114897" y="420529"/>
                      <a:pt x="118498" y="416997"/>
                      <a:pt x="118801" y="416896"/>
                    </a:cubicBezTo>
                    <a:cubicBezTo>
                      <a:pt x="119137" y="416795"/>
                      <a:pt x="121190" y="414609"/>
                      <a:pt x="122234" y="413969"/>
                    </a:cubicBezTo>
                    <a:cubicBezTo>
                      <a:pt x="123277" y="413330"/>
                      <a:pt x="124455" y="412355"/>
                      <a:pt x="125094" y="412187"/>
                    </a:cubicBezTo>
                    <a:cubicBezTo>
                      <a:pt x="125733" y="412018"/>
                      <a:pt x="127181" y="411951"/>
                      <a:pt x="128359" y="411917"/>
                    </a:cubicBezTo>
                    <a:cubicBezTo>
                      <a:pt x="129536" y="411850"/>
                      <a:pt x="131960" y="411985"/>
                      <a:pt x="131960" y="411985"/>
                    </a:cubicBezTo>
                    <a:lnTo>
                      <a:pt x="134787" y="409697"/>
                    </a:lnTo>
                    <a:lnTo>
                      <a:pt x="136638" y="408116"/>
                    </a:lnTo>
                    <a:lnTo>
                      <a:pt x="140945" y="405728"/>
                    </a:lnTo>
                    <a:lnTo>
                      <a:pt x="144109" y="403541"/>
                    </a:lnTo>
                    <a:lnTo>
                      <a:pt x="147205" y="402296"/>
                    </a:lnTo>
                    <a:lnTo>
                      <a:pt x="150974" y="399033"/>
                    </a:lnTo>
                    <a:cubicBezTo>
                      <a:pt x="150974" y="399033"/>
                      <a:pt x="151849" y="394156"/>
                      <a:pt x="151849" y="393954"/>
                    </a:cubicBezTo>
                    <a:cubicBezTo>
                      <a:pt x="151849" y="393752"/>
                      <a:pt x="158513" y="388370"/>
                      <a:pt x="158513" y="388000"/>
                    </a:cubicBezTo>
                    <a:cubicBezTo>
                      <a:pt x="158513" y="387630"/>
                      <a:pt x="158648" y="384737"/>
                      <a:pt x="158513" y="384535"/>
                    </a:cubicBezTo>
                    <a:cubicBezTo>
                      <a:pt x="158379" y="384333"/>
                      <a:pt x="158210" y="383223"/>
                      <a:pt x="158210" y="383223"/>
                    </a:cubicBezTo>
                    <a:lnTo>
                      <a:pt x="157403" y="379691"/>
                    </a:lnTo>
                    <a:cubicBezTo>
                      <a:pt x="157403" y="379691"/>
                      <a:pt x="157537" y="377168"/>
                      <a:pt x="157705" y="376865"/>
                    </a:cubicBezTo>
                    <a:cubicBezTo>
                      <a:pt x="157840" y="376562"/>
                      <a:pt x="159590" y="373602"/>
                      <a:pt x="159590" y="373602"/>
                    </a:cubicBezTo>
                    <a:lnTo>
                      <a:pt x="161172" y="370843"/>
                    </a:lnTo>
                    <a:cubicBezTo>
                      <a:pt x="161172" y="370843"/>
                      <a:pt x="163191" y="369397"/>
                      <a:pt x="163932" y="369094"/>
                    </a:cubicBezTo>
                    <a:cubicBezTo>
                      <a:pt x="164638" y="368791"/>
                      <a:pt x="166254" y="370911"/>
                      <a:pt x="166456" y="370978"/>
                    </a:cubicBezTo>
                    <a:cubicBezTo>
                      <a:pt x="166658" y="371045"/>
                      <a:pt x="167398" y="375250"/>
                      <a:pt x="167398" y="375250"/>
                    </a:cubicBezTo>
                    <a:lnTo>
                      <a:pt x="170965" y="375452"/>
                    </a:lnTo>
                    <a:lnTo>
                      <a:pt x="171167" y="371920"/>
                    </a:lnTo>
                    <a:lnTo>
                      <a:pt x="171100" y="368455"/>
                    </a:lnTo>
                    <a:lnTo>
                      <a:pt x="171235" y="365932"/>
                    </a:lnTo>
                    <a:lnTo>
                      <a:pt x="170427" y="362904"/>
                    </a:lnTo>
                    <a:lnTo>
                      <a:pt x="171672" y="358834"/>
                    </a:lnTo>
                    <a:lnTo>
                      <a:pt x="173994" y="356008"/>
                    </a:lnTo>
                    <a:lnTo>
                      <a:pt x="177057" y="353485"/>
                    </a:lnTo>
                    <a:lnTo>
                      <a:pt x="180322" y="350290"/>
                    </a:lnTo>
                    <a:lnTo>
                      <a:pt x="185168" y="346455"/>
                    </a:lnTo>
                    <a:lnTo>
                      <a:pt x="188062" y="344705"/>
                    </a:lnTo>
                    <a:lnTo>
                      <a:pt x="189206" y="342081"/>
                    </a:lnTo>
                    <a:lnTo>
                      <a:pt x="190889" y="340063"/>
                    </a:lnTo>
                    <a:cubicBezTo>
                      <a:pt x="190889" y="340063"/>
                      <a:pt x="190956" y="337305"/>
                      <a:pt x="190620" y="337305"/>
                    </a:cubicBezTo>
                    <a:cubicBezTo>
                      <a:pt x="190283" y="337305"/>
                      <a:pt x="189374" y="336666"/>
                      <a:pt x="189105" y="336666"/>
                    </a:cubicBezTo>
                    <a:cubicBezTo>
                      <a:pt x="188803" y="336666"/>
                      <a:pt x="187153" y="334479"/>
                      <a:pt x="187153" y="334479"/>
                    </a:cubicBezTo>
                    <a:cubicBezTo>
                      <a:pt x="187153" y="334479"/>
                      <a:pt x="185403" y="331889"/>
                      <a:pt x="185403" y="331283"/>
                    </a:cubicBezTo>
                    <a:cubicBezTo>
                      <a:pt x="185403" y="330678"/>
                      <a:pt x="186649" y="329837"/>
                      <a:pt x="186649" y="329837"/>
                    </a:cubicBezTo>
                    <a:cubicBezTo>
                      <a:pt x="186649" y="329837"/>
                      <a:pt x="189475" y="327886"/>
                      <a:pt x="189913" y="327751"/>
                    </a:cubicBezTo>
                    <a:cubicBezTo>
                      <a:pt x="190351" y="327616"/>
                      <a:pt x="192606" y="325295"/>
                      <a:pt x="192740" y="324993"/>
                    </a:cubicBezTo>
                    <a:cubicBezTo>
                      <a:pt x="192875" y="324690"/>
                      <a:pt x="195264" y="322739"/>
                      <a:pt x="195264" y="322739"/>
                    </a:cubicBezTo>
                    <a:cubicBezTo>
                      <a:pt x="195264" y="322739"/>
                      <a:pt x="197317" y="320048"/>
                      <a:pt x="197519" y="319711"/>
                    </a:cubicBezTo>
                    <a:cubicBezTo>
                      <a:pt x="197721" y="319341"/>
                      <a:pt x="198663" y="318130"/>
                      <a:pt x="199168" y="317895"/>
                    </a:cubicBezTo>
                    <a:cubicBezTo>
                      <a:pt x="199673" y="317659"/>
                      <a:pt x="201052" y="316314"/>
                      <a:pt x="201052" y="316314"/>
                    </a:cubicBezTo>
                    <a:cubicBezTo>
                      <a:pt x="201052" y="316314"/>
                      <a:pt x="203947" y="315809"/>
                      <a:pt x="204889" y="315944"/>
                    </a:cubicBezTo>
                    <a:cubicBezTo>
                      <a:pt x="205832" y="316078"/>
                      <a:pt x="208087" y="316751"/>
                      <a:pt x="208356" y="316751"/>
                    </a:cubicBezTo>
                    <a:cubicBezTo>
                      <a:pt x="208625" y="316751"/>
                      <a:pt x="216702" y="315876"/>
                      <a:pt x="216702" y="315876"/>
                    </a:cubicBezTo>
                    <a:cubicBezTo>
                      <a:pt x="216702" y="315876"/>
                      <a:pt x="220841" y="315944"/>
                      <a:pt x="221111" y="315944"/>
                    </a:cubicBezTo>
                    <a:cubicBezTo>
                      <a:pt x="221414" y="315944"/>
                      <a:pt x="225755" y="315574"/>
                      <a:pt x="226193" y="315574"/>
                    </a:cubicBezTo>
                    <a:cubicBezTo>
                      <a:pt x="226630" y="315574"/>
                      <a:pt x="232654" y="314497"/>
                      <a:pt x="232654" y="314497"/>
                    </a:cubicBezTo>
                    <a:cubicBezTo>
                      <a:pt x="232654" y="314497"/>
                      <a:pt x="241068" y="314699"/>
                      <a:pt x="241337" y="314699"/>
                    </a:cubicBezTo>
                    <a:cubicBezTo>
                      <a:pt x="241640" y="314699"/>
                      <a:pt x="245780" y="313757"/>
                      <a:pt x="245780" y="313757"/>
                    </a:cubicBezTo>
                    <a:lnTo>
                      <a:pt x="248539" y="313051"/>
                    </a:lnTo>
                    <a:lnTo>
                      <a:pt x="249852" y="313051"/>
                    </a:lnTo>
                    <a:lnTo>
                      <a:pt x="252376" y="312680"/>
                    </a:lnTo>
                    <a:cubicBezTo>
                      <a:pt x="252376" y="312680"/>
                      <a:pt x="254563" y="311806"/>
                      <a:pt x="254765" y="311671"/>
                    </a:cubicBezTo>
                    <a:cubicBezTo>
                      <a:pt x="254967" y="311537"/>
                      <a:pt x="255708" y="310359"/>
                      <a:pt x="255708" y="310359"/>
                    </a:cubicBezTo>
                    <a:lnTo>
                      <a:pt x="256011" y="309350"/>
                    </a:lnTo>
                    <a:lnTo>
                      <a:pt x="256212" y="307399"/>
                    </a:lnTo>
                    <a:lnTo>
                      <a:pt x="256011" y="304641"/>
                    </a:lnTo>
                    <a:lnTo>
                      <a:pt x="256313" y="301378"/>
                    </a:lnTo>
                    <a:lnTo>
                      <a:pt x="256179" y="298922"/>
                    </a:lnTo>
                    <a:lnTo>
                      <a:pt x="255977" y="297240"/>
                    </a:lnTo>
                    <a:lnTo>
                      <a:pt x="256549" y="296231"/>
                    </a:lnTo>
                    <a:lnTo>
                      <a:pt x="257559" y="295726"/>
                    </a:lnTo>
                    <a:lnTo>
                      <a:pt x="260756" y="295659"/>
                    </a:lnTo>
                    <a:lnTo>
                      <a:pt x="261900" y="295659"/>
                    </a:lnTo>
                    <a:lnTo>
                      <a:pt x="263852" y="296264"/>
                    </a:lnTo>
                    <a:cubicBezTo>
                      <a:pt x="263852" y="296264"/>
                      <a:pt x="266040" y="298249"/>
                      <a:pt x="266376" y="298619"/>
                    </a:cubicBezTo>
                    <a:cubicBezTo>
                      <a:pt x="266746" y="298989"/>
                      <a:pt x="267116" y="300436"/>
                      <a:pt x="266948" y="300873"/>
                    </a:cubicBezTo>
                    <a:cubicBezTo>
                      <a:pt x="266814" y="301310"/>
                      <a:pt x="266679" y="303497"/>
                      <a:pt x="266679" y="303833"/>
                    </a:cubicBezTo>
                    <a:cubicBezTo>
                      <a:pt x="266679" y="304203"/>
                      <a:pt x="268261" y="307096"/>
                      <a:pt x="268496" y="307164"/>
                    </a:cubicBezTo>
                    <a:cubicBezTo>
                      <a:pt x="268698" y="307231"/>
                      <a:pt x="271189" y="309047"/>
                      <a:pt x="271189" y="309047"/>
                    </a:cubicBezTo>
                    <a:lnTo>
                      <a:pt x="271626" y="312512"/>
                    </a:lnTo>
                    <a:lnTo>
                      <a:pt x="272434" y="316415"/>
                    </a:lnTo>
                    <a:cubicBezTo>
                      <a:pt x="272434" y="316415"/>
                      <a:pt x="273309" y="319947"/>
                      <a:pt x="273309" y="320249"/>
                    </a:cubicBezTo>
                    <a:cubicBezTo>
                      <a:pt x="273309" y="320552"/>
                      <a:pt x="275766" y="322638"/>
                      <a:pt x="276069" y="322840"/>
                    </a:cubicBezTo>
                    <a:cubicBezTo>
                      <a:pt x="276371" y="323075"/>
                      <a:pt x="279030" y="325295"/>
                      <a:pt x="279199" y="325598"/>
                    </a:cubicBezTo>
                    <a:cubicBezTo>
                      <a:pt x="279333" y="325901"/>
                      <a:pt x="281857" y="328558"/>
                      <a:pt x="281857" y="328558"/>
                    </a:cubicBezTo>
                    <a:lnTo>
                      <a:pt x="286064" y="331586"/>
                    </a:lnTo>
                    <a:lnTo>
                      <a:pt x="288151" y="333604"/>
                    </a:lnTo>
                    <a:cubicBezTo>
                      <a:pt x="288151" y="333604"/>
                      <a:pt x="292425" y="336060"/>
                      <a:pt x="292661" y="336295"/>
                    </a:cubicBezTo>
                    <a:cubicBezTo>
                      <a:pt x="292862" y="336497"/>
                      <a:pt x="297944" y="339424"/>
                      <a:pt x="297944" y="339424"/>
                    </a:cubicBezTo>
                    <a:cubicBezTo>
                      <a:pt x="297944" y="339424"/>
                      <a:pt x="298887" y="345008"/>
                      <a:pt x="299088" y="345143"/>
                    </a:cubicBezTo>
                    <a:cubicBezTo>
                      <a:pt x="299290" y="345277"/>
                      <a:pt x="300670" y="346387"/>
                      <a:pt x="300670" y="346387"/>
                    </a:cubicBezTo>
                    <a:lnTo>
                      <a:pt x="302858" y="348271"/>
                    </a:lnTo>
                    <a:cubicBezTo>
                      <a:pt x="302858" y="348271"/>
                      <a:pt x="302925" y="349886"/>
                      <a:pt x="302925" y="350155"/>
                    </a:cubicBezTo>
                    <a:cubicBezTo>
                      <a:pt x="302925" y="350458"/>
                      <a:pt x="302992" y="352543"/>
                      <a:pt x="302992" y="352543"/>
                    </a:cubicBezTo>
                    <a:lnTo>
                      <a:pt x="302185" y="355941"/>
                    </a:lnTo>
                    <a:lnTo>
                      <a:pt x="300939" y="357623"/>
                    </a:lnTo>
                    <a:lnTo>
                      <a:pt x="299863" y="359507"/>
                    </a:lnTo>
                    <a:lnTo>
                      <a:pt x="297978" y="362635"/>
                    </a:lnTo>
                    <a:lnTo>
                      <a:pt x="296530" y="364956"/>
                    </a:lnTo>
                    <a:lnTo>
                      <a:pt x="295084" y="366538"/>
                    </a:lnTo>
                    <a:lnTo>
                      <a:pt x="293838" y="368220"/>
                    </a:lnTo>
                    <a:cubicBezTo>
                      <a:pt x="293838" y="368220"/>
                      <a:pt x="293704" y="371045"/>
                      <a:pt x="293704" y="371348"/>
                    </a:cubicBezTo>
                    <a:cubicBezTo>
                      <a:pt x="293704" y="371651"/>
                      <a:pt x="294209" y="373736"/>
                      <a:pt x="294209" y="373736"/>
                    </a:cubicBezTo>
                    <a:lnTo>
                      <a:pt x="295016" y="377269"/>
                    </a:lnTo>
                    <a:lnTo>
                      <a:pt x="293435" y="380834"/>
                    </a:lnTo>
                    <a:cubicBezTo>
                      <a:pt x="293435" y="380834"/>
                      <a:pt x="293064" y="383727"/>
                      <a:pt x="292997" y="383929"/>
                    </a:cubicBezTo>
                    <a:cubicBezTo>
                      <a:pt x="292930" y="384165"/>
                      <a:pt x="291853" y="386183"/>
                      <a:pt x="291853" y="386183"/>
                    </a:cubicBezTo>
                    <a:lnTo>
                      <a:pt x="290540" y="389076"/>
                    </a:lnTo>
                    <a:cubicBezTo>
                      <a:pt x="290540" y="389076"/>
                      <a:pt x="289530" y="389883"/>
                      <a:pt x="288790" y="390153"/>
                    </a:cubicBezTo>
                    <a:cubicBezTo>
                      <a:pt x="288084" y="390455"/>
                      <a:pt x="287275" y="391666"/>
                      <a:pt x="287275" y="391666"/>
                    </a:cubicBezTo>
                    <a:lnTo>
                      <a:pt x="285256" y="393752"/>
                    </a:lnTo>
                    <a:cubicBezTo>
                      <a:pt x="285256" y="393752"/>
                      <a:pt x="284112" y="394997"/>
                      <a:pt x="283877" y="395198"/>
                    </a:cubicBezTo>
                    <a:cubicBezTo>
                      <a:pt x="283641" y="395434"/>
                      <a:pt x="281285" y="396006"/>
                      <a:pt x="281285" y="396006"/>
                    </a:cubicBezTo>
                    <a:lnTo>
                      <a:pt x="279333" y="397452"/>
                    </a:lnTo>
                    <a:lnTo>
                      <a:pt x="278694" y="399403"/>
                    </a:lnTo>
                    <a:cubicBezTo>
                      <a:pt x="278694" y="399403"/>
                      <a:pt x="277449" y="402969"/>
                      <a:pt x="277381" y="403238"/>
                    </a:cubicBezTo>
                    <a:cubicBezTo>
                      <a:pt x="277314" y="403541"/>
                      <a:pt x="276136" y="405997"/>
                      <a:pt x="276136" y="405997"/>
                    </a:cubicBezTo>
                    <a:lnTo>
                      <a:pt x="274554" y="408183"/>
                    </a:lnTo>
                    <a:lnTo>
                      <a:pt x="273040" y="410269"/>
                    </a:lnTo>
                    <a:lnTo>
                      <a:pt x="271223" y="413162"/>
                    </a:lnTo>
                    <a:lnTo>
                      <a:pt x="269910" y="417300"/>
                    </a:lnTo>
                    <a:lnTo>
                      <a:pt x="267655" y="419755"/>
                    </a:lnTo>
                    <a:lnTo>
                      <a:pt x="267083" y="420832"/>
                    </a:lnTo>
                    <a:cubicBezTo>
                      <a:pt x="267083" y="420832"/>
                      <a:pt x="265131" y="423792"/>
                      <a:pt x="264828" y="423960"/>
                    </a:cubicBezTo>
                    <a:cubicBezTo>
                      <a:pt x="264525" y="424095"/>
                      <a:pt x="263751" y="425340"/>
                      <a:pt x="263246" y="425777"/>
                    </a:cubicBezTo>
                    <a:cubicBezTo>
                      <a:pt x="262742" y="426214"/>
                      <a:pt x="260722" y="427526"/>
                      <a:pt x="260150" y="427795"/>
                    </a:cubicBezTo>
                    <a:cubicBezTo>
                      <a:pt x="259578" y="428098"/>
                      <a:pt x="257962" y="428939"/>
                      <a:pt x="257693" y="428939"/>
                    </a:cubicBezTo>
                    <a:cubicBezTo>
                      <a:pt x="257424" y="428939"/>
                      <a:pt x="254933" y="429444"/>
                      <a:pt x="254496" y="429578"/>
                    </a:cubicBezTo>
                    <a:cubicBezTo>
                      <a:pt x="254058" y="429713"/>
                      <a:pt x="253284" y="429780"/>
                      <a:pt x="253049" y="429881"/>
                    </a:cubicBezTo>
                    <a:cubicBezTo>
                      <a:pt x="252847" y="429948"/>
                      <a:pt x="251097" y="430587"/>
                      <a:pt x="251097" y="430587"/>
                    </a:cubicBezTo>
                    <a:cubicBezTo>
                      <a:pt x="251097" y="430587"/>
                      <a:pt x="249212" y="431731"/>
                      <a:pt x="248405" y="431832"/>
                    </a:cubicBezTo>
                    <a:cubicBezTo>
                      <a:pt x="247597" y="431899"/>
                      <a:pt x="246385" y="432774"/>
                      <a:pt x="246385" y="432774"/>
                    </a:cubicBezTo>
                    <a:cubicBezTo>
                      <a:pt x="246385" y="432774"/>
                      <a:pt x="245073" y="433850"/>
                      <a:pt x="244501" y="434355"/>
                    </a:cubicBezTo>
                    <a:cubicBezTo>
                      <a:pt x="243929" y="434860"/>
                      <a:pt x="242044" y="435802"/>
                      <a:pt x="241674" y="436239"/>
                    </a:cubicBezTo>
                    <a:cubicBezTo>
                      <a:pt x="241304" y="436676"/>
                      <a:pt x="239587" y="438123"/>
                      <a:pt x="239587" y="438123"/>
                    </a:cubicBezTo>
                    <a:lnTo>
                      <a:pt x="238780" y="440309"/>
                    </a:lnTo>
                    <a:lnTo>
                      <a:pt x="240092" y="445153"/>
                    </a:lnTo>
                    <a:lnTo>
                      <a:pt x="241775" y="446533"/>
                    </a:lnTo>
                    <a:cubicBezTo>
                      <a:pt x="241775" y="446533"/>
                      <a:pt x="243087" y="447676"/>
                      <a:pt x="243222" y="448114"/>
                    </a:cubicBezTo>
                    <a:cubicBezTo>
                      <a:pt x="243356" y="448551"/>
                      <a:pt x="244232" y="449190"/>
                      <a:pt x="244232" y="449190"/>
                    </a:cubicBezTo>
                    <a:lnTo>
                      <a:pt x="244299" y="451141"/>
                    </a:lnTo>
                    <a:lnTo>
                      <a:pt x="244299" y="453328"/>
                    </a:lnTo>
                    <a:lnTo>
                      <a:pt x="244770" y="455212"/>
                    </a:lnTo>
                    <a:lnTo>
                      <a:pt x="246453" y="457297"/>
                    </a:lnTo>
                    <a:lnTo>
                      <a:pt x="247765" y="459820"/>
                    </a:lnTo>
                    <a:lnTo>
                      <a:pt x="247765" y="463453"/>
                    </a:lnTo>
                    <a:lnTo>
                      <a:pt x="247765" y="466784"/>
                    </a:lnTo>
                    <a:lnTo>
                      <a:pt x="247765" y="470686"/>
                    </a:lnTo>
                    <a:lnTo>
                      <a:pt x="247025" y="473646"/>
                    </a:lnTo>
                    <a:cubicBezTo>
                      <a:pt x="247025" y="473646"/>
                      <a:pt x="245813" y="475732"/>
                      <a:pt x="245813" y="476035"/>
                    </a:cubicBezTo>
                    <a:cubicBezTo>
                      <a:pt x="245813" y="476337"/>
                      <a:pt x="245678" y="478860"/>
                      <a:pt x="245678" y="478860"/>
                    </a:cubicBezTo>
                    <a:lnTo>
                      <a:pt x="246049" y="480677"/>
                    </a:lnTo>
                    <a:lnTo>
                      <a:pt x="246049" y="481921"/>
                    </a:lnTo>
                    <a:lnTo>
                      <a:pt x="246957" y="483570"/>
                    </a:lnTo>
                    <a:lnTo>
                      <a:pt x="248438" y="485252"/>
                    </a:lnTo>
                    <a:lnTo>
                      <a:pt x="250255" y="486833"/>
                    </a:lnTo>
                    <a:cubicBezTo>
                      <a:pt x="250255" y="486833"/>
                      <a:pt x="253890" y="487472"/>
                      <a:pt x="254092" y="487573"/>
                    </a:cubicBezTo>
                    <a:cubicBezTo>
                      <a:pt x="254294" y="487640"/>
                      <a:pt x="255102" y="488952"/>
                      <a:pt x="255775" y="489019"/>
                    </a:cubicBezTo>
                    <a:cubicBezTo>
                      <a:pt x="256414" y="489087"/>
                      <a:pt x="257794" y="488952"/>
                      <a:pt x="258299" y="488717"/>
                    </a:cubicBezTo>
                    <a:cubicBezTo>
                      <a:pt x="258804" y="488515"/>
                      <a:pt x="260251" y="488279"/>
                      <a:pt x="260251" y="488279"/>
                    </a:cubicBezTo>
                    <a:lnTo>
                      <a:pt x="262943" y="487842"/>
                    </a:lnTo>
                    <a:lnTo>
                      <a:pt x="265333" y="486463"/>
                    </a:lnTo>
                    <a:lnTo>
                      <a:pt x="267217" y="485454"/>
                    </a:lnTo>
                    <a:lnTo>
                      <a:pt x="269472" y="483637"/>
                    </a:lnTo>
                    <a:lnTo>
                      <a:pt x="271155" y="482998"/>
                    </a:lnTo>
                    <a:lnTo>
                      <a:pt x="275362" y="482359"/>
                    </a:lnTo>
                    <a:lnTo>
                      <a:pt x="277179" y="480845"/>
                    </a:lnTo>
                    <a:lnTo>
                      <a:pt x="279569" y="479028"/>
                    </a:lnTo>
                    <a:cubicBezTo>
                      <a:pt x="279569" y="479028"/>
                      <a:pt x="283102" y="478154"/>
                      <a:pt x="283406" y="478087"/>
                    </a:cubicBezTo>
                    <a:cubicBezTo>
                      <a:pt x="283708" y="478019"/>
                      <a:pt x="285492" y="479028"/>
                      <a:pt x="285492" y="479028"/>
                    </a:cubicBezTo>
                    <a:lnTo>
                      <a:pt x="285930" y="479668"/>
                    </a:lnTo>
                    <a:lnTo>
                      <a:pt x="286367" y="480744"/>
                    </a:lnTo>
                    <a:cubicBezTo>
                      <a:pt x="286367" y="480744"/>
                      <a:pt x="284617" y="482561"/>
                      <a:pt x="284415" y="482762"/>
                    </a:cubicBezTo>
                    <a:cubicBezTo>
                      <a:pt x="284213" y="482964"/>
                      <a:pt x="281723" y="484007"/>
                      <a:pt x="281453" y="484007"/>
                    </a:cubicBezTo>
                    <a:cubicBezTo>
                      <a:pt x="281151" y="484007"/>
                      <a:pt x="279838" y="485319"/>
                      <a:pt x="279636" y="485386"/>
                    </a:cubicBezTo>
                    <a:cubicBezTo>
                      <a:pt x="279434" y="485454"/>
                      <a:pt x="276809" y="486025"/>
                      <a:pt x="276607" y="486093"/>
                    </a:cubicBezTo>
                    <a:cubicBezTo>
                      <a:pt x="276405" y="486160"/>
                      <a:pt x="274521" y="487539"/>
                      <a:pt x="274521" y="487539"/>
                    </a:cubicBezTo>
                    <a:lnTo>
                      <a:pt x="273343" y="488548"/>
                    </a:lnTo>
                    <a:lnTo>
                      <a:pt x="271694" y="488750"/>
                    </a:lnTo>
                    <a:lnTo>
                      <a:pt x="269001" y="490130"/>
                    </a:lnTo>
                    <a:lnTo>
                      <a:pt x="270516" y="492215"/>
                    </a:lnTo>
                    <a:lnTo>
                      <a:pt x="269641" y="494032"/>
                    </a:lnTo>
                    <a:lnTo>
                      <a:pt x="268261" y="495714"/>
                    </a:lnTo>
                    <a:cubicBezTo>
                      <a:pt x="268261" y="495714"/>
                      <a:pt x="265299" y="496857"/>
                      <a:pt x="264996" y="496857"/>
                    </a:cubicBezTo>
                    <a:cubicBezTo>
                      <a:pt x="264727" y="496857"/>
                      <a:pt x="261900" y="497160"/>
                      <a:pt x="261664" y="497160"/>
                    </a:cubicBezTo>
                    <a:cubicBezTo>
                      <a:pt x="261429" y="497160"/>
                      <a:pt x="259847" y="498472"/>
                      <a:pt x="259847" y="498472"/>
                    </a:cubicBezTo>
                    <a:lnTo>
                      <a:pt x="258131" y="499919"/>
                    </a:lnTo>
                    <a:lnTo>
                      <a:pt x="257121" y="501365"/>
                    </a:lnTo>
                    <a:lnTo>
                      <a:pt x="256549" y="504056"/>
                    </a:lnTo>
                    <a:lnTo>
                      <a:pt x="257693" y="507387"/>
                    </a:lnTo>
                    <a:lnTo>
                      <a:pt x="258939" y="509338"/>
                    </a:lnTo>
                    <a:cubicBezTo>
                      <a:pt x="258939" y="509338"/>
                      <a:pt x="261833" y="509540"/>
                      <a:pt x="262136" y="509540"/>
                    </a:cubicBezTo>
                    <a:cubicBezTo>
                      <a:pt x="262439" y="509540"/>
                      <a:pt x="264155" y="509910"/>
                      <a:pt x="264155" y="509910"/>
                    </a:cubicBezTo>
                    <a:lnTo>
                      <a:pt x="266040" y="510717"/>
                    </a:lnTo>
                    <a:lnTo>
                      <a:pt x="266982" y="512534"/>
                    </a:lnTo>
                    <a:lnTo>
                      <a:pt x="267420" y="513341"/>
                    </a:lnTo>
                    <a:lnTo>
                      <a:pt x="266915" y="514283"/>
                    </a:lnTo>
                    <a:lnTo>
                      <a:pt x="266612" y="514787"/>
                    </a:lnTo>
                    <a:cubicBezTo>
                      <a:pt x="266612" y="514787"/>
                      <a:pt x="264660" y="517815"/>
                      <a:pt x="264222" y="518118"/>
                    </a:cubicBezTo>
                    <a:cubicBezTo>
                      <a:pt x="263785" y="518420"/>
                      <a:pt x="261968" y="520641"/>
                      <a:pt x="261765" y="520641"/>
                    </a:cubicBezTo>
                    <a:cubicBezTo>
                      <a:pt x="261564" y="520641"/>
                      <a:pt x="260083" y="521650"/>
                      <a:pt x="259814" y="521650"/>
                    </a:cubicBezTo>
                    <a:cubicBezTo>
                      <a:pt x="259510" y="521650"/>
                      <a:pt x="257929" y="522592"/>
                      <a:pt x="257929" y="522592"/>
                    </a:cubicBezTo>
                    <a:lnTo>
                      <a:pt x="256347" y="523164"/>
                    </a:lnTo>
                    <a:lnTo>
                      <a:pt x="253823" y="523534"/>
                    </a:lnTo>
                    <a:cubicBezTo>
                      <a:pt x="253823" y="523534"/>
                      <a:pt x="252140" y="523534"/>
                      <a:pt x="251804" y="523466"/>
                    </a:cubicBezTo>
                    <a:cubicBezTo>
                      <a:pt x="251434" y="523399"/>
                      <a:pt x="249616" y="523096"/>
                      <a:pt x="249616" y="523096"/>
                    </a:cubicBezTo>
                    <a:lnTo>
                      <a:pt x="247025" y="523231"/>
                    </a:lnTo>
                    <a:lnTo>
                      <a:pt x="242683" y="523231"/>
                    </a:lnTo>
                    <a:lnTo>
                      <a:pt x="240866" y="523668"/>
                    </a:lnTo>
                    <a:lnTo>
                      <a:pt x="238476" y="525115"/>
                    </a:lnTo>
                    <a:lnTo>
                      <a:pt x="239621" y="527503"/>
                    </a:lnTo>
                    <a:lnTo>
                      <a:pt x="241371" y="530699"/>
                    </a:lnTo>
                    <a:lnTo>
                      <a:pt x="241304" y="531641"/>
                    </a:lnTo>
                    <a:lnTo>
                      <a:pt x="241000" y="534668"/>
                    </a:lnTo>
                    <a:lnTo>
                      <a:pt x="235852" y="537124"/>
                    </a:lnTo>
                    <a:lnTo>
                      <a:pt x="233597" y="537763"/>
                    </a:lnTo>
                    <a:lnTo>
                      <a:pt x="231779" y="539344"/>
                    </a:lnTo>
                    <a:lnTo>
                      <a:pt x="228582" y="539714"/>
                    </a:lnTo>
                    <a:lnTo>
                      <a:pt x="225957" y="539916"/>
                    </a:lnTo>
                    <a:lnTo>
                      <a:pt x="224813" y="540353"/>
                    </a:lnTo>
                    <a:cubicBezTo>
                      <a:pt x="224813" y="540353"/>
                      <a:pt x="222356" y="541598"/>
                      <a:pt x="222053" y="541598"/>
                    </a:cubicBezTo>
                    <a:cubicBezTo>
                      <a:pt x="221784" y="541598"/>
                      <a:pt x="221683" y="541968"/>
                      <a:pt x="221683" y="541968"/>
                    </a:cubicBezTo>
                    <a:cubicBezTo>
                      <a:pt x="221683" y="541968"/>
                      <a:pt x="221481" y="544491"/>
                      <a:pt x="221481" y="544928"/>
                    </a:cubicBezTo>
                    <a:cubicBezTo>
                      <a:pt x="221481" y="545366"/>
                      <a:pt x="221784" y="546678"/>
                      <a:pt x="221784" y="546678"/>
                    </a:cubicBezTo>
                    <a:lnTo>
                      <a:pt x="221784" y="548124"/>
                    </a:lnTo>
                    <a:cubicBezTo>
                      <a:pt x="221784" y="548124"/>
                      <a:pt x="223837" y="550445"/>
                      <a:pt x="224005" y="550748"/>
                    </a:cubicBezTo>
                    <a:cubicBezTo>
                      <a:pt x="224140" y="551051"/>
                      <a:pt x="223669" y="552430"/>
                      <a:pt x="223669" y="552430"/>
                    </a:cubicBezTo>
                    <a:cubicBezTo>
                      <a:pt x="223669" y="552430"/>
                      <a:pt x="222356" y="554179"/>
                      <a:pt x="222154" y="554448"/>
                    </a:cubicBezTo>
                    <a:cubicBezTo>
                      <a:pt x="221919" y="554718"/>
                      <a:pt x="222861" y="556467"/>
                      <a:pt x="223096" y="556635"/>
                    </a:cubicBezTo>
                    <a:cubicBezTo>
                      <a:pt x="223332" y="556770"/>
                      <a:pt x="225553" y="558519"/>
                      <a:pt x="225553" y="558519"/>
                    </a:cubicBezTo>
                    <a:lnTo>
                      <a:pt x="227000" y="562085"/>
                    </a:lnTo>
                    <a:cubicBezTo>
                      <a:pt x="227000" y="562085"/>
                      <a:pt x="228649" y="563464"/>
                      <a:pt x="228952" y="563228"/>
                    </a:cubicBezTo>
                    <a:cubicBezTo>
                      <a:pt x="229255" y="563027"/>
                      <a:pt x="232049" y="563228"/>
                      <a:pt x="232049" y="563228"/>
                    </a:cubicBezTo>
                    <a:lnTo>
                      <a:pt x="235751" y="560975"/>
                    </a:lnTo>
                    <a:cubicBezTo>
                      <a:pt x="235751" y="560975"/>
                      <a:pt x="238342" y="559394"/>
                      <a:pt x="238443" y="559158"/>
                    </a:cubicBezTo>
                    <a:cubicBezTo>
                      <a:pt x="238510" y="558956"/>
                      <a:pt x="243289" y="554146"/>
                      <a:pt x="243289" y="554146"/>
                    </a:cubicBezTo>
                    <a:lnTo>
                      <a:pt x="244602" y="551825"/>
                    </a:lnTo>
                    <a:cubicBezTo>
                      <a:pt x="244602" y="551825"/>
                      <a:pt x="247866" y="551017"/>
                      <a:pt x="248068" y="550950"/>
                    </a:cubicBezTo>
                    <a:cubicBezTo>
                      <a:pt x="248270" y="550883"/>
                      <a:pt x="252107" y="550210"/>
                      <a:pt x="252107" y="550210"/>
                    </a:cubicBezTo>
                    <a:lnTo>
                      <a:pt x="257559" y="548057"/>
                    </a:lnTo>
                    <a:lnTo>
                      <a:pt x="263414" y="546981"/>
                    </a:lnTo>
                    <a:lnTo>
                      <a:pt x="267319" y="545837"/>
                    </a:lnTo>
                    <a:lnTo>
                      <a:pt x="273982" y="543314"/>
                    </a:lnTo>
                    <a:cubicBezTo>
                      <a:pt x="273982" y="543314"/>
                      <a:pt x="274857" y="543314"/>
                      <a:pt x="275732" y="542809"/>
                    </a:cubicBezTo>
                    <a:cubicBezTo>
                      <a:pt x="276607" y="542305"/>
                      <a:pt x="276809" y="542944"/>
                      <a:pt x="277112" y="542809"/>
                    </a:cubicBezTo>
                    <a:cubicBezTo>
                      <a:pt x="277415" y="542675"/>
                      <a:pt x="278862" y="542675"/>
                      <a:pt x="279064" y="542439"/>
                    </a:cubicBezTo>
                    <a:cubicBezTo>
                      <a:pt x="279299" y="542237"/>
                      <a:pt x="279771" y="541800"/>
                      <a:pt x="279771" y="541800"/>
                    </a:cubicBezTo>
                    <a:lnTo>
                      <a:pt x="279703" y="540723"/>
                    </a:lnTo>
                    <a:lnTo>
                      <a:pt x="279771" y="538638"/>
                    </a:lnTo>
                    <a:cubicBezTo>
                      <a:pt x="279771" y="538638"/>
                      <a:pt x="278761" y="537629"/>
                      <a:pt x="278256" y="537326"/>
                    </a:cubicBezTo>
                    <a:cubicBezTo>
                      <a:pt x="277751" y="537023"/>
                      <a:pt x="276304" y="536451"/>
                      <a:pt x="276304" y="536451"/>
                    </a:cubicBezTo>
                    <a:lnTo>
                      <a:pt x="273847" y="535139"/>
                    </a:lnTo>
                    <a:lnTo>
                      <a:pt x="272333" y="532549"/>
                    </a:lnTo>
                    <a:lnTo>
                      <a:pt x="272535" y="529858"/>
                    </a:lnTo>
                    <a:lnTo>
                      <a:pt x="272737" y="528041"/>
                    </a:lnTo>
                    <a:lnTo>
                      <a:pt x="274117" y="526729"/>
                    </a:lnTo>
                    <a:lnTo>
                      <a:pt x="274689" y="525720"/>
                    </a:lnTo>
                    <a:lnTo>
                      <a:pt x="276708" y="526158"/>
                    </a:lnTo>
                    <a:lnTo>
                      <a:pt x="278795" y="527234"/>
                    </a:lnTo>
                    <a:lnTo>
                      <a:pt x="281622" y="530194"/>
                    </a:lnTo>
                    <a:lnTo>
                      <a:pt x="282127" y="531876"/>
                    </a:lnTo>
                    <a:lnTo>
                      <a:pt x="286905" y="533693"/>
                    </a:lnTo>
                    <a:lnTo>
                      <a:pt x="289429" y="533693"/>
                    </a:lnTo>
                    <a:lnTo>
                      <a:pt x="289564" y="531304"/>
                    </a:lnTo>
                    <a:lnTo>
                      <a:pt x="288925" y="528916"/>
                    </a:lnTo>
                    <a:lnTo>
                      <a:pt x="289934" y="526729"/>
                    </a:lnTo>
                    <a:lnTo>
                      <a:pt x="290507" y="524274"/>
                    </a:lnTo>
                    <a:cubicBezTo>
                      <a:pt x="290507" y="524274"/>
                      <a:pt x="291516" y="523130"/>
                      <a:pt x="291954" y="522962"/>
                    </a:cubicBezTo>
                    <a:cubicBezTo>
                      <a:pt x="292391" y="522827"/>
                      <a:pt x="294141" y="521818"/>
                      <a:pt x="294141" y="521818"/>
                    </a:cubicBezTo>
                    <a:cubicBezTo>
                      <a:pt x="294141" y="521818"/>
                      <a:pt x="295588" y="522255"/>
                      <a:pt x="296464" y="521818"/>
                    </a:cubicBezTo>
                    <a:cubicBezTo>
                      <a:pt x="297339" y="521381"/>
                      <a:pt x="297776" y="520943"/>
                      <a:pt x="297776" y="520943"/>
                    </a:cubicBezTo>
                    <a:lnTo>
                      <a:pt x="298213" y="520372"/>
                    </a:lnTo>
                    <a:cubicBezTo>
                      <a:pt x="298213" y="520372"/>
                      <a:pt x="298651" y="518622"/>
                      <a:pt x="298651" y="518050"/>
                    </a:cubicBezTo>
                    <a:cubicBezTo>
                      <a:pt x="298651" y="517479"/>
                      <a:pt x="299661" y="515157"/>
                      <a:pt x="299661" y="515157"/>
                    </a:cubicBezTo>
                    <a:lnTo>
                      <a:pt x="301848" y="513274"/>
                    </a:lnTo>
                    <a:cubicBezTo>
                      <a:pt x="301848" y="513274"/>
                      <a:pt x="304742" y="511390"/>
                      <a:pt x="305180" y="511087"/>
                    </a:cubicBezTo>
                    <a:cubicBezTo>
                      <a:pt x="305617" y="510784"/>
                      <a:pt x="307939" y="510078"/>
                      <a:pt x="307939" y="510078"/>
                    </a:cubicBezTo>
                    <a:cubicBezTo>
                      <a:pt x="307939" y="510078"/>
                      <a:pt x="308209" y="508934"/>
                      <a:pt x="308209" y="507891"/>
                    </a:cubicBezTo>
                    <a:cubicBezTo>
                      <a:pt x="308209" y="506882"/>
                      <a:pt x="306930" y="504426"/>
                      <a:pt x="306930" y="504426"/>
                    </a:cubicBezTo>
                    <a:cubicBezTo>
                      <a:pt x="306930" y="504426"/>
                      <a:pt x="305483" y="504561"/>
                      <a:pt x="305045" y="504426"/>
                    </a:cubicBezTo>
                    <a:cubicBezTo>
                      <a:pt x="304608" y="504292"/>
                      <a:pt x="304911" y="502105"/>
                      <a:pt x="305045" y="501533"/>
                    </a:cubicBezTo>
                    <a:cubicBezTo>
                      <a:pt x="305180" y="500961"/>
                      <a:pt x="306055" y="499347"/>
                      <a:pt x="306055" y="499347"/>
                    </a:cubicBezTo>
                    <a:lnTo>
                      <a:pt x="306930" y="497026"/>
                    </a:lnTo>
                    <a:lnTo>
                      <a:pt x="310598" y="493998"/>
                    </a:lnTo>
                    <a:lnTo>
                      <a:pt x="311709" y="492686"/>
                    </a:lnTo>
                    <a:cubicBezTo>
                      <a:pt x="311709" y="492686"/>
                      <a:pt x="315040" y="490937"/>
                      <a:pt x="315613" y="490937"/>
                    </a:cubicBezTo>
                    <a:cubicBezTo>
                      <a:pt x="316185" y="490937"/>
                      <a:pt x="316623" y="488481"/>
                      <a:pt x="316623" y="488481"/>
                    </a:cubicBezTo>
                    <a:lnTo>
                      <a:pt x="320089" y="487472"/>
                    </a:lnTo>
                    <a:lnTo>
                      <a:pt x="322849" y="485285"/>
                    </a:lnTo>
                    <a:lnTo>
                      <a:pt x="323421" y="482258"/>
                    </a:lnTo>
                    <a:lnTo>
                      <a:pt x="323858" y="480239"/>
                    </a:lnTo>
                    <a:lnTo>
                      <a:pt x="327493" y="478356"/>
                    </a:lnTo>
                    <a:cubicBezTo>
                      <a:pt x="327493" y="478356"/>
                      <a:pt x="333147" y="475160"/>
                      <a:pt x="333584" y="475025"/>
                    </a:cubicBezTo>
                    <a:cubicBezTo>
                      <a:pt x="334022" y="474891"/>
                      <a:pt x="339238" y="469946"/>
                      <a:pt x="339238" y="469946"/>
                    </a:cubicBezTo>
                    <a:lnTo>
                      <a:pt x="345330" y="464597"/>
                    </a:lnTo>
                    <a:lnTo>
                      <a:pt x="352936" y="458306"/>
                    </a:lnTo>
                    <a:lnTo>
                      <a:pt x="356638" y="456355"/>
                    </a:lnTo>
                    <a:cubicBezTo>
                      <a:pt x="356638" y="456355"/>
                      <a:pt x="360407" y="453261"/>
                      <a:pt x="360474" y="452958"/>
                    </a:cubicBezTo>
                    <a:cubicBezTo>
                      <a:pt x="360542" y="452655"/>
                      <a:pt x="362224" y="450939"/>
                      <a:pt x="362662" y="450569"/>
                    </a:cubicBezTo>
                    <a:cubicBezTo>
                      <a:pt x="363099" y="450199"/>
                      <a:pt x="365623" y="448988"/>
                      <a:pt x="366128" y="448551"/>
                    </a:cubicBezTo>
                    <a:cubicBezTo>
                      <a:pt x="366633" y="448114"/>
                      <a:pt x="368215" y="447912"/>
                      <a:pt x="368518" y="447811"/>
                    </a:cubicBezTo>
                    <a:cubicBezTo>
                      <a:pt x="368787" y="447744"/>
                      <a:pt x="370335" y="446869"/>
                      <a:pt x="370335" y="446869"/>
                    </a:cubicBezTo>
                    <a:lnTo>
                      <a:pt x="372523" y="444918"/>
                    </a:lnTo>
                    <a:lnTo>
                      <a:pt x="374542" y="442899"/>
                    </a:lnTo>
                    <a:lnTo>
                      <a:pt x="376561" y="442092"/>
                    </a:lnTo>
                    <a:lnTo>
                      <a:pt x="379826" y="441789"/>
                    </a:lnTo>
                    <a:lnTo>
                      <a:pt x="382585" y="439838"/>
                    </a:lnTo>
                    <a:lnTo>
                      <a:pt x="385917" y="439838"/>
                    </a:lnTo>
                    <a:lnTo>
                      <a:pt x="389518" y="439838"/>
                    </a:lnTo>
                    <a:lnTo>
                      <a:pt x="393153" y="439838"/>
                    </a:lnTo>
                    <a:lnTo>
                      <a:pt x="395038" y="438257"/>
                    </a:lnTo>
                    <a:lnTo>
                      <a:pt x="396788" y="436373"/>
                    </a:lnTo>
                    <a:lnTo>
                      <a:pt x="396350" y="434490"/>
                    </a:lnTo>
                    <a:lnTo>
                      <a:pt x="395475" y="432034"/>
                    </a:lnTo>
                    <a:lnTo>
                      <a:pt x="393725" y="430285"/>
                    </a:lnTo>
                    <a:lnTo>
                      <a:pt x="393860" y="425508"/>
                    </a:lnTo>
                    <a:lnTo>
                      <a:pt x="398639" y="424768"/>
                    </a:lnTo>
                    <a:lnTo>
                      <a:pt x="401971" y="423187"/>
                    </a:lnTo>
                    <a:lnTo>
                      <a:pt x="405168" y="424196"/>
                    </a:lnTo>
                    <a:lnTo>
                      <a:pt x="407355" y="424196"/>
                    </a:lnTo>
                    <a:lnTo>
                      <a:pt x="409105" y="425508"/>
                    </a:lnTo>
                    <a:cubicBezTo>
                      <a:pt x="409105" y="425508"/>
                      <a:pt x="412302" y="425373"/>
                      <a:pt x="413009" y="425070"/>
                    </a:cubicBezTo>
                    <a:cubicBezTo>
                      <a:pt x="413750" y="424768"/>
                      <a:pt x="416644" y="425070"/>
                      <a:pt x="416644" y="425070"/>
                    </a:cubicBezTo>
                    <a:lnTo>
                      <a:pt x="420144" y="422615"/>
                    </a:lnTo>
                    <a:lnTo>
                      <a:pt x="422466" y="419991"/>
                    </a:lnTo>
                    <a:lnTo>
                      <a:pt x="424485" y="418544"/>
                    </a:lnTo>
                    <a:lnTo>
                      <a:pt x="425933" y="416526"/>
                    </a:lnTo>
                    <a:lnTo>
                      <a:pt x="427817" y="414945"/>
                    </a:lnTo>
                    <a:lnTo>
                      <a:pt x="429264" y="412052"/>
                    </a:lnTo>
                    <a:cubicBezTo>
                      <a:pt x="429264" y="412052"/>
                      <a:pt x="430712" y="411917"/>
                      <a:pt x="431452" y="411749"/>
                    </a:cubicBezTo>
                    <a:cubicBezTo>
                      <a:pt x="432159" y="411615"/>
                      <a:pt x="433034" y="411615"/>
                      <a:pt x="433034" y="411615"/>
                    </a:cubicBezTo>
                    <a:lnTo>
                      <a:pt x="436938" y="412187"/>
                    </a:lnTo>
                    <a:lnTo>
                      <a:pt x="438082" y="413498"/>
                    </a:lnTo>
                    <a:lnTo>
                      <a:pt x="441716" y="415517"/>
                    </a:lnTo>
                    <a:lnTo>
                      <a:pt x="445183" y="415517"/>
                    </a:lnTo>
                    <a:lnTo>
                      <a:pt x="448683" y="413768"/>
                    </a:lnTo>
                    <a:lnTo>
                      <a:pt x="454203" y="413768"/>
                    </a:lnTo>
                    <a:lnTo>
                      <a:pt x="459116" y="412018"/>
                    </a:lnTo>
                    <a:lnTo>
                      <a:pt x="463323" y="412018"/>
                    </a:lnTo>
                    <a:lnTo>
                      <a:pt x="464333" y="412018"/>
                    </a:lnTo>
                    <a:lnTo>
                      <a:pt x="468674" y="412018"/>
                    </a:lnTo>
                    <a:cubicBezTo>
                      <a:pt x="468674" y="412018"/>
                      <a:pt x="469986" y="411009"/>
                      <a:pt x="470559" y="410706"/>
                    </a:cubicBezTo>
                    <a:cubicBezTo>
                      <a:pt x="471130" y="410437"/>
                      <a:pt x="472006" y="409260"/>
                      <a:pt x="472006" y="409260"/>
                    </a:cubicBezTo>
                    <a:lnTo>
                      <a:pt x="473015" y="408385"/>
                    </a:lnTo>
                    <a:cubicBezTo>
                      <a:pt x="473015" y="408385"/>
                      <a:pt x="474597" y="407511"/>
                      <a:pt x="475337" y="406939"/>
                    </a:cubicBezTo>
                    <a:cubicBezTo>
                      <a:pt x="476044" y="406367"/>
                      <a:pt x="476347" y="405795"/>
                      <a:pt x="476347" y="405795"/>
                    </a:cubicBezTo>
                    <a:lnTo>
                      <a:pt x="476482" y="404483"/>
                    </a:lnTo>
                    <a:lnTo>
                      <a:pt x="475607" y="402465"/>
                    </a:lnTo>
                    <a:lnTo>
                      <a:pt x="475607" y="399841"/>
                    </a:lnTo>
                    <a:lnTo>
                      <a:pt x="476246" y="397654"/>
                    </a:lnTo>
                    <a:lnTo>
                      <a:pt x="477188" y="396073"/>
                    </a:lnTo>
                    <a:lnTo>
                      <a:pt x="478198" y="394627"/>
                    </a:lnTo>
                    <a:lnTo>
                      <a:pt x="480789" y="394627"/>
                    </a:lnTo>
                    <a:lnTo>
                      <a:pt x="482539" y="393752"/>
                    </a:lnTo>
                    <a:lnTo>
                      <a:pt x="482539" y="392003"/>
                    </a:lnTo>
                    <a:lnTo>
                      <a:pt x="482843" y="389682"/>
                    </a:lnTo>
                    <a:lnTo>
                      <a:pt x="482539" y="386654"/>
                    </a:lnTo>
                    <a:lnTo>
                      <a:pt x="480958" y="383458"/>
                    </a:lnTo>
                    <a:lnTo>
                      <a:pt x="480520" y="379825"/>
                    </a:lnTo>
                    <a:lnTo>
                      <a:pt x="480655" y="377201"/>
                    </a:lnTo>
                    <a:lnTo>
                      <a:pt x="481227" y="373434"/>
                    </a:lnTo>
                    <a:lnTo>
                      <a:pt x="484693" y="370406"/>
                    </a:lnTo>
                    <a:cubicBezTo>
                      <a:pt x="484693" y="370406"/>
                      <a:pt x="489607" y="368220"/>
                      <a:pt x="490650" y="367648"/>
                    </a:cubicBezTo>
                    <a:cubicBezTo>
                      <a:pt x="491660" y="367076"/>
                      <a:pt x="492669" y="364183"/>
                      <a:pt x="492669" y="364183"/>
                    </a:cubicBezTo>
                    <a:lnTo>
                      <a:pt x="496439" y="360852"/>
                    </a:lnTo>
                    <a:lnTo>
                      <a:pt x="496742" y="358094"/>
                    </a:lnTo>
                    <a:lnTo>
                      <a:pt x="499804" y="353519"/>
                    </a:lnTo>
                    <a:lnTo>
                      <a:pt x="501891" y="350054"/>
                    </a:lnTo>
                    <a:lnTo>
                      <a:pt x="503910" y="348641"/>
                    </a:lnTo>
                    <a:lnTo>
                      <a:pt x="505862" y="346522"/>
                    </a:lnTo>
                    <a:lnTo>
                      <a:pt x="508858" y="343326"/>
                    </a:lnTo>
                    <a:lnTo>
                      <a:pt x="512559" y="339861"/>
                    </a:lnTo>
                    <a:lnTo>
                      <a:pt x="516026" y="337910"/>
                    </a:lnTo>
                    <a:lnTo>
                      <a:pt x="520603" y="335724"/>
                    </a:lnTo>
                    <a:lnTo>
                      <a:pt x="524069" y="333974"/>
                    </a:lnTo>
                    <a:lnTo>
                      <a:pt x="526257" y="332023"/>
                    </a:lnTo>
                    <a:lnTo>
                      <a:pt x="527569" y="330947"/>
                    </a:lnTo>
                    <a:lnTo>
                      <a:pt x="531271" y="327246"/>
                    </a:lnTo>
                    <a:lnTo>
                      <a:pt x="535175" y="323546"/>
                    </a:lnTo>
                    <a:lnTo>
                      <a:pt x="536925" y="319207"/>
                    </a:lnTo>
                    <a:lnTo>
                      <a:pt x="541704" y="316179"/>
                    </a:lnTo>
                    <a:lnTo>
                      <a:pt x="544531" y="313151"/>
                    </a:lnTo>
                    <a:lnTo>
                      <a:pt x="547796" y="309451"/>
                    </a:lnTo>
                    <a:lnTo>
                      <a:pt x="551060" y="309451"/>
                    </a:lnTo>
                    <a:lnTo>
                      <a:pt x="554762" y="307702"/>
                    </a:lnTo>
                    <a:lnTo>
                      <a:pt x="559541" y="307702"/>
                    </a:lnTo>
                    <a:lnTo>
                      <a:pt x="563445" y="306625"/>
                    </a:lnTo>
                    <a:lnTo>
                      <a:pt x="566070" y="305112"/>
                    </a:lnTo>
                    <a:lnTo>
                      <a:pt x="567383" y="301848"/>
                    </a:lnTo>
                    <a:lnTo>
                      <a:pt x="569335" y="296399"/>
                    </a:lnTo>
                    <a:lnTo>
                      <a:pt x="575628" y="293371"/>
                    </a:lnTo>
                    <a:lnTo>
                      <a:pt x="582729" y="286912"/>
                    </a:lnTo>
                    <a:lnTo>
                      <a:pt x="584479" y="283515"/>
                    </a:lnTo>
                    <a:lnTo>
                      <a:pt x="587441" y="280891"/>
                    </a:lnTo>
                    <a:cubicBezTo>
                      <a:pt x="587441" y="280891"/>
                      <a:pt x="589898" y="278301"/>
                      <a:pt x="590066" y="277998"/>
                    </a:cubicBezTo>
                    <a:cubicBezTo>
                      <a:pt x="590200" y="277695"/>
                      <a:pt x="591883" y="274802"/>
                      <a:pt x="591883" y="274802"/>
                    </a:cubicBezTo>
                    <a:lnTo>
                      <a:pt x="592018" y="273995"/>
                    </a:lnTo>
                    <a:lnTo>
                      <a:pt x="591951" y="272313"/>
                    </a:lnTo>
                    <a:cubicBezTo>
                      <a:pt x="591951" y="272313"/>
                      <a:pt x="591951" y="269992"/>
                      <a:pt x="591580" y="269487"/>
                    </a:cubicBezTo>
                    <a:cubicBezTo>
                      <a:pt x="591210" y="268983"/>
                      <a:pt x="590705" y="267906"/>
                      <a:pt x="590705" y="267906"/>
                    </a:cubicBezTo>
                    <a:cubicBezTo>
                      <a:pt x="590705" y="267906"/>
                      <a:pt x="588888" y="267704"/>
                      <a:pt x="588686" y="267839"/>
                    </a:cubicBezTo>
                    <a:cubicBezTo>
                      <a:pt x="588451" y="267973"/>
                      <a:pt x="587542" y="268915"/>
                      <a:pt x="587104" y="269353"/>
                    </a:cubicBezTo>
                    <a:cubicBezTo>
                      <a:pt x="586667" y="269790"/>
                      <a:pt x="585422" y="271236"/>
                      <a:pt x="585085" y="271236"/>
                    </a:cubicBezTo>
                    <a:cubicBezTo>
                      <a:pt x="584715" y="271236"/>
                      <a:pt x="582124" y="271035"/>
                      <a:pt x="581820" y="271035"/>
                    </a:cubicBezTo>
                    <a:cubicBezTo>
                      <a:pt x="581551" y="271035"/>
                      <a:pt x="581619" y="269016"/>
                      <a:pt x="581619" y="269016"/>
                    </a:cubicBezTo>
                    <a:lnTo>
                      <a:pt x="582763" y="267570"/>
                    </a:lnTo>
                    <a:cubicBezTo>
                      <a:pt x="582763" y="267570"/>
                      <a:pt x="584345" y="265820"/>
                      <a:pt x="584513" y="265383"/>
                    </a:cubicBezTo>
                    <a:cubicBezTo>
                      <a:pt x="584648" y="264946"/>
                      <a:pt x="586532" y="263802"/>
                      <a:pt x="586532" y="263802"/>
                    </a:cubicBezTo>
                    <a:lnTo>
                      <a:pt x="588720" y="261616"/>
                    </a:lnTo>
                    <a:lnTo>
                      <a:pt x="588720" y="259160"/>
                    </a:lnTo>
                    <a:cubicBezTo>
                      <a:pt x="588720" y="259160"/>
                      <a:pt x="589157" y="256973"/>
                      <a:pt x="589157" y="256401"/>
                    </a:cubicBezTo>
                    <a:cubicBezTo>
                      <a:pt x="589157" y="255829"/>
                      <a:pt x="589595" y="254517"/>
                      <a:pt x="589595" y="254517"/>
                    </a:cubicBezTo>
                    <a:lnTo>
                      <a:pt x="590470" y="251187"/>
                    </a:lnTo>
                    <a:lnTo>
                      <a:pt x="590470" y="248160"/>
                    </a:lnTo>
                    <a:lnTo>
                      <a:pt x="590672" y="246713"/>
                    </a:lnTo>
                    <a:lnTo>
                      <a:pt x="593196" y="245704"/>
                    </a:lnTo>
                    <a:cubicBezTo>
                      <a:pt x="593196" y="245704"/>
                      <a:pt x="595652" y="244392"/>
                      <a:pt x="596090" y="243955"/>
                    </a:cubicBezTo>
                    <a:cubicBezTo>
                      <a:pt x="596292" y="243484"/>
                      <a:pt x="595888" y="241734"/>
                      <a:pt x="595888" y="241734"/>
                    </a:cubicBezTo>
                    <a:close/>
                  </a:path>
                </a:pathLst>
              </a:custGeom>
              <a:grpFill/>
              <a:ln w="6350" cap="flat">
                <a:solidFill>
                  <a:schemeClr val="bg1"/>
                </a:solidFill>
                <a:prstDash val="solid"/>
                <a:miter/>
              </a:ln>
            </p:spPr>
            <p:txBody>
              <a:bodyPr rtlCol="0" anchor="ctr"/>
              <a:lstStyle/>
              <a:p>
                <a:endParaRPr lang="en-US"/>
              </a:p>
            </p:txBody>
          </p:sp>
          <p:sp>
            <p:nvSpPr>
              <p:cNvPr id="145" name="Freeform 924">
                <a:extLst>
                  <a:ext uri="{FF2B5EF4-FFF2-40B4-BE49-F238E27FC236}">
                    <a16:creationId xmlns:a16="http://schemas.microsoft.com/office/drawing/2014/main" id="{89FB954A-FC58-321C-D5EF-F2316118F150}"/>
                  </a:ext>
                </a:extLst>
              </p:cNvPr>
              <p:cNvSpPr/>
              <p:nvPr/>
            </p:nvSpPr>
            <p:spPr>
              <a:xfrm>
                <a:off x="6164299" y="1651739"/>
                <a:ext cx="17365" cy="17122"/>
              </a:xfrm>
              <a:custGeom>
                <a:avLst/>
                <a:gdLst>
                  <a:gd name="connsiteX0" fmla="*/ 0 w 17365"/>
                  <a:gd name="connsiteY0" fmla="*/ 7132 h 17122"/>
                  <a:gd name="connsiteX1" fmla="*/ 0 w 17365"/>
                  <a:gd name="connsiteY1" fmla="*/ 12346 h 17122"/>
                  <a:gd name="connsiteX2" fmla="*/ 539 w 17365"/>
                  <a:gd name="connsiteY2" fmla="*/ 16248 h 17122"/>
                  <a:gd name="connsiteX3" fmla="*/ 4005 w 17365"/>
                  <a:gd name="connsiteY3" fmla="*/ 17123 h 17122"/>
                  <a:gd name="connsiteX4" fmla="*/ 9020 w 17365"/>
                  <a:gd name="connsiteY4" fmla="*/ 15508 h 17122"/>
                  <a:gd name="connsiteX5" fmla="*/ 10971 w 17365"/>
                  <a:gd name="connsiteY5" fmla="*/ 14633 h 17122"/>
                  <a:gd name="connsiteX6" fmla="*/ 14135 w 17365"/>
                  <a:gd name="connsiteY6" fmla="*/ 13456 h 17122"/>
                  <a:gd name="connsiteX7" fmla="*/ 15649 w 17365"/>
                  <a:gd name="connsiteY7" fmla="*/ 12144 h 17122"/>
                  <a:gd name="connsiteX8" fmla="*/ 16390 w 17365"/>
                  <a:gd name="connsiteY8" fmla="*/ 11067 h 17122"/>
                  <a:gd name="connsiteX9" fmla="*/ 16928 w 17365"/>
                  <a:gd name="connsiteY9" fmla="*/ 8343 h 17122"/>
                  <a:gd name="connsiteX10" fmla="*/ 17366 w 17365"/>
                  <a:gd name="connsiteY10" fmla="*/ 7132 h 17122"/>
                  <a:gd name="connsiteX11" fmla="*/ 17366 w 17365"/>
                  <a:gd name="connsiteY11" fmla="*/ 3667 h 17122"/>
                  <a:gd name="connsiteX12" fmla="*/ 17366 w 17365"/>
                  <a:gd name="connsiteY12" fmla="*/ 1076 h 17122"/>
                  <a:gd name="connsiteX13" fmla="*/ 16491 w 17365"/>
                  <a:gd name="connsiteY13" fmla="*/ 1076 h 17122"/>
                  <a:gd name="connsiteX14" fmla="*/ 13125 w 17365"/>
                  <a:gd name="connsiteY14" fmla="*/ 0 h 17122"/>
                  <a:gd name="connsiteX15" fmla="*/ 11813 w 17365"/>
                  <a:gd name="connsiteY15" fmla="*/ 1413 h 17122"/>
                  <a:gd name="connsiteX16" fmla="*/ 10938 w 17365"/>
                  <a:gd name="connsiteY16" fmla="*/ 3801 h 17122"/>
                  <a:gd name="connsiteX17" fmla="*/ 8649 w 17365"/>
                  <a:gd name="connsiteY17" fmla="*/ 4339 h 17122"/>
                  <a:gd name="connsiteX18" fmla="*/ 4611 w 17365"/>
                  <a:gd name="connsiteY18" fmla="*/ 4777 h 17122"/>
                  <a:gd name="connsiteX19" fmla="*/ 2221 w 17365"/>
                  <a:gd name="connsiteY19" fmla="*/ 5551 h 17122"/>
                  <a:gd name="connsiteX20" fmla="*/ 0 w 17365"/>
                  <a:gd name="connsiteY20" fmla="*/ 7132 h 1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365" h="17122">
                    <a:moveTo>
                      <a:pt x="0" y="7132"/>
                    </a:moveTo>
                    <a:lnTo>
                      <a:pt x="0" y="12346"/>
                    </a:lnTo>
                    <a:lnTo>
                      <a:pt x="539" y="16248"/>
                    </a:lnTo>
                    <a:lnTo>
                      <a:pt x="4005" y="17123"/>
                    </a:lnTo>
                    <a:lnTo>
                      <a:pt x="9020" y="15508"/>
                    </a:lnTo>
                    <a:cubicBezTo>
                      <a:pt x="9020" y="15508"/>
                      <a:pt x="10669" y="14633"/>
                      <a:pt x="10971" y="14633"/>
                    </a:cubicBezTo>
                    <a:cubicBezTo>
                      <a:pt x="11308" y="14633"/>
                      <a:pt x="14135" y="13456"/>
                      <a:pt x="14135" y="13456"/>
                    </a:cubicBezTo>
                    <a:lnTo>
                      <a:pt x="15649" y="12144"/>
                    </a:lnTo>
                    <a:lnTo>
                      <a:pt x="16390" y="11067"/>
                    </a:lnTo>
                    <a:lnTo>
                      <a:pt x="16928" y="8343"/>
                    </a:lnTo>
                    <a:lnTo>
                      <a:pt x="17366" y="7132"/>
                    </a:lnTo>
                    <a:lnTo>
                      <a:pt x="17366" y="3667"/>
                    </a:lnTo>
                    <a:lnTo>
                      <a:pt x="17366" y="1076"/>
                    </a:lnTo>
                    <a:lnTo>
                      <a:pt x="16491" y="1076"/>
                    </a:lnTo>
                    <a:lnTo>
                      <a:pt x="13125" y="0"/>
                    </a:lnTo>
                    <a:lnTo>
                      <a:pt x="11813" y="1413"/>
                    </a:lnTo>
                    <a:lnTo>
                      <a:pt x="10938" y="3801"/>
                    </a:lnTo>
                    <a:lnTo>
                      <a:pt x="8649" y="4339"/>
                    </a:lnTo>
                    <a:lnTo>
                      <a:pt x="4611" y="4777"/>
                    </a:lnTo>
                    <a:lnTo>
                      <a:pt x="2221" y="5551"/>
                    </a:lnTo>
                    <a:lnTo>
                      <a:pt x="0" y="7132"/>
                    </a:lnTo>
                    <a:close/>
                  </a:path>
                </a:pathLst>
              </a:custGeom>
              <a:grpFill/>
              <a:ln w="6350" cap="flat">
                <a:solidFill>
                  <a:schemeClr val="bg1"/>
                </a:solidFill>
                <a:prstDash val="solid"/>
                <a:miter/>
              </a:ln>
            </p:spPr>
            <p:txBody>
              <a:bodyPr rtlCol="0" anchor="ctr"/>
              <a:lstStyle/>
              <a:p>
                <a:endParaRPr lang="en-US"/>
              </a:p>
            </p:txBody>
          </p:sp>
          <p:sp>
            <p:nvSpPr>
              <p:cNvPr id="146" name="Freeform 925">
                <a:extLst>
                  <a:ext uri="{FF2B5EF4-FFF2-40B4-BE49-F238E27FC236}">
                    <a16:creationId xmlns:a16="http://schemas.microsoft.com/office/drawing/2014/main" id="{F142C0C4-794C-8A7A-4449-5222633347D0}"/>
                  </a:ext>
                </a:extLst>
              </p:cNvPr>
              <p:cNvSpPr/>
              <p:nvPr/>
            </p:nvSpPr>
            <p:spPr>
              <a:xfrm>
                <a:off x="6167462" y="1670174"/>
                <a:ext cx="17063" cy="11605"/>
              </a:xfrm>
              <a:custGeom>
                <a:avLst/>
                <a:gdLst>
                  <a:gd name="connsiteX0" fmla="*/ 2491 w 17063"/>
                  <a:gd name="connsiteY0" fmla="*/ 2220 h 11605"/>
                  <a:gd name="connsiteX1" fmla="*/ 4544 w 17063"/>
                  <a:gd name="connsiteY1" fmla="*/ 0 h 11605"/>
                  <a:gd name="connsiteX2" fmla="*/ 8145 w 17063"/>
                  <a:gd name="connsiteY2" fmla="*/ 0 h 11605"/>
                  <a:gd name="connsiteX3" fmla="*/ 11611 w 17063"/>
                  <a:gd name="connsiteY3" fmla="*/ 0 h 11605"/>
                  <a:gd name="connsiteX4" fmla="*/ 14236 w 17063"/>
                  <a:gd name="connsiteY4" fmla="*/ 2590 h 11605"/>
                  <a:gd name="connsiteX5" fmla="*/ 15313 w 17063"/>
                  <a:gd name="connsiteY5" fmla="*/ 5416 h 11605"/>
                  <a:gd name="connsiteX6" fmla="*/ 15953 w 17063"/>
                  <a:gd name="connsiteY6" fmla="*/ 7804 h 11605"/>
                  <a:gd name="connsiteX7" fmla="*/ 17063 w 17063"/>
                  <a:gd name="connsiteY7" fmla="*/ 8612 h 11605"/>
                  <a:gd name="connsiteX8" fmla="*/ 14236 w 17063"/>
                  <a:gd name="connsiteY8" fmla="*/ 10428 h 11605"/>
                  <a:gd name="connsiteX9" fmla="*/ 11611 w 17063"/>
                  <a:gd name="connsiteY9" fmla="*/ 10428 h 11605"/>
                  <a:gd name="connsiteX10" fmla="*/ 6630 w 17063"/>
                  <a:gd name="connsiteY10" fmla="*/ 11606 h 11605"/>
                  <a:gd name="connsiteX11" fmla="*/ 1515 w 17063"/>
                  <a:gd name="connsiteY11" fmla="*/ 10327 h 11605"/>
                  <a:gd name="connsiteX12" fmla="*/ 0 w 17063"/>
                  <a:gd name="connsiteY12" fmla="*/ 8040 h 11605"/>
                  <a:gd name="connsiteX13" fmla="*/ 539 w 17063"/>
                  <a:gd name="connsiteY13" fmla="*/ 5820 h 11605"/>
                  <a:gd name="connsiteX14" fmla="*/ 976 w 17063"/>
                  <a:gd name="connsiteY14" fmla="*/ 3364 h 1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63" h="11605">
                    <a:moveTo>
                      <a:pt x="2491" y="2220"/>
                    </a:moveTo>
                    <a:lnTo>
                      <a:pt x="4544" y="0"/>
                    </a:lnTo>
                    <a:lnTo>
                      <a:pt x="8145" y="0"/>
                    </a:lnTo>
                    <a:lnTo>
                      <a:pt x="11611" y="0"/>
                    </a:lnTo>
                    <a:lnTo>
                      <a:pt x="14236" y="2590"/>
                    </a:lnTo>
                    <a:lnTo>
                      <a:pt x="15313" y="5416"/>
                    </a:lnTo>
                    <a:lnTo>
                      <a:pt x="15953" y="7804"/>
                    </a:lnTo>
                    <a:lnTo>
                      <a:pt x="17063" y="8612"/>
                    </a:lnTo>
                    <a:lnTo>
                      <a:pt x="14236" y="10428"/>
                    </a:lnTo>
                    <a:lnTo>
                      <a:pt x="11611" y="10428"/>
                    </a:lnTo>
                    <a:lnTo>
                      <a:pt x="6630" y="11606"/>
                    </a:lnTo>
                    <a:lnTo>
                      <a:pt x="1515" y="10327"/>
                    </a:lnTo>
                    <a:lnTo>
                      <a:pt x="0" y="8040"/>
                    </a:lnTo>
                    <a:lnTo>
                      <a:pt x="539" y="5820"/>
                    </a:lnTo>
                    <a:lnTo>
                      <a:pt x="976" y="3364"/>
                    </a:lnTo>
                    <a:close/>
                  </a:path>
                </a:pathLst>
              </a:custGeom>
              <a:grpFill/>
              <a:ln w="6350" cap="flat">
                <a:solidFill>
                  <a:schemeClr val="bg1"/>
                </a:solidFill>
                <a:prstDash val="solid"/>
                <a:miter/>
              </a:ln>
            </p:spPr>
            <p:txBody>
              <a:bodyPr rtlCol="0" anchor="ctr"/>
              <a:lstStyle/>
              <a:p>
                <a:endParaRPr lang="en-US"/>
              </a:p>
            </p:txBody>
          </p:sp>
          <p:sp>
            <p:nvSpPr>
              <p:cNvPr id="147" name="Freeform 926">
                <a:extLst>
                  <a:ext uri="{FF2B5EF4-FFF2-40B4-BE49-F238E27FC236}">
                    <a16:creationId xmlns:a16="http://schemas.microsoft.com/office/drawing/2014/main" id="{13FFC927-9525-D5D1-24FB-55DDE4AD0074}"/>
                  </a:ext>
                </a:extLst>
              </p:cNvPr>
              <p:cNvSpPr/>
              <p:nvPr/>
            </p:nvSpPr>
            <p:spPr>
              <a:xfrm>
                <a:off x="6286094" y="1672596"/>
                <a:ext cx="8649" cy="10226"/>
              </a:xfrm>
              <a:custGeom>
                <a:avLst/>
                <a:gdLst>
                  <a:gd name="connsiteX0" fmla="*/ 942 w 8649"/>
                  <a:gd name="connsiteY0" fmla="*/ 6190 h 10226"/>
                  <a:gd name="connsiteX1" fmla="*/ 3702 w 8649"/>
                  <a:gd name="connsiteY1" fmla="*/ 7569 h 10226"/>
                  <a:gd name="connsiteX2" fmla="*/ 6698 w 8649"/>
                  <a:gd name="connsiteY2" fmla="*/ 8612 h 10226"/>
                  <a:gd name="connsiteX3" fmla="*/ 7034 w 8649"/>
                  <a:gd name="connsiteY3" fmla="*/ 10226 h 10226"/>
                  <a:gd name="connsiteX4" fmla="*/ 8010 w 8649"/>
                  <a:gd name="connsiteY4" fmla="*/ 8477 h 10226"/>
                  <a:gd name="connsiteX5" fmla="*/ 8649 w 8649"/>
                  <a:gd name="connsiteY5" fmla="*/ 5652 h 10226"/>
                  <a:gd name="connsiteX6" fmla="*/ 8649 w 8649"/>
                  <a:gd name="connsiteY6" fmla="*/ 3633 h 10226"/>
                  <a:gd name="connsiteX7" fmla="*/ 7000 w 8649"/>
                  <a:gd name="connsiteY7" fmla="*/ 370 h 10226"/>
                  <a:gd name="connsiteX8" fmla="*/ 5318 w 8649"/>
                  <a:gd name="connsiteY8" fmla="*/ 0 h 10226"/>
                  <a:gd name="connsiteX9" fmla="*/ 3837 w 8649"/>
                  <a:gd name="connsiteY9" fmla="*/ 606 h 10226"/>
                  <a:gd name="connsiteX10" fmla="*/ 371 w 8649"/>
                  <a:gd name="connsiteY10" fmla="*/ 2018 h 10226"/>
                  <a:gd name="connsiteX11" fmla="*/ 0 w 8649"/>
                  <a:gd name="connsiteY11" fmla="*/ 4777 h 10226"/>
                  <a:gd name="connsiteX12" fmla="*/ 942 w 8649"/>
                  <a:gd name="connsiteY12" fmla="*/ 6190 h 1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9" h="10226">
                    <a:moveTo>
                      <a:pt x="942" y="6190"/>
                    </a:moveTo>
                    <a:lnTo>
                      <a:pt x="3702" y="7569"/>
                    </a:lnTo>
                    <a:lnTo>
                      <a:pt x="6698" y="8612"/>
                    </a:lnTo>
                    <a:cubicBezTo>
                      <a:pt x="6698" y="8612"/>
                      <a:pt x="6899" y="10193"/>
                      <a:pt x="7034" y="10226"/>
                    </a:cubicBezTo>
                    <a:cubicBezTo>
                      <a:pt x="7168" y="10260"/>
                      <a:pt x="8010" y="8477"/>
                      <a:pt x="8010" y="8477"/>
                    </a:cubicBezTo>
                    <a:lnTo>
                      <a:pt x="8649" y="5652"/>
                    </a:lnTo>
                    <a:lnTo>
                      <a:pt x="8649" y="3633"/>
                    </a:lnTo>
                    <a:lnTo>
                      <a:pt x="7000" y="370"/>
                    </a:lnTo>
                    <a:lnTo>
                      <a:pt x="5318" y="0"/>
                    </a:lnTo>
                    <a:lnTo>
                      <a:pt x="3837" y="606"/>
                    </a:lnTo>
                    <a:lnTo>
                      <a:pt x="371" y="2018"/>
                    </a:lnTo>
                    <a:lnTo>
                      <a:pt x="0" y="4777"/>
                    </a:lnTo>
                    <a:lnTo>
                      <a:pt x="942" y="6190"/>
                    </a:lnTo>
                    <a:close/>
                  </a:path>
                </a:pathLst>
              </a:custGeom>
              <a:grpFill/>
              <a:ln w="6350" cap="flat">
                <a:solidFill>
                  <a:schemeClr val="bg1"/>
                </a:solidFill>
                <a:prstDash val="solid"/>
                <a:miter/>
              </a:ln>
            </p:spPr>
            <p:txBody>
              <a:bodyPr rtlCol="0" anchor="ctr"/>
              <a:lstStyle/>
              <a:p>
                <a:endParaRPr lang="en-US"/>
              </a:p>
            </p:txBody>
          </p:sp>
          <p:sp>
            <p:nvSpPr>
              <p:cNvPr id="148" name="Freeform 927">
                <a:extLst>
                  <a:ext uri="{FF2B5EF4-FFF2-40B4-BE49-F238E27FC236}">
                    <a16:creationId xmlns:a16="http://schemas.microsoft.com/office/drawing/2014/main" id="{8D127746-3D6B-5535-7EB7-86CCBFDBA4C4}"/>
                  </a:ext>
                </a:extLst>
              </p:cNvPr>
              <p:cNvSpPr/>
              <p:nvPr/>
            </p:nvSpPr>
            <p:spPr>
              <a:xfrm>
                <a:off x="6301677" y="1678853"/>
                <a:ext cx="8985" cy="5752"/>
              </a:xfrm>
              <a:custGeom>
                <a:avLst/>
                <a:gdLst>
                  <a:gd name="connsiteX0" fmla="*/ 0 w 8985"/>
                  <a:gd name="connsiteY0" fmla="*/ 1783 h 5752"/>
                  <a:gd name="connsiteX1" fmla="*/ 1515 w 8985"/>
                  <a:gd name="connsiteY1" fmla="*/ 0 h 5752"/>
                  <a:gd name="connsiteX2" fmla="*/ 4342 w 8985"/>
                  <a:gd name="connsiteY2" fmla="*/ 0 h 5752"/>
                  <a:gd name="connsiteX3" fmla="*/ 7337 w 8985"/>
                  <a:gd name="connsiteY3" fmla="*/ 908 h 5752"/>
                  <a:gd name="connsiteX4" fmla="*/ 8986 w 8985"/>
                  <a:gd name="connsiteY4" fmla="*/ 1783 h 5752"/>
                  <a:gd name="connsiteX5" fmla="*/ 8145 w 8985"/>
                  <a:gd name="connsiteY5" fmla="*/ 4339 h 5752"/>
                  <a:gd name="connsiteX6" fmla="*/ 5385 w 8985"/>
                  <a:gd name="connsiteY6" fmla="*/ 5752 h 5752"/>
                  <a:gd name="connsiteX7" fmla="*/ 2053 w 8985"/>
                  <a:gd name="connsiteY7" fmla="*/ 4844 h 5752"/>
                  <a:gd name="connsiteX8" fmla="*/ 0 w 8985"/>
                  <a:gd name="connsiteY8" fmla="*/ 3263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85" h="5752">
                    <a:moveTo>
                      <a:pt x="0" y="1783"/>
                    </a:moveTo>
                    <a:lnTo>
                      <a:pt x="1515" y="0"/>
                    </a:lnTo>
                    <a:lnTo>
                      <a:pt x="4342" y="0"/>
                    </a:lnTo>
                    <a:lnTo>
                      <a:pt x="7337" y="908"/>
                    </a:lnTo>
                    <a:lnTo>
                      <a:pt x="8986" y="1783"/>
                    </a:lnTo>
                    <a:lnTo>
                      <a:pt x="8145" y="4339"/>
                    </a:lnTo>
                    <a:lnTo>
                      <a:pt x="5385" y="5752"/>
                    </a:lnTo>
                    <a:lnTo>
                      <a:pt x="2053" y="4844"/>
                    </a:lnTo>
                    <a:lnTo>
                      <a:pt x="0" y="3263"/>
                    </a:lnTo>
                    <a:close/>
                  </a:path>
                </a:pathLst>
              </a:custGeom>
              <a:grpFill/>
              <a:ln w="6350" cap="flat">
                <a:solidFill>
                  <a:schemeClr val="bg1"/>
                </a:solidFill>
                <a:prstDash val="solid"/>
                <a:miter/>
              </a:ln>
            </p:spPr>
            <p:txBody>
              <a:bodyPr rtlCol="0" anchor="ctr"/>
              <a:lstStyle/>
              <a:p>
                <a:endParaRPr lang="en-US"/>
              </a:p>
            </p:txBody>
          </p:sp>
          <p:sp>
            <p:nvSpPr>
              <p:cNvPr id="149" name="Freeform 928">
                <a:extLst>
                  <a:ext uri="{FF2B5EF4-FFF2-40B4-BE49-F238E27FC236}">
                    <a16:creationId xmlns:a16="http://schemas.microsoft.com/office/drawing/2014/main" id="{65623D76-618E-9FE3-4500-A9A71605C178}"/>
                  </a:ext>
                </a:extLst>
              </p:cNvPr>
              <p:cNvSpPr/>
              <p:nvPr/>
            </p:nvSpPr>
            <p:spPr>
              <a:xfrm>
                <a:off x="6306859" y="1701459"/>
                <a:ext cx="5754" cy="7064"/>
              </a:xfrm>
              <a:custGeom>
                <a:avLst/>
                <a:gdLst>
                  <a:gd name="connsiteX0" fmla="*/ 572 w 5754"/>
                  <a:gd name="connsiteY0" fmla="*/ 2052 h 7064"/>
                  <a:gd name="connsiteX1" fmla="*/ 2221 w 5754"/>
                  <a:gd name="connsiteY1" fmla="*/ 0 h 7064"/>
                  <a:gd name="connsiteX2" fmla="*/ 4375 w 5754"/>
                  <a:gd name="connsiteY2" fmla="*/ 0 h 7064"/>
                  <a:gd name="connsiteX3" fmla="*/ 5486 w 5754"/>
                  <a:gd name="connsiteY3" fmla="*/ 3667 h 7064"/>
                  <a:gd name="connsiteX4" fmla="*/ 5755 w 5754"/>
                  <a:gd name="connsiteY4" fmla="*/ 5988 h 7064"/>
                  <a:gd name="connsiteX5" fmla="*/ 4409 w 5754"/>
                  <a:gd name="connsiteY5" fmla="*/ 7064 h 7064"/>
                  <a:gd name="connsiteX6" fmla="*/ 2154 w 5754"/>
                  <a:gd name="connsiteY6" fmla="*/ 6694 h 7064"/>
                  <a:gd name="connsiteX7" fmla="*/ 572 w 5754"/>
                  <a:gd name="connsiteY7" fmla="*/ 4777 h 7064"/>
                  <a:gd name="connsiteX8" fmla="*/ 0 w 5754"/>
                  <a:gd name="connsiteY8" fmla="*/ 2960 h 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4" h="7064">
                    <a:moveTo>
                      <a:pt x="572" y="2052"/>
                    </a:moveTo>
                    <a:lnTo>
                      <a:pt x="2221" y="0"/>
                    </a:lnTo>
                    <a:lnTo>
                      <a:pt x="4375" y="0"/>
                    </a:lnTo>
                    <a:lnTo>
                      <a:pt x="5486" y="3667"/>
                    </a:lnTo>
                    <a:lnTo>
                      <a:pt x="5755" y="5988"/>
                    </a:lnTo>
                    <a:lnTo>
                      <a:pt x="4409" y="7064"/>
                    </a:lnTo>
                    <a:lnTo>
                      <a:pt x="2154" y="6694"/>
                    </a:lnTo>
                    <a:lnTo>
                      <a:pt x="572" y="4777"/>
                    </a:lnTo>
                    <a:lnTo>
                      <a:pt x="0" y="2960"/>
                    </a:lnTo>
                    <a:close/>
                  </a:path>
                </a:pathLst>
              </a:custGeom>
              <a:grpFill/>
              <a:ln w="6350" cap="flat">
                <a:solidFill>
                  <a:schemeClr val="bg1"/>
                </a:solidFill>
                <a:prstDash val="solid"/>
                <a:miter/>
              </a:ln>
            </p:spPr>
            <p:txBody>
              <a:bodyPr rtlCol="0" anchor="ctr"/>
              <a:lstStyle/>
              <a:p>
                <a:endParaRPr lang="en-US"/>
              </a:p>
            </p:txBody>
          </p:sp>
          <p:sp>
            <p:nvSpPr>
              <p:cNvPr id="150" name="Freeform 929">
                <a:extLst>
                  <a:ext uri="{FF2B5EF4-FFF2-40B4-BE49-F238E27FC236}">
                    <a16:creationId xmlns:a16="http://schemas.microsoft.com/office/drawing/2014/main" id="{D5063AE0-528C-7A06-995C-85FB39A3AF7E}"/>
                  </a:ext>
                </a:extLst>
              </p:cNvPr>
              <p:cNvSpPr/>
              <p:nvPr/>
            </p:nvSpPr>
            <p:spPr>
              <a:xfrm>
                <a:off x="6345259" y="1691972"/>
                <a:ext cx="5081" cy="6727"/>
              </a:xfrm>
              <a:custGeom>
                <a:avLst/>
                <a:gdLst>
                  <a:gd name="connsiteX0" fmla="*/ 34 w 5081"/>
                  <a:gd name="connsiteY0" fmla="*/ 5416 h 6727"/>
                  <a:gd name="connsiteX1" fmla="*/ 0 w 5081"/>
                  <a:gd name="connsiteY1" fmla="*/ 1547 h 6727"/>
                  <a:gd name="connsiteX2" fmla="*/ 1986 w 5081"/>
                  <a:gd name="connsiteY2" fmla="*/ 0 h 6727"/>
                  <a:gd name="connsiteX3" fmla="*/ 4139 w 5081"/>
                  <a:gd name="connsiteY3" fmla="*/ 774 h 6727"/>
                  <a:gd name="connsiteX4" fmla="*/ 5082 w 5081"/>
                  <a:gd name="connsiteY4" fmla="*/ 3028 h 6727"/>
                  <a:gd name="connsiteX5" fmla="*/ 5082 w 5081"/>
                  <a:gd name="connsiteY5" fmla="*/ 5113 h 6727"/>
                  <a:gd name="connsiteX6" fmla="*/ 3197 w 5081"/>
                  <a:gd name="connsiteY6" fmla="*/ 6526 h 6727"/>
                  <a:gd name="connsiteX7" fmla="*/ 1952 w 5081"/>
                  <a:gd name="connsiteY7" fmla="*/ 6728 h 6727"/>
                  <a:gd name="connsiteX8" fmla="*/ 34 w 5081"/>
                  <a:gd name="connsiteY8" fmla="*/ 5416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1" h="6727">
                    <a:moveTo>
                      <a:pt x="34" y="5416"/>
                    </a:moveTo>
                    <a:cubicBezTo>
                      <a:pt x="67" y="5349"/>
                      <a:pt x="0" y="1547"/>
                      <a:pt x="0" y="1547"/>
                    </a:cubicBezTo>
                    <a:lnTo>
                      <a:pt x="1986" y="0"/>
                    </a:lnTo>
                    <a:lnTo>
                      <a:pt x="4139" y="774"/>
                    </a:lnTo>
                    <a:lnTo>
                      <a:pt x="5082" y="3028"/>
                    </a:lnTo>
                    <a:lnTo>
                      <a:pt x="5082" y="5113"/>
                    </a:lnTo>
                    <a:lnTo>
                      <a:pt x="3197" y="6526"/>
                    </a:lnTo>
                    <a:lnTo>
                      <a:pt x="1952" y="6728"/>
                    </a:lnTo>
                    <a:lnTo>
                      <a:pt x="34" y="5416"/>
                    </a:lnTo>
                    <a:close/>
                  </a:path>
                </a:pathLst>
              </a:custGeom>
              <a:grpFill/>
              <a:ln w="6350" cap="flat">
                <a:solidFill>
                  <a:schemeClr val="bg1"/>
                </a:solidFill>
                <a:prstDash val="solid"/>
                <a:miter/>
              </a:ln>
            </p:spPr>
            <p:txBody>
              <a:bodyPr rtlCol="0" anchor="ctr"/>
              <a:lstStyle/>
              <a:p>
                <a:endParaRPr lang="en-US"/>
              </a:p>
            </p:txBody>
          </p:sp>
          <p:sp>
            <p:nvSpPr>
              <p:cNvPr id="151" name="Freeform 930">
                <a:extLst>
                  <a:ext uri="{FF2B5EF4-FFF2-40B4-BE49-F238E27FC236}">
                    <a16:creationId xmlns:a16="http://schemas.microsoft.com/office/drawing/2014/main" id="{5B53C563-805B-384E-9512-C25749035AC0}"/>
                  </a:ext>
                </a:extLst>
              </p:cNvPr>
              <p:cNvSpPr/>
              <p:nvPr/>
            </p:nvSpPr>
            <p:spPr>
              <a:xfrm>
                <a:off x="6200713" y="1506315"/>
                <a:ext cx="3702" cy="7669"/>
              </a:xfrm>
              <a:custGeom>
                <a:avLst/>
                <a:gdLst>
                  <a:gd name="connsiteX0" fmla="*/ 2221 w 3702"/>
                  <a:gd name="connsiteY0" fmla="*/ 7670 h 7669"/>
                  <a:gd name="connsiteX1" fmla="*/ 0 w 3702"/>
                  <a:gd name="connsiteY1" fmla="*/ 4979 h 7669"/>
                  <a:gd name="connsiteX2" fmla="*/ 337 w 3702"/>
                  <a:gd name="connsiteY2" fmla="*/ 1951 h 7669"/>
                  <a:gd name="connsiteX3" fmla="*/ 1481 w 3702"/>
                  <a:gd name="connsiteY3" fmla="*/ 0 h 7669"/>
                  <a:gd name="connsiteX4" fmla="*/ 3568 w 3702"/>
                  <a:gd name="connsiteY4" fmla="*/ 1379 h 7669"/>
                  <a:gd name="connsiteX5" fmla="*/ 3702 w 3702"/>
                  <a:gd name="connsiteY5" fmla="*/ 3835 h 7669"/>
                  <a:gd name="connsiteX6" fmla="*/ 3467 w 3702"/>
                  <a:gd name="connsiteY6" fmla="*/ 6055 h 7669"/>
                  <a:gd name="connsiteX7" fmla="*/ 2221 w 3702"/>
                  <a:gd name="connsiteY7" fmla="*/ 7670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2" h="7669">
                    <a:moveTo>
                      <a:pt x="2221" y="7670"/>
                    </a:moveTo>
                    <a:lnTo>
                      <a:pt x="0" y="4979"/>
                    </a:lnTo>
                    <a:lnTo>
                      <a:pt x="337" y="1951"/>
                    </a:lnTo>
                    <a:lnTo>
                      <a:pt x="1481" y="0"/>
                    </a:lnTo>
                    <a:lnTo>
                      <a:pt x="3568" y="1379"/>
                    </a:lnTo>
                    <a:cubicBezTo>
                      <a:pt x="3568" y="1379"/>
                      <a:pt x="3702" y="3633"/>
                      <a:pt x="3702" y="3835"/>
                    </a:cubicBezTo>
                    <a:cubicBezTo>
                      <a:pt x="3702" y="4037"/>
                      <a:pt x="3467" y="6055"/>
                      <a:pt x="3467" y="6055"/>
                    </a:cubicBezTo>
                    <a:lnTo>
                      <a:pt x="2221" y="7670"/>
                    </a:lnTo>
                    <a:close/>
                  </a:path>
                </a:pathLst>
              </a:custGeom>
              <a:grpFill/>
              <a:ln w="6350" cap="flat">
                <a:solidFill>
                  <a:schemeClr val="bg1"/>
                </a:solidFill>
                <a:prstDash val="solid"/>
                <a:miter/>
              </a:ln>
            </p:spPr>
            <p:txBody>
              <a:bodyPr rtlCol="0" anchor="ctr"/>
              <a:lstStyle/>
              <a:p>
                <a:endParaRPr lang="en-US"/>
              </a:p>
            </p:txBody>
          </p:sp>
        </p:grpSp>
        <p:sp>
          <p:nvSpPr>
            <p:cNvPr id="123" name="Freeform 902">
              <a:extLst>
                <a:ext uri="{FF2B5EF4-FFF2-40B4-BE49-F238E27FC236}">
                  <a16:creationId xmlns:a16="http://schemas.microsoft.com/office/drawing/2014/main" id="{1E9DF653-4DEF-BD5B-C933-CC505A138EA5}"/>
                </a:ext>
              </a:extLst>
            </p:cNvPr>
            <p:cNvSpPr/>
            <p:nvPr/>
          </p:nvSpPr>
          <p:spPr>
            <a:xfrm>
              <a:off x="8243874" y="2118568"/>
              <a:ext cx="427891" cy="307468"/>
            </a:xfrm>
            <a:custGeom>
              <a:avLst/>
              <a:gdLst>
                <a:gd name="connsiteX0" fmla="*/ 816292 w 821508"/>
                <a:gd name="connsiteY0" fmla="*/ 265451 h 590308"/>
                <a:gd name="connsiteX1" fmla="*/ 817604 w 821508"/>
                <a:gd name="connsiteY1" fmla="*/ 263702 h 590308"/>
                <a:gd name="connsiteX2" fmla="*/ 819186 w 821508"/>
                <a:gd name="connsiteY2" fmla="*/ 262625 h 590308"/>
                <a:gd name="connsiteX3" fmla="*/ 820566 w 821508"/>
                <a:gd name="connsiteY3" fmla="*/ 261683 h 590308"/>
                <a:gd name="connsiteX4" fmla="*/ 821508 w 821508"/>
                <a:gd name="connsiteY4" fmla="*/ 258925 h 590308"/>
                <a:gd name="connsiteX5" fmla="*/ 821138 w 821508"/>
                <a:gd name="connsiteY5" fmla="*/ 256671 h 590308"/>
                <a:gd name="connsiteX6" fmla="*/ 819691 w 821508"/>
                <a:gd name="connsiteY6" fmla="*/ 254148 h 590308"/>
                <a:gd name="connsiteX7" fmla="*/ 818109 w 821508"/>
                <a:gd name="connsiteY7" fmla="*/ 252197 h 590308"/>
                <a:gd name="connsiteX8" fmla="*/ 816797 w 821508"/>
                <a:gd name="connsiteY8" fmla="*/ 250818 h 590308"/>
                <a:gd name="connsiteX9" fmla="*/ 816730 w 821508"/>
                <a:gd name="connsiteY9" fmla="*/ 248429 h 590308"/>
                <a:gd name="connsiteX10" fmla="*/ 817739 w 821508"/>
                <a:gd name="connsiteY10" fmla="*/ 246545 h 590308"/>
                <a:gd name="connsiteX11" fmla="*/ 819691 w 821508"/>
                <a:gd name="connsiteY11" fmla="*/ 245233 h 590308"/>
                <a:gd name="connsiteX12" fmla="*/ 820499 w 821508"/>
                <a:gd name="connsiteY12" fmla="*/ 244359 h 590308"/>
                <a:gd name="connsiteX13" fmla="*/ 819927 w 821508"/>
                <a:gd name="connsiteY13" fmla="*/ 242778 h 590308"/>
                <a:gd name="connsiteX14" fmla="*/ 818547 w 821508"/>
                <a:gd name="connsiteY14" fmla="*/ 241768 h 590308"/>
                <a:gd name="connsiteX15" fmla="*/ 818614 w 821508"/>
                <a:gd name="connsiteY15" fmla="*/ 237698 h 590308"/>
                <a:gd name="connsiteX16" fmla="*/ 817672 w 821508"/>
                <a:gd name="connsiteY16" fmla="*/ 235108 h 590308"/>
                <a:gd name="connsiteX17" fmla="*/ 816730 w 821508"/>
                <a:gd name="connsiteY17" fmla="*/ 231979 h 590308"/>
                <a:gd name="connsiteX18" fmla="*/ 817672 w 821508"/>
                <a:gd name="connsiteY18" fmla="*/ 229389 h 590308"/>
                <a:gd name="connsiteX19" fmla="*/ 817739 w 821508"/>
                <a:gd name="connsiteY19" fmla="*/ 227001 h 590308"/>
                <a:gd name="connsiteX20" fmla="*/ 817941 w 821508"/>
                <a:gd name="connsiteY20" fmla="*/ 223098 h 590308"/>
                <a:gd name="connsiteX21" fmla="*/ 817133 w 821508"/>
                <a:gd name="connsiteY21" fmla="*/ 221719 h 590308"/>
                <a:gd name="connsiteX22" fmla="*/ 815686 w 821508"/>
                <a:gd name="connsiteY22" fmla="*/ 220845 h 590308"/>
                <a:gd name="connsiteX23" fmla="*/ 812220 w 821508"/>
                <a:gd name="connsiteY23" fmla="*/ 219465 h 590308"/>
                <a:gd name="connsiteX24" fmla="*/ 810200 w 821508"/>
                <a:gd name="connsiteY24" fmla="*/ 218153 h 590308"/>
                <a:gd name="connsiteX25" fmla="*/ 808114 w 821508"/>
                <a:gd name="connsiteY25" fmla="*/ 216842 h 590308"/>
                <a:gd name="connsiteX26" fmla="*/ 805590 w 821508"/>
                <a:gd name="connsiteY26" fmla="*/ 216404 h 590308"/>
                <a:gd name="connsiteX27" fmla="*/ 803268 w 821508"/>
                <a:gd name="connsiteY27" fmla="*/ 215900 h 590308"/>
                <a:gd name="connsiteX28" fmla="*/ 801618 w 821508"/>
                <a:gd name="connsiteY28" fmla="*/ 215900 h 590308"/>
                <a:gd name="connsiteX29" fmla="*/ 800104 w 821508"/>
                <a:gd name="connsiteY29" fmla="*/ 215193 h 590308"/>
                <a:gd name="connsiteX30" fmla="*/ 798152 w 821508"/>
                <a:gd name="connsiteY30" fmla="*/ 216068 h 590308"/>
                <a:gd name="connsiteX31" fmla="*/ 796267 w 821508"/>
                <a:gd name="connsiteY31" fmla="*/ 217582 h 590308"/>
                <a:gd name="connsiteX32" fmla="*/ 795191 w 821508"/>
                <a:gd name="connsiteY32" fmla="*/ 218961 h 590308"/>
                <a:gd name="connsiteX33" fmla="*/ 793945 w 821508"/>
                <a:gd name="connsiteY33" fmla="*/ 220407 h 590308"/>
                <a:gd name="connsiteX34" fmla="*/ 792936 w 821508"/>
                <a:gd name="connsiteY34" fmla="*/ 222224 h 590308"/>
                <a:gd name="connsiteX35" fmla="*/ 791489 w 821508"/>
                <a:gd name="connsiteY35" fmla="*/ 222661 h 590308"/>
                <a:gd name="connsiteX36" fmla="*/ 790479 w 821508"/>
                <a:gd name="connsiteY36" fmla="*/ 223166 h 590308"/>
                <a:gd name="connsiteX37" fmla="*/ 788965 w 821508"/>
                <a:gd name="connsiteY37" fmla="*/ 223098 h 590308"/>
                <a:gd name="connsiteX38" fmla="*/ 787585 w 821508"/>
                <a:gd name="connsiteY38" fmla="*/ 222897 h 590308"/>
                <a:gd name="connsiteX39" fmla="*/ 786003 w 821508"/>
                <a:gd name="connsiteY39" fmla="*/ 222897 h 590308"/>
                <a:gd name="connsiteX40" fmla="*/ 783983 w 821508"/>
                <a:gd name="connsiteY40" fmla="*/ 222392 h 590308"/>
                <a:gd name="connsiteX41" fmla="*/ 781964 w 821508"/>
                <a:gd name="connsiteY41" fmla="*/ 220576 h 590308"/>
                <a:gd name="connsiteX42" fmla="*/ 777185 w 821508"/>
                <a:gd name="connsiteY42" fmla="*/ 217312 h 590308"/>
                <a:gd name="connsiteX43" fmla="*/ 772339 w 821508"/>
                <a:gd name="connsiteY43" fmla="*/ 213915 h 590308"/>
                <a:gd name="connsiteX44" fmla="*/ 768502 w 821508"/>
                <a:gd name="connsiteY44" fmla="*/ 212098 h 590308"/>
                <a:gd name="connsiteX45" fmla="*/ 763084 w 821508"/>
                <a:gd name="connsiteY45" fmla="*/ 210215 h 590308"/>
                <a:gd name="connsiteX46" fmla="*/ 759820 w 821508"/>
                <a:gd name="connsiteY46" fmla="*/ 209273 h 590308"/>
                <a:gd name="connsiteX47" fmla="*/ 754906 w 821508"/>
                <a:gd name="connsiteY47" fmla="*/ 208465 h 590308"/>
                <a:gd name="connsiteX48" fmla="*/ 751945 w 821508"/>
                <a:gd name="connsiteY48" fmla="*/ 208095 h 590308"/>
                <a:gd name="connsiteX49" fmla="*/ 748377 w 821508"/>
                <a:gd name="connsiteY49" fmla="*/ 206346 h 590308"/>
                <a:gd name="connsiteX50" fmla="*/ 744372 w 821508"/>
                <a:gd name="connsiteY50" fmla="*/ 201704 h 590308"/>
                <a:gd name="connsiteX51" fmla="*/ 741612 w 821508"/>
                <a:gd name="connsiteY51" fmla="*/ 198441 h 590308"/>
                <a:gd name="connsiteX52" fmla="*/ 740367 w 821508"/>
                <a:gd name="connsiteY52" fmla="*/ 196355 h 590308"/>
                <a:gd name="connsiteX53" fmla="*/ 739795 w 821508"/>
                <a:gd name="connsiteY53" fmla="*/ 192520 h 590308"/>
                <a:gd name="connsiteX54" fmla="*/ 738718 w 821508"/>
                <a:gd name="connsiteY54" fmla="*/ 188752 h 590308"/>
                <a:gd name="connsiteX55" fmla="*/ 736699 w 821508"/>
                <a:gd name="connsiteY55" fmla="*/ 185927 h 590308"/>
                <a:gd name="connsiteX56" fmla="*/ 734949 w 821508"/>
                <a:gd name="connsiteY56" fmla="*/ 182529 h 590308"/>
                <a:gd name="connsiteX57" fmla="*/ 735454 w 821508"/>
                <a:gd name="connsiteY57" fmla="*/ 180073 h 590308"/>
                <a:gd name="connsiteX58" fmla="*/ 736396 w 821508"/>
                <a:gd name="connsiteY58" fmla="*/ 177180 h 590308"/>
                <a:gd name="connsiteX59" fmla="*/ 736530 w 821508"/>
                <a:gd name="connsiteY59" fmla="*/ 174927 h 590308"/>
                <a:gd name="connsiteX60" fmla="*/ 736598 w 821508"/>
                <a:gd name="connsiteY60" fmla="*/ 172168 h 590308"/>
                <a:gd name="connsiteX61" fmla="*/ 736901 w 821508"/>
                <a:gd name="connsiteY61" fmla="*/ 170789 h 590308"/>
                <a:gd name="connsiteX62" fmla="*/ 737406 w 821508"/>
                <a:gd name="connsiteY62" fmla="*/ 169275 h 590308"/>
                <a:gd name="connsiteX63" fmla="*/ 734949 w 821508"/>
                <a:gd name="connsiteY63" fmla="*/ 167829 h 590308"/>
                <a:gd name="connsiteX64" fmla="*/ 731314 w 821508"/>
                <a:gd name="connsiteY64" fmla="*/ 167829 h 590308"/>
                <a:gd name="connsiteX65" fmla="*/ 729295 w 821508"/>
                <a:gd name="connsiteY65" fmla="*/ 168266 h 590308"/>
                <a:gd name="connsiteX66" fmla="*/ 727107 w 821508"/>
                <a:gd name="connsiteY66" fmla="*/ 169006 h 590308"/>
                <a:gd name="connsiteX67" fmla="*/ 725155 w 821508"/>
                <a:gd name="connsiteY67" fmla="*/ 171394 h 590308"/>
                <a:gd name="connsiteX68" fmla="*/ 723775 w 821508"/>
                <a:gd name="connsiteY68" fmla="*/ 174153 h 590308"/>
                <a:gd name="connsiteX69" fmla="*/ 722766 w 821508"/>
                <a:gd name="connsiteY69" fmla="*/ 176474 h 590308"/>
                <a:gd name="connsiteX70" fmla="*/ 721319 w 821508"/>
                <a:gd name="connsiteY70" fmla="*/ 178661 h 590308"/>
                <a:gd name="connsiteX71" fmla="*/ 719636 w 821508"/>
                <a:gd name="connsiteY71" fmla="*/ 180679 h 590308"/>
                <a:gd name="connsiteX72" fmla="*/ 719064 w 821508"/>
                <a:gd name="connsiteY72" fmla="*/ 182260 h 590308"/>
                <a:gd name="connsiteX73" fmla="*/ 717751 w 821508"/>
                <a:gd name="connsiteY73" fmla="*/ 184648 h 590308"/>
                <a:gd name="connsiteX74" fmla="*/ 717549 w 821508"/>
                <a:gd name="connsiteY74" fmla="*/ 186229 h 590308"/>
                <a:gd name="connsiteX75" fmla="*/ 716742 w 821508"/>
                <a:gd name="connsiteY75" fmla="*/ 189358 h 590308"/>
                <a:gd name="connsiteX76" fmla="*/ 715799 w 821508"/>
                <a:gd name="connsiteY76" fmla="*/ 192049 h 590308"/>
                <a:gd name="connsiteX77" fmla="*/ 714790 w 821508"/>
                <a:gd name="connsiteY77" fmla="*/ 194808 h 590308"/>
                <a:gd name="connsiteX78" fmla="*/ 713208 w 821508"/>
                <a:gd name="connsiteY78" fmla="*/ 195514 h 590308"/>
                <a:gd name="connsiteX79" fmla="*/ 711121 w 821508"/>
                <a:gd name="connsiteY79" fmla="*/ 194808 h 590308"/>
                <a:gd name="connsiteX80" fmla="*/ 710112 w 821508"/>
                <a:gd name="connsiteY80" fmla="*/ 192486 h 590308"/>
                <a:gd name="connsiteX81" fmla="*/ 709237 w 821508"/>
                <a:gd name="connsiteY81" fmla="*/ 189156 h 590308"/>
                <a:gd name="connsiteX82" fmla="*/ 707487 w 821508"/>
                <a:gd name="connsiteY82" fmla="*/ 186263 h 590308"/>
                <a:gd name="connsiteX83" fmla="*/ 706780 w 821508"/>
                <a:gd name="connsiteY83" fmla="*/ 182798 h 590308"/>
                <a:gd name="connsiteX84" fmla="*/ 706073 w 821508"/>
                <a:gd name="connsiteY84" fmla="*/ 180847 h 590308"/>
                <a:gd name="connsiteX85" fmla="*/ 704188 w 821508"/>
                <a:gd name="connsiteY85" fmla="*/ 178156 h 590308"/>
                <a:gd name="connsiteX86" fmla="*/ 702438 w 821508"/>
                <a:gd name="connsiteY86" fmla="*/ 175835 h 590308"/>
                <a:gd name="connsiteX87" fmla="*/ 700419 w 821508"/>
                <a:gd name="connsiteY87" fmla="*/ 174826 h 590308"/>
                <a:gd name="connsiteX88" fmla="*/ 697727 w 821508"/>
                <a:gd name="connsiteY88" fmla="*/ 175196 h 590308"/>
                <a:gd name="connsiteX89" fmla="*/ 695775 w 821508"/>
                <a:gd name="connsiteY89" fmla="*/ 175936 h 590308"/>
                <a:gd name="connsiteX90" fmla="*/ 691063 w 821508"/>
                <a:gd name="connsiteY90" fmla="*/ 178694 h 590308"/>
                <a:gd name="connsiteX91" fmla="*/ 688741 w 821508"/>
                <a:gd name="connsiteY91" fmla="*/ 181150 h 590308"/>
                <a:gd name="connsiteX92" fmla="*/ 686991 w 821508"/>
                <a:gd name="connsiteY92" fmla="*/ 183673 h 590308"/>
                <a:gd name="connsiteX93" fmla="*/ 686924 w 821508"/>
                <a:gd name="connsiteY93" fmla="*/ 186364 h 590308"/>
                <a:gd name="connsiteX94" fmla="*/ 687462 w 821508"/>
                <a:gd name="connsiteY94" fmla="*/ 188954 h 590308"/>
                <a:gd name="connsiteX95" fmla="*/ 689515 w 821508"/>
                <a:gd name="connsiteY95" fmla="*/ 190973 h 590308"/>
                <a:gd name="connsiteX96" fmla="*/ 689515 w 821508"/>
                <a:gd name="connsiteY96" fmla="*/ 192486 h 590308"/>
                <a:gd name="connsiteX97" fmla="*/ 687630 w 821508"/>
                <a:gd name="connsiteY97" fmla="*/ 193563 h 590308"/>
                <a:gd name="connsiteX98" fmla="*/ 684366 w 821508"/>
                <a:gd name="connsiteY98" fmla="*/ 195951 h 590308"/>
                <a:gd name="connsiteX99" fmla="*/ 681674 w 821508"/>
                <a:gd name="connsiteY99" fmla="*/ 196691 h 590308"/>
                <a:gd name="connsiteX100" fmla="*/ 677332 w 821508"/>
                <a:gd name="connsiteY100" fmla="*/ 196826 h 590308"/>
                <a:gd name="connsiteX101" fmla="*/ 673698 w 821508"/>
                <a:gd name="connsiteY101" fmla="*/ 196893 h 590308"/>
                <a:gd name="connsiteX102" fmla="*/ 668784 w 821508"/>
                <a:gd name="connsiteY102" fmla="*/ 199282 h 590308"/>
                <a:gd name="connsiteX103" fmla="*/ 662625 w 821508"/>
                <a:gd name="connsiteY103" fmla="*/ 200964 h 590308"/>
                <a:gd name="connsiteX104" fmla="*/ 660370 w 821508"/>
                <a:gd name="connsiteY104" fmla="*/ 202915 h 590308"/>
                <a:gd name="connsiteX105" fmla="*/ 658486 w 821508"/>
                <a:gd name="connsiteY105" fmla="*/ 206178 h 590308"/>
                <a:gd name="connsiteX106" fmla="*/ 655962 w 821508"/>
                <a:gd name="connsiteY106" fmla="*/ 209508 h 590308"/>
                <a:gd name="connsiteX107" fmla="*/ 654380 w 821508"/>
                <a:gd name="connsiteY107" fmla="*/ 210013 h 590308"/>
                <a:gd name="connsiteX108" fmla="*/ 649163 w 821508"/>
                <a:gd name="connsiteY108" fmla="*/ 209878 h 590308"/>
                <a:gd name="connsiteX109" fmla="*/ 647985 w 821508"/>
                <a:gd name="connsiteY109" fmla="*/ 210887 h 590308"/>
                <a:gd name="connsiteX110" fmla="*/ 647043 w 821508"/>
                <a:gd name="connsiteY110" fmla="*/ 214352 h 590308"/>
                <a:gd name="connsiteX111" fmla="*/ 646101 w 821508"/>
                <a:gd name="connsiteY111" fmla="*/ 218423 h 590308"/>
                <a:gd name="connsiteX112" fmla="*/ 647312 w 821508"/>
                <a:gd name="connsiteY112" fmla="*/ 223334 h 590308"/>
                <a:gd name="connsiteX113" fmla="*/ 649197 w 821508"/>
                <a:gd name="connsiteY113" fmla="*/ 228750 h 590308"/>
                <a:gd name="connsiteX114" fmla="*/ 650274 w 821508"/>
                <a:gd name="connsiteY114" fmla="*/ 232215 h 590308"/>
                <a:gd name="connsiteX115" fmla="*/ 649836 w 821508"/>
                <a:gd name="connsiteY115" fmla="*/ 234603 h 590308"/>
                <a:gd name="connsiteX116" fmla="*/ 647649 w 821508"/>
                <a:gd name="connsiteY116" fmla="*/ 235343 h 590308"/>
                <a:gd name="connsiteX117" fmla="*/ 643307 w 821508"/>
                <a:gd name="connsiteY117" fmla="*/ 236588 h 590308"/>
                <a:gd name="connsiteX118" fmla="*/ 640783 w 821508"/>
                <a:gd name="connsiteY118" fmla="*/ 237160 h 590308"/>
                <a:gd name="connsiteX119" fmla="*/ 639202 w 821508"/>
                <a:gd name="connsiteY119" fmla="*/ 238304 h 590308"/>
                <a:gd name="connsiteX120" fmla="*/ 636879 w 821508"/>
                <a:gd name="connsiteY120" fmla="*/ 239750 h 590308"/>
                <a:gd name="connsiteX121" fmla="*/ 634927 w 821508"/>
                <a:gd name="connsiteY121" fmla="*/ 241567 h 590308"/>
                <a:gd name="connsiteX122" fmla="*/ 632908 w 821508"/>
                <a:gd name="connsiteY122" fmla="*/ 242643 h 590308"/>
                <a:gd name="connsiteX123" fmla="*/ 628432 w 821508"/>
                <a:gd name="connsiteY123" fmla="*/ 242206 h 590308"/>
                <a:gd name="connsiteX124" fmla="*/ 625235 w 821508"/>
                <a:gd name="connsiteY124" fmla="*/ 241567 h 590308"/>
                <a:gd name="connsiteX125" fmla="*/ 622475 w 821508"/>
                <a:gd name="connsiteY125" fmla="*/ 239616 h 590308"/>
                <a:gd name="connsiteX126" fmla="*/ 618942 w 821508"/>
                <a:gd name="connsiteY126" fmla="*/ 237429 h 590308"/>
                <a:gd name="connsiteX127" fmla="*/ 615980 w 821508"/>
                <a:gd name="connsiteY127" fmla="*/ 234906 h 590308"/>
                <a:gd name="connsiteX128" fmla="*/ 613725 w 821508"/>
                <a:gd name="connsiteY128" fmla="*/ 230634 h 590308"/>
                <a:gd name="connsiteX129" fmla="*/ 611638 w 821508"/>
                <a:gd name="connsiteY129" fmla="*/ 226866 h 590308"/>
                <a:gd name="connsiteX130" fmla="*/ 609013 w 821508"/>
                <a:gd name="connsiteY130" fmla="*/ 222897 h 590308"/>
                <a:gd name="connsiteX131" fmla="*/ 602047 w 821508"/>
                <a:gd name="connsiteY131" fmla="*/ 217111 h 590308"/>
                <a:gd name="connsiteX132" fmla="*/ 597638 w 821508"/>
                <a:gd name="connsiteY132" fmla="*/ 212838 h 590308"/>
                <a:gd name="connsiteX133" fmla="*/ 595451 w 821508"/>
                <a:gd name="connsiteY133" fmla="*/ 207052 h 590308"/>
                <a:gd name="connsiteX134" fmla="*/ 592691 w 821508"/>
                <a:gd name="connsiteY134" fmla="*/ 203352 h 590308"/>
                <a:gd name="connsiteX135" fmla="*/ 587979 w 821508"/>
                <a:gd name="connsiteY135" fmla="*/ 199517 h 590308"/>
                <a:gd name="connsiteX136" fmla="*/ 584075 w 821508"/>
                <a:gd name="connsiteY136" fmla="*/ 195682 h 590308"/>
                <a:gd name="connsiteX137" fmla="*/ 581248 w 821508"/>
                <a:gd name="connsiteY137" fmla="*/ 191780 h 590308"/>
                <a:gd name="connsiteX138" fmla="*/ 579061 w 821508"/>
                <a:gd name="connsiteY138" fmla="*/ 188080 h 590308"/>
                <a:gd name="connsiteX139" fmla="*/ 577916 w 821508"/>
                <a:gd name="connsiteY139" fmla="*/ 184379 h 590308"/>
                <a:gd name="connsiteX140" fmla="*/ 575157 w 821508"/>
                <a:gd name="connsiteY140" fmla="*/ 177349 h 590308"/>
                <a:gd name="connsiteX141" fmla="*/ 573642 w 821508"/>
                <a:gd name="connsiteY141" fmla="*/ 172134 h 590308"/>
                <a:gd name="connsiteX142" fmla="*/ 573003 w 821508"/>
                <a:gd name="connsiteY142" fmla="*/ 165608 h 590308"/>
                <a:gd name="connsiteX143" fmla="*/ 572868 w 821508"/>
                <a:gd name="connsiteY143" fmla="*/ 159587 h 590308"/>
                <a:gd name="connsiteX144" fmla="*/ 572498 w 821508"/>
                <a:gd name="connsiteY144" fmla="*/ 156828 h 590308"/>
                <a:gd name="connsiteX145" fmla="*/ 570849 w 821508"/>
                <a:gd name="connsiteY145" fmla="*/ 154070 h 590308"/>
                <a:gd name="connsiteX146" fmla="*/ 568661 w 821508"/>
                <a:gd name="connsiteY146" fmla="*/ 150941 h 590308"/>
                <a:gd name="connsiteX147" fmla="*/ 565195 w 821508"/>
                <a:gd name="connsiteY147" fmla="*/ 148755 h 590308"/>
                <a:gd name="connsiteX148" fmla="*/ 561359 w 821508"/>
                <a:gd name="connsiteY148" fmla="*/ 148116 h 590308"/>
                <a:gd name="connsiteX149" fmla="*/ 558229 w 821508"/>
                <a:gd name="connsiteY149" fmla="*/ 148116 h 590308"/>
                <a:gd name="connsiteX150" fmla="*/ 556277 w 821508"/>
                <a:gd name="connsiteY150" fmla="*/ 150134 h 590308"/>
                <a:gd name="connsiteX151" fmla="*/ 554762 w 821508"/>
                <a:gd name="connsiteY151" fmla="*/ 153599 h 590308"/>
                <a:gd name="connsiteX152" fmla="*/ 554325 w 821508"/>
                <a:gd name="connsiteY152" fmla="*/ 157064 h 590308"/>
                <a:gd name="connsiteX153" fmla="*/ 553517 w 821508"/>
                <a:gd name="connsiteY153" fmla="*/ 161773 h 590308"/>
                <a:gd name="connsiteX154" fmla="*/ 551262 w 821508"/>
                <a:gd name="connsiteY154" fmla="*/ 164599 h 590308"/>
                <a:gd name="connsiteX155" fmla="*/ 547493 w 821508"/>
                <a:gd name="connsiteY155" fmla="*/ 166988 h 590308"/>
                <a:gd name="connsiteX156" fmla="*/ 544901 w 821508"/>
                <a:gd name="connsiteY156" fmla="*/ 167290 h 590308"/>
                <a:gd name="connsiteX157" fmla="*/ 540257 w 821508"/>
                <a:gd name="connsiteY157" fmla="*/ 166550 h 590308"/>
                <a:gd name="connsiteX158" fmla="*/ 538002 w 821508"/>
                <a:gd name="connsiteY158" fmla="*/ 168501 h 590308"/>
                <a:gd name="connsiteX159" fmla="*/ 538204 w 821508"/>
                <a:gd name="connsiteY159" fmla="*/ 172134 h 590308"/>
                <a:gd name="connsiteX160" fmla="*/ 540728 w 821508"/>
                <a:gd name="connsiteY160" fmla="*/ 175835 h 590308"/>
                <a:gd name="connsiteX161" fmla="*/ 541805 w 821508"/>
                <a:gd name="connsiteY161" fmla="*/ 178728 h 590308"/>
                <a:gd name="connsiteX162" fmla="*/ 543118 w 821508"/>
                <a:gd name="connsiteY162" fmla="*/ 181318 h 590308"/>
                <a:gd name="connsiteX163" fmla="*/ 543690 w 821508"/>
                <a:gd name="connsiteY163" fmla="*/ 185018 h 590308"/>
                <a:gd name="connsiteX164" fmla="*/ 540122 w 821508"/>
                <a:gd name="connsiteY164" fmla="*/ 192856 h 590308"/>
                <a:gd name="connsiteX165" fmla="*/ 535243 w 821508"/>
                <a:gd name="connsiteY165" fmla="*/ 199484 h 590308"/>
                <a:gd name="connsiteX166" fmla="*/ 529690 w 821508"/>
                <a:gd name="connsiteY166" fmla="*/ 198071 h 590308"/>
                <a:gd name="connsiteX167" fmla="*/ 527838 w 821508"/>
                <a:gd name="connsiteY167" fmla="*/ 200022 h 590308"/>
                <a:gd name="connsiteX168" fmla="*/ 525651 w 821508"/>
                <a:gd name="connsiteY168" fmla="*/ 201233 h 590308"/>
                <a:gd name="connsiteX169" fmla="*/ 523362 w 821508"/>
                <a:gd name="connsiteY169" fmla="*/ 201334 h 590308"/>
                <a:gd name="connsiteX170" fmla="*/ 519559 w 821508"/>
                <a:gd name="connsiteY170" fmla="*/ 197633 h 590308"/>
                <a:gd name="connsiteX171" fmla="*/ 519795 w 821508"/>
                <a:gd name="connsiteY171" fmla="*/ 195581 h 590308"/>
                <a:gd name="connsiteX172" fmla="*/ 520771 w 821508"/>
                <a:gd name="connsiteY172" fmla="*/ 190905 h 590308"/>
                <a:gd name="connsiteX173" fmla="*/ 520569 w 821508"/>
                <a:gd name="connsiteY173" fmla="*/ 187340 h 590308"/>
                <a:gd name="connsiteX174" fmla="*/ 518180 w 821508"/>
                <a:gd name="connsiteY174" fmla="*/ 186700 h 590308"/>
                <a:gd name="connsiteX175" fmla="*/ 515252 w 821508"/>
                <a:gd name="connsiteY175" fmla="*/ 187474 h 590308"/>
                <a:gd name="connsiteX176" fmla="*/ 513603 w 821508"/>
                <a:gd name="connsiteY176" fmla="*/ 189762 h 590308"/>
                <a:gd name="connsiteX177" fmla="*/ 509362 w 821508"/>
                <a:gd name="connsiteY177" fmla="*/ 190199 h 590308"/>
                <a:gd name="connsiteX178" fmla="*/ 508285 w 821508"/>
                <a:gd name="connsiteY178" fmla="*/ 187037 h 590308"/>
                <a:gd name="connsiteX179" fmla="*/ 503843 w 821508"/>
                <a:gd name="connsiteY179" fmla="*/ 181184 h 590308"/>
                <a:gd name="connsiteX180" fmla="*/ 502867 w 821508"/>
                <a:gd name="connsiteY180" fmla="*/ 178156 h 590308"/>
                <a:gd name="connsiteX181" fmla="*/ 500141 w 821508"/>
                <a:gd name="connsiteY181" fmla="*/ 174792 h 590308"/>
                <a:gd name="connsiteX182" fmla="*/ 495362 w 821508"/>
                <a:gd name="connsiteY182" fmla="*/ 171193 h 590308"/>
                <a:gd name="connsiteX183" fmla="*/ 492535 w 821508"/>
                <a:gd name="connsiteY183" fmla="*/ 167829 h 590308"/>
                <a:gd name="connsiteX184" fmla="*/ 492905 w 821508"/>
                <a:gd name="connsiteY184" fmla="*/ 165036 h 590308"/>
                <a:gd name="connsiteX185" fmla="*/ 492165 w 821508"/>
                <a:gd name="connsiteY185" fmla="*/ 163725 h 590308"/>
                <a:gd name="connsiteX186" fmla="*/ 490583 w 821508"/>
                <a:gd name="connsiteY186" fmla="*/ 162278 h 590308"/>
                <a:gd name="connsiteX187" fmla="*/ 489573 w 821508"/>
                <a:gd name="connsiteY187" fmla="*/ 161269 h 590308"/>
                <a:gd name="connsiteX188" fmla="*/ 488126 w 821508"/>
                <a:gd name="connsiteY188" fmla="*/ 159183 h 590308"/>
                <a:gd name="connsiteX189" fmla="*/ 487857 w 821508"/>
                <a:gd name="connsiteY189" fmla="*/ 158039 h 590308"/>
                <a:gd name="connsiteX190" fmla="*/ 488093 w 821508"/>
                <a:gd name="connsiteY190" fmla="*/ 156727 h 590308"/>
                <a:gd name="connsiteX191" fmla="*/ 488900 w 821508"/>
                <a:gd name="connsiteY191" fmla="*/ 155651 h 590308"/>
                <a:gd name="connsiteX192" fmla="*/ 490347 w 821508"/>
                <a:gd name="connsiteY192" fmla="*/ 155348 h 590308"/>
                <a:gd name="connsiteX193" fmla="*/ 491592 w 821508"/>
                <a:gd name="connsiteY193" fmla="*/ 154844 h 590308"/>
                <a:gd name="connsiteX194" fmla="*/ 492232 w 821508"/>
                <a:gd name="connsiteY194" fmla="*/ 154541 h 590308"/>
                <a:gd name="connsiteX195" fmla="*/ 494184 w 821508"/>
                <a:gd name="connsiteY195" fmla="*/ 154339 h 590308"/>
                <a:gd name="connsiteX196" fmla="*/ 494689 w 821508"/>
                <a:gd name="connsiteY196" fmla="*/ 153195 h 590308"/>
                <a:gd name="connsiteX197" fmla="*/ 494991 w 821508"/>
                <a:gd name="connsiteY197" fmla="*/ 151883 h 590308"/>
                <a:gd name="connsiteX198" fmla="*/ 495866 w 821508"/>
                <a:gd name="connsiteY198" fmla="*/ 151244 h 590308"/>
                <a:gd name="connsiteX199" fmla="*/ 497751 w 821508"/>
                <a:gd name="connsiteY199" fmla="*/ 152556 h 590308"/>
                <a:gd name="connsiteX200" fmla="*/ 500141 w 821508"/>
                <a:gd name="connsiteY200" fmla="*/ 152489 h 590308"/>
                <a:gd name="connsiteX201" fmla="*/ 501453 w 821508"/>
                <a:gd name="connsiteY201" fmla="*/ 149293 h 590308"/>
                <a:gd name="connsiteX202" fmla="*/ 498559 w 821508"/>
                <a:gd name="connsiteY202" fmla="*/ 147544 h 590308"/>
                <a:gd name="connsiteX203" fmla="*/ 494285 w 821508"/>
                <a:gd name="connsiteY203" fmla="*/ 146467 h 590308"/>
                <a:gd name="connsiteX204" fmla="*/ 490448 w 821508"/>
                <a:gd name="connsiteY204" fmla="*/ 146467 h 590308"/>
                <a:gd name="connsiteX205" fmla="*/ 486814 w 821508"/>
                <a:gd name="connsiteY205" fmla="*/ 144584 h 590308"/>
                <a:gd name="connsiteX206" fmla="*/ 482842 w 821508"/>
                <a:gd name="connsiteY206" fmla="*/ 144079 h 590308"/>
                <a:gd name="connsiteX207" fmla="*/ 479713 w 821508"/>
                <a:gd name="connsiteY207" fmla="*/ 144079 h 590308"/>
                <a:gd name="connsiteX208" fmla="*/ 476582 w 821508"/>
                <a:gd name="connsiteY208" fmla="*/ 144651 h 590308"/>
                <a:gd name="connsiteX209" fmla="*/ 472611 w 821508"/>
                <a:gd name="connsiteY209" fmla="*/ 144348 h 590308"/>
                <a:gd name="connsiteX210" fmla="*/ 470424 w 821508"/>
                <a:gd name="connsiteY210" fmla="*/ 144853 h 590308"/>
                <a:gd name="connsiteX211" fmla="*/ 469347 w 821508"/>
                <a:gd name="connsiteY211" fmla="*/ 146367 h 590308"/>
                <a:gd name="connsiteX212" fmla="*/ 468606 w 821508"/>
                <a:gd name="connsiteY212" fmla="*/ 146804 h 590308"/>
                <a:gd name="connsiteX213" fmla="*/ 465039 w 821508"/>
                <a:gd name="connsiteY213" fmla="*/ 145425 h 590308"/>
                <a:gd name="connsiteX214" fmla="*/ 464231 w 821508"/>
                <a:gd name="connsiteY214" fmla="*/ 143944 h 590308"/>
                <a:gd name="connsiteX215" fmla="*/ 461606 w 821508"/>
                <a:gd name="connsiteY215" fmla="*/ 144819 h 590308"/>
                <a:gd name="connsiteX216" fmla="*/ 460024 w 821508"/>
                <a:gd name="connsiteY216" fmla="*/ 147712 h 590308"/>
                <a:gd name="connsiteX217" fmla="*/ 458375 w 821508"/>
                <a:gd name="connsiteY217" fmla="*/ 148519 h 590308"/>
                <a:gd name="connsiteX218" fmla="*/ 457298 w 821508"/>
                <a:gd name="connsiteY218" fmla="*/ 150841 h 590308"/>
                <a:gd name="connsiteX219" fmla="*/ 454774 w 821508"/>
                <a:gd name="connsiteY219" fmla="*/ 152657 h 590308"/>
                <a:gd name="connsiteX220" fmla="*/ 451443 w 821508"/>
                <a:gd name="connsiteY220" fmla="*/ 150403 h 590308"/>
                <a:gd name="connsiteX221" fmla="*/ 450803 w 821508"/>
                <a:gd name="connsiteY221" fmla="*/ 148149 h 590308"/>
                <a:gd name="connsiteX222" fmla="*/ 451308 w 821508"/>
                <a:gd name="connsiteY222" fmla="*/ 145963 h 590308"/>
                <a:gd name="connsiteX223" fmla="*/ 451308 w 821508"/>
                <a:gd name="connsiteY223" fmla="*/ 143776 h 590308"/>
                <a:gd name="connsiteX224" fmla="*/ 451240 w 821508"/>
                <a:gd name="connsiteY224" fmla="*/ 141321 h 590308"/>
                <a:gd name="connsiteX225" fmla="*/ 449154 w 821508"/>
                <a:gd name="connsiteY225" fmla="*/ 138495 h 590308"/>
                <a:gd name="connsiteX226" fmla="*/ 445957 w 821508"/>
                <a:gd name="connsiteY226" fmla="*/ 131464 h 590308"/>
                <a:gd name="connsiteX227" fmla="*/ 445452 w 821508"/>
                <a:gd name="connsiteY227" fmla="*/ 128638 h 590308"/>
                <a:gd name="connsiteX228" fmla="*/ 446394 w 821508"/>
                <a:gd name="connsiteY228" fmla="*/ 124501 h 590308"/>
                <a:gd name="connsiteX229" fmla="*/ 447774 w 821508"/>
                <a:gd name="connsiteY229" fmla="*/ 122920 h 590308"/>
                <a:gd name="connsiteX230" fmla="*/ 450029 w 821508"/>
                <a:gd name="connsiteY230" fmla="*/ 120296 h 590308"/>
                <a:gd name="connsiteX231" fmla="*/ 453226 w 821508"/>
                <a:gd name="connsiteY231" fmla="*/ 118210 h 590308"/>
                <a:gd name="connsiteX232" fmla="*/ 454673 w 821508"/>
                <a:gd name="connsiteY232" fmla="*/ 115754 h 590308"/>
                <a:gd name="connsiteX233" fmla="*/ 452419 w 821508"/>
                <a:gd name="connsiteY233" fmla="*/ 113299 h 590308"/>
                <a:gd name="connsiteX234" fmla="*/ 448649 w 821508"/>
                <a:gd name="connsiteY234" fmla="*/ 110843 h 590308"/>
                <a:gd name="connsiteX235" fmla="*/ 445688 w 821508"/>
                <a:gd name="connsiteY235" fmla="*/ 108589 h 590308"/>
                <a:gd name="connsiteX236" fmla="*/ 442423 w 821508"/>
                <a:gd name="connsiteY236" fmla="*/ 105898 h 590308"/>
                <a:gd name="connsiteX237" fmla="*/ 439461 w 821508"/>
                <a:gd name="connsiteY237" fmla="*/ 100247 h 590308"/>
                <a:gd name="connsiteX238" fmla="*/ 440404 w 821508"/>
                <a:gd name="connsiteY238" fmla="*/ 97051 h 590308"/>
                <a:gd name="connsiteX239" fmla="*/ 438216 w 821508"/>
                <a:gd name="connsiteY239" fmla="*/ 93283 h 590308"/>
                <a:gd name="connsiteX240" fmla="*/ 435087 w 821508"/>
                <a:gd name="connsiteY240" fmla="*/ 91837 h 590308"/>
                <a:gd name="connsiteX241" fmla="*/ 432697 w 821508"/>
                <a:gd name="connsiteY241" fmla="*/ 92341 h 590308"/>
                <a:gd name="connsiteX242" fmla="*/ 430375 w 821508"/>
                <a:gd name="connsiteY242" fmla="*/ 94662 h 590308"/>
                <a:gd name="connsiteX243" fmla="*/ 428120 w 821508"/>
                <a:gd name="connsiteY243" fmla="*/ 95604 h 590308"/>
                <a:gd name="connsiteX244" fmla="*/ 427043 w 821508"/>
                <a:gd name="connsiteY244" fmla="*/ 95537 h 590308"/>
                <a:gd name="connsiteX245" fmla="*/ 421826 w 821508"/>
                <a:gd name="connsiteY245" fmla="*/ 93519 h 590308"/>
                <a:gd name="connsiteX246" fmla="*/ 419740 w 821508"/>
                <a:gd name="connsiteY246" fmla="*/ 93149 h 590308"/>
                <a:gd name="connsiteX247" fmla="*/ 417048 w 821508"/>
                <a:gd name="connsiteY247" fmla="*/ 92274 h 590308"/>
                <a:gd name="connsiteX248" fmla="*/ 416173 w 821508"/>
                <a:gd name="connsiteY248" fmla="*/ 90895 h 590308"/>
                <a:gd name="connsiteX249" fmla="*/ 414557 w 821508"/>
                <a:gd name="connsiteY249" fmla="*/ 89280 h 590308"/>
                <a:gd name="connsiteX250" fmla="*/ 412740 w 821508"/>
                <a:gd name="connsiteY250" fmla="*/ 87800 h 590308"/>
                <a:gd name="connsiteX251" fmla="*/ 410788 w 821508"/>
                <a:gd name="connsiteY251" fmla="*/ 87262 h 590308"/>
                <a:gd name="connsiteX252" fmla="*/ 408701 w 821508"/>
                <a:gd name="connsiteY252" fmla="*/ 87262 h 590308"/>
                <a:gd name="connsiteX253" fmla="*/ 404999 w 821508"/>
                <a:gd name="connsiteY253" fmla="*/ 87262 h 590308"/>
                <a:gd name="connsiteX254" fmla="*/ 401735 w 821508"/>
                <a:gd name="connsiteY254" fmla="*/ 87262 h 590308"/>
                <a:gd name="connsiteX255" fmla="*/ 399480 w 821508"/>
                <a:gd name="connsiteY255" fmla="*/ 90020 h 590308"/>
                <a:gd name="connsiteX256" fmla="*/ 392076 w 821508"/>
                <a:gd name="connsiteY256" fmla="*/ 94225 h 590308"/>
                <a:gd name="connsiteX257" fmla="*/ 385984 w 821508"/>
                <a:gd name="connsiteY257" fmla="*/ 98060 h 590308"/>
                <a:gd name="connsiteX258" fmla="*/ 382148 w 821508"/>
                <a:gd name="connsiteY258" fmla="*/ 101323 h 590308"/>
                <a:gd name="connsiteX259" fmla="*/ 378614 w 821508"/>
                <a:gd name="connsiteY259" fmla="*/ 103207 h 590308"/>
                <a:gd name="connsiteX260" fmla="*/ 374407 w 821508"/>
                <a:gd name="connsiteY260" fmla="*/ 104452 h 590308"/>
                <a:gd name="connsiteX261" fmla="*/ 369628 w 821508"/>
                <a:gd name="connsiteY261" fmla="*/ 104452 h 590308"/>
                <a:gd name="connsiteX262" fmla="*/ 364984 w 821508"/>
                <a:gd name="connsiteY262" fmla="*/ 103812 h 590308"/>
                <a:gd name="connsiteX263" fmla="*/ 358388 w 821508"/>
                <a:gd name="connsiteY263" fmla="*/ 102803 h 590308"/>
                <a:gd name="connsiteX264" fmla="*/ 348325 w 821508"/>
                <a:gd name="connsiteY264" fmla="*/ 100280 h 590308"/>
                <a:gd name="connsiteX265" fmla="*/ 341089 w 821508"/>
                <a:gd name="connsiteY265" fmla="*/ 95436 h 590308"/>
                <a:gd name="connsiteX266" fmla="*/ 336310 w 821508"/>
                <a:gd name="connsiteY266" fmla="*/ 91298 h 590308"/>
                <a:gd name="connsiteX267" fmla="*/ 333113 w 821508"/>
                <a:gd name="connsiteY267" fmla="*/ 87968 h 590308"/>
                <a:gd name="connsiteX268" fmla="*/ 330589 w 821508"/>
                <a:gd name="connsiteY268" fmla="*/ 84940 h 590308"/>
                <a:gd name="connsiteX269" fmla="*/ 330219 w 821508"/>
                <a:gd name="connsiteY269" fmla="*/ 79289 h 590308"/>
                <a:gd name="connsiteX270" fmla="*/ 329714 w 821508"/>
                <a:gd name="connsiteY270" fmla="*/ 75084 h 590308"/>
                <a:gd name="connsiteX271" fmla="*/ 330791 w 821508"/>
                <a:gd name="connsiteY271" fmla="*/ 69803 h 590308"/>
                <a:gd name="connsiteX272" fmla="*/ 331868 w 821508"/>
                <a:gd name="connsiteY272" fmla="*/ 67852 h 590308"/>
                <a:gd name="connsiteX273" fmla="*/ 331733 w 821508"/>
                <a:gd name="connsiteY273" fmla="*/ 65934 h 590308"/>
                <a:gd name="connsiteX274" fmla="*/ 329714 w 821508"/>
                <a:gd name="connsiteY274" fmla="*/ 64723 h 590308"/>
                <a:gd name="connsiteX275" fmla="*/ 326954 w 821508"/>
                <a:gd name="connsiteY275" fmla="*/ 64723 h 590308"/>
                <a:gd name="connsiteX276" fmla="*/ 324363 w 821508"/>
                <a:gd name="connsiteY276" fmla="*/ 65228 h 590308"/>
                <a:gd name="connsiteX277" fmla="*/ 320459 w 821508"/>
                <a:gd name="connsiteY277" fmla="*/ 66304 h 590308"/>
                <a:gd name="connsiteX278" fmla="*/ 317430 w 821508"/>
                <a:gd name="connsiteY278" fmla="*/ 67885 h 590308"/>
                <a:gd name="connsiteX279" fmla="*/ 314738 w 821508"/>
                <a:gd name="connsiteY279" fmla="*/ 69264 h 590308"/>
                <a:gd name="connsiteX280" fmla="*/ 311608 w 821508"/>
                <a:gd name="connsiteY280" fmla="*/ 73234 h 590308"/>
                <a:gd name="connsiteX281" fmla="*/ 309656 w 821508"/>
                <a:gd name="connsiteY281" fmla="*/ 76934 h 590308"/>
                <a:gd name="connsiteX282" fmla="*/ 306324 w 821508"/>
                <a:gd name="connsiteY282" fmla="*/ 79121 h 590308"/>
                <a:gd name="connsiteX283" fmla="*/ 302622 w 821508"/>
                <a:gd name="connsiteY283" fmla="*/ 82586 h 590308"/>
                <a:gd name="connsiteX284" fmla="*/ 299661 w 821508"/>
                <a:gd name="connsiteY284" fmla="*/ 83662 h 590308"/>
                <a:gd name="connsiteX285" fmla="*/ 294747 w 821508"/>
                <a:gd name="connsiteY285" fmla="*/ 85546 h 590308"/>
                <a:gd name="connsiteX286" fmla="*/ 291348 w 821508"/>
                <a:gd name="connsiteY286" fmla="*/ 85849 h 590308"/>
                <a:gd name="connsiteX287" fmla="*/ 288453 w 821508"/>
                <a:gd name="connsiteY287" fmla="*/ 86555 h 590308"/>
                <a:gd name="connsiteX288" fmla="*/ 285054 w 821508"/>
                <a:gd name="connsiteY288" fmla="*/ 87564 h 590308"/>
                <a:gd name="connsiteX289" fmla="*/ 281655 w 821508"/>
                <a:gd name="connsiteY289" fmla="*/ 87699 h 590308"/>
                <a:gd name="connsiteX290" fmla="*/ 279939 w 821508"/>
                <a:gd name="connsiteY290" fmla="*/ 85882 h 590308"/>
                <a:gd name="connsiteX291" fmla="*/ 278256 w 821508"/>
                <a:gd name="connsiteY291" fmla="*/ 82855 h 590308"/>
                <a:gd name="connsiteX292" fmla="*/ 276944 w 821508"/>
                <a:gd name="connsiteY292" fmla="*/ 80096 h 590308"/>
                <a:gd name="connsiteX293" fmla="*/ 276506 w 821508"/>
                <a:gd name="connsiteY293" fmla="*/ 76766 h 590308"/>
                <a:gd name="connsiteX294" fmla="*/ 275194 w 821508"/>
                <a:gd name="connsiteY294" fmla="*/ 75252 h 590308"/>
                <a:gd name="connsiteX295" fmla="*/ 271727 w 821508"/>
                <a:gd name="connsiteY295" fmla="*/ 74109 h 590308"/>
                <a:gd name="connsiteX296" fmla="*/ 268833 w 821508"/>
                <a:gd name="connsiteY296" fmla="*/ 71855 h 590308"/>
                <a:gd name="connsiteX297" fmla="*/ 265804 w 821508"/>
                <a:gd name="connsiteY297" fmla="*/ 69971 h 590308"/>
                <a:gd name="connsiteX298" fmla="*/ 264559 w 821508"/>
                <a:gd name="connsiteY298" fmla="*/ 69399 h 590308"/>
                <a:gd name="connsiteX299" fmla="*/ 262977 w 821508"/>
                <a:gd name="connsiteY299" fmla="*/ 69332 h 590308"/>
                <a:gd name="connsiteX300" fmla="*/ 261395 w 821508"/>
                <a:gd name="connsiteY300" fmla="*/ 70576 h 590308"/>
                <a:gd name="connsiteX301" fmla="*/ 260385 w 821508"/>
                <a:gd name="connsiteY301" fmla="*/ 73099 h 590308"/>
                <a:gd name="connsiteX302" fmla="*/ 260823 w 821508"/>
                <a:gd name="connsiteY302" fmla="*/ 76060 h 590308"/>
                <a:gd name="connsiteX303" fmla="*/ 261765 w 821508"/>
                <a:gd name="connsiteY303" fmla="*/ 79087 h 590308"/>
                <a:gd name="connsiteX304" fmla="*/ 261563 w 821508"/>
                <a:gd name="connsiteY304" fmla="*/ 82922 h 590308"/>
                <a:gd name="connsiteX305" fmla="*/ 259309 w 821508"/>
                <a:gd name="connsiteY305" fmla="*/ 83662 h 590308"/>
                <a:gd name="connsiteX306" fmla="*/ 257054 w 821508"/>
                <a:gd name="connsiteY306" fmla="*/ 83898 h 590308"/>
                <a:gd name="connsiteX307" fmla="*/ 253352 w 821508"/>
                <a:gd name="connsiteY307" fmla="*/ 83595 h 590308"/>
                <a:gd name="connsiteX308" fmla="*/ 249010 w 821508"/>
                <a:gd name="connsiteY308" fmla="*/ 82956 h 590308"/>
                <a:gd name="connsiteX309" fmla="*/ 245544 w 821508"/>
                <a:gd name="connsiteY309" fmla="*/ 83259 h 590308"/>
                <a:gd name="connsiteX310" fmla="*/ 241135 w 821508"/>
                <a:gd name="connsiteY310" fmla="*/ 86791 h 590308"/>
                <a:gd name="connsiteX311" fmla="*/ 238005 w 821508"/>
                <a:gd name="connsiteY311" fmla="*/ 89549 h 590308"/>
                <a:gd name="connsiteX312" fmla="*/ 236322 w 821508"/>
                <a:gd name="connsiteY312" fmla="*/ 90491 h 590308"/>
                <a:gd name="connsiteX313" fmla="*/ 234303 w 821508"/>
                <a:gd name="connsiteY313" fmla="*/ 90928 h 590308"/>
                <a:gd name="connsiteX314" fmla="*/ 229962 w 821508"/>
                <a:gd name="connsiteY314" fmla="*/ 88977 h 590308"/>
                <a:gd name="connsiteX315" fmla="*/ 225822 w 821508"/>
                <a:gd name="connsiteY315" fmla="*/ 86017 h 590308"/>
                <a:gd name="connsiteX316" fmla="*/ 222356 w 821508"/>
                <a:gd name="connsiteY316" fmla="*/ 83326 h 590308"/>
                <a:gd name="connsiteX317" fmla="*/ 218788 w 821508"/>
                <a:gd name="connsiteY317" fmla="*/ 79760 h 590308"/>
                <a:gd name="connsiteX318" fmla="*/ 211620 w 821508"/>
                <a:gd name="connsiteY318" fmla="*/ 79625 h 590308"/>
                <a:gd name="connsiteX319" fmla="*/ 207649 w 821508"/>
                <a:gd name="connsiteY319" fmla="*/ 76060 h 590308"/>
                <a:gd name="connsiteX320" fmla="*/ 207077 w 821508"/>
                <a:gd name="connsiteY320" fmla="*/ 74613 h 590308"/>
                <a:gd name="connsiteX321" fmla="*/ 203038 w 821508"/>
                <a:gd name="connsiteY321" fmla="*/ 71922 h 590308"/>
                <a:gd name="connsiteX322" fmla="*/ 200076 w 821508"/>
                <a:gd name="connsiteY322" fmla="*/ 70913 h 590308"/>
                <a:gd name="connsiteX323" fmla="*/ 198562 w 821508"/>
                <a:gd name="connsiteY323" fmla="*/ 69769 h 590308"/>
                <a:gd name="connsiteX324" fmla="*/ 197485 w 821508"/>
                <a:gd name="connsiteY324" fmla="*/ 66809 h 590308"/>
                <a:gd name="connsiteX325" fmla="*/ 194658 w 821508"/>
                <a:gd name="connsiteY325" fmla="*/ 63983 h 590308"/>
                <a:gd name="connsiteX326" fmla="*/ 192134 w 821508"/>
                <a:gd name="connsiteY326" fmla="*/ 62469 h 590308"/>
                <a:gd name="connsiteX327" fmla="*/ 188937 w 821508"/>
                <a:gd name="connsiteY327" fmla="*/ 59845 h 590308"/>
                <a:gd name="connsiteX328" fmla="*/ 187624 w 821508"/>
                <a:gd name="connsiteY328" fmla="*/ 57827 h 590308"/>
                <a:gd name="connsiteX329" fmla="*/ 188197 w 821508"/>
                <a:gd name="connsiteY329" fmla="*/ 54564 h 590308"/>
                <a:gd name="connsiteX330" fmla="*/ 189273 w 821508"/>
                <a:gd name="connsiteY330" fmla="*/ 48475 h 590308"/>
                <a:gd name="connsiteX331" fmla="*/ 188567 w 821508"/>
                <a:gd name="connsiteY331" fmla="*/ 45212 h 590308"/>
                <a:gd name="connsiteX332" fmla="*/ 186244 w 821508"/>
                <a:gd name="connsiteY332" fmla="*/ 44338 h 590308"/>
                <a:gd name="connsiteX333" fmla="*/ 183047 w 821508"/>
                <a:gd name="connsiteY333" fmla="*/ 41512 h 590308"/>
                <a:gd name="connsiteX334" fmla="*/ 181903 w 821508"/>
                <a:gd name="connsiteY334" fmla="*/ 39123 h 590308"/>
                <a:gd name="connsiteX335" fmla="*/ 181903 w 821508"/>
                <a:gd name="connsiteY335" fmla="*/ 37441 h 590308"/>
                <a:gd name="connsiteX336" fmla="*/ 184494 w 821508"/>
                <a:gd name="connsiteY336" fmla="*/ 34414 h 590308"/>
                <a:gd name="connsiteX337" fmla="*/ 186514 w 821508"/>
                <a:gd name="connsiteY337" fmla="*/ 32900 h 590308"/>
                <a:gd name="connsiteX338" fmla="*/ 187389 w 821508"/>
                <a:gd name="connsiteY338" fmla="*/ 31319 h 590308"/>
                <a:gd name="connsiteX339" fmla="*/ 187322 w 821508"/>
                <a:gd name="connsiteY339" fmla="*/ 29233 h 590308"/>
                <a:gd name="connsiteX340" fmla="*/ 185739 w 821508"/>
                <a:gd name="connsiteY340" fmla="*/ 26542 h 590308"/>
                <a:gd name="connsiteX341" fmla="*/ 184293 w 821508"/>
                <a:gd name="connsiteY341" fmla="*/ 25600 h 590308"/>
                <a:gd name="connsiteX342" fmla="*/ 182273 w 821508"/>
                <a:gd name="connsiteY342" fmla="*/ 22842 h 590308"/>
                <a:gd name="connsiteX343" fmla="*/ 181768 w 821508"/>
                <a:gd name="connsiteY343" fmla="*/ 21025 h 590308"/>
                <a:gd name="connsiteX344" fmla="*/ 180658 w 821508"/>
                <a:gd name="connsiteY344" fmla="*/ 15744 h 590308"/>
                <a:gd name="connsiteX345" fmla="*/ 178908 w 821508"/>
                <a:gd name="connsiteY345" fmla="*/ 13658 h 590308"/>
                <a:gd name="connsiteX346" fmla="*/ 177595 w 821508"/>
                <a:gd name="connsiteY346" fmla="*/ 11707 h 590308"/>
                <a:gd name="connsiteX347" fmla="*/ 178841 w 821508"/>
                <a:gd name="connsiteY347" fmla="*/ 9184 h 590308"/>
                <a:gd name="connsiteX348" fmla="*/ 181466 w 821508"/>
                <a:gd name="connsiteY348" fmla="*/ 6998 h 590308"/>
                <a:gd name="connsiteX349" fmla="*/ 181667 w 821508"/>
                <a:gd name="connsiteY349" fmla="*/ 4912 h 590308"/>
                <a:gd name="connsiteX350" fmla="*/ 180523 w 821508"/>
                <a:gd name="connsiteY350" fmla="*/ 1851 h 590308"/>
                <a:gd name="connsiteX351" fmla="*/ 177629 w 821508"/>
                <a:gd name="connsiteY351" fmla="*/ 404 h 590308"/>
                <a:gd name="connsiteX352" fmla="*/ 173490 w 821508"/>
                <a:gd name="connsiteY352" fmla="*/ 404 h 590308"/>
                <a:gd name="connsiteX353" fmla="*/ 170461 w 821508"/>
                <a:gd name="connsiteY353" fmla="*/ 2490 h 590308"/>
                <a:gd name="connsiteX354" fmla="*/ 168508 w 821508"/>
                <a:gd name="connsiteY354" fmla="*/ 2793 h 590308"/>
                <a:gd name="connsiteX355" fmla="*/ 166489 w 821508"/>
                <a:gd name="connsiteY355" fmla="*/ 3533 h 590308"/>
                <a:gd name="connsiteX356" fmla="*/ 163898 w 821508"/>
                <a:gd name="connsiteY356" fmla="*/ 4542 h 590308"/>
                <a:gd name="connsiteX357" fmla="*/ 160936 w 821508"/>
                <a:gd name="connsiteY357" fmla="*/ 5046 h 590308"/>
                <a:gd name="connsiteX358" fmla="*/ 159052 w 821508"/>
                <a:gd name="connsiteY358" fmla="*/ 5181 h 590308"/>
                <a:gd name="connsiteX359" fmla="*/ 157100 w 821508"/>
                <a:gd name="connsiteY359" fmla="*/ 5753 h 590308"/>
                <a:gd name="connsiteX360" fmla="*/ 155215 w 821508"/>
                <a:gd name="connsiteY360" fmla="*/ 6829 h 590308"/>
                <a:gd name="connsiteX361" fmla="*/ 153633 w 821508"/>
                <a:gd name="connsiteY361" fmla="*/ 8646 h 590308"/>
                <a:gd name="connsiteX362" fmla="*/ 151446 w 821508"/>
                <a:gd name="connsiteY362" fmla="*/ 10328 h 590308"/>
                <a:gd name="connsiteX363" fmla="*/ 150066 w 821508"/>
                <a:gd name="connsiteY363" fmla="*/ 11135 h 590308"/>
                <a:gd name="connsiteX364" fmla="*/ 148551 w 821508"/>
                <a:gd name="connsiteY364" fmla="*/ 12582 h 590308"/>
                <a:gd name="connsiteX365" fmla="*/ 146667 w 821508"/>
                <a:gd name="connsiteY365" fmla="*/ 13456 h 590308"/>
                <a:gd name="connsiteX366" fmla="*/ 143840 w 821508"/>
                <a:gd name="connsiteY366" fmla="*/ 12750 h 590308"/>
                <a:gd name="connsiteX367" fmla="*/ 142258 w 821508"/>
                <a:gd name="connsiteY367" fmla="*/ 11303 h 590308"/>
                <a:gd name="connsiteX368" fmla="*/ 141383 w 821508"/>
                <a:gd name="connsiteY368" fmla="*/ 8478 h 590308"/>
                <a:gd name="connsiteX369" fmla="*/ 138623 w 821508"/>
                <a:gd name="connsiteY369" fmla="*/ 9924 h 590308"/>
                <a:gd name="connsiteX370" fmla="*/ 136368 w 821508"/>
                <a:gd name="connsiteY370" fmla="*/ 11068 h 590308"/>
                <a:gd name="connsiteX371" fmla="*/ 134349 w 821508"/>
                <a:gd name="connsiteY371" fmla="*/ 12144 h 590308"/>
                <a:gd name="connsiteX372" fmla="*/ 132835 w 821508"/>
                <a:gd name="connsiteY372" fmla="*/ 13725 h 590308"/>
                <a:gd name="connsiteX373" fmla="*/ 131690 w 821508"/>
                <a:gd name="connsiteY373" fmla="*/ 14667 h 590308"/>
                <a:gd name="connsiteX374" fmla="*/ 129099 w 821508"/>
                <a:gd name="connsiteY374" fmla="*/ 14869 h 590308"/>
                <a:gd name="connsiteX375" fmla="*/ 126474 w 821508"/>
                <a:gd name="connsiteY375" fmla="*/ 14936 h 590308"/>
                <a:gd name="connsiteX376" fmla="*/ 120753 w 821508"/>
                <a:gd name="connsiteY376" fmla="*/ 14365 h 590308"/>
                <a:gd name="connsiteX377" fmla="*/ 115334 w 821508"/>
                <a:gd name="connsiteY377" fmla="*/ 14297 h 590308"/>
                <a:gd name="connsiteX378" fmla="*/ 111565 w 821508"/>
                <a:gd name="connsiteY378" fmla="*/ 14297 h 590308"/>
                <a:gd name="connsiteX379" fmla="*/ 107829 w 821508"/>
                <a:gd name="connsiteY379" fmla="*/ 14869 h 590308"/>
                <a:gd name="connsiteX380" fmla="*/ 107223 w 821508"/>
                <a:gd name="connsiteY380" fmla="*/ 17258 h 590308"/>
                <a:gd name="connsiteX381" fmla="*/ 107223 w 821508"/>
                <a:gd name="connsiteY381" fmla="*/ 20386 h 590308"/>
                <a:gd name="connsiteX382" fmla="*/ 107796 w 821508"/>
                <a:gd name="connsiteY382" fmla="*/ 21631 h 590308"/>
                <a:gd name="connsiteX383" fmla="*/ 107223 w 821508"/>
                <a:gd name="connsiteY383" fmla="*/ 26475 h 590308"/>
                <a:gd name="connsiteX384" fmla="*/ 107223 w 821508"/>
                <a:gd name="connsiteY384" fmla="*/ 28561 h 590308"/>
                <a:gd name="connsiteX385" fmla="*/ 107223 w 821508"/>
                <a:gd name="connsiteY385" fmla="*/ 31184 h 590308"/>
                <a:gd name="connsiteX386" fmla="*/ 105843 w 821508"/>
                <a:gd name="connsiteY386" fmla="*/ 32564 h 590308"/>
                <a:gd name="connsiteX387" fmla="*/ 103589 w 821508"/>
                <a:gd name="connsiteY387" fmla="*/ 33943 h 590308"/>
                <a:gd name="connsiteX388" fmla="*/ 101502 w 821508"/>
                <a:gd name="connsiteY388" fmla="*/ 34313 h 590308"/>
                <a:gd name="connsiteX389" fmla="*/ 96791 w 821508"/>
                <a:gd name="connsiteY389" fmla="*/ 35558 h 590308"/>
                <a:gd name="connsiteX390" fmla="*/ 91742 w 821508"/>
                <a:gd name="connsiteY390" fmla="*/ 35120 h 590308"/>
                <a:gd name="connsiteX391" fmla="*/ 89218 w 821508"/>
                <a:gd name="connsiteY391" fmla="*/ 35692 h 590308"/>
                <a:gd name="connsiteX392" fmla="*/ 87267 w 821508"/>
                <a:gd name="connsiteY392" fmla="*/ 36331 h 590308"/>
                <a:gd name="connsiteX393" fmla="*/ 82622 w 821508"/>
                <a:gd name="connsiteY393" fmla="*/ 37206 h 590308"/>
                <a:gd name="connsiteX394" fmla="*/ 81478 w 821508"/>
                <a:gd name="connsiteY394" fmla="*/ 39594 h 590308"/>
                <a:gd name="connsiteX395" fmla="*/ 81107 w 821508"/>
                <a:gd name="connsiteY395" fmla="*/ 43497 h 590308"/>
                <a:gd name="connsiteX396" fmla="*/ 83632 w 821508"/>
                <a:gd name="connsiteY396" fmla="*/ 47634 h 590308"/>
                <a:gd name="connsiteX397" fmla="*/ 85516 w 821508"/>
                <a:gd name="connsiteY397" fmla="*/ 49720 h 590308"/>
                <a:gd name="connsiteX398" fmla="*/ 88108 w 821508"/>
                <a:gd name="connsiteY398" fmla="*/ 54732 h 590308"/>
                <a:gd name="connsiteX399" fmla="*/ 88747 w 821508"/>
                <a:gd name="connsiteY399" fmla="*/ 57995 h 590308"/>
                <a:gd name="connsiteX400" fmla="*/ 89386 w 821508"/>
                <a:gd name="connsiteY400" fmla="*/ 60821 h 590308"/>
                <a:gd name="connsiteX401" fmla="*/ 90060 w 821508"/>
                <a:gd name="connsiteY401" fmla="*/ 67852 h 590308"/>
                <a:gd name="connsiteX402" fmla="*/ 89791 w 821508"/>
                <a:gd name="connsiteY402" fmla="*/ 70745 h 590308"/>
                <a:gd name="connsiteX403" fmla="*/ 89791 w 821508"/>
                <a:gd name="connsiteY403" fmla="*/ 74310 h 590308"/>
                <a:gd name="connsiteX404" fmla="*/ 88545 w 821508"/>
                <a:gd name="connsiteY404" fmla="*/ 75757 h 590308"/>
                <a:gd name="connsiteX405" fmla="*/ 86862 w 821508"/>
                <a:gd name="connsiteY405" fmla="*/ 77708 h 590308"/>
                <a:gd name="connsiteX406" fmla="*/ 85348 w 821508"/>
                <a:gd name="connsiteY406" fmla="*/ 81476 h 590308"/>
                <a:gd name="connsiteX407" fmla="*/ 85045 w 821508"/>
                <a:gd name="connsiteY407" fmla="*/ 83359 h 590308"/>
                <a:gd name="connsiteX408" fmla="*/ 82588 w 821508"/>
                <a:gd name="connsiteY408" fmla="*/ 84369 h 590308"/>
                <a:gd name="connsiteX409" fmla="*/ 80401 w 821508"/>
                <a:gd name="connsiteY409" fmla="*/ 83662 h 590308"/>
                <a:gd name="connsiteX410" fmla="*/ 78516 w 821508"/>
                <a:gd name="connsiteY410" fmla="*/ 81274 h 590308"/>
                <a:gd name="connsiteX411" fmla="*/ 77776 w 821508"/>
                <a:gd name="connsiteY411" fmla="*/ 79154 h 590308"/>
                <a:gd name="connsiteX412" fmla="*/ 76699 w 821508"/>
                <a:gd name="connsiteY412" fmla="*/ 77641 h 590308"/>
                <a:gd name="connsiteX413" fmla="*/ 76329 w 821508"/>
                <a:gd name="connsiteY413" fmla="*/ 74445 h 590308"/>
                <a:gd name="connsiteX414" fmla="*/ 75016 w 821508"/>
                <a:gd name="connsiteY414" fmla="*/ 72359 h 590308"/>
                <a:gd name="connsiteX415" fmla="*/ 72997 w 821508"/>
                <a:gd name="connsiteY415" fmla="*/ 71989 h 590308"/>
                <a:gd name="connsiteX416" fmla="*/ 71852 w 821508"/>
                <a:gd name="connsiteY416" fmla="*/ 72729 h 590308"/>
                <a:gd name="connsiteX417" fmla="*/ 71045 w 821508"/>
                <a:gd name="connsiteY417" fmla="*/ 74109 h 590308"/>
                <a:gd name="connsiteX418" fmla="*/ 68790 w 821508"/>
                <a:gd name="connsiteY418" fmla="*/ 74109 h 590308"/>
                <a:gd name="connsiteX419" fmla="*/ 66973 w 821508"/>
                <a:gd name="connsiteY419" fmla="*/ 71855 h 590308"/>
                <a:gd name="connsiteX420" fmla="*/ 65155 w 821508"/>
                <a:gd name="connsiteY420" fmla="*/ 69836 h 590308"/>
                <a:gd name="connsiteX421" fmla="*/ 64650 w 821508"/>
                <a:gd name="connsiteY421" fmla="*/ 67381 h 590308"/>
                <a:gd name="connsiteX422" fmla="*/ 63775 w 821508"/>
                <a:gd name="connsiteY422" fmla="*/ 64925 h 590308"/>
                <a:gd name="connsiteX423" fmla="*/ 62093 w 821508"/>
                <a:gd name="connsiteY423" fmla="*/ 62671 h 590308"/>
                <a:gd name="connsiteX424" fmla="*/ 61151 w 821508"/>
                <a:gd name="connsiteY424" fmla="*/ 61157 h 590308"/>
                <a:gd name="connsiteX425" fmla="*/ 59400 w 821508"/>
                <a:gd name="connsiteY425" fmla="*/ 59711 h 590308"/>
                <a:gd name="connsiteX426" fmla="*/ 57650 w 821508"/>
                <a:gd name="connsiteY426" fmla="*/ 59273 h 590308"/>
                <a:gd name="connsiteX427" fmla="*/ 56641 w 821508"/>
                <a:gd name="connsiteY427" fmla="*/ 59273 h 590308"/>
                <a:gd name="connsiteX428" fmla="*/ 54386 w 821508"/>
                <a:gd name="connsiteY428" fmla="*/ 60922 h 590308"/>
                <a:gd name="connsiteX429" fmla="*/ 53309 w 821508"/>
                <a:gd name="connsiteY429" fmla="*/ 62604 h 590308"/>
                <a:gd name="connsiteX430" fmla="*/ 51626 w 821508"/>
                <a:gd name="connsiteY430" fmla="*/ 64858 h 590308"/>
                <a:gd name="connsiteX431" fmla="*/ 50414 w 821508"/>
                <a:gd name="connsiteY431" fmla="*/ 66741 h 590308"/>
                <a:gd name="connsiteX432" fmla="*/ 48833 w 821508"/>
                <a:gd name="connsiteY432" fmla="*/ 69769 h 590308"/>
                <a:gd name="connsiteX433" fmla="*/ 46006 w 821508"/>
                <a:gd name="connsiteY433" fmla="*/ 71787 h 590308"/>
                <a:gd name="connsiteX434" fmla="*/ 43818 w 821508"/>
                <a:gd name="connsiteY434" fmla="*/ 72157 h 590308"/>
                <a:gd name="connsiteX435" fmla="*/ 40688 w 821508"/>
                <a:gd name="connsiteY435" fmla="*/ 69836 h 590308"/>
                <a:gd name="connsiteX436" fmla="*/ 40318 w 821508"/>
                <a:gd name="connsiteY436" fmla="*/ 67953 h 590308"/>
                <a:gd name="connsiteX437" fmla="*/ 37491 w 821508"/>
                <a:gd name="connsiteY437" fmla="*/ 65631 h 590308"/>
                <a:gd name="connsiteX438" fmla="*/ 36616 w 821508"/>
                <a:gd name="connsiteY438" fmla="*/ 64555 h 590308"/>
                <a:gd name="connsiteX439" fmla="*/ 35102 w 821508"/>
                <a:gd name="connsiteY439" fmla="*/ 62671 h 590308"/>
                <a:gd name="connsiteX440" fmla="*/ 32712 w 821508"/>
                <a:gd name="connsiteY440" fmla="*/ 63748 h 590308"/>
                <a:gd name="connsiteX441" fmla="*/ 30693 w 821508"/>
                <a:gd name="connsiteY441" fmla="*/ 64185 h 590308"/>
                <a:gd name="connsiteX442" fmla="*/ 29448 w 821508"/>
                <a:gd name="connsiteY442" fmla="*/ 61796 h 590308"/>
                <a:gd name="connsiteX443" fmla="*/ 27698 w 821508"/>
                <a:gd name="connsiteY443" fmla="*/ 59543 h 590308"/>
                <a:gd name="connsiteX444" fmla="*/ 25106 w 821508"/>
                <a:gd name="connsiteY444" fmla="*/ 56280 h 590308"/>
                <a:gd name="connsiteX445" fmla="*/ 22717 w 821508"/>
                <a:gd name="connsiteY445" fmla="*/ 54261 h 590308"/>
                <a:gd name="connsiteX446" fmla="*/ 19385 w 821508"/>
                <a:gd name="connsiteY446" fmla="*/ 52445 h 590308"/>
                <a:gd name="connsiteX447" fmla="*/ 16794 w 821508"/>
                <a:gd name="connsiteY447" fmla="*/ 51940 h 590308"/>
                <a:gd name="connsiteX448" fmla="*/ 14101 w 821508"/>
                <a:gd name="connsiteY448" fmla="*/ 51503 h 590308"/>
                <a:gd name="connsiteX449" fmla="*/ 11476 w 821508"/>
                <a:gd name="connsiteY449" fmla="*/ 52142 h 590308"/>
                <a:gd name="connsiteX450" fmla="*/ 10029 w 821508"/>
                <a:gd name="connsiteY450" fmla="*/ 52276 h 590308"/>
                <a:gd name="connsiteX451" fmla="*/ 5687 w 821508"/>
                <a:gd name="connsiteY451" fmla="*/ 53017 h 590308"/>
                <a:gd name="connsiteX452" fmla="*/ 2154 w 821508"/>
                <a:gd name="connsiteY452" fmla="*/ 54396 h 590308"/>
                <a:gd name="connsiteX453" fmla="*/ 1346 w 821508"/>
                <a:gd name="connsiteY453" fmla="*/ 57659 h 590308"/>
                <a:gd name="connsiteX454" fmla="*/ 6058 w 821508"/>
                <a:gd name="connsiteY454" fmla="*/ 60350 h 590308"/>
                <a:gd name="connsiteX455" fmla="*/ 8750 w 821508"/>
                <a:gd name="connsiteY455" fmla="*/ 62738 h 590308"/>
                <a:gd name="connsiteX456" fmla="*/ 9020 w 821508"/>
                <a:gd name="connsiteY456" fmla="*/ 64824 h 590308"/>
                <a:gd name="connsiteX457" fmla="*/ 9457 w 821508"/>
                <a:gd name="connsiteY457" fmla="*/ 67448 h 590308"/>
                <a:gd name="connsiteX458" fmla="*/ 9591 w 821508"/>
                <a:gd name="connsiteY458" fmla="*/ 69769 h 590308"/>
                <a:gd name="connsiteX459" fmla="*/ 9524 w 821508"/>
                <a:gd name="connsiteY459" fmla="*/ 72460 h 590308"/>
                <a:gd name="connsiteX460" fmla="*/ 8851 w 821508"/>
                <a:gd name="connsiteY460" fmla="*/ 73974 h 590308"/>
                <a:gd name="connsiteX461" fmla="*/ 7976 w 821508"/>
                <a:gd name="connsiteY461" fmla="*/ 75286 h 590308"/>
                <a:gd name="connsiteX462" fmla="*/ 6529 w 821508"/>
                <a:gd name="connsiteY462" fmla="*/ 76228 h 590308"/>
                <a:gd name="connsiteX463" fmla="*/ 4644 w 821508"/>
                <a:gd name="connsiteY463" fmla="*/ 77607 h 590308"/>
                <a:gd name="connsiteX464" fmla="*/ 2759 w 821508"/>
                <a:gd name="connsiteY464" fmla="*/ 78986 h 590308"/>
                <a:gd name="connsiteX465" fmla="*/ 942 w 821508"/>
                <a:gd name="connsiteY465" fmla="*/ 80870 h 590308"/>
                <a:gd name="connsiteX466" fmla="*/ 0 w 821508"/>
                <a:gd name="connsiteY466" fmla="*/ 82317 h 590308"/>
                <a:gd name="connsiteX467" fmla="*/ 740 w 821508"/>
                <a:gd name="connsiteY467" fmla="*/ 85950 h 590308"/>
                <a:gd name="connsiteX468" fmla="*/ 1750 w 821508"/>
                <a:gd name="connsiteY468" fmla="*/ 88136 h 590308"/>
                <a:gd name="connsiteX469" fmla="*/ 4644 w 821508"/>
                <a:gd name="connsiteY469" fmla="*/ 89280 h 590308"/>
                <a:gd name="connsiteX470" fmla="*/ 7539 w 821508"/>
                <a:gd name="connsiteY470" fmla="*/ 90424 h 590308"/>
                <a:gd name="connsiteX471" fmla="*/ 12250 w 821508"/>
                <a:gd name="connsiteY471" fmla="*/ 90357 h 590308"/>
                <a:gd name="connsiteX472" fmla="*/ 15582 w 821508"/>
                <a:gd name="connsiteY472" fmla="*/ 88170 h 590308"/>
                <a:gd name="connsiteX473" fmla="*/ 15952 w 821508"/>
                <a:gd name="connsiteY473" fmla="*/ 86488 h 590308"/>
                <a:gd name="connsiteX474" fmla="*/ 19957 w 821508"/>
                <a:gd name="connsiteY474" fmla="*/ 84840 h 590308"/>
                <a:gd name="connsiteX475" fmla="*/ 23289 w 821508"/>
                <a:gd name="connsiteY475" fmla="*/ 86656 h 590308"/>
                <a:gd name="connsiteX476" fmla="*/ 26924 w 821508"/>
                <a:gd name="connsiteY476" fmla="*/ 89415 h 590308"/>
                <a:gd name="connsiteX477" fmla="*/ 27125 w 821508"/>
                <a:gd name="connsiteY477" fmla="*/ 92240 h 590308"/>
                <a:gd name="connsiteX478" fmla="*/ 27193 w 821508"/>
                <a:gd name="connsiteY478" fmla="*/ 94326 h 590308"/>
                <a:gd name="connsiteX479" fmla="*/ 24299 w 821508"/>
                <a:gd name="connsiteY479" fmla="*/ 99170 h 590308"/>
                <a:gd name="connsiteX480" fmla="*/ 21539 w 821508"/>
                <a:gd name="connsiteY480" fmla="*/ 101491 h 590308"/>
                <a:gd name="connsiteX481" fmla="*/ 22616 w 821508"/>
                <a:gd name="connsiteY481" fmla="*/ 104620 h 590308"/>
                <a:gd name="connsiteX482" fmla="*/ 24871 w 821508"/>
                <a:gd name="connsiteY482" fmla="*/ 105124 h 590308"/>
                <a:gd name="connsiteX483" fmla="*/ 28640 w 821508"/>
                <a:gd name="connsiteY483" fmla="*/ 105932 h 590308"/>
                <a:gd name="connsiteX484" fmla="*/ 32107 w 821508"/>
                <a:gd name="connsiteY484" fmla="*/ 107950 h 590308"/>
                <a:gd name="connsiteX485" fmla="*/ 35640 w 821508"/>
                <a:gd name="connsiteY485" fmla="*/ 110406 h 590308"/>
                <a:gd name="connsiteX486" fmla="*/ 37895 w 821508"/>
                <a:gd name="connsiteY486" fmla="*/ 111987 h 590308"/>
                <a:gd name="connsiteX487" fmla="*/ 41866 w 821508"/>
                <a:gd name="connsiteY487" fmla="*/ 114375 h 590308"/>
                <a:gd name="connsiteX488" fmla="*/ 44828 w 821508"/>
                <a:gd name="connsiteY488" fmla="*/ 117840 h 590308"/>
                <a:gd name="connsiteX489" fmla="*/ 46578 w 821508"/>
                <a:gd name="connsiteY489" fmla="*/ 120229 h 590308"/>
                <a:gd name="connsiteX490" fmla="*/ 45131 w 821508"/>
                <a:gd name="connsiteY490" fmla="*/ 121810 h 590308"/>
                <a:gd name="connsiteX491" fmla="*/ 41159 w 821508"/>
                <a:gd name="connsiteY491" fmla="*/ 123256 h 590308"/>
                <a:gd name="connsiteX492" fmla="*/ 39342 w 821508"/>
                <a:gd name="connsiteY492" fmla="*/ 124265 h 590308"/>
                <a:gd name="connsiteX493" fmla="*/ 38400 w 821508"/>
                <a:gd name="connsiteY493" fmla="*/ 125947 h 590308"/>
                <a:gd name="connsiteX494" fmla="*/ 44121 w 821508"/>
                <a:gd name="connsiteY494" fmla="*/ 128706 h 590308"/>
                <a:gd name="connsiteX495" fmla="*/ 45064 w 821508"/>
                <a:gd name="connsiteY495" fmla="*/ 128773 h 590308"/>
                <a:gd name="connsiteX496" fmla="*/ 48429 w 821508"/>
                <a:gd name="connsiteY496" fmla="*/ 131229 h 590308"/>
                <a:gd name="connsiteX497" fmla="*/ 51357 w 821508"/>
                <a:gd name="connsiteY497" fmla="*/ 136241 h 590308"/>
                <a:gd name="connsiteX498" fmla="*/ 51357 w 821508"/>
                <a:gd name="connsiteY498" fmla="*/ 136880 h 590308"/>
                <a:gd name="connsiteX499" fmla="*/ 47789 w 821508"/>
                <a:gd name="connsiteY499" fmla="*/ 140278 h 590308"/>
                <a:gd name="connsiteX500" fmla="*/ 44592 w 821508"/>
                <a:gd name="connsiteY500" fmla="*/ 141724 h 590308"/>
                <a:gd name="connsiteX501" fmla="*/ 43516 w 821508"/>
                <a:gd name="connsiteY501" fmla="*/ 142969 h 590308"/>
                <a:gd name="connsiteX502" fmla="*/ 42506 w 821508"/>
                <a:gd name="connsiteY502" fmla="*/ 147107 h 590308"/>
                <a:gd name="connsiteX503" fmla="*/ 42741 w 821508"/>
                <a:gd name="connsiteY503" fmla="*/ 154272 h 590308"/>
                <a:gd name="connsiteX504" fmla="*/ 39914 w 821508"/>
                <a:gd name="connsiteY504" fmla="*/ 155281 h 590308"/>
                <a:gd name="connsiteX505" fmla="*/ 42876 w 821508"/>
                <a:gd name="connsiteY505" fmla="*/ 159116 h 590308"/>
                <a:gd name="connsiteX506" fmla="*/ 43953 w 821508"/>
                <a:gd name="connsiteY506" fmla="*/ 161874 h 590308"/>
                <a:gd name="connsiteX507" fmla="*/ 42876 w 821508"/>
                <a:gd name="connsiteY507" fmla="*/ 165507 h 590308"/>
                <a:gd name="connsiteX508" fmla="*/ 40284 w 821508"/>
                <a:gd name="connsiteY508" fmla="*/ 168199 h 590308"/>
                <a:gd name="connsiteX509" fmla="*/ 39713 w 821508"/>
                <a:gd name="connsiteY509" fmla="*/ 171596 h 590308"/>
                <a:gd name="connsiteX510" fmla="*/ 39140 w 821508"/>
                <a:gd name="connsiteY510" fmla="*/ 175566 h 590308"/>
                <a:gd name="connsiteX511" fmla="*/ 39847 w 821508"/>
                <a:gd name="connsiteY511" fmla="*/ 178257 h 590308"/>
                <a:gd name="connsiteX512" fmla="*/ 40217 w 821508"/>
                <a:gd name="connsiteY512" fmla="*/ 184917 h 590308"/>
                <a:gd name="connsiteX513" fmla="*/ 41025 w 821508"/>
                <a:gd name="connsiteY513" fmla="*/ 187743 h 590308"/>
                <a:gd name="connsiteX514" fmla="*/ 46241 w 821508"/>
                <a:gd name="connsiteY514" fmla="*/ 187878 h 590308"/>
                <a:gd name="connsiteX515" fmla="*/ 46376 w 821508"/>
                <a:gd name="connsiteY515" fmla="*/ 190401 h 590308"/>
                <a:gd name="connsiteX516" fmla="*/ 45232 w 821508"/>
                <a:gd name="connsiteY516" fmla="*/ 194168 h 590308"/>
                <a:gd name="connsiteX517" fmla="*/ 43616 w 821508"/>
                <a:gd name="connsiteY517" fmla="*/ 198239 h 590308"/>
                <a:gd name="connsiteX518" fmla="*/ 43414 w 821508"/>
                <a:gd name="connsiteY518" fmla="*/ 201502 h 590308"/>
                <a:gd name="connsiteX519" fmla="*/ 42977 w 821508"/>
                <a:gd name="connsiteY519" fmla="*/ 204832 h 590308"/>
                <a:gd name="connsiteX520" fmla="*/ 43347 w 821508"/>
                <a:gd name="connsiteY520" fmla="*/ 206918 h 590308"/>
                <a:gd name="connsiteX521" fmla="*/ 46174 w 821508"/>
                <a:gd name="connsiteY521" fmla="*/ 209374 h 590308"/>
                <a:gd name="connsiteX522" fmla="*/ 50953 w 821508"/>
                <a:gd name="connsiteY522" fmla="*/ 212132 h 590308"/>
                <a:gd name="connsiteX523" fmla="*/ 55093 w 821508"/>
                <a:gd name="connsiteY523" fmla="*/ 215597 h 590308"/>
                <a:gd name="connsiteX524" fmla="*/ 59501 w 821508"/>
                <a:gd name="connsiteY524" fmla="*/ 220878 h 590308"/>
                <a:gd name="connsiteX525" fmla="*/ 62833 w 821508"/>
                <a:gd name="connsiteY525" fmla="*/ 223469 h 590308"/>
                <a:gd name="connsiteX526" fmla="*/ 66165 w 821508"/>
                <a:gd name="connsiteY526" fmla="*/ 225420 h 590308"/>
                <a:gd name="connsiteX527" fmla="*/ 66603 w 821508"/>
                <a:gd name="connsiteY527" fmla="*/ 227808 h 590308"/>
                <a:gd name="connsiteX528" fmla="*/ 66232 w 821508"/>
                <a:gd name="connsiteY528" fmla="*/ 230836 h 590308"/>
                <a:gd name="connsiteX529" fmla="*/ 65862 w 821508"/>
                <a:gd name="connsiteY529" fmla="*/ 233022 h 590308"/>
                <a:gd name="connsiteX530" fmla="*/ 65290 w 821508"/>
                <a:gd name="connsiteY530" fmla="*/ 234906 h 590308"/>
                <a:gd name="connsiteX531" fmla="*/ 64617 w 821508"/>
                <a:gd name="connsiteY531" fmla="*/ 237530 h 590308"/>
                <a:gd name="connsiteX532" fmla="*/ 63540 w 821508"/>
                <a:gd name="connsiteY532" fmla="*/ 238472 h 590308"/>
                <a:gd name="connsiteX533" fmla="*/ 63102 w 821508"/>
                <a:gd name="connsiteY533" fmla="*/ 240356 h 590308"/>
                <a:gd name="connsiteX534" fmla="*/ 63304 w 821508"/>
                <a:gd name="connsiteY534" fmla="*/ 242980 h 590308"/>
                <a:gd name="connsiteX535" fmla="*/ 64011 w 821508"/>
                <a:gd name="connsiteY535" fmla="*/ 244796 h 590308"/>
                <a:gd name="connsiteX536" fmla="*/ 65761 w 821508"/>
                <a:gd name="connsiteY536" fmla="*/ 246478 h 590308"/>
                <a:gd name="connsiteX537" fmla="*/ 67713 w 821508"/>
                <a:gd name="connsiteY537" fmla="*/ 247925 h 590308"/>
                <a:gd name="connsiteX538" fmla="*/ 70675 w 821508"/>
                <a:gd name="connsiteY538" fmla="*/ 249506 h 590308"/>
                <a:gd name="connsiteX539" fmla="*/ 74141 w 821508"/>
                <a:gd name="connsiteY539" fmla="*/ 249876 h 590308"/>
                <a:gd name="connsiteX540" fmla="*/ 77776 w 821508"/>
                <a:gd name="connsiteY540" fmla="*/ 249876 h 590308"/>
                <a:gd name="connsiteX541" fmla="*/ 82117 w 821508"/>
                <a:gd name="connsiteY541" fmla="*/ 249304 h 590308"/>
                <a:gd name="connsiteX542" fmla="*/ 85887 w 821508"/>
                <a:gd name="connsiteY542" fmla="*/ 247218 h 590308"/>
                <a:gd name="connsiteX543" fmla="*/ 89925 w 821508"/>
                <a:gd name="connsiteY543" fmla="*/ 244830 h 590308"/>
                <a:gd name="connsiteX544" fmla="*/ 93055 w 821508"/>
                <a:gd name="connsiteY544" fmla="*/ 242307 h 590308"/>
                <a:gd name="connsiteX545" fmla="*/ 96319 w 821508"/>
                <a:gd name="connsiteY545" fmla="*/ 237967 h 590308"/>
                <a:gd name="connsiteX546" fmla="*/ 98271 w 821508"/>
                <a:gd name="connsiteY546" fmla="*/ 234704 h 590308"/>
                <a:gd name="connsiteX547" fmla="*/ 105305 w 821508"/>
                <a:gd name="connsiteY547" fmla="*/ 228245 h 590308"/>
                <a:gd name="connsiteX548" fmla="*/ 109579 w 821508"/>
                <a:gd name="connsiteY548" fmla="*/ 222796 h 590308"/>
                <a:gd name="connsiteX549" fmla="*/ 114796 w 821508"/>
                <a:gd name="connsiteY549" fmla="*/ 219028 h 590308"/>
                <a:gd name="connsiteX550" fmla="*/ 119003 w 821508"/>
                <a:gd name="connsiteY550" fmla="*/ 214823 h 590308"/>
                <a:gd name="connsiteX551" fmla="*/ 120685 w 821508"/>
                <a:gd name="connsiteY551" fmla="*/ 211257 h 590308"/>
                <a:gd name="connsiteX552" fmla="*/ 124017 w 821508"/>
                <a:gd name="connsiteY552" fmla="*/ 209575 h 590308"/>
                <a:gd name="connsiteX553" fmla="*/ 127416 w 821508"/>
                <a:gd name="connsiteY553" fmla="*/ 208263 h 590308"/>
                <a:gd name="connsiteX554" fmla="*/ 129166 w 821508"/>
                <a:gd name="connsiteY554" fmla="*/ 206514 h 590308"/>
                <a:gd name="connsiteX555" fmla="*/ 131118 w 821508"/>
                <a:gd name="connsiteY555" fmla="*/ 205707 h 590308"/>
                <a:gd name="connsiteX556" fmla="*/ 134012 w 821508"/>
                <a:gd name="connsiteY556" fmla="*/ 206279 h 590308"/>
                <a:gd name="connsiteX557" fmla="*/ 136536 w 821508"/>
                <a:gd name="connsiteY557" fmla="*/ 208533 h 590308"/>
                <a:gd name="connsiteX558" fmla="*/ 136772 w 821508"/>
                <a:gd name="connsiteY558" fmla="*/ 209844 h 590308"/>
                <a:gd name="connsiteX559" fmla="*/ 136705 w 821508"/>
                <a:gd name="connsiteY559" fmla="*/ 212300 h 590308"/>
                <a:gd name="connsiteX560" fmla="*/ 135628 w 821508"/>
                <a:gd name="connsiteY560" fmla="*/ 214621 h 590308"/>
                <a:gd name="connsiteX561" fmla="*/ 134988 w 821508"/>
                <a:gd name="connsiteY561" fmla="*/ 216438 h 590308"/>
                <a:gd name="connsiteX562" fmla="*/ 134484 w 821508"/>
                <a:gd name="connsiteY562" fmla="*/ 218322 h 590308"/>
                <a:gd name="connsiteX563" fmla="*/ 134282 w 821508"/>
                <a:gd name="connsiteY563" fmla="*/ 220710 h 590308"/>
                <a:gd name="connsiteX564" fmla="*/ 134416 w 821508"/>
                <a:gd name="connsiteY564" fmla="*/ 222964 h 590308"/>
                <a:gd name="connsiteX565" fmla="*/ 134787 w 821508"/>
                <a:gd name="connsiteY565" fmla="*/ 225151 h 590308"/>
                <a:gd name="connsiteX566" fmla="*/ 135729 w 821508"/>
                <a:gd name="connsiteY566" fmla="*/ 226967 h 590308"/>
                <a:gd name="connsiteX567" fmla="*/ 137243 w 821508"/>
                <a:gd name="connsiteY567" fmla="*/ 228548 h 590308"/>
                <a:gd name="connsiteX568" fmla="*/ 139431 w 821508"/>
                <a:gd name="connsiteY568" fmla="*/ 231441 h 590308"/>
                <a:gd name="connsiteX569" fmla="*/ 143402 w 821508"/>
                <a:gd name="connsiteY569" fmla="*/ 234570 h 590308"/>
                <a:gd name="connsiteX570" fmla="*/ 145657 w 821508"/>
                <a:gd name="connsiteY570" fmla="*/ 236521 h 590308"/>
                <a:gd name="connsiteX571" fmla="*/ 147845 w 821508"/>
                <a:gd name="connsiteY571" fmla="*/ 238707 h 590308"/>
                <a:gd name="connsiteX572" fmla="*/ 151042 w 821508"/>
                <a:gd name="connsiteY572" fmla="*/ 241970 h 590308"/>
                <a:gd name="connsiteX573" fmla="*/ 154441 w 821508"/>
                <a:gd name="connsiteY573" fmla="*/ 243854 h 590308"/>
                <a:gd name="connsiteX574" fmla="*/ 157571 w 821508"/>
                <a:gd name="connsiteY574" fmla="*/ 247992 h 590308"/>
                <a:gd name="connsiteX575" fmla="*/ 158278 w 821508"/>
                <a:gd name="connsiteY575" fmla="*/ 251524 h 590308"/>
                <a:gd name="connsiteX576" fmla="*/ 157907 w 821508"/>
                <a:gd name="connsiteY576" fmla="*/ 255056 h 590308"/>
                <a:gd name="connsiteX577" fmla="*/ 157470 w 821508"/>
                <a:gd name="connsiteY577" fmla="*/ 258824 h 590308"/>
                <a:gd name="connsiteX578" fmla="*/ 158244 w 821508"/>
                <a:gd name="connsiteY578" fmla="*/ 263298 h 590308"/>
                <a:gd name="connsiteX579" fmla="*/ 158446 w 821508"/>
                <a:gd name="connsiteY579" fmla="*/ 266998 h 590308"/>
                <a:gd name="connsiteX580" fmla="*/ 162484 w 821508"/>
                <a:gd name="connsiteY580" fmla="*/ 270699 h 590308"/>
                <a:gd name="connsiteX581" fmla="*/ 166489 w 821508"/>
                <a:gd name="connsiteY581" fmla="*/ 273962 h 590308"/>
                <a:gd name="connsiteX582" fmla="*/ 167566 w 821508"/>
                <a:gd name="connsiteY582" fmla="*/ 274500 h 590308"/>
                <a:gd name="connsiteX583" fmla="*/ 168542 w 821508"/>
                <a:gd name="connsiteY583" fmla="*/ 277965 h 590308"/>
                <a:gd name="connsiteX584" fmla="*/ 168879 w 821508"/>
                <a:gd name="connsiteY584" fmla="*/ 280790 h 590308"/>
                <a:gd name="connsiteX585" fmla="*/ 168778 w 821508"/>
                <a:gd name="connsiteY585" fmla="*/ 283280 h 590308"/>
                <a:gd name="connsiteX586" fmla="*/ 168677 w 821508"/>
                <a:gd name="connsiteY586" fmla="*/ 288494 h 590308"/>
                <a:gd name="connsiteX587" fmla="*/ 168778 w 821508"/>
                <a:gd name="connsiteY587" fmla="*/ 290109 h 590308"/>
                <a:gd name="connsiteX588" fmla="*/ 170730 w 821508"/>
                <a:gd name="connsiteY588" fmla="*/ 293372 h 590308"/>
                <a:gd name="connsiteX589" fmla="*/ 175744 w 821508"/>
                <a:gd name="connsiteY589" fmla="*/ 295659 h 590308"/>
                <a:gd name="connsiteX590" fmla="*/ 177797 w 821508"/>
                <a:gd name="connsiteY590" fmla="*/ 296298 h 590308"/>
                <a:gd name="connsiteX591" fmla="*/ 179884 w 821508"/>
                <a:gd name="connsiteY591" fmla="*/ 298586 h 590308"/>
                <a:gd name="connsiteX592" fmla="*/ 180523 w 821508"/>
                <a:gd name="connsiteY592" fmla="*/ 301176 h 590308"/>
                <a:gd name="connsiteX593" fmla="*/ 180187 w 821508"/>
                <a:gd name="connsiteY593" fmla="*/ 303565 h 590308"/>
                <a:gd name="connsiteX594" fmla="*/ 179412 w 821508"/>
                <a:gd name="connsiteY594" fmla="*/ 305415 h 590308"/>
                <a:gd name="connsiteX595" fmla="*/ 177461 w 821508"/>
                <a:gd name="connsiteY595" fmla="*/ 309014 h 590308"/>
                <a:gd name="connsiteX596" fmla="*/ 174095 w 821508"/>
                <a:gd name="connsiteY596" fmla="*/ 311201 h 590308"/>
                <a:gd name="connsiteX597" fmla="*/ 171706 w 821508"/>
                <a:gd name="connsiteY597" fmla="*/ 312715 h 590308"/>
                <a:gd name="connsiteX598" fmla="*/ 169417 w 821508"/>
                <a:gd name="connsiteY598" fmla="*/ 313253 h 590308"/>
                <a:gd name="connsiteX599" fmla="*/ 166489 w 821508"/>
                <a:gd name="connsiteY599" fmla="*/ 313791 h 590308"/>
                <a:gd name="connsiteX600" fmla="*/ 165177 w 821508"/>
                <a:gd name="connsiteY600" fmla="*/ 314767 h 590308"/>
                <a:gd name="connsiteX601" fmla="*/ 162888 w 821508"/>
                <a:gd name="connsiteY601" fmla="*/ 315540 h 590308"/>
                <a:gd name="connsiteX602" fmla="*/ 161576 w 821508"/>
                <a:gd name="connsiteY602" fmla="*/ 317828 h 590308"/>
                <a:gd name="connsiteX603" fmla="*/ 160936 w 821508"/>
                <a:gd name="connsiteY603" fmla="*/ 319779 h 590308"/>
                <a:gd name="connsiteX604" fmla="*/ 161710 w 821508"/>
                <a:gd name="connsiteY604" fmla="*/ 321831 h 590308"/>
                <a:gd name="connsiteX605" fmla="*/ 163763 w 821508"/>
                <a:gd name="connsiteY605" fmla="*/ 323782 h 590308"/>
                <a:gd name="connsiteX606" fmla="*/ 166254 w 821508"/>
                <a:gd name="connsiteY606" fmla="*/ 324421 h 590308"/>
                <a:gd name="connsiteX607" fmla="*/ 170595 w 821508"/>
                <a:gd name="connsiteY607" fmla="*/ 325060 h 590308"/>
                <a:gd name="connsiteX608" fmla="*/ 171470 w 821508"/>
                <a:gd name="connsiteY608" fmla="*/ 326372 h 590308"/>
                <a:gd name="connsiteX609" fmla="*/ 172547 w 821508"/>
                <a:gd name="connsiteY609" fmla="*/ 327449 h 590308"/>
                <a:gd name="connsiteX610" fmla="*/ 175038 w 821508"/>
                <a:gd name="connsiteY610" fmla="*/ 329501 h 590308"/>
                <a:gd name="connsiteX611" fmla="*/ 177864 w 821508"/>
                <a:gd name="connsiteY611" fmla="*/ 330140 h 590308"/>
                <a:gd name="connsiteX612" fmla="*/ 180153 w 821508"/>
                <a:gd name="connsiteY612" fmla="*/ 330779 h 590308"/>
                <a:gd name="connsiteX613" fmla="*/ 180927 w 821508"/>
                <a:gd name="connsiteY613" fmla="*/ 327415 h 590308"/>
                <a:gd name="connsiteX614" fmla="*/ 178841 w 821508"/>
                <a:gd name="connsiteY614" fmla="*/ 325128 h 590308"/>
                <a:gd name="connsiteX615" fmla="*/ 179278 w 821508"/>
                <a:gd name="connsiteY615" fmla="*/ 323816 h 590308"/>
                <a:gd name="connsiteX616" fmla="*/ 182206 w 821508"/>
                <a:gd name="connsiteY616" fmla="*/ 323916 h 590308"/>
                <a:gd name="connsiteX617" fmla="*/ 183619 w 821508"/>
                <a:gd name="connsiteY617" fmla="*/ 324993 h 590308"/>
                <a:gd name="connsiteX618" fmla="*/ 185134 w 821508"/>
                <a:gd name="connsiteY618" fmla="*/ 327381 h 590308"/>
                <a:gd name="connsiteX619" fmla="*/ 187961 w 821508"/>
                <a:gd name="connsiteY619" fmla="*/ 328088 h 590308"/>
                <a:gd name="connsiteX620" fmla="*/ 190249 w 821508"/>
                <a:gd name="connsiteY620" fmla="*/ 327045 h 590308"/>
                <a:gd name="connsiteX621" fmla="*/ 193076 w 821508"/>
                <a:gd name="connsiteY621" fmla="*/ 327045 h 590308"/>
                <a:gd name="connsiteX622" fmla="*/ 194524 w 821508"/>
                <a:gd name="connsiteY622" fmla="*/ 326103 h 590308"/>
                <a:gd name="connsiteX623" fmla="*/ 194961 w 821508"/>
                <a:gd name="connsiteY623" fmla="*/ 325027 h 590308"/>
                <a:gd name="connsiteX624" fmla="*/ 197586 w 821508"/>
                <a:gd name="connsiteY624" fmla="*/ 322840 h 590308"/>
                <a:gd name="connsiteX625" fmla="*/ 200177 w 821508"/>
                <a:gd name="connsiteY625" fmla="*/ 322134 h 590308"/>
                <a:gd name="connsiteX626" fmla="*/ 200446 w 821508"/>
                <a:gd name="connsiteY626" fmla="*/ 319409 h 590308"/>
                <a:gd name="connsiteX627" fmla="*/ 199875 w 821508"/>
                <a:gd name="connsiteY627" fmla="*/ 316886 h 590308"/>
                <a:gd name="connsiteX628" fmla="*/ 199101 w 821508"/>
                <a:gd name="connsiteY628" fmla="*/ 315439 h 590308"/>
                <a:gd name="connsiteX629" fmla="*/ 200446 w 821508"/>
                <a:gd name="connsiteY629" fmla="*/ 313959 h 590308"/>
                <a:gd name="connsiteX630" fmla="*/ 202466 w 821508"/>
                <a:gd name="connsiteY630" fmla="*/ 313152 h 590308"/>
                <a:gd name="connsiteX631" fmla="*/ 205259 w 821508"/>
                <a:gd name="connsiteY631" fmla="*/ 313152 h 590308"/>
                <a:gd name="connsiteX632" fmla="*/ 206942 w 821508"/>
                <a:gd name="connsiteY632" fmla="*/ 315507 h 590308"/>
                <a:gd name="connsiteX633" fmla="*/ 207851 w 821508"/>
                <a:gd name="connsiteY633" fmla="*/ 317693 h 590308"/>
                <a:gd name="connsiteX634" fmla="*/ 207851 w 821508"/>
                <a:gd name="connsiteY634" fmla="*/ 319241 h 590308"/>
                <a:gd name="connsiteX635" fmla="*/ 208591 w 821508"/>
                <a:gd name="connsiteY635" fmla="*/ 320889 h 590308"/>
                <a:gd name="connsiteX636" fmla="*/ 210543 w 821508"/>
                <a:gd name="connsiteY636" fmla="*/ 322975 h 590308"/>
                <a:gd name="connsiteX637" fmla="*/ 213101 w 821508"/>
                <a:gd name="connsiteY637" fmla="*/ 324589 h 590308"/>
                <a:gd name="connsiteX638" fmla="*/ 213101 w 821508"/>
                <a:gd name="connsiteY638" fmla="*/ 326170 h 590308"/>
                <a:gd name="connsiteX639" fmla="*/ 212764 w 821508"/>
                <a:gd name="connsiteY639" fmla="*/ 327516 h 590308"/>
                <a:gd name="connsiteX640" fmla="*/ 213976 w 821508"/>
                <a:gd name="connsiteY640" fmla="*/ 328895 h 590308"/>
                <a:gd name="connsiteX641" fmla="*/ 216365 w 821508"/>
                <a:gd name="connsiteY641" fmla="*/ 329164 h 590308"/>
                <a:gd name="connsiteX642" fmla="*/ 217779 w 821508"/>
                <a:gd name="connsiteY642" fmla="*/ 329366 h 590308"/>
                <a:gd name="connsiteX643" fmla="*/ 219798 w 821508"/>
                <a:gd name="connsiteY643" fmla="*/ 331183 h 590308"/>
                <a:gd name="connsiteX644" fmla="*/ 223870 w 821508"/>
                <a:gd name="connsiteY644" fmla="*/ 333537 h 590308"/>
                <a:gd name="connsiteX645" fmla="*/ 225654 w 821508"/>
                <a:gd name="connsiteY645" fmla="*/ 333975 h 590308"/>
                <a:gd name="connsiteX646" fmla="*/ 229490 w 821508"/>
                <a:gd name="connsiteY646" fmla="*/ 335522 h 590308"/>
                <a:gd name="connsiteX647" fmla="*/ 232755 w 821508"/>
                <a:gd name="connsiteY647" fmla="*/ 334547 h 590308"/>
                <a:gd name="connsiteX648" fmla="*/ 235043 w 821508"/>
                <a:gd name="connsiteY648" fmla="*/ 335320 h 590308"/>
                <a:gd name="connsiteX649" fmla="*/ 237534 w 821508"/>
                <a:gd name="connsiteY649" fmla="*/ 337507 h 590308"/>
                <a:gd name="connsiteX650" fmla="*/ 240024 w 821508"/>
                <a:gd name="connsiteY650" fmla="*/ 338987 h 590308"/>
                <a:gd name="connsiteX651" fmla="*/ 242515 w 821508"/>
                <a:gd name="connsiteY651" fmla="*/ 339256 h 590308"/>
                <a:gd name="connsiteX652" fmla="*/ 243491 w 821508"/>
                <a:gd name="connsiteY652" fmla="*/ 339256 h 590308"/>
                <a:gd name="connsiteX653" fmla="*/ 244029 w 821508"/>
                <a:gd name="connsiteY653" fmla="*/ 340568 h 590308"/>
                <a:gd name="connsiteX654" fmla="*/ 245006 w 821508"/>
                <a:gd name="connsiteY654" fmla="*/ 341981 h 590308"/>
                <a:gd name="connsiteX655" fmla="*/ 249885 w 821508"/>
                <a:gd name="connsiteY655" fmla="*/ 342856 h 590308"/>
                <a:gd name="connsiteX656" fmla="*/ 251534 w 821508"/>
                <a:gd name="connsiteY656" fmla="*/ 342957 h 590308"/>
                <a:gd name="connsiteX657" fmla="*/ 252847 w 821508"/>
                <a:gd name="connsiteY657" fmla="*/ 346758 h 590308"/>
                <a:gd name="connsiteX658" fmla="*/ 253486 w 821508"/>
                <a:gd name="connsiteY658" fmla="*/ 348843 h 590308"/>
                <a:gd name="connsiteX659" fmla="*/ 255674 w 821508"/>
                <a:gd name="connsiteY659" fmla="*/ 352006 h 590308"/>
                <a:gd name="connsiteX660" fmla="*/ 258602 w 821508"/>
                <a:gd name="connsiteY660" fmla="*/ 354495 h 590308"/>
                <a:gd name="connsiteX661" fmla="*/ 261429 w 821508"/>
                <a:gd name="connsiteY661" fmla="*/ 354293 h 590308"/>
                <a:gd name="connsiteX662" fmla="*/ 263078 w 821508"/>
                <a:gd name="connsiteY662" fmla="*/ 356581 h 590308"/>
                <a:gd name="connsiteX663" fmla="*/ 263852 w 821508"/>
                <a:gd name="connsiteY663" fmla="*/ 359743 h 590308"/>
                <a:gd name="connsiteX664" fmla="*/ 262337 w 821508"/>
                <a:gd name="connsiteY664" fmla="*/ 363342 h 590308"/>
                <a:gd name="connsiteX665" fmla="*/ 261698 w 821508"/>
                <a:gd name="connsiteY665" fmla="*/ 364856 h 590308"/>
                <a:gd name="connsiteX666" fmla="*/ 262237 w 821508"/>
                <a:gd name="connsiteY666" fmla="*/ 367682 h 590308"/>
                <a:gd name="connsiteX667" fmla="*/ 263852 w 821508"/>
                <a:gd name="connsiteY667" fmla="*/ 369094 h 590308"/>
                <a:gd name="connsiteX668" fmla="*/ 264491 w 821508"/>
                <a:gd name="connsiteY668" fmla="*/ 372358 h 590308"/>
                <a:gd name="connsiteX669" fmla="*/ 263852 w 821508"/>
                <a:gd name="connsiteY669" fmla="*/ 375183 h 590308"/>
                <a:gd name="connsiteX670" fmla="*/ 262674 w 821508"/>
                <a:gd name="connsiteY670" fmla="*/ 376159 h 590308"/>
                <a:gd name="connsiteX671" fmla="*/ 265064 w 821508"/>
                <a:gd name="connsiteY671" fmla="*/ 379422 h 590308"/>
                <a:gd name="connsiteX672" fmla="*/ 266814 w 821508"/>
                <a:gd name="connsiteY672" fmla="*/ 379758 h 590308"/>
                <a:gd name="connsiteX673" fmla="*/ 269539 w 821508"/>
                <a:gd name="connsiteY673" fmla="*/ 379960 h 590308"/>
                <a:gd name="connsiteX674" fmla="*/ 273241 w 821508"/>
                <a:gd name="connsiteY674" fmla="*/ 380397 h 590308"/>
                <a:gd name="connsiteX675" fmla="*/ 274991 w 821508"/>
                <a:gd name="connsiteY675" fmla="*/ 375890 h 590308"/>
                <a:gd name="connsiteX676" fmla="*/ 276237 w 821508"/>
                <a:gd name="connsiteY676" fmla="*/ 373434 h 590308"/>
                <a:gd name="connsiteX677" fmla="*/ 277718 w 821508"/>
                <a:gd name="connsiteY677" fmla="*/ 371046 h 590308"/>
                <a:gd name="connsiteX678" fmla="*/ 278256 w 821508"/>
                <a:gd name="connsiteY678" fmla="*/ 369263 h 590308"/>
                <a:gd name="connsiteX679" fmla="*/ 279030 w 821508"/>
                <a:gd name="connsiteY679" fmla="*/ 366874 h 590308"/>
                <a:gd name="connsiteX680" fmla="*/ 279838 w 821508"/>
                <a:gd name="connsiteY680" fmla="*/ 364587 h 590308"/>
                <a:gd name="connsiteX681" fmla="*/ 281588 w 821508"/>
                <a:gd name="connsiteY681" fmla="*/ 363006 h 590308"/>
                <a:gd name="connsiteX682" fmla="*/ 282026 w 821508"/>
                <a:gd name="connsiteY682" fmla="*/ 361324 h 590308"/>
                <a:gd name="connsiteX683" fmla="*/ 281352 w 821508"/>
                <a:gd name="connsiteY683" fmla="*/ 359978 h 590308"/>
                <a:gd name="connsiteX684" fmla="*/ 279939 w 821508"/>
                <a:gd name="connsiteY684" fmla="*/ 358195 h 590308"/>
                <a:gd name="connsiteX685" fmla="*/ 280309 w 821508"/>
                <a:gd name="connsiteY685" fmla="*/ 356883 h 590308"/>
                <a:gd name="connsiteX686" fmla="*/ 281992 w 821508"/>
                <a:gd name="connsiteY686" fmla="*/ 356244 h 590308"/>
                <a:gd name="connsiteX687" fmla="*/ 285424 w 821508"/>
                <a:gd name="connsiteY687" fmla="*/ 354293 h 590308"/>
                <a:gd name="connsiteX688" fmla="*/ 288151 w 821508"/>
                <a:gd name="connsiteY688" fmla="*/ 351972 h 590308"/>
                <a:gd name="connsiteX689" fmla="*/ 289901 w 821508"/>
                <a:gd name="connsiteY689" fmla="*/ 349752 h 590308"/>
                <a:gd name="connsiteX690" fmla="*/ 292795 w 821508"/>
                <a:gd name="connsiteY690" fmla="*/ 346926 h 590308"/>
                <a:gd name="connsiteX691" fmla="*/ 293939 w 821508"/>
                <a:gd name="connsiteY691" fmla="*/ 345580 h 590308"/>
                <a:gd name="connsiteX692" fmla="*/ 296228 w 821508"/>
                <a:gd name="connsiteY692" fmla="*/ 344369 h 590308"/>
                <a:gd name="connsiteX693" fmla="*/ 300064 w 821508"/>
                <a:gd name="connsiteY693" fmla="*/ 342048 h 590308"/>
                <a:gd name="connsiteX694" fmla="*/ 303632 w 821508"/>
                <a:gd name="connsiteY694" fmla="*/ 341308 h 590308"/>
                <a:gd name="connsiteX695" fmla="*/ 306088 w 821508"/>
                <a:gd name="connsiteY695" fmla="*/ 341611 h 590308"/>
                <a:gd name="connsiteX696" fmla="*/ 308612 w 821508"/>
                <a:gd name="connsiteY696" fmla="*/ 344874 h 590308"/>
                <a:gd name="connsiteX697" fmla="*/ 309858 w 821508"/>
                <a:gd name="connsiteY697" fmla="*/ 347902 h 590308"/>
                <a:gd name="connsiteX698" fmla="*/ 308478 w 821508"/>
                <a:gd name="connsiteY698" fmla="*/ 350290 h 590308"/>
                <a:gd name="connsiteX699" fmla="*/ 306088 w 821508"/>
                <a:gd name="connsiteY699" fmla="*/ 352039 h 590308"/>
                <a:gd name="connsiteX700" fmla="*/ 304069 w 821508"/>
                <a:gd name="connsiteY700" fmla="*/ 353418 h 590308"/>
                <a:gd name="connsiteX701" fmla="*/ 303362 w 821508"/>
                <a:gd name="connsiteY701" fmla="*/ 356244 h 590308"/>
                <a:gd name="connsiteX702" fmla="*/ 302689 w 821508"/>
                <a:gd name="connsiteY702" fmla="*/ 358061 h 590308"/>
                <a:gd name="connsiteX703" fmla="*/ 301242 w 821508"/>
                <a:gd name="connsiteY703" fmla="*/ 363208 h 590308"/>
                <a:gd name="connsiteX704" fmla="*/ 300805 w 821508"/>
                <a:gd name="connsiteY704" fmla="*/ 365091 h 590308"/>
                <a:gd name="connsiteX705" fmla="*/ 300232 w 821508"/>
                <a:gd name="connsiteY705" fmla="*/ 369364 h 590308"/>
                <a:gd name="connsiteX706" fmla="*/ 299728 w 821508"/>
                <a:gd name="connsiteY706" fmla="*/ 374645 h 590308"/>
                <a:gd name="connsiteX707" fmla="*/ 299661 w 821508"/>
                <a:gd name="connsiteY707" fmla="*/ 378043 h 590308"/>
                <a:gd name="connsiteX708" fmla="*/ 302185 w 821508"/>
                <a:gd name="connsiteY708" fmla="*/ 382618 h 590308"/>
                <a:gd name="connsiteX709" fmla="*/ 304776 w 821508"/>
                <a:gd name="connsiteY709" fmla="*/ 383425 h 590308"/>
                <a:gd name="connsiteX710" fmla="*/ 309185 w 821508"/>
                <a:gd name="connsiteY710" fmla="*/ 382988 h 590308"/>
                <a:gd name="connsiteX711" fmla="*/ 312819 w 821508"/>
                <a:gd name="connsiteY711" fmla="*/ 383492 h 590308"/>
                <a:gd name="connsiteX712" fmla="*/ 314031 w 821508"/>
                <a:gd name="connsiteY712" fmla="*/ 385443 h 590308"/>
                <a:gd name="connsiteX713" fmla="*/ 314031 w 821508"/>
                <a:gd name="connsiteY713" fmla="*/ 388908 h 590308"/>
                <a:gd name="connsiteX714" fmla="*/ 314468 w 821508"/>
                <a:gd name="connsiteY714" fmla="*/ 390489 h 590308"/>
                <a:gd name="connsiteX715" fmla="*/ 313661 w 821508"/>
                <a:gd name="connsiteY715" fmla="*/ 392003 h 590308"/>
                <a:gd name="connsiteX716" fmla="*/ 313021 w 821508"/>
                <a:gd name="connsiteY716" fmla="*/ 395333 h 590308"/>
                <a:gd name="connsiteX717" fmla="*/ 313223 w 821508"/>
                <a:gd name="connsiteY717" fmla="*/ 397856 h 590308"/>
                <a:gd name="connsiteX718" fmla="*/ 316992 w 821508"/>
                <a:gd name="connsiteY718" fmla="*/ 401624 h 590308"/>
                <a:gd name="connsiteX719" fmla="*/ 320964 w 821508"/>
                <a:gd name="connsiteY719" fmla="*/ 401052 h 590308"/>
                <a:gd name="connsiteX720" fmla="*/ 323925 w 821508"/>
                <a:gd name="connsiteY720" fmla="*/ 399606 h 590308"/>
                <a:gd name="connsiteX721" fmla="*/ 326752 w 821508"/>
                <a:gd name="connsiteY721" fmla="*/ 400682 h 590308"/>
                <a:gd name="connsiteX722" fmla="*/ 329276 w 821508"/>
                <a:gd name="connsiteY722" fmla="*/ 404383 h 590308"/>
                <a:gd name="connsiteX723" fmla="*/ 330017 w 821508"/>
                <a:gd name="connsiteY723" fmla="*/ 406266 h 590308"/>
                <a:gd name="connsiteX724" fmla="*/ 327392 w 821508"/>
                <a:gd name="connsiteY724" fmla="*/ 411783 h 590308"/>
                <a:gd name="connsiteX725" fmla="*/ 325810 w 821508"/>
                <a:gd name="connsiteY725" fmla="*/ 414407 h 590308"/>
                <a:gd name="connsiteX726" fmla="*/ 329276 w 821508"/>
                <a:gd name="connsiteY726" fmla="*/ 418814 h 590308"/>
                <a:gd name="connsiteX727" fmla="*/ 330017 w 821508"/>
                <a:gd name="connsiteY727" fmla="*/ 421942 h 590308"/>
                <a:gd name="connsiteX728" fmla="*/ 332911 w 821508"/>
                <a:gd name="connsiteY728" fmla="*/ 425273 h 590308"/>
                <a:gd name="connsiteX729" fmla="*/ 333349 w 821508"/>
                <a:gd name="connsiteY729" fmla="*/ 427594 h 590308"/>
                <a:gd name="connsiteX730" fmla="*/ 333349 w 821508"/>
                <a:gd name="connsiteY730" fmla="*/ 429612 h 590308"/>
                <a:gd name="connsiteX731" fmla="*/ 335974 w 821508"/>
                <a:gd name="connsiteY731" fmla="*/ 431631 h 590308"/>
                <a:gd name="connsiteX732" fmla="*/ 338801 w 821508"/>
                <a:gd name="connsiteY732" fmla="*/ 431563 h 590308"/>
                <a:gd name="connsiteX733" fmla="*/ 340887 w 821508"/>
                <a:gd name="connsiteY733" fmla="*/ 430924 h 590308"/>
                <a:gd name="connsiteX734" fmla="*/ 341829 w 821508"/>
                <a:gd name="connsiteY734" fmla="*/ 430924 h 590308"/>
                <a:gd name="connsiteX735" fmla="*/ 343277 w 821508"/>
                <a:gd name="connsiteY735" fmla="*/ 432236 h 590308"/>
                <a:gd name="connsiteX736" fmla="*/ 344118 w 821508"/>
                <a:gd name="connsiteY736" fmla="*/ 433212 h 590308"/>
                <a:gd name="connsiteX737" fmla="*/ 345464 w 821508"/>
                <a:gd name="connsiteY737" fmla="*/ 435196 h 590308"/>
                <a:gd name="connsiteX738" fmla="*/ 345195 w 821508"/>
                <a:gd name="connsiteY738" fmla="*/ 437450 h 590308"/>
                <a:gd name="connsiteX739" fmla="*/ 344118 w 821508"/>
                <a:gd name="connsiteY739" fmla="*/ 438527 h 590308"/>
                <a:gd name="connsiteX740" fmla="*/ 343580 w 821508"/>
                <a:gd name="connsiteY740" fmla="*/ 440982 h 590308"/>
                <a:gd name="connsiteX741" fmla="*/ 343580 w 821508"/>
                <a:gd name="connsiteY741" fmla="*/ 442799 h 590308"/>
                <a:gd name="connsiteX742" fmla="*/ 345027 w 821508"/>
                <a:gd name="connsiteY742" fmla="*/ 444750 h 590308"/>
                <a:gd name="connsiteX743" fmla="*/ 346272 w 821508"/>
                <a:gd name="connsiteY743" fmla="*/ 445255 h 590308"/>
                <a:gd name="connsiteX744" fmla="*/ 347753 w 821508"/>
                <a:gd name="connsiteY744" fmla="*/ 446466 h 590308"/>
                <a:gd name="connsiteX745" fmla="*/ 349200 w 821508"/>
                <a:gd name="connsiteY745" fmla="*/ 447105 h 590308"/>
                <a:gd name="connsiteX746" fmla="*/ 350647 w 821508"/>
                <a:gd name="connsiteY746" fmla="*/ 448215 h 590308"/>
                <a:gd name="connsiteX747" fmla="*/ 351791 w 821508"/>
                <a:gd name="connsiteY747" fmla="*/ 449022 h 590308"/>
                <a:gd name="connsiteX748" fmla="*/ 354147 w 821508"/>
                <a:gd name="connsiteY748" fmla="*/ 448484 h 590308"/>
                <a:gd name="connsiteX749" fmla="*/ 356099 w 821508"/>
                <a:gd name="connsiteY749" fmla="*/ 447643 h 590308"/>
                <a:gd name="connsiteX750" fmla="*/ 357008 w 821508"/>
                <a:gd name="connsiteY750" fmla="*/ 447004 h 590308"/>
                <a:gd name="connsiteX751" fmla="*/ 357715 w 821508"/>
                <a:gd name="connsiteY751" fmla="*/ 446466 h 590308"/>
                <a:gd name="connsiteX752" fmla="*/ 360171 w 821508"/>
                <a:gd name="connsiteY752" fmla="*/ 445793 h 590308"/>
                <a:gd name="connsiteX753" fmla="*/ 361787 w 821508"/>
                <a:gd name="connsiteY753" fmla="*/ 446230 h 590308"/>
                <a:gd name="connsiteX754" fmla="*/ 363705 w 821508"/>
                <a:gd name="connsiteY754" fmla="*/ 447441 h 590308"/>
                <a:gd name="connsiteX755" fmla="*/ 364109 w 821508"/>
                <a:gd name="connsiteY755" fmla="*/ 448753 h 590308"/>
                <a:gd name="connsiteX756" fmla="*/ 363671 w 821508"/>
                <a:gd name="connsiteY756" fmla="*/ 449863 h 590308"/>
                <a:gd name="connsiteX757" fmla="*/ 362729 w 821508"/>
                <a:gd name="connsiteY757" fmla="*/ 451175 h 590308"/>
                <a:gd name="connsiteX758" fmla="*/ 361013 w 821508"/>
                <a:gd name="connsiteY758" fmla="*/ 453698 h 590308"/>
                <a:gd name="connsiteX759" fmla="*/ 360205 w 821508"/>
                <a:gd name="connsiteY759" fmla="*/ 455111 h 590308"/>
                <a:gd name="connsiteX760" fmla="*/ 359229 w 821508"/>
                <a:gd name="connsiteY760" fmla="*/ 456726 h 590308"/>
                <a:gd name="connsiteX761" fmla="*/ 357815 w 821508"/>
                <a:gd name="connsiteY761" fmla="*/ 461099 h 590308"/>
                <a:gd name="connsiteX762" fmla="*/ 355864 w 821508"/>
                <a:gd name="connsiteY762" fmla="*/ 464362 h 590308"/>
                <a:gd name="connsiteX763" fmla="*/ 352027 w 821508"/>
                <a:gd name="connsiteY763" fmla="*/ 466885 h 590308"/>
                <a:gd name="connsiteX764" fmla="*/ 349133 w 821508"/>
                <a:gd name="connsiteY764" fmla="*/ 469408 h 590308"/>
                <a:gd name="connsiteX765" fmla="*/ 347450 w 821508"/>
                <a:gd name="connsiteY765" fmla="*/ 472099 h 590308"/>
                <a:gd name="connsiteX766" fmla="*/ 348594 w 821508"/>
                <a:gd name="connsiteY766" fmla="*/ 474992 h 590308"/>
                <a:gd name="connsiteX767" fmla="*/ 352061 w 821508"/>
                <a:gd name="connsiteY767" fmla="*/ 475295 h 590308"/>
                <a:gd name="connsiteX768" fmla="*/ 353945 w 821508"/>
                <a:gd name="connsiteY768" fmla="*/ 476439 h 590308"/>
                <a:gd name="connsiteX769" fmla="*/ 357412 w 821508"/>
                <a:gd name="connsiteY769" fmla="*/ 478188 h 590308"/>
                <a:gd name="connsiteX770" fmla="*/ 359431 w 821508"/>
                <a:gd name="connsiteY770" fmla="*/ 481653 h 590308"/>
                <a:gd name="connsiteX771" fmla="*/ 358994 w 821508"/>
                <a:gd name="connsiteY771" fmla="*/ 484411 h 590308"/>
                <a:gd name="connsiteX772" fmla="*/ 357109 w 821508"/>
                <a:gd name="connsiteY772" fmla="*/ 487742 h 590308"/>
                <a:gd name="connsiteX773" fmla="*/ 355224 w 821508"/>
                <a:gd name="connsiteY773" fmla="*/ 491375 h 590308"/>
                <a:gd name="connsiteX774" fmla="*/ 354484 w 821508"/>
                <a:gd name="connsiteY774" fmla="*/ 493258 h 590308"/>
                <a:gd name="connsiteX775" fmla="*/ 354484 w 821508"/>
                <a:gd name="connsiteY775" fmla="*/ 495445 h 590308"/>
                <a:gd name="connsiteX776" fmla="*/ 356066 w 821508"/>
                <a:gd name="connsiteY776" fmla="*/ 497329 h 590308"/>
                <a:gd name="connsiteX777" fmla="*/ 360979 w 821508"/>
                <a:gd name="connsiteY777" fmla="*/ 497833 h 590308"/>
                <a:gd name="connsiteX778" fmla="*/ 365186 w 821508"/>
                <a:gd name="connsiteY778" fmla="*/ 497632 h 590308"/>
                <a:gd name="connsiteX779" fmla="*/ 368652 w 821508"/>
                <a:gd name="connsiteY779" fmla="*/ 497632 h 590308"/>
                <a:gd name="connsiteX780" fmla="*/ 370234 w 821508"/>
                <a:gd name="connsiteY780" fmla="*/ 499515 h 590308"/>
                <a:gd name="connsiteX781" fmla="*/ 371681 w 821508"/>
                <a:gd name="connsiteY781" fmla="*/ 503283 h 590308"/>
                <a:gd name="connsiteX782" fmla="*/ 372422 w 821508"/>
                <a:gd name="connsiteY782" fmla="*/ 505907 h 590308"/>
                <a:gd name="connsiteX783" fmla="*/ 372422 w 821508"/>
                <a:gd name="connsiteY783" fmla="*/ 508363 h 590308"/>
                <a:gd name="connsiteX784" fmla="*/ 373566 w 821508"/>
                <a:gd name="connsiteY784" fmla="*/ 510684 h 590308"/>
                <a:gd name="connsiteX785" fmla="*/ 376898 w 821508"/>
                <a:gd name="connsiteY785" fmla="*/ 516201 h 590308"/>
                <a:gd name="connsiteX786" fmla="*/ 379792 w 821508"/>
                <a:gd name="connsiteY786" fmla="*/ 521852 h 590308"/>
                <a:gd name="connsiteX787" fmla="*/ 380667 w 821508"/>
                <a:gd name="connsiteY787" fmla="*/ 525620 h 590308"/>
                <a:gd name="connsiteX788" fmla="*/ 381980 w 821508"/>
                <a:gd name="connsiteY788" fmla="*/ 529387 h 590308"/>
                <a:gd name="connsiteX789" fmla="*/ 384301 w 821508"/>
                <a:gd name="connsiteY789" fmla="*/ 532415 h 590308"/>
                <a:gd name="connsiteX790" fmla="*/ 386826 w 821508"/>
                <a:gd name="connsiteY790" fmla="*/ 534299 h 590308"/>
                <a:gd name="connsiteX791" fmla="*/ 388643 w 821508"/>
                <a:gd name="connsiteY791" fmla="*/ 536923 h 590308"/>
                <a:gd name="connsiteX792" fmla="*/ 388643 w 821508"/>
                <a:gd name="connsiteY792" fmla="*/ 540253 h 590308"/>
                <a:gd name="connsiteX793" fmla="*/ 389787 w 821508"/>
                <a:gd name="connsiteY793" fmla="*/ 540388 h 590308"/>
                <a:gd name="connsiteX794" fmla="*/ 393254 w 821508"/>
                <a:gd name="connsiteY794" fmla="*/ 541699 h 590308"/>
                <a:gd name="connsiteX795" fmla="*/ 395710 w 821508"/>
                <a:gd name="connsiteY795" fmla="*/ 541565 h 590308"/>
                <a:gd name="connsiteX796" fmla="*/ 396855 w 821508"/>
                <a:gd name="connsiteY796" fmla="*/ 541868 h 590308"/>
                <a:gd name="connsiteX797" fmla="*/ 401196 w 821508"/>
                <a:gd name="connsiteY797" fmla="*/ 547216 h 590308"/>
                <a:gd name="connsiteX798" fmla="*/ 404528 w 821508"/>
                <a:gd name="connsiteY798" fmla="*/ 551556 h 590308"/>
                <a:gd name="connsiteX799" fmla="*/ 406413 w 821508"/>
                <a:gd name="connsiteY799" fmla="*/ 555189 h 590308"/>
                <a:gd name="connsiteX800" fmla="*/ 406413 w 821508"/>
                <a:gd name="connsiteY800" fmla="*/ 557376 h 590308"/>
                <a:gd name="connsiteX801" fmla="*/ 403519 w 821508"/>
                <a:gd name="connsiteY801" fmla="*/ 559125 h 590308"/>
                <a:gd name="connsiteX802" fmla="*/ 400994 w 821508"/>
                <a:gd name="connsiteY802" fmla="*/ 560134 h 590308"/>
                <a:gd name="connsiteX803" fmla="*/ 400792 w 821508"/>
                <a:gd name="connsiteY803" fmla="*/ 561580 h 590308"/>
                <a:gd name="connsiteX804" fmla="*/ 400792 w 821508"/>
                <a:gd name="connsiteY804" fmla="*/ 564642 h 590308"/>
                <a:gd name="connsiteX805" fmla="*/ 399917 w 821508"/>
                <a:gd name="connsiteY805" fmla="*/ 567972 h 590308"/>
                <a:gd name="connsiteX806" fmla="*/ 399480 w 821508"/>
                <a:gd name="connsiteY806" fmla="*/ 569856 h 590308"/>
                <a:gd name="connsiteX807" fmla="*/ 399042 w 821508"/>
                <a:gd name="connsiteY807" fmla="*/ 572614 h 590308"/>
                <a:gd name="connsiteX808" fmla="*/ 399042 w 821508"/>
                <a:gd name="connsiteY808" fmla="*/ 575070 h 590308"/>
                <a:gd name="connsiteX809" fmla="*/ 396855 w 821508"/>
                <a:gd name="connsiteY809" fmla="*/ 577257 h 590308"/>
                <a:gd name="connsiteX810" fmla="*/ 394835 w 821508"/>
                <a:gd name="connsiteY810" fmla="*/ 578838 h 590308"/>
                <a:gd name="connsiteX811" fmla="*/ 393086 w 821508"/>
                <a:gd name="connsiteY811" fmla="*/ 581024 h 590308"/>
                <a:gd name="connsiteX812" fmla="*/ 391941 w 821508"/>
                <a:gd name="connsiteY812" fmla="*/ 582471 h 590308"/>
                <a:gd name="connsiteX813" fmla="*/ 392143 w 821508"/>
                <a:gd name="connsiteY813" fmla="*/ 584489 h 590308"/>
                <a:gd name="connsiteX814" fmla="*/ 395408 w 821508"/>
                <a:gd name="connsiteY814" fmla="*/ 584691 h 590308"/>
                <a:gd name="connsiteX815" fmla="*/ 397427 w 821508"/>
                <a:gd name="connsiteY815" fmla="*/ 582807 h 590308"/>
                <a:gd name="connsiteX816" fmla="*/ 399009 w 821508"/>
                <a:gd name="connsiteY816" fmla="*/ 581293 h 590308"/>
                <a:gd name="connsiteX817" fmla="*/ 401028 w 821508"/>
                <a:gd name="connsiteY817" fmla="*/ 581361 h 590308"/>
                <a:gd name="connsiteX818" fmla="*/ 401903 w 821508"/>
                <a:gd name="connsiteY818" fmla="*/ 582942 h 590308"/>
                <a:gd name="connsiteX819" fmla="*/ 402273 w 821508"/>
                <a:gd name="connsiteY819" fmla="*/ 585767 h 590308"/>
                <a:gd name="connsiteX820" fmla="*/ 402341 w 821508"/>
                <a:gd name="connsiteY820" fmla="*/ 587449 h 590308"/>
                <a:gd name="connsiteX821" fmla="*/ 402206 w 821508"/>
                <a:gd name="connsiteY821" fmla="*/ 588257 h 590308"/>
                <a:gd name="connsiteX822" fmla="*/ 401028 w 821508"/>
                <a:gd name="connsiteY822" fmla="*/ 590309 h 590308"/>
                <a:gd name="connsiteX823" fmla="*/ 403014 w 821508"/>
                <a:gd name="connsiteY823" fmla="*/ 590073 h 590308"/>
                <a:gd name="connsiteX824" fmla="*/ 408230 w 821508"/>
                <a:gd name="connsiteY824" fmla="*/ 587214 h 590308"/>
                <a:gd name="connsiteX825" fmla="*/ 412975 w 821508"/>
                <a:gd name="connsiteY825" fmla="*/ 585364 h 590308"/>
                <a:gd name="connsiteX826" fmla="*/ 418932 w 821508"/>
                <a:gd name="connsiteY826" fmla="*/ 583615 h 590308"/>
                <a:gd name="connsiteX827" fmla="*/ 423779 w 821508"/>
                <a:gd name="connsiteY827" fmla="*/ 578939 h 590308"/>
                <a:gd name="connsiteX828" fmla="*/ 426572 w 821508"/>
                <a:gd name="connsiteY828" fmla="*/ 573489 h 590308"/>
                <a:gd name="connsiteX829" fmla="*/ 427548 w 821508"/>
                <a:gd name="connsiteY829" fmla="*/ 568039 h 590308"/>
                <a:gd name="connsiteX830" fmla="*/ 428995 w 821508"/>
                <a:gd name="connsiteY830" fmla="*/ 562421 h 590308"/>
                <a:gd name="connsiteX831" fmla="*/ 432360 w 821508"/>
                <a:gd name="connsiteY831" fmla="*/ 558654 h 590308"/>
                <a:gd name="connsiteX832" fmla="*/ 435759 w 821508"/>
                <a:gd name="connsiteY832" fmla="*/ 555391 h 590308"/>
                <a:gd name="connsiteX833" fmla="*/ 438923 w 821508"/>
                <a:gd name="connsiteY833" fmla="*/ 552632 h 590308"/>
                <a:gd name="connsiteX834" fmla="*/ 443702 w 821508"/>
                <a:gd name="connsiteY834" fmla="*/ 548192 h 590308"/>
                <a:gd name="connsiteX835" fmla="*/ 445654 w 821508"/>
                <a:gd name="connsiteY835" fmla="*/ 543886 h 590308"/>
                <a:gd name="connsiteX836" fmla="*/ 447741 w 821508"/>
                <a:gd name="connsiteY836" fmla="*/ 540522 h 590308"/>
                <a:gd name="connsiteX837" fmla="*/ 447741 w 821508"/>
                <a:gd name="connsiteY837" fmla="*/ 535106 h 590308"/>
                <a:gd name="connsiteX838" fmla="*/ 447135 w 821508"/>
                <a:gd name="connsiteY838" fmla="*/ 532785 h 590308"/>
                <a:gd name="connsiteX839" fmla="*/ 448077 w 821508"/>
                <a:gd name="connsiteY839" fmla="*/ 530834 h 590308"/>
                <a:gd name="connsiteX840" fmla="*/ 451173 w 821508"/>
                <a:gd name="connsiteY840" fmla="*/ 529051 h 590308"/>
                <a:gd name="connsiteX841" fmla="*/ 453832 w 821508"/>
                <a:gd name="connsiteY841" fmla="*/ 529051 h 590308"/>
                <a:gd name="connsiteX842" fmla="*/ 457871 w 821508"/>
                <a:gd name="connsiteY842" fmla="*/ 526057 h 590308"/>
                <a:gd name="connsiteX843" fmla="*/ 460428 w 821508"/>
                <a:gd name="connsiteY843" fmla="*/ 524140 h 590308"/>
                <a:gd name="connsiteX844" fmla="*/ 460428 w 821508"/>
                <a:gd name="connsiteY844" fmla="*/ 521247 h 590308"/>
                <a:gd name="connsiteX845" fmla="*/ 460428 w 821508"/>
                <a:gd name="connsiteY845" fmla="*/ 519295 h 590308"/>
                <a:gd name="connsiteX846" fmla="*/ 458948 w 821508"/>
                <a:gd name="connsiteY846" fmla="*/ 517714 h 590308"/>
                <a:gd name="connsiteX847" fmla="*/ 458476 w 821508"/>
                <a:gd name="connsiteY847" fmla="*/ 514889 h 590308"/>
                <a:gd name="connsiteX848" fmla="*/ 459015 w 821508"/>
                <a:gd name="connsiteY848" fmla="*/ 511256 h 590308"/>
                <a:gd name="connsiteX849" fmla="*/ 459722 w 821508"/>
                <a:gd name="connsiteY849" fmla="*/ 505873 h 590308"/>
                <a:gd name="connsiteX850" fmla="*/ 460462 w 821508"/>
                <a:gd name="connsiteY850" fmla="*/ 501096 h 590308"/>
                <a:gd name="connsiteX851" fmla="*/ 460462 w 821508"/>
                <a:gd name="connsiteY851" fmla="*/ 497295 h 590308"/>
                <a:gd name="connsiteX852" fmla="*/ 463727 w 821508"/>
                <a:gd name="connsiteY852" fmla="*/ 491106 h 590308"/>
                <a:gd name="connsiteX853" fmla="*/ 465476 w 821508"/>
                <a:gd name="connsiteY853" fmla="*/ 488717 h 590308"/>
                <a:gd name="connsiteX854" fmla="*/ 472308 w 821508"/>
                <a:gd name="connsiteY854" fmla="*/ 483301 h 590308"/>
                <a:gd name="connsiteX855" fmla="*/ 476111 w 821508"/>
                <a:gd name="connsiteY855" fmla="*/ 479702 h 590308"/>
                <a:gd name="connsiteX856" fmla="*/ 479914 w 821508"/>
                <a:gd name="connsiteY856" fmla="*/ 476943 h 590308"/>
                <a:gd name="connsiteX857" fmla="*/ 484054 w 821508"/>
                <a:gd name="connsiteY857" fmla="*/ 475160 h 590308"/>
                <a:gd name="connsiteX858" fmla="*/ 488597 w 821508"/>
                <a:gd name="connsiteY858" fmla="*/ 475160 h 590308"/>
                <a:gd name="connsiteX859" fmla="*/ 492198 w 821508"/>
                <a:gd name="connsiteY859" fmla="*/ 475934 h 590308"/>
                <a:gd name="connsiteX860" fmla="*/ 494319 w 821508"/>
                <a:gd name="connsiteY860" fmla="*/ 478760 h 590308"/>
                <a:gd name="connsiteX861" fmla="*/ 496439 w 821508"/>
                <a:gd name="connsiteY861" fmla="*/ 480946 h 590308"/>
                <a:gd name="connsiteX862" fmla="*/ 496439 w 821508"/>
                <a:gd name="connsiteY862" fmla="*/ 483032 h 590308"/>
                <a:gd name="connsiteX863" fmla="*/ 496439 w 821508"/>
                <a:gd name="connsiteY863" fmla="*/ 484781 h 590308"/>
                <a:gd name="connsiteX864" fmla="*/ 496977 w 821508"/>
                <a:gd name="connsiteY864" fmla="*/ 487170 h 590308"/>
                <a:gd name="connsiteX865" fmla="*/ 500343 w 821508"/>
                <a:gd name="connsiteY865" fmla="*/ 487809 h 590308"/>
                <a:gd name="connsiteX866" fmla="*/ 502093 w 821508"/>
                <a:gd name="connsiteY866" fmla="*/ 489323 h 590308"/>
                <a:gd name="connsiteX867" fmla="*/ 505694 w 821508"/>
                <a:gd name="connsiteY867" fmla="*/ 490836 h 590308"/>
                <a:gd name="connsiteX868" fmla="*/ 506905 w 821508"/>
                <a:gd name="connsiteY868" fmla="*/ 491711 h 590308"/>
                <a:gd name="connsiteX869" fmla="*/ 506905 w 821508"/>
                <a:gd name="connsiteY869" fmla="*/ 495176 h 590308"/>
                <a:gd name="connsiteX870" fmla="*/ 506266 w 821508"/>
                <a:gd name="connsiteY870" fmla="*/ 496252 h 590308"/>
                <a:gd name="connsiteX871" fmla="*/ 506367 w 821508"/>
                <a:gd name="connsiteY871" fmla="*/ 498002 h 590308"/>
                <a:gd name="connsiteX872" fmla="*/ 506905 w 821508"/>
                <a:gd name="connsiteY872" fmla="*/ 498977 h 590308"/>
                <a:gd name="connsiteX873" fmla="*/ 509396 w 821508"/>
                <a:gd name="connsiteY873" fmla="*/ 500625 h 590308"/>
                <a:gd name="connsiteX874" fmla="*/ 512761 w 821508"/>
                <a:gd name="connsiteY874" fmla="*/ 502038 h 590308"/>
                <a:gd name="connsiteX875" fmla="*/ 515252 w 821508"/>
                <a:gd name="connsiteY875" fmla="*/ 501601 h 590308"/>
                <a:gd name="connsiteX876" fmla="*/ 517843 w 821508"/>
                <a:gd name="connsiteY876" fmla="*/ 501803 h 590308"/>
                <a:gd name="connsiteX877" fmla="*/ 525550 w 821508"/>
                <a:gd name="connsiteY877" fmla="*/ 502678 h 590308"/>
                <a:gd name="connsiteX878" fmla="*/ 536959 w 821508"/>
                <a:gd name="connsiteY878" fmla="*/ 502038 h 590308"/>
                <a:gd name="connsiteX879" fmla="*/ 541974 w 821508"/>
                <a:gd name="connsiteY879" fmla="*/ 503216 h 590308"/>
                <a:gd name="connsiteX880" fmla="*/ 544262 w 821508"/>
                <a:gd name="connsiteY880" fmla="*/ 505840 h 590308"/>
                <a:gd name="connsiteX881" fmla="*/ 550791 w 821508"/>
                <a:gd name="connsiteY881" fmla="*/ 507252 h 590308"/>
                <a:gd name="connsiteX882" fmla="*/ 556882 w 821508"/>
                <a:gd name="connsiteY882" fmla="*/ 507791 h 590308"/>
                <a:gd name="connsiteX883" fmla="*/ 563512 w 821508"/>
                <a:gd name="connsiteY883" fmla="*/ 506815 h 590308"/>
                <a:gd name="connsiteX884" fmla="*/ 567315 w 821508"/>
                <a:gd name="connsiteY884" fmla="*/ 504965 h 590308"/>
                <a:gd name="connsiteX885" fmla="*/ 571556 w 821508"/>
                <a:gd name="connsiteY885" fmla="*/ 503552 h 590308"/>
                <a:gd name="connsiteX886" fmla="*/ 576234 w 821508"/>
                <a:gd name="connsiteY886" fmla="*/ 501601 h 590308"/>
                <a:gd name="connsiteX887" fmla="*/ 579936 w 821508"/>
                <a:gd name="connsiteY887" fmla="*/ 500827 h 590308"/>
                <a:gd name="connsiteX888" fmla="*/ 582662 w 821508"/>
                <a:gd name="connsiteY888" fmla="*/ 501029 h 590308"/>
                <a:gd name="connsiteX889" fmla="*/ 589931 w 821508"/>
                <a:gd name="connsiteY889" fmla="*/ 501265 h 590308"/>
                <a:gd name="connsiteX890" fmla="*/ 596460 w 821508"/>
                <a:gd name="connsiteY890" fmla="*/ 501265 h 590308"/>
                <a:gd name="connsiteX891" fmla="*/ 598210 w 821508"/>
                <a:gd name="connsiteY891" fmla="*/ 500289 h 590308"/>
                <a:gd name="connsiteX892" fmla="*/ 601677 w 821508"/>
                <a:gd name="connsiteY892" fmla="*/ 497262 h 590308"/>
                <a:gd name="connsiteX893" fmla="*/ 602451 w 821508"/>
                <a:gd name="connsiteY893" fmla="*/ 495849 h 590308"/>
                <a:gd name="connsiteX894" fmla="*/ 605480 w 821508"/>
                <a:gd name="connsiteY894" fmla="*/ 490836 h 590308"/>
                <a:gd name="connsiteX895" fmla="*/ 608643 w 821508"/>
                <a:gd name="connsiteY895" fmla="*/ 486699 h 590308"/>
                <a:gd name="connsiteX896" fmla="*/ 609518 w 821508"/>
                <a:gd name="connsiteY896" fmla="*/ 479971 h 590308"/>
                <a:gd name="connsiteX897" fmla="*/ 609518 w 821508"/>
                <a:gd name="connsiteY897" fmla="*/ 472570 h 590308"/>
                <a:gd name="connsiteX898" fmla="*/ 606355 w 821508"/>
                <a:gd name="connsiteY898" fmla="*/ 468971 h 590308"/>
                <a:gd name="connsiteX899" fmla="*/ 601777 w 821508"/>
                <a:gd name="connsiteY899" fmla="*/ 465708 h 590308"/>
                <a:gd name="connsiteX900" fmla="*/ 596898 w 821508"/>
                <a:gd name="connsiteY900" fmla="*/ 463420 h 590308"/>
                <a:gd name="connsiteX901" fmla="*/ 593431 w 821508"/>
                <a:gd name="connsiteY901" fmla="*/ 461906 h 590308"/>
                <a:gd name="connsiteX902" fmla="*/ 590705 w 821508"/>
                <a:gd name="connsiteY902" fmla="*/ 458542 h 590308"/>
                <a:gd name="connsiteX903" fmla="*/ 587878 w 821508"/>
                <a:gd name="connsiteY903" fmla="*/ 455279 h 590308"/>
                <a:gd name="connsiteX904" fmla="*/ 588215 w 821508"/>
                <a:gd name="connsiteY904" fmla="*/ 450704 h 590308"/>
                <a:gd name="connsiteX905" fmla="*/ 588753 w 821508"/>
                <a:gd name="connsiteY905" fmla="*/ 447441 h 590308"/>
                <a:gd name="connsiteX906" fmla="*/ 584176 w 821508"/>
                <a:gd name="connsiteY906" fmla="*/ 444178 h 590308"/>
                <a:gd name="connsiteX907" fmla="*/ 583436 w 821508"/>
                <a:gd name="connsiteY907" fmla="*/ 438325 h 590308"/>
                <a:gd name="connsiteX908" fmla="*/ 583537 w 821508"/>
                <a:gd name="connsiteY908" fmla="*/ 434725 h 590308"/>
                <a:gd name="connsiteX909" fmla="*/ 585825 w 821508"/>
                <a:gd name="connsiteY909" fmla="*/ 432505 h 590308"/>
                <a:gd name="connsiteX910" fmla="*/ 589628 w 821508"/>
                <a:gd name="connsiteY910" fmla="*/ 431900 h 590308"/>
                <a:gd name="connsiteX911" fmla="*/ 592960 w 821508"/>
                <a:gd name="connsiteY911" fmla="*/ 430117 h 590308"/>
                <a:gd name="connsiteX912" fmla="*/ 598951 w 821508"/>
                <a:gd name="connsiteY912" fmla="*/ 430319 h 590308"/>
                <a:gd name="connsiteX913" fmla="*/ 602518 w 821508"/>
                <a:gd name="connsiteY913" fmla="*/ 429982 h 590308"/>
                <a:gd name="connsiteX914" fmla="*/ 606893 w 821508"/>
                <a:gd name="connsiteY914" fmla="*/ 429982 h 590308"/>
                <a:gd name="connsiteX915" fmla="*/ 607802 w 821508"/>
                <a:gd name="connsiteY915" fmla="*/ 431462 h 590308"/>
                <a:gd name="connsiteX916" fmla="*/ 609484 w 821508"/>
                <a:gd name="connsiteY916" fmla="*/ 433683 h 590308"/>
                <a:gd name="connsiteX917" fmla="*/ 612379 w 821508"/>
                <a:gd name="connsiteY917" fmla="*/ 433514 h 590308"/>
                <a:gd name="connsiteX918" fmla="*/ 614768 w 821508"/>
                <a:gd name="connsiteY918" fmla="*/ 430420 h 590308"/>
                <a:gd name="connsiteX919" fmla="*/ 617797 w 821508"/>
                <a:gd name="connsiteY919" fmla="*/ 427594 h 590308"/>
                <a:gd name="connsiteX920" fmla="*/ 621432 w 821508"/>
                <a:gd name="connsiteY920" fmla="*/ 423523 h 590308"/>
                <a:gd name="connsiteX921" fmla="*/ 626884 w 821508"/>
                <a:gd name="connsiteY921" fmla="*/ 420563 h 590308"/>
                <a:gd name="connsiteX922" fmla="*/ 629980 w 821508"/>
                <a:gd name="connsiteY922" fmla="*/ 418747 h 590308"/>
                <a:gd name="connsiteX923" fmla="*/ 635937 w 821508"/>
                <a:gd name="connsiteY923" fmla="*/ 417805 h 590308"/>
                <a:gd name="connsiteX924" fmla="*/ 641658 w 821508"/>
                <a:gd name="connsiteY924" fmla="*/ 417805 h 590308"/>
                <a:gd name="connsiteX925" fmla="*/ 648052 w 821508"/>
                <a:gd name="connsiteY925" fmla="*/ 416425 h 590308"/>
                <a:gd name="connsiteX926" fmla="*/ 652630 w 821508"/>
                <a:gd name="connsiteY926" fmla="*/ 415046 h 590308"/>
                <a:gd name="connsiteX927" fmla="*/ 656399 w 821508"/>
                <a:gd name="connsiteY927" fmla="*/ 412221 h 590308"/>
                <a:gd name="connsiteX928" fmla="*/ 660976 w 821508"/>
                <a:gd name="connsiteY928" fmla="*/ 406872 h 590308"/>
                <a:gd name="connsiteX929" fmla="*/ 663938 w 821508"/>
                <a:gd name="connsiteY929" fmla="*/ 403407 h 590308"/>
                <a:gd name="connsiteX930" fmla="*/ 668178 w 821508"/>
                <a:gd name="connsiteY930" fmla="*/ 399337 h 590308"/>
                <a:gd name="connsiteX931" fmla="*/ 670399 w 821508"/>
                <a:gd name="connsiteY931" fmla="*/ 392306 h 590308"/>
                <a:gd name="connsiteX932" fmla="*/ 670399 w 821508"/>
                <a:gd name="connsiteY932" fmla="*/ 387394 h 590308"/>
                <a:gd name="connsiteX933" fmla="*/ 670399 w 821508"/>
                <a:gd name="connsiteY933" fmla="*/ 383257 h 590308"/>
                <a:gd name="connsiteX934" fmla="*/ 670399 w 821508"/>
                <a:gd name="connsiteY934" fmla="*/ 378682 h 590308"/>
                <a:gd name="connsiteX935" fmla="*/ 672452 w 821508"/>
                <a:gd name="connsiteY935" fmla="*/ 375217 h 590308"/>
                <a:gd name="connsiteX936" fmla="*/ 675649 w 821508"/>
                <a:gd name="connsiteY936" fmla="*/ 371147 h 590308"/>
                <a:gd name="connsiteX937" fmla="*/ 677164 w 821508"/>
                <a:gd name="connsiteY937" fmla="*/ 369128 h 590308"/>
                <a:gd name="connsiteX938" fmla="*/ 679351 w 821508"/>
                <a:gd name="connsiteY938" fmla="*/ 366942 h 590308"/>
                <a:gd name="connsiteX939" fmla="*/ 682044 w 821508"/>
                <a:gd name="connsiteY939" fmla="*/ 365293 h 590308"/>
                <a:gd name="connsiteX940" fmla="*/ 682750 w 821508"/>
                <a:gd name="connsiteY940" fmla="*/ 364486 h 590308"/>
                <a:gd name="connsiteX941" fmla="*/ 685006 w 821508"/>
                <a:gd name="connsiteY941" fmla="*/ 363914 h 590308"/>
                <a:gd name="connsiteX942" fmla="*/ 686957 w 821508"/>
                <a:gd name="connsiteY942" fmla="*/ 363914 h 590308"/>
                <a:gd name="connsiteX943" fmla="*/ 689414 w 821508"/>
                <a:gd name="connsiteY943" fmla="*/ 366101 h 590308"/>
                <a:gd name="connsiteX944" fmla="*/ 691501 w 821508"/>
                <a:gd name="connsiteY944" fmla="*/ 369633 h 590308"/>
                <a:gd name="connsiteX945" fmla="*/ 692073 w 821508"/>
                <a:gd name="connsiteY945" fmla="*/ 371819 h 590308"/>
                <a:gd name="connsiteX946" fmla="*/ 694159 w 821508"/>
                <a:gd name="connsiteY946" fmla="*/ 372189 h 590308"/>
                <a:gd name="connsiteX947" fmla="*/ 696919 w 821508"/>
                <a:gd name="connsiteY947" fmla="*/ 371180 h 590308"/>
                <a:gd name="connsiteX948" fmla="*/ 698063 w 821508"/>
                <a:gd name="connsiteY948" fmla="*/ 369094 h 590308"/>
                <a:gd name="connsiteX949" fmla="*/ 699208 w 821508"/>
                <a:gd name="connsiteY949" fmla="*/ 363948 h 590308"/>
                <a:gd name="connsiteX950" fmla="*/ 700015 w 821508"/>
                <a:gd name="connsiteY950" fmla="*/ 361257 h 590308"/>
                <a:gd name="connsiteX951" fmla="*/ 701900 w 821508"/>
                <a:gd name="connsiteY951" fmla="*/ 359373 h 590308"/>
                <a:gd name="connsiteX952" fmla="*/ 705097 w 821508"/>
                <a:gd name="connsiteY952" fmla="*/ 357859 h 590308"/>
                <a:gd name="connsiteX953" fmla="*/ 708227 w 821508"/>
                <a:gd name="connsiteY953" fmla="*/ 356177 h 590308"/>
                <a:gd name="connsiteX954" fmla="*/ 709742 w 821508"/>
                <a:gd name="connsiteY954" fmla="*/ 355302 h 590308"/>
                <a:gd name="connsiteX955" fmla="*/ 712434 w 821508"/>
                <a:gd name="connsiteY955" fmla="*/ 353351 h 590308"/>
                <a:gd name="connsiteX956" fmla="*/ 713679 w 821508"/>
                <a:gd name="connsiteY956" fmla="*/ 351400 h 590308"/>
                <a:gd name="connsiteX957" fmla="*/ 713679 w 821508"/>
                <a:gd name="connsiteY957" fmla="*/ 349079 h 590308"/>
                <a:gd name="connsiteX958" fmla="*/ 713477 w 821508"/>
                <a:gd name="connsiteY958" fmla="*/ 340467 h 590308"/>
                <a:gd name="connsiteX959" fmla="*/ 713881 w 821508"/>
                <a:gd name="connsiteY959" fmla="*/ 333235 h 590308"/>
                <a:gd name="connsiteX960" fmla="*/ 713881 w 821508"/>
                <a:gd name="connsiteY960" fmla="*/ 324825 h 590308"/>
                <a:gd name="connsiteX961" fmla="*/ 715631 w 821508"/>
                <a:gd name="connsiteY961" fmla="*/ 315708 h 590308"/>
                <a:gd name="connsiteX962" fmla="*/ 715631 w 821508"/>
                <a:gd name="connsiteY962" fmla="*/ 310932 h 590308"/>
                <a:gd name="connsiteX963" fmla="*/ 714251 w 821508"/>
                <a:gd name="connsiteY963" fmla="*/ 306794 h 590308"/>
                <a:gd name="connsiteX964" fmla="*/ 712602 w 821508"/>
                <a:gd name="connsiteY964" fmla="*/ 303598 h 590308"/>
                <a:gd name="connsiteX965" fmla="*/ 713174 w 821508"/>
                <a:gd name="connsiteY965" fmla="*/ 301277 h 590308"/>
                <a:gd name="connsiteX966" fmla="*/ 714857 w 821508"/>
                <a:gd name="connsiteY966" fmla="*/ 298889 h 590308"/>
                <a:gd name="connsiteX967" fmla="*/ 715934 w 821508"/>
                <a:gd name="connsiteY967" fmla="*/ 297005 h 590308"/>
                <a:gd name="connsiteX968" fmla="*/ 718963 w 821508"/>
                <a:gd name="connsiteY968" fmla="*/ 294616 h 590308"/>
                <a:gd name="connsiteX969" fmla="*/ 720545 w 821508"/>
                <a:gd name="connsiteY969" fmla="*/ 293977 h 590308"/>
                <a:gd name="connsiteX970" fmla="*/ 722429 w 821508"/>
                <a:gd name="connsiteY970" fmla="*/ 293607 h 590308"/>
                <a:gd name="connsiteX971" fmla="*/ 723876 w 821508"/>
                <a:gd name="connsiteY971" fmla="*/ 293338 h 590308"/>
                <a:gd name="connsiteX972" fmla="*/ 726131 w 821508"/>
                <a:gd name="connsiteY972" fmla="*/ 292665 h 590308"/>
                <a:gd name="connsiteX973" fmla="*/ 728655 w 821508"/>
                <a:gd name="connsiteY973" fmla="*/ 292665 h 590308"/>
                <a:gd name="connsiteX974" fmla="*/ 731718 w 821508"/>
                <a:gd name="connsiteY974" fmla="*/ 294616 h 590308"/>
                <a:gd name="connsiteX975" fmla="*/ 735050 w 821508"/>
                <a:gd name="connsiteY975" fmla="*/ 298586 h 590308"/>
                <a:gd name="connsiteX976" fmla="*/ 738752 w 821508"/>
                <a:gd name="connsiteY976" fmla="*/ 299898 h 590308"/>
                <a:gd name="connsiteX977" fmla="*/ 743968 w 821508"/>
                <a:gd name="connsiteY977" fmla="*/ 300201 h 590308"/>
                <a:gd name="connsiteX978" fmla="*/ 745483 w 821508"/>
                <a:gd name="connsiteY978" fmla="*/ 300402 h 590308"/>
                <a:gd name="connsiteX979" fmla="*/ 746930 w 821508"/>
                <a:gd name="connsiteY979" fmla="*/ 302589 h 590308"/>
                <a:gd name="connsiteX980" fmla="*/ 746930 w 821508"/>
                <a:gd name="connsiteY980" fmla="*/ 305717 h 590308"/>
                <a:gd name="connsiteX981" fmla="*/ 745988 w 821508"/>
                <a:gd name="connsiteY981" fmla="*/ 309485 h 590308"/>
                <a:gd name="connsiteX982" fmla="*/ 746930 w 821508"/>
                <a:gd name="connsiteY982" fmla="*/ 312748 h 590308"/>
                <a:gd name="connsiteX983" fmla="*/ 746189 w 821508"/>
                <a:gd name="connsiteY983" fmla="*/ 315944 h 590308"/>
                <a:gd name="connsiteX984" fmla="*/ 746324 w 821508"/>
                <a:gd name="connsiteY984" fmla="*/ 319140 h 590308"/>
                <a:gd name="connsiteX985" fmla="*/ 750800 w 821508"/>
                <a:gd name="connsiteY985" fmla="*/ 321730 h 590308"/>
                <a:gd name="connsiteX986" fmla="*/ 757194 w 821508"/>
                <a:gd name="connsiteY986" fmla="*/ 327381 h 590308"/>
                <a:gd name="connsiteX987" fmla="*/ 762175 w 821508"/>
                <a:gd name="connsiteY987" fmla="*/ 332360 h 590308"/>
                <a:gd name="connsiteX988" fmla="*/ 766820 w 821508"/>
                <a:gd name="connsiteY988" fmla="*/ 336128 h 590308"/>
                <a:gd name="connsiteX989" fmla="*/ 769276 w 821508"/>
                <a:gd name="connsiteY989" fmla="*/ 337440 h 590308"/>
                <a:gd name="connsiteX990" fmla="*/ 774695 w 821508"/>
                <a:gd name="connsiteY990" fmla="*/ 338314 h 590308"/>
                <a:gd name="connsiteX991" fmla="*/ 774695 w 821508"/>
                <a:gd name="connsiteY991" fmla="*/ 335287 h 590308"/>
                <a:gd name="connsiteX992" fmla="*/ 772844 w 821508"/>
                <a:gd name="connsiteY992" fmla="*/ 331687 h 590308"/>
                <a:gd name="connsiteX993" fmla="*/ 772507 w 821508"/>
                <a:gd name="connsiteY993" fmla="*/ 329063 h 590308"/>
                <a:gd name="connsiteX994" fmla="*/ 772709 w 821508"/>
                <a:gd name="connsiteY994" fmla="*/ 327415 h 590308"/>
                <a:gd name="connsiteX995" fmla="*/ 773887 w 821508"/>
                <a:gd name="connsiteY995" fmla="*/ 326540 h 590308"/>
                <a:gd name="connsiteX996" fmla="*/ 774661 w 821508"/>
                <a:gd name="connsiteY996" fmla="*/ 326439 h 590308"/>
                <a:gd name="connsiteX997" fmla="*/ 776849 w 821508"/>
                <a:gd name="connsiteY997" fmla="*/ 326776 h 590308"/>
                <a:gd name="connsiteX998" fmla="*/ 778700 w 821508"/>
                <a:gd name="connsiteY998" fmla="*/ 329938 h 590308"/>
                <a:gd name="connsiteX999" fmla="*/ 779844 w 821508"/>
                <a:gd name="connsiteY999" fmla="*/ 333638 h 590308"/>
                <a:gd name="connsiteX1000" fmla="*/ 782604 w 821508"/>
                <a:gd name="connsiteY1000" fmla="*/ 338079 h 590308"/>
                <a:gd name="connsiteX1001" fmla="*/ 784455 w 821508"/>
                <a:gd name="connsiteY1001" fmla="*/ 341678 h 590308"/>
                <a:gd name="connsiteX1002" fmla="*/ 786104 w 821508"/>
                <a:gd name="connsiteY1002" fmla="*/ 344706 h 590308"/>
                <a:gd name="connsiteX1003" fmla="*/ 788594 w 821508"/>
                <a:gd name="connsiteY1003" fmla="*/ 347868 h 590308"/>
                <a:gd name="connsiteX1004" fmla="*/ 788594 w 821508"/>
                <a:gd name="connsiteY1004" fmla="*/ 350895 h 590308"/>
                <a:gd name="connsiteX1005" fmla="*/ 793373 w 821508"/>
                <a:gd name="connsiteY1005" fmla="*/ 354091 h 590308"/>
                <a:gd name="connsiteX1006" fmla="*/ 795965 w 821508"/>
                <a:gd name="connsiteY1006" fmla="*/ 353351 h 590308"/>
                <a:gd name="connsiteX1007" fmla="*/ 797984 w 821508"/>
                <a:gd name="connsiteY1007" fmla="*/ 352914 h 590308"/>
                <a:gd name="connsiteX1008" fmla="*/ 800171 w 821508"/>
                <a:gd name="connsiteY1008" fmla="*/ 354091 h 590308"/>
                <a:gd name="connsiteX1009" fmla="*/ 801114 w 821508"/>
                <a:gd name="connsiteY1009" fmla="*/ 357186 h 590308"/>
                <a:gd name="connsiteX1010" fmla="*/ 802729 w 821508"/>
                <a:gd name="connsiteY1010" fmla="*/ 357388 h 590308"/>
                <a:gd name="connsiteX1011" fmla="*/ 804681 w 821508"/>
                <a:gd name="connsiteY1011" fmla="*/ 356143 h 590308"/>
                <a:gd name="connsiteX1012" fmla="*/ 804681 w 821508"/>
                <a:gd name="connsiteY1012" fmla="*/ 353385 h 590308"/>
                <a:gd name="connsiteX1013" fmla="*/ 802594 w 821508"/>
                <a:gd name="connsiteY1013" fmla="*/ 351804 h 590308"/>
                <a:gd name="connsiteX1014" fmla="*/ 801518 w 821508"/>
                <a:gd name="connsiteY1014" fmla="*/ 350492 h 590308"/>
                <a:gd name="connsiteX1015" fmla="*/ 800710 w 821508"/>
                <a:gd name="connsiteY1015" fmla="*/ 349348 h 590308"/>
                <a:gd name="connsiteX1016" fmla="*/ 798690 w 821508"/>
                <a:gd name="connsiteY1016" fmla="*/ 348339 h 590308"/>
                <a:gd name="connsiteX1017" fmla="*/ 796671 w 821508"/>
                <a:gd name="connsiteY1017" fmla="*/ 347464 h 590308"/>
                <a:gd name="connsiteX1018" fmla="*/ 795662 w 821508"/>
                <a:gd name="connsiteY1018" fmla="*/ 345580 h 590308"/>
                <a:gd name="connsiteX1019" fmla="*/ 793777 w 821508"/>
                <a:gd name="connsiteY1019" fmla="*/ 342116 h 590308"/>
                <a:gd name="connsiteX1020" fmla="*/ 792128 w 821508"/>
                <a:gd name="connsiteY1020" fmla="*/ 340097 h 590308"/>
                <a:gd name="connsiteX1021" fmla="*/ 791253 w 821508"/>
                <a:gd name="connsiteY1021" fmla="*/ 337911 h 590308"/>
                <a:gd name="connsiteX1022" fmla="*/ 789435 w 821508"/>
                <a:gd name="connsiteY1022" fmla="*/ 335085 h 590308"/>
                <a:gd name="connsiteX1023" fmla="*/ 788123 w 821508"/>
                <a:gd name="connsiteY1023" fmla="*/ 331250 h 590308"/>
                <a:gd name="connsiteX1024" fmla="*/ 787988 w 821508"/>
                <a:gd name="connsiteY1024" fmla="*/ 328794 h 590308"/>
                <a:gd name="connsiteX1025" fmla="*/ 788224 w 821508"/>
                <a:gd name="connsiteY1025" fmla="*/ 327146 h 590308"/>
                <a:gd name="connsiteX1026" fmla="*/ 788156 w 821508"/>
                <a:gd name="connsiteY1026" fmla="*/ 324959 h 590308"/>
                <a:gd name="connsiteX1027" fmla="*/ 784017 w 821508"/>
                <a:gd name="connsiteY1027" fmla="*/ 322773 h 590308"/>
                <a:gd name="connsiteX1028" fmla="*/ 782267 w 821508"/>
                <a:gd name="connsiteY1028" fmla="*/ 322134 h 590308"/>
                <a:gd name="connsiteX1029" fmla="*/ 781325 w 821508"/>
                <a:gd name="connsiteY1029" fmla="*/ 320048 h 590308"/>
                <a:gd name="connsiteX1030" fmla="*/ 781762 w 821508"/>
                <a:gd name="connsiteY1030" fmla="*/ 317222 h 590308"/>
                <a:gd name="connsiteX1031" fmla="*/ 781459 w 821508"/>
                <a:gd name="connsiteY1031" fmla="*/ 315843 h 590308"/>
                <a:gd name="connsiteX1032" fmla="*/ 777690 w 821508"/>
                <a:gd name="connsiteY1032" fmla="*/ 315776 h 590308"/>
                <a:gd name="connsiteX1033" fmla="*/ 775503 w 821508"/>
                <a:gd name="connsiteY1033" fmla="*/ 317660 h 590308"/>
                <a:gd name="connsiteX1034" fmla="*/ 773113 w 821508"/>
                <a:gd name="connsiteY1034" fmla="*/ 318231 h 590308"/>
                <a:gd name="connsiteX1035" fmla="*/ 770589 w 821508"/>
                <a:gd name="connsiteY1035" fmla="*/ 315338 h 590308"/>
                <a:gd name="connsiteX1036" fmla="*/ 771397 w 821508"/>
                <a:gd name="connsiteY1036" fmla="*/ 311705 h 590308"/>
                <a:gd name="connsiteX1037" fmla="*/ 775402 w 821508"/>
                <a:gd name="connsiteY1037" fmla="*/ 308510 h 590308"/>
                <a:gd name="connsiteX1038" fmla="*/ 776781 w 821508"/>
                <a:gd name="connsiteY1038" fmla="*/ 307433 h 590308"/>
                <a:gd name="connsiteX1039" fmla="*/ 783445 w 821508"/>
                <a:gd name="connsiteY1039" fmla="*/ 302959 h 590308"/>
                <a:gd name="connsiteX1040" fmla="*/ 787719 w 821508"/>
                <a:gd name="connsiteY1040" fmla="*/ 299259 h 590308"/>
                <a:gd name="connsiteX1041" fmla="*/ 790614 w 821508"/>
                <a:gd name="connsiteY1041" fmla="*/ 297375 h 590308"/>
                <a:gd name="connsiteX1042" fmla="*/ 796907 w 821508"/>
                <a:gd name="connsiteY1042" fmla="*/ 294179 h 590308"/>
                <a:gd name="connsiteX1043" fmla="*/ 799666 w 821508"/>
                <a:gd name="connsiteY1043" fmla="*/ 293237 h 590308"/>
                <a:gd name="connsiteX1044" fmla="*/ 802797 w 821508"/>
                <a:gd name="connsiteY1044" fmla="*/ 293103 h 590308"/>
                <a:gd name="connsiteX1045" fmla="*/ 806566 w 821508"/>
                <a:gd name="connsiteY1045" fmla="*/ 292228 h 590308"/>
                <a:gd name="connsiteX1046" fmla="*/ 808013 w 821508"/>
                <a:gd name="connsiteY1046" fmla="*/ 289335 h 590308"/>
                <a:gd name="connsiteX1047" fmla="*/ 808450 w 821508"/>
                <a:gd name="connsiteY1047" fmla="*/ 287518 h 590308"/>
                <a:gd name="connsiteX1048" fmla="*/ 811782 w 821508"/>
                <a:gd name="connsiteY1048" fmla="*/ 286879 h 590308"/>
                <a:gd name="connsiteX1049" fmla="*/ 814037 w 821508"/>
                <a:gd name="connsiteY1049" fmla="*/ 285433 h 590308"/>
                <a:gd name="connsiteX1050" fmla="*/ 816730 w 821508"/>
                <a:gd name="connsiteY1050" fmla="*/ 283414 h 590308"/>
                <a:gd name="connsiteX1051" fmla="*/ 819254 w 821508"/>
                <a:gd name="connsiteY1051" fmla="*/ 282035 h 590308"/>
                <a:gd name="connsiteX1052" fmla="*/ 819960 w 821508"/>
                <a:gd name="connsiteY1052" fmla="*/ 280790 h 590308"/>
                <a:gd name="connsiteX1053" fmla="*/ 819960 w 821508"/>
                <a:gd name="connsiteY1053" fmla="*/ 279647 h 590308"/>
                <a:gd name="connsiteX1054" fmla="*/ 818816 w 821508"/>
                <a:gd name="connsiteY1054" fmla="*/ 275946 h 590308"/>
                <a:gd name="connsiteX1055" fmla="*/ 817504 w 821508"/>
                <a:gd name="connsiteY1055" fmla="*/ 272986 h 590308"/>
                <a:gd name="connsiteX1056" fmla="*/ 814609 w 821508"/>
                <a:gd name="connsiteY1056" fmla="*/ 270968 h 590308"/>
                <a:gd name="connsiteX1057" fmla="*/ 814744 w 821508"/>
                <a:gd name="connsiteY1057" fmla="*/ 268882 h 590308"/>
                <a:gd name="connsiteX1058" fmla="*/ 816292 w 821508"/>
                <a:gd name="connsiteY1058" fmla="*/ 265451 h 59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Lst>
              <a:rect l="l" t="t" r="r" b="b"/>
              <a:pathLst>
                <a:path w="821508" h="590308">
                  <a:moveTo>
                    <a:pt x="816292" y="265451"/>
                  </a:moveTo>
                  <a:cubicBezTo>
                    <a:pt x="816561" y="265316"/>
                    <a:pt x="817369" y="263802"/>
                    <a:pt x="817604" y="263702"/>
                  </a:cubicBezTo>
                  <a:cubicBezTo>
                    <a:pt x="817806" y="263634"/>
                    <a:pt x="818681" y="262827"/>
                    <a:pt x="819186" y="262625"/>
                  </a:cubicBezTo>
                  <a:cubicBezTo>
                    <a:pt x="819691" y="262423"/>
                    <a:pt x="820566" y="261683"/>
                    <a:pt x="820566" y="261683"/>
                  </a:cubicBezTo>
                  <a:lnTo>
                    <a:pt x="821508" y="258925"/>
                  </a:lnTo>
                  <a:lnTo>
                    <a:pt x="821138" y="256671"/>
                  </a:lnTo>
                  <a:lnTo>
                    <a:pt x="819691" y="254148"/>
                  </a:lnTo>
                  <a:cubicBezTo>
                    <a:pt x="819691" y="254148"/>
                    <a:pt x="818176" y="252399"/>
                    <a:pt x="818109" y="252197"/>
                  </a:cubicBezTo>
                  <a:cubicBezTo>
                    <a:pt x="818042" y="251961"/>
                    <a:pt x="816797" y="250818"/>
                    <a:pt x="816797" y="250818"/>
                  </a:cubicBezTo>
                  <a:lnTo>
                    <a:pt x="816730" y="248429"/>
                  </a:lnTo>
                  <a:cubicBezTo>
                    <a:pt x="816730" y="248429"/>
                    <a:pt x="817100" y="246747"/>
                    <a:pt x="817739" y="246545"/>
                  </a:cubicBezTo>
                  <a:cubicBezTo>
                    <a:pt x="818379" y="246343"/>
                    <a:pt x="819388" y="245301"/>
                    <a:pt x="819691" y="245233"/>
                  </a:cubicBezTo>
                  <a:cubicBezTo>
                    <a:pt x="819994" y="245166"/>
                    <a:pt x="820499" y="244359"/>
                    <a:pt x="820499" y="244359"/>
                  </a:cubicBezTo>
                  <a:cubicBezTo>
                    <a:pt x="820499" y="244359"/>
                    <a:pt x="820196" y="242778"/>
                    <a:pt x="819927" y="242778"/>
                  </a:cubicBezTo>
                  <a:cubicBezTo>
                    <a:pt x="819624" y="242778"/>
                    <a:pt x="818547" y="241768"/>
                    <a:pt x="818547" y="241768"/>
                  </a:cubicBezTo>
                  <a:lnTo>
                    <a:pt x="818614" y="237698"/>
                  </a:lnTo>
                  <a:lnTo>
                    <a:pt x="817672" y="235108"/>
                  </a:lnTo>
                  <a:cubicBezTo>
                    <a:pt x="817672" y="235108"/>
                    <a:pt x="816730" y="232282"/>
                    <a:pt x="816730" y="231979"/>
                  </a:cubicBezTo>
                  <a:cubicBezTo>
                    <a:pt x="816730" y="231677"/>
                    <a:pt x="817672" y="229389"/>
                    <a:pt x="817672" y="229389"/>
                  </a:cubicBezTo>
                  <a:cubicBezTo>
                    <a:pt x="817672" y="229389"/>
                    <a:pt x="817739" y="227203"/>
                    <a:pt x="817739" y="227001"/>
                  </a:cubicBezTo>
                  <a:cubicBezTo>
                    <a:pt x="817739" y="226799"/>
                    <a:pt x="817941" y="223098"/>
                    <a:pt x="817941" y="223098"/>
                  </a:cubicBezTo>
                  <a:lnTo>
                    <a:pt x="817133" y="221719"/>
                  </a:lnTo>
                  <a:lnTo>
                    <a:pt x="815686" y="220845"/>
                  </a:lnTo>
                  <a:lnTo>
                    <a:pt x="812220" y="219465"/>
                  </a:lnTo>
                  <a:lnTo>
                    <a:pt x="810200" y="218153"/>
                  </a:lnTo>
                  <a:cubicBezTo>
                    <a:pt x="810200" y="218153"/>
                    <a:pt x="808619" y="216842"/>
                    <a:pt x="808114" y="216842"/>
                  </a:cubicBezTo>
                  <a:cubicBezTo>
                    <a:pt x="807609" y="216842"/>
                    <a:pt x="805590" y="216404"/>
                    <a:pt x="805590" y="216404"/>
                  </a:cubicBezTo>
                  <a:lnTo>
                    <a:pt x="803268" y="215900"/>
                  </a:lnTo>
                  <a:lnTo>
                    <a:pt x="801618" y="215900"/>
                  </a:lnTo>
                  <a:lnTo>
                    <a:pt x="800104" y="215193"/>
                  </a:lnTo>
                  <a:cubicBezTo>
                    <a:pt x="800104" y="215193"/>
                    <a:pt x="798791" y="215698"/>
                    <a:pt x="798152" y="216068"/>
                  </a:cubicBezTo>
                  <a:cubicBezTo>
                    <a:pt x="797513" y="216438"/>
                    <a:pt x="796402" y="217312"/>
                    <a:pt x="796267" y="217582"/>
                  </a:cubicBezTo>
                  <a:cubicBezTo>
                    <a:pt x="796133" y="217884"/>
                    <a:pt x="795258" y="218658"/>
                    <a:pt x="795191" y="218961"/>
                  </a:cubicBezTo>
                  <a:cubicBezTo>
                    <a:pt x="795123" y="219264"/>
                    <a:pt x="793945" y="220407"/>
                    <a:pt x="793945" y="220407"/>
                  </a:cubicBezTo>
                  <a:lnTo>
                    <a:pt x="792936" y="222224"/>
                  </a:lnTo>
                  <a:cubicBezTo>
                    <a:pt x="792936" y="222224"/>
                    <a:pt x="791993" y="222224"/>
                    <a:pt x="791489" y="222661"/>
                  </a:cubicBezTo>
                  <a:cubicBezTo>
                    <a:pt x="790984" y="223098"/>
                    <a:pt x="790748" y="223166"/>
                    <a:pt x="790479" y="223166"/>
                  </a:cubicBezTo>
                  <a:cubicBezTo>
                    <a:pt x="790176" y="223166"/>
                    <a:pt x="788965" y="223098"/>
                    <a:pt x="788965" y="223098"/>
                  </a:cubicBezTo>
                  <a:lnTo>
                    <a:pt x="787585" y="222897"/>
                  </a:lnTo>
                  <a:lnTo>
                    <a:pt x="786003" y="222897"/>
                  </a:lnTo>
                  <a:lnTo>
                    <a:pt x="783983" y="222392"/>
                  </a:lnTo>
                  <a:cubicBezTo>
                    <a:pt x="783983" y="222392"/>
                    <a:pt x="782234" y="220710"/>
                    <a:pt x="781964" y="220576"/>
                  </a:cubicBezTo>
                  <a:cubicBezTo>
                    <a:pt x="781661" y="220441"/>
                    <a:pt x="777387" y="217514"/>
                    <a:pt x="777185" y="217312"/>
                  </a:cubicBezTo>
                  <a:cubicBezTo>
                    <a:pt x="776950" y="217077"/>
                    <a:pt x="772339" y="213915"/>
                    <a:pt x="772339" y="213915"/>
                  </a:cubicBezTo>
                  <a:lnTo>
                    <a:pt x="768502" y="212098"/>
                  </a:lnTo>
                  <a:lnTo>
                    <a:pt x="763084" y="210215"/>
                  </a:lnTo>
                  <a:lnTo>
                    <a:pt x="759820" y="209273"/>
                  </a:lnTo>
                  <a:cubicBezTo>
                    <a:pt x="759820" y="209273"/>
                    <a:pt x="755411" y="208465"/>
                    <a:pt x="754906" y="208465"/>
                  </a:cubicBezTo>
                  <a:cubicBezTo>
                    <a:pt x="754401" y="208465"/>
                    <a:pt x="751945" y="208095"/>
                    <a:pt x="751945" y="208095"/>
                  </a:cubicBezTo>
                  <a:cubicBezTo>
                    <a:pt x="751945" y="208095"/>
                    <a:pt x="749252" y="207523"/>
                    <a:pt x="748377" y="206346"/>
                  </a:cubicBezTo>
                  <a:cubicBezTo>
                    <a:pt x="747502" y="205202"/>
                    <a:pt x="744540" y="202074"/>
                    <a:pt x="744372" y="201704"/>
                  </a:cubicBezTo>
                  <a:cubicBezTo>
                    <a:pt x="744237" y="201334"/>
                    <a:pt x="741612" y="198441"/>
                    <a:pt x="741612" y="198441"/>
                  </a:cubicBezTo>
                  <a:cubicBezTo>
                    <a:pt x="741612" y="198441"/>
                    <a:pt x="740468" y="197129"/>
                    <a:pt x="740367" y="196355"/>
                  </a:cubicBezTo>
                  <a:cubicBezTo>
                    <a:pt x="740300" y="195548"/>
                    <a:pt x="739795" y="192823"/>
                    <a:pt x="739795" y="192520"/>
                  </a:cubicBezTo>
                  <a:cubicBezTo>
                    <a:pt x="739795" y="192217"/>
                    <a:pt x="738785" y="189055"/>
                    <a:pt x="738718" y="188752"/>
                  </a:cubicBezTo>
                  <a:cubicBezTo>
                    <a:pt x="738651" y="188450"/>
                    <a:pt x="736968" y="186667"/>
                    <a:pt x="736699" y="185927"/>
                  </a:cubicBezTo>
                  <a:cubicBezTo>
                    <a:pt x="736429" y="185187"/>
                    <a:pt x="735016" y="182731"/>
                    <a:pt x="734949" y="182529"/>
                  </a:cubicBezTo>
                  <a:cubicBezTo>
                    <a:pt x="734881" y="182327"/>
                    <a:pt x="735218" y="180780"/>
                    <a:pt x="735454" y="180073"/>
                  </a:cubicBezTo>
                  <a:cubicBezTo>
                    <a:pt x="735655" y="179333"/>
                    <a:pt x="736329" y="177685"/>
                    <a:pt x="736396" y="177180"/>
                  </a:cubicBezTo>
                  <a:cubicBezTo>
                    <a:pt x="736463" y="176676"/>
                    <a:pt x="736463" y="175162"/>
                    <a:pt x="736530" y="174927"/>
                  </a:cubicBezTo>
                  <a:cubicBezTo>
                    <a:pt x="736598" y="174725"/>
                    <a:pt x="736598" y="172471"/>
                    <a:pt x="736598" y="172168"/>
                  </a:cubicBezTo>
                  <a:cubicBezTo>
                    <a:pt x="736598" y="171865"/>
                    <a:pt x="736901" y="170789"/>
                    <a:pt x="736901" y="170789"/>
                  </a:cubicBezTo>
                  <a:lnTo>
                    <a:pt x="737406" y="169275"/>
                  </a:lnTo>
                  <a:cubicBezTo>
                    <a:pt x="737406" y="169275"/>
                    <a:pt x="736968" y="167829"/>
                    <a:pt x="734949" y="167829"/>
                  </a:cubicBezTo>
                  <a:cubicBezTo>
                    <a:pt x="732930" y="167829"/>
                    <a:pt x="731819" y="167627"/>
                    <a:pt x="731314" y="167829"/>
                  </a:cubicBezTo>
                  <a:cubicBezTo>
                    <a:pt x="730809" y="168030"/>
                    <a:pt x="729867" y="167829"/>
                    <a:pt x="729295" y="168266"/>
                  </a:cubicBezTo>
                  <a:cubicBezTo>
                    <a:pt x="728723" y="168703"/>
                    <a:pt x="727713" y="168266"/>
                    <a:pt x="727107" y="169006"/>
                  </a:cubicBezTo>
                  <a:cubicBezTo>
                    <a:pt x="726535" y="169746"/>
                    <a:pt x="725458" y="170822"/>
                    <a:pt x="725155" y="171394"/>
                  </a:cubicBezTo>
                  <a:cubicBezTo>
                    <a:pt x="724886" y="171966"/>
                    <a:pt x="724011" y="173076"/>
                    <a:pt x="723775" y="174153"/>
                  </a:cubicBezTo>
                  <a:cubicBezTo>
                    <a:pt x="723540" y="175229"/>
                    <a:pt x="723338" y="175734"/>
                    <a:pt x="722766" y="176474"/>
                  </a:cubicBezTo>
                  <a:cubicBezTo>
                    <a:pt x="722194" y="177214"/>
                    <a:pt x="721891" y="177853"/>
                    <a:pt x="721319" y="178661"/>
                  </a:cubicBezTo>
                  <a:cubicBezTo>
                    <a:pt x="720747" y="179468"/>
                    <a:pt x="719804" y="180343"/>
                    <a:pt x="719636" y="180679"/>
                  </a:cubicBezTo>
                  <a:cubicBezTo>
                    <a:pt x="719501" y="181049"/>
                    <a:pt x="719568" y="181419"/>
                    <a:pt x="719064" y="182260"/>
                  </a:cubicBezTo>
                  <a:cubicBezTo>
                    <a:pt x="718559" y="183135"/>
                    <a:pt x="717684" y="184447"/>
                    <a:pt x="717751" y="184648"/>
                  </a:cubicBezTo>
                  <a:cubicBezTo>
                    <a:pt x="717819" y="184850"/>
                    <a:pt x="717886" y="185658"/>
                    <a:pt x="717549" y="186229"/>
                  </a:cubicBezTo>
                  <a:cubicBezTo>
                    <a:pt x="717179" y="186801"/>
                    <a:pt x="717179" y="188618"/>
                    <a:pt x="716742" y="189358"/>
                  </a:cubicBezTo>
                  <a:cubicBezTo>
                    <a:pt x="716304" y="190098"/>
                    <a:pt x="716170" y="191679"/>
                    <a:pt x="715799" y="192049"/>
                  </a:cubicBezTo>
                  <a:cubicBezTo>
                    <a:pt x="715429" y="192419"/>
                    <a:pt x="715295" y="194303"/>
                    <a:pt x="714790" y="194808"/>
                  </a:cubicBezTo>
                  <a:cubicBezTo>
                    <a:pt x="714285" y="195312"/>
                    <a:pt x="713410" y="195312"/>
                    <a:pt x="713208" y="195514"/>
                  </a:cubicBezTo>
                  <a:cubicBezTo>
                    <a:pt x="712972" y="195716"/>
                    <a:pt x="711121" y="195447"/>
                    <a:pt x="711121" y="194808"/>
                  </a:cubicBezTo>
                  <a:cubicBezTo>
                    <a:pt x="711121" y="194168"/>
                    <a:pt x="710112" y="193563"/>
                    <a:pt x="710112" y="192486"/>
                  </a:cubicBezTo>
                  <a:cubicBezTo>
                    <a:pt x="710112" y="191410"/>
                    <a:pt x="709304" y="189358"/>
                    <a:pt x="709237" y="189156"/>
                  </a:cubicBezTo>
                  <a:cubicBezTo>
                    <a:pt x="709169" y="188954"/>
                    <a:pt x="707588" y="186532"/>
                    <a:pt x="707487" y="186263"/>
                  </a:cubicBezTo>
                  <a:cubicBezTo>
                    <a:pt x="707419" y="185960"/>
                    <a:pt x="706814" y="183067"/>
                    <a:pt x="706780" y="182798"/>
                  </a:cubicBezTo>
                  <a:cubicBezTo>
                    <a:pt x="706713" y="182495"/>
                    <a:pt x="706477" y="182226"/>
                    <a:pt x="706073" y="180847"/>
                  </a:cubicBezTo>
                  <a:cubicBezTo>
                    <a:pt x="705636" y="179468"/>
                    <a:pt x="704188" y="178156"/>
                    <a:pt x="704188" y="178156"/>
                  </a:cubicBezTo>
                  <a:lnTo>
                    <a:pt x="702438" y="175835"/>
                  </a:lnTo>
                  <a:lnTo>
                    <a:pt x="700419" y="174826"/>
                  </a:lnTo>
                  <a:lnTo>
                    <a:pt x="697727" y="175196"/>
                  </a:lnTo>
                  <a:lnTo>
                    <a:pt x="695775" y="175936"/>
                  </a:lnTo>
                  <a:lnTo>
                    <a:pt x="691063" y="178694"/>
                  </a:lnTo>
                  <a:cubicBezTo>
                    <a:pt x="691063" y="178694"/>
                    <a:pt x="688875" y="180948"/>
                    <a:pt x="688741" y="181150"/>
                  </a:cubicBezTo>
                  <a:cubicBezTo>
                    <a:pt x="688606" y="181352"/>
                    <a:pt x="687092" y="183404"/>
                    <a:pt x="686991" y="183673"/>
                  </a:cubicBezTo>
                  <a:cubicBezTo>
                    <a:pt x="686924" y="183976"/>
                    <a:pt x="686924" y="186364"/>
                    <a:pt x="686924" y="186364"/>
                  </a:cubicBezTo>
                  <a:lnTo>
                    <a:pt x="687462" y="188954"/>
                  </a:lnTo>
                  <a:lnTo>
                    <a:pt x="689515" y="190973"/>
                  </a:lnTo>
                  <a:lnTo>
                    <a:pt x="689515" y="192486"/>
                  </a:lnTo>
                  <a:cubicBezTo>
                    <a:pt x="689515" y="192486"/>
                    <a:pt x="688270" y="193058"/>
                    <a:pt x="687630" y="193563"/>
                  </a:cubicBezTo>
                  <a:cubicBezTo>
                    <a:pt x="686991" y="194067"/>
                    <a:pt x="684366" y="195951"/>
                    <a:pt x="684366" y="195951"/>
                  </a:cubicBezTo>
                  <a:cubicBezTo>
                    <a:pt x="684366" y="195951"/>
                    <a:pt x="681977" y="196590"/>
                    <a:pt x="681674" y="196691"/>
                  </a:cubicBezTo>
                  <a:cubicBezTo>
                    <a:pt x="681371" y="196759"/>
                    <a:pt x="677837" y="196826"/>
                    <a:pt x="677332" y="196826"/>
                  </a:cubicBezTo>
                  <a:cubicBezTo>
                    <a:pt x="676827" y="196826"/>
                    <a:pt x="674000" y="196523"/>
                    <a:pt x="673698" y="196893"/>
                  </a:cubicBezTo>
                  <a:cubicBezTo>
                    <a:pt x="673428" y="197263"/>
                    <a:pt x="668784" y="199282"/>
                    <a:pt x="668784" y="199282"/>
                  </a:cubicBezTo>
                  <a:lnTo>
                    <a:pt x="662625" y="200964"/>
                  </a:lnTo>
                  <a:lnTo>
                    <a:pt x="660370" y="202915"/>
                  </a:lnTo>
                  <a:lnTo>
                    <a:pt x="658486" y="206178"/>
                  </a:lnTo>
                  <a:lnTo>
                    <a:pt x="655962" y="209508"/>
                  </a:lnTo>
                  <a:cubicBezTo>
                    <a:pt x="655962" y="209508"/>
                    <a:pt x="654649" y="209945"/>
                    <a:pt x="654380" y="210013"/>
                  </a:cubicBezTo>
                  <a:cubicBezTo>
                    <a:pt x="654110" y="210080"/>
                    <a:pt x="649163" y="209878"/>
                    <a:pt x="649163" y="209878"/>
                  </a:cubicBezTo>
                  <a:lnTo>
                    <a:pt x="647985" y="210887"/>
                  </a:lnTo>
                  <a:cubicBezTo>
                    <a:pt x="647985" y="210887"/>
                    <a:pt x="647178" y="214016"/>
                    <a:pt x="647043" y="214352"/>
                  </a:cubicBezTo>
                  <a:cubicBezTo>
                    <a:pt x="646908" y="214722"/>
                    <a:pt x="645865" y="217884"/>
                    <a:pt x="646101" y="218423"/>
                  </a:cubicBezTo>
                  <a:cubicBezTo>
                    <a:pt x="646303" y="218927"/>
                    <a:pt x="647312" y="223334"/>
                    <a:pt x="647312" y="223334"/>
                  </a:cubicBezTo>
                  <a:lnTo>
                    <a:pt x="649197" y="228750"/>
                  </a:lnTo>
                  <a:cubicBezTo>
                    <a:pt x="649197" y="228750"/>
                    <a:pt x="650274" y="231946"/>
                    <a:pt x="650274" y="232215"/>
                  </a:cubicBezTo>
                  <a:cubicBezTo>
                    <a:pt x="650274" y="232518"/>
                    <a:pt x="649836" y="234603"/>
                    <a:pt x="649836" y="234603"/>
                  </a:cubicBezTo>
                  <a:cubicBezTo>
                    <a:pt x="649836" y="234603"/>
                    <a:pt x="648120" y="235108"/>
                    <a:pt x="647649" y="235343"/>
                  </a:cubicBezTo>
                  <a:cubicBezTo>
                    <a:pt x="647211" y="235545"/>
                    <a:pt x="643812" y="236487"/>
                    <a:pt x="643307" y="236588"/>
                  </a:cubicBezTo>
                  <a:cubicBezTo>
                    <a:pt x="642803" y="236655"/>
                    <a:pt x="641120" y="236790"/>
                    <a:pt x="640783" y="237160"/>
                  </a:cubicBezTo>
                  <a:cubicBezTo>
                    <a:pt x="640413" y="237530"/>
                    <a:pt x="639706" y="237967"/>
                    <a:pt x="639202" y="238304"/>
                  </a:cubicBezTo>
                  <a:cubicBezTo>
                    <a:pt x="638697" y="238640"/>
                    <a:pt x="636879" y="239750"/>
                    <a:pt x="636879" y="239750"/>
                  </a:cubicBezTo>
                  <a:cubicBezTo>
                    <a:pt x="636879" y="239750"/>
                    <a:pt x="635062" y="241331"/>
                    <a:pt x="634927" y="241567"/>
                  </a:cubicBezTo>
                  <a:cubicBezTo>
                    <a:pt x="634793" y="241768"/>
                    <a:pt x="633682" y="242643"/>
                    <a:pt x="632908" y="242643"/>
                  </a:cubicBezTo>
                  <a:cubicBezTo>
                    <a:pt x="632100" y="242643"/>
                    <a:pt x="629273" y="242206"/>
                    <a:pt x="628432" y="242206"/>
                  </a:cubicBezTo>
                  <a:cubicBezTo>
                    <a:pt x="627557" y="242206"/>
                    <a:pt x="625740" y="241701"/>
                    <a:pt x="625235" y="241567"/>
                  </a:cubicBezTo>
                  <a:cubicBezTo>
                    <a:pt x="624730" y="241432"/>
                    <a:pt x="622475" y="239616"/>
                    <a:pt x="622475" y="239616"/>
                  </a:cubicBezTo>
                  <a:lnTo>
                    <a:pt x="618942" y="237429"/>
                  </a:lnTo>
                  <a:cubicBezTo>
                    <a:pt x="618942" y="237429"/>
                    <a:pt x="616619" y="236050"/>
                    <a:pt x="615980" y="234906"/>
                  </a:cubicBezTo>
                  <a:cubicBezTo>
                    <a:pt x="615340" y="233762"/>
                    <a:pt x="614230" y="231778"/>
                    <a:pt x="613725" y="230634"/>
                  </a:cubicBezTo>
                  <a:cubicBezTo>
                    <a:pt x="613220" y="229456"/>
                    <a:pt x="611706" y="227068"/>
                    <a:pt x="611638" y="226866"/>
                  </a:cubicBezTo>
                  <a:cubicBezTo>
                    <a:pt x="611537" y="226664"/>
                    <a:pt x="609013" y="222897"/>
                    <a:pt x="609013" y="222897"/>
                  </a:cubicBezTo>
                  <a:lnTo>
                    <a:pt x="602047" y="217111"/>
                  </a:lnTo>
                  <a:lnTo>
                    <a:pt x="597638" y="212838"/>
                  </a:lnTo>
                  <a:lnTo>
                    <a:pt x="595451" y="207052"/>
                  </a:lnTo>
                  <a:lnTo>
                    <a:pt x="592691" y="203352"/>
                  </a:lnTo>
                  <a:lnTo>
                    <a:pt x="587979" y="199517"/>
                  </a:lnTo>
                  <a:lnTo>
                    <a:pt x="584075" y="195682"/>
                  </a:lnTo>
                  <a:cubicBezTo>
                    <a:pt x="584075" y="195682"/>
                    <a:pt x="581551" y="192049"/>
                    <a:pt x="581248" y="191780"/>
                  </a:cubicBezTo>
                  <a:cubicBezTo>
                    <a:pt x="580945" y="191477"/>
                    <a:pt x="579061" y="188080"/>
                    <a:pt x="579061" y="188080"/>
                  </a:cubicBezTo>
                  <a:lnTo>
                    <a:pt x="577916" y="184379"/>
                  </a:lnTo>
                  <a:lnTo>
                    <a:pt x="575157" y="177349"/>
                  </a:lnTo>
                  <a:lnTo>
                    <a:pt x="573642" y="172134"/>
                  </a:lnTo>
                  <a:lnTo>
                    <a:pt x="573003" y="165608"/>
                  </a:lnTo>
                  <a:lnTo>
                    <a:pt x="572868" y="159587"/>
                  </a:lnTo>
                  <a:lnTo>
                    <a:pt x="572498" y="156828"/>
                  </a:lnTo>
                  <a:lnTo>
                    <a:pt x="570849" y="154070"/>
                  </a:lnTo>
                  <a:lnTo>
                    <a:pt x="568661" y="150941"/>
                  </a:lnTo>
                  <a:lnTo>
                    <a:pt x="565195" y="148755"/>
                  </a:lnTo>
                  <a:cubicBezTo>
                    <a:pt x="565195" y="148755"/>
                    <a:pt x="562099" y="148116"/>
                    <a:pt x="561359" y="148116"/>
                  </a:cubicBezTo>
                  <a:cubicBezTo>
                    <a:pt x="560652" y="148116"/>
                    <a:pt x="558229" y="148116"/>
                    <a:pt x="558229" y="148116"/>
                  </a:cubicBezTo>
                  <a:cubicBezTo>
                    <a:pt x="558229" y="148116"/>
                    <a:pt x="556411" y="149259"/>
                    <a:pt x="556277" y="150134"/>
                  </a:cubicBezTo>
                  <a:cubicBezTo>
                    <a:pt x="556142" y="151009"/>
                    <a:pt x="554829" y="153229"/>
                    <a:pt x="554762" y="153599"/>
                  </a:cubicBezTo>
                  <a:cubicBezTo>
                    <a:pt x="554695" y="153969"/>
                    <a:pt x="554190" y="156795"/>
                    <a:pt x="554325" y="157064"/>
                  </a:cubicBezTo>
                  <a:cubicBezTo>
                    <a:pt x="554459" y="157367"/>
                    <a:pt x="553517" y="161773"/>
                    <a:pt x="553517" y="161773"/>
                  </a:cubicBezTo>
                  <a:cubicBezTo>
                    <a:pt x="553517" y="161773"/>
                    <a:pt x="551498" y="164532"/>
                    <a:pt x="551262" y="164599"/>
                  </a:cubicBezTo>
                  <a:cubicBezTo>
                    <a:pt x="551060" y="164666"/>
                    <a:pt x="547493" y="166988"/>
                    <a:pt x="547493" y="166988"/>
                  </a:cubicBezTo>
                  <a:lnTo>
                    <a:pt x="544901" y="167290"/>
                  </a:lnTo>
                  <a:cubicBezTo>
                    <a:pt x="544901" y="167290"/>
                    <a:pt x="540560" y="166281"/>
                    <a:pt x="540257" y="166550"/>
                  </a:cubicBezTo>
                  <a:cubicBezTo>
                    <a:pt x="539988" y="166853"/>
                    <a:pt x="538171" y="167795"/>
                    <a:pt x="538002" y="168501"/>
                  </a:cubicBezTo>
                  <a:cubicBezTo>
                    <a:pt x="537867" y="169208"/>
                    <a:pt x="538069" y="171697"/>
                    <a:pt x="538204" y="172134"/>
                  </a:cubicBezTo>
                  <a:cubicBezTo>
                    <a:pt x="538339" y="172572"/>
                    <a:pt x="540594" y="175599"/>
                    <a:pt x="540728" y="175835"/>
                  </a:cubicBezTo>
                  <a:cubicBezTo>
                    <a:pt x="540863" y="176037"/>
                    <a:pt x="541233" y="177920"/>
                    <a:pt x="541805" y="178728"/>
                  </a:cubicBezTo>
                  <a:cubicBezTo>
                    <a:pt x="542377" y="179535"/>
                    <a:pt x="543185" y="180746"/>
                    <a:pt x="543118" y="181318"/>
                  </a:cubicBezTo>
                  <a:cubicBezTo>
                    <a:pt x="543050" y="181890"/>
                    <a:pt x="543824" y="184783"/>
                    <a:pt x="543690" y="185018"/>
                  </a:cubicBezTo>
                  <a:cubicBezTo>
                    <a:pt x="543555" y="185254"/>
                    <a:pt x="540122" y="192856"/>
                    <a:pt x="540122" y="192856"/>
                  </a:cubicBezTo>
                  <a:lnTo>
                    <a:pt x="535243" y="199484"/>
                  </a:lnTo>
                  <a:lnTo>
                    <a:pt x="529690" y="198071"/>
                  </a:lnTo>
                  <a:cubicBezTo>
                    <a:pt x="529690" y="198071"/>
                    <a:pt x="528175" y="199921"/>
                    <a:pt x="527838" y="200022"/>
                  </a:cubicBezTo>
                  <a:cubicBezTo>
                    <a:pt x="527502" y="200123"/>
                    <a:pt x="525988" y="201098"/>
                    <a:pt x="525651" y="201233"/>
                  </a:cubicBezTo>
                  <a:cubicBezTo>
                    <a:pt x="525348" y="201334"/>
                    <a:pt x="524339" y="202107"/>
                    <a:pt x="523362" y="201334"/>
                  </a:cubicBezTo>
                  <a:cubicBezTo>
                    <a:pt x="522386" y="200560"/>
                    <a:pt x="519559" y="197633"/>
                    <a:pt x="519559" y="197633"/>
                  </a:cubicBezTo>
                  <a:cubicBezTo>
                    <a:pt x="519559" y="197633"/>
                    <a:pt x="519357" y="196658"/>
                    <a:pt x="519795" y="195581"/>
                  </a:cubicBezTo>
                  <a:cubicBezTo>
                    <a:pt x="520232" y="194505"/>
                    <a:pt x="520670" y="193092"/>
                    <a:pt x="520771" y="190905"/>
                  </a:cubicBezTo>
                  <a:cubicBezTo>
                    <a:pt x="520872" y="188719"/>
                    <a:pt x="520569" y="187340"/>
                    <a:pt x="520569" y="187340"/>
                  </a:cubicBezTo>
                  <a:cubicBezTo>
                    <a:pt x="520569" y="187340"/>
                    <a:pt x="518516" y="186566"/>
                    <a:pt x="518180" y="186700"/>
                  </a:cubicBezTo>
                  <a:cubicBezTo>
                    <a:pt x="517843" y="186801"/>
                    <a:pt x="515554" y="186936"/>
                    <a:pt x="515252" y="187474"/>
                  </a:cubicBezTo>
                  <a:cubicBezTo>
                    <a:pt x="514915" y="188012"/>
                    <a:pt x="514814" y="189324"/>
                    <a:pt x="513603" y="189762"/>
                  </a:cubicBezTo>
                  <a:cubicBezTo>
                    <a:pt x="512391" y="190199"/>
                    <a:pt x="509800" y="191612"/>
                    <a:pt x="509362" y="190199"/>
                  </a:cubicBezTo>
                  <a:cubicBezTo>
                    <a:pt x="508924" y="188786"/>
                    <a:pt x="508386" y="187373"/>
                    <a:pt x="508285" y="187037"/>
                  </a:cubicBezTo>
                  <a:cubicBezTo>
                    <a:pt x="508184" y="186700"/>
                    <a:pt x="504146" y="182159"/>
                    <a:pt x="503843" y="181184"/>
                  </a:cubicBezTo>
                  <a:cubicBezTo>
                    <a:pt x="503506" y="180208"/>
                    <a:pt x="503304" y="178997"/>
                    <a:pt x="502867" y="178156"/>
                  </a:cubicBezTo>
                  <a:cubicBezTo>
                    <a:pt x="502429" y="177281"/>
                    <a:pt x="501453" y="175532"/>
                    <a:pt x="500141" y="174792"/>
                  </a:cubicBezTo>
                  <a:cubicBezTo>
                    <a:pt x="498828" y="174018"/>
                    <a:pt x="495362" y="171193"/>
                    <a:pt x="495362" y="171193"/>
                  </a:cubicBezTo>
                  <a:cubicBezTo>
                    <a:pt x="495362" y="171193"/>
                    <a:pt x="493073" y="168367"/>
                    <a:pt x="492535" y="167829"/>
                  </a:cubicBezTo>
                  <a:cubicBezTo>
                    <a:pt x="491996" y="167290"/>
                    <a:pt x="492905" y="165036"/>
                    <a:pt x="492905" y="165036"/>
                  </a:cubicBezTo>
                  <a:lnTo>
                    <a:pt x="492165" y="163725"/>
                  </a:lnTo>
                  <a:lnTo>
                    <a:pt x="490583" y="162278"/>
                  </a:lnTo>
                  <a:lnTo>
                    <a:pt x="489573" y="161269"/>
                  </a:lnTo>
                  <a:lnTo>
                    <a:pt x="488126" y="159183"/>
                  </a:lnTo>
                  <a:lnTo>
                    <a:pt x="487857" y="158039"/>
                  </a:lnTo>
                  <a:lnTo>
                    <a:pt x="488093" y="156727"/>
                  </a:lnTo>
                  <a:cubicBezTo>
                    <a:pt x="488093" y="156727"/>
                    <a:pt x="488160" y="155786"/>
                    <a:pt x="488900" y="155651"/>
                  </a:cubicBezTo>
                  <a:cubicBezTo>
                    <a:pt x="489607" y="155516"/>
                    <a:pt x="490347" y="155348"/>
                    <a:pt x="490347" y="155348"/>
                  </a:cubicBezTo>
                  <a:lnTo>
                    <a:pt x="491592" y="154844"/>
                  </a:lnTo>
                  <a:cubicBezTo>
                    <a:pt x="491592" y="154844"/>
                    <a:pt x="491391" y="154541"/>
                    <a:pt x="492232" y="154541"/>
                  </a:cubicBezTo>
                  <a:cubicBezTo>
                    <a:pt x="493107" y="154541"/>
                    <a:pt x="494184" y="154339"/>
                    <a:pt x="494184" y="154339"/>
                  </a:cubicBezTo>
                  <a:lnTo>
                    <a:pt x="494689" y="153195"/>
                  </a:lnTo>
                  <a:cubicBezTo>
                    <a:pt x="494689" y="153195"/>
                    <a:pt x="494891" y="152186"/>
                    <a:pt x="494991" y="151883"/>
                  </a:cubicBezTo>
                  <a:cubicBezTo>
                    <a:pt x="495059" y="151581"/>
                    <a:pt x="495429" y="150874"/>
                    <a:pt x="495866" y="151244"/>
                  </a:cubicBezTo>
                  <a:cubicBezTo>
                    <a:pt x="496304" y="151614"/>
                    <a:pt x="497011" y="152388"/>
                    <a:pt x="497751" y="152556"/>
                  </a:cubicBezTo>
                  <a:cubicBezTo>
                    <a:pt x="498492" y="152691"/>
                    <a:pt x="499872" y="152422"/>
                    <a:pt x="500141" y="152489"/>
                  </a:cubicBezTo>
                  <a:cubicBezTo>
                    <a:pt x="500443" y="152556"/>
                    <a:pt x="501453" y="149293"/>
                    <a:pt x="501453" y="149293"/>
                  </a:cubicBezTo>
                  <a:lnTo>
                    <a:pt x="498559" y="147544"/>
                  </a:lnTo>
                  <a:lnTo>
                    <a:pt x="494285" y="146467"/>
                  </a:lnTo>
                  <a:lnTo>
                    <a:pt x="490448" y="146467"/>
                  </a:lnTo>
                  <a:cubicBezTo>
                    <a:pt x="490448" y="146467"/>
                    <a:pt x="487116" y="144651"/>
                    <a:pt x="486814" y="144584"/>
                  </a:cubicBezTo>
                  <a:cubicBezTo>
                    <a:pt x="486510" y="144516"/>
                    <a:pt x="483616" y="144012"/>
                    <a:pt x="482842" y="144079"/>
                  </a:cubicBezTo>
                  <a:cubicBezTo>
                    <a:pt x="482035" y="144146"/>
                    <a:pt x="480015" y="143844"/>
                    <a:pt x="479713" y="144079"/>
                  </a:cubicBezTo>
                  <a:cubicBezTo>
                    <a:pt x="479409" y="144315"/>
                    <a:pt x="477458" y="144651"/>
                    <a:pt x="476582" y="144651"/>
                  </a:cubicBezTo>
                  <a:cubicBezTo>
                    <a:pt x="475707" y="144651"/>
                    <a:pt x="472813" y="144348"/>
                    <a:pt x="472611" y="144348"/>
                  </a:cubicBezTo>
                  <a:cubicBezTo>
                    <a:pt x="472409" y="144348"/>
                    <a:pt x="470659" y="144651"/>
                    <a:pt x="470424" y="144853"/>
                  </a:cubicBezTo>
                  <a:cubicBezTo>
                    <a:pt x="470222" y="145055"/>
                    <a:pt x="469347" y="146097"/>
                    <a:pt x="469347" y="146367"/>
                  </a:cubicBezTo>
                  <a:cubicBezTo>
                    <a:pt x="469347" y="146669"/>
                    <a:pt x="468909" y="146804"/>
                    <a:pt x="468606" y="146804"/>
                  </a:cubicBezTo>
                  <a:cubicBezTo>
                    <a:pt x="468304" y="146804"/>
                    <a:pt x="465207" y="145862"/>
                    <a:pt x="465039" y="145425"/>
                  </a:cubicBezTo>
                  <a:cubicBezTo>
                    <a:pt x="464904" y="144987"/>
                    <a:pt x="465476" y="143877"/>
                    <a:pt x="464231" y="143944"/>
                  </a:cubicBezTo>
                  <a:cubicBezTo>
                    <a:pt x="462986" y="144045"/>
                    <a:pt x="461977" y="144617"/>
                    <a:pt x="461606" y="144819"/>
                  </a:cubicBezTo>
                  <a:cubicBezTo>
                    <a:pt x="461236" y="145021"/>
                    <a:pt x="460226" y="147510"/>
                    <a:pt x="460024" y="147712"/>
                  </a:cubicBezTo>
                  <a:cubicBezTo>
                    <a:pt x="459823" y="147914"/>
                    <a:pt x="458375" y="148519"/>
                    <a:pt x="458375" y="148519"/>
                  </a:cubicBezTo>
                  <a:cubicBezTo>
                    <a:pt x="458375" y="148519"/>
                    <a:pt x="457669" y="150706"/>
                    <a:pt x="457298" y="150841"/>
                  </a:cubicBezTo>
                  <a:cubicBezTo>
                    <a:pt x="456928" y="150975"/>
                    <a:pt x="455043" y="152590"/>
                    <a:pt x="454774" y="152657"/>
                  </a:cubicBezTo>
                  <a:cubicBezTo>
                    <a:pt x="454472" y="152724"/>
                    <a:pt x="452116" y="151648"/>
                    <a:pt x="451443" y="150403"/>
                  </a:cubicBezTo>
                  <a:cubicBezTo>
                    <a:pt x="450803" y="149159"/>
                    <a:pt x="450568" y="149327"/>
                    <a:pt x="450803" y="148149"/>
                  </a:cubicBezTo>
                  <a:cubicBezTo>
                    <a:pt x="451039" y="147006"/>
                    <a:pt x="451308" y="146838"/>
                    <a:pt x="451308" y="145963"/>
                  </a:cubicBezTo>
                  <a:cubicBezTo>
                    <a:pt x="451308" y="145088"/>
                    <a:pt x="451308" y="143776"/>
                    <a:pt x="451308" y="143776"/>
                  </a:cubicBezTo>
                  <a:cubicBezTo>
                    <a:pt x="451308" y="143776"/>
                    <a:pt x="451375" y="141522"/>
                    <a:pt x="451240" y="141321"/>
                  </a:cubicBezTo>
                  <a:cubicBezTo>
                    <a:pt x="451106" y="141119"/>
                    <a:pt x="449154" y="138495"/>
                    <a:pt x="449154" y="138495"/>
                  </a:cubicBezTo>
                  <a:lnTo>
                    <a:pt x="445957" y="131464"/>
                  </a:lnTo>
                  <a:cubicBezTo>
                    <a:pt x="445957" y="131464"/>
                    <a:pt x="445385" y="128874"/>
                    <a:pt x="445452" y="128638"/>
                  </a:cubicBezTo>
                  <a:cubicBezTo>
                    <a:pt x="445519" y="128437"/>
                    <a:pt x="446024" y="125005"/>
                    <a:pt x="446394" y="124501"/>
                  </a:cubicBezTo>
                  <a:cubicBezTo>
                    <a:pt x="446765" y="123996"/>
                    <a:pt x="447471" y="123189"/>
                    <a:pt x="447774" y="122920"/>
                  </a:cubicBezTo>
                  <a:cubicBezTo>
                    <a:pt x="448077" y="122617"/>
                    <a:pt x="449794" y="120397"/>
                    <a:pt x="450029" y="120296"/>
                  </a:cubicBezTo>
                  <a:cubicBezTo>
                    <a:pt x="450231" y="120229"/>
                    <a:pt x="453226" y="118210"/>
                    <a:pt x="453226" y="118210"/>
                  </a:cubicBezTo>
                  <a:cubicBezTo>
                    <a:pt x="453226" y="118210"/>
                    <a:pt x="454673" y="115956"/>
                    <a:pt x="454673" y="115754"/>
                  </a:cubicBezTo>
                  <a:cubicBezTo>
                    <a:pt x="454673" y="115553"/>
                    <a:pt x="453058" y="113803"/>
                    <a:pt x="452419" y="113299"/>
                  </a:cubicBezTo>
                  <a:cubicBezTo>
                    <a:pt x="451745" y="112794"/>
                    <a:pt x="449020" y="110910"/>
                    <a:pt x="448649" y="110843"/>
                  </a:cubicBezTo>
                  <a:cubicBezTo>
                    <a:pt x="448279" y="110776"/>
                    <a:pt x="445957" y="108724"/>
                    <a:pt x="445688" y="108589"/>
                  </a:cubicBezTo>
                  <a:cubicBezTo>
                    <a:pt x="445418" y="108455"/>
                    <a:pt x="442423" y="105898"/>
                    <a:pt x="442423" y="105898"/>
                  </a:cubicBezTo>
                  <a:lnTo>
                    <a:pt x="439461" y="100247"/>
                  </a:lnTo>
                  <a:lnTo>
                    <a:pt x="440404" y="97051"/>
                  </a:lnTo>
                  <a:cubicBezTo>
                    <a:pt x="440404" y="97051"/>
                    <a:pt x="438822" y="93283"/>
                    <a:pt x="438216" y="93283"/>
                  </a:cubicBezTo>
                  <a:cubicBezTo>
                    <a:pt x="437644" y="93283"/>
                    <a:pt x="435457" y="91837"/>
                    <a:pt x="435087" y="91837"/>
                  </a:cubicBezTo>
                  <a:cubicBezTo>
                    <a:pt x="434716" y="91837"/>
                    <a:pt x="432697" y="92341"/>
                    <a:pt x="432697" y="92341"/>
                  </a:cubicBezTo>
                  <a:cubicBezTo>
                    <a:pt x="432697" y="92341"/>
                    <a:pt x="430442" y="94427"/>
                    <a:pt x="430375" y="94662"/>
                  </a:cubicBezTo>
                  <a:cubicBezTo>
                    <a:pt x="430307" y="94898"/>
                    <a:pt x="428120" y="95604"/>
                    <a:pt x="428120" y="95604"/>
                  </a:cubicBezTo>
                  <a:cubicBezTo>
                    <a:pt x="428120" y="95604"/>
                    <a:pt x="427380" y="95604"/>
                    <a:pt x="427043" y="95537"/>
                  </a:cubicBezTo>
                  <a:cubicBezTo>
                    <a:pt x="426673" y="95470"/>
                    <a:pt x="421826" y="93519"/>
                    <a:pt x="421826" y="93519"/>
                  </a:cubicBezTo>
                  <a:cubicBezTo>
                    <a:pt x="421826" y="93519"/>
                    <a:pt x="421019" y="93384"/>
                    <a:pt x="419740" y="93149"/>
                  </a:cubicBezTo>
                  <a:cubicBezTo>
                    <a:pt x="418427" y="92947"/>
                    <a:pt x="417283" y="92408"/>
                    <a:pt x="417048" y="92274"/>
                  </a:cubicBezTo>
                  <a:cubicBezTo>
                    <a:pt x="416846" y="92139"/>
                    <a:pt x="416475" y="91265"/>
                    <a:pt x="416173" y="90895"/>
                  </a:cubicBezTo>
                  <a:cubicBezTo>
                    <a:pt x="415869" y="90525"/>
                    <a:pt x="414860" y="89516"/>
                    <a:pt x="414557" y="89280"/>
                  </a:cubicBezTo>
                  <a:cubicBezTo>
                    <a:pt x="414288" y="89078"/>
                    <a:pt x="413043" y="87867"/>
                    <a:pt x="412740" y="87800"/>
                  </a:cubicBezTo>
                  <a:cubicBezTo>
                    <a:pt x="412470" y="87733"/>
                    <a:pt x="411091" y="87262"/>
                    <a:pt x="410788" y="87262"/>
                  </a:cubicBezTo>
                  <a:cubicBezTo>
                    <a:pt x="410519" y="87262"/>
                    <a:pt x="408701" y="87262"/>
                    <a:pt x="408701" y="87262"/>
                  </a:cubicBezTo>
                  <a:cubicBezTo>
                    <a:pt x="408701" y="87262"/>
                    <a:pt x="405807" y="87262"/>
                    <a:pt x="404999" y="87262"/>
                  </a:cubicBezTo>
                  <a:cubicBezTo>
                    <a:pt x="404191" y="87262"/>
                    <a:pt x="401735" y="87262"/>
                    <a:pt x="401735" y="87262"/>
                  </a:cubicBezTo>
                  <a:lnTo>
                    <a:pt x="399480" y="90020"/>
                  </a:lnTo>
                  <a:lnTo>
                    <a:pt x="392076" y="94225"/>
                  </a:lnTo>
                  <a:lnTo>
                    <a:pt x="385984" y="98060"/>
                  </a:lnTo>
                  <a:cubicBezTo>
                    <a:pt x="385984" y="98060"/>
                    <a:pt x="382350" y="101323"/>
                    <a:pt x="382148" y="101323"/>
                  </a:cubicBezTo>
                  <a:cubicBezTo>
                    <a:pt x="381946" y="101323"/>
                    <a:pt x="378883" y="103207"/>
                    <a:pt x="378614" y="103207"/>
                  </a:cubicBezTo>
                  <a:cubicBezTo>
                    <a:pt x="378345" y="103207"/>
                    <a:pt x="374407" y="104452"/>
                    <a:pt x="374407" y="104452"/>
                  </a:cubicBezTo>
                  <a:cubicBezTo>
                    <a:pt x="374407" y="104452"/>
                    <a:pt x="370200" y="104384"/>
                    <a:pt x="369628" y="104452"/>
                  </a:cubicBezTo>
                  <a:cubicBezTo>
                    <a:pt x="369056" y="104519"/>
                    <a:pt x="365287" y="103812"/>
                    <a:pt x="364984" y="103812"/>
                  </a:cubicBezTo>
                  <a:cubicBezTo>
                    <a:pt x="364715" y="103812"/>
                    <a:pt x="358388" y="102803"/>
                    <a:pt x="358388" y="102803"/>
                  </a:cubicBezTo>
                  <a:lnTo>
                    <a:pt x="348325" y="100280"/>
                  </a:lnTo>
                  <a:lnTo>
                    <a:pt x="341089" y="95436"/>
                  </a:lnTo>
                  <a:lnTo>
                    <a:pt x="336310" y="91298"/>
                  </a:lnTo>
                  <a:cubicBezTo>
                    <a:pt x="336310" y="91298"/>
                    <a:pt x="333416" y="88170"/>
                    <a:pt x="333113" y="87968"/>
                  </a:cubicBezTo>
                  <a:cubicBezTo>
                    <a:pt x="332810" y="87733"/>
                    <a:pt x="330488" y="85142"/>
                    <a:pt x="330589" y="84940"/>
                  </a:cubicBezTo>
                  <a:cubicBezTo>
                    <a:pt x="330656" y="84739"/>
                    <a:pt x="330219" y="79289"/>
                    <a:pt x="330219" y="79289"/>
                  </a:cubicBezTo>
                  <a:lnTo>
                    <a:pt x="329714" y="75084"/>
                  </a:lnTo>
                  <a:lnTo>
                    <a:pt x="330791" y="69803"/>
                  </a:lnTo>
                  <a:lnTo>
                    <a:pt x="331868" y="67852"/>
                  </a:lnTo>
                  <a:lnTo>
                    <a:pt x="331733" y="65934"/>
                  </a:lnTo>
                  <a:cubicBezTo>
                    <a:pt x="331733" y="65934"/>
                    <a:pt x="330219" y="64723"/>
                    <a:pt x="329714" y="64723"/>
                  </a:cubicBezTo>
                  <a:cubicBezTo>
                    <a:pt x="329209" y="64723"/>
                    <a:pt x="326954" y="64723"/>
                    <a:pt x="326954" y="64723"/>
                  </a:cubicBezTo>
                  <a:cubicBezTo>
                    <a:pt x="326954" y="64723"/>
                    <a:pt x="325642" y="65093"/>
                    <a:pt x="324363" y="65228"/>
                  </a:cubicBezTo>
                  <a:cubicBezTo>
                    <a:pt x="323050" y="65362"/>
                    <a:pt x="321166" y="65968"/>
                    <a:pt x="320459" y="66304"/>
                  </a:cubicBezTo>
                  <a:cubicBezTo>
                    <a:pt x="319752" y="66674"/>
                    <a:pt x="317767" y="67616"/>
                    <a:pt x="317430" y="67885"/>
                  </a:cubicBezTo>
                  <a:cubicBezTo>
                    <a:pt x="317060" y="68188"/>
                    <a:pt x="315108" y="68760"/>
                    <a:pt x="314738" y="69264"/>
                  </a:cubicBezTo>
                  <a:cubicBezTo>
                    <a:pt x="314368" y="69769"/>
                    <a:pt x="311709" y="72965"/>
                    <a:pt x="311608" y="73234"/>
                  </a:cubicBezTo>
                  <a:cubicBezTo>
                    <a:pt x="311540" y="73537"/>
                    <a:pt x="309656" y="76934"/>
                    <a:pt x="309656" y="76934"/>
                  </a:cubicBezTo>
                  <a:lnTo>
                    <a:pt x="306324" y="79121"/>
                  </a:lnTo>
                  <a:lnTo>
                    <a:pt x="302622" y="82586"/>
                  </a:lnTo>
                  <a:cubicBezTo>
                    <a:pt x="302622" y="82586"/>
                    <a:pt x="300031" y="83662"/>
                    <a:pt x="299661" y="83662"/>
                  </a:cubicBezTo>
                  <a:cubicBezTo>
                    <a:pt x="299290" y="83662"/>
                    <a:pt x="294747" y="85546"/>
                    <a:pt x="294747" y="85546"/>
                  </a:cubicBezTo>
                  <a:lnTo>
                    <a:pt x="291348" y="85849"/>
                  </a:lnTo>
                  <a:cubicBezTo>
                    <a:pt x="291348" y="85849"/>
                    <a:pt x="288655" y="86488"/>
                    <a:pt x="288453" y="86555"/>
                  </a:cubicBezTo>
                  <a:cubicBezTo>
                    <a:pt x="288252" y="86622"/>
                    <a:pt x="285829" y="87363"/>
                    <a:pt x="285054" y="87564"/>
                  </a:cubicBezTo>
                  <a:cubicBezTo>
                    <a:pt x="284246" y="87766"/>
                    <a:pt x="281655" y="87699"/>
                    <a:pt x="281655" y="87699"/>
                  </a:cubicBezTo>
                  <a:cubicBezTo>
                    <a:pt x="281655" y="87699"/>
                    <a:pt x="280073" y="86118"/>
                    <a:pt x="279939" y="85882"/>
                  </a:cubicBezTo>
                  <a:cubicBezTo>
                    <a:pt x="279804" y="85681"/>
                    <a:pt x="278626" y="83797"/>
                    <a:pt x="278256" y="82855"/>
                  </a:cubicBezTo>
                  <a:cubicBezTo>
                    <a:pt x="277886" y="81913"/>
                    <a:pt x="277246" y="81341"/>
                    <a:pt x="276944" y="80096"/>
                  </a:cubicBezTo>
                  <a:cubicBezTo>
                    <a:pt x="276641" y="78852"/>
                    <a:pt x="276506" y="76766"/>
                    <a:pt x="276506" y="76766"/>
                  </a:cubicBezTo>
                  <a:cubicBezTo>
                    <a:pt x="276506" y="76766"/>
                    <a:pt x="275496" y="75252"/>
                    <a:pt x="275194" y="75252"/>
                  </a:cubicBezTo>
                  <a:cubicBezTo>
                    <a:pt x="274891" y="75252"/>
                    <a:pt x="271996" y="74109"/>
                    <a:pt x="271727" y="74109"/>
                  </a:cubicBezTo>
                  <a:cubicBezTo>
                    <a:pt x="271424" y="74109"/>
                    <a:pt x="269035" y="72023"/>
                    <a:pt x="268833" y="71855"/>
                  </a:cubicBezTo>
                  <a:cubicBezTo>
                    <a:pt x="268631" y="71720"/>
                    <a:pt x="265804" y="69971"/>
                    <a:pt x="265804" y="69971"/>
                  </a:cubicBezTo>
                  <a:cubicBezTo>
                    <a:pt x="265804" y="69971"/>
                    <a:pt x="264861" y="69466"/>
                    <a:pt x="264559" y="69399"/>
                  </a:cubicBezTo>
                  <a:cubicBezTo>
                    <a:pt x="264256" y="69332"/>
                    <a:pt x="263246" y="69096"/>
                    <a:pt x="262977" y="69332"/>
                  </a:cubicBezTo>
                  <a:cubicBezTo>
                    <a:pt x="262674" y="69534"/>
                    <a:pt x="261664" y="69971"/>
                    <a:pt x="261395" y="70576"/>
                  </a:cubicBezTo>
                  <a:cubicBezTo>
                    <a:pt x="261092" y="71148"/>
                    <a:pt x="260453" y="72090"/>
                    <a:pt x="260385" y="73099"/>
                  </a:cubicBezTo>
                  <a:cubicBezTo>
                    <a:pt x="260318" y="74109"/>
                    <a:pt x="260688" y="75353"/>
                    <a:pt x="260823" y="76060"/>
                  </a:cubicBezTo>
                  <a:cubicBezTo>
                    <a:pt x="260958" y="76800"/>
                    <a:pt x="261765" y="79087"/>
                    <a:pt x="261765" y="79087"/>
                  </a:cubicBezTo>
                  <a:lnTo>
                    <a:pt x="261563" y="82922"/>
                  </a:lnTo>
                  <a:lnTo>
                    <a:pt x="259309" y="83662"/>
                  </a:lnTo>
                  <a:lnTo>
                    <a:pt x="257054" y="83898"/>
                  </a:lnTo>
                  <a:cubicBezTo>
                    <a:pt x="257054" y="83898"/>
                    <a:pt x="254294" y="83662"/>
                    <a:pt x="253352" y="83595"/>
                  </a:cubicBezTo>
                  <a:cubicBezTo>
                    <a:pt x="252409" y="83528"/>
                    <a:pt x="249212" y="82956"/>
                    <a:pt x="249010" y="82956"/>
                  </a:cubicBezTo>
                  <a:cubicBezTo>
                    <a:pt x="248809" y="82956"/>
                    <a:pt x="246688" y="82451"/>
                    <a:pt x="245544" y="83259"/>
                  </a:cubicBezTo>
                  <a:cubicBezTo>
                    <a:pt x="244400" y="84066"/>
                    <a:pt x="242145" y="85950"/>
                    <a:pt x="241135" y="86791"/>
                  </a:cubicBezTo>
                  <a:cubicBezTo>
                    <a:pt x="240125" y="87665"/>
                    <a:pt x="238174" y="89314"/>
                    <a:pt x="238005" y="89549"/>
                  </a:cubicBezTo>
                  <a:cubicBezTo>
                    <a:pt x="237871" y="89785"/>
                    <a:pt x="236928" y="90188"/>
                    <a:pt x="236322" y="90491"/>
                  </a:cubicBezTo>
                  <a:cubicBezTo>
                    <a:pt x="235751" y="90794"/>
                    <a:pt x="236322" y="91668"/>
                    <a:pt x="234303" y="90928"/>
                  </a:cubicBezTo>
                  <a:cubicBezTo>
                    <a:pt x="232284" y="90188"/>
                    <a:pt x="231981" y="90289"/>
                    <a:pt x="229962" y="88977"/>
                  </a:cubicBezTo>
                  <a:cubicBezTo>
                    <a:pt x="227942" y="87665"/>
                    <a:pt x="226260" y="86387"/>
                    <a:pt x="225822" y="86017"/>
                  </a:cubicBezTo>
                  <a:cubicBezTo>
                    <a:pt x="225385" y="85647"/>
                    <a:pt x="223635" y="84268"/>
                    <a:pt x="222356" y="83326"/>
                  </a:cubicBezTo>
                  <a:cubicBezTo>
                    <a:pt x="221043" y="82384"/>
                    <a:pt x="219024" y="79928"/>
                    <a:pt x="218788" y="79760"/>
                  </a:cubicBezTo>
                  <a:cubicBezTo>
                    <a:pt x="218586" y="79625"/>
                    <a:pt x="211620" y="79625"/>
                    <a:pt x="211620" y="79625"/>
                  </a:cubicBezTo>
                  <a:cubicBezTo>
                    <a:pt x="211620" y="79625"/>
                    <a:pt x="207918" y="76497"/>
                    <a:pt x="207649" y="76060"/>
                  </a:cubicBezTo>
                  <a:cubicBezTo>
                    <a:pt x="207380" y="75622"/>
                    <a:pt x="207211" y="74916"/>
                    <a:pt x="207077" y="74613"/>
                  </a:cubicBezTo>
                  <a:cubicBezTo>
                    <a:pt x="206942" y="74310"/>
                    <a:pt x="203240" y="71922"/>
                    <a:pt x="203038" y="71922"/>
                  </a:cubicBezTo>
                  <a:cubicBezTo>
                    <a:pt x="202803" y="71922"/>
                    <a:pt x="200076" y="70913"/>
                    <a:pt x="200076" y="70913"/>
                  </a:cubicBezTo>
                  <a:cubicBezTo>
                    <a:pt x="200076" y="70913"/>
                    <a:pt x="198562" y="69971"/>
                    <a:pt x="198562" y="69769"/>
                  </a:cubicBezTo>
                  <a:cubicBezTo>
                    <a:pt x="198562" y="69534"/>
                    <a:pt x="198495" y="67751"/>
                    <a:pt x="197485" y="66809"/>
                  </a:cubicBezTo>
                  <a:cubicBezTo>
                    <a:pt x="196475" y="65867"/>
                    <a:pt x="195971" y="64622"/>
                    <a:pt x="194658" y="63983"/>
                  </a:cubicBezTo>
                  <a:cubicBezTo>
                    <a:pt x="193345" y="63344"/>
                    <a:pt x="192336" y="62738"/>
                    <a:pt x="192134" y="62469"/>
                  </a:cubicBezTo>
                  <a:cubicBezTo>
                    <a:pt x="191898" y="62166"/>
                    <a:pt x="189240" y="60148"/>
                    <a:pt x="188937" y="59845"/>
                  </a:cubicBezTo>
                  <a:cubicBezTo>
                    <a:pt x="188634" y="59543"/>
                    <a:pt x="187624" y="58533"/>
                    <a:pt x="187624" y="57827"/>
                  </a:cubicBezTo>
                  <a:cubicBezTo>
                    <a:pt x="187624" y="57121"/>
                    <a:pt x="187557" y="55068"/>
                    <a:pt x="188197" y="54564"/>
                  </a:cubicBezTo>
                  <a:cubicBezTo>
                    <a:pt x="188836" y="54059"/>
                    <a:pt x="189273" y="48475"/>
                    <a:pt x="189273" y="48475"/>
                  </a:cubicBezTo>
                  <a:cubicBezTo>
                    <a:pt x="189273" y="48475"/>
                    <a:pt x="188768" y="45380"/>
                    <a:pt x="188567" y="45212"/>
                  </a:cubicBezTo>
                  <a:cubicBezTo>
                    <a:pt x="188365" y="45078"/>
                    <a:pt x="186244" y="44338"/>
                    <a:pt x="186244" y="44338"/>
                  </a:cubicBezTo>
                  <a:cubicBezTo>
                    <a:pt x="186244" y="44338"/>
                    <a:pt x="183283" y="41747"/>
                    <a:pt x="183047" y="41512"/>
                  </a:cubicBezTo>
                  <a:cubicBezTo>
                    <a:pt x="182845" y="41310"/>
                    <a:pt x="181903" y="39359"/>
                    <a:pt x="181903" y="39123"/>
                  </a:cubicBezTo>
                  <a:cubicBezTo>
                    <a:pt x="181903" y="38888"/>
                    <a:pt x="181600" y="37744"/>
                    <a:pt x="181903" y="37441"/>
                  </a:cubicBezTo>
                  <a:cubicBezTo>
                    <a:pt x="182206" y="37139"/>
                    <a:pt x="184158" y="34986"/>
                    <a:pt x="184494" y="34414"/>
                  </a:cubicBezTo>
                  <a:cubicBezTo>
                    <a:pt x="184865" y="33842"/>
                    <a:pt x="186143" y="33337"/>
                    <a:pt x="186514" y="32900"/>
                  </a:cubicBezTo>
                  <a:cubicBezTo>
                    <a:pt x="186884" y="32463"/>
                    <a:pt x="187389" y="31588"/>
                    <a:pt x="187389" y="31319"/>
                  </a:cubicBezTo>
                  <a:cubicBezTo>
                    <a:pt x="187389" y="31016"/>
                    <a:pt x="187389" y="29502"/>
                    <a:pt x="187322" y="29233"/>
                  </a:cubicBezTo>
                  <a:cubicBezTo>
                    <a:pt x="187254" y="28931"/>
                    <a:pt x="186076" y="26710"/>
                    <a:pt x="185739" y="26542"/>
                  </a:cubicBezTo>
                  <a:cubicBezTo>
                    <a:pt x="185369" y="26408"/>
                    <a:pt x="184595" y="25735"/>
                    <a:pt x="184293" y="25600"/>
                  </a:cubicBezTo>
                  <a:cubicBezTo>
                    <a:pt x="183990" y="25466"/>
                    <a:pt x="182273" y="23144"/>
                    <a:pt x="182273" y="22842"/>
                  </a:cubicBezTo>
                  <a:cubicBezTo>
                    <a:pt x="182273" y="22539"/>
                    <a:pt x="181802" y="21328"/>
                    <a:pt x="181768" y="21025"/>
                  </a:cubicBezTo>
                  <a:cubicBezTo>
                    <a:pt x="181735" y="20722"/>
                    <a:pt x="180658" y="15744"/>
                    <a:pt x="180658" y="15744"/>
                  </a:cubicBezTo>
                  <a:lnTo>
                    <a:pt x="178908" y="13658"/>
                  </a:lnTo>
                  <a:cubicBezTo>
                    <a:pt x="178908" y="13658"/>
                    <a:pt x="177595" y="11909"/>
                    <a:pt x="177595" y="11707"/>
                  </a:cubicBezTo>
                  <a:cubicBezTo>
                    <a:pt x="177595" y="11472"/>
                    <a:pt x="178033" y="9588"/>
                    <a:pt x="178841" y="9184"/>
                  </a:cubicBezTo>
                  <a:cubicBezTo>
                    <a:pt x="179648" y="8747"/>
                    <a:pt x="181230" y="7805"/>
                    <a:pt x="181466" y="6998"/>
                  </a:cubicBezTo>
                  <a:cubicBezTo>
                    <a:pt x="181667" y="6190"/>
                    <a:pt x="181768" y="5316"/>
                    <a:pt x="181667" y="4912"/>
                  </a:cubicBezTo>
                  <a:cubicBezTo>
                    <a:pt x="181600" y="4475"/>
                    <a:pt x="181398" y="2153"/>
                    <a:pt x="180523" y="1851"/>
                  </a:cubicBezTo>
                  <a:cubicBezTo>
                    <a:pt x="179648" y="1548"/>
                    <a:pt x="179446" y="471"/>
                    <a:pt x="177629" y="404"/>
                  </a:cubicBezTo>
                  <a:cubicBezTo>
                    <a:pt x="175812" y="337"/>
                    <a:pt x="174297" y="-470"/>
                    <a:pt x="173490" y="404"/>
                  </a:cubicBezTo>
                  <a:cubicBezTo>
                    <a:pt x="172681" y="1279"/>
                    <a:pt x="170662" y="2153"/>
                    <a:pt x="170461" y="2490"/>
                  </a:cubicBezTo>
                  <a:cubicBezTo>
                    <a:pt x="170258" y="2860"/>
                    <a:pt x="169081" y="2490"/>
                    <a:pt x="168508" y="2793"/>
                  </a:cubicBezTo>
                  <a:cubicBezTo>
                    <a:pt x="167936" y="3095"/>
                    <a:pt x="167499" y="3095"/>
                    <a:pt x="166489" y="3533"/>
                  </a:cubicBezTo>
                  <a:cubicBezTo>
                    <a:pt x="165480" y="3970"/>
                    <a:pt x="164672" y="4172"/>
                    <a:pt x="163898" y="4542"/>
                  </a:cubicBezTo>
                  <a:cubicBezTo>
                    <a:pt x="163090" y="4912"/>
                    <a:pt x="161441" y="4979"/>
                    <a:pt x="160936" y="5046"/>
                  </a:cubicBezTo>
                  <a:cubicBezTo>
                    <a:pt x="160432" y="5114"/>
                    <a:pt x="159052" y="5181"/>
                    <a:pt x="159052" y="5181"/>
                  </a:cubicBezTo>
                  <a:cubicBezTo>
                    <a:pt x="159052" y="5181"/>
                    <a:pt x="157301" y="5383"/>
                    <a:pt x="157100" y="5753"/>
                  </a:cubicBezTo>
                  <a:cubicBezTo>
                    <a:pt x="156864" y="6123"/>
                    <a:pt x="155854" y="6325"/>
                    <a:pt x="155215" y="6829"/>
                  </a:cubicBezTo>
                  <a:cubicBezTo>
                    <a:pt x="154576" y="7334"/>
                    <a:pt x="154340" y="8074"/>
                    <a:pt x="153633" y="8646"/>
                  </a:cubicBezTo>
                  <a:cubicBezTo>
                    <a:pt x="152893" y="9218"/>
                    <a:pt x="151547" y="10092"/>
                    <a:pt x="151446" y="10328"/>
                  </a:cubicBezTo>
                  <a:cubicBezTo>
                    <a:pt x="151378" y="10563"/>
                    <a:pt x="150571" y="10765"/>
                    <a:pt x="150066" y="11135"/>
                  </a:cubicBezTo>
                  <a:cubicBezTo>
                    <a:pt x="149561" y="11505"/>
                    <a:pt x="148753" y="12447"/>
                    <a:pt x="148551" y="12582"/>
                  </a:cubicBezTo>
                  <a:cubicBezTo>
                    <a:pt x="148349" y="12716"/>
                    <a:pt x="146667" y="13456"/>
                    <a:pt x="146667" y="13456"/>
                  </a:cubicBezTo>
                  <a:lnTo>
                    <a:pt x="143840" y="12750"/>
                  </a:lnTo>
                  <a:cubicBezTo>
                    <a:pt x="143840" y="12750"/>
                    <a:pt x="142460" y="12111"/>
                    <a:pt x="142258" y="11303"/>
                  </a:cubicBezTo>
                  <a:cubicBezTo>
                    <a:pt x="142056" y="10496"/>
                    <a:pt x="141618" y="8478"/>
                    <a:pt x="141383" y="8478"/>
                  </a:cubicBezTo>
                  <a:cubicBezTo>
                    <a:pt x="141181" y="8478"/>
                    <a:pt x="138623" y="9924"/>
                    <a:pt x="138623" y="9924"/>
                  </a:cubicBezTo>
                  <a:cubicBezTo>
                    <a:pt x="138623" y="9924"/>
                    <a:pt x="136604" y="10799"/>
                    <a:pt x="136368" y="11068"/>
                  </a:cubicBezTo>
                  <a:cubicBezTo>
                    <a:pt x="136133" y="11371"/>
                    <a:pt x="134349" y="12144"/>
                    <a:pt x="134349" y="12144"/>
                  </a:cubicBezTo>
                  <a:lnTo>
                    <a:pt x="132835" y="13725"/>
                  </a:lnTo>
                  <a:cubicBezTo>
                    <a:pt x="132835" y="13725"/>
                    <a:pt x="132195" y="14466"/>
                    <a:pt x="131690" y="14667"/>
                  </a:cubicBezTo>
                  <a:cubicBezTo>
                    <a:pt x="131185" y="14869"/>
                    <a:pt x="130008" y="14802"/>
                    <a:pt x="129099" y="14869"/>
                  </a:cubicBezTo>
                  <a:cubicBezTo>
                    <a:pt x="128157" y="14936"/>
                    <a:pt x="126777" y="14936"/>
                    <a:pt x="126474" y="14936"/>
                  </a:cubicBezTo>
                  <a:cubicBezTo>
                    <a:pt x="126171" y="14936"/>
                    <a:pt x="120753" y="14365"/>
                    <a:pt x="120753" y="14365"/>
                  </a:cubicBezTo>
                  <a:lnTo>
                    <a:pt x="115334" y="14297"/>
                  </a:lnTo>
                  <a:lnTo>
                    <a:pt x="111565" y="14297"/>
                  </a:lnTo>
                  <a:lnTo>
                    <a:pt x="107829" y="14869"/>
                  </a:lnTo>
                  <a:lnTo>
                    <a:pt x="107223" y="17258"/>
                  </a:lnTo>
                  <a:lnTo>
                    <a:pt x="107223" y="20386"/>
                  </a:lnTo>
                  <a:cubicBezTo>
                    <a:pt x="107223" y="20386"/>
                    <a:pt x="107796" y="21328"/>
                    <a:pt x="107796" y="21631"/>
                  </a:cubicBezTo>
                  <a:cubicBezTo>
                    <a:pt x="107796" y="21934"/>
                    <a:pt x="107156" y="26206"/>
                    <a:pt x="107223" y="26475"/>
                  </a:cubicBezTo>
                  <a:cubicBezTo>
                    <a:pt x="107291" y="26778"/>
                    <a:pt x="107223" y="28561"/>
                    <a:pt x="107223" y="28561"/>
                  </a:cubicBezTo>
                  <a:cubicBezTo>
                    <a:pt x="107223" y="28561"/>
                    <a:pt x="107358" y="31084"/>
                    <a:pt x="107223" y="31184"/>
                  </a:cubicBezTo>
                  <a:cubicBezTo>
                    <a:pt x="107089" y="31252"/>
                    <a:pt x="105843" y="32564"/>
                    <a:pt x="105843" y="32564"/>
                  </a:cubicBezTo>
                  <a:lnTo>
                    <a:pt x="103589" y="33943"/>
                  </a:lnTo>
                  <a:lnTo>
                    <a:pt x="101502" y="34313"/>
                  </a:lnTo>
                  <a:lnTo>
                    <a:pt x="96791" y="35558"/>
                  </a:lnTo>
                  <a:lnTo>
                    <a:pt x="91742" y="35120"/>
                  </a:lnTo>
                  <a:lnTo>
                    <a:pt x="89218" y="35692"/>
                  </a:lnTo>
                  <a:lnTo>
                    <a:pt x="87267" y="36331"/>
                  </a:lnTo>
                  <a:lnTo>
                    <a:pt x="82622" y="37206"/>
                  </a:lnTo>
                  <a:lnTo>
                    <a:pt x="81478" y="39594"/>
                  </a:lnTo>
                  <a:cubicBezTo>
                    <a:pt x="81478" y="39594"/>
                    <a:pt x="80973" y="43227"/>
                    <a:pt x="81107" y="43497"/>
                  </a:cubicBezTo>
                  <a:cubicBezTo>
                    <a:pt x="81242" y="43799"/>
                    <a:pt x="83060" y="47130"/>
                    <a:pt x="83632" y="47634"/>
                  </a:cubicBezTo>
                  <a:cubicBezTo>
                    <a:pt x="84204" y="48139"/>
                    <a:pt x="85516" y="49720"/>
                    <a:pt x="85516" y="49720"/>
                  </a:cubicBezTo>
                  <a:cubicBezTo>
                    <a:pt x="85516" y="49720"/>
                    <a:pt x="87906" y="54497"/>
                    <a:pt x="88108" y="54732"/>
                  </a:cubicBezTo>
                  <a:cubicBezTo>
                    <a:pt x="88310" y="54934"/>
                    <a:pt x="88747" y="57995"/>
                    <a:pt x="88747" y="57995"/>
                  </a:cubicBezTo>
                  <a:cubicBezTo>
                    <a:pt x="88747" y="57995"/>
                    <a:pt x="89386" y="60518"/>
                    <a:pt x="89386" y="60821"/>
                  </a:cubicBezTo>
                  <a:cubicBezTo>
                    <a:pt x="89386" y="61124"/>
                    <a:pt x="90060" y="67852"/>
                    <a:pt x="90060" y="67852"/>
                  </a:cubicBezTo>
                  <a:lnTo>
                    <a:pt x="89791" y="70745"/>
                  </a:lnTo>
                  <a:lnTo>
                    <a:pt x="89791" y="74310"/>
                  </a:lnTo>
                  <a:lnTo>
                    <a:pt x="88545" y="75757"/>
                  </a:lnTo>
                  <a:lnTo>
                    <a:pt x="86862" y="77708"/>
                  </a:lnTo>
                  <a:lnTo>
                    <a:pt x="85348" y="81476"/>
                  </a:lnTo>
                  <a:lnTo>
                    <a:pt x="85045" y="83359"/>
                  </a:lnTo>
                  <a:lnTo>
                    <a:pt x="82588" y="84369"/>
                  </a:lnTo>
                  <a:cubicBezTo>
                    <a:pt x="82588" y="84369"/>
                    <a:pt x="80704" y="83999"/>
                    <a:pt x="80401" y="83662"/>
                  </a:cubicBezTo>
                  <a:cubicBezTo>
                    <a:pt x="80098" y="83292"/>
                    <a:pt x="78516" y="81577"/>
                    <a:pt x="78516" y="81274"/>
                  </a:cubicBezTo>
                  <a:cubicBezTo>
                    <a:pt x="78516" y="80971"/>
                    <a:pt x="78012" y="79525"/>
                    <a:pt x="77776" y="79154"/>
                  </a:cubicBezTo>
                  <a:cubicBezTo>
                    <a:pt x="77574" y="78784"/>
                    <a:pt x="76699" y="77641"/>
                    <a:pt x="76699" y="77641"/>
                  </a:cubicBezTo>
                  <a:cubicBezTo>
                    <a:pt x="76699" y="77641"/>
                    <a:pt x="76429" y="74748"/>
                    <a:pt x="76329" y="74445"/>
                  </a:cubicBezTo>
                  <a:cubicBezTo>
                    <a:pt x="76261" y="74142"/>
                    <a:pt x="75016" y="72359"/>
                    <a:pt x="75016" y="72359"/>
                  </a:cubicBezTo>
                  <a:lnTo>
                    <a:pt x="72997" y="71989"/>
                  </a:lnTo>
                  <a:lnTo>
                    <a:pt x="71852" y="72729"/>
                  </a:lnTo>
                  <a:cubicBezTo>
                    <a:pt x="71852" y="72729"/>
                    <a:pt x="71281" y="73974"/>
                    <a:pt x="71045" y="74109"/>
                  </a:cubicBezTo>
                  <a:cubicBezTo>
                    <a:pt x="70843" y="74243"/>
                    <a:pt x="68790" y="74109"/>
                    <a:pt x="68790" y="74109"/>
                  </a:cubicBezTo>
                  <a:cubicBezTo>
                    <a:pt x="68790" y="74109"/>
                    <a:pt x="67107" y="72157"/>
                    <a:pt x="66973" y="71855"/>
                  </a:cubicBezTo>
                  <a:cubicBezTo>
                    <a:pt x="66838" y="71552"/>
                    <a:pt x="65290" y="70274"/>
                    <a:pt x="65155" y="69836"/>
                  </a:cubicBezTo>
                  <a:cubicBezTo>
                    <a:pt x="65020" y="69399"/>
                    <a:pt x="64718" y="68154"/>
                    <a:pt x="64650" y="67381"/>
                  </a:cubicBezTo>
                  <a:cubicBezTo>
                    <a:pt x="64583" y="66573"/>
                    <a:pt x="63910" y="65228"/>
                    <a:pt x="63775" y="64925"/>
                  </a:cubicBezTo>
                  <a:cubicBezTo>
                    <a:pt x="63641" y="64622"/>
                    <a:pt x="62093" y="62671"/>
                    <a:pt x="62093" y="62671"/>
                  </a:cubicBezTo>
                  <a:cubicBezTo>
                    <a:pt x="62093" y="62671"/>
                    <a:pt x="61588" y="61527"/>
                    <a:pt x="61151" y="61157"/>
                  </a:cubicBezTo>
                  <a:cubicBezTo>
                    <a:pt x="60713" y="60787"/>
                    <a:pt x="59400" y="59711"/>
                    <a:pt x="59400" y="59711"/>
                  </a:cubicBezTo>
                  <a:lnTo>
                    <a:pt x="57650" y="59273"/>
                  </a:lnTo>
                  <a:cubicBezTo>
                    <a:pt x="57650" y="59273"/>
                    <a:pt x="56843" y="59206"/>
                    <a:pt x="56641" y="59273"/>
                  </a:cubicBezTo>
                  <a:cubicBezTo>
                    <a:pt x="56439" y="59341"/>
                    <a:pt x="54386" y="60922"/>
                    <a:pt x="54386" y="60922"/>
                  </a:cubicBezTo>
                  <a:cubicBezTo>
                    <a:pt x="54386" y="60922"/>
                    <a:pt x="53443" y="62066"/>
                    <a:pt x="53309" y="62604"/>
                  </a:cubicBezTo>
                  <a:cubicBezTo>
                    <a:pt x="53174" y="63108"/>
                    <a:pt x="51996" y="63983"/>
                    <a:pt x="51626" y="64858"/>
                  </a:cubicBezTo>
                  <a:cubicBezTo>
                    <a:pt x="51256" y="65732"/>
                    <a:pt x="50414" y="66540"/>
                    <a:pt x="50414" y="66741"/>
                  </a:cubicBezTo>
                  <a:cubicBezTo>
                    <a:pt x="50414" y="66943"/>
                    <a:pt x="48833" y="69769"/>
                    <a:pt x="48833" y="69769"/>
                  </a:cubicBezTo>
                  <a:cubicBezTo>
                    <a:pt x="48833" y="69769"/>
                    <a:pt x="46241" y="71653"/>
                    <a:pt x="46006" y="71787"/>
                  </a:cubicBezTo>
                  <a:cubicBezTo>
                    <a:pt x="45804" y="71922"/>
                    <a:pt x="43818" y="72157"/>
                    <a:pt x="43818" y="72157"/>
                  </a:cubicBezTo>
                  <a:cubicBezTo>
                    <a:pt x="43818" y="72157"/>
                    <a:pt x="40789" y="70072"/>
                    <a:pt x="40688" y="69836"/>
                  </a:cubicBezTo>
                  <a:cubicBezTo>
                    <a:pt x="40621" y="69601"/>
                    <a:pt x="41328" y="69197"/>
                    <a:pt x="40318" y="67953"/>
                  </a:cubicBezTo>
                  <a:cubicBezTo>
                    <a:pt x="39309" y="66708"/>
                    <a:pt x="37491" y="65631"/>
                    <a:pt x="37491" y="65631"/>
                  </a:cubicBezTo>
                  <a:cubicBezTo>
                    <a:pt x="37491" y="65631"/>
                    <a:pt x="36919" y="64824"/>
                    <a:pt x="36616" y="64555"/>
                  </a:cubicBezTo>
                  <a:cubicBezTo>
                    <a:pt x="36313" y="64252"/>
                    <a:pt x="35102" y="62671"/>
                    <a:pt x="35102" y="62671"/>
                  </a:cubicBezTo>
                  <a:cubicBezTo>
                    <a:pt x="35102" y="62671"/>
                    <a:pt x="32914" y="63310"/>
                    <a:pt x="32712" y="63748"/>
                  </a:cubicBezTo>
                  <a:cubicBezTo>
                    <a:pt x="32510" y="64185"/>
                    <a:pt x="30693" y="64185"/>
                    <a:pt x="30693" y="64185"/>
                  </a:cubicBezTo>
                  <a:cubicBezTo>
                    <a:pt x="30693" y="64185"/>
                    <a:pt x="29751" y="62166"/>
                    <a:pt x="29448" y="61796"/>
                  </a:cubicBezTo>
                  <a:cubicBezTo>
                    <a:pt x="29179" y="61426"/>
                    <a:pt x="28000" y="59980"/>
                    <a:pt x="27698" y="59543"/>
                  </a:cubicBezTo>
                  <a:cubicBezTo>
                    <a:pt x="27395" y="59105"/>
                    <a:pt x="25106" y="56280"/>
                    <a:pt x="25106" y="56280"/>
                  </a:cubicBezTo>
                  <a:lnTo>
                    <a:pt x="22717" y="54261"/>
                  </a:lnTo>
                  <a:lnTo>
                    <a:pt x="19385" y="52445"/>
                  </a:lnTo>
                  <a:lnTo>
                    <a:pt x="16794" y="51940"/>
                  </a:lnTo>
                  <a:cubicBezTo>
                    <a:pt x="16794" y="51940"/>
                    <a:pt x="14337" y="51503"/>
                    <a:pt x="14101" y="51503"/>
                  </a:cubicBezTo>
                  <a:cubicBezTo>
                    <a:pt x="13866" y="51503"/>
                    <a:pt x="11476" y="52142"/>
                    <a:pt x="11476" y="52142"/>
                  </a:cubicBezTo>
                  <a:cubicBezTo>
                    <a:pt x="11476" y="52142"/>
                    <a:pt x="10837" y="52007"/>
                    <a:pt x="10029" y="52276"/>
                  </a:cubicBezTo>
                  <a:cubicBezTo>
                    <a:pt x="9221" y="52579"/>
                    <a:pt x="5957" y="52916"/>
                    <a:pt x="5687" y="53017"/>
                  </a:cubicBezTo>
                  <a:cubicBezTo>
                    <a:pt x="5385" y="53084"/>
                    <a:pt x="2221" y="54093"/>
                    <a:pt x="2154" y="54396"/>
                  </a:cubicBezTo>
                  <a:cubicBezTo>
                    <a:pt x="2087" y="54698"/>
                    <a:pt x="1279" y="57221"/>
                    <a:pt x="1346" y="57659"/>
                  </a:cubicBezTo>
                  <a:cubicBezTo>
                    <a:pt x="1414" y="58096"/>
                    <a:pt x="6058" y="60350"/>
                    <a:pt x="6058" y="60350"/>
                  </a:cubicBezTo>
                  <a:lnTo>
                    <a:pt x="8750" y="62738"/>
                  </a:lnTo>
                  <a:lnTo>
                    <a:pt x="9020" y="64824"/>
                  </a:lnTo>
                  <a:lnTo>
                    <a:pt x="9457" y="67448"/>
                  </a:lnTo>
                  <a:lnTo>
                    <a:pt x="9591" y="69769"/>
                  </a:lnTo>
                  <a:cubicBezTo>
                    <a:pt x="9591" y="69769"/>
                    <a:pt x="9524" y="72023"/>
                    <a:pt x="9524" y="72460"/>
                  </a:cubicBezTo>
                  <a:cubicBezTo>
                    <a:pt x="9524" y="72898"/>
                    <a:pt x="9087" y="73772"/>
                    <a:pt x="8851" y="73974"/>
                  </a:cubicBezTo>
                  <a:cubicBezTo>
                    <a:pt x="8649" y="74176"/>
                    <a:pt x="8346" y="75050"/>
                    <a:pt x="7976" y="75286"/>
                  </a:cubicBezTo>
                  <a:cubicBezTo>
                    <a:pt x="7606" y="75488"/>
                    <a:pt x="6596" y="75925"/>
                    <a:pt x="6529" y="76228"/>
                  </a:cubicBezTo>
                  <a:cubicBezTo>
                    <a:pt x="6462" y="76531"/>
                    <a:pt x="5452" y="76968"/>
                    <a:pt x="4644" y="77607"/>
                  </a:cubicBezTo>
                  <a:cubicBezTo>
                    <a:pt x="3837" y="78246"/>
                    <a:pt x="3332" y="78482"/>
                    <a:pt x="2759" y="78986"/>
                  </a:cubicBezTo>
                  <a:cubicBezTo>
                    <a:pt x="2188" y="79491"/>
                    <a:pt x="1380" y="80298"/>
                    <a:pt x="942" y="80870"/>
                  </a:cubicBezTo>
                  <a:cubicBezTo>
                    <a:pt x="505" y="81442"/>
                    <a:pt x="0" y="81745"/>
                    <a:pt x="0" y="82317"/>
                  </a:cubicBezTo>
                  <a:cubicBezTo>
                    <a:pt x="0" y="82889"/>
                    <a:pt x="370" y="85277"/>
                    <a:pt x="740" y="85950"/>
                  </a:cubicBezTo>
                  <a:cubicBezTo>
                    <a:pt x="1110" y="86589"/>
                    <a:pt x="673" y="87766"/>
                    <a:pt x="1750" y="88136"/>
                  </a:cubicBezTo>
                  <a:cubicBezTo>
                    <a:pt x="2827" y="88506"/>
                    <a:pt x="4005" y="88876"/>
                    <a:pt x="4644" y="89280"/>
                  </a:cubicBezTo>
                  <a:cubicBezTo>
                    <a:pt x="5284" y="89717"/>
                    <a:pt x="6899" y="90222"/>
                    <a:pt x="7539" y="90424"/>
                  </a:cubicBezTo>
                  <a:cubicBezTo>
                    <a:pt x="8178" y="90659"/>
                    <a:pt x="10736" y="91298"/>
                    <a:pt x="12250" y="90357"/>
                  </a:cubicBezTo>
                  <a:cubicBezTo>
                    <a:pt x="13765" y="89415"/>
                    <a:pt x="15380" y="88607"/>
                    <a:pt x="15582" y="88170"/>
                  </a:cubicBezTo>
                  <a:cubicBezTo>
                    <a:pt x="15784" y="87733"/>
                    <a:pt x="15885" y="86791"/>
                    <a:pt x="15952" y="86488"/>
                  </a:cubicBezTo>
                  <a:cubicBezTo>
                    <a:pt x="16020" y="86185"/>
                    <a:pt x="19284" y="84840"/>
                    <a:pt x="19957" y="84840"/>
                  </a:cubicBezTo>
                  <a:cubicBezTo>
                    <a:pt x="20597" y="84840"/>
                    <a:pt x="22852" y="86589"/>
                    <a:pt x="23289" y="86656"/>
                  </a:cubicBezTo>
                  <a:cubicBezTo>
                    <a:pt x="23727" y="86723"/>
                    <a:pt x="26554" y="88910"/>
                    <a:pt x="26924" y="89415"/>
                  </a:cubicBezTo>
                  <a:cubicBezTo>
                    <a:pt x="27294" y="89919"/>
                    <a:pt x="27058" y="91534"/>
                    <a:pt x="27125" y="92240"/>
                  </a:cubicBezTo>
                  <a:cubicBezTo>
                    <a:pt x="27193" y="92980"/>
                    <a:pt x="27193" y="94326"/>
                    <a:pt x="27193" y="94326"/>
                  </a:cubicBezTo>
                  <a:lnTo>
                    <a:pt x="24299" y="99170"/>
                  </a:lnTo>
                  <a:lnTo>
                    <a:pt x="21539" y="101491"/>
                  </a:lnTo>
                  <a:lnTo>
                    <a:pt x="22616" y="104620"/>
                  </a:lnTo>
                  <a:lnTo>
                    <a:pt x="24871" y="105124"/>
                  </a:lnTo>
                  <a:lnTo>
                    <a:pt x="28640" y="105932"/>
                  </a:lnTo>
                  <a:cubicBezTo>
                    <a:pt x="28640" y="105932"/>
                    <a:pt x="31736" y="107748"/>
                    <a:pt x="32107" y="107950"/>
                  </a:cubicBezTo>
                  <a:cubicBezTo>
                    <a:pt x="32477" y="108185"/>
                    <a:pt x="35506" y="110204"/>
                    <a:pt x="35640" y="110406"/>
                  </a:cubicBezTo>
                  <a:cubicBezTo>
                    <a:pt x="35775" y="110641"/>
                    <a:pt x="37895" y="111987"/>
                    <a:pt x="37895" y="111987"/>
                  </a:cubicBezTo>
                  <a:cubicBezTo>
                    <a:pt x="37895" y="111987"/>
                    <a:pt x="41530" y="114005"/>
                    <a:pt x="41866" y="114375"/>
                  </a:cubicBezTo>
                  <a:cubicBezTo>
                    <a:pt x="42237" y="114745"/>
                    <a:pt x="44323" y="117335"/>
                    <a:pt x="44828" y="117840"/>
                  </a:cubicBezTo>
                  <a:cubicBezTo>
                    <a:pt x="45333" y="118345"/>
                    <a:pt x="47083" y="119589"/>
                    <a:pt x="46578" y="120229"/>
                  </a:cubicBezTo>
                  <a:cubicBezTo>
                    <a:pt x="46073" y="120868"/>
                    <a:pt x="46073" y="121238"/>
                    <a:pt x="45131" y="121810"/>
                  </a:cubicBezTo>
                  <a:cubicBezTo>
                    <a:pt x="44188" y="122381"/>
                    <a:pt x="42001" y="122886"/>
                    <a:pt x="41159" y="123256"/>
                  </a:cubicBezTo>
                  <a:cubicBezTo>
                    <a:pt x="40284" y="123626"/>
                    <a:pt x="39914" y="123626"/>
                    <a:pt x="39342" y="124265"/>
                  </a:cubicBezTo>
                  <a:cubicBezTo>
                    <a:pt x="38770" y="124904"/>
                    <a:pt x="38097" y="125274"/>
                    <a:pt x="38400" y="125947"/>
                  </a:cubicBezTo>
                  <a:cubicBezTo>
                    <a:pt x="38703" y="126586"/>
                    <a:pt x="44121" y="128706"/>
                    <a:pt x="44121" y="128706"/>
                  </a:cubicBezTo>
                  <a:lnTo>
                    <a:pt x="45064" y="128773"/>
                  </a:lnTo>
                  <a:lnTo>
                    <a:pt x="48429" y="131229"/>
                  </a:lnTo>
                  <a:lnTo>
                    <a:pt x="51357" y="136241"/>
                  </a:lnTo>
                  <a:lnTo>
                    <a:pt x="51357" y="136880"/>
                  </a:lnTo>
                  <a:cubicBezTo>
                    <a:pt x="51357" y="136880"/>
                    <a:pt x="48159" y="140076"/>
                    <a:pt x="47789" y="140278"/>
                  </a:cubicBezTo>
                  <a:cubicBezTo>
                    <a:pt x="47419" y="140480"/>
                    <a:pt x="44592" y="141724"/>
                    <a:pt x="44592" y="141724"/>
                  </a:cubicBezTo>
                  <a:cubicBezTo>
                    <a:pt x="44592" y="141724"/>
                    <a:pt x="43650" y="142229"/>
                    <a:pt x="43516" y="142969"/>
                  </a:cubicBezTo>
                  <a:cubicBezTo>
                    <a:pt x="43381" y="143709"/>
                    <a:pt x="42506" y="147107"/>
                    <a:pt x="42506" y="147107"/>
                  </a:cubicBezTo>
                  <a:lnTo>
                    <a:pt x="42741" y="154272"/>
                  </a:lnTo>
                  <a:lnTo>
                    <a:pt x="39914" y="155281"/>
                  </a:lnTo>
                  <a:lnTo>
                    <a:pt x="42876" y="159116"/>
                  </a:lnTo>
                  <a:cubicBezTo>
                    <a:pt x="42876" y="159116"/>
                    <a:pt x="44054" y="161437"/>
                    <a:pt x="43953" y="161874"/>
                  </a:cubicBezTo>
                  <a:cubicBezTo>
                    <a:pt x="43886" y="162312"/>
                    <a:pt x="42876" y="165507"/>
                    <a:pt x="42876" y="165507"/>
                  </a:cubicBezTo>
                  <a:cubicBezTo>
                    <a:pt x="42876" y="165507"/>
                    <a:pt x="40487" y="167526"/>
                    <a:pt x="40284" y="168199"/>
                  </a:cubicBezTo>
                  <a:cubicBezTo>
                    <a:pt x="40049" y="168838"/>
                    <a:pt x="39713" y="171596"/>
                    <a:pt x="39713" y="171596"/>
                  </a:cubicBezTo>
                  <a:lnTo>
                    <a:pt x="39140" y="175566"/>
                  </a:lnTo>
                  <a:lnTo>
                    <a:pt x="39847" y="178257"/>
                  </a:lnTo>
                  <a:lnTo>
                    <a:pt x="40217" y="184917"/>
                  </a:lnTo>
                  <a:lnTo>
                    <a:pt x="41025" y="187743"/>
                  </a:lnTo>
                  <a:lnTo>
                    <a:pt x="46241" y="187878"/>
                  </a:lnTo>
                  <a:cubicBezTo>
                    <a:pt x="46241" y="187878"/>
                    <a:pt x="46612" y="189963"/>
                    <a:pt x="46376" y="190401"/>
                  </a:cubicBezTo>
                  <a:cubicBezTo>
                    <a:pt x="46174" y="190838"/>
                    <a:pt x="45434" y="193428"/>
                    <a:pt x="45232" y="194168"/>
                  </a:cubicBezTo>
                  <a:cubicBezTo>
                    <a:pt x="44996" y="194908"/>
                    <a:pt x="43684" y="197431"/>
                    <a:pt x="43616" y="198239"/>
                  </a:cubicBezTo>
                  <a:cubicBezTo>
                    <a:pt x="43549" y="199046"/>
                    <a:pt x="43549" y="200694"/>
                    <a:pt x="43414" y="201502"/>
                  </a:cubicBezTo>
                  <a:cubicBezTo>
                    <a:pt x="43280" y="202309"/>
                    <a:pt x="42977" y="204092"/>
                    <a:pt x="42977" y="204832"/>
                  </a:cubicBezTo>
                  <a:cubicBezTo>
                    <a:pt x="42977" y="205572"/>
                    <a:pt x="42674" y="205909"/>
                    <a:pt x="43347" y="206918"/>
                  </a:cubicBezTo>
                  <a:cubicBezTo>
                    <a:pt x="43986" y="207927"/>
                    <a:pt x="46174" y="209374"/>
                    <a:pt x="46174" y="209374"/>
                  </a:cubicBezTo>
                  <a:cubicBezTo>
                    <a:pt x="46174" y="209374"/>
                    <a:pt x="50751" y="212065"/>
                    <a:pt x="50953" y="212132"/>
                  </a:cubicBezTo>
                  <a:cubicBezTo>
                    <a:pt x="51155" y="212199"/>
                    <a:pt x="54420" y="215160"/>
                    <a:pt x="55093" y="215597"/>
                  </a:cubicBezTo>
                  <a:cubicBezTo>
                    <a:pt x="55732" y="216034"/>
                    <a:pt x="59501" y="220878"/>
                    <a:pt x="59501" y="220878"/>
                  </a:cubicBezTo>
                  <a:lnTo>
                    <a:pt x="62833" y="223469"/>
                  </a:lnTo>
                  <a:lnTo>
                    <a:pt x="66165" y="225420"/>
                  </a:lnTo>
                  <a:cubicBezTo>
                    <a:pt x="66165" y="225420"/>
                    <a:pt x="66670" y="227236"/>
                    <a:pt x="66603" y="227808"/>
                  </a:cubicBezTo>
                  <a:cubicBezTo>
                    <a:pt x="66535" y="228380"/>
                    <a:pt x="66299" y="230331"/>
                    <a:pt x="66232" y="230836"/>
                  </a:cubicBezTo>
                  <a:cubicBezTo>
                    <a:pt x="66165" y="231340"/>
                    <a:pt x="66064" y="232349"/>
                    <a:pt x="65862" y="233022"/>
                  </a:cubicBezTo>
                  <a:cubicBezTo>
                    <a:pt x="65660" y="233661"/>
                    <a:pt x="65290" y="234536"/>
                    <a:pt x="65290" y="234906"/>
                  </a:cubicBezTo>
                  <a:cubicBezTo>
                    <a:pt x="65290" y="235276"/>
                    <a:pt x="64617" y="237530"/>
                    <a:pt x="64617" y="237530"/>
                  </a:cubicBezTo>
                  <a:cubicBezTo>
                    <a:pt x="64617" y="237530"/>
                    <a:pt x="63540" y="238035"/>
                    <a:pt x="63540" y="238472"/>
                  </a:cubicBezTo>
                  <a:cubicBezTo>
                    <a:pt x="63540" y="238909"/>
                    <a:pt x="63035" y="239716"/>
                    <a:pt x="63102" y="240356"/>
                  </a:cubicBezTo>
                  <a:cubicBezTo>
                    <a:pt x="63170" y="240995"/>
                    <a:pt x="63035" y="242172"/>
                    <a:pt x="63304" y="242980"/>
                  </a:cubicBezTo>
                  <a:cubicBezTo>
                    <a:pt x="63607" y="243787"/>
                    <a:pt x="63809" y="244662"/>
                    <a:pt x="64011" y="244796"/>
                  </a:cubicBezTo>
                  <a:cubicBezTo>
                    <a:pt x="64213" y="244931"/>
                    <a:pt x="65525" y="246310"/>
                    <a:pt x="65761" y="246478"/>
                  </a:cubicBezTo>
                  <a:cubicBezTo>
                    <a:pt x="65963" y="246613"/>
                    <a:pt x="67141" y="247487"/>
                    <a:pt x="67713" y="247925"/>
                  </a:cubicBezTo>
                  <a:cubicBezTo>
                    <a:pt x="68285" y="248362"/>
                    <a:pt x="69968" y="249438"/>
                    <a:pt x="70675" y="249506"/>
                  </a:cubicBezTo>
                  <a:cubicBezTo>
                    <a:pt x="71415" y="249573"/>
                    <a:pt x="73199" y="249707"/>
                    <a:pt x="74141" y="249876"/>
                  </a:cubicBezTo>
                  <a:cubicBezTo>
                    <a:pt x="75083" y="250010"/>
                    <a:pt x="75790" y="249876"/>
                    <a:pt x="77776" y="249876"/>
                  </a:cubicBezTo>
                  <a:cubicBezTo>
                    <a:pt x="79728" y="249876"/>
                    <a:pt x="80670" y="249808"/>
                    <a:pt x="82117" y="249304"/>
                  </a:cubicBezTo>
                  <a:cubicBezTo>
                    <a:pt x="83564" y="248799"/>
                    <a:pt x="85247" y="247353"/>
                    <a:pt x="85887" y="247218"/>
                  </a:cubicBezTo>
                  <a:cubicBezTo>
                    <a:pt x="86526" y="247084"/>
                    <a:pt x="89286" y="245570"/>
                    <a:pt x="89925" y="244830"/>
                  </a:cubicBezTo>
                  <a:cubicBezTo>
                    <a:pt x="90565" y="244123"/>
                    <a:pt x="92617" y="242576"/>
                    <a:pt x="93055" y="242307"/>
                  </a:cubicBezTo>
                  <a:cubicBezTo>
                    <a:pt x="93493" y="242038"/>
                    <a:pt x="96319" y="237967"/>
                    <a:pt x="96319" y="237967"/>
                  </a:cubicBezTo>
                  <a:lnTo>
                    <a:pt x="98271" y="234704"/>
                  </a:lnTo>
                  <a:cubicBezTo>
                    <a:pt x="98271" y="234704"/>
                    <a:pt x="105171" y="228481"/>
                    <a:pt x="105305" y="228245"/>
                  </a:cubicBezTo>
                  <a:cubicBezTo>
                    <a:pt x="105440" y="228044"/>
                    <a:pt x="109579" y="222796"/>
                    <a:pt x="109579" y="222796"/>
                  </a:cubicBezTo>
                  <a:lnTo>
                    <a:pt x="114796" y="219028"/>
                  </a:lnTo>
                  <a:lnTo>
                    <a:pt x="119003" y="214823"/>
                  </a:lnTo>
                  <a:cubicBezTo>
                    <a:pt x="119003" y="214823"/>
                    <a:pt x="120180" y="211627"/>
                    <a:pt x="120685" y="211257"/>
                  </a:cubicBezTo>
                  <a:cubicBezTo>
                    <a:pt x="121190" y="210887"/>
                    <a:pt x="124017" y="209575"/>
                    <a:pt x="124017" y="209575"/>
                  </a:cubicBezTo>
                  <a:cubicBezTo>
                    <a:pt x="124017" y="209575"/>
                    <a:pt x="127147" y="208263"/>
                    <a:pt x="127416" y="208263"/>
                  </a:cubicBezTo>
                  <a:cubicBezTo>
                    <a:pt x="127685" y="208263"/>
                    <a:pt x="129166" y="206514"/>
                    <a:pt x="129166" y="206514"/>
                  </a:cubicBezTo>
                  <a:lnTo>
                    <a:pt x="131118" y="205707"/>
                  </a:lnTo>
                  <a:lnTo>
                    <a:pt x="134012" y="206279"/>
                  </a:lnTo>
                  <a:lnTo>
                    <a:pt x="136536" y="208533"/>
                  </a:lnTo>
                  <a:cubicBezTo>
                    <a:pt x="136536" y="208533"/>
                    <a:pt x="136772" y="209542"/>
                    <a:pt x="136772" y="209844"/>
                  </a:cubicBezTo>
                  <a:cubicBezTo>
                    <a:pt x="136772" y="210147"/>
                    <a:pt x="136907" y="211728"/>
                    <a:pt x="136705" y="212300"/>
                  </a:cubicBezTo>
                  <a:cubicBezTo>
                    <a:pt x="136503" y="212872"/>
                    <a:pt x="135695" y="214319"/>
                    <a:pt x="135628" y="214621"/>
                  </a:cubicBezTo>
                  <a:cubicBezTo>
                    <a:pt x="135561" y="214924"/>
                    <a:pt x="135191" y="215832"/>
                    <a:pt x="134988" y="216438"/>
                  </a:cubicBezTo>
                  <a:cubicBezTo>
                    <a:pt x="134787" y="217010"/>
                    <a:pt x="134618" y="217514"/>
                    <a:pt x="134484" y="218322"/>
                  </a:cubicBezTo>
                  <a:cubicBezTo>
                    <a:pt x="134349" y="219129"/>
                    <a:pt x="134282" y="220138"/>
                    <a:pt x="134282" y="220710"/>
                  </a:cubicBezTo>
                  <a:cubicBezTo>
                    <a:pt x="134282" y="221282"/>
                    <a:pt x="134282" y="222392"/>
                    <a:pt x="134416" y="222964"/>
                  </a:cubicBezTo>
                  <a:cubicBezTo>
                    <a:pt x="134551" y="223536"/>
                    <a:pt x="134551" y="224713"/>
                    <a:pt x="134787" y="225151"/>
                  </a:cubicBezTo>
                  <a:cubicBezTo>
                    <a:pt x="134988" y="225588"/>
                    <a:pt x="135729" y="226967"/>
                    <a:pt x="135729" y="226967"/>
                  </a:cubicBezTo>
                  <a:cubicBezTo>
                    <a:pt x="135729" y="226967"/>
                    <a:pt x="136873" y="227909"/>
                    <a:pt x="137243" y="228548"/>
                  </a:cubicBezTo>
                  <a:cubicBezTo>
                    <a:pt x="137614" y="229187"/>
                    <a:pt x="137984" y="229927"/>
                    <a:pt x="139431" y="231441"/>
                  </a:cubicBezTo>
                  <a:cubicBezTo>
                    <a:pt x="140878" y="232955"/>
                    <a:pt x="143066" y="234334"/>
                    <a:pt x="143402" y="234570"/>
                  </a:cubicBezTo>
                  <a:cubicBezTo>
                    <a:pt x="143772" y="234771"/>
                    <a:pt x="145657" y="236521"/>
                    <a:pt x="145657" y="236521"/>
                  </a:cubicBezTo>
                  <a:lnTo>
                    <a:pt x="147845" y="238707"/>
                  </a:lnTo>
                  <a:lnTo>
                    <a:pt x="151042" y="241970"/>
                  </a:lnTo>
                  <a:lnTo>
                    <a:pt x="154441" y="243854"/>
                  </a:lnTo>
                  <a:lnTo>
                    <a:pt x="157571" y="247992"/>
                  </a:lnTo>
                  <a:lnTo>
                    <a:pt x="158278" y="251524"/>
                  </a:lnTo>
                  <a:lnTo>
                    <a:pt x="157907" y="255056"/>
                  </a:lnTo>
                  <a:lnTo>
                    <a:pt x="157470" y="258824"/>
                  </a:lnTo>
                  <a:lnTo>
                    <a:pt x="158244" y="263298"/>
                  </a:lnTo>
                  <a:lnTo>
                    <a:pt x="158446" y="266998"/>
                  </a:lnTo>
                  <a:lnTo>
                    <a:pt x="162484" y="270699"/>
                  </a:lnTo>
                  <a:lnTo>
                    <a:pt x="166489" y="273962"/>
                  </a:lnTo>
                  <a:lnTo>
                    <a:pt x="167566" y="274500"/>
                  </a:lnTo>
                  <a:lnTo>
                    <a:pt x="168542" y="277965"/>
                  </a:lnTo>
                  <a:cubicBezTo>
                    <a:pt x="168542" y="277965"/>
                    <a:pt x="168879" y="280353"/>
                    <a:pt x="168879" y="280790"/>
                  </a:cubicBezTo>
                  <a:cubicBezTo>
                    <a:pt x="168879" y="281228"/>
                    <a:pt x="168778" y="283280"/>
                    <a:pt x="168778" y="283280"/>
                  </a:cubicBezTo>
                  <a:lnTo>
                    <a:pt x="168677" y="288494"/>
                  </a:lnTo>
                  <a:lnTo>
                    <a:pt x="168778" y="290109"/>
                  </a:lnTo>
                  <a:lnTo>
                    <a:pt x="170730" y="293372"/>
                  </a:lnTo>
                  <a:lnTo>
                    <a:pt x="175744" y="295659"/>
                  </a:lnTo>
                  <a:cubicBezTo>
                    <a:pt x="175744" y="295659"/>
                    <a:pt x="177359" y="295895"/>
                    <a:pt x="177797" y="296298"/>
                  </a:cubicBezTo>
                  <a:cubicBezTo>
                    <a:pt x="178235" y="296736"/>
                    <a:pt x="179446" y="297947"/>
                    <a:pt x="179884" y="298586"/>
                  </a:cubicBezTo>
                  <a:cubicBezTo>
                    <a:pt x="180321" y="299225"/>
                    <a:pt x="180321" y="300739"/>
                    <a:pt x="180523" y="301176"/>
                  </a:cubicBezTo>
                  <a:cubicBezTo>
                    <a:pt x="180759" y="301613"/>
                    <a:pt x="180321" y="303026"/>
                    <a:pt x="180187" y="303565"/>
                  </a:cubicBezTo>
                  <a:cubicBezTo>
                    <a:pt x="180086" y="304103"/>
                    <a:pt x="180287" y="303901"/>
                    <a:pt x="179412" y="305415"/>
                  </a:cubicBezTo>
                  <a:cubicBezTo>
                    <a:pt x="178538" y="306929"/>
                    <a:pt x="178874" y="308039"/>
                    <a:pt x="177461" y="309014"/>
                  </a:cubicBezTo>
                  <a:cubicBezTo>
                    <a:pt x="176047" y="309990"/>
                    <a:pt x="175408" y="310629"/>
                    <a:pt x="174095" y="311201"/>
                  </a:cubicBezTo>
                  <a:cubicBezTo>
                    <a:pt x="172783" y="311739"/>
                    <a:pt x="172244" y="312277"/>
                    <a:pt x="171706" y="312715"/>
                  </a:cubicBezTo>
                  <a:cubicBezTo>
                    <a:pt x="171167" y="313152"/>
                    <a:pt x="170393" y="312815"/>
                    <a:pt x="169417" y="313253"/>
                  </a:cubicBezTo>
                  <a:cubicBezTo>
                    <a:pt x="168441" y="313690"/>
                    <a:pt x="167229" y="313354"/>
                    <a:pt x="166489" y="313791"/>
                  </a:cubicBezTo>
                  <a:cubicBezTo>
                    <a:pt x="165715" y="314228"/>
                    <a:pt x="165177" y="314767"/>
                    <a:pt x="165177" y="314767"/>
                  </a:cubicBezTo>
                  <a:lnTo>
                    <a:pt x="162888" y="315540"/>
                  </a:lnTo>
                  <a:lnTo>
                    <a:pt x="161576" y="317828"/>
                  </a:lnTo>
                  <a:lnTo>
                    <a:pt x="160936" y="319779"/>
                  </a:lnTo>
                  <a:lnTo>
                    <a:pt x="161710" y="321831"/>
                  </a:lnTo>
                  <a:lnTo>
                    <a:pt x="163763" y="323782"/>
                  </a:lnTo>
                  <a:lnTo>
                    <a:pt x="166254" y="324421"/>
                  </a:lnTo>
                  <a:lnTo>
                    <a:pt x="170595" y="325060"/>
                  </a:lnTo>
                  <a:lnTo>
                    <a:pt x="171470" y="326372"/>
                  </a:lnTo>
                  <a:lnTo>
                    <a:pt x="172547" y="327449"/>
                  </a:lnTo>
                  <a:lnTo>
                    <a:pt x="175038" y="329501"/>
                  </a:lnTo>
                  <a:lnTo>
                    <a:pt x="177864" y="330140"/>
                  </a:lnTo>
                  <a:lnTo>
                    <a:pt x="180153" y="330779"/>
                  </a:lnTo>
                  <a:lnTo>
                    <a:pt x="180927" y="327415"/>
                  </a:lnTo>
                  <a:lnTo>
                    <a:pt x="178841" y="325128"/>
                  </a:lnTo>
                  <a:lnTo>
                    <a:pt x="179278" y="323816"/>
                  </a:lnTo>
                  <a:lnTo>
                    <a:pt x="182206" y="323916"/>
                  </a:lnTo>
                  <a:lnTo>
                    <a:pt x="183619" y="324993"/>
                  </a:lnTo>
                  <a:lnTo>
                    <a:pt x="185134" y="327381"/>
                  </a:lnTo>
                  <a:lnTo>
                    <a:pt x="187961" y="328088"/>
                  </a:lnTo>
                  <a:lnTo>
                    <a:pt x="190249" y="327045"/>
                  </a:lnTo>
                  <a:lnTo>
                    <a:pt x="193076" y="327045"/>
                  </a:lnTo>
                  <a:lnTo>
                    <a:pt x="194524" y="326103"/>
                  </a:lnTo>
                  <a:lnTo>
                    <a:pt x="194961" y="325027"/>
                  </a:lnTo>
                  <a:cubicBezTo>
                    <a:pt x="194961" y="325027"/>
                    <a:pt x="197216" y="322840"/>
                    <a:pt x="197586" y="322840"/>
                  </a:cubicBezTo>
                  <a:cubicBezTo>
                    <a:pt x="197956" y="322840"/>
                    <a:pt x="200177" y="322134"/>
                    <a:pt x="200177" y="322134"/>
                  </a:cubicBezTo>
                  <a:lnTo>
                    <a:pt x="200446" y="319409"/>
                  </a:lnTo>
                  <a:cubicBezTo>
                    <a:pt x="200446" y="319409"/>
                    <a:pt x="199942" y="316987"/>
                    <a:pt x="199875" y="316886"/>
                  </a:cubicBezTo>
                  <a:cubicBezTo>
                    <a:pt x="199807" y="316785"/>
                    <a:pt x="199101" y="315439"/>
                    <a:pt x="199101" y="315439"/>
                  </a:cubicBezTo>
                  <a:lnTo>
                    <a:pt x="200446" y="313959"/>
                  </a:lnTo>
                  <a:lnTo>
                    <a:pt x="202466" y="313152"/>
                  </a:lnTo>
                  <a:lnTo>
                    <a:pt x="205259" y="313152"/>
                  </a:lnTo>
                  <a:lnTo>
                    <a:pt x="206942" y="315507"/>
                  </a:lnTo>
                  <a:lnTo>
                    <a:pt x="207851" y="317693"/>
                  </a:lnTo>
                  <a:lnTo>
                    <a:pt x="207851" y="319241"/>
                  </a:lnTo>
                  <a:lnTo>
                    <a:pt x="208591" y="320889"/>
                  </a:lnTo>
                  <a:cubicBezTo>
                    <a:pt x="208591" y="320889"/>
                    <a:pt x="210409" y="322840"/>
                    <a:pt x="210543" y="322975"/>
                  </a:cubicBezTo>
                  <a:cubicBezTo>
                    <a:pt x="210644" y="323076"/>
                    <a:pt x="213101" y="324589"/>
                    <a:pt x="213101" y="324589"/>
                  </a:cubicBezTo>
                  <a:lnTo>
                    <a:pt x="213101" y="326170"/>
                  </a:lnTo>
                  <a:cubicBezTo>
                    <a:pt x="213101" y="326170"/>
                    <a:pt x="212730" y="327415"/>
                    <a:pt x="212764" y="327516"/>
                  </a:cubicBezTo>
                  <a:cubicBezTo>
                    <a:pt x="212798" y="327617"/>
                    <a:pt x="213740" y="328828"/>
                    <a:pt x="213976" y="328895"/>
                  </a:cubicBezTo>
                  <a:cubicBezTo>
                    <a:pt x="214245" y="328962"/>
                    <a:pt x="215894" y="328996"/>
                    <a:pt x="216365" y="329164"/>
                  </a:cubicBezTo>
                  <a:cubicBezTo>
                    <a:pt x="216837" y="329299"/>
                    <a:pt x="217341" y="329030"/>
                    <a:pt x="217779" y="329366"/>
                  </a:cubicBezTo>
                  <a:cubicBezTo>
                    <a:pt x="218216" y="329736"/>
                    <a:pt x="219697" y="331115"/>
                    <a:pt x="219798" y="331183"/>
                  </a:cubicBezTo>
                  <a:cubicBezTo>
                    <a:pt x="219899" y="331250"/>
                    <a:pt x="223870" y="333537"/>
                    <a:pt x="223870" y="333537"/>
                  </a:cubicBezTo>
                  <a:lnTo>
                    <a:pt x="225654" y="333975"/>
                  </a:lnTo>
                  <a:lnTo>
                    <a:pt x="229490" y="335522"/>
                  </a:lnTo>
                  <a:lnTo>
                    <a:pt x="232755" y="334547"/>
                  </a:lnTo>
                  <a:lnTo>
                    <a:pt x="235043" y="335320"/>
                  </a:lnTo>
                  <a:lnTo>
                    <a:pt x="237534" y="337507"/>
                  </a:lnTo>
                  <a:lnTo>
                    <a:pt x="240024" y="338987"/>
                  </a:lnTo>
                  <a:lnTo>
                    <a:pt x="242515" y="339256"/>
                  </a:lnTo>
                  <a:lnTo>
                    <a:pt x="243491" y="339256"/>
                  </a:lnTo>
                  <a:lnTo>
                    <a:pt x="244029" y="340568"/>
                  </a:lnTo>
                  <a:cubicBezTo>
                    <a:pt x="244029" y="340568"/>
                    <a:pt x="244702" y="341779"/>
                    <a:pt x="245006" y="341981"/>
                  </a:cubicBezTo>
                  <a:cubicBezTo>
                    <a:pt x="245342" y="342183"/>
                    <a:pt x="249885" y="342856"/>
                    <a:pt x="249885" y="342856"/>
                  </a:cubicBezTo>
                  <a:lnTo>
                    <a:pt x="251534" y="342957"/>
                  </a:lnTo>
                  <a:lnTo>
                    <a:pt x="252847" y="346758"/>
                  </a:lnTo>
                  <a:lnTo>
                    <a:pt x="253486" y="348843"/>
                  </a:lnTo>
                  <a:lnTo>
                    <a:pt x="255674" y="352006"/>
                  </a:lnTo>
                  <a:lnTo>
                    <a:pt x="258602" y="354495"/>
                  </a:lnTo>
                  <a:lnTo>
                    <a:pt x="261429" y="354293"/>
                  </a:lnTo>
                  <a:cubicBezTo>
                    <a:pt x="261429" y="354293"/>
                    <a:pt x="262943" y="356244"/>
                    <a:pt x="263078" y="356581"/>
                  </a:cubicBezTo>
                  <a:cubicBezTo>
                    <a:pt x="263179" y="356917"/>
                    <a:pt x="263852" y="359743"/>
                    <a:pt x="263852" y="359743"/>
                  </a:cubicBezTo>
                  <a:lnTo>
                    <a:pt x="262337" y="363342"/>
                  </a:lnTo>
                  <a:cubicBezTo>
                    <a:pt x="262337" y="363342"/>
                    <a:pt x="261698" y="364217"/>
                    <a:pt x="261698" y="364856"/>
                  </a:cubicBezTo>
                  <a:cubicBezTo>
                    <a:pt x="261698" y="365495"/>
                    <a:pt x="261799" y="367143"/>
                    <a:pt x="262237" y="367682"/>
                  </a:cubicBezTo>
                  <a:cubicBezTo>
                    <a:pt x="262674" y="368220"/>
                    <a:pt x="263852" y="369094"/>
                    <a:pt x="263852" y="369094"/>
                  </a:cubicBezTo>
                  <a:lnTo>
                    <a:pt x="264491" y="372358"/>
                  </a:lnTo>
                  <a:lnTo>
                    <a:pt x="263852" y="375183"/>
                  </a:lnTo>
                  <a:lnTo>
                    <a:pt x="262674" y="376159"/>
                  </a:lnTo>
                  <a:cubicBezTo>
                    <a:pt x="262674" y="376159"/>
                    <a:pt x="264626" y="379085"/>
                    <a:pt x="265064" y="379422"/>
                  </a:cubicBezTo>
                  <a:cubicBezTo>
                    <a:pt x="265501" y="379758"/>
                    <a:pt x="265703" y="379220"/>
                    <a:pt x="266814" y="379758"/>
                  </a:cubicBezTo>
                  <a:cubicBezTo>
                    <a:pt x="267890" y="380297"/>
                    <a:pt x="267890" y="379657"/>
                    <a:pt x="269539" y="379960"/>
                  </a:cubicBezTo>
                  <a:cubicBezTo>
                    <a:pt x="271155" y="380297"/>
                    <a:pt x="272367" y="380734"/>
                    <a:pt x="273241" y="380397"/>
                  </a:cubicBezTo>
                  <a:cubicBezTo>
                    <a:pt x="274116" y="380061"/>
                    <a:pt x="274991" y="375890"/>
                    <a:pt x="274991" y="375890"/>
                  </a:cubicBezTo>
                  <a:cubicBezTo>
                    <a:pt x="274991" y="375890"/>
                    <a:pt x="276169" y="373670"/>
                    <a:pt x="276237" y="373434"/>
                  </a:cubicBezTo>
                  <a:cubicBezTo>
                    <a:pt x="276304" y="373232"/>
                    <a:pt x="277718" y="371046"/>
                    <a:pt x="277718" y="371046"/>
                  </a:cubicBezTo>
                  <a:cubicBezTo>
                    <a:pt x="277718" y="371046"/>
                    <a:pt x="278256" y="369532"/>
                    <a:pt x="278256" y="369263"/>
                  </a:cubicBezTo>
                  <a:cubicBezTo>
                    <a:pt x="278256" y="368994"/>
                    <a:pt x="279030" y="367244"/>
                    <a:pt x="279030" y="366874"/>
                  </a:cubicBezTo>
                  <a:cubicBezTo>
                    <a:pt x="279030" y="366504"/>
                    <a:pt x="279670" y="364654"/>
                    <a:pt x="279838" y="364587"/>
                  </a:cubicBezTo>
                  <a:cubicBezTo>
                    <a:pt x="280006" y="364520"/>
                    <a:pt x="281588" y="363006"/>
                    <a:pt x="281588" y="363006"/>
                  </a:cubicBezTo>
                  <a:lnTo>
                    <a:pt x="282026" y="361324"/>
                  </a:lnTo>
                  <a:cubicBezTo>
                    <a:pt x="282026" y="361324"/>
                    <a:pt x="281857" y="360281"/>
                    <a:pt x="281352" y="359978"/>
                  </a:cubicBezTo>
                  <a:cubicBezTo>
                    <a:pt x="280881" y="359642"/>
                    <a:pt x="279905" y="358532"/>
                    <a:pt x="279939" y="358195"/>
                  </a:cubicBezTo>
                  <a:cubicBezTo>
                    <a:pt x="279972" y="357859"/>
                    <a:pt x="279972" y="357152"/>
                    <a:pt x="280309" y="356883"/>
                  </a:cubicBezTo>
                  <a:cubicBezTo>
                    <a:pt x="280646" y="356614"/>
                    <a:pt x="281992" y="356244"/>
                    <a:pt x="281992" y="356244"/>
                  </a:cubicBezTo>
                  <a:lnTo>
                    <a:pt x="285424" y="354293"/>
                  </a:lnTo>
                  <a:cubicBezTo>
                    <a:pt x="285424" y="354293"/>
                    <a:pt x="288083" y="352174"/>
                    <a:pt x="288151" y="351972"/>
                  </a:cubicBezTo>
                  <a:cubicBezTo>
                    <a:pt x="288218" y="351770"/>
                    <a:pt x="289901" y="349752"/>
                    <a:pt x="289901" y="349752"/>
                  </a:cubicBezTo>
                  <a:cubicBezTo>
                    <a:pt x="289901" y="349752"/>
                    <a:pt x="292526" y="347027"/>
                    <a:pt x="292795" y="346926"/>
                  </a:cubicBezTo>
                  <a:cubicBezTo>
                    <a:pt x="293064" y="346825"/>
                    <a:pt x="293939" y="345580"/>
                    <a:pt x="293939" y="345580"/>
                  </a:cubicBezTo>
                  <a:lnTo>
                    <a:pt x="296228" y="344369"/>
                  </a:lnTo>
                  <a:lnTo>
                    <a:pt x="300064" y="342048"/>
                  </a:lnTo>
                  <a:lnTo>
                    <a:pt x="303632" y="341308"/>
                  </a:lnTo>
                  <a:lnTo>
                    <a:pt x="306088" y="341611"/>
                  </a:lnTo>
                  <a:lnTo>
                    <a:pt x="308612" y="344874"/>
                  </a:lnTo>
                  <a:lnTo>
                    <a:pt x="309858" y="347902"/>
                  </a:lnTo>
                  <a:lnTo>
                    <a:pt x="308478" y="350290"/>
                  </a:lnTo>
                  <a:cubicBezTo>
                    <a:pt x="308478" y="350290"/>
                    <a:pt x="306391" y="351669"/>
                    <a:pt x="306088" y="352039"/>
                  </a:cubicBezTo>
                  <a:cubicBezTo>
                    <a:pt x="305785" y="352409"/>
                    <a:pt x="304069" y="353418"/>
                    <a:pt x="304069" y="353418"/>
                  </a:cubicBezTo>
                  <a:cubicBezTo>
                    <a:pt x="304069" y="353418"/>
                    <a:pt x="303396" y="356009"/>
                    <a:pt x="303362" y="356244"/>
                  </a:cubicBezTo>
                  <a:cubicBezTo>
                    <a:pt x="303295" y="356480"/>
                    <a:pt x="302689" y="358061"/>
                    <a:pt x="302689" y="358061"/>
                  </a:cubicBezTo>
                  <a:lnTo>
                    <a:pt x="301242" y="363208"/>
                  </a:lnTo>
                  <a:lnTo>
                    <a:pt x="300805" y="365091"/>
                  </a:lnTo>
                  <a:cubicBezTo>
                    <a:pt x="300805" y="365091"/>
                    <a:pt x="300232" y="368994"/>
                    <a:pt x="300232" y="369364"/>
                  </a:cubicBezTo>
                  <a:cubicBezTo>
                    <a:pt x="300232" y="369734"/>
                    <a:pt x="299728" y="374645"/>
                    <a:pt x="299728" y="374645"/>
                  </a:cubicBezTo>
                  <a:cubicBezTo>
                    <a:pt x="299728" y="374645"/>
                    <a:pt x="299526" y="377673"/>
                    <a:pt x="299661" y="378043"/>
                  </a:cubicBezTo>
                  <a:cubicBezTo>
                    <a:pt x="299795" y="378413"/>
                    <a:pt x="302185" y="382618"/>
                    <a:pt x="302185" y="382618"/>
                  </a:cubicBezTo>
                  <a:lnTo>
                    <a:pt x="304776" y="383425"/>
                  </a:lnTo>
                  <a:lnTo>
                    <a:pt x="309185" y="382988"/>
                  </a:lnTo>
                  <a:cubicBezTo>
                    <a:pt x="309185" y="382988"/>
                    <a:pt x="312516" y="383492"/>
                    <a:pt x="312819" y="383492"/>
                  </a:cubicBezTo>
                  <a:cubicBezTo>
                    <a:pt x="313089" y="383492"/>
                    <a:pt x="314031" y="385443"/>
                    <a:pt x="314031" y="385443"/>
                  </a:cubicBezTo>
                  <a:lnTo>
                    <a:pt x="314031" y="388908"/>
                  </a:lnTo>
                  <a:lnTo>
                    <a:pt x="314468" y="390489"/>
                  </a:lnTo>
                  <a:lnTo>
                    <a:pt x="313661" y="392003"/>
                  </a:lnTo>
                  <a:cubicBezTo>
                    <a:pt x="313661" y="392003"/>
                    <a:pt x="313021" y="394896"/>
                    <a:pt x="313021" y="395333"/>
                  </a:cubicBezTo>
                  <a:cubicBezTo>
                    <a:pt x="313021" y="395771"/>
                    <a:pt x="312752" y="397285"/>
                    <a:pt x="313223" y="397856"/>
                  </a:cubicBezTo>
                  <a:cubicBezTo>
                    <a:pt x="313728" y="398428"/>
                    <a:pt x="315680" y="401557"/>
                    <a:pt x="316992" y="401624"/>
                  </a:cubicBezTo>
                  <a:cubicBezTo>
                    <a:pt x="318305" y="401691"/>
                    <a:pt x="320190" y="401119"/>
                    <a:pt x="320964" y="401052"/>
                  </a:cubicBezTo>
                  <a:cubicBezTo>
                    <a:pt x="321771" y="400985"/>
                    <a:pt x="323925" y="399606"/>
                    <a:pt x="323925" y="399606"/>
                  </a:cubicBezTo>
                  <a:cubicBezTo>
                    <a:pt x="323925" y="399606"/>
                    <a:pt x="326315" y="400110"/>
                    <a:pt x="326752" y="400682"/>
                  </a:cubicBezTo>
                  <a:cubicBezTo>
                    <a:pt x="327190" y="401254"/>
                    <a:pt x="329276" y="404383"/>
                    <a:pt x="329276" y="404383"/>
                  </a:cubicBezTo>
                  <a:lnTo>
                    <a:pt x="330017" y="406266"/>
                  </a:lnTo>
                  <a:cubicBezTo>
                    <a:pt x="330017" y="406266"/>
                    <a:pt x="327762" y="411178"/>
                    <a:pt x="327392" y="411783"/>
                  </a:cubicBezTo>
                  <a:cubicBezTo>
                    <a:pt x="327022" y="412355"/>
                    <a:pt x="325877" y="413869"/>
                    <a:pt x="325810" y="414407"/>
                  </a:cubicBezTo>
                  <a:cubicBezTo>
                    <a:pt x="325743" y="414912"/>
                    <a:pt x="329276" y="418814"/>
                    <a:pt x="329276" y="418814"/>
                  </a:cubicBezTo>
                  <a:lnTo>
                    <a:pt x="330017" y="421942"/>
                  </a:lnTo>
                  <a:lnTo>
                    <a:pt x="332911" y="425273"/>
                  </a:lnTo>
                  <a:lnTo>
                    <a:pt x="333349" y="427594"/>
                  </a:lnTo>
                  <a:cubicBezTo>
                    <a:pt x="333349" y="427594"/>
                    <a:pt x="333551" y="429410"/>
                    <a:pt x="333349" y="429612"/>
                  </a:cubicBezTo>
                  <a:cubicBezTo>
                    <a:pt x="333147" y="429848"/>
                    <a:pt x="334661" y="431631"/>
                    <a:pt x="335974" y="431631"/>
                  </a:cubicBezTo>
                  <a:cubicBezTo>
                    <a:pt x="337286" y="431631"/>
                    <a:pt x="338296" y="431631"/>
                    <a:pt x="338801" y="431563"/>
                  </a:cubicBezTo>
                  <a:cubicBezTo>
                    <a:pt x="339305" y="431496"/>
                    <a:pt x="340685" y="430924"/>
                    <a:pt x="340887" y="430924"/>
                  </a:cubicBezTo>
                  <a:cubicBezTo>
                    <a:pt x="341089" y="430924"/>
                    <a:pt x="341459" y="430790"/>
                    <a:pt x="341829" y="430924"/>
                  </a:cubicBezTo>
                  <a:cubicBezTo>
                    <a:pt x="342200" y="431059"/>
                    <a:pt x="343277" y="432236"/>
                    <a:pt x="343277" y="432236"/>
                  </a:cubicBezTo>
                  <a:lnTo>
                    <a:pt x="344118" y="433212"/>
                  </a:lnTo>
                  <a:lnTo>
                    <a:pt x="345464" y="435196"/>
                  </a:lnTo>
                  <a:lnTo>
                    <a:pt x="345195" y="437450"/>
                  </a:lnTo>
                  <a:lnTo>
                    <a:pt x="344118" y="438527"/>
                  </a:lnTo>
                  <a:lnTo>
                    <a:pt x="343580" y="440982"/>
                  </a:lnTo>
                  <a:lnTo>
                    <a:pt x="343580" y="442799"/>
                  </a:lnTo>
                  <a:cubicBezTo>
                    <a:pt x="343580" y="442799"/>
                    <a:pt x="344959" y="444649"/>
                    <a:pt x="345027" y="444750"/>
                  </a:cubicBezTo>
                  <a:cubicBezTo>
                    <a:pt x="345094" y="444851"/>
                    <a:pt x="346104" y="445255"/>
                    <a:pt x="346272" y="445255"/>
                  </a:cubicBezTo>
                  <a:cubicBezTo>
                    <a:pt x="346440" y="445255"/>
                    <a:pt x="347753" y="446466"/>
                    <a:pt x="347753" y="446466"/>
                  </a:cubicBezTo>
                  <a:lnTo>
                    <a:pt x="349200" y="447105"/>
                  </a:lnTo>
                  <a:lnTo>
                    <a:pt x="350647" y="448215"/>
                  </a:lnTo>
                  <a:cubicBezTo>
                    <a:pt x="350647" y="448215"/>
                    <a:pt x="350714" y="449190"/>
                    <a:pt x="351791" y="449022"/>
                  </a:cubicBezTo>
                  <a:cubicBezTo>
                    <a:pt x="352868" y="448820"/>
                    <a:pt x="353508" y="448720"/>
                    <a:pt x="354147" y="448484"/>
                  </a:cubicBezTo>
                  <a:cubicBezTo>
                    <a:pt x="354787" y="448215"/>
                    <a:pt x="355897" y="447778"/>
                    <a:pt x="356099" y="447643"/>
                  </a:cubicBezTo>
                  <a:cubicBezTo>
                    <a:pt x="356301" y="447508"/>
                    <a:pt x="356806" y="447105"/>
                    <a:pt x="357008" y="447004"/>
                  </a:cubicBezTo>
                  <a:cubicBezTo>
                    <a:pt x="357210" y="446903"/>
                    <a:pt x="357715" y="446466"/>
                    <a:pt x="357715" y="446466"/>
                  </a:cubicBezTo>
                  <a:cubicBezTo>
                    <a:pt x="357715" y="446466"/>
                    <a:pt x="359936" y="445793"/>
                    <a:pt x="360171" y="445793"/>
                  </a:cubicBezTo>
                  <a:cubicBezTo>
                    <a:pt x="360440" y="445793"/>
                    <a:pt x="361383" y="446197"/>
                    <a:pt x="361787" y="446230"/>
                  </a:cubicBezTo>
                  <a:cubicBezTo>
                    <a:pt x="362224" y="446264"/>
                    <a:pt x="363705" y="447441"/>
                    <a:pt x="363705" y="447441"/>
                  </a:cubicBezTo>
                  <a:lnTo>
                    <a:pt x="364109" y="448753"/>
                  </a:lnTo>
                  <a:cubicBezTo>
                    <a:pt x="364109" y="448753"/>
                    <a:pt x="363840" y="449661"/>
                    <a:pt x="363671" y="449863"/>
                  </a:cubicBezTo>
                  <a:cubicBezTo>
                    <a:pt x="363537" y="450065"/>
                    <a:pt x="362897" y="450872"/>
                    <a:pt x="362729" y="451175"/>
                  </a:cubicBezTo>
                  <a:cubicBezTo>
                    <a:pt x="362561" y="451444"/>
                    <a:pt x="361147" y="453665"/>
                    <a:pt x="361013" y="453698"/>
                  </a:cubicBezTo>
                  <a:cubicBezTo>
                    <a:pt x="360912" y="453732"/>
                    <a:pt x="360205" y="455010"/>
                    <a:pt x="360205" y="455111"/>
                  </a:cubicBezTo>
                  <a:cubicBezTo>
                    <a:pt x="360205" y="455212"/>
                    <a:pt x="359229" y="456726"/>
                    <a:pt x="359229" y="456726"/>
                  </a:cubicBezTo>
                  <a:lnTo>
                    <a:pt x="357815" y="461099"/>
                  </a:lnTo>
                  <a:lnTo>
                    <a:pt x="355864" y="464362"/>
                  </a:lnTo>
                  <a:lnTo>
                    <a:pt x="352027" y="466885"/>
                  </a:lnTo>
                  <a:lnTo>
                    <a:pt x="349133" y="469408"/>
                  </a:lnTo>
                  <a:lnTo>
                    <a:pt x="347450" y="472099"/>
                  </a:lnTo>
                  <a:lnTo>
                    <a:pt x="348594" y="474992"/>
                  </a:lnTo>
                  <a:lnTo>
                    <a:pt x="352061" y="475295"/>
                  </a:lnTo>
                  <a:lnTo>
                    <a:pt x="353945" y="476439"/>
                  </a:lnTo>
                  <a:lnTo>
                    <a:pt x="357412" y="478188"/>
                  </a:lnTo>
                  <a:lnTo>
                    <a:pt x="359431" y="481653"/>
                  </a:lnTo>
                  <a:lnTo>
                    <a:pt x="358994" y="484411"/>
                  </a:lnTo>
                  <a:lnTo>
                    <a:pt x="357109" y="487742"/>
                  </a:lnTo>
                  <a:lnTo>
                    <a:pt x="355224" y="491375"/>
                  </a:lnTo>
                  <a:lnTo>
                    <a:pt x="354484" y="493258"/>
                  </a:lnTo>
                  <a:cubicBezTo>
                    <a:pt x="354484" y="493258"/>
                    <a:pt x="354349" y="494402"/>
                    <a:pt x="354484" y="495445"/>
                  </a:cubicBezTo>
                  <a:cubicBezTo>
                    <a:pt x="354618" y="496454"/>
                    <a:pt x="354787" y="497329"/>
                    <a:pt x="356066" y="497329"/>
                  </a:cubicBezTo>
                  <a:cubicBezTo>
                    <a:pt x="357345" y="497329"/>
                    <a:pt x="358522" y="497833"/>
                    <a:pt x="360979" y="497833"/>
                  </a:cubicBezTo>
                  <a:cubicBezTo>
                    <a:pt x="363436" y="497833"/>
                    <a:pt x="364614" y="497632"/>
                    <a:pt x="365186" y="497632"/>
                  </a:cubicBezTo>
                  <a:cubicBezTo>
                    <a:pt x="365758" y="497632"/>
                    <a:pt x="368652" y="497632"/>
                    <a:pt x="368652" y="497632"/>
                  </a:cubicBezTo>
                  <a:lnTo>
                    <a:pt x="370234" y="499515"/>
                  </a:lnTo>
                  <a:cubicBezTo>
                    <a:pt x="370234" y="499515"/>
                    <a:pt x="371243" y="502846"/>
                    <a:pt x="371681" y="503283"/>
                  </a:cubicBezTo>
                  <a:cubicBezTo>
                    <a:pt x="372119" y="503720"/>
                    <a:pt x="372253" y="505470"/>
                    <a:pt x="372422" y="505907"/>
                  </a:cubicBezTo>
                  <a:cubicBezTo>
                    <a:pt x="372556" y="506344"/>
                    <a:pt x="371849" y="507791"/>
                    <a:pt x="372422" y="508363"/>
                  </a:cubicBezTo>
                  <a:cubicBezTo>
                    <a:pt x="372994" y="508934"/>
                    <a:pt x="373431" y="510112"/>
                    <a:pt x="373566" y="510684"/>
                  </a:cubicBezTo>
                  <a:cubicBezTo>
                    <a:pt x="373701" y="511256"/>
                    <a:pt x="376898" y="516201"/>
                    <a:pt x="376898" y="516201"/>
                  </a:cubicBezTo>
                  <a:lnTo>
                    <a:pt x="379792" y="521852"/>
                  </a:lnTo>
                  <a:lnTo>
                    <a:pt x="380667" y="525620"/>
                  </a:lnTo>
                  <a:lnTo>
                    <a:pt x="381980" y="529387"/>
                  </a:lnTo>
                  <a:lnTo>
                    <a:pt x="384301" y="532415"/>
                  </a:lnTo>
                  <a:lnTo>
                    <a:pt x="386826" y="534299"/>
                  </a:lnTo>
                  <a:lnTo>
                    <a:pt x="388643" y="536923"/>
                  </a:lnTo>
                  <a:lnTo>
                    <a:pt x="388643" y="540253"/>
                  </a:lnTo>
                  <a:lnTo>
                    <a:pt x="389787" y="540388"/>
                  </a:lnTo>
                  <a:cubicBezTo>
                    <a:pt x="389787" y="540388"/>
                    <a:pt x="392682" y="541699"/>
                    <a:pt x="393254" y="541699"/>
                  </a:cubicBezTo>
                  <a:cubicBezTo>
                    <a:pt x="393826" y="541699"/>
                    <a:pt x="395710" y="541565"/>
                    <a:pt x="395710" y="541565"/>
                  </a:cubicBezTo>
                  <a:lnTo>
                    <a:pt x="396855" y="541868"/>
                  </a:lnTo>
                  <a:lnTo>
                    <a:pt x="401196" y="547216"/>
                  </a:lnTo>
                  <a:lnTo>
                    <a:pt x="404528" y="551556"/>
                  </a:lnTo>
                  <a:lnTo>
                    <a:pt x="406413" y="555189"/>
                  </a:lnTo>
                  <a:cubicBezTo>
                    <a:pt x="406413" y="555189"/>
                    <a:pt x="406850" y="556938"/>
                    <a:pt x="406413" y="557376"/>
                  </a:cubicBezTo>
                  <a:cubicBezTo>
                    <a:pt x="405975" y="557813"/>
                    <a:pt x="403519" y="559125"/>
                    <a:pt x="403519" y="559125"/>
                  </a:cubicBezTo>
                  <a:lnTo>
                    <a:pt x="400994" y="560134"/>
                  </a:lnTo>
                  <a:lnTo>
                    <a:pt x="400792" y="561580"/>
                  </a:lnTo>
                  <a:lnTo>
                    <a:pt x="400792" y="564642"/>
                  </a:lnTo>
                  <a:lnTo>
                    <a:pt x="399917" y="567972"/>
                  </a:lnTo>
                  <a:cubicBezTo>
                    <a:pt x="399917" y="567972"/>
                    <a:pt x="399480" y="569284"/>
                    <a:pt x="399480" y="569856"/>
                  </a:cubicBezTo>
                  <a:cubicBezTo>
                    <a:pt x="399480" y="570428"/>
                    <a:pt x="399042" y="572614"/>
                    <a:pt x="399042" y="572614"/>
                  </a:cubicBezTo>
                  <a:lnTo>
                    <a:pt x="399042" y="575070"/>
                  </a:lnTo>
                  <a:lnTo>
                    <a:pt x="396855" y="577257"/>
                  </a:lnTo>
                  <a:cubicBezTo>
                    <a:pt x="396855" y="577257"/>
                    <a:pt x="394970" y="578400"/>
                    <a:pt x="394835" y="578838"/>
                  </a:cubicBezTo>
                  <a:cubicBezTo>
                    <a:pt x="394701" y="579275"/>
                    <a:pt x="393086" y="581024"/>
                    <a:pt x="393086" y="581024"/>
                  </a:cubicBezTo>
                  <a:lnTo>
                    <a:pt x="391941" y="582471"/>
                  </a:lnTo>
                  <a:cubicBezTo>
                    <a:pt x="391941" y="582471"/>
                    <a:pt x="391874" y="584489"/>
                    <a:pt x="392143" y="584489"/>
                  </a:cubicBezTo>
                  <a:cubicBezTo>
                    <a:pt x="392412" y="584489"/>
                    <a:pt x="395038" y="584691"/>
                    <a:pt x="395408" y="584691"/>
                  </a:cubicBezTo>
                  <a:cubicBezTo>
                    <a:pt x="395778" y="584691"/>
                    <a:pt x="396989" y="583244"/>
                    <a:pt x="397427" y="582807"/>
                  </a:cubicBezTo>
                  <a:cubicBezTo>
                    <a:pt x="397864" y="582370"/>
                    <a:pt x="398807" y="581428"/>
                    <a:pt x="399009" y="581293"/>
                  </a:cubicBezTo>
                  <a:cubicBezTo>
                    <a:pt x="399244" y="581159"/>
                    <a:pt x="401028" y="581361"/>
                    <a:pt x="401028" y="581361"/>
                  </a:cubicBezTo>
                  <a:cubicBezTo>
                    <a:pt x="401028" y="581361"/>
                    <a:pt x="401533" y="582437"/>
                    <a:pt x="401903" y="582942"/>
                  </a:cubicBezTo>
                  <a:cubicBezTo>
                    <a:pt x="402273" y="583446"/>
                    <a:pt x="402273" y="585767"/>
                    <a:pt x="402273" y="585767"/>
                  </a:cubicBezTo>
                  <a:lnTo>
                    <a:pt x="402341" y="587449"/>
                  </a:lnTo>
                  <a:lnTo>
                    <a:pt x="402206" y="588257"/>
                  </a:lnTo>
                  <a:cubicBezTo>
                    <a:pt x="402206" y="588257"/>
                    <a:pt x="401533" y="589401"/>
                    <a:pt x="401028" y="590309"/>
                  </a:cubicBezTo>
                  <a:lnTo>
                    <a:pt x="403014" y="590073"/>
                  </a:lnTo>
                  <a:lnTo>
                    <a:pt x="408230" y="587214"/>
                  </a:lnTo>
                  <a:lnTo>
                    <a:pt x="412975" y="585364"/>
                  </a:lnTo>
                  <a:lnTo>
                    <a:pt x="418932" y="583615"/>
                  </a:lnTo>
                  <a:lnTo>
                    <a:pt x="423779" y="578939"/>
                  </a:lnTo>
                  <a:lnTo>
                    <a:pt x="426572" y="573489"/>
                  </a:lnTo>
                  <a:lnTo>
                    <a:pt x="427548" y="568039"/>
                  </a:lnTo>
                  <a:lnTo>
                    <a:pt x="428995" y="562421"/>
                  </a:lnTo>
                  <a:lnTo>
                    <a:pt x="432360" y="558654"/>
                  </a:lnTo>
                  <a:lnTo>
                    <a:pt x="435759" y="555391"/>
                  </a:lnTo>
                  <a:lnTo>
                    <a:pt x="438923" y="552632"/>
                  </a:lnTo>
                  <a:lnTo>
                    <a:pt x="443702" y="548192"/>
                  </a:lnTo>
                  <a:cubicBezTo>
                    <a:pt x="443702" y="548192"/>
                    <a:pt x="445486" y="544054"/>
                    <a:pt x="445654" y="543886"/>
                  </a:cubicBezTo>
                  <a:cubicBezTo>
                    <a:pt x="445822" y="543718"/>
                    <a:pt x="447741" y="540522"/>
                    <a:pt x="447741" y="540522"/>
                  </a:cubicBezTo>
                  <a:lnTo>
                    <a:pt x="447741" y="535106"/>
                  </a:lnTo>
                  <a:cubicBezTo>
                    <a:pt x="447741" y="535106"/>
                    <a:pt x="447135" y="532987"/>
                    <a:pt x="447135" y="532785"/>
                  </a:cubicBezTo>
                  <a:cubicBezTo>
                    <a:pt x="447135" y="532549"/>
                    <a:pt x="447909" y="530935"/>
                    <a:pt x="448077" y="530834"/>
                  </a:cubicBezTo>
                  <a:cubicBezTo>
                    <a:pt x="448245" y="530733"/>
                    <a:pt x="451173" y="529051"/>
                    <a:pt x="451173" y="529051"/>
                  </a:cubicBezTo>
                  <a:lnTo>
                    <a:pt x="453832" y="529051"/>
                  </a:lnTo>
                  <a:cubicBezTo>
                    <a:pt x="453832" y="529051"/>
                    <a:pt x="457265" y="526225"/>
                    <a:pt x="457871" y="526057"/>
                  </a:cubicBezTo>
                  <a:cubicBezTo>
                    <a:pt x="458476" y="525889"/>
                    <a:pt x="460428" y="524140"/>
                    <a:pt x="460428" y="524140"/>
                  </a:cubicBezTo>
                  <a:cubicBezTo>
                    <a:pt x="460428" y="524140"/>
                    <a:pt x="460327" y="521650"/>
                    <a:pt x="460428" y="521247"/>
                  </a:cubicBezTo>
                  <a:cubicBezTo>
                    <a:pt x="460529" y="520877"/>
                    <a:pt x="460428" y="519295"/>
                    <a:pt x="460428" y="519295"/>
                  </a:cubicBezTo>
                  <a:lnTo>
                    <a:pt x="458948" y="517714"/>
                  </a:lnTo>
                  <a:lnTo>
                    <a:pt x="458476" y="514889"/>
                  </a:lnTo>
                  <a:lnTo>
                    <a:pt x="459015" y="511256"/>
                  </a:lnTo>
                  <a:lnTo>
                    <a:pt x="459722" y="505873"/>
                  </a:lnTo>
                  <a:lnTo>
                    <a:pt x="460462" y="501096"/>
                  </a:lnTo>
                  <a:cubicBezTo>
                    <a:pt x="460462" y="501096"/>
                    <a:pt x="460125" y="497833"/>
                    <a:pt x="460462" y="497295"/>
                  </a:cubicBezTo>
                  <a:cubicBezTo>
                    <a:pt x="460799" y="496757"/>
                    <a:pt x="463727" y="491106"/>
                    <a:pt x="463727" y="491106"/>
                  </a:cubicBezTo>
                  <a:lnTo>
                    <a:pt x="465476" y="488717"/>
                  </a:lnTo>
                  <a:lnTo>
                    <a:pt x="472308" y="483301"/>
                  </a:lnTo>
                  <a:lnTo>
                    <a:pt x="476111" y="479702"/>
                  </a:lnTo>
                  <a:lnTo>
                    <a:pt x="479914" y="476943"/>
                  </a:lnTo>
                  <a:lnTo>
                    <a:pt x="484054" y="475160"/>
                  </a:lnTo>
                  <a:lnTo>
                    <a:pt x="488597" y="475160"/>
                  </a:lnTo>
                  <a:lnTo>
                    <a:pt x="492198" y="475934"/>
                  </a:lnTo>
                  <a:lnTo>
                    <a:pt x="494319" y="478760"/>
                  </a:lnTo>
                  <a:lnTo>
                    <a:pt x="496439" y="480946"/>
                  </a:lnTo>
                  <a:lnTo>
                    <a:pt x="496439" y="483032"/>
                  </a:lnTo>
                  <a:lnTo>
                    <a:pt x="496439" y="484781"/>
                  </a:lnTo>
                  <a:lnTo>
                    <a:pt x="496977" y="487170"/>
                  </a:lnTo>
                  <a:lnTo>
                    <a:pt x="500343" y="487809"/>
                  </a:lnTo>
                  <a:lnTo>
                    <a:pt x="502093" y="489323"/>
                  </a:lnTo>
                  <a:lnTo>
                    <a:pt x="505694" y="490836"/>
                  </a:lnTo>
                  <a:lnTo>
                    <a:pt x="506905" y="491711"/>
                  </a:lnTo>
                  <a:lnTo>
                    <a:pt x="506905" y="495176"/>
                  </a:lnTo>
                  <a:lnTo>
                    <a:pt x="506266" y="496252"/>
                  </a:lnTo>
                  <a:lnTo>
                    <a:pt x="506367" y="498002"/>
                  </a:lnTo>
                  <a:cubicBezTo>
                    <a:pt x="506367" y="498002"/>
                    <a:pt x="506266" y="498540"/>
                    <a:pt x="506905" y="498977"/>
                  </a:cubicBezTo>
                  <a:cubicBezTo>
                    <a:pt x="507545" y="499415"/>
                    <a:pt x="509396" y="500625"/>
                    <a:pt x="509396" y="500625"/>
                  </a:cubicBezTo>
                  <a:lnTo>
                    <a:pt x="512761" y="502038"/>
                  </a:lnTo>
                  <a:lnTo>
                    <a:pt x="515252" y="501601"/>
                  </a:lnTo>
                  <a:cubicBezTo>
                    <a:pt x="515252" y="501601"/>
                    <a:pt x="516429" y="501803"/>
                    <a:pt x="517843" y="501803"/>
                  </a:cubicBezTo>
                  <a:cubicBezTo>
                    <a:pt x="519257" y="501803"/>
                    <a:pt x="525550" y="502678"/>
                    <a:pt x="525550" y="502678"/>
                  </a:cubicBezTo>
                  <a:lnTo>
                    <a:pt x="536959" y="502038"/>
                  </a:lnTo>
                  <a:lnTo>
                    <a:pt x="541974" y="503216"/>
                  </a:lnTo>
                  <a:lnTo>
                    <a:pt x="544262" y="505840"/>
                  </a:lnTo>
                  <a:cubicBezTo>
                    <a:pt x="544262" y="505840"/>
                    <a:pt x="550353" y="507252"/>
                    <a:pt x="550791" y="507252"/>
                  </a:cubicBezTo>
                  <a:cubicBezTo>
                    <a:pt x="551229" y="507252"/>
                    <a:pt x="556882" y="507791"/>
                    <a:pt x="556882" y="507791"/>
                  </a:cubicBezTo>
                  <a:lnTo>
                    <a:pt x="563512" y="506815"/>
                  </a:lnTo>
                  <a:lnTo>
                    <a:pt x="567315" y="504965"/>
                  </a:lnTo>
                  <a:lnTo>
                    <a:pt x="571556" y="503552"/>
                  </a:lnTo>
                  <a:lnTo>
                    <a:pt x="576234" y="501601"/>
                  </a:lnTo>
                  <a:lnTo>
                    <a:pt x="579936" y="500827"/>
                  </a:lnTo>
                  <a:lnTo>
                    <a:pt x="582662" y="501029"/>
                  </a:lnTo>
                  <a:lnTo>
                    <a:pt x="589931" y="501265"/>
                  </a:lnTo>
                  <a:lnTo>
                    <a:pt x="596460" y="501265"/>
                  </a:lnTo>
                  <a:lnTo>
                    <a:pt x="598210" y="500289"/>
                  </a:lnTo>
                  <a:lnTo>
                    <a:pt x="601677" y="497262"/>
                  </a:lnTo>
                  <a:lnTo>
                    <a:pt x="602451" y="495849"/>
                  </a:lnTo>
                  <a:lnTo>
                    <a:pt x="605480" y="490836"/>
                  </a:lnTo>
                  <a:lnTo>
                    <a:pt x="608643" y="486699"/>
                  </a:lnTo>
                  <a:lnTo>
                    <a:pt x="609518" y="479971"/>
                  </a:lnTo>
                  <a:lnTo>
                    <a:pt x="609518" y="472570"/>
                  </a:lnTo>
                  <a:lnTo>
                    <a:pt x="606355" y="468971"/>
                  </a:lnTo>
                  <a:lnTo>
                    <a:pt x="601777" y="465708"/>
                  </a:lnTo>
                  <a:lnTo>
                    <a:pt x="596898" y="463420"/>
                  </a:lnTo>
                  <a:cubicBezTo>
                    <a:pt x="596898" y="463420"/>
                    <a:pt x="593532" y="462344"/>
                    <a:pt x="593431" y="461906"/>
                  </a:cubicBezTo>
                  <a:cubicBezTo>
                    <a:pt x="593330" y="461469"/>
                    <a:pt x="590806" y="458879"/>
                    <a:pt x="590705" y="458542"/>
                  </a:cubicBezTo>
                  <a:cubicBezTo>
                    <a:pt x="590604" y="458206"/>
                    <a:pt x="587878" y="455279"/>
                    <a:pt x="587878" y="455279"/>
                  </a:cubicBezTo>
                  <a:lnTo>
                    <a:pt x="588215" y="450704"/>
                  </a:lnTo>
                  <a:lnTo>
                    <a:pt x="588753" y="447441"/>
                  </a:lnTo>
                  <a:lnTo>
                    <a:pt x="584176" y="444178"/>
                  </a:lnTo>
                  <a:lnTo>
                    <a:pt x="583436" y="438325"/>
                  </a:lnTo>
                  <a:cubicBezTo>
                    <a:pt x="583436" y="438325"/>
                    <a:pt x="583200" y="435062"/>
                    <a:pt x="583537" y="434725"/>
                  </a:cubicBezTo>
                  <a:cubicBezTo>
                    <a:pt x="583873" y="434389"/>
                    <a:pt x="585825" y="432505"/>
                    <a:pt x="585825" y="432505"/>
                  </a:cubicBezTo>
                  <a:lnTo>
                    <a:pt x="589628" y="431900"/>
                  </a:lnTo>
                  <a:lnTo>
                    <a:pt x="592960" y="430117"/>
                  </a:lnTo>
                  <a:lnTo>
                    <a:pt x="598951" y="430319"/>
                  </a:lnTo>
                  <a:lnTo>
                    <a:pt x="602518" y="429982"/>
                  </a:lnTo>
                  <a:lnTo>
                    <a:pt x="606893" y="429982"/>
                  </a:lnTo>
                  <a:lnTo>
                    <a:pt x="607802" y="431462"/>
                  </a:lnTo>
                  <a:lnTo>
                    <a:pt x="609484" y="433683"/>
                  </a:lnTo>
                  <a:cubicBezTo>
                    <a:pt x="609484" y="433683"/>
                    <a:pt x="612278" y="433683"/>
                    <a:pt x="612379" y="433514"/>
                  </a:cubicBezTo>
                  <a:cubicBezTo>
                    <a:pt x="612480" y="433346"/>
                    <a:pt x="614600" y="430487"/>
                    <a:pt x="614768" y="430420"/>
                  </a:cubicBezTo>
                  <a:cubicBezTo>
                    <a:pt x="614936" y="430352"/>
                    <a:pt x="617797" y="427594"/>
                    <a:pt x="617797" y="427594"/>
                  </a:cubicBezTo>
                  <a:lnTo>
                    <a:pt x="621432" y="423523"/>
                  </a:lnTo>
                  <a:lnTo>
                    <a:pt x="626884" y="420563"/>
                  </a:lnTo>
                  <a:lnTo>
                    <a:pt x="629980" y="418747"/>
                  </a:lnTo>
                  <a:lnTo>
                    <a:pt x="635937" y="417805"/>
                  </a:lnTo>
                  <a:lnTo>
                    <a:pt x="641658" y="417805"/>
                  </a:lnTo>
                  <a:lnTo>
                    <a:pt x="648052" y="416425"/>
                  </a:lnTo>
                  <a:lnTo>
                    <a:pt x="652630" y="415046"/>
                  </a:lnTo>
                  <a:lnTo>
                    <a:pt x="656399" y="412221"/>
                  </a:lnTo>
                  <a:lnTo>
                    <a:pt x="660976" y="406872"/>
                  </a:lnTo>
                  <a:cubicBezTo>
                    <a:pt x="660976" y="406872"/>
                    <a:pt x="663668" y="403474"/>
                    <a:pt x="663938" y="403407"/>
                  </a:cubicBezTo>
                  <a:cubicBezTo>
                    <a:pt x="664207" y="403340"/>
                    <a:pt x="668178" y="399337"/>
                    <a:pt x="668178" y="399337"/>
                  </a:cubicBezTo>
                  <a:lnTo>
                    <a:pt x="670399" y="392306"/>
                  </a:lnTo>
                  <a:lnTo>
                    <a:pt x="670399" y="387394"/>
                  </a:lnTo>
                  <a:lnTo>
                    <a:pt x="670399" y="383257"/>
                  </a:lnTo>
                  <a:lnTo>
                    <a:pt x="670399" y="378682"/>
                  </a:lnTo>
                  <a:cubicBezTo>
                    <a:pt x="670399" y="378682"/>
                    <a:pt x="672217" y="375284"/>
                    <a:pt x="672452" y="375217"/>
                  </a:cubicBezTo>
                  <a:cubicBezTo>
                    <a:pt x="672654" y="375150"/>
                    <a:pt x="675649" y="371147"/>
                    <a:pt x="675649" y="371147"/>
                  </a:cubicBezTo>
                  <a:lnTo>
                    <a:pt x="677164" y="369128"/>
                  </a:lnTo>
                  <a:lnTo>
                    <a:pt x="679351" y="366942"/>
                  </a:lnTo>
                  <a:lnTo>
                    <a:pt x="682044" y="365293"/>
                  </a:lnTo>
                  <a:lnTo>
                    <a:pt x="682750" y="364486"/>
                  </a:lnTo>
                  <a:lnTo>
                    <a:pt x="685006" y="363914"/>
                  </a:lnTo>
                  <a:lnTo>
                    <a:pt x="686957" y="363914"/>
                  </a:lnTo>
                  <a:cubicBezTo>
                    <a:pt x="686957" y="363914"/>
                    <a:pt x="689145" y="365798"/>
                    <a:pt x="689414" y="366101"/>
                  </a:cubicBezTo>
                  <a:cubicBezTo>
                    <a:pt x="689717" y="366403"/>
                    <a:pt x="691501" y="369633"/>
                    <a:pt x="691501" y="369633"/>
                  </a:cubicBezTo>
                  <a:lnTo>
                    <a:pt x="692073" y="371819"/>
                  </a:lnTo>
                  <a:lnTo>
                    <a:pt x="694159" y="372189"/>
                  </a:lnTo>
                  <a:lnTo>
                    <a:pt x="696919" y="371180"/>
                  </a:lnTo>
                  <a:lnTo>
                    <a:pt x="698063" y="369094"/>
                  </a:lnTo>
                  <a:lnTo>
                    <a:pt x="699208" y="363948"/>
                  </a:lnTo>
                  <a:lnTo>
                    <a:pt x="700015" y="361257"/>
                  </a:lnTo>
                  <a:cubicBezTo>
                    <a:pt x="700015" y="361257"/>
                    <a:pt x="701530" y="359507"/>
                    <a:pt x="701900" y="359373"/>
                  </a:cubicBezTo>
                  <a:cubicBezTo>
                    <a:pt x="702270" y="359238"/>
                    <a:pt x="705097" y="357859"/>
                    <a:pt x="705097" y="357859"/>
                  </a:cubicBezTo>
                  <a:cubicBezTo>
                    <a:pt x="705097" y="357859"/>
                    <a:pt x="707722" y="356412"/>
                    <a:pt x="708227" y="356177"/>
                  </a:cubicBezTo>
                  <a:cubicBezTo>
                    <a:pt x="708732" y="355975"/>
                    <a:pt x="709539" y="355302"/>
                    <a:pt x="709742" y="355302"/>
                  </a:cubicBezTo>
                  <a:cubicBezTo>
                    <a:pt x="709943" y="355302"/>
                    <a:pt x="712131" y="353688"/>
                    <a:pt x="712434" y="353351"/>
                  </a:cubicBezTo>
                  <a:cubicBezTo>
                    <a:pt x="712703" y="352981"/>
                    <a:pt x="713612" y="351636"/>
                    <a:pt x="713679" y="351400"/>
                  </a:cubicBezTo>
                  <a:cubicBezTo>
                    <a:pt x="713746" y="351198"/>
                    <a:pt x="713679" y="349079"/>
                    <a:pt x="713679" y="349079"/>
                  </a:cubicBezTo>
                  <a:lnTo>
                    <a:pt x="713477" y="340467"/>
                  </a:lnTo>
                  <a:lnTo>
                    <a:pt x="713881" y="333235"/>
                  </a:lnTo>
                  <a:lnTo>
                    <a:pt x="713881" y="324825"/>
                  </a:lnTo>
                  <a:lnTo>
                    <a:pt x="715631" y="315708"/>
                  </a:lnTo>
                  <a:lnTo>
                    <a:pt x="715631" y="310932"/>
                  </a:lnTo>
                  <a:cubicBezTo>
                    <a:pt x="715631" y="310932"/>
                    <a:pt x="714319" y="307669"/>
                    <a:pt x="714251" y="306794"/>
                  </a:cubicBezTo>
                  <a:cubicBezTo>
                    <a:pt x="714184" y="305919"/>
                    <a:pt x="712669" y="303834"/>
                    <a:pt x="712602" y="303598"/>
                  </a:cubicBezTo>
                  <a:cubicBezTo>
                    <a:pt x="712535" y="303396"/>
                    <a:pt x="713174" y="301580"/>
                    <a:pt x="713174" y="301277"/>
                  </a:cubicBezTo>
                  <a:cubicBezTo>
                    <a:pt x="713174" y="300974"/>
                    <a:pt x="714689" y="299090"/>
                    <a:pt x="714857" y="298889"/>
                  </a:cubicBezTo>
                  <a:cubicBezTo>
                    <a:pt x="714991" y="298687"/>
                    <a:pt x="715934" y="297005"/>
                    <a:pt x="715934" y="297005"/>
                  </a:cubicBezTo>
                  <a:lnTo>
                    <a:pt x="718963" y="294616"/>
                  </a:lnTo>
                  <a:cubicBezTo>
                    <a:pt x="718963" y="294616"/>
                    <a:pt x="720275" y="293977"/>
                    <a:pt x="720545" y="293977"/>
                  </a:cubicBezTo>
                  <a:cubicBezTo>
                    <a:pt x="720847" y="293977"/>
                    <a:pt x="722126" y="293775"/>
                    <a:pt x="722429" y="293607"/>
                  </a:cubicBezTo>
                  <a:cubicBezTo>
                    <a:pt x="722698" y="293473"/>
                    <a:pt x="723876" y="293338"/>
                    <a:pt x="723876" y="293338"/>
                  </a:cubicBezTo>
                  <a:cubicBezTo>
                    <a:pt x="723876" y="293338"/>
                    <a:pt x="725761" y="292665"/>
                    <a:pt x="726131" y="292665"/>
                  </a:cubicBezTo>
                  <a:cubicBezTo>
                    <a:pt x="726501" y="292665"/>
                    <a:pt x="728655" y="292665"/>
                    <a:pt x="728655" y="292665"/>
                  </a:cubicBezTo>
                  <a:lnTo>
                    <a:pt x="731718" y="294616"/>
                  </a:lnTo>
                  <a:lnTo>
                    <a:pt x="735050" y="298586"/>
                  </a:lnTo>
                  <a:cubicBezTo>
                    <a:pt x="735050" y="298586"/>
                    <a:pt x="738449" y="299898"/>
                    <a:pt x="738752" y="299898"/>
                  </a:cubicBezTo>
                  <a:cubicBezTo>
                    <a:pt x="739021" y="299898"/>
                    <a:pt x="743968" y="300201"/>
                    <a:pt x="743968" y="300201"/>
                  </a:cubicBezTo>
                  <a:cubicBezTo>
                    <a:pt x="743968" y="300201"/>
                    <a:pt x="745281" y="300335"/>
                    <a:pt x="745483" y="300402"/>
                  </a:cubicBezTo>
                  <a:cubicBezTo>
                    <a:pt x="745684" y="300470"/>
                    <a:pt x="746930" y="302589"/>
                    <a:pt x="746930" y="302589"/>
                  </a:cubicBezTo>
                  <a:lnTo>
                    <a:pt x="746930" y="305717"/>
                  </a:lnTo>
                  <a:lnTo>
                    <a:pt x="745988" y="309485"/>
                  </a:lnTo>
                  <a:lnTo>
                    <a:pt x="746930" y="312748"/>
                  </a:lnTo>
                  <a:cubicBezTo>
                    <a:pt x="746930" y="312748"/>
                    <a:pt x="746358" y="315641"/>
                    <a:pt x="746189" y="315944"/>
                  </a:cubicBezTo>
                  <a:cubicBezTo>
                    <a:pt x="746055" y="316247"/>
                    <a:pt x="746324" y="319140"/>
                    <a:pt x="746324" y="319140"/>
                  </a:cubicBezTo>
                  <a:cubicBezTo>
                    <a:pt x="746324" y="319140"/>
                    <a:pt x="750531" y="321730"/>
                    <a:pt x="750800" y="321730"/>
                  </a:cubicBezTo>
                  <a:cubicBezTo>
                    <a:pt x="751103" y="321730"/>
                    <a:pt x="757194" y="327381"/>
                    <a:pt x="757194" y="327381"/>
                  </a:cubicBezTo>
                  <a:lnTo>
                    <a:pt x="762175" y="332360"/>
                  </a:lnTo>
                  <a:lnTo>
                    <a:pt x="766820" y="336128"/>
                  </a:lnTo>
                  <a:lnTo>
                    <a:pt x="769276" y="337440"/>
                  </a:lnTo>
                  <a:lnTo>
                    <a:pt x="774695" y="338314"/>
                  </a:lnTo>
                  <a:lnTo>
                    <a:pt x="774695" y="335287"/>
                  </a:lnTo>
                  <a:lnTo>
                    <a:pt x="772844" y="331687"/>
                  </a:lnTo>
                  <a:lnTo>
                    <a:pt x="772507" y="329063"/>
                  </a:lnTo>
                  <a:lnTo>
                    <a:pt x="772709" y="327415"/>
                  </a:lnTo>
                  <a:lnTo>
                    <a:pt x="773887" y="326540"/>
                  </a:lnTo>
                  <a:lnTo>
                    <a:pt x="774661" y="326439"/>
                  </a:lnTo>
                  <a:lnTo>
                    <a:pt x="776849" y="326776"/>
                  </a:lnTo>
                  <a:lnTo>
                    <a:pt x="778700" y="329938"/>
                  </a:lnTo>
                  <a:lnTo>
                    <a:pt x="779844" y="333638"/>
                  </a:lnTo>
                  <a:lnTo>
                    <a:pt x="782604" y="338079"/>
                  </a:lnTo>
                  <a:lnTo>
                    <a:pt x="784455" y="341678"/>
                  </a:lnTo>
                  <a:lnTo>
                    <a:pt x="786104" y="344706"/>
                  </a:lnTo>
                  <a:lnTo>
                    <a:pt x="788594" y="347868"/>
                  </a:lnTo>
                  <a:lnTo>
                    <a:pt x="788594" y="350895"/>
                  </a:lnTo>
                  <a:cubicBezTo>
                    <a:pt x="788594" y="350895"/>
                    <a:pt x="792801" y="354091"/>
                    <a:pt x="793373" y="354091"/>
                  </a:cubicBezTo>
                  <a:cubicBezTo>
                    <a:pt x="793945" y="354091"/>
                    <a:pt x="795965" y="353351"/>
                    <a:pt x="795965" y="353351"/>
                  </a:cubicBezTo>
                  <a:cubicBezTo>
                    <a:pt x="795965" y="353351"/>
                    <a:pt x="797647" y="352914"/>
                    <a:pt x="797984" y="352914"/>
                  </a:cubicBezTo>
                  <a:cubicBezTo>
                    <a:pt x="798354" y="352914"/>
                    <a:pt x="800171" y="354091"/>
                    <a:pt x="800171" y="354091"/>
                  </a:cubicBezTo>
                  <a:cubicBezTo>
                    <a:pt x="800171" y="354091"/>
                    <a:pt x="800811" y="357186"/>
                    <a:pt x="801114" y="357186"/>
                  </a:cubicBezTo>
                  <a:cubicBezTo>
                    <a:pt x="801417" y="357186"/>
                    <a:pt x="801989" y="357489"/>
                    <a:pt x="802729" y="357388"/>
                  </a:cubicBezTo>
                  <a:cubicBezTo>
                    <a:pt x="803436" y="357321"/>
                    <a:pt x="804614" y="356816"/>
                    <a:pt x="804681" y="356143"/>
                  </a:cubicBezTo>
                  <a:cubicBezTo>
                    <a:pt x="804748" y="355504"/>
                    <a:pt x="805623" y="354125"/>
                    <a:pt x="804681" y="353385"/>
                  </a:cubicBezTo>
                  <a:cubicBezTo>
                    <a:pt x="803739" y="352645"/>
                    <a:pt x="802797" y="351871"/>
                    <a:pt x="802594" y="351804"/>
                  </a:cubicBezTo>
                  <a:cubicBezTo>
                    <a:pt x="802393" y="351736"/>
                    <a:pt x="801518" y="350492"/>
                    <a:pt x="801518" y="350492"/>
                  </a:cubicBezTo>
                  <a:lnTo>
                    <a:pt x="800710" y="349348"/>
                  </a:lnTo>
                  <a:lnTo>
                    <a:pt x="798690" y="348339"/>
                  </a:lnTo>
                  <a:lnTo>
                    <a:pt x="796671" y="347464"/>
                  </a:lnTo>
                  <a:cubicBezTo>
                    <a:pt x="796671" y="347464"/>
                    <a:pt x="796032" y="346758"/>
                    <a:pt x="795662" y="345580"/>
                  </a:cubicBezTo>
                  <a:cubicBezTo>
                    <a:pt x="795291" y="344403"/>
                    <a:pt x="793945" y="342317"/>
                    <a:pt x="793777" y="342116"/>
                  </a:cubicBezTo>
                  <a:cubicBezTo>
                    <a:pt x="793642" y="341880"/>
                    <a:pt x="792128" y="340097"/>
                    <a:pt x="792128" y="340097"/>
                  </a:cubicBezTo>
                  <a:cubicBezTo>
                    <a:pt x="792128" y="340097"/>
                    <a:pt x="791320" y="338213"/>
                    <a:pt x="791253" y="337911"/>
                  </a:cubicBezTo>
                  <a:cubicBezTo>
                    <a:pt x="791185" y="337608"/>
                    <a:pt x="789435" y="335085"/>
                    <a:pt x="789435" y="335085"/>
                  </a:cubicBezTo>
                  <a:cubicBezTo>
                    <a:pt x="789435" y="335085"/>
                    <a:pt x="788123" y="331519"/>
                    <a:pt x="788123" y="331250"/>
                  </a:cubicBezTo>
                  <a:cubicBezTo>
                    <a:pt x="788123" y="330947"/>
                    <a:pt x="787988" y="328794"/>
                    <a:pt x="787988" y="328794"/>
                  </a:cubicBezTo>
                  <a:cubicBezTo>
                    <a:pt x="787988" y="328794"/>
                    <a:pt x="788224" y="327852"/>
                    <a:pt x="788224" y="327146"/>
                  </a:cubicBezTo>
                  <a:cubicBezTo>
                    <a:pt x="788224" y="326406"/>
                    <a:pt x="788594" y="325329"/>
                    <a:pt x="788156" y="324959"/>
                  </a:cubicBezTo>
                  <a:cubicBezTo>
                    <a:pt x="787719" y="324589"/>
                    <a:pt x="784455" y="322773"/>
                    <a:pt x="784017" y="322773"/>
                  </a:cubicBezTo>
                  <a:cubicBezTo>
                    <a:pt x="783579" y="322773"/>
                    <a:pt x="782267" y="322134"/>
                    <a:pt x="782267" y="322134"/>
                  </a:cubicBezTo>
                  <a:cubicBezTo>
                    <a:pt x="782267" y="322134"/>
                    <a:pt x="781123" y="320620"/>
                    <a:pt x="781325" y="320048"/>
                  </a:cubicBezTo>
                  <a:cubicBezTo>
                    <a:pt x="781560" y="319476"/>
                    <a:pt x="781762" y="317222"/>
                    <a:pt x="781762" y="317222"/>
                  </a:cubicBezTo>
                  <a:cubicBezTo>
                    <a:pt x="781762" y="317222"/>
                    <a:pt x="782200" y="316011"/>
                    <a:pt x="781459" y="315843"/>
                  </a:cubicBezTo>
                  <a:cubicBezTo>
                    <a:pt x="780719" y="315708"/>
                    <a:pt x="778195" y="315406"/>
                    <a:pt x="777690" y="315776"/>
                  </a:cubicBezTo>
                  <a:cubicBezTo>
                    <a:pt x="777185" y="316146"/>
                    <a:pt x="775738" y="317592"/>
                    <a:pt x="775503" y="317660"/>
                  </a:cubicBezTo>
                  <a:cubicBezTo>
                    <a:pt x="775301" y="317727"/>
                    <a:pt x="773988" y="318669"/>
                    <a:pt x="773113" y="318231"/>
                  </a:cubicBezTo>
                  <a:cubicBezTo>
                    <a:pt x="772238" y="317794"/>
                    <a:pt x="770353" y="316045"/>
                    <a:pt x="770589" y="315338"/>
                  </a:cubicBezTo>
                  <a:cubicBezTo>
                    <a:pt x="770791" y="314598"/>
                    <a:pt x="771161" y="311941"/>
                    <a:pt x="771397" y="311705"/>
                  </a:cubicBezTo>
                  <a:cubicBezTo>
                    <a:pt x="771632" y="311503"/>
                    <a:pt x="775402" y="308510"/>
                    <a:pt x="775402" y="308510"/>
                  </a:cubicBezTo>
                  <a:lnTo>
                    <a:pt x="776781" y="307433"/>
                  </a:lnTo>
                  <a:lnTo>
                    <a:pt x="783445" y="302959"/>
                  </a:lnTo>
                  <a:lnTo>
                    <a:pt x="787719" y="299259"/>
                  </a:lnTo>
                  <a:lnTo>
                    <a:pt x="790614" y="297375"/>
                  </a:lnTo>
                  <a:lnTo>
                    <a:pt x="796907" y="294179"/>
                  </a:lnTo>
                  <a:lnTo>
                    <a:pt x="799666" y="293237"/>
                  </a:lnTo>
                  <a:lnTo>
                    <a:pt x="802797" y="293103"/>
                  </a:lnTo>
                  <a:cubicBezTo>
                    <a:pt x="802797" y="293103"/>
                    <a:pt x="806431" y="292531"/>
                    <a:pt x="806566" y="292228"/>
                  </a:cubicBezTo>
                  <a:cubicBezTo>
                    <a:pt x="806700" y="291925"/>
                    <a:pt x="808013" y="289335"/>
                    <a:pt x="808013" y="289335"/>
                  </a:cubicBezTo>
                  <a:cubicBezTo>
                    <a:pt x="808013" y="289335"/>
                    <a:pt x="808249" y="287586"/>
                    <a:pt x="808450" y="287518"/>
                  </a:cubicBezTo>
                  <a:cubicBezTo>
                    <a:pt x="808652" y="287451"/>
                    <a:pt x="810907" y="287216"/>
                    <a:pt x="811782" y="286879"/>
                  </a:cubicBezTo>
                  <a:cubicBezTo>
                    <a:pt x="812657" y="286509"/>
                    <a:pt x="813667" y="285803"/>
                    <a:pt x="814037" y="285433"/>
                  </a:cubicBezTo>
                  <a:cubicBezTo>
                    <a:pt x="814407" y="285063"/>
                    <a:pt x="816225" y="283616"/>
                    <a:pt x="816730" y="283414"/>
                  </a:cubicBezTo>
                  <a:cubicBezTo>
                    <a:pt x="817234" y="283213"/>
                    <a:pt x="819254" y="282035"/>
                    <a:pt x="819254" y="282035"/>
                  </a:cubicBezTo>
                  <a:lnTo>
                    <a:pt x="819960" y="280790"/>
                  </a:lnTo>
                  <a:lnTo>
                    <a:pt x="819960" y="279647"/>
                  </a:lnTo>
                  <a:cubicBezTo>
                    <a:pt x="819960" y="279647"/>
                    <a:pt x="818816" y="276249"/>
                    <a:pt x="818816" y="275946"/>
                  </a:cubicBezTo>
                  <a:cubicBezTo>
                    <a:pt x="818816" y="275644"/>
                    <a:pt x="817504" y="272986"/>
                    <a:pt x="817504" y="272986"/>
                  </a:cubicBezTo>
                  <a:lnTo>
                    <a:pt x="814609" y="270968"/>
                  </a:lnTo>
                  <a:lnTo>
                    <a:pt x="814744" y="268882"/>
                  </a:lnTo>
                  <a:cubicBezTo>
                    <a:pt x="814609" y="268546"/>
                    <a:pt x="815989" y="265585"/>
                    <a:pt x="816292" y="265451"/>
                  </a:cubicBezTo>
                  <a:close/>
                </a:path>
              </a:pathLst>
            </a:custGeom>
            <a:grpFill/>
            <a:ln w="6350" cap="flat">
              <a:solidFill>
                <a:schemeClr val="bg1"/>
              </a:solidFill>
              <a:prstDash val="solid"/>
              <a:miter/>
            </a:ln>
          </p:spPr>
          <p:txBody>
            <a:bodyPr rtlCol="0" anchor="ctr"/>
            <a:lstStyle/>
            <a:p>
              <a:endParaRPr lang="en-US"/>
            </a:p>
          </p:txBody>
        </p:sp>
        <p:sp>
          <p:nvSpPr>
            <p:cNvPr id="124" name="Freeform 903">
              <a:extLst>
                <a:ext uri="{FF2B5EF4-FFF2-40B4-BE49-F238E27FC236}">
                  <a16:creationId xmlns:a16="http://schemas.microsoft.com/office/drawing/2014/main" id="{F0829396-9F21-A9EF-89D1-C89027CE6FEF}"/>
                </a:ext>
              </a:extLst>
            </p:cNvPr>
            <p:cNvSpPr/>
            <p:nvPr/>
          </p:nvSpPr>
          <p:spPr>
            <a:xfrm>
              <a:off x="8185600" y="1718655"/>
              <a:ext cx="577811" cy="526277"/>
            </a:xfrm>
            <a:custGeom>
              <a:avLst/>
              <a:gdLst>
                <a:gd name="connsiteX0" fmla="*/ 1109167 w 1109339"/>
                <a:gd name="connsiteY0" fmla="*/ 386721 h 1010399"/>
                <a:gd name="connsiteX1" fmla="*/ 1109066 w 1109339"/>
                <a:gd name="connsiteY1" fmla="*/ 385577 h 1010399"/>
                <a:gd name="connsiteX2" fmla="*/ 1109066 w 1109339"/>
                <a:gd name="connsiteY2" fmla="*/ 384871 h 1010399"/>
                <a:gd name="connsiteX3" fmla="*/ 1108359 w 1109339"/>
                <a:gd name="connsiteY3" fmla="*/ 383391 h 1010399"/>
                <a:gd name="connsiteX4" fmla="*/ 1106508 w 1109339"/>
                <a:gd name="connsiteY4" fmla="*/ 383761 h 1010399"/>
                <a:gd name="connsiteX5" fmla="*/ 1105263 w 1109339"/>
                <a:gd name="connsiteY5" fmla="*/ 384636 h 1010399"/>
                <a:gd name="connsiteX6" fmla="*/ 1104926 w 1109339"/>
                <a:gd name="connsiteY6" fmla="*/ 385779 h 1010399"/>
                <a:gd name="connsiteX7" fmla="*/ 1104051 w 1109339"/>
                <a:gd name="connsiteY7" fmla="*/ 387630 h 1010399"/>
                <a:gd name="connsiteX8" fmla="*/ 1102133 w 1109339"/>
                <a:gd name="connsiteY8" fmla="*/ 388403 h 1010399"/>
                <a:gd name="connsiteX9" fmla="*/ 1099912 w 1109339"/>
                <a:gd name="connsiteY9" fmla="*/ 388841 h 1010399"/>
                <a:gd name="connsiteX10" fmla="*/ 1097691 w 1109339"/>
                <a:gd name="connsiteY10" fmla="*/ 389917 h 1010399"/>
                <a:gd name="connsiteX11" fmla="*/ 1095301 w 1109339"/>
                <a:gd name="connsiteY11" fmla="*/ 390455 h 1010399"/>
                <a:gd name="connsiteX12" fmla="*/ 1091060 w 1109339"/>
                <a:gd name="connsiteY12" fmla="*/ 391397 h 1010399"/>
                <a:gd name="connsiteX13" fmla="*/ 1082142 w 1109339"/>
                <a:gd name="connsiteY13" fmla="*/ 391128 h 1010399"/>
                <a:gd name="connsiteX14" fmla="*/ 1076387 w 1109339"/>
                <a:gd name="connsiteY14" fmla="*/ 391397 h 1010399"/>
                <a:gd name="connsiteX15" fmla="*/ 1071642 w 1109339"/>
                <a:gd name="connsiteY15" fmla="*/ 392474 h 1010399"/>
                <a:gd name="connsiteX16" fmla="*/ 1065921 w 1109339"/>
                <a:gd name="connsiteY16" fmla="*/ 396712 h 1010399"/>
                <a:gd name="connsiteX17" fmla="*/ 1061041 w 1109339"/>
                <a:gd name="connsiteY17" fmla="*/ 398832 h 1010399"/>
                <a:gd name="connsiteX18" fmla="*/ 1048252 w 1109339"/>
                <a:gd name="connsiteY18" fmla="*/ 405122 h 1010399"/>
                <a:gd name="connsiteX19" fmla="*/ 1041689 w 1109339"/>
                <a:gd name="connsiteY19" fmla="*/ 410605 h 1010399"/>
                <a:gd name="connsiteX20" fmla="*/ 1032569 w 1109339"/>
                <a:gd name="connsiteY20" fmla="*/ 415281 h 1010399"/>
                <a:gd name="connsiteX21" fmla="*/ 1011434 w 1109339"/>
                <a:gd name="connsiteY21" fmla="*/ 432236 h 1010399"/>
                <a:gd name="connsiteX22" fmla="*/ 1001977 w 1109339"/>
                <a:gd name="connsiteY22" fmla="*/ 439401 h 1010399"/>
                <a:gd name="connsiteX23" fmla="*/ 990467 w 1109339"/>
                <a:gd name="connsiteY23" fmla="*/ 441588 h 1010399"/>
                <a:gd name="connsiteX24" fmla="*/ 978721 w 1109339"/>
                <a:gd name="connsiteY24" fmla="*/ 445927 h 1010399"/>
                <a:gd name="connsiteX25" fmla="*/ 971115 w 1109339"/>
                <a:gd name="connsiteY25" fmla="*/ 453328 h 1010399"/>
                <a:gd name="connsiteX26" fmla="*/ 963712 w 1109339"/>
                <a:gd name="connsiteY26" fmla="*/ 460056 h 1010399"/>
                <a:gd name="connsiteX27" fmla="*/ 955668 w 1109339"/>
                <a:gd name="connsiteY27" fmla="*/ 467120 h 1010399"/>
                <a:gd name="connsiteX28" fmla="*/ 951428 w 1109339"/>
                <a:gd name="connsiteY28" fmla="*/ 475160 h 1010399"/>
                <a:gd name="connsiteX29" fmla="*/ 945673 w 1109339"/>
                <a:gd name="connsiteY29" fmla="*/ 477885 h 1010399"/>
                <a:gd name="connsiteX30" fmla="*/ 942980 w 1109339"/>
                <a:gd name="connsiteY30" fmla="*/ 477885 h 1010399"/>
                <a:gd name="connsiteX31" fmla="*/ 940355 w 1109339"/>
                <a:gd name="connsiteY31" fmla="*/ 479836 h 1010399"/>
                <a:gd name="connsiteX32" fmla="*/ 939480 w 1109339"/>
                <a:gd name="connsiteY32" fmla="*/ 486463 h 1010399"/>
                <a:gd name="connsiteX33" fmla="*/ 939918 w 1109339"/>
                <a:gd name="connsiteY33" fmla="*/ 492753 h 1010399"/>
                <a:gd name="connsiteX34" fmla="*/ 940120 w 1109339"/>
                <a:gd name="connsiteY34" fmla="*/ 494604 h 1010399"/>
                <a:gd name="connsiteX35" fmla="*/ 939346 w 1109339"/>
                <a:gd name="connsiteY35" fmla="*/ 497766 h 1010399"/>
                <a:gd name="connsiteX36" fmla="*/ 937293 w 1109339"/>
                <a:gd name="connsiteY36" fmla="*/ 498977 h 1010399"/>
                <a:gd name="connsiteX37" fmla="*/ 935543 w 1109339"/>
                <a:gd name="connsiteY37" fmla="*/ 500289 h 1010399"/>
                <a:gd name="connsiteX38" fmla="*/ 930865 w 1109339"/>
                <a:gd name="connsiteY38" fmla="*/ 500726 h 1010399"/>
                <a:gd name="connsiteX39" fmla="*/ 919658 w 1109339"/>
                <a:gd name="connsiteY39" fmla="*/ 500928 h 1010399"/>
                <a:gd name="connsiteX40" fmla="*/ 913364 w 1109339"/>
                <a:gd name="connsiteY40" fmla="*/ 506377 h 1010399"/>
                <a:gd name="connsiteX41" fmla="*/ 906297 w 1109339"/>
                <a:gd name="connsiteY41" fmla="*/ 510179 h 1010399"/>
                <a:gd name="connsiteX42" fmla="*/ 902494 w 1109339"/>
                <a:gd name="connsiteY42" fmla="*/ 512668 h 1010399"/>
                <a:gd name="connsiteX43" fmla="*/ 896402 w 1109339"/>
                <a:gd name="connsiteY43" fmla="*/ 514451 h 1010399"/>
                <a:gd name="connsiteX44" fmla="*/ 890648 w 1109339"/>
                <a:gd name="connsiteY44" fmla="*/ 516133 h 1010399"/>
                <a:gd name="connsiteX45" fmla="*/ 880315 w 1109339"/>
                <a:gd name="connsiteY45" fmla="*/ 516133 h 1010399"/>
                <a:gd name="connsiteX46" fmla="*/ 857834 w 1109339"/>
                <a:gd name="connsiteY46" fmla="*/ 516772 h 1010399"/>
                <a:gd name="connsiteX47" fmla="*/ 852416 w 1109339"/>
                <a:gd name="connsiteY47" fmla="*/ 517108 h 1010399"/>
                <a:gd name="connsiteX48" fmla="*/ 847402 w 1109339"/>
                <a:gd name="connsiteY48" fmla="*/ 518757 h 1010399"/>
                <a:gd name="connsiteX49" fmla="*/ 841646 w 1109339"/>
                <a:gd name="connsiteY49" fmla="*/ 521919 h 1010399"/>
                <a:gd name="connsiteX50" fmla="*/ 835555 w 1109339"/>
                <a:gd name="connsiteY50" fmla="*/ 522558 h 1010399"/>
                <a:gd name="connsiteX51" fmla="*/ 829463 w 1109339"/>
                <a:gd name="connsiteY51" fmla="*/ 524509 h 1010399"/>
                <a:gd name="connsiteX52" fmla="*/ 824348 w 1109339"/>
                <a:gd name="connsiteY52" fmla="*/ 526359 h 1010399"/>
                <a:gd name="connsiteX53" fmla="*/ 817819 w 1109339"/>
                <a:gd name="connsiteY53" fmla="*/ 526696 h 1010399"/>
                <a:gd name="connsiteX54" fmla="*/ 813242 w 1109339"/>
                <a:gd name="connsiteY54" fmla="*/ 525485 h 1010399"/>
                <a:gd name="connsiteX55" fmla="*/ 807790 w 1109339"/>
                <a:gd name="connsiteY55" fmla="*/ 517108 h 1010399"/>
                <a:gd name="connsiteX56" fmla="*/ 803785 w 1109339"/>
                <a:gd name="connsiteY56" fmla="*/ 509607 h 1010399"/>
                <a:gd name="connsiteX57" fmla="*/ 798468 w 1109339"/>
                <a:gd name="connsiteY57" fmla="*/ 505368 h 1010399"/>
                <a:gd name="connsiteX58" fmla="*/ 796078 w 1109339"/>
                <a:gd name="connsiteY58" fmla="*/ 503619 h 1010399"/>
                <a:gd name="connsiteX59" fmla="*/ 790963 w 1109339"/>
                <a:gd name="connsiteY59" fmla="*/ 500894 h 1010399"/>
                <a:gd name="connsiteX60" fmla="*/ 787429 w 1109339"/>
                <a:gd name="connsiteY60" fmla="*/ 498169 h 1010399"/>
                <a:gd name="connsiteX61" fmla="*/ 782044 w 1109339"/>
                <a:gd name="connsiteY61" fmla="*/ 494368 h 1010399"/>
                <a:gd name="connsiteX62" fmla="*/ 782044 w 1109339"/>
                <a:gd name="connsiteY62" fmla="*/ 490903 h 1010399"/>
                <a:gd name="connsiteX63" fmla="*/ 782044 w 1109339"/>
                <a:gd name="connsiteY63" fmla="*/ 485689 h 1010399"/>
                <a:gd name="connsiteX64" fmla="*/ 782044 w 1109339"/>
                <a:gd name="connsiteY64" fmla="*/ 483940 h 1010399"/>
                <a:gd name="connsiteX65" fmla="*/ 784332 w 1109339"/>
                <a:gd name="connsiteY65" fmla="*/ 477952 h 1010399"/>
                <a:gd name="connsiteX66" fmla="*/ 785746 w 1109339"/>
                <a:gd name="connsiteY66" fmla="*/ 475227 h 1010399"/>
                <a:gd name="connsiteX67" fmla="*/ 787059 w 1109339"/>
                <a:gd name="connsiteY67" fmla="*/ 470787 h 1010399"/>
                <a:gd name="connsiteX68" fmla="*/ 786823 w 1109339"/>
                <a:gd name="connsiteY68" fmla="*/ 466010 h 1010399"/>
                <a:gd name="connsiteX69" fmla="*/ 786621 w 1109339"/>
                <a:gd name="connsiteY69" fmla="*/ 461435 h 1010399"/>
                <a:gd name="connsiteX70" fmla="*/ 786285 w 1109339"/>
                <a:gd name="connsiteY70" fmla="*/ 456557 h 1010399"/>
                <a:gd name="connsiteX71" fmla="*/ 784332 w 1109339"/>
                <a:gd name="connsiteY71" fmla="*/ 449056 h 1010399"/>
                <a:gd name="connsiteX72" fmla="*/ 780765 w 1109339"/>
                <a:gd name="connsiteY72" fmla="*/ 444817 h 1010399"/>
                <a:gd name="connsiteX73" fmla="*/ 776323 w 1109339"/>
                <a:gd name="connsiteY73" fmla="*/ 443068 h 1010399"/>
                <a:gd name="connsiteX74" fmla="*/ 772621 w 1109339"/>
                <a:gd name="connsiteY74" fmla="*/ 442832 h 1010399"/>
                <a:gd name="connsiteX75" fmla="*/ 766193 w 1109339"/>
                <a:gd name="connsiteY75" fmla="*/ 442496 h 1010399"/>
                <a:gd name="connsiteX76" fmla="*/ 763265 w 1109339"/>
                <a:gd name="connsiteY76" fmla="*/ 440982 h 1010399"/>
                <a:gd name="connsiteX77" fmla="*/ 761616 w 1109339"/>
                <a:gd name="connsiteY77" fmla="*/ 437517 h 1010399"/>
                <a:gd name="connsiteX78" fmla="*/ 760674 w 1109339"/>
                <a:gd name="connsiteY78" fmla="*/ 434456 h 1010399"/>
                <a:gd name="connsiteX79" fmla="*/ 759428 w 1109339"/>
                <a:gd name="connsiteY79" fmla="*/ 430756 h 1010399"/>
                <a:gd name="connsiteX80" fmla="*/ 759428 w 1109339"/>
                <a:gd name="connsiteY80" fmla="*/ 428266 h 1010399"/>
                <a:gd name="connsiteX81" fmla="*/ 762457 w 1109339"/>
                <a:gd name="connsiteY81" fmla="*/ 424364 h 1010399"/>
                <a:gd name="connsiteX82" fmla="*/ 763770 w 1109339"/>
                <a:gd name="connsiteY82" fmla="*/ 420226 h 1010399"/>
                <a:gd name="connsiteX83" fmla="*/ 767236 w 1109339"/>
                <a:gd name="connsiteY83" fmla="*/ 417502 h 1010399"/>
                <a:gd name="connsiteX84" fmla="*/ 770400 w 1109339"/>
                <a:gd name="connsiteY84" fmla="*/ 414474 h 1010399"/>
                <a:gd name="connsiteX85" fmla="*/ 773126 w 1109339"/>
                <a:gd name="connsiteY85" fmla="*/ 411446 h 1010399"/>
                <a:gd name="connsiteX86" fmla="*/ 773563 w 1109339"/>
                <a:gd name="connsiteY86" fmla="*/ 408856 h 1010399"/>
                <a:gd name="connsiteX87" fmla="*/ 773227 w 1109339"/>
                <a:gd name="connsiteY87" fmla="*/ 407208 h 1010399"/>
                <a:gd name="connsiteX88" fmla="*/ 771275 w 1109339"/>
                <a:gd name="connsiteY88" fmla="*/ 406333 h 1010399"/>
                <a:gd name="connsiteX89" fmla="*/ 767909 w 1109339"/>
                <a:gd name="connsiteY89" fmla="*/ 405257 h 1010399"/>
                <a:gd name="connsiteX90" fmla="*/ 766731 w 1109339"/>
                <a:gd name="connsiteY90" fmla="*/ 404920 h 1010399"/>
                <a:gd name="connsiteX91" fmla="*/ 761077 w 1109339"/>
                <a:gd name="connsiteY91" fmla="*/ 405459 h 1010399"/>
                <a:gd name="connsiteX92" fmla="*/ 758452 w 1109339"/>
                <a:gd name="connsiteY92" fmla="*/ 405896 h 1010399"/>
                <a:gd name="connsiteX93" fmla="*/ 753337 w 1109339"/>
                <a:gd name="connsiteY93" fmla="*/ 406871 h 1010399"/>
                <a:gd name="connsiteX94" fmla="*/ 749231 w 1109339"/>
                <a:gd name="connsiteY94" fmla="*/ 407073 h 1010399"/>
                <a:gd name="connsiteX95" fmla="*/ 742601 w 1109339"/>
                <a:gd name="connsiteY95" fmla="*/ 408385 h 1010399"/>
                <a:gd name="connsiteX96" fmla="*/ 739572 w 1109339"/>
                <a:gd name="connsiteY96" fmla="*/ 409428 h 1010399"/>
                <a:gd name="connsiteX97" fmla="*/ 736106 w 1109339"/>
                <a:gd name="connsiteY97" fmla="*/ 410034 h 1010399"/>
                <a:gd name="connsiteX98" fmla="*/ 732538 w 1109339"/>
                <a:gd name="connsiteY98" fmla="*/ 410034 h 1010399"/>
                <a:gd name="connsiteX99" fmla="*/ 727759 w 1109339"/>
                <a:gd name="connsiteY99" fmla="*/ 409933 h 1010399"/>
                <a:gd name="connsiteX100" fmla="*/ 722206 w 1109339"/>
                <a:gd name="connsiteY100" fmla="*/ 408520 h 1010399"/>
                <a:gd name="connsiteX101" fmla="*/ 718504 w 1109339"/>
                <a:gd name="connsiteY101" fmla="*/ 405492 h 1010399"/>
                <a:gd name="connsiteX102" fmla="*/ 714701 w 1109339"/>
                <a:gd name="connsiteY102" fmla="*/ 403440 h 1010399"/>
                <a:gd name="connsiteX103" fmla="*/ 711672 w 1109339"/>
                <a:gd name="connsiteY103" fmla="*/ 400076 h 1010399"/>
                <a:gd name="connsiteX104" fmla="*/ 704941 w 1109339"/>
                <a:gd name="connsiteY104" fmla="*/ 394963 h 1010399"/>
                <a:gd name="connsiteX105" fmla="*/ 699187 w 1109339"/>
                <a:gd name="connsiteY105" fmla="*/ 389749 h 1010399"/>
                <a:gd name="connsiteX106" fmla="*/ 695720 w 1109339"/>
                <a:gd name="connsiteY106" fmla="*/ 387360 h 1010399"/>
                <a:gd name="connsiteX107" fmla="*/ 691480 w 1109339"/>
                <a:gd name="connsiteY107" fmla="*/ 383391 h 1010399"/>
                <a:gd name="connsiteX108" fmla="*/ 686364 w 1109339"/>
                <a:gd name="connsiteY108" fmla="*/ 379657 h 1010399"/>
                <a:gd name="connsiteX109" fmla="*/ 681787 w 1109339"/>
                <a:gd name="connsiteY109" fmla="*/ 378782 h 1010399"/>
                <a:gd name="connsiteX110" fmla="*/ 677008 w 1109339"/>
                <a:gd name="connsiteY110" fmla="*/ 377908 h 1010399"/>
                <a:gd name="connsiteX111" fmla="*/ 674282 w 1109339"/>
                <a:gd name="connsiteY111" fmla="*/ 376831 h 1010399"/>
                <a:gd name="connsiteX112" fmla="*/ 673071 w 1109339"/>
                <a:gd name="connsiteY112" fmla="*/ 374645 h 1010399"/>
                <a:gd name="connsiteX113" fmla="*/ 672532 w 1109339"/>
                <a:gd name="connsiteY113" fmla="*/ 371718 h 1010399"/>
                <a:gd name="connsiteX114" fmla="*/ 672532 w 1109339"/>
                <a:gd name="connsiteY114" fmla="*/ 369229 h 1010399"/>
                <a:gd name="connsiteX115" fmla="*/ 672532 w 1109339"/>
                <a:gd name="connsiteY115" fmla="*/ 367479 h 1010399"/>
                <a:gd name="connsiteX116" fmla="*/ 670917 w 1109339"/>
                <a:gd name="connsiteY116" fmla="*/ 364015 h 1010399"/>
                <a:gd name="connsiteX117" fmla="*/ 667888 w 1109339"/>
                <a:gd name="connsiteY117" fmla="*/ 361424 h 1010399"/>
                <a:gd name="connsiteX118" fmla="*/ 664724 w 1109339"/>
                <a:gd name="connsiteY118" fmla="*/ 361424 h 1010399"/>
                <a:gd name="connsiteX119" fmla="*/ 663008 w 1109339"/>
                <a:gd name="connsiteY119" fmla="*/ 361424 h 1010399"/>
                <a:gd name="connsiteX120" fmla="*/ 661258 w 1109339"/>
                <a:gd name="connsiteY120" fmla="*/ 361424 h 1010399"/>
                <a:gd name="connsiteX121" fmla="*/ 658767 w 1109339"/>
                <a:gd name="connsiteY121" fmla="*/ 364889 h 1010399"/>
                <a:gd name="connsiteX122" fmla="*/ 658767 w 1109339"/>
                <a:gd name="connsiteY122" fmla="*/ 366739 h 1010399"/>
                <a:gd name="connsiteX123" fmla="*/ 653450 w 1109339"/>
                <a:gd name="connsiteY123" fmla="*/ 369027 h 1010399"/>
                <a:gd name="connsiteX124" fmla="*/ 649008 w 1109339"/>
                <a:gd name="connsiteY124" fmla="*/ 372189 h 1010399"/>
                <a:gd name="connsiteX125" fmla="*/ 645844 w 1109339"/>
                <a:gd name="connsiteY125" fmla="*/ 373501 h 1010399"/>
                <a:gd name="connsiteX126" fmla="*/ 641267 w 1109339"/>
                <a:gd name="connsiteY126" fmla="*/ 373602 h 1010399"/>
                <a:gd name="connsiteX127" fmla="*/ 638676 w 1109339"/>
                <a:gd name="connsiteY127" fmla="*/ 373602 h 1010399"/>
                <a:gd name="connsiteX128" fmla="*/ 634772 w 1109339"/>
                <a:gd name="connsiteY128" fmla="*/ 374241 h 1010399"/>
                <a:gd name="connsiteX129" fmla="*/ 631070 w 1109339"/>
                <a:gd name="connsiteY129" fmla="*/ 373804 h 1010399"/>
                <a:gd name="connsiteX130" fmla="*/ 624103 w 1109339"/>
                <a:gd name="connsiteY130" fmla="*/ 370978 h 1010399"/>
                <a:gd name="connsiteX131" fmla="*/ 622050 w 1109339"/>
                <a:gd name="connsiteY131" fmla="*/ 369767 h 1010399"/>
                <a:gd name="connsiteX132" fmla="*/ 618786 w 1109339"/>
                <a:gd name="connsiteY132" fmla="*/ 367917 h 1010399"/>
                <a:gd name="connsiteX133" fmla="*/ 613031 w 1109339"/>
                <a:gd name="connsiteY133" fmla="*/ 368354 h 1010399"/>
                <a:gd name="connsiteX134" fmla="*/ 607377 w 1109339"/>
                <a:gd name="connsiteY134" fmla="*/ 368354 h 1010399"/>
                <a:gd name="connsiteX135" fmla="*/ 604112 w 1109339"/>
                <a:gd name="connsiteY135" fmla="*/ 366167 h 1010399"/>
                <a:gd name="connsiteX136" fmla="*/ 601925 w 1109339"/>
                <a:gd name="connsiteY136" fmla="*/ 361391 h 1010399"/>
                <a:gd name="connsiteX137" fmla="*/ 601252 w 1109339"/>
                <a:gd name="connsiteY137" fmla="*/ 358228 h 1010399"/>
                <a:gd name="connsiteX138" fmla="*/ 597785 w 1109339"/>
                <a:gd name="connsiteY138" fmla="*/ 355235 h 1010399"/>
                <a:gd name="connsiteX139" fmla="*/ 595295 w 1109339"/>
                <a:gd name="connsiteY139" fmla="*/ 354427 h 1010399"/>
                <a:gd name="connsiteX140" fmla="*/ 589977 w 1109339"/>
                <a:gd name="connsiteY140" fmla="*/ 354427 h 1010399"/>
                <a:gd name="connsiteX141" fmla="*/ 587487 w 1109339"/>
                <a:gd name="connsiteY141" fmla="*/ 353889 h 1010399"/>
                <a:gd name="connsiteX142" fmla="*/ 584121 w 1109339"/>
                <a:gd name="connsiteY142" fmla="*/ 355403 h 1010399"/>
                <a:gd name="connsiteX143" fmla="*/ 581093 w 1109339"/>
                <a:gd name="connsiteY143" fmla="*/ 357690 h 1010399"/>
                <a:gd name="connsiteX144" fmla="*/ 577391 w 1109339"/>
                <a:gd name="connsiteY144" fmla="*/ 360953 h 1010399"/>
                <a:gd name="connsiteX145" fmla="*/ 575102 w 1109339"/>
                <a:gd name="connsiteY145" fmla="*/ 363005 h 1010399"/>
                <a:gd name="connsiteX146" fmla="*/ 572915 w 1109339"/>
                <a:gd name="connsiteY146" fmla="*/ 363241 h 1010399"/>
                <a:gd name="connsiteX147" fmla="*/ 569886 w 1109339"/>
                <a:gd name="connsiteY147" fmla="*/ 363779 h 1010399"/>
                <a:gd name="connsiteX148" fmla="*/ 567833 w 1109339"/>
                <a:gd name="connsiteY148" fmla="*/ 363981 h 1010399"/>
                <a:gd name="connsiteX149" fmla="*/ 566318 w 1109339"/>
                <a:gd name="connsiteY149" fmla="*/ 364183 h 1010399"/>
                <a:gd name="connsiteX150" fmla="*/ 560765 w 1109339"/>
                <a:gd name="connsiteY150" fmla="*/ 364822 h 1010399"/>
                <a:gd name="connsiteX151" fmla="*/ 558712 w 1109339"/>
                <a:gd name="connsiteY151" fmla="*/ 364822 h 1010399"/>
                <a:gd name="connsiteX152" fmla="*/ 552520 w 1109339"/>
                <a:gd name="connsiteY152" fmla="*/ 364822 h 1010399"/>
                <a:gd name="connsiteX153" fmla="*/ 540573 w 1109339"/>
                <a:gd name="connsiteY153" fmla="*/ 364822 h 1010399"/>
                <a:gd name="connsiteX154" fmla="*/ 536130 w 1109339"/>
                <a:gd name="connsiteY154" fmla="*/ 364822 h 1010399"/>
                <a:gd name="connsiteX155" fmla="*/ 530914 w 1109339"/>
                <a:gd name="connsiteY155" fmla="*/ 363745 h 1010399"/>
                <a:gd name="connsiteX156" fmla="*/ 527312 w 1109339"/>
                <a:gd name="connsiteY156" fmla="*/ 362333 h 1010399"/>
                <a:gd name="connsiteX157" fmla="*/ 523308 w 1109339"/>
                <a:gd name="connsiteY157" fmla="*/ 361559 h 1010399"/>
                <a:gd name="connsiteX158" fmla="*/ 518293 w 1109339"/>
                <a:gd name="connsiteY158" fmla="*/ 358531 h 1010399"/>
                <a:gd name="connsiteX159" fmla="*/ 514053 w 1109339"/>
                <a:gd name="connsiteY159" fmla="*/ 352779 h 1010399"/>
                <a:gd name="connsiteX160" fmla="*/ 513077 w 1109339"/>
                <a:gd name="connsiteY160" fmla="*/ 350390 h 1010399"/>
                <a:gd name="connsiteX161" fmla="*/ 509274 w 1109339"/>
                <a:gd name="connsiteY161" fmla="*/ 346926 h 1010399"/>
                <a:gd name="connsiteX162" fmla="*/ 505370 w 1109339"/>
                <a:gd name="connsiteY162" fmla="*/ 344302 h 1010399"/>
                <a:gd name="connsiteX163" fmla="*/ 505101 w 1109339"/>
                <a:gd name="connsiteY163" fmla="*/ 342014 h 1010399"/>
                <a:gd name="connsiteX164" fmla="*/ 503956 w 1109339"/>
                <a:gd name="connsiteY164" fmla="*/ 338751 h 1010399"/>
                <a:gd name="connsiteX165" fmla="*/ 503956 w 1109339"/>
                <a:gd name="connsiteY165" fmla="*/ 332662 h 1010399"/>
                <a:gd name="connsiteX166" fmla="*/ 501567 w 1109339"/>
                <a:gd name="connsiteY166" fmla="*/ 325161 h 1010399"/>
                <a:gd name="connsiteX167" fmla="*/ 503081 w 1109339"/>
                <a:gd name="connsiteY167" fmla="*/ 308644 h 1010399"/>
                <a:gd name="connsiteX168" fmla="*/ 500356 w 1109339"/>
                <a:gd name="connsiteY168" fmla="*/ 305616 h 1010399"/>
                <a:gd name="connsiteX169" fmla="*/ 496350 w 1109339"/>
                <a:gd name="connsiteY169" fmla="*/ 301916 h 1010399"/>
                <a:gd name="connsiteX170" fmla="*/ 493422 w 1109339"/>
                <a:gd name="connsiteY170" fmla="*/ 298888 h 1010399"/>
                <a:gd name="connsiteX171" fmla="*/ 490158 w 1109339"/>
                <a:gd name="connsiteY171" fmla="*/ 297038 h 1010399"/>
                <a:gd name="connsiteX172" fmla="*/ 487230 w 1109339"/>
                <a:gd name="connsiteY172" fmla="*/ 292598 h 1010399"/>
                <a:gd name="connsiteX173" fmla="*/ 483259 w 1109339"/>
                <a:gd name="connsiteY173" fmla="*/ 287821 h 1010399"/>
                <a:gd name="connsiteX174" fmla="*/ 481341 w 1109339"/>
                <a:gd name="connsiteY174" fmla="*/ 279579 h 1010399"/>
                <a:gd name="connsiteX175" fmla="*/ 481341 w 1109339"/>
                <a:gd name="connsiteY175" fmla="*/ 273625 h 1010399"/>
                <a:gd name="connsiteX176" fmla="*/ 479692 w 1109339"/>
                <a:gd name="connsiteY176" fmla="*/ 267200 h 1010399"/>
                <a:gd name="connsiteX177" fmla="*/ 478951 w 1109339"/>
                <a:gd name="connsiteY177" fmla="*/ 261784 h 1010399"/>
                <a:gd name="connsiteX178" fmla="*/ 477437 w 1109339"/>
                <a:gd name="connsiteY178" fmla="*/ 253845 h 1010399"/>
                <a:gd name="connsiteX179" fmla="*/ 472961 w 1109339"/>
                <a:gd name="connsiteY179" fmla="*/ 246814 h 1010399"/>
                <a:gd name="connsiteX180" fmla="*/ 469326 w 1109339"/>
                <a:gd name="connsiteY180" fmla="*/ 242340 h 1010399"/>
                <a:gd name="connsiteX181" fmla="*/ 463672 w 1109339"/>
                <a:gd name="connsiteY181" fmla="*/ 236386 h 1010399"/>
                <a:gd name="connsiteX182" fmla="*/ 458724 w 1109339"/>
                <a:gd name="connsiteY182" fmla="*/ 231306 h 1010399"/>
                <a:gd name="connsiteX183" fmla="*/ 451489 w 1109339"/>
                <a:gd name="connsiteY183" fmla="*/ 224915 h 1010399"/>
                <a:gd name="connsiteX184" fmla="*/ 447147 w 1109339"/>
                <a:gd name="connsiteY184" fmla="*/ 220272 h 1010399"/>
                <a:gd name="connsiteX185" fmla="*/ 441359 w 1109339"/>
                <a:gd name="connsiteY185" fmla="*/ 216370 h 1010399"/>
                <a:gd name="connsiteX186" fmla="*/ 441359 w 1109339"/>
                <a:gd name="connsiteY186" fmla="*/ 214486 h 1010399"/>
                <a:gd name="connsiteX187" fmla="*/ 439609 w 1109339"/>
                <a:gd name="connsiteY187" fmla="*/ 210281 h 1010399"/>
                <a:gd name="connsiteX188" fmla="*/ 439609 w 1109339"/>
                <a:gd name="connsiteY188" fmla="*/ 205807 h 1010399"/>
                <a:gd name="connsiteX189" fmla="*/ 440349 w 1109339"/>
                <a:gd name="connsiteY189" fmla="*/ 203049 h 1010399"/>
                <a:gd name="connsiteX190" fmla="*/ 443547 w 1109339"/>
                <a:gd name="connsiteY190" fmla="*/ 200593 h 1010399"/>
                <a:gd name="connsiteX191" fmla="*/ 444859 w 1109339"/>
                <a:gd name="connsiteY191" fmla="*/ 197397 h 1010399"/>
                <a:gd name="connsiteX192" fmla="*/ 445734 w 1109339"/>
                <a:gd name="connsiteY192" fmla="*/ 193933 h 1010399"/>
                <a:gd name="connsiteX193" fmla="*/ 445027 w 1109339"/>
                <a:gd name="connsiteY193" fmla="*/ 189963 h 1010399"/>
                <a:gd name="connsiteX194" fmla="*/ 443143 w 1109339"/>
                <a:gd name="connsiteY194" fmla="*/ 185825 h 1010399"/>
                <a:gd name="connsiteX195" fmla="*/ 440518 w 1109339"/>
                <a:gd name="connsiteY195" fmla="*/ 185825 h 1010399"/>
                <a:gd name="connsiteX196" fmla="*/ 438633 w 1109339"/>
                <a:gd name="connsiteY196" fmla="*/ 184816 h 1010399"/>
                <a:gd name="connsiteX197" fmla="*/ 437051 w 1109339"/>
                <a:gd name="connsiteY197" fmla="*/ 188012 h 1010399"/>
                <a:gd name="connsiteX198" fmla="*/ 436176 w 1109339"/>
                <a:gd name="connsiteY198" fmla="*/ 191342 h 1010399"/>
                <a:gd name="connsiteX199" fmla="*/ 436176 w 1109339"/>
                <a:gd name="connsiteY199" fmla="*/ 193663 h 1010399"/>
                <a:gd name="connsiteX200" fmla="*/ 435166 w 1109339"/>
                <a:gd name="connsiteY200" fmla="*/ 196287 h 1010399"/>
                <a:gd name="connsiteX201" fmla="*/ 433854 w 1109339"/>
                <a:gd name="connsiteY201" fmla="*/ 198440 h 1010399"/>
                <a:gd name="connsiteX202" fmla="*/ 432407 w 1109339"/>
                <a:gd name="connsiteY202" fmla="*/ 200761 h 1010399"/>
                <a:gd name="connsiteX203" fmla="*/ 431263 w 1109339"/>
                <a:gd name="connsiteY203" fmla="*/ 201199 h 1010399"/>
                <a:gd name="connsiteX204" fmla="*/ 427796 w 1109339"/>
                <a:gd name="connsiteY204" fmla="*/ 200189 h 1010399"/>
                <a:gd name="connsiteX205" fmla="*/ 426416 w 1109339"/>
                <a:gd name="connsiteY205" fmla="*/ 198306 h 1010399"/>
                <a:gd name="connsiteX206" fmla="*/ 425777 w 1109339"/>
                <a:gd name="connsiteY206" fmla="*/ 195413 h 1010399"/>
                <a:gd name="connsiteX207" fmla="*/ 425777 w 1109339"/>
                <a:gd name="connsiteY207" fmla="*/ 190199 h 1010399"/>
                <a:gd name="connsiteX208" fmla="*/ 423118 w 1109339"/>
                <a:gd name="connsiteY208" fmla="*/ 186868 h 1010399"/>
                <a:gd name="connsiteX209" fmla="*/ 420594 w 1109339"/>
                <a:gd name="connsiteY209" fmla="*/ 181654 h 1010399"/>
                <a:gd name="connsiteX210" fmla="*/ 420594 w 1109339"/>
                <a:gd name="connsiteY210" fmla="*/ 178021 h 1010399"/>
                <a:gd name="connsiteX211" fmla="*/ 422613 w 1109339"/>
                <a:gd name="connsiteY211" fmla="*/ 173379 h 1010399"/>
                <a:gd name="connsiteX212" fmla="*/ 421738 w 1109339"/>
                <a:gd name="connsiteY212" fmla="*/ 170486 h 1010399"/>
                <a:gd name="connsiteX213" fmla="*/ 418406 w 1109339"/>
                <a:gd name="connsiteY213" fmla="*/ 167290 h 1010399"/>
                <a:gd name="connsiteX214" fmla="*/ 415647 w 1109339"/>
                <a:gd name="connsiteY214" fmla="*/ 163825 h 1010399"/>
                <a:gd name="connsiteX215" fmla="*/ 411743 w 1109339"/>
                <a:gd name="connsiteY215" fmla="*/ 160797 h 1010399"/>
                <a:gd name="connsiteX216" fmla="*/ 410161 w 1109339"/>
                <a:gd name="connsiteY216" fmla="*/ 159048 h 1010399"/>
                <a:gd name="connsiteX217" fmla="*/ 410161 w 1109339"/>
                <a:gd name="connsiteY217" fmla="*/ 155415 h 1010399"/>
                <a:gd name="connsiteX218" fmla="*/ 410161 w 1109339"/>
                <a:gd name="connsiteY218" fmla="*/ 153666 h 1010399"/>
                <a:gd name="connsiteX219" fmla="*/ 405517 w 1109339"/>
                <a:gd name="connsiteY219" fmla="*/ 149764 h 1010399"/>
                <a:gd name="connsiteX220" fmla="*/ 398113 w 1109339"/>
                <a:gd name="connsiteY220" fmla="*/ 144852 h 1010399"/>
                <a:gd name="connsiteX221" fmla="*/ 394915 w 1109339"/>
                <a:gd name="connsiteY221" fmla="*/ 141825 h 1010399"/>
                <a:gd name="connsiteX222" fmla="*/ 389396 w 1109339"/>
                <a:gd name="connsiteY222" fmla="*/ 136913 h 1010399"/>
                <a:gd name="connsiteX223" fmla="*/ 384920 w 1109339"/>
                <a:gd name="connsiteY223" fmla="*/ 132136 h 1010399"/>
                <a:gd name="connsiteX224" fmla="*/ 384348 w 1109339"/>
                <a:gd name="connsiteY224" fmla="*/ 126788 h 1010399"/>
                <a:gd name="connsiteX225" fmla="*/ 384348 w 1109339"/>
                <a:gd name="connsiteY225" fmla="*/ 122448 h 1010399"/>
                <a:gd name="connsiteX226" fmla="*/ 385660 w 1109339"/>
                <a:gd name="connsiteY226" fmla="*/ 120127 h 1010399"/>
                <a:gd name="connsiteX227" fmla="*/ 388286 w 1109339"/>
                <a:gd name="connsiteY227" fmla="*/ 116797 h 1010399"/>
                <a:gd name="connsiteX228" fmla="*/ 389430 w 1109339"/>
                <a:gd name="connsiteY228" fmla="*/ 115048 h 1010399"/>
                <a:gd name="connsiteX229" fmla="*/ 388992 w 1109339"/>
                <a:gd name="connsiteY229" fmla="*/ 112726 h 1010399"/>
                <a:gd name="connsiteX230" fmla="*/ 387680 w 1109339"/>
                <a:gd name="connsiteY230" fmla="*/ 109632 h 1010399"/>
                <a:gd name="connsiteX231" fmla="*/ 385391 w 1109339"/>
                <a:gd name="connsiteY231" fmla="*/ 107647 h 1010399"/>
                <a:gd name="connsiteX232" fmla="*/ 379603 w 1109339"/>
                <a:gd name="connsiteY232" fmla="*/ 107647 h 1010399"/>
                <a:gd name="connsiteX233" fmla="*/ 374386 w 1109339"/>
                <a:gd name="connsiteY233" fmla="*/ 107647 h 1010399"/>
                <a:gd name="connsiteX234" fmla="*/ 372636 w 1109339"/>
                <a:gd name="connsiteY234" fmla="*/ 107647 h 1010399"/>
                <a:gd name="connsiteX235" fmla="*/ 371761 w 1109339"/>
                <a:gd name="connsiteY235" fmla="*/ 106638 h 1010399"/>
                <a:gd name="connsiteX236" fmla="*/ 371761 w 1109339"/>
                <a:gd name="connsiteY236" fmla="*/ 103879 h 1010399"/>
                <a:gd name="connsiteX237" fmla="*/ 371761 w 1109339"/>
                <a:gd name="connsiteY237" fmla="*/ 101424 h 1010399"/>
                <a:gd name="connsiteX238" fmla="*/ 372771 w 1109339"/>
                <a:gd name="connsiteY238" fmla="*/ 99540 h 1010399"/>
                <a:gd name="connsiteX239" fmla="*/ 374790 w 1109339"/>
                <a:gd name="connsiteY239" fmla="*/ 97656 h 1010399"/>
                <a:gd name="connsiteX240" fmla="*/ 375968 w 1109339"/>
                <a:gd name="connsiteY240" fmla="*/ 94628 h 1010399"/>
                <a:gd name="connsiteX241" fmla="*/ 376237 w 1109339"/>
                <a:gd name="connsiteY241" fmla="*/ 92173 h 1010399"/>
                <a:gd name="connsiteX242" fmla="*/ 376809 w 1109339"/>
                <a:gd name="connsiteY242" fmla="*/ 88102 h 1010399"/>
                <a:gd name="connsiteX243" fmla="*/ 374925 w 1109339"/>
                <a:gd name="connsiteY243" fmla="*/ 84906 h 1010399"/>
                <a:gd name="connsiteX244" fmla="*/ 371627 w 1109339"/>
                <a:gd name="connsiteY244" fmla="*/ 83023 h 1010399"/>
                <a:gd name="connsiteX245" fmla="*/ 368564 w 1109339"/>
                <a:gd name="connsiteY245" fmla="*/ 82283 h 1010399"/>
                <a:gd name="connsiteX246" fmla="*/ 361901 w 1109339"/>
                <a:gd name="connsiteY246" fmla="*/ 77640 h 1010399"/>
                <a:gd name="connsiteX247" fmla="*/ 357256 w 1109339"/>
                <a:gd name="connsiteY247" fmla="*/ 73166 h 1010399"/>
                <a:gd name="connsiteX248" fmla="*/ 354934 w 1109339"/>
                <a:gd name="connsiteY248" fmla="*/ 70912 h 1010399"/>
                <a:gd name="connsiteX249" fmla="*/ 352477 w 1109339"/>
                <a:gd name="connsiteY249" fmla="*/ 69399 h 1010399"/>
                <a:gd name="connsiteX250" fmla="*/ 350020 w 1109339"/>
                <a:gd name="connsiteY250" fmla="*/ 69399 h 1010399"/>
                <a:gd name="connsiteX251" fmla="*/ 346689 w 1109339"/>
                <a:gd name="connsiteY251" fmla="*/ 68019 h 1010399"/>
                <a:gd name="connsiteX252" fmla="*/ 341338 w 1109339"/>
                <a:gd name="connsiteY252" fmla="*/ 67649 h 1010399"/>
                <a:gd name="connsiteX253" fmla="*/ 341338 w 1109339"/>
                <a:gd name="connsiteY253" fmla="*/ 67649 h 1010399"/>
                <a:gd name="connsiteX254" fmla="*/ 339890 w 1109339"/>
                <a:gd name="connsiteY254" fmla="*/ 64319 h 1010399"/>
                <a:gd name="connsiteX255" fmla="*/ 340765 w 1109339"/>
                <a:gd name="connsiteY255" fmla="*/ 62301 h 1010399"/>
                <a:gd name="connsiteX256" fmla="*/ 342515 w 1109339"/>
                <a:gd name="connsiteY256" fmla="*/ 60417 h 1010399"/>
                <a:gd name="connsiteX257" fmla="*/ 344400 w 1109339"/>
                <a:gd name="connsiteY257" fmla="*/ 58836 h 1010399"/>
                <a:gd name="connsiteX258" fmla="*/ 346857 w 1109339"/>
                <a:gd name="connsiteY258" fmla="*/ 57389 h 1010399"/>
                <a:gd name="connsiteX259" fmla="*/ 347429 w 1109339"/>
                <a:gd name="connsiteY259" fmla="*/ 54496 h 1010399"/>
                <a:gd name="connsiteX260" fmla="*/ 345410 w 1109339"/>
                <a:gd name="connsiteY260" fmla="*/ 52915 h 1010399"/>
                <a:gd name="connsiteX261" fmla="*/ 342953 w 1109339"/>
                <a:gd name="connsiteY261" fmla="*/ 52209 h 1010399"/>
                <a:gd name="connsiteX262" fmla="*/ 339924 w 1109339"/>
                <a:gd name="connsiteY262" fmla="*/ 50628 h 1010399"/>
                <a:gd name="connsiteX263" fmla="*/ 338914 w 1109339"/>
                <a:gd name="connsiteY263" fmla="*/ 48878 h 1010399"/>
                <a:gd name="connsiteX264" fmla="*/ 336323 w 1109339"/>
                <a:gd name="connsiteY264" fmla="*/ 46692 h 1010399"/>
                <a:gd name="connsiteX265" fmla="*/ 334304 w 1109339"/>
                <a:gd name="connsiteY265" fmla="*/ 45380 h 1010399"/>
                <a:gd name="connsiteX266" fmla="*/ 331409 w 1109339"/>
                <a:gd name="connsiteY266" fmla="*/ 44001 h 1010399"/>
                <a:gd name="connsiteX267" fmla="*/ 328078 w 1109339"/>
                <a:gd name="connsiteY267" fmla="*/ 43361 h 1010399"/>
                <a:gd name="connsiteX268" fmla="*/ 325756 w 1109339"/>
                <a:gd name="connsiteY268" fmla="*/ 43361 h 1010399"/>
                <a:gd name="connsiteX269" fmla="*/ 318217 w 1109339"/>
                <a:gd name="connsiteY269" fmla="*/ 42352 h 1010399"/>
                <a:gd name="connsiteX270" fmla="*/ 311856 w 1109339"/>
                <a:gd name="connsiteY270" fmla="*/ 41343 h 1010399"/>
                <a:gd name="connsiteX271" fmla="*/ 309534 w 1109339"/>
                <a:gd name="connsiteY271" fmla="*/ 37710 h 1010399"/>
                <a:gd name="connsiteX272" fmla="*/ 308524 w 1109339"/>
                <a:gd name="connsiteY272" fmla="*/ 31924 h 1010399"/>
                <a:gd name="connsiteX273" fmla="*/ 304620 w 1109339"/>
                <a:gd name="connsiteY273" fmla="*/ 27854 h 1010399"/>
                <a:gd name="connsiteX274" fmla="*/ 300144 w 1109339"/>
                <a:gd name="connsiteY274" fmla="*/ 25768 h 1010399"/>
                <a:gd name="connsiteX275" fmla="*/ 294625 w 1109339"/>
                <a:gd name="connsiteY275" fmla="*/ 24254 h 1010399"/>
                <a:gd name="connsiteX276" fmla="*/ 290990 w 1109339"/>
                <a:gd name="connsiteY276" fmla="*/ 24254 h 1010399"/>
                <a:gd name="connsiteX277" fmla="*/ 287793 w 1109339"/>
                <a:gd name="connsiteY277" fmla="*/ 23615 h 1010399"/>
                <a:gd name="connsiteX278" fmla="*/ 280254 w 1109339"/>
                <a:gd name="connsiteY278" fmla="*/ 20789 h 1010399"/>
                <a:gd name="connsiteX279" fmla="*/ 277057 w 1109339"/>
                <a:gd name="connsiteY279" fmla="*/ 20789 h 1010399"/>
                <a:gd name="connsiteX280" fmla="*/ 275038 w 1109339"/>
                <a:gd name="connsiteY280" fmla="*/ 19040 h 1010399"/>
                <a:gd name="connsiteX281" fmla="*/ 272144 w 1109339"/>
                <a:gd name="connsiteY281" fmla="*/ 18031 h 1010399"/>
                <a:gd name="connsiteX282" fmla="*/ 267937 w 1109339"/>
                <a:gd name="connsiteY282" fmla="*/ 16450 h 1010399"/>
                <a:gd name="connsiteX283" fmla="*/ 265177 w 1109339"/>
                <a:gd name="connsiteY283" fmla="*/ 18199 h 1010399"/>
                <a:gd name="connsiteX284" fmla="*/ 261105 w 1109339"/>
                <a:gd name="connsiteY284" fmla="*/ 19343 h 1010399"/>
                <a:gd name="connsiteX285" fmla="*/ 257201 w 1109339"/>
                <a:gd name="connsiteY285" fmla="*/ 22673 h 1010399"/>
                <a:gd name="connsiteX286" fmla="*/ 254610 w 1109339"/>
                <a:gd name="connsiteY286" fmla="*/ 24422 h 1010399"/>
                <a:gd name="connsiteX287" fmla="*/ 251715 w 1109339"/>
                <a:gd name="connsiteY287" fmla="*/ 25734 h 1010399"/>
                <a:gd name="connsiteX288" fmla="*/ 249258 w 1109339"/>
                <a:gd name="connsiteY288" fmla="*/ 26744 h 1010399"/>
                <a:gd name="connsiteX289" fmla="*/ 243907 w 1109339"/>
                <a:gd name="connsiteY289" fmla="*/ 27484 h 1010399"/>
                <a:gd name="connsiteX290" fmla="*/ 241720 w 1109339"/>
                <a:gd name="connsiteY290" fmla="*/ 26744 h 1010399"/>
                <a:gd name="connsiteX291" fmla="*/ 236806 w 1109339"/>
                <a:gd name="connsiteY291" fmla="*/ 24422 h 1010399"/>
                <a:gd name="connsiteX292" fmla="*/ 233475 w 1109339"/>
                <a:gd name="connsiteY292" fmla="*/ 23110 h 1010399"/>
                <a:gd name="connsiteX293" fmla="*/ 230883 w 1109339"/>
                <a:gd name="connsiteY293" fmla="*/ 22976 h 1010399"/>
                <a:gd name="connsiteX294" fmla="*/ 225364 w 1109339"/>
                <a:gd name="connsiteY294" fmla="*/ 22673 h 1010399"/>
                <a:gd name="connsiteX295" fmla="*/ 221897 w 1109339"/>
                <a:gd name="connsiteY295" fmla="*/ 24120 h 1010399"/>
                <a:gd name="connsiteX296" fmla="*/ 217690 w 1109339"/>
                <a:gd name="connsiteY296" fmla="*/ 23985 h 1010399"/>
                <a:gd name="connsiteX297" fmla="*/ 215066 w 1109339"/>
                <a:gd name="connsiteY297" fmla="*/ 19780 h 1010399"/>
                <a:gd name="connsiteX298" fmla="*/ 213315 w 1109339"/>
                <a:gd name="connsiteY298" fmla="*/ 14431 h 1010399"/>
                <a:gd name="connsiteX299" fmla="*/ 210556 w 1109339"/>
                <a:gd name="connsiteY299" fmla="*/ 12615 h 1010399"/>
                <a:gd name="connsiteX300" fmla="*/ 207224 w 1109339"/>
                <a:gd name="connsiteY300" fmla="*/ 10361 h 1010399"/>
                <a:gd name="connsiteX301" fmla="*/ 202310 w 1109339"/>
                <a:gd name="connsiteY301" fmla="*/ 10361 h 1010399"/>
                <a:gd name="connsiteX302" fmla="*/ 197834 w 1109339"/>
                <a:gd name="connsiteY302" fmla="*/ 9789 h 1010399"/>
                <a:gd name="connsiteX303" fmla="*/ 187267 w 1109339"/>
                <a:gd name="connsiteY303" fmla="*/ 8645 h 1010399"/>
                <a:gd name="connsiteX304" fmla="*/ 184944 w 1109339"/>
                <a:gd name="connsiteY304" fmla="*/ 8645 h 1010399"/>
                <a:gd name="connsiteX305" fmla="*/ 177272 w 1109339"/>
                <a:gd name="connsiteY305" fmla="*/ 7064 h 1010399"/>
                <a:gd name="connsiteX306" fmla="*/ 174814 w 1109339"/>
                <a:gd name="connsiteY306" fmla="*/ 4037 h 1010399"/>
                <a:gd name="connsiteX307" fmla="*/ 172930 w 1109339"/>
                <a:gd name="connsiteY307" fmla="*/ 1716 h 1010399"/>
                <a:gd name="connsiteX308" fmla="*/ 170036 w 1109339"/>
                <a:gd name="connsiteY308" fmla="*/ 572 h 1010399"/>
                <a:gd name="connsiteX309" fmla="*/ 164684 w 1109339"/>
                <a:gd name="connsiteY309" fmla="*/ 0 h 1010399"/>
                <a:gd name="connsiteX310" fmla="*/ 158896 w 1109339"/>
                <a:gd name="connsiteY310" fmla="*/ 0 h 1010399"/>
                <a:gd name="connsiteX311" fmla="*/ 145434 w 1109339"/>
                <a:gd name="connsiteY311" fmla="*/ 0 h 1010399"/>
                <a:gd name="connsiteX312" fmla="*/ 141530 w 1109339"/>
                <a:gd name="connsiteY312" fmla="*/ 0 h 1010399"/>
                <a:gd name="connsiteX313" fmla="*/ 136314 w 1109339"/>
                <a:gd name="connsiteY313" fmla="*/ 0 h 1010399"/>
                <a:gd name="connsiteX314" fmla="*/ 129347 w 1109339"/>
                <a:gd name="connsiteY314" fmla="*/ 0 h 1010399"/>
                <a:gd name="connsiteX315" fmla="*/ 118174 w 1109339"/>
                <a:gd name="connsiteY315" fmla="*/ 1009 h 1010399"/>
                <a:gd name="connsiteX316" fmla="*/ 115280 w 1109339"/>
                <a:gd name="connsiteY316" fmla="*/ 3633 h 1010399"/>
                <a:gd name="connsiteX317" fmla="*/ 110501 w 1109339"/>
                <a:gd name="connsiteY317" fmla="*/ 7535 h 1010399"/>
                <a:gd name="connsiteX318" fmla="*/ 103265 w 1109339"/>
                <a:gd name="connsiteY318" fmla="*/ 10294 h 1010399"/>
                <a:gd name="connsiteX319" fmla="*/ 98620 w 1109339"/>
                <a:gd name="connsiteY319" fmla="*/ 12884 h 1010399"/>
                <a:gd name="connsiteX320" fmla="*/ 89770 w 1109339"/>
                <a:gd name="connsiteY320" fmla="*/ 12009 h 1010399"/>
                <a:gd name="connsiteX321" fmla="*/ 82534 w 1109339"/>
                <a:gd name="connsiteY321" fmla="*/ 9823 h 1010399"/>
                <a:gd name="connsiteX322" fmla="*/ 76880 w 1109339"/>
                <a:gd name="connsiteY322" fmla="*/ 9957 h 1010399"/>
                <a:gd name="connsiteX323" fmla="*/ 71798 w 1109339"/>
                <a:gd name="connsiteY323" fmla="*/ 10832 h 1010399"/>
                <a:gd name="connsiteX324" fmla="*/ 70485 w 1109339"/>
                <a:gd name="connsiteY324" fmla="*/ 12850 h 1010399"/>
                <a:gd name="connsiteX325" fmla="*/ 69476 w 1109339"/>
                <a:gd name="connsiteY325" fmla="*/ 13994 h 1010399"/>
                <a:gd name="connsiteX326" fmla="*/ 66447 w 1109339"/>
                <a:gd name="connsiteY326" fmla="*/ 15003 h 1010399"/>
                <a:gd name="connsiteX327" fmla="*/ 62408 w 1109339"/>
                <a:gd name="connsiteY327" fmla="*/ 16753 h 1010399"/>
                <a:gd name="connsiteX328" fmla="*/ 55004 w 1109339"/>
                <a:gd name="connsiteY328" fmla="*/ 16887 h 1010399"/>
                <a:gd name="connsiteX329" fmla="*/ 51235 w 1109339"/>
                <a:gd name="connsiteY329" fmla="*/ 17459 h 1010399"/>
                <a:gd name="connsiteX330" fmla="*/ 50225 w 1109339"/>
                <a:gd name="connsiteY330" fmla="*/ 18905 h 1010399"/>
                <a:gd name="connsiteX331" fmla="*/ 46456 w 1109339"/>
                <a:gd name="connsiteY331" fmla="*/ 20789 h 1010399"/>
                <a:gd name="connsiteX332" fmla="*/ 44706 w 1109339"/>
                <a:gd name="connsiteY332" fmla="*/ 22539 h 1010399"/>
                <a:gd name="connsiteX333" fmla="*/ 41677 w 1109339"/>
                <a:gd name="connsiteY333" fmla="*/ 23548 h 1010399"/>
                <a:gd name="connsiteX334" fmla="*/ 36764 w 1109339"/>
                <a:gd name="connsiteY334" fmla="*/ 23413 h 1010399"/>
                <a:gd name="connsiteX335" fmla="*/ 34441 w 1109339"/>
                <a:gd name="connsiteY335" fmla="*/ 21967 h 1010399"/>
                <a:gd name="connsiteX336" fmla="*/ 29797 w 1109339"/>
                <a:gd name="connsiteY336" fmla="*/ 19948 h 1010399"/>
                <a:gd name="connsiteX337" fmla="*/ 27643 w 1109339"/>
                <a:gd name="connsiteY337" fmla="*/ 20957 h 1010399"/>
                <a:gd name="connsiteX338" fmla="*/ 22258 w 1109339"/>
                <a:gd name="connsiteY338" fmla="*/ 26744 h 1010399"/>
                <a:gd name="connsiteX339" fmla="*/ 20677 w 1109339"/>
                <a:gd name="connsiteY339" fmla="*/ 28055 h 1010399"/>
                <a:gd name="connsiteX340" fmla="*/ 17782 w 1109339"/>
                <a:gd name="connsiteY340" fmla="*/ 30511 h 1010399"/>
                <a:gd name="connsiteX341" fmla="*/ 14585 w 1109339"/>
                <a:gd name="connsiteY341" fmla="*/ 32832 h 1010399"/>
                <a:gd name="connsiteX342" fmla="*/ 13710 w 1109339"/>
                <a:gd name="connsiteY342" fmla="*/ 34716 h 1010399"/>
                <a:gd name="connsiteX343" fmla="*/ 13710 w 1109339"/>
                <a:gd name="connsiteY343" fmla="*/ 39056 h 1010399"/>
                <a:gd name="connsiteX344" fmla="*/ 17412 w 1109339"/>
                <a:gd name="connsiteY344" fmla="*/ 43092 h 1010399"/>
                <a:gd name="connsiteX345" fmla="*/ 23167 w 1109339"/>
                <a:gd name="connsiteY345" fmla="*/ 47768 h 1010399"/>
                <a:gd name="connsiteX346" fmla="*/ 26869 w 1109339"/>
                <a:gd name="connsiteY346" fmla="*/ 52781 h 1010399"/>
                <a:gd name="connsiteX347" fmla="*/ 31446 w 1109339"/>
                <a:gd name="connsiteY347" fmla="*/ 56582 h 1010399"/>
                <a:gd name="connsiteX348" fmla="*/ 35249 w 1109339"/>
                <a:gd name="connsiteY348" fmla="*/ 60383 h 1010399"/>
                <a:gd name="connsiteX349" fmla="*/ 36124 w 1109339"/>
                <a:gd name="connsiteY349" fmla="*/ 62334 h 1010399"/>
                <a:gd name="connsiteX350" fmla="*/ 37975 w 1109339"/>
                <a:gd name="connsiteY350" fmla="*/ 64824 h 1010399"/>
                <a:gd name="connsiteX351" fmla="*/ 37672 w 1109339"/>
                <a:gd name="connsiteY351" fmla="*/ 67010 h 1010399"/>
                <a:gd name="connsiteX352" fmla="*/ 34408 w 1109339"/>
                <a:gd name="connsiteY352" fmla="*/ 69399 h 1010399"/>
                <a:gd name="connsiteX353" fmla="*/ 30403 w 1109339"/>
                <a:gd name="connsiteY353" fmla="*/ 71148 h 1010399"/>
                <a:gd name="connsiteX354" fmla="*/ 28653 w 1109339"/>
                <a:gd name="connsiteY354" fmla="*/ 72022 h 1010399"/>
                <a:gd name="connsiteX355" fmla="*/ 26802 w 1109339"/>
                <a:gd name="connsiteY355" fmla="*/ 73637 h 1010399"/>
                <a:gd name="connsiteX356" fmla="*/ 27576 w 1109339"/>
                <a:gd name="connsiteY356" fmla="*/ 78515 h 1010399"/>
                <a:gd name="connsiteX357" fmla="*/ 28451 w 1109339"/>
                <a:gd name="connsiteY357" fmla="*/ 79591 h 1010399"/>
                <a:gd name="connsiteX358" fmla="*/ 28114 w 1109339"/>
                <a:gd name="connsiteY358" fmla="*/ 82854 h 1010399"/>
                <a:gd name="connsiteX359" fmla="*/ 26903 w 1109339"/>
                <a:gd name="connsiteY359" fmla="*/ 85882 h 1010399"/>
                <a:gd name="connsiteX360" fmla="*/ 25691 w 1109339"/>
                <a:gd name="connsiteY360" fmla="*/ 88169 h 1010399"/>
                <a:gd name="connsiteX361" fmla="*/ 24278 w 1109339"/>
                <a:gd name="connsiteY361" fmla="*/ 90793 h 1010399"/>
                <a:gd name="connsiteX362" fmla="*/ 21013 w 1109339"/>
                <a:gd name="connsiteY362" fmla="*/ 93384 h 1010399"/>
                <a:gd name="connsiteX363" fmla="*/ 19936 w 1109339"/>
                <a:gd name="connsiteY363" fmla="*/ 96008 h 1010399"/>
                <a:gd name="connsiteX364" fmla="*/ 18422 w 1109339"/>
                <a:gd name="connsiteY364" fmla="*/ 98060 h 1010399"/>
                <a:gd name="connsiteX365" fmla="*/ 14383 w 1109339"/>
                <a:gd name="connsiteY365" fmla="*/ 101087 h 1010399"/>
                <a:gd name="connsiteX366" fmla="*/ 9941 w 1109339"/>
                <a:gd name="connsiteY366" fmla="*/ 102735 h 1010399"/>
                <a:gd name="connsiteX367" fmla="*/ 8426 w 1109339"/>
                <a:gd name="connsiteY367" fmla="*/ 105326 h 1010399"/>
                <a:gd name="connsiteX368" fmla="*/ 10614 w 1109339"/>
                <a:gd name="connsiteY368" fmla="*/ 106402 h 1010399"/>
                <a:gd name="connsiteX369" fmla="*/ 11253 w 1109339"/>
                <a:gd name="connsiteY369" fmla="*/ 108151 h 1010399"/>
                <a:gd name="connsiteX370" fmla="*/ 10614 w 1109339"/>
                <a:gd name="connsiteY370" fmla="*/ 109228 h 1010399"/>
                <a:gd name="connsiteX371" fmla="*/ 7013 w 1109339"/>
                <a:gd name="connsiteY371" fmla="*/ 113466 h 1010399"/>
                <a:gd name="connsiteX372" fmla="*/ 4623 w 1109339"/>
                <a:gd name="connsiteY372" fmla="*/ 114980 h 1010399"/>
                <a:gd name="connsiteX373" fmla="*/ 1258 w 1109339"/>
                <a:gd name="connsiteY373" fmla="*/ 116494 h 1010399"/>
                <a:gd name="connsiteX374" fmla="*/ 1258 w 1109339"/>
                <a:gd name="connsiteY374" fmla="*/ 117907 h 1010399"/>
                <a:gd name="connsiteX375" fmla="*/ 80 w 1109339"/>
                <a:gd name="connsiteY375" fmla="*/ 123659 h 1010399"/>
                <a:gd name="connsiteX376" fmla="*/ 1258 w 1109339"/>
                <a:gd name="connsiteY376" fmla="*/ 124433 h 1010399"/>
                <a:gd name="connsiteX377" fmla="*/ 6710 w 1109339"/>
                <a:gd name="connsiteY377" fmla="*/ 122381 h 1010399"/>
                <a:gd name="connsiteX378" fmla="*/ 8999 w 1109339"/>
                <a:gd name="connsiteY378" fmla="*/ 121944 h 1010399"/>
                <a:gd name="connsiteX379" fmla="*/ 12162 w 1109339"/>
                <a:gd name="connsiteY379" fmla="*/ 121742 h 1010399"/>
                <a:gd name="connsiteX380" fmla="*/ 15090 w 1109339"/>
                <a:gd name="connsiteY380" fmla="*/ 124568 h 1010399"/>
                <a:gd name="connsiteX381" fmla="*/ 16604 w 1109339"/>
                <a:gd name="connsiteY381" fmla="*/ 126956 h 1010399"/>
                <a:gd name="connsiteX382" fmla="*/ 18455 w 1109339"/>
                <a:gd name="connsiteY382" fmla="*/ 127730 h 1010399"/>
                <a:gd name="connsiteX383" fmla="*/ 22797 w 1109339"/>
                <a:gd name="connsiteY383" fmla="*/ 130993 h 1010399"/>
                <a:gd name="connsiteX384" fmla="*/ 28552 w 1109339"/>
                <a:gd name="connsiteY384" fmla="*/ 130454 h 1010399"/>
                <a:gd name="connsiteX385" fmla="*/ 30302 w 1109339"/>
                <a:gd name="connsiteY385" fmla="*/ 129143 h 1010399"/>
                <a:gd name="connsiteX386" fmla="*/ 33667 w 1109339"/>
                <a:gd name="connsiteY386" fmla="*/ 128268 h 1010399"/>
                <a:gd name="connsiteX387" fmla="*/ 38009 w 1109339"/>
                <a:gd name="connsiteY387" fmla="*/ 128032 h 1010399"/>
                <a:gd name="connsiteX388" fmla="*/ 40937 w 1109339"/>
                <a:gd name="connsiteY388" fmla="*/ 129681 h 1010399"/>
                <a:gd name="connsiteX389" fmla="*/ 41374 w 1109339"/>
                <a:gd name="connsiteY389" fmla="*/ 133045 h 1010399"/>
                <a:gd name="connsiteX390" fmla="*/ 41475 w 1109339"/>
                <a:gd name="connsiteY390" fmla="*/ 135770 h 1010399"/>
                <a:gd name="connsiteX391" fmla="*/ 42249 w 1109339"/>
                <a:gd name="connsiteY391" fmla="*/ 137822 h 1010399"/>
                <a:gd name="connsiteX392" fmla="*/ 44302 w 1109339"/>
                <a:gd name="connsiteY392" fmla="*/ 140647 h 1010399"/>
                <a:gd name="connsiteX393" fmla="*/ 46153 w 1109339"/>
                <a:gd name="connsiteY393" fmla="*/ 141858 h 1010399"/>
                <a:gd name="connsiteX394" fmla="*/ 48004 w 1109339"/>
                <a:gd name="connsiteY394" fmla="*/ 143709 h 1010399"/>
                <a:gd name="connsiteX395" fmla="*/ 50629 w 1109339"/>
                <a:gd name="connsiteY395" fmla="*/ 144785 h 1010399"/>
                <a:gd name="connsiteX396" fmla="*/ 53120 w 1109339"/>
                <a:gd name="connsiteY396" fmla="*/ 144449 h 1010399"/>
                <a:gd name="connsiteX397" fmla="*/ 56283 w 1109339"/>
                <a:gd name="connsiteY397" fmla="*/ 144112 h 1010399"/>
                <a:gd name="connsiteX398" fmla="*/ 57697 w 1109339"/>
                <a:gd name="connsiteY398" fmla="*/ 143473 h 1010399"/>
                <a:gd name="connsiteX399" fmla="*/ 60423 w 1109339"/>
                <a:gd name="connsiteY399" fmla="*/ 141522 h 1010399"/>
                <a:gd name="connsiteX400" fmla="*/ 61298 w 1109339"/>
                <a:gd name="connsiteY400" fmla="*/ 139907 h 1010399"/>
                <a:gd name="connsiteX401" fmla="*/ 58908 w 1109339"/>
                <a:gd name="connsiteY401" fmla="*/ 135568 h 1010399"/>
                <a:gd name="connsiteX402" fmla="*/ 60995 w 1109339"/>
                <a:gd name="connsiteY402" fmla="*/ 134592 h 1010399"/>
                <a:gd name="connsiteX403" fmla="*/ 63048 w 1109339"/>
                <a:gd name="connsiteY403" fmla="*/ 134155 h 1010399"/>
                <a:gd name="connsiteX404" fmla="*/ 64461 w 1109339"/>
                <a:gd name="connsiteY404" fmla="*/ 132977 h 1010399"/>
                <a:gd name="connsiteX405" fmla="*/ 65538 w 1109339"/>
                <a:gd name="connsiteY405" fmla="*/ 130253 h 1010399"/>
                <a:gd name="connsiteX406" fmla="*/ 66514 w 1109339"/>
                <a:gd name="connsiteY406" fmla="*/ 126653 h 1010399"/>
                <a:gd name="connsiteX407" fmla="*/ 67153 w 1109339"/>
                <a:gd name="connsiteY407" fmla="*/ 125139 h 1010399"/>
                <a:gd name="connsiteX408" fmla="*/ 68567 w 1109339"/>
                <a:gd name="connsiteY408" fmla="*/ 122415 h 1010399"/>
                <a:gd name="connsiteX409" fmla="*/ 69543 w 1109339"/>
                <a:gd name="connsiteY409" fmla="*/ 119589 h 1010399"/>
                <a:gd name="connsiteX410" fmla="*/ 70855 w 1109339"/>
                <a:gd name="connsiteY410" fmla="*/ 116326 h 1010399"/>
                <a:gd name="connsiteX411" fmla="*/ 72909 w 1109339"/>
                <a:gd name="connsiteY411" fmla="*/ 115989 h 1010399"/>
                <a:gd name="connsiteX412" fmla="*/ 73985 w 1109339"/>
                <a:gd name="connsiteY412" fmla="*/ 116528 h 1010399"/>
                <a:gd name="connsiteX413" fmla="*/ 76375 w 1109339"/>
                <a:gd name="connsiteY413" fmla="*/ 118714 h 1010399"/>
                <a:gd name="connsiteX414" fmla="*/ 79101 w 1109339"/>
                <a:gd name="connsiteY414" fmla="*/ 120665 h 1010399"/>
                <a:gd name="connsiteX415" fmla="*/ 81827 w 1109339"/>
                <a:gd name="connsiteY415" fmla="*/ 121439 h 1010399"/>
                <a:gd name="connsiteX416" fmla="*/ 83476 w 1109339"/>
                <a:gd name="connsiteY416" fmla="*/ 122650 h 1010399"/>
                <a:gd name="connsiteX417" fmla="*/ 84553 w 1109339"/>
                <a:gd name="connsiteY417" fmla="*/ 124938 h 1010399"/>
                <a:gd name="connsiteX418" fmla="*/ 85630 w 1109339"/>
                <a:gd name="connsiteY418" fmla="*/ 127124 h 1010399"/>
                <a:gd name="connsiteX419" fmla="*/ 87683 w 1109339"/>
                <a:gd name="connsiteY419" fmla="*/ 129614 h 1010399"/>
                <a:gd name="connsiteX420" fmla="*/ 88659 w 1109339"/>
                <a:gd name="connsiteY420" fmla="*/ 130825 h 1010399"/>
                <a:gd name="connsiteX421" fmla="*/ 89870 w 1109339"/>
                <a:gd name="connsiteY421" fmla="*/ 133112 h 1010399"/>
                <a:gd name="connsiteX422" fmla="*/ 90846 w 1109339"/>
                <a:gd name="connsiteY422" fmla="*/ 134424 h 1010399"/>
                <a:gd name="connsiteX423" fmla="*/ 91587 w 1109339"/>
                <a:gd name="connsiteY423" fmla="*/ 136476 h 1010399"/>
                <a:gd name="connsiteX424" fmla="*/ 91688 w 1109339"/>
                <a:gd name="connsiteY424" fmla="*/ 138326 h 1010399"/>
                <a:gd name="connsiteX425" fmla="*/ 93640 w 1109339"/>
                <a:gd name="connsiteY425" fmla="*/ 140277 h 1010399"/>
                <a:gd name="connsiteX426" fmla="*/ 96029 w 1109339"/>
                <a:gd name="connsiteY426" fmla="*/ 140176 h 1010399"/>
                <a:gd name="connsiteX427" fmla="*/ 98957 w 1109339"/>
                <a:gd name="connsiteY427" fmla="*/ 140715 h 1010399"/>
                <a:gd name="connsiteX428" fmla="*/ 103198 w 1109339"/>
                <a:gd name="connsiteY428" fmla="*/ 138663 h 1010399"/>
                <a:gd name="connsiteX429" fmla="*/ 104947 w 1109339"/>
                <a:gd name="connsiteY429" fmla="*/ 136375 h 1010399"/>
                <a:gd name="connsiteX430" fmla="*/ 107236 w 1109339"/>
                <a:gd name="connsiteY430" fmla="*/ 136711 h 1010399"/>
                <a:gd name="connsiteX431" fmla="*/ 111578 w 1109339"/>
                <a:gd name="connsiteY431" fmla="*/ 136913 h 1010399"/>
                <a:gd name="connsiteX432" fmla="*/ 116996 w 1109339"/>
                <a:gd name="connsiteY432" fmla="*/ 138427 h 1010399"/>
                <a:gd name="connsiteX433" fmla="*/ 119486 w 1109339"/>
                <a:gd name="connsiteY433" fmla="*/ 139941 h 1010399"/>
                <a:gd name="connsiteX434" fmla="*/ 120260 w 1109339"/>
                <a:gd name="connsiteY434" fmla="*/ 141152 h 1010399"/>
                <a:gd name="connsiteX435" fmla="*/ 119924 w 1109339"/>
                <a:gd name="connsiteY435" fmla="*/ 142228 h 1010399"/>
                <a:gd name="connsiteX436" fmla="*/ 116660 w 1109339"/>
                <a:gd name="connsiteY436" fmla="*/ 143843 h 1010399"/>
                <a:gd name="connsiteX437" fmla="*/ 114909 w 1109339"/>
                <a:gd name="connsiteY437" fmla="*/ 145693 h 1010399"/>
                <a:gd name="connsiteX438" fmla="*/ 111443 w 1109339"/>
                <a:gd name="connsiteY438" fmla="*/ 147543 h 1010399"/>
                <a:gd name="connsiteX439" fmla="*/ 110366 w 1109339"/>
                <a:gd name="connsiteY439" fmla="*/ 150806 h 1010399"/>
                <a:gd name="connsiteX440" fmla="*/ 110568 w 1109339"/>
                <a:gd name="connsiteY440" fmla="*/ 154507 h 1010399"/>
                <a:gd name="connsiteX441" fmla="*/ 111645 w 1109339"/>
                <a:gd name="connsiteY441" fmla="*/ 155045 h 1010399"/>
                <a:gd name="connsiteX442" fmla="*/ 114573 w 1109339"/>
                <a:gd name="connsiteY442" fmla="*/ 159284 h 1010399"/>
                <a:gd name="connsiteX443" fmla="*/ 115986 w 1109339"/>
                <a:gd name="connsiteY443" fmla="*/ 161773 h 1010399"/>
                <a:gd name="connsiteX444" fmla="*/ 116962 w 1109339"/>
                <a:gd name="connsiteY444" fmla="*/ 165036 h 1010399"/>
                <a:gd name="connsiteX445" fmla="*/ 117501 w 1109339"/>
                <a:gd name="connsiteY445" fmla="*/ 168299 h 1010399"/>
                <a:gd name="connsiteX446" fmla="*/ 117837 w 1109339"/>
                <a:gd name="connsiteY446" fmla="*/ 171764 h 1010399"/>
                <a:gd name="connsiteX447" fmla="*/ 119688 w 1109339"/>
                <a:gd name="connsiteY447" fmla="*/ 174590 h 1010399"/>
                <a:gd name="connsiteX448" fmla="*/ 122515 w 1109339"/>
                <a:gd name="connsiteY448" fmla="*/ 177954 h 1010399"/>
                <a:gd name="connsiteX449" fmla="*/ 123929 w 1109339"/>
                <a:gd name="connsiteY449" fmla="*/ 180981 h 1010399"/>
                <a:gd name="connsiteX450" fmla="*/ 123592 w 1109339"/>
                <a:gd name="connsiteY450" fmla="*/ 183269 h 1010399"/>
                <a:gd name="connsiteX451" fmla="*/ 123929 w 1109339"/>
                <a:gd name="connsiteY451" fmla="*/ 187709 h 1010399"/>
                <a:gd name="connsiteX452" fmla="*/ 126318 w 1109339"/>
                <a:gd name="connsiteY452" fmla="*/ 190871 h 1010399"/>
                <a:gd name="connsiteX453" fmla="*/ 129818 w 1109339"/>
                <a:gd name="connsiteY453" fmla="*/ 193798 h 1010399"/>
                <a:gd name="connsiteX454" fmla="*/ 132309 w 1109339"/>
                <a:gd name="connsiteY454" fmla="*/ 195749 h 1010399"/>
                <a:gd name="connsiteX455" fmla="*/ 132208 w 1109339"/>
                <a:gd name="connsiteY455" fmla="*/ 198339 h 1010399"/>
                <a:gd name="connsiteX456" fmla="*/ 136549 w 1109339"/>
                <a:gd name="connsiteY456" fmla="*/ 203789 h 1010399"/>
                <a:gd name="connsiteX457" fmla="*/ 139578 w 1109339"/>
                <a:gd name="connsiteY457" fmla="*/ 206278 h 1010399"/>
                <a:gd name="connsiteX458" fmla="*/ 140083 w 1109339"/>
                <a:gd name="connsiteY458" fmla="*/ 216168 h 1010399"/>
                <a:gd name="connsiteX459" fmla="*/ 138939 w 1109339"/>
                <a:gd name="connsiteY459" fmla="*/ 221181 h 1010399"/>
                <a:gd name="connsiteX460" fmla="*/ 138939 w 1109339"/>
                <a:gd name="connsiteY460" fmla="*/ 226832 h 1010399"/>
                <a:gd name="connsiteX461" fmla="*/ 139376 w 1109339"/>
                <a:gd name="connsiteY461" fmla="*/ 228447 h 1010399"/>
                <a:gd name="connsiteX462" fmla="*/ 145232 w 1109339"/>
                <a:gd name="connsiteY462" fmla="*/ 229658 h 1010399"/>
                <a:gd name="connsiteX463" fmla="*/ 146444 w 1109339"/>
                <a:gd name="connsiteY463" fmla="*/ 229658 h 1010399"/>
                <a:gd name="connsiteX464" fmla="*/ 149170 w 1109339"/>
                <a:gd name="connsiteY464" fmla="*/ 233022 h 1010399"/>
                <a:gd name="connsiteX465" fmla="*/ 149170 w 1109339"/>
                <a:gd name="connsiteY465" fmla="*/ 234872 h 1010399"/>
                <a:gd name="connsiteX466" fmla="*/ 154723 w 1109339"/>
                <a:gd name="connsiteY466" fmla="*/ 234435 h 1010399"/>
                <a:gd name="connsiteX467" fmla="*/ 154723 w 1109339"/>
                <a:gd name="connsiteY467" fmla="*/ 239312 h 1010399"/>
                <a:gd name="connsiteX468" fmla="*/ 160814 w 1109339"/>
                <a:gd name="connsiteY468" fmla="*/ 236588 h 1010399"/>
                <a:gd name="connsiteX469" fmla="*/ 164617 w 1109339"/>
                <a:gd name="connsiteY469" fmla="*/ 236218 h 1010399"/>
                <a:gd name="connsiteX470" fmla="*/ 168959 w 1109339"/>
                <a:gd name="connsiteY470" fmla="*/ 240120 h 1010399"/>
                <a:gd name="connsiteX471" fmla="*/ 171146 w 1109339"/>
                <a:gd name="connsiteY471" fmla="*/ 243585 h 1010399"/>
                <a:gd name="connsiteX472" fmla="*/ 177675 w 1109339"/>
                <a:gd name="connsiteY472" fmla="*/ 237933 h 1010399"/>
                <a:gd name="connsiteX473" fmla="*/ 178988 w 1109339"/>
                <a:gd name="connsiteY473" fmla="*/ 235175 h 1010399"/>
                <a:gd name="connsiteX474" fmla="*/ 184473 w 1109339"/>
                <a:gd name="connsiteY474" fmla="*/ 231710 h 1010399"/>
                <a:gd name="connsiteX475" fmla="*/ 187671 w 1109339"/>
                <a:gd name="connsiteY475" fmla="*/ 227942 h 1010399"/>
                <a:gd name="connsiteX476" fmla="*/ 188983 w 1109339"/>
                <a:gd name="connsiteY476" fmla="*/ 224612 h 1010399"/>
                <a:gd name="connsiteX477" fmla="*/ 193493 w 1109339"/>
                <a:gd name="connsiteY477" fmla="*/ 222728 h 1010399"/>
                <a:gd name="connsiteX478" fmla="*/ 192753 w 1109339"/>
                <a:gd name="connsiteY478" fmla="*/ 219532 h 1010399"/>
                <a:gd name="connsiteX479" fmla="*/ 192315 w 1109339"/>
                <a:gd name="connsiteY479" fmla="*/ 215058 h 1010399"/>
                <a:gd name="connsiteX480" fmla="*/ 194637 w 1109339"/>
                <a:gd name="connsiteY480" fmla="*/ 214318 h 1010399"/>
                <a:gd name="connsiteX481" fmla="*/ 197969 w 1109339"/>
                <a:gd name="connsiteY481" fmla="*/ 218220 h 1010399"/>
                <a:gd name="connsiteX482" fmla="*/ 202176 w 1109339"/>
                <a:gd name="connsiteY482" fmla="*/ 221551 h 1010399"/>
                <a:gd name="connsiteX483" fmla="*/ 206382 w 1109339"/>
                <a:gd name="connsiteY483" fmla="*/ 224006 h 1010399"/>
                <a:gd name="connsiteX484" fmla="*/ 209849 w 1109339"/>
                <a:gd name="connsiteY484" fmla="*/ 224578 h 1010399"/>
                <a:gd name="connsiteX485" fmla="*/ 216512 w 1109339"/>
                <a:gd name="connsiteY485" fmla="*/ 225318 h 1010399"/>
                <a:gd name="connsiteX486" fmla="*/ 218969 w 1109339"/>
                <a:gd name="connsiteY486" fmla="*/ 226193 h 1010399"/>
                <a:gd name="connsiteX487" fmla="*/ 223042 w 1109339"/>
                <a:gd name="connsiteY487" fmla="*/ 226193 h 1010399"/>
                <a:gd name="connsiteX488" fmla="*/ 224186 w 1109339"/>
                <a:gd name="connsiteY488" fmla="*/ 229086 h 1010399"/>
                <a:gd name="connsiteX489" fmla="*/ 228393 w 1109339"/>
                <a:gd name="connsiteY489" fmla="*/ 228951 h 1010399"/>
                <a:gd name="connsiteX490" fmla="*/ 230278 w 1109339"/>
                <a:gd name="connsiteY490" fmla="*/ 226361 h 1010399"/>
                <a:gd name="connsiteX491" fmla="*/ 230849 w 1109339"/>
                <a:gd name="connsiteY491" fmla="*/ 223165 h 1010399"/>
                <a:gd name="connsiteX492" fmla="*/ 231724 w 1109339"/>
                <a:gd name="connsiteY492" fmla="*/ 221147 h 1010399"/>
                <a:gd name="connsiteX493" fmla="*/ 235359 w 1109339"/>
                <a:gd name="connsiteY493" fmla="*/ 220003 h 1010399"/>
                <a:gd name="connsiteX494" fmla="*/ 242157 w 1109339"/>
                <a:gd name="connsiteY494" fmla="*/ 220743 h 1010399"/>
                <a:gd name="connsiteX495" fmla="*/ 241888 w 1109339"/>
                <a:gd name="connsiteY495" fmla="*/ 222627 h 1010399"/>
                <a:gd name="connsiteX496" fmla="*/ 241585 w 1109339"/>
                <a:gd name="connsiteY496" fmla="*/ 224645 h 1010399"/>
                <a:gd name="connsiteX497" fmla="*/ 245657 w 1109339"/>
                <a:gd name="connsiteY497" fmla="*/ 225217 h 1010399"/>
                <a:gd name="connsiteX498" fmla="*/ 247542 w 1109339"/>
                <a:gd name="connsiteY498" fmla="*/ 224780 h 1010399"/>
                <a:gd name="connsiteX499" fmla="*/ 250437 w 1109339"/>
                <a:gd name="connsiteY499" fmla="*/ 222190 h 1010399"/>
                <a:gd name="connsiteX500" fmla="*/ 252456 w 1109339"/>
                <a:gd name="connsiteY500" fmla="*/ 224208 h 1010399"/>
                <a:gd name="connsiteX501" fmla="*/ 255485 w 1109339"/>
                <a:gd name="connsiteY501" fmla="*/ 217985 h 1010399"/>
                <a:gd name="connsiteX502" fmla="*/ 255485 w 1109339"/>
                <a:gd name="connsiteY502" fmla="*/ 216370 h 1010399"/>
                <a:gd name="connsiteX503" fmla="*/ 256629 w 1109339"/>
                <a:gd name="connsiteY503" fmla="*/ 211459 h 1010399"/>
                <a:gd name="connsiteX504" fmla="*/ 259658 w 1109339"/>
                <a:gd name="connsiteY504" fmla="*/ 211156 h 1010399"/>
                <a:gd name="connsiteX505" fmla="*/ 263865 w 1109339"/>
                <a:gd name="connsiteY505" fmla="*/ 212602 h 1010399"/>
                <a:gd name="connsiteX506" fmla="*/ 266624 w 1109339"/>
                <a:gd name="connsiteY506" fmla="*/ 214621 h 1010399"/>
                <a:gd name="connsiteX507" fmla="*/ 269384 w 1109339"/>
                <a:gd name="connsiteY507" fmla="*/ 216942 h 1010399"/>
                <a:gd name="connsiteX508" fmla="*/ 272413 w 1109339"/>
                <a:gd name="connsiteY508" fmla="*/ 218254 h 1010399"/>
                <a:gd name="connsiteX509" fmla="*/ 274163 w 1109339"/>
                <a:gd name="connsiteY509" fmla="*/ 215495 h 1010399"/>
                <a:gd name="connsiteX510" fmla="*/ 274196 w 1109339"/>
                <a:gd name="connsiteY510" fmla="*/ 213578 h 1010399"/>
                <a:gd name="connsiteX511" fmla="*/ 274432 w 1109339"/>
                <a:gd name="connsiteY511" fmla="*/ 211156 h 1010399"/>
                <a:gd name="connsiteX512" fmla="*/ 276889 w 1109339"/>
                <a:gd name="connsiteY512" fmla="*/ 208263 h 1010399"/>
                <a:gd name="connsiteX513" fmla="*/ 284999 w 1109339"/>
                <a:gd name="connsiteY513" fmla="*/ 204798 h 1010399"/>
                <a:gd name="connsiteX514" fmla="*/ 287759 w 1109339"/>
                <a:gd name="connsiteY514" fmla="*/ 199719 h 1010399"/>
                <a:gd name="connsiteX515" fmla="*/ 284697 w 1109339"/>
                <a:gd name="connsiteY515" fmla="*/ 194504 h 1010399"/>
                <a:gd name="connsiteX516" fmla="*/ 286312 w 1109339"/>
                <a:gd name="connsiteY516" fmla="*/ 192486 h 1010399"/>
                <a:gd name="connsiteX517" fmla="*/ 290654 w 1109339"/>
                <a:gd name="connsiteY517" fmla="*/ 192486 h 1010399"/>
                <a:gd name="connsiteX518" fmla="*/ 292909 w 1109339"/>
                <a:gd name="connsiteY518" fmla="*/ 195076 h 1010399"/>
                <a:gd name="connsiteX519" fmla="*/ 295433 w 1109339"/>
                <a:gd name="connsiteY519" fmla="*/ 192755 h 1010399"/>
                <a:gd name="connsiteX520" fmla="*/ 295433 w 1109339"/>
                <a:gd name="connsiteY520" fmla="*/ 188550 h 1010399"/>
                <a:gd name="connsiteX521" fmla="*/ 294558 w 1109339"/>
                <a:gd name="connsiteY521" fmla="*/ 187844 h 1010399"/>
                <a:gd name="connsiteX522" fmla="*/ 294827 w 1109339"/>
                <a:gd name="connsiteY522" fmla="*/ 184513 h 1010399"/>
                <a:gd name="connsiteX523" fmla="*/ 295567 w 1109339"/>
                <a:gd name="connsiteY523" fmla="*/ 182630 h 1010399"/>
                <a:gd name="connsiteX524" fmla="*/ 295567 w 1109339"/>
                <a:gd name="connsiteY524" fmla="*/ 177987 h 1010399"/>
                <a:gd name="connsiteX525" fmla="*/ 296274 w 1109339"/>
                <a:gd name="connsiteY525" fmla="*/ 175397 h 1010399"/>
                <a:gd name="connsiteX526" fmla="*/ 294827 w 1109339"/>
                <a:gd name="connsiteY526" fmla="*/ 173379 h 1010399"/>
                <a:gd name="connsiteX527" fmla="*/ 294389 w 1109339"/>
                <a:gd name="connsiteY527" fmla="*/ 171058 h 1010399"/>
                <a:gd name="connsiteX528" fmla="*/ 295567 w 1109339"/>
                <a:gd name="connsiteY528" fmla="*/ 169611 h 1010399"/>
                <a:gd name="connsiteX529" fmla="*/ 299202 w 1109339"/>
                <a:gd name="connsiteY529" fmla="*/ 169746 h 1010399"/>
                <a:gd name="connsiteX530" fmla="*/ 302264 w 1109339"/>
                <a:gd name="connsiteY530" fmla="*/ 171764 h 1010399"/>
                <a:gd name="connsiteX531" fmla="*/ 301827 w 1109339"/>
                <a:gd name="connsiteY531" fmla="*/ 175229 h 1010399"/>
                <a:gd name="connsiteX532" fmla="*/ 301255 w 1109339"/>
                <a:gd name="connsiteY532" fmla="*/ 178425 h 1010399"/>
                <a:gd name="connsiteX533" fmla="*/ 303274 w 1109339"/>
                <a:gd name="connsiteY533" fmla="*/ 180006 h 1010399"/>
                <a:gd name="connsiteX534" fmla="*/ 306606 w 1109339"/>
                <a:gd name="connsiteY534" fmla="*/ 178626 h 1010399"/>
                <a:gd name="connsiteX535" fmla="*/ 309063 w 1109339"/>
                <a:gd name="connsiteY535" fmla="*/ 177247 h 1010399"/>
                <a:gd name="connsiteX536" fmla="*/ 310173 w 1109339"/>
                <a:gd name="connsiteY536" fmla="*/ 177247 h 1010399"/>
                <a:gd name="connsiteX537" fmla="*/ 315390 w 1109339"/>
                <a:gd name="connsiteY537" fmla="*/ 178391 h 1010399"/>
                <a:gd name="connsiteX538" fmla="*/ 318721 w 1109339"/>
                <a:gd name="connsiteY538" fmla="*/ 180275 h 1010399"/>
                <a:gd name="connsiteX539" fmla="*/ 321178 w 1109339"/>
                <a:gd name="connsiteY539" fmla="*/ 182024 h 1010399"/>
                <a:gd name="connsiteX540" fmla="*/ 324376 w 1109339"/>
                <a:gd name="connsiteY540" fmla="*/ 183605 h 1010399"/>
                <a:gd name="connsiteX541" fmla="*/ 326395 w 1109339"/>
                <a:gd name="connsiteY541" fmla="*/ 184749 h 1010399"/>
                <a:gd name="connsiteX542" fmla="*/ 328145 w 1109339"/>
                <a:gd name="connsiteY542" fmla="*/ 186767 h 1010399"/>
                <a:gd name="connsiteX543" fmla="*/ 329457 w 1109339"/>
                <a:gd name="connsiteY543" fmla="*/ 189358 h 1010399"/>
                <a:gd name="connsiteX544" fmla="*/ 330198 w 1109339"/>
                <a:gd name="connsiteY544" fmla="*/ 190064 h 1010399"/>
                <a:gd name="connsiteX545" fmla="*/ 333227 w 1109339"/>
                <a:gd name="connsiteY545" fmla="*/ 192385 h 1010399"/>
                <a:gd name="connsiteX546" fmla="*/ 334808 w 1109339"/>
                <a:gd name="connsiteY546" fmla="*/ 193697 h 1010399"/>
                <a:gd name="connsiteX547" fmla="*/ 335381 w 1109339"/>
                <a:gd name="connsiteY547" fmla="*/ 197767 h 1010399"/>
                <a:gd name="connsiteX548" fmla="*/ 338275 w 1109339"/>
                <a:gd name="connsiteY548" fmla="*/ 200795 h 1010399"/>
                <a:gd name="connsiteX549" fmla="*/ 341607 w 1109339"/>
                <a:gd name="connsiteY549" fmla="*/ 201939 h 1010399"/>
                <a:gd name="connsiteX550" fmla="*/ 345511 w 1109339"/>
                <a:gd name="connsiteY550" fmla="*/ 203385 h 1010399"/>
                <a:gd name="connsiteX551" fmla="*/ 349280 w 1109339"/>
                <a:gd name="connsiteY551" fmla="*/ 208465 h 1010399"/>
                <a:gd name="connsiteX552" fmla="*/ 351367 w 1109339"/>
                <a:gd name="connsiteY552" fmla="*/ 211492 h 1010399"/>
                <a:gd name="connsiteX553" fmla="*/ 352746 w 1109339"/>
                <a:gd name="connsiteY553" fmla="*/ 213073 h 1010399"/>
                <a:gd name="connsiteX554" fmla="*/ 352746 w 1109339"/>
                <a:gd name="connsiteY554" fmla="*/ 216269 h 1010399"/>
                <a:gd name="connsiteX555" fmla="*/ 352443 w 1109339"/>
                <a:gd name="connsiteY555" fmla="*/ 218456 h 1010399"/>
                <a:gd name="connsiteX556" fmla="*/ 354193 w 1109339"/>
                <a:gd name="connsiteY556" fmla="*/ 220474 h 1010399"/>
                <a:gd name="connsiteX557" fmla="*/ 356381 w 1109339"/>
                <a:gd name="connsiteY557" fmla="*/ 220609 h 1010399"/>
                <a:gd name="connsiteX558" fmla="*/ 359578 w 1109339"/>
                <a:gd name="connsiteY558" fmla="*/ 221181 h 1010399"/>
                <a:gd name="connsiteX559" fmla="*/ 362035 w 1109339"/>
                <a:gd name="connsiteY559" fmla="*/ 224074 h 1010399"/>
                <a:gd name="connsiteX560" fmla="*/ 362776 w 1109339"/>
                <a:gd name="connsiteY560" fmla="*/ 227101 h 1010399"/>
                <a:gd name="connsiteX561" fmla="*/ 364222 w 1109339"/>
                <a:gd name="connsiteY561" fmla="*/ 229120 h 1010399"/>
                <a:gd name="connsiteX562" fmla="*/ 367689 w 1109339"/>
                <a:gd name="connsiteY562" fmla="*/ 228548 h 1010399"/>
                <a:gd name="connsiteX563" fmla="*/ 370011 w 1109339"/>
                <a:gd name="connsiteY563" fmla="*/ 227976 h 1010399"/>
                <a:gd name="connsiteX564" fmla="*/ 372031 w 1109339"/>
                <a:gd name="connsiteY564" fmla="*/ 227673 h 1010399"/>
                <a:gd name="connsiteX565" fmla="*/ 373780 w 1109339"/>
                <a:gd name="connsiteY565" fmla="*/ 229254 h 1010399"/>
                <a:gd name="connsiteX566" fmla="*/ 375665 w 1109339"/>
                <a:gd name="connsiteY566" fmla="*/ 231272 h 1010399"/>
                <a:gd name="connsiteX567" fmla="*/ 375665 w 1109339"/>
                <a:gd name="connsiteY567" fmla="*/ 234166 h 1010399"/>
                <a:gd name="connsiteX568" fmla="*/ 374353 w 1109339"/>
                <a:gd name="connsiteY568" fmla="*/ 236352 h 1010399"/>
                <a:gd name="connsiteX569" fmla="*/ 373780 w 1109339"/>
                <a:gd name="connsiteY569" fmla="*/ 239245 h 1010399"/>
                <a:gd name="connsiteX570" fmla="*/ 374521 w 1109339"/>
                <a:gd name="connsiteY570" fmla="*/ 242138 h 1010399"/>
                <a:gd name="connsiteX571" fmla="*/ 376271 w 1109339"/>
                <a:gd name="connsiteY571" fmla="*/ 244594 h 1010399"/>
                <a:gd name="connsiteX572" fmla="*/ 376574 w 1109339"/>
                <a:gd name="connsiteY572" fmla="*/ 247621 h 1010399"/>
                <a:gd name="connsiteX573" fmla="*/ 374689 w 1109339"/>
                <a:gd name="connsiteY573" fmla="*/ 250514 h 1010399"/>
                <a:gd name="connsiteX574" fmla="*/ 372939 w 1109339"/>
                <a:gd name="connsiteY574" fmla="*/ 252701 h 1010399"/>
                <a:gd name="connsiteX575" fmla="*/ 370617 w 1109339"/>
                <a:gd name="connsiteY575" fmla="*/ 254719 h 1010399"/>
                <a:gd name="connsiteX576" fmla="*/ 368295 w 1109339"/>
                <a:gd name="connsiteY576" fmla="*/ 256031 h 1010399"/>
                <a:gd name="connsiteX577" fmla="*/ 365670 w 1109339"/>
                <a:gd name="connsiteY577" fmla="*/ 257040 h 1010399"/>
                <a:gd name="connsiteX578" fmla="*/ 364088 w 1109339"/>
                <a:gd name="connsiteY578" fmla="*/ 259799 h 1010399"/>
                <a:gd name="connsiteX579" fmla="*/ 363785 w 1109339"/>
                <a:gd name="connsiteY579" fmla="*/ 261380 h 1010399"/>
                <a:gd name="connsiteX580" fmla="*/ 358703 w 1109339"/>
                <a:gd name="connsiteY580" fmla="*/ 263264 h 1010399"/>
                <a:gd name="connsiteX581" fmla="*/ 357391 w 1109339"/>
                <a:gd name="connsiteY581" fmla="*/ 265719 h 1010399"/>
                <a:gd name="connsiteX582" fmla="*/ 359275 w 1109339"/>
                <a:gd name="connsiteY582" fmla="*/ 269487 h 1010399"/>
                <a:gd name="connsiteX583" fmla="*/ 361867 w 1109339"/>
                <a:gd name="connsiteY583" fmla="*/ 273255 h 1010399"/>
                <a:gd name="connsiteX584" fmla="*/ 363011 w 1109339"/>
                <a:gd name="connsiteY584" fmla="*/ 275845 h 1010399"/>
                <a:gd name="connsiteX585" fmla="*/ 363583 w 1109339"/>
                <a:gd name="connsiteY585" fmla="*/ 277863 h 1010399"/>
                <a:gd name="connsiteX586" fmla="*/ 364458 w 1109339"/>
                <a:gd name="connsiteY586" fmla="*/ 282775 h 1010399"/>
                <a:gd name="connsiteX587" fmla="*/ 364155 w 1109339"/>
                <a:gd name="connsiteY587" fmla="*/ 289873 h 1010399"/>
                <a:gd name="connsiteX588" fmla="*/ 361261 w 1109339"/>
                <a:gd name="connsiteY588" fmla="*/ 293943 h 1010399"/>
                <a:gd name="connsiteX589" fmla="*/ 358636 w 1109339"/>
                <a:gd name="connsiteY589" fmla="*/ 297408 h 1010399"/>
                <a:gd name="connsiteX590" fmla="*/ 353285 w 1109339"/>
                <a:gd name="connsiteY590" fmla="*/ 300301 h 1010399"/>
                <a:gd name="connsiteX591" fmla="*/ 350963 w 1109339"/>
                <a:gd name="connsiteY591" fmla="*/ 301176 h 1010399"/>
                <a:gd name="connsiteX592" fmla="*/ 346621 w 1109339"/>
                <a:gd name="connsiteY592" fmla="*/ 301882 h 1010399"/>
                <a:gd name="connsiteX593" fmla="*/ 345881 w 1109339"/>
                <a:gd name="connsiteY593" fmla="*/ 306962 h 1010399"/>
                <a:gd name="connsiteX594" fmla="*/ 346015 w 1109339"/>
                <a:gd name="connsiteY594" fmla="*/ 310864 h 1010399"/>
                <a:gd name="connsiteX595" fmla="*/ 344568 w 1109339"/>
                <a:gd name="connsiteY595" fmla="*/ 317222 h 1010399"/>
                <a:gd name="connsiteX596" fmla="*/ 343693 w 1109339"/>
                <a:gd name="connsiteY596" fmla="*/ 323008 h 1010399"/>
                <a:gd name="connsiteX597" fmla="*/ 342953 w 1109339"/>
                <a:gd name="connsiteY597" fmla="*/ 324892 h 1010399"/>
                <a:gd name="connsiteX598" fmla="*/ 340059 w 1109339"/>
                <a:gd name="connsiteY598" fmla="*/ 332292 h 1010399"/>
                <a:gd name="connsiteX599" fmla="*/ 337030 w 1109339"/>
                <a:gd name="connsiteY599" fmla="*/ 335757 h 1010399"/>
                <a:gd name="connsiteX600" fmla="*/ 334135 w 1109339"/>
                <a:gd name="connsiteY600" fmla="*/ 338078 h 1010399"/>
                <a:gd name="connsiteX601" fmla="*/ 332991 w 1109339"/>
                <a:gd name="connsiteY601" fmla="*/ 341846 h 1010399"/>
                <a:gd name="connsiteX602" fmla="*/ 333563 w 1109339"/>
                <a:gd name="connsiteY602" fmla="*/ 346354 h 1010399"/>
                <a:gd name="connsiteX603" fmla="*/ 334270 w 1109339"/>
                <a:gd name="connsiteY603" fmla="*/ 349549 h 1010399"/>
                <a:gd name="connsiteX604" fmla="*/ 331678 w 1109339"/>
                <a:gd name="connsiteY604" fmla="*/ 353754 h 1010399"/>
                <a:gd name="connsiteX605" fmla="*/ 330231 w 1109339"/>
                <a:gd name="connsiteY605" fmla="*/ 356647 h 1010399"/>
                <a:gd name="connsiteX606" fmla="*/ 328919 w 1109339"/>
                <a:gd name="connsiteY606" fmla="*/ 361155 h 1010399"/>
                <a:gd name="connsiteX607" fmla="*/ 328784 w 1109339"/>
                <a:gd name="connsiteY607" fmla="*/ 365629 h 1010399"/>
                <a:gd name="connsiteX608" fmla="*/ 331376 w 1109339"/>
                <a:gd name="connsiteY608" fmla="*/ 373871 h 1010399"/>
                <a:gd name="connsiteX609" fmla="*/ 331948 w 1109339"/>
                <a:gd name="connsiteY609" fmla="*/ 378345 h 1010399"/>
                <a:gd name="connsiteX610" fmla="*/ 334405 w 1109339"/>
                <a:gd name="connsiteY610" fmla="*/ 382684 h 1010399"/>
                <a:gd name="connsiteX611" fmla="*/ 334270 w 1109339"/>
                <a:gd name="connsiteY611" fmla="*/ 385443 h 1010399"/>
                <a:gd name="connsiteX612" fmla="*/ 331510 w 1109339"/>
                <a:gd name="connsiteY612" fmla="*/ 389211 h 1010399"/>
                <a:gd name="connsiteX613" fmla="*/ 329323 w 1109339"/>
                <a:gd name="connsiteY613" fmla="*/ 390792 h 1010399"/>
                <a:gd name="connsiteX614" fmla="*/ 328448 w 1109339"/>
                <a:gd name="connsiteY614" fmla="*/ 393247 h 1010399"/>
                <a:gd name="connsiteX615" fmla="*/ 330333 w 1109339"/>
                <a:gd name="connsiteY615" fmla="*/ 397721 h 1010399"/>
                <a:gd name="connsiteX616" fmla="*/ 333530 w 1109339"/>
                <a:gd name="connsiteY616" fmla="*/ 401489 h 1010399"/>
                <a:gd name="connsiteX617" fmla="*/ 338309 w 1109339"/>
                <a:gd name="connsiteY617" fmla="*/ 405829 h 1010399"/>
                <a:gd name="connsiteX618" fmla="*/ 339890 w 1109339"/>
                <a:gd name="connsiteY618" fmla="*/ 409159 h 1010399"/>
                <a:gd name="connsiteX619" fmla="*/ 340328 w 1109339"/>
                <a:gd name="connsiteY619" fmla="*/ 410336 h 1010399"/>
                <a:gd name="connsiteX620" fmla="*/ 339015 w 1109339"/>
                <a:gd name="connsiteY620" fmla="*/ 412355 h 1010399"/>
                <a:gd name="connsiteX621" fmla="*/ 340463 w 1109339"/>
                <a:gd name="connsiteY621" fmla="*/ 415550 h 1010399"/>
                <a:gd name="connsiteX622" fmla="*/ 342212 w 1109339"/>
                <a:gd name="connsiteY622" fmla="*/ 418174 h 1010399"/>
                <a:gd name="connsiteX623" fmla="*/ 342078 w 1109339"/>
                <a:gd name="connsiteY623" fmla="*/ 421202 h 1010399"/>
                <a:gd name="connsiteX624" fmla="*/ 341640 w 1109339"/>
                <a:gd name="connsiteY624" fmla="*/ 424970 h 1010399"/>
                <a:gd name="connsiteX625" fmla="*/ 341203 w 1109339"/>
                <a:gd name="connsiteY625" fmla="*/ 428603 h 1010399"/>
                <a:gd name="connsiteX626" fmla="*/ 343525 w 1109339"/>
                <a:gd name="connsiteY626" fmla="*/ 434119 h 1010399"/>
                <a:gd name="connsiteX627" fmla="*/ 341068 w 1109339"/>
                <a:gd name="connsiteY627" fmla="*/ 439771 h 1010399"/>
                <a:gd name="connsiteX628" fmla="*/ 338309 w 1109339"/>
                <a:gd name="connsiteY628" fmla="*/ 445557 h 1010399"/>
                <a:gd name="connsiteX629" fmla="*/ 335280 w 1109339"/>
                <a:gd name="connsiteY629" fmla="*/ 448450 h 1010399"/>
                <a:gd name="connsiteX630" fmla="*/ 331510 w 1109339"/>
                <a:gd name="connsiteY630" fmla="*/ 449022 h 1010399"/>
                <a:gd name="connsiteX631" fmla="*/ 327169 w 1109339"/>
                <a:gd name="connsiteY631" fmla="*/ 446701 h 1010399"/>
                <a:gd name="connsiteX632" fmla="*/ 323534 w 1109339"/>
                <a:gd name="connsiteY632" fmla="*/ 443942 h 1010399"/>
                <a:gd name="connsiteX633" fmla="*/ 319462 w 1109339"/>
                <a:gd name="connsiteY633" fmla="*/ 443505 h 1010399"/>
                <a:gd name="connsiteX634" fmla="*/ 314952 w 1109339"/>
                <a:gd name="connsiteY634" fmla="*/ 444817 h 1010399"/>
                <a:gd name="connsiteX635" fmla="*/ 310039 w 1109339"/>
                <a:gd name="connsiteY635" fmla="*/ 448147 h 1010399"/>
                <a:gd name="connsiteX636" fmla="*/ 308457 w 1109339"/>
                <a:gd name="connsiteY636" fmla="*/ 454101 h 1010399"/>
                <a:gd name="connsiteX637" fmla="*/ 308457 w 1109339"/>
                <a:gd name="connsiteY637" fmla="*/ 457566 h 1010399"/>
                <a:gd name="connsiteX638" fmla="*/ 311049 w 1109339"/>
                <a:gd name="connsiteY638" fmla="*/ 460762 h 1010399"/>
                <a:gd name="connsiteX639" fmla="*/ 312361 w 1109339"/>
                <a:gd name="connsiteY639" fmla="*/ 464092 h 1010399"/>
                <a:gd name="connsiteX640" fmla="*/ 311486 w 1109339"/>
                <a:gd name="connsiteY640" fmla="*/ 467557 h 1010399"/>
                <a:gd name="connsiteX641" fmla="*/ 310341 w 1109339"/>
                <a:gd name="connsiteY641" fmla="*/ 470585 h 1010399"/>
                <a:gd name="connsiteX642" fmla="*/ 309601 w 1109339"/>
                <a:gd name="connsiteY642" fmla="*/ 473781 h 1010399"/>
                <a:gd name="connsiteX643" fmla="*/ 309029 w 1109339"/>
                <a:gd name="connsiteY643" fmla="*/ 474790 h 1010399"/>
                <a:gd name="connsiteX644" fmla="*/ 305697 w 1109339"/>
                <a:gd name="connsiteY644" fmla="*/ 477111 h 1010399"/>
                <a:gd name="connsiteX645" fmla="*/ 303678 w 1109339"/>
                <a:gd name="connsiteY645" fmla="*/ 479735 h 1010399"/>
                <a:gd name="connsiteX646" fmla="*/ 303240 w 1109339"/>
                <a:gd name="connsiteY646" fmla="*/ 482191 h 1010399"/>
                <a:gd name="connsiteX647" fmla="*/ 302668 w 1109339"/>
                <a:gd name="connsiteY647" fmla="*/ 487707 h 1010399"/>
                <a:gd name="connsiteX648" fmla="*/ 302365 w 1109339"/>
                <a:gd name="connsiteY648" fmla="*/ 491912 h 1010399"/>
                <a:gd name="connsiteX649" fmla="*/ 303240 w 1109339"/>
                <a:gd name="connsiteY649" fmla="*/ 496555 h 1010399"/>
                <a:gd name="connsiteX650" fmla="*/ 304418 w 1109339"/>
                <a:gd name="connsiteY650" fmla="*/ 502643 h 1010399"/>
                <a:gd name="connsiteX651" fmla="*/ 303543 w 1109339"/>
                <a:gd name="connsiteY651" fmla="*/ 510044 h 1010399"/>
                <a:gd name="connsiteX652" fmla="*/ 301356 w 1109339"/>
                <a:gd name="connsiteY652" fmla="*/ 511356 h 1010399"/>
                <a:gd name="connsiteX653" fmla="*/ 298461 w 1109339"/>
                <a:gd name="connsiteY653" fmla="*/ 515258 h 1010399"/>
                <a:gd name="connsiteX654" fmla="*/ 298327 w 1109339"/>
                <a:gd name="connsiteY654" fmla="*/ 517142 h 1010399"/>
                <a:gd name="connsiteX655" fmla="*/ 298764 w 1109339"/>
                <a:gd name="connsiteY655" fmla="*/ 519732 h 1010399"/>
                <a:gd name="connsiteX656" fmla="*/ 299067 w 1109339"/>
                <a:gd name="connsiteY656" fmla="*/ 522760 h 1010399"/>
                <a:gd name="connsiteX657" fmla="*/ 298630 w 1109339"/>
                <a:gd name="connsiteY657" fmla="*/ 524947 h 1010399"/>
                <a:gd name="connsiteX658" fmla="*/ 298361 w 1109339"/>
                <a:gd name="connsiteY658" fmla="*/ 532347 h 1010399"/>
                <a:gd name="connsiteX659" fmla="*/ 299942 w 1109339"/>
                <a:gd name="connsiteY659" fmla="*/ 535240 h 1010399"/>
                <a:gd name="connsiteX660" fmla="*/ 301086 w 1109339"/>
                <a:gd name="connsiteY660" fmla="*/ 539714 h 1010399"/>
                <a:gd name="connsiteX661" fmla="*/ 302702 w 1109339"/>
                <a:gd name="connsiteY661" fmla="*/ 542473 h 1010399"/>
                <a:gd name="connsiteX662" fmla="*/ 306034 w 1109339"/>
                <a:gd name="connsiteY662" fmla="*/ 543213 h 1010399"/>
                <a:gd name="connsiteX663" fmla="*/ 304889 w 1109339"/>
                <a:gd name="connsiteY663" fmla="*/ 545971 h 1010399"/>
                <a:gd name="connsiteX664" fmla="*/ 301860 w 1109339"/>
                <a:gd name="connsiteY664" fmla="*/ 547721 h 1010399"/>
                <a:gd name="connsiteX665" fmla="*/ 301995 w 1109339"/>
                <a:gd name="connsiteY665" fmla="*/ 551051 h 1010399"/>
                <a:gd name="connsiteX666" fmla="*/ 304014 w 1109339"/>
                <a:gd name="connsiteY666" fmla="*/ 554684 h 1010399"/>
                <a:gd name="connsiteX667" fmla="*/ 305024 w 1109339"/>
                <a:gd name="connsiteY667" fmla="*/ 557442 h 1010399"/>
                <a:gd name="connsiteX668" fmla="*/ 304587 w 1109339"/>
                <a:gd name="connsiteY668" fmla="*/ 561210 h 1010399"/>
                <a:gd name="connsiteX669" fmla="*/ 304587 w 1109339"/>
                <a:gd name="connsiteY669" fmla="*/ 564978 h 1010399"/>
                <a:gd name="connsiteX670" fmla="*/ 304721 w 1109339"/>
                <a:gd name="connsiteY670" fmla="*/ 568880 h 1010399"/>
                <a:gd name="connsiteX671" fmla="*/ 304014 w 1109339"/>
                <a:gd name="connsiteY671" fmla="*/ 572076 h 1010399"/>
                <a:gd name="connsiteX672" fmla="*/ 301120 w 1109339"/>
                <a:gd name="connsiteY672" fmla="*/ 570764 h 1010399"/>
                <a:gd name="connsiteX673" fmla="*/ 299808 w 1109339"/>
                <a:gd name="connsiteY673" fmla="*/ 568308 h 1010399"/>
                <a:gd name="connsiteX674" fmla="*/ 298226 w 1109339"/>
                <a:gd name="connsiteY674" fmla="*/ 565280 h 1010399"/>
                <a:gd name="connsiteX675" fmla="*/ 297082 w 1109339"/>
                <a:gd name="connsiteY675" fmla="*/ 562387 h 1010399"/>
                <a:gd name="connsiteX676" fmla="*/ 296207 w 1109339"/>
                <a:gd name="connsiteY676" fmla="*/ 560369 h 1010399"/>
                <a:gd name="connsiteX677" fmla="*/ 296072 w 1109339"/>
                <a:gd name="connsiteY677" fmla="*/ 558485 h 1010399"/>
                <a:gd name="connsiteX678" fmla="*/ 297082 w 1109339"/>
                <a:gd name="connsiteY678" fmla="*/ 557341 h 1010399"/>
                <a:gd name="connsiteX679" fmla="*/ 297216 w 1109339"/>
                <a:gd name="connsiteY679" fmla="*/ 554314 h 1010399"/>
                <a:gd name="connsiteX680" fmla="*/ 295332 w 1109339"/>
                <a:gd name="connsiteY680" fmla="*/ 553002 h 1010399"/>
                <a:gd name="connsiteX681" fmla="*/ 293750 w 1109339"/>
                <a:gd name="connsiteY681" fmla="*/ 551825 h 1010399"/>
                <a:gd name="connsiteX682" fmla="*/ 291293 w 1109339"/>
                <a:gd name="connsiteY682" fmla="*/ 551118 h 1010399"/>
                <a:gd name="connsiteX683" fmla="*/ 288399 w 1109339"/>
                <a:gd name="connsiteY683" fmla="*/ 548662 h 1010399"/>
                <a:gd name="connsiteX684" fmla="*/ 286379 w 1109339"/>
                <a:gd name="connsiteY684" fmla="*/ 545904 h 1010399"/>
                <a:gd name="connsiteX685" fmla="*/ 283754 w 1109339"/>
                <a:gd name="connsiteY685" fmla="*/ 543011 h 1010399"/>
                <a:gd name="connsiteX686" fmla="*/ 283182 w 1109339"/>
                <a:gd name="connsiteY686" fmla="*/ 541699 h 1010399"/>
                <a:gd name="connsiteX687" fmla="*/ 283048 w 1109339"/>
                <a:gd name="connsiteY687" fmla="*/ 537931 h 1010399"/>
                <a:gd name="connsiteX688" fmla="*/ 282779 w 1109339"/>
                <a:gd name="connsiteY688" fmla="*/ 536350 h 1010399"/>
                <a:gd name="connsiteX689" fmla="*/ 283216 w 1109339"/>
                <a:gd name="connsiteY689" fmla="*/ 534467 h 1010399"/>
                <a:gd name="connsiteX690" fmla="*/ 283654 w 1109339"/>
                <a:gd name="connsiteY690" fmla="*/ 532885 h 1010399"/>
                <a:gd name="connsiteX691" fmla="*/ 284225 w 1109339"/>
                <a:gd name="connsiteY691" fmla="*/ 529858 h 1010399"/>
                <a:gd name="connsiteX692" fmla="*/ 283788 w 1109339"/>
                <a:gd name="connsiteY692" fmla="*/ 526225 h 1010399"/>
                <a:gd name="connsiteX693" fmla="*/ 281466 w 1109339"/>
                <a:gd name="connsiteY693" fmla="*/ 524476 h 1010399"/>
                <a:gd name="connsiteX694" fmla="*/ 279447 w 1109339"/>
                <a:gd name="connsiteY694" fmla="*/ 521448 h 1010399"/>
                <a:gd name="connsiteX695" fmla="*/ 275678 w 1109339"/>
                <a:gd name="connsiteY695" fmla="*/ 516974 h 1010399"/>
                <a:gd name="connsiteX696" fmla="*/ 273086 w 1109339"/>
                <a:gd name="connsiteY696" fmla="*/ 519732 h 1010399"/>
                <a:gd name="connsiteX697" fmla="*/ 271639 w 1109339"/>
                <a:gd name="connsiteY697" fmla="*/ 522928 h 1010399"/>
                <a:gd name="connsiteX698" fmla="*/ 271504 w 1109339"/>
                <a:gd name="connsiteY698" fmla="*/ 526393 h 1010399"/>
                <a:gd name="connsiteX699" fmla="*/ 272951 w 1109339"/>
                <a:gd name="connsiteY699" fmla="*/ 529723 h 1010399"/>
                <a:gd name="connsiteX700" fmla="*/ 272514 w 1109339"/>
                <a:gd name="connsiteY700" fmla="*/ 531035 h 1010399"/>
                <a:gd name="connsiteX701" fmla="*/ 271201 w 1109339"/>
                <a:gd name="connsiteY701" fmla="*/ 534097 h 1010399"/>
                <a:gd name="connsiteX702" fmla="*/ 269620 w 1109339"/>
                <a:gd name="connsiteY702" fmla="*/ 535543 h 1010399"/>
                <a:gd name="connsiteX703" fmla="*/ 266725 w 1109339"/>
                <a:gd name="connsiteY703" fmla="*/ 536418 h 1010399"/>
                <a:gd name="connsiteX704" fmla="*/ 263965 w 1109339"/>
                <a:gd name="connsiteY704" fmla="*/ 538167 h 1010399"/>
                <a:gd name="connsiteX705" fmla="*/ 260499 w 1109339"/>
                <a:gd name="connsiteY705" fmla="*/ 540185 h 1010399"/>
                <a:gd name="connsiteX706" fmla="*/ 259792 w 1109339"/>
                <a:gd name="connsiteY706" fmla="*/ 542069 h 1010399"/>
                <a:gd name="connsiteX707" fmla="*/ 259220 w 1109339"/>
                <a:gd name="connsiteY707" fmla="*/ 545534 h 1010399"/>
                <a:gd name="connsiteX708" fmla="*/ 258480 w 1109339"/>
                <a:gd name="connsiteY708" fmla="*/ 546678 h 1010399"/>
                <a:gd name="connsiteX709" fmla="*/ 256595 w 1109339"/>
                <a:gd name="connsiteY709" fmla="*/ 549436 h 1010399"/>
                <a:gd name="connsiteX710" fmla="*/ 253701 w 1109339"/>
                <a:gd name="connsiteY710" fmla="*/ 550883 h 1010399"/>
                <a:gd name="connsiteX711" fmla="*/ 248922 w 1109339"/>
                <a:gd name="connsiteY711" fmla="*/ 554078 h 1010399"/>
                <a:gd name="connsiteX712" fmla="*/ 246734 w 1109339"/>
                <a:gd name="connsiteY712" fmla="*/ 558115 h 1010399"/>
                <a:gd name="connsiteX713" fmla="*/ 244581 w 1109339"/>
                <a:gd name="connsiteY713" fmla="*/ 561143 h 1010399"/>
                <a:gd name="connsiteX714" fmla="*/ 240811 w 1109339"/>
                <a:gd name="connsiteY714" fmla="*/ 565920 h 1010399"/>
                <a:gd name="connsiteX715" fmla="*/ 241686 w 1109339"/>
                <a:gd name="connsiteY715" fmla="*/ 569115 h 1010399"/>
                <a:gd name="connsiteX716" fmla="*/ 240542 w 1109339"/>
                <a:gd name="connsiteY716" fmla="*/ 571571 h 1010399"/>
                <a:gd name="connsiteX717" fmla="*/ 238085 w 1109339"/>
                <a:gd name="connsiteY717" fmla="*/ 575776 h 1010399"/>
                <a:gd name="connsiteX718" fmla="*/ 237075 w 1109339"/>
                <a:gd name="connsiteY718" fmla="*/ 577525 h 1010399"/>
                <a:gd name="connsiteX719" fmla="*/ 235326 w 1109339"/>
                <a:gd name="connsiteY719" fmla="*/ 579712 h 1010399"/>
                <a:gd name="connsiteX720" fmla="*/ 231994 w 1109339"/>
                <a:gd name="connsiteY720" fmla="*/ 583345 h 1010399"/>
                <a:gd name="connsiteX721" fmla="*/ 228359 w 1109339"/>
                <a:gd name="connsiteY721" fmla="*/ 586541 h 1010399"/>
                <a:gd name="connsiteX722" fmla="*/ 225330 w 1109339"/>
                <a:gd name="connsiteY722" fmla="*/ 588559 h 1010399"/>
                <a:gd name="connsiteX723" fmla="*/ 223311 w 1109339"/>
                <a:gd name="connsiteY723" fmla="*/ 589434 h 1010399"/>
                <a:gd name="connsiteX724" fmla="*/ 220551 w 1109339"/>
                <a:gd name="connsiteY724" fmla="*/ 590443 h 1010399"/>
                <a:gd name="connsiteX725" fmla="*/ 216210 w 1109339"/>
                <a:gd name="connsiteY725" fmla="*/ 592327 h 1010399"/>
                <a:gd name="connsiteX726" fmla="*/ 214460 w 1109339"/>
                <a:gd name="connsiteY726" fmla="*/ 594076 h 1010399"/>
                <a:gd name="connsiteX727" fmla="*/ 213585 w 1109339"/>
                <a:gd name="connsiteY727" fmla="*/ 597272 h 1010399"/>
                <a:gd name="connsiteX728" fmla="*/ 212878 w 1109339"/>
                <a:gd name="connsiteY728" fmla="*/ 598718 h 1010399"/>
                <a:gd name="connsiteX729" fmla="*/ 212306 w 1109339"/>
                <a:gd name="connsiteY729" fmla="*/ 601611 h 1010399"/>
                <a:gd name="connsiteX730" fmla="*/ 210993 w 1109339"/>
                <a:gd name="connsiteY730" fmla="*/ 605244 h 1010399"/>
                <a:gd name="connsiteX731" fmla="*/ 210724 w 1109339"/>
                <a:gd name="connsiteY731" fmla="*/ 605951 h 1010399"/>
                <a:gd name="connsiteX732" fmla="*/ 210286 w 1109339"/>
                <a:gd name="connsiteY732" fmla="*/ 609416 h 1010399"/>
                <a:gd name="connsiteX733" fmla="*/ 209714 w 1109339"/>
                <a:gd name="connsiteY733" fmla="*/ 611871 h 1010399"/>
                <a:gd name="connsiteX734" fmla="*/ 207123 w 1109339"/>
                <a:gd name="connsiteY734" fmla="*/ 613755 h 1010399"/>
                <a:gd name="connsiteX735" fmla="*/ 204532 w 1109339"/>
                <a:gd name="connsiteY735" fmla="*/ 614058 h 1010399"/>
                <a:gd name="connsiteX736" fmla="*/ 201334 w 1109339"/>
                <a:gd name="connsiteY736" fmla="*/ 613486 h 1010399"/>
                <a:gd name="connsiteX737" fmla="*/ 197868 w 1109339"/>
                <a:gd name="connsiteY737" fmla="*/ 615370 h 1010399"/>
                <a:gd name="connsiteX738" fmla="*/ 195243 w 1109339"/>
                <a:gd name="connsiteY738" fmla="*/ 619003 h 1010399"/>
                <a:gd name="connsiteX739" fmla="*/ 191339 w 1109339"/>
                <a:gd name="connsiteY739" fmla="*/ 621627 h 1010399"/>
                <a:gd name="connsiteX740" fmla="*/ 188310 w 1109339"/>
                <a:gd name="connsiteY740" fmla="*/ 623813 h 1010399"/>
                <a:gd name="connsiteX741" fmla="*/ 185416 w 1109339"/>
                <a:gd name="connsiteY741" fmla="*/ 626572 h 1010399"/>
                <a:gd name="connsiteX742" fmla="*/ 181209 w 1109339"/>
                <a:gd name="connsiteY742" fmla="*/ 629768 h 1010399"/>
                <a:gd name="connsiteX743" fmla="*/ 175420 w 1109339"/>
                <a:gd name="connsiteY743" fmla="*/ 634679 h 1010399"/>
                <a:gd name="connsiteX744" fmla="*/ 170338 w 1109339"/>
                <a:gd name="connsiteY744" fmla="*/ 638749 h 1010399"/>
                <a:gd name="connsiteX745" fmla="*/ 166872 w 1109339"/>
                <a:gd name="connsiteY745" fmla="*/ 642382 h 1010399"/>
                <a:gd name="connsiteX746" fmla="*/ 160646 w 1109339"/>
                <a:gd name="connsiteY746" fmla="*/ 647597 h 1010399"/>
                <a:gd name="connsiteX747" fmla="*/ 156002 w 1109339"/>
                <a:gd name="connsiteY747" fmla="*/ 649480 h 1010399"/>
                <a:gd name="connsiteX748" fmla="*/ 155429 w 1109339"/>
                <a:gd name="connsiteY748" fmla="*/ 653820 h 1010399"/>
                <a:gd name="connsiteX749" fmla="*/ 155867 w 1109339"/>
                <a:gd name="connsiteY749" fmla="*/ 657285 h 1010399"/>
                <a:gd name="connsiteX750" fmla="*/ 154723 w 1109339"/>
                <a:gd name="connsiteY750" fmla="*/ 662062 h 1010399"/>
                <a:gd name="connsiteX751" fmla="*/ 152973 w 1109339"/>
                <a:gd name="connsiteY751" fmla="*/ 666401 h 1010399"/>
                <a:gd name="connsiteX752" fmla="*/ 152838 w 1109339"/>
                <a:gd name="connsiteY752" fmla="*/ 667108 h 1010399"/>
                <a:gd name="connsiteX753" fmla="*/ 151694 w 1109339"/>
                <a:gd name="connsiteY753" fmla="*/ 671010 h 1010399"/>
                <a:gd name="connsiteX754" fmla="*/ 151559 w 1109339"/>
                <a:gd name="connsiteY754" fmla="*/ 674777 h 1010399"/>
                <a:gd name="connsiteX755" fmla="*/ 152569 w 1109339"/>
                <a:gd name="connsiteY755" fmla="*/ 677805 h 1010399"/>
                <a:gd name="connsiteX756" fmla="*/ 153881 w 1109339"/>
                <a:gd name="connsiteY756" fmla="*/ 680833 h 1010399"/>
                <a:gd name="connsiteX757" fmla="*/ 160545 w 1109339"/>
                <a:gd name="connsiteY757" fmla="*/ 687056 h 1010399"/>
                <a:gd name="connsiteX758" fmla="*/ 162430 w 1109339"/>
                <a:gd name="connsiteY758" fmla="*/ 689512 h 1010399"/>
                <a:gd name="connsiteX759" fmla="*/ 169262 w 1109339"/>
                <a:gd name="connsiteY759" fmla="*/ 691833 h 1010399"/>
                <a:gd name="connsiteX760" fmla="*/ 174613 w 1109339"/>
                <a:gd name="connsiteY760" fmla="*/ 691530 h 1010399"/>
                <a:gd name="connsiteX761" fmla="*/ 178517 w 1109339"/>
                <a:gd name="connsiteY761" fmla="*/ 692842 h 1010399"/>
                <a:gd name="connsiteX762" fmla="*/ 180670 w 1109339"/>
                <a:gd name="connsiteY762" fmla="*/ 695163 h 1010399"/>
                <a:gd name="connsiteX763" fmla="*/ 187469 w 1109339"/>
                <a:gd name="connsiteY763" fmla="*/ 695600 h 1010399"/>
                <a:gd name="connsiteX764" fmla="*/ 190800 w 1109339"/>
                <a:gd name="connsiteY764" fmla="*/ 697787 h 1010399"/>
                <a:gd name="connsiteX765" fmla="*/ 187031 w 1109339"/>
                <a:gd name="connsiteY765" fmla="*/ 701420 h 1010399"/>
                <a:gd name="connsiteX766" fmla="*/ 185012 w 1109339"/>
                <a:gd name="connsiteY766" fmla="*/ 702867 h 1010399"/>
                <a:gd name="connsiteX767" fmla="*/ 183262 w 1109339"/>
                <a:gd name="connsiteY767" fmla="*/ 705760 h 1010399"/>
                <a:gd name="connsiteX768" fmla="*/ 182387 w 1109339"/>
                <a:gd name="connsiteY768" fmla="*/ 709662 h 1010399"/>
                <a:gd name="connsiteX769" fmla="*/ 184406 w 1109339"/>
                <a:gd name="connsiteY769" fmla="*/ 712992 h 1010399"/>
                <a:gd name="connsiteX770" fmla="*/ 191642 w 1109339"/>
                <a:gd name="connsiteY770" fmla="*/ 713127 h 1010399"/>
                <a:gd name="connsiteX771" fmla="*/ 192954 w 1109339"/>
                <a:gd name="connsiteY771" fmla="*/ 712555 h 1010399"/>
                <a:gd name="connsiteX772" fmla="*/ 193964 w 1109339"/>
                <a:gd name="connsiteY772" fmla="*/ 712858 h 1010399"/>
                <a:gd name="connsiteX773" fmla="*/ 194973 w 1109339"/>
                <a:gd name="connsiteY773" fmla="*/ 715044 h 1010399"/>
                <a:gd name="connsiteX774" fmla="*/ 194536 w 1109339"/>
                <a:gd name="connsiteY774" fmla="*/ 717937 h 1010399"/>
                <a:gd name="connsiteX775" fmla="*/ 194402 w 1109339"/>
                <a:gd name="connsiteY775" fmla="*/ 719821 h 1010399"/>
                <a:gd name="connsiteX776" fmla="*/ 196858 w 1109339"/>
                <a:gd name="connsiteY776" fmla="*/ 720830 h 1010399"/>
                <a:gd name="connsiteX777" fmla="*/ 197868 w 1109339"/>
                <a:gd name="connsiteY777" fmla="*/ 722277 h 1010399"/>
                <a:gd name="connsiteX778" fmla="*/ 199180 w 1109339"/>
                <a:gd name="connsiteY778" fmla="*/ 725304 h 1010399"/>
                <a:gd name="connsiteX779" fmla="*/ 199483 w 1109339"/>
                <a:gd name="connsiteY779" fmla="*/ 727760 h 1010399"/>
                <a:gd name="connsiteX780" fmla="*/ 200796 w 1109339"/>
                <a:gd name="connsiteY780" fmla="*/ 729341 h 1010399"/>
                <a:gd name="connsiteX781" fmla="*/ 203825 w 1109339"/>
                <a:gd name="connsiteY781" fmla="*/ 730518 h 1010399"/>
                <a:gd name="connsiteX782" fmla="*/ 210623 w 1109339"/>
                <a:gd name="connsiteY782" fmla="*/ 730216 h 1010399"/>
                <a:gd name="connsiteX783" fmla="*/ 213248 w 1109339"/>
                <a:gd name="connsiteY783" fmla="*/ 729913 h 1010399"/>
                <a:gd name="connsiteX784" fmla="*/ 217590 w 1109339"/>
                <a:gd name="connsiteY784" fmla="*/ 729341 h 1010399"/>
                <a:gd name="connsiteX785" fmla="*/ 217892 w 1109339"/>
                <a:gd name="connsiteY785" fmla="*/ 727154 h 1010399"/>
                <a:gd name="connsiteX786" fmla="*/ 220518 w 1109339"/>
                <a:gd name="connsiteY786" fmla="*/ 724127 h 1010399"/>
                <a:gd name="connsiteX787" fmla="*/ 219070 w 1109339"/>
                <a:gd name="connsiteY787" fmla="*/ 720225 h 1010399"/>
                <a:gd name="connsiteX788" fmla="*/ 219070 w 1109339"/>
                <a:gd name="connsiteY788" fmla="*/ 716894 h 1010399"/>
                <a:gd name="connsiteX789" fmla="*/ 220955 w 1109339"/>
                <a:gd name="connsiteY789" fmla="*/ 714640 h 1010399"/>
                <a:gd name="connsiteX790" fmla="*/ 223715 w 1109339"/>
                <a:gd name="connsiteY790" fmla="*/ 714270 h 1010399"/>
                <a:gd name="connsiteX791" fmla="*/ 226912 w 1109339"/>
                <a:gd name="connsiteY791" fmla="*/ 714270 h 1010399"/>
                <a:gd name="connsiteX792" fmla="*/ 229974 w 1109339"/>
                <a:gd name="connsiteY792" fmla="*/ 714136 h 1010399"/>
                <a:gd name="connsiteX793" fmla="*/ 230984 w 1109339"/>
                <a:gd name="connsiteY793" fmla="*/ 713261 h 1010399"/>
                <a:gd name="connsiteX794" fmla="*/ 232128 w 1109339"/>
                <a:gd name="connsiteY794" fmla="*/ 710368 h 1010399"/>
                <a:gd name="connsiteX795" fmla="*/ 233138 w 1109339"/>
                <a:gd name="connsiteY795" fmla="*/ 707038 h 1010399"/>
                <a:gd name="connsiteX796" fmla="*/ 232431 w 1109339"/>
                <a:gd name="connsiteY796" fmla="*/ 706735 h 1010399"/>
                <a:gd name="connsiteX797" fmla="*/ 228662 w 1109339"/>
                <a:gd name="connsiteY797" fmla="*/ 703270 h 1010399"/>
                <a:gd name="connsiteX798" fmla="*/ 228965 w 1109339"/>
                <a:gd name="connsiteY798" fmla="*/ 701252 h 1010399"/>
                <a:gd name="connsiteX799" fmla="*/ 231152 w 1109339"/>
                <a:gd name="connsiteY799" fmla="*/ 699671 h 1010399"/>
                <a:gd name="connsiteX800" fmla="*/ 234047 w 1109339"/>
                <a:gd name="connsiteY800" fmla="*/ 699805 h 1010399"/>
                <a:gd name="connsiteX801" fmla="*/ 236806 w 1109339"/>
                <a:gd name="connsiteY801" fmla="*/ 700377 h 1010399"/>
                <a:gd name="connsiteX802" fmla="*/ 238994 w 1109339"/>
                <a:gd name="connsiteY802" fmla="*/ 700949 h 1010399"/>
                <a:gd name="connsiteX803" fmla="*/ 241753 w 1109339"/>
                <a:gd name="connsiteY803" fmla="*/ 702530 h 1010399"/>
                <a:gd name="connsiteX804" fmla="*/ 241753 w 1109339"/>
                <a:gd name="connsiteY804" fmla="*/ 708182 h 1010399"/>
                <a:gd name="connsiteX805" fmla="*/ 240744 w 1109339"/>
                <a:gd name="connsiteY805" fmla="*/ 711075 h 1010399"/>
                <a:gd name="connsiteX806" fmla="*/ 240475 w 1109339"/>
                <a:gd name="connsiteY806" fmla="*/ 713833 h 1010399"/>
                <a:gd name="connsiteX807" fmla="*/ 244951 w 1109339"/>
                <a:gd name="connsiteY807" fmla="*/ 716592 h 1010399"/>
                <a:gd name="connsiteX808" fmla="*/ 247710 w 1109339"/>
                <a:gd name="connsiteY808" fmla="*/ 715448 h 1010399"/>
                <a:gd name="connsiteX809" fmla="*/ 248585 w 1109339"/>
                <a:gd name="connsiteY809" fmla="*/ 712252 h 1010399"/>
                <a:gd name="connsiteX810" fmla="*/ 248854 w 1109339"/>
                <a:gd name="connsiteY810" fmla="*/ 709359 h 1010399"/>
                <a:gd name="connsiteX811" fmla="*/ 251312 w 1109339"/>
                <a:gd name="connsiteY811" fmla="*/ 707610 h 1010399"/>
                <a:gd name="connsiteX812" fmla="*/ 253768 w 1109339"/>
                <a:gd name="connsiteY812" fmla="*/ 709494 h 1010399"/>
                <a:gd name="connsiteX813" fmla="*/ 254071 w 1109339"/>
                <a:gd name="connsiteY813" fmla="*/ 713127 h 1010399"/>
                <a:gd name="connsiteX814" fmla="*/ 253061 w 1109339"/>
                <a:gd name="connsiteY814" fmla="*/ 716020 h 1010399"/>
                <a:gd name="connsiteX815" fmla="*/ 252052 w 1109339"/>
                <a:gd name="connsiteY815" fmla="*/ 719350 h 1010399"/>
                <a:gd name="connsiteX816" fmla="*/ 252927 w 1109339"/>
                <a:gd name="connsiteY816" fmla="*/ 719922 h 1010399"/>
                <a:gd name="connsiteX817" fmla="*/ 253499 w 1109339"/>
                <a:gd name="connsiteY817" fmla="*/ 722108 h 1010399"/>
                <a:gd name="connsiteX818" fmla="*/ 253364 w 1109339"/>
                <a:gd name="connsiteY818" fmla="*/ 723689 h 1010399"/>
                <a:gd name="connsiteX819" fmla="*/ 252657 w 1109339"/>
                <a:gd name="connsiteY819" fmla="*/ 725136 h 1010399"/>
                <a:gd name="connsiteX820" fmla="*/ 249629 w 1109339"/>
                <a:gd name="connsiteY820" fmla="*/ 727457 h 1010399"/>
                <a:gd name="connsiteX821" fmla="*/ 247004 w 1109339"/>
                <a:gd name="connsiteY821" fmla="*/ 730653 h 1010399"/>
                <a:gd name="connsiteX822" fmla="*/ 245859 w 1109339"/>
                <a:gd name="connsiteY822" fmla="*/ 731225 h 1010399"/>
                <a:gd name="connsiteX823" fmla="*/ 242090 w 1109339"/>
                <a:gd name="connsiteY823" fmla="*/ 731662 h 1010399"/>
                <a:gd name="connsiteX824" fmla="*/ 240643 w 1109339"/>
                <a:gd name="connsiteY824" fmla="*/ 732234 h 1010399"/>
                <a:gd name="connsiteX825" fmla="*/ 238758 w 1109339"/>
                <a:gd name="connsiteY825" fmla="*/ 733243 h 1010399"/>
                <a:gd name="connsiteX826" fmla="*/ 235561 w 1109339"/>
                <a:gd name="connsiteY826" fmla="*/ 734690 h 1010399"/>
                <a:gd name="connsiteX827" fmla="*/ 233676 w 1109339"/>
                <a:gd name="connsiteY827" fmla="*/ 736708 h 1010399"/>
                <a:gd name="connsiteX828" fmla="*/ 231489 w 1109339"/>
                <a:gd name="connsiteY828" fmla="*/ 738457 h 1010399"/>
                <a:gd name="connsiteX829" fmla="*/ 229301 w 1109339"/>
                <a:gd name="connsiteY829" fmla="*/ 740778 h 1010399"/>
                <a:gd name="connsiteX830" fmla="*/ 228426 w 1109339"/>
                <a:gd name="connsiteY830" fmla="*/ 743671 h 1010399"/>
                <a:gd name="connsiteX831" fmla="*/ 226845 w 1109339"/>
                <a:gd name="connsiteY831" fmla="*/ 744546 h 1010399"/>
                <a:gd name="connsiteX832" fmla="*/ 224522 w 1109339"/>
                <a:gd name="connsiteY832" fmla="*/ 742090 h 1010399"/>
                <a:gd name="connsiteX833" fmla="*/ 220753 w 1109339"/>
                <a:gd name="connsiteY833" fmla="*/ 739769 h 1010399"/>
                <a:gd name="connsiteX834" fmla="*/ 217286 w 1109339"/>
                <a:gd name="connsiteY834" fmla="*/ 741956 h 1010399"/>
                <a:gd name="connsiteX835" fmla="*/ 213955 w 1109339"/>
                <a:gd name="connsiteY835" fmla="*/ 742830 h 1010399"/>
                <a:gd name="connsiteX836" fmla="*/ 210185 w 1109339"/>
                <a:gd name="connsiteY836" fmla="*/ 743840 h 1010399"/>
                <a:gd name="connsiteX837" fmla="*/ 208301 w 1109339"/>
                <a:gd name="connsiteY837" fmla="*/ 747473 h 1010399"/>
                <a:gd name="connsiteX838" fmla="*/ 207729 w 1109339"/>
                <a:gd name="connsiteY838" fmla="*/ 750938 h 1010399"/>
                <a:gd name="connsiteX839" fmla="*/ 207998 w 1109339"/>
                <a:gd name="connsiteY839" fmla="*/ 754571 h 1010399"/>
                <a:gd name="connsiteX840" fmla="*/ 208435 w 1109339"/>
                <a:gd name="connsiteY840" fmla="*/ 760794 h 1010399"/>
                <a:gd name="connsiteX841" fmla="*/ 209614 w 1109339"/>
                <a:gd name="connsiteY841" fmla="*/ 763687 h 1010399"/>
                <a:gd name="connsiteX842" fmla="*/ 213080 w 1109339"/>
                <a:gd name="connsiteY842" fmla="*/ 767757 h 1010399"/>
                <a:gd name="connsiteX843" fmla="*/ 214089 w 1109339"/>
                <a:gd name="connsiteY843" fmla="*/ 769305 h 1010399"/>
                <a:gd name="connsiteX844" fmla="*/ 216849 w 1109339"/>
                <a:gd name="connsiteY844" fmla="*/ 774956 h 1010399"/>
                <a:gd name="connsiteX845" fmla="*/ 219440 w 1109339"/>
                <a:gd name="connsiteY845" fmla="*/ 778589 h 1010399"/>
                <a:gd name="connsiteX846" fmla="*/ 219777 w 1109339"/>
                <a:gd name="connsiteY846" fmla="*/ 782660 h 1010399"/>
                <a:gd name="connsiteX847" fmla="*/ 223513 w 1109339"/>
                <a:gd name="connsiteY847" fmla="*/ 782088 h 1010399"/>
                <a:gd name="connsiteX848" fmla="*/ 227282 w 1109339"/>
                <a:gd name="connsiteY848" fmla="*/ 782088 h 1010399"/>
                <a:gd name="connsiteX849" fmla="*/ 232701 w 1109339"/>
                <a:gd name="connsiteY849" fmla="*/ 782155 h 1010399"/>
                <a:gd name="connsiteX850" fmla="*/ 238422 w 1109339"/>
                <a:gd name="connsiteY850" fmla="*/ 782727 h 1010399"/>
                <a:gd name="connsiteX851" fmla="*/ 241047 w 1109339"/>
                <a:gd name="connsiteY851" fmla="*/ 782660 h 1010399"/>
                <a:gd name="connsiteX852" fmla="*/ 243638 w 1109339"/>
                <a:gd name="connsiteY852" fmla="*/ 782458 h 1010399"/>
                <a:gd name="connsiteX853" fmla="*/ 244782 w 1109339"/>
                <a:gd name="connsiteY853" fmla="*/ 781516 h 1010399"/>
                <a:gd name="connsiteX854" fmla="*/ 246297 w 1109339"/>
                <a:gd name="connsiteY854" fmla="*/ 779935 h 1010399"/>
                <a:gd name="connsiteX855" fmla="*/ 248316 w 1109339"/>
                <a:gd name="connsiteY855" fmla="*/ 778858 h 1010399"/>
                <a:gd name="connsiteX856" fmla="*/ 250571 w 1109339"/>
                <a:gd name="connsiteY856" fmla="*/ 777715 h 1010399"/>
                <a:gd name="connsiteX857" fmla="*/ 253331 w 1109339"/>
                <a:gd name="connsiteY857" fmla="*/ 776268 h 1010399"/>
                <a:gd name="connsiteX858" fmla="*/ 254206 w 1109339"/>
                <a:gd name="connsiteY858" fmla="*/ 779094 h 1010399"/>
                <a:gd name="connsiteX859" fmla="*/ 255788 w 1109339"/>
                <a:gd name="connsiteY859" fmla="*/ 780540 h 1010399"/>
                <a:gd name="connsiteX860" fmla="*/ 258614 w 1109339"/>
                <a:gd name="connsiteY860" fmla="*/ 781281 h 1010399"/>
                <a:gd name="connsiteX861" fmla="*/ 260499 w 1109339"/>
                <a:gd name="connsiteY861" fmla="*/ 780406 h 1010399"/>
                <a:gd name="connsiteX862" fmla="*/ 262014 w 1109339"/>
                <a:gd name="connsiteY862" fmla="*/ 778959 h 1010399"/>
                <a:gd name="connsiteX863" fmla="*/ 263394 w 1109339"/>
                <a:gd name="connsiteY863" fmla="*/ 778152 h 1010399"/>
                <a:gd name="connsiteX864" fmla="*/ 265581 w 1109339"/>
                <a:gd name="connsiteY864" fmla="*/ 776470 h 1010399"/>
                <a:gd name="connsiteX865" fmla="*/ 267163 w 1109339"/>
                <a:gd name="connsiteY865" fmla="*/ 774654 h 1010399"/>
                <a:gd name="connsiteX866" fmla="*/ 269047 w 1109339"/>
                <a:gd name="connsiteY866" fmla="*/ 773577 h 1010399"/>
                <a:gd name="connsiteX867" fmla="*/ 270999 w 1109339"/>
                <a:gd name="connsiteY867" fmla="*/ 773005 h 1010399"/>
                <a:gd name="connsiteX868" fmla="*/ 272884 w 1109339"/>
                <a:gd name="connsiteY868" fmla="*/ 772871 h 1010399"/>
                <a:gd name="connsiteX869" fmla="*/ 275846 w 1109339"/>
                <a:gd name="connsiteY869" fmla="*/ 772366 h 1010399"/>
                <a:gd name="connsiteX870" fmla="*/ 278437 w 1109339"/>
                <a:gd name="connsiteY870" fmla="*/ 771357 h 1010399"/>
                <a:gd name="connsiteX871" fmla="*/ 280456 w 1109339"/>
                <a:gd name="connsiteY871" fmla="*/ 770650 h 1010399"/>
                <a:gd name="connsiteX872" fmla="*/ 282408 w 1109339"/>
                <a:gd name="connsiteY872" fmla="*/ 770348 h 1010399"/>
                <a:gd name="connsiteX873" fmla="*/ 285437 w 1109339"/>
                <a:gd name="connsiteY873" fmla="*/ 768262 h 1010399"/>
                <a:gd name="connsiteX874" fmla="*/ 289577 w 1109339"/>
                <a:gd name="connsiteY874" fmla="*/ 768262 h 1010399"/>
                <a:gd name="connsiteX875" fmla="*/ 292471 w 1109339"/>
                <a:gd name="connsiteY875" fmla="*/ 769708 h 1010399"/>
                <a:gd name="connsiteX876" fmla="*/ 293615 w 1109339"/>
                <a:gd name="connsiteY876" fmla="*/ 772736 h 1010399"/>
                <a:gd name="connsiteX877" fmla="*/ 293413 w 1109339"/>
                <a:gd name="connsiteY877" fmla="*/ 774822 h 1010399"/>
                <a:gd name="connsiteX878" fmla="*/ 290788 w 1109339"/>
                <a:gd name="connsiteY878" fmla="*/ 777008 h 1010399"/>
                <a:gd name="connsiteX879" fmla="*/ 289543 w 1109339"/>
                <a:gd name="connsiteY879" fmla="*/ 779531 h 1010399"/>
                <a:gd name="connsiteX880" fmla="*/ 290856 w 1109339"/>
                <a:gd name="connsiteY880" fmla="*/ 781482 h 1010399"/>
                <a:gd name="connsiteX881" fmla="*/ 292605 w 1109339"/>
                <a:gd name="connsiteY881" fmla="*/ 783568 h 1010399"/>
                <a:gd name="connsiteX882" fmla="*/ 293716 w 1109339"/>
                <a:gd name="connsiteY882" fmla="*/ 788849 h 1010399"/>
                <a:gd name="connsiteX883" fmla="*/ 294221 w 1109339"/>
                <a:gd name="connsiteY883" fmla="*/ 790666 h 1010399"/>
                <a:gd name="connsiteX884" fmla="*/ 296240 w 1109339"/>
                <a:gd name="connsiteY884" fmla="*/ 793424 h 1010399"/>
                <a:gd name="connsiteX885" fmla="*/ 297687 w 1109339"/>
                <a:gd name="connsiteY885" fmla="*/ 794366 h 1010399"/>
                <a:gd name="connsiteX886" fmla="*/ 299269 w 1109339"/>
                <a:gd name="connsiteY886" fmla="*/ 797058 h 1010399"/>
                <a:gd name="connsiteX887" fmla="*/ 299336 w 1109339"/>
                <a:gd name="connsiteY887" fmla="*/ 799143 h 1010399"/>
                <a:gd name="connsiteX888" fmla="*/ 298461 w 1109339"/>
                <a:gd name="connsiteY888" fmla="*/ 800724 h 1010399"/>
                <a:gd name="connsiteX889" fmla="*/ 296442 w 1109339"/>
                <a:gd name="connsiteY889" fmla="*/ 802238 h 1010399"/>
                <a:gd name="connsiteX890" fmla="*/ 293851 w 1109339"/>
                <a:gd name="connsiteY890" fmla="*/ 805266 h 1010399"/>
                <a:gd name="connsiteX891" fmla="*/ 293851 w 1109339"/>
                <a:gd name="connsiteY891" fmla="*/ 806914 h 1010399"/>
                <a:gd name="connsiteX892" fmla="*/ 294995 w 1109339"/>
                <a:gd name="connsiteY892" fmla="*/ 809302 h 1010399"/>
                <a:gd name="connsiteX893" fmla="*/ 298192 w 1109339"/>
                <a:gd name="connsiteY893" fmla="*/ 812128 h 1010399"/>
                <a:gd name="connsiteX894" fmla="*/ 300515 w 1109339"/>
                <a:gd name="connsiteY894" fmla="*/ 813003 h 1010399"/>
                <a:gd name="connsiteX895" fmla="*/ 301221 w 1109339"/>
                <a:gd name="connsiteY895" fmla="*/ 816266 h 1010399"/>
                <a:gd name="connsiteX896" fmla="*/ 300144 w 1109339"/>
                <a:gd name="connsiteY896" fmla="*/ 822354 h 1010399"/>
                <a:gd name="connsiteX897" fmla="*/ 299572 w 1109339"/>
                <a:gd name="connsiteY897" fmla="*/ 825618 h 1010399"/>
                <a:gd name="connsiteX898" fmla="*/ 300885 w 1109339"/>
                <a:gd name="connsiteY898" fmla="*/ 827636 h 1010399"/>
                <a:gd name="connsiteX899" fmla="*/ 304082 w 1109339"/>
                <a:gd name="connsiteY899" fmla="*/ 830226 h 1010399"/>
                <a:gd name="connsiteX900" fmla="*/ 306606 w 1109339"/>
                <a:gd name="connsiteY900" fmla="*/ 831740 h 1010399"/>
                <a:gd name="connsiteX901" fmla="*/ 309433 w 1109339"/>
                <a:gd name="connsiteY901" fmla="*/ 834566 h 1010399"/>
                <a:gd name="connsiteX902" fmla="*/ 310510 w 1109339"/>
                <a:gd name="connsiteY902" fmla="*/ 837526 h 1010399"/>
                <a:gd name="connsiteX903" fmla="*/ 312024 w 1109339"/>
                <a:gd name="connsiteY903" fmla="*/ 838670 h 1010399"/>
                <a:gd name="connsiteX904" fmla="*/ 314986 w 1109339"/>
                <a:gd name="connsiteY904" fmla="*/ 839679 h 1010399"/>
                <a:gd name="connsiteX905" fmla="*/ 319025 w 1109339"/>
                <a:gd name="connsiteY905" fmla="*/ 842370 h 1010399"/>
                <a:gd name="connsiteX906" fmla="*/ 319596 w 1109339"/>
                <a:gd name="connsiteY906" fmla="*/ 843817 h 1010399"/>
                <a:gd name="connsiteX907" fmla="*/ 323568 w 1109339"/>
                <a:gd name="connsiteY907" fmla="*/ 847382 h 1010399"/>
                <a:gd name="connsiteX908" fmla="*/ 330736 w 1109339"/>
                <a:gd name="connsiteY908" fmla="*/ 847517 h 1010399"/>
                <a:gd name="connsiteX909" fmla="*/ 334304 w 1109339"/>
                <a:gd name="connsiteY909" fmla="*/ 851049 h 1010399"/>
                <a:gd name="connsiteX910" fmla="*/ 337770 w 1109339"/>
                <a:gd name="connsiteY910" fmla="*/ 853740 h 1010399"/>
                <a:gd name="connsiteX911" fmla="*/ 341909 w 1109339"/>
                <a:gd name="connsiteY911" fmla="*/ 856701 h 1010399"/>
                <a:gd name="connsiteX912" fmla="*/ 346251 w 1109339"/>
                <a:gd name="connsiteY912" fmla="*/ 858652 h 1010399"/>
                <a:gd name="connsiteX913" fmla="*/ 348270 w 1109339"/>
                <a:gd name="connsiteY913" fmla="*/ 858214 h 1010399"/>
                <a:gd name="connsiteX914" fmla="*/ 349953 w 1109339"/>
                <a:gd name="connsiteY914" fmla="*/ 857272 h 1010399"/>
                <a:gd name="connsiteX915" fmla="*/ 353083 w 1109339"/>
                <a:gd name="connsiteY915" fmla="*/ 854514 h 1010399"/>
                <a:gd name="connsiteX916" fmla="*/ 357492 w 1109339"/>
                <a:gd name="connsiteY916" fmla="*/ 850982 h 1010399"/>
                <a:gd name="connsiteX917" fmla="*/ 360958 w 1109339"/>
                <a:gd name="connsiteY917" fmla="*/ 850679 h 1010399"/>
                <a:gd name="connsiteX918" fmla="*/ 365300 w 1109339"/>
                <a:gd name="connsiteY918" fmla="*/ 851318 h 1010399"/>
                <a:gd name="connsiteX919" fmla="*/ 369002 w 1109339"/>
                <a:gd name="connsiteY919" fmla="*/ 851621 h 1010399"/>
                <a:gd name="connsiteX920" fmla="*/ 371256 w 1109339"/>
                <a:gd name="connsiteY920" fmla="*/ 851419 h 1010399"/>
                <a:gd name="connsiteX921" fmla="*/ 373511 w 1109339"/>
                <a:gd name="connsiteY921" fmla="*/ 850679 h 1010399"/>
                <a:gd name="connsiteX922" fmla="*/ 373713 w 1109339"/>
                <a:gd name="connsiteY922" fmla="*/ 846844 h 1010399"/>
                <a:gd name="connsiteX923" fmla="*/ 372771 w 1109339"/>
                <a:gd name="connsiteY923" fmla="*/ 843817 h 1010399"/>
                <a:gd name="connsiteX924" fmla="*/ 372333 w 1109339"/>
                <a:gd name="connsiteY924" fmla="*/ 840856 h 1010399"/>
                <a:gd name="connsiteX925" fmla="*/ 373343 w 1109339"/>
                <a:gd name="connsiteY925" fmla="*/ 838333 h 1010399"/>
                <a:gd name="connsiteX926" fmla="*/ 374925 w 1109339"/>
                <a:gd name="connsiteY926" fmla="*/ 837089 h 1010399"/>
                <a:gd name="connsiteX927" fmla="*/ 376506 w 1109339"/>
                <a:gd name="connsiteY927" fmla="*/ 837156 h 1010399"/>
                <a:gd name="connsiteX928" fmla="*/ 377752 w 1109339"/>
                <a:gd name="connsiteY928" fmla="*/ 837728 h 1010399"/>
                <a:gd name="connsiteX929" fmla="*/ 380781 w 1109339"/>
                <a:gd name="connsiteY929" fmla="*/ 839612 h 1010399"/>
                <a:gd name="connsiteX930" fmla="*/ 383675 w 1109339"/>
                <a:gd name="connsiteY930" fmla="*/ 841866 h 1010399"/>
                <a:gd name="connsiteX931" fmla="*/ 387141 w 1109339"/>
                <a:gd name="connsiteY931" fmla="*/ 843009 h 1010399"/>
                <a:gd name="connsiteX932" fmla="*/ 388454 w 1109339"/>
                <a:gd name="connsiteY932" fmla="*/ 844523 h 1010399"/>
                <a:gd name="connsiteX933" fmla="*/ 388891 w 1109339"/>
                <a:gd name="connsiteY933" fmla="*/ 847853 h 1010399"/>
                <a:gd name="connsiteX934" fmla="*/ 390204 w 1109339"/>
                <a:gd name="connsiteY934" fmla="*/ 850612 h 1010399"/>
                <a:gd name="connsiteX935" fmla="*/ 391886 w 1109339"/>
                <a:gd name="connsiteY935" fmla="*/ 853639 h 1010399"/>
                <a:gd name="connsiteX936" fmla="*/ 393603 w 1109339"/>
                <a:gd name="connsiteY936" fmla="*/ 855456 h 1010399"/>
                <a:gd name="connsiteX937" fmla="*/ 397002 w 1109339"/>
                <a:gd name="connsiteY937" fmla="*/ 855321 h 1010399"/>
                <a:gd name="connsiteX938" fmla="*/ 400401 w 1109339"/>
                <a:gd name="connsiteY938" fmla="*/ 854312 h 1010399"/>
                <a:gd name="connsiteX939" fmla="*/ 403295 w 1109339"/>
                <a:gd name="connsiteY939" fmla="*/ 853572 h 1010399"/>
                <a:gd name="connsiteX940" fmla="*/ 406695 w 1109339"/>
                <a:gd name="connsiteY940" fmla="*/ 853269 h 1010399"/>
                <a:gd name="connsiteX941" fmla="*/ 411608 w 1109339"/>
                <a:gd name="connsiteY941" fmla="*/ 851386 h 1010399"/>
                <a:gd name="connsiteX942" fmla="*/ 414570 w 1109339"/>
                <a:gd name="connsiteY942" fmla="*/ 850309 h 1010399"/>
                <a:gd name="connsiteX943" fmla="*/ 418272 w 1109339"/>
                <a:gd name="connsiteY943" fmla="*/ 846844 h 1010399"/>
                <a:gd name="connsiteX944" fmla="*/ 421604 w 1109339"/>
                <a:gd name="connsiteY944" fmla="*/ 844658 h 1010399"/>
                <a:gd name="connsiteX945" fmla="*/ 423556 w 1109339"/>
                <a:gd name="connsiteY945" fmla="*/ 840957 h 1010399"/>
                <a:gd name="connsiteX946" fmla="*/ 426686 w 1109339"/>
                <a:gd name="connsiteY946" fmla="*/ 836988 h 1010399"/>
                <a:gd name="connsiteX947" fmla="*/ 429378 w 1109339"/>
                <a:gd name="connsiteY947" fmla="*/ 835609 h 1010399"/>
                <a:gd name="connsiteX948" fmla="*/ 432407 w 1109339"/>
                <a:gd name="connsiteY948" fmla="*/ 834027 h 1010399"/>
                <a:gd name="connsiteX949" fmla="*/ 436311 w 1109339"/>
                <a:gd name="connsiteY949" fmla="*/ 832951 h 1010399"/>
                <a:gd name="connsiteX950" fmla="*/ 438902 w 1109339"/>
                <a:gd name="connsiteY950" fmla="*/ 832446 h 1010399"/>
                <a:gd name="connsiteX951" fmla="*/ 441662 w 1109339"/>
                <a:gd name="connsiteY951" fmla="*/ 832446 h 1010399"/>
                <a:gd name="connsiteX952" fmla="*/ 443681 w 1109339"/>
                <a:gd name="connsiteY952" fmla="*/ 833657 h 1010399"/>
                <a:gd name="connsiteX953" fmla="*/ 443816 w 1109339"/>
                <a:gd name="connsiteY953" fmla="*/ 835575 h 1010399"/>
                <a:gd name="connsiteX954" fmla="*/ 442738 w 1109339"/>
                <a:gd name="connsiteY954" fmla="*/ 837526 h 1010399"/>
                <a:gd name="connsiteX955" fmla="*/ 441662 w 1109339"/>
                <a:gd name="connsiteY955" fmla="*/ 842807 h 1010399"/>
                <a:gd name="connsiteX956" fmla="*/ 442167 w 1109339"/>
                <a:gd name="connsiteY956" fmla="*/ 847012 h 1010399"/>
                <a:gd name="connsiteX957" fmla="*/ 442537 w 1109339"/>
                <a:gd name="connsiteY957" fmla="*/ 852664 h 1010399"/>
                <a:gd name="connsiteX958" fmla="*/ 445061 w 1109339"/>
                <a:gd name="connsiteY958" fmla="*/ 855725 h 1010399"/>
                <a:gd name="connsiteX959" fmla="*/ 448258 w 1109339"/>
                <a:gd name="connsiteY959" fmla="*/ 859055 h 1010399"/>
                <a:gd name="connsiteX960" fmla="*/ 453037 w 1109339"/>
                <a:gd name="connsiteY960" fmla="*/ 863193 h 1010399"/>
                <a:gd name="connsiteX961" fmla="*/ 460273 w 1109339"/>
                <a:gd name="connsiteY961" fmla="*/ 868037 h 1010399"/>
                <a:gd name="connsiteX962" fmla="*/ 470335 w 1109339"/>
                <a:gd name="connsiteY962" fmla="*/ 870560 h 1010399"/>
                <a:gd name="connsiteX963" fmla="*/ 476932 w 1109339"/>
                <a:gd name="connsiteY963" fmla="*/ 871569 h 1010399"/>
                <a:gd name="connsiteX964" fmla="*/ 481576 w 1109339"/>
                <a:gd name="connsiteY964" fmla="*/ 872208 h 1010399"/>
                <a:gd name="connsiteX965" fmla="*/ 486355 w 1109339"/>
                <a:gd name="connsiteY965" fmla="*/ 872208 h 1010399"/>
                <a:gd name="connsiteX966" fmla="*/ 490562 w 1109339"/>
                <a:gd name="connsiteY966" fmla="*/ 870964 h 1010399"/>
                <a:gd name="connsiteX967" fmla="*/ 494095 w 1109339"/>
                <a:gd name="connsiteY967" fmla="*/ 869080 h 1010399"/>
                <a:gd name="connsiteX968" fmla="*/ 497932 w 1109339"/>
                <a:gd name="connsiteY968" fmla="*/ 865817 h 1010399"/>
                <a:gd name="connsiteX969" fmla="*/ 504024 w 1109339"/>
                <a:gd name="connsiteY969" fmla="*/ 861982 h 1010399"/>
                <a:gd name="connsiteX970" fmla="*/ 511428 w 1109339"/>
                <a:gd name="connsiteY970" fmla="*/ 857777 h 1010399"/>
                <a:gd name="connsiteX971" fmla="*/ 513683 w 1109339"/>
                <a:gd name="connsiteY971" fmla="*/ 855019 h 1010399"/>
                <a:gd name="connsiteX972" fmla="*/ 516947 w 1109339"/>
                <a:gd name="connsiteY972" fmla="*/ 855019 h 1010399"/>
                <a:gd name="connsiteX973" fmla="*/ 520649 w 1109339"/>
                <a:gd name="connsiteY973" fmla="*/ 855019 h 1010399"/>
                <a:gd name="connsiteX974" fmla="*/ 522735 w 1109339"/>
                <a:gd name="connsiteY974" fmla="*/ 855019 h 1010399"/>
                <a:gd name="connsiteX975" fmla="*/ 524688 w 1109339"/>
                <a:gd name="connsiteY975" fmla="*/ 855557 h 1010399"/>
                <a:gd name="connsiteX976" fmla="*/ 526505 w 1109339"/>
                <a:gd name="connsiteY976" fmla="*/ 857037 h 1010399"/>
                <a:gd name="connsiteX977" fmla="*/ 528121 w 1109339"/>
                <a:gd name="connsiteY977" fmla="*/ 858652 h 1010399"/>
                <a:gd name="connsiteX978" fmla="*/ 528995 w 1109339"/>
                <a:gd name="connsiteY978" fmla="*/ 860031 h 1010399"/>
                <a:gd name="connsiteX979" fmla="*/ 531688 w 1109339"/>
                <a:gd name="connsiteY979" fmla="*/ 860906 h 1010399"/>
                <a:gd name="connsiteX980" fmla="*/ 533774 w 1109339"/>
                <a:gd name="connsiteY980" fmla="*/ 861276 h 1010399"/>
                <a:gd name="connsiteX981" fmla="*/ 538991 w 1109339"/>
                <a:gd name="connsiteY981" fmla="*/ 863294 h 1010399"/>
                <a:gd name="connsiteX982" fmla="*/ 540068 w 1109339"/>
                <a:gd name="connsiteY982" fmla="*/ 863361 h 1010399"/>
                <a:gd name="connsiteX983" fmla="*/ 542323 w 1109339"/>
                <a:gd name="connsiteY983" fmla="*/ 862419 h 1010399"/>
                <a:gd name="connsiteX984" fmla="*/ 544645 w 1109339"/>
                <a:gd name="connsiteY984" fmla="*/ 860098 h 1010399"/>
                <a:gd name="connsiteX985" fmla="*/ 547034 w 1109339"/>
                <a:gd name="connsiteY985" fmla="*/ 859594 h 1010399"/>
                <a:gd name="connsiteX986" fmla="*/ 550164 w 1109339"/>
                <a:gd name="connsiteY986" fmla="*/ 861040 h 1010399"/>
                <a:gd name="connsiteX987" fmla="*/ 552352 w 1109339"/>
                <a:gd name="connsiteY987" fmla="*/ 864808 h 1010399"/>
                <a:gd name="connsiteX988" fmla="*/ 551409 w 1109339"/>
                <a:gd name="connsiteY988" fmla="*/ 868003 h 1010399"/>
                <a:gd name="connsiteX989" fmla="*/ 554371 w 1109339"/>
                <a:gd name="connsiteY989" fmla="*/ 873655 h 1010399"/>
                <a:gd name="connsiteX990" fmla="*/ 557635 w 1109339"/>
                <a:gd name="connsiteY990" fmla="*/ 876346 h 1010399"/>
                <a:gd name="connsiteX991" fmla="*/ 560597 w 1109339"/>
                <a:gd name="connsiteY991" fmla="*/ 878600 h 1010399"/>
                <a:gd name="connsiteX992" fmla="*/ 564366 w 1109339"/>
                <a:gd name="connsiteY992" fmla="*/ 881056 h 1010399"/>
                <a:gd name="connsiteX993" fmla="*/ 566621 w 1109339"/>
                <a:gd name="connsiteY993" fmla="*/ 883511 h 1010399"/>
                <a:gd name="connsiteX994" fmla="*/ 565174 w 1109339"/>
                <a:gd name="connsiteY994" fmla="*/ 885967 h 1010399"/>
                <a:gd name="connsiteX995" fmla="*/ 561977 w 1109339"/>
                <a:gd name="connsiteY995" fmla="*/ 888053 h 1010399"/>
                <a:gd name="connsiteX996" fmla="*/ 559722 w 1109339"/>
                <a:gd name="connsiteY996" fmla="*/ 890677 h 1010399"/>
                <a:gd name="connsiteX997" fmla="*/ 558342 w 1109339"/>
                <a:gd name="connsiteY997" fmla="*/ 892258 h 1010399"/>
                <a:gd name="connsiteX998" fmla="*/ 557400 w 1109339"/>
                <a:gd name="connsiteY998" fmla="*/ 896395 h 1010399"/>
                <a:gd name="connsiteX999" fmla="*/ 557905 w 1109339"/>
                <a:gd name="connsiteY999" fmla="*/ 899221 h 1010399"/>
                <a:gd name="connsiteX1000" fmla="*/ 561102 w 1109339"/>
                <a:gd name="connsiteY1000" fmla="*/ 906252 h 1010399"/>
                <a:gd name="connsiteX1001" fmla="*/ 563188 w 1109339"/>
                <a:gd name="connsiteY1001" fmla="*/ 909077 h 1010399"/>
                <a:gd name="connsiteX1002" fmla="*/ 563256 w 1109339"/>
                <a:gd name="connsiteY1002" fmla="*/ 911533 h 1010399"/>
                <a:gd name="connsiteX1003" fmla="*/ 563256 w 1109339"/>
                <a:gd name="connsiteY1003" fmla="*/ 913720 h 1010399"/>
                <a:gd name="connsiteX1004" fmla="*/ 562751 w 1109339"/>
                <a:gd name="connsiteY1004" fmla="*/ 915906 h 1010399"/>
                <a:gd name="connsiteX1005" fmla="*/ 563391 w 1109339"/>
                <a:gd name="connsiteY1005" fmla="*/ 918160 h 1010399"/>
                <a:gd name="connsiteX1006" fmla="*/ 566722 w 1109339"/>
                <a:gd name="connsiteY1006" fmla="*/ 920414 h 1010399"/>
                <a:gd name="connsiteX1007" fmla="*/ 569246 w 1109339"/>
                <a:gd name="connsiteY1007" fmla="*/ 918598 h 1010399"/>
                <a:gd name="connsiteX1008" fmla="*/ 570323 w 1109339"/>
                <a:gd name="connsiteY1008" fmla="*/ 916276 h 1010399"/>
                <a:gd name="connsiteX1009" fmla="*/ 571972 w 1109339"/>
                <a:gd name="connsiteY1009" fmla="*/ 915469 h 1010399"/>
                <a:gd name="connsiteX1010" fmla="*/ 573554 w 1109339"/>
                <a:gd name="connsiteY1010" fmla="*/ 912576 h 1010399"/>
                <a:gd name="connsiteX1011" fmla="*/ 576179 w 1109339"/>
                <a:gd name="connsiteY1011" fmla="*/ 911701 h 1010399"/>
                <a:gd name="connsiteX1012" fmla="*/ 576987 w 1109339"/>
                <a:gd name="connsiteY1012" fmla="*/ 913182 h 1010399"/>
                <a:gd name="connsiteX1013" fmla="*/ 580554 w 1109339"/>
                <a:gd name="connsiteY1013" fmla="*/ 914561 h 1010399"/>
                <a:gd name="connsiteX1014" fmla="*/ 581295 w 1109339"/>
                <a:gd name="connsiteY1014" fmla="*/ 914123 h 1010399"/>
                <a:gd name="connsiteX1015" fmla="*/ 582372 w 1109339"/>
                <a:gd name="connsiteY1015" fmla="*/ 912610 h 1010399"/>
                <a:gd name="connsiteX1016" fmla="*/ 584559 w 1109339"/>
                <a:gd name="connsiteY1016" fmla="*/ 912105 h 1010399"/>
                <a:gd name="connsiteX1017" fmla="*/ 588530 w 1109339"/>
                <a:gd name="connsiteY1017" fmla="*/ 912408 h 1010399"/>
                <a:gd name="connsiteX1018" fmla="*/ 591660 w 1109339"/>
                <a:gd name="connsiteY1018" fmla="*/ 911836 h 1010399"/>
                <a:gd name="connsiteX1019" fmla="*/ 594790 w 1109339"/>
                <a:gd name="connsiteY1019" fmla="*/ 911836 h 1010399"/>
                <a:gd name="connsiteX1020" fmla="*/ 598761 w 1109339"/>
                <a:gd name="connsiteY1020" fmla="*/ 912341 h 1010399"/>
                <a:gd name="connsiteX1021" fmla="*/ 602396 w 1109339"/>
                <a:gd name="connsiteY1021" fmla="*/ 914224 h 1010399"/>
                <a:gd name="connsiteX1022" fmla="*/ 606233 w 1109339"/>
                <a:gd name="connsiteY1022" fmla="*/ 914224 h 1010399"/>
                <a:gd name="connsiteX1023" fmla="*/ 610507 w 1109339"/>
                <a:gd name="connsiteY1023" fmla="*/ 915301 h 1010399"/>
                <a:gd name="connsiteX1024" fmla="*/ 613401 w 1109339"/>
                <a:gd name="connsiteY1024" fmla="*/ 917050 h 1010399"/>
                <a:gd name="connsiteX1025" fmla="*/ 612089 w 1109339"/>
                <a:gd name="connsiteY1025" fmla="*/ 920246 h 1010399"/>
                <a:gd name="connsiteX1026" fmla="*/ 609699 w 1109339"/>
                <a:gd name="connsiteY1026" fmla="*/ 920313 h 1010399"/>
                <a:gd name="connsiteX1027" fmla="*/ 607814 w 1109339"/>
                <a:gd name="connsiteY1027" fmla="*/ 919001 h 1010399"/>
                <a:gd name="connsiteX1028" fmla="*/ 606939 w 1109339"/>
                <a:gd name="connsiteY1028" fmla="*/ 919640 h 1010399"/>
                <a:gd name="connsiteX1029" fmla="*/ 606637 w 1109339"/>
                <a:gd name="connsiteY1029" fmla="*/ 920952 h 1010399"/>
                <a:gd name="connsiteX1030" fmla="*/ 606132 w 1109339"/>
                <a:gd name="connsiteY1030" fmla="*/ 922096 h 1010399"/>
                <a:gd name="connsiteX1031" fmla="*/ 604180 w 1109339"/>
                <a:gd name="connsiteY1031" fmla="*/ 922298 h 1010399"/>
                <a:gd name="connsiteX1032" fmla="*/ 603540 w 1109339"/>
                <a:gd name="connsiteY1032" fmla="*/ 922601 h 1010399"/>
                <a:gd name="connsiteX1033" fmla="*/ 602295 w 1109339"/>
                <a:gd name="connsiteY1033" fmla="*/ 923105 h 1010399"/>
                <a:gd name="connsiteX1034" fmla="*/ 600848 w 1109339"/>
                <a:gd name="connsiteY1034" fmla="*/ 923408 h 1010399"/>
                <a:gd name="connsiteX1035" fmla="*/ 600040 w 1109339"/>
                <a:gd name="connsiteY1035" fmla="*/ 924484 h 1010399"/>
                <a:gd name="connsiteX1036" fmla="*/ 599838 w 1109339"/>
                <a:gd name="connsiteY1036" fmla="*/ 925796 h 1010399"/>
                <a:gd name="connsiteX1037" fmla="*/ 600141 w 1109339"/>
                <a:gd name="connsiteY1037" fmla="*/ 926940 h 1010399"/>
                <a:gd name="connsiteX1038" fmla="*/ 601588 w 1109339"/>
                <a:gd name="connsiteY1038" fmla="*/ 929026 h 1010399"/>
                <a:gd name="connsiteX1039" fmla="*/ 602598 w 1109339"/>
                <a:gd name="connsiteY1039" fmla="*/ 930035 h 1010399"/>
                <a:gd name="connsiteX1040" fmla="*/ 604180 w 1109339"/>
                <a:gd name="connsiteY1040" fmla="*/ 931481 h 1010399"/>
                <a:gd name="connsiteX1041" fmla="*/ 604920 w 1109339"/>
                <a:gd name="connsiteY1041" fmla="*/ 932793 h 1010399"/>
                <a:gd name="connsiteX1042" fmla="*/ 604550 w 1109339"/>
                <a:gd name="connsiteY1042" fmla="*/ 935586 h 1010399"/>
                <a:gd name="connsiteX1043" fmla="*/ 607377 w 1109339"/>
                <a:gd name="connsiteY1043" fmla="*/ 938949 h 1010399"/>
                <a:gd name="connsiteX1044" fmla="*/ 612156 w 1109339"/>
                <a:gd name="connsiteY1044" fmla="*/ 942549 h 1010399"/>
                <a:gd name="connsiteX1045" fmla="*/ 614882 w 1109339"/>
                <a:gd name="connsiteY1045" fmla="*/ 945913 h 1010399"/>
                <a:gd name="connsiteX1046" fmla="*/ 615858 w 1109339"/>
                <a:gd name="connsiteY1046" fmla="*/ 948940 h 1010399"/>
                <a:gd name="connsiteX1047" fmla="*/ 620334 w 1109339"/>
                <a:gd name="connsiteY1047" fmla="*/ 954794 h 1010399"/>
                <a:gd name="connsiteX1048" fmla="*/ 621411 w 1109339"/>
                <a:gd name="connsiteY1048" fmla="*/ 957956 h 1010399"/>
                <a:gd name="connsiteX1049" fmla="*/ 625651 w 1109339"/>
                <a:gd name="connsiteY1049" fmla="*/ 957519 h 1010399"/>
                <a:gd name="connsiteX1050" fmla="*/ 627267 w 1109339"/>
                <a:gd name="connsiteY1050" fmla="*/ 955231 h 1010399"/>
                <a:gd name="connsiteX1051" fmla="*/ 630195 w 1109339"/>
                <a:gd name="connsiteY1051" fmla="*/ 954457 h 1010399"/>
                <a:gd name="connsiteX1052" fmla="*/ 632584 w 1109339"/>
                <a:gd name="connsiteY1052" fmla="*/ 955097 h 1010399"/>
                <a:gd name="connsiteX1053" fmla="*/ 632786 w 1109339"/>
                <a:gd name="connsiteY1053" fmla="*/ 958662 h 1010399"/>
                <a:gd name="connsiteX1054" fmla="*/ 631810 w 1109339"/>
                <a:gd name="connsiteY1054" fmla="*/ 963338 h 1010399"/>
                <a:gd name="connsiteX1055" fmla="*/ 631608 w 1109339"/>
                <a:gd name="connsiteY1055" fmla="*/ 965390 h 1010399"/>
                <a:gd name="connsiteX1056" fmla="*/ 635411 w 1109339"/>
                <a:gd name="connsiteY1056" fmla="*/ 969091 h 1010399"/>
                <a:gd name="connsiteX1057" fmla="*/ 637700 w 1109339"/>
                <a:gd name="connsiteY1057" fmla="*/ 968990 h 1010399"/>
                <a:gd name="connsiteX1058" fmla="*/ 639887 w 1109339"/>
                <a:gd name="connsiteY1058" fmla="*/ 967779 h 1010399"/>
                <a:gd name="connsiteX1059" fmla="*/ 641738 w 1109339"/>
                <a:gd name="connsiteY1059" fmla="*/ 965828 h 1010399"/>
                <a:gd name="connsiteX1060" fmla="*/ 647291 w 1109339"/>
                <a:gd name="connsiteY1060" fmla="*/ 967240 h 1010399"/>
                <a:gd name="connsiteX1061" fmla="*/ 652171 w 1109339"/>
                <a:gd name="connsiteY1061" fmla="*/ 960613 h 1010399"/>
                <a:gd name="connsiteX1062" fmla="*/ 655705 w 1109339"/>
                <a:gd name="connsiteY1062" fmla="*/ 952775 h 1010399"/>
                <a:gd name="connsiteX1063" fmla="*/ 655133 w 1109339"/>
                <a:gd name="connsiteY1063" fmla="*/ 949075 h 1010399"/>
                <a:gd name="connsiteX1064" fmla="*/ 653820 w 1109339"/>
                <a:gd name="connsiteY1064" fmla="*/ 946485 h 1010399"/>
                <a:gd name="connsiteX1065" fmla="*/ 652743 w 1109339"/>
                <a:gd name="connsiteY1065" fmla="*/ 943592 h 1010399"/>
                <a:gd name="connsiteX1066" fmla="*/ 650219 w 1109339"/>
                <a:gd name="connsiteY1066" fmla="*/ 939891 h 1010399"/>
                <a:gd name="connsiteX1067" fmla="*/ 649984 w 1109339"/>
                <a:gd name="connsiteY1067" fmla="*/ 936258 h 1010399"/>
                <a:gd name="connsiteX1068" fmla="*/ 652238 w 1109339"/>
                <a:gd name="connsiteY1068" fmla="*/ 934307 h 1010399"/>
                <a:gd name="connsiteX1069" fmla="*/ 656883 w 1109339"/>
                <a:gd name="connsiteY1069" fmla="*/ 935047 h 1010399"/>
                <a:gd name="connsiteX1070" fmla="*/ 659474 w 1109339"/>
                <a:gd name="connsiteY1070" fmla="*/ 934745 h 1010399"/>
                <a:gd name="connsiteX1071" fmla="*/ 663243 w 1109339"/>
                <a:gd name="connsiteY1071" fmla="*/ 932356 h 1010399"/>
                <a:gd name="connsiteX1072" fmla="*/ 665498 w 1109339"/>
                <a:gd name="connsiteY1072" fmla="*/ 929530 h 1010399"/>
                <a:gd name="connsiteX1073" fmla="*/ 666306 w 1109339"/>
                <a:gd name="connsiteY1073" fmla="*/ 924821 h 1010399"/>
                <a:gd name="connsiteX1074" fmla="*/ 666744 w 1109339"/>
                <a:gd name="connsiteY1074" fmla="*/ 921356 h 1010399"/>
                <a:gd name="connsiteX1075" fmla="*/ 668258 w 1109339"/>
                <a:gd name="connsiteY1075" fmla="*/ 917891 h 1010399"/>
                <a:gd name="connsiteX1076" fmla="*/ 670210 w 1109339"/>
                <a:gd name="connsiteY1076" fmla="*/ 915873 h 1010399"/>
                <a:gd name="connsiteX1077" fmla="*/ 673340 w 1109339"/>
                <a:gd name="connsiteY1077" fmla="*/ 915873 h 1010399"/>
                <a:gd name="connsiteX1078" fmla="*/ 677176 w 1109339"/>
                <a:gd name="connsiteY1078" fmla="*/ 916512 h 1010399"/>
                <a:gd name="connsiteX1079" fmla="*/ 680643 w 1109339"/>
                <a:gd name="connsiteY1079" fmla="*/ 918698 h 1010399"/>
                <a:gd name="connsiteX1080" fmla="*/ 682831 w 1109339"/>
                <a:gd name="connsiteY1080" fmla="*/ 921827 h 1010399"/>
                <a:gd name="connsiteX1081" fmla="*/ 684480 w 1109339"/>
                <a:gd name="connsiteY1081" fmla="*/ 924585 h 1010399"/>
                <a:gd name="connsiteX1082" fmla="*/ 684850 w 1109339"/>
                <a:gd name="connsiteY1082" fmla="*/ 927344 h 1010399"/>
                <a:gd name="connsiteX1083" fmla="*/ 684985 w 1109339"/>
                <a:gd name="connsiteY1083" fmla="*/ 933365 h 1010399"/>
                <a:gd name="connsiteX1084" fmla="*/ 685624 w 1109339"/>
                <a:gd name="connsiteY1084" fmla="*/ 939891 h 1010399"/>
                <a:gd name="connsiteX1085" fmla="*/ 687138 w 1109339"/>
                <a:gd name="connsiteY1085" fmla="*/ 945106 h 1010399"/>
                <a:gd name="connsiteX1086" fmla="*/ 689898 w 1109339"/>
                <a:gd name="connsiteY1086" fmla="*/ 952136 h 1010399"/>
                <a:gd name="connsiteX1087" fmla="*/ 691042 w 1109339"/>
                <a:gd name="connsiteY1087" fmla="*/ 955837 h 1010399"/>
                <a:gd name="connsiteX1088" fmla="*/ 693230 w 1109339"/>
                <a:gd name="connsiteY1088" fmla="*/ 959537 h 1010399"/>
                <a:gd name="connsiteX1089" fmla="*/ 696057 w 1109339"/>
                <a:gd name="connsiteY1089" fmla="*/ 963439 h 1010399"/>
                <a:gd name="connsiteX1090" fmla="*/ 699961 w 1109339"/>
                <a:gd name="connsiteY1090" fmla="*/ 967274 h 1010399"/>
                <a:gd name="connsiteX1091" fmla="*/ 704672 w 1109339"/>
                <a:gd name="connsiteY1091" fmla="*/ 971109 h 1010399"/>
                <a:gd name="connsiteX1092" fmla="*/ 707432 w 1109339"/>
                <a:gd name="connsiteY1092" fmla="*/ 974809 h 1010399"/>
                <a:gd name="connsiteX1093" fmla="*/ 709619 w 1109339"/>
                <a:gd name="connsiteY1093" fmla="*/ 980595 h 1010399"/>
                <a:gd name="connsiteX1094" fmla="*/ 714028 w 1109339"/>
                <a:gd name="connsiteY1094" fmla="*/ 984868 h 1010399"/>
                <a:gd name="connsiteX1095" fmla="*/ 720995 w 1109339"/>
                <a:gd name="connsiteY1095" fmla="*/ 990654 h 1010399"/>
                <a:gd name="connsiteX1096" fmla="*/ 723620 w 1109339"/>
                <a:gd name="connsiteY1096" fmla="*/ 994623 h 1010399"/>
                <a:gd name="connsiteX1097" fmla="*/ 725706 w 1109339"/>
                <a:gd name="connsiteY1097" fmla="*/ 998391 h 1010399"/>
                <a:gd name="connsiteX1098" fmla="*/ 727961 w 1109339"/>
                <a:gd name="connsiteY1098" fmla="*/ 1002663 h 1010399"/>
                <a:gd name="connsiteX1099" fmla="*/ 730923 w 1109339"/>
                <a:gd name="connsiteY1099" fmla="*/ 1005186 h 1010399"/>
                <a:gd name="connsiteX1100" fmla="*/ 734457 w 1109339"/>
                <a:gd name="connsiteY1100" fmla="*/ 1007372 h 1010399"/>
                <a:gd name="connsiteX1101" fmla="*/ 737216 w 1109339"/>
                <a:gd name="connsiteY1101" fmla="*/ 1009324 h 1010399"/>
                <a:gd name="connsiteX1102" fmla="*/ 740414 w 1109339"/>
                <a:gd name="connsiteY1102" fmla="*/ 1009963 h 1010399"/>
                <a:gd name="connsiteX1103" fmla="*/ 744889 w 1109339"/>
                <a:gd name="connsiteY1103" fmla="*/ 1010400 h 1010399"/>
                <a:gd name="connsiteX1104" fmla="*/ 746909 w 1109339"/>
                <a:gd name="connsiteY1104" fmla="*/ 1009324 h 1010399"/>
                <a:gd name="connsiteX1105" fmla="*/ 748861 w 1109339"/>
                <a:gd name="connsiteY1105" fmla="*/ 1007507 h 1010399"/>
                <a:gd name="connsiteX1106" fmla="*/ 751183 w 1109339"/>
                <a:gd name="connsiteY1106" fmla="*/ 1006061 h 1010399"/>
                <a:gd name="connsiteX1107" fmla="*/ 752765 w 1109339"/>
                <a:gd name="connsiteY1107" fmla="*/ 1004917 h 1010399"/>
                <a:gd name="connsiteX1108" fmla="*/ 755289 w 1109339"/>
                <a:gd name="connsiteY1108" fmla="*/ 1004345 h 1010399"/>
                <a:gd name="connsiteX1109" fmla="*/ 759630 w 1109339"/>
                <a:gd name="connsiteY1109" fmla="*/ 1003100 h 1010399"/>
                <a:gd name="connsiteX1110" fmla="*/ 761818 w 1109339"/>
                <a:gd name="connsiteY1110" fmla="*/ 1002394 h 1010399"/>
                <a:gd name="connsiteX1111" fmla="*/ 762255 w 1109339"/>
                <a:gd name="connsiteY1111" fmla="*/ 1000005 h 1010399"/>
                <a:gd name="connsiteX1112" fmla="*/ 761179 w 1109339"/>
                <a:gd name="connsiteY1112" fmla="*/ 996541 h 1010399"/>
                <a:gd name="connsiteX1113" fmla="*/ 759294 w 1109339"/>
                <a:gd name="connsiteY1113" fmla="*/ 991125 h 1010399"/>
                <a:gd name="connsiteX1114" fmla="*/ 758082 w 1109339"/>
                <a:gd name="connsiteY1114" fmla="*/ 986213 h 1010399"/>
                <a:gd name="connsiteX1115" fmla="*/ 759025 w 1109339"/>
                <a:gd name="connsiteY1115" fmla="*/ 982143 h 1010399"/>
                <a:gd name="connsiteX1116" fmla="*/ 759967 w 1109339"/>
                <a:gd name="connsiteY1116" fmla="*/ 978678 h 1010399"/>
                <a:gd name="connsiteX1117" fmla="*/ 761145 w 1109339"/>
                <a:gd name="connsiteY1117" fmla="*/ 977669 h 1010399"/>
                <a:gd name="connsiteX1118" fmla="*/ 766361 w 1109339"/>
                <a:gd name="connsiteY1118" fmla="*/ 977803 h 1010399"/>
                <a:gd name="connsiteX1119" fmla="*/ 767943 w 1109339"/>
                <a:gd name="connsiteY1119" fmla="*/ 977299 h 1010399"/>
                <a:gd name="connsiteX1120" fmla="*/ 770467 w 1109339"/>
                <a:gd name="connsiteY1120" fmla="*/ 973968 h 1010399"/>
                <a:gd name="connsiteX1121" fmla="*/ 772352 w 1109339"/>
                <a:gd name="connsiteY1121" fmla="*/ 970705 h 1010399"/>
                <a:gd name="connsiteX1122" fmla="*/ 774607 w 1109339"/>
                <a:gd name="connsiteY1122" fmla="*/ 968754 h 1010399"/>
                <a:gd name="connsiteX1123" fmla="*/ 780765 w 1109339"/>
                <a:gd name="connsiteY1123" fmla="*/ 967072 h 1010399"/>
                <a:gd name="connsiteX1124" fmla="*/ 785679 w 1109339"/>
                <a:gd name="connsiteY1124" fmla="*/ 964684 h 1010399"/>
                <a:gd name="connsiteX1125" fmla="*/ 789314 w 1109339"/>
                <a:gd name="connsiteY1125" fmla="*/ 964617 h 1010399"/>
                <a:gd name="connsiteX1126" fmla="*/ 793655 w 1109339"/>
                <a:gd name="connsiteY1126" fmla="*/ 964482 h 1010399"/>
                <a:gd name="connsiteX1127" fmla="*/ 796347 w 1109339"/>
                <a:gd name="connsiteY1127" fmla="*/ 963742 h 1010399"/>
                <a:gd name="connsiteX1128" fmla="*/ 799612 w 1109339"/>
                <a:gd name="connsiteY1128" fmla="*/ 961353 h 1010399"/>
                <a:gd name="connsiteX1129" fmla="*/ 801497 w 1109339"/>
                <a:gd name="connsiteY1129" fmla="*/ 960277 h 1010399"/>
                <a:gd name="connsiteX1130" fmla="*/ 801497 w 1109339"/>
                <a:gd name="connsiteY1130" fmla="*/ 958763 h 1010399"/>
                <a:gd name="connsiteX1131" fmla="*/ 799444 w 1109339"/>
                <a:gd name="connsiteY1131" fmla="*/ 956745 h 1010399"/>
                <a:gd name="connsiteX1132" fmla="*/ 798905 w 1109339"/>
                <a:gd name="connsiteY1132" fmla="*/ 954155 h 1010399"/>
                <a:gd name="connsiteX1133" fmla="*/ 798973 w 1109339"/>
                <a:gd name="connsiteY1133" fmla="*/ 951463 h 1010399"/>
                <a:gd name="connsiteX1134" fmla="*/ 800723 w 1109339"/>
                <a:gd name="connsiteY1134" fmla="*/ 948940 h 1010399"/>
                <a:gd name="connsiteX1135" fmla="*/ 803045 w 1109339"/>
                <a:gd name="connsiteY1135" fmla="*/ 946485 h 1010399"/>
                <a:gd name="connsiteX1136" fmla="*/ 807756 w 1109339"/>
                <a:gd name="connsiteY1136" fmla="*/ 943726 h 1010399"/>
                <a:gd name="connsiteX1137" fmla="*/ 809708 w 1109339"/>
                <a:gd name="connsiteY1137" fmla="*/ 942986 h 1010399"/>
                <a:gd name="connsiteX1138" fmla="*/ 812401 w 1109339"/>
                <a:gd name="connsiteY1138" fmla="*/ 942616 h 1010399"/>
                <a:gd name="connsiteX1139" fmla="*/ 814420 w 1109339"/>
                <a:gd name="connsiteY1139" fmla="*/ 943625 h 1010399"/>
                <a:gd name="connsiteX1140" fmla="*/ 816170 w 1109339"/>
                <a:gd name="connsiteY1140" fmla="*/ 945947 h 1010399"/>
                <a:gd name="connsiteX1141" fmla="*/ 818054 w 1109339"/>
                <a:gd name="connsiteY1141" fmla="*/ 948604 h 1010399"/>
                <a:gd name="connsiteX1142" fmla="*/ 818761 w 1109339"/>
                <a:gd name="connsiteY1142" fmla="*/ 950555 h 1010399"/>
                <a:gd name="connsiteX1143" fmla="*/ 819468 w 1109339"/>
                <a:gd name="connsiteY1143" fmla="*/ 954020 h 1010399"/>
                <a:gd name="connsiteX1144" fmla="*/ 821218 w 1109339"/>
                <a:gd name="connsiteY1144" fmla="*/ 956913 h 1010399"/>
                <a:gd name="connsiteX1145" fmla="*/ 822093 w 1109339"/>
                <a:gd name="connsiteY1145" fmla="*/ 960243 h 1010399"/>
                <a:gd name="connsiteX1146" fmla="*/ 823103 w 1109339"/>
                <a:gd name="connsiteY1146" fmla="*/ 962565 h 1010399"/>
                <a:gd name="connsiteX1147" fmla="*/ 825189 w 1109339"/>
                <a:gd name="connsiteY1147" fmla="*/ 963305 h 1010399"/>
                <a:gd name="connsiteX1148" fmla="*/ 826771 w 1109339"/>
                <a:gd name="connsiteY1148" fmla="*/ 962565 h 1010399"/>
                <a:gd name="connsiteX1149" fmla="*/ 827781 w 1109339"/>
                <a:gd name="connsiteY1149" fmla="*/ 959806 h 1010399"/>
                <a:gd name="connsiteX1150" fmla="*/ 828723 w 1109339"/>
                <a:gd name="connsiteY1150" fmla="*/ 957115 h 1010399"/>
                <a:gd name="connsiteX1151" fmla="*/ 829531 w 1109339"/>
                <a:gd name="connsiteY1151" fmla="*/ 953986 h 1010399"/>
                <a:gd name="connsiteX1152" fmla="*/ 829733 w 1109339"/>
                <a:gd name="connsiteY1152" fmla="*/ 952405 h 1010399"/>
                <a:gd name="connsiteX1153" fmla="*/ 831045 w 1109339"/>
                <a:gd name="connsiteY1153" fmla="*/ 950017 h 1010399"/>
                <a:gd name="connsiteX1154" fmla="*/ 831617 w 1109339"/>
                <a:gd name="connsiteY1154" fmla="*/ 948436 h 1010399"/>
                <a:gd name="connsiteX1155" fmla="*/ 833300 w 1109339"/>
                <a:gd name="connsiteY1155" fmla="*/ 946417 h 1010399"/>
                <a:gd name="connsiteX1156" fmla="*/ 834747 w 1109339"/>
                <a:gd name="connsiteY1156" fmla="*/ 944231 h 1010399"/>
                <a:gd name="connsiteX1157" fmla="*/ 835757 w 1109339"/>
                <a:gd name="connsiteY1157" fmla="*/ 941910 h 1010399"/>
                <a:gd name="connsiteX1158" fmla="*/ 837137 w 1109339"/>
                <a:gd name="connsiteY1158" fmla="*/ 939151 h 1010399"/>
                <a:gd name="connsiteX1159" fmla="*/ 839089 w 1109339"/>
                <a:gd name="connsiteY1159" fmla="*/ 936763 h 1010399"/>
                <a:gd name="connsiteX1160" fmla="*/ 841276 w 1109339"/>
                <a:gd name="connsiteY1160" fmla="*/ 936023 h 1010399"/>
                <a:gd name="connsiteX1161" fmla="*/ 843295 w 1109339"/>
                <a:gd name="connsiteY1161" fmla="*/ 935586 h 1010399"/>
                <a:gd name="connsiteX1162" fmla="*/ 846930 w 1109339"/>
                <a:gd name="connsiteY1162" fmla="*/ 935586 h 1010399"/>
                <a:gd name="connsiteX1163" fmla="*/ 849387 w 1109339"/>
                <a:gd name="connsiteY1163" fmla="*/ 937032 h 1010399"/>
                <a:gd name="connsiteX1164" fmla="*/ 848882 w 1109339"/>
                <a:gd name="connsiteY1164" fmla="*/ 938546 h 1010399"/>
                <a:gd name="connsiteX1165" fmla="*/ 848579 w 1109339"/>
                <a:gd name="connsiteY1165" fmla="*/ 939925 h 1010399"/>
                <a:gd name="connsiteX1166" fmla="*/ 848512 w 1109339"/>
                <a:gd name="connsiteY1166" fmla="*/ 942684 h 1010399"/>
                <a:gd name="connsiteX1167" fmla="*/ 848377 w 1109339"/>
                <a:gd name="connsiteY1167" fmla="*/ 944937 h 1010399"/>
                <a:gd name="connsiteX1168" fmla="*/ 847435 w 1109339"/>
                <a:gd name="connsiteY1168" fmla="*/ 947830 h 1010399"/>
                <a:gd name="connsiteX1169" fmla="*/ 846930 w 1109339"/>
                <a:gd name="connsiteY1169" fmla="*/ 950286 h 1010399"/>
                <a:gd name="connsiteX1170" fmla="*/ 848680 w 1109339"/>
                <a:gd name="connsiteY1170" fmla="*/ 953684 h 1010399"/>
                <a:gd name="connsiteX1171" fmla="*/ 850700 w 1109339"/>
                <a:gd name="connsiteY1171" fmla="*/ 956509 h 1010399"/>
                <a:gd name="connsiteX1172" fmla="*/ 851776 w 1109339"/>
                <a:gd name="connsiteY1172" fmla="*/ 960277 h 1010399"/>
                <a:gd name="connsiteX1173" fmla="*/ 852349 w 1109339"/>
                <a:gd name="connsiteY1173" fmla="*/ 964112 h 1010399"/>
                <a:gd name="connsiteX1174" fmla="*/ 853560 w 1109339"/>
                <a:gd name="connsiteY1174" fmla="*/ 966198 h 1010399"/>
                <a:gd name="connsiteX1175" fmla="*/ 856320 w 1109339"/>
                <a:gd name="connsiteY1175" fmla="*/ 969461 h 1010399"/>
                <a:gd name="connsiteX1176" fmla="*/ 860325 w 1109339"/>
                <a:gd name="connsiteY1176" fmla="*/ 974103 h 1010399"/>
                <a:gd name="connsiteX1177" fmla="*/ 863892 w 1109339"/>
                <a:gd name="connsiteY1177" fmla="*/ 975852 h 1010399"/>
                <a:gd name="connsiteX1178" fmla="*/ 866854 w 1109339"/>
                <a:gd name="connsiteY1178" fmla="*/ 976222 h 1010399"/>
                <a:gd name="connsiteX1179" fmla="*/ 871767 w 1109339"/>
                <a:gd name="connsiteY1179" fmla="*/ 977030 h 1010399"/>
                <a:gd name="connsiteX1180" fmla="*/ 875032 w 1109339"/>
                <a:gd name="connsiteY1180" fmla="*/ 977971 h 1010399"/>
                <a:gd name="connsiteX1181" fmla="*/ 880450 w 1109339"/>
                <a:gd name="connsiteY1181" fmla="*/ 979855 h 1010399"/>
                <a:gd name="connsiteX1182" fmla="*/ 884287 w 1109339"/>
                <a:gd name="connsiteY1182" fmla="*/ 981672 h 1010399"/>
                <a:gd name="connsiteX1183" fmla="*/ 889133 w 1109339"/>
                <a:gd name="connsiteY1183" fmla="*/ 985069 h 1010399"/>
                <a:gd name="connsiteX1184" fmla="*/ 893912 w 1109339"/>
                <a:gd name="connsiteY1184" fmla="*/ 988332 h 1010399"/>
                <a:gd name="connsiteX1185" fmla="*/ 895931 w 1109339"/>
                <a:gd name="connsiteY1185" fmla="*/ 990149 h 1010399"/>
                <a:gd name="connsiteX1186" fmla="*/ 897950 w 1109339"/>
                <a:gd name="connsiteY1186" fmla="*/ 990654 h 1010399"/>
                <a:gd name="connsiteX1187" fmla="*/ 899532 w 1109339"/>
                <a:gd name="connsiteY1187" fmla="*/ 990654 h 1010399"/>
                <a:gd name="connsiteX1188" fmla="*/ 900912 w 1109339"/>
                <a:gd name="connsiteY1188" fmla="*/ 990855 h 1010399"/>
                <a:gd name="connsiteX1189" fmla="*/ 902427 w 1109339"/>
                <a:gd name="connsiteY1189" fmla="*/ 990923 h 1010399"/>
                <a:gd name="connsiteX1190" fmla="*/ 903436 w 1109339"/>
                <a:gd name="connsiteY1190" fmla="*/ 990418 h 1010399"/>
                <a:gd name="connsiteX1191" fmla="*/ 904883 w 1109339"/>
                <a:gd name="connsiteY1191" fmla="*/ 989981 h 1010399"/>
                <a:gd name="connsiteX1192" fmla="*/ 905893 w 1109339"/>
                <a:gd name="connsiteY1192" fmla="*/ 988164 h 1010399"/>
                <a:gd name="connsiteX1193" fmla="*/ 907138 w 1109339"/>
                <a:gd name="connsiteY1193" fmla="*/ 986718 h 1010399"/>
                <a:gd name="connsiteX1194" fmla="*/ 908215 w 1109339"/>
                <a:gd name="connsiteY1194" fmla="*/ 985339 h 1010399"/>
                <a:gd name="connsiteX1195" fmla="*/ 910100 w 1109339"/>
                <a:gd name="connsiteY1195" fmla="*/ 983825 h 1010399"/>
                <a:gd name="connsiteX1196" fmla="*/ 912052 w 1109339"/>
                <a:gd name="connsiteY1196" fmla="*/ 982950 h 1010399"/>
                <a:gd name="connsiteX1197" fmla="*/ 913566 w 1109339"/>
                <a:gd name="connsiteY1197" fmla="*/ 983690 h 1010399"/>
                <a:gd name="connsiteX1198" fmla="*/ 915215 w 1109339"/>
                <a:gd name="connsiteY1198" fmla="*/ 983690 h 1010399"/>
                <a:gd name="connsiteX1199" fmla="*/ 917538 w 1109339"/>
                <a:gd name="connsiteY1199" fmla="*/ 984195 h 1010399"/>
                <a:gd name="connsiteX1200" fmla="*/ 920062 w 1109339"/>
                <a:gd name="connsiteY1200" fmla="*/ 984632 h 1010399"/>
                <a:gd name="connsiteX1201" fmla="*/ 922148 w 1109339"/>
                <a:gd name="connsiteY1201" fmla="*/ 985944 h 1010399"/>
                <a:gd name="connsiteX1202" fmla="*/ 924167 w 1109339"/>
                <a:gd name="connsiteY1202" fmla="*/ 987256 h 1010399"/>
                <a:gd name="connsiteX1203" fmla="*/ 927634 w 1109339"/>
                <a:gd name="connsiteY1203" fmla="*/ 988635 h 1010399"/>
                <a:gd name="connsiteX1204" fmla="*/ 928273 w 1109339"/>
                <a:gd name="connsiteY1204" fmla="*/ 989039 h 1010399"/>
                <a:gd name="connsiteX1205" fmla="*/ 928273 w 1109339"/>
                <a:gd name="connsiteY1205" fmla="*/ 986314 h 1010399"/>
                <a:gd name="connsiteX1206" fmla="*/ 925076 w 1109339"/>
                <a:gd name="connsiteY1206" fmla="*/ 979351 h 1010399"/>
                <a:gd name="connsiteX1207" fmla="*/ 921442 w 1109339"/>
                <a:gd name="connsiteY1207" fmla="*/ 973396 h 1010399"/>
                <a:gd name="connsiteX1208" fmla="*/ 919557 w 1109339"/>
                <a:gd name="connsiteY1208" fmla="*/ 970066 h 1010399"/>
                <a:gd name="connsiteX1209" fmla="*/ 919557 w 1109339"/>
                <a:gd name="connsiteY1209" fmla="*/ 965424 h 1010399"/>
                <a:gd name="connsiteX1210" fmla="*/ 921307 w 1109339"/>
                <a:gd name="connsiteY1210" fmla="*/ 961219 h 1010399"/>
                <a:gd name="connsiteX1211" fmla="*/ 923898 w 1109339"/>
                <a:gd name="connsiteY1211" fmla="*/ 955567 h 1010399"/>
                <a:gd name="connsiteX1212" fmla="*/ 923191 w 1109339"/>
                <a:gd name="connsiteY1212" fmla="*/ 949176 h 1010399"/>
                <a:gd name="connsiteX1213" fmla="*/ 918413 w 1109339"/>
                <a:gd name="connsiteY1213" fmla="*/ 945274 h 1010399"/>
                <a:gd name="connsiteX1214" fmla="*/ 921610 w 1109339"/>
                <a:gd name="connsiteY1214" fmla="*/ 941237 h 1010399"/>
                <a:gd name="connsiteX1215" fmla="*/ 920600 w 1109339"/>
                <a:gd name="connsiteY1215" fmla="*/ 928622 h 1010399"/>
                <a:gd name="connsiteX1216" fmla="*/ 919456 w 1109339"/>
                <a:gd name="connsiteY1216" fmla="*/ 916310 h 1010399"/>
                <a:gd name="connsiteX1217" fmla="*/ 916561 w 1109339"/>
                <a:gd name="connsiteY1217" fmla="*/ 909515 h 1010399"/>
                <a:gd name="connsiteX1218" fmla="*/ 916561 w 1109339"/>
                <a:gd name="connsiteY1218" fmla="*/ 905747 h 1010399"/>
                <a:gd name="connsiteX1219" fmla="*/ 916427 w 1109339"/>
                <a:gd name="connsiteY1219" fmla="*/ 901677 h 1010399"/>
                <a:gd name="connsiteX1220" fmla="*/ 911917 w 1109339"/>
                <a:gd name="connsiteY1220" fmla="*/ 899356 h 1010399"/>
                <a:gd name="connsiteX1221" fmla="*/ 909158 w 1109339"/>
                <a:gd name="connsiteY1221" fmla="*/ 896160 h 1010399"/>
                <a:gd name="connsiteX1222" fmla="*/ 909158 w 1109339"/>
                <a:gd name="connsiteY1222" fmla="*/ 888927 h 1010399"/>
                <a:gd name="connsiteX1223" fmla="*/ 904076 w 1109339"/>
                <a:gd name="connsiteY1223" fmla="*/ 881089 h 1010399"/>
                <a:gd name="connsiteX1224" fmla="*/ 899734 w 1109339"/>
                <a:gd name="connsiteY1224" fmla="*/ 873991 h 1010399"/>
                <a:gd name="connsiteX1225" fmla="*/ 897715 w 1109339"/>
                <a:gd name="connsiteY1225" fmla="*/ 866456 h 1010399"/>
                <a:gd name="connsiteX1226" fmla="*/ 893508 w 1109339"/>
                <a:gd name="connsiteY1226" fmla="*/ 861545 h 1010399"/>
                <a:gd name="connsiteX1227" fmla="*/ 893508 w 1109339"/>
                <a:gd name="connsiteY1227" fmla="*/ 857643 h 1010399"/>
                <a:gd name="connsiteX1228" fmla="*/ 890479 w 1109339"/>
                <a:gd name="connsiteY1228" fmla="*/ 854884 h 1010399"/>
                <a:gd name="connsiteX1229" fmla="*/ 886575 w 1109339"/>
                <a:gd name="connsiteY1229" fmla="*/ 851554 h 1010399"/>
                <a:gd name="connsiteX1230" fmla="*/ 880619 w 1109339"/>
                <a:gd name="connsiteY1230" fmla="*/ 846205 h 1010399"/>
                <a:gd name="connsiteX1231" fmla="*/ 876984 w 1109339"/>
                <a:gd name="connsiteY1231" fmla="*/ 840554 h 1010399"/>
                <a:gd name="connsiteX1232" fmla="*/ 878296 w 1109339"/>
                <a:gd name="connsiteY1232" fmla="*/ 837661 h 1010399"/>
                <a:gd name="connsiteX1233" fmla="*/ 882941 w 1109339"/>
                <a:gd name="connsiteY1233" fmla="*/ 833321 h 1010399"/>
                <a:gd name="connsiteX1234" fmla="*/ 886272 w 1109339"/>
                <a:gd name="connsiteY1234" fmla="*/ 830428 h 1010399"/>
                <a:gd name="connsiteX1235" fmla="*/ 888729 w 1109339"/>
                <a:gd name="connsiteY1235" fmla="*/ 830428 h 1010399"/>
                <a:gd name="connsiteX1236" fmla="*/ 894518 w 1109339"/>
                <a:gd name="connsiteY1236" fmla="*/ 832177 h 1010399"/>
                <a:gd name="connsiteX1237" fmla="*/ 901484 w 1109339"/>
                <a:gd name="connsiteY1237" fmla="*/ 829150 h 1010399"/>
                <a:gd name="connsiteX1238" fmla="*/ 901619 w 1109339"/>
                <a:gd name="connsiteY1238" fmla="*/ 826257 h 1010399"/>
                <a:gd name="connsiteX1239" fmla="*/ 900037 w 1109339"/>
                <a:gd name="connsiteY1239" fmla="*/ 823061 h 1010399"/>
                <a:gd name="connsiteX1240" fmla="*/ 905085 w 1109339"/>
                <a:gd name="connsiteY1240" fmla="*/ 820874 h 1010399"/>
                <a:gd name="connsiteX1241" fmla="*/ 907710 w 1109339"/>
                <a:gd name="connsiteY1241" fmla="*/ 822186 h 1010399"/>
                <a:gd name="connsiteX1242" fmla="*/ 910167 w 1109339"/>
                <a:gd name="connsiteY1242" fmla="*/ 819428 h 1010399"/>
                <a:gd name="connsiteX1243" fmla="*/ 915686 w 1109339"/>
                <a:gd name="connsiteY1243" fmla="*/ 814079 h 1010399"/>
                <a:gd name="connsiteX1244" fmla="*/ 919759 w 1109339"/>
                <a:gd name="connsiteY1244" fmla="*/ 806544 h 1010399"/>
                <a:gd name="connsiteX1245" fmla="*/ 925413 w 1109339"/>
                <a:gd name="connsiteY1245" fmla="*/ 800455 h 1010399"/>
                <a:gd name="connsiteX1246" fmla="*/ 924538 w 1109339"/>
                <a:gd name="connsiteY1246" fmla="*/ 791911 h 1010399"/>
                <a:gd name="connsiteX1247" fmla="*/ 930057 w 1109339"/>
                <a:gd name="connsiteY1247" fmla="*/ 791911 h 1010399"/>
                <a:gd name="connsiteX1248" fmla="*/ 933759 w 1109339"/>
                <a:gd name="connsiteY1248" fmla="*/ 791339 h 1010399"/>
                <a:gd name="connsiteX1249" fmla="*/ 935274 w 1109339"/>
                <a:gd name="connsiteY1249" fmla="*/ 785553 h 1010399"/>
                <a:gd name="connsiteX1250" fmla="*/ 935274 w 1109339"/>
                <a:gd name="connsiteY1250" fmla="*/ 781213 h 1010399"/>
                <a:gd name="connsiteX1251" fmla="*/ 936149 w 1109339"/>
                <a:gd name="connsiteY1251" fmla="*/ 778085 h 1010399"/>
                <a:gd name="connsiteX1252" fmla="*/ 938168 w 1109339"/>
                <a:gd name="connsiteY1252" fmla="*/ 776840 h 1010399"/>
                <a:gd name="connsiteX1253" fmla="*/ 939615 w 1109339"/>
                <a:gd name="connsiteY1253" fmla="*/ 776840 h 1010399"/>
                <a:gd name="connsiteX1254" fmla="*/ 943519 w 1109339"/>
                <a:gd name="connsiteY1254" fmla="*/ 777715 h 1010399"/>
                <a:gd name="connsiteX1255" fmla="*/ 950486 w 1109339"/>
                <a:gd name="connsiteY1255" fmla="*/ 778724 h 1010399"/>
                <a:gd name="connsiteX1256" fmla="*/ 958596 w 1109339"/>
                <a:gd name="connsiteY1256" fmla="*/ 781920 h 1010399"/>
                <a:gd name="connsiteX1257" fmla="*/ 964553 w 1109339"/>
                <a:gd name="connsiteY1257" fmla="*/ 781348 h 1010399"/>
                <a:gd name="connsiteX1258" fmla="*/ 1011804 w 1109339"/>
                <a:gd name="connsiteY1258" fmla="*/ 783803 h 1010399"/>
                <a:gd name="connsiteX1259" fmla="*/ 1028328 w 1109339"/>
                <a:gd name="connsiteY1259" fmla="*/ 783803 h 1010399"/>
                <a:gd name="connsiteX1260" fmla="*/ 1040781 w 1109339"/>
                <a:gd name="connsiteY1260" fmla="*/ 778287 h 1010399"/>
                <a:gd name="connsiteX1261" fmla="*/ 1045425 w 1109339"/>
                <a:gd name="connsiteY1261" fmla="*/ 771929 h 1010399"/>
                <a:gd name="connsiteX1262" fmla="*/ 1046569 w 1109339"/>
                <a:gd name="connsiteY1262" fmla="*/ 767757 h 1010399"/>
                <a:gd name="connsiteX1263" fmla="*/ 1046569 w 1109339"/>
                <a:gd name="connsiteY1263" fmla="*/ 763822 h 1010399"/>
                <a:gd name="connsiteX1264" fmla="*/ 1044819 w 1109339"/>
                <a:gd name="connsiteY1264" fmla="*/ 761231 h 1010399"/>
                <a:gd name="connsiteX1265" fmla="*/ 1043069 w 1109339"/>
                <a:gd name="connsiteY1265" fmla="*/ 758910 h 1010399"/>
                <a:gd name="connsiteX1266" fmla="*/ 1040612 w 1109339"/>
                <a:gd name="connsiteY1266" fmla="*/ 757531 h 1010399"/>
                <a:gd name="connsiteX1267" fmla="*/ 1040208 w 1109339"/>
                <a:gd name="connsiteY1267" fmla="*/ 754705 h 1010399"/>
                <a:gd name="connsiteX1268" fmla="*/ 1039603 w 1109339"/>
                <a:gd name="connsiteY1268" fmla="*/ 750366 h 1010399"/>
                <a:gd name="connsiteX1269" fmla="*/ 1039603 w 1109339"/>
                <a:gd name="connsiteY1269" fmla="*/ 748179 h 1010399"/>
                <a:gd name="connsiteX1270" fmla="*/ 1041555 w 1109339"/>
                <a:gd name="connsiteY1270" fmla="*/ 745051 h 1010399"/>
                <a:gd name="connsiteX1271" fmla="*/ 1042800 w 1109339"/>
                <a:gd name="connsiteY1271" fmla="*/ 742090 h 1010399"/>
                <a:gd name="connsiteX1272" fmla="*/ 1043944 w 1109339"/>
                <a:gd name="connsiteY1272" fmla="*/ 736439 h 1010399"/>
                <a:gd name="connsiteX1273" fmla="*/ 1045089 w 1109339"/>
                <a:gd name="connsiteY1273" fmla="*/ 730350 h 1010399"/>
                <a:gd name="connsiteX1274" fmla="*/ 1047276 w 1109339"/>
                <a:gd name="connsiteY1274" fmla="*/ 724699 h 1010399"/>
                <a:gd name="connsiteX1275" fmla="*/ 1051920 w 1109339"/>
                <a:gd name="connsiteY1275" fmla="*/ 720359 h 1010399"/>
                <a:gd name="connsiteX1276" fmla="*/ 1056699 w 1109339"/>
                <a:gd name="connsiteY1276" fmla="*/ 716592 h 1010399"/>
                <a:gd name="connsiteX1277" fmla="*/ 1057709 w 1109339"/>
                <a:gd name="connsiteY1277" fmla="*/ 707307 h 1010399"/>
                <a:gd name="connsiteX1278" fmla="*/ 1055959 w 1109339"/>
                <a:gd name="connsiteY1278" fmla="*/ 690083 h 1010399"/>
                <a:gd name="connsiteX1279" fmla="*/ 1059089 w 1109339"/>
                <a:gd name="connsiteY1279" fmla="*/ 684432 h 1010399"/>
                <a:gd name="connsiteX1280" fmla="*/ 1061344 w 1109339"/>
                <a:gd name="connsiteY1280" fmla="*/ 680530 h 1010399"/>
                <a:gd name="connsiteX1281" fmla="*/ 1064474 w 1109339"/>
                <a:gd name="connsiteY1281" fmla="*/ 676392 h 1010399"/>
                <a:gd name="connsiteX1282" fmla="*/ 1067132 w 1109339"/>
                <a:gd name="connsiteY1282" fmla="*/ 672423 h 1010399"/>
                <a:gd name="connsiteX1283" fmla="*/ 1068848 w 1109339"/>
                <a:gd name="connsiteY1283" fmla="*/ 670673 h 1010399"/>
                <a:gd name="connsiteX1284" fmla="*/ 1070901 w 1109339"/>
                <a:gd name="connsiteY1284" fmla="*/ 668857 h 1010399"/>
                <a:gd name="connsiteX1285" fmla="*/ 1070901 w 1109339"/>
                <a:gd name="connsiteY1285" fmla="*/ 666468 h 1010399"/>
                <a:gd name="connsiteX1286" fmla="*/ 1068579 w 1109339"/>
                <a:gd name="connsiteY1286" fmla="*/ 658193 h 1010399"/>
                <a:gd name="connsiteX1287" fmla="*/ 1068512 w 1109339"/>
                <a:gd name="connsiteY1287" fmla="*/ 651667 h 1010399"/>
                <a:gd name="connsiteX1288" fmla="*/ 1068950 w 1109339"/>
                <a:gd name="connsiteY1288" fmla="*/ 645814 h 1010399"/>
                <a:gd name="connsiteX1289" fmla="*/ 1072416 w 1109339"/>
                <a:gd name="connsiteY1289" fmla="*/ 641407 h 1010399"/>
                <a:gd name="connsiteX1290" fmla="*/ 1077935 w 1109339"/>
                <a:gd name="connsiteY1290" fmla="*/ 635688 h 1010399"/>
                <a:gd name="connsiteX1291" fmla="*/ 1079820 w 1109339"/>
                <a:gd name="connsiteY1291" fmla="*/ 632862 h 1010399"/>
                <a:gd name="connsiteX1292" fmla="*/ 1079517 w 1109339"/>
                <a:gd name="connsiteY1292" fmla="*/ 627278 h 1010399"/>
                <a:gd name="connsiteX1293" fmla="*/ 1077060 w 1109339"/>
                <a:gd name="connsiteY1293" fmla="*/ 623006 h 1010399"/>
                <a:gd name="connsiteX1294" fmla="*/ 1072012 w 1109339"/>
                <a:gd name="connsiteY1294" fmla="*/ 615841 h 1010399"/>
                <a:gd name="connsiteX1295" fmla="*/ 1073392 w 1109339"/>
                <a:gd name="connsiteY1295" fmla="*/ 609079 h 1010399"/>
                <a:gd name="connsiteX1296" fmla="*/ 1074738 w 1109339"/>
                <a:gd name="connsiteY1296" fmla="*/ 603293 h 1010399"/>
                <a:gd name="connsiteX1297" fmla="*/ 1079281 w 1109339"/>
                <a:gd name="connsiteY1297" fmla="*/ 599828 h 1010399"/>
                <a:gd name="connsiteX1298" fmla="*/ 1080426 w 1109339"/>
                <a:gd name="connsiteY1298" fmla="*/ 596027 h 1010399"/>
                <a:gd name="connsiteX1299" fmla="*/ 1079887 w 1109339"/>
                <a:gd name="connsiteY1299" fmla="*/ 586473 h 1010399"/>
                <a:gd name="connsiteX1300" fmla="*/ 1078743 w 1109339"/>
                <a:gd name="connsiteY1300" fmla="*/ 584657 h 1010399"/>
                <a:gd name="connsiteX1301" fmla="*/ 1077767 w 1109339"/>
                <a:gd name="connsiteY1301" fmla="*/ 580250 h 1010399"/>
                <a:gd name="connsiteX1302" fmla="*/ 1076051 w 1109339"/>
                <a:gd name="connsiteY1302" fmla="*/ 575036 h 1010399"/>
                <a:gd name="connsiteX1303" fmla="*/ 1076556 w 1109339"/>
                <a:gd name="connsiteY1303" fmla="*/ 570293 h 1010399"/>
                <a:gd name="connsiteX1304" fmla="*/ 1076724 w 1109339"/>
                <a:gd name="connsiteY1304" fmla="*/ 564339 h 1010399"/>
                <a:gd name="connsiteX1305" fmla="*/ 1077060 w 1109339"/>
                <a:gd name="connsiteY1305" fmla="*/ 556400 h 1010399"/>
                <a:gd name="connsiteX1306" fmla="*/ 1076892 w 1109339"/>
                <a:gd name="connsiteY1306" fmla="*/ 546106 h 1010399"/>
                <a:gd name="connsiteX1307" fmla="*/ 1079382 w 1109339"/>
                <a:gd name="connsiteY1307" fmla="*/ 540656 h 1010399"/>
                <a:gd name="connsiteX1308" fmla="*/ 1081772 w 1109339"/>
                <a:gd name="connsiteY1308" fmla="*/ 535644 h 1010399"/>
                <a:gd name="connsiteX1309" fmla="*/ 1083084 w 1109339"/>
                <a:gd name="connsiteY1309" fmla="*/ 528243 h 1010399"/>
                <a:gd name="connsiteX1310" fmla="*/ 1083084 w 1109339"/>
                <a:gd name="connsiteY1310" fmla="*/ 523904 h 1010399"/>
                <a:gd name="connsiteX1311" fmla="*/ 1080257 w 1109339"/>
                <a:gd name="connsiteY1311" fmla="*/ 519228 h 1010399"/>
                <a:gd name="connsiteX1312" fmla="*/ 1079382 w 1109339"/>
                <a:gd name="connsiteY1312" fmla="*/ 516503 h 1010399"/>
                <a:gd name="connsiteX1313" fmla="*/ 1078743 w 1109339"/>
                <a:gd name="connsiteY1313" fmla="*/ 510650 h 1010399"/>
                <a:gd name="connsiteX1314" fmla="*/ 1079382 w 1109339"/>
                <a:gd name="connsiteY1314" fmla="*/ 507488 h 1010399"/>
                <a:gd name="connsiteX1315" fmla="*/ 1081873 w 1109339"/>
                <a:gd name="connsiteY1315" fmla="*/ 504325 h 1010399"/>
                <a:gd name="connsiteX1316" fmla="*/ 1087729 w 1109339"/>
                <a:gd name="connsiteY1316" fmla="*/ 499448 h 1010399"/>
                <a:gd name="connsiteX1317" fmla="*/ 1097623 w 1109339"/>
                <a:gd name="connsiteY1317" fmla="*/ 491744 h 1010399"/>
                <a:gd name="connsiteX1318" fmla="*/ 1100551 w 1109339"/>
                <a:gd name="connsiteY1318" fmla="*/ 487169 h 1010399"/>
                <a:gd name="connsiteX1319" fmla="*/ 1104623 w 1109339"/>
                <a:gd name="connsiteY1319" fmla="*/ 481955 h 1010399"/>
                <a:gd name="connsiteX1320" fmla="*/ 1107383 w 1109339"/>
                <a:gd name="connsiteY1320" fmla="*/ 477279 h 1010399"/>
                <a:gd name="connsiteX1321" fmla="*/ 1107383 w 1109339"/>
                <a:gd name="connsiteY1321" fmla="*/ 470013 h 1010399"/>
                <a:gd name="connsiteX1322" fmla="*/ 1108460 w 1109339"/>
                <a:gd name="connsiteY1322" fmla="*/ 462175 h 1010399"/>
                <a:gd name="connsiteX1323" fmla="*/ 1107787 w 1109339"/>
                <a:gd name="connsiteY1323" fmla="*/ 452823 h 1010399"/>
                <a:gd name="connsiteX1324" fmla="*/ 1106171 w 1109339"/>
                <a:gd name="connsiteY1324" fmla="*/ 448484 h 1010399"/>
                <a:gd name="connsiteX1325" fmla="*/ 1099104 w 1109339"/>
                <a:gd name="connsiteY1325" fmla="*/ 445759 h 1010399"/>
                <a:gd name="connsiteX1326" fmla="*/ 1096042 w 1109339"/>
                <a:gd name="connsiteY1326" fmla="*/ 444783 h 1010399"/>
                <a:gd name="connsiteX1327" fmla="*/ 1092575 w 1109339"/>
                <a:gd name="connsiteY1327" fmla="*/ 444783 h 1010399"/>
                <a:gd name="connsiteX1328" fmla="*/ 1088772 w 1109339"/>
                <a:gd name="connsiteY1328" fmla="*/ 441857 h 1010399"/>
                <a:gd name="connsiteX1329" fmla="*/ 1086483 w 1109339"/>
                <a:gd name="connsiteY1329" fmla="*/ 439569 h 1010399"/>
                <a:gd name="connsiteX1330" fmla="*/ 1085508 w 1109339"/>
                <a:gd name="connsiteY1330" fmla="*/ 437181 h 1010399"/>
                <a:gd name="connsiteX1331" fmla="*/ 1086719 w 1109339"/>
                <a:gd name="connsiteY1331" fmla="*/ 432740 h 1010399"/>
                <a:gd name="connsiteX1332" fmla="*/ 1087493 w 1109339"/>
                <a:gd name="connsiteY1332" fmla="*/ 426113 h 1010399"/>
                <a:gd name="connsiteX1333" fmla="*/ 1088536 w 1109339"/>
                <a:gd name="connsiteY1333" fmla="*/ 421875 h 1010399"/>
                <a:gd name="connsiteX1334" fmla="*/ 1091734 w 1109339"/>
                <a:gd name="connsiteY1334" fmla="*/ 418713 h 1010399"/>
                <a:gd name="connsiteX1335" fmla="*/ 1091734 w 1109339"/>
                <a:gd name="connsiteY1335" fmla="*/ 414373 h 1010399"/>
                <a:gd name="connsiteX1336" fmla="*/ 1089546 w 1109339"/>
                <a:gd name="connsiteY1336" fmla="*/ 408822 h 1010399"/>
                <a:gd name="connsiteX1337" fmla="*/ 1090522 w 1109339"/>
                <a:gd name="connsiteY1337" fmla="*/ 405660 h 1010399"/>
                <a:gd name="connsiteX1338" fmla="*/ 1093988 w 1109339"/>
                <a:gd name="connsiteY1338" fmla="*/ 401422 h 1010399"/>
                <a:gd name="connsiteX1339" fmla="*/ 1098465 w 1109339"/>
                <a:gd name="connsiteY1339" fmla="*/ 399672 h 1010399"/>
                <a:gd name="connsiteX1340" fmla="*/ 1104321 w 1109339"/>
                <a:gd name="connsiteY1340" fmla="*/ 393920 h 1010399"/>
                <a:gd name="connsiteX1341" fmla="*/ 1107787 w 1109339"/>
                <a:gd name="connsiteY1341" fmla="*/ 390455 h 1010399"/>
                <a:gd name="connsiteX1342" fmla="*/ 1109301 w 1109339"/>
                <a:gd name="connsiteY1342" fmla="*/ 389143 h 1010399"/>
                <a:gd name="connsiteX1343" fmla="*/ 1109167 w 1109339"/>
                <a:gd name="connsiteY1343" fmla="*/ 386721 h 101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109339" h="1010399">
                  <a:moveTo>
                    <a:pt x="1109167" y="386721"/>
                  </a:moveTo>
                  <a:lnTo>
                    <a:pt x="1109066" y="385577"/>
                  </a:lnTo>
                  <a:lnTo>
                    <a:pt x="1109066" y="384871"/>
                  </a:lnTo>
                  <a:lnTo>
                    <a:pt x="1108359" y="383391"/>
                  </a:lnTo>
                  <a:lnTo>
                    <a:pt x="1106508" y="383761"/>
                  </a:lnTo>
                  <a:lnTo>
                    <a:pt x="1105263" y="384636"/>
                  </a:lnTo>
                  <a:lnTo>
                    <a:pt x="1104926" y="385779"/>
                  </a:lnTo>
                  <a:lnTo>
                    <a:pt x="1104051" y="387630"/>
                  </a:lnTo>
                  <a:lnTo>
                    <a:pt x="1102133" y="388403"/>
                  </a:lnTo>
                  <a:lnTo>
                    <a:pt x="1099912" y="388841"/>
                  </a:lnTo>
                  <a:lnTo>
                    <a:pt x="1097691" y="389917"/>
                  </a:lnTo>
                  <a:cubicBezTo>
                    <a:pt x="1097691" y="389917"/>
                    <a:pt x="1095671" y="390455"/>
                    <a:pt x="1095301" y="390455"/>
                  </a:cubicBezTo>
                  <a:cubicBezTo>
                    <a:pt x="1094931" y="390455"/>
                    <a:pt x="1091263" y="391397"/>
                    <a:pt x="1091060" y="391397"/>
                  </a:cubicBezTo>
                  <a:cubicBezTo>
                    <a:pt x="1090825" y="391397"/>
                    <a:pt x="1082142" y="391128"/>
                    <a:pt x="1082142" y="391128"/>
                  </a:cubicBezTo>
                  <a:lnTo>
                    <a:pt x="1076387" y="391397"/>
                  </a:lnTo>
                  <a:lnTo>
                    <a:pt x="1071642" y="392474"/>
                  </a:lnTo>
                  <a:lnTo>
                    <a:pt x="1065921" y="396712"/>
                  </a:lnTo>
                  <a:lnTo>
                    <a:pt x="1061041" y="398832"/>
                  </a:lnTo>
                  <a:lnTo>
                    <a:pt x="1048252" y="405122"/>
                  </a:lnTo>
                  <a:cubicBezTo>
                    <a:pt x="1048252" y="405122"/>
                    <a:pt x="1041992" y="410504"/>
                    <a:pt x="1041689" y="410605"/>
                  </a:cubicBezTo>
                  <a:cubicBezTo>
                    <a:pt x="1041353" y="410706"/>
                    <a:pt x="1032569" y="415281"/>
                    <a:pt x="1032569" y="415281"/>
                  </a:cubicBezTo>
                  <a:lnTo>
                    <a:pt x="1011434" y="432236"/>
                  </a:lnTo>
                  <a:cubicBezTo>
                    <a:pt x="1011434" y="432236"/>
                    <a:pt x="1002313" y="439199"/>
                    <a:pt x="1001977" y="439401"/>
                  </a:cubicBezTo>
                  <a:cubicBezTo>
                    <a:pt x="1001640" y="439603"/>
                    <a:pt x="991208" y="441150"/>
                    <a:pt x="990467" y="441588"/>
                  </a:cubicBezTo>
                  <a:cubicBezTo>
                    <a:pt x="989693" y="442025"/>
                    <a:pt x="980471" y="445725"/>
                    <a:pt x="978721" y="445927"/>
                  </a:cubicBezTo>
                  <a:cubicBezTo>
                    <a:pt x="976972" y="446129"/>
                    <a:pt x="971115" y="452991"/>
                    <a:pt x="971115" y="453328"/>
                  </a:cubicBezTo>
                  <a:cubicBezTo>
                    <a:pt x="971115" y="453664"/>
                    <a:pt x="964048" y="459955"/>
                    <a:pt x="963712" y="460056"/>
                  </a:cubicBezTo>
                  <a:cubicBezTo>
                    <a:pt x="963375" y="460157"/>
                    <a:pt x="955870" y="466784"/>
                    <a:pt x="955668" y="467120"/>
                  </a:cubicBezTo>
                  <a:cubicBezTo>
                    <a:pt x="955466" y="467456"/>
                    <a:pt x="951428" y="475160"/>
                    <a:pt x="951428" y="475160"/>
                  </a:cubicBezTo>
                  <a:lnTo>
                    <a:pt x="945673" y="477885"/>
                  </a:lnTo>
                  <a:lnTo>
                    <a:pt x="942980" y="477885"/>
                  </a:lnTo>
                  <a:lnTo>
                    <a:pt x="940355" y="479836"/>
                  </a:lnTo>
                  <a:lnTo>
                    <a:pt x="939480" y="486463"/>
                  </a:lnTo>
                  <a:lnTo>
                    <a:pt x="939918" y="492753"/>
                  </a:lnTo>
                  <a:lnTo>
                    <a:pt x="940120" y="494604"/>
                  </a:lnTo>
                  <a:lnTo>
                    <a:pt x="939346" y="497766"/>
                  </a:lnTo>
                  <a:lnTo>
                    <a:pt x="937293" y="498977"/>
                  </a:lnTo>
                  <a:lnTo>
                    <a:pt x="935543" y="500289"/>
                  </a:lnTo>
                  <a:lnTo>
                    <a:pt x="930865" y="500726"/>
                  </a:lnTo>
                  <a:lnTo>
                    <a:pt x="919658" y="500928"/>
                  </a:lnTo>
                  <a:lnTo>
                    <a:pt x="913364" y="506377"/>
                  </a:lnTo>
                  <a:lnTo>
                    <a:pt x="906297" y="510179"/>
                  </a:lnTo>
                  <a:lnTo>
                    <a:pt x="902494" y="512668"/>
                  </a:lnTo>
                  <a:lnTo>
                    <a:pt x="896402" y="514451"/>
                  </a:lnTo>
                  <a:lnTo>
                    <a:pt x="890648" y="516133"/>
                  </a:lnTo>
                  <a:lnTo>
                    <a:pt x="880315" y="516133"/>
                  </a:lnTo>
                  <a:lnTo>
                    <a:pt x="857834" y="516772"/>
                  </a:lnTo>
                  <a:lnTo>
                    <a:pt x="852416" y="517108"/>
                  </a:lnTo>
                  <a:lnTo>
                    <a:pt x="847402" y="518757"/>
                  </a:lnTo>
                  <a:cubicBezTo>
                    <a:pt x="847402" y="518757"/>
                    <a:pt x="842084" y="521784"/>
                    <a:pt x="841646" y="521919"/>
                  </a:cubicBezTo>
                  <a:cubicBezTo>
                    <a:pt x="841209" y="522020"/>
                    <a:pt x="835555" y="522558"/>
                    <a:pt x="835555" y="522558"/>
                  </a:cubicBezTo>
                  <a:lnTo>
                    <a:pt x="829463" y="524509"/>
                  </a:lnTo>
                  <a:lnTo>
                    <a:pt x="824348" y="526359"/>
                  </a:lnTo>
                  <a:lnTo>
                    <a:pt x="817819" y="526696"/>
                  </a:lnTo>
                  <a:lnTo>
                    <a:pt x="813242" y="525485"/>
                  </a:lnTo>
                  <a:lnTo>
                    <a:pt x="807790" y="517108"/>
                  </a:lnTo>
                  <a:lnTo>
                    <a:pt x="803785" y="509607"/>
                  </a:lnTo>
                  <a:lnTo>
                    <a:pt x="798468" y="505368"/>
                  </a:lnTo>
                  <a:cubicBezTo>
                    <a:pt x="798468" y="505368"/>
                    <a:pt x="796516" y="503854"/>
                    <a:pt x="796078" y="503619"/>
                  </a:cubicBezTo>
                  <a:cubicBezTo>
                    <a:pt x="795641" y="503417"/>
                    <a:pt x="790963" y="500894"/>
                    <a:pt x="790963" y="500894"/>
                  </a:cubicBezTo>
                  <a:cubicBezTo>
                    <a:pt x="790963" y="500894"/>
                    <a:pt x="787967" y="498506"/>
                    <a:pt x="787429" y="498169"/>
                  </a:cubicBezTo>
                  <a:cubicBezTo>
                    <a:pt x="786890" y="497833"/>
                    <a:pt x="782044" y="494368"/>
                    <a:pt x="782044" y="494368"/>
                  </a:cubicBezTo>
                  <a:lnTo>
                    <a:pt x="782044" y="490903"/>
                  </a:lnTo>
                  <a:lnTo>
                    <a:pt x="782044" y="485689"/>
                  </a:lnTo>
                  <a:lnTo>
                    <a:pt x="782044" y="483940"/>
                  </a:lnTo>
                  <a:lnTo>
                    <a:pt x="784332" y="477952"/>
                  </a:lnTo>
                  <a:lnTo>
                    <a:pt x="785746" y="475227"/>
                  </a:lnTo>
                  <a:lnTo>
                    <a:pt x="787059" y="470787"/>
                  </a:lnTo>
                  <a:cubicBezTo>
                    <a:pt x="787059" y="470787"/>
                    <a:pt x="786823" y="466346"/>
                    <a:pt x="786823" y="466010"/>
                  </a:cubicBezTo>
                  <a:cubicBezTo>
                    <a:pt x="786823" y="465673"/>
                    <a:pt x="786621" y="461435"/>
                    <a:pt x="786621" y="461435"/>
                  </a:cubicBezTo>
                  <a:cubicBezTo>
                    <a:pt x="786621" y="461435"/>
                    <a:pt x="786285" y="456994"/>
                    <a:pt x="786285" y="456557"/>
                  </a:cubicBezTo>
                  <a:cubicBezTo>
                    <a:pt x="786285" y="456120"/>
                    <a:pt x="784568" y="449392"/>
                    <a:pt x="784332" y="449056"/>
                  </a:cubicBezTo>
                  <a:cubicBezTo>
                    <a:pt x="784131" y="448719"/>
                    <a:pt x="781169" y="444817"/>
                    <a:pt x="780765" y="444817"/>
                  </a:cubicBezTo>
                  <a:cubicBezTo>
                    <a:pt x="780328" y="444817"/>
                    <a:pt x="776323" y="443068"/>
                    <a:pt x="776323" y="443068"/>
                  </a:cubicBezTo>
                  <a:lnTo>
                    <a:pt x="772621" y="442832"/>
                  </a:lnTo>
                  <a:lnTo>
                    <a:pt x="766193" y="442496"/>
                  </a:lnTo>
                  <a:cubicBezTo>
                    <a:pt x="766193" y="442496"/>
                    <a:pt x="763366" y="441285"/>
                    <a:pt x="763265" y="440982"/>
                  </a:cubicBezTo>
                  <a:cubicBezTo>
                    <a:pt x="763164" y="440646"/>
                    <a:pt x="761616" y="437517"/>
                    <a:pt x="761616" y="437517"/>
                  </a:cubicBezTo>
                  <a:lnTo>
                    <a:pt x="760674" y="434456"/>
                  </a:lnTo>
                  <a:lnTo>
                    <a:pt x="759428" y="430756"/>
                  </a:lnTo>
                  <a:lnTo>
                    <a:pt x="759428" y="428266"/>
                  </a:lnTo>
                  <a:lnTo>
                    <a:pt x="762457" y="424364"/>
                  </a:lnTo>
                  <a:lnTo>
                    <a:pt x="763770" y="420226"/>
                  </a:lnTo>
                  <a:lnTo>
                    <a:pt x="767236" y="417502"/>
                  </a:lnTo>
                  <a:lnTo>
                    <a:pt x="770400" y="414474"/>
                  </a:lnTo>
                  <a:lnTo>
                    <a:pt x="773126" y="411446"/>
                  </a:lnTo>
                  <a:lnTo>
                    <a:pt x="773563" y="408856"/>
                  </a:lnTo>
                  <a:lnTo>
                    <a:pt x="773227" y="407208"/>
                  </a:lnTo>
                  <a:lnTo>
                    <a:pt x="771275" y="406333"/>
                  </a:lnTo>
                  <a:lnTo>
                    <a:pt x="767909" y="405257"/>
                  </a:lnTo>
                  <a:cubicBezTo>
                    <a:pt x="767909" y="405257"/>
                    <a:pt x="767135" y="404920"/>
                    <a:pt x="766731" y="404920"/>
                  </a:cubicBezTo>
                  <a:cubicBezTo>
                    <a:pt x="766294" y="404920"/>
                    <a:pt x="761077" y="405459"/>
                    <a:pt x="761077" y="405459"/>
                  </a:cubicBezTo>
                  <a:lnTo>
                    <a:pt x="758452" y="405896"/>
                  </a:lnTo>
                  <a:lnTo>
                    <a:pt x="753337" y="406871"/>
                  </a:lnTo>
                  <a:lnTo>
                    <a:pt x="749231" y="407073"/>
                  </a:lnTo>
                  <a:lnTo>
                    <a:pt x="742601" y="408385"/>
                  </a:lnTo>
                  <a:lnTo>
                    <a:pt x="739572" y="409428"/>
                  </a:lnTo>
                  <a:lnTo>
                    <a:pt x="736106" y="410034"/>
                  </a:lnTo>
                  <a:lnTo>
                    <a:pt x="732538" y="410034"/>
                  </a:lnTo>
                  <a:lnTo>
                    <a:pt x="727759" y="409933"/>
                  </a:lnTo>
                  <a:lnTo>
                    <a:pt x="722206" y="408520"/>
                  </a:lnTo>
                  <a:lnTo>
                    <a:pt x="718504" y="405492"/>
                  </a:lnTo>
                  <a:lnTo>
                    <a:pt x="714701" y="403440"/>
                  </a:lnTo>
                  <a:lnTo>
                    <a:pt x="711672" y="400076"/>
                  </a:lnTo>
                  <a:lnTo>
                    <a:pt x="704941" y="394963"/>
                  </a:lnTo>
                  <a:lnTo>
                    <a:pt x="699187" y="389749"/>
                  </a:lnTo>
                  <a:lnTo>
                    <a:pt x="695720" y="387360"/>
                  </a:lnTo>
                  <a:lnTo>
                    <a:pt x="691480" y="383391"/>
                  </a:lnTo>
                  <a:lnTo>
                    <a:pt x="686364" y="379657"/>
                  </a:lnTo>
                  <a:lnTo>
                    <a:pt x="681787" y="378782"/>
                  </a:lnTo>
                  <a:cubicBezTo>
                    <a:pt x="681787" y="378782"/>
                    <a:pt x="677446" y="377908"/>
                    <a:pt x="677008" y="377908"/>
                  </a:cubicBezTo>
                  <a:cubicBezTo>
                    <a:pt x="676571" y="377908"/>
                    <a:pt x="674282" y="376831"/>
                    <a:pt x="674282" y="376831"/>
                  </a:cubicBezTo>
                  <a:lnTo>
                    <a:pt x="673071" y="374645"/>
                  </a:lnTo>
                  <a:lnTo>
                    <a:pt x="672532" y="371718"/>
                  </a:lnTo>
                  <a:lnTo>
                    <a:pt x="672532" y="369229"/>
                  </a:lnTo>
                  <a:lnTo>
                    <a:pt x="672532" y="367479"/>
                  </a:lnTo>
                  <a:lnTo>
                    <a:pt x="670917" y="364015"/>
                  </a:lnTo>
                  <a:lnTo>
                    <a:pt x="667888" y="361424"/>
                  </a:lnTo>
                  <a:lnTo>
                    <a:pt x="664724" y="361424"/>
                  </a:lnTo>
                  <a:lnTo>
                    <a:pt x="663008" y="361424"/>
                  </a:lnTo>
                  <a:lnTo>
                    <a:pt x="661258" y="361424"/>
                  </a:lnTo>
                  <a:cubicBezTo>
                    <a:pt x="661258" y="361424"/>
                    <a:pt x="658532" y="364452"/>
                    <a:pt x="658767" y="364889"/>
                  </a:cubicBezTo>
                  <a:cubicBezTo>
                    <a:pt x="658969" y="365326"/>
                    <a:pt x="658767" y="366739"/>
                    <a:pt x="658767" y="366739"/>
                  </a:cubicBezTo>
                  <a:lnTo>
                    <a:pt x="653450" y="369027"/>
                  </a:lnTo>
                  <a:lnTo>
                    <a:pt x="649008" y="372189"/>
                  </a:lnTo>
                  <a:lnTo>
                    <a:pt x="645844" y="373501"/>
                  </a:lnTo>
                  <a:lnTo>
                    <a:pt x="641267" y="373602"/>
                  </a:lnTo>
                  <a:lnTo>
                    <a:pt x="638676" y="373602"/>
                  </a:lnTo>
                  <a:cubicBezTo>
                    <a:pt x="638676" y="373602"/>
                    <a:pt x="636084" y="374241"/>
                    <a:pt x="634772" y="374241"/>
                  </a:cubicBezTo>
                  <a:cubicBezTo>
                    <a:pt x="633459" y="374241"/>
                    <a:pt x="632719" y="374241"/>
                    <a:pt x="631070" y="373804"/>
                  </a:cubicBezTo>
                  <a:cubicBezTo>
                    <a:pt x="629454" y="373366"/>
                    <a:pt x="624103" y="370978"/>
                    <a:pt x="624103" y="370978"/>
                  </a:cubicBezTo>
                  <a:lnTo>
                    <a:pt x="622050" y="369767"/>
                  </a:lnTo>
                  <a:lnTo>
                    <a:pt x="618786" y="367917"/>
                  </a:lnTo>
                  <a:lnTo>
                    <a:pt x="613031" y="368354"/>
                  </a:lnTo>
                  <a:lnTo>
                    <a:pt x="607377" y="368354"/>
                  </a:lnTo>
                  <a:lnTo>
                    <a:pt x="604112" y="366167"/>
                  </a:lnTo>
                  <a:lnTo>
                    <a:pt x="601925" y="361391"/>
                  </a:lnTo>
                  <a:lnTo>
                    <a:pt x="601252" y="358228"/>
                  </a:lnTo>
                  <a:lnTo>
                    <a:pt x="597785" y="355235"/>
                  </a:lnTo>
                  <a:lnTo>
                    <a:pt x="595295" y="354427"/>
                  </a:lnTo>
                  <a:lnTo>
                    <a:pt x="589977" y="354427"/>
                  </a:lnTo>
                  <a:cubicBezTo>
                    <a:pt x="589977" y="354427"/>
                    <a:pt x="588025" y="353553"/>
                    <a:pt x="587487" y="353889"/>
                  </a:cubicBezTo>
                  <a:cubicBezTo>
                    <a:pt x="586949" y="354225"/>
                    <a:pt x="584121" y="355403"/>
                    <a:pt x="584121" y="355403"/>
                  </a:cubicBezTo>
                  <a:cubicBezTo>
                    <a:pt x="584121" y="355403"/>
                    <a:pt x="581193" y="357354"/>
                    <a:pt x="581093" y="357690"/>
                  </a:cubicBezTo>
                  <a:cubicBezTo>
                    <a:pt x="580992" y="358027"/>
                    <a:pt x="577828" y="360415"/>
                    <a:pt x="577391" y="360953"/>
                  </a:cubicBezTo>
                  <a:cubicBezTo>
                    <a:pt x="576953" y="361492"/>
                    <a:pt x="575102" y="363005"/>
                    <a:pt x="575102" y="363005"/>
                  </a:cubicBezTo>
                  <a:lnTo>
                    <a:pt x="572915" y="363241"/>
                  </a:lnTo>
                  <a:lnTo>
                    <a:pt x="569886" y="363779"/>
                  </a:lnTo>
                  <a:lnTo>
                    <a:pt x="567833" y="363981"/>
                  </a:lnTo>
                  <a:cubicBezTo>
                    <a:pt x="567833" y="363981"/>
                    <a:pt x="567294" y="363981"/>
                    <a:pt x="566318" y="364183"/>
                  </a:cubicBezTo>
                  <a:cubicBezTo>
                    <a:pt x="565342" y="364418"/>
                    <a:pt x="560765" y="364822"/>
                    <a:pt x="560765" y="364822"/>
                  </a:cubicBezTo>
                  <a:lnTo>
                    <a:pt x="558712" y="364822"/>
                  </a:lnTo>
                  <a:lnTo>
                    <a:pt x="552520" y="364822"/>
                  </a:lnTo>
                  <a:lnTo>
                    <a:pt x="540573" y="364822"/>
                  </a:lnTo>
                  <a:lnTo>
                    <a:pt x="536130" y="364822"/>
                  </a:lnTo>
                  <a:lnTo>
                    <a:pt x="530914" y="363745"/>
                  </a:lnTo>
                  <a:cubicBezTo>
                    <a:pt x="530914" y="363745"/>
                    <a:pt x="529063" y="362669"/>
                    <a:pt x="527312" y="362333"/>
                  </a:cubicBezTo>
                  <a:cubicBezTo>
                    <a:pt x="525563" y="361996"/>
                    <a:pt x="523712" y="361794"/>
                    <a:pt x="523308" y="361559"/>
                  </a:cubicBezTo>
                  <a:cubicBezTo>
                    <a:pt x="522870" y="361357"/>
                    <a:pt x="518293" y="358531"/>
                    <a:pt x="518293" y="358531"/>
                  </a:cubicBezTo>
                  <a:lnTo>
                    <a:pt x="514053" y="352779"/>
                  </a:lnTo>
                  <a:cubicBezTo>
                    <a:pt x="514053" y="352779"/>
                    <a:pt x="513514" y="350727"/>
                    <a:pt x="513077" y="350390"/>
                  </a:cubicBezTo>
                  <a:cubicBezTo>
                    <a:pt x="512639" y="350054"/>
                    <a:pt x="509274" y="346926"/>
                    <a:pt x="509274" y="346926"/>
                  </a:cubicBezTo>
                  <a:lnTo>
                    <a:pt x="505370" y="344302"/>
                  </a:lnTo>
                  <a:cubicBezTo>
                    <a:pt x="505370" y="344302"/>
                    <a:pt x="505101" y="342451"/>
                    <a:pt x="505101" y="342014"/>
                  </a:cubicBezTo>
                  <a:cubicBezTo>
                    <a:pt x="505101" y="341577"/>
                    <a:pt x="503956" y="339188"/>
                    <a:pt x="503956" y="338751"/>
                  </a:cubicBezTo>
                  <a:cubicBezTo>
                    <a:pt x="503956" y="338314"/>
                    <a:pt x="503956" y="332662"/>
                    <a:pt x="503956" y="332662"/>
                  </a:cubicBezTo>
                  <a:lnTo>
                    <a:pt x="501567" y="325161"/>
                  </a:lnTo>
                  <a:lnTo>
                    <a:pt x="503081" y="308644"/>
                  </a:lnTo>
                  <a:lnTo>
                    <a:pt x="500356" y="305616"/>
                  </a:lnTo>
                  <a:cubicBezTo>
                    <a:pt x="500356" y="305616"/>
                    <a:pt x="496754" y="302252"/>
                    <a:pt x="496350" y="301916"/>
                  </a:cubicBezTo>
                  <a:cubicBezTo>
                    <a:pt x="495913" y="301579"/>
                    <a:pt x="494163" y="299292"/>
                    <a:pt x="493422" y="298888"/>
                  </a:cubicBezTo>
                  <a:cubicBezTo>
                    <a:pt x="492682" y="298484"/>
                    <a:pt x="490158" y="297038"/>
                    <a:pt x="490158" y="297038"/>
                  </a:cubicBezTo>
                  <a:lnTo>
                    <a:pt x="487230" y="292598"/>
                  </a:lnTo>
                  <a:lnTo>
                    <a:pt x="483259" y="287821"/>
                  </a:lnTo>
                  <a:lnTo>
                    <a:pt x="481341" y="279579"/>
                  </a:lnTo>
                  <a:lnTo>
                    <a:pt x="481341" y="273625"/>
                  </a:lnTo>
                  <a:lnTo>
                    <a:pt x="479692" y="267200"/>
                  </a:lnTo>
                  <a:lnTo>
                    <a:pt x="478951" y="261784"/>
                  </a:lnTo>
                  <a:lnTo>
                    <a:pt x="477437" y="253845"/>
                  </a:lnTo>
                  <a:lnTo>
                    <a:pt x="472961" y="246814"/>
                  </a:lnTo>
                  <a:lnTo>
                    <a:pt x="469326" y="242340"/>
                  </a:lnTo>
                  <a:lnTo>
                    <a:pt x="463672" y="236386"/>
                  </a:lnTo>
                  <a:lnTo>
                    <a:pt x="458724" y="231306"/>
                  </a:lnTo>
                  <a:lnTo>
                    <a:pt x="451489" y="224915"/>
                  </a:lnTo>
                  <a:lnTo>
                    <a:pt x="447147" y="220272"/>
                  </a:lnTo>
                  <a:lnTo>
                    <a:pt x="441359" y="216370"/>
                  </a:lnTo>
                  <a:lnTo>
                    <a:pt x="441359" y="214486"/>
                  </a:lnTo>
                  <a:lnTo>
                    <a:pt x="439609" y="210281"/>
                  </a:lnTo>
                  <a:lnTo>
                    <a:pt x="439609" y="205807"/>
                  </a:lnTo>
                  <a:lnTo>
                    <a:pt x="440349" y="203049"/>
                  </a:lnTo>
                  <a:lnTo>
                    <a:pt x="443547" y="200593"/>
                  </a:lnTo>
                  <a:lnTo>
                    <a:pt x="444859" y="197397"/>
                  </a:lnTo>
                  <a:lnTo>
                    <a:pt x="445734" y="193933"/>
                  </a:lnTo>
                  <a:lnTo>
                    <a:pt x="445027" y="189963"/>
                  </a:lnTo>
                  <a:cubicBezTo>
                    <a:pt x="445027" y="189963"/>
                    <a:pt x="443715" y="185825"/>
                    <a:pt x="443143" y="185825"/>
                  </a:cubicBezTo>
                  <a:cubicBezTo>
                    <a:pt x="442570" y="185825"/>
                    <a:pt x="440518" y="185825"/>
                    <a:pt x="440518" y="185825"/>
                  </a:cubicBezTo>
                  <a:cubicBezTo>
                    <a:pt x="440518" y="185825"/>
                    <a:pt x="439070" y="184244"/>
                    <a:pt x="438633" y="184816"/>
                  </a:cubicBezTo>
                  <a:cubicBezTo>
                    <a:pt x="438195" y="185388"/>
                    <a:pt x="437051" y="188012"/>
                    <a:pt x="437051" y="188012"/>
                  </a:cubicBezTo>
                  <a:lnTo>
                    <a:pt x="436176" y="191342"/>
                  </a:lnTo>
                  <a:lnTo>
                    <a:pt x="436176" y="193663"/>
                  </a:lnTo>
                  <a:lnTo>
                    <a:pt x="435166" y="196287"/>
                  </a:lnTo>
                  <a:cubicBezTo>
                    <a:pt x="435166" y="196287"/>
                    <a:pt x="434157" y="197734"/>
                    <a:pt x="433854" y="198440"/>
                  </a:cubicBezTo>
                  <a:cubicBezTo>
                    <a:pt x="433551" y="199180"/>
                    <a:pt x="432407" y="200761"/>
                    <a:pt x="432407" y="200761"/>
                  </a:cubicBezTo>
                  <a:cubicBezTo>
                    <a:pt x="432407" y="200761"/>
                    <a:pt x="431834" y="201333"/>
                    <a:pt x="431263" y="201199"/>
                  </a:cubicBezTo>
                  <a:cubicBezTo>
                    <a:pt x="430690" y="201064"/>
                    <a:pt x="427796" y="200189"/>
                    <a:pt x="427796" y="200189"/>
                  </a:cubicBezTo>
                  <a:lnTo>
                    <a:pt x="426416" y="198306"/>
                  </a:lnTo>
                  <a:lnTo>
                    <a:pt x="425777" y="195413"/>
                  </a:lnTo>
                  <a:lnTo>
                    <a:pt x="425777" y="190199"/>
                  </a:lnTo>
                  <a:lnTo>
                    <a:pt x="423118" y="186868"/>
                  </a:lnTo>
                  <a:lnTo>
                    <a:pt x="420594" y="181654"/>
                  </a:lnTo>
                  <a:lnTo>
                    <a:pt x="420594" y="178021"/>
                  </a:lnTo>
                  <a:lnTo>
                    <a:pt x="422613" y="173379"/>
                  </a:lnTo>
                  <a:lnTo>
                    <a:pt x="421738" y="170486"/>
                  </a:lnTo>
                  <a:lnTo>
                    <a:pt x="418406" y="167290"/>
                  </a:lnTo>
                  <a:lnTo>
                    <a:pt x="415647" y="163825"/>
                  </a:lnTo>
                  <a:lnTo>
                    <a:pt x="411743" y="160797"/>
                  </a:lnTo>
                  <a:lnTo>
                    <a:pt x="410161" y="159048"/>
                  </a:lnTo>
                  <a:lnTo>
                    <a:pt x="410161" y="155415"/>
                  </a:lnTo>
                  <a:lnTo>
                    <a:pt x="410161" y="153666"/>
                  </a:lnTo>
                  <a:lnTo>
                    <a:pt x="405517" y="149764"/>
                  </a:lnTo>
                  <a:lnTo>
                    <a:pt x="398113" y="144852"/>
                  </a:lnTo>
                  <a:lnTo>
                    <a:pt x="394915" y="141825"/>
                  </a:lnTo>
                  <a:lnTo>
                    <a:pt x="389396" y="136913"/>
                  </a:lnTo>
                  <a:lnTo>
                    <a:pt x="384920" y="132136"/>
                  </a:lnTo>
                  <a:lnTo>
                    <a:pt x="384348" y="126788"/>
                  </a:lnTo>
                  <a:cubicBezTo>
                    <a:pt x="384348" y="126788"/>
                    <a:pt x="383910" y="122886"/>
                    <a:pt x="384348" y="122448"/>
                  </a:cubicBezTo>
                  <a:cubicBezTo>
                    <a:pt x="384785" y="122011"/>
                    <a:pt x="384920" y="120867"/>
                    <a:pt x="385660" y="120127"/>
                  </a:cubicBezTo>
                  <a:cubicBezTo>
                    <a:pt x="386401" y="119387"/>
                    <a:pt x="388286" y="116797"/>
                    <a:pt x="388286" y="116797"/>
                  </a:cubicBezTo>
                  <a:lnTo>
                    <a:pt x="389430" y="115048"/>
                  </a:lnTo>
                  <a:lnTo>
                    <a:pt x="388992" y="112726"/>
                  </a:lnTo>
                  <a:lnTo>
                    <a:pt x="387680" y="109632"/>
                  </a:lnTo>
                  <a:lnTo>
                    <a:pt x="385391" y="107647"/>
                  </a:lnTo>
                  <a:lnTo>
                    <a:pt x="379603" y="107647"/>
                  </a:lnTo>
                  <a:lnTo>
                    <a:pt x="374386" y="107647"/>
                  </a:lnTo>
                  <a:lnTo>
                    <a:pt x="372636" y="107647"/>
                  </a:lnTo>
                  <a:lnTo>
                    <a:pt x="371761" y="106638"/>
                  </a:lnTo>
                  <a:cubicBezTo>
                    <a:pt x="371761" y="106638"/>
                    <a:pt x="372064" y="104317"/>
                    <a:pt x="371761" y="103879"/>
                  </a:cubicBezTo>
                  <a:cubicBezTo>
                    <a:pt x="371458" y="103442"/>
                    <a:pt x="371761" y="101424"/>
                    <a:pt x="371761" y="101424"/>
                  </a:cubicBezTo>
                  <a:cubicBezTo>
                    <a:pt x="371761" y="101424"/>
                    <a:pt x="371761" y="99977"/>
                    <a:pt x="372771" y="99540"/>
                  </a:cubicBezTo>
                  <a:cubicBezTo>
                    <a:pt x="373780" y="99102"/>
                    <a:pt x="374790" y="97656"/>
                    <a:pt x="374790" y="97656"/>
                  </a:cubicBezTo>
                  <a:lnTo>
                    <a:pt x="375968" y="94628"/>
                  </a:lnTo>
                  <a:lnTo>
                    <a:pt x="376237" y="92173"/>
                  </a:lnTo>
                  <a:lnTo>
                    <a:pt x="376809" y="88102"/>
                  </a:lnTo>
                  <a:lnTo>
                    <a:pt x="374925" y="84906"/>
                  </a:lnTo>
                  <a:lnTo>
                    <a:pt x="371627" y="83023"/>
                  </a:lnTo>
                  <a:lnTo>
                    <a:pt x="368564" y="82283"/>
                  </a:lnTo>
                  <a:lnTo>
                    <a:pt x="361901" y="77640"/>
                  </a:lnTo>
                  <a:lnTo>
                    <a:pt x="357256" y="73166"/>
                  </a:lnTo>
                  <a:lnTo>
                    <a:pt x="354934" y="70912"/>
                  </a:lnTo>
                  <a:lnTo>
                    <a:pt x="352477" y="69399"/>
                  </a:lnTo>
                  <a:lnTo>
                    <a:pt x="350020" y="69399"/>
                  </a:lnTo>
                  <a:lnTo>
                    <a:pt x="346689" y="68019"/>
                  </a:lnTo>
                  <a:lnTo>
                    <a:pt x="341338" y="67649"/>
                  </a:lnTo>
                  <a:lnTo>
                    <a:pt x="341338" y="67649"/>
                  </a:lnTo>
                  <a:lnTo>
                    <a:pt x="339890" y="64319"/>
                  </a:lnTo>
                  <a:lnTo>
                    <a:pt x="340765" y="62301"/>
                  </a:lnTo>
                  <a:lnTo>
                    <a:pt x="342515" y="60417"/>
                  </a:lnTo>
                  <a:cubicBezTo>
                    <a:pt x="342515" y="60417"/>
                    <a:pt x="343962" y="59105"/>
                    <a:pt x="344400" y="58836"/>
                  </a:cubicBezTo>
                  <a:cubicBezTo>
                    <a:pt x="344837" y="58533"/>
                    <a:pt x="346857" y="57389"/>
                    <a:pt x="346857" y="57389"/>
                  </a:cubicBezTo>
                  <a:lnTo>
                    <a:pt x="347429" y="54496"/>
                  </a:lnTo>
                  <a:lnTo>
                    <a:pt x="345410" y="52915"/>
                  </a:lnTo>
                  <a:lnTo>
                    <a:pt x="342953" y="52209"/>
                  </a:lnTo>
                  <a:lnTo>
                    <a:pt x="339924" y="50628"/>
                  </a:lnTo>
                  <a:lnTo>
                    <a:pt x="338914" y="48878"/>
                  </a:lnTo>
                  <a:lnTo>
                    <a:pt x="336323" y="46692"/>
                  </a:lnTo>
                  <a:lnTo>
                    <a:pt x="334304" y="45380"/>
                  </a:lnTo>
                  <a:cubicBezTo>
                    <a:pt x="334304" y="45380"/>
                    <a:pt x="331982" y="44001"/>
                    <a:pt x="331409" y="44001"/>
                  </a:cubicBezTo>
                  <a:cubicBezTo>
                    <a:pt x="330837" y="44001"/>
                    <a:pt x="328078" y="43361"/>
                    <a:pt x="328078" y="43361"/>
                  </a:cubicBezTo>
                  <a:lnTo>
                    <a:pt x="325756" y="43361"/>
                  </a:lnTo>
                  <a:lnTo>
                    <a:pt x="318217" y="42352"/>
                  </a:lnTo>
                  <a:lnTo>
                    <a:pt x="311856" y="41343"/>
                  </a:lnTo>
                  <a:lnTo>
                    <a:pt x="309534" y="37710"/>
                  </a:lnTo>
                  <a:lnTo>
                    <a:pt x="308524" y="31924"/>
                  </a:lnTo>
                  <a:lnTo>
                    <a:pt x="304620" y="27854"/>
                  </a:lnTo>
                  <a:lnTo>
                    <a:pt x="300144" y="25768"/>
                  </a:lnTo>
                  <a:lnTo>
                    <a:pt x="294625" y="24254"/>
                  </a:lnTo>
                  <a:lnTo>
                    <a:pt x="290990" y="24254"/>
                  </a:lnTo>
                  <a:cubicBezTo>
                    <a:pt x="290990" y="24254"/>
                    <a:pt x="288231" y="23750"/>
                    <a:pt x="287793" y="23615"/>
                  </a:cubicBezTo>
                  <a:cubicBezTo>
                    <a:pt x="287356" y="23480"/>
                    <a:pt x="280254" y="20789"/>
                    <a:pt x="280254" y="20789"/>
                  </a:cubicBezTo>
                  <a:lnTo>
                    <a:pt x="277057" y="20789"/>
                  </a:lnTo>
                  <a:lnTo>
                    <a:pt x="275038" y="19040"/>
                  </a:lnTo>
                  <a:lnTo>
                    <a:pt x="272144" y="18031"/>
                  </a:lnTo>
                  <a:lnTo>
                    <a:pt x="267937" y="16450"/>
                  </a:lnTo>
                  <a:lnTo>
                    <a:pt x="265177" y="18199"/>
                  </a:lnTo>
                  <a:lnTo>
                    <a:pt x="261105" y="19343"/>
                  </a:lnTo>
                  <a:lnTo>
                    <a:pt x="257201" y="22673"/>
                  </a:lnTo>
                  <a:lnTo>
                    <a:pt x="254610" y="24422"/>
                  </a:lnTo>
                  <a:lnTo>
                    <a:pt x="251715" y="25734"/>
                  </a:lnTo>
                  <a:lnTo>
                    <a:pt x="249258" y="26744"/>
                  </a:lnTo>
                  <a:lnTo>
                    <a:pt x="243907" y="27484"/>
                  </a:lnTo>
                  <a:lnTo>
                    <a:pt x="241720" y="26744"/>
                  </a:lnTo>
                  <a:lnTo>
                    <a:pt x="236806" y="24422"/>
                  </a:lnTo>
                  <a:lnTo>
                    <a:pt x="233475" y="23110"/>
                  </a:lnTo>
                  <a:lnTo>
                    <a:pt x="230883" y="22976"/>
                  </a:lnTo>
                  <a:lnTo>
                    <a:pt x="225364" y="22673"/>
                  </a:lnTo>
                  <a:cubicBezTo>
                    <a:pt x="225364" y="22673"/>
                    <a:pt x="222907" y="23682"/>
                    <a:pt x="221897" y="24120"/>
                  </a:cubicBezTo>
                  <a:cubicBezTo>
                    <a:pt x="220888" y="24557"/>
                    <a:pt x="217690" y="23985"/>
                    <a:pt x="217690" y="23985"/>
                  </a:cubicBezTo>
                  <a:lnTo>
                    <a:pt x="215066" y="19780"/>
                  </a:lnTo>
                  <a:lnTo>
                    <a:pt x="213315" y="14431"/>
                  </a:lnTo>
                  <a:cubicBezTo>
                    <a:pt x="213315" y="14431"/>
                    <a:pt x="210859" y="13187"/>
                    <a:pt x="210556" y="12615"/>
                  </a:cubicBezTo>
                  <a:cubicBezTo>
                    <a:pt x="210253" y="12043"/>
                    <a:pt x="207224" y="10361"/>
                    <a:pt x="207224" y="10361"/>
                  </a:cubicBezTo>
                  <a:lnTo>
                    <a:pt x="202310" y="10361"/>
                  </a:lnTo>
                  <a:lnTo>
                    <a:pt x="197834" y="9789"/>
                  </a:lnTo>
                  <a:lnTo>
                    <a:pt x="187267" y="8645"/>
                  </a:lnTo>
                  <a:lnTo>
                    <a:pt x="184944" y="8645"/>
                  </a:lnTo>
                  <a:lnTo>
                    <a:pt x="177272" y="7064"/>
                  </a:lnTo>
                  <a:lnTo>
                    <a:pt x="174814" y="4037"/>
                  </a:lnTo>
                  <a:lnTo>
                    <a:pt x="172930" y="1716"/>
                  </a:lnTo>
                  <a:lnTo>
                    <a:pt x="170036" y="572"/>
                  </a:lnTo>
                  <a:cubicBezTo>
                    <a:pt x="170036" y="572"/>
                    <a:pt x="166132" y="0"/>
                    <a:pt x="164684" y="0"/>
                  </a:cubicBezTo>
                  <a:cubicBezTo>
                    <a:pt x="163237" y="0"/>
                    <a:pt x="158896" y="0"/>
                    <a:pt x="158896" y="0"/>
                  </a:cubicBezTo>
                  <a:lnTo>
                    <a:pt x="145434" y="0"/>
                  </a:lnTo>
                  <a:lnTo>
                    <a:pt x="141530" y="0"/>
                  </a:lnTo>
                  <a:lnTo>
                    <a:pt x="136314" y="0"/>
                  </a:lnTo>
                  <a:lnTo>
                    <a:pt x="129347" y="0"/>
                  </a:lnTo>
                  <a:lnTo>
                    <a:pt x="118174" y="1009"/>
                  </a:lnTo>
                  <a:lnTo>
                    <a:pt x="115280" y="3633"/>
                  </a:lnTo>
                  <a:lnTo>
                    <a:pt x="110501" y="7535"/>
                  </a:lnTo>
                  <a:lnTo>
                    <a:pt x="103265" y="10294"/>
                  </a:lnTo>
                  <a:cubicBezTo>
                    <a:pt x="103265" y="10294"/>
                    <a:pt x="99058" y="12749"/>
                    <a:pt x="98620" y="12884"/>
                  </a:cubicBezTo>
                  <a:cubicBezTo>
                    <a:pt x="98183" y="13019"/>
                    <a:pt x="89770" y="12009"/>
                    <a:pt x="89770" y="12009"/>
                  </a:cubicBezTo>
                  <a:lnTo>
                    <a:pt x="82534" y="9823"/>
                  </a:lnTo>
                  <a:lnTo>
                    <a:pt x="76880" y="9957"/>
                  </a:lnTo>
                  <a:lnTo>
                    <a:pt x="71798" y="10832"/>
                  </a:lnTo>
                  <a:lnTo>
                    <a:pt x="70485" y="12850"/>
                  </a:lnTo>
                  <a:lnTo>
                    <a:pt x="69476" y="13994"/>
                  </a:lnTo>
                  <a:lnTo>
                    <a:pt x="66447" y="15003"/>
                  </a:lnTo>
                  <a:lnTo>
                    <a:pt x="62408" y="16753"/>
                  </a:lnTo>
                  <a:lnTo>
                    <a:pt x="55004" y="16887"/>
                  </a:lnTo>
                  <a:lnTo>
                    <a:pt x="51235" y="17459"/>
                  </a:lnTo>
                  <a:lnTo>
                    <a:pt x="50225" y="18905"/>
                  </a:lnTo>
                  <a:cubicBezTo>
                    <a:pt x="50225" y="18905"/>
                    <a:pt x="46893" y="20487"/>
                    <a:pt x="46456" y="20789"/>
                  </a:cubicBezTo>
                  <a:cubicBezTo>
                    <a:pt x="46019" y="21092"/>
                    <a:pt x="44706" y="22539"/>
                    <a:pt x="44706" y="22539"/>
                  </a:cubicBezTo>
                  <a:lnTo>
                    <a:pt x="41677" y="23548"/>
                  </a:lnTo>
                  <a:lnTo>
                    <a:pt x="36764" y="23413"/>
                  </a:lnTo>
                  <a:cubicBezTo>
                    <a:pt x="36764" y="23413"/>
                    <a:pt x="35014" y="21967"/>
                    <a:pt x="34441" y="21967"/>
                  </a:cubicBezTo>
                  <a:cubicBezTo>
                    <a:pt x="33869" y="21967"/>
                    <a:pt x="29797" y="19948"/>
                    <a:pt x="29797" y="19948"/>
                  </a:cubicBezTo>
                  <a:cubicBezTo>
                    <a:pt x="29797" y="19948"/>
                    <a:pt x="29359" y="19376"/>
                    <a:pt x="27643" y="20957"/>
                  </a:cubicBezTo>
                  <a:cubicBezTo>
                    <a:pt x="25893" y="22539"/>
                    <a:pt x="22258" y="26744"/>
                    <a:pt x="22258" y="26744"/>
                  </a:cubicBezTo>
                  <a:cubicBezTo>
                    <a:pt x="22258" y="26744"/>
                    <a:pt x="20946" y="27181"/>
                    <a:pt x="20677" y="28055"/>
                  </a:cubicBezTo>
                  <a:cubicBezTo>
                    <a:pt x="20373" y="28930"/>
                    <a:pt x="18220" y="30242"/>
                    <a:pt x="17782" y="30511"/>
                  </a:cubicBezTo>
                  <a:cubicBezTo>
                    <a:pt x="17345" y="30814"/>
                    <a:pt x="14585" y="32832"/>
                    <a:pt x="14585" y="32832"/>
                  </a:cubicBezTo>
                  <a:lnTo>
                    <a:pt x="13710" y="34716"/>
                  </a:lnTo>
                  <a:lnTo>
                    <a:pt x="13710" y="39056"/>
                  </a:lnTo>
                  <a:lnTo>
                    <a:pt x="17412" y="43092"/>
                  </a:lnTo>
                  <a:lnTo>
                    <a:pt x="23167" y="47768"/>
                  </a:lnTo>
                  <a:lnTo>
                    <a:pt x="26869" y="52781"/>
                  </a:lnTo>
                  <a:lnTo>
                    <a:pt x="31446" y="56582"/>
                  </a:lnTo>
                  <a:lnTo>
                    <a:pt x="35249" y="60383"/>
                  </a:lnTo>
                  <a:lnTo>
                    <a:pt x="36124" y="62334"/>
                  </a:lnTo>
                  <a:lnTo>
                    <a:pt x="37975" y="64824"/>
                  </a:lnTo>
                  <a:lnTo>
                    <a:pt x="37672" y="67010"/>
                  </a:lnTo>
                  <a:lnTo>
                    <a:pt x="34408" y="69399"/>
                  </a:lnTo>
                  <a:lnTo>
                    <a:pt x="30403" y="71148"/>
                  </a:lnTo>
                  <a:cubicBezTo>
                    <a:pt x="30403" y="71148"/>
                    <a:pt x="29090" y="71585"/>
                    <a:pt x="28653" y="72022"/>
                  </a:cubicBezTo>
                  <a:cubicBezTo>
                    <a:pt x="28215" y="72460"/>
                    <a:pt x="26802" y="73637"/>
                    <a:pt x="26802" y="73637"/>
                  </a:cubicBezTo>
                  <a:lnTo>
                    <a:pt x="27576" y="78515"/>
                  </a:lnTo>
                  <a:lnTo>
                    <a:pt x="28451" y="79591"/>
                  </a:lnTo>
                  <a:lnTo>
                    <a:pt x="28114" y="82854"/>
                  </a:lnTo>
                  <a:lnTo>
                    <a:pt x="26903" y="85882"/>
                  </a:lnTo>
                  <a:cubicBezTo>
                    <a:pt x="26903" y="85882"/>
                    <a:pt x="25927" y="87833"/>
                    <a:pt x="25691" y="88169"/>
                  </a:cubicBezTo>
                  <a:cubicBezTo>
                    <a:pt x="25489" y="88506"/>
                    <a:pt x="24715" y="90356"/>
                    <a:pt x="24278" y="90793"/>
                  </a:cubicBezTo>
                  <a:cubicBezTo>
                    <a:pt x="23840" y="91231"/>
                    <a:pt x="21013" y="93384"/>
                    <a:pt x="21013" y="93384"/>
                  </a:cubicBezTo>
                  <a:lnTo>
                    <a:pt x="19936" y="96008"/>
                  </a:lnTo>
                  <a:lnTo>
                    <a:pt x="18422" y="98060"/>
                  </a:lnTo>
                  <a:lnTo>
                    <a:pt x="14383" y="101087"/>
                  </a:lnTo>
                  <a:lnTo>
                    <a:pt x="9941" y="102735"/>
                  </a:lnTo>
                  <a:lnTo>
                    <a:pt x="8426" y="105326"/>
                  </a:lnTo>
                  <a:lnTo>
                    <a:pt x="10614" y="106402"/>
                  </a:lnTo>
                  <a:lnTo>
                    <a:pt x="11253" y="108151"/>
                  </a:lnTo>
                  <a:lnTo>
                    <a:pt x="10614" y="109228"/>
                  </a:lnTo>
                  <a:cubicBezTo>
                    <a:pt x="10614" y="109228"/>
                    <a:pt x="7147" y="112827"/>
                    <a:pt x="7013" y="113466"/>
                  </a:cubicBezTo>
                  <a:cubicBezTo>
                    <a:pt x="6912" y="114106"/>
                    <a:pt x="5061" y="114678"/>
                    <a:pt x="4623" y="114980"/>
                  </a:cubicBezTo>
                  <a:cubicBezTo>
                    <a:pt x="4186" y="115317"/>
                    <a:pt x="1258" y="116494"/>
                    <a:pt x="1258" y="116494"/>
                  </a:cubicBezTo>
                  <a:cubicBezTo>
                    <a:pt x="1258" y="116494"/>
                    <a:pt x="1493" y="117571"/>
                    <a:pt x="1258" y="117907"/>
                  </a:cubicBezTo>
                  <a:cubicBezTo>
                    <a:pt x="1056" y="118243"/>
                    <a:pt x="80" y="123659"/>
                    <a:pt x="80" y="123659"/>
                  </a:cubicBezTo>
                  <a:cubicBezTo>
                    <a:pt x="80" y="123659"/>
                    <a:pt x="-459" y="124433"/>
                    <a:pt x="1258" y="124433"/>
                  </a:cubicBezTo>
                  <a:cubicBezTo>
                    <a:pt x="3008" y="124433"/>
                    <a:pt x="6037" y="122583"/>
                    <a:pt x="6710" y="122381"/>
                  </a:cubicBezTo>
                  <a:cubicBezTo>
                    <a:pt x="7349" y="122179"/>
                    <a:pt x="7686" y="121944"/>
                    <a:pt x="8999" y="121944"/>
                  </a:cubicBezTo>
                  <a:cubicBezTo>
                    <a:pt x="10311" y="121944"/>
                    <a:pt x="11724" y="121607"/>
                    <a:pt x="12162" y="121742"/>
                  </a:cubicBezTo>
                  <a:cubicBezTo>
                    <a:pt x="12599" y="121843"/>
                    <a:pt x="15090" y="124568"/>
                    <a:pt x="15090" y="124568"/>
                  </a:cubicBezTo>
                  <a:lnTo>
                    <a:pt x="16604" y="126956"/>
                  </a:lnTo>
                  <a:lnTo>
                    <a:pt x="18455" y="127730"/>
                  </a:lnTo>
                  <a:lnTo>
                    <a:pt x="22797" y="130993"/>
                  </a:lnTo>
                  <a:lnTo>
                    <a:pt x="28552" y="130454"/>
                  </a:lnTo>
                  <a:lnTo>
                    <a:pt x="30302" y="129143"/>
                  </a:lnTo>
                  <a:cubicBezTo>
                    <a:pt x="30302" y="129143"/>
                    <a:pt x="33365" y="128268"/>
                    <a:pt x="33667" y="128268"/>
                  </a:cubicBezTo>
                  <a:cubicBezTo>
                    <a:pt x="34004" y="128268"/>
                    <a:pt x="37033" y="127831"/>
                    <a:pt x="38009" y="128032"/>
                  </a:cubicBezTo>
                  <a:cubicBezTo>
                    <a:pt x="38985" y="128268"/>
                    <a:pt x="40937" y="129681"/>
                    <a:pt x="40937" y="129681"/>
                  </a:cubicBezTo>
                  <a:lnTo>
                    <a:pt x="41374" y="133045"/>
                  </a:lnTo>
                  <a:lnTo>
                    <a:pt x="41475" y="135770"/>
                  </a:lnTo>
                  <a:lnTo>
                    <a:pt x="42249" y="137822"/>
                  </a:lnTo>
                  <a:lnTo>
                    <a:pt x="44302" y="140647"/>
                  </a:lnTo>
                  <a:lnTo>
                    <a:pt x="46153" y="141858"/>
                  </a:lnTo>
                  <a:lnTo>
                    <a:pt x="48004" y="143709"/>
                  </a:lnTo>
                  <a:cubicBezTo>
                    <a:pt x="48004" y="143709"/>
                    <a:pt x="50292" y="144785"/>
                    <a:pt x="50629" y="144785"/>
                  </a:cubicBezTo>
                  <a:cubicBezTo>
                    <a:pt x="50966" y="144785"/>
                    <a:pt x="53120" y="144449"/>
                    <a:pt x="53120" y="144449"/>
                  </a:cubicBezTo>
                  <a:lnTo>
                    <a:pt x="56283" y="144112"/>
                  </a:lnTo>
                  <a:cubicBezTo>
                    <a:pt x="56283" y="144112"/>
                    <a:pt x="57158" y="144011"/>
                    <a:pt x="57697" y="143473"/>
                  </a:cubicBezTo>
                  <a:cubicBezTo>
                    <a:pt x="58235" y="142935"/>
                    <a:pt x="60423" y="141825"/>
                    <a:pt x="60423" y="141522"/>
                  </a:cubicBezTo>
                  <a:cubicBezTo>
                    <a:pt x="60423" y="141186"/>
                    <a:pt x="61298" y="139907"/>
                    <a:pt x="61298" y="139907"/>
                  </a:cubicBezTo>
                  <a:lnTo>
                    <a:pt x="58908" y="135568"/>
                  </a:lnTo>
                  <a:cubicBezTo>
                    <a:pt x="58908" y="135568"/>
                    <a:pt x="60557" y="134592"/>
                    <a:pt x="60995" y="134592"/>
                  </a:cubicBezTo>
                  <a:cubicBezTo>
                    <a:pt x="61432" y="134592"/>
                    <a:pt x="62610" y="134155"/>
                    <a:pt x="63048" y="134155"/>
                  </a:cubicBezTo>
                  <a:cubicBezTo>
                    <a:pt x="63485" y="134155"/>
                    <a:pt x="64461" y="132977"/>
                    <a:pt x="64461" y="132977"/>
                  </a:cubicBezTo>
                  <a:cubicBezTo>
                    <a:pt x="64461" y="132977"/>
                    <a:pt x="65202" y="131026"/>
                    <a:pt x="65538" y="130253"/>
                  </a:cubicBezTo>
                  <a:cubicBezTo>
                    <a:pt x="65875" y="129479"/>
                    <a:pt x="66514" y="126653"/>
                    <a:pt x="66514" y="126653"/>
                  </a:cubicBezTo>
                  <a:lnTo>
                    <a:pt x="67153" y="125139"/>
                  </a:lnTo>
                  <a:cubicBezTo>
                    <a:pt x="67153" y="125139"/>
                    <a:pt x="68365" y="122852"/>
                    <a:pt x="68567" y="122415"/>
                  </a:cubicBezTo>
                  <a:cubicBezTo>
                    <a:pt x="68802" y="121977"/>
                    <a:pt x="69206" y="119824"/>
                    <a:pt x="69543" y="119589"/>
                  </a:cubicBezTo>
                  <a:cubicBezTo>
                    <a:pt x="69880" y="119353"/>
                    <a:pt x="70855" y="116326"/>
                    <a:pt x="70855" y="116326"/>
                  </a:cubicBezTo>
                  <a:lnTo>
                    <a:pt x="72909" y="115989"/>
                  </a:lnTo>
                  <a:cubicBezTo>
                    <a:pt x="72909" y="115989"/>
                    <a:pt x="73144" y="115889"/>
                    <a:pt x="73985" y="116528"/>
                  </a:cubicBezTo>
                  <a:cubicBezTo>
                    <a:pt x="74860" y="117167"/>
                    <a:pt x="76038" y="118378"/>
                    <a:pt x="76375" y="118714"/>
                  </a:cubicBezTo>
                  <a:cubicBezTo>
                    <a:pt x="76712" y="119051"/>
                    <a:pt x="77889" y="120363"/>
                    <a:pt x="79101" y="120665"/>
                  </a:cubicBezTo>
                  <a:cubicBezTo>
                    <a:pt x="80312" y="121002"/>
                    <a:pt x="81490" y="121305"/>
                    <a:pt x="81827" y="121439"/>
                  </a:cubicBezTo>
                  <a:cubicBezTo>
                    <a:pt x="82164" y="121540"/>
                    <a:pt x="83039" y="121977"/>
                    <a:pt x="83476" y="122650"/>
                  </a:cubicBezTo>
                  <a:cubicBezTo>
                    <a:pt x="83913" y="123289"/>
                    <a:pt x="84115" y="123962"/>
                    <a:pt x="84553" y="124938"/>
                  </a:cubicBezTo>
                  <a:cubicBezTo>
                    <a:pt x="84991" y="125913"/>
                    <a:pt x="84889" y="126149"/>
                    <a:pt x="85630" y="127124"/>
                  </a:cubicBezTo>
                  <a:cubicBezTo>
                    <a:pt x="86404" y="128100"/>
                    <a:pt x="87380" y="129075"/>
                    <a:pt x="87683" y="129614"/>
                  </a:cubicBezTo>
                  <a:cubicBezTo>
                    <a:pt x="88020" y="130152"/>
                    <a:pt x="88221" y="129950"/>
                    <a:pt x="88659" y="130825"/>
                  </a:cubicBezTo>
                  <a:cubicBezTo>
                    <a:pt x="89096" y="131699"/>
                    <a:pt x="89870" y="133112"/>
                    <a:pt x="89870" y="133112"/>
                  </a:cubicBezTo>
                  <a:cubicBezTo>
                    <a:pt x="89870" y="133112"/>
                    <a:pt x="90644" y="133314"/>
                    <a:pt x="90846" y="134424"/>
                  </a:cubicBezTo>
                  <a:cubicBezTo>
                    <a:pt x="91048" y="135500"/>
                    <a:pt x="91587" y="135837"/>
                    <a:pt x="91587" y="136476"/>
                  </a:cubicBezTo>
                  <a:cubicBezTo>
                    <a:pt x="91587" y="137115"/>
                    <a:pt x="91250" y="137687"/>
                    <a:pt x="91688" y="138326"/>
                  </a:cubicBezTo>
                  <a:cubicBezTo>
                    <a:pt x="92125" y="138965"/>
                    <a:pt x="93202" y="140075"/>
                    <a:pt x="93640" y="140277"/>
                  </a:cubicBezTo>
                  <a:cubicBezTo>
                    <a:pt x="94077" y="140479"/>
                    <a:pt x="95390" y="139739"/>
                    <a:pt x="96029" y="140176"/>
                  </a:cubicBezTo>
                  <a:cubicBezTo>
                    <a:pt x="96669" y="140614"/>
                    <a:pt x="97342" y="140816"/>
                    <a:pt x="98957" y="140715"/>
                  </a:cubicBezTo>
                  <a:cubicBezTo>
                    <a:pt x="100573" y="140614"/>
                    <a:pt x="102760" y="138965"/>
                    <a:pt x="103198" y="138663"/>
                  </a:cubicBezTo>
                  <a:cubicBezTo>
                    <a:pt x="103635" y="138326"/>
                    <a:pt x="104611" y="136274"/>
                    <a:pt x="104947" y="136375"/>
                  </a:cubicBezTo>
                  <a:cubicBezTo>
                    <a:pt x="105284" y="136476"/>
                    <a:pt x="105722" y="136476"/>
                    <a:pt x="107236" y="136711"/>
                  </a:cubicBezTo>
                  <a:cubicBezTo>
                    <a:pt x="108750" y="136913"/>
                    <a:pt x="109727" y="136375"/>
                    <a:pt x="111578" y="136913"/>
                  </a:cubicBezTo>
                  <a:cubicBezTo>
                    <a:pt x="113428" y="137452"/>
                    <a:pt x="116457" y="137788"/>
                    <a:pt x="116996" y="138427"/>
                  </a:cubicBezTo>
                  <a:cubicBezTo>
                    <a:pt x="117535" y="139066"/>
                    <a:pt x="119049" y="139403"/>
                    <a:pt x="119486" y="139941"/>
                  </a:cubicBezTo>
                  <a:cubicBezTo>
                    <a:pt x="119924" y="140479"/>
                    <a:pt x="120260" y="140715"/>
                    <a:pt x="120260" y="141152"/>
                  </a:cubicBezTo>
                  <a:cubicBezTo>
                    <a:pt x="120260" y="141589"/>
                    <a:pt x="120260" y="142027"/>
                    <a:pt x="119924" y="142228"/>
                  </a:cubicBezTo>
                  <a:cubicBezTo>
                    <a:pt x="119588" y="142430"/>
                    <a:pt x="116660" y="143843"/>
                    <a:pt x="116660" y="143843"/>
                  </a:cubicBezTo>
                  <a:lnTo>
                    <a:pt x="114909" y="145693"/>
                  </a:lnTo>
                  <a:lnTo>
                    <a:pt x="111443" y="147543"/>
                  </a:lnTo>
                  <a:lnTo>
                    <a:pt x="110366" y="150806"/>
                  </a:lnTo>
                  <a:lnTo>
                    <a:pt x="110568" y="154507"/>
                  </a:lnTo>
                  <a:lnTo>
                    <a:pt x="111645" y="155045"/>
                  </a:lnTo>
                  <a:lnTo>
                    <a:pt x="114573" y="159284"/>
                  </a:lnTo>
                  <a:cubicBezTo>
                    <a:pt x="114573" y="159284"/>
                    <a:pt x="115785" y="161134"/>
                    <a:pt x="115986" y="161773"/>
                  </a:cubicBezTo>
                  <a:cubicBezTo>
                    <a:pt x="116222" y="162412"/>
                    <a:pt x="116760" y="164397"/>
                    <a:pt x="116962" y="165036"/>
                  </a:cubicBezTo>
                  <a:cubicBezTo>
                    <a:pt x="117198" y="165675"/>
                    <a:pt x="117299" y="167424"/>
                    <a:pt x="117501" y="168299"/>
                  </a:cubicBezTo>
                  <a:cubicBezTo>
                    <a:pt x="117703" y="169174"/>
                    <a:pt x="117837" y="171764"/>
                    <a:pt x="117837" y="171764"/>
                  </a:cubicBezTo>
                  <a:lnTo>
                    <a:pt x="119688" y="174590"/>
                  </a:lnTo>
                  <a:lnTo>
                    <a:pt x="122515" y="177954"/>
                  </a:lnTo>
                  <a:lnTo>
                    <a:pt x="123929" y="180981"/>
                  </a:lnTo>
                  <a:lnTo>
                    <a:pt x="123592" y="183269"/>
                  </a:lnTo>
                  <a:lnTo>
                    <a:pt x="123929" y="187709"/>
                  </a:lnTo>
                  <a:lnTo>
                    <a:pt x="126318" y="190871"/>
                  </a:lnTo>
                  <a:cubicBezTo>
                    <a:pt x="126318" y="190871"/>
                    <a:pt x="129482" y="193798"/>
                    <a:pt x="129818" y="193798"/>
                  </a:cubicBezTo>
                  <a:cubicBezTo>
                    <a:pt x="130155" y="193798"/>
                    <a:pt x="132309" y="195749"/>
                    <a:pt x="132309" y="195749"/>
                  </a:cubicBezTo>
                  <a:lnTo>
                    <a:pt x="132208" y="198339"/>
                  </a:lnTo>
                  <a:cubicBezTo>
                    <a:pt x="132208" y="198339"/>
                    <a:pt x="136112" y="203553"/>
                    <a:pt x="136549" y="203789"/>
                  </a:cubicBezTo>
                  <a:cubicBezTo>
                    <a:pt x="136987" y="203991"/>
                    <a:pt x="139578" y="206278"/>
                    <a:pt x="139578" y="206278"/>
                  </a:cubicBezTo>
                  <a:lnTo>
                    <a:pt x="140083" y="216168"/>
                  </a:lnTo>
                  <a:cubicBezTo>
                    <a:pt x="140083" y="216168"/>
                    <a:pt x="138939" y="220844"/>
                    <a:pt x="138939" y="221181"/>
                  </a:cubicBezTo>
                  <a:cubicBezTo>
                    <a:pt x="138939" y="221517"/>
                    <a:pt x="138939" y="226832"/>
                    <a:pt x="138939" y="226832"/>
                  </a:cubicBezTo>
                  <a:cubicBezTo>
                    <a:pt x="138939" y="226832"/>
                    <a:pt x="138737" y="228245"/>
                    <a:pt x="139376" y="228447"/>
                  </a:cubicBezTo>
                  <a:cubicBezTo>
                    <a:pt x="140049" y="228649"/>
                    <a:pt x="144795" y="229658"/>
                    <a:pt x="145232" y="229658"/>
                  </a:cubicBezTo>
                  <a:cubicBezTo>
                    <a:pt x="145670" y="229658"/>
                    <a:pt x="145569" y="229456"/>
                    <a:pt x="146444" y="229658"/>
                  </a:cubicBezTo>
                  <a:cubicBezTo>
                    <a:pt x="147319" y="229860"/>
                    <a:pt x="149170" y="233022"/>
                    <a:pt x="149170" y="233022"/>
                  </a:cubicBezTo>
                  <a:cubicBezTo>
                    <a:pt x="149170" y="233022"/>
                    <a:pt x="148295" y="234435"/>
                    <a:pt x="149170" y="234872"/>
                  </a:cubicBezTo>
                  <a:cubicBezTo>
                    <a:pt x="150045" y="235309"/>
                    <a:pt x="154723" y="234435"/>
                    <a:pt x="154723" y="234435"/>
                  </a:cubicBezTo>
                  <a:cubicBezTo>
                    <a:pt x="154723" y="234435"/>
                    <a:pt x="153747" y="239447"/>
                    <a:pt x="154723" y="239312"/>
                  </a:cubicBezTo>
                  <a:cubicBezTo>
                    <a:pt x="155699" y="239211"/>
                    <a:pt x="160814" y="236588"/>
                    <a:pt x="160814" y="236588"/>
                  </a:cubicBezTo>
                  <a:lnTo>
                    <a:pt x="164617" y="236218"/>
                  </a:lnTo>
                  <a:lnTo>
                    <a:pt x="168959" y="240120"/>
                  </a:lnTo>
                  <a:lnTo>
                    <a:pt x="171146" y="243585"/>
                  </a:lnTo>
                  <a:cubicBezTo>
                    <a:pt x="171146" y="243585"/>
                    <a:pt x="177507" y="238370"/>
                    <a:pt x="177675" y="237933"/>
                  </a:cubicBezTo>
                  <a:cubicBezTo>
                    <a:pt x="177810" y="237496"/>
                    <a:pt x="178988" y="235175"/>
                    <a:pt x="178988" y="235175"/>
                  </a:cubicBezTo>
                  <a:lnTo>
                    <a:pt x="184473" y="231710"/>
                  </a:lnTo>
                  <a:lnTo>
                    <a:pt x="187671" y="227942"/>
                  </a:lnTo>
                  <a:lnTo>
                    <a:pt x="188983" y="224612"/>
                  </a:lnTo>
                  <a:lnTo>
                    <a:pt x="193493" y="222728"/>
                  </a:lnTo>
                  <a:cubicBezTo>
                    <a:pt x="193493" y="222728"/>
                    <a:pt x="193190" y="219835"/>
                    <a:pt x="192753" y="219532"/>
                  </a:cubicBezTo>
                  <a:cubicBezTo>
                    <a:pt x="192315" y="219229"/>
                    <a:pt x="192315" y="215058"/>
                    <a:pt x="192315" y="215058"/>
                  </a:cubicBezTo>
                  <a:cubicBezTo>
                    <a:pt x="192315" y="215058"/>
                    <a:pt x="193897" y="214049"/>
                    <a:pt x="194637" y="214318"/>
                  </a:cubicBezTo>
                  <a:cubicBezTo>
                    <a:pt x="195344" y="214621"/>
                    <a:pt x="197969" y="218220"/>
                    <a:pt x="197969" y="218220"/>
                  </a:cubicBezTo>
                  <a:lnTo>
                    <a:pt x="202176" y="221551"/>
                  </a:lnTo>
                  <a:lnTo>
                    <a:pt x="206382" y="224006"/>
                  </a:lnTo>
                  <a:lnTo>
                    <a:pt x="209849" y="224578"/>
                  </a:lnTo>
                  <a:lnTo>
                    <a:pt x="216512" y="225318"/>
                  </a:lnTo>
                  <a:cubicBezTo>
                    <a:pt x="216512" y="225318"/>
                    <a:pt x="218263" y="226193"/>
                    <a:pt x="218969" y="226193"/>
                  </a:cubicBezTo>
                  <a:cubicBezTo>
                    <a:pt x="219710" y="226193"/>
                    <a:pt x="222738" y="225621"/>
                    <a:pt x="223042" y="226193"/>
                  </a:cubicBezTo>
                  <a:cubicBezTo>
                    <a:pt x="223344" y="226765"/>
                    <a:pt x="223042" y="228817"/>
                    <a:pt x="224186" y="229086"/>
                  </a:cubicBezTo>
                  <a:cubicBezTo>
                    <a:pt x="225330" y="229389"/>
                    <a:pt x="227820" y="229792"/>
                    <a:pt x="228393" y="228951"/>
                  </a:cubicBezTo>
                  <a:cubicBezTo>
                    <a:pt x="228965" y="228077"/>
                    <a:pt x="230278" y="227505"/>
                    <a:pt x="230278" y="226361"/>
                  </a:cubicBezTo>
                  <a:cubicBezTo>
                    <a:pt x="230278" y="225184"/>
                    <a:pt x="230580" y="223603"/>
                    <a:pt x="230849" y="223165"/>
                  </a:cubicBezTo>
                  <a:cubicBezTo>
                    <a:pt x="231119" y="222728"/>
                    <a:pt x="231724" y="221147"/>
                    <a:pt x="231724" y="221147"/>
                  </a:cubicBezTo>
                  <a:cubicBezTo>
                    <a:pt x="231724" y="221147"/>
                    <a:pt x="234753" y="220003"/>
                    <a:pt x="235359" y="220003"/>
                  </a:cubicBezTo>
                  <a:cubicBezTo>
                    <a:pt x="235931" y="220003"/>
                    <a:pt x="242157" y="220743"/>
                    <a:pt x="242157" y="220743"/>
                  </a:cubicBezTo>
                  <a:lnTo>
                    <a:pt x="241888" y="222627"/>
                  </a:lnTo>
                  <a:lnTo>
                    <a:pt x="241585" y="224645"/>
                  </a:lnTo>
                  <a:lnTo>
                    <a:pt x="245657" y="225217"/>
                  </a:lnTo>
                  <a:cubicBezTo>
                    <a:pt x="245657" y="225217"/>
                    <a:pt x="246802" y="225083"/>
                    <a:pt x="247542" y="224780"/>
                  </a:cubicBezTo>
                  <a:cubicBezTo>
                    <a:pt x="248249" y="224477"/>
                    <a:pt x="250437" y="222190"/>
                    <a:pt x="250437" y="222190"/>
                  </a:cubicBezTo>
                  <a:lnTo>
                    <a:pt x="252456" y="224208"/>
                  </a:lnTo>
                  <a:lnTo>
                    <a:pt x="255485" y="217985"/>
                  </a:lnTo>
                  <a:lnTo>
                    <a:pt x="255485" y="216370"/>
                  </a:lnTo>
                  <a:lnTo>
                    <a:pt x="256629" y="211459"/>
                  </a:lnTo>
                  <a:cubicBezTo>
                    <a:pt x="256629" y="211459"/>
                    <a:pt x="258513" y="211156"/>
                    <a:pt x="259658" y="211156"/>
                  </a:cubicBezTo>
                  <a:cubicBezTo>
                    <a:pt x="260836" y="211156"/>
                    <a:pt x="263865" y="212602"/>
                    <a:pt x="263865" y="212602"/>
                  </a:cubicBezTo>
                  <a:cubicBezTo>
                    <a:pt x="263865" y="212602"/>
                    <a:pt x="266321" y="214184"/>
                    <a:pt x="266624" y="214621"/>
                  </a:cubicBezTo>
                  <a:cubicBezTo>
                    <a:pt x="266927" y="215058"/>
                    <a:pt x="268509" y="216370"/>
                    <a:pt x="269384" y="216942"/>
                  </a:cubicBezTo>
                  <a:cubicBezTo>
                    <a:pt x="270259" y="217514"/>
                    <a:pt x="271841" y="218691"/>
                    <a:pt x="272413" y="218254"/>
                  </a:cubicBezTo>
                  <a:cubicBezTo>
                    <a:pt x="272985" y="217817"/>
                    <a:pt x="274163" y="218254"/>
                    <a:pt x="274163" y="215495"/>
                  </a:cubicBezTo>
                  <a:cubicBezTo>
                    <a:pt x="274163" y="214789"/>
                    <a:pt x="274196" y="214116"/>
                    <a:pt x="274196" y="213578"/>
                  </a:cubicBezTo>
                  <a:cubicBezTo>
                    <a:pt x="274264" y="212031"/>
                    <a:pt x="274432" y="211156"/>
                    <a:pt x="274432" y="211156"/>
                  </a:cubicBezTo>
                  <a:lnTo>
                    <a:pt x="276889" y="208263"/>
                  </a:lnTo>
                  <a:lnTo>
                    <a:pt x="284999" y="204798"/>
                  </a:lnTo>
                  <a:lnTo>
                    <a:pt x="287759" y="199719"/>
                  </a:lnTo>
                  <a:lnTo>
                    <a:pt x="284697" y="194504"/>
                  </a:lnTo>
                  <a:cubicBezTo>
                    <a:pt x="284697" y="194504"/>
                    <a:pt x="285841" y="192621"/>
                    <a:pt x="286312" y="192486"/>
                  </a:cubicBezTo>
                  <a:cubicBezTo>
                    <a:pt x="286750" y="192351"/>
                    <a:pt x="289947" y="191477"/>
                    <a:pt x="290654" y="192486"/>
                  </a:cubicBezTo>
                  <a:cubicBezTo>
                    <a:pt x="291360" y="193495"/>
                    <a:pt x="291730" y="195379"/>
                    <a:pt x="292909" y="195076"/>
                  </a:cubicBezTo>
                  <a:cubicBezTo>
                    <a:pt x="294086" y="194773"/>
                    <a:pt x="295433" y="194639"/>
                    <a:pt x="295433" y="192755"/>
                  </a:cubicBezTo>
                  <a:cubicBezTo>
                    <a:pt x="295433" y="190871"/>
                    <a:pt x="295433" y="188550"/>
                    <a:pt x="295433" y="188550"/>
                  </a:cubicBezTo>
                  <a:cubicBezTo>
                    <a:pt x="295433" y="188550"/>
                    <a:pt x="294558" y="188416"/>
                    <a:pt x="294558" y="187844"/>
                  </a:cubicBezTo>
                  <a:cubicBezTo>
                    <a:pt x="294558" y="187272"/>
                    <a:pt x="294423" y="185523"/>
                    <a:pt x="294827" y="184513"/>
                  </a:cubicBezTo>
                  <a:cubicBezTo>
                    <a:pt x="295264" y="183504"/>
                    <a:pt x="295567" y="184379"/>
                    <a:pt x="295567" y="182630"/>
                  </a:cubicBezTo>
                  <a:cubicBezTo>
                    <a:pt x="295567" y="180880"/>
                    <a:pt x="295433" y="178559"/>
                    <a:pt x="295567" y="177987"/>
                  </a:cubicBezTo>
                  <a:cubicBezTo>
                    <a:pt x="295702" y="177415"/>
                    <a:pt x="296274" y="175397"/>
                    <a:pt x="296274" y="175397"/>
                  </a:cubicBezTo>
                  <a:cubicBezTo>
                    <a:pt x="296274" y="175397"/>
                    <a:pt x="294962" y="173816"/>
                    <a:pt x="294827" y="173379"/>
                  </a:cubicBezTo>
                  <a:cubicBezTo>
                    <a:pt x="294692" y="172941"/>
                    <a:pt x="294254" y="171495"/>
                    <a:pt x="294389" y="171058"/>
                  </a:cubicBezTo>
                  <a:cubicBezTo>
                    <a:pt x="294524" y="170620"/>
                    <a:pt x="294524" y="169611"/>
                    <a:pt x="295567" y="169611"/>
                  </a:cubicBezTo>
                  <a:cubicBezTo>
                    <a:pt x="296611" y="169611"/>
                    <a:pt x="299202" y="169746"/>
                    <a:pt x="299202" y="169746"/>
                  </a:cubicBezTo>
                  <a:cubicBezTo>
                    <a:pt x="299202" y="169746"/>
                    <a:pt x="302096" y="171327"/>
                    <a:pt x="302264" y="171764"/>
                  </a:cubicBezTo>
                  <a:cubicBezTo>
                    <a:pt x="302399" y="172201"/>
                    <a:pt x="302130" y="174522"/>
                    <a:pt x="301827" y="175229"/>
                  </a:cubicBezTo>
                  <a:cubicBezTo>
                    <a:pt x="301524" y="175969"/>
                    <a:pt x="301255" y="177853"/>
                    <a:pt x="301255" y="178425"/>
                  </a:cubicBezTo>
                  <a:cubicBezTo>
                    <a:pt x="301255" y="178996"/>
                    <a:pt x="303274" y="180006"/>
                    <a:pt x="303274" y="180006"/>
                  </a:cubicBezTo>
                  <a:lnTo>
                    <a:pt x="306606" y="178626"/>
                  </a:lnTo>
                  <a:lnTo>
                    <a:pt x="309063" y="177247"/>
                  </a:lnTo>
                  <a:lnTo>
                    <a:pt x="310173" y="177247"/>
                  </a:lnTo>
                  <a:lnTo>
                    <a:pt x="315390" y="178391"/>
                  </a:lnTo>
                  <a:lnTo>
                    <a:pt x="318721" y="180275"/>
                  </a:lnTo>
                  <a:cubicBezTo>
                    <a:pt x="318721" y="180275"/>
                    <a:pt x="320741" y="181721"/>
                    <a:pt x="321178" y="182024"/>
                  </a:cubicBezTo>
                  <a:cubicBezTo>
                    <a:pt x="321616" y="182327"/>
                    <a:pt x="323803" y="183471"/>
                    <a:pt x="324376" y="183605"/>
                  </a:cubicBezTo>
                  <a:cubicBezTo>
                    <a:pt x="324947" y="183740"/>
                    <a:pt x="326126" y="184345"/>
                    <a:pt x="326395" y="184749"/>
                  </a:cubicBezTo>
                  <a:cubicBezTo>
                    <a:pt x="326698" y="185186"/>
                    <a:pt x="328145" y="186767"/>
                    <a:pt x="328145" y="186767"/>
                  </a:cubicBezTo>
                  <a:cubicBezTo>
                    <a:pt x="328145" y="186767"/>
                    <a:pt x="328717" y="188651"/>
                    <a:pt x="329457" y="189358"/>
                  </a:cubicBezTo>
                  <a:cubicBezTo>
                    <a:pt x="330198" y="190064"/>
                    <a:pt x="330198" y="190064"/>
                    <a:pt x="330198" y="190064"/>
                  </a:cubicBezTo>
                  <a:cubicBezTo>
                    <a:pt x="330198" y="190064"/>
                    <a:pt x="332823" y="191948"/>
                    <a:pt x="333227" y="192385"/>
                  </a:cubicBezTo>
                  <a:cubicBezTo>
                    <a:pt x="333664" y="192822"/>
                    <a:pt x="334808" y="193697"/>
                    <a:pt x="334808" y="193697"/>
                  </a:cubicBezTo>
                  <a:lnTo>
                    <a:pt x="335381" y="197767"/>
                  </a:lnTo>
                  <a:lnTo>
                    <a:pt x="338275" y="200795"/>
                  </a:lnTo>
                  <a:lnTo>
                    <a:pt x="341607" y="201939"/>
                  </a:lnTo>
                  <a:lnTo>
                    <a:pt x="345511" y="203385"/>
                  </a:lnTo>
                  <a:lnTo>
                    <a:pt x="349280" y="208465"/>
                  </a:lnTo>
                  <a:lnTo>
                    <a:pt x="351367" y="211492"/>
                  </a:lnTo>
                  <a:lnTo>
                    <a:pt x="352746" y="213073"/>
                  </a:lnTo>
                  <a:lnTo>
                    <a:pt x="352746" y="216269"/>
                  </a:lnTo>
                  <a:cubicBezTo>
                    <a:pt x="352746" y="216269"/>
                    <a:pt x="351871" y="217144"/>
                    <a:pt x="352443" y="218456"/>
                  </a:cubicBezTo>
                  <a:cubicBezTo>
                    <a:pt x="353016" y="219768"/>
                    <a:pt x="353756" y="220340"/>
                    <a:pt x="354193" y="220474"/>
                  </a:cubicBezTo>
                  <a:cubicBezTo>
                    <a:pt x="354631" y="220609"/>
                    <a:pt x="355069" y="220609"/>
                    <a:pt x="356381" y="220609"/>
                  </a:cubicBezTo>
                  <a:cubicBezTo>
                    <a:pt x="357694" y="220609"/>
                    <a:pt x="357559" y="219431"/>
                    <a:pt x="359578" y="221181"/>
                  </a:cubicBezTo>
                  <a:cubicBezTo>
                    <a:pt x="361597" y="222930"/>
                    <a:pt x="361901" y="223636"/>
                    <a:pt x="362035" y="224074"/>
                  </a:cubicBezTo>
                  <a:cubicBezTo>
                    <a:pt x="362170" y="224511"/>
                    <a:pt x="362472" y="225655"/>
                    <a:pt x="362776" y="227101"/>
                  </a:cubicBezTo>
                  <a:cubicBezTo>
                    <a:pt x="363045" y="228548"/>
                    <a:pt x="363650" y="229120"/>
                    <a:pt x="364222" y="229120"/>
                  </a:cubicBezTo>
                  <a:cubicBezTo>
                    <a:pt x="364795" y="229120"/>
                    <a:pt x="367285" y="228682"/>
                    <a:pt x="367689" y="228548"/>
                  </a:cubicBezTo>
                  <a:cubicBezTo>
                    <a:pt x="368127" y="228413"/>
                    <a:pt x="370011" y="227976"/>
                    <a:pt x="370011" y="227976"/>
                  </a:cubicBezTo>
                  <a:cubicBezTo>
                    <a:pt x="370011" y="227976"/>
                    <a:pt x="371593" y="227841"/>
                    <a:pt x="372031" y="227673"/>
                  </a:cubicBezTo>
                  <a:cubicBezTo>
                    <a:pt x="372468" y="227538"/>
                    <a:pt x="373478" y="228413"/>
                    <a:pt x="373780" y="229254"/>
                  </a:cubicBezTo>
                  <a:cubicBezTo>
                    <a:pt x="374083" y="230129"/>
                    <a:pt x="375665" y="230129"/>
                    <a:pt x="375665" y="231272"/>
                  </a:cubicBezTo>
                  <a:cubicBezTo>
                    <a:pt x="375665" y="232416"/>
                    <a:pt x="375800" y="233156"/>
                    <a:pt x="375665" y="234166"/>
                  </a:cubicBezTo>
                  <a:cubicBezTo>
                    <a:pt x="375530" y="235175"/>
                    <a:pt x="374353" y="236352"/>
                    <a:pt x="374353" y="236352"/>
                  </a:cubicBezTo>
                  <a:cubicBezTo>
                    <a:pt x="374353" y="236352"/>
                    <a:pt x="373915" y="238539"/>
                    <a:pt x="373780" y="239245"/>
                  </a:cubicBezTo>
                  <a:cubicBezTo>
                    <a:pt x="373646" y="239985"/>
                    <a:pt x="373915" y="241566"/>
                    <a:pt x="374521" y="242138"/>
                  </a:cubicBezTo>
                  <a:cubicBezTo>
                    <a:pt x="375093" y="242710"/>
                    <a:pt x="376271" y="244022"/>
                    <a:pt x="376271" y="244594"/>
                  </a:cubicBezTo>
                  <a:cubicBezTo>
                    <a:pt x="376271" y="245166"/>
                    <a:pt x="376708" y="246343"/>
                    <a:pt x="376574" y="247621"/>
                  </a:cubicBezTo>
                  <a:cubicBezTo>
                    <a:pt x="376439" y="248933"/>
                    <a:pt x="375564" y="250077"/>
                    <a:pt x="374689" y="250514"/>
                  </a:cubicBezTo>
                  <a:cubicBezTo>
                    <a:pt x="373814" y="250952"/>
                    <a:pt x="372939" y="252701"/>
                    <a:pt x="372939" y="252701"/>
                  </a:cubicBezTo>
                  <a:cubicBezTo>
                    <a:pt x="372939" y="252701"/>
                    <a:pt x="371189" y="254282"/>
                    <a:pt x="370617" y="254719"/>
                  </a:cubicBezTo>
                  <a:cubicBezTo>
                    <a:pt x="370045" y="255157"/>
                    <a:pt x="369002" y="255728"/>
                    <a:pt x="368295" y="256031"/>
                  </a:cubicBezTo>
                  <a:cubicBezTo>
                    <a:pt x="367588" y="256334"/>
                    <a:pt x="366107" y="256603"/>
                    <a:pt x="365670" y="257040"/>
                  </a:cubicBezTo>
                  <a:cubicBezTo>
                    <a:pt x="365232" y="257478"/>
                    <a:pt x="364088" y="259799"/>
                    <a:pt x="364088" y="259799"/>
                  </a:cubicBezTo>
                  <a:cubicBezTo>
                    <a:pt x="364088" y="259799"/>
                    <a:pt x="366545" y="259933"/>
                    <a:pt x="363785" y="261380"/>
                  </a:cubicBezTo>
                  <a:cubicBezTo>
                    <a:pt x="361025" y="262826"/>
                    <a:pt x="359713" y="262961"/>
                    <a:pt x="358703" y="263264"/>
                  </a:cubicBezTo>
                  <a:cubicBezTo>
                    <a:pt x="357694" y="263533"/>
                    <a:pt x="357391" y="265148"/>
                    <a:pt x="357391" y="265719"/>
                  </a:cubicBezTo>
                  <a:cubicBezTo>
                    <a:pt x="357391" y="266291"/>
                    <a:pt x="358973" y="269050"/>
                    <a:pt x="359275" y="269487"/>
                  </a:cubicBezTo>
                  <a:cubicBezTo>
                    <a:pt x="359578" y="269924"/>
                    <a:pt x="361867" y="272683"/>
                    <a:pt x="361867" y="273255"/>
                  </a:cubicBezTo>
                  <a:cubicBezTo>
                    <a:pt x="361867" y="273827"/>
                    <a:pt x="362742" y="275273"/>
                    <a:pt x="363011" y="275845"/>
                  </a:cubicBezTo>
                  <a:cubicBezTo>
                    <a:pt x="363314" y="276417"/>
                    <a:pt x="363583" y="277863"/>
                    <a:pt x="363583" y="277863"/>
                  </a:cubicBezTo>
                  <a:lnTo>
                    <a:pt x="364458" y="282775"/>
                  </a:lnTo>
                  <a:lnTo>
                    <a:pt x="364155" y="289873"/>
                  </a:lnTo>
                  <a:cubicBezTo>
                    <a:pt x="364155" y="289873"/>
                    <a:pt x="361698" y="293338"/>
                    <a:pt x="361261" y="293943"/>
                  </a:cubicBezTo>
                  <a:cubicBezTo>
                    <a:pt x="360823" y="294515"/>
                    <a:pt x="358636" y="297408"/>
                    <a:pt x="358636" y="297408"/>
                  </a:cubicBezTo>
                  <a:cubicBezTo>
                    <a:pt x="358636" y="297408"/>
                    <a:pt x="354126" y="300032"/>
                    <a:pt x="353285" y="300301"/>
                  </a:cubicBezTo>
                  <a:cubicBezTo>
                    <a:pt x="352410" y="300604"/>
                    <a:pt x="352275" y="300604"/>
                    <a:pt x="350963" y="301176"/>
                  </a:cubicBezTo>
                  <a:cubicBezTo>
                    <a:pt x="349650" y="301748"/>
                    <a:pt x="346621" y="301882"/>
                    <a:pt x="346621" y="301882"/>
                  </a:cubicBezTo>
                  <a:cubicBezTo>
                    <a:pt x="346621" y="301882"/>
                    <a:pt x="345746" y="306524"/>
                    <a:pt x="345881" y="306962"/>
                  </a:cubicBezTo>
                  <a:cubicBezTo>
                    <a:pt x="346015" y="307399"/>
                    <a:pt x="346318" y="309552"/>
                    <a:pt x="346015" y="310864"/>
                  </a:cubicBezTo>
                  <a:cubicBezTo>
                    <a:pt x="345712" y="312176"/>
                    <a:pt x="344837" y="315775"/>
                    <a:pt x="344568" y="317222"/>
                  </a:cubicBezTo>
                  <a:cubicBezTo>
                    <a:pt x="344299" y="318668"/>
                    <a:pt x="343693" y="323008"/>
                    <a:pt x="343693" y="323008"/>
                  </a:cubicBezTo>
                  <a:cubicBezTo>
                    <a:pt x="343693" y="323008"/>
                    <a:pt x="343256" y="324017"/>
                    <a:pt x="342953" y="324892"/>
                  </a:cubicBezTo>
                  <a:cubicBezTo>
                    <a:pt x="342683" y="325766"/>
                    <a:pt x="340193" y="331687"/>
                    <a:pt x="340059" y="332292"/>
                  </a:cubicBezTo>
                  <a:cubicBezTo>
                    <a:pt x="339924" y="332864"/>
                    <a:pt x="337871" y="335051"/>
                    <a:pt x="337030" y="335757"/>
                  </a:cubicBezTo>
                  <a:cubicBezTo>
                    <a:pt x="336155" y="336497"/>
                    <a:pt x="334135" y="338078"/>
                    <a:pt x="334135" y="338078"/>
                  </a:cubicBezTo>
                  <a:lnTo>
                    <a:pt x="332991" y="341846"/>
                  </a:lnTo>
                  <a:lnTo>
                    <a:pt x="333563" y="346354"/>
                  </a:lnTo>
                  <a:cubicBezTo>
                    <a:pt x="333563" y="346354"/>
                    <a:pt x="334876" y="349112"/>
                    <a:pt x="334270" y="349549"/>
                  </a:cubicBezTo>
                  <a:cubicBezTo>
                    <a:pt x="333698" y="349987"/>
                    <a:pt x="331813" y="353317"/>
                    <a:pt x="331678" y="353754"/>
                  </a:cubicBezTo>
                  <a:cubicBezTo>
                    <a:pt x="331544" y="354192"/>
                    <a:pt x="330804" y="355335"/>
                    <a:pt x="330231" y="356647"/>
                  </a:cubicBezTo>
                  <a:cubicBezTo>
                    <a:pt x="329659" y="357959"/>
                    <a:pt x="329087" y="359978"/>
                    <a:pt x="328919" y="361155"/>
                  </a:cubicBezTo>
                  <a:cubicBezTo>
                    <a:pt x="328784" y="362299"/>
                    <a:pt x="328481" y="364048"/>
                    <a:pt x="328784" y="365629"/>
                  </a:cubicBezTo>
                  <a:cubicBezTo>
                    <a:pt x="329054" y="367210"/>
                    <a:pt x="331376" y="373871"/>
                    <a:pt x="331376" y="373871"/>
                  </a:cubicBezTo>
                  <a:lnTo>
                    <a:pt x="331948" y="378345"/>
                  </a:lnTo>
                  <a:lnTo>
                    <a:pt x="334405" y="382684"/>
                  </a:lnTo>
                  <a:lnTo>
                    <a:pt x="334270" y="385443"/>
                  </a:lnTo>
                  <a:lnTo>
                    <a:pt x="331510" y="389211"/>
                  </a:lnTo>
                  <a:lnTo>
                    <a:pt x="329323" y="390792"/>
                  </a:lnTo>
                  <a:lnTo>
                    <a:pt x="328448" y="393247"/>
                  </a:lnTo>
                  <a:lnTo>
                    <a:pt x="330333" y="397721"/>
                  </a:lnTo>
                  <a:lnTo>
                    <a:pt x="333530" y="401489"/>
                  </a:lnTo>
                  <a:lnTo>
                    <a:pt x="338309" y="405829"/>
                  </a:lnTo>
                  <a:lnTo>
                    <a:pt x="339890" y="409159"/>
                  </a:lnTo>
                  <a:lnTo>
                    <a:pt x="340328" y="410336"/>
                  </a:lnTo>
                  <a:lnTo>
                    <a:pt x="339015" y="412355"/>
                  </a:lnTo>
                  <a:lnTo>
                    <a:pt x="340463" y="415550"/>
                  </a:lnTo>
                  <a:lnTo>
                    <a:pt x="342212" y="418174"/>
                  </a:lnTo>
                  <a:lnTo>
                    <a:pt x="342078" y="421202"/>
                  </a:lnTo>
                  <a:lnTo>
                    <a:pt x="341640" y="424970"/>
                  </a:lnTo>
                  <a:cubicBezTo>
                    <a:pt x="341640" y="424970"/>
                    <a:pt x="341203" y="428031"/>
                    <a:pt x="341203" y="428603"/>
                  </a:cubicBezTo>
                  <a:cubicBezTo>
                    <a:pt x="341203" y="429174"/>
                    <a:pt x="343525" y="434119"/>
                    <a:pt x="343525" y="434119"/>
                  </a:cubicBezTo>
                  <a:lnTo>
                    <a:pt x="341068" y="439771"/>
                  </a:lnTo>
                  <a:lnTo>
                    <a:pt x="338309" y="445557"/>
                  </a:lnTo>
                  <a:lnTo>
                    <a:pt x="335280" y="448450"/>
                  </a:lnTo>
                  <a:cubicBezTo>
                    <a:pt x="335280" y="448450"/>
                    <a:pt x="331948" y="449022"/>
                    <a:pt x="331510" y="449022"/>
                  </a:cubicBezTo>
                  <a:cubicBezTo>
                    <a:pt x="331073" y="449022"/>
                    <a:pt x="328313" y="447575"/>
                    <a:pt x="327169" y="446701"/>
                  </a:cubicBezTo>
                  <a:cubicBezTo>
                    <a:pt x="326025" y="445826"/>
                    <a:pt x="324544" y="443942"/>
                    <a:pt x="323534" y="443942"/>
                  </a:cubicBezTo>
                  <a:cubicBezTo>
                    <a:pt x="322524" y="443942"/>
                    <a:pt x="320034" y="443505"/>
                    <a:pt x="319462" y="443505"/>
                  </a:cubicBezTo>
                  <a:cubicBezTo>
                    <a:pt x="318890" y="443505"/>
                    <a:pt x="316433" y="443942"/>
                    <a:pt x="314952" y="444817"/>
                  </a:cubicBezTo>
                  <a:cubicBezTo>
                    <a:pt x="313505" y="445692"/>
                    <a:pt x="310476" y="447844"/>
                    <a:pt x="310039" y="448147"/>
                  </a:cubicBezTo>
                  <a:cubicBezTo>
                    <a:pt x="309601" y="448450"/>
                    <a:pt x="308895" y="453227"/>
                    <a:pt x="308457" y="454101"/>
                  </a:cubicBezTo>
                  <a:cubicBezTo>
                    <a:pt x="308020" y="454976"/>
                    <a:pt x="308457" y="457566"/>
                    <a:pt x="308457" y="457566"/>
                  </a:cubicBezTo>
                  <a:lnTo>
                    <a:pt x="311049" y="460762"/>
                  </a:lnTo>
                  <a:lnTo>
                    <a:pt x="312361" y="464092"/>
                  </a:lnTo>
                  <a:lnTo>
                    <a:pt x="311486" y="467557"/>
                  </a:lnTo>
                  <a:lnTo>
                    <a:pt x="310341" y="470585"/>
                  </a:lnTo>
                  <a:lnTo>
                    <a:pt x="309601" y="473781"/>
                  </a:lnTo>
                  <a:cubicBezTo>
                    <a:pt x="309601" y="473781"/>
                    <a:pt x="310173" y="474352"/>
                    <a:pt x="309029" y="474790"/>
                  </a:cubicBezTo>
                  <a:cubicBezTo>
                    <a:pt x="307885" y="475227"/>
                    <a:pt x="306000" y="476674"/>
                    <a:pt x="305697" y="477111"/>
                  </a:cubicBezTo>
                  <a:cubicBezTo>
                    <a:pt x="305394" y="477548"/>
                    <a:pt x="303678" y="479735"/>
                    <a:pt x="303678" y="479735"/>
                  </a:cubicBezTo>
                  <a:cubicBezTo>
                    <a:pt x="303678" y="479735"/>
                    <a:pt x="303240" y="481619"/>
                    <a:pt x="303240" y="482191"/>
                  </a:cubicBezTo>
                  <a:cubicBezTo>
                    <a:pt x="303240" y="482762"/>
                    <a:pt x="302668" y="487707"/>
                    <a:pt x="302668" y="487707"/>
                  </a:cubicBezTo>
                  <a:lnTo>
                    <a:pt x="302365" y="491912"/>
                  </a:lnTo>
                  <a:lnTo>
                    <a:pt x="303240" y="496555"/>
                  </a:lnTo>
                  <a:lnTo>
                    <a:pt x="304418" y="502643"/>
                  </a:lnTo>
                  <a:cubicBezTo>
                    <a:pt x="304418" y="502643"/>
                    <a:pt x="303678" y="509607"/>
                    <a:pt x="303543" y="510044"/>
                  </a:cubicBezTo>
                  <a:cubicBezTo>
                    <a:pt x="303409" y="510481"/>
                    <a:pt x="301356" y="511356"/>
                    <a:pt x="301356" y="511356"/>
                  </a:cubicBezTo>
                  <a:lnTo>
                    <a:pt x="298461" y="515258"/>
                  </a:lnTo>
                  <a:lnTo>
                    <a:pt x="298327" y="517142"/>
                  </a:lnTo>
                  <a:lnTo>
                    <a:pt x="298764" y="519732"/>
                  </a:lnTo>
                  <a:lnTo>
                    <a:pt x="299067" y="522760"/>
                  </a:lnTo>
                  <a:cubicBezTo>
                    <a:pt x="299067" y="522760"/>
                    <a:pt x="298630" y="522323"/>
                    <a:pt x="298630" y="524947"/>
                  </a:cubicBezTo>
                  <a:cubicBezTo>
                    <a:pt x="298630" y="527570"/>
                    <a:pt x="298361" y="532347"/>
                    <a:pt x="298361" y="532347"/>
                  </a:cubicBezTo>
                  <a:cubicBezTo>
                    <a:pt x="298361" y="532347"/>
                    <a:pt x="299808" y="534366"/>
                    <a:pt x="299942" y="535240"/>
                  </a:cubicBezTo>
                  <a:cubicBezTo>
                    <a:pt x="300077" y="536115"/>
                    <a:pt x="300817" y="538571"/>
                    <a:pt x="301086" y="539714"/>
                  </a:cubicBezTo>
                  <a:cubicBezTo>
                    <a:pt x="301389" y="540892"/>
                    <a:pt x="302702" y="542473"/>
                    <a:pt x="302702" y="542473"/>
                  </a:cubicBezTo>
                  <a:lnTo>
                    <a:pt x="306034" y="543213"/>
                  </a:lnTo>
                  <a:cubicBezTo>
                    <a:pt x="306034" y="543213"/>
                    <a:pt x="305731" y="545534"/>
                    <a:pt x="304889" y="545971"/>
                  </a:cubicBezTo>
                  <a:cubicBezTo>
                    <a:pt x="304014" y="546409"/>
                    <a:pt x="301860" y="547721"/>
                    <a:pt x="301860" y="547721"/>
                  </a:cubicBezTo>
                  <a:lnTo>
                    <a:pt x="301995" y="551051"/>
                  </a:lnTo>
                  <a:lnTo>
                    <a:pt x="304014" y="554684"/>
                  </a:lnTo>
                  <a:lnTo>
                    <a:pt x="305024" y="557442"/>
                  </a:lnTo>
                  <a:lnTo>
                    <a:pt x="304587" y="561210"/>
                  </a:lnTo>
                  <a:cubicBezTo>
                    <a:pt x="304587" y="561210"/>
                    <a:pt x="304452" y="563968"/>
                    <a:pt x="304587" y="564978"/>
                  </a:cubicBezTo>
                  <a:cubicBezTo>
                    <a:pt x="304721" y="565987"/>
                    <a:pt x="304721" y="566996"/>
                    <a:pt x="304721" y="568880"/>
                  </a:cubicBezTo>
                  <a:cubicBezTo>
                    <a:pt x="304721" y="570764"/>
                    <a:pt x="304991" y="572076"/>
                    <a:pt x="304014" y="572076"/>
                  </a:cubicBezTo>
                  <a:cubicBezTo>
                    <a:pt x="303005" y="572076"/>
                    <a:pt x="301389" y="571638"/>
                    <a:pt x="301120" y="570764"/>
                  </a:cubicBezTo>
                  <a:cubicBezTo>
                    <a:pt x="300851" y="569889"/>
                    <a:pt x="300683" y="570057"/>
                    <a:pt x="299808" y="568308"/>
                  </a:cubicBezTo>
                  <a:cubicBezTo>
                    <a:pt x="298933" y="566559"/>
                    <a:pt x="298798" y="565987"/>
                    <a:pt x="298226" y="565280"/>
                  </a:cubicBezTo>
                  <a:cubicBezTo>
                    <a:pt x="297654" y="564540"/>
                    <a:pt x="297486" y="563262"/>
                    <a:pt x="297082" y="562387"/>
                  </a:cubicBezTo>
                  <a:cubicBezTo>
                    <a:pt x="296644" y="561513"/>
                    <a:pt x="296341" y="560941"/>
                    <a:pt x="296207" y="560369"/>
                  </a:cubicBezTo>
                  <a:cubicBezTo>
                    <a:pt x="296072" y="559797"/>
                    <a:pt x="296072" y="558485"/>
                    <a:pt x="296072" y="558485"/>
                  </a:cubicBezTo>
                  <a:lnTo>
                    <a:pt x="297082" y="557341"/>
                  </a:lnTo>
                  <a:lnTo>
                    <a:pt x="297216" y="554314"/>
                  </a:lnTo>
                  <a:lnTo>
                    <a:pt x="295332" y="553002"/>
                  </a:lnTo>
                  <a:cubicBezTo>
                    <a:pt x="295332" y="553002"/>
                    <a:pt x="295197" y="552127"/>
                    <a:pt x="293750" y="551825"/>
                  </a:cubicBezTo>
                  <a:cubicBezTo>
                    <a:pt x="292303" y="551522"/>
                    <a:pt x="292605" y="552396"/>
                    <a:pt x="291293" y="551118"/>
                  </a:cubicBezTo>
                  <a:cubicBezTo>
                    <a:pt x="289981" y="549806"/>
                    <a:pt x="288836" y="549234"/>
                    <a:pt x="288399" y="548662"/>
                  </a:cubicBezTo>
                  <a:cubicBezTo>
                    <a:pt x="287961" y="548091"/>
                    <a:pt x="286817" y="546476"/>
                    <a:pt x="286379" y="545904"/>
                  </a:cubicBezTo>
                  <a:cubicBezTo>
                    <a:pt x="285942" y="545332"/>
                    <a:pt x="284057" y="543583"/>
                    <a:pt x="283754" y="543011"/>
                  </a:cubicBezTo>
                  <a:cubicBezTo>
                    <a:pt x="283485" y="542439"/>
                    <a:pt x="283317" y="542271"/>
                    <a:pt x="283182" y="541699"/>
                  </a:cubicBezTo>
                  <a:cubicBezTo>
                    <a:pt x="283048" y="541127"/>
                    <a:pt x="283048" y="537931"/>
                    <a:pt x="283048" y="537931"/>
                  </a:cubicBezTo>
                  <a:cubicBezTo>
                    <a:pt x="283048" y="537931"/>
                    <a:pt x="282610" y="536922"/>
                    <a:pt x="282779" y="536350"/>
                  </a:cubicBezTo>
                  <a:cubicBezTo>
                    <a:pt x="282913" y="535778"/>
                    <a:pt x="283216" y="534467"/>
                    <a:pt x="283216" y="534467"/>
                  </a:cubicBezTo>
                  <a:lnTo>
                    <a:pt x="283654" y="532885"/>
                  </a:lnTo>
                  <a:lnTo>
                    <a:pt x="284225" y="529858"/>
                  </a:lnTo>
                  <a:lnTo>
                    <a:pt x="283788" y="526225"/>
                  </a:lnTo>
                  <a:cubicBezTo>
                    <a:pt x="283788" y="526225"/>
                    <a:pt x="281601" y="524913"/>
                    <a:pt x="281466" y="524476"/>
                  </a:cubicBezTo>
                  <a:cubicBezTo>
                    <a:pt x="281331" y="524038"/>
                    <a:pt x="280456" y="522020"/>
                    <a:pt x="279447" y="521448"/>
                  </a:cubicBezTo>
                  <a:cubicBezTo>
                    <a:pt x="278437" y="520876"/>
                    <a:pt x="275678" y="516974"/>
                    <a:pt x="275678" y="516974"/>
                  </a:cubicBezTo>
                  <a:lnTo>
                    <a:pt x="273086" y="519732"/>
                  </a:lnTo>
                  <a:lnTo>
                    <a:pt x="271639" y="522928"/>
                  </a:lnTo>
                  <a:lnTo>
                    <a:pt x="271504" y="526393"/>
                  </a:lnTo>
                  <a:lnTo>
                    <a:pt x="272951" y="529723"/>
                  </a:lnTo>
                  <a:lnTo>
                    <a:pt x="272514" y="531035"/>
                  </a:lnTo>
                  <a:lnTo>
                    <a:pt x="271201" y="534097"/>
                  </a:lnTo>
                  <a:lnTo>
                    <a:pt x="269620" y="535543"/>
                  </a:lnTo>
                  <a:cubicBezTo>
                    <a:pt x="269620" y="535543"/>
                    <a:pt x="267869" y="535980"/>
                    <a:pt x="266725" y="536418"/>
                  </a:cubicBezTo>
                  <a:cubicBezTo>
                    <a:pt x="265581" y="536855"/>
                    <a:pt x="264706" y="537730"/>
                    <a:pt x="263965" y="538167"/>
                  </a:cubicBezTo>
                  <a:cubicBezTo>
                    <a:pt x="263259" y="538604"/>
                    <a:pt x="260499" y="540185"/>
                    <a:pt x="260499" y="540185"/>
                  </a:cubicBezTo>
                  <a:cubicBezTo>
                    <a:pt x="260499" y="540185"/>
                    <a:pt x="259792" y="541497"/>
                    <a:pt x="259792" y="542069"/>
                  </a:cubicBezTo>
                  <a:cubicBezTo>
                    <a:pt x="259792" y="542574"/>
                    <a:pt x="259355" y="544962"/>
                    <a:pt x="259220" y="545534"/>
                  </a:cubicBezTo>
                  <a:cubicBezTo>
                    <a:pt x="259187" y="545534"/>
                    <a:pt x="259018" y="545736"/>
                    <a:pt x="258480" y="546678"/>
                  </a:cubicBezTo>
                  <a:cubicBezTo>
                    <a:pt x="257470" y="548427"/>
                    <a:pt x="257470" y="548999"/>
                    <a:pt x="256595" y="549436"/>
                  </a:cubicBezTo>
                  <a:cubicBezTo>
                    <a:pt x="255720" y="549874"/>
                    <a:pt x="253701" y="550883"/>
                    <a:pt x="253701" y="550883"/>
                  </a:cubicBezTo>
                  <a:lnTo>
                    <a:pt x="248922" y="554078"/>
                  </a:lnTo>
                  <a:lnTo>
                    <a:pt x="246734" y="558115"/>
                  </a:lnTo>
                  <a:lnTo>
                    <a:pt x="244581" y="561143"/>
                  </a:lnTo>
                  <a:lnTo>
                    <a:pt x="240811" y="565920"/>
                  </a:lnTo>
                  <a:lnTo>
                    <a:pt x="241686" y="569115"/>
                  </a:lnTo>
                  <a:cubicBezTo>
                    <a:pt x="241686" y="569115"/>
                    <a:pt x="241114" y="570427"/>
                    <a:pt x="240542" y="571571"/>
                  </a:cubicBezTo>
                  <a:cubicBezTo>
                    <a:pt x="239970" y="572715"/>
                    <a:pt x="238085" y="575776"/>
                    <a:pt x="238085" y="575776"/>
                  </a:cubicBezTo>
                  <a:cubicBezTo>
                    <a:pt x="238085" y="575776"/>
                    <a:pt x="237210" y="577088"/>
                    <a:pt x="237075" y="577525"/>
                  </a:cubicBezTo>
                  <a:cubicBezTo>
                    <a:pt x="236941" y="577963"/>
                    <a:pt x="235763" y="579409"/>
                    <a:pt x="235326" y="579712"/>
                  </a:cubicBezTo>
                  <a:cubicBezTo>
                    <a:pt x="234888" y="580015"/>
                    <a:pt x="232701" y="583042"/>
                    <a:pt x="231994" y="583345"/>
                  </a:cubicBezTo>
                  <a:cubicBezTo>
                    <a:pt x="231253" y="583648"/>
                    <a:pt x="228359" y="586541"/>
                    <a:pt x="228359" y="586541"/>
                  </a:cubicBezTo>
                  <a:lnTo>
                    <a:pt x="225330" y="588559"/>
                  </a:lnTo>
                  <a:cubicBezTo>
                    <a:pt x="225330" y="588559"/>
                    <a:pt x="224186" y="588862"/>
                    <a:pt x="223311" y="589434"/>
                  </a:cubicBezTo>
                  <a:cubicBezTo>
                    <a:pt x="222436" y="590006"/>
                    <a:pt x="222301" y="589703"/>
                    <a:pt x="220551" y="590443"/>
                  </a:cubicBezTo>
                  <a:cubicBezTo>
                    <a:pt x="218801" y="591183"/>
                    <a:pt x="217085" y="591889"/>
                    <a:pt x="216210" y="592327"/>
                  </a:cubicBezTo>
                  <a:cubicBezTo>
                    <a:pt x="215335" y="592764"/>
                    <a:pt x="214460" y="593470"/>
                    <a:pt x="214460" y="594076"/>
                  </a:cubicBezTo>
                  <a:cubicBezTo>
                    <a:pt x="214460" y="594648"/>
                    <a:pt x="213585" y="597272"/>
                    <a:pt x="213585" y="597272"/>
                  </a:cubicBezTo>
                  <a:lnTo>
                    <a:pt x="212878" y="598718"/>
                  </a:lnTo>
                  <a:cubicBezTo>
                    <a:pt x="212878" y="598718"/>
                    <a:pt x="212306" y="600905"/>
                    <a:pt x="212306" y="601611"/>
                  </a:cubicBezTo>
                  <a:cubicBezTo>
                    <a:pt x="212306" y="602351"/>
                    <a:pt x="210993" y="605244"/>
                    <a:pt x="210993" y="605244"/>
                  </a:cubicBezTo>
                  <a:lnTo>
                    <a:pt x="210724" y="605951"/>
                  </a:lnTo>
                  <a:cubicBezTo>
                    <a:pt x="210724" y="605951"/>
                    <a:pt x="210421" y="609012"/>
                    <a:pt x="210286" y="609416"/>
                  </a:cubicBezTo>
                  <a:cubicBezTo>
                    <a:pt x="210152" y="609853"/>
                    <a:pt x="210589" y="611299"/>
                    <a:pt x="209714" y="611871"/>
                  </a:cubicBezTo>
                  <a:cubicBezTo>
                    <a:pt x="208839" y="612443"/>
                    <a:pt x="207527" y="613621"/>
                    <a:pt x="207123" y="613755"/>
                  </a:cubicBezTo>
                  <a:cubicBezTo>
                    <a:pt x="206686" y="613890"/>
                    <a:pt x="205676" y="614058"/>
                    <a:pt x="204532" y="614058"/>
                  </a:cubicBezTo>
                  <a:cubicBezTo>
                    <a:pt x="203387" y="614058"/>
                    <a:pt x="201334" y="613486"/>
                    <a:pt x="201334" y="613486"/>
                  </a:cubicBezTo>
                  <a:cubicBezTo>
                    <a:pt x="201334" y="613486"/>
                    <a:pt x="198306" y="614933"/>
                    <a:pt x="197868" y="615370"/>
                  </a:cubicBezTo>
                  <a:cubicBezTo>
                    <a:pt x="197431" y="615807"/>
                    <a:pt x="195849" y="618835"/>
                    <a:pt x="195243" y="619003"/>
                  </a:cubicBezTo>
                  <a:cubicBezTo>
                    <a:pt x="194671" y="619138"/>
                    <a:pt x="191339" y="621627"/>
                    <a:pt x="191339" y="621627"/>
                  </a:cubicBezTo>
                  <a:cubicBezTo>
                    <a:pt x="191339" y="621627"/>
                    <a:pt x="189185" y="623376"/>
                    <a:pt x="188310" y="623813"/>
                  </a:cubicBezTo>
                  <a:cubicBezTo>
                    <a:pt x="187435" y="624251"/>
                    <a:pt x="185718" y="626135"/>
                    <a:pt x="185416" y="626572"/>
                  </a:cubicBezTo>
                  <a:cubicBezTo>
                    <a:pt x="185147" y="627009"/>
                    <a:pt x="181646" y="629599"/>
                    <a:pt x="181209" y="629768"/>
                  </a:cubicBezTo>
                  <a:cubicBezTo>
                    <a:pt x="180771" y="629902"/>
                    <a:pt x="175993" y="634107"/>
                    <a:pt x="175420" y="634679"/>
                  </a:cubicBezTo>
                  <a:cubicBezTo>
                    <a:pt x="174848" y="635251"/>
                    <a:pt x="171079" y="638312"/>
                    <a:pt x="170338" y="638749"/>
                  </a:cubicBezTo>
                  <a:cubicBezTo>
                    <a:pt x="169598" y="639187"/>
                    <a:pt x="166872" y="642382"/>
                    <a:pt x="166872" y="642382"/>
                  </a:cubicBezTo>
                  <a:cubicBezTo>
                    <a:pt x="166872" y="642382"/>
                    <a:pt x="161521" y="647159"/>
                    <a:pt x="160646" y="647597"/>
                  </a:cubicBezTo>
                  <a:cubicBezTo>
                    <a:pt x="159771" y="648034"/>
                    <a:pt x="156304" y="648909"/>
                    <a:pt x="156002" y="649480"/>
                  </a:cubicBezTo>
                  <a:cubicBezTo>
                    <a:pt x="155699" y="650052"/>
                    <a:pt x="155429" y="653820"/>
                    <a:pt x="155429" y="653820"/>
                  </a:cubicBezTo>
                  <a:cubicBezTo>
                    <a:pt x="155429" y="653820"/>
                    <a:pt x="155867" y="656713"/>
                    <a:pt x="155867" y="657285"/>
                  </a:cubicBezTo>
                  <a:cubicBezTo>
                    <a:pt x="155867" y="657857"/>
                    <a:pt x="155160" y="661624"/>
                    <a:pt x="154723" y="662062"/>
                  </a:cubicBezTo>
                  <a:cubicBezTo>
                    <a:pt x="154285" y="662499"/>
                    <a:pt x="152973" y="666401"/>
                    <a:pt x="152973" y="666401"/>
                  </a:cubicBezTo>
                  <a:lnTo>
                    <a:pt x="152838" y="667108"/>
                  </a:lnTo>
                  <a:cubicBezTo>
                    <a:pt x="152838" y="667108"/>
                    <a:pt x="151828" y="670438"/>
                    <a:pt x="151694" y="671010"/>
                  </a:cubicBezTo>
                  <a:cubicBezTo>
                    <a:pt x="151559" y="671582"/>
                    <a:pt x="151256" y="674037"/>
                    <a:pt x="151559" y="674777"/>
                  </a:cubicBezTo>
                  <a:cubicBezTo>
                    <a:pt x="151828" y="675484"/>
                    <a:pt x="152131" y="677536"/>
                    <a:pt x="152569" y="677805"/>
                  </a:cubicBezTo>
                  <a:cubicBezTo>
                    <a:pt x="153006" y="678108"/>
                    <a:pt x="153006" y="678949"/>
                    <a:pt x="153881" y="680833"/>
                  </a:cubicBezTo>
                  <a:cubicBezTo>
                    <a:pt x="154756" y="682716"/>
                    <a:pt x="160545" y="686484"/>
                    <a:pt x="160545" y="687056"/>
                  </a:cubicBezTo>
                  <a:cubicBezTo>
                    <a:pt x="160545" y="687628"/>
                    <a:pt x="162430" y="689512"/>
                    <a:pt x="162430" y="689512"/>
                  </a:cubicBezTo>
                  <a:lnTo>
                    <a:pt x="169262" y="691833"/>
                  </a:lnTo>
                  <a:lnTo>
                    <a:pt x="174613" y="691530"/>
                  </a:lnTo>
                  <a:lnTo>
                    <a:pt x="178517" y="692842"/>
                  </a:lnTo>
                  <a:lnTo>
                    <a:pt x="180670" y="695163"/>
                  </a:lnTo>
                  <a:lnTo>
                    <a:pt x="187469" y="695600"/>
                  </a:lnTo>
                  <a:cubicBezTo>
                    <a:pt x="187469" y="695600"/>
                    <a:pt x="190800" y="697181"/>
                    <a:pt x="190800" y="697787"/>
                  </a:cubicBezTo>
                  <a:cubicBezTo>
                    <a:pt x="190800" y="698359"/>
                    <a:pt x="187603" y="701420"/>
                    <a:pt x="187031" y="701420"/>
                  </a:cubicBezTo>
                  <a:cubicBezTo>
                    <a:pt x="186459" y="701420"/>
                    <a:pt x="185012" y="702867"/>
                    <a:pt x="185012" y="702867"/>
                  </a:cubicBezTo>
                  <a:lnTo>
                    <a:pt x="183262" y="705760"/>
                  </a:lnTo>
                  <a:lnTo>
                    <a:pt x="182387" y="709662"/>
                  </a:lnTo>
                  <a:lnTo>
                    <a:pt x="184406" y="712992"/>
                  </a:lnTo>
                  <a:lnTo>
                    <a:pt x="191642" y="713127"/>
                  </a:lnTo>
                  <a:lnTo>
                    <a:pt x="192954" y="712555"/>
                  </a:lnTo>
                  <a:lnTo>
                    <a:pt x="193964" y="712858"/>
                  </a:lnTo>
                  <a:cubicBezTo>
                    <a:pt x="193964" y="712858"/>
                    <a:pt x="194973" y="714607"/>
                    <a:pt x="194973" y="715044"/>
                  </a:cubicBezTo>
                  <a:cubicBezTo>
                    <a:pt x="194973" y="715481"/>
                    <a:pt x="194536" y="717937"/>
                    <a:pt x="194536" y="717937"/>
                  </a:cubicBezTo>
                  <a:lnTo>
                    <a:pt x="194402" y="719821"/>
                  </a:lnTo>
                  <a:lnTo>
                    <a:pt x="196858" y="720830"/>
                  </a:lnTo>
                  <a:lnTo>
                    <a:pt x="197868" y="722277"/>
                  </a:lnTo>
                  <a:lnTo>
                    <a:pt x="199180" y="725304"/>
                  </a:lnTo>
                  <a:cubicBezTo>
                    <a:pt x="199180" y="725304"/>
                    <a:pt x="199046" y="727625"/>
                    <a:pt x="199483" y="727760"/>
                  </a:cubicBezTo>
                  <a:cubicBezTo>
                    <a:pt x="199921" y="727894"/>
                    <a:pt x="199921" y="728769"/>
                    <a:pt x="200796" y="729341"/>
                  </a:cubicBezTo>
                  <a:cubicBezTo>
                    <a:pt x="201671" y="729913"/>
                    <a:pt x="202243" y="730216"/>
                    <a:pt x="203825" y="730518"/>
                  </a:cubicBezTo>
                  <a:cubicBezTo>
                    <a:pt x="205407" y="730821"/>
                    <a:pt x="210623" y="730216"/>
                    <a:pt x="210623" y="730216"/>
                  </a:cubicBezTo>
                  <a:cubicBezTo>
                    <a:pt x="210623" y="730216"/>
                    <a:pt x="211633" y="730081"/>
                    <a:pt x="213248" y="729913"/>
                  </a:cubicBezTo>
                  <a:cubicBezTo>
                    <a:pt x="214830" y="729778"/>
                    <a:pt x="216445" y="729610"/>
                    <a:pt x="217590" y="729341"/>
                  </a:cubicBezTo>
                  <a:cubicBezTo>
                    <a:pt x="218734" y="729072"/>
                    <a:pt x="217892" y="727154"/>
                    <a:pt x="217892" y="727154"/>
                  </a:cubicBezTo>
                  <a:lnTo>
                    <a:pt x="220518" y="724127"/>
                  </a:lnTo>
                  <a:lnTo>
                    <a:pt x="219070" y="720225"/>
                  </a:lnTo>
                  <a:lnTo>
                    <a:pt x="219070" y="716894"/>
                  </a:lnTo>
                  <a:lnTo>
                    <a:pt x="220955" y="714640"/>
                  </a:lnTo>
                  <a:lnTo>
                    <a:pt x="223715" y="714270"/>
                  </a:lnTo>
                  <a:lnTo>
                    <a:pt x="226912" y="714270"/>
                  </a:lnTo>
                  <a:lnTo>
                    <a:pt x="229974" y="714136"/>
                  </a:lnTo>
                  <a:cubicBezTo>
                    <a:pt x="229974" y="714136"/>
                    <a:pt x="230984" y="713699"/>
                    <a:pt x="230984" y="713261"/>
                  </a:cubicBezTo>
                  <a:cubicBezTo>
                    <a:pt x="230984" y="712824"/>
                    <a:pt x="232128" y="711815"/>
                    <a:pt x="232128" y="710368"/>
                  </a:cubicBezTo>
                  <a:cubicBezTo>
                    <a:pt x="232128" y="708922"/>
                    <a:pt x="233138" y="707038"/>
                    <a:pt x="233138" y="707038"/>
                  </a:cubicBezTo>
                  <a:cubicBezTo>
                    <a:pt x="233138" y="707038"/>
                    <a:pt x="233138" y="706735"/>
                    <a:pt x="232431" y="706735"/>
                  </a:cubicBezTo>
                  <a:cubicBezTo>
                    <a:pt x="231724" y="706735"/>
                    <a:pt x="228662" y="703270"/>
                    <a:pt x="228662" y="703270"/>
                  </a:cubicBezTo>
                  <a:cubicBezTo>
                    <a:pt x="228662" y="703270"/>
                    <a:pt x="228224" y="701958"/>
                    <a:pt x="228965" y="701252"/>
                  </a:cubicBezTo>
                  <a:cubicBezTo>
                    <a:pt x="229672" y="700545"/>
                    <a:pt x="231152" y="699671"/>
                    <a:pt x="231152" y="699671"/>
                  </a:cubicBezTo>
                  <a:lnTo>
                    <a:pt x="234047" y="699805"/>
                  </a:lnTo>
                  <a:lnTo>
                    <a:pt x="236806" y="700377"/>
                  </a:lnTo>
                  <a:lnTo>
                    <a:pt x="238994" y="700949"/>
                  </a:lnTo>
                  <a:lnTo>
                    <a:pt x="241753" y="702530"/>
                  </a:lnTo>
                  <a:lnTo>
                    <a:pt x="241753" y="708182"/>
                  </a:lnTo>
                  <a:lnTo>
                    <a:pt x="240744" y="711075"/>
                  </a:lnTo>
                  <a:lnTo>
                    <a:pt x="240475" y="713833"/>
                  </a:lnTo>
                  <a:cubicBezTo>
                    <a:pt x="240475" y="713833"/>
                    <a:pt x="244109" y="716423"/>
                    <a:pt x="244951" y="716592"/>
                  </a:cubicBezTo>
                  <a:cubicBezTo>
                    <a:pt x="245826" y="716726"/>
                    <a:pt x="247408" y="716020"/>
                    <a:pt x="247710" y="715448"/>
                  </a:cubicBezTo>
                  <a:cubicBezTo>
                    <a:pt x="248013" y="714876"/>
                    <a:pt x="248585" y="714136"/>
                    <a:pt x="248585" y="712252"/>
                  </a:cubicBezTo>
                  <a:cubicBezTo>
                    <a:pt x="248585" y="710368"/>
                    <a:pt x="248854" y="709359"/>
                    <a:pt x="248854" y="709359"/>
                  </a:cubicBezTo>
                  <a:lnTo>
                    <a:pt x="251312" y="707610"/>
                  </a:lnTo>
                  <a:lnTo>
                    <a:pt x="253768" y="709494"/>
                  </a:lnTo>
                  <a:lnTo>
                    <a:pt x="254071" y="713127"/>
                  </a:lnTo>
                  <a:lnTo>
                    <a:pt x="253061" y="716020"/>
                  </a:lnTo>
                  <a:lnTo>
                    <a:pt x="252052" y="719350"/>
                  </a:lnTo>
                  <a:lnTo>
                    <a:pt x="252927" y="719922"/>
                  </a:lnTo>
                  <a:lnTo>
                    <a:pt x="253499" y="722108"/>
                  </a:lnTo>
                  <a:lnTo>
                    <a:pt x="253364" y="723689"/>
                  </a:lnTo>
                  <a:lnTo>
                    <a:pt x="252657" y="725136"/>
                  </a:lnTo>
                  <a:lnTo>
                    <a:pt x="249629" y="727457"/>
                  </a:lnTo>
                  <a:lnTo>
                    <a:pt x="247004" y="730653"/>
                  </a:lnTo>
                  <a:lnTo>
                    <a:pt x="245859" y="731225"/>
                  </a:lnTo>
                  <a:lnTo>
                    <a:pt x="242090" y="731662"/>
                  </a:lnTo>
                  <a:lnTo>
                    <a:pt x="240643" y="732234"/>
                  </a:lnTo>
                  <a:lnTo>
                    <a:pt x="238758" y="733243"/>
                  </a:lnTo>
                  <a:cubicBezTo>
                    <a:pt x="238758" y="733243"/>
                    <a:pt x="235730" y="734252"/>
                    <a:pt x="235561" y="734690"/>
                  </a:cubicBezTo>
                  <a:cubicBezTo>
                    <a:pt x="235426" y="735127"/>
                    <a:pt x="233676" y="736708"/>
                    <a:pt x="233676" y="736708"/>
                  </a:cubicBezTo>
                  <a:cubicBezTo>
                    <a:pt x="233676" y="736708"/>
                    <a:pt x="231489" y="738020"/>
                    <a:pt x="231489" y="738457"/>
                  </a:cubicBezTo>
                  <a:cubicBezTo>
                    <a:pt x="231489" y="738895"/>
                    <a:pt x="229739" y="740476"/>
                    <a:pt x="229301" y="740778"/>
                  </a:cubicBezTo>
                  <a:cubicBezTo>
                    <a:pt x="228864" y="741081"/>
                    <a:pt x="228864" y="743100"/>
                    <a:pt x="228426" y="743671"/>
                  </a:cubicBezTo>
                  <a:cubicBezTo>
                    <a:pt x="227989" y="744243"/>
                    <a:pt x="227417" y="744546"/>
                    <a:pt x="226845" y="744546"/>
                  </a:cubicBezTo>
                  <a:cubicBezTo>
                    <a:pt x="226272" y="744546"/>
                    <a:pt x="225835" y="742797"/>
                    <a:pt x="224522" y="742090"/>
                  </a:cubicBezTo>
                  <a:cubicBezTo>
                    <a:pt x="223210" y="741384"/>
                    <a:pt x="221628" y="739063"/>
                    <a:pt x="220753" y="739769"/>
                  </a:cubicBezTo>
                  <a:cubicBezTo>
                    <a:pt x="219878" y="740476"/>
                    <a:pt x="217286" y="741956"/>
                    <a:pt x="217286" y="741956"/>
                  </a:cubicBezTo>
                  <a:cubicBezTo>
                    <a:pt x="217286" y="741956"/>
                    <a:pt x="215099" y="742528"/>
                    <a:pt x="213955" y="742830"/>
                  </a:cubicBezTo>
                  <a:cubicBezTo>
                    <a:pt x="212811" y="743133"/>
                    <a:pt x="210489" y="743268"/>
                    <a:pt x="210185" y="743840"/>
                  </a:cubicBezTo>
                  <a:cubicBezTo>
                    <a:pt x="209883" y="744411"/>
                    <a:pt x="208301" y="746161"/>
                    <a:pt x="208301" y="747473"/>
                  </a:cubicBezTo>
                  <a:cubicBezTo>
                    <a:pt x="208301" y="748785"/>
                    <a:pt x="207729" y="750938"/>
                    <a:pt x="207729" y="750938"/>
                  </a:cubicBezTo>
                  <a:cubicBezTo>
                    <a:pt x="207729" y="750938"/>
                    <a:pt x="207998" y="753965"/>
                    <a:pt x="207998" y="754571"/>
                  </a:cubicBezTo>
                  <a:cubicBezTo>
                    <a:pt x="207998" y="755176"/>
                    <a:pt x="208435" y="760222"/>
                    <a:pt x="208435" y="760794"/>
                  </a:cubicBezTo>
                  <a:cubicBezTo>
                    <a:pt x="208435" y="761366"/>
                    <a:pt x="209614" y="763687"/>
                    <a:pt x="209614" y="763687"/>
                  </a:cubicBezTo>
                  <a:lnTo>
                    <a:pt x="213080" y="767757"/>
                  </a:lnTo>
                  <a:lnTo>
                    <a:pt x="214089" y="769305"/>
                  </a:lnTo>
                  <a:lnTo>
                    <a:pt x="216849" y="774956"/>
                  </a:lnTo>
                  <a:lnTo>
                    <a:pt x="219440" y="778589"/>
                  </a:lnTo>
                  <a:lnTo>
                    <a:pt x="219777" y="782660"/>
                  </a:lnTo>
                  <a:lnTo>
                    <a:pt x="223513" y="782088"/>
                  </a:lnTo>
                  <a:lnTo>
                    <a:pt x="227282" y="782088"/>
                  </a:lnTo>
                  <a:lnTo>
                    <a:pt x="232701" y="782155"/>
                  </a:lnTo>
                  <a:cubicBezTo>
                    <a:pt x="232701" y="782155"/>
                    <a:pt x="238153" y="782727"/>
                    <a:pt x="238422" y="782727"/>
                  </a:cubicBezTo>
                  <a:cubicBezTo>
                    <a:pt x="238691" y="782727"/>
                    <a:pt x="240104" y="782727"/>
                    <a:pt x="241047" y="782660"/>
                  </a:cubicBezTo>
                  <a:cubicBezTo>
                    <a:pt x="241989" y="782593"/>
                    <a:pt x="243133" y="782660"/>
                    <a:pt x="243638" y="782458"/>
                  </a:cubicBezTo>
                  <a:cubicBezTo>
                    <a:pt x="244143" y="782256"/>
                    <a:pt x="244782" y="781516"/>
                    <a:pt x="244782" y="781516"/>
                  </a:cubicBezTo>
                  <a:lnTo>
                    <a:pt x="246297" y="779935"/>
                  </a:lnTo>
                  <a:cubicBezTo>
                    <a:pt x="246297" y="779935"/>
                    <a:pt x="248114" y="779128"/>
                    <a:pt x="248316" y="778858"/>
                  </a:cubicBezTo>
                  <a:cubicBezTo>
                    <a:pt x="248552" y="778556"/>
                    <a:pt x="250571" y="777715"/>
                    <a:pt x="250571" y="777715"/>
                  </a:cubicBezTo>
                  <a:cubicBezTo>
                    <a:pt x="250571" y="777715"/>
                    <a:pt x="253095" y="776268"/>
                    <a:pt x="253331" y="776268"/>
                  </a:cubicBezTo>
                  <a:cubicBezTo>
                    <a:pt x="253566" y="776268"/>
                    <a:pt x="253970" y="778287"/>
                    <a:pt x="254206" y="779094"/>
                  </a:cubicBezTo>
                  <a:cubicBezTo>
                    <a:pt x="254441" y="779901"/>
                    <a:pt x="255788" y="780540"/>
                    <a:pt x="255788" y="780540"/>
                  </a:cubicBezTo>
                  <a:lnTo>
                    <a:pt x="258614" y="781281"/>
                  </a:lnTo>
                  <a:cubicBezTo>
                    <a:pt x="258614" y="781281"/>
                    <a:pt x="260297" y="780540"/>
                    <a:pt x="260499" y="780406"/>
                  </a:cubicBezTo>
                  <a:cubicBezTo>
                    <a:pt x="260701" y="780271"/>
                    <a:pt x="261509" y="779329"/>
                    <a:pt x="262014" y="778959"/>
                  </a:cubicBezTo>
                  <a:cubicBezTo>
                    <a:pt x="262518" y="778589"/>
                    <a:pt x="263326" y="778388"/>
                    <a:pt x="263394" y="778152"/>
                  </a:cubicBezTo>
                  <a:cubicBezTo>
                    <a:pt x="263461" y="777950"/>
                    <a:pt x="264840" y="777076"/>
                    <a:pt x="265581" y="776470"/>
                  </a:cubicBezTo>
                  <a:cubicBezTo>
                    <a:pt x="266321" y="775898"/>
                    <a:pt x="266523" y="775158"/>
                    <a:pt x="267163" y="774654"/>
                  </a:cubicBezTo>
                  <a:cubicBezTo>
                    <a:pt x="267802" y="774149"/>
                    <a:pt x="268846" y="773947"/>
                    <a:pt x="269047" y="773577"/>
                  </a:cubicBezTo>
                  <a:cubicBezTo>
                    <a:pt x="269249" y="773207"/>
                    <a:pt x="270999" y="773005"/>
                    <a:pt x="270999" y="773005"/>
                  </a:cubicBezTo>
                  <a:cubicBezTo>
                    <a:pt x="270999" y="773005"/>
                    <a:pt x="272379" y="772938"/>
                    <a:pt x="272884" y="772871"/>
                  </a:cubicBezTo>
                  <a:cubicBezTo>
                    <a:pt x="273389" y="772803"/>
                    <a:pt x="275072" y="772736"/>
                    <a:pt x="275846" y="772366"/>
                  </a:cubicBezTo>
                  <a:cubicBezTo>
                    <a:pt x="276653" y="771996"/>
                    <a:pt x="277427" y="771794"/>
                    <a:pt x="278437" y="771357"/>
                  </a:cubicBezTo>
                  <a:cubicBezTo>
                    <a:pt x="279447" y="770920"/>
                    <a:pt x="279884" y="770920"/>
                    <a:pt x="280456" y="770650"/>
                  </a:cubicBezTo>
                  <a:cubicBezTo>
                    <a:pt x="281028" y="770348"/>
                    <a:pt x="282206" y="770718"/>
                    <a:pt x="282408" y="770348"/>
                  </a:cubicBezTo>
                  <a:cubicBezTo>
                    <a:pt x="282610" y="769978"/>
                    <a:pt x="284663" y="769103"/>
                    <a:pt x="285437" y="768262"/>
                  </a:cubicBezTo>
                  <a:cubicBezTo>
                    <a:pt x="286245" y="767387"/>
                    <a:pt x="287759" y="768195"/>
                    <a:pt x="289577" y="768262"/>
                  </a:cubicBezTo>
                  <a:cubicBezTo>
                    <a:pt x="291394" y="768329"/>
                    <a:pt x="291596" y="769406"/>
                    <a:pt x="292471" y="769708"/>
                  </a:cubicBezTo>
                  <a:cubicBezTo>
                    <a:pt x="293346" y="770011"/>
                    <a:pt x="293548" y="772332"/>
                    <a:pt x="293615" y="772736"/>
                  </a:cubicBezTo>
                  <a:cubicBezTo>
                    <a:pt x="293683" y="773173"/>
                    <a:pt x="293615" y="774048"/>
                    <a:pt x="293413" y="774822"/>
                  </a:cubicBezTo>
                  <a:cubicBezTo>
                    <a:pt x="293211" y="775629"/>
                    <a:pt x="291596" y="776571"/>
                    <a:pt x="290788" y="777008"/>
                  </a:cubicBezTo>
                  <a:cubicBezTo>
                    <a:pt x="289981" y="777446"/>
                    <a:pt x="289543" y="779329"/>
                    <a:pt x="289543" y="779531"/>
                  </a:cubicBezTo>
                  <a:cubicBezTo>
                    <a:pt x="289543" y="779733"/>
                    <a:pt x="290856" y="781482"/>
                    <a:pt x="290856" y="781482"/>
                  </a:cubicBezTo>
                  <a:lnTo>
                    <a:pt x="292605" y="783568"/>
                  </a:lnTo>
                  <a:cubicBezTo>
                    <a:pt x="292605" y="783568"/>
                    <a:pt x="293683" y="788580"/>
                    <a:pt x="293716" y="788849"/>
                  </a:cubicBezTo>
                  <a:cubicBezTo>
                    <a:pt x="293716" y="789152"/>
                    <a:pt x="294221" y="790363"/>
                    <a:pt x="294221" y="790666"/>
                  </a:cubicBezTo>
                  <a:cubicBezTo>
                    <a:pt x="294221" y="790969"/>
                    <a:pt x="295971" y="793256"/>
                    <a:pt x="296240" y="793424"/>
                  </a:cubicBezTo>
                  <a:cubicBezTo>
                    <a:pt x="296543" y="793559"/>
                    <a:pt x="297317" y="794232"/>
                    <a:pt x="297687" y="794366"/>
                  </a:cubicBezTo>
                  <a:cubicBezTo>
                    <a:pt x="298057" y="794501"/>
                    <a:pt x="299202" y="796755"/>
                    <a:pt x="299269" y="797058"/>
                  </a:cubicBezTo>
                  <a:cubicBezTo>
                    <a:pt x="299336" y="797360"/>
                    <a:pt x="299336" y="798874"/>
                    <a:pt x="299336" y="799143"/>
                  </a:cubicBezTo>
                  <a:cubicBezTo>
                    <a:pt x="299336" y="799446"/>
                    <a:pt x="298832" y="800287"/>
                    <a:pt x="298461" y="800724"/>
                  </a:cubicBezTo>
                  <a:cubicBezTo>
                    <a:pt x="298091" y="801162"/>
                    <a:pt x="296779" y="801666"/>
                    <a:pt x="296442" y="802238"/>
                  </a:cubicBezTo>
                  <a:cubicBezTo>
                    <a:pt x="296072" y="802810"/>
                    <a:pt x="294120" y="804996"/>
                    <a:pt x="293851" y="805266"/>
                  </a:cubicBezTo>
                  <a:cubicBezTo>
                    <a:pt x="293548" y="805568"/>
                    <a:pt x="293851" y="806712"/>
                    <a:pt x="293851" y="806914"/>
                  </a:cubicBezTo>
                  <a:cubicBezTo>
                    <a:pt x="293851" y="807116"/>
                    <a:pt x="294793" y="809100"/>
                    <a:pt x="294995" y="809302"/>
                  </a:cubicBezTo>
                  <a:cubicBezTo>
                    <a:pt x="295231" y="809538"/>
                    <a:pt x="298192" y="812128"/>
                    <a:pt x="298192" y="812128"/>
                  </a:cubicBezTo>
                  <a:cubicBezTo>
                    <a:pt x="298192" y="812128"/>
                    <a:pt x="300279" y="812868"/>
                    <a:pt x="300515" y="813003"/>
                  </a:cubicBezTo>
                  <a:cubicBezTo>
                    <a:pt x="300750" y="813137"/>
                    <a:pt x="301221" y="816266"/>
                    <a:pt x="301221" y="816266"/>
                  </a:cubicBezTo>
                  <a:cubicBezTo>
                    <a:pt x="301221" y="816266"/>
                    <a:pt x="300784" y="821850"/>
                    <a:pt x="300144" y="822354"/>
                  </a:cubicBezTo>
                  <a:cubicBezTo>
                    <a:pt x="299505" y="822859"/>
                    <a:pt x="299572" y="824877"/>
                    <a:pt x="299572" y="825618"/>
                  </a:cubicBezTo>
                  <a:cubicBezTo>
                    <a:pt x="299572" y="826358"/>
                    <a:pt x="300582" y="827367"/>
                    <a:pt x="300885" y="827636"/>
                  </a:cubicBezTo>
                  <a:cubicBezTo>
                    <a:pt x="301188" y="827939"/>
                    <a:pt x="303846" y="829957"/>
                    <a:pt x="304082" y="830226"/>
                  </a:cubicBezTo>
                  <a:cubicBezTo>
                    <a:pt x="304284" y="830529"/>
                    <a:pt x="305327" y="831101"/>
                    <a:pt x="306606" y="831740"/>
                  </a:cubicBezTo>
                  <a:cubicBezTo>
                    <a:pt x="307918" y="832379"/>
                    <a:pt x="308423" y="833624"/>
                    <a:pt x="309433" y="834566"/>
                  </a:cubicBezTo>
                  <a:cubicBezTo>
                    <a:pt x="310443" y="835508"/>
                    <a:pt x="310510" y="837324"/>
                    <a:pt x="310510" y="837526"/>
                  </a:cubicBezTo>
                  <a:cubicBezTo>
                    <a:pt x="310510" y="837728"/>
                    <a:pt x="312024" y="838670"/>
                    <a:pt x="312024" y="838670"/>
                  </a:cubicBezTo>
                  <a:cubicBezTo>
                    <a:pt x="312024" y="838670"/>
                    <a:pt x="314784" y="839679"/>
                    <a:pt x="314986" y="839679"/>
                  </a:cubicBezTo>
                  <a:cubicBezTo>
                    <a:pt x="315188" y="839679"/>
                    <a:pt x="318890" y="842067"/>
                    <a:pt x="319025" y="842370"/>
                  </a:cubicBezTo>
                  <a:cubicBezTo>
                    <a:pt x="319159" y="842673"/>
                    <a:pt x="319327" y="843379"/>
                    <a:pt x="319596" y="843817"/>
                  </a:cubicBezTo>
                  <a:cubicBezTo>
                    <a:pt x="319899" y="844254"/>
                    <a:pt x="323568" y="847382"/>
                    <a:pt x="323568" y="847382"/>
                  </a:cubicBezTo>
                  <a:cubicBezTo>
                    <a:pt x="323568" y="847382"/>
                    <a:pt x="330534" y="847382"/>
                    <a:pt x="330736" y="847517"/>
                  </a:cubicBezTo>
                  <a:cubicBezTo>
                    <a:pt x="330938" y="847652"/>
                    <a:pt x="332991" y="850107"/>
                    <a:pt x="334304" y="851049"/>
                  </a:cubicBezTo>
                  <a:cubicBezTo>
                    <a:pt x="335616" y="851991"/>
                    <a:pt x="337366" y="853370"/>
                    <a:pt x="337770" y="853740"/>
                  </a:cubicBezTo>
                  <a:cubicBezTo>
                    <a:pt x="338208" y="854110"/>
                    <a:pt x="339857" y="855422"/>
                    <a:pt x="341909" y="856701"/>
                  </a:cubicBezTo>
                  <a:cubicBezTo>
                    <a:pt x="343929" y="858013"/>
                    <a:pt x="344232" y="857945"/>
                    <a:pt x="346251" y="858652"/>
                  </a:cubicBezTo>
                  <a:cubicBezTo>
                    <a:pt x="348270" y="859392"/>
                    <a:pt x="347698" y="858517"/>
                    <a:pt x="348270" y="858214"/>
                  </a:cubicBezTo>
                  <a:cubicBezTo>
                    <a:pt x="348843" y="857912"/>
                    <a:pt x="349785" y="857508"/>
                    <a:pt x="349953" y="857272"/>
                  </a:cubicBezTo>
                  <a:cubicBezTo>
                    <a:pt x="350088" y="857071"/>
                    <a:pt x="352040" y="855389"/>
                    <a:pt x="353083" y="854514"/>
                  </a:cubicBezTo>
                  <a:cubicBezTo>
                    <a:pt x="354092" y="853639"/>
                    <a:pt x="356347" y="851756"/>
                    <a:pt x="357492" y="850982"/>
                  </a:cubicBezTo>
                  <a:cubicBezTo>
                    <a:pt x="358669" y="850175"/>
                    <a:pt x="360756" y="850679"/>
                    <a:pt x="360958" y="850679"/>
                  </a:cubicBezTo>
                  <a:cubicBezTo>
                    <a:pt x="361193" y="850679"/>
                    <a:pt x="364357" y="851251"/>
                    <a:pt x="365300" y="851318"/>
                  </a:cubicBezTo>
                  <a:cubicBezTo>
                    <a:pt x="366242" y="851386"/>
                    <a:pt x="369002" y="851621"/>
                    <a:pt x="369002" y="851621"/>
                  </a:cubicBezTo>
                  <a:lnTo>
                    <a:pt x="371256" y="851419"/>
                  </a:lnTo>
                  <a:lnTo>
                    <a:pt x="373511" y="850679"/>
                  </a:lnTo>
                  <a:lnTo>
                    <a:pt x="373713" y="846844"/>
                  </a:lnTo>
                  <a:cubicBezTo>
                    <a:pt x="373713" y="846844"/>
                    <a:pt x="372905" y="844523"/>
                    <a:pt x="372771" y="843817"/>
                  </a:cubicBezTo>
                  <a:cubicBezTo>
                    <a:pt x="372636" y="843077"/>
                    <a:pt x="372266" y="841866"/>
                    <a:pt x="372333" y="840856"/>
                  </a:cubicBezTo>
                  <a:cubicBezTo>
                    <a:pt x="372401" y="839847"/>
                    <a:pt x="373040" y="838905"/>
                    <a:pt x="373343" y="838333"/>
                  </a:cubicBezTo>
                  <a:cubicBezTo>
                    <a:pt x="373646" y="837761"/>
                    <a:pt x="374655" y="837324"/>
                    <a:pt x="374925" y="837089"/>
                  </a:cubicBezTo>
                  <a:cubicBezTo>
                    <a:pt x="375194" y="836887"/>
                    <a:pt x="376237" y="837089"/>
                    <a:pt x="376506" y="837156"/>
                  </a:cubicBezTo>
                  <a:cubicBezTo>
                    <a:pt x="376776" y="837223"/>
                    <a:pt x="377752" y="837728"/>
                    <a:pt x="377752" y="837728"/>
                  </a:cubicBezTo>
                  <a:cubicBezTo>
                    <a:pt x="377752" y="837728"/>
                    <a:pt x="380579" y="839477"/>
                    <a:pt x="380781" y="839612"/>
                  </a:cubicBezTo>
                  <a:cubicBezTo>
                    <a:pt x="381016" y="839746"/>
                    <a:pt x="383406" y="841866"/>
                    <a:pt x="383675" y="841866"/>
                  </a:cubicBezTo>
                  <a:cubicBezTo>
                    <a:pt x="383978" y="841866"/>
                    <a:pt x="386872" y="843009"/>
                    <a:pt x="387141" y="843009"/>
                  </a:cubicBezTo>
                  <a:cubicBezTo>
                    <a:pt x="387411" y="843009"/>
                    <a:pt x="388454" y="844523"/>
                    <a:pt x="388454" y="844523"/>
                  </a:cubicBezTo>
                  <a:cubicBezTo>
                    <a:pt x="388454" y="844523"/>
                    <a:pt x="388588" y="846609"/>
                    <a:pt x="388891" y="847853"/>
                  </a:cubicBezTo>
                  <a:cubicBezTo>
                    <a:pt x="389161" y="849098"/>
                    <a:pt x="389834" y="849670"/>
                    <a:pt x="390204" y="850612"/>
                  </a:cubicBezTo>
                  <a:cubicBezTo>
                    <a:pt x="390574" y="851554"/>
                    <a:pt x="391718" y="853438"/>
                    <a:pt x="391886" y="853639"/>
                  </a:cubicBezTo>
                  <a:cubicBezTo>
                    <a:pt x="392021" y="853841"/>
                    <a:pt x="393603" y="855456"/>
                    <a:pt x="393603" y="855456"/>
                  </a:cubicBezTo>
                  <a:cubicBezTo>
                    <a:pt x="393603" y="855456"/>
                    <a:pt x="396228" y="855523"/>
                    <a:pt x="397002" y="855321"/>
                  </a:cubicBezTo>
                  <a:cubicBezTo>
                    <a:pt x="397810" y="855086"/>
                    <a:pt x="400199" y="854379"/>
                    <a:pt x="400401" y="854312"/>
                  </a:cubicBezTo>
                  <a:cubicBezTo>
                    <a:pt x="400603" y="854245"/>
                    <a:pt x="403295" y="853572"/>
                    <a:pt x="403295" y="853572"/>
                  </a:cubicBezTo>
                  <a:lnTo>
                    <a:pt x="406695" y="853269"/>
                  </a:lnTo>
                  <a:cubicBezTo>
                    <a:pt x="406695" y="853269"/>
                    <a:pt x="411272" y="851386"/>
                    <a:pt x="411608" y="851386"/>
                  </a:cubicBezTo>
                  <a:cubicBezTo>
                    <a:pt x="411979" y="851386"/>
                    <a:pt x="414570" y="850309"/>
                    <a:pt x="414570" y="850309"/>
                  </a:cubicBezTo>
                  <a:lnTo>
                    <a:pt x="418272" y="846844"/>
                  </a:lnTo>
                  <a:lnTo>
                    <a:pt x="421604" y="844658"/>
                  </a:lnTo>
                  <a:cubicBezTo>
                    <a:pt x="421604" y="844658"/>
                    <a:pt x="423488" y="841260"/>
                    <a:pt x="423556" y="840957"/>
                  </a:cubicBezTo>
                  <a:cubicBezTo>
                    <a:pt x="423623" y="840654"/>
                    <a:pt x="426315" y="837492"/>
                    <a:pt x="426686" y="836988"/>
                  </a:cubicBezTo>
                  <a:cubicBezTo>
                    <a:pt x="427056" y="836483"/>
                    <a:pt x="429008" y="835911"/>
                    <a:pt x="429378" y="835609"/>
                  </a:cubicBezTo>
                  <a:cubicBezTo>
                    <a:pt x="429748" y="835306"/>
                    <a:pt x="431700" y="834364"/>
                    <a:pt x="432407" y="834027"/>
                  </a:cubicBezTo>
                  <a:cubicBezTo>
                    <a:pt x="433147" y="833657"/>
                    <a:pt x="435032" y="833086"/>
                    <a:pt x="436311" y="832951"/>
                  </a:cubicBezTo>
                  <a:cubicBezTo>
                    <a:pt x="437623" y="832816"/>
                    <a:pt x="438902" y="832446"/>
                    <a:pt x="438902" y="832446"/>
                  </a:cubicBezTo>
                  <a:cubicBezTo>
                    <a:pt x="438902" y="832446"/>
                    <a:pt x="441157" y="832446"/>
                    <a:pt x="441662" y="832446"/>
                  </a:cubicBezTo>
                  <a:cubicBezTo>
                    <a:pt x="442167" y="832446"/>
                    <a:pt x="443681" y="833657"/>
                    <a:pt x="443681" y="833657"/>
                  </a:cubicBezTo>
                  <a:lnTo>
                    <a:pt x="443816" y="835575"/>
                  </a:lnTo>
                  <a:lnTo>
                    <a:pt x="442738" y="837526"/>
                  </a:lnTo>
                  <a:lnTo>
                    <a:pt x="441662" y="842807"/>
                  </a:lnTo>
                  <a:lnTo>
                    <a:pt x="442167" y="847012"/>
                  </a:lnTo>
                  <a:cubicBezTo>
                    <a:pt x="442167" y="847012"/>
                    <a:pt x="442604" y="852462"/>
                    <a:pt x="442537" y="852664"/>
                  </a:cubicBezTo>
                  <a:cubicBezTo>
                    <a:pt x="442469" y="852899"/>
                    <a:pt x="444792" y="855490"/>
                    <a:pt x="445061" y="855725"/>
                  </a:cubicBezTo>
                  <a:cubicBezTo>
                    <a:pt x="445364" y="855927"/>
                    <a:pt x="448258" y="859055"/>
                    <a:pt x="448258" y="859055"/>
                  </a:cubicBezTo>
                  <a:lnTo>
                    <a:pt x="453037" y="863193"/>
                  </a:lnTo>
                  <a:lnTo>
                    <a:pt x="460273" y="868037"/>
                  </a:lnTo>
                  <a:lnTo>
                    <a:pt x="470335" y="870560"/>
                  </a:lnTo>
                  <a:cubicBezTo>
                    <a:pt x="470335" y="870560"/>
                    <a:pt x="476629" y="871569"/>
                    <a:pt x="476932" y="871569"/>
                  </a:cubicBezTo>
                  <a:cubicBezTo>
                    <a:pt x="477234" y="871569"/>
                    <a:pt x="481004" y="872309"/>
                    <a:pt x="481576" y="872208"/>
                  </a:cubicBezTo>
                  <a:cubicBezTo>
                    <a:pt x="482148" y="872141"/>
                    <a:pt x="486355" y="872208"/>
                    <a:pt x="486355" y="872208"/>
                  </a:cubicBezTo>
                  <a:cubicBezTo>
                    <a:pt x="486355" y="872208"/>
                    <a:pt x="490259" y="870964"/>
                    <a:pt x="490562" y="870964"/>
                  </a:cubicBezTo>
                  <a:cubicBezTo>
                    <a:pt x="490865" y="870964"/>
                    <a:pt x="493894" y="869080"/>
                    <a:pt x="494095" y="869080"/>
                  </a:cubicBezTo>
                  <a:cubicBezTo>
                    <a:pt x="494298" y="869080"/>
                    <a:pt x="497932" y="865817"/>
                    <a:pt x="497932" y="865817"/>
                  </a:cubicBezTo>
                  <a:lnTo>
                    <a:pt x="504024" y="861982"/>
                  </a:lnTo>
                  <a:lnTo>
                    <a:pt x="511428" y="857777"/>
                  </a:lnTo>
                  <a:lnTo>
                    <a:pt x="513683" y="855019"/>
                  </a:lnTo>
                  <a:cubicBezTo>
                    <a:pt x="513683" y="855019"/>
                    <a:pt x="516139" y="855019"/>
                    <a:pt x="516947" y="855019"/>
                  </a:cubicBezTo>
                  <a:cubicBezTo>
                    <a:pt x="517755" y="855019"/>
                    <a:pt x="520649" y="855019"/>
                    <a:pt x="520649" y="855019"/>
                  </a:cubicBezTo>
                  <a:cubicBezTo>
                    <a:pt x="520649" y="855019"/>
                    <a:pt x="522466" y="855019"/>
                    <a:pt x="522735" y="855019"/>
                  </a:cubicBezTo>
                  <a:cubicBezTo>
                    <a:pt x="523039" y="855019"/>
                    <a:pt x="524418" y="855490"/>
                    <a:pt x="524688" y="855557"/>
                  </a:cubicBezTo>
                  <a:cubicBezTo>
                    <a:pt x="524991" y="855624"/>
                    <a:pt x="526202" y="856835"/>
                    <a:pt x="526505" y="857037"/>
                  </a:cubicBezTo>
                  <a:cubicBezTo>
                    <a:pt x="526808" y="857239"/>
                    <a:pt x="527817" y="858282"/>
                    <a:pt x="528121" y="858652"/>
                  </a:cubicBezTo>
                  <a:cubicBezTo>
                    <a:pt x="528390" y="859022"/>
                    <a:pt x="528760" y="859896"/>
                    <a:pt x="528995" y="860031"/>
                  </a:cubicBezTo>
                  <a:cubicBezTo>
                    <a:pt x="529231" y="860166"/>
                    <a:pt x="530375" y="860670"/>
                    <a:pt x="531688" y="860906"/>
                  </a:cubicBezTo>
                  <a:cubicBezTo>
                    <a:pt x="533000" y="861141"/>
                    <a:pt x="533774" y="861276"/>
                    <a:pt x="533774" y="861276"/>
                  </a:cubicBezTo>
                  <a:cubicBezTo>
                    <a:pt x="533774" y="861276"/>
                    <a:pt x="538654" y="863227"/>
                    <a:pt x="538991" y="863294"/>
                  </a:cubicBezTo>
                  <a:cubicBezTo>
                    <a:pt x="539361" y="863361"/>
                    <a:pt x="540068" y="863361"/>
                    <a:pt x="540068" y="863361"/>
                  </a:cubicBezTo>
                  <a:cubicBezTo>
                    <a:pt x="540068" y="863361"/>
                    <a:pt x="542222" y="862621"/>
                    <a:pt x="542323" y="862419"/>
                  </a:cubicBezTo>
                  <a:cubicBezTo>
                    <a:pt x="542390" y="862217"/>
                    <a:pt x="544645" y="860098"/>
                    <a:pt x="544645" y="860098"/>
                  </a:cubicBezTo>
                  <a:cubicBezTo>
                    <a:pt x="544645" y="860098"/>
                    <a:pt x="546664" y="859594"/>
                    <a:pt x="547034" y="859594"/>
                  </a:cubicBezTo>
                  <a:cubicBezTo>
                    <a:pt x="547405" y="859594"/>
                    <a:pt x="549559" y="861040"/>
                    <a:pt x="550164" y="861040"/>
                  </a:cubicBezTo>
                  <a:cubicBezTo>
                    <a:pt x="550736" y="861040"/>
                    <a:pt x="552352" y="864808"/>
                    <a:pt x="552352" y="864808"/>
                  </a:cubicBezTo>
                  <a:lnTo>
                    <a:pt x="551409" y="868003"/>
                  </a:lnTo>
                  <a:lnTo>
                    <a:pt x="554371" y="873655"/>
                  </a:lnTo>
                  <a:cubicBezTo>
                    <a:pt x="554371" y="873655"/>
                    <a:pt x="557333" y="876178"/>
                    <a:pt x="557635" y="876346"/>
                  </a:cubicBezTo>
                  <a:cubicBezTo>
                    <a:pt x="557938" y="876481"/>
                    <a:pt x="560227" y="878533"/>
                    <a:pt x="560597" y="878600"/>
                  </a:cubicBezTo>
                  <a:cubicBezTo>
                    <a:pt x="560967" y="878667"/>
                    <a:pt x="563693" y="880551"/>
                    <a:pt x="564366" y="881056"/>
                  </a:cubicBezTo>
                  <a:cubicBezTo>
                    <a:pt x="565006" y="881560"/>
                    <a:pt x="566621" y="883309"/>
                    <a:pt x="566621" y="883511"/>
                  </a:cubicBezTo>
                  <a:cubicBezTo>
                    <a:pt x="566621" y="883713"/>
                    <a:pt x="565174" y="885967"/>
                    <a:pt x="565174" y="885967"/>
                  </a:cubicBezTo>
                  <a:cubicBezTo>
                    <a:pt x="565174" y="885967"/>
                    <a:pt x="562212" y="887985"/>
                    <a:pt x="561977" y="888053"/>
                  </a:cubicBezTo>
                  <a:cubicBezTo>
                    <a:pt x="561775" y="888120"/>
                    <a:pt x="560025" y="890374"/>
                    <a:pt x="559722" y="890677"/>
                  </a:cubicBezTo>
                  <a:cubicBezTo>
                    <a:pt x="559453" y="890979"/>
                    <a:pt x="558712" y="891753"/>
                    <a:pt x="558342" y="892258"/>
                  </a:cubicBezTo>
                  <a:cubicBezTo>
                    <a:pt x="557972" y="892762"/>
                    <a:pt x="557467" y="896160"/>
                    <a:pt x="557400" y="896395"/>
                  </a:cubicBezTo>
                  <a:cubicBezTo>
                    <a:pt x="557333" y="896597"/>
                    <a:pt x="557905" y="899221"/>
                    <a:pt x="557905" y="899221"/>
                  </a:cubicBezTo>
                  <a:lnTo>
                    <a:pt x="561102" y="906252"/>
                  </a:lnTo>
                  <a:cubicBezTo>
                    <a:pt x="561102" y="906252"/>
                    <a:pt x="563054" y="908842"/>
                    <a:pt x="563188" y="909077"/>
                  </a:cubicBezTo>
                  <a:cubicBezTo>
                    <a:pt x="563323" y="909279"/>
                    <a:pt x="563256" y="911533"/>
                    <a:pt x="563256" y="911533"/>
                  </a:cubicBezTo>
                  <a:cubicBezTo>
                    <a:pt x="563256" y="911533"/>
                    <a:pt x="563256" y="912845"/>
                    <a:pt x="563256" y="913720"/>
                  </a:cubicBezTo>
                  <a:cubicBezTo>
                    <a:pt x="563256" y="914594"/>
                    <a:pt x="562987" y="914729"/>
                    <a:pt x="562751" y="915906"/>
                  </a:cubicBezTo>
                  <a:cubicBezTo>
                    <a:pt x="562549" y="917050"/>
                    <a:pt x="562751" y="916916"/>
                    <a:pt x="563391" y="918160"/>
                  </a:cubicBezTo>
                  <a:cubicBezTo>
                    <a:pt x="564030" y="919405"/>
                    <a:pt x="566419" y="920481"/>
                    <a:pt x="566722" y="920414"/>
                  </a:cubicBezTo>
                  <a:cubicBezTo>
                    <a:pt x="567025" y="920347"/>
                    <a:pt x="568910" y="918766"/>
                    <a:pt x="569246" y="918598"/>
                  </a:cubicBezTo>
                  <a:cubicBezTo>
                    <a:pt x="569617" y="918463"/>
                    <a:pt x="570323" y="916276"/>
                    <a:pt x="570323" y="916276"/>
                  </a:cubicBezTo>
                  <a:cubicBezTo>
                    <a:pt x="570323" y="916276"/>
                    <a:pt x="571770" y="915704"/>
                    <a:pt x="571972" y="915469"/>
                  </a:cubicBezTo>
                  <a:cubicBezTo>
                    <a:pt x="572174" y="915234"/>
                    <a:pt x="573217" y="912778"/>
                    <a:pt x="573554" y="912576"/>
                  </a:cubicBezTo>
                  <a:cubicBezTo>
                    <a:pt x="573924" y="912341"/>
                    <a:pt x="574934" y="911769"/>
                    <a:pt x="576179" y="911701"/>
                  </a:cubicBezTo>
                  <a:cubicBezTo>
                    <a:pt x="577424" y="911600"/>
                    <a:pt x="576819" y="912744"/>
                    <a:pt x="576987" y="913182"/>
                  </a:cubicBezTo>
                  <a:cubicBezTo>
                    <a:pt x="577121" y="913619"/>
                    <a:pt x="580251" y="914561"/>
                    <a:pt x="580554" y="914561"/>
                  </a:cubicBezTo>
                  <a:cubicBezTo>
                    <a:pt x="580823" y="914561"/>
                    <a:pt x="581295" y="914426"/>
                    <a:pt x="581295" y="914123"/>
                  </a:cubicBezTo>
                  <a:cubicBezTo>
                    <a:pt x="581295" y="913821"/>
                    <a:pt x="582170" y="912812"/>
                    <a:pt x="582372" y="912610"/>
                  </a:cubicBezTo>
                  <a:cubicBezTo>
                    <a:pt x="582607" y="912374"/>
                    <a:pt x="584324" y="912105"/>
                    <a:pt x="584559" y="912105"/>
                  </a:cubicBezTo>
                  <a:cubicBezTo>
                    <a:pt x="584795" y="912105"/>
                    <a:pt x="587655" y="912408"/>
                    <a:pt x="588530" y="912408"/>
                  </a:cubicBezTo>
                  <a:cubicBezTo>
                    <a:pt x="589405" y="912408"/>
                    <a:pt x="591357" y="912038"/>
                    <a:pt x="591660" y="911836"/>
                  </a:cubicBezTo>
                  <a:cubicBezTo>
                    <a:pt x="591963" y="911600"/>
                    <a:pt x="593982" y="911903"/>
                    <a:pt x="594790" y="911836"/>
                  </a:cubicBezTo>
                  <a:cubicBezTo>
                    <a:pt x="595598" y="911769"/>
                    <a:pt x="598492" y="912273"/>
                    <a:pt x="598761" y="912341"/>
                  </a:cubicBezTo>
                  <a:cubicBezTo>
                    <a:pt x="599064" y="912408"/>
                    <a:pt x="602396" y="914224"/>
                    <a:pt x="602396" y="914224"/>
                  </a:cubicBezTo>
                  <a:lnTo>
                    <a:pt x="606233" y="914224"/>
                  </a:lnTo>
                  <a:lnTo>
                    <a:pt x="610507" y="915301"/>
                  </a:lnTo>
                  <a:lnTo>
                    <a:pt x="613401" y="917050"/>
                  </a:lnTo>
                  <a:cubicBezTo>
                    <a:pt x="613401" y="917050"/>
                    <a:pt x="612391" y="920313"/>
                    <a:pt x="612089" y="920246"/>
                  </a:cubicBezTo>
                  <a:cubicBezTo>
                    <a:pt x="611786" y="920179"/>
                    <a:pt x="610406" y="920448"/>
                    <a:pt x="609699" y="920313"/>
                  </a:cubicBezTo>
                  <a:cubicBezTo>
                    <a:pt x="608959" y="920179"/>
                    <a:pt x="608252" y="919371"/>
                    <a:pt x="607814" y="919001"/>
                  </a:cubicBezTo>
                  <a:cubicBezTo>
                    <a:pt x="607377" y="918631"/>
                    <a:pt x="607007" y="919371"/>
                    <a:pt x="606939" y="919640"/>
                  </a:cubicBezTo>
                  <a:cubicBezTo>
                    <a:pt x="606872" y="919943"/>
                    <a:pt x="606637" y="920952"/>
                    <a:pt x="606637" y="920952"/>
                  </a:cubicBezTo>
                  <a:lnTo>
                    <a:pt x="606132" y="922096"/>
                  </a:lnTo>
                  <a:cubicBezTo>
                    <a:pt x="606132" y="922096"/>
                    <a:pt x="605055" y="922298"/>
                    <a:pt x="604180" y="922298"/>
                  </a:cubicBezTo>
                  <a:cubicBezTo>
                    <a:pt x="603305" y="922298"/>
                    <a:pt x="603540" y="922601"/>
                    <a:pt x="603540" y="922601"/>
                  </a:cubicBezTo>
                  <a:lnTo>
                    <a:pt x="602295" y="923105"/>
                  </a:lnTo>
                  <a:cubicBezTo>
                    <a:pt x="602295" y="923105"/>
                    <a:pt x="601588" y="923240"/>
                    <a:pt x="600848" y="923408"/>
                  </a:cubicBezTo>
                  <a:cubicBezTo>
                    <a:pt x="600141" y="923543"/>
                    <a:pt x="600040" y="924484"/>
                    <a:pt x="600040" y="924484"/>
                  </a:cubicBezTo>
                  <a:lnTo>
                    <a:pt x="599838" y="925796"/>
                  </a:lnTo>
                  <a:lnTo>
                    <a:pt x="600141" y="926940"/>
                  </a:lnTo>
                  <a:lnTo>
                    <a:pt x="601588" y="929026"/>
                  </a:lnTo>
                  <a:lnTo>
                    <a:pt x="602598" y="930035"/>
                  </a:lnTo>
                  <a:lnTo>
                    <a:pt x="604180" y="931481"/>
                  </a:lnTo>
                  <a:lnTo>
                    <a:pt x="604920" y="932793"/>
                  </a:lnTo>
                  <a:cubicBezTo>
                    <a:pt x="604920" y="932793"/>
                    <a:pt x="604011" y="935047"/>
                    <a:pt x="604550" y="935586"/>
                  </a:cubicBezTo>
                  <a:cubicBezTo>
                    <a:pt x="605089" y="936124"/>
                    <a:pt x="607377" y="938949"/>
                    <a:pt x="607377" y="938949"/>
                  </a:cubicBezTo>
                  <a:cubicBezTo>
                    <a:pt x="607377" y="938949"/>
                    <a:pt x="610843" y="941775"/>
                    <a:pt x="612156" y="942549"/>
                  </a:cubicBezTo>
                  <a:cubicBezTo>
                    <a:pt x="613469" y="943323"/>
                    <a:pt x="614444" y="945038"/>
                    <a:pt x="614882" y="945913"/>
                  </a:cubicBezTo>
                  <a:cubicBezTo>
                    <a:pt x="615319" y="946788"/>
                    <a:pt x="615555" y="947965"/>
                    <a:pt x="615858" y="948940"/>
                  </a:cubicBezTo>
                  <a:cubicBezTo>
                    <a:pt x="616194" y="949916"/>
                    <a:pt x="620199" y="954491"/>
                    <a:pt x="620334" y="954794"/>
                  </a:cubicBezTo>
                  <a:cubicBezTo>
                    <a:pt x="620435" y="955130"/>
                    <a:pt x="620973" y="956543"/>
                    <a:pt x="621411" y="957956"/>
                  </a:cubicBezTo>
                  <a:cubicBezTo>
                    <a:pt x="621848" y="959369"/>
                    <a:pt x="624473" y="957956"/>
                    <a:pt x="625651" y="957519"/>
                  </a:cubicBezTo>
                  <a:cubicBezTo>
                    <a:pt x="626829" y="957081"/>
                    <a:pt x="626964" y="955769"/>
                    <a:pt x="627267" y="955231"/>
                  </a:cubicBezTo>
                  <a:cubicBezTo>
                    <a:pt x="627603" y="954693"/>
                    <a:pt x="629892" y="954592"/>
                    <a:pt x="630195" y="954457"/>
                  </a:cubicBezTo>
                  <a:cubicBezTo>
                    <a:pt x="630531" y="954356"/>
                    <a:pt x="632584" y="955097"/>
                    <a:pt x="632584" y="955097"/>
                  </a:cubicBezTo>
                  <a:cubicBezTo>
                    <a:pt x="632584" y="955097"/>
                    <a:pt x="632921" y="956509"/>
                    <a:pt x="632786" y="958662"/>
                  </a:cubicBezTo>
                  <a:cubicBezTo>
                    <a:pt x="632685" y="960849"/>
                    <a:pt x="632248" y="962262"/>
                    <a:pt x="631810" y="963338"/>
                  </a:cubicBezTo>
                  <a:cubicBezTo>
                    <a:pt x="631373" y="964415"/>
                    <a:pt x="631608" y="965390"/>
                    <a:pt x="631608" y="965390"/>
                  </a:cubicBezTo>
                  <a:cubicBezTo>
                    <a:pt x="631608" y="965390"/>
                    <a:pt x="634435" y="968317"/>
                    <a:pt x="635411" y="969091"/>
                  </a:cubicBezTo>
                  <a:cubicBezTo>
                    <a:pt x="636387" y="969864"/>
                    <a:pt x="637363" y="969091"/>
                    <a:pt x="637700" y="968990"/>
                  </a:cubicBezTo>
                  <a:cubicBezTo>
                    <a:pt x="638036" y="968889"/>
                    <a:pt x="639551" y="967913"/>
                    <a:pt x="639887" y="967779"/>
                  </a:cubicBezTo>
                  <a:cubicBezTo>
                    <a:pt x="640190" y="967678"/>
                    <a:pt x="641738" y="965828"/>
                    <a:pt x="641738" y="965828"/>
                  </a:cubicBezTo>
                  <a:lnTo>
                    <a:pt x="647291" y="967240"/>
                  </a:lnTo>
                  <a:lnTo>
                    <a:pt x="652171" y="960613"/>
                  </a:lnTo>
                  <a:cubicBezTo>
                    <a:pt x="652171" y="960613"/>
                    <a:pt x="655570" y="953011"/>
                    <a:pt x="655705" y="952775"/>
                  </a:cubicBezTo>
                  <a:cubicBezTo>
                    <a:pt x="655840" y="952574"/>
                    <a:pt x="655032" y="949647"/>
                    <a:pt x="655133" y="949075"/>
                  </a:cubicBezTo>
                  <a:cubicBezTo>
                    <a:pt x="655200" y="948503"/>
                    <a:pt x="654426" y="947258"/>
                    <a:pt x="653820" y="946485"/>
                  </a:cubicBezTo>
                  <a:cubicBezTo>
                    <a:pt x="653248" y="945677"/>
                    <a:pt x="652878" y="943794"/>
                    <a:pt x="652743" y="943592"/>
                  </a:cubicBezTo>
                  <a:cubicBezTo>
                    <a:pt x="652609" y="943390"/>
                    <a:pt x="650354" y="940329"/>
                    <a:pt x="650219" y="939891"/>
                  </a:cubicBezTo>
                  <a:cubicBezTo>
                    <a:pt x="650085" y="939454"/>
                    <a:pt x="649849" y="936998"/>
                    <a:pt x="649984" y="936258"/>
                  </a:cubicBezTo>
                  <a:cubicBezTo>
                    <a:pt x="650118" y="935552"/>
                    <a:pt x="651935" y="934610"/>
                    <a:pt x="652238" y="934307"/>
                  </a:cubicBezTo>
                  <a:cubicBezTo>
                    <a:pt x="652541" y="934004"/>
                    <a:pt x="656883" y="935047"/>
                    <a:pt x="656883" y="935047"/>
                  </a:cubicBezTo>
                  <a:lnTo>
                    <a:pt x="659474" y="934745"/>
                  </a:lnTo>
                  <a:cubicBezTo>
                    <a:pt x="659474" y="934745"/>
                    <a:pt x="663042" y="932423"/>
                    <a:pt x="663243" y="932356"/>
                  </a:cubicBezTo>
                  <a:cubicBezTo>
                    <a:pt x="663446" y="932289"/>
                    <a:pt x="665498" y="929530"/>
                    <a:pt x="665498" y="929530"/>
                  </a:cubicBezTo>
                  <a:cubicBezTo>
                    <a:pt x="665498" y="929530"/>
                    <a:pt x="666441" y="925124"/>
                    <a:pt x="666306" y="924821"/>
                  </a:cubicBezTo>
                  <a:cubicBezTo>
                    <a:pt x="666171" y="924518"/>
                    <a:pt x="666676" y="921692"/>
                    <a:pt x="666744" y="921356"/>
                  </a:cubicBezTo>
                  <a:cubicBezTo>
                    <a:pt x="666811" y="920986"/>
                    <a:pt x="668124" y="918732"/>
                    <a:pt x="668258" y="917891"/>
                  </a:cubicBezTo>
                  <a:cubicBezTo>
                    <a:pt x="668393" y="917016"/>
                    <a:pt x="670210" y="915873"/>
                    <a:pt x="670210" y="915873"/>
                  </a:cubicBezTo>
                  <a:cubicBezTo>
                    <a:pt x="670210" y="915873"/>
                    <a:pt x="672599" y="915873"/>
                    <a:pt x="673340" y="915873"/>
                  </a:cubicBezTo>
                  <a:cubicBezTo>
                    <a:pt x="674080" y="915873"/>
                    <a:pt x="677176" y="916512"/>
                    <a:pt x="677176" y="916512"/>
                  </a:cubicBezTo>
                  <a:lnTo>
                    <a:pt x="680643" y="918698"/>
                  </a:lnTo>
                  <a:lnTo>
                    <a:pt x="682831" y="921827"/>
                  </a:lnTo>
                  <a:lnTo>
                    <a:pt x="684480" y="924585"/>
                  </a:lnTo>
                  <a:lnTo>
                    <a:pt x="684850" y="927344"/>
                  </a:lnTo>
                  <a:lnTo>
                    <a:pt x="684985" y="933365"/>
                  </a:lnTo>
                  <a:lnTo>
                    <a:pt x="685624" y="939891"/>
                  </a:lnTo>
                  <a:lnTo>
                    <a:pt x="687138" y="945106"/>
                  </a:lnTo>
                  <a:lnTo>
                    <a:pt x="689898" y="952136"/>
                  </a:lnTo>
                  <a:lnTo>
                    <a:pt x="691042" y="955837"/>
                  </a:lnTo>
                  <a:cubicBezTo>
                    <a:pt x="691042" y="955837"/>
                    <a:pt x="692927" y="959234"/>
                    <a:pt x="693230" y="959537"/>
                  </a:cubicBezTo>
                  <a:cubicBezTo>
                    <a:pt x="693533" y="959840"/>
                    <a:pt x="696057" y="963439"/>
                    <a:pt x="696057" y="963439"/>
                  </a:cubicBezTo>
                  <a:lnTo>
                    <a:pt x="699961" y="967274"/>
                  </a:lnTo>
                  <a:lnTo>
                    <a:pt x="704672" y="971109"/>
                  </a:lnTo>
                  <a:lnTo>
                    <a:pt x="707432" y="974809"/>
                  </a:lnTo>
                  <a:lnTo>
                    <a:pt x="709619" y="980595"/>
                  </a:lnTo>
                  <a:lnTo>
                    <a:pt x="714028" y="984868"/>
                  </a:lnTo>
                  <a:lnTo>
                    <a:pt x="720995" y="990654"/>
                  </a:lnTo>
                  <a:cubicBezTo>
                    <a:pt x="720995" y="990654"/>
                    <a:pt x="723519" y="994421"/>
                    <a:pt x="723620" y="994623"/>
                  </a:cubicBezTo>
                  <a:cubicBezTo>
                    <a:pt x="723687" y="994825"/>
                    <a:pt x="725202" y="997247"/>
                    <a:pt x="725706" y="998391"/>
                  </a:cubicBezTo>
                  <a:cubicBezTo>
                    <a:pt x="726211" y="999534"/>
                    <a:pt x="727288" y="1001486"/>
                    <a:pt x="727961" y="1002663"/>
                  </a:cubicBezTo>
                  <a:cubicBezTo>
                    <a:pt x="728601" y="1003807"/>
                    <a:pt x="730923" y="1005186"/>
                    <a:pt x="730923" y="1005186"/>
                  </a:cubicBezTo>
                  <a:lnTo>
                    <a:pt x="734457" y="1007372"/>
                  </a:lnTo>
                  <a:cubicBezTo>
                    <a:pt x="734457" y="1007372"/>
                    <a:pt x="736712" y="1009189"/>
                    <a:pt x="737216" y="1009324"/>
                  </a:cubicBezTo>
                  <a:cubicBezTo>
                    <a:pt x="737721" y="1009458"/>
                    <a:pt x="739538" y="1009963"/>
                    <a:pt x="740414" y="1009963"/>
                  </a:cubicBezTo>
                  <a:cubicBezTo>
                    <a:pt x="741289" y="1009963"/>
                    <a:pt x="744115" y="1010400"/>
                    <a:pt x="744889" y="1010400"/>
                  </a:cubicBezTo>
                  <a:cubicBezTo>
                    <a:pt x="745697" y="1010400"/>
                    <a:pt x="746774" y="1009525"/>
                    <a:pt x="746909" y="1009324"/>
                  </a:cubicBezTo>
                  <a:cubicBezTo>
                    <a:pt x="747043" y="1009088"/>
                    <a:pt x="748861" y="1007507"/>
                    <a:pt x="748861" y="1007507"/>
                  </a:cubicBezTo>
                  <a:cubicBezTo>
                    <a:pt x="748861" y="1007507"/>
                    <a:pt x="750678" y="1006431"/>
                    <a:pt x="751183" y="1006061"/>
                  </a:cubicBezTo>
                  <a:cubicBezTo>
                    <a:pt x="751688" y="1005690"/>
                    <a:pt x="752428" y="1005253"/>
                    <a:pt x="752765" y="1004917"/>
                  </a:cubicBezTo>
                  <a:cubicBezTo>
                    <a:pt x="753135" y="1004547"/>
                    <a:pt x="754784" y="1004412"/>
                    <a:pt x="755289" y="1004345"/>
                  </a:cubicBezTo>
                  <a:cubicBezTo>
                    <a:pt x="755793" y="1004278"/>
                    <a:pt x="759193" y="1003336"/>
                    <a:pt x="759630" y="1003100"/>
                  </a:cubicBezTo>
                  <a:cubicBezTo>
                    <a:pt x="760068" y="1002898"/>
                    <a:pt x="761818" y="1002394"/>
                    <a:pt x="761818" y="1002394"/>
                  </a:cubicBezTo>
                  <a:cubicBezTo>
                    <a:pt x="761818" y="1002394"/>
                    <a:pt x="762255" y="1000275"/>
                    <a:pt x="762255" y="1000005"/>
                  </a:cubicBezTo>
                  <a:cubicBezTo>
                    <a:pt x="762255" y="999703"/>
                    <a:pt x="761179" y="996541"/>
                    <a:pt x="761179" y="996541"/>
                  </a:cubicBezTo>
                  <a:lnTo>
                    <a:pt x="759294" y="991125"/>
                  </a:lnTo>
                  <a:cubicBezTo>
                    <a:pt x="759294" y="991125"/>
                    <a:pt x="758284" y="986718"/>
                    <a:pt x="758082" y="986213"/>
                  </a:cubicBezTo>
                  <a:cubicBezTo>
                    <a:pt x="757846" y="985709"/>
                    <a:pt x="758890" y="982513"/>
                    <a:pt x="759025" y="982143"/>
                  </a:cubicBezTo>
                  <a:cubicBezTo>
                    <a:pt x="759159" y="981773"/>
                    <a:pt x="759967" y="978678"/>
                    <a:pt x="759967" y="978678"/>
                  </a:cubicBezTo>
                  <a:lnTo>
                    <a:pt x="761145" y="977669"/>
                  </a:lnTo>
                  <a:cubicBezTo>
                    <a:pt x="761145" y="977669"/>
                    <a:pt x="766058" y="977871"/>
                    <a:pt x="766361" y="977803"/>
                  </a:cubicBezTo>
                  <a:cubicBezTo>
                    <a:pt x="766664" y="977736"/>
                    <a:pt x="767943" y="977299"/>
                    <a:pt x="767943" y="977299"/>
                  </a:cubicBezTo>
                  <a:lnTo>
                    <a:pt x="770467" y="973968"/>
                  </a:lnTo>
                  <a:lnTo>
                    <a:pt x="772352" y="970705"/>
                  </a:lnTo>
                  <a:lnTo>
                    <a:pt x="774607" y="968754"/>
                  </a:lnTo>
                  <a:lnTo>
                    <a:pt x="780765" y="967072"/>
                  </a:lnTo>
                  <a:cubicBezTo>
                    <a:pt x="780765" y="967072"/>
                    <a:pt x="785410" y="965054"/>
                    <a:pt x="785679" y="964684"/>
                  </a:cubicBezTo>
                  <a:cubicBezTo>
                    <a:pt x="785948" y="964314"/>
                    <a:pt x="788809" y="964617"/>
                    <a:pt x="789314" y="964617"/>
                  </a:cubicBezTo>
                  <a:cubicBezTo>
                    <a:pt x="789818" y="964617"/>
                    <a:pt x="793386" y="964549"/>
                    <a:pt x="793655" y="964482"/>
                  </a:cubicBezTo>
                  <a:cubicBezTo>
                    <a:pt x="793958" y="964415"/>
                    <a:pt x="796347" y="963742"/>
                    <a:pt x="796347" y="963742"/>
                  </a:cubicBezTo>
                  <a:cubicBezTo>
                    <a:pt x="796347" y="963742"/>
                    <a:pt x="798973" y="961858"/>
                    <a:pt x="799612" y="961353"/>
                  </a:cubicBezTo>
                  <a:cubicBezTo>
                    <a:pt x="800251" y="960849"/>
                    <a:pt x="801497" y="960277"/>
                    <a:pt x="801497" y="960277"/>
                  </a:cubicBezTo>
                  <a:lnTo>
                    <a:pt x="801497" y="958763"/>
                  </a:lnTo>
                  <a:lnTo>
                    <a:pt x="799444" y="956745"/>
                  </a:lnTo>
                  <a:lnTo>
                    <a:pt x="798905" y="954155"/>
                  </a:lnTo>
                  <a:cubicBezTo>
                    <a:pt x="798905" y="954155"/>
                    <a:pt x="798905" y="951766"/>
                    <a:pt x="798973" y="951463"/>
                  </a:cubicBezTo>
                  <a:cubicBezTo>
                    <a:pt x="799040" y="951161"/>
                    <a:pt x="800588" y="949142"/>
                    <a:pt x="800723" y="948940"/>
                  </a:cubicBezTo>
                  <a:cubicBezTo>
                    <a:pt x="800857" y="948739"/>
                    <a:pt x="803045" y="946485"/>
                    <a:pt x="803045" y="946485"/>
                  </a:cubicBezTo>
                  <a:lnTo>
                    <a:pt x="807756" y="943726"/>
                  </a:lnTo>
                  <a:lnTo>
                    <a:pt x="809708" y="942986"/>
                  </a:lnTo>
                  <a:lnTo>
                    <a:pt x="812401" y="942616"/>
                  </a:lnTo>
                  <a:lnTo>
                    <a:pt x="814420" y="943625"/>
                  </a:lnTo>
                  <a:lnTo>
                    <a:pt x="816170" y="945947"/>
                  </a:lnTo>
                  <a:cubicBezTo>
                    <a:pt x="816170" y="945947"/>
                    <a:pt x="817617" y="947258"/>
                    <a:pt x="818054" y="948604"/>
                  </a:cubicBezTo>
                  <a:cubicBezTo>
                    <a:pt x="818492" y="949983"/>
                    <a:pt x="818694" y="950286"/>
                    <a:pt x="818761" y="950555"/>
                  </a:cubicBezTo>
                  <a:cubicBezTo>
                    <a:pt x="818828" y="950858"/>
                    <a:pt x="819401" y="953751"/>
                    <a:pt x="819468" y="954020"/>
                  </a:cubicBezTo>
                  <a:cubicBezTo>
                    <a:pt x="819535" y="954323"/>
                    <a:pt x="821151" y="956711"/>
                    <a:pt x="821218" y="956913"/>
                  </a:cubicBezTo>
                  <a:cubicBezTo>
                    <a:pt x="821286" y="957115"/>
                    <a:pt x="822093" y="959167"/>
                    <a:pt x="822093" y="960243"/>
                  </a:cubicBezTo>
                  <a:cubicBezTo>
                    <a:pt x="822093" y="961320"/>
                    <a:pt x="823103" y="961892"/>
                    <a:pt x="823103" y="962565"/>
                  </a:cubicBezTo>
                  <a:cubicBezTo>
                    <a:pt x="823103" y="963204"/>
                    <a:pt x="824987" y="963506"/>
                    <a:pt x="825189" y="963305"/>
                  </a:cubicBezTo>
                  <a:cubicBezTo>
                    <a:pt x="825391" y="963103"/>
                    <a:pt x="826266" y="963103"/>
                    <a:pt x="826771" y="962565"/>
                  </a:cubicBezTo>
                  <a:cubicBezTo>
                    <a:pt x="827276" y="962060"/>
                    <a:pt x="827411" y="960176"/>
                    <a:pt x="827781" y="959806"/>
                  </a:cubicBezTo>
                  <a:cubicBezTo>
                    <a:pt x="828151" y="959436"/>
                    <a:pt x="828286" y="957855"/>
                    <a:pt x="828723" y="957115"/>
                  </a:cubicBezTo>
                  <a:cubicBezTo>
                    <a:pt x="829161" y="956375"/>
                    <a:pt x="829161" y="954592"/>
                    <a:pt x="829531" y="953986"/>
                  </a:cubicBezTo>
                  <a:cubicBezTo>
                    <a:pt x="829901" y="953415"/>
                    <a:pt x="829800" y="952607"/>
                    <a:pt x="829733" y="952405"/>
                  </a:cubicBezTo>
                  <a:cubicBezTo>
                    <a:pt x="829666" y="952170"/>
                    <a:pt x="830541" y="950892"/>
                    <a:pt x="831045" y="950017"/>
                  </a:cubicBezTo>
                  <a:cubicBezTo>
                    <a:pt x="831550" y="949142"/>
                    <a:pt x="831483" y="948772"/>
                    <a:pt x="831617" y="948436"/>
                  </a:cubicBezTo>
                  <a:cubicBezTo>
                    <a:pt x="831752" y="948066"/>
                    <a:pt x="832695" y="947191"/>
                    <a:pt x="833300" y="946417"/>
                  </a:cubicBezTo>
                  <a:cubicBezTo>
                    <a:pt x="833872" y="945610"/>
                    <a:pt x="834175" y="944971"/>
                    <a:pt x="834747" y="944231"/>
                  </a:cubicBezTo>
                  <a:cubicBezTo>
                    <a:pt x="835319" y="943491"/>
                    <a:pt x="835555" y="942986"/>
                    <a:pt x="835757" y="941910"/>
                  </a:cubicBezTo>
                  <a:cubicBezTo>
                    <a:pt x="835959" y="940833"/>
                    <a:pt x="836834" y="939723"/>
                    <a:pt x="837137" y="939151"/>
                  </a:cubicBezTo>
                  <a:cubicBezTo>
                    <a:pt x="837440" y="938579"/>
                    <a:pt x="838517" y="937469"/>
                    <a:pt x="839089" y="936763"/>
                  </a:cubicBezTo>
                  <a:cubicBezTo>
                    <a:pt x="839661" y="936023"/>
                    <a:pt x="840671" y="936460"/>
                    <a:pt x="841276" y="936023"/>
                  </a:cubicBezTo>
                  <a:cubicBezTo>
                    <a:pt x="841848" y="935586"/>
                    <a:pt x="842791" y="935821"/>
                    <a:pt x="843295" y="935586"/>
                  </a:cubicBezTo>
                  <a:cubicBezTo>
                    <a:pt x="843800" y="935350"/>
                    <a:pt x="844877" y="935586"/>
                    <a:pt x="846930" y="935586"/>
                  </a:cubicBezTo>
                  <a:cubicBezTo>
                    <a:pt x="848950" y="935586"/>
                    <a:pt x="849387" y="937032"/>
                    <a:pt x="849387" y="937032"/>
                  </a:cubicBezTo>
                  <a:lnTo>
                    <a:pt x="848882" y="938546"/>
                  </a:lnTo>
                  <a:cubicBezTo>
                    <a:pt x="848882" y="938546"/>
                    <a:pt x="848579" y="939622"/>
                    <a:pt x="848579" y="939925"/>
                  </a:cubicBezTo>
                  <a:cubicBezTo>
                    <a:pt x="848579" y="940228"/>
                    <a:pt x="848579" y="942448"/>
                    <a:pt x="848512" y="942684"/>
                  </a:cubicBezTo>
                  <a:cubicBezTo>
                    <a:pt x="848445" y="942919"/>
                    <a:pt x="848445" y="944433"/>
                    <a:pt x="848377" y="944937"/>
                  </a:cubicBezTo>
                  <a:cubicBezTo>
                    <a:pt x="848310" y="945442"/>
                    <a:pt x="847637" y="947090"/>
                    <a:pt x="847435" y="947830"/>
                  </a:cubicBezTo>
                  <a:cubicBezTo>
                    <a:pt x="847199" y="948537"/>
                    <a:pt x="846863" y="950084"/>
                    <a:pt x="846930" y="950286"/>
                  </a:cubicBezTo>
                  <a:cubicBezTo>
                    <a:pt x="846998" y="950488"/>
                    <a:pt x="848377" y="952977"/>
                    <a:pt x="848680" y="953684"/>
                  </a:cubicBezTo>
                  <a:cubicBezTo>
                    <a:pt x="848983" y="954390"/>
                    <a:pt x="850632" y="956207"/>
                    <a:pt x="850700" y="956509"/>
                  </a:cubicBezTo>
                  <a:cubicBezTo>
                    <a:pt x="850767" y="956812"/>
                    <a:pt x="851776" y="959974"/>
                    <a:pt x="851776" y="960277"/>
                  </a:cubicBezTo>
                  <a:cubicBezTo>
                    <a:pt x="851776" y="960580"/>
                    <a:pt x="852281" y="963305"/>
                    <a:pt x="852349" y="964112"/>
                  </a:cubicBezTo>
                  <a:cubicBezTo>
                    <a:pt x="852416" y="964919"/>
                    <a:pt x="853560" y="966198"/>
                    <a:pt x="853560" y="966198"/>
                  </a:cubicBezTo>
                  <a:cubicBezTo>
                    <a:pt x="853560" y="966198"/>
                    <a:pt x="856185" y="969091"/>
                    <a:pt x="856320" y="969461"/>
                  </a:cubicBezTo>
                  <a:cubicBezTo>
                    <a:pt x="856454" y="969831"/>
                    <a:pt x="859450" y="972926"/>
                    <a:pt x="860325" y="974103"/>
                  </a:cubicBezTo>
                  <a:cubicBezTo>
                    <a:pt x="861200" y="975247"/>
                    <a:pt x="863892" y="975852"/>
                    <a:pt x="863892" y="975852"/>
                  </a:cubicBezTo>
                  <a:cubicBezTo>
                    <a:pt x="863892" y="975852"/>
                    <a:pt x="866349" y="976222"/>
                    <a:pt x="866854" y="976222"/>
                  </a:cubicBezTo>
                  <a:cubicBezTo>
                    <a:pt x="867358" y="976222"/>
                    <a:pt x="871767" y="977030"/>
                    <a:pt x="871767" y="977030"/>
                  </a:cubicBezTo>
                  <a:lnTo>
                    <a:pt x="875032" y="977971"/>
                  </a:lnTo>
                  <a:lnTo>
                    <a:pt x="880450" y="979855"/>
                  </a:lnTo>
                  <a:lnTo>
                    <a:pt x="884287" y="981672"/>
                  </a:lnTo>
                  <a:cubicBezTo>
                    <a:pt x="884287" y="981672"/>
                    <a:pt x="888931" y="984868"/>
                    <a:pt x="889133" y="985069"/>
                  </a:cubicBezTo>
                  <a:cubicBezTo>
                    <a:pt x="889335" y="985271"/>
                    <a:pt x="893609" y="988198"/>
                    <a:pt x="893912" y="988332"/>
                  </a:cubicBezTo>
                  <a:cubicBezTo>
                    <a:pt x="894215" y="988467"/>
                    <a:pt x="895931" y="990149"/>
                    <a:pt x="895931" y="990149"/>
                  </a:cubicBezTo>
                  <a:lnTo>
                    <a:pt x="897950" y="990654"/>
                  </a:lnTo>
                  <a:lnTo>
                    <a:pt x="899532" y="990654"/>
                  </a:lnTo>
                  <a:lnTo>
                    <a:pt x="900912" y="990855"/>
                  </a:lnTo>
                  <a:cubicBezTo>
                    <a:pt x="900912" y="990855"/>
                    <a:pt x="902157" y="990923"/>
                    <a:pt x="902427" y="990923"/>
                  </a:cubicBezTo>
                  <a:cubicBezTo>
                    <a:pt x="902696" y="990923"/>
                    <a:pt x="902932" y="990855"/>
                    <a:pt x="903436" y="990418"/>
                  </a:cubicBezTo>
                  <a:cubicBezTo>
                    <a:pt x="903941" y="989981"/>
                    <a:pt x="904883" y="989981"/>
                    <a:pt x="904883" y="989981"/>
                  </a:cubicBezTo>
                  <a:lnTo>
                    <a:pt x="905893" y="988164"/>
                  </a:lnTo>
                  <a:cubicBezTo>
                    <a:pt x="905893" y="988164"/>
                    <a:pt x="907037" y="987021"/>
                    <a:pt x="907138" y="986718"/>
                  </a:cubicBezTo>
                  <a:cubicBezTo>
                    <a:pt x="907205" y="986415"/>
                    <a:pt x="908080" y="985641"/>
                    <a:pt x="908215" y="985339"/>
                  </a:cubicBezTo>
                  <a:cubicBezTo>
                    <a:pt x="908350" y="985036"/>
                    <a:pt x="909460" y="984195"/>
                    <a:pt x="910100" y="983825"/>
                  </a:cubicBezTo>
                  <a:cubicBezTo>
                    <a:pt x="910739" y="983455"/>
                    <a:pt x="912052" y="982950"/>
                    <a:pt x="912052" y="982950"/>
                  </a:cubicBezTo>
                  <a:lnTo>
                    <a:pt x="913566" y="983690"/>
                  </a:lnTo>
                  <a:lnTo>
                    <a:pt x="915215" y="983690"/>
                  </a:lnTo>
                  <a:lnTo>
                    <a:pt x="917538" y="984195"/>
                  </a:lnTo>
                  <a:cubicBezTo>
                    <a:pt x="917538" y="984195"/>
                    <a:pt x="919557" y="984632"/>
                    <a:pt x="920062" y="984632"/>
                  </a:cubicBezTo>
                  <a:cubicBezTo>
                    <a:pt x="920567" y="984632"/>
                    <a:pt x="922148" y="985944"/>
                    <a:pt x="922148" y="985944"/>
                  </a:cubicBezTo>
                  <a:lnTo>
                    <a:pt x="924167" y="987256"/>
                  </a:lnTo>
                  <a:lnTo>
                    <a:pt x="927634" y="988635"/>
                  </a:lnTo>
                  <a:lnTo>
                    <a:pt x="928273" y="989039"/>
                  </a:lnTo>
                  <a:lnTo>
                    <a:pt x="928273" y="986314"/>
                  </a:lnTo>
                  <a:lnTo>
                    <a:pt x="925076" y="979351"/>
                  </a:lnTo>
                  <a:lnTo>
                    <a:pt x="921442" y="973396"/>
                  </a:lnTo>
                  <a:cubicBezTo>
                    <a:pt x="921442" y="973396"/>
                    <a:pt x="919557" y="970638"/>
                    <a:pt x="919557" y="970066"/>
                  </a:cubicBezTo>
                  <a:cubicBezTo>
                    <a:pt x="919557" y="969494"/>
                    <a:pt x="919557" y="965424"/>
                    <a:pt x="919557" y="965424"/>
                  </a:cubicBezTo>
                  <a:lnTo>
                    <a:pt x="921307" y="961219"/>
                  </a:lnTo>
                  <a:lnTo>
                    <a:pt x="923898" y="955567"/>
                  </a:lnTo>
                  <a:lnTo>
                    <a:pt x="923191" y="949176"/>
                  </a:lnTo>
                  <a:lnTo>
                    <a:pt x="918413" y="945274"/>
                  </a:lnTo>
                  <a:lnTo>
                    <a:pt x="921610" y="941237"/>
                  </a:lnTo>
                  <a:lnTo>
                    <a:pt x="920600" y="928622"/>
                  </a:lnTo>
                  <a:lnTo>
                    <a:pt x="919456" y="916310"/>
                  </a:lnTo>
                  <a:cubicBezTo>
                    <a:pt x="919456" y="916310"/>
                    <a:pt x="916831" y="909952"/>
                    <a:pt x="916561" y="909515"/>
                  </a:cubicBezTo>
                  <a:cubicBezTo>
                    <a:pt x="916259" y="909077"/>
                    <a:pt x="916561" y="905747"/>
                    <a:pt x="916561" y="905747"/>
                  </a:cubicBezTo>
                  <a:lnTo>
                    <a:pt x="916427" y="901677"/>
                  </a:lnTo>
                  <a:lnTo>
                    <a:pt x="911917" y="899356"/>
                  </a:lnTo>
                  <a:lnTo>
                    <a:pt x="909158" y="896160"/>
                  </a:lnTo>
                  <a:lnTo>
                    <a:pt x="909158" y="888927"/>
                  </a:lnTo>
                  <a:lnTo>
                    <a:pt x="904076" y="881089"/>
                  </a:lnTo>
                  <a:lnTo>
                    <a:pt x="899734" y="873991"/>
                  </a:lnTo>
                  <a:lnTo>
                    <a:pt x="897715" y="866456"/>
                  </a:lnTo>
                  <a:cubicBezTo>
                    <a:pt x="897715" y="866456"/>
                    <a:pt x="893508" y="862117"/>
                    <a:pt x="893508" y="861545"/>
                  </a:cubicBezTo>
                  <a:cubicBezTo>
                    <a:pt x="893508" y="860973"/>
                    <a:pt x="893508" y="857643"/>
                    <a:pt x="893508" y="857643"/>
                  </a:cubicBezTo>
                  <a:lnTo>
                    <a:pt x="890479" y="854884"/>
                  </a:lnTo>
                  <a:cubicBezTo>
                    <a:pt x="890479" y="854884"/>
                    <a:pt x="887282" y="851857"/>
                    <a:pt x="886575" y="851554"/>
                  </a:cubicBezTo>
                  <a:cubicBezTo>
                    <a:pt x="885835" y="851251"/>
                    <a:pt x="881224" y="846777"/>
                    <a:pt x="880619" y="846205"/>
                  </a:cubicBezTo>
                  <a:cubicBezTo>
                    <a:pt x="880046" y="845633"/>
                    <a:pt x="876984" y="840554"/>
                    <a:pt x="876984" y="840554"/>
                  </a:cubicBezTo>
                  <a:lnTo>
                    <a:pt x="878296" y="837661"/>
                  </a:lnTo>
                  <a:cubicBezTo>
                    <a:pt x="878296" y="837661"/>
                    <a:pt x="882368" y="833893"/>
                    <a:pt x="882941" y="833321"/>
                  </a:cubicBezTo>
                  <a:cubicBezTo>
                    <a:pt x="883513" y="832749"/>
                    <a:pt x="885566" y="830697"/>
                    <a:pt x="886272" y="830428"/>
                  </a:cubicBezTo>
                  <a:cubicBezTo>
                    <a:pt x="887013" y="830125"/>
                    <a:pt x="888729" y="830428"/>
                    <a:pt x="888729" y="830428"/>
                  </a:cubicBezTo>
                  <a:lnTo>
                    <a:pt x="894518" y="832177"/>
                  </a:lnTo>
                  <a:lnTo>
                    <a:pt x="901484" y="829150"/>
                  </a:lnTo>
                  <a:lnTo>
                    <a:pt x="901619" y="826257"/>
                  </a:lnTo>
                  <a:lnTo>
                    <a:pt x="900037" y="823061"/>
                  </a:lnTo>
                  <a:lnTo>
                    <a:pt x="905085" y="820874"/>
                  </a:lnTo>
                  <a:lnTo>
                    <a:pt x="907710" y="822186"/>
                  </a:lnTo>
                  <a:lnTo>
                    <a:pt x="910167" y="819428"/>
                  </a:lnTo>
                  <a:lnTo>
                    <a:pt x="915686" y="814079"/>
                  </a:lnTo>
                  <a:lnTo>
                    <a:pt x="919759" y="806544"/>
                  </a:lnTo>
                  <a:lnTo>
                    <a:pt x="925413" y="800455"/>
                  </a:lnTo>
                  <a:lnTo>
                    <a:pt x="924538" y="791911"/>
                  </a:lnTo>
                  <a:cubicBezTo>
                    <a:pt x="924538" y="791911"/>
                    <a:pt x="929451" y="792348"/>
                    <a:pt x="930057" y="791911"/>
                  </a:cubicBezTo>
                  <a:cubicBezTo>
                    <a:pt x="930629" y="791473"/>
                    <a:pt x="933759" y="791339"/>
                    <a:pt x="933759" y="791339"/>
                  </a:cubicBezTo>
                  <a:cubicBezTo>
                    <a:pt x="933759" y="791339"/>
                    <a:pt x="935274" y="786259"/>
                    <a:pt x="935274" y="785553"/>
                  </a:cubicBezTo>
                  <a:cubicBezTo>
                    <a:pt x="935274" y="784846"/>
                    <a:pt x="935274" y="781213"/>
                    <a:pt x="935274" y="781213"/>
                  </a:cubicBezTo>
                  <a:lnTo>
                    <a:pt x="936149" y="778085"/>
                  </a:lnTo>
                  <a:lnTo>
                    <a:pt x="938168" y="776840"/>
                  </a:lnTo>
                  <a:lnTo>
                    <a:pt x="939615" y="776840"/>
                  </a:lnTo>
                  <a:cubicBezTo>
                    <a:pt x="939615" y="776840"/>
                    <a:pt x="942947" y="777715"/>
                    <a:pt x="943519" y="777715"/>
                  </a:cubicBezTo>
                  <a:cubicBezTo>
                    <a:pt x="944091" y="777715"/>
                    <a:pt x="950486" y="778724"/>
                    <a:pt x="950486" y="778724"/>
                  </a:cubicBezTo>
                  <a:cubicBezTo>
                    <a:pt x="950486" y="778724"/>
                    <a:pt x="958158" y="781920"/>
                    <a:pt x="958596" y="781920"/>
                  </a:cubicBezTo>
                  <a:cubicBezTo>
                    <a:pt x="959034" y="781920"/>
                    <a:pt x="963510" y="781348"/>
                    <a:pt x="964553" y="781348"/>
                  </a:cubicBezTo>
                  <a:cubicBezTo>
                    <a:pt x="965596" y="781348"/>
                    <a:pt x="1011804" y="783803"/>
                    <a:pt x="1011804" y="783803"/>
                  </a:cubicBezTo>
                  <a:lnTo>
                    <a:pt x="1028328" y="783803"/>
                  </a:lnTo>
                  <a:lnTo>
                    <a:pt x="1040781" y="778287"/>
                  </a:lnTo>
                  <a:lnTo>
                    <a:pt x="1045425" y="771929"/>
                  </a:lnTo>
                  <a:lnTo>
                    <a:pt x="1046569" y="767757"/>
                  </a:lnTo>
                  <a:lnTo>
                    <a:pt x="1046569" y="763822"/>
                  </a:lnTo>
                  <a:lnTo>
                    <a:pt x="1044819" y="761231"/>
                  </a:lnTo>
                  <a:lnTo>
                    <a:pt x="1043069" y="758910"/>
                  </a:lnTo>
                  <a:lnTo>
                    <a:pt x="1040612" y="757531"/>
                  </a:lnTo>
                  <a:lnTo>
                    <a:pt x="1040208" y="754705"/>
                  </a:lnTo>
                  <a:lnTo>
                    <a:pt x="1039603" y="750366"/>
                  </a:lnTo>
                  <a:lnTo>
                    <a:pt x="1039603" y="748179"/>
                  </a:lnTo>
                  <a:lnTo>
                    <a:pt x="1041555" y="745051"/>
                  </a:lnTo>
                  <a:lnTo>
                    <a:pt x="1042800" y="742090"/>
                  </a:lnTo>
                  <a:lnTo>
                    <a:pt x="1043944" y="736439"/>
                  </a:lnTo>
                  <a:lnTo>
                    <a:pt x="1045089" y="730350"/>
                  </a:lnTo>
                  <a:cubicBezTo>
                    <a:pt x="1045089" y="730350"/>
                    <a:pt x="1046973" y="725136"/>
                    <a:pt x="1047276" y="724699"/>
                  </a:cubicBezTo>
                  <a:cubicBezTo>
                    <a:pt x="1047579" y="724261"/>
                    <a:pt x="1051920" y="720359"/>
                    <a:pt x="1051920" y="720359"/>
                  </a:cubicBezTo>
                  <a:lnTo>
                    <a:pt x="1056699" y="716592"/>
                  </a:lnTo>
                  <a:lnTo>
                    <a:pt x="1057709" y="707307"/>
                  </a:lnTo>
                  <a:lnTo>
                    <a:pt x="1055959" y="690083"/>
                  </a:lnTo>
                  <a:lnTo>
                    <a:pt x="1059089" y="684432"/>
                  </a:lnTo>
                  <a:lnTo>
                    <a:pt x="1061344" y="680530"/>
                  </a:lnTo>
                  <a:lnTo>
                    <a:pt x="1064474" y="676392"/>
                  </a:lnTo>
                  <a:lnTo>
                    <a:pt x="1067132" y="672423"/>
                  </a:lnTo>
                  <a:lnTo>
                    <a:pt x="1068848" y="670673"/>
                  </a:lnTo>
                  <a:lnTo>
                    <a:pt x="1070901" y="668857"/>
                  </a:lnTo>
                  <a:lnTo>
                    <a:pt x="1070901" y="666468"/>
                  </a:lnTo>
                  <a:lnTo>
                    <a:pt x="1068579" y="658193"/>
                  </a:lnTo>
                  <a:cubicBezTo>
                    <a:pt x="1068579" y="658193"/>
                    <a:pt x="1068512" y="651970"/>
                    <a:pt x="1068512" y="651667"/>
                  </a:cubicBezTo>
                  <a:cubicBezTo>
                    <a:pt x="1068512" y="651364"/>
                    <a:pt x="1068882" y="646083"/>
                    <a:pt x="1068950" y="645814"/>
                  </a:cubicBezTo>
                  <a:cubicBezTo>
                    <a:pt x="1069017" y="645511"/>
                    <a:pt x="1072416" y="641407"/>
                    <a:pt x="1072416" y="641407"/>
                  </a:cubicBezTo>
                  <a:lnTo>
                    <a:pt x="1077935" y="635688"/>
                  </a:lnTo>
                  <a:lnTo>
                    <a:pt x="1079820" y="632862"/>
                  </a:lnTo>
                  <a:lnTo>
                    <a:pt x="1079517" y="627278"/>
                  </a:lnTo>
                  <a:lnTo>
                    <a:pt x="1077060" y="623006"/>
                  </a:lnTo>
                  <a:lnTo>
                    <a:pt x="1072012" y="615841"/>
                  </a:lnTo>
                  <a:lnTo>
                    <a:pt x="1073392" y="609079"/>
                  </a:lnTo>
                  <a:cubicBezTo>
                    <a:pt x="1073392" y="609079"/>
                    <a:pt x="1074603" y="603361"/>
                    <a:pt x="1074738" y="603293"/>
                  </a:cubicBezTo>
                  <a:cubicBezTo>
                    <a:pt x="1074873" y="603226"/>
                    <a:pt x="1079281" y="599828"/>
                    <a:pt x="1079281" y="599828"/>
                  </a:cubicBezTo>
                  <a:lnTo>
                    <a:pt x="1080426" y="596027"/>
                  </a:lnTo>
                  <a:lnTo>
                    <a:pt x="1079887" y="586473"/>
                  </a:lnTo>
                  <a:cubicBezTo>
                    <a:pt x="1079887" y="586473"/>
                    <a:pt x="1078911" y="584859"/>
                    <a:pt x="1078743" y="584657"/>
                  </a:cubicBezTo>
                  <a:cubicBezTo>
                    <a:pt x="1078608" y="584489"/>
                    <a:pt x="1077767" y="580385"/>
                    <a:pt x="1077767" y="580250"/>
                  </a:cubicBezTo>
                  <a:cubicBezTo>
                    <a:pt x="1077767" y="580116"/>
                    <a:pt x="1076051" y="575036"/>
                    <a:pt x="1076051" y="575036"/>
                  </a:cubicBezTo>
                  <a:lnTo>
                    <a:pt x="1076556" y="570293"/>
                  </a:lnTo>
                  <a:lnTo>
                    <a:pt x="1076724" y="564339"/>
                  </a:lnTo>
                  <a:lnTo>
                    <a:pt x="1077060" y="556400"/>
                  </a:lnTo>
                  <a:lnTo>
                    <a:pt x="1076892" y="546106"/>
                  </a:lnTo>
                  <a:lnTo>
                    <a:pt x="1079382" y="540656"/>
                  </a:lnTo>
                  <a:lnTo>
                    <a:pt x="1081772" y="535644"/>
                  </a:lnTo>
                  <a:lnTo>
                    <a:pt x="1083084" y="528243"/>
                  </a:lnTo>
                  <a:lnTo>
                    <a:pt x="1083084" y="523904"/>
                  </a:lnTo>
                  <a:lnTo>
                    <a:pt x="1080257" y="519228"/>
                  </a:lnTo>
                  <a:lnTo>
                    <a:pt x="1079382" y="516503"/>
                  </a:lnTo>
                  <a:lnTo>
                    <a:pt x="1078743" y="510650"/>
                  </a:lnTo>
                  <a:cubicBezTo>
                    <a:pt x="1078743" y="510650"/>
                    <a:pt x="1079382" y="507925"/>
                    <a:pt x="1079382" y="507488"/>
                  </a:cubicBezTo>
                  <a:cubicBezTo>
                    <a:pt x="1079382" y="507050"/>
                    <a:pt x="1081671" y="504662"/>
                    <a:pt x="1081873" y="504325"/>
                  </a:cubicBezTo>
                  <a:cubicBezTo>
                    <a:pt x="1082075" y="503989"/>
                    <a:pt x="1087729" y="499448"/>
                    <a:pt x="1087729" y="499448"/>
                  </a:cubicBezTo>
                  <a:lnTo>
                    <a:pt x="1097623" y="491744"/>
                  </a:lnTo>
                  <a:lnTo>
                    <a:pt x="1100551" y="487169"/>
                  </a:lnTo>
                  <a:lnTo>
                    <a:pt x="1104623" y="481955"/>
                  </a:lnTo>
                  <a:lnTo>
                    <a:pt x="1107383" y="477279"/>
                  </a:lnTo>
                  <a:lnTo>
                    <a:pt x="1107383" y="470013"/>
                  </a:lnTo>
                  <a:lnTo>
                    <a:pt x="1108460" y="462175"/>
                  </a:lnTo>
                  <a:lnTo>
                    <a:pt x="1107787" y="452823"/>
                  </a:lnTo>
                  <a:lnTo>
                    <a:pt x="1106171" y="448484"/>
                  </a:lnTo>
                  <a:lnTo>
                    <a:pt x="1099104" y="445759"/>
                  </a:lnTo>
                  <a:lnTo>
                    <a:pt x="1096042" y="444783"/>
                  </a:lnTo>
                  <a:lnTo>
                    <a:pt x="1092575" y="444783"/>
                  </a:lnTo>
                  <a:lnTo>
                    <a:pt x="1088772" y="441857"/>
                  </a:lnTo>
                  <a:lnTo>
                    <a:pt x="1086483" y="439569"/>
                  </a:lnTo>
                  <a:lnTo>
                    <a:pt x="1085508" y="437181"/>
                  </a:lnTo>
                  <a:lnTo>
                    <a:pt x="1086719" y="432740"/>
                  </a:lnTo>
                  <a:lnTo>
                    <a:pt x="1087493" y="426113"/>
                  </a:lnTo>
                  <a:lnTo>
                    <a:pt x="1088536" y="421875"/>
                  </a:lnTo>
                  <a:lnTo>
                    <a:pt x="1091734" y="418713"/>
                  </a:lnTo>
                  <a:lnTo>
                    <a:pt x="1091734" y="414373"/>
                  </a:lnTo>
                  <a:lnTo>
                    <a:pt x="1089546" y="408822"/>
                  </a:lnTo>
                  <a:lnTo>
                    <a:pt x="1090522" y="405660"/>
                  </a:lnTo>
                  <a:lnTo>
                    <a:pt x="1093988" y="401422"/>
                  </a:lnTo>
                  <a:lnTo>
                    <a:pt x="1098465" y="399672"/>
                  </a:lnTo>
                  <a:lnTo>
                    <a:pt x="1104321" y="393920"/>
                  </a:lnTo>
                  <a:lnTo>
                    <a:pt x="1107787" y="390455"/>
                  </a:lnTo>
                  <a:cubicBezTo>
                    <a:pt x="1107787" y="390455"/>
                    <a:pt x="1109200" y="390455"/>
                    <a:pt x="1109301" y="389143"/>
                  </a:cubicBezTo>
                  <a:cubicBezTo>
                    <a:pt x="1109436" y="387932"/>
                    <a:pt x="1109167" y="386721"/>
                    <a:pt x="1109167" y="386721"/>
                  </a:cubicBezTo>
                  <a:close/>
                </a:path>
              </a:pathLst>
            </a:custGeom>
            <a:grpFill/>
            <a:ln w="6350" cap="flat">
              <a:solidFill>
                <a:schemeClr val="bg1"/>
              </a:solidFill>
              <a:prstDash val="solid"/>
              <a:miter/>
            </a:ln>
          </p:spPr>
          <p:txBody>
            <a:bodyPr rtlCol="0" anchor="ctr"/>
            <a:lstStyle/>
            <a:p>
              <a:endParaRPr lang="en-US"/>
            </a:p>
          </p:txBody>
        </p:sp>
        <p:sp>
          <p:nvSpPr>
            <p:cNvPr id="125" name="Freeform 904">
              <a:extLst>
                <a:ext uri="{FF2B5EF4-FFF2-40B4-BE49-F238E27FC236}">
                  <a16:creationId xmlns:a16="http://schemas.microsoft.com/office/drawing/2014/main" id="{671DC874-0705-21B6-5D1E-0599E00FF1B9}"/>
                </a:ext>
              </a:extLst>
            </p:cNvPr>
            <p:cNvSpPr/>
            <p:nvPr/>
          </p:nvSpPr>
          <p:spPr>
            <a:xfrm>
              <a:off x="7761032" y="2478268"/>
              <a:ext cx="194993" cy="371230"/>
            </a:xfrm>
            <a:custGeom>
              <a:avLst/>
              <a:gdLst>
                <a:gd name="connsiteX0" fmla="*/ 313721 w 374366"/>
                <a:gd name="connsiteY0" fmla="*/ 500659 h 712723"/>
                <a:gd name="connsiteX1" fmla="*/ 306552 w 374366"/>
                <a:gd name="connsiteY1" fmla="*/ 495007 h 712723"/>
                <a:gd name="connsiteX2" fmla="*/ 301773 w 374366"/>
                <a:gd name="connsiteY2" fmla="*/ 490870 h 712723"/>
                <a:gd name="connsiteX3" fmla="*/ 301773 w 374366"/>
                <a:gd name="connsiteY3" fmla="*/ 486732 h 712723"/>
                <a:gd name="connsiteX4" fmla="*/ 301773 w 374366"/>
                <a:gd name="connsiteY4" fmla="*/ 482830 h 712723"/>
                <a:gd name="connsiteX5" fmla="*/ 299821 w 374366"/>
                <a:gd name="connsiteY5" fmla="*/ 480643 h 712723"/>
                <a:gd name="connsiteX6" fmla="*/ 296119 w 374366"/>
                <a:gd name="connsiteY6" fmla="*/ 476304 h 712723"/>
                <a:gd name="connsiteX7" fmla="*/ 292215 w 374366"/>
                <a:gd name="connsiteY7" fmla="*/ 472603 h 712723"/>
                <a:gd name="connsiteX8" fmla="*/ 291576 w 374366"/>
                <a:gd name="connsiteY8" fmla="*/ 469340 h 712723"/>
                <a:gd name="connsiteX9" fmla="*/ 297230 w 374366"/>
                <a:gd name="connsiteY9" fmla="*/ 467389 h 712723"/>
                <a:gd name="connsiteX10" fmla="*/ 296994 w 374366"/>
                <a:gd name="connsiteY10" fmla="*/ 466313 h 712723"/>
                <a:gd name="connsiteX11" fmla="*/ 291138 w 374366"/>
                <a:gd name="connsiteY11" fmla="*/ 462848 h 712723"/>
                <a:gd name="connsiteX12" fmla="*/ 291778 w 374366"/>
                <a:gd name="connsiteY12" fmla="*/ 459383 h 712723"/>
                <a:gd name="connsiteX13" fmla="*/ 295917 w 374366"/>
                <a:gd name="connsiteY13" fmla="*/ 457634 h 712723"/>
                <a:gd name="connsiteX14" fmla="*/ 299182 w 374366"/>
                <a:gd name="connsiteY14" fmla="*/ 455245 h 712723"/>
                <a:gd name="connsiteX15" fmla="*/ 303961 w 374366"/>
                <a:gd name="connsiteY15" fmla="*/ 455245 h 712723"/>
                <a:gd name="connsiteX16" fmla="*/ 306788 w 374366"/>
                <a:gd name="connsiteY16" fmla="*/ 451343 h 712723"/>
                <a:gd name="connsiteX17" fmla="*/ 305711 w 374366"/>
                <a:gd name="connsiteY17" fmla="*/ 449392 h 712723"/>
                <a:gd name="connsiteX18" fmla="*/ 305071 w 374366"/>
                <a:gd name="connsiteY18" fmla="*/ 446802 h 712723"/>
                <a:gd name="connsiteX19" fmla="*/ 309413 w 374366"/>
                <a:gd name="connsiteY19" fmla="*/ 445725 h 712723"/>
                <a:gd name="connsiteX20" fmla="*/ 313317 w 374366"/>
                <a:gd name="connsiteY20" fmla="*/ 444413 h 712723"/>
                <a:gd name="connsiteX21" fmla="*/ 315942 w 374366"/>
                <a:gd name="connsiteY21" fmla="*/ 444413 h 712723"/>
                <a:gd name="connsiteX22" fmla="*/ 317692 w 374366"/>
                <a:gd name="connsiteY22" fmla="*/ 444413 h 712723"/>
                <a:gd name="connsiteX23" fmla="*/ 317927 w 374366"/>
                <a:gd name="connsiteY23" fmla="*/ 441587 h 712723"/>
                <a:gd name="connsiteX24" fmla="*/ 317052 w 374366"/>
                <a:gd name="connsiteY24" fmla="*/ 437013 h 712723"/>
                <a:gd name="connsiteX25" fmla="*/ 319004 w 374366"/>
                <a:gd name="connsiteY25" fmla="*/ 430924 h 712723"/>
                <a:gd name="connsiteX26" fmla="*/ 316615 w 374366"/>
                <a:gd name="connsiteY26" fmla="*/ 429410 h 712723"/>
                <a:gd name="connsiteX27" fmla="*/ 315975 w 374366"/>
                <a:gd name="connsiteY27" fmla="*/ 423758 h 712723"/>
                <a:gd name="connsiteX28" fmla="*/ 316177 w 374366"/>
                <a:gd name="connsiteY28" fmla="*/ 418343 h 712723"/>
                <a:gd name="connsiteX29" fmla="*/ 317692 w 374366"/>
                <a:gd name="connsiteY29" fmla="*/ 414642 h 712723"/>
                <a:gd name="connsiteX30" fmla="*/ 321394 w 374366"/>
                <a:gd name="connsiteY30" fmla="*/ 410740 h 712723"/>
                <a:gd name="connsiteX31" fmla="*/ 324221 w 374366"/>
                <a:gd name="connsiteY31" fmla="*/ 405526 h 712723"/>
                <a:gd name="connsiteX32" fmla="*/ 326173 w 374366"/>
                <a:gd name="connsiteY32" fmla="*/ 399942 h 712723"/>
                <a:gd name="connsiteX33" fmla="*/ 330380 w 374366"/>
                <a:gd name="connsiteY33" fmla="*/ 395871 h 712723"/>
                <a:gd name="connsiteX34" fmla="*/ 334284 w 374366"/>
                <a:gd name="connsiteY34" fmla="*/ 393987 h 712723"/>
                <a:gd name="connsiteX35" fmla="*/ 335865 w 374366"/>
                <a:gd name="connsiteY35" fmla="*/ 391835 h 712723"/>
                <a:gd name="connsiteX36" fmla="*/ 331793 w 374366"/>
                <a:gd name="connsiteY36" fmla="*/ 387932 h 712723"/>
                <a:gd name="connsiteX37" fmla="*/ 331490 w 374366"/>
                <a:gd name="connsiteY37" fmla="*/ 384905 h 712723"/>
                <a:gd name="connsiteX38" fmla="*/ 333510 w 374366"/>
                <a:gd name="connsiteY38" fmla="*/ 381877 h 712723"/>
                <a:gd name="connsiteX39" fmla="*/ 336539 w 374366"/>
                <a:gd name="connsiteY39" fmla="*/ 379556 h 712723"/>
                <a:gd name="connsiteX40" fmla="*/ 338995 w 374366"/>
                <a:gd name="connsiteY40" fmla="*/ 376932 h 712723"/>
                <a:gd name="connsiteX41" fmla="*/ 341183 w 374366"/>
                <a:gd name="connsiteY41" fmla="*/ 375486 h 712723"/>
                <a:gd name="connsiteX42" fmla="*/ 342495 w 374366"/>
                <a:gd name="connsiteY42" fmla="*/ 372593 h 712723"/>
                <a:gd name="connsiteX43" fmla="*/ 344077 w 374366"/>
                <a:gd name="connsiteY43" fmla="*/ 368119 h 712723"/>
                <a:gd name="connsiteX44" fmla="*/ 346399 w 374366"/>
                <a:gd name="connsiteY44" fmla="*/ 364485 h 712723"/>
                <a:gd name="connsiteX45" fmla="*/ 347712 w 374366"/>
                <a:gd name="connsiteY45" fmla="*/ 358699 h 712723"/>
                <a:gd name="connsiteX46" fmla="*/ 348284 w 374366"/>
                <a:gd name="connsiteY46" fmla="*/ 355504 h 712723"/>
                <a:gd name="connsiteX47" fmla="*/ 348856 w 374366"/>
                <a:gd name="connsiteY47" fmla="*/ 352611 h 712723"/>
                <a:gd name="connsiteX48" fmla="*/ 348856 w 374366"/>
                <a:gd name="connsiteY48" fmla="*/ 350592 h 712723"/>
                <a:gd name="connsiteX49" fmla="*/ 346534 w 374366"/>
                <a:gd name="connsiteY49" fmla="*/ 347834 h 712723"/>
                <a:gd name="connsiteX50" fmla="*/ 343774 w 374366"/>
                <a:gd name="connsiteY50" fmla="*/ 345816 h 712723"/>
                <a:gd name="connsiteX51" fmla="*/ 340880 w 374366"/>
                <a:gd name="connsiteY51" fmla="*/ 344066 h 712723"/>
                <a:gd name="connsiteX52" fmla="*/ 339736 w 374366"/>
                <a:gd name="connsiteY52" fmla="*/ 344066 h 712723"/>
                <a:gd name="connsiteX53" fmla="*/ 336841 w 374366"/>
                <a:gd name="connsiteY53" fmla="*/ 342687 h 712723"/>
                <a:gd name="connsiteX54" fmla="*/ 336707 w 374366"/>
                <a:gd name="connsiteY54" fmla="*/ 340433 h 712723"/>
                <a:gd name="connsiteX55" fmla="*/ 336976 w 374366"/>
                <a:gd name="connsiteY55" fmla="*/ 338179 h 712723"/>
                <a:gd name="connsiteX56" fmla="*/ 336000 w 374366"/>
                <a:gd name="connsiteY56" fmla="*/ 336867 h 712723"/>
                <a:gd name="connsiteX57" fmla="*/ 335697 w 374366"/>
                <a:gd name="connsiteY57" fmla="*/ 334580 h 712723"/>
                <a:gd name="connsiteX58" fmla="*/ 333409 w 374366"/>
                <a:gd name="connsiteY58" fmla="*/ 331317 h 712723"/>
                <a:gd name="connsiteX59" fmla="*/ 331221 w 374366"/>
                <a:gd name="connsiteY59" fmla="*/ 329029 h 712723"/>
                <a:gd name="connsiteX60" fmla="*/ 329808 w 374366"/>
                <a:gd name="connsiteY60" fmla="*/ 327516 h 712723"/>
                <a:gd name="connsiteX61" fmla="*/ 327956 w 374366"/>
                <a:gd name="connsiteY61" fmla="*/ 325464 h 712723"/>
                <a:gd name="connsiteX62" fmla="*/ 325803 w 374366"/>
                <a:gd name="connsiteY62" fmla="*/ 322974 h 712723"/>
                <a:gd name="connsiteX63" fmla="*/ 324389 w 374366"/>
                <a:gd name="connsiteY63" fmla="*/ 320586 h 712723"/>
                <a:gd name="connsiteX64" fmla="*/ 324389 w 374366"/>
                <a:gd name="connsiteY64" fmla="*/ 316885 h 712723"/>
                <a:gd name="connsiteX65" fmla="*/ 324221 w 374366"/>
                <a:gd name="connsiteY65" fmla="*/ 313723 h 712723"/>
                <a:gd name="connsiteX66" fmla="*/ 321663 w 374366"/>
                <a:gd name="connsiteY66" fmla="*/ 311671 h 712723"/>
                <a:gd name="connsiteX67" fmla="*/ 319374 w 374366"/>
                <a:gd name="connsiteY67" fmla="*/ 308206 h 712723"/>
                <a:gd name="connsiteX68" fmla="*/ 319274 w 374366"/>
                <a:gd name="connsiteY68" fmla="*/ 305482 h 712723"/>
                <a:gd name="connsiteX69" fmla="*/ 319812 w 374366"/>
                <a:gd name="connsiteY69" fmla="*/ 302858 h 712723"/>
                <a:gd name="connsiteX70" fmla="*/ 320452 w 374366"/>
                <a:gd name="connsiteY70" fmla="*/ 301243 h 712723"/>
                <a:gd name="connsiteX71" fmla="*/ 320889 w 374366"/>
                <a:gd name="connsiteY71" fmla="*/ 297980 h 712723"/>
                <a:gd name="connsiteX72" fmla="*/ 320889 w 374366"/>
                <a:gd name="connsiteY72" fmla="*/ 295390 h 712723"/>
                <a:gd name="connsiteX73" fmla="*/ 319038 w 374366"/>
                <a:gd name="connsiteY73" fmla="*/ 294851 h 712723"/>
                <a:gd name="connsiteX74" fmla="*/ 316548 w 374366"/>
                <a:gd name="connsiteY74" fmla="*/ 295390 h 712723"/>
                <a:gd name="connsiteX75" fmla="*/ 313081 w 374366"/>
                <a:gd name="connsiteY75" fmla="*/ 295390 h 712723"/>
                <a:gd name="connsiteX76" fmla="*/ 309009 w 374366"/>
                <a:gd name="connsiteY76" fmla="*/ 290377 h 712723"/>
                <a:gd name="connsiteX77" fmla="*/ 306115 w 374366"/>
                <a:gd name="connsiteY77" fmla="*/ 290175 h 712723"/>
                <a:gd name="connsiteX78" fmla="*/ 305542 w 374366"/>
                <a:gd name="connsiteY78" fmla="*/ 290175 h 712723"/>
                <a:gd name="connsiteX79" fmla="*/ 302211 w 374366"/>
                <a:gd name="connsiteY79" fmla="*/ 291185 h 712723"/>
                <a:gd name="connsiteX80" fmla="*/ 298576 w 374366"/>
                <a:gd name="connsiteY80" fmla="*/ 290175 h 712723"/>
                <a:gd name="connsiteX81" fmla="*/ 295379 w 374366"/>
                <a:gd name="connsiteY81" fmla="*/ 287854 h 712723"/>
                <a:gd name="connsiteX82" fmla="*/ 292047 w 374366"/>
                <a:gd name="connsiteY82" fmla="*/ 285668 h 712723"/>
                <a:gd name="connsiteX83" fmla="*/ 290734 w 374366"/>
                <a:gd name="connsiteY83" fmla="*/ 282640 h 712723"/>
                <a:gd name="connsiteX84" fmla="*/ 287403 w 374366"/>
                <a:gd name="connsiteY84" fmla="*/ 277729 h 712723"/>
                <a:gd name="connsiteX85" fmla="*/ 290432 w 374366"/>
                <a:gd name="connsiteY85" fmla="*/ 273961 h 712723"/>
                <a:gd name="connsiteX86" fmla="*/ 291441 w 374366"/>
                <a:gd name="connsiteY86" fmla="*/ 270934 h 712723"/>
                <a:gd name="connsiteX87" fmla="*/ 291172 w 374366"/>
                <a:gd name="connsiteY87" fmla="*/ 268175 h 712723"/>
                <a:gd name="connsiteX88" fmla="*/ 290297 w 374366"/>
                <a:gd name="connsiteY88" fmla="*/ 264105 h 712723"/>
                <a:gd name="connsiteX89" fmla="*/ 289556 w 374366"/>
                <a:gd name="connsiteY89" fmla="*/ 258016 h 712723"/>
                <a:gd name="connsiteX90" fmla="*/ 289556 w 374366"/>
                <a:gd name="connsiteY90" fmla="*/ 253676 h 712723"/>
                <a:gd name="connsiteX91" fmla="*/ 290364 w 374366"/>
                <a:gd name="connsiteY91" fmla="*/ 249606 h 712723"/>
                <a:gd name="connsiteX92" fmla="*/ 292182 w 374366"/>
                <a:gd name="connsiteY92" fmla="*/ 246713 h 712723"/>
                <a:gd name="connsiteX93" fmla="*/ 296826 w 374366"/>
                <a:gd name="connsiteY93" fmla="*/ 243955 h 712723"/>
                <a:gd name="connsiteX94" fmla="*/ 299720 w 374366"/>
                <a:gd name="connsiteY94" fmla="*/ 242945 h 712723"/>
                <a:gd name="connsiteX95" fmla="*/ 304196 w 374366"/>
                <a:gd name="connsiteY95" fmla="*/ 241802 h 712723"/>
                <a:gd name="connsiteX96" fmla="*/ 304937 w 374366"/>
                <a:gd name="connsiteY96" fmla="*/ 239783 h 712723"/>
                <a:gd name="connsiteX97" fmla="*/ 305946 w 374366"/>
                <a:gd name="connsiteY97" fmla="*/ 236890 h 712723"/>
                <a:gd name="connsiteX98" fmla="*/ 311600 w 374366"/>
                <a:gd name="connsiteY98" fmla="*/ 233695 h 712723"/>
                <a:gd name="connsiteX99" fmla="*/ 315672 w 374366"/>
                <a:gd name="connsiteY99" fmla="*/ 230802 h 712723"/>
                <a:gd name="connsiteX100" fmla="*/ 316817 w 374366"/>
                <a:gd name="connsiteY100" fmla="*/ 225587 h 712723"/>
                <a:gd name="connsiteX101" fmla="*/ 317692 w 374366"/>
                <a:gd name="connsiteY101" fmla="*/ 222392 h 712723"/>
                <a:gd name="connsiteX102" fmla="*/ 317389 w 374366"/>
                <a:gd name="connsiteY102" fmla="*/ 220071 h 712723"/>
                <a:gd name="connsiteX103" fmla="*/ 314629 w 374366"/>
                <a:gd name="connsiteY103" fmla="*/ 216303 h 712723"/>
                <a:gd name="connsiteX104" fmla="*/ 311869 w 374366"/>
                <a:gd name="connsiteY104" fmla="*/ 213713 h 712723"/>
                <a:gd name="connsiteX105" fmla="*/ 309548 w 374366"/>
                <a:gd name="connsiteY105" fmla="*/ 210820 h 712723"/>
                <a:gd name="connsiteX106" fmla="*/ 307360 w 374366"/>
                <a:gd name="connsiteY106" fmla="*/ 207489 h 712723"/>
                <a:gd name="connsiteX107" fmla="*/ 306620 w 374366"/>
                <a:gd name="connsiteY107" fmla="*/ 204294 h 712723"/>
                <a:gd name="connsiteX108" fmla="*/ 309076 w 374366"/>
                <a:gd name="connsiteY108" fmla="*/ 201838 h 712723"/>
                <a:gd name="connsiteX109" fmla="*/ 312846 w 374366"/>
                <a:gd name="connsiteY109" fmla="*/ 198070 h 712723"/>
                <a:gd name="connsiteX110" fmla="*/ 314023 w 374366"/>
                <a:gd name="connsiteY110" fmla="*/ 195413 h 712723"/>
                <a:gd name="connsiteX111" fmla="*/ 317793 w 374366"/>
                <a:gd name="connsiteY111" fmla="*/ 194302 h 712723"/>
                <a:gd name="connsiteX112" fmla="*/ 318533 w 374366"/>
                <a:gd name="connsiteY112" fmla="*/ 193899 h 712723"/>
                <a:gd name="connsiteX113" fmla="*/ 320384 w 374366"/>
                <a:gd name="connsiteY113" fmla="*/ 192856 h 712723"/>
                <a:gd name="connsiteX114" fmla="*/ 321125 w 374366"/>
                <a:gd name="connsiteY114" fmla="*/ 190535 h 712723"/>
                <a:gd name="connsiteX115" fmla="*/ 326341 w 374366"/>
                <a:gd name="connsiteY115" fmla="*/ 187070 h 712723"/>
                <a:gd name="connsiteX116" fmla="*/ 330380 w 374366"/>
                <a:gd name="connsiteY116" fmla="*/ 184614 h 712723"/>
                <a:gd name="connsiteX117" fmla="*/ 334452 w 374366"/>
                <a:gd name="connsiteY117" fmla="*/ 185052 h 712723"/>
                <a:gd name="connsiteX118" fmla="*/ 338087 w 374366"/>
                <a:gd name="connsiteY118" fmla="*/ 188247 h 712723"/>
                <a:gd name="connsiteX119" fmla="*/ 344178 w 374366"/>
                <a:gd name="connsiteY119" fmla="*/ 194471 h 712723"/>
                <a:gd name="connsiteX120" fmla="*/ 346635 w 374366"/>
                <a:gd name="connsiteY120" fmla="*/ 194471 h 712723"/>
                <a:gd name="connsiteX121" fmla="*/ 349394 w 374366"/>
                <a:gd name="connsiteY121" fmla="*/ 191443 h 712723"/>
                <a:gd name="connsiteX122" fmla="*/ 353029 w 374366"/>
                <a:gd name="connsiteY122" fmla="*/ 190434 h 712723"/>
                <a:gd name="connsiteX123" fmla="*/ 355620 w 374366"/>
                <a:gd name="connsiteY123" fmla="*/ 188416 h 712723"/>
                <a:gd name="connsiteX124" fmla="*/ 358649 w 374366"/>
                <a:gd name="connsiteY124" fmla="*/ 185220 h 712723"/>
                <a:gd name="connsiteX125" fmla="*/ 362553 w 374366"/>
                <a:gd name="connsiteY125" fmla="*/ 183033 h 712723"/>
                <a:gd name="connsiteX126" fmla="*/ 365010 w 374366"/>
                <a:gd name="connsiteY126" fmla="*/ 182024 h 712723"/>
                <a:gd name="connsiteX127" fmla="*/ 369486 w 374366"/>
                <a:gd name="connsiteY127" fmla="*/ 179837 h 712723"/>
                <a:gd name="connsiteX128" fmla="*/ 371236 w 374366"/>
                <a:gd name="connsiteY128" fmla="*/ 179737 h 712723"/>
                <a:gd name="connsiteX129" fmla="*/ 371236 w 374366"/>
                <a:gd name="connsiteY129" fmla="*/ 177954 h 712723"/>
                <a:gd name="connsiteX130" fmla="*/ 368275 w 374366"/>
                <a:gd name="connsiteY130" fmla="*/ 174489 h 712723"/>
                <a:gd name="connsiteX131" fmla="*/ 366592 w 374366"/>
                <a:gd name="connsiteY131" fmla="*/ 170587 h 712723"/>
                <a:gd name="connsiteX132" fmla="*/ 365010 w 374366"/>
                <a:gd name="connsiteY132" fmla="*/ 166516 h 712723"/>
                <a:gd name="connsiteX133" fmla="*/ 365717 w 374366"/>
                <a:gd name="connsiteY133" fmla="*/ 165944 h 712723"/>
                <a:gd name="connsiteX134" fmla="*/ 367736 w 374366"/>
                <a:gd name="connsiteY134" fmla="*/ 164632 h 712723"/>
                <a:gd name="connsiteX135" fmla="*/ 368443 w 374366"/>
                <a:gd name="connsiteY135" fmla="*/ 162748 h 712723"/>
                <a:gd name="connsiteX136" fmla="*/ 367871 w 374366"/>
                <a:gd name="connsiteY136" fmla="*/ 160730 h 712723"/>
                <a:gd name="connsiteX137" fmla="*/ 366558 w 374366"/>
                <a:gd name="connsiteY137" fmla="*/ 158106 h 712723"/>
                <a:gd name="connsiteX138" fmla="*/ 366996 w 374366"/>
                <a:gd name="connsiteY138" fmla="*/ 155348 h 712723"/>
                <a:gd name="connsiteX139" fmla="*/ 369452 w 374366"/>
                <a:gd name="connsiteY139" fmla="*/ 154339 h 712723"/>
                <a:gd name="connsiteX140" fmla="*/ 370900 w 374366"/>
                <a:gd name="connsiteY140" fmla="*/ 153464 h 712723"/>
                <a:gd name="connsiteX141" fmla="*/ 372650 w 374366"/>
                <a:gd name="connsiteY141" fmla="*/ 147947 h 712723"/>
                <a:gd name="connsiteX142" fmla="*/ 373659 w 374366"/>
                <a:gd name="connsiteY142" fmla="*/ 145357 h 712723"/>
                <a:gd name="connsiteX143" fmla="*/ 373794 w 374366"/>
                <a:gd name="connsiteY143" fmla="*/ 143776 h 712723"/>
                <a:gd name="connsiteX144" fmla="*/ 374366 w 374366"/>
                <a:gd name="connsiteY144" fmla="*/ 139436 h 712723"/>
                <a:gd name="connsiteX145" fmla="*/ 373491 w 374366"/>
                <a:gd name="connsiteY145" fmla="*/ 136241 h 712723"/>
                <a:gd name="connsiteX146" fmla="*/ 373188 w 374366"/>
                <a:gd name="connsiteY146" fmla="*/ 134054 h 712723"/>
                <a:gd name="connsiteX147" fmla="*/ 371169 w 374366"/>
                <a:gd name="connsiteY147" fmla="*/ 131733 h 712723"/>
                <a:gd name="connsiteX148" fmla="*/ 369856 w 374366"/>
                <a:gd name="connsiteY148" fmla="*/ 129849 h 712723"/>
                <a:gd name="connsiteX149" fmla="*/ 368544 w 374366"/>
                <a:gd name="connsiteY149" fmla="*/ 129714 h 712723"/>
                <a:gd name="connsiteX150" fmla="*/ 364774 w 374366"/>
                <a:gd name="connsiteY150" fmla="*/ 128133 h 712723"/>
                <a:gd name="connsiteX151" fmla="*/ 363630 w 374366"/>
                <a:gd name="connsiteY151" fmla="*/ 125509 h 712723"/>
                <a:gd name="connsiteX152" fmla="*/ 362486 w 374366"/>
                <a:gd name="connsiteY152" fmla="*/ 124198 h 712723"/>
                <a:gd name="connsiteX153" fmla="*/ 362486 w 374366"/>
                <a:gd name="connsiteY153" fmla="*/ 120733 h 712723"/>
                <a:gd name="connsiteX154" fmla="*/ 361241 w 374366"/>
                <a:gd name="connsiteY154" fmla="*/ 117705 h 712723"/>
                <a:gd name="connsiteX155" fmla="*/ 361376 w 374366"/>
                <a:gd name="connsiteY155" fmla="*/ 116191 h 712723"/>
                <a:gd name="connsiteX156" fmla="*/ 363563 w 374366"/>
                <a:gd name="connsiteY156" fmla="*/ 112289 h 712723"/>
                <a:gd name="connsiteX157" fmla="*/ 364203 w 374366"/>
                <a:gd name="connsiteY157" fmla="*/ 111414 h 712723"/>
                <a:gd name="connsiteX158" fmla="*/ 365279 w 374366"/>
                <a:gd name="connsiteY158" fmla="*/ 108589 h 712723"/>
                <a:gd name="connsiteX159" fmla="*/ 365515 w 374366"/>
                <a:gd name="connsiteY159" fmla="*/ 105763 h 712723"/>
                <a:gd name="connsiteX160" fmla="*/ 363563 w 374366"/>
                <a:gd name="connsiteY160" fmla="*/ 102937 h 712723"/>
                <a:gd name="connsiteX161" fmla="*/ 362688 w 374366"/>
                <a:gd name="connsiteY161" fmla="*/ 101188 h 712723"/>
                <a:gd name="connsiteX162" fmla="*/ 361611 w 374366"/>
                <a:gd name="connsiteY162" fmla="*/ 100751 h 712723"/>
                <a:gd name="connsiteX163" fmla="*/ 358347 w 374366"/>
                <a:gd name="connsiteY163" fmla="*/ 100751 h 712723"/>
                <a:gd name="connsiteX164" fmla="*/ 353332 w 374366"/>
                <a:gd name="connsiteY164" fmla="*/ 100852 h 712723"/>
                <a:gd name="connsiteX165" fmla="*/ 349428 w 374366"/>
                <a:gd name="connsiteY165" fmla="*/ 100313 h 712723"/>
                <a:gd name="connsiteX166" fmla="*/ 343336 w 374366"/>
                <a:gd name="connsiteY166" fmla="*/ 99876 h 712723"/>
                <a:gd name="connsiteX167" fmla="*/ 338995 w 374366"/>
                <a:gd name="connsiteY167" fmla="*/ 98362 h 712723"/>
                <a:gd name="connsiteX168" fmla="*/ 333106 w 374366"/>
                <a:gd name="connsiteY168" fmla="*/ 95738 h 712723"/>
                <a:gd name="connsiteX169" fmla="*/ 332029 w 374366"/>
                <a:gd name="connsiteY169" fmla="*/ 93989 h 712723"/>
                <a:gd name="connsiteX170" fmla="*/ 330278 w 374366"/>
                <a:gd name="connsiteY170" fmla="*/ 92038 h 712723"/>
                <a:gd name="connsiteX171" fmla="*/ 327889 w 374366"/>
                <a:gd name="connsiteY171" fmla="*/ 92038 h 712723"/>
                <a:gd name="connsiteX172" fmla="*/ 324423 w 374366"/>
                <a:gd name="connsiteY172" fmla="*/ 91399 h 712723"/>
                <a:gd name="connsiteX173" fmla="*/ 320283 w 374366"/>
                <a:gd name="connsiteY173" fmla="*/ 88136 h 712723"/>
                <a:gd name="connsiteX174" fmla="*/ 318971 w 374366"/>
                <a:gd name="connsiteY174" fmla="*/ 83359 h 712723"/>
                <a:gd name="connsiteX175" fmla="*/ 321158 w 374366"/>
                <a:gd name="connsiteY175" fmla="*/ 77270 h 712723"/>
                <a:gd name="connsiteX176" fmla="*/ 323110 w 374366"/>
                <a:gd name="connsiteY176" fmla="*/ 75958 h 712723"/>
                <a:gd name="connsiteX177" fmla="*/ 325735 w 374366"/>
                <a:gd name="connsiteY177" fmla="*/ 76396 h 712723"/>
                <a:gd name="connsiteX178" fmla="*/ 330077 w 374366"/>
                <a:gd name="connsiteY178" fmla="*/ 77035 h 712723"/>
                <a:gd name="connsiteX179" fmla="*/ 331389 w 374366"/>
                <a:gd name="connsiteY179" fmla="*/ 75958 h 712723"/>
                <a:gd name="connsiteX180" fmla="*/ 330952 w 374366"/>
                <a:gd name="connsiteY180" fmla="*/ 71383 h 712723"/>
                <a:gd name="connsiteX181" fmla="*/ 330312 w 374366"/>
                <a:gd name="connsiteY181" fmla="*/ 65934 h 712723"/>
                <a:gd name="connsiteX182" fmla="*/ 339231 w 374366"/>
                <a:gd name="connsiteY182" fmla="*/ 65934 h 712723"/>
                <a:gd name="connsiteX183" fmla="*/ 342697 w 374366"/>
                <a:gd name="connsiteY183" fmla="*/ 63209 h 712723"/>
                <a:gd name="connsiteX184" fmla="*/ 344885 w 374366"/>
                <a:gd name="connsiteY184" fmla="*/ 61796 h 712723"/>
                <a:gd name="connsiteX185" fmla="*/ 352491 w 374366"/>
                <a:gd name="connsiteY185" fmla="*/ 60719 h 712723"/>
                <a:gd name="connsiteX186" fmla="*/ 360332 w 374366"/>
                <a:gd name="connsiteY186" fmla="*/ 57120 h 712723"/>
                <a:gd name="connsiteX187" fmla="*/ 362722 w 374366"/>
                <a:gd name="connsiteY187" fmla="*/ 55909 h 712723"/>
                <a:gd name="connsiteX188" fmla="*/ 364909 w 374366"/>
                <a:gd name="connsiteY188" fmla="*/ 54933 h 712723"/>
                <a:gd name="connsiteX189" fmla="*/ 366659 w 374366"/>
                <a:gd name="connsiteY189" fmla="*/ 52444 h 712723"/>
                <a:gd name="connsiteX190" fmla="*/ 369823 w 374366"/>
                <a:gd name="connsiteY190" fmla="*/ 51368 h 712723"/>
                <a:gd name="connsiteX191" fmla="*/ 370058 w 374366"/>
                <a:gd name="connsiteY191" fmla="*/ 50594 h 712723"/>
                <a:gd name="connsiteX192" fmla="*/ 368645 w 374366"/>
                <a:gd name="connsiteY192" fmla="*/ 48542 h 712723"/>
                <a:gd name="connsiteX193" fmla="*/ 368107 w 374366"/>
                <a:gd name="connsiteY193" fmla="*/ 48542 h 712723"/>
                <a:gd name="connsiteX194" fmla="*/ 364304 w 374366"/>
                <a:gd name="connsiteY194" fmla="*/ 48374 h 712723"/>
                <a:gd name="connsiteX195" fmla="*/ 361577 w 374366"/>
                <a:gd name="connsiteY195" fmla="*/ 47667 h 712723"/>
                <a:gd name="connsiteX196" fmla="*/ 356798 w 374366"/>
                <a:gd name="connsiteY196" fmla="*/ 47129 h 712723"/>
                <a:gd name="connsiteX197" fmla="*/ 354072 w 374366"/>
                <a:gd name="connsiteY197" fmla="*/ 47028 h 712723"/>
                <a:gd name="connsiteX198" fmla="*/ 351784 w 374366"/>
                <a:gd name="connsiteY198" fmla="*/ 47230 h 712723"/>
                <a:gd name="connsiteX199" fmla="*/ 349832 w 374366"/>
                <a:gd name="connsiteY199" fmla="*/ 43261 h 712723"/>
                <a:gd name="connsiteX200" fmla="*/ 351043 w 374366"/>
                <a:gd name="connsiteY200" fmla="*/ 39493 h 712723"/>
                <a:gd name="connsiteX201" fmla="*/ 349967 w 374366"/>
                <a:gd name="connsiteY201" fmla="*/ 34918 h 712723"/>
                <a:gd name="connsiteX202" fmla="*/ 349428 w 374366"/>
                <a:gd name="connsiteY202" fmla="*/ 29166 h 712723"/>
                <a:gd name="connsiteX203" fmla="*/ 348788 w 374366"/>
                <a:gd name="connsiteY203" fmla="*/ 26003 h 712723"/>
                <a:gd name="connsiteX204" fmla="*/ 348788 w 374366"/>
                <a:gd name="connsiteY204" fmla="*/ 23279 h 712723"/>
                <a:gd name="connsiteX205" fmla="*/ 348452 w 374366"/>
                <a:gd name="connsiteY205" fmla="*/ 21328 h 712723"/>
                <a:gd name="connsiteX206" fmla="*/ 347342 w 374366"/>
                <a:gd name="connsiteY206" fmla="*/ 18603 h 712723"/>
                <a:gd name="connsiteX207" fmla="*/ 343976 w 374366"/>
                <a:gd name="connsiteY207" fmla="*/ 15138 h 712723"/>
                <a:gd name="connsiteX208" fmla="*/ 341149 w 374366"/>
                <a:gd name="connsiteY208" fmla="*/ 13086 h 712723"/>
                <a:gd name="connsiteX209" fmla="*/ 337784 w 374366"/>
                <a:gd name="connsiteY209" fmla="*/ 10260 h 712723"/>
                <a:gd name="connsiteX210" fmla="*/ 334183 w 374366"/>
                <a:gd name="connsiteY210" fmla="*/ 7233 h 712723"/>
                <a:gd name="connsiteX211" fmla="*/ 333409 w 374366"/>
                <a:gd name="connsiteY211" fmla="*/ 4844 h 712723"/>
                <a:gd name="connsiteX212" fmla="*/ 332432 w 374366"/>
                <a:gd name="connsiteY212" fmla="*/ 1144 h 712723"/>
                <a:gd name="connsiteX213" fmla="*/ 331692 w 374366"/>
                <a:gd name="connsiteY213" fmla="*/ 0 h 712723"/>
                <a:gd name="connsiteX214" fmla="*/ 329908 w 374366"/>
                <a:gd name="connsiteY214" fmla="*/ 34 h 712723"/>
                <a:gd name="connsiteX215" fmla="*/ 328764 w 374366"/>
                <a:gd name="connsiteY215" fmla="*/ 1446 h 712723"/>
                <a:gd name="connsiteX216" fmla="*/ 326610 w 374366"/>
                <a:gd name="connsiteY216" fmla="*/ 3061 h 712723"/>
                <a:gd name="connsiteX217" fmla="*/ 326005 w 374366"/>
                <a:gd name="connsiteY217" fmla="*/ 5450 h 712723"/>
                <a:gd name="connsiteX218" fmla="*/ 326005 w 374366"/>
                <a:gd name="connsiteY218" fmla="*/ 11101 h 712723"/>
                <a:gd name="connsiteX219" fmla="*/ 326005 w 374366"/>
                <a:gd name="connsiteY219" fmla="*/ 14566 h 712723"/>
                <a:gd name="connsiteX220" fmla="*/ 326005 w 374366"/>
                <a:gd name="connsiteY220" fmla="*/ 19780 h 712723"/>
                <a:gd name="connsiteX221" fmla="*/ 322908 w 374366"/>
                <a:gd name="connsiteY221" fmla="*/ 20655 h 712723"/>
                <a:gd name="connsiteX222" fmla="*/ 320788 w 374366"/>
                <a:gd name="connsiteY222" fmla="*/ 22068 h 712723"/>
                <a:gd name="connsiteX223" fmla="*/ 320788 w 374366"/>
                <a:gd name="connsiteY223" fmla="*/ 26744 h 712723"/>
                <a:gd name="connsiteX224" fmla="*/ 318298 w 374366"/>
                <a:gd name="connsiteY224" fmla="*/ 30208 h 712723"/>
                <a:gd name="connsiteX225" fmla="*/ 312980 w 374366"/>
                <a:gd name="connsiteY225" fmla="*/ 30747 h 712723"/>
                <a:gd name="connsiteX226" fmla="*/ 310153 w 374366"/>
                <a:gd name="connsiteY226" fmla="*/ 28997 h 712723"/>
                <a:gd name="connsiteX227" fmla="*/ 307225 w 374366"/>
                <a:gd name="connsiteY227" fmla="*/ 26172 h 712723"/>
                <a:gd name="connsiteX228" fmla="*/ 305273 w 374366"/>
                <a:gd name="connsiteY228" fmla="*/ 25835 h 712723"/>
                <a:gd name="connsiteX229" fmla="*/ 303086 w 374366"/>
                <a:gd name="connsiteY229" fmla="*/ 27349 h 712723"/>
                <a:gd name="connsiteX230" fmla="*/ 301773 w 374366"/>
                <a:gd name="connsiteY230" fmla="*/ 31386 h 712723"/>
                <a:gd name="connsiteX231" fmla="*/ 298307 w 374366"/>
                <a:gd name="connsiteY231" fmla="*/ 35288 h 712723"/>
                <a:gd name="connsiteX232" fmla="*/ 295716 w 374366"/>
                <a:gd name="connsiteY232" fmla="*/ 38215 h 712723"/>
                <a:gd name="connsiteX233" fmla="*/ 293864 w 374366"/>
                <a:gd name="connsiteY233" fmla="*/ 41915 h 712723"/>
                <a:gd name="connsiteX234" fmla="*/ 291677 w 374366"/>
                <a:gd name="connsiteY234" fmla="*/ 46692 h 712723"/>
                <a:gd name="connsiteX235" fmla="*/ 287336 w 374366"/>
                <a:gd name="connsiteY235" fmla="*/ 48643 h 712723"/>
                <a:gd name="connsiteX236" fmla="*/ 284643 w 374366"/>
                <a:gd name="connsiteY236" fmla="*/ 51233 h 712723"/>
                <a:gd name="connsiteX237" fmla="*/ 281917 w 374366"/>
                <a:gd name="connsiteY237" fmla="*/ 52646 h 712723"/>
                <a:gd name="connsiteX238" fmla="*/ 277037 w 374366"/>
                <a:gd name="connsiteY238" fmla="*/ 53184 h 712723"/>
                <a:gd name="connsiteX239" fmla="*/ 270744 w 374366"/>
                <a:gd name="connsiteY239" fmla="*/ 50796 h 712723"/>
                <a:gd name="connsiteX240" fmla="*/ 263441 w 374366"/>
                <a:gd name="connsiteY240" fmla="*/ 47095 h 712723"/>
                <a:gd name="connsiteX241" fmla="*/ 260950 w 374366"/>
                <a:gd name="connsiteY241" fmla="*/ 43933 h 712723"/>
                <a:gd name="connsiteX242" fmla="*/ 256710 w 374366"/>
                <a:gd name="connsiteY242" fmla="*/ 40569 h 712723"/>
                <a:gd name="connsiteX243" fmla="*/ 252234 w 374366"/>
                <a:gd name="connsiteY243" fmla="*/ 38820 h 712723"/>
                <a:gd name="connsiteX244" fmla="*/ 245940 w 374366"/>
                <a:gd name="connsiteY244" fmla="*/ 39594 h 712723"/>
                <a:gd name="connsiteX245" fmla="*/ 242676 w 374366"/>
                <a:gd name="connsiteY245" fmla="*/ 42756 h 712723"/>
                <a:gd name="connsiteX246" fmla="*/ 239209 w 374366"/>
                <a:gd name="connsiteY246" fmla="*/ 46221 h 712723"/>
                <a:gd name="connsiteX247" fmla="*/ 237560 w 374366"/>
                <a:gd name="connsiteY247" fmla="*/ 48845 h 712723"/>
                <a:gd name="connsiteX248" fmla="*/ 233421 w 374366"/>
                <a:gd name="connsiteY248" fmla="*/ 57086 h 712723"/>
                <a:gd name="connsiteX249" fmla="*/ 230055 w 374366"/>
                <a:gd name="connsiteY249" fmla="*/ 61661 h 712723"/>
                <a:gd name="connsiteX250" fmla="*/ 226353 w 374366"/>
                <a:gd name="connsiteY250" fmla="*/ 66236 h 712723"/>
                <a:gd name="connsiteX251" fmla="*/ 222551 w 374366"/>
                <a:gd name="connsiteY251" fmla="*/ 69499 h 712723"/>
                <a:gd name="connsiteX252" fmla="*/ 217973 w 374366"/>
                <a:gd name="connsiteY252" fmla="*/ 70038 h 712723"/>
                <a:gd name="connsiteX253" fmla="*/ 213060 w 374366"/>
                <a:gd name="connsiteY253" fmla="*/ 68625 h 712723"/>
                <a:gd name="connsiteX254" fmla="*/ 206430 w 374366"/>
                <a:gd name="connsiteY254" fmla="*/ 63411 h 712723"/>
                <a:gd name="connsiteX255" fmla="*/ 199901 w 374366"/>
                <a:gd name="connsiteY255" fmla="*/ 58297 h 712723"/>
                <a:gd name="connsiteX256" fmla="*/ 195223 w 374366"/>
                <a:gd name="connsiteY256" fmla="*/ 55371 h 712723"/>
                <a:gd name="connsiteX257" fmla="*/ 189030 w 374366"/>
                <a:gd name="connsiteY257" fmla="*/ 55135 h 712723"/>
                <a:gd name="connsiteX258" fmla="*/ 182838 w 374366"/>
                <a:gd name="connsiteY258" fmla="*/ 56010 h 712723"/>
                <a:gd name="connsiteX259" fmla="*/ 176309 w 374366"/>
                <a:gd name="connsiteY259" fmla="*/ 61762 h 712723"/>
                <a:gd name="connsiteX260" fmla="*/ 169241 w 374366"/>
                <a:gd name="connsiteY260" fmla="*/ 67515 h 712723"/>
                <a:gd name="connsiteX261" fmla="*/ 163823 w 374366"/>
                <a:gd name="connsiteY261" fmla="*/ 77068 h 712723"/>
                <a:gd name="connsiteX262" fmla="*/ 159381 w 374366"/>
                <a:gd name="connsiteY262" fmla="*/ 84032 h 712723"/>
                <a:gd name="connsiteX263" fmla="*/ 156655 w 374366"/>
                <a:gd name="connsiteY263" fmla="*/ 90222 h 712723"/>
                <a:gd name="connsiteX264" fmla="*/ 152078 w 374366"/>
                <a:gd name="connsiteY264" fmla="*/ 96310 h 712723"/>
                <a:gd name="connsiteX265" fmla="*/ 150328 w 374366"/>
                <a:gd name="connsiteY265" fmla="*/ 104552 h 712723"/>
                <a:gd name="connsiteX266" fmla="*/ 150328 w 374366"/>
                <a:gd name="connsiteY266" fmla="*/ 108353 h 712723"/>
                <a:gd name="connsiteX267" fmla="*/ 149789 w 374366"/>
                <a:gd name="connsiteY267" fmla="*/ 116595 h 712723"/>
                <a:gd name="connsiteX268" fmla="*/ 148712 w 374366"/>
                <a:gd name="connsiteY268" fmla="*/ 122785 h 712723"/>
                <a:gd name="connsiteX269" fmla="*/ 146525 w 374366"/>
                <a:gd name="connsiteY269" fmla="*/ 125846 h 712723"/>
                <a:gd name="connsiteX270" fmla="*/ 143159 w 374366"/>
                <a:gd name="connsiteY270" fmla="*/ 131161 h 712723"/>
                <a:gd name="connsiteX271" fmla="*/ 137505 w 374366"/>
                <a:gd name="connsiteY271" fmla="*/ 132372 h 712723"/>
                <a:gd name="connsiteX272" fmla="*/ 123168 w 374366"/>
                <a:gd name="connsiteY272" fmla="*/ 132069 h 712723"/>
                <a:gd name="connsiteX273" fmla="*/ 112533 w 374366"/>
                <a:gd name="connsiteY273" fmla="*/ 131834 h 712723"/>
                <a:gd name="connsiteX274" fmla="*/ 106038 w 374366"/>
                <a:gd name="connsiteY274" fmla="*/ 131834 h 712723"/>
                <a:gd name="connsiteX275" fmla="*/ 102235 w 374366"/>
                <a:gd name="connsiteY275" fmla="*/ 132406 h 712723"/>
                <a:gd name="connsiteX276" fmla="*/ 97557 w 374366"/>
                <a:gd name="connsiteY276" fmla="*/ 133045 h 712723"/>
                <a:gd name="connsiteX277" fmla="*/ 100384 w 374366"/>
                <a:gd name="connsiteY277" fmla="*/ 137384 h 712723"/>
                <a:gd name="connsiteX278" fmla="*/ 102033 w 374366"/>
                <a:gd name="connsiteY278" fmla="*/ 138360 h 712723"/>
                <a:gd name="connsiteX279" fmla="*/ 104524 w 374366"/>
                <a:gd name="connsiteY279" fmla="*/ 139436 h 712723"/>
                <a:gd name="connsiteX280" fmla="*/ 104860 w 374366"/>
                <a:gd name="connsiteY280" fmla="*/ 141387 h 712723"/>
                <a:gd name="connsiteX281" fmla="*/ 104322 w 374366"/>
                <a:gd name="connsiteY281" fmla="*/ 144314 h 712723"/>
                <a:gd name="connsiteX282" fmla="*/ 103009 w 374366"/>
                <a:gd name="connsiteY282" fmla="*/ 147140 h 712723"/>
                <a:gd name="connsiteX283" fmla="*/ 101360 w 374366"/>
                <a:gd name="connsiteY283" fmla="*/ 149528 h 712723"/>
                <a:gd name="connsiteX284" fmla="*/ 98870 w 374366"/>
                <a:gd name="connsiteY284" fmla="*/ 151816 h 712723"/>
                <a:gd name="connsiteX285" fmla="*/ 95942 w 374366"/>
                <a:gd name="connsiteY285" fmla="*/ 153868 h 712723"/>
                <a:gd name="connsiteX286" fmla="*/ 95201 w 374366"/>
                <a:gd name="connsiteY286" fmla="*/ 155819 h 712723"/>
                <a:gd name="connsiteX287" fmla="*/ 95201 w 374366"/>
                <a:gd name="connsiteY287" fmla="*/ 158645 h 712723"/>
                <a:gd name="connsiteX288" fmla="*/ 92576 w 374366"/>
                <a:gd name="connsiteY288" fmla="*/ 160596 h 712723"/>
                <a:gd name="connsiteX289" fmla="*/ 87158 w 374366"/>
                <a:gd name="connsiteY289" fmla="*/ 161907 h 712723"/>
                <a:gd name="connsiteX290" fmla="*/ 83456 w 374366"/>
                <a:gd name="connsiteY290" fmla="*/ 161907 h 712723"/>
                <a:gd name="connsiteX291" fmla="*/ 79552 w 374366"/>
                <a:gd name="connsiteY291" fmla="*/ 161571 h 712723"/>
                <a:gd name="connsiteX292" fmla="*/ 76388 w 374366"/>
                <a:gd name="connsiteY292" fmla="*/ 163758 h 712723"/>
                <a:gd name="connsiteX293" fmla="*/ 77903 w 374366"/>
                <a:gd name="connsiteY293" fmla="*/ 168871 h 712723"/>
                <a:gd name="connsiteX294" fmla="*/ 82345 w 374366"/>
                <a:gd name="connsiteY294" fmla="*/ 170284 h 712723"/>
                <a:gd name="connsiteX295" fmla="*/ 85273 w 374366"/>
                <a:gd name="connsiteY295" fmla="*/ 173211 h 712723"/>
                <a:gd name="connsiteX296" fmla="*/ 87898 w 374366"/>
                <a:gd name="connsiteY296" fmla="*/ 174085 h 712723"/>
                <a:gd name="connsiteX297" fmla="*/ 88336 w 374366"/>
                <a:gd name="connsiteY297" fmla="*/ 175834 h 712723"/>
                <a:gd name="connsiteX298" fmla="*/ 81067 w 374366"/>
                <a:gd name="connsiteY298" fmla="*/ 181822 h 712723"/>
                <a:gd name="connsiteX299" fmla="*/ 80292 w 374366"/>
                <a:gd name="connsiteY299" fmla="*/ 188550 h 712723"/>
                <a:gd name="connsiteX300" fmla="*/ 80191 w 374366"/>
                <a:gd name="connsiteY300" fmla="*/ 192150 h 712723"/>
                <a:gd name="connsiteX301" fmla="*/ 79114 w 374366"/>
                <a:gd name="connsiteY301" fmla="*/ 196926 h 712723"/>
                <a:gd name="connsiteX302" fmla="*/ 77162 w 374366"/>
                <a:gd name="connsiteY302" fmla="*/ 201165 h 712723"/>
                <a:gd name="connsiteX303" fmla="*/ 74638 w 374366"/>
                <a:gd name="connsiteY303" fmla="*/ 203654 h 712723"/>
                <a:gd name="connsiteX304" fmla="*/ 71374 w 374366"/>
                <a:gd name="connsiteY304" fmla="*/ 205942 h 712723"/>
                <a:gd name="connsiteX305" fmla="*/ 69523 w 374366"/>
                <a:gd name="connsiteY305" fmla="*/ 207691 h 712723"/>
                <a:gd name="connsiteX306" fmla="*/ 67032 w 374366"/>
                <a:gd name="connsiteY306" fmla="*/ 208465 h 712723"/>
                <a:gd name="connsiteX307" fmla="*/ 64643 w 374366"/>
                <a:gd name="connsiteY307" fmla="*/ 210752 h 712723"/>
                <a:gd name="connsiteX308" fmla="*/ 64643 w 374366"/>
                <a:gd name="connsiteY308" fmla="*/ 214789 h 712723"/>
                <a:gd name="connsiteX309" fmla="*/ 66393 w 374366"/>
                <a:gd name="connsiteY309" fmla="*/ 218254 h 712723"/>
                <a:gd name="connsiteX310" fmla="*/ 65956 w 374366"/>
                <a:gd name="connsiteY310" fmla="*/ 222291 h 712723"/>
                <a:gd name="connsiteX311" fmla="*/ 64744 w 374366"/>
                <a:gd name="connsiteY311" fmla="*/ 225453 h 712723"/>
                <a:gd name="connsiteX312" fmla="*/ 63465 w 374366"/>
                <a:gd name="connsiteY312" fmla="*/ 227942 h 712723"/>
                <a:gd name="connsiteX313" fmla="*/ 63465 w 374366"/>
                <a:gd name="connsiteY313" fmla="*/ 230129 h 712723"/>
                <a:gd name="connsiteX314" fmla="*/ 61614 w 374366"/>
                <a:gd name="connsiteY314" fmla="*/ 234367 h 712723"/>
                <a:gd name="connsiteX315" fmla="*/ 59763 w 374366"/>
                <a:gd name="connsiteY315" fmla="*/ 237193 h 712723"/>
                <a:gd name="connsiteX316" fmla="*/ 57475 w 374366"/>
                <a:gd name="connsiteY316" fmla="*/ 239817 h 712723"/>
                <a:gd name="connsiteX317" fmla="*/ 56499 w 374366"/>
                <a:gd name="connsiteY317" fmla="*/ 242407 h 712723"/>
                <a:gd name="connsiteX318" fmla="*/ 56499 w 374366"/>
                <a:gd name="connsiteY318" fmla="*/ 245771 h 712723"/>
                <a:gd name="connsiteX319" fmla="*/ 56499 w 374366"/>
                <a:gd name="connsiteY319" fmla="*/ 249236 h 712723"/>
                <a:gd name="connsiteX320" fmla="*/ 55624 w 374366"/>
                <a:gd name="connsiteY320" fmla="*/ 252499 h 712723"/>
                <a:gd name="connsiteX321" fmla="*/ 55893 w 374366"/>
                <a:gd name="connsiteY321" fmla="*/ 255224 h 712723"/>
                <a:gd name="connsiteX322" fmla="*/ 54749 w 374366"/>
                <a:gd name="connsiteY322" fmla="*/ 259900 h 712723"/>
                <a:gd name="connsiteX323" fmla="*/ 54749 w 374366"/>
                <a:gd name="connsiteY323" fmla="*/ 264879 h 712723"/>
                <a:gd name="connsiteX324" fmla="*/ 53772 w 374366"/>
                <a:gd name="connsiteY324" fmla="*/ 267704 h 712723"/>
                <a:gd name="connsiteX325" fmla="*/ 51484 w 374366"/>
                <a:gd name="connsiteY325" fmla="*/ 269218 h 712723"/>
                <a:gd name="connsiteX326" fmla="*/ 48018 w 374366"/>
                <a:gd name="connsiteY326" fmla="*/ 270093 h 712723"/>
                <a:gd name="connsiteX327" fmla="*/ 45090 w 374366"/>
                <a:gd name="connsiteY327" fmla="*/ 271606 h 712723"/>
                <a:gd name="connsiteX328" fmla="*/ 43037 w 374366"/>
                <a:gd name="connsiteY328" fmla="*/ 275307 h 712723"/>
                <a:gd name="connsiteX329" fmla="*/ 41623 w 374366"/>
                <a:gd name="connsiteY329" fmla="*/ 277897 h 712723"/>
                <a:gd name="connsiteX330" fmla="*/ 40109 w 374366"/>
                <a:gd name="connsiteY330" fmla="*/ 281497 h 712723"/>
                <a:gd name="connsiteX331" fmla="*/ 37921 w 374366"/>
                <a:gd name="connsiteY331" fmla="*/ 284221 h 712723"/>
                <a:gd name="connsiteX332" fmla="*/ 33344 w 374366"/>
                <a:gd name="connsiteY332" fmla="*/ 286408 h 712723"/>
                <a:gd name="connsiteX333" fmla="*/ 31157 w 374366"/>
                <a:gd name="connsiteY333" fmla="*/ 287720 h 712723"/>
                <a:gd name="connsiteX334" fmla="*/ 29205 w 374366"/>
                <a:gd name="connsiteY334" fmla="*/ 290983 h 712723"/>
                <a:gd name="connsiteX335" fmla="*/ 24426 w 374366"/>
                <a:gd name="connsiteY335" fmla="*/ 295322 h 712723"/>
                <a:gd name="connsiteX336" fmla="*/ 23214 w 374366"/>
                <a:gd name="connsiteY336" fmla="*/ 299460 h 712723"/>
                <a:gd name="connsiteX337" fmla="*/ 22137 w 374366"/>
                <a:gd name="connsiteY337" fmla="*/ 301848 h 712723"/>
                <a:gd name="connsiteX338" fmla="*/ 19950 w 374366"/>
                <a:gd name="connsiteY338" fmla="*/ 304876 h 712723"/>
                <a:gd name="connsiteX339" fmla="*/ 19950 w 374366"/>
                <a:gd name="connsiteY339" fmla="*/ 308341 h 712723"/>
                <a:gd name="connsiteX340" fmla="*/ 22238 w 374366"/>
                <a:gd name="connsiteY340" fmla="*/ 309956 h 712723"/>
                <a:gd name="connsiteX341" fmla="*/ 22575 w 374366"/>
                <a:gd name="connsiteY341" fmla="*/ 312781 h 712723"/>
                <a:gd name="connsiteX342" fmla="*/ 20724 w 374366"/>
                <a:gd name="connsiteY342" fmla="*/ 315069 h 712723"/>
                <a:gd name="connsiteX343" fmla="*/ 19950 w 374366"/>
                <a:gd name="connsiteY343" fmla="*/ 318332 h 712723"/>
                <a:gd name="connsiteX344" fmla="*/ 19950 w 374366"/>
                <a:gd name="connsiteY344" fmla="*/ 320485 h 712723"/>
                <a:gd name="connsiteX345" fmla="*/ 19950 w 374366"/>
                <a:gd name="connsiteY345" fmla="*/ 321797 h 712723"/>
                <a:gd name="connsiteX346" fmla="*/ 18873 w 374366"/>
                <a:gd name="connsiteY346" fmla="*/ 324084 h 712723"/>
                <a:gd name="connsiteX347" fmla="*/ 20926 w 374366"/>
                <a:gd name="connsiteY347" fmla="*/ 326910 h 712723"/>
                <a:gd name="connsiteX348" fmla="*/ 23416 w 374366"/>
                <a:gd name="connsiteY348" fmla="*/ 328525 h 712723"/>
                <a:gd name="connsiteX349" fmla="*/ 25705 w 374366"/>
                <a:gd name="connsiteY349" fmla="*/ 330039 h 712723"/>
                <a:gd name="connsiteX350" fmla="*/ 28733 w 374366"/>
                <a:gd name="connsiteY350" fmla="*/ 333402 h 712723"/>
                <a:gd name="connsiteX351" fmla="*/ 30147 w 374366"/>
                <a:gd name="connsiteY351" fmla="*/ 334815 h 712723"/>
                <a:gd name="connsiteX352" fmla="*/ 32267 w 374366"/>
                <a:gd name="connsiteY352" fmla="*/ 337540 h 712723"/>
                <a:gd name="connsiteX353" fmla="*/ 33849 w 374366"/>
                <a:gd name="connsiteY353" fmla="*/ 340366 h 712723"/>
                <a:gd name="connsiteX354" fmla="*/ 33849 w 374366"/>
                <a:gd name="connsiteY354" fmla="*/ 343091 h 712723"/>
                <a:gd name="connsiteX355" fmla="*/ 34186 w 374366"/>
                <a:gd name="connsiteY355" fmla="*/ 344705 h 712723"/>
                <a:gd name="connsiteX356" fmla="*/ 36912 w 374366"/>
                <a:gd name="connsiteY356" fmla="*/ 345580 h 712723"/>
                <a:gd name="connsiteX357" fmla="*/ 38224 w 374366"/>
                <a:gd name="connsiteY357" fmla="*/ 346354 h 712723"/>
                <a:gd name="connsiteX358" fmla="*/ 39200 w 374366"/>
                <a:gd name="connsiteY358" fmla="*/ 347666 h 712723"/>
                <a:gd name="connsiteX359" fmla="*/ 41590 w 374366"/>
                <a:gd name="connsiteY359" fmla="*/ 348877 h 712723"/>
                <a:gd name="connsiteX360" fmla="*/ 44517 w 374366"/>
                <a:gd name="connsiteY360" fmla="*/ 351265 h 712723"/>
                <a:gd name="connsiteX361" fmla="*/ 44316 w 374366"/>
                <a:gd name="connsiteY361" fmla="*/ 352342 h 712723"/>
                <a:gd name="connsiteX362" fmla="*/ 42566 w 374366"/>
                <a:gd name="connsiteY362" fmla="*/ 353754 h 712723"/>
                <a:gd name="connsiteX363" fmla="*/ 41253 w 374366"/>
                <a:gd name="connsiteY363" fmla="*/ 354528 h 712723"/>
                <a:gd name="connsiteX364" fmla="*/ 40816 w 374366"/>
                <a:gd name="connsiteY364" fmla="*/ 357623 h 712723"/>
                <a:gd name="connsiteX365" fmla="*/ 40816 w 374366"/>
                <a:gd name="connsiteY365" fmla="*/ 358767 h 712723"/>
                <a:gd name="connsiteX366" fmla="*/ 44585 w 374366"/>
                <a:gd name="connsiteY366" fmla="*/ 360079 h 712723"/>
                <a:gd name="connsiteX367" fmla="*/ 47345 w 374366"/>
                <a:gd name="connsiteY367" fmla="*/ 361525 h 712723"/>
                <a:gd name="connsiteX368" fmla="*/ 46167 w 374366"/>
                <a:gd name="connsiteY368" fmla="*/ 363543 h 712723"/>
                <a:gd name="connsiteX369" fmla="*/ 44585 w 374366"/>
                <a:gd name="connsiteY369" fmla="*/ 365730 h 712723"/>
                <a:gd name="connsiteX370" fmla="*/ 44013 w 374366"/>
                <a:gd name="connsiteY370" fmla="*/ 368320 h 712723"/>
                <a:gd name="connsiteX371" fmla="*/ 47479 w 374366"/>
                <a:gd name="connsiteY371" fmla="*/ 372525 h 712723"/>
                <a:gd name="connsiteX372" fmla="*/ 46739 w 374366"/>
                <a:gd name="connsiteY372" fmla="*/ 376865 h 712723"/>
                <a:gd name="connsiteX373" fmla="*/ 45292 w 374366"/>
                <a:gd name="connsiteY373" fmla="*/ 379320 h 712723"/>
                <a:gd name="connsiteX374" fmla="*/ 42397 w 374366"/>
                <a:gd name="connsiteY374" fmla="*/ 381642 h 712723"/>
                <a:gd name="connsiteX375" fmla="*/ 39368 w 374366"/>
                <a:gd name="connsiteY375" fmla="*/ 382214 h 712723"/>
                <a:gd name="connsiteX376" fmla="*/ 36339 w 374366"/>
                <a:gd name="connsiteY376" fmla="*/ 386284 h 712723"/>
                <a:gd name="connsiteX377" fmla="*/ 33277 w 374366"/>
                <a:gd name="connsiteY377" fmla="*/ 388302 h 712723"/>
                <a:gd name="connsiteX378" fmla="*/ 33008 w 374366"/>
                <a:gd name="connsiteY378" fmla="*/ 390892 h 712723"/>
                <a:gd name="connsiteX379" fmla="*/ 35902 w 374366"/>
                <a:gd name="connsiteY379" fmla="*/ 395972 h 712723"/>
                <a:gd name="connsiteX380" fmla="*/ 37921 w 374366"/>
                <a:gd name="connsiteY380" fmla="*/ 397587 h 712723"/>
                <a:gd name="connsiteX381" fmla="*/ 38224 w 374366"/>
                <a:gd name="connsiteY381" fmla="*/ 402061 h 712723"/>
                <a:gd name="connsiteX382" fmla="*/ 37349 w 374366"/>
                <a:gd name="connsiteY382" fmla="*/ 404819 h 712723"/>
                <a:gd name="connsiteX383" fmla="*/ 34724 w 374366"/>
                <a:gd name="connsiteY383" fmla="*/ 407275 h 712723"/>
                <a:gd name="connsiteX384" fmla="*/ 32839 w 374366"/>
                <a:gd name="connsiteY384" fmla="*/ 411345 h 712723"/>
                <a:gd name="connsiteX385" fmla="*/ 26310 w 374366"/>
                <a:gd name="connsiteY385" fmla="*/ 416257 h 712723"/>
                <a:gd name="connsiteX386" fmla="*/ 22979 w 374366"/>
                <a:gd name="connsiteY386" fmla="*/ 421606 h 712723"/>
                <a:gd name="connsiteX387" fmla="*/ 20522 w 374366"/>
                <a:gd name="connsiteY387" fmla="*/ 425945 h 712723"/>
                <a:gd name="connsiteX388" fmla="*/ 19007 w 374366"/>
                <a:gd name="connsiteY388" fmla="*/ 428973 h 712723"/>
                <a:gd name="connsiteX389" fmla="*/ 14733 w 374366"/>
                <a:gd name="connsiteY389" fmla="*/ 430419 h 712723"/>
                <a:gd name="connsiteX390" fmla="*/ 14733 w 374366"/>
                <a:gd name="connsiteY390" fmla="*/ 433447 h 712723"/>
                <a:gd name="connsiteX391" fmla="*/ 15743 w 374366"/>
                <a:gd name="connsiteY391" fmla="*/ 434019 h 712723"/>
                <a:gd name="connsiteX392" fmla="*/ 16180 w 374366"/>
                <a:gd name="connsiteY392" fmla="*/ 436205 h 712723"/>
                <a:gd name="connsiteX393" fmla="*/ 14733 w 374366"/>
                <a:gd name="connsiteY393" fmla="*/ 437954 h 712723"/>
                <a:gd name="connsiteX394" fmla="*/ 11031 w 374366"/>
                <a:gd name="connsiteY394" fmla="*/ 438526 h 712723"/>
                <a:gd name="connsiteX395" fmla="*/ 9517 w 374366"/>
                <a:gd name="connsiteY395" fmla="*/ 440410 h 712723"/>
                <a:gd name="connsiteX396" fmla="*/ 9517 w 374366"/>
                <a:gd name="connsiteY396" fmla="*/ 443875 h 712723"/>
                <a:gd name="connsiteX397" fmla="*/ 10392 w 374366"/>
                <a:gd name="connsiteY397" fmla="*/ 448955 h 712723"/>
                <a:gd name="connsiteX398" fmla="*/ 11704 w 374366"/>
                <a:gd name="connsiteY398" fmla="*/ 451713 h 712723"/>
                <a:gd name="connsiteX399" fmla="*/ 10560 w 374366"/>
                <a:gd name="connsiteY399" fmla="*/ 453159 h 712723"/>
                <a:gd name="connsiteX400" fmla="*/ 11704 w 374366"/>
                <a:gd name="connsiteY400" fmla="*/ 454909 h 712723"/>
                <a:gd name="connsiteX401" fmla="*/ 12714 w 374366"/>
                <a:gd name="connsiteY401" fmla="*/ 456221 h 712723"/>
                <a:gd name="connsiteX402" fmla="*/ 13421 w 374366"/>
                <a:gd name="connsiteY402" fmla="*/ 458239 h 712723"/>
                <a:gd name="connsiteX403" fmla="*/ 11839 w 374366"/>
                <a:gd name="connsiteY403" fmla="*/ 460426 h 712723"/>
                <a:gd name="connsiteX404" fmla="*/ 9517 w 374366"/>
                <a:gd name="connsiteY404" fmla="*/ 461435 h 712723"/>
                <a:gd name="connsiteX405" fmla="*/ 9517 w 374366"/>
                <a:gd name="connsiteY405" fmla="*/ 463016 h 712723"/>
                <a:gd name="connsiteX406" fmla="*/ 11974 w 374366"/>
                <a:gd name="connsiteY406" fmla="*/ 463016 h 712723"/>
                <a:gd name="connsiteX407" fmla="*/ 13858 w 374366"/>
                <a:gd name="connsiteY407" fmla="*/ 465909 h 712723"/>
                <a:gd name="connsiteX408" fmla="*/ 15608 w 374366"/>
                <a:gd name="connsiteY408" fmla="*/ 465909 h 712723"/>
                <a:gd name="connsiteX409" fmla="*/ 15743 w 374366"/>
                <a:gd name="connsiteY409" fmla="*/ 468667 h 712723"/>
                <a:gd name="connsiteX410" fmla="*/ 15036 w 374366"/>
                <a:gd name="connsiteY410" fmla="*/ 470988 h 712723"/>
                <a:gd name="connsiteX411" fmla="*/ 14026 w 374366"/>
                <a:gd name="connsiteY411" fmla="*/ 472872 h 712723"/>
                <a:gd name="connsiteX412" fmla="*/ 12209 w 374366"/>
                <a:gd name="connsiteY412" fmla="*/ 474016 h 712723"/>
                <a:gd name="connsiteX413" fmla="*/ 11267 w 374366"/>
                <a:gd name="connsiteY413" fmla="*/ 475765 h 712723"/>
                <a:gd name="connsiteX414" fmla="*/ 11267 w 374366"/>
                <a:gd name="connsiteY414" fmla="*/ 476909 h 712723"/>
                <a:gd name="connsiteX415" fmla="*/ 13152 w 374366"/>
                <a:gd name="connsiteY415" fmla="*/ 478356 h 712723"/>
                <a:gd name="connsiteX416" fmla="*/ 15036 w 374366"/>
                <a:gd name="connsiteY416" fmla="*/ 480811 h 712723"/>
                <a:gd name="connsiteX417" fmla="*/ 17628 w 374366"/>
                <a:gd name="connsiteY417" fmla="*/ 484713 h 712723"/>
                <a:gd name="connsiteX418" fmla="*/ 18940 w 374366"/>
                <a:gd name="connsiteY418" fmla="*/ 488178 h 712723"/>
                <a:gd name="connsiteX419" fmla="*/ 19950 w 374366"/>
                <a:gd name="connsiteY419" fmla="*/ 489759 h 712723"/>
                <a:gd name="connsiteX420" fmla="*/ 19950 w 374366"/>
                <a:gd name="connsiteY420" fmla="*/ 492518 h 712723"/>
                <a:gd name="connsiteX421" fmla="*/ 19075 w 374366"/>
                <a:gd name="connsiteY421" fmla="*/ 494839 h 712723"/>
                <a:gd name="connsiteX422" fmla="*/ 18368 w 374366"/>
                <a:gd name="connsiteY422" fmla="*/ 497598 h 712723"/>
                <a:gd name="connsiteX423" fmla="*/ 17358 w 374366"/>
                <a:gd name="connsiteY423" fmla="*/ 499481 h 712723"/>
                <a:gd name="connsiteX424" fmla="*/ 16786 w 374366"/>
                <a:gd name="connsiteY424" fmla="*/ 502072 h 712723"/>
                <a:gd name="connsiteX425" fmla="*/ 16652 w 374366"/>
                <a:gd name="connsiteY425" fmla="*/ 503518 h 712723"/>
                <a:gd name="connsiteX426" fmla="*/ 17392 w 374366"/>
                <a:gd name="connsiteY426" fmla="*/ 505402 h 712723"/>
                <a:gd name="connsiteX427" fmla="*/ 17964 w 374366"/>
                <a:gd name="connsiteY427" fmla="*/ 508598 h 712723"/>
                <a:gd name="connsiteX428" fmla="*/ 18267 w 374366"/>
                <a:gd name="connsiteY428" fmla="*/ 512365 h 712723"/>
                <a:gd name="connsiteX429" fmla="*/ 18570 w 374366"/>
                <a:gd name="connsiteY429" fmla="*/ 515998 h 712723"/>
                <a:gd name="connsiteX430" fmla="*/ 18132 w 374366"/>
                <a:gd name="connsiteY430" fmla="*/ 519901 h 712723"/>
                <a:gd name="connsiteX431" fmla="*/ 17695 w 374366"/>
                <a:gd name="connsiteY431" fmla="*/ 525552 h 712723"/>
                <a:gd name="connsiteX432" fmla="*/ 16820 w 374366"/>
                <a:gd name="connsiteY432" fmla="*/ 527436 h 712723"/>
                <a:gd name="connsiteX433" fmla="*/ 16248 w 374366"/>
                <a:gd name="connsiteY433" fmla="*/ 530766 h 712723"/>
                <a:gd name="connsiteX434" fmla="*/ 16685 w 374366"/>
                <a:gd name="connsiteY434" fmla="*/ 535980 h 712723"/>
                <a:gd name="connsiteX435" fmla="*/ 16954 w 374366"/>
                <a:gd name="connsiteY435" fmla="*/ 541632 h 712723"/>
                <a:gd name="connsiteX436" fmla="*/ 18974 w 374366"/>
                <a:gd name="connsiteY436" fmla="*/ 544962 h 712723"/>
                <a:gd name="connsiteX437" fmla="*/ 20555 w 374366"/>
                <a:gd name="connsiteY437" fmla="*/ 548595 h 712723"/>
                <a:gd name="connsiteX438" fmla="*/ 21700 w 374366"/>
                <a:gd name="connsiteY438" fmla="*/ 553944 h 712723"/>
                <a:gd name="connsiteX439" fmla="*/ 20825 w 374366"/>
                <a:gd name="connsiteY439" fmla="*/ 558283 h 712723"/>
                <a:gd name="connsiteX440" fmla="*/ 21397 w 374366"/>
                <a:gd name="connsiteY440" fmla="*/ 565381 h 712723"/>
                <a:gd name="connsiteX441" fmla="*/ 26479 w 374366"/>
                <a:gd name="connsiteY441" fmla="*/ 571739 h 712723"/>
                <a:gd name="connsiteX442" fmla="*/ 28801 w 374366"/>
                <a:gd name="connsiteY442" fmla="*/ 574498 h 712723"/>
                <a:gd name="connsiteX443" fmla="*/ 30383 w 374366"/>
                <a:gd name="connsiteY443" fmla="*/ 582302 h 712723"/>
                <a:gd name="connsiteX444" fmla="*/ 30383 w 374366"/>
                <a:gd name="connsiteY444" fmla="*/ 586373 h 712723"/>
                <a:gd name="connsiteX445" fmla="*/ 31392 w 374366"/>
                <a:gd name="connsiteY445" fmla="*/ 591015 h 712723"/>
                <a:gd name="connsiteX446" fmla="*/ 30820 w 374366"/>
                <a:gd name="connsiteY446" fmla="*/ 596666 h 712723"/>
                <a:gd name="connsiteX447" fmla="*/ 29070 w 374366"/>
                <a:gd name="connsiteY447" fmla="*/ 600871 h 712723"/>
                <a:gd name="connsiteX448" fmla="*/ 27623 w 374366"/>
                <a:gd name="connsiteY448" fmla="*/ 605951 h 712723"/>
                <a:gd name="connsiteX449" fmla="*/ 25738 w 374366"/>
                <a:gd name="connsiteY449" fmla="*/ 609718 h 712723"/>
                <a:gd name="connsiteX450" fmla="*/ 23147 w 374366"/>
                <a:gd name="connsiteY450" fmla="*/ 613923 h 712723"/>
                <a:gd name="connsiteX451" fmla="*/ 22575 w 374366"/>
                <a:gd name="connsiteY451" fmla="*/ 619878 h 712723"/>
                <a:gd name="connsiteX452" fmla="*/ 18233 w 374366"/>
                <a:gd name="connsiteY452" fmla="*/ 625092 h 712723"/>
                <a:gd name="connsiteX453" fmla="*/ 14901 w 374366"/>
                <a:gd name="connsiteY453" fmla="*/ 629869 h 712723"/>
                <a:gd name="connsiteX454" fmla="*/ 12714 w 374366"/>
                <a:gd name="connsiteY454" fmla="*/ 633199 h 712723"/>
                <a:gd name="connsiteX455" fmla="*/ 9517 w 374366"/>
                <a:gd name="connsiteY455" fmla="*/ 637101 h 712723"/>
                <a:gd name="connsiteX456" fmla="*/ 7767 w 374366"/>
                <a:gd name="connsiteY456" fmla="*/ 639994 h 712723"/>
                <a:gd name="connsiteX457" fmla="*/ 7767 w 374366"/>
                <a:gd name="connsiteY457" fmla="*/ 645511 h 712723"/>
                <a:gd name="connsiteX458" fmla="*/ 7767 w 374366"/>
                <a:gd name="connsiteY458" fmla="*/ 649413 h 712723"/>
                <a:gd name="connsiteX459" fmla="*/ 7767 w 374366"/>
                <a:gd name="connsiteY459" fmla="*/ 654762 h 712723"/>
                <a:gd name="connsiteX460" fmla="*/ 6757 w 374366"/>
                <a:gd name="connsiteY460" fmla="*/ 657218 h 712723"/>
                <a:gd name="connsiteX461" fmla="*/ 6017 w 374366"/>
                <a:gd name="connsiteY461" fmla="*/ 660851 h 712723"/>
                <a:gd name="connsiteX462" fmla="*/ 3695 w 374366"/>
                <a:gd name="connsiteY462" fmla="*/ 664753 h 712723"/>
                <a:gd name="connsiteX463" fmla="*/ 1877 w 374366"/>
                <a:gd name="connsiteY463" fmla="*/ 668083 h 712723"/>
                <a:gd name="connsiteX464" fmla="*/ 800 w 374366"/>
                <a:gd name="connsiteY464" fmla="*/ 672154 h 712723"/>
                <a:gd name="connsiteX465" fmla="*/ 800 w 374366"/>
                <a:gd name="connsiteY465" fmla="*/ 680261 h 712723"/>
                <a:gd name="connsiteX466" fmla="*/ 1810 w 374366"/>
                <a:gd name="connsiteY466" fmla="*/ 682851 h 712723"/>
                <a:gd name="connsiteX467" fmla="*/ 194 w 374366"/>
                <a:gd name="connsiteY467" fmla="*/ 689814 h 712723"/>
                <a:gd name="connsiteX468" fmla="*/ 194 w 374366"/>
                <a:gd name="connsiteY468" fmla="*/ 700680 h 712723"/>
                <a:gd name="connsiteX469" fmla="*/ 935 w 374366"/>
                <a:gd name="connsiteY469" fmla="*/ 706634 h 712723"/>
                <a:gd name="connsiteX470" fmla="*/ 2820 w 374366"/>
                <a:gd name="connsiteY470" fmla="*/ 710267 h 712723"/>
                <a:gd name="connsiteX471" fmla="*/ 9147 w 374366"/>
                <a:gd name="connsiteY471" fmla="*/ 712723 h 712723"/>
                <a:gd name="connsiteX472" fmla="*/ 9147 w 374366"/>
                <a:gd name="connsiteY472" fmla="*/ 712723 h 712723"/>
                <a:gd name="connsiteX473" fmla="*/ 9921 w 374366"/>
                <a:gd name="connsiteY473" fmla="*/ 712420 h 712723"/>
                <a:gd name="connsiteX474" fmla="*/ 15575 w 374366"/>
                <a:gd name="connsiteY474" fmla="*/ 712420 h 712723"/>
                <a:gd name="connsiteX475" fmla="*/ 17325 w 374366"/>
                <a:gd name="connsiteY475" fmla="*/ 712420 h 712723"/>
                <a:gd name="connsiteX476" fmla="*/ 22541 w 374366"/>
                <a:gd name="connsiteY476" fmla="*/ 712420 h 712723"/>
                <a:gd name="connsiteX477" fmla="*/ 28061 w 374366"/>
                <a:gd name="connsiteY477" fmla="*/ 712420 h 712723"/>
                <a:gd name="connsiteX478" fmla="*/ 34590 w 374366"/>
                <a:gd name="connsiteY478" fmla="*/ 712420 h 712723"/>
                <a:gd name="connsiteX479" fmla="*/ 39671 w 374366"/>
                <a:gd name="connsiteY479" fmla="*/ 712218 h 712723"/>
                <a:gd name="connsiteX480" fmla="*/ 46200 w 374366"/>
                <a:gd name="connsiteY480" fmla="*/ 709359 h 712723"/>
                <a:gd name="connsiteX481" fmla="*/ 48522 w 374366"/>
                <a:gd name="connsiteY481" fmla="*/ 707341 h 712723"/>
                <a:gd name="connsiteX482" fmla="*/ 51720 w 374366"/>
                <a:gd name="connsiteY482" fmla="*/ 705019 h 712723"/>
                <a:gd name="connsiteX483" fmla="*/ 53470 w 374366"/>
                <a:gd name="connsiteY483" fmla="*/ 702261 h 712723"/>
                <a:gd name="connsiteX484" fmla="*/ 55657 w 374366"/>
                <a:gd name="connsiteY484" fmla="*/ 698493 h 712723"/>
                <a:gd name="connsiteX485" fmla="*/ 57239 w 374366"/>
                <a:gd name="connsiteY485" fmla="*/ 698493 h 712723"/>
                <a:gd name="connsiteX486" fmla="*/ 61446 w 374366"/>
                <a:gd name="connsiteY486" fmla="*/ 697787 h 712723"/>
                <a:gd name="connsiteX487" fmla="*/ 65383 w 374366"/>
                <a:gd name="connsiteY487" fmla="*/ 697787 h 712723"/>
                <a:gd name="connsiteX488" fmla="*/ 67975 w 374366"/>
                <a:gd name="connsiteY488" fmla="*/ 697787 h 712723"/>
                <a:gd name="connsiteX489" fmla="*/ 71172 w 374366"/>
                <a:gd name="connsiteY489" fmla="*/ 696643 h 712723"/>
                <a:gd name="connsiteX490" fmla="*/ 74504 w 374366"/>
                <a:gd name="connsiteY490" fmla="*/ 695062 h 712723"/>
                <a:gd name="connsiteX491" fmla="*/ 78139 w 374366"/>
                <a:gd name="connsiteY491" fmla="*/ 691295 h 712723"/>
                <a:gd name="connsiteX492" fmla="*/ 82917 w 374366"/>
                <a:gd name="connsiteY492" fmla="*/ 688704 h 712723"/>
                <a:gd name="connsiteX493" fmla="*/ 87831 w 374366"/>
                <a:gd name="connsiteY493" fmla="*/ 688132 h 712723"/>
                <a:gd name="connsiteX494" fmla="*/ 95639 w 374366"/>
                <a:gd name="connsiteY494" fmla="*/ 688132 h 712723"/>
                <a:gd name="connsiteX495" fmla="*/ 99577 w 374366"/>
                <a:gd name="connsiteY495" fmla="*/ 687426 h 712723"/>
                <a:gd name="connsiteX496" fmla="*/ 105230 w 374366"/>
                <a:gd name="connsiteY496" fmla="*/ 685542 h 712723"/>
                <a:gd name="connsiteX497" fmla="*/ 106812 w 374366"/>
                <a:gd name="connsiteY497" fmla="*/ 684667 h 712723"/>
                <a:gd name="connsiteX498" fmla="*/ 110009 w 374366"/>
                <a:gd name="connsiteY498" fmla="*/ 685037 h 712723"/>
                <a:gd name="connsiteX499" fmla="*/ 114216 w 374366"/>
                <a:gd name="connsiteY499" fmla="*/ 684667 h 712723"/>
                <a:gd name="connsiteX500" fmla="*/ 114788 w 374366"/>
                <a:gd name="connsiteY500" fmla="*/ 684667 h 712723"/>
                <a:gd name="connsiteX501" fmla="*/ 118692 w 374366"/>
                <a:gd name="connsiteY501" fmla="*/ 681909 h 712723"/>
                <a:gd name="connsiteX502" fmla="*/ 119836 w 374366"/>
                <a:gd name="connsiteY502" fmla="*/ 681169 h 712723"/>
                <a:gd name="connsiteX503" fmla="*/ 122293 w 374366"/>
                <a:gd name="connsiteY503" fmla="*/ 679588 h 712723"/>
                <a:gd name="connsiteX504" fmla="*/ 123942 w 374366"/>
                <a:gd name="connsiteY504" fmla="*/ 678007 h 712723"/>
                <a:gd name="connsiteX505" fmla="*/ 124313 w 374366"/>
                <a:gd name="connsiteY505" fmla="*/ 675988 h 712723"/>
                <a:gd name="connsiteX506" fmla="*/ 124313 w 374366"/>
                <a:gd name="connsiteY506" fmla="*/ 673365 h 712723"/>
                <a:gd name="connsiteX507" fmla="*/ 126500 w 374366"/>
                <a:gd name="connsiteY507" fmla="*/ 671783 h 712723"/>
                <a:gd name="connsiteX508" fmla="*/ 128519 w 374366"/>
                <a:gd name="connsiteY508" fmla="*/ 670034 h 712723"/>
                <a:gd name="connsiteX509" fmla="*/ 129529 w 374366"/>
                <a:gd name="connsiteY509" fmla="*/ 668722 h 712723"/>
                <a:gd name="connsiteX510" fmla="*/ 131986 w 374366"/>
                <a:gd name="connsiteY510" fmla="*/ 666973 h 712723"/>
                <a:gd name="connsiteX511" fmla="*/ 134745 w 374366"/>
                <a:gd name="connsiteY511" fmla="*/ 664517 h 712723"/>
                <a:gd name="connsiteX512" fmla="*/ 136933 w 374366"/>
                <a:gd name="connsiteY512" fmla="*/ 662331 h 712723"/>
                <a:gd name="connsiteX513" fmla="*/ 138952 w 374366"/>
                <a:gd name="connsiteY513" fmla="*/ 660582 h 712723"/>
                <a:gd name="connsiteX514" fmla="*/ 143159 w 374366"/>
                <a:gd name="connsiteY514" fmla="*/ 655502 h 712723"/>
                <a:gd name="connsiteX515" fmla="*/ 147366 w 374366"/>
                <a:gd name="connsiteY515" fmla="*/ 652878 h 712723"/>
                <a:gd name="connsiteX516" fmla="*/ 153154 w 374366"/>
                <a:gd name="connsiteY516" fmla="*/ 651566 h 712723"/>
                <a:gd name="connsiteX517" fmla="*/ 158236 w 374366"/>
                <a:gd name="connsiteY517" fmla="*/ 651566 h 712723"/>
                <a:gd name="connsiteX518" fmla="*/ 161568 w 374366"/>
                <a:gd name="connsiteY518" fmla="*/ 652138 h 712723"/>
                <a:gd name="connsiteX519" fmla="*/ 164328 w 374366"/>
                <a:gd name="connsiteY519" fmla="*/ 653282 h 712723"/>
                <a:gd name="connsiteX520" fmla="*/ 166583 w 374366"/>
                <a:gd name="connsiteY520" fmla="*/ 653147 h 712723"/>
                <a:gd name="connsiteX521" fmla="*/ 167828 w 374366"/>
                <a:gd name="connsiteY521" fmla="*/ 651566 h 712723"/>
                <a:gd name="connsiteX522" fmla="*/ 167828 w 374366"/>
                <a:gd name="connsiteY522" fmla="*/ 648942 h 712723"/>
                <a:gd name="connsiteX523" fmla="*/ 166953 w 374366"/>
                <a:gd name="connsiteY523" fmla="*/ 645612 h 712723"/>
                <a:gd name="connsiteX524" fmla="*/ 166078 w 374366"/>
                <a:gd name="connsiteY524" fmla="*/ 643425 h 712723"/>
                <a:gd name="connsiteX525" fmla="*/ 165001 w 374366"/>
                <a:gd name="connsiteY525" fmla="*/ 641541 h 712723"/>
                <a:gd name="connsiteX526" fmla="*/ 164362 w 374366"/>
                <a:gd name="connsiteY526" fmla="*/ 639220 h 712723"/>
                <a:gd name="connsiteX527" fmla="*/ 164362 w 374366"/>
                <a:gd name="connsiteY527" fmla="*/ 638480 h 712723"/>
                <a:gd name="connsiteX528" fmla="*/ 165371 w 374366"/>
                <a:gd name="connsiteY528" fmla="*/ 636731 h 712723"/>
                <a:gd name="connsiteX529" fmla="*/ 166549 w 374366"/>
                <a:gd name="connsiteY529" fmla="*/ 634982 h 712723"/>
                <a:gd name="connsiteX530" fmla="*/ 166684 w 374366"/>
                <a:gd name="connsiteY530" fmla="*/ 632526 h 712723"/>
                <a:gd name="connsiteX531" fmla="*/ 166549 w 374366"/>
                <a:gd name="connsiteY531" fmla="*/ 631651 h 712723"/>
                <a:gd name="connsiteX532" fmla="*/ 167862 w 374366"/>
                <a:gd name="connsiteY532" fmla="*/ 630642 h 712723"/>
                <a:gd name="connsiteX533" fmla="*/ 170453 w 374366"/>
                <a:gd name="connsiteY533" fmla="*/ 630642 h 712723"/>
                <a:gd name="connsiteX534" fmla="*/ 173347 w 374366"/>
                <a:gd name="connsiteY534" fmla="*/ 629902 h 712723"/>
                <a:gd name="connsiteX535" fmla="*/ 176679 w 374366"/>
                <a:gd name="connsiteY535" fmla="*/ 630642 h 712723"/>
                <a:gd name="connsiteX536" fmla="*/ 180011 w 374366"/>
                <a:gd name="connsiteY536" fmla="*/ 631786 h 712723"/>
                <a:gd name="connsiteX537" fmla="*/ 180718 w 374366"/>
                <a:gd name="connsiteY537" fmla="*/ 633098 h 712723"/>
                <a:gd name="connsiteX538" fmla="*/ 184622 w 374366"/>
                <a:gd name="connsiteY538" fmla="*/ 634242 h 712723"/>
                <a:gd name="connsiteX539" fmla="*/ 191891 w 374366"/>
                <a:gd name="connsiteY539" fmla="*/ 633872 h 712723"/>
                <a:gd name="connsiteX540" fmla="*/ 197107 w 374366"/>
                <a:gd name="connsiteY540" fmla="*/ 634511 h 712723"/>
                <a:gd name="connsiteX541" fmla="*/ 202324 w 374366"/>
                <a:gd name="connsiteY541" fmla="*/ 634410 h 712723"/>
                <a:gd name="connsiteX542" fmla="*/ 206901 w 374366"/>
                <a:gd name="connsiteY542" fmla="*/ 634948 h 712723"/>
                <a:gd name="connsiteX543" fmla="*/ 211040 w 374366"/>
                <a:gd name="connsiteY543" fmla="*/ 635856 h 712723"/>
                <a:gd name="connsiteX544" fmla="*/ 213968 w 374366"/>
                <a:gd name="connsiteY544" fmla="*/ 636731 h 712723"/>
                <a:gd name="connsiteX545" fmla="*/ 216829 w 374366"/>
                <a:gd name="connsiteY545" fmla="*/ 635083 h 712723"/>
                <a:gd name="connsiteX546" fmla="*/ 218848 w 374366"/>
                <a:gd name="connsiteY546" fmla="*/ 633064 h 712723"/>
                <a:gd name="connsiteX547" fmla="*/ 220430 w 374366"/>
                <a:gd name="connsiteY547" fmla="*/ 630878 h 712723"/>
                <a:gd name="connsiteX548" fmla="*/ 221440 w 374366"/>
                <a:gd name="connsiteY548" fmla="*/ 628859 h 712723"/>
                <a:gd name="connsiteX549" fmla="*/ 224334 w 374366"/>
                <a:gd name="connsiteY549" fmla="*/ 628859 h 712723"/>
                <a:gd name="connsiteX550" fmla="*/ 226050 w 374366"/>
                <a:gd name="connsiteY550" fmla="*/ 628859 h 712723"/>
                <a:gd name="connsiteX551" fmla="*/ 226925 w 374366"/>
                <a:gd name="connsiteY551" fmla="*/ 631752 h 712723"/>
                <a:gd name="connsiteX552" fmla="*/ 227800 w 374366"/>
                <a:gd name="connsiteY552" fmla="*/ 633636 h 712723"/>
                <a:gd name="connsiteX553" fmla="*/ 229820 w 374366"/>
                <a:gd name="connsiteY553" fmla="*/ 635385 h 712723"/>
                <a:gd name="connsiteX554" fmla="*/ 234026 w 374366"/>
                <a:gd name="connsiteY554" fmla="*/ 635251 h 712723"/>
                <a:gd name="connsiteX555" fmla="*/ 237426 w 374366"/>
                <a:gd name="connsiteY555" fmla="*/ 632358 h 712723"/>
                <a:gd name="connsiteX556" fmla="*/ 239108 w 374366"/>
                <a:gd name="connsiteY556" fmla="*/ 630474 h 712723"/>
                <a:gd name="connsiteX557" fmla="*/ 239108 w 374366"/>
                <a:gd name="connsiteY557" fmla="*/ 629734 h 712723"/>
                <a:gd name="connsiteX558" fmla="*/ 239108 w 374366"/>
                <a:gd name="connsiteY558" fmla="*/ 626269 h 712723"/>
                <a:gd name="connsiteX559" fmla="*/ 240118 w 374366"/>
                <a:gd name="connsiteY559" fmla="*/ 624688 h 712723"/>
                <a:gd name="connsiteX560" fmla="*/ 241700 w 374366"/>
                <a:gd name="connsiteY560" fmla="*/ 622939 h 712723"/>
                <a:gd name="connsiteX561" fmla="*/ 242575 w 374366"/>
                <a:gd name="connsiteY561" fmla="*/ 621795 h 712723"/>
                <a:gd name="connsiteX562" fmla="*/ 243887 w 374366"/>
                <a:gd name="connsiteY562" fmla="*/ 620349 h 712723"/>
                <a:gd name="connsiteX563" fmla="*/ 247959 w 374366"/>
                <a:gd name="connsiteY563" fmla="*/ 619339 h 712723"/>
                <a:gd name="connsiteX564" fmla="*/ 251426 w 374366"/>
                <a:gd name="connsiteY564" fmla="*/ 618465 h 712723"/>
                <a:gd name="connsiteX565" fmla="*/ 253883 w 374366"/>
                <a:gd name="connsiteY565" fmla="*/ 618465 h 712723"/>
                <a:gd name="connsiteX566" fmla="*/ 254623 w 374366"/>
                <a:gd name="connsiteY566" fmla="*/ 620786 h 712723"/>
                <a:gd name="connsiteX567" fmla="*/ 257517 w 374366"/>
                <a:gd name="connsiteY567" fmla="*/ 622670 h 712723"/>
                <a:gd name="connsiteX568" fmla="*/ 261859 w 374366"/>
                <a:gd name="connsiteY568" fmla="*/ 622939 h 712723"/>
                <a:gd name="connsiteX569" fmla="*/ 265191 w 374366"/>
                <a:gd name="connsiteY569" fmla="*/ 619911 h 712723"/>
                <a:gd name="connsiteX570" fmla="*/ 265191 w 374366"/>
                <a:gd name="connsiteY570" fmla="*/ 615874 h 712723"/>
                <a:gd name="connsiteX571" fmla="*/ 266941 w 374366"/>
                <a:gd name="connsiteY571" fmla="*/ 614125 h 712723"/>
                <a:gd name="connsiteX572" fmla="*/ 268119 w 374366"/>
                <a:gd name="connsiteY572" fmla="*/ 611232 h 712723"/>
                <a:gd name="connsiteX573" fmla="*/ 271181 w 374366"/>
                <a:gd name="connsiteY573" fmla="*/ 608642 h 712723"/>
                <a:gd name="connsiteX574" fmla="*/ 275826 w 374366"/>
                <a:gd name="connsiteY574" fmla="*/ 607902 h 712723"/>
                <a:gd name="connsiteX575" fmla="*/ 278888 w 374366"/>
                <a:gd name="connsiteY575" fmla="*/ 608642 h 712723"/>
                <a:gd name="connsiteX576" fmla="*/ 280907 w 374366"/>
                <a:gd name="connsiteY576" fmla="*/ 610660 h 712723"/>
                <a:gd name="connsiteX577" fmla="*/ 282792 w 374366"/>
                <a:gd name="connsiteY577" fmla="*/ 611232 h 712723"/>
                <a:gd name="connsiteX578" fmla="*/ 285249 w 374366"/>
                <a:gd name="connsiteY578" fmla="*/ 610357 h 712723"/>
                <a:gd name="connsiteX579" fmla="*/ 286124 w 374366"/>
                <a:gd name="connsiteY579" fmla="*/ 607902 h 712723"/>
                <a:gd name="connsiteX580" fmla="*/ 286124 w 374366"/>
                <a:gd name="connsiteY580" fmla="*/ 607162 h 712723"/>
                <a:gd name="connsiteX581" fmla="*/ 286124 w 374366"/>
                <a:gd name="connsiteY581" fmla="*/ 604572 h 712723"/>
                <a:gd name="connsiteX582" fmla="*/ 286999 w 374366"/>
                <a:gd name="connsiteY582" fmla="*/ 604572 h 712723"/>
                <a:gd name="connsiteX583" fmla="*/ 290330 w 374366"/>
                <a:gd name="connsiteY583" fmla="*/ 601948 h 712723"/>
                <a:gd name="connsiteX584" fmla="*/ 293393 w 374366"/>
                <a:gd name="connsiteY584" fmla="*/ 599492 h 712723"/>
                <a:gd name="connsiteX585" fmla="*/ 295581 w 374366"/>
                <a:gd name="connsiteY585" fmla="*/ 597608 h 712723"/>
                <a:gd name="connsiteX586" fmla="*/ 297331 w 374366"/>
                <a:gd name="connsiteY586" fmla="*/ 595152 h 712723"/>
                <a:gd name="connsiteX587" fmla="*/ 299215 w 374366"/>
                <a:gd name="connsiteY587" fmla="*/ 592966 h 712723"/>
                <a:gd name="connsiteX588" fmla="*/ 301403 w 374366"/>
                <a:gd name="connsiteY588" fmla="*/ 588492 h 712723"/>
                <a:gd name="connsiteX589" fmla="*/ 302850 w 374366"/>
                <a:gd name="connsiteY589" fmla="*/ 585464 h 712723"/>
                <a:gd name="connsiteX590" fmla="*/ 305307 w 374366"/>
                <a:gd name="connsiteY590" fmla="*/ 582268 h 712723"/>
                <a:gd name="connsiteX591" fmla="*/ 305307 w 374366"/>
                <a:gd name="connsiteY591" fmla="*/ 579375 h 712723"/>
                <a:gd name="connsiteX592" fmla="*/ 304432 w 374366"/>
                <a:gd name="connsiteY592" fmla="*/ 575608 h 712723"/>
                <a:gd name="connsiteX593" fmla="*/ 303422 w 374366"/>
                <a:gd name="connsiteY593" fmla="*/ 572715 h 712723"/>
                <a:gd name="connsiteX594" fmla="*/ 302413 w 374366"/>
                <a:gd name="connsiteY594" fmla="*/ 568813 h 712723"/>
                <a:gd name="connsiteX595" fmla="*/ 301840 w 374366"/>
                <a:gd name="connsiteY595" fmla="*/ 566357 h 712723"/>
                <a:gd name="connsiteX596" fmla="*/ 301403 w 374366"/>
                <a:gd name="connsiteY596" fmla="*/ 563733 h 712723"/>
                <a:gd name="connsiteX597" fmla="*/ 303422 w 374366"/>
                <a:gd name="connsiteY597" fmla="*/ 562858 h 712723"/>
                <a:gd name="connsiteX598" fmla="*/ 304432 w 374366"/>
                <a:gd name="connsiteY598" fmla="*/ 562858 h 712723"/>
                <a:gd name="connsiteX599" fmla="*/ 307326 w 374366"/>
                <a:gd name="connsiteY599" fmla="*/ 562858 h 712723"/>
                <a:gd name="connsiteX600" fmla="*/ 309783 w 374366"/>
                <a:gd name="connsiteY600" fmla="*/ 562724 h 712723"/>
                <a:gd name="connsiteX601" fmla="*/ 312812 w 374366"/>
                <a:gd name="connsiteY601" fmla="*/ 561849 h 712723"/>
                <a:gd name="connsiteX602" fmla="*/ 312812 w 374366"/>
                <a:gd name="connsiteY602" fmla="*/ 560974 h 712723"/>
                <a:gd name="connsiteX603" fmla="*/ 311365 w 374366"/>
                <a:gd name="connsiteY603" fmla="*/ 557947 h 712723"/>
                <a:gd name="connsiteX604" fmla="*/ 310119 w 374366"/>
                <a:gd name="connsiteY604" fmla="*/ 555626 h 712723"/>
                <a:gd name="connsiteX605" fmla="*/ 308740 w 374366"/>
                <a:gd name="connsiteY605" fmla="*/ 553439 h 712723"/>
                <a:gd name="connsiteX606" fmla="*/ 308740 w 374366"/>
                <a:gd name="connsiteY606" fmla="*/ 551555 h 712723"/>
                <a:gd name="connsiteX607" fmla="*/ 310187 w 374366"/>
                <a:gd name="connsiteY607" fmla="*/ 548225 h 712723"/>
                <a:gd name="connsiteX608" fmla="*/ 312072 w 374366"/>
                <a:gd name="connsiteY608" fmla="*/ 546476 h 712723"/>
                <a:gd name="connsiteX609" fmla="*/ 313956 w 374366"/>
                <a:gd name="connsiteY609" fmla="*/ 545601 h 712723"/>
                <a:gd name="connsiteX610" fmla="*/ 313956 w 374366"/>
                <a:gd name="connsiteY610" fmla="*/ 542843 h 712723"/>
                <a:gd name="connsiteX611" fmla="*/ 312879 w 374366"/>
                <a:gd name="connsiteY611" fmla="*/ 540522 h 712723"/>
                <a:gd name="connsiteX612" fmla="*/ 310927 w 374366"/>
                <a:gd name="connsiteY612" fmla="*/ 538335 h 712723"/>
                <a:gd name="connsiteX613" fmla="*/ 309345 w 374366"/>
                <a:gd name="connsiteY613" fmla="*/ 535577 h 712723"/>
                <a:gd name="connsiteX614" fmla="*/ 310927 w 374366"/>
                <a:gd name="connsiteY614" fmla="*/ 533390 h 712723"/>
                <a:gd name="connsiteX615" fmla="*/ 311634 w 374366"/>
                <a:gd name="connsiteY615" fmla="*/ 532078 h 712723"/>
                <a:gd name="connsiteX616" fmla="*/ 310322 w 374366"/>
                <a:gd name="connsiteY616" fmla="*/ 530934 h 712723"/>
                <a:gd name="connsiteX617" fmla="*/ 312072 w 374366"/>
                <a:gd name="connsiteY617" fmla="*/ 529185 h 712723"/>
                <a:gd name="connsiteX618" fmla="*/ 312206 w 374366"/>
                <a:gd name="connsiteY618" fmla="*/ 527873 h 712723"/>
                <a:gd name="connsiteX619" fmla="*/ 310019 w 374366"/>
                <a:gd name="connsiteY619" fmla="*/ 526124 h 712723"/>
                <a:gd name="connsiteX620" fmla="*/ 309009 w 374366"/>
                <a:gd name="connsiteY620" fmla="*/ 523937 h 712723"/>
                <a:gd name="connsiteX621" fmla="*/ 309884 w 374366"/>
                <a:gd name="connsiteY621" fmla="*/ 522188 h 712723"/>
                <a:gd name="connsiteX622" fmla="*/ 311466 w 374366"/>
                <a:gd name="connsiteY622" fmla="*/ 521044 h 712723"/>
                <a:gd name="connsiteX623" fmla="*/ 313047 w 374366"/>
                <a:gd name="connsiteY623" fmla="*/ 521044 h 712723"/>
                <a:gd name="connsiteX624" fmla="*/ 312610 w 374366"/>
                <a:gd name="connsiteY624" fmla="*/ 516402 h 712723"/>
                <a:gd name="connsiteX625" fmla="*/ 312172 w 374366"/>
                <a:gd name="connsiteY625" fmla="*/ 514216 h 712723"/>
                <a:gd name="connsiteX626" fmla="*/ 312172 w 374366"/>
                <a:gd name="connsiteY626" fmla="*/ 513206 h 712723"/>
                <a:gd name="connsiteX627" fmla="*/ 313047 w 374366"/>
                <a:gd name="connsiteY627" fmla="*/ 508295 h 712723"/>
                <a:gd name="connsiteX628" fmla="*/ 315807 w 374366"/>
                <a:gd name="connsiteY628" fmla="*/ 507723 h 712723"/>
                <a:gd name="connsiteX629" fmla="*/ 318567 w 374366"/>
                <a:gd name="connsiteY629" fmla="*/ 506983 h 712723"/>
                <a:gd name="connsiteX630" fmla="*/ 318264 w 374366"/>
                <a:gd name="connsiteY630" fmla="*/ 501903 h 712723"/>
                <a:gd name="connsiteX631" fmla="*/ 313721 w 374366"/>
                <a:gd name="connsiteY631" fmla="*/ 500659 h 71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374366" h="712723">
                  <a:moveTo>
                    <a:pt x="313721" y="500659"/>
                  </a:moveTo>
                  <a:cubicBezTo>
                    <a:pt x="312408" y="500019"/>
                    <a:pt x="306552" y="495007"/>
                    <a:pt x="306552" y="495007"/>
                  </a:cubicBezTo>
                  <a:lnTo>
                    <a:pt x="301773" y="490870"/>
                  </a:lnTo>
                  <a:cubicBezTo>
                    <a:pt x="301773" y="490870"/>
                    <a:pt x="301571" y="487606"/>
                    <a:pt x="301773" y="486732"/>
                  </a:cubicBezTo>
                  <a:cubicBezTo>
                    <a:pt x="302009" y="485857"/>
                    <a:pt x="301773" y="482830"/>
                    <a:pt x="301773" y="482830"/>
                  </a:cubicBezTo>
                  <a:lnTo>
                    <a:pt x="299821" y="480643"/>
                  </a:lnTo>
                  <a:cubicBezTo>
                    <a:pt x="299821" y="480643"/>
                    <a:pt x="296994" y="476943"/>
                    <a:pt x="296119" y="476304"/>
                  </a:cubicBezTo>
                  <a:cubicBezTo>
                    <a:pt x="295244" y="475664"/>
                    <a:pt x="293494" y="473680"/>
                    <a:pt x="292215" y="472603"/>
                  </a:cubicBezTo>
                  <a:cubicBezTo>
                    <a:pt x="290903" y="471527"/>
                    <a:pt x="291576" y="469340"/>
                    <a:pt x="291576" y="469340"/>
                  </a:cubicBezTo>
                  <a:cubicBezTo>
                    <a:pt x="291576" y="469340"/>
                    <a:pt x="293730" y="467826"/>
                    <a:pt x="297230" y="467389"/>
                  </a:cubicBezTo>
                  <a:cubicBezTo>
                    <a:pt x="300696" y="466952"/>
                    <a:pt x="296994" y="466313"/>
                    <a:pt x="296994" y="466313"/>
                  </a:cubicBezTo>
                  <a:lnTo>
                    <a:pt x="291138" y="462848"/>
                  </a:lnTo>
                  <a:lnTo>
                    <a:pt x="291778" y="459383"/>
                  </a:lnTo>
                  <a:lnTo>
                    <a:pt x="295917" y="457634"/>
                  </a:lnTo>
                  <a:lnTo>
                    <a:pt x="299182" y="455245"/>
                  </a:lnTo>
                  <a:lnTo>
                    <a:pt x="303961" y="455245"/>
                  </a:lnTo>
                  <a:lnTo>
                    <a:pt x="306788" y="451343"/>
                  </a:lnTo>
                  <a:lnTo>
                    <a:pt x="305711" y="449392"/>
                  </a:lnTo>
                  <a:lnTo>
                    <a:pt x="305071" y="446802"/>
                  </a:lnTo>
                  <a:lnTo>
                    <a:pt x="309413" y="445725"/>
                  </a:lnTo>
                  <a:cubicBezTo>
                    <a:pt x="309413" y="445725"/>
                    <a:pt x="312442" y="444649"/>
                    <a:pt x="313317" y="444413"/>
                  </a:cubicBezTo>
                  <a:cubicBezTo>
                    <a:pt x="314192" y="444211"/>
                    <a:pt x="314629" y="444649"/>
                    <a:pt x="315942" y="444413"/>
                  </a:cubicBezTo>
                  <a:cubicBezTo>
                    <a:pt x="317254" y="444211"/>
                    <a:pt x="317692" y="444413"/>
                    <a:pt x="317692" y="444413"/>
                  </a:cubicBezTo>
                  <a:lnTo>
                    <a:pt x="317927" y="441587"/>
                  </a:lnTo>
                  <a:lnTo>
                    <a:pt x="317052" y="437013"/>
                  </a:lnTo>
                  <a:lnTo>
                    <a:pt x="319004" y="430924"/>
                  </a:lnTo>
                  <a:lnTo>
                    <a:pt x="316615" y="429410"/>
                  </a:lnTo>
                  <a:lnTo>
                    <a:pt x="315975" y="423758"/>
                  </a:lnTo>
                  <a:lnTo>
                    <a:pt x="316177" y="418343"/>
                  </a:lnTo>
                  <a:lnTo>
                    <a:pt x="317692" y="414642"/>
                  </a:lnTo>
                  <a:lnTo>
                    <a:pt x="321394" y="410740"/>
                  </a:lnTo>
                  <a:lnTo>
                    <a:pt x="324221" y="405526"/>
                  </a:lnTo>
                  <a:lnTo>
                    <a:pt x="326173" y="399942"/>
                  </a:lnTo>
                  <a:cubicBezTo>
                    <a:pt x="326173" y="399942"/>
                    <a:pt x="329202" y="396039"/>
                    <a:pt x="330380" y="395871"/>
                  </a:cubicBezTo>
                  <a:cubicBezTo>
                    <a:pt x="331524" y="395737"/>
                    <a:pt x="333711" y="394290"/>
                    <a:pt x="334284" y="393987"/>
                  </a:cubicBezTo>
                  <a:cubicBezTo>
                    <a:pt x="334856" y="393685"/>
                    <a:pt x="335865" y="391835"/>
                    <a:pt x="335865" y="391835"/>
                  </a:cubicBezTo>
                  <a:lnTo>
                    <a:pt x="331793" y="387932"/>
                  </a:lnTo>
                  <a:cubicBezTo>
                    <a:pt x="331793" y="387932"/>
                    <a:pt x="331221" y="385746"/>
                    <a:pt x="331490" y="384905"/>
                  </a:cubicBezTo>
                  <a:cubicBezTo>
                    <a:pt x="331793" y="384030"/>
                    <a:pt x="332500" y="382584"/>
                    <a:pt x="333510" y="381877"/>
                  </a:cubicBezTo>
                  <a:cubicBezTo>
                    <a:pt x="334519" y="381137"/>
                    <a:pt x="335966" y="379691"/>
                    <a:pt x="336539" y="379556"/>
                  </a:cubicBezTo>
                  <a:cubicBezTo>
                    <a:pt x="337110" y="379421"/>
                    <a:pt x="337851" y="377672"/>
                    <a:pt x="338995" y="376932"/>
                  </a:cubicBezTo>
                  <a:cubicBezTo>
                    <a:pt x="340139" y="376226"/>
                    <a:pt x="340577" y="375923"/>
                    <a:pt x="341183" y="375486"/>
                  </a:cubicBezTo>
                  <a:cubicBezTo>
                    <a:pt x="341755" y="375048"/>
                    <a:pt x="342495" y="372593"/>
                    <a:pt x="342495" y="372593"/>
                  </a:cubicBezTo>
                  <a:lnTo>
                    <a:pt x="344077" y="368119"/>
                  </a:lnTo>
                  <a:cubicBezTo>
                    <a:pt x="344077" y="368119"/>
                    <a:pt x="346096" y="365091"/>
                    <a:pt x="346399" y="364485"/>
                  </a:cubicBezTo>
                  <a:cubicBezTo>
                    <a:pt x="346702" y="363914"/>
                    <a:pt x="347409" y="360583"/>
                    <a:pt x="347712" y="358699"/>
                  </a:cubicBezTo>
                  <a:cubicBezTo>
                    <a:pt x="348014" y="356816"/>
                    <a:pt x="348284" y="356244"/>
                    <a:pt x="348284" y="355504"/>
                  </a:cubicBezTo>
                  <a:cubicBezTo>
                    <a:pt x="348284" y="354764"/>
                    <a:pt x="348722" y="353048"/>
                    <a:pt x="348856" y="352611"/>
                  </a:cubicBezTo>
                  <a:cubicBezTo>
                    <a:pt x="348991" y="352173"/>
                    <a:pt x="348856" y="350592"/>
                    <a:pt x="348856" y="350592"/>
                  </a:cubicBezTo>
                  <a:cubicBezTo>
                    <a:pt x="348856" y="350592"/>
                    <a:pt x="346971" y="348137"/>
                    <a:pt x="346534" y="347834"/>
                  </a:cubicBezTo>
                  <a:cubicBezTo>
                    <a:pt x="346096" y="347565"/>
                    <a:pt x="343774" y="345816"/>
                    <a:pt x="343774" y="345816"/>
                  </a:cubicBezTo>
                  <a:lnTo>
                    <a:pt x="340880" y="344066"/>
                  </a:lnTo>
                  <a:lnTo>
                    <a:pt x="339736" y="344066"/>
                  </a:lnTo>
                  <a:lnTo>
                    <a:pt x="336841" y="342687"/>
                  </a:lnTo>
                  <a:lnTo>
                    <a:pt x="336707" y="340433"/>
                  </a:lnTo>
                  <a:lnTo>
                    <a:pt x="336976" y="338179"/>
                  </a:lnTo>
                  <a:cubicBezTo>
                    <a:pt x="336976" y="338179"/>
                    <a:pt x="336202" y="337406"/>
                    <a:pt x="336000" y="336867"/>
                  </a:cubicBezTo>
                  <a:cubicBezTo>
                    <a:pt x="335798" y="336329"/>
                    <a:pt x="335697" y="334580"/>
                    <a:pt x="335697" y="334580"/>
                  </a:cubicBezTo>
                  <a:lnTo>
                    <a:pt x="333409" y="331317"/>
                  </a:lnTo>
                  <a:lnTo>
                    <a:pt x="331221" y="329029"/>
                  </a:lnTo>
                  <a:cubicBezTo>
                    <a:pt x="331221" y="329029"/>
                    <a:pt x="330144" y="327717"/>
                    <a:pt x="329808" y="327516"/>
                  </a:cubicBezTo>
                  <a:cubicBezTo>
                    <a:pt x="329471" y="327314"/>
                    <a:pt x="327956" y="325464"/>
                    <a:pt x="327956" y="325464"/>
                  </a:cubicBezTo>
                  <a:lnTo>
                    <a:pt x="325803" y="322974"/>
                  </a:lnTo>
                  <a:lnTo>
                    <a:pt x="324389" y="320586"/>
                  </a:lnTo>
                  <a:cubicBezTo>
                    <a:pt x="324389" y="320586"/>
                    <a:pt x="324389" y="317323"/>
                    <a:pt x="324389" y="316885"/>
                  </a:cubicBezTo>
                  <a:cubicBezTo>
                    <a:pt x="324389" y="316448"/>
                    <a:pt x="324322" y="314060"/>
                    <a:pt x="324221" y="313723"/>
                  </a:cubicBezTo>
                  <a:cubicBezTo>
                    <a:pt x="324120" y="313387"/>
                    <a:pt x="322202" y="312075"/>
                    <a:pt x="321663" y="311671"/>
                  </a:cubicBezTo>
                  <a:cubicBezTo>
                    <a:pt x="321125" y="311234"/>
                    <a:pt x="319913" y="309384"/>
                    <a:pt x="319374" y="308206"/>
                  </a:cubicBezTo>
                  <a:cubicBezTo>
                    <a:pt x="318836" y="307029"/>
                    <a:pt x="319274" y="306020"/>
                    <a:pt x="319274" y="305482"/>
                  </a:cubicBezTo>
                  <a:cubicBezTo>
                    <a:pt x="319274" y="304943"/>
                    <a:pt x="319812" y="302858"/>
                    <a:pt x="319812" y="302858"/>
                  </a:cubicBezTo>
                  <a:lnTo>
                    <a:pt x="320452" y="301243"/>
                  </a:lnTo>
                  <a:lnTo>
                    <a:pt x="320889" y="297980"/>
                  </a:lnTo>
                  <a:lnTo>
                    <a:pt x="320889" y="295390"/>
                  </a:lnTo>
                  <a:lnTo>
                    <a:pt x="319038" y="294851"/>
                  </a:lnTo>
                  <a:lnTo>
                    <a:pt x="316548" y="295390"/>
                  </a:lnTo>
                  <a:lnTo>
                    <a:pt x="313081" y="295390"/>
                  </a:lnTo>
                  <a:cubicBezTo>
                    <a:pt x="313081" y="295390"/>
                    <a:pt x="309446" y="290546"/>
                    <a:pt x="309009" y="290377"/>
                  </a:cubicBezTo>
                  <a:cubicBezTo>
                    <a:pt x="308571" y="290243"/>
                    <a:pt x="306115" y="290175"/>
                    <a:pt x="306115" y="290175"/>
                  </a:cubicBezTo>
                  <a:lnTo>
                    <a:pt x="305542" y="290175"/>
                  </a:lnTo>
                  <a:cubicBezTo>
                    <a:pt x="305542" y="290175"/>
                    <a:pt x="302783" y="291050"/>
                    <a:pt x="302211" y="291185"/>
                  </a:cubicBezTo>
                  <a:cubicBezTo>
                    <a:pt x="301639" y="291319"/>
                    <a:pt x="298576" y="290175"/>
                    <a:pt x="298576" y="290175"/>
                  </a:cubicBezTo>
                  <a:cubicBezTo>
                    <a:pt x="298576" y="290175"/>
                    <a:pt x="295816" y="288157"/>
                    <a:pt x="295379" y="287854"/>
                  </a:cubicBezTo>
                  <a:cubicBezTo>
                    <a:pt x="294941" y="287552"/>
                    <a:pt x="292047" y="285668"/>
                    <a:pt x="292047" y="285668"/>
                  </a:cubicBezTo>
                  <a:lnTo>
                    <a:pt x="290734" y="282640"/>
                  </a:lnTo>
                  <a:cubicBezTo>
                    <a:pt x="290734" y="282640"/>
                    <a:pt x="287100" y="278301"/>
                    <a:pt x="287403" y="277729"/>
                  </a:cubicBezTo>
                  <a:cubicBezTo>
                    <a:pt x="287706" y="277157"/>
                    <a:pt x="289153" y="275273"/>
                    <a:pt x="290432" y="273961"/>
                  </a:cubicBezTo>
                  <a:cubicBezTo>
                    <a:pt x="291744" y="272649"/>
                    <a:pt x="291441" y="271505"/>
                    <a:pt x="291441" y="270934"/>
                  </a:cubicBezTo>
                  <a:cubicBezTo>
                    <a:pt x="291441" y="270362"/>
                    <a:pt x="291172" y="268175"/>
                    <a:pt x="291172" y="268175"/>
                  </a:cubicBezTo>
                  <a:cubicBezTo>
                    <a:pt x="291172" y="268175"/>
                    <a:pt x="290297" y="264710"/>
                    <a:pt x="290297" y="264105"/>
                  </a:cubicBezTo>
                  <a:cubicBezTo>
                    <a:pt x="290297" y="263533"/>
                    <a:pt x="289556" y="258016"/>
                    <a:pt x="289556" y="258016"/>
                  </a:cubicBezTo>
                  <a:lnTo>
                    <a:pt x="289556" y="253676"/>
                  </a:lnTo>
                  <a:lnTo>
                    <a:pt x="290364" y="249606"/>
                  </a:lnTo>
                  <a:lnTo>
                    <a:pt x="292182" y="246713"/>
                  </a:lnTo>
                  <a:cubicBezTo>
                    <a:pt x="292182" y="246713"/>
                    <a:pt x="296388" y="244257"/>
                    <a:pt x="296826" y="243955"/>
                  </a:cubicBezTo>
                  <a:cubicBezTo>
                    <a:pt x="297264" y="243652"/>
                    <a:pt x="299720" y="242945"/>
                    <a:pt x="299720" y="242945"/>
                  </a:cubicBezTo>
                  <a:cubicBezTo>
                    <a:pt x="299720" y="242945"/>
                    <a:pt x="304062" y="242239"/>
                    <a:pt x="304196" y="241802"/>
                  </a:cubicBezTo>
                  <a:cubicBezTo>
                    <a:pt x="304331" y="241364"/>
                    <a:pt x="304937" y="239783"/>
                    <a:pt x="304937" y="239783"/>
                  </a:cubicBezTo>
                  <a:lnTo>
                    <a:pt x="305946" y="236890"/>
                  </a:lnTo>
                  <a:lnTo>
                    <a:pt x="311600" y="233695"/>
                  </a:lnTo>
                  <a:lnTo>
                    <a:pt x="315672" y="230802"/>
                  </a:lnTo>
                  <a:cubicBezTo>
                    <a:pt x="315672" y="230802"/>
                    <a:pt x="316682" y="226159"/>
                    <a:pt x="316817" y="225587"/>
                  </a:cubicBezTo>
                  <a:cubicBezTo>
                    <a:pt x="316951" y="225015"/>
                    <a:pt x="317692" y="222392"/>
                    <a:pt x="317692" y="222392"/>
                  </a:cubicBezTo>
                  <a:lnTo>
                    <a:pt x="317389" y="220071"/>
                  </a:lnTo>
                  <a:lnTo>
                    <a:pt x="314629" y="216303"/>
                  </a:lnTo>
                  <a:lnTo>
                    <a:pt x="311869" y="213713"/>
                  </a:lnTo>
                  <a:lnTo>
                    <a:pt x="309548" y="210820"/>
                  </a:lnTo>
                  <a:lnTo>
                    <a:pt x="307360" y="207489"/>
                  </a:lnTo>
                  <a:lnTo>
                    <a:pt x="306620" y="204294"/>
                  </a:lnTo>
                  <a:lnTo>
                    <a:pt x="309076" y="201838"/>
                  </a:lnTo>
                  <a:lnTo>
                    <a:pt x="312846" y="198070"/>
                  </a:lnTo>
                  <a:lnTo>
                    <a:pt x="314023" y="195413"/>
                  </a:lnTo>
                  <a:lnTo>
                    <a:pt x="317793" y="194302"/>
                  </a:lnTo>
                  <a:lnTo>
                    <a:pt x="318533" y="193899"/>
                  </a:lnTo>
                  <a:lnTo>
                    <a:pt x="320384" y="192856"/>
                  </a:lnTo>
                  <a:lnTo>
                    <a:pt x="321125" y="190535"/>
                  </a:lnTo>
                  <a:lnTo>
                    <a:pt x="326341" y="187070"/>
                  </a:lnTo>
                  <a:lnTo>
                    <a:pt x="330380" y="184614"/>
                  </a:lnTo>
                  <a:cubicBezTo>
                    <a:pt x="330380" y="184614"/>
                    <a:pt x="333005" y="184749"/>
                    <a:pt x="334452" y="185052"/>
                  </a:cubicBezTo>
                  <a:cubicBezTo>
                    <a:pt x="335899" y="185354"/>
                    <a:pt x="336034" y="187373"/>
                    <a:pt x="338087" y="188247"/>
                  </a:cubicBezTo>
                  <a:cubicBezTo>
                    <a:pt x="340106" y="189122"/>
                    <a:pt x="341991" y="192318"/>
                    <a:pt x="344178" y="194471"/>
                  </a:cubicBezTo>
                  <a:cubicBezTo>
                    <a:pt x="346365" y="196657"/>
                    <a:pt x="345625" y="194471"/>
                    <a:pt x="346635" y="194471"/>
                  </a:cubicBezTo>
                  <a:cubicBezTo>
                    <a:pt x="347644" y="194471"/>
                    <a:pt x="348654" y="192587"/>
                    <a:pt x="349394" y="191443"/>
                  </a:cubicBezTo>
                  <a:cubicBezTo>
                    <a:pt x="350135" y="190299"/>
                    <a:pt x="353029" y="190434"/>
                    <a:pt x="353029" y="190434"/>
                  </a:cubicBezTo>
                  <a:cubicBezTo>
                    <a:pt x="353029" y="190434"/>
                    <a:pt x="355049" y="188853"/>
                    <a:pt x="355620" y="188416"/>
                  </a:cubicBezTo>
                  <a:cubicBezTo>
                    <a:pt x="356193" y="187978"/>
                    <a:pt x="357068" y="186229"/>
                    <a:pt x="358649" y="185220"/>
                  </a:cubicBezTo>
                  <a:cubicBezTo>
                    <a:pt x="360265" y="184211"/>
                    <a:pt x="360837" y="183773"/>
                    <a:pt x="362553" y="183033"/>
                  </a:cubicBezTo>
                  <a:cubicBezTo>
                    <a:pt x="364304" y="182293"/>
                    <a:pt x="364169" y="182461"/>
                    <a:pt x="365010" y="182024"/>
                  </a:cubicBezTo>
                  <a:cubicBezTo>
                    <a:pt x="365885" y="181587"/>
                    <a:pt x="367467" y="180275"/>
                    <a:pt x="369486" y="179837"/>
                  </a:cubicBezTo>
                  <a:cubicBezTo>
                    <a:pt x="370900" y="179535"/>
                    <a:pt x="371169" y="179636"/>
                    <a:pt x="371236" y="179737"/>
                  </a:cubicBezTo>
                  <a:lnTo>
                    <a:pt x="371236" y="177954"/>
                  </a:lnTo>
                  <a:cubicBezTo>
                    <a:pt x="371236" y="177954"/>
                    <a:pt x="368275" y="175061"/>
                    <a:pt x="368275" y="174489"/>
                  </a:cubicBezTo>
                  <a:cubicBezTo>
                    <a:pt x="368275" y="173917"/>
                    <a:pt x="367198" y="171461"/>
                    <a:pt x="366592" y="170587"/>
                  </a:cubicBezTo>
                  <a:cubicBezTo>
                    <a:pt x="366020" y="169712"/>
                    <a:pt x="364842" y="167256"/>
                    <a:pt x="365010" y="166516"/>
                  </a:cubicBezTo>
                  <a:cubicBezTo>
                    <a:pt x="365145" y="165810"/>
                    <a:pt x="365145" y="165944"/>
                    <a:pt x="365717" y="165944"/>
                  </a:cubicBezTo>
                  <a:cubicBezTo>
                    <a:pt x="366289" y="165944"/>
                    <a:pt x="367298" y="164801"/>
                    <a:pt x="367736" y="164632"/>
                  </a:cubicBezTo>
                  <a:cubicBezTo>
                    <a:pt x="368174" y="164498"/>
                    <a:pt x="368308" y="163186"/>
                    <a:pt x="368443" y="162748"/>
                  </a:cubicBezTo>
                  <a:cubicBezTo>
                    <a:pt x="368577" y="162311"/>
                    <a:pt x="367871" y="160730"/>
                    <a:pt x="367871" y="160730"/>
                  </a:cubicBezTo>
                  <a:cubicBezTo>
                    <a:pt x="367871" y="160730"/>
                    <a:pt x="366558" y="158846"/>
                    <a:pt x="366558" y="158106"/>
                  </a:cubicBezTo>
                  <a:cubicBezTo>
                    <a:pt x="366558" y="157366"/>
                    <a:pt x="366996" y="155348"/>
                    <a:pt x="366996" y="155348"/>
                  </a:cubicBezTo>
                  <a:lnTo>
                    <a:pt x="369452" y="154339"/>
                  </a:lnTo>
                  <a:lnTo>
                    <a:pt x="370900" y="153464"/>
                  </a:lnTo>
                  <a:lnTo>
                    <a:pt x="372650" y="147947"/>
                  </a:lnTo>
                  <a:lnTo>
                    <a:pt x="373659" y="145357"/>
                  </a:lnTo>
                  <a:lnTo>
                    <a:pt x="373794" y="143776"/>
                  </a:lnTo>
                  <a:lnTo>
                    <a:pt x="374366" y="139436"/>
                  </a:lnTo>
                  <a:lnTo>
                    <a:pt x="373491" y="136241"/>
                  </a:lnTo>
                  <a:lnTo>
                    <a:pt x="373188" y="134054"/>
                  </a:lnTo>
                  <a:cubicBezTo>
                    <a:pt x="373188" y="134054"/>
                    <a:pt x="371438" y="132305"/>
                    <a:pt x="371169" y="131733"/>
                  </a:cubicBezTo>
                  <a:cubicBezTo>
                    <a:pt x="370866" y="131161"/>
                    <a:pt x="369856" y="129849"/>
                    <a:pt x="369856" y="129849"/>
                  </a:cubicBezTo>
                  <a:lnTo>
                    <a:pt x="368544" y="129714"/>
                  </a:lnTo>
                  <a:lnTo>
                    <a:pt x="364774" y="128133"/>
                  </a:lnTo>
                  <a:lnTo>
                    <a:pt x="363630" y="125509"/>
                  </a:lnTo>
                  <a:lnTo>
                    <a:pt x="362486" y="124198"/>
                  </a:lnTo>
                  <a:lnTo>
                    <a:pt x="362486" y="120733"/>
                  </a:lnTo>
                  <a:lnTo>
                    <a:pt x="361241" y="117705"/>
                  </a:lnTo>
                  <a:lnTo>
                    <a:pt x="361376" y="116191"/>
                  </a:lnTo>
                  <a:cubicBezTo>
                    <a:pt x="361376" y="116191"/>
                    <a:pt x="362250" y="113601"/>
                    <a:pt x="363563" y="112289"/>
                  </a:cubicBezTo>
                  <a:cubicBezTo>
                    <a:pt x="364875" y="110977"/>
                    <a:pt x="363563" y="112289"/>
                    <a:pt x="364203" y="111414"/>
                  </a:cubicBezTo>
                  <a:cubicBezTo>
                    <a:pt x="364842" y="110540"/>
                    <a:pt x="365078" y="109463"/>
                    <a:pt x="365279" y="108589"/>
                  </a:cubicBezTo>
                  <a:cubicBezTo>
                    <a:pt x="365515" y="107714"/>
                    <a:pt x="365515" y="105763"/>
                    <a:pt x="365515" y="105763"/>
                  </a:cubicBezTo>
                  <a:lnTo>
                    <a:pt x="363563" y="102937"/>
                  </a:lnTo>
                  <a:cubicBezTo>
                    <a:pt x="363563" y="102937"/>
                    <a:pt x="363361" y="101861"/>
                    <a:pt x="362688" y="101188"/>
                  </a:cubicBezTo>
                  <a:cubicBezTo>
                    <a:pt x="362049" y="100549"/>
                    <a:pt x="361611" y="100751"/>
                    <a:pt x="361611" y="100751"/>
                  </a:cubicBezTo>
                  <a:lnTo>
                    <a:pt x="358347" y="100751"/>
                  </a:lnTo>
                  <a:lnTo>
                    <a:pt x="353332" y="100852"/>
                  </a:lnTo>
                  <a:lnTo>
                    <a:pt x="349428" y="100313"/>
                  </a:lnTo>
                  <a:cubicBezTo>
                    <a:pt x="349428" y="100313"/>
                    <a:pt x="344885" y="99876"/>
                    <a:pt x="343336" y="99876"/>
                  </a:cubicBezTo>
                  <a:cubicBezTo>
                    <a:pt x="341822" y="99876"/>
                    <a:pt x="338995" y="98362"/>
                    <a:pt x="338995" y="98362"/>
                  </a:cubicBezTo>
                  <a:cubicBezTo>
                    <a:pt x="338995" y="98362"/>
                    <a:pt x="333779" y="96176"/>
                    <a:pt x="333106" y="95738"/>
                  </a:cubicBezTo>
                  <a:cubicBezTo>
                    <a:pt x="332466" y="95301"/>
                    <a:pt x="332029" y="93989"/>
                    <a:pt x="332029" y="93989"/>
                  </a:cubicBezTo>
                  <a:lnTo>
                    <a:pt x="330278" y="92038"/>
                  </a:lnTo>
                  <a:cubicBezTo>
                    <a:pt x="330278" y="92038"/>
                    <a:pt x="328529" y="92038"/>
                    <a:pt x="327889" y="92038"/>
                  </a:cubicBezTo>
                  <a:cubicBezTo>
                    <a:pt x="327216" y="92038"/>
                    <a:pt x="325264" y="91601"/>
                    <a:pt x="324423" y="91399"/>
                  </a:cubicBezTo>
                  <a:cubicBezTo>
                    <a:pt x="323548" y="91197"/>
                    <a:pt x="320956" y="88775"/>
                    <a:pt x="320283" y="88136"/>
                  </a:cubicBezTo>
                  <a:cubicBezTo>
                    <a:pt x="319644" y="87497"/>
                    <a:pt x="318971" y="83359"/>
                    <a:pt x="318971" y="83359"/>
                  </a:cubicBezTo>
                  <a:cubicBezTo>
                    <a:pt x="318971" y="83359"/>
                    <a:pt x="320519" y="78145"/>
                    <a:pt x="321158" y="77270"/>
                  </a:cubicBezTo>
                  <a:cubicBezTo>
                    <a:pt x="321798" y="76396"/>
                    <a:pt x="323110" y="75958"/>
                    <a:pt x="323110" y="75958"/>
                  </a:cubicBezTo>
                  <a:lnTo>
                    <a:pt x="325735" y="76396"/>
                  </a:lnTo>
                  <a:cubicBezTo>
                    <a:pt x="325735" y="76396"/>
                    <a:pt x="327923" y="77035"/>
                    <a:pt x="330077" y="77035"/>
                  </a:cubicBezTo>
                  <a:cubicBezTo>
                    <a:pt x="332231" y="77035"/>
                    <a:pt x="331389" y="75958"/>
                    <a:pt x="331389" y="75958"/>
                  </a:cubicBezTo>
                  <a:lnTo>
                    <a:pt x="330952" y="71383"/>
                  </a:lnTo>
                  <a:lnTo>
                    <a:pt x="330312" y="65934"/>
                  </a:lnTo>
                  <a:lnTo>
                    <a:pt x="339231" y="65934"/>
                  </a:lnTo>
                  <a:lnTo>
                    <a:pt x="342697" y="63209"/>
                  </a:lnTo>
                  <a:lnTo>
                    <a:pt x="344885" y="61796"/>
                  </a:lnTo>
                  <a:lnTo>
                    <a:pt x="352491" y="60719"/>
                  </a:lnTo>
                  <a:lnTo>
                    <a:pt x="360332" y="57120"/>
                  </a:lnTo>
                  <a:cubicBezTo>
                    <a:pt x="360332" y="57120"/>
                    <a:pt x="361846" y="56346"/>
                    <a:pt x="362722" y="55909"/>
                  </a:cubicBezTo>
                  <a:cubicBezTo>
                    <a:pt x="363597" y="55472"/>
                    <a:pt x="364135" y="55135"/>
                    <a:pt x="364909" y="54933"/>
                  </a:cubicBezTo>
                  <a:cubicBezTo>
                    <a:pt x="365683" y="54732"/>
                    <a:pt x="366659" y="52444"/>
                    <a:pt x="366659" y="52444"/>
                  </a:cubicBezTo>
                  <a:lnTo>
                    <a:pt x="369823" y="51368"/>
                  </a:lnTo>
                  <a:lnTo>
                    <a:pt x="370058" y="50594"/>
                  </a:lnTo>
                  <a:lnTo>
                    <a:pt x="368645" y="48542"/>
                  </a:lnTo>
                  <a:cubicBezTo>
                    <a:pt x="368577" y="48542"/>
                    <a:pt x="368409" y="48542"/>
                    <a:pt x="368107" y="48542"/>
                  </a:cubicBezTo>
                  <a:cubicBezTo>
                    <a:pt x="367232" y="48542"/>
                    <a:pt x="364741" y="48374"/>
                    <a:pt x="364304" y="48374"/>
                  </a:cubicBezTo>
                  <a:cubicBezTo>
                    <a:pt x="363866" y="48374"/>
                    <a:pt x="361577" y="47667"/>
                    <a:pt x="361577" y="47667"/>
                  </a:cubicBezTo>
                  <a:lnTo>
                    <a:pt x="356798" y="47129"/>
                  </a:lnTo>
                  <a:cubicBezTo>
                    <a:pt x="356798" y="47129"/>
                    <a:pt x="354948" y="47230"/>
                    <a:pt x="354072" y="47028"/>
                  </a:cubicBezTo>
                  <a:cubicBezTo>
                    <a:pt x="353197" y="46826"/>
                    <a:pt x="351784" y="47230"/>
                    <a:pt x="351784" y="47230"/>
                  </a:cubicBezTo>
                  <a:lnTo>
                    <a:pt x="349832" y="43261"/>
                  </a:lnTo>
                  <a:lnTo>
                    <a:pt x="351043" y="39493"/>
                  </a:lnTo>
                  <a:lnTo>
                    <a:pt x="349967" y="34918"/>
                  </a:lnTo>
                  <a:lnTo>
                    <a:pt x="349428" y="29166"/>
                  </a:lnTo>
                  <a:cubicBezTo>
                    <a:pt x="349428" y="29166"/>
                    <a:pt x="348788" y="27114"/>
                    <a:pt x="348788" y="26003"/>
                  </a:cubicBezTo>
                  <a:cubicBezTo>
                    <a:pt x="348788" y="24927"/>
                    <a:pt x="348688" y="23716"/>
                    <a:pt x="348788" y="23279"/>
                  </a:cubicBezTo>
                  <a:cubicBezTo>
                    <a:pt x="348890" y="22841"/>
                    <a:pt x="348587" y="21630"/>
                    <a:pt x="348452" y="21328"/>
                  </a:cubicBezTo>
                  <a:cubicBezTo>
                    <a:pt x="348318" y="20991"/>
                    <a:pt x="347476" y="18939"/>
                    <a:pt x="347342" y="18603"/>
                  </a:cubicBezTo>
                  <a:cubicBezTo>
                    <a:pt x="347240" y="18266"/>
                    <a:pt x="344313" y="15340"/>
                    <a:pt x="343976" y="15138"/>
                  </a:cubicBezTo>
                  <a:cubicBezTo>
                    <a:pt x="343640" y="14936"/>
                    <a:pt x="342024" y="13725"/>
                    <a:pt x="341149" y="13086"/>
                  </a:cubicBezTo>
                  <a:cubicBezTo>
                    <a:pt x="340274" y="12447"/>
                    <a:pt x="337784" y="10260"/>
                    <a:pt x="337784" y="10260"/>
                  </a:cubicBezTo>
                  <a:lnTo>
                    <a:pt x="334183" y="7233"/>
                  </a:lnTo>
                  <a:lnTo>
                    <a:pt x="333409" y="4844"/>
                  </a:lnTo>
                  <a:lnTo>
                    <a:pt x="332432" y="1144"/>
                  </a:lnTo>
                  <a:lnTo>
                    <a:pt x="331692" y="0"/>
                  </a:lnTo>
                  <a:lnTo>
                    <a:pt x="329908" y="34"/>
                  </a:lnTo>
                  <a:lnTo>
                    <a:pt x="328764" y="1446"/>
                  </a:lnTo>
                  <a:lnTo>
                    <a:pt x="326610" y="3061"/>
                  </a:lnTo>
                  <a:lnTo>
                    <a:pt x="326005" y="5450"/>
                  </a:lnTo>
                  <a:lnTo>
                    <a:pt x="326005" y="11101"/>
                  </a:lnTo>
                  <a:lnTo>
                    <a:pt x="326005" y="14566"/>
                  </a:lnTo>
                  <a:lnTo>
                    <a:pt x="326005" y="19780"/>
                  </a:lnTo>
                  <a:lnTo>
                    <a:pt x="322908" y="20655"/>
                  </a:lnTo>
                  <a:lnTo>
                    <a:pt x="320788" y="22068"/>
                  </a:lnTo>
                  <a:lnTo>
                    <a:pt x="320788" y="26744"/>
                  </a:lnTo>
                  <a:cubicBezTo>
                    <a:pt x="320788" y="26744"/>
                    <a:pt x="318701" y="30108"/>
                    <a:pt x="318298" y="30208"/>
                  </a:cubicBezTo>
                  <a:cubicBezTo>
                    <a:pt x="317860" y="30309"/>
                    <a:pt x="312980" y="30747"/>
                    <a:pt x="312980" y="30747"/>
                  </a:cubicBezTo>
                  <a:cubicBezTo>
                    <a:pt x="312980" y="30747"/>
                    <a:pt x="310490" y="29132"/>
                    <a:pt x="310153" y="28997"/>
                  </a:cubicBezTo>
                  <a:cubicBezTo>
                    <a:pt x="309817" y="28896"/>
                    <a:pt x="307225" y="26172"/>
                    <a:pt x="307225" y="26172"/>
                  </a:cubicBezTo>
                  <a:lnTo>
                    <a:pt x="305273" y="25835"/>
                  </a:lnTo>
                  <a:lnTo>
                    <a:pt x="303086" y="27349"/>
                  </a:lnTo>
                  <a:lnTo>
                    <a:pt x="301773" y="31386"/>
                  </a:lnTo>
                  <a:lnTo>
                    <a:pt x="298307" y="35288"/>
                  </a:lnTo>
                  <a:lnTo>
                    <a:pt x="295716" y="38215"/>
                  </a:lnTo>
                  <a:lnTo>
                    <a:pt x="293864" y="41915"/>
                  </a:lnTo>
                  <a:cubicBezTo>
                    <a:pt x="293864" y="41915"/>
                    <a:pt x="292451" y="46591"/>
                    <a:pt x="291677" y="46692"/>
                  </a:cubicBezTo>
                  <a:cubicBezTo>
                    <a:pt x="290936" y="46793"/>
                    <a:pt x="287336" y="48643"/>
                    <a:pt x="287336" y="48643"/>
                  </a:cubicBezTo>
                  <a:lnTo>
                    <a:pt x="284643" y="51233"/>
                  </a:lnTo>
                  <a:lnTo>
                    <a:pt x="281917" y="52646"/>
                  </a:lnTo>
                  <a:lnTo>
                    <a:pt x="277037" y="53184"/>
                  </a:lnTo>
                  <a:cubicBezTo>
                    <a:pt x="277037" y="53184"/>
                    <a:pt x="271181" y="51132"/>
                    <a:pt x="270744" y="50796"/>
                  </a:cubicBezTo>
                  <a:cubicBezTo>
                    <a:pt x="270306" y="50459"/>
                    <a:pt x="263441" y="47095"/>
                    <a:pt x="263441" y="47095"/>
                  </a:cubicBezTo>
                  <a:lnTo>
                    <a:pt x="260950" y="43933"/>
                  </a:lnTo>
                  <a:lnTo>
                    <a:pt x="256710" y="40569"/>
                  </a:lnTo>
                  <a:lnTo>
                    <a:pt x="252234" y="38820"/>
                  </a:lnTo>
                  <a:lnTo>
                    <a:pt x="245940" y="39594"/>
                  </a:lnTo>
                  <a:cubicBezTo>
                    <a:pt x="245940" y="39594"/>
                    <a:pt x="243450" y="41646"/>
                    <a:pt x="242676" y="42756"/>
                  </a:cubicBezTo>
                  <a:cubicBezTo>
                    <a:pt x="241902" y="43832"/>
                    <a:pt x="239209" y="46221"/>
                    <a:pt x="239209" y="46221"/>
                  </a:cubicBezTo>
                  <a:lnTo>
                    <a:pt x="237560" y="48845"/>
                  </a:lnTo>
                  <a:lnTo>
                    <a:pt x="233421" y="57086"/>
                  </a:lnTo>
                  <a:lnTo>
                    <a:pt x="230055" y="61661"/>
                  </a:lnTo>
                  <a:lnTo>
                    <a:pt x="226353" y="66236"/>
                  </a:lnTo>
                  <a:lnTo>
                    <a:pt x="222551" y="69499"/>
                  </a:lnTo>
                  <a:lnTo>
                    <a:pt x="217973" y="70038"/>
                  </a:lnTo>
                  <a:lnTo>
                    <a:pt x="213060" y="68625"/>
                  </a:lnTo>
                  <a:cubicBezTo>
                    <a:pt x="213060" y="68625"/>
                    <a:pt x="206867" y="63512"/>
                    <a:pt x="206430" y="63411"/>
                  </a:cubicBezTo>
                  <a:cubicBezTo>
                    <a:pt x="205992" y="63310"/>
                    <a:pt x="199901" y="58297"/>
                    <a:pt x="199901" y="58297"/>
                  </a:cubicBezTo>
                  <a:cubicBezTo>
                    <a:pt x="199901" y="58297"/>
                    <a:pt x="195559" y="55371"/>
                    <a:pt x="195223" y="55371"/>
                  </a:cubicBezTo>
                  <a:cubicBezTo>
                    <a:pt x="194886" y="55371"/>
                    <a:pt x="189030" y="55135"/>
                    <a:pt x="189030" y="55135"/>
                  </a:cubicBezTo>
                  <a:lnTo>
                    <a:pt x="182838" y="56010"/>
                  </a:lnTo>
                  <a:lnTo>
                    <a:pt x="176309" y="61762"/>
                  </a:lnTo>
                  <a:lnTo>
                    <a:pt x="169241" y="67515"/>
                  </a:lnTo>
                  <a:lnTo>
                    <a:pt x="163823" y="77068"/>
                  </a:lnTo>
                  <a:lnTo>
                    <a:pt x="159381" y="84032"/>
                  </a:lnTo>
                  <a:lnTo>
                    <a:pt x="156655" y="90222"/>
                  </a:lnTo>
                  <a:lnTo>
                    <a:pt x="152078" y="96310"/>
                  </a:lnTo>
                  <a:lnTo>
                    <a:pt x="150328" y="104552"/>
                  </a:lnTo>
                  <a:lnTo>
                    <a:pt x="150328" y="108353"/>
                  </a:lnTo>
                  <a:lnTo>
                    <a:pt x="149789" y="116595"/>
                  </a:lnTo>
                  <a:lnTo>
                    <a:pt x="148712" y="122785"/>
                  </a:lnTo>
                  <a:lnTo>
                    <a:pt x="146525" y="125846"/>
                  </a:lnTo>
                  <a:lnTo>
                    <a:pt x="143159" y="131161"/>
                  </a:lnTo>
                  <a:cubicBezTo>
                    <a:pt x="143159" y="131161"/>
                    <a:pt x="137943" y="132237"/>
                    <a:pt x="137505" y="132372"/>
                  </a:cubicBezTo>
                  <a:cubicBezTo>
                    <a:pt x="137068" y="132473"/>
                    <a:pt x="123168" y="132069"/>
                    <a:pt x="123168" y="132069"/>
                  </a:cubicBezTo>
                  <a:lnTo>
                    <a:pt x="112533" y="131834"/>
                  </a:lnTo>
                  <a:lnTo>
                    <a:pt x="106038" y="131834"/>
                  </a:lnTo>
                  <a:lnTo>
                    <a:pt x="102235" y="132406"/>
                  </a:lnTo>
                  <a:cubicBezTo>
                    <a:pt x="102235" y="132406"/>
                    <a:pt x="97658" y="132708"/>
                    <a:pt x="97557" y="133045"/>
                  </a:cubicBezTo>
                  <a:cubicBezTo>
                    <a:pt x="97456" y="133381"/>
                    <a:pt x="100384" y="137384"/>
                    <a:pt x="100384" y="137384"/>
                  </a:cubicBezTo>
                  <a:lnTo>
                    <a:pt x="102033" y="138360"/>
                  </a:lnTo>
                  <a:lnTo>
                    <a:pt x="104524" y="139436"/>
                  </a:lnTo>
                  <a:cubicBezTo>
                    <a:pt x="104524" y="139436"/>
                    <a:pt x="104860" y="141085"/>
                    <a:pt x="104860" y="141387"/>
                  </a:cubicBezTo>
                  <a:cubicBezTo>
                    <a:pt x="104860" y="141724"/>
                    <a:pt x="104423" y="144011"/>
                    <a:pt x="104322" y="144314"/>
                  </a:cubicBezTo>
                  <a:cubicBezTo>
                    <a:pt x="104221" y="144650"/>
                    <a:pt x="103009" y="146803"/>
                    <a:pt x="103009" y="147140"/>
                  </a:cubicBezTo>
                  <a:cubicBezTo>
                    <a:pt x="103009" y="147476"/>
                    <a:pt x="101360" y="149528"/>
                    <a:pt x="101360" y="149528"/>
                  </a:cubicBezTo>
                  <a:cubicBezTo>
                    <a:pt x="101360" y="149528"/>
                    <a:pt x="99509" y="151580"/>
                    <a:pt x="98870" y="151816"/>
                  </a:cubicBezTo>
                  <a:cubicBezTo>
                    <a:pt x="98230" y="152051"/>
                    <a:pt x="95942" y="153868"/>
                    <a:pt x="95942" y="153868"/>
                  </a:cubicBezTo>
                  <a:cubicBezTo>
                    <a:pt x="95942" y="153868"/>
                    <a:pt x="95201" y="155516"/>
                    <a:pt x="95201" y="155819"/>
                  </a:cubicBezTo>
                  <a:cubicBezTo>
                    <a:pt x="95201" y="156155"/>
                    <a:pt x="95639" y="158308"/>
                    <a:pt x="95201" y="158645"/>
                  </a:cubicBezTo>
                  <a:cubicBezTo>
                    <a:pt x="94764" y="158981"/>
                    <a:pt x="94326" y="159957"/>
                    <a:pt x="92576" y="160596"/>
                  </a:cubicBezTo>
                  <a:cubicBezTo>
                    <a:pt x="90826" y="161235"/>
                    <a:pt x="88437" y="161807"/>
                    <a:pt x="87158" y="161907"/>
                  </a:cubicBezTo>
                  <a:cubicBezTo>
                    <a:pt x="85845" y="162008"/>
                    <a:pt x="85408" y="162109"/>
                    <a:pt x="83456" y="161907"/>
                  </a:cubicBezTo>
                  <a:cubicBezTo>
                    <a:pt x="81504" y="161706"/>
                    <a:pt x="80292" y="161571"/>
                    <a:pt x="79552" y="161571"/>
                  </a:cubicBezTo>
                  <a:cubicBezTo>
                    <a:pt x="78778" y="161571"/>
                    <a:pt x="76388" y="163320"/>
                    <a:pt x="76388" y="163758"/>
                  </a:cubicBezTo>
                  <a:cubicBezTo>
                    <a:pt x="76388" y="164195"/>
                    <a:pt x="75951" y="167996"/>
                    <a:pt x="77903" y="168871"/>
                  </a:cubicBezTo>
                  <a:cubicBezTo>
                    <a:pt x="79855" y="169746"/>
                    <a:pt x="81908" y="170082"/>
                    <a:pt x="82345" y="170284"/>
                  </a:cubicBezTo>
                  <a:cubicBezTo>
                    <a:pt x="82783" y="170486"/>
                    <a:pt x="84398" y="172773"/>
                    <a:pt x="85273" y="173211"/>
                  </a:cubicBezTo>
                  <a:cubicBezTo>
                    <a:pt x="86148" y="173648"/>
                    <a:pt x="87225" y="174085"/>
                    <a:pt x="87898" y="174085"/>
                  </a:cubicBezTo>
                  <a:cubicBezTo>
                    <a:pt x="88538" y="174085"/>
                    <a:pt x="95269" y="172235"/>
                    <a:pt x="88336" y="175834"/>
                  </a:cubicBezTo>
                  <a:cubicBezTo>
                    <a:pt x="81369" y="179434"/>
                    <a:pt x="81067" y="181822"/>
                    <a:pt x="81067" y="181822"/>
                  </a:cubicBezTo>
                  <a:lnTo>
                    <a:pt x="80292" y="188550"/>
                  </a:lnTo>
                  <a:cubicBezTo>
                    <a:pt x="80292" y="188550"/>
                    <a:pt x="80191" y="191712"/>
                    <a:pt x="80191" y="192150"/>
                  </a:cubicBezTo>
                  <a:cubicBezTo>
                    <a:pt x="80191" y="192587"/>
                    <a:pt x="79114" y="196926"/>
                    <a:pt x="79114" y="196926"/>
                  </a:cubicBezTo>
                  <a:lnTo>
                    <a:pt x="77162" y="201165"/>
                  </a:lnTo>
                  <a:lnTo>
                    <a:pt x="74638" y="203654"/>
                  </a:lnTo>
                  <a:lnTo>
                    <a:pt x="71374" y="205942"/>
                  </a:lnTo>
                  <a:lnTo>
                    <a:pt x="69523" y="207691"/>
                  </a:lnTo>
                  <a:lnTo>
                    <a:pt x="67032" y="208465"/>
                  </a:lnTo>
                  <a:cubicBezTo>
                    <a:pt x="67032" y="208465"/>
                    <a:pt x="64643" y="210315"/>
                    <a:pt x="64643" y="210752"/>
                  </a:cubicBezTo>
                  <a:cubicBezTo>
                    <a:pt x="64643" y="211190"/>
                    <a:pt x="64879" y="214116"/>
                    <a:pt x="64643" y="214789"/>
                  </a:cubicBezTo>
                  <a:cubicBezTo>
                    <a:pt x="64441" y="215428"/>
                    <a:pt x="66393" y="218254"/>
                    <a:pt x="66393" y="218254"/>
                  </a:cubicBezTo>
                  <a:cubicBezTo>
                    <a:pt x="66393" y="218254"/>
                    <a:pt x="65956" y="221954"/>
                    <a:pt x="65956" y="222291"/>
                  </a:cubicBezTo>
                  <a:cubicBezTo>
                    <a:pt x="65956" y="222627"/>
                    <a:pt x="64744" y="225453"/>
                    <a:pt x="64744" y="225453"/>
                  </a:cubicBezTo>
                  <a:lnTo>
                    <a:pt x="63465" y="227942"/>
                  </a:lnTo>
                  <a:lnTo>
                    <a:pt x="63465" y="230129"/>
                  </a:lnTo>
                  <a:cubicBezTo>
                    <a:pt x="63465" y="230129"/>
                    <a:pt x="61850" y="234031"/>
                    <a:pt x="61614" y="234367"/>
                  </a:cubicBezTo>
                  <a:cubicBezTo>
                    <a:pt x="61412" y="234704"/>
                    <a:pt x="60436" y="236419"/>
                    <a:pt x="59763" y="237193"/>
                  </a:cubicBezTo>
                  <a:cubicBezTo>
                    <a:pt x="59090" y="237967"/>
                    <a:pt x="57811" y="239480"/>
                    <a:pt x="57475" y="239817"/>
                  </a:cubicBezTo>
                  <a:cubicBezTo>
                    <a:pt x="57138" y="240153"/>
                    <a:pt x="56499" y="241869"/>
                    <a:pt x="56499" y="242407"/>
                  </a:cubicBezTo>
                  <a:cubicBezTo>
                    <a:pt x="56499" y="242945"/>
                    <a:pt x="56499" y="245771"/>
                    <a:pt x="56499" y="245771"/>
                  </a:cubicBezTo>
                  <a:lnTo>
                    <a:pt x="56499" y="249236"/>
                  </a:lnTo>
                  <a:cubicBezTo>
                    <a:pt x="56499" y="249236"/>
                    <a:pt x="55725" y="252163"/>
                    <a:pt x="55624" y="252499"/>
                  </a:cubicBezTo>
                  <a:cubicBezTo>
                    <a:pt x="55523" y="252836"/>
                    <a:pt x="55893" y="255224"/>
                    <a:pt x="55893" y="255224"/>
                  </a:cubicBezTo>
                  <a:lnTo>
                    <a:pt x="54749" y="259900"/>
                  </a:lnTo>
                  <a:lnTo>
                    <a:pt x="54749" y="264879"/>
                  </a:lnTo>
                  <a:lnTo>
                    <a:pt x="53772" y="267704"/>
                  </a:lnTo>
                  <a:lnTo>
                    <a:pt x="51484" y="269218"/>
                  </a:lnTo>
                  <a:lnTo>
                    <a:pt x="48018" y="270093"/>
                  </a:lnTo>
                  <a:lnTo>
                    <a:pt x="45090" y="271606"/>
                  </a:lnTo>
                  <a:lnTo>
                    <a:pt x="43037" y="275307"/>
                  </a:lnTo>
                  <a:cubicBezTo>
                    <a:pt x="43037" y="275307"/>
                    <a:pt x="41724" y="277594"/>
                    <a:pt x="41623" y="277897"/>
                  </a:cubicBezTo>
                  <a:cubicBezTo>
                    <a:pt x="41522" y="278233"/>
                    <a:pt x="40109" y="281497"/>
                    <a:pt x="40109" y="281497"/>
                  </a:cubicBezTo>
                  <a:lnTo>
                    <a:pt x="37921" y="284221"/>
                  </a:lnTo>
                  <a:lnTo>
                    <a:pt x="33344" y="286408"/>
                  </a:lnTo>
                  <a:lnTo>
                    <a:pt x="31157" y="287720"/>
                  </a:lnTo>
                  <a:lnTo>
                    <a:pt x="29205" y="290983"/>
                  </a:lnTo>
                  <a:lnTo>
                    <a:pt x="24426" y="295322"/>
                  </a:lnTo>
                  <a:lnTo>
                    <a:pt x="23214" y="299460"/>
                  </a:lnTo>
                  <a:cubicBezTo>
                    <a:pt x="23214" y="299460"/>
                    <a:pt x="22339" y="301411"/>
                    <a:pt x="22137" y="301848"/>
                  </a:cubicBezTo>
                  <a:cubicBezTo>
                    <a:pt x="21935" y="302286"/>
                    <a:pt x="19950" y="304876"/>
                    <a:pt x="19950" y="304876"/>
                  </a:cubicBezTo>
                  <a:lnTo>
                    <a:pt x="19950" y="308341"/>
                  </a:lnTo>
                  <a:cubicBezTo>
                    <a:pt x="19950" y="308341"/>
                    <a:pt x="22003" y="309115"/>
                    <a:pt x="22238" y="309956"/>
                  </a:cubicBezTo>
                  <a:cubicBezTo>
                    <a:pt x="22474" y="310830"/>
                    <a:pt x="22878" y="312781"/>
                    <a:pt x="22575" y="312781"/>
                  </a:cubicBezTo>
                  <a:cubicBezTo>
                    <a:pt x="22238" y="312781"/>
                    <a:pt x="20724" y="314632"/>
                    <a:pt x="20724" y="315069"/>
                  </a:cubicBezTo>
                  <a:cubicBezTo>
                    <a:pt x="20724" y="315506"/>
                    <a:pt x="19950" y="318332"/>
                    <a:pt x="19950" y="318332"/>
                  </a:cubicBezTo>
                  <a:lnTo>
                    <a:pt x="19950" y="320485"/>
                  </a:lnTo>
                  <a:cubicBezTo>
                    <a:pt x="19950" y="320485"/>
                    <a:pt x="20589" y="321158"/>
                    <a:pt x="19950" y="321797"/>
                  </a:cubicBezTo>
                  <a:cubicBezTo>
                    <a:pt x="19310" y="322436"/>
                    <a:pt x="18873" y="323748"/>
                    <a:pt x="18873" y="324084"/>
                  </a:cubicBezTo>
                  <a:cubicBezTo>
                    <a:pt x="18873" y="324421"/>
                    <a:pt x="20522" y="326574"/>
                    <a:pt x="20926" y="326910"/>
                  </a:cubicBezTo>
                  <a:cubicBezTo>
                    <a:pt x="21363" y="327246"/>
                    <a:pt x="23012" y="328424"/>
                    <a:pt x="23416" y="328525"/>
                  </a:cubicBezTo>
                  <a:cubicBezTo>
                    <a:pt x="23854" y="328626"/>
                    <a:pt x="25032" y="329500"/>
                    <a:pt x="25705" y="330039"/>
                  </a:cubicBezTo>
                  <a:cubicBezTo>
                    <a:pt x="26344" y="330577"/>
                    <a:pt x="28733" y="333402"/>
                    <a:pt x="28733" y="333402"/>
                  </a:cubicBezTo>
                  <a:cubicBezTo>
                    <a:pt x="28733" y="333402"/>
                    <a:pt x="29710" y="334613"/>
                    <a:pt x="30147" y="334815"/>
                  </a:cubicBezTo>
                  <a:cubicBezTo>
                    <a:pt x="30585" y="335017"/>
                    <a:pt x="32267" y="337540"/>
                    <a:pt x="32267" y="337540"/>
                  </a:cubicBezTo>
                  <a:lnTo>
                    <a:pt x="33849" y="340366"/>
                  </a:lnTo>
                  <a:lnTo>
                    <a:pt x="33849" y="343091"/>
                  </a:lnTo>
                  <a:lnTo>
                    <a:pt x="34186" y="344705"/>
                  </a:lnTo>
                  <a:lnTo>
                    <a:pt x="36912" y="345580"/>
                  </a:lnTo>
                  <a:lnTo>
                    <a:pt x="38224" y="346354"/>
                  </a:lnTo>
                  <a:cubicBezTo>
                    <a:pt x="38224" y="346354"/>
                    <a:pt x="38864" y="347329"/>
                    <a:pt x="39200" y="347666"/>
                  </a:cubicBezTo>
                  <a:cubicBezTo>
                    <a:pt x="39537" y="348002"/>
                    <a:pt x="41590" y="348877"/>
                    <a:pt x="41590" y="348877"/>
                  </a:cubicBezTo>
                  <a:lnTo>
                    <a:pt x="44517" y="351265"/>
                  </a:lnTo>
                  <a:cubicBezTo>
                    <a:pt x="44517" y="351265"/>
                    <a:pt x="44517" y="352039"/>
                    <a:pt x="44316" y="352342"/>
                  </a:cubicBezTo>
                  <a:cubicBezTo>
                    <a:pt x="44080" y="352678"/>
                    <a:pt x="43003" y="353519"/>
                    <a:pt x="42566" y="353754"/>
                  </a:cubicBezTo>
                  <a:cubicBezTo>
                    <a:pt x="42128" y="353956"/>
                    <a:pt x="41253" y="354528"/>
                    <a:pt x="41253" y="354528"/>
                  </a:cubicBezTo>
                  <a:lnTo>
                    <a:pt x="40816" y="357623"/>
                  </a:lnTo>
                  <a:lnTo>
                    <a:pt x="40816" y="358767"/>
                  </a:lnTo>
                  <a:lnTo>
                    <a:pt x="44585" y="360079"/>
                  </a:lnTo>
                  <a:lnTo>
                    <a:pt x="47345" y="361525"/>
                  </a:lnTo>
                  <a:lnTo>
                    <a:pt x="46167" y="363543"/>
                  </a:lnTo>
                  <a:lnTo>
                    <a:pt x="44585" y="365730"/>
                  </a:lnTo>
                  <a:lnTo>
                    <a:pt x="44013" y="368320"/>
                  </a:lnTo>
                  <a:lnTo>
                    <a:pt x="47479" y="372525"/>
                  </a:lnTo>
                  <a:lnTo>
                    <a:pt x="46739" y="376865"/>
                  </a:lnTo>
                  <a:cubicBezTo>
                    <a:pt x="46739" y="376865"/>
                    <a:pt x="46739" y="377874"/>
                    <a:pt x="45292" y="379320"/>
                  </a:cubicBezTo>
                  <a:cubicBezTo>
                    <a:pt x="43845" y="380767"/>
                    <a:pt x="42397" y="381642"/>
                    <a:pt x="42397" y="381642"/>
                  </a:cubicBezTo>
                  <a:cubicBezTo>
                    <a:pt x="42397" y="381642"/>
                    <a:pt x="40816" y="380767"/>
                    <a:pt x="39368" y="382214"/>
                  </a:cubicBezTo>
                  <a:cubicBezTo>
                    <a:pt x="37921" y="383660"/>
                    <a:pt x="36339" y="386284"/>
                    <a:pt x="36339" y="386284"/>
                  </a:cubicBezTo>
                  <a:lnTo>
                    <a:pt x="33277" y="388302"/>
                  </a:lnTo>
                  <a:cubicBezTo>
                    <a:pt x="33277" y="388302"/>
                    <a:pt x="33008" y="389883"/>
                    <a:pt x="33008" y="390892"/>
                  </a:cubicBezTo>
                  <a:cubicBezTo>
                    <a:pt x="33008" y="391902"/>
                    <a:pt x="35902" y="395972"/>
                    <a:pt x="35902" y="395972"/>
                  </a:cubicBezTo>
                  <a:lnTo>
                    <a:pt x="37921" y="397587"/>
                  </a:lnTo>
                  <a:lnTo>
                    <a:pt x="38224" y="402061"/>
                  </a:lnTo>
                  <a:lnTo>
                    <a:pt x="37349" y="404819"/>
                  </a:lnTo>
                  <a:cubicBezTo>
                    <a:pt x="37349" y="404819"/>
                    <a:pt x="35027" y="406838"/>
                    <a:pt x="34724" y="407275"/>
                  </a:cubicBezTo>
                  <a:cubicBezTo>
                    <a:pt x="34421" y="407712"/>
                    <a:pt x="32839" y="410908"/>
                    <a:pt x="32839" y="411345"/>
                  </a:cubicBezTo>
                  <a:cubicBezTo>
                    <a:pt x="32839" y="411783"/>
                    <a:pt x="26310" y="416257"/>
                    <a:pt x="26310" y="416257"/>
                  </a:cubicBezTo>
                  <a:lnTo>
                    <a:pt x="22979" y="421606"/>
                  </a:lnTo>
                  <a:cubicBezTo>
                    <a:pt x="22979" y="421606"/>
                    <a:pt x="20791" y="425508"/>
                    <a:pt x="20522" y="425945"/>
                  </a:cubicBezTo>
                  <a:cubicBezTo>
                    <a:pt x="20219" y="426382"/>
                    <a:pt x="19007" y="428973"/>
                    <a:pt x="19007" y="428973"/>
                  </a:cubicBezTo>
                  <a:lnTo>
                    <a:pt x="14733" y="430419"/>
                  </a:lnTo>
                  <a:lnTo>
                    <a:pt x="14733" y="433447"/>
                  </a:lnTo>
                  <a:lnTo>
                    <a:pt x="15743" y="434019"/>
                  </a:lnTo>
                  <a:lnTo>
                    <a:pt x="16180" y="436205"/>
                  </a:lnTo>
                  <a:lnTo>
                    <a:pt x="14733" y="437954"/>
                  </a:lnTo>
                  <a:lnTo>
                    <a:pt x="11031" y="438526"/>
                  </a:lnTo>
                  <a:lnTo>
                    <a:pt x="9517" y="440410"/>
                  </a:lnTo>
                  <a:lnTo>
                    <a:pt x="9517" y="443875"/>
                  </a:lnTo>
                  <a:lnTo>
                    <a:pt x="10392" y="448955"/>
                  </a:lnTo>
                  <a:lnTo>
                    <a:pt x="11704" y="451713"/>
                  </a:lnTo>
                  <a:lnTo>
                    <a:pt x="10560" y="453159"/>
                  </a:lnTo>
                  <a:lnTo>
                    <a:pt x="11704" y="454909"/>
                  </a:lnTo>
                  <a:cubicBezTo>
                    <a:pt x="11704" y="454909"/>
                    <a:pt x="12714" y="455649"/>
                    <a:pt x="12714" y="456221"/>
                  </a:cubicBezTo>
                  <a:cubicBezTo>
                    <a:pt x="12714" y="456793"/>
                    <a:pt x="13421" y="458239"/>
                    <a:pt x="13421" y="458239"/>
                  </a:cubicBezTo>
                  <a:lnTo>
                    <a:pt x="11839" y="460426"/>
                  </a:lnTo>
                  <a:lnTo>
                    <a:pt x="9517" y="461435"/>
                  </a:lnTo>
                  <a:lnTo>
                    <a:pt x="9517" y="463016"/>
                  </a:lnTo>
                  <a:cubicBezTo>
                    <a:pt x="9517" y="463016"/>
                    <a:pt x="11839" y="462007"/>
                    <a:pt x="11974" y="463016"/>
                  </a:cubicBezTo>
                  <a:cubicBezTo>
                    <a:pt x="12108" y="464025"/>
                    <a:pt x="13858" y="465909"/>
                    <a:pt x="13858" y="465909"/>
                  </a:cubicBezTo>
                  <a:cubicBezTo>
                    <a:pt x="13858" y="465909"/>
                    <a:pt x="15474" y="465337"/>
                    <a:pt x="15608" y="465909"/>
                  </a:cubicBezTo>
                  <a:cubicBezTo>
                    <a:pt x="15743" y="466481"/>
                    <a:pt x="15743" y="468230"/>
                    <a:pt x="15743" y="468667"/>
                  </a:cubicBezTo>
                  <a:cubicBezTo>
                    <a:pt x="15743" y="469105"/>
                    <a:pt x="15036" y="470988"/>
                    <a:pt x="15036" y="470988"/>
                  </a:cubicBezTo>
                  <a:lnTo>
                    <a:pt x="14026" y="472872"/>
                  </a:lnTo>
                  <a:lnTo>
                    <a:pt x="12209" y="474016"/>
                  </a:lnTo>
                  <a:lnTo>
                    <a:pt x="11267" y="475765"/>
                  </a:lnTo>
                  <a:lnTo>
                    <a:pt x="11267" y="476909"/>
                  </a:lnTo>
                  <a:cubicBezTo>
                    <a:pt x="11267" y="476909"/>
                    <a:pt x="13017" y="477918"/>
                    <a:pt x="13152" y="478356"/>
                  </a:cubicBezTo>
                  <a:cubicBezTo>
                    <a:pt x="13286" y="478793"/>
                    <a:pt x="15036" y="480811"/>
                    <a:pt x="15036" y="480811"/>
                  </a:cubicBezTo>
                  <a:lnTo>
                    <a:pt x="17628" y="484713"/>
                  </a:lnTo>
                  <a:lnTo>
                    <a:pt x="18940" y="488178"/>
                  </a:lnTo>
                  <a:lnTo>
                    <a:pt x="19950" y="489759"/>
                  </a:lnTo>
                  <a:lnTo>
                    <a:pt x="19950" y="492518"/>
                  </a:lnTo>
                  <a:cubicBezTo>
                    <a:pt x="19950" y="492518"/>
                    <a:pt x="19243" y="494267"/>
                    <a:pt x="19075" y="494839"/>
                  </a:cubicBezTo>
                  <a:cubicBezTo>
                    <a:pt x="18940" y="495411"/>
                    <a:pt x="18368" y="497598"/>
                    <a:pt x="18368" y="497598"/>
                  </a:cubicBezTo>
                  <a:cubicBezTo>
                    <a:pt x="18368" y="497598"/>
                    <a:pt x="17796" y="499178"/>
                    <a:pt x="17358" y="499481"/>
                  </a:cubicBezTo>
                  <a:cubicBezTo>
                    <a:pt x="16921" y="499784"/>
                    <a:pt x="17055" y="501937"/>
                    <a:pt x="16786" y="502072"/>
                  </a:cubicBezTo>
                  <a:cubicBezTo>
                    <a:pt x="16517" y="502206"/>
                    <a:pt x="16517" y="503081"/>
                    <a:pt x="16652" y="503518"/>
                  </a:cubicBezTo>
                  <a:cubicBezTo>
                    <a:pt x="16786" y="503955"/>
                    <a:pt x="17392" y="505402"/>
                    <a:pt x="17392" y="505402"/>
                  </a:cubicBezTo>
                  <a:cubicBezTo>
                    <a:pt x="17392" y="505402"/>
                    <a:pt x="17964" y="508160"/>
                    <a:pt x="17964" y="508598"/>
                  </a:cubicBezTo>
                  <a:cubicBezTo>
                    <a:pt x="17964" y="509035"/>
                    <a:pt x="18267" y="512365"/>
                    <a:pt x="18267" y="512365"/>
                  </a:cubicBezTo>
                  <a:lnTo>
                    <a:pt x="18570" y="515998"/>
                  </a:lnTo>
                  <a:lnTo>
                    <a:pt x="18132" y="519901"/>
                  </a:lnTo>
                  <a:lnTo>
                    <a:pt x="17695" y="525552"/>
                  </a:lnTo>
                  <a:lnTo>
                    <a:pt x="16820" y="527436"/>
                  </a:lnTo>
                  <a:lnTo>
                    <a:pt x="16248" y="530766"/>
                  </a:lnTo>
                  <a:lnTo>
                    <a:pt x="16685" y="535980"/>
                  </a:lnTo>
                  <a:lnTo>
                    <a:pt x="16954" y="541632"/>
                  </a:lnTo>
                  <a:lnTo>
                    <a:pt x="18974" y="544962"/>
                  </a:lnTo>
                  <a:lnTo>
                    <a:pt x="20555" y="548595"/>
                  </a:lnTo>
                  <a:lnTo>
                    <a:pt x="21700" y="553944"/>
                  </a:lnTo>
                  <a:lnTo>
                    <a:pt x="20825" y="558283"/>
                  </a:lnTo>
                  <a:lnTo>
                    <a:pt x="21397" y="565381"/>
                  </a:lnTo>
                  <a:lnTo>
                    <a:pt x="26479" y="571739"/>
                  </a:lnTo>
                  <a:lnTo>
                    <a:pt x="28801" y="574498"/>
                  </a:lnTo>
                  <a:lnTo>
                    <a:pt x="30383" y="582302"/>
                  </a:lnTo>
                  <a:lnTo>
                    <a:pt x="30383" y="586373"/>
                  </a:lnTo>
                  <a:lnTo>
                    <a:pt x="31392" y="591015"/>
                  </a:lnTo>
                  <a:cubicBezTo>
                    <a:pt x="31392" y="591015"/>
                    <a:pt x="30820" y="595792"/>
                    <a:pt x="30820" y="596666"/>
                  </a:cubicBezTo>
                  <a:cubicBezTo>
                    <a:pt x="30820" y="597541"/>
                    <a:pt x="29070" y="600871"/>
                    <a:pt x="29070" y="600871"/>
                  </a:cubicBezTo>
                  <a:cubicBezTo>
                    <a:pt x="29070" y="600871"/>
                    <a:pt x="27926" y="604773"/>
                    <a:pt x="27623" y="605951"/>
                  </a:cubicBezTo>
                  <a:cubicBezTo>
                    <a:pt x="27320" y="607095"/>
                    <a:pt x="26310" y="609146"/>
                    <a:pt x="25738" y="609718"/>
                  </a:cubicBezTo>
                  <a:cubicBezTo>
                    <a:pt x="25166" y="610290"/>
                    <a:pt x="23147" y="613351"/>
                    <a:pt x="23147" y="613923"/>
                  </a:cubicBezTo>
                  <a:cubicBezTo>
                    <a:pt x="23147" y="614495"/>
                    <a:pt x="22575" y="619878"/>
                    <a:pt x="22575" y="619878"/>
                  </a:cubicBezTo>
                  <a:cubicBezTo>
                    <a:pt x="22575" y="619878"/>
                    <a:pt x="18536" y="624654"/>
                    <a:pt x="18233" y="625092"/>
                  </a:cubicBezTo>
                  <a:cubicBezTo>
                    <a:pt x="17930" y="625529"/>
                    <a:pt x="15474" y="628994"/>
                    <a:pt x="14901" y="629869"/>
                  </a:cubicBezTo>
                  <a:cubicBezTo>
                    <a:pt x="14329" y="630743"/>
                    <a:pt x="12882" y="632627"/>
                    <a:pt x="12714" y="633199"/>
                  </a:cubicBezTo>
                  <a:cubicBezTo>
                    <a:pt x="12579" y="633771"/>
                    <a:pt x="9685" y="636832"/>
                    <a:pt x="9517" y="637101"/>
                  </a:cubicBezTo>
                  <a:cubicBezTo>
                    <a:pt x="9382" y="637404"/>
                    <a:pt x="7767" y="639120"/>
                    <a:pt x="7767" y="639994"/>
                  </a:cubicBezTo>
                  <a:cubicBezTo>
                    <a:pt x="7767" y="640869"/>
                    <a:pt x="7767" y="645511"/>
                    <a:pt x="7767" y="645511"/>
                  </a:cubicBezTo>
                  <a:cubicBezTo>
                    <a:pt x="7767" y="645511"/>
                    <a:pt x="7901" y="648269"/>
                    <a:pt x="7767" y="649413"/>
                  </a:cubicBezTo>
                  <a:cubicBezTo>
                    <a:pt x="7632" y="650557"/>
                    <a:pt x="7767" y="654762"/>
                    <a:pt x="7767" y="654762"/>
                  </a:cubicBezTo>
                  <a:cubicBezTo>
                    <a:pt x="7767" y="654762"/>
                    <a:pt x="6892" y="656780"/>
                    <a:pt x="6757" y="657218"/>
                  </a:cubicBezTo>
                  <a:cubicBezTo>
                    <a:pt x="6623" y="657655"/>
                    <a:pt x="6185" y="660245"/>
                    <a:pt x="6017" y="660851"/>
                  </a:cubicBezTo>
                  <a:cubicBezTo>
                    <a:pt x="5882" y="661423"/>
                    <a:pt x="3695" y="664753"/>
                    <a:pt x="3695" y="664753"/>
                  </a:cubicBezTo>
                  <a:cubicBezTo>
                    <a:pt x="3695" y="664753"/>
                    <a:pt x="2180" y="667377"/>
                    <a:pt x="1877" y="668083"/>
                  </a:cubicBezTo>
                  <a:cubicBezTo>
                    <a:pt x="1608" y="668823"/>
                    <a:pt x="800" y="670539"/>
                    <a:pt x="800" y="672154"/>
                  </a:cubicBezTo>
                  <a:cubicBezTo>
                    <a:pt x="800" y="673735"/>
                    <a:pt x="800" y="680261"/>
                    <a:pt x="800" y="680261"/>
                  </a:cubicBezTo>
                  <a:lnTo>
                    <a:pt x="1810" y="682851"/>
                  </a:lnTo>
                  <a:lnTo>
                    <a:pt x="194" y="689814"/>
                  </a:lnTo>
                  <a:cubicBezTo>
                    <a:pt x="194" y="689814"/>
                    <a:pt x="-243" y="700108"/>
                    <a:pt x="194" y="700680"/>
                  </a:cubicBezTo>
                  <a:cubicBezTo>
                    <a:pt x="632" y="701252"/>
                    <a:pt x="632" y="705894"/>
                    <a:pt x="935" y="706634"/>
                  </a:cubicBezTo>
                  <a:cubicBezTo>
                    <a:pt x="1238" y="707341"/>
                    <a:pt x="2820" y="710267"/>
                    <a:pt x="2820" y="710267"/>
                  </a:cubicBezTo>
                  <a:lnTo>
                    <a:pt x="9147" y="712723"/>
                  </a:lnTo>
                  <a:lnTo>
                    <a:pt x="9147" y="712723"/>
                  </a:lnTo>
                  <a:cubicBezTo>
                    <a:pt x="9416" y="712555"/>
                    <a:pt x="9685" y="712420"/>
                    <a:pt x="9921" y="712420"/>
                  </a:cubicBezTo>
                  <a:cubicBezTo>
                    <a:pt x="10930" y="712420"/>
                    <a:pt x="15575" y="712420"/>
                    <a:pt x="15575" y="712420"/>
                  </a:cubicBezTo>
                  <a:lnTo>
                    <a:pt x="17325" y="712420"/>
                  </a:lnTo>
                  <a:lnTo>
                    <a:pt x="22541" y="712420"/>
                  </a:lnTo>
                  <a:cubicBezTo>
                    <a:pt x="22541" y="712420"/>
                    <a:pt x="27455" y="712858"/>
                    <a:pt x="28061" y="712420"/>
                  </a:cubicBezTo>
                  <a:cubicBezTo>
                    <a:pt x="28633" y="711983"/>
                    <a:pt x="34590" y="712420"/>
                    <a:pt x="34590" y="712420"/>
                  </a:cubicBezTo>
                  <a:cubicBezTo>
                    <a:pt x="34590" y="712420"/>
                    <a:pt x="38796" y="712622"/>
                    <a:pt x="39671" y="712218"/>
                  </a:cubicBezTo>
                  <a:cubicBezTo>
                    <a:pt x="40546" y="711848"/>
                    <a:pt x="45763" y="709796"/>
                    <a:pt x="46200" y="709359"/>
                  </a:cubicBezTo>
                  <a:cubicBezTo>
                    <a:pt x="46638" y="708922"/>
                    <a:pt x="48522" y="707341"/>
                    <a:pt x="48522" y="707341"/>
                  </a:cubicBezTo>
                  <a:cubicBezTo>
                    <a:pt x="48522" y="707341"/>
                    <a:pt x="51282" y="705457"/>
                    <a:pt x="51720" y="705019"/>
                  </a:cubicBezTo>
                  <a:cubicBezTo>
                    <a:pt x="52157" y="704582"/>
                    <a:pt x="53032" y="702698"/>
                    <a:pt x="53470" y="702261"/>
                  </a:cubicBezTo>
                  <a:cubicBezTo>
                    <a:pt x="53907" y="701824"/>
                    <a:pt x="55051" y="698493"/>
                    <a:pt x="55657" y="698493"/>
                  </a:cubicBezTo>
                  <a:cubicBezTo>
                    <a:pt x="56229" y="698493"/>
                    <a:pt x="56667" y="698931"/>
                    <a:pt x="57239" y="698493"/>
                  </a:cubicBezTo>
                  <a:cubicBezTo>
                    <a:pt x="57811" y="698056"/>
                    <a:pt x="60874" y="697787"/>
                    <a:pt x="61446" y="697787"/>
                  </a:cubicBezTo>
                  <a:cubicBezTo>
                    <a:pt x="62018" y="697787"/>
                    <a:pt x="64778" y="698090"/>
                    <a:pt x="65383" y="697787"/>
                  </a:cubicBezTo>
                  <a:cubicBezTo>
                    <a:pt x="65956" y="697484"/>
                    <a:pt x="67571" y="698359"/>
                    <a:pt x="67975" y="697787"/>
                  </a:cubicBezTo>
                  <a:cubicBezTo>
                    <a:pt x="68412" y="697215"/>
                    <a:pt x="70600" y="696643"/>
                    <a:pt x="71172" y="696643"/>
                  </a:cubicBezTo>
                  <a:cubicBezTo>
                    <a:pt x="71744" y="696643"/>
                    <a:pt x="74504" y="695062"/>
                    <a:pt x="74504" y="695062"/>
                  </a:cubicBezTo>
                  <a:lnTo>
                    <a:pt x="78139" y="691295"/>
                  </a:lnTo>
                  <a:lnTo>
                    <a:pt x="82917" y="688704"/>
                  </a:lnTo>
                  <a:cubicBezTo>
                    <a:pt x="82917" y="688704"/>
                    <a:pt x="87427" y="688132"/>
                    <a:pt x="87831" y="688132"/>
                  </a:cubicBezTo>
                  <a:cubicBezTo>
                    <a:pt x="88268" y="688132"/>
                    <a:pt x="95639" y="688132"/>
                    <a:pt x="95639" y="688132"/>
                  </a:cubicBezTo>
                  <a:cubicBezTo>
                    <a:pt x="95639" y="688132"/>
                    <a:pt x="97961" y="687560"/>
                    <a:pt x="99577" y="687426"/>
                  </a:cubicBezTo>
                  <a:cubicBezTo>
                    <a:pt x="101158" y="687291"/>
                    <a:pt x="104625" y="685542"/>
                    <a:pt x="105230" y="685542"/>
                  </a:cubicBezTo>
                  <a:cubicBezTo>
                    <a:pt x="105803" y="685542"/>
                    <a:pt x="106240" y="684802"/>
                    <a:pt x="106812" y="684667"/>
                  </a:cubicBezTo>
                  <a:cubicBezTo>
                    <a:pt x="107384" y="684533"/>
                    <a:pt x="109404" y="685307"/>
                    <a:pt x="110009" y="685037"/>
                  </a:cubicBezTo>
                  <a:cubicBezTo>
                    <a:pt x="110581" y="684735"/>
                    <a:pt x="114216" y="684667"/>
                    <a:pt x="114216" y="684667"/>
                  </a:cubicBezTo>
                  <a:lnTo>
                    <a:pt x="114788" y="684667"/>
                  </a:lnTo>
                  <a:lnTo>
                    <a:pt x="118692" y="681909"/>
                  </a:lnTo>
                  <a:cubicBezTo>
                    <a:pt x="118692" y="681909"/>
                    <a:pt x="119264" y="681472"/>
                    <a:pt x="119836" y="681169"/>
                  </a:cubicBezTo>
                  <a:cubicBezTo>
                    <a:pt x="120409" y="680866"/>
                    <a:pt x="121721" y="679723"/>
                    <a:pt x="122293" y="679588"/>
                  </a:cubicBezTo>
                  <a:cubicBezTo>
                    <a:pt x="122865" y="679453"/>
                    <a:pt x="123942" y="678007"/>
                    <a:pt x="123942" y="678007"/>
                  </a:cubicBezTo>
                  <a:lnTo>
                    <a:pt x="124313" y="675988"/>
                  </a:lnTo>
                  <a:lnTo>
                    <a:pt x="124313" y="673365"/>
                  </a:lnTo>
                  <a:lnTo>
                    <a:pt x="126500" y="671783"/>
                  </a:lnTo>
                  <a:lnTo>
                    <a:pt x="128519" y="670034"/>
                  </a:lnTo>
                  <a:cubicBezTo>
                    <a:pt x="128519" y="670034"/>
                    <a:pt x="128957" y="668722"/>
                    <a:pt x="129529" y="668722"/>
                  </a:cubicBezTo>
                  <a:cubicBezTo>
                    <a:pt x="130101" y="668722"/>
                    <a:pt x="131986" y="666973"/>
                    <a:pt x="131986" y="666973"/>
                  </a:cubicBezTo>
                  <a:cubicBezTo>
                    <a:pt x="131986" y="666973"/>
                    <a:pt x="134308" y="664517"/>
                    <a:pt x="134745" y="664517"/>
                  </a:cubicBezTo>
                  <a:cubicBezTo>
                    <a:pt x="135183" y="664517"/>
                    <a:pt x="136933" y="662331"/>
                    <a:pt x="136933" y="662331"/>
                  </a:cubicBezTo>
                  <a:lnTo>
                    <a:pt x="138952" y="660582"/>
                  </a:lnTo>
                  <a:lnTo>
                    <a:pt x="143159" y="655502"/>
                  </a:lnTo>
                  <a:lnTo>
                    <a:pt x="147366" y="652878"/>
                  </a:lnTo>
                  <a:lnTo>
                    <a:pt x="153154" y="651566"/>
                  </a:lnTo>
                  <a:lnTo>
                    <a:pt x="158236" y="651566"/>
                  </a:lnTo>
                  <a:lnTo>
                    <a:pt x="161568" y="652138"/>
                  </a:lnTo>
                  <a:lnTo>
                    <a:pt x="164328" y="653282"/>
                  </a:lnTo>
                  <a:lnTo>
                    <a:pt x="166583" y="653147"/>
                  </a:lnTo>
                  <a:lnTo>
                    <a:pt x="167828" y="651566"/>
                  </a:lnTo>
                  <a:lnTo>
                    <a:pt x="167828" y="648942"/>
                  </a:lnTo>
                  <a:lnTo>
                    <a:pt x="166953" y="645612"/>
                  </a:lnTo>
                  <a:lnTo>
                    <a:pt x="166078" y="643425"/>
                  </a:lnTo>
                  <a:lnTo>
                    <a:pt x="165001" y="641541"/>
                  </a:lnTo>
                  <a:lnTo>
                    <a:pt x="164362" y="639220"/>
                  </a:lnTo>
                  <a:lnTo>
                    <a:pt x="164362" y="638480"/>
                  </a:lnTo>
                  <a:lnTo>
                    <a:pt x="165371" y="636731"/>
                  </a:lnTo>
                  <a:lnTo>
                    <a:pt x="166549" y="634982"/>
                  </a:lnTo>
                  <a:lnTo>
                    <a:pt x="166684" y="632526"/>
                  </a:lnTo>
                  <a:lnTo>
                    <a:pt x="166549" y="631651"/>
                  </a:lnTo>
                  <a:lnTo>
                    <a:pt x="167862" y="630642"/>
                  </a:lnTo>
                  <a:lnTo>
                    <a:pt x="170453" y="630642"/>
                  </a:lnTo>
                  <a:lnTo>
                    <a:pt x="173347" y="629902"/>
                  </a:lnTo>
                  <a:lnTo>
                    <a:pt x="176679" y="630642"/>
                  </a:lnTo>
                  <a:lnTo>
                    <a:pt x="180011" y="631786"/>
                  </a:lnTo>
                  <a:lnTo>
                    <a:pt x="180718" y="633098"/>
                  </a:lnTo>
                  <a:lnTo>
                    <a:pt x="184622" y="634242"/>
                  </a:lnTo>
                  <a:lnTo>
                    <a:pt x="191891" y="633872"/>
                  </a:lnTo>
                  <a:lnTo>
                    <a:pt x="197107" y="634511"/>
                  </a:lnTo>
                  <a:cubicBezTo>
                    <a:pt x="197107" y="634511"/>
                    <a:pt x="202122" y="634410"/>
                    <a:pt x="202324" y="634410"/>
                  </a:cubicBezTo>
                  <a:cubicBezTo>
                    <a:pt x="202526" y="634410"/>
                    <a:pt x="206901" y="634948"/>
                    <a:pt x="206901" y="634948"/>
                  </a:cubicBezTo>
                  <a:lnTo>
                    <a:pt x="211040" y="635856"/>
                  </a:lnTo>
                  <a:lnTo>
                    <a:pt x="213968" y="636731"/>
                  </a:lnTo>
                  <a:lnTo>
                    <a:pt x="216829" y="635083"/>
                  </a:lnTo>
                  <a:lnTo>
                    <a:pt x="218848" y="633064"/>
                  </a:lnTo>
                  <a:lnTo>
                    <a:pt x="220430" y="630878"/>
                  </a:lnTo>
                  <a:lnTo>
                    <a:pt x="221440" y="628859"/>
                  </a:lnTo>
                  <a:lnTo>
                    <a:pt x="224334" y="628859"/>
                  </a:lnTo>
                  <a:lnTo>
                    <a:pt x="226050" y="628859"/>
                  </a:lnTo>
                  <a:lnTo>
                    <a:pt x="226925" y="631752"/>
                  </a:lnTo>
                  <a:lnTo>
                    <a:pt x="227800" y="633636"/>
                  </a:lnTo>
                  <a:cubicBezTo>
                    <a:pt x="227800" y="633636"/>
                    <a:pt x="229248" y="635385"/>
                    <a:pt x="229820" y="635385"/>
                  </a:cubicBezTo>
                  <a:cubicBezTo>
                    <a:pt x="230392" y="635385"/>
                    <a:pt x="233724" y="635823"/>
                    <a:pt x="234026" y="635251"/>
                  </a:cubicBezTo>
                  <a:cubicBezTo>
                    <a:pt x="234330" y="634679"/>
                    <a:pt x="236988" y="632661"/>
                    <a:pt x="237426" y="632358"/>
                  </a:cubicBezTo>
                  <a:cubicBezTo>
                    <a:pt x="237863" y="632055"/>
                    <a:pt x="239108" y="630474"/>
                    <a:pt x="239108" y="630474"/>
                  </a:cubicBezTo>
                  <a:lnTo>
                    <a:pt x="239108" y="629734"/>
                  </a:lnTo>
                  <a:lnTo>
                    <a:pt x="239108" y="626269"/>
                  </a:lnTo>
                  <a:lnTo>
                    <a:pt x="240118" y="624688"/>
                  </a:lnTo>
                  <a:lnTo>
                    <a:pt x="241700" y="622939"/>
                  </a:lnTo>
                  <a:lnTo>
                    <a:pt x="242575" y="621795"/>
                  </a:lnTo>
                  <a:lnTo>
                    <a:pt x="243887" y="620349"/>
                  </a:lnTo>
                  <a:lnTo>
                    <a:pt x="247959" y="619339"/>
                  </a:lnTo>
                  <a:lnTo>
                    <a:pt x="251426" y="618465"/>
                  </a:lnTo>
                  <a:lnTo>
                    <a:pt x="253883" y="618465"/>
                  </a:lnTo>
                  <a:lnTo>
                    <a:pt x="254623" y="620786"/>
                  </a:lnTo>
                  <a:lnTo>
                    <a:pt x="257517" y="622670"/>
                  </a:lnTo>
                  <a:lnTo>
                    <a:pt x="261859" y="622939"/>
                  </a:lnTo>
                  <a:lnTo>
                    <a:pt x="265191" y="619911"/>
                  </a:lnTo>
                  <a:lnTo>
                    <a:pt x="265191" y="615874"/>
                  </a:lnTo>
                  <a:cubicBezTo>
                    <a:pt x="265191" y="615874"/>
                    <a:pt x="266806" y="614731"/>
                    <a:pt x="266941" y="614125"/>
                  </a:cubicBezTo>
                  <a:cubicBezTo>
                    <a:pt x="267075" y="613553"/>
                    <a:pt x="267513" y="611232"/>
                    <a:pt x="268119" y="611232"/>
                  </a:cubicBezTo>
                  <a:cubicBezTo>
                    <a:pt x="268691" y="611232"/>
                    <a:pt x="271181" y="608642"/>
                    <a:pt x="271181" y="608642"/>
                  </a:cubicBezTo>
                  <a:lnTo>
                    <a:pt x="275826" y="607902"/>
                  </a:lnTo>
                  <a:lnTo>
                    <a:pt x="278888" y="608642"/>
                  </a:lnTo>
                  <a:cubicBezTo>
                    <a:pt x="278888" y="608642"/>
                    <a:pt x="280470" y="610526"/>
                    <a:pt x="280907" y="610660"/>
                  </a:cubicBezTo>
                  <a:cubicBezTo>
                    <a:pt x="281345" y="610795"/>
                    <a:pt x="282792" y="611232"/>
                    <a:pt x="282792" y="611232"/>
                  </a:cubicBezTo>
                  <a:lnTo>
                    <a:pt x="285249" y="610357"/>
                  </a:lnTo>
                  <a:lnTo>
                    <a:pt x="286124" y="607902"/>
                  </a:lnTo>
                  <a:lnTo>
                    <a:pt x="286124" y="607162"/>
                  </a:lnTo>
                  <a:lnTo>
                    <a:pt x="286124" y="604572"/>
                  </a:lnTo>
                  <a:lnTo>
                    <a:pt x="286999" y="604572"/>
                  </a:lnTo>
                  <a:cubicBezTo>
                    <a:pt x="286999" y="604572"/>
                    <a:pt x="289893" y="602116"/>
                    <a:pt x="290330" y="601948"/>
                  </a:cubicBezTo>
                  <a:cubicBezTo>
                    <a:pt x="290768" y="601813"/>
                    <a:pt x="292518" y="599929"/>
                    <a:pt x="293393" y="599492"/>
                  </a:cubicBezTo>
                  <a:cubicBezTo>
                    <a:pt x="294268" y="599055"/>
                    <a:pt x="295581" y="597608"/>
                    <a:pt x="295581" y="597608"/>
                  </a:cubicBezTo>
                  <a:lnTo>
                    <a:pt x="297331" y="595152"/>
                  </a:lnTo>
                  <a:lnTo>
                    <a:pt x="299215" y="592966"/>
                  </a:lnTo>
                  <a:lnTo>
                    <a:pt x="301403" y="588492"/>
                  </a:lnTo>
                  <a:lnTo>
                    <a:pt x="302850" y="585464"/>
                  </a:lnTo>
                  <a:lnTo>
                    <a:pt x="305307" y="582268"/>
                  </a:lnTo>
                  <a:lnTo>
                    <a:pt x="305307" y="579375"/>
                  </a:lnTo>
                  <a:lnTo>
                    <a:pt x="304432" y="575608"/>
                  </a:lnTo>
                  <a:cubicBezTo>
                    <a:pt x="304432" y="575608"/>
                    <a:pt x="303422" y="573152"/>
                    <a:pt x="303422" y="572715"/>
                  </a:cubicBezTo>
                  <a:cubicBezTo>
                    <a:pt x="303422" y="572278"/>
                    <a:pt x="302413" y="568813"/>
                    <a:pt x="302413" y="568813"/>
                  </a:cubicBezTo>
                  <a:cubicBezTo>
                    <a:pt x="302413" y="568813"/>
                    <a:pt x="301975" y="566929"/>
                    <a:pt x="301840" y="566357"/>
                  </a:cubicBezTo>
                  <a:cubicBezTo>
                    <a:pt x="301706" y="565785"/>
                    <a:pt x="301403" y="563733"/>
                    <a:pt x="301403" y="563733"/>
                  </a:cubicBezTo>
                  <a:lnTo>
                    <a:pt x="303422" y="562858"/>
                  </a:lnTo>
                  <a:lnTo>
                    <a:pt x="304432" y="562858"/>
                  </a:lnTo>
                  <a:cubicBezTo>
                    <a:pt x="304432" y="562858"/>
                    <a:pt x="306754" y="562556"/>
                    <a:pt x="307326" y="562858"/>
                  </a:cubicBezTo>
                  <a:cubicBezTo>
                    <a:pt x="307898" y="563161"/>
                    <a:pt x="308774" y="562455"/>
                    <a:pt x="309783" y="562724"/>
                  </a:cubicBezTo>
                  <a:cubicBezTo>
                    <a:pt x="310793" y="562993"/>
                    <a:pt x="312408" y="562118"/>
                    <a:pt x="312812" y="561849"/>
                  </a:cubicBezTo>
                  <a:cubicBezTo>
                    <a:pt x="313249" y="561547"/>
                    <a:pt x="312374" y="561547"/>
                    <a:pt x="312812" y="560974"/>
                  </a:cubicBezTo>
                  <a:cubicBezTo>
                    <a:pt x="313249" y="560403"/>
                    <a:pt x="311365" y="557947"/>
                    <a:pt x="311365" y="557947"/>
                  </a:cubicBezTo>
                  <a:lnTo>
                    <a:pt x="310119" y="555626"/>
                  </a:lnTo>
                  <a:lnTo>
                    <a:pt x="308740" y="553439"/>
                  </a:lnTo>
                  <a:lnTo>
                    <a:pt x="308740" y="551555"/>
                  </a:lnTo>
                  <a:lnTo>
                    <a:pt x="310187" y="548225"/>
                  </a:lnTo>
                  <a:lnTo>
                    <a:pt x="312072" y="546476"/>
                  </a:lnTo>
                  <a:lnTo>
                    <a:pt x="313956" y="545601"/>
                  </a:lnTo>
                  <a:lnTo>
                    <a:pt x="313956" y="542843"/>
                  </a:lnTo>
                  <a:lnTo>
                    <a:pt x="312879" y="540522"/>
                  </a:lnTo>
                  <a:lnTo>
                    <a:pt x="310927" y="538335"/>
                  </a:lnTo>
                  <a:lnTo>
                    <a:pt x="309345" y="535577"/>
                  </a:lnTo>
                  <a:lnTo>
                    <a:pt x="310927" y="533390"/>
                  </a:lnTo>
                  <a:lnTo>
                    <a:pt x="311634" y="532078"/>
                  </a:lnTo>
                  <a:lnTo>
                    <a:pt x="310322" y="530934"/>
                  </a:lnTo>
                  <a:lnTo>
                    <a:pt x="312072" y="529185"/>
                  </a:lnTo>
                  <a:lnTo>
                    <a:pt x="312206" y="527873"/>
                  </a:lnTo>
                  <a:lnTo>
                    <a:pt x="310019" y="526124"/>
                  </a:lnTo>
                  <a:lnTo>
                    <a:pt x="309009" y="523937"/>
                  </a:lnTo>
                  <a:lnTo>
                    <a:pt x="309884" y="522188"/>
                  </a:lnTo>
                  <a:lnTo>
                    <a:pt x="311466" y="521044"/>
                  </a:lnTo>
                  <a:lnTo>
                    <a:pt x="313047" y="521044"/>
                  </a:lnTo>
                  <a:lnTo>
                    <a:pt x="312610" y="516402"/>
                  </a:lnTo>
                  <a:lnTo>
                    <a:pt x="312172" y="514216"/>
                  </a:lnTo>
                  <a:lnTo>
                    <a:pt x="312172" y="513206"/>
                  </a:lnTo>
                  <a:lnTo>
                    <a:pt x="313047" y="508295"/>
                  </a:lnTo>
                  <a:lnTo>
                    <a:pt x="315807" y="507723"/>
                  </a:lnTo>
                  <a:cubicBezTo>
                    <a:pt x="315807" y="507723"/>
                    <a:pt x="318129" y="507286"/>
                    <a:pt x="318567" y="506983"/>
                  </a:cubicBezTo>
                  <a:lnTo>
                    <a:pt x="318264" y="501903"/>
                  </a:lnTo>
                  <a:cubicBezTo>
                    <a:pt x="318264" y="502206"/>
                    <a:pt x="315033" y="501331"/>
                    <a:pt x="313721" y="500659"/>
                  </a:cubicBezTo>
                  <a:close/>
                </a:path>
              </a:pathLst>
            </a:custGeom>
            <a:grpFill/>
            <a:ln w="6350" cap="flat">
              <a:solidFill>
                <a:schemeClr val="bg1"/>
              </a:solidFill>
              <a:prstDash val="solid"/>
              <a:miter/>
            </a:ln>
          </p:spPr>
          <p:txBody>
            <a:bodyPr rtlCol="0" anchor="ctr"/>
            <a:lstStyle/>
            <a:p>
              <a:endParaRPr lang="en-US"/>
            </a:p>
          </p:txBody>
        </p:sp>
        <p:sp>
          <p:nvSpPr>
            <p:cNvPr id="126" name="Freeform 905">
              <a:extLst>
                <a:ext uri="{FF2B5EF4-FFF2-40B4-BE49-F238E27FC236}">
                  <a16:creationId xmlns:a16="http://schemas.microsoft.com/office/drawing/2014/main" id="{A2AEB492-0AE3-4899-2347-70AF24266E92}"/>
                </a:ext>
              </a:extLst>
            </p:cNvPr>
            <p:cNvSpPr/>
            <p:nvPr/>
          </p:nvSpPr>
          <p:spPr>
            <a:xfrm>
              <a:off x="7521508" y="2550228"/>
              <a:ext cx="287196" cy="470349"/>
            </a:xfrm>
            <a:custGeom>
              <a:avLst/>
              <a:gdLst>
                <a:gd name="connsiteX0" fmla="*/ 547829 w 551389"/>
                <a:gd name="connsiteY0" fmla="*/ 36062 h 903022"/>
                <a:gd name="connsiteX1" fmla="*/ 545238 w 551389"/>
                <a:gd name="connsiteY1" fmla="*/ 35187 h 903022"/>
                <a:gd name="connsiteX2" fmla="*/ 542310 w 551389"/>
                <a:gd name="connsiteY2" fmla="*/ 32260 h 903022"/>
                <a:gd name="connsiteX3" fmla="*/ 537868 w 551389"/>
                <a:gd name="connsiteY3" fmla="*/ 30848 h 903022"/>
                <a:gd name="connsiteX4" fmla="*/ 536353 w 551389"/>
                <a:gd name="connsiteY4" fmla="*/ 25734 h 903022"/>
                <a:gd name="connsiteX5" fmla="*/ 539517 w 551389"/>
                <a:gd name="connsiteY5" fmla="*/ 23548 h 903022"/>
                <a:gd name="connsiteX6" fmla="*/ 541906 w 551389"/>
                <a:gd name="connsiteY6" fmla="*/ 23716 h 903022"/>
                <a:gd name="connsiteX7" fmla="*/ 541334 w 551389"/>
                <a:gd name="connsiteY7" fmla="*/ 23009 h 903022"/>
                <a:gd name="connsiteX8" fmla="*/ 542546 w 551389"/>
                <a:gd name="connsiteY8" fmla="*/ 20150 h 903022"/>
                <a:gd name="connsiteX9" fmla="*/ 542546 w 551389"/>
                <a:gd name="connsiteY9" fmla="*/ 16382 h 903022"/>
                <a:gd name="connsiteX10" fmla="*/ 534704 w 551389"/>
                <a:gd name="connsiteY10" fmla="*/ 16382 h 903022"/>
                <a:gd name="connsiteX11" fmla="*/ 533829 w 551389"/>
                <a:gd name="connsiteY11" fmla="*/ 12043 h 903022"/>
                <a:gd name="connsiteX12" fmla="*/ 533829 w 551389"/>
                <a:gd name="connsiteY12" fmla="*/ 8578 h 903022"/>
                <a:gd name="connsiteX13" fmla="*/ 536017 w 551389"/>
                <a:gd name="connsiteY13" fmla="*/ 6392 h 903022"/>
                <a:gd name="connsiteX14" fmla="*/ 537464 w 551389"/>
                <a:gd name="connsiteY14" fmla="*/ 3499 h 903022"/>
                <a:gd name="connsiteX15" fmla="*/ 537161 w 551389"/>
                <a:gd name="connsiteY15" fmla="*/ 1749 h 903022"/>
                <a:gd name="connsiteX16" fmla="*/ 535276 w 551389"/>
                <a:gd name="connsiteY16" fmla="*/ 875 h 903022"/>
                <a:gd name="connsiteX17" fmla="*/ 533829 w 551389"/>
                <a:gd name="connsiteY17" fmla="*/ 0 h 903022"/>
                <a:gd name="connsiteX18" fmla="*/ 530363 w 551389"/>
                <a:gd name="connsiteY18" fmla="*/ 1144 h 903022"/>
                <a:gd name="connsiteX19" fmla="*/ 526156 w 551389"/>
                <a:gd name="connsiteY19" fmla="*/ 4340 h 903022"/>
                <a:gd name="connsiteX20" fmla="*/ 521814 w 551389"/>
                <a:gd name="connsiteY20" fmla="*/ 7233 h 903022"/>
                <a:gd name="connsiteX21" fmla="*/ 513973 w 551389"/>
                <a:gd name="connsiteY21" fmla="*/ 12884 h 903022"/>
                <a:gd name="connsiteX22" fmla="*/ 509631 w 551389"/>
                <a:gd name="connsiteY22" fmla="*/ 17358 h 903022"/>
                <a:gd name="connsiteX23" fmla="*/ 504852 w 551389"/>
                <a:gd name="connsiteY23" fmla="*/ 22572 h 903022"/>
                <a:gd name="connsiteX24" fmla="*/ 503170 w 551389"/>
                <a:gd name="connsiteY24" fmla="*/ 27214 h 903022"/>
                <a:gd name="connsiteX25" fmla="*/ 500780 w 551389"/>
                <a:gd name="connsiteY25" fmla="*/ 30107 h 903022"/>
                <a:gd name="connsiteX26" fmla="*/ 500780 w 551389"/>
                <a:gd name="connsiteY26" fmla="*/ 32866 h 903022"/>
                <a:gd name="connsiteX27" fmla="*/ 498189 w 551389"/>
                <a:gd name="connsiteY27" fmla="*/ 34615 h 903022"/>
                <a:gd name="connsiteX28" fmla="*/ 496876 w 551389"/>
                <a:gd name="connsiteY28" fmla="*/ 37205 h 903022"/>
                <a:gd name="connsiteX29" fmla="*/ 495429 w 551389"/>
                <a:gd name="connsiteY29" fmla="*/ 37205 h 903022"/>
                <a:gd name="connsiteX30" fmla="*/ 490347 w 551389"/>
                <a:gd name="connsiteY30" fmla="*/ 32563 h 903022"/>
                <a:gd name="connsiteX31" fmla="*/ 485568 w 551389"/>
                <a:gd name="connsiteY31" fmla="*/ 31117 h 903022"/>
                <a:gd name="connsiteX32" fmla="*/ 482674 w 551389"/>
                <a:gd name="connsiteY32" fmla="*/ 29367 h 903022"/>
                <a:gd name="connsiteX33" fmla="*/ 480352 w 551389"/>
                <a:gd name="connsiteY33" fmla="*/ 28661 h 903022"/>
                <a:gd name="connsiteX34" fmla="*/ 477761 w 551389"/>
                <a:gd name="connsiteY34" fmla="*/ 28795 h 903022"/>
                <a:gd name="connsiteX35" fmla="*/ 474126 w 551389"/>
                <a:gd name="connsiteY35" fmla="*/ 29939 h 903022"/>
                <a:gd name="connsiteX36" fmla="*/ 474126 w 551389"/>
                <a:gd name="connsiteY36" fmla="*/ 33404 h 903022"/>
                <a:gd name="connsiteX37" fmla="*/ 471972 w 551389"/>
                <a:gd name="connsiteY37" fmla="*/ 34716 h 903022"/>
                <a:gd name="connsiteX38" fmla="*/ 468203 w 551389"/>
                <a:gd name="connsiteY38" fmla="*/ 30377 h 903022"/>
                <a:gd name="connsiteX39" fmla="*/ 464871 w 551389"/>
                <a:gd name="connsiteY39" fmla="*/ 27618 h 903022"/>
                <a:gd name="connsiteX40" fmla="*/ 461775 w 551389"/>
                <a:gd name="connsiteY40" fmla="*/ 23279 h 903022"/>
                <a:gd name="connsiteX41" fmla="*/ 460799 w 551389"/>
                <a:gd name="connsiteY41" fmla="*/ 20823 h 903022"/>
                <a:gd name="connsiteX42" fmla="*/ 460799 w 551389"/>
                <a:gd name="connsiteY42" fmla="*/ 17190 h 903022"/>
                <a:gd name="connsiteX43" fmla="*/ 457601 w 551389"/>
                <a:gd name="connsiteY43" fmla="*/ 15676 h 903022"/>
                <a:gd name="connsiteX44" fmla="*/ 453092 w 551389"/>
                <a:gd name="connsiteY44" fmla="*/ 16315 h 903022"/>
                <a:gd name="connsiteX45" fmla="*/ 449457 w 551389"/>
                <a:gd name="connsiteY45" fmla="*/ 16315 h 903022"/>
                <a:gd name="connsiteX46" fmla="*/ 444678 w 551389"/>
                <a:gd name="connsiteY46" fmla="*/ 16450 h 903022"/>
                <a:gd name="connsiteX47" fmla="*/ 440606 w 551389"/>
                <a:gd name="connsiteY47" fmla="*/ 19343 h 903022"/>
                <a:gd name="connsiteX48" fmla="*/ 444678 w 551389"/>
                <a:gd name="connsiteY48" fmla="*/ 22976 h 903022"/>
                <a:gd name="connsiteX49" fmla="*/ 448885 w 551389"/>
                <a:gd name="connsiteY49" fmla="*/ 27046 h 903022"/>
                <a:gd name="connsiteX50" fmla="*/ 453664 w 551389"/>
                <a:gd name="connsiteY50" fmla="*/ 28795 h 903022"/>
                <a:gd name="connsiteX51" fmla="*/ 451779 w 551389"/>
                <a:gd name="connsiteY51" fmla="*/ 31554 h 903022"/>
                <a:gd name="connsiteX52" fmla="*/ 449020 w 551389"/>
                <a:gd name="connsiteY52" fmla="*/ 34010 h 903022"/>
                <a:gd name="connsiteX53" fmla="*/ 447438 w 551389"/>
                <a:gd name="connsiteY53" fmla="*/ 35591 h 903022"/>
                <a:gd name="connsiteX54" fmla="*/ 443366 w 551389"/>
                <a:gd name="connsiteY54" fmla="*/ 38181 h 903022"/>
                <a:gd name="connsiteX55" fmla="*/ 439462 w 551389"/>
                <a:gd name="connsiteY55" fmla="*/ 40065 h 903022"/>
                <a:gd name="connsiteX56" fmla="*/ 435389 w 551389"/>
                <a:gd name="connsiteY56" fmla="*/ 43261 h 903022"/>
                <a:gd name="connsiteX57" fmla="*/ 431485 w 551389"/>
                <a:gd name="connsiteY57" fmla="*/ 44572 h 903022"/>
                <a:gd name="connsiteX58" fmla="*/ 426269 w 551389"/>
                <a:gd name="connsiteY58" fmla="*/ 49921 h 903022"/>
                <a:gd name="connsiteX59" fmla="*/ 423206 w 551389"/>
                <a:gd name="connsiteY59" fmla="*/ 53689 h 903022"/>
                <a:gd name="connsiteX60" fmla="*/ 418427 w 551389"/>
                <a:gd name="connsiteY60" fmla="*/ 56582 h 903022"/>
                <a:gd name="connsiteX61" fmla="*/ 413480 w 551389"/>
                <a:gd name="connsiteY61" fmla="*/ 58466 h 903022"/>
                <a:gd name="connsiteX62" fmla="*/ 407389 w 551389"/>
                <a:gd name="connsiteY62" fmla="*/ 60047 h 903022"/>
                <a:gd name="connsiteX63" fmla="*/ 405807 w 551389"/>
                <a:gd name="connsiteY63" fmla="*/ 63512 h 903022"/>
                <a:gd name="connsiteX64" fmla="*/ 404225 w 551389"/>
                <a:gd name="connsiteY64" fmla="*/ 68154 h 903022"/>
                <a:gd name="connsiteX65" fmla="*/ 403855 w 551389"/>
                <a:gd name="connsiteY65" fmla="*/ 72359 h 903022"/>
                <a:gd name="connsiteX66" fmla="*/ 403350 w 551389"/>
                <a:gd name="connsiteY66" fmla="*/ 77573 h 903022"/>
                <a:gd name="connsiteX67" fmla="*/ 403350 w 551389"/>
                <a:gd name="connsiteY67" fmla="*/ 81475 h 903022"/>
                <a:gd name="connsiteX68" fmla="*/ 400456 w 551389"/>
                <a:gd name="connsiteY68" fmla="*/ 83796 h 903022"/>
                <a:gd name="connsiteX69" fmla="*/ 398571 w 551389"/>
                <a:gd name="connsiteY69" fmla="*/ 87867 h 903022"/>
                <a:gd name="connsiteX70" fmla="*/ 393490 w 551389"/>
                <a:gd name="connsiteY70" fmla="*/ 89313 h 903022"/>
                <a:gd name="connsiteX71" fmla="*/ 388576 w 551389"/>
                <a:gd name="connsiteY71" fmla="*/ 89313 h 903022"/>
                <a:gd name="connsiteX72" fmla="*/ 384941 w 551389"/>
                <a:gd name="connsiteY72" fmla="*/ 86555 h 903022"/>
                <a:gd name="connsiteX73" fmla="*/ 381744 w 551389"/>
                <a:gd name="connsiteY73" fmla="*/ 88439 h 903022"/>
                <a:gd name="connsiteX74" fmla="*/ 379052 w 551389"/>
                <a:gd name="connsiteY74" fmla="*/ 93653 h 903022"/>
                <a:gd name="connsiteX75" fmla="*/ 377234 w 551389"/>
                <a:gd name="connsiteY75" fmla="*/ 97690 h 903022"/>
                <a:gd name="connsiteX76" fmla="*/ 377234 w 551389"/>
                <a:gd name="connsiteY76" fmla="*/ 102332 h 903022"/>
                <a:gd name="connsiteX77" fmla="*/ 376494 w 551389"/>
                <a:gd name="connsiteY77" fmla="*/ 105965 h 903022"/>
                <a:gd name="connsiteX78" fmla="*/ 378109 w 551389"/>
                <a:gd name="connsiteY78" fmla="*/ 109295 h 903022"/>
                <a:gd name="connsiteX79" fmla="*/ 378681 w 551389"/>
                <a:gd name="connsiteY79" fmla="*/ 111751 h 903022"/>
                <a:gd name="connsiteX80" fmla="*/ 374475 w 551389"/>
                <a:gd name="connsiteY80" fmla="*/ 112491 h 903022"/>
                <a:gd name="connsiteX81" fmla="*/ 370840 w 551389"/>
                <a:gd name="connsiteY81" fmla="*/ 113366 h 903022"/>
                <a:gd name="connsiteX82" fmla="*/ 368383 w 551389"/>
                <a:gd name="connsiteY82" fmla="*/ 116124 h 903022"/>
                <a:gd name="connsiteX83" fmla="*/ 364748 w 551389"/>
                <a:gd name="connsiteY83" fmla="*/ 117436 h 903022"/>
                <a:gd name="connsiteX84" fmla="*/ 361854 w 551389"/>
                <a:gd name="connsiteY84" fmla="*/ 122650 h 903022"/>
                <a:gd name="connsiteX85" fmla="*/ 357647 w 551389"/>
                <a:gd name="connsiteY85" fmla="*/ 126283 h 903022"/>
                <a:gd name="connsiteX86" fmla="*/ 355628 w 551389"/>
                <a:gd name="connsiteY86" fmla="*/ 127292 h 903022"/>
                <a:gd name="connsiteX87" fmla="*/ 351556 w 551389"/>
                <a:gd name="connsiteY87" fmla="*/ 129311 h 903022"/>
                <a:gd name="connsiteX88" fmla="*/ 346777 w 551389"/>
                <a:gd name="connsiteY88" fmla="*/ 129311 h 903022"/>
                <a:gd name="connsiteX89" fmla="*/ 345195 w 551389"/>
                <a:gd name="connsiteY89" fmla="*/ 132776 h 903022"/>
                <a:gd name="connsiteX90" fmla="*/ 342435 w 551389"/>
                <a:gd name="connsiteY90" fmla="*/ 135669 h 903022"/>
                <a:gd name="connsiteX91" fmla="*/ 343075 w 551389"/>
                <a:gd name="connsiteY91" fmla="*/ 140176 h 903022"/>
                <a:gd name="connsiteX92" fmla="*/ 338935 w 551389"/>
                <a:gd name="connsiteY92" fmla="*/ 144516 h 903022"/>
                <a:gd name="connsiteX93" fmla="*/ 338935 w 551389"/>
                <a:gd name="connsiteY93" fmla="*/ 147543 h 903022"/>
                <a:gd name="connsiteX94" fmla="*/ 338935 w 551389"/>
                <a:gd name="connsiteY94" fmla="*/ 149360 h 903022"/>
                <a:gd name="connsiteX95" fmla="*/ 338935 w 551389"/>
                <a:gd name="connsiteY95" fmla="*/ 154574 h 903022"/>
                <a:gd name="connsiteX96" fmla="*/ 337926 w 551389"/>
                <a:gd name="connsiteY96" fmla="*/ 160528 h 903022"/>
                <a:gd name="connsiteX97" fmla="*/ 339810 w 551389"/>
                <a:gd name="connsiteY97" fmla="*/ 163859 h 903022"/>
                <a:gd name="connsiteX98" fmla="*/ 342873 w 551389"/>
                <a:gd name="connsiteY98" fmla="*/ 166617 h 903022"/>
                <a:gd name="connsiteX99" fmla="*/ 345633 w 551389"/>
                <a:gd name="connsiteY99" fmla="*/ 166617 h 903022"/>
                <a:gd name="connsiteX100" fmla="*/ 349537 w 551389"/>
                <a:gd name="connsiteY100" fmla="*/ 170385 h 903022"/>
                <a:gd name="connsiteX101" fmla="*/ 351287 w 551389"/>
                <a:gd name="connsiteY101" fmla="*/ 173850 h 903022"/>
                <a:gd name="connsiteX102" fmla="*/ 351590 w 551389"/>
                <a:gd name="connsiteY102" fmla="*/ 176877 h 903022"/>
                <a:gd name="connsiteX103" fmla="*/ 351455 w 551389"/>
                <a:gd name="connsiteY103" fmla="*/ 179770 h 903022"/>
                <a:gd name="connsiteX104" fmla="*/ 350142 w 551389"/>
                <a:gd name="connsiteY104" fmla="*/ 182226 h 903022"/>
                <a:gd name="connsiteX105" fmla="*/ 348392 w 551389"/>
                <a:gd name="connsiteY105" fmla="*/ 185994 h 903022"/>
                <a:gd name="connsiteX106" fmla="*/ 347517 w 551389"/>
                <a:gd name="connsiteY106" fmla="*/ 188449 h 903022"/>
                <a:gd name="connsiteX107" fmla="*/ 346642 w 551389"/>
                <a:gd name="connsiteY107" fmla="*/ 190636 h 903022"/>
                <a:gd name="connsiteX108" fmla="*/ 344051 w 551389"/>
                <a:gd name="connsiteY108" fmla="*/ 190636 h 903022"/>
                <a:gd name="connsiteX109" fmla="*/ 339137 w 551389"/>
                <a:gd name="connsiteY109" fmla="*/ 190737 h 903022"/>
                <a:gd name="connsiteX110" fmla="*/ 337993 w 551389"/>
                <a:gd name="connsiteY110" fmla="*/ 189189 h 903022"/>
                <a:gd name="connsiteX111" fmla="*/ 337118 w 551389"/>
                <a:gd name="connsiteY111" fmla="*/ 184715 h 903022"/>
                <a:gd name="connsiteX112" fmla="*/ 333921 w 551389"/>
                <a:gd name="connsiteY112" fmla="*/ 182394 h 903022"/>
                <a:gd name="connsiteX113" fmla="*/ 332777 w 551389"/>
                <a:gd name="connsiteY113" fmla="*/ 178761 h 903022"/>
                <a:gd name="connsiteX114" fmla="*/ 331262 w 551389"/>
                <a:gd name="connsiteY114" fmla="*/ 178324 h 903022"/>
                <a:gd name="connsiteX115" fmla="*/ 328570 w 551389"/>
                <a:gd name="connsiteY115" fmla="*/ 178626 h 903022"/>
                <a:gd name="connsiteX116" fmla="*/ 328570 w 551389"/>
                <a:gd name="connsiteY116" fmla="*/ 180645 h 903022"/>
                <a:gd name="connsiteX117" fmla="*/ 326820 w 551389"/>
                <a:gd name="connsiteY117" fmla="*/ 183841 h 903022"/>
                <a:gd name="connsiteX118" fmla="*/ 326820 w 551389"/>
                <a:gd name="connsiteY118" fmla="*/ 185859 h 903022"/>
                <a:gd name="connsiteX119" fmla="*/ 326820 w 551389"/>
                <a:gd name="connsiteY119" fmla="*/ 187608 h 903022"/>
                <a:gd name="connsiteX120" fmla="*/ 325070 w 551389"/>
                <a:gd name="connsiteY120" fmla="*/ 190232 h 903022"/>
                <a:gd name="connsiteX121" fmla="*/ 325070 w 551389"/>
                <a:gd name="connsiteY121" fmla="*/ 192856 h 903022"/>
                <a:gd name="connsiteX122" fmla="*/ 325070 w 551389"/>
                <a:gd name="connsiteY122" fmla="*/ 198070 h 903022"/>
                <a:gd name="connsiteX123" fmla="*/ 325507 w 551389"/>
                <a:gd name="connsiteY123" fmla="*/ 200391 h 903022"/>
                <a:gd name="connsiteX124" fmla="*/ 325070 w 551389"/>
                <a:gd name="connsiteY124" fmla="*/ 203284 h 903022"/>
                <a:gd name="connsiteX125" fmla="*/ 325070 w 551389"/>
                <a:gd name="connsiteY125" fmla="*/ 206749 h 903022"/>
                <a:gd name="connsiteX126" fmla="*/ 325070 w 551389"/>
                <a:gd name="connsiteY126" fmla="*/ 209373 h 903022"/>
                <a:gd name="connsiteX127" fmla="*/ 326820 w 551389"/>
                <a:gd name="connsiteY127" fmla="*/ 211997 h 903022"/>
                <a:gd name="connsiteX128" fmla="*/ 328839 w 551389"/>
                <a:gd name="connsiteY128" fmla="*/ 212872 h 903022"/>
                <a:gd name="connsiteX129" fmla="*/ 331027 w 551389"/>
                <a:gd name="connsiteY129" fmla="*/ 214890 h 903022"/>
                <a:gd name="connsiteX130" fmla="*/ 331464 w 551389"/>
                <a:gd name="connsiteY130" fmla="*/ 217211 h 903022"/>
                <a:gd name="connsiteX131" fmla="*/ 330724 w 551389"/>
                <a:gd name="connsiteY131" fmla="*/ 219667 h 903022"/>
                <a:gd name="connsiteX132" fmla="*/ 327695 w 551389"/>
                <a:gd name="connsiteY132" fmla="*/ 219667 h 903022"/>
                <a:gd name="connsiteX133" fmla="*/ 325070 w 551389"/>
                <a:gd name="connsiteY133" fmla="*/ 220811 h 903022"/>
                <a:gd name="connsiteX134" fmla="*/ 321031 w 551389"/>
                <a:gd name="connsiteY134" fmla="*/ 220811 h 903022"/>
                <a:gd name="connsiteX135" fmla="*/ 313358 w 551389"/>
                <a:gd name="connsiteY135" fmla="*/ 221517 h 903022"/>
                <a:gd name="connsiteX136" fmla="*/ 302050 w 551389"/>
                <a:gd name="connsiteY136" fmla="*/ 218254 h 903022"/>
                <a:gd name="connsiteX137" fmla="*/ 297910 w 551389"/>
                <a:gd name="connsiteY137" fmla="*/ 219330 h 903022"/>
                <a:gd name="connsiteX138" fmla="*/ 292896 w 551389"/>
                <a:gd name="connsiteY138" fmla="*/ 223233 h 903022"/>
                <a:gd name="connsiteX139" fmla="*/ 285929 w 551389"/>
                <a:gd name="connsiteY139" fmla="*/ 223233 h 903022"/>
                <a:gd name="connsiteX140" fmla="*/ 282564 w 551389"/>
                <a:gd name="connsiteY140" fmla="*/ 220912 h 903022"/>
                <a:gd name="connsiteX141" fmla="*/ 279400 w 551389"/>
                <a:gd name="connsiteY141" fmla="*/ 218018 h 903022"/>
                <a:gd name="connsiteX142" fmla="*/ 275497 w 551389"/>
                <a:gd name="connsiteY142" fmla="*/ 218018 h 903022"/>
                <a:gd name="connsiteX143" fmla="*/ 271929 w 551389"/>
                <a:gd name="connsiteY143" fmla="*/ 218355 h 903022"/>
                <a:gd name="connsiteX144" fmla="*/ 270617 w 551389"/>
                <a:gd name="connsiteY144" fmla="*/ 221282 h 903022"/>
                <a:gd name="connsiteX145" fmla="*/ 264188 w 551389"/>
                <a:gd name="connsiteY145" fmla="*/ 219667 h 903022"/>
                <a:gd name="connsiteX146" fmla="*/ 261462 w 551389"/>
                <a:gd name="connsiteY146" fmla="*/ 215866 h 903022"/>
                <a:gd name="connsiteX147" fmla="*/ 258434 w 551389"/>
                <a:gd name="connsiteY147" fmla="*/ 208364 h 903022"/>
                <a:gd name="connsiteX148" fmla="*/ 255842 w 551389"/>
                <a:gd name="connsiteY148" fmla="*/ 203150 h 903022"/>
                <a:gd name="connsiteX149" fmla="*/ 252140 w 551389"/>
                <a:gd name="connsiteY149" fmla="*/ 201199 h 903022"/>
                <a:gd name="connsiteX150" fmla="*/ 251602 w 551389"/>
                <a:gd name="connsiteY150" fmla="*/ 198171 h 903022"/>
                <a:gd name="connsiteX151" fmla="*/ 247159 w 551389"/>
                <a:gd name="connsiteY151" fmla="*/ 199147 h 903022"/>
                <a:gd name="connsiteX152" fmla="*/ 240731 w 551389"/>
                <a:gd name="connsiteY152" fmla="*/ 198171 h 903022"/>
                <a:gd name="connsiteX153" fmla="*/ 234303 w 551389"/>
                <a:gd name="connsiteY153" fmla="*/ 196422 h 903022"/>
                <a:gd name="connsiteX154" fmla="*/ 228414 w 551389"/>
                <a:gd name="connsiteY154" fmla="*/ 194235 h 903022"/>
                <a:gd name="connsiteX155" fmla="*/ 224274 w 551389"/>
                <a:gd name="connsiteY155" fmla="*/ 195312 h 903022"/>
                <a:gd name="connsiteX156" fmla="*/ 223298 w 551389"/>
                <a:gd name="connsiteY156" fmla="*/ 199214 h 903022"/>
                <a:gd name="connsiteX157" fmla="*/ 223298 w 551389"/>
                <a:gd name="connsiteY157" fmla="*/ 201602 h 903022"/>
                <a:gd name="connsiteX158" fmla="*/ 222322 w 551389"/>
                <a:gd name="connsiteY158" fmla="*/ 203890 h 903022"/>
                <a:gd name="connsiteX159" fmla="*/ 220034 w 551389"/>
                <a:gd name="connsiteY159" fmla="*/ 205303 h 903022"/>
                <a:gd name="connsiteX160" fmla="*/ 216029 w 551389"/>
                <a:gd name="connsiteY160" fmla="*/ 206076 h 903022"/>
                <a:gd name="connsiteX161" fmla="*/ 213101 w 551389"/>
                <a:gd name="connsiteY161" fmla="*/ 208465 h 903022"/>
                <a:gd name="connsiteX162" fmla="*/ 208086 w 551389"/>
                <a:gd name="connsiteY162" fmla="*/ 211089 h 903022"/>
                <a:gd name="connsiteX163" fmla="*/ 206471 w 551389"/>
                <a:gd name="connsiteY163" fmla="*/ 213275 h 903022"/>
                <a:gd name="connsiteX164" fmla="*/ 201692 w 551389"/>
                <a:gd name="connsiteY164" fmla="*/ 213713 h 903022"/>
                <a:gd name="connsiteX165" fmla="*/ 199841 w 551389"/>
                <a:gd name="connsiteY165" fmla="*/ 218489 h 903022"/>
                <a:gd name="connsiteX166" fmla="*/ 197351 w 551389"/>
                <a:gd name="connsiteY166" fmla="*/ 223804 h 903022"/>
                <a:gd name="connsiteX167" fmla="*/ 193346 w 551389"/>
                <a:gd name="connsiteY167" fmla="*/ 228480 h 903022"/>
                <a:gd name="connsiteX168" fmla="*/ 193346 w 551389"/>
                <a:gd name="connsiteY168" fmla="*/ 231844 h 903022"/>
                <a:gd name="connsiteX169" fmla="*/ 195668 w 551389"/>
                <a:gd name="connsiteY169" fmla="*/ 234704 h 903022"/>
                <a:gd name="connsiteX170" fmla="*/ 194658 w 551389"/>
                <a:gd name="connsiteY170" fmla="*/ 238337 h 903022"/>
                <a:gd name="connsiteX171" fmla="*/ 190451 w 551389"/>
                <a:gd name="connsiteY171" fmla="*/ 242676 h 903022"/>
                <a:gd name="connsiteX172" fmla="*/ 187254 w 551389"/>
                <a:gd name="connsiteY172" fmla="*/ 246747 h 903022"/>
                <a:gd name="connsiteX173" fmla="*/ 186379 w 551389"/>
                <a:gd name="connsiteY173" fmla="*/ 249943 h 903022"/>
                <a:gd name="connsiteX174" fmla="*/ 188331 w 551389"/>
                <a:gd name="connsiteY174" fmla="*/ 251322 h 903022"/>
                <a:gd name="connsiteX175" fmla="*/ 188634 w 551389"/>
                <a:gd name="connsiteY175" fmla="*/ 252566 h 903022"/>
                <a:gd name="connsiteX176" fmla="*/ 187187 w 551389"/>
                <a:gd name="connsiteY176" fmla="*/ 255257 h 903022"/>
                <a:gd name="connsiteX177" fmla="*/ 184494 w 551389"/>
                <a:gd name="connsiteY177" fmla="*/ 256637 h 903022"/>
                <a:gd name="connsiteX178" fmla="*/ 185369 w 551389"/>
                <a:gd name="connsiteY178" fmla="*/ 259833 h 903022"/>
                <a:gd name="connsiteX179" fmla="*/ 188567 w 551389"/>
                <a:gd name="connsiteY179" fmla="*/ 259833 h 903022"/>
                <a:gd name="connsiteX180" fmla="*/ 188769 w 551389"/>
                <a:gd name="connsiteY180" fmla="*/ 261716 h 903022"/>
                <a:gd name="connsiteX181" fmla="*/ 187826 w 551389"/>
                <a:gd name="connsiteY181" fmla="*/ 264105 h 903022"/>
                <a:gd name="connsiteX182" fmla="*/ 186749 w 551389"/>
                <a:gd name="connsiteY182" fmla="*/ 265989 h 903022"/>
                <a:gd name="connsiteX183" fmla="*/ 186615 w 551389"/>
                <a:gd name="connsiteY183" fmla="*/ 267872 h 903022"/>
                <a:gd name="connsiteX184" fmla="*/ 187860 w 551389"/>
                <a:gd name="connsiteY184" fmla="*/ 270261 h 903022"/>
                <a:gd name="connsiteX185" fmla="*/ 189610 w 551389"/>
                <a:gd name="connsiteY185" fmla="*/ 271203 h 903022"/>
                <a:gd name="connsiteX186" fmla="*/ 191798 w 551389"/>
                <a:gd name="connsiteY186" fmla="*/ 272447 h 903022"/>
                <a:gd name="connsiteX187" fmla="*/ 194322 w 551389"/>
                <a:gd name="connsiteY187" fmla="*/ 274634 h 903022"/>
                <a:gd name="connsiteX188" fmla="*/ 195398 w 551389"/>
                <a:gd name="connsiteY188" fmla="*/ 275576 h 903022"/>
                <a:gd name="connsiteX189" fmla="*/ 195701 w 551389"/>
                <a:gd name="connsiteY189" fmla="*/ 276821 h 903022"/>
                <a:gd name="connsiteX190" fmla="*/ 195500 w 551389"/>
                <a:gd name="connsiteY190" fmla="*/ 278032 h 903022"/>
                <a:gd name="connsiteX191" fmla="*/ 193749 w 551389"/>
                <a:gd name="connsiteY191" fmla="*/ 279478 h 903022"/>
                <a:gd name="connsiteX192" fmla="*/ 191798 w 551389"/>
                <a:gd name="connsiteY192" fmla="*/ 281867 h 903022"/>
                <a:gd name="connsiteX193" fmla="*/ 190889 w 551389"/>
                <a:gd name="connsiteY193" fmla="*/ 285937 h 903022"/>
                <a:gd name="connsiteX194" fmla="*/ 191225 w 551389"/>
                <a:gd name="connsiteY194" fmla="*/ 289637 h 903022"/>
                <a:gd name="connsiteX195" fmla="*/ 191225 w 551389"/>
                <a:gd name="connsiteY195" fmla="*/ 292026 h 903022"/>
                <a:gd name="connsiteX196" fmla="*/ 190519 w 551389"/>
                <a:gd name="connsiteY196" fmla="*/ 295659 h 903022"/>
                <a:gd name="connsiteX197" fmla="*/ 190081 w 551389"/>
                <a:gd name="connsiteY197" fmla="*/ 298283 h 903022"/>
                <a:gd name="connsiteX198" fmla="*/ 189274 w 551389"/>
                <a:gd name="connsiteY198" fmla="*/ 300167 h 903022"/>
                <a:gd name="connsiteX199" fmla="*/ 189644 w 551389"/>
                <a:gd name="connsiteY199" fmla="*/ 303127 h 903022"/>
                <a:gd name="connsiteX200" fmla="*/ 190586 w 551389"/>
                <a:gd name="connsiteY200" fmla="*/ 304640 h 903022"/>
                <a:gd name="connsiteX201" fmla="*/ 192908 w 551389"/>
                <a:gd name="connsiteY201" fmla="*/ 306020 h 903022"/>
                <a:gd name="connsiteX202" fmla="*/ 197115 w 551389"/>
                <a:gd name="connsiteY202" fmla="*/ 306659 h 903022"/>
                <a:gd name="connsiteX203" fmla="*/ 201255 w 551389"/>
                <a:gd name="connsiteY203" fmla="*/ 305751 h 903022"/>
                <a:gd name="connsiteX204" fmla="*/ 202500 w 551389"/>
                <a:gd name="connsiteY204" fmla="*/ 305044 h 903022"/>
                <a:gd name="connsiteX205" fmla="*/ 206033 w 551389"/>
                <a:gd name="connsiteY205" fmla="*/ 305044 h 903022"/>
                <a:gd name="connsiteX206" fmla="*/ 206942 w 551389"/>
                <a:gd name="connsiteY206" fmla="*/ 308610 h 903022"/>
                <a:gd name="connsiteX207" fmla="*/ 207413 w 551389"/>
                <a:gd name="connsiteY207" fmla="*/ 308745 h 903022"/>
                <a:gd name="connsiteX208" fmla="*/ 209803 w 551389"/>
                <a:gd name="connsiteY208" fmla="*/ 309686 h 903022"/>
                <a:gd name="connsiteX209" fmla="*/ 210240 w 551389"/>
                <a:gd name="connsiteY209" fmla="*/ 312580 h 903022"/>
                <a:gd name="connsiteX210" fmla="*/ 210543 w 551389"/>
                <a:gd name="connsiteY210" fmla="*/ 316650 h 903022"/>
                <a:gd name="connsiteX211" fmla="*/ 214312 w 551389"/>
                <a:gd name="connsiteY211" fmla="*/ 317659 h 903022"/>
                <a:gd name="connsiteX212" fmla="*/ 219091 w 551389"/>
                <a:gd name="connsiteY212" fmla="*/ 316078 h 903022"/>
                <a:gd name="connsiteX213" fmla="*/ 220236 w 551389"/>
                <a:gd name="connsiteY213" fmla="*/ 313689 h 903022"/>
                <a:gd name="connsiteX214" fmla="*/ 221683 w 551389"/>
                <a:gd name="connsiteY214" fmla="*/ 311806 h 903022"/>
                <a:gd name="connsiteX215" fmla="*/ 222322 w 551389"/>
                <a:gd name="connsiteY215" fmla="*/ 311234 h 903022"/>
                <a:gd name="connsiteX216" fmla="*/ 226731 w 551389"/>
                <a:gd name="connsiteY216" fmla="*/ 314262 h 903022"/>
                <a:gd name="connsiteX217" fmla="*/ 227875 w 551389"/>
                <a:gd name="connsiteY217" fmla="*/ 315708 h 903022"/>
                <a:gd name="connsiteX218" fmla="*/ 229827 w 551389"/>
                <a:gd name="connsiteY218" fmla="*/ 315910 h 903022"/>
                <a:gd name="connsiteX219" fmla="*/ 231274 w 551389"/>
                <a:gd name="connsiteY219" fmla="*/ 315338 h 903022"/>
                <a:gd name="connsiteX220" fmla="*/ 232351 w 551389"/>
                <a:gd name="connsiteY220" fmla="*/ 314530 h 903022"/>
                <a:gd name="connsiteX221" fmla="*/ 236928 w 551389"/>
                <a:gd name="connsiteY221" fmla="*/ 315775 h 903022"/>
                <a:gd name="connsiteX222" fmla="*/ 241068 w 551389"/>
                <a:gd name="connsiteY222" fmla="*/ 317659 h 903022"/>
                <a:gd name="connsiteX223" fmla="*/ 243525 w 551389"/>
                <a:gd name="connsiteY223" fmla="*/ 319745 h 903022"/>
                <a:gd name="connsiteX224" fmla="*/ 245847 w 551389"/>
                <a:gd name="connsiteY224" fmla="*/ 323008 h 903022"/>
                <a:gd name="connsiteX225" fmla="*/ 247159 w 551389"/>
                <a:gd name="connsiteY225" fmla="*/ 325598 h 903022"/>
                <a:gd name="connsiteX226" fmla="*/ 248977 w 551389"/>
                <a:gd name="connsiteY226" fmla="*/ 329736 h 903022"/>
                <a:gd name="connsiteX227" fmla="*/ 248034 w 551389"/>
                <a:gd name="connsiteY227" fmla="*/ 333436 h 903022"/>
                <a:gd name="connsiteX228" fmla="*/ 251232 w 551389"/>
                <a:gd name="connsiteY228" fmla="*/ 337641 h 903022"/>
                <a:gd name="connsiteX229" fmla="*/ 253385 w 551389"/>
                <a:gd name="connsiteY229" fmla="*/ 336329 h 903022"/>
                <a:gd name="connsiteX230" fmla="*/ 254261 w 551389"/>
                <a:gd name="connsiteY230" fmla="*/ 335320 h 903022"/>
                <a:gd name="connsiteX231" fmla="*/ 256852 w 551389"/>
                <a:gd name="connsiteY231" fmla="*/ 338347 h 903022"/>
                <a:gd name="connsiteX232" fmla="*/ 261496 w 551389"/>
                <a:gd name="connsiteY232" fmla="*/ 342687 h 903022"/>
                <a:gd name="connsiteX233" fmla="*/ 263818 w 551389"/>
                <a:gd name="connsiteY233" fmla="*/ 345008 h 903022"/>
                <a:gd name="connsiteX234" fmla="*/ 266107 w 551389"/>
                <a:gd name="connsiteY234" fmla="*/ 348338 h 903022"/>
                <a:gd name="connsiteX235" fmla="*/ 268025 w 551389"/>
                <a:gd name="connsiteY235" fmla="*/ 347968 h 903022"/>
                <a:gd name="connsiteX236" fmla="*/ 269001 w 551389"/>
                <a:gd name="connsiteY236" fmla="*/ 345513 h 903022"/>
                <a:gd name="connsiteX237" fmla="*/ 269977 w 551389"/>
                <a:gd name="connsiteY237" fmla="*/ 344537 h 903022"/>
                <a:gd name="connsiteX238" fmla="*/ 271391 w 551389"/>
                <a:gd name="connsiteY238" fmla="*/ 342855 h 903022"/>
                <a:gd name="connsiteX239" fmla="*/ 273713 w 551389"/>
                <a:gd name="connsiteY239" fmla="*/ 342788 h 903022"/>
                <a:gd name="connsiteX240" fmla="*/ 276271 w 551389"/>
                <a:gd name="connsiteY240" fmla="*/ 343696 h 903022"/>
                <a:gd name="connsiteX241" fmla="*/ 278458 w 551389"/>
                <a:gd name="connsiteY241" fmla="*/ 345647 h 903022"/>
                <a:gd name="connsiteX242" fmla="*/ 279804 w 551389"/>
                <a:gd name="connsiteY242" fmla="*/ 347262 h 903022"/>
                <a:gd name="connsiteX243" fmla="*/ 281992 w 551389"/>
                <a:gd name="connsiteY243" fmla="*/ 349617 h 903022"/>
                <a:gd name="connsiteX244" fmla="*/ 284213 w 551389"/>
                <a:gd name="connsiteY244" fmla="*/ 351803 h 903022"/>
                <a:gd name="connsiteX245" fmla="*/ 286401 w 551389"/>
                <a:gd name="connsiteY245" fmla="*/ 353721 h 903022"/>
                <a:gd name="connsiteX246" fmla="*/ 291146 w 551389"/>
                <a:gd name="connsiteY246" fmla="*/ 356715 h 903022"/>
                <a:gd name="connsiteX247" fmla="*/ 292997 w 551389"/>
                <a:gd name="connsiteY247" fmla="*/ 360112 h 903022"/>
                <a:gd name="connsiteX248" fmla="*/ 295756 w 551389"/>
                <a:gd name="connsiteY248" fmla="*/ 361189 h 903022"/>
                <a:gd name="connsiteX249" fmla="*/ 298954 w 551389"/>
                <a:gd name="connsiteY249" fmla="*/ 360752 h 903022"/>
                <a:gd name="connsiteX250" fmla="*/ 301074 w 551389"/>
                <a:gd name="connsiteY250" fmla="*/ 360179 h 903022"/>
                <a:gd name="connsiteX251" fmla="*/ 306593 w 551389"/>
                <a:gd name="connsiteY251" fmla="*/ 360886 h 903022"/>
                <a:gd name="connsiteX252" fmla="*/ 309791 w 551389"/>
                <a:gd name="connsiteY252" fmla="*/ 361828 h 903022"/>
                <a:gd name="connsiteX253" fmla="*/ 312247 w 551389"/>
                <a:gd name="connsiteY253" fmla="*/ 363779 h 903022"/>
                <a:gd name="connsiteX254" fmla="*/ 315512 w 551389"/>
                <a:gd name="connsiteY254" fmla="*/ 366907 h 903022"/>
                <a:gd name="connsiteX255" fmla="*/ 316050 w 551389"/>
                <a:gd name="connsiteY255" fmla="*/ 367984 h 903022"/>
                <a:gd name="connsiteX256" fmla="*/ 316522 w 551389"/>
                <a:gd name="connsiteY256" fmla="*/ 371449 h 903022"/>
                <a:gd name="connsiteX257" fmla="*/ 316522 w 551389"/>
                <a:gd name="connsiteY257" fmla="*/ 373703 h 903022"/>
                <a:gd name="connsiteX258" fmla="*/ 316387 w 551389"/>
                <a:gd name="connsiteY258" fmla="*/ 375587 h 903022"/>
                <a:gd name="connsiteX259" fmla="*/ 315815 w 551389"/>
                <a:gd name="connsiteY259" fmla="*/ 377033 h 903022"/>
                <a:gd name="connsiteX260" fmla="*/ 314502 w 551389"/>
                <a:gd name="connsiteY260" fmla="*/ 378849 h 903022"/>
                <a:gd name="connsiteX261" fmla="*/ 312617 w 551389"/>
                <a:gd name="connsiteY261" fmla="*/ 379489 h 903022"/>
                <a:gd name="connsiteX262" fmla="*/ 311238 w 551389"/>
                <a:gd name="connsiteY262" fmla="*/ 381137 h 903022"/>
                <a:gd name="connsiteX263" fmla="*/ 310598 w 551389"/>
                <a:gd name="connsiteY263" fmla="*/ 382584 h 903022"/>
                <a:gd name="connsiteX264" fmla="*/ 310228 w 551389"/>
                <a:gd name="connsiteY264" fmla="*/ 384770 h 903022"/>
                <a:gd name="connsiteX265" fmla="*/ 311810 w 551389"/>
                <a:gd name="connsiteY265" fmla="*/ 386957 h 903022"/>
                <a:gd name="connsiteX266" fmla="*/ 313324 w 551389"/>
                <a:gd name="connsiteY266" fmla="*/ 388605 h 903022"/>
                <a:gd name="connsiteX267" fmla="*/ 314670 w 551389"/>
                <a:gd name="connsiteY267" fmla="*/ 395097 h 903022"/>
                <a:gd name="connsiteX268" fmla="*/ 314872 w 551389"/>
                <a:gd name="connsiteY268" fmla="*/ 398697 h 903022"/>
                <a:gd name="connsiteX269" fmla="*/ 314771 w 551389"/>
                <a:gd name="connsiteY269" fmla="*/ 402162 h 903022"/>
                <a:gd name="connsiteX270" fmla="*/ 317161 w 551389"/>
                <a:gd name="connsiteY270" fmla="*/ 405425 h 903022"/>
                <a:gd name="connsiteX271" fmla="*/ 317935 w 551389"/>
                <a:gd name="connsiteY271" fmla="*/ 407477 h 903022"/>
                <a:gd name="connsiteX272" fmla="*/ 318271 w 551389"/>
                <a:gd name="connsiteY272" fmla="*/ 410202 h 903022"/>
                <a:gd name="connsiteX273" fmla="*/ 317296 w 551389"/>
                <a:gd name="connsiteY273" fmla="*/ 412691 h 903022"/>
                <a:gd name="connsiteX274" fmla="*/ 315781 w 551389"/>
                <a:gd name="connsiteY274" fmla="*/ 415954 h 903022"/>
                <a:gd name="connsiteX275" fmla="*/ 314031 w 551389"/>
                <a:gd name="connsiteY275" fmla="*/ 416728 h 903022"/>
                <a:gd name="connsiteX276" fmla="*/ 311305 w 551389"/>
                <a:gd name="connsiteY276" fmla="*/ 416728 h 903022"/>
                <a:gd name="connsiteX277" fmla="*/ 306964 w 551389"/>
                <a:gd name="connsiteY277" fmla="*/ 416728 h 903022"/>
                <a:gd name="connsiteX278" fmla="*/ 303800 w 551389"/>
                <a:gd name="connsiteY278" fmla="*/ 417502 h 903022"/>
                <a:gd name="connsiteX279" fmla="*/ 301747 w 551389"/>
                <a:gd name="connsiteY279" fmla="*/ 418813 h 903022"/>
                <a:gd name="connsiteX280" fmla="*/ 300098 w 551389"/>
                <a:gd name="connsiteY280" fmla="*/ 419789 h 903022"/>
                <a:gd name="connsiteX281" fmla="*/ 298348 w 551389"/>
                <a:gd name="connsiteY281" fmla="*/ 421101 h 903022"/>
                <a:gd name="connsiteX282" fmla="*/ 297910 w 551389"/>
                <a:gd name="connsiteY282" fmla="*/ 423388 h 903022"/>
                <a:gd name="connsiteX283" fmla="*/ 297675 w 551389"/>
                <a:gd name="connsiteY283" fmla="*/ 426416 h 903022"/>
                <a:gd name="connsiteX284" fmla="*/ 297439 w 551389"/>
                <a:gd name="connsiteY284" fmla="*/ 430318 h 903022"/>
                <a:gd name="connsiteX285" fmla="*/ 297338 w 551389"/>
                <a:gd name="connsiteY285" fmla="*/ 433346 h 903022"/>
                <a:gd name="connsiteX286" fmla="*/ 297540 w 551389"/>
                <a:gd name="connsiteY286" fmla="*/ 435398 h 903022"/>
                <a:gd name="connsiteX287" fmla="*/ 297877 w 551389"/>
                <a:gd name="connsiteY287" fmla="*/ 440275 h 903022"/>
                <a:gd name="connsiteX288" fmla="*/ 297641 w 551389"/>
                <a:gd name="connsiteY288" fmla="*/ 444413 h 903022"/>
                <a:gd name="connsiteX289" fmla="*/ 299055 w 551389"/>
                <a:gd name="connsiteY289" fmla="*/ 449156 h 903022"/>
                <a:gd name="connsiteX290" fmla="*/ 300199 w 551389"/>
                <a:gd name="connsiteY290" fmla="*/ 455077 h 903022"/>
                <a:gd name="connsiteX291" fmla="*/ 304978 w 551389"/>
                <a:gd name="connsiteY291" fmla="*/ 461031 h 903022"/>
                <a:gd name="connsiteX292" fmla="*/ 307300 w 551389"/>
                <a:gd name="connsiteY292" fmla="*/ 463352 h 903022"/>
                <a:gd name="connsiteX293" fmla="*/ 309319 w 551389"/>
                <a:gd name="connsiteY293" fmla="*/ 466817 h 903022"/>
                <a:gd name="connsiteX294" fmla="*/ 308175 w 551389"/>
                <a:gd name="connsiteY294" fmla="*/ 468398 h 903022"/>
                <a:gd name="connsiteX295" fmla="*/ 305113 w 551389"/>
                <a:gd name="connsiteY295" fmla="*/ 468398 h 903022"/>
                <a:gd name="connsiteX296" fmla="*/ 302353 w 551389"/>
                <a:gd name="connsiteY296" fmla="*/ 471594 h 903022"/>
                <a:gd name="connsiteX297" fmla="*/ 302487 w 551389"/>
                <a:gd name="connsiteY297" fmla="*/ 475059 h 903022"/>
                <a:gd name="connsiteX298" fmla="*/ 301040 w 551389"/>
                <a:gd name="connsiteY298" fmla="*/ 480139 h 903022"/>
                <a:gd name="connsiteX299" fmla="*/ 302218 w 551389"/>
                <a:gd name="connsiteY299" fmla="*/ 483771 h 903022"/>
                <a:gd name="connsiteX300" fmla="*/ 303531 w 551389"/>
                <a:gd name="connsiteY300" fmla="*/ 488851 h 903022"/>
                <a:gd name="connsiteX301" fmla="*/ 301209 w 551389"/>
                <a:gd name="connsiteY301" fmla="*/ 492181 h 903022"/>
                <a:gd name="connsiteX302" fmla="*/ 294242 w 551389"/>
                <a:gd name="connsiteY302" fmla="*/ 492181 h 903022"/>
                <a:gd name="connsiteX303" fmla="*/ 289901 w 551389"/>
                <a:gd name="connsiteY303" fmla="*/ 490163 h 903022"/>
                <a:gd name="connsiteX304" fmla="*/ 287141 w 551389"/>
                <a:gd name="connsiteY304" fmla="*/ 490735 h 903022"/>
                <a:gd name="connsiteX305" fmla="*/ 282497 w 551389"/>
                <a:gd name="connsiteY305" fmla="*/ 492383 h 903022"/>
                <a:gd name="connsiteX306" fmla="*/ 277280 w 551389"/>
                <a:gd name="connsiteY306" fmla="*/ 491610 h 903022"/>
                <a:gd name="connsiteX307" fmla="*/ 273645 w 551389"/>
                <a:gd name="connsiteY307" fmla="*/ 488279 h 903022"/>
                <a:gd name="connsiteX308" fmla="*/ 270179 w 551389"/>
                <a:gd name="connsiteY308" fmla="*/ 487842 h 903022"/>
                <a:gd name="connsiteX309" fmla="*/ 264390 w 551389"/>
                <a:gd name="connsiteY309" fmla="*/ 486530 h 903022"/>
                <a:gd name="connsiteX310" fmla="*/ 261059 w 551389"/>
                <a:gd name="connsiteY310" fmla="*/ 489558 h 903022"/>
                <a:gd name="connsiteX311" fmla="*/ 259477 w 551389"/>
                <a:gd name="connsiteY311" fmla="*/ 492350 h 903022"/>
                <a:gd name="connsiteX312" fmla="*/ 255270 w 551389"/>
                <a:gd name="connsiteY312" fmla="*/ 493897 h 903022"/>
                <a:gd name="connsiteX313" fmla="*/ 251366 w 551389"/>
                <a:gd name="connsiteY313" fmla="*/ 495916 h 903022"/>
                <a:gd name="connsiteX314" fmla="*/ 248909 w 551389"/>
                <a:gd name="connsiteY314" fmla="*/ 497934 h 903022"/>
                <a:gd name="connsiteX315" fmla="*/ 245578 w 551389"/>
                <a:gd name="connsiteY315" fmla="*/ 496050 h 903022"/>
                <a:gd name="connsiteX316" fmla="*/ 241236 w 551389"/>
                <a:gd name="connsiteY316" fmla="*/ 493157 h 903022"/>
                <a:gd name="connsiteX317" fmla="*/ 233260 w 551389"/>
                <a:gd name="connsiteY317" fmla="*/ 491845 h 903022"/>
                <a:gd name="connsiteX318" fmla="*/ 229053 w 551389"/>
                <a:gd name="connsiteY318" fmla="*/ 488515 h 903022"/>
                <a:gd name="connsiteX319" fmla="*/ 224409 w 551389"/>
                <a:gd name="connsiteY319" fmla="*/ 485184 h 903022"/>
                <a:gd name="connsiteX320" fmla="*/ 222221 w 551389"/>
                <a:gd name="connsiteY320" fmla="*/ 486496 h 903022"/>
                <a:gd name="connsiteX321" fmla="*/ 222356 w 551389"/>
                <a:gd name="connsiteY321" fmla="*/ 489961 h 903022"/>
                <a:gd name="connsiteX322" fmla="*/ 224106 w 551389"/>
                <a:gd name="connsiteY322" fmla="*/ 493594 h 903022"/>
                <a:gd name="connsiteX323" fmla="*/ 224409 w 551389"/>
                <a:gd name="connsiteY323" fmla="*/ 497934 h 903022"/>
                <a:gd name="connsiteX324" fmla="*/ 223837 w 551389"/>
                <a:gd name="connsiteY324" fmla="*/ 500255 h 903022"/>
                <a:gd name="connsiteX325" fmla="*/ 219765 w 551389"/>
                <a:gd name="connsiteY325" fmla="*/ 499111 h 903022"/>
                <a:gd name="connsiteX326" fmla="*/ 215692 w 551389"/>
                <a:gd name="connsiteY326" fmla="*/ 497362 h 903022"/>
                <a:gd name="connsiteX327" fmla="*/ 215558 w 551389"/>
                <a:gd name="connsiteY327" fmla="*/ 501701 h 903022"/>
                <a:gd name="connsiteX328" fmla="*/ 217308 w 551389"/>
                <a:gd name="connsiteY328" fmla="*/ 505906 h 903022"/>
                <a:gd name="connsiteX329" fmla="*/ 221817 w 551389"/>
                <a:gd name="connsiteY329" fmla="*/ 509809 h 903022"/>
                <a:gd name="connsiteX330" fmla="*/ 224409 w 551389"/>
                <a:gd name="connsiteY330" fmla="*/ 511255 h 903022"/>
                <a:gd name="connsiteX331" fmla="*/ 226563 w 551389"/>
                <a:gd name="connsiteY331" fmla="*/ 513442 h 903022"/>
                <a:gd name="connsiteX332" fmla="*/ 228313 w 551389"/>
                <a:gd name="connsiteY332" fmla="*/ 517209 h 903022"/>
                <a:gd name="connsiteX333" fmla="*/ 231342 w 551389"/>
                <a:gd name="connsiteY333" fmla="*/ 519665 h 903022"/>
                <a:gd name="connsiteX334" fmla="*/ 236558 w 551389"/>
                <a:gd name="connsiteY334" fmla="*/ 518084 h 903022"/>
                <a:gd name="connsiteX335" fmla="*/ 238005 w 551389"/>
                <a:gd name="connsiteY335" fmla="*/ 514619 h 903022"/>
                <a:gd name="connsiteX336" fmla="*/ 243053 w 551389"/>
                <a:gd name="connsiteY336" fmla="*/ 519699 h 903022"/>
                <a:gd name="connsiteX337" fmla="*/ 242784 w 551389"/>
                <a:gd name="connsiteY337" fmla="*/ 521583 h 903022"/>
                <a:gd name="connsiteX338" fmla="*/ 240597 w 551389"/>
                <a:gd name="connsiteY338" fmla="*/ 522592 h 903022"/>
                <a:gd name="connsiteX339" fmla="*/ 236525 w 551389"/>
                <a:gd name="connsiteY339" fmla="*/ 524778 h 903022"/>
                <a:gd name="connsiteX340" fmla="*/ 231443 w 551389"/>
                <a:gd name="connsiteY340" fmla="*/ 525788 h 903022"/>
                <a:gd name="connsiteX341" fmla="*/ 227101 w 551389"/>
                <a:gd name="connsiteY341" fmla="*/ 527234 h 903022"/>
                <a:gd name="connsiteX342" fmla="*/ 223029 w 551389"/>
                <a:gd name="connsiteY342" fmla="*/ 527234 h 903022"/>
                <a:gd name="connsiteX343" fmla="*/ 219832 w 551389"/>
                <a:gd name="connsiteY343" fmla="*/ 529555 h 903022"/>
                <a:gd name="connsiteX344" fmla="*/ 216130 w 551389"/>
                <a:gd name="connsiteY344" fmla="*/ 531136 h 903022"/>
                <a:gd name="connsiteX345" fmla="*/ 213740 w 551389"/>
                <a:gd name="connsiteY345" fmla="*/ 528815 h 903022"/>
                <a:gd name="connsiteX346" fmla="*/ 213740 w 551389"/>
                <a:gd name="connsiteY346" fmla="*/ 526629 h 903022"/>
                <a:gd name="connsiteX347" fmla="*/ 210409 w 551389"/>
                <a:gd name="connsiteY347" fmla="*/ 524610 h 903022"/>
                <a:gd name="connsiteX348" fmla="*/ 207380 w 551389"/>
                <a:gd name="connsiteY348" fmla="*/ 524913 h 903022"/>
                <a:gd name="connsiteX349" fmla="*/ 207110 w 551389"/>
                <a:gd name="connsiteY349" fmla="*/ 528681 h 903022"/>
                <a:gd name="connsiteX350" fmla="*/ 206235 w 551389"/>
                <a:gd name="connsiteY350" fmla="*/ 531708 h 903022"/>
                <a:gd name="connsiteX351" fmla="*/ 203038 w 551389"/>
                <a:gd name="connsiteY351" fmla="*/ 534466 h 903022"/>
                <a:gd name="connsiteX352" fmla="*/ 197519 w 551389"/>
                <a:gd name="connsiteY352" fmla="*/ 534466 h 903022"/>
                <a:gd name="connsiteX353" fmla="*/ 193480 w 551389"/>
                <a:gd name="connsiteY353" fmla="*/ 535207 h 903022"/>
                <a:gd name="connsiteX354" fmla="*/ 187692 w 551389"/>
                <a:gd name="connsiteY354" fmla="*/ 531573 h 903022"/>
                <a:gd name="connsiteX355" fmla="*/ 185067 w 551389"/>
                <a:gd name="connsiteY355" fmla="*/ 529118 h 903022"/>
                <a:gd name="connsiteX356" fmla="*/ 181432 w 551389"/>
                <a:gd name="connsiteY356" fmla="*/ 529824 h 903022"/>
                <a:gd name="connsiteX357" fmla="*/ 180422 w 551389"/>
                <a:gd name="connsiteY357" fmla="*/ 535173 h 903022"/>
                <a:gd name="connsiteX358" fmla="*/ 179413 w 551389"/>
                <a:gd name="connsiteY358" fmla="*/ 537931 h 903022"/>
                <a:gd name="connsiteX359" fmla="*/ 175509 w 551389"/>
                <a:gd name="connsiteY359" fmla="*/ 537057 h 903022"/>
                <a:gd name="connsiteX360" fmla="*/ 170158 w 551389"/>
                <a:gd name="connsiteY360" fmla="*/ 533424 h 903022"/>
                <a:gd name="connsiteX361" fmla="*/ 165951 w 551389"/>
                <a:gd name="connsiteY361" fmla="*/ 528344 h 903022"/>
                <a:gd name="connsiteX362" fmla="*/ 164066 w 551389"/>
                <a:gd name="connsiteY362" fmla="*/ 524005 h 903022"/>
                <a:gd name="connsiteX363" fmla="*/ 167398 w 551389"/>
                <a:gd name="connsiteY363" fmla="*/ 521549 h 903022"/>
                <a:gd name="connsiteX364" fmla="*/ 163494 w 551389"/>
                <a:gd name="connsiteY364" fmla="*/ 517916 h 903022"/>
                <a:gd name="connsiteX365" fmla="*/ 158143 w 551389"/>
                <a:gd name="connsiteY365" fmla="*/ 515292 h 903022"/>
                <a:gd name="connsiteX366" fmla="*/ 154374 w 551389"/>
                <a:gd name="connsiteY366" fmla="*/ 511087 h 903022"/>
                <a:gd name="connsiteX367" fmla="*/ 147272 w 551389"/>
                <a:gd name="connsiteY367" fmla="*/ 510650 h 903022"/>
                <a:gd name="connsiteX368" fmla="*/ 139868 w 551389"/>
                <a:gd name="connsiteY368" fmla="*/ 510952 h 903022"/>
                <a:gd name="connsiteX369" fmla="*/ 137277 w 551389"/>
                <a:gd name="connsiteY369" fmla="*/ 513139 h 903022"/>
                <a:gd name="connsiteX370" fmla="*/ 133508 w 551389"/>
                <a:gd name="connsiteY370" fmla="*/ 514451 h 903022"/>
                <a:gd name="connsiteX371" fmla="*/ 127551 w 551389"/>
                <a:gd name="connsiteY371" fmla="*/ 512130 h 903022"/>
                <a:gd name="connsiteX372" fmla="*/ 121628 w 551389"/>
                <a:gd name="connsiteY372" fmla="*/ 513576 h 903022"/>
                <a:gd name="connsiteX373" fmla="*/ 112339 w 551389"/>
                <a:gd name="connsiteY373" fmla="*/ 513711 h 903022"/>
                <a:gd name="connsiteX374" fmla="*/ 111262 w 551389"/>
                <a:gd name="connsiteY374" fmla="*/ 515897 h 903022"/>
                <a:gd name="connsiteX375" fmla="*/ 109445 w 551389"/>
                <a:gd name="connsiteY375" fmla="*/ 521246 h 903022"/>
                <a:gd name="connsiteX376" fmla="*/ 109445 w 551389"/>
                <a:gd name="connsiteY376" fmla="*/ 524879 h 903022"/>
                <a:gd name="connsiteX377" fmla="*/ 110185 w 551389"/>
                <a:gd name="connsiteY377" fmla="*/ 530531 h 903022"/>
                <a:gd name="connsiteX378" fmla="*/ 111498 w 551389"/>
                <a:gd name="connsiteY378" fmla="*/ 532549 h 903022"/>
                <a:gd name="connsiteX379" fmla="*/ 114695 w 551389"/>
                <a:gd name="connsiteY379" fmla="*/ 536619 h 903022"/>
                <a:gd name="connsiteX380" fmla="*/ 115873 w 551389"/>
                <a:gd name="connsiteY380" fmla="*/ 537931 h 903022"/>
                <a:gd name="connsiteX381" fmla="*/ 116445 w 551389"/>
                <a:gd name="connsiteY381" fmla="*/ 540555 h 903022"/>
                <a:gd name="connsiteX382" fmla="*/ 116580 w 551389"/>
                <a:gd name="connsiteY382" fmla="*/ 542136 h 903022"/>
                <a:gd name="connsiteX383" fmla="*/ 116142 w 551389"/>
                <a:gd name="connsiteY383" fmla="*/ 544895 h 903022"/>
                <a:gd name="connsiteX384" fmla="*/ 116007 w 551389"/>
                <a:gd name="connsiteY384" fmla="*/ 546476 h 903022"/>
                <a:gd name="connsiteX385" fmla="*/ 115132 w 551389"/>
                <a:gd name="connsiteY385" fmla="*/ 547620 h 903022"/>
                <a:gd name="connsiteX386" fmla="*/ 112676 w 551389"/>
                <a:gd name="connsiteY386" fmla="*/ 548360 h 903022"/>
                <a:gd name="connsiteX387" fmla="*/ 109478 w 551389"/>
                <a:gd name="connsiteY387" fmla="*/ 548360 h 903022"/>
                <a:gd name="connsiteX388" fmla="*/ 106887 w 551389"/>
                <a:gd name="connsiteY388" fmla="*/ 548360 h 903022"/>
                <a:gd name="connsiteX389" fmla="*/ 104430 w 551389"/>
                <a:gd name="connsiteY389" fmla="*/ 549806 h 903022"/>
                <a:gd name="connsiteX390" fmla="*/ 102983 w 551389"/>
                <a:gd name="connsiteY390" fmla="*/ 551387 h 903022"/>
                <a:gd name="connsiteX391" fmla="*/ 102243 w 551389"/>
                <a:gd name="connsiteY391" fmla="*/ 552262 h 903022"/>
                <a:gd name="connsiteX392" fmla="*/ 100661 w 551389"/>
                <a:gd name="connsiteY392" fmla="*/ 554718 h 903022"/>
                <a:gd name="connsiteX393" fmla="*/ 99920 w 551389"/>
                <a:gd name="connsiteY393" fmla="*/ 556467 h 903022"/>
                <a:gd name="connsiteX394" fmla="*/ 98036 w 551389"/>
                <a:gd name="connsiteY394" fmla="*/ 559225 h 903022"/>
                <a:gd name="connsiteX395" fmla="*/ 97296 w 551389"/>
                <a:gd name="connsiteY395" fmla="*/ 562421 h 903022"/>
                <a:gd name="connsiteX396" fmla="*/ 97296 w 551389"/>
                <a:gd name="connsiteY396" fmla="*/ 564877 h 903022"/>
                <a:gd name="connsiteX397" fmla="*/ 97296 w 551389"/>
                <a:gd name="connsiteY397" fmla="*/ 568342 h 903022"/>
                <a:gd name="connsiteX398" fmla="*/ 96420 w 551389"/>
                <a:gd name="connsiteY398" fmla="*/ 571235 h 903022"/>
                <a:gd name="connsiteX399" fmla="*/ 97161 w 551389"/>
                <a:gd name="connsiteY399" fmla="*/ 574430 h 903022"/>
                <a:gd name="connsiteX400" fmla="*/ 99483 w 551389"/>
                <a:gd name="connsiteY400" fmla="*/ 576617 h 903022"/>
                <a:gd name="connsiteX401" fmla="*/ 101671 w 551389"/>
                <a:gd name="connsiteY401" fmla="*/ 576617 h 903022"/>
                <a:gd name="connsiteX402" fmla="*/ 103690 w 551389"/>
                <a:gd name="connsiteY402" fmla="*/ 575305 h 903022"/>
                <a:gd name="connsiteX403" fmla="*/ 106887 w 551389"/>
                <a:gd name="connsiteY403" fmla="*/ 576684 h 903022"/>
                <a:gd name="connsiteX404" fmla="*/ 109781 w 551389"/>
                <a:gd name="connsiteY404" fmla="*/ 579073 h 903022"/>
                <a:gd name="connsiteX405" fmla="*/ 113551 w 551389"/>
                <a:gd name="connsiteY405" fmla="*/ 580822 h 903022"/>
                <a:gd name="connsiteX406" fmla="*/ 116310 w 551389"/>
                <a:gd name="connsiteY406" fmla="*/ 582403 h 903022"/>
                <a:gd name="connsiteX407" fmla="*/ 118330 w 551389"/>
                <a:gd name="connsiteY407" fmla="*/ 587045 h 903022"/>
                <a:gd name="connsiteX408" fmla="*/ 122099 w 551389"/>
                <a:gd name="connsiteY408" fmla="*/ 591822 h 903022"/>
                <a:gd name="connsiteX409" fmla="*/ 124286 w 551389"/>
                <a:gd name="connsiteY409" fmla="*/ 593269 h 903022"/>
                <a:gd name="connsiteX410" fmla="*/ 126036 w 551389"/>
                <a:gd name="connsiteY410" fmla="*/ 595186 h 903022"/>
                <a:gd name="connsiteX411" fmla="*/ 128964 w 551389"/>
                <a:gd name="connsiteY411" fmla="*/ 597675 h 903022"/>
                <a:gd name="connsiteX412" fmla="*/ 128729 w 551389"/>
                <a:gd name="connsiteY412" fmla="*/ 600703 h 903022"/>
                <a:gd name="connsiteX413" fmla="*/ 127753 w 551389"/>
                <a:gd name="connsiteY413" fmla="*/ 602822 h 903022"/>
                <a:gd name="connsiteX414" fmla="*/ 125565 w 551389"/>
                <a:gd name="connsiteY414" fmla="*/ 603966 h 903022"/>
                <a:gd name="connsiteX415" fmla="*/ 122536 w 551389"/>
                <a:gd name="connsiteY415" fmla="*/ 603966 h 903022"/>
                <a:gd name="connsiteX416" fmla="*/ 117320 w 551389"/>
                <a:gd name="connsiteY416" fmla="*/ 603966 h 903022"/>
                <a:gd name="connsiteX417" fmla="*/ 115368 w 551389"/>
                <a:gd name="connsiteY417" fmla="*/ 605043 h 903022"/>
                <a:gd name="connsiteX418" fmla="*/ 112103 w 551389"/>
                <a:gd name="connsiteY418" fmla="*/ 606556 h 903022"/>
                <a:gd name="connsiteX419" fmla="*/ 110690 w 551389"/>
                <a:gd name="connsiteY419" fmla="*/ 607633 h 903022"/>
                <a:gd name="connsiteX420" fmla="*/ 107762 w 551389"/>
                <a:gd name="connsiteY420" fmla="*/ 609247 h 903022"/>
                <a:gd name="connsiteX421" fmla="*/ 107762 w 551389"/>
                <a:gd name="connsiteY421" fmla="*/ 611737 h 903022"/>
                <a:gd name="connsiteX422" fmla="*/ 109613 w 551389"/>
                <a:gd name="connsiteY422" fmla="*/ 612376 h 903022"/>
                <a:gd name="connsiteX423" fmla="*/ 114055 w 551389"/>
                <a:gd name="connsiteY423" fmla="*/ 613452 h 903022"/>
                <a:gd name="connsiteX424" fmla="*/ 117656 w 551389"/>
                <a:gd name="connsiteY424" fmla="*/ 615067 h 903022"/>
                <a:gd name="connsiteX425" fmla="*/ 119507 w 551389"/>
                <a:gd name="connsiteY425" fmla="*/ 616480 h 903022"/>
                <a:gd name="connsiteX426" fmla="*/ 120820 w 551389"/>
                <a:gd name="connsiteY426" fmla="*/ 618969 h 903022"/>
                <a:gd name="connsiteX427" fmla="*/ 120181 w 551389"/>
                <a:gd name="connsiteY427" fmla="*/ 621257 h 903022"/>
                <a:gd name="connsiteX428" fmla="*/ 116277 w 551389"/>
                <a:gd name="connsiteY428" fmla="*/ 622031 h 903022"/>
                <a:gd name="connsiteX429" fmla="*/ 112373 w 551389"/>
                <a:gd name="connsiteY429" fmla="*/ 622031 h 903022"/>
                <a:gd name="connsiteX430" fmla="*/ 110522 w 551389"/>
                <a:gd name="connsiteY430" fmla="*/ 623443 h 903022"/>
                <a:gd name="connsiteX431" fmla="*/ 109108 w 551389"/>
                <a:gd name="connsiteY431" fmla="*/ 625394 h 903022"/>
                <a:gd name="connsiteX432" fmla="*/ 106079 w 551389"/>
                <a:gd name="connsiteY432" fmla="*/ 628994 h 903022"/>
                <a:gd name="connsiteX433" fmla="*/ 103791 w 551389"/>
                <a:gd name="connsiteY433" fmla="*/ 631618 h 903022"/>
                <a:gd name="connsiteX434" fmla="*/ 101300 w 551389"/>
                <a:gd name="connsiteY434" fmla="*/ 633670 h 903022"/>
                <a:gd name="connsiteX435" fmla="*/ 100863 w 551389"/>
                <a:gd name="connsiteY435" fmla="*/ 637706 h 903022"/>
                <a:gd name="connsiteX436" fmla="*/ 100863 w 551389"/>
                <a:gd name="connsiteY436" fmla="*/ 642921 h 903022"/>
                <a:gd name="connsiteX437" fmla="*/ 102815 w 551389"/>
                <a:gd name="connsiteY437" fmla="*/ 648909 h 903022"/>
                <a:gd name="connsiteX438" fmla="*/ 104868 w 551389"/>
                <a:gd name="connsiteY438" fmla="*/ 651734 h 903022"/>
                <a:gd name="connsiteX439" fmla="*/ 105945 w 551389"/>
                <a:gd name="connsiteY439" fmla="*/ 652609 h 903022"/>
                <a:gd name="connsiteX440" fmla="*/ 106820 w 551389"/>
                <a:gd name="connsiteY440" fmla="*/ 655098 h 903022"/>
                <a:gd name="connsiteX441" fmla="*/ 106046 w 551389"/>
                <a:gd name="connsiteY441" fmla="*/ 658899 h 903022"/>
                <a:gd name="connsiteX442" fmla="*/ 106046 w 551389"/>
                <a:gd name="connsiteY442" fmla="*/ 662163 h 903022"/>
                <a:gd name="connsiteX443" fmla="*/ 106921 w 551389"/>
                <a:gd name="connsiteY443" fmla="*/ 664988 h 903022"/>
                <a:gd name="connsiteX444" fmla="*/ 108772 w 551389"/>
                <a:gd name="connsiteY444" fmla="*/ 666300 h 903022"/>
                <a:gd name="connsiteX445" fmla="*/ 108435 w 551389"/>
                <a:gd name="connsiteY445" fmla="*/ 667713 h 903022"/>
                <a:gd name="connsiteX446" fmla="*/ 106382 w 551389"/>
                <a:gd name="connsiteY446" fmla="*/ 671952 h 903022"/>
                <a:gd name="connsiteX447" fmla="*/ 109310 w 551389"/>
                <a:gd name="connsiteY447" fmla="*/ 673465 h 903022"/>
                <a:gd name="connsiteX448" fmla="*/ 114089 w 551389"/>
                <a:gd name="connsiteY448" fmla="*/ 673028 h 903022"/>
                <a:gd name="connsiteX449" fmla="*/ 116378 w 551389"/>
                <a:gd name="connsiteY449" fmla="*/ 675316 h 903022"/>
                <a:gd name="connsiteX450" fmla="*/ 117017 w 551389"/>
                <a:gd name="connsiteY450" fmla="*/ 679655 h 903022"/>
                <a:gd name="connsiteX451" fmla="*/ 115806 w 551389"/>
                <a:gd name="connsiteY451" fmla="*/ 683995 h 903022"/>
                <a:gd name="connsiteX452" fmla="*/ 113854 w 551389"/>
                <a:gd name="connsiteY452" fmla="*/ 687258 h 903022"/>
                <a:gd name="connsiteX453" fmla="*/ 112204 w 551389"/>
                <a:gd name="connsiteY453" fmla="*/ 689444 h 903022"/>
                <a:gd name="connsiteX454" fmla="*/ 111430 w 551389"/>
                <a:gd name="connsiteY454" fmla="*/ 690083 h 903022"/>
                <a:gd name="connsiteX455" fmla="*/ 108839 w 551389"/>
                <a:gd name="connsiteY455" fmla="*/ 691160 h 903022"/>
                <a:gd name="connsiteX456" fmla="*/ 105474 w 551389"/>
                <a:gd name="connsiteY456" fmla="*/ 689848 h 903022"/>
                <a:gd name="connsiteX457" fmla="*/ 103421 w 551389"/>
                <a:gd name="connsiteY457" fmla="*/ 687460 h 903022"/>
                <a:gd name="connsiteX458" fmla="*/ 102546 w 551389"/>
                <a:gd name="connsiteY458" fmla="*/ 686686 h 903022"/>
                <a:gd name="connsiteX459" fmla="*/ 102007 w 551389"/>
                <a:gd name="connsiteY459" fmla="*/ 683759 h 903022"/>
                <a:gd name="connsiteX460" fmla="*/ 101805 w 551389"/>
                <a:gd name="connsiteY460" fmla="*/ 681270 h 903022"/>
                <a:gd name="connsiteX461" fmla="*/ 101570 w 551389"/>
                <a:gd name="connsiteY461" fmla="*/ 680193 h 903022"/>
                <a:gd name="connsiteX462" fmla="*/ 101031 w 551389"/>
                <a:gd name="connsiteY462" fmla="*/ 677704 h 903022"/>
                <a:gd name="connsiteX463" fmla="*/ 98843 w 551389"/>
                <a:gd name="connsiteY463" fmla="*/ 676729 h 903022"/>
                <a:gd name="connsiteX464" fmla="*/ 96993 w 551389"/>
                <a:gd name="connsiteY464" fmla="*/ 678141 h 903022"/>
                <a:gd name="connsiteX465" fmla="*/ 95243 w 551389"/>
                <a:gd name="connsiteY465" fmla="*/ 680193 h 903022"/>
                <a:gd name="connsiteX466" fmla="*/ 93627 w 551389"/>
                <a:gd name="connsiteY466" fmla="*/ 682044 h 903022"/>
                <a:gd name="connsiteX467" fmla="*/ 91137 w 551389"/>
                <a:gd name="connsiteY467" fmla="*/ 682683 h 903022"/>
                <a:gd name="connsiteX468" fmla="*/ 89050 w 551389"/>
                <a:gd name="connsiteY468" fmla="*/ 681808 h 903022"/>
                <a:gd name="connsiteX469" fmla="*/ 86122 w 551389"/>
                <a:gd name="connsiteY469" fmla="*/ 681169 h 903022"/>
                <a:gd name="connsiteX470" fmla="*/ 83632 w 551389"/>
                <a:gd name="connsiteY470" fmla="*/ 681505 h 903022"/>
                <a:gd name="connsiteX471" fmla="*/ 81007 w 551389"/>
                <a:gd name="connsiteY471" fmla="*/ 683154 h 903022"/>
                <a:gd name="connsiteX472" fmla="*/ 80031 w 551389"/>
                <a:gd name="connsiteY472" fmla="*/ 684230 h 903022"/>
                <a:gd name="connsiteX473" fmla="*/ 75151 w 551389"/>
                <a:gd name="connsiteY473" fmla="*/ 682178 h 903022"/>
                <a:gd name="connsiteX474" fmla="*/ 73098 w 551389"/>
                <a:gd name="connsiteY474" fmla="*/ 679790 h 903022"/>
                <a:gd name="connsiteX475" fmla="*/ 70910 w 551389"/>
                <a:gd name="connsiteY475" fmla="*/ 677940 h 903022"/>
                <a:gd name="connsiteX476" fmla="*/ 69059 w 551389"/>
                <a:gd name="connsiteY476" fmla="*/ 675450 h 903022"/>
                <a:gd name="connsiteX477" fmla="*/ 65155 w 551389"/>
                <a:gd name="connsiteY477" fmla="*/ 675248 h 903022"/>
                <a:gd name="connsiteX478" fmla="*/ 63641 w 551389"/>
                <a:gd name="connsiteY478" fmla="*/ 676560 h 903022"/>
                <a:gd name="connsiteX479" fmla="*/ 61352 w 551389"/>
                <a:gd name="connsiteY479" fmla="*/ 679050 h 903022"/>
                <a:gd name="connsiteX480" fmla="*/ 59400 w 551389"/>
                <a:gd name="connsiteY480" fmla="*/ 681102 h 903022"/>
                <a:gd name="connsiteX481" fmla="*/ 56237 w 551389"/>
                <a:gd name="connsiteY481" fmla="*/ 682716 h 903022"/>
                <a:gd name="connsiteX482" fmla="*/ 51559 w 551389"/>
                <a:gd name="connsiteY482" fmla="*/ 684566 h 903022"/>
                <a:gd name="connsiteX483" fmla="*/ 50044 w 551389"/>
                <a:gd name="connsiteY483" fmla="*/ 686417 h 903022"/>
                <a:gd name="connsiteX484" fmla="*/ 48833 w 551389"/>
                <a:gd name="connsiteY484" fmla="*/ 689680 h 903022"/>
                <a:gd name="connsiteX485" fmla="*/ 47857 w 551389"/>
                <a:gd name="connsiteY485" fmla="*/ 693380 h 903022"/>
                <a:gd name="connsiteX486" fmla="*/ 46881 w 551389"/>
                <a:gd name="connsiteY486" fmla="*/ 697518 h 903022"/>
                <a:gd name="connsiteX487" fmla="*/ 46881 w 551389"/>
                <a:gd name="connsiteY487" fmla="*/ 702160 h 903022"/>
                <a:gd name="connsiteX488" fmla="*/ 43717 w 551389"/>
                <a:gd name="connsiteY488" fmla="*/ 703035 h 903022"/>
                <a:gd name="connsiteX489" fmla="*/ 38164 w 551389"/>
                <a:gd name="connsiteY489" fmla="*/ 705322 h 903022"/>
                <a:gd name="connsiteX490" fmla="*/ 35775 w 551389"/>
                <a:gd name="connsiteY490" fmla="*/ 706399 h 903022"/>
                <a:gd name="connsiteX491" fmla="*/ 35236 w 551389"/>
                <a:gd name="connsiteY491" fmla="*/ 709124 h 903022"/>
                <a:gd name="connsiteX492" fmla="*/ 35236 w 551389"/>
                <a:gd name="connsiteY492" fmla="*/ 712488 h 903022"/>
                <a:gd name="connsiteX493" fmla="*/ 36010 w 551389"/>
                <a:gd name="connsiteY493" fmla="*/ 715111 h 903022"/>
                <a:gd name="connsiteX494" fmla="*/ 40352 w 551389"/>
                <a:gd name="connsiteY494" fmla="*/ 717062 h 903022"/>
                <a:gd name="connsiteX495" fmla="*/ 42539 w 551389"/>
                <a:gd name="connsiteY495" fmla="*/ 717601 h 903022"/>
                <a:gd name="connsiteX496" fmla="*/ 46443 w 551389"/>
                <a:gd name="connsiteY496" fmla="*/ 717601 h 903022"/>
                <a:gd name="connsiteX497" fmla="*/ 49809 w 551389"/>
                <a:gd name="connsiteY497" fmla="*/ 719787 h 903022"/>
                <a:gd name="connsiteX498" fmla="*/ 52535 w 551389"/>
                <a:gd name="connsiteY498" fmla="*/ 720931 h 903022"/>
                <a:gd name="connsiteX499" fmla="*/ 53174 w 551389"/>
                <a:gd name="connsiteY499" fmla="*/ 722176 h 903022"/>
                <a:gd name="connsiteX500" fmla="*/ 54722 w 551389"/>
                <a:gd name="connsiteY500" fmla="*/ 722176 h 903022"/>
                <a:gd name="connsiteX501" fmla="*/ 57448 w 551389"/>
                <a:gd name="connsiteY501" fmla="*/ 721301 h 903022"/>
                <a:gd name="connsiteX502" fmla="*/ 58761 w 551389"/>
                <a:gd name="connsiteY502" fmla="*/ 721301 h 903022"/>
                <a:gd name="connsiteX503" fmla="*/ 62564 w 551389"/>
                <a:gd name="connsiteY503" fmla="*/ 722176 h 903022"/>
                <a:gd name="connsiteX504" fmla="*/ 64314 w 551389"/>
                <a:gd name="connsiteY504" fmla="*/ 725237 h 903022"/>
                <a:gd name="connsiteX505" fmla="*/ 63775 w 551389"/>
                <a:gd name="connsiteY505" fmla="*/ 727188 h 903022"/>
                <a:gd name="connsiteX506" fmla="*/ 60949 w 551389"/>
                <a:gd name="connsiteY506" fmla="*/ 727726 h 903022"/>
                <a:gd name="connsiteX507" fmla="*/ 58896 w 551389"/>
                <a:gd name="connsiteY507" fmla="*/ 727087 h 903022"/>
                <a:gd name="connsiteX508" fmla="*/ 56708 w 551389"/>
                <a:gd name="connsiteY508" fmla="*/ 727087 h 903022"/>
                <a:gd name="connsiteX509" fmla="*/ 53982 w 551389"/>
                <a:gd name="connsiteY509" fmla="*/ 728500 h 903022"/>
                <a:gd name="connsiteX510" fmla="*/ 52804 w 551389"/>
                <a:gd name="connsiteY510" fmla="*/ 729576 h 903022"/>
                <a:gd name="connsiteX511" fmla="*/ 52367 w 551389"/>
                <a:gd name="connsiteY511" fmla="*/ 732503 h 903022"/>
                <a:gd name="connsiteX512" fmla="*/ 52266 w 551389"/>
                <a:gd name="connsiteY512" fmla="*/ 736102 h 903022"/>
                <a:gd name="connsiteX513" fmla="*/ 52905 w 551389"/>
                <a:gd name="connsiteY513" fmla="*/ 742191 h 903022"/>
                <a:gd name="connsiteX514" fmla="*/ 52468 w 551389"/>
                <a:gd name="connsiteY514" fmla="*/ 743806 h 903022"/>
                <a:gd name="connsiteX515" fmla="*/ 51694 w 551389"/>
                <a:gd name="connsiteY515" fmla="*/ 747271 h 903022"/>
                <a:gd name="connsiteX516" fmla="*/ 51256 w 551389"/>
                <a:gd name="connsiteY516" fmla="*/ 748684 h 903022"/>
                <a:gd name="connsiteX517" fmla="*/ 44290 w 551389"/>
                <a:gd name="connsiteY517" fmla="*/ 753461 h 903022"/>
                <a:gd name="connsiteX518" fmla="*/ 37323 w 551389"/>
                <a:gd name="connsiteY518" fmla="*/ 754537 h 903022"/>
                <a:gd name="connsiteX519" fmla="*/ 31905 w 551389"/>
                <a:gd name="connsiteY519" fmla="*/ 758877 h 903022"/>
                <a:gd name="connsiteX520" fmla="*/ 26688 w 551389"/>
                <a:gd name="connsiteY520" fmla="*/ 761063 h 903022"/>
                <a:gd name="connsiteX521" fmla="*/ 19957 w 551389"/>
                <a:gd name="connsiteY521" fmla="*/ 756724 h 903022"/>
                <a:gd name="connsiteX522" fmla="*/ 13226 w 551389"/>
                <a:gd name="connsiteY522" fmla="*/ 759112 h 903022"/>
                <a:gd name="connsiteX523" fmla="*/ 11476 w 551389"/>
                <a:gd name="connsiteY523" fmla="*/ 756084 h 903022"/>
                <a:gd name="connsiteX524" fmla="*/ 8010 w 551389"/>
                <a:gd name="connsiteY524" fmla="*/ 755210 h 903022"/>
                <a:gd name="connsiteX525" fmla="*/ 2591 w 551389"/>
                <a:gd name="connsiteY525" fmla="*/ 755210 h 903022"/>
                <a:gd name="connsiteX526" fmla="*/ 0 w 551389"/>
                <a:gd name="connsiteY526" fmla="*/ 758473 h 903022"/>
                <a:gd name="connsiteX527" fmla="*/ 0 w 551389"/>
                <a:gd name="connsiteY527" fmla="*/ 763014 h 903022"/>
                <a:gd name="connsiteX528" fmla="*/ 0 w 551389"/>
                <a:gd name="connsiteY528" fmla="*/ 766479 h 903022"/>
                <a:gd name="connsiteX529" fmla="*/ 0 w 551389"/>
                <a:gd name="connsiteY529" fmla="*/ 769944 h 903022"/>
                <a:gd name="connsiteX530" fmla="*/ 2188 w 551389"/>
                <a:gd name="connsiteY530" fmla="*/ 772568 h 903022"/>
                <a:gd name="connsiteX531" fmla="*/ 7842 w 551389"/>
                <a:gd name="connsiteY531" fmla="*/ 772568 h 903022"/>
                <a:gd name="connsiteX532" fmla="*/ 10904 w 551389"/>
                <a:gd name="connsiteY532" fmla="*/ 775393 h 903022"/>
                <a:gd name="connsiteX533" fmla="*/ 14371 w 551389"/>
                <a:gd name="connsiteY533" fmla="*/ 779531 h 903022"/>
                <a:gd name="connsiteX534" fmla="*/ 18510 w 551389"/>
                <a:gd name="connsiteY534" fmla="*/ 779531 h 903022"/>
                <a:gd name="connsiteX535" fmla="*/ 23525 w 551389"/>
                <a:gd name="connsiteY535" fmla="*/ 779531 h 903022"/>
                <a:gd name="connsiteX536" fmla="*/ 28102 w 551389"/>
                <a:gd name="connsiteY536" fmla="*/ 778455 h 903022"/>
                <a:gd name="connsiteX537" fmla="*/ 33116 w 551389"/>
                <a:gd name="connsiteY537" fmla="*/ 775629 h 903022"/>
                <a:gd name="connsiteX538" fmla="*/ 36818 w 551389"/>
                <a:gd name="connsiteY538" fmla="*/ 773443 h 903022"/>
                <a:gd name="connsiteX539" fmla="*/ 39006 w 551389"/>
                <a:gd name="connsiteY539" fmla="*/ 771054 h 903022"/>
                <a:gd name="connsiteX540" fmla="*/ 40756 w 551389"/>
                <a:gd name="connsiteY540" fmla="*/ 769103 h 903022"/>
                <a:gd name="connsiteX541" fmla="*/ 42506 w 551389"/>
                <a:gd name="connsiteY541" fmla="*/ 766715 h 903022"/>
                <a:gd name="connsiteX542" fmla="*/ 45770 w 551389"/>
                <a:gd name="connsiteY542" fmla="*/ 768464 h 903022"/>
                <a:gd name="connsiteX543" fmla="*/ 47722 w 551389"/>
                <a:gd name="connsiteY543" fmla="*/ 768901 h 903022"/>
                <a:gd name="connsiteX544" fmla="*/ 50549 w 551389"/>
                <a:gd name="connsiteY544" fmla="*/ 767152 h 903022"/>
                <a:gd name="connsiteX545" fmla="*/ 57953 w 551389"/>
                <a:gd name="connsiteY545" fmla="*/ 765840 h 903022"/>
                <a:gd name="connsiteX546" fmla="*/ 60545 w 551389"/>
                <a:gd name="connsiteY546" fmla="*/ 766277 h 903022"/>
                <a:gd name="connsiteX547" fmla="*/ 67175 w 551389"/>
                <a:gd name="connsiteY547" fmla="*/ 766815 h 903022"/>
                <a:gd name="connsiteX548" fmla="*/ 68487 w 551389"/>
                <a:gd name="connsiteY548" fmla="*/ 768329 h 903022"/>
                <a:gd name="connsiteX549" fmla="*/ 69026 w 551389"/>
                <a:gd name="connsiteY549" fmla="*/ 771256 h 903022"/>
                <a:gd name="connsiteX550" fmla="*/ 68050 w 551389"/>
                <a:gd name="connsiteY550" fmla="*/ 772332 h 903022"/>
                <a:gd name="connsiteX551" fmla="*/ 65761 w 551389"/>
                <a:gd name="connsiteY551" fmla="*/ 773745 h 903022"/>
                <a:gd name="connsiteX552" fmla="*/ 64785 w 551389"/>
                <a:gd name="connsiteY552" fmla="*/ 775797 h 903022"/>
                <a:gd name="connsiteX553" fmla="*/ 64886 w 551389"/>
                <a:gd name="connsiteY553" fmla="*/ 778825 h 903022"/>
                <a:gd name="connsiteX554" fmla="*/ 66064 w 551389"/>
                <a:gd name="connsiteY554" fmla="*/ 779834 h 903022"/>
                <a:gd name="connsiteX555" fmla="*/ 69329 w 551389"/>
                <a:gd name="connsiteY555" fmla="*/ 781112 h 903022"/>
                <a:gd name="connsiteX556" fmla="*/ 73232 w 551389"/>
                <a:gd name="connsiteY556" fmla="*/ 782424 h 903022"/>
                <a:gd name="connsiteX557" fmla="*/ 76261 w 551389"/>
                <a:gd name="connsiteY557" fmla="*/ 783837 h 903022"/>
                <a:gd name="connsiteX558" fmla="*/ 78112 w 551389"/>
                <a:gd name="connsiteY558" fmla="*/ 785048 h 903022"/>
                <a:gd name="connsiteX559" fmla="*/ 82454 w 551389"/>
                <a:gd name="connsiteY559" fmla="*/ 787336 h 903022"/>
                <a:gd name="connsiteX560" fmla="*/ 85617 w 551389"/>
                <a:gd name="connsiteY560" fmla="*/ 788210 h 903022"/>
                <a:gd name="connsiteX561" fmla="*/ 88781 w 551389"/>
                <a:gd name="connsiteY561" fmla="*/ 788210 h 903022"/>
                <a:gd name="connsiteX562" fmla="*/ 92920 w 551389"/>
                <a:gd name="connsiteY562" fmla="*/ 791372 h 903022"/>
                <a:gd name="connsiteX563" fmla="*/ 94132 w 551389"/>
                <a:gd name="connsiteY563" fmla="*/ 793424 h 903022"/>
                <a:gd name="connsiteX564" fmla="*/ 96622 w 551389"/>
                <a:gd name="connsiteY564" fmla="*/ 793424 h 903022"/>
                <a:gd name="connsiteX565" fmla="*/ 97699 w 551389"/>
                <a:gd name="connsiteY565" fmla="*/ 792348 h 903022"/>
                <a:gd name="connsiteX566" fmla="*/ 100425 w 551389"/>
                <a:gd name="connsiteY566" fmla="*/ 791473 h 903022"/>
                <a:gd name="connsiteX567" fmla="*/ 102613 w 551389"/>
                <a:gd name="connsiteY567" fmla="*/ 789960 h 903022"/>
                <a:gd name="connsiteX568" fmla="*/ 104363 w 551389"/>
                <a:gd name="connsiteY568" fmla="*/ 789320 h 903022"/>
                <a:gd name="connsiteX569" fmla="*/ 105877 w 551389"/>
                <a:gd name="connsiteY569" fmla="*/ 787134 h 903022"/>
                <a:gd name="connsiteX570" fmla="*/ 108166 w 551389"/>
                <a:gd name="connsiteY570" fmla="*/ 785183 h 903022"/>
                <a:gd name="connsiteX571" fmla="*/ 111329 w 551389"/>
                <a:gd name="connsiteY571" fmla="*/ 784544 h 903022"/>
                <a:gd name="connsiteX572" fmla="*/ 113820 w 551389"/>
                <a:gd name="connsiteY572" fmla="*/ 784005 h 903022"/>
                <a:gd name="connsiteX573" fmla="*/ 115233 w 551389"/>
                <a:gd name="connsiteY573" fmla="*/ 783568 h 903022"/>
                <a:gd name="connsiteX574" fmla="*/ 117522 w 551389"/>
                <a:gd name="connsiteY574" fmla="*/ 781920 h 903022"/>
                <a:gd name="connsiteX575" fmla="*/ 120113 w 551389"/>
                <a:gd name="connsiteY575" fmla="*/ 780709 h 903022"/>
                <a:gd name="connsiteX576" fmla="*/ 122065 w 551389"/>
                <a:gd name="connsiteY576" fmla="*/ 779498 h 903022"/>
                <a:gd name="connsiteX577" fmla="*/ 124017 w 551389"/>
                <a:gd name="connsiteY577" fmla="*/ 780137 h 903022"/>
                <a:gd name="connsiteX578" fmla="*/ 127046 w 551389"/>
                <a:gd name="connsiteY578" fmla="*/ 781348 h 903022"/>
                <a:gd name="connsiteX579" fmla="*/ 128561 w 551389"/>
                <a:gd name="connsiteY579" fmla="*/ 784611 h 903022"/>
                <a:gd name="connsiteX580" fmla="*/ 129772 w 551389"/>
                <a:gd name="connsiteY580" fmla="*/ 785923 h 903022"/>
                <a:gd name="connsiteX581" fmla="*/ 132936 w 551389"/>
                <a:gd name="connsiteY581" fmla="*/ 786259 h 903022"/>
                <a:gd name="connsiteX582" fmla="*/ 135426 w 551389"/>
                <a:gd name="connsiteY582" fmla="*/ 786360 h 903022"/>
                <a:gd name="connsiteX583" fmla="*/ 139330 w 551389"/>
                <a:gd name="connsiteY583" fmla="*/ 787134 h 903022"/>
                <a:gd name="connsiteX584" fmla="*/ 142258 w 551389"/>
                <a:gd name="connsiteY584" fmla="*/ 787033 h 903022"/>
                <a:gd name="connsiteX585" fmla="*/ 144109 w 551389"/>
                <a:gd name="connsiteY585" fmla="*/ 786596 h 903022"/>
                <a:gd name="connsiteX586" fmla="*/ 146162 w 551389"/>
                <a:gd name="connsiteY586" fmla="*/ 786495 h 903022"/>
                <a:gd name="connsiteX587" fmla="*/ 147676 w 551389"/>
                <a:gd name="connsiteY587" fmla="*/ 786293 h 903022"/>
                <a:gd name="connsiteX588" fmla="*/ 149864 w 551389"/>
                <a:gd name="connsiteY588" fmla="*/ 785956 h 903022"/>
                <a:gd name="connsiteX589" fmla="*/ 151042 w 551389"/>
                <a:gd name="connsiteY589" fmla="*/ 784443 h 903022"/>
                <a:gd name="connsiteX590" fmla="*/ 154306 w 551389"/>
                <a:gd name="connsiteY590" fmla="*/ 783030 h 903022"/>
                <a:gd name="connsiteX591" fmla="*/ 157470 w 551389"/>
                <a:gd name="connsiteY591" fmla="*/ 783131 h 903022"/>
                <a:gd name="connsiteX592" fmla="*/ 159085 w 551389"/>
                <a:gd name="connsiteY592" fmla="*/ 784005 h 903022"/>
                <a:gd name="connsiteX593" fmla="*/ 160499 w 551389"/>
                <a:gd name="connsiteY593" fmla="*/ 786057 h 903022"/>
                <a:gd name="connsiteX594" fmla="*/ 159960 w 551389"/>
                <a:gd name="connsiteY594" fmla="*/ 789220 h 903022"/>
                <a:gd name="connsiteX595" fmla="*/ 158446 w 551389"/>
                <a:gd name="connsiteY595" fmla="*/ 790834 h 903022"/>
                <a:gd name="connsiteX596" fmla="*/ 158109 w 551389"/>
                <a:gd name="connsiteY596" fmla="*/ 794635 h 903022"/>
                <a:gd name="connsiteX597" fmla="*/ 156359 w 551389"/>
                <a:gd name="connsiteY597" fmla="*/ 796048 h 903022"/>
                <a:gd name="connsiteX598" fmla="*/ 155383 w 551389"/>
                <a:gd name="connsiteY598" fmla="*/ 798235 h 903022"/>
                <a:gd name="connsiteX599" fmla="*/ 154508 w 551389"/>
                <a:gd name="connsiteY599" fmla="*/ 800287 h 903022"/>
                <a:gd name="connsiteX600" fmla="*/ 154407 w 551389"/>
                <a:gd name="connsiteY600" fmla="*/ 803113 h 903022"/>
                <a:gd name="connsiteX601" fmla="*/ 156696 w 551389"/>
                <a:gd name="connsiteY601" fmla="*/ 806140 h 903022"/>
                <a:gd name="connsiteX602" fmla="*/ 158984 w 551389"/>
                <a:gd name="connsiteY602" fmla="*/ 807217 h 903022"/>
                <a:gd name="connsiteX603" fmla="*/ 164201 w 551389"/>
                <a:gd name="connsiteY603" fmla="*/ 809807 h 903022"/>
                <a:gd name="connsiteX604" fmla="*/ 164975 w 551389"/>
                <a:gd name="connsiteY604" fmla="*/ 811993 h 903022"/>
                <a:gd name="connsiteX605" fmla="*/ 165177 w 551389"/>
                <a:gd name="connsiteY605" fmla="*/ 815055 h 903022"/>
                <a:gd name="connsiteX606" fmla="*/ 167465 w 551389"/>
                <a:gd name="connsiteY606" fmla="*/ 817107 h 903022"/>
                <a:gd name="connsiteX607" fmla="*/ 170057 w 551389"/>
                <a:gd name="connsiteY607" fmla="*/ 817645 h 903022"/>
                <a:gd name="connsiteX608" fmla="*/ 173321 w 551389"/>
                <a:gd name="connsiteY608" fmla="*/ 818183 h 903022"/>
                <a:gd name="connsiteX609" fmla="*/ 174836 w 551389"/>
                <a:gd name="connsiteY609" fmla="*/ 818183 h 903022"/>
                <a:gd name="connsiteX610" fmla="*/ 175980 w 551389"/>
                <a:gd name="connsiteY610" fmla="*/ 816232 h 903022"/>
                <a:gd name="connsiteX611" fmla="*/ 175711 w 551389"/>
                <a:gd name="connsiteY611" fmla="*/ 814382 h 903022"/>
                <a:gd name="connsiteX612" fmla="*/ 175711 w 551389"/>
                <a:gd name="connsiteY612" fmla="*/ 811657 h 903022"/>
                <a:gd name="connsiteX613" fmla="*/ 176788 w 551389"/>
                <a:gd name="connsiteY613" fmla="*/ 810883 h 903022"/>
                <a:gd name="connsiteX614" fmla="*/ 177528 w 551389"/>
                <a:gd name="connsiteY614" fmla="*/ 809571 h 903022"/>
                <a:gd name="connsiteX615" fmla="*/ 179278 w 551389"/>
                <a:gd name="connsiteY615" fmla="*/ 808596 h 903022"/>
                <a:gd name="connsiteX616" fmla="*/ 180591 w 551389"/>
                <a:gd name="connsiteY616" fmla="*/ 806308 h 903022"/>
                <a:gd name="connsiteX617" fmla="*/ 181567 w 551389"/>
                <a:gd name="connsiteY617" fmla="*/ 805232 h 903022"/>
                <a:gd name="connsiteX618" fmla="*/ 185807 w 551389"/>
                <a:gd name="connsiteY618" fmla="*/ 805131 h 903022"/>
                <a:gd name="connsiteX619" fmla="*/ 189172 w 551389"/>
                <a:gd name="connsiteY619" fmla="*/ 805131 h 903022"/>
                <a:gd name="connsiteX620" fmla="*/ 190485 w 551389"/>
                <a:gd name="connsiteY620" fmla="*/ 808192 h 903022"/>
                <a:gd name="connsiteX621" fmla="*/ 190048 w 551389"/>
                <a:gd name="connsiteY621" fmla="*/ 810480 h 903022"/>
                <a:gd name="connsiteX622" fmla="*/ 188297 w 551389"/>
                <a:gd name="connsiteY622" fmla="*/ 812431 h 903022"/>
                <a:gd name="connsiteX623" fmla="*/ 187860 w 551389"/>
                <a:gd name="connsiteY623" fmla="*/ 816333 h 903022"/>
                <a:gd name="connsiteX624" fmla="*/ 188398 w 551389"/>
                <a:gd name="connsiteY624" fmla="*/ 817309 h 903022"/>
                <a:gd name="connsiteX625" fmla="*/ 189374 w 551389"/>
                <a:gd name="connsiteY625" fmla="*/ 818183 h 903022"/>
                <a:gd name="connsiteX626" fmla="*/ 190249 w 551389"/>
                <a:gd name="connsiteY626" fmla="*/ 819394 h 903022"/>
                <a:gd name="connsiteX627" fmla="*/ 191663 w 551389"/>
                <a:gd name="connsiteY627" fmla="*/ 822422 h 903022"/>
                <a:gd name="connsiteX628" fmla="*/ 193413 w 551389"/>
                <a:gd name="connsiteY628" fmla="*/ 824709 h 903022"/>
                <a:gd name="connsiteX629" fmla="*/ 195668 w 551389"/>
                <a:gd name="connsiteY629" fmla="*/ 824709 h 903022"/>
                <a:gd name="connsiteX630" fmla="*/ 199134 w 551389"/>
                <a:gd name="connsiteY630" fmla="*/ 824709 h 903022"/>
                <a:gd name="connsiteX631" fmla="*/ 201961 w 551389"/>
                <a:gd name="connsiteY631" fmla="*/ 823734 h 903022"/>
                <a:gd name="connsiteX632" fmla="*/ 203375 w 551389"/>
                <a:gd name="connsiteY632" fmla="*/ 821244 h 903022"/>
                <a:gd name="connsiteX633" fmla="*/ 206740 w 551389"/>
                <a:gd name="connsiteY633" fmla="*/ 820807 h 903022"/>
                <a:gd name="connsiteX634" fmla="*/ 210779 w 551389"/>
                <a:gd name="connsiteY634" fmla="*/ 820908 h 903022"/>
                <a:gd name="connsiteX635" fmla="*/ 213505 w 551389"/>
                <a:gd name="connsiteY635" fmla="*/ 822119 h 903022"/>
                <a:gd name="connsiteX636" fmla="*/ 215793 w 551389"/>
                <a:gd name="connsiteY636" fmla="*/ 823868 h 903022"/>
                <a:gd name="connsiteX637" fmla="*/ 215793 w 551389"/>
                <a:gd name="connsiteY637" fmla="*/ 825281 h 903022"/>
                <a:gd name="connsiteX638" fmla="*/ 218620 w 551389"/>
                <a:gd name="connsiteY638" fmla="*/ 827569 h 903022"/>
                <a:gd name="connsiteX639" fmla="*/ 218721 w 551389"/>
                <a:gd name="connsiteY639" fmla="*/ 830731 h 903022"/>
                <a:gd name="connsiteX640" fmla="*/ 219361 w 551389"/>
                <a:gd name="connsiteY640" fmla="*/ 832480 h 903022"/>
                <a:gd name="connsiteX641" fmla="*/ 219260 w 551389"/>
                <a:gd name="connsiteY641" fmla="*/ 834667 h 903022"/>
                <a:gd name="connsiteX642" fmla="*/ 219798 w 551389"/>
                <a:gd name="connsiteY642" fmla="*/ 837593 h 903022"/>
                <a:gd name="connsiteX643" fmla="*/ 224375 w 551389"/>
                <a:gd name="connsiteY643" fmla="*/ 839544 h 903022"/>
                <a:gd name="connsiteX644" fmla="*/ 227303 w 551389"/>
                <a:gd name="connsiteY644" fmla="*/ 840419 h 903022"/>
                <a:gd name="connsiteX645" fmla="*/ 228818 w 551389"/>
                <a:gd name="connsiteY645" fmla="*/ 843043 h 903022"/>
                <a:gd name="connsiteX646" fmla="*/ 231106 w 551389"/>
                <a:gd name="connsiteY646" fmla="*/ 844456 h 903022"/>
                <a:gd name="connsiteX647" fmla="*/ 232822 w 551389"/>
                <a:gd name="connsiteY647" fmla="*/ 846945 h 903022"/>
                <a:gd name="connsiteX648" fmla="*/ 235010 w 551389"/>
                <a:gd name="connsiteY648" fmla="*/ 850208 h 903022"/>
                <a:gd name="connsiteX649" fmla="*/ 237063 w 551389"/>
                <a:gd name="connsiteY649" fmla="*/ 852395 h 903022"/>
                <a:gd name="connsiteX650" fmla="*/ 239351 w 551389"/>
                <a:gd name="connsiteY650" fmla="*/ 852395 h 903022"/>
                <a:gd name="connsiteX651" fmla="*/ 241303 w 551389"/>
                <a:gd name="connsiteY651" fmla="*/ 850881 h 903022"/>
                <a:gd name="connsiteX652" fmla="*/ 243053 w 551389"/>
                <a:gd name="connsiteY652" fmla="*/ 848829 h 903022"/>
                <a:gd name="connsiteX653" fmla="*/ 243390 w 551389"/>
                <a:gd name="connsiteY653" fmla="*/ 846003 h 903022"/>
                <a:gd name="connsiteX654" fmla="*/ 243289 w 551389"/>
                <a:gd name="connsiteY654" fmla="*/ 844052 h 903022"/>
                <a:gd name="connsiteX655" fmla="*/ 244501 w 551389"/>
                <a:gd name="connsiteY655" fmla="*/ 841563 h 903022"/>
                <a:gd name="connsiteX656" fmla="*/ 246150 w 551389"/>
                <a:gd name="connsiteY656" fmla="*/ 840486 h 903022"/>
                <a:gd name="connsiteX657" fmla="*/ 248438 w 551389"/>
                <a:gd name="connsiteY657" fmla="*/ 839612 h 903022"/>
                <a:gd name="connsiteX658" fmla="*/ 250054 w 551389"/>
                <a:gd name="connsiteY658" fmla="*/ 839712 h 903022"/>
                <a:gd name="connsiteX659" fmla="*/ 252342 w 551389"/>
                <a:gd name="connsiteY659" fmla="*/ 839712 h 903022"/>
                <a:gd name="connsiteX660" fmla="*/ 255169 w 551389"/>
                <a:gd name="connsiteY660" fmla="*/ 840486 h 903022"/>
                <a:gd name="connsiteX661" fmla="*/ 256919 w 551389"/>
                <a:gd name="connsiteY661" fmla="*/ 840486 h 903022"/>
                <a:gd name="connsiteX662" fmla="*/ 259746 w 551389"/>
                <a:gd name="connsiteY662" fmla="*/ 839612 h 903022"/>
                <a:gd name="connsiteX663" fmla="*/ 261362 w 551389"/>
                <a:gd name="connsiteY663" fmla="*/ 839174 h 903022"/>
                <a:gd name="connsiteX664" fmla="*/ 263213 w 551389"/>
                <a:gd name="connsiteY664" fmla="*/ 838838 h 903022"/>
                <a:gd name="connsiteX665" fmla="*/ 265165 w 551389"/>
                <a:gd name="connsiteY665" fmla="*/ 837862 h 903022"/>
                <a:gd name="connsiteX666" fmla="*/ 266814 w 551389"/>
                <a:gd name="connsiteY666" fmla="*/ 836651 h 903022"/>
                <a:gd name="connsiteX667" fmla="*/ 268126 w 551389"/>
                <a:gd name="connsiteY667" fmla="*/ 835777 h 903022"/>
                <a:gd name="connsiteX668" fmla="*/ 269540 w 551389"/>
                <a:gd name="connsiteY668" fmla="*/ 835777 h 903022"/>
                <a:gd name="connsiteX669" fmla="*/ 271391 w 551389"/>
                <a:gd name="connsiteY669" fmla="*/ 836853 h 903022"/>
                <a:gd name="connsiteX670" fmla="*/ 273141 w 551389"/>
                <a:gd name="connsiteY670" fmla="*/ 838602 h 903022"/>
                <a:gd name="connsiteX671" fmla="*/ 274655 w 551389"/>
                <a:gd name="connsiteY671" fmla="*/ 840453 h 903022"/>
                <a:gd name="connsiteX672" fmla="*/ 276169 w 551389"/>
                <a:gd name="connsiteY672" fmla="*/ 840453 h 903022"/>
                <a:gd name="connsiteX673" fmla="*/ 278997 w 551389"/>
                <a:gd name="connsiteY673" fmla="*/ 840453 h 903022"/>
                <a:gd name="connsiteX674" fmla="*/ 286165 w 551389"/>
                <a:gd name="connsiteY674" fmla="*/ 840453 h 903022"/>
                <a:gd name="connsiteX675" fmla="*/ 291348 w 551389"/>
                <a:gd name="connsiteY675" fmla="*/ 840453 h 903022"/>
                <a:gd name="connsiteX676" fmla="*/ 293098 w 551389"/>
                <a:gd name="connsiteY676" fmla="*/ 840453 h 903022"/>
                <a:gd name="connsiteX677" fmla="*/ 295790 w 551389"/>
                <a:gd name="connsiteY677" fmla="*/ 843211 h 903022"/>
                <a:gd name="connsiteX678" fmla="*/ 297742 w 551389"/>
                <a:gd name="connsiteY678" fmla="*/ 846407 h 903022"/>
                <a:gd name="connsiteX679" fmla="*/ 301209 w 551389"/>
                <a:gd name="connsiteY679" fmla="*/ 849165 h 903022"/>
                <a:gd name="connsiteX680" fmla="*/ 306728 w 551389"/>
                <a:gd name="connsiteY680" fmla="*/ 852193 h 903022"/>
                <a:gd name="connsiteX681" fmla="*/ 313391 w 551389"/>
                <a:gd name="connsiteY681" fmla="*/ 855523 h 903022"/>
                <a:gd name="connsiteX682" fmla="*/ 316420 w 551389"/>
                <a:gd name="connsiteY682" fmla="*/ 858988 h 903022"/>
                <a:gd name="connsiteX683" fmla="*/ 319449 w 551389"/>
                <a:gd name="connsiteY683" fmla="*/ 861175 h 903022"/>
                <a:gd name="connsiteX684" fmla="*/ 325810 w 551389"/>
                <a:gd name="connsiteY684" fmla="*/ 865077 h 903022"/>
                <a:gd name="connsiteX685" fmla="*/ 329142 w 551389"/>
                <a:gd name="connsiteY685" fmla="*/ 867398 h 903022"/>
                <a:gd name="connsiteX686" fmla="*/ 331027 w 551389"/>
                <a:gd name="connsiteY686" fmla="*/ 869416 h 903022"/>
                <a:gd name="connsiteX687" fmla="*/ 334493 w 551389"/>
                <a:gd name="connsiteY687" fmla="*/ 871166 h 903022"/>
                <a:gd name="connsiteX688" fmla="*/ 337387 w 551389"/>
                <a:gd name="connsiteY688" fmla="*/ 871300 h 903022"/>
                <a:gd name="connsiteX689" fmla="*/ 340854 w 551389"/>
                <a:gd name="connsiteY689" fmla="*/ 871435 h 903022"/>
                <a:gd name="connsiteX690" fmla="*/ 343445 w 551389"/>
                <a:gd name="connsiteY690" fmla="*/ 872007 h 903022"/>
                <a:gd name="connsiteX691" fmla="*/ 344320 w 551389"/>
                <a:gd name="connsiteY691" fmla="*/ 873756 h 903022"/>
                <a:gd name="connsiteX692" fmla="*/ 346339 w 551389"/>
                <a:gd name="connsiteY692" fmla="*/ 876077 h 903022"/>
                <a:gd name="connsiteX693" fmla="*/ 348359 w 551389"/>
                <a:gd name="connsiteY693" fmla="*/ 877221 h 903022"/>
                <a:gd name="connsiteX694" fmla="*/ 351388 w 551389"/>
                <a:gd name="connsiteY694" fmla="*/ 880686 h 903022"/>
                <a:gd name="connsiteX695" fmla="*/ 352700 w 551389"/>
                <a:gd name="connsiteY695" fmla="*/ 881997 h 903022"/>
                <a:gd name="connsiteX696" fmla="*/ 356167 w 551389"/>
                <a:gd name="connsiteY696" fmla="*/ 884756 h 903022"/>
                <a:gd name="connsiteX697" fmla="*/ 357042 w 551389"/>
                <a:gd name="connsiteY697" fmla="*/ 887514 h 903022"/>
                <a:gd name="connsiteX698" fmla="*/ 358926 w 551389"/>
                <a:gd name="connsiteY698" fmla="*/ 890979 h 903022"/>
                <a:gd name="connsiteX699" fmla="*/ 363873 w 551389"/>
                <a:gd name="connsiteY699" fmla="*/ 895184 h 903022"/>
                <a:gd name="connsiteX700" fmla="*/ 365758 w 551389"/>
                <a:gd name="connsiteY700" fmla="*/ 898817 h 903022"/>
                <a:gd name="connsiteX701" fmla="*/ 369393 w 551389"/>
                <a:gd name="connsiteY701" fmla="*/ 903022 h 903022"/>
                <a:gd name="connsiteX702" fmla="*/ 376494 w 551389"/>
                <a:gd name="connsiteY702" fmla="*/ 903022 h 903022"/>
                <a:gd name="connsiteX703" fmla="*/ 379556 w 551389"/>
                <a:gd name="connsiteY703" fmla="*/ 901946 h 903022"/>
                <a:gd name="connsiteX704" fmla="*/ 386085 w 551389"/>
                <a:gd name="connsiteY704" fmla="*/ 901307 h 903022"/>
                <a:gd name="connsiteX705" fmla="*/ 392177 w 551389"/>
                <a:gd name="connsiteY705" fmla="*/ 901307 h 903022"/>
                <a:gd name="connsiteX706" fmla="*/ 395643 w 551389"/>
                <a:gd name="connsiteY706" fmla="*/ 901307 h 903022"/>
                <a:gd name="connsiteX707" fmla="*/ 401163 w 551389"/>
                <a:gd name="connsiteY707" fmla="*/ 901744 h 903022"/>
                <a:gd name="connsiteX708" fmla="*/ 400019 w 551389"/>
                <a:gd name="connsiteY708" fmla="*/ 897539 h 903022"/>
                <a:gd name="connsiteX709" fmla="*/ 396249 w 551389"/>
                <a:gd name="connsiteY709" fmla="*/ 886539 h 903022"/>
                <a:gd name="connsiteX710" fmla="*/ 395946 w 551389"/>
                <a:gd name="connsiteY710" fmla="*/ 879878 h 903022"/>
                <a:gd name="connsiteX711" fmla="*/ 396384 w 551389"/>
                <a:gd name="connsiteY711" fmla="*/ 871603 h 903022"/>
                <a:gd name="connsiteX712" fmla="*/ 396821 w 551389"/>
                <a:gd name="connsiteY712" fmla="*/ 862756 h 903022"/>
                <a:gd name="connsiteX713" fmla="*/ 396687 w 551389"/>
                <a:gd name="connsiteY713" fmla="*/ 854514 h 903022"/>
                <a:gd name="connsiteX714" fmla="*/ 394499 w 551389"/>
                <a:gd name="connsiteY714" fmla="*/ 849165 h 903022"/>
                <a:gd name="connsiteX715" fmla="*/ 390158 w 551389"/>
                <a:gd name="connsiteY715" fmla="*/ 844388 h 903022"/>
                <a:gd name="connsiteX716" fmla="*/ 384504 w 551389"/>
                <a:gd name="connsiteY716" fmla="*/ 837593 h 903022"/>
                <a:gd name="connsiteX717" fmla="*/ 383932 w 551389"/>
                <a:gd name="connsiteY717" fmla="*/ 832951 h 903022"/>
                <a:gd name="connsiteX718" fmla="*/ 387836 w 551389"/>
                <a:gd name="connsiteY718" fmla="*/ 825988 h 903022"/>
                <a:gd name="connsiteX719" fmla="*/ 391033 w 551389"/>
                <a:gd name="connsiteY719" fmla="*/ 822220 h 903022"/>
                <a:gd name="connsiteX720" fmla="*/ 391739 w 551389"/>
                <a:gd name="connsiteY720" fmla="*/ 814382 h 903022"/>
                <a:gd name="connsiteX721" fmla="*/ 392614 w 551389"/>
                <a:gd name="connsiteY721" fmla="*/ 804391 h 903022"/>
                <a:gd name="connsiteX722" fmla="*/ 395643 w 551389"/>
                <a:gd name="connsiteY722" fmla="*/ 803315 h 903022"/>
                <a:gd name="connsiteX723" fmla="*/ 397965 w 551389"/>
                <a:gd name="connsiteY723" fmla="*/ 800489 h 903022"/>
                <a:gd name="connsiteX724" fmla="*/ 404360 w 551389"/>
                <a:gd name="connsiteY724" fmla="*/ 800489 h 903022"/>
                <a:gd name="connsiteX725" fmla="*/ 409879 w 551389"/>
                <a:gd name="connsiteY725" fmla="*/ 803819 h 903022"/>
                <a:gd name="connsiteX726" fmla="*/ 419000 w 551389"/>
                <a:gd name="connsiteY726" fmla="*/ 803382 h 903022"/>
                <a:gd name="connsiteX727" fmla="*/ 427413 w 551389"/>
                <a:gd name="connsiteY727" fmla="*/ 800489 h 903022"/>
                <a:gd name="connsiteX728" fmla="*/ 432058 w 551389"/>
                <a:gd name="connsiteY728" fmla="*/ 800489 h 903022"/>
                <a:gd name="connsiteX729" fmla="*/ 440606 w 551389"/>
                <a:gd name="connsiteY729" fmla="*/ 798739 h 903022"/>
                <a:gd name="connsiteX730" fmla="*/ 446697 w 551389"/>
                <a:gd name="connsiteY730" fmla="*/ 795544 h 903022"/>
                <a:gd name="connsiteX731" fmla="*/ 449592 w 551389"/>
                <a:gd name="connsiteY731" fmla="*/ 790632 h 903022"/>
                <a:gd name="connsiteX732" fmla="*/ 451039 w 551389"/>
                <a:gd name="connsiteY732" fmla="*/ 785856 h 903022"/>
                <a:gd name="connsiteX733" fmla="*/ 449592 w 551389"/>
                <a:gd name="connsiteY733" fmla="*/ 780204 h 903022"/>
                <a:gd name="connsiteX734" fmla="*/ 441918 w 551389"/>
                <a:gd name="connsiteY734" fmla="*/ 774687 h 903022"/>
                <a:gd name="connsiteX735" fmla="*/ 436702 w 551389"/>
                <a:gd name="connsiteY735" fmla="*/ 771357 h 903022"/>
                <a:gd name="connsiteX736" fmla="*/ 428154 w 551389"/>
                <a:gd name="connsiteY736" fmla="*/ 769910 h 903022"/>
                <a:gd name="connsiteX737" fmla="*/ 421355 w 551389"/>
                <a:gd name="connsiteY737" fmla="*/ 770617 h 903022"/>
                <a:gd name="connsiteX738" fmla="*/ 417283 w 551389"/>
                <a:gd name="connsiteY738" fmla="*/ 770920 h 903022"/>
                <a:gd name="connsiteX739" fmla="*/ 412370 w 551389"/>
                <a:gd name="connsiteY739" fmla="*/ 765840 h 903022"/>
                <a:gd name="connsiteX740" fmla="*/ 412672 w 551389"/>
                <a:gd name="connsiteY740" fmla="*/ 761063 h 903022"/>
                <a:gd name="connsiteX741" fmla="*/ 414860 w 551389"/>
                <a:gd name="connsiteY741" fmla="*/ 756993 h 903022"/>
                <a:gd name="connsiteX742" fmla="*/ 414288 w 551389"/>
                <a:gd name="connsiteY742" fmla="*/ 752081 h 903022"/>
                <a:gd name="connsiteX743" fmla="*/ 413716 w 551389"/>
                <a:gd name="connsiteY743" fmla="*/ 747439 h 903022"/>
                <a:gd name="connsiteX744" fmla="*/ 407624 w 551389"/>
                <a:gd name="connsiteY744" fmla="*/ 744546 h 903022"/>
                <a:gd name="connsiteX745" fmla="*/ 402677 w 551389"/>
                <a:gd name="connsiteY745" fmla="*/ 744546 h 903022"/>
                <a:gd name="connsiteX746" fmla="*/ 397764 w 551389"/>
                <a:gd name="connsiteY746" fmla="*/ 744277 h 903022"/>
                <a:gd name="connsiteX747" fmla="*/ 393994 w 551389"/>
                <a:gd name="connsiteY747" fmla="*/ 742797 h 903022"/>
                <a:gd name="connsiteX748" fmla="*/ 385311 w 551389"/>
                <a:gd name="connsiteY748" fmla="*/ 738726 h 903022"/>
                <a:gd name="connsiteX749" fmla="*/ 384436 w 551389"/>
                <a:gd name="connsiteY749" fmla="*/ 736775 h 903022"/>
                <a:gd name="connsiteX750" fmla="*/ 385210 w 551389"/>
                <a:gd name="connsiteY750" fmla="*/ 733849 h 903022"/>
                <a:gd name="connsiteX751" fmla="*/ 387936 w 551389"/>
                <a:gd name="connsiteY751" fmla="*/ 730485 h 903022"/>
                <a:gd name="connsiteX752" fmla="*/ 389013 w 551389"/>
                <a:gd name="connsiteY752" fmla="*/ 729408 h 903022"/>
                <a:gd name="connsiteX753" fmla="*/ 393590 w 551389"/>
                <a:gd name="connsiteY753" fmla="*/ 727457 h 903022"/>
                <a:gd name="connsiteX754" fmla="*/ 397932 w 551389"/>
                <a:gd name="connsiteY754" fmla="*/ 727457 h 903022"/>
                <a:gd name="connsiteX755" fmla="*/ 402509 w 551389"/>
                <a:gd name="connsiteY755" fmla="*/ 726112 h 903022"/>
                <a:gd name="connsiteX756" fmla="*/ 407523 w 551389"/>
                <a:gd name="connsiteY756" fmla="*/ 723992 h 903022"/>
                <a:gd name="connsiteX757" fmla="*/ 411427 w 551389"/>
                <a:gd name="connsiteY757" fmla="*/ 723992 h 903022"/>
                <a:gd name="connsiteX758" fmla="*/ 415668 w 551389"/>
                <a:gd name="connsiteY758" fmla="*/ 725943 h 903022"/>
                <a:gd name="connsiteX759" fmla="*/ 421086 w 551389"/>
                <a:gd name="connsiteY759" fmla="*/ 728433 h 903022"/>
                <a:gd name="connsiteX760" fmla="*/ 428490 w 551389"/>
                <a:gd name="connsiteY760" fmla="*/ 730922 h 903022"/>
                <a:gd name="connsiteX761" fmla="*/ 435760 w 551389"/>
                <a:gd name="connsiteY761" fmla="*/ 732873 h 903022"/>
                <a:gd name="connsiteX762" fmla="*/ 445217 w 551389"/>
                <a:gd name="connsiteY762" fmla="*/ 735261 h 903022"/>
                <a:gd name="connsiteX763" fmla="*/ 455111 w 551389"/>
                <a:gd name="connsiteY763" fmla="*/ 736910 h 903022"/>
                <a:gd name="connsiteX764" fmla="*/ 462952 w 551389"/>
                <a:gd name="connsiteY764" fmla="*/ 735497 h 903022"/>
                <a:gd name="connsiteX765" fmla="*/ 465544 w 551389"/>
                <a:gd name="connsiteY765" fmla="*/ 733983 h 903022"/>
                <a:gd name="connsiteX766" fmla="*/ 475775 w 551389"/>
                <a:gd name="connsiteY766" fmla="*/ 733748 h 903022"/>
                <a:gd name="connsiteX767" fmla="*/ 482068 w 551389"/>
                <a:gd name="connsiteY767" fmla="*/ 731157 h 903022"/>
                <a:gd name="connsiteX768" fmla="*/ 484794 w 551389"/>
                <a:gd name="connsiteY768" fmla="*/ 729106 h 903022"/>
                <a:gd name="connsiteX769" fmla="*/ 487621 w 551389"/>
                <a:gd name="connsiteY769" fmla="*/ 725506 h 903022"/>
                <a:gd name="connsiteX770" fmla="*/ 490246 w 551389"/>
                <a:gd name="connsiteY770" fmla="*/ 725304 h 903022"/>
                <a:gd name="connsiteX771" fmla="*/ 492299 w 551389"/>
                <a:gd name="connsiteY771" fmla="*/ 726280 h 903022"/>
                <a:gd name="connsiteX772" fmla="*/ 493040 w 551389"/>
                <a:gd name="connsiteY772" fmla="*/ 728130 h 903022"/>
                <a:gd name="connsiteX773" fmla="*/ 492501 w 551389"/>
                <a:gd name="connsiteY773" fmla="*/ 731292 h 903022"/>
                <a:gd name="connsiteX774" fmla="*/ 493040 w 551389"/>
                <a:gd name="connsiteY774" fmla="*/ 733781 h 903022"/>
                <a:gd name="connsiteX775" fmla="*/ 495867 w 551389"/>
                <a:gd name="connsiteY775" fmla="*/ 736607 h 903022"/>
                <a:gd name="connsiteX776" fmla="*/ 499333 w 551389"/>
                <a:gd name="connsiteY776" fmla="*/ 739096 h 903022"/>
                <a:gd name="connsiteX777" fmla="*/ 503035 w 551389"/>
                <a:gd name="connsiteY777" fmla="*/ 740072 h 903022"/>
                <a:gd name="connsiteX778" fmla="*/ 505122 w 551389"/>
                <a:gd name="connsiteY778" fmla="*/ 740173 h 903022"/>
                <a:gd name="connsiteX779" fmla="*/ 508386 w 551389"/>
                <a:gd name="connsiteY779" fmla="*/ 739736 h 903022"/>
                <a:gd name="connsiteX780" fmla="*/ 511550 w 551389"/>
                <a:gd name="connsiteY780" fmla="*/ 737549 h 903022"/>
                <a:gd name="connsiteX781" fmla="*/ 513939 w 551389"/>
                <a:gd name="connsiteY781" fmla="*/ 735699 h 903022"/>
                <a:gd name="connsiteX782" fmla="*/ 515790 w 551389"/>
                <a:gd name="connsiteY782" fmla="*/ 733310 h 903022"/>
                <a:gd name="connsiteX783" fmla="*/ 518180 w 551389"/>
                <a:gd name="connsiteY783" fmla="*/ 731023 h 903022"/>
                <a:gd name="connsiteX784" fmla="*/ 522757 w 551389"/>
                <a:gd name="connsiteY784" fmla="*/ 729274 h 903022"/>
                <a:gd name="connsiteX785" fmla="*/ 526122 w 551389"/>
                <a:gd name="connsiteY785" fmla="*/ 727121 h 903022"/>
                <a:gd name="connsiteX786" fmla="*/ 528276 w 551389"/>
                <a:gd name="connsiteY786" fmla="*/ 725237 h 903022"/>
                <a:gd name="connsiteX787" fmla="*/ 531406 w 551389"/>
                <a:gd name="connsiteY787" fmla="*/ 720527 h 903022"/>
                <a:gd name="connsiteX788" fmla="*/ 534031 w 551389"/>
                <a:gd name="connsiteY788" fmla="*/ 716793 h 903022"/>
                <a:gd name="connsiteX789" fmla="*/ 534031 w 551389"/>
                <a:gd name="connsiteY789" fmla="*/ 712656 h 903022"/>
                <a:gd name="connsiteX790" fmla="*/ 534031 w 551389"/>
                <a:gd name="connsiteY790" fmla="*/ 709393 h 903022"/>
                <a:gd name="connsiteX791" fmla="*/ 534031 w 551389"/>
                <a:gd name="connsiteY791" fmla="*/ 703977 h 903022"/>
                <a:gd name="connsiteX792" fmla="*/ 534603 w 551389"/>
                <a:gd name="connsiteY792" fmla="*/ 701151 h 903022"/>
                <a:gd name="connsiteX793" fmla="*/ 534098 w 551389"/>
                <a:gd name="connsiteY793" fmla="*/ 696240 h 903022"/>
                <a:gd name="connsiteX794" fmla="*/ 532012 w 551389"/>
                <a:gd name="connsiteY794" fmla="*/ 691967 h 903022"/>
                <a:gd name="connsiteX795" fmla="*/ 527738 w 551389"/>
                <a:gd name="connsiteY795" fmla="*/ 688435 h 903022"/>
                <a:gd name="connsiteX796" fmla="*/ 523161 w 551389"/>
                <a:gd name="connsiteY796" fmla="*/ 684466 h 903022"/>
                <a:gd name="connsiteX797" fmla="*/ 519761 w 551389"/>
                <a:gd name="connsiteY797" fmla="*/ 682145 h 903022"/>
                <a:gd name="connsiteX798" fmla="*/ 518247 w 551389"/>
                <a:gd name="connsiteY798" fmla="*/ 680563 h 903022"/>
                <a:gd name="connsiteX799" fmla="*/ 515756 w 551389"/>
                <a:gd name="connsiteY799" fmla="*/ 680563 h 903022"/>
                <a:gd name="connsiteX800" fmla="*/ 512290 w 551389"/>
                <a:gd name="connsiteY800" fmla="*/ 675787 h 903022"/>
                <a:gd name="connsiteX801" fmla="*/ 512290 w 551389"/>
                <a:gd name="connsiteY801" fmla="*/ 670875 h 903022"/>
                <a:gd name="connsiteX802" fmla="*/ 512223 w 551389"/>
                <a:gd name="connsiteY802" fmla="*/ 666670 h 903022"/>
                <a:gd name="connsiteX803" fmla="*/ 509665 w 551389"/>
                <a:gd name="connsiteY803" fmla="*/ 663777 h 903022"/>
                <a:gd name="connsiteX804" fmla="*/ 505458 w 551389"/>
                <a:gd name="connsiteY804" fmla="*/ 659370 h 903022"/>
                <a:gd name="connsiteX805" fmla="*/ 504011 w 551389"/>
                <a:gd name="connsiteY805" fmla="*/ 657991 h 903022"/>
                <a:gd name="connsiteX806" fmla="*/ 498357 w 551389"/>
                <a:gd name="connsiteY806" fmla="*/ 657991 h 903022"/>
                <a:gd name="connsiteX807" fmla="*/ 495597 w 551389"/>
                <a:gd name="connsiteY807" fmla="*/ 657991 h 903022"/>
                <a:gd name="connsiteX808" fmla="*/ 493275 w 551389"/>
                <a:gd name="connsiteY808" fmla="*/ 657251 h 903022"/>
                <a:gd name="connsiteX809" fmla="*/ 492266 w 551389"/>
                <a:gd name="connsiteY809" fmla="*/ 654930 h 903022"/>
                <a:gd name="connsiteX810" fmla="*/ 492266 w 551389"/>
                <a:gd name="connsiteY810" fmla="*/ 651903 h 903022"/>
                <a:gd name="connsiteX811" fmla="*/ 494150 w 551389"/>
                <a:gd name="connsiteY811" fmla="*/ 650153 h 903022"/>
                <a:gd name="connsiteX812" fmla="*/ 495160 w 551389"/>
                <a:gd name="connsiteY812" fmla="*/ 649144 h 903022"/>
                <a:gd name="connsiteX813" fmla="*/ 498492 w 551389"/>
                <a:gd name="connsiteY813" fmla="*/ 645814 h 903022"/>
                <a:gd name="connsiteX814" fmla="*/ 494857 w 551389"/>
                <a:gd name="connsiteY814" fmla="*/ 642349 h 903022"/>
                <a:gd name="connsiteX815" fmla="*/ 489641 w 551389"/>
                <a:gd name="connsiteY815" fmla="*/ 642349 h 903022"/>
                <a:gd name="connsiteX816" fmla="*/ 487049 w 551389"/>
                <a:gd name="connsiteY816" fmla="*/ 640028 h 903022"/>
                <a:gd name="connsiteX817" fmla="*/ 486040 w 551389"/>
                <a:gd name="connsiteY817" fmla="*/ 637000 h 903022"/>
                <a:gd name="connsiteX818" fmla="*/ 487487 w 551389"/>
                <a:gd name="connsiteY818" fmla="*/ 634107 h 903022"/>
                <a:gd name="connsiteX819" fmla="*/ 491256 w 551389"/>
                <a:gd name="connsiteY819" fmla="*/ 630777 h 903022"/>
                <a:gd name="connsiteX820" fmla="*/ 494891 w 551389"/>
                <a:gd name="connsiteY820" fmla="*/ 628893 h 903022"/>
                <a:gd name="connsiteX821" fmla="*/ 497348 w 551389"/>
                <a:gd name="connsiteY821" fmla="*/ 625865 h 903022"/>
                <a:gd name="connsiteX822" fmla="*/ 497482 w 551389"/>
                <a:gd name="connsiteY822" fmla="*/ 624419 h 903022"/>
                <a:gd name="connsiteX823" fmla="*/ 495295 w 551389"/>
                <a:gd name="connsiteY823" fmla="*/ 621829 h 903022"/>
                <a:gd name="connsiteX824" fmla="*/ 493545 w 551389"/>
                <a:gd name="connsiteY824" fmla="*/ 620517 h 903022"/>
                <a:gd name="connsiteX825" fmla="*/ 490650 w 551389"/>
                <a:gd name="connsiteY825" fmla="*/ 618767 h 903022"/>
                <a:gd name="connsiteX826" fmla="*/ 486006 w 551389"/>
                <a:gd name="connsiteY826" fmla="*/ 617590 h 903022"/>
                <a:gd name="connsiteX827" fmla="*/ 481799 w 551389"/>
                <a:gd name="connsiteY827" fmla="*/ 616446 h 903022"/>
                <a:gd name="connsiteX828" fmla="*/ 478164 w 551389"/>
                <a:gd name="connsiteY828" fmla="*/ 614697 h 903022"/>
                <a:gd name="connsiteX829" fmla="*/ 476280 w 551389"/>
                <a:gd name="connsiteY829" fmla="*/ 612241 h 903022"/>
                <a:gd name="connsiteX830" fmla="*/ 474530 w 551389"/>
                <a:gd name="connsiteY830" fmla="*/ 609046 h 903022"/>
                <a:gd name="connsiteX831" fmla="*/ 474530 w 551389"/>
                <a:gd name="connsiteY831" fmla="*/ 608104 h 903022"/>
                <a:gd name="connsiteX832" fmla="*/ 478299 w 551389"/>
                <a:gd name="connsiteY832" fmla="*/ 605850 h 903022"/>
                <a:gd name="connsiteX833" fmla="*/ 480890 w 551389"/>
                <a:gd name="connsiteY833" fmla="*/ 605850 h 903022"/>
                <a:gd name="connsiteX834" fmla="*/ 481597 w 551389"/>
                <a:gd name="connsiteY834" fmla="*/ 604101 h 903022"/>
                <a:gd name="connsiteX835" fmla="*/ 482607 w 551389"/>
                <a:gd name="connsiteY835" fmla="*/ 602520 h 903022"/>
                <a:gd name="connsiteX836" fmla="*/ 480790 w 551389"/>
                <a:gd name="connsiteY836" fmla="*/ 600131 h 903022"/>
                <a:gd name="connsiteX837" fmla="*/ 477458 w 551389"/>
                <a:gd name="connsiteY837" fmla="*/ 596935 h 903022"/>
                <a:gd name="connsiteX838" fmla="*/ 475708 w 551389"/>
                <a:gd name="connsiteY838" fmla="*/ 594917 h 903022"/>
                <a:gd name="connsiteX839" fmla="*/ 471232 w 551389"/>
                <a:gd name="connsiteY839" fmla="*/ 590275 h 903022"/>
                <a:gd name="connsiteX840" fmla="*/ 467597 w 551389"/>
                <a:gd name="connsiteY840" fmla="*/ 585767 h 903022"/>
                <a:gd name="connsiteX841" fmla="*/ 466015 w 551389"/>
                <a:gd name="connsiteY841" fmla="*/ 583446 h 903022"/>
                <a:gd name="connsiteX842" fmla="*/ 466015 w 551389"/>
                <a:gd name="connsiteY842" fmla="*/ 578669 h 903022"/>
                <a:gd name="connsiteX843" fmla="*/ 466755 w 551389"/>
                <a:gd name="connsiteY843" fmla="*/ 576718 h 903022"/>
                <a:gd name="connsiteX844" fmla="*/ 469179 w 551389"/>
                <a:gd name="connsiteY844" fmla="*/ 574599 h 903022"/>
                <a:gd name="connsiteX845" fmla="*/ 469179 w 551389"/>
                <a:gd name="connsiteY845" fmla="*/ 574599 h 903022"/>
                <a:gd name="connsiteX846" fmla="*/ 469179 w 551389"/>
                <a:gd name="connsiteY846" fmla="*/ 574599 h 903022"/>
                <a:gd name="connsiteX847" fmla="*/ 462852 w 551389"/>
                <a:gd name="connsiteY847" fmla="*/ 572143 h 903022"/>
                <a:gd name="connsiteX848" fmla="*/ 460967 w 551389"/>
                <a:gd name="connsiteY848" fmla="*/ 568510 h 903022"/>
                <a:gd name="connsiteX849" fmla="*/ 460260 w 551389"/>
                <a:gd name="connsiteY849" fmla="*/ 562556 h 903022"/>
                <a:gd name="connsiteX850" fmla="*/ 460260 w 551389"/>
                <a:gd name="connsiteY850" fmla="*/ 551690 h 903022"/>
                <a:gd name="connsiteX851" fmla="*/ 461842 w 551389"/>
                <a:gd name="connsiteY851" fmla="*/ 544727 h 903022"/>
                <a:gd name="connsiteX852" fmla="*/ 460832 w 551389"/>
                <a:gd name="connsiteY852" fmla="*/ 542136 h 903022"/>
                <a:gd name="connsiteX853" fmla="*/ 460832 w 551389"/>
                <a:gd name="connsiteY853" fmla="*/ 534029 h 903022"/>
                <a:gd name="connsiteX854" fmla="*/ 461909 w 551389"/>
                <a:gd name="connsiteY854" fmla="*/ 529959 h 903022"/>
                <a:gd name="connsiteX855" fmla="*/ 463727 w 551389"/>
                <a:gd name="connsiteY855" fmla="*/ 526629 h 903022"/>
                <a:gd name="connsiteX856" fmla="*/ 466049 w 551389"/>
                <a:gd name="connsiteY856" fmla="*/ 522726 h 903022"/>
                <a:gd name="connsiteX857" fmla="*/ 466755 w 551389"/>
                <a:gd name="connsiteY857" fmla="*/ 519093 h 903022"/>
                <a:gd name="connsiteX858" fmla="*/ 467765 w 551389"/>
                <a:gd name="connsiteY858" fmla="*/ 516637 h 903022"/>
                <a:gd name="connsiteX859" fmla="*/ 467765 w 551389"/>
                <a:gd name="connsiteY859" fmla="*/ 511289 h 903022"/>
                <a:gd name="connsiteX860" fmla="*/ 467765 w 551389"/>
                <a:gd name="connsiteY860" fmla="*/ 507387 h 903022"/>
                <a:gd name="connsiteX861" fmla="*/ 467765 w 551389"/>
                <a:gd name="connsiteY861" fmla="*/ 501870 h 903022"/>
                <a:gd name="connsiteX862" fmla="*/ 469515 w 551389"/>
                <a:gd name="connsiteY862" fmla="*/ 498977 h 903022"/>
                <a:gd name="connsiteX863" fmla="*/ 472712 w 551389"/>
                <a:gd name="connsiteY863" fmla="*/ 495075 h 903022"/>
                <a:gd name="connsiteX864" fmla="*/ 474900 w 551389"/>
                <a:gd name="connsiteY864" fmla="*/ 491744 h 903022"/>
                <a:gd name="connsiteX865" fmla="*/ 478232 w 551389"/>
                <a:gd name="connsiteY865" fmla="*/ 486967 h 903022"/>
                <a:gd name="connsiteX866" fmla="*/ 482573 w 551389"/>
                <a:gd name="connsiteY866" fmla="*/ 481753 h 903022"/>
                <a:gd name="connsiteX867" fmla="*/ 483145 w 551389"/>
                <a:gd name="connsiteY867" fmla="*/ 475799 h 903022"/>
                <a:gd name="connsiteX868" fmla="*/ 485737 w 551389"/>
                <a:gd name="connsiteY868" fmla="*/ 471594 h 903022"/>
                <a:gd name="connsiteX869" fmla="*/ 487621 w 551389"/>
                <a:gd name="connsiteY869" fmla="*/ 467826 h 903022"/>
                <a:gd name="connsiteX870" fmla="*/ 489068 w 551389"/>
                <a:gd name="connsiteY870" fmla="*/ 462747 h 903022"/>
                <a:gd name="connsiteX871" fmla="*/ 490819 w 551389"/>
                <a:gd name="connsiteY871" fmla="*/ 458542 h 903022"/>
                <a:gd name="connsiteX872" fmla="*/ 491391 w 551389"/>
                <a:gd name="connsiteY872" fmla="*/ 452890 h 903022"/>
                <a:gd name="connsiteX873" fmla="*/ 490381 w 551389"/>
                <a:gd name="connsiteY873" fmla="*/ 448248 h 903022"/>
                <a:gd name="connsiteX874" fmla="*/ 490381 w 551389"/>
                <a:gd name="connsiteY874" fmla="*/ 444178 h 903022"/>
                <a:gd name="connsiteX875" fmla="*/ 488799 w 551389"/>
                <a:gd name="connsiteY875" fmla="*/ 436373 h 903022"/>
                <a:gd name="connsiteX876" fmla="*/ 486477 w 551389"/>
                <a:gd name="connsiteY876" fmla="*/ 433615 h 903022"/>
                <a:gd name="connsiteX877" fmla="*/ 481395 w 551389"/>
                <a:gd name="connsiteY877" fmla="*/ 427257 h 903022"/>
                <a:gd name="connsiteX878" fmla="*/ 480823 w 551389"/>
                <a:gd name="connsiteY878" fmla="*/ 420159 h 903022"/>
                <a:gd name="connsiteX879" fmla="*/ 481698 w 551389"/>
                <a:gd name="connsiteY879" fmla="*/ 415820 h 903022"/>
                <a:gd name="connsiteX880" fmla="*/ 480554 w 551389"/>
                <a:gd name="connsiteY880" fmla="*/ 410471 h 903022"/>
                <a:gd name="connsiteX881" fmla="*/ 478972 w 551389"/>
                <a:gd name="connsiteY881" fmla="*/ 406838 h 903022"/>
                <a:gd name="connsiteX882" fmla="*/ 476953 w 551389"/>
                <a:gd name="connsiteY882" fmla="*/ 403507 h 903022"/>
                <a:gd name="connsiteX883" fmla="*/ 476684 w 551389"/>
                <a:gd name="connsiteY883" fmla="*/ 397856 h 903022"/>
                <a:gd name="connsiteX884" fmla="*/ 476246 w 551389"/>
                <a:gd name="connsiteY884" fmla="*/ 392642 h 903022"/>
                <a:gd name="connsiteX885" fmla="*/ 476818 w 551389"/>
                <a:gd name="connsiteY885" fmla="*/ 389312 h 903022"/>
                <a:gd name="connsiteX886" fmla="*/ 477693 w 551389"/>
                <a:gd name="connsiteY886" fmla="*/ 387428 h 903022"/>
                <a:gd name="connsiteX887" fmla="*/ 478131 w 551389"/>
                <a:gd name="connsiteY887" fmla="*/ 381776 h 903022"/>
                <a:gd name="connsiteX888" fmla="*/ 478568 w 551389"/>
                <a:gd name="connsiteY888" fmla="*/ 377874 h 903022"/>
                <a:gd name="connsiteX889" fmla="*/ 478265 w 551389"/>
                <a:gd name="connsiteY889" fmla="*/ 374241 h 903022"/>
                <a:gd name="connsiteX890" fmla="*/ 477962 w 551389"/>
                <a:gd name="connsiteY890" fmla="*/ 370473 h 903022"/>
                <a:gd name="connsiteX891" fmla="*/ 477390 w 551389"/>
                <a:gd name="connsiteY891" fmla="*/ 367278 h 903022"/>
                <a:gd name="connsiteX892" fmla="*/ 476650 w 551389"/>
                <a:gd name="connsiteY892" fmla="*/ 365394 h 903022"/>
                <a:gd name="connsiteX893" fmla="*/ 476785 w 551389"/>
                <a:gd name="connsiteY893" fmla="*/ 363947 h 903022"/>
                <a:gd name="connsiteX894" fmla="*/ 477357 w 551389"/>
                <a:gd name="connsiteY894" fmla="*/ 361323 h 903022"/>
                <a:gd name="connsiteX895" fmla="*/ 478366 w 551389"/>
                <a:gd name="connsiteY895" fmla="*/ 359440 h 903022"/>
                <a:gd name="connsiteX896" fmla="*/ 479073 w 551389"/>
                <a:gd name="connsiteY896" fmla="*/ 356681 h 903022"/>
                <a:gd name="connsiteX897" fmla="*/ 479948 w 551389"/>
                <a:gd name="connsiteY897" fmla="*/ 354360 h 903022"/>
                <a:gd name="connsiteX898" fmla="*/ 479948 w 551389"/>
                <a:gd name="connsiteY898" fmla="*/ 351601 h 903022"/>
                <a:gd name="connsiteX899" fmla="*/ 478938 w 551389"/>
                <a:gd name="connsiteY899" fmla="*/ 350020 h 903022"/>
                <a:gd name="connsiteX900" fmla="*/ 477626 w 551389"/>
                <a:gd name="connsiteY900" fmla="*/ 346555 h 903022"/>
                <a:gd name="connsiteX901" fmla="*/ 475035 w 551389"/>
                <a:gd name="connsiteY901" fmla="*/ 342653 h 903022"/>
                <a:gd name="connsiteX902" fmla="*/ 473150 w 551389"/>
                <a:gd name="connsiteY902" fmla="*/ 340198 h 903022"/>
                <a:gd name="connsiteX903" fmla="*/ 471265 w 551389"/>
                <a:gd name="connsiteY903" fmla="*/ 338751 h 903022"/>
                <a:gd name="connsiteX904" fmla="*/ 471265 w 551389"/>
                <a:gd name="connsiteY904" fmla="*/ 337607 h 903022"/>
                <a:gd name="connsiteX905" fmla="*/ 472207 w 551389"/>
                <a:gd name="connsiteY905" fmla="*/ 335858 h 903022"/>
                <a:gd name="connsiteX906" fmla="*/ 474025 w 551389"/>
                <a:gd name="connsiteY906" fmla="*/ 334714 h 903022"/>
                <a:gd name="connsiteX907" fmla="*/ 475035 w 551389"/>
                <a:gd name="connsiteY907" fmla="*/ 332830 h 903022"/>
                <a:gd name="connsiteX908" fmla="*/ 475741 w 551389"/>
                <a:gd name="connsiteY908" fmla="*/ 330509 h 903022"/>
                <a:gd name="connsiteX909" fmla="*/ 475607 w 551389"/>
                <a:gd name="connsiteY909" fmla="*/ 327751 h 903022"/>
                <a:gd name="connsiteX910" fmla="*/ 473857 w 551389"/>
                <a:gd name="connsiteY910" fmla="*/ 327751 h 903022"/>
                <a:gd name="connsiteX911" fmla="*/ 471972 w 551389"/>
                <a:gd name="connsiteY911" fmla="*/ 324858 h 903022"/>
                <a:gd name="connsiteX912" fmla="*/ 469515 w 551389"/>
                <a:gd name="connsiteY912" fmla="*/ 324858 h 903022"/>
                <a:gd name="connsiteX913" fmla="*/ 469515 w 551389"/>
                <a:gd name="connsiteY913" fmla="*/ 323277 h 903022"/>
                <a:gd name="connsiteX914" fmla="*/ 471837 w 551389"/>
                <a:gd name="connsiteY914" fmla="*/ 322268 h 903022"/>
                <a:gd name="connsiteX915" fmla="*/ 473419 w 551389"/>
                <a:gd name="connsiteY915" fmla="*/ 320081 h 903022"/>
                <a:gd name="connsiteX916" fmla="*/ 472712 w 551389"/>
                <a:gd name="connsiteY916" fmla="*/ 318063 h 903022"/>
                <a:gd name="connsiteX917" fmla="*/ 471703 w 551389"/>
                <a:gd name="connsiteY917" fmla="*/ 316751 h 903022"/>
                <a:gd name="connsiteX918" fmla="*/ 470558 w 551389"/>
                <a:gd name="connsiteY918" fmla="*/ 315001 h 903022"/>
                <a:gd name="connsiteX919" fmla="*/ 471703 w 551389"/>
                <a:gd name="connsiteY919" fmla="*/ 313555 h 903022"/>
                <a:gd name="connsiteX920" fmla="*/ 470390 w 551389"/>
                <a:gd name="connsiteY920" fmla="*/ 310797 h 903022"/>
                <a:gd name="connsiteX921" fmla="*/ 469515 w 551389"/>
                <a:gd name="connsiteY921" fmla="*/ 305717 h 903022"/>
                <a:gd name="connsiteX922" fmla="*/ 469515 w 551389"/>
                <a:gd name="connsiteY922" fmla="*/ 302252 h 903022"/>
                <a:gd name="connsiteX923" fmla="*/ 471030 w 551389"/>
                <a:gd name="connsiteY923" fmla="*/ 300368 h 903022"/>
                <a:gd name="connsiteX924" fmla="*/ 474732 w 551389"/>
                <a:gd name="connsiteY924" fmla="*/ 299796 h 903022"/>
                <a:gd name="connsiteX925" fmla="*/ 476179 w 551389"/>
                <a:gd name="connsiteY925" fmla="*/ 298047 h 903022"/>
                <a:gd name="connsiteX926" fmla="*/ 475741 w 551389"/>
                <a:gd name="connsiteY926" fmla="*/ 295861 h 903022"/>
                <a:gd name="connsiteX927" fmla="*/ 474732 w 551389"/>
                <a:gd name="connsiteY927" fmla="*/ 295289 h 903022"/>
                <a:gd name="connsiteX928" fmla="*/ 474732 w 551389"/>
                <a:gd name="connsiteY928" fmla="*/ 292261 h 903022"/>
                <a:gd name="connsiteX929" fmla="*/ 479006 w 551389"/>
                <a:gd name="connsiteY929" fmla="*/ 290815 h 903022"/>
                <a:gd name="connsiteX930" fmla="*/ 480520 w 551389"/>
                <a:gd name="connsiteY930" fmla="*/ 287787 h 903022"/>
                <a:gd name="connsiteX931" fmla="*/ 482977 w 551389"/>
                <a:gd name="connsiteY931" fmla="*/ 283447 h 903022"/>
                <a:gd name="connsiteX932" fmla="*/ 486309 w 551389"/>
                <a:gd name="connsiteY932" fmla="*/ 278099 h 903022"/>
                <a:gd name="connsiteX933" fmla="*/ 492838 w 551389"/>
                <a:gd name="connsiteY933" fmla="*/ 273187 h 903022"/>
                <a:gd name="connsiteX934" fmla="*/ 494722 w 551389"/>
                <a:gd name="connsiteY934" fmla="*/ 269117 h 903022"/>
                <a:gd name="connsiteX935" fmla="*/ 497314 w 551389"/>
                <a:gd name="connsiteY935" fmla="*/ 266661 h 903022"/>
                <a:gd name="connsiteX936" fmla="*/ 498189 w 551389"/>
                <a:gd name="connsiteY936" fmla="*/ 263903 h 903022"/>
                <a:gd name="connsiteX937" fmla="*/ 497886 w 551389"/>
                <a:gd name="connsiteY937" fmla="*/ 259395 h 903022"/>
                <a:gd name="connsiteX938" fmla="*/ 495867 w 551389"/>
                <a:gd name="connsiteY938" fmla="*/ 257780 h 903022"/>
                <a:gd name="connsiteX939" fmla="*/ 492972 w 551389"/>
                <a:gd name="connsiteY939" fmla="*/ 252701 h 903022"/>
                <a:gd name="connsiteX940" fmla="*/ 493275 w 551389"/>
                <a:gd name="connsiteY940" fmla="*/ 250111 h 903022"/>
                <a:gd name="connsiteX941" fmla="*/ 496304 w 551389"/>
                <a:gd name="connsiteY941" fmla="*/ 248092 h 903022"/>
                <a:gd name="connsiteX942" fmla="*/ 499333 w 551389"/>
                <a:gd name="connsiteY942" fmla="*/ 244022 h 903022"/>
                <a:gd name="connsiteX943" fmla="*/ 502362 w 551389"/>
                <a:gd name="connsiteY943" fmla="*/ 243450 h 903022"/>
                <a:gd name="connsiteX944" fmla="*/ 505256 w 551389"/>
                <a:gd name="connsiteY944" fmla="*/ 241129 h 903022"/>
                <a:gd name="connsiteX945" fmla="*/ 506703 w 551389"/>
                <a:gd name="connsiteY945" fmla="*/ 238673 h 903022"/>
                <a:gd name="connsiteX946" fmla="*/ 507444 w 551389"/>
                <a:gd name="connsiteY946" fmla="*/ 234334 h 903022"/>
                <a:gd name="connsiteX947" fmla="*/ 503977 w 551389"/>
                <a:gd name="connsiteY947" fmla="*/ 230129 h 903022"/>
                <a:gd name="connsiteX948" fmla="*/ 504550 w 551389"/>
                <a:gd name="connsiteY948" fmla="*/ 227505 h 903022"/>
                <a:gd name="connsiteX949" fmla="*/ 506131 w 551389"/>
                <a:gd name="connsiteY949" fmla="*/ 225318 h 903022"/>
                <a:gd name="connsiteX950" fmla="*/ 507276 w 551389"/>
                <a:gd name="connsiteY950" fmla="*/ 223300 h 903022"/>
                <a:gd name="connsiteX951" fmla="*/ 504516 w 551389"/>
                <a:gd name="connsiteY951" fmla="*/ 221853 h 903022"/>
                <a:gd name="connsiteX952" fmla="*/ 500747 w 551389"/>
                <a:gd name="connsiteY952" fmla="*/ 220541 h 903022"/>
                <a:gd name="connsiteX953" fmla="*/ 500747 w 551389"/>
                <a:gd name="connsiteY953" fmla="*/ 219398 h 903022"/>
                <a:gd name="connsiteX954" fmla="*/ 501184 w 551389"/>
                <a:gd name="connsiteY954" fmla="*/ 216303 h 903022"/>
                <a:gd name="connsiteX955" fmla="*/ 502497 w 551389"/>
                <a:gd name="connsiteY955" fmla="*/ 215529 h 903022"/>
                <a:gd name="connsiteX956" fmla="*/ 504247 w 551389"/>
                <a:gd name="connsiteY956" fmla="*/ 214116 h 903022"/>
                <a:gd name="connsiteX957" fmla="*/ 504449 w 551389"/>
                <a:gd name="connsiteY957" fmla="*/ 213040 h 903022"/>
                <a:gd name="connsiteX958" fmla="*/ 501521 w 551389"/>
                <a:gd name="connsiteY958" fmla="*/ 210651 h 903022"/>
                <a:gd name="connsiteX959" fmla="*/ 499131 w 551389"/>
                <a:gd name="connsiteY959" fmla="*/ 209440 h 903022"/>
                <a:gd name="connsiteX960" fmla="*/ 498155 w 551389"/>
                <a:gd name="connsiteY960" fmla="*/ 208128 h 903022"/>
                <a:gd name="connsiteX961" fmla="*/ 496843 w 551389"/>
                <a:gd name="connsiteY961" fmla="*/ 207355 h 903022"/>
                <a:gd name="connsiteX962" fmla="*/ 494117 w 551389"/>
                <a:gd name="connsiteY962" fmla="*/ 206480 h 903022"/>
                <a:gd name="connsiteX963" fmla="*/ 493780 w 551389"/>
                <a:gd name="connsiteY963" fmla="*/ 204865 h 903022"/>
                <a:gd name="connsiteX964" fmla="*/ 493780 w 551389"/>
                <a:gd name="connsiteY964" fmla="*/ 202141 h 903022"/>
                <a:gd name="connsiteX965" fmla="*/ 492198 w 551389"/>
                <a:gd name="connsiteY965" fmla="*/ 199315 h 903022"/>
                <a:gd name="connsiteX966" fmla="*/ 490078 w 551389"/>
                <a:gd name="connsiteY966" fmla="*/ 196590 h 903022"/>
                <a:gd name="connsiteX967" fmla="*/ 488665 w 551389"/>
                <a:gd name="connsiteY967" fmla="*/ 195177 h 903022"/>
                <a:gd name="connsiteX968" fmla="*/ 485636 w 551389"/>
                <a:gd name="connsiteY968" fmla="*/ 191813 h 903022"/>
                <a:gd name="connsiteX969" fmla="*/ 483347 w 551389"/>
                <a:gd name="connsiteY969" fmla="*/ 190299 h 903022"/>
                <a:gd name="connsiteX970" fmla="*/ 480857 w 551389"/>
                <a:gd name="connsiteY970" fmla="*/ 188685 h 903022"/>
                <a:gd name="connsiteX971" fmla="*/ 478804 w 551389"/>
                <a:gd name="connsiteY971" fmla="*/ 185859 h 903022"/>
                <a:gd name="connsiteX972" fmla="*/ 479881 w 551389"/>
                <a:gd name="connsiteY972" fmla="*/ 183571 h 903022"/>
                <a:gd name="connsiteX973" fmla="*/ 479881 w 551389"/>
                <a:gd name="connsiteY973" fmla="*/ 182260 h 903022"/>
                <a:gd name="connsiteX974" fmla="*/ 479881 w 551389"/>
                <a:gd name="connsiteY974" fmla="*/ 180073 h 903022"/>
                <a:gd name="connsiteX975" fmla="*/ 480655 w 551389"/>
                <a:gd name="connsiteY975" fmla="*/ 176810 h 903022"/>
                <a:gd name="connsiteX976" fmla="*/ 482506 w 551389"/>
                <a:gd name="connsiteY976" fmla="*/ 174522 h 903022"/>
                <a:gd name="connsiteX977" fmla="*/ 482169 w 551389"/>
                <a:gd name="connsiteY977" fmla="*/ 171697 h 903022"/>
                <a:gd name="connsiteX978" fmla="*/ 479914 w 551389"/>
                <a:gd name="connsiteY978" fmla="*/ 170082 h 903022"/>
                <a:gd name="connsiteX979" fmla="*/ 479914 w 551389"/>
                <a:gd name="connsiteY979" fmla="*/ 166617 h 903022"/>
                <a:gd name="connsiteX980" fmla="*/ 482068 w 551389"/>
                <a:gd name="connsiteY980" fmla="*/ 163589 h 903022"/>
                <a:gd name="connsiteX981" fmla="*/ 483145 w 551389"/>
                <a:gd name="connsiteY981" fmla="*/ 161201 h 903022"/>
                <a:gd name="connsiteX982" fmla="*/ 484323 w 551389"/>
                <a:gd name="connsiteY982" fmla="*/ 157063 h 903022"/>
                <a:gd name="connsiteX983" fmla="*/ 489102 w 551389"/>
                <a:gd name="connsiteY983" fmla="*/ 152724 h 903022"/>
                <a:gd name="connsiteX984" fmla="*/ 491054 w 551389"/>
                <a:gd name="connsiteY984" fmla="*/ 149461 h 903022"/>
                <a:gd name="connsiteX985" fmla="*/ 493242 w 551389"/>
                <a:gd name="connsiteY985" fmla="*/ 148149 h 903022"/>
                <a:gd name="connsiteX986" fmla="*/ 497785 w 551389"/>
                <a:gd name="connsiteY986" fmla="*/ 145962 h 903022"/>
                <a:gd name="connsiteX987" fmla="*/ 499972 w 551389"/>
                <a:gd name="connsiteY987" fmla="*/ 143238 h 903022"/>
                <a:gd name="connsiteX988" fmla="*/ 501487 w 551389"/>
                <a:gd name="connsiteY988" fmla="*/ 139638 h 903022"/>
                <a:gd name="connsiteX989" fmla="*/ 502900 w 551389"/>
                <a:gd name="connsiteY989" fmla="*/ 137048 h 903022"/>
                <a:gd name="connsiteX990" fmla="*/ 504953 w 551389"/>
                <a:gd name="connsiteY990" fmla="*/ 133347 h 903022"/>
                <a:gd name="connsiteX991" fmla="*/ 507881 w 551389"/>
                <a:gd name="connsiteY991" fmla="*/ 131834 h 903022"/>
                <a:gd name="connsiteX992" fmla="*/ 511381 w 551389"/>
                <a:gd name="connsiteY992" fmla="*/ 130959 h 903022"/>
                <a:gd name="connsiteX993" fmla="*/ 513670 w 551389"/>
                <a:gd name="connsiteY993" fmla="*/ 129445 h 903022"/>
                <a:gd name="connsiteX994" fmla="*/ 514646 w 551389"/>
                <a:gd name="connsiteY994" fmla="*/ 126620 h 903022"/>
                <a:gd name="connsiteX995" fmla="*/ 514646 w 551389"/>
                <a:gd name="connsiteY995" fmla="*/ 121607 h 903022"/>
                <a:gd name="connsiteX996" fmla="*/ 515790 w 551389"/>
                <a:gd name="connsiteY996" fmla="*/ 116931 h 903022"/>
                <a:gd name="connsiteX997" fmla="*/ 515521 w 551389"/>
                <a:gd name="connsiteY997" fmla="*/ 114206 h 903022"/>
                <a:gd name="connsiteX998" fmla="*/ 516396 w 551389"/>
                <a:gd name="connsiteY998" fmla="*/ 110944 h 903022"/>
                <a:gd name="connsiteX999" fmla="*/ 516396 w 551389"/>
                <a:gd name="connsiteY999" fmla="*/ 107479 h 903022"/>
                <a:gd name="connsiteX1000" fmla="*/ 516396 w 551389"/>
                <a:gd name="connsiteY1000" fmla="*/ 104115 h 903022"/>
                <a:gd name="connsiteX1001" fmla="*/ 517372 w 551389"/>
                <a:gd name="connsiteY1001" fmla="*/ 101524 h 903022"/>
                <a:gd name="connsiteX1002" fmla="*/ 519661 w 551389"/>
                <a:gd name="connsiteY1002" fmla="*/ 98934 h 903022"/>
                <a:gd name="connsiteX1003" fmla="*/ 521511 w 551389"/>
                <a:gd name="connsiteY1003" fmla="*/ 96108 h 903022"/>
                <a:gd name="connsiteX1004" fmla="*/ 523362 w 551389"/>
                <a:gd name="connsiteY1004" fmla="*/ 91870 h 903022"/>
                <a:gd name="connsiteX1005" fmla="*/ 523362 w 551389"/>
                <a:gd name="connsiteY1005" fmla="*/ 89683 h 903022"/>
                <a:gd name="connsiteX1006" fmla="*/ 524641 w 551389"/>
                <a:gd name="connsiteY1006" fmla="*/ 87194 h 903022"/>
                <a:gd name="connsiteX1007" fmla="*/ 525853 w 551389"/>
                <a:gd name="connsiteY1007" fmla="*/ 84032 h 903022"/>
                <a:gd name="connsiteX1008" fmla="*/ 526290 w 551389"/>
                <a:gd name="connsiteY1008" fmla="*/ 80029 h 903022"/>
                <a:gd name="connsiteX1009" fmla="*/ 524574 w 551389"/>
                <a:gd name="connsiteY1009" fmla="*/ 76564 h 903022"/>
                <a:gd name="connsiteX1010" fmla="*/ 524574 w 551389"/>
                <a:gd name="connsiteY1010" fmla="*/ 72527 h 903022"/>
                <a:gd name="connsiteX1011" fmla="*/ 526964 w 551389"/>
                <a:gd name="connsiteY1011" fmla="*/ 70239 h 903022"/>
                <a:gd name="connsiteX1012" fmla="*/ 529454 w 551389"/>
                <a:gd name="connsiteY1012" fmla="*/ 69466 h 903022"/>
                <a:gd name="connsiteX1013" fmla="*/ 531305 w 551389"/>
                <a:gd name="connsiteY1013" fmla="*/ 67717 h 903022"/>
                <a:gd name="connsiteX1014" fmla="*/ 534569 w 551389"/>
                <a:gd name="connsiteY1014" fmla="*/ 65429 h 903022"/>
                <a:gd name="connsiteX1015" fmla="*/ 537060 w 551389"/>
                <a:gd name="connsiteY1015" fmla="*/ 62940 h 903022"/>
                <a:gd name="connsiteX1016" fmla="*/ 539012 w 551389"/>
                <a:gd name="connsiteY1016" fmla="*/ 58701 h 903022"/>
                <a:gd name="connsiteX1017" fmla="*/ 540089 w 551389"/>
                <a:gd name="connsiteY1017" fmla="*/ 53924 h 903022"/>
                <a:gd name="connsiteX1018" fmla="*/ 540190 w 551389"/>
                <a:gd name="connsiteY1018" fmla="*/ 50325 h 903022"/>
                <a:gd name="connsiteX1019" fmla="*/ 540964 w 551389"/>
                <a:gd name="connsiteY1019" fmla="*/ 43597 h 903022"/>
                <a:gd name="connsiteX1020" fmla="*/ 548233 w 551389"/>
                <a:gd name="connsiteY1020" fmla="*/ 37609 h 903022"/>
                <a:gd name="connsiteX1021" fmla="*/ 547829 w 551389"/>
                <a:gd name="connsiteY1021" fmla="*/ 36062 h 90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551389" h="903022">
                  <a:moveTo>
                    <a:pt x="547829" y="36062"/>
                  </a:moveTo>
                  <a:cubicBezTo>
                    <a:pt x="547190" y="36062"/>
                    <a:pt x="546079" y="35624"/>
                    <a:pt x="545238" y="35187"/>
                  </a:cubicBezTo>
                  <a:cubicBezTo>
                    <a:pt x="544363" y="34750"/>
                    <a:pt x="542748" y="32462"/>
                    <a:pt x="542310" y="32260"/>
                  </a:cubicBezTo>
                  <a:cubicBezTo>
                    <a:pt x="541872" y="32059"/>
                    <a:pt x="539820" y="31722"/>
                    <a:pt x="537868" y="30848"/>
                  </a:cubicBezTo>
                  <a:cubicBezTo>
                    <a:pt x="535916" y="29973"/>
                    <a:pt x="536353" y="26172"/>
                    <a:pt x="536353" y="25734"/>
                  </a:cubicBezTo>
                  <a:cubicBezTo>
                    <a:pt x="536353" y="25297"/>
                    <a:pt x="538743" y="23548"/>
                    <a:pt x="539517" y="23548"/>
                  </a:cubicBezTo>
                  <a:cubicBezTo>
                    <a:pt x="540055" y="23548"/>
                    <a:pt x="540829" y="23615"/>
                    <a:pt x="541906" y="23716"/>
                  </a:cubicBezTo>
                  <a:lnTo>
                    <a:pt x="541334" y="23009"/>
                  </a:lnTo>
                  <a:lnTo>
                    <a:pt x="542546" y="20150"/>
                  </a:lnTo>
                  <a:lnTo>
                    <a:pt x="542546" y="16382"/>
                  </a:lnTo>
                  <a:lnTo>
                    <a:pt x="534704" y="16382"/>
                  </a:lnTo>
                  <a:lnTo>
                    <a:pt x="533829" y="12043"/>
                  </a:lnTo>
                  <a:lnTo>
                    <a:pt x="533829" y="8578"/>
                  </a:lnTo>
                  <a:lnTo>
                    <a:pt x="536017" y="6392"/>
                  </a:lnTo>
                  <a:lnTo>
                    <a:pt x="537464" y="3499"/>
                  </a:lnTo>
                  <a:lnTo>
                    <a:pt x="537161" y="1749"/>
                  </a:lnTo>
                  <a:lnTo>
                    <a:pt x="535276" y="875"/>
                  </a:lnTo>
                  <a:lnTo>
                    <a:pt x="533829" y="0"/>
                  </a:lnTo>
                  <a:lnTo>
                    <a:pt x="530363" y="1144"/>
                  </a:lnTo>
                  <a:lnTo>
                    <a:pt x="526156" y="4340"/>
                  </a:lnTo>
                  <a:lnTo>
                    <a:pt x="521814" y="7233"/>
                  </a:lnTo>
                  <a:cubicBezTo>
                    <a:pt x="521814" y="7233"/>
                    <a:pt x="513973" y="12447"/>
                    <a:pt x="513973" y="12884"/>
                  </a:cubicBezTo>
                  <a:cubicBezTo>
                    <a:pt x="513973" y="13321"/>
                    <a:pt x="509631" y="17358"/>
                    <a:pt x="509631" y="17358"/>
                  </a:cubicBezTo>
                  <a:lnTo>
                    <a:pt x="504852" y="22572"/>
                  </a:lnTo>
                  <a:cubicBezTo>
                    <a:pt x="504852" y="22572"/>
                    <a:pt x="503473" y="26777"/>
                    <a:pt x="503170" y="27214"/>
                  </a:cubicBezTo>
                  <a:cubicBezTo>
                    <a:pt x="502867" y="27652"/>
                    <a:pt x="500780" y="30107"/>
                    <a:pt x="500780" y="30107"/>
                  </a:cubicBezTo>
                  <a:lnTo>
                    <a:pt x="500780" y="32866"/>
                  </a:lnTo>
                  <a:lnTo>
                    <a:pt x="498189" y="34615"/>
                  </a:lnTo>
                  <a:lnTo>
                    <a:pt x="496876" y="37205"/>
                  </a:lnTo>
                  <a:cubicBezTo>
                    <a:pt x="496876" y="37205"/>
                    <a:pt x="496001" y="36903"/>
                    <a:pt x="495429" y="37205"/>
                  </a:cubicBezTo>
                  <a:cubicBezTo>
                    <a:pt x="494857" y="37508"/>
                    <a:pt x="491222" y="32866"/>
                    <a:pt x="490347" y="32563"/>
                  </a:cubicBezTo>
                  <a:cubicBezTo>
                    <a:pt x="489472" y="32260"/>
                    <a:pt x="485568" y="31117"/>
                    <a:pt x="485568" y="31117"/>
                  </a:cubicBezTo>
                  <a:lnTo>
                    <a:pt x="482674" y="29367"/>
                  </a:lnTo>
                  <a:lnTo>
                    <a:pt x="480352" y="28661"/>
                  </a:lnTo>
                  <a:lnTo>
                    <a:pt x="477761" y="28795"/>
                  </a:lnTo>
                  <a:cubicBezTo>
                    <a:pt x="477761" y="28795"/>
                    <a:pt x="474563" y="29670"/>
                    <a:pt x="474126" y="29939"/>
                  </a:cubicBezTo>
                  <a:cubicBezTo>
                    <a:pt x="473688" y="30242"/>
                    <a:pt x="474126" y="33404"/>
                    <a:pt x="474126" y="33404"/>
                  </a:cubicBezTo>
                  <a:lnTo>
                    <a:pt x="471972" y="34716"/>
                  </a:lnTo>
                  <a:lnTo>
                    <a:pt x="468203" y="30377"/>
                  </a:lnTo>
                  <a:lnTo>
                    <a:pt x="464871" y="27618"/>
                  </a:lnTo>
                  <a:lnTo>
                    <a:pt x="461775" y="23279"/>
                  </a:lnTo>
                  <a:lnTo>
                    <a:pt x="460799" y="20823"/>
                  </a:lnTo>
                  <a:lnTo>
                    <a:pt x="460799" y="17190"/>
                  </a:lnTo>
                  <a:lnTo>
                    <a:pt x="457601" y="15676"/>
                  </a:lnTo>
                  <a:lnTo>
                    <a:pt x="453092" y="16315"/>
                  </a:lnTo>
                  <a:lnTo>
                    <a:pt x="449457" y="16315"/>
                  </a:lnTo>
                  <a:lnTo>
                    <a:pt x="444678" y="16450"/>
                  </a:lnTo>
                  <a:lnTo>
                    <a:pt x="440606" y="19343"/>
                  </a:lnTo>
                  <a:lnTo>
                    <a:pt x="444678" y="22976"/>
                  </a:lnTo>
                  <a:lnTo>
                    <a:pt x="448885" y="27046"/>
                  </a:lnTo>
                  <a:lnTo>
                    <a:pt x="453664" y="28795"/>
                  </a:lnTo>
                  <a:cubicBezTo>
                    <a:pt x="453967" y="29536"/>
                    <a:pt x="452789" y="30545"/>
                    <a:pt x="451779" y="31554"/>
                  </a:cubicBezTo>
                  <a:cubicBezTo>
                    <a:pt x="450769" y="32563"/>
                    <a:pt x="449020" y="34010"/>
                    <a:pt x="449020" y="34010"/>
                  </a:cubicBezTo>
                  <a:cubicBezTo>
                    <a:pt x="449020" y="34010"/>
                    <a:pt x="447842" y="35153"/>
                    <a:pt x="447438" y="35591"/>
                  </a:cubicBezTo>
                  <a:cubicBezTo>
                    <a:pt x="447000" y="36028"/>
                    <a:pt x="443803" y="37912"/>
                    <a:pt x="443366" y="38181"/>
                  </a:cubicBezTo>
                  <a:cubicBezTo>
                    <a:pt x="442928" y="38484"/>
                    <a:pt x="440337" y="39190"/>
                    <a:pt x="439462" y="40065"/>
                  </a:cubicBezTo>
                  <a:cubicBezTo>
                    <a:pt x="438587" y="40939"/>
                    <a:pt x="435389" y="43261"/>
                    <a:pt x="435389" y="43261"/>
                  </a:cubicBezTo>
                  <a:cubicBezTo>
                    <a:pt x="435389" y="43261"/>
                    <a:pt x="432495" y="43698"/>
                    <a:pt x="431485" y="44572"/>
                  </a:cubicBezTo>
                  <a:cubicBezTo>
                    <a:pt x="430476" y="45447"/>
                    <a:pt x="426404" y="49047"/>
                    <a:pt x="426269" y="49921"/>
                  </a:cubicBezTo>
                  <a:cubicBezTo>
                    <a:pt x="426134" y="50796"/>
                    <a:pt x="423206" y="53689"/>
                    <a:pt x="423206" y="53689"/>
                  </a:cubicBezTo>
                  <a:lnTo>
                    <a:pt x="418427" y="56582"/>
                  </a:lnTo>
                  <a:lnTo>
                    <a:pt x="413480" y="58466"/>
                  </a:lnTo>
                  <a:lnTo>
                    <a:pt x="407389" y="60047"/>
                  </a:lnTo>
                  <a:lnTo>
                    <a:pt x="405807" y="63512"/>
                  </a:lnTo>
                  <a:lnTo>
                    <a:pt x="404225" y="68154"/>
                  </a:lnTo>
                  <a:cubicBezTo>
                    <a:pt x="404225" y="68154"/>
                    <a:pt x="403855" y="71921"/>
                    <a:pt x="403855" y="72359"/>
                  </a:cubicBezTo>
                  <a:cubicBezTo>
                    <a:pt x="403855" y="72796"/>
                    <a:pt x="403350" y="77573"/>
                    <a:pt x="403350" y="77573"/>
                  </a:cubicBezTo>
                  <a:lnTo>
                    <a:pt x="403350" y="81475"/>
                  </a:lnTo>
                  <a:lnTo>
                    <a:pt x="400456" y="83796"/>
                  </a:lnTo>
                  <a:lnTo>
                    <a:pt x="398571" y="87867"/>
                  </a:lnTo>
                  <a:lnTo>
                    <a:pt x="393490" y="89313"/>
                  </a:lnTo>
                  <a:lnTo>
                    <a:pt x="388576" y="89313"/>
                  </a:lnTo>
                  <a:lnTo>
                    <a:pt x="384941" y="86555"/>
                  </a:lnTo>
                  <a:lnTo>
                    <a:pt x="381744" y="88439"/>
                  </a:lnTo>
                  <a:cubicBezTo>
                    <a:pt x="381744" y="88439"/>
                    <a:pt x="379052" y="93215"/>
                    <a:pt x="379052" y="93653"/>
                  </a:cubicBezTo>
                  <a:cubicBezTo>
                    <a:pt x="379052" y="94090"/>
                    <a:pt x="377234" y="97690"/>
                    <a:pt x="377234" y="97690"/>
                  </a:cubicBezTo>
                  <a:lnTo>
                    <a:pt x="377234" y="102332"/>
                  </a:lnTo>
                  <a:lnTo>
                    <a:pt x="376494" y="105965"/>
                  </a:lnTo>
                  <a:lnTo>
                    <a:pt x="378109" y="109295"/>
                  </a:lnTo>
                  <a:lnTo>
                    <a:pt x="378681" y="111751"/>
                  </a:lnTo>
                  <a:lnTo>
                    <a:pt x="374475" y="112491"/>
                  </a:lnTo>
                  <a:lnTo>
                    <a:pt x="370840" y="113366"/>
                  </a:lnTo>
                  <a:lnTo>
                    <a:pt x="368383" y="116124"/>
                  </a:lnTo>
                  <a:cubicBezTo>
                    <a:pt x="368383" y="116124"/>
                    <a:pt x="365051" y="116999"/>
                    <a:pt x="364748" y="117436"/>
                  </a:cubicBezTo>
                  <a:cubicBezTo>
                    <a:pt x="364446" y="117873"/>
                    <a:pt x="361854" y="122650"/>
                    <a:pt x="361854" y="122650"/>
                  </a:cubicBezTo>
                  <a:lnTo>
                    <a:pt x="357647" y="126283"/>
                  </a:lnTo>
                  <a:lnTo>
                    <a:pt x="355628" y="127292"/>
                  </a:lnTo>
                  <a:lnTo>
                    <a:pt x="351556" y="129311"/>
                  </a:lnTo>
                  <a:lnTo>
                    <a:pt x="346777" y="129311"/>
                  </a:lnTo>
                  <a:lnTo>
                    <a:pt x="345195" y="132776"/>
                  </a:lnTo>
                  <a:lnTo>
                    <a:pt x="342435" y="135669"/>
                  </a:lnTo>
                  <a:lnTo>
                    <a:pt x="343075" y="140176"/>
                  </a:lnTo>
                  <a:lnTo>
                    <a:pt x="338935" y="144516"/>
                  </a:lnTo>
                  <a:lnTo>
                    <a:pt x="338935" y="147543"/>
                  </a:lnTo>
                  <a:lnTo>
                    <a:pt x="338935" y="149360"/>
                  </a:lnTo>
                  <a:lnTo>
                    <a:pt x="338935" y="154574"/>
                  </a:lnTo>
                  <a:lnTo>
                    <a:pt x="337926" y="160528"/>
                  </a:lnTo>
                  <a:lnTo>
                    <a:pt x="339810" y="163859"/>
                  </a:lnTo>
                  <a:lnTo>
                    <a:pt x="342873" y="166617"/>
                  </a:lnTo>
                  <a:cubicBezTo>
                    <a:pt x="342873" y="166617"/>
                    <a:pt x="345027" y="165742"/>
                    <a:pt x="345633" y="166617"/>
                  </a:cubicBezTo>
                  <a:cubicBezTo>
                    <a:pt x="346205" y="167492"/>
                    <a:pt x="349099" y="170250"/>
                    <a:pt x="349537" y="170385"/>
                  </a:cubicBezTo>
                  <a:cubicBezTo>
                    <a:pt x="349974" y="170519"/>
                    <a:pt x="351287" y="173850"/>
                    <a:pt x="351287" y="173850"/>
                  </a:cubicBezTo>
                  <a:lnTo>
                    <a:pt x="351590" y="176877"/>
                  </a:lnTo>
                  <a:cubicBezTo>
                    <a:pt x="351590" y="176877"/>
                    <a:pt x="351590" y="179333"/>
                    <a:pt x="351455" y="179770"/>
                  </a:cubicBezTo>
                  <a:cubicBezTo>
                    <a:pt x="351320" y="180207"/>
                    <a:pt x="350142" y="182226"/>
                    <a:pt x="350142" y="182226"/>
                  </a:cubicBezTo>
                  <a:lnTo>
                    <a:pt x="348392" y="185994"/>
                  </a:lnTo>
                  <a:cubicBezTo>
                    <a:pt x="348392" y="185994"/>
                    <a:pt x="347652" y="188012"/>
                    <a:pt x="347517" y="188449"/>
                  </a:cubicBezTo>
                  <a:cubicBezTo>
                    <a:pt x="347383" y="188887"/>
                    <a:pt x="347214" y="190333"/>
                    <a:pt x="346642" y="190636"/>
                  </a:cubicBezTo>
                  <a:cubicBezTo>
                    <a:pt x="346070" y="190938"/>
                    <a:pt x="346205" y="190501"/>
                    <a:pt x="344051" y="190636"/>
                  </a:cubicBezTo>
                  <a:cubicBezTo>
                    <a:pt x="341863" y="190770"/>
                    <a:pt x="339575" y="190972"/>
                    <a:pt x="339137" y="190737"/>
                  </a:cubicBezTo>
                  <a:cubicBezTo>
                    <a:pt x="338700" y="190501"/>
                    <a:pt x="338128" y="190064"/>
                    <a:pt x="337993" y="189189"/>
                  </a:cubicBezTo>
                  <a:cubicBezTo>
                    <a:pt x="337858" y="188315"/>
                    <a:pt x="337253" y="185119"/>
                    <a:pt x="337118" y="184715"/>
                  </a:cubicBezTo>
                  <a:cubicBezTo>
                    <a:pt x="336983" y="184278"/>
                    <a:pt x="333921" y="182394"/>
                    <a:pt x="333921" y="182394"/>
                  </a:cubicBezTo>
                  <a:lnTo>
                    <a:pt x="332777" y="178761"/>
                  </a:lnTo>
                  <a:lnTo>
                    <a:pt x="331262" y="178324"/>
                  </a:lnTo>
                  <a:lnTo>
                    <a:pt x="328570" y="178626"/>
                  </a:lnTo>
                  <a:lnTo>
                    <a:pt x="328570" y="180645"/>
                  </a:lnTo>
                  <a:lnTo>
                    <a:pt x="326820" y="183841"/>
                  </a:lnTo>
                  <a:lnTo>
                    <a:pt x="326820" y="185859"/>
                  </a:lnTo>
                  <a:lnTo>
                    <a:pt x="326820" y="187608"/>
                  </a:lnTo>
                  <a:lnTo>
                    <a:pt x="325070" y="190232"/>
                  </a:lnTo>
                  <a:lnTo>
                    <a:pt x="325070" y="192856"/>
                  </a:lnTo>
                  <a:lnTo>
                    <a:pt x="325070" y="198070"/>
                  </a:lnTo>
                  <a:cubicBezTo>
                    <a:pt x="325070" y="198070"/>
                    <a:pt x="326079" y="199954"/>
                    <a:pt x="325507" y="200391"/>
                  </a:cubicBezTo>
                  <a:cubicBezTo>
                    <a:pt x="324935" y="200829"/>
                    <a:pt x="325070" y="203284"/>
                    <a:pt x="325070" y="203284"/>
                  </a:cubicBezTo>
                  <a:lnTo>
                    <a:pt x="325070" y="206749"/>
                  </a:lnTo>
                  <a:cubicBezTo>
                    <a:pt x="325070" y="206749"/>
                    <a:pt x="325036" y="208936"/>
                    <a:pt x="325070" y="209373"/>
                  </a:cubicBezTo>
                  <a:cubicBezTo>
                    <a:pt x="325070" y="209810"/>
                    <a:pt x="326820" y="211997"/>
                    <a:pt x="326820" y="211997"/>
                  </a:cubicBezTo>
                  <a:cubicBezTo>
                    <a:pt x="326820" y="211997"/>
                    <a:pt x="327829" y="211862"/>
                    <a:pt x="328839" y="212872"/>
                  </a:cubicBezTo>
                  <a:cubicBezTo>
                    <a:pt x="329849" y="213881"/>
                    <a:pt x="330589" y="214755"/>
                    <a:pt x="331027" y="214890"/>
                  </a:cubicBezTo>
                  <a:cubicBezTo>
                    <a:pt x="331464" y="215025"/>
                    <a:pt x="331599" y="216774"/>
                    <a:pt x="331464" y="217211"/>
                  </a:cubicBezTo>
                  <a:cubicBezTo>
                    <a:pt x="331329" y="217648"/>
                    <a:pt x="330724" y="219667"/>
                    <a:pt x="330724" y="219667"/>
                  </a:cubicBezTo>
                  <a:cubicBezTo>
                    <a:pt x="330724" y="219667"/>
                    <a:pt x="328570" y="218792"/>
                    <a:pt x="327695" y="219667"/>
                  </a:cubicBezTo>
                  <a:cubicBezTo>
                    <a:pt x="326820" y="220541"/>
                    <a:pt x="327358" y="220676"/>
                    <a:pt x="325070" y="220811"/>
                  </a:cubicBezTo>
                  <a:cubicBezTo>
                    <a:pt x="322781" y="220945"/>
                    <a:pt x="321031" y="220811"/>
                    <a:pt x="321031" y="220811"/>
                  </a:cubicBezTo>
                  <a:lnTo>
                    <a:pt x="313358" y="221517"/>
                  </a:lnTo>
                  <a:lnTo>
                    <a:pt x="302050" y="218254"/>
                  </a:lnTo>
                  <a:lnTo>
                    <a:pt x="297910" y="219330"/>
                  </a:lnTo>
                  <a:lnTo>
                    <a:pt x="292896" y="223233"/>
                  </a:lnTo>
                  <a:lnTo>
                    <a:pt x="285929" y="223233"/>
                  </a:lnTo>
                  <a:lnTo>
                    <a:pt x="282564" y="220912"/>
                  </a:lnTo>
                  <a:lnTo>
                    <a:pt x="279400" y="218018"/>
                  </a:lnTo>
                  <a:lnTo>
                    <a:pt x="275497" y="218018"/>
                  </a:lnTo>
                  <a:lnTo>
                    <a:pt x="271929" y="218355"/>
                  </a:lnTo>
                  <a:cubicBezTo>
                    <a:pt x="271929" y="218355"/>
                    <a:pt x="271054" y="221180"/>
                    <a:pt x="270617" y="221282"/>
                  </a:cubicBezTo>
                  <a:cubicBezTo>
                    <a:pt x="270179" y="221382"/>
                    <a:pt x="264626" y="219667"/>
                    <a:pt x="264188" y="219667"/>
                  </a:cubicBezTo>
                  <a:cubicBezTo>
                    <a:pt x="263751" y="219667"/>
                    <a:pt x="261462" y="216303"/>
                    <a:pt x="261462" y="215866"/>
                  </a:cubicBezTo>
                  <a:cubicBezTo>
                    <a:pt x="261462" y="215428"/>
                    <a:pt x="258736" y="208801"/>
                    <a:pt x="258434" y="208364"/>
                  </a:cubicBezTo>
                  <a:cubicBezTo>
                    <a:pt x="258097" y="207926"/>
                    <a:pt x="255842" y="203150"/>
                    <a:pt x="255842" y="203150"/>
                  </a:cubicBezTo>
                  <a:lnTo>
                    <a:pt x="252140" y="201199"/>
                  </a:lnTo>
                  <a:lnTo>
                    <a:pt x="251602" y="198171"/>
                  </a:lnTo>
                  <a:lnTo>
                    <a:pt x="247159" y="199147"/>
                  </a:lnTo>
                  <a:cubicBezTo>
                    <a:pt x="247159" y="199147"/>
                    <a:pt x="242044" y="198070"/>
                    <a:pt x="240731" y="198171"/>
                  </a:cubicBezTo>
                  <a:cubicBezTo>
                    <a:pt x="239419" y="198272"/>
                    <a:pt x="234303" y="196422"/>
                    <a:pt x="234303" y="196422"/>
                  </a:cubicBezTo>
                  <a:lnTo>
                    <a:pt x="228414" y="194235"/>
                  </a:lnTo>
                  <a:lnTo>
                    <a:pt x="224274" y="195312"/>
                  </a:lnTo>
                  <a:cubicBezTo>
                    <a:pt x="224274" y="195312"/>
                    <a:pt x="223298" y="198911"/>
                    <a:pt x="223298" y="199214"/>
                  </a:cubicBezTo>
                  <a:cubicBezTo>
                    <a:pt x="223298" y="199550"/>
                    <a:pt x="223736" y="201165"/>
                    <a:pt x="223298" y="201602"/>
                  </a:cubicBezTo>
                  <a:cubicBezTo>
                    <a:pt x="222861" y="202040"/>
                    <a:pt x="222322" y="203890"/>
                    <a:pt x="222322" y="203890"/>
                  </a:cubicBezTo>
                  <a:cubicBezTo>
                    <a:pt x="222322" y="203890"/>
                    <a:pt x="220606" y="204966"/>
                    <a:pt x="220034" y="205303"/>
                  </a:cubicBezTo>
                  <a:cubicBezTo>
                    <a:pt x="219495" y="205639"/>
                    <a:pt x="216332" y="205740"/>
                    <a:pt x="216029" y="206076"/>
                  </a:cubicBezTo>
                  <a:cubicBezTo>
                    <a:pt x="215692" y="206413"/>
                    <a:pt x="213841" y="207926"/>
                    <a:pt x="213101" y="208465"/>
                  </a:cubicBezTo>
                  <a:cubicBezTo>
                    <a:pt x="212327" y="209003"/>
                    <a:pt x="208086" y="211089"/>
                    <a:pt x="208086" y="211089"/>
                  </a:cubicBezTo>
                  <a:lnTo>
                    <a:pt x="206471" y="213275"/>
                  </a:lnTo>
                  <a:lnTo>
                    <a:pt x="201692" y="213713"/>
                  </a:lnTo>
                  <a:lnTo>
                    <a:pt x="199841" y="218489"/>
                  </a:lnTo>
                  <a:lnTo>
                    <a:pt x="197351" y="223804"/>
                  </a:lnTo>
                  <a:cubicBezTo>
                    <a:pt x="197351" y="223804"/>
                    <a:pt x="193346" y="227707"/>
                    <a:pt x="193346" y="228480"/>
                  </a:cubicBezTo>
                  <a:cubicBezTo>
                    <a:pt x="193346" y="229254"/>
                    <a:pt x="192471" y="230667"/>
                    <a:pt x="193346" y="231844"/>
                  </a:cubicBezTo>
                  <a:cubicBezTo>
                    <a:pt x="194221" y="233022"/>
                    <a:pt x="195668" y="234704"/>
                    <a:pt x="195668" y="234704"/>
                  </a:cubicBezTo>
                  <a:lnTo>
                    <a:pt x="194658" y="238337"/>
                  </a:lnTo>
                  <a:lnTo>
                    <a:pt x="190451" y="242676"/>
                  </a:lnTo>
                  <a:lnTo>
                    <a:pt x="187254" y="246747"/>
                  </a:lnTo>
                  <a:lnTo>
                    <a:pt x="186379" y="249943"/>
                  </a:lnTo>
                  <a:lnTo>
                    <a:pt x="188331" y="251322"/>
                  </a:lnTo>
                  <a:lnTo>
                    <a:pt x="188634" y="252566"/>
                  </a:lnTo>
                  <a:lnTo>
                    <a:pt x="187187" y="255257"/>
                  </a:lnTo>
                  <a:lnTo>
                    <a:pt x="184494" y="256637"/>
                  </a:lnTo>
                  <a:lnTo>
                    <a:pt x="185369" y="259833"/>
                  </a:lnTo>
                  <a:lnTo>
                    <a:pt x="188567" y="259833"/>
                  </a:lnTo>
                  <a:lnTo>
                    <a:pt x="188769" y="261716"/>
                  </a:lnTo>
                  <a:lnTo>
                    <a:pt x="187826" y="264105"/>
                  </a:lnTo>
                  <a:lnTo>
                    <a:pt x="186749" y="265989"/>
                  </a:lnTo>
                  <a:lnTo>
                    <a:pt x="186615" y="267872"/>
                  </a:lnTo>
                  <a:lnTo>
                    <a:pt x="187860" y="270261"/>
                  </a:lnTo>
                  <a:cubicBezTo>
                    <a:pt x="187860" y="270261"/>
                    <a:pt x="189004" y="270900"/>
                    <a:pt x="189610" y="271203"/>
                  </a:cubicBezTo>
                  <a:cubicBezTo>
                    <a:pt x="190182" y="271505"/>
                    <a:pt x="191495" y="272279"/>
                    <a:pt x="191798" y="272447"/>
                  </a:cubicBezTo>
                  <a:cubicBezTo>
                    <a:pt x="192067" y="272582"/>
                    <a:pt x="194322" y="274634"/>
                    <a:pt x="194322" y="274634"/>
                  </a:cubicBezTo>
                  <a:lnTo>
                    <a:pt x="195398" y="275576"/>
                  </a:lnTo>
                  <a:lnTo>
                    <a:pt x="195701" y="276821"/>
                  </a:lnTo>
                  <a:cubicBezTo>
                    <a:pt x="195701" y="276821"/>
                    <a:pt x="195634" y="277830"/>
                    <a:pt x="195500" y="278032"/>
                  </a:cubicBezTo>
                  <a:cubicBezTo>
                    <a:pt x="195365" y="278267"/>
                    <a:pt x="193749" y="279478"/>
                    <a:pt x="193749" y="279478"/>
                  </a:cubicBezTo>
                  <a:lnTo>
                    <a:pt x="191798" y="281867"/>
                  </a:lnTo>
                  <a:lnTo>
                    <a:pt x="190889" y="285937"/>
                  </a:lnTo>
                  <a:lnTo>
                    <a:pt x="191225" y="289637"/>
                  </a:lnTo>
                  <a:lnTo>
                    <a:pt x="191225" y="292026"/>
                  </a:lnTo>
                  <a:lnTo>
                    <a:pt x="190519" y="295659"/>
                  </a:lnTo>
                  <a:cubicBezTo>
                    <a:pt x="190519" y="295659"/>
                    <a:pt x="190317" y="297980"/>
                    <a:pt x="190081" y="298283"/>
                  </a:cubicBezTo>
                  <a:cubicBezTo>
                    <a:pt x="189879" y="298585"/>
                    <a:pt x="189274" y="300167"/>
                    <a:pt x="189274" y="300167"/>
                  </a:cubicBezTo>
                  <a:cubicBezTo>
                    <a:pt x="189274" y="300167"/>
                    <a:pt x="189543" y="302925"/>
                    <a:pt x="189644" y="303127"/>
                  </a:cubicBezTo>
                  <a:cubicBezTo>
                    <a:pt x="189711" y="303362"/>
                    <a:pt x="190586" y="304640"/>
                    <a:pt x="190586" y="304640"/>
                  </a:cubicBezTo>
                  <a:cubicBezTo>
                    <a:pt x="190586" y="304640"/>
                    <a:pt x="192774" y="305784"/>
                    <a:pt x="192908" y="306020"/>
                  </a:cubicBezTo>
                  <a:cubicBezTo>
                    <a:pt x="193043" y="306222"/>
                    <a:pt x="197115" y="306659"/>
                    <a:pt x="197115" y="306659"/>
                  </a:cubicBezTo>
                  <a:lnTo>
                    <a:pt x="201255" y="305751"/>
                  </a:lnTo>
                  <a:lnTo>
                    <a:pt x="202500" y="305044"/>
                  </a:lnTo>
                  <a:lnTo>
                    <a:pt x="206033" y="305044"/>
                  </a:lnTo>
                  <a:lnTo>
                    <a:pt x="206942" y="308610"/>
                  </a:lnTo>
                  <a:cubicBezTo>
                    <a:pt x="207009" y="308610"/>
                    <a:pt x="207144" y="308644"/>
                    <a:pt x="207413" y="308745"/>
                  </a:cubicBezTo>
                  <a:cubicBezTo>
                    <a:pt x="208221" y="309047"/>
                    <a:pt x="209668" y="309384"/>
                    <a:pt x="209803" y="309686"/>
                  </a:cubicBezTo>
                  <a:cubicBezTo>
                    <a:pt x="209937" y="309989"/>
                    <a:pt x="210240" y="312580"/>
                    <a:pt x="210240" y="312580"/>
                  </a:cubicBezTo>
                  <a:cubicBezTo>
                    <a:pt x="210240" y="312580"/>
                    <a:pt x="210375" y="316347"/>
                    <a:pt x="210543" y="316650"/>
                  </a:cubicBezTo>
                  <a:cubicBezTo>
                    <a:pt x="210678" y="316953"/>
                    <a:pt x="214010" y="317592"/>
                    <a:pt x="214312" y="317659"/>
                  </a:cubicBezTo>
                  <a:cubicBezTo>
                    <a:pt x="214615" y="317726"/>
                    <a:pt x="218957" y="316280"/>
                    <a:pt x="219091" y="316078"/>
                  </a:cubicBezTo>
                  <a:cubicBezTo>
                    <a:pt x="219226" y="315876"/>
                    <a:pt x="219967" y="314329"/>
                    <a:pt x="220236" y="313689"/>
                  </a:cubicBezTo>
                  <a:cubicBezTo>
                    <a:pt x="220539" y="313050"/>
                    <a:pt x="221683" y="311806"/>
                    <a:pt x="221683" y="311806"/>
                  </a:cubicBezTo>
                  <a:cubicBezTo>
                    <a:pt x="221683" y="311806"/>
                    <a:pt x="220875" y="310864"/>
                    <a:pt x="222322" y="311234"/>
                  </a:cubicBezTo>
                  <a:cubicBezTo>
                    <a:pt x="223769" y="311604"/>
                    <a:pt x="226596" y="313992"/>
                    <a:pt x="226731" y="314262"/>
                  </a:cubicBezTo>
                  <a:cubicBezTo>
                    <a:pt x="226866" y="314564"/>
                    <a:pt x="227875" y="315708"/>
                    <a:pt x="227875" y="315708"/>
                  </a:cubicBezTo>
                  <a:lnTo>
                    <a:pt x="229827" y="315910"/>
                  </a:lnTo>
                  <a:lnTo>
                    <a:pt x="231274" y="315338"/>
                  </a:lnTo>
                  <a:lnTo>
                    <a:pt x="232351" y="314530"/>
                  </a:lnTo>
                  <a:cubicBezTo>
                    <a:pt x="232351" y="314530"/>
                    <a:pt x="236625" y="315540"/>
                    <a:pt x="236928" y="315775"/>
                  </a:cubicBezTo>
                  <a:cubicBezTo>
                    <a:pt x="237231" y="315977"/>
                    <a:pt x="240900" y="317289"/>
                    <a:pt x="241068" y="317659"/>
                  </a:cubicBezTo>
                  <a:cubicBezTo>
                    <a:pt x="241203" y="318029"/>
                    <a:pt x="243457" y="319543"/>
                    <a:pt x="243525" y="319745"/>
                  </a:cubicBezTo>
                  <a:cubicBezTo>
                    <a:pt x="243592" y="319947"/>
                    <a:pt x="245477" y="322570"/>
                    <a:pt x="245847" y="323008"/>
                  </a:cubicBezTo>
                  <a:cubicBezTo>
                    <a:pt x="246217" y="323445"/>
                    <a:pt x="246856" y="325026"/>
                    <a:pt x="247159" y="325598"/>
                  </a:cubicBezTo>
                  <a:cubicBezTo>
                    <a:pt x="247462" y="326170"/>
                    <a:pt x="248977" y="329736"/>
                    <a:pt x="248977" y="329736"/>
                  </a:cubicBezTo>
                  <a:lnTo>
                    <a:pt x="248034" y="333436"/>
                  </a:lnTo>
                  <a:cubicBezTo>
                    <a:pt x="248034" y="333436"/>
                    <a:pt x="250222" y="337506"/>
                    <a:pt x="251232" y="337641"/>
                  </a:cubicBezTo>
                  <a:cubicBezTo>
                    <a:pt x="252241" y="337776"/>
                    <a:pt x="253385" y="336329"/>
                    <a:pt x="253385" y="336329"/>
                  </a:cubicBezTo>
                  <a:lnTo>
                    <a:pt x="254261" y="335320"/>
                  </a:lnTo>
                  <a:lnTo>
                    <a:pt x="256852" y="338347"/>
                  </a:lnTo>
                  <a:lnTo>
                    <a:pt x="261496" y="342687"/>
                  </a:lnTo>
                  <a:lnTo>
                    <a:pt x="263818" y="345008"/>
                  </a:lnTo>
                  <a:lnTo>
                    <a:pt x="266107" y="348338"/>
                  </a:lnTo>
                  <a:lnTo>
                    <a:pt x="268025" y="347968"/>
                  </a:lnTo>
                  <a:cubicBezTo>
                    <a:pt x="268025" y="347968"/>
                    <a:pt x="268833" y="345513"/>
                    <a:pt x="269001" y="345513"/>
                  </a:cubicBezTo>
                  <a:cubicBezTo>
                    <a:pt x="269169" y="345513"/>
                    <a:pt x="269775" y="344806"/>
                    <a:pt x="269977" y="344537"/>
                  </a:cubicBezTo>
                  <a:cubicBezTo>
                    <a:pt x="270179" y="344268"/>
                    <a:pt x="271391" y="342855"/>
                    <a:pt x="271391" y="342855"/>
                  </a:cubicBezTo>
                  <a:cubicBezTo>
                    <a:pt x="271391" y="342855"/>
                    <a:pt x="273410" y="342788"/>
                    <a:pt x="273713" y="342788"/>
                  </a:cubicBezTo>
                  <a:cubicBezTo>
                    <a:pt x="274049" y="342788"/>
                    <a:pt x="276102" y="343595"/>
                    <a:pt x="276271" y="343696"/>
                  </a:cubicBezTo>
                  <a:cubicBezTo>
                    <a:pt x="276439" y="343797"/>
                    <a:pt x="278290" y="345479"/>
                    <a:pt x="278458" y="345647"/>
                  </a:cubicBezTo>
                  <a:cubicBezTo>
                    <a:pt x="278626" y="345816"/>
                    <a:pt x="279501" y="346724"/>
                    <a:pt x="279804" y="347262"/>
                  </a:cubicBezTo>
                  <a:cubicBezTo>
                    <a:pt x="280141" y="347800"/>
                    <a:pt x="281487" y="349213"/>
                    <a:pt x="281992" y="349617"/>
                  </a:cubicBezTo>
                  <a:cubicBezTo>
                    <a:pt x="282497" y="349987"/>
                    <a:pt x="284213" y="351803"/>
                    <a:pt x="284213" y="351803"/>
                  </a:cubicBezTo>
                  <a:cubicBezTo>
                    <a:pt x="284213" y="351803"/>
                    <a:pt x="286064" y="353418"/>
                    <a:pt x="286401" y="353721"/>
                  </a:cubicBezTo>
                  <a:cubicBezTo>
                    <a:pt x="286737" y="353990"/>
                    <a:pt x="291146" y="356715"/>
                    <a:pt x="291146" y="356715"/>
                  </a:cubicBezTo>
                  <a:cubicBezTo>
                    <a:pt x="291146" y="356715"/>
                    <a:pt x="293064" y="359810"/>
                    <a:pt x="292997" y="360112"/>
                  </a:cubicBezTo>
                  <a:cubicBezTo>
                    <a:pt x="292930" y="360415"/>
                    <a:pt x="295756" y="361189"/>
                    <a:pt x="295756" y="361189"/>
                  </a:cubicBezTo>
                  <a:lnTo>
                    <a:pt x="298954" y="360752"/>
                  </a:lnTo>
                  <a:lnTo>
                    <a:pt x="301074" y="360179"/>
                  </a:lnTo>
                  <a:cubicBezTo>
                    <a:pt x="301074" y="360179"/>
                    <a:pt x="306358" y="360752"/>
                    <a:pt x="306593" y="360886"/>
                  </a:cubicBezTo>
                  <a:cubicBezTo>
                    <a:pt x="306795" y="361020"/>
                    <a:pt x="309555" y="361525"/>
                    <a:pt x="309791" y="361828"/>
                  </a:cubicBezTo>
                  <a:cubicBezTo>
                    <a:pt x="309993" y="362131"/>
                    <a:pt x="312247" y="363779"/>
                    <a:pt x="312247" y="363779"/>
                  </a:cubicBezTo>
                  <a:lnTo>
                    <a:pt x="315512" y="366907"/>
                  </a:lnTo>
                  <a:lnTo>
                    <a:pt x="316050" y="367984"/>
                  </a:lnTo>
                  <a:lnTo>
                    <a:pt x="316522" y="371449"/>
                  </a:lnTo>
                  <a:lnTo>
                    <a:pt x="316522" y="373703"/>
                  </a:lnTo>
                  <a:lnTo>
                    <a:pt x="316387" y="375587"/>
                  </a:lnTo>
                  <a:lnTo>
                    <a:pt x="315815" y="377033"/>
                  </a:lnTo>
                  <a:lnTo>
                    <a:pt x="314502" y="378849"/>
                  </a:lnTo>
                  <a:cubicBezTo>
                    <a:pt x="314502" y="378849"/>
                    <a:pt x="312617" y="379220"/>
                    <a:pt x="312617" y="379489"/>
                  </a:cubicBezTo>
                  <a:cubicBezTo>
                    <a:pt x="312617" y="379791"/>
                    <a:pt x="311238" y="381137"/>
                    <a:pt x="311238" y="381137"/>
                  </a:cubicBezTo>
                  <a:lnTo>
                    <a:pt x="310598" y="382584"/>
                  </a:lnTo>
                  <a:cubicBezTo>
                    <a:pt x="310598" y="382584"/>
                    <a:pt x="310228" y="384535"/>
                    <a:pt x="310228" y="384770"/>
                  </a:cubicBezTo>
                  <a:cubicBezTo>
                    <a:pt x="310228" y="385006"/>
                    <a:pt x="311810" y="386957"/>
                    <a:pt x="311810" y="386957"/>
                  </a:cubicBezTo>
                  <a:lnTo>
                    <a:pt x="313324" y="388605"/>
                  </a:lnTo>
                  <a:lnTo>
                    <a:pt x="314670" y="395097"/>
                  </a:lnTo>
                  <a:lnTo>
                    <a:pt x="314872" y="398697"/>
                  </a:lnTo>
                  <a:lnTo>
                    <a:pt x="314771" y="402162"/>
                  </a:lnTo>
                  <a:lnTo>
                    <a:pt x="317161" y="405425"/>
                  </a:lnTo>
                  <a:lnTo>
                    <a:pt x="317935" y="407477"/>
                  </a:lnTo>
                  <a:lnTo>
                    <a:pt x="318271" y="410202"/>
                  </a:lnTo>
                  <a:cubicBezTo>
                    <a:pt x="318271" y="410202"/>
                    <a:pt x="317497" y="411816"/>
                    <a:pt x="317296" y="412691"/>
                  </a:cubicBezTo>
                  <a:cubicBezTo>
                    <a:pt x="317094" y="413566"/>
                    <a:pt x="315781" y="415954"/>
                    <a:pt x="315781" y="415954"/>
                  </a:cubicBezTo>
                  <a:lnTo>
                    <a:pt x="314031" y="416728"/>
                  </a:lnTo>
                  <a:cubicBezTo>
                    <a:pt x="314031" y="416728"/>
                    <a:pt x="311642" y="416526"/>
                    <a:pt x="311305" y="416728"/>
                  </a:cubicBezTo>
                  <a:cubicBezTo>
                    <a:pt x="310968" y="416930"/>
                    <a:pt x="307300" y="416290"/>
                    <a:pt x="306964" y="416728"/>
                  </a:cubicBezTo>
                  <a:cubicBezTo>
                    <a:pt x="306627" y="417165"/>
                    <a:pt x="303800" y="417502"/>
                    <a:pt x="303800" y="417502"/>
                  </a:cubicBezTo>
                  <a:cubicBezTo>
                    <a:pt x="303800" y="417502"/>
                    <a:pt x="302084" y="418713"/>
                    <a:pt x="301747" y="418813"/>
                  </a:cubicBezTo>
                  <a:cubicBezTo>
                    <a:pt x="301410" y="418914"/>
                    <a:pt x="300872" y="419587"/>
                    <a:pt x="300098" y="419789"/>
                  </a:cubicBezTo>
                  <a:cubicBezTo>
                    <a:pt x="299324" y="419991"/>
                    <a:pt x="298348" y="420428"/>
                    <a:pt x="298348" y="421101"/>
                  </a:cubicBezTo>
                  <a:cubicBezTo>
                    <a:pt x="298348" y="421740"/>
                    <a:pt x="297910" y="423388"/>
                    <a:pt x="297910" y="423388"/>
                  </a:cubicBezTo>
                  <a:cubicBezTo>
                    <a:pt x="297910" y="423388"/>
                    <a:pt x="297574" y="425878"/>
                    <a:pt x="297675" y="426416"/>
                  </a:cubicBezTo>
                  <a:cubicBezTo>
                    <a:pt x="297776" y="426954"/>
                    <a:pt x="297574" y="430015"/>
                    <a:pt x="297439" y="430318"/>
                  </a:cubicBezTo>
                  <a:cubicBezTo>
                    <a:pt x="297338" y="430655"/>
                    <a:pt x="297338" y="433043"/>
                    <a:pt x="297338" y="433346"/>
                  </a:cubicBezTo>
                  <a:cubicBezTo>
                    <a:pt x="297338" y="433682"/>
                    <a:pt x="297540" y="435398"/>
                    <a:pt x="297540" y="435398"/>
                  </a:cubicBezTo>
                  <a:lnTo>
                    <a:pt x="297877" y="440275"/>
                  </a:lnTo>
                  <a:lnTo>
                    <a:pt x="297641" y="444413"/>
                  </a:lnTo>
                  <a:lnTo>
                    <a:pt x="299055" y="449156"/>
                  </a:lnTo>
                  <a:cubicBezTo>
                    <a:pt x="299055" y="449156"/>
                    <a:pt x="299930" y="454505"/>
                    <a:pt x="300199" y="455077"/>
                  </a:cubicBezTo>
                  <a:cubicBezTo>
                    <a:pt x="300502" y="455649"/>
                    <a:pt x="304978" y="461031"/>
                    <a:pt x="304978" y="461031"/>
                  </a:cubicBezTo>
                  <a:lnTo>
                    <a:pt x="307300" y="463352"/>
                  </a:lnTo>
                  <a:lnTo>
                    <a:pt x="309319" y="466817"/>
                  </a:lnTo>
                  <a:lnTo>
                    <a:pt x="308175" y="468398"/>
                  </a:lnTo>
                  <a:lnTo>
                    <a:pt x="305113" y="468398"/>
                  </a:lnTo>
                  <a:lnTo>
                    <a:pt x="302353" y="471594"/>
                  </a:lnTo>
                  <a:lnTo>
                    <a:pt x="302487" y="475059"/>
                  </a:lnTo>
                  <a:lnTo>
                    <a:pt x="301040" y="480139"/>
                  </a:lnTo>
                  <a:cubicBezTo>
                    <a:pt x="301040" y="480139"/>
                    <a:pt x="301781" y="483603"/>
                    <a:pt x="302218" y="483771"/>
                  </a:cubicBezTo>
                  <a:cubicBezTo>
                    <a:pt x="302656" y="483906"/>
                    <a:pt x="303531" y="488851"/>
                    <a:pt x="303531" y="488851"/>
                  </a:cubicBezTo>
                  <a:cubicBezTo>
                    <a:pt x="303531" y="488851"/>
                    <a:pt x="301343" y="491744"/>
                    <a:pt x="301209" y="492181"/>
                  </a:cubicBezTo>
                  <a:cubicBezTo>
                    <a:pt x="301074" y="492619"/>
                    <a:pt x="294982" y="492181"/>
                    <a:pt x="294242" y="492181"/>
                  </a:cubicBezTo>
                  <a:cubicBezTo>
                    <a:pt x="293502" y="492181"/>
                    <a:pt x="290776" y="490163"/>
                    <a:pt x="289901" y="490163"/>
                  </a:cubicBezTo>
                  <a:cubicBezTo>
                    <a:pt x="289026" y="490163"/>
                    <a:pt x="287578" y="490600"/>
                    <a:pt x="287141" y="490735"/>
                  </a:cubicBezTo>
                  <a:cubicBezTo>
                    <a:pt x="286703" y="490870"/>
                    <a:pt x="283809" y="492417"/>
                    <a:pt x="282497" y="492383"/>
                  </a:cubicBezTo>
                  <a:cubicBezTo>
                    <a:pt x="281184" y="492316"/>
                    <a:pt x="277852" y="491744"/>
                    <a:pt x="277280" y="491610"/>
                  </a:cubicBezTo>
                  <a:cubicBezTo>
                    <a:pt x="276708" y="491475"/>
                    <a:pt x="273645" y="488279"/>
                    <a:pt x="273645" y="488279"/>
                  </a:cubicBezTo>
                  <a:cubicBezTo>
                    <a:pt x="273645" y="488279"/>
                    <a:pt x="271020" y="487976"/>
                    <a:pt x="270179" y="487842"/>
                  </a:cubicBezTo>
                  <a:cubicBezTo>
                    <a:pt x="269304" y="487707"/>
                    <a:pt x="264390" y="486530"/>
                    <a:pt x="264390" y="486530"/>
                  </a:cubicBezTo>
                  <a:lnTo>
                    <a:pt x="261059" y="489558"/>
                  </a:lnTo>
                  <a:lnTo>
                    <a:pt x="259477" y="492350"/>
                  </a:lnTo>
                  <a:lnTo>
                    <a:pt x="255270" y="493897"/>
                  </a:lnTo>
                  <a:lnTo>
                    <a:pt x="251366" y="495916"/>
                  </a:lnTo>
                  <a:lnTo>
                    <a:pt x="248909" y="497934"/>
                  </a:lnTo>
                  <a:cubicBezTo>
                    <a:pt x="248909" y="497934"/>
                    <a:pt x="246150" y="496185"/>
                    <a:pt x="245578" y="496050"/>
                  </a:cubicBezTo>
                  <a:cubicBezTo>
                    <a:pt x="245006" y="495916"/>
                    <a:pt x="242111" y="493292"/>
                    <a:pt x="241236" y="493157"/>
                  </a:cubicBezTo>
                  <a:cubicBezTo>
                    <a:pt x="240361" y="493022"/>
                    <a:pt x="233260" y="491845"/>
                    <a:pt x="233260" y="491845"/>
                  </a:cubicBezTo>
                  <a:lnTo>
                    <a:pt x="229053" y="488515"/>
                  </a:lnTo>
                  <a:lnTo>
                    <a:pt x="224409" y="485184"/>
                  </a:lnTo>
                  <a:lnTo>
                    <a:pt x="222221" y="486496"/>
                  </a:lnTo>
                  <a:lnTo>
                    <a:pt x="222356" y="489961"/>
                  </a:lnTo>
                  <a:lnTo>
                    <a:pt x="224106" y="493594"/>
                  </a:lnTo>
                  <a:lnTo>
                    <a:pt x="224409" y="497934"/>
                  </a:lnTo>
                  <a:cubicBezTo>
                    <a:pt x="224409" y="497934"/>
                    <a:pt x="224409" y="500120"/>
                    <a:pt x="223837" y="500255"/>
                  </a:cubicBezTo>
                  <a:cubicBezTo>
                    <a:pt x="223265" y="500389"/>
                    <a:pt x="219765" y="499111"/>
                    <a:pt x="219765" y="499111"/>
                  </a:cubicBezTo>
                  <a:lnTo>
                    <a:pt x="215692" y="497362"/>
                  </a:lnTo>
                  <a:lnTo>
                    <a:pt x="215558" y="501701"/>
                  </a:lnTo>
                  <a:cubicBezTo>
                    <a:pt x="215558" y="501701"/>
                    <a:pt x="217005" y="505032"/>
                    <a:pt x="217308" y="505906"/>
                  </a:cubicBezTo>
                  <a:cubicBezTo>
                    <a:pt x="217611" y="506781"/>
                    <a:pt x="221817" y="509809"/>
                    <a:pt x="221817" y="509809"/>
                  </a:cubicBezTo>
                  <a:lnTo>
                    <a:pt x="224409" y="511255"/>
                  </a:lnTo>
                  <a:lnTo>
                    <a:pt x="226563" y="513442"/>
                  </a:lnTo>
                  <a:lnTo>
                    <a:pt x="228313" y="517209"/>
                  </a:lnTo>
                  <a:lnTo>
                    <a:pt x="231342" y="519665"/>
                  </a:lnTo>
                  <a:lnTo>
                    <a:pt x="236558" y="518084"/>
                  </a:lnTo>
                  <a:lnTo>
                    <a:pt x="238005" y="514619"/>
                  </a:lnTo>
                  <a:lnTo>
                    <a:pt x="243053" y="519699"/>
                  </a:lnTo>
                  <a:cubicBezTo>
                    <a:pt x="243053" y="519699"/>
                    <a:pt x="243491" y="521280"/>
                    <a:pt x="242784" y="521583"/>
                  </a:cubicBezTo>
                  <a:cubicBezTo>
                    <a:pt x="242044" y="521885"/>
                    <a:pt x="242347" y="521583"/>
                    <a:pt x="240597" y="522592"/>
                  </a:cubicBezTo>
                  <a:cubicBezTo>
                    <a:pt x="238847" y="523601"/>
                    <a:pt x="238443" y="524476"/>
                    <a:pt x="236525" y="524778"/>
                  </a:cubicBezTo>
                  <a:cubicBezTo>
                    <a:pt x="234640" y="525081"/>
                    <a:pt x="232890" y="525216"/>
                    <a:pt x="231443" y="525788"/>
                  </a:cubicBezTo>
                  <a:cubicBezTo>
                    <a:pt x="229996" y="526359"/>
                    <a:pt x="229255" y="526931"/>
                    <a:pt x="227101" y="527234"/>
                  </a:cubicBezTo>
                  <a:cubicBezTo>
                    <a:pt x="224914" y="527537"/>
                    <a:pt x="223029" y="527234"/>
                    <a:pt x="223029" y="527234"/>
                  </a:cubicBezTo>
                  <a:lnTo>
                    <a:pt x="219832" y="529555"/>
                  </a:lnTo>
                  <a:lnTo>
                    <a:pt x="216130" y="531136"/>
                  </a:lnTo>
                  <a:lnTo>
                    <a:pt x="213740" y="528815"/>
                  </a:lnTo>
                  <a:lnTo>
                    <a:pt x="213740" y="526629"/>
                  </a:lnTo>
                  <a:lnTo>
                    <a:pt x="210409" y="524610"/>
                  </a:lnTo>
                  <a:lnTo>
                    <a:pt x="207380" y="524913"/>
                  </a:lnTo>
                  <a:lnTo>
                    <a:pt x="207110" y="528681"/>
                  </a:lnTo>
                  <a:lnTo>
                    <a:pt x="206235" y="531708"/>
                  </a:lnTo>
                  <a:lnTo>
                    <a:pt x="203038" y="534466"/>
                  </a:lnTo>
                  <a:cubicBezTo>
                    <a:pt x="203038" y="534466"/>
                    <a:pt x="197956" y="533726"/>
                    <a:pt x="197519" y="534466"/>
                  </a:cubicBezTo>
                  <a:cubicBezTo>
                    <a:pt x="197081" y="535207"/>
                    <a:pt x="193480" y="535207"/>
                    <a:pt x="193480" y="535207"/>
                  </a:cubicBezTo>
                  <a:lnTo>
                    <a:pt x="187692" y="531573"/>
                  </a:lnTo>
                  <a:lnTo>
                    <a:pt x="185067" y="529118"/>
                  </a:lnTo>
                  <a:lnTo>
                    <a:pt x="181432" y="529824"/>
                  </a:lnTo>
                  <a:lnTo>
                    <a:pt x="180422" y="535173"/>
                  </a:lnTo>
                  <a:lnTo>
                    <a:pt x="179413" y="537931"/>
                  </a:lnTo>
                  <a:lnTo>
                    <a:pt x="175509" y="537057"/>
                  </a:lnTo>
                  <a:lnTo>
                    <a:pt x="170158" y="533424"/>
                  </a:lnTo>
                  <a:lnTo>
                    <a:pt x="165951" y="528344"/>
                  </a:lnTo>
                  <a:lnTo>
                    <a:pt x="164066" y="524005"/>
                  </a:lnTo>
                  <a:cubicBezTo>
                    <a:pt x="164066" y="524005"/>
                    <a:pt x="167398" y="521986"/>
                    <a:pt x="167398" y="521549"/>
                  </a:cubicBezTo>
                  <a:cubicBezTo>
                    <a:pt x="167398" y="521112"/>
                    <a:pt x="165210" y="519093"/>
                    <a:pt x="163494" y="517916"/>
                  </a:cubicBezTo>
                  <a:cubicBezTo>
                    <a:pt x="161744" y="516738"/>
                    <a:pt x="158143" y="515292"/>
                    <a:pt x="158143" y="515292"/>
                  </a:cubicBezTo>
                  <a:cubicBezTo>
                    <a:pt x="158143" y="515292"/>
                    <a:pt x="154946" y="511087"/>
                    <a:pt x="154374" y="511087"/>
                  </a:cubicBezTo>
                  <a:cubicBezTo>
                    <a:pt x="153801" y="511087"/>
                    <a:pt x="147272" y="510650"/>
                    <a:pt x="147272" y="510650"/>
                  </a:cubicBezTo>
                  <a:lnTo>
                    <a:pt x="139868" y="510952"/>
                  </a:lnTo>
                  <a:lnTo>
                    <a:pt x="137277" y="513139"/>
                  </a:lnTo>
                  <a:lnTo>
                    <a:pt x="133508" y="514451"/>
                  </a:lnTo>
                  <a:lnTo>
                    <a:pt x="127551" y="512130"/>
                  </a:lnTo>
                  <a:lnTo>
                    <a:pt x="121628" y="513576"/>
                  </a:lnTo>
                  <a:lnTo>
                    <a:pt x="112339" y="513711"/>
                  </a:lnTo>
                  <a:lnTo>
                    <a:pt x="111262" y="515897"/>
                  </a:lnTo>
                  <a:cubicBezTo>
                    <a:pt x="111262" y="515897"/>
                    <a:pt x="109445" y="520237"/>
                    <a:pt x="109445" y="521246"/>
                  </a:cubicBezTo>
                  <a:cubicBezTo>
                    <a:pt x="109445" y="522255"/>
                    <a:pt x="109445" y="524879"/>
                    <a:pt x="109445" y="524879"/>
                  </a:cubicBezTo>
                  <a:lnTo>
                    <a:pt x="110185" y="530531"/>
                  </a:lnTo>
                  <a:cubicBezTo>
                    <a:pt x="110185" y="530531"/>
                    <a:pt x="111195" y="532112"/>
                    <a:pt x="111498" y="532549"/>
                  </a:cubicBezTo>
                  <a:cubicBezTo>
                    <a:pt x="111801" y="532986"/>
                    <a:pt x="114695" y="536619"/>
                    <a:pt x="114695" y="536619"/>
                  </a:cubicBezTo>
                  <a:lnTo>
                    <a:pt x="115873" y="537931"/>
                  </a:lnTo>
                  <a:lnTo>
                    <a:pt x="116445" y="540555"/>
                  </a:lnTo>
                  <a:cubicBezTo>
                    <a:pt x="116445" y="540555"/>
                    <a:pt x="116580" y="541565"/>
                    <a:pt x="116580" y="542136"/>
                  </a:cubicBezTo>
                  <a:cubicBezTo>
                    <a:pt x="116580" y="542708"/>
                    <a:pt x="116142" y="544895"/>
                    <a:pt x="116142" y="544895"/>
                  </a:cubicBezTo>
                  <a:lnTo>
                    <a:pt x="116007" y="546476"/>
                  </a:lnTo>
                  <a:lnTo>
                    <a:pt x="115132" y="547620"/>
                  </a:lnTo>
                  <a:cubicBezTo>
                    <a:pt x="115132" y="547620"/>
                    <a:pt x="113382" y="548360"/>
                    <a:pt x="112676" y="548360"/>
                  </a:cubicBezTo>
                  <a:cubicBezTo>
                    <a:pt x="111969" y="548360"/>
                    <a:pt x="110791" y="548225"/>
                    <a:pt x="109478" y="548360"/>
                  </a:cubicBezTo>
                  <a:cubicBezTo>
                    <a:pt x="108166" y="548494"/>
                    <a:pt x="107459" y="547620"/>
                    <a:pt x="106887" y="548360"/>
                  </a:cubicBezTo>
                  <a:cubicBezTo>
                    <a:pt x="106315" y="549066"/>
                    <a:pt x="104430" y="549806"/>
                    <a:pt x="104430" y="549806"/>
                  </a:cubicBezTo>
                  <a:lnTo>
                    <a:pt x="102983" y="551387"/>
                  </a:lnTo>
                  <a:lnTo>
                    <a:pt x="102243" y="552262"/>
                  </a:lnTo>
                  <a:lnTo>
                    <a:pt x="100661" y="554718"/>
                  </a:lnTo>
                  <a:cubicBezTo>
                    <a:pt x="100661" y="554718"/>
                    <a:pt x="100358" y="556030"/>
                    <a:pt x="99920" y="556467"/>
                  </a:cubicBezTo>
                  <a:cubicBezTo>
                    <a:pt x="99483" y="556904"/>
                    <a:pt x="98036" y="559225"/>
                    <a:pt x="98036" y="559225"/>
                  </a:cubicBezTo>
                  <a:lnTo>
                    <a:pt x="97296" y="562421"/>
                  </a:lnTo>
                  <a:lnTo>
                    <a:pt x="97296" y="564877"/>
                  </a:lnTo>
                  <a:lnTo>
                    <a:pt x="97296" y="568342"/>
                  </a:lnTo>
                  <a:lnTo>
                    <a:pt x="96420" y="571235"/>
                  </a:lnTo>
                  <a:lnTo>
                    <a:pt x="97161" y="574430"/>
                  </a:lnTo>
                  <a:lnTo>
                    <a:pt x="99483" y="576617"/>
                  </a:lnTo>
                  <a:cubicBezTo>
                    <a:pt x="99483" y="576617"/>
                    <a:pt x="100055" y="576751"/>
                    <a:pt x="101671" y="576617"/>
                  </a:cubicBezTo>
                  <a:cubicBezTo>
                    <a:pt x="103252" y="576482"/>
                    <a:pt x="103252" y="575473"/>
                    <a:pt x="103690" y="575305"/>
                  </a:cubicBezTo>
                  <a:cubicBezTo>
                    <a:pt x="104127" y="575171"/>
                    <a:pt x="106887" y="576684"/>
                    <a:pt x="106887" y="576684"/>
                  </a:cubicBezTo>
                  <a:lnTo>
                    <a:pt x="109781" y="579073"/>
                  </a:lnTo>
                  <a:cubicBezTo>
                    <a:pt x="109781" y="579073"/>
                    <a:pt x="112978" y="580822"/>
                    <a:pt x="113551" y="580822"/>
                  </a:cubicBezTo>
                  <a:cubicBezTo>
                    <a:pt x="114123" y="580822"/>
                    <a:pt x="116310" y="582403"/>
                    <a:pt x="116310" y="582403"/>
                  </a:cubicBezTo>
                  <a:cubicBezTo>
                    <a:pt x="116310" y="582403"/>
                    <a:pt x="118195" y="586608"/>
                    <a:pt x="118330" y="587045"/>
                  </a:cubicBezTo>
                  <a:cubicBezTo>
                    <a:pt x="118464" y="587483"/>
                    <a:pt x="122099" y="591822"/>
                    <a:pt x="122099" y="591822"/>
                  </a:cubicBezTo>
                  <a:lnTo>
                    <a:pt x="124286" y="593269"/>
                  </a:lnTo>
                  <a:lnTo>
                    <a:pt x="126036" y="595186"/>
                  </a:lnTo>
                  <a:lnTo>
                    <a:pt x="128964" y="597675"/>
                  </a:lnTo>
                  <a:cubicBezTo>
                    <a:pt x="128964" y="597675"/>
                    <a:pt x="128729" y="600266"/>
                    <a:pt x="128729" y="600703"/>
                  </a:cubicBezTo>
                  <a:cubicBezTo>
                    <a:pt x="128729" y="601140"/>
                    <a:pt x="128190" y="602721"/>
                    <a:pt x="127753" y="602822"/>
                  </a:cubicBezTo>
                  <a:cubicBezTo>
                    <a:pt x="127315" y="602923"/>
                    <a:pt x="125565" y="603966"/>
                    <a:pt x="125565" y="603966"/>
                  </a:cubicBezTo>
                  <a:lnTo>
                    <a:pt x="122536" y="603966"/>
                  </a:lnTo>
                  <a:lnTo>
                    <a:pt x="117320" y="603966"/>
                  </a:lnTo>
                  <a:cubicBezTo>
                    <a:pt x="117320" y="603966"/>
                    <a:pt x="116546" y="604504"/>
                    <a:pt x="115368" y="605043"/>
                  </a:cubicBezTo>
                  <a:cubicBezTo>
                    <a:pt x="114190" y="605581"/>
                    <a:pt x="112440" y="606354"/>
                    <a:pt x="112103" y="606556"/>
                  </a:cubicBezTo>
                  <a:cubicBezTo>
                    <a:pt x="111767" y="606758"/>
                    <a:pt x="111027" y="607330"/>
                    <a:pt x="110690" y="607633"/>
                  </a:cubicBezTo>
                  <a:cubicBezTo>
                    <a:pt x="110354" y="607969"/>
                    <a:pt x="107762" y="609247"/>
                    <a:pt x="107762" y="609247"/>
                  </a:cubicBezTo>
                  <a:lnTo>
                    <a:pt x="107762" y="611737"/>
                  </a:lnTo>
                  <a:cubicBezTo>
                    <a:pt x="107762" y="611737"/>
                    <a:pt x="107964" y="612073"/>
                    <a:pt x="109613" y="612376"/>
                  </a:cubicBezTo>
                  <a:cubicBezTo>
                    <a:pt x="111262" y="612712"/>
                    <a:pt x="113416" y="613452"/>
                    <a:pt x="114055" y="613452"/>
                  </a:cubicBezTo>
                  <a:cubicBezTo>
                    <a:pt x="114695" y="613452"/>
                    <a:pt x="117320" y="614663"/>
                    <a:pt x="117656" y="615067"/>
                  </a:cubicBezTo>
                  <a:cubicBezTo>
                    <a:pt x="117993" y="615504"/>
                    <a:pt x="119171" y="616278"/>
                    <a:pt x="119507" y="616480"/>
                  </a:cubicBezTo>
                  <a:cubicBezTo>
                    <a:pt x="119844" y="616682"/>
                    <a:pt x="120820" y="617792"/>
                    <a:pt x="120820" y="618969"/>
                  </a:cubicBezTo>
                  <a:cubicBezTo>
                    <a:pt x="120820" y="620180"/>
                    <a:pt x="121358" y="620920"/>
                    <a:pt x="120181" y="621257"/>
                  </a:cubicBezTo>
                  <a:cubicBezTo>
                    <a:pt x="118969" y="621593"/>
                    <a:pt x="117118" y="622131"/>
                    <a:pt x="116277" y="622031"/>
                  </a:cubicBezTo>
                  <a:cubicBezTo>
                    <a:pt x="115402" y="621929"/>
                    <a:pt x="112373" y="622031"/>
                    <a:pt x="112373" y="622031"/>
                  </a:cubicBezTo>
                  <a:cubicBezTo>
                    <a:pt x="112373" y="622031"/>
                    <a:pt x="111498" y="622872"/>
                    <a:pt x="110522" y="623443"/>
                  </a:cubicBezTo>
                  <a:cubicBezTo>
                    <a:pt x="109546" y="623982"/>
                    <a:pt x="109108" y="625394"/>
                    <a:pt x="109108" y="625394"/>
                  </a:cubicBezTo>
                  <a:lnTo>
                    <a:pt x="106079" y="628994"/>
                  </a:lnTo>
                  <a:lnTo>
                    <a:pt x="103791" y="631618"/>
                  </a:lnTo>
                  <a:cubicBezTo>
                    <a:pt x="103791" y="631618"/>
                    <a:pt x="101300" y="633233"/>
                    <a:pt x="101300" y="633670"/>
                  </a:cubicBezTo>
                  <a:cubicBezTo>
                    <a:pt x="101300" y="634107"/>
                    <a:pt x="100964" y="637269"/>
                    <a:pt x="100863" y="637706"/>
                  </a:cubicBezTo>
                  <a:cubicBezTo>
                    <a:pt x="100762" y="638144"/>
                    <a:pt x="100526" y="641710"/>
                    <a:pt x="100863" y="642921"/>
                  </a:cubicBezTo>
                  <a:cubicBezTo>
                    <a:pt x="101199" y="644098"/>
                    <a:pt x="102815" y="648909"/>
                    <a:pt x="102815" y="648909"/>
                  </a:cubicBezTo>
                  <a:lnTo>
                    <a:pt x="104868" y="651734"/>
                  </a:lnTo>
                  <a:lnTo>
                    <a:pt x="105945" y="652609"/>
                  </a:lnTo>
                  <a:cubicBezTo>
                    <a:pt x="105945" y="652609"/>
                    <a:pt x="106820" y="654661"/>
                    <a:pt x="106820" y="655098"/>
                  </a:cubicBezTo>
                  <a:cubicBezTo>
                    <a:pt x="106820" y="655535"/>
                    <a:pt x="106046" y="658462"/>
                    <a:pt x="106046" y="658899"/>
                  </a:cubicBezTo>
                  <a:cubicBezTo>
                    <a:pt x="106046" y="659337"/>
                    <a:pt x="106046" y="662163"/>
                    <a:pt x="106046" y="662163"/>
                  </a:cubicBezTo>
                  <a:lnTo>
                    <a:pt x="106921" y="664988"/>
                  </a:lnTo>
                  <a:lnTo>
                    <a:pt x="108772" y="666300"/>
                  </a:lnTo>
                  <a:cubicBezTo>
                    <a:pt x="108772" y="666300"/>
                    <a:pt x="109108" y="666637"/>
                    <a:pt x="108435" y="667713"/>
                  </a:cubicBezTo>
                  <a:cubicBezTo>
                    <a:pt x="107796" y="668789"/>
                    <a:pt x="106382" y="671514"/>
                    <a:pt x="106382" y="671952"/>
                  </a:cubicBezTo>
                  <a:cubicBezTo>
                    <a:pt x="106382" y="672389"/>
                    <a:pt x="107897" y="673802"/>
                    <a:pt x="109310" y="673465"/>
                  </a:cubicBezTo>
                  <a:cubicBezTo>
                    <a:pt x="110724" y="673129"/>
                    <a:pt x="114089" y="673028"/>
                    <a:pt x="114089" y="673028"/>
                  </a:cubicBezTo>
                  <a:lnTo>
                    <a:pt x="116378" y="675316"/>
                  </a:lnTo>
                  <a:cubicBezTo>
                    <a:pt x="116378" y="675316"/>
                    <a:pt x="117017" y="679319"/>
                    <a:pt x="117017" y="679655"/>
                  </a:cubicBezTo>
                  <a:cubicBezTo>
                    <a:pt x="117017" y="679992"/>
                    <a:pt x="116243" y="683019"/>
                    <a:pt x="115806" y="683995"/>
                  </a:cubicBezTo>
                  <a:cubicBezTo>
                    <a:pt x="115368" y="684970"/>
                    <a:pt x="113955" y="686181"/>
                    <a:pt x="113854" y="687258"/>
                  </a:cubicBezTo>
                  <a:cubicBezTo>
                    <a:pt x="113753" y="688334"/>
                    <a:pt x="112204" y="689444"/>
                    <a:pt x="112204" y="689444"/>
                  </a:cubicBezTo>
                  <a:cubicBezTo>
                    <a:pt x="112204" y="689444"/>
                    <a:pt x="111868" y="689781"/>
                    <a:pt x="111430" y="690083"/>
                  </a:cubicBezTo>
                  <a:cubicBezTo>
                    <a:pt x="110993" y="690420"/>
                    <a:pt x="110118" y="691160"/>
                    <a:pt x="108839" y="691160"/>
                  </a:cubicBezTo>
                  <a:cubicBezTo>
                    <a:pt x="107526" y="691160"/>
                    <a:pt x="106113" y="690723"/>
                    <a:pt x="105474" y="689848"/>
                  </a:cubicBezTo>
                  <a:cubicBezTo>
                    <a:pt x="104834" y="688973"/>
                    <a:pt x="103723" y="687460"/>
                    <a:pt x="103421" y="687460"/>
                  </a:cubicBezTo>
                  <a:cubicBezTo>
                    <a:pt x="103084" y="687460"/>
                    <a:pt x="102646" y="687123"/>
                    <a:pt x="102546" y="686686"/>
                  </a:cubicBezTo>
                  <a:cubicBezTo>
                    <a:pt x="102445" y="686248"/>
                    <a:pt x="102007" y="684196"/>
                    <a:pt x="102007" y="683759"/>
                  </a:cubicBezTo>
                  <a:cubicBezTo>
                    <a:pt x="102007" y="683322"/>
                    <a:pt x="101906" y="681573"/>
                    <a:pt x="101805" y="681270"/>
                  </a:cubicBezTo>
                  <a:cubicBezTo>
                    <a:pt x="101704" y="680934"/>
                    <a:pt x="101570" y="680631"/>
                    <a:pt x="101570" y="680193"/>
                  </a:cubicBezTo>
                  <a:cubicBezTo>
                    <a:pt x="101570" y="679756"/>
                    <a:pt x="101334" y="677906"/>
                    <a:pt x="101031" y="677704"/>
                  </a:cubicBezTo>
                  <a:cubicBezTo>
                    <a:pt x="100695" y="677502"/>
                    <a:pt x="99820" y="675854"/>
                    <a:pt x="98843" y="676729"/>
                  </a:cubicBezTo>
                  <a:cubicBezTo>
                    <a:pt x="97868" y="677603"/>
                    <a:pt x="97868" y="677502"/>
                    <a:pt x="96993" y="678141"/>
                  </a:cubicBezTo>
                  <a:cubicBezTo>
                    <a:pt x="96117" y="678781"/>
                    <a:pt x="96117" y="679218"/>
                    <a:pt x="95243" y="680193"/>
                  </a:cubicBezTo>
                  <a:cubicBezTo>
                    <a:pt x="94368" y="681169"/>
                    <a:pt x="94031" y="681270"/>
                    <a:pt x="93627" y="682044"/>
                  </a:cubicBezTo>
                  <a:cubicBezTo>
                    <a:pt x="93190" y="682817"/>
                    <a:pt x="91440" y="682683"/>
                    <a:pt x="91137" y="682683"/>
                  </a:cubicBezTo>
                  <a:cubicBezTo>
                    <a:pt x="90800" y="682683"/>
                    <a:pt x="90497" y="682044"/>
                    <a:pt x="89050" y="681808"/>
                  </a:cubicBezTo>
                  <a:cubicBezTo>
                    <a:pt x="87637" y="681573"/>
                    <a:pt x="87199" y="681169"/>
                    <a:pt x="86122" y="681169"/>
                  </a:cubicBezTo>
                  <a:cubicBezTo>
                    <a:pt x="85045" y="681169"/>
                    <a:pt x="83632" y="681505"/>
                    <a:pt x="83632" y="681505"/>
                  </a:cubicBezTo>
                  <a:cubicBezTo>
                    <a:pt x="83632" y="681505"/>
                    <a:pt x="81444" y="682279"/>
                    <a:pt x="81007" y="683154"/>
                  </a:cubicBezTo>
                  <a:cubicBezTo>
                    <a:pt x="80569" y="684028"/>
                    <a:pt x="81007" y="684028"/>
                    <a:pt x="80031" y="684230"/>
                  </a:cubicBezTo>
                  <a:cubicBezTo>
                    <a:pt x="79055" y="684432"/>
                    <a:pt x="75151" y="682178"/>
                    <a:pt x="75151" y="682178"/>
                  </a:cubicBezTo>
                  <a:lnTo>
                    <a:pt x="73098" y="679790"/>
                  </a:lnTo>
                  <a:cubicBezTo>
                    <a:pt x="73098" y="679790"/>
                    <a:pt x="71247" y="677940"/>
                    <a:pt x="70910" y="677940"/>
                  </a:cubicBezTo>
                  <a:cubicBezTo>
                    <a:pt x="70574" y="677940"/>
                    <a:pt x="69059" y="675450"/>
                    <a:pt x="69059" y="675450"/>
                  </a:cubicBezTo>
                  <a:lnTo>
                    <a:pt x="65155" y="675248"/>
                  </a:lnTo>
                  <a:lnTo>
                    <a:pt x="63641" y="676560"/>
                  </a:lnTo>
                  <a:cubicBezTo>
                    <a:pt x="63641" y="676560"/>
                    <a:pt x="61689" y="678949"/>
                    <a:pt x="61352" y="679050"/>
                  </a:cubicBezTo>
                  <a:cubicBezTo>
                    <a:pt x="61016" y="679151"/>
                    <a:pt x="59501" y="680799"/>
                    <a:pt x="59400" y="681102"/>
                  </a:cubicBezTo>
                  <a:cubicBezTo>
                    <a:pt x="59299" y="681438"/>
                    <a:pt x="57549" y="682414"/>
                    <a:pt x="56237" y="682716"/>
                  </a:cubicBezTo>
                  <a:cubicBezTo>
                    <a:pt x="54924" y="683053"/>
                    <a:pt x="51559" y="684566"/>
                    <a:pt x="51559" y="684566"/>
                  </a:cubicBezTo>
                  <a:cubicBezTo>
                    <a:pt x="51559" y="684566"/>
                    <a:pt x="50044" y="685744"/>
                    <a:pt x="50044" y="686417"/>
                  </a:cubicBezTo>
                  <a:cubicBezTo>
                    <a:pt x="50044" y="687056"/>
                    <a:pt x="48968" y="689343"/>
                    <a:pt x="48833" y="689680"/>
                  </a:cubicBezTo>
                  <a:cubicBezTo>
                    <a:pt x="48732" y="690016"/>
                    <a:pt x="47857" y="693380"/>
                    <a:pt x="47857" y="693380"/>
                  </a:cubicBezTo>
                  <a:lnTo>
                    <a:pt x="46881" y="697518"/>
                  </a:lnTo>
                  <a:lnTo>
                    <a:pt x="46881" y="702160"/>
                  </a:lnTo>
                  <a:cubicBezTo>
                    <a:pt x="46881" y="702160"/>
                    <a:pt x="44491" y="702496"/>
                    <a:pt x="43717" y="703035"/>
                  </a:cubicBezTo>
                  <a:cubicBezTo>
                    <a:pt x="42943" y="703573"/>
                    <a:pt x="38501" y="704986"/>
                    <a:pt x="38164" y="705322"/>
                  </a:cubicBezTo>
                  <a:cubicBezTo>
                    <a:pt x="37828" y="705659"/>
                    <a:pt x="36112" y="705659"/>
                    <a:pt x="35775" y="706399"/>
                  </a:cubicBezTo>
                  <a:cubicBezTo>
                    <a:pt x="35438" y="707172"/>
                    <a:pt x="35135" y="708585"/>
                    <a:pt x="35236" y="709124"/>
                  </a:cubicBezTo>
                  <a:cubicBezTo>
                    <a:pt x="35337" y="709662"/>
                    <a:pt x="35102" y="711613"/>
                    <a:pt x="35236" y="712488"/>
                  </a:cubicBezTo>
                  <a:cubicBezTo>
                    <a:pt x="35371" y="713362"/>
                    <a:pt x="34933" y="714338"/>
                    <a:pt x="36010" y="715111"/>
                  </a:cubicBezTo>
                  <a:cubicBezTo>
                    <a:pt x="37087" y="715885"/>
                    <a:pt x="40049" y="716961"/>
                    <a:pt x="40352" y="717062"/>
                  </a:cubicBezTo>
                  <a:cubicBezTo>
                    <a:pt x="40688" y="717163"/>
                    <a:pt x="41126" y="717500"/>
                    <a:pt x="42539" y="717601"/>
                  </a:cubicBezTo>
                  <a:cubicBezTo>
                    <a:pt x="43953" y="717702"/>
                    <a:pt x="46443" y="717601"/>
                    <a:pt x="46443" y="717601"/>
                  </a:cubicBezTo>
                  <a:lnTo>
                    <a:pt x="49809" y="719787"/>
                  </a:lnTo>
                  <a:lnTo>
                    <a:pt x="52535" y="720931"/>
                  </a:lnTo>
                  <a:lnTo>
                    <a:pt x="53174" y="722176"/>
                  </a:lnTo>
                  <a:lnTo>
                    <a:pt x="54722" y="722176"/>
                  </a:lnTo>
                  <a:lnTo>
                    <a:pt x="57448" y="721301"/>
                  </a:lnTo>
                  <a:cubicBezTo>
                    <a:pt x="57448" y="721301"/>
                    <a:pt x="58088" y="721200"/>
                    <a:pt x="58761" y="721301"/>
                  </a:cubicBezTo>
                  <a:cubicBezTo>
                    <a:pt x="59400" y="721402"/>
                    <a:pt x="62126" y="722277"/>
                    <a:pt x="62564" y="722176"/>
                  </a:cubicBezTo>
                  <a:cubicBezTo>
                    <a:pt x="63001" y="722075"/>
                    <a:pt x="64314" y="725237"/>
                    <a:pt x="64314" y="725237"/>
                  </a:cubicBezTo>
                  <a:cubicBezTo>
                    <a:pt x="64314" y="725237"/>
                    <a:pt x="64314" y="726885"/>
                    <a:pt x="63775" y="727188"/>
                  </a:cubicBezTo>
                  <a:cubicBezTo>
                    <a:pt x="63237" y="727524"/>
                    <a:pt x="60949" y="727726"/>
                    <a:pt x="60949" y="727726"/>
                  </a:cubicBezTo>
                  <a:cubicBezTo>
                    <a:pt x="60949" y="727726"/>
                    <a:pt x="59199" y="727087"/>
                    <a:pt x="58896" y="727087"/>
                  </a:cubicBezTo>
                  <a:cubicBezTo>
                    <a:pt x="58559" y="727087"/>
                    <a:pt x="57381" y="726650"/>
                    <a:pt x="56708" y="727087"/>
                  </a:cubicBezTo>
                  <a:cubicBezTo>
                    <a:pt x="56069" y="727524"/>
                    <a:pt x="54319" y="728063"/>
                    <a:pt x="53982" y="728500"/>
                  </a:cubicBezTo>
                  <a:cubicBezTo>
                    <a:pt x="53645" y="728937"/>
                    <a:pt x="53006" y="728937"/>
                    <a:pt x="52804" y="729576"/>
                  </a:cubicBezTo>
                  <a:cubicBezTo>
                    <a:pt x="52602" y="730215"/>
                    <a:pt x="52468" y="731326"/>
                    <a:pt x="52367" y="732503"/>
                  </a:cubicBezTo>
                  <a:cubicBezTo>
                    <a:pt x="52266" y="733680"/>
                    <a:pt x="52266" y="736102"/>
                    <a:pt x="52266" y="736102"/>
                  </a:cubicBezTo>
                  <a:lnTo>
                    <a:pt x="52905" y="742191"/>
                  </a:lnTo>
                  <a:cubicBezTo>
                    <a:pt x="52905" y="742191"/>
                    <a:pt x="52468" y="743369"/>
                    <a:pt x="52468" y="743806"/>
                  </a:cubicBezTo>
                  <a:cubicBezTo>
                    <a:pt x="52468" y="744243"/>
                    <a:pt x="51694" y="747271"/>
                    <a:pt x="51694" y="747271"/>
                  </a:cubicBezTo>
                  <a:lnTo>
                    <a:pt x="51256" y="748684"/>
                  </a:lnTo>
                  <a:lnTo>
                    <a:pt x="44290" y="753461"/>
                  </a:lnTo>
                  <a:lnTo>
                    <a:pt x="37323" y="754537"/>
                  </a:lnTo>
                  <a:lnTo>
                    <a:pt x="31905" y="758877"/>
                  </a:lnTo>
                  <a:lnTo>
                    <a:pt x="26688" y="761063"/>
                  </a:lnTo>
                  <a:lnTo>
                    <a:pt x="19957" y="756724"/>
                  </a:lnTo>
                  <a:lnTo>
                    <a:pt x="13226" y="759112"/>
                  </a:lnTo>
                  <a:lnTo>
                    <a:pt x="11476" y="756084"/>
                  </a:lnTo>
                  <a:lnTo>
                    <a:pt x="8010" y="755210"/>
                  </a:lnTo>
                  <a:lnTo>
                    <a:pt x="2591" y="755210"/>
                  </a:lnTo>
                  <a:lnTo>
                    <a:pt x="0" y="758473"/>
                  </a:lnTo>
                  <a:lnTo>
                    <a:pt x="0" y="763014"/>
                  </a:lnTo>
                  <a:lnTo>
                    <a:pt x="0" y="766479"/>
                  </a:lnTo>
                  <a:lnTo>
                    <a:pt x="0" y="769944"/>
                  </a:lnTo>
                  <a:lnTo>
                    <a:pt x="2188" y="772568"/>
                  </a:lnTo>
                  <a:lnTo>
                    <a:pt x="7842" y="772568"/>
                  </a:lnTo>
                  <a:lnTo>
                    <a:pt x="10904" y="775393"/>
                  </a:lnTo>
                  <a:lnTo>
                    <a:pt x="14371" y="779531"/>
                  </a:lnTo>
                  <a:cubicBezTo>
                    <a:pt x="14371" y="779531"/>
                    <a:pt x="16996" y="778892"/>
                    <a:pt x="18510" y="779531"/>
                  </a:cubicBezTo>
                  <a:cubicBezTo>
                    <a:pt x="20025" y="780170"/>
                    <a:pt x="22650" y="779733"/>
                    <a:pt x="23525" y="779531"/>
                  </a:cubicBezTo>
                  <a:cubicBezTo>
                    <a:pt x="24400" y="779329"/>
                    <a:pt x="28102" y="778455"/>
                    <a:pt x="28102" y="778455"/>
                  </a:cubicBezTo>
                  <a:cubicBezTo>
                    <a:pt x="28102" y="778455"/>
                    <a:pt x="32241" y="775629"/>
                    <a:pt x="33116" y="775629"/>
                  </a:cubicBezTo>
                  <a:cubicBezTo>
                    <a:pt x="33991" y="775629"/>
                    <a:pt x="36818" y="773443"/>
                    <a:pt x="36818" y="773443"/>
                  </a:cubicBezTo>
                  <a:lnTo>
                    <a:pt x="39006" y="771054"/>
                  </a:lnTo>
                  <a:lnTo>
                    <a:pt x="40756" y="769103"/>
                  </a:lnTo>
                  <a:lnTo>
                    <a:pt x="42506" y="766715"/>
                  </a:lnTo>
                  <a:lnTo>
                    <a:pt x="45770" y="768464"/>
                  </a:lnTo>
                  <a:lnTo>
                    <a:pt x="47722" y="768901"/>
                  </a:lnTo>
                  <a:cubicBezTo>
                    <a:pt x="47722" y="768901"/>
                    <a:pt x="49035" y="767589"/>
                    <a:pt x="50549" y="767152"/>
                  </a:cubicBezTo>
                  <a:cubicBezTo>
                    <a:pt x="52064" y="766715"/>
                    <a:pt x="57953" y="765840"/>
                    <a:pt x="57953" y="765840"/>
                  </a:cubicBezTo>
                  <a:lnTo>
                    <a:pt x="60545" y="766277"/>
                  </a:lnTo>
                  <a:lnTo>
                    <a:pt x="67175" y="766815"/>
                  </a:lnTo>
                  <a:lnTo>
                    <a:pt x="68487" y="768329"/>
                  </a:lnTo>
                  <a:lnTo>
                    <a:pt x="69026" y="771256"/>
                  </a:lnTo>
                  <a:lnTo>
                    <a:pt x="68050" y="772332"/>
                  </a:lnTo>
                  <a:lnTo>
                    <a:pt x="65761" y="773745"/>
                  </a:lnTo>
                  <a:cubicBezTo>
                    <a:pt x="65761" y="773745"/>
                    <a:pt x="64785" y="775360"/>
                    <a:pt x="64785" y="775797"/>
                  </a:cubicBezTo>
                  <a:cubicBezTo>
                    <a:pt x="64785" y="776234"/>
                    <a:pt x="64886" y="778825"/>
                    <a:pt x="64886" y="778825"/>
                  </a:cubicBezTo>
                  <a:lnTo>
                    <a:pt x="66064" y="779834"/>
                  </a:lnTo>
                  <a:cubicBezTo>
                    <a:pt x="66064" y="779834"/>
                    <a:pt x="68891" y="781011"/>
                    <a:pt x="69329" y="781112"/>
                  </a:cubicBezTo>
                  <a:cubicBezTo>
                    <a:pt x="69766" y="781213"/>
                    <a:pt x="72795" y="782088"/>
                    <a:pt x="73232" y="782424"/>
                  </a:cubicBezTo>
                  <a:cubicBezTo>
                    <a:pt x="73670" y="782761"/>
                    <a:pt x="75858" y="783602"/>
                    <a:pt x="76261" y="783837"/>
                  </a:cubicBezTo>
                  <a:cubicBezTo>
                    <a:pt x="76699" y="784073"/>
                    <a:pt x="77675" y="784813"/>
                    <a:pt x="78112" y="785048"/>
                  </a:cubicBezTo>
                  <a:cubicBezTo>
                    <a:pt x="78550" y="785250"/>
                    <a:pt x="82016" y="787100"/>
                    <a:pt x="82454" y="787336"/>
                  </a:cubicBezTo>
                  <a:cubicBezTo>
                    <a:pt x="82891" y="787538"/>
                    <a:pt x="85617" y="788210"/>
                    <a:pt x="85617" y="788210"/>
                  </a:cubicBezTo>
                  <a:cubicBezTo>
                    <a:pt x="85617" y="788210"/>
                    <a:pt x="86930" y="787773"/>
                    <a:pt x="88781" y="788210"/>
                  </a:cubicBezTo>
                  <a:cubicBezTo>
                    <a:pt x="90632" y="788648"/>
                    <a:pt x="92920" y="791372"/>
                    <a:pt x="92920" y="791372"/>
                  </a:cubicBezTo>
                  <a:lnTo>
                    <a:pt x="94132" y="793424"/>
                  </a:lnTo>
                  <a:lnTo>
                    <a:pt x="96622" y="793424"/>
                  </a:lnTo>
                  <a:cubicBezTo>
                    <a:pt x="96622" y="793424"/>
                    <a:pt x="96858" y="792550"/>
                    <a:pt x="97699" y="792348"/>
                  </a:cubicBezTo>
                  <a:cubicBezTo>
                    <a:pt x="98574" y="792146"/>
                    <a:pt x="99752" y="791574"/>
                    <a:pt x="100425" y="791473"/>
                  </a:cubicBezTo>
                  <a:cubicBezTo>
                    <a:pt x="101065" y="791372"/>
                    <a:pt x="102276" y="790061"/>
                    <a:pt x="102613" y="789960"/>
                  </a:cubicBezTo>
                  <a:cubicBezTo>
                    <a:pt x="102949" y="789859"/>
                    <a:pt x="104127" y="789758"/>
                    <a:pt x="104363" y="789320"/>
                  </a:cubicBezTo>
                  <a:cubicBezTo>
                    <a:pt x="104598" y="788883"/>
                    <a:pt x="105440" y="787268"/>
                    <a:pt x="105877" y="787134"/>
                  </a:cubicBezTo>
                  <a:cubicBezTo>
                    <a:pt x="106315" y="787033"/>
                    <a:pt x="108166" y="785183"/>
                    <a:pt x="108166" y="785183"/>
                  </a:cubicBezTo>
                  <a:cubicBezTo>
                    <a:pt x="108166" y="785183"/>
                    <a:pt x="110555" y="784544"/>
                    <a:pt x="111329" y="784544"/>
                  </a:cubicBezTo>
                  <a:cubicBezTo>
                    <a:pt x="112070" y="784544"/>
                    <a:pt x="113820" y="784005"/>
                    <a:pt x="113820" y="784005"/>
                  </a:cubicBezTo>
                  <a:cubicBezTo>
                    <a:pt x="113820" y="784005"/>
                    <a:pt x="114796" y="783568"/>
                    <a:pt x="115233" y="783568"/>
                  </a:cubicBezTo>
                  <a:cubicBezTo>
                    <a:pt x="115671" y="783568"/>
                    <a:pt x="117185" y="782054"/>
                    <a:pt x="117522" y="781920"/>
                  </a:cubicBezTo>
                  <a:cubicBezTo>
                    <a:pt x="117858" y="781819"/>
                    <a:pt x="119810" y="780843"/>
                    <a:pt x="120113" y="780709"/>
                  </a:cubicBezTo>
                  <a:cubicBezTo>
                    <a:pt x="120450" y="780608"/>
                    <a:pt x="122065" y="779498"/>
                    <a:pt x="122065" y="779498"/>
                  </a:cubicBezTo>
                  <a:lnTo>
                    <a:pt x="124017" y="780137"/>
                  </a:lnTo>
                  <a:lnTo>
                    <a:pt x="127046" y="781348"/>
                  </a:lnTo>
                  <a:cubicBezTo>
                    <a:pt x="127046" y="781348"/>
                    <a:pt x="128561" y="784174"/>
                    <a:pt x="128561" y="784611"/>
                  </a:cubicBezTo>
                  <a:cubicBezTo>
                    <a:pt x="128561" y="785048"/>
                    <a:pt x="129772" y="785923"/>
                    <a:pt x="129772" y="785923"/>
                  </a:cubicBezTo>
                  <a:cubicBezTo>
                    <a:pt x="129772" y="785923"/>
                    <a:pt x="132263" y="786259"/>
                    <a:pt x="132936" y="786259"/>
                  </a:cubicBezTo>
                  <a:cubicBezTo>
                    <a:pt x="133575" y="786259"/>
                    <a:pt x="133037" y="785620"/>
                    <a:pt x="135426" y="786360"/>
                  </a:cubicBezTo>
                  <a:cubicBezTo>
                    <a:pt x="137816" y="787134"/>
                    <a:pt x="139330" y="787134"/>
                    <a:pt x="139330" y="787134"/>
                  </a:cubicBezTo>
                  <a:lnTo>
                    <a:pt x="142258" y="787033"/>
                  </a:lnTo>
                  <a:lnTo>
                    <a:pt x="144109" y="786596"/>
                  </a:lnTo>
                  <a:cubicBezTo>
                    <a:pt x="144109" y="786596"/>
                    <a:pt x="145725" y="786495"/>
                    <a:pt x="146162" y="786495"/>
                  </a:cubicBezTo>
                  <a:cubicBezTo>
                    <a:pt x="146599" y="786495"/>
                    <a:pt x="147676" y="786293"/>
                    <a:pt x="147676" y="786293"/>
                  </a:cubicBezTo>
                  <a:lnTo>
                    <a:pt x="149864" y="785956"/>
                  </a:lnTo>
                  <a:cubicBezTo>
                    <a:pt x="149864" y="785956"/>
                    <a:pt x="150200" y="784880"/>
                    <a:pt x="151042" y="784443"/>
                  </a:cubicBezTo>
                  <a:cubicBezTo>
                    <a:pt x="151917" y="784005"/>
                    <a:pt x="153869" y="782828"/>
                    <a:pt x="154306" y="783030"/>
                  </a:cubicBezTo>
                  <a:cubicBezTo>
                    <a:pt x="154744" y="783232"/>
                    <a:pt x="157470" y="783131"/>
                    <a:pt x="157470" y="783131"/>
                  </a:cubicBezTo>
                  <a:lnTo>
                    <a:pt x="159085" y="784005"/>
                  </a:lnTo>
                  <a:cubicBezTo>
                    <a:pt x="159085" y="784005"/>
                    <a:pt x="160499" y="785755"/>
                    <a:pt x="160499" y="786057"/>
                  </a:cubicBezTo>
                  <a:cubicBezTo>
                    <a:pt x="160499" y="786394"/>
                    <a:pt x="159960" y="789220"/>
                    <a:pt x="159960" y="789220"/>
                  </a:cubicBezTo>
                  <a:lnTo>
                    <a:pt x="158446" y="790834"/>
                  </a:lnTo>
                  <a:cubicBezTo>
                    <a:pt x="158446" y="790834"/>
                    <a:pt x="158782" y="793862"/>
                    <a:pt x="158109" y="794635"/>
                  </a:cubicBezTo>
                  <a:cubicBezTo>
                    <a:pt x="157436" y="795409"/>
                    <a:pt x="156359" y="796048"/>
                    <a:pt x="156359" y="796048"/>
                  </a:cubicBezTo>
                  <a:cubicBezTo>
                    <a:pt x="156359" y="796048"/>
                    <a:pt x="155720" y="797461"/>
                    <a:pt x="155383" y="798235"/>
                  </a:cubicBezTo>
                  <a:cubicBezTo>
                    <a:pt x="155047" y="798975"/>
                    <a:pt x="154508" y="800287"/>
                    <a:pt x="154508" y="800287"/>
                  </a:cubicBezTo>
                  <a:cubicBezTo>
                    <a:pt x="154508" y="800287"/>
                    <a:pt x="153431" y="801700"/>
                    <a:pt x="154407" y="803113"/>
                  </a:cubicBezTo>
                  <a:cubicBezTo>
                    <a:pt x="155383" y="804526"/>
                    <a:pt x="156696" y="806140"/>
                    <a:pt x="156696" y="806140"/>
                  </a:cubicBezTo>
                  <a:lnTo>
                    <a:pt x="158984" y="807217"/>
                  </a:lnTo>
                  <a:lnTo>
                    <a:pt x="164201" y="809807"/>
                  </a:lnTo>
                  <a:lnTo>
                    <a:pt x="164975" y="811993"/>
                  </a:lnTo>
                  <a:cubicBezTo>
                    <a:pt x="164975" y="811993"/>
                    <a:pt x="165076" y="814718"/>
                    <a:pt x="165177" y="815055"/>
                  </a:cubicBezTo>
                  <a:cubicBezTo>
                    <a:pt x="165278" y="815391"/>
                    <a:pt x="167028" y="816905"/>
                    <a:pt x="167465" y="817107"/>
                  </a:cubicBezTo>
                  <a:cubicBezTo>
                    <a:pt x="167903" y="817309"/>
                    <a:pt x="169653" y="817645"/>
                    <a:pt x="170057" y="817645"/>
                  </a:cubicBezTo>
                  <a:cubicBezTo>
                    <a:pt x="170494" y="817645"/>
                    <a:pt x="172884" y="817847"/>
                    <a:pt x="173321" y="818183"/>
                  </a:cubicBezTo>
                  <a:cubicBezTo>
                    <a:pt x="173759" y="818520"/>
                    <a:pt x="173961" y="819159"/>
                    <a:pt x="174836" y="818183"/>
                  </a:cubicBezTo>
                  <a:cubicBezTo>
                    <a:pt x="175711" y="817208"/>
                    <a:pt x="175980" y="817410"/>
                    <a:pt x="175980" y="816232"/>
                  </a:cubicBezTo>
                  <a:cubicBezTo>
                    <a:pt x="175980" y="815055"/>
                    <a:pt x="175711" y="814819"/>
                    <a:pt x="175711" y="814382"/>
                  </a:cubicBezTo>
                  <a:cubicBezTo>
                    <a:pt x="175711" y="813945"/>
                    <a:pt x="175711" y="811657"/>
                    <a:pt x="175711" y="811657"/>
                  </a:cubicBezTo>
                  <a:cubicBezTo>
                    <a:pt x="175711" y="811657"/>
                    <a:pt x="176586" y="811321"/>
                    <a:pt x="176788" y="810883"/>
                  </a:cubicBezTo>
                  <a:cubicBezTo>
                    <a:pt x="176990" y="810446"/>
                    <a:pt x="176990" y="810009"/>
                    <a:pt x="177528" y="809571"/>
                  </a:cubicBezTo>
                  <a:cubicBezTo>
                    <a:pt x="178067" y="809134"/>
                    <a:pt x="178639" y="809470"/>
                    <a:pt x="179278" y="808596"/>
                  </a:cubicBezTo>
                  <a:cubicBezTo>
                    <a:pt x="179917" y="807721"/>
                    <a:pt x="180355" y="806847"/>
                    <a:pt x="180591" y="806308"/>
                  </a:cubicBezTo>
                  <a:cubicBezTo>
                    <a:pt x="180793" y="805770"/>
                    <a:pt x="180052" y="805434"/>
                    <a:pt x="181567" y="805232"/>
                  </a:cubicBezTo>
                  <a:cubicBezTo>
                    <a:pt x="183081" y="804997"/>
                    <a:pt x="185369" y="805131"/>
                    <a:pt x="185807" y="805131"/>
                  </a:cubicBezTo>
                  <a:cubicBezTo>
                    <a:pt x="186245" y="805131"/>
                    <a:pt x="188735" y="804795"/>
                    <a:pt x="189172" y="805131"/>
                  </a:cubicBezTo>
                  <a:cubicBezTo>
                    <a:pt x="189610" y="805467"/>
                    <a:pt x="190249" y="807620"/>
                    <a:pt x="190485" y="808192"/>
                  </a:cubicBezTo>
                  <a:cubicBezTo>
                    <a:pt x="190687" y="808730"/>
                    <a:pt x="190384" y="810244"/>
                    <a:pt x="190048" y="810480"/>
                  </a:cubicBezTo>
                  <a:cubicBezTo>
                    <a:pt x="189745" y="810682"/>
                    <a:pt x="189307" y="809605"/>
                    <a:pt x="188297" y="812431"/>
                  </a:cubicBezTo>
                  <a:cubicBezTo>
                    <a:pt x="187322" y="815257"/>
                    <a:pt x="187860" y="816333"/>
                    <a:pt x="187860" y="816333"/>
                  </a:cubicBezTo>
                  <a:lnTo>
                    <a:pt x="188398" y="817309"/>
                  </a:lnTo>
                  <a:cubicBezTo>
                    <a:pt x="188398" y="817309"/>
                    <a:pt x="189172" y="817847"/>
                    <a:pt x="189374" y="818183"/>
                  </a:cubicBezTo>
                  <a:cubicBezTo>
                    <a:pt x="189576" y="818520"/>
                    <a:pt x="189913" y="818822"/>
                    <a:pt x="190249" y="819394"/>
                  </a:cubicBezTo>
                  <a:cubicBezTo>
                    <a:pt x="190586" y="819933"/>
                    <a:pt x="191663" y="822422"/>
                    <a:pt x="191663" y="822422"/>
                  </a:cubicBezTo>
                  <a:lnTo>
                    <a:pt x="193413" y="824709"/>
                  </a:lnTo>
                  <a:lnTo>
                    <a:pt x="195668" y="824709"/>
                  </a:lnTo>
                  <a:lnTo>
                    <a:pt x="199134" y="824709"/>
                  </a:lnTo>
                  <a:cubicBezTo>
                    <a:pt x="199134" y="824709"/>
                    <a:pt x="201625" y="824272"/>
                    <a:pt x="201961" y="823734"/>
                  </a:cubicBezTo>
                  <a:cubicBezTo>
                    <a:pt x="202298" y="823195"/>
                    <a:pt x="203038" y="821345"/>
                    <a:pt x="203375" y="821244"/>
                  </a:cubicBezTo>
                  <a:cubicBezTo>
                    <a:pt x="203711" y="821144"/>
                    <a:pt x="205764" y="820807"/>
                    <a:pt x="206740" y="820807"/>
                  </a:cubicBezTo>
                  <a:cubicBezTo>
                    <a:pt x="207716" y="820807"/>
                    <a:pt x="210779" y="820908"/>
                    <a:pt x="210779" y="820908"/>
                  </a:cubicBezTo>
                  <a:lnTo>
                    <a:pt x="213505" y="822119"/>
                  </a:lnTo>
                  <a:cubicBezTo>
                    <a:pt x="213505" y="822119"/>
                    <a:pt x="216096" y="823532"/>
                    <a:pt x="215793" y="823868"/>
                  </a:cubicBezTo>
                  <a:cubicBezTo>
                    <a:pt x="215457" y="824205"/>
                    <a:pt x="215793" y="825281"/>
                    <a:pt x="215793" y="825281"/>
                  </a:cubicBezTo>
                  <a:lnTo>
                    <a:pt x="218620" y="827569"/>
                  </a:lnTo>
                  <a:lnTo>
                    <a:pt x="218721" y="830731"/>
                  </a:lnTo>
                  <a:lnTo>
                    <a:pt x="219361" y="832480"/>
                  </a:lnTo>
                  <a:lnTo>
                    <a:pt x="219260" y="834667"/>
                  </a:lnTo>
                  <a:cubicBezTo>
                    <a:pt x="219260" y="834667"/>
                    <a:pt x="219697" y="836853"/>
                    <a:pt x="219798" y="837593"/>
                  </a:cubicBezTo>
                  <a:cubicBezTo>
                    <a:pt x="219899" y="838367"/>
                    <a:pt x="224375" y="839544"/>
                    <a:pt x="224375" y="839544"/>
                  </a:cubicBezTo>
                  <a:lnTo>
                    <a:pt x="227303" y="840419"/>
                  </a:lnTo>
                  <a:lnTo>
                    <a:pt x="228818" y="843043"/>
                  </a:lnTo>
                  <a:cubicBezTo>
                    <a:pt x="228818" y="843043"/>
                    <a:pt x="230769" y="843817"/>
                    <a:pt x="231106" y="844456"/>
                  </a:cubicBezTo>
                  <a:cubicBezTo>
                    <a:pt x="231443" y="845095"/>
                    <a:pt x="232419" y="846642"/>
                    <a:pt x="232822" y="846945"/>
                  </a:cubicBezTo>
                  <a:cubicBezTo>
                    <a:pt x="233260" y="847281"/>
                    <a:pt x="235010" y="850208"/>
                    <a:pt x="235010" y="850208"/>
                  </a:cubicBezTo>
                  <a:cubicBezTo>
                    <a:pt x="235010" y="850208"/>
                    <a:pt x="236760" y="852395"/>
                    <a:pt x="237063" y="852395"/>
                  </a:cubicBezTo>
                  <a:cubicBezTo>
                    <a:pt x="237400" y="852395"/>
                    <a:pt x="238039" y="852832"/>
                    <a:pt x="239351" y="852395"/>
                  </a:cubicBezTo>
                  <a:cubicBezTo>
                    <a:pt x="240664" y="851957"/>
                    <a:pt x="240866" y="851184"/>
                    <a:pt x="241303" y="850881"/>
                  </a:cubicBezTo>
                  <a:cubicBezTo>
                    <a:pt x="241741" y="850545"/>
                    <a:pt x="242717" y="849569"/>
                    <a:pt x="243053" y="848829"/>
                  </a:cubicBezTo>
                  <a:cubicBezTo>
                    <a:pt x="243356" y="848055"/>
                    <a:pt x="243390" y="846777"/>
                    <a:pt x="243390" y="846003"/>
                  </a:cubicBezTo>
                  <a:cubicBezTo>
                    <a:pt x="243390" y="845229"/>
                    <a:pt x="243154" y="844388"/>
                    <a:pt x="243289" y="844052"/>
                  </a:cubicBezTo>
                  <a:cubicBezTo>
                    <a:pt x="243390" y="843716"/>
                    <a:pt x="244164" y="841664"/>
                    <a:pt x="244501" y="841563"/>
                  </a:cubicBezTo>
                  <a:cubicBezTo>
                    <a:pt x="244837" y="841462"/>
                    <a:pt x="246150" y="840486"/>
                    <a:pt x="246150" y="840486"/>
                  </a:cubicBezTo>
                  <a:cubicBezTo>
                    <a:pt x="246150" y="840486"/>
                    <a:pt x="248001" y="839612"/>
                    <a:pt x="248438" y="839612"/>
                  </a:cubicBezTo>
                  <a:cubicBezTo>
                    <a:pt x="248876" y="839612"/>
                    <a:pt x="250054" y="839712"/>
                    <a:pt x="250054" y="839712"/>
                  </a:cubicBezTo>
                  <a:cubicBezTo>
                    <a:pt x="250054" y="839712"/>
                    <a:pt x="251703" y="839511"/>
                    <a:pt x="252342" y="839712"/>
                  </a:cubicBezTo>
                  <a:cubicBezTo>
                    <a:pt x="252982" y="839948"/>
                    <a:pt x="255169" y="840486"/>
                    <a:pt x="255169" y="840486"/>
                  </a:cubicBezTo>
                  <a:cubicBezTo>
                    <a:pt x="255169" y="840486"/>
                    <a:pt x="256044" y="840924"/>
                    <a:pt x="256919" y="840486"/>
                  </a:cubicBezTo>
                  <a:cubicBezTo>
                    <a:pt x="257794" y="840049"/>
                    <a:pt x="259309" y="839712"/>
                    <a:pt x="259746" y="839612"/>
                  </a:cubicBezTo>
                  <a:cubicBezTo>
                    <a:pt x="260184" y="839511"/>
                    <a:pt x="260958" y="839174"/>
                    <a:pt x="261362" y="839174"/>
                  </a:cubicBezTo>
                  <a:cubicBezTo>
                    <a:pt x="261799" y="839174"/>
                    <a:pt x="262674" y="838972"/>
                    <a:pt x="263213" y="838838"/>
                  </a:cubicBezTo>
                  <a:cubicBezTo>
                    <a:pt x="263751" y="838737"/>
                    <a:pt x="264727" y="838064"/>
                    <a:pt x="265165" y="837862"/>
                  </a:cubicBezTo>
                  <a:cubicBezTo>
                    <a:pt x="265602" y="837627"/>
                    <a:pt x="266814" y="836651"/>
                    <a:pt x="266814" y="836651"/>
                  </a:cubicBezTo>
                  <a:lnTo>
                    <a:pt x="268126" y="835777"/>
                  </a:lnTo>
                  <a:cubicBezTo>
                    <a:pt x="268126" y="835777"/>
                    <a:pt x="269102" y="835676"/>
                    <a:pt x="269540" y="835777"/>
                  </a:cubicBezTo>
                  <a:cubicBezTo>
                    <a:pt x="269977" y="835878"/>
                    <a:pt x="270953" y="836752"/>
                    <a:pt x="271391" y="836853"/>
                  </a:cubicBezTo>
                  <a:cubicBezTo>
                    <a:pt x="271828" y="836954"/>
                    <a:pt x="273040" y="838064"/>
                    <a:pt x="273141" y="838602"/>
                  </a:cubicBezTo>
                  <a:cubicBezTo>
                    <a:pt x="273242" y="839141"/>
                    <a:pt x="274655" y="840453"/>
                    <a:pt x="274655" y="840453"/>
                  </a:cubicBezTo>
                  <a:cubicBezTo>
                    <a:pt x="274655" y="840453"/>
                    <a:pt x="274857" y="840553"/>
                    <a:pt x="276169" y="840453"/>
                  </a:cubicBezTo>
                  <a:cubicBezTo>
                    <a:pt x="277482" y="840352"/>
                    <a:pt x="278694" y="840553"/>
                    <a:pt x="278997" y="840453"/>
                  </a:cubicBezTo>
                  <a:cubicBezTo>
                    <a:pt x="279333" y="840352"/>
                    <a:pt x="286165" y="840453"/>
                    <a:pt x="286165" y="840453"/>
                  </a:cubicBezTo>
                  <a:lnTo>
                    <a:pt x="291348" y="840453"/>
                  </a:lnTo>
                  <a:lnTo>
                    <a:pt x="293098" y="840453"/>
                  </a:lnTo>
                  <a:cubicBezTo>
                    <a:pt x="293098" y="840453"/>
                    <a:pt x="295992" y="842774"/>
                    <a:pt x="295790" y="843211"/>
                  </a:cubicBezTo>
                  <a:cubicBezTo>
                    <a:pt x="295588" y="843648"/>
                    <a:pt x="297742" y="846407"/>
                    <a:pt x="297742" y="846407"/>
                  </a:cubicBezTo>
                  <a:cubicBezTo>
                    <a:pt x="297742" y="846407"/>
                    <a:pt x="300805" y="848863"/>
                    <a:pt x="301209" y="849165"/>
                  </a:cubicBezTo>
                  <a:cubicBezTo>
                    <a:pt x="301646" y="849468"/>
                    <a:pt x="306728" y="852193"/>
                    <a:pt x="306728" y="852193"/>
                  </a:cubicBezTo>
                  <a:lnTo>
                    <a:pt x="313391" y="855523"/>
                  </a:lnTo>
                  <a:lnTo>
                    <a:pt x="316420" y="858988"/>
                  </a:lnTo>
                  <a:lnTo>
                    <a:pt x="319449" y="861175"/>
                  </a:lnTo>
                  <a:lnTo>
                    <a:pt x="325810" y="865077"/>
                  </a:lnTo>
                  <a:lnTo>
                    <a:pt x="329142" y="867398"/>
                  </a:lnTo>
                  <a:lnTo>
                    <a:pt x="331027" y="869416"/>
                  </a:lnTo>
                  <a:lnTo>
                    <a:pt x="334493" y="871166"/>
                  </a:lnTo>
                  <a:cubicBezTo>
                    <a:pt x="334493" y="871166"/>
                    <a:pt x="335806" y="871300"/>
                    <a:pt x="337387" y="871300"/>
                  </a:cubicBezTo>
                  <a:cubicBezTo>
                    <a:pt x="338969" y="871300"/>
                    <a:pt x="340282" y="871435"/>
                    <a:pt x="340854" y="871435"/>
                  </a:cubicBezTo>
                  <a:cubicBezTo>
                    <a:pt x="341426" y="871435"/>
                    <a:pt x="343445" y="872007"/>
                    <a:pt x="343445" y="872007"/>
                  </a:cubicBezTo>
                  <a:lnTo>
                    <a:pt x="344320" y="873756"/>
                  </a:lnTo>
                  <a:cubicBezTo>
                    <a:pt x="344320" y="873756"/>
                    <a:pt x="345767" y="875942"/>
                    <a:pt x="346339" y="876077"/>
                  </a:cubicBezTo>
                  <a:cubicBezTo>
                    <a:pt x="346911" y="876212"/>
                    <a:pt x="347652" y="876380"/>
                    <a:pt x="348359" y="877221"/>
                  </a:cubicBezTo>
                  <a:cubicBezTo>
                    <a:pt x="349099" y="878095"/>
                    <a:pt x="351388" y="880686"/>
                    <a:pt x="351388" y="880686"/>
                  </a:cubicBezTo>
                  <a:lnTo>
                    <a:pt x="352700" y="881997"/>
                  </a:lnTo>
                  <a:lnTo>
                    <a:pt x="356167" y="884756"/>
                  </a:lnTo>
                  <a:lnTo>
                    <a:pt x="357042" y="887514"/>
                  </a:lnTo>
                  <a:cubicBezTo>
                    <a:pt x="357042" y="887514"/>
                    <a:pt x="357917" y="889533"/>
                    <a:pt x="358926" y="890979"/>
                  </a:cubicBezTo>
                  <a:cubicBezTo>
                    <a:pt x="359936" y="892426"/>
                    <a:pt x="363873" y="895184"/>
                    <a:pt x="363873" y="895184"/>
                  </a:cubicBezTo>
                  <a:lnTo>
                    <a:pt x="365758" y="898817"/>
                  </a:lnTo>
                  <a:lnTo>
                    <a:pt x="369393" y="903022"/>
                  </a:lnTo>
                  <a:lnTo>
                    <a:pt x="376494" y="903022"/>
                  </a:lnTo>
                  <a:lnTo>
                    <a:pt x="379556" y="901946"/>
                  </a:lnTo>
                  <a:lnTo>
                    <a:pt x="386085" y="901307"/>
                  </a:lnTo>
                  <a:lnTo>
                    <a:pt x="392177" y="901307"/>
                  </a:lnTo>
                  <a:lnTo>
                    <a:pt x="395643" y="901307"/>
                  </a:lnTo>
                  <a:lnTo>
                    <a:pt x="401163" y="901744"/>
                  </a:lnTo>
                  <a:cubicBezTo>
                    <a:pt x="401163" y="901744"/>
                    <a:pt x="400422" y="898111"/>
                    <a:pt x="400019" y="897539"/>
                  </a:cubicBezTo>
                  <a:cubicBezTo>
                    <a:pt x="399581" y="896967"/>
                    <a:pt x="396249" y="886539"/>
                    <a:pt x="396249" y="886539"/>
                  </a:cubicBezTo>
                  <a:cubicBezTo>
                    <a:pt x="396249" y="886539"/>
                    <a:pt x="395946" y="880450"/>
                    <a:pt x="395946" y="879878"/>
                  </a:cubicBezTo>
                  <a:cubicBezTo>
                    <a:pt x="395946" y="879306"/>
                    <a:pt x="396384" y="872208"/>
                    <a:pt x="396384" y="871603"/>
                  </a:cubicBezTo>
                  <a:cubicBezTo>
                    <a:pt x="396384" y="871031"/>
                    <a:pt x="396956" y="864202"/>
                    <a:pt x="396821" y="862756"/>
                  </a:cubicBezTo>
                  <a:cubicBezTo>
                    <a:pt x="396687" y="861309"/>
                    <a:pt x="396687" y="854514"/>
                    <a:pt x="396687" y="854514"/>
                  </a:cubicBezTo>
                  <a:cubicBezTo>
                    <a:pt x="396687" y="854514"/>
                    <a:pt x="395542" y="849872"/>
                    <a:pt x="394499" y="849165"/>
                  </a:cubicBezTo>
                  <a:cubicBezTo>
                    <a:pt x="393490" y="848425"/>
                    <a:pt x="391436" y="845970"/>
                    <a:pt x="390158" y="844388"/>
                  </a:cubicBezTo>
                  <a:cubicBezTo>
                    <a:pt x="388845" y="842807"/>
                    <a:pt x="384941" y="838165"/>
                    <a:pt x="384504" y="837593"/>
                  </a:cubicBezTo>
                  <a:cubicBezTo>
                    <a:pt x="384066" y="837021"/>
                    <a:pt x="383494" y="834700"/>
                    <a:pt x="383932" y="832951"/>
                  </a:cubicBezTo>
                  <a:cubicBezTo>
                    <a:pt x="384369" y="831202"/>
                    <a:pt x="386691" y="827165"/>
                    <a:pt x="387836" y="825988"/>
                  </a:cubicBezTo>
                  <a:cubicBezTo>
                    <a:pt x="388980" y="824844"/>
                    <a:pt x="390461" y="822657"/>
                    <a:pt x="391033" y="822220"/>
                  </a:cubicBezTo>
                  <a:cubicBezTo>
                    <a:pt x="391605" y="821783"/>
                    <a:pt x="391739" y="814382"/>
                    <a:pt x="391739" y="814382"/>
                  </a:cubicBezTo>
                  <a:lnTo>
                    <a:pt x="392614" y="804391"/>
                  </a:lnTo>
                  <a:lnTo>
                    <a:pt x="395643" y="803315"/>
                  </a:lnTo>
                  <a:lnTo>
                    <a:pt x="397965" y="800489"/>
                  </a:lnTo>
                  <a:lnTo>
                    <a:pt x="404360" y="800489"/>
                  </a:lnTo>
                  <a:lnTo>
                    <a:pt x="409879" y="803819"/>
                  </a:lnTo>
                  <a:cubicBezTo>
                    <a:pt x="409879" y="803819"/>
                    <a:pt x="417990" y="803685"/>
                    <a:pt x="419000" y="803382"/>
                  </a:cubicBezTo>
                  <a:cubicBezTo>
                    <a:pt x="420009" y="803079"/>
                    <a:pt x="427413" y="800489"/>
                    <a:pt x="427413" y="800489"/>
                  </a:cubicBezTo>
                  <a:cubicBezTo>
                    <a:pt x="427413" y="800489"/>
                    <a:pt x="429870" y="799042"/>
                    <a:pt x="432058" y="800489"/>
                  </a:cubicBezTo>
                  <a:cubicBezTo>
                    <a:pt x="434245" y="801935"/>
                    <a:pt x="438856" y="799345"/>
                    <a:pt x="440606" y="798739"/>
                  </a:cubicBezTo>
                  <a:cubicBezTo>
                    <a:pt x="442356" y="798168"/>
                    <a:pt x="445957" y="796418"/>
                    <a:pt x="446697" y="795544"/>
                  </a:cubicBezTo>
                  <a:cubicBezTo>
                    <a:pt x="447404" y="794669"/>
                    <a:pt x="449020" y="791776"/>
                    <a:pt x="449592" y="790632"/>
                  </a:cubicBezTo>
                  <a:cubicBezTo>
                    <a:pt x="450164" y="789489"/>
                    <a:pt x="451342" y="788311"/>
                    <a:pt x="451039" y="785856"/>
                  </a:cubicBezTo>
                  <a:cubicBezTo>
                    <a:pt x="450736" y="783400"/>
                    <a:pt x="451476" y="781651"/>
                    <a:pt x="449592" y="780204"/>
                  </a:cubicBezTo>
                  <a:cubicBezTo>
                    <a:pt x="447707" y="778757"/>
                    <a:pt x="443063" y="775427"/>
                    <a:pt x="441918" y="774687"/>
                  </a:cubicBezTo>
                  <a:cubicBezTo>
                    <a:pt x="440774" y="773947"/>
                    <a:pt x="439462" y="771794"/>
                    <a:pt x="436702" y="771357"/>
                  </a:cubicBezTo>
                  <a:cubicBezTo>
                    <a:pt x="433942" y="770920"/>
                    <a:pt x="432798" y="769776"/>
                    <a:pt x="428154" y="769910"/>
                  </a:cubicBezTo>
                  <a:cubicBezTo>
                    <a:pt x="423509" y="770045"/>
                    <a:pt x="423947" y="770348"/>
                    <a:pt x="421355" y="770617"/>
                  </a:cubicBezTo>
                  <a:cubicBezTo>
                    <a:pt x="418730" y="770920"/>
                    <a:pt x="419471" y="772938"/>
                    <a:pt x="417283" y="770920"/>
                  </a:cubicBezTo>
                  <a:cubicBezTo>
                    <a:pt x="415096" y="768901"/>
                    <a:pt x="412370" y="768161"/>
                    <a:pt x="412370" y="765840"/>
                  </a:cubicBezTo>
                  <a:cubicBezTo>
                    <a:pt x="412370" y="763519"/>
                    <a:pt x="412504" y="761500"/>
                    <a:pt x="412672" y="761063"/>
                  </a:cubicBezTo>
                  <a:cubicBezTo>
                    <a:pt x="412807" y="760626"/>
                    <a:pt x="414860" y="756993"/>
                    <a:pt x="414860" y="756993"/>
                  </a:cubicBezTo>
                  <a:lnTo>
                    <a:pt x="414288" y="752081"/>
                  </a:lnTo>
                  <a:lnTo>
                    <a:pt x="413716" y="747439"/>
                  </a:lnTo>
                  <a:cubicBezTo>
                    <a:pt x="413716" y="747439"/>
                    <a:pt x="409072" y="745118"/>
                    <a:pt x="407624" y="744546"/>
                  </a:cubicBezTo>
                  <a:cubicBezTo>
                    <a:pt x="406177" y="743974"/>
                    <a:pt x="402677" y="744546"/>
                    <a:pt x="402677" y="744546"/>
                  </a:cubicBezTo>
                  <a:cubicBezTo>
                    <a:pt x="402677" y="744546"/>
                    <a:pt x="400355" y="745488"/>
                    <a:pt x="397764" y="744277"/>
                  </a:cubicBezTo>
                  <a:cubicBezTo>
                    <a:pt x="395172" y="743100"/>
                    <a:pt x="394566" y="743671"/>
                    <a:pt x="393994" y="742797"/>
                  </a:cubicBezTo>
                  <a:cubicBezTo>
                    <a:pt x="393422" y="741922"/>
                    <a:pt x="385311" y="738726"/>
                    <a:pt x="385311" y="738726"/>
                  </a:cubicBezTo>
                  <a:cubicBezTo>
                    <a:pt x="385311" y="738726"/>
                    <a:pt x="384436" y="737213"/>
                    <a:pt x="384436" y="736775"/>
                  </a:cubicBezTo>
                  <a:cubicBezTo>
                    <a:pt x="384436" y="736338"/>
                    <a:pt x="384874" y="734050"/>
                    <a:pt x="385210" y="733849"/>
                  </a:cubicBezTo>
                  <a:cubicBezTo>
                    <a:pt x="385547" y="733647"/>
                    <a:pt x="387701" y="730922"/>
                    <a:pt x="387936" y="730485"/>
                  </a:cubicBezTo>
                  <a:cubicBezTo>
                    <a:pt x="388172" y="730047"/>
                    <a:pt x="388037" y="729947"/>
                    <a:pt x="389013" y="729408"/>
                  </a:cubicBezTo>
                  <a:cubicBezTo>
                    <a:pt x="389989" y="728870"/>
                    <a:pt x="392917" y="727457"/>
                    <a:pt x="393590" y="727457"/>
                  </a:cubicBezTo>
                  <a:cubicBezTo>
                    <a:pt x="394264" y="727457"/>
                    <a:pt x="396855" y="727995"/>
                    <a:pt x="397932" y="727457"/>
                  </a:cubicBezTo>
                  <a:cubicBezTo>
                    <a:pt x="399042" y="726919"/>
                    <a:pt x="401836" y="726549"/>
                    <a:pt x="402509" y="726112"/>
                  </a:cubicBezTo>
                  <a:cubicBezTo>
                    <a:pt x="403148" y="725674"/>
                    <a:pt x="407523" y="723992"/>
                    <a:pt x="407523" y="723992"/>
                  </a:cubicBezTo>
                  <a:lnTo>
                    <a:pt x="411427" y="723992"/>
                  </a:lnTo>
                  <a:lnTo>
                    <a:pt x="415668" y="725943"/>
                  </a:lnTo>
                  <a:cubicBezTo>
                    <a:pt x="415668" y="725943"/>
                    <a:pt x="420447" y="728231"/>
                    <a:pt x="421086" y="728433"/>
                  </a:cubicBezTo>
                  <a:cubicBezTo>
                    <a:pt x="421726" y="728668"/>
                    <a:pt x="427178" y="730720"/>
                    <a:pt x="428490" y="730922"/>
                  </a:cubicBezTo>
                  <a:cubicBezTo>
                    <a:pt x="429803" y="731124"/>
                    <a:pt x="434683" y="732873"/>
                    <a:pt x="435760" y="732873"/>
                  </a:cubicBezTo>
                  <a:cubicBezTo>
                    <a:pt x="436837" y="732873"/>
                    <a:pt x="444240" y="735261"/>
                    <a:pt x="445217" y="735261"/>
                  </a:cubicBezTo>
                  <a:cubicBezTo>
                    <a:pt x="446193" y="735261"/>
                    <a:pt x="454135" y="737213"/>
                    <a:pt x="455111" y="736910"/>
                  </a:cubicBezTo>
                  <a:cubicBezTo>
                    <a:pt x="456087" y="736573"/>
                    <a:pt x="462952" y="735497"/>
                    <a:pt x="462952" y="735497"/>
                  </a:cubicBezTo>
                  <a:lnTo>
                    <a:pt x="465544" y="733983"/>
                  </a:lnTo>
                  <a:lnTo>
                    <a:pt x="475775" y="733748"/>
                  </a:lnTo>
                  <a:cubicBezTo>
                    <a:pt x="475775" y="733748"/>
                    <a:pt x="481664" y="731797"/>
                    <a:pt x="482068" y="731157"/>
                  </a:cubicBezTo>
                  <a:cubicBezTo>
                    <a:pt x="482506" y="730485"/>
                    <a:pt x="484794" y="729106"/>
                    <a:pt x="484794" y="729106"/>
                  </a:cubicBezTo>
                  <a:lnTo>
                    <a:pt x="487621" y="725506"/>
                  </a:lnTo>
                  <a:lnTo>
                    <a:pt x="490246" y="725304"/>
                  </a:lnTo>
                  <a:lnTo>
                    <a:pt x="492299" y="726280"/>
                  </a:lnTo>
                  <a:lnTo>
                    <a:pt x="493040" y="728130"/>
                  </a:lnTo>
                  <a:lnTo>
                    <a:pt x="492501" y="731292"/>
                  </a:lnTo>
                  <a:cubicBezTo>
                    <a:pt x="492501" y="731292"/>
                    <a:pt x="492064" y="732907"/>
                    <a:pt x="493040" y="733781"/>
                  </a:cubicBezTo>
                  <a:cubicBezTo>
                    <a:pt x="494016" y="734656"/>
                    <a:pt x="495126" y="735968"/>
                    <a:pt x="495867" y="736607"/>
                  </a:cubicBezTo>
                  <a:cubicBezTo>
                    <a:pt x="496641" y="737246"/>
                    <a:pt x="499030" y="738895"/>
                    <a:pt x="499333" y="739096"/>
                  </a:cubicBezTo>
                  <a:cubicBezTo>
                    <a:pt x="499670" y="739332"/>
                    <a:pt x="503035" y="740072"/>
                    <a:pt x="503035" y="740072"/>
                  </a:cubicBezTo>
                  <a:cubicBezTo>
                    <a:pt x="503035" y="740072"/>
                    <a:pt x="504247" y="740173"/>
                    <a:pt x="505122" y="740173"/>
                  </a:cubicBezTo>
                  <a:cubicBezTo>
                    <a:pt x="505997" y="740173"/>
                    <a:pt x="507747" y="739937"/>
                    <a:pt x="508386" y="739736"/>
                  </a:cubicBezTo>
                  <a:cubicBezTo>
                    <a:pt x="509026" y="739500"/>
                    <a:pt x="511112" y="738121"/>
                    <a:pt x="511550" y="737549"/>
                  </a:cubicBezTo>
                  <a:cubicBezTo>
                    <a:pt x="511987" y="737011"/>
                    <a:pt x="513502" y="736035"/>
                    <a:pt x="513939" y="735699"/>
                  </a:cubicBezTo>
                  <a:cubicBezTo>
                    <a:pt x="514377" y="735362"/>
                    <a:pt x="515252" y="733849"/>
                    <a:pt x="515790" y="733310"/>
                  </a:cubicBezTo>
                  <a:cubicBezTo>
                    <a:pt x="516329" y="732772"/>
                    <a:pt x="516766" y="731460"/>
                    <a:pt x="518180" y="731023"/>
                  </a:cubicBezTo>
                  <a:cubicBezTo>
                    <a:pt x="519593" y="730586"/>
                    <a:pt x="521882" y="729947"/>
                    <a:pt x="522757" y="729274"/>
                  </a:cubicBezTo>
                  <a:cubicBezTo>
                    <a:pt x="523632" y="728635"/>
                    <a:pt x="525348" y="728197"/>
                    <a:pt x="526122" y="727121"/>
                  </a:cubicBezTo>
                  <a:cubicBezTo>
                    <a:pt x="526425" y="726683"/>
                    <a:pt x="527334" y="725943"/>
                    <a:pt x="528276" y="725237"/>
                  </a:cubicBezTo>
                  <a:lnTo>
                    <a:pt x="531406" y="720527"/>
                  </a:lnTo>
                  <a:lnTo>
                    <a:pt x="534031" y="716793"/>
                  </a:lnTo>
                  <a:lnTo>
                    <a:pt x="534031" y="712656"/>
                  </a:lnTo>
                  <a:cubicBezTo>
                    <a:pt x="534031" y="712656"/>
                    <a:pt x="534031" y="709695"/>
                    <a:pt x="534031" y="709393"/>
                  </a:cubicBezTo>
                  <a:cubicBezTo>
                    <a:pt x="534031" y="709090"/>
                    <a:pt x="534031" y="703977"/>
                    <a:pt x="534031" y="703977"/>
                  </a:cubicBezTo>
                  <a:lnTo>
                    <a:pt x="534603" y="701151"/>
                  </a:lnTo>
                  <a:cubicBezTo>
                    <a:pt x="534603" y="701151"/>
                    <a:pt x="534166" y="696441"/>
                    <a:pt x="534098" y="696240"/>
                  </a:cubicBezTo>
                  <a:cubicBezTo>
                    <a:pt x="534031" y="696004"/>
                    <a:pt x="532214" y="692102"/>
                    <a:pt x="532012" y="691967"/>
                  </a:cubicBezTo>
                  <a:cubicBezTo>
                    <a:pt x="531776" y="691833"/>
                    <a:pt x="527939" y="688570"/>
                    <a:pt x="527738" y="688435"/>
                  </a:cubicBezTo>
                  <a:cubicBezTo>
                    <a:pt x="527536" y="688301"/>
                    <a:pt x="523228" y="684667"/>
                    <a:pt x="523161" y="684466"/>
                  </a:cubicBezTo>
                  <a:cubicBezTo>
                    <a:pt x="523093" y="684264"/>
                    <a:pt x="519761" y="682145"/>
                    <a:pt x="519761" y="682145"/>
                  </a:cubicBezTo>
                  <a:lnTo>
                    <a:pt x="518247" y="680563"/>
                  </a:lnTo>
                  <a:lnTo>
                    <a:pt x="515756" y="680563"/>
                  </a:lnTo>
                  <a:cubicBezTo>
                    <a:pt x="515756" y="680563"/>
                    <a:pt x="512425" y="676358"/>
                    <a:pt x="512290" y="675787"/>
                  </a:cubicBezTo>
                  <a:cubicBezTo>
                    <a:pt x="512155" y="675215"/>
                    <a:pt x="512290" y="670875"/>
                    <a:pt x="512290" y="670875"/>
                  </a:cubicBezTo>
                  <a:lnTo>
                    <a:pt x="512223" y="666670"/>
                  </a:lnTo>
                  <a:cubicBezTo>
                    <a:pt x="512223" y="666670"/>
                    <a:pt x="509968" y="664349"/>
                    <a:pt x="509665" y="663777"/>
                  </a:cubicBezTo>
                  <a:cubicBezTo>
                    <a:pt x="509362" y="663205"/>
                    <a:pt x="505458" y="659370"/>
                    <a:pt x="505458" y="659370"/>
                  </a:cubicBezTo>
                  <a:lnTo>
                    <a:pt x="504011" y="657991"/>
                  </a:lnTo>
                  <a:lnTo>
                    <a:pt x="498357" y="657991"/>
                  </a:lnTo>
                  <a:cubicBezTo>
                    <a:pt x="498357" y="657991"/>
                    <a:pt x="496035" y="657688"/>
                    <a:pt x="495597" y="657991"/>
                  </a:cubicBezTo>
                  <a:cubicBezTo>
                    <a:pt x="495160" y="658294"/>
                    <a:pt x="493275" y="657251"/>
                    <a:pt x="493275" y="657251"/>
                  </a:cubicBezTo>
                  <a:lnTo>
                    <a:pt x="492266" y="654930"/>
                  </a:lnTo>
                  <a:lnTo>
                    <a:pt x="492266" y="651903"/>
                  </a:lnTo>
                  <a:lnTo>
                    <a:pt x="494150" y="650153"/>
                  </a:lnTo>
                  <a:cubicBezTo>
                    <a:pt x="494150" y="650153"/>
                    <a:pt x="494722" y="649279"/>
                    <a:pt x="495160" y="649144"/>
                  </a:cubicBezTo>
                  <a:cubicBezTo>
                    <a:pt x="495597" y="649010"/>
                    <a:pt x="498492" y="645814"/>
                    <a:pt x="498492" y="645814"/>
                  </a:cubicBezTo>
                  <a:lnTo>
                    <a:pt x="494857" y="642349"/>
                  </a:lnTo>
                  <a:lnTo>
                    <a:pt x="489641" y="642349"/>
                  </a:lnTo>
                  <a:cubicBezTo>
                    <a:pt x="489641" y="642349"/>
                    <a:pt x="487319" y="640465"/>
                    <a:pt x="487049" y="640028"/>
                  </a:cubicBezTo>
                  <a:cubicBezTo>
                    <a:pt x="486746" y="639590"/>
                    <a:pt x="486040" y="637572"/>
                    <a:pt x="486040" y="637000"/>
                  </a:cubicBezTo>
                  <a:cubicBezTo>
                    <a:pt x="486040" y="636428"/>
                    <a:pt x="486477" y="635116"/>
                    <a:pt x="487487" y="634107"/>
                  </a:cubicBezTo>
                  <a:cubicBezTo>
                    <a:pt x="488496" y="633098"/>
                    <a:pt x="490684" y="631080"/>
                    <a:pt x="491256" y="630777"/>
                  </a:cubicBezTo>
                  <a:cubicBezTo>
                    <a:pt x="491828" y="630508"/>
                    <a:pt x="494319" y="629196"/>
                    <a:pt x="494891" y="628893"/>
                  </a:cubicBezTo>
                  <a:cubicBezTo>
                    <a:pt x="495463" y="628590"/>
                    <a:pt x="497348" y="625865"/>
                    <a:pt x="497348" y="625865"/>
                  </a:cubicBezTo>
                  <a:cubicBezTo>
                    <a:pt x="497348" y="625865"/>
                    <a:pt x="497650" y="624991"/>
                    <a:pt x="497482" y="624419"/>
                  </a:cubicBezTo>
                  <a:cubicBezTo>
                    <a:pt x="497348" y="623847"/>
                    <a:pt x="495900" y="622098"/>
                    <a:pt x="495295" y="621829"/>
                  </a:cubicBezTo>
                  <a:cubicBezTo>
                    <a:pt x="494722" y="621526"/>
                    <a:pt x="493545" y="620517"/>
                    <a:pt x="493545" y="620517"/>
                  </a:cubicBezTo>
                  <a:cubicBezTo>
                    <a:pt x="493545" y="620517"/>
                    <a:pt x="491963" y="619373"/>
                    <a:pt x="490650" y="618767"/>
                  </a:cubicBezTo>
                  <a:cubicBezTo>
                    <a:pt x="489338" y="618196"/>
                    <a:pt x="486443" y="617893"/>
                    <a:pt x="486006" y="617590"/>
                  </a:cubicBezTo>
                  <a:cubicBezTo>
                    <a:pt x="485568" y="617287"/>
                    <a:pt x="482371" y="616581"/>
                    <a:pt x="481799" y="616446"/>
                  </a:cubicBezTo>
                  <a:cubicBezTo>
                    <a:pt x="481227" y="616312"/>
                    <a:pt x="478164" y="614697"/>
                    <a:pt x="478164" y="614697"/>
                  </a:cubicBezTo>
                  <a:lnTo>
                    <a:pt x="476280" y="612241"/>
                  </a:lnTo>
                  <a:lnTo>
                    <a:pt x="474530" y="609046"/>
                  </a:lnTo>
                  <a:cubicBezTo>
                    <a:pt x="474530" y="609046"/>
                    <a:pt x="473520" y="608238"/>
                    <a:pt x="474530" y="608104"/>
                  </a:cubicBezTo>
                  <a:cubicBezTo>
                    <a:pt x="475539" y="607969"/>
                    <a:pt x="478299" y="605850"/>
                    <a:pt x="478299" y="605850"/>
                  </a:cubicBezTo>
                  <a:lnTo>
                    <a:pt x="480890" y="605850"/>
                  </a:lnTo>
                  <a:lnTo>
                    <a:pt x="481597" y="604101"/>
                  </a:lnTo>
                  <a:lnTo>
                    <a:pt x="482607" y="602520"/>
                  </a:lnTo>
                  <a:lnTo>
                    <a:pt x="480790" y="600131"/>
                  </a:lnTo>
                  <a:lnTo>
                    <a:pt x="477458" y="596935"/>
                  </a:lnTo>
                  <a:lnTo>
                    <a:pt x="475708" y="594917"/>
                  </a:lnTo>
                  <a:lnTo>
                    <a:pt x="471232" y="590275"/>
                  </a:lnTo>
                  <a:lnTo>
                    <a:pt x="467597" y="585767"/>
                  </a:lnTo>
                  <a:cubicBezTo>
                    <a:pt x="467597" y="585767"/>
                    <a:pt x="466015" y="584018"/>
                    <a:pt x="466015" y="583446"/>
                  </a:cubicBezTo>
                  <a:cubicBezTo>
                    <a:pt x="466015" y="582874"/>
                    <a:pt x="466015" y="578669"/>
                    <a:pt x="466015" y="578669"/>
                  </a:cubicBezTo>
                  <a:lnTo>
                    <a:pt x="466755" y="576718"/>
                  </a:lnTo>
                  <a:cubicBezTo>
                    <a:pt x="466755" y="576718"/>
                    <a:pt x="468135" y="575238"/>
                    <a:pt x="469179" y="574599"/>
                  </a:cubicBezTo>
                  <a:cubicBezTo>
                    <a:pt x="469179" y="574599"/>
                    <a:pt x="469179" y="574599"/>
                    <a:pt x="469179" y="574599"/>
                  </a:cubicBezTo>
                  <a:lnTo>
                    <a:pt x="469179" y="574599"/>
                  </a:lnTo>
                  <a:lnTo>
                    <a:pt x="462852" y="572143"/>
                  </a:lnTo>
                  <a:cubicBezTo>
                    <a:pt x="462852" y="572143"/>
                    <a:pt x="461270" y="569250"/>
                    <a:pt x="460967" y="568510"/>
                  </a:cubicBezTo>
                  <a:cubicBezTo>
                    <a:pt x="460664" y="567770"/>
                    <a:pt x="460664" y="563161"/>
                    <a:pt x="460260" y="562556"/>
                  </a:cubicBezTo>
                  <a:cubicBezTo>
                    <a:pt x="459823" y="561984"/>
                    <a:pt x="460260" y="551690"/>
                    <a:pt x="460260" y="551690"/>
                  </a:cubicBezTo>
                  <a:lnTo>
                    <a:pt x="461842" y="544727"/>
                  </a:lnTo>
                  <a:lnTo>
                    <a:pt x="460832" y="542136"/>
                  </a:lnTo>
                  <a:cubicBezTo>
                    <a:pt x="460832" y="542136"/>
                    <a:pt x="460832" y="535610"/>
                    <a:pt x="460832" y="534029"/>
                  </a:cubicBezTo>
                  <a:cubicBezTo>
                    <a:pt x="460832" y="532448"/>
                    <a:pt x="461606" y="530699"/>
                    <a:pt x="461909" y="529959"/>
                  </a:cubicBezTo>
                  <a:cubicBezTo>
                    <a:pt x="462212" y="529252"/>
                    <a:pt x="463727" y="526629"/>
                    <a:pt x="463727" y="526629"/>
                  </a:cubicBezTo>
                  <a:cubicBezTo>
                    <a:pt x="463727" y="526629"/>
                    <a:pt x="465880" y="523298"/>
                    <a:pt x="466049" y="522726"/>
                  </a:cubicBezTo>
                  <a:cubicBezTo>
                    <a:pt x="466183" y="522154"/>
                    <a:pt x="466621" y="519530"/>
                    <a:pt x="466755" y="519093"/>
                  </a:cubicBezTo>
                  <a:cubicBezTo>
                    <a:pt x="466890" y="518656"/>
                    <a:pt x="467765" y="516637"/>
                    <a:pt x="467765" y="516637"/>
                  </a:cubicBezTo>
                  <a:cubicBezTo>
                    <a:pt x="467765" y="516637"/>
                    <a:pt x="467630" y="512433"/>
                    <a:pt x="467765" y="511289"/>
                  </a:cubicBezTo>
                  <a:cubicBezTo>
                    <a:pt x="467900" y="510145"/>
                    <a:pt x="467765" y="507387"/>
                    <a:pt x="467765" y="507387"/>
                  </a:cubicBezTo>
                  <a:cubicBezTo>
                    <a:pt x="467765" y="507387"/>
                    <a:pt x="467765" y="502744"/>
                    <a:pt x="467765" y="501870"/>
                  </a:cubicBezTo>
                  <a:cubicBezTo>
                    <a:pt x="467765" y="500995"/>
                    <a:pt x="469347" y="499280"/>
                    <a:pt x="469515" y="498977"/>
                  </a:cubicBezTo>
                  <a:cubicBezTo>
                    <a:pt x="469650" y="498674"/>
                    <a:pt x="472544" y="495646"/>
                    <a:pt x="472712" y="495075"/>
                  </a:cubicBezTo>
                  <a:cubicBezTo>
                    <a:pt x="472847" y="494503"/>
                    <a:pt x="474328" y="492619"/>
                    <a:pt x="474900" y="491744"/>
                  </a:cubicBezTo>
                  <a:cubicBezTo>
                    <a:pt x="475472" y="490870"/>
                    <a:pt x="477929" y="487405"/>
                    <a:pt x="478232" y="486967"/>
                  </a:cubicBezTo>
                  <a:cubicBezTo>
                    <a:pt x="478535" y="486530"/>
                    <a:pt x="482573" y="481753"/>
                    <a:pt x="482573" y="481753"/>
                  </a:cubicBezTo>
                  <a:cubicBezTo>
                    <a:pt x="482573" y="481753"/>
                    <a:pt x="483145" y="476404"/>
                    <a:pt x="483145" y="475799"/>
                  </a:cubicBezTo>
                  <a:cubicBezTo>
                    <a:pt x="483145" y="475227"/>
                    <a:pt x="485165" y="472166"/>
                    <a:pt x="485737" y="471594"/>
                  </a:cubicBezTo>
                  <a:cubicBezTo>
                    <a:pt x="486309" y="471022"/>
                    <a:pt x="487319" y="469004"/>
                    <a:pt x="487621" y="467826"/>
                  </a:cubicBezTo>
                  <a:cubicBezTo>
                    <a:pt x="487891" y="466683"/>
                    <a:pt x="489068" y="462747"/>
                    <a:pt x="489068" y="462747"/>
                  </a:cubicBezTo>
                  <a:cubicBezTo>
                    <a:pt x="489068" y="462747"/>
                    <a:pt x="490819" y="459416"/>
                    <a:pt x="490819" y="458542"/>
                  </a:cubicBezTo>
                  <a:cubicBezTo>
                    <a:pt x="490819" y="457667"/>
                    <a:pt x="491391" y="452890"/>
                    <a:pt x="491391" y="452890"/>
                  </a:cubicBezTo>
                  <a:lnTo>
                    <a:pt x="490381" y="448248"/>
                  </a:lnTo>
                  <a:lnTo>
                    <a:pt x="490381" y="444178"/>
                  </a:lnTo>
                  <a:lnTo>
                    <a:pt x="488799" y="436373"/>
                  </a:lnTo>
                  <a:lnTo>
                    <a:pt x="486477" y="433615"/>
                  </a:lnTo>
                  <a:lnTo>
                    <a:pt x="481395" y="427257"/>
                  </a:lnTo>
                  <a:lnTo>
                    <a:pt x="480823" y="420159"/>
                  </a:lnTo>
                  <a:lnTo>
                    <a:pt x="481698" y="415820"/>
                  </a:lnTo>
                  <a:lnTo>
                    <a:pt x="480554" y="410471"/>
                  </a:lnTo>
                  <a:lnTo>
                    <a:pt x="478972" y="406838"/>
                  </a:lnTo>
                  <a:lnTo>
                    <a:pt x="476953" y="403507"/>
                  </a:lnTo>
                  <a:lnTo>
                    <a:pt x="476684" y="397856"/>
                  </a:lnTo>
                  <a:lnTo>
                    <a:pt x="476246" y="392642"/>
                  </a:lnTo>
                  <a:lnTo>
                    <a:pt x="476818" y="389312"/>
                  </a:lnTo>
                  <a:lnTo>
                    <a:pt x="477693" y="387428"/>
                  </a:lnTo>
                  <a:lnTo>
                    <a:pt x="478131" y="381776"/>
                  </a:lnTo>
                  <a:lnTo>
                    <a:pt x="478568" y="377874"/>
                  </a:lnTo>
                  <a:lnTo>
                    <a:pt x="478265" y="374241"/>
                  </a:lnTo>
                  <a:cubicBezTo>
                    <a:pt x="478265" y="374241"/>
                    <a:pt x="477962" y="370911"/>
                    <a:pt x="477962" y="370473"/>
                  </a:cubicBezTo>
                  <a:cubicBezTo>
                    <a:pt x="477962" y="370036"/>
                    <a:pt x="477390" y="367278"/>
                    <a:pt x="477390" y="367278"/>
                  </a:cubicBezTo>
                  <a:cubicBezTo>
                    <a:pt x="477390" y="367278"/>
                    <a:pt x="476818" y="365831"/>
                    <a:pt x="476650" y="365394"/>
                  </a:cubicBezTo>
                  <a:cubicBezTo>
                    <a:pt x="476515" y="364956"/>
                    <a:pt x="476515" y="364082"/>
                    <a:pt x="476785" y="363947"/>
                  </a:cubicBezTo>
                  <a:cubicBezTo>
                    <a:pt x="477087" y="363813"/>
                    <a:pt x="476919" y="361626"/>
                    <a:pt x="477357" y="361323"/>
                  </a:cubicBezTo>
                  <a:cubicBezTo>
                    <a:pt x="477794" y="361020"/>
                    <a:pt x="478366" y="359440"/>
                    <a:pt x="478366" y="359440"/>
                  </a:cubicBezTo>
                  <a:cubicBezTo>
                    <a:pt x="478366" y="359440"/>
                    <a:pt x="478938" y="357253"/>
                    <a:pt x="479073" y="356681"/>
                  </a:cubicBezTo>
                  <a:cubicBezTo>
                    <a:pt x="479208" y="356109"/>
                    <a:pt x="479948" y="354360"/>
                    <a:pt x="479948" y="354360"/>
                  </a:cubicBezTo>
                  <a:lnTo>
                    <a:pt x="479948" y="351601"/>
                  </a:lnTo>
                  <a:lnTo>
                    <a:pt x="478938" y="350020"/>
                  </a:lnTo>
                  <a:lnTo>
                    <a:pt x="477626" y="346555"/>
                  </a:lnTo>
                  <a:lnTo>
                    <a:pt x="475035" y="342653"/>
                  </a:lnTo>
                  <a:cubicBezTo>
                    <a:pt x="475035" y="342653"/>
                    <a:pt x="473284" y="340635"/>
                    <a:pt x="473150" y="340198"/>
                  </a:cubicBezTo>
                  <a:cubicBezTo>
                    <a:pt x="473015" y="339760"/>
                    <a:pt x="471265" y="338751"/>
                    <a:pt x="471265" y="338751"/>
                  </a:cubicBezTo>
                  <a:lnTo>
                    <a:pt x="471265" y="337607"/>
                  </a:lnTo>
                  <a:lnTo>
                    <a:pt x="472207" y="335858"/>
                  </a:lnTo>
                  <a:lnTo>
                    <a:pt x="474025" y="334714"/>
                  </a:lnTo>
                  <a:lnTo>
                    <a:pt x="475035" y="332830"/>
                  </a:lnTo>
                  <a:cubicBezTo>
                    <a:pt x="475035" y="332830"/>
                    <a:pt x="475741" y="330947"/>
                    <a:pt x="475741" y="330509"/>
                  </a:cubicBezTo>
                  <a:cubicBezTo>
                    <a:pt x="475741" y="330072"/>
                    <a:pt x="475741" y="328323"/>
                    <a:pt x="475607" y="327751"/>
                  </a:cubicBezTo>
                  <a:cubicBezTo>
                    <a:pt x="475472" y="327179"/>
                    <a:pt x="473857" y="327751"/>
                    <a:pt x="473857" y="327751"/>
                  </a:cubicBezTo>
                  <a:cubicBezTo>
                    <a:pt x="473857" y="327751"/>
                    <a:pt x="472140" y="325867"/>
                    <a:pt x="471972" y="324858"/>
                  </a:cubicBezTo>
                  <a:cubicBezTo>
                    <a:pt x="471837" y="323849"/>
                    <a:pt x="469515" y="324858"/>
                    <a:pt x="469515" y="324858"/>
                  </a:cubicBezTo>
                  <a:lnTo>
                    <a:pt x="469515" y="323277"/>
                  </a:lnTo>
                  <a:lnTo>
                    <a:pt x="471837" y="322268"/>
                  </a:lnTo>
                  <a:lnTo>
                    <a:pt x="473419" y="320081"/>
                  </a:lnTo>
                  <a:cubicBezTo>
                    <a:pt x="473419" y="320081"/>
                    <a:pt x="472712" y="318635"/>
                    <a:pt x="472712" y="318063"/>
                  </a:cubicBezTo>
                  <a:cubicBezTo>
                    <a:pt x="472712" y="317491"/>
                    <a:pt x="471703" y="316751"/>
                    <a:pt x="471703" y="316751"/>
                  </a:cubicBezTo>
                  <a:lnTo>
                    <a:pt x="470558" y="315001"/>
                  </a:lnTo>
                  <a:lnTo>
                    <a:pt x="471703" y="313555"/>
                  </a:lnTo>
                  <a:lnTo>
                    <a:pt x="470390" y="310797"/>
                  </a:lnTo>
                  <a:lnTo>
                    <a:pt x="469515" y="305717"/>
                  </a:lnTo>
                  <a:lnTo>
                    <a:pt x="469515" y="302252"/>
                  </a:lnTo>
                  <a:lnTo>
                    <a:pt x="471030" y="300368"/>
                  </a:lnTo>
                  <a:lnTo>
                    <a:pt x="474732" y="299796"/>
                  </a:lnTo>
                  <a:lnTo>
                    <a:pt x="476179" y="298047"/>
                  </a:lnTo>
                  <a:lnTo>
                    <a:pt x="475741" y="295861"/>
                  </a:lnTo>
                  <a:lnTo>
                    <a:pt x="474732" y="295289"/>
                  </a:lnTo>
                  <a:lnTo>
                    <a:pt x="474732" y="292261"/>
                  </a:lnTo>
                  <a:lnTo>
                    <a:pt x="479006" y="290815"/>
                  </a:lnTo>
                  <a:cubicBezTo>
                    <a:pt x="479006" y="290815"/>
                    <a:pt x="480251" y="288224"/>
                    <a:pt x="480520" y="287787"/>
                  </a:cubicBezTo>
                  <a:cubicBezTo>
                    <a:pt x="480823" y="287350"/>
                    <a:pt x="482977" y="283447"/>
                    <a:pt x="482977" y="283447"/>
                  </a:cubicBezTo>
                  <a:lnTo>
                    <a:pt x="486309" y="278099"/>
                  </a:lnTo>
                  <a:cubicBezTo>
                    <a:pt x="486309" y="278099"/>
                    <a:pt x="492838" y="273625"/>
                    <a:pt x="492838" y="273187"/>
                  </a:cubicBezTo>
                  <a:cubicBezTo>
                    <a:pt x="492838" y="272750"/>
                    <a:pt x="494420" y="269554"/>
                    <a:pt x="494722" y="269117"/>
                  </a:cubicBezTo>
                  <a:cubicBezTo>
                    <a:pt x="495025" y="268680"/>
                    <a:pt x="497314" y="266661"/>
                    <a:pt x="497314" y="266661"/>
                  </a:cubicBezTo>
                  <a:lnTo>
                    <a:pt x="498189" y="263903"/>
                  </a:lnTo>
                  <a:lnTo>
                    <a:pt x="497886" y="259395"/>
                  </a:lnTo>
                  <a:lnTo>
                    <a:pt x="495867" y="257780"/>
                  </a:lnTo>
                  <a:cubicBezTo>
                    <a:pt x="495867" y="257780"/>
                    <a:pt x="492972" y="253744"/>
                    <a:pt x="492972" y="252701"/>
                  </a:cubicBezTo>
                  <a:cubicBezTo>
                    <a:pt x="492972" y="251658"/>
                    <a:pt x="493275" y="250111"/>
                    <a:pt x="493275" y="250111"/>
                  </a:cubicBezTo>
                  <a:lnTo>
                    <a:pt x="496304" y="248092"/>
                  </a:lnTo>
                  <a:cubicBezTo>
                    <a:pt x="496304" y="248092"/>
                    <a:pt x="497886" y="245468"/>
                    <a:pt x="499333" y="244022"/>
                  </a:cubicBezTo>
                  <a:cubicBezTo>
                    <a:pt x="500780" y="242575"/>
                    <a:pt x="502362" y="243450"/>
                    <a:pt x="502362" y="243450"/>
                  </a:cubicBezTo>
                  <a:cubicBezTo>
                    <a:pt x="502362" y="243450"/>
                    <a:pt x="503809" y="242575"/>
                    <a:pt x="505256" y="241129"/>
                  </a:cubicBezTo>
                  <a:cubicBezTo>
                    <a:pt x="506703" y="239682"/>
                    <a:pt x="506703" y="238673"/>
                    <a:pt x="506703" y="238673"/>
                  </a:cubicBezTo>
                  <a:lnTo>
                    <a:pt x="507444" y="234334"/>
                  </a:lnTo>
                  <a:lnTo>
                    <a:pt x="503977" y="230129"/>
                  </a:lnTo>
                  <a:lnTo>
                    <a:pt x="504550" y="227505"/>
                  </a:lnTo>
                  <a:lnTo>
                    <a:pt x="506131" y="225318"/>
                  </a:lnTo>
                  <a:lnTo>
                    <a:pt x="507276" y="223300"/>
                  </a:lnTo>
                  <a:lnTo>
                    <a:pt x="504516" y="221853"/>
                  </a:lnTo>
                  <a:lnTo>
                    <a:pt x="500747" y="220541"/>
                  </a:lnTo>
                  <a:lnTo>
                    <a:pt x="500747" y="219398"/>
                  </a:lnTo>
                  <a:lnTo>
                    <a:pt x="501184" y="216303"/>
                  </a:lnTo>
                  <a:cubicBezTo>
                    <a:pt x="501184" y="216303"/>
                    <a:pt x="502059" y="215765"/>
                    <a:pt x="502497" y="215529"/>
                  </a:cubicBezTo>
                  <a:cubicBezTo>
                    <a:pt x="502934" y="215327"/>
                    <a:pt x="504011" y="214453"/>
                    <a:pt x="504247" y="214116"/>
                  </a:cubicBezTo>
                  <a:cubicBezTo>
                    <a:pt x="504449" y="213780"/>
                    <a:pt x="504449" y="213040"/>
                    <a:pt x="504449" y="213040"/>
                  </a:cubicBezTo>
                  <a:lnTo>
                    <a:pt x="501521" y="210651"/>
                  </a:lnTo>
                  <a:cubicBezTo>
                    <a:pt x="501521" y="210651"/>
                    <a:pt x="499468" y="209777"/>
                    <a:pt x="499131" y="209440"/>
                  </a:cubicBezTo>
                  <a:cubicBezTo>
                    <a:pt x="498795" y="209104"/>
                    <a:pt x="498155" y="208128"/>
                    <a:pt x="498155" y="208128"/>
                  </a:cubicBezTo>
                  <a:lnTo>
                    <a:pt x="496843" y="207355"/>
                  </a:lnTo>
                  <a:lnTo>
                    <a:pt x="494117" y="206480"/>
                  </a:lnTo>
                  <a:lnTo>
                    <a:pt x="493780" y="204865"/>
                  </a:lnTo>
                  <a:lnTo>
                    <a:pt x="493780" y="202141"/>
                  </a:lnTo>
                  <a:lnTo>
                    <a:pt x="492198" y="199315"/>
                  </a:lnTo>
                  <a:cubicBezTo>
                    <a:pt x="492198" y="199315"/>
                    <a:pt x="490516" y="196825"/>
                    <a:pt x="490078" y="196590"/>
                  </a:cubicBezTo>
                  <a:cubicBezTo>
                    <a:pt x="489641" y="196388"/>
                    <a:pt x="488665" y="195177"/>
                    <a:pt x="488665" y="195177"/>
                  </a:cubicBezTo>
                  <a:cubicBezTo>
                    <a:pt x="488665" y="195177"/>
                    <a:pt x="486275" y="192352"/>
                    <a:pt x="485636" y="191813"/>
                  </a:cubicBezTo>
                  <a:cubicBezTo>
                    <a:pt x="484996" y="191275"/>
                    <a:pt x="483785" y="190400"/>
                    <a:pt x="483347" y="190299"/>
                  </a:cubicBezTo>
                  <a:cubicBezTo>
                    <a:pt x="482910" y="190199"/>
                    <a:pt x="481294" y="188988"/>
                    <a:pt x="480857" y="188685"/>
                  </a:cubicBezTo>
                  <a:cubicBezTo>
                    <a:pt x="480419" y="188348"/>
                    <a:pt x="478804" y="186195"/>
                    <a:pt x="478804" y="185859"/>
                  </a:cubicBezTo>
                  <a:cubicBezTo>
                    <a:pt x="478804" y="185523"/>
                    <a:pt x="479241" y="184211"/>
                    <a:pt x="479881" y="183571"/>
                  </a:cubicBezTo>
                  <a:cubicBezTo>
                    <a:pt x="480520" y="182932"/>
                    <a:pt x="479881" y="182260"/>
                    <a:pt x="479881" y="182260"/>
                  </a:cubicBezTo>
                  <a:lnTo>
                    <a:pt x="479881" y="180073"/>
                  </a:lnTo>
                  <a:cubicBezTo>
                    <a:pt x="479881" y="180073"/>
                    <a:pt x="480655" y="177247"/>
                    <a:pt x="480655" y="176810"/>
                  </a:cubicBezTo>
                  <a:cubicBezTo>
                    <a:pt x="480655" y="176373"/>
                    <a:pt x="482169" y="174522"/>
                    <a:pt x="482506" y="174522"/>
                  </a:cubicBezTo>
                  <a:cubicBezTo>
                    <a:pt x="482842" y="174522"/>
                    <a:pt x="482405" y="172571"/>
                    <a:pt x="482169" y="171697"/>
                  </a:cubicBezTo>
                  <a:cubicBezTo>
                    <a:pt x="481967" y="170822"/>
                    <a:pt x="479914" y="170082"/>
                    <a:pt x="479914" y="170082"/>
                  </a:cubicBezTo>
                  <a:lnTo>
                    <a:pt x="479914" y="166617"/>
                  </a:lnTo>
                  <a:cubicBezTo>
                    <a:pt x="479914" y="166617"/>
                    <a:pt x="481866" y="163993"/>
                    <a:pt x="482068" y="163589"/>
                  </a:cubicBezTo>
                  <a:cubicBezTo>
                    <a:pt x="482304" y="163152"/>
                    <a:pt x="483145" y="161201"/>
                    <a:pt x="483145" y="161201"/>
                  </a:cubicBezTo>
                  <a:lnTo>
                    <a:pt x="484323" y="157063"/>
                  </a:lnTo>
                  <a:lnTo>
                    <a:pt x="489102" y="152724"/>
                  </a:lnTo>
                  <a:lnTo>
                    <a:pt x="491054" y="149461"/>
                  </a:lnTo>
                  <a:lnTo>
                    <a:pt x="493242" y="148149"/>
                  </a:lnTo>
                  <a:lnTo>
                    <a:pt x="497785" y="145962"/>
                  </a:lnTo>
                  <a:lnTo>
                    <a:pt x="499972" y="143238"/>
                  </a:lnTo>
                  <a:cubicBezTo>
                    <a:pt x="499972" y="143238"/>
                    <a:pt x="501386" y="139975"/>
                    <a:pt x="501487" y="139638"/>
                  </a:cubicBezTo>
                  <a:cubicBezTo>
                    <a:pt x="501588" y="139302"/>
                    <a:pt x="502900" y="137048"/>
                    <a:pt x="502900" y="137048"/>
                  </a:cubicBezTo>
                  <a:lnTo>
                    <a:pt x="504953" y="133347"/>
                  </a:lnTo>
                  <a:lnTo>
                    <a:pt x="507881" y="131834"/>
                  </a:lnTo>
                  <a:lnTo>
                    <a:pt x="511381" y="130959"/>
                  </a:lnTo>
                  <a:lnTo>
                    <a:pt x="513670" y="129445"/>
                  </a:lnTo>
                  <a:lnTo>
                    <a:pt x="514646" y="126620"/>
                  </a:lnTo>
                  <a:lnTo>
                    <a:pt x="514646" y="121607"/>
                  </a:lnTo>
                  <a:lnTo>
                    <a:pt x="515790" y="116931"/>
                  </a:lnTo>
                  <a:cubicBezTo>
                    <a:pt x="515790" y="116931"/>
                    <a:pt x="515420" y="114543"/>
                    <a:pt x="515521" y="114206"/>
                  </a:cubicBezTo>
                  <a:cubicBezTo>
                    <a:pt x="515622" y="113870"/>
                    <a:pt x="516396" y="110944"/>
                    <a:pt x="516396" y="110944"/>
                  </a:cubicBezTo>
                  <a:lnTo>
                    <a:pt x="516396" y="107479"/>
                  </a:lnTo>
                  <a:cubicBezTo>
                    <a:pt x="516396" y="107479"/>
                    <a:pt x="516396" y="104653"/>
                    <a:pt x="516396" y="104115"/>
                  </a:cubicBezTo>
                  <a:cubicBezTo>
                    <a:pt x="516396" y="103576"/>
                    <a:pt x="517035" y="101827"/>
                    <a:pt x="517372" y="101524"/>
                  </a:cubicBezTo>
                  <a:cubicBezTo>
                    <a:pt x="517708" y="101188"/>
                    <a:pt x="518987" y="99674"/>
                    <a:pt x="519661" y="98934"/>
                  </a:cubicBezTo>
                  <a:cubicBezTo>
                    <a:pt x="520300" y="98161"/>
                    <a:pt x="521310" y="96445"/>
                    <a:pt x="521511" y="96108"/>
                  </a:cubicBezTo>
                  <a:cubicBezTo>
                    <a:pt x="521747" y="95772"/>
                    <a:pt x="523362" y="91870"/>
                    <a:pt x="523362" y="91870"/>
                  </a:cubicBezTo>
                  <a:lnTo>
                    <a:pt x="523362" y="89683"/>
                  </a:lnTo>
                  <a:lnTo>
                    <a:pt x="524641" y="87194"/>
                  </a:lnTo>
                  <a:cubicBezTo>
                    <a:pt x="524641" y="87194"/>
                    <a:pt x="525853" y="84368"/>
                    <a:pt x="525853" y="84032"/>
                  </a:cubicBezTo>
                  <a:cubicBezTo>
                    <a:pt x="525853" y="83695"/>
                    <a:pt x="526290" y="80029"/>
                    <a:pt x="526290" y="80029"/>
                  </a:cubicBezTo>
                  <a:cubicBezTo>
                    <a:pt x="526290" y="80029"/>
                    <a:pt x="524339" y="77203"/>
                    <a:pt x="524574" y="76564"/>
                  </a:cubicBezTo>
                  <a:cubicBezTo>
                    <a:pt x="524776" y="75925"/>
                    <a:pt x="524574" y="72964"/>
                    <a:pt x="524574" y="72527"/>
                  </a:cubicBezTo>
                  <a:cubicBezTo>
                    <a:pt x="524574" y="72090"/>
                    <a:pt x="526964" y="70239"/>
                    <a:pt x="526964" y="70239"/>
                  </a:cubicBezTo>
                  <a:lnTo>
                    <a:pt x="529454" y="69466"/>
                  </a:lnTo>
                  <a:lnTo>
                    <a:pt x="531305" y="67717"/>
                  </a:lnTo>
                  <a:lnTo>
                    <a:pt x="534569" y="65429"/>
                  </a:lnTo>
                  <a:lnTo>
                    <a:pt x="537060" y="62940"/>
                  </a:lnTo>
                  <a:lnTo>
                    <a:pt x="539012" y="58701"/>
                  </a:lnTo>
                  <a:cubicBezTo>
                    <a:pt x="539012" y="58701"/>
                    <a:pt x="540089" y="54362"/>
                    <a:pt x="540089" y="53924"/>
                  </a:cubicBezTo>
                  <a:cubicBezTo>
                    <a:pt x="540089" y="53487"/>
                    <a:pt x="540190" y="50325"/>
                    <a:pt x="540190" y="50325"/>
                  </a:cubicBezTo>
                  <a:lnTo>
                    <a:pt x="540964" y="43597"/>
                  </a:lnTo>
                  <a:cubicBezTo>
                    <a:pt x="540964" y="43597"/>
                    <a:pt x="541300" y="41208"/>
                    <a:pt x="548233" y="37609"/>
                  </a:cubicBezTo>
                  <a:cubicBezTo>
                    <a:pt x="555233" y="34178"/>
                    <a:pt x="548503" y="36062"/>
                    <a:pt x="547829" y="36062"/>
                  </a:cubicBezTo>
                  <a:close/>
                </a:path>
              </a:pathLst>
            </a:custGeom>
            <a:grpFill/>
            <a:ln w="6350" cap="flat">
              <a:solidFill>
                <a:schemeClr val="bg1"/>
              </a:solidFill>
              <a:prstDash val="solid"/>
              <a:miter/>
            </a:ln>
          </p:spPr>
          <p:txBody>
            <a:bodyPr rtlCol="0" anchor="ctr"/>
            <a:lstStyle/>
            <a:p>
              <a:endParaRPr lang="en-US"/>
            </a:p>
          </p:txBody>
        </p:sp>
        <p:sp>
          <p:nvSpPr>
            <p:cNvPr id="127" name="Freeform 906">
              <a:extLst>
                <a:ext uri="{FF2B5EF4-FFF2-40B4-BE49-F238E27FC236}">
                  <a16:creationId xmlns:a16="http://schemas.microsoft.com/office/drawing/2014/main" id="{3F641C94-AD72-7147-9686-2E011752CE13}"/>
                </a:ext>
              </a:extLst>
            </p:cNvPr>
            <p:cNvSpPr/>
            <p:nvPr/>
          </p:nvSpPr>
          <p:spPr>
            <a:xfrm>
              <a:off x="7482803" y="2560251"/>
              <a:ext cx="157817" cy="247545"/>
            </a:xfrm>
            <a:custGeom>
              <a:avLst/>
              <a:gdLst>
                <a:gd name="connsiteX0" fmla="*/ 75352 w 302992"/>
                <a:gd name="connsiteY0" fmla="*/ 278402 h 475260"/>
                <a:gd name="connsiteX1" fmla="*/ 78180 w 302992"/>
                <a:gd name="connsiteY1" fmla="*/ 278940 h 475260"/>
                <a:gd name="connsiteX2" fmla="*/ 81545 w 302992"/>
                <a:gd name="connsiteY2" fmla="*/ 279814 h 475260"/>
                <a:gd name="connsiteX3" fmla="*/ 83160 w 302992"/>
                <a:gd name="connsiteY3" fmla="*/ 280252 h 475260"/>
                <a:gd name="connsiteX4" fmla="*/ 85785 w 302992"/>
                <a:gd name="connsiteY4" fmla="*/ 282876 h 475260"/>
                <a:gd name="connsiteX5" fmla="*/ 87636 w 302992"/>
                <a:gd name="connsiteY5" fmla="*/ 286475 h 475260"/>
                <a:gd name="connsiteX6" fmla="*/ 89925 w 302992"/>
                <a:gd name="connsiteY6" fmla="*/ 289738 h 475260"/>
                <a:gd name="connsiteX7" fmla="*/ 90026 w 302992"/>
                <a:gd name="connsiteY7" fmla="*/ 292328 h 475260"/>
                <a:gd name="connsiteX8" fmla="*/ 89824 w 302992"/>
                <a:gd name="connsiteY8" fmla="*/ 295154 h 475260"/>
                <a:gd name="connsiteX9" fmla="*/ 89185 w 302992"/>
                <a:gd name="connsiteY9" fmla="*/ 297105 h 475260"/>
                <a:gd name="connsiteX10" fmla="*/ 87435 w 302992"/>
                <a:gd name="connsiteY10" fmla="*/ 298955 h 475260"/>
                <a:gd name="connsiteX11" fmla="*/ 85920 w 302992"/>
                <a:gd name="connsiteY11" fmla="*/ 299931 h 475260"/>
                <a:gd name="connsiteX12" fmla="*/ 85045 w 302992"/>
                <a:gd name="connsiteY12" fmla="*/ 300267 h 475260"/>
                <a:gd name="connsiteX13" fmla="*/ 82218 w 302992"/>
                <a:gd name="connsiteY13" fmla="*/ 301579 h 475260"/>
                <a:gd name="connsiteX14" fmla="*/ 80906 w 302992"/>
                <a:gd name="connsiteY14" fmla="*/ 303968 h 475260"/>
                <a:gd name="connsiteX15" fmla="*/ 79593 w 302992"/>
                <a:gd name="connsiteY15" fmla="*/ 305482 h 475260"/>
                <a:gd name="connsiteX16" fmla="*/ 78180 w 302992"/>
                <a:gd name="connsiteY16" fmla="*/ 310157 h 475260"/>
                <a:gd name="connsiteX17" fmla="*/ 78718 w 302992"/>
                <a:gd name="connsiteY17" fmla="*/ 313420 h 475260"/>
                <a:gd name="connsiteX18" fmla="*/ 78180 w 302992"/>
                <a:gd name="connsiteY18" fmla="*/ 316684 h 475260"/>
                <a:gd name="connsiteX19" fmla="*/ 78718 w 302992"/>
                <a:gd name="connsiteY19" fmla="*/ 319947 h 475260"/>
                <a:gd name="connsiteX20" fmla="*/ 80569 w 302992"/>
                <a:gd name="connsiteY20" fmla="*/ 322571 h 475260"/>
                <a:gd name="connsiteX21" fmla="*/ 83833 w 302992"/>
                <a:gd name="connsiteY21" fmla="*/ 323647 h 475260"/>
                <a:gd name="connsiteX22" fmla="*/ 87535 w 302992"/>
                <a:gd name="connsiteY22" fmla="*/ 324084 h 475260"/>
                <a:gd name="connsiteX23" fmla="*/ 90161 w 302992"/>
                <a:gd name="connsiteY23" fmla="*/ 324320 h 475260"/>
                <a:gd name="connsiteX24" fmla="*/ 93088 w 302992"/>
                <a:gd name="connsiteY24" fmla="*/ 326607 h 475260"/>
                <a:gd name="connsiteX25" fmla="*/ 93694 w 302992"/>
                <a:gd name="connsiteY25" fmla="*/ 330812 h 475260"/>
                <a:gd name="connsiteX26" fmla="*/ 96454 w 302992"/>
                <a:gd name="connsiteY26" fmla="*/ 337338 h 475260"/>
                <a:gd name="connsiteX27" fmla="*/ 99348 w 302992"/>
                <a:gd name="connsiteY27" fmla="*/ 345143 h 475260"/>
                <a:gd name="connsiteX28" fmla="*/ 100089 w 302992"/>
                <a:gd name="connsiteY28" fmla="*/ 354427 h 475260"/>
                <a:gd name="connsiteX29" fmla="*/ 101233 w 302992"/>
                <a:gd name="connsiteY29" fmla="*/ 359641 h 475260"/>
                <a:gd name="connsiteX30" fmla="*/ 100089 w 302992"/>
                <a:gd name="connsiteY30" fmla="*/ 365495 h 475260"/>
                <a:gd name="connsiteX31" fmla="*/ 100493 w 302992"/>
                <a:gd name="connsiteY31" fmla="*/ 369935 h 475260"/>
                <a:gd name="connsiteX32" fmla="*/ 100593 w 302992"/>
                <a:gd name="connsiteY32" fmla="*/ 371953 h 475260"/>
                <a:gd name="connsiteX33" fmla="*/ 99079 w 302992"/>
                <a:gd name="connsiteY33" fmla="*/ 374207 h 475260"/>
                <a:gd name="connsiteX34" fmla="*/ 95949 w 302992"/>
                <a:gd name="connsiteY34" fmla="*/ 378446 h 475260"/>
                <a:gd name="connsiteX35" fmla="*/ 93661 w 302992"/>
                <a:gd name="connsiteY35" fmla="*/ 379455 h 475260"/>
                <a:gd name="connsiteX36" fmla="*/ 91776 w 302992"/>
                <a:gd name="connsiteY36" fmla="*/ 380229 h 475260"/>
                <a:gd name="connsiteX37" fmla="*/ 89858 w 302992"/>
                <a:gd name="connsiteY37" fmla="*/ 381406 h 475260"/>
                <a:gd name="connsiteX38" fmla="*/ 89622 w 302992"/>
                <a:gd name="connsiteY38" fmla="*/ 383021 h 475260"/>
                <a:gd name="connsiteX39" fmla="*/ 89387 w 302992"/>
                <a:gd name="connsiteY39" fmla="*/ 384669 h 475260"/>
                <a:gd name="connsiteX40" fmla="*/ 88007 w 302992"/>
                <a:gd name="connsiteY40" fmla="*/ 386351 h 475260"/>
                <a:gd name="connsiteX41" fmla="*/ 86324 w 302992"/>
                <a:gd name="connsiteY41" fmla="*/ 387327 h 475260"/>
                <a:gd name="connsiteX42" fmla="*/ 83901 w 302992"/>
                <a:gd name="connsiteY42" fmla="*/ 389513 h 475260"/>
                <a:gd name="connsiteX43" fmla="*/ 83833 w 302992"/>
                <a:gd name="connsiteY43" fmla="*/ 392003 h 475260"/>
                <a:gd name="connsiteX44" fmla="*/ 83463 w 302992"/>
                <a:gd name="connsiteY44" fmla="*/ 394257 h 475260"/>
                <a:gd name="connsiteX45" fmla="*/ 83463 w 302992"/>
                <a:gd name="connsiteY45" fmla="*/ 396510 h 475260"/>
                <a:gd name="connsiteX46" fmla="*/ 83766 w 302992"/>
                <a:gd name="connsiteY46" fmla="*/ 397822 h 475260"/>
                <a:gd name="connsiteX47" fmla="*/ 85550 w 302992"/>
                <a:gd name="connsiteY47" fmla="*/ 399639 h 475260"/>
                <a:gd name="connsiteX48" fmla="*/ 88074 w 302992"/>
                <a:gd name="connsiteY48" fmla="*/ 401624 h 475260"/>
                <a:gd name="connsiteX49" fmla="*/ 88612 w 302992"/>
                <a:gd name="connsiteY49" fmla="*/ 403406 h 475260"/>
                <a:gd name="connsiteX50" fmla="*/ 87805 w 302992"/>
                <a:gd name="connsiteY50" fmla="*/ 404954 h 475260"/>
                <a:gd name="connsiteX51" fmla="*/ 89252 w 302992"/>
                <a:gd name="connsiteY51" fmla="*/ 406299 h 475260"/>
                <a:gd name="connsiteX52" fmla="*/ 91204 w 302992"/>
                <a:gd name="connsiteY52" fmla="*/ 407073 h 475260"/>
                <a:gd name="connsiteX53" fmla="*/ 93257 w 302992"/>
                <a:gd name="connsiteY53" fmla="*/ 407746 h 475260"/>
                <a:gd name="connsiteX54" fmla="*/ 94771 w 302992"/>
                <a:gd name="connsiteY54" fmla="*/ 409024 h 475260"/>
                <a:gd name="connsiteX55" fmla="*/ 96084 w 302992"/>
                <a:gd name="connsiteY55" fmla="*/ 411211 h 475260"/>
                <a:gd name="connsiteX56" fmla="*/ 96622 w 302992"/>
                <a:gd name="connsiteY56" fmla="*/ 413297 h 475260"/>
                <a:gd name="connsiteX57" fmla="*/ 99247 w 302992"/>
                <a:gd name="connsiteY57" fmla="*/ 414171 h 475260"/>
                <a:gd name="connsiteX58" fmla="*/ 104161 w 302992"/>
                <a:gd name="connsiteY58" fmla="*/ 415618 h 475260"/>
                <a:gd name="connsiteX59" fmla="*/ 106180 w 302992"/>
                <a:gd name="connsiteY59" fmla="*/ 415315 h 475260"/>
                <a:gd name="connsiteX60" fmla="*/ 108199 w 302992"/>
                <a:gd name="connsiteY60" fmla="*/ 414440 h 475260"/>
                <a:gd name="connsiteX61" fmla="*/ 111666 w 302992"/>
                <a:gd name="connsiteY61" fmla="*/ 414440 h 475260"/>
                <a:gd name="connsiteX62" fmla="*/ 118632 w 302992"/>
                <a:gd name="connsiteY62" fmla="*/ 415584 h 475260"/>
                <a:gd name="connsiteX63" fmla="*/ 120955 w 302992"/>
                <a:gd name="connsiteY63" fmla="*/ 416459 h 475260"/>
                <a:gd name="connsiteX64" fmla="*/ 120652 w 302992"/>
                <a:gd name="connsiteY64" fmla="*/ 417905 h 475260"/>
                <a:gd name="connsiteX65" fmla="*/ 120080 w 302992"/>
                <a:gd name="connsiteY65" fmla="*/ 421101 h 475260"/>
                <a:gd name="connsiteX66" fmla="*/ 118632 w 302992"/>
                <a:gd name="connsiteY66" fmla="*/ 422245 h 475260"/>
                <a:gd name="connsiteX67" fmla="*/ 120652 w 302992"/>
                <a:gd name="connsiteY67" fmla="*/ 426315 h 475260"/>
                <a:gd name="connsiteX68" fmla="*/ 122099 w 302992"/>
                <a:gd name="connsiteY68" fmla="*/ 432337 h 475260"/>
                <a:gd name="connsiteX69" fmla="*/ 131084 w 302992"/>
                <a:gd name="connsiteY69" fmla="*/ 436743 h 475260"/>
                <a:gd name="connsiteX70" fmla="*/ 134551 w 302992"/>
                <a:gd name="connsiteY70" fmla="*/ 437887 h 475260"/>
                <a:gd name="connsiteX71" fmla="*/ 141214 w 302992"/>
                <a:gd name="connsiteY71" fmla="*/ 440780 h 475260"/>
                <a:gd name="connsiteX72" fmla="*/ 146936 w 302992"/>
                <a:gd name="connsiteY72" fmla="*/ 444615 h 475260"/>
                <a:gd name="connsiteX73" fmla="*/ 149628 w 302992"/>
                <a:gd name="connsiteY73" fmla="*/ 447441 h 475260"/>
                <a:gd name="connsiteX74" fmla="*/ 149763 w 302992"/>
                <a:gd name="connsiteY74" fmla="*/ 449627 h 475260"/>
                <a:gd name="connsiteX75" fmla="*/ 149056 w 302992"/>
                <a:gd name="connsiteY75" fmla="*/ 451814 h 475260"/>
                <a:gd name="connsiteX76" fmla="*/ 149056 w 302992"/>
                <a:gd name="connsiteY76" fmla="*/ 454135 h 475260"/>
                <a:gd name="connsiteX77" fmla="*/ 150301 w 302992"/>
                <a:gd name="connsiteY77" fmla="*/ 457028 h 475260"/>
                <a:gd name="connsiteX78" fmla="*/ 151681 w 302992"/>
                <a:gd name="connsiteY78" fmla="*/ 459047 h 475260"/>
                <a:gd name="connsiteX79" fmla="*/ 154003 w 302992"/>
                <a:gd name="connsiteY79" fmla="*/ 458172 h 475260"/>
                <a:gd name="connsiteX80" fmla="*/ 155148 w 302992"/>
                <a:gd name="connsiteY80" fmla="*/ 457028 h 475260"/>
                <a:gd name="connsiteX81" fmla="*/ 155888 w 302992"/>
                <a:gd name="connsiteY81" fmla="*/ 455447 h 475260"/>
                <a:gd name="connsiteX82" fmla="*/ 157773 w 302992"/>
                <a:gd name="connsiteY82" fmla="*/ 454572 h 475260"/>
                <a:gd name="connsiteX83" fmla="*/ 161239 w 302992"/>
                <a:gd name="connsiteY83" fmla="*/ 455279 h 475260"/>
                <a:gd name="connsiteX84" fmla="*/ 161239 w 302992"/>
                <a:gd name="connsiteY84" fmla="*/ 455144 h 475260"/>
                <a:gd name="connsiteX85" fmla="*/ 162754 w 302992"/>
                <a:gd name="connsiteY85" fmla="*/ 455716 h 475260"/>
                <a:gd name="connsiteX86" fmla="*/ 165883 w 302992"/>
                <a:gd name="connsiteY86" fmla="*/ 456591 h 475260"/>
                <a:gd name="connsiteX87" fmla="*/ 167465 w 302992"/>
                <a:gd name="connsiteY87" fmla="*/ 458609 h 475260"/>
                <a:gd name="connsiteX88" fmla="*/ 168609 w 302992"/>
                <a:gd name="connsiteY88" fmla="*/ 461367 h 475260"/>
                <a:gd name="connsiteX89" fmla="*/ 169619 w 302992"/>
                <a:gd name="connsiteY89" fmla="*/ 464698 h 475260"/>
                <a:gd name="connsiteX90" fmla="*/ 171369 w 302992"/>
                <a:gd name="connsiteY90" fmla="*/ 466716 h 475260"/>
                <a:gd name="connsiteX91" fmla="*/ 171369 w 302992"/>
                <a:gd name="connsiteY91" fmla="*/ 468735 h 475260"/>
                <a:gd name="connsiteX92" fmla="*/ 172816 w 302992"/>
                <a:gd name="connsiteY92" fmla="*/ 471493 h 475260"/>
                <a:gd name="connsiteX93" fmla="*/ 173961 w 302992"/>
                <a:gd name="connsiteY93" fmla="*/ 472368 h 475260"/>
                <a:gd name="connsiteX94" fmla="*/ 176148 w 302992"/>
                <a:gd name="connsiteY94" fmla="*/ 474386 h 475260"/>
                <a:gd name="connsiteX95" fmla="*/ 177730 w 302992"/>
                <a:gd name="connsiteY95" fmla="*/ 475261 h 475260"/>
                <a:gd name="connsiteX96" fmla="*/ 179480 w 302992"/>
                <a:gd name="connsiteY96" fmla="*/ 475261 h 475260"/>
                <a:gd name="connsiteX97" fmla="*/ 180624 w 302992"/>
                <a:gd name="connsiteY97" fmla="*/ 474117 h 475260"/>
                <a:gd name="connsiteX98" fmla="*/ 181634 w 302992"/>
                <a:gd name="connsiteY98" fmla="*/ 472368 h 475260"/>
                <a:gd name="connsiteX99" fmla="*/ 182643 w 302992"/>
                <a:gd name="connsiteY99" fmla="*/ 469307 h 475260"/>
                <a:gd name="connsiteX100" fmla="*/ 183216 w 302992"/>
                <a:gd name="connsiteY100" fmla="*/ 467557 h 475260"/>
                <a:gd name="connsiteX101" fmla="*/ 184360 w 302992"/>
                <a:gd name="connsiteY101" fmla="*/ 463790 h 475260"/>
                <a:gd name="connsiteX102" fmla="*/ 184932 w 302992"/>
                <a:gd name="connsiteY102" fmla="*/ 460325 h 475260"/>
                <a:gd name="connsiteX103" fmla="*/ 185672 w 302992"/>
                <a:gd name="connsiteY103" fmla="*/ 457566 h 475260"/>
                <a:gd name="connsiteX104" fmla="*/ 185369 w 302992"/>
                <a:gd name="connsiteY104" fmla="*/ 454808 h 475260"/>
                <a:gd name="connsiteX105" fmla="*/ 184663 w 302992"/>
                <a:gd name="connsiteY105" fmla="*/ 452049 h 475260"/>
                <a:gd name="connsiteX106" fmla="*/ 182643 w 302992"/>
                <a:gd name="connsiteY106" fmla="*/ 445826 h 475260"/>
                <a:gd name="connsiteX107" fmla="*/ 182071 w 302992"/>
                <a:gd name="connsiteY107" fmla="*/ 440612 h 475260"/>
                <a:gd name="connsiteX108" fmla="*/ 184023 w 302992"/>
                <a:gd name="connsiteY108" fmla="*/ 436104 h 475260"/>
                <a:gd name="connsiteX109" fmla="*/ 182509 w 302992"/>
                <a:gd name="connsiteY109" fmla="*/ 433817 h 475260"/>
                <a:gd name="connsiteX110" fmla="*/ 181297 w 302992"/>
                <a:gd name="connsiteY110" fmla="*/ 429679 h 475260"/>
                <a:gd name="connsiteX111" fmla="*/ 180321 w 302992"/>
                <a:gd name="connsiteY111" fmla="*/ 427392 h 475260"/>
                <a:gd name="connsiteX112" fmla="*/ 180321 w 302992"/>
                <a:gd name="connsiteY112" fmla="*/ 426315 h 475260"/>
                <a:gd name="connsiteX113" fmla="*/ 179951 w 302992"/>
                <a:gd name="connsiteY113" fmla="*/ 424028 h 475260"/>
                <a:gd name="connsiteX114" fmla="*/ 178605 w 302992"/>
                <a:gd name="connsiteY114" fmla="*/ 422177 h 475260"/>
                <a:gd name="connsiteX115" fmla="*/ 178605 w 302992"/>
                <a:gd name="connsiteY115" fmla="*/ 419789 h 475260"/>
                <a:gd name="connsiteX116" fmla="*/ 179379 w 302992"/>
                <a:gd name="connsiteY116" fmla="*/ 417737 h 475260"/>
                <a:gd name="connsiteX117" fmla="*/ 182643 w 302992"/>
                <a:gd name="connsiteY117" fmla="*/ 416862 h 475260"/>
                <a:gd name="connsiteX118" fmla="*/ 184595 w 302992"/>
                <a:gd name="connsiteY118" fmla="*/ 416089 h 475260"/>
                <a:gd name="connsiteX119" fmla="*/ 187220 w 302992"/>
                <a:gd name="connsiteY119" fmla="*/ 413801 h 475260"/>
                <a:gd name="connsiteX120" fmla="*/ 188970 w 302992"/>
                <a:gd name="connsiteY120" fmla="*/ 413700 h 475260"/>
                <a:gd name="connsiteX121" fmla="*/ 191898 w 302992"/>
                <a:gd name="connsiteY121" fmla="*/ 416728 h 475260"/>
                <a:gd name="connsiteX122" fmla="*/ 194288 w 302992"/>
                <a:gd name="connsiteY122" fmla="*/ 417602 h 475260"/>
                <a:gd name="connsiteX123" fmla="*/ 197350 w 302992"/>
                <a:gd name="connsiteY123" fmla="*/ 419352 h 475260"/>
                <a:gd name="connsiteX124" fmla="*/ 200951 w 302992"/>
                <a:gd name="connsiteY124" fmla="*/ 422076 h 475260"/>
                <a:gd name="connsiteX125" fmla="*/ 203879 w 302992"/>
                <a:gd name="connsiteY125" fmla="*/ 424801 h 475260"/>
                <a:gd name="connsiteX126" fmla="*/ 205831 w 302992"/>
                <a:gd name="connsiteY126" fmla="*/ 424801 h 475260"/>
                <a:gd name="connsiteX127" fmla="*/ 207783 w 302992"/>
                <a:gd name="connsiteY127" fmla="*/ 423119 h 475260"/>
                <a:gd name="connsiteX128" fmla="*/ 209870 w 302992"/>
                <a:gd name="connsiteY128" fmla="*/ 421202 h 475260"/>
                <a:gd name="connsiteX129" fmla="*/ 213572 w 302992"/>
                <a:gd name="connsiteY129" fmla="*/ 421976 h 475260"/>
                <a:gd name="connsiteX130" fmla="*/ 215860 w 302992"/>
                <a:gd name="connsiteY130" fmla="*/ 418511 h 475260"/>
                <a:gd name="connsiteX131" fmla="*/ 216399 w 302992"/>
                <a:gd name="connsiteY131" fmla="*/ 417972 h 475260"/>
                <a:gd name="connsiteX132" fmla="*/ 217712 w 302992"/>
                <a:gd name="connsiteY132" fmla="*/ 416122 h 475260"/>
                <a:gd name="connsiteX133" fmla="*/ 219562 w 302992"/>
                <a:gd name="connsiteY133" fmla="*/ 416122 h 475260"/>
                <a:gd name="connsiteX134" fmla="*/ 223466 w 302992"/>
                <a:gd name="connsiteY134" fmla="*/ 416122 h 475260"/>
                <a:gd name="connsiteX135" fmla="*/ 226192 w 302992"/>
                <a:gd name="connsiteY135" fmla="*/ 415416 h 475260"/>
                <a:gd name="connsiteX136" fmla="*/ 227404 w 302992"/>
                <a:gd name="connsiteY136" fmla="*/ 415248 h 475260"/>
                <a:gd name="connsiteX137" fmla="*/ 227404 w 302992"/>
                <a:gd name="connsiteY137" fmla="*/ 413398 h 475260"/>
                <a:gd name="connsiteX138" fmla="*/ 226933 w 302992"/>
                <a:gd name="connsiteY138" fmla="*/ 410572 h 475260"/>
                <a:gd name="connsiteX139" fmla="*/ 227000 w 302992"/>
                <a:gd name="connsiteY139" fmla="*/ 409697 h 475260"/>
                <a:gd name="connsiteX140" fmla="*/ 223836 w 302992"/>
                <a:gd name="connsiteY140" fmla="*/ 406333 h 475260"/>
                <a:gd name="connsiteX141" fmla="*/ 220471 w 302992"/>
                <a:gd name="connsiteY141" fmla="*/ 401354 h 475260"/>
                <a:gd name="connsiteX142" fmla="*/ 220471 w 302992"/>
                <a:gd name="connsiteY142" fmla="*/ 399605 h 475260"/>
                <a:gd name="connsiteX143" fmla="*/ 224274 w 302992"/>
                <a:gd name="connsiteY143" fmla="*/ 397755 h 475260"/>
                <a:gd name="connsiteX144" fmla="*/ 226563 w 302992"/>
                <a:gd name="connsiteY144" fmla="*/ 396342 h 475260"/>
                <a:gd name="connsiteX145" fmla="*/ 228414 w 302992"/>
                <a:gd name="connsiteY145" fmla="*/ 392440 h 475260"/>
                <a:gd name="connsiteX146" fmla="*/ 229188 w 302992"/>
                <a:gd name="connsiteY146" fmla="*/ 387865 h 475260"/>
                <a:gd name="connsiteX147" fmla="*/ 230365 w 302992"/>
                <a:gd name="connsiteY147" fmla="*/ 383828 h 475260"/>
                <a:gd name="connsiteX148" fmla="*/ 232452 w 302992"/>
                <a:gd name="connsiteY148" fmla="*/ 380128 h 475260"/>
                <a:gd name="connsiteX149" fmla="*/ 231577 w 302992"/>
                <a:gd name="connsiteY149" fmla="*/ 377403 h 475260"/>
                <a:gd name="connsiteX150" fmla="*/ 229726 w 302992"/>
                <a:gd name="connsiteY150" fmla="*/ 375788 h 475260"/>
                <a:gd name="connsiteX151" fmla="*/ 227539 w 302992"/>
                <a:gd name="connsiteY151" fmla="*/ 373299 h 475260"/>
                <a:gd name="connsiteX152" fmla="*/ 226226 w 302992"/>
                <a:gd name="connsiteY152" fmla="*/ 371348 h 475260"/>
                <a:gd name="connsiteX153" fmla="*/ 228414 w 302992"/>
                <a:gd name="connsiteY153" fmla="*/ 368421 h 475260"/>
                <a:gd name="connsiteX154" fmla="*/ 226226 w 302992"/>
                <a:gd name="connsiteY154" fmla="*/ 366134 h 475260"/>
                <a:gd name="connsiteX155" fmla="*/ 221346 w 302992"/>
                <a:gd name="connsiteY155" fmla="*/ 363947 h 475260"/>
                <a:gd name="connsiteX156" fmla="*/ 218721 w 302992"/>
                <a:gd name="connsiteY156" fmla="*/ 363947 h 475260"/>
                <a:gd name="connsiteX157" fmla="*/ 214178 w 302992"/>
                <a:gd name="connsiteY157" fmla="*/ 362904 h 475260"/>
                <a:gd name="connsiteX158" fmla="*/ 209836 w 302992"/>
                <a:gd name="connsiteY158" fmla="*/ 361222 h 475260"/>
                <a:gd name="connsiteX159" fmla="*/ 207110 w 302992"/>
                <a:gd name="connsiteY159" fmla="*/ 359271 h 475260"/>
                <a:gd name="connsiteX160" fmla="*/ 205158 w 302992"/>
                <a:gd name="connsiteY160" fmla="*/ 356883 h 475260"/>
                <a:gd name="connsiteX161" fmla="*/ 201793 w 302992"/>
                <a:gd name="connsiteY161" fmla="*/ 355806 h 475260"/>
                <a:gd name="connsiteX162" fmla="*/ 198528 w 302992"/>
                <a:gd name="connsiteY162" fmla="*/ 357455 h 475260"/>
                <a:gd name="connsiteX163" fmla="*/ 189408 w 302992"/>
                <a:gd name="connsiteY163" fmla="*/ 357455 h 475260"/>
                <a:gd name="connsiteX164" fmla="*/ 186480 w 302992"/>
                <a:gd name="connsiteY164" fmla="*/ 355941 h 475260"/>
                <a:gd name="connsiteX165" fmla="*/ 184865 w 302992"/>
                <a:gd name="connsiteY165" fmla="*/ 352476 h 475260"/>
                <a:gd name="connsiteX166" fmla="*/ 189206 w 302992"/>
                <a:gd name="connsiteY166" fmla="*/ 349449 h 475260"/>
                <a:gd name="connsiteX167" fmla="*/ 190821 w 302992"/>
                <a:gd name="connsiteY167" fmla="*/ 347935 h 475260"/>
                <a:gd name="connsiteX168" fmla="*/ 191696 w 302992"/>
                <a:gd name="connsiteY168" fmla="*/ 343595 h 475260"/>
                <a:gd name="connsiteX169" fmla="*/ 191158 w 302992"/>
                <a:gd name="connsiteY169" fmla="*/ 339895 h 475260"/>
                <a:gd name="connsiteX170" fmla="*/ 189408 w 302992"/>
                <a:gd name="connsiteY170" fmla="*/ 337406 h 475260"/>
                <a:gd name="connsiteX171" fmla="*/ 187355 w 302992"/>
                <a:gd name="connsiteY171" fmla="*/ 334243 h 475260"/>
                <a:gd name="connsiteX172" fmla="*/ 184427 w 302992"/>
                <a:gd name="connsiteY172" fmla="*/ 332057 h 475260"/>
                <a:gd name="connsiteX173" fmla="*/ 181701 w 302992"/>
                <a:gd name="connsiteY173" fmla="*/ 330207 h 475260"/>
                <a:gd name="connsiteX174" fmla="*/ 178975 w 302992"/>
                <a:gd name="connsiteY174" fmla="*/ 326944 h 475260"/>
                <a:gd name="connsiteX175" fmla="*/ 178975 w 302992"/>
                <a:gd name="connsiteY175" fmla="*/ 323680 h 475260"/>
                <a:gd name="connsiteX176" fmla="*/ 181028 w 302992"/>
                <a:gd name="connsiteY176" fmla="*/ 322604 h 475260"/>
                <a:gd name="connsiteX177" fmla="*/ 184494 w 302992"/>
                <a:gd name="connsiteY177" fmla="*/ 322604 h 475260"/>
                <a:gd name="connsiteX178" fmla="*/ 185369 w 302992"/>
                <a:gd name="connsiteY178" fmla="*/ 320216 h 475260"/>
                <a:gd name="connsiteX179" fmla="*/ 187456 w 302992"/>
                <a:gd name="connsiteY179" fmla="*/ 318904 h 475260"/>
                <a:gd name="connsiteX180" fmla="*/ 189206 w 302992"/>
                <a:gd name="connsiteY180" fmla="*/ 316414 h 475260"/>
                <a:gd name="connsiteX181" fmla="*/ 189206 w 302992"/>
                <a:gd name="connsiteY181" fmla="*/ 314463 h 475260"/>
                <a:gd name="connsiteX182" fmla="*/ 189206 w 302992"/>
                <a:gd name="connsiteY182" fmla="*/ 311873 h 475260"/>
                <a:gd name="connsiteX183" fmla="*/ 190619 w 302992"/>
                <a:gd name="connsiteY183" fmla="*/ 308845 h 475260"/>
                <a:gd name="connsiteX184" fmla="*/ 192571 w 302992"/>
                <a:gd name="connsiteY184" fmla="*/ 306020 h 475260"/>
                <a:gd name="connsiteX185" fmla="*/ 194322 w 302992"/>
                <a:gd name="connsiteY185" fmla="*/ 303867 h 475260"/>
                <a:gd name="connsiteX186" fmla="*/ 197586 w 302992"/>
                <a:gd name="connsiteY186" fmla="*/ 303833 h 475260"/>
                <a:gd name="connsiteX187" fmla="*/ 200649 w 302992"/>
                <a:gd name="connsiteY187" fmla="*/ 303833 h 475260"/>
                <a:gd name="connsiteX188" fmla="*/ 204115 w 302992"/>
                <a:gd name="connsiteY188" fmla="*/ 303295 h 475260"/>
                <a:gd name="connsiteX189" fmla="*/ 203577 w 302992"/>
                <a:gd name="connsiteY189" fmla="*/ 300907 h 475260"/>
                <a:gd name="connsiteX190" fmla="*/ 202802 w 302992"/>
                <a:gd name="connsiteY190" fmla="*/ 299595 h 475260"/>
                <a:gd name="connsiteX191" fmla="*/ 203240 w 302992"/>
                <a:gd name="connsiteY191" fmla="*/ 295793 h 475260"/>
                <a:gd name="connsiteX192" fmla="*/ 205629 w 302992"/>
                <a:gd name="connsiteY192" fmla="*/ 295154 h 475260"/>
                <a:gd name="connsiteX193" fmla="*/ 205529 w 302992"/>
                <a:gd name="connsiteY193" fmla="*/ 292429 h 475260"/>
                <a:gd name="connsiteX194" fmla="*/ 204317 w 302992"/>
                <a:gd name="connsiteY194" fmla="*/ 290680 h 475260"/>
                <a:gd name="connsiteX195" fmla="*/ 201052 w 302992"/>
                <a:gd name="connsiteY195" fmla="*/ 289065 h 475260"/>
                <a:gd name="connsiteX196" fmla="*/ 197687 w 302992"/>
                <a:gd name="connsiteY196" fmla="*/ 287653 h 475260"/>
                <a:gd name="connsiteX197" fmla="*/ 195398 w 302992"/>
                <a:gd name="connsiteY197" fmla="*/ 282876 h 475260"/>
                <a:gd name="connsiteX198" fmla="*/ 196711 w 302992"/>
                <a:gd name="connsiteY198" fmla="*/ 280151 h 475260"/>
                <a:gd name="connsiteX199" fmla="*/ 200312 w 302992"/>
                <a:gd name="connsiteY199" fmla="*/ 278502 h 475260"/>
                <a:gd name="connsiteX200" fmla="*/ 203677 w 302992"/>
                <a:gd name="connsiteY200" fmla="*/ 277964 h 475260"/>
                <a:gd name="connsiteX201" fmla="*/ 204216 w 302992"/>
                <a:gd name="connsiteY201" fmla="*/ 275374 h 475260"/>
                <a:gd name="connsiteX202" fmla="*/ 204855 w 302992"/>
                <a:gd name="connsiteY202" fmla="*/ 272750 h 475260"/>
                <a:gd name="connsiteX203" fmla="*/ 204855 w 302992"/>
                <a:gd name="connsiteY203" fmla="*/ 267536 h 475260"/>
                <a:gd name="connsiteX204" fmla="*/ 204855 w 302992"/>
                <a:gd name="connsiteY204" fmla="*/ 263028 h 475260"/>
                <a:gd name="connsiteX205" fmla="*/ 206033 w 302992"/>
                <a:gd name="connsiteY205" fmla="*/ 259833 h 475260"/>
                <a:gd name="connsiteX206" fmla="*/ 208187 w 302992"/>
                <a:gd name="connsiteY206" fmla="*/ 259664 h 475260"/>
                <a:gd name="connsiteX207" fmla="*/ 210509 w 302992"/>
                <a:gd name="connsiteY207" fmla="*/ 260169 h 475260"/>
                <a:gd name="connsiteX208" fmla="*/ 214413 w 302992"/>
                <a:gd name="connsiteY208" fmla="*/ 260943 h 475260"/>
                <a:gd name="connsiteX209" fmla="*/ 216332 w 302992"/>
                <a:gd name="connsiteY209" fmla="*/ 259294 h 475260"/>
                <a:gd name="connsiteX210" fmla="*/ 217139 w 302992"/>
                <a:gd name="connsiteY210" fmla="*/ 257511 h 475260"/>
                <a:gd name="connsiteX211" fmla="*/ 221043 w 302992"/>
                <a:gd name="connsiteY211" fmla="*/ 255762 h 475260"/>
                <a:gd name="connsiteX212" fmla="*/ 224308 w 302992"/>
                <a:gd name="connsiteY212" fmla="*/ 256267 h 475260"/>
                <a:gd name="connsiteX213" fmla="*/ 227808 w 302992"/>
                <a:gd name="connsiteY213" fmla="*/ 260573 h 475260"/>
                <a:gd name="connsiteX214" fmla="*/ 228245 w 302992"/>
                <a:gd name="connsiteY214" fmla="*/ 260236 h 475260"/>
                <a:gd name="connsiteX215" fmla="*/ 231442 w 302992"/>
                <a:gd name="connsiteY215" fmla="*/ 257579 h 475260"/>
                <a:gd name="connsiteX216" fmla="*/ 233933 w 302992"/>
                <a:gd name="connsiteY216" fmla="*/ 258050 h 475260"/>
                <a:gd name="connsiteX217" fmla="*/ 237265 w 302992"/>
                <a:gd name="connsiteY217" fmla="*/ 261481 h 475260"/>
                <a:gd name="connsiteX218" fmla="*/ 239688 w 302992"/>
                <a:gd name="connsiteY218" fmla="*/ 260606 h 475260"/>
                <a:gd name="connsiteX219" fmla="*/ 241875 w 302992"/>
                <a:gd name="connsiteY219" fmla="*/ 258756 h 475260"/>
                <a:gd name="connsiteX220" fmla="*/ 244736 w 302992"/>
                <a:gd name="connsiteY220" fmla="*/ 256570 h 475260"/>
                <a:gd name="connsiteX221" fmla="*/ 248606 w 302992"/>
                <a:gd name="connsiteY221" fmla="*/ 256199 h 475260"/>
                <a:gd name="connsiteX222" fmla="*/ 254530 w 302992"/>
                <a:gd name="connsiteY222" fmla="*/ 258386 h 475260"/>
                <a:gd name="connsiteX223" fmla="*/ 258063 w 302992"/>
                <a:gd name="connsiteY223" fmla="*/ 260505 h 475260"/>
                <a:gd name="connsiteX224" fmla="*/ 260049 w 302992"/>
                <a:gd name="connsiteY224" fmla="*/ 262457 h 475260"/>
                <a:gd name="connsiteX225" fmla="*/ 265501 w 302992"/>
                <a:gd name="connsiteY225" fmla="*/ 265383 h 475260"/>
                <a:gd name="connsiteX226" fmla="*/ 265669 w 302992"/>
                <a:gd name="connsiteY226" fmla="*/ 265383 h 475260"/>
                <a:gd name="connsiteX227" fmla="*/ 265366 w 302992"/>
                <a:gd name="connsiteY227" fmla="*/ 266729 h 475260"/>
                <a:gd name="connsiteX228" fmla="*/ 266275 w 302992"/>
                <a:gd name="connsiteY228" fmla="*/ 262658 h 475260"/>
                <a:gd name="connsiteX229" fmla="*/ 268227 w 302992"/>
                <a:gd name="connsiteY229" fmla="*/ 260270 h 475260"/>
                <a:gd name="connsiteX230" fmla="*/ 269977 w 302992"/>
                <a:gd name="connsiteY230" fmla="*/ 258823 h 475260"/>
                <a:gd name="connsiteX231" fmla="*/ 270179 w 302992"/>
                <a:gd name="connsiteY231" fmla="*/ 257579 h 475260"/>
                <a:gd name="connsiteX232" fmla="*/ 269876 w 302992"/>
                <a:gd name="connsiteY232" fmla="*/ 256334 h 475260"/>
                <a:gd name="connsiteX233" fmla="*/ 268799 w 302992"/>
                <a:gd name="connsiteY233" fmla="*/ 255392 h 475260"/>
                <a:gd name="connsiteX234" fmla="*/ 266275 w 302992"/>
                <a:gd name="connsiteY234" fmla="*/ 253206 h 475260"/>
                <a:gd name="connsiteX235" fmla="*/ 264087 w 302992"/>
                <a:gd name="connsiteY235" fmla="*/ 251961 h 475260"/>
                <a:gd name="connsiteX236" fmla="*/ 262337 w 302992"/>
                <a:gd name="connsiteY236" fmla="*/ 251019 h 475260"/>
                <a:gd name="connsiteX237" fmla="*/ 261092 w 302992"/>
                <a:gd name="connsiteY237" fmla="*/ 248630 h 475260"/>
                <a:gd name="connsiteX238" fmla="*/ 261227 w 302992"/>
                <a:gd name="connsiteY238" fmla="*/ 246747 h 475260"/>
                <a:gd name="connsiteX239" fmla="*/ 262304 w 302992"/>
                <a:gd name="connsiteY239" fmla="*/ 244863 h 475260"/>
                <a:gd name="connsiteX240" fmla="*/ 263246 w 302992"/>
                <a:gd name="connsiteY240" fmla="*/ 242475 h 475260"/>
                <a:gd name="connsiteX241" fmla="*/ 263044 w 302992"/>
                <a:gd name="connsiteY241" fmla="*/ 240591 h 475260"/>
                <a:gd name="connsiteX242" fmla="*/ 259847 w 302992"/>
                <a:gd name="connsiteY242" fmla="*/ 240591 h 475260"/>
                <a:gd name="connsiteX243" fmla="*/ 258972 w 302992"/>
                <a:gd name="connsiteY243" fmla="*/ 237395 h 475260"/>
                <a:gd name="connsiteX244" fmla="*/ 261664 w 302992"/>
                <a:gd name="connsiteY244" fmla="*/ 236016 h 475260"/>
                <a:gd name="connsiteX245" fmla="*/ 263112 w 302992"/>
                <a:gd name="connsiteY245" fmla="*/ 233324 h 475260"/>
                <a:gd name="connsiteX246" fmla="*/ 262809 w 302992"/>
                <a:gd name="connsiteY246" fmla="*/ 232080 h 475260"/>
                <a:gd name="connsiteX247" fmla="*/ 260856 w 302992"/>
                <a:gd name="connsiteY247" fmla="*/ 230701 h 475260"/>
                <a:gd name="connsiteX248" fmla="*/ 261732 w 302992"/>
                <a:gd name="connsiteY248" fmla="*/ 227505 h 475260"/>
                <a:gd name="connsiteX249" fmla="*/ 264929 w 302992"/>
                <a:gd name="connsiteY249" fmla="*/ 223434 h 475260"/>
                <a:gd name="connsiteX250" fmla="*/ 269136 w 302992"/>
                <a:gd name="connsiteY250" fmla="*/ 219095 h 475260"/>
                <a:gd name="connsiteX251" fmla="*/ 270145 w 302992"/>
                <a:gd name="connsiteY251" fmla="*/ 215462 h 475260"/>
                <a:gd name="connsiteX252" fmla="*/ 267823 w 302992"/>
                <a:gd name="connsiteY252" fmla="*/ 212603 h 475260"/>
                <a:gd name="connsiteX253" fmla="*/ 267823 w 302992"/>
                <a:gd name="connsiteY253" fmla="*/ 209239 h 475260"/>
                <a:gd name="connsiteX254" fmla="*/ 271862 w 302992"/>
                <a:gd name="connsiteY254" fmla="*/ 204563 h 475260"/>
                <a:gd name="connsiteX255" fmla="*/ 274352 w 302992"/>
                <a:gd name="connsiteY255" fmla="*/ 199247 h 475260"/>
                <a:gd name="connsiteX256" fmla="*/ 276203 w 302992"/>
                <a:gd name="connsiteY256" fmla="*/ 194471 h 475260"/>
                <a:gd name="connsiteX257" fmla="*/ 280982 w 302992"/>
                <a:gd name="connsiteY257" fmla="*/ 194033 h 475260"/>
                <a:gd name="connsiteX258" fmla="*/ 282631 w 302992"/>
                <a:gd name="connsiteY258" fmla="*/ 191847 h 475260"/>
                <a:gd name="connsiteX259" fmla="*/ 287646 w 302992"/>
                <a:gd name="connsiteY259" fmla="*/ 189257 h 475260"/>
                <a:gd name="connsiteX260" fmla="*/ 290574 w 302992"/>
                <a:gd name="connsiteY260" fmla="*/ 186868 h 475260"/>
                <a:gd name="connsiteX261" fmla="*/ 294612 w 302992"/>
                <a:gd name="connsiteY261" fmla="*/ 186094 h 475260"/>
                <a:gd name="connsiteX262" fmla="*/ 296901 w 302992"/>
                <a:gd name="connsiteY262" fmla="*/ 184681 h 475260"/>
                <a:gd name="connsiteX263" fmla="*/ 297877 w 302992"/>
                <a:gd name="connsiteY263" fmla="*/ 182394 h 475260"/>
                <a:gd name="connsiteX264" fmla="*/ 297877 w 302992"/>
                <a:gd name="connsiteY264" fmla="*/ 180006 h 475260"/>
                <a:gd name="connsiteX265" fmla="*/ 298853 w 302992"/>
                <a:gd name="connsiteY265" fmla="*/ 176103 h 475260"/>
                <a:gd name="connsiteX266" fmla="*/ 302992 w 302992"/>
                <a:gd name="connsiteY266" fmla="*/ 175027 h 475260"/>
                <a:gd name="connsiteX267" fmla="*/ 296867 w 302992"/>
                <a:gd name="connsiteY267" fmla="*/ 174489 h 475260"/>
                <a:gd name="connsiteX268" fmla="*/ 292458 w 302992"/>
                <a:gd name="connsiteY268" fmla="*/ 174859 h 475260"/>
                <a:gd name="connsiteX269" fmla="*/ 288117 w 302992"/>
                <a:gd name="connsiteY269" fmla="*/ 172605 h 475260"/>
                <a:gd name="connsiteX270" fmla="*/ 286165 w 302992"/>
                <a:gd name="connsiteY270" fmla="*/ 169342 h 475260"/>
                <a:gd name="connsiteX271" fmla="*/ 285155 w 302992"/>
                <a:gd name="connsiteY271" fmla="*/ 165137 h 475260"/>
                <a:gd name="connsiteX272" fmla="*/ 281016 w 302992"/>
                <a:gd name="connsiteY272" fmla="*/ 160293 h 475260"/>
                <a:gd name="connsiteX273" fmla="*/ 277886 w 302992"/>
                <a:gd name="connsiteY273" fmla="*/ 153834 h 475260"/>
                <a:gd name="connsiteX274" fmla="*/ 275261 w 302992"/>
                <a:gd name="connsiteY274" fmla="*/ 151008 h 475260"/>
                <a:gd name="connsiteX275" fmla="*/ 270549 w 302992"/>
                <a:gd name="connsiteY275" fmla="*/ 145357 h 475260"/>
                <a:gd name="connsiteX276" fmla="*/ 268664 w 302992"/>
                <a:gd name="connsiteY276" fmla="*/ 144112 h 475260"/>
                <a:gd name="connsiteX277" fmla="*/ 262640 w 302992"/>
                <a:gd name="connsiteY277" fmla="*/ 142228 h 475260"/>
                <a:gd name="connsiteX278" fmla="*/ 259578 w 302992"/>
                <a:gd name="connsiteY278" fmla="*/ 141421 h 475260"/>
                <a:gd name="connsiteX279" fmla="*/ 256549 w 302992"/>
                <a:gd name="connsiteY279" fmla="*/ 141421 h 475260"/>
                <a:gd name="connsiteX280" fmla="*/ 253217 w 302992"/>
                <a:gd name="connsiteY280" fmla="*/ 143708 h 475260"/>
                <a:gd name="connsiteX281" fmla="*/ 247563 w 302992"/>
                <a:gd name="connsiteY281" fmla="*/ 145996 h 475260"/>
                <a:gd name="connsiteX282" fmla="*/ 244164 w 302992"/>
                <a:gd name="connsiteY282" fmla="*/ 146702 h 475260"/>
                <a:gd name="connsiteX283" fmla="*/ 238140 w 302992"/>
                <a:gd name="connsiteY283" fmla="*/ 146702 h 475260"/>
                <a:gd name="connsiteX284" fmla="*/ 234068 w 302992"/>
                <a:gd name="connsiteY284" fmla="*/ 145256 h 475260"/>
                <a:gd name="connsiteX285" fmla="*/ 225149 w 302992"/>
                <a:gd name="connsiteY285" fmla="*/ 139100 h 475260"/>
                <a:gd name="connsiteX286" fmla="*/ 219798 w 302992"/>
                <a:gd name="connsiteY286" fmla="*/ 136409 h 475260"/>
                <a:gd name="connsiteX287" fmla="*/ 215221 w 302992"/>
                <a:gd name="connsiteY287" fmla="*/ 133381 h 475260"/>
                <a:gd name="connsiteX288" fmla="*/ 212832 w 302992"/>
                <a:gd name="connsiteY288" fmla="*/ 131867 h 475260"/>
                <a:gd name="connsiteX289" fmla="*/ 208692 w 302992"/>
                <a:gd name="connsiteY289" fmla="*/ 129042 h 475260"/>
                <a:gd name="connsiteX290" fmla="*/ 203475 w 302992"/>
                <a:gd name="connsiteY290" fmla="*/ 124029 h 475260"/>
                <a:gd name="connsiteX291" fmla="*/ 202399 w 302992"/>
                <a:gd name="connsiteY291" fmla="*/ 122515 h 475260"/>
                <a:gd name="connsiteX292" fmla="*/ 202634 w 302992"/>
                <a:gd name="connsiteY292" fmla="*/ 119051 h 475260"/>
                <a:gd name="connsiteX293" fmla="*/ 203947 w 302992"/>
                <a:gd name="connsiteY293" fmla="*/ 114476 h 475260"/>
                <a:gd name="connsiteX294" fmla="*/ 202870 w 302992"/>
                <a:gd name="connsiteY294" fmla="*/ 111852 h 475260"/>
                <a:gd name="connsiteX295" fmla="*/ 202230 w 302992"/>
                <a:gd name="connsiteY295" fmla="*/ 108151 h 475260"/>
                <a:gd name="connsiteX296" fmla="*/ 203980 w 302992"/>
                <a:gd name="connsiteY296" fmla="*/ 104922 h 475260"/>
                <a:gd name="connsiteX297" fmla="*/ 205495 w 302992"/>
                <a:gd name="connsiteY297" fmla="*/ 103408 h 475260"/>
                <a:gd name="connsiteX298" fmla="*/ 206572 w 302992"/>
                <a:gd name="connsiteY298" fmla="*/ 100582 h 475260"/>
                <a:gd name="connsiteX299" fmla="*/ 206572 w 302992"/>
                <a:gd name="connsiteY299" fmla="*/ 99069 h 475260"/>
                <a:gd name="connsiteX300" fmla="*/ 203846 w 302992"/>
                <a:gd name="connsiteY300" fmla="*/ 95368 h 475260"/>
                <a:gd name="connsiteX301" fmla="*/ 203072 w 302992"/>
                <a:gd name="connsiteY301" fmla="*/ 93619 h 475260"/>
                <a:gd name="connsiteX302" fmla="*/ 203072 w 302992"/>
                <a:gd name="connsiteY302" fmla="*/ 89919 h 475260"/>
                <a:gd name="connsiteX303" fmla="*/ 205798 w 302992"/>
                <a:gd name="connsiteY303" fmla="*/ 86858 h 475260"/>
                <a:gd name="connsiteX304" fmla="*/ 206336 w 302992"/>
                <a:gd name="connsiteY304" fmla="*/ 84906 h 475260"/>
                <a:gd name="connsiteX305" fmla="*/ 206774 w 302992"/>
                <a:gd name="connsiteY305" fmla="*/ 81879 h 475260"/>
                <a:gd name="connsiteX306" fmla="*/ 207851 w 302992"/>
                <a:gd name="connsiteY306" fmla="*/ 79289 h 475260"/>
                <a:gd name="connsiteX307" fmla="*/ 208490 w 302992"/>
                <a:gd name="connsiteY307" fmla="*/ 76463 h 475260"/>
                <a:gd name="connsiteX308" fmla="*/ 211519 w 302992"/>
                <a:gd name="connsiteY308" fmla="*/ 72763 h 475260"/>
                <a:gd name="connsiteX309" fmla="*/ 213269 w 302992"/>
                <a:gd name="connsiteY309" fmla="*/ 68860 h 475260"/>
                <a:gd name="connsiteX310" fmla="*/ 215894 w 302992"/>
                <a:gd name="connsiteY310" fmla="*/ 63209 h 475260"/>
                <a:gd name="connsiteX311" fmla="*/ 220303 w 302992"/>
                <a:gd name="connsiteY311" fmla="*/ 61762 h 475260"/>
                <a:gd name="connsiteX312" fmla="*/ 222760 w 302992"/>
                <a:gd name="connsiteY312" fmla="*/ 56683 h 475260"/>
                <a:gd name="connsiteX313" fmla="*/ 226529 w 302992"/>
                <a:gd name="connsiteY313" fmla="*/ 55236 h 475260"/>
                <a:gd name="connsiteX314" fmla="*/ 231880 w 302992"/>
                <a:gd name="connsiteY314" fmla="*/ 53050 h 475260"/>
                <a:gd name="connsiteX315" fmla="*/ 234909 w 302992"/>
                <a:gd name="connsiteY315" fmla="*/ 53487 h 475260"/>
                <a:gd name="connsiteX316" fmla="*/ 238678 w 302992"/>
                <a:gd name="connsiteY316" fmla="*/ 53790 h 475260"/>
                <a:gd name="connsiteX317" fmla="*/ 240428 w 302992"/>
                <a:gd name="connsiteY317" fmla="*/ 54227 h 475260"/>
                <a:gd name="connsiteX318" fmla="*/ 242751 w 302992"/>
                <a:gd name="connsiteY318" fmla="*/ 54664 h 475260"/>
                <a:gd name="connsiteX319" fmla="*/ 244063 w 302992"/>
                <a:gd name="connsiteY319" fmla="*/ 53655 h 475260"/>
                <a:gd name="connsiteX320" fmla="*/ 244635 w 302992"/>
                <a:gd name="connsiteY320" fmla="*/ 49316 h 475260"/>
                <a:gd name="connsiteX321" fmla="*/ 244635 w 302992"/>
                <a:gd name="connsiteY321" fmla="*/ 46288 h 475260"/>
                <a:gd name="connsiteX322" fmla="*/ 243625 w 302992"/>
                <a:gd name="connsiteY322" fmla="*/ 42958 h 475260"/>
                <a:gd name="connsiteX323" fmla="*/ 242481 w 302992"/>
                <a:gd name="connsiteY323" fmla="*/ 39325 h 475260"/>
                <a:gd name="connsiteX324" fmla="*/ 239722 w 302992"/>
                <a:gd name="connsiteY324" fmla="*/ 36566 h 475260"/>
                <a:gd name="connsiteX325" fmla="*/ 236390 w 302992"/>
                <a:gd name="connsiteY325" fmla="*/ 36566 h 475260"/>
                <a:gd name="connsiteX326" fmla="*/ 234774 w 302992"/>
                <a:gd name="connsiteY326" fmla="*/ 36701 h 475260"/>
                <a:gd name="connsiteX327" fmla="*/ 232587 w 302992"/>
                <a:gd name="connsiteY327" fmla="*/ 38013 h 475260"/>
                <a:gd name="connsiteX328" fmla="*/ 232587 w 302992"/>
                <a:gd name="connsiteY328" fmla="*/ 30612 h 475260"/>
                <a:gd name="connsiteX329" fmla="*/ 231510 w 302992"/>
                <a:gd name="connsiteY329" fmla="*/ 26979 h 475260"/>
                <a:gd name="connsiteX330" fmla="*/ 231745 w 302992"/>
                <a:gd name="connsiteY330" fmla="*/ 22337 h 475260"/>
                <a:gd name="connsiteX331" fmla="*/ 230635 w 302992"/>
                <a:gd name="connsiteY331" fmla="*/ 17694 h 475260"/>
                <a:gd name="connsiteX332" fmla="*/ 228851 w 302992"/>
                <a:gd name="connsiteY332" fmla="*/ 14936 h 475260"/>
                <a:gd name="connsiteX333" fmla="*/ 230467 w 302992"/>
                <a:gd name="connsiteY333" fmla="*/ 11034 h 475260"/>
                <a:gd name="connsiteX334" fmla="*/ 230433 w 302992"/>
                <a:gd name="connsiteY334" fmla="*/ 7569 h 475260"/>
                <a:gd name="connsiteX335" fmla="*/ 230433 w 302992"/>
                <a:gd name="connsiteY335" fmla="*/ 3936 h 475260"/>
                <a:gd name="connsiteX336" fmla="*/ 229726 w 302992"/>
                <a:gd name="connsiteY336" fmla="*/ 740 h 475260"/>
                <a:gd name="connsiteX337" fmla="*/ 225654 w 302992"/>
                <a:gd name="connsiteY337" fmla="*/ 0 h 475260"/>
                <a:gd name="connsiteX338" fmla="*/ 222187 w 302992"/>
                <a:gd name="connsiteY338" fmla="*/ 3465 h 475260"/>
                <a:gd name="connsiteX339" fmla="*/ 216096 w 302992"/>
                <a:gd name="connsiteY339" fmla="*/ 4037 h 475260"/>
                <a:gd name="connsiteX340" fmla="*/ 211014 w 302992"/>
                <a:gd name="connsiteY340" fmla="*/ 4037 h 475260"/>
                <a:gd name="connsiteX341" fmla="*/ 208692 w 302992"/>
                <a:gd name="connsiteY341" fmla="*/ 4911 h 475260"/>
                <a:gd name="connsiteX342" fmla="*/ 205495 w 302992"/>
                <a:gd name="connsiteY342" fmla="*/ 6930 h 475260"/>
                <a:gd name="connsiteX343" fmla="*/ 201860 w 302992"/>
                <a:gd name="connsiteY343" fmla="*/ 8242 h 475260"/>
                <a:gd name="connsiteX344" fmla="*/ 196946 w 302992"/>
                <a:gd name="connsiteY344" fmla="*/ 9554 h 475260"/>
                <a:gd name="connsiteX345" fmla="*/ 193615 w 302992"/>
                <a:gd name="connsiteY345" fmla="*/ 9554 h 475260"/>
                <a:gd name="connsiteX346" fmla="*/ 190552 w 302992"/>
                <a:gd name="connsiteY346" fmla="*/ 8242 h 475260"/>
                <a:gd name="connsiteX347" fmla="*/ 187793 w 302992"/>
                <a:gd name="connsiteY347" fmla="*/ 11707 h 475260"/>
                <a:gd name="connsiteX348" fmla="*/ 184461 w 302992"/>
                <a:gd name="connsiteY348" fmla="*/ 16618 h 475260"/>
                <a:gd name="connsiteX349" fmla="*/ 183754 w 302992"/>
                <a:gd name="connsiteY349" fmla="*/ 19814 h 475260"/>
                <a:gd name="connsiteX350" fmla="*/ 183014 w 302992"/>
                <a:gd name="connsiteY350" fmla="*/ 25768 h 475260"/>
                <a:gd name="connsiteX351" fmla="*/ 180691 w 302992"/>
                <a:gd name="connsiteY351" fmla="*/ 27786 h 475260"/>
                <a:gd name="connsiteX352" fmla="*/ 176787 w 302992"/>
                <a:gd name="connsiteY352" fmla="*/ 30108 h 475260"/>
                <a:gd name="connsiteX353" fmla="*/ 172715 w 302992"/>
                <a:gd name="connsiteY353" fmla="*/ 32731 h 475260"/>
                <a:gd name="connsiteX354" fmla="*/ 169249 w 302992"/>
                <a:gd name="connsiteY354" fmla="*/ 35490 h 475260"/>
                <a:gd name="connsiteX355" fmla="*/ 167364 w 302992"/>
                <a:gd name="connsiteY355" fmla="*/ 37945 h 475260"/>
                <a:gd name="connsiteX356" fmla="*/ 165042 w 302992"/>
                <a:gd name="connsiteY356" fmla="*/ 42722 h 475260"/>
                <a:gd name="connsiteX357" fmla="*/ 162720 w 302992"/>
                <a:gd name="connsiteY357" fmla="*/ 45918 h 475260"/>
                <a:gd name="connsiteX358" fmla="*/ 158244 w 302992"/>
                <a:gd name="connsiteY358" fmla="*/ 50695 h 475260"/>
                <a:gd name="connsiteX359" fmla="*/ 153027 w 302992"/>
                <a:gd name="connsiteY359" fmla="*/ 56044 h 475260"/>
                <a:gd name="connsiteX360" fmla="*/ 149830 w 302992"/>
                <a:gd name="connsiteY360" fmla="*/ 65025 h 475260"/>
                <a:gd name="connsiteX361" fmla="*/ 147070 w 302992"/>
                <a:gd name="connsiteY361" fmla="*/ 74882 h 475260"/>
                <a:gd name="connsiteX362" fmla="*/ 143167 w 302992"/>
                <a:gd name="connsiteY362" fmla="*/ 80096 h 475260"/>
                <a:gd name="connsiteX363" fmla="*/ 142157 w 302992"/>
                <a:gd name="connsiteY363" fmla="*/ 93552 h 475260"/>
                <a:gd name="connsiteX364" fmla="*/ 142157 w 302992"/>
                <a:gd name="connsiteY364" fmla="*/ 99338 h 475260"/>
                <a:gd name="connsiteX365" fmla="*/ 145287 w 302992"/>
                <a:gd name="connsiteY365" fmla="*/ 102971 h 475260"/>
                <a:gd name="connsiteX366" fmla="*/ 145926 w 302992"/>
                <a:gd name="connsiteY366" fmla="*/ 107176 h 475260"/>
                <a:gd name="connsiteX367" fmla="*/ 144479 w 302992"/>
                <a:gd name="connsiteY367" fmla="*/ 110943 h 475260"/>
                <a:gd name="connsiteX368" fmla="*/ 143739 w 302992"/>
                <a:gd name="connsiteY368" fmla="*/ 116730 h 475260"/>
                <a:gd name="connsiteX369" fmla="*/ 144479 w 302992"/>
                <a:gd name="connsiteY369" fmla="*/ 120766 h 475260"/>
                <a:gd name="connsiteX370" fmla="*/ 139565 w 302992"/>
                <a:gd name="connsiteY370" fmla="*/ 125106 h 475260"/>
                <a:gd name="connsiteX371" fmla="*/ 136099 w 302992"/>
                <a:gd name="connsiteY371" fmla="*/ 127730 h 475260"/>
                <a:gd name="connsiteX372" fmla="*/ 133205 w 302992"/>
                <a:gd name="connsiteY372" fmla="*/ 134088 h 475260"/>
                <a:gd name="connsiteX373" fmla="*/ 133508 w 302992"/>
                <a:gd name="connsiteY373" fmla="*/ 138999 h 475260"/>
                <a:gd name="connsiteX374" fmla="*/ 134955 w 302992"/>
                <a:gd name="connsiteY374" fmla="*/ 144213 h 475260"/>
                <a:gd name="connsiteX375" fmla="*/ 139296 w 302992"/>
                <a:gd name="connsiteY375" fmla="*/ 149999 h 475260"/>
                <a:gd name="connsiteX376" fmla="*/ 142763 w 302992"/>
                <a:gd name="connsiteY376" fmla="*/ 157232 h 475260"/>
                <a:gd name="connsiteX377" fmla="*/ 142763 w 302992"/>
                <a:gd name="connsiteY377" fmla="*/ 166516 h 475260"/>
                <a:gd name="connsiteX378" fmla="*/ 138690 w 302992"/>
                <a:gd name="connsiteY378" fmla="*/ 171158 h 475260"/>
                <a:gd name="connsiteX379" fmla="*/ 127113 w 302992"/>
                <a:gd name="connsiteY379" fmla="*/ 177516 h 475260"/>
                <a:gd name="connsiteX380" fmla="*/ 122099 w 302992"/>
                <a:gd name="connsiteY380" fmla="*/ 177550 h 475260"/>
                <a:gd name="connsiteX381" fmla="*/ 117757 w 302992"/>
                <a:gd name="connsiteY381" fmla="*/ 178122 h 475260"/>
                <a:gd name="connsiteX382" fmla="*/ 115805 w 302992"/>
                <a:gd name="connsiteY382" fmla="*/ 180880 h 475260"/>
                <a:gd name="connsiteX383" fmla="*/ 117892 w 302992"/>
                <a:gd name="connsiteY383" fmla="*/ 183403 h 475260"/>
                <a:gd name="connsiteX384" fmla="*/ 123176 w 302992"/>
                <a:gd name="connsiteY384" fmla="*/ 184143 h 475260"/>
                <a:gd name="connsiteX385" fmla="*/ 120921 w 302992"/>
                <a:gd name="connsiteY385" fmla="*/ 187911 h 475260"/>
                <a:gd name="connsiteX386" fmla="*/ 116344 w 302992"/>
                <a:gd name="connsiteY386" fmla="*/ 188550 h 475260"/>
                <a:gd name="connsiteX387" fmla="*/ 108872 w 302992"/>
                <a:gd name="connsiteY387" fmla="*/ 186532 h 475260"/>
                <a:gd name="connsiteX388" fmla="*/ 104733 w 302992"/>
                <a:gd name="connsiteY388" fmla="*/ 186532 h 475260"/>
                <a:gd name="connsiteX389" fmla="*/ 102983 w 302992"/>
                <a:gd name="connsiteY389" fmla="*/ 186532 h 475260"/>
                <a:gd name="connsiteX390" fmla="*/ 93190 w 302992"/>
                <a:gd name="connsiteY390" fmla="*/ 186532 h 475260"/>
                <a:gd name="connsiteX391" fmla="*/ 88175 w 302992"/>
                <a:gd name="connsiteY391" fmla="*/ 187844 h 475260"/>
                <a:gd name="connsiteX392" fmla="*/ 81007 w 302992"/>
                <a:gd name="connsiteY392" fmla="*/ 192621 h 475260"/>
                <a:gd name="connsiteX393" fmla="*/ 71651 w 302992"/>
                <a:gd name="connsiteY393" fmla="*/ 195446 h 475260"/>
                <a:gd name="connsiteX394" fmla="*/ 67309 w 302992"/>
                <a:gd name="connsiteY394" fmla="*/ 198070 h 475260"/>
                <a:gd name="connsiteX395" fmla="*/ 57078 w 302992"/>
                <a:gd name="connsiteY395" fmla="*/ 200660 h 475260"/>
                <a:gd name="connsiteX396" fmla="*/ 52064 w 302992"/>
                <a:gd name="connsiteY396" fmla="*/ 202847 h 475260"/>
                <a:gd name="connsiteX397" fmla="*/ 40991 w 302992"/>
                <a:gd name="connsiteY397" fmla="*/ 203049 h 475260"/>
                <a:gd name="connsiteX398" fmla="*/ 30996 w 302992"/>
                <a:gd name="connsiteY398" fmla="*/ 200660 h 475260"/>
                <a:gd name="connsiteX399" fmla="*/ 28371 w 302992"/>
                <a:gd name="connsiteY399" fmla="*/ 203486 h 475260"/>
                <a:gd name="connsiteX400" fmla="*/ 19250 w 302992"/>
                <a:gd name="connsiteY400" fmla="*/ 205875 h 475260"/>
                <a:gd name="connsiteX401" fmla="*/ 10769 w 302992"/>
                <a:gd name="connsiteY401" fmla="*/ 209138 h 475260"/>
                <a:gd name="connsiteX402" fmla="*/ 7942 w 302992"/>
                <a:gd name="connsiteY402" fmla="*/ 209138 h 475260"/>
                <a:gd name="connsiteX403" fmla="*/ 4442 w 302992"/>
                <a:gd name="connsiteY403" fmla="*/ 211896 h 475260"/>
                <a:gd name="connsiteX404" fmla="*/ 707 w 302992"/>
                <a:gd name="connsiteY404" fmla="*/ 213343 h 475260"/>
                <a:gd name="connsiteX405" fmla="*/ 0 w 302992"/>
                <a:gd name="connsiteY405" fmla="*/ 214890 h 475260"/>
                <a:gd name="connsiteX406" fmla="*/ 3264 w 302992"/>
                <a:gd name="connsiteY406" fmla="*/ 216538 h 475260"/>
                <a:gd name="connsiteX407" fmla="*/ 7303 w 302992"/>
                <a:gd name="connsiteY407" fmla="*/ 216538 h 475260"/>
                <a:gd name="connsiteX408" fmla="*/ 13495 w 302992"/>
                <a:gd name="connsiteY408" fmla="*/ 217850 h 475260"/>
                <a:gd name="connsiteX409" fmla="*/ 19250 w 302992"/>
                <a:gd name="connsiteY409" fmla="*/ 217850 h 475260"/>
                <a:gd name="connsiteX410" fmla="*/ 26419 w 302992"/>
                <a:gd name="connsiteY410" fmla="*/ 217850 h 475260"/>
                <a:gd name="connsiteX411" fmla="*/ 31635 w 302992"/>
                <a:gd name="connsiteY411" fmla="*/ 217850 h 475260"/>
                <a:gd name="connsiteX412" fmla="*/ 38602 w 302992"/>
                <a:gd name="connsiteY412" fmla="*/ 217850 h 475260"/>
                <a:gd name="connsiteX413" fmla="*/ 42068 w 302992"/>
                <a:gd name="connsiteY413" fmla="*/ 217850 h 475260"/>
                <a:gd name="connsiteX414" fmla="*/ 44256 w 302992"/>
                <a:gd name="connsiteY414" fmla="*/ 217850 h 475260"/>
                <a:gd name="connsiteX415" fmla="*/ 45770 w 302992"/>
                <a:gd name="connsiteY415" fmla="*/ 218725 h 475260"/>
                <a:gd name="connsiteX416" fmla="*/ 46410 w 302992"/>
                <a:gd name="connsiteY416" fmla="*/ 220474 h 475260"/>
                <a:gd name="connsiteX417" fmla="*/ 46410 w 302992"/>
                <a:gd name="connsiteY417" fmla="*/ 223300 h 475260"/>
                <a:gd name="connsiteX418" fmla="*/ 45905 w 302992"/>
                <a:gd name="connsiteY418" fmla="*/ 225251 h 475260"/>
                <a:gd name="connsiteX419" fmla="*/ 44861 w 302992"/>
                <a:gd name="connsiteY419" fmla="*/ 226563 h 475260"/>
                <a:gd name="connsiteX420" fmla="*/ 42035 w 302992"/>
                <a:gd name="connsiteY420" fmla="*/ 227875 h 475260"/>
                <a:gd name="connsiteX421" fmla="*/ 40284 w 302992"/>
                <a:gd name="connsiteY421" fmla="*/ 228850 h 475260"/>
                <a:gd name="connsiteX422" fmla="*/ 38534 w 302992"/>
                <a:gd name="connsiteY422" fmla="*/ 230028 h 475260"/>
                <a:gd name="connsiteX423" fmla="*/ 35068 w 302992"/>
                <a:gd name="connsiteY423" fmla="*/ 230028 h 475260"/>
                <a:gd name="connsiteX424" fmla="*/ 31366 w 302992"/>
                <a:gd name="connsiteY424" fmla="*/ 230028 h 475260"/>
                <a:gd name="connsiteX425" fmla="*/ 29852 w 302992"/>
                <a:gd name="connsiteY425" fmla="*/ 231104 h 475260"/>
                <a:gd name="connsiteX426" fmla="*/ 27260 w 302992"/>
                <a:gd name="connsiteY426" fmla="*/ 232618 h 475260"/>
                <a:gd name="connsiteX427" fmla="*/ 27260 w 302992"/>
                <a:gd name="connsiteY427" fmla="*/ 234132 h 475260"/>
                <a:gd name="connsiteX428" fmla="*/ 27799 w 302992"/>
                <a:gd name="connsiteY428" fmla="*/ 235982 h 475260"/>
                <a:gd name="connsiteX429" fmla="*/ 29751 w 302992"/>
                <a:gd name="connsiteY429" fmla="*/ 238707 h 475260"/>
                <a:gd name="connsiteX430" fmla="*/ 33924 w 302992"/>
                <a:gd name="connsiteY430" fmla="*/ 239682 h 475260"/>
                <a:gd name="connsiteX431" fmla="*/ 35606 w 302992"/>
                <a:gd name="connsiteY431" fmla="*/ 239716 h 475260"/>
                <a:gd name="connsiteX432" fmla="*/ 37188 w 302992"/>
                <a:gd name="connsiteY432" fmla="*/ 239716 h 475260"/>
                <a:gd name="connsiteX433" fmla="*/ 40318 w 302992"/>
                <a:gd name="connsiteY433" fmla="*/ 240422 h 475260"/>
                <a:gd name="connsiteX434" fmla="*/ 43650 w 302992"/>
                <a:gd name="connsiteY434" fmla="*/ 240422 h 475260"/>
                <a:gd name="connsiteX435" fmla="*/ 46612 w 302992"/>
                <a:gd name="connsiteY435" fmla="*/ 240490 h 475260"/>
                <a:gd name="connsiteX436" fmla="*/ 48126 w 302992"/>
                <a:gd name="connsiteY436" fmla="*/ 241297 h 475260"/>
                <a:gd name="connsiteX437" fmla="*/ 48126 w 302992"/>
                <a:gd name="connsiteY437" fmla="*/ 244123 h 475260"/>
                <a:gd name="connsiteX438" fmla="*/ 48833 w 302992"/>
                <a:gd name="connsiteY438" fmla="*/ 248025 h 475260"/>
                <a:gd name="connsiteX439" fmla="*/ 49169 w 302992"/>
                <a:gd name="connsiteY439" fmla="*/ 250918 h 475260"/>
                <a:gd name="connsiteX440" fmla="*/ 51559 w 302992"/>
                <a:gd name="connsiteY440" fmla="*/ 253609 h 475260"/>
                <a:gd name="connsiteX441" fmla="*/ 54016 w 302992"/>
                <a:gd name="connsiteY441" fmla="*/ 255594 h 475260"/>
                <a:gd name="connsiteX442" fmla="*/ 54453 w 302992"/>
                <a:gd name="connsiteY442" fmla="*/ 257242 h 475260"/>
                <a:gd name="connsiteX443" fmla="*/ 54016 w 302992"/>
                <a:gd name="connsiteY443" fmla="*/ 258554 h 475260"/>
                <a:gd name="connsiteX444" fmla="*/ 55968 w 302992"/>
                <a:gd name="connsiteY444" fmla="*/ 260640 h 475260"/>
                <a:gd name="connsiteX445" fmla="*/ 57717 w 302992"/>
                <a:gd name="connsiteY445" fmla="*/ 261514 h 475260"/>
                <a:gd name="connsiteX446" fmla="*/ 63136 w 302992"/>
                <a:gd name="connsiteY446" fmla="*/ 261750 h 475260"/>
                <a:gd name="connsiteX447" fmla="*/ 65761 w 302992"/>
                <a:gd name="connsiteY447" fmla="*/ 262725 h 475260"/>
                <a:gd name="connsiteX448" fmla="*/ 67713 w 302992"/>
                <a:gd name="connsiteY448" fmla="*/ 264677 h 475260"/>
                <a:gd name="connsiteX449" fmla="*/ 70001 w 302992"/>
                <a:gd name="connsiteY449" fmla="*/ 267401 h 475260"/>
                <a:gd name="connsiteX450" fmla="*/ 71314 w 302992"/>
                <a:gd name="connsiteY450" fmla="*/ 269689 h 475260"/>
                <a:gd name="connsiteX451" fmla="*/ 73064 w 302992"/>
                <a:gd name="connsiteY451" fmla="*/ 272952 h 475260"/>
                <a:gd name="connsiteX452" fmla="*/ 74242 w 302992"/>
                <a:gd name="connsiteY452" fmla="*/ 276753 h 475260"/>
                <a:gd name="connsiteX453" fmla="*/ 75352 w 302992"/>
                <a:gd name="connsiteY453" fmla="*/ 278402 h 4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02992" h="475260">
                  <a:moveTo>
                    <a:pt x="75352" y="278402"/>
                  </a:moveTo>
                  <a:lnTo>
                    <a:pt x="78180" y="278940"/>
                  </a:lnTo>
                  <a:cubicBezTo>
                    <a:pt x="78180" y="278940"/>
                    <a:pt x="81107" y="279814"/>
                    <a:pt x="81545" y="279814"/>
                  </a:cubicBezTo>
                  <a:cubicBezTo>
                    <a:pt x="81983" y="279814"/>
                    <a:pt x="83160" y="280252"/>
                    <a:pt x="83160" y="280252"/>
                  </a:cubicBezTo>
                  <a:lnTo>
                    <a:pt x="85785" y="282876"/>
                  </a:lnTo>
                  <a:lnTo>
                    <a:pt x="87636" y="286475"/>
                  </a:lnTo>
                  <a:cubicBezTo>
                    <a:pt x="87636" y="286475"/>
                    <a:pt x="89588" y="289402"/>
                    <a:pt x="89925" y="289738"/>
                  </a:cubicBezTo>
                  <a:cubicBezTo>
                    <a:pt x="90262" y="290075"/>
                    <a:pt x="90026" y="291925"/>
                    <a:pt x="90026" y="292328"/>
                  </a:cubicBezTo>
                  <a:cubicBezTo>
                    <a:pt x="90026" y="292766"/>
                    <a:pt x="89925" y="294717"/>
                    <a:pt x="89824" y="295154"/>
                  </a:cubicBezTo>
                  <a:cubicBezTo>
                    <a:pt x="89723" y="295591"/>
                    <a:pt x="89185" y="297105"/>
                    <a:pt x="89185" y="297105"/>
                  </a:cubicBezTo>
                  <a:cubicBezTo>
                    <a:pt x="89185" y="297105"/>
                    <a:pt x="88108" y="298417"/>
                    <a:pt x="87435" y="298955"/>
                  </a:cubicBezTo>
                  <a:cubicBezTo>
                    <a:pt x="86795" y="299494"/>
                    <a:pt x="85920" y="299931"/>
                    <a:pt x="85920" y="299931"/>
                  </a:cubicBezTo>
                  <a:lnTo>
                    <a:pt x="85045" y="300267"/>
                  </a:lnTo>
                  <a:cubicBezTo>
                    <a:pt x="85045" y="300267"/>
                    <a:pt x="83295" y="301041"/>
                    <a:pt x="82218" y="301579"/>
                  </a:cubicBezTo>
                  <a:cubicBezTo>
                    <a:pt x="81141" y="302118"/>
                    <a:pt x="80906" y="303968"/>
                    <a:pt x="80906" y="303968"/>
                  </a:cubicBezTo>
                  <a:lnTo>
                    <a:pt x="79593" y="305482"/>
                  </a:lnTo>
                  <a:lnTo>
                    <a:pt x="78180" y="310157"/>
                  </a:lnTo>
                  <a:lnTo>
                    <a:pt x="78718" y="313420"/>
                  </a:lnTo>
                  <a:lnTo>
                    <a:pt x="78180" y="316684"/>
                  </a:lnTo>
                  <a:lnTo>
                    <a:pt x="78718" y="319947"/>
                  </a:lnTo>
                  <a:lnTo>
                    <a:pt x="80569" y="322571"/>
                  </a:lnTo>
                  <a:lnTo>
                    <a:pt x="83833" y="323647"/>
                  </a:lnTo>
                  <a:lnTo>
                    <a:pt x="87535" y="324084"/>
                  </a:lnTo>
                  <a:lnTo>
                    <a:pt x="90161" y="324320"/>
                  </a:lnTo>
                  <a:lnTo>
                    <a:pt x="93088" y="326607"/>
                  </a:lnTo>
                  <a:lnTo>
                    <a:pt x="93694" y="330812"/>
                  </a:lnTo>
                  <a:lnTo>
                    <a:pt x="96454" y="337338"/>
                  </a:lnTo>
                  <a:lnTo>
                    <a:pt x="99348" y="345143"/>
                  </a:lnTo>
                  <a:lnTo>
                    <a:pt x="100089" y="354427"/>
                  </a:lnTo>
                  <a:lnTo>
                    <a:pt x="101233" y="359641"/>
                  </a:lnTo>
                  <a:lnTo>
                    <a:pt x="100089" y="365495"/>
                  </a:lnTo>
                  <a:lnTo>
                    <a:pt x="100493" y="369935"/>
                  </a:lnTo>
                  <a:lnTo>
                    <a:pt x="100593" y="371953"/>
                  </a:lnTo>
                  <a:lnTo>
                    <a:pt x="99079" y="374207"/>
                  </a:lnTo>
                  <a:cubicBezTo>
                    <a:pt x="99079" y="374207"/>
                    <a:pt x="96521" y="378412"/>
                    <a:pt x="95949" y="378446"/>
                  </a:cubicBezTo>
                  <a:cubicBezTo>
                    <a:pt x="95411" y="378480"/>
                    <a:pt x="94367" y="379119"/>
                    <a:pt x="93661" y="379455"/>
                  </a:cubicBezTo>
                  <a:cubicBezTo>
                    <a:pt x="92954" y="379791"/>
                    <a:pt x="92113" y="380229"/>
                    <a:pt x="91776" y="380229"/>
                  </a:cubicBezTo>
                  <a:cubicBezTo>
                    <a:pt x="91439" y="380229"/>
                    <a:pt x="89925" y="381272"/>
                    <a:pt x="89858" y="381406"/>
                  </a:cubicBezTo>
                  <a:cubicBezTo>
                    <a:pt x="89790" y="381541"/>
                    <a:pt x="89622" y="382853"/>
                    <a:pt x="89622" y="383021"/>
                  </a:cubicBezTo>
                  <a:cubicBezTo>
                    <a:pt x="89622" y="383155"/>
                    <a:pt x="89387" y="384669"/>
                    <a:pt x="89387" y="384669"/>
                  </a:cubicBezTo>
                  <a:lnTo>
                    <a:pt x="88007" y="386351"/>
                  </a:lnTo>
                  <a:lnTo>
                    <a:pt x="86324" y="387327"/>
                  </a:lnTo>
                  <a:lnTo>
                    <a:pt x="83901" y="389513"/>
                  </a:lnTo>
                  <a:cubicBezTo>
                    <a:pt x="83901" y="389513"/>
                    <a:pt x="83867" y="391734"/>
                    <a:pt x="83833" y="392003"/>
                  </a:cubicBezTo>
                  <a:cubicBezTo>
                    <a:pt x="83800" y="392305"/>
                    <a:pt x="83699" y="394055"/>
                    <a:pt x="83463" y="394257"/>
                  </a:cubicBezTo>
                  <a:cubicBezTo>
                    <a:pt x="83261" y="394425"/>
                    <a:pt x="83463" y="396510"/>
                    <a:pt x="83463" y="396510"/>
                  </a:cubicBezTo>
                  <a:cubicBezTo>
                    <a:pt x="83463" y="396510"/>
                    <a:pt x="83699" y="397654"/>
                    <a:pt x="83766" y="397822"/>
                  </a:cubicBezTo>
                  <a:cubicBezTo>
                    <a:pt x="83833" y="397957"/>
                    <a:pt x="85011" y="399235"/>
                    <a:pt x="85550" y="399639"/>
                  </a:cubicBezTo>
                  <a:cubicBezTo>
                    <a:pt x="86088" y="400042"/>
                    <a:pt x="87872" y="401422"/>
                    <a:pt x="88074" y="401624"/>
                  </a:cubicBezTo>
                  <a:cubicBezTo>
                    <a:pt x="88276" y="401859"/>
                    <a:pt x="88713" y="403036"/>
                    <a:pt x="88612" y="403406"/>
                  </a:cubicBezTo>
                  <a:cubicBezTo>
                    <a:pt x="88512" y="403776"/>
                    <a:pt x="88040" y="404382"/>
                    <a:pt x="87805" y="404954"/>
                  </a:cubicBezTo>
                  <a:cubicBezTo>
                    <a:pt x="87603" y="405526"/>
                    <a:pt x="89117" y="406266"/>
                    <a:pt x="89252" y="406299"/>
                  </a:cubicBezTo>
                  <a:cubicBezTo>
                    <a:pt x="89387" y="406333"/>
                    <a:pt x="90699" y="406905"/>
                    <a:pt x="91204" y="407073"/>
                  </a:cubicBezTo>
                  <a:cubicBezTo>
                    <a:pt x="91709" y="407208"/>
                    <a:pt x="93055" y="407746"/>
                    <a:pt x="93257" y="407746"/>
                  </a:cubicBezTo>
                  <a:cubicBezTo>
                    <a:pt x="93425" y="407746"/>
                    <a:pt x="94771" y="409024"/>
                    <a:pt x="94771" y="409024"/>
                  </a:cubicBezTo>
                  <a:lnTo>
                    <a:pt x="96084" y="411211"/>
                  </a:lnTo>
                  <a:lnTo>
                    <a:pt x="96622" y="413297"/>
                  </a:lnTo>
                  <a:lnTo>
                    <a:pt x="99247" y="414171"/>
                  </a:lnTo>
                  <a:lnTo>
                    <a:pt x="104161" y="415618"/>
                  </a:lnTo>
                  <a:lnTo>
                    <a:pt x="106180" y="415315"/>
                  </a:lnTo>
                  <a:lnTo>
                    <a:pt x="108199" y="414440"/>
                  </a:lnTo>
                  <a:lnTo>
                    <a:pt x="111666" y="414440"/>
                  </a:lnTo>
                  <a:cubicBezTo>
                    <a:pt x="111666" y="414440"/>
                    <a:pt x="116007" y="415012"/>
                    <a:pt x="118632" y="415584"/>
                  </a:cubicBezTo>
                  <a:cubicBezTo>
                    <a:pt x="121224" y="416156"/>
                    <a:pt x="120955" y="416459"/>
                    <a:pt x="120955" y="416459"/>
                  </a:cubicBezTo>
                  <a:lnTo>
                    <a:pt x="120652" y="417905"/>
                  </a:lnTo>
                  <a:lnTo>
                    <a:pt x="120080" y="421101"/>
                  </a:lnTo>
                  <a:lnTo>
                    <a:pt x="118632" y="422245"/>
                  </a:lnTo>
                  <a:cubicBezTo>
                    <a:pt x="118632" y="422245"/>
                    <a:pt x="120382" y="425138"/>
                    <a:pt x="120652" y="426315"/>
                  </a:cubicBezTo>
                  <a:cubicBezTo>
                    <a:pt x="120955" y="427459"/>
                    <a:pt x="122099" y="432337"/>
                    <a:pt x="122099" y="432337"/>
                  </a:cubicBezTo>
                  <a:cubicBezTo>
                    <a:pt x="122099" y="432337"/>
                    <a:pt x="130210" y="436474"/>
                    <a:pt x="131084" y="436743"/>
                  </a:cubicBezTo>
                  <a:cubicBezTo>
                    <a:pt x="131959" y="437046"/>
                    <a:pt x="134551" y="437887"/>
                    <a:pt x="134551" y="437887"/>
                  </a:cubicBezTo>
                  <a:lnTo>
                    <a:pt x="141214" y="440780"/>
                  </a:lnTo>
                  <a:lnTo>
                    <a:pt x="146936" y="444615"/>
                  </a:lnTo>
                  <a:lnTo>
                    <a:pt x="149628" y="447441"/>
                  </a:lnTo>
                  <a:lnTo>
                    <a:pt x="149763" y="449627"/>
                  </a:lnTo>
                  <a:lnTo>
                    <a:pt x="149056" y="451814"/>
                  </a:lnTo>
                  <a:lnTo>
                    <a:pt x="149056" y="454135"/>
                  </a:lnTo>
                  <a:cubicBezTo>
                    <a:pt x="149056" y="454135"/>
                    <a:pt x="149998" y="455010"/>
                    <a:pt x="150301" y="457028"/>
                  </a:cubicBezTo>
                  <a:cubicBezTo>
                    <a:pt x="150604" y="459047"/>
                    <a:pt x="151681" y="459047"/>
                    <a:pt x="151681" y="459047"/>
                  </a:cubicBezTo>
                  <a:lnTo>
                    <a:pt x="154003" y="458172"/>
                  </a:lnTo>
                  <a:lnTo>
                    <a:pt x="155148" y="457028"/>
                  </a:lnTo>
                  <a:lnTo>
                    <a:pt x="155888" y="455447"/>
                  </a:lnTo>
                  <a:lnTo>
                    <a:pt x="157773" y="454572"/>
                  </a:lnTo>
                  <a:lnTo>
                    <a:pt x="161239" y="455279"/>
                  </a:lnTo>
                  <a:lnTo>
                    <a:pt x="161239" y="455144"/>
                  </a:lnTo>
                  <a:lnTo>
                    <a:pt x="162754" y="455716"/>
                  </a:lnTo>
                  <a:lnTo>
                    <a:pt x="165883" y="456591"/>
                  </a:lnTo>
                  <a:lnTo>
                    <a:pt x="167465" y="458609"/>
                  </a:lnTo>
                  <a:lnTo>
                    <a:pt x="168609" y="461367"/>
                  </a:lnTo>
                  <a:cubicBezTo>
                    <a:pt x="168609" y="461367"/>
                    <a:pt x="169181" y="462814"/>
                    <a:pt x="169619" y="464698"/>
                  </a:cubicBezTo>
                  <a:cubicBezTo>
                    <a:pt x="170056" y="466582"/>
                    <a:pt x="170629" y="465707"/>
                    <a:pt x="171369" y="466716"/>
                  </a:cubicBezTo>
                  <a:cubicBezTo>
                    <a:pt x="172076" y="467725"/>
                    <a:pt x="171369" y="468735"/>
                    <a:pt x="171369" y="468735"/>
                  </a:cubicBezTo>
                  <a:lnTo>
                    <a:pt x="172816" y="471493"/>
                  </a:lnTo>
                  <a:lnTo>
                    <a:pt x="173961" y="472368"/>
                  </a:lnTo>
                  <a:cubicBezTo>
                    <a:pt x="173961" y="472368"/>
                    <a:pt x="175542" y="474117"/>
                    <a:pt x="176148" y="474386"/>
                  </a:cubicBezTo>
                  <a:cubicBezTo>
                    <a:pt x="176720" y="474689"/>
                    <a:pt x="177730" y="475261"/>
                    <a:pt x="177730" y="475261"/>
                  </a:cubicBezTo>
                  <a:lnTo>
                    <a:pt x="179480" y="475261"/>
                  </a:lnTo>
                  <a:cubicBezTo>
                    <a:pt x="179480" y="475261"/>
                    <a:pt x="180220" y="474554"/>
                    <a:pt x="180624" y="474117"/>
                  </a:cubicBezTo>
                  <a:cubicBezTo>
                    <a:pt x="181062" y="473680"/>
                    <a:pt x="181634" y="472368"/>
                    <a:pt x="181634" y="472368"/>
                  </a:cubicBezTo>
                  <a:lnTo>
                    <a:pt x="182643" y="469307"/>
                  </a:lnTo>
                  <a:lnTo>
                    <a:pt x="183216" y="467557"/>
                  </a:lnTo>
                  <a:lnTo>
                    <a:pt x="184360" y="463790"/>
                  </a:lnTo>
                  <a:lnTo>
                    <a:pt x="184932" y="460325"/>
                  </a:lnTo>
                  <a:lnTo>
                    <a:pt x="185672" y="457566"/>
                  </a:lnTo>
                  <a:lnTo>
                    <a:pt x="185369" y="454808"/>
                  </a:lnTo>
                  <a:cubicBezTo>
                    <a:pt x="185369" y="454808"/>
                    <a:pt x="185067" y="452218"/>
                    <a:pt x="184663" y="452049"/>
                  </a:cubicBezTo>
                  <a:cubicBezTo>
                    <a:pt x="184225" y="451915"/>
                    <a:pt x="182643" y="445826"/>
                    <a:pt x="182643" y="445826"/>
                  </a:cubicBezTo>
                  <a:lnTo>
                    <a:pt x="182071" y="440612"/>
                  </a:lnTo>
                  <a:lnTo>
                    <a:pt x="184023" y="436104"/>
                  </a:lnTo>
                  <a:lnTo>
                    <a:pt x="182509" y="433817"/>
                  </a:lnTo>
                  <a:lnTo>
                    <a:pt x="181297" y="429679"/>
                  </a:lnTo>
                  <a:lnTo>
                    <a:pt x="180321" y="427392"/>
                  </a:lnTo>
                  <a:lnTo>
                    <a:pt x="180321" y="426315"/>
                  </a:lnTo>
                  <a:cubicBezTo>
                    <a:pt x="180321" y="426315"/>
                    <a:pt x="180153" y="424465"/>
                    <a:pt x="179951" y="424028"/>
                  </a:cubicBezTo>
                  <a:cubicBezTo>
                    <a:pt x="179749" y="423590"/>
                    <a:pt x="178605" y="422177"/>
                    <a:pt x="178605" y="422177"/>
                  </a:cubicBezTo>
                  <a:lnTo>
                    <a:pt x="178605" y="419789"/>
                  </a:lnTo>
                  <a:lnTo>
                    <a:pt x="179379" y="417737"/>
                  </a:lnTo>
                  <a:lnTo>
                    <a:pt x="182643" y="416862"/>
                  </a:lnTo>
                  <a:lnTo>
                    <a:pt x="184595" y="416089"/>
                  </a:lnTo>
                  <a:lnTo>
                    <a:pt x="187220" y="413801"/>
                  </a:lnTo>
                  <a:lnTo>
                    <a:pt x="188970" y="413700"/>
                  </a:lnTo>
                  <a:lnTo>
                    <a:pt x="191898" y="416728"/>
                  </a:lnTo>
                  <a:lnTo>
                    <a:pt x="194288" y="417602"/>
                  </a:lnTo>
                  <a:lnTo>
                    <a:pt x="197350" y="419352"/>
                  </a:lnTo>
                  <a:lnTo>
                    <a:pt x="200951" y="422076"/>
                  </a:lnTo>
                  <a:lnTo>
                    <a:pt x="203879" y="424801"/>
                  </a:lnTo>
                  <a:lnTo>
                    <a:pt x="205831" y="424801"/>
                  </a:lnTo>
                  <a:lnTo>
                    <a:pt x="207783" y="423119"/>
                  </a:lnTo>
                  <a:lnTo>
                    <a:pt x="209870" y="421202"/>
                  </a:lnTo>
                  <a:lnTo>
                    <a:pt x="213572" y="421976"/>
                  </a:lnTo>
                  <a:cubicBezTo>
                    <a:pt x="213572" y="421976"/>
                    <a:pt x="214548" y="419486"/>
                    <a:pt x="215860" y="418511"/>
                  </a:cubicBezTo>
                  <a:cubicBezTo>
                    <a:pt x="217173" y="417535"/>
                    <a:pt x="215860" y="418511"/>
                    <a:pt x="216399" y="417972"/>
                  </a:cubicBezTo>
                  <a:cubicBezTo>
                    <a:pt x="216937" y="417434"/>
                    <a:pt x="217375" y="416223"/>
                    <a:pt x="217712" y="416122"/>
                  </a:cubicBezTo>
                  <a:cubicBezTo>
                    <a:pt x="218048" y="416021"/>
                    <a:pt x="218485" y="416122"/>
                    <a:pt x="219562" y="416122"/>
                  </a:cubicBezTo>
                  <a:cubicBezTo>
                    <a:pt x="220639" y="416122"/>
                    <a:pt x="221952" y="416122"/>
                    <a:pt x="223466" y="416122"/>
                  </a:cubicBezTo>
                  <a:cubicBezTo>
                    <a:pt x="224981" y="416122"/>
                    <a:pt x="225216" y="415954"/>
                    <a:pt x="226192" y="415416"/>
                  </a:cubicBezTo>
                  <a:cubicBezTo>
                    <a:pt x="227168" y="414878"/>
                    <a:pt x="227404" y="415248"/>
                    <a:pt x="227404" y="415248"/>
                  </a:cubicBezTo>
                  <a:lnTo>
                    <a:pt x="227404" y="413398"/>
                  </a:lnTo>
                  <a:lnTo>
                    <a:pt x="226933" y="410572"/>
                  </a:lnTo>
                  <a:lnTo>
                    <a:pt x="227000" y="409697"/>
                  </a:lnTo>
                  <a:lnTo>
                    <a:pt x="223836" y="406333"/>
                  </a:lnTo>
                  <a:lnTo>
                    <a:pt x="220471" y="401354"/>
                  </a:lnTo>
                  <a:lnTo>
                    <a:pt x="220471" y="399605"/>
                  </a:lnTo>
                  <a:lnTo>
                    <a:pt x="224274" y="397755"/>
                  </a:lnTo>
                  <a:lnTo>
                    <a:pt x="226563" y="396342"/>
                  </a:lnTo>
                  <a:lnTo>
                    <a:pt x="228414" y="392440"/>
                  </a:lnTo>
                  <a:cubicBezTo>
                    <a:pt x="228414" y="392440"/>
                    <a:pt x="229188" y="388302"/>
                    <a:pt x="229188" y="387865"/>
                  </a:cubicBezTo>
                  <a:cubicBezTo>
                    <a:pt x="229188" y="387428"/>
                    <a:pt x="229726" y="385241"/>
                    <a:pt x="230365" y="383828"/>
                  </a:cubicBezTo>
                  <a:cubicBezTo>
                    <a:pt x="231005" y="382415"/>
                    <a:pt x="232452" y="380128"/>
                    <a:pt x="232452" y="380128"/>
                  </a:cubicBezTo>
                  <a:lnTo>
                    <a:pt x="231577" y="377403"/>
                  </a:lnTo>
                  <a:lnTo>
                    <a:pt x="229726" y="375788"/>
                  </a:lnTo>
                  <a:lnTo>
                    <a:pt x="227539" y="373299"/>
                  </a:lnTo>
                  <a:lnTo>
                    <a:pt x="226226" y="371348"/>
                  </a:lnTo>
                  <a:lnTo>
                    <a:pt x="228414" y="368421"/>
                  </a:lnTo>
                  <a:lnTo>
                    <a:pt x="226226" y="366134"/>
                  </a:lnTo>
                  <a:lnTo>
                    <a:pt x="221346" y="363947"/>
                  </a:lnTo>
                  <a:cubicBezTo>
                    <a:pt x="221346" y="363947"/>
                    <a:pt x="219058" y="363947"/>
                    <a:pt x="218721" y="363947"/>
                  </a:cubicBezTo>
                  <a:cubicBezTo>
                    <a:pt x="218384" y="363947"/>
                    <a:pt x="215255" y="362904"/>
                    <a:pt x="214178" y="362904"/>
                  </a:cubicBezTo>
                  <a:cubicBezTo>
                    <a:pt x="213101" y="362904"/>
                    <a:pt x="209836" y="361222"/>
                    <a:pt x="209836" y="361222"/>
                  </a:cubicBezTo>
                  <a:lnTo>
                    <a:pt x="207110" y="359271"/>
                  </a:lnTo>
                  <a:lnTo>
                    <a:pt x="205158" y="356883"/>
                  </a:lnTo>
                  <a:lnTo>
                    <a:pt x="201793" y="355806"/>
                  </a:lnTo>
                  <a:lnTo>
                    <a:pt x="198528" y="357455"/>
                  </a:lnTo>
                  <a:cubicBezTo>
                    <a:pt x="198528" y="357455"/>
                    <a:pt x="193413" y="357657"/>
                    <a:pt x="189408" y="357455"/>
                  </a:cubicBezTo>
                  <a:cubicBezTo>
                    <a:pt x="185369" y="357219"/>
                    <a:pt x="186783" y="356244"/>
                    <a:pt x="186480" y="355941"/>
                  </a:cubicBezTo>
                  <a:cubicBezTo>
                    <a:pt x="186143" y="355605"/>
                    <a:pt x="184865" y="352476"/>
                    <a:pt x="184865" y="352476"/>
                  </a:cubicBezTo>
                  <a:cubicBezTo>
                    <a:pt x="184865" y="352476"/>
                    <a:pt x="188028" y="349987"/>
                    <a:pt x="189206" y="349449"/>
                  </a:cubicBezTo>
                  <a:cubicBezTo>
                    <a:pt x="190417" y="348910"/>
                    <a:pt x="190519" y="348036"/>
                    <a:pt x="190821" y="347935"/>
                  </a:cubicBezTo>
                  <a:cubicBezTo>
                    <a:pt x="191158" y="347834"/>
                    <a:pt x="191696" y="344335"/>
                    <a:pt x="191696" y="343595"/>
                  </a:cubicBezTo>
                  <a:cubicBezTo>
                    <a:pt x="191696" y="342821"/>
                    <a:pt x="191158" y="339895"/>
                    <a:pt x="191158" y="339895"/>
                  </a:cubicBezTo>
                  <a:lnTo>
                    <a:pt x="189408" y="337406"/>
                  </a:lnTo>
                  <a:lnTo>
                    <a:pt x="187355" y="334243"/>
                  </a:lnTo>
                  <a:lnTo>
                    <a:pt x="184427" y="332057"/>
                  </a:lnTo>
                  <a:cubicBezTo>
                    <a:pt x="184427" y="332057"/>
                    <a:pt x="182374" y="330207"/>
                    <a:pt x="181701" y="330207"/>
                  </a:cubicBezTo>
                  <a:cubicBezTo>
                    <a:pt x="181028" y="330207"/>
                    <a:pt x="179312" y="327616"/>
                    <a:pt x="178975" y="326944"/>
                  </a:cubicBezTo>
                  <a:cubicBezTo>
                    <a:pt x="178638" y="326304"/>
                    <a:pt x="178975" y="323680"/>
                    <a:pt x="178975" y="323680"/>
                  </a:cubicBezTo>
                  <a:cubicBezTo>
                    <a:pt x="178975" y="323680"/>
                    <a:pt x="179951" y="322907"/>
                    <a:pt x="181028" y="322604"/>
                  </a:cubicBezTo>
                  <a:cubicBezTo>
                    <a:pt x="182105" y="322268"/>
                    <a:pt x="183754" y="322940"/>
                    <a:pt x="184494" y="322604"/>
                  </a:cubicBezTo>
                  <a:cubicBezTo>
                    <a:pt x="185268" y="322268"/>
                    <a:pt x="185033" y="320317"/>
                    <a:pt x="185369" y="320216"/>
                  </a:cubicBezTo>
                  <a:cubicBezTo>
                    <a:pt x="185706" y="320115"/>
                    <a:pt x="187456" y="318904"/>
                    <a:pt x="187456" y="318904"/>
                  </a:cubicBezTo>
                  <a:cubicBezTo>
                    <a:pt x="187456" y="318904"/>
                    <a:pt x="188432" y="316515"/>
                    <a:pt x="189206" y="316414"/>
                  </a:cubicBezTo>
                  <a:cubicBezTo>
                    <a:pt x="189980" y="316313"/>
                    <a:pt x="189206" y="314463"/>
                    <a:pt x="189206" y="314463"/>
                  </a:cubicBezTo>
                  <a:cubicBezTo>
                    <a:pt x="189206" y="314463"/>
                    <a:pt x="189206" y="312310"/>
                    <a:pt x="189206" y="311873"/>
                  </a:cubicBezTo>
                  <a:cubicBezTo>
                    <a:pt x="189206" y="311436"/>
                    <a:pt x="190619" y="308845"/>
                    <a:pt x="190619" y="308845"/>
                  </a:cubicBezTo>
                  <a:cubicBezTo>
                    <a:pt x="190619" y="308845"/>
                    <a:pt x="192370" y="306356"/>
                    <a:pt x="192571" y="306020"/>
                  </a:cubicBezTo>
                  <a:cubicBezTo>
                    <a:pt x="192773" y="305683"/>
                    <a:pt x="194322" y="303867"/>
                    <a:pt x="194322" y="303867"/>
                  </a:cubicBezTo>
                  <a:cubicBezTo>
                    <a:pt x="194322" y="303867"/>
                    <a:pt x="196071" y="304069"/>
                    <a:pt x="197586" y="303833"/>
                  </a:cubicBezTo>
                  <a:cubicBezTo>
                    <a:pt x="199100" y="303631"/>
                    <a:pt x="200211" y="303934"/>
                    <a:pt x="200649" y="303833"/>
                  </a:cubicBezTo>
                  <a:cubicBezTo>
                    <a:pt x="201086" y="303732"/>
                    <a:pt x="203913" y="303631"/>
                    <a:pt x="204115" y="303295"/>
                  </a:cubicBezTo>
                  <a:cubicBezTo>
                    <a:pt x="204317" y="302959"/>
                    <a:pt x="203577" y="300907"/>
                    <a:pt x="203577" y="300907"/>
                  </a:cubicBezTo>
                  <a:lnTo>
                    <a:pt x="202802" y="299595"/>
                  </a:lnTo>
                  <a:lnTo>
                    <a:pt x="203240" y="295793"/>
                  </a:lnTo>
                  <a:lnTo>
                    <a:pt x="205629" y="295154"/>
                  </a:lnTo>
                  <a:lnTo>
                    <a:pt x="205529" y="292429"/>
                  </a:lnTo>
                  <a:lnTo>
                    <a:pt x="204317" y="290680"/>
                  </a:lnTo>
                  <a:cubicBezTo>
                    <a:pt x="204317" y="290680"/>
                    <a:pt x="202264" y="289368"/>
                    <a:pt x="201052" y="289065"/>
                  </a:cubicBezTo>
                  <a:cubicBezTo>
                    <a:pt x="199841" y="288729"/>
                    <a:pt x="197687" y="287653"/>
                    <a:pt x="197687" y="287653"/>
                  </a:cubicBezTo>
                  <a:lnTo>
                    <a:pt x="195398" y="282876"/>
                  </a:lnTo>
                  <a:cubicBezTo>
                    <a:pt x="195398" y="282876"/>
                    <a:pt x="196475" y="280487"/>
                    <a:pt x="196711" y="280151"/>
                  </a:cubicBezTo>
                  <a:cubicBezTo>
                    <a:pt x="196913" y="279814"/>
                    <a:pt x="200312" y="278502"/>
                    <a:pt x="200312" y="278502"/>
                  </a:cubicBezTo>
                  <a:lnTo>
                    <a:pt x="203677" y="277964"/>
                  </a:lnTo>
                  <a:lnTo>
                    <a:pt x="204216" y="275374"/>
                  </a:lnTo>
                  <a:lnTo>
                    <a:pt x="204855" y="272750"/>
                  </a:lnTo>
                  <a:lnTo>
                    <a:pt x="204855" y="267536"/>
                  </a:lnTo>
                  <a:lnTo>
                    <a:pt x="204855" y="263028"/>
                  </a:lnTo>
                  <a:lnTo>
                    <a:pt x="206033" y="259833"/>
                  </a:lnTo>
                  <a:lnTo>
                    <a:pt x="208187" y="259664"/>
                  </a:lnTo>
                  <a:lnTo>
                    <a:pt x="210509" y="260169"/>
                  </a:lnTo>
                  <a:cubicBezTo>
                    <a:pt x="210509" y="260169"/>
                    <a:pt x="213437" y="261043"/>
                    <a:pt x="214413" y="260943"/>
                  </a:cubicBezTo>
                  <a:cubicBezTo>
                    <a:pt x="215389" y="260842"/>
                    <a:pt x="216264" y="259530"/>
                    <a:pt x="216332" y="259294"/>
                  </a:cubicBezTo>
                  <a:cubicBezTo>
                    <a:pt x="216399" y="259059"/>
                    <a:pt x="217139" y="257511"/>
                    <a:pt x="217139" y="257511"/>
                  </a:cubicBezTo>
                  <a:lnTo>
                    <a:pt x="221043" y="255762"/>
                  </a:lnTo>
                  <a:cubicBezTo>
                    <a:pt x="221043" y="255762"/>
                    <a:pt x="223668" y="256401"/>
                    <a:pt x="224308" y="256267"/>
                  </a:cubicBezTo>
                  <a:cubicBezTo>
                    <a:pt x="224981" y="256099"/>
                    <a:pt x="227808" y="260573"/>
                    <a:pt x="227808" y="260573"/>
                  </a:cubicBezTo>
                  <a:lnTo>
                    <a:pt x="228245" y="260236"/>
                  </a:lnTo>
                  <a:lnTo>
                    <a:pt x="231442" y="257579"/>
                  </a:lnTo>
                  <a:cubicBezTo>
                    <a:pt x="231442" y="257579"/>
                    <a:pt x="233294" y="258016"/>
                    <a:pt x="233933" y="258050"/>
                  </a:cubicBezTo>
                  <a:cubicBezTo>
                    <a:pt x="234572" y="258117"/>
                    <a:pt x="237265" y="261481"/>
                    <a:pt x="237265" y="261481"/>
                  </a:cubicBezTo>
                  <a:cubicBezTo>
                    <a:pt x="237265" y="261481"/>
                    <a:pt x="239553" y="260707"/>
                    <a:pt x="239688" y="260606"/>
                  </a:cubicBezTo>
                  <a:cubicBezTo>
                    <a:pt x="239856" y="260505"/>
                    <a:pt x="241875" y="258756"/>
                    <a:pt x="241875" y="258756"/>
                  </a:cubicBezTo>
                  <a:lnTo>
                    <a:pt x="244736" y="256570"/>
                  </a:lnTo>
                  <a:lnTo>
                    <a:pt x="248606" y="256199"/>
                  </a:lnTo>
                  <a:lnTo>
                    <a:pt x="254530" y="258386"/>
                  </a:lnTo>
                  <a:lnTo>
                    <a:pt x="258063" y="260505"/>
                  </a:lnTo>
                  <a:lnTo>
                    <a:pt x="260049" y="262457"/>
                  </a:lnTo>
                  <a:lnTo>
                    <a:pt x="265501" y="265383"/>
                  </a:lnTo>
                  <a:lnTo>
                    <a:pt x="265669" y="265383"/>
                  </a:lnTo>
                  <a:lnTo>
                    <a:pt x="265366" y="266729"/>
                  </a:lnTo>
                  <a:lnTo>
                    <a:pt x="266275" y="262658"/>
                  </a:lnTo>
                  <a:lnTo>
                    <a:pt x="268227" y="260270"/>
                  </a:lnTo>
                  <a:cubicBezTo>
                    <a:pt x="268227" y="260270"/>
                    <a:pt x="269809" y="259025"/>
                    <a:pt x="269977" y="258823"/>
                  </a:cubicBezTo>
                  <a:cubicBezTo>
                    <a:pt x="270112" y="258622"/>
                    <a:pt x="270179" y="257579"/>
                    <a:pt x="270179" y="257579"/>
                  </a:cubicBezTo>
                  <a:lnTo>
                    <a:pt x="269876" y="256334"/>
                  </a:lnTo>
                  <a:lnTo>
                    <a:pt x="268799" y="255392"/>
                  </a:lnTo>
                  <a:cubicBezTo>
                    <a:pt x="268799" y="255392"/>
                    <a:pt x="266544" y="253374"/>
                    <a:pt x="266275" y="253206"/>
                  </a:cubicBezTo>
                  <a:cubicBezTo>
                    <a:pt x="265972" y="253071"/>
                    <a:pt x="264693" y="252264"/>
                    <a:pt x="264087" y="251961"/>
                  </a:cubicBezTo>
                  <a:cubicBezTo>
                    <a:pt x="263515" y="251658"/>
                    <a:pt x="262337" y="251019"/>
                    <a:pt x="262337" y="251019"/>
                  </a:cubicBezTo>
                  <a:lnTo>
                    <a:pt x="261092" y="248630"/>
                  </a:lnTo>
                  <a:lnTo>
                    <a:pt x="261227" y="246747"/>
                  </a:lnTo>
                  <a:lnTo>
                    <a:pt x="262304" y="244863"/>
                  </a:lnTo>
                  <a:lnTo>
                    <a:pt x="263246" y="242475"/>
                  </a:lnTo>
                  <a:lnTo>
                    <a:pt x="263044" y="240591"/>
                  </a:lnTo>
                  <a:lnTo>
                    <a:pt x="259847" y="240591"/>
                  </a:lnTo>
                  <a:lnTo>
                    <a:pt x="258972" y="237395"/>
                  </a:lnTo>
                  <a:lnTo>
                    <a:pt x="261664" y="236016"/>
                  </a:lnTo>
                  <a:lnTo>
                    <a:pt x="263112" y="233324"/>
                  </a:lnTo>
                  <a:lnTo>
                    <a:pt x="262809" y="232080"/>
                  </a:lnTo>
                  <a:lnTo>
                    <a:pt x="260856" y="230701"/>
                  </a:lnTo>
                  <a:lnTo>
                    <a:pt x="261732" y="227505"/>
                  </a:lnTo>
                  <a:lnTo>
                    <a:pt x="264929" y="223434"/>
                  </a:lnTo>
                  <a:lnTo>
                    <a:pt x="269136" y="219095"/>
                  </a:lnTo>
                  <a:lnTo>
                    <a:pt x="270145" y="215462"/>
                  </a:lnTo>
                  <a:cubicBezTo>
                    <a:pt x="270145" y="215462"/>
                    <a:pt x="268698" y="213780"/>
                    <a:pt x="267823" y="212603"/>
                  </a:cubicBezTo>
                  <a:cubicBezTo>
                    <a:pt x="266948" y="211391"/>
                    <a:pt x="267823" y="210012"/>
                    <a:pt x="267823" y="209239"/>
                  </a:cubicBezTo>
                  <a:cubicBezTo>
                    <a:pt x="267823" y="208465"/>
                    <a:pt x="271862" y="204563"/>
                    <a:pt x="271862" y="204563"/>
                  </a:cubicBezTo>
                  <a:lnTo>
                    <a:pt x="274352" y="199247"/>
                  </a:lnTo>
                  <a:lnTo>
                    <a:pt x="276203" y="194471"/>
                  </a:lnTo>
                  <a:lnTo>
                    <a:pt x="280982" y="194033"/>
                  </a:lnTo>
                  <a:lnTo>
                    <a:pt x="282631" y="191847"/>
                  </a:lnTo>
                  <a:cubicBezTo>
                    <a:pt x="282631" y="191847"/>
                    <a:pt x="286872" y="189795"/>
                    <a:pt x="287646" y="189257"/>
                  </a:cubicBezTo>
                  <a:cubicBezTo>
                    <a:pt x="288420" y="188718"/>
                    <a:pt x="290237" y="187204"/>
                    <a:pt x="290574" y="186868"/>
                  </a:cubicBezTo>
                  <a:cubicBezTo>
                    <a:pt x="290910" y="186532"/>
                    <a:pt x="294040" y="186431"/>
                    <a:pt x="294612" y="186094"/>
                  </a:cubicBezTo>
                  <a:cubicBezTo>
                    <a:pt x="295151" y="185758"/>
                    <a:pt x="296901" y="184681"/>
                    <a:pt x="296901" y="184681"/>
                  </a:cubicBezTo>
                  <a:cubicBezTo>
                    <a:pt x="296901" y="184681"/>
                    <a:pt x="297439" y="182831"/>
                    <a:pt x="297877" y="182394"/>
                  </a:cubicBezTo>
                  <a:cubicBezTo>
                    <a:pt x="298314" y="181957"/>
                    <a:pt x="297877" y="180308"/>
                    <a:pt x="297877" y="180006"/>
                  </a:cubicBezTo>
                  <a:cubicBezTo>
                    <a:pt x="297877" y="179669"/>
                    <a:pt x="298853" y="176103"/>
                    <a:pt x="298853" y="176103"/>
                  </a:cubicBezTo>
                  <a:lnTo>
                    <a:pt x="302992" y="175027"/>
                  </a:lnTo>
                  <a:lnTo>
                    <a:pt x="296867" y="174489"/>
                  </a:lnTo>
                  <a:cubicBezTo>
                    <a:pt x="296867" y="174489"/>
                    <a:pt x="293401" y="174859"/>
                    <a:pt x="292458" y="174859"/>
                  </a:cubicBezTo>
                  <a:cubicBezTo>
                    <a:pt x="291516" y="174859"/>
                    <a:pt x="288554" y="173110"/>
                    <a:pt x="288117" y="172605"/>
                  </a:cubicBezTo>
                  <a:cubicBezTo>
                    <a:pt x="287679" y="172100"/>
                    <a:pt x="286165" y="169342"/>
                    <a:pt x="286165" y="169342"/>
                  </a:cubicBezTo>
                  <a:lnTo>
                    <a:pt x="285155" y="165137"/>
                  </a:lnTo>
                  <a:lnTo>
                    <a:pt x="281016" y="160293"/>
                  </a:lnTo>
                  <a:lnTo>
                    <a:pt x="277886" y="153834"/>
                  </a:lnTo>
                  <a:lnTo>
                    <a:pt x="275261" y="151008"/>
                  </a:lnTo>
                  <a:cubicBezTo>
                    <a:pt x="275261" y="151008"/>
                    <a:pt x="270684" y="145794"/>
                    <a:pt x="270549" y="145357"/>
                  </a:cubicBezTo>
                  <a:cubicBezTo>
                    <a:pt x="270414" y="144920"/>
                    <a:pt x="268664" y="144112"/>
                    <a:pt x="268664" y="144112"/>
                  </a:cubicBezTo>
                  <a:lnTo>
                    <a:pt x="262640" y="142228"/>
                  </a:lnTo>
                  <a:lnTo>
                    <a:pt x="259578" y="141421"/>
                  </a:lnTo>
                  <a:cubicBezTo>
                    <a:pt x="259578" y="141421"/>
                    <a:pt x="256986" y="141421"/>
                    <a:pt x="256549" y="141421"/>
                  </a:cubicBezTo>
                  <a:cubicBezTo>
                    <a:pt x="256111" y="141421"/>
                    <a:pt x="253453" y="143641"/>
                    <a:pt x="253217" y="143708"/>
                  </a:cubicBezTo>
                  <a:cubicBezTo>
                    <a:pt x="253015" y="143776"/>
                    <a:pt x="247563" y="145996"/>
                    <a:pt x="247563" y="145996"/>
                  </a:cubicBezTo>
                  <a:cubicBezTo>
                    <a:pt x="247563" y="145996"/>
                    <a:pt x="244366" y="146635"/>
                    <a:pt x="244164" y="146702"/>
                  </a:cubicBezTo>
                  <a:cubicBezTo>
                    <a:pt x="243962" y="146770"/>
                    <a:pt x="239015" y="146568"/>
                    <a:pt x="238140" y="146702"/>
                  </a:cubicBezTo>
                  <a:cubicBezTo>
                    <a:pt x="237265" y="146837"/>
                    <a:pt x="234068" y="145256"/>
                    <a:pt x="234068" y="145256"/>
                  </a:cubicBezTo>
                  <a:lnTo>
                    <a:pt x="225149" y="139100"/>
                  </a:lnTo>
                  <a:lnTo>
                    <a:pt x="219798" y="136409"/>
                  </a:lnTo>
                  <a:lnTo>
                    <a:pt x="215221" y="133381"/>
                  </a:lnTo>
                  <a:lnTo>
                    <a:pt x="212832" y="131867"/>
                  </a:lnTo>
                  <a:lnTo>
                    <a:pt x="208692" y="129042"/>
                  </a:lnTo>
                  <a:lnTo>
                    <a:pt x="203475" y="124029"/>
                  </a:lnTo>
                  <a:lnTo>
                    <a:pt x="202399" y="122515"/>
                  </a:lnTo>
                  <a:lnTo>
                    <a:pt x="202634" y="119051"/>
                  </a:lnTo>
                  <a:lnTo>
                    <a:pt x="203947" y="114476"/>
                  </a:lnTo>
                  <a:lnTo>
                    <a:pt x="202870" y="111852"/>
                  </a:lnTo>
                  <a:cubicBezTo>
                    <a:pt x="202870" y="111852"/>
                    <a:pt x="201355" y="107512"/>
                    <a:pt x="202230" y="108151"/>
                  </a:cubicBezTo>
                  <a:cubicBezTo>
                    <a:pt x="203105" y="108757"/>
                    <a:pt x="203105" y="105797"/>
                    <a:pt x="203980" y="104922"/>
                  </a:cubicBezTo>
                  <a:cubicBezTo>
                    <a:pt x="204855" y="104047"/>
                    <a:pt x="205293" y="104047"/>
                    <a:pt x="205495" y="103408"/>
                  </a:cubicBezTo>
                  <a:cubicBezTo>
                    <a:pt x="205697" y="102769"/>
                    <a:pt x="206572" y="100582"/>
                    <a:pt x="206572" y="100582"/>
                  </a:cubicBezTo>
                  <a:lnTo>
                    <a:pt x="206572" y="99069"/>
                  </a:lnTo>
                  <a:lnTo>
                    <a:pt x="203846" y="95368"/>
                  </a:lnTo>
                  <a:lnTo>
                    <a:pt x="203072" y="93619"/>
                  </a:lnTo>
                  <a:lnTo>
                    <a:pt x="203072" y="89919"/>
                  </a:lnTo>
                  <a:lnTo>
                    <a:pt x="205798" y="86858"/>
                  </a:lnTo>
                  <a:lnTo>
                    <a:pt x="206336" y="84906"/>
                  </a:lnTo>
                  <a:lnTo>
                    <a:pt x="206774" y="81879"/>
                  </a:lnTo>
                  <a:lnTo>
                    <a:pt x="207851" y="79289"/>
                  </a:lnTo>
                  <a:lnTo>
                    <a:pt x="208490" y="76463"/>
                  </a:lnTo>
                  <a:lnTo>
                    <a:pt x="211519" y="72763"/>
                  </a:lnTo>
                  <a:lnTo>
                    <a:pt x="213269" y="68860"/>
                  </a:lnTo>
                  <a:lnTo>
                    <a:pt x="215894" y="63209"/>
                  </a:lnTo>
                  <a:lnTo>
                    <a:pt x="220303" y="61762"/>
                  </a:lnTo>
                  <a:cubicBezTo>
                    <a:pt x="220303" y="61762"/>
                    <a:pt x="222625" y="57120"/>
                    <a:pt x="222760" y="56683"/>
                  </a:cubicBezTo>
                  <a:cubicBezTo>
                    <a:pt x="222894" y="56245"/>
                    <a:pt x="226529" y="55236"/>
                    <a:pt x="226529" y="55236"/>
                  </a:cubicBezTo>
                  <a:lnTo>
                    <a:pt x="231880" y="53050"/>
                  </a:lnTo>
                  <a:cubicBezTo>
                    <a:pt x="231880" y="53050"/>
                    <a:pt x="234337" y="53184"/>
                    <a:pt x="234909" y="53487"/>
                  </a:cubicBezTo>
                  <a:cubicBezTo>
                    <a:pt x="235481" y="53790"/>
                    <a:pt x="238678" y="53790"/>
                    <a:pt x="238678" y="53790"/>
                  </a:cubicBezTo>
                  <a:cubicBezTo>
                    <a:pt x="238678" y="53790"/>
                    <a:pt x="239856" y="54093"/>
                    <a:pt x="240428" y="54227"/>
                  </a:cubicBezTo>
                  <a:cubicBezTo>
                    <a:pt x="241000" y="54362"/>
                    <a:pt x="241606" y="54664"/>
                    <a:pt x="242751" y="54664"/>
                  </a:cubicBezTo>
                  <a:cubicBezTo>
                    <a:pt x="243895" y="54664"/>
                    <a:pt x="244063" y="53655"/>
                    <a:pt x="244063" y="53655"/>
                  </a:cubicBezTo>
                  <a:cubicBezTo>
                    <a:pt x="244063" y="53655"/>
                    <a:pt x="244500" y="50897"/>
                    <a:pt x="244635" y="49316"/>
                  </a:cubicBezTo>
                  <a:cubicBezTo>
                    <a:pt x="244770" y="47735"/>
                    <a:pt x="244635" y="46288"/>
                    <a:pt x="244635" y="46288"/>
                  </a:cubicBezTo>
                  <a:lnTo>
                    <a:pt x="243625" y="42958"/>
                  </a:lnTo>
                  <a:lnTo>
                    <a:pt x="242481" y="39325"/>
                  </a:lnTo>
                  <a:lnTo>
                    <a:pt x="239722" y="36566"/>
                  </a:lnTo>
                  <a:cubicBezTo>
                    <a:pt x="239722" y="36566"/>
                    <a:pt x="237265" y="36129"/>
                    <a:pt x="236390" y="36566"/>
                  </a:cubicBezTo>
                  <a:cubicBezTo>
                    <a:pt x="235515" y="37004"/>
                    <a:pt x="234774" y="36701"/>
                    <a:pt x="234774" y="36701"/>
                  </a:cubicBezTo>
                  <a:lnTo>
                    <a:pt x="232587" y="38013"/>
                  </a:lnTo>
                  <a:lnTo>
                    <a:pt x="232587" y="30612"/>
                  </a:lnTo>
                  <a:cubicBezTo>
                    <a:pt x="232587" y="30612"/>
                    <a:pt x="231947" y="27585"/>
                    <a:pt x="231510" y="26979"/>
                  </a:cubicBezTo>
                  <a:cubicBezTo>
                    <a:pt x="231072" y="26407"/>
                    <a:pt x="231745" y="22337"/>
                    <a:pt x="231745" y="22337"/>
                  </a:cubicBezTo>
                  <a:lnTo>
                    <a:pt x="230635" y="17694"/>
                  </a:lnTo>
                  <a:lnTo>
                    <a:pt x="228851" y="14936"/>
                  </a:lnTo>
                  <a:lnTo>
                    <a:pt x="230467" y="11034"/>
                  </a:lnTo>
                  <a:cubicBezTo>
                    <a:pt x="230467" y="11034"/>
                    <a:pt x="230870" y="8141"/>
                    <a:pt x="230433" y="7569"/>
                  </a:cubicBezTo>
                  <a:cubicBezTo>
                    <a:pt x="229995" y="6997"/>
                    <a:pt x="230567" y="4373"/>
                    <a:pt x="230433" y="3936"/>
                  </a:cubicBezTo>
                  <a:cubicBezTo>
                    <a:pt x="230298" y="3498"/>
                    <a:pt x="229726" y="740"/>
                    <a:pt x="229726" y="740"/>
                  </a:cubicBezTo>
                  <a:lnTo>
                    <a:pt x="225654" y="0"/>
                  </a:lnTo>
                  <a:cubicBezTo>
                    <a:pt x="225654" y="0"/>
                    <a:pt x="223466" y="2456"/>
                    <a:pt x="222187" y="3465"/>
                  </a:cubicBezTo>
                  <a:cubicBezTo>
                    <a:pt x="220875" y="4474"/>
                    <a:pt x="216096" y="4037"/>
                    <a:pt x="216096" y="4037"/>
                  </a:cubicBezTo>
                  <a:lnTo>
                    <a:pt x="211014" y="4037"/>
                  </a:lnTo>
                  <a:cubicBezTo>
                    <a:pt x="211014" y="4037"/>
                    <a:pt x="209129" y="4609"/>
                    <a:pt x="208692" y="4911"/>
                  </a:cubicBezTo>
                  <a:cubicBezTo>
                    <a:pt x="208255" y="5214"/>
                    <a:pt x="206942" y="5921"/>
                    <a:pt x="205495" y="6930"/>
                  </a:cubicBezTo>
                  <a:cubicBezTo>
                    <a:pt x="204048" y="7939"/>
                    <a:pt x="203038" y="8376"/>
                    <a:pt x="201860" y="8242"/>
                  </a:cubicBezTo>
                  <a:cubicBezTo>
                    <a:pt x="200716" y="8107"/>
                    <a:pt x="199100" y="9554"/>
                    <a:pt x="196946" y="9554"/>
                  </a:cubicBezTo>
                  <a:cubicBezTo>
                    <a:pt x="194793" y="9554"/>
                    <a:pt x="194490" y="9688"/>
                    <a:pt x="193615" y="9554"/>
                  </a:cubicBezTo>
                  <a:cubicBezTo>
                    <a:pt x="192740" y="9419"/>
                    <a:pt x="191158" y="8242"/>
                    <a:pt x="190552" y="8242"/>
                  </a:cubicBezTo>
                  <a:cubicBezTo>
                    <a:pt x="189980" y="8242"/>
                    <a:pt x="187793" y="11707"/>
                    <a:pt x="187793" y="11707"/>
                  </a:cubicBezTo>
                  <a:lnTo>
                    <a:pt x="184461" y="16618"/>
                  </a:lnTo>
                  <a:cubicBezTo>
                    <a:pt x="184461" y="16618"/>
                    <a:pt x="183754" y="19208"/>
                    <a:pt x="183754" y="19814"/>
                  </a:cubicBezTo>
                  <a:cubicBezTo>
                    <a:pt x="183754" y="20386"/>
                    <a:pt x="183014" y="25768"/>
                    <a:pt x="183014" y="25768"/>
                  </a:cubicBezTo>
                  <a:lnTo>
                    <a:pt x="180691" y="27786"/>
                  </a:lnTo>
                  <a:lnTo>
                    <a:pt x="176787" y="30108"/>
                  </a:lnTo>
                  <a:cubicBezTo>
                    <a:pt x="176787" y="30108"/>
                    <a:pt x="173321" y="32294"/>
                    <a:pt x="172715" y="32731"/>
                  </a:cubicBezTo>
                  <a:cubicBezTo>
                    <a:pt x="172143" y="33169"/>
                    <a:pt x="169956" y="35052"/>
                    <a:pt x="169249" y="35490"/>
                  </a:cubicBezTo>
                  <a:cubicBezTo>
                    <a:pt x="168509" y="35927"/>
                    <a:pt x="167364" y="37374"/>
                    <a:pt x="167364" y="37945"/>
                  </a:cubicBezTo>
                  <a:cubicBezTo>
                    <a:pt x="167364" y="38517"/>
                    <a:pt x="165177" y="42285"/>
                    <a:pt x="165042" y="42722"/>
                  </a:cubicBezTo>
                  <a:cubicBezTo>
                    <a:pt x="164907" y="43160"/>
                    <a:pt x="162720" y="45918"/>
                    <a:pt x="162720" y="45918"/>
                  </a:cubicBezTo>
                  <a:cubicBezTo>
                    <a:pt x="162720" y="45918"/>
                    <a:pt x="159388" y="49383"/>
                    <a:pt x="158244" y="50695"/>
                  </a:cubicBezTo>
                  <a:cubicBezTo>
                    <a:pt x="157100" y="52007"/>
                    <a:pt x="153162" y="55472"/>
                    <a:pt x="153027" y="56044"/>
                  </a:cubicBezTo>
                  <a:cubicBezTo>
                    <a:pt x="152893" y="56616"/>
                    <a:pt x="149830" y="64453"/>
                    <a:pt x="149830" y="65025"/>
                  </a:cubicBezTo>
                  <a:cubicBezTo>
                    <a:pt x="149830" y="65597"/>
                    <a:pt x="147205" y="74445"/>
                    <a:pt x="147070" y="74882"/>
                  </a:cubicBezTo>
                  <a:cubicBezTo>
                    <a:pt x="146936" y="75319"/>
                    <a:pt x="143604" y="79659"/>
                    <a:pt x="143167" y="80096"/>
                  </a:cubicBezTo>
                  <a:cubicBezTo>
                    <a:pt x="142729" y="80533"/>
                    <a:pt x="142157" y="93552"/>
                    <a:pt x="142157" y="93552"/>
                  </a:cubicBezTo>
                  <a:cubicBezTo>
                    <a:pt x="142157" y="93552"/>
                    <a:pt x="142157" y="97891"/>
                    <a:pt x="142157" y="99338"/>
                  </a:cubicBezTo>
                  <a:cubicBezTo>
                    <a:pt x="142157" y="100784"/>
                    <a:pt x="144849" y="102668"/>
                    <a:pt x="145287" y="102971"/>
                  </a:cubicBezTo>
                  <a:cubicBezTo>
                    <a:pt x="145724" y="103274"/>
                    <a:pt x="145792" y="105864"/>
                    <a:pt x="145926" y="107176"/>
                  </a:cubicBezTo>
                  <a:cubicBezTo>
                    <a:pt x="146061" y="108488"/>
                    <a:pt x="144479" y="110943"/>
                    <a:pt x="144479" y="110943"/>
                  </a:cubicBezTo>
                  <a:lnTo>
                    <a:pt x="143739" y="116730"/>
                  </a:lnTo>
                  <a:lnTo>
                    <a:pt x="144479" y="120766"/>
                  </a:lnTo>
                  <a:cubicBezTo>
                    <a:pt x="144479" y="120766"/>
                    <a:pt x="140138" y="124231"/>
                    <a:pt x="139565" y="125106"/>
                  </a:cubicBezTo>
                  <a:cubicBezTo>
                    <a:pt x="138993" y="125980"/>
                    <a:pt x="136099" y="127730"/>
                    <a:pt x="136099" y="127730"/>
                  </a:cubicBezTo>
                  <a:cubicBezTo>
                    <a:pt x="136099" y="127730"/>
                    <a:pt x="133205" y="133247"/>
                    <a:pt x="133205" y="134088"/>
                  </a:cubicBezTo>
                  <a:cubicBezTo>
                    <a:pt x="133205" y="134962"/>
                    <a:pt x="133508" y="138999"/>
                    <a:pt x="133508" y="138999"/>
                  </a:cubicBezTo>
                  <a:lnTo>
                    <a:pt x="134955" y="144213"/>
                  </a:lnTo>
                  <a:lnTo>
                    <a:pt x="139296" y="149999"/>
                  </a:lnTo>
                  <a:cubicBezTo>
                    <a:pt x="139296" y="149999"/>
                    <a:pt x="141921" y="156088"/>
                    <a:pt x="142763" y="157232"/>
                  </a:cubicBezTo>
                  <a:cubicBezTo>
                    <a:pt x="143638" y="158375"/>
                    <a:pt x="143065" y="165339"/>
                    <a:pt x="142763" y="166516"/>
                  </a:cubicBezTo>
                  <a:cubicBezTo>
                    <a:pt x="142460" y="167660"/>
                    <a:pt x="138690" y="171158"/>
                    <a:pt x="138690" y="171158"/>
                  </a:cubicBezTo>
                  <a:lnTo>
                    <a:pt x="127113" y="177516"/>
                  </a:lnTo>
                  <a:cubicBezTo>
                    <a:pt x="127113" y="177516"/>
                    <a:pt x="122334" y="177685"/>
                    <a:pt x="122099" y="177550"/>
                  </a:cubicBezTo>
                  <a:cubicBezTo>
                    <a:pt x="121897" y="177415"/>
                    <a:pt x="119339" y="177853"/>
                    <a:pt x="117757" y="178122"/>
                  </a:cubicBezTo>
                  <a:cubicBezTo>
                    <a:pt x="116175" y="178425"/>
                    <a:pt x="115873" y="180578"/>
                    <a:pt x="115805" y="180880"/>
                  </a:cubicBezTo>
                  <a:cubicBezTo>
                    <a:pt x="115738" y="181183"/>
                    <a:pt x="117690" y="183202"/>
                    <a:pt x="117892" y="183403"/>
                  </a:cubicBezTo>
                  <a:cubicBezTo>
                    <a:pt x="118094" y="183605"/>
                    <a:pt x="122671" y="184043"/>
                    <a:pt x="123176" y="184143"/>
                  </a:cubicBezTo>
                  <a:cubicBezTo>
                    <a:pt x="123681" y="184211"/>
                    <a:pt x="121358" y="187844"/>
                    <a:pt x="120921" y="187911"/>
                  </a:cubicBezTo>
                  <a:cubicBezTo>
                    <a:pt x="120483" y="187978"/>
                    <a:pt x="116344" y="188550"/>
                    <a:pt x="116344" y="188550"/>
                  </a:cubicBezTo>
                  <a:cubicBezTo>
                    <a:pt x="116344" y="188550"/>
                    <a:pt x="115200" y="186734"/>
                    <a:pt x="108872" y="186532"/>
                  </a:cubicBezTo>
                  <a:cubicBezTo>
                    <a:pt x="102579" y="186296"/>
                    <a:pt x="104733" y="186532"/>
                    <a:pt x="104733" y="186532"/>
                  </a:cubicBezTo>
                  <a:lnTo>
                    <a:pt x="102983" y="186532"/>
                  </a:lnTo>
                  <a:lnTo>
                    <a:pt x="93190" y="186532"/>
                  </a:lnTo>
                  <a:lnTo>
                    <a:pt x="88175" y="187844"/>
                  </a:lnTo>
                  <a:lnTo>
                    <a:pt x="81007" y="192621"/>
                  </a:lnTo>
                  <a:cubicBezTo>
                    <a:pt x="81007" y="192621"/>
                    <a:pt x="72526" y="195446"/>
                    <a:pt x="71651" y="195446"/>
                  </a:cubicBezTo>
                  <a:cubicBezTo>
                    <a:pt x="70775" y="195446"/>
                    <a:pt x="67309" y="198070"/>
                    <a:pt x="67309" y="198070"/>
                  </a:cubicBezTo>
                  <a:lnTo>
                    <a:pt x="57078" y="200660"/>
                  </a:lnTo>
                  <a:cubicBezTo>
                    <a:pt x="57078" y="200660"/>
                    <a:pt x="54049" y="202410"/>
                    <a:pt x="52064" y="202847"/>
                  </a:cubicBezTo>
                  <a:cubicBezTo>
                    <a:pt x="50112" y="203284"/>
                    <a:pt x="41833" y="203049"/>
                    <a:pt x="40991" y="203049"/>
                  </a:cubicBezTo>
                  <a:cubicBezTo>
                    <a:pt x="40116" y="203049"/>
                    <a:pt x="30996" y="200660"/>
                    <a:pt x="30996" y="200660"/>
                  </a:cubicBezTo>
                  <a:lnTo>
                    <a:pt x="28371" y="203486"/>
                  </a:lnTo>
                  <a:lnTo>
                    <a:pt x="19250" y="205875"/>
                  </a:lnTo>
                  <a:lnTo>
                    <a:pt x="10769" y="209138"/>
                  </a:lnTo>
                  <a:cubicBezTo>
                    <a:pt x="10769" y="209138"/>
                    <a:pt x="8817" y="209138"/>
                    <a:pt x="7942" y="209138"/>
                  </a:cubicBezTo>
                  <a:cubicBezTo>
                    <a:pt x="7067" y="209138"/>
                    <a:pt x="4442" y="211896"/>
                    <a:pt x="4442" y="211896"/>
                  </a:cubicBezTo>
                  <a:lnTo>
                    <a:pt x="707" y="213343"/>
                  </a:lnTo>
                  <a:lnTo>
                    <a:pt x="0" y="214890"/>
                  </a:lnTo>
                  <a:cubicBezTo>
                    <a:pt x="808" y="215327"/>
                    <a:pt x="2457" y="216202"/>
                    <a:pt x="3264" y="216538"/>
                  </a:cubicBezTo>
                  <a:cubicBezTo>
                    <a:pt x="4341" y="216976"/>
                    <a:pt x="6428" y="216673"/>
                    <a:pt x="7303" y="216538"/>
                  </a:cubicBezTo>
                  <a:cubicBezTo>
                    <a:pt x="8178" y="216437"/>
                    <a:pt x="12082" y="217312"/>
                    <a:pt x="13495" y="217850"/>
                  </a:cubicBezTo>
                  <a:cubicBezTo>
                    <a:pt x="14909" y="218388"/>
                    <a:pt x="18813" y="217749"/>
                    <a:pt x="19250" y="217850"/>
                  </a:cubicBezTo>
                  <a:cubicBezTo>
                    <a:pt x="19688" y="217951"/>
                    <a:pt x="26419" y="217850"/>
                    <a:pt x="26419" y="217850"/>
                  </a:cubicBezTo>
                  <a:lnTo>
                    <a:pt x="31635" y="217850"/>
                  </a:lnTo>
                  <a:lnTo>
                    <a:pt x="38602" y="217850"/>
                  </a:lnTo>
                  <a:lnTo>
                    <a:pt x="42068" y="217850"/>
                  </a:lnTo>
                  <a:cubicBezTo>
                    <a:pt x="42068" y="217850"/>
                    <a:pt x="43280" y="217850"/>
                    <a:pt x="44256" y="217850"/>
                  </a:cubicBezTo>
                  <a:cubicBezTo>
                    <a:pt x="45232" y="217850"/>
                    <a:pt x="45770" y="218725"/>
                    <a:pt x="45770" y="218725"/>
                  </a:cubicBezTo>
                  <a:lnTo>
                    <a:pt x="46410" y="220474"/>
                  </a:lnTo>
                  <a:cubicBezTo>
                    <a:pt x="46410" y="220474"/>
                    <a:pt x="46410" y="222863"/>
                    <a:pt x="46410" y="223300"/>
                  </a:cubicBezTo>
                  <a:cubicBezTo>
                    <a:pt x="46410" y="223737"/>
                    <a:pt x="45905" y="224948"/>
                    <a:pt x="45905" y="225251"/>
                  </a:cubicBezTo>
                  <a:cubicBezTo>
                    <a:pt x="45905" y="225587"/>
                    <a:pt x="44861" y="226563"/>
                    <a:pt x="44861" y="226563"/>
                  </a:cubicBezTo>
                  <a:lnTo>
                    <a:pt x="42035" y="227875"/>
                  </a:lnTo>
                  <a:lnTo>
                    <a:pt x="40284" y="228850"/>
                  </a:lnTo>
                  <a:lnTo>
                    <a:pt x="38534" y="230028"/>
                  </a:lnTo>
                  <a:lnTo>
                    <a:pt x="35068" y="230028"/>
                  </a:lnTo>
                  <a:lnTo>
                    <a:pt x="31366" y="230028"/>
                  </a:lnTo>
                  <a:lnTo>
                    <a:pt x="29852" y="231104"/>
                  </a:lnTo>
                  <a:lnTo>
                    <a:pt x="27260" y="232618"/>
                  </a:lnTo>
                  <a:lnTo>
                    <a:pt x="27260" y="234132"/>
                  </a:lnTo>
                  <a:lnTo>
                    <a:pt x="27799" y="235982"/>
                  </a:lnTo>
                  <a:lnTo>
                    <a:pt x="29751" y="238707"/>
                  </a:lnTo>
                  <a:lnTo>
                    <a:pt x="33924" y="239682"/>
                  </a:lnTo>
                  <a:cubicBezTo>
                    <a:pt x="33924" y="239682"/>
                    <a:pt x="35304" y="239783"/>
                    <a:pt x="35606" y="239716"/>
                  </a:cubicBezTo>
                  <a:cubicBezTo>
                    <a:pt x="35876" y="239649"/>
                    <a:pt x="37188" y="239716"/>
                    <a:pt x="37188" y="239716"/>
                  </a:cubicBezTo>
                  <a:lnTo>
                    <a:pt x="40318" y="240422"/>
                  </a:lnTo>
                  <a:lnTo>
                    <a:pt x="43650" y="240422"/>
                  </a:lnTo>
                  <a:lnTo>
                    <a:pt x="46612" y="240490"/>
                  </a:lnTo>
                  <a:lnTo>
                    <a:pt x="48126" y="241297"/>
                  </a:lnTo>
                  <a:lnTo>
                    <a:pt x="48126" y="244123"/>
                  </a:lnTo>
                  <a:lnTo>
                    <a:pt x="48833" y="248025"/>
                  </a:lnTo>
                  <a:cubicBezTo>
                    <a:pt x="48833" y="248025"/>
                    <a:pt x="49068" y="250649"/>
                    <a:pt x="49169" y="250918"/>
                  </a:cubicBezTo>
                  <a:cubicBezTo>
                    <a:pt x="49237" y="251221"/>
                    <a:pt x="50751" y="252869"/>
                    <a:pt x="51559" y="253609"/>
                  </a:cubicBezTo>
                  <a:cubicBezTo>
                    <a:pt x="52367" y="254349"/>
                    <a:pt x="54016" y="255594"/>
                    <a:pt x="54016" y="255594"/>
                  </a:cubicBezTo>
                  <a:cubicBezTo>
                    <a:pt x="54016" y="255594"/>
                    <a:pt x="54453" y="256940"/>
                    <a:pt x="54453" y="257242"/>
                  </a:cubicBezTo>
                  <a:cubicBezTo>
                    <a:pt x="54453" y="257545"/>
                    <a:pt x="54016" y="258554"/>
                    <a:pt x="54016" y="258554"/>
                  </a:cubicBezTo>
                  <a:lnTo>
                    <a:pt x="55968" y="260640"/>
                  </a:lnTo>
                  <a:lnTo>
                    <a:pt x="57717" y="261514"/>
                  </a:lnTo>
                  <a:lnTo>
                    <a:pt x="63136" y="261750"/>
                  </a:lnTo>
                  <a:lnTo>
                    <a:pt x="65761" y="262725"/>
                  </a:lnTo>
                  <a:lnTo>
                    <a:pt x="67713" y="264677"/>
                  </a:lnTo>
                  <a:lnTo>
                    <a:pt x="70001" y="267401"/>
                  </a:lnTo>
                  <a:lnTo>
                    <a:pt x="71314" y="269689"/>
                  </a:lnTo>
                  <a:lnTo>
                    <a:pt x="73064" y="272952"/>
                  </a:lnTo>
                  <a:lnTo>
                    <a:pt x="74242" y="276753"/>
                  </a:lnTo>
                  <a:lnTo>
                    <a:pt x="75352" y="278402"/>
                  </a:lnTo>
                  <a:close/>
                </a:path>
              </a:pathLst>
            </a:custGeom>
            <a:grpFill/>
            <a:ln w="6350" cap="flat">
              <a:solidFill>
                <a:schemeClr val="bg1"/>
              </a:solidFill>
              <a:prstDash val="solid"/>
              <a:miter/>
            </a:ln>
          </p:spPr>
          <p:txBody>
            <a:bodyPr rtlCol="0" anchor="ctr"/>
            <a:lstStyle/>
            <a:p>
              <a:endParaRPr lang="en-US"/>
            </a:p>
          </p:txBody>
        </p:sp>
        <p:sp>
          <p:nvSpPr>
            <p:cNvPr id="128" name="Freeform 907">
              <a:extLst>
                <a:ext uri="{FF2B5EF4-FFF2-40B4-BE49-F238E27FC236}">
                  <a16:creationId xmlns:a16="http://schemas.microsoft.com/office/drawing/2014/main" id="{B924CD40-4B08-9741-D261-5110A13E155F}"/>
                </a:ext>
              </a:extLst>
            </p:cNvPr>
            <p:cNvSpPr/>
            <p:nvPr/>
          </p:nvSpPr>
          <p:spPr>
            <a:xfrm>
              <a:off x="6965407" y="2330299"/>
              <a:ext cx="721805" cy="631318"/>
            </a:xfrm>
            <a:custGeom>
              <a:avLst/>
              <a:gdLst>
                <a:gd name="connsiteX0" fmla="*/ 1385526 w 1385794"/>
                <a:gd name="connsiteY0" fmla="*/ 829621 h 1212067"/>
                <a:gd name="connsiteX1" fmla="*/ 1384752 w 1385794"/>
                <a:gd name="connsiteY1" fmla="*/ 827569 h 1212067"/>
                <a:gd name="connsiteX2" fmla="*/ 1382362 w 1385794"/>
                <a:gd name="connsiteY2" fmla="*/ 824306 h 1212067"/>
                <a:gd name="connsiteX3" fmla="*/ 1382463 w 1385794"/>
                <a:gd name="connsiteY3" fmla="*/ 820841 h 1212067"/>
                <a:gd name="connsiteX4" fmla="*/ 1382261 w 1385794"/>
                <a:gd name="connsiteY4" fmla="*/ 817241 h 1212067"/>
                <a:gd name="connsiteX5" fmla="*/ 1380915 w 1385794"/>
                <a:gd name="connsiteY5" fmla="*/ 810749 h 1212067"/>
                <a:gd name="connsiteX6" fmla="*/ 1379400 w 1385794"/>
                <a:gd name="connsiteY6" fmla="*/ 809100 h 1212067"/>
                <a:gd name="connsiteX7" fmla="*/ 1377819 w 1385794"/>
                <a:gd name="connsiteY7" fmla="*/ 806914 h 1212067"/>
                <a:gd name="connsiteX8" fmla="*/ 1378189 w 1385794"/>
                <a:gd name="connsiteY8" fmla="*/ 804727 h 1212067"/>
                <a:gd name="connsiteX9" fmla="*/ 1378828 w 1385794"/>
                <a:gd name="connsiteY9" fmla="*/ 803281 h 1212067"/>
                <a:gd name="connsiteX10" fmla="*/ 1380208 w 1385794"/>
                <a:gd name="connsiteY10" fmla="*/ 801633 h 1212067"/>
                <a:gd name="connsiteX11" fmla="*/ 1382093 w 1385794"/>
                <a:gd name="connsiteY11" fmla="*/ 800993 h 1212067"/>
                <a:gd name="connsiteX12" fmla="*/ 1383405 w 1385794"/>
                <a:gd name="connsiteY12" fmla="*/ 799177 h 1212067"/>
                <a:gd name="connsiteX13" fmla="*/ 1383978 w 1385794"/>
                <a:gd name="connsiteY13" fmla="*/ 797730 h 1212067"/>
                <a:gd name="connsiteX14" fmla="*/ 1384112 w 1385794"/>
                <a:gd name="connsiteY14" fmla="*/ 795846 h 1212067"/>
                <a:gd name="connsiteX15" fmla="*/ 1384112 w 1385794"/>
                <a:gd name="connsiteY15" fmla="*/ 793593 h 1212067"/>
                <a:gd name="connsiteX16" fmla="*/ 1383641 w 1385794"/>
                <a:gd name="connsiteY16" fmla="*/ 790128 h 1212067"/>
                <a:gd name="connsiteX17" fmla="*/ 1383102 w 1385794"/>
                <a:gd name="connsiteY17" fmla="*/ 789051 h 1212067"/>
                <a:gd name="connsiteX18" fmla="*/ 1379838 w 1385794"/>
                <a:gd name="connsiteY18" fmla="*/ 785923 h 1212067"/>
                <a:gd name="connsiteX19" fmla="*/ 1377381 w 1385794"/>
                <a:gd name="connsiteY19" fmla="*/ 783972 h 1212067"/>
                <a:gd name="connsiteX20" fmla="*/ 1374184 w 1385794"/>
                <a:gd name="connsiteY20" fmla="*/ 783030 h 1212067"/>
                <a:gd name="connsiteX21" fmla="*/ 1368665 w 1385794"/>
                <a:gd name="connsiteY21" fmla="*/ 782323 h 1212067"/>
                <a:gd name="connsiteX22" fmla="*/ 1366578 w 1385794"/>
                <a:gd name="connsiteY22" fmla="*/ 782895 h 1212067"/>
                <a:gd name="connsiteX23" fmla="*/ 1363381 w 1385794"/>
                <a:gd name="connsiteY23" fmla="*/ 783333 h 1212067"/>
                <a:gd name="connsiteX24" fmla="*/ 1360621 w 1385794"/>
                <a:gd name="connsiteY24" fmla="*/ 782256 h 1212067"/>
                <a:gd name="connsiteX25" fmla="*/ 1358770 w 1385794"/>
                <a:gd name="connsiteY25" fmla="*/ 778858 h 1212067"/>
                <a:gd name="connsiteX26" fmla="*/ 1354025 w 1385794"/>
                <a:gd name="connsiteY26" fmla="*/ 775864 h 1212067"/>
                <a:gd name="connsiteX27" fmla="*/ 1351837 w 1385794"/>
                <a:gd name="connsiteY27" fmla="*/ 773947 h 1212067"/>
                <a:gd name="connsiteX28" fmla="*/ 1349616 w 1385794"/>
                <a:gd name="connsiteY28" fmla="*/ 771761 h 1212067"/>
                <a:gd name="connsiteX29" fmla="*/ 1347429 w 1385794"/>
                <a:gd name="connsiteY29" fmla="*/ 769406 h 1212067"/>
                <a:gd name="connsiteX30" fmla="*/ 1346082 w 1385794"/>
                <a:gd name="connsiteY30" fmla="*/ 767791 h 1212067"/>
                <a:gd name="connsiteX31" fmla="*/ 1343895 w 1385794"/>
                <a:gd name="connsiteY31" fmla="*/ 765840 h 1212067"/>
                <a:gd name="connsiteX32" fmla="*/ 1341337 w 1385794"/>
                <a:gd name="connsiteY32" fmla="*/ 764932 h 1212067"/>
                <a:gd name="connsiteX33" fmla="*/ 1339015 w 1385794"/>
                <a:gd name="connsiteY33" fmla="*/ 764999 h 1212067"/>
                <a:gd name="connsiteX34" fmla="*/ 1337601 w 1385794"/>
                <a:gd name="connsiteY34" fmla="*/ 766681 h 1212067"/>
                <a:gd name="connsiteX35" fmla="*/ 1336626 w 1385794"/>
                <a:gd name="connsiteY35" fmla="*/ 767657 h 1212067"/>
                <a:gd name="connsiteX36" fmla="*/ 1335649 w 1385794"/>
                <a:gd name="connsiteY36" fmla="*/ 770112 h 1212067"/>
                <a:gd name="connsiteX37" fmla="*/ 1333731 w 1385794"/>
                <a:gd name="connsiteY37" fmla="*/ 770482 h 1212067"/>
                <a:gd name="connsiteX38" fmla="*/ 1331443 w 1385794"/>
                <a:gd name="connsiteY38" fmla="*/ 767152 h 1212067"/>
                <a:gd name="connsiteX39" fmla="*/ 1329120 w 1385794"/>
                <a:gd name="connsiteY39" fmla="*/ 764831 h 1212067"/>
                <a:gd name="connsiteX40" fmla="*/ 1324476 w 1385794"/>
                <a:gd name="connsiteY40" fmla="*/ 760491 h 1212067"/>
                <a:gd name="connsiteX41" fmla="*/ 1321851 w 1385794"/>
                <a:gd name="connsiteY41" fmla="*/ 757464 h 1212067"/>
                <a:gd name="connsiteX42" fmla="*/ 1320976 w 1385794"/>
                <a:gd name="connsiteY42" fmla="*/ 758473 h 1212067"/>
                <a:gd name="connsiteX43" fmla="*/ 1318788 w 1385794"/>
                <a:gd name="connsiteY43" fmla="*/ 759785 h 1212067"/>
                <a:gd name="connsiteX44" fmla="*/ 1315591 w 1385794"/>
                <a:gd name="connsiteY44" fmla="*/ 755580 h 1212067"/>
                <a:gd name="connsiteX45" fmla="*/ 1316534 w 1385794"/>
                <a:gd name="connsiteY45" fmla="*/ 751880 h 1212067"/>
                <a:gd name="connsiteX46" fmla="*/ 1314716 w 1385794"/>
                <a:gd name="connsiteY46" fmla="*/ 747742 h 1212067"/>
                <a:gd name="connsiteX47" fmla="*/ 1313404 w 1385794"/>
                <a:gd name="connsiteY47" fmla="*/ 745152 h 1212067"/>
                <a:gd name="connsiteX48" fmla="*/ 1311082 w 1385794"/>
                <a:gd name="connsiteY48" fmla="*/ 741889 h 1212067"/>
                <a:gd name="connsiteX49" fmla="*/ 1308625 w 1385794"/>
                <a:gd name="connsiteY49" fmla="*/ 739803 h 1212067"/>
                <a:gd name="connsiteX50" fmla="*/ 1304485 w 1385794"/>
                <a:gd name="connsiteY50" fmla="*/ 737919 h 1212067"/>
                <a:gd name="connsiteX51" fmla="*/ 1299908 w 1385794"/>
                <a:gd name="connsiteY51" fmla="*/ 736674 h 1212067"/>
                <a:gd name="connsiteX52" fmla="*/ 1298831 w 1385794"/>
                <a:gd name="connsiteY52" fmla="*/ 737482 h 1212067"/>
                <a:gd name="connsiteX53" fmla="*/ 1297384 w 1385794"/>
                <a:gd name="connsiteY53" fmla="*/ 738054 h 1212067"/>
                <a:gd name="connsiteX54" fmla="*/ 1295432 w 1385794"/>
                <a:gd name="connsiteY54" fmla="*/ 737852 h 1212067"/>
                <a:gd name="connsiteX55" fmla="*/ 1294288 w 1385794"/>
                <a:gd name="connsiteY55" fmla="*/ 736405 h 1212067"/>
                <a:gd name="connsiteX56" fmla="*/ 1289879 w 1385794"/>
                <a:gd name="connsiteY56" fmla="*/ 733378 h 1212067"/>
                <a:gd name="connsiteX57" fmla="*/ 1289240 w 1385794"/>
                <a:gd name="connsiteY57" fmla="*/ 733950 h 1212067"/>
                <a:gd name="connsiteX58" fmla="*/ 1287793 w 1385794"/>
                <a:gd name="connsiteY58" fmla="*/ 735833 h 1212067"/>
                <a:gd name="connsiteX59" fmla="*/ 1286648 w 1385794"/>
                <a:gd name="connsiteY59" fmla="*/ 738222 h 1212067"/>
                <a:gd name="connsiteX60" fmla="*/ 1281869 w 1385794"/>
                <a:gd name="connsiteY60" fmla="*/ 739803 h 1212067"/>
                <a:gd name="connsiteX61" fmla="*/ 1278100 w 1385794"/>
                <a:gd name="connsiteY61" fmla="*/ 738794 h 1212067"/>
                <a:gd name="connsiteX62" fmla="*/ 1277797 w 1385794"/>
                <a:gd name="connsiteY62" fmla="*/ 734723 h 1212067"/>
                <a:gd name="connsiteX63" fmla="*/ 1277360 w 1385794"/>
                <a:gd name="connsiteY63" fmla="*/ 731830 h 1212067"/>
                <a:gd name="connsiteX64" fmla="*/ 1274970 w 1385794"/>
                <a:gd name="connsiteY64" fmla="*/ 730888 h 1212067"/>
                <a:gd name="connsiteX65" fmla="*/ 1274499 w 1385794"/>
                <a:gd name="connsiteY65" fmla="*/ 730754 h 1212067"/>
                <a:gd name="connsiteX66" fmla="*/ 1273590 w 1385794"/>
                <a:gd name="connsiteY66" fmla="*/ 727188 h 1212067"/>
                <a:gd name="connsiteX67" fmla="*/ 1270057 w 1385794"/>
                <a:gd name="connsiteY67" fmla="*/ 727188 h 1212067"/>
                <a:gd name="connsiteX68" fmla="*/ 1268811 w 1385794"/>
                <a:gd name="connsiteY68" fmla="*/ 727895 h 1212067"/>
                <a:gd name="connsiteX69" fmla="*/ 1264672 w 1385794"/>
                <a:gd name="connsiteY69" fmla="*/ 728803 h 1212067"/>
                <a:gd name="connsiteX70" fmla="*/ 1260465 w 1385794"/>
                <a:gd name="connsiteY70" fmla="*/ 728130 h 1212067"/>
                <a:gd name="connsiteX71" fmla="*/ 1258143 w 1385794"/>
                <a:gd name="connsiteY71" fmla="*/ 726751 h 1212067"/>
                <a:gd name="connsiteX72" fmla="*/ 1257201 w 1385794"/>
                <a:gd name="connsiteY72" fmla="*/ 725237 h 1212067"/>
                <a:gd name="connsiteX73" fmla="*/ 1256830 w 1385794"/>
                <a:gd name="connsiteY73" fmla="*/ 722277 h 1212067"/>
                <a:gd name="connsiteX74" fmla="*/ 1257638 w 1385794"/>
                <a:gd name="connsiteY74" fmla="*/ 720393 h 1212067"/>
                <a:gd name="connsiteX75" fmla="*/ 1258076 w 1385794"/>
                <a:gd name="connsiteY75" fmla="*/ 717769 h 1212067"/>
                <a:gd name="connsiteX76" fmla="*/ 1258782 w 1385794"/>
                <a:gd name="connsiteY76" fmla="*/ 714136 h 1212067"/>
                <a:gd name="connsiteX77" fmla="*/ 1258782 w 1385794"/>
                <a:gd name="connsiteY77" fmla="*/ 711747 h 1212067"/>
                <a:gd name="connsiteX78" fmla="*/ 1258446 w 1385794"/>
                <a:gd name="connsiteY78" fmla="*/ 708047 h 1212067"/>
                <a:gd name="connsiteX79" fmla="*/ 1258749 w 1385794"/>
                <a:gd name="connsiteY79" fmla="*/ 706701 h 1212067"/>
                <a:gd name="connsiteX80" fmla="*/ 1258581 w 1385794"/>
                <a:gd name="connsiteY80" fmla="*/ 706701 h 1212067"/>
                <a:gd name="connsiteX81" fmla="*/ 1253129 w 1385794"/>
                <a:gd name="connsiteY81" fmla="*/ 703775 h 1212067"/>
                <a:gd name="connsiteX82" fmla="*/ 1251143 w 1385794"/>
                <a:gd name="connsiteY82" fmla="*/ 701824 h 1212067"/>
                <a:gd name="connsiteX83" fmla="*/ 1247609 w 1385794"/>
                <a:gd name="connsiteY83" fmla="*/ 699705 h 1212067"/>
                <a:gd name="connsiteX84" fmla="*/ 1241686 w 1385794"/>
                <a:gd name="connsiteY84" fmla="*/ 697518 h 1212067"/>
                <a:gd name="connsiteX85" fmla="*/ 1237816 w 1385794"/>
                <a:gd name="connsiteY85" fmla="*/ 697888 h 1212067"/>
                <a:gd name="connsiteX86" fmla="*/ 1234955 w 1385794"/>
                <a:gd name="connsiteY86" fmla="*/ 700075 h 1212067"/>
                <a:gd name="connsiteX87" fmla="*/ 1232767 w 1385794"/>
                <a:gd name="connsiteY87" fmla="*/ 701925 h 1212067"/>
                <a:gd name="connsiteX88" fmla="*/ 1230344 w 1385794"/>
                <a:gd name="connsiteY88" fmla="*/ 702799 h 1212067"/>
                <a:gd name="connsiteX89" fmla="*/ 1227013 w 1385794"/>
                <a:gd name="connsiteY89" fmla="*/ 699368 h 1212067"/>
                <a:gd name="connsiteX90" fmla="*/ 1224522 w 1385794"/>
                <a:gd name="connsiteY90" fmla="*/ 698897 h 1212067"/>
                <a:gd name="connsiteX91" fmla="*/ 1221325 w 1385794"/>
                <a:gd name="connsiteY91" fmla="*/ 701555 h 1212067"/>
                <a:gd name="connsiteX92" fmla="*/ 1220887 w 1385794"/>
                <a:gd name="connsiteY92" fmla="*/ 701891 h 1212067"/>
                <a:gd name="connsiteX93" fmla="*/ 1217387 w 1385794"/>
                <a:gd name="connsiteY93" fmla="*/ 697585 h 1212067"/>
                <a:gd name="connsiteX94" fmla="*/ 1214123 w 1385794"/>
                <a:gd name="connsiteY94" fmla="*/ 697114 h 1212067"/>
                <a:gd name="connsiteX95" fmla="*/ 1210219 w 1385794"/>
                <a:gd name="connsiteY95" fmla="*/ 698864 h 1212067"/>
                <a:gd name="connsiteX96" fmla="*/ 1209411 w 1385794"/>
                <a:gd name="connsiteY96" fmla="*/ 700646 h 1212067"/>
                <a:gd name="connsiteX97" fmla="*/ 1207493 w 1385794"/>
                <a:gd name="connsiteY97" fmla="*/ 702261 h 1212067"/>
                <a:gd name="connsiteX98" fmla="*/ 1203589 w 1385794"/>
                <a:gd name="connsiteY98" fmla="*/ 701487 h 1212067"/>
                <a:gd name="connsiteX99" fmla="*/ 1201267 w 1385794"/>
                <a:gd name="connsiteY99" fmla="*/ 701016 h 1212067"/>
                <a:gd name="connsiteX100" fmla="*/ 1199113 w 1385794"/>
                <a:gd name="connsiteY100" fmla="*/ 701185 h 1212067"/>
                <a:gd name="connsiteX101" fmla="*/ 1197935 w 1385794"/>
                <a:gd name="connsiteY101" fmla="*/ 704380 h 1212067"/>
                <a:gd name="connsiteX102" fmla="*/ 1197935 w 1385794"/>
                <a:gd name="connsiteY102" fmla="*/ 708888 h 1212067"/>
                <a:gd name="connsiteX103" fmla="*/ 1197935 w 1385794"/>
                <a:gd name="connsiteY103" fmla="*/ 714102 h 1212067"/>
                <a:gd name="connsiteX104" fmla="*/ 1197295 w 1385794"/>
                <a:gd name="connsiteY104" fmla="*/ 716692 h 1212067"/>
                <a:gd name="connsiteX105" fmla="*/ 1196757 w 1385794"/>
                <a:gd name="connsiteY105" fmla="*/ 719283 h 1212067"/>
                <a:gd name="connsiteX106" fmla="*/ 1193392 w 1385794"/>
                <a:gd name="connsiteY106" fmla="*/ 719821 h 1212067"/>
                <a:gd name="connsiteX107" fmla="*/ 1189791 w 1385794"/>
                <a:gd name="connsiteY107" fmla="*/ 721469 h 1212067"/>
                <a:gd name="connsiteX108" fmla="*/ 1188478 w 1385794"/>
                <a:gd name="connsiteY108" fmla="*/ 724194 h 1212067"/>
                <a:gd name="connsiteX109" fmla="*/ 1190766 w 1385794"/>
                <a:gd name="connsiteY109" fmla="*/ 728971 h 1212067"/>
                <a:gd name="connsiteX110" fmla="*/ 1194132 w 1385794"/>
                <a:gd name="connsiteY110" fmla="*/ 730384 h 1212067"/>
                <a:gd name="connsiteX111" fmla="*/ 1197397 w 1385794"/>
                <a:gd name="connsiteY111" fmla="*/ 731998 h 1212067"/>
                <a:gd name="connsiteX112" fmla="*/ 1198608 w 1385794"/>
                <a:gd name="connsiteY112" fmla="*/ 733748 h 1212067"/>
                <a:gd name="connsiteX113" fmla="*/ 1198709 w 1385794"/>
                <a:gd name="connsiteY113" fmla="*/ 736473 h 1212067"/>
                <a:gd name="connsiteX114" fmla="*/ 1196320 w 1385794"/>
                <a:gd name="connsiteY114" fmla="*/ 737112 h 1212067"/>
                <a:gd name="connsiteX115" fmla="*/ 1195882 w 1385794"/>
                <a:gd name="connsiteY115" fmla="*/ 740913 h 1212067"/>
                <a:gd name="connsiteX116" fmla="*/ 1196656 w 1385794"/>
                <a:gd name="connsiteY116" fmla="*/ 742225 h 1212067"/>
                <a:gd name="connsiteX117" fmla="*/ 1197195 w 1385794"/>
                <a:gd name="connsiteY117" fmla="*/ 744613 h 1212067"/>
                <a:gd name="connsiteX118" fmla="*/ 1193728 w 1385794"/>
                <a:gd name="connsiteY118" fmla="*/ 745152 h 1212067"/>
                <a:gd name="connsiteX119" fmla="*/ 1190666 w 1385794"/>
                <a:gd name="connsiteY119" fmla="*/ 745152 h 1212067"/>
                <a:gd name="connsiteX120" fmla="*/ 1187401 w 1385794"/>
                <a:gd name="connsiteY120" fmla="*/ 745185 h 1212067"/>
                <a:gd name="connsiteX121" fmla="*/ 1185651 w 1385794"/>
                <a:gd name="connsiteY121" fmla="*/ 747338 h 1212067"/>
                <a:gd name="connsiteX122" fmla="*/ 1183699 w 1385794"/>
                <a:gd name="connsiteY122" fmla="*/ 750164 h 1212067"/>
                <a:gd name="connsiteX123" fmla="*/ 1182285 w 1385794"/>
                <a:gd name="connsiteY123" fmla="*/ 753191 h 1212067"/>
                <a:gd name="connsiteX124" fmla="*/ 1182285 w 1385794"/>
                <a:gd name="connsiteY124" fmla="*/ 755815 h 1212067"/>
                <a:gd name="connsiteX125" fmla="*/ 1182285 w 1385794"/>
                <a:gd name="connsiteY125" fmla="*/ 757767 h 1212067"/>
                <a:gd name="connsiteX126" fmla="*/ 1180536 w 1385794"/>
                <a:gd name="connsiteY126" fmla="*/ 760256 h 1212067"/>
                <a:gd name="connsiteX127" fmla="*/ 1178449 w 1385794"/>
                <a:gd name="connsiteY127" fmla="*/ 761568 h 1212067"/>
                <a:gd name="connsiteX128" fmla="*/ 1177574 w 1385794"/>
                <a:gd name="connsiteY128" fmla="*/ 763956 h 1212067"/>
                <a:gd name="connsiteX129" fmla="*/ 1174107 w 1385794"/>
                <a:gd name="connsiteY129" fmla="*/ 763956 h 1212067"/>
                <a:gd name="connsiteX130" fmla="*/ 1172055 w 1385794"/>
                <a:gd name="connsiteY130" fmla="*/ 765033 h 1212067"/>
                <a:gd name="connsiteX131" fmla="*/ 1172055 w 1385794"/>
                <a:gd name="connsiteY131" fmla="*/ 768296 h 1212067"/>
                <a:gd name="connsiteX132" fmla="*/ 1174781 w 1385794"/>
                <a:gd name="connsiteY132" fmla="*/ 771559 h 1212067"/>
                <a:gd name="connsiteX133" fmla="*/ 1177507 w 1385794"/>
                <a:gd name="connsiteY133" fmla="*/ 773409 h 1212067"/>
                <a:gd name="connsiteX134" fmla="*/ 1180434 w 1385794"/>
                <a:gd name="connsiteY134" fmla="*/ 775596 h 1212067"/>
                <a:gd name="connsiteX135" fmla="*/ 1182487 w 1385794"/>
                <a:gd name="connsiteY135" fmla="*/ 778758 h 1212067"/>
                <a:gd name="connsiteX136" fmla="*/ 1184237 w 1385794"/>
                <a:gd name="connsiteY136" fmla="*/ 781247 h 1212067"/>
                <a:gd name="connsiteX137" fmla="*/ 1184776 w 1385794"/>
                <a:gd name="connsiteY137" fmla="*/ 784947 h 1212067"/>
                <a:gd name="connsiteX138" fmla="*/ 1183901 w 1385794"/>
                <a:gd name="connsiteY138" fmla="*/ 789287 h 1212067"/>
                <a:gd name="connsiteX139" fmla="*/ 1182285 w 1385794"/>
                <a:gd name="connsiteY139" fmla="*/ 790800 h 1212067"/>
                <a:gd name="connsiteX140" fmla="*/ 1177944 w 1385794"/>
                <a:gd name="connsiteY140" fmla="*/ 793828 h 1212067"/>
                <a:gd name="connsiteX141" fmla="*/ 1179559 w 1385794"/>
                <a:gd name="connsiteY141" fmla="*/ 797293 h 1212067"/>
                <a:gd name="connsiteX142" fmla="*/ 1182487 w 1385794"/>
                <a:gd name="connsiteY142" fmla="*/ 798807 h 1212067"/>
                <a:gd name="connsiteX143" fmla="*/ 1191608 w 1385794"/>
                <a:gd name="connsiteY143" fmla="*/ 798807 h 1212067"/>
                <a:gd name="connsiteX144" fmla="*/ 1194872 w 1385794"/>
                <a:gd name="connsiteY144" fmla="*/ 797158 h 1212067"/>
                <a:gd name="connsiteX145" fmla="*/ 1198238 w 1385794"/>
                <a:gd name="connsiteY145" fmla="*/ 798235 h 1212067"/>
                <a:gd name="connsiteX146" fmla="*/ 1200190 w 1385794"/>
                <a:gd name="connsiteY146" fmla="*/ 800623 h 1212067"/>
                <a:gd name="connsiteX147" fmla="*/ 1202916 w 1385794"/>
                <a:gd name="connsiteY147" fmla="*/ 802574 h 1212067"/>
                <a:gd name="connsiteX148" fmla="*/ 1207257 w 1385794"/>
                <a:gd name="connsiteY148" fmla="*/ 804256 h 1212067"/>
                <a:gd name="connsiteX149" fmla="*/ 1211801 w 1385794"/>
                <a:gd name="connsiteY149" fmla="*/ 805299 h 1212067"/>
                <a:gd name="connsiteX150" fmla="*/ 1214426 w 1385794"/>
                <a:gd name="connsiteY150" fmla="*/ 805299 h 1212067"/>
                <a:gd name="connsiteX151" fmla="*/ 1219305 w 1385794"/>
                <a:gd name="connsiteY151" fmla="*/ 807486 h 1212067"/>
                <a:gd name="connsiteX152" fmla="*/ 1221493 w 1385794"/>
                <a:gd name="connsiteY152" fmla="*/ 809773 h 1212067"/>
                <a:gd name="connsiteX153" fmla="*/ 1219305 w 1385794"/>
                <a:gd name="connsiteY153" fmla="*/ 812700 h 1212067"/>
                <a:gd name="connsiteX154" fmla="*/ 1220618 w 1385794"/>
                <a:gd name="connsiteY154" fmla="*/ 814651 h 1212067"/>
                <a:gd name="connsiteX155" fmla="*/ 1222806 w 1385794"/>
                <a:gd name="connsiteY155" fmla="*/ 817140 h 1212067"/>
                <a:gd name="connsiteX156" fmla="*/ 1224657 w 1385794"/>
                <a:gd name="connsiteY156" fmla="*/ 818755 h 1212067"/>
                <a:gd name="connsiteX157" fmla="*/ 1225532 w 1385794"/>
                <a:gd name="connsiteY157" fmla="*/ 821480 h 1212067"/>
                <a:gd name="connsiteX158" fmla="*/ 1223445 w 1385794"/>
                <a:gd name="connsiteY158" fmla="*/ 825180 h 1212067"/>
                <a:gd name="connsiteX159" fmla="*/ 1222267 w 1385794"/>
                <a:gd name="connsiteY159" fmla="*/ 829183 h 1212067"/>
                <a:gd name="connsiteX160" fmla="*/ 1221493 w 1385794"/>
                <a:gd name="connsiteY160" fmla="*/ 833758 h 1212067"/>
                <a:gd name="connsiteX161" fmla="*/ 1219642 w 1385794"/>
                <a:gd name="connsiteY161" fmla="*/ 837661 h 1212067"/>
                <a:gd name="connsiteX162" fmla="*/ 1217354 w 1385794"/>
                <a:gd name="connsiteY162" fmla="*/ 839073 h 1212067"/>
                <a:gd name="connsiteX163" fmla="*/ 1213551 w 1385794"/>
                <a:gd name="connsiteY163" fmla="*/ 840890 h 1212067"/>
                <a:gd name="connsiteX164" fmla="*/ 1213551 w 1385794"/>
                <a:gd name="connsiteY164" fmla="*/ 842639 h 1212067"/>
                <a:gd name="connsiteX165" fmla="*/ 1216916 w 1385794"/>
                <a:gd name="connsiteY165" fmla="*/ 847652 h 1212067"/>
                <a:gd name="connsiteX166" fmla="*/ 1220080 w 1385794"/>
                <a:gd name="connsiteY166" fmla="*/ 851016 h 1212067"/>
                <a:gd name="connsiteX167" fmla="*/ 1220012 w 1385794"/>
                <a:gd name="connsiteY167" fmla="*/ 851890 h 1212067"/>
                <a:gd name="connsiteX168" fmla="*/ 1220517 w 1385794"/>
                <a:gd name="connsiteY168" fmla="*/ 854716 h 1212067"/>
                <a:gd name="connsiteX169" fmla="*/ 1220517 w 1385794"/>
                <a:gd name="connsiteY169" fmla="*/ 856566 h 1212067"/>
                <a:gd name="connsiteX170" fmla="*/ 1219305 w 1385794"/>
                <a:gd name="connsiteY170" fmla="*/ 856734 h 1212067"/>
                <a:gd name="connsiteX171" fmla="*/ 1216579 w 1385794"/>
                <a:gd name="connsiteY171" fmla="*/ 857441 h 1212067"/>
                <a:gd name="connsiteX172" fmla="*/ 1212676 w 1385794"/>
                <a:gd name="connsiteY172" fmla="*/ 857441 h 1212067"/>
                <a:gd name="connsiteX173" fmla="*/ 1210825 w 1385794"/>
                <a:gd name="connsiteY173" fmla="*/ 857441 h 1212067"/>
                <a:gd name="connsiteX174" fmla="*/ 1209512 w 1385794"/>
                <a:gd name="connsiteY174" fmla="*/ 859291 h 1212067"/>
                <a:gd name="connsiteX175" fmla="*/ 1208974 w 1385794"/>
                <a:gd name="connsiteY175" fmla="*/ 859829 h 1212067"/>
                <a:gd name="connsiteX176" fmla="*/ 1206685 w 1385794"/>
                <a:gd name="connsiteY176" fmla="*/ 863294 h 1212067"/>
                <a:gd name="connsiteX177" fmla="*/ 1202983 w 1385794"/>
                <a:gd name="connsiteY177" fmla="*/ 862520 h 1212067"/>
                <a:gd name="connsiteX178" fmla="*/ 1200930 w 1385794"/>
                <a:gd name="connsiteY178" fmla="*/ 864438 h 1212067"/>
                <a:gd name="connsiteX179" fmla="*/ 1198978 w 1385794"/>
                <a:gd name="connsiteY179" fmla="*/ 866120 h 1212067"/>
                <a:gd name="connsiteX180" fmla="*/ 1197026 w 1385794"/>
                <a:gd name="connsiteY180" fmla="*/ 866120 h 1212067"/>
                <a:gd name="connsiteX181" fmla="*/ 1194098 w 1385794"/>
                <a:gd name="connsiteY181" fmla="*/ 863395 h 1212067"/>
                <a:gd name="connsiteX182" fmla="*/ 1190497 w 1385794"/>
                <a:gd name="connsiteY182" fmla="*/ 860670 h 1212067"/>
                <a:gd name="connsiteX183" fmla="*/ 1187435 w 1385794"/>
                <a:gd name="connsiteY183" fmla="*/ 858921 h 1212067"/>
                <a:gd name="connsiteX184" fmla="*/ 1185045 w 1385794"/>
                <a:gd name="connsiteY184" fmla="*/ 858046 h 1212067"/>
                <a:gd name="connsiteX185" fmla="*/ 1182117 w 1385794"/>
                <a:gd name="connsiteY185" fmla="*/ 855019 h 1212067"/>
                <a:gd name="connsiteX186" fmla="*/ 1180367 w 1385794"/>
                <a:gd name="connsiteY186" fmla="*/ 855120 h 1212067"/>
                <a:gd name="connsiteX187" fmla="*/ 1177910 w 1385794"/>
                <a:gd name="connsiteY187" fmla="*/ 857542 h 1212067"/>
                <a:gd name="connsiteX188" fmla="*/ 1175958 w 1385794"/>
                <a:gd name="connsiteY188" fmla="*/ 858315 h 1212067"/>
                <a:gd name="connsiteX189" fmla="*/ 1172694 w 1385794"/>
                <a:gd name="connsiteY189" fmla="*/ 859190 h 1212067"/>
                <a:gd name="connsiteX190" fmla="*/ 1171920 w 1385794"/>
                <a:gd name="connsiteY190" fmla="*/ 861242 h 1212067"/>
                <a:gd name="connsiteX191" fmla="*/ 1171920 w 1385794"/>
                <a:gd name="connsiteY191" fmla="*/ 863630 h 1212067"/>
                <a:gd name="connsiteX192" fmla="*/ 1173266 w 1385794"/>
                <a:gd name="connsiteY192" fmla="*/ 865481 h 1212067"/>
                <a:gd name="connsiteX193" fmla="*/ 1173636 w 1385794"/>
                <a:gd name="connsiteY193" fmla="*/ 867768 h 1212067"/>
                <a:gd name="connsiteX194" fmla="*/ 1173636 w 1385794"/>
                <a:gd name="connsiteY194" fmla="*/ 868844 h 1212067"/>
                <a:gd name="connsiteX195" fmla="*/ 1174612 w 1385794"/>
                <a:gd name="connsiteY195" fmla="*/ 871132 h 1212067"/>
                <a:gd name="connsiteX196" fmla="*/ 1175824 w 1385794"/>
                <a:gd name="connsiteY196" fmla="*/ 875270 h 1212067"/>
                <a:gd name="connsiteX197" fmla="*/ 1177338 w 1385794"/>
                <a:gd name="connsiteY197" fmla="*/ 877557 h 1212067"/>
                <a:gd name="connsiteX198" fmla="*/ 1175386 w 1385794"/>
                <a:gd name="connsiteY198" fmla="*/ 882065 h 1212067"/>
                <a:gd name="connsiteX199" fmla="*/ 1175958 w 1385794"/>
                <a:gd name="connsiteY199" fmla="*/ 887279 h 1212067"/>
                <a:gd name="connsiteX200" fmla="*/ 1177978 w 1385794"/>
                <a:gd name="connsiteY200" fmla="*/ 893502 h 1212067"/>
                <a:gd name="connsiteX201" fmla="*/ 1178685 w 1385794"/>
                <a:gd name="connsiteY201" fmla="*/ 896261 h 1212067"/>
                <a:gd name="connsiteX202" fmla="*/ 1178987 w 1385794"/>
                <a:gd name="connsiteY202" fmla="*/ 899019 h 1212067"/>
                <a:gd name="connsiteX203" fmla="*/ 1178281 w 1385794"/>
                <a:gd name="connsiteY203" fmla="*/ 901778 h 1212067"/>
                <a:gd name="connsiteX204" fmla="*/ 1177708 w 1385794"/>
                <a:gd name="connsiteY204" fmla="*/ 905243 h 1212067"/>
                <a:gd name="connsiteX205" fmla="*/ 1176564 w 1385794"/>
                <a:gd name="connsiteY205" fmla="*/ 909010 h 1212067"/>
                <a:gd name="connsiteX206" fmla="*/ 1175992 w 1385794"/>
                <a:gd name="connsiteY206" fmla="*/ 910760 h 1212067"/>
                <a:gd name="connsiteX207" fmla="*/ 1174982 w 1385794"/>
                <a:gd name="connsiteY207" fmla="*/ 913821 h 1212067"/>
                <a:gd name="connsiteX208" fmla="*/ 1173973 w 1385794"/>
                <a:gd name="connsiteY208" fmla="*/ 915570 h 1212067"/>
                <a:gd name="connsiteX209" fmla="*/ 1172829 w 1385794"/>
                <a:gd name="connsiteY209" fmla="*/ 916714 h 1212067"/>
                <a:gd name="connsiteX210" fmla="*/ 1171079 w 1385794"/>
                <a:gd name="connsiteY210" fmla="*/ 916714 h 1212067"/>
                <a:gd name="connsiteX211" fmla="*/ 1169497 w 1385794"/>
                <a:gd name="connsiteY211" fmla="*/ 915839 h 1212067"/>
                <a:gd name="connsiteX212" fmla="*/ 1167309 w 1385794"/>
                <a:gd name="connsiteY212" fmla="*/ 913821 h 1212067"/>
                <a:gd name="connsiteX213" fmla="*/ 1166165 w 1385794"/>
                <a:gd name="connsiteY213" fmla="*/ 912946 h 1212067"/>
                <a:gd name="connsiteX214" fmla="*/ 1164718 w 1385794"/>
                <a:gd name="connsiteY214" fmla="*/ 910188 h 1212067"/>
                <a:gd name="connsiteX215" fmla="*/ 1164718 w 1385794"/>
                <a:gd name="connsiteY215" fmla="*/ 908169 h 1212067"/>
                <a:gd name="connsiteX216" fmla="*/ 1162968 w 1385794"/>
                <a:gd name="connsiteY216" fmla="*/ 906151 h 1212067"/>
                <a:gd name="connsiteX217" fmla="*/ 1161958 w 1385794"/>
                <a:gd name="connsiteY217" fmla="*/ 902821 h 1212067"/>
                <a:gd name="connsiteX218" fmla="*/ 1160814 w 1385794"/>
                <a:gd name="connsiteY218" fmla="*/ 900062 h 1212067"/>
                <a:gd name="connsiteX219" fmla="*/ 1159232 w 1385794"/>
                <a:gd name="connsiteY219" fmla="*/ 898044 h 1212067"/>
                <a:gd name="connsiteX220" fmla="*/ 1156102 w 1385794"/>
                <a:gd name="connsiteY220" fmla="*/ 897169 h 1212067"/>
                <a:gd name="connsiteX221" fmla="*/ 1154588 w 1385794"/>
                <a:gd name="connsiteY221" fmla="*/ 896597 h 1212067"/>
                <a:gd name="connsiteX222" fmla="*/ 1154588 w 1385794"/>
                <a:gd name="connsiteY222" fmla="*/ 896732 h 1212067"/>
                <a:gd name="connsiteX223" fmla="*/ 1151121 w 1385794"/>
                <a:gd name="connsiteY223" fmla="*/ 896025 h 1212067"/>
                <a:gd name="connsiteX224" fmla="*/ 1149237 w 1385794"/>
                <a:gd name="connsiteY224" fmla="*/ 896900 h 1212067"/>
                <a:gd name="connsiteX225" fmla="*/ 1148496 w 1385794"/>
                <a:gd name="connsiteY225" fmla="*/ 898481 h 1212067"/>
                <a:gd name="connsiteX226" fmla="*/ 1147352 w 1385794"/>
                <a:gd name="connsiteY226" fmla="*/ 899625 h 1212067"/>
                <a:gd name="connsiteX227" fmla="*/ 1145030 w 1385794"/>
                <a:gd name="connsiteY227" fmla="*/ 900499 h 1212067"/>
                <a:gd name="connsiteX228" fmla="*/ 1143650 w 1385794"/>
                <a:gd name="connsiteY228" fmla="*/ 898481 h 1212067"/>
                <a:gd name="connsiteX229" fmla="*/ 1142405 w 1385794"/>
                <a:gd name="connsiteY229" fmla="*/ 895588 h 1212067"/>
                <a:gd name="connsiteX230" fmla="*/ 1142405 w 1385794"/>
                <a:gd name="connsiteY230" fmla="*/ 893267 h 1212067"/>
                <a:gd name="connsiteX231" fmla="*/ 1143112 w 1385794"/>
                <a:gd name="connsiteY231" fmla="*/ 891080 h 1212067"/>
                <a:gd name="connsiteX232" fmla="*/ 1142977 w 1385794"/>
                <a:gd name="connsiteY232" fmla="*/ 888894 h 1212067"/>
                <a:gd name="connsiteX233" fmla="*/ 1140285 w 1385794"/>
                <a:gd name="connsiteY233" fmla="*/ 886068 h 1212067"/>
                <a:gd name="connsiteX234" fmla="*/ 1134563 w 1385794"/>
                <a:gd name="connsiteY234" fmla="*/ 882233 h 1212067"/>
                <a:gd name="connsiteX235" fmla="*/ 1127900 w 1385794"/>
                <a:gd name="connsiteY235" fmla="*/ 879340 h 1212067"/>
                <a:gd name="connsiteX236" fmla="*/ 1124433 w 1385794"/>
                <a:gd name="connsiteY236" fmla="*/ 878196 h 1212067"/>
                <a:gd name="connsiteX237" fmla="*/ 1115448 w 1385794"/>
                <a:gd name="connsiteY237" fmla="*/ 873790 h 1212067"/>
                <a:gd name="connsiteX238" fmla="*/ 1114000 w 1385794"/>
                <a:gd name="connsiteY238" fmla="*/ 867768 h 1212067"/>
                <a:gd name="connsiteX239" fmla="*/ 1111981 w 1385794"/>
                <a:gd name="connsiteY239" fmla="*/ 863698 h 1212067"/>
                <a:gd name="connsiteX240" fmla="*/ 1113428 w 1385794"/>
                <a:gd name="connsiteY240" fmla="*/ 862554 h 1212067"/>
                <a:gd name="connsiteX241" fmla="*/ 1114000 w 1385794"/>
                <a:gd name="connsiteY241" fmla="*/ 859358 h 1212067"/>
                <a:gd name="connsiteX242" fmla="*/ 1114303 w 1385794"/>
                <a:gd name="connsiteY242" fmla="*/ 857912 h 1212067"/>
                <a:gd name="connsiteX243" fmla="*/ 1111981 w 1385794"/>
                <a:gd name="connsiteY243" fmla="*/ 857037 h 1212067"/>
                <a:gd name="connsiteX244" fmla="*/ 1105015 w 1385794"/>
                <a:gd name="connsiteY244" fmla="*/ 855893 h 1212067"/>
                <a:gd name="connsiteX245" fmla="*/ 1101548 w 1385794"/>
                <a:gd name="connsiteY245" fmla="*/ 855893 h 1212067"/>
                <a:gd name="connsiteX246" fmla="*/ 1099529 w 1385794"/>
                <a:gd name="connsiteY246" fmla="*/ 856768 h 1212067"/>
                <a:gd name="connsiteX247" fmla="*/ 1097510 w 1385794"/>
                <a:gd name="connsiteY247" fmla="*/ 857071 h 1212067"/>
                <a:gd name="connsiteX248" fmla="*/ 1092596 w 1385794"/>
                <a:gd name="connsiteY248" fmla="*/ 855624 h 1212067"/>
                <a:gd name="connsiteX249" fmla="*/ 1089971 w 1385794"/>
                <a:gd name="connsiteY249" fmla="*/ 854749 h 1212067"/>
                <a:gd name="connsiteX250" fmla="*/ 1089433 w 1385794"/>
                <a:gd name="connsiteY250" fmla="*/ 852664 h 1212067"/>
                <a:gd name="connsiteX251" fmla="*/ 1088120 w 1385794"/>
                <a:gd name="connsiteY251" fmla="*/ 850477 h 1212067"/>
                <a:gd name="connsiteX252" fmla="*/ 1086606 w 1385794"/>
                <a:gd name="connsiteY252" fmla="*/ 849199 h 1212067"/>
                <a:gd name="connsiteX253" fmla="*/ 1084586 w 1385794"/>
                <a:gd name="connsiteY253" fmla="*/ 848493 h 1212067"/>
                <a:gd name="connsiteX254" fmla="*/ 1082634 w 1385794"/>
                <a:gd name="connsiteY254" fmla="*/ 847719 h 1212067"/>
                <a:gd name="connsiteX255" fmla="*/ 1081187 w 1385794"/>
                <a:gd name="connsiteY255" fmla="*/ 846373 h 1212067"/>
                <a:gd name="connsiteX256" fmla="*/ 1081995 w 1385794"/>
                <a:gd name="connsiteY256" fmla="*/ 844826 h 1212067"/>
                <a:gd name="connsiteX257" fmla="*/ 1081456 w 1385794"/>
                <a:gd name="connsiteY257" fmla="*/ 843043 h 1212067"/>
                <a:gd name="connsiteX258" fmla="*/ 1078932 w 1385794"/>
                <a:gd name="connsiteY258" fmla="*/ 841058 h 1212067"/>
                <a:gd name="connsiteX259" fmla="*/ 1077149 w 1385794"/>
                <a:gd name="connsiteY259" fmla="*/ 839242 h 1212067"/>
                <a:gd name="connsiteX260" fmla="*/ 1076846 w 1385794"/>
                <a:gd name="connsiteY260" fmla="*/ 837930 h 1212067"/>
                <a:gd name="connsiteX261" fmla="*/ 1076846 w 1385794"/>
                <a:gd name="connsiteY261" fmla="*/ 835676 h 1212067"/>
                <a:gd name="connsiteX262" fmla="*/ 1077216 w 1385794"/>
                <a:gd name="connsiteY262" fmla="*/ 833422 h 1212067"/>
                <a:gd name="connsiteX263" fmla="*/ 1077283 w 1385794"/>
                <a:gd name="connsiteY263" fmla="*/ 830933 h 1212067"/>
                <a:gd name="connsiteX264" fmla="*/ 1079706 w 1385794"/>
                <a:gd name="connsiteY264" fmla="*/ 828746 h 1212067"/>
                <a:gd name="connsiteX265" fmla="*/ 1081423 w 1385794"/>
                <a:gd name="connsiteY265" fmla="*/ 827771 h 1212067"/>
                <a:gd name="connsiteX266" fmla="*/ 1082803 w 1385794"/>
                <a:gd name="connsiteY266" fmla="*/ 826122 h 1212067"/>
                <a:gd name="connsiteX267" fmla="*/ 1083004 w 1385794"/>
                <a:gd name="connsiteY267" fmla="*/ 824440 h 1212067"/>
                <a:gd name="connsiteX268" fmla="*/ 1083274 w 1385794"/>
                <a:gd name="connsiteY268" fmla="*/ 822859 h 1212067"/>
                <a:gd name="connsiteX269" fmla="*/ 1085192 w 1385794"/>
                <a:gd name="connsiteY269" fmla="*/ 821648 h 1212067"/>
                <a:gd name="connsiteX270" fmla="*/ 1087077 w 1385794"/>
                <a:gd name="connsiteY270" fmla="*/ 820874 h 1212067"/>
                <a:gd name="connsiteX271" fmla="*/ 1089365 w 1385794"/>
                <a:gd name="connsiteY271" fmla="*/ 819865 h 1212067"/>
                <a:gd name="connsiteX272" fmla="*/ 1092495 w 1385794"/>
                <a:gd name="connsiteY272" fmla="*/ 815627 h 1212067"/>
                <a:gd name="connsiteX273" fmla="*/ 1094010 w 1385794"/>
                <a:gd name="connsiteY273" fmla="*/ 813373 h 1212067"/>
                <a:gd name="connsiteX274" fmla="*/ 1093909 w 1385794"/>
                <a:gd name="connsiteY274" fmla="*/ 811354 h 1212067"/>
                <a:gd name="connsiteX275" fmla="*/ 1093505 w 1385794"/>
                <a:gd name="connsiteY275" fmla="*/ 806914 h 1212067"/>
                <a:gd name="connsiteX276" fmla="*/ 1094649 w 1385794"/>
                <a:gd name="connsiteY276" fmla="*/ 801061 h 1212067"/>
                <a:gd name="connsiteX277" fmla="*/ 1093505 w 1385794"/>
                <a:gd name="connsiteY277" fmla="*/ 795846 h 1212067"/>
                <a:gd name="connsiteX278" fmla="*/ 1092764 w 1385794"/>
                <a:gd name="connsiteY278" fmla="*/ 786562 h 1212067"/>
                <a:gd name="connsiteX279" fmla="*/ 1089870 w 1385794"/>
                <a:gd name="connsiteY279" fmla="*/ 778758 h 1212067"/>
                <a:gd name="connsiteX280" fmla="*/ 1087110 w 1385794"/>
                <a:gd name="connsiteY280" fmla="*/ 772232 h 1212067"/>
                <a:gd name="connsiteX281" fmla="*/ 1086505 w 1385794"/>
                <a:gd name="connsiteY281" fmla="*/ 768027 h 1212067"/>
                <a:gd name="connsiteX282" fmla="*/ 1083577 w 1385794"/>
                <a:gd name="connsiteY282" fmla="*/ 765739 h 1212067"/>
                <a:gd name="connsiteX283" fmla="*/ 1080985 w 1385794"/>
                <a:gd name="connsiteY283" fmla="*/ 765537 h 1212067"/>
                <a:gd name="connsiteX284" fmla="*/ 1077283 w 1385794"/>
                <a:gd name="connsiteY284" fmla="*/ 765100 h 1212067"/>
                <a:gd name="connsiteX285" fmla="*/ 1074019 w 1385794"/>
                <a:gd name="connsiteY285" fmla="*/ 764023 h 1212067"/>
                <a:gd name="connsiteX286" fmla="*/ 1072168 w 1385794"/>
                <a:gd name="connsiteY286" fmla="*/ 761433 h 1212067"/>
                <a:gd name="connsiteX287" fmla="*/ 1071629 w 1385794"/>
                <a:gd name="connsiteY287" fmla="*/ 758170 h 1212067"/>
                <a:gd name="connsiteX288" fmla="*/ 1072168 w 1385794"/>
                <a:gd name="connsiteY288" fmla="*/ 754907 h 1212067"/>
                <a:gd name="connsiteX289" fmla="*/ 1071629 w 1385794"/>
                <a:gd name="connsiteY289" fmla="*/ 751644 h 1212067"/>
                <a:gd name="connsiteX290" fmla="*/ 1073043 w 1385794"/>
                <a:gd name="connsiteY290" fmla="*/ 746968 h 1212067"/>
                <a:gd name="connsiteX291" fmla="*/ 1074355 w 1385794"/>
                <a:gd name="connsiteY291" fmla="*/ 745454 h 1212067"/>
                <a:gd name="connsiteX292" fmla="*/ 1075668 w 1385794"/>
                <a:gd name="connsiteY292" fmla="*/ 743066 h 1212067"/>
                <a:gd name="connsiteX293" fmla="*/ 1078495 w 1385794"/>
                <a:gd name="connsiteY293" fmla="*/ 741754 h 1212067"/>
                <a:gd name="connsiteX294" fmla="*/ 1079370 w 1385794"/>
                <a:gd name="connsiteY294" fmla="*/ 741418 h 1212067"/>
                <a:gd name="connsiteX295" fmla="*/ 1080884 w 1385794"/>
                <a:gd name="connsiteY295" fmla="*/ 740442 h 1212067"/>
                <a:gd name="connsiteX296" fmla="*/ 1082634 w 1385794"/>
                <a:gd name="connsiteY296" fmla="*/ 738592 h 1212067"/>
                <a:gd name="connsiteX297" fmla="*/ 1083274 w 1385794"/>
                <a:gd name="connsiteY297" fmla="*/ 736641 h 1212067"/>
                <a:gd name="connsiteX298" fmla="*/ 1083476 w 1385794"/>
                <a:gd name="connsiteY298" fmla="*/ 733815 h 1212067"/>
                <a:gd name="connsiteX299" fmla="*/ 1083375 w 1385794"/>
                <a:gd name="connsiteY299" fmla="*/ 731225 h 1212067"/>
                <a:gd name="connsiteX300" fmla="*/ 1081086 w 1385794"/>
                <a:gd name="connsiteY300" fmla="*/ 727962 h 1212067"/>
                <a:gd name="connsiteX301" fmla="*/ 1079235 w 1385794"/>
                <a:gd name="connsiteY301" fmla="*/ 724362 h 1212067"/>
                <a:gd name="connsiteX302" fmla="*/ 1076610 w 1385794"/>
                <a:gd name="connsiteY302" fmla="*/ 721738 h 1212067"/>
                <a:gd name="connsiteX303" fmla="*/ 1074995 w 1385794"/>
                <a:gd name="connsiteY303" fmla="*/ 721301 h 1212067"/>
                <a:gd name="connsiteX304" fmla="*/ 1071629 w 1385794"/>
                <a:gd name="connsiteY304" fmla="*/ 720426 h 1212067"/>
                <a:gd name="connsiteX305" fmla="*/ 1068802 w 1385794"/>
                <a:gd name="connsiteY305" fmla="*/ 719888 h 1212067"/>
                <a:gd name="connsiteX306" fmla="*/ 1067725 w 1385794"/>
                <a:gd name="connsiteY306" fmla="*/ 718273 h 1212067"/>
                <a:gd name="connsiteX307" fmla="*/ 1066548 w 1385794"/>
                <a:gd name="connsiteY307" fmla="*/ 714472 h 1212067"/>
                <a:gd name="connsiteX308" fmla="*/ 1064797 w 1385794"/>
                <a:gd name="connsiteY308" fmla="*/ 711209 h 1212067"/>
                <a:gd name="connsiteX309" fmla="*/ 1063485 w 1385794"/>
                <a:gd name="connsiteY309" fmla="*/ 708922 h 1212067"/>
                <a:gd name="connsiteX310" fmla="*/ 1061196 w 1385794"/>
                <a:gd name="connsiteY310" fmla="*/ 706197 h 1212067"/>
                <a:gd name="connsiteX311" fmla="*/ 1059244 w 1385794"/>
                <a:gd name="connsiteY311" fmla="*/ 704246 h 1212067"/>
                <a:gd name="connsiteX312" fmla="*/ 1056653 w 1385794"/>
                <a:gd name="connsiteY312" fmla="*/ 703270 h 1212067"/>
                <a:gd name="connsiteX313" fmla="*/ 1051235 w 1385794"/>
                <a:gd name="connsiteY313" fmla="*/ 703068 h 1212067"/>
                <a:gd name="connsiteX314" fmla="*/ 1049485 w 1385794"/>
                <a:gd name="connsiteY314" fmla="*/ 702194 h 1212067"/>
                <a:gd name="connsiteX315" fmla="*/ 1047533 w 1385794"/>
                <a:gd name="connsiteY315" fmla="*/ 700108 h 1212067"/>
                <a:gd name="connsiteX316" fmla="*/ 1047970 w 1385794"/>
                <a:gd name="connsiteY316" fmla="*/ 698796 h 1212067"/>
                <a:gd name="connsiteX317" fmla="*/ 1047533 w 1385794"/>
                <a:gd name="connsiteY317" fmla="*/ 697148 h 1212067"/>
                <a:gd name="connsiteX318" fmla="*/ 1045076 w 1385794"/>
                <a:gd name="connsiteY318" fmla="*/ 695163 h 1212067"/>
                <a:gd name="connsiteX319" fmla="*/ 1042686 w 1385794"/>
                <a:gd name="connsiteY319" fmla="*/ 692472 h 1212067"/>
                <a:gd name="connsiteX320" fmla="*/ 1042350 w 1385794"/>
                <a:gd name="connsiteY320" fmla="*/ 689579 h 1212067"/>
                <a:gd name="connsiteX321" fmla="*/ 1041643 w 1385794"/>
                <a:gd name="connsiteY321" fmla="*/ 685677 h 1212067"/>
                <a:gd name="connsiteX322" fmla="*/ 1041643 w 1385794"/>
                <a:gd name="connsiteY322" fmla="*/ 682851 h 1212067"/>
                <a:gd name="connsiteX323" fmla="*/ 1040129 w 1385794"/>
                <a:gd name="connsiteY323" fmla="*/ 682044 h 1212067"/>
                <a:gd name="connsiteX324" fmla="*/ 1037167 w 1385794"/>
                <a:gd name="connsiteY324" fmla="*/ 681976 h 1212067"/>
                <a:gd name="connsiteX325" fmla="*/ 1033835 w 1385794"/>
                <a:gd name="connsiteY325" fmla="*/ 681976 h 1212067"/>
                <a:gd name="connsiteX326" fmla="*/ 1030705 w 1385794"/>
                <a:gd name="connsiteY326" fmla="*/ 681236 h 1212067"/>
                <a:gd name="connsiteX327" fmla="*/ 1029124 w 1385794"/>
                <a:gd name="connsiteY327" fmla="*/ 681236 h 1212067"/>
                <a:gd name="connsiteX328" fmla="*/ 1027441 w 1385794"/>
                <a:gd name="connsiteY328" fmla="*/ 681203 h 1212067"/>
                <a:gd name="connsiteX329" fmla="*/ 1023268 w 1385794"/>
                <a:gd name="connsiteY329" fmla="*/ 680227 h 1212067"/>
                <a:gd name="connsiteX330" fmla="*/ 1021316 w 1385794"/>
                <a:gd name="connsiteY330" fmla="*/ 677502 h 1212067"/>
                <a:gd name="connsiteX331" fmla="*/ 1020777 w 1385794"/>
                <a:gd name="connsiteY331" fmla="*/ 675652 h 1212067"/>
                <a:gd name="connsiteX332" fmla="*/ 1020777 w 1385794"/>
                <a:gd name="connsiteY332" fmla="*/ 674138 h 1212067"/>
                <a:gd name="connsiteX333" fmla="*/ 1023369 w 1385794"/>
                <a:gd name="connsiteY333" fmla="*/ 672625 h 1212067"/>
                <a:gd name="connsiteX334" fmla="*/ 1024883 w 1385794"/>
                <a:gd name="connsiteY334" fmla="*/ 671548 h 1212067"/>
                <a:gd name="connsiteX335" fmla="*/ 1028585 w 1385794"/>
                <a:gd name="connsiteY335" fmla="*/ 671548 h 1212067"/>
                <a:gd name="connsiteX336" fmla="*/ 1032052 w 1385794"/>
                <a:gd name="connsiteY336" fmla="*/ 671548 h 1212067"/>
                <a:gd name="connsiteX337" fmla="*/ 1033801 w 1385794"/>
                <a:gd name="connsiteY337" fmla="*/ 670371 h 1212067"/>
                <a:gd name="connsiteX338" fmla="*/ 1035552 w 1385794"/>
                <a:gd name="connsiteY338" fmla="*/ 669395 h 1212067"/>
                <a:gd name="connsiteX339" fmla="*/ 1038379 w 1385794"/>
                <a:gd name="connsiteY339" fmla="*/ 668083 h 1212067"/>
                <a:gd name="connsiteX340" fmla="*/ 1039422 w 1385794"/>
                <a:gd name="connsiteY340" fmla="*/ 666771 h 1212067"/>
                <a:gd name="connsiteX341" fmla="*/ 1039893 w 1385794"/>
                <a:gd name="connsiteY341" fmla="*/ 664820 h 1212067"/>
                <a:gd name="connsiteX342" fmla="*/ 1039893 w 1385794"/>
                <a:gd name="connsiteY342" fmla="*/ 661994 h 1212067"/>
                <a:gd name="connsiteX343" fmla="*/ 1039253 w 1385794"/>
                <a:gd name="connsiteY343" fmla="*/ 660245 h 1212067"/>
                <a:gd name="connsiteX344" fmla="*/ 1037739 w 1385794"/>
                <a:gd name="connsiteY344" fmla="*/ 659371 h 1212067"/>
                <a:gd name="connsiteX345" fmla="*/ 1035552 w 1385794"/>
                <a:gd name="connsiteY345" fmla="*/ 659371 h 1212067"/>
                <a:gd name="connsiteX346" fmla="*/ 1032052 w 1385794"/>
                <a:gd name="connsiteY346" fmla="*/ 659371 h 1212067"/>
                <a:gd name="connsiteX347" fmla="*/ 1025085 w 1385794"/>
                <a:gd name="connsiteY347" fmla="*/ 659371 h 1212067"/>
                <a:gd name="connsiteX348" fmla="*/ 1019869 w 1385794"/>
                <a:gd name="connsiteY348" fmla="*/ 659371 h 1212067"/>
                <a:gd name="connsiteX349" fmla="*/ 1012700 w 1385794"/>
                <a:gd name="connsiteY349" fmla="*/ 659371 h 1212067"/>
                <a:gd name="connsiteX350" fmla="*/ 1006945 w 1385794"/>
                <a:gd name="connsiteY350" fmla="*/ 659371 h 1212067"/>
                <a:gd name="connsiteX351" fmla="*/ 1000753 w 1385794"/>
                <a:gd name="connsiteY351" fmla="*/ 658059 h 1212067"/>
                <a:gd name="connsiteX352" fmla="*/ 996714 w 1385794"/>
                <a:gd name="connsiteY352" fmla="*/ 658059 h 1212067"/>
                <a:gd name="connsiteX353" fmla="*/ 993012 w 1385794"/>
                <a:gd name="connsiteY353" fmla="*/ 656175 h 1212067"/>
                <a:gd name="connsiteX354" fmla="*/ 990825 w 1385794"/>
                <a:gd name="connsiteY354" fmla="*/ 652441 h 1212067"/>
                <a:gd name="connsiteX355" fmla="*/ 986752 w 1385794"/>
                <a:gd name="connsiteY355" fmla="*/ 652441 h 1212067"/>
                <a:gd name="connsiteX356" fmla="*/ 984026 w 1385794"/>
                <a:gd name="connsiteY356" fmla="*/ 656578 h 1212067"/>
                <a:gd name="connsiteX357" fmla="*/ 981738 w 1385794"/>
                <a:gd name="connsiteY357" fmla="*/ 655266 h 1212067"/>
                <a:gd name="connsiteX358" fmla="*/ 977767 w 1385794"/>
                <a:gd name="connsiteY358" fmla="*/ 653450 h 1212067"/>
                <a:gd name="connsiteX359" fmla="*/ 972617 w 1385794"/>
                <a:gd name="connsiteY359" fmla="*/ 650422 h 1212067"/>
                <a:gd name="connsiteX360" fmla="*/ 965887 w 1385794"/>
                <a:gd name="connsiteY360" fmla="*/ 643694 h 1212067"/>
                <a:gd name="connsiteX361" fmla="*/ 956901 w 1385794"/>
                <a:gd name="connsiteY361" fmla="*/ 634915 h 1212067"/>
                <a:gd name="connsiteX362" fmla="*/ 948117 w 1385794"/>
                <a:gd name="connsiteY362" fmla="*/ 624789 h 1212067"/>
                <a:gd name="connsiteX363" fmla="*/ 947040 w 1385794"/>
                <a:gd name="connsiteY363" fmla="*/ 620450 h 1212067"/>
                <a:gd name="connsiteX364" fmla="*/ 942396 w 1385794"/>
                <a:gd name="connsiteY364" fmla="*/ 616110 h 1212067"/>
                <a:gd name="connsiteX365" fmla="*/ 938323 w 1385794"/>
                <a:gd name="connsiteY365" fmla="*/ 614361 h 1212067"/>
                <a:gd name="connsiteX366" fmla="*/ 930213 w 1385794"/>
                <a:gd name="connsiteY366" fmla="*/ 611602 h 1212067"/>
                <a:gd name="connsiteX367" fmla="*/ 925299 w 1385794"/>
                <a:gd name="connsiteY367" fmla="*/ 608978 h 1212067"/>
                <a:gd name="connsiteX368" fmla="*/ 920655 w 1385794"/>
                <a:gd name="connsiteY368" fmla="*/ 608978 h 1212067"/>
                <a:gd name="connsiteX369" fmla="*/ 916010 w 1385794"/>
                <a:gd name="connsiteY369" fmla="*/ 606960 h 1212067"/>
                <a:gd name="connsiteX370" fmla="*/ 916010 w 1385794"/>
                <a:gd name="connsiteY370" fmla="*/ 604639 h 1212067"/>
                <a:gd name="connsiteX371" fmla="*/ 916010 w 1385794"/>
                <a:gd name="connsiteY371" fmla="*/ 600871 h 1212067"/>
                <a:gd name="connsiteX372" fmla="*/ 915876 w 1385794"/>
                <a:gd name="connsiteY372" fmla="*/ 597675 h 1212067"/>
                <a:gd name="connsiteX373" fmla="*/ 914698 w 1385794"/>
                <a:gd name="connsiteY373" fmla="*/ 594210 h 1212067"/>
                <a:gd name="connsiteX374" fmla="*/ 912948 w 1385794"/>
                <a:gd name="connsiteY374" fmla="*/ 590746 h 1212067"/>
                <a:gd name="connsiteX375" fmla="*/ 912376 w 1385794"/>
                <a:gd name="connsiteY375" fmla="*/ 587550 h 1212067"/>
                <a:gd name="connsiteX376" fmla="*/ 912376 w 1385794"/>
                <a:gd name="connsiteY376" fmla="*/ 583917 h 1212067"/>
                <a:gd name="connsiteX377" fmla="*/ 912376 w 1385794"/>
                <a:gd name="connsiteY377" fmla="*/ 579443 h 1212067"/>
                <a:gd name="connsiteX378" fmla="*/ 912308 w 1385794"/>
                <a:gd name="connsiteY378" fmla="*/ 578804 h 1212067"/>
                <a:gd name="connsiteX379" fmla="*/ 914126 w 1385794"/>
                <a:gd name="connsiteY379" fmla="*/ 575978 h 1212067"/>
                <a:gd name="connsiteX380" fmla="*/ 918905 w 1385794"/>
                <a:gd name="connsiteY380" fmla="*/ 575978 h 1212067"/>
                <a:gd name="connsiteX381" fmla="*/ 921059 w 1385794"/>
                <a:gd name="connsiteY381" fmla="*/ 575978 h 1212067"/>
                <a:gd name="connsiteX382" fmla="*/ 924121 w 1385794"/>
                <a:gd name="connsiteY382" fmla="*/ 575978 h 1212067"/>
                <a:gd name="connsiteX383" fmla="*/ 926746 w 1385794"/>
                <a:gd name="connsiteY383" fmla="*/ 577424 h 1212067"/>
                <a:gd name="connsiteX384" fmla="*/ 929641 w 1385794"/>
                <a:gd name="connsiteY384" fmla="*/ 575978 h 1212067"/>
                <a:gd name="connsiteX385" fmla="*/ 930213 w 1385794"/>
                <a:gd name="connsiteY385" fmla="*/ 573354 h 1212067"/>
                <a:gd name="connsiteX386" fmla="*/ 930213 w 1385794"/>
                <a:gd name="connsiteY386" fmla="*/ 569889 h 1212067"/>
                <a:gd name="connsiteX387" fmla="*/ 929641 w 1385794"/>
                <a:gd name="connsiteY387" fmla="*/ 562051 h 1212067"/>
                <a:gd name="connsiteX388" fmla="*/ 929775 w 1385794"/>
                <a:gd name="connsiteY388" fmla="*/ 559730 h 1212067"/>
                <a:gd name="connsiteX389" fmla="*/ 928631 w 1385794"/>
                <a:gd name="connsiteY389" fmla="*/ 558283 h 1212067"/>
                <a:gd name="connsiteX390" fmla="*/ 928496 w 1385794"/>
                <a:gd name="connsiteY390" fmla="*/ 557106 h 1212067"/>
                <a:gd name="connsiteX391" fmla="*/ 929237 w 1385794"/>
                <a:gd name="connsiteY391" fmla="*/ 555660 h 1212067"/>
                <a:gd name="connsiteX392" fmla="*/ 930246 w 1385794"/>
                <a:gd name="connsiteY392" fmla="*/ 553776 h 1212067"/>
                <a:gd name="connsiteX393" fmla="*/ 930246 w 1385794"/>
                <a:gd name="connsiteY393" fmla="*/ 552464 h 1212067"/>
                <a:gd name="connsiteX394" fmla="*/ 929506 w 1385794"/>
                <a:gd name="connsiteY394" fmla="*/ 549840 h 1212067"/>
                <a:gd name="connsiteX395" fmla="*/ 926881 w 1385794"/>
                <a:gd name="connsiteY395" fmla="*/ 546577 h 1212067"/>
                <a:gd name="connsiteX396" fmla="*/ 923549 w 1385794"/>
                <a:gd name="connsiteY396" fmla="*/ 544626 h 1212067"/>
                <a:gd name="connsiteX397" fmla="*/ 920655 w 1385794"/>
                <a:gd name="connsiteY397" fmla="*/ 544626 h 1212067"/>
                <a:gd name="connsiteX398" fmla="*/ 919713 w 1385794"/>
                <a:gd name="connsiteY398" fmla="*/ 542843 h 1212067"/>
                <a:gd name="connsiteX399" fmla="*/ 919780 w 1385794"/>
                <a:gd name="connsiteY399" fmla="*/ 542136 h 1212067"/>
                <a:gd name="connsiteX400" fmla="*/ 920890 w 1385794"/>
                <a:gd name="connsiteY400" fmla="*/ 541127 h 1212067"/>
                <a:gd name="connsiteX401" fmla="*/ 922775 w 1385794"/>
                <a:gd name="connsiteY401" fmla="*/ 540219 h 1212067"/>
                <a:gd name="connsiteX402" fmla="*/ 926645 w 1385794"/>
                <a:gd name="connsiteY402" fmla="*/ 538268 h 1212067"/>
                <a:gd name="connsiteX403" fmla="*/ 938559 w 1385794"/>
                <a:gd name="connsiteY403" fmla="*/ 533222 h 1212067"/>
                <a:gd name="connsiteX404" fmla="*/ 947679 w 1385794"/>
                <a:gd name="connsiteY404" fmla="*/ 528109 h 1212067"/>
                <a:gd name="connsiteX405" fmla="*/ 957473 w 1385794"/>
                <a:gd name="connsiteY405" fmla="*/ 523332 h 1212067"/>
                <a:gd name="connsiteX406" fmla="*/ 962353 w 1385794"/>
                <a:gd name="connsiteY406" fmla="*/ 519430 h 1212067"/>
                <a:gd name="connsiteX407" fmla="*/ 967367 w 1385794"/>
                <a:gd name="connsiteY407" fmla="*/ 513038 h 1212067"/>
                <a:gd name="connsiteX408" fmla="*/ 969319 w 1385794"/>
                <a:gd name="connsiteY408" fmla="*/ 506411 h 1212067"/>
                <a:gd name="connsiteX409" fmla="*/ 973021 w 1385794"/>
                <a:gd name="connsiteY409" fmla="*/ 500423 h 1212067"/>
                <a:gd name="connsiteX410" fmla="*/ 974771 w 1385794"/>
                <a:gd name="connsiteY410" fmla="*/ 496958 h 1212067"/>
                <a:gd name="connsiteX411" fmla="*/ 979449 w 1385794"/>
                <a:gd name="connsiteY411" fmla="*/ 495781 h 1212067"/>
                <a:gd name="connsiteX412" fmla="*/ 980762 w 1385794"/>
                <a:gd name="connsiteY412" fmla="*/ 493393 h 1212067"/>
                <a:gd name="connsiteX413" fmla="*/ 984666 w 1385794"/>
                <a:gd name="connsiteY413" fmla="*/ 489490 h 1212067"/>
                <a:gd name="connsiteX414" fmla="*/ 985204 w 1385794"/>
                <a:gd name="connsiteY414" fmla="*/ 487539 h 1212067"/>
                <a:gd name="connsiteX415" fmla="*/ 988772 w 1385794"/>
                <a:gd name="connsiteY415" fmla="*/ 484276 h 1212067"/>
                <a:gd name="connsiteX416" fmla="*/ 992238 w 1385794"/>
                <a:gd name="connsiteY416" fmla="*/ 482224 h 1212067"/>
                <a:gd name="connsiteX417" fmla="*/ 994089 w 1385794"/>
                <a:gd name="connsiteY417" fmla="*/ 479399 h 1212067"/>
                <a:gd name="connsiteX418" fmla="*/ 993988 w 1385794"/>
                <a:gd name="connsiteY418" fmla="*/ 474285 h 1212067"/>
                <a:gd name="connsiteX419" fmla="*/ 992911 w 1385794"/>
                <a:gd name="connsiteY419" fmla="*/ 469509 h 1212067"/>
                <a:gd name="connsiteX420" fmla="*/ 992373 w 1385794"/>
                <a:gd name="connsiteY420" fmla="*/ 463756 h 1212067"/>
                <a:gd name="connsiteX421" fmla="*/ 990084 w 1385794"/>
                <a:gd name="connsiteY421" fmla="*/ 460594 h 1212067"/>
                <a:gd name="connsiteX422" fmla="*/ 987358 w 1385794"/>
                <a:gd name="connsiteY422" fmla="*/ 456456 h 1212067"/>
                <a:gd name="connsiteX423" fmla="*/ 986483 w 1385794"/>
                <a:gd name="connsiteY423" fmla="*/ 453530 h 1212067"/>
                <a:gd name="connsiteX424" fmla="*/ 985945 w 1385794"/>
                <a:gd name="connsiteY424" fmla="*/ 451478 h 1212067"/>
                <a:gd name="connsiteX425" fmla="*/ 983555 w 1385794"/>
                <a:gd name="connsiteY425" fmla="*/ 447575 h 1212067"/>
                <a:gd name="connsiteX426" fmla="*/ 982142 w 1385794"/>
                <a:gd name="connsiteY426" fmla="*/ 445523 h 1212067"/>
                <a:gd name="connsiteX427" fmla="*/ 983993 w 1385794"/>
                <a:gd name="connsiteY427" fmla="*/ 442159 h 1212067"/>
                <a:gd name="connsiteX428" fmla="*/ 985945 w 1385794"/>
                <a:gd name="connsiteY428" fmla="*/ 439771 h 1212067"/>
                <a:gd name="connsiteX429" fmla="*/ 986921 w 1385794"/>
                <a:gd name="connsiteY429" fmla="*/ 438694 h 1212067"/>
                <a:gd name="connsiteX430" fmla="*/ 987022 w 1385794"/>
                <a:gd name="connsiteY430" fmla="*/ 435970 h 1212067"/>
                <a:gd name="connsiteX431" fmla="*/ 984195 w 1385794"/>
                <a:gd name="connsiteY431" fmla="*/ 433144 h 1212067"/>
                <a:gd name="connsiteX432" fmla="*/ 980594 w 1385794"/>
                <a:gd name="connsiteY432" fmla="*/ 429444 h 1212067"/>
                <a:gd name="connsiteX433" fmla="*/ 976555 w 1385794"/>
                <a:gd name="connsiteY433" fmla="*/ 427493 h 1212067"/>
                <a:gd name="connsiteX434" fmla="*/ 972416 w 1385794"/>
                <a:gd name="connsiteY434" fmla="*/ 426517 h 1212067"/>
                <a:gd name="connsiteX435" fmla="*/ 967536 w 1385794"/>
                <a:gd name="connsiteY435" fmla="*/ 426517 h 1212067"/>
                <a:gd name="connsiteX436" fmla="*/ 963194 w 1385794"/>
                <a:gd name="connsiteY436" fmla="*/ 425979 h 1212067"/>
                <a:gd name="connsiteX437" fmla="*/ 956228 w 1385794"/>
                <a:gd name="connsiteY437" fmla="*/ 425979 h 1212067"/>
                <a:gd name="connsiteX438" fmla="*/ 951752 w 1385794"/>
                <a:gd name="connsiteY438" fmla="*/ 427392 h 1212067"/>
                <a:gd name="connsiteX439" fmla="*/ 948184 w 1385794"/>
                <a:gd name="connsiteY439" fmla="*/ 428704 h 1212067"/>
                <a:gd name="connsiteX440" fmla="*/ 945357 w 1385794"/>
                <a:gd name="connsiteY440" fmla="*/ 429242 h 1212067"/>
                <a:gd name="connsiteX441" fmla="*/ 942766 w 1385794"/>
                <a:gd name="connsiteY441" fmla="*/ 430756 h 1212067"/>
                <a:gd name="connsiteX442" fmla="*/ 940814 w 1385794"/>
                <a:gd name="connsiteY442" fmla="*/ 431630 h 1212067"/>
                <a:gd name="connsiteX443" fmla="*/ 936237 w 1385794"/>
                <a:gd name="connsiteY443" fmla="*/ 432505 h 1212067"/>
                <a:gd name="connsiteX444" fmla="*/ 932097 w 1385794"/>
                <a:gd name="connsiteY444" fmla="*/ 434456 h 1212067"/>
                <a:gd name="connsiteX445" fmla="*/ 928496 w 1385794"/>
                <a:gd name="connsiteY445" fmla="*/ 436071 h 1212067"/>
                <a:gd name="connsiteX446" fmla="*/ 926544 w 1385794"/>
                <a:gd name="connsiteY446" fmla="*/ 436306 h 1212067"/>
                <a:gd name="connsiteX447" fmla="*/ 924491 w 1385794"/>
                <a:gd name="connsiteY447" fmla="*/ 438055 h 1212067"/>
                <a:gd name="connsiteX448" fmla="*/ 922439 w 1385794"/>
                <a:gd name="connsiteY448" fmla="*/ 441419 h 1212067"/>
                <a:gd name="connsiteX449" fmla="*/ 919511 w 1385794"/>
                <a:gd name="connsiteY449" fmla="*/ 443909 h 1212067"/>
                <a:gd name="connsiteX450" fmla="*/ 915708 w 1385794"/>
                <a:gd name="connsiteY450" fmla="*/ 446398 h 1212067"/>
                <a:gd name="connsiteX451" fmla="*/ 910054 w 1385794"/>
                <a:gd name="connsiteY451" fmla="*/ 450199 h 1212067"/>
                <a:gd name="connsiteX452" fmla="*/ 904501 w 1385794"/>
                <a:gd name="connsiteY452" fmla="*/ 454640 h 1212067"/>
                <a:gd name="connsiteX453" fmla="*/ 903323 w 1385794"/>
                <a:gd name="connsiteY453" fmla="*/ 455952 h 1212067"/>
                <a:gd name="connsiteX454" fmla="*/ 900832 w 1385794"/>
                <a:gd name="connsiteY454" fmla="*/ 457028 h 1212067"/>
                <a:gd name="connsiteX455" fmla="*/ 898544 w 1385794"/>
                <a:gd name="connsiteY455" fmla="*/ 457802 h 1212067"/>
                <a:gd name="connsiteX456" fmla="*/ 892789 w 1385794"/>
                <a:gd name="connsiteY456" fmla="*/ 457802 h 1212067"/>
                <a:gd name="connsiteX457" fmla="*/ 888649 w 1385794"/>
                <a:gd name="connsiteY457" fmla="*/ 458138 h 1212067"/>
                <a:gd name="connsiteX458" fmla="*/ 882019 w 1385794"/>
                <a:gd name="connsiteY458" fmla="*/ 458340 h 1212067"/>
                <a:gd name="connsiteX459" fmla="*/ 875490 w 1385794"/>
                <a:gd name="connsiteY459" fmla="*/ 457802 h 1212067"/>
                <a:gd name="connsiteX460" fmla="*/ 873336 w 1385794"/>
                <a:gd name="connsiteY460" fmla="*/ 454640 h 1212067"/>
                <a:gd name="connsiteX461" fmla="*/ 871149 w 1385794"/>
                <a:gd name="connsiteY461" fmla="*/ 452453 h 1212067"/>
                <a:gd name="connsiteX462" fmla="*/ 866370 w 1385794"/>
                <a:gd name="connsiteY462" fmla="*/ 451579 h 1212067"/>
                <a:gd name="connsiteX463" fmla="*/ 860178 w 1385794"/>
                <a:gd name="connsiteY463" fmla="*/ 451780 h 1212067"/>
                <a:gd name="connsiteX464" fmla="*/ 857788 w 1385794"/>
                <a:gd name="connsiteY464" fmla="*/ 451679 h 1212067"/>
                <a:gd name="connsiteX465" fmla="*/ 853884 w 1385794"/>
                <a:gd name="connsiteY465" fmla="*/ 449190 h 1212067"/>
                <a:gd name="connsiteX466" fmla="*/ 851394 w 1385794"/>
                <a:gd name="connsiteY466" fmla="*/ 444851 h 1212067"/>
                <a:gd name="connsiteX467" fmla="*/ 850317 w 1385794"/>
                <a:gd name="connsiteY467" fmla="*/ 443000 h 1212067"/>
                <a:gd name="connsiteX468" fmla="*/ 847591 w 1385794"/>
                <a:gd name="connsiteY468" fmla="*/ 438863 h 1212067"/>
                <a:gd name="connsiteX469" fmla="*/ 844124 w 1385794"/>
                <a:gd name="connsiteY469" fmla="*/ 438425 h 1212067"/>
                <a:gd name="connsiteX470" fmla="*/ 840658 w 1385794"/>
                <a:gd name="connsiteY470" fmla="*/ 440376 h 1212067"/>
                <a:gd name="connsiteX471" fmla="*/ 838706 w 1385794"/>
                <a:gd name="connsiteY471" fmla="*/ 441991 h 1212067"/>
                <a:gd name="connsiteX472" fmla="*/ 837393 w 1385794"/>
                <a:gd name="connsiteY472" fmla="*/ 443841 h 1212067"/>
                <a:gd name="connsiteX473" fmla="*/ 833691 w 1385794"/>
                <a:gd name="connsiteY473" fmla="*/ 443841 h 1212067"/>
                <a:gd name="connsiteX474" fmla="*/ 829350 w 1385794"/>
                <a:gd name="connsiteY474" fmla="*/ 444043 h 1212067"/>
                <a:gd name="connsiteX475" fmla="*/ 825984 w 1385794"/>
                <a:gd name="connsiteY475" fmla="*/ 445120 h 1212067"/>
                <a:gd name="connsiteX476" fmla="*/ 823797 w 1385794"/>
                <a:gd name="connsiteY476" fmla="*/ 446734 h 1212067"/>
                <a:gd name="connsiteX477" fmla="*/ 818143 w 1385794"/>
                <a:gd name="connsiteY477" fmla="*/ 448786 h 1212067"/>
                <a:gd name="connsiteX478" fmla="*/ 813566 w 1385794"/>
                <a:gd name="connsiteY478" fmla="*/ 450199 h 1212067"/>
                <a:gd name="connsiteX479" fmla="*/ 810739 w 1385794"/>
                <a:gd name="connsiteY479" fmla="*/ 452117 h 1212067"/>
                <a:gd name="connsiteX480" fmla="*/ 807811 w 1385794"/>
                <a:gd name="connsiteY480" fmla="*/ 452487 h 1212067"/>
                <a:gd name="connsiteX481" fmla="*/ 804143 w 1385794"/>
                <a:gd name="connsiteY481" fmla="*/ 452487 h 1212067"/>
                <a:gd name="connsiteX482" fmla="*/ 799801 w 1385794"/>
                <a:gd name="connsiteY482" fmla="*/ 450738 h 1212067"/>
                <a:gd name="connsiteX483" fmla="*/ 795897 w 1385794"/>
                <a:gd name="connsiteY483" fmla="*/ 449964 h 1212067"/>
                <a:gd name="connsiteX484" fmla="*/ 792195 w 1385794"/>
                <a:gd name="connsiteY484" fmla="*/ 448652 h 1212067"/>
                <a:gd name="connsiteX485" fmla="*/ 787315 w 1385794"/>
                <a:gd name="connsiteY485" fmla="*/ 446701 h 1212067"/>
                <a:gd name="connsiteX486" fmla="*/ 785464 w 1385794"/>
                <a:gd name="connsiteY486" fmla="*/ 446465 h 1212067"/>
                <a:gd name="connsiteX487" fmla="*/ 781661 w 1385794"/>
                <a:gd name="connsiteY487" fmla="*/ 447004 h 1212067"/>
                <a:gd name="connsiteX488" fmla="*/ 780786 w 1385794"/>
                <a:gd name="connsiteY488" fmla="*/ 449190 h 1212067"/>
                <a:gd name="connsiteX489" fmla="*/ 781561 w 1385794"/>
                <a:gd name="connsiteY489" fmla="*/ 452016 h 1212067"/>
                <a:gd name="connsiteX490" fmla="*/ 784926 w 1385794"/>
                <a:gd name="connsiteY490" fmla="*/ 453765 h 1212067"/>
                <a:gd name="connsiteX491" fmla="*/ 790041 w 1385794"/>
                <a:gd name="connsiteY491" fmla="*/ 456389 h 1212067"/>
                <a:gd name="connsiteX492" fmla="*/ 794719 w 1385794"/>
                <a:gd name="connsiteY492" fmla="*/ 458777 h 1212067"/>
                <a:gd name="connsiteX493" fmla="*/ 795796 w 1385794"/>
                <a:gd name="connsiteY493" fmla="*/ 462478 h 1212067"/>
                <a:gd name="connsiteX494" fmla="*/ 797008 w 1385794"/>
                <a:gd name="connsiteY494" fmla="*/ 465943 h 1212067"/>
                <a:gd name="connsiteX495" fmla="*/ 798859 w 1385794"/>
                <a:gd name="connsiteY495" fmla="*/ 469744 h 1212067"/>
                <a:gd name="connsiteX496" fmla="*/ 802561 w 1385794"/>
                <a:gd name="connsiteY496" fmla="*/ 473209 h 1212067"/>
                <a:gd name="connsiteX497" fmla="*/ 804075 w 1385794"/>
                <a:gd name="connsiteY497" fmla="*/ 474723 h 1212067"/>
                <a:gd name="connsiteX498" fmla="*/ 807542 w 1385794"/>
                <a:gd name="connsiteY498" fmla="*/ 477346 h 1212067"/>
                <a:gd name="connsiteX499" fmla="*/ 808518 w 1385794"/>
                <a:gd name="connsiteY499" fmla="*/ 479634 h 1212067"/>
                <a:gd name="connsiteX500" fmla="*/ 805792 w 1385794"/>
                <a:gd name="connsiteY500" fmla="*/ 482258 h 1212067"/>
                <a:gd name="connsiteX501" fmla="*/ 800239 w 1385794"/>
                <a:gd name="connsiteY501" fmla="*/ 485857 h 1212067"/>
                <a:gd name="connsiteX502" fmla="*/ 796974 w 1385794"/>
                <a:gd name="connsiteY502" fmla="*/ 487808 h 1212067"/>
                <a:gd name="connsiteX503" fmla="*/ 792936 w 1385794"/>
                <a:gd name="connsiteY503" fmla="*/ 492148 h 1212067"/>
                <a:gd name="connsiteX504" fmla="*/ 791522 w 1385794"/>
                <a:gd name="connsiteY504" fmla="*/ 493897 h 1212067"/>
                <a:gd name="connsiteX505" fmla="*/ 788056 w 1385794"/>
                <a:gd name="connsiteY505" fmla="*/ 497160 h 1212067"/>
                <a:gd name="connsiteX506" fmla="*/ 785868 w 1385794"/>
                <a:gd name="connsiteY506" fmla="*/ 500524 h 1212067"/>
                <a:gd name="connsiteX507" fmla="*/ 785431 w 1385794"/>
                <a:gd name="connsiteY507" fmla="*/ 503249 h 1212067"/>
                <a:gd name="connsiteX508" fmla="*/ 784657 w 1385794"/>
                <a:gd name="connsiteY508" fmla="*/ 506512 h 1212067"/>
                <a:gd name="connsiteX509" fmla="*/ 782469 w 1385794"/>
                <a:gd name="connsiteY509" fmla="*/ 507151 h 1212067"/>
                <a:gd name="connsiteX510" fmla="*/ 779104 w 1385794"/>
                <a:gd name="connsiteY510" fmla="*/ 506714 h 1212067"/>
                <a:gd name="connsiteX511" fmla="*/ 777051 w 1385794"/>
                <a:gd name="connsiteY511" fmla="*/ 504325 h 1212067"/>
                <a:gd name="connsiteX512" fmla="*/ 775200 w 1385794"/>
                <a:gd name="connsiteY512" fmla="*/ 499751 h 1212067"/>
                <a:gd name="connsiteX513" fmla="*/ 771397 w 1385794"/>
                <a:gd name="connsiteY513" fmla="*/ 498001 h 1212067"/>
                <a:gd name="connsiteX514" fmla="*/ 768132 w 1385794"/>
                <a:gd name="connsiteY514" fmla="*/ 498977 h 1212067"/>
                <a:gd name="connsiteX515" fmla="*/ 764767 w 1385794"/>
                <a:gd name="connsiteY515" fmla="*/ 501802 h 1212067"/>
                <a:gd name="connsiteX516" fmla="*/ 763791 w 1385794"/>
                <a:gd name="connsiteY516" fmla="*/ 502442 h 1212067"/>
                <a:gd name="connsiteX517" fmla="*/ 759988 w 1385794"/>
                <a:gd name="connsiteY517" fmla="*/ 499280 h 1212067"/>
                <a:gd name="connsiteX518" fmla="*/ 757699 w 1385794"/>
                <a:gd name="connsiteY518" fmla="*/ 494503 h 1212067"/>
                <a:gd name="connsiteX519" fmla="*/ 756723 w 1385794"/>
                <a:gd name="connsiteY519" fmla="*/ 493090 h 1212067"/>
                <a:gd name="connsiteX520" fmla="*/ 754872 w 1385794"/>
                <a:gd name="connsiteY520" fmla="*/ 491038 h 1212067"/>
                <a:gd name="connsiteX521" fmla="*/ 752685 w 1385794"/>
                <a:gd name="connsiteY521" fmla="*/ 489524 h 1212067"/>
                <a:gd name="connsiteX522" fmla="*/ 750396 w 1385794"/>
                <a:gd name="connsiteY522" fmla="*/ 489423 h 1212067"/>
                <a:gd name="connsiteX523" fmla="*/ 748209 w 1385794"/>
                <a:gd name="connsiteY523" fmla="*/ 489423 h 1212067"/>
                <a:gd name="connsiteX524" fmla="*/ 744608 w 1385794"/>
                <a:gd name="connsiteY524" fmla="*/ 489524 h 1212067"/>
                <a:gd name="connsiteX525" fmla="*/ 742757 w 1385794"/>
                <a:gd name="connsiteY525" fmla="*/ 488986 h 1212067"/>
                <a:gd name="connsiteX526" fmla="*/ 740367 w 1385794"/>
                <a:gd name="connsiteY526" fmla="*/ 487371 h 1212067"/>
                <a:gd name="connsiteX527" fmla="*/ 739290 w 1385794"/>
                <a:gd name="connsiteY527" fmla="*/ 484343 h 1212067"/>
                <a:gd name="connsiteX528" fmla="*/ 739290 w 1385794"/>
                <a:gd name="connsiteY528" fmla="*/ 481181 h 1212067"/>
                <a:gd name="connsiteX529" fmla="*/ 739223 w 1385794"/>
                <a:gd name="connsiteY529" fmla="*/ 478692 h 1212067"/>
                <a:gd name="connsiteX530" fmla="*/ 739122 w 1385794"/>
                <a:gd name="connsiteY530" fmla="*/ 477178 h 1212067"/>
                <a:gd name="connsiteX531" fmla="*/ 737103 w 1385794"/>
                <a:gd name="connsiteY531" fmla="*/ 475429 h 1212067"/>
                <a:gd name="connsiteX532" fmla="*/ 734478 w 1385794"/>
                <a:gd name="connsiteY532" fmla="*/ 474353 h 1212067"/>
                <a:gd name="connsiteX533" fmla="*/ 732963 w 1385794"/>
                <a:gd name="connsiteY533" fmla="*/ 473141 h 1212067"/>
                <a:gd name="connsiteX534" fmla="*/ 731213 w 1385794"/>
                <a:gd name="connsiteY534" fmla="*/ 470854 h 1212067"/>
                <a:gd name="connsiteX535" fmla="*/ 728925 w 1385794"/>
                <a:gd name="connsiteY535" fmla="*/ 467591 h 1212067"/>
                <a:gd name="connsiteX536" fmla="*/ 728925 w 1385794"/>
                <a:gd name="connsiteY536" fmla="*/ 466279 h 1212067"/>
                <a:gd name="connsiteX537" fmla="*/ 730540 w 1385794"/>
                <a:gd name="connsiteY537" fmla="*/ 463992 h 1212067"/>
                <a:gd name="connsiteX538" fmla="*/ 733030 w 1385794"/>
                <a:gd name="connsiteY538" fmla="*/ 462579 h 1212067"/>
                <a:gd name="connsiteX539" fmla="*/ 735521 w 1385794"/>
                <a:gd name="connsiteY539" fmla="*/ 461805 h 1212067"/>
                <a:gd name="connsiteX540" fmla="*/ 737910 w 1385794"/>
                <a:gd name="connsiteY540" fmla="*/ 458004 h 1212067"/>
                <a:gd name="connsiteX541" fmla="*/ 735858 w 1385794"/>
                <a:gd name="connsiteY541" fmla="*/ 455817 h 1212067"/>
                <a:gd name="connsiteX542" fmla="*/ 731718 w 1385794"/>
                <a:gd name="connsiteY542" fmla="*/ 454841 h 1212067"/>
                <a:gd name="connsiteX543" fmla="*/ 727578 w 1385794"/>
                <a:gd name="connsiteY543" fmla="*/ 455279 h 1212067"/>
                <a:gd name="connsiteX544" fmla="*/ 725290 w 1385794"/>
                <a:gd name="connsiteY544" fmla="*/ 456456 h 1212067"/>
                <a:gd name="connsiteX545" fmla="*/ 722026 w 1385794"/>
                <a:gd name="connsiteY545" fmla="*/ 459181 h 1212067"/>
                <a:gd name="connsiteX546" fmla="*/ 719535 w 1385794"/>
                <a:gd name="connsiteY546" fmla="*/ 460493 h 1212067"/>
                <a:gd name="connsiteX547" fmla="*/ 717785 w 1385794"/>
                <a:gd name="connsiteY547" fmla="*/ 462007 h 1212067"/>
                <a:gd name="connsiteX548" fmla="*/ 714857 w 1385794"/>
                <a:gd name="connsiteY548" fmla="*/ 462343 h 1212067"/>
                <a:gd name="connsiteX549" fmla="*/ 711391 w 1385794"/>
                <a:gd name="connsiteY549" fmla="*/ 461704 h 1212067"/>
                <a:gd name="connsiteX550" fmla="*/ 708665 w 1385794"/>
                <a:gd name="connsiteY550" fmla="*/ 459854 h 1212067"/>
                <a:gd name="connsiteX551" fmla="*/ 706713 w 1385794"/>
                <a:gd name="connsiteY551" fmla="*/ 457129 h 1212067"/>
                <a:gd name="connsiteX552" fmla="*/ 706174 w 1385794"/>
                <a:gd name="connsiteY552" fmla="*/ 454841 h 1212067"/>
                <a:gd name="connsiteX553" fmla="*/ 704121 w 1385794"/>
                <a:gd name="connsiteY553" fmla="*/ 453866 h 1212067"/>
                <a:gd name="connsiteX554" fmla="*/ 700655 w 1385794"/>
                <a:gd name="connsiteY554" fmla="*/ 453866 h 1212067"/>
                <a:gd name="connsiteX555" fmla="*/ 698467 w 1385794"/>
                <a:gd name="connsiteY555" fmla="*/ 452453 h 1212067"/>
                <a:gd name="connsiteX556" fmla="*/ 699679 w 1385794"/>
                <a:gd name="connsiteY556" fmla="*/ 449527 h 1212067"/>
                <a:gd name="connsiteX557" fmla="*/ 702405 w 1385794"/>
                <a:gd name="connsiteY557" fmla="*/ 447037 h 1212067"/>
                <a:gd name="connsiteX558" fmla="*/ 702405 w 1385794"/>
                <a:gd name="connsiteY558" fmla="*/ 443673 h 1212067"/>
                <a:gd name="connsiteX559" fmla="*/ 700890 w 1385794"/>
                <a:gd name="connsiteY559" fmla="*/ 442361 h 1212067"/>
                <a:gd name="connsiteX560" fmla="*/ 698467 w 1385794"/>
                <a:gd name="connsiteY560" fmla="*/ 439973 h 1212067"/>
                <a:gd name="connsiteX561" fmla="*/ 699713 w 1385794"/>
                <a:gd name="connsiteY561" fmla="*/ 437921 h 1212067"/>
                <a:gd name="connsiteX562" fmla="*/ 701227 w 1385794"/>
                <a:gd name="connsiteY562" fmla="*/ 436272 h 1212067"/>
                <a:gd name="connsiteX563" fmla="*/ 702741 w 1385794"/>
                <a:gd name="connsiteY563" fmla="*/ 434759 h 1212067"/>
                <a:gd name="connsiteX564" fmla="*/ 701530 w 1385794"/>
                <a:gd name="connsiteY564" fmla="*/ 431933 h 1212067"/>
                <a:gd name="connsiteX565" fmla="*/ 700991 w 1385794"/>
                <a:gd name="connsiteY565" fmla="*/ 430520 h 1212067"/>
                <a:gd name="connsiteX566" fmla="*/ 702506 w 1385794"/>
                <a:gd name="connsiteY566" fmla="*/ 428670 h 1212067"/>
                <a:gd name="connsiteX567" fmla="*/ 703381 w 1385794"/>
                <a:gd name="connsiteY567" fmla="*/ 427694 h 1212067"/>
                <a:gd name="connsiteX568" fmla="*/ 703583 w 1385794"/>
                <a:gd name="connsiteY568" fmla="*/ 424667 h 1212067"/>
                <a:gd name="connsiteX569" fmla="*/ 702506 w 1385794"/>
                <a:gd name="connsiteY569" fmla="*/ 422177 h 1212067"/>
                <a:gd name="connsiteX570" fmla="*/ 704693 w 1385794"/>
                <a:gd name="connsiteY570" fmla="*/ 419789 h 1212067"/>
                <a:gd name="connsiteX571" fmla="*/ 706208 w 1385794"/>
                <a:gd name="connsiteY571" fmla="*/ 418040 h 1212067"/>
                <a:gd name="connsiteX572" fmla="*/ 706208 w 1385794"/>
                <a:gd name="connsiteY572" fmla="*/ 414878 h 1212067"/>
                <a:gd name="connsiteX573" fmla="*/ 703818 w 1385794"/>
                <a:gd name="connsiteY573" fmla="*/ 411716 h 1212067"/>
                <a:gd name="connsiteX574" fmla="*/ 701328 w 1385794"/>
                <a:gd name="connsiteY574" fmla="*/ 410740 h 1212067"/>
                <a:gd name="connsiteX575" fmla="*/ 697962 w 1385794"/>
                <a:gd name="connsiteY575" fmla="*/ 410740 h 1212067"/>
                <a:gd name="connsiteX576" fmla="*/ 696212 w 1385794"/>
                <a:gd name="connsiteY576" fmla="*/ 410740 h 1212067"/>
                <a:gd name="connsiteX577" fmla="*/ 694462 w 1385794"/>
                <a:gd name="connsiteY577" fmla="*/ 410740 h 1212067"/>
                <a:gd name="connsiteX578" fmla="*/ 690996 w 1385794"/>
                <a:gd name="connsiteY578" fmla="*/ 410740 h 1212067"/>
                <a:gd name="connsiteX579" fmla="*/ 690222 w 1385794"/>
                <a:gd name="connsiteY579" fmla="*/ 412590 h 1212067"/>
                <a:gd name="connsiteX580" fmla="*/ 688707 w 1385794"/>
                <a:gd name="connsiteY580" fmla="*/ 413465 h 1212067"/>
                <a:gd name="connsiteX581" fmla="*/ 687193 w 1385794"/>
                <a:gd name="connsiteY581" fmla="*/ 412489 h 1212067"/>
                <a:gd name="connsiteX582" fmla="*/ 684366 w 1385794"/>
                <a:gd name="connsiteY582" fmla="*/ 411514 h 1212067"/>
                <a:gd name="connsiteX583" fmla="*/ 682515 w 1385794"/>
                <a:gd name="connsiteY583" fmla="*/ 411312 h 1212067"/>
                <a:gd name="connsiteX584" fmla="*/ 680226 w 1385794"/>
                <a:gd name="connsiteY584" fmla="*/ 411648 h 1212067"/>
                <a:gd name="connsiteX585" fmla="*/ 678375 w 1385794"/>
                <a:gd name="connsiteY585" fmla="*/ 412422 h 1212067"/>
                <a:gd name="connsiteX586" fmla="*/ 674135 w 1385794"/>
                <a:gd name="connsiteY586" fmla="*/ 410807 h 1212067"/>
                <a:gd name="connsiteX587" fmla="*/ 673597 w 1385794"/>
                <a:gd name="connsiteY587" fmla="*/ 409394 h 1212067"/>
                <a:gd name="connsiteX588" fmla="*/ 676087 w 1385794"/>
                <a:gd name="connsiteY588" fmla="*/ 403104 h 1212067"/>
                <a:gd name="connsiteX589" fmla="*/ 673597 w 1385794"/>
                <a:gd name="connsiteY589" fmla="*/ 398226 h 1212067"/>
                <a:gd name="connsiteX590" fmla="*/ 670568 w 1385794"/>
                <a:gd name="connsiteY590" fmla="*/ 396914 h 1212067"/>
                <a:gd name="connsiteX591" fmla="*/ 668380 w 1385794"/>
                <a:gd name="connsiteY591" fmla="*/ 396914 h 1212067"/>
                <a:gd name="connsiteX592" fmla="*/ 664914 w 1385794"/>
                <a:gd name="connsiteY592" fmla="*/ 396914 h 1212067"/>
                <a:gd name="connsiteX593" fmla="*/ 662962 w 1385794"/>
                <a:gd name="connsiteY593" fmla="*/ 395064 h 1212067"/>
                <a:gd name="connsiteX594" fmla="*/ 662962 w 1385794"/>
                <a:gd name="connsiteY594" fmla="*/ 393113 h 1212067"/>
                <a:gd name="connsiteX595" fmla="*/ 659058 w 1385794"/>
                <a:gd name="connsiteY595" fmla="*/ 392339 h 1212067"/>
                <a:gd name="connsiteX596" fmla="*/ 658519 w 1385794"/>
                <a:gd name="connsiteY596" fmla="*/ 389312 h 1212067"/>
                <a:gd name="connsiteX597" fmla="*/ 658957 w 1385794"/>
                <a:gd name="connsiteY597" fmla="*/ 386048 h 1212067"/>
                <a:gd name="connsiteX598" fmla="*/ 659159 w 1385794"/>
                <a:gd name="connsiteY598" fmla="*/ 382785 h 1212067"/>
                <a:gd name="connsiteX599" fmla="*/ 659058 w 1385794"/>
                <a:gd name="connsiteY599" fmla="*/ 379321 h 1212067"/>
                <a:gd name="connsiteX600" fmla="*/ 657442 w 1385794"/>
                <a:gd name="connsiteY600" fmla="*/ 377370 h 1212067"/>
                <a:gd name="connsiteX601" fmla="*/ 656231 w 1385794"/>
                <a:gd name="connsiteY601" fmla="*/ 375183 h 1212067"/>
                <a:gd name="connsiteX602" fmla="*/ 657745 w 1385794"/>
                <a:gd name="connsiteY602" fmla="*/ 372122 h 1212067"/>
                <a:gd name="connsiteX603" fmla="*/ 655457 w 1385794"/>
                <a:gd name="connsiteY603" fmla="*/ 368960 h 1212067"/>
                <a:gd name="connsiteX604" fmla="*/ 652293 w 1385794"/>
                <a:gd name="connsiteY604" fmla="*/ 368051 h 1212067"/>
                <a:gd name="connsiteX605" fmla="*/ 648591 w 1385794"/>
                <a:gd name="connsiteY605" fmla="*/ 367345 h 1212067"/>
                <a:gd name="connsiteX606" fmla="*/ 642298 w 1385794"/>
                <a:gd name="connsiteY606" fmla="*/ 367345 h 1212067"/>
                <a:gd name="connsiteX607" fmla="*/ 636879 w 1385794"/>
                <a:gd name="connsiteY607" fmla="*/ 365495 h 1212067"/>
                <a:gd name="connsiteX608" fmla="*/ 633076 w 1385794"/>
                <a:gd name="connsiteY608" fmla="*/ 362871 h 1212067"/>
                <a:gd name="connsiteX609" fmla="*/ 629172 w 1385794"/>
                <a:gd name="connsiteY609" fmla="*/ 360381 h 1212067"/>
                <a:gd name="connsiteX610" fmla="*/ 625269 w 1385794"/>
                <a:gd name="connsiteY610" fmla="*/ 357758 h 1212067"/>
                <a:gd name="connsiteX611" fmla="*/ 620052 w 1385794"/>
                <a:gd name="connsiteY611" fmla="*/ 358397 h 1212067"/>
                <a:gd name="connsiteX612" fmla="*/ 617999 w 1385794"/>
                <a:gd name="connsiteY612" fmla="*/ 352846 h 1212067"/>
                <a:gd name="connsiteX613" fmla="*/ 612345 w 1385794"/>
                <a:gd name="connsiteY613" fmla="*/ 349045 h 1212067"/>
                <a:gd name="connsiteX614" fmla="*/ 608980 w 1385794"/>
                <a:gd name="connsiteY614" fmla="*/ 348507 h 1212067"/>
                <a:gd name="connsiteX615" fmla="*/ 601811 w 1385794"/>
                <a:gd name="connsiteY615" fmla="*/ 346993 h 1212067"/>
                <a:gd name="connsiteX616" fmla="*/ 597032 w 1385794"/>
                <a:gd name="connsiteY616" fmla="*/ 346993 h 1212067"/>
                <a:gd name="connsiteX617" fmla="*/ 594407 w 1385794"/>
                <a:gd name="connsiteY617" fmla="*/ 346959 h 1212067"/>
                <a:gd name="connsiteX618" fmla="*/ 590268 w 1385794"/>
                <a:gd name="connsiteY618" fmla="*/ 348204 h 1212067"/>
                <a:gd name="connsiteX619" fmla="*/ 587542 w 1385794"/>
                <a:gd name="connsiteY619" fmla="*/ 348978 h 1212067"/>
                <a:gd name="connsiteX620" fmla="*/ 582763 w 1385794"/>
                <a:gd name="connsiteY620" fmla="*/ 345513 h 1212067"/>
                <a:gd name="connsiteX621" fmla="*/ 587239 w 1385794"/>
                <a:gd name="connsiteY621" fmla="*/ 345513 h 1212067"/>
                <a:gd name="connsiteX622" fmla="*/ 589830 w 1385794"/>
                <a:gd name="connsiteY622" fmla="*/ 345378 h 1212067"/>
                <a:gd name="connsiteX623" fmla="*/ 592220 w 1385794"/>
                <a:gd name="connsiteY623" fmla="*/ 343898 h 1212067"/>
                <a:gd name="connsiteX624" fmla="*/ 592758 w 1385794"/>
                <a:gd name="connsiteY624" fmla="*/ 342822 h 1212067"/>
                <a:gd name="connsiteX625" fmla="*/ 593633 w 1385794"/>
                <a:gd name="connsiteY625" fmla="*/ 340231 h 1212067"/>
                <a:gd name="connsiteX626" fmla="*/ 594508 w 1385794"/>
                <a:gd name="connsiteY626" fmla="*/ 338482 h 1212067"/>
                <a:gd name="connsiteX627" fmla="*/ 596258 w 1385794"/>
                <a:gd name="connsiteY627" fmla="*/ 335892 h 1212067"/>
                <a:gd name="connsiteX628" fmla="*/ 598446 w 1385794"/>
                <a:gd name="connsiteY628" fmla="*/ 334681 h 1212067"/>
                <a:gd name="connsiteX629" fmla="*/ 599859 w 1385794"/>
                <a:gd name="connsiteY629" fmla="*/ 333604 h 1212067"/>
                <a:gd name="connsiteX630" fmla="*/ 601710 w 1385794"/>
                <a:gd name="connsiteY630" fmla="*/ 332831 h 1212067"/>
                <a:gd name="connsiteX631" fmla="*/ 604201 w 1385794"/>
                <a:gd name="connsiteY631" fmla="*/ 330678 h 1212067"/>
                <a:gd name="connsiteX632" fmla="*/ 605715 w 1385794"/>
                <a:gd name="connsiteY632" fmla="*/ 329265 h 1212067"/>
                <a:gd name="connsiteX633" fmla="*/ 606893 w 1385794"/>
                <a:gd name="connsiteY633" fmla="*/ 328289 h 1212067"/>
                <a:gd name="connsiteX634" fmla="*/ 609081 w 1385794"/>
                <a:gd name="connsiteY634" fmla="*/ 327415 h 1212067"/>
                <a:gd name="connsiteX635" fmla="*/ 611033 w 1385794"/>
                <a:gd name="connsiteY635" fmla="*/ 327415 h 1212067"/>
                <a:gd name="connsiteX636" fmla="*/ 615172 w 1385794"/>
                <a:gd name="connsiteY636" fmla="*/ 327415 h 1212067"/>
                <a:gd name="connsiteX637" fmla="*/ 616249 w 1385794"/>
                <a:gd name="connsiteY637" fmla="*/ 327415 h 1212067"/>
                <a:gd name="connsiteX638" fmla="*/ 618740 w 1385794"/>
                <a:gd name="connsiteY638" fmla="*/ 325564 h 1212067"/>
                <a:gd name="connsiteX639" fmla="*/ 620490 w 1385794"/>
                <a:gd name="connsiteY639" fmla="*/ 323815 h 1212067"/>
                <a:gd name="connsiteX640" fmla="*/ 622004 w 1385794"/>
                <a:gd name="connsiteY640" fmla="*/ 321629 h 1212067"/>
                <a:gd name="connsiteX641" fmla="*/ 623317 w 1385794"/>
                <a:gd name="connsiteY641" fmla="*/ 319947 h 1212067"/>
                <a:gd name="connsiteX642" fmla="*/ 624730 w 1385794"/>
                <a:gd name="connsiteY642" fmla="*/ 318702 h 1212067"/>
                <a:gd name="connsiteX643" fmla="*/ 624932 w 1385794"/>
                <a:gd name="connsiteY643" fmla="*/ 318702 h 1212067"/>
                <a:gd name="connsiteX644" fmla="*/ 628398 w 1385794"/>
                <a:gd name="connsiteY644" fmla="*/ 318702 h 1212067"/>
                <a:gd name="connsiteX645" fmla="*/ 630889 w 1385794"/>
                <a:gd name="connsiteY645" fmla="*/ 318567 h 1212067"/>
                <a:gd name="connsiteX646" fmla="*/ 633514 w 1385794"/>
                <a:gd name="connsiteY646" fmla="*/ 316650 h 1212067"/>
                <a:gd name="connsiteX647" fmla="*/ 635567 w 1385794"/>
                <a:gd name="connsiteY647" fmla="*/ 315136 h 1212067"/>
                <a:gd name="connsiteX648" fmla="*/ 636341 w 1385794"/>
                <a:gd name="connsiteY648" fmla="*/ 313084 h 1212067"/>
                <a:gd name="connsiteX649" fmla="*/ 635129 w 1385794"/>
                <a:gd name="connsiteY649" fmla="*/ 309047 h 1212067"/>
                <a:gd name="connsiteX650" fmla="*/ 634153 w 1385794"/>
                <a:gd name="connsiteY650" fmla="*/ 306861 h 1212067"/>
                <a:gd name="connsiteX651" fmla="*/ 635230 w 1385794"/>
                <a:gd name="connsiteY651" fmla="*/ 304371 h 1212067"/>
                <a:gd name="connsiteX652" fmla="*/ 637283 w 1385794"/>
                <a:gd name="connsiteY652" fmla="*/ 301748 h 1212067"/>
                <a:gd name="connsiteX653" fmla="*/ 638899 w 1385794"/>
                <a:gd name="connsiteY653" fmla="*/ 299359 h 1212067"/>
                <a:gd name="connsiteX654" fmla="*/ 642500 w 1385794"/>
                <a:gd name="connsiteY654" fmla="*/ 294347 h 1212067"/>
                <a:gd name="connsiteX655" fmla="*/ 644553 w 1385794"/>
                <a:gd name="connsiteY655" fmla="*/ 292934 h 1212067"/>
                <a:gd name="connsiteX656" fmla="*/ 645630 w 1385794"/>
                <a:gd name="connsiteY656" fmla="*/ 292396 h 1212067"/>
                <a:gd name="connsiteX657" fmla="*/ 646841 w 1385794"/>
                <a:gd name="connsiteY657" fmla="*/ 290983 h 1212067"/>
                <a:gd name="connsiteX658" fmla="*/ 646639 w 1385794"/>
                <a:gd name="connsiteY658" fmla="*/ 288494 h 1212067"/>
                <a:gd name="connsiteX659" fmla="*/ 648053 w 1385794"/>
                <a:gd name="connsiteY659" fmla="*/ 286879 h 1212067"/>
                <a:gd name="connsiteX660" fmla="*/ 649904 w 1385794"/>
                <a:gd name="connsiteY660" fmla="*/ 285264 h 1212067"/>
                <a:gd name="connsiteX661" fmla="*/ 651418 w 1385794"/>
                <a:gd name="connsiteY661" fmla="*/ 284053 h 1212067"/>
                <a:gd name="connsiteX662" fmla="*/ 653168 w 1385794"/>
                <a:gd name="connsiteY662" fmla="*/ 282876 h 1212067"/>
                <a:gd name="connsiteX663" fmla="*/ 655457 w 1385794"/>
                <a:gd name="connsiteY663" fmla="*/ 280689 h 1212067"/>
                <a:gd name="connsiteX664" fmla="*/ 656534 w 1385794"/>
                <a:gd name="connsiteY664" fmla="*/ 279377 h 1212067"/>
                <a:gd name="connsiteX665" fmla="*/ 659024 w 1385794"/>
                <a:gd name="connsiteY665" fmla="*/ 276989 h 1212067"/>
                <a:gd name="connsiteX666" fmla="*/ 660236 w 1385794"/>
                <a:gd name="connsiteY666" fmla="*/ 275374 h 1212067"/>
                <a:gd name="connsiteX667" fmla="*/ 661380 w 1385794"/>
                <a:gd name="connsiteY667" fmla="*/ 273860 h 1212067"/>
                <a:gd name="connsiteX668" fmla="*/ 662322 w 1385794"/>
                <a:gd name="connsiteY668" fmla="*/ 271236 h 1212067"/>
                <a:gd name="connsiteX669" fmla="*/ 662322 w 1385794"/>
                <a:gd name="connsiteY669" fmla="*/ 267435 h 1212067"/>
                <a:gd name="connsiteX670" fmla="*/ 661346 w 1385794"/>
                <a:gd name="connsiteY670" fmla="*/ 265585 h 1212067"/>
                <a:gd name="connsiteX671" fmla="*/ 662322 w 1385794"/>
                <a:gd name="connsiteY671" fmla="*/ 264508 h 1212067"/>
                <a:gd name="connsiteX672" fmla="*/ 663635 w 1385794"/>
                <a:gd name="connsiteY672" fmla="*/ 262995 h 1212067"/>
                <a:gd name="connsiteX673" fmla="*/ 664072 w 1385794"/>
                <a:gd name="connsiteY673" fmla="*/ 262019 h 1212067"/>
                <a:gd name="connsiteX674" fmla="*/ 662760 w 1385794"/>
                <a:gd name="connsiteY674" fmla="*/ 257680 h 1212067"/>
                <a:gd name="connsiteX675" fmla="*/ 661885 w 1385794"/>
                <a:gd name="connsiteY675" fmla="*/ 256368 h 1212067"/>
                <a:gd name="connsiteX676" fmla="*/ 660471 w 1385794"/>
                <a:gd name="connsiteY676" fmla="*/ 254854 h 1212067"/>
                <a:gd name="connsiteX677" fmla="*/ 658923 w 1385794"/>
                <a:gd name="connsiteY677" fmla="*/ 252028 h 1212067"/>
                <a:gd name="connsiteX678" fmla="*/ 658788 w 1385794"/>
                <a:gd name="connsiteY678" fmla="*/ 248900 h 1212067"/>
                <a:gd name="connsiteX679" fmla="*/ 658216 w 1385794"/>
                <a:gd name="connsiteY679" fmla="*/ 246141 h 1212067"/>
                <a:gd name="connsiteX680" fmla="*/ 657341 w 1385794"/>
                <a:gd name="connsiteY680" fmla="*/ 244627 h 1212067"/>
                <a:gd name="connsiteX681" fmla="*/ 654817 w 1385794"/>
                <a:gd name="connsiteY681" fmla="*/ 242306 h 1212067"/>
                <a:gd name="connsiteX682" fmla="*/ 651923 w 1385794"/>
                <a:gd name="connsiteY682" fmla="*/ 240288 h 1212067"/>
                <a:gd name="connsiteX683" fmla="*/ 648658 w 1385794"/>
                <a:gd name="connsiteY683" fmla="*/ 238606 h 1212067"/>
                <a:gd name="connsiteX684" fmla="*/ 647144 w 1385794"/>
                <a:gd name="connsiteY684" fmla="*/ 236789 h 1212067"/>
                <a:gd name="connsiteX685" fmla="*/ 646942 w 1385794"/>
                <a:gd name="connsiteY685" fmla="*/ 235545 h 1212067"/>
                <a:gd name="connsiteX686" fmla="*/ 644990 w 1385794"/>
                <a:gd name="connsiteY686" fmla="*/ 235545 h 1212067"/>
                <a:gd name="connsiteX687" fmla="*/ 642803 w 1385794"/>
                <a:gd name="connsiteY687" fmla="*/ 235545 h 1212067"/>
                <a:gd name="connsiteX688" fmla="*/ 640110 w 1385794"/>
                <a:gd name="connsiteY688" fmla="*/ 235545 h 1212067"/>
                <a:gd name="connsiteX689" fmla="*/ 637418 w 1385794"/>
                <a:gd name="connsiteY689" fmla="*/ 235208 h 1212067"/>
                <a:gd name="connsiteX690" fmla="*/ 632774 w 1385794"/>
                <a:gd name="connsiteY690" fmla="*/ 233896 h 1212067"/>
                <a:gd name="connsiteX691" fmla="*/ 630014 w 1385794"/>
                <a:gd name="connsiteY691" fmla="*/ 232887 h 1212067"/>
                <a:gd name="connsiteX692" fmla="*/ 628701 w 1385794"/>
                <a:gd name="connsiteY692" fmla="*/ 232887 h 1212067"/>
                <a:gd name="connsiteX693" fmla="*/ 623283 w 1385794"/>
                <a:gd name="connsiteY693" fmla="*/ 231003 h 1212067"/>
                <a:gd name="connsiteX694" fmla="*/ 621331 w 1385794"/>
                <a:gd name="connsiteY694" fmla="*/ 230364 h 1212067"/>
                <a:gd name="connsiteX695" fmla="*/ 616990 w 1385794"/>
                <a:gd name="connsiteY695" fmla="*/ 228918 h 1212067"/>
                <a:gd name="connsiteX696" fmla="*/ 615610 w 1385794"/>
                <a:gd name="connsiteY696" fmla="*/ 227101 h 1212067"/>
                <a:gd name="connsiteX697" fmla="*/ 613860 w 1385794"/>
                <a:gd name="connsiteY697" fmla="*/ 227976 h 1212067"/>
                <a:gd name="connsiteX698" fmla="*/ 612278 w 1385794"/>
                <a:gd name="connsiteY698" fmla="*/ 229994 h 1212067"/>
                <a:gd name="connsiteX699" fmla="*/ 612143 w 1385794"/>
                <a:gd name="connsiteY699" fmla="*/ 231743 h 1212067"/>
                <a:gd name="connsiteX700" fmla="*/ 611134 w 1385794"/>
                <a:gd name="connsiteY700" fmla="*/ 232988 h 1212067"/>
                <a:gd name="connsiteX701" fmla="*/ 610561 w 1385794"/>
                <a:gd name="connsiteY701" fmla="*/ 234300 h 1212067"/>
                <a:gd name="connsiteX702" fmla="*/ 610057 w 1385794"/>
                <a:gd name="connsiteY702" fmla="*/ 235612 h 1212067"/>
                <a:gd name="connsiteX703" fmla="*/ 608744 w 1385794"/>
                <a:gd name="connsiteY703" fmla="*/ 236487 h 1212067"/>
                <a:gd name="connsiteX704" fmla="*/ 606859 w 1385794"/>
                <a:gd name="connsiteY704" fmla="*/ 237294 h 1212067"/>
                <a:gd name="connsiteX705" fmla="*/ 602720 w 1385794"/>
                <a:gd name="connsiteY705" fmla="*/ 236924 h 1212067"/>
                <a:gd name="connsiteX706" fmla="*/ 599388 w 1385794"/>
                <a:gd name="connsiteY706" fmla="*/ 236991 h 1212067"/>
                <a:gd name="connsiteX707" fmla="*/ 596629 w 1385794"/>
                <a:gd name="connsiteY707" fmla="*/ 237059 h 1212067"/>
                <a:gd name="connsiteX708" fmla="*/ 593667 w 1385794"/>
                <a:gd name="connsiteY708" fmla="*/ 237059 h 1212067"/>
                <a:gd name="connsiteX709" fmla="*/ 590907 w 1385794"/>
                <a:gd name="connsiteY709" fmla="*/ 235679 h 1212067"/>
                <a:gd name="connsiteX710" fmla="*/ 589460 w 1385794"/>
                <a:gd name="connsiteY710" fmla="*/ 235545 h 1212067"/>
                <a:gd name="connsiteX711" fmla="*/ 585556 w 1385794"/>
                <a:gd name="connsiteY711" fmla="*/ 233291 h 1212067"/>
                <a:gd name="connsiteX712" fmla="*/ 580474 w 1385794"/>
                <a:gd name="connsiteY712" fmla="*/ 234300 h 1212067"/>
                <a:gd name="connsiteX713" fmla="*/ 576570 w 1385794"/>
                <a:gd name="connsiteY713" fmla="*/ 235881 h 1212067"/>
                <a:gd name="connsiteX714" fmla="*/ 570916 w 1385794"/>
                <a:gd name="connsiteY714" fmla="*/ 234872 h 1212067"/>
                <a:gd name="connsiteX715" fmla="*/ 563512 w 1385794"/>
                <a:gd name="connsiteY715" fmla="*/ 235747 h 1212067"/>
                <a:gd name="connsiteX716" fmla="*/ 560618 w 1385794"/>
                <a:gd name="connsiteY716" fmla="*/ 237933 h 1212067"/>
                <a:gd name="connsiteX717" fmla="*/ 558027 w 1385794"/>
                <a:gd name="connsiteY717" fmla="*/ 240557 h 1212067"/>
                <a:gd name="connsiteX718" fmla="*/ 555267 w 1385794"/>
                <a:gd name="connsiteY718" fmla="*/ 240422 h 1212067"/>
                <a:gd name="connsiteX719" fmla="*/ 553080 w 1385794"/>
                <a:gd name="connsiteY719" fmla="*/ 240725 h 1212067"/>
                <a:gd name="connsiteX720" fmla="*/ 550757 w 1385794"/>
                <a:gd name="connsiteY720" fmla="*/ 243618 h 1212067"/>
                <a:gd name="connsiteX721" fmla="*/ 548300 w 1385794"/>
                <a:gd name="connsiteY721" fmla="*/ 245065 h 1212067"/>
                <a:gd name="connsiteX722" fmla="*/ 544228 w 1385794"/>
                <a:gd name="connsiteY722" fmla="*/ 245637 h 1212067"/>
                <a:gd name="connsiteX723" fmla="*/ 538002 w 1385794"/>
                <a:gd name="connsiteY723" fmla="*/ 248967 h 1212067"/>
                <a:gd name="connsiteX724" fmla="*/ 532348 w 1385794"/>
                <a:gd name="connsiteY724" fmla="*/ 254047 h 1212067"/>
                <a:gd name="connsiteX725" fmla="*/ 528141 w 1385794"/>
                <a:gd name="connsiteY725" fmla="*/ 257949 h 1212067"/>
                <a:gd name="connsiteX726" fmla="*/ 524237 w 1385794"/>
                <a:gd name="connsiteY726" fmla="*/ 259530 h 1212067"/>
                <a:gd name="connsiteX727" fmla="*/ 522487 w 1385794"/>
                <a:gd name="connsiteY727" fmla="*/ 263735 h 1212067"/>
                <a:gd name="connsiteX728" fmla="*/ 520603 w 1385794"/>
                <a:gd name="connsiteY728" fmla="*/ 265888 h 1212067"/>
                <a:gd name="connsiteX729" fmla="*/ 514646 w 1385794"/>
                <a:gd name="connsiteY729" fmla="*/ 265753 h 1212067"/>
                <a:gd name="connsiteX730" fmla="*/ 508184 w 1385794"/>
                <a:gd name="connsiteY730" fmla="*/ 265047 h 1212067"/>
                <a:gd name="connsiteX731" fmla="*/ 504045 w 1385794"/>
                <a:gd name="connsiteY731" fmla="*/ 263163 h 1212067"/>
                <a:gd name="connsiteX732" fmla="*/ 504045 w 1385794"/>
                <a:gd name="connsiteY732" fmla="*/ 260539 h 1212067"/>
                <a:gd name="connsiteX733" fmla="*/ 500141 w 1385794"/>
                <a:gd name="connsiteY733" fmla="*/ 260102 h 1212067"/>
                <a:gd name="connsiteX734" fmla="*/ 499434 w 1385794"/>
                <a:gd name="connsiteY734" fmla="*/ 262423 h 1212067"/>
                <a:gd name="connsiteX735" fmla="*/ 498559 w 1385794"/>
                <a:gd name="connsiteY735" fmla="*/ 262995 h 1212067"/>
                <a:gd name="connsiteX736" fmla="*/ 495867 w 1385794"/>
                <a:gd name="connsiteY736" fmla="*/ 263197 h 1212067"/>
                <a:gd name="connsiteX737" fmla="*/ 492165 w 1385794"/>
                <a:gd name="connsiteY737" fmla="*/ 262894 h 1212067"/>
                <a:gd name="connsiteX738" fmla="*/ 489775 w 1385794"/>
                <a:gd name="connsiteY738" fmla="*/ 261817 h 1212067"/>
                <a:gd name="connsiteX739" fmla="*/ 490650 w 1385794"/>
                <a:gd name="connsiteY739" fmla="*/ 259631 h 1212067"/>
                <a:gd name="connsiteX740" fmla="*/ 491727 w 1385794"/>
                <a:gd name="connsiteY740" fmla="*/ 257242 h 1212067"/>
                <a:gd name="connsiteX741" fmla="*/ 492366 w 1385794"/>
                <a:gd name="connsiteY741" fmla="*/ 255358 h 1212067"/>
                <a:gd name="connsiteX742" fmla="*/ 493006 w 1385794"/>
                <a:gd name="connsiteY742" fmla="*/ 253172 h 1212067"/>
                <a:gd name="connsiteX743" fmla="*/ 493645 w 1385794"/>
                <a:gd name="connsiteY743" fmla="*/ 250144 h 1212067"/>
                <a:gd name="connsiteX744" fmla="*/ 494958 w 1385794"/>
                <a:gd name="connsiteY744" fmla="*/ 246444 h 1212067"/>
                <a:gd name="connsiteX745" fmla="*/ 495833 w 1385794"/>
                <a:gd name="connsiteY745" fmla="*/ 245368 h 1212067"/>
                <a:gd name="connsiteX746" fmla="*/ 498155 w 1385794"/>
                <a:gd name="connsiteY746" fmla="*/ 243551 h 1212067"/>
                <a:gd name="connsiteX747" fmla="*/ 499299 w 1385794"/>
                <a:gd name="connsiteY747" fmla="*/ 242979 h 1212067"/>
                <a:gd name="connsiteX748" fmla="*/ 499670 w 1385794"/>
                <a:gd name="connsiteY748" fmla="*/ 240221 h 1212067"/>
                <a:gd name="connsiteX749" fmla="*/ 499030 w 1385794"/>
                <a:gd name="connsiteY749" fmla="*/ 238135 h 1212067"/>
                <a:gd name="connsiteX750" fmla="*/ 499333 w 1385794"/>
                <a:gd name="connsiteY750" fmla="*/ 235747 h 1212067"/>
                <a:gd name="connsiteX751" fmla="*/ 501016 w 1385794"/>
                <a:gd name="connsiteY751" fmla="*/ 233930 h 1212067"/>
                <a:gd name="connsiteX752" fmla="*/ 502261 w 1385794"/>
                <a:gd name="connsiteY752" fmla="*/ 232685 h 1212067"/>
                <a:gd name="connsiteX753" fmla="*/ 503001 w 1385794"/>
                <a:gd name="connsiteY753" fmla="*/ 229994 h 1212067"/>
                <a:gd name="connsiteX754" fmla="*/ 503069 w 1385794"/>
                <a:gd name="connsiteY754" fmla="*/ 226227 h 1212067"/>
                <a:gd name="connsiteX755" fmla="*/ 503001 w 1385794"/>
                <a:gd name="connsiteY755" fmla="*/ 222963 h 1212067"/>
                <a:gd name="connsiteX756" fmla="*/ 502867 w 1385794"/>
                <a:gd name="connsiteY756" fmla="*/ 221282 h 1212067"/>
                <a:gd name="connsiteX757" fmla="*/ 502497 w 1385794"/>
                <a:gd name="connsiteY757" fmla="*/ 219028 h 1212067"/>
                <a:gd name="connsiteX758" fmla="*/ 497785 w 1385794"/>
                <a:gd name="connsiteY758" fmla="*/ 218153 h 1212067"/>
                <a:gd name="connsiteX759" fmla="*/ 497146 w 1385794"/>
                <a:gd name="connsiteY759" fmla="*/ 215832 h 1212067"/>
                <a:gd name="connsiteX760" fmla="*/ 494319 w 1385794"/>
                <a:gd name="connsiteY760" fmla="*/ 212804 h 1212067"/>
                <a:gd name="connsiteX761" fmla="*/ 491626 w 1385794"/>
                <a:gd name="connsiteY761" fmla="*/ 212804 h 1212067"/>
                <a:gd name="connsiteX762" fmla="*/ 489304 w 1385794"/>
                <a:gd name="connsiteY762" fmla="*/ 213174 h 1212067"/>
                <a:gd name="connsiteX763" fmla="*/ 487487 w 1385794"/>
                <a:gd name="connsiteY763" fmla="*/ 210853 h 1212067"/>
                <a:gd name="connsiteX764" fmla="*/ 482842 w 1385794"/>
                <a:gd name="connsiteY764" fmla="*/ 207590 h 1212067"/>
                <a:gd name="connsiteX765" fmla="*/ 478568 w 1385794"/>
                <a:gd name="connsiteY765" fmla="*/ 203755 h 1212067"/>
                <a:gd name="connsiteX766" fmla="*/ 475539 w 1385794"/>
                <a:gd name="connsiteY766" fmla="*/ 200223 h 1212067"/>
                <a:gd name="connsiteX767" fmla="*/ 475236 w 1385794"/>
                <a:gd name="connsiteY767" fmla="*/ 196758 h 1212067"/>
                <a:gd name="connsiteX768" fmla="*/ 473049 w 1385794"/>
                <a:gd name="connsiteY768" fmla="*/ 195177 h 1212067"/>
                <a:gd name="connsiteX769" fmla="*/ 469347 w 1385794"/>
                <a:gd name="connsiteY769" fmla="*/ 192486 h 1212067"/>
                <a:gd name="connsiteX770" fmla="*/ 467327 w 1385794"/>
                <a:gd name="connsiteY770" fmla="*/ 191107 h 1212067"/>
                <a:gd name="connsiteX771" fmla="*/ 464736 w 1385794"/>
                <a:gd name="connsiteY771" fmla="*/ 187474 h 1212067"/>
                <a:gd name="connsiteX772" fmla="*/ 462481 w 1385794"/>
                <a:gd name="connsiteY772" fmla="*/ 183908 h 1212067"/>
                <a:gd name="connsiteX773" fmla="*/ 460597 w 1385794"/>
                <a:gd name="connsiteY773" fmla="*/ 178997 h 1212067"/>
                <a:gd name="connsiteX774" fmla="*/ 457837 w 1385794"/>
                <a:gd name="connsiteY774" fmla="*/ 174792 h 1212067"/>
                <a:gd name="connsiteX775" fmla="*/ 454202 w 1385794"/>
                <a:gd name="connsiteY775" fmla="*/ 167694 h 1212067"/>
                <a:gd name="connsiteX776" fmla="*/ 454202 w 1385794"/>
                <a:gd name="connsiteY776" fmla="*/ 164935 h 1212067"/>
                <a:gd name="connsiteX777" fmla="*/ 450803 w 1385794"/>
                <a:gd name="connsiteY777" fmla="*/ 160663 h 1212067"/>
                <a:gd name="connsiteX778" fmla="*/ 448717 w 1385794"/>
                <a:gd name="connsiteY778" fmla="*/ 155213 h 1212067"/>
                <a:gd name="connsiteX779" fmla="*/ 445250 w 1385794"/>
                <a:gd name="connsiteY779" fmla="*/ 151311 h 1212067"/>
                <a:gd name="connsiteX780" fmla="*/ 443500 w 1385794"/>
                <a:gd name="connsiteY780" fmla="*/ 148351 h 1212067"/>
                <a:gd name="connsiteX781" fmla="*/ 443500 w 1385794"/>
                <a:gd name="connsiteY781" fmla="*/ 146467 h 1212067"/>
                <a:gd name="connsiteX782" fmla="*/ 444308 w 1385794"/>
                <a:gd name="connsiteY782" fmla="*/ 144583 h 1212067"/>
                <a:gd name="connsiteX783" fmla="*/ 445890 w 1385794"/>
                <a:gd name="connsiteY783" fmla="*/ 143574 h 1212067"/>
                <a:gd name="connsiteX784" fmla="*/ 450669 w 1385794"/>
                <a:gd name="connsiteY784" fmla="*/ 141186 h 1212067"/>
                <a:gd name="connsiteX785" fmla="*/ 454371 w 1385794"/>
                <a:gd name="connsiteY785" fmla="*/ 139537 h 1212067"/>
                <a:gd name="connsiteX786" fmla="*/ 458409 w 1385794"/>
                <a:gd name="connsiteY786" fmla="*/ 137283 h 1212067"/>
                <a:gd name="connsiteX787" fmla="*/ 465005 w 1385794"/>
                <a:gd name="connsiteY787" fmla="*/ 132944 h 1212067"/>
                <a:gd name="connsiteX788" fmla="*/ 467395 w 1385794"/>
                <a:gd name="connsiteY788" fmla="*/ 130421 h 1212067"/>
                <a:gd name="connsiteX789" fmla="*/ 466890 w 1385794"/>
                <a:gd name="connsiteY789" fmla="*/ 128167 h 1212067"/>
                <a:gd name="connsiteX790" fmla="*/ 466318 w 1385794"/>
                <a:gd name="connsiteY790" fmla="*/ 126283 h 1212067"/>
                <a:gd name="connsiteX791" fmla="*/ 464736 w 1385794"/>
                <a:gd name="connsiteY791" fmla="*/ 124265 h 1212067"/>
                <a:gd name="connsiteX792" fmla="*/ 462212 w 1385794"/>
                <a:gd name="connsiteY792" fmla="*/ 122516 h 1212067"/>
                <a:gd name="connsiteX793" fmla="*/ 462515 w 1385794"/>
                <a:gd name="connsiteY793" fmla="*/ 119555 h 1212067"/>
                <a:gd name="connsiteX794" fmla="*/ 462818 w 1385794"/>
                <a:gd name="connsiteY794" fmla="*/ 117234 h 1212067"/>
                <a:gd name="connsiteX795" fmla="*/ 459991 w 1385794"/>
                <a:gd name="connsiteY795" fmla="*/ 112222 h 1212067"/>
                <a:gd name="connsiteX796" fmla="*/ 457366 w 1385794"/>
                <a:gd name="connsiteY796" fmla="*/ 108892 h 1212067"/>
                <a:gd name="connsiteX797" fmla="*/ 457500 w 1385794"/>
                <a:gd name="connsiteY797" fmla="*/ 105494 h 1212067"/>
                <a:gd name="connsiteX798" fmla="*/ 458308 w 1385794"/>
                <a:gd name="connsiteY798" fmla="*/ 102164 h 1212067"/>
                <a:gd name="connsiteX799" fmla="*/ 455986 w 1385794"/>
                <a:gd name="connsiteY799" fmla="*/ 97185 h 1212067"/>
                <a:gd name="connsiteX800" fmla="*/ 453899 w 1385794"/>
                <a:gd name="connsiteY800" fmla="*/ 92173 h 1212067"/>
                <a:gd name="connsiteX801" fmla="*/ 453260 w 1385794"/>
                <a:gd name="connsiteY801" fmla="*/ 88842 h 1212067"/>
                <a:gd name="connsiteX802" fmla="*/ 451443 w 1385794"/>
                <a:gd name="connsiteY802" fmla="*/ 81543 h 1212067"/>
                <a:gd name="connsiteX803" fmla="*/ 448481 w 1385794"/>
                <a:gd name="connsiteY803" fmla="*/ 75521 h 1212067"/>
                <a:gd name="connsiteX804" fmla="*/ 447337 w 1385794"/>
                <a:gd name="connsiteY804" fmla="*/ 66977 h 1212067"/>
                <a:gd name="connsiteX805" fmla="*/ 437779 w 1385794"/>
                <a:gd name="connsiteY805" fmla="*/ 45245 h 1212067"/>
                <a:gd name="connsiteX806" fmla="*/ 432865 w 1385794"/>
                <a:gd name="connsiteY806" fmla="*/ 24389 h 1212067"/>
                <a:gd name="connsiteX807" fmla="*/ 428524 w 1385794"/>
                <a:gd name="connsiteY807" fmla="*/ 3229 h 1212067"/>
                <a:gd name="connsiteX808" fmla="*/ 409677 w 1385794"/>
                <a:gd name="connsiteY808" fmla="*/ 639 h 1212067"/>
                <a:gd name="connsiteX809" fmla="*/ 398942 w 1385794"/>
                <a:gd name="connsiteY809" fmla="*/ 639 h 1212067"/>
                <a:gd name="connsiteX810" fmla="*/ 385042 w 1385794"/>
                <a:gd name="connsiteY810" fmla="*/ 639 h 1212067"/>
                <a:gd name="connsiteX811" fmla="*/ 376359 w 1385794"/>
                <a:gd name="connsiteY811" fmla="*/ 639 h 1212067"/>
                <a:gd name="connsiteX812" fmla="*/ 364176 w 1385794"/>
                <a:gd name="connsiteY812" fmla="*/ 639 h 1212067"/>
                <a:gd name="connsiteX813" fmla="*/ 357210 w 1385794"/>
                <a:gd name="connsiteY813" fmla="*/ 639 h 1212067"/>
                <a:gd name="connsiteX814" fmla="*/ 348964 w 1385794"/>
                <a:gd name="connsiteY814" fmla="*/ 0 h 1212067"/>
                <a:gd name="connsiteX815" fmla="*/ 341695 w 1385794"/>
                <a:gd name="connsiteY815" fmla="*/ 639 h 1212067"/>
                <a:gd name="connsiteX816" fmla="*/ 335503 w 1385794"/>
                <a:gd name="connsiteY816" fmla="*/ 4878 h 1212067"/>
                <a:gd name="connsiteX817" fmla="*/ 329748 w 1385794"/>
                <a:gd name="connsiteY817" fmla="*/ 8343 h 1212067"/>
                <a:gd name="connsiteX818" fmla="*/ 327123 w 1385794"/>
                <a:gd name="connsiteY818" fmla="*/ 11606 h 1212067"/>
                <a:gd name="connsiteX819" fmla="*/ 326483 w 1385794"/>
                <a:gd name="connsiteY819" fmla="*/ 16820 h 1212067"/>
                <a:gd name="connsiteX820" fmla="*/ 326483 w 1385794"/>
                <a:gd name="connsiteY820" fmla="*/ 20958 h 1212067"/>
                <a:gd name="connsiteX821" fmla="*/ 325406 w 1385794"/>
                <a:gd name="connsiteY821" fmla="*/ 27484 h 1212067"/>
                <a:gd name="connsiteX822" fmla="*/ 326820 w 1385794"/>
                <a:gd name="connsiteY822" fmla="*/ 38114 h 1212067"/>
                <a:gd name="connsiteX823" fmla="*/ 325945 w 1385794"/>
                <a:gd name="connsiteY823" fmla="*/ 49181 h 1212067"/>
                <a:gd name="connsiteX824" fmla="*/ 322916 w 1385794"/>
                <a:gd name="connsiteY824" fmla="*/ 57120 h 1212067"/>
                <a:gd name="connsiteX825" fmla="*/ 320728 w 1385794"/>
                <a:gd name="connsiteY825" fmla="*/ 68625 h 1212067"/>
                <a:gd name="connsiteX826" fmla="*/ 325305 w 1385794"/>
                <a:gd name="connsiteY826" fmla="*/ 73839 h 1212067"/>
                <a:gd name="connsiteX827" fmla="*/ 325507 w 1385794"/>
                <a:gd name="connsiteY827" fmla="*/ 76463 h 1212067"/>
                <a:gd name="connsiteX828" fmla="*/ 322916 w 1385794"/>
                <a:gd name="connsiteY828" fmla="*/ 79490 h 1212067"/>
                <a:gd name="connsiteX829" fmla="*/ 317026 w 1385794"/>
                <a:gd name="connsiteY829" fmla="*/ 82518 h 1212067"/>
                <a:gd name="connsiteX830" fmla="*/ 313560 w 1385794"/>
                <a:gd name="connsiteY830" fmla="*/ 85007 h 1212067"/>
                <a:gd name="connsiteX831" fmla="*/ 309420 w 1385794"/>
                <a:gd name="connsiteY831" fmla="*/ 90659 h 1212067"/>
                <a:gd name="connsiteX832" fmla="*/ 300502 w 1385794"/>
                <a:gd name="connsiteY832" fmla="*/ 91197 h 1212067"/>
                <a:gd name="connsiteX833" fmla="*/ 289732 w 1385794"/>
                <a:gd name="connsiteY833" fmla="*/ 87934 h 1212067"/>
                <a:gd name="connsiteX834" fmla="*/ 284852 w 1385794"/>
                <a:gd name="connsiteY834" fmla="*/ 86757 h 1212067"/>
                <a:gd name="connsiteX835" fmla="*/ 279838 w 1385794"/>
                <a:gd name="connsiteY835" fmla="*/ 84806 h 1212067"/>
                <a:gd name="connsiteX836" fmla="*/ 275496 w 1385794"/>
                <a:gd name="connsiteY836" fmla="*/ 84032 h 1212067"/>
                <a:gd name="connsiteX837" fmla="*/ 272030 w 1385794"/>
                <a:gd name="connsiteY837" fmla="*/ 84032 h 1212067"/>
                <a:gd name="connsiteX838" fmla="*/ 267588 w 1385794"/>
                <a:gd name="connsiteY838" fmla="*/ 86656 h 1212067"/>
                <a:gd name="connsiteX839" fmla="*/ 264424 w 1385794"/>
                <a:gd name="connsiteY839" fmla="*/ 87429 h 1212067"/>
                <a:gd name="connsiteX840" fmla="*/ 261160 w 1385794"/>
                <a:gd name="connsiteY840" fmla="*/ 88741 h 1212067"/>
                <a:gd name="connsiteX841" fmla="*/ 258232 w 1385794"/>
                <a:gd name="connsiteY841" fmla="*/ 89179 h 1212067"/>
                <a:gd name="connsiteX842" fmla="*/ 252039 w 1385794"/>
                <a:gd name="connsiteY842" fmla="*/ 86790 h 1212067"/>
                <a:gd name="connsiteX843" fmla="*/ 249010 w 1385794"/>
                <a:gd name="connsiteY843" fmla="*/ 87228 h 1212067"/>
                <a:gd name="connsiteX844" fmla="*/ 230433 w 1385794"/>
                <a:gd name="connsiteY844" fmla="*/ 92105 h 1212067"/>
                <a:gd name="connsiteX845" fmla="*/ 215322 w 1385794"/>
                <a:gd name="connsiteY845" fmla="*/ 94157 h 1212067"/>
                <a:gd name="connsiteX846" fmla="*/ 211183 w 1385794"/>
                <a:gd name="connsiteY846" fmla="*/ 97219 h 1212067"/>
                <a:gd name="connsiteX847" fmla="*/ 206067 w 1385794"/>
                <a:gd name="connsiteY847" fmla="*/ 99271 h 1212067"/>
                <a:gd name="connsiteX848" fmla="*/ 199875 w 1385794"/>
                <a:gd name="connsiteY848" fmla="*/ 102197 h 1212067"/>
                <a:gd name="connsiteX849" fmla="*/ 194557 w 1385794"/>
                <a:gd name="connsiteY849" fmla="*/ 105460 h 1212067"/>
                <a:gd name="connsiteX850" fmla="*/ 190552 w 1385794"/>
                <a:gd name="connsiteY850" fmla="*/ 108824 h 1212067"/>
                <a:gd name="connsiteX851" fmla="*/ 186850 w 1385794"/>
                <a:gd name="connsiteY851" fmla="*/ 111314 h 1212067"/>
                <a:gd name="connsiteX852" fmla="*/ 178706 w 1385794"/>
                <a:gd name="connsiteY852" fmla="*/ 118479 h 1212067"/>
                <a:gd name="connsiteX853" fmla="*/ 164672 w 1385794"/>
                <a:gd name="connsiteY853" fmla="*/ 128470 h 1212067"/>
                <a:gd name="connsiteX854" fmla="*/ 159018 w 1385794"/>
                <a:gd name="connsiteY854" fmla="*/ 133146 h 1212067"/>
                <a:gd name="connsiteX855" fmla="*/ 150638 w 1385794"/>
                <a:gd name="connsiteY855" fmla="*/ 139335 h 1212067"/>
                <a:gd name="connsiteX856" fmla="*/ 141080 w 1385794"/>
                <a:gd name="connsiteY856" fmla="*/ 144987 h 1212067"/>
                <a:gd name="connsiteX857" fmla="*/ 131085 w 1385794"/>
                <a:gd name="connsiteY857" fmla="*/ 151614 h 1212067"/>
                <a:gd name="connsiteX858" fmla="*/ 123580 w 1385794"/>
                <a:gd name="connsiteY858" fmla="*/ 160091 h 1212067"/>
                <a:gd name="connsiteX859" fmla="*/ 118700 w 1385794"/>
                <a:gd name="connsiteY859" fmla="*/ 168131 h 1212067"/>
                <a:gd name="connsiteX860" fmla="*/ 114022 w 1385794"/>
                <a:gd name="connsiteY860" fmla="*/ 171394 h 1212067"/>
                <a:gd name="connsiteX861" fmla="*/ 108368 w 1385794"/>
                <a:gd name="connsiteY861" fmla="*/ 177247 h 1212067"/>
                <a:gd name="connsiteX862" fmla="*/ 106079 w 1385794"/>
                <a:gd name="connsiteY862" fmla="*/ 181688 h 1212067"/>
                <a:gd name="connsiteX863" fmla="*/ 105002 w 1385794"/>
                <a:gd name="connsiteY863" fmla="*/ 184850 h 1212067"/>
                <a:gd name="connsiteX864" fmla="*/ 103252 w 1385794"/>
                <a:gd name="connsiteY864" fmla="*/ 187137 h 1212067"/>
                <a:gd name="connsiteX865" fmla="*/ 101199 w 1385794"/>
                <a:gd name="connsiteY865" fmla="*/ 190165 h 1212067"/>
                <a:gd name="connsiteX866" fmla="*/ 100324 w 1385794"/>
                <a:gd name="connsiteY866" fmla="*/ 191914 h 1212067"/>
                <a:gd name="connsiteX867" fmla="*/ 99247 w 1385794"/>
                <a:gd name="connsiteY867" fmla="*/ 193125 h 1212067"/>
                <a:gd name="connsiteX868" fmla="*/ 97497 w 1385794"/>
                <a:gd name="connsiteY868" fmla="*/ 193899 h 1212067"/>
                <a:gd name="connsiteX869" fmla="*/ 95747 w 1385794"/>
                <a:gd name="connsiteY869" fmla="*/ 194538 h 1212067"/>
                <a:gd name="connsiteX870" fmla="*/ 94435 w 1385794"/>
                <a:gd name="connsiteY870" fmla="*/ 195749 h 1212067"/>
                <a:gd name="connsiteX871" fmla="*/ 93560 w 1385794"/>
                <a:gd name="connsiteY871" fmla="*/ 196186 h 1212067"/>
                <a:gd name="connsiteX872" fmla="*/ 92786 w 1385794"/>
                <a:gd name="connsiteY872" fmla="*/ 196725 h 1212067"/>
                <a:gd name="connsiteX873" fmla="*/ 91608 w 1385794"/>
                <a:gd name="connsiteY873" fmla="*/ 197936 h 1212067"/>
                <a:gd name="connsiteX874" fmla="*/ 89656 w 1385794"/>
                <a:gd name="connsiteY874" fmla="*/ 199550 h 1212067"/>
                <a:gd name="connsiteX875" fmla="*/ 87704 w 1385794"/>
                <a:gd name="connsiteY875" fmla="*/ 200425 h 1212067"/>
                <a:gd name="connsiteX876" fmla="*/ 86627 w 1385794"/>
                <a:gd name="connsiteY876" fmla="*/ 200862 h 1212067"/>
                <a:gd name="connsiteX877" fmla="*/ 85113 w 1385794"/>
                <a:gd name="connsiteY877" fmla="*/ 201401 h 1212067"/>
                <a:gd name="connsiteX878" fmla="*/ 83699 w 1385794"/>
                <a:gd name="connsiteY878" fmla="*/ 202477 h 1212067"/>
                <a:gd name="connsiteX879" fmla="*/ 82387 w 1385794"/>
                <a:gd name="connsiteY879" fmla="*/ 203553 h 1212067"/>
                <a:gd name="connsiteX880" fmla="*/ 80435 w 1385794"/>
                <a:gd name="connsiteY880" fmla="*/ 204765 h 1212067"/>
                <a:gd name="connsiteX881" fmla="*/ 78684 w 1385794"/>
                <a:gd name="connsiteY881" fmla="*/ 205404 h 1212067"/>
                <a:gd name="connsiteX882" fmla="*/ 76732 w 1385794"/>
                <a:gd name="connsiteY882" fmla="*/ 206278 h 1212067"/>
                <a:gd name="connsiteX883" fmla="*/ 74444 w 1385794"/>
                <a:gd name="connsiteY883" fmla="*/ 206917 h 1212067"/>
                <a:gd name="connsiteX884" fmla="*/ 72694 w 1385794"/>
                <a:gd name="connsiteY884" fmla="*/ 207456 h 1212067"/>
                <a:gd name="connsiteX885" fmla="*/ 71617 w 1385794"/>
                <a:gd name="connsiteY885" fmla="*/ 208095 h 1212067"/>
                <a:gd name="connsiteX886" fmla="*/ 68992 w 1385794"/>
                <a:gd name="connsiteY886" fmla="*/ 209070 h 1212067"/>
                <a:gd name="connsiteX887" fmla="*/ 66064 w 1385794"/>
                <a:gd name="connsiteY887" fmla="*/ 209844 h 1212067"/>
                <a:gd name="connsiteX888" fmla="*/ 62463 w 1385794"/>
                <a:gd name="connsiteY888" fmla="*/ 210046 h 1212067"/>
                <a:gd name="connsiteX889" fmla="*/ 59636 w 1385794"/>
                <a:gd name="connsiteY889" fmla="*/ 210147 h 1212067"/>
                <a:gd name="connsiteX890" fmla="*/ 55631 w 1385794"/>
                <a:gd name="connsiteY890" fmla="*/ 209810 h 1212067"/>
                <a:gd name="connsiteX891" fmla="*/ 52602 w 1385794"/>
                <a:gd name="connsiteY891" fmla="*/ 208936 h 1212067"/>
                <a:gd name="connsiteX892" fmla="*/ 49001 w 1385794"/>
                <a:gd name="connsiteY892" fmla="*/ 207624 h 1212067"/>
                <a:gd name="connsiteX893" fmla="*/ 42371 w 1385794"/>
                <a:gd name="connsiteY893" fmla="*/ 204462 h 1212067"/>
                <a:gd name="connsiteX894" fmla="*/ 37054 w 1385794"/>
                <a:gd name="connsiteY894" fmla="*/ 204361 h 1212067"/>
                <a:gd name="connsiteX895" fmla="*/ 32174 w 1385794"/>
                <a:gd name="connsiteY895" fmla="*/ 203049 h 1212067"/>
                <a:gd name="connsiteX896" fmla="*/ 29448 w 1385794"/>
                <a:gd name="connsiteY896" fmla="*/ 201838 h 1212067"/>
                <a:gd name="connsiteX897" fmla="*/ 26621 w 1385794"/>
                <a:gd name="connsiteY897" fmla="*/ 201300 h 1212067"/>
                <a:gd name="connsiteX898" fmla="*/ 24400 w 1385794"/>
                <a:gd name="connsiteY898" fmla="*/ 201199 h 1212067"/>
                <a:gd name="connsiteX899" fmla="*/ 22515 w 1385794"/>
                <a:gd name="connsiteY899" fmla="*/ 201300 h 1212067"/>
                <a:gd name="connsiteX900" fmla="*/ 22515 w 1385794"/>
                <a:gd name="connsiteY900" fmla="*/ 203049 h 1212067"/>
                <a:gd name="connsiteX901" fmla="*/ 22515 w 1385794"/>
                <a:gd name="connsiteY901" fmla="*/ 206514 h 1212067"/>
                <a:gd name="connsiteX902" fmla="*/ 22515 w 1385794"/>
                <a:gd name="connsiteY902" fmla="*/ 208129 h 1212067"/>
                <a:gd name="connsiteX903" fmla="*/ 22852 w 1385794"/>
                <a:gd name="connsiteY903" fmla="*/ 210315 h 1212067"/>
                <a:gd name="connsiteX904" fmla="*/ 22347 w 1385794"/>
                <a:gd name="connsiteY904" fmla="*/ 212804 h 1212067"/>
                <a:gd name="connsiteX905" fmla="*/ 21875 w 1385794"/>
                <a:gd name="connsiteY905" fmla="*/ 235612 h 1212067"/>
                <a:gd name="connsiteX906" fmla="*/ 22952 w 1385794"/>
                <a:gd name="connsiteY906" fmla="*/ 239851 h 1212067"/>
                <a:gd name="connsiteX907" fmla="*/ 23188 w 1385794"/>
                <a:gd name="connsiteY907" fmla="*/ 242239 h 1212067"/>
                <a:gd name="connsiteX908" fmla="*/ 21875 w 1385794"/>
                <a:gd name="connsiteY908" fmla="*/ 245704 h 1212067"/>
                <a:gd name="connsiteX909" fmla="*/ 19385 w 1385794"/>
                <a:gd name="connsiteY909" fmla="*/ 248731 h 1212067"/>
                <a:gd name="connsiteX910" fmla="*/ 17332 w 1385794"/>
                <a:gd name="connsiteY910" fmla="*/ 250784 h 1212067"/>
                <a:gd name="connsiteX911" fmla="*/ 13731 w 1385794"/>
                <a:gd name="connsiteY911" fmla="*/ 255661 h 1212067"/>
                <a:gd name="connsiteX912" fmla="*/ 10265 w 1385794"/>
                <a:gd name="connsiteY912" fmla="*/ 257713 h 1212067"/>
                <a:gd name="connsiteX913" fmla="*/ 8414 w 1385794"/>
                <a:gd name="connsiteY913" fmla="*/ 260875 h 1212067"/>
                <a:gd name="connsiteX914" fmla="*/ 5923 w 1385794"/>
                <a:gd name="connsiteY914" fmla="*/ 264576 h 1212067"/>
                <a:gd name="connsiteX915" fmla="*/ 4308 w 1385794"/>
                <a:gd name="connsiteY915" fmla="*/ 267267 h 1212067"/>
                <a:gd name="connsiteX916" fmla="*/ 4308 w 1385794"/>
                <a:gd name="connsiteY916" fmla="*/ 269117 h 1212067"/>
                <a:gd name="connsiteX917" fmla="*/ 4644 w 1385794"/>
                <a:gd name="connsiteY917" fmla="*/ 271068 h 1212067"/>
                <a:gd name="connsiteX918" fmla="*/ 5183 w 1385794"/>
                <a:gd name="connsiteY918" fmla="*/ 273154 h 1212067"/>
                <a:gd name="connsiteX919" fmla="*/ 5183 w 1385794"/>
                <a:gd name="connsiteY919" fmla="*/ 275980 h 1212067"/>
                <a:gd name="connsiteX920" fmla="*/ 4308 w 1385794"/>
                <a:gd name="connsiteY920" fmla="*/ 279243 h 1212067"/>
                <a:gd name="connsiteX921" fmla="*/ 3467 w 1385794"/>
                <a:gd name="connsiteY921" fmla="*/ 288056 h 1212067"/>
                <a:gd name="connsiteX922" fmla="*/ 3467 w 1385794"/>
                <a:gd name="connsiteY922" fmla="*/ 295121 h 1212067"/>
                <a:gd name="connsiteX923" fmla="*/ 0 w 1385794"/>
                <a:gd name="connsiteY923" fmla="*/ 298720 h 1212067"/>
                <a:gd name="connsiteX924" fmla="*/ 0 w 1385794"/>
                <a:gd name="connsiteY924" fmla="*/ 302084 h 1212067"/>
                <a:gd name="connsiteX925" fmla="*/ 1178 w 1385794"/>
                <a:gd name="connsiteY925" fmla="*/ 305549 h 1212067"/>
                <a:gd name="connsiteX926" fmla="*/ 1817 w 1385794"/>
                <a:gd name="connsiteY926" fmla="*/ 309687 h 1212067"/>
                <a:gd name="connsiteX927" fmla="*/ 2154 w 1385794"/>
                <a:gd name="connsiteY927" fmla="*/ 312849 h 1212067"/>
                <a:gd name="connsiteX928" fmla="*/ 2928 w 1385794"/>
                <a:gd name="connsiteY928" fmla="*/ 313387 h 1212067"/>
                <a:gd name="connsiteX929" fmla="*/ 6933 w 1385794"/>
                <a:gd name="connsiteY929" fmla="*/ 315977 h 1212067"/>
                <a:gd name="connsiteX930" fmla="*/ 7909 w 1385794"/>
                <a:gd name="connsiteY930" fmla="*/ 316953 h 1212067"/>
                <a:gd name="connsiteX931" fmla="*/ 9760 w 1385794"/>
                <a:gd name="connsiteY931" fmla="*/ 318164 h 1212067"/>
                <a:gd name="connsiteX932" fmla="*/ 10029 w 1385794"/>
                <a:gd name="connsiteY932" fmla="*/ 319913 h 1212067"/>
                <a:gd name="connsiteX933" fmla="*/ 10399 w 1385794"/>
                <a:gd name="connsiteY933" fmla="*/ 322940 h 1212067"/>
                <a:gd name="connsiteX934" fmla="*/ 10399 w 1385794"/>
                <a:gd name="connsiteY934" fmla="*/ 324690 h 1212067"/>
                <a:gd name="connsiteX935" fmla="*/ 10298 w 1385794"/>
                <a:gd name="connsiteY935" fmla="*/ 326540 h 1212067"/>
                <a:gd name="connsiteX936" fmla="*/ 10063 w 1385794"/>
                <a:gd name="connsiteY936" fmla="*/ 329029 h 1212067"/>
                <a:gd name="connsiteX937" fmla="*/ 9625 w 1385794"/>
                <a:gd name="connsiteY937" fmla="*/ 331754 h 1212067"/>
                <a:gd name="connsiteX938" fmla="*/ 8851 w 1385794"/>
                <a:gd name="connsiteY938" fmla="*/ 335892 h 1212067"/>
                <a:gd name="connsiteX939" fmla="*/ 8313 w 1385794"/>
                <a:gd name="connsiteY939" fmla="*/ 337507 h 1212067"/>
                <a:gd name="connsiteX940" fmla="*/ 7673 w 1385794"/>
                <a:gd name="connsiteY940" fmla="*/ 339357 h 1212067"/>
                <a:gd name="connsiteX941" fmla="*/ 6899 w 1385794"/>
                <a:gd name="connsiteY941" fmla="*/ 342519 h 1212067"/>
                <a:gd name="connsiteX942" fmla="*/ 6899 w 1385794"/>
                <a:gd name="connsiteY942" fmla="*/ 344907 h 1212067"/>
                <a:gd name="connsiteX943" fmla="*/ 7000 w 1385794"/>
                <a:gd name="connsiteY943" fmla="*/ 346993 h 1212067"/>
                <a:gd name="connsiteX944" fmla="*/ 7101 w 1385794"/>
                <a:gd name="connsiteY944" fmla="*/ 348608 h 1212067"/>
                <a:gd name="connsiteX945" fmla="*/ 8717 w 1385794"/>
                <a:gd name="connsiteY945" fmla="*/ 350794 h 1212067"/>
                <a:gd name="connsiteX946" fmla="*/ 11645 w 1385794"/>
                <a:gd name="connsiteY946" fmla="*/ 353384 h 1212067"/>
                <a:gd name="connsiteX947" fmla="*/ 13496 w 1385794"/>
                <a:gd name="connsiteY947" fmla="*/ 354999 h 1212067"/>
                <a:gd name="connsiteX948" fmla="*/ 15683 w 1385794"/>
                <a:gd name="connsiteY948" fmla="*/ 354225 h 1212067"/>
                <a:gd name="connsiteX949" fmla="*/ 18847 w 1385794"/>
                <a:gd name="connsiteY949" fmla="*/ 354024 h 1212067"/>
                <a:gd name="connsiteX950" fmla="*/ 27328 w 1385794"/>
                <a:gd name="connsiteY950" fmla="*/ 353485 h 1212067"/>
                <a:gd name="connsiteX951" fmla="*/ 34395 w 1385794"/>
                <a:gd name="connsiteY951" fmla="*/ 352947 h 1212067"/>
                <a:gd name="connsiteX952" fmla="*/ 36246 w 1385794"/>
                <a:gd name="connsiteY952" fmla="*/ 350761 h 1212067"/>
                <a:gd name="connsiteX953" fmla="*/ 38299 w 1385794"/>
                <a:gd name="connsiteY953" fmla="*/ 350962 h 1212067"/>
                <a:gd name="connsiteX954" fmla="*/ 40049 w 1385794"/>
                <a:gd name="connsiteY954" fmla="*/ 352274 h 1212067"/>
                <a:gd name="connsiteX955" fmla="*/ 44727 w 1385794"/>
                <a:gd name="connsiteY955" fmla="*/ 353149 h 1212067"/>
                <a:gd name="connsiteX956" fmla="*/ 47991 w 1385794"/>
                <a:gd name="connsiteY956" fmla="*/ 352947 h 1212067"/>
                <a:gd name="connsiteX957" fmla="*/ 50819 w 1385794"/>
                <a:gd name="connsiteY957" fmla="*/ 350559 h 1212067"/>
                <a:gd name="connsiteX958" fmla="*/ 52232 w 1385794"/>
                <a:gd name="connsiteY958" fmla="*/ 347733 h 1212067"/>
                <a:gd name="connsiteX959" fmla="*/ 52871 w 1385794"/>
                <a:gd name="connsiteY959" fmla="*/ 345345 h 1212067"/>
                <a:gd name="connsiteX960" fmla="*/ 53410 w 1385794"/>
                <a:gd name="connsiteY960" fmla="*/ 345008 h 1212067"/>
                <a:gd name="connsiteX961" fmla="*/ 56136 w 1385794"/>
                <a:gd name="connsiteY961" fmla="*/ 345345 h 1212067"/>
                <a:gd name="connsiteX962" fmla="*/ 59939 w 1385794"/>
                <a:gd name="connsiteY962" fmla="*/ 346959 h 1212067"/>
                <a:gd name="connsiteX963" fmla="*/ 63540 w 1385794"/>
                <a:gd name="connsiteY963" fmla="*/ 348574 h 1212067"/>
                <a:gd name="connsiteX964" fmla="*/ 68420 w 1385794"/>
                <a:gd name="connsiteY964" fmla="*/ 349886 h 1212067"/>
                <a:gd name="connsiteX965" fmla="*/ 75588 w 1385794"/>
                <a:gd name="connsiteY965" fmla="*/ 349886 h 1212067"/>
                <a:gd name="connsiteX966" fmla="*/ 81781 w 1385794"/>
                <a:gd name="connsiteY966" fmla="*/ 350861 h 1212067"/>
                <a:gd name="connsiteX967" fmla="*/ 88411 w 1385794"/>
                <a:gd name="connsiteY967" fmla="*/ 351635 h 1212067"/>
                <a:gd name="connsiteX968" fmla="*/ 92214 w 1385794"/>
                <a:gd name="connsiteY968" fmla="*/ 353048 h 1212067"/>
                <a:gd name="connsiteX969" fmla="*/ 95478 w 1385794"/>
                <a:gd name="connsiteY969" fmla="*/ 354562 h 1212067"/>
                <a:gd name="connsiteX970" fmla="*/ 99281 w 1385794"/>
                <a:gd name="connsiteY970" fmla="*/ 355100 h 1212067"/>
                <a:gd name="connsiteX971" fmla="*/ 102882 w 1385794"/>
                <a:gd name="connsiteY971" fmla="*/ 355335 h 1212067"/>
                <a:gd name="connsiteX972" fmla="*/ 106349 w 1385794"/>
                <a:gd name="connsiteY972" fmla="*/ 354125 h 1212067"/>
                <a:gd name="connsiteX973" fmla="*/ 110152 w 1385794"/>
                <a:gd name="connsiteY973" fmla="*/ 353485 h 1212067"/>
                <a:gd name="connsiteX974" fmla="*/ 113854 w 1385794"/>
                <a:gd name="connsiteY974" fmla="*/ 351972 h 1212067"/>
                <a:gd name="connsiteX975" fmla="*/ 117892 w 1385794"/>
                <a:gd name="connsiteY975" fmla="*/ 350660 h 1212067"/>
                <a:gd name="connsiteX976" fmla="*/ 119945 w 1385794"/>
                <a:gd name="connsiteY976" fmla="*/ 350323 h 1212067"/>
                <a:gd name="connsiteX977" fmla="*/ 121796 w 1385794"/>
                <a:gd name="connsiteY977" fmla="*/ 351736 h 1212067"/>
                <a:gd name="connsiteX978" fmla="*/ 124522 w 1385794"/>
                <a:gd name="connsiteY978" fmla="*/ 354125 h 1212067"/>
                <a:gd name="connsiteX979" fmla="*/ 128123 w 1385794"/>
                <a:gd name="connsiteY979" fmla="*/ 356176 h 1212067"/>
                <a:gd name="connsiteX980" fmla="*/ 137142 w 1385794"/>
                <a:gd name="connsiteY980" fmla="*/ 355100 h 1212067"/>
                <a:gd name="connsiteX981" fmla="*/ 143133 w 1385794"/>
                <a:gd name="connsiteY981" fmla="*/ 356076 h 1212067"/>
                <a:gd name="connsiteX982" fmla="*/ 146936 w 1385794"/>
                <a:gd name="connsiteY982" fmla="*/ 358464 h 1212067"/>
                <a:gd name="connsiteX983" fmla="*/ 153128 w 1385794"/>
                <a:gd name="connsiteY983" fmla="*/ 362904 h 1212067"/>
                <a:gd name="connsiteX984" fmla="*/ 159556 w 1385794"/>
                <a:gd name="connsiteY984" fmla="*/ 367244 h 1212067"/>
                <a:gd name="connsiteX985" fmla="*/ 165984 w 1385794"/>
                <a:gd name="connsiteY985" fmla="*/ 369094 h 1212067"/>
                <a:gd name="connsiteX986" fmla="*/ 173489 w 1385794"/>
                <a:gd name="connsiteY986" fmla="*/ 369296 h 1212067"/>
                <a:gd name="connsiteX987" fmla="*/ 178067 w 1385794"/>
                <a:gd name="connsiteY987" fmla="*/ 369195 h 1212067"/>
                <a:gd name="connsiteX988" fmla="*/ 184494 w 1385794"/>
                <a:gd name="connsiteY988" fmla="*/ 371247 h 1212067"/>
                <a:gd name="connsiteX989" fmla="*/ 190485 w 1385794"/>
                <a:gd name="connsiteY989" fmla="*/ 375385 h 1212067"/>
                <a:gd name="connsiteX990" fmla="*/ 195500 w 1385794"/>
                <a:gd name="connsiteY990" fmla="*/ 379085 h 1212067"/>
                <a:gd name="connsiteX991" fmla="*/ 203745 w 1385794"/>
                <a:gd name="connsiteY991" fmla="*/ 378009 h 1212067"/>
                <a:gd name="connsiteX992" fmla="*/ 209298 w 1385794"/>
                <a:gd name="connsiteY992" fmla="*/ 379623 h 1212067"/>
                <a:gd name="connsiteX993" fmla="*/ 212899 w 1385794"/>
                <a:gd name="connsiteY993" fmla="*/ 387327 h 1212067"/>
                <a:gd name="connsiteX994" fmla="*/ 217678 w 1385794"/>
                <a:gd name="connsiteY994" fmla="*/ 391128 h 1212067"/>
                <a:gd name="connsiteX995" fmla="*/ 225519 w 1385794"/>
                <a:gd name="connsiteY995" fmla="*/ 400816 h 1212067"/>
                <a:gd name="connsiteX996" fmla="*/ 235077 w 1385794"/>
                <a:gd name="connsiteY996" fmla="*/ 408419 h 1212067"/>
                <a:gd name="connsiteX997" fmla="*/ 237366 w 1385794"/>
                <a:gd name="connsiteY997" fmla="*/ 410706 h 1212067"/>
                <a:gd name="connsiteX998" fmla="*/ 242145 w 1385794"/>
                <a:gd name="connsiteY998" fmla="*/ 415046 h 1212067"/>
                <a:gd name="connsiteX999" fmla="*/ 243222 w 1385794"/>
                <a:gd name="connsiteY999" fmla="*/ 423187 h 1212067"/>
                <a:gd name="connsiteX1000" fmla="*/ 244871 w 1385794"/>
                <a:gd name="connsiteY1000" fmla="*/ 424499 h 1212067"/>
                <a:gd name="connsiteX1001" fmla="*/ 248674 w 1385794"/>
                <a:gd name="connsiteY1001" fmla="*/ 426349 h 1212067"/>
                <a:gd name="connsiteX1002" fmla="*/ 251164 w 1385794"/>
                <a:gd name="connsiteY1002" fmla="*/ 427863 h 1212067"/>
                <a:gd name="connsiteX1003" fmla="*/ 254092 w 1385794"/>
                <a:gd name="connsiteY1003" fmla="*/ 430587 h 1212067"/>
                <a:gd name="connsiteX1004" fmla="*/ 258972 w 1385794"/>
                <a:gd name="connsiteY1004" fmla="*/ 435802 h 1212067"/>
                <a:gd name="connsiteX1005" fmla="*/ 265501 w 1385794"/>
                <a:gd name="connsiteY1005" fmla="*/ 442092 h 1212067"/>
                <a:gd name="connsiteX1006" fmla="*/ 269943 w 1385794"/>
                <a:gd name="connsiteY1006" fmla="*/ 446331 h 1212067"/>
                <a:gd name="connsiteX1007" fmla="*/ 281891 w 1385794"/>
                <a:gd name="connsiteY1007" fmla="*/ 453933 h 1212067"/>
                <a:gd name="connsiteX1008" fmla="*/ 287982 w 1385794"/>
                <a:gd name="connsiteY1008" fmla="*/ 456759 h 1212067"/>
                <a:gd name="connsiteX1009" fmla="*/ 290574 w 1385794"/>
                <a:gd name="connsiteY1009" fmla="*/ 456759 h 1212067"/>
                <a:gd name="connsiteX1010" fmla="*/ 297103 w 1385794"/>
                <a:gd name="connsiteY1010" fmla="*/ 459248 h 1212067"/>
                <a:gd name="connsiteX1011" fmla="*/ 300906 w 1385794"/>
                <a:gd name="connsiteY1011" fmla="*/ 461099 h 1212067"/>
                <a:gd name="connsiteX1012" fmla="*/ 305785 w 1385794"/>
                <a:gd name="connsiteY1012" fmla="*/ 466649 h 1212067"/>
                <a:gd name="connsiteX1013" fmla="*/ 310026 w 1385794"/>
                <a:gd name="connsiteY1013" fmla="*/ 470652 h 1212067"/>
                <a:gd name="connsiteX1014" fmla="*/ 309925 w 1385794"/>
                <a:gd name="connsiteY1014" fmla="*/ 476505 h 1212067"/>
                <a:gd name="connsiteX1015" fmla="*/ 309723 w 1385794"/>
                <a:gd name="connsiteY1015" fmla="*/ 478894 h 1212067"/>
                <a:gd name="connsiteX1016" fmla="*/ 311473 w 1385794"/>
                <a:gd name="connsiteY1016" fmla="*/ 482493 h 1212067"/>
                <a:gd name="connsiteX1017" fmla="*/ 314839 w 1385794"/>
                <a:gd name="connsiteY1017" fmla="*/ 483368 h 1212067"/>
                <a:gd name="connsiteX1018" fmla="*/ 318642 w 1385794"/>
                <a:gd name="connsiteY1018" fmla="*/ 487068 h 1212067"/>
                <a:gd name="connsiteX1019" fmla="*/ 322546 w 1385794"/>
                <a:gd name="connsiteY1019" fmla="*/ 490432 h 1212067"/>
                <a:gd name="connsiteX1020" fmla="*/ 326685 w 1385794"/>
                <a:gd name="connsiteY1020" fmla="*/ 493796 h 1212067"/>
                <a:gd name="connsiteX1021" fmla="*/ 329075 w 1385794"/>
                <a:gd name="connsiteY1021" fmla="*/ 495007 h 1212067"/>
                <a:gd name="connsiteX1022" fmla="*/ 334392 w 1385794"/>
                <a:gd name="connsiteY1022" fmla="*/ 495546 h 1212067"/>
                <a:gd name="connsiteX1023" fmla="*/ 338094 w 1385794"/>
                <a:gd name="connsiteY1023" fmla="*/ 493931 h 1212067"/>
                <a:gd name="connsiteX1024" fmla="*/ 342570 w 1385794"/>
                <a:gd name="connsiteY1024" fmla="*/ 493931 h 1212067"/>
                <a:gd name="connsiteX1025" fmla="*/ 346911 w 1385794"/>
                <a:gd name="connsiteY1025" fmla="*/ 493056 h 1212067"/>
                <a:gd name="connsiteX1026" fmla="*/ 349301 w 1385794"/>
                <a:gd name="connsiteY1026" fmla="*/ 491542 h 1212067"/>
                <a:gd name="connsiteX1027" fmla="*/ 349839 w 1385794"/>
                <a:gd name="connsiteY1027" fmla="*/ 489053 h 1212067"/>
                <a:gd name="connsiteX1028" fmla="*/ 349940 w 1385794"/>
                <a:gd name="connsiteY1028" fmla="*/ 484713 h 1212067"/>
                <a:gd name="connsiteX1029" fmla="*/ 350479 w 1385794"/>
                <a:gd name="connsiteY1029" fmla="*/ 479499 h 1212067"/>
                <a:gd name="connsiteX1030" fmla="*/ 350714 w 1385794"/>
                <a:gd name="connsiteY1030" fmla="*/ 473074 h 1212067"/>
                <a:gd name="connsiteX1031" fmla="*/ 350378 w 1385794"/>
                <a:gd name="connsiteY1031" fmla="*/ 465808 h 1212067"/>
                <a:gd name="connsiteX1032" fmla="*/ 348527 w 1385794"/>
                <a:gd name="connsiteY1032" fmla="*/ 460695 h 1212067"/>
                <a:gd name="connsiteX1033" fmla="*/ 346911 w 1385794"/>
                <a:gd name="connsiteY1033" fmla="*/ 455817 h 1212067"/>
                <a:gd name="connsiteX1034" fmla="*/ 347988 w 1385794"/>
                <a:gd name="connsiteY1034" fmla="*/ 451040 h 1212067"/>
                <a:gd name="connsiteX1035" fmla="*/ 350479 w 1385794"/>
                <a:gd name="connsiteY1035" fmla="*/ 441688 h 1212067"/>
                <a:gd name="connsiteX1036" fmla="*/ 353407 w 1385794"/>
                <a:gd name="connsiteY1036" fmla="*/ 431462 h 1212067"/>
                <a:gd name="connsiteX1037" fmla="*/ 356234 w 1385794"/>
                <a:gd name="connsiteY1037" fmla="*/ 424734 h 1212067"/>
                <a:gd name="connsiteX1038" fmla="*/ 356133 w 1385794"/>
                <a:gd name="connsiteY1038" fmla="*/ 420395 h 1212067"/>
                <a:gd name="connsiteX1039" fmla="*/ 351253 w 1385794"/>
                <a:gd name="connsiteY1039" fmla="*/ 413566 h 1212067"/>
                <a:gd name="connsiteX1040" fmla="*/ 353541 w 1385794"/>
                <a:gd name="connsiteY1040" fmla="*/ 405963 h 1212067"/>
                <a:gd name="connsiteX1041" fmla="*/ 355157 w 1385794"/>
                <a:gd name="connsiteY1041" fmla="*/ 402599 h 1212067"/>
                <a:gd name="connsiteX1042" fmla="*/ 358758 w 1385794"/>
                <a:gd name="connsiteY1042" fmla="*/ 398798 h 1212067"/>
                <a:gd name="connsiteX1043" fmla="*/ 360272 w 1385794"/>
                <a:gd name="connsiteY1043" fmla="*/ 397721 h 1212067"/>
                <a:gd name="connsiteX1044" fmla="*/ 363739 w 1385794"/>
                <a:gd name="connsiteY1044" fmla="*/ 396948 h 1212067"/>
                <a:gd name="connsiteX1045" fmla="*/ 375484 w 1385794"/>
                <a:gd name="connsiteY1045" fmla="*/ 397385 h 1212067"/>
                <a:gd name="connsiteX1046" fmla="*/ 380600 w 1385794"/>
                <a:gd name="connsiteY1046" fmla="*/ 398125 h 1212067"/>
                <a:gd name="connsiteX1047" fmla="*/ 384840 w 1385794"/>
                <a:gd name="connsiteY1047" fmla="*/ 400615 h 1212067"/>
                <a:gd name="connsiteX1048" fmla="*/ 388206 w 1385794"/>
                <a:gd name="connsiteY1048" fmla="*/ 403339 h 1212067"/>
                <a:gd name="connsiteX1049" fmla="*/ 392345 w 1385794"/>
                <a:gd name="connsiteY1049" fmla="*/ 408452 h 1212067"/>
                <a:gd name="connsiteX1050" fmla="*/ 395273 w 1385794"/>
                <a:gd name="connsiteY1050" fmla="*/ 411480 h 1212067"/>
                <a:gd name="connsiteX1051" fmla="*/ 400052 w 1385794"/>
                <a:gd name="connsiteY1051" fmla="*/ 416795 h 1212067"/>
                <a:gd name="connsiteX1052" fmla="*/ 403216 w 1385794"/>
                <a:gd name="connsiteY1052" fmla="*/ 420260 h 1212067"/>
                <a:gd name="connsiteX1053" fmla="*/ 406581 w 1385794"/>
                <a:gd name="connsiteY1053" fmla="*/ 425138 h 1212067"/>
                <a:gd name="connsiteX1054" fmla="*/ 408869 w 1385794"/>
                <a:gd name="connsiteY1054" fmla="*/ 427963 h 1212067"/>
                <a:gd name="connsiteX1055" fmla="*/ 412908 w 1385794"/>
                <a:gd name="connsiteY1055" fmla="*/ 432976 h 1212067"/>
                <a:gd name="connsiteX1056" fmla="*/ 418562 w 1385794"/>
                <a:gd name="connsiteY1056" fmla="*/ 436239 h 1212067"/>
                <a:gd name="connsiteX1057" fmla="*/ 424553 w 1385794"/>
                <a:gd name="connsiteY1057" fmla="*/ 438190 h 1212067"/>
                <a:gd name="connsiteX1058" fmla="*/ 429332 w 1385794"/>
                <a:gd name="connsiteY1058" fmla="*/ 440679 h 1212067"/>
                <a:gd name="connsiteX1059" fmla="*/ 435423 w 1385794"/>
                <a:gd name="connsiteY1059" fmla="*/ 443606 h 1212067"/>
                <a:gd name="connsiteX1060" fmla="*/ 440639 w 1385794"/>
                <a:gd name="connsiteY1060" fmla="*/ 446095 h 1212067"/>
                <a:gd name="connsiteX1061" fmla="*/ 445082 w 1385794"/>
                <a:gd name="connsiteY1061" fmla="*/ 448484 h 1212067"/>
                <a:gd name="connsiteX1062" fmla="*/ 445317 w 1385794"/>
                <a:gd name="connsiteY1062" fmla="*/ 452285 h 1212067"/>
                <a:gd name="connsiteX1063" fmla="*/ 445317 w 1385794"/>
                <a:gd name="connsiteY1063" fmla="*/ 454976 h 1212067"/>
                <a:gd name="connsiteX1064" fmla="*/ 446091 w 1385794"/>
                <a:gd name="connsiteY1064" fmla="*/ 456288 h 1212067"/>
                <a:gd name="connsiteX1065" fmla="*/ 451106 w 1385794"/>
                <a:gd name="connsiteY1065" fmla="*/ 456624 h 1212067"/>
                <a:gd name="connsiteX1066" fmla="*/ 453395 w 1385794"/>
                <a:gd name="connsiteY1066" fmla="*/ 455985 h 1212067"/>
                <a:gd name="connsiteX1067" fmla="*/ 455683 w 1385794"/>
                <a:gd name="connsiteY1067" fmla="*/ 452285 h 1212067"/>
                <a:gd name="connsiteX1068" fmla="*/ 456558 w 1385794"/>
                <a:gd name="connsiteY1068" fmla="*/ 450233 h 1212067"/>
                <a:gd name="connsiteX1069" fmla="*/ 457972 w 1385794"/>
                <a:gd name="connsiteY1069" fmla="*/ 446768 h 1212067"/>
                <a:gd name="connsiteX1070" fmla="*/ 460698 w 1385794"/>
                <a:gd name="connsiteY1070" fmla="*/ 444716 h 1212067"/>
                <a:gd name="connsiteX1071" fmla="*/ 462010 w 1385794"/>
                <a:gd name="connsiteY1071" fmla="*/ 444279 h 1212067"/>
                <a:gd name="connsiteX1072" fmla="*/ 464299 w 1385794"/>
                <a:gd name="connsiteY1072" fmla="*/ 442428 h 1212067"/>
                <a:gd name="connsiteX1073" fmla="*/ 465813 w 1385794"/>
                <a:gd name="connsiteY1073" fmla="*/ 439704 h 1212067"/>
                <a:gd name="connsiteX1074" fmla="*/ 467227 w 1385794"/>
                <a:gd name="connsiteY1074" fmla="*/ 438291 h 1212067"/>
                <a:gd name="connsiteX1075" fmla="*/ 469515 w 1385794"/>
                <a:gd name="connsiteY1075" fmla="*/ 435263 h 1212067"/>
                <a:gd name="connsiteX1076" fmla="*/ 470929 w 1385794"/>
                <a:gd name="connsiteY1076" fmla="*/ 432976 h 1212067"/>
                <a:gd name="connsiteX1077" fmla="*/ 472881 w 1385794"/>
                <a:gd name="connsiteY1077" fmla="*/ 432774 h 1212067"/>
                <a:gd name="connsiteX1078" fmla="*/ 474294 w 1385794"/>
                <a:gd name="connsiteY1078" fmla="*/ 432572 h 1212067"/>
                <a:gd name="connsiteX1079" fmla="*/ 476885 w 1385794"/>
                <a:gd name="connsiteY1079" fmla="*/ 433548 h 1212067"/>
                <a:gd name="connsiteX1080" fmla="*/ 480587 w 1385794"/>
                <a:gd name="connsiteY1080" fmla="*/ 438425 h 1212067"/>
                <a:gd name="connsiteX1081" fmla="*/ 482775 w 1385794"/>
                <a:gd name="connsiteY1081" fmla="*/ 441688 h 1212067"/>
                <a:gd name="connsiteX1082" fmla="*/ 484088 w 1385794"/>
                <a:gd name="connsiteY1082" fmla="*/ 445052 h 1212067"/>
                <a:gd name="connsiteX1083" fmla="*/ 489943 w 1385794"/>
                <a:gd name="connsiteY1083" fmla="*/ 445692 h 1212067"/>
                <a:gd name="connsiteX1084" fmla="*/ 498290 w 1385794"/>
                <a:gd name="connsiteY1084" fmla="*/ 444447 h 1212067"/>
                <a:gd name="connsiteX1085" fmla="*/ 503372 w 1385794"/>
                <a:gd name="connsiteY1085" fmla="*/ 442866 h 1212067"/>
                <a:gd name="connsiteX1086" fmla="*/ 504247 w 1385794"/>
                <a:gd name="connsiteY1086" fmla="*/ 441722 h 1212067"/>
                <a:gd name="connsiteX1087" fmla="*/ 505997 w 1385794"/>
                <a:gd name="connsiteY1087" fmla="*/ 439132 h 1212067"/>
                <a:gd name="connsiteX1088" fmla="*/ 506569 w 1385794"/>
                <a:gd name="connsiteY1088" fmla="*/ 437685 h 1212067"/>
                <a:gd name="connsiteX1089" fmla="*/ 506872 w 1385794"/>
                <a:gd name="connsiteY1089" fmla="*/ 435230 h 1212067"/>
                <a:gd name="connsiteX1090" fmla="*/ 507881 w 1385794"/>
                <a:gd name="connsiteY1090" fmla="*/ 433346 h 1212067"/>
                <a:gd name="connsiteX1091" fmla="*/ 509059 w 1385794"/>
                <a:gd name="connsiteY1091" fmla="*/ 431327 h 1212067"/>
                <a:gd name="connsiteX1092" fmla="*/ 510944 w 1385794"/>
                <a:gd name="connsiteY1092" fmla="*/ 430520 h 1212067"/>
                <a:gd name="connsiteX1093" fmla="*/ 514579 w 1385794"/>
                <a:gd name="connsiteY1093" fmla="*/ 428132 h 1212067"/>
                <a:gd name="connsiteX1094" fmla="*/ 517607 w 1385794"/>
                <a:gd name="connsiteY1094" fmla="*/ 428132 h 1212067"/>
                <a:gd name="connsiteX1095" fmla="*/ 522084 w 1385794"/>
                <a:gd name="connsiteY1095" fmla="*/ 430453 h 1212067"/>
                <a:gd name="connsiteX1096" fmla="*/ 524540 w 1385794"/>
                <a:gd name="connsiteY1096" fmla="*/ 433211 h 1212067"/>
                <a:gd name="connsiteX1097" fmla="*/ 525853 w 1385794"/>
                <a:gd name="connsiteY1097" fmla="*/ 437416 h 1212067"/>
                <a:gd name="connsiteX1098" fmla="*/ 526862 w 1385794"/>
                <a:gd name="connsiteY1098" fmla="*/ 440612 h 1212067"/>
                <a:gd name="connsiteX1099" fmla="*/ 529454 w 1385794"/>
                <a:gd name="connsiteY1099" fmla="*/ 443505 h 1212067"/>
                <a:gd name="connsiteX1100" fmla="*/ 531473 w 1385794"/>
                <a:gd name="connsiteY1100" fmla="*/ 445523 h 1212067"/>
                <a:gd name="connsiteX1101" fmla="*/ 533223 w 1385794"/>
                <a:gd name="connsiteY1101" fmla="*/ 445523 h 1212067"/>
                <a:gd name="connsiteX1102" fmla="*/ 536993 w 1385794"/>
                <a:gd name="connsiteY1102" fmla="*/ 448114 h 1212067"/>
                <a:gd name="connsiteX1103" fmla="*/ 539315 w 1385794"/>
                <a:gd name="connsiteY1103" fmla="*/ 452184 h 1212067"/>
                <a:gd name="connsiteX1104" fmla="*/ 540897 w 1385794"/>
                <a:gd name="connsiteY1104" fmla="*/ 455952 h 1212067"/>
                <a:gd name="connsiteX1105" fmla="*/ 543791 w 1385794"/>
                <a:gd name="connsiteY1105" fmla="*/ 457533 h 1212067"/>
                <a:gd name="connsiteX1106" fmla="*/ 545675 w 1385794"/>
                <a:gd name="connsiteY1106" fmla="*/ 459417 h 1212067"/>
                <a:gd name="connsiteX1107" fmla="*/ 547257 w 1385794"/>
                <a:gd name="connsiteY1107" fmla="*/ 460998 h 1212067"/>
                <a:gd name="connsiteX1108" fmla="*/ 550286 w 1385794"/>
                <a:gd name="connsiteY1108" fmla="*/ 464025 h 1212067"/>
                <a:gd name="connsiteX1109" fmla="*/ 553483 w 1385794"/>
                <a:gd name="connsiteY1109" fmla="*/ 466615 h 1212067"/>
                <a:gd name="connsiteX1110" fmla="*/ 557253 w 1385794"/>
                <a:gd name="connsiteY1110" fmla="*/ 470518 h 1212067"/>
                <a:gd name="connsiteX1111" fmla="*/ 561762 w 1385794"/>
                <a:gd name="connsiteY1111" fmla="*/ 472973 h 1212067"/>
                <a:gd name="connsiteX1112" fmla="*/ 565397 w 1385794"/>
                <a:gd name="connsiteY1112" fmla="*/ 476304 h 1212067"/>
                <a:gd name="connsiteX1113" fmla="*/ 569032 w 1385794"/>
                <a:gd name="connsiteY1113" fmla="*/ 481081 h 1212067"/>
                <a:gd name="connsiteX1114" fmla="*/ 570782 w 1385794"/>
                <a:gd name="connsiteY1114" fmla="*/ 484848 h 1212067"/>
                <a:gd name="connsiteX1115" fmla="*/ 571960 w 1385794"/>
                <a:gd name="connsiteY1115" fmla="*/ 487607 h 1212067"/>
                <a:gd name="connsiteX1116" fmla="*/ 574416 w 1385794"/>
                <a:gd name="connsiteY1116" fmla="*/ 490062 h 1212067"/>
                <a:gd name="connsiteX1117" fmla="*/ 576166 w 1385794"/>
                <a:gd name="connsiteY1117" fmla="*/ 491509 h 1212067"/>
                <a:gd name="connsiteX1118" fmla="*/ 577311 w 1385794"/>
                <a:gd name="connsiteY1118" fmla="*/ 493830 h 1212067"/>
                <a:gd name="connsiteX1119" fmla="*/ 577748 w 1385794"/>
                <a:gd name="connsiteY1119" fmla="*/ 497160 h 1212067"/>
                <a:gd name="connsiteX1120" fmla="*/ 579061 w 1385794"/>
                <a:gd name="connsiteY1120" fmla="*/ 500188 h 1212067"/>
                <a:gd name="connsiteX1121" fmla="*/ 580643 w 1385794"/>
                <a:gd name="connsiteY1121" fmla="*/ 501634 h 1212067"/>
                <a:gd name="connsiteX1122" fmla="*/ 582662 w 1385794"/>
                <a:gd name="connsiteY1122" fmla="*/ 502643 h 1212067"/>
                <a:gd name="connsiteX1123" fmla="*/ 583974 w 1385794"/>
                <a:gd name="connsiteY1123" fmla="*/ 505099 h 1212067"/>
                <a:gd name="connsiteX1124" fmla="*/ 586229 w 1385794"/>
                <a:gd name="connsiteY1124" fmla="*/ 506613 h 1212067"/>
                <a:gd name="connsiteX1125" fmla="*/ 586734 w 1385794"/>
                <a:gd name="connsiteY1125" fmla="*/ 507757 h 1212067"/>
                <a:gd name="connsiteX1126" fmla="*/ 584917 w 1385794"/>
                <a:gd name="connsiteY1126" fmla="*/ 509506 h 1212067"/>
                <a:gd name="connsiteX1127" fmla="*/ 585051 w 1385794"/>
                <a:gd name="connsiteY1127" fmla="*/ 511087 h 1212067"/>
                <a:gd name="connsiteX1128" fmla="*/ 586498 w 1385794"/>
                <a:gd name="connsiteY1128" fmla="*/ 512399 h 1212067"/>
                <a:gd name="connsiteX1129" fmla="*/ 587508 w 1385794"/>
                <a:gd name="connsiteY1129" fmla="*/ 513341 h 1212067"/>
                <a:gd name="connsiteX1130" fmla="*/ 589258 w 1385794"/>
                <a:gd name="connsiteY1130" fmla="*/ 513543 h 1212067"/>
                <a:gd name="connsiteX1131" fmla="*/ 591513 w 1385794"/>
                <a:gd name="connsiteY1131" fmla="*/ 513173 h 1212067"/>
                <a:gd name="connsiteX1132" fmla="*/ 592960 w 1385794"/>
                <a:gd name="connsiteY1132" fmla="*/ 514182 h 1212067"/>
                <a:gd name="connsiteX1133" fmla="*/ 594609 w 1385794"/>
                <a:gd name="connsiteY1133" fmla="*/ 515830 h 1212067"/>
                <a:gd name="connsiteX1134" fmla="*/ 596797 w 1385794"/>
                <a:gd name="connsiteY1134" fmla="*/ 518454 h 1212067"/>
                <a:gd name="connsiteX1135" fmla="*/ 597874 w 1385794"/>
                <a:gd name="connsiteY1135" fmla="*/ 519329 h 1212067"/>
                <a:gd name="connsiteX1136" fmla="*/ 607364 w 1385794"/>
                <a:gd name="connsiteY1136" fmla="*/ 527436 h 1212067"/>
                <a:gd name="connsiteX1137" fmla="*/ 612076 w 1385794"/>
                <a:gd name="connsiteY1137" fmla="*/ 531204 h 1212067"/>
                <a:gd name="connsiteX1138" fmla="*/ 613961 w 1385794"/>
                <a:gd name="connsiteY1138" fmla="*/ 532078 h 1212067"/>
                <a:gd name="connsiteX1139" fmla="*/ 616653 w 1385794"/>
                <a:gd name="connsiteY1139" fmla="*/ 534534 h 1212067"/>
                <a:gd name="connsiteX1140" fmla="*/ 616956 w 1385794"/>
                <a:gd name="connsiteY1140" fmla="*/ 537360 h 1212067"/>
                <a:gd name="connsiteX1141" fmla="*/ 618639 w 1385794"/>
                <a:gd name="connsiteY1141" fmla="*/ 538604 h 1212067"/>
                <a:gd name="connsiteX1142" fmla="*/ 622273 w 1385794"/>
                <a:gd name="connsiteY1142" fmla="*/ 540421 h 1212067"/>
                <a:gd name="connsiteX1143" fmla="*/ 624293 w 1385794"/>
                <a:gd name="connsiteY1143" fmla="*/ 541363 h 1212067"/>
                <a:gd name="connsiteX1144" fmla="*/ 627692 w 1385794"/>
                <a:gd name="connsiteY1144" fmla="*/ 542372 h 1212067"/>
                <a:gd name="connsiteX1145" fmla="*/ 629812 w 1385794"/>
                <a:gd name="connsiteY1145" fmla="*/ 542237 h 1212067"/>
                <a:gd name="connsiteX1146" fmla="*/ 633548 w 1385794"/>
                <a:gd name="connsiteY1146" fmla="*/ 541161 h 1212067"/>
                <a:gd name="connsiteX1147" fmla="*/ 635298 w 1385794"/>
                <a:gd name="connsiteY1147" fmla="*/ 539142 h 1212067"/>
                <a:gd name="connsiteX1148" fmla="*/ 635600 w 1385794"/>
                <a:gd name="connsiteY1148" fmla="*/ 536249 h 1212067"/>
                <a:gd name="connsiteX1149" fmla="*/ 632134 w 1385794"/>
                <a:gd name="connsiteY1149" fmla="*/ 531607 h 1212067"/>
                <a:gd name="connsiteX1150" fmla="*/ 630990 w 1385794"/>
                <a:gd name="connsiteY1150" fmla="*/ 530867 h 1212067"/>
                <a:gd name="connsiteX1151" fmla="*/ 629846 w 1385794"/>
                <a:gd name="connsiteY1151" fmla="*/ 529421 h 1212067"/>
                <a:gd name="connsiteX1152" fmla="*/ 629240 w 1385794"/>
                <a:gd name="connsiteY1152" fmla="*/ 528916 h 1212067"/>
                <a:gd name="connsiteX1153" fmla="*/ 627995 w 1385794"/>
                <a:gd name="connsiteY1153" fmla="*/ 527167 h 1212067"/>
                <a:gd name="connsiteX1154" fmla="*/ 627120 w 1385794"/>
                <a:gd name="connsiteY1154" fmla="*/ 524846 h 1212067"/>
                <a:gd name="connsiteX1155" fmla="*/ 625841 w 1385794"/>
                <a:gd name="connsiteY1155" fmla="*/ 523029 h 1212067"/>
                <a:gd name="connsiteX1156" fmla="*/ 624562 w 1385794"/>
                <a:gd name="connsiteY1156" fmla="*/ 521078 h 1212067"/>
                <a:gd name="connsiteX1157" fmla="*/ 624562 w 1385794"/>
                <a:gd name="connsiteY1157" fmla="*/ 519261 h 1212067"/>
                <a:gd name="connsiteX1158" fmla="*/ 624629 w 1385794"/>
                <a:gd name="connsiteY1158" fmla="*/ 517310 h 1212067"/>
                <a:gd name="connsiteX1159" fmla="*/ 625201 w 1385794"/>
                <a:gd name="connsiteY1159" fmla="*/ 514922 h 1212067"/>
                <a:gd name="connsiteX1160" fmla="*/ 625639 w 1385794"/>
                <a:gd name="connsiteY1160" fmla="*/ 512534 h 1212067"/>
                <a:gd name="connsiteX1161" fmla="*/ 626514 w 1385794"/>
                <a:gd name="connsiteY1161" fmla="*/ 510582 h 1212067"/>
                <a:gd name="connsiteX1162" fmla="*/ 628264 w 1385794"/>
                <a:gd name="connsiteY1162" fmla="*/ 509270 h 1212067"/>
                <a:gd name="connsiteX1163" fmla="*/ 629879 w 1385794"/>
                <a:gd name="connsiteY1163" fmla="*/ 508463 h 1212067"/>
                <a:gd name="connsiteX1164" fmla="*/ 631091 w 1385794"/>
                <a:gd name="connsiteY1164" fmla="*/ 508598 h 1212067"/>
                <a:gd name="connsiteX1165" fmla="*/ 632841 w 1385794"/>
                <a:gd name="connsiteY1165" fmla="*/ 509977 h 1212067"/>
                <a:gd name="connsiteX1166" fmla="*/ 634355 w 1385794"/>
                <a:gd name="connsiteY1166" fmla="*/ 512164 h 1212067"/>
                <a:gd name="connsiteX1167" fmla="*/ 635567 w 1385794"/>
                <a:gd name="connsiteY1167" fmla="*/ 514855 h 1212067"/>
                <a:gd name="connsiteX1168" fmla="*/ 635870 w 1385794"/>
                <a:gd name="connsiteY1168" fmla="*/ 517613 h 1212067"/>
                <a:gd name="connsiteX1169" fmla="*/ 635802 w 1385794"/>
                <a:gd name="connsiteY1169" fmla="*/ 520506 h 1212067"/>
                <a:gd name="connsiteX1170" fmla="*/ 639067 w 1385794"/>
                <a:gd name="connsiteY1170" fmla="*/ 522020 h 1212067"/>
                <a:gd name="connsiteX1171" fmla="*/ 641153 w 1385794"/>
                <a:gd name="connsiteY1171" fmla="*/ 522760 h 1212067"/>
                <a:gd name="connsiteX1172" fmla="*/ 642096 w 1385794"/>
                <a:gd name="connsiteY1172" fmla="*/ 524509 h 1212067"/>
                <a:gd name="connsiteX1173" fmla="*/ 643240 w 1385794"/>
                <a:gd name="connsiteY1173" fmla="*/ 526763 h 1212067"/>
                <a:gd name="connsiteX1174" fmla="*/ 644822 w 1385794"/>
                <a:gd name="connsiteY1174" fmla="*/ 529286 h 1212067"/>
                <a:gd name="connsiteX1175" fmla="*/ 646269 w 1385794"/>
                <a:gd name="connsiteY1175" fmla="*/ 530665 h 1212067"/>
                <a:gd name="connsiteX1176" fmla="*/ 647649 w 1385794"/>
                <a:gd name="connsiteY1176" fmla="*/ 532044 h 1212067"/>
                <a:gd name="connsiteX1177" fmla="*/ 650543 w 1385794"/>
                <a:gd name="connsiteY1177" fmla="*/ 534433 h 1212067"/>
                <a:gd name="connsiteX1178" fmla="*/ 652226 w 1385794"/>
                <a:gd name="connsiteY1178" fmla="*/ 534904 h 1212067"/>
                <a:gd name="connsiteX1179" fmla="*/ 655793 w 1385794"/>
                <a:gd name="connsiteY1179" fmla="*/ 535812 h 1212067"/>
                <a:gd name="connsiteX1180" fmla="*/ 658418 w 1385794"/>
                <a:gd name="connsiteY1180" fmla="*/ 535812 h 1212067"/>
                <a:gd name="connsiteX1181" fmla="*/ 661784 w 1385794"/>
                <a:gd name="connsiteY1181" fmla="*/ 537561 h 1212067"/>
                <a:gd name="connsiteX1182" fmla="*/ 667640 w 1385794"/>
                <a:gd name="connsiteY1182" fmla="*/ 538436 h 1212067"/>
                <a:gd name="connsiteX1183" fmla="*/ 669390 w 1385794"/>
                <a:gd name="connsiteY1183" fmla="*/ 541161 h 1212067"/>
                <a:gd name="connsiteX1184" fmla="*/ 669726 w 1385794"/>
                <a:gd name="connsiteY1184" fmla="*/ 545299 h 1212067"/>
                <a:gd name="connsiteX1185" fmla="*/ 669726 w 1385794"/>
                <a:gd name="connsiteY1185" fmla="*/ 548898 h 1212067"/>
                <a:gd name="connsiteX1186" fmla="*/ 670702 w 1385794"/>
                <a:gd name="connsiteY1186" fmla="*/ 553776 h 1212067"/>
                <a:gd name="connsiteX1187" fmla="*/ 670265 w 1385794"/>
                <a:gd name="connsiteY1187" fmla="*/ 555828 h 1212067"/>
                <a:gd name="connsiteX1188" fmla="*/ 669726 w 1385794"/>
                <a:gd name="connsiteY1188" fmla="*/ 558553 h 1212067"/>
                <a:gd name="connsiteX1189" fmla="*/ 669188 w 1385794"/>
                <a:gd name="connsiteY1189" fmla="*/ 560403 h 1212067"/>
                <a:gd name="connsiteX1190" fmla="*/ 671241 w 1385794"/>
                <a:gd name="connsiteY1190" fmla="*/ 562455 h 1212067"/>
                <a:gd name="connsiteX1191" fmla="*/ 675582 w 1385794"/>
                <a:gd name="connsiteY1191" fmla="*/ 562118 h 1212067"/>
                <a:gd name="connsiteX1192" fmla="*/ 678746 w 1385794"/>
                <a:gd name="connsiteY1192" fmla="*/ 560369 h 1212067"/>
                <a:gd name="connsiteX1193" fmla="*/ 680058 w 1385794"/>
                <a:gd name="connsiteY1193" fmla="*/ 560033 h 1212067"/>
                <a:gd name="connsiteX1194" fmla="*/ 682448 w 1385794"/>
                <a:gd name="connsiteY1194" fmla="*/ 562522 h 1212067"/>
                <a:gd name="connsiteX1195" fmla="*/ 684400 w 1385794"/>
                <a:gd name="connsiteY1195" fmla="*/ 564137 h 1212067"/>
                <a:gd name="connsiteX1196" fmla="*/ 688977 w 1385794"/>
                <a:gd name="connsiteY1196" fmla="*/ 568375 h 1212067"/>
                <a:gd name="connsiteX1197" fmla="*/ 692982 w 1385794"/>
                <a:gd name="connsiteY1197" fmla="*/ 569586 h 1212067"/>
                <a:gd name="connsiteX1198" fmla="*/ 697659 w 1385794"/>
                <a:gd name="connsiteY1198" fmla="*/ 570898 h 1212067"/>
                <a:gd name="connsiteX1199" fmla="*/ 699713 w 1385794"/>
                <a:gd name="connsiteY1199" fmla="*/ 572311 h 1212067"/>
                <a:gd name="connsiteX1200" fmla="*/ 703179 w 1385794"/>
                <a:gd name="connsiteY1200" fmla="*/ 575238 h 1212067"/>
                <a:gd name="connsiteX1201" fmla="*/ 709910 w 1385794"/>
                <a:gd name="connsiteY1201" fmla="*/ 578703 h 1212067"/>
                <a:gd name="connsiteX1202" fmla="*/ 716001 w 1385794"/>
                <a:gd name="connsiteY1202" fmla="*/ 583917 h 1212067"/>
                <a:gd name="connsiteX1203" fmla="*/ 721453 w 1385794"/>
                <a:gd name="connsiteY1203" fmla="*/ 588155 h 1212067"/>
                <a:gd name="connsiteX1204" fmla="*/ 731449 w 1385794"/>
                <a:gd name="connsiteY1204" fmla="*/ 597070 h 1212067"/>
                <a:gd name="connsiteX1205" fmla="*/ 734040 w 1385794"/>
                <a:gd name="connsiteY1205" fmla="*/ 598483 h 1212067"/>
                <a:gd name="connsiteX1206" fmla="*/ 737641 w 1385794"/>
                <a:gd name="connsiteY1206" fmla="*/ 602183 h 1212067"/>
                <a:gd name="connsiteX1207" fmla="*/ 742959 w 1385794"/>
                <a:gd name="connsiteY1207" fmla="*/ 608474 h 1212067"/>
                <a:gd name="connsiteX1208" fmla="*/ 745247 w 1385794"/>
                <a:gd name="connsiteY1208" fmla="*/ 611299 h 1212067"/>
                <a:gd name="connsiteX1209" fmla="*/ 748848 w 1385794"/>
                <a:gd name="connsiteY1209" fmla="*/ 615336 h 1212067"/>
                <a:gd name="connsiteX1210" fmla="*/ 750901 w 1385794"/>
                <a:gd name="connsiteY1210" fmla="*/ 617086 h 1212067"/>
                <a:gd name="connsiteX1211" fmla="*/ 753089 w 1385794"/>
                <a:gd name="connsiteY1211" fmla="*/ 617960 h 1212067"/>
                <a:gd name="connsiteX1212" fmla="*/ 755142 w 1385794"/>
                <a:gd name="connsiteY1212" fmla="*/ 618498 h 1212067"/>
                <a:gd name="connsiteX1213" fmla="*/ 758171 w 1385794"/>
                <a:gd name="connsiteY1213" fmla="*/ 620550 h 1212067"/>
                <a:gd name="connsiteX1214" fmla="*/ 760897 w 1385794"/>
                <a:gd name="connsiteY1214" fmla="*/ 625125 h 1212067"/>
                <a:gd name="connsiteX1215" fmla="*/ 763623 w 1385794"/>
                <a:gd name="connsiteY1215" fmla="*/ 627716 h 1212067"/>
                <a:gd name="connsiteX1216" fmla="*/ 765372 w 1385794"/>
                <a:gd name="connsiteY1216" fmla="*/ 630440 h 1212067"/>
                <a:gd name="connsiteX1217" fmla="*/ 766786 w 1385794"/>
                <a:gd name="connsiteY1217" fmla="*/ 633266 h 1212067"/>
                <a:gd name="connsiteX1218" fmla="*/ 768401 w 1385794"/>
                <a:gd name="connsiteY1218" fmla="*/ 633367 h 1212067"/>
                <a:gd name="connsiteX1219" fmla="*/ 770690 w 1385794"/>
                <a:gd name="connsiteY1219" fmla="*/ 632930 h 1212067"/>
                <a:gd name="connsiteX1220" fmla="*/ 773079 w 1385794"/>
                <a:gd name="connsiteY1220" fmla="*/ 632291 h 1212067"/>
                <a:gd name="connsiteX1221" fmla="*/ 774930 w 1385794"/>
                <a:gd name="connsiteY1221" fmla="*/ 630541 h 1212067"/>
                <a:gd name="connsiteX1222" fmla="*/ 774830 w 1385794"/>
                <a:gd name="connsiteY1222" fmla="*/ 628927 h 1212067"/>
                <a:gd name="connsiteX1223" fmla="*/ 774291 w 1385794"/>
                <a:gd name="connsiteY1223" fmla="*/ 626437 h 1212067"/>
                <a:gd name="connsiteX1224" fmla="*/ 774055 w 1385794"/>
                <a:gd name="connsiteY1224" fmla="*/ 624587 h 1212067"/>
                <a:gd name="connsiteX1225" fmla="*/ 774156 w 1385794"/>
                <a:gd name="connsiteY1225" fmla="*/ 621761 h 1212067"/>
                <a:gd name="connsiteX1226" fmla="*/ 775233 w 1385794"/>
                <a:gd name="connsiteY1226" fmla="*/ 619575 h 1212067"/>
                <a:gd name="connsiteX1227" fmla="*/ 775873 w 1385794"/>
                <a:gd name="connsiteY1227" fmla="*/ 618700 h 1212067"/>
                <a:gd name="connsiteX1228" fmla="*/ 777522 w 1385794"/>
                <a:gd name="connsiteY1228" fmla="*/ 615975 h 1212067"/>
                <a:gd name="connsiteX1229" fmla="*/ 779272 w 1385794"/>
                <a:gd name="connsiteY1229" fmla="*/ 612611 h 1212067"/>
                <a:gd name="connsiteX1230" fmla="*/ 779810 w 1385794"/>
                <a:gd name="connsiteY1230" fmla="*/ 610425 h 1212067"/>
                <a:gd name="connsiteX1231" fmla="*/ 779911 w 1385794"/>
                <a:gd name="connsiteY1231" fmla="*/ 608373 h 1212067"/>
                <a:gd name="connsiteX1232" fmla="*/ 780988 w 1385794"/>
                <a:gd name="connsiteY1232" fmla="*/ 607162 h 1212067"/>
                <a:gd name="connsiteX1233" fmla="*/ 783277 w 1385794"/>
                <a:gd name="connsiteY1233" fmla="*/ 606388 h 1212067"/>
                <a:gd name="connsiteX1234" fmla="*/ 786003 w 1385794"/>
                <a:gd name="connsiteY1234" fmla="*/ 607599 h 1212067"/>
                <a:gd name="connsiteX1235" fmla="*/ 789469 w 1385794"/>
                <a:gd name="connsiteY1235" fmla="*/ 610324 h 1212067"/>
                <a:gd name="connsiteX1236" fmla="*/ 789705 w 1385794"/>
                <a:gd name="connsiteY1236" fmla="*/ 612712 h 1212067"/>
                <a:gd name="connsiteX1237" fmla="*/ 789705 w 1385794"/>
                <a:gd name="connsiteY1237" fmla="*/ 614899 h 1212067"/>
                <a:gd name="connsiteX1238" fmla="*/ 790041 w 1385794"/>
                <a:gd name="connsiteY1238" fmla="*/ 616951 h 1212067"/>
                <a:gd name="connsiteX1239" fmla="*/ 791657 w 1385794"/>
                <a:gd name="connsiteY1239" fmla="*/ 618700 h 1212067"/>
                <a:gd name="connsiteX1240" fmla="*/ 793609 w 1385794"/>
                <a:gd name="connsiteY1240" fmla="*/ 621190 h 1212067"/>
                <a:gd name="connsiteX1241" fmla="*/ 794147 w 1385794"/>
                <a:gd name="connsiteY1241" fmla="*/ 623141 h 1212067"/>
                <a:gd name="connsiteX1242" fmla="*/ 793811 w 1385794"/>
                <a:gd name="connsiteY1242" fmla="*/ 625092 h 1212067"/>
                <a:gd name="connsiteX1243" fmla="*/ 793373 w 1385794"/>
                <a:gd name="connsiteY1243" fmla="*/ 626841 h 1212067"/>
                <a:gd name="connsiteX1244" fmla="*/ 792599 w 1385794"/>
                <a:gd name="connsiteY1244" fmla="*/ 628893 h 1212067"/>
                <a:gd name="connsiteX1245" fmla="*/ 791926 w 1385794"/>
                <a:gd name="connsiteY1245" fmla="*/ 630541 h 1212067"/>
                <a:gd name="connsiteX1246" fmla="*/ 791287 w 1385794"/>
                <a:gd name="connsiteY1246" fmla="*/ 632291 h 1212067"/>
                <a:gd name="connsiteX1247" fmla="*/ 789772 w 1385794"/>
                <a:gd name="connsiteY1247" fmla="*/ 633804 h 1212067"/>
                <a:gd name="connsiteX1248" fmla="*/ 788460 w 1385794"/>
                <a:gd name="connsiteY1248" fmla="*/ 634578 h 1212067"/>
                <a:gd name="connsiteX1249" fmla="*/ 787685 w 1385794"/>
                <a:gd name="connsiteY1249" fmla="*/ 638043 h 1212067"/>
                <a:gd name="connsiteX1250" fmla="*/ 787248 w 1385794"/>
                <a:gd name="connsiteY1250" fmla="*/ 640330 h 1212067"/>
                <a:gd name="connsiteX1251" fmla="*/ 787147 w 1385794"/>
                <a:gd name="connsiteY1251" fmla="*/ 643055 h 1212067"/>
                <a:gd name="connsiteX1252" fmla="*/ 788460 w 1385794"/>
                <a:gd name="connsiteY1252" fmla="*/ 644367 h 1212067"/>
                <a:gd name="connsiteX1253" fmla="*/ 792263 w 1385794"/>
                <a:gd name="connsiteY1253" fmla="*/ 646991 h 1212067"/>
                <a:gd name="connsiteX1254" fmla="*/ 797816 w 1385794"/>
                <a:gd name="connsiteY1254" fmla="*/ 649918 h 1212067"/>
                <a:gd name="connsiteX1255" fmla="*/ 803133 w 1385794"/>
                <a:gd name="connsiteY1255" fmla="*/ 651667 h 1212067"/>
                <a:gd name="connsiteX1256" fmla="*/ 806162 w 1385794"/>
                <a:gd name="connsiteY1256" fmla="*/ 652979 h 1212067"/>
                <a:gd name="connsiteX1257" fmla="*/ 807239 w 1385794"/>
                <a:gd name="connsiteY1257" fmla="*/ 653315 h 1212067"/>
                <a:gd name="connsiteX1258" fmla="*/ 812556 w 1385794"/>
                <a:gd name="connsiteY1258" fmla="*/ 655704 h 1212067"/>
                <a:gd name="connsiteX1259" fmla="*/ 815282 w 1385794"/>
                <a:gd name="connsiteY1259" fmla="*/ 659169 h 1212067"/>
                <a:gd name="connsiteX1260" fmla="*/ 818648 w 1385794"/>
                <a:gd name="connsiteY1260" fmla="*/ 661658 h 1212067"/>
                <a:gd name="connsiteX1261" fmla="*/ 823427 w 1385794"/>
                <a:gd name="connsiteY1261" fmla="*/ 664686 h 1212067"/>
                <a:gd name="connsiteX1262" fmla="*/ 826254 w 1385794"/>
                <a:gd name="connsiteY1262" fmla="*/ 668689 h 1212067"/>
                <a:gd name="connsiteX1263" fmla="*/ 829081 w 1385794"/>
                <a:gd name="connsiteY1263" fmla="*/ 671178 h 1212067"/>
                <a:gd name="connsiteX1264" fmla="*/ 830494 w 1385794"/>
                <a:gd name="connsiteY1264" fmla="*/ 673129 h 1212067"/>
                <a:gd name="connsiteX1265" fmla="*/ 832783 w 1385794"/>
                <a:gd name="connsiteY1265" fmla="*/ 675719 h 1212067"/>
                <a:gd name="connsiteX1266" fmla="*/ 834095 w 1385794"/>
                <a:gd name="connsiteY1266" fmla="*/ 678343 h 1212067"/>
                <a:gd name="connsiteX1267" fmla="*/ 834196 w 1385794"/>
                <a:gd name="connsiteY1267" fmla="*/ 681943 h 1212067"/>
                <a:gd name="connsiteX1268" fmla="*/ 832446 w 1385794"/>
                <a:gd name="connsiteY1268" fmla="*/ 683457 h 1212067"/>
                <a:gd name="connsiteX1269" fmla="*/ 830057 w 1385794"/>
                <a:gd name="connsiteY1269" fmla="*/ 684331 h 1212067"/>
                <a:gd name="connsiteX1270" fmla="*/ 828542 w 1385794"/>
                <a:gd name="connsiteY1270" fmla="*/ 685206 h 1212067"/>
                <a:gd name="connsiteX1271" fmla="*/ 827768 w 1385794"/>
                <a:gd name="connsiteY1271" fmla="*/ 687695 h 1212067"/>
                <a:gd name="connsiteX1272" fmla="*/ 826355 w 1385794"/>
                <a:gd name="connsiteY1272" fmla="*/ 692136 h 1212067"/>
                <a:gd name="connsiteX1273" fmla="*/ 825244 w 1385794"/>
                <a:gd name="connsiteY1273" fmla="*/ 694827 h 1212067"/>
                <a:gd name="connsiteX1274" fmla="*/ 824268 w 1385794"/>
                <a:gd name="connsiteY1274" fmla="*/ 696879 h 1212067"/>
                <a:gd name="connsiteX1275" fmla="*/ 822518 w 1385794"/>
                <a:gd name="connsiteY1275" fmla="*/ 697854 h 1212067"/>
                <a:gd name="connsiteX1276" fmla="*/ 821004 w 1385794"/>
                <a:gd name="connsiteY1276" fmla="*/ 702328 h 1212067"/>
                <a:gd name="connsiteX1277" fmla="*/ 823629 w 1385794"/>
                <a:gd name="connsiteY1277" fmla="*/ 703640 h 1212067"/>
                <a:gd name="connsiteX1278" fmla="*/ 828845 w 1385794"/>
                <a:gd name="connsiteY1278" fmla="*/ 705154 h 1212067"/>
                <a:gd name="connsiteX1279" fmla="*/ 832985 w 1385794"/>
                <a:gd name="connsiteY1279" fmla="*/ 707643 h 1212067"/>
                <a:gd name="connsiteX1280" fmla="*/ 834634 w 1385794"/>
                <a:gd name="connsiteY1280" fmla="*/ 709157 h 1212067"/>
                <a:gd name="connsiteX1281" fmla="*/ 837898 w 1385794"/>
                <a:gd name="connsiteY1281" fmla="*/ 711781 h 1212067"/>
                <a:gd name="connsiteX1282" fmla="*/ 840624 w 1385794"/>
                <a:gd name="connsiteY1282" fmla="*/ 713093 h 1212067"/>
                <a:gd name="connsiteX1283" fmla="*/ 842139 w 1385794"/>
                <a:gd name="connsiteY1283" fmla="*/ 714943 h 1212067"/>
                <a:gd name="connsiteX1284" fmla="*/ 842576 w 1385794"/>
                <a:gd name="connsiteY1284" fmla="*/ 718105 h 1212067"/>
                <a:gd name="connsiteX1285" fmla="*/ 842812 w 1385794"/>
                <a:gd name="connsiteY1285" fmla="*/ 720056 h 1212067"/>
                <a:gd name="connsiteX1286" fmla="*/ 842273 w 1385794"/>
                <a:gd name="connsiteY1286" fmla="*/ 721907 h 1212067"/>
                <a:gd name="connsiteX1287" fmla="*/ 840860 w 1385794"/>
                <a:gd name="connsiteY1287" fmla="*/ 723959 h 1212067"/>
                <a:gd name="connsiteX1288" fmla="*/ 840321 w 1385794"/>
                <a:gd name="connsiteY1288" fmla="*/ 724295 h 1212067"/>
                <a:gd name="connsiteX1289" fmla="*/ 838470 w 1385794"/>
                <a:gd name="connsiteY1289" fmla="*/ 726347 h 1212067"/>
                <a:gd name="connsiteX1290" fmla="*/ 836417 w 1385794"/>
                <a:gd name="connsiteY1290" fmla="*/ 727424 h 1212067"/>
                <a:gd name="connsiteX1291" fmla="*/ 834465 w 1385794"/>
                <a:gd name="connsiteY1291" fmla="*/ 728500 h 1212067"/>
                <a:gd name="connsiteX1292" fmla="*/ 832715 w 1385794"/>
                <a:gd name="connsiteY1292" fmla="*/ 731326 h 1212067"/>
                <a:gd name="connsiteX1293" fmla="*/ 832513 w 1385794"/>
                <a:gd name="connsiteY1293" fmla="*/ 734151 h 1212067"/>
                <a:gd name="connsiteX1294" fmla="*/ 832951 w 1385794"/>
                <a:gd name="connsiteY1294" fmla="*/ 736002 h 1212067"/>
                <a:gd name="connsiteX1295" fmla="*/ 840119 w 1385794"/>
                <a:gd name="connsiteY1295" fmla="*/ 738928 h 1212067"/>
                <a:gd name="connsiteX1296" fmla="*/ 840994 w 1385794"/>
                <a:gd name="connsiteY1296" fmla="*/ 739567 h 1212067"/>
                <a:gd name="connsiteX1297" fmla="*/ 841768 w 1385794"/>
                <a:gd name="connsiteY1297" fmla="*/ 741754 h 1212067"/>
                <a:gd name="connsiteX1298" fmla="*/ 842745 w 1385794"/>
                <a:gd name="connsiteY1298" fmla="*/ 744916 h 1212067"/>
                <a:gd name="connsiteX1299" fmla="*/ 843821 w 1385794"/>
                <a:gd name="connsiteY1299" fmla="*/ 748616 h 1212067"/>
                <a:gd name="connsiteX1300" fmla="*/ 843956 w 1385794"/>
                <a:gd name="connsiteY1300" fmla="*/ 752956 h 1212067"/>
                <a:gd name="connsiteX1301" fmla="*/ 844057 w 1385794"/>
                <a:gd name="connsiteY1301" fmla="*/ 757094 h 1212067"/>
                <a:gd name="connsiteX1302" fmla="*/ 844932 w 1385794"/>
                <a:gd name="connsiteY1302" fmla="*/ 762409 h 1212067"/>
                <a:gd name="connsiteX1303" fmla="*/ 848971 w 1385794"/>
                <a:gd name="connsiteY1303" fmla="*/ 766008 h 1212067"/>
                <a:gd name="connsiteX1304" fmla="*/ 852672 w 1385794"/>
                <a:gd name="connsiteY1304" fmla="*/ 768296 h 1212067"/>
                <a:gd name="connsiteX1305" fmla="*/ 856375 w 1385794"/>
                <a:gd name="connsiteY1305" fmla="*/ 771996 h 1212067"/>
                <a:gd name="connsiteX1306" fmla="*/ 859976 w 1385794"/>
                <a:gd name="connsiteY1306" fmla="*/ 774586 h 1212067"/>
                <a:gd name="connsiteX1307" fmla="*/ 861625 w 1385794"/>
                <a:gd name="connsiteY1307" fmla="*/ 775562 h 1212067"/>
                <a:gd name="connsiteX1308" fmla="*/ 864115 w 1385794"/>
                <a:gd name="connsiteY1308" fmla="*/ 778589 h 1212067"/>
                <a:gd name="connsiteX1309" fmla="*/ 864553 w 1385794"/>
                <a:gd name="connsiteY1309" fmla="*/ 780978 h 1212067"/>
                <a:gd name="connsiteX1310" fmla="*/ 865327 w 1385794"/>
                <a:gd name="connsiteY1310" fmla="*/ 782391 h 1212067"/>
                <a:gd name="connsiteX1311" fmla="*/ 867952 w 1385794"/>
                <a:gd name="connsiteY1311" fmla="*/ 783366 h 1212067"/>
                <a:gd name="connsiteX1312" fmla="*/ 868726 w 1385794"/>
                <a:gd name="connsiteY1312" fmla="*/ 783804 h 1212067"/>
                <a:gd name="connsiteX1313" fmla="*/ 867413 w 1385794"/>
                <a:gd name="connsiteY1313" fmla="*/ 786831 h 1212067"/>
                <a:gd name="connsiteX1314" fmla="*/ 866538 w 1385794"/>
                <a:gd name="connsiteY1314" fmla="*/ 790397 h 1212067"/>
                <a:gd name="connsiteX1315" fmla="*/ 860783 w 1385794"/>
                <a:gd name="connsiteY1315" fmla="*/ 794736 h 1212067"/>
                <a:gd name="connsiteX1316" fmla="*/ 858495 w 1385794"/>
                <a:gd name="connsiteY1316" fmla="*/ 796149 h 1212067"/>
                <a:gd name="connsiteX1317" fmla="*/ 856442 w 1385794"/>
                <a:gd name="connsiteY1317" fmla="*/ 799951 h 1212067"/>
                <a:gd name="connsiteX1318" fmla="*/ 856105 w 1385794"/>
                <a:gd name="connsiteY1318" fmla="*/ 800724 h 1212067"/>
                <a:gd name="connsiteX1319" fmla="*/ 855903 w 1385794"/>
                <a:gd name="connsiteY1319" fmla="*/ 802675 h 1212067"/>
                <a:gd name="connsiteX1320" fmla="*/ 856980 w 1385794"/>
                <a:gd name="connsiteY1320" fmla="*/ 805165 h 1212067"/>
                <a:gd name="connsiteX1321" fmla="*/ 857620 w 1385794"/>
                <a:gd name="connsiteY1321" fmla="*/ 806477 h 1212067"/>
                <a:gd name="connsiteX1322" fmla="*/ 859235 w 1385794"/>
                <a:gd name="connsiteY1322" fmla="*/ 808966 h 1212067"/>
                <a:gd name="connsiteX1323" fmla="*/ 859235 w 1385794"/>
                <a:gd name="connsiteY1323" fmla="*/ 810715 h 1212067"/>
                <a:gd name="connsiteX1324" fmla="*/ 859336 w 1385794"/>
                <a:gd name="connsiteY1324" fmla="*/ 814517 h 1212067"/>
                <a:gd name="connsiteX1325" fmla="*/ 859336 w 1385794"/>
                <a:gd name="connsiteY1325" fmla="*/ 818217 h 1212067"/>
                <a:gd name="connsiteX1326" fmla="*/ 859235 w 1385794"/>
                <a:gd name="connsiteY1326" fmla="*/ 821917 h 1212067"/>
                <a:gd name="connsiteX1327" fmla="*/ 858798 w 1385794"/>
                <a:gd name="connsiteY1327" fmla="*/ 825718 h 1212067"/>
                <a:gd name="connsiteX1328" fmla="*/ 858697 w 1385794"/>
                <a:gd name="connsiteY1328" fmla="*/ 827131 h 1212067"/>
                <a:gd name="connsiteX1329" fmla="*/ 858461 w 1385794"/>
                <a:gd name="connsiteY1329" fmla="*/ 828342 h 1212067"/>
                <a:gd name="connsiteX1330" fmla="*/ 857283 w 1385794"/>
                <a:gd name="connsiteY1330" fmla="*/ 829318 h 1212067"/>
                <a:gd name="connsiteX1331" fmla="*/ 854221 w 1385794"/>
                <a:gd name="connsiteY1331" fmla="*/ 828881 h 1212067"/>
                <a:gd name="connsiteX1332" fmla="*/ 851629 w 1385794"/>
                <a:gd name="connsiteY1332" fmla="*/ 828107 h 1212067"/>
                <a:gd name="connsiteX1333" fmla="*/ 846076 w 1385794"/>
                <a:gd name="connsiteY1333" fmla="*/ 827468 h 1212067"/>
                <a:gd name="connsiteX1334" fmla="*/ 841836 w 1385794"/>
                <a:gd name="connsiteY1334" fmla="*/ 829520 h 1212067"/>
                <a:gd name="connsiteX1335" fmla="*/ 837932 w 1385794"/>
                <a:gd name="connsiteY1335" fmla="*/ 831370 h 1212067"/>
                <a:gd name="connsiteX1336" fmla="*/ 836619 w 1385794"/>
                <a:gd name="connsiteY1336" fmla="*/ 831706 h 1212067"/>
                <a:gd name="connsiteX1337" fmla="*/ 833691 w 1385794"/>
                <a:gd name="connsiteY1337" fmla="*/ 832682 h 1212067"/>
                <a:gd name="connsiteX1338" fmla="*/ 834566 w 1385794"/>
                <a:gd name="connsiteY1338" fmla="*/ 835609 h 1212067"/>
                <a:gd name="connsiteX1339" fmla="*/ 835105 w 1385794"/>
                <a:gd name="connsiteY1339" fmla="*/ 838098 h 1212067"/>
                <a:gd name="connsiteX1340" fmla="*/ 835441 w 1385794"/>
                <a:gd name="connsiteY1340" fmla="*/ 839948 h 1212067"/>
                <a:gd name="connsiteX1341" fmla="*/ 835643 w 1385794"/>
                <a:gd name="connsiteY1341" fmla="*/ 844187 h 1212067"/>
                <a:gd name="connsiteX1342" fmla="*/ 836417 w 1385794"/>
                <a:gd name="connsiteY1342" fmla="*/ 847988 h 1212067"/>
                <a:gd name="connsiteX1343" fmla="*/ 837292 w 1385794"/>
                <a:gd name="connsiteY1343" fmla="*/ 851049 h 1212067"/>
                <a:gd name="connsiteX1344" fmla="*/ 838066 w 1385794"/>
                <a:gd name="connsiteY1344" fmla="*/ 855490 h 1212067"/>
                <a:gd name="connsiteX1345" fmla="*/ 837965 w 1385794"/>
                <a:gd name="connsiteY1345" fmla="*/ 857777 h 1212067"/>
                <a:gd name="connsiteX1346" fmla="*/ 837763 w 1385794"/>
                <a:gd name="connsiteY1346" fmla="*/ 862117 h 1212067"/>
                <a:gd name="connsiteX1347" fmla="*/ 836451 w 1385794"/>
                <a:gd name="connsiteY1347" fmla="*/ 864942 h 1212067"/>
                <a:gd name="connsiteX1348" fmla="*/ 833860 w 1385794"/>
                <a:gd name="connsiteY1348" fmla="*/ 866591 h 1212067"/>
                <a:gd name="connsiteX1349" fmla="*/ 829081 w 1385794"/>
                <a:gd name="connsiteY1349" fmla="*/ 867028 h 1212067"/>
                <a:gd name="connsiteX1350" fmla="*/ 825816 w 1385794"/>
                <a:gd name="connsiteY1350" fmla="*/ 864539 h 1212067"/>
                <a:gd name="connsiteX1351" fmla="*/ 821138 w 1385794"/>
                <a:gd name="connsiteY1351" fmla="*/ 862352 h 1212067"/>
                <a:gd name="connsiteX1352" fmla="*/ 816460 w 1385794"/>
                <a:gd name="connsiteY1352" fmla="*/ 863765 h 1212067"/>
                <a:gd name="connsiteX1353" fmla="*/ 814845 w 1385794"/>
                <a:gd name="connsiteY1353" fmla="*/ 867903 h 1212067"/>
                <a:gd name="connsiteX1354" fmla="*/ 810941 w 1385794"/>
                <a:gd name="connsiteY1354" fmla="*/ 870829 h 1212067"/>
                <a:gd name="connsiteX1355" fmla="*/ 807676 w 1385794"/>
                <a:gd name="connsiteY1355" fmla="*/ 873655 h 1212067"/>
                <a:gd name="connsiteX1356" fmla="*/ 805388 w 1385794"/>
                <a:gd name="connsiteY1356" fmla="*/ 875068 h 1212067"/>
                <a:gd name="connsiteX1357" fmla="*/ 803200 w 1385794"/>
                <a:gd name="connsiteY1357" fmla="*/ 873117 h 1212067"/>
                <a:gd name="connsiteX1358" fmla="*/ 799296 w 1385794"/>
                <a:gd name="connsiteY1358" fmla="*/ 872780 h 1212067"/>
                <a:gd name="connsiteX1359" fmla="*/ 796469 w 1385794"/>
                <a:gd name="connsiteY1359" fmla="*/ 873991 h 1212067"/>
                <a:gd name="connsiteX1360" fmla="*/ 795392 w 1385794"/>
                <a:gd name="connsiteY1360" fmla="*/ 875505 h 1212067"/>
                <a:gd name="connsiteX1361" fmla="*/ 794248 w 1385794"/>
                <a:gd name="connsiteY1361" fmla="*/ 878095 h 1212067"/>
                <a:gd name="connsiteX1362" fmla="*/ 793306 w 1385794"/>
                <a:gd name="connsiteY1362" fmla="*/ 881695 h 1212067"/>
                <a:gd name="connsiteX1363" fmla="*/ 793306 w 1385794"/>
                <a:gd name="connsiteY1363" fmla="*/ 884319 h 1212067"/>
                <a:gd name="connsiteX1364" fmla="*/ 793844 w 1385794"/>
                <a:gd name="connsiteY1364" fmla="*/ 887044 h 1212067"/>
                <a:gd name="connsiteX1365" fmla="*/ 794484 w 1385794"/>
                <a:gd name="connsiteY1365" fmla="*/ 889533 h 1212067"/>
                <a:gd name="connsiteX1366" fmla="*/ 797210 w 1385794"/>
                <a:gd name="connsiteY1366" fmla="*/ 891719 h 1212067"/>
                <a:gd name="connsiteX1367" fmla="*/ 801551 w 1385794"/>
                <a:gd name="connsiteY1367" fmla="*/ 892931 h 1212067"/>
                <a:gd name="connsiteX1368" fmla="*/ 803941 w 1385794"/>
                <a:gd name="connsiteY1368" fmla="*/ 896093 h 1212067"/>
                <a:gd name="connsiteX1369" fmla="*/ 804479 w 1385794"/>
                <a:gd name="connsiteY1369" fmla="*/ 898145 h 1212067"/>
                <a:gd name="connsiteX1370" fmla="*/ 804580 w 1385794"/>
                <a:gd name="connsiteY1370" fmla="*/ 899457 h 1212067"/>
                <a:gd name="connsiteX1371" fmla="*/ 803402 w 1385794"/>
                <a:gd name="connsiteY1371" fmla="*/ 902921 h 1212067"/>
                <a:gd name="connsiteX1372" fmla="*/ 801349 w 1385794"/>
                <a:gd name="connsiteY1372" fmla="*/ 905747 h 1212067"/>
                <a:gd name="connsiteX1373" fmla="*/ 797647 w 1385794"/>
                <a:gd name="connsiteY1373" fmla="*/ 908472 h 1212067"/>
                <a:gd name="connsiteX1374" fmla="*/ 795359 w 1385794"/>
                <a:gd name="connsiteY1374" fmla="*/ 909885 h 1212067"/>
                <a:gd name="connsiteX1375" fmla="*/ 793272 w 1385794"/>
                <a:gd name="connsiteY1375" fmla="*/ 912475 h 1212067"/>
                <a:gd name="connsiteX1376" fmla="*/ 791758 w 1385794"/>
                <a:gd name="connsiteY1376" fmla="*/ 914863 h 1212067"/>
                <a:gd name="connsiteX1377" fmla="*/ 788493 w 1385794"/>
                <a:gd name="connsiteY1377" fmla="*/ 916478 h 1212067"/>
                <a:gd name="connsiteX1378" fmla="*/ 785666 w 1385794"/>
                <a:gd name="connsiteY1378" fmla="*/ 917790 h 1212067"/>
                <a:gd name="connsiteX1379" fmla="*/ 781964 w 1385794"/>
                <a:gd name="connsiteY1379" fmla="*/ 918665 h 1212067"/>
                <a:gd name="connsiteX1380" fmla="*/ 779676 w 1385794"/>
                <a:gd name="connsiteY1380" fmla="*/ 919539 h 1212067"/>
                <a:gd name="connsiteX1381" fmla="*/ 775873 w 1385794"/>
                <a:gd name="connsiteY1381" fmla="*/ 921726 h 1212067"/>
                <a:gd name="connsiteX1382" fmla="*/ 771969 w 1385794"/>
                <a:gd name="connsiteY1382" fmla="*/ 922601 h 1212067"/>
                <a:gd name="connsiteX1383" fmla="*/ 769142 w 1385794"/>
                <a:gd name="connsiteY1383" fmla="*/ 924114 h 1212067"/>
                <a:gd name="connsiteX1384" fmla="*/ 764363 w 1385794"/>
                <a:gd name="connsiteY1384" fmla="*/ 925965 h 1212067"/>
                <a:gd name="connsiteX1385" fmla="*/ 761772 w 1385794"/>
                <a:gd name="connsiteY1385" fmla="*/ 927579 h 1212067"/>
                <a:gd name="connsiteX1386" fmla="*/ 759820 w 1385794"/>
                <a:gd name="connsiteY1386" fmla="*/ 929531 h 1212067"/>
                <a:gd name="connsiteX1387" fmla="*/ 758069 w 1385794"/>
                <a:gd name="connsiteY1387" fmla="*/ 931717 h 1212067"/>
                <a:gd name="connsiteX1388" fmla="*/ 757632 w 1385794"/>
                <a:gd name="connsiteY1388" fmla="*/ 934980 h 1212067"/>
                <a:gd name="connsiteX1389" fmla="*/ 757868 w 1385794"/>
                <a:gd name="connsiteY1389" fmla="*/ 937469 h 1212067"/>
                <a:gd name="connsiteX1390" fmla="*/ 758507 w 1385794"/>
                <a:gd name="connsiteY1390" fmla="*/ 940632 h 1212067"/>
                <a:gd name="connsiteX1391" fmla="*/ 758507 w 1385794"/>
                <a:gd name="connsiteY1391" fmla="*/ 943424 h 1212067"/>
                <a:gd name="connsiteX1392" fmla="*/ 758305 w 1385794"/>
                <a:gd name="connsiteY1392" fmla="*/ 945173 h 1212067"/>
                <a:gd name="connsiteX1393" fmla="*/ 758406 w 1385794"/>
                <a:gd name="connsiteY1393" fmla="*/ 946922 h 1212067"/>
                <a:gd name="connsiteX1394" fmla="*/ 758137 w 1385794"/>
                <a:gd name="connsiteY1394" fmla="*/ 948840 h 1212067"/>
                <a:gd name="connsiteX1395" fmla="*/ 757497 w 1385794"/>
                <a:gd name="connsiteY1395" fmla="*/ 949210 h 1212067"/>
                <a:gd name="connsiteX1396" fmla="*/ 756252 w 1385794"/>
                <a:gd name="connsiteY1396" fmla="*/ 950017 h 1212067"/>
                <a:gd name="connsiteX1397" fmla="*/ 754502 w 1385794"/>
                <a:gd name="connsiteY1397" fmla="*/ 950017 h 1212067"/>
                <a:gd name="connsiteX1398" fmla="*/ 752550 w 1385794"/>
                <a:gd name="connsiteY1398" fmla="*/ 949512 h 1212067"/>
                <a:gd name="connsiteX1399" fmla="*/ 750766 w 1385794"/>
                <a:gd name="connsiteY1399" fmla="*/ 948099 h 1212067"/>
                <a:gd name="connsiteX1400" fmla="*/ 748882 w 1385794"/>
                <a:gd name="connsiteY1400" fmla="*/ 945980 h 1212067"/>
                <a:gd name="connsiteX1401" fmla="*/ 746425 w 1385794"/>
                <a:gd name="connsiteY1401" fmla="*/ 946417 h 1212067"/>
                <a:gd name="connsiteX1402" fmla="*/ 743867 w 1385794"/>
                <a:gd name="connsiteY1402" fmla="*/ 947662 h 1212067"/>
                <a:gd name="connsiteX1403" fmla="*/ 741478 w 1385794"/>
                <a:gd name="connsiteY1403" fmla="*/ 948739 h 1212067"/>
                <a:gd name="connsiteX1404" fmla="*/ 739189 w 1385794"/>
                <a:gd name="connsiteY1404" fmla="*/ 949546 h 1212067"/>
                <a:gd name="connsiteX1405" fmla="*/ 737136 w 1385794"/>
                <a:gd name="connsiteY1405" fmla="*/ 950723 h 1212067"/>
                <a:gd name="connsiteX1406" fmla="*/ 735521 w 1385794"/>
                <a:gd name="connsiteY1406" fmla="*/ 953011 h 1212067"/>
                <a:gd name="connsiteX1407" fmla="*/ 734444 w 1385794"/>
                <a:gd name="connsiteY1407" fmla="*/ 955904 h 1212067"/>
                <a:gd name="connsiteX1408" fmla="*/ 734107 w 1385794"/>
                <a:gd name="connsiteY1408" fmla="*/ 957922 h 1212067"/>
                <a:gd name="connsiteX1409" fmla="*/ 734208 w 1385794"/>
                <a:gd name="connsiteY1409" fmla="*/ 959604 h 1212067"/>
                <a:gd name="connsiteX1410" fmla="*/ 735958 w 1385794"/>
                <a:gd name="connsiteY1410" fmla="*/ 963742 h 1212067"/>
                <a:gd name="connsiteX1411" fmla="*/ 737742 w 1385794"/>
                <a:gd name="connsiteY1411" fmla="*/ 965626 h 1212067"/>
                <a:gd name="connsiteX1412" fmla="*/ 742050 w 1385794"/>
                <a:gd name="connsiteY1412" fmla="*/ 966433 h 1212067"/>
                <a:gd name="connsiteX1413" fmla="*/ 744540 w 1385794"/>
                <a:gd name="connsiteY1413" fmla="*/ 964112 h 1212067"/>
                <a:gd name="connsiteX1414" fmla="*/ 746492 w 1385794"/>
                <a:gd name="connsiteY1414" fmla="*/ 961656 h 1212067"/>
                <a:gd name="connsiteX1415" fmla="*/ 748545 w 1385794"/>
                <a:gd name="connsiteY1415" fmla="*/ 959873 h 1212067"/>
                <a:gd name="connsiteX1416" fmla="*/ 751978 w 1385794"/>
                <a:gd name="connsiteY1416" fmla="*/ 958797 h 1212067"/>
                <a:gd name="connsiteX1417" fmla="*/ 755411 w 1385794"/>
                <a:gd name="connsiteY1417" fmla="*/ 959840 h 1212067"/>
                <a:gd name="connsiteX1418" fmla="*/ 756656 w 1385794"/>
                <a:gd name="connsiteY1418" fmla="*/ 961690 h 1212067"/>
                <a:gd name="connsiteX1419" fmla="*/ 756925 w 1385794"/>
                <a:gd name="connsiteY1419" fmla="*/ 963607 h 1212067"/>
                <a:gd name="connsiteX1420" fmla="*/ 756017 w 1385794"/>
                <a:gd name="connsiteY1420" fmla="*/ 966635 h 1212067"/>
                <a:gd name="connsiteX1421" fmla="*/ 755074 w 1385794"/>
                <a:gd name="connsiteY1421" fmla="*/ 968855 h 1212067"/>
                <a:gd name="connsiteX1422" fmla="*/ 755074 w 1385794"/>
                <a:gd name="connsiteY1422" fmla="*/ 969494 h 1212067"/>
                <a:gd name="connsiteX1423" fmla="*/ 757295 w 1385794"/>
                <a:gd name="connsiteY1423" fmla="*/ 972253 h 1212067"/>
                <a:gd name="connsiteX1424" fmla="*/ 760122 w 1385794"/>
                <a:gd name="connsiteY1424" fmla="*/ 974036 h 1212067"/>
                <a:gd name="connsiteX1425" fmla="*/ 764026 w 1385794"/>
                <a:gd name="connsiteY1425" fmla="*/ 975650 h 1212067"/>
                <a:gd name="connsiteX1426" fmla="*/ 768469 w 1385794"/>
                <a:gd name="connsiteY1426" fmla="*/ 976727 h 1212067"/>
                <a:gd name="connsiteX1427" fmla="*/ 770690 w 1385794"/>
                <a:gd name="connsiteY1427" fmla="*/ 976525 h 1212067"/>
                <a:gd name="connsiteX1428" fmla="*/ 775099 w 1385794"/>
                <a:gd name="connsiteY1428" fmla="*/ 978577 h 1212067"/>
                <a:gd name="connsiteX1429" fmla="*/ 776950 w 1385794"/>
                <a:gd name="connsiteY1429" fmla="*/ 980595 h 1212067"/>
                <a:gd name="connsiteX1430" fmla="*/ 777017 w 1385794"/>
                <a:gd name="connsiteY1430" fmla="*/ 981907 h 1212067"/>
                <a:gd name="connsiteX1431" fmla="*/ 777825 w 1385794"/>
                <a:gd name="connsiteY1431" fmla="*/ 987021 h 1212067"/>
                <a:gd name="connsiteX1432" fmla="*/ 777724 w 1385794"/>
                <a:gd name="connsiteY1432" fmla="*/ 988433 h 1212067"/>
                <a:gd name="connsiteX1433" fmla="*/ 778060 w 1385794"/>
                <a:gd name="connsiteY1433" fmla="*/ 991595 h 1212067"/>
                <a:gd name="connsiteX1434" fmla="*/ 778397 w 1385794"/>
                <a:gd name="connsiteY1434" fmla="*/ 993547 h 1212067"/>
                <a:gd name="connsiteX1435" fmla="*/ 781224 w 1385794"/>
                <a:gd name="connsiteY1435" fmla="*/ 995229 h 1212067"/>
                <a:gd name="connsiteX1436" fmla="*/ 781830 w 1385794"/>
                <a:gd name="connsiteY1436" fmla="*/ 996810 h 1212067"/>
                <a:gd name="connsiteX1437" fmla="*/ 780786 w 1385794"/>
                <a:gd name="connsiteY1437" fmla="*/ 997853 h 1212067"/>
                <a:gd name="connsiteX1438" fmla="*/ 778296 w 1385794"/>
                <a:gd name="connsiteY1438" fmla="*/ 999030 h 1212067"/>
                <a:gd name="connsiteX1439" fmla="*/ 775267 w 1385794"/>
                <a:gd name="connsiteY1439" fmla="*/ 999736 h 1212067"/>
                <a:gd name="connsiteX1440" fmla="*/ 771901 w 1385794"/>
                <a:gd name="connsiteY1440" fmla="*/ 1000174 h 1212067"/>
                <a:gd name="connsiteX1441" fmla="*/ 771127 w 1385794"/>
                <a:gd name="connsiteY1441" fmla="*/ 1001856 h 1212067"/>
                <a:gd name="connsiteX1442" fmla="*/ 770757 w 1385794"/>
                <a:gd name="connsiteY1442" fmla="*/ 1002932 h 1212067"/>
                <a:gd name="connsiteX1443" fmla="*/ 767291 w 1385794"/>
                <a:gd name="connsiteY1443" fmla="*/ 1003740 h 1212067"/>
                <a:gd name="connsiteX1444" fmla="*/ 765608 w 1385794"/>
                <a:gd name="connsiteY1444" fmla="*/ 1004110 h 1212067"/>
                <a:gd name="connsiteX1445" fmla="*/ 762781 w 1385794"/>
                <a:gd name="connsiteY1445" fmla="*/ 1006834 h 1212067"/>
                <a:gd name="connsiteX1446" fmla="*/ 761435 w 1385794"/>
                <a:gd name="connsiteY1446" fmla="*/ 1008886 h 1212067"/>
                <a:gd name="connsiteX1447" fmla="*/ 761098 w 1385794"/>
                <a:gd name="connsiteY1447" fmla="*/ 1011207 h 1212067"/>
                <a:gd name="connsiteX1448" fmla="*/ 760661 w 1385794"/>
                <a:gd name="connsiteY1448" fmla="*/ 1013159 h 1212067"/>
                <a:gd name="connsiteX1449" fmla="*/ 759180 w 1385794"/>
                <a:gd name="connsiteY1449" fmla="*/ 1015446 h 1212067"/>
                <a:gd name="connsiteX1450" fmla="*/ 758238 w 1385794"/>
                <a:gd name="connsiteY1450" fmla="*/ 1016422 h 1212067"/>
                <a:gd name="connsiteX1451" fmla="*/ 758069 w 1385794"/>
                <a:gd name="connsiteY1451" fmla="*/ 1019887 h 1212067"/>
                <a:gd name="connsiteX1452" fmla="*/ 756757 w 1385794"/>
                <a:gd name="connsiteY1452" fmla="*/ 1021669 h 1212067"/>
                <a:gd name="connsiteX1453" fmla="*/ 753728 w 1385794"/>
                <a:gd name="connsiteY1453" fmla="*/ 1020526 h 1212067"/>
                <a:gd name="connsiteX1454" fmla="*/ 752214 w 1385794"/>
                <a:gd name="connsiteY1454" fmla="*/ 1017868 h 1212067"/>
                <a:gd name="connsiteX1455" fmla="*/ 750295 w 1385794"/>
                <a:gd name="connsiteY1455" fmla="*/ 1016354 h 1212067"/>
                <a:gd name="connsiteX1456" fmla="*/ 748411 w 1385794"/>
                <a:gd name="connsiteY1456" fmla="*/ 1017296 h 1212067"/>
                <a:gd name="connsiteX1457" fmla="*/ 747401 w 1385794"/>
                <a:gd name="connsiteY1457" fmla="*/ 1018373 h 1212067"/>
                <a:gd name="connsiteX1458" fmla="*/ 746661 w 1385794"/>
                <a:gd name="connsiteY1458" fmla="*/ 1019819 h 1212067"/>
                <a:gd name="connsiteX1459" fmla="*/ 746156 w 1385794"/>
                <a:gd name="connsiteY1459" fmla="*/ 1020963 h 1212067"/>
                <a:gd name="connsiteX1460" fmla="*/ 745786 w 1385794"/>
                <a:gd name="connsiteY1460" fmla="*/ 1022208 h 1212067"/>
                <a:gd name="connsiteX1461" fmla="*/ 745483 w 1385794"/>
                <a:gd name="connsiteY1461" fmla="*/ 1023721 h 1212067"/>
                <a:gd name="connsiteX1462" fmla="*/ 744540 w 1385794"/>
                <a:gd name="connsiteY1462" fmla="*/ 1024966 h 1212067"/>
                <a:gd name="connsiteX1463" fmla="*/ 742353 w 1385794"/>
                <a:gd name="connsiteY1463" fmla="*/ 1025773 h 1212067"/>
                <a:gd name="connsiteX1464" fmla="*/ 741410 w 1385794"/>
                <a:gd name="connsiteY1464" fmla="*/ 1026345 h 1212067"/>
                <a:gd name="connsiteX1465" fmla="*/ 739593 w 1385794"/>
                <a:gd name="connsiteY1465" fmla="*/ 1026715 h 1212067"/>
                <a:gd name="connsiteX1466" fmla="*/ 737910 w 1385794"/>
                <a:gd name="connsiteY1466" fmla="*/ 1026715 h 1212067"/>
                <a:gd name="connsiteX1467" fmla="*/ 735218 w 1385794"/>
                <a:gd name="connsiteY1467" fmla="*/ 1026278 h 1212067"/>
                <a:gd name="connsiteX1468" fmla="*/ 734141 w 1385794"/>
                <a:gd name="connsiteY1468" fmla="*/ 1024966 h 1212067"/>
                <a:gd name="connsiteX1469" fmla="*/ 731752 w 1385794"/>
                <a:gd name="connsiteY1469" fmla="*/ 1022510 h 1212067"/>
                <a:gd name="connsiteX1470" fmla="*/ 729732 w 1385794"/>
                <a:gd name="connsiteY1470" fmla="*/ 1021064 h 1212067"/>
                <a:gd name="connsiteX1471" fmla="*/ 726703 w 1385794"/>
                <a:gd name="connsiteY1471" fmla="*/ 1018743 h 1212067"/>
                <a:gd name="connsiteX1472" fmla="*/ 723136 w 1385794"/>
                <a:gd name="connsiteY1472" fmla="*/ 1016994 h 1212067"/>
                <a:gd name="connsiteX1473" fmla="*/ 721756 w 1385794"/>
                <a:gd name="connsiteY1473" fmla="*/ 1013529 h 1212067"/>
                <a:gd name="connsiteX1474" fmla="*/ 721049 w 1385794"/>
                <a:gd name="connsiteY1474" fmla="*/ 1012082 h 1212067"/>
                <a:gd name="connsiteX1475" fmla="*/ 717650 w 1385794"/>
                <a:gd name="connsiteY1475" fmla="*/ 1010501 h 1212067"/>
                <a:gd name="connsiteX1476" fmla="*/ 714689 w 1385794"/>
                <a:gd name="connsiteY1476" fmla="*/ 1009425 h 1212067"/>
                <a:gd name="connsiteX1477" fmla="*/ 712501 w 1385794"/>
                <a:gd name="connsiteY1477" fmla="*/ 1008684 h 1212067"/>
                <a:gd name="connsiteX1478" fmla="*/ 708294 w 1385794"/>
                <a:gd name="connsiteY1478" fmla="*/ 1006935 h 1212067"/>
                <a:gd name="connsiteX1479" fmla="*/ 705400 w 1385794"/>
                <a:gd name="connsiteY1479" fmla="*/ 1005859 h 1212067"/>
                <a:gd name="connsiteX1480" fmla="*/ 702943 w 1385794"/>
                <a:gd name="connsiteY1480" fmla="*/ 1004042 h 1212067"/>
                <a:gd name="connsiteX1481" fmla="*/ 698804 w 1385794"/>
                <a:gd name="connsiteY1481" fmla="*/ 1001587 h 1212067"/>
                <a:gd name="connsiteX1482" fmla="*/ 694530 w 1385794"/>
                <a:gd name="connsiteY1482" fmla="*/ 999400 h 1212067"/>
                <a:gd name="connsiteX1483" fmla="*/ 691198 w 1385794"/>
                <a:gd name="connsiteY1483" fmla="*/ 996574 h 1212067"/>
                <a:gd name="connsiteX1484" fmla="*/ 687563 w 1385794"/>
                <a:gd name="connsiteY1484" fmla="*/ 994186 h 1212067"/>
                <a:gd name="connsiteX1485" fmla="*/ 684433 w 1385794"/>
                <a:gd name="connsiteY1485" fmla="*/ 991797 h 1212067"/>
                <a:gd name="connsiteX1486" fmla="*/ 682111 w 1385794"/>
                <a:gd name="connsiteY1486" fmla="*/ 989913 h 1212067"/>
                <a:gd name="connsiteX1487" fmla="*/ 678712 w 1385794"/>
                <a:gd name="connsiteY1487" fmla="*/ 989476 h 1212067"/>
                <a:gd name="connsiteX1488" fmla="*/ 676524 w 1385794"/>
                <a:gd name="connsiteY1488" fmla="*/ 988602 h 1212067"/>
                <a:gd name="connsiteX1489" fmla="*/ 674337 w 1385794"/>
                <a:gd name="connsiteY1489" fmla="*/ 988232 h 1212067"/>
                <a:gd name="connsiteX1490" fmla="*/ 671577 w 1385794"/>
                <a:gd name="connsiteY1490" fmla="*/ 987794 h 1212067"/>
                <a:gd name="connsiteX1491" fmla="*/ 669322 w 1385794"/>
                <a:gd name="connsiteY1491" fmla="*/ 986920 h 1212067"/>
                <a:gd name="connsiteX1492" fmla="*/ 667741 w 1385794"/>
                <a:gd name="connsiteY1492" fmla="*/ 985473 h 1212067"/>
                <a:gd name="connsiteX1493" fmla="*/ 665351 w 1385794"/>
                <a:gd name="connsiteY1493" fmla="*/ 984464 h 1212067"/>
                <a:gd name="connsiteX1494" fmla="*/ 663096 w 1385794"/>
                <a:gd name="connsiteY1494" fmla="*/ 984161 h 1212067"/>
                <a:gd name="connsiteX1495" fmla="*/ 658755 w 1385794"/>
                <a:gd name="connsiteY1495" fmla="*/ 983892 h 1212067"/>
                <a:gd name="connsiteX1496" fmla="*/ 655793 w 1385794"/>
                <a:gd name="connsiteY1496" fmla="*/ 984397 h 1212067"/>
                <a:gd name="connsiteX1497" fmla="*/ 650644 w 1385794"/>
                <a:gd name="connsiteY1497" fmla="*/ 984599 h 1212067"/>
                <a:gd name="connsiteX1498" fmla="*/ 648961 w 1385794"/>
                <a:gd name="connsiteY1498" fmla="*/ 985238 h 1212067"/>
                <a:gd name="connsiteX1499" fmla="*/ 647649 w 1385794"/>
                <a:gd name="connsiteY1499" fmla="*/ 987256 h 1212067"/>
                <a:gd name="connsiteX1500" fmla="*/ 647514 w 1385794"/>
                <a:gd name="connsiteY1500" fmla="*/ 990654 h 1212067"/>
                <a:gd name="connsiteX1501" fmla="*/ 648221 w 1385794"/>
                <a:gd name="connsiteY1501" fmla="*/ 995060 h 1212067"/>
                <a:gd name="connsiteX1502" fmla="*/ 648423 w 1385794"/>
                <a:gd name="connsiteY1502" fmla="*/ 998391 h 1212067"/>
                <a:gd name="connsiteX1503" fmla="*/ 649433 w 1385794"/>
                <a:gd name="connsiteY1503" fmla="*/ 1004412 h 1212067"/>
                <a:gd name="connsiteX1504" fmla="*/ 649062 w 1385794"/>
                <a:gd name="connsiteY1504" fmla="*/ 1013764 h 1212067"/>
                <a:gd name="connsiteX1505" fmla="*/ 649567 w 1385794"/>
                <a:gd name="connsiteY1505" fmla="*/ 1016792 h 1212067"/>
                <a:gd name="connsiteX1506" fmla="*/ 653908 w 1385794"/>
                <a:gd name="connsiteY1506" fmla="*/ 1025908 h 1212067"/>
                <a:gd name="connsiteX1507" fmla="*/ 657308 w 1385794"/>
                <a:gd name="connsiteY1507" fmla="*/ 1032199 h 1212067"/>
                <a:gd name="connsiteX1508" fmla="*/ 666428 w 1385794"/>
                <a:gd name="connsiteY1508" fmla="*/ 1041752 h 1212067"/>
                <a:gd name="connsiteX1509" fmla="*/ 670837 w 1385794"/>
                <a:gd name="connsiteY1509" fmla="*/ 1046327 h 1212067"/>
                <a:gd name="connsiteX1510" fmla="*/ 676693 w 1385794"/>
                <a:gd name="connsiteY1510" fmla="*/ 1052046 h 1212067"/>
                <a:gd name="connsiteX1511" fmla="*/ 678140 w 1385794"/>
                <a:gd name="connsiteY1511" fmla="*/ 1053425 h 1212067"/>
                <a:gd name="connsiteX1512" fmla="*/ 678241 w 1385794"/>
                <a:gd name="connsiteY1512" fmla="*/ 1055914 h 1212067"/>
                <a:gd name="connsiteX1513" fmla="*/ 677601 w 1385794"/>
                <a:gd name="connsiteY1513" fmla="*/ 1058303 h 1212067"/>
                <a:gd name="connsiteX1514" fmla="*/ 676188 w 1385794"/>
                <a:gd name="connsiteY1514" fmla="*/ 1061028 h 1212067"/>
                <a:gd name="connsiteX1515" fmla="*/ 675212 w 1385794"/>
                <a:gd name="connsiteY1515" fmla="*/ 1062979 h 1212067"/>
                <a:gd name="connsiteX1516" fmla="*/ 674236 w 1385794"/>
                <a:gd name="connsiteY1516" fmla="*/ 1065468 h 1212067"/>
                <a:gd name="connsiteX1517" fmla="*/ 672789 w 1385794"/>
                <a:gd name="connsiteY1517" fmla="*/ 1066881 h 1212067"/>
                <a:gd name="connsiteX1518" fmla="*/ 673092 w 1385794"/>
                <a:gd name="connsiteY1518" fmla="*/ 1068563 h 1212067"/>
                <a:gd name="connsiteX1519" fmla="*/ 674472 w 1385794"/>
                <a:gd name="connsiteY1519" fmla="*/ 1070144 h 1212067"/>
                <a:gd name="connsiteX1520" fmla="*/ 676794 w 1385794"/>
                <a:gd name="connsiteY1520" fmla="*/ 1070144 h 1212067"/>
                <a:gd name="connsiteX1521" fmla="*/ 680933 w 1385794"/>
                <a:gd name="connsiteY1521" fmla="*/ 1070514 h 1212067"/>
                <a:gd name="connsiteX1522" fmla="*/ 685510 w 1385794"/>
                <a:gd name="connsiteY1522" fmla="*/ 1069202 h 1212067"/>
                <a:gd name="connsiteX1523" fmla="*/ 687698 w 1385794"/>
                <a:gd name="connsiteY1523" fmla="*/ 1067722 h 1212067"/>
                <a:gd name="connsiteX1524" fmla="*/ 689381 w 1385794"/>
                <a:gd name="connsiteY1524" fmla="*/ 1067554 h 1212067"/>
                <a:gd name="connsiteX1525" fmla="*/ 693217 w 1385794"/>
                <a:gd name="connsiteY1525" fmla="*/ 1067554 h 1212067"/>
                <a:gd name="connsiteX1526" fmla="*/ 693722 w 1385794"/>
                <a:gd name="connsiteY1526" fmla="*/ 1067756 h 1212067"/>
                <a:gd name="connsiteX1527" fmla="*/ 694799 w 1385794"/>
                <a:gd name="connsiteY1527" fmla="*/ 1068900 h 1212067"/>
                <a:gd name="connsiteX1528" fmla="*/ 696818 w 1385794"/>
                <a:gd name="connsiteY1528" fmla="*/ 1068832 h 1212067"/>
                <a:gd name="connsiteX1529" fmla="*/ 699578 w 1385794"/>
                <a:gd name="connsiteY1529" fmla="*/ 1068462 h 1212067"/>
                <a:gd name="connsiteX1530" fmla="*/ 703650 w 1385794"/>
                <a:gd name="connsiteY1530" fmla="*/ 1067520 h 1212067"/>
                <a:gd name="connsiteX1531" fmla="*/ 706107 w 1385794"/>
                <a:gd name="connsiteY1531" fmla="*/ 1066410 h 1212067"/>
                <a:gd name="connsiteX1532" fmla="*/ 706914 w 1385794"/>
                <a:gd name="connsiteY1532" fmla="*/ 1065805 h 1212067"/>
                <a:gd name="connsiteX1533" fmla="*/ 707116 w 1385794"/>
                <a:gd name="connsiteY1533" fmla="*/ 1065805 h 1212067"/>
                <a:gd name="connsiteX1534" fmla="*/ 709068 w 1385794"/>
                <a:gd name="connsiteY1534" fmla="*/ 1066309 h 1212067"/>
                <a:gd name="connsiteX1535" fmla="*/ 710886 w 1385794"/>
                <a:gd name="connsiteY1535" fmla="*/ 1066511 h 1212067"/>
                <a:gd name="connsiteX1536" fmla="*/ 714924 w 1385794"/>
                <a:gd name="connsiteY1536" fmla="*/ 1068597 h 1212067"/>
                <a:gd name="connsiteX1537" fmla="*/ 714924 w 1385794"/>
                <a:gd name="connsiteY1537" fmla="*/ 1073575 h 1212067"/>
                <a:gd name="connsiteX1538" fmla="*/ 714588 w 1385794"/>
                <a:gd name="connsiteY1538" fmla="*/ 1075190 h 1212067"/>
                <a:gd name="connsiteX1539" fmla="*/ 714487 w 1385794"/>
                <a:gd name="connsiteY1539" fmla="*/ 1077478 h 1212067"/>
                <a:gd name="connsiteX1540" fmla="*/ 713612 w 1385794"/>
                <a:gd name="connsiteY1540" fmla="*/ 1079429 h 1212067"/>
                <a:gd name="connsiteX1541" fmla="*/ 713073 w 1385794"/>
                <a:gd name="connsiteY1541" fmla="*/ 1081279 h 1212067"/>
                <a:gd name="connsiteX1542" fmla="*/ 712535 w 1385794"/>
                <a:gd name="connsiteY1542" fmla="*/ 1082053 h 1212067"/>
                <a:gd name="connsiteX1543" fmla="*/ 711660 w 1385794"/>
                <a:gd name="connsiteY1543" fmla="*/ 1083667 h 1212067"/>
                <a:gd name="connsiteX1544" fmla="*/ 710482 w 1385794"/>
                <a:gd name="connsiteY1544" fmla="*/ 1085316 h 1212067"/>
                <a:gd name="connsiteX1545" fmla="*/ 710381 w 1385794"/>
                <a:gd name="connsiteY1545" fmla="*/ 1086964 h 1212067"/>
                <a:gd name="connsiteX1546" fmla="*/ 711357 w 1385794"/>
                <a:gd name="connsiteY1546" fmla="*/ 1089991 h 1212067"/>
                <a:gd name="connsiteX1547" fmla="*/ 714520 w 1385794"/>
                <a:gd name="connsiteY1547" fmla="*/ 1091842 h 1212067"/>
                <a:gd name="connsiteX1548" fmla="*/ 715833 w 1385794"/>
                <a:gd name="connsiteY1548" fmla="*/ 1091842 h 1212067"/>
                <a:gd name="connsiteX1549" fmla="*/ 717718 w 1385794"/>
                <a:gd name="connsiteY1549" fmla="*/ 1092548 h 1212067"/>
                <a:gd name="connsiteX1550" fmla="*/ 719468 w 1385794"/>
                <a:gd name="connsiteY1550" fmla="*/ 1092111 h 1212067"/>
                <a:gd name="connsiteX1551" fmla="*/ 722059 w 1385794"/>
                <a:gd name="connsiteY1551" fmla="*/ 1090799 h 1212067"/>
                <a:gd name="connsiteX1552" fmla="*/ 722934 w 1385794"/>
                <a:gd name="connsiteY1552" fmla="*/ 1090496 h 1212067"/>
                <a:gd name="connsiteX1553" fmla="*/ 724078 w 1385794"/>
                <a:gd name="connsiteY1553" fmla="*/ 1089487 h 1212067"/>
                <a:gd name="connsiteX1554" fmla="*/ 727040 w 1385794"/>
                <a:gd name="connsiteY1554" fmla="*/ 1088982 h 1212067"/>
                <a:gd name="connsiteX1555" fmla="*/ 728756 w 1385794"/>
                <a:gd name="connsiteY1555" fmla="*/ 1088646 h 1212067"/>
                <a:gd name="connsiteX1556" fmla="*/ 729598 w 1385794"/>
                <a:gd name="connsiteY1556" fmla="*/ 1087839 h 1212067"/>
                <a:gd name="connsiteX1557" fmla="*/ 731449 w 1385794"/>
                <a:gd name="connsiteY1557" fmla="*/ 1085114 h 1212067"/>
                <a:gd name="connsiteX1558" fmla="*/ 733535 w 1385794"/>
                <a:gd name="connsiteY1558" fmla="*/ 1081548 h 1212067"/>
                <a:gd name="connsiteX1559" fmla="*/ 734175 w 1385794"/>
                <a:gd name="connsiteY1559" fmla="*/ 1079260 h 1212067"/>
                <a:gd name="connsiteX1560" fmla="*/ 736160 w 1385794"/>
                <a:gd name="connsiteY1560" fmla="*/ 1077377 h 1212067"/>
                <a:gd name="connsiteX1561" fmla="*/ 738920 w 1385794"/>
                <a:gd name="connsiteY1561" fmla="*/ 1074450 h 1212067"/>
                <a:gd name="connsiteX1562" fmla="*/ 740132 w 1385794"/>
                <a:gd name="connsiteY1562" fmla="*/ 1074450 h 1212067"/>
                <a:gd name="connsiteX1563" fmla="*/ 741377 w 1385794"/>
                <a:gd name="connsiteY1563" fmla="*/ 1077377 h 1212067"/>
                <a:gd name="connsiteX1564" fmla="*/ 742723 w 1385794"/>
                <a:gd name="connsiteY1564" fmla="*/ 1079227 h 1212067"/>
                <a:gd name="connsiteX1565" fmla="*/ 742723 w 1385794"/>
                <a:gd name="connsiteY1565" fmla="*/ 1082254 h 1212067"/>
                <a:gd name="connsiteX1566" fmla="*/ 742723 w 1385794"/>
                <a:gd name="connsiteY1566" fmla="*/ 1085719 h 1212067"/>
                <a:gd name="connsiteX1567" fmla="*/ 742723 w 1385794"/>
                <a:gd name="connsiteY1567" fmla="*/ 1089184 h 1212067"/>
                <a:gd name="connsiteX1568" fmla="*/ 742723 w 1385794"/>
                <a:gd name="connsiteY1568" fmla="*/ 1092649 h 1212067"/>
                <a:gd name="connsiteX1569" fmla="*/ 744843 w 1385794"/>
                <a:gd name="connsiteY1569" fmla="*/ 1095273 h 1212067"/>
                <a:gd name="connsiteX1570" fmla="*/ 746190 w 1385794"/>
                <a:gd name="connsiteY1570" fmla="*/ 1096450 h 1212067"/>
                <a:gd name="connsiteX1571" fmla="*/ 746190 w 1385794"/>
                <a:gd name="connsiteY1571" fmla="*/ 1097863 h 1212067"/>
                <a:gd name="connsiteX1572" fmla="*/ 746190 w 1385794"/>
                <a:gd name="connsiteY1572" fmla="*/ 1099613 h 1212067"/>
                <a:gd name="connsiteX1573" fmla="*/ 746190 w 1385794"/>
                <a:gd name="connsiteY1573" fmla="*/ 1103616 h 1212067"/>
                <a:gd name="connsiteX1574" fmla="*/ 744877 w 1385794"/>
                <a:gd name="connsiteY1574" fmla="*/ 1106206 h 1212067"/>
                <a:gd name="connsiteX1575" fmla="*/ 743901 w 1385794"/>
                <a:gd name="connsiteY1575" fmla="*/ 1110646 h 1212067"/>
                <a:gd name="connsiteX1576" fmla="*/ 742824 w 1385794"/>
                <a:gd name="connsiteY1576" fmla="*/ 1112496 h 1212067"/>
                <a:gd name="connsiteX1577" fmla="*/ 741747 w 1385794"/>
                <a:gd name="connsiteY1577" fmla="*/ 1113909 h 1212067"/>
                <a:gd name="connsiteX1578" fmla="*/ 739896 w 1385794"/>
                <a:gd name="connsiteY1578" fmla="*/ 1115524 h 1212067"/>
                <a:gd name="connsiteX1579" fmla="*/ 737406 w 1385794"/>
                <a:gd name="connsiteY1579" fmla="*/ 1116399 h 1212067"/>
                <a:gd name="connsiteX1580" fmla="*/ 732526 w 1385794"/>
                <a:gd name="connsiteY1580" fmla="*/ 1118888 h 1212067"/>
                <a:gd name="connsiteX1581" fmla="*/ 730641 w 1385794"/>
                <a:gd name="connsiteY1581" fmla="*/ 1120234 h 1212067"/>
                <a:gd name="connsiteX1582" fmla="*/ 733333 w 1385794"/>
                <a:gd name="connsiteY1582" fmla="*/ 1123026 h 1212067"/>
                <a:gd name="connsiteX1583" fmla="*/ 735790 w 1385794"/>
                <a:gd name="connsiteY1583" fmla="*/ 1128677 h 1212067"/>
                <a:gd name="connsiteX1584" fmla="*/ 736800 w 1385794"/>
                <a:gd name="connsiteY1584" fmla="*/ 1129686 h 1212067"/>
                <a:gd name="connsiteX1585" fmla="*/ 740132 w 1385794"/>
                <a:gd name="connsiteY1585" fmla="*/ 1132714 h 1212067"/>
                <a:gd name="connsiteX1586" fmla="*/ 746930 w 1385794"/>
                <a:gd name="connsiteY1586" fmla="*/ 1133286 h 1212067"/>
                <a:gd name="connsiteX1587" fmla="*/ 749387 w 1385794"/>
                <a:gd name="connsiteY1587" fmla="*/ 1131402 h 1212067"/>
                <a:gd name="connsiteX1588" fmla="*/ 750396 w 1385794"/>
                <a:gd name="connsiteY1588" fmla="*/ 1129081 h 1212067"/>
                <a:gd name="connsiteX1589" fmla="*/ 751137 w 1385794"/>
                <a:gd name="connsiteY1589" fmla="*/ 1127500 h 1212067"/>
                <a:gd name="connsiteX1590" fmla="*/ 752012 w 1385794"/>
                <a:gd name="connsiteY1590" fmla="*/ 1125616 h 1212067"/>
                <a:gd name="connsiteX1591" fmla="*/ 753021 w 1385794"/>
                <a:gd name="connsiteY1591" fmla="*/ 1123867 h 1212067"/>
                <a:gd name="connsiteX1592" fmla="*/ 754334 w 1385794"/>
                <a:gd name="connsiteY1592" fmla="*/ 1122723 h 1212067"/>
                <a:gd name="connsiteX1593" fmla="*/ 757531 w 1385794"/>
                <a:gd name="connsiteY1593" fmla="*/ 1123026 h 1212067"/>
                <a:gd name="connsiteX1594" fmla="*/ 758541 w 1385794"/>
                <a:gd name="connsiteY1594" fmla="*/ 1119123 h 1212067"/>
                <a:gd name="connsiteX1595" fmla="*/ 760291 w 1385794"/>
                <a:gd name="connsiteY1595" fmla="*/ 1116096 h 1212067"/>
                <a:gd name="connsiteX1596" fmla="*/ 762748 w 1385794"/>
                <a:gd name="connsiteY1596" fmla="*/ 1116096 h 1212067"/>
                <a:gd name="connsiteX1597" fmla="*/ 765204 w 1385794"/>
                <a:gd name="connsiteY1597" fmla="*/ 1121175 h 1212067"/>
                <a:gd name="connsiteX1598" fmla="*/ 766079 w 1385794"/>
                <a:gd name="connsiteY1598" fmla="*/ 1123059 h 1212067"/>
                <a:gd name="connsiteX1599" fmla="*/ 770421 w 1385794"/>
                <a:gd name="connsiteY1599" fmla="*/ 1123194 h 1212067"/>
                <a:gd name="connsiteX1600" fmla="*/ 770993 w 1385794"/>
                <a:gd name="connsiteY1600" fmla="*/ 1121613 h 1212067"/>
                <a:gd name="connsiteX1601" fmla="*/ 768805 w 1385794"/>
                <a:gd name="connsiteY1601" fmla="*/ 1120166 h 1212067"/>
                <a:gd name="connsiteX1602" fmla="*/ 767358 w 1385794"/>
                <a:gd name="connsiteY1602" fmla="*/ 1118013 h 1212067"/>
                <a:gd name="connsiteX1603" fmla="*/ 766214 w 1385794"/>
                <a:gd name="connsiteY1603" fmla="*/ 1116129 h 1212067"/>
                <a:gd name="connsiteX1604" fmla="*/ 766349 w 1385794"/>
                <a:gd name="connsiteY1604" fmla="*/ 1114683 h 1212067"/>
                <a:gd name="connsiteX1605" fmla="*/ 767661 w 1385794"/>
                <a:gd name="connsiteY1605" fmla="*/ 1113102 h 1212067"/>
                <a:gd name="connsiteX1606" fmla="*/ 769983 w 1385794"/>
                <a:gd name="connsiteY1606" fmla="*/ 1112530 h 1212067"/>
                <a:gd name="connsiteX1607" fmla="*/ 770858 w 1385794"/>
                <a:gd name="connsiteY1607" fmla="*/ 1114549 h 1212067"/>
                <a:gd name="connsiteX1608" fmla="*/ 771430 w 1385794"/>
                <a:gd name="connsiteY1608" fmla="*/ 1112530 h 1212067"/>
                <a:gd name="connsiteX1609" fmla="*/ 772171 w 1385794"/>
                <a:gd name="connsiteY1609" fmla="*/ 1109503 h 1212067"/>
                <a:gd name="connsiteX1610" fmla="*/ 773483 w 1385794"/>
                <a:gd name="connsiteY1610" fmla="*/ 1107619 h 1212067"/>
                <a:gd name="connsiteX1611" fmla="*/ 777118 w 1385794"/>
                <a:gd name="connsiteY1611" fmla="*/ 1106609 h 1212067"/>
                <a:gd name="connsiteX1612" fmla="*/ 780753 w 1385794"/>
                <a:gd name="connsiteY1612" fmla="*/ 1104860 h 1212067"/>
                <a:gd name="connsiteX1613" fmla="*/ 782772 w 1385794"/>
                <a:gd name="connsiteY1613" fmla="*/ 1104591 h 1212067"/>
                <a:gd name="connsiteX1614" fmla="*/ 786407 w 1385794"/>
                <a:gd name="connsiteY1614" fmla="*/ 1105903 h 1212067"/>
                <a:gd name="connsiteX1615" fmla="*/ 788157 w 1385794"/>
                <a:gd name="connsiteY1615" fmla="*/ 1106340 h 1212067"/>
                <a:gd name="connsiteX1616" fmla="*/ 793508 w 1385794"/>
                <a:gd name="connsiteY1616" fmla="*/ 1104591 h 1212067"/>
                <a:gd name="connsiteX1617" fmla="*/ 794955 w 1385794"/>
                <a:gd name="connsiteY1617" fmla="*/ 1102136 h 1212067"/>
                <a:gd name="connsiteX1618" fmla="*/ 795527 w 1385794"/>
                <a:gd name="connsiteY1618" fmla="*/ 1099108 h 1212067"/>
                <a:gd name="connsiteX1619" fmla="*/ 796402 w 1385794"/>
                <a:gd name="connsiteY1619" fmla="*/ 1094466 h 1212067"/>
                <a:gd name="connsiteX1620" fmla="*/ 796671 w 1385794"/>
                <a:gd name="connsiteY1620" fmla="*/ 1090429 h 1212067"/>
                <a:gd name="connsiteX1621" fmla="*/ 796671 w 1385794"/>
                <a:gd name="connsiteY1621" fmla="*/ 1089285 h 1212067"/>
                <a:gd name="connsiteX1622" fmla="*/ 794921 w 1385794"/>
                <a:gd name="connsiteY1622" fmla="*/ 1086964 h 1212067"/>
                <a:gd name="connsiteX1623" fmla="*/ 792027 w 1385794"/>
                <a:gd name="connsiteY1623" fmla="*/ 1084643 h 1212067"/>
                <a:gd name="connsiteX1624" fmla="*/ 789402 w 1385794"/>
                <a:gd name="connsiteY1624" fmla="*/ 1082624 h 1212067"/>
                <a:gd name="connsiteX1625" fmla="*/ 787383 w 1385794"/>
                <a:gd name="connsiteY1625" fmla="*/ 1081313 h 1212067"/>
                <a:gd name="connsiteX1626" fmla="*/ 786238 w 1385794"/>
                <a:gd name="connsiteY1626" fmla="*/ 1078857 h 1212067"/>
                <a:gd name="connsiteX1627" fmla="*/ 786238 w 1385794"/>
                <a:gd name="connsiteY1627" fmla="*/ 1075392 h 1212067"/>
                <a:gd name="connsiteX1628" fmla="*/ 785229 w 1385794"/>
                <a:gd name="connsiteY1628" fmla="*/ 1071321 h 1212067"/>
                <a:gd name="connsiteX1629" fmla="*/ 787113 w 1385794"/>
                <a:gd name="connsiteY1629" fmla="*/ 1066410 h 1212067"/>
                <a:gd name="connsiteX1630" fmla="*/ 788258 w 1385794"/>
                <a:gd name="connsiteY1630" fmla="*/ 1062071 h 1212067"/>
                <a:gd name="connsiteX1631" fmla="*/ 788258 w 1385794"/>
                <a:gd name="connsiteY1631" fmla="*/ 1056722 h 1212067"/>
                <a:gd name="connsiteX1632" fmla="*/ 786945 w 1385794"/>
                <a:gd name="connsiteY1632" fmla="*/ 1051642 h 1212067"/>
                <a:gd name="connsiteX1633" fmla="*/ 782738 w 1385794"/>
                <a:gd name="connsiteY1633" fmla="*/ 1048447 h 1212067"/>
                <a:gd name="connsiteX1634" fmla="*/ 778094 w 1385794"/>
                <a:gd name="connsiteY1634" fmla="*/ 1045688 h 1212067"/>
                <a:gd name="connsiteX1635" fmla="*/ 775132 w 1385794"/>
                <a:gd name="connsiteY1635" fmla="*/ 1042425 h 1212067"/>
                <a:gd name="connsiteX1636" fmla="*/ 773382 w 1385794"/>
                <a:gd name="connsiteY1636" fmla="*/ 1040037 h 1212067"/>
                <a:gd name="connsiteX1637" fmla="*/ 772878 w 1385794"/>
                <a:gd name="connsiteY1637" fmla="*/ 1039095 h 1212067"/>
                <a:gd name="connsiteX1638" fmla="*/ 773618 w 1385794"/>
                <a:gd name="connsiteY1638" fmla="*/ 1037715 h 1212067"/>
                <a:gd name="connsiteX1639" fmla="*/ 774695 w 1385794"/>
                <a:gd name="connsiteY1639" fmla="*/ 1037312 h 1212067"/>
                <a:gd name="connsiteX1640" fmla="*/ 777219 w 1385794"/>
                <a:gd name="connsiteY1640" fmla="*/ 1036269 h 1212067"/>
                <a:gd name="connsiteX1641" fmla="*/ 783613 w 1385794"/>
                <a:gd name="connsiteY1641" fmla="*/ 1036269 h 1212067"/>
                <a:gd name="connsiteX1642" fmla="*/ 786440 w 1385794"/>
                <a:gd name="connsiteY1642" fmla="*/ 1035630 h 1212067"/>
                <a:gd name="connsiteX1643" fmla="*/ 789335 w 1385794"/>
                <a:gd name="connsiteY1643" fmla="*/ 1034183 h 1212067"/>
                <a:gd name="connsiteX1644" fmla="*/ 791287 w 1385794"/>
                <a:gd name="connsiteY1644" fmla="*/ 1032939 h 1212067"/>
                <a:gd name="connsiteX1645" fmla="*/ 792868 w 1385794"/>
                <a:gd name="connsiteY1645" fmla="*/ 1031425 h 1212067"/>
                <a:gd name="connsiteX1646" fmla="*/ 794820 w 1385794"/>
                <a:gd name="connsiteY1646" fmla="*/ 1029407 h 1212067"/>
                <a:gd name="connsiteX1647" fmla="*/ 795628 w 1385794"/>
                <a:gd name="connsiteY1647" fmla="*/ 1028969 h 1212067"/>
                <a:gd name="connsiteX1648" fmla="*/ 798253 w 1385794"/>
                <a:gd name="connsiteY1648" fmla="*/ 1028835 h 1212067"/>
                <a:gd name="connsiteX1649" fmla="*/ 800340 w 1385794"/>
                <a:gd name="connsiteY1649" fmla="*/ 1029339 h 1212067"/>
                <a:gd name="connsiteX1650" fmla="*/ 802224 w 1385794"/>
                <a:gd name="connsiteY1650" fmla="*/ 1031290 h 1212067"/>
                <a:gd name="connsiteX1651" fmla="*/ 803974 w 1385794"/>
                <a:gd name="connsiteY1651" fmla="*/ 1030920 h 1212067"/>
                <a:gd name="connsiteX1652" fmla="*/ 805859 w 1385794"/>
                <a:gd name="connsiteY1652" fmla="*/ 1030046 h 1212067"/>
                <a:gd name="connsiteX1653" fmla="*/ 808114 w 1385794"/>
                <a:gd name="connsiteY1653" fmla="*/ 1029036 h 1212067"/>
                <a:gd name="connsiteX1654" fmla="*/ 811008 w 1385794"/>
                <a:gd name="connsiteY1654" fmla="*/ 1028465 h 1212067"/>
                <a:gd name="connsiteX1655" fmla="*/ 817032 w 1385794"/>
                <a:gd name="connsiteY1655" fmla="*/ 1030718 h 1212067"/>
                <a:gd name="connsiteX1656" fmla="*/ 819489 w 1385794"/>
                <a:gd name="connsiteY1656" fmla="*/ 1032670 h 1212067"/>
                <a:gd name="connsiteX1657" fmla="*/ 821071 w 1385794"/>
                <a:gd name="connsiteY1657" fmla="*/ 1032165 h 1212067"/>
                <a:gd name="connsiteX1658" fmla="*/ 821374 w 1385794"/>
                <a:gd name="connsiteY1658" fmla="*/ 1030416 h 1212067"/>
                <a:gd name="connsiteX1659" fmla="*/ 821071 w 1385794"/>
                <a:gd name="connsiteY1659" fmla="*/ 1027657 h 1212067"/>
                <a:gd name="connsiteX1660" fmla="*/ 819859 w 1385794"/>
                <a:gd name="connsiteY1660" fmla="*/ 1026076 h 1212067"/>
                <a:gd name="connsiteX1661" fmla="*/ 817604 w 1385794"/>
                <a:gd name="connsiteY1661" fmla="*/ 1024495 h 1212067"/>
                <a:gd name="connsiteX1662" fmla="*/ 815652 w 1385794"/>
                <a:gd name="connsiteY1662" fmla="*/ 1024058 h 1212067"/>
                <a:gd name="connsiteX1663" fmla="*/ 814643 w 1385794"/>
                <a:gd name="connsiteY1663" fmla="*/ 1023116 h 1212067"/>
                <a:gd name="connsiteX1664" fmla="*/ 815350 w 1385794"/>
                <a:gd name="connsiteY1664" fmla="*/ 1021737 h 1212067"/>
                <a:gd name="connsiteX1665" fmla="*/ 816494 w 1385794"/>
                <a:gd name="connsiteY1665" fmla="*/ 1020492 h 1212067"/>
                <a:gd name="connsiteX1666" fmla="*/ 817504 w 1385794"/>
                <a:gd name="connsiteY1666" fmla="*/ 1019550 h 1212067"/>
                <a:gd name="connsiteX1667" fmla="*/ 819018 w 1385794"/>
                <a:gd name="connsiteY1667" fmla="*/ 1017868 h 1212067"/>
                <a:gd name="connsiteX1668" fmla="*/ 820768 w 1385794"/>
                <a:gd name="connsiteY1668" fmla="*/ 1016623 h 1212067"/>
                <a:gd name="connsiteX1669" fmla="*/ 822282 w 1385794"/>
                <a:gd name="connsiteY1669" fmla="*/ 1015682 h 1212067"/>
                <a:gd name="connsiteX1670" fmla="*/ 824807 w 1385794"/>
                <a:gd name="connsiteY1670" fmla="*/ 1013428 h 1212067"/>
                <a:gd name="connsiteX1671" fmla="*/ 826759 w 1385794"/>
                <a:gd name="connsiteY1671" fmla="*/ 1011308 h 1212067"/>
                <a:gd name="connsiteX1672" fmla="*/ 828206 w 1385794"/>
                <a:gd name="connsiteY1672" fmla="*/ 1009996 h 1212067"/>
                <a:gd name="connsiteX1673" fmla="*/ 829283 w 1385794"/>
                <a:gd name="connsiteY1673" fmla="*/ 1009290 h 1212067"/>
                <a:gd name="connsiteX1674" fmla="*/ 831033 w 1385794"/>
                <a:gd name="connsiteY1674" fmla="*/ 1008920 h 1212067"/>
                <a:gd name="connsiteX1675" fmla="*/ 833220 w 1385794"/>
                <a:gd name="connsiteY1675" fmla="*/ 1008920 h 1212067"/>
                <a:gd name="connsiteX1676" fmla="*/ 835980 w 1385794"/>
                <a:gd name="connsiteY1676" fmla="*/ 1009122 h 1212067"/>
                <a:gd name="connsiteX1677" fmla="*/ 837292 w 1385794"/>
                <a:gd name="connsiteY1677" fmla="*/ 1010568 h 1212067"/>
                <a:gd name="connsiteX1678" fmla="*/ 838437 w 1385794"/>
                <a:gd name="connsiteY1678" fmla="*/ 1013091 h 1212067"/>
                <a:gd name="connsiteX1679" fmla="*/ 839514 w 1385794"/>
                <a:gd name="connsiteY1679" fmla="*/ 1013024 h 1212067"/>
                <a:gd name="connsiteX1680" fmla="*/ 840321 w 1385794"/>
                <a:gd name="connsiteY1680" fmla="*/ 1012082 h 1212067"/>
                <a:gd name="connsiteX1681" fmla="*/ 840759 w 1385794"/>
                <a:gd name="connsiteY1681" fmla="*/ 1011073 h 1212067"/>
                <a:gd name="connsiteX1682" fmla="*/ 841196 w 1385794"/>
                <a:gd name="connsiteY1682" fmla="*/ 1010131 h 1212067"/>
                <a:gd name="connsiteX1683" fmla="*/ 841398 w 1385794"/>
                <a:gd name="connsiteY1683" fmla="*/ 1009054 h 1212067"/>
                <a:gd name="connsiteX1684" fmla="*/ 841836 w 1385794"/>
                <a:gd name="connsiteY1684" fmla="*/ 1008045 h 1212067"/>
                <a:gd name="connsiteX1685" fmla="*/ 842273 w 1385794"/>
                <a:gd name="connsiteY1685" fmla="*/ 1007473 h 1212067"/>
                <a:gd name="connsiteX1686" fmla="*/ 844023 w 1385794"/>
                <a:gd name="connsiteY1686" fmla="*/ 1007036 h 1212067"/>
                <a:gd name="connsiteX1687" fmla="*/ 846648 w 1385794"/>
                <a:gd name="connsiteY1687" fmla="*/ 1007978 h 1212067"/>
                <a:gd name="connsiteX1688" fmla="*/ 848163 w 1385794"/>
                <a:gd name="connsiteY1688" fmla="*/ 1009425 h 1212067"/>
                <a:gd name="connsiteX1689" fmla="*/ 849004 w 1385794"/>
                <a:gd name="connsiteY1689" fmla="*/ 1011308 h 1212067"/>
                <a:gd name="connsiteX1690" fmla="*/ 848836 w 1385794"/>
                <a:gd name="connsiteY1690" fmla="*/ 1013192 h 1212067"/>
                <a:gd name="connsiteX1691" fmla="*/ 848836 w 1385794"/>
                <a:gd name="connsiteY1691" fmla="*/ 1014504 h 1212067"/>
                <a:gd name="connsiteX1692" fmla="*/ 849274 w 1385794"/>
                <a:gd name="connsiteY1692" fmla="*/ 1016994 h 1212067"/>
                <a:gd name="connsiteX1693" fmla="*/ 849274 w 1385794"/>
                <a:gd name="connsiteY1693" fmla="*/ 1018608 h 1212067"/>
                <a:gd name="connsiteX1694" fmla="*/ 850889 w 1385794"/>
                <a:gd name="connsiteY1694" fmla="*/ 1019483 h 1212067"/>
                <a:gd name="connsiteX1695" fmla="*/ 851764 w 1385794"/>
                <a:gd name="connsiteY1695" fmla="*/ 1019920 h 1212067"/>
                <a:gd name="connsiteX1696" fmla="*/ 854793 w 1385794"/>
                <a:gd name="connsiteY1696" fmla="*/ 1020458 h 1212067"/>
                <a:gd name="connsiteX1697" fmla="*/ 856644 w 1385794"/>
                <a:gd name="connsiteY1697" fmla="*/ 1019819 h 1212067"/>
                <a:gd name="connsiteX1698" fmla="*/ 857317 w 1385794"/>
                <a:gd name="connsiteY1698" fmla="*/ 1022409 h 1212067"/>
                <a:gd name="connsiteX1699" fmla="*/ 859067 w 1385794"/>
                <a:gd name="connsiteY1699" fmla="*/ 1023284 h 1212067"/>
                <a:gd name="connsiteX1700" fmla="*/ 860144 w 1385794"/>
                <a:gd name="connsiteY1700" fmla="*/ 1023385 h 1212067"/>
                <a:gd name="connsiteX1701" fmla="*/ 862331 w 1385794"/>
                <a:gd name="connsiteY1701" fmla="*/ 1023284 h 1212067"/>
                <a:gd name="connsiteX1702" fmla="*/ 863846 w 1385794"/>
                <a:gd name="connsiteY1702" fmla="*/ 1025336 h 1212067"/>
                <a:gd name="connsiteX1703" fmla="*/ 864620 w 1385794"/>
                <a:gd name="connsiteY1703" fmla="*/ 1027287 h 1212067"/>
                <a:gd name="connsiteX1704" fmla="*/ 865798 w 1385794"/>
                <a:gd name="connsiteY1704" fmla="*/ 1029676 h 1212067"/>
                <a:gd name="connsiteX1705" fmla="*/ 866000 w 1385794"/>
                <a:gd name="connsiteY1705" fmla="*/ 1033040 h 1212067"/>
                <a:gd name="connsiteX1706" fmla="*/ 864788 w 1385794"/>
                <a:gd name="connsiteY1706" fmla="*/ 1036639 h 1212067"/>
                <a:gd name="connsiteX1707" fmla="*/ 863711 w 1385794"/>
                <a:gd name="connsiteY1707" fmla="*/ 1039027 h 1212067"/>
                <a:gd name="connsiteX1708" fmla="*/ 860985 w 1385794"/>
                <a:gd name="connsiteY1708" fmla="*/ 1042627 h 1212067"/>
                <a:gd name="connsiteX1709" fmla="*/ 859908 w 1385794"/>
                <a:gd name="connsiteY1709" fmla="*/ 1045116 h 1212067"/>
                <a:gd name="connsiteX1710" fmla="*/ 860548 w 1385794"/>
                <a:gd name="connsiteY1710" fmla="*/ 1047505 h 1212067"/>
                <a:gd name="connsiteX1711" fmla="*/ 862634 w 1385794"/>
                <a:gd name="connsiteY1711" fmla="*/ 1049994 h 1212067"/>
                <a:gd name="connsiteX1712" fmla="*/ 864149 w 1385794"/>
                <a:gd name="connsiteY1712" fmla="*/ 1051407 h 1212067"/>
                <a:gd name="connsiteX1713" fmla="*/ 864384 w 1385794"/>
                <a:gd name="connsiteY1713" fmla="*/ 1053795 h 1212067"/>
                <a:gd name="connsiteX1714" fmla="*/ 864283 w 1385794"/>
                <a:gd name="connsiteY1714" fmla="*/ 1055982 h 1212067"/>
                <a:gd name="connsiteX1715" fmla="*/ 864216 w 1385794"/>
                <a:gd name="connsiteY1715" fmla="*/ 1057832 h 1212067"/>
                <a:gd name="connsiteX1716" fmla="*/ 864485 w 1385794"/>
                <a:gd name="connsiteY1716" fmla="*/ 1060557 h 1212067"/>
                <a:gd name="connsiteX1717" fmla="*/ 864485 w 1385794"/>
                <a:gd name="connsiteY1717" fmla="*/ 1061431 h 1212067"/>
                <a:gd name="connsiteX1718" fmla="*/ 864586 w 1385794"/>
                <a:gd name="connsiteY1718" fmla="*/ 1063719 h 1212067"/>
                <a:gd name="connsiteX1719" fmla="*/ 864149 w 1385794"/>
                <a:gd name="connsiteY1719" fmla="*/ 1064930 h 1212067"/>
                <a:gd name="connsiteX1720" fmla="*/ 864048 w 1385794"/>
                <a:gd name="connsiteY1720" fmla="*/ 1066444 h 1212067"/>
                <a:gd name="connsiteX1721" fmla="*/ 864384 w 1385794"/>
                <a:gd name="connsiteY1721" fmla="*/ 1067756 h 1212067"/>
                <a:gd name="connsiteX1722" fmla="*/ 868827 w 1385794"/>
                <a:gd name="connsiteY1722" fmla="*/ 1068395 h 1212067"/>
                <a:gd name="connsiteX1723" fmla="*/ 872091 w 1385794"/>
                <a:gd name="connsiteY1723" fmla="*/ 1070245 h 1212067"/>
                <a:gd name="connsiteX1724" fmla="*/ 877745 w 1385794"/>
                <a:gd name="connsiteY1724" fmla="*/ 1069606 h 1212067"/>
                <a:gd name="connsiteX1725" fmla="*/ 879394 w 1385794"/>
                <a:gd name="connsiteY1725" fmla="*/ 1069068 h 1212067"/>
                <a:gd name="connsiteX1726" fmla="*/ 881885 w 1385794"/>
                <a:gd name="connsiteY1726" fmla="*/ 1070682 h 1212067"/>
                <a:gd name="connsiteX1727" fmla="*/ 884173 w 1385794"/>
                <a:gd name="connsiteY1727" fmla="*/ 1071019 h 1212067"/>
                <a:gd name="connsiteX1728" fmla="*/ 886260 w 1385794"/>
                <a:gd name="connsiteY1728" fmla="*/ 1069707 h 1212067"/>
                <a:gd name="connsiteX1729" fmla="*/ 888548 w 1385794"/>
                <a:gd name="connsiteY1729" fmla="*/ 1068059 h 1212067"/>
                <a:gd name="connsiteX1730" fmla="*/ 890298 w 1385794"/>
                <a:gd name="connsiteY1730" fmla="*/ 1065771 h 1212067"/>
                <a:gd name="connsiteX1731" fmla="*/ 890938 w 1385794"/>
                <a:gd name="connsiteY1731" fmla="*/ 1064257 h 1212067"/>
                <a:gd name="connsiteX1732" fmla="*/ 892452 w 1385794"/>
                <a:gd name="connsiteY1732" fmla="*/ 1063046 h 1212067"/>
                <a:gd name="connsiteX1733" fmla="*/ 895178 w 1385794"/>
                <a:gd name="connsiteY1733" fmla="*/ 1063046 h 1212067"/>
                <a:gd name="connsiteX1734" fmla="*/ 896592 w 1385794"/>
                <a:gd name="connsiteY1734" fmla="*/ 1063685 h 1212067"/>
                <a:gd name="connsiteX1735" fmla="*/ 897366 w 1385794"/>
                <a:gd name="connsiteY1735" fmla="*/ 1065435 h 1212067"/>
                <a:gd name="connsiteX1736" fmla="*/ 897601 w 1385794"/>
                <a:gd name="connsiteY1736" fmla="*/ 1068462 h 1212067"/>
                <a:gd name="connsiteX1737" fmla="*/ 897164 w 1385794"/>
                <a:gd name="connsiteY1737" fmla="*/ 1070951 h 1212067"/>
                <a:gd name="connsiteX1738" fmla="*/ 896625 w 1385794"/>
                <a:gd name="connsiteY1738" fmla="*/ 1072028 h 1212067"/>
                <a:gd name="connsiteX1739" fmla="*/ 896861 w 1385794"/>
                <a:gd name="connsiteY1739" fmla="*/ 1073878 h 1212067"/>
                <a:gd name="connsiteX1740" fmla="*/ 898174 w 1385794"/>
                <a:gd name="connsiteY1740" fmla="*/ 1075392 h 1212067"/>
                <a:gd name="connsiteX1741" fmla="*/ 898914 w 1385794"/>
                <a:gd name="connsiteY1741" fmla="*/ 1077444 h 1212067"/>
                <a:gd name="connsiteX1742" fmla="*/ 898712 w 1385794"/>
                <a:gd name="connsiteY1742" fmla="*/ 1078621 h 1212067"/>
                <a:gd name="connsiteX1743" fmla="*/ 898712 w 1385794"/>
                <a:gd name="connsiteY1743" fmla="*/ 1079059 h 1212067"/>
                <a:gd name="connsiteX1744" fmla="*/ 900664 w 1385794"/>
                <a:gd name="connsiteY1744" fmla="*/ 1079933 h 1212067"/>
                <a:gd name="connsiteX1745" fmla="*/ 903727 w 1385794"/>
                <a:gd name="connsiteY1745" fmla="*/ 1078419 h 1212067"/>
                <a:gd name="connsiteX1746" fmla="*/ 904703 w 1385794"/>
                <a:gd name="connsiteY1746" fmla="*/ 1077007 h 1212067"/>
                <a:gd name="connsiteX1747" fmla="*/ 906217 w 1385794"/>
                <a:gd name="connsiteY1747" fmla="*/ 1077007 h 1212067"/>
                <a:gd name="connsiteX1748" fmla="*/ 908607 w 1385794"/>
                <a:gd name="connsiteY1748" fmla="*/ 1079059 h 1212067"/>
                <a:gd name="connsiteX1749" fmla="*/ 913924 w 1385794"/>
                <a:gd name="connsiteY1749" fmla="*/ 1080135 h 1212067"/>
                <a:gd name="connsiteX1750" fmla="*/ 917289 w 1385794"/>
                <a:gd name="connsiteY1750" fmla="*/ 1081649 h 1212067"/>
                <a:gd name="connsiteX1751" fmla="*/ 919881 w 1385794"/>
                <a:gd name="connsiteY1751" fmla="*/ 1082086 h 1212067"/>
                <a:gd name="connsiteX1752" fmla="*/ 921631 w 1385794"/>
                <a:gd name="connsiteY1752" fmla="*/ 1081985 h 1212067"/>
                <a:gd name="connsiteX1753" fmla="*/ 928261 w 1385794"/>
                <a:gd name="connsiteY1753" fmla="*/ 1081783 h 1212067"/>
                <a:gd name="connsiteX1754" fmla="*/ 931963 w 1385794"/>
                <a:gd name="connsiteY1754" fmla="*/ 1081447 h 1212067"/>
                <a:gd name="connsiteX1755" fmla="*/ 934453 w 1385794"/>
                <a:gd name="connsiteY1755" fmla="*/ 1081346 h 1212067"/>
                <a:gd name="connsiteX1756" fmla="*/ 936742 w 1385794"/>
                <a:gd name="connsiteY1756" fmla="*/ 1081346 h 1212067"/>
                <a:gd name="connsiteX1757" fmla="*/ 940208 w 1385794"/>
                <a:gd name="connsiteY1757" fmla="*/ 1081346 h 1212067"/>
                <a:gd name="connsiteX1758" fmla="*/ 942261 w 1385794"/>
                <a:gd name="connsiteY1758" fmla="*/ 1083196 h 1212067"/>
                <a:gd name="connsiteX1759" fmla="*/ 944550 w 1385794"/>
                <a:gd name="connsiteY1759" fmla="*/ 1083970 h 1212067"/>
                <a:gd name="connsiteX1760" fmla="*/ 946737 w 1385794"/>
                <a:gd name="connsiteY1760" fmla="*/ 1084744 h 1212067"/>
                <a:gd name="connsiteX1761" fmla="*/ 949127 w 1385794"/>
                <a:gd name="connsiteY1761" fmla="*/ 1086257 h 1212067"/>
                <a:gd name="connsiteX1762" fmla="*/ 950978 w 1385794"/>
                <a:gd name="connsiteY1762" fmla="*/ 1087771 h 1212067"/>
                <a:gd name="connsiteX1763" fmla="*/ 953266 w 1385794"/>
                <a:gd name="connsiteY1763" fmla="*/ 1090597 h 1212067"/>
                <a:gd name="connsiteX1764" fmla="*/ 953905 w 1385794"/>
                <a:gd name="connsiteY1764" fmla="*/ 1092212 h 1212067"/>
                <a:gd name="connsiteX1765" fmla="*/ 954545 w 1385794"/>
                <a:gd name="connsiteY1765" fmla="*/ 1095037 h 1212067"/>
                <a:gd name="connsiteX1766" fmla="*/ 956194 w 1385794"/>
                <a:gd name="connsiteY1766" fmla="*/ 1100252 h 1212067"/>
                <a:gd name="connsiteX1767" fmla="*/ 958045 w 1385794"/>
                <a:gd name="connsiteY1767" fmla="*/ 1105466 h 1212067"/>
                <a:gd name="connsiteX1768" fmla="*/ 960233 w 1385794"/>
                <a:gd name="connsiteY1768" fmla="*/ 1110243 h 1212067"/>
                <a:gd name="connsiteX1769" fmla="*/ 962084 w 1385794"/>
                <a:gd name="connsiteY1769" fmla="*/ 1115019 h 1212067"/>
                <a:gd name="connsiteX1770" fmla="*/ 963396 w 1385794"/>
                <a:gd name="connsiteY1770" fmla="*/ 1118821 h 1212067"/>
                <a:gd name="connsiteX1771" fmla="*/ 965045 w 1385794"/>
                <a:gd name="connsiteY1771" fmla="*/ 1120435 h 1212067"/>
                <a:gd name="connsiteX1772" fmla="*/ 968310 w 1385794"/>
                <a:gd name="connsiteY1772" fmla="*/ 1121747 h 1212067"/>
                <a:gd name="connsiteX1773" fmla="*/ 971238 w 1385794"/>
                <a:gd name="connsiteY1773" fmla="*/ 1123261 h 1212067"/>
                <a:gd name="connsiteX1774" fmla="*/ 976017 w 1385794"/>
                <a:gd name="connsiteY1774" fmla="*/ 1123799 h 1212067"/>
                <a:gd name="connsiteX1775" fmla="*/ 979483 w 1385794"/>
                <a:gd name="connsiteY1775" fmla="*/ 1123598 h 1212067"/>
                <a:gd name="connsiteX1776" fmla="*/ 981772 w 1385794"/>
                <a:gd name="connsiteY1776" fmla="*/ 1124472 h 1212067"/>
                <a:gd name="connsiteX1777" fmla="*/ 983185 w 1385794"/>
                <a:gd name="connsiteY1777" fmla="*/ 1128711 h 1212067"/>
                <a:gd name="connsiteX1778" fmla="*/ 980997 w 1385794"/>
                <a:gd name="connsiteY1778" fmla="*/ 1131335 h 1212067"/>
                <a:gd name="connsiteX1779" fmla="*/ 977632 w 1385794"/>
                <a:gd name="connsiteY1779" fmla="*/ 1133353 h 1212067"/>
                <a:gd name="connsiteX1780" fmla="*/ 973055 w 1385794"/>
                <a:gd name="connsiteY1780" fmla="*/ 1135338 h 1212067"/>
                <a:gd name="connsiteX1781" fmla="*/ 970766 w 1385794"/>
                <a:gd name="connsiteY1781" fmla="*/ 1140451 h 1212067"/>
                <a:gd name="connsiteX1782" fmla="*/ 972079 w 1385794"/>
                <a:gd name="connsiteY1782" fmla="*/ 1143916 h 1212067"/>
                <a:gd name="connsiteX1783" fmla="*/ 972315 w 1385794"/>
                <a:gd name="connsiteY1783" fmla="*/ 1149029 h 1212067"/>
                <a:gd name="connsiteX1784" fmla="*/ 972214 w 1385794"/>
                <a:gd name="connsiteY1784" fmla="*/ 1152830 h 1212067"/>
                <a:gd name="connsiteX1785" fmla="*/ 970026 w 1385794"/>
                <a:gd name="connsiteY1785" fmla="*/ 1154681 h 1212067"/>
                <a:gd name="connsiteX1786" fmla="*/ 971238 w 1385794"/>
                <a:gd name="connsiteY1786" fmla="*/ 1157069 h 1212067"/>
                <a:gd name="connsiteX1787" fmla="*/ 973526 w 1385794"/>
                <a:gd name="connsiteY1787" fmla="*/ 1157607 h 1212067"/>
                <a:gd name="connsiteX1788" fmla="*/ 975579 w 1385794"/>
                <a:gd name="connsiteY1788" fmla="*/ 1160097 h 1212067"/>
                <a:gd name="connsiteX1789" fmla="*/ 975142 w 1385794"/>
                <a:gd name="connsiteY1789" fmla="*/ 1164974 h 1212067"/>
                <a:gd name="connsiteX1790" fmla="*/ 973526 w 1385794"/>
                <a:gd name="connsiteY1790" fmla="*/ 1168002 h 1212067"/>
                <a:gd name="connsiteX1791" fmla="*/ 969925 w 1385794"/>
                <a:gd name="connsiteY1791" fmla="*/ 1168977 h 1212067"/>
                <a:gd name="connsiteX1792" fmla="*/ 966661 w 1385794"/>
                <a:gd name="connsiteY1792" fmla="*/ 1170727 h 1212067"/>
                <a:gd name="connsiteX1793" fmla="*/ 962420 w 1385794"/>
                <a:gd name="connsiteY1793" fmla="*/ 1171938 h 1212067"/>
                <a:gd name="connsiteX1794" fmla="*/ 961646 w 1385794"/>
                <a:gd name="connsiteY1794" fmla="*/ 1174124 h 1212067"/>
                <a:gd name="connsiteX1795" fmla="*/ 961983 w 1385794"/>
                <a:gd name="connsiteY1795" fmla="*/ 1176412 h 1212067"/>
                <a:gd name="connsiteX1796" fmla="*/ 962420 w 1385794"/>
                <a:gd name="connsiteY1796" fmla="*/ 1177925 h 1212067"/>
                <a:gd name="connsiteX1797" fmla="*/ 964911 w 1385794"/>
                <a:gd name="connsiteY1797" fmla="*/ 1181289 h 1212067"/>
                <a:gd name="connsiteX1798" fmla="*/ 968613 w 1385794"/>
                <a:gd name="connsiteY1798" fmla="*/ 1184553 h 1212067"/>
                <a:gd name="connsiteX1799" fmla="*/ 971103 w 1385794"/>
                <a:gd name="connsiteY1799" fmla="*/ 1186167 h 1212067"/>
                <a:gd name="connsiteX1800" fmla="*/ 973156 w 1385794"/>
                <a:gd name="connsiteY1800" fmla="*/ 1187816 h 1212067"/>
                <a:gd name="connsiteX1801" fmla="*/ 977598 w 1385794"/>
                <a:gd name="connsiteY1801" fmla="*/ 1189868 h 1212067"/>
                <a:gd name="connsiteX1802" fmla="*/ 979887 w 1385794"/>
                <a:gd name="connsiteY1802" fmla="*/ 1190843 h 1212067"/>
                <a:gd name="connsiteX1803" fmla="*/ 984127 w 1385794"/>
                <a:gd name="connsiteY1803" fmla="*/ 1193131 h 1212067"/>
                <a:gd name="connsiteX1804" fmla="*/ 988368 w 1385794"/>
                <a:gd name="connsiteY1804" fmla="*/ 1194543 h 1212067"/>
                <a:gd name="connsiteX1805" fmla="*/ 991834 w 1385794"/>
                <a:gd name="connsiteY1805" fmla="*/ 1195956 h 1212067"/>
                <a:gd name="connsiteX1806" fmla="*/ 995200 w 1385794"/>
                <a:gd name="connsiteY1806" fmla="*/ 1197807 h 1212067"/>
                <a:gd name="connsiteX1807" fmla="*/ 997488 w 1385794"/>
                <a:gd name="connsiteY1807" fmla="*/ 1200094 h 1212067"/>
                <a:gd name="connsiteX1808" fmla="*/ 999440 w 1385794"/>
                <a:gd name="connsiteY1808" fmla="*/ 1202045 h 1212067"/>
                <a:gd name="connsiteX1809" fmla="*/ 1001628 w 1385794"/>
                <a:gd name="connsiteY1809" fmla="*/ 1204535 h 1212067"/>
                <a:gd name="connsiteX1810" fmla="*/ 1005532 w 1385794"/>
                <a:gd name="connsiteY1810" fmla="*/ 1206385 h 1212067"/>
                <a:gd name="connsiteX1811" fmla="*/ 1008460 w 1385794"/>
                <a:gd name="connsiteY1811" fmla="*/ 1206385 h 1212067"/>
                <a:gd name="connsiteX1812" fmla="*/ 1011388 w 1385794"/>
                <a:gd name="connsiteY1812" fmla="*/ 1205510 h 1212067"/>
                <a:gd name="connsiteX1813" fmla="*/ 1016166 w 1385794"/>
                <a:gd name="connsiteY1813" fmla="*/ 1207461 h 1212067"/>
                <a:gd name="connsiteX1814" fmla="*/ 1018892 w 1385794"/>
                <a:gd name="connsiteY1814" fmla="*/ 1209210 h 1212067"/>
                <a:gd name="connsiteX1815" fmla="*/ 1023671 w 1385794"/>
                <a:gd name="connsiteY1815" fmla="*/ 1210825 h 1212067"/>
                <a:gd name="connsiteX1816" fmla="*/ 1030638 w 1385794"/>
                <a:gd name="connsiteY1816" fmla="*/ 1210825 h 1212067"/>
                <a:gd name="connsiteX1817" fmla="*/ 1032052 w 1385794"/>
                <a:gd name="connsiteY1817" fmla="*/ 1208773 h 1212067"/>
                <a:gd name="connsiteX1818" fmla="*/ 1034542 w 1385794"/>
                <a:gd name="connsiteY1818" fmla="*/ 1208571 h 1212067"/>
                <a:gd name="connsiteX1819" fmla="*/ 1038244 w 1385794"/>
                <a:gd name="connsiteY1819" fmla="*/ 1209648 h 1212067"/>
                <a:gd name="connsiteX1820" fmla="*/ 1041407 w 1385794"/>
                <a:gd name="connsiteY1820" fmla="*/ 1211700 h 1212067"/>
                <a:gd name="connsiteX1821" fmla="*/ 1044672 w 1385794"/>
                <a:gd name="connsiteY1821" fmla="*/ 1211700 h 1212067"/>
                <a:gd name="connsiteX1822" fmla="*/ 1046960 w 1385794"/>
                <a:gd name="connsiteY1822" fmla="*/ 1208874 h 1212067"/>
                <a:gd name="connsiteX1823" fmla="*/ 1047600 w 1385794"/>
                <a:gd name="connsiteY1823" fmla="*/ 1207259 h 1212067"/>
                <a:gd name="connsiteX1824" fmla="*/ 1049114 w 1385794"/>
                <a:gd name="connsiteY1824" fmla="*/ 1206183 h 1212067"/>
                <a:gd name="connsiteX1825" fmla="*/ 1055408 w 1385794"/>
                <a:gd name="connsiteY1825" fmla="*/ 1209749 h 1212067"/>
                <a:gd name="connsiteX1826" fmla="*/ 1059446 w 1385794"/>
                <a:gd name="connsiteY1826" fmla="*/ 1208235 h 1212067"/>
                <a:gd name="connsiteX1827" fmla="*/ 1062509 w 1385794"/>
                <a:gd name="connsiteY1827" fmla="*/ 1203559 h 1212067"/>
                <a:gd name="connsiteX1828" fmla="*/ 1065437 w 1385794"/>
                <a:gd name="connsiteY1828" fmla="*/ 1200531 h 1212067"/>
                <a:gd name="connsiteX1829" fmla="*/ 1067187 w 1385794"/>
                <a:gd name="connsiteY1829" fmla="*/ 1197941 h 1212067"/>
                <a:gd name="connsiteX1830" fmla="*/ 1069677 w 1385794"/>
                <a:gd name="connsiteY1830" fmla="*/ 1196192 h 1212067"/>
                <a:gd name="connsiteX1831" fmla="*/ 1070216 w 1385794"/>
                <a:gd name="connsiteY1831" fmla="*/ 1194342 h 1212067"/>
                <a:gd name="connsiteX1832" fmla="*/ 1068028 w 1385794"/>
                <a:gd name="connsiteY1832" fmla="*/ 1191751 h 1212067"/>
                <a:gd name="connsiteX1833" fmla="*/ 1068028 w 1385794"/>
                <a:gd name="connsiteY1833" fmla="*/ 1188287 h 1212067"/>
                <a:gd name="connsiteX1834" fmla="*/ 1068028 w 1385794"/>
                <a:gd name="connsiteY1834" fmla="*/ 1184822 h 1212067"/>
                <a:gd name="connsiteX1835" fmla="*/ 1068028 w 1385794"/>
                <a:gd name="connsiteY1835" fmla="*/ 1180247 h 1212067"/>
                <a:gd name="connsiteX1836" fmla="*/ 1070653 w 1385794"/>
                <a:gd name="connsiteY1836" fmla="*/ 1176984 h 1212067"/>
                <a:gd name="connsiteX1837" fmla="*/ 1076072 w 1385794"/>
                <a:gd name="connsiteY1837" fmla="*/ 1176984 h 1212067"/>
                <a:gd name="connsiteX1838" fmla="*/ 1079538 w 1385794"/>
                <a:gd name="connsiteY1838" fmla="*/ 1177858 h 1212067"/>
                <a:gd name="connsiteX1839" fmla="*/ 1081288 w 1385794"/>
                <a:gd name="connsiteY1839" fmla="*/ 1180886 h 1212067"/>
                <a:gd name="connsiteX1840" fmla="*/ 1088019 w 1385794"/>
                <a:gd name="connsiteY1840" fmla="*/ 1178497 h 1212067"/>
                <a:gd name="connsiteX1841" fmla="*/ 1094750 w 1385794"/>
                <a:gd name="connsiteY1841" fmla="*/ 1182837 h 1212067"/>
                <a:gd name="connsiteX1842" fmla="*/ 1099966 w 1385794"/>
                <a:gd name="connsiteY1842" fmla="*/ 1180650 h 1212067"/>
                <a:gd name="connsiteX1843" fmla="*/ 1105385 w 1385794"/>
                <a:gd name="connsiteY1843" fmla="*/ 1176311 h 1212067"/>
                <a:gd name="connsiteX1844" fmla="*/ 1112351 w 1385794"/>
                <a:gd name="connsiteY1844" fmla="*/ 1175234 h 1212067"/>
                <a:gd name="connsiteX1845" fmla="*/ 1119318 w 1385794"/>
                <a:gd name="connsiteY1845" fmla="*/ 1170458 h 1212067"/>
                <a:gd name="connsiteX1846" fmla="*/ 1119755 w 1385794"/>
                <a:gd name="connsiteY1846" fmla="*/ 1169045 h 1212067"/>
                <a:gd name="connsiteX1847" fmla="*/ 1120529 w 1385794"/>
                <a:gd name="connsiteY1847" fmla="*/ 1165580 h 1212067"/>
                <a:gd name="connsiteX1848" fmla="*/ 1120967 w 1385794"/>
                <a:gd name="connsiteY1848" fmla="*/ 1163965 h 1212067"/>
                <a:gd name="connsiteX1849" fmla="*/ 1120327 w 1385794"/>
                <a:gd name="connsiteY1849" fmla="*/ 1157876 h 1212067"/>
                <a:gd name="connsiteX1850" fmla="*/ 1120428 w 1385794"/>
                <a:gd name="connsiteY1850" fmla="*/ 1154277 h 1212067"/>
                <a:gd name="connsiteX1851" fmla="*/ 1120866 w 1385794"/>
                <a:gd name="connsiteY1851" fmla="*/ 1151350 h 1212067"/>
                <a:gd name="connsiteX1852" fmla="*/ 1122078 w 1385794"/>
                <a:gd name="connsiteY1852" fmla="*/ 1150274 h 1212067"/>
                <a:gd name="connsiteX1853" fmla="*/ 1124804 w 1385794"/>
                <a:gd name="connsiteY1853" fmla="*/ 1148861 h 1212067"/>
                <a:gd name="connsiteX1854" fmla="*/ 1126991 w 1385794"/>
                <a:gd name="connsiteY1854" fmla="*/ 1148861 h 1212067"/>
                <a:gd name="connsiteX1855" fmla="*/ 1129044 w 1385794"/>
                <a:gd name="connsiteY1855" fmla="*/ 1149500 h 1212067"/>
                <a:gd name="connsiteX1856" fmla="*/ 1131871 w 1385794"/>
                <a:gd name="connsiteY1856" fmla="*/ 1148962 h 1212067"/>
                <a:gd name="connsiteX1857" fmla="*/ 1132410 w 1385794"/>
                <a:gd name="connsiteY1857" fmla="*/ 1147011 h 1212067"/>
                <a:gd name="connsiteX1858" fmla="*/ 1130659 w 1385794"/>
                <a:gd name="connsiteY1858" fmla="*/ 1143983 h 1212067"/>
                <a:gd name="connsiteX1859" fmla="*/ 1126856 w 1385794"/>
                <a:gd name="connsiteY1859" fmla="*/ 1143109 h 1212067"/>
                <a:gd name="connsiteX1860" fmla="*/ 1125544 w 1385794"/>
                <a:gd name="connsiteY1860" fmla="*/ 1143109 h 1212067"/>
                <a:gd name="connsiteX1861" fmla="*/ 1122818 w 1385794"/>
                <a:gd name="connsiteY1861" fmla="*/ 1143983 h 1212067"/>
                <a:gd name="connsiteX1862" fmla="*/ 1121303 w 1385794"/>
                <a:gd name="connsiteY1862" fmla="*/ 1143983 h 1212067"/>
                <a:gd name="connsiteX1863" fmla="*/ 1120664 w 1385794"/>
                <a:gd name="connsiteY1863" fmla="*/ 1142739 h 1212067"/>
                <a:gd name="connsiteX1864" fmla="*/ 1117938 w 1385794"/>
                <a:gd name="connsiteY1864" fmla="*/ 1141595 h 1212067"/>
                <a:gd name="connsiteX1865" fmla="*/ 1114572 w 1385794"/>
                <a:gd name="connsiteY1865" fmla="*/ 1139408 h 1212067"/>
                <a:gd name="connsiteX1866" fmla="*/ 1110669 w 1385794"/>
                <a:gd name="connsiteY1866" fmla="*/ 1139408 h 1212067"/>
                <a:gd name="connsiteX1867" fmla="*/ 1108481 w 1385794"/>
                <a:gd name="connsiteY1867" fmla="*/ 1138870 h 1212067"/>
                <a:gd name="connsiteX1868" fmla="*/ 1104140 w 1385794"/>
                <a:gd name="connsiteY1868" fmla="*/ 1136919 h 1212067"/>
                <a:gd name="connsiteX1869" fmla="*/ 1103366 w 1385794"/>
                <a:gd name="connsiteY1869" fmla="*/ 1134329 h 1212067"/>
                <a:gd name="connsiteX1870" fmla="*/ 1103399 w 1385794"/>
                <a:gd name="connsiteY1870" fmla="*/ 1130965 h 1212067"/>
                <a:gd name="connsiteX1871" fmla="*/ 1103938 w 1385794"/>
                <a:gd name="connsiteY1871" fmla="*/ 1128240 h 1212067"/>
                <a:gd name="connsiteX1872" fmla="*/ 1106327 w 1385794"/>
                <a:gd name="connsiteY1872" fmla="*/ 1127163 h 1212067"/>
                <a:gd name="connsiteX1873" fmla="*/ 1111880 w 1385794"/>
                <a:gd name="connsiteY1873" fmla="*/ 1124876 h 1212067"/>
                <a:gd name="connsiteX1874" fmla="*/ 1115044 w 1385794"/>
                <a:gd name="connsiteY1874" fmla="*/ 1124001 h 1212067"/>
                <a:gd name="connsiteX1875" fmla="*/ 1115044 w 1385794"/>
                <a:gd name="connsiteY1875" fmla="*/ 1119325 h 1212067"/>
                <a:gd name="connsiteX1876" fmla="*/ 1116020 w 1385794"/>
                <a:gd name="connsiteY1876" fmla="*/ 1115188 h 1212067"/>
                <a:gd name="connsiteX1877" fmla="*/ 1116996 w 1385794"/>
                <a:gd name="connsiteY1877" fmla="*/ 1111487 h 1212067"/>
                <a:gd name="connsiteX1878" fmla="*/ 1118174 w 1385794"/>
                <a:gd name="connsiteY1878" fmla="*/ 1108224 h 1212067"/>
                <a:gd name="connsiteX1879" fmla="*/ 1119688 w 1385794"/>
                <a:gd name="connsiteY1879" fmla="*/ 1106374 h 1212067"/>
                <a:gd name="connsiteX1880" fmla="*/ 1124366 w 1385794"/>
                <a:gd name="connsiteY1880" fmla="*/ 1104524 h 1212067"/>
                <a:gd name="connsiteX1881" fmla="*/ 1127530 w 1385794"/>
                <a:gd name="connsiteY1881" fmla="*/ 1102909 h 1212067"/>
                <a:gd name="connsiteX1882" fmla="*/ 1129481 w 1385794"/>
                <a:gd name="connsiteY1882" fmla="*/ 1100857 h 1212067"/>
                <a:gd name="connsiteX1883" fmla="*/ 1131770 w 1385794"/>
                <a:gd name="connsiteY1883" fmla="*/ 1098368 h 1212067"/>
                <a:gd name="connsiteX1884" fmla="*/ 1133284 w 1385794"/>
                <a:gd name="connsiteY1884" fmla="*/ 1097056 h 1212067"/>
                <a:gd name="connsiteX1885" fmla="*/ 1137188 w 1385794"/>
                <a:gd name="connsiteY1885" fmla="*/ 1097291 h 1212067"/>
                <a:gd name="connsiteX1886" fmla="*/ 1139039 w 1385794"/>
                <a:gd name="connsiteY1886" fmla="*/ 1099781 h 1212067"/>
                <a:gd name="connsiteX1887" fmla="*/ 1141227 w 1385794"/>
                <a:gd name="connsiteY1887" fmla="*/ 1101631 h 1212067"/>
                <a:gd name="connsiteX1888" fmla="*/ 1143314 w 1385794"/>
                <a:gd name="connsiteY1888" fmla="*/ 1104019 h 1212067"/>
                <a:gd name="connsiteX1889" fmla="*/ 1148193 w 1385794"/>
                <a:gd name="connsiteY1889" fmla="*/ 1106071 h 1212067"/>
                <a:gd name="connsiteX1890" fmla="*/ 1149169 w 1385794"/>
                <a:gd name="connsiteY1890" fmla="*/ 1104995 h 1212067"/>
                <a:gd name="connsiteX1891" fmla="*/ 1151761 w 1385794"/>
                <a:gd name="connsiteY1891" fmla="*/ 1103346 h 1212067"/>
                <a:gd name="connsiteX1892" fmla="*/ 1154251 w 1385794"/>
                <a:gd name="connsiteY1892" fmla="*/ 1103010 h 1212067"/>
                <a:gd name="connsiteX1893" fmla="*/ 1157179 w 1385794"/>
                <a:gd name="connsiteY1893" fmla="*/ 1103649 h 1212067"/>
                <a:gd name="connsiteX1894" fmla="*/ 1159266 w 1385794"/>
                <a:gd name="connsiteY1894" fmla="*/ 1104524 h 1212067"/>
                <a:gd name="connsiteX1895" fmla="*/ 1161756 w 1385794"/>
                <a:gd name="connsiteY1895" fmla="*/ 1103885 h 1212067"/>
                <a:gd name="connsiteX1896" fmla="*/ 1163372 w 1385794"/>
                <a:gd name="connsiteY1896" fmla="*/ 1102034 h 1212067"/>
                <a:gd name="connsiteX1897" fmla="*/ 1165122 w 1385794"/>
                <a:gd name="connsiteY1897" fmla="*/ 1099983 h 1212067"/>
                <a:gd name="connsiteX1898" fmla="*/ 1166973 w 1385794"/>
                <a:gd name="connsiteY1898" fmla="*/ 1098570 h 1212067"/>
                <a:gd name="connsiteX1899" fmla="*/ 1169160 w 1385794"/>
                <a:gd name="connsiteY1899" fmla="*/ 1099545 h 1212067"/>
                <a:gd name="connsiteX1900" fmla="*/ 1169699 w 1385794"/>
                <a:gd name="connsiteY1900" fmla="*/ 1102034 h 1212067"/>
                <a:gd name="connsiteX1901" fmla="*/ 1169934 w 1385794"/>
                <a:gd name="connsiteY1901" fmla="*/ 1103111 h 1212067"/>
                <a:gd name="connsiteX1902" fmla="*/ 1170136 w 1385794"/>
                <a:gd name="connsiteY1902" fmla="*/ 1105600 h 1212067"/>
                <a:gd name="connsiteX1903" fmla="*/ 1170675 w 1385794"/>
                <a:gd name="connsiteY1903" fmla="*/ 1108527 h 1212067"/>
                <a:gd name="connsiteX1904" fmla="*/ 1171550 w 1385794"/>
                <a:gd name="connsiteY1904" fmla="*/ 1109301 h 1212067"/>
                <a:gd name="connsiteX1905" fmla="*/ 1173603 w 1385794"/>
                <a:gd name="connsiteY1905" fmla="*/ 1111689 h 1212067"/>
                <a:gd name="connsiteX1906" fmla="*/ 1176968 w 1385794"/>
                <a:gd name="connsiteY1906" fmla="*/ 1113001 h 1212067"/>
                <a:gd name="connsiteX1907" fmla="*/ 1179593 w 1385794"/>
                <a:gd name="connsiteY1907" fmla="*/ 1111925 h 1212067"/>
                <a:gd name="connsiteX1908" fmla="*/ 1180367 w 1385794"/>
                <a:gd name="connsiteY1908" fmla="*/ 1111285 h 1212067"/>
                <a:gd name="connsiteX1909" fmla="*/ 1181983 w 1385794"/>
                <a:gd name="connsiteY1909" fmla="*/ 1109099 h 1212067"/>
                <a:gd name="connsiteX1910" fmla="*/ 1183935 w 1385794"/>
                <a:gd name="connsiteY1910" fmla="*/ 1105836 h 1212067"/>
                <a:gd name="connsiteX1911" fmla="*/ 1185146 w 1385794"/>
                <a:gd name="connsiteY1911" fmla="*/ 1101496 h 1212067"/>
                <a:gd name="connsiteX1912" fmla="*/ 1184507 w 1385794"/>
                <a:gd name="connsiteY1912" fmla="*/ 1097157 h 1212067"/>
                <a:gd name="connsiteX1913" fmla="*/ 1182218 w 1385794"/>
                <a:gd name="connsiteY1913" fmla="*/ 1094869 h 1212067"/>
                <a:gd name="connsiteX1914" fmla="*/ 1177439 w 1385794"/>
                <a:gd name="connsiteY1914" fmla="*/ 1095307 h 1212067"/>
                <a:gd name="connsiteX1915" fmla="*/ 1174511 w 1385794"/>
                <a:gd name="connsiteY1915" fmla="*/ 1093793 h 1212067"/>
                <a:gd name="connsiteX1916" fmla="*/ 1176564 w 1385794"/>
                <a:gd name="connsiteY1916" fmla="*/ 1089554 h 1212067"/>
                <a:gd name="connsiteX1917" fmla="*/ 1176901 w 1385794"/>
                <a:gd name="connsiteY1917" fmla="*/ 1088141 h 1212067"/>
                <a:gd name="connsiteX1918" fmla="*/ 1175050 w 1385794"/>
                <a:gd name="connsiteY1918" fmla="*/ 1086829 h 1212067"/>
                <a:gd name="connsiteX1919" fmla="*/ 1174175 w 1385794"/>
                <a:gd name="connsiteY1919" fmla="*/ 1084004 h 1212067"/>
                <a:gd name="connsiteX1920" fmla="*/ 1174175 w 1385794"/>
                <a:gd name="connsiteY1920" fmla="*/ 1080741 h 1212067"/>
                <a:gd name="connsiteX1921" fmla="*/ 1174915 w 1385794"/>
                <a:gd name="connsiteY1921" fmla="*/ 1076939 h 1212067"/>
                <a:gd name="connsiteX1922" fmla="*/ 1174040 w 1385794"/>
                <a:gd name="connsiteY1922" fmla="*/ 1074450 h 1212067"/>
                <a:gd name="connsiteX1923" fmla="*/ 1172963 w 1385794"/>
                <a:gd name="connsiteY1923" fmla="*/ 1073575 h 1212067"/>
                <a:gd name="connsiteX1924" fmla="*/ 1170910 w 1385794"/>
                <a:gd name="connsiteY1924" fmla="*/ 1070750 h 1212067"/>
                <a:gd name="connsiteX1925" fmla="*/ 1168958 w 1385794"/>
                <a:gd name="connsiteY1925" fmla="*/ 1064762 h 1212067"/>
                <a:gd name="connsiteX1926" fmla="*/ 1168958 w 1385794"/>
                <a:gd name="connsiteY1926" fmla="*/ 1059548 h 1212067"/>
                <a:gd name="connsiteX1927" fmla="*/ 1169396 w 1385794"/>
                <a:gd name="connsiteY1927" fmla="*/ 1055511 h 1212067"/>
                <a:gd name="connsiteX1928" fmla="*/ 1171886 w 1385794"/>
                <a:gd name="connsiteY1928" fmla="*/ 1053459 h 1212067"/>
                <a:gd name="connsiteX1929" fmla="*/ 1174175 w 1385794"/>
                <a:gd name="connsiteY1929" fmla="*/ 1050835 h 1212067"/>
                <a:gd name="connsiteX1930" fmla="*/ 1177204 w 1385794"/>
                <a:gd name="connsiteY1930" fmla="*/ 1047236 h 1212067"/>
                <a:gd name="connsiteX1931" fmla="*/ 1178617 w 1385794"/>
                <a:gd name="connsiteY1931" fmla="*/ 1045284 h 1212067"/>
                <a:gd name="connsiteX1932" fmla="*/ 1180468 w 1385794"/>
                <a:gd name="connsiteY1932" fmla="*/ 1043872 h 1212067"/>
                <a:gd name="connsiteX1933" fmla="*/ 1184372 w 1385794"/>
                <a:gd name="connsiteY1933" fmla="*/ 1043872 h 1212067"/>
                <a:gd name="connsiteX1934" fmla="*/ 1188276 w 1385794"/>
                <a:gd name="connsiteY1934" fmla="*/ 1043098 h 1212067"/>
                <a:gd name="connsiteX1935" fmla="*/ 1188916 w 1385794"/>
                <a:gd name="connsiteY1935" fmla="*/ 1040810 h 1212067"/>
                <a:gd name="connsiteX1936" fmla="*/ 1187603 w 1385794"/>
                <a:gd name="connsiteY1936" fmla="*/ 1038321 h 1212067"/>
                <a:gd name="connsiteX1937" fmla="*/ 1185752 w 1385794"/>
                <a:gd name="connsiteY1937" fmla="*/ 1036908 h 1212067"/>
                <a:gd name="connsiteX1938" fmla="*/ 1182151 w 1385794"/>
                <a:gd name="connsiteY1938" fmla="*/ 1035294 h 1212067"/>
                <a:gd name="connsiteX1939" fmla="*/ 1177708 w 1385794"/>
                <a:gd name="connsiteY1939" fmla="*/ 1034217 h 1212067"/>
                <a:gd name="connsiteX1940" fmla="*/ 1175790 w 1385794"/>
                <a:gd name="connsiteY1940" fmla="*/ 1033578 h 1212067"/>
                <a:gd name="connsiteX1941" fmla="*/ 1175790 w 1385794"/>
                <a:gd name="connsiteY1941" fmla="*/ 1031089 h 1212067"/>
                <a:gd name="connsiteX1942" fmla="*/ 1178718 w 1385794"/>
                <a:gd name="connsiteY1942" fmla="*/ 1029440 h 1212067"/>
                <a:gd name="connsiteX1943" fmla="*/ 1180132 w 1385794"/>
                <a:gd name="connsiteY1943" fmla="*/ 1028364 h 1212067"/>
                <a:gd name="connsiteX1944" fmla="*/ 1183396 w 1385794"/>
                <a:gd name="connsiteY1944" fmla="*/ 1026850 h 1212067"/>
                <a:gd name="connsiteX1945" fmla="*/ 1185348 w 1385794"/>
                <a:gd name="connsiteY1945" fmla="*/ 1025773 h 1212067"/>
                <a:gd name="connsiteX1946" fmla="*/ 1190565 w 1385794"/>
                <a:gd name="connsiteY1946" fmla="*/ 1025773 h 1212067"/>
                <a:gd name="connsiteX1947" fmla="*/ 1193594 w 1385794"/>
                <a:gd name="connsiteY1947" fmla="*/ 1025773 h 1212067"/>
                <a:gd name="connsiteX1948" fmla="*/ 1195781 w 1385794"/>
                <a:gd name="connsiteY1948" fmla="*/ 1024630 h 1212067"/>
                <a:gd name="connsiteX1949" fmla="*/ 1196757 w 1385794"/>
                <a:gd name="connsiteY1949" fmla="*/ 1022510 h 1212067"/>
                <a:gd name="connsiteX1950" fmla="*/ 1196959 w 1385794"/>
                <a:gd name="connsiteY1950" fmla="*/ 1019483 h 1212067"/>
                <a:gd name="connsiteX1951" fmla="*/ 1194031 w 1385794"/>
                <a:gd name="connsiteY1951" fmla="*/ 1016994 h 1212067"/>
                <a:gd name="connsiteX1952" fmla="*/ 1192281 w 1385794"/>
                <a:gd name="connsiteY1952" fmla="*/ 1015076 h 1212067"/>
                <a:gd name="connsiteX1953" fmla="*/ 1190093 w 1385794"/>
                <a:gd name="connsiteY1953" fmla="*/ 1013630 h 1212067"/>
                <a:gd name="connsiteX1954" fmla="*/ 1186324 w 1385794"/>
                <a:gd name="connsiteY1954" fmla="*/ 1008853 h 1212067"/>
                <a:gd name="connsiteX1955" fmla="*/ 1184305 w 1385794"/>
                <a:gd name="connsiteY1955" fmla="*/ 1004210 h 1212067"/>
                <a:gd name="connsiteX1956" fmla="*/ 1181545 w 1385794"/>
                <a:gd name="connsiteY1956" fmla="*/ 1002629 h 1212067"/>
                <a:gd name="connsiteX1957" fmla="*/ 1177776 w 1385794"/>
                <a:gd name="connsiteY1957" fmla="*/ 1000880 h 1212067"/>
                <a:gd name="connsiteX1958" fmla="*/ 1174545 w 1385794"/>
                <a:gd name="connsiteY1958" fmla="*/ 998828 h 1212067"/>
                <a:gd name="connsiteX1959" fmla="*/ 1171348 w 1385794"/>
                <a:gd name="connsiteY1959" fmla="*/ 997449 h 1212067"/>
                <a:gd name="connsiteX1960" fmla="*/ 1169329 w 1385794"/>
                <a:gd name="connsiteY1960" fmla="*/ 998761 h 1212067"/>
                <a:gd name="connsiteX1961" fmla="*/ 1167141 w 1385794"/>
                <a:gd name="connsiteY1961" fmla="*/ 998761 h 1212067"/>
                <a:gd name="connsiteX1962" fmla="*/ 1164819 w 1385794"/>
                <a:gd name="connsiteY1962" fmla="*/ 996574 h 1212067"/>
                <a:gd name="connsiteX1963" fmla="*/ 1164078 w 1385794"/>
                <a:gd name="connsiteY1963" fmla="*/ 993378 h 1212067"/>
                <a:gd name="connsiteX1964" fmla="*/ 1164953 w 1385794"/>
                <a:gd name="connsiteY1964" fmla="*/ 990486 h 1212067"/>
                <a:gd name="connsiteX1965" fmla="*/ 1164953 w 1385794"/>
                <a:gd name="connsiteY1965" fmla="*/ 987021 h 1212067"/>
                <a:gd name="connsiteX1966" fmla="*/ 1164953 w 1385794"/>
                <a:gd name="connsiteY1966" fmla="*/ 984565 h 1212067"/>
                <a:gd name="connsiteX1967" fmla="*/ 1165694 w 1385794"/>
                <a:gd name="connsiteY1967" fmla="*/ 981369 h 1212067"/>
                <a:gd name="connsiteX1968" fmla="*/ 1167578 w 1385794"/>
                <a:gd name="connsiteY1968" fmla="*/ 978611 h 1212067"/>
                <a:gd name="connsiteX1969" fmla="*/ 1168319 w 1385794"/>
                <a:gd name="connsiteY1969" fmla="*/ 976861 h 1212067"/>
                <a:gd name="connsiteX1970" fmla="*/ 1169901 w 1385794"/>
                <a:gd name="connsiteY1970" fmla="*/ 974406 h 1212067"/>
                <a:gd name="connsiteX1971" fmla="*/ 1170607 w 1385794"/>
                <a:gd name="connsiteY1971" fmla="*/ 973531 h 1212067"/>
                <a:gd name="connsiteX1972" fmla="*/ 1172055 w 1385794"/>
                <a:gd name="connsiteY1972" fmla="*/ 971950 h 1212067"/>
                <a:gd name="connsiteX1973" fmla="*/ 1174511 w 1385794"/>
                <a:gd name="connsiteY1973" fmla="*/ 970504 h 1212067"/>
                <a:gd name="connsiteX1974" fmla="*/ 1177103 w 1385794"/>
                <a:gd name="connsiteY1974" fmla="*/ 970504 h 1212067"/>
                <a:gd name="connsiteX1975" fmla="*/ 1180300 w 1385794"/>
                <a:gd name="connsiteY1975" fmla="*/ 970504 h 1212067"/>
                <a:gd name="connsiteX1976" fmla="*/ 1182757 w 1385794"/>
                <a:gd name="connsiteY1976" fmla="*/ 969763 h 1212067"/>
                <a:gd name="connsiteX1977" fmla="*/ 1183632 w 1385794"/>
                <a:gd name="connsiteY1977" fmla="*/ 968620 h 1212067"/>
                <a:gd name="connsiteX1978" fmla="*/ 1183766 w 1385794"/>
                <a:gd name="connsiteY1978" fmla="*/ 967039 h 1212067"/>
                <a:gd name="connsiteX1979" fmla="*/ 1184204 w 1385794"/>
                <a:gd name="connsiteY1979" fmla="*/ 964280 h 1212067"/>
                <a:gd name="connsiteX1980" fmla="*/ 1184069 w 1385794"/>
                <a:gd name="connsiteY1980" fmla="*/ 962699 h 1212067"/>
                <a:gd name="connsiteX1981" fmla="*/ 1183497 w 1385794"/>
                <a:gd name="connsiteY1981" fmla="*/ 960075 h 1212067"/>
                <a:gd name="connsiteX1982" fmla="*/ 1182353 w 1385794"/>
                <a:gd name="connsiteY1982" fmla="*/ 958763 h 1212067"/>
                <a:gd name="connsiteX1983" fmla="*/ 1179156 w 1385794"/>
                <a:gd name="connsiteY1983" fmla="*/ 954693 h 1212067"/>
                <a:gd name="connsiteX1984" fmla="*/ 1177843 w 1385794"/>
                <a:gd name="connsiteY1984" fmla="*/ 952675 h 1212067"/>
                <a:gd name="connsiteX1985" fmla="*/ 1177103 w 1385794"/>
                <a:gd name="connsiteY1985" fmla="*/ 947023 h 1212067"/>
                <a:gd name="connsiteX1986" fmla="*/ 1177103 w 1385794"/>
                <a:gd name="connsiteY1986" fmla="*/ 943390 h 1212067"/>
                <a:gd name="connsiteX1987" fmla="*/ 1178920 w 1385794"/>
                <a:gd name="connsiteY1987" fmla="*/ 938041 h 1212067"/>
                <a:gd name="connsiteX1988" fmla="*/ 1179997 w 1385794"/>
                <a:gd name="connsiteY1988" fmla="*/ 935855 h 1212067"/>
                <a:gd name="connsiteX1989" fmla="*/ 1189286 w 1385794"/>
                <a:gd name="connsiteY1989" fmla="*/ 935720 h 1212067"/>
                <a:gd name="connsiteX1990" fmla="*/ 1195243 w 1385794"/>
                <a:gd name="connsiteY1990" fmla="*/ 934274 h 1212067"/>
                <a:gd name="connsiteX1991" fmla="*/ 1201199 w 1385794"/>
                <a:gd name="connsiteY1991" fmla="*/ 936595 h 1212067"/>
                <a:gd name="connsiteX1992" fmla="*/ 1204969 w 1385794"/>
                <a:gd name="connsiteY1992" fmla="*/ 935283 h 1212067"/>
                <a:gd name="connsiteX1993" fmla="*/ 1207560 w 1385794"/>
                <a:gd name="connsiteY1993" fmla="*/ 933096 h 1212067"/>
                <a:gd name="connsiteX1994" fmla="*/ 1214964 w 1385794"/>
                <a:gd name="connsiteY1994" fmla="*/ 932793 h 1212067"/>
                <a:gd name="connsiteX1995" fmla="*/ 1222065 w 1385794"/>
                <a:gd name="connsiteY1995" fmla="*/ 933231 h 1212067"/>
                <a:gd name="connsiteX1996" fmla="*/ 1225834 w 1385794"/>
                <a:gd name="connsiteY1996" fmla="*/ 937436 h 1212067"/>
                <a:gd name="connsiteX1997" fmla="*/ 1231186 w 1385794"/>
                <a:gd name="connsiteY1997" fmla="*/ 940060 h 1212067"/>
                <a:gd name="connsiteX1998" fmla="*/ 1235089 w 1385794"/>
                <a:gd name="connsiteY1998" fmla="*/ 943693 h 1212067"/>
                <a:gd name="connsiteX1999" fmla="*/ 1231758 w 1385794"/>
                <a:gd name="connsiteY1999" fmla="*/ 946149 h 1212067"/>
                <a:gd name="connsiteX2000" fmla="*/ 1233642 w 1385794"/>
                <a:gd name="connsiteY2000" fmla="*/ 950488 h 1212067"/>
                <a:gd name="connsiteX2001" fmla="*/ 1237849 w 1385794"/>
                <a:gd name="connsiteY2001" fmla="*/ 955568 h 1212067"/>
                <a:gd name="connsiteX2002" fmla="*/ 1243200 w 1385794"/>
                <a:gd name="connsiteY2002" fmla="*/ 959200 h 1212067"/>
                <a:gd name="connsiteX2003" fmla="*/ 1247104 w 1385794"/>
                <a:gd name="connsiteY2003" fmla="*/ 960075 h 1212067"/>
                <a:gd name="connsiteX2004" fmla="*/ 1248114 w 1385794"/>
                <a:gd name="connsiteY2004" fmla="*/ 957317 h 1212067"/>
                <a:gd name="connsiteX2005" fmla="*/ 1249124 w 1385794"/>
                <a:gd name="connsiteY2005" fmla="*/ 951968 h 1212067"/>
                <a:gd name="connsiteX2006" fmla="*/ 1252725 w 1385794"/>
                <a:gd name="connsiteY2006" fmla="*/ 951262 h 1212067"/>
                <a:gd name="connsiteX2007" fmla="*/ 1255350 w 1385794"/>
                <a:gd name="connsiteY2007" fmla="*/ 953717 h 1212067"/>
                <a:gd name="connsiteX2008" fmla="*/ 1261138 w 1385794"/>
                <a:gd name="connsiteY2008" fmla="*/ 957350 h 1212067"/>
                <a:gd name="connsiteX2009" fmla="*/ 1265177 w 1385794"/>
                <a:gd name="connsiteY2009" fmla="*/ 956644 h 1212067"/>
                <a:gd name="connsiteX2010" fmla="*/ 1270696 w 1385794"/>
                <a:gd name="connsiteY2010" fmla="*/ 956644 h 1212067"/>
                <a:gd name="connsiteX2011" fmla="*/ 1273893 w 1385794"/>
                <a:gd name="connsiteY2011" fmla="*/ 953886 h 1212067"/>
                <a:gd name="connsiteX2012" fmla="*/ 1274768 w 1385794"/>
                <a:gd name="connsiteY2012" fmla="*/ 950858 h 1212067"/>
                <a:gd name="connsiteX2013" fmla="*/ 1275071 w 1385794"/>
                <a:gd name="connsiteY2013" fmla="*/ 947090 h 1212067"/>
                <a:gd name="connsiteX2014" fmla="*/ 1278100 w 1385794"/>
                <a:gd name="connsiteY2014" fmla="*/ 946788 h 1212067"/>
                <a:gd name="connsiteX2015" fmla="*/ 1281432 w 1385794"/>
                <a:gd name="connsiteY2015" fmla="*/ 948806 h 1212067"/>
                <a:gd name="connsiteX2016" fmla="*/ 1281432 w 1385794"/>
                <a:gd name="connsiteY2016" fmla="*/ 950993 h 1212067"/>
                <a:gd name="connsiteX2017" fmla="*/ 1283821 w 1385794"/>
                <a:gd name="connsiteY2017" fmla="*/ 953314 h 1212067"/>
                <a:gd name="connsiteX2018" fmla="*/ 1287523 w 1385794"/>
                <a:gd name="connsiteY2018" fmla="*/ 951733 h 1212067"/>
                <a:gd name="connsiteX2019" fmla="*/ 1290721 w 1385794"/>
                <a:gd name="connsiteY2019" fmla="*/ 949411 h 1212067"/>
                <a:gd name="connsiteX2020" fmla="*/ 1294793 w 1385794"/>
                <a:gd name="connsiteY2020" fmla="*/ 949411 h 1212067"/>
                <a:gd name="connsiteX2021" fmla="*/ 1299134 w 1385794"/>
                <a:gd name="connsiteY2021" fmla="*/ 947965 h 1212067"/>
                <a:gd name="connsiteX2022" fmla="*/ 1304216 w 1385794"/>
                <a:gd name="connsiteY2022" fmla="*/ 946956 h 1212067"/>
                <a:gd name="connsiteX2023" fmla="*/ 1308255 w 1385794"/>
                <a:gd name="connsiteY2023" fmla="*/ 944803 h 1212067"/>
                <a:gd name="connsiteX2024" fmla="*/ 1310442 w 1385794"/>
                <a:gd name="connsiteY2024" fmla="*/ 943794 h 1212067"/>
                <a:gd name="connsiteX2025" fmla="*/ 1310745 w 1385794"/>
                <a:gd name="connsiteY2025" fmla="*/ 941910 h 1212067"/>
                <a:gd name="connsiteX2026" fmla="*/ 1305663 w 1385794"/>
                <a:gd name="connsiteY2026" fmla="*/ 936830 h 1212067"/>
                <a:gd name="connsiteX2027" fmla="*/ 1304216 w 1385794"/>
                <a:gd name="connsiteY2027" fmla="*/ 940295 h 1212067"/>
                <a:gd name="connsiteX2028" fmla="*/ 1299000 w 1385794"/>
                <a:gd name="connsiteY2028" fmla="*/ 941876 h 1212067"/>
                <a:gd name="connsiteX2029" fmla="*/ 1295971 w 1385794"/>
                <a:gd name="connsiteY2029" fmla="*/ 939421 h 1212067"/>
                <a:gd name="connsiteX2030" fmla="*/ 1294221 w 1385794"/>
                <a:gd name="connsiteY2030" fmla="*/ 935653 h 1212067"/>
                <a:gd name="connsiteX2031" fmla="*/ 1292033 w 1385794"/>
                <a:gd name="connsiteY2031" fmla="*/ 933466 h 1212067"/>
                <a:gd name="connsiteX2032" fmla="*/ 1289408 w 1385794"/>
                <a:gd name="connsiteY2032" fmla="*/ 932020 h 1212067"/>
                <a:gd name="connsiteX2033" fmla="*/ 1284898 w 1385794"/>
                <a:gd name="connsiteY2033" fmla="*/ 928118 h 1212067"/>
                <a:gd name="connsiteX2034" fmla="*/ 1283148 w 1385794"/>
                <a:gd name="connsiteY2034" fmla="*/ 923913 h 1212067"/>
                <a:gd name="connsiteX2035" fmla="*/ 1283283 w 1385794"/>
                <a:gd name="connsiteY2035" fmla="*/ 919573 h 1212067"/>
                <a:gd name="connsiteX2036" fmla="*/ 1287355 w 1385794"/>
                <a:gd name="connsiteY2036" fmla="*/ 921322 h 1212067"/>
                <a:gd name="connsiteX2037" fmla="*/ 1291427 w 1385794"/>
                <a:gd name="connsiteY2037" fmla="*/ 922466 h 1212067"/>
                <a:gd name="connsiteX2038" fmla="*/ 1292000 w 1385794"/>
                <a:gd name="connsiteY2038" fmla="*/ 920145 h 1212067"/>
                <a:gd name="connsiteX2039" fmla="*/ 1291697 w 1385794"/>
                <a:gd name="connsiteY2039" fmla="*/ 915805 h 1212067"/>
                <a:gd name="connsiteX2040" fmla="*/ 1289947 w 1385794"/>
                <a:gd name="connsiteY2040" fmla="*/ 912172 h 1212067"/>
                <a:gd name="connsiteX2041" fmla="*/ 1289812 w 1385794"/>
                <a:gd name="connsiteY2041" fmla="*/ 908708 h 1212067"/>
                <a:gd name="connsiteX2042" fmla="*/ 1292000 w 1385794"/>
                <a:gd name="connsiteY2042" fmla="*/ 907396 h 1212067"/>
                <a:gd name="connsiteX2043" fmla="*/ 1296644 w 1385794"/>
                <a:gd name="connsiteY2043" fmla="*/ 910726 h 1212067"/>
                <a:gd name="connsiteX2044" fmla="*/ 1300851 w 1385794"/>
                <a:gd name="connsiteY2044" fmla="*/ 914056 h 1212067"/>
                <a:gd name="connsiteX2045" fmla="*/ 1308827 w 1385794"/>
                <a:gd name="connsiteY2045" fmla="*/ 915368 h 1212067"/>
                <a:gd name="connsiteX2046" fmla="*/ 1313168 w 1385794"/>
                <a:gd name="connsiteY2046" fmla="*/ 918261 h 1212067"/>
                <a:gd name="connsiteX2047" fmla="*/ 1316500 w 1385794"/>
                <a:gd name="connsiteY2047" fmla="*/ 920145 h 1212067"/>
                <a:gd name="connsiteX2048" fmla="*/ 1318957 w 1385794"/>
                <a:gd name="connsiteY2048" fmla="*/ 918127 h 1212067"/>
                <a:gd name="connsiteX2049" fmla="*/ 1322861 w 1385794"/>
                <a:gd name="connsiteY2049" fmla="*/ 916108 h 1212067"/>
                <a:gd name="connsiteX2050" fmla="*/ 1327068 w 1385794"/>
                <a:gd name="connsiteY2050" fmla="*/ 914561 h 1212067"/>
                <a:gd name="connsiteX2051" fmla="*/ 1328649 w 1385794"/>
                <a:gd name="connsiteY2051" fmla="*/ 911769 h 1212067"/>
                <a:gd name="connsiteX2052" fmla="*/ 1331981 w 1385794"/>
                <a:gd name="connsiteY2052" fmla="*/ 908741 h 1212067"/>
                <a:gd name="connsiteX2053" fmla="*/ 1337770 w 1385794"/>
                <a:gd name="connsiteY2053" fmla="*/ 910053 h 1212067"/>
                <a:gd name="connsiteX2054" fmla="*/ 1341236 w 1385794"/>
                <a:gd name="connsiteY2054" fmla="*/ 910490 h 1212067"/>
                <a:gd name="connsiteX2055" fmla="*/ 1344871 w 1385794"/>
                <a:gd name="connsiteY2055" fmla="*/ 913821 h 1212067"/>
                <a:gd name="connsiteX2056" fmla="*/ 1350087 w 1385794"/>
                <a:gd name="connsiteY2056" fmla="*/ 914595 h 1212067"/>
                <a:gd name="connsiteX2057" fmla="*/ 1354732 w 1385794"/>
                <a:gd name="connsiteY2057" fmla="*/ 912946 h 1212067"/>
                <a:gd name="connsiteX2058" fmla="*/ 1357491 w 1385794"/>
                <a:gd name="connsiteY2058" fmla="*/ 912374 h 1212067"/>
                <a:gd name="connsiteX2059" fmla="*/ 1361833 w 1385794"/>
                <a:gd name="connsiteY2059" fmla="*/ 914393 h 1212067"/>
                <a:gd name="connsiteX2060" fmla="*/ 1368799 w 1385794"/>
                <a:gd name="connsiteY2060" fmla="*/ 914393 h 1212067"/>
                <a:gd name="connsiteX2061" fmla="*/ 1371121 w 1385794"/>
                <a:gd name="connsiteY2061" fmla="*/ 911062 h 1212067"/>
                <a:gd name="connsiteX2062" fmla="*/ 1369809 w 1385794"/>
                <a:gd name="connsiteY2062" fmla="*/ 905983 h 1212067"/>
                <a:gd name="connsiteX2063" fmla="*/ 1368631 w 1385794"/>
                <a:gd name="connsiteY2063" fmla="*/ 902350 h 1212067"/>
                <a:gd name="connsiteX2064" fmla="*/ 1370078 w 1385794"/>
                <a:gd name="connsiteY2064" fmla="*/ 897270 h 1212067"/>
                <a:gd name="connsiteX2065" fmla="*/ 1369943 w 1385794"/>
                <a:gd name="connsiteY2065" fmla="*/ 893805 h 1212067"/>
                <a:gd name="connsiteX2066" fmla="*/ 1372703 w 1385794"/>
                <a:gd name="connsiteY2066" fmla="*/ 890609 h 1212067"/>
                <a:gd name="connsiteX2067" fmla="*/ 1375732 w 1385794"/>
                <a:gd name="connsiteY2067" fmla="*/ 890609 h 1212067"/>
                <a:gd name="connsiteX2068" fmla="*/ 1376876 w 1385794"/>
                <a:gd name="connsiteY2068" fmla="*/ 889028 h 1212067"/>
                <a:gd name="connsiteX2069" fmla="*/ 1374857 w 1385794"/>
                <a:gd name="connsiteY2069" fmla="*/ 885563 h 1212067"/>
                <a:gd name="connsiteX2070" fmla="*/ 1372535 w 1385794"/>
                <a:gd name="connsiteY2070" fmla="*/ 883242 h 1212067"/>
                <a:gd name="connsiteX2071" fmla="*/ 1367756 w 1385794"/>
                <a:gd name="connsiteY2071" fmla="*/ 877288 h 1212067"/>
                <a:gd name="connsiteX2072" fmla="*/ 1366612 w 1385794"/>
                <a:gd name="connsiteY2072" fmla="*/ 871334 h 1212067"/>
                <a:gd name="connsiteX2073" fmla="*/ 1365198 w 1385794"/>
                <a:gd name="connsiteY2073" fmla="*/ 866591 h 1212067"/>
                <a:gd name="connsiteX2074" fmla="*/ 1365434 w 1385794"/>
                <a:gd name="connsiteY2074" fmla="*/ 862453 h 1212067"/>
                <a:gd name="connsiteX2075" fmla="*/ 1365097 w 1385794"/>
                <a:gd name="connsiteY2075" fmla="*/ 857575 h 1212067"/>
                <a:gd name="connsiteX2076" fmla="*/ 1364895 w 1385794"/>
                <a:gd name="connsiteY2076" fmla="*/ 855523 h 1212067"/>
                <a:gd name="connsiteX2077" fmla="*/ 1364996 w 1385794"/>
                <a:gd name="connsiteY2077" fmla="*/ 852496 h 1212067"/>
                <a:gd name="connsiteX2078" fmla="*/ 1365232 w 1385794"/>
                <a:gd name="connsiteY2078" fmla="*/ 848594 h 1212067"/>
                <a:gd name="connsiteX2079" fmla="*/ 1365468 w 1385794"/>
                <a:gd name="connsiteY2079" fmla="*/ 845532 h 1212067"/>
                <a:gd name="connsiteX2080" fmla="*/ 1365905 w 1385794"/>
                <a:gd name="connsiteY2080" fmla="*/ 843245 h 1212067"/>
                <a:gd name="connsiteX2081" fmla="*/ 1367655 w 1385794"/>
                <a:gd name="connsiteY2081" fmla="*/ 841933 h 1212067"/>
                <a:gd name="connsiteX2082" fmla="*/ 1369270 w 1385794"/>
                <a:gd name="connsiteY2082" fmla="*/ 840957 h 1212067"/>
                <a:gd name="connsiteX2083" fmla="*/ 1371323 w 1385794"/>
                <a:gd name="connsiteY2083" fmla="*/ 839645 h 1212067"/>
                <a:gd name="connsiteX2084" fmla="*/ 1374487 w 1385794"/>
                <a:gd name="connsiteY2084" fmla="*/ 838872 h 1212067"/>
                <a:gd name="connsiteX2085" fmla="*/ 1378828 w 1385794"/>
                <a:gd name="connsiteY2085" fmla="*/ 838872 h 1212067"/>
                <a:gd name="connsiteX2086" fmla="*/ 1381554 w 1385794"/>
                <a:gd name="connsiteY2086" fmla="*/ 838872 h 1212067"/>
                <a:gd name="connsiteX2087" fmla="*/ 1383304 w 1385794"/>
                <a:gd name="connsiteY2087" fmla="*/ 838098 h 1212067"/>
                <a:gd name="connsiteX2088" fmla="*/ 1384819 w 1385794"/>
                <a:gd name="connsiteY2088" fmla="*/ 834835 h 1212067"/>
                <a:gd name="connsiteX2089" fmla="*/ 1385795 w 1385794"/>
                <a:gd name="connsiteY2089" fmla="*/ 832346 h 1212067"/>
                <a:gd name="connsiteX2090" fmla="*/ 1385526 w 1385794"/>
                <a:gd name="connsiteY2090" fmla="*/ 829621 h 12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Lst>
              <a:rect l="l" t="t" r="r" b="b"/>
              <a:pathLst>
                <a:path w="1385794" h="1212067">
                  <a:moveTo>
                    <a:pt x="1385526" y="829621"/>
                  </a:moveTo>
                  <a:lnTo>
                    <a:pt x="1384752" y="827569"/>
                  </a:lnTo>
                  <a:lnTo>
                    <a:pt x="1382362" y="824306"/>
                  </a:lnTo>
                  <a:lnTo>
                    <a:pt x="1382463" y="820841"/>
                  </a:lnTo>
                  <a:lnTo>
                    <a:pt x="1382261" y="817241"/>
                  </a:lnTo>
                  <a:lnTo>
                    <a:pt x="1380915" y="810749"/>
                  </a:lnTo>
                  <a:lnTo>
                    <a:pt x="1379400" y="809100"/>
                  </a:lnTo>
                  <a:cubicBezTo>
                    <a:pt x="1379400" y="809100"/>
                    <a:pt x="1377819" y="807150"/>
                    <a:pt x="1377819" y="806914"/>
                  </a:cubicBezTo>
                  <a:cubicBezTo>
                    <a:pt x="1377819" y="806712"/>
                    <a:pt x="1378189" y="804727"/>
                    <a:pt x="1378189" y="804727"/>
                  </a:cubicBezTo>
                  <a:lnTo>
                    <a:pt x="1378828" y="803281"/>
                  </a:lnTo>
                  <a:cubicBezTo>
                    <a:pt x="1378828" y="803281"/>
                    <a:pt x="1380208" y="801902"/>
                    <a:pt x="1380208" y="801633"/>
                  </a:cubicBezTo>
                  <a:cubicBezTo>
                    <a:pt x="1380208" y="801330"/>
                    <a:pt x="1382093" y="800993"/>
                    <a:pt x="1382093" y="800993"/>
                  </a:cubicBezTo>
                  <a:lnTo>
                    <a:pt x="1383405" y="799177"/>
                  </a:lnTo>
                  <a:lnTo>
                    <a:pt x="1383978" y="797730"/>
                  </a:lnTo>
                  <a:lnTo>
                    <a:pt x="1384112" y="795846"/>
                  </a:lnTo>
                  <a:lnTo>
                    <a:pt x="1384112" y="793593"/>
                  </a:lnTo>
                  <a:lnTo>
                    <a:pt x="1383641" y="790128"/>
                  </a:lnTo>
                  <a:lnTo>
                    <a:pt x="1383102" y="789051"/>
                  </a:lnTo>
                  <a:lnTo>
                    <a:pt x="1379838" y="785923"/>
                  </a:lnTo>
                  <a:cubicBezTo>
                    <a:pt x="1379838" y="785923"/>
                    <a:pt x="1377583" y="784241"/>
                    <a:pt x="1377381" y="783972"/>
                  </a:cubicBezTo>
                  <a:cubicBezTo>
                    <a:pt x="1377179" y="783669"/>
                    <a:pt x="1374420" y="783164"/>
                    <a:pt x="1374184" y="783030"/>
                  </a:cubicBezTo>
                  <a:cubicBezTo>
                    <a:pt x="1373982" y="782895"/>
                    <a:pt x="1368665" y="782323"/>
                    <a:pt x="1368665" y="782323"/>
                  </a:cubicBezTo>
                  <a:lnTo>
                    <a:pt x="1366578" y="782895"/>
                  </a:lnTo>
                  <a:lnTo>
                    <a:pt x="1363381" y="783333"/>
                  </a:lnTo>
                  <a:cubicBezTo>
                    <a:pt x="1363381" y="783333"/>
                    <a:pt x="1360554" y="782525"/>
                    <a:pt x="1360621" y="782256"/>
                  </a:cubicBezTo>
                  <a:cubicBezTo>
                    <a:pt x="1360688" y="781953"/>
                    <a:pt x="1358770" y="778858"/>
                    <a:pt x="1358770" y="778858"/>
                  </a:cubicBezTo>
                  <a:cubicBezTo>
                    <a:pt x="1358770" y="778858"/>
                    <a:pt x="1354361" y="776134"/>
                    <a:pt x="1354025" y="775864"/>
                  </a:cubicBezTo>
                  <a:cubicBezTo>
                    <a:pt x="1353688" y="775596"/>
                    <a:pt x="1351837" y="773947"/>
                    <a:pt x="1351837" y="773947"/>
                  </a:cubicBezTo>
                  <a:cubicBezTo>
                    <a:pt x="1351837" y="773947"/>
                    <a:pt x="1350087" y="772164"/>
                    <a:pt x="1349616" y="771761"/>
                  </a:cubicBezTo>
                  <a:cubicBezTo>
                    <a:pt x="1349145" y="771391"/>
                    <a:pt x="1347765" y="769978"/>
                    <a:pt x="1347429" y="769406"/>
                  </a:cubicBezTo>
                  <a:cubicBezTo>
                    <a:pt x="1347126" y="768868"/>
                    <a:pt x="1346217" y="767926"/>
                    <a:pt x="1346082" y="767791"/>
                  </a:cubicBezTo>
                  <a:cubicBezTo>
                    <a:pt x="1345914" y="767623"/>
                    <a:pt x="1344063" y="765941"/>
                    <a:pt x="1343895" y="765840"/>
                  </a:cubicBezTo>
                  <a:cubicBezTo>
                    <a:pt x="1343727" y="765739"/>
                    <a:pt x="1341674" y="764932"/>
                    <a:pt x="1341337" y="764932"/>
                  </a:cubicBezTo>
                  <a:cubicBezTo>
                    <a:pt x="1341001" y="764932"/>
                    <a:pt x="1339015" y="764999"/>
                    <a:pt x="1339015" y="764999"/>
                  </a:cubicBezTo>
                  <a:cubicBezTo>
                    <a:pt x="1339015" y="764999"/>
                    <a:pt x="1337803" y="766412"/>
                    <a:pt x="1337601" y="766681"/>
                  </a:cubicBezTo>
                  <a:cubicBezTo>
                    <a:pt x="1337366" y="766950"/>
                    <a:pt x="1336794" y="767657"/>
                    <a:pt x="1336626" y="767657"/>
                  </a:cubicBezTo>
                  <a:cubicBezTo>
                    <a:pt x="1336457" y="767657"/>
                    <a:pt x="1335649" y="770112"/>
                    <a:pt x="1335649" y="770112"/>
                  </a:cubicBezTo>
                  <a:lnTo>
                    <a:pt x="1333731" y="770482"/>
                  </a:lnTo>
                  <a:lnTo>
                    <a:pt x="1331443" y="767152"/>
                  </a:lnTo>
                  <a:lnTo>
                    <a:pt x="1329120" y="764831"/>
                  </a:lnTo>
                  <a:lnTo>
                    <a:pt x="1324476" y="760491"/>
                  </a:lnTo>
                  <a:lnTo>
                    <a:pt x="1321851" y="757464"/>
                  </a:lnTo>
                  <a:lnTo>
                    <a:pt x="1320976" y="758473"/>
                  </a:lnTo>
                  <a:cubicBezTo>
                    <a:pt x="1320976" y="758473"/>
                    <a:pt x="1319798" y="759919"/>
                    <a:pt x="1318788" y="759785"/>
                  </a:cubicBezTo>
                  <a:cubicBezTo>
                    <a:pt x="1317779" y="759650"/>
                    <a:pt x="1315591" y="755580"/>
                    <a:pt x="1315591" y="755580"/>
                  </a:cubicBezTo>
                  <a:lnTo>
                    <a:pt x="1316534" y="751880"/>
                  </a:lnTo>
                  <a:cubicBezTo>
                    <a:pt x="1316534" y="751880"/>
                    <a:pt x="1315019" y="748347"/>
                    <a:pt x="1314716" y="747742"/>
                  </a:cubicBezTo>
                  <a:cubicBezTo>
                    <a:pt x="1314413" y="747170"/>
                    <a:pt x="1313774" y="745555"/>
                    <a:pt x="1313404" y="745152"/>
                  </a:cubicBezTo>
                  <a:cubicBezTo>
                    <a:pt x="1313034" y="744714"/>
                    <a:pt x="1311149" y="742124"/>
                    <a:pt x="1311082" y="741889"/>
                  </a:cubicBezTo>
                  <a:cubicBezTo>
                    <a:pt x="1311014" y="741687"/>
                    <a:pt x="1308759" y="740139"/>
                    <a:pt x="1308625" y="739803"/>
                  </a:cubicBezTo>
                  <a:cubicBezTo>
                    <a:pt x="1308490" y="739433"/>
                    <a:pt x="1304788" y="738121"/>
                    <a:pt x="1304485" y="737919"/>
                  </a:cubicBezTo>
                  <a:cubicBezTo>
                    <a:pt x="1304182" y="737717"/>
                    <a:pt x="1299908" y="736674"/>
                    <a:pt x="1299908" y="736674"/>
                  </a:cubicBezTo>
                  <a:lnTo>
                    <a:pt x="1298831" y="737482"/>
                  </a:lnTo>
                  <a:lnTo>
                    <a:pt x="1297384" y="738054"/>
                  </a:lnTo>
                  <a:lnTo>
                    <a:pt x="1295432" y="737852"/>
                  </a:lnTo>
                  <a:cubicBezTo>
                    <a:pt x="1295432" y="737852"/>
                    <a:pt x="1294423" y="736708"/>
                    <a:pt x="1294288" y="736405"/>
                  </a:cubicBezTo>
                  <a:cubicBezTo>
                    <a:pt x="1294153" y="736103"/>
                    <a:pt x="1291326" y="733714"/>
                    <a:pt x="1289879" y="733378"/>
                  </a:cubicBezTo>
                  <a:cubicBezTo>
                    <a:pt x="1288432" y="733008"/>
                    <a:pt x="1289240" y="733950"/>
                    <a:pt x="1289240" y="733950"/>
                  </a:cubicBezTo>
                  <a:cubicBezTo>
                    <a:pt x="1289240" y="733950"/>
                    <a:pt x="1288095" y="735194"/>
                    <a:pt x="1287793" y="735833"/>
                  </a:cubicBezTo>
                  <a:cubicBezTo>
                    <a:pt x="1287490" y="736473"/>
                    <a:pt x="1286783" y="738020"/>
                    <a:pt x="1286648" y="738222"/>
                  </a:cubicBezTo>
                  <a:cubicBezTo>
                    <a:pt x="1286514" y="738424"/>
                    <a:pt x="1282139" y="739870"/>
                    <a:pt x="1281869" y="739803"/>
                  </a:cubicBezTo>
                  <a:cubicBezTo>
                    <a:pt x="1281566" y="739736"/>
                    <a:pt x="1278235" y="739063"/>
                    <a:pt x="1278100" y="738794"/>
                  </a:cubicBezTo>
                  <a:cubicBezTo>
                    <a:pt x="1277966" y="738491"/>
                    <a:pt x="1277797" y="734723"/>
                    <a:pt x="1277797" y="734723"/>
                  </a:cubicBezTo>
                  <a:cubicBezTo>
                    <a:pt x="1277797" y="734723"/>
                    <a:pt x="1277494" y="732133"/>
                    <a:pt x="1277360" y="731830"/>
                  </a:cubicBezTo>
                  <a:cubicBezTo>
                    <a:pt x="1277225" y="731561"/>
                    <a:pt x="1275778" y="731191"/>
                    <a:pt x="1274970" y="730888"/>
                  </a:cubicBezTo>
                  <a:cubicBezTo>
                    <a:pt x="1274701" y="730788"/>
                    <a:pt x="1274566" y="730754"/>
                    <a:pt x="1274499" y="730754"/>
                  </a:cubicBezTo>
                  <a:lnTo>
                    <a:pt x="1273590" y="727188"/>
                  </a:lnTo>
                  <a:lnTo>
                    <a:pt x="1270057" y="727188"/>
                  </a:lnTo>
                  <a:lnTo>
                    <a:pt x="1268811" y="727895"/>
                  </a:lnTo>
                  <a:lnTo>
                    <a:pt x="1264672" y="728803"/>
                  </a:lnTo>
                  <a:cubicBezTo>
                    <a:pt x="1264672" y="728803"/>
                    <a:pt x="1260633" y="728365"/>
                    <a:pt x="1260465" y="728130"/>
                  </a:cubicBezTo>
                  <a:cubicBezTo>
                    <a:pt x="1260330" y="727928"/>
                    <a:pt x="1258143" y="726751"/>
                    <a:pt x="1258143" y="726751"/>
                  </a:cubicBezTo>
                  <a:cubicBezTo>
                    <a:pt x="1258143" y="726751"/>
                    <a:pt x="1257268" y="725439"/>
                    <a:pt x="1257201" y="725237"/>
                  </a:cubicBezTo>
                  <a:cubicBezTo>
                    <a:pt x="1257133" y="725035"/>
                    <a:pt x="1256830" y="722277"/>
                    <a:pt x="1256830" y="722277"/>
                  </a:cubicBezTo>
                  <a:cubicBezTo>
                    <a:pt x="1256830" y="722277"/>
                    <a:pt x="1257403" y="720696"/>
                    <a:pt x="1257638" y="720393"/>
                  </a:cubicBezTo>
                  <a:cubicBezTo>
                    <a:pt x="1257874" y="720090"/>
                    <a:pt x="1258076" y="717769"/>
                    <a:pt x="1258076" y="717769"/>
                  </a:cubicBezTo>
                  <a:lnTo>
                    <a:pt x="1258782" y="714136"/>
                  </a:lnTo>
                  <a:lnTo>
                    <a:pt x="1258782" y="711747"/>
                  </a:lnTo>
                  <a:lnTo>
                    <a:pt x="1258446" y="708047"/>
                  </a:lnTo>
                  <a:lnTo>
                    <a:pt x="1258749" y="706701"/>
                  </a:lnTo>
                  <a:lnTo>
                    <a:pt x="1258581" y="706701"/>
                  </a:lnTo>
                  <a:lnTo>
                    <a:pt x="1253129" y="703775"/>
                  </a:lnTo>
                  <a:lnTo>
                    <a:pt x="1251143" y="701824"/>
                  </a:lnTo>
                  <a:lnTo>
                    <a:pt x="1247609" y="699705"/>
                  </a:lnTo>
                  <a:lnTo>
                    <a:pt x="1241686" y="697518"/>
                  </a:lnTo>
                  <a:lnTo>
                    <a:pt x="1237816" y="697888"/>
                  </a:lnTo>
                  <a:lnTo>
                    <a:pt x="1234955" y="700075"/>
                  </a:lnTo>
                  <a:cubicBezTo>
                    <a:pt x="1234955" y="700075"/>
                    <a:pt x="1232936" y="701824"/>
                    <a:pt x="1232767" y="701925"/>
                  </a:cubicBezTo>
                  <a:cubicBezTo>
                    <a:pt x="1232599" y="702026"/>
                    <a:pt x="1230344" y="702799"/>
                    <a:pt x="1230344" y="702799"/>
                  </a:cubicBezTo>
                  <a:cubicBezTo>
                    <a:pt x="1230344" y="702799"/>
                    <a:pt x="1227686" y="699435"/>
                    <a:pt x="1227013" y="699368"/>
                  </a:cubicBezTo>
                  <a:cubicBezTo>
                    <a:pt x="1226373" y="699301"/>
                    <a:pt x="1224522" y="698897"/>
                    <a:pt x="1224522" y="698897"/>
                  </a:cubicBezTo>
                  <a:lnTo>
                    <a:pt x="1221325" y="701555"/>
                  </a:lnTo>
                  <a:lnTo>
                    <a:pt x="1220887" y="701891"/>
                  </a:lnTo>
                  <a:cubicBezTo>
                    <a:pt x="1220887" y="701891"/>
                    <a:pt x="1218060" y="697451"/>
                    <a:pt x="1217387" y="697585"/>
                  </a:cubicBezTo>
                  <a:cubicBezTo>
                    <a:pt x="1216748" y="697753"/>
                    <a:pt x="1214123" y="697114"/>
                    <a:pt x="1214123" y="697114"/>
                  </a:cubicBezTo>
                  <a:lnTo>
                    <a:pt x="1210219" y="698864"/>
                  </a:lnTo>
                  <a:cubicBezTo>
                    <a:pt x="1210219" y="698864"/>
                    <a:pt x="1209445" y="700444"/>
                    <a:pt x="1209411" y="700646"/>
                  </a:cubicBezTo>
                  <a:cubicBezTo>
                    <a:pt x="1209344" y="700848"/>
                    <a:pt x="1208503" y="702160"/>
                    <a:pt x="1207493" y="702261"/>
                  </a:cubicBezTo>
                  <a:cubicBezTo>
                    <a:pt x="1206517" y="702362"/>
                    <a:pt x="1203589" y="701487"/>
                    <a:pt x="1203589" y="701487"/>
                  </a:cubicBezTo>
                  <a:lnTo>
                    <a:pt x="1201267" y="701016"/>
                  </a:lnTo>
                  <a:lnTo>
                    <a:pt x="1199113" y="701185"/>
                  </a:lnTo>
                  <a:lnTo>
                    <a:pt x="1197935" y="704380"/>
                  </a:lnTo>
                  <a:lnTo>
                    <a:pt x="1197935" y="708888"/>
                  </a:lnTo>
                  <a:lnTo>
                    <a:pt x="1197935" y="714102"/>
                  </a:lnTo>
                  <a:lnTo>
                    <a:pt x="1197295" y="716692"/>
                  </a:lnTo>
                  <a:lnTo>
                    <a:pt x="1196757" y="719283"/>
                  </a:lnTo>
                  <a:lnTo>
                    <a:pt x="1193392" y="719821"/>
                  </a:lnTo>
                  <a:cubicBezTo>
                    <a:pt x="1193392" y="719821"/>
                    <a:pt x="1190026" y="721133"/>
                    <a:pt x="1189791" y="721469"/>
                  </a:cubicBezTo>
                  <a:cubicBezTo>
                    <a:pt x="1189555" y="721806"/>
                    <a:pt x="1188478" y="724194"/>
                    <a:pt x="1188478" y="724194"/>
                  </a:cubicBezTo>
                  <a:lnTo>
                    <a:pt x="1190766" y="728971"/>
                  </a:lnTo>
                  <a:cubicBezTo>
                    <a:pt x="1190766" y="728971"/>
                    <a:pt x="1192954" y="730047"/>
                    <a:pt x="1194132" y="730384"/>
                  </a:cubicBezTo>
                  <a:cubicBezTo>
                    <a:pt x="1195343" y="730720"/>
                    <a:pt x="1197397" y="731998"/>
                    <a:pt x="1197397" y="731998"/>
                  </a:cubicBezTo>
                  <a:lnTo>
                    <a:pt x="1198608" y="733748"/>
                  </a:lnTo>
                  <a:lnTo>
                    <a:pt x="1198709" y="736473"/>
                  </a:lnTo>
                  <a:lnTo>
                    <a:pt x="1196320" y="737112"/>
                  </a:lnTo>
                  <a:lnTo>
                    <a:pt x="1195882" y="740913"/>
                  </a:lnTo>
                  <a:lnTo>
                    <a:pt x="1196656" y="742225"/>
                  </a:lnTo>
                  <a:cubicBezTo>
                    <a:pt x="1196656" y="742225"/>
                    <a:pt x="1197397" y="744277"/>
                    <a:pt x="1197195" y="744613"/>
                  </a:cubicBezTo>
                  <a:cubicBezTo>
                    <a:pt x="1196992" y="744950"/>
                    <a:pt x="1194166" y="745051"/>
                    <a:pt x="1193728" y="745152"/>
                  </a:cubicBezTo>
                  <a:cubicBezTo>
                    <a:pt x="1193291" y="745253"/>
                    <a:pt x="1192214" y="744950"/>
                    <a:pt x="1190666" y="745152"/>
                  </a:cubicBezTo>
                  <a:cubicBezTo>
                    <a:pt x="1189151" y="745387"/>
                    <a:pt x="1187401" y="745185"/>
                    <a:pt x="1187401" y="745185"/>
                  </a:cubicBezTo>
                  <a:cubicBezTo>
                    <a:pt x="1187401" y="745185"/>
                    <a:pt x="1185887" y="747002"/>
                    <a:pt x="1185651" y="747338"/>
                  </a:cubicBezTo>
                  <a:cubicBezTo>
                    <a:pt x="1185449" y="747675"/>
                    <a:pt x="1183699" y="750164"/>
                    <a:pt x="1183699" y="750164"/>
                  </a:cubicBezTo>
                  <a:cubicBezTo>
                    <a:pt x="1183699" y="750164"/>
                    <a:pt x="1182285" y="752754"/>
                    <a:pt x="1182285" y="753191"/>
                  </a:cubicBezTo>
                  <a:cubicBezTo>
                    <a:pt x="1182285" y="753629"/>
                    <a:pt x="1182285" y="755815"/>
                    <a:pt x="1182285" y="755815"/>
                  </a:cubicBezTo>
                  <a:cubicBezTo>
                    <a:pt x="1182285" y="755815"/>
                    <a:pt x="1183060" y="757666"/>
                    <a:pt x="1182285" y="757767"/>
                  </a:cubicBezTo>
                  <a:cubicBezTo>
                    <a:pt x="1181511" y="757867"/>
                    <a:pt x="1180536" y="760256"/>
                    <a:pt x="1180536" y="760256"/>
                  </a:cubicBezTo>
                  <a:cubicBezTo>
                    <a:pt x="1180536" y="760256"/>
                    <a:pt x="1178785" y="761467"/>
                    <a:pt x="1178449" y="761568"/>
                  </a:cubicBezTo>
                  <a:cubicBezTo>
                    <a:pt x="1178112" y="761669"/>
                    <a:pt x="1178348" y="763620"/>
                    <a:pt x="1177574" y="763956"/>
                  </a:cubicBezTo>
                  <a:cubicBezTo>
                    <a:pt x="1176800" y="764293"/>
                    <a:pt x="1175184" y="763620"/>
                    <a:pt x="1174107" y="763956"/>
                  </a:cubicBezTo>
                  <a:cubicBezTo>
                    <a:pt x="1173030" y="764293"/>
                    <a:pt x="1172055" y="765033"/>
                    <a:pt x="1172055" y="765033"/>
                  </a:cubicBezTo>
                  <a:cubicBezTo>
                    <a:pt x="1172055" y="765033"/>
                    <a:pt x="1171718" y="767657"/>
                    <a:pt x="1172055" y="768296"/>
                  </a:cubicBezTo>
                  <a:cubicBezTo>
                    <a:pt x="1172391" y="768935"/>
                    <a:pt x="1174107" y="771559"/>
                    <a:pt x="1174781" y="771559"/>
                  </a:cubicBezTo>
                  <a:cubicBezTo>
                    <a:pt x="1175420" y="771559"/>
                    <a:pt x="1177507" y="773409"/>
                    <a:pt x="1177507" y="773409"/>
                  </a:cubicBezTo>
                  <a:lnTo>
                    <a:pt x="1180434" y="775596"/>
                  </a:lnTo>
                  <a:lnTo>
                    <a:pt x="1182487" y="778758"/>
                  </a:lnTo>
                  <a:lnTo>
                    <a:pt x="1184237" y="781247"/>
                  </a:lnTo>
                  <a:cubicBezTo>
                    <a:pt x="1184237" y="781247"/>
                    <a:pt x="1184776" y="784174"/>
                    <a:pt x="1184776" y="784947"/>
                  </a:cubicBezTo>
                  <a:cubicBezTo>
                    <a:pt x="1184776" y="785721"/>
                    <a:pt x="1184237" y="789186"/>
                    <a:pt x="1183901" y="789287"/>
                  </a:cubicBezTo>
                  <a:cubicBezTo>
                    <a:pt x="1183564" y="789388"/>
                    <a:pt x="1183463" y="790262"/>
                    <a:pt x="1182285" y="790800"/>
                  </a:cubicBezTo>
                  <a:cubicBezTo>
                    <a:pt x="1181074" y="791339"/>
                    <a:pt x="1177944" y="793828"/>
                    <a:pt x="1177944" y="793828"/>
                  </a:cubicBezTo>
                  <a:cubicBezTo>
                    <a:pt x="1177944" y="793828"/>
                    <a:pt x="1179257" y="796990"/>
                    <a:pt x="1179559" y="797293"/>
                  </a:cubicBezTo>
                  <a:cubicBezTo>
                    <a:pt x="1179896" y="797629"/>
                    <a:pt x="1178482" y="798605"/>
                    <a:pt x="1182487" y="798807"/>
                  </a:cubicBezTo>
                  <a:cubicBezTo>
                    <a:pt x="1186492" y="799009"/>
                    <a:pt x="1191608" y="798807"/>
                    <a:pt x="1191608" y="798807"/>
                  </a:cubicBezTo>
                  <a:lnTo>
                    <a:pt x="1194872" y="797158"/>
                  </a:lnTo>
                  <a:lnTo>
                    <a:pt x="1198238" y="798235"/>
                  </a:lnTo>
                  <a:lnTo>
                    <a:pt x="1200190" y="800623"/>
                  </a:lnTo>
                  <a:lnTo>
                    <a:pt x="1202916" y="802574"/>
                  </a:lnTo>
                  <a:cubicBezTo>
                    <a:pt x="1202916" y="802574"/>
                    <a:pt x="1206180" y="804256"/>
                    <a:pt x="1207257" y="804256"/>
                  </a:cubicBezTo>
                  <a:cubicBezTo>
                    <a:pt x="1208334" y="804256"/>
                    <a:pt x="1211498" y="805299"/>
                    <a:pt x="1211801" y="805299"/>
                  </a:cubicBezTo>
                  <a:cubicBezTo>
                    <a:pt x="1212104" y="805299"/>
                    <a:pt x="1214426" y="805299"/>
                    <a:pt x="1214426" y="805299"/>
                  </a:cubicBezTo>
                  <a:lnTo>
                    <a:pt x="1219305" y="807486"/>
                  </a:lnTo>
                  <a:lnTo>
                    <a:pt x="1221493" y="809773"/>
                  </a:lnTo>
                  <a:lnTo>
                    <a:pt x="1219305" y="812700"/>
                  </a:lnTo>
                  <a:lnTo>
                    <a:pt x="1220618" y="814651"/>
                  </a:lnTo>
                  <a:lnTo>
                    <a:pt x="1222806" y="817140"/>
                  </a:lnTo>
                  <a:lnTo>
                    <a:pt x="1224657" y="818755"/>
                  </a:lnTo>
                  <a:lnTo>
                    <a:pt x="1225532" y="821480"/>
                  </a:lnTo>
                  <a:cubicBezTo>
                    <a:pt x="1225532" y="821480"/>
                    <a:pt x="1224118" y="823768"/>
                    <a:pt x="1223445" y="825180"/>
                  </a:cubicBezTo>
                  <a:cubicBezTo>
                    <a:pt x="1222806" y="826593"/>
                    <a:pt x="1222267" y="828780"/>
                    <a:pt x="1222267" y="829183"/>
                  </a:cubicBezTo>
                  <a:cubicBezTo>
                    <a:pt x="1222267" y="829621"/>
                    <a:pt x="1221493" y="833758"/>
                    <a:pt x="1221493" y="833758"/>
                  </a:cubicBezTo>
                  <a:lnTo>
                    <a:pt x="1219642" y="837661"/>
                  </a:lnTo>
                  <a:lnTo>
                    <a:pt x="1217354" y="839073"/>
                  </a:lnTo>
                  <a:lnTo>
                    <a:pt x="1213551" y="840890"/>
                  </a:lnTo>
                  <a:lnTo>
                    <a:pt x="1213551" y="842639"/>
                  </a:lnTo>
                  <a:lnTo>
                    <a:pt x="1216916" y="847652"/>
                  </a:lnTo>
                  <a:lnTo>
                    <a:pt x="1220080" y="851016"/>
                  </a:lnTo>
                  <a:lnTo>
                    <a:pt x="1220012" y="851890"/>
                  </a:lnTo>
                  <a:lnTo>
                    <a:pt x="1220517" y="854716"/>
                  </a:lnTo>
                  <a:lnTo>
                    <a:pt x="1220517" y="856566"/>
                  </a:lnTo>
                  <a:cubicBezTo>
                    <a:pt x="1220517" y="856566"/>
                    <a:pt x="1220315" y="856196"/>
                    <a:pt x="1219305" y="856734"/>
                  </a:cubicBezTo>
                  <a:cubicBezTo>
                    <a:pt x="1218330" y="857272"/>
                    <a:pt x="1218094" y="857441"/>
                    <a:pt x="1216579" y="857441"/>
                  </a:cubicBezTo>
                  <a:cubicBezTo>
                    <a:pt x="1215065" y="857441"/>
                    <a:pt x="1213753" y="857441"/>
                    <a:pt x="1212676" y="857441"/>
                  </a:cubicBezTo>
                  <a:cubicBezTo>
                    <a:pt x="1211599" y="857441"/>
                    <a:pt x="1211127" y="857340"/>
                    <a:pt x="1210825" y="857441"/>
                  </a:cubicBezTo>
                  <a:cubicBezTo>
                    <a:pt x="1210488" y="857542"/>
                    <a:pt x="1210050" y="858753"/>
                    <a:pt x="1209512" y="859291"/>
                  </a:cubicBezTo>
                  <a:cubicBezTo>
                    <a:pt x="1208974" y="859829"/>
                    <a:pt x="1210286" y="858854"/>
                    <a:pt x="1208974" y="859829"/>
                  </a:cubicBezTo>
                  <a:cubicBezTo>
                    <a:pt x="1207661" y="860805"/>
                    <a:pt x="1206685" y="863294"/>
                    <a:pt x="1206685" y="863294"/>
                  </a:cubicBezTo>
                  <a:lnTo>
                    <a:pt x="1202983" y="862520"/>
                  </a:lnTo>
                  <a:lnTo>
                    <a:pt x="1200930" y="864438"/>
                  </a:lnTo>
                  <a:lnTo>
                    <a:pt x="1198978" y="866120"/>
                  </a:lnTo>
                  <a:lnTo>
                    <a:pt x="1197026" y="866120"/>
                  </a:lnTo>
                  <a:lnTo>
                    <a:pt x="1194098" y="863395"/>
                  </a:lnTo>
                  <a:lnTo>
                    <a:pt x="1190497" y="860670"/>
                  </a:lnTo>
                  <a:lnTo>
                    <a:pt x="1187435" y="858921"/>
                  </a:lnTo>
                  <a:lnTo>
                    <a:pt x="1185045" y="858046"/>
                  </a:lnTo>
                  <a:lnTo>
                    <a:pt x="1182117" y="855019"/>
                  </a:lnTo>
                  <a:lnTo>
                    <a:pt x="1180367" y="855120"/>
                  </a:lnTo>
                  <a:lnTo>
                    <a:pt x="1177910" y="857542"/>
                  </a:lnTo>
                  <a:lnTo>
                    <a:pt x="1175958" y="858315"/>
                  </a:lnTo>
                  <a:lnTo>
                    <a:pt x="1172694" y="859190"/>
                  </a:lnTo>
                  <a:lnTo>
                    <a:pt x="1171920" y="861242"/>
                  </a:lnTo>
                  <a:lnTo>
                    <a:pt x="1171920" y="863630"/>
                  </a:lnTo>
                  <a:cubicBezTo>
                    <a:pt x="1171920" y="863630"/>
                    <a:pt x="1173064" y="865043"/>
                    <a:pt x="1173266" y="865481"/>
                  </a:cubicBezTo>
                  <a:cubicBezTo>
                    <a:pt x="1173468" y="865918"/>
                    <a:pt x="1173636" y="867768"/>
                    <a:pt x="1173636" y="867768"/>
                  </a:cubicBezTo>
                  <a:lnTo>
                    <a:pt x="1173636" y="868844"/>
                  </a:lnTo>
                  <a:lnTo>
                    <a:pt x="1174612" y="871132"/>
                  </a:lnTo>
                  <a:lnTo>
                    <a:pt x="1175824" y="875270"/>
                  </a:lnTo>
                  <a:lnTo>
                    <a:pt x="1177338" y="877557"/>
                  </a:lnTo>
                  <a:lnTo>
                    <a:pt x="1175386" y="882065"/>
                  </a:lnTo>
                  <a:lnTo>
                    <a:pt x="1175958" y="887279"/>
                  </a:lnTo>
                  <a:cubicBezTo>
                    <a:pt x="1175958" y="887279"/>
                    <a:pt x="1177540" y="893368"/>
                    <a:pt x="1177978" y="893502"/>
                  </a:cubicBezTo>
                  <a:cubicBezTo>
                    <a:pt x="1178415" y="893637"/>
                    <a:pt x="1178685" y="896261"/>
                    <a:pt x="1178685" y="896261"/>
                  </a:cubicBezTo>
                  <a:lnTo>
                    <a:pt x="1178987" y="899019"/>
                  </a:lnTo>
                  <a:lnTo>
                    <a:pt x="1178281" y="901778"/>
                  </a:lnTo>
                  <a:lnTo>
                    <a:pt x="1177708" y="905243"/>
                  </a:lnTo>
                  <a:lnTo>
                    <a:pt x="1176564" y="909010"/>
                  </a:lnTo>
                  <a:lnTo>
                    <a:pt x="1175992" y="910760"/>
                  </a:lnTo>
                  <a:lnTo>
                    <a:pt x="1174982" y="913821"/>
                  </a:lnTo>
                  <a:cubicBezTo>
                    <a:pt x="1174982" y="913821"/>
                    <a:pt x="1174410" y="915133"/>
                    <a:pt x="1173973" y="915570"/>
                  </a:cubicBezTo>
                  <a:cubicBezTo>
                    <a:pt x="1173535" y="916007"/>
                    <a:pt x="1172829" y="916714"/>
                    <a:pt x="1172829" y="916714"/>
                  </a:cubicBezTo>
                  <a:lnTo>
                    <a:pt x="1171079" y="916714"/>
                  </a:lnTo>
                  <a:cubicBezTo>
                    <a:pt x="1171079" y="916714"/>
                    <a:pt x="1170069" y="916142"/>
                    <a:pt x="1169497" y="915839"/>
                  </a:cubicBezTo>
                  <a:cubicBezTo>
                    <a:pt x="1168925" y="915536"/>
                    <a:pt x="1167309" y="913821"/>
                    <a:pt x="1167309" y="913821"/>
                  </a:cubicBezTo>
                  <a:lnTo>
                    <a:pt x="1166165" y="912946"/>
                  </a:lnTo>
                  <a:lnTo>
                    <a:pt x="1164718" y="910188"/>
                  </a:lnTo>
                  <a:cubicBezTo>
                    <a:pt x="1164718" y="910188"/>
                    <a:pt x="1165425" y="909178"/>
                    <a:pt x="1164718" y="908169"/>
                  </a:cubicBezTo>
                  <a:cubicBezTo>
                    <a:pt x="1163977" y="907160"/>
                    <a:pt x="1163405" y="908035"/>
                    <a:pt x="1162968" y="906151"/>
                  </a:cubicBezTo>
                  <a:cubicBezTo>
                    <a:pt x="1162530" y="904267"/>
                    <a:pt x="1161958" y="902821"/>
                    <a:pt x="1161958" y="902821"/>
                  </a:cubicBezTo>
                  <a:lnTo>
                    <a:pt x="1160814" y="900062"/>
                  </a:lnTo>
                  <a:lnTo>
                    <a:pt x="1159232" y="898044"/>
                  </a:lnTo>
                  <a:lnTo>
                    <a:pt x="1156102" y="897169"/>
                  </a:lnTo>
                  <a:lnTo>
                    <a:pt x="1154588" y="896597"/>
                  </a:lnTo>
                  <a:lnTo>
                    <a:pt x="1154588" y="896732"/>
                  </a:lnTo>
                  <a:lnTo>
                    <a:pt x="1151121" y="896025"/>
                  </a:lnTo>
                  <a:lnTo>
                    <a:pt x="1149237" y="896900"/>
                  </a:lnTo>
                  <a:lnTo>
                    <a:pt x="1148496" y="898481"/>
                  </a:lnTo>
                  <a:lnTo>
                    <a:pt x="1147352" y="899625"/>
                  </a:lnTo>
                  <a:lnTo>
                    <a:pt x="1145030" y="900499"/>
                  </a:lnTo>
                  <a:cubicBezTo>
                    <a:pt x="1145030" y="900499"/>
                    <a:pt x="1143953" y="900499"/>
                    <a:pt x="1143650" y="898481"/>
                  </a:cubicBezTo>
                  <a:cubicBezTo>
                    <a:pt x="1143381" y="896463"/>
                    <a:pt x="1142405" y="895588"/>
                    <a:pt x="1142405" y="895588"/>
                  </a:cubicBezTo>
                  <a:lnTo>
                    <a:pt x="1142405" y="893267"/>
                  </a:lnTo>
                  <a:lnTo>
                    <a:pt x="1143112" y="891080"/>
                  </a:lnTo>
                  <a:lnTo>
                    <a:pt x="1142977" y="888894"/>
                  </a:lnTo>
                  <a:lnTo>
                    <a:pt x="1140285" y="886068"/>
                  </a:lnTo>
                  <a:lnTo>
                    <a:pt x="1134563" y="882233"/>
                  </a:lnTo>
                  <a:lnTo>
                    <a:pt x="1127900" y="879340"/>
                  </a:lnTo>
                  <a:cubicBezTo>
                    <a:pt x="1127900" y="879340"/>
                    <a:pt x="1125275" y="878465"/>
                    <a:pt x="1124433" y="878196"/>
                  </a:cubicBezTo>
                  <a:cubicBezTo>
                    <a:pt x="1123558" y="877894"/>
                    <a:pt x="1115448" y="873790"/>
                    <a:pt x="1115448" y="873790"/>
                  </a:cubicBezTo>
                  <a:cubicBezTo>
                    <a:pt x="1115448" y="873790"/>
                    <a:pt x="1114303" y="868946"/>
                    <a:pt x="1114000" y="867768"/>
                  </a:cubicBezTo>
                  <a:cubicBezTo>
                    <a:pt x="1113697" y="866624"/>
                    <a:pt x="1111981" y="863698"/>
                    <a:pt x="1111981" y="863698"/>
                  </a:cubicBezTo>
                  <a:lnTo>
                    <a:pt x="1113428" y="862554"/>
                  </a:lnTo>
                  <a:lnTo>
                    <a:pt x="1114000" y="859358"/>
                  </a:lnTo>
                  <a:lnTo>
                    <a:pt x="1114303" y="857912"/>
                  </a:lnTo>
                  <a:cubicBezTo>
                    <a:pt x="1114303" y="857912"/>
                    <a:pt x="1114606" y="857609"/>
                    <a:pt x="1111981" y="857037"/>
                  </a:cubicBezTo>
                  <a:cubicBezTo>
                    <a:pt x="1109390" y="856465"/>
                    <a:pt x="1105015" y="855893"/>
                    <a:pt x="1105015" y="855893"/>
                  </a:cubicBezTo>
                  <a:lnTo>
                    <a:pt x="1101548" y="855893"/>
                  </a:lnTo>
                  <a:lnTo>
                    <a:pt x="1099529" y="856768"/>
                  </a:lnTo>
                  <a:lnTo>
                    <a:pt x="1097510" y="857071"/>
                  </a:lnTo>
                  <a:lnTo>
                    <a:pt x="1092596" y="855624"/>
                  </a:lnTo>
                  <a:lnTo>
                    <a:pt x="1089971" y="854749"/>
                  </a:lnTo>
                  <a:lnTo>
                    <a:pt x="1089433" y="852664"/>
                  </a:lnTo>
                  <a:lnTo>
                    <a:pt x="1088120" y="850477"/>
                  </a:lnTo>
                  <a:cubicBezTo>
                    <a:pt x="1088120" y="850477"/>
                    <a:pt x="1086774" y="849199"/>
                    <a:pt x="1086606" y="849199"/>
                  </a:cubicBezTo>
                  <a:cubicBezTo>
                    <a:pt x="1086437" y="849199"/>
                    <a:pt x="1085091" y="848661"/>
                    <a:pt x="1084586" y="848493"/>
                  </a:cubicBezTo>
                  <a:cubicBezTo>
                    <a:pt x="1084081" y="848358"/>
                    <a:pt x="1082769" y="847786"/>
                    <a:pt x="1082634" y="847719"/>
                  </a:cubicBezTo>
                  <a:cubicBezTo>
                    <a:pt x="1082500" y="847685"/>
                    <a:pt x="1080952" y="846945"/>
                    <a:pt x="1081187" y="846373"/>
                  </a:cubicBezTo>
                  <a:cubicBezTo>
                    <a:pt x="1081389" y="845801"/>
                    <a:pt x="1081860" y="845162"/>
                    <a:pt x="1081995" y="844826"/>
                  </a:cubicBezTo>
                  <a:cubicBezTo>
                    <a:pt x="1082096" y="844456"/>
                    <a:pt x="1081658" y="843278"/>
                    <a:pt x="1081456" y="843043"/>
                  </a:cubicBezTo>
                  <a:cubicBezTo>
                    <a:pt x="1081255" y="842841"/>
                    <a:pt x="1079471" y="841462"/>
                    <a:pt x="1078932" y="841058"/>
                  </a:cubicBezTo>
                  <a:cubicBezTo>
                    <a:pt x="1078394" y="840654"/>
                    <a:pt x="1077216" y="839410"/>
                    <a:pt x="1077149" y="839242"/>
                  </a:cubicBezTo>
                  <a:cubicBezTo>
                    <a:pt x="1077081" y="839107"/>
                    <a:pt x="1076846" y="837930"/>
                    <a:pt x="1076846" y="837930"/>
                  </a:cubicBezTo>
                  <a:cubicBezTo>
                    <a:pt x="1076846" y="837930"/>
                    <a:pt x="1076644" y="835878"/>
                    <a:pt x="1076846" y="835676"/>
                  </a:cubicBezTo>
                  <a:cubicBezTo>
                    <a:pt x="1077081" y="835508"/>
                    <a:pt x="1077182" y="833725"/>
                    <a:pt x="1077216" y="833422"/>
                  </a:cubicBezTo>
                  <a:cubicBezTo>
                    <a:pt x="1077250" y="833119"/>
                    <a:pt x="1077283" y="830933"/>
                    <a:pt x="1077283" y="830933"/>
                  </a:cubicBezTo>
                  <a:lnTo>
                    <a:pt x="1079706" y="828746"/>
                  </a:lnTo>
                  <a:lnTo>
                    <a:pt x="1081423" y="827771"/>
                  </a:lnTo>
                  <a:lnTo>
                    <a:pt x="1082803" y="826122"/>
                  </a:lnTo>
                  <a:cubicBezTo>
                    <a:pt x="1082803" y="826122"/>
                    <a:pt x="1083004" y="824608"/>
                    <a:pt x="1083004" y="824440"/>
                  </a:cubicBezTo>
                  <a:cubicBezTo>
                    <a:pt x="1083004" y="824306"/>
                    <a:pt x="1083173" y="822994"/>
                    <a:pt x="1083274" y="822859"/>
                  </a:cubicBezTo>
                  <a:cubicBezTo>
                    <a:pt x="1083341" y="822725"/>
                    <a:pt x="1084856" y="821648"/>
                    <a:pt x="1085192" y="821648"/>
                  </a:cubicBezTo>
                  <a:cubicBezTo>
                    <a:pt x="1085529" y="821648"/>
                    <a:pt x="1086370" y="821211"/>
                    <a:pt x="1087077" y="820874"/>
                  </a:cubicBezTo>
                  <a:cubicBezTo>
                    <a:pt x="1087784" y="820538"/>
                    <a:pt x="1088827" y="819899"/>
                    <a:pt x="1089365" y="819865"/>
                  </a:cubicBezTo>
                  <a:cubicBezTo>
                    <a:pt x="1089904" y="819832"/>
                    <a:pt x="1092495" y="815627"/>
                    <a:pt x="1092495" y="815627"/>
                  </a:cubicBezTo>
                  <a:lnTo>
                    <a:pt x="1094010" y="813373"/>
                  </a:lnTo>
                  <a:lnTo>
                    <a:pt x="1093909" y="811354"/>
                  </a:lnTo>
                  <a:lnTo>
                    <a:pt x="1093505" y="806914"/>
                  </a:lnTo>
                  <a:lnTo>
                    <a:pt x="1094649" y="801061"/>
                  </a:lnTo>
                  <a:lnTo>
                    <a:pt x="1093505" y="795846"/>
                  </a:lnTo>
                  <a:lnTo>
                    <a:pt x="1092764" y="786562"/>
                  </a:lnTo>
                  <a:lnTo>
                    <a:pt x="1089870" y="778758"/>
                  </a:lnTo>
                  <a:lnTo>
                    <a:pt x="1087110" y="772232"/>
                  </a:lnTo>
                  <a:lnTo>
                    <a:pt x="1086505" y="768027"/>
                  </a:lnTo>
                  <a:lnTo>
                    <a:pt x="1083577" y="765739"/>
                  </a:lnTo>
                  <a:lnTo>
                    <a:pt x="1080985" y="765537"/>
                  </a:lnTo>
                  <a:lnTo>
                    <a:pt x="1077283" y="765100"/>
                  </a:lnTo>
                  <a:lnTo>
                    <a:pt x="1074019" y="764023"/>
                  </a:lnTo>
                  <a:lnTo>
                    <a:pt x="1072168" y="761433"/>
                  </a:lnTo>
                  <a:lnTo>
                    <a:pt x="1071629" y="758170"/>
                  </a:lnTo>
                  <a:lnTo>
                    <a:pt x="1072168" y="754907"/>
                  </a:lnTo>
                  <a:lnTo>
                    <a:pt x="1071629" y="751644"/>
                  </a:lnTo>
                  <a:lnTo>
                    <a:pt x="1073043" y="746968"/>
                  </a:lnTo>
                  <a:lnTo>
                    <a:pt x="1074355" y="745454"/>
                  </a:lnTo>
                  <a:cubicBezTo>
                    <a:pt x="1074355" y="745454"/>
                    <a:pt x="1074557" y="743604"/>
                    <a:pt x="1075668" y="743066"/>
                  </a:cubicBezTo>
                  <a:cubicBezTo>
                    <a:pt x="1076745" y="742528"/>
                    <a:pt x="1078495" y="741754"/>
                    <a:pt x="1078495" y="741754"/>
                  </a:cubicBezTo>
                  <a:lnTo>
                    <a:pt x="1079370" y="741418"/>
                  </a:lnTo>
                  <a:cubicBezTo>
                    <a:pt x="1079370" y="741418"/>
                    <a:pt x="1080245" y="740980"/>
                    <a:pt x="1080884" y="740442"/>
                  </a:cubicBezTo>
                  <a:cubicBezTo>
                    <a:pt x="1081524" y="739904"/>
                    <a:pt x="1082634" y="738592"/>
                    <a:pt x="1082634" y="738592"/>
                  </a:cubicBezTo>
                  <a:cubicBezTo>
                    <a:pt x="1082634" y="738592"/>
                    <a:pt x="1083173" y="737078"/>
                    <a:pt x="1083274" y="736641"/>
                  </a:cubicBezTo>
                  <a:cubicBezTo>
                    <a:pt x="1083375" y="736203"/>
                    <a:pt x="1083476" y="734252"/>
                    <a:pt x="1083476" y="733815"/>
                  </a:cubicBezTo>
                  <a:cubicBezTo>
                    <a:pt x="1083476" y="733378"/>
                    <a:pt x="1083711" y="731527"/>
                    <a:pt x="1083375" y="731225"/>
                  </a:cubicBezTo>
                  <a:cubicBezTo>
                    <a:pt x="1083038" y="730888"/>
                    <a:pt x="1081086" y="727962"/>
                    <a:pt x="1081086" y="727962"/>
                  </a:cubicBezTo>
                  <a:lnTo>
                    <a:pt x="1079235" y="724362"/>
                  </a:lnTo>
                  <a:lnTo>
                    <a:pt x="1076610" y="721738"/>
                  </a:lnTo>
                  <a:cubicBezTo>
                    <a:pt x="1076610" y="721738"/>
                    <a:pt x="1075399" y="721301"/>
                    <a:pt x="1074995" y="721301"/>
                  </a:cubicBezTo>
                  <a:cubicBezTo>
                    <a:pt x="1074557" y="721301"/>
                    <a:pt x="1071629" y="720426"/>
                    <a:pt x="1071629" y="720426"/>
                  </a:cubicBezTo>
                  <a:lnTo>
                    <a:pt x="1068802" y="719888"/>
                  </a:lnTo>
                  <a:lnTo>
                    <a:pt x="1067725" y="718273"/>
                  </a:lnTo>
                  <a:lnTo>
                    <a:pt x="1066548" y="714472"/>
                  </a:lnTo>
                  <a:lnTo>
                    <a:pt x="1064797" y="711209"/>
                  </a:lnTo>
                  <a:lnTo>
                    <a:pt x="1063485" y="708922"/>
                  </a:lnTo>
                  <a:lnTo>
                    <a:pt x="1061196" y="706197"/>
                  </a:lnTo>
                  <a:lnTo>
                    <a:pt x="1059244" y="704246"/>
                  </a:lnTo>
                  <a:lnTo>
                    <a:pt x="1056653" y="703270"/>
                  </a:lnTo>
                  <a:lnTo>
                    <a:pt x="1051235" y="703068"/>
                  </a:lnTo>
                  <a:lnTo>
                    <a:pt x="1049485" y="702194"/>
                  </a:lnTo>
                  <a:lnTo>
                    <a:pt x="1047533" y="700108"/>
                  </a:lnTo>
                  <a:cubicBezTo>
                    <a:pt x="1047533" y="700108"/>
                    <a:pt x="1047970" y="699099"/>
                    <a:pt x="1047970" y="698796"/>
                  </a:cubicBezTo>
                  <a:cubicBezTo>
                    <a:pt x="1047970" y="698493"/>
                    <a:pt x="1047533" y="697148"/>
                    <a:pt x="1047533" y="697148"/>
                  </a:cubicBezTo>
                  <a:cubicBezTo>
                    <a:pt x="1047533" y="697148"/>
                    <a:pt x="1045850" y="695903"/>
                    <a:pt x="1045076" y="695163"/>
                  </a:cubicBezTo>
                  <a:cubicBezTo>
                    <a:pt x="1044268" y="694457"/>
                    <a:pt x="1042754" y="692775"/>
                    <a:pt x="1042686" y="692472"/>
                  </a:cubicBezTo>
                  <a:cubicBezTo>
                    <a:pt x="1042619" y="692169"/>
                    <a:pt x="1042350" y="689579"/>
                    <a:pt x="1042350" y="689579"/>
                  </a:cubicBezTo>
                  <a:lnTo>
                    <a:pt x="1041643" y="685677"/>
                  </a:lnTo>
                  <a:lnTo>
                    <a:pt x="1041643" y="682851"/>
                  </a:lnTo>
                  <a:lnTo>
                    <a:pt x="1040129" y="682044"/>
                  </a:lnTo>
                  <a:lnTo>
                    <a:pt x="1037167" y="681976"/>
                  </a:lnTo>
                  <a:lnTo>
                    <a:pt x="1033835" y="681976"/>
                  </a:lnTo>
                  <a:lnTo>
                    <a:pt x="1030705" y="681236"/>
                  </a:lnTo>
                  <a:cubicBezTo>
                    <a:pt x="1030705" y="681236"/>
                    <a:pt x="1029393" y="681169"/>
                    <a:pt x="1029124" y="681236"/>
                  </a:cubicBezTo>
                  <a:cubicBezTo>
                    <a:pt x="1028821" y="681304"/>
                    <a:pt x="1027441" y="681203"/>
                    <a:pt x="1027441" y="681203"/>
                  </a:cubicBezTo>
                  <a:lnTo>
                    <a:pt x="1023268" y="680227"/>
                  </a:lnTo>
                  <a:lnTo>
                    <a:pt x="1021316" y="677502"/>
                  </a:lnTo>
                  <a:lnTo>
                    <a:pt x="1020777" y="675652"/>
                  </a:lnTo>
                  <a:lnTo>
                    <a:pt x="1020777" y="674138"/>
                  </a:lnTo>
                  <a:lnTo>
                    <a:pt x="1023369" y="672625"/>
                  </a:lnTo>
                  <a:lnTo>
                    <a:pt x="1024883" y="671548"/>
                  </a:lnTo>
                  <a:lnTo>
                    <a:pt x="1028585" y="671548"/>
                  </a:lnTo>
                  <a:lnTo>
                    <a:pt x="1032052" y="671548"/>
                  </a:lnTo>
                  <a:lnTo>
                    <a:pt x="1033801" y="670371"/>
                  </a:lnTo>
                  <a:lnTo>
                    <a:pt x="1035552" y="669395"/>
                  </a:lnTo>
                  <a:lnTo>
                    <a:pt x="1038379" y="668083"/>
                  </a:lnTo>
                  <a:cubicBezTo>
                    <a:pt x="1038379" y="668083"/>
                    <a:pt x="1039422" y="667108"/>
                    <a:pt x="1039422" y="666771"/>
                  </a:cubicBezTo>
                  <a:cubicBezTo>
                    <a:pt x="1039422" y="666435"/>
                    <a:pt x="1039893" y="665258"/>
                    <a:pt x="1039893" y="664820"/>
                  </a:cubicBezTo>
                  <a:cubicBezTo>
                    <a:pt x="1039893" y="664383"/>
                    <a:pt x="1039893" y="661994"/>
                    <a:pt x="1039893" y="661994"/>
                  </a:cubicBezTo>
                  <a:lnTo>
                    <a:pt x="1039253" y="660245"/>
                  </a:lnTo>
                  <a:cubicBezTo>
                    <a:pt x="1039253" y="660245"/>
                    <a:pt x="1038715" y="659371"/>
                    <a:pt x="1037739" y="659371"/>
                  </a:cubicBezTo>
                  <a:cubicBezTo>
                    <a:pt x="1036763" y="659371"/>
                    <a:pt x="1035552" y="659371"/>
                    <a:pt x="1035552" y="659371"/>
                  </a:cubicBezTo>
                  <a:lnTo>
                    <a:pt x="1032052" y="659371"/>
                  </a:lnTo>
                  <a:lnTo>
                    <a:pt x="1025085" y="659371"/>
                  </a:lnTo>
                  <a:lnTo>
                    <a:pt x="1019869" y="659371"/>
                  </a:lnTo>
                  <a:cubicBezTo>
                    <a:pt x="1019869" y="659371"/>
                    <a:pt x="1013138" y="659471"/>
                    <a:pt x="1012700" y="659371"/>
                  </a:cubicBezTo>
                  <a:cubicBezTo>
                    <a:pt x="1012263" y="659270"/>
                    <a:pt x="1008359" y="659909"/>
                    <a:pt x="1006945" y="659371"/>
                  </a:cubicBezTo>
                  <a:cubicBezTo>
                    <a:pt x="1005532" y="658832"/>
                    <a:pt x="1001628" y="657958"/>
                    <a:pt x="1000753" y="658059"/>
                  </a:cubicBezTo>
                  <a:cubicBezTo>
                    <a:pt x="999878" y="658159"/>
                    <a:pt x="997825" y="658462"/>
                    <a:pt x="996714" y="658059"/>
                  </a:cubicBezTo>
                  <a:cubicBezTo>
                    <a:pt x="995637" y="657621"/>
                    <a:pt x="993012" y="656175"/>
                    <a:pt x="993012" y="656175"/>
                  </a:cubicBezTo>
                  <a:lnTo>
                    <a:pt x="990825" y="652441"/>
                  </a:lnTo>
                  <a:lnTo>
                    <a:pt x="986752" y="652441"/>
                  </a:lnTo>
                  <a:lnTo>
                    <a:pt x="984026" y="656578"/>
                  </a:lnTo>
                  <a:lnTo>
                    <a:pt x="981738" y="655266"/>
                  </a:lnTo>
                  <a:cubicBezTo>
                    <a:pt x="981738" y="655266"/>
                    <a:pt x="977969" y="653517"/>
                    <a:pt x="977767" y="653450"/>
                  </a:cubicBezTo>
                  <a:cubicBezTo>
                    <a:pt x="977565" y="653383"/>
                    <a:pt x="972617" y="650422"/>
                    <a:pt x="972617" y="650422"/>
                  </a:cubicBezTo>
                  <a:cubicBezTo>
                    <a:pt x="972617" y="650422"/>
                    <a:pt x="966963" y="644771"/>
                    <a:pt x="965887" y="643694"/>
                  </a:cubicBezTo>
                  <a:cubicBezTo>
                    <a:pt x="964810" y="642618"/>
                    <a:pt x="957204" y="635217"/>
                    <a:pt x="956901" y="634915"/>
                  </a:cubicBezTo>
                  <a:cubicBezTo>
                    <a:pt x="956598" y="634612"/>
                    <a:pt x="948117" y="624789"/>
                    <a:pt x="948117" y="624789"/>
                  </a:cubicBezTo>
                  <a:lnTo>
                    <a:pt x="947040" y="620450"/>
                  </a:lnTo>
                  <a:lnTo>
                    <a:pt x="942396" y="616110"/>
                  </a:lnTo>
                  <a:cubicBezTo>
                    <a:pt x="942396" y="616110"/>
                    <a:pt x="938929" y="614663"/>
                    <a:pt x="938323" y="614361"/>
                  </a:cubicBezTo>
                  <a:cubicBezTo>
                    <a:pt x="937751" y="614058"/>
                    <a:pt x="930785" y="612174"/>
                    <a:pt x="930213" y="611602"/>
                  </a:cubicBezTo>
                  <a:cubicBezTo>
                    <a:pt x="929641" y="611030"/>
                    <a:pt x="925871" y="608978"/>
                    <a:pt x="925299" y="608978"/>
                  </a:cubicBezTo>
                  <a:cubicBezTo>
                    <a:pt x="924727" y="608978"/>
                    <a:pt x="920655" y="608978"/>
                    <a:pt x="920655" y="608978"/>
                  </a:cubicBezTo>
                  <a:lnTo>
                    <a:pt x="916010" y="606960"/>
                  </a:lnTo>
                  <a:cubicBezTo>
                    <a:pt x="916010" y="606960"/>
                    <a:pt x="916448" y="605345"/>
                    <a:pt x="916010" y="604639"/>
                  </a:cubicBezTo>
                  <a:cubicBezTo>
                    <a:pt x="915573" y="603899"/>
                    <a:pt x="916448" y="601443"/>
                    <a:pt x="916010" y="600871"/>
                  </a:cubicBezTo>
                  <a:cubicBezTo>
                    <a:pt x="915573" y="600299"/>
                    <a:pt x="916179" y="598415"/>
                    <a:pt x="915876" y="597675"/>
                  </a:cubicBezTo>
                  <a:cubicBezTo>
                    <a:pt x="915573" y="596969"/>
                    <a:pt x="915573" y="595657"/>
                    <a:pt x="914698" y="594210"/>
                  </a:cubicBezTo>
                  <a:cubicBezTo>
                    <a:pt x="913823" y="592764"/>
                    <a:pt x="912948" y="590746"/>
                    <a:pt x="912948" y="590746"/>
                  </a:cubicBezTo>
                  <a:cubicBezTo>
                    <a:pt x="912948" y="590746"/>
                    <a:pt x="912376" y="587987"/>
                    <a:pt x="912376" y="587550"/>
                  </a:cubicBezTo>
                  <a:cubicBezTo>
                    <a:pt x="912376" y="587113"/>
                    <a:pt x="912510" y="584489"/>
                    <a:pt x="912376" y="583917"/>
                  </a:cubicBezTo>
                  <a:cubicBezTo>
                    <a:pt x="912241" y="583345"/>
                    <a:pt x="912376" y="579443"/>
                    <a:pt x="912376" y="579443"/>
                  </a:cubicBezTo>
                  <a:lnTo>
                    <a:pt x="912308" y="578804"/>
                  </a:lnTo>
                  <a:lnTo>
                    <a:pt x="914126" y="575978"/>
                  </a:lnTo>
                  <a:lnTo>
                    <a:pt x="918905" y="575978"/>
                  </a:lnTo>
                  <a:lnTo>
                    <a:pt x="921059" y="575978"/>
                  </a:lnTo>
                  <a:lnTo>
                    <a:pt x="924121" y="575978"/>
                  </a:lnTo>
                  <a:lnTo>
                    <a:pt x="926746" y="577424"/>
                  </a:lnTo>
                  <a:lnTo>
                    <a:pt x="929641" y="575978"/>
                  </a:lnTo>
                  <a:cubicBezTo>
                    <a:pt x="929641" y="575978"/>
                    <a:pt x="930213" y="573960"/>
                    <a:pt x="930213" y="573354"/>
                  </a:cubicBezTo>
                  <a:cubicBezTo>
                    <a:pt x="930213" y="572782"/>
                    <a:pt x="930213" y="569889"/>
                    <a:pt x="930213" y="569889"/>
                  </a:cubicBezTo>
                  <a:lnTo>
                    <a:pt x="929641" y="562051"/>
                  </a:lnTo>
                  <a:lnTo>
                    <a:pt x="929775" y="559730"/>
                  </a:lnTo>
                  <a:lnTo>
                    <a:pt x="928631" y="558283"/>
                  </a:lnTo>
                  <a:lnTo>
                    <a:pt x="928496" y="557106"/>
                  </a:lnTo>
                  <a:cubicBezTo>
                    <a:pt x="928496" y="557106"/>
                    <a:pt x="929068" y="556097"/>
                    <a:pt x="929237" y="555660"/>
                  </a:cubicBezTo>
                  <a:cubicBezTo>
                    <a:pt x="929371" y="555222"/>
                    <a:pt x="930246" y="553776"/>
                    <a:pt x="930246" y="553776"/>
                  </a:cubicBezTo>
                  <a:lnTo>
                    <a:pt x="930246" y="552464"/>
                  </a:lnTo>
                  <a:cubicBezTo>
                    <a:pt x="930246" y="552464"/>
                    <a:pt x="929674" y="550445"/>
                    <a:pt x="929506" y="549840"/>
                  </a:cubicBezTo>
                  <a:cubicBezTo>
                    <a:pt x="929371" y="549268"/>
                    <a:pt x="927318" y="547149"/>
                    <a:pt x="926881" y="546577"/>
                  </a:cubicBezTo>
                  <a:cubicBezTo>
                    <a:pt x="926443" y="546005"/>
                    <a:pt x="923549" y="544626"/>
                    <a:pt x="923549" y="544626"/>
                  </a:cubicBezTo>
                  <a:lnTo>
                    <a:pt x="920655" y="544626"/>
                  </a:lnTo>
                  <a:lnTo>
                    <a:pt x="919713" y="542843"/>
                  </a:lnTo>
                  <a:cubicBezTo>
                    <a:pt x="919713" y="542843"/>
                    <a:pt x="919713" y="542204"/>
                    <a:pt x="919780" y="542136"/>
                  </a:cubicBezTo>
                  <a:cubicBezTo>
                    <a:pt x="919881" y="542069"/>
                    <a:pt x="920688" y="541228"/>
                    <a:pt x="920890" y="541127"/>
                  </a:cubicBezTo>
                  <a:cubicBezTo>
                    <a:pt x="921092" y="541026"/>
                    <a:pt x="922439" y="540354"/>
                    <a:pt x="922775" y="540219"/>
                  </a:cubicBezTo>
                  <a:cubicBezTo>
                    <a:pt x="923112" y="540084"/>
                    <a:pt x="926645" y="538268"/>
                    <a:pt x="926645" y="538268"/>
                  </a:cubicBezTo>
                  <a:lnTo>
                    <a:pt x="938559" y="533222"/>
                  </a:lnTo>
                  <a:lnTo>
                    <a:pt x="947679" y="528109"/>
                  </a:lnTo>
                  <a:cubicBezTo>
                    <a:pt x="947679" y="528109"/>
                    <a:pt x="957136" y="523668"/>
                    <a:pt x="957473" y="523332"/>
                  </a:cubicBezTo>
                  <a:cubicBezTo>
                    <a:pt x="957810" y="522995"/>
                    <a:pt x="961613" y="520304"/>
                    <a:pt x="962353" y="519430"/>
                  </a:cubicBezTo>
                  <a:cubicBezTo>
                    <a:pt x="963127" y="518555"/>
                    <a:pt x="967367" y="513038"/>
                    <a:pt x="967367" y="513038"/>
                  </a:cubicBezTo>
                  <a:lnTo>
                    <a:pt x="969319" y="506411"/>
                  </a:lnTo>
                  <a:lnTo>
                    <a:pt x="973021" y="500423"/>
                  </a:lnTo>
                  <a:cubicBezTo>
                    <a:pt x="973021" y="500423"/>
                    <a:pt x="974233" y="497261"/>
                    <a:pt x="974771" y="496958"/>
                  </a:cubicBezTo>
                  <a:cubicBezTo>
                    <a:pt x="975310" y="496622"/>
                    <a:pt x="979449" y="495781"/>
                    <a:pt x="979449" y="495781"/>
                  </a:cubicBezTo>
                  <a:lnTo>
                    <a:pt x="980762" y="493393"/>
                  </a:lnTo>
                  <a:lnTo>
                    <a:pt x="984666" y="489490"/>
                  </a:lnTo>
                  <a:cubicBezTo>
                    <a:pt x="984666" y="489490"/>
                    <a:pt x="984767" y="487876"/>
                    <a:pt x="985204" y="487539"/>
                  </a:cubicBezTo>
                  <a:cubicBezTo>
                    <a:pt x="985642" y="487203"/>
                    <a:pt x="988368" y="484613"/>
                    <a:pt x="988772" y="484276"/>
                  </a:cubicBezTo>
                  <a:cubicBezTo>
                    <a:pt x="989209" y="483940"/>
                    <a:pt x="991801" y="482325"/>
                    <a:pt x="992238" y="482224"/>
                  </a:cubicBezTo>
                  <a:cubicBezTo>
                    <a:pt x="992676" y="482123"/>
                    <a:pt x="994089" y="479399"/>
                    <a:pt x="994089" y="479399"/>
                  </a:cubicBezTo>
                  <a:cubicBezTo>
                    <a:pt x="994089" y="479399"/>
                    <a:pt x="994089" y="474723"/>
                    <a:pt x="993988" y="474285"/>
                  </a:cubicBezTo>
                  <a:cubicBezTo>
                    <a:pt x="993887" y="473848"/>
                    <a:pt x="992911" y="469845"/>
                    <a:pt x="992911" y="469509"/>
                  </a:cubicBezTo>
                  <a:cubicBezTo>
                    <a:pt x="992911" y="469172"/>
                    <a:pt x="992373" y="463756"/>
                    <a:pt x="992373" y="463756"/>
                  </a:cubicBezTo>
                  <a:cubicBezTo>
                    <a:pt x="992373" y="463756"/>
                    <a:pt x="990623" y="461132"/>
                    <a:pt x="990084" y="460594"/>
                  </a:cubicBezTo>
                  <a:cubicBezTo>
                    <a:pt x="989546" y="460056"/>
                    <a:pt x="987358" y="456456"/>
                    <a:pt x="987358" y="456456"/>
                  </a:cubicBezTo>
                  <a:lnTo>
                    <a:pt x="986483" y="453530"/>
                  </a:lnTo>
                  <a:lnTo>
                    <a:pt x="985945" y="451478"/>
                  </a:lnTo>
                  <a:lnTo>
                    <a:pt x="983555" y="447575"/>
                  </a:lnTo>
                  <a:cubicBezTo>
                    <a:pt x="983555" y="447575"/>
                    <a:pt x="982142" y="445826"/>
                    <a:pt x="982142" y="445523"/>
                  </a:cubicBezTo>
                  <a:cubicBezTo>
                    <a:pt x="982142" y="445187"/>
                    <a:pt x="982916" y="442899"/>
                    <a:pt x="983993" y="442159"/>
                  </a:cubicBezTo>
                  <a:cubicBezTo>
                    <a:pt x="985070" y="441386"/>
                    <a:pt x="985945" y="439771"/>
                    <a:pt x="985945" y="439771"/>
                  </a:cubicBezTo>
                  <a:cubicBezTo>
                    <a:pt x="985945" y="439771"/>
                    <a:pt x="986820" y="439334"/>
                    <a:pt x="986921" y="438694"/>
                  </a:cubicBezTo>
                  <a:cubicBezTo>
                    <a:pt x="987022" y="438055"/>
                    <a:pt x="987022" y="435970"/>
                    <a:pt x="987022" y="435970"/>
                  </a:cubicBezTo>
                  <a:cubicBezTo>
                    <a:pt x="987022" y="435970"/>
                    <a:pt x="984632" y="433783"/>
                    <a:pt x="984195" y="433144"/>
                  </a:cubicBezTo>
                  <a:cubicBezTo>
                    <a:pt x="983757" y="432505"/>
                    <a:pt x="983118" y="430554"/>
                    <a:pt x="980594" y="429444"/>
                  </a:cubicBezTo>
                  <a:cubicBezTo>
                    <a:pt x="978103" y="428367"/>
                    <a:pt x="976992" y="427694"/>
                    <a:pt x="976555" y="427493"/>
                  </a:cubicBezTo>
                  <a:cubicBezTo>
                    <a:pt x="976118" y="427291"/>
                    <a:pt x="973526" y="426517"/>
                    <a:pt x="972416" y="426517"/>
                  </a:cubicBezTo>
                  <a:cubicBezTo>
                    <a:pt x="971339" y="426517"/>
                    <a:pt x="967536" y="426517"/>
                    <a:pt x="967536" y="426517"/>
                  </a:cubicBezTo>
                  <a:cubicBezTo>
                    <a:pt x="967536" y="426517"/>
                    <a:pt x="964507" y="426080"/>
                    <a:pt x="963194" y="425979"/>
                  </a:cubicBezTo>
                  <a:cubicBezTo>
                    <a:pt x="961882" y="425878"/>
                    <a:pt x="957641" y="425777"/>
                    <a:pt x="956228" y="425979"/>
                  </a:cubicBezTo>
                  <a:cubicBezTo>
                    <a:pt x="954814" y="426181"/>
                    <a:pt x="952088" y="427156"/>
                    <a:pt x="951752" y="427392"/>
                  </a:cubicBezTo>
                  <a:cubicBezTo>
                    <a:pt x="951449" y="427593"/>
                    <a:pt x="948487" y="428468"/>
                    <a:pt x="948184" y="428704"/>
                  </a:cubicBezTo>
                  <a:cubicBezTo>
                    <a:pt x="947848" y="428905"/>
                    <a:pt x="945694" y="429040"/>
                    <a:pt x="945357" y="429242"/>
                  </a:cubicBezTo>
                  <a:cubicBezTo>
                    <a:pt x="945021" y="429444"/>
                    <a:pt x="943069" y="430655"/>
                    <a:pt x="942766" y="430756"/>
                  </a:cubicBezTo>
                  <a:cubicBezTo>
                    <a:pt x="942429" y="430857"/>
                    <a:pt x="942429" y="431193"/>
                    <a:pt x="940814" y="431630"/>
                  </a:cubicBezTo>
                  <a:cubicBezTo>
                    <a:pt x="939198" y="432067"/>
                    <a:pt x="937549" y="431967"/>
                    <a:pt x="936237" y="432505"/>
                  </a:cubicBezTo>
                  <a:cubicBezTo>
                    <a:pt x="934924" y="433043"/>
                    <a:pt x="932535" y="434120"/>
                    <a:pt x="932097" y="434456"/>
                  </a:cubicBezTo>
                  <a:cubicBezTo>
                    <a:pt x="931660" y="434792"/>
                    <a:pt x="928496" y="436071"/>
                    <a:pt x="928496" y="436071"/>
                  </a:cubicBezTo>
                  <a:lnTo>
                    <a:pt x="926544" y="436306"/>
                  </a:lnTo>
                  <a:cubicBezTo>
                    <a:pt x="926544" y="436306"/>
                    <a:pt x="924794" y="437181"/>
                    <a:pt x="924491" y="438055"/>
                  </a:cubicBezTo>
                  <a:cubicBezTo>
                    <a:pt x="924155" y="438930"/>
                    <a:pt x="922439" y="441419"/>
                    <a:pt x="922439" y="441419"/>
                  </a:cubicBezTo>
                  <a:cubicBezTo>
                    <a:pt x="922439" y="441419"/>
                    <a:pt x="920352" y="443269"/>
                    <a:pt x="919511" y="443909"/>
                  </a:cubicBezTo>
                  <a:cubicBezTo>
                    <a:pt x="918636" y="444548"/>
                    <a:pt x="915708" y="446398"/>
                    <a:pt x="915708" y="446398"/>
                  </a:cubicBezTo>
                  <a:lnTo>
                    <a:pt x="910054" y="450199"/>
                  </a:lnTo>
                  <a:lnTo>
                    <a:pt x="904501" y="454640"/>
                  </a:lnTo>
                  <a:cubicBezTo>
                    <a:pt x="904501" y="454640"/>
                    <a:pt x="903626" y="455615"/>
                    <a:pt x="903323" y="455952"/>
                  </a:cubicBezTo>
                  <a:cubicBezTo>
                    <a:pt x="902986" y="456288"/>
                    <a:pt x="901135" y="456725"/>
                    <a:pt x="900832" y="457028"/>
                  </a:cubicBezTo>
                  <a:cubicBezTo>
                    <a:pt x="900496" y="457364"/>
                    <a:pt x="900731" y="457802"/>
                    <a:pt x="898544" y="457802"/>
                  </a:cubicBezTo>
                  <a:cubicBezTo>
                    <a:pt x="896356" y="457802"/>
                    <a:pt x="892789" y="457802"/>
                    <a:pt x="892789" y="457802"/>
                  </a:cubicBezTo>
                  <a:cubicBezTo>
                    <a:pt x="892789" y="457802"/>
                    <a:pt x="889322" y="457903"/>
                    <a:pt x="888649" y="458138"/>
                  </a:cubicBezTo>
                  <a:cubicBezTo>
                    <a:pt x="888010" y="458340"/>
                    <a:pt x="882019" y="458340"/>
                    <a:pt x="882019" y="458340"/>
                  </a:cubicBezTo>
                  <a:cubicBezTo>
                    <a:pt x="882019" y="458340"/>
                    <a:pt x="875928" y="457903"/>
                    <a:pt x="875490" y="457802"/>
                  </a:cubicBezTo>
                  <a:cubicBezTo>
                    <a:pt x="875053" y="457701"/>
                    <a:pt x="873740" y="455312"/>
                    <a:pt x="873336" y="454640"/>
                  </a:cubicBezTo>
                  <a:cubicBezTo>
                    <a:pt x="872899" y="454000"/>
                    <a:pt x="871587" y="452453"/>
                    <a:pt x="871149" y="452453"/>
                  </a:cubicBezTo>
                  <a:cubicBezTo>
                    <a:pt x="870711" y="452453"/>
                    <a:pt x="868322" y="451579"/>
                    <a:pt x="866370" y="451579"/>
                  </a:cubicBezTo>
                  <a:cubicBezTo>
                    <a:pt x="864418" y="451579"/>
                    <a:pt x="860480" y="451478"/>
                    <a:pt x="860178" y="451780"/>
                  </a:cubicBezTo>
                  <a:cubicBezTo>
                    <a:pt x="859841" y="452117"/>
                    <a:pt x="857788" y="451679"/>
                    <a:pt x="857788" y="451679"/>
                  </a:cubicBezTo>
                  <a:lnTo>
                    <a:pt x="853884" y="449190"/>
                  </a:lnTo>
                  <a:lnTo>
                    <a:pt x="851394" y="444851"/>
                  </a:lnTo>
                  <a:cubicBezTo>
                    <a:pt x="851394" y="444851"/>
                    <a:pt x="850620" y="443337"/>
                    <a:pt x="850317" y="443000"/>
                  </a:cubicBezTo>
                  <a:cubicBezTo>
                    <a:pt x="849980" y="442664"/>
                    <a:pt x="847927" y="438964"/>
                    <a:pt x="847591" y="438863"/>
                  </a:cubicBezTo>
                  <a:cubicBezTo>
                    <a:pt x="847254" y="438762"/>
                    <a:pt x="844528" y="438425"/>
                    <a:pt x="844124" y="438425"/>
                  </a:cubicBezTo>
                  <a:cubicBezTo>
                    <a:pt x="843687" y="438425"/>
                    <a:pt x="841398" y="439636"/>
                    <a:pt x="840658" y="440376"/>
                  </a:cubicBezTo>
                  <a:cubicBezTo>
                    <a:pt x="839884" y="441150"/>
                    <a:pt x="839009" y="441352"/>
                    <a:pt x="838706" y="441991"/>
                  </a:cubicBezTo>
                  <a:cubicBezTo>
                    <a:pt x="838369" y="442630"/>
                    <a:pt x="837831" y="443841"/>
                    <a:pt x="837393" y="443841"/>
                  </a:cubicBezTo>
                  <a:cubicBezTo>
                    <a:pt x="836956" y="443841"/>
                    <a:pt x="833691" y="443841"/>
                    <a:pt x="833691" y="443841"/>
                  </a:cubicBezTo>
                  <a:cubicBezTo>
                    <a:pt x="833691" y="443841"/>
                    <a:pt x="831066" y="443640"/>
                    <a:pt x="829350" y="444043"/>
                  </a:cubicBezTo>
                  <a:cubicBezTo>
                    <a:pt x="827600" y="444481"/>
                    <a:pt x="825984" y="445120"/>
                    <a:pt x="825984" y="445120"/>
                  </a:cubicBezTo>
                  <a:lnTo>
                    <a:pt x="823797" y="446734"/>
                  </a:lnTo>
                  <a:cubicBezTo>
                    <a:pt x="823797" y="446734"/>
                    <a:pt x="818581" y="448585"/>
                    <a:pt x="818143" y="448786"/>
                  </a:cubicBezTo>
                  <a:cubicBezTo>
                    <a:pt x="817705" y="449022"/>
                    <a:pt x="814003" y="450098"/>
                    <a:pt x="813566" y="450199"/>
                  </a:cubicBezTo>
                  <a:cubicBezTo>
                    <a:pt x="813128" y="450300"/>
                    <a:pt x="810739" y="452117"/>
                    <a:pt x="810739" y="452117"/>
                  </a:cubicBezTo>
                  <a:lnTo>
                    <a:pt x="807811" y="452487"/>
                  </a:lnTo>
                  <a:lnTo>
                    <a:pt x="804143" y="452487"/>
                  </a:lnTo>
                  <a:cubicBezTo>
                    <a:pt x="804143" y="452487"/>
                    <a:pt x="800239" y="450872"/>
                    <a:pt x="799801" y="450738"/>
                  </a:cubicBezTo>
                  <a:cubicBezTo>
                    <a:pt x="799364" y="450637"/>
                    <a:pt x="795897" y="449964"/>
                    <a:pt x="795897" y="449964"/>
                  </a:cubicBezTo>
                  <a:cubicBezTo>
                    <a:pt x="795897" y="449964"/>
                    <a:pt x="792969" y="448753"/>
                    <a:pt x="792195" y="448652"/>
                  </a:cubicBezTo>
                  <a:cubicBezTo>
                    <a:pt x="791421" y="448551"/>
                    <a:pt x="787955" y="446701"/>
                    <a:pt x="787315" y="446701"/>
                  </a:cubicBezTo>
                  <a:cubicBezTo>
                    <a:pt x="786676" y="446701"/>
                    <a:pt x="785902" y="446465"/>
                    <a:pt x="785464" y="446465"/>
                  </a:cubicBezTo>
                  <a:cubicBezTo>
                    <a:pt x="785027" y="446465"/>
                    <a:pt x="781661" y="447004"/>
                    <a:pt x="781661" y="447004"/>
                  </a:cubicBezTo>
                  <a:lnTo>
                    <a:pt x="780786" y="449190"/>
                  </a:lnTo>
                  <a:cubicBezTo>
                    <a:pt x="780786" y="449190"/>
                    <a:pt x="781123" y="451679"/>
                    <a:pt x="781561" y="452016"/>
                  </a:cubicBezTo>
                  <a:cubicBezTo>
                    <a:pt x="781998" y="452352"/>
                    <a:pt x="784926" y="453765"/>
                    <a:pt x="784926" y="453765"/>
                  </a:cubicBezTo>
                  <a:lnTo>
                    <a:pt x="790041" y="456389"/>
                  </a:lnTo>
                  <a:lnTo>
                    <a:pt x="794719" y="458777"/>
                  </a:lnTo>
                  <a:cubicBezTo>
                    <a:pt x="794719" y="458777"/>
                    <a:pt x="795493" y="462242"/>
                    <a:pt x="795796" y="462478"/>
                  </a:cubicBezTo>
                  <a:cubicBezTo>
                    <a:pt x="796133" y="462680"/>
                    <a:pt x="797008" y="465943"/>
                    <a:pt x="797008" y="465943"/>
                  </a:cubicBezTo>
                  <a:cubicBezTo>
                    <a:pt x="797008" y="465943"/>
                    <a:pt x="798522" y="469542"/>
                    <a:pt x="798859" y="469744"/>
                  </a:cubicBezTo>
                  <a:cubicBezTo>
                    <a:pt x="799195" y="469946"/>
                    <a:pt x="802561" y="473209"/>
                    <a:pt x="802561" y="473209"/>
                  </a:cubicBezTo>
                  <a:cubicBezTo>
                    <a:pt x="802561" y="473209"/>
                    <a:pt x="803200" y="474622"/>
                    <a:pt x="804075" y="474723"/>
                  </a:cubicBezTo>
                  <a:cubicBezTo>
                    <a:pt x="804950" y="474823"/>
                    <a:pt x="807239" y="476775"/>
                    <a:pt x="807542" y="477346"/>
                  </a:cubicBezTo>
                  <a:cubicBezTo>
                    <a:pt x="807845" y="477885"/>
                    <a:pt x="808518" y="479634"/>
                    <a:pt x="808518" y="479634"/>
                  </a:cubicBezTo>
                  <a:cubicBezTo>
                    <a:pt x="808518" y="479634"/>
                    <a:pt x="807542" y="481686"/>
                    <a:pt x="805792" y="482258"/>
                  </a:cubicBezTo>
                  <a:cubicBezTo>
                    <a:pt x="804042" y="482796"/>
                    <a:pt x="801316" y="485286"/>
                    <a:pt x="800239" y="485857"/>
                  </a:cubicBezTo>
                  <a:cubicBezTo>
                    <a:pt x="799162" y="486395"/>
                    <a:pt x="798186" y="486934"/>
                    <a:pt x="796974" y="487808"/>
                  </a:cubicBezTo>
                  <a:cubicBezTo>
                    <a:pt x="795763" y="488683"/>
                    <a:pt x="792936" y="492148"/>
                    <a:pt x="792936" y="492148"/>
                  </a:cubicBezTo>
                  <a:lnTo>
                    <a:pt x="791522" y="493897"/>
                  </a:lnTo>
                  <a:cubicBezTo>
                    <a:pt x="791522" y="493897"/>
                    <a:pt x="788359" y="496622"/>
                    <a:pt x="788056" y="497160"/>
                  </a:cubicBezTo>
                  <a:cubicBezTo>
                    <a:pt x="787719" y="497699"/>
                    <a:pt x="785868" y="500087"/>
                    <a:pt x="785868" y="500524"/>
                  </a:cubicBezTo>
                  <a:cubicBezTo>
                    <a:pt x="785868" y="500961"/>
                    <a:pt x="785431" y="502812"/>
                    <a:pt x="785431" y="503249"/>
                  </a:cubicBezTo>
                  <a:cubicBezTo>
                    <a:pt x="785431" y="503686"/>
                    <a:pt x="785094" y="506277"/>
                    <a:pt x="784657" y="506512"/>
                  </a:cubicBezTo>
                  <a:cubicBezTo>
                    <a:pt x="784219" y="506747"/>
                    <a:pt x="783681" y="506949"/>
                    <a:pt x="782469" y="507151"/>
                  </a:cubicBezTo>
                  <a:cubicBezTo>
                    <a:pt x="781258" y="507353"/>
                    <a:pt x="779541" y="507252"/>
                    <a:pt x="779104" y="506714"/>
                  </a:cubicBezTo>
                  <a:cubicBezTo>
                    <a:pt x="778666" y="506176"/>
                    <a:pt x="777354" y="505839"/>
                    <a:pt x="777051" y="504325"/>
                  </a:cubicBezTo>
                  <a:cubicBezTo>
                    <a:pt x="776714" y="502812"/>
                    <a:pt x="775200" y="499751"/>
                    <a:pt x="775200" y="499751"/>
                  </a:cubicBezTo>
                  <a:lnTo>
                    <a:pt x="771397" y="498001"/>
                  </a:lnTo>
                  <a:cubicBezTo>
                    <a:pt x="771397" y="498001"/>
                    <a:pt x="768469" y="498775"/>
                    <a:pt x="768132" y="498977"/>
                  </a:cubicBezTo>
                  <a:cubicBezTo>
                    <a:pt x="767796" y="499178"/>
                    <a:pt x="764767" y="501802"/>
                    <a:pt x="764767" y="501802"/>
                  </a:cubicBezTo>
                  <a:cubicBezTo>
                    <a:pt x="764767" y="501802"/>
                    <a:pt x="764666" y="502879"/>
                    <a:pt x="763791" y="502442"/>
                  </a:cubicBezTo>
                  <a:cubicBezTo>
                    <a:pt x="762916" y="502004"/>
                    <a:pt x="760964" y="501130"/>
                    <a:pt x="759988" y="499280"/>
                  </a:cubicBezTo>
                  <a:cubicBezTo>
                    <a:pt x="759012" y="497429"/>
                    <a:pt x="758036" y="495276"/>
                    <a:pt x="757699" y="494503"/>
                  </a:cubicBezTo>
                  <a:cubicBezTo>
                    <a:pt x="757363" y="493763"/>
                    <a:pt x="757262" y="493628"/>
                    <a:pt x="756723" y="493090"/>
                  </a:cubicBezTo>
                  <a:cubicBezTo>
                    <a:pt x="756185" y="492552"/>
                    <a:pt x="755209" y="491576"/>
                    <a:pt x="754872" y="491038"/>
                  </a:cubicBezTo>
                  <a:cubicBezTo>
                    <a:pt x="754536" y="490500"/>
                    <a:pt x="752685" y="489524"/>
                    <a:pt x="752685" y="489524"/>
                  </a:cubicBezTo>
                  <a:cubicBezTo>
                    <a:pt x="752685" y="489524"/>
                    <a:pt x="751507" y="489423"/>
                    <a:pt x="750396" y="489423"/>
                  </a:cubicBezTo>
                  <a:cubicBezTo>
                    <a:pt x="749319" y="489423"/>
                    <a:pt x="750060" y="489087"/>
                    <a:pt x="748209" y="489423"/>
                  </a:cubicBezTo>
                  <a:cubicBezTo>
                    <a:pt x="746358" y="489759"/>
                    <a:pt x="744944" y="489759"/>
                    <a:pt x="744608" y="489524"/>
                  </a:cubicBezTo>
                  <a:cubicBezTo>
                    <a:pt x="744271" y="489322"/>
                    <a:pt x="743093" y="489087"/>
                    <a:pt x="742757" y="488986"/>
                  </a:cubicBezTo>
                  <a:cubicBezTo>
                    <a:pt x="742420" y="488885"/>
                    <a:pt x="741242" y="489423"/>
                    <a:pt x="740367" y="487371"/>
                  </a:cubicBezTo>
                  <a:cubicBezTo>
                    <a:pt x="739492" y="485319"/>
                    <a:pt x="739290" y="484983"/>
                    <a:pt x="739290" y="484343"/>
                  </a:cubicBezTo>
                  <a:cubicBezTo>
                    <a:pt x="739290" y="483704"/>
                    <a:pt x="739189" y="481619"/>
                    <a:pt x="739290" y="481181"/>
                  </a:cubicBezTo>
                  <a:cubicBezTo>
                    <a:pt x="739391" y="480744"/>
                    <a:pt x="738987" y="479230"/>
                    <a:pt x="739223" y="478692"/>
                  </a:cubicBezTo>
                  <a:cubicBezTo>
                    <a:pt x="739492" y="478154"/>
                    <a:pt x="739122" y="477481"/>
                    <a:pt x="739122" y="477178"/>
                  </a:cubicBezTo>
                  <a:cubicBezTo>
                    <a:pt x="739156" y="476842"/>
                    <a:pt x="737507" y="475866"/>
                    <a:pt x="737103" y="475429"/>
                  </a:cubicBezTo>
                  <a:cubicBezTo>
                    <a:pt x="736665" y="474992"/>
                    <a:pt x="734478" y="474353"/>
                    <a:pt x="734478" y="474353"/>
                  </a:cubicBezTo>
                  <a:cubicBezTo>
                    <a:pt x="734478" y="474353"/>
                    <a:pt x="733165" y="473579"/>
                    <a:pt x="732963" y="473141"/>
                  </a:cubicBezTo>
                  <a:cubicBezTo>
                    <a:pt x="732761" y="472704"/>
                    <a:pt x="731550" y="471089"/>
                    <a:pt x="731213" y="470854"/>
                  </a:cubicBezTo>
                  <a:cubicBezTo>
                    <a:pt x="730877" y="470652"/>
                    <a:pt x="728925" y="467591"/>
                    <a:pt x="728925" y="467591"/>
                  </a:cubicBezTo>
                  <a:cubicBezTo>
                    <a:pt x="728925" y="467591"/>
                    <a:pt x="727949" y="467053"/>
                    <a:pt x="728925" y="466279"/>
                  </a:cubicBezTo>
                  <a:cubicBezTo>
                    <a:pt x="729901" y="465505"/>
                    <a:pt x="730002" y="464530"/>
                    <a:pt x="730540" y="463992"/>
                  </a:cubicBezTo>
                  <a:cubicBezTo>
                    <a:pt x="731079" y="463453"/>
                    <a:pt x="731953" y="462814"/>
                    <a:pt x="733030" y="462579"/>
                  </a:cubicBezTo>
                  <a:cubicBezTo>
                    <a:pt x="734107" y="462343"/>
                    <a:pt x="735083" y="461940"/>
                    <a:pt x="735521" y="461805"/>
                  </a:cubicBezTo>
                  <a:cubicBezTo>
                    <a:pt x="735958" y="461704"/>
                    <a:pt x="737910" y="458340"/>
                    <a:pt x="737910" y="458004"/>
                  </a:cubicBezTo>
                  <a:cubicBezTo>
                    <a:pt x="737910" y="457667"/>
                    <a:pt x="737136" y="456053"/>
                    <a:pt x="735858" y="455817"/>
                  </a:cubicBezTo>
                  <a:cubicBezTo>
                    <a:pt x="734545" y="455582"/>
                    <a:pt x="732829" y="454741"/>
                    <a:pt x="731718" y="454841"/>
                  </a:cubicBezTo>
                  <a:cubicBezTo>
                    <a:pt x="730641" y="454942"/>
                    <a:pt x="727915" y="454942"/>
                    <a:pt x="727578" y="455279"/>
                  </a:cubicBezTo>
                  <a:cubicBezTo>
                    <a:pt x="727242" y="455615"/>
                    <a:pt x="726064" y="455817"/>
                    <a:pt x="725290" y="456456"/>
                  </a:cubicBezTo>
                  <a:cubicBezTo>
                    <a:pt x="724516" y="457095"/>
                    <a:pt x="723001" y="458407"/>
                    <a:pt x="722026" y="459181"/>
                  </a:cubicBezTo>
                  <a:cubicBezTo>
                    <a:pt x="721049" y="459955"/>
                    <a:pt x="719972" y="459618"/>
                    <a:pt x="719535" y="460493"/>
                  </a:cubicBezTo>
                  <a:cubicBezTo>
                    <a:pt x="719097" y="461368"/>
                    <a:pt x="718121" y="462007"/>
                    <a:pt x="717785" y="462007"/>
                  </a:cubicBezTo>
                  <a:cubicBezTo>
                    <a:pt x="717448" y="462007"/>
                    <a:pt x="714857" y="462343"/>
                    <a:pt x="714857" y="462343"/>
                  </a:cubicBezTo>
                  <a:cubicBezTo>
                    <a:pt x="714857" y="462343"/>
                    <a:pt x="711828" y="461906"/>
                    <a:pt x="711391" y="461704"/>
                  </a:cubicBezTo>
                  <a:cubicBezTo>
                    <a:pt x="710953" y="461502"/>
                    <a:pt x="709001" y="460190"/>
                    <a:pt x="708665" y="459854"/>
                  </a:cubicBezTo>
                  <a:cubicBezTo>
                    <a:pt x="708328" y="459517"/>
                    <a:pt x="707049" y="458777"/>
                    <a:pt x="706713" y="457129"/>
                  </a:cubicBezTo>
                  <a:cubicBezTo>
                    <a:pt x="706376" y="455481"/>
                    <a:pt x="706612" y="455279"/>
                    <a:pt x="706174" y="454841"/>
                  </a:cubicBezTo>
                  <a:cubicBezTo>
                    <a:pt x="705737" y="454404"/>
                    <a:pt x="704559" y="453866"/>
                    <a:pt x="704121" y="453866"/>
                  </a:cubicBezTo>
                  <a:cubicBezTo>
                    <a:pt x="703684" y="453866"/>
                    <a:pt x="700958" y="453967"/>
                    <a:pt x="700655" y="453866"/>
                  </a:cubicBezTo>
                  <a:cubicBezTo>
                    <a:pt x="700318" y="453765"/>
                    <a:pt x="698602" y="452991"/>
                    <a:pt x="698467" y="452453"/>
                  </a:cubicBezTo>
                  <a:cubicBezTo>
                    <a:pt x="698366" y="451915"/>
                    <a:pt x="698467" y="450603"/>
                    <a:pt x="699679" y="449527"/>
                  </a:cubicBezTo>
                  <a:cubicBezTo>
                    <a:pt x="700857" y="448450"/>
                    <a:pt x="702405" y="447037"/>
                    <a:pt x="702405" y="447037"/>
                  </a:cubicBezTo>
                  <a:cubicBezTo>
                    <a:pt x="702405" y="447037"/>
                    <a:pt x="702741" y="443774"/>
                    <a:pt x="702405" y="443673"/>
                  </a:cubicBezTo>
                  <a:cubicBezTo>
                    <a:pt x="702068" y="443572"/>
                    <a:pt x="701429" y="442698"/>
                    <a:pt x="700890" y="442361"/>
                  </a:cubicBezTo>
                  <a:cubicBezTo>
                    <a:pt x="700352" y="442025"/>
                    <a:pt x="698467" y="439973"/>
                    <a:pt x="698467" y="439973"/>
                  </a:cubicBezTo>
                  <a:cubicBezTo>
                    <a:pt x="698467" y="439973"/>
                    <a:pt x="699174" y="438358"/>
                    <a:pt x="699713" y="437921"/>
                  </a:cubicBezTo>
                  <a:cubicBezTo>
                    <a:pt x="700251" y="437484"/>
                    <a:pt x="701126" y="436609"/>
                    <a:pt x="701227" y="436272"/>
                  </a:cubicBezTo>
                  <a:cubicBezTo>
                    <a:pt x="701328" y="435936"/>
                    <a:pt x="702741" y="434759"/>
                    <a:pt x="702741" y="434759"/>
                  </a:cubicBezTo>
                  <a:cubicBezTo>
                    <a:pt x="702741" y="434759"/>
                    <a:pt x="701664" y="432269"/>
                    <a:pt x="701530" y="431933"/>
                  </a:cubicBezTo>
                  <a:cubicBezTo>
                    <a:pt x="701429" y="431597"/>
                    <a:pt x="700217" y="431159"/>
                    <a:pt x="700991" y="430520"/>
                  </a:cubicBezTo>
                  <a:cubicBezTo>
                    <a:pt x="701765" y="429881"/>
                    <a:pt x="702506" y="428670"/>
                    <a:pt x="702506" y="428670"/>
                  </a:cubicBezTo>
                  <a:lnTo>
                    <a:pt x="703381" y="427694"/>
                  </a:lnTo>
                  <a:cubicBezTo>
                    <a:pt x="703381" y="427694"/>
                    <a:pt x="703717" y="425070"/>
                    <a:pt x="703583" y="424667"/>
                  </a:cubicBezTo>
                  <a:cubicBezTo>
                    <a:pt x="703482" y="424229"/>
                    <a:pt x="702506" y="422615"/>
                    <a:pt x="702506" y="422177"/>
                  </a:cubicBezTo>
                  <a:cubicBezTo>
                    <a:pt x="702506" y="421740"/>
                    <a:pt x="703583" y="420428"/>
                    <a:pt x="704693" y="419789"/>
                  </a:cubicBezTo>
                  <a:cubicBezTo>
                    <a:pt x="705770" y="419150"/>
                    <a:pt x="706208" y="418477"/>
                    <a:pt x="706208" y="418040"/>
                  </a:cubicBezTo>
                  <a:cubicBezTo>
                    <a:pt x="706208" y="417602"/>
                    <a:pt x="707285" y="416627"/>
                    <a:pt x="706208" y="414878"/>
                  </a:cubicBezTo>
                  <a:cubicBezTo>
                    <a:pt x="705131" y="413128"/>
                    <a:pt x="703818" y="411716"/>
                    <a:pt x="703818" y="411716"/>
                  </a:cubicBezTo>
                  <a:lnTo>
                    <a:pt x="701328" y="410740"/>
                  </a:lnTo>
                  <a:lnTo>
                    <a:pt x="697962" y="410740"/>
                  </a:lnTo>
                  <a:lnTo>
                    <a:pt x="696212" y="410740"/>
                  </a:lnTo>
                  <a:lnTo>
                    <a:pt x="694462" y="410740"/>
                  </a:lnTo>
                  <a:lnTo>
                    <a:pt x="690996" y="410740"/>
                  </a:lnTo>
                  <a:cubicBezTo>
                    <a:pt x="690996" y="410740"/>
                    <a:pt x="690659" y="412254"/>
                    <a:pt x="690222" y="412590"/>
                  </a:cubicBezTo>
                  <a:cubicBezTo>
                    <a:pt x="689784" y="412927"/>
                    <a:pt x="688707" y="413465"/>
                    <a:pt x="688707" y="413465"/>
                  </a:cubicBezTo>
                  <a:cubicBezTo>
                    <a:pt x="688707" y="413465"/>
                    <a:pt x="687732" y="412927"/>
                    <a:pt x="687193" y="412489"/>
                  </a:cubicBezTo>
                  <a:cubicBezTo>
                    <a:pt x="686655" y="412052"/>
                    <a:pt x="684366" y="411514"/>
                    <a:pt x="684366" y="411514"/>
                  </a:cubicBezTo>
                  <a:cubicBezTo>
                    <a:pt x="684366" y="411514"/>
                    <a:pt x="683053" y="411312"/>
                    <a:pt x="682515" y="411312"/>
                  </a:cubicBezTo>
                  <a:cubicBezTo>
                    <a:pt x="681977" y="411312"/>
                    <a:pt x="680226" y="411648"/>
                    <a:pt x="680226" y="411648"/>
                  </a:cubicBezTo>
                  <a:lnTo>
                    <a:pt x="678375" y="412422"/>
                  </a:lnTo>
                  <a:lnTo>
                    <a:pt x="674135" y="410807"/>
                  </a:lnTo>
                  <a:lnTo>
                    <a:pt x="673597" y="409394"/>
                  </a:lnTo>
                  <a:cubicBezTo>
                    <a:pt x="673597" y="409394"/>
                    <a:pt x="675986" y="403407"/>
                    <a:pt x="676087" y="403104"/>
                  </a:cubicBezTo>
                  <a:cubicBezTo>
                    <a:pt x="676188" y="402767"/>
                    <a:pt x="673597" y="398226"/>
                    <a:pt x="673597" y="398226"/>
                  </a:cubicBezTo>
                  <a:lnTo>
                    <a:pt x="670568" y="396914"/>
                  </a:lnTo>
                  <a:lnTo>
                    <a:pt x="668380" y="396914"/>
                  </a:lnTo>
                  <a:lnTo>
                    <a:pt x="664914" y="396914"/>
                  </a:lnTo>
                  <a:cubicBezTo>
                    <a:pt x="664914" y="396914"/>
                    <a:pt x="662861" y="396039"/>
                    <a:pt x="662962" y="395064"/>
                  </a:cubicBezTo>
                  <a:cubicBezTo>
                    <a:pt x="663063" y="394088"/>
                    <a:pt x="664375" y="393113"/>
                    <a:pt x="662962" y="393113"/>
                  </a:cubicBezTo>
                  <a:cubicBezTo>
                    <a:pt x="661548" y="393113"/>
                    <a:pt x="659058" y="392339"/>
                    <a:pt x="659058" y="392339"/>
                  </a:cubicBezTo>
                  <a:cubicBezTo>
                    <a:pt x="659058" y="392339"/>
                    <a:pt x="658284" y="389614"/>
                    <a:pt x="658519" y="389312"/>
                  </a:cubicBezTo>
                  <a:cubicBezTo>
                    <a:pt x="658721" y="388975"/>
                    <a:pt x="658957" y="386486"/>
                    <a:pt x="658957" y="386048"/>
                  </a:cubicBezTo>
                  <a:cubicBezTo>
                    <a:pt x="658957" y="385611"/>
                    <a:pt x="659159" y="383223"/>
                    <a:pt x="659159" y="382785"/>
                  </a:cubicBezTo>
                  <a:cubicBezTo>
                    <a:pt x="659159" y="382348"/>
                    <a:pt x="659058" y="379321"/>
                    <a:pt x="659058" y="379321"/>
                  </a:cubicBezTo>
                  <a:cubicBezTo>
                    <a:pt x="659058" y="379321"/>
                    <a:pt x="657543" y="377672"/>
                    <a:pt x="657442" y="377370"/>
                  </a:cubicBezTo>
                  <a:cubicBezTo>
                    <a:pt x="657341" y="377033"/>
                    <a:pt x="655490" y="375957"/>
                    <a:pt x="656231" y="375183"/>
                  </a:cubicBezTo>
                  <a:cubicBezTo>
                    <a:pt x="657005" y="374409"/>
                    <a:pt x="657745" y="372593"/>
                    <a:pt x="657745" y="372122"/>
                  </a:cubicBezTo>
                  <a:cubicBezTo>
                    <a:pt x="657745" y="371684"/>
                    <a:pt x="655793" y="368960"/>
                    <a:pt x="655457" y="368960"/>
                  </a:cubicBezTo>
                  <a:cubicBezTo>
                    <a:pt x="655120" y="368960"/>
                    <a:pt x="652865" y="367917"/>
                    <a:pt x="652293" y="368051"/>
                  </a:cubicBezTo>
                  <a:cubicBezTo>
                    <a:pt x="651755" y="368152"/>
                    <a:pt x="648928" y="367345"/>
                    <a:pt x="648591" y="367345"/>
                  </a:cubicBezTo>
                  <a:cubicBezTo>
                    <a:pt x="648255" y="367345"/>
                    <a:pt x="642298" y="367345"/>
                    <a:pt x="642298" y="367345"/>
                  </a:cubicBezTo>
                  <a:lnTo>
                    <a:pt x="636879" y="365495"/>
                  </a:lnTo>
                  <a:lnTo>
                    <a:pt x="633076" y="362871"/>
                  </a:lnTo>
                  <a:lnTo>
                    <a:pt x="629172" y="360381"/>
                  </a:lnTo>
                  <a:lnTo>
                    <a:pt x="625269" y="357758"/>
                  </a:lnTo>
                  <a:lnTo>
                    <a:pt x="620052" y="358397"/>
                  </a:lnTo>
                  <a:cubicBezTo>
                    <a:pt x="620052" y="358397"/>
                    <a:pt x="618302" y="353284"/>
                    <a:pt x="617999" y="352846"/>
                  </a:cubicBezTo>
                  <a:cubicBezTo>
                    <a:pt x="617663" y="352409"/>
                    <a:pt x="612345" y="349045"/>
                    <a:pt x="612345" y="349045"/>
                  </a:cubicBezTo>
                  <a:cubicBezTo>
                    <a:pt x="612345" y="349045"/>
                    <a:pt x="609417" y="348608"/>
                    <a:pt x="608980" y="348507"/>
                  </a:cubicBezTo>
                  <a:cubicBezTo>
                    <a:pt x="608542" y="348406"/>
                    <a:pt x="602148" y="347094"/>
                    <a:pt x="601811" y="346993"/>
                  </a:cubicBezTo>
                  <a:cubicBezTo>
                    <a:pt x="601475" y="346892"/>
                    <a:pt x="597032" y="346993"/>
                    <a:pt x="597032" y="346993"/>
                  </a:cubicBezTo>
                  <a:cubicBezTo>
                    <a:pt x="597032" y="346993"/>
                    <a:pt x="595518" y="346455"/>
                    <a:pt x="594407" y="346959"/>
                  </a:cubicBezTo>
                  <a:cubicBezTo>
                    <a:pt x="593330" y="347430"/>
                    <a:pt x="590268" y="348204"/>
                    <a:pt x="590268" y="348204"/>
                  </a:cubicBezTo>
                  <a:cubicBezTo>
                    <a:pt x="590268" y="348204"/>
                    <a:pt x="589830" y="349617"/>
                    <a:pt x="587542" y="348978"/>
                  </a:cubicBezTo>
                  <a:cubicBezTo>
                    <a:pt x="585253" y="348338"/>
                    <a:pt x="582527" y="345816"/>
                    <a:pt x="582763" y="345513"/>
                  </a:cubicBezTo>
                  <a:cubicBezTo>
                    <a:pt x="582965" y="345176"/>
                    <a:pt x="587239" y="345513"/>
                    <a:pt x="587239" y="345513"/>
                  </a:cubicBezTo>
                  <a:lnTo>
                    <a:pt x="589830" y="345378"/>
                  </a:lnTo>
                  <a:lnTo>
                    <a:pt x="592220" y="343898"/>
                  </a:lnTo>
                  <a:lnTo>
                    <a:pt x="592758" y="342822"/>
                  </a:lnTo>
                  <a:lnTo>
                    <a:pt x="593633" y="340231"/>
                  </a:lnTo>
                  <a:cubicBezTo>
                    <a:pt x="593633" y="340231"/>
                    <a:pt x="594273" y="338818"/>
                    <a:pt x="594508" y="338482"/>
                  </a:cubicBezTo>
                  <a:cubicBezTo>
                    <a:pt x="594710" y="338146"/>
                    <a:pt x="596258" y="335892"/>
                    <a:pt x="596258" y="335892"/>
                  </a:cubicBezTo>
                  <a:cubicBezTo>
                    <a:pt x="596258" y="335892"/>
                    <a:pt x="598109" y="334916"/>
                    <a:pt x="598446" y="334681"/>
                  </a:cubicBezTo>
                  <a:cubicBezTo>
                    <a:pt x="598782" y="334479"/>
                    <a:pt x="598883" y="333806"/>
                    <a:pt x="599859" y="333604"/>
                  </a:cubicBezTo>
                  <a:cubicBezTo>
                    <a:pt x="600835" y="333402"/>
                    <a:pt x="601273" y="333402"/>
                    <a:pt x="601710" y="332831"/>
                  </a:cubicBezTo>
                  <a:cubicBezTo>
                    <a:pt x="602148" y="332292"/>
                    <a:pt x="603326" y="331317"/>
                    <a:pt x="604201" y="330678"/>
                  </a:cubicBezTo>
                  <a:cubicBezTo>
                    <a:pt x="605076" y="330039"/>
                    <a:pt x="605412" y="329366"/>
                    <a:pt x="605715" y="329265"/>
                  </a:cubicBezTo>
                  <a:cubicBezTo>
                    <a:pt x="606052" y="329164"/>
                    <a:pt x="606893" y="328289"/>
                    <a:pt x="606893" y="328289"/>
                  </a:cubicBezTo>
                  <a:lnTo>
                    <a:pt x="609081" y="327415"/>
                  </a:lnTo>
                  <a:lnTo>
                    <a:pt x="611033" y="327415"/>
                  </a:lnTo>
                  <a:lnTo>
                    <a:pt x="615172" y="327415"/>
                  </a:lnTo>
                  <a:lnTo>
                    <a:pt x="616249" y="327415"/>
                  </a:lnTo>
                  <a:cubicBezTo>
                    <a:pt x="616249" y="327415"/>
                    <a:pt x="618201" y="326103"/>
                    <a:pt x="618740" y="325564"/>
                  </a:cubicBezTo>
                  <a:cubicBezTo>
                    <a:pt x="619278" y="325026"/>
                    <a:pt x="620153" y="324252"/>
                    <a:pt x="620490" y="323815"/>
                  </a:cubicBezTo>
                  <a:cubicBezTo>
                    <a:pt x="620826" y="323378"/>
                    <a:pt x="622004" y="321629"/>
                    <a:pt x="622004" y="321629"/>
                  </a:cubicBezTo>
                  <a:lnTo>
                    <a:pt x="623317" y="319947"/>
                  </a:lnTo>
                  <a:lnTo>
                    <a:pt x="624730" y="318702"/>
                  </a:lnTo>
                  <a:lnTo>
                    <a:pt x="624932" y="318702"/>
                  </a:lnTo>
                  <a:cubicBezTo>
                    <a:pt x="624932" y="318702"/>
                    <a:pt x="627220" y="318366"/>
                    <a:pt x="628398" y="318702"/>
                  </a:cubicBezTo>
                  <a:cubicBezTo>
                    <a:pt x="629610" y="319038"/>
                    <a:pt x="630889" y="318567"/>
                    <a:pt x="630889" y="318567"/>
                  </a:cubicBezTo>
                  <a:cubicBezTo>
                    <a:pt x="630889" y="318567"/>
                    <a:pt x="632942" y="317289"/>
                    <a:pt x="633514" y="316650"/>
                  </a:cubicBezTo>
                  <a:cubicBezTo>
                    <a:pt x="634052" y="316011"/>
                    <a:pt x="635365" y="315574"/>
                    <a:pt x="635567" y="315136"/>
                  </a:cubicBezTo>
                  <a:cubicBezTo>
                    <a:pt x="635769" y="314699"/>
                    <a:pt x="636341" y="313723"/>
                    <a:pt x="636341" y="313084"/>
                  </a:cubicBezTo>
                  <a:cubicBezTo>
                    <a:pt x="636341" y="312445"/>
                    <a:pt x="635903" y="309720"/>
                    <a:pt x="635129" y="309047"/>
                  </a:cubicBezTo>
                  <a:cubicBezTo>
                    <a:pt x="634355" y="308408"/>
                    <a:pt x="634153" y="306861"/>
                    <a:pt x="634153" y="306861"/>
                  </a:cubicBezTo>
                  <a:cubicBezTo>
                    <a:pt x="634153" y="306861"/>
                    <a:pt x="635028" y="304910"/>
                    <a:pt x="635230" y="304371"/>
                  </a:cubicBezTo>
                  <a:cubicBezTo>
                    <a:pt x="635432" y="303833"/>
                    <a:pt x="636644" y="302757"/>
                    <a:pt x="637283" y="301748"/>
                  </a:cubicBezTo>
                  <a:cubicBezTo>
                    <a:pt x="637923" y="300772"/>
                    <a:pt x="638899" y="299359"/>
                    <a:pt x="638899" y="299359"/>
                  </a:cubicBezTo>
                  <a:cubicBezTo>
                    <a:pt x="638899" y="299359"/>
                    <a:pt x="642163" y="294481"/>
                    <a:pt x="642500" y="294347"/>
                  </a:cubicBezTo>
                  <a:cubicBezTo>
                    <a:pt x="642836" y="294246"/>
                    <a:pt x="644553" y="292934"/>
                    <a:pt x="644553" y="292934"/>
                  </a:cubicBezTo>
                  <a:cubicBezTo>
                    <a:pt x="644553" y="292934"/>
                    <a:pt x="645091" y="292732"/>
                    <a:pt x="645630" y="292396"/>
                  </a:cubicBezTo>
                  <a:cubicBezTo>
                    <a:pt x="646168" y="292059"/>
                    <a:pt x="646942" y="291622"/>
                    <a:pt x="646841" y="290983"/>
                  </a:cubicBezTo>
                  <a:cubicBezTo>
                    <a:pt x="646740" y="290344"/>
                    <a:pt x="646639" y="288494"/>
                    <a:pt x="646639" y="288494"/>
                  </a:cubicBezTo>
                  <a:cubicBezTo>
                    <a:pt x="646639" y="288494"/>
                    <a:pt x="647615" y="287518"/>
                    <a:pt x="648053" y="286879"/>
                  </a:cubicBezTo>
                  <a:cubicBezTo>
                    <a:pt x="648490" y="286240"/>
                    <a:pt x="649904" y="285264"/>
                    <a:pt x="649904" y="285264"/>
                  </a:cubicBezTo>
                  <a:cubicBezTo>
                    <a:pt x="649904" y="285264"/>
                    <a:pt x="650880" y="284289"/>
                    <a:pt x="651418" y="284053"/>
                  </a:cubicBezTo>
                  <a:cubicBezTo>
                    <a:pt x="651957" y="283851"/>
                    <a:pt x="653168" y="282876"/>
                    <a:pt x="653168" y="282876"/>
                  </a:cubicBezTo>
                  <a:lnTo>
                    <a:pt x="655457" y="280689"/>
                  </a:lnTo>
                  <a:cubicBezTo>
                    <a:pt x="655457" y="280689"/>
                    <a:pt x="656231" y="279478"/>
                    <a:pt x="656534" y="279377"/>
                  </a:cubicBezTo>
                  <a:cubicBezTo>
                    <a:pt x="656870" y="279276"/>
                    <a:pt x="658385" y="277762"/>
                    <a:pt x="659024" y="276989"/>
                  </a:cubicBezTo>
                  <a:cubicBezTo>
                    <a:pt x="659664" y="276249"/>
                    <a:pt x="660236" y="275677"/>
                    <a:pt x="660236" y="275374"/>
                  </a:cubicBezTo>
                  <a:cubicBezTo>
                    <a:pt x="660236" y="275038"/>
                    <a:pt x="661380" y="273860"/>
                    <a:pt x="661380" y="273860"/>
                  </a:cubicBezTo>
                  <a:cubicBezTo>
                    <a:pt x="661380" y="273860"/>
                    <a:pt x="662322" y="271573"/>
                    <a:pt x="662322" y="271236"/>
                  </a:cubicBezTo>
                  <a:cubicBezTo>
                    <a:pt x="662322" y="270900"/>
                    <a:pt x="662322" y="267435"/>
                    <a:pt x="662322" y="267435"/>
                  </a:cubicBezTo>
                  <a:cubicBezTo>
                    <a:pt x="662322" y="267435"/>
                    <a:pt x="661346" y="265921"/>
                    <a:pt x="661346" y="265585"/>
                  </a:cubicBezTo>
                  <a:cubicBezTo>
                    <a:pt x="661346" y="265249"/>
                    <a:pt x="661986" y="264710"/>
                    <a:pt x="662322" y="264508"/>
                  </a:cubicBezTo>
                  <a:cubicBezTo>
                    <a:pt x="662659" y="264307"/>
                    <a:pt x="663635" y="262995"/>
                    <a:pt x="663635" y="262995"/>
                  </a:cubicBezTo>
                  <a:lnTo>
                    <a:pt x="664072" y="262019"/>
                  </a:lnTo>
                  <a:lnTo>
                    <a:pt x="662760" y="257680"/>
                  </a:lnTo>
                  <a:cubicBezTo>
                    <a:pt x="662760" y="257680"/>
                    <a:pt x="662221" y="256704"/>
                    <a:pt x="661885" y="256368"/>
                  </a:cubicBezTo>
                  <a:cubicBezTo>
                    <a:pt x="661548" y="256031"/>
                    <a:pt x="660808" y="254955"/>
                    <a:pt x="660471" y="254854"/>
                  </a:cubicBezTo>
                  <a:cubicBezTo>
                    <a:pt x="660135" y="254753"/>
                    <a:pt x="658923" y="252028"/>
                    <a:pt x="658923" y="252028"/>
                  </a:cubicBezTo>
                  <a:lnTo>
                    <a:pt x="658788" y="248900"/>
                  </a:lnTo>
                  <a:lnTo>
                    <a:pt x="658216" y="246141"/>
                  </a:lnTo>
                  <a:lnTo>
                    <a:pt x="657341" y="244627"/>
                  </a:lnTo>
                  <a:cubicBezTo>
                    <a:pt x="657341" y="244627"/>
                    <a:pt x="655087" y="242306"/>
                    <a:pt x="654817" y="242306"/>
                  </a:cubicBezTo>
                  <a:cubicBezTo>
                    <a:pt x="654514" y="242306"/>
                    <a:pt x="652125" y="240355"/>
                    <a:pt x="651923" y="240288"/>
                  </a:cubicBezTo>
                  <a:cubicBezTo>
                    <a:pt x="651721" y="240221"/>
                    <a:pt x="648894" y="238606"/>
                    <a:pt x="648658" y="238606"/>
                  </a:cubicBezTo>
                  <a:cubicBezTo>
                    <a:pt x="648456" y="238606"/>
                    <a:pt x="647144" y="236789"/>
                    <a:pt x="647144" y="236789"/>
                  </a:cubicBezTo>
                  <a:lnTo>
                    <a:pt x="646942" y="235545"/>
                  </a:lnTo>
                  <a:cubicBezTo>
                    <a:pt x="646942" y="235545"/>
                    <a:pt x="645630" y="235612"/>
                    <a:pt x="644990" y="235545"/>
                  </a:cubicBezTo>
                  <a:cubicBezTo>
                    <a:pt x="644351" y="235477"/>
                    <a:pt x="643408" y="235612"/>
                    <a:pt x="642803" y="235545"/>
                  </a:cubicBezTo>
                  <a:cubicBezTo>
                    <a:pt x="642230" y="235477"/>
                    <a:pt x="640413" y="235578"/>
                    <a:pt x="640110" y="235545"/>
                  </a:cubicBezTo>
                  <a:cubicBezTo>
                    <a:pt x="639807" y="235477"/>
                    <a:pt x="638529" y="235410"/>
                    <a:pt x="637418" y="235208"/>
                  </a:cubicBezTo>
                  <a:cubicBezTo>
                    <a:pt x="636341" y="234973"/>
                    <a:pt x="633076" y="233964"/>
                    <a:pt x="632774" y="233896"/>
                  </a:cubicBezTo>
                  <a:cubicBezTo>
                    <a:pt x="632471" y="233829"/>
                    <a:pt x="630014" y="232887"/>
                    <a:pt x="630014" y="232887"/>
                  </a:cubicBezTo>
                  <a:cubicBezTo>
                    <a:pt x="630014" y="232887"/>
                    <a:pt x="629004" y="233089"/>
                    <a:pt x="628701" y="232887"/>
                  </a:cubicBezTo>
                  <a:cubicBezTo>
                    <a:pt x="628398" y="232685"/>
                    <a:pt x="623283" y="231003"/>
                    <a:pt x="623283" y="231003"/>
                  </a:cubicBezTo>
                  <a:cubicBezTo>
                    <a:pt x="623283" y="231003"/>
                    <a:pt x="622206" y="230499"/>
                    <a:pt x="621331" y="230364"/>
                  </a:cubicBezTo>
                  <a:cubicBezTo>
                    <a:pt x="620456" y="230230"/>
                    <a:pt x="616990" y="228918"/>
                    <a:pt x="616990" y="228918"/>
                  </a:cubicBezTo>
                  <a:cubicBezTo>
                    <a:pt x="616990" y="228918"/>
                    <a:pt x="616047" y="227034"/>
                    <a:pt x="615610" y="227101"/>
                  </a:cubicBezTo>
                  <a:cubicBezTo>
                    <a:pt x="615172" y="227168"/>
                    <a:pt x="613860" y="227976"/>
                    <a:pt x="613860" y="227976"/>
                  </a:cubicBezTo>
                  <a:cubicBezTo>
                    <a:pt x="613860" y="227976"/>
                    <a:pt x="612278" y="229658"/>
                    <a:pt x="612278" y="229994"/>
                  </a:cubicBezTo>
                  <a:cubicBezTo>
                    <a:pt x="612278" y="230364"/>
                    <a:pt x="612143" y="231743"/>
                    <a:pt x="612143" y="231743"/>
                  </a:cubicBezTo>
                  <a:lnTo>
                    <a:pt x="611134" y="232988"/>
                  </a:lnTo>
                  <a:lnTo>
                    <a:pt x="610561" y="234300"/>
                  </a:lnTo>
                  <a:cubicBezTo>
                    <a:pt x="610561" y="234300"/>
                    <a:pt x="610124" y="235377"/>
                    <a:pt x="610057" y="235612"/>
                  </a:cubicBezTo>
                  <a:cubicBezTo>
                    <a:pt x="609989" y="235814"/>
                    <a:pt x="608912" y="235982"/>
                    <a:pt x="608744" y="236487"/>
                  </a:cubicBezTo>
                  <a:cubicBezTo>
                    <a:pt x="608610" y="236991"/>
                    <a:pt x="607162" y="237294"/>
                    <a:pt x="606859" y="237294"/>
                  </a:cubicBezTo>
                  <a:cubicBezTo>
                    <a:pt x="606557" y="237294"/>
                    <a:pt x="603225" y="236857"/>
                    <a:pt x="602720" y="236924"/>
                  </a:cubicBezTo>
                  <a:cubicBezTo>
                    <a:pt x="602215" y="236991"/>
                    <a:pt x="599388" y="236991"/>
                    <a:pt x="599388" y="236991"/>
                  </a:cubicBezTo>
                  <a:cubicBezTo>
                    <a:pt x="599388" y="236991"/>
                    <a:pt x="596931" y="237059"/>
                    <a:pt x="596629" y="237059"/>
                  </a:cubicBezTo>
                  <a:cubicBezTo>
                    <a:pt x="596326" y="237059"/>
                    <a:pt x="593667" y="237059"/>
                    <a:pt x="593667" y="237059"/>
                  </a:cubicBezTo>
                  <a:lnTo>
                    <a:pt x="590907" y="235679"/>
                  </a:lnTo>
                  <a:lnTo>
                    <a:pt x="589460" y="235545"/>
                  </a:lnTo>
                  <a:lnTo>
                    <a:pt x="585556" y="233291"/>
                  </a:lnTo>
                  <a:lnTo>
                    <a:pt x="580474" y="234300"/>
                  </a:lnTo>
                  <a:lnTo>
                    <a:pt x="576570" y="235881"/>
                  </a:lnTo>
                  <a:cubicBezTo>
                    <a:pt x="576570" y="235881"/>
                    <a:pt x="571488" y="234872"/>
                    <a:pt x="570916" y="234872"/>
                  </a:cubicBezTo>
                  <a:cubicBezTo>
                    <a:pt x="570344" y="234872"/>
                    <a:pt x="563512" y="235747"/>
                    <a:pt x="563512" y="235747"/>
                  </a:cubicBezTo>
                  <a:lnTo>
                    <a:pt x="560618" y="237933"/>
                  </a:lnTo>
                  <a:lnTo>
                    <a:pt x="558027" y="240557"/>
                  </a:lnTo>
                  <a:lnTo>
                    <a:pt x="555267" y="240422"/>
                  </a:lnTo>
                  <a:lnTo>
                    <a:pt x="553080" y="240725"/>
                  </a:lnTo>
                  <a:lnTo>
                    <a:pt x="550757" y="243618"/>
                  </a:lnTo>
                  <a:lnTo>
                    <a:pt x="548300" y="245065"/>
                  </a:lnTo>
                  <a:cubicBezTo>
                    <a:pt x="548300" y="245065"/>
                    <a:pt x="545406" y="245199"/>
                    <a:pt x="544228" y="245637"/>
                  </a:cubicBezTo>
                  <a:cubicBezTo>
                    <a:pt x="543084" y="246074"/>
                    <a:pt x="538002" y="248967"/>
                    <a:pt x="538002" y="248967"/>
                  </a:cubicBezTo>
                  <a:lnTo>
                    <a:pt x="532348" y="254047"/>
                  </a:lnTo>
                  <a:lnTo>
                    <a:pt x="528141" y="257949"/>
                  </a:lnTo>
                  <a:lnTo>
                    <a:pt x="524237" y="259530"/>
                  </a:lnTo>
                  <a:lnTo>
                    <a:pt x="522487" y="263735"/>
                  </a:lnTo>
                  <a:lnTo>
                    <a:pt x="520603" y="265888"/>
                  </a:lnTo>
                  <a:lnTo>
                    <a:pt x="514646" y="265753"/>
                  </a:lnTo>
                  <a:cubicBezTo>
                    <a:pt x="514646" y="265753"/>
                    <a:pt x="508790" y="265181"/>
                    <a:pt x="508184" y="265047"/>
                  </a:cubicBezTo>
                  <a:cubicBezTo>
                    <a:pt x="507612" y="264912"/>
                    <a:pt x="504045" y="263163"/>
                    <a:pt x="504045" y="263163"/>
                  </a:cubicBezTo>
                  <a:lnTo>
                    <a:pt x="504045" y="260539"/>
                  </a:lnTo>
                  <a:lnTo>
                    <a:pt x="500141" y="260102"/>
                  </a:lnTo>
                  <a:lnTo>
                    <a:pt x="499434" y="262423"/>
                  </a:lnTo>
                  <a:lnTo>
                    <a:pt x="498559" y="262995"/>
                  </a:lnTo>
                  <a:lnTo>
                    <a:pt x="495867" y="263197"/>
                  </a:lnTo>
                  <a:cubicBezTo>
                    <a:pt x="495867" y="263197"/>
                    <a:pt x="492737" y="262894"/>
                    <a:pt x="492165" y="262894"/>
                  </a:cubicBezTo>
                  <a:cubicBezTo>
                    <a:pt x="491593" y="262894"/>
                    <a:pt x="489708" y="262086"/>
                    <a:pt x="489775" y="261817"/>
                  </a:cubicBezTo>
                  <a:cubicBezTo>
                    <a:pt x="489842" y="261515"/>
                    <a:pt x="490415" y="259934"/>
                    <a:pt x="490650" y="259631"/>
                  </a:cubicBezTo>
                  <a:cubicBezTo>
                    <a:pt x="490852" y="259328"/>
                    <a:pt x="491727" y="257242"/>
                    <a:pt x="491727" y="257242"/>
                  </a:cubicBezTo>
                  <a:lnTo>
                    <a:pt x="492366" y="255358"/>
                  </a:lnTo>
                  <a:lnTo>
                    <a:pt x="493006" y="253172"/>
                  </a:lnTo>
                  <a:lnTo>
                    <a:pt x="493645" y="250144"/>
                  </a:lnTo>
                  <a:lnTo>
                    <a:pt x="494958" y="246444"/>
                  </a:lnTo>
                  <a:cubicBezTo>
                    <a:pt x="494958" y="246444"/>
                    <a:pt x="495463" y="245569"/>
                    <a:pt x="495833" y="245368"/>
                  </a:cubicBezTo>
                  <a:cubicBezTo>
                    <a:pt x="496203" y="245132"/>
                    <a:pt x="498155" y="243551"/>
                    <a:pt x="498155" y="243551"/>
                  </a:cubicBezTo>
                  <a:cubicBezTo>
                    <a:pt x="498155" y="243551"/>
                    <a:pt x="499097" y="243753"/>
                    <a:pt x="499299" y="242979"/>
                  </a:cubicBezTo>
                  <a:cubicBezTo>
                    <a:pt x="499501" y="242172"/>
                    <a:pt x="499670" y="240658"/>
                    <a:pt x="499670" y="240221"/>
                  </a:cubicBezTo>
                  <a:cubicBezTo>
                    <a:pt x="499670" y="239783"/>
                    <a:pt x="499097" y="238404"/>
                    <a:pt x="499030" y="238135"/>
                  </a:cubicBezTo>
                  <a:cubicBezTo>
                    <a:pt x="498963" y="237832"/>
                    <a:pt x="499097" y="235948"/>
                    <a:pt x="499333" y="235747"/>
                  </a:cubicBezTo>
                  <a:cubicBezTo>
                    <a:pt x="499535" y="235545"/>
                    <a:pt x="501016" y="233930"/>
                    <a:pt x="501016" y="233930"/>
                  </a:cubicBezTo>
                  <a:cubicBezTo>
                    <a:pt x="501016" y="233930"/>
                    <a:pt x="502025" y="233123"/>
                    <a:pt x="502261" y="232685"/>
                  </a:cubicBezTo>
                  <a:cubicBezTo>
                    <a:pt x="502463" y="232248"/>
                    <a:pt x="502900" y="230667"/>
                    <a:pt x="503001" y="229994"/>
                  </a:cubicBezTo>
                  <a:cubicBezTo>
                    <a:pt x="503069" y="229355"/>
                    <a:pt x="503069" y="226529"/>
                    <a:pt x="503069" y="226227"/>
                  </a:cubicBezTo>
                  <a:cubicBezTo>
                    <a:pt x="503069" y="225924"/>
                    <a:pt x="503001" y="222963"/>
                    <a:pt x="503001" y="222963"/>
                  </a:cubicBezTo>
                  <a:lnTo>
                    <a:pt x="502867" y="221282"/>
                  </a:lnTo>
                  <a:lnTo>
                    <a:pt x="502497" y="219028"/>
                  </a:lnTo>
                  <a:lnTo>
                    <a:pt x="497785" y="218153"/>
                  </a:lnTo>
                  <a:lnTo>
                    <a:pt x="497146" y="215832"/>
                  </a:lnTo>
                  <a:cubicBezTo>
                    <a:pt x="497146" y="215832"/>
                    <a:pt x="494621" y="212804"/>
                    <a:pt x="494319" y="212804"/>
                  </a:cubicBezTo>
                  <a:cubicBezTo>
                    <a:pt x="494016" y="212804"/>
                    <a:pt x="492737" y="212300"/>
                    <a:pt x="491626" y="212804"/>
                  </a:cubicBezTo>
                  <a:cubicBezTo>
                    <a:pt x="490549" y="213309"/>
                    <a:pt x="489304" y="213174"/>
                    <a:pt x="489304" y="213174"/>
                  </a:cubicBezTo>
                  <a:cubicBezTo>
                    <a:pt x="489304" y="213174"/>
                    <a:pt x="489237" y="211997"/>
                    <a:pt x="487487" y="210853"/>
                  </a:cubicBezTo>
                  <a:cubicBezTo>
                    <a:pt x="485737" y="209710"/>
                    <a:pt x="483852" y="208229"/>
                    <a:pt x="482842" y="207590"/>
                  </a:cubicBezTo>
                  <a:cubicBezTo>
                    <a:pt x="481833" y="206951"/>
                    <a:pt x="478568" y="203755"/>
                    <a:pt x="478568" y="203755"/>
                  </a:cubicBezTo>
                  <a:lnTo>
                    <a:pt x="475539" y="200223"/>
                  </a:lnTo>
                  <a:lnTo>
                    <a:pt x="475236" y="196758"/>
                  </a:lnTo>
                  <a:cubicBezTo>
                    <a:pt x="475236" y="196758"/>
                    <a:pt x="473789" y="195379"/>
                    <a:pt x="473049" y="195177"/>
                  </a:cubicBezTo>
                  <a:cubicBezTo>
                    <a:pt x="472308" y="194942"/>
                    <a:pt x="469650" y="192553"/>
                    <a:pt x="469347" y="192486"/>
                  </a:cubicBezTo>
                  <a:cubicBezTo>
                    <a:pt x="469044" y="192419"/>
                    <a:pt x="467597" y="191410"/>
                    <a:pt x="467327" y="191107"/>
                  </a:cubicBezTo>
                  <a:cubicBezTo>
                    <a:pt x="467025" y="190804"/>
                    <a:pt x="465073" y="188147"/>
                    <a:pt x="464736" y="187474"/>
                  </a:cubicBezTo>
                  <a:cubicBezTo>
                    <a:pt x="464366" y="186835"/>
                    <a:pt x="462481" y="183908"/>
                    <a:pt x="462481" y="183908"/>
                  </a:cubicBezTo>
                  <a:lnTo>
                    <a:pt x="460597" y="178997"/>
                  </a:lnTo>
                  <a:lnTo>
                    <a:pt x="457837" y="174792"/>
                  </a:lnTo>
                  <a:lnTo>
                    <a:pt x="454202" y="167694"/>
                  </a:lnTo>
                  <a:cubicBezTo>
                    <a:pt x="454202" y="167694"/>
                    <a:pt x="454135" y="165171"/>
                    <a:pt x="454202" y="164935"/>
                  </a:cubicBezTo>
                  <a:cubicBezTo>
                    <a:pt x="454270" y="164733"/>
                    <a:pt x="451443" y="161470"/>
                    <a:pt x="450803" y="160663"/>
                  </a:cubicBezTo>
                  <a:cubicBezTo>
                    <a:pt x="450164" y="159856"/>
                    <a:pt x="448717" y="155213"/>
                    <a:pt x="448717" y="155213"/>
                  </a:cubicBezTo>
                  <a:lnTo>
                    <a:pt x="445250" y="151311"/>
                  </a:lnTo>
                  <a:cubicBezTo>
                    <a:pt x="445250" y="151311"/>
                    <a:pt x="443500" y="148620"/>
                    <a:pt x="443500" y="148351"/>
                  </a:cubicBezTo>
                  <a:cubicBezTo>
                    <a:pt x="443500" y="148082"/>
                    <a:pt x="443635" y="146770"/>
                    <a:pt x="443500" y="146467"/>
                  </a:cubicBezTo>
                  <a:cubicBezTo>
                    <a:pt x="443365" y="146164"/>
                    <a:pt x="444072" y="144650"/>
                    <a:pt x="444308" y="144583"/>
                  </a:cubicBezTo>
                  <a:cubicBezTo>
                    <a:pt x="444543" y="144516"/>
                    <a:pt x="444611" y="143843"/>
                    <a:pt x="445890" y="143574"/>
                  </a:cubicBezTo>
                  <a:cubicBezTo>
                    <a:pt x="447202" y="143271"/>
                    <a:pt x="449962" y="141320"/>
                    <a:pt x="450669" y="141186"/>
                  </a:cubicBezTo>
                  <a:cubicBezTo>
                    <a:pt x="451409" y="141051"/>
                    <a:pt x="453697" y="139672"/>
                    <a:pt x="454371" y="139537"/>
                  </a:cubicBezTo>
                  <a:cubicBezTo>
                    <a:pt x="455010" y="139403"/>
                    <a:pt x="458005" y="137283"/>
                    <a:pt x="458409" y="137283"/>
                  </a:cubicBezTo>
                  <a:cubicBezTo>
                    <a:pt x="458847" y="137283"/>
                    <a:pt x="465005" y="132944"/>
                    <a:pt x="465005" y="132944"/>
                  </a:cubicBezTo>
                  <a:lnTo>
                    <a:pt x="467395" y="130421"/>
                  </a:lnTo>
                  <a:cubicBezTo>
                    <a:pt x="467395" y="130421"/>
                    <a:pt x="466890" y="128470"/>
                    <a:pt x="466890" y="128167"/>
                  </a:cubicBezTo>
                  <a:cubicBezTo>
                    <a:pt x="466890" y="127864"/>
                    <a:pt x="466385" y="126485"/>
                    <a:pt x="466318" y="126283"/>
                  </a:cubicBezTo>
                  <a:cubicBezTo>
                    <a:pt x="466251" y="126081"/>
                    <a:pt x="465073" y="124534"/>
                    <a:pt x="464736" y="124265"/>
                  </a:cubicBezTo>
                  <a:cubicBezTo>
                    <a:pt x="464366" y="123962"/>
                    <a:pt x="462212" y="122516"/>
                    <a:pt x="462212" y="122516"/>
                  </a:cubicBezTo>
                  <a:cubicBezTo>
                    <a:pt x="462212" y="122516"/>
                    <a:pt x="462347" y="119757"/>
                    <a:pt x="462515" y="119555"/>
                  </a:cubicBezTo>
                  <a:cubicBezTo>
                    <a:pt x="462650" y="119353"/>
                    <a:pt x="462818" y="117234"/>
                    <a:pt x="462818" y="117234"/>
                  </a:cubicBezTo>
                  <a:cubicBezTo>
                    <a:pt x="462818" y="117234"/>
                    <a:pt x="460731" y="113164"/>
                    <a:pt x="459991" y="112222"/>
                  </a:cubicBezTo>
                  <a:cubicBezTo>
                    <a:pt x="459284" y="111280"/>
                    <a:pt x="457366" y="108892"/>
                    <a:pt x="457366" y="108892"/>
                  </a:cubicBezTo>
                  <a:lnTo>
                    <a:pt x="457500" y="105494"/>
                  </a:lnTo>
                  <a:lnTo>
                    <a:pt x="458308" y="102164"/>
                  </a:lnTo>
                  <a:cubicBezTo>
                    <a:pt x="458308" y="102164"/>
                    <a:pt x="456053" y="97589"/>
                    <a:pt x="455986" y="97185"/>
                  </a:cubicBezTo>
                  <a:cubicBezTo>
                    <a:pt x="455919" y="96748"/>
                    <a:pt x="453899" y="92475"/>
                    <a:pt x="453899" y="92173"/>
                  </a:cubicBezTo>
                  <a:cubicBezTo>
                    <a:pt x="453899" y="91870"/>
                    <a:pt x="453327" y="89212"/>
                    <a:pt x="453260" y="88842"/>
                  </a:cubicBezTo>
                  <a:cubicBezTo>
                    <a:pt x="453193" y="88472"/>
                    <a:pt x="451443" y="81543"/>
                    <a:pt x="451443" y="81543"/>
                  </a:cubicBezTo>
                  <a:lnTo>
                    <a:pt x="448481" y="75521"/>
                  </a:lnTo>
                  <a:lnTo>
                    <a:pt x="447337" y="66977"/>
                  </a:lnTo>
                  <a:lnTo>
                    <a:pt x="437779" y="45245"/>
                  </a:lnTo>
                  <a:lnTo>
                    <a:pt x="432865" y="24389"/>
                  </a:lnTo>
                  <a:lnTo>
                    <a:pt x="428524" y="3229"/>
                  </a:lnTo>
                  <a:lnTo>
                    <a:pt x="409677" y="639"/>
                  </a:lnTo>
                  <a:lnTo>
                    <a:pt x="398942" y="639"/>
                  </a:lnTo>
                  <a:lnTo>
                    <a:pt x="385042" y="639"/>
                  </a:lnTo>
                  <a:lnTo>
                    <a:pt x="376359" y="639"/>
                  </a:lnTo>
                  <a:lnTo>
                    <a:pt x="364176" y="639"/>
                  </a:lnTo>
                  <a:lnTo>
                    <a:pt x="357210" y="639"/>
                  </a:lnTo>
                  <a:lnTo>
                    <a:pt x="348964" y="0"/>
                  </a:lnTo>
                  <a:cubicBezTo>
                    <a:pt x="348964" y="0"/>
                    <a:pt x="341998" y="437"/>
                    <a:pt x="341695" y="639"/>
                  </a:cubicBezTo>
                  <a:cubicBezTo>
                    <a:pt x="341358" y="875"/>
                    <a:pt x="337656" y="3364"/>
                    <a:pt x="335503" y="4878"/>
                  </a:cubicBezTo>
                  <a:cubicBezTo>
                    <a:pt x="333315" y="6392"/>
                    <a:pt x="330185" y="7704"/>
                    <a:pt x="329748" y="8343"/>
                  </a:cubicBezTo>
                  <a:cubicBezTo>
                    <a:pt x="329310" y="8982"/>
                    <a:pt x="327358" y="11067"/>
                    <a:pt x="327123" y="11606"/>
                  </a:cubicBezTo>
                  <a:cubicBezTo>
                    <a:pt x="326921" y="12144"/>
                    <a:pt x="326483" y="16484"/>
                    <a:pt x="326483" y="16820"/>
                  </a:cubicBezTo>
                  <a:cubicBezTo>
                    <a:pt x="326483" y="17156"/>
                    <a:pt x="326584" y="20621"/>
                    <a:pt x="326483" y="20958"/>
                  </a:cubicBezTo>
                  <a:cubicBezTo>
                    <a:pt x="326382" y="21294"/>
                    <a:pt x="325406" y="27484"/>
                    <a:pt x="325406" y="27484"/>
                  </a:cubicBezTo>
                  <a:lnTo>
                    <a:pt x="326820" y="38114"/>
                  </a:lnTo>
                  <a:lnTo>
                    <a:pt x="325945" y="49181"/>
                  </a:lnTo>
                  <a:lnTo>
                    <a:pt x="322916" y="57120"/>
                  </a:lnTo>
                  <a:lnTo>
                    <a:pt x="320728" y="68625"/>
                  </a:lnTo>
                  <a:lnTo>
                    <a:pt x="325305" y="73839"/>
                  </a:lnTo>
                  <a:cubicBezTo>
                    <a:pt x="325305" y="73839"/>
                    <a:pt x="325844" y="75891"/>
                    <a:pt x="325507" y="76463"/>
                  </a:cubicBezTo>
                  <a:cubicBezTo>
                    <a:pt x="325171" y="77001"/>
                    <a:pt x="322916" y="79490"/>
                    <a:pt x="322916" y="79490"/>
                  </a:cubicBezTo>
                  <a:cubicBezTo>
                    <a:pt x="322916" y="79490"/>
                    <a:pt x="317161" y="82215"/>
                    <a:pt x="317026" y="82518"/>
                  </a:cubicBezTo>
                  <a:cubicBezTo>
                    <a:pt x="316925" y="82854"/>
                    <a:pt x="313560" y="85007"/>
                    <a:pt x="313560" y="85007"/>
                  </a:cubicBezTo>
                  <a:cubicBezTo>
                    <a:pt x="313560" y="85007"/>
                    <a:pt x="309656" y="90222"/>
                    <a:pt x="309420" y="90659"/>
                  </a:cubicBezTo>
                  <a:cubicBezTo>
                    <a:pt x="309218" y="91096"/>
                    <a:pt x="300939" y="91197"/>
                    <a:pt x="300502" y="91197"/>
                  </a:cubicBezTo>
                  <a:cubicBezTo>
                    <a:pt x="300064" y="91197"/>
                    <a:pt x="290170" y="88035"/>
                    <a:pt x="289732" y="87934"/>
                  </a:cubicBezTo>
                  <a:cubicBezTo>
                    <a:pt x="289295" y="87833"/>
                    <a:pt x="285290" y="86757"/>
                    <a:pt x="284852" y="86757"/>
                  </a:cubicBezTo>
                  <a:cubicBezTo>
                    <a:pt x="284415" y="86757"/>
                    <a:pt x="281487" y="84806"/>
                    <a:pt x="279838" y="84806"/>
                  </a:cubicBezTo>
                  <a:cubicBezTo>
                    <a:pt x="278222" y="84806"/>
                    <a:pt x="275496" y="84032"/>
                    <a:pt x="275496" y="84032"/>
                  </a:cubicBezTo>
                  <a:cubicBezTo>
                    <a:pt x="275496" y="84032"/>
                    <a:pt x="272434" y="84032"/>
                    <a:pt x="272030" y="84032"/>
                  </a:cubicBezTo>
                  <a:cubicBezTo>
                    <a:pt x="271593" y="84032"/>
                    <a:pt x="267588" y="86656"/>
                    <a:pt x="267588" y="86656"/>
                  </a:cubicBezTo>
                  <a:cubicBezTo>
                    <a:pt x="267588" y="86656"/>
                    <a:pt x="264761" y="87429"/>
                    <a:pt x="264424" y="87429"/>
                  </a:cubicBezTo>
                  <a:cubicBezTo>
                    <a:pt x="264088" y="87429"/>
                    <a:pt x="261934" y="88640"/>
                    <a:pt x="261160" y="88741"/>
                  </a:cubicBezTo>
                  <a:cubicBezTo>
                    <a:pt x="260385" y="88842"/>
                    <a:pt x="260621" y="90491"/>
                    <a:pt x="258232" y="89179"/>
                  </a:cubicBezTo>
                  <a:cubicBezTo>
                    <a:pt x="255842" y="87867"/>
                    <a:pt x="252039" y="86790"/>
                    <a:pt x="252039" y="86790"/>
                  </a:cubicBezTo>
                  <a:lnTo>
                    <a:pt x="249010" y="87228"/>
                  </a:lnTo>
                  <a:lnTo>
                    <a:pt x="230433" y="92105"/>
                  </a:lnTo>
                  <a:lnTo>
                    <a:pt x="215322" y="94157"/>
                  </a:lnTo>
                  <a:lnTo>
                    <a:pt x="211183" y="97219"/>
                  </a:lnTo>
                  <a:cubicBezTo>
                    <a:pt x="211183" y="97219"/>
                    <a:pt x="207043" y="98631"/>
                    <a:pt x="206067" y="99271"/>
                  </a:cubicBezTo>
                  <a:cubicBezTo>
                    <a:pt x="205091" y="99910"/>
                    <a:pt x="201052" y="101222"/>
                    <a:pt x="199875" y="102197"/>
                  </a:cubicBezTo>
                  <a:cubicBezTo>
                    <a:pt x="198663" y="103173"/>
                    <a:pt x="195096" y="105023"/>
                    <a:pt x="194557" y="105460"/>
                  </a:cubicBezTo>
                  <a:cubicBezTo>
                    <a:pt x="194019" y="105898"/>
                    <a:pt x="190956" y="108723"/>
                    <a:pt x="190552" y="108824"/>
                  </a:cubicBezTo>
                  <a:cubicBezTo>
                    <a:pt x="190115" y="108925"/>
                    <a:pt x="186850" y="111314"/>
                    <a:pt x="186850" y="111314"/>
                  </a:cubicBezTo>
                  <a:lnTo>
                    <a:pt x="178706" y="118479"/>
                  </a:lnTo>
                  <a:lnTo>
                    <a:pt x="164672" y="128470"/>
                  </a:lnTo>
                  <a:lnTo>
                    <a:pt x="159018" y="133146"/>
                  </a:lnTo>
                  <a:cubicBezTo>
                    <a:pt x="159018" y="133146"/>
                    <a:pt x="150974" y="139134"/>
                    <a:pt x="150638" y="139335"/>
                  </a:cubicBezTo>
                  <a:cubicBezTo>
                    <a:pt x="150301" y="139537"/>
                    <a:pt x="141080" y="144987"/>
                    <a:pt x="141080" y="144987"/>
                  </a:cubicBezTo>
                  <a:lnTo>
                    <a:pt x="131085" y="151614"/>
                  </a:lnTo>
                  <a:lnTo>
                    <a:pt x="123580" y="160091"/>
                  </a:lnTo>
                  <a:lnTo>
                    <a:pt x="118700" y="168131"/>
                  </a:lnTo>
                  <a:cubicBezTo>
                    <a:pt x="118700" y="168131"/>
                    <a:pt x="115334" y="170620"/>
                    <a:pt x="114022" y="171394"/>
                  </a:cubicBezTo>
                  <a:cubicBezTo>
                    <a:pt x="112709" y="172168"/>
                    <a:pt x="108368" y="177247"/>
                    <a:pt x="108368" y="177247"/>
                  </a:cubicBezTo>
                  <a:cubicBezTo>
                    <a:pt x="108368" y="177247"/>
                    <a:pt x="106416" y="180847"/>
                    <a:pt x="106079" y="181688"/>
                  </a:cubicBezTo>
                  <a:cubicBezTo>
                    <a:pt x="105743" y="182562"/>
                    <a:pt x="105305" y="184312"/>
                    <a:pt x="105002" y="184850"/>
                  </a:cubicBezTo>
                  <a:cubicBezTo>
                    <a:pt x="104666" y="185388"/>
                    <a:pt x="103387" y="186700"/>
                    <a:pt x="103252" y="187137"/>
                  </a:cubicBezTo>
                  <a:cubicBezTo>
                    <a:pt x="103151" y="187575"/>
                    <a:pt x="101199" y="190165"/>
                    <a:pt x="101199" y="190165"/>
                  </a:cubicBezTo>
                  <a:lnTo>
                    <a:pt x="100324" y="191914"/>
                  </a:lnTo>
                  <a:lnTo>
                    <a:pt x="99247" y="193125"/>
                  </a:lnTo>
                  <a:cubicBezTo>
                    <a:pt x="99247" y="193125"/>
                    <a:pt x="97935" y="193899"/>
                    <a:pt x="97497" y="193899"/>
                  </a:cubicBezTo>
                  <a:cubicBezTo>
                    <a:pt x="97060" y="193899"/>
                    <a:pt x="95747" y="194538"/>
                    <a:pt x="95747" y="194538"/>
                  </a:cubicBezTo>
                  <a:lnTo>
                    <a:pt x="94435" y="195749"/>
                  </a:lnTo>
                  <a:lnTo>
                    <a:pt x="93560" y="196186"/>
                  </a:lnTo>
                  <a:lnTo>
                    <a:pt x="92786" y="196725"/>
                  </a:lnTo>
                  <a:cubicBezTo>
                    <a:pt x="92786" y="196725"/>
                    <a:pt x="92247" y="197498"/>
                    <a:pt x="91608" y="197936"/>
                  </a:cubicBezTo>
                  <a:cubicBezTo>
                    <a:pt x="90968" y="198373"/>
                    <a:pt x="90093" y="199113"/>
                    <a:pt x="89656" y="199550"/>
                  </a:cubicBezTo>
                  <a:cubicBezTo>
                    <a:pt x="89218" y="199988"/>
                    <a:pt x="87704" y="200425"/>
                    <a:pt x="87704" y="200425"/>
                  </a:cubicBezTo>
                  <a:lnTo>
                    <a:pt x="86627" y="200862"/>
                  </a:lnTo>
                  <a:lnTo>
                    <a:pt x="85113" y="201401"/>
                  </a:lnTo>
                  <a:lnTo>
                    <a:pt x="83699" y="202477"/>
                  </a:lnTo>
                  <a:cubicBezTo>
                    <a:pt x="83699" y="202477"/>
                    <a:pt x="82723" y="203251"/>
                    <a:pt x="82387" y="203553"/>
                  </a:cubicBezTo>
                  <a:cubicBezTo>
                    <a:pt x="82050" y="203890"/>
                    <a:pt x="81074" y="204529"/>
                    <a:pt x="80435" y="204765"/>
                  </a:cubicBezTo>
                  <a:cubicBezTo>
                    <a:pt x="79795" y="204966"/>
                    <a:pt x="79257" y="204966"/>
                    <a:pt x="78684" y="205404"/>
                  </a:cubicBezTo>
                  <a:cubicBezTo>
                    <a:pt x="78146" y="205841"/>
                    <a:pt x="77809" y="206043"/>
                    <a:pt x="76732" y="206278"/>
                  </a:cubicBezTo>
                  <a:cubicBezTo>
                    <a:pt x="75656" y="206480"/>
                    <a:pt x="74444" y="206917"/>
                    <a:pt x="74444" y="206917"/>
                  </a:cubicBezTo>
                  <a:lnTo>
                    <a:pt x="72694" y="207456"/>
                  </a:lnTo>
                  <a:cubicBezTo>
                    <a:pt x="72694" y="207456"/>
                    <a:pt x="72055" y="207792"/>
                    <a:pt x="71617" y="208095"/>
                  </a:cubicBezTo>
                  <a:cubicBezTo>
                    <a:pt x="71180" y="208431"/>
                    <a:pt x="70103" y="208869"/>
                    <a:pt x="68992" y="209070"/>
                  </a:cubicBezTo>
                  <a:cubicBezTo>
                    <a:pt x="67915" y="209306"/>
                    <a:pt x="67377" y="209743"/>
                    <a:pt x="66064" y="209844"/>
                  </a:cubicBezTo>
                  <a:cubicBezTo>
                    <a:pt x="64751" y="209945"/>
                    <a:pt x="62800" y="209844"/>
                    <a:pt x="62463" y="210046"/>
                  </a:cubicBezTo>
                  <a:cubicBezTo>
                    <a:pt x="62126" y="210281"/>
                    <a:pt x="62126" y="210147"/>
                    <a:pt x="59636" y="210147"/>
                  </a:cubicBezTo>
                  <a:cubicBezTo>
                    <a:pt x="57146" y="210147"/>
                    <a:pt x="57146" y="209945"/>
                    <a:pt x="55631" y="209810"/>
                  </a:cubicBezTo>
                  <a:cubicBezTo>
                    <a:pt x="54117" y="209710"/>
                    <a:pt x="52905" y="209037"/>
                    <a:pt x="52602" y="208936"/>
                  </a:cubicBezTo>
                  <a:cubicBezTo>
                    <a:pt x="52266" y="208835"/>
                    <a:pt x="49674" y="207624"/>
                    <a:pt x="49001" y="207624"/>
                  </a:cubicBezTo>
                  <a:cubicBezTo>
                    <a:pt x="48362" y="207624"/>
                    <a:pt x="43246" y="204462"/>
                    <a:pt x="42371" y="204462"/>
                  </a:cubicBezTo>
                  <a:cubicBezTo>
                    <a:pt x="41496" y="204462"/>
                    <a:pt x="37491" y="204563"/>
                    <a:pt x="37054" y="204361"/>
                  </a:cubicBezTo>
                  <a:cubicBezTo>
                    <a:pt x="36616" y="204159"/>
                    <a:pt x="32174" y="203049"/>
                    <a:pt x="32174" y="203049"/>
                  </a:cubicBezTo>
                  <a:cubicBezTo>
                    <a:pt x="32174" y="203049"/>
                    <a:pt x="29885" y="201838"/>
                    <a:pt x="29448" y="201838"/>
                  </a:cubicBezTo>
                  <a:cubicBezTo>
                    <a:pt x="29010" y="201838"/>
                    <a:pt x="26621" y="201300"/>
                    <a:pt x="26621" y="201300"/>
                  </a:cubicBezTo>
                  <a:lnTo>
                    <a:pt x="24400" y="201199"/>
                  </a:lnTo>
                  <a:lnTo>
                    <a:pt x="22515" y="201300"/>
                  </a:lnTo>
                  <a:lnTo>
                    <a:pt x="22515" y="203049"/>
                  </a:lnTo>
                  <a:lnTo>
                    <a:pt x="22515" y="206514"/>
                  </a:lnTo>
                  <a:cubicBezTo>
                    <a:pt x="22515" y="206514"/>
                    <a:pt x="22077" y="207590"/>
                    <a:pt x="22515" y="208129"/>
                  </a:cubicBezTo>
                  <a:cubicBezTo>
                    <a:pt x="22952" y="208667"/>
                    <a:pt x="22852" y="209878"/>
                    <a:pt x="22852" y="210315"/>
                  </a:cubicBezTo>
                  <a:cubicBezTo>
                    <a:pt x="22852" y="210752"/>
                    <a:pt x="22347" y="212804"/>
                    <a:pt x="22347" y="212804"/>
                  </a:cubicBezTo>
                  <a:lnTo>
                    <a:pt x="21875" y="235612"/>
                  </a:lnTo>
                  <a:lnTo>
                    <a:pt x="22952" y="239851"/>
                  </a:lnTo>
                  <a:cubicBezTo>
                    <a:pt x="22952" y="239851"/>
                    <a:pt x="23289" y="241802"/>
                    <a:pt x="23188" y="242239"/>
                  </a:cubicBezTo>
                  <a:cubicBezTo>
                    <a:pt x="23087" y="242676"/>
                    <a:pt x="22751" y="244527"/>
                    <a:pt x="21875" y="245704"/>
                  </a:cubicBezTo>
                  <a:cubicBezTo>
                    <a:pt x="21000" y="246881"/>
                    <a:pt x="20799" y="247453"/>
                    <a:pt x="19385" y="248731"/>
                  </a:cubicBezTo>
                  <a:cubicBezTo>
                    <a:pt x="17972" y="250043"/>
                    <a:pt x="18308" y="248832"/>
                    <a:pt x="17332" y="250784"/>
                  </a:cubicBezTo>
                  <a:cubicBezTo>
                    <a:pt x="16356" y="252735"/>
                    <a:pt x="13731" y="255661"/>
                    <a:pt x="13731" y="255661"/>
                  </a:cubicBezTo>
                  <a:cubicBezTo>
                    <a:pt x="13731" y="255661"/>
                    <a:pt x="10803" y="257074"/>
                    <a:pt x="10265" y="257713"/>
                  </a:cubicBezTo>
                  <a:cubicBezTo>
                    <a:pt x="9726" y="258352"/>
                    <a:pt x="8414" y="260875"/>
                    <a:pt x="8414" y="260875"/>
                  </a:cubicBezTo>
                  <a:lnTo>
                    <a:pt x="5923" y="264576"/>
                  </a:lnTo>
                  <a:lnTo>
                    <a:pt x="4308" y="267267"/>
                  </a:lnTo>
                  <a:cubicBezTo>
                    <a:pt x="4308" y="267267"/>
                    <a:pt x="4644" y="268343"/>
                    <a:pt x="4308" y="269117"/>
                  </a:cubicBezTo>
                  <a:cubicBezTo>
                    <a:pt x="3971" y="269891"/>
                    <a:pt x="4308" y="270631"/>
                    <a:pt x="4644" y="271068"/>
                  </a:cubicBezTo>
                  <a:cubicBezTo>
                    <a:pt x="4981" y="271506"/>
                    <a:pt x="5183" y="273154"/>
                    <a:pt x="5183" y="273154"/>
                  </a:cubicBezTo>
                  <a:lnTo>
                    <a:pt x="5183" y="275980"/>
                  </a:lnTo>
                  <a:lnTo>
                    <a:pt x="4308" y="279243"/>
                  </a:lnTo>
                  <a:lnTo>
                    <a:pt x="3467" y="288056"/>
                  </a:lnTo>
                  <a:lnTo>
                    <a:pt x="3467" y="295121"/>
                  </a:lnTo>
                  <a:lnTo>
                    <a:pt x="0" y="298720"/>
                  </a:lnTo>
                  <a:lnTo>
                    <a:pt x="0" y="302084"/>
                  </a:lnTo>
                  <a:lnTo>
                    <a:pt x="1178" y="305549"/>
                  </a:lnTo>
                  <a:lnTo>
                    <a:pt x="1817" y="309687"/>
                  </a:lnTo>
                  <a:lnTo>
                    <a:pt x="2154" y="312849"/>
                  </a:lnTo>
                  <a:lnTo>
                    <a:pt x="2928" y="313387"/>
                  </a:lnTo>
                  <a:lnTo>
                    <a:pt x="6933" y="315977"/>
                  </a:lnTo>
                  <a:lnTo>
                    <a:pt x="7909" y="316953"/>
                  </a:lnTo>
                  <a:lnTo>
                    <a:pt x="9760" y="318164"/>
                  </a:lnTo>
                  <a:cubicBezTo>
                    <a:pt x="9760" y="318164"/>
                    <a:pt x="9928" y="319139"/>
                    <a:pt x="10029" y="319913"/>
                  </a:cubicBezTo>
                  <a:cubicBezTo>
                    <a:pt x="10130" y="320687"/>
                    <a:pt x="10399" y="322940"/>
                    <a:pt x="10399" y="322940"/>
                  </a:cubicBezTo>
                  <a:lnTo>
                    <a:pt x="10399" y="324690"/>
                  </a:lnTo>
                  <a:cubicBezTo>
                    <a:pt x="10399" y="324690"/>
                    <a:pt x="10298" y="326103"/>
                    <a:pt x="10298" y="326540"/>
                  </a:cubicBezTo>
                  <a:cubicBezTo>
                    <a:pt x="10298" y="326977"/>
                    <a:pt x="10063" y="329029"/>
                    <a:pt x="10063" y="329029"/>
                  </a:cubicBezTo>
                  <a:cubicBezTo>
                    <a:pt x="10063" y="329029"/>
                    <a:pt x="9625" y="331317"/>
                    <a:pt x="9625" y="331754"/>
                  </a:cubicBezTo>
                  <a:cubicBezTo>
                    <a:pt x="9625" y="332191"/>
                    <a:pt x="8851" y="335219"/>
                    <a:pt x="8851" y="335892"/>
                  </a:cubicBezTo>
                  <a:cubicBezTo>
                    <a:pt x="8851" y="336531"/>
                    <a:pt x="8414" y="337069"/>
                    <a:pt x="8313" y="337507"/>
                  </a:cubicBezTo>
                  <a:cubicBezTo>
                    <a:pt x="8212" y="337944"/>
                    <a:pt x="7875" y="338919"/>
                    <a:pt x="7673" y="339357"/>
                  </a:cubicBezTo>
                  <a:cubicBezTo>
                    <a:pt x="7471" y="339794"/>
                    <a:pt x="6899" y="342519"/>
                    <a:pt x="6899" y="342519"/>
                  </a:cubicBezTo>
                  <a:cubicBezTo>
                    <a:pt x="6899" y="342519"/>
                    <a:pt x="6798" y="344604"/>
                    <a:pt x="6899" y="344907"/>
                  </a:cubicBezTo>
                  <a:cubicBezTo>
                    <a:pt x="7000" y="345244"/>
                    <a:pt x="7000" y="346993"/>
                    <a:pt x="7000" y="346993"/>
                  </a:cubicBezTo>
                  <a:cubicBezTo>
                    <a:pt x="7000" y="346993"/>
                    <a:pt x="6899" y="348204"/>
                    <a:pt x="7101" y="348608"/>
                  </a:cubicBezTo>
                  <a:cubicBezTo>
                    <a:pt x="7303" y="349045"/>
                    <a:pt x="7640" y="349819"/>
                    <a:pt x="8717" y="350794"/>
                  </a:cubicBezTo>
                  <a:cubicBezTo>
                    <a:pt x="9794" y="351770"/>
                    <a:pt x="11005" y="352745"/>
                    <a:pt x="11645" y="353384"/>
                  </a:cubicBezTo>
                  <a:cubicBezTo>
                    <a:pt x="12284" y="354024"/>
                    <a:pt x="13058" y="354898"/>
                    <a:pt x="13496" y="354999"/>
                  </a:cubicBezTo>
                  <a:cubicBezTo>
                    <a:pt x="13933" y="355100"/>
                    <a:pt x="15683" y="354225"/>
                    <a:pt x="15683" y="354225"/>
                  </a:cubicBezTo>
                  <a:cubicBezTo>
                    <a:pt x="15683" y="354225"/>
                    <a:pt x="18409" y="354225"/>
                    <a:pt x="18847" y="354024"/>
                  </a:cubicBezTo>
                  <a:cubicBezTo>
                    <a:pt x="19284" y="353788"/>
                    <a:pt x="27328" y="353485"/>
                    <a:pt x="27328" y="353485"/>
                  </a:cubicBezTo>
                  <a:cubicBezTo>
                    <a:pt x="27328" y="353485"/>
                    <a:pt x="34159" y="353384"/>
                    <a:pt x="34395" y="352947"/>
                  </a:cubicBezTo>
                  <a:cubicBezTo>
                    <a:pt x="34631" y="352510"/>
                    <a:pt x="36246" y="350761"/>
                    <a:pt x="36246" y="350761"/>
                  </a:cubicBezTo>
                  <a:lnTo>
                    <a:pt x="38299" y="350962"/>
                  </a:lnTo>
                  <a:cubicBezTo>
                    <a:pt x="38299" y="350962"/>
                    <a:pt x="38198" y="352039"/>
                    <a:pt x="40049" y="352274"/>
                  </a:cubicBezTo>
                  <a:cubicBezTo>
                    <a:pt x="41900" y="352476"/>
                    <a:pt x="43650" y="353149"/>
                    <a:pt x="44727" y="353149"/>
                  </a:cubicBezTo>
                  <a:cubicBezTo>
                    <a:pt x="45804" y="353149"/>
                    <a:pt x="47016" y="353788"/>
                    <a:pt x="47991" y="352947"/>
                  </a:cubicBezTo>
                  <a:cubicBezTo>
                    <a:pt x="48967" y="352072"/>
                    <a:pt x="50482" y="351097"/>
                    <a:pt x="50819" y="350559"/>
                  </a:cubicBezTo>
                  <a:cubicBezTo>
                    <a:pt x="51155" y="350020"/>
                    <a:pt x="52131" y="348170"/>
                    <a:pt x="52232" y="347733"/>
                  </a:cubicBezTo>
                  <a:cubicBezTo>
                    <a:pt x="52333" y="347296"/>
                    <a:pt x="52871" y="345345"/>
                    <a:pt x="52871" y="345345"/>
                  </a:cubicBezTo>
                  <a:cubicBezTo>
                    <a:pt x="52871" y="345345"/>
                    <a:pt x="52770" y="344907"/>
                    <a:pt x="53410" y="345008"/>
                  </a:cubicBezTo>
                  <a:cubicBezTo>
                    <a:pt x="54049" y="345109"/>
                    <a:pt x="55261" y="345109"/>
                    <a:pt x="56136" y="345345"/>
                  </a:cubicBezTo>
                  <a:cubicBezTo>
                    <a:pt x="57011" y="345546"/>
                    <a:pt x="59400" y="346657"/>
                    <a:pt x="59939" y="346959"/>
                  </a:cubicBezTo>
                  <a:cubicBezTo>
                    <a:pt x="60477" y="347296"/>
                    <a:pt x="62766" y="348574"/>
                    <a:pt x="63540" y="348574"/>
                  </a:cubicBezTo>
                  <a:cubicBezTo>
                    <a:pt x="64314" y="348574"/>
                    <a:pt x="67982" y="349886"/>
                    <a:pt x="68420" y="349886"/>
                  </a:cubicBezTo>
                  <a:cubicBezTo>
                    <a:pt x="68857" y="349886"/>
                    <a:pt x="75588" y="349886"/>
                    <a:pt x="75588" y="349886"/>
                  </a:cubicBezTo>
                  <a:cubicBezTo>
                    <a:pt x="75588" y="349886"/>
                    <a:pt x="80165" y="350424"/>
                    <a:pt x="81781" y="350861"/>
                  </a:cubicBezTo>
                  <a:cubicBezTo>
                    <a:pt x="83430" y="351299"/>
                    <a:pt x="87334" y="351063"/>
                    <a:pt x="88411" y="351635"/>
                  </a:cubicBezTo>
                  <a:cubicBezTo>
                    <a:pt x="89488" y="352173"/>
                    <a:pt x="91137" y="352510"/>
                    <a:pt x="92214" y="353048"/>
                  </a:cubicBezTo>
                  <a:cubicBezTo>
                    <a:pt x="93291" y="353586"/>
                    <a:pt x="94603" y="354461"/>
                    <a:pt x="95478" y="354562"/>
                  </a:cubicBezTo>
                  <a:cubicBezTo>
                    <a:pt x="96353" y="354663"/>
                    <a:pt x="97968" y="355100"/>
                    <a:pt x="99281" y="355100"/>
                  </a:cubicBezTo>
                  <a:cubicBezTo>
                    <a:pt x="100594" y="355100"/>
                    <a:pt x="101906" y="355436"/>
                    <a:pt x="102882" y="355335"/>
                  </a:cubicBezTo>
                  <a:cubicBezTo>
                    <a:pt x="103858" y="355235"/>
                    <a:pt x="105171" y="354125"/>
                    <a:pt x="106349" y="354125"/>
                  </a:cubicBezTo>
                  <a:cubicBezTo>
                    <a:pt x="107526" y="354125"/>
                    <a:pt x="108637" y="353788"/>
                    <a:pt x="110152" y="353485"/>
                  </a:cubicBezTo>
                  <a:cubicBezTo>
                    <a:pt x="111666" y="353149"/>
                    <a:pt x="112204" y="352409"/>
                    <a:pt x="113854" y="351972"/>
                  </a:cubicBezTo>
                  <a:cubicBezTo>
                    <a:pt x="115469" y="351534"/>
                    <a:pt x="117219" y="350660"/>
                    <a:pt x="117892" y="350660"/>
                  </a:cubicBezTo>
                  <a:cubicBezTo>
                    <a:pt x="118532" y="350660"/>
                    <a:pt x="119642" y="350323"/>
                    <a:pt x="119945" y="350323"/>
                  </a:cubicBezTo>
                  <a:cubicBezTo>
                    <a:pt x="120281" y="350323"/>
                    <a:pt x="121796" y="351736"/>
                    <a:pt x="121796" y="351736"/>
                  </a:cubicBezTo>
                  <a:lnTo>
                    <a:pt x="124522" y="354125"/>
                  </a:lnTo>
                  <a:cubicBezTo>
                    <a:pt x="124522" y="354125"/>
                    <a:pt x="126810" y="356513"/>
                    <a:pt x="128123" y="356176"/>
                  </a:cubicBezTo>
                  <a:cubicBezTo>
                    <a:pt x="129436" y="355840"/>
                    <a:pt x="137142" y="355100"/>
                    <a:pt x="137142" y="355100"/>
                  </a:cubicBezTo>
                  <a:cubicBezTo>
                    <a:pt x="137142" y="355100"/>
                    <a:pt x="142796" y="355874"/>
                    <a:pt x="143133" y="356076"/>
                  </a:cubicBezTo>
                  <a:cubicBezTo>
                    <a:pt x="143470" y="356277"/>
                    <a:pt x="144984" y="357488"/>
                    <a:pt x="146936" y="358464"/>
                  </a:cubicBezTo>
                  <a:cubicBezTo>
                    <a:pt x="148888" y="359440"/>
                    <a:pt x="152253" y="362265"/>
                    <a:pt x="153128" y="362904"/>
                  </a:cubicBezTo>
                  <a:cubicBezTo>
                    <a:pt x="154003" y="363544"/>
                    <a:pt x="158883" y="367042"/>
                    <a:pt x="159556" y="367244"/>
                  </a:cubicBezTo>
                  <a:cubicBezTo>
                    <a:pt x="160196" y="367446"/>
                    <a:pt x="163460" y="368859"/>
                    <a:pt x="165984" y="369094"/>
                  </a:cubicBezTo>
                  <a:cubicBezTo>
                    <a:pt x="168475" y="369296"/>
                    <a:pt x="171201" y="369296"/>
                    <a:pt x="173489" y="369296"/>
                  </a:cubicBezTo>
                  <a:cubicBezTo>
                    <a:pt x="175778" y="369296"/>
                    <a:pt x="176754" y="369094"/>
                    <a:pt x="178067" y="369195"/>
                  </a:cubicBezTo>
                  <a:cubicBezTo>
                    <a:pt x="179379" y="369296"/>
                    <a:pt x="183384" y="370608"/>
                    <a:pt x="184494" y="371247"/>
                  </a:cubicBezTo>
                  <a:cubicBezTo>
                    <a:pt x="185571" y="371886"/>
                    <a:pt x="188937" y="374073"/>
                    <a:pt x="190485" y="375385"/>
                  </a:cubicBezTo>
                  <a:cubicBezTo>
                    <a:pt x="191999" y="376697"/>
                    <a:pt x="194826" y="378984"/>
                    <a:pt x="195500" y="379085"/>
                  </a:cubicBezTo>
                  <a:cubicBezTo>
                    <a:pt x="196139" y="379186"/>
                    <a:pt x="203745" y="378009"/>
                    <a:pt x="203745" y="378009"/>
                  </a:cubicBezTo>
                  <a:cubicBezTo>
                    <a:pt x="203745" y="378009"/>
                    <a:pt x="208961" y="377370"/>
                    <a:pt x="209298" y="379623"/>
                  </a:cubicBezTo>
                  <a:cubicBezTo>
                    <a:pt x="209635" y="381911"/>
                    <a:pt x="211485" y="385914"/>
                    <a:pt x="212899" y="387327"/>
                  </a:cubicBezTo>
                  <a:cubicBezTo>
                    <a:pt x="214312" y="388740"/>
                    <a:pt x="217038" y="389816"/>
                    <a:pt x="217678" y="391128"/>
                  </a:cubicBezTo>
                  <a:cubicBezTo>
                    <a:pt x="218317" y="392440"/>
                    <a:pt x="224543" y="399942"/>
                    <a:pt x="225519" y="400816"/>
                  </a:cubicBezTo>
                  <a:cubicBezTo>
                    <a:pt x="226495" y="401691"/>
                    <a:pt x="234741" y="408217"/>
                    <a:pt x="235077" y="408419"/>
                  </a:cubicBezTo>
                  <a:cubicBezTo>
                    <a:pt x="235414" y="408654"/>
                    <a:pt x="237130" y="410370"/>
                    <a:pt x="237366" y="410706"/>
                  </a:cubicBezTo>
                  <a:cubicBezTo>
                    <a:pt x="237568" y="411043"/>
                    <a:pt x="241707" y="411581"/>
                    <a:pt x="242145" y="415046"/>
                  </a:cubicBezTo>
                  <a:cubicBezTo>
                    <a:pt x="242582" y="418511"/>
                    <a:pt x="243222" y="423187"/>
                    <a:pt x="243222" y="423187"/>
                  </a:cubicBezTo>
                  <a:cubicBezTo>
                    <a:pt x="243222" y="423187"/>
                    <a:pt x="244433" y="424364"/>
                    <a:pt x="244871" y="424499"/>
                  </a:cubicBezTo>
                  <a:cubicBezTo>
                    <a:pt x="245308" y="424599"/>
                    <a:pt x="248674" y="426349"/>
                    <a:pt x="248674" y="426349"/>
                  </a:cubicBezTo>
                  <a:cubicBezTo>
                    <a:pt x="248674" y="426349"/>
                    <a:pt x="250727" y="427223"/>
                    <a:pt x="251164" y="427863"/>
                  </a:cubicBezTo>
                  <a:cubicBezTo>
                    <a:pt x="251602" y="428502"/>
                    <a:pt x="253655" y="429814"/>
                    <a:pt x="254092" y="430587"/>
                  </a:cubicBezTo>
                  <a:cubicBezTo>
                    <a:pt x="254530" y="431361"/>
                    <a:pt x="257996" y="435162"/>
                    <a:pt x="258972" y="435802"/>
                  </a:cubicBezTo>
                  <a:cubicBezTo>
                    <a:pt x="259948" y="436441"/>
                    <a:pt x="265265" y="441655"/>
                    <a:pt x="265501" y="442092"/>
                  </a:cubicBezTo>
                  <a:cubicBezTo>
                    <a:pt x="265703" y="442529"/>
                    <a:pt x="269641" y="446129"/>
                    <a:pt x="269943" y="446331"/>
                  </a:cubicBezTo>
                  <a:cubicBezTo>
                    <a:pt x="270280" y="446533"/>
                    <a:pt x="281352" y="453496"/>
                    <a:pt x="281891" y="453933"/>
                  </a:cubicBezTo>
                  <a:cubicBezTo>
                    <a:pt x="282429" y="454371"/>
                    <a:pt x="287982" y="456759"/>
                    <a:pt x="287982" y="456759"/>
                  </a:cubicBezTo>
                  <a:cubicBezTo>
                    <a:pt x="287982" y="456759"/>
                    <a:pt x="290170" y="456557"/>
                    <a:pt x="290574" y="456759"/>
                  </a:cubicBezTo>
                  <a:cubicBezTo>
                    <a:pt x="291011" y="456961"/>
                    <a:pt x="296665" y="459046"/>
                    <a:pt x="297103" y="459248"/>
                  </a:cubicBezTo>
                  <a:cubicBezTo>
                    <a:pt x="297540" y="459450"/>
                    <a:pt x="300569" y="460459"/>
                    <a:pt x="300906" y="461099"/>
                  </a:cubicBezTo>
                  <a:cubicBezTo>
                    <a:pt x="301242" y="461738"/>
                    <a:pt x="305146" y="466212"/>
                    <a:pt x="305785" y="466649"/>
                  </a:cubicBezTo>
                  <a:cubicBezTo>
                    <a:pt x="306425" y="467086"/>
                    <a:pt x="310026" y="470652"/>
                    <a:pt x="310026" y="470652"/>
                  </a:cubicBezTo>
                  <a:cubicBezTo>
                    <a:pt x="310026" y="470652"/>
                    <a:pt x="309925" y="476203"/>
                    <a:pt x="309925" y="476505"/>
                  </a:cubicBezTo>
                  <a:cubicBezTo>
                    <a:pt x="309925" y="476842"/>
                    <a:pt x="309723" y="478457"/>
                    <a:pt x="309723" y="478894"/>
                  </a:cubicBezTo>
                  <a:cubicBezTo>
                    <a:pt x="309723" y="479331"/>
                    <a:pt x="310800" y="482157"/>
                    <a:pt x="311473" y="482493"/>
                  </a:cubicBezTo>
                  <a:cubicBezTo>
                    <a:pt x="312113" y="482830"/>
                    <a:pt x="314300" y="483032"/>
                    <a:pt x="314839" y="483368"/>
                  </a:cubicBezTo>
                  <a:cubicBezTo>
                    <a:pt x="315377" y="483704"/>
                    <a:pt x="317329" y="485857"/>
                    <a:pt x="318642" y="487068"/>
                  </a:cubicBezTo>
                  <a:cubicBezTo>
                    <a:pt x="319954" y="488246"/>
                    <a:pt x="322108" y="490096"/>
                    <a:pt x="322546" y="490432"/>
                  </a:cubicBezTo>
                  <a:cubicBezTo>
                    <a:pt x="322983" y="490769"/>
                    <a:pt x="326685" y="493796"/>
                    <a:pt x="326685" y="493796"/>
                  </a:cubicBezTo>
                  <a:cubicBezTo>
                    <a:pt x="326685" y="493796"/>
                    <a:pt x="328200" y="495007"/>
                    <a:pt x="329075" y="495007"/>
                  </a:cubicBezTo>
                  <a:cubicBezTo>
                    <a:pt x="329950" y="495007"/>
                    <a:pt x="333416" y="495646"/>
                    <a:pt x="334392" y="495546"/>
                  </a:cubicBezTo>
                  <a:cubicBezTo>
                    <a:pt x="335368" y="495445"/>
                    <a:pt x="336243" y="493594"/>
                    <a:pt x="338094" y="493931"/>
                  </a:cubicBezTo>
                  <a:cubicBezTo>
                    <a:pt x="339945" y="494267"/>
                    <a:pt x="341897" y="493931"/>
                    <a:pt x="342570" y="493931"/>
                  </a:cubicBezTo>
                  <a:cubicBezTo>
                    <a:pt x="343210" y="493931"/>
                    <a:pt x="346036" y="493393"/>
                    <a:pt x="346911" y="493056"/>
                  </a:cubicBezTo>
                  <a:cubicBezTo>
                    <a:pt x="347787" y="492720"/>
                    <a:pt x="349200" y="492282"/>
                    <a:pt x="349301" y="491542"/>
                  </a:cubicBezTo>
                  <a:cubicBezTo>
                    <a:pt x="349402" y="490769"/>
                    <a:pt x="349839" y="491004"/>
                    <a:pt x="349839" y="489053"/>
                  </a:cubicBezTo>
                  <a:cubicBezTo>
                    <a:pt x="349839" y="487102"/>
                    <a:pt x="349940" y="485050"/>
                    <a:pt x="349940" y="484713"/>
                  </a:cubicBezTo>
                  <a:cubicBezTo>
                    <a:pt x="349940" y="484377"/>
                    <a:pt x="350277" y="481888"/>
                    <a:pt x="350479" y="479499"/>
                  </a:cubicBezTo>
                  <a:cubicBezTo>
                    <a:pt x="350714" y="477111"/>
                    <a:pt x="350479" y="473848"/>
                    <a:pt x="350714" y="473074"/>
                  </a:cubicBezTo>
                  <a:cubicBezTo>
                    <a:pt x="350916" y="472300"/>
                    <a:pt x="350613" y="466111"/>
                    <a:pt x="350378" y="465808"/>
                  </a:cubicBezTo>
                  <a:cubicBezTo>
                    <a:pt x="350142" y="465472"/>
                    <a:pt x="349065" y="462343"/>
                    <a:pt x="348527" y="460695"/>
                  </a:cubicBezTo>
                  <a:cubicBezTo>
                    <a:pt x="347988" y="459080"/>
                    <a:pt x="346911" y="457533"/>
                    <a:pt x="346911" y="455817"/>
                  </a:cubicBezTo>
                  <a:cubicBezTo>
                    <a:pt x="346911" y="454068"/>
                    <a:pt x="347012" y="453092"/>
                    <a:pt x="347988" y="451040"/>
                  </a:cubicBezTo>
                  <a:cubicBezTo>
                    <a:pt x="348964" y="448988"/>
                    <a:pt x="348964" y="446701"/>
                    <a:pt x="350479" y="441688"/>
                  </a:cubicBezTo>
                  <a:cubicBezTo>
                    <a:pt x="351993" y="436676"/>
                    <a:pt x="351690" y="433749"/>
                    <a:pt x="353407" y="431462"/>
                  </a:cubicBezTo>
                  <a:cubicBezTo>
                    <a:pt x="355157" y="429175"/>
                    <a:pt x="356133" y="427762"/>
                    <a:pt x="356234" y="424734"/>
                  </a:cubicBezTo>
                  <a:cubicBezTo>
                    <a:pt x="356335" y="421707"/>
                    <a:pt x="357210" y="421908"/>
                    <a:pt x="356133" y="420395"/>
                  </a:cubicBezTo>
                  <a:cubicBezTo>
                    <a:pt x="355056" y="418881"/>
                    <a:pt x="351556" y="413768"/>
                    <a:pt x="351253" y="413566"/>
                  </a:cubicBezTo>
                  <a:cubicBezTo>
                    <a:pt x="350916" y="413364"/>
                    <a:pt x="353642" y="406401"/>
                    <a:pt x="353541" y="405963"/>
                  </a:cubicBezTo>
                  <a:cubicBezTo>
                    <a:pt x="353440" y="405526"/>
                    <a:pt x="354316" y="403777"/>
                    <a:pt x="355157" y="402599"/>
                  </a:cubicBezTo>
                  <a:cubicBezTo>
                    <a:pt x="356032" y="401422"/>
                    <a:pt x="358758" y="398798"/>
                    <a:pt x="358758" y="398798"/>
                  </a:cubicBezTo>
                  <a:lnTo>
                    <a:pt x="360272" y="397721"/>
                  </a:lnTo>
                  <a:cubicBezTo>
                    <a:pt x="360272" y="397721"/>
                    <a:pt x="362460" y="396948"/>
                    <a:pt x="363739" y="396948"/>
                  </a:cubicBezTo>
                  <a:cubicBezTo>
                    <a:pt x="365018" y="396948"/>
                    <a:pt x="375148" y="397385"/>
                    <a:pt x="375484" y="397385"/>
                  </a:cubicBezTo>
                  <a:cubicBezTo>
                    <a:pt x="375821" y="397385"/>
                    <a:pt x="380600" y="398125"/>
                    <a:pt x="380600" y="398125"/>
                  </a:cubicBezTo>
                  <a:cubicBezTo>
                    <a:pt x="380600" y="398125"/>
                    <a:pt x="384066" y="400177"/>
                    <a:pt x="384840" y="400615"/>
                  </a:cubicBezTo>
                  <a:cubicBezTo>
                    <a:pt x="385614" y="401052"/>
                    <a:pt x="387028" y="401388"/>
                    <a:pt x="388206" y="403339"/>
                  </a:cubicBezTo>
                  <a:cubicBezTo>
                    <a:pt x="389417" y="405290"/>
                    <a:pt x="392009" y="408015"/>
                    <a:pt x="392345" y="408452"/>
                  </a:cubicBezTo>
                  <a:cubicBezTo>
                    <a:pt x="392682" y="408890"/>
                    <a:pt x="394735" y="410841"/>
                    <a:pt x="395273" y="411480"/>
                  </a:cubicBezTo>
                  <a:cubicBezTo>
                    <a:pt x="395811" y="412119"/>
                    <a:pt x="399514" y="415920"/>
                    <a:pt x="400052" y="416795"/>
                  </a:cubicBezTo>
                  <a:cubicBezTo>
                    <a:pt x="400591" y="417670"/>
                    <a:pt x="402879" y="419083"/>
                    <a:pt x="403216" y="420260"/>
                  </a:cubicBezTo>
                  <a:cubicBezTo>
                    <a:pt x="403552" y="421471"/>
                    <a:pt x="406043" y="424398"/>
                    <a:pt x="406581" y="425138"/>
                  </a:cubicBezTo>
                  <a:cubicBezTo>
                    <a:pt x="407120" y="425911"/>
                    <a:pt x="408197" y="426551"/>
                    <a:pt x="408869" y="427963"/>
                  </a:cubicBezTo>
                  <a:cubicBezTo>
                    <a:pt x="409509" y="429376"/>
                    <a:pt x="410822" y="431664"/>
                    <a:pt x="412908" y="432976"/>
                  </a:cubicBezTo>
                  <a:cubicBezTo>
                    <a:pt x="414961" y="434288"/>
                    <a:pt x="415836" y="435263"/>
                    <a:pt x="418562" y="436239"/>
                  </a:cubicBezTo>
                  <a:cubicBezTo>
                    <a:pt x="421288" y="437214"/>
                    <a:pt x="423004" y="437551"/>
                    <a:pt x="424553" y="438190"/>
                  </a:cubicBezTo>
                  <a:cubicBezTo>
                    <a:pt x="426067" y="438829"/>
                    <a:pt x="427918" y="440141"/>
                    <a:pt x="429332" y="440679"/>
                  </a:cubicBezTo>
                  <a:cubicBezTo>
                    <a:pt x="430745" y="441217"/>
                    <a:pt x="434010" y="442529"/>
                    <a:pt x="435423" y="443606"/>
                  </a:cubicBezTo>
                  <a:cubicBezTo>
                    <a:pt x="436836" y="444682"/>
                    <a:pt x="440639" y="446095"/>
                    <a:pt x="440639" y="446095"/>
                  </a:cubicBezTo>
                  <a:cubicBezTo>
                    <a:pt x="440639" y="446095"/>
                    <a:pt x="444981" y="448046"/>
                    <a:pt x="445082" y="448484"/>
                  </a:cubicBezTo>
                  <a:cubicBezTo>
                    <a:pt x="445183" y="448921"/>
                    <a:pt x="445317" y="452285"/>
                    <a:pt x="445317" y="452285"/>
                  </a:cubicBezTo>
                  <a:lnTo>
                    <a:pt x="445317" y="454976"/>
                  </a:lnTo>
                  <a:cubicBezTo>
                    <a:pt x="445317" y="454976"/>
                    <a:pt x="444005" y="455851"/>
                    <a:pt x="446091" y="456288"/>
                  </a:cubicBezTo>
                  <a:cubicBezTo>
                    <a:pt x="448145" y="456725"/>
                    <a:pt x="449894" y="456927"/>
                    <a:pt x="451106" y="456624"/>
                  </a:cubicBezTo>
                  <a:cubicBezTo>
                    <a:pt x="452284" y="456288"/>
                    <a:pt x="452183" y="456826"/>
                    <a:pt x="453395" y="455985"/>
                  </a:cubicBezTo>
                  <a:cubicBezTo>
                    <a:pt x="454606" y="455111"/>
                    <a:pt x="455246" y="452722"/>
                    <a:pt x="455683" y="452285"/>
                  </a:cubicBezTo>
                  <a:cubicBezTo>
                    <a:pt x="456121" y="451848"/>
                    <a:pt x="456558" y="451108"/>
                    <a:pt x="456558" y="450233"/>
                  </a:cubicBezTo>
                  <a:cubicBezTo>
                    <a:pt x="456558" y="449358"/>
                    <a:pt x="457198" y="447407"/>
                    <a:pt x="457972" y="446768"/>
                  </a:cubicBezTo>
                  <a:cubicBezTo>
                    <a:pt x="458746" y="446129"/>
                    <a:pt x="460698" y="444716"/>
                    <a:pt x="460698" y="444716"/>
                  </a:cubicBezTo>
                  <a:cubicBezTo>
                    <a:pt x="460698" y="444716"/>
                    <a:pt x="461034" y="445052"/>
                    <a:pt x="462010" y="444279"/>
                  </a:cubicBezTo>
                  <a:cubicBezTo>
                    <a:pt x="462986" y="443505"/>
                    <a:pt x="463626" y="442866"/>
                    <a:pt x="464299" y="442428"/>
                  </a:cubicBezTo>
                  <a:cubicBezTo>
                    <a:pt x="464938" y="441991"/>
                    <a:pt x="465813" y="439704"/>
                    <a:pt x="465813" y="439704"/>
                  </a:cubicBezTo>
                  <a:cubicBezTo>
                    <a:pt x="465813" y="439704"/>
                    <a:pt x="466352" y="439165"/>
                    <a:pt x="467227" y="438291"/>
                  </a:cubicBezTo>
                  <a:cubicBezTo>
                    <a:pt x="468102" y="437416"/>
                    <a:pt x="469078" y="436239"/>
                    <a:pt x="469515" y="435263"/>
                  </a:cubicBezTo>
                  <a:cubicBezTo>
                    <a:pt x="469953" y="434288"/>
                    <a:pt x="470289" y="433077"/>
                    <a:pt x="470929" y="432976"/>
                  </a:cubicBezTo>
                  <a:cubicBezTo>
                    <a:pt x="471568" y="432875"/>
                    <a:pt x="472544" y="432774"/>
                    <a:pt x="472881" y="432774"/>
                  </a:cubicBezTo>
                  <a:cubicBezTo>
                    <a:pt x="473217" y="432774"/>
                    <a:pt x="473856" y="432572"/>
                    <a:pt x="474294" y="432572"/>
                  </a:cubicBezTo>
                  <a:cubicBezTo>
                    <a:pt x="474732" y="432572"/>
                    <a:pt x="476885" y="433548"/>
                    <a:pt x="476885" y="433548"/>
                  </a:cubicBezTo>
                  <a:lnTo>
                    <a:pt x="480587" y="438425"/>
                  </a:lnTo>
                  <a:cubicBezTo>
                    <a:pt x="480587" y="438425"/>
                    <a:pt x="482640" y="441150"/>
                    <a:pt x="482775" y="441688"/>
                  </a:cubicBezTo>
                  <a:cubicBezTo>
                    <a:pt x="482876" y="442227"/>
                    <a:pt x="482977" y="444716"/>
                    <a:pt x="484088" y="445052"/>
                  </a:cubicBezTo>
                  <a:cubicBezTo>
                    <a:pt x="485165" y="445389"/>
                    <a:pt x="489943" y="445692"/>
                    <a:pt x="489943" y="445692"/>
                  </a:cubicBezTo>
                  <a:cubicBezTo>
                    <a:pt x="489943" y="445692"/>
                    <a:pt x="497684" y="444615"/>
                    <a:pt x="498290" y="444447"/>
                  </a:cubicBezTo>
                  <a:cubicBezTo>
                    <a:pt x="498862" y="444312"/>
                    <a:pt x="503372" y="442866"/>
                    <a:pt x="503372" y="442866"/>
                  </a:cubicBezTo>
                  <a:cubicBezTo>
                    <a:pt x="503372" y="442866"/>
                    <a:pt x="503675" y="442126"/>
                    <a:pt x="504247" y="441722"/>
                  </a:cubicBezTo>
                  <a:cubicBezTo>
                    <a:pt x="504819" y="441285"/>
                    <a:pt x="505997" y="439132"/>
                    <a:pt x="505997" y="439132"/>
                  </a:cubicBezTo>
                  <a:cubicBezTo>
                    <a:pt x="505997" y="439132"/>
                    <a:pt x="506569" y="438829"/>
                    <a:pt x="506569" y="437685"/>
                  </a:cubicBezTo>
                  <a:cubicBezTo>
                    <a:pt x="506569" y="436542"/>
                    <a:pt x="506872" y="435230"/>
                    <a:pt x="506872" y="435230"/>
                  </a:cubicBezTo>
                  <a:lnTo>
                    <a:pt x="507881" y="433346"/>
                  </a:lnTo>
                  <a:lnTo>
                    <a:pt x="509059" y="431327"/>
                  </a:lnTo>
                  <a:cubicBezTo>
                    <a:pt x="509059" y="431327"/>
                    <a:pt x="510204" y="431126"/>
                    <a:pt x="510944" y="430520"/>
                  </a:cubicBezTo>
                  <a:cubicBezTo>
                    <a:pt x="511651" y="429948"/>
                    <a:pt x="514141" y="428132"/>
                    <a:pt x="514579" y="428132"/>
                  </a:cubicBezTo>
                  <a:cubicBezTo>
                    <a:pt x="515016" y="428132"/>
                    <a:pt x="517607" y="428132"/>
                    <a:pt x="517607" y="428132"/>
                  </a:cubicBezTo>
                  <a:lnTo>
                    <a:pt x="522084" y="430453"/>
                  </a:lnTo>
                  <a:lnTo>
                    <a:pt x="524540" y="433211"/>
                  </a:lnTo>
                  <a:cubicBezTo>
                    <a:pt x="524540" y="433211"/>
                    <a:pt x="525853" y="436844"/>
                    <a:pt x="525853" y="437416"/>
                  </a:cubicBezTo>
                  <a:cubicBezTo>
                    <a:pt x="525853" y="437988"/>
                    <a:pt x="526593" y="440040"/>
                    <a:pt x="526862" y="440612"/>
                  </a:cubicBezTo>
                  <a:cubicBezTo>
                    <a:pt x="527165" y="441184"/>
                    <a:pt x="529319" y="443068"/>
                    <a:pt x="529454" y="443505"/>
                  </a:cubicBezTo>
                  <a:cubicBezTo>
                    <a:pt x="529588" y="443942"/>
                    <a:pt x="530901" y="445523"/>
                    <a:pt x="531473" y="445523"/>
                  </a:cubicBezTo>
                  <a:cubicBezTo>
                    <a:pt x="532045" y="445523"/>
                    <a:pt x="533223" y="445523"/>
                    <a:pt x="533223" y="445523"/>
                  </a:cubicBezTo>
                  <a:lnTo>
                    <a:pt x="536993" y="448114"/>
                  </a:lnTo>
                  <a:cubicBezTo>
                    <a:pt x="536993" y="448114"/>
                    <a:pt x="538877" y="451141"/>
                    <a:pt x="539315" y="452184"/>
                  </a:cubicBezTo>
                  <a:cubicBezTo>
                    <a:pt x="539752" y="453193"/>
                    <a:pt x="540762" y="455514"/>
                    <a:pt x="540897" y="455952"/>
                  </a:cubicBezTo>
                  <a:cubicBezTo>
                    <a:pt x="541031" y="456389"/>
                    <a:pt x="543353" y="457095"/>
                    <a:pt x="543791" y="457533"/>
                  </a:cubicBezTo>
                  <a:cubicBezTo>
                    <a:pt x="544228" y="457970"/>
                    <a:pt x="545675" y="459417"/>
                    <a:pt x="545675" y="459417"/>
                  </a:cubicBezTo>
                  <a:cubicBezTo>
                    <a:pt x="545675" y="459417"/>
                    <a:pt x="546248" y="459719"/>
                    <a:pt x="547257" y="460998"/>
                  </a:cubicBezTo>
                  <a:cubicBezTo>
                    <a:pt x="548267" y="462310"/>
                    <a:pt x="549714" y="463453"/>
                    <a:pt x="550286" y="464025"/>
                  </a:cubicBezTo>
                  <a:cubicBezTo>
                    <a:pt x="550858" y="464597"/>
                    <a:pt x="551868" y="465472"/>
                    <a:pt x="553483" y="466615"/>
                  </a:cubicBezTo>
                  <a:cubicBezTo>
                    <a:pt x="555065" y="467793"/>
                    <a:pt x="556681" y="470248"/>
                    <a:pt x="557253" y="470518"/>
                  </a:cubicBezTo>
                  <a:cubicBezTo>
                    <a:pt x="557825" y="470820"/>
                    <a:pt x="561459" y="472099"/>
                    <a:pt x="561762" y="472973"/>
                  </a:cubicBezTo>
                  <a:cubicBezTo>
                    <a:pt x="562065" y="473848"/>
                    <a:pt x="565397" y="476304"/>
                    <a:pt x="565397" y="476304"/>
                  </a:cubicBezTo>
                  <a:cubicBezTo>
                    <a:pt x="565397" y="476304"/>
                    <a:pt x="569032" y="480206"/>
                    <a:pt x="569032" y="481081"/>
                  </a:cubicBezTo>
                  <a:cubicBezTo>
                    <a:pt x="569032" y="481955"/>
                    <a:pt x="570613" y="484411"/>
                    <a:pt x="570782" y="484848"/>
                  </a:cubicBezTo>
                  <a:cubicBezTo>
                    <a:pt x="570916" y="485286"/>
                    <a:pt x="571657" y="486866"/>
                    <a:pt x="571960" y="487607"/>
                  </a:cubicBezTo>
                  <a:cubicBezTo>
                    <a:pt x="572263" y="488313"/>
                    <a:pt x="574416" y="489490"/>
                    <a:pt x="574416" y="490062"/>
                  </a:cubicBezTo>
                  <a:cubicBezTo>
                    <a:pt x="574416" y="490634"/>
                    <a:pt x="576166" y="491509"/>
                    <a:pt x="576166" y="491509"/>
                  </a:cubicBezTo>
                  <a:lnTo>
                    <a:pt x="577311" y="493830"/>
                  </a:lnTo>
                  <a:cubicBezTo>
                    <a:pt x="577311" y="493830"/>
                    <a:pt x="577614" y="496588"/>
                    <a:pt x="577748" y="497160"/>
                  </a:cubicBezTo>
                  <a:cubicBezTo>
                    <a:pt x="577883" y="497732"/>
                    <a:pt x="579061" y="500188"/>
                    <a:pt x="579061" y="500188"/>
                  </a:cubicBezTo>
                  <a:cubicBezTo>
                    <a:pt x="579061" y="500188"/>
                    <a:pt x="580205" y="501365"/>
                    <a:pt x="580643" y="501634"/>
                  </a:cubicBezTo>
                  <a:cubicBezTo>
                    <a:pt x="581080" y="501937"/>
                    <a:pt x="582527" y="502206"/>
                    <a:pt x="582662" y="502643"/>
                  </a:cubicBezTo>
                  <a:cubicBezTo>
                    <a:pt x="582796" y="503081"/>
                    <a:pt x="583974" y="505099"/>
                    <a:pt x="583974" y="505099"/>
                  </a:cubicBezTo>
                  <a:lnTo>
                    <a:pt x="586229" y="506613"/>
                  </a:lnTo>
                  <a:cubicBezTo>
                    <a:pt x="586229" y="506613"/>
                    <a:pt x="587239" y="507420"/>
                    <a:pt x="586734" y="507757"/>
                  </a:cubicBezTo>
                  <a:cubicBezTo>
                    <a:pt x="586229" y="508127"/>
                    <a:pt x="584984" y="509203"/>
                    <a:pt x="584917" y="509506"/>
                  </a:cubicBezTo>
                  <a:cubicBezTo>
                    <a:pt x="584849" y="509809"/>
                    <a:pt x="584715" y="510818"/>
                    <a:pt x="585051" y="511087"/>
                  </a:cubicBezTo>
                  <a:cubicBezTo>
                    <a:pt x="585422" y="511390"/>
                    <a:pt x="586498" y="512399"/>
                    <a:pt x="586498" y="512399"/>
                  </a:cubicBezTo>
                  <a:cubicBezTo>
                    <a:pt x="586498" y="512399"/>
                    <a:pt x="587071" y="513139"/>
                    <a:pt x="587508" y="513341"/>
                  </a:cubicBezTo>
                  <a:cubicBezTo>
                    <a:pt x="587946" y="513543"/>
                    <a:pt x="588080" y="513475"/>
                    <a:pt x="589258" y="513543"/>
                  </a:cubicBezTo>
                  <a:cubicBezTo>
                    <a:pt x="590402" y="513610"/>
                    <a:pt x="591277" y="513038"/>
                    <a:pt x="591513" y="513173"/>
                  </a:cubicBezTo>
                  <a:cubicBezTo>
                    <a:pt x="591715" y="513307"/>
                    <a:pt x="592826" y="513812"/>
                    <a:pt x="592960" y="514182"/>
                  </a:cubicBezTo>
                  <a:cubicBezTo>
                    <a:pt x="593095" y="514552"/>
                    <a:pt x="594205" y="515326"/>
                    <a:pt x="594609" y="515830"/>
                  </a:cubicBezTo>
                  <a:cubicBezTo>
                    <a:pt x="595047" y="516335"/>
                    <a:pt x="596494" y="518084"/>
                    <a:pt x="596797" y="518454"/>
                  </a:cubicBezTo>
                  <a:cubicBezTo>
                    <a:pt x="597100" y="518824"/>
                    <a:pt x="597874" y="519329"/>
                    <a:pt x="597874" y="519329"/>
                  </a:cubicBezTo>
                  <a:lnTo>
                    <a:pt x="607364" y="527436"/>
                  </a:lnTo>
                  <a:lnTo>
                    <a:pt x="612076" y="531204"/>
                  </a:lnTo>
                  <a:lnTo>
                    <a:pt x="613961" y="532078"/>
                  </a:lnTo>
                  <a:cubicBezTo>
                    <a:pt x="613961" y="532078"/>
                    <a:pt x="616720" y="534332"/>
                    <a:pt x="616653" y="534534"/>
                  </a:cubicBezTo>
                  <a:cubicBezTo>
                    <a:pt x="616586" y="534736"/>
                    <a:pt x="616956" y="537360"/>
                    <a:pt x="616956" y="537360"/>
                  </a:cubicBezTo>
                  <a:cubicBezTo>
                    <a:pt x="616956" y="537360"/>
                    <a:pt x="618403" y="538369"/>
                    <a:pt x="618639" y="538604"/>
                  </a:cubicBezTo>
                  <a:cubicBezTo>
                    <a:pt x="618840" y="538806"/>
                    <a:pt x="622038" y="540354"/>
                    <a:pt x="622273" y="540421"/>
                  </a:cubicBezTo>
                  <a:cubicBezTo>
                    <a:pt x="622509" y="540488"/>
                    <a:pt x="623216" y="540791"/>
                    <a:pt x="624293" y="541363"/>
                  </a:cubicBezTo>
                  <a:cubicBezTo>
                    <a:pt x="625369" y="541935"/>
                    <a:pt x="627254" y="542372"/>
                    <a:pt x="627692" y="542372"/>
                  </a:cubicBezTo>
                  <a:cubicBezTo>
                    <a:pt x="628129" y="542372"/>
                    <a:pt x="629341" y="542237"/>
                    <a:pt x="629812" y="542237"/>
                  </a:cubicBezTo>
                  <a:cubicBezTo>
                    <a:pt x="630283" y="542237"/>
                    <a:pt x="633110" y="541665"/>
                    <a:pt x="633548" y="541161"/>
                  </a:cubicBezTo>
                  <a:cubicBezTo>
                    <a:pt x="633985" y="540656"/>
                    <a:pt x="635230" y="540084"/>
                    <a:pt x="635298" y="539142"/>
                  </a:cubicBezTo>
                  <a:cubicBezTo>
                    <a:pt x="635365" y="538201"/>
                    <a:pt x="635533" y="537191"/>
                    <a:pt x="635600" y="536249"/>
                  </a:cubicBezTo>
                  <a:cubicBezTo>
                    <a:pt x="635668" y="535308"/>
                    <a:pt x="632134" y="531607"/>
                    <a:pt x="632134" y="531607"/>
                  </a:cubicBezTo>
                  <a:cubicBezTo>
                    <a:pt x="632134" y="531607"/>
                    <a:pt x="631764" y="531237"/>
                    <a:pt x="630990" y="530867"/>
                  </a:cubicBezTo>
                  <a:cubicBezTo>
                    <a:pt x="630182" y="530497"/>
                    <a:pt x="630115" y="529488"/>
                    <a:pt x="629846" y="529421"/>
                  </a:cubicBezTo>
                  <a:cubicBezTo>
                    <a:pt x="629610" y="529353"/>
                    <a:pt x="630048" y="529723"/>
                    <a:pt x="629240" y="528916"/>
                  </a:cubicBezTo>
                  <a:cubicBezTo>
                    <a:pt x="628432" y="528109"/>
                    <a:pt x="628533" y="527671"/>
                    <a:pt x="627995" y="527167"/>
                  </a:cubicBezTo>
                  <a:cubicBezTo>
                    <a:pt x="627490" y="526662"/>
                    <a:pt x="627793" y="525418"/>
                    <a:pt x="627120" y="524846"/>
                  </a:cubicBezTo>
                  <a:cubicBezTo>
                    <a:pt x="626480" y="524274"/>
                    <a:pt x="626783" y="524341"/>
                    <a:pt x="625841" y="523029"/>
                  </a:cubicBezTo>
                  <a:cubicBezTo>
                    <a:pt x="624898" y="521717"/>
                    <a:pt x="624562" y="521347"/>
                    <a:pt x="624562" y="521078"/>
                  </a:cubicBezTo>
                  <a:cubicBezTo>
                    <a:pt x="624562" y="520775"/>
                    <a:pt x="624562" y="519261"/>
                    <a:pt x="624562" y="519261"/>
                  </a:cubicBezTo>
                  <a:cubicBezTo>
                    <a:pt x="624562" y="519261"/>
                    <a:pt x="624562" y="518319"/>
                    <a:pt x="624629" y="517310"/>
                  </a:cubicBezTo>
                  <a:cubicBezTo>
                    <a:pt x="624696" y="516301"/>
                    <a:pt x="625067" y="515426"/>
                    <a:pt x="625201" y="514922"/>
                  </a:cubicBezTo>
                  <a:cubicBezTo>
                    <a:pt x="625336" y="514417"/>
                    <a:pt x="625571" y="512971"/>
                    <a:pt x="625639" y="512534"/>
                  </a:cubicBezTo>
                  <a:cubicBezTo>
                    <a:pt x="625706" y="512096"/>
                    <a:pt x="626514" y="510582"/>
                    <a:pt x="626514" y="510582"/>
                  </a:cubicBezTo>
                  <a:lnTo>
                    <a:pt x="628264" y="509270"/>
                  </a:lnTo>
                  <a:lnTo>
                    <a:pt x="629879" y="508463"/>
                  </a:lnTo>
                  <a:cubicBezTo>
                    <a:pt x="629879" y="508463"/>
                    <a:pt x="630653" y="508026"/>
                    <a:pt x="631091" y="508598"/>
                  </a:cubicBezTo>
                  <a:cubicBezTo>
                    <a:pt x="631528" y="509170"/>
                    <a:pt x="632841" y="509977"/>
                    <a:pt x="632841" y="509977"/>
                  </a:cubicBezTo>
                  <a:cubicBezTo>
                    <a:pt x="632841" y="509977"/>
                    <a:pt x="633918" y="511491"/>
                    <a:pt x="634355" y="512164"/>
                  </a:cubicBezTo>
                  <a:cubicBezTo>
                    <a:pt x="634793" y="512803"/>
                    <a:pt x="635567" y="514619"/>
                    <a:pt x="635567" y="514855"/>
                  </a:cubicBezTo>
                  <a:cubicBezTo>
                    <a:pt x="635567" y="515090"/>
                    <a:pt x="635937" y="516738"/>
                    <a:pt x="635870" y="517613"/>
                  </a:cubicBezTo>
                  <a:cubicBezTo>
                    <a:pt x="635802" y="518488"/>
                    <a:pt x="634927" y="519362"/>
                    <a:pt x="635802" y="520506"/>
                  </a:cubicBezTo>
                  <a:cubicBezTo>
                    <a:pt x="636677" y="521683"/>
                    <a:pt x="639067" y="522020"/>
                    <a:pt x="639067" y="522020"/>
                  </a:cubicBezTo>
                  <a:cubicBezTo>
                    <a:pt x="639067" y="522020"/>
                    <a:pt x="641086" y="522154"/>
                    <a:pt x="641153" y="522760"/>
                  </a:cubicBezTo>
                  <a:cubicBezTo>
                    <a:pt x="641221" y="523332"/>
                    <a:pt x="641961" y="523904"/>
                    <a:pt x="642096" y="524509"/>
                  </a:cubicBezTo>
                  <a:cubicBezTo>
                    <a:pt x="642230" y="525081"/>
                    <a:pt x="643106" y="525956"/>
                    <a:pt x="643240" y="526763"/>
                  </a:cubicBezTo>
                  <a:cubicBezTo>
                    <a:pt x="643375" y="527570"/>
                    <a:pt x="644317" y="528714"/>
                    <a:pt x="644822" y="529286"/>
                  </a:cubicBezTo>
                  <a:cubicBezTo>
                    <a:pt x="645327" y="529858"/>
                    <a:pt x="645966" y="530228"/>
                    <a:pt x="646269" y="530665"/>
                  </a:cubicBezTo>
                  <a:cubicBezTo>
                    <a:pt x="646572" y="531103"/>
                    <a:pt x="647346" y="531540"/>
                    <a:pt x="647649" y="532044"/>
                  </a:cubicBezTo>
                  <a:cubicBezTo>
                    <a:pt x="647952" y="532549"/>
                    <a:pt x="650543" y="534433"/>
                    <a:pt x="650543" y="534433"/>
                  </a:cubicBezTo>
                  <a:cubicBezTo>
                    <a:pt x="650543" y="534433"/>
                    <a:pt x="651284" y="534265"/>
                    <a:pt x="652226" y="534904"/>
                  </a:cubicBezTo>
                  <a:cubicBezTo>
                    <a:pt x="653168" y="535543"/>
                    <a:pt x="655793" y="535812"/>
                    <a:pt x="655793" y="535812"/>
                  </a:cubicBezTo>
                  <a:lnTo>
                    <a:pt x="658418" y="535812"/>
                  </a:lnTo>
                  <a:lnTo>
                    <a:pt x="661784" y="537561"/>
                  </a:lnTo>
                  <a:cubicBezTo>
                    <a:pt x="661784" y="537561"/>
                    <a:pt x="667438" y="538100"/>
                    <a:pt x="667640" y="538436"/>
                  </a:cubicBezTo>
                  <a:cubicBezTo>
                    <a:pt x="667842" y="538772"/>
                    <a:pt x="669390" y="541161"/>
                    <a:pt x="669390" y="541161"/>
                  </a:cubicBezTo>
                  <a:lnTo>
                    <a:pt x="669726" y="545299"/>
                  </a:lnTo>
                  <a:lnTo>
                    <a:pt x="669726" y="548898"/>
                  </a:lnTo>
                  <a:lnTo>
                    <a:pt x="670702" y="553776"/>
                  </a:lnTo>
                  <a:cubicBezTo>
                    <a:pt x="670702" y="553776"/>
                    <a:pt x="670500" y="554852"/>
                    <a:pt x="670265" y="555828"/>
                  </a:cubicBezTo>
                  <a:cubicBezTo>
                    <a:pt x="670063" y="556803"/>
                    <a:pt x="669726" y="558553"/>
                    <a:pt x="669726" y="558553"/>
                  </a:cubicBezTo>
                  <a:lnTo>
                    <a:pt x="669188" y="560403"/>
                  </a:lnTo>
                  <a:cubicBezTo>
                    <a:pt x="669188" y="560403"/>
                    <a:pt x="670164" y="562354"/>
                    <a:pt x="671241" y="562455"/>
                  </a:cubicBezTo>
                  <a:cubicBezTo>
                    <a:pt x="672318" y="562556"/>
                    <a:pt x="673731" y="563094"/>
                    <a:pt x="675582" y="562118"/>
                  </a:cubicBezTo>
                  <a:cubicBezTo>
                    <a:pt x="677433" y="561143"/>
                    <a:pt x="678073" y="560706"/>
                    <a:pt x="678746" y="560369"/>
                  </a:cubicBezTo>
                  <a:cubicBezTo>
                    <a:pt x="679385" y="560033"/>
                    <a:pt x="680058" y="560033"/>
                    <a:pt x="680058" y="560033"/>
                  </a:cubicBezTo>
                  <a:cubicBezTo>
                    <a:pt x="680058" y="560033"/>
                    <a:pt x="682111" y="561984"/>
                    <a:pt x="682448" y="562522"/>
                  </a:cubicBezTo>
                  <a:cubicBezTo>
                    <a:pt x="682784" y="563060"/>
                    <a:pt x="684299" y="563733"/>
                    <a:pt x="684400" y="564137"/>
                  </a:cubicBezTo>
                  <a:cubicBezTo>
                    <a:pt x="684501" y="564574"/>
                    <a:pt x="688539" y="568173"/>
                    <a:pt x="688977" y="568375"/>
                  </a:cubicBezTo>
                  <a:cubicBezTo>
                    <a:pt x="689414" y="568577"/>
                    <a:pt x="692679" y="569351"/>
                    <a:pt x="692982" y="569586"/>
                  </a:cubicBezTo>
                  <a:cubicBezTo>
                    <a:pt x="693318" y="569788"/>
                    <a:pt x="697659" y="570898"/>
                    <a:pt x="697659" y="570898"/>
                  </a:cubicBezTo>
                  <a:cubicBezTo>
                    <a:pt x="697659" y="570898"/>
                    <a:pt x="699275" y="572210"/>
                    <a:pt x="699713" y="572311"/>
                  </a:cubicBezTo>
                  <a:cubicBezTo>
                    <a:pt x="700150" y="572412"/>
                    <a:pt x="702741" y="574901"/>
                    <a:pt x="703179" y="575238"/>
                  </a:cubicBezTo>
                  <a:cubicBezTo>
                    <a:pt x="703616" y="575574"/>
                    <a:pt x="709910" y="578703"/>
                    <a:pt x="709910" y="578703"/>
                  </a:cubicBezTo>
                  <a:cubicBezTo>
                    <a:pt x="709910" y="578703"/>
                    <a:pt x="715025" y="583143"/>
                    <a:pt x="716001" y="583917"/>
                  </a:cubicBezTo>
                  <a:cubicBezTo>
                    <a:pt x="716977" y="584691"/>
                    <a:pt x="720477" y="587718"/>
                    <a:pt x="721453" y="588155"/>
                  </a:cubicBezTo>
                  <a:cubicBezTo>
                    <a:pt x="722429" y="588593"/>
                    <a:pt x="731449" y="597070"/>
                    <a:pt x="731449" y="597070"/>
                  </a:cubicBezTo>
                  <a:lnTo>
                    <a:pt x="734040" y="598483"/>
                  </a:lnTo>
                  <a:cubicBezTo>
                    <a:pt x="734040" y="598483"/>
                    <a:pt x="737507" y="601847"/>
                    <a:pt x="737641" y="602183"/>
                  </a:cubicBezTo>
                  <a:cubicBezTo>
                    <a:pt x="737742" y="602520"/>
                    <a:pt x="742959" y="608474"/>
                    <a:pt x="742959" y="608474"/>
                  </a:cubicBezTo>
                  <a:lnTo>
                    <a:pt x="745247" y="611299"/>
                  </a:lnTo>
                  <a:lnTo>
                    <a:pt x="748848" y="615336"/>
                  </a:lnTo>
                  <a:lnTo>
                    <a:pt x="750901" y="617086"/>
                  </a:lnTo>
                  <a:cubicBezTo>
                    <a:pt x="750901" y="617086"/>
                    <a:pt x="752752" y="617859"/>
                    <a:pt x="753089" y="617960"/>
                  </a:cubicBezTo>
                  <a:cubicBezTo>
                    <a:pt x="753425" y="618061"/>
                    <a:pt x="754300" y="618162"/>
                    <a:pt x="755142" y="618498"/>
                  </a:cubicBezTo>
                  <a:cubicBezTo>
                    <a:pt x="756017" y="618835"/>
                    <a:pt x="758171" y="620550"/>
                    <a:pt x="758171" y="620550"/>
                  </a:cubicBezTo>
                  <a:lnTo>
                    <a:pt x="760897" y="625125"/>
                  </a:lnTo>
                  <a:lnTo>
                    <a:pt x="763623" y="627716"/>
                  </a:lnTo>
                  <a:lnTo>
                    <a:pt x="765372" y="630440"/>
                  </a:lnTo>
                  <a:lnTo>
                    <a:pt x="766786" y="633266"/>
                  </a:lnTo>
                  <a:cubicBezTo>
                    <a:pt x="766786" y="633266"/>
                    <a:pt x="768099" y="633468"/>
                    <a:pt x="768401" y="633367"/>
                  </a:cubicBezTo>
                  <a:cubicBezTo>
                    <a:pt x="768738" y="633266"/>
                    <a:pt x="770690" y="632930"/>
                    <a:pt x="770690" y="632930"/>
                  </a:cubicBezTo>
                  <a:lnTo>
                    <a:pt x="773079" y="632291"/>
                  </a:lnTo>
                  <a:lnTo>
                    <a:pt x="774930" y="630541"/>
                  </a:lnTo>
                  <a:cubicBezTo>
                    <a:pt x="774930" y="630541"/>
                    <a:pt x="775132" y="629465"/>
                    <a:pt x="774830" y="628927"/>
                  </a:cubicBezTo>
                  <a:cubicBezTo>
                    <a:pt x="774493" y="628388"/>
                    <a:pt x="774291" y="626437"/>
                    <a:pt x="774291" y="626437"/>
                  </a:cubicBezTo>
                  <a:cubicBezTo>
                    <a:pt x="774291" y="626437"/>
                    <a:pt x="774055" y="625024"/>
                    <a:pt x="774055" y="624587"/>
                  </a:cubicBezTo>
                  <a:cubicBezTo>
                    <a:pt x="774055" y="624150"/>
                    <a:pt x="773719" y="622300"/>
                    <a:pt x="774156" y="621761"/>
                  </a:cubicBezTo>
                  <a:cubicBezTo>
                    <a:pt x="774594" y="621223"/>
                    <a:pt x="775233" y="619575"/>
                    <a:pt x="775233" y="619575"/>
                  </a:cubicBezTo>
                  <a:cubicBezTo>
                    <a:pt x="775233" y="619575"/>
                    <a:pt x="775132" y="619676"/>
                    <a:pt x="775873" y="618700"/>
                  </a:cubicBezTo>
                  <a:cubicBezTo>
                    <a:pt x="776647" y="617725"/>
                    <a:pt x="776849" y="616749"/>
                    <a:pt x="777522" y="615975"/>
                  </a:cubicBezTo>
                  <a:cubicBezTo>
                    <a:pt x="778161" y="615202"/>
                    <a:pt x="779036" y="613049"/>
                    <a:pt x="779272" y="612611"/>
                  </a:cubicBezTo>
                  <a:cubicBezTo>
                    <a:pt x="779474" y="612174"/>
                    <a:pt x="779709" y="611199"/>
                    <a:pt x="779810" y="610425"/>
                  </a:cubicBezTo>
                  <a:cubicBezTo>
                    <a:pt x="779911" y="609651"/>
                    <a:pt x="779911" y="608373"/>
                    <a:pt x="779911" y="608373"/>
                  </a:cubicBezTo>
                  <a:cubicBezTo>
                    <a:pt x="779911" y="608373"/>
                    <a:pt x="780685" y="607397"/>
                    <a:pt x="780988" y="607162"/>
                  </a:cubicBezTo>
                  <a:cubicBezTo>
                    <a:pt x="781325" y="606960"/>
                    <a:pt x="783277" y="606388"/>
                    <a:pt x="783277" y="606388"/>
                  </a:cubicBezTo>
                  <a:cubicBezTo>
                    <a:pt x="783277" y="606388"/>
                    <a:pt x="785666" y="607263"/>
                    <a:pt x="786003" y="607599"/>
                  </a:cubicBezTo>
                  <a:cubicBezTo>
                    <a:pt x="786339" y="607935"/>
                    <a:pt x="789469" y="609348"/>
                    <a:pt x="789469" y="610324"/>
                  </a:cubicBezTo>
                  <a:cubicBezTo>
                    <a:pt x="789469" y="611299"/>
                    <a:pt x="789705" y="612073"/>
                    <a:pt x="789705" y="612712"/>
                  </a:cubicBezTo>
                  <a:cubicBezTo>
                    <a:pt x="789705" y="613351"/>
                    <a:pt x="789705" y="614899"/>
                    <a:pt x="789705" y="614899"/>
                  </a:cubicBezTo>
                  <a:lnTo>
                    <a:pt x="790041" y="616951"/>
                  </a:lnTo>
                  <a:cubicBezTo>
                    <a:pt x="790041" y="616951"/>
                    <a:pt x="791017" y="616951"/>
                    <a:pt x="791657" y="618700"/>
                  </a:cubicBezTo>
                  <a:cubicBezTo>
                    <a:pt x="792296" y="620450"/>
                    <a:pt x="793508" y="620450"/>
                    <a:pt x="793609" y="621190"/>
                  </a:cubicBezTo>
                  <a:cubicBezTo>
                    <a:pt x="793710" y="621963"/>
                    <a:pt x="794147" y="623141"/>
                    <a:pt x="794147" y="623141"/>
                  </a:cubicBezTo>
                  <a:lnTo>
                    <a:pt x="793811" y="625092"/>
                  </a:lnTo>
                  <a:cubicBezTo>
                    <a:pt x="793811" y="625092"/>
                    <a:pt x="793609" y="626168"/>
                    <a:pt x="793373" y="626841"/>
                  </a:cubicBezTo>
                  <a:cubicBezTo>
                    <a:pt x="793171" y="627480"/>
                    <a:pt x="792835" y="628456"/>
                    <a:pt x="792599" y="628893"/>
                  </a:cubicBezTo>
                  <a:cubicBezTo>
                    <a:pt x="792397" y="629330"/>
                    <a:pt x="792061" y="630104"/>
                    <a:pt x="791926" y="630541"/>
                  </a:cubicBezTo>
                  <a:cubicBezTo>
                    <a:pt x="791825" y="630979"/>
                    <a:pt x="791287" y="631853"/>
                    <a:pt x="791287" y="632291"/>
                  </a:cubicBezTo>
                  <a:cubicBezTo>
                    <a:pt x="791287" y="632728"/>
                    <a:pt x="790210" y="633165"/>
                    <a:pt x="789772" y="633804"/>
                  </a:cubicBezTo>
                  <a:cubicBezTo>
                    <a:pt x="789335" y="634444"/>
                    <a:pt x="788594" y="634242"/>
                    <a:pt x="788460" y="634578"/>
                  </a:cubicBezTo>
                  <a:cubicBezTo>
                    <a:pt x="788359" y="634915"/>
                    <a:pt x="787820" y="637303"/>
                    <a:pt x="787685" y="638043"/>
                  </a:cubicBezTo>
                  <a:cubicBezTo>
                    <a:pt x="787585" y="638817"/>
                    <a:pt x="787248" y="639994"/>
                    <a:pt x="787248" y="640330"/>
                  </a:cubicBezTo>
                  <a:cubicBezTo>
                    <a:pt x="787248" y="640667"/>
                    <a:pt x="787147" y="642618"/>
                    <a:pt x="787147" y="643055"/>
                  </a:cubicBezTo>
                  <a:cubicBezTo>
                    <a:pt x="787147" y="643493"/>
                    <a:pt x="788022" y="643930"/>
                    <a:pt x="788460" y="644367"/>
                  </a:cubicBezTo>
                  <a:cubicBezTo>
                    <a:pt x="788897" y="644805"/>
                    <a:pt x="790950" y="646217"/>
                    <a:pt x="792263" y="646991"/>
                  </a:cubicBezTo>
                  <a:cubicBezTo>
                    <a:pt x="793575" y="647765"/>
                    <a:pt x="797277" y="649279"/>
                    <a:pt x="797816" y="649918"/>
                  </a:cubicBezTo>
                  <a:cubicBezTo>
                    <a:pt x="798354" y="650557"/>
                    <a:pt x="803133" y="651667"/>
                    <a:pt x="803133" y="651667"/>
                  </a:cubicBezTo>
                  <a:lnTo>
                    <a:pt x="806162" y="652979"/>
                  </a:lnTo>
                  <a:lnTo>
                    <a:pt x="807239" y="653315"/>
                  </a:lnTo>
                  <a:lnTo>
                    <a:pt x="812556" y="655704"/>
                  </a:lnTo>
                  <a:lnTo>
                    <a:pt x="815282" y="659169"/>
                  </a:lnTo>
                  <a:lnTo>
                    <a:pt x="818648" y="661658"/>
                  </a:lnTo>
                  <a:lnTo>
                    <a:pt x="823427" y="664686"/>
                  </a:lnTo>
                  <a:lnTo>
                    <a:pt x="826254" y="668689"/>
                  </a:lnTo>
                  <a:lnTo>
                    <a:pt x="829081" y="671178"/>
                  </a:lnTo>
                  <a:cubicBezTo>
                    <a:pt x="829081" y="671178"/>
                    <a:pt x="830292" y="672692"/>
                    <a:pt x="830494" y="673129"/>
                  </a:cubicBezTo>
                  <a:cubicBezTo>
                    <a:pt x="830696" y="673566"/>
                    <a:pt x="832547" y="675282"/>
                    <a:pt x="832783" y="675719"/>
                  </a:cubicBezTo>
                  <a:cubicBezTo>
                    <a:pt x="832985" y="676157"/>
                    <a:pt x="833860" y="677132"/>
                    <a:pt x="834095" y="678343"/>
                  </a:cubicBezTo>
                  <a:cubicBezTo>
                    <a:pt x="834297" y="679521"/>
                    <a:pt x="834297" y="681169"/>
                    <a:pt x="834196" y="681943"/>
                  </a:cubicBezTo>
                  <a:cubicBezTo>
                    <a:pt x="834095" y="682717"/>
                    <a:pt x="833422" y="683019"/>
                    <a:pt x="832446" y="683457"/>
                  </a:cubicBezTo>
                  <a:cubicBezTo>
                    <a:pt x="831470" y="683894"/>
                    <a:pt x="830797" y="683894"/>
                    <a:pt x="830057" y="684331"/>
                  </a:cubicBezTo>
                  <a:cubicBezTo>
                    <a:pt x="829316" y="684769"/>
                    <a:pt x="828542" y="685206"/>
                    <a:pt x="828542" y="685206"/>
                  </a:cubicBezTo>
                  <a:cubicBezTo>
                    <a:pt x="828542" y="685206"/>
                    <a:pt x="827903" y="687258"/>
                    <a:pt x="827768" y="687695"/>
                  </a:cubicBezTo>
                  <a:cubicBezTo>
                    <a:pt x="827667" y="688132"/>
                    <a:pt x="827230" y="690857"/>
                    <a:pt x="826355" y="692136"/>
                  </a:cubicBezTo>
                  <a:cubicBezTo>
                    <a:pt x="825480" y="693447"/>
                    <a:pt x="825244" y="694827"/>
                    <a:pt x="825244" y="694827"/>
                  </a:cubicBezTo>
                  <a:cubicBezTo>
                    <a:pt x="825244" y="694827"/>
                    <a:pt x="824705" y="696677"/>
                    <a:pt x="824268" y="696879"/>
                  </a:cubicBezTo>
                  <a:cubicBezTo>
                    <a:pt x="823831" y="697114"/>
                    <a:pt x="823494" y="696879"/>
                    <a:pt x="822518" y="697854"/>
                  </a:cubicBezTo>
                  <a:cubicBezTo>
                    <a:pt x="821542" y="698830"/>
                    <a:pt x="821004" y="701992"/>
                    <a:pt x="821004" y="702328"/>
                  </a:cubicBezTo>
                  <a:cubicBezTo>
                    <a:pt x="821004" y="702665"/>
                    <a:pt x="822754" y="703304"/>
                    <a:pt x="823629" y="703640"/>
                  </a:cubicBezTo>
                  <a:cubicBezTo>
                    <a:pt x="824504" y="703943"/>
                    <a:pt x="828206" y="704616"/>
                    <a:pt x="828845" y="705154"/>
                  </a:cubicBezTo>
                  <a:cubicBezTo>
                    <a:pt x="829485" y="705692"/>
                    <a:pt x="833086" y="708316"/>
                    <a:pt x="832985" y="707643"/>
                  </a:cubicBezTo>
                  <a:cubicBezTo>
                    <a:pt x="832884" y="707004"/>
                    <a:pt x="834634" y="709157"/>
                    <a:pt x="834634" y="709157"/>
                  </a:cubicBezTo>
                  <a:lnTo>
                    <a:pt x="837898" y="711781"/>
                  </a:lnTo>
                  <a:lnTo>
                    <a:pt x="840624" y="713093"/>
                  </a:lnTo>
                  <a:lnTo>
                    <a:pt x="842139" y="714943"/>
                  </a:lnTo>
                  <a:lnTo>
                    <a:pt x="842576" y="718105"/>
                  </a:lnTo>
                  <a:lnTo>
                    <a:pt x="842812" y="720056"/>
                  </a:lnTo>
                  <a:cubicBezTo>
                    <a:pt x="842812" y="720056"/>
                    <a:pt x="842812" y="721368"/>
                    <a:pt x="842273" y="721907"/>
                  </a:cubicBezTo>
                  <a:cubicBezTo>
                    <a:pt x="841735" y="722445"/>
                    <a:pt x="841398" y="723656"/>
                    <a:pt x="840860" y="723959"/>
                  </a:cubicBezTo>
                  <a:cubicBezTo>
                    <a:pt x="840321" y="724295"/>
                    <a:pt x="841062" y="723084"/>
                    <a:pt x="840321" y="724295"/>
                  </a:cubicBezTo>
                  <a:cubicBezTo>
                    <a:pt x="839547" y="725506"/>
                    <a:pt x="839345" y="725910"/>
                    <a:pt x="838470" y="726347"/>
                  </a:cubicBezTo>
                  <a:cubicBezTo>
                    <a:pt x="837595" y="726784"/>
                    <a:pt x="837696" y="726784"/>
                    <a:pt x="836417" y="727424"/>
                  </a:cubicBezTo>
                  <a:cubicBezTo>
                    <a:pt x="835105" y="728063"/>
                    <a:pt x="835105" y="727424"/>
                    <a:pt x="834465" y="728500"/>
                  </a:cubicBezTo>
                  <a:cubicBezTo>
                    <a:pt x="833826" y="729577"/>
                    <a:pt x="832850" y="730686"/>
                    <a:pt x="832715" y="731326"/>
                  </a:cubicBezTo>
                  <a:cubicBezTo>
                    <a:pt x="832614" y="731965"/>
                    <a:pt x="832513" y="733613"/>
                    <a:pt x="832513" y="734151"/>
                  </a:cubicBezTo>
                  <a:cubicBezTo>
                    <a:pt x="832513" y="734690"/>
                    <a:pt x="832715" y="735564"/>
                    <a:pt x="832951" y="736002"/>
                  </a:cubicBezTo>
                  <a:cubicBezTo>
                    <a:pt x="833153" y="736439"/>
                    <a:pt x="840119" y="738928"/>
                    <a:pt x="840119" y="738928"/>
                  </a:cubicBezTo>
                  <a:lnTo>
                    <a:pt x="840994" y="739567"/>
                  </a:lnTo>
                  <a:lnTo>
                    <a:pt x="841768" y="741754"/>
                  </a:lnTo>
                  <a:lnTo>
                    <a:pt x="842745" y="744916"/>
                  </a:lnTo>
                  <a:cubicBezTo>
                    <a:pt x="842745" y="744916"/>
                    <a:pt x="843720" y="747944"/>
                    <a:pt x="843821" y="748616"/>
                  </a:cubicBezTo>
                  <a:cubicBezTo>
                    <a:pt x="843922" y="749289"/>
                    <a:pt x="843956" y="752956"/>
                    <a:pt x="843956" y="752956"/>
                  </a:cubicBezTo>
                  <a:cubicBezTo>
                    <a:pt x="843956" y="752956"/>
                    <a:pt x="844057" y="756421"/>
                    <a:pt x="844057" y="757094"/>
                  </a:cubicBezTo>
                  <a:cubicBezTo>
                    <a:pt x="844057" y="757733"/>
                    <a:pt x="844932" y="762409"/>
                    <a:pt x="844932" y="762409"/>
                  </a:cubicBezTo>
                  <a:cubicBezTo>
                    <a:pt x="844932" y="762409"/>
                    <a:pt x="848533" y="765773"/>
                    <a:pt x="848971" y="766008"/>
                  </a:cubicBezTo>
                  <a:cubicBezTo>
                    <a:pt x="849408" y="766244"/>
                    <a:pt x="852235" y="767959"/>
                    <a:pt x="852672" y="768296"/>
                  </a:cubicBezTo>
                  <a:cubicBezTo>
                    <a:pt x="853110" y="768632"/>
                    <a:pt x="855836" y="771222"/>
                    <a:pt x="856375" y="771996"/>
                  </a:cubicBezTo>
                  <a:cubicBezTo>
                    <a:pt x="856913" y="772770"/>
                    <a:pt x="859976" y="774586"/>
                    <a:pt x="859976" y="774586"/>
                  </a:cubicBezTo>
                  <a:cubicBezTo>
                    <a:pt x="859976" y="774586"/>
                    <a:pt x="861389" y="775125"/>
                    <a:pt x="861625" y="775562"/>
                  </a:cubicBezTo>
                  <a:cubicBezTo>
                    <a:pt x="861860" y="775999"/>
                    <a:pt x="864115" y="778589"/>
                    <a:pt x="864115" y="778589"/>
                  </a:cubicBezTo>
                  <a:lnTo>
                    <a:pt x="864553" y="780978"/>
                  </a:lnTo>
                  <a:lnTo>
                    <a:pt x="865327" y="782391"/>
                  </a:lnTo>
                  <a:lnTo>
                    <a:pt x="867952" y="783366"/>
                  </a:lnTo>
                  <a:cubicBezTo>
                    <a:pt x="867952" y="783366"/>
                    <a:pt x="868827" y="783366"/>
                    <a:pt x="868726" y="783804"/>
                  </a:cubicBezTo>
                  <a:cubicBezTo>
                    <a:pt x="868625" y="784241"/>
                    <a:pt x="867413" y="786831"/>
                    <a:pt x="867413" y="786831"/>
                  </a:cubicBezTo>
                  <a:lnTo>
                    <a:pt x="866538" y="790397"/>
                  </a:lnTo>
                  <a:lnTo>
                    <a:pt x="860783" y="794736"/>
                  </a:lnTo>
                  <a:cubicBezTo>
                    <a:pt x="860783" y="794736"/>
                    <a:pt x="858932" y="795947"/>
                    <a:pt x="858495" y="796149"/>
                  </a:cubicBezTo>
                  <a:cubicBezTo>
                    <a:pt x="858057" y="796385"/>
                    <a:pt x="856442" y="799951"/>
                    <a:pt x="856442" y="799951"/>
                  </a:cubicBezTo>
                  <a:cubicBezTo>
                    <a:pt x="856442" y="799951"/>
                    <a:pt x="856341" y="800287"/>
                    <a:pt x="856105" y="800724"/>
                  </a:cubicBezTo>
                  <a:cubicBezTo>
                    <a:pt x="855903" y="801162"/>
                    <a:pt x="855903" y="801801"/>
                    <a:pt x="855903" y="802675"/>
                  </a:cubicBezTo>
                  <a:cubicBezTo>
                    <a:pt x="855903" y="803550"/>
                    <a:pt x="856778" y="804862"/>
                    <a:pt x="856980" y="805165"/>
                  </a:cubicBezTo>
                  <a:cubicBezTo>
                    <a:pt x="857182" y="805501"/>
                    <a:pt x="857620" y="806039"/>
                    <a:pt x="857620" y="806477"/>
                  </a:cubicBezTo>
                  <a:cubicBezTo>
                    <a:pt x="857620" y="806914"/>
                    <a:pt x="859134" y="808663"/>
                    <a:pt x="859235" y="808966"/>
                  </a:cubicBezTo>
                  <a:cubicBezTo>
                    <a:pt x="859336" y="809302"/>
                    <a:pt x="859235" y="809605"/>
                    <a:pt x="859235" y="810715"/>
                  </a:cubicBezTo>
                  <a:cubicBezTo>
                    <a:pt x="859235" y="811792"/>
                    <a:pt x="859336" y="813877"/>
                    <a:pt x="859336" y="814517"/>
                  </a:cubicBezTo>
                  <a:cubicBezTo>
                    <a:pt x="859336" y="815156"/>
                    <a:pt x="859336" y="818217"/>
                    <a:pt x="859336" y="818217"/>
                  </a:cubicBezTo>
                  <a:cubicBezTo>
                    <a:pt x="859336" y="818217"/>
                    <a:pt x="859336" y="821144"/>
                    <a:pt x="859235" y="821917"/>
                  </a:cubicBezTo>
                  <a:cubicBezTo>
                    <a:pt x="859134" y="822691"/>
                    <a:pt x="858798" y="825718"/>
                    <a:pt x="858798" y="825718"/>
                  </a:cubicBezTo>
                  <a:lnTo>
                    <a:pt x="858697" y="827131"/>
                  </a:lnTo>
                  <a:cubicBezTo>
                    <a:pt x="858697" y="827131"/>
                    <a:pt x="858798" y="827771"/>
                    <a:pt x="858461" y="828342"/>
                  </a:cubicBezTo>
                  <a:cubicBezTo>
                    <a:pt x="858125" y="828881"/>
                    <a:pt x="858125" y="828982"/>
                    <a:pt x="857283" y="829318"/>
                  </a:cubicBezTo>
                  <a:cubicBezTo>
                    <a:pt x="856408" y="829654"/>
                    <a:pt x="856072" y="829318"/>
                    <a:pt x="854221" y="828881"/>
                  </a:cubicBezTo>
                  <a:cubicBezTo>
                    <a:pt x="852370" y="828443"/>
                    <a:pt x="854120" y="828342"/>
                    <a:pt x="851629" y="828107"/>
                  </a:cubicBezTo>
                  <a:cubicBezTo>
                    <a:pt x="849139" y="827905"/>
                    <a:pt x="847826" y="827030"/>
                    <a:pt x="846076" y="827468"/>
                  </a:cubicBezTo>
                  <a:cubicBezTo>
                    <a:pt x="844326" y="827905"/>
                    <a:pt x="844326" y="828780"/>
                    <a:pt x="841836" y="829520"/>
                  </a:cubicBezTo>
                  <a:cubicBezTo>
                    <a:pt x="839345" y="830294"/>
                    <a:pt x="838369" y="831269"/>
                    <a:pt x="837932" y="831370"/>
                  </a:cubicBezTo>
                  <a:cubicBezTo>
                    <a:pt x="837494" y="831471"/>
                    <a:pt x="836619" y="831706"/>
                    <a:pt x="836619" y="831706"/>
                  </a:cubicBezTo>
                  <a:lnTo>
                    <a:pt x="833691" y="832682"/>
                  </a:lnTo>
                  <a:lnTo>
                    <a:pt x="834566" y="835609"/>
                  </a:lnTo>
                  <a:lnTo>
                    <a:pt x="835105" y="838098"/>
                  </a:lnTo>
                  <a:cubicBezTo>
                    <a:pt x="835105" y="838098"/>
                    <a:pt x="835441" y="839511"/>
                    <a:pt x="835441" y="839948"/>
                  </a:cubicBezTo>
                  <a:cubicBezTo>
                    <a:pt x="835441" y="840385"/>
                    <a:pt x="835643" y="844187"/>
                    <a:pt x="835643" y="844187"/>
                  </a:cubicBezTo>
                  <a:cubicBezTo>
                    <a:pt x="835643" y="844187"/>
                    <a:pt x="836182" y="847349"/>
                    <a:pt x="836417" y="847988"/>
                  </a:cubicBezTo>
                  <a:cubicBezTo>
                    <a:pt x="836619" y="848627"/>
                    <a:pt x="837292" y="851049"/>
                    <a:pt x="837292" y="851049"/>
                  </a:cubicBezTo>
                  <a:cubicBezTo>
                    <a:pt x="837292" y="851049"/>
                    <a:pt x="838066" y="855187"/>
                    <a:pt x="838066" y="855490"/>
                  </a:cubicBezTo>
                  <a:cubicBezTo>
                    <a:pt x="838066" y="855826"/>
                    <a:pt x="837831" y="856364"/>
                    <a:pt x="837965" y="857777"/>
                  </a:cubicBezTo>
                  <a:cubicBezTo>
                    <a:pt x="838066" y="859190"/>
                    <a:pt x="838066" y="861477"/>
                    <a:pt x="837763" y="862117"/>
                  </a:cubicBezTo>
                  <a:cubicBezTo>
                    <a:pt x="837427" y="862756"/>
                    <a:pt x="837225" y="864606"/>
                    <a:pt x="836451" y="864942"/>
                  </a:cubicBezTo>
                  <a:cubicBezTo>
                    <a:pt x="835677" y="865279"/>
                    <a:pt x="836788" y="866019"/>
                    <a:pt x="833860" y="866591"/>
                  </a:cubicBezTo>
                  <a:cubicBezTo>
                    <a:pt x="830932" y="867129"/>
                    <a:pt x="831234" y="867667"/>
                    <a:pt x="829081" y="867028"/>
                  </a:cubicBezTo>
                  <a:cubicBezTo>
                    <a:pt x="826893" y="866389"/>
                    <a:pt x="828441" y="865514"/>
                    <a:pt x="825816" y="864539"/>
                  </a:cubicBezTo>
                  <a:cubicBezTo>
                    <a:pt x="823225" y="863563"/>
                    <a:pt x="824941" y="862251"/>
                    <a:pt x="821138" y="862352"/>
                  </a:cubicBezTo>
                  <a:cubicBezTo>
                    <a:pt x="817335" y="862453"/>
                    <a:pt x="817100" y="863328"/>
                    <a:pt x="816460" y="863765"/>
                  </a:cubicBezTo>
                  <a:cubicBezTo>
                    <a:pt x="815821" y="864202"/>
                    <a:pt x="816023" y="866355"/>
                    <a:pt x="814845" y="867903"/>
                  </a:cubicBezTo>
                  <a:cubicBezTo>
                    <a:pt x="813633" y="869417"/>
                    <a:pt x="812792" y="869955"/>
                    <a:pt x="810941" y="870829"/>
                  </a:cubicBezTo>
                  <a:cubicBezTo>
                    <a:pt x="809090" y="871704"/>
                    <a:pt x="808316" y="873117"/>
                    <a:pt x="807676" y="873655"/>
                  </a:cubicBezTo>
                  <a:cubicBezTo>
                    <a:pt x="807037" y="874193"/>
                    <a:pt x="807037" y="876043"/>
                    <a:pt x="805388" y="875068"/>
                  </a:cubicBezTo>
                  <a:cubicBezTo>
                    <a:pt x="803739" y="874092"/>
                    <a:pt x="805489" y="873117"/>
                    <a:pt x="803200" y="873117"/>
                  </a:cubicBezTo>
                  <a:cubicBezTo>
                    <a:pt x="800912" y="873117"/>
                    <a:pt x="800710" y="872478"/>
                    <a:pt x="799296" y="872780"/>
                  </a:cubicBezTo>
                  <a:cubicBezTo>
                    <a:pt x="797883" y="873117"/>
                    <a:pt x="797008" y="873655"/>
                    <a:pt x="796469" y="873991"/>
                  </a:cubicBezTo>
                  <a:cubicBezTo>
                    <a:pt x="795931" y="874328"/>
                    <a:pt x="795695" y="874967"/>
                    <a:pt x="795392" y="875505"/>
                  </a:cubicBezTo>
                  <a:cubicBezTo>
                    <a:pt x="795056" y="876043"/>
                    <a:pt x="794450" y="877120"/>
                    <a:pt x="794248" y="878095"/>
                  </a:cubicBezTo>
                  <a:cubicBezTo>
                    <a:pt x="794046" y="879071"/>
                    <a:pt x="793306" y="881359"/>
                    <a:pt x="793306" y="881695"/>
                  </a:cubicBezTo>
                  <a:cubicBezTo>
                    <a:pt x="793306" y="882031"/>
                    <a:pt x="793306" y="884319"/>
                    <a:pt x="793306" y="884319"/>
                  </a:cubicBezTo>
                  <a:cubicBezTo>
                    <a:pt x="793306" y="884319"/>
                    <a:pt x="793743" y="886505"/>
                    <a:pt x="793844" y="887044"/>
                  </a:cubicBezTo>
                  <a:cubicBezTo>
                    <a:pt x="793945" y="887582"/>
                    <a:pt x="793609" y="887817"/>
                    <a:pt x="794484" y="889533"/>
                  </a:cubicBezTo>
                  <a:cubicBezTo>
                    <a:pt x="795359" y="891282"/>
                    <a:pt x="795460" y="891383"/>
                    <a:pt x="797210" y="891719"/>
                  </a:cubicBezTo>
                  <a:cubicBezTo>
                    <a:pt x="798960" y="892056"/>
                    <a:pt x="801349" y="892157"/>
                    <a:pt x="801551" y="892931"/>
                  </a:cubicBezTo>
                  <a:cubicBezTo>
                    <a:pt x="801753" y="893704"/>
                    <a:pt x="803941" y="896093"/>
                    <a:pt x="803941" y="896093"/>
                  </a:cubicBezTo>
                  <a:lnTo>
                    <a:pt x="804479" y="898145"/>
                  </a:lnTo>
                  <a:cubicBezTo>
                    <a:pt x="804479" y="898145"/>
                    <a:pt x="804681" y="898918"/>
                    <a:pt x="804580" y="899457"/>
                  </a:cubicBezTo>
                  <a:cubicBezTo>
                    <a:pt x="804479" y="899995"/>
                    <a:pt x="803604" y="902181"/>
                    <a:pt x="803402" y="902921"/>
                  </a:cubicBezTo>
                  <a:cubicBezTo>
                    <a:pt x="803167" y="903695"/>
                    <a:pt x="802191" y="905310"/>
                    <a:pt x="801349" y="905747"/>
                  </a:cubicBezTo>
                  <a:cubicBezTo>
                    <a:pt x="800474" y="906185"/>
                    <a:pt x="798421" y="908136"/>
                    <a:pt x="797647" y="908472"/>
                  </a:cubicBezTo>
                  <a:cubicBezTo>
                    <a:pt x="796873" y="908808"/>
                    <a:pt x="795695" y="909549"/>
                    <a:pt x="795359" y="909885"/>
                  </a:cubicBezTo>
                  <a:cubicBezTo>
                    <a:pt x="795022" y="910221"/>
                    <a:pt x="794383" y="912072"/>
                    <a:pt x="793272" y="912475"/>
                  </a:cubicBezTo>
                  <a:cubicBezTo>
                    <a:pt x="792195" y="912913"/>
                    <a:pt x="791758" y="914863"/>
                    <a:pt x="791758" y="914863"/>
                  </a:cubicBezTo>
                  <a:lnTo>
                    <a:pt x="788493" y="916478"/>
                  </a:lnTo>
                  <a:cubicBezTo>
                    <a:pt x="788493" y="916478"/>
                    <a:pt x="787181" y="917790"/>
                    <a:pt x="785666" y="917790"/>
                  </a:cubicBezTo>
                  <a:cubicBezTo>
                    <a:pt x="784152" y="917790"/>
                    <a:pt x="781964" y="918665"/>
                    <a:pt x="781964" y="918665"/>
                  </a:cubicBezTo>
                  <a:cubicBezTo>
                    <a:pt x="781964" y="918665"/>
                    <a:pt x="780113" y="919304"/>
                    <a:pt x="779676" y="919539"/>
                  </a:cubicBezTo>
                  <a:cubicBezTo>
                    <a:pt x="779238" y="919741"/>
                    <a:pt x="778700" y="921053"/>
                    <a:pt x="775873" y="921726"/>
                  </a:cubicBezTo>
                  <a:cubicBezTo>
                    <a:pt x="773046" y="922365"/>
                    <a:pt x="772608" y="922601"/>
                    <a:pt x="771969" y="922601"/>
                  </a:cubicBezTo>
                  <a:cubicBezTo>
                    <a:pt x="771329" y="922601"/>
                    <a:pt x="770454" y="923913"/>
                    <a:pt x="769142" y="924114"/>
                  </a:cubicBezTo>
                  <a:cubicBezTo>
                    <a:pt x="767829" y="924316"/>
                    <a:pt x="765002" y="925292"/>
                    <a:pt x="764363" y="925965"/>
                  </a:cubicBezTo>
                  <a:cubicBezTo>
                    <a:pt x="763723" y="926604"/>
                    <a:pt x="762310" y="927142"/>
                    <a:pt x="761772" y="927579"/>
                  </a:cubicBezTo>
                  <a:cubicBezTo>
                    <a:pt x="761233" y="928017"/>
                    <a:pt x="760795" y="928891"/>
                    <a:pt x="759820" y="929531"/>
                  </a:cubicBezTo>
                  <a:cubicBezTo>
                    <a:pt x="758844" y="930170"/>
                    <a:pt x="758171" y="931381"/>
                    <a:pt x="758069" y="931717"/>
                  </a:cubicBezTo>
                  <a:cubicBezTo>
                    <a:pt x="757969" y="932020"/>
                    <a:pt x="757632" y="934980"/>
                    <a:pt x="757632" y="934980"/>
                  </a:cubicBezTo>
                  <a:cubicBezTo>
                    <a:pt x="757632" y="934980"/>
                    <a:pt x="757868" y="936830"/>
                    <a:pt x="757868" y="937469"/>
                  </a:cubicBezTo>
                  <a:cubicBezTo>
                    <a:pt x="757868" y="938109"/>
                    <a:pt x="758507" y="940632"/>
                    <a:pt x="758507" y="940632"/>
                  </a:cubicBezTo>
                  <a:lnTo>
                    <a:pt x="758507" y="943424"/>
                  </a:lnTo>
                  <a:cubicBezTo>
                    <a:pt x="758507" y="943424"/>
                    <a:pt x="758305" y="944837"/>
                    <a:pt x="758305" y="945173"/>
                  </a:cubicBezTo>
                  <a:cubicBezTo>
                    <a:pt x="758305" y="945509"/>
                    <a:pt x="758406" y="946922"/>
                    <a:pt x="758406" y="946922"/>
                  </a:cubicBezTo>
                  <a:lnTo>
                    <a:pt x="758137" y="948840"/>
                  </a:lnTo>
                  <a:lnTo>
                    <a:pt x="757497" y="949210"/>
                  </a:lnTo>
                  <a:lnTo>
                    <a:pt x="756252" y="950017"/>
                  </a:lnTo>
                  <a:cubicBezTo>
                    <a:pt x="756252" y="950017"/>
                    <a:pt x="755209" y="949849"/>
                    <a:pt x="754502" y="950017"/>
                  </a:cubicBezTo>
                  <a:cubicBezTo>
                    <a:pt x="753795" y="950185"/>
                    <a:pt x="753089" y="949849"/>
                    <a:pt x="752550" y="949512"/>
                  </a:cubicBezTo>
                  <a:cubicBezTo>
                    <a:pt x="752012" y="949176"/>
                    <a:pt x="751036" y="948301"/>
                    <a:pt x="750766" y="948099"/>
                  </a:cubicBezTo>
                  <a:cubicBezTo>
                    <a:pt x="750497" y="947898"/>
                    <a:pt x="749454" y="946216"/>
                    <a:pt x="748882" y="945980"/>
                  </a:cubicBezTo>
                  <a:cubicBezTo>
                    <a:pt x="748276" y="945778"/>
                    <a:pt x="746661" y="946317"/>
                    <a:pt x="746425" y="946417"/>
                  </a:cubicBezTo>
                  <a:cubicBezTo>
                    <a:pt x="746223" y="946518"/>
                    <a:pt x="743867" y="947662"/>
                    <a:pt x="743867" y="947662"/>
                  </a:cubicBezTo>
                  <a:cubicBezTo>
                    <a:pt x="743867" y="947662"/>
                    <a:pt x="741814" y="948570"/>
                    <a:pt x="741478" y="948739"/>
                  </a:cubicBezTo>
                  <a:cubicBezTo>
                    <a:pt x="741141" y="948907"/>
                    <a:pt x="739627" y="949512"/>
                    <a:pt x="739189" y="949546"/>
                  </a:cubicBezTo>
                  <a:cubicBezTo>
                    <a:pt x="738752" y="949613"/>
                    <a:pt x="737507" y="950320"/>
                    <a:pt x="737136" y="950723"/>
                  </a:cubicBezTo>
                  <a:cubicBezTo>
                    <a:pt x="736766" y="951161"/>
                    <a:pt x="735824" y="952675"/>
                    <a:pt x="735521" y="953011"/>
                  </a:cubicBezTo>
                  <a:cubicBezTo>
                    <a:pt x="735184" y="953347"/>
                    <a:pt x="734545" y="955500"/>
                    <a:pt x="734444" y="955904"/>
                  </a:cubicBezTo>
                  <a:cubicBezTo>
                    <a:pt x="734343" y="956274"/>
                    <a:pt x="734107" y="957922"/>
                    <a:pt x="734107" y="957922"/>
                  </a:cubicBezTo>
                  <a:cubicBezTo>
                    <a:pt x="734107" y="957922"/>
                    <a:pt x="734040" y="959268"/>
                    <a:pt x="734208" y="959604"/>
                  </a:cubicBezTo>
                  <a:cubicBezTo>
                    <a:pt x="734377" y="959941"/>
                    <a:pt x="735958" y="963742"/>
                    <a:pt x="735958" y="963742"/>
                  </a:cubicBezTo>
                  <a:cubicBezTo>
                    <a:pt x="735958" y="963742"/>
                    <a:pt x="736497" y="964886"/>
                    <a:pt x="737742" y="965626"/>
                  </a:cubicBezTo>
                  <a:cubicBezTo>
                    <a:pt x="738987" y="966399"/>
                    <a:pt x="741208" y="966870"/>
                    <a:pt x="742050" y="966433"/>
                  </a:cubicBezTo>
                  <a:cubicBezTo>
                    <a:pt x="742858" y="965996"/>
                    <a:pt x="744170" y="964684"/>
                    <a:pt x="744540" y="964112"/>
                  </a:cubicBezTo>
                  <a:cubicBezTo>
                    <a:pt x="744911" y="963506"/>
                    <a:pt x="746055" y="962464"/>
                    <a:pt x="746492" y="961656"/>
                  </a:cubicBezTo>
                  <a:cubicBezTo>
                    <a:pt x="746930" y="960849"/>
                    <a:pt x="748411" y="959907"/>
                    <a:pt x="748545" y="959873"/>
                  </a:cubicBezTo>
                  <a:cubicBezTo>
                    <a:pt x="748714" y="959806"/>
                    <a:pt x="751978" y="958797"/>
                    <a:pt x="751978" y="958797"/>
                  </a:cubicBezTo>
                  <a:cubicBezTo>
                    <a:pt x="751978" y="958797"/>
                    <a:pt x="755243" y="959705"/>
                    <a:pt x="755411" y="959840"/>
                  </a:cubicBezTo>
                  <a:cubicBezTo>
                    <a:pt x="755579" y="959941"/>
                    <a:pt x="756555" y="961421"/>
                    <a:pt x="756656" y="961690"/>
                  </a:cubicBezTo>
                  <a:cubicBezTo>
                    <a:pt x="756757" y="961959"/>
                    <a:pt x="757194" y="963170"/>
                    <a:pt x="756925" y="963607"/>
                  </a:cubicBezTo>
                  <a:cubicBezTo>
                    <a:pt x="756656" y="964045"/>
                    <a:pt x="756252" y="966601"/>
                    <a:pt x="756017" y="966635"/>
                  </a:cubicBezTo>
                  <a:cubicBezTo>
                    <a:pt x="755781" y="966702"/>
                    <a:pt x="755074" y="968855"/>
                    <a:pt x="755074" y="968855"/>
                  </a:cubicBezTo>
                  <a:lnTo>
                    <a:pt x="755074" y="969494"/>
                  </a:lnTo>
                  <a:cubicBezTo>
                    <a:pt x="755074" y="969494"/>
                    <a:pt x="757026" y="972085"/>
                    <a:pt x="757295" y="972253"/>
                  </a:cubicBezTo>
                  <a:cubicBezTo>
                    <a:pt x="757565" y="972421"/>
                    <a:pt x="759584" y="974002"/>
                    <a:pt x="760122" y="974036"/>
                  </a:cubicBezTo>
                  <a:cubicBezTo>
                    <a:pt x="760661" y="974103"/>
                    <a:pt x="763555" y="975550"/>
                    <a:pt x="764026" y="975650"/>
                  </a:cubicBezTo>
                  <a:cubicBezTo>
                    <a:pt x="764498" y="975751"/>
                    <a:pt x="768200" y="976794"/>
                    <a:pt x="768469" y="976727"/>
                  </a:cubicBezTo>
                  <a:cubicBezTo>
                    <a:pt x="768738" y="976693"/>
                    <a:pt x="770488" y="976458"/>
                    <a:pt x="770690" y="976525"/>
                  </a:cubicBezTo>
                  <a:cubicBezTo>
                    <a:pt x="770926" y="976592"/>
                    <a:pt x="774493" y="978005"/>
                    <a:pt x="775099" y="978577"/>
                  </a:cubicBezTo>
                  <a:cubicBezTo>
                    <a:pt x="775704" y="979182"/>
                    <a:pt x="776950" y="980595"/>
                    <a:pt x="776950" y="980595"/>
                  </a:cubicBezTo>
                  <a:lnTo>
                    <a:pt x="777017" y="981907"/>
                  </a:lnTo>
                  <a:lnTo>
                    <a:pt x="777825" y="987021"/>
                  </a:lnTo>
                  <a:lnTo>
                    <a:pt x="777724" y="988433"/>
                  </a:lnTo>
                  <a:lnTo>
                    <a:pt x="778060" y="991595"/>
                  </a:lnTo>
                  <a:lnTo>
                    <a:pt x="778397" y="993547"/>
                  </a:lnTo>
                  <a:lnTo>
                    <a:pt x="781224" y="995229"/>
                  </a:lnTo>
                  <a:cubicBezTo>
                    <a:pt x="781224" y="995229"/>
                    <a:pt x="782032" y="996541"/>
                    <a:pt x="781830" y="996810"/>
                  </a:cubicBezTo>
                  <a:cubicBezTo>
                    <a:pt x="781628" y="997079"/>
                    <a:pt x="782200" y="997583"/>
                    <a:pt x="780786" y="997853"/>
                  </a:cubicBezTo>
                  <a:cubicBezTo>
                    <a:pt x="779373" y="998122"/>
                    <a:pt x="779541" y="998727"/>
                    <a:pt x="778296" y="999030"/>
                  </a:cubicBezTo>
                  <a:cubicBezTo>
                    <a:pt x="777051" y="999366"/>
                    <a:pt x="776007" y="999467"/>
                    <a:pt x="775267" y="999736"/>
                  </a:cubicBezTo>
                  <a:cubicBezTo>
                    <a:pt x="774493" y="1000005"/>
                    <a:pt x="771901" y="1000174"/>
                    <a:pt x="771901" y="1000174"/>
                  </a:cubicBezTo>
                  <a:lnTo>
                    <a:pt x="771127" y="1001856"/>
                  </a:lnTo>
                  <a:lnTo>
                    <a:pt x="770757" y="1002932"/>
                  </a:lnTo>
                  <a:lnTo>
                    <a:pt x="767291" y="1003740"/>
                  </a:lnTo>
                  <a:cubicBezTo>
                    <a:pt x="767291" y="1003740"/>
                    <a:pt x="766079" y="1003941"/>
                    <a:pt x="765608" y="1004110"/>
                  </a:cubicBezTo>
                  <a:cubicBezTo>
                    <a:pt x="765103" y="1004278"/>
                    <a:pt x="763118" y="1006666"/>
                    <a:pt x="762781" y="1006834"/>
                  </a:cubicBezTo>
                  <a:cubicBezTo>
                    <a:pt x="762445" y="1007002"/>
                    <a:pt x="761435" y="1008886"/>
                    <a:pt x="761435" y="1008886"/>
                  </a:cubicBezTo>
                  <a:lnTo>
                    <a:pt x="761098" y="1011207"/>
                  </a:lnTo>
                  <a:cubicBezTo>
                    <a:pt x="761098" y="1011207"/>
                    <a:pt x="760829" y="1012957"/>
                    <a:pt x="760661" y="1013159"/>
                  </a:cubicBezTo>
                  <a:cubicBezTo>
                    <a:pt x="760493" y="1013360"/>
                    <a:pt x="759315" y="1015278"/>
                    <a:pt x="759180" y="1015446"/>
                  </a:cubicBezTo>
                  <a:cubicBezTo>
                    <a:pt x="759079" y="1015614"/>
                    <a:pt x="758406" y="1016153"/>
                    <a:pt x="758238" y="1016422"/>
                  </a:cubicBezTo>
                  <a:cubicBezTo>
                    <a:pt x="758069" y="1016691"/>
                    <a:pt x="758339" y="1019517"/>
                    <a:pt x="758069" y="1019887"/>
                  </a:cubicBezTo>
                  <a:cubicBezTo>
                    <a:pt x="757800" y="1020257"/>
                    <a:pt x="758406" y="1022107"/>
                    <a:pt x="756757" y="1021669"/>
                  </a:cubicBezTo>
                  <a:cubicBezTo>
                    <a:pt x="755142" y="1021232"/>
                    <a:pt x="754435" y="1021030"/>
                    <a:pt x="753728" y="1020526"/>
                  </a:cubicBezTo>
                  <a:cubicBezTo>
                    <a:pt x="753021" y="1020021"/>
                    <a:pt x="753728" y="1018945"/>
                    <a:pt x="752214" y="1017868"/>
                  </a:cubicBezTo>
                  <a:cubicBezTo>
                    <a:pt x="750699" y="1016792"/>
                    <a:pt x="750295" y="1016354"/>
                    <a:pt x="750295" y="1016354"/>
                  </a:cubicBezTo>
                  <a:lnTo>
                    <a:pt x="748411" y="1017296"/>
                  </a:lnTo>
                  <a:lnTo>
                    <a:pt x="747401" y="1018373"/>
                  </a:lnTo>
                  <a:lnTo>
                    <a:pt x="746661" y="1019819"/>
                  </a:lnTo>
                  <a:lnTo>
                    <a:pt x="746156" y="1020963"/>
                  </a:lnTo>
                  <a:lnTo>
                    <a:pt x="745786" y="1022208"/>
                  </a:lnTo>
                  <a:lnTo>
                    <a:pt x="745483" y="1023721"/>
                  </a:lnTo>
                  <a:lnTo>
                    <a:pt x="744540" y="1024966"/>
                  </a:lnTo>
                  <a:lnTo>
                    <a:pt x="742353" y="1025773"/>
                  </a:lnTo>
                  <a:cubicBezTo>
                    <a:pt x="742353" y="1025773"/>
                    <a:pt x="741915" y="1026278"/>
                    <a:pt x="741410" y="1026345"/>
                  </a:cubicBezTo>
                  <a:cubicBezTo>
                    <a:pt x="740906" y="1026413"/>
                    <a:pt x="739829" y="1026715"/>
                    <a:pt x="739593" y="1026715"/>
                  </a:cubicBezTo>
                  <a:cubicBezTo>
                    <a:pt x="739391" y="1026715"/>
                    <a:pt x="739290" y="1026413"/>
                    <a:pt x="737910" y="1026715"/>
                  </a:cubicBezTo>
                  <a:cubicBezTo>
                    <a:pt x="736531" y="1027018"/>
                    <a:pt x="735218" y="1026278"/>
                    <a:pt x="735218" y="1026278"/>
                  </a:cubicBezTo>
                  <a:cubicBezTo>
                    <a:pt x="735218" y="1026278"/>
                    <a:pt x="734276" y="1025202"/>
                    <a:pt x="734141" y="1024966"/>
                  </a:cubicBezTo>
                  <a:cubicBezTo>
                    <a:pt x="734007" y="1024764"/>
                    <a:pt x="732055" y="1022510"/>
                    <a:pt x="731752" y="1022510"/>
                  </a:cubicBezTo>
                  <a:cubicBezTo>
                    <a:pt x="731449" y="1022510"/>
                    <a:pt x="730069" y="1021434"/>
                    <a:pt x="729732" y="1021064"/>
                  </a:cubicBezTo>
                  <a:cubicBezTo>
                    <a:pt x="729362" y="1020694"/>
                    <a:pt x="727276" y="1018877"/>
                    <a:pt x="726703" y="1018743"/>
                  </a:cubicBezTo>
                  <a:cubicBezTo>
                    <a:pt x="726131" y="1018608"/>
                    <a:pt x="723742" y="1017431"/>
                    <a:pt x="723136" y="1016994"/>
                  </a:cubicBezTo>
                  <a:cubicBezTo>
                    <a:pt x="722564" y="1016556"/>
                    <a:pt x="721992" y="1013663"/>
                    <a:pt x="721756" y="1013529"/>
                  </a:cubicBezTo>
                  <a:cubicBezTo>
                    <a:pt x="721554" y="1013394"/>
                    <a:pt x="721824" y="1012519"/>
                    <a:pt x="721049" y="1012082"/>
                  </a:cubicBezTo>
                  <a:cubicBezTo>
                    <a:pt x="720242" y="1011645"/>
                    <a:pt x="718660" y="1010703"/>
                    <a:pt x="717650" y="1010501"/>
                  </a:cubicBezTo>
                  <a:cubicBezTo>
                    <a:pt x="716641" y="1010299"/>
                    <a:pt x="715126" y="1009559"/>
                    <a:pt x="714689" y="1009425"/>
                  </a:cubicBezTo>
                  <a:cubicBezTo>
                    <a:pt x="714251" y="1009290"/>
                    <a:pt x="713814" y="1009189"/>
                    <a:pt x="712501" y="1008684"/>
                  </a:cubicBezTo>
                  <a:cubicBezTo>
                    <a:pt x="711189" y="1008180"/>
                    <a:pt x="709102" y="1007104"/>
                    <a:pt x="708294" y="1006935"/>
                  </a:cubicBezTo>
                  <a:cubicBezTo>
                    <a:pt x="707487" y="1006801"/>
                    <a:pt x="705669" y="1005993"/>
                    <a:pt x="705400" y="1005859"/>
                  </a:cubicBezTo>
                  <a:cubicBezTo>
                    <a:pt x="705097" y="1005724"/>
                    <a:pt x="704256" y="1004547"/>
                    <a:pt x="702943" y="1004042"/>
                  </a:cubicBezTo>
                  <a:cubicBezTo>
                    <a:pt x="701631" y="1003538"/>
                    <a:pt x="699982" y="1002091"/>
                    <a:pt x="698804" y="1001587"/>
                  </a:cubicBezTo>
                  <a:cubicBezTo>
                    <a:pt x="697626" y="1001082"/>
                    <a:pt x="694530" y="999400"/>
                    <a:pt x="694530" y="999400"/>
                  </a:cubicBezTo>
                  <a:lnTo>
                    <a:pt x="691198" y="996574"/>
                  </a:lnTo>
                  <a:lnTo>
                    <a:pt x="687563" y="994186"/>
                  </a:lnTo>
                  <a:cubicBezTo>
                    <a:pt x="687563" y="994186"/>
                    <a:pt x="684601" y="991999"/>
                    <a:pt x="684433" y="991797"/>
                  </a:cubicBezTo>
                  <a:cubicBezTo>
                    <a:pt x="684299" y="991595"/>
                    <a:pt x="682111" y="989913"/>
                    <a:pt x="682111" y="989913"/>
                  </a:cubicBezTo>
                  <a:lnTo>
                    <a:pt x="678712" y="989476"/>
                  </a:lnTo>
                  <a:cubicBezTo>
                    <a:pt x="678712" y="989476"/>
                    <a:pt x="677198" y="988669"/>
                    <a:pt x="676524" y="988602"/>
                  </a:cubicBezTo>
                  <a:cubicBezTo>
                    <a:pt x="675885" y="988534"/>
                    <a:pt x="674842" y="988232"/>
                    <a:pt x="674337" y="988232"/>
                  </a:cubicBezTo>
                  <a:cubicBezTo>
                    <a:pt x="673832" y="988232"/>
                    <a:pt x="672587" y="987862"/>
                    <a:pt x="671577" y="987794"/>
                  </a:cubicBezTo>
                  <a:cubicBezTo>
                    <a:pt x="670568" y="987727"/>
                    <a:pt x="669558" y="987155"/>
                    <a:pt x="669322" y="986920"/>
                  </a:cubicBezTo>
                  <a:cubicBezTo>
                    <a:pt x="669120" y="986684"/>
                    <a:pt x="669020" y="986180"/>
                    <a:pt x="667741" y="985473"/>
                  </a:cubicBezTo>
                  <a:cubicBezTo>
                    <a:pt x="666428" y="984767"/>
                    <a:pt x="665351" y="984464"/>
                    <a:pt x="665351" y="984464"/>
                  </a:cubicBezTo>
                  <a:cubicBezTo>
                    <a:pt x="665351" y="984464"/>
                    <a:pt x="664779" y="984161"/>
                    <a:pt x="663096" y="984161"/>
                  </a:cubicBezTo>
                  <a:cubicBezTo>
                    <a:pt x="661447" y="984161"/>
                    <a:pt x="659192" y="983892"/>
                    <a:pt x="658755" y="983892"/>
                  </a:cubicBezTo>
                  <a:cubicBezTo>
                    <a:pt x="658317" y="983892"/>
                    <a:pt x="656500" y="984397"/>
                    <a:pt x="655793" y="984397"/>
                  </a:cubicBezTo>
                  <a:cubicBezTo>
                    <a:pt x="655053" y="984397"/>
                    <a:pt x="651216" y="984464"/>
                    <a:pt x="650644" y="984599"/>
                  </a:cubicBezTo>
                  <a:cubicBezTo>
                    <a:pt x="650072" y="984733"/>
                    <a:pt x="649399" y="985036"/>
                    <a:pt x="648961" y="985238"/>
                  </a:cubicBezTo>
                  <a:cubicBezTo>
                    <a:pt x="648524" y="985440"/>
                    <a:pt x="647817" y="986819"/>
                    <a:pt x="647649" y="987256"/>
                  </a:cubicBezTo>
                  <a:cubicBezTo>
                    <a:pt x="647514" y="987693"/>
                    <a:pt x="647514" y="989880"/>
                    <a:pt x="647514" y="990654"/>
                  </a:cubicBezTo>
                  <a:cubicBezTo>
                    <a:pt x="647514" y="991461"/>
                    <a:pt x="648322" y="994791"/>
                    <a:pt x="648221" y="995060"/>
                  </a:cubicBezTo>
                  <a:cubicBezTo>
                    <a:pt x="648154" y="995363"/>
                    <a:pt x="648423" y="997819"/>
                    <a:pt x="648423" y="998391"/>
                  </a:cubicBezTo>
                  <a:cubicBezTo>
                    <a:pt x="648423" y="998963"/>
                    <a:pt x="649433" y="1004412"/>
                    <a:pt x="649433" y="1004412"/>
                  </a:cubicBezTo>
                  <a:cubicBezTo>
                    <a:pt x="649433" y="1004412"/>
                    <a:pt x="649062" y="1013024"/>
                    <a:pt x="649062" y="1013764"/>
                  </a:cubicBezTo>
                  <a:cubicBezTo>
                    <a:pt x="649062" y="1014504"/>
                    <a:pt x="649500" y="1016590"/>
                    <a:pt x="649567" y="1016792"/>
                  </a:cubicBezTo>
                  <a:cubicBezTo>
                    <a:pt x="649635" y="1016994"/>
                    <a:pt x="653908" y="1025134"/>
                    <a:pt x="653908" y="1025908"/>
                  </a:cubicBezTo>
                  <a:cubicBezTo>
                    <a:pt x="653908" y="1026715"/>
                    <a:pt x="656231" y="1030618"/>
                    <a:pt x="657308" y="1032199"/>
                  </a:cubicBezTo>
                  <a:cubicBezTo>
                    <a:pt x="658385" y="1033780"/>
                    <a:pt x="666159" y="1041483"/>
                    <a:pt x="666428" y="1041752"/>
                  </a:cubicBezTo>
                  <a:cubicBezTo>
                    <a:pt x="666731" y="1042055"/>
                    <a:pt x="669693" y="1045823"/>
                    <a:pt x="670837" y="1046327"/>
                  </a:cubicBezTo>
                  <a:cubicBezTo>
                    <a:pt x="671981" y="1046832"/>
                    <a:pt x="676693" y="1052046"/>
                    <a:pt x="676693" y="1052046"/>
                  </a:cubicBezTo>
                  <a:lnTo>
                    <a:pt x="678140" y="1053425"/>
                  </a:lnTo>
                  <a:lnTo>
                    <a:pt x="678241" y="1055914"/>
                  </a:lnTo>
                  <a:cubicBezTo>
                    <a:pt x="678241" y="1055914"/>
                    <a:pt x="677702" y="1057866"/>
                    <a:pt x="677601" y="1058303"/>
                  </a:cubicBezTo>
                  <a:cubicBezTo>
                    <a:pt x="677500" y="1058740"/>
                    <a:pt x="676188" y="1061028"/>
                    <a:pt x="676188" y="1061028"/>
                  </a:cubicBezTo>
                  <a:lnTo>
                    <a:pt x="675212" y="1062979"/>
                  </a:lnTo>
                  <a:lnTo>
                    <a:pt x="674236" y="1065468"/>
                  </a:lnTo>
                  <a:lnTo>
                    <a:pt x="672789" y="1066881"/>
                  </a:lnTo>
                  <a:lnTo>
                    <a:pt x="673092" y="1068563"/>
                  </a:lnTo>
                  <a:lnTo>
                    <a:pt x="674472" y="1070144"/>
                  </a:lnTo>
                  <a:cubicBezTo>
                    <a:pt x="674472" y="1070144"/>
                    <a:pt x="676289" y="1070077"/>
                    <a:pt x="676794" y="1070144"/>
                  </a:cubicBezTo>
                  <a:cubicBezTo>
                    <a:pt x="677298" y="1070211"/>
                    <a:pt x="680698" y="1070582"/>
                    <a:pt x="680933" y="1070514"/>
                  </a:cubicBezTo>
                  <a:cubicBezTo>
                    <a:pt x="681135" y="1070447"/>
                    <a:pt x="685207" y="1069202"/>
                    <a:pt x="685510" y="1069202"/>
                  </a:cubicBezTo>
                  <a:cubicBezTo>
                    <a:pt x="685813" y="1069202"/>
                    <a:pt x="687698" y="1067722"/>
                    <a:pt x="687698" y="1067722"/>
                  </a:cubicBezTo>
                  <a:lnTo>
                    <a:pt x="689381" y="1067554"/>
                  </a:lnTo>
                  <a:lnTo>
                    <a:pt x="693217" y="1067554"/>
                  </a:lnTo>
                  <a:cubicBezTo>
                    <a:pt x="693217" y="1067554"/>
                    <a:pt x="693520" y="1067688"/>
                    <a:pt x="693722" y="1067756"/>
                  </a:cubicBezTo>
                  <a:cubicBezTo>
                    <a:pt x="693958" y="1067823"/>
                    <a:pt x="694799" y="1068900"/>
                    <a:pt x="694799" y="1068900"/>
                  </a:cubicBezTo>
                  <a:cubicBezTo>
                    <a:pt x="694799" y="1068900"/>
                    <a:pt x="696381" y="1068967"/>
                    <a:pt x="696818" y="1068832"/>
                  </a:cubicBezTo>
                  <a:cubicBezTo>
                    <a:pt x="697256" y="1068698"/>
                    <a:pt x="698770" y="1068529"/>
                    <a:pt x="699578" y="1068462"/>
                  </a:cubicBezTo>
                  <a:cubicBezTo>
                    <a:pt x="700385" y="1068395"/>
                    <a:pt x="703213" y="1067588"/>
                    <a:pt x="703650" y="1067520"/>
                  </a:cubicBezTo>
                  <a:cubicBezTo>
                    <a:pt x="704088" y="1067453"/>
                    <a:pt x="706107" y="1066410"/>
                    <a:pt x="706107" y="1066410"/>
                  </a:cubicBezTo>
                  <a:lnTo>
                    <a:pt x="706914" y="1065805"/>
                  </a:lnTo>
                  <a:lnTo>
                    <a:pt x="707116" y="1065805"/>
                  </a:lnTo>
                  <a:lnTo>
                    <a:pt x="709068" y="1066309"/>
                  </a:lnTo>
                  <a:lnTo>
                    <a:pt x="710886" y="1066511"/>
                  </a:lnTo>
                  <a:lnTo>
                    <a:pt x="714924" y="1068597"/>
                  </a:lnTo>
                  <a:lnTo>
                    <a:pt x="714924" y="1073575"/>
                  </a:lnTo>
                  <a:cubicBezTo>
                    <a:pt x="714924" y="1073575"/>
                    <a:pt x="714588" y="1074753"/>
                    <a:pt x="714588" y="1075190"/>
                  </a:cubicBezTo>
                  <a:cubicBezTo>
                    <a:pt x="714588" y="1075627"/>
                    <a:pt x="714487" y="1077478"/>
                    <a:pt x="714487" y="1077478"/>
                  </a:cubicBezTo>
                  <a:lnTo>
                    <a:pt x="713612" y="1079429"/>
                  </a:lnTo>
                  <a:lnTo>
                    <a:pt x="713073" y="1081279"/>
                  </a:lnTo>
                  <a:lnTo>
                    <a:pt x="712535" y="1082053"/>
                  </a:lnTo>
                  <a:cubicBezTo>
                    <a:pt x="712535" y="1082053"/>
                    <a:pt x="711660" y="1083365"/>
                    <a:pt x="711660" y="1083667"/>
                  </a:cubicBezTo>
                  <a:cubicBezTo>
                    <a:pt x="711660" y="1084004"/>
                    <a:pt x="710482" y="1085316"/>
                    <a:pt x="710482" y="1085316"/>
                  </a:cubicBezTo>
                  <a:cubicBezTo>
                    <a:pt x="710482" y="1085316"/>
                    <a:pt x="710684" y="1086392"/>
                    <a:pt x="710381" y="1086964"/>
                  </a:cubicBezTo>
                  <a:cubicBezTo>
                    <a:pt x="710045" y="1087502"/>
                    <a:pt x="710819" y="1089251"/>
                    <a:pt x="711357" y="1089991"/>
                  </a:cubicBezTo>
                  <a:cubicBezTo>
                    <a:pt x="711895" y="1090765"/>
                    <a:pt x="714520" y="1091842"/>
                    <a:pt x="714520" y="1091842"/>
                  </a:cubicBezTo>
                  <a:lnTo>
                    <a:pt x="715833" y="1091842"/>
                  </a:lnTo>
                  <a:lnTo>
                    <a:pt x="717718" y="1092548"/>
                  </a:lnTo>
                  <a:lnTo>
                    <a:pt x="719468" y="1092111"/>
                  </a:lnTo>
                  <a:lnTo>
                    <a:pt x="722059" y="1090799"/>
                  </a:lnTo>
                  <a:lnTo>
                    <a:pt x="722934" y="1090496"/>
                  </a:lnTo>
                  <a:cubicBezTo>
                    <a:pt x="722934" y="1090496"/>
                    <a:pt x="723877" y="1089554"/>
                    <a:pt x="724078" y="1089487"/>
                  </a:cubicBezTo>
                  <a:cubicBezTo>
                    <a:pt x="724314" y="1089420"/>
                    <a:pt x="727040" y="1088982"/>
                    <a:pt x="727040" y="1088982"/>
                  </a:cubicBezTo>
                  <a:lnTo>
                    <a:pt x="728756" y="1088646"/>
                  </a:lnTo>
                  <a:cubicBezTo>
                    <a:pt x="729295" y="1088141"/>
                    <a:pt x="729598" y="1087839"/>
                    <a:pt x="729598" y="1087839"/>
                  </a:cubicBezTo>
                  <a:cubicBezTo>
                    <a:pt x="729598" y="1087839"/>
                    <a:pt x="731247" y="1085416"/>
                    <a:pt x="731449" y="1085114"/>
                  </a:cubicBezTo>
                  <a:cubicBezTo>
                    <a:pt x="731684" y="1084811"/>
                    <a:pt x="733535" y="1081548"/>
                    <a:pt x="733535" y="1081548"/>
                  </a:cubicBezTo>
                  <a:lnTo>
                    <a:pt x="734175" y="1079260"/>
                  </a:lnTo>
                  <a:lnTo>
                    <a:pt x="736160" y="1077377"/>
                  </a:lnTo>
                  <a:lnTo>
                    <a:pt x="738920" y="1074450"/>
                  </a:lnTo>
                  <a:lnTo>
                    <a:pt x="740132" y="1074450"/>
                  </a:lnTo>
                  <a:lnTo>
                    <a:pt x="741377" y="1077377"/>
                  </a:lnTo>
                  <a:lnTo>
                    <a:pt x="742723" y="1079227"/>
                  </a:lnTo>
                  <a:lnTo>
                    <a:pt x="742723" y="1082254"/>
                  </a:lnTo>
                  <a:lnTo>
                    <a:pt x="742723" y="1085719"/>
                  </a:lnTo>
                  <a:lnTo>
                    <a:pt x="742723" y="1089184"/>
                  </a:lnTo>
                  <a:lnTo>
                    <a:pt x="742723" y="1092649"/>
                  </a:lnTo>
                  <a:lnTo>
                    <a:pt x="744843" y="1095273"/>
                  </a:lnTo>
                  <a:lnTo>
                    <a:pt x="746190" y="1096450"/>
                  </a:lnTo>
                  <a:lnTo>
                    <a:pt x="746190" y="1097863"/>
                  </a:lnTo>
                  <a:lnTo>
                    <a:pt x="746190" y="1099613"/>
                  </a:lnTo>
                  <a:cubicBezTo>
                    <a:pt x="746190" y="1099613"/>
                    <a:pt x="746526" y="1103212"/>
                    <a:pt x="746190" y="1103616"/>
                  </a:cubicBezTo>
                  <a:cubicBezTo>
                    <a:pt x="745853" y="1104053"/>
                    <a:pt x="744877" y="1106206"/>
                    <a:pt x="744877" y="1106206"/>
                  </a:cubicBezTo>
                  <a:lnTo>
                    <a:pt x="743901" y="1110646"/>
                  </a:lnTo>
                  <a:lnTo>
                    <a:pt x="742824" y="1112496"/>
                  </a:lnTo>
                  <a:lnTo>
                    <a:pt x="741747" y="1113909"/>
                  </a:lnTo>
                  <a:lnTo>
                    <a:pt x="739896" y="1115524"/>
                  </a:lnTo>
                  <a:cubicBezTo>
                    <a:pt x="739896" y="1115524"/>
                    <a:pt x="738482" y="1115961"/>
                    <a:pt x="737406" y="1116399"/>
                  </a:cubicBezTo>
                  <a:cubicBezTo>
                    <a:pt x="736329" y="1116836"/>
                    <a:pt x="732526" y="1118888"/>
                    <a:pt x="732526" y="1118888"/>
                  </a:cubicBezTo>
                  <a:lnTo>
                    <a:pt x="730641" y="1120234"/>
                  </a:lnTo>
                  <a:lnTo>
                    <a:pt x="733333" y="1123026"/>
                  </a:lnTo>
                  <a:lnTo>
                    <a:pt x="735790" y="1128677"/>
                  </a:lnTo>
                  <a:lnTo>
                    <a:pt x="736800" y="1129686"/>
                  </a:lnTo>
                  <a:lnTo>
                    <a:pt x="740132" y="1132714"/>
                  </a:lnTo>
                  <a:lnTo>
                    <a:pt x="746930" y="1133286"/>
                  </a:lnTo>
                  <a:cubicBezTo>
                    <a:pt x="746930" y="1133286"/>
                    <a:pt x="748949" y="1131839"/>
                    <a:pt x="749387" y="1131402"/>
                  </a:cubicBezTo>
                  <a:cubicBezTo>
                    <a:pt x="749824" y="1130965"/>
                    <a:pt x="750396" y="1129081"/>
                    <a:pt x="750396" y="1129081"/>
                  </a:cubicBezTo>
                  <a:cubicBezTo>
                    <a:pt x="750396" y="1129081"/>
                    <a:pt x="750968" y="1127937"/>
                    <a:pt x="751137" y="1127500"/>
                  </a:cubicBezTo>
                  <a:cubicBezTo>
                    <a:pt x="751271" y="1127062"/>
                    <a:pt x="751877" y="1126053"/>
                    <a:pt x="752012" y="1125616"/>
                  </a:cubicBezTo>
                  <a:cubicBezTo>
                    <a:pt x="752146" y="1125179"/>
                    <a:pt x="753021" y="1123867"/>
                    <a:pt x="753021" y="1123867"/>
                  </a:cubicBezTo>
                  <a:lnTo>
                    <a:pt x="754334" y="1122723"/>
                  </a:lnTo>
                  <a:lnTo>
                    <a:pt x="757531" y="1123026"/>
                  </a:lnTo>
                  <a:lnTo>
                    <a:pt x="758541" y="1119123"/>
                  </a:lnTo>
                  <a:lnTo>
                    <a:pt x="760291" y="1116096"/>
                  </a:lnTo>
                  <a:lnTo>
                    <a:pt x="762748" y="1116096"/>
                  </a:lnTo>
                  <a:lnTo>
                    <a:pt x="765204" y="1121175"/>
                  </a:lnTo>
                  <a:cubicBezTo>
                    <a:pt x="765204" y="1121175"/>
                    <a:pt x="765642" y="1122622"/>
                    <a:pt x="766079" y="1123059"/>
                  </a:cubicBezTo>
                  <a:cubicBezTo>
                    <a:pt x="766517" y="1123497"/>
                    <a:pt x="770421" y="1123766"/>
                    <a:pt x="770421" y="1123194"/>
                  </a:cubicBezTo>
                  <a:cubicBezTo>
                    <a:pt x="770421" y="1122622"/>
                    <a:pt x="770993" y="1121613"/>
                    <a:pt x="770993" y="1121613"/>
                  </a:cubicBezTo>
                  <a:lnTo>
                    <a:pt x="768805" y="1120166"/>
                  </a:lnTo>
                  <a:cubicBezTo>
                    <a:pt x="768805" y="1120166"/>
                    <a:pt x="767796" y="1118282"/>
                    <a:pt x="767358" y="1118013"/>
                  </a:cubicBezTo>
                  <a:cubicBezTo>
                    <a:pt x="766921" y="1117711"/>
                    <a:pt x="766214" y="1116129"/>
                    <a:pt x="766214" y="1116129"/>
                  </a:cubicBezTo>
                  <a:cubicBezTo>
                    <a:pt x="766214" y="1116129"/>
                    <a:pt x="766349" y="1115255"/>
                    <a:pt x="766349" y="1114683"/>
                  </a:cubicBezTo>
                  <a:cubicBezTo>
                    <a:pt x="766349" y="1114111"/>
                    <a:pt x="767661" y="1113102"/>
                    <a:pt x="767661" y="1113102"/>
                  </a:cubicBezTo>
                  <a:lnTo>
                    <a:pt x="769983" y="1112530"/>
                  </a:lnTo>
                  <a:lnTo>
                    <a:pt x="770858" y="1114549"/>
                  </a:lnTo>
                  <a:cubicBezTo>
                    <a:pt x="770858" y="1114549"/>
                    <a:pt x="771430" y="1113405"/>
                    <a:pt x="771430" y="1112530"/>
                  </a:cubicBezTo>
                  <a:cubicBezTo>
                    <a:pt x="771430" y="1111655"/>
                    <a:pt x="772171" y="1109503"/>
                    <a:pt x="772171" y="1109503"/>
                  </a:cubicBezTo>
                  <a:cubicBezTo>
                    <a:pt x="772171" y="1109503"/>
                    <a:pt x="772878" y="1107921"/>
                    <a:pt x="773483" y="1107619"/>
                  </a:cubicBezTo>
                  <a:cubicBezTo>
                    <a:pt x="774055" y="1107316"/>
                    <a:pt x="777118" y="1106609"/>
                    <a:pt x="777118" y="1106609"/>
                  </a:cubicBezTo>
                  <a:lnTo>
                    <a:pt x="780753" y="1104860"/>
                  </a:lnTo>
                  <a:lnTo>
                    <a:pt x="782772" y="1104591"/>
                  </a:lnTo>
                  <a:lnTo>
                    <a:pt x="786407" y="1105903"/>
                  </a:lnTo>
                  <a:lnTo>
                    <a:pt x="788157" y="1106340"/>
                  </a:lnTo>
                  <a:lnTo>
                    <a:pt x="793508" y="1104591"/>
                  </a:lnTo>
                  <a:cubicBezTo>
                    <a:pt x="793508" y="1104591"/>
                    <a:pt x="794955" y="1102707"/>
                    <a:pt x="794955" y="1102136"/>
                  </a:cubicBezTo>
                  <a:cubicBezTo>
                    <a:pt x="794955" y="1101563"/>
                    <a:pt x="795258" y="1100554"/>
                    <a:pt x="795527" y="1099108"/>
                  </a:cubicBezTo>
                  <a:cubicBezTo>
                    <a:pt x="795830" y="1097661"/>
                    <a:pt x="796402" y="1094466"/>
                    <a:pt x="796402" y="1094466"/>
                  </a:cubicBezTo>
                  <a:lnTo>
                    <a:pt x="796671" y="1090429"/>
                  </a:lnTo>
                  <a:lnTo>
                    <a:pt x="796671" y="1089285"/>
                  </a:lnTo>
                  <a:cubicBezTo>
                    <a:pt x="796671" y="1089285"/>
                    <a:pt x="796402" y="1087839"/>
                    <a:pt x="794921" y="1086964"/>
                  </a:cubicBezTo>
                  <a:cubicBezTo>
                    <a:pt x="793474" y="1086089"/>
                    <a:pt x="792027" y="1084643"/>
                    <a:pt x="792027" y="1084643"/>
                  </a:cubicBezTo>
                  <a:cubicBezTo>
                    <a:pt x="792027" y="1084643"/>
                    <a:pt x="790580" y="1083062"/>
                    <a:pt x="789402" y="1082624"/>
                  </a:cubicBezTo>
                  <a:cubicBezTo>
                    <a:pt x="788258" y="1082187"/>
                    <a:pt x="787383" y="1081313"/>
                    <a:pt x="787383" y="1081313"/>
                  </a:cubicBezTo>
                  <a:lnTo>
                    <a:pt x="786238" y="1078857"/>
                  </a:lnTo>
                  <a:cubicBezTo>
                    <a:pt x="786238" y="1078857"/>
                    <a:pt x="786238" y="1075964"/>
                    <a:pt x="786238" y="1075392"/>
                  </a:cubicBezTo>
                  <a:cubicBezTo>
                    <a:pt x="786238" y="1074820"/>
                    <a:pt x="785229" y="1071321"/>
                    <a:pt x="785229" y="1071321"/>
                  </a:cubicBezTo>
                  <a:lnTo>
                    <a:pt x="787113" y="1066410"/>
                  </a:lnTo>
                  <a:lnTo>
                    <a:pt x="788258" y="1062071"/>
                  </a:lnTo>
                  <a:cubicBezTo>
                    <a:pt x="788258" y="1062071"/>
                    <a:pt x="788392" y="1057428"/>
                    <a:pt x="788258" y="1056722"/>
                  </a:cubicBezTo>
                  <a:cubicBezTo>
                    <a:pt x="788123" y="1055982"/>
                    <a:pt x="787955" y="1052820"/>
                    <a:pt x="786945" y="1051642"/>
                  </a:cubicBezTo>
                  <a:cubicBezTo>
                    <a:pt x="785936" y="1050499"/>
                    <a:pt x="784320" y="1049052"/>
                    <a:pt x="782738" y="1048447"/>
                  </a:cubicBezTo>
                  <a:cubicBezTo>
                    <a:pt x="781156" y="1047875"/>
                    <a:pt x="779272" y="1046563"/>
                    <a:pt x="778094" y="1045688"/>
                  </a:cubicBezTo>
                  <a:cubicBezTo>
                    <a:pt x="776916" y="1044813"/>
                    <a:pt x="775132" y="1042425"/>
                    <a:pt x="775132" y="1042425"/>
                  </a:cubicBezTo>
                  <a:lnTo>
                    <a:pt x="773382" y="1040037"/>
                  </a:lnTo>
                  <a:cubicBezTo>
                    <a:pt x="773382" y="1040037"/>
                    <a:pt x="772878" y="1039599"/>
                    <a:pt x="772878" y="1039095"/>
                  </a:cubicBezTo>
                  <a:cubicBezTo>
                    <a:pt x="772878" y="1038590"/>
                    <a:pt x="773618" y="1037715"/>
                    <a:pt x="773618" y="1037715"/>
                  </a:cubicBezTo>
                  <a:lnTo>
                    <a:pt x="774695" y="1037312"/>
                  </a:lnTo>
                  <a:cubicBezTo>
                    <a:pt x="774695" y="1037312"/>
                    <a:pt x="776950" y="1036269"/>
                    <a:pt x="777219" y="1036269"/>
                  </a:cubicBezTo>
                  <a:cubicBezTo>
                    <a:pt x="777522" y="1036269"/>
                    <a:pt x="783613" y="1036269"/>
                    <a:pt x="783613" y="1036269"/>
                  </a:cubicBezTo>
                  <a:cubicBezTo>
                    <a:pt x="783613" y="1036269"/>
                    <a:pt x="786205" y="1035764"/>
                    <a:pt x="786440" y="1035630"/>
                  </a:cubicBezTo>
                  <a:cubicBezTo>
                    <a:pt x="786642" y="1035495"/>
                    <a:pt x="789335" y="1034183"/>
                    <a:pt x="789335" y="1034183"/>
                  </a:cubicBezTo>
                  <a:cubicBezTo>
                    <a:pt x="789335" y="1034183"/>
                    <a:pt x="790782" y="1033174"/>
                    <a:pt x="791287" y="1032939"/>
                  </a:cubicBezTo>
                  <a:cubicBezTo>
                    <a:pt x="791791" y="1032737"/>
                    <a:pt x="792229" y="1031997"/>
                    <a:pt x="792868" y="1031425"/>
                  </a:cubicBezTo>
                  <a:cubicBezTo>
                    <a:pt x="793508" y="1030853"/>
                    <a:pt x="794820" y="1029407"/>
                    <a:pt x="794820" y="1029407"/>
                  </a:cubicBezTo>
                  <a:lnTo>
                    <a:pt x="795628" y="1028969"/>
                  </a:lnTo>
                  <a:lnTo>
                    <a:pt x="798253" y="1028835"/>
                  </a:lnTo>
                  <a:cubicBezTo>
                    <a:pt x="798253" y="1028835"/>
                    <a:pt x="800138" y="1028902"/>
                    <a:pt x="800340" y="1029339"/>
                  </a:cubicBezTo>
                  <a:cubicBezTo>
                    <a:pt x="800542" y="1029777"/>
                    <a:pt x="802224" y="1031290"/>
                    <a:pt x="802224" y="1031290"/>
                  </a:cubicBezTo>
                  <a:cubicBezTo>
                    <a:pt x="802224" y="1031290"/>
                    <a:pt x="803671" y="1030920"/>
                    <a:pt x="803974" y="1030920"/>
                  </a:cubicBezTo>
                  <a:cubicBezTo>
                    <a:pt x="804277" y="1030920"/>
                    <a:pt x="805421" y="1030214"/>
                    <a:pt x="805859" y="1030046"/>
                  </a:cubicBezTo>
                  <a:cubicBezTo>
                    <a:pt x="806297" y="1029911"/>
                    <a:pt x="807172" y="1029238"/>
                    <a:pt x="808114" y="1029036"/>
                  </a:cubicBezTo>
                  <a:cubicBezTo>
                    <a:pt x="809056" y="1028801"/>
                    <a:pt x="810436" y="1028532"/>
                    <a:pt x="811008" y="1028465"/>
                  </a:cubicBezTo>
                  <a:cubicBezTo>
                    <a:pt x="811580" y="1028397"/>
                    <a:pt x="817032" y="1030718"/>
                    <a:pt x="817032" y="1030718"/>
                  </a:cubicBezTo>
                  <a:lnTo>
                    <a:pt x="819489" y="1032670"/>
                  </a:lnTo>
                  <a:lnTo>
                    <a:pt x="821071" y="1032165"/>
                  </a:lnTo>
                  <a:lnTo>
                    <a:pt x="821374" y="1030416"/>
                  </a:lnTo>
                  <a:cubicBezTo>
                    <a:pt x="821374" y="1030416"/>
                    <a:pt x="821307" y="1027792"/>
                    <a:pt x="821071" y="1027657"/>
                  </a:cubicBezTo>
                  <a:cubicBezTo>
                    <a:pt x="820869" y="1027523"/>
                    <a:pt x="820263" y="1026345"/>
                    <a:pt x="819859" y="1026076"/>
                  </a:cubicBezTo>
                  <a:cubicBezTo>
                    <a:pt x="819422" y="1025807"/>
                    <a:pt x="818042" y="1024630"/>
                    <a:pt x="817604" y="1024495"/>
                  </a:cubicBezTo>
                  <a:cubicBezTo>
                    <a:pt x="817167" y="1024361"/>
                    <a:pt x="816090" y="1024361"/>
                    <a:pt x="815652" y="1024058"/>
                  </a:cubicBezTo>
                  <a:cubicBezTo>
                    <a:pt x="815215" y="1023755"/>
                    <a:pt x="814643" y="1023419"/>
                    <a:pt x="814643" y="1023116"/>
                  </a:cubicBezTo>
                  <a:cubicBezTo>
                    <a:pt x="814643" y="1022813"/>
                    <a:pt x="815148" y="1021905"/>
                    <a:pt x="815350" y="1021737"/>
                  </a:cubicBezTo>
                  <a:cubicBezTo>
                    <a:pt x="815552" y="1021602"/>
                    <a:pt x="816292" y="1020728"/>
                    <a:pt x="816494" y="1020492"/>
                  </a:cubicBezTo>
                  <a:cubicBezTo>
                    <a:pt x="816729" y="1020290"/>
                    <a:pt x="817504" y="1019550"/>
                    <a:pt x="817504" y="1019550"/>
                  </a:cubicBezTo>
                  <a:cubicBezTo>
                    <a:pt x="817504" y="1019550"/>
                    <a:pt x="818749" y="1018036"/>
                    <a:pt x="819018" y="1017868"/>
                  </a:cubicBezTo>
                  <a:cubicBezTo>
                    <a:pt x="819287" y="1017734"/>
                    <a:pt x="820263" y="1016859"/>
                    <a:pt x="820768" y="1016623"/>
                  </a:cubicBezTo>
                  <a:cubicBezTo>
                    <a:pt x="821273" y="1016388"/>
                    <a:pt x="821710" y="1016052"/>
                    <a:pt x="822282" y="1015682"/>
                  </a:cubicBezTo>
                  <a:cubicBezTo>
                    <a:pt x="822855" y="1015312"/>
                    <a:pt x="824470" y="1013798"/>
                    <a:pt x="824807" y="1013428"/>
                  </a:cubicBezTo>
                  <a:cubicBezTo>
                    <a:pt x="825177" y="1013058"/>
                    <a:pt x="826321" y="1011611"/>
                    <a:pt x="826759" y="1011308"/>
                  </a:cubicBezTo>
                  <a:cubicBezTo>
                    <a:pt x="827196" y="1011039"/>
                    <a:pt x="827903" y="1010064"/>
                    <a:pt x="828206" y="1009996"/>
                  </a:cubicBezTo>
                  <a:cubicBezTo>
                    <a:pt x="828508" y="1009929"/>
                    <a:pt x="829013" y="1009290"/>
                    <a:pt x="829283" y="1009290"/>
                  </a:cubicBezTo>
                  <a:cubicBezTo>
                    <a:pt x="829585" y="1009290"/>
                    <a:pt x="830427" y="1008920"/>
                    <a:pt x="831033" y="1008920"/>
                  </a:cubicBezTo>
                  <a:cubicBezTo>
                    <a:pt x="831605" y="1008920"/>
                    <a:pt x="832715" y="1008853"/>
                    <a:pt x="833220" y="1008920"/>
                  </a:cubicBezTo>
                  <a:cubicBezTo>
                    <a:pt x="833725" y="1008987"/>
                    <a:pt x="835105" y="1008550"/>
                    <a:pt x="835980" y="1009122"/>
                  </a:cubicBezTo>
                  <a:cubicBezTo>
                    <a:pt x="836855" y="1009694"/>
                    <a:pt x="837292" y="1010568"/>
                    <a:pt x="837292" y="1010568"/>
                  </a:cubicBezTo>
                  <a:lnTo>
                    <a:pt x="838437" y="1013091"/>
                  </a:lnTo>
                  <a:lnTo>
                    <a:pt x="839514" y="1013024"/>
                  </a:lnTo>
                  <a:lnTo>
                    <a:pt x="840321" y="1012082"/>
                  </a:lnTo>
                  <a:lnTo>
                    <a:pt x="840759" y="1011073"/>
                  </a:lnTo>
                  <a:cubicBezTo>
                    <a:pt x="840759" y="1011073"/>
                    <a:pt x="841196" y="1010568"/>
                    <a:pt x="841196" y="1010131"/>
                  </a:cubicBezTo>
                  <a:cubicBezTo>
                    <a:pt x="841196" y="1009694"/>
                    <a:pt x="841398" y="1009054"/>
                    <a:pt x="841398" y="1009054"/>
                  </a:cubicBezTo>
                  <a:lnTo>
                    <a:pt x="841836" y="1008045"/>
                  </a:lnTo>
                  <a:lnTo>
                    <a:pt x="842273" y="1007473"/>
                  </a:lnTo>
                  <a:cubicBezTo>
                    <a:pt x="842273" y="1007473"/>
                    <a:pt x="843518" y="1007036"/>
                    <a:pt x="844023" y="1007036"/>
                  </a:cubicBezTo>
                  <a:cubicBezTo>
                    <a:pt x="844528" y="1007036"/>
                    <a:pt x="846110" y="1007406"/>
                    <a:pt x="846648" y="1007978"/>
                  </a:cubicBezTo>
                  <a:cubicBezTo>
                    <a:pt x="847153" y="1008550"/>
                    <a:pt x="847793" y="1008785"/>
                    <a:pt x="848163" y="1009425"/>
                  </a:cubicBezTo>
                  <a:cubicBezTo>
                    <a:pt x="848533" y="1010064"/>
                    <a:pt x="849004" y="1010736"/>
                    <a:pt x="849004" y="1011308"/>
                  </a:cubicBezTo>
                  <a:cubicBezTo>
                    <a:pt x="849004" y="1011880"/>
                    <a:pt x="848836" y="1013192"/>
                    <a:pt x="848836" y="1013192"/>
                  </a:cubicBezTo>
                  <a:lnTo>
                    <a:pt x="848836" y="1014504"/>
                  </a:lnTo>
                  <a:cubicBezTo>
                    <a:pt x="848836" y="1014504"/>
                    <a:pt x="849374" y="1016119"/>
                    <a:pt x="849274" y="1016994"/>
                  </a:cubicBezTo>
                  <a:cubicBezTo>
                    <a:pt x="849172" y="1017868"/>
                    <a:pt x="849274" y="1018608"/>
                    <a:pt x="849274" y="1018608"/>
                  </a:cubicBezTo>
                  <a:lnTo>
                    <a:pt x="850889" y="1019483"/>
                  </a:lnTo>
                  <a:lnTo>
                    <a:pt x="851764" y="1019920"/>
                  </a:lnTo>
                  <a:cubicBezTo>
                    <a:pt x="851764" y="1019920"/>
                    <a:pt x="854490" y="1020358"/>
                    <a:pt x="854793" y="1020458"/>
                  </a:cubicBezTo>
                  <a:cubicBezTo>
                    <a:pt x="855129" y="1020559"/>
                    <a:pt x="856644" y="1019819"/>
                    <a:pt x="856644" y="1019819"/>
                  </a:cubicBezTo>
                  <a:cubicBezTo>
                    <a:pt x="856644" y="1019819"/>
                    <a:pt x="857182" y="1022006"/>
                    <a:pt x="857317" y="1022409"/>
                  </a:cubicBezTo>
                  <a:cubicBezTo>
                    <a:pt x="857418" y="1022847"/>
                    <a:pt x="859067" y="1023284"/>
                    <a:pt x="859067" y="1023284"/>
                  </a:cubicBezTo>
                  <a:cubicBezTo>
                    <a:pt x="859067" y="1023284"/>
                    <a:pt x="859303" y="1023385"/>
                    <a:pt x="860144" y="1023385"/>
                  </a:cubicBezTo>
                  <a:cubicBezTo>
                    <a:pt x="861019" y="1023385"/>
                    <a:pt x="861995" y="1023183"/>
                    <a:pt x="862331" y="1023284"/>
                  </a:cubicBezTo>
                  <a:cubicBezTo>
                    <a:pt x="862668" y="1023385"/>
                    <a:pt x="863745" y="1024899"/>
                    <a:pt x="863846" y="1025336"/>
                  </a:cubicBezTo>
                  <a:cubicBezTo>
                    <a:pt x="863947" y="1025773"/>
                    <a:pt x="864620" y="1026951"/>
                    <a:pt x="864620" y="1027287"/>
                  </a:cubicBezTo>
                  <a:cubicBezTo>
                    <a:pt x="864620" y="1027624"/>
                    <a:pt x="865798" y="1028902"/>
                    <a:pt x="865798" y="1029676"/>
                  </a:cubicBezTo>
                  <a:cubicBezTo>
                    <a:pt x="865798" y="1030449"/>
                    <a:pt x="866235" y="1031627"/>
                    <a:pt x="866000" y="1033040"/>
                  </a:cubicBezTo>
                  <a:cubicBezTo>
                    <a:pt x="865798" y="1034453"/>
                    <a:pt x="865024" y="1036303"/>
                    <a:pt x="864788" y="1036639"/>
                  </a:cubicBezTo>
                  <a:cubicBezTo>
                    <a:pt x="864586" y="1036976"/>
                    <a:pt x="864586" y="1038489"/>
                    <a:pt x="863711" y="1039027"/>
                  </a:cubicBezTo>
                  <a:cubicBezTo>
                    <a:pt x="862836" y="1039566"/>
                    <a:pt x="861322" y="1042055"/>
                    <a:pt x="860985" y="1042627"/>
                  </a:cubicBezTo>
                  <a:cubicBezTo>
                    <a:pt x="860649" y="1043165"/>
                    <a:pt x="859908" y="1045116"/>
                    <a:pt x="859908" y="1045116"/>
                  </a:cubicBezTo>
                  <a:lnTo>
                    <a:pt x="860548" y="1047505"/>
                  </a:lnTo>
                  <a:lnTo>
                    <a:pt x="862634" y="1049994"/>
                  </a:lnTo>
                  <a:lnTo>
                    <a:pt x="864149" y="1051407"/>
                  </a:lnTo>
                  <a:cubicBezTo>
                    <a:pt x="864149" y="1051407"/>
                    <a:pt x="864384" y="1053257"/>
                    <a:pt x="864384" y="1053795"/>
                  </a:cubicBezTo>
                  <a:cubicBezTo>
                    <a:pt x="864384" y="1054334"/>
                    <a:pt x="864283" y="1055982"/>
                    <a:pt x="864283" y="1055982"/>
                  </a:cubicBezTo>
                  <a:lnTo>
                    <a:pt x="864216" y="1057832"/>
                  </a:lnTo>
                  <a:lnTo>
                    <a:pt x="864485" y="1060557"/>
                  </a:lnTo>
                  <a:lnTo>
                    <a:pt x="864485" y="1061431"/>
                  </a:lnTo>
                  <a:lnTo>
                    <a:pt x="864586" y="1063719"/>
                  </a:lnTo>
                  <a:lnTo>
                    <a:pt x="864149" y="1064930"/>
                  </a:lnTo>
                  <a:lnTo>
                    <a:pt x="864048" y="1066444"/>
                  </a:lnTo>
                  <a:lnTo>
                    <a:pt x="864384" y="1067756"/>
                  </a:lnTo>
                  <a:lnTo>
                    <a:pt x="868827" y="1068395"/>
                  </a:lnTo>
                  <a:cubicBezTo>
                    <a:pt x="868827" y="1068395"/>
                    <a:pt x="871654" y="1070245"/>
                    <a:pt x="872091" y="1070245"/>
                  </a:cubicBezTo>
                  <a:cubicBezTo>
                    <a:pt x="872529" y="1070245"/>
                    <a:pt x="877745" y="1069606"/>
                    <a:pt x="877745" y="1069606"/>
                  </a:cubicBezTo>
                  <a:lnTo>
                    <a:pt x="879394" y="1069068"/>
                  </a:lnTo>
                  <a:cubicBezTo>
                    <a:pt x="879394" y="1069068"/>
                    <a:pt x="881582" y="1070582"/>
                    <a:pt x="881885" y="1070682"/>
                  </a:cubicBezTo>
                  <a:cubicBezTo>
                    <a:pt x="882221" y="1070783"/>
                    <a:pt x="883399" y="1071321"/>
                    <a:pt x="884173" y="1071019"/>
                  </a:cubicBezTo>
                  <a:cubicBezTo>
                    <a:pt x="884947" y="1070682"/>
                    <a:pt x="885587" y="1070480"/>
                    <a:pt x="886260" y="1069707"/>
                  </a:cubicBezTo>
                  <a:cubicBezTo>
                    <a:pt x="886899" y="1068933"/>
                    <a:pt x="888548" y="1068059"/>
                    <a:pt x="888548" y="1068059"/>
                  </a:cubicBezTo>
                  <a:cubicBezTo>
                    <a:pt x="888548" y="1068059"/>
                    <a:pt x="889962" y="1066208"/>
                    <a:pt x="890298" y="1065771"/>
                  </a:cubicBezTo>
                  <a:cubicBezTo>
                    <a:pt x="890635" y="1065334"/>
                    <a:pt x="890938" y="1064257"/>
                    <a:pt x="890938" y="1064257"/>
                  </a:cubicBezTo>
                  <a:lnTo>
                    <a:pt x="892452" y="1063046"/>
                  </a:lnTo>
                  <a:cubicBezTo>
                    <a:pt x="892452" y="1063046"/>
                    <a:pt x="894640" y="1062844"/>
                    <a:pt x="895178" y="1063046"/>
                  </a:cubicBezTo>
                  <a:cubicBezTo>
                    <a:pt x="895717" y="1063248"/>
                    <a:pt x="896592" y="1063685"/>
                    <a:pt x="896592" y="1063685"/>
                  </a:cubicBezTo>
                  <a:cubicBezTo>
                    <a:pt x="896592" y="1063685"/>
                    <a:pt x="897130" y="1064661"/>
                    <a:pt x="897366" y="1065435"/>
                  </a:cubicBezTo>
                  <a:cubicBezTo>
                    <a:pt x="897601" y="1066208"/>
                    <a:pt x="897702" y="1067621"/>
                    <a:pt x="897601" y="1068462"/>
                  </a:cubicBezTo>
                  <a:cubicBezTo>
                    <a:pt x="897500" y="1069337"/>
                    <a:pt x="897164" y="1070951"/>
                    <a:pt x="897164" y="1070951"/>
                  </a:cubicBezTo>
                  <a:cubicBezTo>
                    <a:pt x="897164" y="1070951"/>
                    <a:pt x="896726" y="1071725"/>
                    <a:pt x="896625" y="1072028"/>
                  </a:cubicBezTo>
                  <a:cubicBezTo>
                    <a:pt x="896524" y="1072364"/>
                    <a:pt x="896861" y="1073878"/>
                    <a:pt x="896861" y="1073878"/>
                  </a:cubicBezTo>
                  <a:lnTo>
                    <a:pt x="898174" y="1075392"/>
                  </a:lnTo>
                  <a:cubicBezTo>
                    <a:pt x="898174" y="1075392"/>
                    <a:pt x="898914" y="1077007"/>
                    <a:pt x="898914" y="1077444"/>
                  </a:cubicBezTo>
                  <a:cubicBezTo>
                    <a:pt x="898914" y="1077881"/>
                    <a:pt x="898712" y="1078218"/>
                    <a:pt x="898712" y="1078621"/>
                  </a:cubicBezTo>
                  <a:cubicBezTo>
                    <a:pt x="898712" y="1079025"/>
                    <a:pt x="897938" y="1078621"/>
                    <a:pt x="898712" y="1079059"/>
                  </a:cubicBezTo>
                  <a:cubicBezTo>
                    <a:pt x="899486" y="1079496"/>
                    <a:pt x="899352" y="1080270"/>
                    <a:pt x="900664" y="1079933"/>
                  </a:cubicBezTo>
                  <a:cubicBezTo>
                    <a:pt x="901976" y="1079597"/>
                    <a:pt x="903727" y="1078722"/>
                    <a:pt x="903727" y="1078419"/>
                  </a:cubicBezTo>
                  <a:cubicBezTo>
                    <a:pt x="903727" y="1078083"/>
                    <a:pt x="904703" y="1077007"/>
                    <a:pt x="904703" y="1077007"/>
                  </a:cubicBezTo>
                  <a:cubicBezTo>
                    <a:pt x="904703" y="1077007"/>
                    <a:pt x="905578" y="1076670"/>
                    <a:pt x="906217" y="1077007"/>
                  </a:cubicBezTo>
                  <a:cubicBezTo>
                    <a:pt x="906856" y="1077343"/>
                    <a:pt x="908607" y="1079059"/>
                    <a:pt x="908607" y="1079059"/>
                  </a:cubicBezTo>
                  <a:lnTo>
                    <a:pt x="913924" y="1080135"/>
                  </a:lnTo>
                  <a:lnTo>
                    <a:pt x="917289" y="1081649"/>
                  </a:lnTo>
                  <a:lnTo>
                    <a:pt x="919881" y="1082086"/>
                  </a:lnTo>
                  <a:cubicBezTo>
                    <a:pt x="919881" y="1082086"/>
                    <a:pt x="921193" y="1081985"/>
                    <a:pt x="921631" y="1081985"/>
                  </a:cubicBezTo>
                  <a:cubicBezTo>
                    <a:pt x="922068" y="1081985"/>
                    <a:pt x="927621" y="1081783"/>
                    <a:pt x="928261" y="1081783"/>
                  </a:cubicBezTo>
                  <a:cubicBezTo>
                    <a:pt x="928900" y="1081783"/>
                    <a:pt x="931525" y="1081447"/>
                    <a:pt x="931963" y="1081447"/>
                  </a:cubicBezTo>
                  <a:cubicBezTo>
                    <a:pt x="932400" y="1081447"/>
                    <a:pt x="934016" y="1081346"/>
                    <a:pt x="934453" y="1081346"/>
                  </a:cubicBezTo>
                  <a:cubicBezTo>
                    <a:pt x="934891" y="1081346"/>
                    <a:pt x="936742" y="1081346"/>
                    <a:pt x="936742" y="1081346"/>
                  </a:cubicBezTo>
                  <a:lnTo>
                    <a:pt x="940208" y="1081346"/>
                  </a:lnTo>
                  <a:lnTo>
                    <a:pt x="942261" y="1083196"/>
                  </a:lnTo>
                  <a:lnTo>
                    <a:pt x="944550" y="1083970"/>
                  </a:lnTo>
                  <a:cubicBezTo>
                    <a:pt x="944550" y="1083970"/>
                    <a:pt x="946401" y="1084609"/>
                    <a:pt x="946737" y="1084744"/>
                  </a:cubicBezTo>
                  <a:cubicBezTo>
                    <a:pt x="947074" y="1084845"/>
                    <a:pt x="949127" y="1086257"/>
                    <a:pt x="949127" y="1086257"/>
                  </a:cubicBezTo>
                  <a:cubicBezTo>
                    <a:pt x="949127" y="1086257"/>
                    <a:pt x="950776" y="1087334"/>
                    <a:pt x="950978" y="1087771"/>
                  </a:cubicBezTo>
                  <a:cubicBezTo>
                    <a:pt x="951179" y="1088209"/>
                    <a:pt x="953165" y="1090059"/>
                    <a:pt x="953266" y="1090597"/>
                  </a:cubicBezTo>
                  <a:cubicBezTo>
                    <a:pt x="953367" y="1091135"/>
                    <a:pt x="953905" y="1091774"/>
                    <a:pt x="953905" y="1092212"/>
                  </a:cubicBezTo>
                  <a:cubicBezTo>
                    <a:pt x="953905" y="1092649"/>
                    <a:pt x="954444" y="1093423"/>
                    <a:pt x="954545" y="1095037"/>
                  </a:cubicBezTo>
                  <a:cubicBezTo>
                    <a:pt x="954646" y="1096652"/>
                    <a:pt x="955958" y="1099478"/>
                    <a:pt x="956194" y="1100252"/>
                  </a:cubicBezTo>
                  <a:cubicBezTo>
                    <a:pt x="956430" y="1101025"/>
                    <a:pt x="958045" y="1104827"/>
                    <a:pt x="958045" y="1105466"/>
                  </a:cubicBezTo>
                  <a:cubicBezTo>
                    <a:pt x="958045" y="1106105"/>
                    <a:pt x="959694" y="1109166"/>
                    <a:pt x="960233" y="1110243"/>
                  </a:cubicBezTo>
                  <a:cubicBezTo>
                    <a:pt x="960771" y="1111319"/>
                    <a:pt x="961882" y="1114582"/>
                    <a:pt x="962084" y="1115019"/>
                  </a:cubicBezTo>
                  <a:cubicBezTo>
                    <a:pt x="962285" y="1115457"/>
                    <a:pt x="963396" y="1118821"/>
                    <a:pt x="963396" y="1118821"/>
                  </a:cubicBezTo>
                  <a:cubicBezTo>
                    <a:pt x="963396" y="1118821"/>
                    <a:pt x="964271" y="1119897"/>
                    <a:pt x="965045" y="1120435"/>
                  </a:cubicBezTo>
                  <a:cubicBezTo>
                    <a:pt x="965819" y="1120974"/>
                    <a:pt x="967771" y="1121512"/>
                    <a:pt x="968310" y="1121747"/>
                  </a:cubicBezTo>
                  <a:cubicBezTo>
                    <a:pt x="968848" y="1121949"/>
                    <a:pt x="970262" y="1123059"/>
                    <a:pt x="971238" y="1123261"/>
                  </a:cubicBezTo>
                  <a:cubicBezTo>
                    <a:pt x="972214" y="1123463"/>
                    <a:pt x="974940" y="1123900"/>
                    <a:pt x="976017" y="1123799"/>
                  </a:cubicBezTo>
                  <a:cubicBezTo>
                    <a:pt x="977094" y="1123698"/>
                    <a:pt x="979483" y="1123598"/>
                    <a:pt x="979483" y="1123598"/>
                  </a:cubicBezTo>
                  <a:cubicBezTo>
                    <a:pt x="979483" y="1123598"/>
                    <a:pt x="980997" y="1122958"/>
                    <a:pt x="981772" y="1124472"/>
                  </a:cubicBezTo>
                  <a:cubicBezTo>
                    <a:pt x="982546" y="1125986"/>
                    <a:pt x="983824" y="1128072"/>
                    <a:pt x="983185" y="1128711"/>
                  </a:cubicBezTo>
                  <a:cubicBezTo>
                    <a:pt x="982512" y="1129350"/>
                    <a:pt x="981973" y="1130897"/>
                    <a:pt x="980997" y="1131335"/>
                  </a:cubicBezTo>
                  <a:cubicBezTo>
                    <a:pt x="980021" y="1131772"/>
                    <a:pt x="979786" y="1133017"/>
                    <a:pt x="977632" y="1133353"/>
                  </a:cubicBezTo>
                  <a:cubicBezTo>
                    <a:pt x="975478" y="1133723"/>
                    <a:pt x="973728" y="1134799"/>
                    <a:pt x="973055" y="1135338"/>
                  </a:cubicBezTo>
                  <a:cubicBezTo>
                    <a:pt x="972416" y="1135876"/>
                    <a:pt x="970766" y="1140451"/>
                    <a:pt x="970766" y="1140451"/>
                  </a:cubicBezTo>
                  <a:cubicBezTo>
                    <a:pt x="970766" y="1140451"/>
                    <a:pt x="972079" y="1143277"/>
                    <a:pt x="972079" y="1143916"/>
                  </a:cubicBezTo>
                  <a:cubicBezTo>
                    <a:pt x="972079" y="1144555"/>
                    <a:pt x="972315" y="1149029"/>
                    <a:pt x="972315" y="1149029"/>
                  </a:cubicBezTo>
                  <a:lnTo>
                    <a:pt x="972214" y="1152830"/>
                  </a:lnTo>
                  <a:lnTo>
                    <a:pt x="970026" y="1154681"/>
                  </a:lnTo>
                  <a:lnTo>
                    <a:pt x="971238" y="1157069"/>
                  </a:lnTo>
                  <a:lnTo>
                    <a:pt x="973526" y="1157607"/>
                  </a:lnTo>
                  <a:cubicBezTo>
                    <a:pt x="973526" y="1157607"/>
                    <a:pt x="975579" y="1159020"/>
                    <a:pt x="975579" y="1160097"/>
                  </a:cubicBezTo>
                  <a:cubicBezTo>
                    <a:pt x="975579" y="1161173"/>
                    <a:pt x="975377" y="1163696"/>
                    <a:pt x="975142" y="1164974"/>
                  </a:cubicBezTo>
                  <a:cubicBezTo>
                    <a:pt x="974940" y="1166286"/>
                    <a:pt x="974940" y="1167699"/>
                    <a:pt x="973526" y="1168002"/>
                  </a:cubicBezTo>
                  <a:cubicBezTo>
                    <a:pt x="972113" y="1168338"/>
                    <a:pt x="971675" y="1168540"/>
                    <a:pt x="969925" y="1168977"/>
                  </a:cubicBezTo>
                  <a:cubicBezTo>
                    <a:pt x="968175" y="1169415"/>
                    <a:pt x="970127" y="1170054"/>
                    <a:pt x="966661" y="1170727"/>
                  </a:cubicBezTo>
                  <a:cubicBezTo>
                    <a:pt x="963194" y="1171366"/>
                    <a:pt x="962959" y="1171938"/>
                    <a:pt x="962420" y="1171938"/>
                  </a:cubicBezTo>
                  <a:cubicBezTo>
                    <a:pt x="961882" y="1171938"/>
                    <a:pt x="961646" y="1174124"/>
                    <a:pt x="961646" y="1174124"/>
                  </a:cubicBezTo>
                  <a:cubicBezTo>
                    <a:pt x="961646" y="1174124"/>
                    <a:pt x="961983" y="1175974"/>
                    <a:pt x="961983" y="1176412"/>
                  </a:cubicBezTo>
                  <a:cubicBezTo>
                    <a:pt x="961983" y="1176849"/>
                    <a:pt x="962084" y="1176849"/>
                    <a:pt x="962420" y="1177925"/>
                  </a:cubicBezTo>
                  <a:cubicBezTo>
                    <a:pt x="962757" y="1179002"/>
                    <a:pt x="964911" y="1181289"/>
                    <a:pt x="964911" y="1181289"/>
                  </a:cubicBezTo>
                  <a:cubicBezTo>
                    <a:pt x="964911" y="1181289"/>
                    <a:pt x="968175" y="1184115"/>
                    <a:pt x="968613" y="1184553"/>
                  </a:cubicBezTo>
                  <a:cubicBezTo>
                    <a:pt x="969050" y="1184990"/>
                    <a:pt x="971103" y="1186167"/>
                    <a:pt x="971103" y="1186167"/>
                  </a:cubicBezTo>
                  <a:cubicBezTo>
                    <a:pt x="971103" y="1186167"/>
                    <a:pt x="972853" y="1187580"/>
                    <a:pt x="973156" y="1187816"/>
                  </a:cubicBezTo>
                  <a:cubicBezTo>
                    <a:pt x="973492" y="1188017"/>
                    <a:pt x="977194" y="1189767"/>
                    <a:pt x="977598" y="1189868"/>
                  </a:cubicBezTo>
                  <a:cubicBezTo>
                    <a:pt x="978036" y="1189969"/>
                    <a:pt x="979550" y="1190742"/>
                    <a:pt x="979887" y="1190843"/>
                  </a:cubicBezTo>
                  <a:cubicBezTo>
                    <a:pt x="980223" y="1190944"/>
                    <a:pt x="983690" y="1192794"/>
                    <a:pt x="984127" y="1193131"/>
                  </a:cubicBezTo>
                  <a:cubicBezTo>
                    <a:pt x="984565" y="1193467"/>
                    <a:pt x="987930" y="1194207"/>
                    <a:pt x="988368" y="1194543"/>
                  </a:cubicBezTo>
                  <a:cubicBezTo>
                    <a:pt x="988805" y="1194880"/>
                    <a:pt x="990656" y="1195519"/>
                    <a:pt x="991834" y="1195956"/>
                  </a:cubicBezTo>
                  <a:cubicBezTo>
                    <a:pt x="993046" y="1196394"/>
                    <a:pt x="994863" y="1197033"/>
                    <a:pt x="995200" y="1197807"/>
                  </a:cubicBezTo>
                  <a:cubicBezTo>
                    <a:pt x="995536" y="1198580"/>
                    <a:pt x="997488" y="1200094"/>
                    <a:pt x="997488" y="1200094"/>
                  </a:cubicBezTo>
                  <a:cubicBezTo>
                    <a:pt x="997488" y="1200094"/>
                    <a:pt x="999003" y="1201070"/>
                    <a:pt x="999440" y="1202045"/>
                  </a:cubicBezTo>
                  <a:cubicBezTo>
                    <a:pt x="999878" y="1203021"/>
                    <a:pt x="1001628" y="1204535"/>
                    <a:pt x="1001628" y="1204535"/>
                  </a:cubicBezTo>
                  <a:lnTo>
                    <a:pt x="1005532" y="1206385"/>
                  </a:lnTo>
                  <a:cubicBezTo>
                    <a:pt x="1005532" y="1206385"/>
                    <a:pt x="1008157" y="1206284"/>
                    <a:pt x="1008460" y="1206385"/>
                  </a:cubicBezTo>
                  <a:cubicBezTo>
                    <a:pt x="1008796" y="1206486"/>
                    <a:pt x="1008897" y="1204972"/>
                    <a:pt x="1011388" y="1205510"/>
                  </a:cubicBezTo>
                  <a:cubicBezTo>
                    <a:pt x="1013878" y="1206048"/>
                    <a:pt x="1015628" y="1207158"/>
                    <a:pt x="1016166" y="1207461"/>
                  </a:cubicBezTo>
                  <a:cubicBezTo>
                    <a:pt x="1016705" y="1207798"/>
                    <a:pt x="1017479" y="1208672"/>
                    <a:pt x="1018892" y="1209210"/>
                  </a:cubicBezTo>
                  <a:cubicBezTo>
                    <a:pt x="1020306" y="1209749"/>
                    <a:pt x="1019532" y="1210522"/>
                    <a:pt x="1023671" y="1210825"/>
                  </a:cubicBezTo>
                  <a:cubicBezTo>
                    <a:pt x="1027811" y="1211161"/>
                    <a:pt x="1030200" y="1211061"/>
                    <a:pt x="1030638" y="1210825"/>
                  </a:cubicBezTo>
                  <a:cubicBezTo>
                    <a:pt x="1031075" y="1210623"/>
                    <a:pt x="1032052" y="1208773"/>
                    <a:pt x="1032052" y="1208773"/>
                  </a:cubicBezTo>
                  <a:cubicBezTo>
                    <a:pt x="1032052" y="1208773"/>
                    <a:pt x="1034239" y="1208672"/>
                    <a:pt x="1034542" y="1208571"/>
                  </a:cubicBezTo>
                  <a:cubicBezTo>
                    <a:pt x="1034878" y="1208470"/>
                    <a:pt x="1036595" y="1208773"/>
                    <a:pt x="1038244" y="1209648"/>
                  </a:cubicBezTo>
                  <a:cubicBezTo>
                    <a:pt x="1039859" y="1210522"/>
                    <a:pt x="1039994" y="1211599"/>
                    <a:pt x="1041407" y="1211700"/>
                  </a:cubicBezTo>
                  <a:cubicBezTo>
                    <a:pt x="1042821" y="1211801"/>
                    <a:pt x="1043595" y="1212473"/>
                    <a:pt x="1044672" y="1211700"/>
                  </a:cubicBezTo>
                  <a:cubicBezTo>
                    <a:pt x="1045749" y="1210926"/>
                    <a:pt x="1046759" y="1209749"/>
                    <a:pt x="1046960" y="1208874"/>
                  </a:cubicBezTo>
                  <a:cubicBezTo>
                    <a:pt x="1047162" y="1207999"/>
                    <a:pt x="1047061" y="1208235"/>
                    <a:pt x="1047600" y="1207259"/>
                  </a:cubicBezTo>
                  <a:cubicBezTo>
                    <a:pt x="1048138" y="1206284"/>
                    <a:pt x="1047162" y="1205308"/>
                    <a:pt x="1049114" y="1206183"/>
                  </a:cubicBezTo>
                  <a:cubicBezTo>
                    <a:pt x="1051066" y="1207058"/>
                    <a:pt x="1055408" y="1209749"/>
                    <a:pt x="1055408" y="1209749"/>
                  </a:cubicBezTo>
                  <a:lnTo>
                    <a:pt x="1059446" y="1208235"/>
                  </a:lnTo>
                  <a:lnTo>
                    <a:pt x="1062509" y="1203559"/>
                  </a:lnTo>
                  <a:lnTo>
                    <a:pt x="1065437" y="1200531"/>
                  </a:lnTo>
                  <a:lnTo>
                    <a:pt x="1067187" y="1197941"/>
                  </a:lnTo>
                  <a:lnTo>
                    <a:pt x="1069677" y="1196192"/>
                  </a:lnTo>
                  <a:lnTo>
                    <a:pt x="1070216" y="1194342"/>
                  </a:lnTo>
                  <a:lnTo>
                    <a:pt x="1068028" y="1191751"/>
                  </a:lnTo>
                  <a:lnTo>
                    <a:pt x="1068028" y="1188287"/>
                  </a:lnTo>
                  <a:lnTo>
                    <a:pt x="1068028" y="1184822"/>
                  </a:lnTo>
                  <a:lnTo>
                    <a:pt x="1068028" y="1180247"/>
                  </a:lnTo>
                  <a:lnTo>
                    <a:pt x="1070653" y="1176984"/>
                  </a:lnTo>
                  <a:lnTo>
                    <a:pt x="1076072" y="1176984"/>
                  </a:lnTo>
                  <a:lnTo>
                    <a:pt x="1079538" y="1177858"/>
                  </a:lnTo>
                  <a:lnTo>
                    <a:pt x="1081288" y="1180886"/>
                  </a:lnTo>
                  <a:lnTo>
                    <a:pt x="1088019" y="1178497"/>
                  </a:lnTo>
                  <a:lnTo>
                    <a:pt x="1094750" y="1182837"/>
                  </a:lnTo>
                  <a:lnTo>
                    <a:pt x="1099966" y="1180650"/>
                  </a:lnTo>
                  <a:lnTo>
                    <a:pt x="1105385" y="1176311"/>
                  </a:lnTo>
                  <a:lnTo>
                    <a:pt x="1112351" y="1175234"/>
                  </a:lnTo>
                  <a:lnTo>
                    <a:pt x="1119318" y="1170458"/>
                  </a:lnTo>
                  <a:lnTo>
                    <a:pt x="1119755" y="1169045"/>
                  </a:lnTo>
                  <a:cubicBezTo>
                    <a:pt x="1119755" y="1169045"/>
                    <a:pt x="1120529" y="1166017"/>
                    <a:pt x="1120529" y="1165580"/>
                  </a:cubicBezTo>
                  <a:cubicBezTo>
                    <a:pt x="1120529" y="1165142"/>
                    <a:pt x="1120967" y="1163965"/>
                    <a:pt x="1120967" y="1163965"/>
                  </a:cubicBezTo>
                  <a:lnTo>
                    <a:pt x="1120327" y="1157876"/>
                  </a:lnTo>
                  <a:cubicBezTo>
                    <a:pt x="1120327" y="1157876"/>
                    <a:pt x="1120327" y="1155488"/>
                    <a:pt x="1120428" y="1154277"/>
                  </a:cubicBezTo>
                  <a:cubicBezTo>
                    <a:pt x="1120529" y="1153066"/>
                    <a:pt x="1120630" y="1151989"/>
                    <a:pt x="1120866" y="1151350"/>
                  </a:cubicBezTo>
                  <a:cubicBezTo>
                    <a:pt x="1121101" y="1150711"/>
                    <a:pt x="1121741" y="1150711"/>
                    <a:pt x="1122078" y="1150274"/>
                  </a:cubicBezTo>
                  <a:cubicBezTo>
                    <a:pt x="1122414" y="1149836"/>
                    <a:pt x="1124130" y="1149298"/>
                    <a:pt x="1124804" y="1148861"/>
                  </a:cubicBezTo>
                  <a:cubicBezTo>
                    <a:pt x="1125443" y="1148423"/>
                    <a:pt x="1126655" y="1148861"/>
                    <a:pt x="1126991" y="1148861"/>
                  </a:cubicBezTo>
                  <a:cubicBezTo>
                    <a:pt x="1127328" y="1148861"/>
                    <a:pt x="1129044" y="1149500"/>
                    <a:pt x="1129044" y="1149500"/>
                  </a:cubicBezTo>
                  <a:cubicBezTo>
                    <a:pt x="1129044" y="1149500"/>
                    <a:pt x="1131333" y="1149264"/>
                    <a:pt x="1131871" y="1148962"/>
                  </a:cubicBezTo>
                  <a:cubicBezTo>
                    <a:pt x="1132410" y="1148626"/>
                    <a:pt x="1132410" y="1147011"/>
                    <a:pt x="1132410" y="1147011"/>
                  </a:cubicBezTo>
                  <a:cubicBezTo>
                    <a:pt x="1132410" y="1147011"/>
                    <a:pt x="1131097" y="1143849"/>
                    <a:pt x="1130659" y="1143983"/>
                  </a:cubicBezTo>
                  <a:cubicBezTo>
                    <a:pt x="1130222" y="1144084"/>
                    <a:pt x="1127496" y="1143209"/>
                    <a:pt x="1126856" y="1143109"/>
                  </a:cubicBezTo>
                  <a:cubicBezTo>
                    <a:pt x="1126217" y="1143008"/>
                    <a:pt x="1125544" y="1143109"/>
                    <a:pt x="1125544" y="1143109"/>
                  </a:cubicBezTo>
                  <a:lnTo>
                    <a:pt x="1122818" y="1143983"/>
                  </a:lnTo>
                  <a:lnTo>
                    <a:pt x="1121303" y="1143983"/>
                  </a:lnTo>
                  <a:lnTo>
                    <a:pt x="1120664" y="1142739"/>
                  </a:lnTo>
                  <a:lnTo>
                    <a:pt x="1117938" y="1141595"/>
                  </a:lnTo>
                  <a:lnTo>
                    <a:pt x="1114572" y="1139408"/>
                  </a:lnTo>
                  <a:cubicBezTo>
                    <a:pt x="1114572" y="1139408"/>
                    <a:pt x="1112082" y="1139509"/>
                    <a:pt x="1110669" y="1139408"/>
                  </a:cubicBezTo>
                  <a:cubicBezTo>
                    <a:pt x="1109255" y="1139307"/>
                    <a:pt x="1108818" y="1138971"/>
                    <a:pt x="1108481" y="1138870"/>
                  </a:cubicBezTo>
                  <a:cubicBezTo>
                    <a:pt x="1108145" y="1138769"/>
                    <a:pt x="1105217" y="1137659"/>
                    <a:pt x="1104140" y="1136919"/>
                  </a:cubicBezTo>
                  <a:cubicBezTo>
                    <a:pt x="1103063" y="1136145"/>
                    <a:pt x="1103500" y="1135170"/>
                    <a:pt x="1103366" y="1134329"/>
                  </a:cubicBezTo>
                  <a:cubicBezTo>
                    <a:pt x="1103231" y="1133454"/>
                    <a:pt x="1103500" y="1131503"/>
                    <a:pt x="1103399" y="1130965"/>
                  </a:cubicBezTo>
                  <a:cubicBezTo>
                    <a:pt x="1103298" y="1130426"/>
                    <a:pt x="1103635" y="1129014"/>
                    <a:pt x="1103938" y="1128240"/>
                  </a:cubicBezTo>
                  <a:cubicBezTo>
                    <a:pt x="1104274" y="1127500"/>
                    <a:pt x="1105991" y="1127500"/>
                    <a:pt x="1106327" y="1127163"/>
                  </a:cubicBezTo>
                  <a:cubicBezTo>
                    <a:pt x="1106664" y="1126827"/>
                    <a:pt x="1111106" y="1125414"/>
                    <a:pt x="1111880" y="1124876"/>
                  </a:cubicBezTo>
                  <a:cubicBezTo>
                    <a:pt x="1112654" y="1124338"/>
                    <a:pt x="1115044" y="1124001"/>
                    <a:pt x="1115044" y="1124001"/>
                  </a:cubicBezTo>
                  <a:lnTo>
                    <a:pt x="1115044" y="1119325"/>
                  </a:lnTo>
                  <a:lnTo>
                    <a:pt x="1116020" y="1115188"/>
                  </a:lnTo>
                  <a:cubicBezTo>
                    <a:pt x="1116020" y="1115188"/>
                    <a:pt x="1116895" y="1111824"/>
                    <a:pt x="1116996" y="1111487"/>
                  </a:cubicBezTo>
                  <a:cubicBezTo>
                    <a:pt x="1117097" y="1111151"/>
                    <a:pt x="1118174" y="1108863"/>
                    <a:pt x="1118174" y="1108224"/>
                  </a:cubicBezTo>
                  <a:cubicBezTo>
                    <a:pt x="1118174" y="1107585"/>
                    <a:pt x="1119688" y="1106374"/>
                    <a:pt x="1119688" y="1106374"/>
                  </a:cubicBezTo>
                  <a:cubicBezTo>
                    <a:pt x="1119688" y="1106374"/>
                    <a:pt x="1123053" y="1104860"/>
                    <a:pt x="1124366" y="1104524"/>
                  </a:cubicBezTo>
                  <a:cubicBezTo>
                    <a:pt x="1125679" y="1104187"/>
                    <a:pt x="1127395" y="1103212"/>
                    <a:pt x="1127530" y="1102909"/>
                  </a:cubicBezTo>
                  <a:cubicBezTo>
                    <a:pt x="1127630" y="1102573"/>
                    <a:pt x="1129179" y="1100958"/>
                    <a:pt x="1129481" y="1100857"/>
                  </a:cubicBezTo>
                  <a:cubicBezTo>
                    <a:pt x="1129818" y="1100756"/>
                    <a:pt x="1131770" y="1098368"/>
                    <a:pt x="1131770" y="1098368"/>
                  </a:cubicBezTo>
                  <a:lnTo>
                    <a:pt x="1133284" y="1097056"/>
                  </a:lnTo>
                  <a:lnTo>
                    <a:pt x="1137188" y="1097291"/>
                  </a:lnTo>
                  <a:cubicBezTo>
                    <a:pt x="1137188" y="1097291"/>
                    <a:pt x="1138703" y="1099781"/>
                    <a:pt x="1139039" y="1099781"/>
                  </a:cubicBezTo>
                  <a:cubicBezTo>
                    <a:pt x="1139376" y="1099781"/>
                    <a:pt x="1141227" y="1101631"/>
                    <a:pt x="1141227" y="1101631"/>
                  </a:cubicBezTo>
                  <a:lnTo>
                    <a:pt x="1143314" y="1104019"/>
                  </a:lnTo>
                  <a:cubicBezTo>
                    <a:pt x="1143314" y="1104019"/>
                    <a:pt x="1147217" y="1106307"/>
                    <a:pt x="1148193" y="1106071"/>
                  </a:cubicBezTo>
                  <a:cubicBezTo>
                    <a:pt x="1149169" y="1105869"/>
                    <a:pt x="1148732" y="1105869"/>
                    <a:pt x="1149169" y="1104995"/>
                  </a:cubicBezTo>
                  <a:cubicBezTo>
                    <a:pt x="1149607" y="1104120"/>
                    <a:pt x="1151761" y="1103346"/>
                    <a:pt x="1151761" y="1103346"/>
                  </a:cubicBezTo>
                  <a:cubicBezTo>
                    <a:pt x="1151761" y="1103346"/>
                    <a:pt x="1153174" y="1103010"/>
                    <a:pt x="1154251" y="1103010"/>
                  </a:cubicBezTo>
                  <a:cubicBezTo>
                    <a:pt x="1155328" y="1103010"/>
                    <a:pt x="1155766" y="1103447"/>
                    <a:pt x="1157179" y="1103649"/>
                  </a:cubicBezTo>
                  <a:cubicBezTo>
                    <a:pt x="1158593" y="1103851"/>
                    <a:pt x="1158929" y="1104524"/>
                    <a:pt x="1159266" y="1104524"/>
                  </a:cubicBezTo>
                  <a:cubicBezTo>
                    <a:pt x="1159569" y="1104524"/>
                    <a:pt x="1161319" y="1104625"/>
                    <a:pt x="1161756" y="1103885"/>
                  </a:cubicBezTo>
                  <a:cubicBezTo>
                    <a:pt x="1162194" y="1103111"/>
                    <a:pt x="1162497" y="1103010"/>
                    <a:pt x="1163372" y="1102034"/>
                  </a:cubicBezTo>
                  <a:cubicBezTo>
                    <a:pt x="1164247" y="1101059"/>
                    <a:pt x="1164247" y="1100622"/>
                    <a:pt x="1165122" y="1099983"/>
                  </a:cubicBezTo>
                  <a:cubicBezTo>
                    <a:pt x="1165997" y="1099343"/>
                    <a:pt x="1165997" y="1099444"/>
                    <a:pt x="1166973" y="1098570"/>
                  </a:cubicBezTo>
                  <a:cubicBezTo>
                    <a:pt x="1167949" y="1097695"/>
                    <a:pt x="1168824" y="1099343"/>
                    <a:pt x="1169160" y="1099545"/>
                  </a:cubicBezTo>
                  <a:cubicBezTo>
                    <a:pt x="1169497" y="1099747"/>
                    <a:pt x="1169699" y="1101597"/>
                    <a:pt x="1169699" y="1102034"/>
                  </a:cubicBezTo>
                  <a:cubicBezTo>
                    <a:pt x="1169699" y="1102472"/>
                    <a:pt x="1169800" y="1102808"/>
                    <a:pt x="1169934" y="1103111"/>
                  </a:cubicBezTo>
                  <a:cubicBezTo>
                    <a:pt x="1170035" y="1103447"/>
                    <a:pt x="1170136" y="1105163"/>
                    <a:pt x="1170136" y="1105600"/>
                  </a:cubicBezTo>
                  <a:cubicBezTo>
                    <a:pt x="1170136" y="1106038"/>
                    <a:pt x="1170574" y="1108090"/>
                    <a:pt x="1170675" y="1108527"/>
                  </a:cubicBezTo>
                  <a:cubicBezTo>
                    <a:pt x="1170776" y="1108964"/>
                    <a:pt x="1171213" y="1109301"/>
                    <a:pt x="1171550" y="1109301"/>
                  </a:cubicBezTo>
                  <a:cubicBezTo>
                    <a:pt x="1171886" y="1109301"/>
                    <a:pt x="1172963" y="1110814"/>
                    <a:pt x="1173603" y="1111689"/>
                  </a:cubicBezTo>
                  <a:cubicBezTo>
                    <a:pt x="1174242" y="1112564"/>
                    <a:pt x="1175656" y="1113001"/>
                    <a:pt x="1176968" y="1113001"/>
                  </a:cubicBezTo>
                  <a:cubicBezTo>
                    <a:pt x="1178281" y="1113001"/>
                    <a:pt x="1179156" y="1112227"/>
                    <a:pt x="1179593" y="1111925"/>
                  </a:cubicBezTo>
                  <a:cubicBezTo>
                    <a:pt x="1180031" y="1111588"/>
                    <a:pt x="1180367" y="1111285"/>
                    <a:pt x="1180367" y="1111285"/>
                  </a:cubicBezTo>
                  <a:cubicBezTo>
                    <a:pt x="1180367" y="1111285"/>
                    <a:pt x="1181882" y="1110209"/>
                    <a:pt x="1181983" y="1109099"/>
                  </a:cubicBezTo>
                  <a:cubicBezTo>
                    <a:pt x="1182084" y="1108022"/>
                    <a:pt x="1183497" y="1106811"/>
                    <a:pt x="1183935" y="1105836"/>
                  </a:cubicBezTo>
                  <a:cubicBezTo>
                    <a:pt x="1184372" y="1104860"/>
                    <a:pt x="1185146" y="1101833"/>
                    <a:pt x="1185146" y="1101496"/>
                  </a:cubicBezTo>
                  <a:cubicBezTo>
                    <a:pt x="1185146" y="1101160"/>
                    <a:pt x="1184507" y="1097157"/>
                    <a:pt x="1184507" y="1097157"/>
                  </a:cubicBezTo>
                  <a:lnTo>
                    <a:pt x="1182218" y="1094869"/>
                  </a:lnTo>
                  <a:cubicBezTo>
                    <a:pt x="1182218" y="1094869"/>
                    <a:pt x="1178853" y="1094970"/>
                    <a:pt x="1177439" y="1095307"/>
                  </a:cubicBezTo>
                  <a:cubicBezTo>
                    <a:pt x="1176026" y="1095643"/>
                    <a:pt x="1174511" y="1094230"/>
                    <a:pt x="1174511" y="1093793"/>
                  </a:cubicBezTo>
                  <a:cubicBezTo>
                    <a:pt x="1174511" y="1093355"/>
                    <a:pt x="1175925" y="1090631"/>
                    <a:pt x="1176564" y="1089554"/>
                  </a:cubicBezTo>
                  <a:cubicBezTo>
                    <a:pt x="1177204" y="1088478"/>
                    <a:pt x="1176901" y="1088141"/>
                    <a:pt x="1176901" y="1088141"/>
                  </a:cubicBezTo>
                  <a:lnTo>
                    <a:pt x="1175050" y="1086829"/>
                  </a:lnTo>
                  <a:lnTo>
                    <a:pt x="1174175" y="1084004"/>
                  </a:lnTo>
                  <a:cubicBezTo>
                    <a:pt x="1174175" y="1084004"/>
                    <a:pt x="1174175" y="1081178"/>
                    <a:pt x="1174175" y="1080741"/>
                  </a:cubicBezTo>
                  <a:cubicBezTo>
                    <a:pt x="1174175" y="1080303"/>
                    <a:pt x="1174915" y="1077377"/>
                    <a:pt x="1174915" y="1076939"/>
                  </a:cubicBezTo>
                  <a:cubicBezTo>
                    <a:pt x="1174915" y="1076502"/>
                    <a:pt x="1174040" y="1074450"/>
                    <a:pt x="1174040" y="1074450"/>
                  </a:cubicBezTo>
                  <a:lnTo>
                    <a:pt x="1172963" y="1073575"/>
                  </a:lnTo>
                  <a:lnTo>
                    <a:pt x="1170910" y="1070750"/>
                  </a:lnTo>
                  <a:cubicBezTo>
                    <a:pt x="1170910" y="1070750"/>
                    <a:pt x="1169295" y="1065973"/>
                    <a:pt x="1168958" y="1064762"/>
                  </a:cubicBezTo>
                  <a:cubicBezTo>
                    <a:pt x="1168622" y="1063551"/>
                    <a:pt x="1168824" y="1059985"/>
                    <a:pt x="1168958" y="1059548"/>
                  </a:cubicBezTo>
                  <a:cubicBezTo>
                    <a:pt x="1169059" y="1059110"/>
                    <a:pt x="1169396" y="1055948"/>
                    <a:pt x="1169396" y="1055511"/>
                  </a:cubicBezTo>
                  <a:cubicBezTo>
                    <a:pt x="1169396" y="1055073"/>
                    <a:pt x="1171886" y="1053459"/>
                    <a:pt x="1171886" y="1053459"/>
                  </a:cubicBezTo>
                  <a:lnTo>
                    <a:pt x="1174175" y="1050835"/>
                  </a:lnTo>
                  <a:lnTo>
                    <a:pt x="1177204" y="1047236"/>
                  </a:lnTo>
                  <a:cubicBezTo>
                    <a:pt x="1177204" y="1047236"/>
                    <a:pt x="1177641" y="1045823"/>
                    <a:pt x="1178617" y="1045284"/>
                  </a:cubicBezTo>
                  <a:cubicBezTo>
                    <a:pt x="1179593" y="1044746"/>
                    <a:pt x="1180468" y="1043872"/>
                    <a:pt x="1180468" y="1043872"/>
                  </a:cubicBezTo>
                  <a:cubicBezTo>
                    <a:pt x="1180468" y="1043872"/>
                    <a:pt x="1183497" y="1043737"/>
                    <a:pt x="1184372" y="1043872"/>
                  </a:cubicBezTo>
                  <a:cubicBezTo>
                    <a:pt x="1185247" y="1043972"/>
                    <a:pt x="1187098" y="1043434"/>
                    <a:pt x="1188276" y="1043098"/>
                  </a:cubicBezTo>
                  <a:cubicBezTo>
                    <a:pt x="1189454" y="1042761"/>
                    <a:pt x="1188916" y="1042021"/>
                    <a:pt x="1188916" y="1040810"/>
                  </a:cubicBezTo>
                  <a:cubicBezTo>
                    <a:pt x="1188916" y="1039633"/>
                    <a:pt x="1187940" y="1038523"/>
                    <a:pt x="1187603" y="1038321"/>
                  </a:cubicBezTo>
                  <a:cubicBezTo>
                    <a:pt x="1187266" y="1038119"/>
                    <a:pt x="1186088" y="1037346"/>
                    <a:pt x="1185752" y="1036908"/>
                  </a:cubicBezTo>
                  <a:cubicBezTo>
                    <a:pt x="1185416" y="1036471"/>
                    <a:pt x="1182824" y="1035294"/>
                    <a:pt x="1182151" y="1035294"/>
                  </a:cubicBezTo>
                  <a:cubicBezTo>
                    <a:pt x="1181511" y="1035294"/>
                    <a:pt x="1179324" y="1034520"/>
                    <a:pt x="1177708" y="1034217"/>
                  </a:cubicBezTo>
                  <a:cubicBezTo>
                    <a:pt x="1176093" y="1033881"/>
                    <a:pt x="1175790" y="1033578"/>
                    <a:pt x="1175790" y="1033578"/>
                  </a:cubicBezTo>
                  <a:lnTo>
                    <a:pt x="1175790" y="1031089"/>
                  </a:lnTo>
                  <a:cubicBezTo>
                    <a:pt x="1175790" y="1031089"/>
                    <a:pt x="1178415" y="1029777"/>
                    <a:pt x="1178718" y="1029440"/>
                  </a:cubicBezTo>
                  <a:cubicBezTo>
                    <a:pt x="1179055" y="1029104"/>
                    <a:pt x="1179795" y="1028566"/>
                    <a:pt x="1180132" y="1028364"/>
                  </a:cubicBezTo>
                  <a:cubicBezTo>
                    <a:pt x="1180468" y="1028162"/>
                    <a:pt x="1182218" y="1027388"/>
                    <a:pt x="1183396" y="1026850"/>
                  </a:cubicBezTo>
                  <a:cubicBezTo>
                    <a:pt x="1184608" y="1026312"/>
                    <a:pt x="1185348" y="1025773"/>
                    <a:pt x="1185348" y="1025773"/>
                  </a:cubicBezTo>
                  <a:lnTo>
                    <a:pt x="1190565" y="1025773"/>
                  </a:lnTo>
                  <a:lnTo>
                    <a:pt x="1193594" y="1025773"/>
                  </a:lnTo>
                  <a:cubicBezTo>
                    <a:pt x="1193594" y="1025773"/>
                    <a:pt x="1195343" y="1024731"/>
                    <a:pt x="1195781" y="1024630"/>
                  </a:cubicBezTo>
                  <a:cubicBezTo>
                    <a:pt x="1196218" y="1024529"/>
                    <a:pt x="1196757" y="1022948"/>
                    <a:pt x="1196757" y="1022510"/>
                  </a:cubicBezTo>
                  <a:cubicBezTo>
                    <a:pt x="1196757" y="1022073"/>
                    <a:pt x="1196959" y="1019483"/>
                    <a:pt x="1196959" y="1019483"/>
                  </a:cubicBezTo>
                  <a:lnTo>
                    <a:pt x="1194031" y="1016994"/>
                  </a:lnTo>
                  <a:lnTo>
                    <a:pt x="1192281" y="1015076"/>
                  </a:lnTo>
                  <a:lnTo>
                    <a:pt x="1190093" y="1013630"/>
                  </a:lnTo>
                  <a:cubicBezTo>
                    <a:pt x="1190093" y="1013630"/>
                    <a:pt x="1186459" y="1009290"/>
                    <a:pt x="1186324" y="1008853"/>
                  </a:cubicBezTo>
                  <a:cubicBezTo>
                    <a:pt x="1186189" y="1008415"/>
                    <a:pt x="1184305" y="1004210"/>
                    <a:pt x="1184305" y="1004210"/>
                  </a:cubicBezTo>
                  <a:cubicBezTo>
                    <a:pt x="1184305" y="1004210"/>
                    <a:pt x="1182117" y="1002629"/>
                    <a:pt x="1181545" y="1002629"/>
                  </a:cubicBezTo>
                  <a:cubicBezTo>
                    <a:pt x="1180973" y="1002629"/>
                    <a:pt x="1177776" y="1000880"/>
                    <a:pt x="1177776" y="1000880"/>
                  </a:cubicBezTo>
                  <a:lnTo>
                    <a:pt x="1174545" y="998828"/>
                  </a:lnTo>
                  <a:cubicBezTo>
                    <a:pt x="1174545" y="998828"/>
                    <a:pt x="1171785" y="997314"/>
                    <a:pt x="1171348" y="997449"/>
                  </a:cubicBezTo>
                  <a:cubicBezTo>
                    <a:pt x="1170910" y="997583"/>
                    <a:pt x="1170910" y="998593"/>
                    <a:pt x="1169329" y="998761"/>
                  </a:cubicBezTo>
                  <a:cubicBezTo>
                    <a:pt x="1167747" y="998895"/>
                    <a:pt x="1167141" y="998761"/>
                    <a:pt x="1167141" y="998761"/>
                  </a:cubicBezTo>
                  <a:lnTo>
                    <a:pt x="1164819" y="996574"/>
                  </a:lnTo>
                  <a:lnTo>
                    <a:pt x="1164078" y="993378"/>
                  </a:lnTo>
                  <a:lnTo>
                    <a:pt x="1164953" y="990486"/>
                  </a:lnTo>
                  <a:lnTo>
                    <a:pt x="1164953" y="987021"/>
                  </a:lnTo>
                  <a:lnTo>
                    <a:pt x="1164953" y="984565"/>
                  </a:lnTo>
                  <a:lnTo>
                    <a:pt x="1165694" y="981369"/>
                  </a:lnTo>
                  <a:cubicBezTo>
                    <a:pt x="1165694" y="981369"/>
                    <a:pt x="1167141" y="979048"/>
                    <a:pt x="1167578" y="978611"/>
                  </a:cubicBezTo>
                  <a:cubicBezTo>
                    <a:pt x="1168016" y="978173"/>
                    <a:pt x="1168319" y="976861"/>
                    <a:pt x="1168319" y="976861"/>
                  </a:cubicBezTo>
                  <a:lnTo>
                    <a:pt x="1169901" y="974406"/>
                  </a:lnTo>
                  <a:lnTo>
                    <a:pt x="1170607" y="973531"/>
                  </a:lnTo>
                  <a:lnTo>
                    <a:pt x="1172055" y="971950"/>
                  </a:lnTo>
                  <a:cubicBezTo>
                    <a:pt x="1172055" y="971950"/>
                    <a:pt x="1173939" y="971244"/>
                    <a:pt x="1174511" y="970504"/>
                  </a:cubicBezTo>
                  <a:cubicBezTo>
                    <a:pt x="1175084" y="969763"/>
                    <a:pt x="1175824" y="970638"/>
                    <a:pt x="1177103" y="970504"/>
                  </a:cubicBezTo>
                  <a:cubicBezTo>
                    <a:pt x="1178415" y="970369"/>
                    <a:pt x="1179559" y="970504"/>
                    <a:pt x="1180300" y="970504"/>
                  </a:cubicBezTo>
                  <a:cubicBezTo>
                    <a:pt x="1181007" y="970504"/>
                    <a:pt x="1182757" y="969763"/>
                    <a:pt x="1182757" y="969763"/>
                  </a:cubicBezTo>
                  <a:lnTo>
                    <a:pt x="1183632" y="968620"/>
                  </a:lnTo>
                  <a:lnTo>
                    <a:pt x="1183766" y="967039"/>
                  </a:lnTo>
                  <a:cubicBezTo>
                    <a:pt x="1183766" y="967039"/>
                    <a:pt x="1184204" y="964852"/>
                    <a:pt x="1184204" y="964280"/>
                  </a:cubicBezTo>
                  <a:cubicBezTo>
                    <a:pt x="1184204" y="963708"/>
                    <a:pt x="1184069" y="962699"/>
                    <a:pt x="1184069" y="962699"/>
                  </a:cubicBezTo>
                  <a:lnTo>
                    <a:pt x="1183497" y="960075"/>
                  </a:lnTo>
                  <a:lnTo>
                    <a:pt x="1182353" y="958763"/>
                  </a:lnTo>
                  <a:cubicBezTo>
                    <a:pt x="1182353" y="958763"/>
                    <a:pt x="1179459" y="955130"/>
                    <a:pt x="1179156" y="954693"/>
                  </a:cubicBezTo>
                  <a:cubicBezTo>
                    <a:pt x="1178853" y="954256"/>
                    <a:pt x="1177843" y="952675"/>
                    <a:pt x="1177843" y="952675"/>
                  </a:cubicBezTo>
                  <a:lnTo>
                    <a:pt x="1177103" y="947023"/>
                  </a:lnTo>
                  <a:cubicBezTo>
                    <a:pt x="1177103" y="947023"/>
                    <a:pt x="1177103" y="944399"/>
                    <a:pt x="1177103" y="943390"/>
                  </a:cubicBezTo>
                  <a:cubicBezTo>
                    <a:pt x="1177103" y="942381"/>
                    <a:pt x="1178920" y="938041"/>
                    <a:pt x="1178920" y="938041"/>
                  </a:cubicBezTo>
                  <a:lnTo>
                    <a:pt x="1179997" y="935855"/>
                  </a:lnTo>
                  <a:lnTo>
                    <a:pt x="1189286" y="935720"/>
                  </a:lnTo>
                  <a:lnTo>
                    <a:pt x="1195243" y="934274"/>
                  </a:lnTo>
                  <a:lnTo>
                    <a:pt x="1201199" y="936595"/>
                  </a:lnTo>
                  <a:lnTo>
                    <a:pt x="1204969" y="935283"/>
                  </a:lnTo>
                  <a:lnTo>
                    <a:pt x="1207560" y="933096"/>
                  </a:lnTo>
                  <a:lnTo>
                    <a:pt x="1214964" y="932793"/>
                  </a:lnTo>
                  <a:cubicBezTo>
                    <a:pt x="1214964" y="932793"/>
                    <a:pt x="1221493" y="933231"/>
                    <a:pt x="1222065" y="933231"/>
                  </a:cubicBezTo>
                  <a:cubicBezTo>
                    <a:pt x="1222637" y="933231"/>
                    <a:pt x="1225834" y="937436"/>
                    <a:pt x="1225834" y="937436"/>
                  </a:cubicBezTo>
                  <a:cubicBezTo>
                    <a:pt x="1225834" y="937436"/>
                    <a:pt x="1229469" y="938882"/>
                    <a:pt x="1231186" y="940060"/>
                  </a:cubicBezTo>
                  <a:cubicBezTo>
                    <a:pt x="1232936" y="941237"/>
                    <a:pt x="1235089" y="943255"/>
                    <a:pt x="1235089" y="943693"/>
                  </a:cubicBezTo>
                  <a:cubicBezTo>
                    <a:pt x="1235089" y="944130"/>
                    <a:pt x="1231758" y="946149"/>
                    <a:pt x="1231758" y="946149"/>
                  </a:cubicBezTo>
                  <a:lnTo>
                    <a:pt x="1233642" y="950488"/>
                  </a:lnTo>
                  <a:lnTo>
                    <a:pt x="1237849" y="955568"/>
                  </a:lnTo>
                  <a:lnTo>
                    <a:pt x="1243200" y="959200"/>
                  </a:lnTo>
                  <a:lnTo>
                    <a:pt x="1247104" y="960075"/>
                  </a:lnTo>
                  <a:lnTo>
                    <a:pt x="1248114" y="957317"/>
                  </a:lnTo>
                  <a:lnTo>
                    <a:pt x="1249124" y="951968"/>
                  </a:lnTo>
                  <a:lnTo>
                    <a:pt x="1252725" y="951262"/>
                  </a:lnTo>
                  <a:lnTo>
                    <a:pt x="1255350" y="953717"/>
                  </a:lnTo>
                  <a:lnTo>
                    <a:pt x="1261138" y="957350"/>
                  </a:lnTo>
                  <a:cubicBezTo>
                    <a:pt x="1261138" y="957350"/>
                    <a:pt x="1264773" y="957350"/>
                    <a:pt x="1265177" y="956644"/>
                  </a:cubicBezTo>
                  <a:cubicBezTo>
                    <a:pt x="1265614" y="955904"/>
                    <a:pt x="1270696" y="956644"/>
                    <a:pt x="1270696" y="956644"/>
                  </a:cubicBezTo>
                  <a:lnTo>
                    <a:pt x="1273893" y="953886"/>
                  </a:lnTo>
                  <a:lnTo>
                    <a:pt x="1274768" y="950858"/>
                  </a:lnTo>
                  <a:lnTo>
                    <a:pt x="1275071" y="947090"/>
                  </a:lnTo>
                  <a:lnTo>
                    <a:pt x="1278100" y="946788"/>
                  </a:lnTo>
                  <a:lnTo>
                    <a:pt x="1281432" y="948806"/>
                  </a:lnTo>
                  <a:lnTo>
                    <a:pt x="1281432" y="950993"/>
                  </a:lnTo>
                  <a:lnTo>
                    <a:pt x="1283821" y="953314"/>
                  </a:lnTo>
                  <a:lnTo>
                    <a:pt x="1287523" y="951733"/>
                  </a:lnTo>
                  <a:lnTo>
                    <a:pt x="1290721" y="949411"/>
                  </a:lnTo>
                  <a:cubicBezTo>
                    <a:pt x="1290721" y="949411"/>
                    <a:pt x="1292605" y="949714"/>
                    <a:pt x="1294793" y="949411"/>
                  </a:cubicBezTo>
                  <a:cubicBezTo>
                    <a:pt x="1296980" y="949109"/>
                    <a:pt x="1297687" y="948537"/>
                    <a:pt x="1299134" y="947965"/>
                  </a:cubicBezTo>
                  <a:cubicBezTo>
                    <a:pt x="1300581" y="947393"/>
                    <a:pt x="1302331" y="947225"/>
                    <a:pt x="1304216" y="946956"/>
                  </a:cubicBezTo>
                  <a:cubicBezTo>
                    <a:pt x="1306101" y="946687"/>
                    <a:pt x="1306538" y="945812"/>
                    <a:pt x="1308255" y="944803"/>
                  </a:cubicBezTo>
                  <a:cubicBezTo>
                    <a:pt x="1310005" y="943794"/>
                    <a:pt x="1309702" y="944063"/>
                    <a:pt x="1310442" y="943794"/>
                  </a:cubicBezTo>
                  <a:cubicBezTo>
                    <a:pt x="1311149" y="943491"/>
                    <a:pt x="1310745" y="941910"/>
                    <a:pt x="1310745" y="941910"/>
                  </a:cubicBezTo>
                  <a:lnTo>
                    <a:pt x="1305663" y="936830"/>
                  </a:lnTo>
                  <a:lnTo>
                    <a:pt x="1304216" y="940295"/>
                  </a:lnTo>
                  <a:lnTo>
                    <a:pt x="1299000" y="941876"/>
                  </a:lnTo>
                  <a:lnTo>
                    <a:pt x="1295971" y="939421"/>
                  </a:lnTo>
                  <a:lnTo>
                    <a:pt x="1294221" y="935653"/>
                  </a:lnTo>
                  <a:lnTo>
                    <a:pt x="1292033" y="933466"/>
                  </a:lnTo>
                  <a:lnTo>
                    <a:pt x="1289408" y="932020"/>
                  </a:lnTo>
                  <a:cubicBezTo>
                    <a:pt x="1289408" y="932020"/>
                    <a:pt x="1285201" y="928992"/>
                    <a:pt x="1284898" y="928118"/>
                  </a:cubicBezTo>
                  <a:cubicBezTo>
                    <a:pt x="1284629" y="927243"/>
                    <a:pt x="1283148" y="923913"/>
                    <a:pt x="1283148" y="923913"/>
                  </a:cubicBezTo>
                  <a:lnTo>
                    <a:pt x="1283283" y="919573"/>
                  </a:lnTo>
                  <a:lnTo>
                    <a:pt x="1287355" y="921322"/>
                  </a:lnTo>
                  <a:cubicBezTo>
                    <a:pt x="1287355" y="921322"/>
                    <a:pt x="1290821" y="922634"/>
                    <a:pt x="1291427" y="922466"/>
                  </a:cubicBezTo>
                  <a:cubicBezTo>
                    <a:pt x="1292000" y="922332"/>
                    <a:pt x="1292000" y="920145"/>
                    <a:pt x="1292000" y="920145"/>
                  </a:cubicBezTo>
                  <a:lnTo>
                    <a:pt x="1291697" y="915805"/>
                  </a:lnTo>
                  <a:lnTo>
                    <a:pt x="1289947" y="912172"/>
                  </a:lnTo>
                  <a:lnTo>
                    <a:pt x="1289812" y="908708"/>
                  </a:lnTo>
                  <a:lnTo>
                    <a:pt x="1292000" y="907396"/>
                  </a:lnTo>
                  <a:lnTo>
                    <a:pt x="1296644" y="910726"/>
                  </a:lnTo>
                  <a:lnTo>
                    <a:pt x="1300851" y="914056"/>
                  </a:lnTo>
                  <a:cubicBezTo>
                    <a:pt x="1300851" y="914056"/>
                    <a:pt x="1307952" y="915200"/>
                    <a:pt x="1308827" y="915368"/>
                  </a:cubicBezTo>
                  <a:cubicBezTo>
                    <a:pt x="1309702" y="915503"/>
                    <a:pt x="1312596" y="918127"/>
                    <a:pt x="1313168" y="918261"/>
                  </a:cubicBezTo>
                  <a:cubicBezTo>
                    <a:pt x="1313740" y="918396"/>
                    <a:pt x="1316500" y="920145"/>
                    <a:pt x="1316500" y="920145"/>
                  </a:cubicBezTo>
                  <a:lnTo>
                    <a:pt x="1318957" y="918127"/>
                  </a:lnTo>
                  <a:lnTo>
                    <a:pt x="1322861" y="916108"/>
                  </a:lnTo>
                  <a:lnTo>
                    <a:pt x="1327068" y="914561"/>
                  </a:lnTo>
                  <a:lnTo>
                    <a:pt x="1328649" y="911769"/>
                  </a:lnTo>
                  <a:lnTo>
                    <a:pt x="1331981" y="908741"/>
                  </a:lnTo>
                  <a:cubicBezTo>
                    <a:pt x="1331981" y="908741"/>
                    <a:pt x="1336895" y="909885"/>
                    <a:pt x="1337770" y="910053"/>
                  </a:cubicBezTo>
                  <a:cubicBezTo>
                    <a:pt x="1338645" y="910188"/>
                    <a:pt x="1341236" y="910490"/>
                    <a:pt x="1341236" y="910490"/>
                  </a:cubicBezTo>
                  <a:cubicBezTo>
                    <a:pt x="1341236" y="910490"/>
                    <a:pt x="1344265" y="913686"/>
                    <a:pt x="1344871" y="913821"/>
                  </a:cubicBezTo>
                  <a:cubicBezTo>
                    <a:pt x="1345443" y="913955"/>
                    <a:pt x="1348775" y="914527"/>
                    <a:pt x="1350087" y="914595"/>
                  </a:cubicBezTo>
                  <a:cubicBezTo>
                    <a:pt x="1351400" y="914628"/>
                    <a:pt x="1354294" y="913081"/>
                    <a:pt x="1354732" y="912946"/>
                  </a:cubicBezTo>
                  <a:cubicBezTo>
                    <a:pt x="1355169" y="912812"/>
                    <a:pt x="1356616" y="912374"/>
                    <a:pt x="1357491" y="912374"/>
                  </a:cubicBezTo>
                  <a:cubicBezTo>
                    <a:pt x="1358366" y="912374"/>
                    <a:pt x="1361126" y="914393"/>
                    <a:pt x="1361833" y="914393"/>
                  </a:cubicBezTo>
                  <a:cubicBezTo>
                    <a:pt x="1362539" y="914393"/>
                    <a:pt x="1368631" y="914830"/>
                    <a:pt x="1368799" y="914393"/>
                  </a:cubicBezTo>
                  <a:cubicBezTo>
                    <a:pt x="1368934" y="913955"/>
                    <a:pt x="1371121" y="911062"/>
                    <a:pt x="1371121" y="911062"/>
                  </a:cubicBezTo>
                  <a:cubicBezTo>
                    <a:pt x="1371121" y="911062"/>
                    <a:pt x="1370246" y="906151"/>
                    <a:pt x="1369809" y="905983"/>
                  </a:cubicBezTo>
                  <a:cubicBezTo>
                    <a:pt x="1369371" y="905848"/>
                    <a:pt x="1368631" y="902350"/>
                    <a:pt x="1368631" y="902350"/>
                  </a:cubicBezTo>
                  <a:lnTo>
                    <a:pt x="1370078" y="897270"/>
                  </a:lnTo>
                  <a:lnTo>
                    <a:pt x="1369943" y="893805"/>
                  </a:lnTo>
                  <a:lnTo>
                    <a:pt x="1372703" y="890609"/>
                  </a:lnTo>
                  <a:lnTo>
                    <a:pt x="1375732" y="890609"/>
                  </a:lnTo>
                  <a:lnTo>
                    <a:pt x="1376876" y="889028"/>
                  </a:lnTo>
                  <a:lnTo>
                    <a:pt x="1374857" y="885563"/>
                  </a:lnTo>
                  <a:lnTo>
                    <a:pt x="1372535" y="883242"/>
                  </a:lnTo>
                  <a:cubicBezTo>
                    <a:pt x="1372535" y="883242"/>
                    <a:pt x="1368025" y="877894"/>
                    <a:pt x="1367756" y="877288"/>
                  </a:cubicBezTo>
                  <a:cubicBezTo>
                    <a:pt x="1367453" y="876716"/>
                    <a:pt x="1366612" y="871334"/>
                    <a:pt x="1366612" y="871334"/>
                  </a:cubicBezTo>
                  <a:lnTo>
                    <a:pt x="1365198" y="866591"/>
                  </a:lnTo>
                  <a:lnTo>
                    <a:pt x="1365434" y="862453"/>
                  </a:lnTo>
                  <a:lnTo>
                    <a:pt x="1365097" y="857575"/>
                  </a:lnTo>
                  <a:cubicBezTo>
                    <a:pt x="1365097" y="857575"/>
                    <a:pt x="1364895" y="855826"/>
                    <a:pt x="1364895" y="855523"/>
                  </a:cubicBezTo>
                  <a:cubicBezTo>
                    <a:pt x="1364895" y="855187"/>
                    <a:pt x="1364895" y="852799"/>
                    <a:pt x="1364996" y="852496"/>
                  </a:cubicBezTo>
                  <a:cubicBezTo>
                    <a:pt x="1365097" y="852193"/>
                    <a:pt x="1365333" y="849132"/>
                    <a:pt x="1365232" y="848594"/>
                  </a:cubicBezTo>
                  <a:cubicBezTo>
                    <a:pt x="1365131" y="848055"/>
                    <a:pt x="1365468" y="845532"/>
                    <a:pt x="1365468" y="845532"/>
                  </a:cubicBezTo>
                  <a:cubicBezTo>
                    <a:pt x="1365468" y="845532"/>
                    <a:pt x="1365905" y="843918"/>
                    <a:pt x="1365905" y="843245"/>
                  </a:cubicBezTo>
                  <a:cubicBezTo>
                    <a:pt x="1365905" y="842572"/>
                    <a:pt x="1366881" y="842168"/>
                    <a:pt x="1367655" y="841933"/>
                  </a:cubicBezTo>
                  <a:cubicBezTo>
                    <a:pt x="1368429" y="841731"/>
                    <a:pt x="1368968" y="841058"/>
                    <a:pt x="1369270" y="840957"/>
                  </a:cubicBezTo>
                  <a:cubicBezTo>
                    <a:pt x="1369607" y="840856"/>
                    <a:pt x="1371323" y="839645"/>
                    <a:pt x="1371323" y="839645"/>
                  </a:cubicBezTo>
                  <a:cubicBezTo>
                    <a:pt x="1371323" y="839645"/>
                    <a:pt x="1374150" y="839309"/>
                    <a:pt x="1374487" y="838872"/>
                  </a:cubicBezTo>
                  <a:cubicBezTo>
                    <a:pt x="1374823" y="838434"/>
                    <a:pt x="1378492" y="839107"/>
                    <a:pt x="1378828" y="838872"/>
                  </a:cubicBezTo>
                  <a:cubicBezTo>
                    <a:pt x="1379165" y="838670"/>
                    <a:pt x="1381554" y="838872"/>
                    <a:pt x="1381554" y="838872"/>
                  </a:cubicBezTo>
                  <a:lnTo>
                    <a:pt x="1383304" y="838098"/>
                  </a:lnTo>
                  <a:cubicBezTo>
                    <a:pt x="1383304" y="838098"/>
                    <a:pt x="1384617" y="835710"/>
                    <a:pt x="1384819" y="834835"/>
                  </a:cubicBezTo>
                  <a:cubicBezTo>
                    <a:pt x="1385021" y="833960"/>
                    <a:pt x="1385795" y="832346"/>
                    <a:pt x="1385795" y="832346"/>
                  </a:cubicBezTo>
                  <a:lnTo>
                    <a:pt x="1385526" y="829621"/>
                  </a:lnTo>
                  <a:close/>
                </a:path>
              </a:pathLst>
            </a:custGeom>
            <a:grpFill/>
            <a:ln w="6350" cap="flat">
              <a:solidFill>
                <a:schemeClr val="bg1"/>
              </a:solidFill>
              <a:prstDash val="solid"/>
              <a:miter/>
            </a:ln>
          </p:spPr>
          <p:txBody>
            <a:bodyPr rtlCol="0" anchor="ctr"/>
            <a:lstStyle/>
            <a:p>
              <a:endParaRPr lang="en-US"/>
            </a:p>
          </p:txBody>
        </p:sp>
        <p:sp>
          <p:nvSpPr>
            <p:cNvPr id="129" name="Freeform 908">
              <a:extLst>
                <a:ext uri="{FF2B5EF4-FFF2-40B4-BE49-F238E27FC236}">
                  <a16:creationId xmlns:a16="http://schemas.microsoft.com/office/drawing/2014/main" id="{A182AEDA-3B3B-55AC-648D-89162D13779D}"/>
                </a:ext>
              </a:extLst>
            </p:cNvPr>
            <p:cNvSpPr/>
            <p:nvPr/>
          </p:nvSpPr>
          <p:spPr>
            <a:xfrm>
              <a:off x="7125555" y="2850549"/>
              <a:ext cx="549716" cy="494528"/>
            </a:xfrm>
            <a:custGeom>
              <a:avLst/>
              <a:gdLst>
                <a:gd name="connsiteX0" fmla="*/ 1054161 w 1055399"/>
                <a:gd name="connsiteY0" fmla="*/ 318904 h 949444"/>
                <a:gd name="connsiteX1" fmla="*/ 1050089 w 1055399"/>
                <a:gd name="connsiteY1" fmla="*/ 315843 h 949444"/>
                <a:gd name="connsiteX2" fmla="*/ 1043728 w 1055399"/>
                <a:gd name="connsiteY2" fmla="*/ 312647 h 949444"/>
                <a:gd name="connsiteX3" fmla="*/ 1040700 w 1055399"/>
                <a:gd name="connsiteY3" fmla="*/ 311200 h 949444"/>
                <a:gd name="connsiteX4" fmla="*/ 1037065 w 1055399"/>
                <a:gd name="connsiteY4" fmla="*/ 309316 h 949444"/>
                <a:gd name="connsiteX5" fmla="*/ 1036190 w 1055399"/>
                <a:gd name="connsiteY5" fmla="*/ 306121 h 949444"/>
                <a:gd name="connsiteX6" fmla="*/ 1032858 w 1055399"/>
                <a:gd name="connsiteY6" fmla="*/ 303665 h 949444"/>
                <a:gd name="connsiteX7" fmla="*/ 1031478 w 1055399"/>
                <a:gd name="connsiteY7" fmla="*/ 302219 h 949444"/>
                <a:gd name="connsiteX8" fmla="*/ 1031411 w 1055399"/>
                <a:gd name="connsiteY8" fmla="*/ 298316 h 949444"/>
                <a:gd name="connsiteX9" fmla="*/ 1031411 w 1055399"/>
                <a:gd name="connsiteY9" fmla="*/ 292396 h 949444"/>
                <a:gd name="connsiteX10" fmla="*/ 1031276 w 1055399"/>
                <a:gd name="connsiteY10" fmla="*/ 290949 h 949444"/>
                <a:gd name="connsiteX11" fmla="*/ 1036190 w 1055399"/>
                <a:gd name="connsiteY11" fmla="*/ 290949 h 949444"/>
                <a:gd name="connsiteX12" fmla="*/ 1038815 w 1055399"/>
                <a:gd name="connsiteY12" fmla="*/ 294582 h 949444"/>
                <a:gd name="connsiteX13" fmla="*/ 1040397 w 1055399"/>
                <a:gd name="connsiteY13" fmla="*/ 293708 h 949444"/>
                <a:gd name="connsiteX14" fmla="*/ 1041103 w 1055399"/>
                <a:gd name="connsiteY14" fmla="*/ 287922 h 949444"/>
                <a:gd name="connsiteX15" fmla="*/ 1041406 w 1055399"/>
                <a:gd name="connsiteY15" fmla="*/ 285163 h 949444"/>
                <a:gd name="connsiteX16" fmla="*/ 1042854 w 1055399"/>
                <a:gd name="connsiteY16" fmla="*/ 284591 h 949444"/>
                <a:gd name="connsiteX17" fmla="*/ 1044435 w 1055399"/>
                <a:gd name="connsiteY17" fmla="*/ 284591 h 949444"/>
                <a:gd name="connsiteX18" fmla="*/ 1046185 w 1055399"/>
                <a:gd name="connsiteY18" fmla="*/ 284591 h 949444"/>
                <a:gd name="connsiteX19" fmla="*/ 1047060 w 1055399"/>
                <a:gd name="connsiteY19" fmla="*/ 282842 h 949444"/>
                <a:gd name="connsiteX20" fmla="*/ 1047060 w 1055399"/>
                <a:gd name="connsiteY20" fmla="*/ 281967 h 949444"/>
                <a:gd name="connsiteX21" fmla="*/ 1047363 w 1055399"/>
                <a:gd name="connsiteY21" fmla="*/ 278502 h 949444"/>
                <a:gd name="connsiteX22" fmla="*/ 1046219 w 1055399"/>
                <a:gd name="connsiteY22" fmla="*/ 278502 h 949444"/>
                <a:gd name="connsiteX23" fmla="*/ 1043897 w 1055399"/>
                <a:gd name="connsiteY23" fmla="*/ 276047 h 949444"/>
                <a:gd name="connsiteX24" fmla="*/ 1042147 w 1055399"/>
                <a:gd name="connsiteY24" fmla="*/ 275038 h 949444"/>
                <a:gd name="connsiteX25" fmla="*/ 1040834 w 1055399"/>
                <a:gd name="connsiteY25" fmla="*/ 273457 h 949444"/>
                <a:gd name="connsiteX26" fmla="*/ 1041406 w 1055399"/>
                <a:gd name="connsiteY26" fmla="*/ 271438 h 949444"/>
                <a:gd name="connsiteX27" fmla="*/ 1041709 w 1055399"/>
                <a:gd name="connsiteY27" fmla="*/ 269689 h 949444"/>
                <a:gd name="connsiteX28" fmla="*/ 1042147 w 1055399"/>
                <a:gd name="connsiteY28" fmla="*/ 267805 h 949444"/>
                <a:gd name="connsiteX29" fmla="*/ 1044469 w 1055399"/>
                <a:gd name="connsiteY29" fmla="*/ 265417 h 949444"/>
                <a:gd name="connsiteX30" fmla="*/ 1046219 w 1055399"/>
                <a:gd name="connsiteY30" fmla="*/ 263735 h 949444"/>
                <a:gd name="connsiteX31" fmla="*/ 1039051 w 1055399"/>
                <a:gd name="connsiteY31" fmla="*/ 263735 h 949444"/>
                <a:gd name="connsiteX32" fmla="*/ 1036223 w 1055399"/>
                <a:gd name="connsiteY32" fmla="*/ 263735 h 949444"/>
                <a:gd name="connsiteX33" fmla="*/ 1034709 w 1055399"/>
                <a:gd name="connsiteY33" fmla="*/ 263735 h 949444"/>
                <a:gd name="connsiteX34" fmla="*/ 1033194 w 1055399"/>
                <a:gd name="connsiteY34" fmla="*/ 261884 h 949444"/>
                <a:gd name="connsiteX35" fmla="*/ 1031445 w 1055399"/>
                <a:gd name="connsiteY35" fmla="*/ 260135 h 949444"/>
                <a:gd name="connsiteX36" fmla="*/ 1029594 w 1055399"/>
                <a:gd name="connsiteY36" fmla="*/ 259059 h 949444"/>
                <a:gd name="connsiteX37" fmla="*/ 1028180 w 1055399"/>
                <a:gd name="connsiteY37" fmla="*/ 259059 h 949444"/>
                <a:gd name="connsiteX38" fmla="*/ 1026868 w 1055399"/>
                <a:gd name="connsiteY38" fmla="*/ 259934 h 949444"/>
                <a:gd name="connsiteX39" fmla="*/ 1025218 w 1055399"/>
                <a:gd name="connsiteY39" fmla="*/ 261145 h 949444"/>
                <a:gd name="connsiteX40" fmla="*/ 1023267 w 1055399"/>
                <a:gd name="connsiteY40" fmla="*/ 262120 h 949444"/>
                <a:gd name="connsiteX41" fmla="*/ 1021415 w 1055399"/>
                <a:gd name="connsiteY41" fmla="*/ 262457 h 949444"/>
                <a:gd name="connsiteX42" fmla="*/ 1019766 w 1055399"/>
                <a:gd name="connsiteY42" fmla="*/ 262894 h 949444"/>
                <a:gd name="connsiteX43" fmla="*/ 1016939 w 1055399"/>
                <a:gd name="connsiteY43" fmla="*/ 263768 h 949444"/>
                <a:gd name="connsiteX44" fmla="*/ 1015189 w 1055399"/>
                <a:gd name="connsiteY44" fmla="*/ 263768 h 949444"/>
                <a:gd name="connsiteX45" fmla="*/ 1012362 w 1055399"/>
                <a:gd name="connsiteY45" fmla="*/ 262995 h 949444"/>
                <a:gd name="connsiteX46" fmla="*/ 1010074 w 1055399"/>
                <a:gd name="connsiteY46" fmla="*/ 262995 h 949444"/>
                <a:gd name="connsiteX47" fmla="*/ 1008425 w 1055399"/>
                <a:gd name="connsiteY47" fmla="*/ 262894 h 949444"/>
                <a:gd name="connsiteX48" fmla="*/ 1006136 w 1055399"/>
                <a:gd name="connsiteY48" fmla="*/ 263768 h 949444"/>
                <a:gd name="connsiteX49" fmla="*/ 1004521 w 1055399"/>
                <a:gd name="connsiteY49" fmla="*/ 264845 h 949444"/>
                <a:gd name="connsiteX50" fmla="*/ 1003309 w 1055399"/>
                <a:gd name="connsiteY50" fmla="*/ 267334 h 949444"/>
                <a:gd name="connsiteX51" fmla="*/ 1003410 w 1055399"/>
                <a:gd name="connsiteY51" fmla="*/ 269285 h 949444"/>
                <a:gd name="connsiteX52" fmla="*/ 1003074 w 1055399"/>
                <a:gd name="connsiteY52" fmla="*/ 272111 h 949444"/>
                <a:gd name="connsiteX53" fmla="*/ 1001324 w 1055399"/>
                <a:gd name="connsiteY53" fmla="*/ 274163 h 949444"/>
                <a:gd name="connsiteX54" fmla="*/ 999372 w 1055399"/>
                <a:gd name="connsiteY54" fmla="*/ 275677 h 949444"/>
                <a:gd name="connsiteX55" fmla="*/ 997083 w 1055399"/>
                <a:gd name="connsiteY55" fmla="*/ 275677 h 949444"/>
                <a:gd name="connsiteX56" fmla="*/ 994997 w 1055399"/>
                <a:gd name="connsiteY56" fmla="*/ 273490 h 949444"/>
                <a:gd name="connsiteX57" fmla="*/ 992809 w 1055399"/>
                <a:gd name="connsiteY57" fmla="*/ 270227 h 949444"/>
                <a:gd name="connsiteX58" fmla="*/ 991093 w 1055399"/>
                <a:gd name="connsiteY58" fmla="*/ 267738 h 949444"/>
                <a:gd name="connsiteX59" fmla="*/ 988804 w 1055399"/>
                <a:gd name="connsiteY59" fmla="*/ 266325 h 949444"/>
                <a:gd name="connsiteX60" fmla="*/ 987290 w 1055399"/>
                <a:gd name="connsiteY60" fmla="*/ 263701 h 949444"/>
                <a:gd name="connsiteX61" fmla="*/ 984362 w 1055399"/>
                <a:gd name="connsiteY61" fmla="*/ 262826 h 949444"/>
                <a:gd name="connsiteX62" fmla="*/ 979785 w 1055399"/>
                <a:gd name="connsiteY62" fmla="*/ 260875 h 949444"/>
                <a:gd name="connsiteX63" fmla="*/ 979246 w 1055399"/>
                <a:gd name="connsiteY63" fmla="*/ 257949 h 949444"/>
                <a:gd name="connsiteX64" fmla="*/ 979347 w 1055399"/>
                <a:gd name="connsiteY64" fmla="*/ 255762 h 949444"/>
                <a:gd name="connsiteX65" fmla="*/ 978708 w 1055399"/>
                <a:gd name="connsiteY65" fmla="*/ 254013 h 949444"/>
                <a:gd name="connsiteX66" fmla="*/ 978607 w 1055399"/>
                <a:gd name="connsiteY66" fmla="*/ 250851 h 949444"/>
                <a:gd name="connsiteX67" fmla="*/ 975780 w 1055399"/>
                <a:gd name="connsiteY67" fmla="*/ 248563 h 949444"/>
                <a:gd name="connsiteX68" fmla="*/ 975780 w 1055399"/>
                <a:gd name="connsiteY68" fmla="*/ 247150 h 949444"/>
                <a:gd name="connsiteX69" fmla="*/ 973491 w 1055399"/>
                <a:gd name="connsiteY69" fmla="*/ 245401 h 949444"/>
                <a:gd name="connsiteX70" fmla="*/ 970765 w 1055399"/>
                <a:gd name="connsiteY70" fmla="*/ 244190 h 949444"/>
                <a:gd name="connsiteX71" fmla="*/ 966727 w 1055399"/>
                <a:gd name="connsiteY71" fmla="*/ 244089 h 949444"/>
                <a:gd name="connsiteX72" fmla="*/ 963361 w 1055399"/>
                <a:gd name="connsiteY72" fmla="*/ 244527 h 949444"/>
                <a:gd name="connsiteX73" fmla="*/ 961948 w 1055399"/>
                <a:gd name="connsiteY73" fmla="*/ 247016 h 949444"/>
                <a:gd name="connsiteX74" fmla="*/ 959154 w 1055399"/>
                <a:gd name="connsiteY74" fmla="*/ 247991 h 949444"/>
                <a:gd name="connsiteX75" fmla="*/ 955688 w 1055399"/>
                <a:gd name="connsiteY75" fmla="*/ 247991 h 949444"/>
                <a:gd name="connsiteX76" fmla="*/ 953400 w 1055399"/>
                <a:gd name="connsiteY76" fmla="*/ 247991 h 949444"/>
                <a:gd name="connsiteX77" fmla="*/ 951649 w 1055399"/>
                <a:gd name="connsiteY77" fmla="*/ 245704 h 949444"/>
                <a:gd name="connsiteX78" fmla="*/ 950236 w 1055399"/>
                <a:gd name="connsiteY78" fmla="*/ 242676 h 949444"/>
                <a:gd name="connsiteX79" fmla="*/ 949361 w 1055399"/>
                <a:gd name="connsiteY79" fmla="*/ 241465 h 949444"/>
                <a:gd name="connsiteX80" fmla="*/ 948385 w 1055399"/>
                <a:gd name="connsiteY80" fmla="*/ 240591 h 949444"/>
                <a:gd name="connsiteX81" fmla="*/ 947847 w 1055399"/>
                <a:gd name="connsiteY81" fmla="*/ 239615 h 949444"/>
                <a:gd name="connsiteX82" fmla="*/ 948284 w 1055399"/>
                <a:gd name="connsiteY82" fmla="*/ 235713 h 949444"/>
                <a:gd name="connsiteX83" fmla="*/ 950000 w 1055399"/>
                <a:gd name="connsiteY83" fmla="*/ 233762 h 949444"/>
                <a:gd name="connsiteX84" fmla="*/ 950438 w 1055399"/>
                <a:gd name="connsiteY84" fmla="*/ 231474 h 949444"/>
                <a:gd name="connsiteX85" fmla="*/ 949125 w 1055399"/>
                <a:gd name="connsiteY85" fmla="*/ 228447 h 949444"/>
                <a:gd name="connsiteX86" fmla="*/ 945760 w 1055399"/>
                <a:gd name="connsiteY86" fmla="*/ 228447 h 949444"/>
                <a:gd name="connsiteX87" fmla="*/ 941519 w 1055399"/>
                <a:gd name="connsiteY87" fmla="*/ 228548 h 949444"/>
                <a:gd name="connsiteX88" fmla="*/ 940544 w 1055399"/>
                <a:gd name="connsiteY88" fmla="*/ 229624 h 949444"/>
                <a:gd name="connsiteX89" fmla="*/ 939231 w 1055399"/>
                <a:gd name="connsiteY89" fmla="*/ 231912 h 949444"/>
                <a:gd name="connsiteX90" fmla="*/ 937481 w 1055399"/>
                <a:gd name="connsiteY90" fmla="*/ 232887 h 949444"/>
                <a:gd name="connsiteX91" fmla="*/ 936741 w 1055399"/>
                <a:gd name="connsiteY91" fmla="*/ 234199 h 949444"/>
                <a:gd name="connsiteX92" fmla="*/ 935664 w 1055399"/>
                <a:gd name="connsiteY92" fmla="*/ 234973 h 949444"/>
                <a:gd name="connsiteX93" fmla="*/ 935664 w 1055399"/>
                <a:gd name="connsiteY93" fmla="*/ 237698 h 949444"/>
                <a:gd name="connsiteX94" fmla="*/ 935933 w 1055399"/>
                <a:gd name="connsiteY94" fmla="*/ 239548 h 949444"/>
                <a:gd name="connsiteX95" fmla="*/ 934789 w 1055399"/>
                <a:gd name="connsiteY95" fmla="*/ 241499 h 949444"/>
                <a:gd name="connsiteX96" fmla="*/ 933274 w 1055399"/>
                <a:gd name="connsiteY96" fmla="*/ 241499 h 949444"/>
                <a:gd name="connsiteX97" fmla="*/ 930010 w 1055399"/>
                <a:gd name="connsiteY97" fmla="*/ 240961 h 949444"/>
                <a:gd name="connsiteX98" fmla="*/ 927418 w 1055399"/>
                <a:gd name="connsiteY98" fmla="*/ 240422 h 949444"/>
                <a:gd name="connsiteX99" fmla="*/ 925130 w 1055399"/>
                <a:gd name="connsiteY99" fmla="*/ 238370 h 949444"/>
                <a:gd name="connsiteX100" fmla="*/ 924894 w 1055399"/>
                <a:gd name="connsiteY100" fmla="*/ 235343 h 949444"/>
                <a:gd name="connsiteX101" fmla="*/ 924120 w 1055399"/>
                <a:gd name="connsiteY101" fmla="*/ 233156 h 949444"/>
                <a:gd name="connsiteX102" fmla="*/ 918904 w 1055399"/>
                <a:gd name="connsiteY102" fmla="*/ 230566 h 949444"/>
                <a:gd name="connsiteX103" fmla="*/ 916615 w 1055399"/>
                <a:gd name="connsiteY103" fmla="*/ 229489 h 949444"/>
                <a:gd name="connsiteX104" fmla="*/ 914327 w 1055399"/>
                <a:gd name="connsiteY104" fmla="*/ 226462 h 949444"/>
                <a:gd name="connsiteX105" fmla="*/ 914428 w 1055399"/>
                <a:gd name="connsiteY105" fmla="*/ 223636 h 949444"/>
                <a:gd name="connsiteX106" fmla="*/ 915303 w 1055399"/>
                <a:gd name="connsiteY106" fmla="*/ 221584 h 949444"/>
                <a:gd name="connsiteX107" fmla="*/ 916278 w 1055399"/>
                <a:gd name="connsiteY107" fmla="*/ 219398 h 949444"/>
                <a:gd name="connsiteX108" fmla="*/ 918029 w 1055399"/>
                <a:gd name="connsiteY108" fmla="*/ 217985 h 949444"/>
                <a:gd name="connsiteX109" fmla="*/ 918365 w 1055399"/>
                <a:gd name="connsiteY109" fmla="*/ 214183 h 949444"/>
                <a:gd name="connsiteX110" fmla="*/ 919880 w 1055399"/>
                <a:gd name="connsiteY110" fmla="*/ 212569 h 949444"/>
                <a:gd name="connsiteX111" fmla="*/ 920418 w 1055399"/>
                <a:gd name="connsiteY111" fmla="*/ 209407 h 949444"/>
                <a:gd name="connsiteX112" fmla="*/ 919005 w 1055399"/>
                <a:gd name="connsiteY112" fmla="*/ 207355 h 949444"/>
                <a:gd name="connsiteX113" fmla="*/ 917389 w 1055399"/>
                <a:gd name="connsiteY113" fmla="*/ 206480 h 949444"/>
                <a:gd name="connsiteX114" fmla="*/ 914226 w 1055399"/>
                <a:gd name="connsiteY114" fmla="*/ 206379 h 949444"/>
                <a:gd name="connsiteX115" fmla="*/ 910961 w 1055399"/>
                <a:gd name="connsiteY115" fmla="*/ 207792 h 949444"/>
                <a:gd name="connsiteX116" fmla="*/ 909783 w 1055399"/>
                <a:gd name="connsiteY116" fmla="*/ 209306 h 949444"/>
                <a:gd name="connsiteX117" fmla="*/ 907596 w 1055399"/>
                <a:gd name="connsiteY117" fmla="*/ 209642 h 949444"/>
                <a:gd name="connsiteX118" fmla="*/ 906081 w 1055399"/>
                <a:gd name="connsiteY118" fmla="*/ 209844 h 949444"/>
                <a:gd name="connsiteX119" fmla="*/ 904028 w 1055399"/>
                <a:gd name="connsiteY119" fmla="*/ 209945 h 949444"/>
                <a:gd name="connsiteX120" fmla="*/ 902177 w 1055399"/>
                <a:gd name="connsiteY120" fmla="*/ 210382 h 949444"/>
                <a:gd name="connsiteX121" fmla="*/ 899249 w 1055399"/>
                <a:gd name="connsiteY121" fmla="*/ 210483 h 949444"/>
                <a:gd name="connsiteX122" fmla="*/ 895345 w 1055399"/>
                <a:gd name="connsiteY122" fmla="*/ 209710 h 949444"/>
                <a:gd name="connsiteX123" fmla="*/ 892855 w 1055399"/>
                <a:gd name="connsiteY123" fmla="*/ 209609 h 949444"/>
                <a:gd name="connsiteX124" fmla="*/ 889692 w 1055399"/>
                <a:gd name="connsiteY124" fmla="*/ 209272 h 949444"/>
                <a:gd name="connsiteX125" fmla="*/ 888513 w 1055399"/>
                <a:gd name="connsiteY125" fmla="*/ 207960 h 949444"/>
                <a:gd name="connsiteX126" fmla="*/ 886999 w 1055399"/>
                <a:gd name="connsiteY126" fmla="*/ 204697 h 949444"/>
                <a:gd name="connsiteX127" fmla="*/ 883936 w 1055399"/>
                <a:gd name="connsiteY127" fmla="*/ 203520 h 949444"/>
                <a:gd name="connsiteX128" fmla="*/ 881984 w 1055399"/>
                <a:gd name="connsiteY128" fmla="*/ 202881 h 949444"/>
                <a:gd name="connsiteX129" fmla="*/ 880033 w 1055399"/>
                <a:gd name="connsiteY129" fmla="*/ 204092 h 949444"/>
                <a:gd name="connsiteX130" fmla="*/ 877407 w 1055399"/>
                <a:gd name="connsiteY130" fmla="*/ 205303 h 949444"/>
                <a:gd name="connsiteX131" fmla="*/ 875119 w 1055399"/>
                <a:gd name="connsiteY131" fmla="*/ 206951 h 949444"/>
                <a:gd name="connsiteX132" fmla="*/ 873706 w 1055399"/>
                <a:gd name="connsiteY132" fmla="*/ 207388 h 949444"/>
                <a:gd name="connsiteX133" fmla="*/ 871215 w 1055399"/>
                <a:gd name="connsiteY133" fmla="*/ 207927 h 949444"/>
                <a:gd name="connsiteX134" fmla="*/ 868052 w 1055399"/>
                <a:gd name="connsiteY134" fmla="*/ 208566 h 949444"/>
                <a:gd name="connsiteX135" fmla="*/ 865763 w 1055399"/>
                <a:gd name="connsiteY135" fmla="*/ 210517 h 949444"/>
                <a:gd name="connsiteX136" fmla="*/ 864249 w 1055399"/>
                <a:gd name="connsiteY136" fmla="*/ 212703 h 949444"/>
                <a:gd name="connsiteX137" fmla="*/ 862499 w 1055399"/>
                <a:gd name="connsiteY137" fmla="*/ 213343 h 949444"/>
                <a:gd name="connsiteX138" fmla="*/ 860311 w 1055399"/>
                <a:gd name="connsiteY138" fmla="*/ 214856 h 949444"/>
                <a:gd name="connsiteX139" fmla="*/ 857585 w 1055399"/>
                <a:gd name="connsiteY139" fmla="*/ 215731 h 949444"/>
                <a:gd name="connsiteX140" fmla="*/ 856508 w 1055399"/>
                <a:gd name="connsiteY140" fmla="*/ 216807 h 949444"/>
                <a:gd name="connsiteX141" fmla="*/ 854018 w 1055399"/>
                <a:gd name="connsiteY141" fmla="*/ 216807 h 949444"/>
                <a:gd name="connsiteX142" fmla="*/ 852806 w 1055399"/>
                <a:gd name="connsiteY142" fmla="*/ 214756 h 949444"/>
                <a:gd name="connsiteX143" fmla="*/ 848667 w 1055399"/>
                <a:gd name="connsiteY143" fmla="*/ 211593 h 949444"/>
                <a:gd name="connsiteX144" fmla="*/ 845503 w 1055399"/>
                <a:gd name="connsiteY144" fmla="*/ 211593 h 949444"/>
                <a:gd name="connsiteX145" fmla="*/ 842339 w 1055399"/>
                <a:gd name="connsiteY145" fmla="*/ 210719 h 949444"/>
                <a:gd name="connsiteX146" fmla="*/ 837998 w 1055399"/>
                <a:gd name="connsiteY146" fmla="*/ 208431 h 949444"/>
                <a:gd name="connsiteX147" fmla="*/ 836147 w 1055399"/>
                <a:gd name="connsiteY147" fmla="*/ 207220 h 949444"/>
                <a:gd name="connsiteX148" fmla="*/ 833118 w 1055399"/>
                <a:gd name="connsiteY148" fmla="*/ 205807 h 949444"/>
                <a:gd name="connsiteX149" fmla="*/ 829214 w 1055399"/>
                <a:gd name="connsiteY149" fmla="*/ 204495 h 949444"/>
                <a:gd name="connsiteX150" fmla="*/ 825950 w 1055399"/>
                <a:gd name="connsiteY150" fmla="*/ 203217 h 949444"/>
                <a:gd name="connsiteX151" fmla="*/ 824738 w 1055399"/>
                <a:gd name="connsiteY151" fmla="*/ 202208 h 949444"/>
                <a:gd name="connsiteX152" fmla="*/ 824637 w 1055399"/>
                <a:gd name="connsiteY152" fmla="*/ 199180 h 949444"/>
                <a:gd name="connsiteX153" fmla="*/ 825613 w 1055399"/>
                <a:gd name="connsiteY153" fmla="*/ 197128 h 949444"/>
                <a:gd name="connsiteX154" fmla="*/ 827902 w 1055399"/>
                <a:gd name="connsiteY154" fmla="*/ 195715 h 949444"/>
                <a:gd name="connsiteX155" fmla="*/ 828878 w 1055399"/>
                <a:gd name="connsiteY155" fmla="*/ 194639 h 949444"/>
                <a:gd name="connsiteX156" fmla="*/ 828339 w 1055399"/>
                <a:gd name="connsiteY156" fmla="*/ 191712 h 949444"/>
                <a:gd name="connsiteX157" fmla="*/ 827027 w 1055399"/>
                <a:gd name="connsiteY157" fmla="*/ 190198 h 949444"/>
                <a:gd name="connsiteX158" fmla="*/ 820397 w 1055399"/>
                <a:gd name="connsiteY158" fmla="*/ 189660 h 949444"/>
                <a:gd name="connsiteX159" fmla="*/ 817805 w 1055399"/>
                <a:gd name="connsiteY159" fmla="*/ 189223 h 949444"/>
                <a:gd name="connsiteX160" fmla="*/ 810401 w 1055399"/>
                <a:gd name="connsiteY160" fmla="*/ 190535 h 949444"/>
                <a:gd name="connsiteX161" fmla="*/ 807574 w 1055399"/>
                <a:gd name="connsiteY161" fmla="*/ 192284 h 949444"/>
                <a:gd name="connsiteX162" fmla="*/ 805622 w 1055399"/>
                <a:gd name="connsiteY162" fmla="*/ 191847 h 949444"/>
                <a:gd name="connsiteX163" fmla="*/ 802358 w 1055399"/>
                <a:gd name="connsiteY163" fmla="*/ 190098 h 949444"/>
                <a:gd name="connsiteX164" fmla="*/ 800608 w 1055399"/>
                <a:gd name="connsiteY164" fmla="*/ 192486 h 949444"/>
                <a:gd name="connsiteX165" fmla="*/ 798858 w 1055399"/>
                <a:gd name="connsiteY165" fmla="*/ 194437 h 949444"/>
                <a:gd name="connsiteX166" fmla="*/ 796704 w 1055399"/>
                <a:gd name="connsiteY166" fmla="*/ 196826 h 949444"/>
                <a:gd name="connsiteX167" fmla="*/ 793002 w 1055399"/>
                <a:gd name="connsiteY167" fmla="*/ 199012 h 949444"/>
                <a:gd name="connsiteX168" fmla="*/ 787987 w 1055399"/>
                <a:gd name="connsiteY168" fmla="*/ 201838 h 949444"/>
                <a:gd name="connsiteX169" fmla="*/ 783410 w 1055399"/>
                <a:gd name="connsiteY169" fmla="*/ 202914 h 949444"/>
                <a:gd name="connsiteX170" fmla="*/ 778429 w 1055399"/>
                <a:gd name="connsiteY170" fmla="*/ 202914 h 949444"/>
                <a:gd name="connsiteX171" fmla="*/ 774290 w 1055399"/>
                <a:gd name="connsiteY171" fmla="*/ 202914 h 949444"/>
                <a:gd name="connsiteX172" fmla="*/ 770823 w 1055399"/>
                <a:gd name="connsiteY172" fmla="*/ 198777 h 949444"/>
                <a:gd name="connsiteX173" fmla="*/ 767795 w 1055399"/>
                <a:gd name="connsiteY173" fmla="*/ 195951 h 949444"/>
                <a:gd name="connsiteX174" fmla="*/ 762141 w 1055399"/>
                <a:gd name="connsiteY174" fmla="*/ 195951 h 949444"/>
                <a:gd name="connsiteX175" fmla="*/ 761602 w 1055399"/>
                <a:gd name="connsiteY175" fmla="*/ 197801 h 949444"/>
                <a:gd name="connsiteX176" fmla="*/ 759112 w 1055399"/>
                <a:gd name="connsiteY176" fmla="*/ 199550 h 949444"/>
                <a:gd name="connsiteX177" fmla="*/ 757362 w 1055399"/>
                <a:gd name="connsiteY177" fmla="*/ 202174 h 949444"/>
                <a:gd name="connsiteX178" fmla="*/ 754434 w 1055399"/>
                <a:gd name="connsiteY178" fmla="*/ 205202 h 949444"/>
                <a:gd name="connsiteX179" fmla="*/ 751371 w 1055399"/>
                <a:gd name="connsiteY179" fmla="*/ 209878 h 949444"/>
                <a:gd name="connsiteX180" fmla="*/ 747366 w 1055399"/>
                <a:gd name="connsiteY180" fmla="*/ 211392 h 949444"/>
                <a:gd name="connsiteX181" fmla="*/ 741073 w 1055399"/>
                <a:gd name="connsiteY181" fmla="*/ 207792 h 949444"/>
                <a:gd name="connsiteX182" fmla="*/ 739558 w 1055399"/>
                <a:gd name="connsiteY182" fmla="*/ 208869 h 949444"/>
                <a:gd name="connsiteX183" fmla="*/ 738919 w 1055399"/>
                <a:gd name="connsiteY183" fmla="*/ 210517 h 949444"/>
                <a:gd name="connsiteX184" fmla="*/ 736630 w 1055399"/>
                <a:gd name="connsiteY184" fmla="*/ 213343 h 949444"/>
                <a:gd name="connsiteX185" fmla="*/ 733366 w 1055399"/>
                <a:gd name="connsiteY185" fmla="*/ 213343 h 949444"/>
                <a:gd name="connsiteX186" fmla="*/ 730236 w 1055399"/>
                <a:gd name="connsiteY186" fmla="*/ 211291 h 949444"/>
                <a:gd name="connsiteX187" fmla="*/ 726534 w 1055399"/>
                <a:gd name="connsiteY187" fmla="*/ 210214 h 949444"/>
                <a:gd name="connsiteX188" fmla="*/ 724044 w 1055399"/>
                <a:gd name="connsiteY188" fmla="*/ 210416 h 949444"/>
                <a:gd name="connsiteX189" fmla="*/ 722630 w 1055399"/>
                <a:gd name="connsiteY189" fmla="*/ 212468 h 949444"/>
                <a:gd name="connsiteX190" fmla="*/ 715664 w 1055399"/>
                <a:gd name="connsiteY190" fmla="*/ 212468 h 949444"/>
                <a:gd name="connsiteX191" fmla="*/ 710885 w 1055399"/>
                <a:gd name="connsiteY191" fmla="*/ 210853 h 949444"/>
                <a:gd name="connsiteX192" fmla="*/ 708159 w 1055399"/>
                <a:gd name="connsiteY192" fmla="*/ 209104 h 949444"/>
                <a:gd name="connsiteX193" fmla="*/ 703380 w 1055399"/>
                <a:gd name="connsiteY193" fmla="*/ 207153 h 949444"/>
                <a:gd name="connsiteX194" fmla="*/ 700452 w 1055399"/>
                <a:gd name="connsiteY194" fmla="*/ 208028 h 949444"/>
                <a:gd name="connsiteX195" fmla="*/ 697524 w 1055399"/>
                <a:gd name="connsiteY195" fmla="*/ 208028 h 949444"/>
                <a:gd name="connsiteX196" fmla="*/ 693620 w 1055399"/>
                <a:gd name="connsiteY196" fmla="*/ 206177 h 949444"/>
                <a:gd name="connsiteX197" fmla="*/ 691432 w 1055399"/>
                <a:gd name="connsiteY197" fmla="*/ 203688 h 949444"/>
                <a:gd name="connsiteX198" fmla="*/ 689480 w 1055399"/>
                <a:gd name="connsiteY198" fmla="*/ 201737 h 949444"/>
                <a:gd name="connsiteX199" fmla="*/ 687192 w 1055399"/>
                <a:gd name="connsiteY199" fmla="*/ 199449 h 949444"/>
                <a:gd name="connsiteX200" fmla="*/ 683826 w 1055399"/>
                <a:gd name="connsiteY200" fmla="*/ 197599 h 949444"/>
                <a:gd name="connsiteX201" fmla="*/ 680360 w 1055399"/>
                <a:gd name="connsiteY201" fmla="*/ 196186 h 949444"/>
                <a:gd name="connsiteX202" fmla="*/ 676119 w 1055399"/>
                <a:gd name="connsiteY202" fmla="*/ 194774 h 949444"/>
                <a:gd name="connsiteX203" fmla="*/ 671879 w 1055399"/>
                <a:gd name="connsiteY203" fmla="*/ 192486 h 949444"/>
                <a:gd name="connsiteX204" fmla="*/ 669590 w 1055399"/>
                <a:gd name="connsiteY204" fmla="*/ 191510 h 949444"/>
                <a:gd name="connsiteX205" fmla="*/ 665114 w 1055399"/>
                <a:gd name="connsiteY205" fmla="*/ 189458 h 949444"/>
                <a:gd name="connsiteX206" fmla="*/ 663061 w 1055399"/>
                <a:gd name="connsiteY206" fmla="*/ 187844 h 949444"/>
                <a:gd name="connsiteX207" fmla="*/ 660571 w 1055399"/>
                <a:gd name="connsiteY207" fmla="*/ 186229 h 949444"/>
                <a:gd name="connsiteX208" fmla="*/ 656869 w 1055399"/>
                <a:gd name="connsiteY208" fmla="*/ 182966 h 949444"/>
                <a:gd name="connsiteX209" fmla="*/ 654379 w 1055399"/>
                <a:gd name="connsiteY209" fmla="*/ 179602 h 949444"/>
                <a:gd name="connsiteX210" fmla="*/ 653941 w 1055399"/>
                <a:gd name="connsiteY210" fmla="*/ 178088 h 949444"/>
                <a:gd name="connsiteX211" fmla="*/ 653605 w 1055399"/>
                <a:gd name="connsiteY211" fmla="*/ 175801 h 949444"/>
                <a:gd name="connsiteX212" fmla="*/ 654379 w 1055399"/>
                <a:gd name="connsiteY212" fmla="*/ 173614 h 949444"/>
                <a:gd name="connsiteX213" fmla="*/ 658619 w 1055399"/>
                <a:gd name="connsiteY213" fmla="*/ 172437 h 949444"/>
                <a:gd name="connsiteX214" fmla="*/ 661884 w 1055399"/>
                <a:gd name="connsiteY214" fmla="*/ 170687 h 949444"/>
                <a:gd name="connsiteX215" fmla="*/ 665485 w 1055399"/>
                <a:gd name="connsiteY215" fmla="*/ 169712 h 949444"/>
                <a:gd name="connsiteX216" fmla="*/ 667100 w 1055399"/>
                <a:gd name="connsiteY216" fmla="*/ 166684 h 949444"/>
                <a:gd name="connsiteX217" fmla="*/ 667538 w 1055399"/>
                <a:gd name="connsiteY217" fmla="*/ 161807 h 949444"/>
                <a:gd name="connsiteX218" fmla="*/ 665485 w 1055399"/>
                <a:gd name="connsiteY218" fmla="*/ 159317 h 949444"/>
                <a:gd name="connsiteX219" fmla="*/ 663196 w 1055399"/>
                <a:gd name="connsiteY219" fmla="*/ 158779 h 949444"/>
                <a:gd name="connsiteX220" fmla="*/ 661984 w 1055399"/>
                <a:gd name="connsiteY220" fmla="*/ 156391 h 949444"/>
                <a:gd name="connsiteX221" fmla="*/ 664172 w 1055399"/>
                <a:gd name="connsiteY221" fmla="*/ 154540 h 949444"/>
                <a:gd name="connsiteX222" fmla="*/ 664273 w 1055399"/>
                <a:gd name="connsiteY222" fmla="*/ 150739 h 949444"/>
                <a:gd name="connsiteX223" fmla="*/ 664071 w 1055399"/>
                <a:gd name="connsiteY223" fmla="*/ 145626 h 949444"/>
                <a:gd name="connsiteX224" fmla="*/ 662759 w 1055399"/>
                <a:gd name="connsiteY224" fmla="*/ 142161 h 949444"/>
                <a:gd name="connsiteX225" fmla="*/ 665047 w 1055399"/>
                <a:gd name="connsiteY225" fmla="*/ 137048 h 949444"/>
                <a:gd name="connsiteX226" fmla="*/ 669624 w 1055399"/>
                <a:gd name="connsiteY226" fmla="*/ 135063 h 949444"/>
                <a:gd name="connsiteX227" fmla="*/ 672990 w 1055399"/>
                <a:gd name="connsiteY227" fmla="*/ 133045 h 949444"/>
                <a:gd name="connsiteX228" fmla="*/ 675177 w 1055399"/>
                <a:gd name="connsiteY228" fmla="*/ 130455 h 949444"/>
                <a:gd name="connsiteX229" fmla="*/ 673764 w 1055399"/>
                <a:gd name="connsiteY229" fmla="*/ 126216 h 949444"/>
                <a:gd name="connsiteX230" fmla="*/ 671475 w 1055399"/>
                <a:gd name="connsiteY230" fmla="*/ 125341 h 949444"/>
                <a:gd name="connsiteX231" fmla="*/ 668009 w 1055399"/>
                <a:gd name="connsiteY231" fmla="*/ 125543 h 949444"/>
                <a:gd name="connsiteX232" fmla="*/ 663230 w 1055399"/>
                <a:gd name="connsiteY232" fmla="*/ 125005 h 949444"/>
                <a:gd name="connsiteX233" fmla="*/ 660302 w 1055399"/>
                <a:gd name="connsiteY233" fmla="*/ 123491 h 949444"/>
                <a:gd name="connsiteX234" fmla="*/ 657037 w 1055399"/>
                <a:gd name="connsiteY234" fmla="*/ 122179 h 949444"/>
                <a:gd name="connsiteX235" fmla="*/ 655388 w 1055399"/>
                <a:gd name="connsiteY235" fmla="*/ 120565 h 949444"/>
                <a:gd name="connsiteX236" fmla="*/ 654076 w 1055399"/>
                <a:gd name="connsiteY236" fmla="*/ 116763 h 949444"/>
                <a:gd name="connsiteX237" fmla="*/ 652225 w 1055399"/>
                <a:gd name="connsiteY237" fmla="*/ 111986 h 949444"/>
                <a:gd name="connsiteX238" fmla="*/ 650037 w 1055399"/>
                <a:gd name="connsiteY238" fmla="*/ 107210 h 949444"/>
                <a:gd name="connsiteX239" fmla="*/ 648186 w 1055399"/>
                <a:gd name="connsiteY239" fmla="*/ 101995 h 949444"/>
                <a:gd name="connsiteX240" fmla="*/ 646537 w 1055399"/>
                <a:gd name="connsiteY240" fmla="*/ 96781 h 949444"/>
                <a:gd name="connsiteX241" fmla="*/ 645898 w 1055399"/>
                <a:gd name="connsiteY241" fmla="*/ 93955 h 949444"/>
                <a:gd name="connsiteX242" fmla="*/ 645258 w 1055399"/>
                <a:gd name="connsiteY242" fmla="*/ 92341 h 949444"/>
                <a:gd name="connsiteX243" fmla="*/ 642970 w 1055399"/>
                <a:gd name="connsiteY243" fmla="*/ 89515 h 949444"/>
                <a:gd name="connsiteX244" fmla="*/ 641119 w 1055399"/>
                <a:gd name="connsiteY244" fmla="*/ 88001 h 949444"/>
                <a:gd name="connsiteX245" fmla="*/ 638729 w 1055399"/>
                <a:gd name="connsiteY245" fmla="*/ 86488 h 949444"/>
                <a:gd name="connsiteX246" fmla="*/ 636542 w 1055399"/>
                <a:gd name="connsiteY246" fmla="*/ 85714 h 949444"/>
                <a:gd name="connsiteX247" fmla="*/ 634253 w 1055399"/>
                <a:gd name="connsiteY247" fmla="*/ 84940 h 949444"/>
                <a:gd name="connsiteX248" fmla="*/ 632234 w 1055399"/>
                <a:gd name="connsiteY248" fmla="*/ 83124 h 949444"/>
                <a:gd name="connsiteX249" fmla="*/ 628767 w 1055399"/>
                <a:gd name="connsiteY249" fmla="*/ 83124 h 949444"/>
                <a:gd name="connsiteX250" fmla="*/ 626479 w 1055399"/>
                <a:gd name="connsiteY250" fmla="*/ 83124 h 949444"/>
                <a:gd name="connsiteX251" fmla="*/ 623989 w 1055399"/>
                <a:gd name="connsiteY251" fmla="*/ 83224 h 949444"/>
                <a:gd name="connsiteX252" fmla="*/ 620286 w 1055399"/>
                <a:gd name="connsiteY252" fmla="*/ 83561 h 949444"/>
                <a:gd name="connsiteX253" fmla="*/ 613657 w 1055399"/>
                <a:gd name="connsiteY253" fmla="*/ 83763 h 949444"/>
                <a:gd name="connsiteX254" fmla="*/ 611906 w 1055399"/>
                <a:gd name="connsiteY254" fmla="*/ 83864 h 949444"/>
                <a:gd name="connsiteX255" fmla="*/ 609315 w 1055399"/>
                <a:gd name="connsiteY255" fmla="*/ 83426 h 949444"/>
                <a:gd name="connsiteX256" fmla="*/ 605950 w 1055399"/>
                <a:gd name="connsiteY256" fmla="*/ 81912 h 949444"/>
                <a:gd name="connsiteX257" fmla="*/ 600632 w 1055399"/>
                <a:gd name="connsiteY257" fmla="*/ 80836 h 949444"/>
                <a:gd name="connsiteX258" fmla="*/ 598243 w 1055399"/>
                <a:gd name="connsiteY258" fmla="*/ 78784 h 949444"/>
                <a:gd name="connsiteX259" fmla="*/ 596728 w 1055399"/>
                <a:gd name="connsiteY259" fmla="*/ 78784 h 949444"/>
                <a:gd name="connsiteX260" fmla="*/ 595752 w 1055399"/>
                <a:gd name="connsiteY260" fmla="*/ 80197 h 949444"/>
                <a:gd name="connsiteX261" fmla="*/ 592690 w 1055399"/>
                <a:gd name="connsiteY261" fmla="*/ 81711 h 949444"/>
                <a:gd name="connsiteX262" fmla="*/ 590738 w 1055399"/>
                <a:gd name="connsiteY262" fmla="*/ 80836 h 949444"/>
                <a:gd name="connsiteX263" fmla="*/ 590738 w 1055399"/>
                <a:gd name="connsiteY263" fmla="*/ 80399 h 949444"/>
                <a:gd name="connsiteX264" fmla="*/ 590940 w 1055399"/>
                <a:gd name="connsiteY264" fmla="*/ 79221 h 949444"/>
                <a:gd name="connsiteX265" fmla="*/ 590166 w 1055399"/>
                <a:gd name="connsiteY265" fmla="*/ 77169 h 949444"/>
                <a:gd name="connsiteX266" fmla="*/ 588853 w 1055399"/>
                <a:gd name="connsiteY266" fmla="*/ 75656 h 949444"/>
                <a:gd name="connsiteX267" fmla="*/ 588651 w 1055399"/>
                <a:gd name="connsiteY267" fmla="*/ 73805 h 949444"/>
                <a:gd name="connsiteX268" fmla="*/ 589190 w 1055399"/>
                <a:gd name="connsiteY268" fmla="*/ 72729 h 949444"/>
                <a:gd name="connsiteX269" fmla="*/ 589627 w 1055399"/>
                <a:gd name="connsiteY269" fmla="*/ 70240 h 949444"/>
                <a:gd name="connsiteX270" fmla="*/ 589392 w 1055399"/>
                <a:gd name="connsiteY270" fmla="*/ 67212 h 949444"/>
                <a:gd name="connsiteX271" fmla="*/ 588618 w 1055399"/>
                <a:gd name="connsiteY271" fmla="*/ 65463 h 949444"/>
                <a:gd name="connsiteX272" fmla="*/ 587204 w 1055399"/>
                <a:gd name="connsiteY272" fmla="*/ 64824 h 949444"/>
                <a:gd name="connsiteX273" fmla="*/ 584478 w 1055399"/>
                <a:gd name="connsiteY273" fmla="*/ 64824 h 949444"/>
                <a:gd name="connsiteX274" fmla="*/ 582964 w 1055399"/>
                <a:gd name="connsiteY274" fmla="*/ 66035 h 949444"/>
                <a:gd name="connsiteX275" fmla="*/ 582324 w 1055399"/>
                <a:gd name="connsiteY275" fmla="*/ 67548 h 949444"/>
                <a:gd name="connsiteX276" fmla="*/ 580574 w 1055399"/>
                <a:gd name="connsiteY276" fmla="*/ 69836 h 949444"/>
                <a:gd name="connsiteX277" fmla="*/ 578286 w 1055399"/>
                <a:gd name="connsiteY277" fmla="*/ 71484 h 949444"/>
                <a:gd name="connsiteX278" fmla="*/ 576199 w 1055399"/>
                <a:gd name="connsiteY278" fmla="*/ 72796 h 949444"/>
                <a:gd name="connsiteX279" fmla="*/ 573911 w 1055399"/>
                <a:gd name="connsiteY279" fmla="*/ 72460 h 949444"/>
                <a:gd name="connsiteX280" fmla="*/ 571420 w 1055399"/>
                <a:gd name="connsiteY280" fmla="*/ 70845 h 949444"/>
                <a:gd name="connsiteX281" fmla="*/ 569771 w 1055399"/>
                <a:gd name="connsiteY281" fmla="*/ 71383 h 949444"/>
                <a:gd name="connsiteX282" fmla="*/ 564117 w 1055399"/>
                <a:gd name="connsiteY282" fmla="*/ 72022 h 949444"/>
                <a:gd name="connsiteX283" fmla="*/ 560853 w 1055399"/>
                <a:gd name="connsiteY283" fmla="*/ 70172 h 949444"/>
                <a:gd name="connsiteX284" fmla="*/ 556410 w 1055399"/>
                <a:gd name="connsiteY284" fmla="*/ 69533 h 949444"/>
                <a:gd name="connsiteX285" fmla="*/ 556074 w 1055399"/>
                <a:gd name="connsiteY285" fmla="*/ 68221 h 949444"/>
                <a:gd name="connsiteX286" fmla="*/ 556174 w 1055399"/>
                <a:gd name="connsiteY286" fmla="*/ 66707 h 949444"/>
                <a:gd name="connsiteX287" fmla="*/ 556612 w 1055399"/>
                <a:gd name="connsiteY287" fmla="*/ 65530 h 949444"/>
                <a:gd name="connsiteX288" fmla="*/ 556511 w 1055399"/>
                <a:gd name="connsiteY288" fmla="*/ 63242 h 949444"/>
                <a:gd name="connsiteX289" fmla="*/ 556511 w 1055399"/>
                <a:gd name="connsiteY289" fmla="*/ 62368 h 949444"/>
                <a:gd name="connsiteX290" fmla="*/ 556242 w 1055399"/>
                <a:gd name="connsiteY290" fmla="*/ 59643 h 949444"/>
                <a:gd name="connsiteX291" fmla="*/ 556309 w 1055399"/>
                <a:gd name="connsiteY291" fmla="*/ 57793 h 949444"/>
                <a:gd name="connsiteX292" fmla="*/ 556410 w 1055399"/>
                <a:gd name="connsiteY292" fmla="*/ 55640 h 949444"/>
                <a:gd name="connsiteX293" fmla="*/ 556174 w 1055399"/>
                <a:gd name="connsiteY293" fmla="*/ 53252 h 949444"/>
                <a:gd name="connsiteX294" fmla="*/ 554660 w 1055399"/>
                <a:gd name="connsiteY294" fmla="*/ 51839 h 949444"/>
                <a:gd name="connsiteX295" fmla="*/ 552573 w 1055399"/>
                <a:gd name="connsiteY295" fmla="*/ 49349 h 949444"/>
                <a:gd name="connsiteX296" fmla="*/ 551934 w 1055399"/>
                <a:gd name="connsiteY296" fmla="*/ 46961 h 949444"/>
                <a:gd name="connsiteX297" fmla="*/ 553011 w 1055399"/>
                <a:gd name="connsiteY297" fmla="*/ 44471 h 949444"/>
                <a:gd name="connsiteX298" fmla="*/ 555737 w 1055399"/>
                <a:gd name="connsiteY298" fmla="*/ 40872 h 949444"/>
                <a:gd name="connsiteX299" fmla="*/ 556814 w 1055399"/>
                <a:gd name="connsiteY299" fmla="*/ 38484 h 949444"/>
                <a:gd name="connsiteX300" fmla="*/ 558025 w 1055399"/>
                <a:gd name="connsiteY300" fmla="*/ 34884 h 949444"/>
                <a:gd name="connsiteX301" fmla="*/ 557824 w 1055399"/>
                <a:gd name="connsiteY301" fmla="*/ 31520 h 949444"/>
                <a:gd name="connsiteX302" fmla="*/ 556612 w 1055399"/>
                <a:gd name="connsiteY302" fmla="*/ 29132 h 949444"/>
                <a:gd name="connsiteX303" fmla="*/ 555838 w 1055399"/>
                <a:gd name="connsiteY303" fmla="*/ 27181 h 949444"/>
                <a:gd name="connsiteX304" fmla="*/ 554324 w 1055399"/>
                <a:gd name="connsiteY304" fmla="*/ 25129 h 949444"/>
                <a:gd name="connsiteX305" fmla="*/ 552136 w 1055399"/>
                <a:gd name="connsiteY305" fmla="*/ 25230 h 949444"/>
                <a:gd name="connsiteX306" fmla="*/ 551059 w 1055399"/>
                <a:gd name="connsiteY306" fmla="*/ 25129 h 949444"/>
                <a:gd name="connsiteX307" fmla="*/ 549309 w 1055399"/>
                <a:gd name="connsiteY307" fmla="*/ 24254 h 949444"/>
                <a:gd name="connsiteX308" fmla="*/ 548670 w 1055399"/>
                <a:gd name="connsiteY308" fmla="*/ 21664 h 949444"/>
                <a:gd name="connsiteX309" fmla="*/ 546819 w 1055399"/>
                <a:gd name="connsiteY309" fmla="*/ 22303 h 949444"/>
                <a:gd name="connsiteX310" fmla="*/ 543790 w 1055399"/>
                <a:gd name="connsiteY310" fmla="*/ 21765 h 949444"/>
                <a:gd name="connsiteX311" fmla="*/ 542915 w 1055399"/>
                <a:gd name="connsiteY311" fmla="*/ 21328 h 949444"/>
                <a:gd name="connsiteX312" fmla="*/ 541299 w 1055399"/>
                <a:gd name="connsiteY312" fmla="*/ 20453 h 949444"/>
                <a:gd name="connsiteX313" fmla="*/ 541299 w 1055399"/>
                <a:gd name="connsiteY313" fmla="*/ 18838 h 949444"/>
                <a:gd name="connsiteX314" fmla="*/ 540862 w 1055399"/>
                <a:gd name="connsiteY314" fmla="*/ 16349 h 949444"/>
                <a:gd name="connsiteX315" fmla="*/ 540862 w 1055399"/>
                <a:gd name="connsiteY315" fmla="*/ 15037 h 949444"/>
                <a:gd name="connsiteX316" fmla="*/ 541030 w 1055399"/>
                <a:gd name="connsiteY316" fmla="*/ 13153 h 949444"/>
                <a:gd name="connsiteX317" fmla="*/ 540189 w 1055399"/>
                <a:gd name="connsiteY317" fmla="*/ 11269 h 949444"/>
                <a:gd name="connsiteX318" fmla="*/ 538674 w 1055399"/>
                <a:gd name="connsiteY318" fmla="*/ 9823 h 949444"/>
                <a:gd name="connsiteX319" fmla="*/ 536083 w 1055399"/>
                <a:gd name="connsiteY319" fmla="*/ 8881 h 949444"/>
                <a:gd name="connsiteX320" fmla="*/ 534333 w 1055399"/>
                <a:gd name="connsiteY320" fmla="*/ 9318 h 949444"/>
                <a:gd name="connsiteX321" fmla="*/ 533895 w 1055399"/>
                <a:gd name="connsiteY321" fmla="*/ 9890 h 949444"/>
                <a:gd name="connsiteX322" fmla="*/ 533458 w 1055399"/>
                <a:gd name="connsiteY322" fmla="*/ 10899 h 949444"/>
                <a:gd name="connsiteX323" fmla="*/ 533222 w 1055399"/>
                <a:gd name="connsiteY323" fmla="*/ 11976 h 949444"/>
                <a:gd name="connsiteX324" fmla="*/ 532785 w 1055399"/>
                <a:gd name="connsiteY324" fmla="*/ 12918 h 949444"/>
                <a:gd name="connsiteX325" fmla="*/ 532347 w 1055399"/>
                <a:gd name="connsiteY325" fmla="*/ 13927 h 949444"/>
                <a:gd name="connsiteX326" fmla="*/ 531539 w 1055399"/>
                <a:gd name="connsiteY326" fmla="*/ 14869 h 949444"/>
                <a:gd name="connsiteX327" fmla="*/ 530463 w 1055399"/>
                <a:gd name="connsiteY327" fmla="*/ 14936 h 949444"/>
                <a:gd name="connsiteX328" fmla="*/ 529285 w 1055399"/>
                <a:gd name="connsiteY328" fmla="*/ 12413 h 949444"/>
                <a:gd name="connsiteX329" fmla="*/ 527972 w 1055399"/>
                <a:gd name="connsiteY329" fmla="*/ 10967 h 949444"/>
                <a:gd name="connsiteX330" fmla="*/ 525212 w 1055399"/>
                <a:gd name="connsiteY330" fmla="*/ 10765 h 949444"/>
                <a:gd name="connsiteX331" fmla="*/ 523025 w 1055399"/>
                <a:gd name="connsiteY331" fmla="*/ 10765 h 949444"/>
                <a:gd name="connsiteX332" fmla="*/ 521275 w 1055399"/>
                <a:gd name="connsiteY332" fmla="*/ 11135 h 949444"/>
                <a:gd name="connsiteX333" fmla="*/ 520198 w 1055399"/>
                <a:gd name="connsiteY333" fmla="*/ 11875 h 949444"/>
                <a:gd name="connsiteX334" fmla="*/ 518751 w 1055399"/>
                <a:gd name="connsiteY334" fmla="*/ 13187 h 949444"/>
                <a:gd name="connsiteX335" fmla="*/ 516799 w 1055399"/>
                <a:gd name="connsiteY335" fmla="*/ 15272 h 949444"/>
                <a:gd name="connsiteX336" fmla="*/ 514274 w 1055399"/>
                <a:gd name="connsiteY336" fmla="*/ 17526 h 949444"/>
                <a:gd name="connsiteX337" fmla="*/ 512760 w 1055399"/>
                <a:gd name="connsiteY337" fmla="*/ 18468 h 949444"/>
                <a:gd name="connsiteX338" fmla="*/ 511010 w 1055399"/>
                <a:gd name="connsiteY338" fmla="*/ 19713 h 949444"/>
                <a:gd name="connsiteX339" fmla="*/ 509496 w 1055399"/>
                <a:gd name="connsiteY339" fmla="*/ 21395 h 949444"/>
                <a:gd name="connsiteX340" fmla="*/ 508486 w 1055399"/>
                <a:gd name="connsiteY340" fmla="*/ 22337 h 949444"/>
                <a:gd name="connsiteX341" fmla="*/ 507342 w 1055399"/>
                <a:gd name="connsiteY341" fmla="*/ 23581 h 949444"/>
                <a:gd name="connsiteX342" fmla="*/ 506601 w 1055399"/>
                <a:gd name="connsiteY342" fmla="*/ 24961 h 949444"/>
                <a:gd name="connsiteX343" fmla="*/ 507611 w 1055399"/>
                <a:gd name="connsiteY343" fmla="*/ 25903 h 949444"/>
                <a:gd name="connsiteX344" fmla="*/ 509563 w 1055399"/>
                <a:gd name="connsiteY344" fmla="*/ 26340 h 949444"/>
                <a:gd name="connsiteX345" fmla="*/ 511818 w 1055399"/>
                <a:gd name="connsiteY345" fmla="*/ 27921 h 949444"/>
                <a:gd name="connsiteX346" fmla="*/ 513063 w 1055399"/>
                <a:gd name="connsiteY346" fmla="*/ 29502 h 949444"/>
                <a:gd name="connsiteX347" fmla="*/ 513366 w 1055399"/>
                <a:gd name="connsiteY347" fmla="*/ 32261 h 949444"/>
                <a:gd name="connsiteX348" fmla="*/ 513063 w 1055399"/>
                <a:gd name="connsiteY348" fmla="*/ 34010 h 949444"/>
                <a:gd name="connsiteX349" fmla="*/ 511481 w 1055399"/>
                <a:gd name="connsiteY349" fmla="*/ 34514 h 949444"/>
                <a:gd name="connsiteX350" fmla="*/ 509024 w 1055399"/>
                <a:gd name="connsiteY350" fmla="*/ 32563 h 949444"/>
                <a:gd name="connsiteX351" fmla="*/ 503000 w 1055399"/>
                <a:gd name="connsiteY351" fmla="*/ 30309 h 949444"/>
                <a:gd name="connsiteX352" fmla="*/ 500106 w 1055399"/>
                <a:gd name="connsiteY352" fmla="*/ 30881 h 949444"/>
                <a:gd name="connsiteX353" fmla="*/ 497851 w 1055399"/>
                <a:gd name="connsiteY353" fmla="*/ 31890 h 949444"/>
                <a:gd name="connsiteX354" fmla="*/ 495967 w 1055399"/>
                <a:gd name="connsiteY354" fmla="*/ 32765 h 949444"/>
                <a:gd name="connsiteX355" fmla="*/ 494216 w 1055399"/>
                <a:gd name="connsiteY355" fmla="*/ 33135 h 949444"/>
                <a:gd name="connsiteX356" fmla="*/ 492332 w 1055399"/>
                <a:gd name="connsiteY356" fmla="*/ 31184 h 949444"/>
                <a:gd name="connsiteX357" fmla="*/ 490245 w 1055399"/>
                <a:gd name="connsiteY357" fmla="*/ 30679 h 949444"/>
                <a:gd name="connsiteX358" fmla="*/ 487620 w 1055399"/>
                <a:gd name="connsiteY358" fmla="*/ 30814 h 949444"/>
                <a:gd name="connsiteX359" fmla="*/ 486812 w 1055399"/>
                <a:gd name="connsiteY359" fmla="*/ 31251 h 949444"/>
                <a:gd name="connsiteX360" fmla="*/ 484860 w 1055399"/>
                <a:gd name="connsiteY360" fmla="*/ 33270 h 949444"/>
                <a:gd name="connsiteX361" fmla="*/ 483279 w 1055399"/>
                <a:gd name="connsiteY361" fmla="*/ 34783 h 949444"/>
                <a:gd name="connsiteX362" fmla="*/ 481327 w 1055399"/>
                <a:gd name="connsiteY362" fmla="*/ 36028 h 949444"/>
                <a:gd name="connsiteX363" fmla="*/ 478432 w 1055399"/>
                <a:gd name="connsiteY363" fmla="*/ 37475 h 949444"/>
                <a:gd name="connsiteX364" fmla="*/ 475605 w 1055399"/>
                <a:gd name="connsiteY364" fmla="*/ 38147 h 949444"/>
                <a:gd name="connsiteX365" fmla="*/ 469211 w 1055399"/>
                <a:gd name="connsiteY365" fmla="*/ 38147 h 949444"/>
                <a:gd name="connsiteX366" fmla="*/ 466687 w 1055399"/>
                <a:gd name="connsiteY366" fmla="*/ 39190 h 949444"/>
                <a:gd name="connsiteX367" fmla="*/ 465610 w 1055399"/>
                <a:gd name="connsiteY367" fmla="*/ 39594 h 949444"/>
                <a:gd name="connsiteX368" fmla="*/ 464870 w 1055399"/>
                <a:gd name="connsiteY368" fmla="*/ 40973 h 949444"/>
                <a:gd name="connsiteX369" fmla="*/ 465374 w 1055399"/>
                <a:gd name="connsiteY369" fmla="*/ 41915 h 949444"/>
                <a:gd name="connsiteX370" fmla="*/ 467125 w 1055399"/>
                <a:gd name="connsiteY370" fmla="*/ 44303 h 949444"/>
                <a:gd name="connsiteX371" fmla="*/ 470086 w 1055399"/>
                <a:gd name="connsiteY371" fmla="*/ 47566 h 949444"/>
                <a:gd name="connsiteX372" fmla="*/ 474730 w 1055399"/>
                <a:gd name="connsiteY372" fmla="*/ 50325 h 949444"/>
                <a:gd name="connsiteX373" fmla="*/ 478937 w 1055399"/>
                <a:gd name="connsiteY373" fmla="*/ 53521 h 949444"/>
                <a:gd name="connsiteX374" fmla="*/ 480250 w 1055399"/>
                <a:gd name="connsiteY374" fmla="*/ 58600 h 949444"/>
                <a:gd name="connsiteX375" fmla="*/ 480250 w 1055399"/>
                <a:gd name="connsiteY375" fmla="*/ 63949 h 949444"/>
                <a:gd name="connsiteX376" fmla="*/ 479106 w 1055399"/>
                <a:gd name="connsiteY376" fmla="*/ 68288 h 949444"/>
                <a:gd name="connsiteX377" fmla="*/ 477221 w 1055399"/>
                <a:gd name="connsiteY377" fmla="*/ 73200 h 949444"/>
                <a:gd name="connsiteX378" fmla="*/ 478231 w 1055399"/>
                <a:gd name="connsiteY378" fmla="*/ 77270 h 949444"/>
                <a:gd name="connsiteX379" fmla="*/ 478231 w 1055399"/>
                <a:gd name="connsiteY379" fmla="*/ 80735 h 949444"/>
                <a:gd name="connsiteX380" fmla="*/ 479408 w 1055399"/>
                <a:gd name="connsiteY380" fmla="*/ 83191 h 949444"/>
                <a:gd name="connsiteX381" fmla="*/ 481428 w 1055399"/>
                <a:gd name="connsiteY381" fmla="*/ 84503 h 949444"/>
                <a:gd name="connsiteX382" fmla="*/ 484053 w 1055399"/>
                <a:gd name="connsiteY382" fmla="*/ 86521 h 949444"/>
                <a:gd name="connsiteX383" fmla="*/ 486947 w 1055399"/>
                <a:gd name="connsiteY383" fmla="*/ 88842 h 949444"/>
                <a:gd name="connsiteX384" fmla="*/ 488663 w 1055399"/>
                <a:gd name="connsiteY384" fmla="*/ 91163 h 949444"/>
                <a:gd name="connsiteX385" fmla="*/ 488663 w 1055399"/>
                <a:gd name="connsiteY385" fmla="*/ 92307 h 949444"/>
                <a:gd name="connsiteX386" fmla="*/ 488394 w 1055399"/>
                <a:gd name="connsiteY386" fmla="*/ 96344 h 949444"/>
                <a:gd name="connsiteX387" fmla="*/ 487519 w 1055399"/>
                <a:gd name="connsiteY387" fmla="*/ 100986 h 949444"/>
                <a:gd name="connsiteX388" fmla="*/ 486947 w 1055399"/>
                <a:gd name="connsiteY388" fmla="*/ 104014 h 949444"/>
                <a:gd name="connsiteX389" fmla="*/ 485500 w 1055399"/>
                <a:gd name="connsiteY389" fmla="*/ 106470 h 949444"/>
                <a:gd name="connsiteX390" fmla="*/ 480149 w 1055399"/>
                <a:gd name="connsiteY390" fmla="*/ 108219 h 949444"/>
                <a:gd name="connsiteX391" fmla="*/ 478399 w 1055399"/>
                <a:gd name="connsiteY391" fmla="*/ 107781 h 949444"/>
                <a:gd name="connsiteX392" fmla="*/ 474764 w 1055399"/>
                <a:gd name="connsiteY392" fmla="*/ 106470 h 949444"/>
                <a:gd name="connsiteX393" fmla="*/ 472745 w 1055399"/>
                <a:gd name="connsiteY393" fmla="*/ 106738 h 949444"/>
                <a:gd name="connsiteX394" fmla="*/ 469110 w 1055399"/>
                <a:gd name="connsiteY394" fmla="*/ 108488 h 949444"/>
                <a:gd name="connsiteX395" fmla="*/ 465475 w 1055399"/>
                <a:gd name="connsiteY395" fmla="*/ 109497 h 949444"/>
                <a:gd name="connsiteX396" fmla="*/ 464163 w 1055399"/>
                <a:gd name="connsiteY396" fmla="*/ 111381 h 949444"/>
                <a:gd name="connsiteX397" fmla="*/ 463422 w 1055399"/>
                <a:gd name="connsiteY397" fmla="*/ 114408 h 949444"/>
                <a:gd name="connsiteX398" fmla="*/ 462850 w 1055399"/>
                <a:gd name="connsiteY398" fmla="*/ 116427 h 949444"/>
                <a:gd name="connsiteX399" fmla="*/ 461975 w 1055399"/>
                <a:gd name="connsiteY399" fmla="*/ 114408 h 949444"/>
                <a:gd name="connsiteX400" fmla="*/ 459653 w 1055399"/>
                <a:gd name="connsiteY400" fmla="*/ 114980 h 949444"/>
                <a:gd name="connsiteX401" fmla="*/ 458341 w 1055399"/>
                <a:gd name="connsiteY401" fmla="*/ 116561 h 949444"/>
                <a:gd name="connsiteX402" fmla="*/ 458206 w 1055399"/>
                <a:gd name="connsiteY402" fmla="*/ 118008 h 949444"/>
                <a:gd name="connsiteX403" fmla="*/ 459350 w 1055399"/>
                <a:gd name="connsiteY403" fmla="*/ 119892 h 949444"/>
                <a:gd name="connsiteX404" fmla="*/ 460797 w 1055399"/>
                <a:gd name="connsiteY404" fmla="*/ 122078 h 949444"/>
                <a:gd name="connsiteX405" fmla="*/ 462985 w 1055399"/>
                <a:gd name="connsiteY405" fmla="*/ 123525 h 949444"/>
                <a:gd name="connsiteX406" fmla="*/ 462413 w 1055399"/>
                <a:gd name="connsiteY406" fmla="*/ 125106 h 949444"/>
                <a:gd name="connsiteX407" fmla="*/ 458071 w 1055399"/>
                <a:gd name="connsiteY407" fmla="*/ 124971 h 949444"/>
                <a:gd name="connsiteX408" fmla="*/ 457196 w 1055399"/>
                <a:gd name="connsiteY408" fmla="*/ 123088 h 949444"/>
                <a:gd name="connsiteX409" fmla="*/ 454740 w 1055399"/>
                <a:gd name="connsiteY409" fmla="*/ 118008 h 949444"/>
                <a:gd name="connsiteX410" fmla="*/ 452283 w 1055399"/>
                <a:gd name="connsiteY410" fmla="*/ 118008 h 949444"/>
                <a:gd name="connsiteX411" fmla="*/ 450533 w 1055399"/>
                <a:gd name="connsiteY411" fmla="*/ 121035 h 949444"/>
                <a:gd name="connsiteX412" fmla="*/ 449523 w 1055399"/>
                <a:gd name="connsiteY412" fmla="*/ 124938 h 949444"/>
                <a:gd name="connsiteX413" fmla="*/ 446326 w 1055399"/>
                <a:gd name="connsiteY413" fmla="*/ 124635 h 949444"/>
                <a:gd name="connsiteX414" fmla="*/ 445013 w 1055399"/>
                <a:gd name="connsiteY414" fmla="*/ 125779 h 949444"/>
                <a:gd name="connsiteX415" fmla="*/ 444004 w 1055399"/>
                <a:gd name="connsiteY415" fmla="*/ 127528 h 949444"/>
                <a:gd name="connsiteX416" fmla="*/ 443129 w 1055399"/>
                <a:gd name="connsiteY416" fmla="*/ 129412 h 949444"/>
                <a:gd name="connsiteX417" fmla="*/ 442388 w 1055399"/>
                <a:gd name="connsiteY417" fmla="*/ 130993 h 949444"/>
                <a:gd name="connsiteX418" fmla="*/ 441379 w 1055399"/>
                <a:gd name="connsiteY418" fmla="*/ 133314 h 949444"/>
                <a:gd name="connsiteX419" fmla="*/ 438922 w 1055399"/>
                <a:gd name="connsiteY419" fmla="*/ 135198 h 949444"/>
                <a:gd name="connsiteX420" fmla="*/ 432124 w 1055399"/>
                <a:gd name="connsiteY420" fmla="*/ 134626 h 949444"/>
                <a:gd name="connsiteX421" fmla="*/ 428792 w 1055399"/>
                <a:gd name="connsiteY421" fmla="*/ 131598 h 949444"/>
                <a:gd name="connsiteX422" fmla="*/ 427782 w 1055399"/>
                <a:gd name="connsiteY422" fmla="*/ 130589 h 949444"/>
                <a:gd name="connsiteX423" fmla="*/ 425325 w 1055399"/>
                <a:gd name="connsiteY423" fmla="*/ 124938 h 949444"/>
                <a:gd name="connsiteX424" fmla="*/ 422633 w 1055399"/>
                <a:gd name="connsiteY424" fmla="*/ 122146 h 949444"/>
                <a:gd name="connsiteX425" fmla="*/ 424518 w 1055399"/>
                <a:gd name="connsiteY425" fmla="*/ 120800 h 949444"/>
                <a:gd name="connsiteX426" fmla="*/ 429398 w 1055399"/>
                <a:gd name="connsiteY426" fmla="*/ 118311 h 949444"/>
                <a:gd name="connsiteX427" fmla="*/ 431888 w 1055399"/>
                <a:gd name="connsiteY427" fmla="*/ 117436 h 949444"/>
                <a:gd name="connsiteX428" fmla="*/ 433739 w 1055399"/>
                <a:gd name="connsiteY428" fmla="*/ 115821 h 949444"/>
                <a:gd name="connsiteX429" fmla="*/ 434816 w 1055399"/>
                <a:gd name="connsiteY429" fmla="*/ 114408 h 949444"/>
                <a:gd name="connsiteX430" fmla="*/ 435893 w 1055399"/>
                <a:gd name="connsiteY430" fmla="*/ 112558 h 949444"/>
                <a:gd name="connsiteX431" fmla="*/ 436869 w 1055399"/>
                <a:gd name="connsiteY431" fmla="*/ 108118 h 949444"/>
                <a:gd name="connsiteX432" fmla="*/ 438182 w 1055399"/>
                <a:gd name="connsiteY432" fmla="*/ 105528 h 949444"/>
                <a:gd name="connsiteX433" fmla="*/ 438182 w 1055399"/>
                <a:gd name="connsiteY433" fmla="*/ 101491 h 949444"/>
                <a:gd name="connsiteX434" fmla="*/ 438182 w 1055399"/>
                <a:gd name="connsiteY434" fmla="*/ 99742 h 949444"/>
                <a:gd name="connsiteX435" fmla="*/ 438182 w 1055399"/>
                <a:gd name="connsiteY435" fmla="*/ 98329 h 949444"/>
                <a:gd name="connsiteX436" fmla="*/ 436835 w 1055399"/>
                <a:gd name="connsiteY436" fmla="*/ 97151 h 949444"/>
                <a:gd name="connsiteX437" fmla="*/ 434715 w 1055399"/>
                <a:gd name="connsiteY437" fmla="*/ 94527 h 949444"/>
                <a:gd name="connsiteX438" fmla="*/ 434715 w 1055399"/>
                <a:gd name="connsiteY438" fmla="*/ 91063 h 949444"/>
                <a:gd name="connsiteX439" fmla="*/ 434715 w 1055399"/>
                <a:gd name="connsiteY439" fmla="*/ 87598 h 949444"/>
                <a:gd name="connsiteX440" fmla="*/ 434715 w 1055399"/>
                <a:gd name="connsiteY440" fmla="*/ 84133 h 949444"/>
                <a:gd name="connsiteX441" fmla="*/ 434715 w 1055399"/>
                <a:gd name="connsiteY441" fmla="*/ 81105 h 949444"/>
                <a:gd name="connsiteX442" fmla="*/ 433369 w 1055399"/>
                <a:gd name="connsiteY442" fmla="*/ 79255 h 949444"/>
                <a:gd name="connsiteX443" fmla="*/ 432124 w 1055399"/>
                <a:gd name="connsiteY443" fmla="*/ 76328 h 949444"/>
                <a:gd name="connsiteX444" fmla="*/ 430946 w 1055399"/>
                <a:gd name="connsiteY444" fmla="*/ 76328 h 949444"/>
                <a:gd name="connsiteX445" fmla="*/ 428186 w 1055399"/>
                <a:gd name="connsiteY445" fmla="*/ 79255 h 949444"/>
                <a:gd name="connsiteX446" fmla="*/ 426200 w 1055399"/>
                <a:gd name="connsiteY446" fmla="*/ 81139 h 949444"/>
                <a:gd name="connsiteX447" fmla="*/ 425561 w 1055399"/>
                <a:gd name="connsiteY447" fmla="*/ 83426 h 949444"/>
                <a:gd name="connsiteX448" fmla="*/ 423474 w 1055399"/>
                <a:gd name="connsiteY448" fmla="*/ 86992 h 949444"/>
                <a:gd name="connsiteX449" fmla="*/ 421624 w 1055399"/>
                <a:gd name="connsiteY449" fmla="*/ 89717 h 949444"/>
                <a:gd name="connsiteX450" fmla="*/ 420782 w 1055399"/>
                <a:gd name="connsiteY450" fmla="*/ 90524 h 949444"/>
                <a:gd name="connsiteX451" fmla="*/ 419335 w 1055399"/>
                <a:gd name="connsiteY451" fmla="*/ 90827 h 949444"/>
                <a:gd name="connsiteX452" fmla="*/ 422599 w 1055399"/>
                <a:gd name="connsiteY452" fmla="*/ 92307 h 949444"/>
                <a:gd name="connsiteX453" fmla="*/ 422599 w 1055399"/>
                <a:gd name="connsiteY453" fmla="*/ 94595 h 949444"/>
                <a:gd name="connsiteX454" fmla="*/ 421287 w 1055399"/>
                <a:gd name="connsiteY454" fmla="*/ 96546 h 949444"/>
                <a:gd name="connsiteX455" fmla="*/ 416710 w 1055399"/>
                <a:gd name="connsiteY455" fmla="*/ 98497 h 949444"/>
                <a:gd name="connsiteX456" fmla="*/ 413244 w 1055399"/>
                <a:gd name="connsiteY456" fmla="*/ 100986 h 949444"/>
                <a:gd name="connsiteX457" fmla="*/ 411628 w 1055399"/>
                <a:gd name="connsiteY457" fmla="*/ 102063 h 949444"/>
                <a:gd name="connsiteX458" fmla="*/ 410316 w 1055399"/>
                <a:gd name="connsiteY458" fmla="*/ 105090 h 949444"/>
                <a:gd name="connsiteX459" fmla="*/ 409340 w 1055399"/>
                <a:gd name="connsiteY459" fmla="*/ 108992 h 949444"/>
                <a:gd name="connsiteX460" fmla="*/ 411191 w 1055399"/>
                <a:gd name="connsiteY460" fmla="*/ 113231 h 949444"/>
                <a:gd name="connsiteX461" fmla="*/ 414657 w 1055399"/>
                <a:gd name="connsiteY461" fmla="*/ 115619 h 949444"/>
                <a:gd name="connsiteX462" fmla="*/ 417383 w 1055399"/>
                <a:gd name="connsiteY462" fmla="*/ 119522 h 949444"/>
                <a:gd name="connsiteX463" fmla="*/ 417383 w 1055399"/>
                <a:gd name="connsiteY463" fmla="*/ 120598 h 949444"/>
                <a:gd name="connsiteX464" fmla="*/ 415970 w 1055399"/>
                <a:gd name="connsiteY464" fmla="*/ 122011 h 949444"/>
                <a:gd name="connsiteX465" fmla="*/ 412369 w 1055399"/>
                <a:gd name="connsiteY465" fmla="*/ 125173 h 949444"/>
                <a:gd name="connsiteX466" fmla="*/ 409340 w 1055399"/>
                <a:gd name="connsiteY466" fmla="*/ 127561 h 949444"/>
                <a:gd name="connsiteX467" fmla="*/ 407590 w 1055399"/>
                <a:gd name="connsiteY467" fmla="*/ 130925 h 949444"/>
                <a:gd name="connsiteX468" fmla="*/ 406075 w 1055399"/>
                <a:gd name="connsiteY468" fmla="*/ 132137 h 949444"/>
                <a:gd name="connsiteX469" fmla="*/ 400522 w 1055399"/>
                <a:gd name="connsiteY469" fmla="*/ 132137 h 949444"/>
                <a:gd name="connsiteX470" fmla="*/ 395407 w 1055399"/>
                <a:gd name="connsiteY470" fmla="*/ 129849 h 949444"/>
                <a:gd name="connsiteX471" fmla="*/ 394330 w 1055399"/>
                <a:gd name="connsiteY471" fmla="*/ 125711 h 949444"/>
                <a:gd name="connsiteX472" fmla="*/ 393354 w 1055399"/>
                <a:gd name="connsiteY472" fmla="*/ 122684 h 949444"/>
                <a:gd name="connsiteX473" fmla="*/ 391301 w 1055399"/>
                <a:gd name="connsiteY473" fmla="*/ 120060 h 949444"/>
                <a:gd name="connsiteX474" fmla="*/ 388911 w 1055399"/>
                <a:gd name="connsiteY474" fmla="*/ 119959 h 949444"/>
                <a:gd name="connsiteX475" fmla="*/ 386724 w 1055399"/>
                <a:gd name="connsiteY475" fmla="*/ 120834 h 949444"/>
                <a:gd name="connsiteX476" fmla="*/ 385209 w 1055399"/>
                <a:gd name="connsiteY476" fmla="*/ 122886 h 949444"/>
                <a:gd name="connsiteX477" fmla="*/ 384570 w 1055399"/>
                <a:gd name="connsiteY477" fmla="*/ 125711 h 949444"/>
                <a:gd name="connsiteX478" fmla="*/ 383594 w 1055399"/>
                <a:gd name="connsiteY478" fmla="*/ 126788 h 949444"/>
                <a:gd name="connsiteX479" fmla="*/ 380329 w 1055399"/>
                <a:gd name="connsiteY479" fmla="*/ 126889 h 949444"/>
                <a:gd name="connsiteX480" fmla="*/ 377940 w 1055399"/>
                <a:gd name="connsiteY480" fmla="*/ 126014 h 949444"/>
                <a:gd name="connsiteX481" fmla="*/ 375752 w 1055399"/>
                <a:gd name="connsiteY481" fmla="*/ 124938 h 949444"/>
                <a:gd name="connsiteX482" fmla="*/ 373060 w 1055399"/>
                <a:gd name="connsiteY482" fmla="*/ 124938 h 949444"/>
                <a:gd name="connsiteX483" fmla="*/ 371411 w 1055399"/>
                <a:gd name="connsiteY483" fmla="*/ 124063 h 949444"/>
                <a:gd name="connsiteX484" fmla="*/ 367507 w 1055399"/>
                <a:gd name="connsiteY484" fmla="*/ 124164 h 949444"/>
                <a:gd name="connsiteX485" fmla="*/ 365118 w 1055399"/>
                <a:gd name="connsiteY485" fmla="*/ 124803 h 949444"/>
                <a:gd name="connsiteX486" fmla="*/ 363367 w 1055399"/>
                <a:gd name="connsiteY486" fmla="*/ 126754 h 949444"/>
                <a:gd name="connsiteX487" fmla="*/ 361180 w 1055399"/>
                <a:gd name="connsiteY487" fmla="*/ 129344 h 949444"/>
                <a:gd name="connsiteX488" fmla="*/ 359329 w 1055399"/>
                <a:gd name="connsiteY488" fmla="*/ 132507 h 949444"/>
                <a:gd name="connsiteX489" fmla="*/ 357579 w 1055399"/>
                <a:gd name="connsiteY489" fmla="*/ 135669 h 949444"/>
                <a:gd name="connsiteX490" fmla="*/ 355728 w 1055399"/>
                <a:gd name="connsiteY490" fmla="*/ 140681 h 949444"/>
                <a:gd name="connsiteX491" fmla="*/ 354853 w 1055399"/>
                <a:gd name="connsiteY491" fmla="*/ 146871 h 949444"/>
                <a:gd name="connsiteX492" fmla="*/ 354314 w 1055399"/>
                <a:gd name="connsiteY492" fmla="*/ 151210 h 949444"/>
                <a:gd name="connsiteX493" fmla="*/ 355189 w 1055399"/>
                <a:gd name="connsiteY493" fmla="*/ 155213 h 949444"/>
                <a:gd name="connsiteX494" fmla="*/ 357781 w 1055399"/>
                <a:gd name="connsiteY494" fmla="*/ 157938 h 949444"/>
                <a:gd name="connsiteX495" fmla="*/ 360372 w 1055399"/>
                <a:gd name="connsiteY495" fmla="*/ 160528 h 949444"/>
                <a:gd name="connsiteX496" fmla="*/ 362661 w 1055399"/>
                <a:gd name="connsiteY496" fmla="*/ 161302 h 949444"/>
                <a:gd name="connsiteX497" fmla="*/ 367440 w 1055399"/>
                <a:gd name="connsiteY497" fmla="*/ 165978 h 949444"/>
                <a:gd name="connsiteX498" fmla="*/ 366363 w 1055399"/>
                <a:gd name="connsiteY498" fmla="*/ 168266 h 949444"/>
                <a:gd name="connsiteX499" fmla="*/ 366901 w 1055399"/>
                <a:gd name="connsiteY499" fmla="*/ 170990 h 949444"/>
                <a:gd name="connsiteX500" fmla="*/ 366800 w 1055399"/>
                <a:gd name="connsiteY500" fmla="*/ 173580 h 949444"/>
                <a:gd name="connsiteX501" fmla="*/ 365824 w 1055399"/>
                <a:gd name="connsiteY501" fmla="*/ 175868 h 949444"/>
                <a:gd name="connsiteX502" fmla="*/ 362358 w 1055399"/>
                <a:gd name="connsiteY502" fmla="*/ 178694 h 949444"/>
                <a:gd name="connsiteX503" fmla="*/ 357242 w 1055399"/>
                <a:gd name="connsiteY503" fmla="*/ 180107 h 949444"/>
                <a:gd name="connsiteX504" fmla="*/ 355627 w 1055399"/>
                <a:gd name="connsiteY504" fmla="*/ 180107 h 949444"/>
                <a:gd name="connsiteX505" fmla="*/ 352800 w 1055399"/>
                <a:gd name="connsiteY505" fmla="*/ 180880 h 949444"/>
                <a:gd name="connsiteX506" fmla="*/ 351050 w 1055399"/>
                <a:gd name="connsiteY506" fmla="*/ 179568 h 949444"/>
                <a:gd name="connsiteX507" fmla="*/ 349737 w 1055399"/>
                <a:gd name="connsiteY507" fmla="*/ 179333 h 949444"/>
                <a:gd name="connsiteX508" fmla="*/ 347247 w 1055399"/>
                <a:gd name="connsiteY508" fmla="*/ 180847 h 949444"/>
                <a:gd name="connsiteX509" fmla="*/ 344622 w 1055399"/>
                <a:gd name="connsiteY509" fmla="*/ 183437 h 949444"/>
                <a:gd name="connsiteX510" fmla="*/ 342131 w 1055399"/>
                <a:gd name="connsiteY510" fmla="*/ 184648 h 949444"/>
                <a:gd name="connsiteX511" fmla="*/ 337992 w 1055399"/>
                <a:gd name="connsiteY511" fmla="*/ 185724 h 949444"/>
                <a:gd name="connsiteX512" fmla="*/ 334963 w 1055399"/>
                <a:gd name="connsiteY512" fmla="*/ 185724 h 949444"/>
                <a:gd name="connsiteX513" fmla="*/ 329208 w 1055399"/>
                <a:gd name="connsiteY513" fmla="*/ 183773 h 949444"/>
                <a:gd name="connsiteX514" fmla="*/ 324530 w 1055399"/>
                <a:gd name="connsiteY514" fmla="*/ 179871 h 949444"/>
                <a:gd name="connsiteX515" fmla="*/ 321939 w 1055399"/>
                <a:gd name="connsiteY515" fmla="*/ 178256 h 949444"/>
                <a:gd name="connsiteX516" fmla="*/ 318237 w 1055399"/>
                <a:gd name="connsiteY516" fmla="*/ 178357 h 949444"/>
                <a:gd name="connsiteX517" fmla="*/ 313761 w 1055399"/>
                <a:gd name="connsiteY517" fmla="*/ 179804 h 949444"/>
                <a:gd name="connsiteX518" fmla="*/ 312179 w 1055399"/>
                <a:gd name="connsiteY518" fmla="*/ 183134 h 949444"/>
                <a:gd name="connsiteX519" fmla="*/ 308409 w 1055399"/>
                <a:gd name="connsiteY519" fmla="*/ 184715 h 949444"/>
                <a:gd name="connsiteX520" fmla="*/ 306390 w 1055399"/>
                <a:gd name="connsiteY520" fmla="*/ 189627 h 949444"/>
                <a:gd name="connsiteX521" fmla="*/ 306087 w 1055399"/>
                <a:gd name="connsiteY521" fmla="*/ 193832 h 949444"/>
                <a:gd name="connsiteX522" fmla="*/ 306087 w 1055399"/>
                <a:gd name="connsiteY522" fmla="*/ 196994 h 949444"/>
                <a:gd name="connsiteX523" fmla="*/ 304337 w 1055399"/>
                <a:gd name="connsiteY523" fmla="*/ 200459 h 949444"/>
                <a:gd name="connsiteX524" fmla="*/ 301308 w 1055399"/>
                <a:gd name="connsiteY524" fmla="*/ 204226 h 949444"/>
                <a:gd name="connsiteX525" fmla="*/ 297977 w 1055399"/>
                <a:gd name="connsiteY525" fmla="*/ 204798 h 949444"/>
                <a:gd name="connsiteX526" fmla="*/ 293198 w 1055399"/>
                <a:gd name="connsiteY526" fmla="*/ 204798 h 949444"/>
                <a:gd name="connsiteX527" fmla="*/ 288856 w 1055399"/>
                <a:gd name="connsiteY527" fmla="*/ 202780 h 949444"/>
                <a:gd name="connsiteX528" fmla="*/ 286669 w 1055399"/>
                <a:gd name="connsiteY528" fmla="*/ 200324 h 949444"/>
                <a:gd name="connsiteX529" fmla="*/ 287409 w 1055399"/>
                <a:gd name="connsiteY529" fmla="*/ 198743 h 949444"/>
                <a:gd name="connsiteX530" fmla="*/ 291178 w 1055399"/>
                <a:gd name="connsiteY530" fmla="*/ 196725 h 949444"/>
                <a:gd name="connsiteX531" fmla="*/ 293770 w 1055399"/>
                <a:gd name="connsiteY531" fmla="*/ 193966 h 949444"/>
                <a:gd name="connsiteX532" fmla="*/ 296227 w 1055399"/>
                <a:gd name="connsiteY532" fmla="*/ 190939 h 949444"/>
                <a:gd name="connsiteX533" fmla="*/ 297977 w 1055399"/>
                <a:gd name="connsiteY533" fmla="*/ 188752 h 949444"/>
                <a:gd name="connsiteX534" fmla="*/ 299424 w 1055399"/>
                <a:gd name="connsiteY534" fmla="*/ 185724 h 949444"/>
                <a:gd name="connsiteX535" fmla="*/ 299424 w 1055399"/>
                <a:gd name="connsiteY535" fmla="*/ 183706 h 949444"/>
                <a:gd name="connsiteX536" fmla="*/ 298852 w 1055399"/>
                <a:gd name="connsiteY536" fmla="*/ 180376 h 949444"/>
                <a:gd name="connsiteX537" fmla="*/ 294948 w 1055399"/>
                <a:gd name="connsiteY537" fmla="*/ 174590 h 949444"/>
                <a:gd name="connsiteX538" fmla="*/ 293803 w 1055399"/>
                <a:gd name="connsiteY538" fmla="*/ 170822 h 949444"/>
                <a:gd name="connsiteX539" fmla="*/ 291212 w 1055399"/>
                <a:gd name="connsiteY539" fmla="*/ 167357 h 949444"/>
                <a:gd name="connsiteX540" fmla="*/ 288183 w 1055399"/>
                <a:gd name="connsiteY540" fmla="*/ 167223 h 949444"/>
                <a:gd name="connsiteX541" fmla="*/ 286736 w 1055399"/>
                <a:gd name="connsiteY541" fmla="*/ 168232 h 949444"/>
                <a:gd name="connsiteX542" fmla="*/ 283707 w 1055399"/>
                <a:gd name="connsiteY542" fmla="*/ 169241 h 949444"/>
                <a:gd name="connsiteX543" fmla="*/ 282967 w 1055399"/>
                <a:gd name="connsiteY543" fmla="*/ 169375 h 949444"/>
                <a:gd name="connsiteX544" fmla="*/ 277178 w 1055399"/>
                <a:gd name="connsiteY544" fmla="*/ 167492 h 949444"/>
                <a:gd name="connsiteX545" fmla="*/ 275159 w 1055399"/>
                <a:gd name="connsiteY545" fmla="*/ 165743 h 949444"/>
                <a:gd name="connsiteX546" fmla="*/ 272702 w 1055399"/>
                <a:gd name="connsiteY546" fmla="*/ 167626 h 949444"/>
                <a:gd name="connsiteX547" fmla="*/ 270817 w 1055399"/>
                <a:gd name="connsiteY547" fmla="*/ 171259 h 949444"/>
                <a:gd name="connsiteX548" fmla="*/ 269640 w 1055399"/>
                <a:gd name="connsiteY548" fmla="*/ 172706 h 949444"/>
                <a:gd name="connsiteX549" fmla="*/ 269640 w 1055399"/>
                <a:gd name="connsiteY549" fmla="*/ 174455 h 949444"/>
                <a:gd name="connsiteX550" fmla="*/ 268495 w 1055399"/>
                <a:gd name="connsiteY550" fmla="*/ 177920 h 949444"/>
                <a:gd name="connsiteX551" fmla="*/ 265904 w 1055399"/>
                <a:gd name="connsiteY551" fmla="*/ 178929 h 949444"/>
                <a:gd name="connsiteX552" fmla="*/ 262269 w 1055399"/>
                <a:gd name="connsiteY552" fmla="*/ 177785 h 949444"/>
                <a:gd name="connsiteX553" fmla="*/ 260519 w 1055399"/>
                <a:gd name="connsiteY553" fmla="*/ 176474 h 949444"/>
                <a:gd name="connsiteX554" fmla="*/ 258062 w 1055399"/>
                <a:gd name="connsiteY554" fmla="*/ 173009 h 949444"/>
                <a:gd name="connsiteX555" fmla="*/ 258062 w 1055399"/>
                <a:gd name="connsiteY555" fmla="*/ 170687 h 949444"/>
                <a:gd name="connsiteX556" fmla="*/ 259072 w 1055399"/>
                <a:gd name="connsiteY556" fmla="*/ 166651 h 949444"/>
                <a:gd name="connsiteX557" fmla="*/ 260654 w 1055399"/>
                <a:gd name="connsiteY557" fmla="*/ 163186 h 949444"/>
                <a:gd name="connsiteX558" fmla="*/ 260788 w 1055399"/>
                <a:gd name="connsiteY558" fmla="*/ 156391 h 949444"/>
                <a:gd name="connsiteX559" fmla="*/ 258904 w 1055399"/>
                <a:gd name="connsiteY559" fmla="*/ 153330 h 949444"/>
                <a:gd name="connsiteX560" fmla="*/ 253115 w 1055399"/>
                <a:gd name="connsiteY560" fmla="*/ 148990 h 949444"/>
                <a:gd name="connsiteX561" fmla="*/ 253687 w 1055399"/>
                <a:gd name="connsiteY561" fmla="*/ 146400 h 949444"/>
                <a:gd name="connsiteX562" fmla="*/ 256884 w 1055399"/>
                <a:gd name="connsiteY562" fmla="*/ 143204 h 949444"/>
                <a:gd name="connsiteX563" fmla="*/ 255303 w 1055399"/>
                <a:gd name="connsiteY563" fmla="*/ 142026 h 949444"/>
                <a:gd name="connsiteX564" fmla="*/ 252543 w 1055399"/>
                <a:gd name="connsiteY564" fmla="*/ 142464 h 949444"/>
                <a:gd name="connsiteX565" fmla="*/ 249514 w 1055399"/>
                <a:gd name="connsiteY565" fmla="*/ 143776 h 949444"/>
                <a:gd name="connsiteX566" fmla="*/ 247932 w 1055399"/>
                <a:gd name="connsiteY566" fmla="*/ 146669 h 949444"/>
                <a:gd name="connsiteX567" fmla="*/ 246788 w 1055399"/>
                <a:gd name="connsiteY567" fmla="*/ 148553 h 949444"/>
                <a:gd name="connsiteX568" fmla="*/ 245475 w 1055399"/>
                <a:gd name="connsiteY568" fmla="*/ 150302 h 949444"/>
                <a:gd name="connsiteX569" fmla="*/ 242716 w 1055399"/>
                <a:gd name="connsiteY569" fmla="*/ 150167 h 949444"/>
                <a:gd name="connsiteX570" fmla="*/ 237499 w 1055399"/>
                <a:gd name="connsiteY570" fmla="*/ 150739 h 949444"/>
                <a:gd name="connsiteX571" fmla="*/ 235749 w 1055399"/>
                <a:gd name="connsiteY571" fmla="*/ 151883 h 949444"/>
                <a:gd name="connsiteX572" fmla="*/ 234874 w 1055399"/>
                <a:gd name="connsiteY572" fmla="*/ 156222 h 949444"/>
                <a:gd name="connsiteX573" fmla="*/ 234874 w 1055399"/>
                <a:gd name="connsiteY573" fmla="*/ 160562 h 949444"/>
                <a:gd name="connsiteX574" fmla="*/ 234874 w 1055399"/>
                <a:gd name="connsiteY574" fmla="*/ 164902 h 949444"/>
                <a:gd name="connsiteX575" fmla="*/ 235615 w 1055399"/>
                <a:gd name="connsiteY575" fmla="*/ 166920 h 949444"/>
                <a:gd name="connsiteX576" fmla="*/ 235480 w 1055399"/>
                <a:gd name="connsiteY576" fmla="*/ 168064 h 949444"/>
                <a:gd name="connsiteX577" fmla="*/ 235177 w 1055399"/>
                <a:gd name="connsiteY577" fmla="*/ 169073 h 949444"/>
                <a:gd name="connsiteX578" fmla="*/ 233158 w 1055399"/>
                <a:gd name="connsiteY578" fmla="*/ 168636 h 949444"/>
                <a:gd name="connsiteX579" fmla="*/ 231845 w 1055399"/>
                <a:gd name="connsiteY579" fmla="*/ 168266 h 949444"/>
                <a:gd name="connsiteX580" fmla="*/ 230600 w 1055399"/>
                <a:gd name="connsiteY580" fmla="*/ 169510 h 949444"/>
                <a:gd name="connsiteX581" fmla="*/ 230163 w 1055399"/>
                <a:gd name="connsiteY581" fmla="*/ 170822 h 949444"/>
                <a:gd name="connsiteX582" fmla="*/ 229658 w 1055399"/>
                <a:gd name="connsiteY582" fmla="*/ 171461 h 949444"/>
                <a:gd name="connsiteX583" fmla="*/ 227134 w 1055399"/>
                <a:gd name="connsiteY583" fmla="*/ 171461 h 949444"/>
                <a:gd name="connsiteX584" fmla="*/ 225889 w 1055399"/>
                <a:gd name="connsiteY584" fmla="*/ 170385 h 949444"/>
                <a:gd name="connsiteX585" fmla="*/ 224239 w 1055399"/>
                <a:gd name="connsiteY585" fmla="*/ 168871 h 949444"/>
                <a:gd name="connsiteX586" fmla="*/ 222860 w 1055399"/>
                <a:gd name="connsiteY586" fmla="*/ 166752 h 949444"/>
                <a:gd name="connsiteX587" fmla="*/ 221985 w 1055399"/>
                <a:gd name="connsiteY587" fmla="*/ 165877 h 949444"/>
                <a:gd name="connsiteX588" fmla="*/ 221177 w 1055399"/>
                <a:gd name="connsiteY588" fmla="*/ 163993 h 949444"/>
                <a:gd name="connsiteX589" fmla="*/ 221177 w 1055399"/>
                <a:gd name="connsiteY589" fmla="*/ 161672 h 949444"/>
                <a:gd name="connsiteX590" fmla="*/ 220167 w 1055399"/>
                <a:gd name="connsiteY590" fmla="*/ 160865 h 949444"/>
                <a:gd name="connsiteX591" fmla="*/ 217710 w 1055399"/>
                <a:gd name="connsiteY591" fmla="*/ 158981 h 949444"/>
                <a:gd name="connsiteX592" fmla="*/ 216331 w 1055399"/>
                <a:gd name="connsiteY592" fmla="*/ 158779 h 949444"/>
                <a:gd name="connsiteX593" fmla="*/ 215186 w 1055399"/>
                <a:gd name="connsiteY593" fmla="*/ 159721 h 949444"/>
                <a:gd name="connsiteX594" fmla="*/ 214244 w 1055399"/>
                <a:gd name="connsiteY594" fmla="*/ 161538 h 949444"/>
                <a:gd name="connsiteX595" fmla="*/ 213302 w 1055399"/>
                <a:gd name="connsiteY595" fmla="*/ 163421 h 949444"/>
                <a:gd name="connsiteX596" fmla="*/ 211787 w 1055399"/>
                <a:gd name="connsiteY596" fmla="*/ 165877 h 949444"/>
                <a:gd name="connsiteX597" fmla="*/ 210037 w 1055399"/>
                <a:gd name="connsiteY597" fmla="*/ 165877 h 949444"/>
                <a:gd name="connsiteX598" fmla="*/ 207513 w 1055399"/>
                <a:gd name="connsiteY598" fmla="*/ 163354 h 949444"/>
                <a:gd name="connsiteX599" fmla="*/ 204383 w 1055399"/>
                <a:gd name="connsiteY599" fmla="*/ 161470 h 949444"/>
                <a:gd name="connsiteX600" fmla="*/ 201354 w 1055399"/>
                <a:gd name="connsiteY600" fmla="*/ 160091 h 949444"/>
                <a:gd name="connsiteX601" fmla="*/ 198090 w 1055399"/>
                <a:gd name="connsiteY601" fmla="*/ 158005 h 949444"/>
                <a:gd name="connsiteX602" fmla="*/ 194758 w 1055399"/>
                <a:gd name="connsiteY602" fmla="*/ 154675 h 949444"/>
                <a:gd name="connsiteX603" fmla="*/ 192873 w 1055399"/>
                <a:gd name="connsiteY603" fmla="*/ 151648 h 949444"/>
                <a:gd name="connsiteX604" fmla="*/ 191628 w 1055399"/>
                <a:gd name="connsiteY604" fmla="*/ 149629 h 949444"/>
                <a:gd name="connsiteX605" fmla="*/ 191628 w 1055399"/>
                <a:gd name="connsiteY605" fmla="*/ 148115 h 949444"/>
                <a:gd name="connsiteX606" fmla="*/ 191561 w 1055399"/>
                <a:gd name="connsiteY606" fmla="*/ 145794 h 949444"/>
                <a:gd name="connsiteX607" fmla="*/ 189609 w 1055399"/>
                <a:gd name="connsiteY607" fmla="*/ 144280 h 949444"/>
                <a:gd name="connsiteX608" fmla="*/ 186412 w 1055399"/>
                <a:gd name="connsiteY608" fmla="*/ 142094 h 949444"/>
                <a:gd name="connsiteX609" fmla="*/ 182340 w 1055399"/>
                <a:gd name="connsiteY609" fmla="*/ 136140 h 949444"/>
                <a:gd name="connsiteX610" fmla="*/ 181397 w 1055399"/>
                <a:gd name="connsiteY610" fmla="*/ 130993 h 949444"/>
                <a:gd name="connsiteX611" fmla="*/ 175306 w 1055399"/>
                <a:gd name="connsiteY611" fmla="*/ 124702 h 949444"/>
                <a:gd name="connsiteX612" fmla="*/ 171402 w 1055399"/>
                <a:gd name="connsiteY612" fmla="*/ 121002 h 949444"/>
                <a:gd name="connsiteX613" fmla="*/ 164233 w 1055399"/>
                <a:gd name="connsiteY613" fmla="*/ 117974 h 949444"/>
                <a:gd name="connsiteX614" fmla="*/ 159892 w 1055399"/>
                <a:gd name="connsiteY614" fmla="*/ 116898 h 949444"/>
                <a:gd name="connsiteX615" fmla="*/ 157267 w 1055399"/>
                <a:gd name="connsiteY615" fmla="*/ 115148 h 949444"/>
                <a:gd name="connsiteX616" fmla="*/ 153565 w 1055399"/>
                <a:gd name="connsiteY616" fmla="*/ 113197 h 949444"/>
                <a:gd name="connsiteX617" fmla="*/ 151613 w 1055399"/>
                <a:gd name="connsiteY617" fmla="*/ 111246 h 949444"/>
                <a:gd name="connsiteX618" fmla="*/ 148988 w 1055399"/>
                <a:gd name="connsiteY618" fmla="*/ 109497 h 949444"/>
                <a:gd name="connsiteX619" fmla="*/ 145286 w 1055399"/>
                <a:gd name="connsiteY619" fmla="*/ 107748 h 949444"/>
                <a:gd name="connsiteX620" fmla="*/ 145286 w 1055399"/>
                <a:gd name="connsiteY620" fmla="*/ 104720 h 949444"/>
                <a:gd name="connsiteX621" fmla="*/ 146161 w 1055399"/>
                <a:gd name="connsiteY621" fmla="*/ 102971 h 949444"/>
                <a:gd name="connsiteX622" fmla="*/ 143771 w 1055399"/>
                <a:gd name="connsiteY622" fmla="*/ 98631 h 949444"/>
                <a:gd name="connsiteX623" fmla="*/ 140507 w 1055399"/>
                <a:gd name="connsiteY623" fmla="*/ 96243 h 949444"/>
                <a:gd name="connsiteX624" fmla="*/ 137478 w 1055399"/>
                <a:gd name="connsiteY624" fmla="*/ 89852 h 949444"/>
                <a:gd name="connsiteX625" fmla="*/ 138555 w 1055399"/>
                <a:gd name="connsiteY625" fmla="*/ 82787 h 949444"/>
                <a:gd name="connsiteX626" fmla="*/ 139867 w 1055399"/>
                <a:gd name="connsiteY626" fmla="*/ 74545 h 949444"/>
                <a:gd name="connsiteX627" fmla="*/ 137478 w 1055399"/>
                <a:gd name="connsiteY627" fmla="*/ 66506 h 949444"/>
                <a:gd name="connsiteX628" fmla="*/ 132463 w 1055399"/>
                <a:gd name="connsiteY628" fmla="*/ 61291 h 949444"/>
                <a:gd name="connsiteX629" fmla="*/ 129838 w 1055399"/>
                <a:gd name="connsiteY629" fmla="*/ 54765 h 949444"/>
                <a:gd name="connsiteX630" fmla="*/ 127449 w 1055399"/>
                <a:gd name="connsiteY630" fmla="*/ 51502 h 949444"/>
                <a:gd name="connsiteX631" fmla="*/ 126372 w 1055399"/>
                <a:gd name="connsiteY631" fmla="*/ 47163 h 949444"/>
                <a:gd name="connsiteX632" fmla="*/ 129401 w 1055399"/>
                <a:gd name="connsiteY632" fmla="*/ 44774 h 949444"/>
                <a:gd name="connsiteX633" fmla="*/ 130713 w 1055399"/>
                <a:gd name="connsiteY633" fmla="*/ 42184 h 949444"/>
                <a:gd name="connsiteX634" fmla="*/ 128526 w 1055399"/>
                <a:gd name="connsiteY634" fmla="*/ 38921 h 949444"/>
                <a:gd name="connsiteX635" fmla="*/ 126338 w 1055399"/>
                <a:gd name="connsiteY635" fmla="*/ 33270 h 949444"/>
                <a:gd name="connsiteX636" fmla="*/ 121761 w 1055399"/>
                <a:gd name="connsiteY636" fmla="*/ 28829 h 949444"/>
                <a:gd name="connsiteX637" fmla="*/ 118295 w 1055399"/>
                <a:gd name="connsiteY637" fmla="*/ 25903 h 949444"/>
                <a:gd name="connsiteX638" fmla="*/ 113953 w 1055399"/>
                <a:gd name="connsiteY638" fmla="*/ 25903 h 949444"/>
                <a:gd name="connsiteX639" fmla="*/ 110924 w 1055399"/>
                <a:gd name="connsiteY639" fmla="*/ 23581 h 949444"/>
                <a:gd name="connsiteX640" fmla="*/ 109343 w 1055399"/>
                <a:gd name="connsiteY640" fmla="*/ 22707 h 949444"/>
                <a:gd name="connsiteX641" fmla="*/ 108602 w 1055399"/>
                <a:gd name="connsiteY641" fmla="*/ 20083 h 949444"/>
                <a:gd name="connsiteX642" fmla="*/ 107727 w 1055399"/>
                <a:gd name="connsiteY642" fmla="*/ 17896 h 949444"/>
                <a:gd name="connsiteX643" fmla="*/ 104463 w 1055399"/>
                <a:gd name="connsiteY643" fmla="*/ 17896 h 949444"/>
                <a:gd name="connsiteX644" fmla="*/ 99179 w 1055399"/>
                <a:gd name="connsiteY644" fmla="*/ 17896 h 949444"/>
                <a:gd name="connsiteX645" fmla="*/ 99179 w 1055399"/>
                <a:gd name="connsiteY645" fmla="*/ 14566 h 949444"/>
                <a:gd name="connsiteX646" fmla="*/ 99179 w 1055399"/>
                <a:gd name="connsiteY646" fmla="*/ 11101 h 949444"/>
                <a:gd name="connsiteX647" fmla="*/ 96722 w 1055399"/>
                <a:gd name="connsiteY647" fmla="*/ 9520 h 949444"/>
                <a:gd name="connsiteX648" fmla="*/ 94972 w 1055399"/>
                <a:gd name="connsiteY648" fmla="*/ 7199 h 949444"/>
                <a:gd name="connsiteX649" fmla="*/ 90631 w 1055399"/>
                <a:gd name="connsiteY649" fmla="*/ 6459 h 949444"/>
                <a:gd name="connsiteX650" fmla="*/ 88309 w 1055399"/>
                <a:gd name="connsiteY650" fmla="*/ 6627 h 949444"/>
                <a:gd name="connsiteX651" fmla="*/ 85549 w 1055399"/>
                <a:gd name="connsiteY651" fmla="*/ 6728 h 949444"/>
                <a:gd name="connsiteX652" fmla="*/ 79188 w 1055399"/>
                <a:gd name="connsiteY652" fmla="*/ 6728 h 949444"/>
                <a:gd name="connsiteX653" fmla="*/ 74409 w 1055399"/>
                <a:gd name="connsiteY653" fmla="*/ 7603 h 949444"/>
                <a:gd name="connsiteX654" fmla="*/ 72222 w 1055399"/>
                <a:gd name="connsiteY654" fmla="*/ 9352 h 949444"/>
                <a:gd name="connsiteX655" fmla="*/ 68318 w 1055399"/>
                <a:gd name="connsiteY655" fmla="*/ 10529 h 949444"/>
                <a:gd name="connsiteX656" fmla="*/ 63976 w 1055399"/>
                <a:gd name="connsiteY656" fmla="*/ 12110 h 949444"/>
                <a:gd name="connsiteX657" fmla="*/ 62226 w 1055399"/>
                <a:gd name="connsiteY657" fmla="*/ 13691 h 949444"/>
                <a:gd name="connsiteX658" fmla="*/ 59197 w 1055399"/>
                <a:gd name="connsiteY658" fmla="*/ 14129 h 949444"/>
                <a:gd name="connsiteX659" fmla="*/ 54553 w 1055399"/>
                <a:gd name="connsiteY659" fmla="*/ 11673 h 949444"/>
                <a:gd name="connsiteX660" fmla="*/ 54553 w 1055399"/>
                <a:gd name="connsiteY660" fmla="*/ 9486 h 949444"/>
                <a:gd name="connsiteX661" fmla="*/ 56741 w 1055399"/>
                <a:gd name="connsiteY661" fmla="*/ 6459 h 949444"/>
                <a:gd name="connsiteX662" fmla="*/ 56875 w 1055399"/>
                <a:gd name="connsiteY662" fmla="*/ 3263 h 949444"/>
                <a:gd name="connsiteX663" fmla="*/ 54553 w 1055399"/>
                <a:gd name="connsiteY663" fmla="*/ 807 h 949444"/>
                <a:gd name="connsiteX664" fmla="*/ 53106 w 1055399"/>
                <a:gd name="connsiteY664" fmla="*/ 67 h 949444"/>
                <a:gd name="connsiteX665" fmla="*/ 49034 w 1055399"/>
                <a:gd name="connsiteY665" fmla="*/ 67 h 949444"/>
                <a:gd name="connsiteX666" fmla="*/ 42976 w 1055399"/>
                <a:gd name="connsiteY666" fmla="*/ 0 h 949444"/>
                <a:gd name="connsiteX667" fmla="*/ 40048 w 1055399"/>
                <a:gd name="connsiteY667" fmla="*/ 2388 h 949444"/>
                <a:gd name="connsiteX668" fmla="*/ 40048 w 1055399"/>
                <a:gd name="connsiteY668" fmla="*/ 4138 h 949444"/>
                <a:gd name="connsiteX669" fmla="*/ 40048 w 1055399"/>
                <a:gd name="connsiteY669" fmla="*/ 5887 h 949444"/>
                <a:gd name="connsiteX670" fmla="*/ 40048 w 1055399"/>
                <a:gd name="connsiteY670" fmla="*/ 7636 h 949444"/>
                <a:gd name="connsiteX671" fmla="*/ 38971 w 1055399"/>
                <a:gd name="connsiteY671" fmla="*/ 9587 h 949444"/>
                <a:gd name="connsiteX672" fmla="*/ 36144 w 1055399"/>
                <a:gd name="connsiteY672" fmla="*/ 10126 h 949444"/>
                <a:gd name="connsiteX673" fmla="*/ 27899 w 1055399"/>
                <a:gd name="connsiteY673" fmla="*/ 10226 h 949444"/>
                <a:gd name="connsiteX674" fmla="*/ 23557 w 1055399"/>
                <a:gd name="connsiteY674" fmla="*/ 10226 h 949444"/>
                <a:gd name="connsiteX675" fmla="*/ 20966 w 1055399"/>
                <a:gd name="connsiteY675" fmla="*/ 9789 h 949444"/>
                <a:gd name="connsiteX676" fmla="*/ 17499 w 1055399"/>
                <a:gd name="connsiteY676" fmla="*/ 10428 h 949444"/>
                <a:gd name="connsiteX677" fmla="*/ 14033 w 1055399"/>
                <a:gd name="connsiteY677" fmla="*/ 12615 h 949444"/>
                <a:gd name="connsiteX678" fmla="*/ 14033 w 1055399"/>
                <a:gd name="connsiteY678" fmla="*/ 12817 h 949444"/>
                <a:gd name="connsiteX679" fmla="*/ 15110 w 1055399"/>
                <a:gd name="connsiteY679" fmla="*/ 16282 h 949444"/>
                <a:gd name="connsiteX680" fmla="*/ 15312 w 1055399"/>
                <a:gd name="connsiteY680" fmla="*/ 17358 h 949444"/>
                <a:gd name="connsiteX681" fmla="*/ 17499 w 1055399"/>
                <a:gd name="connsiteY681" fmla="*/ 22370 h 949444"/>
                <a:gd name="connsiteX682" fmla="*/ 17499 w 1055399"/>
                <a:gd name="connsiteY682" fmla="*/ 24994 h 949444"/>
                <a:gd name="connsiteX683" fmla="*/ 18374 w 1055399"/>
                <a:gd name="connsiteY683" fmla="*/ 27383 h 949444"/>
                <a:gd name="connsiteX684" fmla="*/ 18172 w 1055399"/>
                <a:gd name="connsiteY684" fmla="*/ 30646 h 949444"/>
                <a:gd name="connsiteX685" fmla="*/ 17735 w 1055399"/>
                <a:gd name="connsiteY685" fmla="*/ 34346 h 949444"/>
                <a:gd name="connsiteX686" fmla="*/ 16220 w 1055399"/>
                <a:gd name="connsiteY686" fmla="*/ 37374 h 949444"/>
                <a:gd name="connsiteX687" fmla="*/ 14033 w 1055399"/>
                <a:gd name="connsiteY687" fmla="*/ 39762 h 949444"/>
                <a:gd name="connsiteX688" fmla="*/ 14033 w 1055399"/>
                <a:gd name="connsiteY688" fmla="*/ 42352 h 949444"/>
                <a:gd name="connsiteX689" fmla="*/ 15547 w 1055399"/>
                <a:gd name="connsiteY689" fmla="*/ 43664 h 949444"/>
                <a:gd name="connsiteX690" fmla="*/ 22076 w 1055399"/>
                <a:gd name="connsiteY690" fmla="*/ 47802 h 949444"/>
                <a:gd name="connsiteX691" fmla="*/ 21437 w 1055399"/>
                <a:gd name="connsiteY691" fmla="*/ 51502 h 949444"/>
                <a:gd name="connsiteX692" fmla="*/ 20999 w 1055399"/>
                <a:gd name="connsiteY692" fmla="*/ 55203 h 949444"/>
                <a:gd name="connsiteX693" fmla="*/ 21437 w 1055399"/>
                <a:gd name="connsiteY693" fmla="*/ 57793 h 949444"/>
                <a:gd name="connsiteX694" fmla="*/ 30557 w 1055399"/>
                <a:gd name="connsiteY694" fmla="*/ 58432 h 949444"/>
                <a:gd name="connsiteX695" fmla="*/ 35134 w 1055399"/>
                <a:gd name="connsiteY695" fmla="*/ 58230 h 949444"/>
                <a:gd name="connsiteX696" fmla="*/ 40586 w 1055399"/>
                <a:gd name="connsiteY696" fmla="*/ 57793 h 949444"/>
                <a:gd name="connsiteX697" fmla="*/ 42538 w 1055399"/>
                <a:gd name="connsiteY697" fmla="*/ 60181 h 949444"/>
                <a:gd name="connsiteX698" fmla="*/ 43851 w 1055399"/>
                <a:gd name="connsiteY698" fmla="*/ 61493 h 949444"/>
                <a:gd name="connsiteX699" fmla="*/ 42774 w 1055399"/>
                <a:gd name="connsiteY699" fmla="*/ 64958 h 949444"/>
                <a:gd name="connsiteX700" fmla="*/ 41461 w 1055399"/>
                <a:gd name="connsiteY700" fmla="*/ 66035 h 949444"/>
                <a:gd name="connsiteX701" fmla="*/ 37557 w 1055399"/>
                <a:gd name="connsiteY701" fmla="*/ 72325 h 949444"/>
                <a:gd name="connsiteX702" fmla="*/ 30389 w 1055399"/>
                <a:gd name="connsiteY702" fmla="*/ 78414 h 949444"/>
                <a:gd name="connsiteX703" fmla="*/ 24533 w 1055399"/>
                <a:gd name="connsiteY703" fmla="*/ 86891 h 949444"/>
                <a:gd name="connsiteX704" fmla="*/ 18004 w 1055399"/>
                <a:gd name="connsiteY704" fmla="*/ 91029 h 949444"/>
                <a:gd name="connsiteX705" fmla="*/ 15817 w 1055399"/>
                <a:gd name="connsiteY705" fmla="*/ 94931 h 949444"/>
                <a:gd name="connsiteX706" fmla="*/ 16389 w 1055399"/>
                <a:gd name="connsiteY706" fmla="*/ 97118 h 949444"/>
                <a:gd name="connsiteX707" fmla="*/ 16961 w 1055399"/>
                <a:gd name="connsiteY707" fmla="*/ 99304 h 949444"/>
                <a:gd name="connsiteX708" fmla="*/ 19485 w 1055399"/>
                <a:gd name="connsiteY708" fmla="*/ 101121 h 949444"/>
                <a:gd name="connsiteX709" fmla="*/ 19552 w 1055399"/>
                <a:gd name="connsiteY709" fmla="*/ 102567 h 949444"/>
                <a:gd name="connsiteX710" fmla="*/ 19418 w 1055399"/>
                <a:gd name="connsiteY710" fmla="*/ 104687 h 949444"/>
                <a:gd name="connsiteX711" fmla="*/ 18273 w 1055399"/>
                <a:gd name="connsiteY711" fmla="*/ 107445 h 949444"/>
                <a:gd name="connsiteX712" fmla="*/ 17196 w 1055399"/>
                <a:gd name="connsiteY712" fmla="*/ 109026 h 949444"/>
                <a:gd name="connsiteX713" fmla="*/ 15312 w 1055399"/>
                <a:gd name="connsiteY713" fmla="*/ 110473 h 949444"/>
                <a:gd name="connsiteX714" fmla="*/ 12619 w 1055399"/>
                <a:gd name="connsiteY714" fmla="*/ 111179 h 949444"/>
                <a:gd name="connsiteX715" fmla="*/ 9489 w 1055399"/>
                <a:gd name="connsiteY715" fmla="*/ 111314 h 949444"/>
                <a:gd name="connsiteX716" fmla="*/ 6023 w 1055399"/>
                <a:gd name="connsiteY716" fmla="*/ 111314 h 949444"/>
                <a:gd name="connsiteX717" fmla="*/ 3331 w 1055399"/>
                <a:gd name="connsiteY717" fmla="*/ 111953 h 949444"/>
                <a:gd name="connsiteX718" fmla="*/ 1513 w 1055399"/>
                <a:gd name="connsiteY718" fmla="*/ 113904 h 949444"/>
                <a:gd name="connsiteX719" fmla="*/ 436 w 1055399"/>
                <a:gd name="connsiteY719" fmla="*/ 115418 h 949444"/>
                <a:gd name="connsiteX720" fmla="*/ 66 w 1055399"/>
                <a:gd name="connsiteY720" fmla="*/ 116931 h 949444"/>
                <a:gd name="connsiteX721" fmla="*/ 1143 w 1055399"/>
                <a:gd name="connsiteY721" fmla="*/ 119757 h 949444"/>
                <a:gd name="connsiteX722" fmla="*/ 2960 w 1055399"/>
                <a:gd name="connsiteY722" fmla="*/ 123155 h 949444"/>
                <a:gd name="connsiteX723" fmla="*/ 4273 w 1055399"/>
                <a:gd name="connsiteY723" fmla="*/ 124736 h 949444"/>
                <a:gd name="connsiteX724" fmla="*/ 3634 w 1055399"/>
                <a:gd name="connsiteY724" fmla="*/ 127057 h 949444"/>
                <a:gd name="connsiteX725" fmla="*/ 2826 w 1055399"/>
                <a:gd name="connsiteY725" fmla="*/ 129143 h 949444"/>
                <a:gd name="connsiteX726" fmla="*/ 1816 w 1055399"/>
                <a:gd name="connsiteY726" fmla="*/ 131161 h 949444"/>
                <a:gd name="connsiteX727" fmla="*/ 2018 w 1055399"/>
                <a:gd name="connsiteY727" fmla="*/ 133045 h 949444"/>
                <a:gd name="connsiteX728" fmla="*/ 3095 w 1055399"/>
                <a:gd name="connsiteY728" fmla="*/ 135299 h 949444"/>
                <a:gd name="connsiteX729" fmla="*/ 4845 w 1055399"/>
                <a:gd name="connsiteY729" fmla="*/ 137384 h 949444"/>
                <a:gd name="connsiteX730" fmla="*/ 9927 w 1055399"/>
                <a:gd name="connsiteY730" fmla="*/ 141791 h 949444"/>
                <a:gd name="connsiteX731" fmla="*/ 12014 w 1055399"/>
                <a:gd name="connsiteY731" fmla="*/ 143540 h 949444"/>
                <a:gd name="connsiteX732" fmla="*/ 15413 w 1055399"/>
                <a:gd name="connsiteY732" fmla="*/ 146736 h 949444"/>
                <a:gd name="connsiteX733" fmla="*/ 20562 w 1055399"/>
                <a:gd name="connsiteY733" fmla="*/ 151479 h 949444"/>
                <a:gd name="connsiteX734" fmla="*/ 25240 w 1055399"/>
                <a:gd name="connsiteY734" fmla="*/ 156592 h 949444"/>
                <a:gd name="connsiteX735" fmla="*/ 30355 w 1055399"/>
                <a:gd name="connsiteY735" fmla="*/ 161033 h 949444"/>
                <a:gd name="connsiteX736" fmla="*/ 34495 w 1055399"/>
                <a:gd name="connsiteY736" fmla="*/ 165810 h 949444"/>
                <a:gd name="connsiteX737" fmla="*/ 39812 w 1055399"/>
                <a:gd name="connsiteY737" fmla="*/ 169073 h 949444"/>
                <a:gd name="connsiteX738" fmla="*/ 44490 w 1055399"/>
                <a:gd name="connsiteY738" fmla="*/ 171898 h 949444"/>
                <a:gd name="connsiteX739" fmla="*/ 47856 w 1055399"/>
                <a:gd name="connsiteY739" fmla="*/ 173648 h 949444"/>
                <a:gd name="connsiteX740" fmla="*/ 48495 w 1055399"/>
                <a:gd name="connsiteY740" fmla="*/ 174522 h 949444"/>
                <a:gd name="connsiteX741" fmla="*/ 50111 w 1055399"/>
                <a:gd name="connsiteY741" fmla="*/ 177113 h 949444"/>
                <a:gd name="connsiteX742" fmla="*/ 54789 w 1055399"/>
                <a:gd name="connsiteY742" fmla="*/ 177214 h 949444"/>
                <a:gd name="connsiteX743" fmla="*/ 60644 w 1055399"/>
                <a:gd name="connsiteY743" fmla="*/ 178526 h 949444"/>
                <a:gd name="connsiteX744" fmla="*/ 61856 w 1055399"/>
                <a:gd name="connsiteY744" fmla="*/ 179938 h 949444"/>
                <a:gd name="connsiteX745" fmla="*/ 66534 w 1055399"/>
                <a:gd name="connsiteY745" fmla="*/ 183639 h 949444"/>
                <a:gd name="connsiteX746" fmla="*/ 69799 w 1055399"/>
                <a:gd name="connsiteY746" fmla="*/ 187238 h 949444"/>
                <a:gd name="connsiteX747" fmla="*/ 72390 w 1055399"/>
                <a:gd name="connsiteY747" fmla="*/ 189088 h 949444"/>
                <a:gd name="connsiteX748" fmla="*/ 72827 w 1055399"/>
                <a:gd name="connsiteY748" fmla="*/ 195715 h 949444"/>
                <a:gd name="connsiteX749" fmla="*/ 73265 w 1055399"/>
                <a:gd name="connsiteY749" fmla="*/ 200929 h 949444"/>
                <a:gd name="connsiteX750" fmla="*/ 74140 w 1055399"/>
                <a:gd name="connsiteY750" fmla="*/ 206816 h 949444"/>
                <a:gd name="connsiteX751" fmla="*/ 77068 w 1055399"/>
                <a:gd name="connsiteY751" fmla="*/ 211694 h 949444"/>
                <a:gd name="connsiteX752" fmla="*/ 77943 w 1055399"/>
                <a:gd name="connsiteY752" fmla="*/ 217144 h 949444"/>
                <a:gd name="connsiteX753" fmla="*/ 79794 w 1055399"/>
                <a:gd name="connsiteY753" fmla="*/ 220945 h 949444"/>
                <a:gd name="connsiteX754" fmla="*/ 85111 w 1055399"/>
                <a:gd name="connsiteY754" fmla="*/ 227572 h 949444"/>
                <a:gd name="connsiteX755" fmla="*/ 88813 w 1055399"/>
                <a:gd name="connsiteY755" fmla="*/ 231272 h 949444"/>
                <a:gd name="connsiteX756" fmla="*/ 89352 w 1055399"/>
                <a:gd name="connsiteY756" fmla="*/ 232584 h 949444"/>
                <a:gd name="connsiteX757" fmla="*/ 89453 w 1055399"/>
                <a:gd name="connsiteY757" fmla="*/ 236386 h 949444"/>
                <a:gd name="connsiteX758" fmla="*/ 88813 w 1055399"/>
                <a:gd name="connsiteY758" fmla="*/ 239312 h 949444"/>
                <a:gd name="connsiteX759" fmla="*/ 87938 w 1055399"/>
                <a:gd name="connsiteY759" fmla="*/ 242037 h 949444"/>
                <a:gd name="connsiteX760" fmla="*/ 86626 w 1055399"/>
                <a:gd name="connsiteY760" fmla="*/ 243114 h 949444"/>
                <a:gd name="connsiteX761" fmla="*/ 84472 w 1055399"/>
                <a:gd name="connsiteY761" fmla="*/ 244190 h 949444"/>
                <a:gd name="connsiteX762" fmla="*/ 83698 w 1055399"/>
                <a:gd name="connsiteY762" fmla="*/ 245065 h 949444"/>
                <a:gd name="connsiteX763" fmla="*/ 85111 w 1055399"/>
                <a:gd name="connsiteY763" fmla="*/ 247117 h 949444"/>
                <a:gd name="connsiteX764" fmla="*/ 85885 w 1055399"/>
                <a:gd name="connsiteY764" fmla="*/ 248092 h 949444"/>
                <a:gd name="connsiteX765" fmla="*/ 87736 w 1055399"/>
                <a:gd name="connsiteY765" fmla="*/ 250817 h 949444"/>
                <a:gd name="connsiteX766" fmla="*/ 88376 w 1055399"/>
                <a:gd name="connsiteY766" fmla="*/ 252331 h 949444"/>
                <a:gd name="connsiteX767" fmla="*/ 89991 w 1055399"/>
                <a:gd name="connsiteY767" fmla="*/ 254618 h 949444"/>
                <a:gd name="connsiteX768" fmla="*/ 89116 w 1055399"/>
                <a:gd name="connsiteY768" fmla="*/ 258487 h 949444"/>
                <a:gd name="connsiteX769" fmla="*/ 92717 w 1055399"/>
                <a:gd name="connsiteY769" fmla="*/ 260505 h 949444"/>
                <a:gd name="connsiteX770" fmla="*/ 93155 w 1055399"/>
                <a:gd name="connsiteY770" fmla="*/ 260505 h 949444"/>
                <a:gd name="connsiteX771" fmla="*/ 94938 w 1055399"/>
                <a:gd name="connsiteY771" fmla="*/ 263533 h 949444"/>
                <a:gd name="connsiteX772" fmla="*/ 97496 w 1055399"/>
                <a:gd name="connsiteY772" fmla="*/ 265719 h 949444"/>
                <a:gd name="connsiteX773" fmla="*/ 97496 w 1055399"/>
                <a:gd name="connsiteY773" fmla="*/ 266594 h 949444"/>
                <a:gd name="connsiteX774" fmla="*/ 97496 w 1055399"/>
                <a:gd name="connsiteY774" fmla="*/ 269958 h 949444"/>
                <a:gd name="connsiteX775" fmla="*/ 97496 w 1055399"/>
                <a:gd name="connsiteY775" fmla="*/ 273558 h 949444"/>
                <a:gd name="connsiteX776" fmla="*/ 99347 w 1055399"/>
                <a:gd name="connsiteY776" fmla="*/ 276383 h 949444"/>
                <a:gd name="connsiteX777" fmla="*/ 102511 w 1055399"/>
                <a:gd name="connsiteY777" fmla="*/ 279983 h 949444"/>
                <a:gd name="connsiteX778" fmla="*/ 105674 w 1055399"/>
                <a:gd name="connsiteY778" fmla="*/ 284019 h 949444"/>
                <a:gd name="connsiteX779" fmla="*/ 106751 w 1055399"/>
                <a:gd name="connsiteY779" fmla="*/ 285230 h 949444"/>
                <a:gd name="connsiteX780" fmla="*/ 110117 w 1055399"/>
                <a:gd name="connsiteY780" fmla="*/ 287518 h 949444"/>
                <a:gd name="connsiteX781" fmla="*/ 114357 w 1055399"/>
                <a:gd name="connsiteY781" fmla="*/ 291858 h 949444"/>
                <a:gd name="connsiteX782" fmla="*/ 119674 w 1055399"/>
                <a:gd name="connsiteY782" fmla="*/ 295558 h 949444"/>
                <a:gd name="connsiteX783" fmla="*/ 122266 w 1055399"/>
                <a:gd name="connsiteY783" fmla="*/ 299595 h 949444"/>
                <a:gd name="connsiteX784" fmla="*/ 125968 w 1055399"/>
                <a:gd name="connsiteY784" fmla="*/ 304472 h 949444"/>
                <a:gd name="connsiteX785" fmla="*/ 127045 w 1055399"/>
                <a:gd name="connsiteY785" fmla="*/ 306323 h 949444"/>
                <a:gd name="connsiteX786" fmla="*/ 127045 w 1055399"/>
                <a:gd name="connsiteY786" fmla="*/ 308374 h 949444"/>
                <a:gd name="connsiteX787" fmla="*/ 126708 w 1055399"/>
                <a:gd name="connsiteY787" fmla="*/ 309686 h 949444"/>
                <a:gd name="connsiteX788" fmla="*/ 126372 w 1055399"/>
                <a:gd name="connsiteY788" fmla="*/ 311099 h 949444"/>
                <a:gd name="connsiteX789" fmla="*/ 124184 w 1055399"/>
                <a:gd name="connsiteY789" fmla="*/ 313151 h 949444"/>
                <a:gd name="connsiteX790" fmla="*/ 123208 w 1055399"/>
                <a:gd name="connsiteY790" fmla="*/ 313690 h 949444"/>
                <a:gd name="connsiteX791" fmla="*/ 121795 w 1055399"/>
                <a:gd name="connsiteY791" fmla="*/ 314564 h 949444"/>
                <a:gd name="connsiteX792" fmla="*/ 120381 w 1055399"/>
                <a:gd name="connsiteY792" fmla="*/ 315775 h 949444"/>
                <a:gd name="connsiteX793" fmla="*/ 119069 w 1055399"/>
                <a:gd name="connsiteY793" fmla="*/ 317625 h 949444"/>
                <a:gd name="connsiteX794" fmla="*/ 117319 w 1055399"/>
                <a:gd name="connsiteY794" fmla="*/ 318164 h 949444"/>
                <a:gd name="connsiteX795" fmla="*/ 114391 w 1055399"/>
                <a:gd name="connsiteY795" fmla="*/ 317625 h 949444"/>
                <a:gd name="connsiteX796" fmla="*/ 113516 w 1055399"/>
                <a:gd name="connsiteY796" fmla="*/ 316448 h 949444"/>
                <a:gd name="connsiteX797" fmla="*/ 110924 w 1055399"/>
                <a:gd name="connsiteY797" fmla="*/ 314598 h 949444"/>
                <a:gd name="connsiteX798" fmla="*/ 108198 w 1055399"/>
                <a:gd name="connsiteY798" fmla="*/ 312546 h 949444"/>
                <a:gd name="connsiteX799" fmla="*/ 106583 w 1055399"/>
                <a:gd name="connsiteY799" fmla="*/ 311772 h 949444"/>
                <a:gd name="connsiteX800" fmla="*/ 103655 w 1055399"/>
                <a:gd name="connsiteY800" fmla="*/ 312008 h 949444"/>
                <a:gd name="connsiteX801" fmla="*/ 102578 w 1055399"/>
                <a:gd name="connsiteY801" fmla="*/ 312781 h 949444"/>
                <a:gd name="connsiteX802" fmla="*/ 101804 w 1055399"/>
                <a:gd name="connsiteY802" fmla="*/ 314093 h 949444"/>
                <a:gd name="connsiteX803" fmla="*/ 102241 w 1055399"/>
                <a:gd name="connsiteY803" fmla="*/ 318231 h 949444"/>
                <a:gd name="connsiteX804" fmla="*/ 100189 w 1055399"/>
                <a:gd name="connsiteY804" fmla="*/ 321393 h 949444"/>
                <a:gd name="connsiteX805" fmla="*/ 98876 w 1055399"/>
                <a:gd name="connsiteY805" fmla="*/ 324320 h 949444"/>
                <a:gd name="connsiteX806" fmla="*/ 98237 w 1055399"/>
                <a:gd name="connsiteY806" fmla="*/ 328054 h 949444"/>
                <a:gd name="connsiteX807" fmla="*/ 102679 w 1055399"/>
                <a:gd name="connsiteY807" fmla="*/ 331922 h 949444"/>
                <a:gd name="connsiteX808" fmla="*/ 103554 w 1055399"/>
                <a:gd name="connsiteY808" fmla="*/ 331922 h 949444"/>
                <a:gd name="connsiteX809" fmla="*/ 104732 w 1055399"/>
                <a:gd name="connsiteY809" fmla="*/ 332696 h 949444"/>
                <a:gd name="connsiteX810" fmla="*/ 107996 w 1055399"/>
                <a:gd name="connsiteY810" fmla="*/ 334883 h 949444"/>
                <a:gd name="connsiteX811" fmla="*/ 107996 w 1055399"/>
                <a:gd name="connsiteY811" fmla="*/ 335320 h 949444"/>
                <a:gd name="connsiteX812" fmla="*/ 109477 w 1055399"/>
                <a:gd name="connsiteY812" fmla="*/ 339558 h 949444"/>
                <a:gd name="connsiteX813" fmla="*/ 109645 w 1055399"/>
                <a:gd name="connsiteY813" fmla="*/ 341510 h 949444"/>
                <a:gd name="connsiteX814" fmla="*/ 109645 w 1055399"/>
                <a:gd name="connsiteY814" fmla="*/ 343259 h 949444"/>
                <a:gd name="connsiteX815" fmla="*/ 109881 w 1055399"/>
                <a:gd name="connsiteY815" fmla="*/ 345109 h 949444"/>
                <a:gd name="connsiteX816" fmla="*/ 111833 w 1055399"/>
                <a:gd name="connsiteY816" fmla="*/ 347834 h 949444"/>
                <a:gd name="connsiteX817" fmla="*/ 114559 w 1055399"/>
                <a:gd name="connsiteY817" fmla="*/ 348910 h 949444"/>
                <a:gd name="connsiteX818" fmla="*/ 114896 w 1055399"/>
                <a:gd name="connsiteY818" fmla="*/ 352375 h 949444"/>
                <a:gd name="connsiteX819" fmla="*/ 114896 w 1055399"/>
                <a:gd name="connsiteY819" fmla="*/ 355436 h 949444"/>
                <a:gd name="connsiteX820" fmla="*/ 114896 w 1055399"/>
                <a:gd name="connsiteY820" fmla="*/ 356849 h 949444"/>
                <a:gd name="connsiteX821" fmla="*/ 113583 w 1055399"/>
                <a:gd name="connsiteY821" fmla="*/ 358800 h 949444"/>
                <a:gd name="connsiteX822" fmla="*/ 112506 w 1055399"/>
                <a:gd name="connsiteY822" fmla="*/ 359877 h 949444"/>
                <a:gd name="connsiteX823" fmla="*/ 112271 w 1055399"/>
                <a:gd name="connsiteY823" fmla="*/ 361929 h 949444"/>
                <a:gd name="connsiteX824" fmla="*/ 112910 w 1055399"/>
                <a:gd name="connsiteY824" fmla="*/ 362904 h 949444"/>
                <a:gd name="connsiteX825" fmla="*/ 114088 w 1055399"/>
                <a:gd name="connsiteY825" fmla="*/ 363981 h 949444"/>
                <a:gd name="connsiteX826" fmla="*/ 117689 w 1055399"/>
                <a:gd name="connsiteY826" fmla="*/ 366605 h 949444"/>
                <a:gd name="connsiteX827" fmla="*/ 120079 w 1055399"/>
                <a:gd name="connsiteY827" fmla="*/ 368119 h 949444"/>
                <a:gd name="connsiteX828" fmla="*/ 121593 w 1055399"/>
                <a:gd name="connsiteY828" fmla="*/ 370507 h 949444"/>
                <a:gd name="connsiteX829" fmla="*/ 122569 w 1055399"/>
                <a:gd name="connsiteY829" fmla="*/ 372693 h 949444"/>
                <a:gd name="connsiteX830" fmla="*/ 124420 w 1055399"/>
                <a:gd name="connsiteY830" fmla="*/ 374443 h 949444"/>
                <a:gd name="connsiteX831" fmla="*/ 127583 w 1055399"/>
                <a:gd name="connsiteY831" fmla="*/ 377369 h 949444"/>
                <a:gd name="connsiteX832" fmla="*/ 127920 w 1055399"/>
                <a:gd name="connsiteY832" fmla="*/ 381272 h 949444"/>
                <a:gd name="connsiteX833" fmla="*/ 127482 w 1055399"/>
                <a:gd name="connsiteY833" fmla="*/ 383223 h 949444"/>
                <a:gd name="connsiteX834" fmla="*/ 126170 w 1055399"/>
                <a:gd name="connsiteY834" fmla="*/ 385712 h 949444"/>
                <a:gd name="connsiteX835" fmla="*/ 125194 w 1055399"/>
                <a:gd name="connsiteY835" fmla="*/ 387461 h 949444"/>
                <a:gd name="connsiteX836" fmla="*/ 123040 w 1055399"/>
                <a:gd name="connsiteY836" fmla="*/ 388437 h 949444"/>
                <a:gd name="connsiteX837" fmla="*/ 122064 w 1055399"/>
                <a:gd name="connsiteY837" fmla="*/ 388975 h 949444"/>
                <a:gd name="connsiteX838" fmla="*/ 120550 w 1055399"/>
                <a:gd name="connsiteY838" fmla="*/ 389951 h 949444"/>
                <a:gd name="connsiteX839" fmla="*/ 119910 w 1055399"/>
                <a:gd name="connsiteY839" fmla="*/ 392003 h 949444"/>
                <a:gd name="connsiteX840" fmla="*/ 121526 w 1055399"/>
                <a:gd name="connsiteY840" fmla="*/ 394627 h 949444"/>
                <a:gd name="connsiteX841" fmla="*/ 124016 w 1055399"/>
                <a:gd name="connsiteY841" fmla="*/ 396914 h 949444"/>
                <a:gd name="connsiteX842" fmla="*/ 124218 w 1055399"/>
                <a:gd name="connsiteY842" fmla="*/ 400278 h 949444"/>
                <a:gd name="connsiteX843" fmla="*/ 124117 w 1055399"/>
                <a:gd name="connsiteY843" fmla="*/ 403743 h 949444"/>
                <a:gd name="connsiteX844" fmla="*/ 123242 w 1055399"/>
                <a:gd name="connsiteY844" fmla="*/ 406905 h 949444"/>
                <a:gd name="connsiteX845" fmla="*/ 122805 w 1055399"/>
                <a:gd name="connsiteY845" fmla="*/ 411346 h 949444"/>
                <a:gd name="connsiteX846" fmla="*/ 126170 w 1055399"/>
                <a:gd name="connsiteY846" fmla="*/ 415584 h 949444"/>
                <a:gd name="connsiteX847" fmla="*/ 125833 w 1055399"/>
                <a:gd name="connsiteY847" fmla="*/ 417871 h 949444"/>
                <a:gd name="connsiteX848" fmla="*/ 125396 w 1055399"/>
                <a:gd name="connsiteY848" fmla="*/ 422547 h 949444"/>
                <a:gd name="connsiteX849" fmla="*/ 125396 w 1055399"/>
                <a:gd name="connsiteY849" fmla="*/ 426450 h 949444"/>
                <a:gd name="connsiteX850" fmla="*/ 124420 w 1055399"/>
                <a:gd name="connsiteY850" fmla="*/ 429175 h 949444"/>
                <a:gd name="connsiteX851" fmla="*/ 122905 w 1055399"/>
                <a:gd name="connsiteY851" fmla="*/ 431025 h 949444"/>
                <a:gd name="connsiteX852" fmla="*/ 121828 w 1055399"/>
                <a:gd name="connsiteY852" fmla="*/ 434187 h 949444"/>
                <a:gd name="connsiteX853" fmla="*/ 121828 w 1055399"/>
                <a:gd name="connsiteY853" fmla="*/ 437113 h 949444"/>
                <a:gd name="connsiteX854" fmla="*/ 122703 w 1055399"/>
                <a:gd name="connsiteY854" fmla="*/ 442866 h 949444"/>
                <a:gd name="connsiteX855" fmla="*/ 123780 w 1055399"/>
                <a:gd name="connsiteY855" fmla="*/ 447205 h 949444"/>
                <a:gd name="connsiteX856" fmla="*/ 126372 w 1055399"/>
                <a:gd name="connsiteY856" fmla="*/ 455144 h 949444"/>
                <a:gd name="connsiteX857" fmla="*/ 127247 w 1055399"/>
                <a:gd name="connsiteY857" fmla="*/ 460156 h 949444"/>
                <a:gd name="connsiteX858" fmla="*/ 128122 w 1055399"/>
                <a:gd name="connsiteY858" fmla="*/ 468398 h 949444"/>
                <a:gd name="connsiteX859" fmla="*/ 128357 w 1055399"/>
                <a:gd name="connsiteY859" fmla="*/ 480778 h 949444"/>
                <a:gd name="connsiteX860" fmla="*/ 124656 w 1055399"/>
                <a:gd name="connsiteY860" fmla="*/ 486631 h 949444"/>
                <a:gd name="connsiteX861" fmla="*/ 121828 w 1055399"/>
                <a:gd name="connsiteY861" fmla="*/ 491206 h 949444"/>
                <a:gd name="connsiteX862" fmla="*/ 120079 w 1055399"/>
                <a:gd name="connsiteY862" fmla="*/ 495781 h 949444"/>
                <a:gd name="connsiteX863" fmla="*/ 117891 w 1055399"/>
                <a:gd name="connsiteY863" fmla="*/ 498405 h 949444"/>
                <a:gd name="connsiteX864" fmla="*/ 116915 w 1055399"/>
                <a:gd name="connsiteY864" fmla="*/ 499044 h 949444"/>
                <a:gd name="connsiteX865" fmla="*/ 114828 w 1055399"/>
                <a:gd name="connsiteY865" fmla="*/ 501399 h 949444"/>
                <a:gd name="connsiteX866" fmla="*/ 114828 w 1055399"/>
                <a:gd name="connsiteY866" fmla="*/ 504864 h 949444"/>
                <a:gd name="connsiteX867" fmla="*/ 115703 w 1055399"/>
                <a:gd name="connsiteY867" fmla="*/ 510952 h 949444"/>
                <a:gd name="connsiteX868" fmla="*/ 116141 w 1055399"/>
                <a:gd name="connsiteY868" fmla="*/ 513240 h 949444"/>
                <a:gd name="connsiteX869" fmla="*/ 118530 w 1055399"/>
                <a:gd name="connsiteY869" fmla="*/ 516167 h 949444"/>
                <a:gd name="connsiteX870" fmla="*/ 120920 w 1055399"/>
                <a:gd name="connsiteY870" fmla="*/ 516167 h 949444"/>
                <a:gd name="connsiteX871" fmla="*/ 121997 w 1055399"/>
                <a:gd name="connsiteY871" fmla="*/ 519194 h 949444"/>
                <a:gd name="connsiteX872" fmla="*/ 122199 w 1055399"/>
                <a:gd name="connsiteY872" fmla="*/ 523971 h 949444"/>
                <a:gd name="connsiteX873" fmla="*/ 121997 w 1055399"/>
                <a:gd name="connsiteY873" fmla="*/ 529185 h 949444"/>
                <a:gd name="connsiteX874" fmla="*/ 122636 w 1055399"/>
                <a:gd name="connsiteY874" fmla="*/ 532011 h 949444"/>
                <a:gd name="connsiteX875" fmla="*/ 122838 w 1055399"/>
                <a:gd name="connsiteY875" fmla="*/ 539613 h 949444"/>
                <a:gd name="connsiteX876" fmla="*/ 123713 w 1055399"/>
                <a:gd name="connsiteY876" fmla="*/ 545467 h 949444"/>
                <a:gd name="connsiteX877" fmla="*/ 122838 w 1055399"/>
                <a:gd name="connsiteY877" fmla="*/ 549806 h 949444"/>
                <a:gd name="connsiteX878" fmla="*/ 124353 w 1055399"/>
                <a:gd name="connsiteY878" fmla="*/ 554583 h 949444"/>
                <a:gd name="connsiteX879" fmla="*/ 123377 w 1055399"/>
                <a:gd name="connsiteY879" fmla="*/ 557846 h 949444"/>
                <a:gd name="connsiteX880" fmla="*/ 126978 w 1055399"/>
                <a:gd name="connsiteY880" fmla="*/ 562085 h 949444"/>
                <a:gd name="connsiteX881" fmla="*/ 127314 w 1055399"/>
                <a:gd name="connsiteY881" fmla="*/ 565785 h 949444"/>
                <a:gd name="connsiteX882" fmla="*/ 127954 w 1055399"/>
                <a:gd name="connsiteY882" fmla="*/ 575339 h 949444"/>
                <a:gd name="connsiteX883" fmla="*/ 127516 w 1055399"/>
                <a:gd name="connsiteY883" fmla="*/ 577963 h 949444"/>
                <a:gd name="connsiteX884" fmla="*/ 126641 w 1055399"/>
                <a:gd name="connsiteY884" fmla="*/ 580990 h 949444"/>
                <a:gd name="connsiteX885" fmla="*/ 125127 w 1055399"/>
                <a:gd name="connsiteY885" fmla="*/ 587718 h 949444"/>
                <a:gd name="connsiteX886" fmla="*/ 122535 w 1055399"/>
                <a:gd name="connsiteY886" fmla="*/ 593470 h 949444"/>
                <a:gd name="connsiteX887" fmla="*/ 120415 w 1055399"/>
                <a:gd name="connsiteY887" fmla="*/ 600198 h 949444"/>
                <a:gd name="connsiteX888" fmla="*/ 118295 w 1055399"/>
                <a:gd name="connsiteY888" fmla="*/ 603798 h 949444"/>
                <a:gd name="connsiteX889" fmla="*/ 118295 w 1055399"/>
                <a:gd name="connsiteY889" fmla="*/ 607397 h 949444"/>
                <a:gd name="connsiteX890" fmla="*/ 119170 w 1055399"/>
                <a:gd name="connsiteY890" fmla="*/ 611535 h 949444"/>
                <a:gd name="connsiteX891" fmla="*/ 119506 w 1055399"/>
                <a:gd name="connsiteY891" fmla="*/ 615336 h 949444"/>
                <a:gd name="connsiteX892" fmla="*/ 120045 w 1055399"/>
                <a:gd name="connsiteY892" fmla="*/ 618599 h 949444"/>
                <a:gd name="connsiteX893" fmla="*/ 120045 w 1055399"/>
                <a:gd name="connsiteY893" fmla="*/ 626538 h 949444"/>
                <a:gd name="connsiteX894" fmla="*/ 120381 w 1055399"/>
                <a:gd name="connsiteY894" fmla="*/ 629263 h 949444"/>
                <a:gd name="connsiteX895" fmla="*/ 119304 w 1055399"/>
                <a:gd name="connsiteY895" fmla="*/ 633165 h 949444"/>
                <a:gd name="connsiteX896" fmla="*/ 118766 w 1055399"/>
                <a:gd name="connsiteY896" fmla="*/ 635991 h 949444"/>
                <a:gd name="connsiteX897" fmla="*/ 118429 w 1055399"/>
                <a:gd name="connsiteY897" fmla="*/ 641642 h 949444"/>
                <a:gd name="connsiteX898" fmla="*/ 119304 w 1055399"/>
                <a:gd name="connsiteY898" fmla="*/ 646083 h 949444"/>
                <a:gd name="connsiteX899" fmla="*/ 120819 w 1055399"/>
                <a:gd name="connsiteY899" fmla="*/ 654997 h 949444"/>
                <a:gd name="connsiteX900" fmla="*/ 125833 w 1055399"/>
                <a:gd name="connsiteY900" fmla="*/ 662062 h 949444"/>
                <a:gd name="connsiteX901" fmla="*/ 129636 w 1055399"/>
                <a:gd name="connsiteY901" fmla="*/ 666502 h 949444"/>
                <a:gd name="connsiteX902" fmla="*/ 134516 w 1055399"/>
                <a:gd name="connsiteY902" fmla="*/ 672894 h 949444"/>
                <a:gd name="connsiteX903" fmla="*/ 140608 w 1055399"/>
                <a:gd name="connsiteY903" fmla="*/ 672557 h 949444"/>
                <a:gd name="connsiteX904" fmla="*/ 141819 w 1055399"/>
                <a:gd name="connsiteY904" fmla="*/ 667881 h 949444"/>
                <a:gd name="connsiteX905" fmla="*/ 142694 w 1055399"/>
                <a:gd name="connsiteY905" fmla="*/ 659942 h 949444"/>
                <a:gd name="connsiteX906" fmla="*/ 142694 w 1055399"/>
                <a:gd name="connsiteY906" fmla="*/ 656040 h 949444"/>
                <a:gd name="connsiteX907" fmla="*/ 140944 w 1055399"/>
                <a:gd name="connsiteY907" fmla="*/ 649951 h 949444"/>
                <a:gd name="connsiteX908" fmla="*/ 140944 w 1055399"/>
                <a:gd name="connsiteY908" fmla="*/ 647361 h 949444"/>
                <a:gd name="connsiteX909" fmla="*/ 141718 w 1055399"/>
                <a:gd name="connsiteY909" fmla="*/ 643123 h 949444"/>
                <a:gd name="connsiteX910" fmla="*/ 142257 w 1055399"/>
                <a:gd name="connsiteY910" fmla="*/ 640936 h 949444"/>
                <a:gd name="connsiteX911" fmla="*/ 143132 w 1055399"/>
                <a:gd name="connsiteY911" fmla="*/ 639086 h 949444"/>
                <a:gd name="connsiteX912" fmla="*/ 145622 w 1055399"/>
                <a:gd name="connsiteY912" fmla="*/ 637471 h 949444"/>
                <a:gd name="connsiteX913" fmla="*/ 149762 w 1055399"/>
                <a:gd name="connsiteY913" fmla="*/ 637236 h 949444"/>
                <a:gd name="connsiteX914" fmla="*/ 153127 w 1055399"/>
                <a:gd name="connsiteY914" fmla="*/ 636361 h 949444"/>
                <a:gd name="connsiteX915" fmla="*/ 154541 w 1055399"/>
                <a:gd name="connsiteY915" fmla="*/ 635486 h 949444"/>
                <a:gd name="connsiteX916" fmla="*/ 157132 w 1055399"/>
                <a:gd name="connsiteY916" fmla="*/ 632862 h 949444"/>
                <a:gd name="connsiteX917" fmla="*/ 159858 w 1055399"/>
                <a:gd name="connsiteY917" fmla="*/ 629936 h 949444"/>
                <a:gd name="connsiteX918" fmla="*/ 161474 w 1055399"/>
                <a:gd name="connsiteY918" fmla="*/ 627447 h 949444"/>
                <a:gd name="connsiteX919" fmla="*/ 164200 w 1055399"/>
                <a:gd name="connsiteY919" fmla="*/ 623746 h 949444"/>
                <a:gd name="connsiteX920" fmla="*/ 165714 w 1055399"/>
                <a:gd name="connsiteY920" fmla="*/ 619507 h 949444"/>
                <a:gd name="connsiteX921" fmla="*/ 167228 w 1055399"/>
                <a:gd name="connsiteY921" fmla="*/ 617893 h 949444"/>
                <a:gd name="connsiteX922" fmla="*/ 170594 w 1055399"/>
                <a:gd name="connsiteY922" fmla="*/ 614731 h 949444"/>
                <a:gd name="connsiteX923" fmla="*/ 170931 w 1055399"/>
                <a:gd name="connsiteY923" fmla="*/ 611131 h 949444"/>
                <a:gd name="connsiteX924" fmla="*/ 171806 w 1055399"/>
                <a:gd name="connsiteY924" fmla="*/ 609718 h 949444"/>
                <a:gd name="connsiteX925" fmla="*/ 173421 w 1055399"/>
                <a:gd name="connsiteY925" fmla="*/ 607330 h 949444"/>
                <a:gd name="connsiteX926" fmla="*/ 174397 w 1055399"/>
                <a:gd name="connsiteY926" fmla="*/ 606253 h 949444"/>
                <a:gd name="connsiteX927" fmla="*/ 176349 w 1055399"/>
                <a:gd name="connsiteY927" fmla="*/ 605480 h 949444"/>
                <a:gd name="connsiteX928" fmla="*/ 180152 w 1055399"/>
                <a:gd name="connsiteY928" fmla="*/ 605042 h 949444"/>
                <a:gd name="connsiteX929" fmla="*/ 182104 w 1055399"/>
                <a:gd name="connsiteY929" fmla="*/ 605244 h 949444"/>
                <a:gd name="connsiteX930" fmla="*/ 184056 w 1055399"/>
                <a:gd name="connsiteY930" fmla="*/ 607969 h 949444"/>
                <a:gd name="connsiteX931" fmla="*/ 183181 w 1055399"/>
                <a:gd name="connsiteY931" fmla="*/ 609382 h 949444"/>
                <a:gd name="connsiteX932" fmla="*/ 181969 w 1055399"/>
                <a:gd name="connsiteY932" fmla="*/ 611770 h 949444"/>
                <a:gd name="connsiteX933" fmla="*/ 181330 w 1055399"/>
                <a:gd name="connsiteY933" fmla="*/ 614495 h 949444"/>
                <a:gd name="connsiteX934" fmla="*/ 181767 w 1055399"/>
                <a:gd name="connsiteY934" fmla="*/ 618532 h 949444"/>
                <a:gd name="connsiteX935" fmla="*/ 182743 w 1055399"/>
                <a:gd name="connsiteY935" fmla="*/ 621156 h 949444"/>
                <a:gd name="connsiteX936" fmla="*/ 184359 w 1055399"/>
                <a:gd name="connsiteY936" fmla="*/ 624520 h 949444"/>
                <a:gd name="connsiteX937" fmla="*/ 187623 w 1055399"/>
                <a:gd name="connsiteY937" fmla="*/ 627682 h 949444"/>
                <a:gd name="connsiteX938" fmla="*/ 189575 w 1055399"/>
                <a:gd name="connsiteY938" fmla="*/ 631382 h 949444"/>
                <a:gd name="connsiteX939" fmla="*/ 193378 w 1055399"/>
                <a:gd name="connsiteY939" fmla="*/ 634309 h 949444"/>
                <a:gd name="connsiteX940" fmla="*/ 198696 w 1055399"/>
                <a:gd name="connsiteY940" fmla="*/ 633973 h 949444"/>
                <a:gd name="connsiteX941" fmla="*/ 200648 w 1055399"/>
                <a:gd name="connsiteY941" fmla="*/ 636563 h 949444"/>
                <a:gd name="connsiteX942" fmla="*/ 201825 w 1055399"/>
                <a:gd name="connsiteY942" fmla="*/ 640902 h 949444"/>
                <a:gd name="connsiteX943" fmla="*/ 204989 w 1055399"/>
                <a:gd name="connsiteY943" fmla="*/ 648942 h 949444"/>
                <a:gd name="connsiteX944" fmla="*/ 208893 w 1055399"/>
                <a:gd name="connsiteY944" fmla="*/ 655569 h 949444"/>
                <a:gd name="connsiteX945" fmla="*/ 208994 w 1055399"/>
                <a:gd name="connsiteY945" fmla="*/ 658630 h 949444"/>
                <a:gd name="connsiteX946" fmla="*/ 210205 w 1055399"/>
                <a:gd name="connsiteY946" fmla="*/ 662432 h 949444"/>
                <a:gd name="connsiteX947" fmla="*/ 213234 w 1055399"/>
                <a:gd name="connsiteY947" fmla="*/ 666435 h 949444"/>
                <a:gd name="connsiteX948" fmla="*/ 215287 w 1055399"/>
                <a:gd name="connsiteY948" fmla="*/ 667511 h 949444"/>
                <a:gd name="connsiteX949" fmla="*/ 218215 w 1055399"/>
                <a:gd name="connsiteY949" fmla="*/ 669563 h 949444"/>
                <a:gd name="connsiteX950" fmla="*/ 218855 w 1055399"/>
                <a:gd name="connsiteY950" fmla="*/ 671178 h 949444"/>
                <a:gd name="connsiteX951" fmla="*/ 219191 w 1055399"/>
                <a:gd name="connsiteY951" fmla="*/ 673264 h 949444"/>
                <a:gd name="connsiteX952" fmla="*/ 218855 w 1055399"/>
                <a:gd name="connsiteY952" fmla="*/ 677065 h 949444"/>
                <a:gd name="connsiteX953" fmla="*/ 218081 w 1055399"/>
                <a:gd name="connsiteY953" fmla="*/ 679117 h 949444"/>
                <a:gd name="connsiteX954" fmla="*/ 215893 w 1055399"/>
                <a:gd name="connsiteY954" fmla="*/ 681943 h 949444"/>
                <a:gd name="connsiteX955" fmla="*/ 214379 w 1055399"/>
                <a:gd name="connsiteY955" fmla="*/ 682716 h 949444"/>
                <a:gd name="connsiteX956" fmla="*/ 211787 w 1055399"/>
                <a:gd name="connsiteY956" fmla="*/ 683356 h 949444"/>
                <a:gd name="connsiteX957" fmla="*/ 206234 w 1055399"/>
                <a:gd name="connsiteY957" fmla="*/ 684331 h 949444"/>
                <a:gd name="connsiteX958" fmla="*/ 204383 w 1055399"/>
                <a:gd name="connsiteY958" fmla="*/ 684768 h 949444"/>
                <a:gd name="connsiteX959" fmla="*/ 202532 w 1055399"/>
                <a:gd name="connsiteY959" fmla="*/ 685643 h 949444"/>
                <a:gd name="connsiteX960" fmla="*/ 202532 w 1055399"/>
                <a:gd name="connsiteY960" fmla="*/ 688570 h 949444"/>
                <a:gd name="connsiteX961" fmla="*/ 204047 w 1055399"/>
                <a:gd name="connsiteY961" fmla="*/ 692606 h 949444"/>
                <a:gd name="connsiteX962" fmla="*/ 205124 w 1055399"/>
                <a:gd name="connsiteY962" fmla="*/ 696509 h 949444"/>
                <a:gd name="connsiteX963" fmla="*/ 207311 w 1055399"/>
                <a:gd name="connsiteY963" fmla="*/ 700646 h 949444"/>
                <a:gd name="connsiteX964" fmla="*/ 210138 w 1055399"/>
                <a:gd name="connsiteY964" fmla="*/ 703573 h 949444"/>
                <a:gd name="connsiteX965" fmla="*/ 212965 w 1055399"/>
                <a:gd name="connsiteY965" fmla="*/ 708350 h 949444"/>
                <a:gd name="connsiteX966" fmla="*/ 214816 w 1055399"/>
                <a:gd name="connsiteY966" fmla="*/ 712689 h 949444"/>
                <a:gd name="connsiteX967" fmla="*/ 217408 w 1055399"/>
                <a:gd name="connsiteY967" fmla="*/ 717466 h 949444"/>
                <a:gd name="connsiteX968" fmla="*/ 221749 w 1055399"/>
                <a:gd name="connsiteY968" fmla="*/ 723454 h 949444"/>
                <a:gd name="connsiteX969" fmla="*/ 226326 w 1055399"/>
                <a:gd name="connsiteY969" fmla="*/ 726482 h 949444"/>
                <a:gd name="connsiteX970" fmla="*/ 232417 w 1055399"/>
                <a:gd name="connsiteY970" fmla="*/ 727121 h 949444"/>
                <a:gd name="connsiteX971" fmla="*/ 236321 w 1055399"/>
                <a:gd name="connsiteY971" fmla="*/ 726145 h 949444"/>
                <a:gd name="connsiteX972" fmla="*/ 240124 w 1055399"/>
                <a:gd name="connsiteY972" fmla="*/ 721806 h 949444"/>
                <a:gd name="connsiteX973" fmla="*/ 241874 w 1055399"/>
                <a:gd name="connsiteY973" fmla="*/ 719215 h 949444"/>
                <a:gd name="connsiteX974" fmla="*/ 243187 w 1055399"/>
                <a:gd name="connsiteY974" fmla="*/ 718576 h 949444"/>
                <a:gd name="connsiteX975" fmla="*/ 245576 w 1055399"/>
                <a:gd name="connsiteY975" fmla="*/ 718778 h 949444"/>
                <a:gd name="connsiteX976" fmla="*/ 246216 w 1055399"/>
                <a:gd name="connsiteY976" fmla="*/ 720628 h 949444"/>
                <a:gd name="connsiteX977" fmla="*/ 250019 w 1055399"/>
                <a:gd name="connsiteY977" fmla="*/ 722916 h 949444"/>
                <a:gd name="connsiteX978" fmla="*/ 254259 w 1055399"/>
                <a:gd name="connsiteY978" fmla="*/ 724362 h 949444"/>
                <a:gd name="connsiteX979" fmla="*/ 257154 w 1055399"/>
                <a:gd name="connsiteY979" fmla="*/ 719888 h 949444"/>
                <a:gd name="connsiteX980" fmla="*/ 258298 w 1055399"/>
                <a:gd name="connsiteY980" fmla="*/ 719316 h 949444"/>
                <a:gd name="connsiteX981" fmla="*/ 261495 w 1055399"/>
                <a:gd name="connsiteY981" fmla="*/ 718307 h 949444"/>
                <a:gd name="connsiteX982" fmla="*/ 263817 w 1055399"/>
                <a:gd name="connsiteY982" fmla="*/ 719182 h 949444"/>
                <a:gd name="connsiteX983" fmla="*/ 267014 w 1055399"/>
                <a:gd name="connsiteY983" fmla="*/ 722209 h 949444"/>
                <a:gd name="connsiteX984" fmla="*/ 267452 w 1055399"/>
                <a:gd name="connsiteY984" fmla="*/ 727289 h 949444"/>
                <a:gd name="connsiteX985" fmla="*/ 269337 w 1055399"/>
                <a:gd name="connsiteY985" fmla="*/ 733815 h 949444"/>
                <a:gd name="connsiteX986" fmla="*/ 271524 w 1055399"/>
                <a:gd name="connsiteY986" fmla="*/ 739904 h 949444"/>
                <a:gd name="connsiteX987" fmla="*/ 274553 w 1055399"/>
                <a:gd name="connsiteY987" fmla="*/ 744546 h 949444"/>
                <a:gd name="connsiteX988" fmla="*/ 279029 w 1055399"/>
                <a:gd name="connsiteY988" fmla="*/ 751072 h 949444"/>
                <a:gd name="connsiteX989" fmla="*/ 279904 w 1055399"/>
                <a:gd name="connsiteY989" fmla="*/ 753965 h 949444"/>
                <a:gd name="connsiteX990" fmla="*/ 279904 w 1055399"/>
                <a:gd name="connsiteY990" fmla="*/ 760323 h 949444"/>
                <a:gd name="connsiteX991" fmla="*/ 280644 w 1055399"/>
                <a:gd name="connsiteY991" fmla="*/ 766546 h 949444"/>
                <a:gd name="connsiteX992" fmla="*/ 280342 w 1055399"/>
                <a:gd name="connsiteY992" fmla="*/ 770449 h 949444"/>
                <a:gd name="connsiteX993" fmla="*/ 285121 w 1055399"/>
                <a:gd name="connsiteY993" fmla="*/ 775091 h 949444"/>
                <a:gd name="connsiteX994" fmla="*/ 287712 w 1055399"/>
                <a:gd name="connsiteY994" fmla="*/ 775091 h 949444"/>
                <a:gd name="connsiteX995" fmla="*/ 292356 w 1055399"/>
                <a:gd name="connsiteY995" fmla="*/ 774788 h 949444"/>
                <a:gd name="connsiteX996" fmla="*/ 293803 w 1055399"/>
                <a:gd name="connsiteY996" fmla="*/ 780440 h 949444"/>
                <a:gd name="connsiteX997" fmla="*/ 294376 w 1055399"/>
                <a:gd name="connsiteY997" fmla="*/ 785956 h 949444"/>
                <a:gd name="connsiteX998" fmla="*/ 297001 w 1055399"/>
                <a:gd name="connsiteY998" fmla="*/ 797831 h 949444"/>
                <a:gd name="connsiteX999" fmla="*/ 298448 w 1055399"/>
                <a:gd name="connsiteY999" fmla="*/ 801161 h 949444"/>
                <a:gd name="connsiteX1000" fmla="*/ 300635 w 1055399"/>
                <a:gd name="connsiteY1000" fmla="*/ 804492 h 949444"/>
                <a:gd name="connsiteX1001" fmla="*/ 306424 w 1055399"/>
                <a:gd name="connsiteY1001" fmla="*/ 806948 h 949444"/>
                <a:gd name="connsiteX1002" fmla="*/ 306491 w 1055399"/>
                <a:gd name="connsiteY1002" fmla="*/ 809134 h 949444"/>
                <a:gd name="connsiteX1003" fmla="*/ 305986 w 1055399"/>
                <a:gd name="connsiteY1003" fmla="*/ 815088 h 949444"/>
                <a:gd name="connsiteX1004" fmla="*/ 305986 w 1055399"/>
                <a:gd name="connsiteY1004" fmla="*/ 817679 h 949444"/>
                <a:gd name="connsiteX1005" fmla="*/ 306727 w 1055399"/>
                <a:gd name="connsiteY1005" fmla="*/ 819697 h 949444"/>
                <a:gd name="connsiteX1006" fmla="*/ 309116 w 1055399"/>
                <a:gd name="connsiteY1006" fmla="*/ 825651 h 949444"/>
                <a:gd name="connsiteX1007" fmla="*/ 311506 w 1055399"/>
                <a:gd name="connsiteY1007" fmla="*/ 830428 h 949444"/>
                <a:gd name="connsiteX1008" fmla="*/ 314131 w 1055399"/>
                <a:gd name="connsiteY1008" fmla="*/ 834330 h 949444"/>
                <a:gd name="connsiteX1009" fmla="*/ 319919 w 1055399"/>
                <a:gd name="connsiteY1009" fmla="*/ 836517 h 949444"/>
                <a:gd name="connsiteX1010" fmla="*/ 322679 w 1055399"/>
                <a:gd name="connsiteY1010" fmla="*/ 837391 h 949444"/>
                <a:gd name="connsiteX1011" fmla="*/ 325001 w 1055399"/>
                <a:gd name="connsiteY1011" fmla="*/ 838569 h 949444"/>
                <a:gd name="connsiteX1012" fmla="*/ 328198 w 1055399"/>
                <a:gd name="connsiteY1012" fmla="*/ 842908 h 949444"/>
                <a:gd name="connsiteX1013" fmla="*/ 329073 w 1055399"/>
                <a:gd name="connsiteY1013" fmla="*/ 849132 h 949444"/>
                <a:gd name="connsiteX1014" fmla="*/ 328939 w 1055399"/>
                <a:gd name="connsiteY1014" fmla="*/ 850713 h 949444"/>
                <a:gd name="connsiteX1015" fmla="*/ 328501 w 1055399"/>
                <a:gd name="connsiteY1015" fmla="*/ 854178 h 949444"/>
                <a:gd name="connsiteX1016" fmla="*/ 327626 w 1055399"/>
                <a:gd name="connsiteY1016" fmla="*/ 856499 h 949444"/>
                <a:gd name="connsiteX1017" fmla="*/ 328064 w 1055399"/>
                <a:gd name="connsiteY1017" fmla="*/ 858955 h 949444"/>
                <a:gd name="connsiteX1018" fmla="*/ 331530 w 1055399"/>
                <a:gd name="connsiteY1018" fmla="*/ 859695 h 949444"/>
                <a:gd name="connsiteX1019" fmla="*/ 338934 w 1055399"/>
                <a:gd name="connsiteY1019" fmla="*/ 855490 h 949444"/>
                <a:gd name="connsiteX1020" fmla="*/ 340819 w 1055399"/>
                <a:gd name="connsiteY1020" fmla="*/ 855927 h 949444"/>
                <a:gd name="connsiteX1021" fmla="*/ 338362 w 1055399"/>
                <a:gd name="connsiteY1021" fmla="*/ 863328 h 949444"/>
                <a:gd name="connsiteX1022" fmla="*/ 337050 w 1055399"/>
                <a:gd name="connsiteY1022" fmla="*/ 865783 h 949444"/>
                <a:gd name="connsiteX1023" fmla="*/ 334727 w 1055399"/>
                <a:gd name="connsiteY1023" fmla="*/ 868104 h 949444"/>
                <a:gd name="connsiteX1024" fmla="*/ 330958 w 1055399"/>
                <a:gd name="connsiteY1024" fmla="*/ 870291 h 949444"/>
                <a:gd name="connsiteX1025" fmla="*/ 326919 w 1055399"/>
                <a:gd name="connsiteY1025" fmla="*/ 871300 h 949444"/>
                <a:gd name="connsiteX1026" fmla="*/ 324732 w 1055399"/>
                <a:gd name="connsiteY1026" fmla="*/ 873319 h 949444"/>
                <a:gd name="connsiteX1027" fmla="*/ 324867 w 1055399"/>
                <a:gd name="connsiteY1027" fmla="*/ 876952 h 949444"/>
                <a:gd name="connsiteX1028" fmla="*/ 326617 w 1055399"/>
                <a:gd name="connsiteY1028" fmla="*/ 881728 h 949444"/>
                <a:gd name="connsiteX1029" fmla="*/ 333011 w 1055399"/>
                <a:gd name="connsiteY1029" fmla="*/ 885799 h 949444"/>
                <a:gd name="connsiteX1030" fmla="*/ 339977 w 1055399"/>
                <a:gd name="connsiteY1030" fmla="*/ 888995 h 949444"/>
                <a:gd name="connsiteX1031" fmla="*/ 343309 w 1055399"/>
                <a:gd name="connsiteY1031" fmla="*/ 892190 h 949444"/>
                <a:gd name="connsiteX1032" fmla="*/ 344184 w 1055399"/>
                <a:gd name="connsiteY1032" fmla="*/ 894209 h 949444"/>
                <a:gd name="connsiteX1033" fmla="*/ 347382 w 1055399"/>
                <a:gd name="connsiteY1033" fmla="*/ 898986 h 949444"/>
                <a:gd name="connsiteX1034" fmla="*/ 351285 w 1055399"/>
                <a:gd name="connsiteY1034" fmla="*/ 905512 h 949444"/>
                <a:gd name="connsiteX1035" fmla="*/ 349401 w 1055399"/>
                <a:gd name="connsiteY1035" fmla="*/ 908707 h 949444"/>
                <a:gd name="connsiteX1036" fmla="*/ 343040 w 1055399"/>
                <a:gd name="connsiteY1036" fmla="*/ 910019 h 949444"/>
                <a:gd name="connsiteX1037" fmla="*/ 339843 w 1055399"/>
                <a:gd name="connsiteY1037" fmla="*/ 910154 h 949444"/>
                <a:gd name="connsiteX1038" fmla="*/ 338833 w 1055399"/>
                <a:gd name="connsiteY1038" fmla="*/ 915671 h 949444"/>
                <a:gd name="connsiteX1039" fmla="*/ 340146 w 1055399"/>
                <a:gd name="connsiteY1039" fmla="*/ 920582 h 949444"/>
                <a:gd name="connsiteX1040" fmla="*/ 345228 w 1055399"/>
                <a:gd name="connsiteY1040" fmla="*/ 922903 h 949444"/>
                <a:gd name="connsiteX1041" fmla="*/ 350444 w 1055399"/>
                <a:gd name="connsiteY1041" fmla="*/ 922903 h 949444"/>
                <a:gd name="connsiteX1042" fmla="*/ 353069 w 1055399"/>
                <a:gd name="connsiteY1042" fmla="*/ 920448 h 949444"/>
                <a:gd name="connsiteX1043" fmla="*/ 355526 w 1055399"/>
                <a:gd name="connsiteY1043" fmla="*/ 918698 h 949444"/>
                <a:gd name="connsiteX1044" fmla="*/ 357545 w 1055399"/>
                <a:gd name="connsiteY1044" fmla="*/ 917252 h 949444"/>
                <a:gd name="connsiteX1045" fmla="*/ 358992 w 1055399"/>
                <a:gd name="connsiteY1045" fmla="*/ 919876 h 949444"/>
                <a:gd name="connsiteX1046" fmla="*/ 359564 w 1055399"/>
                <a:gd name="connsiteY1046" fmla="*/ 924955 h 949444"/>
                <a:gd name="connsiteX1047" fmla="*/ 361012 w 1055399"/>
                <a:gd name="connsiteY1047" fmla="*/ 929867 h 949444"/>
                <a:gd name="connsiteX1048" fmla="*/ 364041 w 1055399"/>
                <a:gd name="connsiteY1048" fmla="*/ 932188 h 949444"/>
                <a:gd name="connsiteX1049" fmla="*/ 365185 w 1055399"/>
                <a:gd name="connsiteY1049" fmla="*/ 934375 h 949444"/>
                <a:gd name="connsiteX1050" fmla="*/ 365185 w 1055399"/>
                <a:gd name="connsiteY1050" fmla="*/ 939454 h 949444"/>
                <a:gd name="connsiteX1051" fmla="*/ 365488 w 1055399"/>
                <a:gd name="connsiteY1051" fmla="*/ 942784 h 949444"/>
                <a:gd name="connsiteX1052" fmla="*/ 365925 w 1055399"/>
                <a:gd name="connsiteY1052" fmla="*/ 946989 h 949444"/>
                <a:gd name="connsiteX1053" fmla="*/ 368954 w 1055399"/>
                <a:gd name="connsiteY1053" fmla="*/ 948873 h 949444"/>
                <a:gd name="connsiteX1054" fmla="*/ 375483 w 1055399"/>
                <a:gd name="connsiteY1054" fmla="*/ 949445 h 949444"/>
                <a:gd name="connsiteX1055" fmla="*/ 382012 w 1055399"/>
                <a:gd name="connsiteY1055" fmla="*/ 946418 h 949444"/>
                <a:gd name="connsiteX1056" fmla="*/ 386522 w 1055399"/>
                <a:gd name="connsiteY1056" fmla="*/ 944029 h 949444"/>
                <a:gd name="connsiteX1057" fmla="*/ 393623 w 1055399"/>
                <a:gd name="connsiteY1057" fmla="*/ 940329 h 949444"/>
                <a:gd name="connsiteX1058" fmla="*/ 399109 w 1055399"/>
                <a:gd name="connsiteY1058" fmla="*/ 940329 h 949444"/>
                <a:gd name="connsiteX1059" fmla="*/ 403753 w 1055399"/>
                <a:gd name="connsiteY1059" fmla="*/ 937133 h 949444"/>
                <a:gd name="connsiteX1060" fmla="*/ 408094 w 1055399"/>
                <a:gd name="connsiteY1060" fmla="*/ 932928 h 949444"/>
                <a:gd name="connsiteX1061" fmla="*/ 410551 w 1055399"/>
                <a:gd name="connsiteY1061" fmla="*/ 931616 h 949444"/>
                <a:gd name="connsiteX1062" fmla="*/ 412570 w 1055399"/>
                <a:gd name="connsiteY1062" fmla="*/ 929160 h 949444"/>
                <a:gd name="connsiteX1063" fmla="*/ 414893 w 1055399"/>
                <a:gd name="connsiteY1063" fmla="*/ 928017 h 949444"/>
                <a:gd name="connsiteX1064" fmla="*/ 420412 w 1055399"/>
                <a:gd name="connsiteY1064" fmla="*/ 927075 h 949444"/>
                <a:gd name="connsiteX1065" fmla="*/ 425763 w 1055399"/>
                <a:gd name="connsiteY1065" fmla="*/ 926436 h 949444"/>
                <a:gd name="connsiteX1066" fmla="*/ 428657 w 1055399"/>
                <a:gd name="connsiteY1066" fmla="*/ 926436 h 949444"/>
                <a:gd name="connsiteX1067" fmla="*/ 432427 w 1055399"/>
                <a:gd name="connsiteY1067" fmla="*/ 922971 h 949444"/>
                <a:gd name="connsiteX1068" fmla="*/ 438215 w 1055399"/>
                <a:gd name="connsiteY1068" fmla="*/ 917757 h 949444"/>
                <a:gd name="connsiteX1069" fmla="*/ 441984 w 1055399"/>
                <a:gd name="connsiteY1069" fmla="*/ 913989 h 949444"/>
                <a:gd name="connsiteX1070" fmla="*/ 446898 w 1055399"/>
                <a:gd name="connsiteY1070" fmla="*/ 912845 h 949444"/>
                <a:gd name="connsiteX1071" fmla="*/ 448211 w 1055399"/>
                <a:gd name="connsiteY1071" fmla="*/ 914864 h 949444"/>
                <a:gd name="connsiteX1072" fmla="*/ 445182 w 1055399"/>
                <a:gd name="connsiteY1072" fmla="*/ 920650 h 949444"/>
                <a:gd name="connsiteX1073" fmla="*/ 445182 w 1055399"/>
                <a:gd name="connsiteY1073" fmla="*/ 923845 h 949444"/>
                <a:gd name="connsiteX1074" fmla="*/ 449254 w 1055399"/>
                <a:gd name="connsiteY1074" fmla="*/ 926436 h 949444"/>
                <a:gd name="connsiteX1075" fmla="*/ 453023 w 1055399"/>
                <a:gd name="connsiteY1075" fmla="*/ 926436 h 949444"/>
                <a:gd name="connsiteX1076" fmla="*/ 455345 w 1055399"/>
                <a:gd name="connsiteY1076" fmla="*/ 924686 h 949444"/>
                <a:gd name="connsiteX1077" fmla="*/ 459115 w 1055399"/>
                <a:gd name="connsiteY1077" fmla="*/ 922668 h 949444"/>
                <a:gd name="connsiteX1078" fmla="*/ 464399 w 1055399"/>
                <a:gd name="connsiteY1078" fmla="*/ 921154 h 949444"/>
                <a:gd name="connsiteX1079" fmla="*/ 468168 w 1055399"/>
                <a:gd name="connsiteY1079" fmla="*/ 920010 h 949444"/>
                <a:gd name="connsiteX1080" fmla="*/ 470759 w 1055399"/>
                <a:gd name="connsiteY1080" fmla="*/ 918564 h 949444"/>
                <a:gd name="connsiteX1081" fmla="*/ 474461 w 1055399"/>
                <a:gd name="connsiteY1081" fmla="*/ 918564 h 949444"/>
                <a:gd name="connsiteX1082" fmla="*/ 478735 w 1055399"/>
                <a:gd name="connsiteY1082" fmla="*/ 918429 h 949444"/>
                <a:gd name="connsiteX1083" fmla="*/ 482000 w 1055399"/>
                <a:gd name="connsiteY1083" fmla="*/ 917286 h 949444"/>
                <a:gd name="connsiteX1084" fmla="*/ 484255 w 1055399"/>
                <a:gd name="connsiteY1084" fmla="*/ 915536 h 949444"/>
                <a:gd name="connsiteX1085" fmla="*/ 485837 w 1055399"/>
                <a:gd name="connsiteY1085" fmla="*/ 911836 h 949444"/>
                <a:gd name="connsiteX1086" fmla="*/ 486409 w 1055399"/>
                <a:gd name="connsiteY1086" fmla="*/ 907126 h 949444"/>
                <a:gd name="connsiteX1087" fmla="*/ 484793 w 1055399"/>
                <a:gd name="connsiteY1087" fmla="*/ 901408 h 949444"/>
                <a:gd name="connsiteX1088" fmla="*/ 483111 w 1055399"/>
                <a:gd name="connsiteY1088" fmla="*/ 897875 h 949444"/>
                <a:gd name="connsiteX1089" fmla="*/ 484961 w 1055399"/>
                <a:gd name="connsiteY1089" fmla="*/ 897102 h 949444"/>
                <a:gd name="connsiteX1090" fmla="*/ 487149 w 1055399"/>
                <a:gd name="connsiteY1090" fmla="*/ 896866 h 949444"/>
                <a:gd name="connsiteX1091" fmla="*/ 489538 w 1055399"/>
                <a:gd name="connsiteY1091" fmla="*/ 896866 h 949444"/>
                <a:gd name="connsiteX1092" fmla="*/ 490750 w 1055399"/>
                <a:gd name="connsiteY1092" fmla="*/ 894579 h 949444"/>
                <a:gd name="connsiteX1093" fmla="*/ 491389 w 1055399"/>
                <a:gd name="connsiteY1093" fmla="*/ 891316 h 949444"/>
                <a:gd name="connsiteX1094" fmla="*/ 491389 w 1055399"/>
                <a:gd name="connsiteY1094" fmla="*/ 888927 h 949444"/>
                <a:gd name="connsiteX1095" fmla="*/ 489740 w 1055399"/>
                <a:gd name="connsiteY1095" fmla="*/ 887414 h 949444"/>
                <a:gd name="connsiteX1096" fmla="*/ 487452 w 1055399"/>
                <a:gd name="connsiteY1096" fmla="*/ 884588 h 949444"/>
                <a:gd name="connsiteX1097" fmla="*/ 485399 w 1055399"/>
                <a:gd name="connsiteY1097" fmla="*/ 881762 h 949444"/>
                <a:gd name="connsiteX1098" fmla="*/ 483750 w 1055399"/>
                <a:gd name="connsiteY1098" fmla="*/ 878163 h 949444"/>
                <a:gd name="connsiteX1099" fmla="*/ 483413 w 1055399"/>
                <a:gd name="connsiteY1099" fmla="*/ 876414 h 949444"/>
                <a:gd name="connsiteX1100" fmla="*/ 483413 w 1055399"/>
                <a:gd name="connsiteY1100" fmla="*/ 869887 h 949444"/>
                <a:gd name="connsiteX1101" fmla="*/ 484288 w 1055399"/>
                <a:gd name="connsiteY1101" fmla="*/ 866086 h 949444"/>
                <a:gd name="connsiteX1102" fmla="*/ 482639 w 1055399"/>
                <a:gd name="connsiteY1102" fmla="*/ 859997 h 949444"/>
                <a:gd name="connsiteX1103" fmla="*/ 481865 w 1055399"/>
                <a:gd name="connsiteY1103" fmla="*/ 857710 h 949444"/>
                <a:gd name="connsiteX1104" fmla="*/ 479375 w 1055399"/>
                <a:gd name="connsiteY1104" fmla="*/ 854884 h 949444"/>
                <a:gd name="connsiteX1105" fmla="*/ 478500 w 1055399"/>
                <a:gd name="connsiteY1105" fmla="*/ 852933 h 949444"/>
                <a:gd name="connsiteX1106" fmla="*/ 477961 w 1055399"/>
                <a:gd name="connsiteY1106" fmla="*/ 848358 h 949444"/>
                <a:gd name="connsiteX1107" fmla="*/ 480351 w 1055399"/>
                <a:gd name="connsiteY1107" fmla="*/ 844321 h 949444"/>
                <a:gd name="connsiteX1108" fmla="*/ 481663 w 1055399"/>
                <a:gd name="connsiteY1108" fmla="*/ 841596 h 949444"/>
                <a:gd name="connsiteX1109" fmla="*/ 482639 w 1055399"/>
                <a:gd name="connsiteY1109" fmla="*/ 837694 h 949444"/>
                <a:gd name="connsiteX1110" fmla="*/ 483413 w 1055399"/>
                <a:gd name="connsiteY1110" fmla="*/ 831942 h 949444"/>
                <a:gd name="connsiteX1111" fmla="*/ 483413 w 1055399"/>
                <a:gd name="connsiteY1111" fmla="*/ 829890 h 949444"/>
                <a:gd name="connsiteX1112" fmla="*/ 484288 w 1055399"/>
                <a:gd name="connsiteY1112" fmla="*/ 824575 h 949444"/>
                <a:gd name="connsiteX1113" fmla="*/ 482976 w 1055399"/>
                <a:gd name="connsiteY1113" fmla="*/ 819899 h 949444"/>
                <a:gd name="connsiteX1114" fmla="*/ 483312 w 1055399"/>
                <a:gd name="connsiteY1114" fmla="*/ 816097 h 949444"/>
                <a:gd name="connsiteX1115" fmla="*/ 483111 w 1055399"/>
                <a:gd name="connsiteY1115" fmla="*/ 814147 h 949444"/>
                <a:gd name="connsiteX1116" fmla="*/ 480183 w 1055399"/>
                <a:gd name="connsiteY1116" fmla="*/ 810883 h 949444"/>
                <a:gd name="connsiteX1117" fmla="*/ 478668 w 1055399"/>
                <a:gd name="connsiteY1117" fmla="*/ 810009 h 949444"/>
                <a:gd name="connsiteX1118" fmla="*/ 478668 w 1055399"/>
                <a:gd name="connsiteY1118" fmla="*/ 807721 h 949444"/>
                <a:gd name="connsiteX1119" fmla="*/ 480620 w 1055399"/>
                <a:gd name="connsiteY1119" fmla="*/ 804559 h 949444"/>
                <a:gd name="connsiteX1120" fmla="*/ 483346 w 1055399"/>
                <a:gd name="connsiteY1120" fmla="*/ 802070 h 949444"/>
                <a:gd name="connsiteX1121" fmla="*/ 485197 w 1055399"/>
                <a:gd name="connsiteY1121" fmla="*/ 799782 h 949444"/>
                <a:gd name="connsiteX1122" fmla="*/ 485534 w 1055399"/>
                <a:gd name="connsiteY1122" fmla="*/ 795645 h 949444"/>
                <a:gd name="connsiteX1123" fmla="*/ 485971 w 1055399"/>
                <a:gd name="connsiteY1123" fmla="*/ 791742 h 949444"/>
                <a:gd name="connsiteX1124" fmla="*/ 487586 w 1055399"/>
                <a:gd name="connsiteY1124" fmla="*/ 791406 h 949444"/>
                <a:gd name="connsiteX1125" fmla="*/ 489640 w 1055399"/>
                <a:gd name="connsiteY1125" fmla="*/ 792819 h 949444"/>
                <a:gd name="connsiteX1126" fmla="*/ 490514 w 1055399"/>
                <a:gd name="connsiteY1126" fmla="*/ 795746 h 949444"/>
                <a:gd name="connsiteX1127" fmla="*/ 491289 w 1055399"/>
                <a:gd name="connsiteY1127" fmla="*/ 799547 h 949444"/>
                <a:gd name="connsiteX1128" fmla="*/ 492938 w 1055399"/>
                <a:gd name="connsiteY1128" fmla="*/ 801061 h 949444"/>
                <a:gd name="connsiteX1129" fmla="*/ 496942 w 1055399"/>
                <a:gd name="connsiteY1129" fmla="*/ 799850 h 949444"/>
                <a:gd name="connsiteX1130" fmla="*/ 499567 w 1055399"/>
                <a:gd name="connsiteY1130" fmla="*/ 795409 h 949444"/>
                <a:gd name="connsiteX1131" fmla="*/ 503034 w 1055399"/>
                <a:gd name="connsiteY1131" fmla="*/ 793794 h 949444"/>
                <a:gd name="connsiteX1132" fmla="*/ 508486 w 1055399"/>
                <a:gd name="connsiteY1132" fmla="*/ 788782 h 949444"/>
                <a:gd name="connsiteX1133" fmla="*/ 510976 w 1055399"/>
                <a:gd name="connsiteY1133" fmla="*/ 786057 h 949444"/>
                <a:gd name="connsiteX1134" fmla="*/ 514342 w 1055399"/>
                <a:gd name="connsiteY1134" fmla="*/ 781718 h 949444"/>
                <a:gd name="connsiteX1135" fmla="*/ 516092 w 1055399"/>
                <a:gd name="connsiteY1135" fmla="*/ 778993 h 949444"/>
                <a:gd name="connsiteX1136" fmla="*/ 519356 w 1055399"/>
                <a:gd name="connsiteY1136" fmla="*/ 776605 h 949444"/>
                <a:gd name="connsiteX1137" fmla="*/ 521847 w 1055399"/>
                <a:gd name="connsiteY1137" fmla="*/ 775629 h 949444"/>
                <a:gd name="connsiteX1138" fmla="*/ 524236 w 1055399"/>
                <a:gd name="connsiteY1138" fmla="*/ 774990 h 949444"/>
                <a:gd name="connsiteX1139" fmla="*/ 525111 w 1055399"/>
                <a:gd name="connsiteY1139" fmla="*/ 773913 h 949444"/>
                <a:gd name="connsiteX1140" fmla="*/ 527265 w 1055399"/>
                <a:gd name="connsiteY1140" fmla="*/ 769675 h 949444"/>
                <a:gd name="connsiteX1141" fmla="*/ 528780 w 1055399"/>
                <a:gd name="connsiteY1141" fmla="*/ 767085 h 949444"/>
                <a:gd name="connsiteX1142" fmla="*/ 530294 w 1055399"/>
                <a:gd name="connsiteY1142" fmla="*/ 764696 h 949444"/>
                <a:gd name="connsiteX1143" fmla="*/ 532246 w 1055399"/>
                <a:gd name="connsiteY1143" fmla="*/ 762745 h 949444"/>
                <a:gd name="connsiteX1144" fmla="*/ 534636 w 1055399"/>
                <a:gd name="connsiteY1144" fmla="*/ 760256 h 949444"/>
                <a:gd name="connsiteX1145" fmla="*/ 536823 w 1055399"/>
                <a:gd name="connsiteY1145" fmla="*/ 758506 h 949444"/>
                <a:gd name="connsiteX1146" fmla="*/ 538237 w 1055399"/>
                <a:gd name="connsiteY1146" fmla="*/ 757531 h 949444"/>
                <a:gd name="connsiteX1147" fmla="*/ 539650 w 1055399"/>
                <a:gd name="connsiteY1147" fmla="*/ 757094 h 949444"/>
                <a:gd name="connsiteX1148" fmla="*/ 542713 w 1055399"/>
                <a:gd name="connsiteY1148" fmla="*/ 755142 h 949444"/>
                <a:gd name="connsiteX1149" fmla="*/ 546415 w 1055399"/>
                <a:gd name="connsiteY1149" fmla="*/ 751139 h 949444"/>
                <a:gd name="connsiteX1150" fmla="*/ 548367 w 1055399"/>
                <a:gd name="connsiteY1150" fmla="*/ 747775 h 949444"/>
                <a:gd name="connsiteX1151" fmla="*/ 549242 w 1055399"/>
                <a:gd name="connsiteY1151" fmla="*/ 745488 h 949444"/>
                <a:gd name="connsiteX1152" fmla="*/ 549780 w 1055399"/>
                <a:gd name="connsiteY1152" fmla="*/ 742225 h 949444"/>
                <a:gd name="connsiteX1153" fmla="*/ 550117 w 1055399"/>
                <a:gd name="connsiteY1153" fmla="*/ 739635 h 949444"/>
                <a:gd name="connsiteX1154" fmla="*/ 551093 w 1055399"/>
                <a:gd name="connsiteY1154" fmla="*/ 738659 h 949444"/>
                <a:gd name="connsiteX1155" fmla="*/ 553280 w 1055399"/>
                <a:gd name="connsiteY1155" fmla="*/ 736910 h 949444"/>
                <a:gd name="connsiteX1156" fmla="*/ 554357 w 1055399"/>
                <a:gd name="connsiteY1156" fmla="*/ 735497 h 949444"/>
                <a:gd name="connsiteX1157" fmla="*/ 554458 w 1055399"/>
                <a:gd name="connsiteY1157" fmla="*/ 734421 h 949444"/>
                <a:gd name="connsiteX1158" fmla="*/ 552607 w 1055399"/>
                <a:gd name="connsiteY1158" fmla="*/ 731595 h 949444"/>
                <a:gd name="connsiteX1159" fmla="*/ 551732 w 1055399"/>
                <a:gd name="connsiteY1159" fmla="*/ 731057 h 949444"/>
                <a:gd name="connsiteX1160" fmla="*/ 549982 w 1055399"/>
                <a:gd name="connsiteY1160" fmla="*/ 730283 h 949444"/>
                <a:gd name="connsiteX1161" fmla="*/ 547492 w 1055399"/>
                <a:gd name="connsiteY1161" fmla="*/ 728231 h 949444"/>
                <a:gd name="connsiteX1162" fmla="*/ 544328 w 1055399"/>
                <a:gd name="connsiteY1162" fmla="*/ 725741 h 949444"/>
                <a:gd name="connsiteX1163" fmla="*/ 542477 w 1055399"/>
                <a:gd name="connsiteY1163" fmla="*/ 724329 h 949444"/>
                <a:gd name="connsiteX1164" fmla="*/ 542376 w 1055399"/>
                <a:gd name="connsiteY1164" fmla="*/ 722277 h 949444"/>
                <a:gd name="connsiteX1165" fmla="*/ 542915 w 1055399"/>
                <a:gd name="connsiteY1165" fmla="*/ 720426 h 949444"/>
                <a:gd name="connsiteX1166" fmla="*/ 543689 w 1055399"/>
                <a:gd name="connsiteY1166" fmla="*/ 718812 h 949444"/>
                <a:gd name="connsiteX1167" fmla="*/ 544766 w 1055399"/>
                <a:gd name="connsiteY1167" fmla="*/ 716861 h 949444"/>
                <a:gd name="connsiteX1168" fmla="*/ 546381 w 1055399"/>
                <a:gd name="connsiteY1168" fmla="*/ 714371 h 949444"/>
                <a:gd name="connsiteX1169" fmla="*/ 548871 w 1055399"/>
                <a:gd name="connsiteY1169" fmla="*/ 712420 h 949444"/>
                <a:gd name="connsiteX1170" fmla="*/ 550184 w 1055399"/>
                <a:gd name="connsiteY1170" fmla="*/ 711445 h 949444"/>
                <a:gd name="connsiteX1171" fmla="*/ 553448 w 1055399"/>
                <a:gd name="connsiteY1171" fmla="*/ 709493 h 949444"/>
                <a:gd name="connsiteX1172" fmla="*/ 556276 w 1055399"/>
                <a:gd name="connsiteY1172" fmla="*/ 707307 h 949444"/>
                <a:gd name="connsiteX1173" fmla="*/ 557050 w 1055399"/>
                <a:gd name="connsiteY1173" fmla="*/ 705793 h 949444"/>
                <a:gd name="connsiteX1174" fmla="*/ 559338 w 1055399"/>
                <a:gd name="connsiteY1174" fmla="*/ 704212 h 949444"/>
                <a:gd name="connsiteX1175" fmla="*/ 561391 w 1055399"/>
                <a:gd name="connsiteY1175" fmla="*/ 702194 h 949444"/>
                <a:gd name="connsiteX1176" fmla="*/ 562569 w 1055399"/>
                <a:gd name="connsiteY1176" fmla="*/ 702194 h 949444"/>
                <a:gd name="connsiteX1177" fmla="*/ 565396 w 1055399"/>
                <a:gd name="connsiteY1177" fmla="*/ 701958 h 949444"/>
                <a:gd name="connsiteX1178" fmla="*/ 569199 w 1055399"/>
                <a:gd name="connsiteY1178" fmla="*/ 705221 h 949444"/>
                <a:gd name="connsiteX1179" fmla="*/ 569973 w 1055399"/>
                <a:gd name="connsiteY1179" fmla="*/ 705558 h 949444"/>
                <a:gd name="connsiteX1180" fmla="*/ 572564 w 1055399"/>
                <a:gd name="connsiteY1180" fmla="*/ 706533 h 949444"/>
                <a:gd name="connsiteX1181" fmla="*/ 575055 w 1055399"/>
                <a:gd name="connsiteY1181" fmla="*/ 706533 h 949444"/>
                <a:gd name="connsiteX1182" fmla="*/ 578555 w 1055399"/>
                <a:gd name="connsiteY1182" fmla="*/ 704347 h 949444"/>
                <a:gd name="connsiteX1183" fmla="*/ 581920 w 1055399"/>
                <a:gd name="connsiteY1183" fmla="*/ 701420 h 949444"/>
                <a:gd name="connsiteX1184" fmla="*/ 584310 w 1055399"/>
                <a:gd name="connsiteY1184" fmla="*/ 698695 h 949444"/>
                <a:gd name="connsiteX1185" fmla="*/ 585723 w 1055399"/>
                <a:gd name="connsiteY1185" fmla="*/ 696408 h 949444"/>
                <a:gd name="connsiteX1186" fmla="*/ 586800 w 1055399"/>
                <a:gd name="connsiteY1186" fmla="*/ 694019 h 949444"/>
                <a:gd name="connsiteX1187" fmla="*/ 587002 w 1055399"/>
                <a:gd name="connsiteY1187" fmla="*/ 690218 h 949444"/>
                <a:gd name="connsiteX1188" fmla="*/ 587103 w 1055399"/>
                <a:gd name="connsiteY1188" fmla="*/ 687493 h 949444"/>
                <a:gd name="connsiteX1189" fmla="*/ 586666 w 1055399"/>
                <a:gd name="connsiteY1189" fmla="*/ 684903 h 949444"/>
                <a:gd name="connsiteX1190" fmla="*/ 585016 w 1055399"/>
                <a:gd name="connsiteY1190" fmla="*/ 681976 h 949444"/>
                <a:gd name="connsiteX1191" fmla="*/ 583502 w 1055399"/>
                <a:gd name="connsiteY1191" fmla="*/ 679050 h 949444"/>
                <a:gd name="connsiteX1192" fmla="*/ 581315 w 1055399"/>
                <a:gd name="connsiteY1192" fmla="*/ 677738 h 949444"/>
                <a:gd name="connsiteX1193" fmla="*/ 579363 w 1055399"/>
                <a:gd name="connsiteY1193" fmla="*/ 675989 h 949444"/>
                <a:gd name="connsiteX1194" fmla="*/ 579026 w 1055399"/>
                <a:gd name="connsiteY1194" fmla="*/ 673802 h 949444"/>
                <a:gd name="connsiteX1195" fmla="*/ 580002 w 1055399"/>
                <a:gd name="connsiteY1195" fmla="*/ 671178 h 949444"/>
                <a:gd name="connsiteX1196" fmla="*/ 582190 w 1055399"/>
                <a:gd name="connsiteY1196" fmla="*/ 667040 h 949444"/>
                <a:gd name="connsiteX1197" fmla="*/ 582829 w 1055399"/>
                <a:gd name="connsiteY1197" fmla="*/ 664551 h 949444"/>
                <a:gd name="connsiteX1198" fmla="*/ 584141 w 1055399"/>
                <a:gd name="connsiteY1198" fmla="*/ 662062 h 949444"/>
                <a:gd name="connsiteX1199" fmla="*/ 584478 w 1055399"/>
                <a:gd name="connsiteY1199" fmla="*/ 659774 h 949444"/>
                <a:gd name="connsiteX1200" fmla="*/ 585892 w 1055399"/>
                <a:gd name="connsiteY1200" fmla="*/ 657588 h 949444"/>
                <a:gd name="connsiteX1201" fmla="*/ 586666 w 1055399"/>
                <a:gd name="connsiteY1201" fmla="*/ 657487 h 949444"/>
                <a:gd name="connsiteX1202" fmla="*/ 588954 w 1055399"/>
                <a:gd name="connsiteY1202" fmla="*/ 657386 h 949444"/>
                <a:gd name="connsiteX1203" fmla="*/ 590469 w 1055399"/>
                <a:gd name="connsiteY1203" fmla="*/ 660110 h 949444"/>
                <a:gd name="connsiteX1204" fmla="*/ 591445 w 1055399"/>
                <a:gd name="connsiteY1204" fmla="*/ 661422 h 949444"/>
                <a:gd name="connsiteX1205" fmla="*/ 593834 w 1055399"/>
                <a:gd name="connsiteY1205" fmla="*/ 662129 h 949444"/>
                <a:gd name="connsiteX1206" fmla="*/ 597637 w 1055399"/>
                <a:gd name="connsiteY1206" fmla="*/ 662196 h 949444"/>
                <a:gd name="connsiteX1207" fmla="*/ 599050 w 1055399"/>
                <a:gd name="connsiteY1207" fmla="*/ 662196 h 949444"/>
                <a:gd name="connsiteX1208" fmla="*/ 601642 w 1055399"/>
                <a:gd name="connsiteY1208" fmla="*/ 662533 h 949444"/>
                <a:gd name="connsiteX1209" fmla="*/ 604570 w 1055399"/>
                <a:gd name="connsiteY1209" fmla="*/ 662196 h 949444"/>
                <a:gd name="connsiteX1210" fmla="*/ 608608 w 1055399"/>
                <a:gd name="connsiteY1210" fmla="*/ 661994 h 949444"/>
                <a:gd name="connsiteX1211" fmla="*/ 610123 w 1055399"/>
                <a:gd name="connsiteY1211" fmla="*/ 659539 h 949444"/>
                <a:gd name="connsiteX1212" fmla="*/ 612613 w 1055399"/>
                <a:gd name="connsiteY1212" fmla="*/ 658731 h 949444"/>
                <a:gd name="connsiteX1213" fmla="*/ 614666 w 1055399"/>
                <a:gd name="connsiteY1213" fmla="*/ 658731 h 949444"/>
                <a:gd name="connsiteX1214" fmla="*/ 619008 w 1055399"/>
                <a:gd name="connsiteY1214" fmla="*/ 661355 h 949444"/>
                <a:gd name="connsiteX1215" fmla="*/ 623013 w 1055399"/>
                <a:gd name="connsiteY1215" fmla="*/ 663004 h 949444"/>
                <a:gd name="connsiteX1216" fmla="*/ 630518 w 1055399"/>
                <a:gd name="connsiteY1216" fmla="*/ 661591 h 949444"/>
                <a:gd name="connsiteX1217" fmla="*/ 636710 w 1055399"/>
                <a:gd name="connsiteY1217" fmla="*/ 660951 h 949444"/>
                <a:gd name="connsiteX1218" fmla="*/ 641051 w 1055399"/>
                <a:gd name="connsiteY1218" fmla="*/ 660077 h 949444"/>
                <a:gd name="connsiteX1219" fmla="*/ 644316 w 1055399"/>
                <a:gd name="connsiteY1219" fmla="*/ 663340 h 949444"/>
                <a:gd name="connsiteX1220" fmla="*/ 643676 w 1055399"/>
                <a:gd name="connsiteY1220" fmla="*/ 667478 h 949444"/>
                <a:gd name="connsiteX1221" fmla="*/ 642263 w 1055399"/>
                <a:gd name="connsiteY1221" fmla="*/ 668554 h 949444"/>
                <a:gd name="connsiteX1222" fmla="*/ 639335 w 1055399"/>
                <a:gd name="connsiteY1222" fmla="*/ 670842 h 949444"/>
                <a:gd name="connsiteX1223" fmla="*/ 635869 w 1055399"/>
                <a:gd name="connsiteY1223" fmla="*/ 671380 h 949444"/>
                <a:gd name="connsiteX1224" fmla="*/ 633244 w 1055399"/>
                <a:gd name="connsiteY1224" fmla="*/ 672692 h 949444"/>
                <a:gd name="connsiteX1225" fmla="*/ 631393 w 1055399"/>
                <a:gd name="connsiteY1225" fmla="*/ 674105 h 949444"/>
                <a:gd name="connsiteX1226" fmla="*/ 629239 w 1055399"/>
                <a:gd name="connsiteY1226" fmla="*/ 676291 h 949444"/>
                <a:gd name="connsiteX1227" fmla="*/ 627287 w 1055399"/>
                <a:gd name="connsiteY1227" fmla="*/ 678242 h 949444"/>
                <a:gd name="connsiteX1228" fmla="*/ 624796 w 1055399"/>
                <a:gd name="connsiteY1228" fmla="*/ 680429 h 949444"/>
                <a:gd name="connsiteX1229" fmla="*/ 623820 w 1055399"/>
                <a:gd name="connsiteY1229" fmla="*/ 681640 h 949444"/>
                <a:gd name="connsiteX1230" fmla="*/ 623618 w 1055399"/>
                <a:gd name="connsiteY1230" fmla="*/ 685441 h 949444"/>
                <a:gd name="connsiteX1231" fmla="*/ 623820 w 1055399"/>
                <a:gd name="connsiteY1231" fmla="*/ 691295 h 949444"/>
                <a:gd name="connsiteX1232" fmla="*/ 624022 w 1055399"/>
                <a:gd name="connsiteY1232" fmla="*/ 693044 h 949444"/>
                <a:gd name="connsiteX1233" fmla="*/ 625974 w 1055399"/>
                <a:gd name="connsiteY1233" fmla="*/ 695769 h 949444"/>
                <a:gd name="connsiteX1234" fmla="*/ 632066 w 1055399"/>
                <a:gd name="connsiteY1234" fmla="*/ 698493 h 949444"/>
                <a:gd name="connsiteX1235" fmla="*/ 635431 w 1055399"/>
                <a:gd name="connsiteY1235" fmla="*/ 698493 h 949444"/>
                <a:gd name="connsiteX1236" fmla="*/ 637922 w 1055399"/>
                <a:gd name="connsiteY1236" fmla="*/ 700007 h 949444"/>
                <a:gd name="connsiteX1237" fmla="*/ 640950 w 1055399"/>
                <a:gd name="connsiteY1237" fmla="*/ 704044 h 949444"/>
                <a:gd name="connsiteX1238" fmla="*/ 642465 w 1055399"/>
                <a:gd name="connsiteY1238" fmla="*/ 708484 h 949444"/>
                <a:gd name="connsiteX1239" fmla="*/ 640143 w 1055399"/>
                <a:gd name="connsiteY1239" fmla="*/ 709964 h 949444"/>
                <a:gd name="connsiteX1240" fmla="*/ 638999 w 1055399"/>
                <a:gd name="connsiteY1240" fmla="*/ 712992 h 949444"/>
                <a:gd name="connsiteX1241" fmla="*/ 638561 w 1055399"/>
                <a:gd name="connsiteY1241" fmla="*/ 714741 h 949444"/>
                <a:gd name="connsiteX1242" fmla="*/ 640748 w 1055399"/>
                <a:gd name="connsiteY1242" fmla="*/ 715313 h 949444"/>
                <a:gd name="connsiteX1243" fmla="*/ 643071 w 1055399"/>
                <a:gd name="connsiteY1243" fmla="*/ 716188 h 949444"/>
                <a:gd name="connsiteX1244" fmla="*/ 643777 w 1055399"/>
                <a:gd name="connsiteY1244" fmla="*/ 718206 h 949444"/>
                <a:gd name="connsiteX1245" fmla="*/ 643643 w 1055399"/>
                <a:gd name="connsiteY1245" fmla="*/ 722983 h 949444"/>
                <a:gd name="connsiteX1246" fmla="*/ 639873 w 1055399"/>
                <a:gd name="connsiteY1246" fmla="*/ 726313 h 949444"/>
                <a:gd name="connsiteX1247" fmla="*/ 637417 w 1055399"/>
                <a:gd name="connsiteY1247" fmla="*/ 727188 h 949444"/>
                <a:gd name="connsiteX1248" fmla="*/ 635095 w 1055399"/>
                <a:gd name="connsiteY1248" fmla="*/ 728937 h 949444"/>
                <a:gd name="connsiteX1249" fmla="*/ 630316 w 1055399"/>
                <a:gd name="connsiteY1249" fmla="*/ 732402 h 949444"/>
                <a:gd name="connsiteX1250" fmla="*/ 630181 w 1055399"/>
                <a:gd name="connsiteY1250" fmla="*/ 734858 h 949444"/>
                <a:gd name="connsiteX1251" fmla="*/ 630316 w 1055399"/>
                <a:gd name="connsiteY1251" fmla="*/ 736607 h 949444"/>
                <a:gd name="connsiteX1252" fmla="*/ 634085 w 1055399"/>
                <a:gd name="connsiteY1252" fmla="*/ 739500 h 949444"/>
                <a:gd name="connsiteX1253" fmla="*/ 636542 w 1055399"/>
                <a:gd name="connsiteY1253" fmla="*/ 741081 h 949444"/>
                <a:gd name="connsiteX1254" fmla="*/ 638864 w 1055399"/>
                <a:gd name="connsiteY1254" fmla="*/ 741384 h 949444"/>
                <a:gd name="connsiteX1255" fmla="*/ 642499 w 1055399"/>
                <a:gd name="connsiteY1255" fmla="*/ 743268 h 949444"/>
                <a:gd name="connsiteX1256" fmla="*/ 644821 w 1055399"/>
                <a:gd name="connsiteY1256" fmla="*/ 746295 h 949444"/>
                <a:gd name="connsiteX1257" fmla="*/ 645965 w 1055399"/>
                <a:gd name="connsiteY1257" fmla="*/ 748482 h 949444"/>
                <a:gd name="connsiteX1258" fmla="*/ 646537 w 1055399"/>
                <a:gd name="connsiteY1258" fmla="*/ 750500 h 949444"/>
                <a:gd name="connsiteX1259" fmla="*/ 646672 w 1055399"/>
                <a:gd name="connsiteY1259" fmla="*/ 751947 h 949444"/>
                <a:gd name="connsiteX1260" fmla="*/ 649128 w 1055399"/>
                <a:gd name="connsiteY1260" fmla="*/ 753090 h 949444"/>
                <a:gd name="connsiteX1261" fmla="*/ 654076 w 1055399"/>
                <a:gd name="connsiteY1261" fmla="*/ 752519 h 949444"/>
                <a:gd name="connsiteX1262" fmla="*/ 655523 w 1055399"/>
                <a:gd name="connsiteY1262" fmla="*/ 751341 h 949444"/>
                <a:gd name="connsiteX1263" fmla="*/ 660302 w 1055399"/>
                <a:gd name="connsiteY1263" fmla="*/ 751039 h 949444"/>
                <a:gd name="connsiteX1264" fmla="*/ 663364 w 1055399"/>
                <a:gd name="connsiteY1264" fmla="*/ 752216 h 949444"/>
                <a:gd name="connsiteX1265" fmla="*/ 666999 w 1055399"/>
                <a:gd name="connsiteY1265" fmla="*/ 752922 h 949444"/>
                <a:gd name="connsiteX1266" fmla="*/ 672081 w 1055399"/>
                <a:gd name="connsiteY1266" fmla="*/ 750298 h 949444"/>
                <a:gd name="connsiteX1267" fmla="*/ 673663 w 1055399"/>
                <a:gd name="connsiteY1267" fmla="*/ 747271 h 949444"/>
                <a:gd name="connsiteX1268" fmla="*/ 674100 w 1055399"/>
                <a:gd name="connsiteY1268" fmla="*/ 744815 h 949444"/>
                <a:gd name="connsiteX1269" fmla="*/ 676288 w 1055399"/>
                <a:gd name="connsiteY1269" fmla="*/ 744512 h 949444"/>
                <a:gd name="connsiteX1270" fmla="*/ 678307 w 1055399"/>
                <a:gd name="connsiteY1270" fmla="*/ 744512 h 949444"/>
                <a:gd name="connsiteX1271" fmla="*/ 680629 w 1055399"/>
                <a:gd name="connsiteY1271" fmla="*/ 745387 h 949444"/>
                <a:gd name="connsiteX1272" fmla="*/ 682379 w 1055399"/>
                <a:gd name="connsiteY1272" fmla="*/ 745690 h 949444"/>
                <a:gd name="connsiteX1273" fmla="*/ 684701 w 1055399"/>
                <a:gd name="connsiteY1273" fmla="*/ 745118 h 949444"/>
                <a:gd name="connsiteX1274" fmla="*/ 686283 w 1055399"/>
                <a:gd name="connsiteY1274" fmla="*/ 742797 h 949444"/>
                <a:gd name="connsiteX1275" fmla="*/ 687158 w 1055399"/>
                <a:gd name="connsiteY1275" fmla="*/ 740476 h 949444"/>
                <a:gd name="connsiteX1276" fmla="*/ 688168 w 1055399"/>
                <a:gd name="connsiteY1276" fmla="*/ 738895 h 949444"/>
                <a:gd name="connsiteX1277" fmla="*/ 690053 w 1055399"/>
                <a:gd name="connsiteY1277" fmla="*/ 736876 h 949444"/>
                <a:gd name="connsiteX1278" fmla="*/ 690928 w 1055399"/>
                <a:gd name="connsiteY1278" fmla="*/ 734992 h 949444"/>
                <a:gd name="connsiteX1279" fmla="*/ 692677 w 1055399"/>
                <a:gd name="connsiteY1279" fmla="*/ 732369 h 949444"/>
                <a:gd name="connsiteX1280" fmla="*/ 694259 w 1055399"/>
                <a:gd name="connsiteY1280" fmla="*/ 729778 h 949444"/>
                <a:gd name="connsiteX1281" fmla="*/ 695000 w 1055399"/>
                <a:gd name="connsiteY1281" fmla="*/ 727894 h 949444"/>
                <a:gd name="connsiteX1282" fmla="*/ 696884 w 1055399"/>
                <a:gd name="connsiteY1282" fmla="*/ 725439 h 949444"/>
                <a:gd name="connsiteX1283" fmla="*/ 699072 w 1055399"/>
                <a:gd name="connsiteY1283" fmla="*/ 722546 h 949444"/>
                <a:gd name="connsiteX1284" fmla="*/ 701529 w 1055399"/>
                <a:gd name="connsiteY1284" fmla="*/ 720225 h 949444"/>
                <a:gd name="connsiteX1285" fmla="*/ 704423 w 1055399"/>
                <a:gd name="connsiteY1285" fmla="*/ 721974 h 949444"/>
                <a:gd name="connsiteX1286" fmla="*/ 707048 w 1055399"/>
                <a:gd name="connsiteY1286" fmla="*/ 725001 h 949444"/>
                <a:gd name="connsiteX1287" fmla="*/ 707923 w 1055399"/>
                <a:gd name="connsiteY1287" fmla="*/ 727760 h 949444"/>
                <a:gd name="connsiteX1288" fmla="*/ 708630 w 1055399"/>
                <a:gd name="connsiteY1288" fmla="*/ 731225 h 949444"/>
                <a:gd name="connsiteX1289" fmla="*/ 710077 w 1055399"/>
                <a:gd name="connsiteY1289" fmla="*/ 732671 h 949444"/>
                <a:gd name="connsiteX1290" fmla="*/ 713409 w 1055399"/>
                <a:gd name="connsiteY1290" fmla="*/ 734690 h 949444"/>
                <a:gd name="connsiteX1291" fmla="*/ 715866 w 1055399"/>
                <a:gd name="connsiteY1291" fmla="*/ 736271 h 949444"/>
                <a:gd name="connsiteX1292" fmla="*/ 718760 w 1055399"/>
                <a:gd name="connsiteY1292" fmla="*/ 736977 h 949444"/>
                <a:gd name="connsiteX1293" fmla="*/ 720947 w 1055399"/>
                <a:gd name="connsiteY1293" fmla="*/ 737852 h 949444"/>
                <a:gd name="connsiteX1294" fmla="*/ 724145 w 1055399"/>
                <a:gd name="connsiteY1294" fmla="*/ 738726 h 949444"/>
                <a:gd name="connsiteX1295" fmla="*/ 726837 w 1055399"/>
                <a:gd name="connsiteY1295" fmla="*/ 741485 h 949444"/>
                <a:gd name="connsiteX1296" fmla="*/ 726904 w 1055399"/>
                <a:gd name="connsiteY1296" fmla="*/ 745387 h 949444"/>
                <a:gd name="connsiteX1297" fmla="*/ 726904 w 1055399"/>
                <a:gd name="connsiteY1297" fmla="*/ 748314 h 949444"/>
                <a:gd name="connsiteX1298" fmla="*/ 725322 w 1055399"/>
                <a:gd name="connsiteY1298" fmla="*/ 750332 h 949444"/>
                <a:gd name="connsiteX1299" fmla="*/ 723572 w 1055399"/>
                <a:gd name="connsiteY1299" fmla="*/ 751779 h 949444"/>
                <a:gd name="connsiteX1300" fmla="*/ 723135 w 1055399"/>
                <a:gd name="connsiteY1300" fmla="*/ 754537 h 949444"/>
                <a:gd name="connsiteX1301" fmla="*/ 722832 w 1055399"/>
                <a:gd name="connsiteY1301" fmla="*/ 757733 h 949444"/>
                <a:gd name="connsiteX1302" fmla="*/ 725895 w 1055399"/>
                <a:gd name="connsiteY1302" fmla="*/ 757867 h 949444"/>
                <a:gd name="connsiteX1303" fmla="*/ 731246 w 1055399"/>
                <a:gd name="connsiteY1303" fmla="*/ 757867 h 949444"/>
                <a:gd name="connsiteX1304" fmla="*/ 732121 w 1055399"/>
                <a:gd name="connsiteY1304" fmla="*/ 759886 h 949444"/>
                <a:gd name="connsiteX1305" fmla="*/ 732121 w 1055399"/>
                <a:gd name="connsiteY1305" fmla="*/ 760458 h 949444"/>
                <a:gd name="connsiteX1306" fmla="*/ 732121 w 1055399"/>
                <a:gd name="connsiteY1306" fmla="*/ 763923 h 949444"/>
                <a:gd name="connsiteX1307" fmla="*/ 729967 w 1055399"/>
                <a:gd name="connsiteY1307" fmla="*/ 765234 h 949444"/>
                <a:gd name="connsiteX1308" fmla="*/ 725188 w 1055399"/>
                <a:gd name="connsiteY1308" fmla="*/ 766681 h 949444"/>
                <a:gd name="connsiteX1309" fmla="*/ 723875 w 1055399"/>
                <a:gd name="connsiteY1309" fmla="*/ 770146 h 949444"/>
                <a:gd name="connsiteX1310" fmla="*/ 724010 w 1055399"/>
                <a:gd name="connsiteY1310" fmla="*/ 771592 h 949444"/>
                <a:gd name="connsiteX1311" fmla="*/ 726803 w 1055399"/>
                <a:gd name="connsiteY1311" fmla="*/ 773173 h 949444"/>
                <a:gd name="connsiteX1312" fmla="*/ 726904 w 1055399"/>
                <a:gd name="connsiteY1312" fmla="*/ 773476 h 949444"/>
                <a:gd name="connsiteX1313" fmla="*/ 726904 w 1055399"/>
                <a:gd name="connsiteY1313" fmla="*/ 773476 h 949444"/>
                <a:gd name="connsiteX1314" fmla="*/ 731246 w 1055399"/>
                <a:gd name="connsiteY1314" fmla="*/ 773476 h 949444"/>
                <a:gd name="connsiteX1315" fmla="*/ 736765 w 1055399"/>
                <a:gd name="connsiteY1315" fmla="*/ 768262 h 949444"/>
                <a:gd name="connsiteX1316" fmla="*/ 741679 w 1055399"/>
                <a:gd name="connsiteY1316" fmla="*/ 768262 h 949444"/>
                <a:gd name="connsiteX1317" fmla="*/ 744876 w 1055399"/>
                <a:gd name="connsiteY1317" fmla="*/ 766244 h 949444"/>
                <a:gd name="connsiteX1318" fmla="*/ 747198 w 1055399"/>
                <a:gd name="connsiteY1318" fmla="*/ 767993 h 949444"/>
                <a:gd name="connsiteX1319" fmla="*/ 748948 w 1055399"/>
                <a:gd name="connsiteY1319" fmla="*/ 772063 h 949444"/>
                <a:gd name="connsiteX1320" fmla="*/ 751842 w 1055399"/>
                <a:gd name="connsiteY1320" fmla="*/ 773510 h 949444"/>
                <a:gd name="connsiteX1321" fmla="*/ 758439 w 1055399"/>
                <a:gd name="connsiteY1321" fmla="*/ 776975 h 949444"/>
                <a:gd name="connsiteX1322" fmla="*/ 762578 w 1055399"/>
                <a:gd name="connsiteY1322" fmla="*/ 776975 h 949444"/>
                <a:gd name="connsiteX1323" fmla="*/ 771261 w 1055399"/>
                <a:gd name="connsiteY1323" fmla="*/ 776975 h 949444"/>
                <a:gd name="connsiteX1324" fmla="*/ 773852 w 1055399"/>
                <a:gd name="connsiteY1324" fmla="*/ 772938 h 949444"/>
                <a:gd name="connsiteX1325" fmla="*/ 775804 w 1055399"/>
                <a:gd name="connsiteY1325" fmla="*/ 770011 h 949444"/>
                <a:gd name="connsiteX1326" fmla="*/ 785160 w 1055399"/>
                <a:gd name="connsiteY1326" fmla="*/ 770011 h 949444"/>
                <a:gd name="connsiteX1327" fmla="*/ 790141 w 1055399"/>
                <a:gd name="connsiteY1327" fmla="*/ 770449 h 949444"/>
                <a:gd name="connsiteX1328" fmla="*/ 801449 w 1055399"/>
                <a:gd name="connsiteY1328" fmla="*/ 771693 h 949444"/>
                <a:gd name="connsiteX1329" fmla="*/ 804377 w 1055399"/>
                <a:gd name="connsiteY1329" fmla="*/ 769574 h 949444"/>
                <a:gd name="connsiteX1330" fmla="*/ 806867 w 1055399"/>
                <a:gd name="connsiteY1330" fmla="*/ 766244 h 949444"/>
                <a:gd name="connsiteX1331" fmla="*/ 806867 w 1055399"/>
                <a:gd name="connsiteY1331" fmla="*/ 765672 h 949444"/>
                <a:gd name="connsiteX1332" fmla="*/ 812286 w 1055399"/>
                <a:gd name="connsiteY1332" fmla="*/ 766984 h 949444"/>
                <a:gd name="connsiteX1333" fmla="*/ 814473 w 1055399"/>
                <a:gd name="connsiteY1333" fmla="*/ 771424 h 949444"/>
                <a:gd name="connsiteX1334" fmla="*/ 817940 w 1055399"/>
                <a:gd name="connsiteY1334" fmla="*/ 773274 h 949444"/>
                <a:gd name="connsiteX1335" fmla="*/ 821844 w 1055399"/>
                <a:gd name="connsiteY1335" fmla="*/ 771424 h 949444"/>
                <a:gd name="connsiteX1336" fmla="*/ 823796 w 1055399"/>
                <a:gd name="connsiteY1336" fmla="*/ 768935 h 949444"/>
                <a:gd name="connsiteX1337" fmla="*/ 825546 w 1055399"/>
                <a:gd name="connsiteY1337" fmla="*/ 765672 h 949444"/>
                <a:gd name="connsiteX1338" fmla="*/ 826858 w 1055399"/>
                <a:gd name="connsiteY1338" fmla="*/ 764158 h 949444"/>
                <a:gd name="connsiteX1339" fmla="*/ 826858 w 1055399"/>
                <a:gd name="connsiteY1339" fmla="*/ 761770 h 949444"/>
                <a:gd name="connsiteX1340" fmla="*/ 827161 w 1055399"/>
                <a:gd name="connsiteY1340" fmla="*/ 759818 h 949444"/>
                <a:gd name="connsiteX1341" fmla="*/ 827296 w 1055399"/>
                <a:gd name="connsiteY1341" fmla="*/ 758506 h 949444"/>
                <a:gd name="connsiteX1342" fmla="*/ 827431 w 1055399"/>
                <a:gd name="connsiteY1342" fmla="*/ 755243 h 949444"/>
                <a:gd name="connsiteX1343" fmla="*/ 827733 w 1055399"/>
                <a:gd name="connsiteY1343" fmla="*/ 752418 h 949444"/>
                <a:gd name="connsiteX1344" fmla="*/ 827733 w 1055399"/>
                <a:gd name="connsiteY1344" fmla="*/ 750029 h 949444"/>
                <a:gd name="connsiteX1345" fmla="*/ 825781 w 1055399"/>
                <a:gd name="connsiteY1345" fmla="*/ 748280 h 949444"/>
                <a:gd name="connsiteX1346" fmla="*/ 825142 w 1055399"/>
                <a:gd name="connsiteY1346" fmla="*/ 745892 h 949444"/>
                <a:gd name="connsiteX1347" fmla="*/ 823628 w 1055399"/>
                <a:gd name="connsiteY1347" fmla="*/ 744849 h 949444"/>
                <a:gd name="connsiteX1348" fmla="*/ 820800 w 1055399"/>
                <a:gd name="connsiteY1348" fmla="*/ 742797 h 949444"/>
                <a:gd name="connsiteX1349" fmla="*/ 820800 w 1055399"/>
                <a:gd name="connsiteY1349" fmla="*/ 740778 h 949444"/>
                <a:gd name="connsiteX1350" fmla="*/ 821608 w 1055399"/>
                <a:gd name="connsiteY1350" fmla="*/ 739365 h 949444"/>
                <a:gd name="connsiteX1351" fmla="*/ 822416 w 1055399"/>
                <a:gd name="connsiteY1351" fmla="*/ 738491 h 949444"/>
                <a:gd name="connsiteX1352" fmla="*/ 822921 w 1055399"/>
                <a:gd name="connsiteY1352" fmla="*/ 736540 h 949444"/>
                <a:gd name="connsiteX1353" fmla="*/ 822921 w 1055399"/>
                <a:gd name="connsiteY1353" fmla="*/ 734421 h 949444"/>
                <a:gd name="connsiteX1354" fmla="*/ 821945 w 1055399"/>
                <a:gd name="connsiteY1354" fmla="*/ 732503 h 949444"/>
                <a:gd name="connsiteX1355" fmla="*/ 819656 w 1055399"/>
                <a:gd name="connsiteY1355" fmla="*/ 731460 h 949444"/>
                <a:gd name="connsiteX1356" fmla="*/ 816897 w 1055399"/>
                <a:gd name="connsiteY1356" fmla="*/ 730014 h 949444"/>
                <a:gd name="connsiteX1357" fmla="*/ 814709 w 1055399"/>
                <a:gd name="connsiteY1357" fmla="*/ 730014 h 949444"/>
                <a:gd name="connsiteX1358" fmla="*/ 813094 w 1055399"/>
                <a:gd name="connsiteY1358" fmla="*/ 728601 h 949444"/>
                <a:gd name="connsiteX1359" fmla="*/ 811882 w 1055399"/>
                <a:gd name="connsiteY1359" fmla="*/ 728264 h 949444"/>
                <a:gd name="connsiteX1360" fmla="*/ 807742 w 1055399"/>
                <a:gd name="connsiteY1360" fmla="*/ 728264 h 949444"/>
                <a:gd name="connsiteX1361" fmla="*/ 806228 w 1055399"/>
                <a:gd name="connsiteY1361" fmla="*/ 728567 h 949444"/>
                <a:gd name="connsiteX1362" fmla="*/ 804916 w 1055399"/>
                <a:gd name="connsiteY1362" fmla="*/ 730081 h 949444"/>
                <a:gd name="connsiteX1363" fmla="*/ 802089 w 1055399"/>
                <a:gd name="connsiteY1363" fmla="*/ 731090 h 949444"/>
                <a:gd name="connsiteX1364" fmla="*/ 800069 w 1055399"/>
                <a:gd name="connsiteY1364" fmla="*/ 732335 h 949444"/>
                <a:gd name="connsiteX1365" fmla="*/ 797747 w 1055399"/>
                <a:gd name="connsiteY1365" fmla="*/ 733781 h 949444"/>
                <a:gd name="connsiteX1366" fmla="*/ 794281 w 1055399"/>
                <a:gd name="connsiteY1366" fmla="*/ 734656 h 949444"/>
                <a:gd name="connsiteX1367" fmla="*/ 788324 w 1055399"/>
                <a:gd name="connsiteY1367" fmla="*/ 735228 h 949444"/>
                <a:gd name="connsiteX1368" fmla="*/ 785127 w 1055399"/>
                <a:gd name="connsiteY1368" fmla="*/ 735228 h 949444"/>
                <a:gd name="connsiteX1369" fmla="*/ 783982 w 1055399"/>
                <a:gd name="connsiteY1369" fmla="*/ 733916 h 949444"/>
                <a:gd name="connsiteX1370" fmla="*/ 783848 w 1055399"/>
                <a:gd name="connsiteY1370" fmla="*/ 730888 h 949444"/>
                <a:gd name="connsiteX1371" fmla="*/ 784588 w 1055399"/>
                <a:gd name="connsiteY1371" fmla="*/ 729307 h 949444"/>
                <a:gd name="connsiteX1372" fmla="*/ 785598 w 1055399"/>
                <a:gd name="connsiteY1372" fmla="*/ 727121 h 949444"/>
                <a:gd name="connsiteX1373" fmla="*/ 784454 w 1055399"/>
                <a:gd name="connsiteY1373" fmla="*/ 724093 h 949444"/>
                <a:gd name="connsiteX1374" fmla="*/ 784151 w 1055399"/>
                <a:gd name="connsiteY1374" fmla="*/ 719316 h 949444"/>
                <a:gd name="connsiteX1375" fmla="*/ 783141 w 1055399"/>
                <a:gd name="connsiteY1375" fmla="*/ 715246 h 949444"/>
                <a:gd name="connsiteX1376" fmla="*/ 780381 w 1055399"/>
                <a:gd name="connsiteY1376" fmla="*/ 712353 h 949444"/>
                <a:gd name="connsiteX1377" fmla="*/ 779069 w 1055399"/>
                <a:gd name="connsiteY1377" fmla="*/ 710536 h 949444"/>
                <a:gd name="connsiteX1378" fmla="*/ 778194 w 1055399"/>
                <a:gd name="connsiteY1378" fmla="*/ 709157 h 949444"/>
                <a:gd name="connsiteX1379" fmla="*/ 777453 w 1055399"/>
                <a:gd name="connsiteY1379" fmla="*/ 709157 h 949444"/>
                <a:gd name="connsiteX1380" fmla="*/ 773684 w 1055399"/>
                <a:gd name="connsiteY1380" fmla="*/ 709090 h 949444"/>
                <a:gd name="connsiteX1381" fmla="*/ 768771 w 1055399"/>
                <a:gd name="connsiteY1381" fmla="*/ 711175 h 949444"/>
                <a:gd name="connsiteX1382" fmla="*/ 766751 w 1055399"/>
                <a:gd name="connsiteY1382" fmla="*/ 712487 h 949444"/>
                <a:gd name="connsiteX1383" fmla="*/ 764564 w 1055399"/>
                <a:gd name="connsiteY1383" fmla="*/ 710301 h 949444"/>
                <a:gd name="connsiteX1384" fmla="*/ 763823 w 1055399"/>
                <a:gd name="connsiteY1384" fmla="*/ 708821 h 949444"/>
                <a:gd name="connsiteX1385" fmla="*/ 762006 w 1055399"/>
                <a:gd name="connsiteY1385" fmla="*/ 707172 h 949444"/>
                <a:gd name="connsiteX1386" fmla="*/ 762444 w 1055399"/>
                <a:gd name="connsiteY1386" fmla="*/ 704414 h 949444"/>
                <a:gd name="connsiteX1387" fmla="*/ 762376 w 1055399"/>
                <a:gd name="connsiteY1387" fmla="*/ 701084 h 949444"/>
                <a:gd name="connsiteX1388" fmla="*/ 763386 w 1055399"/>
                <a:gd name="connsiteY1388" fmla="*/ 695096 h 949444"/>
                <a:gd name="connsiteX1389" fmla="*/ 763386 w 1055399"/>
                <a:gd name="connsiteY1389" fmla="*/ 692606 h 949444"/>
                <a:gd name="connsiteX1390" fmla="*/ 760121 w 1055399"/>
                <a:gd name="connsiteY1390" fmla="*/ 689680 h 949444"/>
                <a:gd name="connsiteX1391" fmla="*/ 758607 w 1055399"/>
                <a:gd name="connsiteY1391" fmla="*/ 687931 h 949444"/>
                <a:gd name="connsiteX1392" fmla="*/ 758943 w 1055399"/>
                <a:gd name="connsiteY1392" fmla="*/ 685643 h 949444"/>
                <a:gd name="connsiteX1393" fmla="*/ 760693 w 1055399"/>
                <a:gd name="connsiteY1393" fmla="*/ 683692 h 949444"/>
                <a:gd name="connsiteX1394" fmla="*/ 762006 w 1055399"/>
                <a:gd name="connsiteY1394" fmla="*/ 681842 h 949444"/>
                <a:gd name="connsiteX1395" fmla="*/ 763083 w 1055399"/>
                <a:gd name="connsiteY1395" fmla="*/ 679655 h 949444"/>
                <a:gd name="connsiteX1396" fmla="*/ 764295 w 1055399"/>
                <a:gd name="connsiteY1396" fmla="*/ 678680 h 949444"/>
                <a:gd name="connsiteX1397" fmla="*/ 767021 w 1055399"/>
                <a:gd name="connsiteY1397" fmla="*/ 675753 h 949444"/>
                <a:gd name="connsiteX1398" fmla="*/ 768097 w 1055399"/>
                <a:gd name="connsiteY1398" fmla="*/ 674677 h 949444"/>
                <a:gd name="connsiteX1399" fmla="*/ 768973 w 1055399"/>
                <a:gd name="connsiteY1399" fmla="*/ 674037 h 949444"/>
                <a:gd name="connsiteX1400" fmla="*/ 770487 w 1055399"/>
                <a:gd name="connsiteY1400" fmla="*/ 672725 h 949444"/>
                <a:gd name="connsiteX1401" fmla="*/ 772001 w 1055399"/>
                <a:gd name="connsiteY1401" fmla="*/ 671851 h 949444"/>
                <a:gd name="connsiteX1402" fmla="*/ 775030 w 1055399"/>
                <a:gd name="connsiteY1402" fmla="*/ 670875 h 949444"/>
                <a:gd name="connsiteX1403" fmla="*/ 778194 w 1055399"/>
                <a:gd name="connsiteY1403" fmla="*/ 670875 h 949444"/>
                <a:gd name="connsiteX1404" fmla="*/ 780785 w 1055399"/>
                <a:gd name="connsiteY1404" fmla="*/ 672490 h 949444"/>
                <a:gd name="connsiteX1405" fmla="*/ 782973 w 1055399"/>
                <a:gd name="connsiteY1405" fmla="*/ 673365 h 949444"/>
                <a:gd name="connsiteX1406" fmla="*/ 786574 w 1055399"/>
                <a:gd name="connsiteY1406" fmla="*/ 673466 h 949444"/>
                <a:gd name="connsiteX1407" fmla="*/ 788324 w 1055399"/>
                <a:gd name="connsiteY1407" fmla="*/ 673129 h 949444"/>
                <a:gd name="connsiteX1408" fmla="*/ 789939 w 1055399"/>
                <a:gd name="connsiteY1408" fmla="*/ 670303 h 949444"/>
                <a:gd name="connsiteX1409" fmla="*/ 789502 w 1055399"/>
                <a:gd name="connsiteY1409" fmla="*/ 664215 h 949444"/>
                <a:gd name="connsiteX1410" fmla="*/ 789502 w 1055399"/>
                <a:gd name="connsiteY1410" fmla="*/ 663037 h 949444"/>
                <a:gd name="connsiteX1411" fmla="*/ 790915 w 1055399"/>
                <a:gd name="connsiteY1411" fmla="*/ 660750 h 949444"/>
                <a:gd name="connsiteX1412" fmla="*/ 793002 w 1055399"/>
                <a:gd name="connsiteY1412" fmla="*/ 658630 h 949444"/>
                <a:gd name="connsiteX1413" fmla="*/ 795290 w 1055399"/>
                <a:gd name="connsiteY1413" fmla="*/ 655199 h 949444"/>
                <a:gd name="connsiteX1414" fmla="*/ 797343 w 1055399"/>
                <a:gd name="connsiteY1414" fmla="*/ 655199 h 949444"/>
                <a:gd name="connsiteX1415" fmla="*/ 799834 w 1055399"/>
                <a:gd name="connsiteY1415" fmla="*/ 656074 h 949444"/>
                <a:gd name="connsiteX1416" fmla="*/ 800608 w 1055399"/>
                <a:gd name="connsiteY1416" fmla="*/ 658799 h 949444"/>
                <a:gd name="connsiteX1417" fmla="*/ 801920 w 1055399"/>
                <a:gd name="connsiteY1417" fmla="*/ 661624 h 949444"/>
                <a:gd name="connsiteX1418" fmla="*/ 805387 w 1055399"/>
                <a:gd name="connsiteY1418" fmla="*/ 664988 h 949444"/>
                <a:gd name="connsiteX1419" fmla="*/ 807440 w 1055399"/>
                <a:gd name="connsiteY1419" fmla="*/ 667713 h 949444"/>
                <a:gd name="connsiteX1420" fmla="*/ 809930 w 1055399"/>
                <a:gd name="connsiteY1420" fmla="*/ 670202 h 949444"/>
                <a:gd name="connsiteX1421" fmla="*/ 812656 w 1055399"/>
                <a:gd name="connsiteY1421" fmla="*/ 670404 h 949444"/>
                <a:gd name="connsiteX1422" fmla="*/ 814171 w 1055399"/>
                <a:gd name="connsiteY1422" fmla="*/ 670068 h 949444"/>
                <a:gd name="connsiteX1423" fmla="*/ 815584 w 1055399"/>
                <a:gd name="connsiteY1423" fmla="*/ 669866 h 949444"/>
                <a:gd name="connsiteX1424" fmla="*/ 818209 w 1055399"/>
                <a:gd name="connsiteY1424" fmla="*/ 671178 h 949444"/>
                <a:gd name="connsiteX1425" fmla="*/ 820262 w 1055399"/>
                <a:gd name="connsiteY1425" fmla="*/ 675316 h 949444"/>
                <a:gd name="connsiteX1426" fmla="*/ 821036 w 1055399"/>
                <a:gd name="connsiteY1426" fmla="*/ 677166 h 949444"/>
                <a:gd name="connsiteX1427" fmla="*/ 822113 w 1055399"/>
                <a:gd name="connsiteY1427" fmla="*/ 679453 h 949444"/>
                <a:gd name="connsiteX1428" fmla="*/ 824166 w 1055399"/>
                <a:gd name="connsiteY1428" fmla="*/ 679117 h 949444"/>
                <a:gd name="connsiteX1429" fmla="*/ 825377 w 1055399"/>
                <a:gd name="connsiteY1429" fmla="*/ 680328 h 949444"/>
                <a:gd name="connsiteX1430" fmla="*/ 826152 w 1055399"/>
                <a:gd name="connsiteY1430" fmla="*/ 681943 h 949444"/>
                <a:gd name="connsiteX1431" fmla="*/ 827128 w 1055399"/>
                <a:gd name="connsiteY1431" fmla="*/ 683591 h 949444"/>
                <a:gd name="connsiteX1432" fmla="*/ 828979 w 1055399"/>
                <a:gd name="connsiteY1432" fmla="*/ 685206 h 949444"/>
                <a:gd name="connsiteX1433" fmla="*/ 830628 w 1055399"/>
                <a:gd name="connsiteY1433" fmla="*/ 685979 h 949444"/>
                <a:gd name="connsiteX1434" fmla="*/ 832479 w 1055399"/>
                <a:gd name="connsiteY1434" fmla="*/ 686619 h 949444"/>
                <a:gd name="connsiteX1435" fmla="*/ 834229 w 1055399"/>
                <a:gd name="connsiteY1435" fmla="*/ 686854 h 949444"/>
                <a:gd name="connsiteX1436" fmla="*/ 835642 w 1055399"/>
                <a:gd name="connsiteY1436" fmla="*/ 685374 h 949444"/>
                <a:gd name="connsiteX1437" fmla="*/ 835205 w 1055399"/>
                <a:gd name="connsiteY1437" fmla="*/ 686047 h 949444"/>
                <a:gd name="connsiteX1438" fmla="*/ 833017 w 1055399"/>
                <a:gd name="connsiteY1438" fmla="*/ 680429 h 949444"/>
                <a:gd name="connsiteX1439" fmla="*/ 833017 w 1055399"/>
                <a:gd name="connsiteY1439" fmla="*/ 675215 h 949444"/>
                <a:gd name="connsiteX1440" fmla="*/ 831906 w 1055399"/>
                <a:gd name="connsiteY1440" fmla="*/ 672826 h 949444"/>
                <a:gd name="connsiteX1441" fmla="*/ 831301 w 1055399"/>
                <a:gd name="connsiteY1441" fmla="*/ 669496 h 949444"/>
                <a:gd name="connsiteX1442" fmla="*/ 831301 w 1055399"/>
                <a:gd name="connsiteY1442" fmla="*/ 668251 h 949444"/>
                <a:gd name="connsiteX1443" fmla="*/ 829113 w 1055399"/>
                <a:gd name="connsiteY1443" fmla="*/ 663172 h 949444"/>
                <a:gd name="connsiteX1444" fmla="*/ 828238 w 1055399"/>
                <a:gd name="connsiteY1444" fmla="*/ 658967 h 949444"/>
                <a:gd name="connsiteX1445" fmla="*/ 825411 w 1055399"/>
                <a:gd name="connsiteY1445" fmla="*/ 656646 h 949444"/>
                <a:gd name="connsiteX1446" fmla="*/ 824334 w 1055399"/>
                <a:gd name="connsiteY1446" fmla="*/ 651297 h 949444"/>
                <a:gd name="connsiteX1447" fmla="*/ 824334 w 1055399"/>
                <a:gd name="connsiteY1447" fmla="*/ 647395 h 949444"/>
                <a:gd name="connsiteX1448" fmla="*/ 821877 w 1055399"/>
                <a:gd name="connsiteY1448" fmla="*/ 644939 h 949444"/>
                <a:gd name="connsiteX1449" fmla="*/ 817805 w 1055399"/>
                <a:gd name="connsiteY1449" fmla="*/ 640734 h 949444"/>
                <a:gd name="connsiteX1450" fmla="*/ 811848 w 1055399"/>
                <a:gd name="connsiteY1450" fmla="*/ 641743 h 949444"/>
                <a:gd name="connsiteX1451" fmla="*/ 806060 w 1055399"/>
                <a:gd name="connsiteY1451" fmla="*/ 639725 h 949444"/>
                <a:gd name="connsiteX1452" fmla="*/ 801584 w 1055399"/>
                <a:gd name="connsiteY1452" fmla="*/ 634511 h 949444"/>
                <a:gd name="connsiteX1453" fmla="*/ 798252 w 1055399"/>
                <a:gd name="connsiteY1453" fmla="*/ 632761 h 949444"/>
                <a:gd name="connsiteX1454" fmla="*/ 790276 w 1055399"/>
                <a:gd name="connsiteY1454" fmla="*/ 634073 h 949444"/>
                <a:gd name="connsiteX1455" fmla="*/ 783478 w 1055399"/>
                <a:gd name="connsiteY1455" fmla="*/ 636664 h 949444"/>
                <a:gd name="connsiteX1456" fmla="*/ 778396 w 1055399"/>
                <a:gd name="connsiteY1456" fmla="*/ 636226 h 949444"/>
                <a:gd name="connsiteX1457" fmla="*/ 773920 w 1055399"/>
                <a:gd name="connsiteY1457" fmla="*/ 630272 h 949444"/>
                <a:gd name="connsiteX1458" fmla="*/ 773920 w 1055399"/>
                <a:gd name="connsiteY1458" fmla="*/ 624755 h 949444"/>
                <a:gd name="connsiteX1459" fmla="*/ 773920 w 1055399"/>
                <a:gd name="connsiteY1459" fmla="*/ 619541 h 949444"/>
                <a:gd name="connsiteX1460" fmla="*/ 771093 w 1055399"/>
                <a:gd name="connsiteY1460" fmla="*/ 614529 h 949444"/>
                <a:gd name="connsiteX1461" fmla="*/ 769141 w 1055399"/>
                <a:gd name="connsiteY1461" fmla="*/ 610829 h 949444"/>
                <a:gd name="connsiteX1462" fmla="*/ 770218 w 1055399"/>
                <a:gd name="connsiteY1462" fmla="*/ 608205 h 949444"/>
                <a:gd name="connsiteX1463" fmla="*/ 771295 w 1055399"/>
                <a:gd name="connsiteY1463" fmla="*/ 605177 h 949444"/>
                <a:gd name="connsiteX1464" fmla="*/ 773247 w 1055399"/>
                <a:gd name="connsiteY1464" fmla="*/ 602553 h 949444"/>
                <a:gd name="connsiteX1465" fmla="*/ 773684 w 1055399"/>
                <a:gd name="connsiteY1465" fmla="*/ 599290 h 949444"/>
                <a:gd name="connsiteX1466" fmla="*/ 774122 w 1055399"/>
                <a:gd name="connsiteY1466" fmla="*/ 596666 h 949444"/>
                <a:gd name="connsiteX1467" fmla="*/ 776511 w 1055399"/>
                <a:gd name="connsiteY1467" fmla="*/ 593841 h 949444"/>
                <a:gd name="connsiteX1468" fmla="*/ 774357 w 1055399"/>
                <a:gd name="connsiteY1468" fmla="*/ 588862 h 949444"/>
                <a:gd name="connsiteX1469" fmla="*/ 769141 w 1055399"/>
                <a:gd name="connsiteY1469" fmla="*/ 589938 h 949444"/>
                <a:gd name="connsiteX1470" fmla="*/ 765876 w 1055399"/>
                <a:gd name="connsiteY1470" fmla="*/ 591688 h 949444"/>
                <a:gd name="connsiteX1471" fmla="*/ 760660 w 1055399"/>
                <a:gd name="connsiteY1471" fmla="*/ 594278 h 949444"/>
                <a:gd name="connsiteX1472" fmla="*/ 757395 w 1055399"/>
                <a:gd name="connsiteY1472" fmla="*/ 594278 h 949444"/>
                <a:gd name="connsiteX1473" fmla="*/ 750429 w 1055399"/>
                <a:gd name="connsiteY1473" fmla="*/ 593201 h 949444"/>
                <a:gd name="connsiteX1474" fmla="*/ 746962 w 1055399"/>
                <a:gd name="connsiteY1474" fmla="*/ 590376 h 949444"/>
                <a:gd name="connsiteX1475" fmla="*/ 744573 w 1055399"/>
                <a:gd name="connsiteY1475" fmla="*/ 586911 h 949444"/>
                <a:gd name="connsiteX1476" fmla="*/ 745650 w 1055399"/>
                <a:gd name="connsiteY1476" fmla="*/ 582773 h 949444"/>
                <a:gd name="connsiteX1477" fmla="*/ 746087 w 1055399"/>
                <a:gd name="connsiteY1477" fmla="*/ 580385 h 949444"/>
                <a:gd name="connsiteX1478" fmla="*/ 744573 w 1055399"/>
                <a:gd name="connsiteY1478" fmla="*/ 578871 h 949444"/>
                <a:gd name="connsiteX1479" fmla="*/ 740433 w 1055399"/>
                <a:gd name="connsiteY1479" fmla="*/ 573657 h 949444"/>
                <a:gd name="connsiteX1480" fmla="*/ 739356 w 1055399"/>
                <a:gd name="connsiteY1480" fmla="*/ 570595 h 949444"/>
                <a:gd name="connsiteX1481" fmla="*/ 740669 w 1055399"/>
                <a:gd name="connsiteY1481" fmla="*/ 563868 h 949444"/>
                <a:gd name="connsiteX1482" fmla="*/ 739356 w 1055399"/>
                <a:gd name="connsiteY1482" fmla="*/ 558653 h 949444"/>
                <a:gd name="connsiteX1483" fmla="*/ 743496 w 1055399"/>
                <a:gd name="connsiteY1483" fmla="*/ 556366 h 949444"/>
                <a:gd name="connsiteX1484" fmla="*/ 748477 w 1055399"/>
                <a:gd name="connsiteY1484" fmla="*/ 550815 h 949444"/>
                <a:gd name="connsiteX1485" fmla="*/ 754333 w 1055399"/>
                <a:gd name="connsiteY1485" fmla="*/ 547351 h 949444"/>
                <a:gd name="connsiteX1486" fmla="*/ 759785 w 1055399"/>
                <a:gd name="connsiteY1486" fmla="*/ 545601 h 949444"/>
                <a:gd name="connsiteX1487" fmla="*/ 762612 w 1055399"/>
                <a:gd name="connsiteY1487" fmla="*/ 542775 h 949444"/>
                <a:gd name="connsiteX1488" fmla="*/ 764564 w 1055399"/>
                <a:gd name="connsiteY1488" fmla="*/ 536149 h 949444"/>
                <a:gd name="connsiteX1489" fmla="*/ 765439 w 1055399"/>
                <a:gd name="connsiteY1489" fmla="*/ 531708 h 949444"/>
                <a:gd name="connsiteX1490" fmla="*/ 767828 w 1055399"/>
                <a:gd name="connsiteY1490" fmla="*/ 531708 h 949444"/>
                <a:gd name="connsiteX1491" fmla="*/ 770891 w 1055399"/>
                <a:gd name="connsiteY1491" fmla="*/ 531708 h 949444"/>
                <a:gd name="connsiteX1492" fmla="*/ 773920 w 1055399"/>
                <a:gd name="connsiteY1492" fmla="*/ 529959 h 949444"/>
                <a:gd name="connsiteX1493" fmla="*/ 775232 w 1055399"/>
                <a:gd name="connsiteY1493" fmla="*/ 526931 h 949444"/>
                <a:gd name="connsiteX1494" fmla="*/ 776545 w 1055399"/>
                <a:gd name="connsiteY1494" fmla="*/ 522592 h 949444"/>
                <a:gd name="connsiteX1495" fmla="*/ 777420 w 1055399"/>
                <a:gd name="connsiteY1495" fmla="*/ 518690 h 949444"/>
                <a:gd name="connsiteX1496" fmla="*/ 777857 w 1055399"/>
                <a:gd name="connsiteY1496" fmla="*/ 515662 h 949444"/>
                <a:gd name="connsiteX1497" fmla="*/ 778732 w 1055399"/>
                <a:gd name="connsiteY1497" fmla="*/ 512399 h 949444"/>
                <a:gd name="connsiteX1498" fmla="*/ 777655 w 1055399"/>
                <a:gd name="connsiteY1498" fmla="*/ 508934 h 949444"/>
                <a:gd name="connsiteX1499" fmla="*/ 775030 w 1055399"/>
                <a:gd name="connsiteY1499" fmla="*/ 503922 h 949444"/>
                <a:gd name="connsiteX1500" fmla="*/ 768703 w 1055399"/>
                <a:gd name="connsiteY1500" fmla="*/ 501533 h 949444"/>
                <a:gd name="connsiteX1501" fmla="*/ 763285 w 1055399"/>
                <a:gd name="connsiteY1501" fmla="*/ 498270 h 949444"/>
                <a:gd name="connsiteX1502" fmla="*/ 760895 w 1055399"/>
                <a:gd name="connsiteY1502" fmla="*/ 494133 h 949444"/>
                <a:gd name="connsiteX1503" fmla="*/ 760660 w 1055399"/>
                <a:gd name="connsiteY1503" fmla="*/ 489692 h 949444"/>
                <a:gd name="connsiteX1504" fmla="*/ 761299 w 1055399"/>
                <a:gd name="connsiteY1504" fmla="*/ 486530 h 949444"/>
                <a:gd name="connsiteX1505" fmla="*/ 766078 w 1055399"/>
                <a:gd name="connsiteY1505" fmla="*/ 486530 h 949444"/>
                <a:gd name="connsiteX1506" fmla="*/ 770420 w 1055399"/>
                <a:gd name="connsiteY1506" fmla="*/ 488717 h 949444"/>
                <a:gd name="connsiteX1507" fmla="*/ 771295 w 1055399"/>
                <a:gd name="connsiteY1507" fmla="*/ 485454 h 949444"/>
                <a:gd name="connsiteX1508" fmla="*/ 768670 w 1055399"/>
                <a:gd name="connsiteY1508" fmla="*/ 481316 h 949444"/>
                <a:gd name="connsiteX1509" fmla="*/ 771497 w 1055399"/>
                <a:gd name="connsiteY1509" fmla="*/ 480239 h 949444"/>
                <a:gd name="connsiteX1510" fmla="*/ 775199 w 1055399"/>
                <a:gd name="connsiteY1510" fmla="*/ 480239 h 949444"/>
                <a:gd name="connsiteX1511" fmla="*/ 777386 w 1055399"/>
                <a:gd name="connsiteY1511" fmla="*/ 480239 h 949444"/>
                <a:gd name="connsiteX1512" fmla="*/ 780651 w 1055399"/>
                <a:gd name="connsiteY1512" fmla="*/ 474151 h 949444"/>
                <a:gd name="connsiteX1513" fmla="*/ 784353 w 1055399"/>
                <a:gd name="connsiteY1513" fmla="*/ 468937 h 949444"/>
                <a:gd name="connsiteX1514" fmla="*/ 787180 w 1055399"/>
                <a:gd name="connsiteY1514" fmla="*/ 464597 h 949444"/>
                <a:gd name="connsiteX1515" fmla="*/ 790209 w 1055399"/>
                <a:gd name="connsiteY1515" fmla="*/ 462410 h 949444"/>
                <a:gd name="connsiteX1516" fmla="*/ 793473 w 1055399"/>
                <a:gd name="connsiteY1516" fmla="*/ 464799 h 949444"/>
                <a:gd name="connsiteX1517" fmla="*/ 796738 w 1055399"/>
                <a:gd name="connsiteY1517" fmla="*/ 467826 h 949444"/>
                <a:gd name="connsiteX1518" fmla="*/ 800641 w 1055399"/>
                <a:gd name="connsiteY1518" fmla="*/ 468466 h 949444"/>
                <a:gd name="connsiteX1519" fmla="*/ 804343 w 1055399"/>
                <a:gd name="connsiteY1519" fmla="*/ 470652 h 949444"/>
                <a:gd name="connsiteX1520" fmla="*/ 806733 w 1055399"/>
                <a:gd name="connsiteY1520" fmla="*/ 471729 h 949444"/>
                <a:gd name="connsiteX1521" fmla="*/ 810199 w 1055399"/>
                <a:gd name="connsiteY1521" fmla="*/ 473478 h 949444"/>
                <a:gd name="connsiteX1522" fmla="*/ 812387 w 1055399"/>
                <a:gd name="connsiteY1522" fmla="*/ 476741 h 949444"/>
                <a:gd name="connsiteX1523" fmla="*/ 814574 w 1055399"/>
                <a:gd name="connsiteY1523" fmla="*/ 479567 h 949444"/>
                <a:gd name="connsiteX1524" fmla="*/ 818276 w 1055399"/>
                <a:gd name="connsiteY1524" fmla="*/ 479567 h 949444"/>
                <a:gd name="connsiteX1525" fmla="*/ 821103 w 1055399"/>
                <a:gd name="connsiteY1525" fmla="*/ 481955 h 949444"/>
                <a:gd name="connsiteX1526" fmla="*/ 825007 w 1055399"/>
                <a:gd name="connsiteY1526" fmla="*/ 485218 h 949444"/>
                <a:gd name="connsiteX1527" fmla="*/ 826959 w 1055399"/>
                <a:gd name="connsiteY1527" fmla="*/ 488986 h 949444"/>
                <a:gd name="connsiteX1528" fmla="*/ 830426 w 1055399"/>
                <a:gd name="connsiteY1528" fmla="*/ 492316 h 949444"/>
                <a:gd name="connsiteX1529" fmla="*/ 834801 w 1055399"/>
                <a:gd name="connsiteY1529" fmla="*/ 492451 h 949444"/>
                <a:gd name="connsiteX1530" fmla="*/ 837358 w 1055399"/>
                <a:gd name="connsiteY1530" fmla="*/ 492316 h 949444"/>
                <a:gd name="connsiteX1531" fmla="*/ 840118 w 1055399"/>
                <a:gd name="connsiteY1531" fmla="*/ 490735 h 949444"/>
                <a:gd name="connsiteX1532" fmla="*/ 841565 w 1055399"/>
                <a:gd name="connsiteY1532" fmla="*/ 488717 h 949444"/>
                <a:gd name="connsiteX1533" fmla="*/ 842878 w 1055399"/>
                <a:gd name="connsiteY1533" fmla="*/ 488212 h 949444"/>
                <a:gd name="connsiteX1534" fmla="*/ 844628 w 1055399"/>
                <a:gd name="connsiteY1534" fmla="*/ 488279 h 949444"/>
                <a:gd name="connsiteX1535" fmla="*/ 847825 w 1055399"/>
                <a:gd name="connsiteY1535" fmla="*/ 488279 h 949444"/>
                <a:gd name="connsiteX1536" fmla="*/ 848700 w 1055399"/>
                <a:gd name="connsiteY1536" fmla="*/ 487707 h 949444"/>
                <a:gd name="connsiteX1537" fmla="*/ 850450 w 1055399"/>
                <a:gd name="connsiteY1537" fmla="*/ 485084 h 949444"/>
                <a:gd name="connsiteX1538" fmla="*/ 851628 w 1055399"/>
                <a:gd name="connsiteY1538" fmla="*/ 483334 h 949444"/>
                <a:gd name="connsiteX1539" fmla="*/ 852638 w 1055399"/>
                <a:gd name="connsiteY1539" fmla="*/ 482090 h 949444"/>
                <a:gd name="connsiteX1540" fmla="*/ 855667 w 1055399"/>
                <a:gd name="connsiteY1540" fmla="*/ 481282 h 949444"/>
                <a:gd name="connsiteX1541" fmla="*/ 860008 w 1055399"/>
                <a:gd name="connsiteY1541" fmla="*/ 481282 h 949444"/>
                <a:gd name="connsiteX1542" fmla="*/ 861455 w 1055399"/>
                <a:gd name="connsiteY1542" fmla="*/ 480576 h 949444"/>
                <a:gd name="connsiteX1543" fmla="*/ 863912 w 1055399"/>
                <a:gd name="connsiteY1543" fmla="*/ 481888 h 949444"/>
                <a:gd name="connsiteX1544" fmla="*/ 870441 w 1055399"/>
                <a:gd name="connsiteY1544" fmla="*/ 485958 h 949444"/>
                <a:gd name="connsiteX1545" fmla="*/ 871148 w 1055399"/>
                <a:gd name="connsiteY1545" fmla="*/ 489726 h 949444"/>
                <a:gd name="connsiteX1546" fmla="*/ 870778 w 1055399"/>
                <a:gd name="connsiteY1546" fmla="*/ 495512 h 949444"/>
                <a:gd name="connsiteX1547" fmla="*/ 871282 w 1055399"/>
                <a:gd name="connsiteY1547" fmla="*/ 500154 h 949444"/>
                <a:gd name="connsiteX1548" fmla="*/ 871282 w 1055399"/>
                <a:gd name="connsiteY1548" fmla="*/ 503047 h 949444"/>
                <a:gd name="connsiteX1549" fmla="*/ 874311 w 1055399"/>
                <a:gd name="connsiteY1549" fmla="*/ 505234 h 949444"/>
                <a:gd name="connsiteX1550" fmla="*/ 875186 w 1055399"/>
                <a:gd name="connsiteY1550" fmla="*/ 508429 h 949444"/>
                <a:gd name="connsiteX1551" fmla="*/ 880100 w 1055399"/>
                <a:gd name="connsiteY1551" fmla="*/ 511625 h 949444"/>
                <a:gd name="connsiteX1552" fmla="*/ 882557 w 1055399"/>
                <a:gd name="connsiteY1552" fmla="*/ 512130 h 949444"/>
                <a:gd name="connsiteX1553" fmla="*/ 887470 w 1055399"/>
                <a:gd name="connsiteY1553" fmla="*/ 512634 h 949444"/>
                <a:gd name="connsiteX1554" fmla="*/ 891239 w 1055399"/>
                <a:gd name="connsiteY1554" fmla="*/ 512634 h 949444"/>
                <a:gd name="connsiteX1555" fmla="*/ 896591 w 1055399"/>
                <a:gd name="connsiteY1555" fmla="*/ 512634 h 949444"/>
                <a:gd name="connsiteX1556" fmla="*/ 901673 w 1055399"/>
                <a:gd name="connsiteY1556" fmla="*/ 512634 h 949444"/>
                <a:gd name="connsiteX1557" fmla="*/ 904432 w 1055399"/>
                <a:gd name="connsiteY1557" fmla="*/ 510448 h 949444"/>
                <a:gd name="connsiteX1558" fmla="*/ 906620 w 1055399"/>
                <a:gd name="connsiteY1558" fmla="*/ 509439 h 949444"/>
                <a:gd name="connsiteX1559" fmla="*/ 909951 w 1055399"/>
                <a:gd name="connsiteY1559" fmla="*/ 508295 h 949444"/>
                <a:gd name="connsiteX1560" fmla="*/ 914731 w 1055399"/>
                <a:gd name="connsiteY1560" fmla="*/ 505839 h 949444"/>
                <a:gd name="connsiteX1561" fmla="*/ 917995 w 1055399"/>
                <a:gd name="connsiteY1561" fmla="*/ 503081 h 949444"/>
                <a:gd name="connsiteX1562" fmla="*/ 919947 w 1055399"/>
                <a:gd name="connsiteY1562" fmla="*/ 499616 h 949444"/>
                <a:gd name="connsiteX1563" fmla="*/ 919947 w 1055399"/>
                <a:gd name="connsiteY1563" fmla="*/ 497867 h 949444"/>
                <a:gd name="connsiteX1564" fmla="*/ 920822 w 1055399"/>
                <a:gd name="connsiteY1564" fmla="*/ 495276 h 949444"/>
                <a:gd name="connsiteX1565" fmla="*/ 922707 w 1055399"/>
                <a:gd name="connsiteY1565" fmla="*/ 492955 h 949444"/>
                <a:gd name="connsiteX1566" fmla="*/ 924591 w 1055399"/>
                <a:gd name="connsiteY1566" fmla="*/ 491071 h 949444"/>
                <a:gd name="connsiteX1567" fmla="*/ 928058 w 1055399"/>
                <a:gd name="connsiteY1567" fmla="*/ 486732 h 949444"/>
                <a:gd name="connsiteX1568" fmla="*/ 929808 w 1055399"/>
                <a:gd name="connsiteY1568" fmla="*/ 480509 h 949444"/>
                <a:gd name="connsiteX1569" fmla="*/ 932870 w 1055399"/>
                <a:gd name="connsiteY1569" fmla="*/ 474992 h 949444"/>
                <a:gd name="connsiteX1570" fmla="*/ 936337 w 1055399"/>
                <a:gd name="connsiteY1570" fmla="*/ 472973 h 949444"/>
                <a:gd name="connsiteX1571" fmla="*/ 937918 w 1055399"/>
                <a:gd name="connsiteY1571" fmla="*/ 469643 h 949444"/>
                <a:gd name="connsiteX1572" fmla="*/ 939366 w 1055399"/>
                <a:gd name="connsiteY1572" fmla="*/ 465303 h 949444"/>
                <a:gd name="connsiteX1573" fmla="*/ 940375 w 1055399"/>
                <a:gd name="connsiteY1573" fmla="*/ 462478 h 949444"/>
                <a:gd name="connsiteX1574" fmla="*/ 942394 w 1055399"/>
                <a:gd name="connsiteY1574" fmla="*/ 458340 h 949444"/>
                <a:gd name="connsiteX1575" fmla="*/ 943976 w 1055399"/>
                <a:gd name="connsiteY1575" fmla="*/ 456894 h 949444"/>
                <a:gd name="connsiteX1576" fmla="*/ 945558 w 1055399"/>
                <a:gd name="connsiteY1576" fmla="*/ 455010 h 949444"/>
                <a:gd name="connsiteX1577" fmla="*/ 946871 w 1055399"/>
                <a:gd name="connsiteY1577" fmla="*/ 451679 h 949444"/>
                <a:gd name="connsiteX1578" fmla="*/ 948318 w 1055399"/>
                <a:gd name="connsiteY1578" fmla="*/ 450098 h 949444"/>
                <a:gd name="connsiteX1579" fmla="*/ 951212 w 1055399"/>
                <a:gd name="connsiteY1579" fmla="*/ 450098 h 949444"/>
                <a:gd name="connsiteX1580" fmla="*/ 951212 w 1055399"/>
                <a:gd name="connsiteY1580" fmla="*/ 449224 h 949444"/>
                <a:gd name="connsiteX1581" fmla="*/ 952962 w 1055399"/>
                <a:gd name="connsiteY1581" fmla="*/ 446902 h 949444"/>
                <a:gd name="connsiteX1582" fmla="*/ 952962 w 1055399"/>
                <a:gd name="connsiteY1582" fmla="*/ 445759 h 949444"/>
                <a:gd name="connsiteX1583" fmla="*/ 952962 w 1055399"/>
                <a:gd name="connsiteY1583" fmla="*/ 442866 h 949444"/>
                <a:gd name="connsiteX1584" fmla="*/ 950068 w 1055399"/>
                <a:gd name="connsiteY1584" fmla="*/ 439233 h 949444"/>
                <a:gd name="connsiteX1585" fmla="*/ 947308 w 1055399"/>
                <a:gd name="connsiteY1585" fmla="*/ 436912 h 949444"/>
                <a:gd name="connsiteX1586" fmla="*/ 948452 w 1055399"/>
                <a:gd name="connsiteY1586" fmla="*/ 433884 h 949444"/>
                <a:gd name="connsiteX1587" fmla="*/ 950472 w 1055399"/>
                <a:gd name="connsiteY1587" fmla="*/ 430688 h 949444"/>
                <a:gd name="connsiteX1588" fmla="*/ 952726 w 1055399"/>
                <a:gd name="connsiteY1588" fmla="*/ 429107 h 949444"/>
                <a:gd name="connsiteX1589" fmla="*/ 954678 w 1055399"/>
                <a:gd name="connsiteY1589" fmla="*/ 427661 h 949444"/>
                <a:gd name="connsiteX1590" fmla="*/ 954678 w 1055399"/>
                <a:gd name="connsiteY1590" fmla="*/ 424902 h 949444"/>
                <a:gd name="connsiteX1591" fmla="*/ 953534 w 1055399"/>
                <a:gd name="connsiteY1591" fmla="*/ 423018 h 949444"/>
                <a:gd name="connsiteX1592" fmla="*/ 954678 w 1055399"/>
                <a:gd name="connsiteY1592" fmla="*/ 421067 h 949444"/>
                <a:gd name="connsiteX1593" fmla="*/ 955823 w 1055399"/>
                <a:gd name="connsiteY1593" fmla="*/ 418813 h 949444"/>
                <a:gd name="connsiteX1594" fmla="*/ 959020 w 1055399"/>
                <a:gd name="connsiteY1594" fmla="*/ 418813 h 949444"/>
                <a:gd name="connsiteX1595" fmla="*/ 960770 w 1055399"/>
                <a:gd name="connsiteY1595" fmla="*/ 418813 h 949444"/>
                <a:gd name="connsiteX1596" fmla="*/ 964102 w 1055399"/>
                <a:gd name="connsiteY1596" fmla="*/ 418813 h 949444"/>
                <a:gd name="connsiteX1597" fmla="*/ 965986 w 1055399"/>
                <a:gd name="connsiteY1597" fmla="*/ 420697 h 949444"/>
                <a:gd name="connsiteX1598" fmla="*/ 967434 w 1055399"/>
                <a:gd name="connsiteY1598" fmla="*/ 421841 h 949444"/>
                <a:gd name="connsiteX1599" fmla="*/ 970631 w 1055399"/>
                <a:gd name="connsiteY1599" fmla="*/ 422985 h 949444"/>
                <a:gd name="connsiteX1600" fmla="*/ 973390 w 1055399"/>
                <a:gd name="connsiteY1600" fmla="*/ 422850 h 949444"/>
                <a:gd name="connsiteX1601" fmla="*/ 976150 w 1055399"/>
                <a:gd name="connsiteY1601" fmla="*/ 420226 h 949444"/>
                <a:gd name="connsiteX1602" fmla="*/ 978035 w 1055399"/>
                <a:gd name="connsiteY1602" fmla="*/ 419654 h 949444"/>
                <a:gd name="connsiteX1603" fmla="*/ 979179 w 1055399"/>
                <a:gd name="connsiteY1603" fmla="*/ 420092 h 949444"/>
                <a:gd name="connsiteX1604" fmla="*/ 979886 w 1055399"/>
                <a:gd name="connsiteY1604" fmla="*/ 423119 h 949444"/>
                <a:gd name="connsiteX1605" fmla="*/ 982511 w 1055399"/>
                <a:gd name="connsiteY1605" fmla="*/ 426450 h 949444"/>
                <a:gd name="connsiteX1606" fmla="*/ 984261 w 1055399"/>
                <a:gd name="connsiteY1606" fmla="*/ 427459 h 949444"/>
                <a:gd name="connsiteX1607" fmla="*/ 986852 w 1055399"/>
                <a:gd name="connsiteY1607" fmla="*/ 427459 h 949444"/>
                <a:gd name="connsiteX1608" fmla="*/ 989174 w 1055399"/>
                <a:gd name="connsiteY1608" fmla="*/ 426450 h 949444"/>
                <a:gd name="connsiteX1609" fmla="*/ 991194 w 1055399"/>
                <a:gd name="connsiteY1609" fmla="*/ 424700 h 949444"/>
                <a:gd name="connsiteX1610" fmla="*/ 992776 w 1055399"/>
                <a:gd name="connsiteY1610" fmla="*/ 424263 h 949444"/>
                <a:gd name="connsiteX1611" fmla="*/ 994795 w 1055399"/>
                <a:gd name="connsiteY1611" fmla="*/ 422682 h 949444"/>
                <a:gd name="connsiteX1612" fmla="*/ 995804 w 1055399"/>
                <a:gd name="connsiteY1612" fmla="*/ 421235 h 949444"/>
                <a:gd name="connsiteX1613" fmla="*/ 999708 w 1055399"/>
                <a:gd name="connsiteY1613" fmla="*/ 416728 h 949444"/>
                <a:gd name="connsiteX1614" fmla="*/ 996814 w 1055399"/>
                <a:gd name="connsiteY1614" fmla="*/ 412960 h 949444"/>
                <a:gd name="connsiteX1615" fmla="*/ 995939 w 1055399"/>
                <a:gd name="connsiteY1615" fmla="*/ 409630 h 949444"/>
                <a:gd name="connsiteX1616" fmla="*/ 997083 w 1055399"/>
                <a:gd name="connsiteY1616" fmla="*/ 406434 h 949444"/>
                <a:gd name="connsiteX1617" fmla="*/ 999675 w 1055399"/>
                <a:gd name="connsiteY1617" fmla="*/ 403676 h 949444"/>
                <a:gd name="connsiteX1618" fmla="*/ 1001997 w 1055399"/>
                <a:gd name="connsiteY1618" fmla="*/ 402801 h 949444"/>
                <a:gd name="connsiteX1619" fmla="*/ 1005026 w 1055399"/>
                <a:gd name="connsiteY1619" fmla="*/ 399774 h 949444"/>
                <a:gd name="connsiteX1620" fmla="*/ 1007348 w 1055399"/>
                <a:gd name="connsiteY1620" fmla="*/ 396006 h 949444"/>
                <a:gd name="connsiteX1621" fmla="*/ 1004891 w 1055399"/>
                <a:gd name="connsiteY1621" fmla="*/ 394257 h 949444"/>
                <a:gd name="connsiteX1622" fmla="*/ 1004319 w 1055399"/>
                <a:gd name="connsiteY1622" fmla="*/ 391935 h 949444"/>
                <a:gd name="connsiteX1623" fmla="*/ 1005463 w 1055399"/>
                <a:gd name="connsiteY1623" fmla="*/ 389917 h 949444"/>
                <a:gd name="connsiteX1624" fmla="*/ 1008795 w 1055399"/>
                <a:gd name="connsiteY1624" fmla="*/ 388336 h 949444"/>
                <a:gd name="connsiteX1625" fmla="*/ 1011824 w 1055399"/>
                <a:gd name="connsiteY1625" fmla="*/ 384871 h 949444"/>
                <a:gd name="connsiteX1626" fmla="*/ 1008627 w 1055399"/>
                <a:gd name="connsiteY1626" fmla="*/ 381238 h 949444"/>
                <a:gd name="connsiteX1627" fmla="*/ 1007483 w 1055399"/>
                <a:gd name="connsiteY1627" fmla="*/ 379354 h 949444"/>
                <a:gd name="connsiteX1628" fmla="*/ 1008492 w 1055399"/>
                <a:gd name="connsiteY1628" fmla="*/ 376158 h 949444"/>
                <a:gd name="connsiteX1629" fmla="*/ 1013709 w 1055399"/>
                <a:gd name="connsiteY1629" fmla="*/ 374140 h 949444"/>
                <a:gd name="connsiteX1630" fmla="*/ 1017613 w 1055399"/>
                <a:gd name="connsiteY1630" fmla="*/ 371953 h 949444"/>
                <a:gd name="connsiteX1631" fmla="*/ 1020069 w 1055399"/>
                <a:gd name="connsiteY1631" fmla="*/ 368186 h 949444"/>
                <a:gd name="connsiteX1632" fmla="*/ 1021079 w 1055399"/>
                <a:gd name="connsiteY1632" fmla="*/ 364721 h 949444"/>
                <a:gd name="connsiteX1633" fmla="*/ 1022661 w 1055399"/>
                <a:gd name="connsiteY1633" fmla="*/ 361391 h 949444"/>
                <a:gd name="connsiteX1634" fmla="*/ 1023805 w 1055399"/>
                <a:gd name="connsiteY1634" fmla="*/ 358060 h 949444"/>
                <a:gd name="connsiteX1635" fmla="*/ 1023805 w 1055399"/>
                <a:gd name="connsiteY1635" fmla="*/ 355167 h 949444"/>
                <a:gd name="connsiteX1636" fmla="*/ 1023805 w 1055399"/>
                <a:gd name="connsiteY1636" fmla="*/ 352409 h 949444"/>
                <a:gd name="connsiteX1637" fmla="*/ 1023939 w 1055399"/>
                <a:gd name="connsiteY1637" fmla="*/ 350660 h 949444"/>
                <a:gd name="connsiteX1638" fmla="*/ 1025993 w 1055399"/>
                <a:gd name="connsiteY1638" fmla="*/ 348473 h 949444"/>
                <a:gd name="connsiteX1639" fmla="*/ 1028315 w 1055399"/>
                <a:gd name="connsiteY1639" fmla="*/ 348473 h 949444"/>
                <a:gd name="connsiteX1640" fmla="*/ 1031074 w 1055399"/>
                <a:gd name="connsiteY1640" fmla="*/ 348473 h 949444"/>
                <a:gd name="connsiteX1641" fmla="*/ 1035113 w 1055399"/>
                <a:gd name="connsiteY1641" fmla="*/ 347767 h 949444"/>
                <a:gd name="connsiteX1642" fmla="*/ 1037570 w 1055399"/>
                <a:gd name="connsiteY1642" fmla="*/ 345311 h 949444"/>
                <a:gd name="connsiteX1643" fmla="*/ 1040531 w 1055399"/>
                <a:gd name="connsiteY1643" fmla="*/ 342115 h 949444"/>
                <a:gd name="connsiteX1644" fmla="*/ 1041474 w 1055399"/>
                <a:gd name="connsiteY1644" fmla="*/ 338919 h 949444"/>
                <a:gd name="connsiteX1645" fmla="*/ 1041474 w 1055399"/>
                <a:gd name="connsiteY1645" fmla="*/ 337910 h 949444"/>
                <a:gd name="connsiteX1646" fmla="*/ 1042180 w 1055399"/>
                <a:gd name="connsiteY1646" fmla="*/ 336464 h 949444"/>
                <a:gd name="connsiteX1647" fmla="*/ 1045647 w 1055399"/>
                <a:gd name="connsiteY1647" fmla="*/ 335454 h 949444"/>
                <a:gd name="connsiteX1648" fmla="*/ 1047229 w 1055399"/>
                <a:gd name="connsiteY1648" fmla="*/ 335454 h 949444"/>
                <a:gd name="connsiteX1649" fmla="*/ 1051570 w 1055399"/>
                <a:gd name="connsiteY1649" fmla="*/ 333705 h 949444"/>
                <a:gd name="connsiteX1650" fmla="*/ 1053758 w 1055399"/>
                <a:gd name="connsiteY1650" fmla="*/ 332259 h 949444"/>
                <a:gd name="connsiteX1651" fmla="*/ 1055339 w 1055399"/>
                <a:gd name="connsiteY1651" fmla="*/ 329803 h 949444"/>
                <a:gd name="connsiteX1652" fmla="*/ 1055339 w 1055399"/>
                <a:gd name="connsiteY1652" fmla="*/ 327616 h 949444"/>
                <a:gd name="connsiteX1653" fmla="*/ 1055339 w 1055399"/>
                <a:gd name="connsiteY1653" fmla="*/ 323849 h 949444"/>
                <a:gd name="connsiteX1654" fmla="*/ 1054161 w 1055399"/>
                <a:gd name="connsiteY1654" fmla="*/ 318904 h 94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Lst>
              <a:rect l="l" t="t" r="r" b="b"/>
              <a:pathLst>
                <a:path w="1055399" h="949444">
                  <a:moveTo>
                    <a:pt x="1054161" y="318904"/>
                  </a:moveTo>
                  <a:lnTo>
                    <a:pt x="1050089" y="315843"/>
                  </a:lnTo>
                  <a:lnTo>
                    <a:pt x="1043728" y="312647"/>
                  </a:lnTo>
                  <a:lnTo>
                    <a:pt x="1040700" y="311200"/>
                  </a:lnTo>
                  <a:lnTo>
                    <a:pt x="1037065" y="309316"/>
                  </a:lnTo>
                  <a:cubicBezTo>
                    <a:pt x="1037065" y="309316"/>
                    <a:pt x="1037199" y="306255"/>
                    <a:pt x="1036190" y="306121"/>
                  </a:cubicBezTo>
                  <a:cubicBezTo>
                    <a:pt x="1035180" y="305986"/>
                    <a:pt x="1032858" y="303665"/>
                    <a:pt x="1032858" y="303665"/>
                  </a:cubicBezTo>
                  <a:cubicBezTo>
                    <a:pt x="1032858" y="303665"/>
                    <a:pt x="1031613" y="302790"/>
                    <a:pt x="1031478" y="302219"/>
                  </a:cubicBezTo>
                  <a:cubicBezTo>
                    <a:pt x="1031344" y="301647"/>
                    <a:pt x="1031411" y="298316"/>
                    <a:pt x="1031411" y="298316"/>
                  </a:cubicBezTo>
                  <a:lnTo>
                    <a:pt x="1031411" y="292396"/>
                  </a:lnTo>
                  <a:lnTo>
                    <a:pt x="1031276" y="290949"/>
                  </a:lnTo>
                  <a:cubicBezTo>
                    <a:pt x="1031276" y="290949"/>
                    <a:pt x="1035315" y="290815"/>
                    <a:pt x="1036190" y="290949"/>
                  </a:cubicBezTo>
                  <a:cubicBezTo>
                    <a:pt x="1037065" y="291084"/>
                    <a:pt x="1038815" y="294582"/>
                    <a:pt x="1038815" y="294582"/>
                  </a:cubicBezTo>
                  <a:lnTo>
                    <a:pt x="1040397" y="293708"/>
                  </a:lnTo>
                  <a:cubicBezTo>
                    <a:pt x="1040397" y="293708"/>
                    <a:pt x="1041103" y="288494"/>
                    <a:pt x="1041103" y="287922"/>
                  </a:cubicBezTo>
                  <a:cubicBezTo>
                    <a:pt x="1041103" y="287350"/>
                    <a:pt x="1041238" y="285601"/>
                    <a:pt x="1041406" y="285163"/>
                  </a:cubicBezTo>
                  <a:cubicBezTo>
                    <a:pt x="1041541" y="284726"/>
                    <a:pt x="1042854" y="284591"/>
                    <a:pt x="1042854" y="284591"/>
                  </a:cubicBezTo>
                  <a:lnTo>
                    <a:pt x="1044435" y="284591"/>
                  </a:lnTo>
                  <a:lnTo>
                    <a:pt x="1046185" y="284591"/>
                  </a:lnTo>
                  <a:lnTo>
                    <a:pt x="1047060" y="282842"/>
                  </a:lnTo>
                  <a:lnTo>
                    <a:pt x="1047060" y="281967"/>
                  </a:lnTo>
                  <a:lnTo>
                    <a:pt x="1047363" y="278502"/>
                  </a:lnTo>
                  <a:cubicBezTo>
                    <a:pt x="1047363" y="278502"/>
                    <a:pt x="1046623" y="278940"/>
                    <a:pt x="1046219" y="278502"/>
                  </a:cubicBezTo>
                  <a:cubicBezTo>
                    <a:pt x="1045781" y="278065"/>
                    <a:pt x="1043897" y="276047"/>
                    <a:pt x="1043897" y="276047"/>
                  </a:cubicBezTo>
                  <a:lnTo>
                    <a:pt x="1042147" y="275038"/>
                  </a:lnTo>
                  <a:cubicBezTo>
                    <a:pt x="1042147" y="275038"/>
                    <a:pt x="1040834" y="273894"/>
                    <a:pt x="1040834" y="273457"/>
                  </a:cubicBezTo>
                  <a:cubicBezTo>
                    <a:pt x="1040834" y="273019"/>
                    <a:pt x="1041406" y="271438"/>
                    <a:pt x="1041406" y="271438"/>
                  </a:cubicBezTo>
                  <a:lnTo>
                    <a:pt x="1041709" y="269689"/>
                  </a:lnTo>
                  <a:lnTo>
                    <a:pt x="1042147" y="267805"/>
                  </a:lnTo>
                  <a:lnTo>
                    <a:pt x="1044469" y="265417"/>
                  </a:lnTo>
                  <a:lnTo>
                    <a:pt x="1046219" y="263735"/>
                  </a:lnTo>
                  <a:cubicBezTo>
                    <a:pt x="1046219" y="263735"/>
                    <a:pt x="1039353" y="263634"/>
                    <a:pt x="1039051" y="263735"/>
                  </a:cubicBezTo>
                  <a:cubicBezTo>
                    <a:pt x="1038714" y="263836"/>
                    <a:pt x="1037536" y="263634"/>
                    <a:pt x="1036223" y="263735"/>
                  </a:cubicBezTo>
                  <a:cubicBezTo>
                    <a:pt x="1034911" y="263836"/>
                    <a:pt x="1034709" y="263735"/>
                    <a:pt x="1034709" y="263735"/>
                  </a:cubicBezTo>
                  <a:cubicBezTo>
                    <a:pt x="1034709" y="263735"/>
                    <a:pt x="1033296" y="262423"/>
                    <a:pt x="1033194" y="261884"/>
                  </a:cubicBezTo>
                  <a:cubicBezTo>
                    <a:pt x="1033094" y="261346"/>
                    <a:pt x="1031882" y="260270"/>
                    <a:pt x="1031445" y="260135"/>
                  </a:cubicBezTo>
                  <a:cubicBezTo>
                    <a:pt x="1031007" y="260034"/>
                    <a:pt x="1030031" y="259160"/>
                    <a:pt x="1029594" y="259059"/>
                  </a:cubicBezTo>
                  <a:cubicBezTo>
                    <a:pt x="1029156" y="258958"/>
                    <a:pt x="1028180" y="259059"/>
                    <a:pt x="1028180" y="259059"/>
                  </a:cubicBezTo>
                  <a:lnTo>
                    <a:pt x="1026868" y="259934"/>
                  </a:lnTo>
                  <a:cubicBezTo>
                    <a:pt x="1026868" y="259934"/>
                    <a:pt x="1025656" y="260909"/>
                    <a:pt x="1025218" y="261145"/>
                  </a:cubicBezTo>
                  <a:cubicBezTo>
                    <a:pt x="1024781" y="261346"/>
                    <a:pt x="1023805" y="262019"/>
                    <a:pt x="1023267" y="262120"/>
                  </a:cubicBezTo>
                  <a:cubicBezTo>
                    <a:pt x="1022728" y="262221"/>
                    <a:pt x="1021853" y="262457"/>
                    <a:pt x="1021415" y="262457"/>
                  </a:cubicBezTo>
                  <a:cubicBezTo>
                    <a:pt x="1020978" y="262457"/>
                    <a:pt x="1020204" y="262793"/>
                    <a:pt x="1019766" y="262894"/>
                  </a:cubicBezTo>
                  <a:cubicBezTo>
                    <a:pt x="1019329" y="262995"/>
                    <a:pt x="1017815" y="263331"/>
                    <a:pt x="1016939" y="263768"/>
                  </a:cubicBezTo>
                  <a:cubicBezTo>
                    <a:pt x="1016064" y="264206"/>
                    <a:pt x="1015189" y="263768"/>
                    <a:pt x="1015189" y="263768"/>
                  </a:cubicBezTo>
                  <a:cubicBezTo>
                    <a:pt x="1015189" y="263768"/>
                    <a:pt x="1013002" y="263230"/>
                    <a:pt x="1012362" y="262995"/>
                  </a:cubicBezTo>
                  <a:cubicBezTo>
                    <a:pt x="1011723" y="262793"/>
                    <a:pt x="1010074" y="262995"/>
                    <a:pt x="1010074" y="262995"/>
                  </a:cubicBezTo>
                  <a:cubicBezTo>
                    <a:pt x="1010074" y="262995"/>
                    <a:pt x="1008862" y="262894"/>
                    <a:pt x="1008425" y="262894"/>
                  </a:cubicBezTo>
                  <a:cubicBezTo>
                    <a:pt x="1007987" y="262894"/>
                    <a:pt x="1006136" y="263768"/>
                    <a:pt x="1006136" y="263768"/>
                  </a:cubicBezTo>
                  <a:cubicBezTo>
                    <a:pt x="1006136" y="263768"/>
                    <a:pt x="1004824" y="264744"/>
                    <a:pt x="1004521" y="264845"/>
                  </a:cubicBezTo>
                  <a:cubicBezTo>
                    <a:pt x="1004184" y="264946"/>
                    <a:pt x="1003444" y="267031"/>
                    <a:pt x="1003309" y="267334"/>
                  </a:cubicBezTo>
                  <a:cubicBezTo>
                    <a:pt x="1003208" y="267671"/>
                    <a:pt x="1003410" y="268545"/>
                    <a:pt x="1003410" y="269285"/>
                  </a:cubicBezTo>
                  <a:cubicBezTo>
                    <a:pt x="1003410" y="270025"/>
                    <a:pt x="1003410" y="271337"/>
                    <a:pt x="1003074" y="272111"/>
                  </a:cubicBezTo>
                  <a:cubicBezTo>
                    <a:pt x="1002737" y="272885"/>
                    <a:pt x="1001761" y="273860"/>
                    <a:pt x="1001324" y="274163"/>
                  </a:cubicBezTo>
                  <a:cubicBezTo>
                    <a:pt x="1000886" y="274499"/>
                    <a:pt x="1000684" y="275240"/>
                    <a:pt x="999372" y="275677"/>
                  </a:cubicBezTo>
                  <a:cubicBezTo>
                    <a:pt x="998059" y="276114"/>
                    <a:pt x="997420" y="275677"/>
                    <a:pt x="997083" y="275677"/>
                  </a:cubicBezTo>
                  <a:cubicBezTo>
                    <a:pt x="996747" y="275677"/>
                    <a:pt x="994997" y="273490"/>
                    <a:pt x="994997" y="273490"/>
                  </a:cubicBezTo>
                  <a:cubicBezTo>
                    <a:pt x="994997" y="273490"/>
                    <a:pt x="993280" y="270564"/>
                    <a:pt x="992809" y="270227"/>
                  </a:cubicBezTo>
                  <a:cubicBezTo>
                    <a:pt x="992372" y="269891"/>
                    <a:pt x="991396" y="268377"/>
                    <a:pt x="991093" y="267738"/>
                  </a:cubicBezTo>
                  <a:cubicBezTo>
                    <a:pt x="990756" y="267099"/>
                    <a:pt x="988804" y="266325"/>
                    <a:pt x="988804" y="266325"/>
                  </a:cubicBezTo>
                  <a:lnTo>
                    <a:pt x="987290" y="263701"/>
                  </a:lnTo>
                  <a:lnTo>
                    <a:pt x="984362" y="262826"/>
                  </a:lnTo>
                  <a:cubicBezTo>
                    <a:pt x="984362" y="262826"/>
                    <a:pt x="979886" y="261649"/>
                    <a:pt x="979785" y="260875"/>
                  </a:cubicBezTo>
                  <a:cubicBezTo>
                    <a:pt x="979684" y="260102"/>
                    <a:pt x="979246" y="257949"/>
                    <a:pt x="979246" y="257949"/>
                  </a:cubicBezTo>
                  <a:lnTo>
                    <a:pt x="979347" y="255762"/>
                  </a:lnTo>
                  <a:lnTo>
                    <a:pt x="978708" y="254013"/>
                  </a:lnTo>
                  <a:lnTo>
                    <a:pt x="978607" y="250851"/>
                  </a:lnTo>
                  <a:lnTo>
                    <a:pt x="975780" y="248563"/>
                  </a:lnTo>
                  <a:cubicBezTo>
                    <a:pt x="975780" y="248563"/>
                    <a:pt x="975443" y="247487"/>
                    <a:pt x="975780" y="247150"/>
                  </a:cubicBezTo>
                  <a:cubicBezTo>
                    <a:pt x="976116" y="246814"/>
                    <a:pt x="973491" y="245401"/>
                    <a:pt x="973491" y="245401"/>
                  </a:cubicBezTo>
                  <a:lnTo>
                    <a:pt x="970765" y="244190"/>
                  </a:lnTo>
                  <a:cubicBezTo>
                    <a:pt x="970765" y="244190"/>
                    <a:pt x="967703" y="244089"/>
                    <a:pt x="966727" y="244089"/>
                  </a:cubicBezTo>
                  <a:cubicBezTo>
                    <a:pt x="965751" y="244089"/>
                    <a:pt x="963698" y="244425"/>
                    <a:pt x="963361" y="244527"/>
                  </a:cubicBezTo>
                  <a:cubicBezTo>
                    <a:pt x="963025" y="244627"/>
                    <a:pt x="962284" y="246478"/>
                    <a:pt x="961948" y="247016"/>
                  </a:cubicBezTo>
                  <a:cubicBezTo>
                    <a:pt x="961611" y="247554"/>
                    <a:pt x="959154" y="247991"/>
                    <a:pt x="959154" y="247991"/>
                  </a:cubicBezTo>
                  <a:lnTo>
                    <a:pt x="955688" y="247991"/>
                  </a:lnTo>
                  <a:lnTo>
                    <a:pt x="953400" y="247991"/>
                  </a:lnTo>
                  <a:lnTo>
                    <a:pt x="951649" y="245704"/>
                  </a:lnTo>
                  <a:cubicBezTo>
                    <a:pt x="951649" y="245704"/>
                    <a:pt x="950573" y="243215"/>
                    <a:pt x="950236" y="242676"/>
                  </a:cubicBezTo>
                  <a:cubicBezTo>
                    <a:pt x="949899" y="242138"/>
                    <a:pt x="949597" y="241802"/>
                    <a:pt x="949361" y="241465"/>
                  </a:cubicBezTo>
                  <a:cubicBezTo>
                    <a:pt x="949125" y="241129"/>
                    <a:pt x="948385" y="240591"/>
                    <a:pt x="948385" y="240591"/>
                  </a:cubicBezTo>
                  <a:lnTo>
                    <a:pt x="947847" y="239615"/>
                  </a:lnTo>
                  <a:cubicBezTo>
                    <a:pt x="947847" y="239615"/>
                    <a:pt x="947308" y="238539"/>
                    <a:pt x="948284" y="235713"/>
                  </a:cubicBezTo>
                  <a:cubicBezTo>
                    <a:pt x="949260" y="232887"/>
                    <a:pt x="949697" y="233964"/>
                    <a:pt x="950000" y="233762"/>
                  </a:cubicBezTo>
                  <a:cubicBezTo>
                    <a:pt x="950337" y="233560"/>
                    <a:pt x="950640" y="232012"/>
                    <a:pt x="950438" y="231474"/>
                  </a:cubicBezTo>
                  <a:cubicBezTo>
                    <a:pt x="950236" y="230936"/>
                    <a:pt x="949563" y="228750"/>
                    <a:pt x="949125" y="228447"/>
                  </a:cubicBezTo>
                  <a:cubicBezTo>
                    <a:pt x="948688" y="228110"/>
                    <a:pt x="946197" y="228447"/>
                    <a:pt x="945760" y="228447"/>
                  </a:cubicBezTo>
                  <a:cubicBezTo>
                    <a:pt x="945322" y="228447"/>
                    <a:pt x="943034" y="228346"/>
                    <a:pt x="941519" y="228548"/>
                  </a:cubicBezTo>
                  <a:cubicBezTo>
                    <a:pt x="940005" y="228783"/>
                    <a:pt x="940745" y="229086"/>
                    <a:pt x="940544" y="229624"/>
                  </a:cubicBezTo>
                  <a:cubicBezTo>
                    <a:pt x="940342" y="230162"/>
                    <a:pt x="939904" y="231037"/>
                    <a:pt x="939231" y="231912"/>
                  </a:cubicBezTo>
                  <a:cubicBezTo>
                    <a:pt x="938558" y="232786"/>
                    <a:pt x="938019" y="232450"/>
                    <a:pt x="937481" y="232887"/>
                  </a:cubicBezTo>
                  <a:cubicBezTo>
                    <a:pt x="936942" y="233324"/>
                    <a:pt x="936942" y="233762"/>
                    <a:pt x="936741" y="234199"/>
                  </a:cubicBezTo>
                  <a:cubicBezTo>
                    <a:pt x="936505" y="234636"/>
                    <a:pt x="935664" y="234973"/>
                    <a:pt x="935664" y="234973"/>
                  </a:cubicBezTo>
                  <a:cubicBezTo>
                    <a:pt x="935664" y="234973"/>
                    <a:pt x="935664" y="237260"/>
                    <a:pt x="935664" y="237698"/>
                  </a:cubicBezTo>
                  <a:cubicBezTo>
                    <a:pt x="935664" y="238135"/>
                    <a:pt x="935933" y="238337"/>
                    <a:pt x="935933" y="239548"/>
                  </a:cubicBezTo>
                  <a:cubicBezTo>
                    <a:pt x="935933" y="240759"/>
                    <a:pt x="935664" y="240523"/>
                    <a:pt x="934789" y="241499"/>
                  </a:cubicBezTo>
                  <a:cubicBezTo>
                    <a:pt x="933913" y="242475"/>
                    <a:pt x="933712" y="241835"/>
                    <a:pt x="933274" y="241499"/>
                  </a:cubicBezTo>
                  <a:cubicBezTo>
                    <a:pt x="932837" y="241163"/>
                    <a:pt x="930447" y="240961"/>
                    <a:pt x="930010" y="240961"/>
                  </a:cubicBezTo>
                  <a:cubicBezTo>
                    <a:pt x="929572" y="240961"/>
                    <a:pt x="927822" y="240624"/>
                    <a:pt x="927418" y="240422"/>
                  </a:cubicBezTo>
                  <a:cubicBezTo>
                    <a:pt x="926981" y="240187"/>
                    <a:pt x="925231" y="238673"/>
                    <a:pt x="925130" y="238370"/>
                  </a:cubicBezTo>
                  <a:cubicBezTo>
                    <a:pt x="925029" y="238034"/>
                    <a:pt x="924894" y="235343"/>
                    <a:pt x="924894" y="235343"/>
                  </a:cubicBezTo>
                  <a:lnTo>
                    <a:pt x="924120" y="233156"/>
                  </a:lnTo>
                  <a:lnTo>
                    <a:pt x="918904" y="230566"/>
                  </a:lnTo>
                  <a:lnTo>
                    <a:pt x="916615" y="229489"/>
                  </a:lnTo>
                  <a:cubicBezTo>
                    <a:pt x="916615" y="229489"/>
                    <a:pt x="915303" y="227875"/>
                    <a:pt x="914327" y="226462"/>
                  </a:cubicBezTo>
                  <a:cubicBezTo>
                    <a:pt x="913351" y="225049"/>
                    <a:pt x="914428" y="223636"/>
                    <a:pt x="914428" y="223636"/>
                  </a:cubicBezTo>
                  <a:cubicBezTo>
                    <a:pt x="914428" y="223636"/>
                    <a:pt x="914966" y="222324"/>
                    <a:pt x="915303" y="221584"/>
                  </a:cubicBezTo>
                  <a:cubicBezTo>
                    <a:pt x="915639" y="220811"/>
                    <a:pt x="916278" y="219398"/>
                    <a:pt x="916278" y="219398"/>
                  </a:cubicBezTo>
                  <a:cubicBezTo>
                    <a:pt x="916278" y="219398"/>
                    <a:pt x="917355" y="218759"/>
                    <a:pt x="918029" y="217985"/>
                  </a:cubicBezTo>
                  <a:cubicBezTo>
                    <a:pt x="918668" y="217211"/>
                    <a:pt x="918365" y="214183"/>
                    <a:pt x="918365" y="214183"/>
                  </a:cubicBezTo>
                  <a:lnTo>
                    <a:pt x="919880" y="212569"/>
                  </a:lnTo>
                  <a:cubicBezTo>
                    <a:pt x="919880" y="212569"/>
                    <a:pt x="920418" y="209743"/>
                    <a:pt x="920418" y="209407"/>
                  </a:cubicBezTo>
                  <a:cubicBezTo>
                    <a:pt x="920418" y="209070"/>
                    <a:pt x="919005" y="207355"/>
                    <a:pt x="919005" y="207355"/>
                  </a:cubicBezTo>
                  <a:lnTo>
                    <a:pt x="917389" y="206480"/>
                  </a:lnTo>
                  <a:cubicBezTo>
                    <a:pt x="917389" y="206480"/>
                    <a:pt x="914663" y="206581"/>
                    <a:pt x="914226" y="206379"/>
                  </a:cubicBezTo>
                  <a:cubicBezTo>
                    <a:pt x="913788" y="206177"/>
                    <a:pt x="911836" y="207355"/>
                    <a:pt x="910961" y="207792"/>
                  </a:cubicBezTo>
                  <a:cubicBezTo>
                    <a:pt x="910086" y="208229"/>
                    <a:pt x="909783" y="209306"/>
                    <a:pt x="909783" y="209306"/>
                  </a:cubicBezTo>
                  <a:lnTo>
                    <a:pt x="907596" y="209642"/>
                  </a:lnTo>
                  <a:cubicBezTo>
                    <a:pt x="907596" y="209642"/>
                    <a:pt x="906519" y="209844"/>
                    <a:pt x="906081" y="209844"/>
                  </a:cubicBezTo>
                  <a:cubicBezTo>
                    <a:pt x="905644" y="209844"/>
                    <a:pt x="904028" y="209945"/>
                    <a:pt x="904028" y="209945"/>
                  </a:cubicBezTo>
                  <a:lnTo>
                    <a:pt x="902177" y="210382"/>
                  </a:lnTo>
                  <a:lnTo>
                    <a:pt x="899249" y="210483"/>
                  </a:lnTo>
                  <a:cubicBezTo>
                    <a:pt x="899249" y="210483"/>
                    <a:pt x="897735" y="210483"/>
                    <a:pt x="895345" y="209710"/>
                  </a:cubicBezTo>
                  <a:cubicBezTo>
                    <a:pt x="892956" y="208936"/>
                    <a:pt x="893494" y="209609"/>
                    <a:pt x="892855" y="209609"/>
                  </a:cubicBezTo>
                  <a:cubicBezTo>
                    <a:pt x="892216" y="209609"/>
                    <a:pt x="889692" y="209272"/>
                    <a:pt x="889692" y="209272"/>
                  </a:cubicBezTo>
                  <a:cubicBezTo>
                    <a:pt x="889692" y="209272"/>
                    <a:pt x="888513" y="208398"/>
                    <a:pt x="888513" y="207960"/>
                  </a:cubicBezTo>
                  <a:cubicBezTo>
                    <a:pt x="888513" y="207523"/>
                    <a:pt x="886999" y="204697"/>
                    <a:pt x="886999" y="204697"/>
                  </a:cubicBezTo>
                  <a:lnTo>
                    <a:pt x="883936" y="203520"/>
                  </a:lnTo>
                  <a:lnTo>
                    <a:pt x="881984" y="202881"/>
                  </a:lnTo>
                  <a:cubicBezTo>
                    <a:pt x="881984" y="202881"/>
                    <a:pt x="880335" y="203957"/>
                    <a:pt x="880033" y="204092"/>
                  </a:cubicBezTo>
                  <a:cubicBezTo>
                    <a:pt x="879696" y="204193"/>
                    <a:pt x="877744" y="205168"/>
                    <a:pt x="877407" y="205303"/>
                  </a:cubicBezTo>
                  <a:cubicBezTo>
                    <a:pt x="877105" y="205404"/>
                    <a:pt x="875557" y="206951"/>
                    <a:pt x="875119" y="206951"/>
                  </a:cubicBezTo>
                  <a:cubicBezTo>
                    <a:pt x="874681" y="206951"/>
                    <a:pt x="873706" y="207388"/>
                    <a:pt x="873706" y="207388"/>
                  </a:cubicBezTo>
                  <a:cubicBezTo>
                    <a:pt x="873706" y="207388"/>
                    <a:pt x="871955" y="207927"/>
                    <a:pt x="871215" y="207927"/>
                  </a:cubicBezTo>
                  <a:cubicBezTo>
                    <a:pt x="870475" y="207927"/>
                    <a:pt x="868052" y="208566"/>
                    <a:pt x="868052" y="208566"/>
                  </a:cubicBezTo>
                  <a:cubicBezTo>
                    <a:pt x="868052" y="208566"/>
                    <a:pt x="866200" y="210416"/>
                    <a:pt x="865763" y="210517"/>
                  </a:cubicBezTo>
                  <a:cubicBezTo>
                    <a:pt x="865326" y="210618"/>
                    <a:pt x="864451" y="212266"/>
                    <a:pt x="864249" y="212703"/>
                  </a:cubicBezTo>
                  <a:cubicBezTo>
                    <a:pt x="864047" y="213141"/>
                    <a:pt x="862835" y="213242"/>
                    <a:pt x="862499" y="213343"/>
                  </a:cubicBezTo>
                  <a:cubicBezTo>
                    <a:pt x="862162" y="213444"/>
                    <a:pt x="860984" y="214756"/>
                    <a:pt x="860311" y="214856"/>
                  </a:cubicBezTo>
                  <a:cubicBezTo>
                    <a:pt x="859671" y="214957"/>
                    <a:pt x="858460" y="215495"/>
                    <a:pt x="857585" y="215731"/>
                  </a:cubicBezTo>
                  <a:cubicBezTo>
                    <a:pt x="856710" y="215966"/>
                    <a:pt x="856508" y="216807"/>
                    <a:pt x="856508" y="216807"/>
                  </a:cubicBezTo>
                  <a:lnTo>
                    <a:pt x="854018" y="216807"/>
                  </a:lnTo>
                  <a:lnTo>
                    <a:pt x="852806" y="214756"/>
                  </a:lnTo>
                  <a:cubicBezTo>
                    <a:pt x="852806" y="214756"/>
                    <a:pt x="850518" y="212031"/>
                    <a:pt x="848667" y="211593"/>
                  </a:cubicBezTo>
                  <a:cubicBezTo>
                    <a:pt x="846816" y="211156"/>
                    <a:pt x="845503" y="211593"/>
                    <a:pt x="845503" y="211593"/>
                  </a:cubicBezTo>
                  <a:cubicBezTo>
                    <a:pt x="845503" y="211593"/>
                    <a:pt x="842777" y="210954"/>
                    <a:pt x="842339" y="210719"/>
                  </a:cubicBezTo>
                  <a:cubicBezTo>
                    <a:pt x="841902" y="210517"/>
                    <a:pt x="838435" y="208667"/>
                    <a:pt x="837998" y="208431"/>
                  </a:cubicBezTo>
                  <a:cubicBezTo>
                    <a:pt x="837561" y="208229"/>
                    <a:pt x="836584" y="207456"/>
                    <a:pt x="836147" y="207220"/>
                  </a:cubicBezTo>
                  <a:cubicBezTo>
                    <a:pt x="835709" y="207018"/>
                    <a:pt x="833556" y="206144"/>
                    <a:pt x="833118" y="205807"/>
                  </a:cubicBezTo>
                  <a:cubicBezTo>
                    <a:pt x="832681" y="205471"/>
                    <a:pt x="829652" y="204596"/>
                    <a:pt x="829214" y="204495"/>
                  </a:cubicBezTo>
                  <a:cubicBezTo>
                    <a:pt x="828777" y="204394"/>
                    <a:pt x="825950" y="203217"/>
                    <a:pt x="825950" y="203217"/>
                  </a:cubicBezTo>
                  <a:lnTo>
                    <a:pt x="824738" y="202208"/>
                  </a:lnTo>
                  <a:cubicBezTo>
                    <a:pt x="824738" y="202208"/>
                    <a:pt x="824637" y="199618"/>
                    <a:pt x="824637" y="199180"/>
                  </a:cubicBezTo>
                  <a:cubicBezTo>
                    <a:pt x="824637" y="198743"/>
                    <a:pt x="825613" y="197128"/>
                    <a:pt x="825613" y="197128"/>
                  </a:cubicBezTo>
                  <a:lnTo>
                    <a:pt x="827902" y="195715"/>
                  </a:lnTo>
                  <a:lnTo>
                    <a:pt x="828878" y="194639"/>
                  </a:lnTo>
                  <a:lnTo>
                    <a:pt x="828339" y="191712"/>
                  </a:lnTo>
                  <a:lnTo>
                    <a:pt x="827027" y="190198"/>
                  </a:lnTo>
                  <a:lnTo>
                    <a:pt x="820397" y="189660"/>
                  </a:lnTo>
                  <a:lnTo>
                    <a:pt x="817805" y="189223"/>
                  </a:lnTo>
                  <a:cubicBezTo>
                    <a:pt x="817805" y="189223"/>
                    <a:pt x="811949" y="190098"/>
                    <a:pt x="810401" y="190535"/>
                  </a:cubicBezTo>
                  <a:cubicBezTo>
                    <a:pt x="808887" y="190972"/>
                    <a:pt x="807574" y="192284"/>
                    <a:pt x="807574" y="192284"/>
                  </a:cubicBezTo>
                  <a:lnTo>
                    <a:pt x="805622" y="191847"/>
                  </a:lnTo>
                  <a:lnTo>
                    <a:pt x="802358" y="190098"/>
                  </a:lnTo>
                  <a:lnTo>
                    <a:pt x="800608" y="192486"/>
                  </a:lnTo>
                  <a:lnTo>
                    <a:pt x="798858" y="194437"/>
                  </a:lnTo>
                  <a:lnTo>
                    <a:pt x="796704" y="196826"/>
                  </a:lnTo>
                  <a:cubicBezTo>
                    <a:pt x="796704" y="196826"/>
                    <a:pt x="793877" y="199012"/>
                    <a:pt x="793002" y="199012"/>
                  </a:cubicBezTo>
                  <a:cubicBezTo>
                    <a:pt x="792127" y="199012"/>
                    <a:pt x="787987" y="201838"/>
                    <a:pt x="787987" y="201838"/>
                  </a:cubicBezTo>
                  <a:cubicBezTo>
                    <a:pt x="787987" y="201838"/>
                    <a:pt x="784285" y="202712"/>
                    <a:pt x="783410" y="202914"/>
                  </a:cubicBezTo>
                  <a:cubicBezTo>
                    <a:pt x="782535" y="203150"/>
                    <a:pt x="779944" y="203553"/>
                    <a:pt x="778429" y="202914"/>
                  </a:cubicBezTo>
                  <a:cubicBezTo>
                    <a:pt x="776915" y="202275"/>
                    <a:pt x="774290" y="202914"/>
                    <a:pt x="774290" y="202914"/>
                  </a:cubicBezTo>
                  <a:lnTo>
                    <a:pt x="770823" y="198777"/>
                  </a:lnTo>
                  <a:lnTo>
                    <a:pt x="767795" y="195951"/>
                  </a:lnTo>
                  <a:lnTo>
                    <a:pt x="762141" y="195951"/>
                  </a:lnTo>
                  <a:lnTo>
                    <a:pt x="761602" y="197801"/>
                  </a:lnTo>
                  <a:lnTo>
                    <a:pt x="759112" y="199550"/>
                  </a:lnTo>
                  <a:lnTo>
                    <a:pt x="757362" y="202174"/>
                  </a:lnTo>
                  <a:lnTo>
                    <a:pt x="754434" y="205202"/>
                  </a:lnTo>
                  <a:lnTo>
                    <a:pt x="751371" y="209878"/>
                  </a:lnTo>
                  <a:lnTo>
                    <a:pt x="747366" y="211392"/>
                  </a:lnTo>
                  <a:cubicBezTo>
                    <a:pt x="747366" y="211392"/>
                    <a:pt x="743025" y="208667"/>
                    <a:pt x="741073" y="207792"/>
                  </a:cubicBezTo>
                  <a:cubicBezTo>
                    <a:pt x="739121" y="206917"/>
                    <a:pt x="740097" y="207893"/>
                    <a:pt x="739558" y="208869"/>
                  </a:cubicBezTo>
                  <a:cubicBezTo>
                    <a:pt x="739020" y="209844"/>
                    <a:pt x="739121" y="209642"/>
                    <a:pt x="738919" y="210517"/>
                  </a:cubicBezTo>
                  <a:cubicBezTo>
                    <a:pt x="738717" y="211392"/>
                    <a:pt x="737741" y="212569"/>
                    <a:pt x="736630" y="213343"/>
                  </a:cubicBezTo>
                  <a:cubicBezTo>
                    <a:pt x="735553" y="214116"/>
                    <a:pt x="734779" y="213444"/>
                    <a:pt x="733366" y="213343"/>
                  </a:cubicBezTo>
                  <a:cubicBezTo>
                    <a:pt x="731952" y="213242"/>
                    <a:pt x="731851" y="212165"/>
                    <a:pt x="730236" y="211291"/>
                  </a:cubicBezTo>
                  <a:cubicBezTo>
                    <a:pt x="728587" y="210416"/>
                    <a:pt x="726871" y="210080"/>
                    <a:pt x="726534" y="210214"/>
                  </a:cubicBezTo>
                  <a:cubicBezTo>
                    <a:pt x="726197" y="210315"/>
                    <a:pt x="724044" y="210416"/>
                    <a:pt x="724044" y="210416"/>
                  </a:cubicBezTo>
                  <a:cubicBezTo>
                    <a:pt x="724044" y="210416"/>
                    <a:pt x="723068" y="212266"/>
                    <a:pt x="722630" y="212468"/>
                  </a:cubicBezTo>
                  <a:cubicBezTo>
                    <a:pt x="722193" y="212670"/>
                    <a:pt x="719803" y="212804"/>
                    <a:pt x="715664" y="212468"/>
                  </a:cubicBezTo>
                  <a:cubicBezTo>
                    <a:pt x="711524" y="212132"/>
                    <a:pt x="712298" y="211392"/>
                    <a:pt x="710885" y="210853"/>
                  </a:cubicBezTo>
                  <a:cubicBezTo>
                    <a:pt x="709471" y="210315"/>
                    <a:pt x="708697" y="209440"/>
                    <a:pt x="708159" y="209104"/>
                  </a:cubicBezTo>
                  <a:cubicBezTo>
                    <a:pt x="707620" y="208768"/>
                    <a:pt x="705870" y="207691"/>
                    <a:pt x="703380" y="207153"/>
                  </a:cubicBezTo>
                  <a:cubicBezTo>
                    <a:pt x="700889" y="206615"/>
                    <a:pt x="700788" y="208128"/>
                    <a:pt x="700452" y="208028"/>
                  </a:cubicBezTo>
                  <a:cubicBezTo>
                    <a:pt x="700115" y="207927"/>
                    <a:pt x="697524" y="208028"/>
                    <a:pt x="697524" y="208028"/>
                  </a:cubicBezTo>
                  <a:lnTo>
                    <a:pt x="693620" y="206177"/>
                  </a:lnTo>
                  <a:cubicBezTo>
                    <a:pt x="693620" y="206177"/>
                    <a:pt x="691870" y="204664"/>
                    <a:pt x="691432" y="203688"/>
                  </a:cubicBezTo>
                  <a:cubicBezTo>
                    <a:pt x="690995" y="202712"/>
                    <a:pt x="689480" y="201737"/>
                    <a:pt x="689480" y="201737"/>
                  </a:cubicBezTo>
                  <a:cubicBezTo>
                    <a:pt x="689480" y="201737"/>
                    <a:pt x="687528" y="200223"/>
                    <a:pt x="687192" y="199449"/>
                  </a:cubicBezTo>
                  <a:cubicBezTo>
                    <a:pt x="686855" y="198676"/>
                    <a:pt x="685004" y="198037"/>
                    <a:pt x="683826" y="197599"/>
                  </a:cubicBezTo>
                  <a:cubicBezTo>
                    <a:pt x="682615" y="197162"/>
                    <a:pt x="680797" y="196523"/>
                    <a:pt x="680360" y="196186"/>
                  </a:cubicBezTo>
                  <a:cubicBezTo>
                    <a:pt x="679922" y="195850"/>
                    <a:pt x="676557" y="195110"/>
                    <a:pt x="676119" y="194774"/>
                  </a:cubicBezTo>
                  <a:cubicBezTo>
                    <a:pt x="675682" y="194437"/>
                    <a:pt x="672216" y="192587"/>
                    <a:pt x="671879" y="192486"/>
                  </a:cubicBezTo>
                  <a:cubicBezTo>
                    <a:pt x="671542" y="192385"/>
                    <a:pt x="670028" y="191611"/>
                    <a:pt x="669590" y="191510"/>
                  </a:cubicBezTo>
                  <a:cubicBezTo>
                    <a:pt x="669153" y="191410"/>
                    <a:pt x="665451" y="189660"/>
                    <a:pt x="665114" y="189458"/>
                  </a:cubicBezTo>
                  <a:cubicBezTo>
                    <a:pt x="664778" y="189257"/>
                    <a:pt x="663061" y="187844"/>
                    <a:pt x="663061" y="187844"/>
                  </a:cubicBezTo>
                  <a:cubicBezTo>
                    <a:pt x="663061" y="187844"/>
                    <a:pt x="661009" y="186633"/>
                    <a:pt x="660571" y="186229"/>
                  </a:cubicBezTo>
                  <a:cubicBezTo>
                    <a:pt x="660134" y="185792"/>
                    <a:pt x="656869" y="182966"/>
                    <a:pt x="656869" y="182966"/>
                  </a:cubicBezTo>
                  <a:cubicBezTo>
                    <a:pt x="656869" y="182966"/>
                    <a:pt x="654682" y="180679"/>
                    <a:pt x="654379" y="179602"/>
                  </a:cubicBezTo>
                  <a:cubicBezTo>
                    <a:pt x="654042" y="178526"/>
                    <a:pt x="653941" y="178526"/>
                    <a:pt x="653941" y="178088"/>
                  </a:cubicBezTo>
                  <a:cubicBezTo>
                    <a:pt x="653941" y="177651"/>
                    <a:pt x="653605" y="175801"/>
                    <a:pt x="653605" y="175801"/>
                  </a:cubicBezTo>
                  <a:cubicBezTo>
                    <a:pt x="653605" y="175801"/>
                    <a:pt x="653840" y="173614"/>
                    <a:pt x="654379" y="173614"/>
                  </a:cubicBezTo>
                  <a:cubicBezTo>
                    <a:pt x="654917" y="173614"/>
                    <a:pt x="655153" y="173076"/>
                    <a:pt x="658619" y="172437"/>
                  </a:cubicBezTo>
                  <a:cubicBezTo>
                    <a:pt x="662086" y="171798"/>
                    <a:pt x="660134" y="171125"/>
                    <a:pt x="661884" y="170687"/>
                  </a:cubicBezTo>
                  <a:cubicBezTo>
                    <a:pt x="663634" y="170250"/>
                    <a:pt x="664071" y="170048"/>
                    <a:pt x="665485" y="169712"/>
                  </a:cubicBezTo>
                  <a:cubicBezTo>
                    <a:pt x="666898" y="169375"/>
                    <a:pt x="666898" y="167963"/>
                    <a:pt x="667100" y="166684"/>
                  </a:cubicBezTo>
                  <a:cubicBezTo>
                    <a:pt x="667302" y="165372"/>
                    <a:pt x="667538" y="162883"/>
                    <a:pt x="667538" y="161807"/>
                  </a:cubicBezTo>
                  <a:cubicBezTo>
                    <a:pt x="667538" y="160730"/>
                    <a:pt x="665485" y="159317"/>
                    <a:pt x="665485" y="159317"/>
                  </a:cubicBezTo>
                  <a:lnTo>
                    <a:pt x="663196" y="158779"/>
                  </a:lnTo>
                  <a:lnTo>
                    <a:pt x="661984" y="156391"/>
                  </a:lnTo>
                  <a:lnTo>
                    <a:pt x="664172" y="154540"/>
                  </a:lnTo>
                  <a:lnTo>
                    <a:pt x="664273" y="150739"/>
                  </a:lnTo>
                  <a:cubicBezTo>
                    <a:pt x="664273" y="150739"/>
                    <a:pt x="664071" y="146299"/>
                    <a:pt x="664071" y="145626"/>
                  </a:cubicBezTo>
                  <a:cubicBezTo>
                    <a:pt x="664071" y="144987"/>
                    <a:pt x="662759" y="142161"/>
                    <a:pt x="662759" y="142161"/>
                  </a:cubicBezTo>
                  <a:cubicBezTo>
                    <a:pt x="662759" y="142161"/>
                    <a:pt x="664374" y="137586"/>
                    <a:pt x="665047" y="137048"/>
                  </a:cubicBezTo>
                  <a:cubicBezTo>
                    <a:pt x="665687" y="136510"/>
                    <a:pt x="667437" y="135433"/>
                    <a:pt x="669624" y="135063"/>
                  </a:cubicBezTo>
                  <a:cubicBezTo>
                    <a:pt x="671812" y="134693"/>
                    <a:pt x="672014" y="133482"/>
                    <a:pt x="672990" y="133045"/>
                  </a:cubicBezTo>
                  <a:cubicBezTo>
                    <a:pt x="673966" y="132607"/>
                    <a:pt x="674504" y="131094"/>
                    <a:pt x="675177" y="130455"/>
                  </a:cubicBezTo>
                  <a:cubicBezTo>
                    <a:pt x="675816" y="129815"/>
                    <a:pt x="674538" y="127730"/>
                    <a:pt x="673764" y="126216"/>
                  </a:cubicBezTo>
                  <a:cubicBezTo>
                    <a:pt x="672990" y="124702"/>
                    <a:pt x="671475" y="125341"/>
                    <a:pt x="671475" y="125341"/>
                  </a:cubicBezTo>
                  <a:cubicBezTo>
                    <a:pt x="671475" y="125341"/>
                    <a:pt x="669086" y="125442"/>
                    <a:pt x="668009" y="125543"/>
                  </a:cubicBezTo>
                  <a:cubicBezTo>
                    <a:pt x="666932" y="125644"/>
                    <a:pt x="664206" y="125207"/>
                    <a:pt x="663230" y="125005"/>
                  </a:cubicBezTo>
                  <a:cubicBezTo>
                    <a:pt x="662254" y="124803"/>
                    <a:pt x="660840" y="123693"/>
                    <a:pt x="660302" y="123491"/>
                  </a:cubicBezTo>
                  <a:cubicBezTo>
                    <a:pt x="659763" y="123289"/>
                    <a:pt x="657811" y="122717"/>
                    <a:pt x="657037" y="122179"/>
                  </a:cubicBezTo>
                  <a:cubicBezTo>
                    <a:pt x="656263" y="121641"/>
                    <a:pt x="655388" y="120565"/>
                    <a:pt x="655388" y="120565"/>
                  </a:cubicBezTo>
                  <a:cubicBezTo>
                    <a:pt x="655388" y="120565"/>
                    <a:pt x="654311" y="117201"/>
                    <a:pt x="654076" y="116763"/>
                  </a:cubicBezTo>
                  <a:cubicBezTo>
                    <a:pt x="653874" y="116326"/>
                    <a:pt x="652763" y="113063"/>
                    <a:pt x="652225" y="111986"/>
                  </a:cubicBezTo>
                  <a:cubicBezTo>
                    <a:pt x="651686" y="110910"/>
                    <a:pt x="650037" y="107849"/>
                    <a:pt x="650037" y="107210"/>
                  </a:cubicBezTo>
                  <a:cubicBezTo>
                    <a:pt x="650037" y="106570"/>
                    <a:pt x="648388" y="102735"/>
                    <a:pt x="648186" y="101995"/>
                  </a:cubicBezTo>
                  <a:cubicBezTo>
                    <a:pt x="647984" y="101222"/>
                    <a:pt x="646672" y="98396"/>
                    <a:pt x="646537" y="96781"/>
                  </a:cubicBezTo>
                  <a:cubicBezTo>
                    <a:pt x="646436" y="95166"/>
                    <a:pt x="645898" y="94393"/>
                    <a:pt x="645898" y="93955"/>
                  </a:cubicBezTo>
                  <a:cubicBezTo>
                    <a:pt x="645898" y="93518"/>
                    <a:pt x="645359" y="92879"/>
                    <a:pt x="645258" y="92341"/>
                  </a:cubicBezTo>
                  <a:cubicBezTo>
                    <a:pt x="645157" y="91802"/>
                    <a:pt x="643205" y="89952"/>
                    <a:pt x="642970" y="89515"/>
                  </a:cubicBezTo>
                  <a:cubicBezTo>
                    <a:pt x="642768" y="89078"/>
                    <a:pt x="641119" y="88001"/>
                    <a:pt x="641119" y="88001"/>
                  </a:cubicBezTo>
                  <a:cubicBezTo>
                    <a:pt x="641119" y="88001"/>
                    <a:pt x="639066" y="86588"/>
                    <a:pt x="638729" y="86488"/>
                  </a:cubicBezTo>
                  <a:cubicBezTo>
                    <a:pt x="638393" y="86387"/>
                    <a:pt x="636542" y="85714"/>
                    <a:pt x="636542" y="85714"/>
                  </a:cubicBezTo>
                  <a:lnTo>
                    <a:pt x="634253" y="84940"/>
                  </a:lnTo>
                  <a:lnTo>
                    <a:pt x="632234" y="83124"/>
                  </a:lnTo>
                  <a:lnTo>
                    <a:pt x="628767" y="83124"/>
                  </a:lnTo>
                  <a:cubicBezTo>
                    <a:pt x="628767" y="83124"/>
                    <a:pt x="626916" y="83124"/>
                    <a:pt x="626479" y="83124"/>
                  </a:cubicBezTo>
                  <a:cubicBezTo>
                    <a:pt x="626041" y="83124"/>
                    <a:pt x="624426" y="83224"/>
                    <a:pt x="623989" y="83224"/>
                  </a:cubicBezTo>
                  <a:cubicBezTo>
                    <a:pt x="623551" y="83224"/>
                    <a:pt x="620926" y="83561"/>
                    <a:pt x="620286" y="83561"/>
                  </a:cubicBezTo>
                  <a:cubicBezTo>
                    <a:pt x="619647" y="83561"/>
                    <a:pt x="614094" y="83763"/>
                    <a:pt x="613657" y="83763"/>
                  </a:cubicBezTo>
                  <a:cubicBezTo>
                    <a:pt x="613219" y="83763"/>
                    <a:pt x="611906" y="83864"/>
                    <a:pt x="611906" y="83864"/>
                  </a:cubicBezTo>
                  <a:lnTo>
                    <a:pt x="609315" y="83426"/>
                  </a:lnTo>
                  <a:lnTo>
                    <a:pt x="605950" y="81912"/>
                  </a:lnTo>
                  <a:lnTo>
                    <a:pt x="600632" y="80836"/>
                  </a:lnTo>
                  <a:cubicBezTo>
                    <a:pt x="600632" y="80836"/>
                    <a:pt x="598882" y="79087"/>
                    <a:pt x="598243" y="78784"/>
                  </a:cubicBezTo>
                  <a:cubicBezTo>
                    <a:pt x="597570" y="78448"/>
                    <a:pt x="596728" y="78784"/>
                    <a:pt x="596728" y="78784"/>
                  </a:cubicBezTo>
                  <a:cubicBezTo>
                    <a:pt x="596728" y="78784"/>
                    <a:pt x="595752" y="79860"/>
                    <a:pt x="595752" y="80197"/>
                  </a:cubicBezTo>
                  <a:cubicBezTo>
                    <a:pt x="595752" y="80533"/>
                    <a:pt x="594002" y="81408"/>
                    <a:pt x="592690" y="81711"/>
                  </a:cubicBezTo>
                  <a:cubicBezTo>
                    <a:pt x="591377" y="82047"/>
                    <a:pt x="591512" y="81273"/>
                    <a:pt x="590738" y="80836"/>
                  </a:cubicBezTo>
                  <a:cubicBezTo>
                    <a:pt x="589964" y="80399"/>
                    <a:pt x="590738" y="80836"/>
                    <a:pt x="590738" y="80399"/>
                  </a:cubicBezTo>
                  <a:cubicBezTo>
                    <a:pt x="590738" y="79961"/>
                    <a:pt x="590940" y="79625"/>
                    <a:pt x="590940" y="79221"/>
                  </a:cubicBezTo>
                  <a:cubicBezTo>
                    <a:pt x="590940" y="78784"/>
                    <a:pt x="590166" y="77169"/>
                    <a:pt x="590166" y="77169"/>
                  </a:cubicBezTo>
                  <a:lnTo>
                    <a:pt x="588853" y="75656"/>
                  </a:lnTo>
                  <a:cubicBezTo>
                    <a:pt x="588853" y="75656"/>
                    <a:pt x="588517" y="74142"/>
                    <a:pt x="588651" y="73805"/>
                  </a:cubicBezTo>
                  <a:cubicBezTo>
                    <a:pt x="588752" y="73469"/>
                    <a:pt x="589190" y="72729"/>
                    <a:pt x="589190" y="72729"/>
                  </a:cubicBezTo>
                  <a:cubicBezTo>
                    <a:pt x="589190" y="72729"/>
                    <a:pt x="589526" y="71114"/>
                    <a:pt x="589627" y="70240"/>
                  </a:cubicBezTo>
                  <a:cubicBezTo>
                    <a:pt x="589728" y="69365"/>
                    <a:pt x="589627" y="67952"/>
                    <a:pt x="589392" y="67212"/>
                  </a:cubicBezTo>
                  <a:cubicBezTo>
                    <a:pt x="589190" y="66438"/>
                    <a:pt x="588618" y="65463"/>
                    <a:pt x="588618" y="65463"/>
                  </a:cubicBezTo>
                  <a:cubicBezTo>
                    <a:pt x="588618" y="65463"/>
                    <a:pt x="587742" y="65025"/>
                    <a:pt x="587204" y="64824"/>
                  </a:cubicBezTo>
                  <a:cubicBezTo>
                    <a:pt x="586666" y="64622"/>
                    <a:pt x="584478" y="64824"/>
                    <a:pt x="584478" y="64824"/>
                  </a:cubicBezTo>
                  <a:lnTo>
                    <a:pt x="582964" y="66035"/>
                  </a:lnTo>
                  <a:cubicBezTo>
                    <a:pt x="582964" y="66035"/>
                    <a:pt x="582627" y="67111"/>
                    <a:pt x="582324" y="67548"/>
                  </a:cubicBezTo>
                  <a:cubicBezTo>
                    <a:pt x="581988" y="67986"/>
                    <a:pt x="580574" y="69836"/>
                    <a:pt x="580574" y="69836"/>
                  </a:cubicBezTo>
                  <a:cubicBezTo>
                    <a:pt x="580574" y="69836"/>
                    <a:pt x="578925" y="70711"/>
                    <a:pt x="578286" y="71484"/>
                  </a:cubicBezTo>
                  <a:cubicBezTo>
                    <a:pt x="577646" y="72258"/>
                    <a:pt x="576973" y="72460"/>
                    <a:pt x="576199" y="72796"/>
                  </a:cubicBezTo>
                  <a:cubicBezTo>
                    <a:pt x="575425" y="73133"/>
                    <a:pt x="574247" y="72561"/>
                    <a:pt x="573911" y="72460"/>
                  </a:cubicBezTo>
                  <a:cubicBezTo>
                    <a:pt x="573574" y="72359"/>
                    <a:pt x="571420" y="70845"/>
                    <a:pt x="571420" y="70845"/>
                  </a:cubicBezTo>
                  <a:lnTo>
                    <a:pt x="569771" y="71383"/>
                  </a:lnTo>
                  <a:cubicBezTo>
                    <a:pt x="569771" y="71383"/>
                    <a:pt x="564554" y="72022"/>
                    <a:pt x="564117" y="72022"/>
                  </a:cubicBezTo>
                  <a:cubicBezTo>
                    <a:pt x="563680" y="72022"/>
                    <a:pt x="560853" y="70172"/>
                    <a:pt x="560853" y="70172"/>
                  </a:cubicBezTo>
                  <a:lnTo>
                    <a:pt x="556410" y="69533"/>
                  </a:lnTo>
                  <a:lnTo>
                    <a:pt x="556074" y="68221"/>
                  </a:lnTo>
                  <a:lnTo>
                    <a:pt x="556174" y="66707"/>
                  </a:lnTo>
                  <a:lnTo>
                    <a:pt x="556612" y="65530"/>
                  </a:lnTo>
                  <a:lnTo>
                    <a:pt x="556511" y="63242"/>
                  </a:lnTo>
                  <a:lnTo>
                    <a:pt x="556511" y="62368"/>
                  </a:lnTo>
                  <a:lnTo>
                    <a:pt x="556242" y="59643"/>
                  </a:lnTo>
                  <a:lnTo>
                    <a:pt x="556309" y="57793"/>
                  </a:lnTo>
                  <a:cubicBezTo>
                    <a:pt x="556309" y="57793"/>
                    <a:pt x="556410" y="56178"/>
                    <a:pt x="556410" y="55640"/>
                  </a:cubicBezTo>
                  <a:cubicBezTo>
                    <a:pt x="556410" y="55102"/>
                    <a:pt x="556174" y="53252"/>
                    <a:pt x="556174" y="53252"/>
                  </a:cubicBezTo>
                  <a:lnTo>
                    <a:pt x="554660" y="51839"/>
                  </a:lnTo>
                  <a:lnTo>
                    <a:pt x="552573" y="49349"/>
                  </a:lnTo>
                  <a:lnTo>
                    <a:pt x="551934" y="46961"/>
                  </a:lnTo>
                  <a:cubicBezTo>
                    <a:pt x="551934" y="46961"/>
                    <a:pt x="552708" y="45010"/>
                    <a:pt x="553011" y="44471"/>
                  </a:cubicBezTo>
                  <a:cubicBezTo>
                    <a:pt x="553348" y="43933"/>
                    <a:pt x="554862" y="41444"/>
                    <a:pt x="555737" y="40872"/>
                  </a:cubicBezTo>
                  <a:cubicBezTo>
                    <a:pt x="556612" y="40334"/>
                    <a:pt x="556612" y="38820"/>
                    <a:pt x="556814" y="38484"/>
                  </a:cubicBezTo>
                  <a:cubicBezTo>
                    <a:pt x="557050" y="38147"/>
                    <a:pt x="557790" y="36297"/>
                    <a:pt x="558025" y="34884"/>
                  </a:cubicBezTo>
                  <a:cubicBezTo>
                    <a:pt x="558228" y="33471"/>
                    <a:pt x="557824" y="32294"/>
                    <a:pt x="557824" y="31520"/>
                  </a:cubicBezTo>
                  <a:cubicBezTo>
                    <a:pt x="557824" y="30747"/>
                    <a:pt x="556612" y="29468"/>
                    <a:pt x="556612" y="29132"/>
                  </a:cubicBezTo>
                  <a:cubicBezTo>
                    <a:pt x="556612" y="28796"/>
                    <a:pt x="555973" y="27618"/>
                    <a:pt x="555838" y="27181"/>
                  </a:cubicBezTo>
                  <a:cubicBezTo>
                    <a:pt x="555737" y="26744"/>
                    <a:pt x="554660" y="25230"/>
                    <a:pt x="554324" y="25129"/>
                  </a:cubicBezTo>
                  <a:cubicBezTo>
                    <a:pt x="553987" y="25028"/>
                    <a:pt x="553011" y="25230"/>
                    <a:pt x="552136" y="25230"/>
                  </a:cubicBezTo>
                  <a:cubicBezTo>
                    <a:pt x="551261" y="25230"/>
                    <a:pt x="551059" y="25129"/>
                    <a:pt x="551059" y="25129"/>
                  </a:cubicBezTo>
                  <a:cubicBezTo>
                    <a:pt x="551059" y="25129"/>
                    <a:pt x="549444" y="24692"/>
                    <a:pt x="549309" y="24254"/>
                  </a:cubicBezTo>
                  <a:cubicBezTo>
                    <a:pt x="549208" y="23817"/>
                    <a:pt x="548670" y="21664"/>
                    <a:pt x="548670" y="21664"/>
                  </a:cubicBezTo>
                  <a:cubicBezTo>
                    <a:pt x="548670" y="21664"/>
                    <a:pt x="547155" y="22404"/>
                    <a:pt x="546819" y="22303"/>
                  </a:cubicBezTo>
                  <a:cubicBezTo>
                    <a:pt x="546482" y="22202"/>
                    <a:pt x="543790" y="21765"/>
                    <a:pt x="543790" y="21765"/>
                  </a:cubicBezTo>
                  <a:lnTo>
                    <a:pt x="542915" y="21328"/>
                  </a:lnTo>
                  <a:lnTo>
                    <a:pt x="541299" y="20453"/>
                  </a:lnTo>
                  <a:cubicBezTo>
                    <a:pt x="541299" y="20453"/>
                    <a:pt x="541198" y="19679"/>
                    <a:pt x="541299" y="18838"/>
                  </a:cubicBezTo>
                  <a:cubicBezTo>
                    <a:pt x="541400" y="17964"/>
                    <a:pt x="540862" y="16349"/>
                    <a:pt x="540862" y="16349"/>
                  </a:cubicBezTo>
                  <a:lnTo>
                    <a:pt x="540862" y="15037"/>
                  </a:lnTo>
                  <a:cubicBezTo>
                    <a:pt x="540862" y="15037"/>
                    <a:pt x="541030" y="13725"/>
                    <a:pt x="541030" y="13153"/>
                  </a:cubicBezTo>
                  <a:cubicBezTo>
                    <a:pt x="541030" y="12581"/>
                    <a:pt x="540559" y="11908"/>
                    <a:pt x="540189" y="11269"/>
                  </a:cubicBezTo>
                  <a:cubicBezTo>
                    <a:pt x="539818" y="10630"/>
                    <a:pt x="539179" y="10395"/>
                    <a:pt x="538674" y="9823"/>
                  </a:cubicBezTo>
                  <a:cubicBezTo>
                    <a:pt x="538169" y="9251"/>
                    <a:pt x="536587" y="8881"/>
                    <a:pt x="536083" y="8881"/>
                  </a:cubicBezTo>
                  <a:cubicBezTo>
                    <a:pt x="535578" y="8881"/>
                    <a:pt x="534333" y="9318"/>
                    <a:pt x="534333" y="9318"/>
                  </a:cubicBezTo>
                  <a:lnTo>
                    <a:pt x="533895" y="9890"/>
                  </a:lnTo>
                  <a:lnTo>
                    <a:pt x="533458" y="10899"/>
                  </a:lnTo>
                  <a:cubicBezTo>
                    <a:pt x="533458" y="10899"/>
                    <a:pt x="533222" y="11538"/>
                    <a:pt x="533222" y="11976"/>
                  </a:cubicBezTo>
                  <a:cubicBezTo>
                    <a:pt x="533222" y="12413"/>
                    <a:pt x="532785" y="12918"/>
                    <a:pt x="532785" y="12918"/>
                  </a:cubicBezTo>
                  <a:lnTo>
                    <a:pt x="532347" y="13927"/>
                  </a:lnTo>
                  <a:lnTo>
                    <a:pt x="531539" y="14869"/>
                  </a:lnTo>
                  <a:lnTo>
                    <a:pt x="530463" y="14936"/>
                  </a:lnTo>
                  <a:lnTo>
                    <a:pt x="529285" y="12413"/>
                  </a:lnTo>
                  <a:cubicBezTo>
                    <a:pt x="529285" y="12413"/>
                    <a:pt x="528847" y="11538"/>
                    <a:pt x="527972" y="10967"/>
                  </a:cubicBezTo>
                  <a:cubicBezTo>
                    <a:pt x="527097" y="10395"/>
                    <a:pt x="525717" y="10832"/>
                    <a:pt x="525212" y="10765"/>
                  </a:cubicBezTo>
                  <a:cubicBezTo>
                    <a:pt x="524708" y="10697"/>
                    <a:pt x="523631" y="10765"/>
                    <a:pt x="523025" y="10765"/>
                  </a:cubicBezTo>
                  <a:cubicBezTo>
                    <a:pt x="522453" y="10765"/>
                    <a:pt x="521578" y="11135"/>
                    <a:pt x="521275" y="11135"/>
                  </a:cubicBezTo>
                  <a:cubicBezTo>
                    <a:pt x="520972" y="11135"/>
                    <a:pt x="520467" y="11774"/>
                    <a:pt x="520198" y="11875"/>
                  </a:cubicBezTo>
                  <a:cubicBezTo>
                    <a:pt x="519895" y="11942"/>
                    <a:pt x="519188" y="12884"/>
                    <a:pt x="518751" y="13187"/>
                  </a:cubicBezTo>
                  <a:cubicBezTo>
                    <a:pt x="518313" y="13490"/>
                    <a:pt x="517169" y="14936"/>
                    <a:pt x="516799" y="15272"/>
                  </a:cubicBezTo>
                  <a:cubicBezTo>
                    <a:pt x="516428" y="15643"/>
                    <a:pt x="514847" y="17156"/>
                    <a:pt x="514274" y="17526"/>
                  </a:cubicBezTo>
                  <a:cubicBezTo>
                    <a:pt x="513702" y="17896"/>
                    <a:pt x="513265" y="18233"/>
                    <a:pt x="512760" y="18468"/>
                  </a:cubicBezTo>
                  <a:cubicBezTo>
                    <a:pt x="512255" y="18704"/>
                    <a:pt x="511313" y="19545"/>
                    <a:pt x="511010" y="19713"/>
                  </a:cubicBezTo>
                  <a:cubicBezTo>
                    <a:pt x="510707" y="19847"/>
                    <a:pt x="509496" y="21395"/>
                    <a:pt x="509496" y="21395"/>
                  </a:cubicBezTo>
                  <a:cubicBezTo>
                    <a:pt x="509496" y="21395"/>
                    <a:pt x="508688" y="22101"/>
                    <a:pt x="508486" y="22337"/>
                  </a:cubicBezTo>
                  <a:cubicBezTo>
                    <a:pt x="508284" y="22539"/>
                    <a:pt x="507544" y="23413"/>
                    <a:pt x="507342" y="23581"/>
                  </a:cubicBezTo>
                  <a:cubicBezTo>
                    <a:pt x="507106" y="23716"/>
                    <a:pt x="506601" y="24658"/>
                    <a:pt x="506601" y="24961"/>
                  </a:cubicBezTo>
                  <a:cubicBezTo>
                    <a:pt x="506601" y="25263"/>
                    <a:pt x="507173" y="25600"/>
                    <a:pt x="507611" y="25903"/>
                  </a:cubicBezTo>
                  <a:cubicBezTo>
                    <a:pt x="508048" y="26205"/>
                    <a:pt x="509125" y="26205"/>
                    <a:pt x="509563" y="26340"/>
                  </a:cubicBezTo>
                  <a:cubicBezTo>
                    <a:pt x="510000" y="26474"/>
                    <a:pt x="511380" y="27652"/>
                    <a:pt x="511818" y="27921"/>
                  </a:cubicBezTo>
                  <a:cubicBezTo>
                    <a:pt x="512255" y="28224"/>
                    <a:pt x="512827" y="29367"/>
                    <a:pt x="513063" y="29502"/>
                  </a:cubicBezTo>
                  <a:cubicBezTo>
                    <a:pt x="513265" y="29637"/>
                    <a:pt x="513366" y="32261"/>
                    <a:pt x="513366" y="32261"/>
                  </a:cubicBezTo>
                  <a:lnTo>
                    <a:pt x="513063" y="34010"/>
                  </a:lnTo>
                  <a:lnTo>
                    <a:pt x="511481" y="34514"/>
                  </a:lnTo>
                  <a:lnTo>
                    <a:pt x="509024" y="32563"/>
                  </a:lnTo>
                  <a:cubicBezTo>
                    <a:pt x="509024" y="32563"/>
                    <a:pt x="503572" y="30242"/>
                    <a:pt x="503000" y="30309"/>
                  </a:cubicBezTo>
                  <a:cubicBezTo>
                    <a:pt x="502428" y="30377"/>
                    <a:pt x="501048" y="30679"/>
                    <a:pt x="500106" y="30881"/>
                  </a:cubicBezTo>
                  <a:cubicBezTo>
                    <a:pt x="499164" y="31117"/>
                    <a:pt x="498289" y="31756"/>
                    <a:pt x="497851" y="31890"/>
                  </a:cubicBezTo>
                  <a:cubicBezTo>
                    <a:pt x="497414" y="32025"/>
                    <a:pt x="496269" y="32765"/>
                    <a:pt x="495967" y="32765"/>
                  </a:cubicBezTo>
                  <a:cubicBezTo>
                    <a:pt x="495664" y="32765"/>
                    <a:pt x="494216" y="33135"/>
                    <a:pt x="494216" y="33135"/>
                  </a:cubicBezTo>
                  <a:cubicBezTo>
                    <a:pt x="494216" y="33135"/>
                    <a:pt x="492534" y="31621"/>
                    <a:pt x="492332" y="31184"/>
                  </a:cubicBezTo>
                  <a:cubicBezTo>
                    <a:pt x="492130" y="30747"/>
                    <a:pt x="490245" y="30679"/>
                    <a:pt x="490245" y="30679"/>
                  </a:cubicBezTo>
                  <a:lnTo>
                    <a:pt x="487620" y="30814"/>
                  </a:lnTo>
                  <a:lnTo>
                    <a:pt x="486812" y="31251"/>
                  </a:lnTo>
                  <a:cubicBezTo>
                    <a:pt x="486812" y="31251"/>
                    <a:pt x="485500" y="32698"/>
                    <a:pt x="484860" y="33270"/>
                  </a:cubicBezTo>
                  <a:cubicBezTo>
                    <a:pt x="484221" y="33841"/>
                    <a:pt x="483783" y="34582"/>
                    <a:pt x="483279" y="34783"/>
                  </a:cubicBezTo>
                  <a:cubicBezTo>
                    <a:pt x="482774" y="35019"/>
                    <a:pt x="481327" y="36028"/>
                    <a:pt x="481327" y="36028"/>
                  </a:cubicBezTo>
                  <a:cubicBezTo>
                    <a:pt x="481327" y="36028"/>
                    <a:pt x="478634" y="37340"/>
                    <a:pt x="478432" y="37475"/>
                  </a:cubicBezTo>
                  <a:cubicBezTo>
                    <a:pt x="478231" y="37609"/>
                    <a:pt x="475605" y="38147"/>
                    <a:pt x="475605" y="38147"/>
                  </a:cubicBezTo>
                  <a:cubicBezTo>
                    <a:pt x="475605" y="38147"/>
                    <a:pt x="469514" y="38147"/>
                    <a:pt x="469211" y="38147"/>
                  </a:cubicBezTo>
                  <a:cubicBezTo>
                    <a:pt x="468908" y="38147"/>
                    <a:pt x="466687" y="39190"/>
                    <a:pt x="466687" y="39190"/>
                  </a:cubicBezTo>
                  <a:lnTo>
                    <a:pt x="465610" y="39594"/>
                  </a:lnTo>
                  <a:cubicBezTo>
                    <a:pt x="465610" y="39594"/>
                    <a:pt x="464870" y="40469"/>
                    <a:pt x="464870" y="40973"/>
                  </a:cubicBezTo>
                  <a:cubicBezTo>
                    <a:pt x="464870" y="41478"/>
                    <a:pt x="465374" y="41915"/>
                    <a:pt x="465374" y="41915"/>
                  </a:cubicBezTo>
                  <a:lnTo>
                    <a:pt x="467125" y="44303"/>
                  </a:lnTo>
                  <a:cubicBezTo>
                    <a:pt x="467125" y="44303"/>
                    <a:pt x="468942" y="46692"/>
                    <a:pt x="470086" y="47566"/>
                  </a:cubicBezTo>
                  <a:cubicBezTo>
                    <a:pt x="471230" y="48441"/>
                    <a:pt x="473115" y="49753"/>
                    <a:pt x="474730" y="50325"/>
                  </a:cubicBezTo>
                  <a:cubicBezTo>
                    <a:pt x="476312" y="50897"/>
                    <a:pt x="477928" y="52343"/>
                    <a:pt x="478937" y="53521"/>
                  </a:cubicBezTo>
                  <a:cubicBezTo>
                    <a:pt x="479947" y="54664"/>
                    <a:pt x="480082" y="57860"/>
                    <a:pt x="480250" y="58600"/>
                  </a:cubicBezTo>
                  <a:cubicBezTo>
                    <a:pt x="480384" y="59307"/>
                    <a:pt x="480250" y="63949"/>
                    <a:pt x="480250" y="63949"/>
                  </a:cubicBezTo>
                  <a:lnTo>
                    <a:pt x="479106" y="68288"/>
                  </a:lnTo>
                  <a:lnTo>
                    <a:pt x="477221" y="73200"/>
                  </a:lnTo>
                  <a:cubicBezTo>
                    <a:pt x="477221" y="73200"/>
                    <a:pt x="478231" y="76665"/>
                    <a:pt x="478231" y="77270"/>
                  </a:cubicBezTo>
                  <a:cubicBezTo>
                    <a:pt x="478231" y="77842"/>
                    <a:pt x="478231" y="80735"/>
                    <a:pt x="478231" y="80735"/>
                  </a:cubicBezTo>
                  <a:lnTo>
                    <a:pt x="479408" y="83191"/>
                  </a:lnTo>
                  <a:cubicBezTo>
                    <a:pt x="479408" y="83191"/>
                    <a:pt x="480283" y="84065"/>
                    <a:pt x="481428" y="84503"/>
                  </a:cubicBezTo>
                  <a:cubicBezTo>
                    <a:pt x="482572" y="84940"/>
                    <a:pt x="484053" y="86521"/>
                    <a:pt x="484053" y="86521"/>
                  </a:cubicBezTo>
                  <a:cubicBezTo>
                    <a:pt x="484053" y="86521"/>
                    <a:pt x="485500" y="87968"/>
                    <a:pt x="486947" y="88842"/>
                  </a:cubicBezTo>
                  <a:cubicBezTo>
                    <a:pt x="488394" y="89717"/>
                    <a:pt x="488663" y="91163"/>
                    <a:pt x="488663" y="91163"/>
                  </a:cubicBezTo>
                  <a:lnTo>
                    <a:pt x="488663" y="92307"/>
                  </a:lnTo>
                  <a:lnTo>
                    <a:pt x="488394" y="96344"/>
                  </a:lnTo>
                  <a:cubicBezTo>
                    <a:pt x="488394" y="96344"/>
                    <a:pt x="487822" y="99540"/>
                    <a:pt x="487519" y="100986"/>
                  </a:cubicBezTo>
                  <a:cubicBezTo>
                    <a:pt x="487216" y="102433"/>
                    <a:pt x="486947" y="103442"/>
                    <a:pt x="486947" y="104014"/>
                  </a:cubicBezTo>
                  <a:cubicBezTo>
                    <a:pt x="486947" y="104586"/>
                    <a:pt x="485500" y="106470"/>
                    <a:pt x="485500" y="106470"/>
                  </a:cubicBezTo>
                  <a:lnTo>
                    <a:pt x="480149" y="108219"/>
                  </a:lnTo>
                  <a:lnTo>
                    <a:pt x="478399" y="107781"/>
                  </a:lnTo>
                  <a:lnTo>
                    <a:pt x="474764" y="106470"/>
                  </a:lnTo>
                  <a:lnTo>
                    <a:pt x="472745" y="106738"/>
                  </a:lnTo>
                  <a:lnTo>
                    <a:pt x="469110" y="108488"/>
                  </a:lnTo>
                  <a:cubicBezTo>
                    <a:pt x="469110" y="108488"/>
                    <a:pt x="466081" y="109228"/>
                    <a:pt x="465475" y="109497"/>
                  </a:cubicBezTo>
                  <a:cubicBezTo>
                    <a:pt x="464870" y="109766"/>
                    <a:pt x="464163" y="111381"/>
                    <a:pt x="464163" y="111381"/>
                  </a:cubicBezTo>
                  <a:cubicBezTo>
                    <a:pt x="464163" y="111381"/>
                    <a:pt x="463422" y="113567"/>
                    <a:pt x="463422" y="114408"/>
                  </a:cubicBezTo>
                  <a:cubicBezTo>
                    <a:pt x="463422" y="115283"/>
                    <a:pt x="462850" y="116427"/>
                    <a:pt x="462850" y="116427"/>
                  </a:cubicBezTo>
                  <a:lnTo>
                    <a:pt x="461975" y="114408"/>
                  </a:lnTo>
                  <a:lnTo>
                    <a:pt x="459653" y="114980"/>
                  </a:lnTo>
                  <a:cubicBezTo>
                    <a:pt x="459653" y="114980"/>
                    <a:pt x="458341" y="115989"/>
                    <a:pt x="458341" y="116561"/>
                  </a:cubicBezTo>
                  <a:cubicBezTo>
                    <a:pt x="458341" y="117133"/>
                    <a:pt x="458206" y="118008"/>
                    <a:pt x="458206" y="118008"/>
                  </a:cubicBezTo>
                  <a:cubicBezTo>
                    <a:pt x="458206" y="118008"/>
                    <a:pt x="458947" y="119589"/>
                    <a:pt x="459350" y="119892"/>
                  </a:cubicBezTo>
                  <a:cubicBezTo>
                    <a:pt x="459788" y="120194"/>
                    <a:pt x="460797" y="122078"/>
                    <a:pt x="460797" y="122078"/>
                  </a:cubicBezTo>
                  <a:lnTo>
                    <a:pt x="462985" y="123525"/>
                  </a:lnTo>
                  <a:cubicBezTo>
                    <a:pt x="462985" y="123525"/>
                    <a:pt x="462413" y="124534"/>
                    <a:pt x="462413" y="125106"/>
                  </a:cubicBezTo>
                  <a:cubicBezTo>
                    <a:pt x="462413" y="125678"/>
                    <a:pt x="458509" y="125375"/>
                    <a:pt x="458071" y="124971"/>
                  </a:cubicBezTo>
                  <a:cubicBezTo>
                    <a:pt x="457634" y="124534"/>
                    <a:pt x="457196" y="123088"/>
                    <a:pt x="457196" y="123088"/>
                  </a:cubicBezTo>
                  <a:lnTo>
                    <a:pt x="454740" y="118008"/>
                  </a:lnTo>
                  <a:lnTo>
                    <a:pt x="452283" y="118008"/>
                  </a:lnTo>
                  <a:lnTo>
                    <a:pt x="450533" y="121035"/>
                  </a:lnTo>
                  <a:lnTo>
                    <a:pt x="449523" y="124938"/>
                  </a:lnTo>
                  <a:lnTo>
                    <a:pt x="446326" y="124635"/>
                  </a:lnTo>
                  <a:lnTo>
                    <a:pt x="445013" y="125779"/>
                  </a:lnTo>
                  <a:cubicBezTo>
                    <a:pt x="445013" y="125779"/>
                    <a:pt x="444138" y="127091"/>
                    <a:pt x="444004" y="127528"/>
                  </a:cubicBezTo>
                  <a:cubicBezTo>
                    <a:pt x="443869" y="127965"/>
                    <a:pt x="443263" y="128974"/>
                    <a:pt x="443129" y="129412"/>
                  </a:cubicBezTo>
                  <a:cubicBezTo>
                    <a:pt x="442994" y="129849"/>
                    <a:pt x="442388" y="130993"/>
                    <a:pt x="442388" y="130993"/>
                  </a:cubicBezTo>
                  <a:cubicBezTo>
                    <a:pt x="442388" y="130993"/>
                    <a:pt x="441816" y="132877"/>
                    <a:pt x="441379" y="133314"/>
                  </a:cubicBezTo>
                  <a:cubicBezTo>
                    <a:pt x="440941" y="133751"/>
                    <a:pt x="438922" y="135198"/>
                    <a:pt x="438922" y="135198"/>
                  </a:cubicBezTo>
                  <a:lnTo>
                    <a:pt x="432124" y="134626"/>
                  </a:lnTo>
                  <a:lnTo>
                    <a:pt x="428792" y="131598"/>
                  </a:lnTo>
                  <a:lnTo>
                    <a:pt x="427782" y="130589"/>
                  </a:lnTo>
                  <a:lnTo>
                    <a:pt x="425325" y="124938"/>
                  </a:lnTo>
                  <a:lnTo>
                    <a:pt x="422633" y="122146"/>
                  </a:lnTo>
                  <a:lnTo>
                    <a:pt x="424518" y="120800"/>
                  </a:lnTo>
                  <a:cubicBezTo>
                    <a:pt x="424518" y="120800"/>
                    <a:pt x="428321" y="118748"/>
                    <a:pt x="429398" y="118311"/>
                  </a:cubicBezTo>
                  <a:cubicBezTo>
                    <a:pt x="430475" y="117873"/>
                    <a:pt x="431888" y="117436"/>
                    <a:pt x="431888" y="117436"/>
                  </a:cubicBezTo>
                  <a:lnTo>
                    <a:pt x="433739" y="115821"/>
                  </a:lnTo>
                  <a:lnTo>
                    <a:pt x="434816" y="114408"/>
                  </a:lnTo>
                  <a:lnTo>
                    <a:pt x="435893" y="112558"/>
                  </a:lnTo>
                  <a:lnTo>
                    <a:pt x="436869" y="108118"/>
                  </a:lnTo>
                  <a:cubicBezTo>
                    <a:pt x="436869" y="108118"/>
                    <a:pt x="437845" y="105931"/>
                    <a:pt x="438182" y="105528"/>
                  </a:cubicBezTo>
                  <a:cubicBezTo>
                    <a:pt x="438518" y="105090"/>
                    <a:pt x="438182" y="101491"/>
                    <a:pt x="438182" y="101491"/>
                  </a:cubicBezTo>
                  <a:lnTo>
                    <a:pt x="438182" y="99742"/>
                  </a:lnTo>
                  <a:lnTo>
                    <a:pt x="438182" y="98329"/>
                  </a:lnTo>
                  <a:lnTo>
                    <a:pt x="436835" y="97151"/>
                  </a:lnTo>
                  <a:lnTo>
                    <a:pt x="434715" y="94527"/>
                  </a:lnTo>
                  <a:lnTo>
                    <a:pt x="434715" y="91063"/>
                  </a:lnTo>
                  <a:lnTo>
                    <a:pt x="434715" y="87598"/>
                  </a:lnTo>
                  <a:lnTo>
                    <a:pt x="434715" y="84133"/>
                  </a:lnTo>
                  <a:lnTo>
                    <a:pt x="434715" y="81105"/>
                  </a:lnTo>
                  <a:lnTo>
                    <a:pt x="433369" y="79255"/>
                  </a:lnTo>
                  <a:lnTo>
                    <a:pt x="432124" y="76328"/>
                  </a:lnTo>
                  <a:lnTo>
                    <a:pt x="430946" y="76328"/>
                  </a:lnTo>
                  <a:lnTo>
                    <a:pt x="428186" y="79255"/>
                  </a:lnTo>
                  <a:lnTo>
                    <a:pt x="426200" y="81139"/>
                  </a:lnTo>
                  <a:lnTo>
                    <a:pt x="425561" y="83426"/>
                  </a:lnTo>
                  <a:cubicBezTo>
                    <a:pt x="425561" y="83426"/>
                    <a:pt x="423676" y="86723"/>
                    <a:pt x="423474" y="86992"/>
                  </a:cubicBezTo>
                  <a:cubicBezTo>
                    <a:pt x="423273" y="87295"/>
                    <a:pt x="421624" y="89717"/>
                    <a:pt x="421624" y="89717"/>
                  </a:cubicBezTo>
                  <a:cubicBezTo>
                    <a:pt x="421624" y="89717"/>
                    <a:pt x="421287" y="90020"/>
                    <a:pt x="420782" y="90524"/>
                  </a:cubicBezTo>
                  <a:lnTo>
                    <a:pt x="419335" y="90827"/>
                  </a:lnTo>
                  <a:lnTo>
                    <a:pt x="422599" y="92307"/>
                  </a:lnTo>
                  <a:lnTo>
                    <a:pt x="422599" y="94595"/>
                  </a:lnTo>
                  <a:lnTo>
                    <a:pt x="421287" y="96546"/>
                  </a:lnTo>
                  <a:lnTo>
                    <a:pt x="416710" y="98497"/>
                  </a:lnTo>
                  <a:lnTo>
                    <a:pt x="413244" y="100986"/>
                  </a:lnTo>
                  <a:lnTo>
                    <a:pt x="411628" y="102063"/>
                  </a:lnTo>
                  <a:lnTo>
                    <a:pt x="410316" y="105090"/>
                  </a:lnTo>
                  <a:lnTo>
                    <a:pt x="409340" y="108992"/>
                  </a:lnTo>
                  <a:lnTo>
                    <a:pt x="411191" y="113231"/>
                  </a:lnTo>
                  <a:cubicBezTo>
                    <a:pt x="411191" y="113231"/>
                    <a:pt x="414354" y="115317"/>
                    <a:pt x="414657" y="115619"/>
                  </a:cubicBezTo>
                  <a:cubicBezTo>
                    <a:pt x="414993" y="115956"/>
                    <a:pt x="417383" y="119522"/>
                    <a:pt x="417383" y="119522"/>
                  </a:cubicBezTo>
                  <a:lnTo>
                    <a:pt x="417383" y="120598"/>
                  </a:lnTo>
                  <a:lnTo>
                    <a:pt x="415970" y="122011"/>
                  </a:lnTo>
                  <a:cubicBezTo>
                    <a:pt x="415970" y="122011"/>
                    <a:pt x="412806" y="125038"/>
                    <a:pt x="412369" y="125173"/>
                  </a:cubicBezTo>
                  <a:cubicBezTo>
                    <a:pt x="411931" y="125274"/>
                    <a:pt x="409441" y="127360"/>
                    <a:pt x="409340" y="127561"/>
                  </a:cubicBezTo>
                  <a:cubicBezTo>
                    <a:pt x="409239" y="127763"/>
                    <a:pt x="407825" y="130387"/>
                    <a:pt x="407590" y="130925"/>
                  </a:cubicBezTo>
                  <a:cubicBezTo>
                    <a:pt x="407354" y="131464"/>
                    <a:pt x="406075" y="132137"/>
                    <a:pt x="406075" y="132137"/>
                  </a:cubicBezTo>
                  <a:cubicBezTo>
                    <a:pt x="406075" y="132137"/>
                    <a:pt x="402912" y="133112"/>
                    <a:pt x="400522" y="132137"/>
                  </a:cubicBezTo>
                  <a:cubicBezTo>
                    <a:pt x="398133" y="131161"/>
                    <a:pt x="395844" y="131161"/>
                    <a:pt x="395407" y="129849"/>
                  </a:cubicBezTo>
                  <a:cubicBezTo>
                    <a:pt x="394969" y="128537"/>
                    <a:pt x="394969" y="127023"/>
                    <a:pt x="394330" y="125711"/>
                  </a:cubicBezTo>
                  <a:cubicBezTo>
                    <a:pt x="393690" y="124399"/>
                    <a:pt x="394666" y="123962"/>
                    <a:pt x="393354" y="122684"/>
                  </a:cubicBezTo>
                  <a:cubicBezTo>
                    <a:pt x="392041" y="121372"/>
                    <a:pt x="391301" y="120060"/>
                    <a:pt x="391301" y="120060"/>
                  </a:cubicBezTo>
                  <a:lnTo>
                    <a:pt x="388911" y="119959"/>
                  </a:lnTo>
                  <a:lnTo>
                    <a:pt x="386724" y="120834"/>
                  </a:lnTo>
                  <a:lnTo>
                    <a:pt x="385209" y="122886"/>
                  </a:lnTo>
                  <a:lnTo>
                    <a:pt x="384570" y="125711"/>
                  </a:lnTo>
                  <a:lnTo>
                    <a:pt x="383594" y="126788"/>
                  </a:lnTo>
                  <a:lnTo>
                    <a:pt x="380329" y="126889"/>
                  </a:lnTo>
                  <a:cubicBezTo>
                    <a:pt x="380329" y="126889"/>
                    <a:pt x="378815" y="126250"/>
                    <a:pt x="377940" y="126014"/>
                  </a:cubicBezTo>
                  <a:cubicBezTo>
                    <a:pt x="377065" y="125812"/>
                    <a:pt x="375752" y="124938"/>
                    <a:pt x="375752" y="124938"/>
                  </a:cubicBezTo>
                  <a:lnTo>
                    <a:pt x="373060" y="124938"/>
                  </a:lnTo>
                  <a:cubicBezTo>
                    <a:pt x="373060" y="124938"/>
                    <a:pt x="372421" y="124063"/>
                    <a:pt x="371411" y="124063"/>
                  </a:cubicBezTo>
                  <a:cubicBezTo>
                    <a:pt x="370435" y="124063"/>
                    <a:pt x="367507" y="124164"/>
                    <a:pt x="367507" y="124164"/>
                  </a:cubicBezTo>
                  <a:lnTo>
                    <a:pt x="365118" y="124803"/>
                  </a:lnTo>
                  <a:cubicBezTo>
                    <a:pt x="365118" y="124803"/>
                    <a:pt x="363805" y="126115"/>
                    <a:pt x="363367" y="126754"/>
                  </a:cubicBezTo>
                  <a:cubicBezTo>
                    <a:pt x="362930" y="127393"/>
                    <a:pt x="361180" y="129344"/>
                    <a:pt x="361180" y="129344"/>
                  </a:cubicBezTo>
                  <a:lnTo>
                    <a:pt x="359329" y="132507"/>
                  </a:lnTo>
                  <a:cubicBezTo>
                    <a:pt x="359329" y="132507"/>
                    <a:pt x="357814" y="135130"/>
                    <a:pt x="357579" y="135669"/>
                  </a:cubicBezTo>
                  <a:cubicBezTo>
                    <a:pt x="357377" y="136207"/>
                    <a:pt x="355728" y="140681"/>
                    <a:pt x="355728" y="140681"/>
                  </a:cubicBezTo>
                  <a:lnTo>
                    <a:pt x="354853" y="146871"/>
                  </a:lnTo>
                  <a:lnTo>
                    <a:pt x="354314" y="151210"/>
                  </a:lnTo>
                  <a:lnTo>
                    <a:pt x="355189" y="155213"/>
                  </a:lnTo>
                  <a:lnTo>
                    <a:pt x="357781" y="157938"/>
                  </a:lnTo>
                  <a:lnTo>
                    <a:pt x="360372" y="160528"/>
                  </a:lnTo>
                  <a:lnTo>
                    <a:pt x="362661" y="161302"/>
                  </a:lnTo>
                  <a:lnTo>
                    <a:pt x="367440" y="165978"/>
                  </a:lnTo>
                  <a:lnTo>
                    <a:pt x="366363" y="168266"/>
                  </a:lnTo>
                  <a:lnTo>
                    <a:pt x="366901" y="170990"/>
                  </a:lnTo>
                  <a:lnTo>
                    <a:pt x="366800" y="173580"/>
                  </a:lnTo>
                  <a:lnTo>
                    <a:pt x="365824" y="175868"/>
                  </a:lnTo>
                  <a:lnTo>
                    <a:pt x="362358" y="178694"/>
                  </a:lnTo>
                  <a:lnTo>
                    <a:pt x="357242" y="180107"/>
                  </a:lnTo>
                  <a:cubicBezTo>
                    <a:pt x="357242" y="180107"/>
                    <a:pt x="355930" y="179568"/>
                    <a:pt x="355627" y="180107"/>
                  </a:cubicBezTo>
                  <a:cubicBezTo>
                    <a:pt x="355290" y="180645"/>
                    <a:pt x="352800" y="180880"/>
                    <a:pt x="352800" y="180880"/>
                  </a:cubicBezTo>
                  <a:lnTo>
                    <a:pt x="351050" y="179568"/>
                  </a:lnTo>
                  <a:lnTo>
                    <a:pt x="349737" y="179333"/>
                  </a:lnTo>
                  <a:lnTo>
                    <a:pt x="347247" y="180847"/>
                  </a:lnTo>
                  <a:cubicBezTo>
                    <a:pt x="347247" y="180847"/>
                    <a:pt x="345194" y="183134"/>
                    <a:pt x="344622" y="183437"/>
                  </a:cubicBezTo>
                  <a:cubicBezTo>
                    <a:pt x="344083" y="183773"/>
                    <a:pt x="342333" y="184311"/>
                    <a:pt x="342131" y="184648"/>
                  </a:cubicBezTo>
                  <a:cubicBezTo>
                    <a:pt x="341929" y="184984"/>
                    <a:pt x="338328" y="185623"/>
                    <a:pt x="337992" y="185724"/>
                  </a:cubicBezTo>
                  <a:cubicBezTo>
                    <a:pt x="337655" y="185825"/>
                    <a:pt x="337218" y="186263"/>
                    <a:pt x="334963" y="185724"/>
                  </a:cubicBezTo>
                  <a:cubicBezTo>
                    <a:pt x="332674" y="185186"/>
                    <a:pt x="330722" y="184951"/>
                    <a:pt x="329208" y="183773"/>
                  </a:cubicBezTo>
                  <a:cubicBezTo>
                    <a:pt x="327694" y="182562"/>
                    <a:pt x="324530" y="179871"/>
                    <a:pt x="324530" y="179871"/>
                  </a:cubicBezTo>
                  <a:lnTo>
                    <a:pt x="321939" y="178256"/>
                  </a:lnTo>
                  <a:lnTo>
                    <a:pt x="318237" y="178357"/>
                  </a:lnTo>
                  <a:lnTo>
                    <a:pt x="313761" y="179804"/>
                  </a:lnTo>
                  <a:lnTo>
                    <a:pt x="312179" y="183134"/>
                  </a:lnTo>
                  <a:lnTo>
                    <a:pt x="308409" y="184715"/>
                  </a:lnTo>
                  <a:lnTo>
                    <a:pt x="306390" y="189627"/>
                  </a:lnTo>
                  <a:lnTo>
                    <a:pt x="306087" y="193832"/>
                  </a:lnTo>
                  <a:lnTo>
                    <a:pt x="306087" y="196994"/>
                  </a:lnTo>
                  <a:lnTo>
                    <a:pt x="304337" y="200459"/>
                  </a:lnTo>
                  <a:lnTo>
                    <a:pt x="301308" y="204226"/>
                  </a:lnTo>
                  <a:cubicBezTo>
                    <a:pt x="301308" y="204226"/>
                    <a:pt x="299727" y="204798"/>
                    <a:pt x="297977" y="204798"/>
                  </a:cubicBezTo>
                  <a:cubicBezTo>
                    <a:pt x="296227" y="204798"/>
                    <a:pt x="293635" y="205235"/>
                    <a:pt x="293198" y="204798"/>
                  </a:cubicBezTo>
                  <a:cubicBezTo>
                    <a:pt x="292760" y="204361"/>
                    <a:pt x="289294" y="203217"/>
                    <a:pt x="288856" y="202780"/>
                  </a:cubicBezTo>
                  <a:cubicBezTo>
                    <a:pt x="288419" y="202342"/>
                    <a:pt x="286669" y="200324"/>
                    <a:pt x="286669" y="200324"/>
                  </a:cubicBezTo>
                  <a:lnTo>
                    <a:pt x="287409" y="198743"/>
                  </a:lnTo>
                  <a:lnTo>
                    <a:pt x="291178" y="196725"/>
                  </a:lnTo>
                  <a:cubicBezTo>
                    <a:pt x="291178" y="196725"/>
                    <a:pt x="293198" y="194134"/>
                    <a:pt x="293770" y="193966"/>
                  </a:cubicBezTo>
                  <a:cubicBezTo>
                    <a:pt x="294342" y="193832"/>
                    <a:pt x="295520" y="191510"/>
                    <a:pt x="296227" y="190939"/>
                  </a:cubicBezTo>
                  <a:cubicBezTo>
                    <a:pt x="296933" y="190367"/>
                    <a:pt x="297808" y="189357"/>
                    <a:pt x="297977" y="188752"/>
                  </a:cubicBezTo>
                  <a:cubicBezTo>
                    <a:pt x="298111" y="188180"/>
                    <a:pt x="299424" y="185724"/>
                    <a:pt x="299424" y="185724"/>
                  </a:cubicBezTo>
                  <a:cubicBezTo>
                    <a:pt x="299424" y="185724"/>
                    <a:pt x="299727" y="184581"/>
                    <a:pt x="299424" y="183706"/>
                  </a:cubicBezTo>
                  <a:cubicBezTo>
                    <a:pt x="299121" y="182831"/>
                    <a:pt x="298986" y="180813"/>
                    <a:pt x="298852" y="180376"/>
                  </a:cubicBezTo>
                  <a:cubicBezTo>
                    <a:pt x="298717" y="179938"/>
                    <a:pt x="294948" y="175162"/>
                    <a:pt x="294948" y="174590"/>
                  </a:cubicBezTo>
                  <a:cubicBezTo>
                    <a:pt x="294948" y="174018"/>
                    <a:pt x="294207" y="171831"/>
                    <a:pt x="293803" y="170822"/>
                  </a:cubicBezTo>
                  <a:cubicBezTo>
                    <a:pt x="293366" y="169813"/>
                    <a:pt x="291919" y="167795"/>
                    <a:pt x="291212" y="167357"/>
                  </a:cubicBezTo>
                  <a:cubicBezTo>
                    <a:pt x="290472" y="166920"/>
                    <a:pt x="288318" y="166651"/>
                    <a:pt x="288183" y="167223"/>
                  </a:cubicBezTo>
                  <a:cubicBezTo>
                    <a:pt x="288048" y="167795"/>
                    <a:pt x="289193" y="168097"/>
                    <a:pt x="286736" y="168232"/>
                  </a:cubicBezTo>
                  <a:cubicBezTo>
                    <a:pt x="284279" y="168366"/>
                    <a:pt x="283707" y="169241"/>
                    <a:pt x="283707" y="169241"/>
                  </a:cubicBezTo>
                  <a:cubicBezTo>
                    <a:pt x="283707" y="169241"/>
                    <a:pt x="285019" y="169813"/>
                    <a:pt x="282967" y="169375"/>
                  </a:cubicBezTo>
                  <a:cubicBezTo>
                    <a:pt x="280947" y="168938"/>
                    <a:pt x="277178" y="167492"/>
                    <a:pt x="277178" y="167492"/>
                  </a:cubicBezTo>
                  <a:lnTo>
                    <a:pt x="275159" y="165743"/>
                  </a:lnTo>
                  <a:cubicBezTo>
                    <a:pt x="275159" y="165743"/>
                    <a:pt x="273577" y="167054"/>
                    <a:pt x="272702" y="167626"/>
                  </a:cubicBezTo>
                  <a:cubicBezTo>
                    <a:pt x="271827" y="168198"/>
                    <a:pt x="270817" y="171259"/>
                    <a:pt x="270817" y="171259"/>
                  </a:cubicBezTo>
                  <a:lnTo>
                    <a:pt x="269640" y="172706"/>
                  </a:lnTo>
                  <a:lnTo>
                    <a:pt x="269640" y="174455"/>
                  </a:lnTo>
                  <a:cubicBezTo>
                    <a:pt x="269640" y="174455"/>
                    <a:pt x="268899" y="177483"/>
                    <a:pt x="268495" y="177920"/>
                  </a:cubicBezTo>
                  <a:cubicBezTo>
                    <a:pt x="268058" y="178357"/>
                    <a:pt x="265904" y="178929"/>
                    <a:pt x="265904" y="178929"/>
                  </a:cubicBezTo>
                  <a:lnTo>
                    <a:pt x="262269" y="177785"/>
                  </a:lnTo>
                  <a:cubicBezTo>
                    <a:pt x="262269" y="177785"/>
                    <a:pt x="260957" y="176911"/>
                    <a:pt x="260519" y="176474"/>
                  </a:cubicBezTo>
                  <a:cubicBezTo>
                    <a:pt x="260082" y="176036"/>
                    <a:pt x="258197" y="173446"/>
                    <a:pt x="258062" y="173009"/>
                  </a:cubicBezTo>
                  <a:cubicBezTo>
                    <a:pt x="257928" y="172571"/>
                    <a:pt x="258062" y="171865"/>
                    <a:pt x="258062" y="170687"/>
                  </a:cubicBezTo>
                  <a:cubicBezTo>
                    <a:pt x="258062" y="169544"/>
                    <a:pt x="258197" y="168501"/>
                    <a:pt x="259072" y="166651"/>
                  </a:cubicBezTo>
                  <a:cubicBezTo>
                    <a:pt x="259947" y="164767"/>
                    <a:pt x="260519" y="163623"/>
                    <a:pt x="260654" y="163186"/>
                  </a:cubicBezTo>
                  <a:cubicBezTo>
                    <a:pt x="260788" y="162749"/>
                    <a:pt x="261529" y="157534"/>
                    <a:pt x="260788" y="156391"/>
                  </a:cubicBezTo>
                  <a:cubicBezTo>
                    <a:pt x="260048" y="155247"/>
                    <a:pt x="261932" y="155516"/>
                    <a:pt x="258904" y="153330"/>
                  </a:cubicBezTo>
                  <a:cubicBezTo>
                    <a:pt x="255875" y="151143"/>
                    <a:pt x="253115" y="148990"/>
                    <a:pt x="253115" y="148990"/>
                  </a:cubicBezTo>
                  <a:lnTo>
                    <a:pt x="253687" y="146400"/>
                  </a:lnTo>
                  <a:lnTo>
                    <a:pt x="256884" y="143204"/>
                  </a:lnTo>
                  <a:lnTo>
                    <a:pt x="255303" y="142026"/>
                  </a:lnTo>
                  <a:cubicBezTo>
                    <a:pt x="255303" y="142026"/>
                    <a:pt x="253115" y="142464"/>
                    <a:pt x="252543" y="142464"/>
                  </a:cubicBezTo>
                  <a:cubicBezTo>
                    <a:pt x="251971" y="142464"/>
                    <a:pt x="249514" y="143776"/>
                    <a:pt x="249514" y="143776"/>
                  </a:cubicBezTo>
                  <a:lnTo>
                    <a:pt x="247932" y="146669"/>
                  </a:lnTo>
                  <a:lnTo>
                    <a:pt x="246788" y="148553"/>
                  </a:lnTo>
                  <a:lnTo>
                    <a:pt x="245475" y="150302"/>
                  </a:lnTo>
                  <a:cubicBezTo>
                    <a:pt x="245475" y="150302"/>
                    <a:pt x="243288" y="149999"/>
                    <a:pt x="242716" y="150167"/>
                  </a:cubicBezTo>
                  <a:cubicBezTo>
                    <a:pt x="242144" y="150302"/>
                    <a:pt x="237499" y="150739"/>
                    <a:pt x="237499" y="150739"/>
                  </a:cubicBezTo>
                  <a:lnTo>
                    <a:pt x="235749" y="151883"/>
                  </a:lnTo>
                  <a:cubicBezTo>
                    <a:pt x="235749" y="151883"/>
                    <a:pt x="234874" y="155651"/>
                    <a:pt x="234874" y="156222"/>
                  </a:cubicBezTo>
                  <a:cubicBezTo>
                    <a:pt x="234874" y="156794"/>
                    <a:pt x="234874" y="160562"/>
                    <a:pt x="234874" y="160562"/>
                  </a:cubicBezTo>
                  <a:cubicBezTo>
                    <a:pt x="234874" y="160562"/>
                    <a:pt x="234134" y="164330"/>
                    <a:pt x="234874" y="164902"/>
                  </a:cubicBezTo>
                  <a:cubicBezTo>
                    <a:pt x="235615" y="165473"/>
                    <a:pt x="235615" y="166920"/>
                    <a:pt x="235615" y="166920"/>
                  </a:cubicBezTo>
                  <a:lnTo>
                    <a:pt x="235480" y="168064"/>
                  </a:lnTo>
                  <a:lnTo>
                    <a:pt x="235177" y="169073"/>
                  </a:lnTo>
                  <a:lnTo>
                    <a:pt x="233158" y="168636"/>
                  </a:lnTo>
                  <a:cubicBezTo>
                    <a:pt x="233158" y="168636"/>
                    <a:pt x="232148" y="168266"/>
                    <a:pt x="231845" y="168266"/>
                  </a:cubicBezTo>
                  <a:cubicBezTo>
                    <a:pt x="231543" y="168266"/>
                    <a:pt x="230600" y="169275"/>
                    <a:pt x="230600" y="169510"/>
                  </a:cubicBezTo>
                  <a:cubicBezTo>
                    <a:pt x="230600" y="169712"/>
                    <a:pt x="230163" y="170822"/>
                    <a:pt x="230163" y="170822"/>
                  </a:cubicBezTo>
                  <a:cubicBezTo>
                    <a:pt x="230163" y="170822"/>
                    <a:pt x="230364" y="171461"/>
                    <a:pt x="229658" y="171461"/>
                  </a:cubicBezTo>
                  <a:cubicBezTo>
                    <a:pt x="228917" y="171461"/>
                    <a:pt x="227638" y="171831"/>
                    <a:pt x="227134" y="171461"/>
                  </a:cubicBezTo>
                  <a:cubicBezTo>
                    <a:pt x="226629" y="171091"/>
                    <a:pt x="226696" y="171158"/>
                    <a:pt x="225889" y="170385"/>
                  </a:cubicBezTo>
                  <a:cubicBezTo>
                    <a:pt x="225081" y="169577"/>
                    <a:pt x="224744" y="169746"/>
                    <a:pt x="224239" y="168871"/>
                  </a:cubicBezTo>
                  <a:cubicBezTo>
                    <a:pt x="223735" y="167996"/>
                    <a:pt x="223230" y="167054"/>
                    <a:pt x="222860" y="166752"/>
                  </a:cubicBezTo>
                  <a:cubicBezTo>
                    <a:pt x="222489" y="166449"/>
                    <a:pt x="221985" y="165877"/>
                    <a:pt x="221985" y="165877"/>
                  </a:cubicBezTo>
                  <a:cubicBezTo>
                    <a:pt x="221985" y="165877"/>
                    <a:pt x="221177" y="164296"/>
                    <a:pt x="221177" y="163993"/>
                  </a:cubicBezTo>
                  <a:cubicBezTo>
                    <a:pt x="221177" y="163690"/>
                    <a:pt x="221547" y="161975"/>
                    <a:pt x="221177" y="161672"/>
                  </a:cubicBezTo>
                  <a:cubicBezTo>
                    <a:pt x="220807" y="161369"/>
                    <a:pt x="220874" y="161302"/>
                    <a:pt x="220167" y="160865"/>
                  </a:cubicBezTo>
                  <a:cubicBezTo>
                    <a:pt x="219460" y="160427"/>
                    <a:pt x="217980" y="159048"/>
                    <a:pt x="217710" y="158981"/>
                  </a:cubicBezTo>
                  <a:cubicBezTo>
                    <a:pt x="217408" y="158914"/>
                    <a:pt x="216768" y="158678"/>
                    <a:pt x="216331" y="158779"/>
                  </a:cubicBezTo>
                  <a:cubicBezTo>
                    <a:pt x="215893" y="158846"/>
                    <a:pt x="215456" y="158981"/>
                    <a:pt x="215186" y="159721"/>
                  </a:cubicBezTo>
                  <a:cubicBezTo>
                    <a:pt x="214883" y="160427"/>
                    <a:pt x="214984" y="160865"/>
                    <a:pt x="214244" y="161538"/>
                  </a:cubicBezTo>
                  <a:cubicBezTo>
                    <a:pt x="213503" y="162177"/>
                    <a:pt x="213672" y="162917"/>
                    <a:pt x="213302" y="163421"/>
                  </a:cubicBezTo>
                  <a:cubicBezTo>
                    <a:pt x="212931" y="163926"/>
                    <a:pt x="212359" y="165675"/>
                    <a:pt x="211787" y="165877"/>
                  </a:cubicBezTo>
                  <a:cubicBezTo>
                    <a:pt x="211215" y="166079"/>
                    <a:pt x="211350" y="167122"/>
                    <a:pt x="210037" y="165877"/>
                  </a:cubicBezTo>
                  <a:cubicBezTo>
                    <a:pt x="208725" y="164632"/>
                    <a:pt x="207513" y="163354"/>
                    <a:pt x="207513" y="163354"/>
                  </a:cubicBezTo>
                  <a:lnTo>
                    <a:pt x="204383" y="161470"/>
                  </a:lnTo>
                  <a:cubicBezTo>
                    <a:pt x="204383" y="161470"/>
                    <a:pt x="201994" y="160461"/>
                    <a:pt x="201354" y="160091"/>
                  </a:cubicBezTo>
                  <a:cubicBezTo>
                    <a:pt x="200715" y="159721"/>
                    <a:pt x="198662" y="158712"/>
                    <a:pt x="198090" y="158005"/>
                  </a:cubicBezTo>
                  <a:cubicBezTo>
                    <a:pt x="197518" y="157265"/>
                    <a:pt x="195195" y="155381"/>
                    <a:pt x="194758" y="154675"/>
                  </a:cubicBezTo>
                  <a:cubicBezTo>
                    <a:pt x="194321" y="153935"/>
                    <a:pt x="192941" y="151849"/>
                    <a:pt x="192873" y="151648"/>
                  </a:cubicBezTo>
                  <a:cubicBezTo>
                    <a:pt x="192806" y="151446"/>
                    <a:pt x="191628" y="149898"/>
                    <a:pt x="191628" y="149629"/>
                  </a:cubicBezTo>
                  <a:cubicBezTo>
                    <a:pt x="191628" y="149326"/>
                    <a:pt x="191493" y="149125"/>
                    <a:pt x="191628" y="148115"/>
                  </a:cubicBezTo>
                  <a:cubicBezTo>
                    <a:pt x="191763" y="147106"/>
                    <a:pt x="191493" y="146097"/>
                    <a:pt x="191561" y="145794"/>
                  </a:cubicBezTo>
                  <a:cubicBezTo>
                    <a:pt x="191628" y="145491"/>
                    <a:pt x="190114" y="144348"/>
                    <a:pt x="189609" y="144280"/>
                  </a:cubicBezTo>
                  <a:cubicBezTo>
                    <a:pt x="189104" y="144213"/>
                    <a:pt x="188162" y="143204"/>
                    <a:pt x="186412" y="142094"/>
                  </a:cubicBezTo>
                  <a:cubicBezTo>
                    <a:pt x="184662" y="141017"/>
                    <a:pt x="182340" y="136140"/>
                    <a:pt x="182340" y="136140"/>
                  </a:cubicBezTo>
                  <a:lnTo>
                    <a:pt x="181397" y="130993"/>
                  </a:lnTo>
                  <a:lnTo>
                    <a:pt x="175306" y="124702"/>
                  </a:lnTo>
                  <a:lnTo>
                    <a:pt x="171402" y="121002"/>
                  </a:lnTo>
                  <a:lnTo>
                    <a:pt x="164233" y="117974"/>
                  </a:lnTo>
                  <a:lnTo>
                    <a:pt x="159892" y="116898"/>
                  </a:lnTo>
                  <a:cubicBezTo>
                    <a:pt x="159892" y="116898"/>
                    <a:pt x="158377" y="115148"/>
                    <a:pt x="157267" y="115148"/>
                  </a:cubicBezTo>
                  <a:cubicBezTo>
                    <a:pt x="156190" y="115148"/>
                    <a:pt x="153565" y="113197"/>
                    <a:pt x="153565" y="113197"/>
                  </a:cubicBezTo>
                  <a:cubicBezTo>
                    <a:pt x="153565" y="113197"/>
                    <a:pt x="152252" y="111684"/>
                    <a:pt x="151613" y="111246"/>
                  </a:cubicBezTo>
                  <a:cubicBezTo>
                    <a:pt x="150973" y="110809"/>
                    <a:pt x="150300" y="109934"/>
                    <a:pt x="148988" y="109497"/>
                  </a:cubicBezTo>
                  <a:cubicBezTo>
                    <a:pt x="147675" y="109060"/>
                    <a:pt x="145286" y="107748"/>
                    <a:pt x="145286" y="107748"/>
                  </a:cubicBezTo>
                  <a:cubicBezTo>
                    <a:pt x="145286" y="107748"/>
                    <a:pt x="144848" y="105359"/>
                    <a:pt x="145286" y="104720"/>
                  </a:cubicBezTo>
                  <a:cubicBezTo>
                    <a:pt x="145723" y="104081"/>
                    <a:pt x="146800" y="105158"/>
                    <a:pt x="146161" y="102971"/>
                  </a:cubicBezTo>
                  <a:cubicBezTo>
                    <a:pt x="145521" y="100784"/>
                    <a:pt x="144411" y="99069"/>
                    <a:pt x="143771" y="98631"/>
                  </a:cubicBezTo>
                  <a:cubicBezTo>
                    <a:pt x="143132" y="98194"/>
                    <a:pt x="143132" y="100381"/>
                    <a:pt x="140507" y="96243"/>
                  </a:cubicBezTo>
                  <a:cubicBezTo>
                    <a:pt x="137882" y="92105"/>
                    <a:pt x="137478" y="89852"/>
                    <a:pt x="137478" y="89852"/>
                  </a:cubicBezTo>
                  <a:lnTo>
                    <a:pt x="138555" y="82787"/>
                  </a:lnTo>
                  <a:lnTo>
                    <a:pt x="139867" y="74545"/>
                  </a:lnTo>
                  <a:cubicBezTo>
                    <a:pt x="139867" y="74545"/>
                    <a:pt x="138790" y="67380"/>
                    <a:pt x="137478" y="66506"/>
                  </a:cubicBezTo>
                  <a:cubicBezTo>
                    <a:pt x="136165" y="65631"/>
                    <a:pt x="132901" y="62166"/>
                    <a:pt x="132463" y="61291"/>
                  </a:cubicBezTo>
                  <a:cubicBezTo>
                    <a:pt x="132026" y="60417"/>
                    <a:pt x="129838" y="54765"/>
                    <a:pt x="129838" y="54765"/>
                  </a:cubicBezTo>
                  <a:lnTo>
                    <a:pt x="127449" y="51502"/>
                  </a:lnTo>
                  <a:lnTo>
                    <a:pt x="126372" y="47163"/>
                  </a:lnTo>
                  <a:cubicBezTo>
                    <a:pt x="126372" y="47163"/>
                    <a:pt x="128761" y="45212"/>
                    <a:pt x="129401" y="44774"/>
                  </a:cubicBezTo>
                  <a:cubicBezTo>
                    <a:pt x="130040" y="44337"/>
                    <a:pt x="130713" y="43025"/>
                    <a:pt x="130713" y="42184"/>
                  </a:cubicBezTo>
                  <a:cubicBezTo>
                    <a:pt x="130713" y="41310"/>
                    <a:pt x="128526" y="38921"/>
                    <a:pt x="128526" y="38921"/>
                  </a:cubicBezTo>
                  <a:cubicBezTo>
                    <a:pt x="128526" y="38921"/>
                    <a:pt x="128088" y="35019"/>
                    <a:pt x="126338" y="33270"/>
                  </a:cubicBezTo>
                  <a:cubicBezTo>
                    <a:pt x="124588" y="31520"/>
                    <a:pt x="121761" y="28829"/>
                    <a:pt x="121761" y="28829"/>
                  </a:cubicBezTo>
                  <a:lnTo>
                    <a:pt x="118295" y="25903"/>
                  </a:lnTo>
                  <a:lnTo>
                    <a:pt x="113953" y="25903"/>
                  </a:lnTo>
                  <a:lnTo>
                    <a:pt x="110924" y="23581"/>
                  </a:lnTo>
                  <a:lnTo>
                    <a:pt x="109343" y="22707"/>
                  </a:lnTo>
                  <a:cubicBezTo>
                    <a:pt x="109343" y="22707"/>
                    <a:pt x="109208" y="21395"/>
                    <a:pt x="108602" y="20083"/>
                  </a:cubicBezTo>
                  <a:cubicBezTo>
                    <a:pt x="108030" y="18771"/>
                    <a:pt x="107727" y="17896"/>
                    <a:pt x="107727" y="17896"/>
                  </a:cubicBezTo>
                  <a:cubicBezTo>
                    <a:pt x="107727" y="17896"/>
                    <a:pt x="105910" y="18199"/>
                    <a:pt x="104463" y="17896"/>
                  </a:cubicBezTo>
                  <a:cubicBezTo>
                    <a:pt x="103016" y="17593"/>
                    <a:pt x="99179" y="17896"/>
                    <a:pt x="99179" y="17896"/>
                  </a:cubicBezTo>
                  <a:lnTo>
                    <a:pt x="99179" y="14566"/>
                  </a:lnTo>
                  <a:lnTo>
                    <a:pt x="99179" y="11101"/>
                  </a:lnTo>
                  <a:lnTo>
                    <a:pt x="96722" y="9520"/>
                  </a:lnTo>
                  <a:cubicBezTo>
                    <a:pt x="96722" y="9520"/>
                    <a:pt x="97160" y="7636"/>
                    <a:pt x="94972" y="7199"/>
                  </a:cubicBezTo>
                  <a:cubicBezTo>
                    <a:pt x="92785" y="6762"/>
                    <a:pt x="90631" y="6459"/>
                    <a:pt x="90631" y="6459"/>
                  </a:cubicBezTo>
                  <a:cubicBezTo>
                    <a:pt x="90631" y="6459"/>
                    <a:pt x="89756" y="6492"/>
                    <a:pt x="88309" y="6627"/>
                  </a:cubicBezTo>
                  <a:cubicBezTo>
                    <a:pt x="86861" y="6762"/>
                    <a:pt x="85549" y="6728"/>
                    <a:pt x="85549" y="6728"/>
                  </a:cubicBezTo>
                  <a:lnTo>
                    <a:pt x="79188" y="6728"/>
                  </a:lnTo>
                  <a:cubicBezTo>
                    <a:pt x="77741" y="7300"/>
                    <a:pt x="74409" y="7603"/>
                    <a:pt x="74409" y="7603"/>
                  </a:cubicBezTo>
                  <a:cubicBezTo>
                    <a:pt x="74409" y="7603"/>
                    <a:pt x="73097" y="8612"/>
                    <a:pt x="72222" y="9352"/>
                  </a:cubicBezTo>
                  <a:cubicBezTo>
                    <a:pt x="71347" y="10092"/>
                    <a:pt x="70774" y="9924"/>
                    <a:pt x="68318" y="10529"/>
                  </a:cubicBezTo>
                  <a:cubicBezTo>
                    <a:pt x="65861" y="11101"/>
                    <a:pt x="64246" y="11673"/>
                    <a:pt x="63976" y="12110"/>
                  </a:cubicBezTo>
                  <a:cubicBezTo>
                    <a:pt x="63673" y="12548"/>
                    <a:pt x="62967" y="13120"/>
                    <a:pt x="62226" y="13691"/>
                  </a:cubicBezTo>
                  <a:cubicBezTo>
                    <a:pt x="61486" y="14263"/>
                    <a:pt x="61654" y="15003"/>
                    <a:pt x="59197" y="14129"/>
                  </a:cubicBezTo>
                  <a:cubicBezTo>
                    <a:pt x="56741" y="13254"/>
                    <a:pt x="54553" y="11673"/>
                    <a:pt x="54553" y="11673"/>
                  </a:cubicBezTo>
                  <a:cubicBezTo>
                    <a:pt x="54553" y="11673"/>
                    <a:pt x="52803" y="11236"/>
                    <a:pt x="54553" y="9486"/>
                  </a:cubicBezTo>
                  <a:cubicBezTo>
                    <a:pt x="56303" y="7737"/>
                    <a:pt x="56572" y="7165"/>
                    <a:pt x="56741" y="6459"/>
                  </a:cubicBezTo>
                  <a:cubicBezTo>
                    <a:pt x="56875" y="5752"/>
                    <a:pt x="57313" y="3869"/>
                    <a:pt x="56875" y="3263"/>
                  </a:cubicBezTo>
                  <a:cubicBezTo>
                    <a:pt x="56438" y="2691"/>
                    <a:pt x="54553" y="807"/>
                    <a:pt x="54553" y="807"/>
                  </a:cubicBezTo>
                  <a:cubicBezTo>
                    <a:pt x="54553" y="807"/>
                    <a:pt x="53678" y="236"/>
                    <a:pt x="53106" y="67"/>
                  </a:cubicBezTo>
                  <a:cubicBezTo>
                    <a:pt x="52534" y="-67"/>
                    <a:pt x="49034" y="67"/>
                    <a:pt x="49034" y="67"/>
                  </a:cubicBezTo>
                  <a:lnTo>
                    <a:pt x="42976" y="0"/>
                  </a:lnTo>
                  <a:lnTo>
                    <a:pt x="40048" y="2388"/>
                  </a:lnTo>
                  <a:lnTo>
                    <a:pt x="40048" y="4138"/>
                  </a:lnTo>
                  <a:lnTo>
                    <a:pt x="40048" y="5887"/>
                  </a:lnTo>
                  <a:lnTo>
                    <a:pt x="40048" y="7636"/>
                  </a:lnTo>
                  <a:lnTo>
                    <a:pt x="38971" y="9587"/>
                  </a:lnTo>
                  <a:cubicBezTo>
                    <a:pt x="38971" y="9587"/>
                    <a:pt x="38331" y="10126"/>
                    <a:pt x="36144" y="10126"/>
                  </a:cubicBezTo>
                  <a:cubicBezTo>
                    <a:pt x="33956" y="10126"/>
                    <a:pt x="29615" y="10226"/>
                    <a:pt x="27899" y="10226"/>
                  </a:cubicBezTo>
                  <a:cubicBezTo>
                    <a:pt x="26148" y="10226"/>
                    <a:pt x="23557" y="10226"/>
                    <a:pt x="23557" y="10226"/>
                  </a:cubicBezTo>
                  <a:lnTo>
                    <a:pt x="20966" y="9789"/>
                  </a:lnTo>
                  <a:lnTo>
                    <a:pt x="17499" y="10428"/>
                  </a:lnTo>
                  <a:lnTo>
                    <a:pt x="14033" y="12615"/>
                  </a:lnTo>
                  <a:lnTo>
                    <a:pt x="14033" y="12817"/>
                  </a:lnTo>
                  <a:cubicBezTo>
                    <a:pt x="14033" y="12817"/>
                    <a:pt x="14470" y="15205"/>
                    <a:pt x="15110" y="16282"/>
                  </a:cubicBezTo>
                  <a:cubicBezTo>
                    <a:pt x="15749" y="17358"/>
                    <a:pt x="15312" y="17358"/>
                    <a:pt x="15312" y="17358"/>
                  </a:cubicBezTo>
                  <a:lnTo>
                    <a:pt x="17499" y="22370"/>
                  </a:lnTo>
                  <a:lnTo>
                    <a:pt x="17499" y="24994"/>
                  </a:lnTo>
                  <a:lnTo>
                    <a:pt x="18374" y="27383"/>
                  </a:lnTo>
                  <a:lnTo>
                    <a:pt x="18172" y="30646"/>
                  </a:lnTo>
                  <a:lnTo>
                    <a:pt x="17735" y="34346"/>
                  </a:lnTo>
                  <a:lnTo>
                    <a:pt x="16220" y="37374"/>
                  </a:lnTo>
                  <a:lnTo>
                    <a:pt x="14033" y="39762"/>
                  </a:lnTo>
                  <a:lnTo>
                    <a:pt x="14033" y="42352"/>
                  </a:lnTo>
                  <a:cubicBezTo>
                    <a:pt x="14033" y="42352"/>
                    <a:pt x="14908" y="43429"/>
                    <a:pt x="15547" y="43664"/>
                  </a:cubicBezTo>
                  <a:cubicBezTo>
                    <a:pt x="16187" y="43866"/>
                    <a:pt x="22076" y="47802"/>
                    <a:pt x="22076" y="47802"/>
                  </a:cubicBezTo>
                  <a:cubicBezTo>
                    <a:pt x="22076" y="47802"/>
                    <a:pt x="21437" y="50426"/>
                    <a:pt x="21437" y="51502"/>
                  </a:cubicBezTo>
                  <a:cubicBezTo>
                    <a:pt x="21437" y="52579"/>
                    <a:pt x="20798" y="54328"/>
                    <a:pt x="20999" y="55203"/>
                  </a:cubicBezTo>
                  <a:cubicBezTo>
                    <a:pt x="21201" y="56077"/>
                    <a:pt x="15345" y="57154"/>
                    <a:pt x="21437" y="57793"/>
                  </a:cubicBezTo>
                  <a:cubicBezTo>
                    <a:pt x="27528" y="58432"/>
                    <a:pt x="29043" y="58432"/>
                    <a:pt x="30557" y="58432"/>
                  </a:cubicBezTo>
                  <a:cubicBezTo>
                    <a:pt x="32072" y="58432"/>
                    <a:pt x="34259" y="58869"/>
                    <a:pt x="35134" y="58230"/>
                  </a:cubicBezTo>
                  <a:cubicBezTo>
                    <a:pt x="36009" y="57557"/>
                    <a:pt x="40586" y="57793"/>
                    <a:pt x="40586" y="57793"/>
                  </a:cubicBezTo>
                  <a:lnTo>
                    <a:pt x="42538" y="60181"/>
                  </a:lnTo>
                  <a:lnTo>
                    <a:pt x="43851" y="61493"/>
                  </a:lnTo>
                  <a:lnTo>
                    <a:pt x="42774" y="64958"/>
                  </a:lnTo>
                  <a:lnTo>
                    <a:pt x="41461" y="66035"/>
                  </a:lnTo>
                  <a:lnTo>
                    <a:pt x="37557" y="72325"/>
                  </a:lnTo>
                  <a:cubicBezTo>
                    <a:pt x="37557" y="72325"/>
                    <a:pt x="30591" y="77775"/>
                    <a:pt x="30389" y="78414"/>
                  </a:cubicBezTo>
                  <a:cubicBezTo>
                    <a:pt x="30187" y="79053"/>
                    <a:pt x="24533" y="86891"/>
                    <a:pt x="24533" y="86891"/>
                  </a:cubicBezTo>
                  <a:lnTo>
                    <a:pt x="18004" y="91029"/>
                  </a:lnTo>
                  <a:lnTo>
                    <a:pt x="15817" y="94931"/>
                  </a:lnTo>
                  <a:lnTo>
                    <a:pt x="16389" y="97118"/>
                  </a:lnTo>
                  <a:lnTo>
                    <a:pt x="16961" y="99304"/>
                  </a:lnTo>
                  <a:lnTo>
                    <a:pt x="19485" y="101121"/>
                  </a:lnTo>
                  <a:lnTo>
                    <a:pt x="19552" y="102567"/>
                  </a:lnTo>
                  <a:cubicBezTo>
                    <a:pt x="19552" y="102567"/>
                    <a:pt x="19485" y="103947"/>
                    <a:pt x="19418" y="104687"/>
                  </a:cubicBezTo>
                  <a:cubicBezTo>
                    <a:pt x="19350" y="105393"/>
                    <a:pt x="18341" y="107210"/>
                    <a:pt x="18273" y="107445"/>
                  </a:cubicBezTo>
                  <a:cubicBezTo>
                    <a:pt x="18206" y="107681"/>
                    <a:pt x="17769" y="108320"/>
                    <a:pt x="17196" y="109026"/>
                  </a:cubicBezTo>
                  <a:cubicBezTo>
                    <a:pt x="16624" y="109732"/>
                    <a:pt x="15379" y="110170"/>
                    <a:pt x="15312" y="110473"/>
                  </a:cubicBezTo>
                  <a:cubicBezTo>
                    <a:pt x="15244" y="110775"/>
                    <a:pt x="12619" y="111179"/>
                    <a:pt x="12619" y="111179"/>
                  </a:cubicBezTo>
                  <a:cubicBezTo>
                    <a:pt x="12619" y="111179"/>
                    <a:pt x="9792" y="111314"/>
                    <a:pt x="9489" y="111314"/>
                  </a:cubicBezTo>
                  <a:cubicBezTo>
                    <a:pt x="9187" y="111314"/>
                    <a:pt x="6292" y="111179"/>
                    <a:pt x="6023" y="111314"/>
                  </a:cubicBezTo>
                  <a:cubicBezTo>
                    <a:pt x="5720" y="111448"/>
                    <a:pt x="3566" y="111818"/>
                    <a:pt x="3331" y="111953"/>
                  </a:cubicBezTo>
                  <a:cubicBezTo>
                    <a:pt x="3129" y="112087"/>
                    <a:pt x="1513" y="113904"/>
                    <a:pt x="1513" y="113904"/>
                  </a:cubicBezTo>
                  <a:lnTo>
                    <a:pt x="436" y="115418"/>
                  </a:lnTo>
                  <a:cubicBezTo>
                    <a:pt x="436" y="115418"/>
                    <a:pt x="-203" y="116561"/>
                    <a:pt x="66" y="116931"/>
                  </a:cubicBezTo>
                  <a:cubicBezTo>
                    <a:pt x="369" y="117301"/>
                    <a:pt x="1143" y="119757"/>
                    <a:pt x="1143" y="119757"/>
                  </a:cubicBezTo>
                  <a:lnTo>
                    <a:pt x="2960" y="123155"/>
                  </a:lnTo>
                  <a:lnTo>
                    <a:pt x="4273" y="124736"/>
                  </a:lnTo>
                  <a:cubicBezTo>
                    <a:pt x="4273" y="124736"/>
                    <a:pt x="3903" y="126552"/>
                    <a:pt x="3634" y="127057"/>
                  </a:cubicBezTo>
                  <a:cubicBezTo>
                    <a:pt x="3331" y="127561"/>
                    <a:pt x="3129" y="128571"/>
                    <a:pt x="2826" y="129143"/>
                  </a:cubicBezTo>
                  <a:cubicBezTo>
                    <a:pt x="2557" y="129714"/>
                    <a:pt x="1816" y="131161"/>
                    <a:pt x="1816" y="131161"/>
                  </a:cubicBezTo>
                  <a:lnTo>
                    <a:pt x="2018" y="133045"/>
                  </a:lnTo>
                  <a:lnTo>
                    <a:pt x="3095" y="135299"/>
                  </a:lnTo>
                  <a:cubicBezTo>
                    <a:pt x="3095" y="135299"/>
                    <a:pt x="4610" y="136947"/>
                    <a:pt x="4845" y="137384"/>
                  </a:cubicBezTo>
                  <a:cubicBezTo>
                    <a:pt x="5047" y="137821"/>
                    <a:pt x="9759" y="141522"/>
                    <a:pt x="9927" y="141791"/>
                  </a:cubicBezTo>
                  <a:cubicBezTo>
                    <a:pt x="10062" y="142094"/>
                    <a:pt x="11879" y="143238"/>
                    <a:pt x="12014" y="143540"/>
                  </a:cubicBezTo>
                  <a:cubicBezTo>
                    <a:pt x="12148" y="143843"/>
                    <a:pt x="15043" y="146433"/>
                    <a:pt x="15413" y="146736"/>
                  </a:cubicBezTo>
                  <a:cubicBezTo>
                    <a:pt x="15783" y="147039"/>
                    <a:pt x="20562" y="151479"/>
                    <a:pt x="20562" y="151479"/>
                  </a:cubicBezTo>
                  <a:lnTo>
                    <a:pt x="25240" y="156592"/>
                  </a:lnTo>
                  <a:lnTo>
                    <a:pt x="30355" y="161033"/>
                  </a:lnTo>
                  <a:lnTo>
                    <a:pt x="34495" y="165810"/>
                  </a:lnTo>
                  <a:lnTo>
                    <a:pt x="39812" y="169073"/>
                  </a:lnTo>
                  <a:cubicBezTo>
                    <a:pt x="39812" y="169073"/>
                    <a:pt x="43615" y="171898"/>
                    <a:pt x="44490" y="171898"/>
                  </a:cubicBezTo>
                  <a:cubicBezTo>
                    <a:pt x="45365" y="171898"/>
                    <a:pt x="47856" y="173648"/>
                    <a:pt x="47856" y="173648"/>
                  </a:cubicBezTo>
                  <a:lnTo>
                    <a:pt x="48495" y="174522"/>
                  </a:lnTo>
                  <a:lnTo>
                    <a:pt x="50111" y="177113"/>
                  </a:lnTo>
                  <a:cubicBezTo>
                    <a:pt x="50111" y="177113"/>
                    <a:pt x="53375" y="177012"/>
                    <a:pt x="54789" y="177214"/>
                  </a:cubicBezTo>
                  <a:cubicBezTo>
                    <a:pt x="56202" y="177449"/>
                    <a:pt x="60342" y="178189"/>
                    <a:pt x="60644" y="178526"/>
                  </a:cubicBezTo>
                  <a:cubicBezTo>
                    <a:pt x="60981" y="178862"/>
                    <a:pt x="61519" y="179838"/>
                    <a:pt x="61856" y="179938"/>
                  </a:cubicBezTo>
                  <a:cubicBezTo>
                    <a:pt x="62193" y="180039"/>
                    <a:pt x="66534" y="183639"/>
                    <a:pt x="66534" y="183639"/>
                  </a:cubicBezTo>
                  <a:cubicBezTo>
                    <a:pt x="66534" y="183639"/>
                    <a:pt x="68385" y="186128"/>
                    <a:pt x="69799" y="187238"/>
                  </a:cubicBezTo>
                  <a:cubicBezTo>
                    <a:pt x="71212" y="188315"/>
                    <a:pt x="72390" y="189088"/>
                    <a:pt x="72390" y="189088"/>
                  </a:cubicBezTo>
                  <a:cubicBezTo>
                    <a:pt x="72390" y="189088"/>
                    <a:pt x="72827" y="195278"/>
                    <a:pt x="72827" y="195715"/>
                  </a:cubicBezTo>
                  <a:cubicBezTo>
                    <a:pt x="72827" y="196153"/>
                    <a:pt x="73164" y="200593"/>
                    <a:pt x="73265" y="200929"/>
                  </a:cubicBezTo>
                  <a:cubicBezTo>
                    <a:pt x="73366" y="201266"/>
                    <a:pt x="74140" y="206816"/>
                    <a:pt x="74140" y="206816"/>
                  </a:cubicBezTo>
                  <a:lnTo>
                    <a:pt x="77068" y="211694"/>
                  </a:lnTo>
                  <a:lnTo>
                    <a:pt x="77943" y="217144"/>
                  </a:lnTo>
                  <a:cubicBezTo>
                    <a:pt x="77943" y="217144"/>
                    <a:pt x="79794" y="220508"/>
                    <a:pt x="79794" y="220945"/>
                  </a:cubicBezTo>
                  <a:cubicBezTo>
                    <a:pt x="79794" y="221382"/>
                    <a:pt x="84472" y="227034"/>
                    <a:pt x="85111" y="227572"/>
                  </a:cubicBezTo>
                  <a:cubicBezTo>
                    <a:pt x="85751" y="228110"/>
                    <a:pt x="88813" y="231272"/>
                    <a:pt x="88813" y="231272"/>
                  </a:cubicBezTo>
                  <a:cubicBezTo>
                    <a:pt x="88813" y="231272"/>
                    <a:pt x="89352" y="232147"/>
                    <a:pt x="89352" y="232584"/>
                  </a:cubicBezTo>
                  <a:cubicBezTo>
                    <a:pt x="89352" y="233022"/>
                    <a:pt x="89453" y="235948"/>
                    <a:pt x="89453" y="236386"/>
                  </a:cubicBezTo>
                  <a:cubicBezTo>
                    <a:pt x="89453" y="236823"/>
                    <a:pt x="89116" y="238572"/>
                    <a:pt x="88813" y="239312"/>
                  </a:cubicBezTo>
                  <a:cubicBezTo>
                    <a:pt x="88477" y="240086"/>
                    <a:pt x="88275" y="241499"/>
                    <a:pt x="87938" y="242037"/>
                  </a:cubicBezTo>
                  <a:cubicBezTo>
                    <a:pt x="87602" y="242575"/>
                    <a:pt x="87400" y="242374"/>
                    <a:pt x="86626" y="243114"/>
                  </a:cubicBezTo>
                  <a:cubicBezTo>
                    <a:pt x="85852" y="243887"/>
                    <a:pt x="84674" y="243551"/>
                    <a:pt x="84472" y="244190"/>
                  </a:cubicBezTo>
                  <a:cubicBezTo>
                    <a:pt x="84236" y="244829"/>
                    <a:pt x="83698" y="245065"/>
                    <a:pt x="83698" y="245065"/>
                  </a:cubicBezTo>
                  <a:cubicBezTo>
                    <a:pt x="83698" y="245065"/>
                    <a:pt x="84573" y="246713"/>
                    <a:pt x="85111" y="247117"/>
                  </a:cubicBezTo>
                  <a:cubicBezTo>
                    <a:pt x="85650" y="247554"/>
                    <a:pt x="85111" y="247117"/>
                    <a:pt x="85885" y="248092"/>
                  </a:cubicBezTo>
                  <a:cubicBezTo>
                    <a:pt x="86659" y="249068"/>
                    <a:pt x="87736" y="250380"/>
                    <a:pt x="87736" y="250817"/>
                  </a:cubicBezTo>
                  <a:cubicBezTo>
                    <a:pt x="87736" y="251254"/>
                    <a:pt x="88275" y="251456"/>
                    <a:pt x="88376" y="252331"/>
                  </a:cubicBezTo>
                  <a:cubicBezTo>
                    <a:pt x="88477" y="253206"/>
                    <a:pt x="89688" y="254181"/>
                    <a:pt x="89991" y="254618"/>
                  </a:cubicBezTo>
                  <a:cubicBezTo>
                    <a:pt x="90328" y="255056"/>
                    <a:pt x="89116" y="258487"/>
                    <a:pt x="89116" y="258487"/>
                  </a:cubicBezTo>
                  <a:lnTo>
                    <a:pt x="92717" y="260505"/>
                  </a:lnTo>
                  <a:lnTo>
                    <a:pt x="93155" y="260505"/>
                  </a:lnTo>
                  <a:lnTo>
                    <a:pt x="94938" y="263533"/>
                  </a:lnTo>
                  <a:lnTo>
                    <a:pt x="97496" y="265719"/>
                  </a:lnTo>
                  <a:lnTo>
                    <a:pt x="97496" y="266594"/>
                  </a:lnTo>
                  <a:cubicBezTo>
                    <a:pt x="97496" y="266594"/>
                    <a:pt x="97496" y="268882"/>
                    <a:pt x="97496" y="269958"/>
                  </a:cubicBezTo>
                  <a:cubicBezTo>
                    <a:pt x="97496" y="271035"/>
                    <a:pt x="97496" y="273558"/>
                    <a:pt x="97496" y="273558"/>
                  </a:cubicBezTo>
                  <a:cubicBezTo>
                    <a:pt x="97496" y="273558"/>
                    <a:pt x="98809" y="275206"/>
                    <a:pt x="99347" y="276383"/>
                  </a:cubicBezTo>
                  <a:cubicBezTo>
                    <a:pt x="99886" y="277561"/>
                    <a:pt x="101400" y="278671"/>
                    <a:pt x="102511" y="279983"/>
                  </a:cubicBezTo>
                  <a:cubicBezTo>
                    <a:pt x="103588" y="281295"/>
                    <a:pt x="105674" y="284019"/>
                    <a:pt x="105674" y="284019"/>
                  </a:cubicBezTo>
                  <a:cubicBezTo>
                    <a:pt x="105674" y="284019"/>
                    <a:pt x="105439" y="284221"/>
                    <a:pt x="106751" y="285230"/>
                  </a:cubicBezTo>
                  <a:cubicBezTo>
                    <a:pt x="108064" y="286206"/>
                    <a:pt x="109343" y="286307"/>
                    <a:pt x="110117" y="287518"/>
                  </a:cubicBezTo>
                  <a:cubicBezTo>
                    <a:pt x="110891" y="288729"/>
                    <a:pt x="112944" y="290243"/>
                    <a:pt x="114357" y="291858"/>
                  </a:cubicBezTo>
                  <a:cubicBezTo>
                    <a:pt x="115771" y="293506"/>
                    <a:pt x="119473" y="295221"/>
                    <a:pt x="119674" y="295558"/>
                  </a:cubicBezTo>
                  <a:cubicBezTo>
                    <a:pt x="119877" y="295894"/>
                    <a:pt x="122266" y="299595"/>
                    <a:pt x="122266" y="299595"/>
                  </a:cubicBezTo>
                  <a:lnTo>
                    <a:pt x="125968" y="304472"/>
                  </a:lnTo>
                  <a:lnTo>
                    <a:pt x="127045" y="306323"/>
                  </a:lnTo>
                  <a:lnTo>
                    <a:pt x="127045" y="308374"/>
                  </a:lnTo>
                  <a:lnTo>
                    <a:pt x="126708" y="309686"/>
                  </a:lnTo>
                  <a:cubicBezTo>
                    <a:pt x="126708" y="309686"/>
                    <a:pt x="126608" y="310662"/>
                    <a:pt x="126372" y="311099"/>
                  </a:cubicBezTo>
                  <a:cubicBezTo>
                    <a:pt x="126170" y="311537"/>
                    <a:pt x="124184" y="313151"/>
                    <a:pt x="124184" y="313151"/>
                  </a:cubicBezTo>
                  <a:cubicBezTo>
                    <a:pt x="124184" y="313151"/>
                    <a:pt x="123747" y="313151"/>
                    <a:pt x="123208" y="313690"/>
                  </a:cubicBezTo>
                  <a:cubicBezTo>
                    <a:pt x="122670" y="314228"/>
                    <a:pt x="121997" y="314228"/>
                    <a:pt x="121795" y="314564"/>
                  </a:cubicBezTo>
                  <a:cubicBezTo>
                    <a:pt x="121593" y="314901"/>
                    <a:pt x="120381" y="315775"/>
                    <a:pt x="120381" y="315775"/>
                  </a:cubicBezTo>
                  <a:lnTo>
                    <a:pt x="119069" y="317625"/>
                  </a:lnTo>
                  <a:cubicBezTo>
                    <a:pt x="119069" y="317625"/>
                    <a:pt x="117655" y="318164"/>
                    <a:pt x="117319" y="318164"/>
                  </a:cubicBezTo>
                  <a:cubicBezTo>
                    <a:pt x="116982" y="318164"/>
                    <a:pt x="114391" y="317625"/>
                    <a:pt x="114391" y="317625"/>
                  </a:cubicBezTo>
                  <a:cubicBezTo>
                    <a:pt x="114391" y="317625"/>
                    <a:pt x="114189" y="316852"/>
                    <a:pt x="113516" y="316448"/>
                  </a:cubicBezTo>
                  <a:cubicBezTo>
                    <a:pt x="112876" y="316011"/>
                    <a:pt x="112001" y="314934"/>
                    <a:pt x="110924" y="314598"/>
                  </a:cubicBezTo>
                  <a:cubicBezTo>
                    <a:pt x="109847" y="314261"/>
                    <a:pt x="108198" y="312546"/>
                    <a:pt x="108198" y="312546"/>
                  </a:cubicBezTo>
                  <a:cubicBezTo>
                    <a:pt x="108198" y="312546"/>
                    <a:pt x="107121" y="311772"/>
                    <a:pt x="106583" y="311772"/>
                  </a:cubicBezTo>
                  <a:cubicBezTo>
                    <a:pt x="106044" y="311772"/>
                    <a:pt x="103655" y="312008"/>
                    <a:pt x="103655" y="312008"/>
                  </a:cubicBezTo>
                  <a:lnTo>
                    <a:pt x="102578" y="312781"/>
                  </a:lnTo>
                  <a:cubicBezTo>
                    <a:pt x="102578" y="312781"/>
                    <a:pt x="101939" y="313757"/>
                    <a:pt x="101804" y="314093"/>
                  </a:cubicBezTo>
                  <a:cubicBezTo>
                    <a:pt x="101703" y="314430"/>
                    <a:pt x="102241" y="318231"/>
                    <a:pt x="102241" y="318231"/>
                  </a:cubicBezTo>
                  <a:lnTo>
                    <a:pt x="100189" y="321393"/>
                  </a:lnTo>
                  <a:lnTo>
                    <a:pt x="98876" y="324320"/>
                  </a:lnTo>
                  <a:lnTo>
                    <a:pt x="98237" y="328054"/>
                  </a:lnTo>
                  <a:lnTo>
                    <a:pt x="102679" y="331922"/>
                  </a:lnTo>
                  <a:lnTo>
                    <a:pt x="103554" y="331922"/>
                  </a:lnTo>
                  <a:lnTo>
                    <a:pt x="104732" y="332696"/>
                  </a:lnTo>
                  <a:cubicBezTo>
                    <a:pt x="104732" y="332696"/>
                    <a:pt x="107996" y="334445"/>
                    <a:pt x="107996" y="334883"/>
                  </a:cubicBezTo>
                  <a:cubicBezTo>
                    <a:pt x="107996" y="335320"/>
                    <a:pt x="107357" y="333907"/>
                    <a:pt x="107996" y="335320"/>
                  </a:cubicBezTo>
                  <a:cubicBezTo>
                    <a:pt x="108636" y="336733"/>
                    <a:pt x="109477" y="339558"/>
                    <a:pt x="109477" y="339558"/>
                  </a:cubicBezTo>
                  <a:lnTo>
                    <a:pt x="109645" y="341510"/>
                  </a:lnTo>
                  <a:lnTo>
                    <a:pt x="109645" y="343259"/>
                  </a:lnTo>
                  <a:lnTo>
                    <a:pt x="109881" y="345109"/>
                  </a:lnTo>
                  <a:lnTo>
                    <a:pt x="111833" y="347834"/>
                  </a:lnTo>
                  <a:lnTo>
                    <a:pt x="114559" y="348910"/>
                  </a:lnTo>
                  <a:lnTo>
                    <a:pt x="114896" y="352375"/>
                  </a:lnTo>
                  <a:lnTo>
                    <a:pt x="114896" y="355436"/>
                  </a:lnTo>
                  <a:cubicBezTo>
                    <a:pt x="114896" y="355436"/>
                    <a:pt x="114997" y="356513"/>
                    <a:pt x="114896" y="356849"/>
                  </a:cubicBezTo>
                  <a:cubicBezTo>
                    <a:pt x="114795" y="357186"/>
                    <a:pt x="113583" y="358800"/>
                    <a:pt x="113583" y="358800"/>
                  </a:cubicBezTo>
                  <a:lnTo>
                    <a:pt x="112506" y="359877"/>
                  </a:lnTo>
                  <a:lnTo>
                    <a:pt x="112271" y="361929"/>
                  </a:lnTo>
                  <a:lnTo>
                    <a:pt x="112910" y="362904"/>
                  </a:lnTo>
                  <a:cubicBezTo>
                    <a:pt x="112910" y="362904"/>
                    <a:pt x="113785" y="363779"/>
                    <a:pt x="114088" y="363981"/>
                  </a:cubicBezTo>
                  <a:cubicBezTo>
                    <a:pt x="114424" y="364216"/>
                    <a:pt x="117554" y="366268"/>
                    <a:pt x="117689" y="366605"/>
                  </a:cubicBezTo>
                  <a:cubicBezTo>
                    <a:pt x="117790" y="366941"/>
                    <a:pt x="120079" y="368119"/>
                    <a:pt x="120079" y="368119"/>
                  </a:cubicBezTo>
                  <a:lnTo>
                    <a:pt x="121593" y="370507"/>
                  </a:lnTo>
                  <a:lnTo>
                    <a:pt x="122569" y="372693"/>
                  </a:lnTo>
                  <a:lnTo>
                    <a:pt x="124420" y="374443"/>
                  </a:lnTo>
                  <a:lnTo>
                    <a:pt x="127583" y="377369"/>
                  </a:lnTo>
                  <a:lnTo>
                    <a:pt x="127920" y="381272"/>
                  </a:lnTo>
                  <a:cubicBezTo>
                    <a:pt x="127920" y="381272"/>
                    <a:pt x="127920" y="382584"/>
                    <a:pt x="127482" y="383223"/>
                  </a:cubicBezTo>
                  <a:cubicBezTo>
                    <a:pt x="127045" y="383862"/>
                    <a:pt x="126506" y="385073"/>
                    <a:pt x="126170" y="385712"/>
                  </a:cubicBezTo>
                  <a:cubicBezTo>
                    <a:pt x="125833" y="386351"/>
                    <a:pt x="125968" y="387125"/>
                    <a:pt x="125194" y="387461"/>
                  </a:cubicBezTo>
                  <a:cubicBezTo>
                    <a:pt x="124420" y="387798"/>
                    <a:pt x="123040" y="388437"/>
                    <a:pt x="123040" y="388437"/>
                  </a:cubicBezTo>
                  <a:cubicBezTo>
                    <a:pt x="123040" y="388437"/>
                    <a:pt x="122603" y="388773"/>
                    <a:pt x="122064" y="388975"/>
                  </a:cubicBezTo>
                  <a:cubicBezTo>
                    <a:pt x="121526" y="389177"/>
                    <a:pt x="121088" y="389311"/>
                    <a:pt x="120550" y="389951"/>
                  </a:cubicBezTo>
                  <a:cubicBezTo>
                    <a:pt x="120011" y="390590"/>
                    <a:pt x="119574" y="391027"/>
                    <a:pt x="119910" y="392003"/>
                  </a:cubicBezTo>
                  <a:cubicBezTo>
                    <a:pt x="120247" y="392978"/>
                    <a:pt x="120550" y="393416"/>
                    <a:pt x="121526" y="394627"/>
                  </a:cubicBezTo>
                  <a:cubicBezTo>
                    <a:pt x="122502" y="395804"/>
                    <a:pt x="124016" y="396914"/>
                    <a:pt x="124016" y="396914"/>
                  </a:cubicBezTo>
                  <a:cubicBezTo>
                    <a:pt x="124016" y="396914"/>
                    <a:pt x="124218" y="399841"/>
                    <a:pt x="124218" y="400278"/>
                  </a:cubicBezTo>
                  <a:cubicBezTo>
                    <a:pt x="124218" y="400715"/>
                    <a:pt x="124117" y="403306"/>
                    <a:pt x="124117" y="403743"/>
                  </a:cubicBezTo>
                  <a:cubicBezTo>
                    <a:pt x="124117" y="404180"/>
                    <a:pt x="123242" y="406905"/>
                    <a:pt x="123242" y="406905"/>
                  </a:cubicBezTo>
                  <a:lnTo>
                    <a:pt x="122805" y="411346"/>
                  </a:lnTo>
                  <a:lnTo>
                    <a:pt x="126170" y="415584"/>
                  </a:lnTo>
                  <a:cubicBezTo>
                    <a:pt x="126170" y="415584"/>
                    <a:pt x="125968" y="417434"/>
                    <a:pt x="125833" y="417871"/>
                  </a:cubicBezTo>
                  <a:cubicBezTo>
                    <a:pt x="125732" y="418309"/>
                    <a:pt x="125396" y="422547"/>
                    <a:pt x="125396" y="422547"/>
                  </a:cubicBezTo>
                  <a:cubicBezTo>
                    <a:pt x="125396" y="422547"/>
                    <a:pt x="125598" y="425811"/>
                    <a:pt x="125396" y="426450"/>
                  </a:cubicBezTo>
                  <a:cubicBezTo>
                    <a:pt x="125160" y="427089"/>
                    <a:pt x="125396" y="428502"/>
                    <a:pt x="124420" y="429175"/>
                  </a:cubicBezTo>
                  <a:cubicBezTo>
                    <a:pt x="123444" y="429814"/>
                    <a:pt x="123242" y="430385"/>
                    <a:pt x="122905" y="431025"/>
                  </a:cubicBezTo>
                  <a:cubicBezTo>
                    <a:pt x="122569" y="431664"/>
                    <a:pt x="121828" y="433514"/>
                    <a:pt x="121828" y="434187"/>
                  </a:cubicBezTo>
                  <a:cubicBezTo>
                    <a:pt x="121828" y="434826"/>
                    <a:pt x="121828" y="437113"/>
                    <a:pt x="121828" y="437113"/>
                  </a:cubicBezTo>
                  <a:cubicBezTo>
                    <a:pt x="121828" y="437113"/>
                    <a:pt x="122703" y="442126"/>
                    <a:pt x="122703" y="442866"/>
                  </a:cubicBezTo>
                  <a:cubicBezTo>
                    <a:pt x="122703" y="443640"/>
                    <a:pt x="123780" y="445893"/>
                    <a:pt x="123780" y="447205"/>
                  </a:cubicBezTo>
                  <a:cubicBezTo>
                    <a:pt x="123780" y="448517"/>
                    <a:pt x="126170" y="454471"/>
                    <a:pt x="126372" y="455144"/>
                  </a:cubicBezTo>
                  <a:cubicBezTo>
                    <a:pt x="126608" y="455783"/>
                    <a:pt x="127247" y="460156"/>
                    <a:pt x="127247" y="460156"/>
                  </a:cubicBezTo>
                  <a:lnTo>
                    <a:pt x="128122" y="468398"/>
                  </a:lnTo>
                  <a:lnTo>
                    <a:pt x="128357" y="480778"/>
                  </a:lnTo>
                  <a:lnTo>
                    <a:pt x="124656" y="486631"/>
                  </a:lnTo>
                  <a:lnTo>
                    <a:pt x="121828" y="491206"/>
                  </a:lnTo>
                  <a:lnTo>
                    <a:pt x="120079" y="495781"/>
                  </a:lnTo>
                  <a:cubicBezTo>
                    <a:pt x="120079" y="495781"/>
                    <a:pt x="118564" y="497732"/>
                    <a:pt x="117891" y="498405"/>
                  </a:cubicBezTo>
                  <a:cubicBezTo>
                    <a:pt x="117251" y="499044"/>
                    <a:pt x="117992" y="497968"/>
                    <a:pt x="116915" y="499044"/>
                  </a:cubicBezTo>
                  <a:cubicBezTo>
                    <a:pt x="115838" y="500120"/>
                    <a:pt x="114828" y="501399"/>
                    <a:pt x="114828" y="501399"/>
                  </a:cubicBezTo>
                  <a:lnTo>
                    <a:pt x="114828" y="504864"/>
                  </a:lnTo>
                  <a:lnTo>
                    <a:pt x="115703" y="510952"/>
                  </a:lnTo>
                  <a:lnTo>
                    <a:pt x="116141" y="513240"/>
                  </a:lnTo>
                  <a:lnTo>
                    <a:pt x="118530" y="516167"/>
                  </a:lnTo>
                  <a:lnTo>
                    <a:pt x="120920" y="516167"/>
                  </a:lnTo>
                  <a:cubicBezTo>
                    <a:pt x="120920" y="516167"/>
                    <a:pt x="121795" y="518118"/>
                    <a:pt x="121997" y="519194"/>
                  </a:cubicBezTo>
                  <a:cubicBezTo>
                    <a:pt x="122199" y="520271"/>
                    <a:pt x="122434" y="523096"/>
                    <a:pt x="122199" y="523971"/>
                  </a:cubicBezTo>
                  <a:cubicBezTo>
                    <a:pt x="121997" y="524846"/>
                    <a:pt x="121997" y="529185"/>
                    <a:pt x="121997" y="529185"/>
                  </a:cubicBezTo>
                  <a:lnTo>
                    <a:pt x="122636" y="532011"/>
                  </a:lnTo>
                  <a:cubicBezTo>
                    <a:pt x="122636" y="532011"/>
                    <a:pt x="122838" y="538739"/>
                    <a:pt x="122838" y="539613"/>
                  </a:cubicBezTo>
                  <a:cubicBezTo>
                    <a:pt x="122838" y="540488"/>
                    <a:pt x="123713" y="545467"/>
                    <a:pt x="123713" y="545467"/>
                  </a:cubicBezTo>
                  <a:lnTo>
                    <a:pt x="122838" y="549806"/>
                  </a:lnTo>
                  <a:lnTo>
                    <a:pt x="124353" y="554583"/>
                  </a:lnTo>
                  <a:lnTo>
                    <a:pt x="123377" y="557846"/>
                  </a:lnTo>
                  <a:cubicBezTo>
                    <a:pt x="123814" y="557846"/>
                    <a:pt x="126978" y="562085"/>
                    <a:pt x="126978" y="562085"/>
                  </a:cubicBezTo>
                  <a:lnTo>
                    <a:pt x="127314" y="565785"/>
                  </a:lnTo>
                  <a:lnTo>
                    <a:pt x="127954" y="575339"/>
                  </a:lnTo>
                  <a:lnTo>
                    <a:pt x="127516" y="577963"/>
                  </a:lnTo>
                  <a:lnTo>
                    <a:pt x="126641" y="580990"/>
                  </a:lnTo>
                  <a:lnTo>
                    <a:pt x="125127" y="587718"/>
                  </a:lnTo>
                  <a:lnTo>
                    <a:pt x="122535" y="593470"/>
                  </a:lnTo>
                  <a:lnTo>
                    <a:pt x="120415" y="600198"/>
                  </a:lnTo>
                  <a:lnTo>
                    <a:pt x="118295" y="603798"/>
                  </a:lnTo>
                  <a:lnTo>
                    <a:pt x="118295" y="607397"/>
                  </a:lnTo>
                  <a:lnTo>
                    <a:pt x="119170" y="611535"/>
                  </a:lnTo>
                  <a:lnTo>
                    <a:pt x="119506" y="615336"/>
                  </a:lnTo>
                  <a:lnTo>
                    <a:pt x="120045" y="618599"/>
                  </a:lnTo>
                  <a:lnTo>
                    <a:pt x="120045" y="626538"/>
                  </a:lnTo>
                  <a:lnTo>
                    <a:pt x="120381" y="629263"/>
                  </a:lnTo>
                  <a:lnTo>
                    <a:pt x="119304" y="633165"/>
                  </a:lnTo>
                  <a:lnTo>
                    <a:pt x="118766" y="635991"/>
                  </a:lnTo>
                  <a:lnTo>
                    <a:pt x="118429" y="641642"/>
                  </a:lnTo>
                  <a:lnTo>
                    <a:pt x="119304" y="646083"/>
                  </a:lnTo>
                  <a:lnTo>
                    <a:pt x="120819" y="654997"/>
                  </a:lnTo>
                  <a:lnTo>
                    <a:pt x="125833" y="662062"/>
                  </a:lnTo>
                  <a:lnTo>
                    <a:pt x="129636" y="666502"/>
                  </a:lnTo>
                  <a:lnTo>
                    <a:pt x="134516" y="672894"/>
                  </a:lnTo>
                  <a:cubicBezTo>
                    <a:pt x="134516" y="672894"/>
                    <a:pt x="140507" y="672995"/>
                    <a:pt x="140608" y="672557"/>
                  </a:cubicBezTo>
                  <a:cubicBezTo>
                    <a:pt x="140709" y="672120"/>
                    <a:pt x="141819" y="668319"/>
                    <a:pt x="141819" y="667881"/>
                  </a:cubicBezTo>
                  <a:cubicBezTo>
                    <a:pt x="141819" y="667444"/>
                    <a:pt x="142694" y="661053"/>
                    <a:pt x="142694" y="659942"/>
                  </a:cubicBezTo>
                  <a:cubicBezTo>
                    <a:pt x="142694" y="658866"/>
                    <a:pt x="142694" y="656040"/>
                    <a:pt x="142694" y="656040"/>
                  </a:cubicBezTo>
                  <a:cubicBezTo>
                    <a:pt x="142694" y="656040"/>
                    <a:pt x="140944" y="651028"/>
                    <a:pt x="140944" y="649951"/>
                  </a:cubicBezTo>
                  <a:cubicBezTo>
                    <a:pt x="140944" y="648875"/>
                    <a:pt x="140944" y="647361"/>
                    <a:pt x="140944" y="647361"/>
                  </a:cubicBezTo>
                  <a:cubicBezTo>
                    <a:pt x="140944" y="647361"/>
                    <a:pt x="141584" y="643997"/>
                    <a:pt x="141718" y="643123"/>
                  </a:cubicBezTo>
                  <a:cubicBezTo>
                    <a:pt x="141819" y="642248"/>
                    <a:pt x="142257" y="641272"/>
                    <a:pt x="142257" y="640936"/>
                  </a:cubicBezTo>
                  <a:cubicBezTo>
                    <a:pt x="142257" y="640600"/>
                    <a:pt x="142896" y="639523"/>
                    <a:pt x="143132" y="639086"/>
                  </a:cubicBezTo>
                  <a:cubicBezTo>
                    <a:pt x="143334" y="638648"/>
                    <a:pt x="145084" y="637673"/>
                    <a:pt x="145622" y="637471"/>
                  </a:cubicBezTo>
                  <a:cubicBezTo>
                    <a:pt x="146161" y="637236"/>
                    <a:pt x="147911" y="637807"/>
                    <a:pt x="149762" y="637236"/>
                  </a:cubicBezTo>
                  <a:cubicBezTo>
                    <a:pt x="151613" y="636697"/>
                    <a:pt x="152791" y="636462"/>
                    <a:pt x="153127" y="636361"/>
                  </a:cubicBezTo>
                  <a:cubicBezTo>
                    <a:pt x="153464" y="636260"/>
                    <a:pt x="153228" y="636361"/>
                    <a:pt x="154541" y="635486"/>
                  </a:cubicBezTo>
                  <a:cubicBezTo>
                    <a:pt x="155853" y="634612"/>
                    <a:pt x="156829" y="633199"/>
                    <a:pt x="157132" y="632862"/>
                  </a:cubicBezTo>
                  <a:cubicBezTo>
                    <a:pt x="157469" y="632526"/>
                    <a:pt x="159421" y="630474"/>
                    <a:pt x="159858" y="629936"/>
                  </a:cubicBezTo>
                  <a:cubicBezTo>
                    <a:pt x="160296" y="629397"/>
                    <a:pt x="161474" y="627447"/>
                    <a:pt x="161474" y="627447"/>
                  </a:cubicBezTo>
                  <a:cubicBezTo>
                    <a:pt x="161474" y="627447"/>
                    <a:pt x="163863" y="624284"/>
                    <a:pt x="164200" y="623746"/>
                  </a:cubicBezTo>
                  <a:cubicBezTo>
                    <a:pt x="164536" y="623208"/>
                    <a:pt x="165714" y="619507"/>
                    <a:pt x="165714" y="619507"/>
                  </a:cubicBezTo>
                  <a:cubicBezTo>
                    <a:pt x="165714" y="619507"/>
                    <a:pt x="166488" y="617994"/>
                    <a:pt x="167228" y="617893"/>
                  </a:cubicBezTo>
                  <a:cubicBezTo>
                    <a:pt x="168003" y="617792"/>
                    <a:pt x="170594" y="614731"/>
                    <a:pt x="170594" y="614731"/>
                  </a:cubicBezTo>
                  <a:lnTo>
                    <a:pt x="170931" y="611131"/>
                  </a:lnTo>
                  <a:cubicBezTo>
                    <a:pt x="170931" y="611131"/>
                    <a:pt x="171469" y="610055"/>
                    <a:pt x="171806" y="609718"/>
                  </a:cubicBezTo>
                  <a:cubicBezTo>
                    <a:pt x="172142" y="609382"/>
                    <a:pt x="173421" y="607330"/>
                    <a:pt x="173421" y="607330"/>
                  </a:cubicBezTo>
                  <a:cubicBezTo>
                    <a:pt x="173421" y="607330"/>
                    <a:pt x="174060" y="606354"/>
                    <a:pt x="174397" y="606253"/>
                  </a:cubicBezTo>
                  <a:cubicBezTo>
                    <a:pt x="174734" y="606153"/>
                    <a:pt x="175474" y="605480"/>
                    <a:pt x="176349" y="605480"/>
                  </a:cubicBezTo>
                  <a:cubicBezTo>
                    <a:pt x="177224" y="605480"/>
                    <a:pt x="180152" y="605042"/>
                    <a:pt x="180152" y="605042"/>
                  </a:cubicBezTo>
                  <a:cubicBezTo>
                    <a:pt x="180152" y="605042"/>
                    <a:pt x="181767" y="605244"/>
                    <a:pt x="182104" y="605244"/>
                  </a:cubicBezTo>
                  <a:cubicBezTo>
                    <a:pt x="182440" y="605244"/>
                    <a:pt x="184056" y="607969"/>
                    <a:pt x="184056" y="607969"/>
                  </a:cubicBezTo>
                  <a:cubicBezTo>
                    <a:pt x="184056" y="607969"/>
                    <a:pt x="183618" y="608743"/>
                    <a:pt x="183181" y="609382"/>
                  </a:cubicBezTo>
                  <a:cubicBezTo>
                    <a:pt x="182743" y="610021"/>
                    <a:pt x="181969" y="611770"/>
                    <a:pt x="181969" y="611770"/>
                  </a:cubicBezTo>
                  <a:cubicBezTo>
                    <a:pt x="181969" y="611770"/>
                    <a:pt x="181330" y="613856"/>
                    <a:pt x="181330" y="614495"/>
                  </a:cubicBezTo>
                  <a:cubicBezTo>
                    <a:pt x="181330" y="615134"/>
                    <a:pt x="181767" y="618532"/>
                    <a:pt x="181767" y="618532"/>
                  </a:cubicBezTo>
                  <a:cubicBezTo>
                    <a:pt x="181767" y="618532"/>
                    <a:pt x="182306" y="620483"/>
                    <a:pt x="182743" y="621156"/>
                  </a:cubicBezTo>
                  <a:cubicBezTo>
                    <a:pt x="183181" y="621795"/>
                    <a:pt x="183820" y="623746"/>
                    <a:pt x="184359" y="624520"/>
                  </a:cubicBezTo>
                  <a:cubicBezTo>
                    <a:pt x="184897" y="625294"/>
                    <a:pt x="187623" y="627682"/>
                    <a:pt x="187623" y="627682"/>
                  </a:cubicBezTo>
                  <a:lnTo>
                    <a:pt x="189575" y="631382"/>
                  </a:lnTo>
                  <a:cubicBezTo>
                    <a:pt x="189575" y="631382"/>
                    <a:pt x="192941" y="634309"/>
                    <a:pt x="193378" y="634309"/>
                  </a:cubicBezTo>
                  <a:cubicBezTo>
                    <a:pt x="193816" y="634309"/>
                    <a:pt x="198696" y="633973"/>
                    <a:pt x="198696" y="633973"/>
                  </a:cubicBezTo>
                  <a:lnTo>
                    <a:pt x="200648" y="636563"/>
                  </a:lnTo>
                  <a:lnTo>
                    <a:pt x="201825" y="640902"/>
                  </a:lnTo>
                  <a:lnTo>
                    <a:pt x="204989" y="648942"/>
                  </a:lnTo>
                  <a:lnTo>
                    <a:pt x="208893" y="655569"/>
                  </a:lnTo>
                  <a:lnTo>
                    <a:pt x="208994" y="658630"/>
                  </a:lnTo>
                  <a:lnTo>
                    <a:pt x="210205" y="662432"/>
                  </a:lnTo>
                  <a:lnTo>
                    <a:pt x="213234" y="666435"/>
                  </a:lnTo>
                  <a:cubicBezTo>
                    <a:pt x="213234" y="666435"/>
                    <a:pt x="214883" y="667511"/>
                    <a:pt x="215287" y="667511"/>
                  </a:cubicBezTo>
                  <a:cubicBezTo>
                    <a:pt x="215725" y="667511"/>
                    <a:pt x="218215" y="669563"/>
                    <a:pt x="218215" y="669563"/>
                  </a:cubicBezTo>
                  <a:cubicBezTo>
                    <a:pt x="218215" y="669563"/>
                    <a:pt x="218552" y="670774"/>
                    <a:pt x="218855" y="671178"/>
                  </a:cubicBezTo>
                  <a:cubicBezTo>
                    <a:pt x="219191" y="671615"/>
                    <a:pt x="219191" y="672793"/>
                    <a:pt x="219191" y="673264"/>
                  </a:cubicBezTo>
                  <a:cubicBezTo>
                    <a:pt x="219191" y="673701"/>
                    <a:pt x="219090" y="676628"/>
                    <a:pt x="218855" y="677065"/>
                  </a:cubicBezTo>
                  <a:cubicBezTo>
                    <a:pt x="218619" y="677502"/>
                    <a:pt x="218518" y="678579"/>
                    <a:pt x="218081" y="679117"/>
                  </a:cubicBezTo>
                  <a:cubicBezTo>
                    <a:pt x="217643" y="679655"/>
                    <a:pt x="216667" y="681606"/>
                    <a:pt x="215893" y="681943"/>
                  </a:cubicBezTo>
                  <a:cubicBezTo>
                    <a:pt x="215119" y="682279"/>
                    <a:pt x="214682" y="682582"/>
                    <a:pt x="214379" y="682716"/>
                  </a:cubicBezTo>
                  <a:cubicBezTo>
                    <a:pt x="214042" y="682817"/>
                    <a:pt x="216129" y="682817"/>
                    <a:pt x="211787" y="683356"/>
                  </a:cubicBezTo>
                  <a:cubicBezTo>
                    <a:pt x="207446" y="683894"/>
                    <a:pt x="206234" y="684331"/>
                    <a:pt x="206234" y="684331"/>
                  </a:cubicBezTo>
                  <a:cubicBezTo>
                    <a:pt x="206234" y="684331"/>
                    <a:pt x="204821" y="684768"/>
                    <a:pt x="204383" y="684768"/>
                  </a:cubicBezTo>
                  <a:cubicBezTo>
                    <a:pt x="203946" y="684768"/>
                    <a:pt x="202633" y="685307"/>
                    <a:pt x="202532" y="685643"/>
                  </a:cubicBezTo>
                  <a:cubicBezTo>
                    <a:pt x="202431" y="685979"/>
                    <a:pt x="202431" y="688132"/>
                    <a:pt x="202532" y="688570"/>
                  </a:cubicBezTo>
                  <a:cubicBezTo>
                    <a:pt x="202633" y="689007"/>
                    <a:pt x="203172" y="691059"/>
                    <a:pt x="204047" y="692606"/>
                  </a:cubicBezTo>
                  <a:cubicBezTo>
                    <a:pt x="204922" y="694120"/>
                    <a:pt x="204821" y="696408"/>
                    <a:pt x="205124" y="696509"/>
                  </a:cubicBezTo>
                  <a:cubicBezTo>
                    <a:pt x="205460" y="696610"/>
                    <a:pt x="206874" y="700310"/>
                    <a:pt x="207311" y="700646"/>
                  </a:cubicBezTo>
                  <a:cubicBezTo>
                    <a:pt x="207749" y="700983"/>
                    <a:pt x="209263" y="703472"/>
                    <a:pt x="210138" y="703573"/>
                  </a:cubicBezTo>
                  <a:cubicBezTo>
                    <a:pt x="211013" y="703674"/>
                    <a:pt x="212965" y="708350"/>
                    <a:pt x="212965" y="708350"/>
                  </a:cubicBezTo>
                  <a:lnTo>
                    <a:pt x="214816" y="712689"/>
                  </a:lnTo>
                  <a:lnTo>
                    <a:pt x="217408" y="717466"/>
                  </a:lnTo>
                  <a:lnTo>
                    <a:pt x="221749" y="723454"/>
                  </a:lnTo>
                  <a:lnTo>
                    <a:pt x="226326" y="726482"/>
                  </a:lnTo>
                  <a:lnTo>
                    <a:pt x="232417" y="727121"/>
                  </a:lnTo>
                  <a:cubicBezTo>
                    <a:pt x="232417" y="727121"/>
                    <a:pt x="235682" y="726482"/>
                    <a:pt x="236321" y="726145"/>
                  </a:cubicBezTo>
                  <a:cubicBezTo>
                    <a:pt x="236961" y="725809"/>
                    <a:pt x="239788" y="722243"/>
                    <a:pt x="240124" y="721806"/>
                  </a:cubicBezTo>
                  <a:cubicBezTo>
                    <a:pt x="240461" y="721368"/>
                    <a:pt x="241639" y="719518"/>
                    <a:pt x="241874" y="719215"/>
                  </a:cubicBezTo>
                  <a:cubicBezTo>
                    <a:pt x="242076" y="718879"/>
                    <a:pt x="243187" y="718576"/>
                    <a:pt x="243187" y="718576"/>
                  </a:cubicBezTo>
                  <a:lnTo>
                    <a:pt x="245576" y="718778"/>
                  </a:lnTo>
                  <a:lnTo>
                    <a:pt x="246216" y="720628"/>
                  </a:lnTo>
                  <a:lnTo>
                    <a:pt x="250019" y="722916"/>
                  </a:lnTo>
                  <a:lnTo>
                    <a:pt x="254259" y="724362"/>
                  </a:lnTo>
                  <a:lnTo>
                    <a:pt x="257154" y="719888"/>
                  </a:lnTo>
                  <a:lnTo>
                    <a:pt x="258298" y="719316"/>
                  </a:lnTo>
                  <a:lnTo>
                    <a:pt x="261495" y="718307"/>
                  </a:lnTo>
                  <a:lnTo>
                    <a:pt x="263817" y="719182"/>
                  </a:lnTo>
                  <a:lnTo>
                    <a:pt x="267014" y="722209"/>
                  </a:lnTo>
                  <a:lnTo>
                    <a:pt x="267452" y="727289"/>
                  </a:lnTo>
                  <a:lnTo>
                    <a:pt x="269337" y="733815"/>
                  </a:lnTo>
                  <a:lnTo>
                    <a:pt x="271524" y="739904"/>
                  </a:lnTo>
                  <a:lnTo>
                    <a:pt x="274553" y="744546"/>
                  </a:lnTo>
                  <a:lnTo>
                    <a:pt x="279029" y="751072"/>
                  </a:lnTo>
                  <a:lnTo>
                    <a:pt x="279904" y="753965"/>
                  </a:lnTo>
                  <a:lnTo>
                    <a:pt x="279904" y="760323"/>
                  </a:lnTo>
                  <a:lnTo>
                    <a:pt x="280644" y="766546"/>
                  </a:lnTo>
                  <a:lnTo>
                    <a:pt x="280342" y="770449"/>
                  </a:lnTo>
                  <a:cubicBezTo>
                    <a:pt x="280342" y="770449"/>
                    <a:pt x="284414" y="775091"/>
                    <a:pt x="285121" y="775091"/>
                  </a:cubicBezTo>
                  <a:cubicBezTo>
                    <a:pt x="285861" y="775091"/>
                    <a:pt x="287712" y="775091"/>
                    <a:pt x="287712" y="775091"/>
                  </a:cubicBezTo>
                  <a:lnTo>
                    <a:pt x="292356" y="774788"/>
                  </a:lnTo>
                  <a:lnTo>
                    <a:pt x="293803" y="780440"/>
                  </a:lnTo>
                  <a:cubicBezTo>
                    <a:pt x="293803" y="780440"/>
                    <a:pt x="294106" y="785351"/>
                    <a:pt x="294376" y="785956"/>
                  </a:cubicBezTo>
                  <a:cubicBezTo>
                    <a:pt x="294678" y="786528"/>
                    <a:pt x="297001" y="797831"/>
                    <a:pt x="297001" y="797831"/>
                  </a:cubicBezTo>
                  <a:lnTo>
                    <a:pt x="298448" y="801161"/>
                  </a:lnTo>
                  <a:lnTo>
                    <a:pt x="300635" y="804492"/>
                  </a:lnTo>
                  <a:lnTo>
                    <a:pt x="306424" y="806948"/>
                  </a:lnTo>
                  <a:lnTo>
                    <a:pt x="306491" y="809134"/>
                  </a:lnTo>
                  <a:lnTo>
                    <a:pt x="305986" y="815088"/>
                  </a:lnTo>
                  <a:lnTo>
                    <a:pt x="305986" y="817679"/>
                  </a:lnTo>
                  <a:lnTo>
                    <a:pt x="306727" y="819697"/>
                  </a:lnTo>
                  <a:lnTo>
                    <a:pt x="309116" y="825651"/>
                  </a:lnTo>
                  <a:lnTo>
                    <a:pt x="311506" y="830428"/>
                  </a:lnTo>
                  <a:lnTo>
                    <a:pt x="314131" y="834330"/>
                  </a:lnTo>
                  <a:lnTo>
                    <a:pt x="319919" y="836517"/>
                  </a:lnTo>
                  <a:lnTo>
                    <a:pt x="322679" y="837391"/>
                  </a:lnTo>
                  <a:lnTo>
                    <a:pt x="325001" y="838569"/>
                  </a:lnTo>
                  <a:lnTo>
                    <a:pt x="328198" y="842908"/>
                  </a:lnTo>
                  <a:lnTo>
                    <a:pt x="329073" y="849132"/>
                  </a:lnTo>
                  <a:lnTo>
                    <a:pt x="328939" y="850713"/>
                  </a:lnTo>
                  <a:lnTo>
                    <a:pt x="328501" y="854178"/>
                  </a:lnTo>
                  <a:lnTo>
                    <a:pt x="327626" y="856499"/>
                  </a:lnTo>
                  <a:lnTo>
                    <a:pt x="328064" y="858955"/>
                  </a:lnTo>
                  <a:cubicBezTo>
                    <a:pt x="328064" y="858955"/>
                    <a:pt x="329814" y="859695"/>
                    <a:pt x="331530" y="859695"/>
                  </a:cubicBezTo>
                  <a:cubicBezTo>
                    <a:pt x="333280" y="859695"/>
                    <a:pt x="338934" y="855490"/>
                    <a:pt x="338934" y="855490"/>
                  </a:cubicBezTo>
                  <a:lnTo>
                    <a:pt x="340819" y="855927"/>
                  </a:lnTo>
                  <a:lnTo>
                    <a:pt x="338362" y="863328"/>
                  </a:lnTo>
                  <a:lnTo>
                    <a:pt x="337050" y="865783"/>
                  </a:lnTo>
                  <a:lnTo>
                    <a:pt x="334727" y="868104"/>
                  </a:lnTo>
                  <a:cubicBezTo>
                    <a:pt x="334727" y="868104"/>
                    <a:pt x="331833" y="870291"/>
                    <a:pt x="330958" y="870291"/>
                  </a:cubicBezTo>
                  <a:cubicBezTo>
                    <a:pt x="330083" y="870291"/>
                    <a:pt x="327761" y="870863"/>
                    <a:pt x="326919" y="871300"/>
                  </a:cubicBezTo>
                  <a:cubicBezTo>
                    <a:pt x="326044" y="871738"/>
                    <a:pt x="324732" y="873319"/>
                    <a:pt x="324732" y="873319"/>
                  </a:cubicBezTo>
                  <a:cubicBezTo>
                    <a:pt x="324732" y="873319"/>
                    <a:pt x="324597" y="876346"/>
                    <a:pt x="324867" y="876952"/>
                  </a:cubicBezTo>
                  <a:cubicBezTo>
                    <a:pt x="325170" y="877523"/>
                    <a:pt x="326617" y="881728"/>
                    <a:pt x="326617" y="881728"/>
                  </a:cubicBezTo>
                  <a:lnTo>
                    <a:pt x="333011" y="885799"/>
                  </a:lnTo>
                  <a:lnTo>
                    <a:pt x="339977" y="888995"/>
                  </a:lnTo>
                  <a:lnTo>
                    <a:pt x="343309" y="892190"/>
                  </a:lnTo>
                  <a:lnTo>
                    <a:pt x="344184" y="894209"/>
                  </a:lnTo>
                  <a:lnTo>
                    <a:pt x="347382" y="898986"/>
                  </a:lnTo>
                  <a:lnTo>
                    <a:pt x="351285" y="905512"/>
                  </a:lnTo>
                  <a:lnTo>
                    <a:pt x="349401" y="908707"/>
                  </a:lnTo>
                  <a:lnTo>
                    <a:pt x="343040" y="910019"/>
                  </a:lnTo>
                  <a:lnTo>
                    <a:pt x="339843" y="910154"/>
                  </a:lnTo>
                  <a:lnTo>
                    <a:pt x="338833" y="915671"/>
                  </a:lnTo>
                  <a:lnTo>
                    <a:pt x="340146" y="920582"/>
                  </a:lnTo>
                  <a:cubicBezTo>
                    <a:pt x="340146" y="920582"/>
                    <a:pt x="344353" y="922903"/>
                    <a:pt x="345228" y="922903"/>
                  </a:cubicBezTo>
                  <a:cubicBezTo>
                    <a:pt x="346103" y="922903"/>
                    <a:pt x="350444" y="922903"/>
                    <a:pt x="350444" y="922903"/>
                  </a:cubicBezTo>
                  <a:cubicBezTo>
                    <a:pt x="350444" y="922903"/>
                    <a:pt x="352194" y="920885"/>
                    <a:pt x="353069" y="920448"/>
                  </a:cubicBezTo>
                  <a:cubicBezTo>
                    <a:pt x="353944" y="920010"/>
                    <a:pt x="355526" y="918698"/>
                    <a:pt x="355526" y="918698"/>
                  </a:cubicBezTo>
                  <a:lnTo>
                    <a:pt x="357545" y="917252"/>
                  </a:lnTo>
                  <a:lnTo>
                    <a:pt x="358992" y="919876"/>
                  </a:lnTo>
                  <a:lnTo>
                    <a:pt x="359564" y="924955"/>
                  </a:lnTo>
                  <a:lnTo>
                    <a:pt x="361012" y="929867"/>
                  </a:lnTo>
                  <a:lnTo>
                    <a:pt x="364041" y="932188"/>
                  </a:lnTo>
                  <a:lnTo>
                    <a:pt x="365185" y="934375"/>
                  </a:lnTo>
                  <a:lnTo>
                    <a:pt x="365185" y="939454"/>
                  </a:lnTo>
                  <a:lnTo>
                    <a:pt x="365488" y="942784"/>
                  </a:lnTo>
                  <a:lnTo>
                    <a:pt x="365925" y="946989"/>
                  </a:lnTo>
                  <a:cubicBezTo>
                    <a:pt x="365925" y="946989"/>
                    <a:pt x="366935" y="948604"/>
                    <a:pt x="368954" y="948873"/>
                  </a:cubicBezTo>
                  <a:cubicBezTo>
                    <a:pt x="370973" y="949176"/>
                    <a:pt x="374911" y="949445"/>
                    <a:pt x="375483" y="949445"/>
                  </a:cubicBezTo>
                  <a:cubicBezTo>
                    <a:pt x="376055" y="949445"/>
                    <a:pt x="380834" y="947259"/>
                    <a:pt x="382012" y="946418"/>
                  </a:cubicBezTo>
                  <a:cubicBezTo>
                    <a:pt x="383156" y="945543"/>
                    <a:pt x="385344" y="944332"/>
                    <a:pt x="386522" y="944029"/>
                  </a:cubicBezTo>
                  <a:cubicBezTo>
                    <a:pt x="387666" y="943726"/>
                    <a:pt x="393623" y="940329"/>
                    <a:pt x="393623" y="940329"/>
                  </a:cubicBezTo>
                  <a:lnTo>
                    <a:pt x="399109" y="940329"/>
                  </a:lnTo>
                  <a:cubicBezTo>
                    <a:pt x="399109" y="940329"/>
                    <a:pt x="403315" y="937301"/>
                    <a:pt x="403753" y="937133"/>
                  </a:cubicBezTo>
                  <a:cubicBezTo>
                    <a:pt x="404190" y="936998"/>
                    <a:pt x="407522" y="932928"/>
                    <a:pt x="408094" y="932928"/>
                  </a:cubicBezTo>
                  <a:cubicBezTo>
                    <a:pt x="408667" y="932928"/>
                    <a:pt x="410114" y="931784"/>
                    <a:pt x="410551" y="931616"/>
                  </a:cubicBezTo>
                  <a:cubicBezTo>
                    <a:pt x="410989" y="931482"/>
                    <a:pt x="412570" y="929160"/>
                    <a:pt x="412570" y="929160"/>
                  </a:cubicBezTo>
                  <a:cubicBezTo>
                    <a:pt x="412570" y="929160"/>
                    <a:pt x="414018" y="928017"/>
                    <a:pt x="414893" y="928017"/>
                  </a:cubicBezTo>
                  <a:cubicBezTo>
                    <a:pt x="415768" y="928017"/>
                    <a:pt x="419234" y="927075"/>
                    <a:pt x="420412" y="927075"/>
                  </a:cubicBezTo>
                  <a:cubicBezTo>
                    <a:pt x="421556" y="927075"/>
                    <a:pt x="425763" y="926436"/>
                    <a:pt x="425763" y="926436"/>
                  </a:cubicBezTo>
                  <a:lnTo>
                    <a:pt x="428657" y="926436"/>
                  </a:lnTo>
                  <a:lnTo>
                    <a:pt x="432427" y="922971"/>
                  </a:lnTo>
                  <a:lnTo>
                    <a:pt x="438215" y="917757"/>
                  </a:lnTo>
                  <a:lnTo>
                    <a:pt x="441984" y="913989"/>
                  </a:lnTo>
                  <a:lnTo>
                    <a:pt x="446898" y="912845"/>
                  </a:lnTo>
                  <a:cubicBezTo>
                    <a:pt x="446898" y="912845"/>
                    <a:pt x="448211" y="913720"/>
                    <a:pt x="448211" y="914864"/>
                  </a:cubicBezTo>
                  <a:cubicBezTo>
                    <a:pt x="448211" y="916007"/>
                    <a:pt x="445182" y="920650"/>
                    <a:pt x="445182" y="920650"/>
                  </a:cubicBezTo>
                  <a:lnTo>
                    <a:pt x="445182" y="923845"/>
                  </a:lnTo>
                  <a:lnTo>
                    <a:pt x="449254" y="926436"/>
                  </a:lnTo>
                  <a:lnTo>
                    <a:pt x="453023" y="926436"/>
                  </a:lnTo>
                  <a:lnTo>
                    <a:pt x="455345" y="924686"/>
                  </a:lnTo>
                  <a:lnTo>
                    <a:pt x="459115" y="922668"/>
                  </a:lnTo>
                  <a:lnTo>
                    <a:pt x="464399" y="921154"/>
                  </a:lnTo>
                  <a:cubicBezTo>
                    <a:pt x="464399" y="921154"/>
                    <a:pt x="467865" y="920010"/>
                    <a:pt x="468168" y="920010"/>
                  </a:cubicBezTo>
                  <a:cubicBezTo>
                    <a:pt x="468471" y="920010"/>
                    <a:pt x="470759" y="918564"/>
                    <a:pt x="470759" y="918564"/>
                  </a:cubicBezTo>
                  <a:cubicBezTo>
                    <a:pt x="470759" y="918564"/>
                    <a:pt x="473889" y="918698"/>
                    <a:pt x="474461" y="918564"/>
                  </a:cubicBezTo>
                  <a:cubicBezTo>
                    <a:pt x="475033" y="918429"/>
                    <a:pt x="477928" y="918497"/>
                    <a:pt x="478735" y="918429"/>
                  </a:cubicBezTo>
                  <a:cubicBezTo>
                    <a:pt x="479543" y="918362"/>
                    <a:pt x="481764" y="917286"/>
                    <a:pt x="482000" y="917286"/>
                  </a:cubicBezTo>
                  <a:cubicBezTo>
                    <a:pt x="482235" y="917286"/>
                    <a:pt x="483750" y="916781"/>
                    <a:pt x="484255" y="915536"/>
                  </a:cubicBezTo>
                  <a:cubicBezTo>
                    <a:pt x="484760" y="914292"/>
                    <a:pt x="485837" y="912206"/>
                    <a:pt x="485837" y="911836"/>
                  </a:cubicBezTo>
                  <a:cubicBezTo>
                    <a:pt x="485837" y="911466"/>
                    <a:pt x="486409" y="907126"/>
                    <a:pt x="486409" y="907126"/>
                  </a:cubicBezTo>
                  <a:lnTo>
                    <a:pt x="484793" y="901408"/>
                  </a:lnTo>
                  <a:lnTo>
                    <a:pt x="483111" y="897875"/>
                  </a:lnTo>
                  <a:cubicBezTo>
                    <a:pt x="483111" y="897875"/>
                    <a:pt x="484187" y="897337"/>
                    <a:pt x="484961" y="897102"/>
                  </a:cubicBezTo>
                  <a:cubicBezTo>
                    <a:pt x="485735" y="896866"/>
                    <a:pt x="486712" y="896866"/>
                    <a:pt x="487149" y="896866"/>
                  </a:cubicBezTo>
                  <a:cubicBezTo>
                    <a:pt x="487586" y="896866"/>
                    <a:pt x="489538" y="896866"/>
                    <a:pt x="489538" y="896866"/>
                  </a:cubicBezTo>
                  <a:cubicBezTo>
                    <a:pt x="489538" y="896866"/>
                    <a:pt x="490750" y="895117"/>
                    <a:pt x="490750" y="894579"/>
                  </a:cubicBezTo>
                  <a:cubicBezTo>
                    <a:pt x="490750" y="894041"/>
                    <a:pt x="491389" y="891753"/>
                    <a:pt x="491389" y="891316"/>
                  </a:cubicBezTo>
                  <a:cubicBezTo>
                    <a:pt x="491389" y="890879"/>
                    <a:pt x="491726" y="889028"/>
                    <a:pt x="491389" y="888927"/>
                  </a:cubicBezTo>
                  <a:cubicBezTo>
                    <a:pt x="491053" y="888826"/>
                    <a:pt x="490312" y="888053"/>
                    <a:pt x="489740" y="887414"/>
                  </a:cubicBezTo>
                  <a:cubicBezTo>
                    <a:pt x="489202" y="886774"/>
                    <a:pt x="488125" y="885227"/>
                    <a:pt x="487452" y="884588"/>
                  </a:cubicBezTo>
                  <a:cubicBezTo>
                    <a:pt x="486812" y="883949"/>
                    <a:pt x="485702" y="881998"/>
                    <a:pt x="485399" y="881762"/>
                  </a:cubicBezTo>
                  <a:cubicBezTo>
                    <a:pt x="485062" y="881527"/>
                    <a:pt x="483750" y="878163"/>
                    <a:pt x="483750" y="878163"/>
                  </a:cubicBezTo>
                  <a:cubicBezTo>
                    <a:pt x="483750" y="878163"/>
                    <a:pt x="483413" y="877523"/>
                    <a:pt x="483413" y="876414"/>
                  </a:cubicBezTo>
                  <a:cubicBezTo>
                    <a:pt x="483413" y="875337"/>
                    <a:pt x="483413" y="869887"/>
                    <a:pt x="483413" y="869887"/>
                  </a:cubicBezTo>
                  <a:cubicBezTo>
                    <a:pt x="483413" y="869887"/>
                    <a:pt x="484288" y="866523"/>
                    <a:pt x="484288" y="866086"/>
                  </a:cubicBezTo>
                  <a:cubicBezTo>
                    <a:pt x="484288" y="865649"/>
                    <a:pt x="482639" y="859997"/>
                    <a:pt x="482639" y="859997"/>
                  </a:cubicBezTo>
                  <a:lnTo>
                    <a:pt x="481865" y="857710"/>
                  </a:lnTo>
                  <a:cubicBezTo>
                    <a:pt x="481865" y="857710"/>
                    <a:pt x="479812" y="854682"/>
                    <a:pt x="479375" y="854884"/>
                  </a:cubicBezTo>
                  <a:cubicBezTo>
                    <a:pt x="478937" y="855086"/>
                    <a:pt x="478601" y="853269"/>
                    <a:pt x="478500" y="852933"/>
                  </a:cubicBezTo>
                  <a:cubicBezTo>
                    <a:pt x="478399" y="852597"/>
                    <a:pt x="477961" y="848795"/>
                    <a:pt x="477961" y="848358"/>
                  </a:cubicBezTo>
                  <a:cubicBezTo>
                    <a:pt x="477961" y="847921"/>
                    <a:pt x="480115" y="845196"/>
                    <a:pt x="480351" y="844321"/>
                  </a:cubicBezTo>
                  <a:cubicBezTo>
                    <a:pt x="480553" y="843447"/>
                    <a:pt x="481663" y="841596"/>
                    <a:pt x="481663" y="841596"/>
                  </a:cubicBezTo>
                  <a:cubicBezTo>
                    <a:pt x="481663" y="841596"/>
                    <a:pt x="482437" y="838132"/>
                    <a:pt x="482639" y="837694"/>
                  </a:cubicBezTo>
                  <a:cubicBezTo>
                    <a:pt x="482875" y="837257"/>
                    <a:pt x="483413" y="831942"/>
                    <a:pt x="483413" y="831942"/>
                  </a:cubicBezTo>
                  <a:lnTo>
                    <a:pt x="483413" y="829890"/>
                  </a:lnTo>
                  <a:cubicBezTo>
                    <a:pt x="483413" y="829890"/>
                    <a:pt x="484490" y="824911"/>
                    <a:pt x="484288" y="824575"/>
                  </a:cubicBezTo>
                  <a:cubicBezTo>
                    <a:pt x="484053" y="824238"/>
                    <a:pt x="482976" y="819899"/>
                    <a:pt x="482976" y="819899"/>
                  </a:cubicBezTo>
                  <a:lnTo>
                    <a:pt x="483312" y="816097"/>
                  </a:lnTo>
                  <a:cubicBezTo>
                    <a:pt x="483312" y="816097"/>
                    <a:pt x="483514" y="814786"/>
                    <a:pt x="483111" y="814147"/>
                  </a:cubicBezTo>
                  <a:cubicBezTo>
                    <a:pt x="482673" y="813507"/>
                    <a:pt x="481158" y="811220"/>
                    <a:pt x="480183" y="810883"/>
                  </a:cubicBezTo>
                  <a:cubicBezTo>
                    <a:pt x="479206" y="810547"/>
                    <a:pt x="478668" y="810009"/>
                    <a:pt x="478668" y="810009"/>
                  </a:cubicBezTo>
                  <a:cubicBezTo>
                    <a:pt x="478668" y="810009"/>
                    <a:pt x="477793" y="809471"/>
                    <a:pt x="478668" y="807721"/>
                  </a:cubicBezTo>
                  <a:cubicBezTo>
                    <a:pt x="479543" y="805972"/>
                    <a:pt x="480620" y="804559"/>
                    <a:pt x="480620" y="804559"/>
                  </a:cubicBezTo>
                  <a:lnTo>
                    <a:pt x="483346" y="802070"/>
                  </a:lnTo>
                  <a:lnTo>
                    <a:pt x="485197" y="799782"/>
                  </a:lnTo>
                  <a:cubicBezTo>
                    <a:pt x="485197" y="799782"/>
                    <a:pt x="485433" y="796082"/>
                    <a:pt x="485534" y="795645"/>
                  </a:cubicBezTo>
                  <a:cubicBezTo>
                    <a:pt x="485635" y="795207"/>
                    <a:pt x="485971" y="791742"/>
                    <a:pt x="485971" y="791742"/>
                  </a:cubicBezTo>
                  <a:cubicBezTo>
                    <a:pt x="485971" y="791742"/>
                    <a:pt x="486846" y="791406"/>
                    <a:pt x="487586" y="791406"/>
                  </a:cubicBezTo>
                  <a:cubicBezTo>
                    <a:pt x="488361" y="791406"/>
                    <a:pt x="489640" y="792819"/>
                    <a:pt x="489640" y="792819"/>
                  </a:cubicBezTo>
                  <a:cubicBezTo>
                    <a:pt x="489640" y="792819"/>
                    <a:pt x="490279" y="795308"/>
                    <a:pt x="490514" y="795746"/>
                  </a:cubicBezTo>
                  <a:cubicBezTo>
                    <a:pt x="490750" y="796183"/>
                    <a:pt x="491289" y="799547"/>
                    <a:pt x="491289" y="799547"/>
                  </a:cubicBezTo>
                  <a:cubicBezTo>
                    <a:pt x="491289" y="799547"/>
                    <a:pt x="491962" y="801061"/>
                    <a:pt x="492938" y="801061"/>
                  </a:cubicBezTo>
                  <a:cubicBezTo>
                    <a:pt x="493913" y="801061"/>
                    <a:pt x="496640" y="799984"/>
                    <a:pt x="496942" y="799850"/>
                  </a:cubicBezTo>
                  <a:cubicBezTo>
                    <a:pt x="497279" y="799749"/>
                    <a:pt x="499567" y="795409"/>
                    <a:pt x="499567" y="795409"/>
                  </a:cubicBezTo>
                  <a:lnTo>
                    <a:pt x="503034" y="793794"/>
                  </a:lnTo>
                  <a:lnTo>
                    <a:pt x="508486" y="788782"/>
                  </a:lnTo>
                  <a:lnTo>
                    <a:pt x="510976" y="786057"/>
                  </a:lnTo>
                  <a:cubicBezTo>
                    <a:pt x="510976" y="786057"/>
                    <a:pt x="513904" y="782357"/>
                    <a:pt x="514342" y="781718"/>
                  </a:cubicBezTo>
                  <a:cubicBezTo>
                    <a:pt x="514779" y="781079"/>
                    <a:pt x="515654" y="779666"/>
                    <a:pt x="516092" y="778993"/>
                  </a:cubicBezTo>
                  <a:cubicBezTo>
                    <a:pt x="516529" y="778354"/>
                    <a:pt x="518683" y="776706"/>
                    <a:pt x="519356" y="776605"/>
                  </a:cubicBezTo>
                  <a:cubicBezTo>
                    <a:pt x="519996" y="776504"/>
                    <a:pt x="520972" y="775730"/>
                    <a:pt x="521847" y="775629"/>
                  </a:cubicBezTo>
                  <a:cubicBezTo>
                    <a:pt x="522722" y="775528"/>
                    <a:pt x="524236" y="774990"/>
                    <a:pt x="524236" y="774990"/>
                  </a:cubicBezTo>
                  <a:cubicBezTo>
                    <a:pt x="524236" y="774990"/>
                    <a:pt x="524674" y="774990"/>
                    <a:pt x="525111" y="773913"/>
                  </a:cubicBezTo>
                  <a:cubicBezTo>
                    <a:pt x="525549" y="772837"/>
                    <a:pt x="526861" y="770213"/>
                    <a:pt x="527265" y="769675"/>
                  </a:cubicBezTo>
                  <a:cubicBezTo>
                    <a:pt x="527703" y="769137"/>
                    <a:pt x="528140" y="768060"/>
                    <a:pt x="528780" y="767085"/>
                  </a:cubicBezTo>
                  <a:cubicBezTo>
                    <a:pt x="529419" y="766109"/>
                    <a:pt x="529857" y="764898"/>
                    <a:pt x="530294" y="764696"/>
                  </a:cubicBezTo>
                  <a:cubicBezTo>
                    <a:pt x="530732" y="764461"/>
                    <a:pt x="531910" y="762846"/>
                    <a:pt x="532246" y="762745"/>
                  </a:cubicBezTo>
                  <a:cubicBezTo>
                    <a:pt x="532583" y="762644"/>
                    <a:pt x="534097" y="760559"/>
                    <a:pt x="534636" y="760256"/>
                  </a:cubicBezTo>
                  <a:cubicBezTo>
                    <a:pt x="535174" y="759919"/>
                    <a:pt x="536823" y="758506"/>
                    <a:pt x="536823" y="758506"/>
                  </a:cubicBezTo>
                  <a:lnTo>
                    <a:pt x="538237" y="757531"/>
                  </a:lnTo>
                  <a:lnTo>
                    <a:pt x="539650" y="757094"/>
                  </a:lnTo>
                  <a:lnTo>
                    <a:pt x="542713" y="755142"/>
                  </a:lnTo>
                  <a:cubicBezTo>
                    <a:pt x="542713" y="755142"/>
                    <a:pt x="546179" y="751442"/>
                    <a:pt x="546415" y="751139"/>
                  </a:cubicBezTo>
                  <a:cubicBezTo>
                    <a:pt x="546617" y="750803"/>
                    <a:pt x="548367" y="747775"/>
                    <a:pt x="548367" y="747775"/>
                  </a:cubicBezTo>
                  <a:cubicBezTo>
                    <a:pt x="548367" y="747775"/>
                    <a:pt x="549242" y="745824"/>
                    <a:pt x="549242" y="745488"/>
                  </a:cubicBezTo>
                  <a:cubicBezTo>
                    <a:pt x="549242" y="745152"/>
                    <a:pt x="549780" y="742561"/>
                    <a:pt x="549780" y="742225"/>
                  </a:cubicBezTo>
                  <a:cubicBezTo>
                    <a:pt x="549780" y="741888"/>
                    <a:pt x="550117" y="739635"/>
                    <a:pt x="550117" y="739635"/>
                  </a:cubicBezTo>
                  <a:cubicBezTo>
                    <a:pt x="550117" y="739635"/>
                    <a:pt x="550453" y="739534"/>
                    <a:pt x="551093" y="738659"/>
                  </a:cubicBezTo>
                  <a:cubicBezTo>
                    <a:pt x="551732" y="737785"/>
                    <a:pt x="552944" y="737246"/>
                    <a:pt x="553280" y="736910"/>
                  </a:cubicBezTo>
                  <a:cubicBezTo>
                    <a:pt x="553617" y="736574"/>
                    <a:pt x="554357" y="735497"/>
                    <a:pt x="554357" y="735497"/>
                  </a:cubicBezTo>
                  <a:cubicBezTo>
                    <a:pt x="554357" y="735497"/>
                    <a:pt x="555333" y="735295"/>
                    <a:pt x="554458" y="734421"/>
                  </a:cubicBezTo>
                  <a:cubicBezTo>
                    <a:pt x="553583" y="733546"/>
                    <a:pt x="552607" y="731595"/>
                    <a:pt x="552607" y="731595"/>
                  </a:cubicBezTo>
                  <a:cubicBezTo>
                    <a:pt x="552607" y="731595"/>
                    <a:pt x="552506" y="731258"/>
                    <a:pt x="551732" y="731057"/>
                  </a:cubicBezTo>
                  <a:cubicBezTo>
                    <a:pt x="550958" y="730855"/>
                    <a:pt x="550319" y="730417"/>
                    <a:pt x="549982" y="730283"/>
                  </a:cubicBezTo>
                  <a:cubicBezTo>
                    <a:pt x="549645" y="730182"/>
                    <a:pt x="548131" y="728534"/>
                    <a:pt x="547492" y="728231"/>
                  </a:cubicBezTo>
                  <a:cubicBezTo>
                    <a:pt x="546852" y="727894"/>
                    <a:pt x="545405" y="726179"/>
                    <a:pt x="544328" y="725741"/>
                  </a:cubicBezTo>
                  <a:cubicBezTo>
                    <a:pt x="543251" y="725304"/>
                    <a:pt x="542578" y="724665"/>
                    <a:pt x="542477" y="724329"/>
                  </a:cubicBezTo>
                  <a:cubicBezTo>
                    <a:pt x="542376" y="723992"/>
                    <a:pt x="542376" y="722277"/>
                    <a:pt x="542376" y="722277"/>
                  </a:cubicBezTo>
                  <a:lnTo>
                    <a:pt x="542915" y="720426"/>
                  </a:lnTo>
                  <a:lnTo>
                    <a:pt x="543689" y="718812"/>
                  </a:lnTo>
                  <a:cubicBezTo>
                    <a:pt x="543689" y="718812"/>
                    <a:pt x="544564" y="717197"/>
                    <a:pt x="544766" y="716861"/>
                  </a:cubicBezTo>
                  <a:cubicBezTo>
                    <a:pt x="544968" y="716524"/>
                    <a:pt x="545742" y="715010"/>
                    <a:pt x="546381" y="714371"/>
                  </a:cubicBezTo>
                  <a:cubicBezTo>
                    <a:pt x="547021" y="713732"/>
                    <a:pt x="548871" y="712420"/>
                    <a:pt x="548871" y="712420"/>
                  </a:cubicBezTo>
                  <a:cubicBezTo>
                    <a:pt x="548871" y="712420"/>
                    <a:pt x="549410" y="711781"/>
                    <a:pt x="550184" y="711445"/>
                  </a:cubicBezTo>
                  <a:cubicBezTo>
                    <a:pt x="550958" y="711108"/>
                    <a:pt x="551934" y="710469"/>
                    <a:pt x="553448" y="709493"/>
                  </a:cubicBezTo>
                  <a:cubicBezTo>
                    <a:pt x="554963" y="708518"/>
                    <a:pt x="556276" y="707307"/>
                    <a:pt x="556276" y="707307"/>
                  </a:cubicBezTo>
                  <a:lnTo>
                    <a:pt x="557050" y="705793"/>
                  </a:lnTo>
                  <a:lnTo>
                    <a:pt x="559338" y="704212"/>
                  </a:lnTo>
                  <a:lnTo>
                    <a:pt x="561391" y="702194"/>
                  </a:lnTo>
                  <a:lnTo>
                    <a:pt x="562569" y="702194"/>
                  </a:lnTo>
                  <a:lnTo>
                    <a:pt x="565396" y="701958"/>
                  </a:lnTo>
                  <a:lnTo>
                    <a:pt x="569199" y="705221"/>
                  </a:lnTo>
                  <a:lnTo>
                    <a:pt x="569973" y="705558"/>
                  </a:lnTo>
                  <a:lnTo>
                    <a:pt x="572564" y="706533"/>
                  </a:lnTo>
                  <a:cubicBezTo>
                    <a:pt x="572564" y="706533"/>
                    <a:pt x="573776" y="706870"/>
                    <a:pt x="575055" y="706533"/>
                  </a:cubicBezTo>
                  <a:cubicBezTo>
                    <a:pt x="576367" y="706197"/>
                    <a:pt x="577242" y="705659"/>
                    <a:pt x="578555" y="704347"/>
                  </a:cubicBezTo>
                  <a:cubicBezTo>
                    <a:pt x="579867" y="703035"/>
                    <a:pt x="581382" y="701857"/>
                    <a:pt x="581920" y="701420"/>
                  </a:cubicBezTo>
                  <a:cubicBezTo>
                    <a:pt x="582459" y="700983"/>
                    <a:pt x="583771" y="699368"/>
                    <a:pt x="584310" y="698695"/>
                  </a:cubicBezTo>
                  <a:cubicBezTo>
                    <a:pt x="584848" y="698056"/>
                    <a:pt x="585387" y="697282"/>
                    <a:pt x="585723" y="696408"/>
                  </a:cubicBezTo>
                  <a:cubicBezTo>
                    <a:pt x="586060" y="695533"/>
                    <a:pt x="586800" y="694759"/>
                    <a:pt x="586800" y="694019"/>
                  </a:cubicBezTo>
                  <a:cubicBezTo>
                    <a:pt x="586800" y="693246"/>
                    <a:pt x="586901" y="691429"/>
                    <a:pt x="587002" y="690218"/>
                  </a:cubicBezTo>
                  <a:cubicBezTo>
                    <a:pt x="587103" y="689007"/>
                    <a:pt x="587339" y="688805"/>
                    <a:pt x="587103" y="687493"/>
                  </a:cubicBezTo>
                  <a:cubicBezTo>
                    <a:pt x="586901" y="686181"/>
                    <a:pt x="586767" y="685206"/>
                    <a:pt x="586666" y="684903"/>
                  </a:cubicBezTo>
                  <a:cubicBezTo>
                    <a:pt x="586565" y="684567"/>
                    <a:pt x="585589" y="682952"/>
                    <a:pt x="585016" y="681976"/>
                  </a:cubicBezTo>
                  <a:cubicBezTo>
                    <a:pt x="584478" y="681001"/>
                    <a:pt x="583805" y="679151"/>
                    <a:pt x="583502" y="679050"/>
                  </a:cubicBezTo>
                  <a:cubicBezTo>
                    <a:pt x="583166" y="678949"/>
                    <a:pt x="582190" y="678612"/>
                    <a:pt x="581315" y="677738"/>
                  </a:cubicBezTo>
                  <a:cubicBezTo>
                    <a:pt x="580440" y="676863"/>
                    <a:pt x="579464" y="676762"/>
                    <a:pt x="579363" y="675989"/>
                  </a:cubicBezTo>
                  <a:cubicBezTo>
                    <a:pt x="579262" y="675215"/>
                    <a:pt x="579026" y="674239"/>
                    <a:pt x="579026" y="673802"/>
                  </a:cubicBezTo>
                  <a:cubicBezTo>
                    <a:pt x="579026" y="673365"/>
                    <a:pt x="577814" y="675316"/>
                    <a:pt x="580002" y="671178"/>
                  </a:cubicBezTo>
                  <a:cubicBezTo>
                    <a:pt x="582190" y="667040"/>
                    <a:pt x="582190" y="667040"/>
                    <a:pt x="582190" y="667040"/>
                  </a:cubicBezTo>
                  <a:lnTo>
                    <a:pt x="582829" y="664551"/>
                  </a:lnTo>
                  <a:lnTo>
                    <a:pt x="584141" y="662062"/>
                  </a:lnTo>
                  <a:lnTo>
                    <a:pt x="584478" y="659774"/>
                  </a:lnTo>
                  <a:lnTo>
                    <a:pt x="585892" y="657588"/>
                  </a:lnTo>
                  <a:cubicBezTo>
                    <a:pt x="585892" y="657588"/>
                    <a:pt x="586093" y="657487"/>
                    <a:pt x="586666" y="657487"/>
                  </a:cubicBezTo>
                  <a:cubicBezTo>
                    <a:pt x="587204" y="657487"/>
                    <a:pt x="588954" y="657386"/>
                    <a:pt x="588954" y="657386"/>
                  </a:cubicBezTo>
                  <a:lnTo>
                    <a:pt x="590469" y="660110"/>
                  </a:lnTo>
                  <a:lnTo>
                    <a:pt x="591445" y="661422"/>
                  </a:lnTo>
                  <a:cubicBezTo>
                    <a:pt x="591445" y="661422"/>
                    <a:pt x="593396" y="662129"/>
                    <a:pt x="593834" y="662129"/>
                  </a:cubicBezTo>
                  <a:cubicBezTo>
                    <a:pt x="594271" y="662129"/>
                    <a:pt x="597637" y="662196"/>
                    <a:pt x="597637" y="662196"/>
                  </a:cubicBezTo>
                  <a:lnTo>
                    <a:pt x="599050" y="662196"/>
                  </a:lnTo>
                  <a:lnTo>
                    <a:pt x="601642" y="662533"/>
                  </a:lnTo>
                  <a:cubicBezTo>
                    <a:pt x="601642" y="662533"/>
                    <a:pt x="603392" y="662196"/>
                    <a:pt x="604570" y="662196"/>
                  </a:cubicBezTo>
                  <a:cubicBezTo>
                    <a:pt x="605781" y="662196"/>
                    <a:pt x="608272" y="661994"/>
                    <a:pt x="608608" y="661994"/>
                  </a:cubicBezTo>
                  <a:cubicBezTo>
                    <a:pt x="608945" y="661994"/>
                    <a:pt x="610123" y="659539"/>
                    <a:pt x="610123" y="659539"/>
                  </a:cubicBezTo>
                  <a:cubicBezTo>
                    <a:pt x="610123" y="659539"/>
                    <a:pt x="612176" y="658731"/>
                    <a:pt x="612613" y="658731"/>
                  </a:cubicBezTo>
                  <a:cubicBezTo>
                    <a:pt x="613051" y="658731"/>
                    <a:pt x="614666" y="658731"/>
                    <a:pt x="614666" y="658731"/>
                  </a:cubicBezTo>
                  <a:lnTo>
                    <a:pt x="619008" y="661355"/>
                  </a:lnTo>
                  <a:cubicBezTo>
                    <a:pt x="619008" y="661355"/>
                    <a:pt x="622710" y="663104"/>
                    <a:pt x="623013" y="663004"/>
                  </a:cubicBezTo>
                  <a:cubicBezTo>
                    <a:pt x="623349" y="662903"/>
                    <a:pt x="630518" y="661591"/>
                    <a:pt x="630518" y="661591"/>
                  </a:cubicBezTo>
                  <a:cubicBezTo>
                    <a:pt x="630518" y="661591"/>
                    <a:pt x="635734" y="661389"/>
                    <a:pt x="636710" y="660951"/>
                  </a:cubicBezTo>
                  <a:cubicBezTo>
                    <a:pt x="637686" y="660514"/>
                    <a:pt x="640715" y="660077"/>
                    <a:pt x="641051" y="660077"/>
                  </a:cubicBezTo>
                  <a:cubicBezTo>
                    <a:pt x="641388" y="660077"/>
                    <a:pt x="644316" y="663340"/>
                    <a:pt x="644316" y="663340"/>
                  </a:cubicBezTo>
                  <a:lnTo>
                    <a:pt x="643676" y="667478"/>
                  </a:lnTo>
                  <a:lnTo>
                    <a:pt x="642263" y="668554"/>
                  </a:lnTo>
                  <a:cubicBezTo>
                    <a:pt x="642263" y="668554"/>
                    <a:pt x="639974" y="670842"/>
                    <a:pt x="639335" y="670842"/>
                  </a:cubicBezTo>
                  <a:cubicBezTo>
                    <a:pt x="638696" y="670842"/>
                    <a:pt x="635869" y="671380"/>
                    <a:pt x="635869" y="671380"/>
                  </a:cubicBezTo>
                  <a:lnTo>
                    <a:pt x="633244" y="672692"/>
                  </a:lnTo>
                  <a:lnTo>
                    <a:pt x="631393" y="674105"/>
                  </a:lnTo>
                  <a:cubicBezTo>
                    <a:pt x="631393" y="674105"/>
                    <a:pt x="629441" y="675955"/>
                    <a:pt x="629239" y="676291"/>
                  </a:cubicBezTo>
                  <a:cubicBezTo>
                    <a:pt x="629003" y="676628"/>
                    <a:pt x="627489" y="677906"/>
                    <a:pt x="627287" y="678242"/>
                  </a:cubicBezTo>
                  <a:cubicBezTo>
                    <a:pt x="627085" y="678579"/>
                    <a:pt x="624796" y="680429"/>
                    <a:pt x="624796" y="680429"/>
                  </a:cubicBezTo>
                  <a:lnTo>
                    <a:pt x="623820" y="681640"/>
                  </a:lnTo>
                  <a:cubicBezTo>
                    <a:pt x="623820" y="681640"/>
                    <a:pt x="623618" y="685004"/>
                    <a:pt x="623618" y="685441"/>
                  </a:cubicBezTo>
                  <a:cubicBezTo>
                    <a:pt x="623618" y="685879"/>
                    <a:pt x="623820" y="691295"/>
                    <a:pt x="623820" y="691295"/>
                  </a:cubicBezTo>
                  <a:cubicBezTo>
                    <a:pt x="623820" y="691295"/>
                    <a:pt x="623820" y="692371"/>
                    <a:pt x="624022" y="693044"/>
                  </a:cubicBezTo>
                  <a:cubicBezTo>
                    <a:pt x="624224" y="693683"/>
                    <a:pt x="625537" y="695769"/>
                    <a:pt x="625974" y="695769"/>
                  </a:cubicBezTo>
                  <a:cubicBezTo>
                    <a:pt x="626412" y="695769"/>
                    <a:pt x="630114" y="698493"/>
                    <a:pt x="632066" y="698493"/>
                  </a:cubicBezTo>
                  <a:cubicBezTo>
                    <a:pt x="634018" y="698493"/>
                    <a:pt x="634556" y="698292"/>
                    <a:pt x="635431" y="698493"/>
                  </a:cubicBezTo>
                  <a:cubicBezTo>
                    <a:pt x="636306" y="698695"/>
                    <a:pt x="637922" y="700007"/>
                    <a:pt x="637922" y="700007"/>
                  </a:cubicBezTo>
                  <a:lnTo>
                    <a:pt x="640950" y="704044"/>
                  </a:lnTo>
                  <a:cubicBezTo>
                    <a:pt x="640950" y="704044"/>
                    <a:pt x="642364" y="708047"/>
                    <a:pt x="642465" y="708484"/>
                  </a:cubicBezTo>
                  <a:cubicBezTo>
                    <a:pt x="642566" y="708922"/>
                    <a:pt x="640143" y="709964"/>
                    <a:pt x="640143" y="709964"/>
                  </a:cubicBezTo>
                  <a:lnTo>
                    <a:pt x="638999" y="712992"/>
                  </a:lnTo>
                  <a:lnTo>
                    <a:pt x="638561" y="714741"/>
                  </a:lnTo>
                  <a:cubicBezTo>
                    <a:pt x="638561" y="714741"/>
                    <a:pt x="640580" y="714876"/>
                    <a:pt x="640748" y="715313"/>
                  </a:cubicBezTo>
                  <a:cubicBezTo>
                    <a:pt x="640883" y="715751"/>
                    <a:pt x="643071" y="716188"/>
                    <a:pt x="643071" y="716188"/>
                  </a:cubicBezTo>
                  <a:lnTo>
                    <a:pt x="643777" y="718206"/>
                  </a:lnTo>
                  <a:cubicBezTo>
                    <a:pt x="643777" y="718206"/>
                    <a:pt x="643777" y="722411"/>
                    <a:pt x="643643" y="722983"/>
                  </a:cubicBezTo>
                  <a:cubicBezTo>
                    <a:pt x="643508" y="723555"/>
                    <a:pt x="639873" y="726313"/>
                    <a:pt x="639873" y="726313"/>
                  </a:cubicBezTo>
                  <a:cubicBezTo>
                    <a:pt x="639873" y="726313"/>
                    <a:pt x="638426" y="726448"/>
                    <a:pt x="637417" y="727188"/>
                  </a:cubicBezTo>
                  <a:cubicBezTo>
                    <a:pt x="636407" y="727894"/>
                    <a:pt x="635095" y="728937"/>
                    <a:pt x="635095" y="728937"/>
                  </a:cubicBezTo>
                  <a:lnTo>
                    <a:pt x="630316" y="732402"/>
                  </a:lnTo>
                  <a:cubicBezTo>
                    <a:pt x="630316" y="732402"/>
                    <a:pt x="630181" y="734286"/>
                    <a:pt x="630181" y="734858"/>
                  </a:cubicBezTo>
                  <a:cubicBezTo>
                    <a:pt x="630181" y="735430"/>
                    <a:pt x="629744" y="735295"/>
                    <a:pt x="630316" y="736607"/>
                  </a:cubicBezTo>
                  <a:cubicBezTo>
                    <a:pt x="630888" y="737919"/>
                    <a:pt x="634085" y="739500"/>
                    <a:pt x="634085" y="739500"/>
                  </a:cubicBezTo>
                  <a:lnTo>
                    <a:pt x="636542" y="741081"/>
                  </a:lnTo>
                  <a:lnTo>
                    <a:pt x="638864" y="741384"/>
                  </a:lnTo>
                  <a:lnTo>
                    <a:pt x="642499" y="743268"/>
                  </a:lnTo>
                  <a:lnTo>
                    <a:pt x="644821" y="746295"/>
                  </a:lnTo>
                  <a:lnTo>
                    <a:pt x="645965" y="748482"/>
                  </a:lnTo>
                  <a:lnTo>
                    <a:pt x="646537" y="750500"/>
                  </a:lnTo>
                  <a:lnTo>
                    <a:pt x="646672" y="751947"/>
                  </a:lnTo>
                  <a:lnTo>
                    <a:pt x="649128" y="753090"/>
                  </a:lnTo>
                  <a:lnTo>
                    <a:pt x="654076" y="752519"/>
                  </a:lnTo>
                  <a:lnTo>
                    <a:pt x="655523" y="751341"/>
                  </a:lnTo>
                  <a:cubicBezTo>
                    <a:pt x="655523" y="751341"/>
                    <a:pt x="659730" y="751039"/>
                    <a:pt x="660302" y="751039"/>
                  </a:cubicBezTo>
                  <a:cubicBezTo>
                    <a:pt x="660874" y="751039"/>
                    <a:pt x="662927" y="752216"/>
                    <a:pt x="663364" y="752216"/>
                  </a:cubicBezTo>
                  <a:cubicBezTo>
                    <a:pt x="663802" y="752216"/>
                    <a:pt x="665821" y="752922"/>
                    <a:pt x="666999" y="752922"/>
                  </a:cubicBezTo>
                  <a:cubicBezTo>
                    <a:pt x="668143" y="752922"/>
                    <a:pt x="672081" y="750298"/>
                    <a:pt x="672081" y="750298"/>
                  </a:cubicBezTo>
                  <a:lnTo>
                    <a:pt x="673663" y="747271"/>
                  </a:lnTo>
                  <a:lnTo>
                    <a:pt x="674100" y="744815"/>
                  </a:lnTo>
                  <a:lnTo>
                    <a:pt x="676288" y="744512"/>
                  </a:lnTo>
                  <a:cubicBezTo>
                    <a:pt x="676288" y="744512"/>
                    <a:pt x="677600" y="744075"/>
                    <a:pt x="678307" y="744512"/>
                  </a:cubicBezTo>
                  <a:cubicBezTo>
                    <a:pt x="679047" y="744950"/>
                    <a:pt x="680629" y="745387"/>
                    <a:pt x="680629" y="745387"/>
                  </a:cubicBezTo>
                  <a:lnTo>
                    <a:pt x="682379" y="745690"/>
                  </a:lnTo>
                  <a:cubicBezTo>
                    <a:pt x="682379" y="745690"/>
                    <a:pt x="684264" y="745387"/>
                    <a:pt x="684701" y="745118"/>
                  </a:cubicBezTo>
                  <a:cubicBezTo>
                    <a:pt x="685139" y="744815"/>
                    <a:pt x="686148" y="743369"/>
                    <a:pt x="686283" y="742797"/>
                  </a:cubicBezTo>
                  <a:cubicBezTo>
                    <a:pt x="686418" y="742225"/>
                    <a:pt x="687158" y="740476"/>
                    <a:pt x="687158" y="740476"/>
                  </a:cubicBezTo>
                  <a:lnTo>
                    <a:pt x="688168" y="738895"/>
                  </a:lnTo>
                  <a:cubicBezTo>
                    <a:pt x="688168" y="738895"/>
                    <a:pt x="690053" y="737313"/>
                    <a:pt x="690053" y="736876"/>
                  </a:cubicBezTo>
                  <a:cubicBezTo>
                    <a:pt x="690053" y="736439"/>
                    <a:pt x="690928" y="734992"/>
                    <a:pt x="690928" y="734992"/>
                  </a:cubicBezTo>
                  <a:cubicBezTo>
                    <a:pt x="690928" y="734992"/>
                    <a:pt x="692375" y="732974"/>
                    <a:pt x="692677" y="732369"/>
                  </a:cubicBezTo>
                  <a:cubicBezTo>
                    <a:pt x="692980" y="731797"/>
                    <a:pt x="694259" y="729778"/>
                    <a:pt x="694259" y="729778"/>
                  </a:cubicBezTo>
                  <a:lnTo>
                    <a:pt x="695000" y="727894"/>
                  </a:lnTo>
                  <a:cubicBezTo>
                    <a:pt x="695000" y="727894"/>
                    <a:pt x="696582" y="725876"/>
                    <a:pt x="696884" y="725439"/>
                  </a:cubicBezTo>
                  <a:cubicBezTo>
                    <a:pt x="697187" y="725001"/>
                    <a:pt x="699072" y="722546"/>
                    <a:pt x="699072" y="722546"/>
                  </a:cubicBezTo>
                  <a:cubicBezTo>
                    <a:pt x="699072" y="722546"/>
                    <a:pt x="701529" y="719350"/>
                    <a:pt x="701529" y="720225"/>
                  </a:cubicBezTo>
                  <a:cubicBezTo>
                    <a:pt x="701529" y="721099"/>
                    <a:pt x="704423" y="721974"/>
                    <a:pt x="704423" y="721974"/>
                  </a:cubicBezTo>
                  <a:lnTo>
                    <a:pt x="707048" y="725001"/>
                  </a:lnTo>
                  <a:cubicBezTo>
                    <a:pt x="707048" y="725001"/>
                    <a:pt x="707486" y="726885"/>
                    <a:pt x="707923" y="727760"/>
                  </a:cubicBezTo>
                  <a:cubicBezTo>
                    <a:pt x="708361" y="728634"/>
                    <a:pt x="708630" y="731225"/>
                    <a:pt x="708630" y="731225"/>
                  </a:cubicBezTo>
                  <a:cubicBezTo>
                    <a:pt x="708630" y="731225"/>
                    <a:pt x="709202" y="732099"/>
                    <a:pt x="710077" y="732671"/>
                  </a:cubicBezTo>
                  <a:cubicBezTo>
                    <a:pt x="710952" y="733243"/>
                    <a:pt x="712702" y="734421"/>
                    <a:pt x="713409" y="734690"/>
                  </a:cubicBezTo>
                  <a:cubicBezTo>
                    <a:pt x="714149" y="734992"/>
                    <a:pt x="715024" y="735564"/>
                    <a:pt x="715866" y="736271"/>
                  </a:cubicBezTo>
                  <a:cubicBezTo>
                    <a:pt x="716741" y="736977"/>
                    <a:pt x="718760" y="736977"/>
                    <a:pt x="718760" y="736977"/>
                  </a:cubicBezTo>
                  <a:lnTo>
                    <a:pt x="720947" y="737852"/>
                  </a:lnTo>
                  <a:cubicBezTo>
                    <a:pt x="720947" y="737852"/>
                    <a:pt x="721082" y="737415"/>
                    <a:pt x="724145" y="738726"/>
                  </a:cubicBezTo>
                  <a:cubicBezTo>
                    <a:pt x="727207" y="740038"/>
                    <a:pt x="726837" y="741485"/>
                    <a:pt x="726837" y="741485"/>
                  </a:cubicBezTo>
                  <a:lnTo>
                    <a:pt x="726904" y="745387"/>
                  </a:lnTo>
                  <a:lnTo>
                    <a:pt x="726904" y="748314"/>
                  </a:lnTo>
                  <a:lnTo>
                    <a:pt x="725322" y="750332"/>
                  </a:lnTo>
                  <a:lnTo>
                    <a:pt x="723572" y="751779"/>
                  </a:lnTo>
                  <a:lnTo>
                    <a:pt x="723135" y="754537"/>
                  </a:lnTo>
                  <a:cubicBezTo>
                    <a:pt x="723135" y="754537"/>
                    <a:pt x="722260" y="757598"/>
                    <a:pt x="722832" y="757733"/>
                  </a:cubicBezTo>
                  <a:cubicBezTo>
                    <a:pt x="723404" y="757867"/>
                    <a:pt x="725289" y="757867"/>
                    <a:pt x="725895" y="757867"/>
                  </a:cubicBezTo>
                  <a:cubicBezTo>
                    <a:pt x="726467" y="757867"/>
                    <a:pt x="731246" y="757867"/>
                    <a:pt x="731246" y="757867"/>
                  </a:cubicBezTo>
                  <a:lnTo>
                    <a:pt x="732121" y="759886"/>
                  </a:lnTo>
                  <a:lnTo>
                    <a:pt x="732121" y="760458"/>
                  </a:lnTo>
                  <a:lnTo>
                    <a:pt x="732121" y="763923"/>
                  </a:lnTo>
                  <a:lnTo>
                    <a:pt x="729967" y="765234"/>
                  </a:lnTo>
                  <a:lnTo>
                    <a:pt x="725188" y="766681"/>
                  </a:lnTo>
                  <a:lnTo>
                    <a:pt x="723875" y="770146"/>
                  </a:lnTo>
                  <a:cubicBezTo>
                    <a:pt x="723875" y="770146"/>
                    <a:pt x="723438" y="771290"/>
                    <a:pt x="724010" y="771592"/>
                  </a:cubicBezTo>
                  <a:cubicBezTo>
                    <a:pt x="724582" y="771895"/>
                    <a:pt x="726803" y="773173"/>
                    <a:pt x="726803" y="773173"/>
                  </a:cubicBezTo>
                  <a:cubicBezTo>
                    <a:pt x="726803" y="773173"/>
                    <a:pt x="726904" y="773308"/>
                    <a:pt x="726904" y="773476"/>
                  </a:cubicBezTo>
                  <a:lnTo>
                    <a:pt x="726904" y="773476"/>
                  </a:lnTo>
                  <a:lnTo>
                    <a:pt x="731246" y="773476"/>
                  </a:lnTo>
                  <a:lnTo>
                    <a:pt x="736765" y="768262"/>
                  </a:lnTo>
                  <a:lnTo>
                    <a:pt x="741679" y="768262"/>
                  </a:lnTo>
                  <a:lnTo>
                    <a:pt x="744876" y="766244"/>
                  </a:lnTo>
                  <a:lnTo>
                    <a:pt x="747198" y="767993"/>
                  </a:lnTo>
                  <a:lnTo>
                    <a:pt x="748948" y="772063"/>
                  </a:lnTo>
                  <a:lnTo>
                    <a:pt x="751842" y="773510"/>
                  </a:lnTo>
                  <a:lnTo>
                    <a:pt x="758439" y="776975"/>
                  </a:lnTo>
                  <a:lnTo>
                    <a:pt x="762578" y="776975"/>
                  </a:lnTo>
                  <a:cubicBezTo>
                    <a:pt x="762578" y="776975"/>
                    <a:pt x="770622" y="777412"/>
                    <a:pt x="771261" y="776975"/>
                  </a:cubicBezTo>
                  <a:cubicBezTo>
                    <a:pt x="771900" y="776537"/>
                    <a:pt x="773852" y="772938"/>
                    <a:pt x="773852" y="772938"/>
                  </a:cubicBezTo>
                  <a:lnTo>
                    <a:pt x="775804" y="770011"/>
                  </a:lnTo>
                  <a:lnTo>
                    <a:pt x="785160" y="770011"/>
                  </a:lnTo>
                  <a:lnTo>
                    <a:pt x="790141" y="770449"/>
                  </a:lnTo>
                  <a:cubicBezTo>
                    <a:pt x="790141" y="770449"/>
                    <a:pt x="800574" y="772534"/>
                    <a:pt x="801449" y="771693"/>
                  </a:cubicBezTo>
                  <a:cubicBezTo>
                    <a:pt x="802324" y="770886"/>
                    <a:pt x="802661" y="772164"/>
                    <a:pt x="804377" y="769574"/>
                  </a:cubicBezTo>
                  <a:cubicBezTo>
                    <a:pt x="806127" y="766950"/>
                    <a:pt x="806867" y="766244"/>
                    <a:pt x="806867" y="766244"/>
                  </a:cubicBezTo>
                  <a:lnTo>
                    <a:pt x="806867" y="765672"/>
                  </a:lnTo>
                  <a:lnTo>
                    <a:pt x="812286" y="766984"/>
                  </a:lnTo>
                  <a:lnTo>
                    <a:pt x="814473" y="771424"/>
                  </a:lnTo>
                  <a:cubicBezTo>
                    <a:pt x="814473" y="771424"/>
                    <a:pt x="817065" y="773274"/>
                    <a:pt x="817940" y="773274"/>
                  </a:cubicBezTo>
                  <a:cubicBezTo>
                    <a:pt x="818815" y="773274"/>
                    <a:pt x="821204" y="772164"/>
                    <a:pt x="821844" y="771424"/>
                  </a:cubicBezTo>
                  <a:cubicBezTo>
                    <a:pt x="822483" y="770684"/>
                    <a:pt x="822483" y="770247"/>
                    <a:pt x="823796" y="768935"/>
                  </a:cubicBezTo>
                  <a:cubicBezTo>
                    <a:pt x="825108" y="767623"/>
                    <a:pt x="825108" y="765907"/>
                    <a:pt x="825546" y="765672"/>
                  </a:cubicBezTo>
                  <a:cubicBezTo>
                    <a:pt x="825983" y="765436"/>
                    <a:pt x="826858" y="764158"/>
                    <a:pt x="826858" y="764158"/>
                  </a:cubicBezTo>
                  <a:cubicBezTo>
                    <a:pt x="826858" y="764158"/>
                    <a:pt x="827498" y="762409"/>
                    <a:pt x="826858" y="761770"/>
                  </a:cubicBezTo>
                  <a:cubicBezTo>
                    <a:pt x="826219" y="761130"/>
                    <a:pt x="826993" y="761130"/>
                    <a:pt x="827161" y="759818"/>
                  </a:cubicBezTo>
                  <a:cubicBezTo>
                    <a:pt x="827296" y="758506"/>
                    <a:pt x="826858" y="760054"/>
                    <a:pt x="827296" y="758506"/>
                  </a:cubicBezTo>
                  <a:cubicBezTo>
                    <a:pt x="827733" y="756993"/>
                    <a:pt x="827431" y="755243"/>
                    <a:pt x="827431" y="755243"/>
                  </a:cubicBezTo>
                  <a:lnTo>
                    <a:pt x="827733" y="752418"/>
                  </a:lnTo>
                  <a:lnTo>
                    <a:pt x="827733" y="750029"/>
                  </a:lnTo>
                  <a:cubicBezTo>
                    <a:pt x="827733" y="750029"/>
                    <a:pt x="825983" y="748953"/>
                    <a:pt x="825781" y="748280"/>
                  </a:cubicBezTo>
                  <a:cubicBezTo>
                    <a:pt x="825546" y="747641"/>
                    <a:pt x="825142" y="745892"/>
                    <a:pt x="825142" y="745892"/>
                  </a:cubicBezTo>
                  <a:lnTo>
                    <a:pt x="823628" y="744849"/>
                  </a:lnTo>
                  <a:lnTo>
                    <a:pt x="820800" y="742797"/>
                  </a:lnTo>
                  <a:cubicBezTo>
                    <a:pt x="820800" y="742797"/>
                    <a:pt x="820733" y="741014"/>
                    <a:pt x="820800" y="740778"/>
                  </a:cubicBezTo>
                  <a:cubicBezTo>
                    <a:pt x="820868" y="740577"/>
                    <a:pt x="821406" y="739635"/>
                    <a:pt x="821608" y="739365"/>
                  </a:cubicBezTo>
                  <a:cubicBezTo>
                    <a:pt x="821810" y="739096"/>
                    <a:pt x="822147" y="738995"/>
                    <a:pt x="822416" y="738491"/>
                  </a:cubicBezTo>
                  <a:cubicBezTo>
                    <a:pt x="822685" y="737986"/>
                    <a:pt x="822921" y="737583"/>
                    <a:pt x="822921" y="736540"/>
                  </a:cubicBezTo>
                  <a:cubicBezTo>
                    <a:pt x="822921" y="735497"/>
                    <a:pt x="823022" y="735060"/>
                    <a:pt x="822921" y="734421"/>
                  </a:cubicBezTo>
                  <a:cubicBezTo>
                    <a:pt x="822820" y="733781"/>
                    <a:pt x="822719" y="732940"/>
                    <a:pt x="821945" y="732503"/>
                  </a:cubicBezTo>
                  <a:cubicBezTo>
                    <a:pt x="821171" y="732066"/>
                    <a:pt x="820329" y="732268"/>
                    <a:pt x="819656" y="731460"/>
                  </a:cubicBezTo>
                  <a:cubicBezTo>
                    <a:pt x="819017" y="730653"/>
                    <a:pt x="816897" y="730014"/>
                    <a:pt x="816897" y="730014"/>
                  </a:cubicBezTo>
                  <a:lnTo>
                    <a:pt x="814709" y="730014"/>
                  </a:lnTo>
                  <a:lnTo>
                    <a:pt x="813094" y="728601"/>
                  </a:lnTo>
                  <a:lnTo>
                    <a:pt x="811882" y="728264"/>
                  </a:lnTo>
                  <a:lnTo>
                    <a:pt x="807742" y="728264"/>
                  </a:lnTo>
                  <a:lnTo>
                    <a:pt x="806228" y="728567"/>
                  </a:lnTo>
                  <a:lnTo>
                    <a:pt x="804916" y="730081"/>
                  </a:lnTo>
                  <a:lnTo>
                    <a:pt x="802089" y="731090"/>
                  </a:lnTo>
                  <a:lnTo>
                    <a:pt x="800069" y="732335"/>
                  </a:lnTo>
                  <a:lnTo>
                    <a:pt x="797747" y="733781"/>
                  </a:lnTo>
                  <a:lnTo>
                    <a:pt x="794281" y="734656"/>
                  </a:lnTo>
                  <a:lnTo>
                    <a:pt x="788324" y="735228"/>
                  </a:lnTo>
                  <a:lnTo>
                    <a:pt x="785127" y="735228"/>
                  </a:lnTo>
                  <a:cubicBezTo>
                    <a:pt x="785127" y="735228"/>
                    <a:pt x="784117" y="734353"/>
                    <a:pt x="783982" y="733916"/>
                  </a:cubicBezTo>
                  <a:cubicBezTo>
                    <a:pt x="783848" y="733479"/>
                    <a:pt x="783848" y="731292"/>
                    <a:pt x="783848" y="730888"/>
                  </a:cubicBezTo>
                  <a:cubicBezTo>
                    <a:pt x="783848" y="730451"/>
                    <a:pt x="784588" y="729307"/>
                    <a:pt x="784588" y="729307"/>
                  </a:cubicBezTo>
                  <a:cubicBezTo>
                    <a:pt x="784588" y="729307"/>
                    <a:pt x="785463" y="727592"/>
                    <a:pt x="785598" y="727121"/>
                  </a:cubicBezTo>
                  <a:cubicBezTo>
                    <a:pt x="785732" y="726683"/>
                    <a:pt x="784723" y="726818"/>
                    <a:pt x="784454" y="724093"/>
                  </a:cubicBezTo>
                  <a:cubicBezTo>
                    <a:pt x="784151" y="721335"/>
                    <a:pt x="784319" y="720763"/>
                    <a:pt x="784151" y="719316"/>
                  </a:cubicBezTo>
                  <a:cubicBezTo>
                    <a:pt x="784016" y="717870"/>
                    <a:pt x="783713" y="715414"/>
                    <a:pt x="783141" y="715246"/>
                  </a:cubicBezTo>
                  <a:cubicBezTo>
                    <a:pt x="782569" y="715111"/>
                    <a:pt x="780381" y="712353"/>
                    <a:pt x="780381" y="712353"/>
                  </a:cubicBezTo>
                  <a:lnTo>
                    <a:pt x="779069" y="710536"/>
                  </a:lnTo>
                  <a:cubicBezTo>
                    <a:pt x="779069" y="710536"/>
                    <a:pt x="778766" y="709157"/>
                    <a:pt x="778194" y="709157"/>
                  </a:cubicBezTo>
                  <a:cubicBezTo>
                    <a:pt x="778194" y="709157"/>
                    <a:pt x="778328" y="709023"/>
                    <a:pt x="777453" y="709157"/>
                  </a:cubicBezTo>
                  <a:cubicBezTo>
                    <a:pt x="776578" y="709292"/>
                    <a:pt x="775569" y="708451"/>
                    <a:pt x="773684" y="709090"/>
                  </a:cubicBezTo>
                  <a:cubicBezTo>
                    <a:pt x="771799" y="709729"/>
                    <a:pt x="768771" y="710604"/>
                    <a:pt x="768771" y="711175"/>
                  </a:cubicBezTo>
                  <a:cubicBezTo>
                    <a:pt x="768771" y="711747"/>
                    <a:pt x="767021" y="712925"/>
                    <a:pt x="766751" y="712487"/>
                  </a:cubicBezTo>
                  <a:cubicBezTo>
                    <a:pt x="766448" y="712050"/>
                    <a:pt x="764564" y="710301"/>
                    <a:pt x="764564" y="710301"/>
                  </a:cubicBezTo>
                  <a:lnTo>
                    <a:pt x="763823" y="708821"/>
                  </a:lnTo>
                  <a:lnTo>
                    <a:pt x="762006" y="707172"/>
                  </a:lnTo>
                  <a:cubicBezTo>
                    <a:pt x="762006" y="707172"/>
                    <a:pt x="762444" y="704717"/>
                    <a:pt x="762444" y="704414"/>
                  </a:cubicBezTo>
                  <a:cubicBezTo>
                    <a:pt x="762444" y="704111"/>
                    <a:pt x="762376" y="701084"/>
                    <a:pt x="762376" y="701084"/>
                  </a:cubicBezTo>
                  <a:lnTo>
                    <a:pt x="763386" y="695096"/>
                  </a:lnTo>
                  <a:lnTo>
                    <a:pt x="763386" y="692606"/>
                  </a:lnTo>
                  <a:cubicBezTo>
                    <a:pt x="763386" y="692606"/>
                    <a:pt x="760559" y="690016"/>
                    <a:pt x="760121" y="689680"/>
                  </a:cubicBezTo>
                  <a:cubicBezTo>
                    <a:pt x="759684" y="689343"/>
                    <a:pt x="758607" y="687931"/>
                    <a:pt x="758607" y="687931"/>
                  </a:cubicBezTo>
                  <a:cubicBezTo>
                    <a:pt x="758607" y="687931"/>
                    <a:pt x="758405" y="686080"/>
                    <a:pt x="758943" y="685643"/>
                  </a:cubicBezTo>
                  <a:cubicBezTo>
                    <a:pt x="759482" y="685206"/>
                    <a:pt x="760357" y="683793"/>
                    <a:pt x="760693" y="683692"/>
                  </a:cubicBezTo>
                  <a:cubicBezTo>
                    <a:pt x="761030" y="683591"/>
                    <a:pt x="762006" y="681842"/>
                    <a:pt x="762006" y="681842"/>
                  </a:cubicBezTo>
                  <a:cubicBezTo>
                    <a:pt x="762006" y="681842"/>
                    <a:pt x="762780" y="679790"/>
                    <a:pt x="763083" y="679655"/>
                  </a:cubicBezTo>
                  <a:cubicBezTo>
                    <a:pt x="763419" y="679554"/>
                    <a:pt x="763419" y="679218"/>
                    <a:pt x="764295" y="678680"/>
                  </a:cubicBezTo>
                  <a:cubicBezTo>
                    <a:pt x="765170" y="678141"/>
                    <a:pt x="767021" y="675753"/>
                    <a:pt x="767021" y="675753"/>
                  </a:cubicBezTo>
                  <a:lnTo>
                    <a:pt x="768097" y="674677"/>
                  </a:lnTo>
                  <a:lnTo>
                    <a:pt x="768973" y="674037"/>
                  </a:lnTo>
                  <a:lnTo>
                    <a:pt x="770487" y="672725"/>
                  </a:lnTo>
                  <a:cubicBezTo>
                    <a:pt x="770487" y="672725"/>
                    <a:pt x="771126" y="671851"/>
                    <a:pt x="772001" y="671851"/>
                  </a:cubicBezTo>
                  <a:cubicBezTo>
                    <a:pt x="772876" y="671851"/>
                    <a:pt x="774593" y="670875"/>
                    <a:pt x="775030" y="670875"/>
                  </a:cubicBezTo>
                  <a:cubicBezTo>
                    <a:pt x="775468" y="670875"/>
                    <a:pt x="778194" y="670875"/>
                    <a:pt x="778194" y="670875"/>
                  </a:cubicBezTo>
                  <a:cubicBezTo>
                    <a:pt x="778194" y="670875"/>
                    <a:pt x="780348" y="672187"/>
                    <a:pt x="780785" y="672490"/>
                  </a:cubicBezTo>
                  <a:cubicBezTo>
                    <a:pt x="781223" y="672826"/>
                    <a:pt x="782401" y="673264"/>
                    <a:pt x="782973" y="673365"/>
                  </a:cubicBezTo>
                  <a:cubicBezTo>
                    <a:pt x="783511" y="673466"/>
                    <a:pt x="786103" y="673466"/>
                    <a:pt x="786574" y="673466"/>
                  </a:cubicBezTo>
                  <a:cubicBezTo>
                    <a:pt x="787011" y="673466"/>
                    <a:pt x="787213" y="674979"/>
                    <a:pt x="788324" y="673129"/>
                  </a:cubicBezTo>
                  <a:cubicBezTo>
                    <a:pt x="789401" y="671279"/>
                    <a:pt x="789939" y="670741"/>
                    <a:pt x="789939" y="670303"/>
                  </a:cubicBezTo>
                  <a:cubicBezTo>
                    <a:pt x="789939" y="669866"/>
                    <a:pt x="789502" y="664215"/>
                    <a:pt x="789502" y="664215"/>
                  </a:cubicBezTo>
                  <a:lnTo>
                    <a:pt x="789502" y="663037"/>
                  </a:lnTo>
                  <a:lnTo>
                    <a:pt x="790915" y="660750"/>
                  </a:lnTo>
                  <a:lnTo>
                    <a:pt x="793002" y="658630"/>
                  </a:lnTo>
                  <a:lnTo>
                    <a:pt x="795290" y="655199"/>
                  </a:lnTo>
                  <a:lnTo>
                    <a:pt x="797343" y="655199"/>
                  </a:lnTo>
                  <a:lnTo>
                    <a:pt x="799834" y="656074"/>
                  </a:lnTo>
                  <a:lnTo>
                    <a:pt x="800608" y="658799"/>
                  </a:lnTo>
                  <a:lnTo>
                    <a:pt x="801920" y="661624"/>
                  </a:lnTo>
                  <a:lnTo>
                    <a:pt x="805387" y="664988"/>
                  </a:lnTo>
                  <a:lnTo>
                    <a:pt x="807440" y="667713"/>
                  </a:lnTo>
                  <a:lnTo>
                    <a:pt x="809930" y="670202"/>
                  </a:lnTo>
                  <a:lnTo>
                    <a:pt x="812656" y="670404"/>
                  </a:lnTo>
                  <a:lnTo>
                    <a:pt x="814171" y="670068"/>
                  </a:lnTo>
                  <a:lnTo>
                    <a:pt x="815584" y="669866"/>
                  </a:lnTo>
                  <a:lnTo>
                    <a:pt x="818209" y="671178"/>
                  </a:lnTo>
                  <a:lnTo>
                    <a:pt x="820262" y="675316"/>
                  </a:lnTo>
                  <a:lnTo>
                    <a:pt x="821036" y="677166"/>
                  </a:lnTo>
                  <a:lnTo>
                    <a:pt x="822113" y="679453"/>
                  </a:lnTo>
                  <a:lnTo>
                    <a:pt x="824166" y="679117"/>
                  </a:lnTo>
                  <a:lnTo>
                    <a:pt x="825377" y="680328"/>
                  </a:lnTo>
                  <a:lnTo>
                    <a:pt x="826152" y="681943"/>
                  </a:lnTo>
                  <a:lnTo>
                    <a:pt x="827128" y="683591"/>
                  </a:lnTo>
                  <a:lnTo>
                    <a:pt x="828979" y="685206"/>
                  </a:lnTo>
                  <a:lnTo>
                    <a:pt x="830628" y="685979"/>
                  </a:lnTo>
                  <a:lnTo>
                    <a:pt x="832479" y="686619"/>
                  </a:lnTo>
                  <a:cubicBezTo>
                    <a:pt x="832479" y="686619"/>
                    <a:pt x="833253" y="687258"/>
                    <a:pt x="834229" y="686854"/>
                  </a:cubicBezTo>
                  <a:cubicBezTo>
                    <a:pt x="835205" y="686417"/>
                    <a:pt x="835642" y="685374"/>
                    <a:pt x="835642" y="685374"/>
                  </a:cubicBezTo>
                  <a:cubicBezTo>
                    <a:pt x="835642" y="685374"/>
                    <a:pt x="835474" y="685710"/>
                    <a:pt x="835205" y="686047"/>
                  </a:cubicBezTo>
                  <a:lnTo>
                    <a:pt x="833017" y="680429"/>
                  </a:lnTo>
                  <a:lnTo>
                    <a:pt x="833017" y="675215"/>
                  </a:lnTo>
                  <a:lnTo>
                    <a:pt x="831906" y="672826"/>
                  </a:lnTo>
                  <a:lnTo>
                    <a:pt x="831301" y="669496"/>
                  </a:lnTo>
                  <a:lnTo>
                    <a:pt x="831301" y="668251"/>
                  </a:lnTo>
                  <a:cubicBezTo>
                    <a:pt x="831301" y="668251"/>
                    <a:pt x="829113" y="663609"/>
                    <a:pt x="829113" y="663172"/>
                  </a:cubicBezTo>
                  <a:cubicBezTo>
                    <a:pt x="829113" y="662734"/>
                    <a:pt x="828238" y="658967"/>
                    <a:pt x="828238" y="658967"/>
                  </a:cubicBezTo>
                  <a:lnTo>
                    <a:pt x="825411" y="656646"/>
                  </a:lnTo>
                  <a:lnTo>
                    <a:pt x="824334" y="651297"/>
                  </a:lnTo>
                  <a:lnTo>
                    <a:pt x="824334" y="647395"/>
                  </a:lnTo>
                  <a:cubicBezTo>
                    <a:pt x="824334" y="647395"/>
                    <a:pt x="822450" y="644939"/>
                    <a:pt x="821877" y="644939"/>
                  </a:cubicBezTo>
                  <a:cubicBezTo>
                    <a:pt x="821305" y="644939"/>
                    <a:pt x="817805" y="640734"/>
                    <a:pt x="817805" y="640734"/>
                  </a:cubicBezTo>
                  <a:cubicBezTo>
                    <a:pt x="817805" y="640734"/>
                    <a:pt x="813026" y="641743"/>
                    <a:pt x="811848" y="641743"/>
                  </a:cubicBezTo>
                  <a:cubicBezTo>
                    <a:pt x="810704" y="641743"/>
                    <a:pt x="806935" y="641003"/>
                    <a:pt x="806060" y="639725"/>
                  </a:cubicBezTo>
                  <a:cubicBezTo>
                    <a:pt x="805185" y="638413"/>
                    <a:pt x="801584" y="634511"/>
                    <a:pt x="801584" y="634511"/>
                  </a:cubicBezTo>
                  <a:lnTo>
                    <a:pt x="798252" y="632761"/>
                  </a:lnTo>
                  <a:lnTo>
                    <a:pt x="790276" y="634073"/>
                  </a:lnTo>
                  <a:cubicBezTo>
                    <a:pt x="790276" y="634073"/>
                    <a:pt x="783915" y="636529"/>
                    <a:pt x="783478" y="636664"/>
                  </a:cubicBezTo>
                  <a:cubicBezTo>
                    <a:pt x="783040" y="636798"/>
                    <a:pt x="778833" y="636361"/>
                    <a:pt x="778396" y="636226"/>
                  </a:cubicBezTo>
                  <a:cubicBezTo>
                    <a:pt x="777958" y="636092"/>
                    <a:pt x="773920" y="630272"/>
                    <a:pt x="773920" y="630272"/>
                  </a:cubicBezTo>
                  <a:lnTo>
                    <a:pt x="773920" y="624755"/>
                  </a:lnTo>
                  <a:lnTo>
                    <a:pt x="773920" y="619541"/>
                  </a:lnTo>
                  <a:cubicBezTo>
                    <a:pt x="773920" y="619541"/>
                    <a:pt x="771968" y="615202"/>
                    <a:pt x="771093" y="614529"/>
                  </a:cubicBezTo>
                  <a:cubicBezTo>
                    <a:pt x="770218" y="613890"/>
                    <a:pt x="769141" y="611703"/>
                    <a:pt x="769141" y="610829"/>
                  </a:cubicBezTo>
                  <a:cubicBezTo>
                    <a:pt x="769141" y="609954"/>
                    <a:pt x="770016" y="609315"/>
                    <a:pt x="770218" y="608205"/>
                  </a:cubicBezTo>
                  <a:cubicBezTo>
                    <a:pt x="770420" y="607128"/>
                    <a:pt x="771295" y="606018"/>
                    <a:pt x="771295" y="605177"/>
                  </a:cubicBezTo>
                  <a:cubicBezTo>
                    <a:pt x="771295" y="604302"/>
                    <a:pt x="773247" y="602553"/>
                    <a:pt x="773247" y="602553"/>
                  </a:cubicBezTo>
                  <a:lnTo>
                    <a:pt x="773684" y="599290"/>
                  </a:lnTo>
                  <a:lnTo>
                    <a:pt x="774122" y="596666"/>
                  </a:lnTo>
                  <a:lnTo>
                    <a:pt x="776511" y="593841"/>
                  </a:lnTo>
                  <a:lnTo>
                    <a:pt x="774357" y="588862"/>
                  </a:lnTo>
                  <a:lnTo>
                    <a:pt x="769141" y="589938"/>
                  </a:lnTo>
                  <a:cubicBezTo>
                    <a:pt x="769141" y="589938"/>
                    <a:pt x="766516" y="591015"/>
                    <a:pt x="765876" y="591688"/>
                  </a:cubicBezTo>
                  <a:cubicBezTo>
                    <a:pt x="765237" y="592327"/>
                    <a:pt x="760660" y="594278"/>
                    <a:pt x="760660" y="594278"/>
                  </a:cubicBezTo>
                  <a:lnTo>
                    <a:pt x="757395" y="594278"/>
                  </a:lnTo>
                  <a:lnTo>
                    <a:pt x="750429" y="593201"/>
                  </a:lnTo>
                  <a:lnTo>
                    <a:pt x="746962" y="590376"/>
                  </a:lnTo>
                  <a:lnTo>
                    <a:pt x="744573" y="586911"/>
                  </a:lnTo>
                  <a:lnTo>
                    <a:pt x="745650" y="582773"/>
                  </a:lnTo>
                  <a:lnTo>
                    <a:pt x="746087" y="580385"/>
                  </a:lnTo>
                  <a:lnTo>
                    <a:pt x="744573" y="578871"/>
                  </a:lnTo>
                  <a:lnTo>
                    <a:pt x="740433" y="573657"/>
                  </a:lnTo>
                  <a:cubicBezTo>
                    <a:pt x="740433" y="573657"/>
                    <a:pt x="739356" y="571268"/>
                    <a:pt x="739356" y="570595"/>
                  </a:cubicBezTo>
                  <a:cubicBezTo>
                    <a:pt x="739356" y="569956"/>
                    <a:pt x="739996" y="564069"/>
                    <a:pt x="740669" y="563868"/>
                  </a:cubicBezTo>
                  <a:cubicBezTo>
                    <a:pt x="741342" y="563666"/>
                    <a:pt x="739356" y="558653"/>
                    <a:pt x="739356" y="558653"/>
                  </a:cubicBezTo>
                  <a:cubicBezTo>
                    <a:pt x="739356" y="558653"/>
                    <a:pt x="742823" y="556265"/>
                    <a:pt x="743496" y="556366"/>
                  </a:cubicBezTo>
                  <a:cubicBezTo>
                    <a:pt x="744135" y="556467"/>
                    <a:pt x="748477" y="550815"/>
                    <a:pt x="748477" y="550815"/>
                  </a:cubicBezTo>
                  <a:cubicBezTo>
                    <a:pt x="748477" y="550815"/>
                    <a:pt x="753895" y="547990"/>
                    <a:pt x="754333" y="547351"/>
                  </a:cubicBezTo>
                  <a:cubicBezTo>
                    <a:pt x="754770" y="546711"/>
                    <a:pt x="759112" y="545837"/>
                    <a:pt x="759785" y="545601"/>
                  </a:cubicBezTo>
                  <a:cubicBezTo>
                    <a:pt x="760424" y="545399"/>
                    <a:pt x="762612" y="543650"/>
                    <a:pt x="762612" y="542775"/>
                  </a:cubicBezTo>
                  <a:cubicBezTo>
                    <a:pt x="762612" y="541901"/>
                    <a:pt x="764564" y="537023"/>
                    <a:pt x="764564" y="536149"/>
                  </a:cubicBezTo>
                  <a:cubicBezTo>
                    <a:pt x="764564" y="535274"/>
                    <a:pt x="765439" y="531708"/>
                    <a:pt x="765439" y="531708"/>
                  </a:cubicBezTo>
                  <a:lnTo>
                    <a:pt x="767828" y="531708"/>
                  </a:lnTo>
                  <a:cubicBezTo>
                    <a:pt x="767828" y="531708"/>
                    <a:pt x="769343" y="531910"/>
                    <a:pt x="770891" y="531708"/>
                  </a:cubicBezTo>
                  <a:cubicBezTo>
                    <a:pt x="772405" y="531473"/>
                    <a:pt x="773280" y="530632"/>
                    <a:pt x="773920" y="529959"/>
                  </a:cubicBezTo>
                  <a:cubicBezTo>
                    <a:pt x="774559" y="529320"/>
                    <a:pt x="774795" y="527570"/>
                    <a:pt x="775232" y="526931"/>
                  </a:cubicBezTo>
                  <a:cubicBezTo>
                    <a:pt x="775670" y="526292"/>
                    <a:pt x="776545" y="523466"/>
                    <a:pt x="776545" y="522592"/>
                  </a:cubicBezTo>
                  <a:cubicBezTo>
                    <a:pt x="776545" y="521717"/>
                    <a:pt x="777420" y="518690"/>
                    <a:pt x="777420" y="518690"/>
                  </a:cubicBezTo>
                  <a:cubicBezTo>
                    <a:pt x="777420" y="518690"/>
                    <a:pt x="777857" y="516503"/>
                    <a:pt x="777857" y="515662"/>
                  </a:cubicBezTo>
                  <a:cubicBezTo>
                    <a:pt x="777857" y="514787"/>
                    <a:pt x="779170" y="513274"/>
                    <a:pt x="778732" y="512399"/>
                  </a:cubicBezTo>
                  <a:cubicBezTo>
                    <a:pt x="778295" y="511524"/>
                    <a:pt x="778295" y="509136"/>
                    <a:pt x="777655" y="508934"/>
                  </a:cubicBezTo>
                  <a:cubicBezTo>
                    <a:pt x="777016" y="508732"/>
                    <a:pt x="776780" y="505032"/>
                    <a:pt x="775030" y="503922"/>
                  </a:cubicBezTo>
                  <a:cubicBezTo>
                    <a:pt x="773280" y="502845"/>
                    <a:pt x="771328" y="501971"/>
                    <a:pt x="768703" y="501533"/>
                  </a:cubicBezTo>
                  <a:cubicBezTo>
                    <a:pt x="766112" y="501096"/>
                    <a:pt x="763924" y="498506"/>
                    <a:pt x="763285" y="498270"/>
                  </a:cubicBezTo>
                  <a:cubicBezTo>
                    <a:pt x="762612" y="498035"/>
                    <a:pt x="760895" y="494133"/>
                    <a:pt x="760895" y="494133"/>
                  </a:cubicBezTo>
                  <a:lnTo>
                    <a:pt x="760660" y="489692"/>
                  </a:lnTo>
                  <a:lnTo>
                    <a:pt x="761299" y="486530"/>
                  </a:lnTo>
                  <a:lnTo>
                    <a:pt x="766078" y="486530"/>
                  </a:lnTo>
                  <a:lnTo>
                    <a:pt x="770420" y="488717"/>
                  </a:lnTo>
                  <a:lnTo>
                    <a:pt x="771295" y="485454"/>
                  </a:lnTo>
                  <a:lnTo>
                    <a:pt x="768670" y="481316"/>
                  </a:lnTo>
                  <a:lnTo>
                    <a:pt x="771497" y="480239"/>
                  </a:lnTo>
                  <a:cubicBezTo>
                    <a:pt x="771497" y="480239"/>
                    <a:pt x="774324" y="480677"/>
                    <a:pt x="775199" y="480239"/>
                  </a:cubicBezTo>
                  <a:cubicBezTo>
                    <a:pt x="776074" y="479802"/>
                    <a:pt x="777386" y="480239"/>
                    <a:pt x="777386" y="480239"/>
                  </a:cubicBezTo>
                  <a:lnTo>
                    <a:pt x="780651" y="474151"/>
                  </a:lnTo>
                  <a:cubicBezTo>
                    <a:pt x="780651" y="474151"/>
                    <a:pt x="783680" y="469811"/>
                    <a:pt x="784353" y="468937"/>
                  </a:cubicBezTo>
                  <a:cubicBezTo>
                    <a:pt x="784992" y="468062"/>
                    <a:pt x="786574" y="464597"/>
                    <a:pt x="787180" y="464597"/>
                  </a:cubicBezTo>
                  <a:cubicBezTo>
                    <a:pt x="787819" y="464597"/>
                    <a:pt x="790209" y="462410"/>
                    <a:pt x="790209" y="462410"/>
                  </a:cubicBezTo>
                  <a:cubicBezTo>
                    <a:pt x="790209" y="462410"/>
                    <a:pt x="792834" y="464597"/>
                    <a:pt x="793473" y="464799"/>
                  </a:cubicBezTo>
                  <a:cubicBezTo>
                    <a:pt x="794112" y="465001"/>
                    <a:pt x="796738" y="467826"/>
                    <a:pt x="796738" y="467826"/>
                  </a:cubicBezTo>
                  <a:cubicBezTo>
                    <a:pt x="796738" y="467826"/>
                    <a:pt x="800002" y="468264"/>
                    <a:pt x="800641" y="468466"/>
                  </a:cubicBezTo>
                  <a:cubicBezTo>
                    <a:pt x="801315" y="468667"/>
                    <a:pt x="804343" y="470652"/>
                    <a:pt x="804343" y="470652"/>
                  </a:cubicBezTo>
                  <a:lnTo>
                    <a:pt x="806733" y="471729"/>
                  </a:lnTo>
                  <a:lnTo>
                    <a:pt x="810199" y="473478"/>
                  </a:lnTo>
                  <a:lnTo>
                    <a:pt x="812387" y="476741"/>
                  </a:lnTo>
                  <a:lnTo>
                    <a:pt x="814574" y="479567"/>
                  </a:lnTo>
                  <a:lnTo>
                    <a:pt x="818276" y="479567"/>
                  </a:lnTo>
                  <a:lnTo>
                    <a:pt x="821103" y="481955"/>
                  </a:lnTo>
                  <a:lnTo>
                    <a:pt x="825007" y="485218"/>
                  </a:lnTo>
                  <a:lnTo>
                    <a:pt x="826959" y="488986"/>
                  </a:lnTo>
                  <a:lnTo>
                    <a:pt x="830426" y="492316"/>
                  </a:lnTo>
                  <a:cubicBezTo>
                    <a:pt x="830426" y="492316"/>
                    <a:pt x="834700" y="492451"/>
                    <a:pt x="834801" y="492451"/>
                  </a:cubicBezTo>
                  <a:cubicBezTo>
                    <a:pt x="834902" y="492451"/>
                    <a:pt x="836921" y="492451"/>
                    <a:pt x="837358" y="492316"/>
                  </a:cubicBezTo>
                  <a:cubicBezTo>
                    <a:pt x="837796" y="492181"/>
                    <a:pt x="840118" y="490735"/>
                    <a:pt x="840118" y="490735"/>
                  </a:cubicBezTo>
                  <a:lnTo>
                    <a:pt x="841565" y="488717"/>
                  </a:lnTo>
                  <a:lnTo>
                    <a:pt x="842878" y="488212"/>
                  </a:lnTo>
                  <a:cubicBezTo>
                    <a:pt x="842878" y="488212"/>
                    <a:pt x="844190" y="488279"/>
                    <a:pt x="844628" y="488279"/>
                  </a:cubicBezTo>
                  <a:cubicBezTo>
                    <a:pt x="845065" y="488279"/>
                    <a:pt x="847825" y="488279"/>
                    <a:pt x="847825" y="488279"/>
                  </a:cubicBezTo>
                  <a:lnTo>
                    <a:pt x="848700" y="487707"/>
                  </a:lnTo>
                  <a:cubicBezTo>
                    <a:pt x="848700" y="487707"/>
                    <a:pt x="850013" y="485521"/>
                    <a:pt x="850450" y="485084"/>
                  </a:cubicBezTo>
                  <a:cubicBezTo>
                    <a:pt x="850888" y="484646"/>
                    <a:pt x="851628" y="483334"/>
                    <a:pt x="851628" y="483334"/>
                  </a:cubicBezTo>
                  <a:lnTo>
                    <a:pt x="852638" y="482090"/>
                  </a:lnTo>
                  <a:lnTo>
                    <a:pt x="855667" y="481282"/>
                  </a:lnTo>
                  <a:lnTo>
                    <a:pt x="860008" y="481282"/>
                  </a:lnTo>
                  <a:lnTo>
                    <a:pt x="861455" y="480576"/>
                  </a:lnTo>
                  <a:cubicBezTo>
                    <a:pt x="861455" y="480576"/>
                    <a:pt x="862465" y="481013"/>
                    <a:pt x="863912" y="481888"/>
                  </a:cubicBezTo>
                  <a:cubicBezTo>
                    <a:pt x="865359" y="482762"/>
                    <a:pt x="870441" y="485958"/>
                    <a:pt x="870441" y="485958"/>
                  </a:cubicBezTo>
                  <a:lnTo>
                    <a:pt x="871148" y="489726"/>
                  </a:lnTo>
                  <a:cubicBezTo>
                    <a:pt x="871148" y="489726"/>
                    <a:pt x="870508" y="494940"/>
                    <a:pt x="870778" y="495512"/>
                  </a:cubicBezTo>
                  <a:cubicBezTo>
                    <a:pt x="871080" y="496084"/>
                    <a:pt x="871282" y="500154"/>
                    <a:pt x="871282" y="500154"/>
                  </a:cubicBezTo>
                  <a:lnTo>
                    <a:pt x="871282" y="503047"/>
                  </a:lnTo>
                  <a:lnTo>
                    <a:pt x="874311" y="505234"/>
                  </a:lnTo>
                  <a:lnTo>
                    <a:pt x="875186" y="508429"/>
                  </a:lnTo>
                  <a:cubicBezTo>
                    <a:pt x="875186" y="508429"/>
                    <a:pt x="879258" y="511322"/>
                    <a:pt x="880100" y="511625"/>
                  </a:cubicBezTo>
                  <a:cubicBezTo>
                    <a:pt x="880975" y="511928"/>
                    <a:pt x="881109" y="511827"/>
                    <a:pt x="882557" y="512130"/>
                  </a:cubicBezTo>
                  <a:cubicBezTo>
                    <a:pt x="884004" y="512433"/>
                    <a:pt x="886898" y="512634"/>
                    <a:pt x="887470" y="512634"/>
                  </a:cubicBezTo>
                  <a:cubicBezTo>
                    <a:pt x="888042" y="512634"/>
                    <a:pt x="891239" y="512634"/>
                    <a:pt x="891239" y="512634"/>
                  </a:cubicBezTo>
                  <a:cubicBezTo>
                    <a:pt x="891239" y="512634"/>
                    <a:pt x="895144" y="512634"/>
                    <a:pt x="896591" y="512634"/>
                  </a:cubicBezTo>
                  <a:cubicBezTo>
                    <a:pt x="898038" y="512634"/>
                    <a:pt x="901673" y="512634"/>
                    <a:pt x="901673" y="512634"/>
                  </a:cubicBezTo>
                  <a:lnTo>
                    <a:pt x="904432" y="510448"/>
                  </a:lnTo>
                  <a:lnTo>
                    <a:pt x="906620" y="509439"/>
                  </a:lnTo>
                  <a:cubicBezTo>
                    <a:pt x="906620" y="509439"/>
                    <a:pt x="909379" y="508295"/>
                    <a:pt x="909951" y="508295"/>
                  </a:cubicBezTo>
                  <a:cubicBezTo>
                    <a:pt x="910524" y="508295"/>
                    <a:pt x="914158" y="505974"/>
                    <a:pt x="914731" y="505839"/>
                  </a:cubicBezTo>
                  <a:cubicBezTo>
                    <a:pt x="915303" y="505705"/>
                    <a:pt x="917557" y="503081"/>
                    <a:pt x="917995" y="503081"/>
                  </a:cubicBezTo>
                  <a:cubicBezTo>
                    <a:pt x="918432" y="503081"/>
                    <a:pt x="919947" y="499616"/>
                    <a:pt x="919947" y="499616"/>
                  </a:cubicBezTo>
                  <a:lnTo>
                    <a:pt x="919947" y="497867"/>
                  </a:lnTo>
                  <a:lnTo>
                    <a:pt x="920822" y="495276"/>
                  </a:lnTo>
                  <a:lnTo>
                    <a:pt x="922707" y="492955"/>
                  </a:lnTo>
                  <a:lnTo>
                    <a:pt x="924591" y="491071"/>
                  </a:lnTo>
                  <a:lnTo>
                    <a:pt x="928058" y="486732"/>
                  </a:lnTo>
                  <a:lnTo>
                    <a:pt x="929808" y="480509"/>
                  </a:lnTo>
                  <a:cubicBezTo>
                    <a:pt x="929808" y="480509"/>
                    <a:pt x="932130" y="474992"/>
                    <a:pt x="932870" y="474992"/>
                  </a:cubicBezTo>
                  <a:cubicBezTo>
                    <a:pt x="933577" y="474992"/>
                    <a:pt x="936337" y="472973"/>
                    <a:pt x="936337" y="472973"/>
                  </a:cubicBezTo>
                  <a:lnTo>
                    <a:pt x="937918" y="469643"/>
                  </a:lnTo>
                  <a:lnTo>
                    <a:pt x="939366" y="465303"/>
                  </a:lnTo>
                  <a:cubicBezTo>
                    <a:pt x="939366" y="465303"/>
                    <a:pt x="939938" y="462982"/>
                    <a:pt x="940375" y="462478"/>
                  </a:cubicBezTo>
                  <a:cubicBezTo>
                    <a:pt x="940813" y="461973"/>
                    <a:pt x="942394" y="458340"/>
                    <a:pt x="942394" y="458340"/>
                  </a:cubicBezTo>
                  <a:cubicBezTo>
                    <a:pt x="942394" y="458340"/>
                    <a:pt x="943842" y="457331"/>
                    <a:pt x="943976" y="456894"/>
                  </a:cubicBezTo>
                  <a:cubicBezTo>
                    <a:pt x="944111" y="456456"/>
                    <a:pt x="945558" y="455010"/>
                    <a:pt x="945558" y="455010"/>
                  </a:cubicBezTo>
                  <a:lnTo>
                    <a:pt x="946871" y="451679"/>
                  </a:lnTo>
                  <a:cubicBezTo>
                    <a:pt x="946871" y="451679"/>
                    <a:pt x="946736" y="450098"/>
                    <a:pt x="948318" y="450098"/>
                  </a:cubicBezTo>
                  <a:cubicBezTo>
                    <a:pt x="949899" y="450098"/>
                    <a:pt x="951212" y="450098"/>
                    <a:pt x="951212" y="450098"/>
                  </a:cubicBezTo>
                  <a:lnTo>
                    <a:pt x="951212" y="449224"/>
                  </a:lnTo>
                  <a:lnTo>
                    <a:pt x="952962" y="446902"/>
                  </a:lnTo>
                  <a:lnTo>
                    <a:pt x="952962" y="445759"/>
                  </a:lnTo>
                  <a:cubicBezTo>
                    <a:pt x="952962" y="445759"/>
                    <a:pt x="952828" y="443303"/>
                    <a:pt x="952962" y="442866"/>
                  </a:cubicBezTo>
                  <a:cubicBezTo>
                    <a:pt x="953097" y="442429"/>
                    <a:pt x="950068" y="439233"/>
                    <a:pt x="950068" y="439233"/>
                  </a:cubicBezTo>
                  <a:lnTo>
                    <a:pt x="947308" y="436912"/>
                  </a:lnTo>
                  <a:lnTo>
                    <a:pt x="948452" y="433884"/>
                  </a:lnTo>
                  <a:lnTo>
                    <a:pt x="950472" y="430688"/>
                  </a:lnTo>
                  <a:lnTo>
                    <a:pt x="952726" y="429107"/>
                  </a:lnTo>
                  <a:lnTo>
                    <a:pt x="954678" y="427661"/>
                  </a:lnTo>
                  <a:lnTo>
                    <a:pt x="954678" y="424902"/>
                  </a:lnTo>
                  <a:cubicBezTo>
                    <a:pt x="954678" y="424902"/>
                    <a:pt x="953097" y="423153"/>
                    <a:pt x="953534" y="423018"/>
                  </a:cubicBezTo>
                  <a:cubicBezTo>
                    <a:pt x="953972" y="422884"/>
                    <a:pt x="954409" y="421202"/>
                    <a:pt x="954678" y="421067"/>
                  </a:cubicBezTo>
                  <a:cubicBezTo>
                    <a:pt x="954981" y="420933"/>
                    <a:pt x="955823" y="418813"/>
                    <a:pt x="955823" y="418813"/>
                  </a:cubicBezTo>
                  <a:lnTo>
                    <a:pt x="959020" y="418813"/>
                  </a:lnTo>
                  <a:lnTo>
                    <a:pt x="960770" y="418813"/>
                  </a:lnTo>
                  <a:cubicBezTo>
                    <a:pt x="960770" y="418813"/>
                    <a:pt x="963227" y="418242"/>
                    <a:pt x="964102" y="418813"/>
                  </a:cubicBezTo>
                  <a:cubicBezTo>
                    <a:pt x="964977" y="419385"/>
                    <a:pt x="965986" y="420697"/>
                    <a:pt x="965986" y="420697"/>
                  </a:cubicBezTo>
                  <a:cubicBezTo>
                    <a:pt x="965986" y="420697"/>
                    <a:pt x="966558" y="421269"/>
                    <a:pt x="967434" y="421841"/>
                  </a:cubicBezTo>
                  <a:cubicBezTo>
                    <a:pt x="968309" y="422413"/>
                    <a:pt x="969890" y="422985"/>
                    <a:pt x="970631" y="422985"/>
                  </a:cubicBezTo>
                  <a:cubicBezTo>
                    <a:pt x="971338" y="422985"/>
                    <a:pt x="972650" y="423557"/>
                    <a:pt x="973390" y="422850"/>
                  </a:cubicBezTo>
                  <a:cubicBezTo>
                    <a:pt x="974097" y="422110"/>
                    <a:pt x="975578" y="420226"/>
                    <a:pt x="976150" y="420226"/>
                  </a:cubicBezTo>
                  <a:cubicBezTo>
                    <a:pt x="976722" y="420226"/>
                    <a:pt x="978035" y="419654"/>
                    <a:pt x="978035" y="419654"/>
                  </a:cubicBezTo>
                  <a:lnTo>
                    <a:pt x="979179" y="420092"/>
                  </a:lnTo>
                  <a:cubicBezTo>
                    <a:pt x="979179" y="420092"/>
                    <a:pt x="979482" y="422682"/>
                    <a:pt x="979886" y="423119"/>
                  </a:cubicBezTo>
                  <a:cubicBezTo>
                    <a:pt x="980323" y="423557"/>
                    <a:pt x="982511" y="426450"/>
                    <a:pt x="982511" y="426450"/>
                  </a:cubicBezTo>
                  <a:lnTo>
                    <a:pt x="984261" y="427459"/>
                  </a:lnTo>
                  <a:lnTo>
                    <a:pt x="986852" y="427459"/>
                  </a:lnTo>
                  <a:lnTo>
                    <a:pt x="989174" y="426450"/>
                  </a:lnTo>
                  <a:lnTo>
                    <a:pt x="991194" y="424700"/>
                  </a:lnTo>
                  <a:cubicBezTo>
                    <a:pt x="991194" y="424700"/>
                    <a:pt x="992338" y="424566"/>
                    <a:pt x="992776" y="424263"/>
                  </a:cubicBezTo>
                  <a:cubicBezTo>
                    <a:pt x="993213" y="423960"/>
                    <a:pt x="994357" y="422951"/>
                    <a:pt x="994795" y="422682"/>
                  </a:cubicBezTo>
                  <a:cubicBezTo>
                    <a:pt x="995232" y="422379"/>
                    <a:pt x="995804" y="421235"/>
                    <a:pt x="995804" y="421235"/>
                  </a:cubicBezTo>
                  <a:lnTo>
                    <a:pt x="999708" y="416728"/>
                  </a:lnTo>
                  <a:lnTo>
                    <a:pt x="996814" y="412960"/>
                  </a:lnTo>
                  <a:cubicBezTo>
                    <a:pt x="996814" y="412960"/>
                    <a:pt x="995804" y="410505"/>
                    <a:pt x="995939" y="409630"/>
                  </a:cubicBezTo>
                  <a:cubicBezTo>
                    <a:pt x="996074" y="408755"/>
                    <a:pt x="996242" y="407174"/>
                    <a:pt x="997083" y="406434"/>
                  </a:cubicBezTo>
                  <a:cubicBezTo>
                    <a:pt x="997958" y="405694"/>
                    <a:pt x="999675" y="403676"/>
                    <a:pt x="999675" y="403676"/>
                  </a:cubicBezTo>
                  <a:lnTo>
                    <a:pt x="1001997" y="402801"/>
                  </a:lnTo>
                  <a:cubicBezTo>
                    <a:pt x="1001997" y="402801"/>
                    <a:pt x="1004454" y="401052"/>
                    <a:pt x="1005026" y="399774"/>
                  </a:cubicBezTo>
                  <a:cubicBezTo>
                    <a:pt x="1005598" y="398462"/>
                    <a:pt x="1007348" y="396006"/>
                    <a:pt x="1007348" y="396006"/>
                  </a:cubicBezTo>
                  <a:lnTo>
                    <a:pt x="1004891" y="394257"/>
                  </a:lnTo>
                  <a:lnTo>
                    <a:pt x="1004319" y="391935"/>
                  </a:lnTo>
                  <a:lnTo>
                    <a:pt x="1005463" y="389917"/>
                  </a:lnTo>
                  <a:lnTo>
                    <a:pt x="1008795" y="388336"/>
                  </a:lnTo>
                  <a:lnTo>
                    <a:pt x="1011824" y="384871"/>
                  </a:lnTo>
                  <a:lnTo>
                    <a:pt x="1008627" y="381238"/>
                  </a:lnTo>
                  <a:lnTo>
                    <a:pt x="1007483" y="379354"/>
                  </a:lnTo>
                  <a:cubicBezTo>
                    <a:pt x="1007483" y="379354"/>
                    <a:pt x="1008055" y="376327"/>
                    <a:pt x="1008492" y="376158"/>
                  </a:cubicBezTo>
                  <a:cubicBezTo>
                    <a:pt x="1008930" y="376024"/>
                    <a:pt x="1013709" y="374140"/>
                    <a:pt x="1013709" y="374140"/>
                  </a:cubicBezTo>
                  <a:lnTo>
                    <a:pt x="1017613" y="371953"/>
                  </a:lnTo>
                  <a:lnTo>
                    <a:pt x="1020069" y="368186"/>
                  </a:lnTo>
                  <a:lnTo>
                    <a:pt x="1021079" y="364721"/>
                  </a:lnTo>
                  <a:cubicBezTo>
                    <a:pt x="1021079" y="364721"/>
                    <a:pt x="1022661" y="361962"/>
                    <a:pt x="1022661" y="361391"/>
                  </a:cubicBezTo>
                  <a:cubicBezTo>
                    <a:pt x="1022661" y="360819"/>
                    <a:pt x="1023805" y="358060"/>
                    <a:pt x="1023805" y="358060"/>
                  </a:cubicBezTo>
                  <a:cubicBezTo>
                    <a:pt x="1023805" y="358060"/>
                    <a:pt x="1023502" y="355605"/>
                    <a:pt x="1023805" y="355167"/>
                  </a:cubicBezTo>
                  <a:cubicBezTo>
                    <a:pt x="1024108" y="354730"/>
                    <a:pt x="1023805" y="352409"/>
                    <a:pt x="1023805" y="352409"/>
                  </a:cubicBezTo>
                  <a:cubicBezTo>
                    <a:pt x="1023805" y="352409"/>
                    <a:pt x="1023199" y="351097"/>
                    <a:pt x="1023939" y="350660"/>
                  </a:cubicBezTo>
                  <a:cubicBezTo>
                    <a:pt x="1024680" y="350222"/>
                    <a:pt x="1025993" y="348473"/>
                    <a:pt x="1025993" y="348473"/>
                  </a:cubicBezTo>
                  <a:cubicBezTo>
                    <a:pt x="1025993" y="348473"/>
                    <a:pt x="1027742" y="348608"/>
                    <a:pt x="1028315" y="348473"/>
                  </a:cubicBezTo>
                  <a:cubicBezTo>
                    <a:pt x="1028887" y="348338"/>
                    <a:pt x="1029762" y="348608"/>
                    <a:pt x="1031074" y="348473"/>
                  </a:cubicBezTo>
                  <a:cubicBezTo>
                    <a:pt x="1032387" y="348338"/>
                    <a:pt x="1035113" y="347767"/>
                    <a:pt x="1035113" y="347767"/>
                  </a:cubicBezTo>
                  <a:cubicBezTo>
                    <a:pt x="1035113" y="347767"/>
                    <a:pt x="1035988" y="346017"/>
                    <a:pt x="1037570" y="345311"/>
                  </a:cubicBezTo>
                  <a:cubicBezTo>
                    <a:pt x="1039151" y="344571"/>
                    <a:pt x="1040531" y="342721"/>
                    <a:pt x="1040531" y="342115"/>
                  </a:cubicBezTo>
                  <a:cubicBezTo>
                    <a:pt x="1040531" y="341543"/>
                    <a:pt x="1041474" y="338919"/>
                    <a:pt x="1041474" y="338919"/>
                  </a:cubicBezTo>
                  <a:lnTo>
                    <a:pt x="1041474" y="337910"/>
                  </a:lnTo>
                  <a:lnTo>
                    <a:pt x="1042180" y="336464"/>
                  </a:lnTo>
                  <a:cubicBezTo>
                    <a:pt x="1042180" y="336464"/>
                    <a:pt x="1045075" y="335454"/>
                    <a:pt x="1045647" y="335454"/>
                  </a:cubicBezTo>
                  <a:cubicBezTo>
                    <a:pt x="1046219" y="335454"/>
                    <a:pt x="1046656" y="335589"/>
                    <a:pt x="1047229" y="335454"/>
                  </a:cubicBezTo>
                  <a:cubicBezTo>
                    <a:pt x="1047801" y="335320"/>
                    <a:pt x="1051132" y="333705"/>
                    <a:pt x="1051570" y="333705"/>
                  </a:cubicBezTo>
                  <a:cubicBezTo>
                    <a:pt x="1052008" y="333705"/>
                    <a:pt x="1053320" y="332259"/>
                    <a:pt x="1053758" y="332259"/>
                  </a:cubicBezTo>
                  <a:cubicBezTo>
                    <a:pt x="1054195" y="332259"/>
                    <a:pt x="1055339" y="329803"/>
                    <a:pt x="1055339" y="329803"/>
                  </a:cubicBezTo>
                  <a:cubicBezTo>
                    <a:pt x="1055339" y="329803"/>
                    <a:pt x="1055205" y="328222"/>
                    <a:pt x="1055339" y="327616"/>
                  </a:cubicBezTo>
                  <a:cubicBezTo>
                    <a:pt x="1055474" y="327044"/>
                    <a:pt x="1055339" y="323849"/>
                    <a:pt x="1055339" y="323849"/>
                  </a:cubicBezTo>
                  <a:lnTo>
                    <a:pt x="1054161" y="318904"/>
                  </a:lnTo>
                  <a:close/>
                </a:path>
              </a:pathLst>
            </a:custGeom>
            <a:grpFill/>
            <a:ln w="6350" cap="flat">
              <a:solidFill>
                <a:schemeClr val="bg1"/>
              </a:solidFill>
              <a:prstDash val="solid"/>
              <a:miter/>
            </a:ln>
          </p:spPr>
          <p:txBody>
            <a:bodyPr rtlCol="0" anchor="ctr"/>
            <a:lstStyle/>
            <a:p>
              <a:endParaRPr lang="en-US"/>
            </a:p>
          </p:txBody>
        </p:sp>
        <p:sp>
          <p:nvSpPr>
            <p:cNvPr id="130" name="Freeform 909">
              <a:extLst>
                <a:ext uri="{FF2B5EF4-FFF2-40B4-BE49-F238E27FC236}">
                  <a16:creationId xmlns:a16="http://schemas.microsoft.com/office/drawing/2014/main" id="{5BD23057-531C-8946-8529-DBBBE96B9333}"/>
                </a:ext>
              </a:extLst>
            </p:cNvPr>
            <p:cNvSpPr/>
            <p:nvPr/>
          </p:nvSpPr>
          <p:spPr>
            <a:xfrm>
              <a:off x="6762206" y="2509387"/>
              <a:ext cx="655514" cy="476204"/>
            </a:xfrm>
            <a:custGeom>
              <a:avLst/>
              <a:gdLst>
                <a:gd name="connsiteX0" fmla="*/ 1116827 w 1258521"/>
                <a:gd name="connsiteY0" fmla="*/ 745555 h 914263"/>
                <a:gd name="connsiteX1" fmla="*/ 1113866 w 1258521"/>
                <a:gd name="connsiteY1" fmla="*/ 746060 h 914263"/>
                <a:gd name="connsiteX2" fmla="*/ 1112721 w 1258521"/>
                <a:gd name="connsiteY2" fmla="*/ 747069 h 914263"/>
                <a:gd name="connsiteX3" fmla="*/ 1111846 w 1258521"/>
                <a:gd name="connsiteY3" fmla="*/ 747372 h 914263"/>
                <a:gd name="connsiteX4" fmla="*/ 1109255 w 1258521"/>
                <a:gd name="connsiteY4" fmla="*/ 748684 h 914263"/>
                <a:gd name="connsiteX5" fmla="*/ 1107505 w 1258521"/>
                <a:gd name="connsiteY5" fmla="*/ 749121 h 914263"/>
                <a:gd name="connsiteX6" fmla="*/ 1105620 w 1258521"/>
                <a:gd name="connsiteY6" fmla="*/ 748381 h 914263"/>
                <a:gd name="connsiteX7" fmla="*/ 1104274 w 1258521"/>
                <a:gd name="connsiteY7" fmla="*/ 748381 h 914263"/>
                <a:gd name="connsiteX8" fmla="*/ 1101111 w 1258521"/>
                <a:gd name="connsiteY8" fmla="*/ 746531 h 914263"/>
                <a:gd name="connsiteX9" fmla="*/ 1100135 w 1258521"/>
                <a:gd name="connsiteY9" fmla="*/ 743503 h 914263"/>
                <a:gd name="connsiteX10" fmla="*/ 1100236 w 1258521"/>
                <a:gd name="connsiteY10" fmla="*/ 741855 h 914263"/>
                <a:gd name="connsiteX11" fmla="*/ 1101414 w 1258521"/>
                <a:gd name="connsiteY11" fmla="*/ 740207 h 914263"/>
                <a:gd name="connsiteX12" fmla="*/ 1102288 w 1258521"/>
                <a:gd name="connsiteY12" fmla="*/ 738592 h 914263"/>
                <a:gd name="connsiteX13" fmla="*/ 1102827 w 1258521"/>
                <a:gd name="connsiteY13" fmla="*/ 737818 h 914263"/>
                <a:gd name="connsiteX14" fmla="*/ 1103365 w 1258521"/>
                <a:gd name="connsiteY14" fmla="*/ 735968 h 914263"/>
                <a:gd name="connsiteX15" fmla="*/ 1104240 w 1258521"/>
                <a:gd name="connsiteY15" fmla="*/ 734017 h 914263"/>
                <a:gd name="connsiteX16" fmla="*/ 1104342 w 1258521"/>
                <a:gd name="connsiteY16" fmla="*/ 731729 h 914263"/>
                <a:gd name="connsiteX17" fmla="*/ 1104678 w 1258521"/>
                <a:gd name="connsiteY17" fmla="*/ 730115 h 914263"/>
                <a:gd name="connsiteX18" fmla="*/ 1104678 w 1258521"/>
                <a:gd name="connsiteY18" fmla="*/ 725102 h 914263"/>
                <a:gd name="connsiteX19" fmla="*/ 1100639 w 1258521"/>
                <a:gd name="connsiteY19" fmla="*/ 723017 h 914263"/>
                <a:gd name="connsiteX20" fmla="*/ 1098822 w 1258521"/>
                <a:gd name="connsiteY20" fmla="*/ 722815 h 914263"/>
                <a:gd name="connsiteX21" fmla="*/ 1096870 w 1258521"/>
                <a:gd name="connsiteY21" fmla="*/ 722310 h 914263"/>
                <a:gd name="connsiteX22" fmla="*/ 1096668 w 1258521"/>
                <a:gd name="connsiteY22" fmla="*/ 722310 h 914263"/>
                <a:gd name="connsiteX23" fmla="*/ 1095861 w 1258521"/>
                <a:gd name="connsiteY23" fmla="*/ 722916 h 914263"/>
                <a:gd name="connsiteX24" fmla="*/ 1093404 w 1258521"/>
                <a:gd name="connsiteY24" fmla="*/ 724026 h 914263"/>
                <a:gd name="connsiteX25" fmla="*/ 1089332 w 1258521"/>
                <a:gd name="connsiteY25" fmla="*/ 724968 h 914263"/>
                <a:gd name="connsiteX26" fmla="*/ 1086572 w 1258521"/>
                <a:gd name="connsiteY26" fmla="*/ 725338 h 914263"/>
                <a:gd name="connsiteX27" fmla="*/ 1084553 w 1258521"/>
                <a:gd name="connsiteY27" fmla="*/ 725405 h 914263"/>
                <a:gd name="connsiteX28" fmla="*/ 1083476 w 1258521"/>
                <a:gd name="connsiteY28" fmla="*/ 724228 h 914263"/>
                <a:gd name="connsiteX29" fmla="*/ 1082971 w 1258521"/>
                <a:gd name="connsiteY29" fmla="*/ 724026 h 914263"/>
                <a:gd name="connsiteX30" fmla="*/ 1079134 w 1258521"/>
                <a:gd name="connsiteY30" fmla="*/ 724026 h 914263"/>
                <a:gd name="connsiteX31" fmla="*/ 1077485 w 1258521"/>
                <a:gd name="connsiteY31" fmla="*/ 724194 h 914263"/>
                <a:gd name="connsiteX32" fmla="*/ 1075298 w 1258521"/>
                <a:gd name="connsiteY32" fmla="*/ 725674 h 914263"/>
                <a:gd name="connsiteX33" fmla="*/ 1070721 w 1258521"/>
                <a:gd name="connsiteY33" fmla="*/ 726986 h 914263"/>
                <a:gd name="connsiteX34" fmla="*/ 1066581 w 1258521"/>
                <a:gd name="connsiteY34" fmla="*/ 726616 h 914263"/>
                <a:gd name="connsiteX35" fmla="*/ 1064259 w 1258521"/>
                <a:gd name="connsiteY35" fmla="*/ 726616 h 914263"/>
                <a:gd name="connsiteX36" fmla="*/ 1062879 w 1258521"/>
                <a:gd name="connsiteY36" fmla="*/ 725035 h 914263"/>
                <a:gd name="connsiteX37" fmla="*/ 1062576 w 1258521"/>
                <a:gd name="connsiteY37" fmla="*/ 723353 h 914263"/>
                <a:gd name="connsiteX38" fmla="*/ 1064023 w 1258521"/>
                <a:gd name="connsiteY38" fmla="*/ 721940 h 914263"/>
                <a:gd name="connsiteX39" fmla="*/ 1064999 w 1258521"/>
                <a:gd name="connsiteY39" fmla="*/ 719451 h 914263"/>
                <a:gd name="connsiteX40" fmla="*/ 1065975 w 1258521"/>
                <a:gd name="connsiteY40" fmla="*/ 717500 h 914263"/>
                <a:gd name="connsiteX41" fmla="*/ 1067389 w 1258521"/>
                <a:gd name="connsiteY41" fmla="*/ 714775 h 914263"/>
                <a:gd name="connsiteX42" fmla="*/ 1068028 w 1258521"/>
                <a:gd name="connsiteY42" fmla="*/ 712387 h 914263"/>
                <a:gd name="connsiteX43" fmla="*/ 1067927 w 1258521"/>
                <a:gd name="connsiteY43" fmla="*/ 709897 h 914263"/>
                <a:gd name="connsiteX44" fmla="*/ 1066480 w 1258521"/>
                <a:gd name="connsiteY44" fmla="*/ 708518 h 914263"/>
                <a:gd name="connsiteX45" fmla="*/ 1060624 w 1258521"/>
                <a:gd name="connsiteY45" fmla="*/ 702799 h 914263"/>
                <a:gd name="connsiteX46" fmla="*/ 1056215 w 1258521"/>
                <a:gd name="connsiteY46" fmla="*/ 698224 h 914263"/>
                <a:gd name="connsiteX47" fmla="*/ 1047095 w 1258521"/>
                <a:gd name="connsiteY47" fmla="*/ 688671 h 914263"/>
                <a:gd name="connsiteX48" fmla="*/ 1043696 w 1258521"/>
                <a:gd name="connsiteY48" fmla="*/ 682380 h 914263"/>
                <a:gd name="connsiteX49" fmla="*/ 1039355 w 1258521"/>
                <a:gd name="connsiteY49" fmla="*/ 673264 h 914263"/>
                <a:gd name="connsiteX50" fmla="*/ 1038850 w 1258521"/>
                <a:gd name="connsiteY50" fmla="*/ 670236 h 914263"/>
                <a:gd name="connsiteX51" fmla="*/ 1039220 w 1258521"/>
                <a:gd name="connsiteY51" fmla="*/ 660884 h 914263"/>
                <a:gd name="connsiteX52" fmla="*/ 1038210 w 1258521"/>
                <a:gd name="connsiteY52" fmla="*/ 654863 h 914263"/>
                <a:gd name="connsiteX53" fmla="*/ 1038008 w 1258521"/>
                <a:gd name="connsiteY53" fmla="*/ 651532 h 914263"/>
                <a:gd name="connsiteX54" fmla="*/ 1037268 w 1258521"/>
                <a:gd name="connsiteY54" fmla="*/ 647126 h 914263"/>
                <a:gd name="connsiteX55" fmla="*/ 1037402 w 1258521"/>
                <a:gd name="connsiteY55" fmla="*/ 643728 h 914263"/>
                <a:gd name="connsiteX56" fmla="*/ 1038715 w 1258521"/>
                <a:gd name="connsiteY56" fmla="*/ 641710 h 914263"/>
                <a:gd name="connsiteX57" fmla="*/ 1040398 w 1258521"/>
                <a:gd name="connsiteY57" fmla="*/ 641070 h 914263"/>
                <a:gd name="connsiteX58" fmla="*/ 1045547 w 1258521"/>
                <a:gd name="connsiteY58" fmla="*/ 640869 h 914263"/>
                <a:gd name="connsiteX59" fmla="*/ 1048508 w 1258521"/>
                <a:gd name="connsiteY59" fmla="*/ 640364 h 914263"/>
                <a:gd name="connsiteX60" fmla="*/ 1052850 w 1258521"/>
                <a:gd name="connsiteY60" fmla="*/ 640667 h 914263"/>
                <a:gd name="connsiteX61" fmla="*/ 1055105 w 1258521"/>
                <a:gd name="connsiteY61" fmla="*/ 640970 h 914263"/>
                <a:gd name="connsiteX62" fmla="*/ 1057494 w 1258521"/>
                <a:gd name="connsiteY62" fmla="*/ 641979 h 914263"/>
                <a:gd name="connsiteX63" fmla="*/ 1059076 w 1258521"/>
                <a:gd name="connsiteY63" fmla="*/ 643425 h 914263"/>
                <a:gd name="connsiteX64" fmla="*/ 1061331 w 1258521"/>
                <a:gd name="connsiteY64" fmla="*/ 644300 h 914263"/>
                <a:gd name="connsiteX65" fmla="*/ 1064091 w 1258521"/>
                <a:gd name="connsiteY65" fmla="*/ 644737 h 914263"/>
                <a:gd name="connsiteX66" fmla="*/ 1066278 w 1258521"/>
                <a:gd name="connsiteY66" fmla="*/ 645107 h 914263"/>
                <a:gd name="connsiteX67" fmla="*/ 1068466 w 1258521"/>
                <a:gd name="connsiteY67" fmla="*/ 645982 h 914263"/>
                <a:gd name="connsiteX68" fmla="*/ 1071865 w 1258521"/>
                <a:gd name="connsiteY68" fmla="*/ 646419 h 914263"/>
                <a:gd name="connsiteX69" fmla="*/ 1074187 w 1258521"/>
                <a:gd name="connsiteY69" fmla="*/ 648303 h 914263"/>
                <a:gd name="connsiteX70" fmla="*/ 1077283 w 1258521"/>
                <a:gd name="connsiteY70" fmla="*/ 650691 h 914263"/>
                <a:gd name="connsiteX71" fmla="*/ 1080918 w 1258521"/>
                <a:gd name="connsiteY71" fmla="*/ 653080 h 914263"/>
                <a:gd name="connsiteX72" fmla="*/ 1084250 w 1258521"/>
                <a:gd name="connsiteY72" fmla="*/ 655906 h 914263"/>
                <a:gd name="connsiteX73" fmla="*/ 1088524 w 1258521"/>
                <a:gd name="connsiteY73" fmla="*/ 658092 h 914263"/>
                <a:gd name="connsiteX74" fmla="*/ 1092663 w 1258521"/>
                <a:gd name="connsiteY74" fmla="*/ 660548 h 914263"/>
                <a:gd name="connsiteX75" fmla="*/ 1095120 w 1258521"/>
                <a:gd name="connsiteY75" fmla="*/ 662364 h 914263"/>
                <a:gd name="connsiteX76" fmla="*/ 1098014 w 1258521"/>
                <a:gd name="connsiteY76" fmla="*/ 663441 h 914263"/>
                <a:gd name="connsiteX77" fmla="*/ 1102221 w 1258521"/>
                <a:gd name="connsiteY77" fmla="*/ 665190 h 914263"/>
                <a:gd name="connsiteX78" fmla="*/ 1104409 w 1258521"/>
                <a:gd name="connsiteY78" fmla="*/ 665897 h 914263"/>
                <a:gd name="connsiteX79" fmla="*/ 1107370 w 1258521"/>
                <a:gd name="connsiteY79" fmla="*/ 666973 h 914263"/>
                <a:gd name="connsiteX80" fmla="*/ 1110769 w 1258521"/>
                <a:gd name="connsiteY80" fmla="*/ 668554 h 914263"/>
                <a:gd name="connsiteX81" fmla="*/ 1111510 w 1258521"/>
                <a:gd name="connsiteY81" fmla="*/ 670001 h 914263"/>
                <a:gd name="connsiteX82" fmla="*/ 1112890 w 1258521"/>
                <a:gd name="connsiteY82" fmla="*/ 673465 h 914263"/>
                <a:gd name="connsiteX83" fmla="*/ 1116457 w 1258521"/>
                <a:gd name="connsiteY83" fmla="*/ 675215 h 914263"/>
                <a:gd name="connsiteX84" fmla="*/ 1119486 w 1258521"/>
                <a:gd name="connsiteY84" fmla="*/ 677536 h 914263"/>
                <a:gd name="connsiteX85" fmla="*/ 1121505 w 1258521"/>
                <a:gd name="connsiteY85" fmla="*/ 678982 h 914263"/>
                <a:gd name="connsiteX86" fmla="*/ 1123895 w 1258521"/>
                <a:gd name="connsiteY86" fmla="*/ 681438 h 914263"/>
                <a:gd name="connsiteX87" fmla="*/ 1124972 w 1258521"/>
                <a:gd name="connsiteY87" fmla="*/ 682750 h 914263"/>
                <a:gd name="connsiteX88" fmla="*/ 1127664 w 1258521"/>
                <a:gd name="connsiteY88" fmla="*/ 683187 h 914263"/>
                <a:gd name="connsiteX89" fmla="*/ 1129313 w 1258521"/>
                <a:gd name="connsiteY89" fmla="*/ 683187 h 914263"/>
                <a:gd name="connsiteX90" fmla="*/ 1131130 w 1258521"/>
                <a:gd name="connsiteY90" fmla="*/ 682817 h 914263"/>
                <a:gd name="connsiteX91" fmla="*/ 1132073 w 1258521"/>
                <a:gd name="connsiteY91" fmla="*/ 682245 h 914263"/>
                <a:gd name="connsiteX92" fmla="*/ 1134260 w 1258521"/>
                <a:gd name="connsiteY92" fmla="*/ 681438 h 914263"/>
                <a:gd name="connsiteX93" fmla="*/ 1135203 w 1258521"/>
                <a:gd name="connsiteY93" fmla="*/ 680193 h 914263"/>
                <a:gd name="connsiteX94" fmla="*/ 1135506 w 1258521"/>
                <a:gd name="connsiteY94" fmla="*/ 678680 h 914263"/>
                <a:gd name="connsiteX95" fmla="*/ 1135876 w 1258521"/>
                <a:gd name="connsiteY95" fmla="*/ 677435 h 914263"/>
                <a:gd name="connsiteX96" fmla="*/ 1136381 w 1258521"/>
                <a:gd name="connsiteY96" fmla="*/ 676291 h 914263"/>
                <a:gd name="connsiteX97" fmla="*/ 1137121 w 1258521"/>
                <a:gd name="connsiteY97" fmla="*/ 674845 h 914263"/>
                <a:gd name="connsiteX98" fmla="*/ 1138131 w 1258521"/>
                <a:gd name="connsiteY98" fmla="*/ 673768 h 914263"/>
                <a:gd name="connsiteX99" fmla="*/ 1140015 w 1258521"/>
                <a:gd name="connsiteY99" fmla="*/ 672826 h 914263"/>
                <a:gd name="connsiteX100" fmla="*/ 1141900 w 1258521"/>
                <a:gd name="connsiteY100" fmla="*/ 674340 h 914263"/>
                <a:gd name="connsiteX101" fmla="*/ 1143414 w 1258521"/>
                <a:gd name="connsiteY101" fmla="*/ 676998 h 914263"/>
                <a:gd name="connsiteX102" fmla="*/ 1146443 w 1258521"/>
                <a:gd name="connsiteY102" fmla="*/ 678141 h 914263"/>
                <a:gd name="connsiteX103" fmla="*/ 1147756 w 1258521"/>
                <a:gd name="connsiteY103" fmla="*/ 676358 h 914263"/>
                <a:gd name="connsiteX104" fmla="*/ 1147924 w 1258521"/>
                <a:gd name="connsiteY104" fmla="*/ 672894 h 914263"/>
                <a:gd name="connsiteX105" fmla="*/ 1148833 w 1258521"/>
                <a:gd name="connsiteY105" fmla="*/ 671918 h 914263"/>
                <a:gd name="connsiteX106" fmla="*/ 1150314 w 1258521"/>
                <a:gd name="connsiteY106" fmla="*/ 669630 h 914263"/>
                <a:gd name="connsiteX107" fmla="*/ 1150751 w 1258521"/>
                <a:gd name="connsiteY107" fmla="*/ 667680 h 914263"/>
                <a:gd name="connsiteX108" fmla="*/ 1151088 w 1258521"/>
                <a:gd name="connsiteY108" fmla="*/ 665358 h 914263"/>
                <a:gd name="connsiteX109" fmla="*/ 1152434 w 1258521"/>
                <a:gd name="connsiteY109" fmla="*/ 663306 h 914263"/>
                <a:gd name="connsiteX110" fmla="*/ 1155261 w 1258521"/>
                <a:gd name="connsiteY110" fmla="*/ 660581 h 914263"/>
                <a:gd name="connsiteX111" fmla="*/ 1156944 w 1258521"/>
                <a:gd name="connsiteY111" fmla="*/ 660211 h 914263"/>
                <a:gd name="connsiteX112" fmla="*/ 1160410 w 1258521"/>
                <a:gd name="connsiteY112" fmla="*/ 659404 h 914263"/>
                <a:gd name="connsiteX113" fmla="*/ 1160780 w 1258521"/>
                <a:gd name="connsiteY113" fmla="*/ 658328 h 914263"/>
                <a:gd name="connsiteX114" fmla="*/ 1161554 w 1258521"/>
                <a:gd name="connsiteY114" fmla="*/ 656646 h 914263"/>
                <a:gd name="connsiteX115" fmla="*/ 1164920 w 1258521"/>
                <a:gd name="connsiteY115" fmla="*/ 656208 h 914263"/>
                <a:gd name="connsiteX116" fmla="*/ 1167949 w 1258521"/>
                <a:gd name="connsiteY116" fmla="*/ 655502 h 914263"/>
                <a:gd name="connsiteX117" fmla="*/ 1170439 w 1258521"/>
                <a:gd name="connsiteY117" fmla="*/ 654291 h 914263"/>
                <a:gd name="connsiteX118" fmla="*/ 1171482 w 1258521"/>
                <a:gd name="connsiteY118" fmla="*/ 653248 h 914263"/>
                <a:gd name="connsiteX119" fmla="*/ 1170876 w 1258521"/>
                <a:gd name="connsiteY119" fmla="*/ 651667 h 914263"/>
                <a:gd name="connsiteX120" fmla="*/ 1168050 w 1258521"/>
                <a:gd name="connsiteY120" fmla="*/ 649985 h 914263"/>
                <a:gd name="connsiteX121" fmla="*/ 1167713 w 1258521"/>
                <a:gd name="connsiteY121" fmla="*/ 648034 h 914263"/>
                <a:gd name="connsiteX122" fmla="*/ 1167376 w 1258521"/>
                <a:gd name="connsiteY122" fmla="*/ 644872 h 914263"/>
                <a:gd name="connsiteX123" fmla="*/ 1167478 w 1258521"/>
                <a:gd name="connsiteY123" fmla="*/ 643459 h 914263"/>
                <a:gd name="connsiteX124" fmla="*/ 1166670 w 1258521"/>
                <a:gd name="connsiteY124" fmla="*/ 638346 h 914263"/>
                <a:gd name="connsiteX125" fmla="*/ 1166603 w 1258521"/>
                <a:gd name="connsiteY125" fmla="*/ 637034 h 914263"/>
                <a:gd name="connsiteX126" fmla="*/ 1164751 w 1258521"/>
                <a:gd name="connsiteY126" fmla="*/ 635015 h 914263"/>
                <a:gd name="connsiteX127" fmla="*/ 1160343 w 1258521"/>
                <a:gd name="connsiteY127" fmla="*/ 632963 h 914263"/>
                <a:gd name="connsiteX128" fmla="*/ 1158121 w 1258521"/>
                <a:gd name="connsiteY128" fmla="*/ 633165 h 914263"/>
                <a:gd name="connsiteX129" fmla="*/ 1153679 w 1258521"/>
                <a:gd name="connsiteY129" fmla="*/ 632089 h 914263"/>
                <a:gd name="connsiteX130" fmla="*/ 1149775 w 1258521"/>
                <a:gd name="connsiteY130" fmla="*/ 630474 h 914263"/>
                <a:gd name="connsiteX131" fmla="*/ 1146948 w 1258521"/>
                <a:gd name="connsiteY131" fmla="*/ 628691 h 914263"/>
                <a:gd name="connsiteX132" fmla="*/ 1144727 w 1258521"/>
                <a:gd name="connsiteY132" fmla="*/ 625933 h 914263"/>
                <a:gd name="connsiteX133" fmla="*/ 1144727 w 1258521"/>
                <a:gd name="connsiteY133" fmla="*/ 625293 h 914263"/>
                <a:gd name="connsiteX134" fmla="*/ 1145669 w 1258521"/>
                <a:gd name="connsiteY134" fmla="*/ 623073 h 914263"/>
                <a:gd name="connsiteX135" fmla="*/ 1146578 w 1258521"/>
                <a:gd name="connsiteY135" fmla="*/ 620046 h 914263"/>
                <a:gd name="connsiteX136" fmla="*/ 1146309 w 1258521"/>
                <a:gd name="connsiteY136" fmla="*/ 618128 h 914263"/>
                <a:gd name="connsiteX137" fmla="*/ 1145063 w 1258521"/>
                <a:gd name="connsiteY137" fmla="*/ 616278 h 914263"/>
                <a:gd name="connsiteX138" fmla="*/ 1141631 w 1258521"/>
                <a:gd name="connsiteY138" fmla="*/ 615235 h 914263"/>
                <a:gd name="connsiteX139" fmla="*/ 1138198 w 1258521"/>
                <a:gd name="connsiteY139" fmla="*/ 616312 h 914263"/>
                <a:gd name="connsiteX140" fmla="*/ 1136145 w 1258521"/>
                <a:gd name="connsiteY140" fmla="*/ 618095 h 914263"/>
                <a:gd name="connsiteX141" fmla="*/ 1134193 w 1258521"/>
                <a:gd name="connsiteY141" fmla="*/ 620550 h 914263"/>
                <a:gd name="connsiteX142" fmla="*/ 1131703 w 1258521"/>
                <a:gd name="connsiteY142" fmla="*/ 622872 h 914263"/>
                <a:gd name="connsiteX143" fmla="*/ 1127395 w 1258521"/>
                <a:gd name="connsiteY143" fmla="*/ 622064 h 914263"/>
                <a:gd name="connsiteX144" fmla="*/ 1125611 w 1258521"/>
                <a:gd name="connsiteY144" fmla="*/ 620147 h 914263"/>
                <a:gd name="connsiteX145" fmla="*/ 1123861 w 1258521"/>
                <a:gd name="connsiteY145" fmla="*/ 616009 h 914263"/>
                <a:gd name="connsiteX146" fmla="*/ 1123760 w 1258521"/>
                <a:gd name="connsiteY146" fmla="*/ 614327 h 914263"/>
                <a:gd name="connsiteX147" fmla="*/ 1124097 w 1258521"/>
                <a:gd name="connsiteY147" fmla="*/ 612309 h 914263"/>
                <a:gd name="connsiteX148" fmla="*/ 1125174 w 1258521"/>
                <a:gd name="connsiteY148" fmla="*/ 609416 h 914263"/>
                <a:gd name="connsiteX149" fmla="*/ 1126823 w 1258521"/>
                <a:gd name="connsiteY149" fmla="*/ 607128 h 914263"/>
                <a:gd name="connsiteX150" fmla="*/ 1128876 w 1258521"/>
                <a:gd name="connsiteY150" fmla="*/ 605951 h 914263"/>
                <a:gd name="connsiteX151" fmla="*/ 1131164 w 1258521"/>
                <a:gd name="connsiteY151" fmla="*/ 605143 h 914263"/>
                <a:gd name="connsiteX152" fmla="*/ 1133554 w 1258521"/>
                <a:gd name="connsiteY152" fmla="*/ 604067 h 914263"/>
                <a:gd name="connsiteX153" fmla="*/ 1136111 w 1258521"/>
                <a:gd name="connsiteY153" fmla="*/ 602822 h 914263"/>
                <a:gd name="connsiteX154" fmla="*/ 1138568 w 1258521"/>
                <a:gd name="connsiteY154" fmla="*/ 602385 h 914263"/>
                <a:gd name="connsiteX155" fmla="*/ 1140487 w 1258521"/>
                <a:gd name="connsiteY155" fmla="*/ 604504 h 914263"/>
                <a:gd name="connsiteX156" fmla="*/ 1142270 w 1258521"/>
                <a:gd name="connsiteY156" fmla="*/ 605917 h 914263"/>
                <a:gd name="connsiteX157" fmla="*/ 1144222 w 1258521"/>
                <a:gd name="connsiteY157" fmla="*/ 606422 h 914263"/>
                <a:gd name="connsiteX158" fmla="*/ 1145972 w 1258521"/>
                <a:gd name="connsiteY158" fmla="*/ 606422 h 914263"/>
                <a:gd name="connsiteX159" fmla="*/ 1147217 w 1258521"/>
                <a:gd name="connsiteY159" fmla="*/ 605614 h 914263"/>
                <a:gd name="connsiteX160" fmla="*/ 1147857 w 1258521"/>
                <a:gd name="connsiteY160" fmla="*/ 605244 h 914263"/>
                <a:gd name="connsiteX161" fmla="*/ 1148126 w 1258521"/>
                <a:gd name="connsiteY161" fmla="*/ 603327 h 914263"/>
                <a:gd name="connsiteX162" fmla="*/ 1148025 w 1258521"/>
                <a:gd name="connsiteY162" fmla="*/ 601578 h 914263"/>
                <a:gd name="connsiteX163" fmla="*/ 1148227 w 1258521"/>
                <a:gd name="connsiteY163" fmla="*/ 599828 h 914263"/>
                <a:gd name="connsiteX164" fmla="*/ 1148227 w 1258521"/>
                <a:gd name="connsiteY164" fmla="*/ 597003 h 914263"/>
                <a:gd name="connsiteX165" fmla="*/ 1147588 w 1258521"/>
                <a:gd name="connsiteY165" fmla="*/ 593840 h 914263"/>
                <a:gd name="connsiteX166" fmla="*/ 1147386 w 1258521"/>
                <a:gd name="connsiteY166" fmla="*/ 591351 h 914263"/>
                <a:gd name="connsiteX167" fmla="*/ 1147823 w 1258521"/>
                <a:gd name="connsiteY167" fmla="*/ 588088 h 914263"/>
                <a:gd name="connsiteX168" fmla="*/ 1149573 w 1258521"/>
                <a:gd name="connsiteY168" fmla="*/ 585902 h 914263"/>
                <a:gd name="connsiteX169" fmla="*/ 1151525 w 1258521"/>
                <a:gd name="connsiteY169" fmla="*/ 583950 h 914263"/>
                <a:gd name="connsiteX170" fmla="*/ 1154117 w 1258521"/>
                <a:gd name="connsiteY170" fmla="*/ 582336 h 914263"/>
                <a:gd name="connsiteX171" fmla="*/ 1158895 w 1258521"/>
                <a:gd name="connsiteY171" fmla="*/ 580485 h 914263"/>
                <a:gd name="connsiteX172" fmla="*/ 1161723 w 1258521"/>
                <a:gd name="connsiteY172" fmla="*/ 578972 h 914263"/>
                <a:gd name="connsiteX173" fmla="*/ 1165626 w 1258521"/>
                <a:gd name="connsiteY173" fmla="*/ 578097 h 914263"/>
                <a:gd name="connsiteX174" fmla="*/ 1169429 w 1258521"/>
                <a:gd name="connsiteY174" fmla="*/ 575910 h 914263"/>
                <a:gd name="connsiteX175" fmla="*/ 1171718 w 1258521"/>
                <a:gd name="connsiteY175" fmla="*/ 575036 h 914263"/>
                <a:gd name="connsiteX176" fmla="*/ 1175420 w 1258521"/>
                <a:gd name="connsiteY176" fmla="*/ 574161 h 914263"/>
                <a:gd name="connsiteX177" fmla="*/ 1178247 w 1258521"/>
                <a:gd name="connsiteY177" fmla="*/ 572849 h 914263"/>
                <a:gd name="connsiteX178" fmla="*/ 1181511 w 1258521"/>
                <a:gd name="connsiteY178" fmla="*/ 571235 h 914263"/>
                <a:gd name="connsiteX179" fmla="*/ 1183026 w 1258521"/>
                <a:gd name="connsiteY179" fmla="*/ 568846 h 914263"/>
                <a:gd name="connsiteX180" fmla="*/ 1185113 w 1258521"/>
                <a:gd name="connsiteY180" fmla="*/ 566222 h 914263"/>
                <a:gd name="connsiteX181" fmla="*/ 1187401 w 1258521"/>
                <a:gd name="connsiteY181" fmla="*/ 564809 h 914263"/>
                <a:gd name="connsiteX182" fmla="*/ 1191103 w 1258521"/>
                <a:gd name="connsiteY182" fmla="*/ 562085 h 914263"/>
                <a:gd name="connsiteX183" fmla="*/ 1193156 w 1258521"/>
                <a:gd name="connsiteY183" fmla="*/ 559259 h 914263"/>
                <a:gd name="connsiteX184" fmla="*/ 1194334 w 1258521"/>
                <a:gd name="connsiteY184" fmla="*/ 555794 h 914263"/>
                <a:gd name="connsiteX185" fmla="*/ 1194233 w 1258521"/>
                <a:gd name="connsiteY185" fmla="*/ 554482 h 914263"/>
                <a:gd name="connsiteX186" fmla="*/ 1193694 w 1258521"/>
                <a:gd name="connsiteY186" fmla="*/ 552430 h 914263"/>
                <a:gd name="connsiteX187" fmla="*/ 1191305 w 1258521"/>
                <a:gd name="connsiteY187" fmla="*/ 549268 h 914263"/>
                <a:gd name="connsiteX188" fmla="*/ 1186963 w 1258521"/>
                <a:gd name="connsiteY188" fmla="*/ 548057 h 914263"/>
                <a:gd name="connsiteX189" fmla="*/ 1184237 w 1258521"/>
                <a:gd name="connsiteY189" fmla="*/ 545870 h 914263"/>
                <a:gd name="connsiteX190" fmla="*/ 1183598 w 1258521"/>
                <a:gd name="connsiteY190" fmla="*/ 543381 h 914263"/>
                <a:gd name="connsiteX191" fmla="*/ 1183059 w 1258521"/>
                <a:gd name="connsiteY191" fmla="*/ 540690 h 914263"/>
                <a:gd name="connsiteX192" fmla="*/ 1183059 w 1258521"/>
                <a:gd name="connsiteY192" fmla="*/ 538100 h 914263"/>
                <a:gd name="connsiteX193" fmla="*/ 1184002 w 1258521"/>
                <a:gd name="connsiteY193" fmla="*/ 534500 h 914263"/>
                <a:gd name="connsiteX194" fmla="*/ 1185146 w 1258521"/>
                <a:gd name="connsiteY194" fmla="*/ 531876 h 914263"/>
                <a:gd name="connsiteX195" fmla="*/ 1186223 w 1258521"/>
                <a:gd name="connsiteY195" fmla="*/ 530363 h 914263"/>
                <a:gd name="connsiteX196" fmla="*/ 1189050 w 1258521"/>
                <a:gd name="connsiteY196" fmla="*/ 529152 h 914263"/>
                <a:gd name="connsiteX197" fmla="*/ 1192954 w 1258521"/>
                <a:gd name="connsiteY197" fmla="*/ 529488 h 914263"/>
                <a:gd name="connsiteX198" fmla="*/ 1195142 w 1258521"/>
                <a:gd name="connsiteY198" fmla="*/ 531439 h 914263"/>
                <a:gd name="connsiteX199" fmla="*/ 1197430 w 1258521"/>
                <a:gd name="connsiteY199" fmla="*/ 530026 h 914263"/>
                <a:gd name="connsiteX200" fmla="*/ 1200695 w 1258521"/>
                <a:gd name="connsiteY200" fmla="*/ 527200 h 914263"/>
                <a:gd name="connsiteX201" fmla="*/ 1204598 w 1258521"/>
                <a:gd name="connsiteY201" fmla="*/ 524274 h 914263"/>
                <a:gd name="connsiteX202" fmla="*/ 1206214 w 1258521"/>
                <a:gd name="connsiteY202" fmla="*/ 520136 h 914263"/>
                <a:gd name="connsiteX203" fmla="*/ 1210892 w 1258521"/>
                <a:gd name="connsiteY203" fmla="*/ 518723 h 914263"/>
                <a:gd name="connsiteX204" fmla="*/ 1215570 w 1258521"/>
                <a:gd name="connsiteY204" fmla="*/ 520910 h 914263"/>
                <a:gd name="connsiteX205" fmla="*/ 1218834 w 1258521"/>
                <a:gd name="connsiteY205" fmla="*/ 523399 h 914263"/>
                <a:gd name="connsiteX206" fmla="*/ 1223613 w 1258521"/>
                <a:gd name="connsiteY206" fmla="*/ 522962 h 914263"/>
                <a:gd name="connsiteX207" fmla="*/ 1226238 w 1258521"/>
                <a:gd name="connsiteY207" fmla="*/ 521347 h 914263"/>
                <a:gd name="connsiteX208" fmla="*/ 1227551 w 1258521"/>
                <a:gd name="connsiteY208" fmla="*/ 518521 h 914263"/>
                <a:gd name="connsiteX209" fmla="*/ 1227753 w 1258521"/>
                <a:gd name="connsiteY209" fmla="*/ 514182 h 914263"/>
                <a:gd name="connsiteX210" fmla="*/ 1227854 w 1258521"/>
                <a:gd name="connsiteY210" fmla="*/ 511894 h 914263"/>
                <a:gd name="connsiteX211" fmla="*/ 1227080 w 1258521"/>
                <a:gd name="connsiteY211" fmla="*/ 507454 h 914263"/>
                <a:gd name="connsiteX212" fmla="*/ 1226205 w 1258521"/>
                <a:gd name="connsiteY212" fmla="*/ 504426 h 914263"/>
                <a:gd name="connsiteX213" fmla="*/ 1225431 w 1258521"/>
                <a:gd name="connsiteY213" fmla="*/ 500625 h 914263"/>
                <a:gd name="connsiteX214" fmla="*/ 1225229 w 1258521"/>
                <a:gd name="connsiteY214" fmla="*/ 496386 h 914263"/>
                <a:gd name="connsiteX215" fmla="*/ 1224892 w 1258521"/>
                <a:gd name="connsiteY215" fmla="*/ 494536 h 914263"/>
                <a:gd name="connsiteX216" fmla="*/ 1224354 w 1258521"/>
                <a:gd name="connsiteY216" fmla="*/ 492047 h 914263"/>
                <a:gd name="connsiteX217" fmla="*/ 1223479 w 1258521"/>
                <a:gd name="connsiteY217" fmla="*/ 489120 h 914263"/>
                <a:gd name="connsiteX218" fmla="*/ 1226407 w 1258521"/>
                <a:gd name="connsiteY218" fmla="*/ 488145 h 914263"/>
                <a:gd name="connsiteX219" fmla="*/ 1227719 w 1258521"/>
                <a:gd name="connsiteY219" fmla="*/ 487808 h 914263"/>
                <a:gd name="connsiteX220" fmla="*/ 1231623 w 1258521"/>
                <a:gd name="connsiteY220" fmla="*/ 485958 h 914263"/>
                <a:gd name="connsiteX221" fmla="*/ 1235863 w 1258521"/>
                <a:gd name="connsiteY221" fmla="*/ 483906 h 914263"/>
                <a:gd name="connsiteX222" fmla="*/ 1241417 w 1258521"/>
                <a:gd name="connsiteY222" fmla="*/ 484579 h 914263"/>
                <a:gd name="connsiteX223" fmla="*/ 1244008 w 1258521"/>
                <a:gd name="connsiteY223" fmla="*/ 485353 h 914263"/>
                <a:gd name="connsiteX224" fmla="*/ 1247037 w 1258521"/>
                <a:gd name="connsiteY224" fmla="*/ 485790 h 914263"/>
                <a:gd name="connsiteX225" fmla="*/ 1248249 w 1258521"/>
                <a:gd name="connsiteY225" fmla="*/ 484814 h 914263"/>
                <a:gd name="connsiteX226" fmla="*/ 1248484 w 1258521"/>
                <a:gd name="connsiteY226" fmla="*/ 483637 h 914263"/>
                <a:gd name="connsiteX227" fmla="*/ 1248585 w 1258521"/>
                <a:gd name="connsiteY227" fmla="*/ 482224 h 914263"/>
                <a:gd name="connsiteX228" fmla="*/ 1249023 w 1258521"/>
                <a:gd name="connsiteY228" fmla="*/ 478423 h 914263"/>
                <a:gd name="connsiteX229" fmla="*/ 1249123 w 1258521"/>
                <a:gd name="connsiteY229" fmla="*/ 474722 h 914263"/>
                <a:gd name="connsiteX230" fmla="*/ 1249123 w 1258521"/>
                <a:gd name="connsiteY230" fmla="*/ 471022 h 914263"/>
                <a:gd name="connsiteX231" fmla="*/ 1249023 w 1258521"/>
                <a:gd name="connsiteY231" fmla="*/ 467221 h 914263"/>
                <a:gd name="connsiteX232" fmla="*/ 1249023 w 1258521"/>
                <a:gd name="connsiteY232" fmla="*/ 465472 h 914263"/>
                <a:gd name="connsiteX233" fmla="*/ 1247407 w 1258521"/>
                <a:gd name="connsiteY233" fmla="*/ 462982 h 914263"/>
                <a:gd name="connsiteX234" fmla="*/ 1246768 w 1258521"/>
                <a:gd name="connsiteY234" fmla="*/ 461670 h 914263"/>
                <a:gd name="connsiteX235" fmla="*/ 1245691 w 1258521"/>
                <a:gd name="connsiteY235" fmla="*/ 459181 h 914263"/>
                <a:gd name="connsiteX236" fmla="*/ 1245893 w 1258521"/>
                <a:gd name="connsiteY236" fmla="*/ 457230 h 914263"/>
                <a:gd name="connsiteX237" fmla="*/ 1246229 w 1258521"/>
                <a:gd name="connsiteY237" fmla="*/ 456456 h 914263"/>
                <a:gd name="connsiteX238" fmla="*/ 1248282 w 1258521"/>
                <a:gd name="connsiteY238" fmla="*/ 452655 h 914263"/>
                <a:gd name="connsiteX239" fmla="*/ 1250571 w 1258521"/>
                <a:gd name="connsiteY239" fmla="*/ 451242 h 914263"/>
                <a:gd name="connsiteX240" fmla="*/ 1256326 w 1258521"/>
                <a:gd name="connsiteY240" fmla="*/ 446903 h 914263"/>
                <a:gd name="connsiteX241" fmla="*/ 1257201 w 1258521"/>
                <a:gd name="connsiteY241" fmla="*/ 443303 h 914263"/>
                <a:gd name="connsiteX242" fmla="*/ 1258513 w 1258521"/>
                <a:gd name="connsiteY242" fmla="*/ 440275 h 914263"/>
                <a:gd name="connsiteX243" fmla="*/ 1257739 w 1258521"/>
                <a:gd name="connsiteY243" fmla="*/ 439838 h 914263"/>
                <a:gd name="connsiteX244" fmla="*/ 1255114 w 1258521"/>
                <a:gd name="connsiteY244" fmla="*/ 438863 h 914263"/>
                <a:gd name="connsiteX245" fmla="*/ 1254340 w 1258521"/>
                <a:gd name="connsiteY245" fmla="*/ 437450 h 914263"/>
                <a:gd name="connsiteX246" fmla="*/ 1253902 w 1258521"/>
                <a:gd name="connsiteY246" fmla="*/ 435061 h 914263"/>
                <a:gd name="connsiteX247" fmla="*/ 1251412 w 1258521"/>
                <a:gd name="connsiteY247" fmla="*/ 432034 h 914263"/>
                <a:gd name="connsiteX248" fmla="*/ 1249763 w 1258521"/>
                <a:gd name="connsiteY248" fmla="*/ 431058 h 914263"/>
                <a:gd name="connsiteX249" fmla="*/ 1246195 w 1258521"/>
                <a:gd name="connsiteY249" fmla="*/ 428468 h 914263"/>
                <a:gd name="connsiteX250" fmla="*/ 1242494 w 1258521"/>
                <a:gd name="connsiteY250" fmla="*/ 424768 h 914263"/>
                <a:gd name="connsiteX251" fmla="*/ 1238791 w 1258521"/>
                <a:gd name="connsiteY251" fmla="*/ 422480 h 914263"/>
                <a:gd name="connsiteX252" fmla="*/ 1234753 w 1258521"/>
                <a:gd name="connsiteY252" fmla="*/ 418881 h 914263"/>
                <a:gd name="connsiteX253" fmla="*/ 1233878 w 1258521"/>
                <a:gd name="connsiteY253" fmla="*/ 413566 h 914263"/>
                <a:gd name="connsiteX254" fmla="*/ 1233777 w 1258521"/>
                <a:gd name="connsiteY254" fmla="*/ 409428 h 914263"/>
                <a:gd name="connsiteX255" fmla="*/ 1233676 w 1258521"/>
                <a:gd name="connsiteY255" fmla="*/ 405089 h 914263"/>
                <a:gd name="connsiteX256" fmla="*/ 1232599 w 1258521"/>
                <a:gd name="connsiteY256" fmla="*/ 401388 h 914263"/>
                <a:gd name="connsiteX257" fmla="*/ 1231623 w 1258521"/>
                <a:gd name="connsiteY257" fmla="*/ 398226 h 914263"/>
                <a:gd name="connsiteX258" fmla="*/ 1230849 w 1258521"/>
                <a:gd name="connsiteY258" fmla="*/ 396039 h 914263"/>
                <a:gd name="connsiteX259" fmla="*/ 1229974 w 1258521"/>
                <a:gd name="connsiteY259" fmla="*/ 395400 h 914263"/>
                <a:gd name="connsiteX260" fmla="*/ 1222805 w 1258521"/>
                <a:gd name="connsiteY260" fmla="*/ 392474 h 914263"/>
                <a:gd name="connsiteX261" fmla="*/ 1222368 w 1258521"/>
                <a:gd name="connsiteY261" fmla="*/ 390623 h 914263"/>
                <a:gd name="connsiteX262" fmla="*/ 1222570 w 1258521"/>
                <a:gd name="connsiteY262" fmla="*/ 387798 h 914263"/>
                <a:gd name="connsiteX263" fmla="*/ 1224320 w 1258521"/>
                <a:gd name="connsiteY263" fmla="*/ 384972 h 914263"/>
                <a:gd name="connsiteX264" fmla="*/ 1226272 w 1258521"/>
                <a:gd name="connsiteY264" fmla="*/ 383895 h 914263"/>
                <a:gd name="connsiteX265" fmla="*/ 1228325 w 1258521"/>
                <a:gd name="connsiteY265" fmla="*/ 382819 h 914263"/>
                <a:gd name="connsiteX266" fmla="*/ 1230176 w 1258521"/>
                <a:gd name="connsiteY266" fmla="*/ 380767 h 914263"/>
                <a:gd name="connsiteX267" fmla="*/ 1230714 w 1258521"/>
                <a:gd name="connsiteY267" fmla="*/ 380431 h 914263"/>
                <a:gd name="connsiteX268" fmla="*/ 1232128 w 1258521"/>
                <a:gd name="connsiteY268" fmla="*/ 378379 h 914263"/>
                <a:gd name="connsiteX269" fmla="*/ 1232666 w 1258521"/>
                <a:gd name="connsiteY269" fmla="*/ 376528 h 914263"/>
                <a:gd name="connsiteX270" fmla="*/ 1232431 w 1258521"/>
                <a:gd name="connsiteY270" fmla="*/ 374577 h 914263"/>
                <a:gd name="connsiteX271" fmla="*/ 1231993 w 1258521"/>
                <a:gd name="connsiteY271" fmla="*/ 371415 h 914263"/>
                <a:gd name="connsiteX272" fmla="*/ 1230479 w 1258521"/>
                <a:gd name="connsiteY272" fmla="*/ 369565 h 914263"/>
                <a:gd name="connsiteX273" fmla="*/ 1227753 w 1258521"/>
                <a:gd name="connsiteY273" fmla="*/ 368253 h 914263"/>
                <a:gd name="connsiteX274" fmla="*/ 1224488 w 1258521"/>
                <a:gd name="connsiteY274" fmla="*/ 365629 h 914263"/>
                <a:gd name="connsiteX275" fmla="*/ 1222839 w 1258521"/>
                <a:gd name="connsiteY275" fmla="*/ 364115 h 914263"/>
                <a:gd name="connsiteX276" fmla="*/ 1218700 w 1258521"/>
                <a:gd name="connsiteY276" fmla="*/ 361626 h 914263"/>
                <a:gd name="connsiteX277" fmla="*/ 1213483 w 1258521"/>
                <a:gd name="connsiteY277" fmla="*/ 360112 h 914263"/>
                <a:gd name="connsiteX278" fmla="*/ 1210858 w 1258521"/>
                <a:gd name="connsiteY278" fmla="*/ 358800 h 914263"/>
                <a:gd name="connsiteX279" fmla="*/ 1212373 w 1258521"/>
                <a:gd name="connsiteY279" fmla="*/ 354326 h 914263"/>
                <a:gd name="connsiteX280" fmla="*/ 1214123 w 1258521"/>
                <a:gd name="connsiteY280" fmla="*/ 353351 h 914263"/>
                <a:gd name="connsiteX281" fmla="*/ 1215099 w 1258521"/>
                <a:gd name="connsiteY281" fmla="*/ 351332 h 914263"/>
                <a:gd name="connsiteX282" fmla="*/ 1216176 w 1258521"/>
                <a:gd name="connsiteY282" fmla="*/ 348607 h 914263"/>
                <a:gd name="connsiteX283" fmla="*/ 1217589 w 1258521"/>
                <a:gd name="connsiteY283" fmla="*/ 344167 h 914263"/>
                <a:gd name="connsiteX284" fmla="*/ 1218363 w 1258521"/>
                <a:gd name="connsiteY284" fmla="*/ 341678 h 914263"/>
                <a:gd name="connsiteX285" fmla="*/ 1219878 w 1258521"/>
                <a:gd name="connsiteY285" fmla="*/ 340803 h 914263"/>
                <a:gd name="connsiteX286" fmla="*/ 1222267 w 1258521"/>
                <a:gd name="connsiteY286" fmla="*/ 339929 h 914263"/>
                <a:gd name="connsiteX287" fmla="*/ 1224017 w 1258521"/>
                <a:gd name="connsiteY287" fmla="*/ 338415 h 914263"/>
                <a:gd name="connsiteX288" fmla="*/ 1223916 w 1258521"/>
                <a:gd name="connsiteY288" fmla="*/ 334815 h 914263"/>
                <a:gd name="connsiteX289" fmla="*/ 1222604 w 1258521"/>
                <a:gd name="connsiteY289" fmla="*/ 332225 h 914263"/>
                <a:gd name="connsiteX290" fmla="*/ 1220315 w 1258521"/>
                <a:gd name="connsiteY290" fmla="*/ 329601 h 914263"/>
                <a:gd name="connsiteX291" fmla="*/ 1218902 w 1258521"/>
                <a:gd name="connsiteY291" fmla="*/ 327650 h 914263"/>
                <a:gd name="connsiteX292" fmla="*/ 1216075 w 1258521"/>
                <a:gd name="connsiteY292" fmla="*/ 325161 h 914263"/>
                <a:gd name="connsiteX293" fmla="*/ 1213248 w 1258521"/>
                <a:gd name="connsiteY293" fmla="*/ 321158 h 914263"/>
                <a:gd name="connsiteX294" fmla="*/ 1208469 w 1258521"/>
                <a:gd name="connsiteY294" fmla="*/ 318130 h 914263"/>
                <a:gd name="connsiteX295" fmla="*/ 1205103 w 1258521"/>
                <a:gd name="connsiteY295" fmla="*/ 315641 h 914263"/>
                <a:gd name="connsiteX296" fmla="*/ 1202377 w 1258521"/>
                <a:gd name="connsiteY296" fmla="*/ 312176 h 914263"/>
                <a:gd name="connsiteX297" fmla="*/ 1197060 w 1258521"/>
                <a:gd name="connsiteY297" fmla="*/ 309787 h 914263"/>
                <a:gd name="connsiteX298" fmla="*/ 1195983 w 1258521"/>
                <a:gd name="connsiteY298" fmla="*/ 309451 h 914263"/>
                <a:gd name="connsiteX299" fmla="*/ 1192920 w 1258521"/>
                <a:gd name="connsiteY299" fmla="*/ 308139 h 914263"/>
                <a:gd name="connsiteX300" fmla="*/ 1187603 w 1258521"/>
                <a:gd name="connsiteY300" fmla="*/ 306390 h 914263"/>
                <a:gd name="connsiteX301" fmla="*/ 1182050 w 1258521"/>
                <a:gd name="connsiteY301" fmla="*/ 303463 h 914263"/>
                <a:gd name="connsiteX302" fmla="*/ 1178247 w 1258521"/>
                <a:gd name="connsiteY302" fmla="*/ 300873 h 914263"/>
                <a:gd name="connsiteX303" fmla="*/ 1176934 w 1258521"/>
                <a:gd name="connsiteY303" fmla="*/ 299561 h 914263"/>
                <a:gd name="connsiteX304" fmla="*/ 1177035 w 1258521"/>
                <a:gd name="connsiteY304" fmla="*/ 296836 h 914263"/>
                <a:gd name="connsiteX305" fmla="*/ 1177473 w 1258521"/>
                <a:gd name="connsiteY305" fmla="*/ 294549 h 914263"/>
                <a:gd name="connsiteX306" fmla="*/ 1178247 w 1258521"/>
                <a:gd name="connsiteY306" fmla="*/ 291084 h 914263"/>
                <a:gd name="connsiteX307" fmla="*/ 1179559 w 1258521"/>
                <a:gd name="connsiteY307" fmla="*/ 290310 h 914263"/>
                <a:gd name="connsiteX308" fmla="*/ 1181074 w 1258521"/>
                <a:gd name="connsiteY308" fmla="*/ 288796 h 914263"/>
                <a:gd name="connsiteX309" fmla="*/ 1181713 w 1258521"/>
                <a:gd name="connsiteY309" fmla="*/ 287047 h 914263"/>
                <a:gd name="connsiteX310" fmla="*/ 1182353 w 1258521"/>
                <a:gd name="connsiteY310" fmla="*/ 285399 h 914263"/>
                <a:gd name="connsiteX311" fmla="*/ 1183127 w 1258521"/>
                <a:gd name="connsiteY311" fmla="*/ 283347 h 914263"/>
                <a:gd name="connsiteX312" fmla="*/ 1183564 w 1258521"/>
                <a:gd name="connsiteY312" fmla="*/ 281597 h 914263"/>
                <a:gd name="connsiteX313" fmla="*/ 1183901 w 1258521"/>
                <a:gd name="connsiteY313" fmla="*/ 279646 h 914263"/>
                <a:gd name="connsiteX314" fmla="*/ 1183362 w 1258521"/>
                <a:gd name="connsiteY314" fmla="*/ 277695 h 914263"/>
                <a:gd name="connsiteX315" fmla="*/ 1181410 w 1258521"/>
                <a:gd name="connsiteY315" fmla="*/ 275206 h 914263"/>
                <a:gd name="connsiteX316" fmla="*/ 1179795 w 1258521"/>
                <a:gd name="connsiteY316" fmla="*/ 273457 h 914263"/>
                <a:gd name="connsiteX317" fmla="*/ 1179459 w 1258521"/>
                <a:gd name="connsiteY317" fmla="*/ 271404 h 914263"/>
                <a:gd name="connsiteX318" fmla="*/ 1179459 w 1258521"/>
                <a:gd name="connsiteY318" fmla="*/ 269218 h 914263"/>
                <a:gd name="connsiteX319" fmla="*/ 1179223 w 1258521"/>
                <a:gd name="connsiteY319" fmla="*/ 266830 h 914263"/>
                <a:gd name="connsiteX320" fmla="*/ 1175756 w 1258521"/>
                <a:gd name="connsiteY320" fmla="*/ 264105 h 914263"/>
                <a:gd name="connsiteX321" fmla="*/ 1173030 w 1258521"/>
                <a:gd name="connsiteY321" fmla="*/ 262894 h 914263"/>
                <a:gd name="connsiteX322" fmla="*/ 1170742 w 1258521"/>
                <a:gd name="connsiteY322" fmla="*/ 263667 h 914263"/>
                <a:gd name="connsiteX323" fmla="*/ 1169665 w 1258521"/>
                <a:gd name="connsiteY323" fmla="*/ 264879 h 914263"/>
                <a:gd name="connsiteX324" fmla="*/ 1169564 w 1258521"/>
                <a:gd name="connsiteY324" fmla="*/ 266931 h 914263"/>
                <a:gd name="connsiteX325" fmla="*/ 1169026 w 1258521"/>
                <a:gd name="connsiteY325" fmla="*/ 269117 h 914263"/>
                <a:gd name="connsiteX326" fmla="*/ 1167275 w 1258521"/>
                <a:gd name="connsiteY326" fmla="*/ 272481 h 914263"/>
                <a:gd name="connsiteX327" fmla="*/ 1165626 w 1258521"/>
                <a:gd name="connsiteY327" fmla="*/ 275206 h 914263"/>
                <a:gd name="connsiteX328" fmla="*/ 1164987 w 1258521"/>
                <a:gd name="connsiteY328" fmla="*/ 276080 h 914263"/>
                <a:gd name="connsiteX329" fmla="*/ 1163910 w 1258521"/>
                <a:gd name="connsiteY329" fmla="*/ 278267 h 914263"/>
                <a:gd name="connsiteX330" fmla="*/ 1163809 w 1258521"/>
                <a:gd name="connsiteY330" fmla="*/ 281093 h 914263"/>
                <a:gd name="connsiteX331" fmla="*/ 1164011 w 1258521"/>
                <a:gd name="connsiteY331" fmla="*/ 282943 h 914263"/>
                <a:gd name="connsiteX332" fmla="*/ 1164549 w 1258521"/>
                <a:gd name="connsiteY332" fmla="*/ 285432 h 914263"/>
                <a:gd name="connsiteX333" fmla="*/ 1164650 w 1258521"/>
                <a:gd name="connsiteY333" fmla="*/ 287047 h 914263"/>
                <a:gd name="connsiteX334" fmla="*/ 1162800 w 1258521"/>
                <a:gd name="connsiteY334" fmla="*/ 288796 h 914263"/>
                <a:gd name="connsiteX335" fmla="*/ 1160410 w 1258521"/>
                <a:gd name="connsiteY335" fmla="*/ 289435 h 914263"/>
                <a:gd name="connsiteX336" fmla="*/ 1158121 w 1258521"/>
                <a:gd name="connsiteY336" fmla="*/ 289873 h 914263"/>
                <a:gd name="connsiteX337" fmla="*/ 1156472 w 1258521"/>
                <a:gd name="connsiteY337" fmla="*/ 289772 h 914263"/>
                <a:gd name="connsiteX338" fmla="*/ 1155059 w 1258521"/>
                <a:gd name="connsiteY338" fmla="*/ 286946 h 914263"/>
                <a:gd name="connsiteX339" fmla="*/ 1153309 w 1258521"/>
                <a:gd name="connsiteY339" fmla="*/ 284221 h 914263"/>
                <a:gd name="connsiteX340" fmla="*/ 1150583 w 1258521"/>
                <a:gd name="connsiteY340" fmla="*/ 281631 h 914263"/>
                <a:gd name="connsiteX341" fmla="*/ 1147857 w 1258521"/>
                <a:gd name="connsiteY341" fmla="*/ 277056 h 914263"/>
                <a:gd name="connsiteX342" fmla="*/ 1144828 w 1258521"/>
                <a:gd name="connsiteY342" fmla="*/ 275004 h 914263"/>
                <a:gd name="connsiteX343" fmla="*/ 1142775 w 1258521"/>
                <a:gd name="connsiteY343" fmla="*/ 274466 h 914263"/>
                <a:gd name="connsiteX344" fmla="*/ 1140587 w 1258521"/>
                <a:gd name="connsiteY344" fmla="*/ 273591 h 914263"/>
                <a:gd name="connsiteX345" fmla="*/ 1138534 w 1258521"/>
                <a:gd name="connsiteY345" fmla="*/ 271842 h 914263"/>
                <a:gd name="connsiteX346" fmla="*/ 1134933 w 1258521"/>
                <a:gd name="connsiteY346" fmla="*/ 267805 h 914263"/>
                <a:gd name="connsiteX347" fmla="*/ 1132645 w 1258521"/>
                <a:gd name="connsiteY347" fmla="*/ 264979 h 914263"/>
                <a:gd name="connsiteX348" fmla="*/ 1127327 w 1258521"/>
                <a:gd name="connsiteY348" fmla="*/ 258689 h 914263"/>
                <a:gd name="connsiteX349" fmla="*/ 1123727 w 1258521"/>
                <a:gd name="connsiteY349" fmla="*/ 254988 h 914263"/>
                <a:gd name="connsiteX350" fmla="*/ 1121135 w 1258521"/>
                <a:gd name="connsiteY350" fmla="*/ 253575 h 914263"/>
                <a:gd name="connsiteX351" fmla="*/ 1111140 w 1258521"/>
                <a:gd name="connsiteY351" fmla="*/ 244661 h 914263"/>
                <a:gd name="connsiteX352" fmla="*/ 1105688 w 1258521"/>
                <a:gd name="connsiteY352" fmla="*/ 240422 h 914263"/>
                <a:gd name="connsiteX353" fmla="*/ 1099596 w 1258521"/>
                <a:gd name="connsiteY353" fmla="*/ 235208 h 914263"/>
                <a:gd name="connsiteX354" fmla="*/ 1092865 w 1258521"/>
                <a:gd name="connsiteY354" fmla="*/ 231743 h 914263"/>
                <a:gd name="connsiteX355" fmla="*/ 1089399 w 1258521"/>
                <a:gd name="connsiteY355" fmla="*/ 228817 h 914263"/>
                <a:gd name="connsiteX356" fmla="*/ 1087346 w 1258521"/>
                <a:gd name="connsiteY356" fmla="*/ 227404 h 914263"/>
                <a:gd name="connsiteX357" fmla="*/ 1082668 w 1258521"/>
                <a:gd name="connsiteY357" fmla="*/ 226092 h 914263"/>
                <a:gd name="connsiteX358" fmla="*/ 1078629 w 1258521"/>
                <a:gd name="connsiteY358" fmla="*/ 224881 h 914263"/>
                <a:gd name="connsiteX359" fmla="*/ 1074052 w 1258521"/>
                <a:gd name="connsiteY359" fmla="*/ 220642 h 914263"/>
                <a:gd name="connsiteX360" fmla="*/ 1072100 w 1258521"/>
                <a:gd name="connsiteY360" fmla="*/ 219028 h 914263"/>
                <a:gd name="connsiteX361" fmla="*/ 1069711 w 1258521"/>
                <a:gd name="connsiteY361" fmla="*/ 216538 h 914263"/>
                <a:gd name="connsiteX362" fmla="*/ 1068398 w 1258521"/>
                <a:gd name="connsiteY362" fmla="*/ 216875 h 914263"/>
                <a:gd name="connsiteX363" fmla="*/ 1065235 w 1258521"/>
                <a:gd name="connsiteY363" fmla="*/ 218624 h 914263"/>
                <a:gd name="connsiteX364" fmla="*/ 1060893 w 1258521"/>
                <a:gd name="connsiteY364" fmla="*/ 218960 h 914263"/>
                <a:gd name="connsiteX365" fmla="*/ 1058840 w 1258521"/>
                <a:gd name="connsiteY365" fmla="*/ 216908 h 914263"/>
                <a:gd name="connsiteX366" fmla="*/ 1059379 w 1258521"/>
                <a:gd name="connsiteY366" fmla="*/ 215058 h 914263"/>
                <a:gd name="connsiteX367" fmla="*/ 1059917 w 1258521"/>
                <a:gd name="connsiteY367" fmla="*/ 212333 h 914263"/>
                <a:gd name="connsiteX368" fmla="*/ 1060355 w 1258521"/>
                <a:gd name="connsiteY368" fmla="*/ 210281 h 914263"/>
                <a:gd name="connsiteX369" fmla="*/ 1059379 w 1258521"/>
                <a:gd name="connsiteY369" fmla="*/ 205404 h 914263"/>
                <a:gd name="connsiteX370" fmla="*/ 1059379 w 1258521"/>
                <a:gd name="connsiteY370" fmla="*/ 201804 h 914263"/>
                <a:gd name="connsiteX371" fmla="*/ 1059042 w 1258521"/>
                <a:gd name="connsiteY371" fmla="*/ 197666 h 914263"/>
                <a:gd name="connsiteX372" fmla="*/ 1057292 w 1258521"/>
                <a:gd name="connsiteY372" fmla="*/ 194942 h 914263"/>
                <a:gd name="connsiteX373" fmla="*/ 1051436 w 1258521"/>
                <a:gd name="connsiteY373" fmla="*/ 194067 h 914263"/>
                <a:gd name="connsiteX374" fmla="*/ 1048071 w 1258521"/>
                <a:gd name="connsiteY374" fmla="*/ 192318 h 914263"/>
                <a:gd name="connsiteX375" fmla="*/ 1045379 w 1258521"/>
                <a:gd name="connsiteY375" fmla="*/ 192318 h 914263"/>
                <a:gd name="connsiteX376" fmla="*/ 1041845 w 1258521"/>
                <a:gd name="connsiteY376" fmla="*/ 191410 h 914263"/>
                <a:gd name="connsiteX377" fmla="*/ 1040162 w 1258521"/>
                <a:gd name="connsiteY377" fmla="*/ 190938 h 914263"/>
                <a:gd name="connsiteX378" fmla="*/ 1037268 w 1258521"/>
                <a:gd name="connsiteY378" fmla="*/ 188550 h 914263"/>
                <a:gd name="connsiteX379" fmla="*/ 1035888 w 1258521"/>
                <a:gd name="connsiteY379" fmla="*/ 187171 h 914263"/>
                <a:gd name="connsiteX380" fmla="*/ 1034441 w 1258521"/>
                <a:gd name="connsiteY380" fmla="*/ 185792 h 914263"/>
                <a:gd name="connsiteX381" fmla="*/ 1032859 w 1258521"/>
                <a:gd name="connsiteY381" fmla="*/ 183269 h 914263"/>
                <a:gd name="connsiteX382" fmla="*/ 1031715 w 1258521"/>
                <a:gd name="connsiteY382" fmla="*/ 181015 h 914263"/>
                <a:gd name="connsiteX383" fmla="*/ 1030772 w 1258521"/>
                <a:gd name="connsiteY383" fmla="*/ 179266 h 914263"/>
                <a:gd name="connsiteX384" fmla="*/ 1028686 w 1258521"/>
                <a:gd name="connsiteY384" fmla="*/ 178525 h 914263"/>
                <a:gd name="connsiteX385" fmla="*/ 1025421 w 1258521"/>
                <a:gd name="connsiteY385" fmla="*/ 177012 h 914263"/>
                <a:gd name="connsiteX386" fmla="*/ 1025489 w 1258521"/>
                <a:gd name="connsiteY386" fmla="*/ 174119 h 914263"/>
                <a:gd name="connsiteX387" fmla="*/ 1025186 w 1258521"/>
                <a:gd name="connsiteY387" fmla="*/ 171360 h 914263"/>
                <a:gd name="connsiteX388" fmla="*/ 1023941 w 1258521"/>
                <a:gd name="connsiteY388" fmla="*/ 168669 h 914263"/>
                <a:gd name="connsiteX389" fmla="*/ 1022426 w 1258521"/>
                <a:gd name="connsiteY389" fmla="*/ 166516 h 914263"/>
                <a:gd name="connsiteX390" fmla="*/ 1020676 w 1258521"/>
                <a:gd name="connsiteY390" fmla="*/ 165137 h 914263"/>
                <a:gd name="connsiteX391" fmla="*/ 1019465 w 1258521"/>
                <a:gd name="connsiteY391" fmla="*/ 165002 h 914263"/>
                <a:gd name="connsiteX392" fmla="*/ 1017849 w 1258521"/>
                <a:gd name="connsiteY392" fmla="*/ 165810 h 914263"/>
                <a:gd name="connsiteX393" fmla="*/ 1016099 w 1258521"/>
                <a:gd name="connsiteY393" fmla="*/ 167122 h 914263"/>
                <a:gd name="connsiteX394" fmla="*/ 1015224 w 1258521"/>
                <a:gd name="connsiteY394" fmla="*/ 169073 h 914263"/>
                <a:gd name="connsiteX395" fmla="*/ 1014787 w 1258521"/>
                <a:gd name="connsiteY395" fmla="*/ 171461 h 914263"/>
                <a:gd name="connsiteX396" fmla="*/ 1014214 w 1258521"/>
                <a:gd name="connsiteY396" fmla="*/ 173850 h 914263"/>
                <a:gd name="connsiteX397" fmla="*/ 1014147 w 1258521"/>
                <a:gd name="connsiteY397" fmla="*/ 175801 h 914263"/>
                <a:gd name="connsiteX398" fmla="*/ 1014147 w 1258521"/>
                <a:gd name="connsiteY398" fmla="*/ 177617 h 914263"/>
                <a:gd name="connsiteX399" fmla="*/ 1015426 w 1258521"/>
                <a:gd name="connsiteY399" fmla="*/ 179568 h 914263"/>
                <a:gd name="connsiteX400" fmla="*/ 1016705 w 1258521"/>
                <a:gd name="connsiteY400" fmla="*/ 181385 h 914263"/>
                <a:gd name="connsiteX401" fmla="*/ 1017580 w 1258521"/>
                <a:gd name="connsiteY401" fmla="*/ 183706 h 914263"/>
                <a:gd name="connsiteX402" fmla="*/ 1018825 w 1258521"/>
                <a:gd name="connsiteY402" fmla="*/ 185455 h 914263"/>
                <a:gd name="connsiteX403" fmla="*/ 1019431 w 1258521"/>
                <a:gd name="connsiteY403" fmla="*/ 185960 h 914263"/>
                <a:gd name="connsiteX404" fmla="*/ 1020575 w 1258521"/>
                <a:gd name="connsiteY404" fmla="*/ 187406 h 914263"/>
                <a:gd name="connsiteX405" fmla="*/ 1021719 w 1258521"/>
                <a:gd name="connsiteY405" fmla="*/ 188146 h 914263"/>
                <a:gd name="connsiteX406" fmla="*/ 1025186 w 1258521"/>
                <a:gd name="connsiteY406" fmla="*/ 192789 h 914263"/>
                <a:gd name="connsiteX407" fmla="*/ 1024883 w 1258521"/>
                <a:gd name="connsiteY407" fmla="*/ 195682 h 914263"/>
                <a:gd name="connsiteX408" fmla="*/ 1023133 w 1258521"/>
                <a:gd name="connsiteY408" fmla="*/ 197700 h 914263"/>
                <a:gd name="connsiteX409" fmla="*/ 1019397 w 1258521"/>
                <a:gd name="connsiteY409" fmla="*/ 198777 h 914263"/>
                <a:gd name="connsiteX410" fmla="*/ 1017277 w 1258521"/>
                <a:gd name="connsiteY410" fmla="*/ 198911 h 914263"/>
                <a:gd name="connsiteX411" fmla="*/ 1013878 w 1258521"/>
                <a:gd name="connsiteY411" fmla="*/ 197902 h 914263"/>
                <a:gd name="connsiteX412" fmla="*/ 1011859 w 1258521"/>
                <a:gd name="connsiteY412" fmla="*/ 196960 h 914263"/>
                <a:gd name="connsiteX413" fmla="*/ 1008224 w 1258521"/>
                <a:gd name="connsiteY413" fmla="*/ 195143 h 914263"/>
                <a:gd name="connsiteX414" fmla="*/ 1006575 w 1258521"/>
                <a:gd name="connsiteY414" fmla="*/ 193899 h 914263"/>
                <a:gd name="connsiteX415" fmla="*/ 1006272 w 1258521"/>
                <a:gd name="connsiteY415" fmla="*/ 191073 h 914263"/>
                <a:gd name="connsiteX416" fmla="*/ 1003580 w 1258521"/>
                <a:gd name="connsiteY416" fmla="*/ 188617 h 914263"/>
                <a:gd name="connsiteX417" fmla="*/ 1001695 w 1258521"/>
                <a:gd name="connsiteY417" fmla="*/ 187743 h 914263"/>
                <a:gd name="connsiteX418" fmla="*/ 996983 w 1258521"/>
                <a:gd name="connsiteY418" fmla="*/ 183975 h 914263"/>
                <a:gd name="connsiteX419" fmla="*/ 987493 w 1258521"/>
                <a:gd name="connsiteY419" fmla="*/ 175868 h 914263"/>
                <a:gd name="connsiteX420" fmla="*/ 986416 w 1258521"/>
                <a:gd name="connsiteY420" fmla="*/ 174993 h 914263"/>
                <a:gd name="connsiteX421" fmla="*/ 984228 w 1258521"/>
                <a:gd name="connsiteY421" fmla="*/ 172370 h 914263"/>
                <a:gd name="connsiteX422" fmla="*/ 982579 w 1258521"/>
                <a:gd name="connsiteY422" fmla="*/ 170721 h 914263"/>
                <a:gd name="connsiteX423" fmla="*/ 981132 w 1258521"/>
                <a:gd name="connsiteY423" fmla="*/ 169712 h 914263"/>
                <a:gd name="connsiteX424" fmla="*/ 978877 w 1258521"/>
                <a:gd name="connsiteY424" fmla="*/ 170082 h 914263"/>
                <a:gd name="connsiteX425" fmla="*/ 977127 w 1258521"/>
                <a:gd name="connsiteY425" fmla="*/ 169880 h 914263"/>
                <a:gd name="connsiteX426" fmla="*/ 976117 w 1258521"/>
                <a:gd name="connsiteY426" fmla="*/ 168938 h 914263"/>
                <a:gd name="connsiteX427" fmla="*/ 974670 w 1258521"/>
                <a:gd name="connsiteY427" fmla="*/ 167626 h 914263"/>
                <a:gd name="connsiteX428" fmla="*/ 974536 w 1258521"/>
                <a:gd name="connsiteY428" fmla="*/ 166045 h 914263"/>
                <a:gd name="connsiteX429" fmla="*/ 976353 w 1258521"/>
                <a:gd name="connsiteY429" fmla="*/ 164296 h 914263"/>
                <a:gd name="connsiteX430" fmla="*/ 975848 w 1258521"/>
                <a:gd name="connsiteY430" fmla="*/ 163152 h 914263"/>
                <a:gd name="connsiteX431" fmla="*/ 973593 w 1258521"/>
                <a:gd name="connsiteY431" fmla="*/ 161639 h 914263"/>
                <a:gd name="connsiteX432" fmla="*/ 972281 w 1258521"/>
                <a:gd name="connsiteY432" fmla="*/ 159183 h 914263"/>
                <a:gd name="connsiteX433" fmla="*/ 970262 w 1258521"/>
                <a:gd name="connsiteY433" fmla="*/ 158174 h 914263"/>
                <a:gd name="connsiteX434" fmla="*/ 968680 w 1258521"/>
                <a:gd name="connsiteY434" fmla="*/ 156727 h 914263"/>
                <a:gd name="connsiteX435" fmla="*/ 967367 w 1258521"/>
                <a:gd name="connsiteY435" fmla="*/ 153699 h 914263"/>
                <a:gd name="connsiteX436" fmla="*/ 966930 w 1258521"/>
                <a:gd name="connsiteY436" fmla="*/ 150369 h 914263"/>
                <a:gd name="connsiteX437" fmla="*/ 965785 w 1258521"/>
                <a:gd name="connsiteY437" fmla="*/ 148048 h 914263"/>
                <a:gd name="connsiteX438" fmla="*/ 964036 w 1258521"/>
                <a:gd name="connsiteY438" fmla="*/ 146601 h 914263"/>
                <a:gd name="connsiteX439" fmla="*/ 961579 w 1258521"/>
                <a:gd name="connsiteY439" fmla="*/ 144146 h 914263"/>
                <a:gd name="connsiteX440" fmla="*/ 960401 w 1258521"/>
                <a:gd name="connsiteY440" fmla="*/ 141387 h 914263"/>
                <a:gd name="connsiteX441" fmla="*/ 958651 w 1258521"/>
                <a:gd name="connsiteY441" fmla="*/ 137620 h 914263"/>
                <a:gd name="connsiteX442" fmla="*/ 955016 w 1258521"/>
                <a:gd name="connsiteY442" fmla="*/ 132843 h 914263"/>
                <a:gd name="connsiteX443" fmla="*/ 951381 w 1258521"/>
                <a:gd name="connsiteY443" fmla="*/ 129512 h 914263"/>
                <a:gd name="connsiteX444" fmla="*/ 946872 w 1258521"/>
                <a:gd name="connsiteY444" fmla="*/ 127057 h 914263"/>
                <a:gd name="connsiteX445" fmla="*/ 943102 w 1258521"/>
                <a:gd name="connsiteY445" fmla="*/ 123155 h 914263"/>
                <a:gd name="connsiteX446" fmla="*/ 939905 w 1258521"/>
                <a:gd name="connsiteY446" fmla="*/ 120564 h 914263"/>
                <a:gd name="connsiteX447" fmla="*/ 936876 w 1258521"/>
                <a:gd name="connsiteY447" fmla="*/ 117537 h 914263"/>
                <a:gd name="connsiteX448" fmla="*/ 935294 w 1258521"/>
                <a:gd name="connsiteY448" fmla="*/ 115956 h 914263"/>
                <a:gd name="connsiteX449" fmla="*/ 933410 w 1258521"/>
                <a:gd name="connsiteY449" fmla="*/ 114072 h 914263"/>
                <a:gd name="connsiteX450" fmla="*/ 930516 w 1258521"/>
                <a:gd name="connsiteY450" fmla="*/ 112491 h 914263"/>
                <a:gd name="connsiteX451" fmla="*/ 928934 w 1258521"/>
                <a:gd name="connsiteY451" fmla="*/ 108723 h 914263"/>
                <a:gd name="connsiteX452" fmla="*/ 926612 w 1258521"/>
                <a:gd name="connsiteY452" fmla="*/ 104653 h 914263"/>
                <a:gd name="connsiteX453" fmla="*/ 922842 w 1258521"/>
                <a:gd name="connsiteY453" fmla="*/ 102063 h 914263"/>
                <a:gd name="connsiteX454" fmla="*/ 921092 w 1258521"/>
                <a:gd name="connsiteY454" fmla="*/ 102063 h 914263"/>
                <a:gd name="connsiteX455" fmla="*/ 919073 w 1258521"/>
                <a:gd name="connsiteY455" fmla="*/ 100044 h 914263"/>
                <a:gd name="connsiteX456" fmla="*/ 916482 w 1258521"/>
                <a:gd name="connsiteY456" fmla="*/ 97151 h 914263"/>
                <a:gd name="connsiteX457" fmla="*/ 915472 w 1258521"/>
                <a:gd name="connsiteY457" fmla="*/ 93955 h 914263"/>
                <a:gd name="connsiteX458" fmla="*/ 914159 w 1258521"/>
                <a:gd name="connsiteY458" fmla="*/ 89751 h 914263"/>
                <a:gd name="connsiteX459" fmla="*/ 911703 w 1258521"/>
                <a:gd name="connsiteY459" fmla="*/ 86992 h 914263"/>
                <a:gd name="connsiteX460" fmla="*/ 907227 w 1258521"/>
                <a:gd name="connsiteY460" fmla="*/ 84671 h 914263"/>
                <a:gd name="connsiteX461" fmla="*/ 904198 w 1258521"/>
                <a:gd name="connsiteY461" fmla="*/ 84671 h 914263"/>
                <a:gd name="connsiteX462" fmla="*/ 900563 w 1258521"/>
                <a:gd name="connsiteY462" fmla="*/ 87059 h 914263"/>
                <a:gd name="connsiteX463" fmla="*/ 898678 w 1258521"/>
                <a:gd name="connsiteY463" fmla="*/ 87867 h 914263"/>
                <a:gd name="connsiteX464" fmla="*/ 897534 w 1258521"/>
                <a:gd name="connsiteY464" fmla="*/ 89885 h 914263"/>
                <a:gd name="connsiteX465" fmla="*/ 896524 w 1258521"/>
                <a:gd name="connsiteY465" fmla="*/ 91769 h 914263"/>
                <a:gd name="connsiteX466" fmla="*/ 896221 w 1258521"/>
                <a:gd name="connsiteY466" fmla="*/ 94225 h 914263"/>
                <a:gd name="connsiteX467" fmla="*/ 895649 w 1258521"/>
                <a:gd name="connsiteY467" fmla="*/ 95671 h 914263"/>
                <a:gd name="connsiteX468" fmla="*/ 893899 w 1258521"/>
                <a:gd name="connsiteY468" fmla="*/ 98295 h 914263"/>
                <a:gd name="connsiteX469" fmla="*/ 893024 w 1258521"/>
                <a:gd name="connsiteY469" fmla="*/ 99439 h 914263"/>
                <a:gd name="connsiteX470" fmla="*/ 887942 w 1258521"/>
                <a:gd name="connsiteY470" fmla="*/ 101020 h 914263"/>
                <a:gd name="connsiteX471" fmla="*/ 879596 w 1258521"/>
                <a:gd name="connsiteY471" fmla="*/ 102264 h 914263"/>
                <a:gd name="connsiteX472" fmla="*/ 873740 w 1258521"/>
                <a:gd name="connsiteY472" fmla="*/ 101625 h 914263"/>
                <a:gd name="connsiteX473" fmla="*/ 872428 w 1258521"/>
                <a:gd name="connsiteY473" fmla="*/ 98261 h 914263"/>
                <a:gd name="connsiteX474" fmla="*/ 870240 w 1258521"/>
                <a:gd name="connsiteY474" fmla="*/ 94998 h 914263"/>
                <a:gd name="connsiteX475" fmla="*/ 866538 w 1258521"/>
                <a:gd name="connsiteY475" fmla="*/ 90087 h 914263"/>
                <a:gd name="connsiteX476" fmla="*/ 863913 w 1258521"/>
                <a:gd name="connsiteY476" fmla="*/ 89111 h 914263"/>
                <a:gd name="connsiteX477" fmla="*/ 862500 w 1258521"/>
                <a:gd name="connsiteY477" fmla="*/ 89313 h 914263"/>
                <a:gd name="connsiteX478" fmla="*/ 860548 w 1258521"/>
                <a:gd name="connsiteY478" fmla="*/ 89515 h 914263"/>
                <a:gd name="connsiteX479" fmla="*/ 859134 w 1258521"/>
                <a:gd name="connsiteY479" fmla="*/ 91802 h 914263"/>
                <a:gd name="connsiteX480" fmla="*/ 856846 w 1258521"/>
                <a:gd name="connsiteY480" fmla="*/ 94830 h 914263"/>
                <a:gd name="connsiteX481" fmla="*/ 855432 w 1258521"/>
                <a:gd name="connsiteY481" fmla="*/ 96243 h 914263"/>
                <a:gd name="connsiteX482" fmla="*/ 853918 w 1258521"/>
                <a:gd name="connsiteY482" fmla="*/ 98968 h 914263"/>
                <a:gd name="connsiteX483" fmla="*/ 851629 w 1258521"/>
                <a:gd name="connsiteY483" fmla="*/ 100818 h 914263"/>
                <a:gd name="connsiteX484" fmla="*/ 850317 w 1258521"/>
                <a:gd name="connsiteY484" fmla="*/ 101255 h 914263"/>
                <a:gd name="connsiteX485" fmla="*/ 847591 w 1258521"/>
                <a:gd name="connsiteY485" fmla="*/ 103307 h 914263"/>
                <a:gd name="connsiteX486" fmla="*/ 846177 w 1258521"/>
                <a:gd name="connsiteY486" fmla="*/ 106772 h 914263"/>
                <a:gd name="connsiteX487" fmla="*/ 845302 w 1258521"/>
                <a:gd name="connsiteY487" fmla="*/ 108824 h 914263"/>
                <a:gd name="connsiteX488" fmla="*/ 843014 w 1258521"/>
                <a:gd name="connsiteY488" fmla="*/ 112525 h 914263"/>
                <a:gd name="connsiteX489" fmla="*/ 840725 w 1258521"/>
                <a:gd name="connsiteY489" fmla="*/ 113164 h 914263"/>
                <a:gd name="connsiteX490" fmla="*/ 835711 w 1258521"/>
                <a:gd name="connsiteY490" fmla="*/ 112827 h 914263"/>
                <a:gd name="connsiteX491" fmla="*/ 834970 w 1258521"/>
                <a:gd name="connsiteY491" fmla="*/ 111515 h 914263"/>
                <a:gd name="connsiteX492" fmla="*/ 834970 w 1258521"/>
                <a:gd name="connsiteY492" fmla="*/ 108791 h 914263"/>
                <a:gd name="connsiteX493" fmla="*/ 834768 w 1258521"/>
                <a:gd name="connsiteY493" fmla="*/ 104989 h 914263"/>
                <a:gd name="connsiteX494" fmla="*/ 830326 w 1258521"/>
                <a:gd name="connsiteY494" fmla="*/ 102601 h 914263"/>
                <a:gd name="connsiteX495" fmla="*/ 825109 w 1258521"/>
                <a:gd name="connsiteY495" fmla="*/ 100111 h 914263"/>
                <a:gd name="connsiteX496" fmla="*/ 819018 w 1258521"/>
                <a:gd name="connsiteY496" fmla="*/ 97185 h 914263"/>
                <a:gd name="connsiteX497" fmla="*/ 814239 w 1258521"/>
                <a:gd name="connsiteY497" fmla="*/ 94696 h 914263"/>
                <a:gd name="connsiteX498" fmla="*/ 808248 w 1258521"/>
                <a:gd name="connsiteY498" fmla="*/ 92744 h 914263"/>
                <a:gd name="connsiteX499" fmla="*/ 802594 w 1258521"/>
                <a:gd name="connsiteY499" fmla="*/ 89481 h 914263"/>
                <a:gd name="connsiteX500" fmla="*/ 798590 w 1258521"/>
                <a:gd name="connsiteY500" fmla="*/ 84469 h 914263"/>
                <a:gd name="connsiteX501" fmla="*/ 796301 w 1258521"/>
                <a:gd name="connsiteY501" fmla="*/ 81643 h 914263"/>
                <a:gd name="connsiteX502" fmla="*/ 792936 w 1258521"/>
                <a:gd name="connsiteY502" fmla="*/ 76766 h 914263"/>
                <a:gd name="connsiteX503" fmla="*/ 789772 w 1258521"/>
                <a:gd name="connsiteY503" fmla="*/ 73301 h 914263"/>
                <a:gd name="connsiteX504" fmla="*/ 784993 w 1258521"/>
                <a:gd name="connsiteY504" fmla="*/ 67986 h 914263"/>
                <a:gd name="connsiteX505" fmla="*/ 782065 w 1258521"/>
                <a:gd name="connsiteY505" fmla="*/ 64958 h 914263"/>
                <a:gd name="connsiteX506" fmla="*/ 777926 w 1258521"/>
                <a:gd name="connsiteY506" fmla="*/ 59845 h 914263"/>
                <a:gd name="connsiteX507" fmla="*/ 774560 w 1258521"/>
                <a:gd name="connsiteY507" fmla="*/ 57120 h 914263"/>
                <a:gd name="connsiteX508" fmla="*/ 770320 w 1258521"/>
                <a:gd name="connsiteY508" fmla="*/ 54631 h 914263"/>
                <a:gd name="connsiteX509" fmla="*/ 765204 w 1258521"/>
                <a:gd name="connsiteY509" fmla="*/ 53857 h 914263"/>
                <a:gd name="connsiteX510" fmla="*/ 753459 w 1258521"/>
                <a:gd name="connsiteY510" fmla="*/ 53420 h 914263"/>
                <a:gd name="connsiteX511" fmla="*/ 749992 w 1258521"/>
                <a:gd name="connsiteY511" fmla="*/ 54193 h 914263"/>
                <a:gd name="connsiteX512" fmla="*/ 748478 w 1258521"/>
                <a:gd name="connsiteY512" fmla="*/ 55270 h 914263"/>
                <a:gd name="connsiteX513" fmla="*/ 744877 w 1258521"/>
                <a:gd name="connsiteY513" fmla="*/ 59071 h 914263"/>
                <a:gd name="connsiteX514" fmla="*/ 743261 w 1258521"/>
                <a:gd name="connsiteY514" fmla="*/ 62435 h 914263"/>
                <a:gd name="connsiteX515" fmla="*/ 740973 w 1258521"/>
                <a:gd name="connsiteY515" fmla="*/ 70038 h 914263"/>
                <a:gd name="connsiteX516" fmla="*/ 745853 w 1258521"/>
                <a:gd name="connsiteY516" fmla="*/ 76867 h 914263"/>
                <a:gd name="connsiteX517" fmla="*/ 745954 w 1258521"/>
                <a:gd name="connsiteY517" fmla="*/ 81206 h 914263"/>
                <a:gd name="connsiteX518" fmla="*/ 743127 w 1258521"/>
                <a:gd name="connsiteY518" fmla="*/ 87934 h 914263"/>
                <a:gd name="connsiteX519" fmla="*/ 740199 w 1258521"/>
                <a:gd name="connsiteY519" fmla="*/ 98160 h 914263"/>
                <a:gd name="connsiteX520" fmla="*/ 737708 w 1258521"/>
                <a:gd name="connsiteY520" fmla="*/ 107512 h 914263"/>
                <a:gd name="connsiteX521" fmla="*/ 736632 w 1258521"/>
                <a:gd name="connsiteY521" fmla="*/ 112289 h 914263"/>
                <a:gd name="connsiteX522" fmla="*/ 738247 w 1258521"/>
                <a:gd name="connsiteY522" fmla="*/ 117167 h 914263"/>
                <a:gd name="connsiteX523" fmla="*/ 740098 w 1258521"/>
                <a:gd name="connsiteY523" fmla="*/ 122280 h 914263"/>
                <a:gd name="connsiteX524" fmla="*/ 740435 w 1258521"/>
                <a:gd name="connsiteY524" fmla="*/ 129546 h 914263"/>
                <a:gd name="connsiteX525" fmla="*/ 740233 w 1258521"/>
                <a:gd name="connsiteY525" fmla="*/ 135971 h 914263"/>
                <a:gd name="connsiteX526" fmla="*/ 739694 w 1258521"/>
                <a:gd name="connsiteY526" fmla="*/ 141186 h 914263"/>
                <a:gd name="connsiteX527" fmla="*/ 739593 w 1258521"/>
                <a:gd name="connsiteY527" fmla="*/ 145525 h 914263"/>
                <a:gd name="connsiteX528" fmla="*/ 739055 w 1258521"/>
                <a:gd name="connsiteY528" fmla="*/ 148014 h 914263"/>
                <a:gd name="connsiteX529" fmla="*/ 736665 w 1258521"/>
                <a:gd name="connsiteY529" fmla="*/ 149528 h 914263"/>
                <a:gd name="connsiteX530" fmla="*/ 732324 w 1258521"/>
                <a:gd name="connsiteY530" fmla="*/ 150403 h 914263"/>
                <a:gd name="connsiteX531" fmla="*/ 727881 w 1258521"/>
                <a:gd name="connsiteY531" fmla="*/ 150403 h 914263"/>
                <a:gd name="connsiteX532" fmla="*/ 724179 w 1258521"/>
                <a:gd name="connsiteY532" fmla="*/ 152051 h 914263"/>
                <a:gd name="connsiteX533" fmla="*/ 718862 w 1258521"/>
                <a:gd name="connsiteY533" fmla="*/ 151513 h 914263"/>
                <a:gd name="connsiteX534" fmla="*/ 716472 w 1258521"/>
                <a:gd name="connsiteY534" fmla="*/ 150302 h 914263"/>
                <a:gd name="connsiteX535" fmla="*/ 712333 w 1258521"/>
                <a:gd name="connsiteY535" fmla="*/ 146938 h 914263"/>
                <a:gd name="connsiteX536" fmla="*/ 708429 w 1258521"/>
                <a:gd name="connsiteY536" fmla="*/ 143574 h 914263"/>
                <a:gd name="connsiteX537" fmla="*/ 704626 w 1258521"/>
                <a:gd name="connsiteY537" fmla="*/ 139874 h 914263"/>
                <a:gd name="connsiteX538" fmla="*/ 701261 w 1258521"/>
                <a:gd name="connsiteY538" fmla="*/ 138999 h 914263"/>
                <a:gd name="connsiteX539" fmla="*/ 699510 w 1258521"/>
                <a:gd name="connsiteY539" fmla="*/ 135399 h 914263"/>
                <a:gd name="connsiteX540" fmla="*/ 699746 w 1258521"/>
                <a:gd name="connsiteY540" fmla="*/ 133011 h 914263"/>
                <a:gd name="connsiteX541" fmla="*/ 699847 w 1258521"/>
                <a:gd name="connsiteY541" fmla="*/ 127158 h 914263"/>
                <a:gd name="connsiteX542" fmla="*/ 695607 w 1258521"/>
                <a:gd name="connsiteY542" fmla="*/ 123155 h 914263"/>
                <a:gd name="connsiteX543" fmla="*/ 690727 w 1258521"/>
                <a:gd name="connsiteY543" fmla="*/ 117604 h 914263"/>
                <a:gd name="connsiteX544" fmla="*/ 686924 w 1258521"/>
                <a:gd name="connsiteY544" fmla="*/ 115754 h 914263"/>
                <a:gd name="connsiteX545" fmla="*/ 680395 w 1258521"/>
                <a:gd name="connsiteY545" fmla="*/ 113265 h 914263"/>
                <a:gd name="connsiteX546" fmla="*/ 677770 w 1258521"/>
                <a:gd name="connsiteY546" fmla="*/ 113265 h 914263"/>
                <a:gd name="connsiteX547" fmla="*/ 671678 w 1258521"/>
                <a:gd name="connsiteY547" fmla="*/ 110439 h 914263"/>
                <a:gd name="connsiteX548" fmla="*/ 659731 w 1258521"/>
                <a:gd name="connsiteY548" fmla="*/ 102836 h 914263"/>
                <a:gd name="connsiteX549" fmla="*/ 655288 w 1258521"/>
                <a:gd name="connsiteY549" fmla="*/ 98598 h 914263"/>
                <a:gd name="connsiteX550" fmla="*/ 648759 w 1258521"/>
                <a:gd name="connsiteY550" fmla="*/ 92307 h 914263"/>
                <a:gd name="connsiteX551" fmla="*/ 643879 w 1258521"/>
                <a:gd name="connsiteY551" fmla="*/ 87093 h 914263"/>
                <a:gd name="connsiteX552" fmla="*/ 640952 w 1258521"/>
                <a:gd name="connsiteY552" fmla="*/ 84368 h 914263"/>
                <a:gd name="connsiteX553" fmla="*/ 638461 w 1258521"/>
                <a:gd name="connsiteY553" fmla="*/ 82854 h 914263"/>
                <a:gd name="connsiteX554" fmla="*/ 634658 w 1258521"/>
                <a:gd name="connsiteY554" fmla="*/ 81004 h 914263"/>
                <a:gd name="connsiteX555" fmla="*/ 633043 w 1258521"/>
                <a:gd name="connsiteY555" fmla="*/ 79692 h 914263"/>
                <a:gd name="connsiteX556" fmla="*/ 631966 w 1258521"/>
                <a:gd name="connsiteY556" fmla="*/ 71551 h 914263"/>
                <a:gd name="connsiteX557" fmla="*/ 627187 w 1258521"/>
                <a:gd name="connsiteY557" fmla="*/ 67212 h 914263"/>
                <a:gd name="connsiteX558" fmla="*/ 624898 w 1258521"/>
                <a:gd name="connsiteY558" fmla="*/ 64924 h 914263"/>
                <a:gd name="connsiteX559" fmla="*/ 615340 w 1258521"/>
                <a:gd name="connsiteY559" fmla="*/ 57322 h 914263"/>
                <a:gd name="connsiteX560" fmla="*/ 607499 w 1258521"/>
                <a:gd name="connsiteY560" fmla="*/ 47667 h 914263"/>
                <a:gd name="connsiteX561" fmla="*/ 602720 w 1258521"/>
                <a:gd name="connsiteY561" fmla="*/ 43866 h 914263"/>
                <a:gd name="connsiteX562" fmla="*/ 599119 w 1258521"/>
                <a:gd name="connsiteY562" fmla="*/ 36163 h 914263"/>
                <a:gd name="connsiteX563" fmla="*/ 593566 w 1258521"/>
                <a:gd name="connsiteY563" fmla="*/ 34514 h 914263"/>
                <a:gd name="connsiteX564" fmla="*/ 585320 w 1258521"/>
                <a:gd name="connsiteY564" fmla="*/ 35591 h 914263"/>
                <a:gd name="connsiteX565" fmla="*/ 580306 w 1258521"/>
                <a:gd name="connsiteY565" fmla="*/ 31890 h 914263"/>
                <a:gd name="connsiteX566" fmla="*/ 574316 w 1258521"/>
                <a:gd name="connsiteY566" fmla="*/ 27753 h 914263"/>
                <a:gd name="connsiteX567" fmla="*/ 567887 w 1258521"/>
                <a:gd name="connsiteY567" fmla="*/ 25701 h 914263"/>
                <a:gd name="connsiteX568" fmla="*/ 563310 w 1258521"/>
                <a:gd name="connsiteY568" fmla="*/ 25802 h 914263"/>
                <a:gd name="connsiteX569" fmla="*/ 555806 w 1258521"/>
                <a:gd name="connsiteY569" fmla="*/ 25600 h 914263"/>
                <a:gd name="connsiteX570" fmla="*/ 549377 w 1258521"/>
                <a:gd name="connsiteY570" fmla="*/ 23750 h 914263"/>
                <a:gd name="connsiteX571" fmla="*/ 542949 w 1258521"/>
                <a:gd name="connsiteY571" fmla="*/ 19410 h 914263"/>
                <a:gd name="connsiteX572" fmla="*/ 536757 w 1258521"/>
                <a:gd name="connsiteY572" fmla="*/ 14970 h 914263"/>
                <a:gd name="connsiteX573" fmla="*/ 532954 w 1258521"/>
                <a:gd name="connsiteY573" fmla="*/ 12581 h 914263"/>
                <a:gd name="connsiteX574" fmla="*/ 526997 w 1258521"/>
                <a:gd name="connsiteY574" fmla="*/ 11606 h 914263"/>
                <a:gd name="connsiteX575" fmla="*/ 517978 w 1258521"/>
                <a:gd name="connsiteY575" fmla="*/ 12682 h 914263"/>
                <a:gd name="connsiteX576" fmla="*/ 514377 w 1258521"/>
                <a:gd name="connsiteY576" fmla="*/ 10630 h 914263"/>
                <a:gd name="connsiteX577" fmla="*/ 511651 w 1258521"/>
                <a:gd name="connsiteY577" fmla="*/ 8242 h 914263"/>
                <a:gd name="connsiteX578" fmla="*/ 509800 w 1258521"/>
                <a:gd name="connsiteY578" fmla="*/ 6829 h 914263"/>
                <a:gd name="connsiteX579" fmla="*/ 507747 w 1258521"/>
                <a:gd name="connsiteY579" fmla="*/ 7165 h 914263"/>
                <a:gd name="connsiteX580" fmla="*/ 503708 w 1258521"/>
                <a:gd name="connsiteY580" fmla="*/ 8477 h 914263"/>
                <a:gd name="connsiteX581" fmla="*/ 500006 w 1258521"/>
                <a:gd name="connsiteY581" fmla="*/ 9991 h 914263"/>
                <a:gd name="connsiteX582" fmla="*/ 496203 w 1258521"/>
                <a:gd name="connsiteY582" fmla="*/ 10630 h 914263"/>
                <a:gd name="connsiteX583" fmla="*/ 492737 w 1258521"/>
                <a:gd name="connsiteY583" fmla="*/ 11841 h 914263"/>
                <a:gd name="connsiteX584" fmla="*/ 489136 w 1258521"/>
                <a:gd name="connsiteY584" fmla="*/ 11639 h 914263"/>
                <a:gd name="connsiteX585" fmla="*/ 485333 w 1258521"/>
                <a:gd name="connsiteY585" fmla="*/ 11101 h 914263"/>
                <a:gd name="connsiteX586" fmla="*/ 482068 w 1258521"/>
                <a:gd name="connsiteY586" fmla="*/ 9587 h 914263"/>
                <a:gd name="connsiteX587" fmla="*/ 478265 w 1258521"/>
                <a:gd name="connsiteY587" fmla="*/ 8174 h 914263"/>
                <a:gd name="connsiteX588" fmla="*/ 471635 w 1258521"/>
                <a:gd name="connsiteY588" fmla="*/ 7401 h 914263"/>
                <a:gd name="connsiteX589" fmla="*/ 465477 w 1258521"/>
                <a:gd name="connsiteY589" fmla="*/ 6425 h 914263"/>
                <a:gd name="connsiteX590" fmla="*/ 458308 w 1258521"/>
                <a:gd name="connsiteY590" fmla="*/ 6425 h 914263"/>
                <a:gd name="connsiteX591" fmla="*/ 453428 w 1258521"/>
                <a:gd name="connsiteY591" fmla="*/ 5113 h 914263"/>
                <a:gd name="connsiteX592" fmla="*/ 449827 w 1258521"/>
                <a:gd name="connsiteY592" fmla="*/ 3498 h 914263"/>
                <a:gd name="connsiteX593" fmla="*/ 446024 w 1258521"/>
                <a:gd name="connsiteY593" fmla="*/ 1884 h 914263"/>
                <a:gd name="connsiteX594" fmla="*/ 443298 w 1258521"/>
                <a:gd name="connsiteY594" fmla="*/ 1547 h 914263"/>
                <a:gd name="connsiteX595" fmla="*/ 442760 w 1258521"/>
                <a:gd name="connsiteY595" fmla="*/ 1884 h 914263"/>
                <a:gd name="connsiteX596" fmla="*/ 442120 w 1258521"/>
                <a:gd name="connsiteY596" fmla="*/ 4272 h 914263"/>
                <a:gd name="connsiteX597" fmla="*/ 440707 w 1258521"/>
                <a:gd name="connsiteY597" fmla="*/ 7098 h 914263"/>
                <a:gd name="connsiteX598" fmla="*/ 437880 w 1258521"/>
                <a:gd name="connsiteY598" fmla="*/ 9486 h 914263"/>
                <a:gd name="connsiteX599" fmla="*/ 434615 w 1258521"/>
                <a:gd name="connsiteY599" fmla="*/ 9688 h 914263"/>
                <a:gd name="connsiteX600" fmla="*/ 429937 w 1258521"/>
                <a:gd name="connsiteY600" fmla="*/ 8814 h 914263"/>
                <a:gd name="connsiteX601" fmla="*/ 428187 w 1258521"/>
                <a:gd name="connsiteY601" fmla="*/ 7502 h 914263"/>
                <a:gd name="connsiteX602" fmla="*/ 426134 w 1258521"/>
                <a:gd name="connsiteY602" fmla="*/ 7266 h 914263"/>
                <a:gd name="connsiteX603" fmla="*/ 424283 w 1258521"/>
                <a:gd name="connsiteY603" fmla="*/ 9453 h 914263"/>
                <a:gd name="connsiteX604" fmla="*/ 417216 w 1258521"/>
                <a:gd name="connsiteY604" fmla="*/ 9991 h 914263"/>
                <a:gd name="connsiteX605" fmla="*/ 408735 w 1258521"/>
                <a:gd name="connsiteY605" fmla="*/ 10529 h 914263"/>
                <a:gd name="connsiteX606" fmla="*/ 405571 w 1258521"/>
                <a:gd name="connsiteY606" fmla="*/ 10765 h 914263"/>
                <a:gd name="connsiteX607" fmla="*/ 403417 w 1258521"/>
                <a:gd name="connsiteY607" fmla="*/ 11538 h 914263"/>
                <a:gd name="connsiteX608" fmla="*/ 401567 w 1258521"/>
                <a:gd name="connsiteY608" fmla="*/ 9924 h 914263"/>
                <a:gd name="connsiteX609" fmla="*/ 398639 w 1258521"/>
                <a:gd name="connsiteY609" fmla="*/ 7333 h 914263"/>
                <a:gd name="connsiteX610" fmla="*/ 397023 w 1258521"/>
                <a:gd name="connsiteY610" fmla="*/ 5147 h 914263"/>
                <a:gd name="connsiteX611" fmla="*/ 396922 w 1258521"/>
                <a:gd name="connsiteY611" fmla="*/ 3532 h 914263"/>
                <a:gd name="connsiteX612" fmla="*/ 396821 w 1258521"/>
                <a:gd name="connsiteY612" fmla="*/ 1480 h 914263"/>
                <a:gd name="connsiteX613" fmla="*/ 396788 w 1258521"/>
                <a:gd name="connsiteY613" fmla="*/ 0 h 914263"/>
                <a:gd name="connsiteX614" fmla="*/ 396720 w 1258521"/>
                <a:gd name="connsiteY614" fmla="*/ 0 h 914263"/>
                <a:gd name="connsiteX615" fmla="*/ 393355 w 1258521"/>
                <a:gd name="connsiteY615" fmla="*/ 2725 h 914263"/>
                <a:gd name="connsiteX616" fmla="*/ 393355 w 1258521"/>
                <a:gd name="connsiteY616" fmla="*/ 7367 h 914263"/>
                <a:gd name="connsiteX617" fmla="*/ 375686 w 1258521"/>
                <a:gd name="connsiteY617" fmla="*/ 10125 h 914263"/>
                <a:gd name="connsiteX618" fmla="*/ 372489 w 1258521"/>
                <a:gd name="connsiteY618" fmla="*/ 11707 h 914263"/>
                <a:gd name="connsiteX619" fmla="*/ 364681 w 1258521"/>
                <a:gd name="connsiteY619" fmla="*/ 11707 h 914263"/>
                <a:gd name="connsiteX620" fmla="*/ 360609 w 1258521"/>
                <a:gd name="connsiteY620" fmla="*/ 7064 h 914263"/>
                <a:gd name="connsiteX621" fmla="*/ 349301 w 1258521"/>
                <a:gd name="connsiteY621" fmla="*/ 11707 h 914263"/>
                <a:gd name="connsiteX622" fmla="*/ 340887 w 1258521"/>
                <a:gd name="connsiteY622" fmla="*/ 18670 h 914263"/>
                <a:gd name="connsiteX623" fmla="*/ 334796 w 1258521"/>
                <a:gd name="connsiteY623" fmla="*/ 20116 h 914263"/>
                <a:gd name="connsiteX624" fmla="*/ 331026 w 1258521"/>
                <a:gd name="connsiteY624" fmla="*/ 15474 h 914263"/>
                <a:gd name="connsiteX625" fmla="*/ 323791 w 1258521"/>
                <a:gd name="connsiteY625" fmla="*/ 18098 h 914263"/>
                <a:gd name="connsiteX626" fmla="*/ 315983 w 1258521"/>
                <a:gd name="connsiteY626" fmla="*/ 20116 h 914263"/>
                <a:gd name="connsiteX627" fmla="*/ 305853 w 1258521"/>
                <a:gd name="connsiteY627" fmla="*/ 20116 h 914263"/>
                <a:gd name="connsiteX628" fmla="*/ 302386 w 1258521"/>
                <a:gd name="connsiteY628" fmla="*/ 24591 h 914263"/>
                <a:gd name="connsiteX629" fmla="*/ 297170 w 1258521"/>
                <a:gd name="connsiteY629" fmla="*/ 27349 h 914263"/>
                <a:gd name="connsiteX630" fmla="*/ 288218 w 1258521"/>
                <a:gd name="connsiteY630" fmla="*/ 27349 h 914263"/>
                <a:gd name="connsiteX631" fmla="*/ 281251 w 1258521"/>
                <a:gd name="connsiteY631" fmla="*/ 27349 h 914263"/>
                <a:gd name="connsiteX632" fmla="*/ 271996 w 1258521"/>
                <a:gd name="connsiteY632" fmla="*/ 28796 h 914263"/>
                <a:gd name="connsiteX633" fmla="*/ 253453 w 1258521"/>
                <a:gd name="connsiteY633" fmla="*/ 32260 h 914263"/>
                <a:gd name="connsiteX634" fmla="*/ 238678 w 1258521"/>
                <a:gd name="connsiteY634" fmla="*/ 35288 h 914263"/>
                <a:gd name="connsiteX635" fmla="*/ 223029 w 1258521"/>
                <a:gd name="connsiteY635" fmla="*/ 37744 h 914263"/>
                <a:gd name="connsiteX636" fmla="*/ 206504 w 1258521"/>
                <a:gd name="connsiteY636" fmla="*/ 37744 h 914263"/>
                <a:gd name="connsiteX637" fmla="*/ 194894 w 1258521"/>
                <a:gd name="connsiteY637" fmla="*/ 34279 h 914263"/>
                <a:gd name="connsiteX638" fmla="*/ 187052 w 1258521"/>
                <a:gd name="connsiteY638" fmla="*/ 29637 h 914263"/>
                <a:gd name="connsiteX639" fmla="*/ 177764 w 1258521"/>
                <a:gd name="connsiteY639" fmla="*/ 30511 h 914263"/>
                <a:gd name="connsiteX640" fmla="*/ 173422 w 1258521"/>
                <a:gd name="connsiteY640" fmla="*/ 32832 h 914263"/>
                <a:gd name="connsiteX641" fmla="*/ 168509 w 1258521"/>
                <a:gd name="connsiteY641" fmla="*/ 39493 h 914263"/>
                <a:gd name="connsiteX642" fmla="*/ 159523 w 1258521"/>
                <a:gd name="connsiteY642" fmla="*/ 45279 h 914263"/>
                <a:gd name="connsiteX643" fmla="*/ 155181 w 1258521"/>
                <a:gd name="connsiteY643" fmla="*/ 49181 h 914263"/>
                <a:gd name="connsiteX644" fmla="*/ 151109 w 1258521"/>
                <a:gd name="connsiteY644" fmla="*/ 51637 h 914263"/>
                <a:gd name="connsiteX645" fmla="*/ 140373 w 1258521"/>
                <a:gd name="connsiteY645" fmla="*/ 51637 h 914263"/>
                <a:gd name="connsiteX646" fmla="*/ 136032 w 1258521"/>
                <a:gd name="connsiteY646" fmla="*/ 54833 h 914263"/>
                <a:gd name="connsiteX647" fmla="*/ 136032 w 1258521"/>
                <a:gd name="connsiteY647" fmla="*/ 62940 h 914263"/>
                <a:gd name="connsiteX648" fmla="*/ 141820 w 1258521"/>
                <a:gd name="connsiteY648" fmla="*/ 75117 h 914263"/>
                <a:gd name="connsiteX649" fmla="*/ 148787 w 1258521"/>
                <a:gd name="connsiteY649" fmla="*/ 87867 h 914263"/>
                <a:gd name="connsiteX650" fmla="*/ 153431 w 1258521"/>
                <a:gd name="connsiteY650" fmla="*/ 97420 h 914263"/>
                <a:gd name="connsiteX651" fmla="*/ 155753 w 1258521"/>
                <a:gd name="connsiteY651" fmla="*/ 101491 h 914263"/>
                <a:gd name="connsiteX652" fmla="*/ 153734 w 1258521"/>
                <a:gd name="connsiteY652" fmla="*/ 109598 h 914263"/>
                <a:gd name="connsiteX653" fmla="*/ 147946 w 1258521"/>
                <a:gd name="connsiteY653" fmla="*/ 112491 h 914263"/>
                <a:gd name="connsiteX654" fmla="*/ 147070 w 1258521"/>
                <a:gd name="connsiteY654" fmla="*/ 120026 h 914263"/>
                <a:gd name="connsiteX655" fmla="*/ 145926 w 1258521"/>
                <a:gd name="connsiteY655" fmla="*/ 125812 h 914263"/>
                <a:gd name="connsiteX656" fmla="*/ 154609 w 1258521"/>
                <a:gd name="connsiteY656" fmla="*/ 133347 h 914263"/>
                <a:gd name="connsiteX657" fmla="*/ 162720 w 1258521"/>
                <a:gd name="connsiteY657" fmla="*/ 137990 h 914263"/>
                <a:gd name="connsiteX658" fmla="*/ 167364 w 1258521"/>
                <a:gd name="connsiteY658" fmla="*/ 144079 h 914263"/>
                <a:gd name="connsiteX659" fmla="*/ 176350 w 1258521"/>
                <a:gd name="connsiteY659" fmla="*/ 150436 h 914263"/>
                <a:gd name="connsiteX660" fmla="*/ 180759 w 1258521"/>
                <a:gd name="connsiteY660" fmla="*/ 149562 h 914263"/>
                <a:gd name="connsiteX661" fmla="*/ 181264 w 1258521"/>
                <a:gd name="connsiteY661" fmla="*/ 154776 h 914263"/>
                <a:gd name="connsiteX662" fmla="*/ 181264 w 1258521"/>
                <a:gd name="connsiteY662" fmla="*/ 160293 h 914263"/>
                <a:gd name="connsiteX663" fmla="*/ 180961 w 1258521"/>
                <a:gd name="connsiteY663" fmla="*/ 165810 h 914263"/>
                <a:gd name="connsiteX664" fmla="*/ 186918 w 1258521"/>
                <a:gd name="connsiteY664" fmla="*/ 167996 h 914263"/>
                <a:gd name="connsiteX665" fmla="*/ 193884 w 1258521"/>
                <a:gd name="connsiteY665" fmla="*/ 173211 h 914263"/>
                <a:gd name="connsiteX666" fmla="*/ 197350 w 1258521"/>
                <a:gd name="connsiteY666" fmla="*/ 175666 h 914263"/>
                <a:gd name="connsiteX667" fmla="*/ 200682 w 1258521"/>
                <a:gd name="connsiteY667" fmla="*/ 176406 h 914263"/>
                <a:gd name="connsiteX668" fmla="*/ 200379 w 1258521"/>
                <a:gd name="connsiteY668" fmla="*/ 180880 h 914263"/>
                <a:gd name="connsiteX669" fmla="*/ 202836 w 1258521"/>
                <a:gd name="connsiteY669" fmla="*/ 191611 h 914263"/>
                <a:gd name="connsiteX670" fmla="*/ 204418 w 1258521"/>
                <a:gd name="connsiteY670" fmla="*/ 197969 h 914263"/>
                <a:gd name="connsiteX671" fmla="*/ 209264 w 1258521"/>
                <a:gd name="connsiteY671" fmla="*/ 204193 h 914263"/>
                <a:gd name="connsiteX672" fmla="*/ 214279 w 1258521"/>
                <a:gd name="connsiteY672" fmla="*/ 210584 h 914263"/>
                <a:gd name="connsiteX673" fmla="*/ 214279 w 1258521"/>
                <a:gd name="connsiteY673" fmla="*/ 214217 h 914263"/>
                <a:gd name="connsiteX674" fmla="*/ 213101 w 1258521"/>
                <a:gd name="connsiteY674" fmla="*/ 217682 h 914263"/>
                <a:gd name="connsiteX675" fmla="*/ 211216 w 1258521"/>
                <a:gd name="connsiteY675" fmla="*/ 222459 h 914263"/>
                <a:gd name="connsiteX676" fmla="*/ 209904 w 1258521"/>
                <a:gd name="connsiteY676" fmla="*/ 224040 h 914263"/>
                <a:gd name="connsiteX677" fmla="*/ 208154 w 1258521"/>
                <a:gd name="connsiteY677" fmla="*/ 225486 h 914263"/>
                <a:gd name="connsiteX678" fmla="*/ 206404 w 1258521"/>
                <a:gd name="connsiteY678" fmla="*/ 225486 h 914263"/>
                <a:gd name="connsiteX679" fmla="*/ 202937 w 1258521"/>
                <a:gd name="connsiteY679" fmla="*/ 225486 h 914263"/>
                <a:gd name="connsiteX680" fmla="*/ 199471 w 1258521"/>
                <a:gd name="connsiteY680" fmla="*/ 223737 h 914263"/>
                <a:gd name="connsiteX681" fmla="*/ 196004 w 1258521"/>
                <a:gd name="connsiteY681" fmla="*/ 223737 h 914263"/>
                <a:gd name="connsiteX682" fmla="*/ 194591 w 1258521"/>
                <a:gd name="connsiteY682" fmla="*/ 225486 h 914263"/>
                <a:gd name="connsiteX683" fmla="*/ 192100 w 1258521"/>
                <a:gd name="connsiteY683" fmla="*/ 226899 h 914263"/>
                <a:gd name="connsiteX684" fmla="*/ 190249 w 1258521"/>
                <a:gd name="connsiteY684" fmla="*/ 229389 h 914263"/>
                <a:gd name="connsiteX685" fmla="*/ 186211 w 1258521"/>
                <a:gd name="connsiteY685" fmla="*/ 231340 h 914263"/>
                <a:gd name="connsiteX686" fmla="*/ 181970 w 1258521"/>
                <a:gd name="connsiteY686" fmla="*/ 232315 h 914263"/>
                <a:gd name="connsiteX687" fmla="*/ 173388 w 1258521"/>
                <a:gd name="connsiteY687" fmla="*/ 232315 h 914263"/>
                <a:gd name="connsiteX688" fmla="*/ 169047 w 1258521"/>
                <a:gd name="connsiteY688" fmla="*/ 232349 h 914263"/>
                <a:gd name="connsiteX689" fmla="*/ 166994 w 1258521"/>
                <a:gd name="connsiteY689" fmla="*/ 233594 h 914263"/>
                <a:gd name="connsiteX690" fmla="*/ 163830 w 1258521"/>
                <a:gd name="connsiteY690" fmla="*/ 235444 h 914263"/>
                <a:gd name="connsiteX691" fmla="*/ 158614 w 1258521"/>
                <a:gd name="connsiteY691" fmla="*/ 238068 h 914263"/>
                <a:gd name="connsiteX692" fmla="*/ 156864 w 1258521"/>
                <a:gd name="connsiteY692" fmla="*/ 239480 h 914263"/>
                <a:gd name="connsiteX693" fmla="*/ 152825 w 1258521"/>
                <a:gd name="connsiteY693" fmla="*/ 241095 h 914263"/>
                <a:gd name="connsiteX694" fmla="*/ 151311 w 1258521"/>
                <a:gd name="connsiteY694" fmla="*/ 243282 h 914263"/>
                <a:gd name="connsiteX695" fmla="*/ 151849 w 1258521"/>
                <a:gd name="connsiteY695" fmla="*/ 245031 h 914263"/>
                <a:gd name="connsiteX696" fmla="*/ 151950 w 1258521"/>
                <a:gd name="connsiteY696" fmla="*/ 248059 h 914263"/>
                <a:gd name="connsiteX697" fmla="*/ 155316 w 1258521"/>
                <a:gd name="connsiteY697" fmla="*/ 250884 h 914263"/>
                <a:gd name="connsiteX698" fmla="*/ 155215 w 1258521"/>
                <a:gd name="connsiteY698" fmla="*/ 252499 h 914263"/>
                <a:gd name="connsiteX699" fmla="*/ 153599 w 1258521"/>
                <a:gd name="connsiteY699" fmla="*/ 255661 h 914263"/>
                <a:gd name="connsiteX700" fmla="*/ 152960 w 1258521"/>
                <a:gd name="connsiteY700" fmla="*/ 256637 h 914263"/>
                <a:gd name="connsiteX701" fmla="*/ 152253 w 1258521"/>
                <a:gd name="connsiteY701" fmla="*/ 259126 h 914263"/>
                <a:gd name="connsiteX702" fmla="*/ 151648 w 1258521"/>
                <a:gd name="connsiteY702" fmla="*/ 262793 h 914263"/>
                <a:gd name="connsiteX703" fmla="*/ 151648 w 1258521"/>
                <a:gd name="connsiteY703" fmla="*/ 266258 h 914263"/>
                <a:gd name="connsiteX704" fmla="*/ 152422 w 1258521"/>
                <a:gd name="connsiteY704" fmla="*/ 270395 h 914263"/>
                <a:gd name="connsiteX705" fmla="*/ 157638 w 1258521"/>
                <a:gd name="connsiteY705" fmla="*/ 271472 h 914263"/>
                <a:gd name="connsiteX706" fmla="*/ 161542 w 1258521"/>
                <a:gd name="connsiteY706" fmla="*/ 273524 h 914263"/>
                <a:gd name="connsiteX707" fmla="*/ 164806 w 1258521"/>
                <a:gd name="connsiteY707" fmla="*/ 274836 h 914263"/>
                <a:gd name="connsiteX708" fmla="*/ 167398 w 1258521"/>
                <a:gd name="connsiteY708" fmla="*/ 275912 h 914263"/>
                <a:gd name="connsiteX709" fmla="*/ 172076 w 1258521"/>
                <a:gd name="connsiteY709" fmla="*/ 279613 h 914263"/>
                <a:gd name="connsiteX710" fmla="*/ 173860 w 1258521"/>
                <a:gd name="connsiteY710" fmla="*/ 283078 h 914263"/>
                <a:gd name="connsiteX711" fmla="*/ 174230 w 1258521"/>
                <a:gd name="connsiteY711" fmla="*/ 286441 h 914263"/>
                <a:gd name="connsiteX712" fmla="*/ 174230 w 1258521"/>
                <a:gd name="connsiteY712" fmla="*/ 290579 h 914263"/>
                <a:gd name="connsiteX713" fmla="*/ 175105 w 1258521"/>
                <a:gd name="connsiteY713" fmla="*/ 297240 h 914263"/>
                <a:gd name="connsiteX714" fmla="*/ 174802 w 1258521"/>
                <a:gd name="connsiteY714" fmla="*/ 302757 h 914263"/>
                <a:gd name="connsiteX715" fmla="*/ 176249 w 1258521"/>
                <a:gd name="connsiteY715" fmla="*/ 306827 h 914263"/>
                <a:gd name="connsiteX716" fmla="*/ 176821 w 1258521"/>
                <a:gd name="connsiteY716" fmla="*/ 311469 h 914263"/>
                <a:gd name="connsiteX717" fmla="*/ 175946 w 1258521"/>
                <a:gd name="connsiteY717" fmla="*/ 316381 h 914263"/>
                <a:gd name="connsiteX718" fmla="*/ 172480 w 1258521"/>
                <a:gd name="connsiteY718" fmla="*/ 322907 h 914263"/>
                <a:gd name="connsiteX719" fmla="*/ 170460 w 1258521"/>
                <a:gd name="connsiteY719" fmla="*/ 326237 h 914263"/>
                <a:gd name="connsiteX720" fmla="*/ 166388 w 1258521"/>
                <a:gd name="connsiteY720" fmla="*/ 326237 h 914263"/>
                <a:gd name="connsiteX721" fmla="*/ 162316 w 1258521"/>
                <a:gd name="connsiteY721" fmla="*/ 331451 h 914263"/>
                <a:gd name="connsiteX722" fmla="*/ 159422 w 1258521"/>
                <a:gd name="connsiteY722" fmla="*/ 331451 h 914263"/>
                <a:gd name="connsiteX723" fmla="*/ 155955 w 1258521"/>
                <a:gd name="connsiteY723" fmla="*/ 328861 h 914263"/>
                <a:gd name="connsiteX724" fmla="*/ 149864 w 1258521"/>
                <a:gd name="connsiteY724" fmla="*/ 327415 h 914263"/>
                <a:gd name="connsiteX725" fmla="*/ 144344 w 1258521"/>
                <a:gd name="connsiteY725" fmla="*/ 322503 h 914263"/>
                <a:gd name="connsiteX726" fmla="*/ 143470 w 1258521"/>
                <a:gd name="connsiteY726" fmla="*/ 317592 h 914263"/>
                <a:gd name="connsiteX727" fmla="*/ 140844 w 1258521"/>
                <a:gd name="connsiteY727" fmla="*/ 317020 h 914263"/>
                <a:gd name="connsiteX728" fmla="*/ 132162 w 1258521"/>
                <a:gd name="connsiteY728" fmla="*/ 315573 h 914263"/>
                <a:gd name="connsiteX729" fmla="*/ 127517 w 1258521"/>
                <a:gd name="connsiteY729" fmla="*/ 312983 h 914263"/>
                <a:gd name="connsiteX730" fmla="*/ 115065 w 1258521"/>
                <a:gd name="connsiteY730" fmla="*/ 312109 h 914263"/>
                <a:gd name="connsiteX731" fmla="*/ 105776 w 1258521"/>
                <a:gd name="connsiteY731" fmla="*/ 310359 h 914263"/>
                <a:gd name="connsiteX732" fmla="*/ 99988 w 1258521"/>
                <a:gd name="connsiteY732" fmla="*/ 305717 h 914263"/>
                <a:gd name="connsiteX733" fmla="*/ 95343 w 1258521"/>
                <a:gd name="connsiteY733" fmla="*/ 302824 h 914263"/>
                <a:gd name="connsiteX734" fmla="*/ 91002 w 1258521"/>
                <a:gd name="connsiteY734" fmla="*/ 296735 h 914263"/>
                <a:gd name="connsiteX735" fmla="*/ 87233 w 1258521"/>
                <a:gd name="connsiteY735" fmla="*/ 293270 h 914263"/>
                <a:gd name="connsiteX736" fmla="*/ 82891 w 1258521"/>
                <a:gd name="connsiteY736" fmla="*/ 293270 h 914263"/>
                <a:gd name="connsiteX737" fmla="*/ 80502 w 1258521"/>
                <a:gd name="connsiteY737" fmla="*/ 294952 h 914263"/>
                <a:gd name="connsiteX738" fmla="*/ 78314 w 1258521"/>
                <a:gd name="connsiteY738" fmla="*/ 298081 h 914263"/>
                <a:gd name="connsiteX739" fmla="*/ 78752 w 1258521"/>
                <a:gd name="connsiteY739" fmla="*/ 303228 h 914263"/>
                <a:gd name="connsiteX740" fmla="*/ 75117 w 1258521"/>
                <a:gd name="connsiteY740" fmla="*/ 303968 h 914263"/>
                <a:gd name="connsiteX741" fmla="*/ 72929 w 1258521"/>
                <a:gd name="connsiteY741" fmla="*/ 305111 h 914263"/>
                <a:gd name="connsiteX742" fmla="*/ 71482 w 1258521"/>
                <a:gd name="connsiteY742" fmla="*/ 309182 h 914263"/>
                <a:gd name="connsiteX743" fmla="*/ 66569 w 1258521"/>
                <a:gd name="connsiteY743" fmla="*/ 309417 h 914263"/>
                <a:gd name="connsiteX744" fmla="*/ 61924 w 1258521"/>
                <a:gd name="connsiteY744" fmla="*/ 306592 h 914263"/>
                <a:gd name="connsiteX745" fmla="*/ 60477 w 1258521"/>
                <a:gd name="connsiteY745" fmla="*/ 304708 h 914263"/>
                <a:gd name="connsiteX746" fmla="*/ 57583 w 1258521"/>
                <a:gd name="connsiteY746" fmla="*/ 303059 h 914263"/>
                <a:gd name="connsiteX747" fmla="*/ 54117 w 1258521"/>
                <a:gd name="connsiteY747" fmla="*/ 302925 h 914263"/>
                <a:gd name="connsiteX748" fmla="*/ 50482 w 1258521"/>
                <a:gd name="connsiteY748" fmla="*/ 303261 h 914263"/>
                <a:gd name="connsiteX749" fmla="*/ 44626 w 1258521"/>
                <a:gd name="connsiteY749" fmla="*/ 303799 h 914263"/>
                <a:gd name="connsiteX750" fmla="*/ 41159 w 1258521"/>
                <a:gd name="connsiteY750" fmla="*/ 303799 h 914263"/>
                <a:gd name="connsiteX751" fmla="*/ 39342 w 1258521"/>
                <a:gd name="connsiteY751" fmla="*/ 302992 h 914263"/>
                <a:gd name="connsiteX752" fmla="*/ 35707 w 1258521"/>
                <a:gd name="connsiteY752" fmla="*/ 304506 h 914263"/>
                <a:gd name="connsiteX753" fmla="*/ 32376 w 1258521"/>
                <a:gd name="connsiteY753" fmla="*/ 306154 h 914263"/>
                <a:gd name="connsiteX754" fmla="*/ 28606 w 1258521"/>
                <a:gd name="connsiteY754" fmla="*/ 307668 h 914263"/>
                <a:gd name="connsiteX755" fmla="*/ 25477 w 1258521"/>
                <a:gd name="connsiteY755" fmla="*/ 308307 h 914263"/>
                <a:gd name="connsiteX756" fmla="*/ 22448 w 1258521"/>
                <a:gd name="connsiteY756" fmla="*/ 308879 h 914263"/>
                <a:gd name="connsiteX757" fmla="*/ 19688 w 1258521"/>
                <a:gd name="connsiteY757" fmla="*/ 311402 h 914263"/>
                <a:gd name="connsiteX758" fmla="*/ 19385 w 1258521"/>
                <a:gd name="connsiteY758" fmla="*/ 314968 h 914263"/>
                <a:gd name="connsiteX759" fmla="*/ 19385 w 1258521"/>
                <a:gd name="connsiteY759" fmla="*/ 320249 h 914263"/>
                <a:gd name="connsiteX760" fmla="*/ 21034 w 1258521"/>
                <a:gd name="connsiteY760" fmla="*/ 323075 h 914263"/>
                <a:gd name="connsiteX761" fmla="*/ 24568 w 1258521"/>
                <a:gd name="connsiteY761" fmla="*/ 326103 h 914263"/>
                <a:gd name="connsiteX762" fmla="*/ 27832 w 1258521"/>
                <a:gd name="connsiteY762" fmla="*/ 326742 h 914263"/>
                <a:gd name="connsiteX763" fmla="*/ 32981 w 1258521"/>
                <a:gd name="connsiteY763" fmla="*/ 327246 h 914263"/>
                <a:gd name="connsiteX764" fmla="*/ 37020 w 1258521"/>
                <a:gd name="connsiteY764" fmla="*/ 328491 h 914263"/>
                <a:gd name="connsiteX765" fmla="*/ 41092 w 1258521"/>
                <a:gd name="connsiteY765" fmla="*/ 330577 h 914263"/>
                <a:gd name="connsiteX766" fmla="*/ 43414 w 1258521"/>
                <a:gd name="connsiteY766" fmla="*/ 332595 h 914263"/>
                <a:gd name="connsiteX767" fmla="*/ 46174 w 1258521"/>
                <a:gd name="connsiteY767" fmla="*/ 335858 h 914263"/>
                <a:gd name="connsiteX768" fmla="*/ 49068 w 1258521"/>
                <a:gd name="connsiteY768" fmla="*/ 339121 h 914263"/>
                <a:gd name="connsiteX769" fmla="*/ 48765 w 1258521"/>
                <a:gd name="connsiteY769" fmla="*/ 341072 h 914263"/>
                <a:gd name="connsiteX770" fmla="*/ 46881 w 1258521"/>
                <a:gd name="connsiteY770" fmla="*/ 344975 h 914263"/>
                <a:gd name="connsiteX771" fmla="*/ 43852 w 1258521"/>
                <a:gd name="connsiteY771" fmla="*/ 348877 h 914263"/>
                <a:gd name="connsiteX772" fmla="*/ 41900 w 1258521"/>
                <a:gd name="connsiteY772" fmla="*/ 352072 h 914263"/>
                <a:gd name="connsiteX773" fmla="*/ 39679 w 1258521"/>
                <a:gd name="connsiteY773" fmla="*/ 357858 h 914263"/>
                <a:gd name="connsiteX774" fmla="*/ 40217 w 1258521"/>
                <a:gd name="connsiteY774" fmla="*/ 361424 h 914263"/>
                <a:gd name="connsiteX775" fmla="*/ 40217 w 1258521"/>
                <a:gd name="connsiteY775" fmla="*/ 365427 h 914263"/>
                <a:gd name="connsiteX776" fmla="*/ 34698 w 1258521"/>
                <a:gd name="connsiteY776" fmla="*/ 368253 h 914263"/>
                <a:gd name="connsiteX777" fmla="*/ 33453 w 1258521"/>
                <a:gd name="connsiteY777" fmla="*/ 370070 h 914263"/>
                <a:gd name="connsiteX778" fmla="*/ 33756 w 1258521"/>
                <a:gd name="connsiteY778" fmla="*/ 373535 h 914263"/>
                <a:gd name="connsiteX779" fmla="*/ 34496 w 1258521"/>
                <a:gd name="connsiteY779" fmla="*/ 377167 h 914263"/>
                <a:gd name="connsiteX780" fmla="*/ 34496 w 1258521"/>
                <a:gd name="connsiteY780" fmla="*/ 378849 h 914263"/>
                <a:gd name="connsiteX781" fmla="*/ 33183 w 1258521"/>
                <a:gd name="connsiteY781" fmla="*/ 380868 h 914263"/>
                <a:gd name="connsiteX782" fmla="*/ 30861 w 1258521"/>
                <a:gd name="connsiteY782" fmla="*/ 381171 h 914263"/>
                <a:gd name="connsiteX783" fmla="*/ 27900 w 1258521"/>
                <a:gd name="connsiteY783" fmla="*/ 380229 h 914263"/>
                <a:gd name="connsiteX784" fmla="*/ 25443 w 1258521"/>
                <a:gd name="connsiteY784" fmla="*/ 380229 h 914263"/>
                <a:gd name="connsiteX785" fmla="*/ 22313 w 1258521"/>
                <a:gd name="connsiteY785" fmla="*/ 380666 h 914263"/>
                <a:gd name="connsiteX786" fmla="*/ 16962 w 1258521"/>
                <a:gd name="connsiteY786" fmla="*/ 382684 h 914263"/>
                <a:gd name="connsiteX787" fmla="*/ 14640 w 1258521"/>
                <a:gd name="connsiteY787" fmla="*/ 385308 h 914263"/>
                <a:gd name="connsiteX788" fmla="*/ 11813 w 1258521"/>
                <a:gd name="connsiteY788" fmla="*/ 391532 h 914263"/>
                <a:gd name="connsiteX789" fmla="*/ 8986 w 1258521"/>
                <a:gd name="connsiteY789" fmla="*/ 397990 h 914263"/>
                <a:gd name="connsiteX790" fmla="*/ 5654 w 1258521"/>
                <a:gd name="connsiteY790" fmla="*/ 403507 h 914263"/>
                <a:gd name="connsiteX791" fmla="*/ 8178 w 1258521"/>
                <a:gd name="connsiteY791" fmla="*/ 409966 h 914263"/>
                <a:gd name="connsiteX792" fmla="*/ 13596 w 1258521"/>
                <a:gd name="connsiteY792" fmla="*/ 414238 h 914263"/>
                <a:gd name="connsiteX793" fmla="*/ 14337 w 1258521"/>
                <a:gd name="connsiteY793" fmla="*/ 417434 h 914263"/>
                <a:gd name="connsiteX794" fmla="*/ 10938 w 1258521"/>
                <a:gd name="connsiteY794" fmla="*/ 423220 h 914263"/>
                <a:gd name="connsiteX795" fmla="*/ 9928 w 1258521"/>
                <a:gd name="connsiteY795" fmla="*/ 427425 h 914263"/>
                <a:gd name="connsiteX796" fmla="*/ 8616 w 1258521"/>
                <a:gd name="connsiteY796" fmla="*/ 429814 h 914263"/>
                <a:gd name="connsiteX797" fmla="*/ 7168 w 1258521"/>
                <a:gd name="connsiteY797" fmla="*/ 432067 h 914263"/>
                <a:gd name="connsiteX798" fmla="*/ 5654 w 1258521"/>
                <a:gd name="connsiteY798" fmla="*/ 433447 h 914263"/>
                <a:gd name="connsiteX799" fmla="*/ 7236 w 1258521"/>
                <a:gd name="connsiteY799" fmla="*/ 436340 h 914263"/>
                <a:gd name="connsiteX800" fmla="*/ 10063 w 1258521"/>
                <a:gd name="connsiteY800" fmla="*/ 437484 h 914263"/>
                <a:gd name="connsiteX801" fmla="*/ 13327 w 1258521"/>
                <a:gd name="connsiteY801" fmla="*/ 439502 h 914263"/>
                <a:gd name="connsiteX802" fmla="*/ 16222 w 1258521"/>
                <a:gd name="connsiteY802" fmla="*/ 439502 h 914263"/>
                <a:gd name="connsiteX803" fmla="*/ 22077 w 1258521"/>
                <a:gd name="connsiteY803" fmla="*/ 438560 h 914263"/>
                <a:gd name="connsiteX804" fmla="*/ 23659 w 1258521"/>
                <a:gd name="connsiteY804" fmla="*/ 438694 h 914263"/>
                <a:gd name="connsiteX805" fmla="*/ 27563 w 1258521"/>
                <a:gd name="connsiteY805" fmla="*/ 441083 h 914263"/>
                <a:gd name="connsiteX806" fmla="*/ 30188 w 1258521"/>
                <a:gd name="connsiteY806" fmla="*/ 444346 h 914263"/>
                <a:gd name="connsiteX807" fmla="*/ 33756 w 1258521"/>
                <a:gd name="connsiteY807" fmla="*/ 447172 h 914263"/>
                <a:gd name="connsiteX808" fmla="*/ 33183 w 1258521"/>
                <a:gd name="connsiteY808" fmla="*/ 449930 h 914263"/>
                <a:gd name="connsiteX809" fmla="*/ 31602 w 1258521"/>
                <a:gd name="connsiteY809" fmla="*/ 451881 h 914263"/>
                <a:gd name="connsiteX810" fmla="*/ 30861 w 1258521"/>
                <a:gd name="connsiteY810" fmla="*/ 452823 h 914263"/>
                <a:gd name="connsiteX811" fmla="*/ 28337 w 1258521"/>
                <a:gd name="connsiteY811" fmla="*/ 457297 h 914263"/>
                <a:gd name="connsiteX812" fmla="*/ 22380 w 1258521"/>
                <a:gd name="connsiteY812" fmla="*/ 458811 h 914263"/>
                <a:gd name="connsiteX813" fmla="*/ 18173 w 1258521"/>
                <a:gd name="connsiteY813" fmla="*/ 461199 h 914263"/>
                <a:gd name="connsiteX814" fmla="*/ 16356 w 1258521"/>
                <a:gd name="connsiteY814" fmla="*/ 463016 h 914263"/>
                <a:gd name="connsiteX815" fmla="*/ 14909 w 1258521"/>
                <a:gd name="connsiteY815" fmla="*/ 464698 h 914263"/>
                <a:gd name="connsiteX816" fmla="*/ 14976 w 1258521"/>
                <a:gd name="connsiteY816" fmla="*/ 466514 h 914263"/>
                <a:gd name="connsiteX817" fmla="*/ 16289 w 1258521"/>
                <a:gd name="connsiteY817" fmla="*/ 467759 h 914263"/>
                <a:gd name="connsiteX818" fmla="*/ 17164 w 1258521"/>
                <a:gd name="connsiteY818" fmla="*/ 468634 h 914263"/>
                <a:gd name="connsiteX819" fmla="*/ 18544 w 1258521"/>
                <a:gd name="connsiteY819" fmla="*/ 469206 h 914263"/>
                <a:gd name="connsiteX820" fmla="*/ 20193 w 1258521"/>
                <a:gd name="connsiteY820" fmla="*/ 471157 h 914263"/>
                <a:gd name="connsiteX821" fmla="*/ 20933 w 1258521"/>
                <a:gd name="connsiteY821" fmla="*/ 473175 h 914263"/>
                <a:gd name="connsiteX822" fmla="*/ 21741 w 1258521"/>
                <a:gd name="connsiteY822" fmla="*/ 474622 h 914263"/>
                <a:gd name="connsiteX823" fmla="*/ 22818 w 1258521"/>
                <a:gd name="connsiteY823" fmla="*/ 476438 h 914263"/>
                <a:gd name="connsiteX824" fmla="*/ 22818 w 1258521"/>
                <a:gd name="connsiteY824" fmla="*/ 478457 h 914263"/>
                <a:gd name="connsiteX825" fmla="*/ 22347 w 1258521"/>
                <a:gd name="connsiteY825" fmla="*/ 480980 h 914263"/>
                <a:gd name="connsiteX826" fmla="*/ 22818 w 1258521"/>
                <a:gd name="connsiteY826" fmla="*/ 484612 h 914263"/>
                <a:gd name="connsiteX827" fmla="*/ 22818 w 1258521"/>
                <a:gd name="connsiteY827" fmla="*/ 487135 h 914263"/>
                <a:gd name="connsiteX828" fmla="*/ 22616 w 1258521"/>
                <a:gd name="connsiteY828" fmla="*/ 490029 h 914263"/>
                <a:gd name="connsiteX829" fmla="*/ 22751 w 1258521"/>
                <a:gd name="connsiteY829" fmla="*/ 492854 h 914263"/>
                <a:gd name="connsiteX830" fmla="*/ 22885 w 1258521"/>
                <a:gd name="connsiteY830" fmla="*/ 495243 h 914263"/>
                <a:gd name="connsiteX831" fmla="*/ 22683 w 1258521"/>
                <a:gd name="connsiteY831" fmla="*/ 499212 h 914263"/>
                <a:gd name="connsiteX832" fmla="*/ 23255 w 1258521"/>
                <a:gd name="connsiteY832" fmla="*/ 501230 h 914263"/>
                <a:gd name="connsiteX833" fmla="*/ 23188 w 1258521"/>
                <a:gd name="connsiteY833" fmla="*/ 503989 h 914263"/>
                <a:gd name="connsiteX834" fmla="*/ 22818 w 1258521"/>
                <a:gd name="connsiteY834" fmla="*/ 508194 h 914263"/>
                <a:gd name="connsiteX835" fmla="*/ 22818 w 1258521"/>
                <a:gd name="connsiteY835" fmla="*/ 511457 h 914263"/>
                <a:gd name="connsiteX836" fmla="*/ 23558 w 1258521"/>
                <a:gd name="connsiteY836" fmla="*/ 513980 h 914263"/>
                <a:gd name="connsiteX837" fmla="*/ 22313 w 1258521"/>
                <a:gd name="connsiteY837" fmla="*/ 517310 h 914263"/>
                <a:gd name="connsiteX838" fmla="*/ 19553 w 1258521"/>
                <a:gd name="connsiteY838" fmla="*/ 520641 h 914263"/>
                <a:gd name="connsiteX839" fmla="*/ 15851 w 1258521"/>
                <a:gd name="connsiteY839" fmla="*/ 522457 h 914263"/>
                <a:gd name="connsiteX840" fmla="*/ 14404 w 1258521"/>
                <a:gd name="connsiteY840" fmla="*/ 523836 h 914263"/>
                <a:gd name="connsiteX841" fmla="*/ 11274 w 1258521"/>
                <a:gd name="connsiteY841" fmla="*/ 525283 h 914263"/>
                <a:gd name="connsiteX842" fmla="*/ 8447 w 1258521"/>
                <a:gd name="connsiteY842" fmla="*/ 525653 h 914263"/>
                <a:gd name="connsiteX843" fmla="*/ 4476 w 1258521"/>
                <a:gd name="connsiteY843" fmla="*/ 523567 h 914263"/>
                <a:gd name="connsiteX844" fmla="*/ 2154 w 1258521"/>
                <a:gd name="connsiteY844" fmla="*/ 524139 h 914263"/>
                <a:gd name="connsiteX845" fmla="*/ 1077 w 1258521"/>
                <a:gd name="connsiteY845" fmla="*/ 526965 h 914263"/>
                <a:gd name="connsiteX846" fmla="*/ 0 w 1258521"/>
                <a:gd name="connsiteY846" fmla="*/ 530531 h 914263"/>
                <a:gd name="connsiteX847" fmla="*/ 875 w 1258521"/>
                <a:gd name="connsiteY847" fmla="*/ 536989 h 914263"/>
                <a:gd name="connsiteX848" fmla="*/ 942 w 1258521"/>
                <a:gd name="connsiteY848" fmla="*/ 542069 h 914263"/>
                <a:gd name="connsiteX849" fmla="*/ 1885 w 1258521"/>
                <a:gd name="connsiteY849" fmla="*/ 548225 h 914263"/>
                <a:gd name="connsiteX850" fmla="*/ 4207 w 1258521"/>
                <a:gd name="connsiteY850" fmla="*/ 552699 h 914263"/>
                <a:gd name="connsiteX851" fmla="*/ 8111 w 1258521"/>
                <a:gd name="connsiteY851" fmla="*/ 558923 h 914263"/>
                <a:gd name="connsiteX852" fmla="*/ 11745 w 1258521"/>
                <a:gd name="connsiteY852" fmla="*/ 561883 h 914263"/>
                <a:gd name="connsiteX853" fmla="*/ 16322 w 1258521"/>
                <a:gd name="connsiteY853" fmla="*/ 563026 h 914263"/>
                <a:gd name="connsiteX854" fmla="*/ 18207 w 1258521"/>
                <a:gd name="connsiteY854" fmla="*/ 565348 h 914263"/>
                <a:gd name="connsiteX855" fmla="*/ 17972 w 1258521"/>
                <a:gd name="connsiteY855" fmla="*/ 568543 h 914263"/>
                <a:gd name="connsiteX856" fmla="*/ 17467 w 1258521"/>
                <a:gd name="connsiteY856" fmla="*/ 570360 h 914263"/>
                <a:gd name="connsiteX857" fmla="*/ 14943 w 1258521"/>
                <a:gd name="connsiteY857" fmla="*/ 572681 h 914263"/>
                <a:gd name="connsiteX858" fmla="*/ 15750 w 1258521"/>
                <a:gd name="connsiteY858" fmla="*/ 575641 h 914263"/>
                <a:gd name="connsiteX859" fmla="*/ 18779 w 1258521"/>
                <a:gd name="connsiteY859" fmla="*/ 577323 h 914263"/>
                <a:gd name="connsiteX860" fmla="*/ 20226 w 1258521"/>
                <a:gd name="connsiteY860" fmla="*/ 578400 h 914263"/>
                <a:gd name="connsiteX861" fmla="*/ 21101 w 1258521"/>
                <a:gd name="connsiteY861" fmla="*/ 579712 h 914263"/>
                <a:gd name="connsiteX862" fmla="*/ 21101 w 1258521"/>
                <a:gd name="connsiteY862" fmla="*/ 582739 h 914263"/>
                <a:gd name="connsiteX863" fmla="*/ 20361 w 1258521"/>
                <a:gd name="connsiteY863" fmla="*/ 583177 h 914263"/>
                <a:gd name="connsiteX864" fmla="*/ 19217 w 1258521"/>
                <a:gd name="connsiteY864" fmla="*/ 585431 h 914263"/>
                <a:gd name="connsiteX865" fmla="*/ 18847 w 1258521"/>
                <a:gd name="connsiteY865" fmla="*/ 586507 h 914263"/>
                <a:gd name="connsiteX866" fmla="*/ 18847 w 1258521"/>
                <a:gd name="connsiteY866" fmla="*/ 587382 h 914263"/>
                <a:gd name="connsiteX867" fmla="*/ 18914 w 1258521"/>
                <a:gd name="connsiteY867" fmla="*/ 590073 h 914263"/>
                <a:gd name="connsiteX868" fmla="*/ 20226 w 1258521"/>
                <a:gd name="connsiteY868" fmla="*/ 591216 h 914263"/>
                <a:gd name="connsiteX869" fmla="*/ 21606 w 1258521"/>
                <a:gd name="connsiteY869" fmla="*/ 591587 h 914263"/>
                <a:gd name="connsiteX870" fmla="*/ 23996 w 1258521"/>
                <a:gd name="connsiteY870" fmla="*/ 592091 h 914263"/>
                <a:gd name="connsiteX871" fmla="*/ 26520 w 1258521"/>
                <a:gd name="connsiteY871" fmla="*/ 592898 h 914263"/>
                <a:gd name="connsiteX872" fmla="*/ 28606 w 1258521"/>
                <a:gd name="connsiteY872" fmla="*/ 593403 h 914263"/>
                <a:gd name="connsiteX873" fmla="*/ 29616 w 1258521"/>
                <a:gd name="connsiteY873" fmla="*/ 594984 h 914263"/>
                <a:gd name="connsiteX874" fmla="*/ 30424 w 1258521"/>
                <a:gd name="connsiteY874" fmla="*/ 596498 h 914263"/>
                <a:gd name="connsiteX875" fmla="*/ 31433 w 1258521"/>
                <a:gd name="connsiteY875" fmla="*/ 598886 h 914263"/>
                <a:gd name="connsiteX876" fmla="*/ 33621 w 1258521"/>
                <a:gd name="connsiteY876" fmla="*/ 600400 h 914263"/>
                <a:gd name="connsiteX877" fmla="*/ 37592 w 1258521"/>
                <a:gd name="connsiteY877" fmla="*/ 604033 h 914263"/>
                <a:gd name="connsiteX878" fmla="*/ 38333 w 1258521"/>
                <a:gd name="connsiteY878" fmla="*/ 604975 h 914263"/>
                <a:gd name="connsiteX879" fmla="*/ 40015 w 1258521"/>
                <a:gd name="connsiteY879" fmla="*/ 608810 h 914263"/>
                <a:gd name="connsiteX880" fmla="*/ 40318 w 1258521"/>
                <a:gd name="connsiteY880" fmla="*/ 611703 h 914263"/>
                <a:gd name="connsiteX881" fmla="*/ 40453 w 1258521"/>
                <a:gd name="connsiteY881" fmla="*/ 615235 h 914263"/>
                <a:gd name="connsiteX882" fmla="*/ 40587 w 1258521"/>
                <a:gd name="connsiteY882" fmla="*/ 617489 h 914263"/>
                <a:gd name="connsiteX883" fmla="*/ 40958 w 1258521"/>
                <a:gd name="connsiteY883" fmla="*/ 619070 h 914263"/>
                <a:gd name="connsiteX884" fmla="*/ 42775 w 1258521"/>
                <a:gd name="connsiteY884" fmla="*/ 620315 h 914263"/>
                <a:gd name="connsiteX885" fmla="*/ 44794 w 1258521"/>
                <a:gd name="connsiteY885" fmla="*/ 621560 h 914263"/>
                <a:gd name="connsiteX886" fmla="*/ 46174 w 1258521"/>
                <a:gd name="connsiteY886" fmla="*/ 625764 h 914263"/>
                <a:gd name="connsiteX887" fmla="*/ 46982 w 1258521"/>
                <a:gd name="connsiteY887" fmla="*/ 627783 h 914263"/>
                <a:gd name="connsiteX888" fmla="*/ 48866 w 1258521"/>
                <a:gd name="connsiteY888" fmla="*/ 630979 h 914263"/>
                <a:gd name="connsiteX889" fmla="*/ 49809 w 1258521"/>
                <a:gd name="connsiteY889" fmla="*/ 633502 h 914263"/>
                <a:gd name="connsiteX890" fmla="*/ 50381 w 1258521"/>
                <a:gd name="connsiteY890" fmla="*/ 634814 h 914263"/>
                <a:gd name="connsiteX891" fmla="*/ 54016 w 1258521"/>
                <a:gd name="connsiteY891" fmla="*/ 637067 h 914263"/>
                <a:gd name="connsiteX892" fmla="*/ 59535 w 1258521"/>
                <a:gd name="connsiteY892" fmla="*/ 638211 h 914263"/>
                <a:gd name="connsiteX893" fmla="*/ 63506 w 1258521"/>
                <a:gd name="connsiteY893" fmla="*/ 640667 h 914263"/>
                <a:gd name="connsiteX894" fmla="*/ 65761 w 1258521"/>
                <a:gd name="connsiteY894" fmla="*/ 643493 h 914263"/>
                <a:gd name="connsiteX895" fmla="*/ 70910 w 1258521"/>
                <a:gd name="connsiteY895" fmla="*/ 648505 h 914263"/>
                <a:gd name="connsiteX896" fmla="*/ 77809 w 1258521"/>
                <a:gd name="connsiteY896" fmla="*/ 655233 h 914263"/>
                <a:gd name="connsiteX897" fmla="*/ 78550 w 1258521"/>
                <a:gd name="connsiteY897" fmla="*/ 657621 h 914263"/>
                <a:gd name="connsiteX898" fmla="*/ 78550 w 1258521"/>
                <a:gd name="connsiteY898" fmla="*/ 659202 h 914263"/>
                <a:gd name="connsiteX899" fmla="*/ 79997 w 1258521"/>
                <a:gd name="connsiteY899" fmla="*/ 661826 h 914263"/>
                <a:gd name="connsiteX900" fmla="*/ 82891 w 1258521"/>
                <a:gd name="connsiteY900" fmla="*/ 661826 h 914263"/>
                <a:gd name="connsiteX901" fmla="*/ 87367 w 1258521"/>
                <a:gd name="connsiteY901" fmla="*/ 660581 h 914263"/>
                <a:gd name="connsiteX902" fmla="*/ 90262 w 1258521"/>
                <a:gd name="connsiteY902" fmla="*/ 659774 h 914263"/>
                <a:gd name="connsiteX903" fmla="*/ 94031 w 1258521"/>
                <a:gd name="connsiteY903" fmla="*/ 658529 h 914263"/>
                <a:gd name="connsiteX904" fmla="*/ 95613 w 1258521"/>
                <a:gd name="connsiteY904" fmla="*/ 656948 h 914263"/>
                <a:gd name="connsiteX905" fmla="*/ 97632 w 1258521"/>
                <a:gd name="connsiteY905" fmla="*/ 654627 h 914263"/>
                <a:gd name="connsiteX906" fmla="*/ 99146 w 1258521"/>
                <a:gd name="connsiteY906" fmla="*/ 652239 h 914263"/>
                <a:gd name="connsiteX907" fmla="*/ 100964 w 1258521"/>
                <a:gd name="connsiteY907" fmla="*/ 650557 h 914263"/>
                <a:gd name="connsiteX908" fmla="*/ 102916 w 1258521"/>
                <a:gd name="connsiteY908" fmla="*/ 649480 h 914263"/>
                <a:gd name="connsiteX909" fmla="*/ 105608 w 1258521"/>
                <a:gd name="connsiteY909" fmla="*/ 648740 h 914263"/>
                <a:gd name="connsiteX910" fmla="*/ 110959 w 1258521"/>
                <a:gd name="connsiteY910" fmla="*/ 649178 h 914263"/>
                <a:gd name="connsiteX911" fmla="*/ 112911 w 1258521"/>
                <a:gd name="connsiteY911" fmla="*/ 650254 h 914263"/>
                <a:gd name="connsiteX912" fmla="*/ 114863 w 1258521"/>
                <a:gd name="connsiteY912" fmla="*/ 652340 h 914263"/>
                <a:gd name="connsiteX913" fmla="*/ 116377 w 1258521"/>
                <a:gd name="connsiteY913" fmla="*/ 653585 h 914263"/>
                <a:gd name="connsiteX914" fmla="*/ 117825 w 1258521"/>
                <a:gd name="connsiteY914" fmla="*/ 653786 h 914263"/>
                <a:gd name="connsiteX915" fmla="*/ 119642 w 1258521"/>
                <a:gd name="connsiteY915" fmla="*/ 652340 h 914263"/>
                <a:gd name="connsiteX916" fmla="*/ 120887 w 1258521"/>
                <a:gd name="connsiteY916" fmla="*/ 651263 h 914263"/>
                <a:gd name="connsiteX917" fmla="*/ 121695 w 1258521"/>
                <a:gd name="connsiteY917" fmla="*/ 650187 h 914263"/>
                <a:gd name="connsiteX918" fmla="*/ 122839 w 1258521"/>
                <a:gd name="connsiteY918" fmla="*/ 648303 h 914263"/>
                <a:gd name="connsiteX919" fmla="*/ 125094 w 1258521"/>
                <a:gd name="connsiteY919" fmla="*/ 647933 h 914263"/>
                <a:gd name="connsiteX920" fmla="*/ 126609 w 1258521"/>
                <a:gd name="connsiteY920" fmla="*/ 647126 h 914263"/>
                <a:gd name="connsiteX921" fmla="*/ 127618 w 1258521"/>
                <a:gd name="connsiteY921" fmla="*/ 646116 h 914263"/>
                <a:gd name="connsiteX922" fmla="*/ 130142 w 1258521"/>
                <a:gd name="connsiteY922" fmla="*/ 645477 h 914263"/>
                <a:gd name="connsiteX923" fmla="*/ 132969 w 1258521"/>
                <a:gd name="connsiteY923" fmla="*/ 645612 h 914263"/>
                <a:gd name="connsiteX924" fmla="*/ 136166 w 1258521"/>
                <a:gd name="connsiteY924" fmla="*/ 646352 h 914263"/>
                <a:gd name="connsiteX925" fmla="*/ 138354 w 1258521"/>
                <a:gd name="connsiteY925" fmla="*/ 646924 h 914263"/>
                <a:gd name="connsiteX926" fmla="*/ 143066 w 1258521"/>
                <a:gd name="connsiteY926" fmla="*/ 649817 h 914263"/>
                <a:gd name="connsiteX927" fmla="*/ 143200 w 1258521"/>
                <a:gd name="connsiteY927" fmla="*/ 651129 h 914263"/>
                <a:gd name="connsiteX928" fmla="*/ 142763 w 1258521"/>
                <a:gd name="connsiteY928" fmla="*/ 653012 h 914263"/>
                <a:gd name="connsiteX929" fmla="*/ 141719 w 1258521"/>
                <a:gd name="connsiteY929" fmla="*/ 653954 h 914263"/>
                <a:gd name="connsiteX930" fmla="*/ 141114 w 1258521"/>
                <a:gd name="connsiteY930" fmla="*/ 654896 h 914263"/>
                <a:gd name="connsiteX931" fmla="*/ 141114 w 1258521"/>
                <a:gd name="connsiteY931" fmla="*/ 655704 h 914263"/>
                <a:gd name="connsiteX932" fmla="*/ 141618 w 1258521"/>
                <a:gd name="connsiteY932" fmla="*/ 658092 h 914263"/>
                <a:gd name="connsiteX933" fmla="*/ 143301 w 1258521"/>
                <a:gd name="connsiteY933" fmla="*/ 658664 h 914263"/>
                <a:gd name="connsiteX934" fmla="*/ 145623 w 1258521"/>
                <a:gd name="connsiteY934" fmla="*/ 660178 h 914263"/>
                <a:gd name="connsiteX935" fmla="*/ 146196 w 1258521"/>
                <a:gd name="connsiteY935" fmla="*/ 660615 h 914263"/>
                <a:gd name="connsiteX936" fmla="*/ 147575 w 1258521"/>
                <a:gd name="connsiteY936" fmla="*/ 662364 h 914263"/>
                <a:gd name="connsiteX937" fmla="*/ 147946 w 1258521"/>
                <a:gd name="connsiteY937" fmla="*/ 664383 h 914263"/>
                <a:gd name="connsiteX938" fmla="*/ 148450 w 1258521"/>
                <a:gd name="connsiteY938" fmla="*/ 665964 h 914263"/>
                <a:gd name="connsiteX939" fmla="*/ 149325 w 1258521"/>
                <a:gd name="connsiteY939" fmla="*/ 667478 h 914263"/>
                <a:gd name="connsiteX940" fmla="*/ 150470 w 1258521"/>
                <a:gd name="connsiteY940" fmla="*/ 669160 h 914263"/>
                <a:gd name="connsiteX941" fmla="*/ 152422 w 1258521"/>
                <a:gd name="connsiteY941" fmla="*/ 672927 h 914263"/>
                <a:gd name="connsiteX942" fmla="*/ 154172 w 1258521"/>
                <a:gd name="connsiteY942" fmla="*/ 676459 h 914263"/>
                <a:gd name="connsiteX943" fmla="*/ 156561 w 1258521"/>
                <a:gd name="connsiteY943" fmla="*/ 679857 h 914263"/>
                <a:gd name="connsiteX944" fmla="*/ 157874 w 1258521"/>
                <a:gd name="connsiteY944" fmla="*/ 680664 h 914263"/>
                <a:gd name="connsiteX945" fmla="*/ 160768 w 1258521"/>
                <a:gd name="connsiteY945" fmla="*/ 682548 h 914263"/>
                <a:gd name="connsiteX946" fmla="*/ 161205 w 1258521"/>
                <a:gd name="connsiteY946" fmla="*/ 685071 h 914263"/>
                <a:gd name="connsiteX947" fmla="*/ 162080 w 1258521"/>
                <a:gd name="connsiteY947" fmla="*/ 687392 h 914263"/>
                <a:gd name="connsiteX948" fmla="*/ 163830 w 1258521"/>
                <a:gd name="connsiteY948" fmla="*/ 688200 h 914263"/>
                <a:gd name="connsiteX949" fmla="*/ 166960 w 1258521"/>
                <a:gd name="connsiteY949" fmla="*/ 690151 h 914263"/>
                <a:gd name="connsiteX950" fmla="*/ 168980 w 1258521"/>
                <a:gd name="connsiteY950" fmla="*/ 692169 h 914263"/>
                <a:gd name="connsiteX951" fmla="*/ 169484 w 1258521"/>
                <a:gd name="connsiteY951" fmla="*/ 692808 h 914263"/>
                <a:gd name="connsiteX952" fmla="*/ 173489 w 1258521"/>
                <a:gd name="connsiteY952" fmla="*/ 692808 h 914263"/>
                <a:gd name="connsiteX953" fmla="*/ 175138 w 1258521"/>
                <a:gd name="connsiteY953" fmla="*/ 692842 h 914263"/>
                <a:gd name="connsiteX954" fmla="*/ 177158 w 1258521"/>
                <a:gd name="connsiteY954" fmla="*/ 692842 h 914263"/>
                <a:gd name="connsiteX955" fmla="*/ 178908 w 1258521"/>
                <a:gd name="connsiteY955" fmla="*/ 693246 h 914263"/>
                <a:gd name="connsiteX956" fmla="*/ 182980 w 1258521"/>
                <a:gd name="connsiteY956" fmla="*/ 697148 h 914263"/>
                <a:gd name="connsiteX957" fmla="*/ 184326 w 1258521"/>
                <a:gd name="connsiteY957" fmla="*/ 699536 h 914263"/>
                <a:gd name="connsiteX958" fmla="*/ 186379 w 1258521"/>
                <a:gd name="connsiteY958" fmla="*/ 704448 h 914263"/>
                <a:gd name="connsiteX959" fmla="*/ 186379 w 1258521"/>
                <a:gd name="connsiteY959" fmla="*/ 706029 h 914263"/>
                <a:gd name="connsiteX960" fmla="*/ 186009 w 1258521"/>
                <a:gd name="connsiteY960" fmla="*/ 708215 h 914263"/>
                <a:gd name="connsiteX961" fmla="*/ 187389 w 1258521"/>
                <a:gd name="connsiteY961" fmla="*/ 710536 h 914263"/>
                <a:gd name="connsiteX962" fmla="*/ 189711 w 1258521"/>
                <a:gd name="connsiteY962" fmla="*/ 711344 h 914263"/>
                <a:gd name="connsiteX963" fmla="*/ 196004 w 1258521"/>
                <a:gd name="connsiteY963" fmla="*/ 710402 h 914263"/>
                <a:gd name="connsiteX964" fmla="*/ 197889 w 1258521"/>
                <a:gd name="connsiteY964" fmla="*/ 709325 h 914263"/>
                <a:gd name="connsiteX965" fmla="*/ 201153 w 1258521"/>
                <a:gd name="connsiteY965" fmla="*/ 708821 h 914263"/>
                <a:gd name="connsiteX966" fmla="*/ 206235 w 1258521"/>
                <a:gd name="connsiteY966" fmla="*/ 708888 h 914263"/>
                <a:gd name="connsiteX967" fmla="*/ 209634 w 1258521"/>
                <a:gd name="connsiteY967" fmla="*/ 710637 h 914263"/>
                <a:gd name="connsiteX968" fmla="*/ 212764 w 1258521"/>
                <a:gd name="connsiteY968" fmla="*/ 712958 h 914263"/>
                <a:gd name="connsiteX969" fmla="*/ 214952 w 1258521"/>
                <a:gd name="connsiteY969" fmla="*/ 715650 h 914263"/>
                <a:gd name="connsiteX970" fmla="*/ 215187 w 1258521"/>
                <a:gd name="connsiteY970" fmla="*/ 717601 h 914263"/>
                <a:gd name="connsiteX971" fmla="*/ 215120 w 1258521"/>
                <a:gd name="connsiteY971" fmla="*/ 720056 h 914263"/>
                <a:gd name="connsiteX972" fmla="*/ 214985 w 1258521"/>
                <a:gd name="connsiteY972" fmla="*/ 722007 h 914263"/>
                <a:gd name="connsiteX973" fmla="*/ 214346 w 1258521"/>
                <a:gd name="connsiteY973" fmla="*/ 725641 h 914263"/>
                <a:gd name="connsiteX974" fmla="*/ 215154 w 1258521"/>
                <a:gd name="connsiteY974" fmla="*/ 729980 h 914263"/>
                <a:gd name="connsiteX975" fmla="*/ 215961 w 1258521"/>
                <a:gd name="connsiteY975" fmla="*/ 729980 h 914263"/>
                <a:gd name="connsiteX976" fmla="*/ 218216 w 1258521"/>
                <a:gd name="connsiteY976" fmla="*/ 728096 h 914263"/>
                <a:gd name="connsiteX977" fmla="*/ 218519 w 1258521"/>
                <a:gd name="connsiteY977" fmla="*/ 726650 h 914263"/>
                <a:gd name="connsiteX978" fmla="*/ 219394 w 1258521"/>
                <a:gd name="connsiteY978" fmla="*/ 724833 h 914263"/>
                <a:gd name="connsiteX979" fmla="*/ 221414 w 1258521"/>
                <a:gd name="connsiteY979" fmla="*/ 723689 h 914263"/>
                <a:gd name="connsiteX980" fmla="*/ 227135 w 1258521"/>
                <a:gd name="connsiteY980" fmla="*/ 723118 h 914263"/>
                <a:gd name="connsiteX981" fmla="*/ 229457 w 1258521"/>
                <a:gd name="connsiteY981" fmla="*/ 723925 h 914263"/>
                <a:gd name="connsiteX982" fmla="*/ 231207 w 1258521"/>
                <a:gd name="connsiteY982" fmla="*/ 725170 h 914263"/>
                <a:gd name="connsiteX983" fmla="*/ 234471 w 1258521"/>
                <a:gd name="connsiteY983" fmla="*/ 729072 h 914263"/>
                <a:gd name="connsiteX984" fmla="*/ 235851 w 1258521"/>
                <a:gd name="connsiteY984" fmla="*/ 731326 h 914263"/>
                <a:gd name="connsiteX985" fmla="*/ 236491 w 1258521"/>
                <a:gd name="connsiteY985" fmla="*/ 733344 h 914263"/>
                <a:gd name="connsiteX986" fmla="*/ 237568 w 1258521"/>
                <a:gd name="connsiteY986" fmla="*/ 734286 h 914263"/>
                <a:gd name="connsiteX987" fmla="*/ 240597 w 1258521"/>
                <a:gd name="connsiteY987" fmla="*/ 732907 h 914263"/>
                <a:gd name="connsiteX988" fmla="*/ 242347 w 1258521"/>
                <a:gd name="connsiteY988" fmla="*/ 731460 h 914263"/>
                <a:gd name="connsiteX989" fmla="*/ 244803 w 1258521"/>
                <a:gd name="connsiteY989" fmla="*/ 730215 h 914263"/>
                <a:gd name="connsiteX990" fmla="*/ 248270 w 1258521"/>
                <a:gd name="connsiteY990" fmla="*/ 732301 h 914263"/>
                <a:gd name="connsiteX991" fmla="*/ 250020 w 1258521"/>
                <a:gd name="connsiteY991" fmla="*/ 733815 h 914263"/>
                <a:gd name="connsiteX992" fmla="*/ 251467 w 1258521"/>
                <a:gd name="connsiteY992" fmla="*/ 733613 h 914263"/>
                <a:gd name="connsiteX993" fmla="*/ 253991 w 1258521"/>
                <a:gd name="connsiteY993" fmla="*/ 731662 h 914263"/>
                <a:gd name="connsiteX994" fmla="*/ 254496 w 1258521"/>
                <a:gd name="connsiteY994" fmla="*/ 730855 h 914263"/>
                <a:gd name="connsiteX995" fmla="*/ 255809 w 1258521"/>
                <a:gd name="connsiteY995" fmla="*/ 730350 h 914263"/>
                <a:gd name="connsiteX996" fmla="*/ 259342 w 1258521"/>
                <a:gd name="connsiteY996" fmla="*/ 731662 h 914263"/>
                <a:gd name="connsiteX997" fmla="*/ 260285 w 1258521"/>
                <a:gd name="connsiteY997" fmla="*/ 732301 h 914263"/>
                <a:gd name="connsiteX998" fmla="*/ 262035 w 1258521"/>
                <a:gd name="connsiteY998" fmla="*/ 734757 h 914263"/>
                <a:gd name="connsiteX999" fmla="*/ 263616 w 1258521"/>
                <a:gd name="connsiteY999" fmla="*/ 736439 h 914263"/>
                <a:gd name="connsiteX1000" fmla="*/ 265366 w 1258521"/>
                <a:gd name="connsiteY1000" fmla="*/ 737313 h 914263"/>
                <a:gd name="connsiteX1001" fmla="*/ 267049 w 1258521"/>
                <a:gd name="connsiteY1001" fmla="*/ 736674 h 914263"/>
                <a:gd name="connsiteX1002" fmla="*/ 269237 w 1258521"/>
                <a:gd name="connsiteY1002" fmla="*/ 736372 h 914263"/>
                <a:gd name="connsiteX1003" fmla="*/ 272367 w 1258521"/>
                <a:gd name="connsiteY1003" fmla="*/ 735800 h 914263"/>
                <a:gd name="connsiteX1004" fmla="*/ 274117 w 1258521"/>
                <a:gd name="connsiteY1004" fmla="*/ 734858 h 914263"/>
                <a:gd name="connsiteX1005" fmla="*/ 275867 w 1258521"/>
                <a:gd name="connsiteY1005" fmla="*/ 732907 h 914263"/>
                <a:gd name="connsiteX1006" fmla="*/ 278391 w 1258521"/>
                <a:gd name="connsiteY1006" fmla="*/ 732604 h 914263"/>
                <a:gd name="connsiteX1007" fmla="*/ 282867 w 1258521"/>
                <a:gd name="connsiteY1007" fmla="*/ 737313 h 914263"/>
                <a:gd name="connsiteX1008" fmla="*/ 283742 w 1258521"/>
                <a:gd name="connsiteY1008" fmla="*/ 739063 h 914263"/>
                <a:gd name="connsiteX1009" fmla="*/ 284617 w 1258521"/>
                <a:gd name="connsiteY1009" fmla="*/ 743638 h 914263"/>
                <a:gd name="connsiteX1010" fmla="*/ 285425 w 1258521"/>
                <a:gd name="connsiteY1010" fmla="*/ 746968 h 914263"/>
                <a:gd name="connsiteX1011" fmla="*/ 286804 w 1258521"/>
                <a:gd name="connsiteY1011" fmla="*/ 749289 h 914263"/>
                <a:gd name="connsiteX1012" fmla="*/ 287679 w 1258521"/>
                <a:gd name="connsiteY1012" fmla="*/ 749726 h 914263"/>
                <a:gd name="connsiteX1013" fmla="*/ 289934 w 1258521"/>
                <a:gd name="connsiteY1013" fmla="*/ 749996 h 914263"/>
                <a:gd name="connsiteX1014" fmla="*/ 294646 w 1258521"/>
                <a:gd name="connsiteY1014" fmla="*/ 749626 h 914263"/>
                <a:gd name="connsiteX1015" fmla="*/ 297338 w 1258521"/>
                <a:gd name="connsiteY1015" fmla="*/ 749054 h 914263"/>
                <a:gd name="connsiteX1016" fmla="*/ 300670 w 1258521"/>
                <a:gd name="connsiteY1016" fmla="*/ 748044 h 914263"/>
                <a:gd name="connsiteX1017" fmla="*/ 305314 w 1258521"/>
                <a:gd name="connsiteY1017" fmla="*/ 748986 h 914263"/>
                <a:gd name="connsiteX1018" fmla="*/ 306896 w 1258521"/>
                <a:gd name="connsiteY1018" fmla="*/ 750870 h 914263"/>
                <a:gd name="connsiteX1019" fmla="*/ 308141 w 1258521"/>
                <a:gd name="connsiteY1019" fmla="*/ 755580 h 914263"/>
                <a:gd name="connsiteX1020" fmla="*/ 308882 w 1258521"/>
                <a:gd name="connsiteY1020" fmla="*/ 758271 h 914263"/>
                <a:gd name="connsiteX1021" fmla="*/ 309016 w 1258521"/>
                <a:gd name="connsiteY1021" fmla="*/ 760222 h 914263"/>
                <a:gd name="connsiteX1022" fmla="*/ 310464 w 1258521"/>
                <a:gd name="connsiteY1022" fmla="*/ 761736 h 914263"/>
                <a:gd name="connsiteX1023" fmla="*/ 313930 w 1258521"/>
                <a:gd name="connsiteY1023" fmla="*/ 761736 h 914263"/>
                <a:gd name="connsiteX1024" fmla="*/ 315310 w 1258521"/>
                <a:gd name="connsiteY1024" fmla="*/ 762240 h 914263"/>
                <a:gd name="connsiteX1025" fmla="*/ 316690 w 1258521"/>
                <a:gd name="connsiteY1025" fmla="*/ 765874 h 914263"/>
                <a:gd name="connsiteX1026" fmla="*/ 316993 w 1258521"/>
                <a:gd name="connsiteY1026" fmla="*/ 767017 h 914263"/>
                <a:gd name="connsiteX1027" fmla="*/ 319180 w 1258521"/>
                <a:gd name="connsiteY1027" fmla="*/ 767017 h 914263"/>
                <a:gd name="connsiteX1028" fmla="*/ 320324 w 1258521"/>
                <a:gd name="connsiteY1028" fmla="*/ 766143 h 914263"/>
                <a:gd name="connsiteX1029" fmla="*/ 323723 w 1258521"/>
                <a:gd name="connsiteY1029" fmla="*/ 764763 h 914263"/>
                <a:gd name="connsiteX1030" fmla="*/ 325372 w 1258521"/>
                <a:gd name="connsiteY1030" fmla="*/ 766008 h 914263"/>
                <a:gd name="connsiteX1031" fmla="*/ 325507 w 1258521"/>
                <a:gd name="connsiteY1031" fmla="*/ 767959 h 914263"/>
                <a:gd name="connsiteX1032" fmla="*/ 325574 w 1258521"/>
                <a:gd name="connsiteY1032" fmla="*/ 769204 h 914263"/>
                <a:gd name="connsiteX1033" fmla="*/ 325709 w 1258521"/>
                <a:gd name="connsiteY1033" fmla="*/ 771390 h 914263"/>
                <a:gd name="connsiteX1034" fmla="*/ 326786 w 1258521"/>
                <a:gd name="connsiteY1034" fmla="*/ 773342 h 914263"/>
                <a:gd name="connsiteX1035" fmla="*/ 328098 w 1258521"/>
                <a:gd name="connsiteY1035" fmla="*/ 773913 h 914263"/>
                <a:gd name="connsiteX1036" fmla="*/ 330791 w 1258521"/>
                <a:gd name="connsiteY1036" fmla="*/ 774351 h 914263"/>
                <a:gd name="connsiteX1037" fmla="*/ 332676 w 1258521"/>
                <a:gd name="connsiteY1037" fmla="*/ 775158 h 914263"/>
                <a:gd name="connsiteX1038" fmla="*/ 334560 w 1258521"/>
                <a:gd name="connsiteY1038" fmla="*/ 776302 h 914263"/>
                <a:gd name="connsiteX1039" fmla="*/ 336580 w 1258521"/>
                <a:gd name="connsiteY1039" fmla="*/ 774284 h 914263"/>
                <a:gd name="connsiteX1040" fmla="*/ 337892 w 1258521"/>
                <a:gd name="connsiteY1040" fmla="*/ 772332 h 914263"/>
                <a:gd name="connsiteX1041" fmla="*/ 338834 w 1258521"/>
                <a:gd name="connsiteY1041" fmla="*/ 770751 h 914263"/>
                <a:gd name="connsiteX1042" fmla="*/ 339709 w 1258521"/>
                <a:gd name="connsiteY1042" fmla="*/ 769002 h 914263"/>
                <a:gd name="connsiteX1043" fmla="*/ 341291 w 1258521"/>
                <a:gd name="connsiteY1043" fmla="*/ 767690 h 914263"/>
                <a:gd name="connsiteX1044" fmla="*/ 343041 w 1258521"/>
                <a:gd name="connsiteY1044" fmla="*/ 766984 h 914263"/>
                <a:gd name="connsiteX1045" fmla="*/ 344858 w 1258521"/>
                <a:gd name="connsiteY1045" fmla="*/ 765806 h 914263"/>
                <a:gd name="connsiteX1046" fmla="*/ 347046 w 1258521"/>
                <a:gd name="connsiteY1046" fmla="*/ 765604 h 914263"/>
                <a:gd name="connsiteX1047" fmla="*/ 349738 w 1258521"/>
                <a:gd name="connsiteY1047" fmla="*/ 765403 h 914263"/>
                <a:gd name="connsiteX1048" fmla="*/ 351623 w 1258521"/>
                <a:gd name="connsiteY1048" fmla="*/ 765100 h 914263"/>
                <a:gd name="connsiteX1049" fmla="*/ 353508 w 1258521"/>
                <a:gd name="connsiteY1049" fmla="*/ 765773 h 914263"/>
                <a:gd name="connsiteX1050" fmla="*/ 355965 w 1258521"/>
                <a:gd name="connsiteY1050" fmla="*/ 766210 h 914263"/>
                <a:gd name="connsiteX1051" fmla="*/ 358421 w 1258521"/>
                <a:gd name="connsiteY1051" fmla="*/ 767219 h 914263"/>
                <a:gd name="connsiteX1052" fmla="*/ 360945 w 1258521"/>
                <a:gd name="connsiteY1052" fmla="*/ 768598 h 914263"/>
                <a:gd name="connsiteX1053" fmla="*/ 362191 w 1258521"/>
                <a:gd name="connsiteY1053" fmla="*/ 769675 h 914263"/>
                <a:gd name="connsiteX1054" fmla="*/ 362628 w 1258521"/>
                <a:gd name="connsiteY1054" fmla="*/ 772803 h 914263"/>
                <a:gd name="connsiteX1055" fmla="*/ 362696 w 1258521"/>
                <a:gd name="connsiteY1055" fmla="*/ 775764 h 914263"/>
                <a:gd name="connsiteX1056" fmla="*/ 362628 w 1258521"/>
                <a:gd name="connsiteY1056" fmla="*/ 779397 h 914263"/>
                <a:gd name="connsiteX1057" fmla="*/ 362763 w 1258521"/>
                <a:gd name="connsiteY1057" fmla="*/ 781583 h 914263"/>
                <a:gd name="connsiteX1058" fmla="*/ 364008 w 1258521"/>
                <a:gd name="connsiteY1058" fmla="*/ 782323 h 914263"/>
                <a:gd name="connsiteX1059" fmla="*/ 365960 w 1258521"/>
                <a:gd name="connsiteY1059" fmla="*/ 781381 h 914263"/>
                <a:gd name="connsiteX1060" fmla="*/ 366969 w 1258521"/>
                <a:gd name="connsiteY1060" fmla="*/ 778488 h 914263"/>
                <a:gd name="connsiteX1061" fmla="*/ 367609 w 1258521"/>
                <a:gd name="connsiteY1061" fmla="*/ 777244 h 914263"/>
                <a:gd name="connsiteX1062" fmla="*/ 368854 w 1258521"/>
                <a:gd name="connsiteY1062" fmla="*/ 776605 h 914263"/>
                <a:gd name="connsiteX1063" fmla="*/ 370941 w 1258521"/>
                <a:gd name="connsiteY1063" fmla="*/ 776470 h 914263"/>
                <a:gd name="connsiteX1064" fmla="*/ 372523 w 1258521"/>
                <a:gd name="connsiteY1064" fmla="*/ 778219 h 914263"/>
                <a:gd name="connsiteX1065" fmla="*/ 376662 w 1258521"/>
                <a:gd name="connsiteY1065" fmla="*/ 780608 h 914263"/>
                <a:gd name="connsiteX1066" fmla="*/ 379186 w 1258521"/>
                <a:gd name="connsiteY1066" fmla="*/ 783063 h 914263"/>
                <a:gd name="connsiteX1067" fmla="*/ 381878 w 1258521"/>
                <a:gd name="connsiteY1067" fmla="*/ 785452 h 914263"/>
                <a:gd name="connsiteX1068" fmla="*/ 384133 w 1258521"/>
                <a:gd name="connsiteY1068" fmla="*/ 785452 h 914263"/>
                <a:gd name="connsiteX1069" fmla="*/ 386758 w 1258521"/>
                <a:gd name="connsiteY1069" fmla="*/ 784947 h 914263"/>
                <a:gd name="connsiteX1070" fmla="*/ 389653 w 1258521"/>
                <a:gd name="connsiteY1070" fmla="*/ 783568 h 914263"/>
                <a:gd name="connsiteX1071" fmla="*/ 391537 w 1258521"/>
                <a:gd name="connsiteY1071" fmla="*/ 781247 h 914263"/>
                <a:gd name="connsiteX1072" fmla="*/ 393624 w 1258521"/>
                <a:gd name="connsiteY1072" fmla="*/ 779800 h 914263"/>
                <a:gd name="connsiteX1073" fmla="*/ 399211 w 1258521"/>
                <a:gd name="connsiteY1073" fmla="*/ 778556 h 914263"/>
                <a:gd name="connsiteX1074" fmla="*/ 403283 w 1258521"/>
                <a:gd name="connsiteY1074" fmla="*/ 778556 h 914263"/>
                <a:gd name="connsiteX1075" fmla="*/ 406749 w 1258521"/>
                <a:gd name="connsiteY1075" fmla="*/ 778556 h 914263"/>
                <a:gd name="connsiteX1076" fmla="*/ 409576 w 1258521"/>
                <a:gd name="connsiteY1076" fmla="*/ 777446 h 914263"/>
                <a:gd name="connsiteX1077" fmla="*/ 410283 w 1258521"/>
                <a:gd name="connsiteY1077" fmla="*/ 776605 h 914263"/>
                <a:gd name="connsiteX1078" fmla="*/ 411730 w 1258521"/>
                <a:gd name="connsiteY1078" fmla="*/ 776605 h 914263"/>
                <a:gd name="connsiteX1079" fmla="*/ 414322 w 1258521"/>
                <a:gd name="connsiteY1079" fmla="*/ 775797 h 914263"/>
                <a:gd name="connsiteX1080" fmla="*/ 417149 w 1258521"/>
                <a:gd name="connsiteY1080" fmla="*/ 776369 h 914263"/>
                <a:gd name="connsiteX1081" fmla="*/ 418898 w 1258521"/>
                <a:gd name="connsiteY1081" fmla="*/ 776672 h 914263"/>
                <a:gd name="connsiteX1082" fmla="*/ 421423 w 1258521"/>
                <a:gd name="connsiteY1082" fmla="*/ 776234 h 914263"/>
                <a:gd name="connsiteX1083" fmla="*/ 422735 w 1258521"/>
                <a:gd name="connsiteY1083" fmla="*/ 774149 h 914263"/>
                <a:gd name="connsiteX1084" fmla="*/ 424115 w 1258521"/>
                <a:gd name="connsiteY1084" fmla="*/ 772904 h 914263"/>
                <a:gd name="connsiteX1085" fmla="*/ 425495 w 1258521"/>
                <a:gd name="connsiteY1085" fmla="*/ 772534 h 914263"/>
                <a:gd name="connsiteX1086" fmla="*/ 428255 w 1258521"/>
                <a:gd name="connsiteY1086" fmla="*/ 771155 h 914263"/>
                <a:gd name="connsiteX1087" fmla="*/ 430442 w 1258521"/>
                <a:gd name="connsiteY1087" fmla="*/ 770718 h 914263"/>
                <a:gd name="connsiteX1088" fmla="*/ 432024 w 1258521"/>
                <a:gd name="connsiteY1088" fmla="*/ 770079 h 914263"/>
                <a:gd name="connsiteX1089" fmla="*/ 433606 w 1258521"/>
                <a:gd name="connsiteY1089" fmla="*/ 770146 h 914263"/>
                <a:gd name="connsiteX1090" fmla="*/ 434985 w 1258521"/>
                <a:gd name="connsiteY1090" fmla="*/ 770650 h 914263"/>
                <a:gd name="connsiteX1091" fmla="*/ 437375 w 1258521"/>
                <a:gd name="connsiteY1091" fmla="*/ 772400 h 914263"/>
                <a:gd name="connsiteX1092" fmla="*/ 439327 w 1258521"/>
                <a:gd name="connsiteY1092" fmla="*/ 773409 h 914263"/>
                <a:gd name="connsiteX1093" fmla="*/ 440909 w 1258521"/>
                <a:gd name="connsiteY1093" fmla="*/ 775730 h 914263"/>
                <a:gd name="connsiteX1094" fmla="*/ 441918 w 1258521"/>
                <a:gd name="connsiteY1094" fmla="*/ 777176 h 914263"/>
                <a:gd name="connsiteX1095" fmla="*/ 443736 w 1258521"/>
                <a:gd name="connsiteY1095" fmla="*/ 778690 h 914263"/>
                <a:gd name="connsiteX1096" fmla="*/ 447067 w 1258521"/>
                <a:gd name="connsiteY1096" fmla="*/ 781516 h 914263"/>
                <a:gd name="connsiteX1097" fmla="*/ 448515 w 1258521"/>
                <a:gd name="connsiteY1097" fmla="*/ 782525 h 914263"/>
                <a:gd name="connsiteX1098" fmla="*/ 451342 w 1258521"/>
                <a:gd name="connsiteY1098" fmla="*/ 784476 h 914263"/>
                <a:gd name="connsiteX1099" fmla="*/ 453664 w 1258521"/>
                <a:gd name="connsiteY1099" fmla="*/ 786865 h 914263"/>
                <a:gd name="connsiteX1100" fmla="*/ 454673 w 1258521"/>
                <a:gd name="connsiteY1100" fmla="*/ 789892 h 914263"/>
                <a:gd name="connsiteX1101" fmla="*/ 457803 w 1258521"/>
                <a:gd name="connsiteY1101" fmla="*/ 795174 h 914263"/>
                <a:gd name="connsiteX1102" fmla="*/ 458880 w 1258521"/>
                <a:gd name="connsiteY1102" fmla="*/ 798134 h 914263"/>
                <a:gd name="connsiteX1103" fmla="*/ 460765 w 1258521"/>
                <a:gd name="connsiteY1103" fmla="*/ 801767 h 914263"/>
                <a:gd name="connsiteX1104" fmla="*/ 461270 w 1258521"/>
                <a:gd name="connsiteY1104" fmla="*/ 805097 h 914263"/>
                <a:gd name="connsiteX1105" fmla="*/ 462212 w 1258521"/>
                <a:gd name="connsiteY1105" fmla="*/ 809672 h 914263"/>
                <a:gd name="connsiteX1106" fmla="*/ 464164 w 1258521"/>
                <a:gd name="connsiteY1106" fmla="*/ 810110 h 914263"/>
                <a:gd name="connsiteX1107" fmla="*/ 466924 w 1258521"/>
                <a:gd name="connsiteY1107" fmla="*/ 810110 h 914263"/>
                <a:gd name="connsiteX1108" fmla="*/ 469178 w 1258521"/>
                <a:gd name="connsiteY1108" fmla="*/ 809403 h 914263"/>
                <a:gd name="connsiteX1109" fmla="*/ 470053 w 1258521"/>
                <a:gd name="connsiteY1109" fmla="*/ 810211 h 914263"/>
                <a:gd name="connsiteX1110" fmla="*/ 473082 w 1258521"/>
                <a:gd name="connsiteY1110" fmla="*/ 815694 h 914263"/>
                <a:gd name="connsiteX1111" fmla="*/ 473890 w 1258521"/>
                <a:gd name="connsiteY1111" fmla="*/ 817645 h 914263"/>
                <a:gd name="connsiteX1112" fmla="*/ 475135 w 1258521"/>
                <a:gd name="connsiteY1112" fmla="*/ 819596 h 914263"/>
                <a:gd name="connsiteX1113" fmla="*/ 475842 w 1258521"/>
                <a:gd name="connsiteY1113" fmla="*/ 820908 h 914263"/>
                <a:gd name="connsiteX1114" fmla="*/ 476852 w 1258521"/>
                <a:gd name="connsiteY1114" fmla="*/ 820908 h 914263"/>
                <a:gd name="connsiteX1115" fmla="*/ 478938 w 1258521"/>
                <a:gd name="connsiteY1115" fmla="*/ 820471 h 914263"/>
                <a:gd name="connsiteX1116" fmla="*/ 480453 w 1258521"/>
                <a:gd name="connsiteY1116" fmla="*/ 820403 h 914263"/>
                <a:gd name="connsiteX1117" fmla="*/ 482977 w 1258521"/>
                <a:gd name="connsiteY1117" fmla="*/ 820908 h 914263"/>
                <a:gd name="connsiteX1118" fmla="*/ 485366 w 1258521"/>
                <a:gd name="connsiteY1118" fmla="*/ 821547 h 914263"/>
                <a:gd name="connsiteX1119" fmla="*/ 486814 w 1258521"/>
                <a:gd name="connsiteY1119" fmla="*/ 822119 h 914263"/>
                <a:gd name="connsiteX1120" fmla="*/ 488564 w 1258521"/>
                <a:gd name="connsiteY1120" fmla="*/ 822926 h 914263"/>
                <a:gd name="connsiteX1121" fmla="*/ 490886 w 1258521"/>
                <a:gd name="connsiteY1121" fmla="*/ 823666 h 914263"/>
                <a:gd name="connsiteX1122" fmla="*/ 492400 w 1258521"/>
                <a:gd name="connsiteY1122" fmla="*/ 823666 h 914263"/>
                <a:gd name="connsiteX1123" fmla="*/ 493780 w 1258521"/>
                <a:gd name="connsiteY1123" fmla="*/ 824743 h 914263"/>
                <a:gd name="connsiteX1124" fmla="*/ 495530 w 1258521"/>
                <a:gd name="connsiteY1124" fmla="*/ 826761 h 914263"/>
                <a:gd name="connsiteX1125" fmla="*/ 496169 w 1258521"/>
                <a:gd name="connsiteY1125" fmla="*/ 828948 h 914263"/>
                <a:gd name="connsiteX1126" fmla="*/ 497415 w 1258521"/>
                <a:gd name="connsiteY1126" fmla="*/ 831774 h 914263"/>
                <a:gd name="connsiteX1127" fmla="*/ 498492 w 1258521"/>
                <a:gd name="connsiteY1127" fmla="*/ 833590 h 914263"/>
                <a:gd name="connsiteX1128" fmla="*/ 500948 w 1258521"/>
                <a:gd name="connsiteY1128" fmla="*/ 836550 h 914263"/>
                <a:gd name="connsiteX1129" fmla="*/ 502194 w 1258521"/>
                <a:gd name="connsiteY1129" fmla="*/ 838501 h 914263"/>
                <a:gd name="connsiteX1130" fmla="*/ 502194 w 1258521"/>
                <a:gd name="connsiteY1130" fmla="*/ 842908 h 914263"/>
                <a:gd name="connsiteX1131" fmla="*/ 502631 w 1258521"/>
                <a:gd name="connsiteY1131" fmla="*/ 847248 h 914263"/>
                <a:gd name="connsiteX1132" fmla="*/ 502059 w 1258521"/>
                <a:gd name="connsiteY1132" fmla="*/ 848560 h 914263"/>
                <a:gd name="connsiteX1133" fmla="*/ 501756 w 1258521"/>
                <a:gd name="connsiteY1133" fmla="*/ 851688 h 914263"/>
                <a:gd name="connsiteX1134" fmla="*/ 499434 w 1258521"/>
                <a:gd name="connsiteY1134" fmla="*/ 852698 h 914263"/>
                <a:gd name="connsiteX1135" fmla="*/ 497549 w 1258521"/>
                <a:gd name="connsiteY1135" fmla="*/ 853269 h 914263"/>
                <a:gd name="connsiteX1136" fmla="*/ 496876 w 1258521"/>
                <a:gd name="connsiteY1136" fmla="*/ 855086 h 914263"/>
                <a:gd name="connsiteX1137" fmla="*/ 496035 w 1258521"/>
                <a:gd name="connsiteY1137" fmla="*/ 857037 h 914263"/>
                <a:gd name="connsiteX1138" fmla="*/ 496035 w 1258521"/>
                <a:gd name="connsiteY1138" fmla="*/ 859123 h 914263"/>
                <a:gd name="connsiteX1139" fmla="*/ 496775 w 1258521"/>
                <a:gd name="connsiteY1139" fmla="*/ 860435 h 914263"/>
                <a:gd name="connsiteX1140" fmla="*/ 498525 w 1258521"/>
                <a:gd name="connsiteY1140" fmla="*/ 863563 h 914263"/>
                <a:gd name="connsiteX1141" fmla="*/ 499165 w 1258521"/>
                <a:gd name="connsiteY1141" fmla="*/ 864572 h 914263"/>
                <a:gd name="connsiteX1142" fmla="*/ 499535 w 1258521"/>
                <a:gd name="connsiteY1142" fmla="*/ 867028 h 914263"/>
                <a:gd name="connsiteX1143" fmla="*/ 500410 w 1258521"/>
                <a:gd name="connsiteY1143" fmla="*/ 869046 h 914263"/>
                <a:gd name="connsiteX1144" fmla="*/ 501790 w 1258521"/>
                <a:gd name="connsiteY1144" fmla="*/ 872377 h 914263"/>
                <a:gd name="connsiteX1145" fmla="*/ 502093 w 1258521"/>
                <a:gd name="connsiteY1145" fmla="*/ 873890 h 914263"/>
                <a:gd name="connsiteX1146" fmla="*/ 502665 w 1258521"/>
                <a:gd name="connsiteY1146" fmla="*/ 876918 h 914263"/>
                <a:gd name="connsiteX1147" fmla="*/ 504415 w 1258521"/>
                <a:gd name="connsiteY1147" fmla="*/ 879306 h 914263"/>
                <a:gd name="connsiteX1148" fmla="*/ 505559 w 1258521"/>
                <a:gd name="connsiteY1148" fmla="*/ 880114 h 914263"/>
                <a:gd name="connsiteX1149" fmla="*/ 508319 w 1258521"/>
                <a:gd name="connsiteY1149" fmla="*/ 882065 h 914263"/>
                <a:gd name="connsiteX1150" fmla="*/ 510641 w 1258521"/>
                <a:gd name="connsiteY1150" fmla="*/ 882570 h 914263"/>
                <a:gd name="connsiteX1151" fmla="*/ 512593 w 1258521"/>
                <a:gd name="connsiteY1151" fmla="*/ 882570 h 914263"/>
                <a:gd name="connsiteX1152" fmla="*/ 514107 w 1258521"/>
                <a:gd name="connsiteY1152" fmla="*/ 882570 h 914263"/>
                <a:gd name="connsiteX1153" fmla="*/ 516564 w 1258521"/>
                <a:gd name="connsiteY1153" fmla="*/ 881258 h 914263"/>
                <a:gd name="connsiteX1154" fmla="*/ 517204 w 1258521"/>
                <a:gd name="connsiteY1154" fmla="*/ 880686 h 914263"/>
                <a:gd name="connsiteX1155" fmla="*/ 518146 w 1258521"/>
                <a:gd name="connsiteY1155" fmla="*/ 879878 h 914263"/>
                <a:gd name="connsiteX1156" fmla="*/ 518954 w 1258521"/>
                <a:gd name="connsiteY1156" fmla="*/ 879441 h 914263"/>
                <a:gd name="connsiteX1157" fmla="*/ 519896 w 1258521"/>
                <a:gd name="connsiteY1157" fmla="*/ 879508 h 914263"/>
                <a:gd name="connsiteX1158" fmla="*/ 521814 w 1258521"/>
                <a:gd name="connsiteY1158" fmla="*/ 879744 h 914263"/>
                <a:gd name="connsiteX1159" fmla="*/ 522151 w 1258521"/>
                <a:gd name="connsiteY1159" fmla="*/ 880988 h 914263"/>
                <a:gd name="connsiteX1160" fmla="*/ 522151 w 1258521"/>
                <a:gd name="connsiteY1160" fmla="*/ 881729 h 914263"/>
                <a:gd name="connsiteX1161" fmla="*/ 523901 w 1258521"/>
                <a:gd name="connsiteY1161" fmla="*/ 883545 h 914263"/>
                <a:gd name="connsiteX1162" fmla="*/ 523901 w 1258521"/>
                <a:gd name="connsiteY1162" fmla="*/ 883478 h 914263"/>
                <a:gd name="connsiteX1163" fmla="*/ 524776 w 1258521"/>
                <a:gd name="connsiteY1163" fmla="*/ 885361 h 914263"/>
                <a:gd name="connsiteX1164" fmla="*/ 526290 w 1258521"/>
                <a:gd name="connsiteY1164" fmla="*/ 885933 h 914263"/>
                <a:gd name="connsiteX1165" fmla="*/ 528478 w 1258521"/>
                <a:gd name="connsiteY1165" fmla="*/ 887380 h 914263"/>
                <a:gd name="connsiteX1166" fmla="*/ 529488 w 1258521"/>
                <a:gd name="connsiteY1166" fmla="*/ 888961 h 914263"/>
                <a:gd name="connsiteX1167" fmla="*/ 530295 w 1258521"/>
                <a:gd name="connsiteY1167" fmla="*/ 891551 h 914263"/>
                <a:gd name="connsiteX1168" fmla="*/ 530295 w 1258521"/>
                <a:gd name="connsiteY1168" fmla="*/ 892998 h 914263"/>
                <a:gd name="connsiteX1169" fmla="*/ 530935 w 1258521"/>
                <a:gd name="connsiteY1169" fmla="*/ 894142 h 914263"/>
                <a:gd name="connsiteX1170" fmla="*/ 531877 w 1258521"/>
                <a:gd name="connsiteY1170" fmla="*/ 894848 h 914263"/>
                <a:gd name="connsiteX1171" fmla="*/ 533762 w 1258521"/>
                <a:gd name="connsiteY1171" fmla="*/ 894848 h 914263"/>
                <a:gd name="connsiteX1172" fmla="*/ 535209 w 1258521"/>
                <a:gd name="connsiteY1172" fmla="*/ 893704 h 914263"/>
                <a:gd name="connsiteX1173" fmla="*/ 536017 w 1258521"/>
                <a:gd name="connsiteY1173" fmla="*/ 892190 h 914263"/>
                <a:gd name="connsiteX1174" fmla="*/ 536891 w 1258521"/>
                <a:gd name="connsiteY1174" fmla="*/ 891248 h 914263"/>
                <a:gd name="connsiteX1175" fmla="*/ 538709 w 1258521"/>
                <a:gd name="connsiteY1175" fmla="*/ 891248 h 914263"/>
                <a:gd name="connsiteX1176" fmla="*/ 540526 w 1258521"/>
                <a:gd name="connsiteY1176" fmla="*/ 890946 h 914263"/>
                <a:gd name="connsiteX1177" fmla="*/ 541771 w 1258521"/>
                <a:gd name="connsiteY1177" fmla="*/ 891013 h 914263"/>
                <a:gd name="connsiteX1178" fmla="*/ 542916 w 1258521"/>
                <a:gd name="connsiteY1178" fmla="*/ 892022 h 914263"/>
                <a:gd name="connsiteX1179" fmla="*/ 544733 w 1258521"/>
                <a:gd name="connsiteY1179" fmla="*/ 892157 h 914263"/>
                <a:gd name="connsiteX1180" fmla="*/ 546416 w 1258521"/>
                <a:gd name="connsiteY1180" fmla="*/ 890206 h 914263"/>
                <a:gd name="connsiteX1181" fmla="*/ 547560 w 1258521"/>
                <a:gd name="connsiteY1181" fmla="*/ 890273 h 914263"/>
                <a:gd name="connsiteX1182" fmla="*/ 551329 w 1258521"/>
                <a:gd name="connsiteY1182" fmla="*/ 892157 h 914263"/>
                <a:gd name="connsiteX1183" fmla="*/ 553719 w 1258521"/>
                <a:gd name="connsiteY1183" fmla="*/ 893973 h 914263"/>
                <a:gd name="connsiteX1184" fmla="*/ 555974 w 1258521"/>
                <a:gd name="connsiteY1184" fmla="*/ 896429 h 914263"/>
                <a:gd name="connsiteX1185" fmla="*/ 561998 w 1258521"/>
                <a:gd name="connsiteY1185" fmla="*/ 899456 h 914263"/>
                <a:gd name="connsiteX1186" fmla="*/ 565262 w 1258521"/>
                <a:gd name="connsiteY1186" fmla="*/ 901038 h 914263"/>
                <a:gd name="connsiteX1187" fmla="*/ 566205 w 1258521"/>
                <a:gd name="connsiteY1187" fmla="*/ 902551 h 914263"/>
                <a:gd name="connsiteX1188" fmla="*/ 565700 w 1258521"/>
                <a:gd name="connsiteY1188" fmla="*/ 906454 h 914263"/>
                <a:gd name="connsiteX1189" fmla="*/ 565700 w 1258521"/>
                <a:gd name="connsiteY1189" fmla="*/ 907698 h 914263"/>
                <a:gd name="connsiteX1190" fmla="*/ 566205 w 1258521"/>
                <a:gd name="connsiteY1190" fmla="*/ 909010 h 914263"/>
                <a:gd name="connsiteX1191" fmla="*/ 567450 w 1258521"/>
                <a:gd name="connsiteY1191" fmla="*/ 910591 h 914263"/>
                <a:gd name="connsiteX1192" fmla="*/ 569503 w 1258521"/>
                <a:gd name="connsiteY1192" fmla="*/ 913417 h 914263"/>
                <a:gd name="connsiteX1193" fmla="*/ 571118 w 1258521"/>
                <a:gd name="connsiteY1193" fmla="*/ 913787 h 914263"/>
                <a:gd name="connsiteX1194" fmla="*/ 573508 w 1258521"/>
                <a:gd name="connsiteY1194" fmla="*/ 913787 h 914263"/>
                <a:gd name="connsiteX1195" fmla="*/ 578455 w 1258521"/>
                <a:gd name="connsiteY1195" fmla="*/ 914224 h 914263"/>
                <a:gd name="connsiteX1196" fmla="*/ 579263 w 1258521"/>
                <a:gd name="connsiteY1196" fmla="*/ 912710 h 914263"/>
                <a:gd name="connsiteX1197" fmla="*/ 579263 w 1258521"/>
                <a:gd name="connsiteY1197" fmla="*/ 910322 h 914263"/>
                <a:gd name="connsiteX1198" fmla="*/ 578993 w 1258521"/>
                <a:gd name="connsiteY1198" fmla="*/ 907295 h 914263"/>
                <a:gd name="connsiteX1199" fmla="*/ 578219 w 1258521"/>
                <a:gd name="connsiteY1199" fmla="*/ 905007 h 914263"/>
                <a:gd name="connsiteX1200" fmla="*/ 577614 w 1258521"/>
                <a:gd name="connsiteY1200" fmla="*/ 903762 h 914263"/>
                <a:gd name="connsiteX1201" fmla="*/ 577008 w 1258521"/>
                <a:gd name="connsiteY1201" fmla="*/ 901576 h 914263"/>
                <a:gd name="connsiteX1202" fmla="*/ 576200 w 1258521"/>
                <a:gd name="connsiteY1202" fmla="*/ 899086 h 914263"/>
                <a:gd name="connsiteX1203" fmla="*/ 575157 w 1258521"/>
                <a:gd name="connsiteY1203" fmla="*/ 897438 h 914263"/>
                <a:gd name="connsiteX1204" fmla="*/ 573205 w 1258521"/>
                <a:gd name="connsiteY1204" fmla="*/ 894242 h 914263"/>
                <a:gd name="connsiteX1205" fmla="*/ 571791 w 1258521"/>
                <a:gd name="connsiteY1205" fmla="*/ 892190 h 914263"/>
                <a:gd name="connsiteX1206" fmla="*/ 570479 w 1258521"/>
                <a:gd name="connsiteY1206" fmla="*/ 890710 h 914263"/>
                <a:gd name="connsiteX1207" fmla="*/ 569133 w 1258521"/>
                <a:gd name="connsiteY1207" fmla="*/ 888927 h 914263"/>
                <a:gd name="connsiteX1208" fmla="*/ 567988 w 1258521"/>
                <a:gd name="connsiteY1208" fmla="*/ 885664 h 914263"/>
                <a:gd name="connsiteX1209" fmla="*/ 568089 w 1258521"/>
                <a:gd name="connsiteY1209" fmla="*/ 884520 h 914263"/>
                <a:gd name="connsiteX1210" fmla="*/ 569570 w 1258521"/>
                <a:gd name="connsiteY1210" fmla="*/ 881796 h 914263"/>
                <a:gd name="connsiteX1211" fmla="*/ 571488 w 1258521"/>
                <a:gd name="connsiteY1211" fmla="*/ 879845 h 914263"/>
                <a:gd name="connsiteX1212" fmla="*/ 574046 w 1258521"/>
                <a:gd name="connsiteY1212" fmla="*/ 877187 h 914263"/>
                <a:gd name="connsiteX1213" fmla="*/ 576368 w 1258521"/>
                <a:gd name="connsiteY1213" fmla="*/ 875505 h 914263"/>
                <a:gd name="connsiteX1214" fmla="*/ 579633 w 1258521"/>
                <a:gd name="connsiteY1214" fmla="*/ 874597 h 914263"/>
                <a:gd name="connsiteX1215" fmla="*/ 581417 w 1258521"/>
                <a:gd name="connsiteY1215" fmla="*/ 874429 h 914263"/>
                <a:gd name="connsiteX1216" fmla="*/ 583200 w 1258521"/>
                <a:gd name="connsiteY1216" fmla="*/ 874698 h 914263"/>
                <a:gd name="connsiteX1217" fmla="*/ 586397 w 1258521"/>
                <a:gd name="connsiteY1217" fmla="*/ 876615 h 914263"/>
                <a:gd name="connsiteX1218" fmla="*/ 587878 w 1258521"/>
                <a:gd name="connsiteY1218" fmla="*/ 878196 h 914263"/>
                <a:gd name="connsiteX1219" fmla="*/ 590638 w 1258521"/>
                <a:gd name="connsiteY1219" fmla="*/ 881190 h 914263"/>
                <a:gd name="connsiteX1220" fmla="*/ 595518 w 1258521"/>
                <a:gd name="connsiteY1220" fmla="*/ 885361 h 914263"/>
                <a:gd name="connsiteX1221" fmla="*/ 597470 w 1258521"/>
                <a:gd name="connsiteY1221" fmla="*/ 888524 h 914263"/>
                <a:gd name="connsiteX1222" fmla="*/ 600027 w 1258521"/>
                <a:gd name="connsiteY1222" fmla="*/ 893301 h 914263"/>
                <a:gd name="connsiteX1223" fmla="*/ 603292 w 1258521"/>
                <a:gd name="connsiteY1223" fmla="*/ 896025 h 914263"/>
                <a:gd name="connsiteX1224" fmla="*/ 608307 w 1258521"/>
                <a:gd name="connsiteY1224" fmla="*/ 896732 h 914263"/>
                <a:gd name="connsiteX1225" fmla="*/ 610057 w 1258521"/>
                <a:gd name="connsiteY1225" fmla="*/ 897976 h 914263"/>
                <a:gd name="connsiteX1226" fmla="*/ 612783 w 1258521"/>
                <a:gd name="connsiteY1226" fmla="*/ 898347 h 914263"/>
                <a:gd name="connsiteX1227" fmla="*/ 615711 w 1258521"/>
                <a:gd name="connsiteY1227" fmla="*/ 900970 h 914263"/>
                <a:gd name="connsiteX1228" fmla="*/ 618167 w 1258521"/>
                <a:gd name="connsiteY1228" fmla="*/ 902551 h 914263"/>
                <a:gd name="connsiteX1229" fmla="*/ 620490 w 1258521"/>
                <a:gd name="connsiteY1229" fmla="*/ 904502 h 914263"/>
                <a:gd name="connsiteX1230" fmla="*/ 622778 w 1258521"/>
                <a:gd name="connsiteY1230" fmla="*/ 905579 h 914263"/>
                <a:gd name="connsiteX1231" fmla="*/ 627490 w 1258521"/>
                <a:gd name="connsiteY1231" fmla="*/ 907328 h 914263"/>
                <a:gd name="connsiteX1232" fmla="*/ 630384 w 1258521"/>
                <a:gd name="connsiteY1232" fmla="*/ 905108 h 914263"/>
                <a:gd name="connsiteX1233" fmla="*/ 632168 w 1258521"/>
                <a:gd name="connsiteY1233" fmla="*/ 902518 h 914263"/>
                <a:gd name="connsiteX1234" fmla="*/ 630249 w 1258521"/>
                <a:gd name="connsiteY1234" fmla="*/ 898178 h 914263"/>
                <a:gd name="connsiteX1235" fmla="*/ 626917 w 1258521"/>
                <a:gd name="connsiteY1235" fmla="*/ 895252 h 914263"/>
                <a:gd name="connsiteX1236" fmla="*/ 623788 w 1258521"/>
                <a:gd name="connsiteY1236" fmla="*/ 892493 h 914263"/>
                <a:gd name="connsiteX1237" fmla="*/ 623586 w 1258521"/>
                <a:gd name="connsiteY1237" fmla="*/ 889600 h 914263"/>
                <a:gd name="connsiteX1238" fmla="*/ 624158 w 1258521"/>
                <a:gd name="connsiteY1238" fmla="*/ 887144 h 914263"/>
                <a:gd name="connsiteX1239" fmla="*/ 627624 w 1258521"/>
                <a:gd name="connsiteY1239" fmla="*/ 883881 h 914263"/>
                <a:gd name="connsiteX1240" fmla="*/ 628264 w 1258521"/>
                <a:gd name="connsiteY1240" fmla="*/ 882199 h 914263"/>
                <a:gd name="connsiteX1241" fmla="*/ 627523 w 1258521"/>
                <a:gd name="connsiteY1241" fmla="*/ 878735 h 914263"/>
                <a:gd name="connsiteX1242" fmla="*/ 624999 w 1258521"/>
                <a:gd name="connsiteY1242" fmla="*/ 875404 h 914263"/>
                <a:gd name="connsiteX1243" fmla="*/ 624696 w 1258521"/>
                <a:gd name="connsiteY1243" fmla="*/ 872713 h 914263"/>
                <a:gd name="connsiteX1244" fmla="*/ 628163 w 1258521"/>
                <a:gd name="connsiteY1244" fmla="*/ 868508 h 914263"/>
                <a:gd name="connsiteX1245" fmla="*/ 629240 w 1258521"/>
                <a:gd name="connsiteY1245" fmla="*/ 865918 h 914263"/>
                <a:gd name="connsiteX1246" fmla="*/ 633581 w 1258521"/>
                <a:gd name="connsiteY1246" fmla="*/ 867364 h 914263"/>
                <a:gd name="connsiteX1247" fmla="*/ 637990 w 1258521"/>
                <a:gd name="connsiteY1247" fmla="*/ 869046 h 914263"/>
                <a:gd name="connsiteX1248" fmla="*/ 641894 w 1258521"/>
                <a:gd name="connsiteY1248" fmla="*/ 870493 h 914263"/>
                <a:gd name="connsiteX1249" fmla="*/ 645798 w 1258521"/>
                <a:gd name="connsiteY1249" fmla="*/ 869753 h 914263"/>
                <a:gd name="connsiteX1250" fmla="*/ 646875 w 1258521"/>
                <a:gd name="connsiteY1250" fmla="*/ 867499 h 914263"/>
                <a:gd name="connsiteX1251" fmla="*/ 648759 w 1258521"/>
                <a:gd name="connsiteY1251" fmla="*/ 865245 h 914263"/>
                <a:gd name="connsiteX1252" fmla="*/ 650005 w 1258521"/>
                <a:gd name="connsiteY1252" fmla="*/ 864169 h 914263"/>
                <a:gd name="connsiteX1253" fmla="*/ 652899 w 1258521"/>
                <a:gd name="connsiteY1253" fmla="*/ 864370 h 914263"/>
                <a:gd name="connsiteX1254" fmla="*/ 654043 w 1258521"/>
                <a:gd name="connsiteY1254" fmla="*/ 865447 h 914263"/>
                <a:gd name="connsiteX1255" fmla="*/ 657947 w 1258521"/>
                <a:gd name="connsiteY1255" fmla="*/ 867331 h 914263"/>
                <a:gd name="connsiteX1256" fmla="*/ 660202 w 1258521"/>
                <a:gd name="connsiteY1256" fmla="*/ 869719 h 914263"/>
                <a:gd name="connsiteX1257" fmla="*/ 664039 w 1258521"/>
                <a:gd name="connsiteY1257" fmla="*/ 871300 h 914263"/>
                <a:gd name="connsiteX1258" fmla="*/ 670500 w 1258521"/>
                <a:gd name="connsiteY1258" fmla="*/ 871065 h 914263"/>
                <a:gd name="connsiteX1259" fmla="*/ 670870 w 1258521"/>
                <a:gd name="connsiteY1259" fmla="*/ 868979 h 914263"/>
                <a:gd name="connsiteX1260" fmla="*/ 670366 w 1258521"/>
                <a:gd name="connsiteY1260" fmla="*/ 865144 h 914263"/>
                <a:gd name="connsiteX1261" fmla="*/ 672015 w 1258521"/>
                <a:gd name="connsiteY1261" fmla="*/ 863395 h 914263"/>
                <a:gd name="connsiteX1262" fmla="*/ 673260 w 1258521"/>
                <a:gd name="connsiteY1262" fmla="*/ 863260 h 914263"/>
                <a:gd name="connsiteX1263" fmla="*/ 675515 w 1258521"/>
                <a:gd name="connsiteY1263" fmla="*/ 865447 h 914263"/>
                <a:gd name="connsiteX1264" fmla="*/ 676760 w 1258521"/>
                <a:gd name="connsiteY1264" fmla="*/ 866019 h 914263"/>
                <a:gd name="connsiteX1265" fmla="*/ 679520 w 1258521"/>
                <a:gd name="connsiteY1265" fmla="*/ 862621 h 914263"/>
                <a:gd name="connsiteX1266" fmla="*/ 680327 w 1258521"/>
                <a:gd name="connsiteY1266" fmla="*/ 859493 h 914263"/>
                <a:gd name="connsiteX1267" fmla="*/ 680327 w 1258521"/>
                <a:gd name="connsiteY1267" fmla="*/ 855590 h 914263"/>
                <a:gd name="connsiteX1268" fmla="*/ 681202 w 1258521"/>
                <a:gd name="connsiteY1268" fmla="*/ 853572 h 914263"/>
                <a:gd name="connsiteX1269" fmla="*/ 682784 w 1258521"/>
                <a:gd name="connsiteY1269" fmla="*/ 850107 h 914263"/>
                <a:gd name="connsiteX1270" fmla="*/ 684803 w 1258521"/>
                <a:gd name="connsiteY1270" fmla="*/ 848089 h 914263"/>
                <a:gd name="connsiteX1271" fmla="*/ 688270 w 1258521"/>
                <a:gd name="connsiteY1271" fmla="*/ 845196 h 914263"/>
                <a:gd name="connsiteX1272" fmla="*/ 691736 w 1258521"/>
                <a:gd name="connsiteY1272" fmla="*/ 842437 h 914263"/>
                <a:gd name="connsiteX1273" fmla="*/ 693486 w 1258521"/>
                <a:gd name="connsiteY1273" fmla="*/ 841428 h 914263"/>
                <a:gd name="connsiteX1274" fmla="*/ 694294 w 1258521"/>
                <a:gd name="connsiteY1274" fmla="*/ 838670 h 914263"/>
                <a:gd name="connsiteX1275" fmla="*/ 692779 w 1258521"/>
                <a:gd name="connsiteY1275" fmla="*/ 836281 h 914263"/>
                <a:gd name="connsiteX1276" fmla="*/ 692712 w 1258521"/>
                <a:gd name="connsiteY1276" fmla="*/ 835474 h 914263"/>
                <a:gd name="connsiteX1277" fmla="*/ 693856 w 1258521"/>
                <a:gd name="connsiteY1277" fmla="*/ 834330 h 914263"/>
                <a:gd name="connsiteX1278" fmla="*/ 694294 w 1258521"/>
                <a:gd name="connsiteY1278" fmla="*/ 833691 h 914263"/>
                <a:gd name="connsiteX1279" fmla="*/ 693991 w 1258521"/>
                <a:gd name="connsiteY1279" fmla="*/ 831370 h 914263"/>
                <a:gd name="connsiteX1280" fmla="*/ 691299 w 1258521"/>
                <a:gd name="connsiteY1280" fmla="*/ 828241 h 914263"/>
                <a:gd name="connsiteX1281" fmla="*/ 690289 w 1258521"/>
                <a:gd name="connsiteY1281" fmla="*/ 826997 h 914263"/>
                <a:gd name="connsiteX1282" fmla="*/ 689919 w 1258521"/>
                <a:gd name="connsiteY1282" fmla="*/ 823734 h 914263"/>
                <a:gd name="connsiteX1283" fmla="*/ 691232 w 1258521"/>
                <a:gd name="connsiteY1283" fmla="*/ 821850 h 914263"/>
                <a:gd name="connsiteX1284" fmla="*/ 693251 w 1258521"/>
                <a:gd name="connsiteY1284" fmla="*/ 819024 h 914263"/>
                <a:gd name="connsiteX1285" fmla="*/ 696381 w 1258521"/>
                <a:gd name="connsiteY1285" fmla="*/ 816770 h 914263"/>
                <a:gd name="connsiteX1286" fmla="*/ 698905 w 1258521"/>
                <a:gd name="connsiteY1286" fmla="*/ 815761 h 914263"/>
                <a:gd name="connsiteX1287" fmla="*/ 704323 w 1258521"/>
                <a:gd name="connsiteY1287" fmla="*/ 816770 h 914263"/>
                <a:gd name="connsiteX1288" fmla="*/ 706140 w 1258521"/>
                <a:gd name="connsiteY1288" fmla="*/ 817948 h 914263"/>
                <a:gd name="connsiteX1289" fmla="*/ 709842 w 1258521"/>
                <a:gd name="connsiteY1289" fmla="*/ 820538 h 914263"/>
                <a:gd name="connsiteX1290" fmla="*/ 712669 w 1258521"/>
                <a:gd name="connsiteY1290" fmla="*/ 822052 h 914263"/>
                <a:gd name="connsiteX1291" fmla="*/ 716371 w 1258521"/>
                <a:gd name="connsiteY1291" fmla="*/ 823935 h 914263"/>
                <a:gd name="connsiteX1292" fmla="*/ 720208 w 1258521"/>
                <a:gd name="connsiteY1292" fmla="*/ 824003 h 914263"/>
                <a:gd name="connsiteX1293" fmla="*/ 724785 w 1258521"/>
                <a:gd name="connsiteY1293" fmla="*/ 823498 h 914263"/>
                <a:gd name="connsiteX1294" fmla="*/ 728319 w 1258521"/>
                <a:gd name="connsiteY1294" fmla="*/ 821985 h 914263"/>
                <a:gd name="connsiteX1295" fmla="*/ 732021 w 1258521"/>
                <a:gd name="connsiteY1295" fmla="*/ 820942 h 914263"/>
                <a:gd name="connsiteX1296" fmla="*/ 727881 w 1258521"/>
                <a:gd name="connsiteY1296" fmla="*/ 816165 h 914263"/>
                <a:gd name="connsiteX1297" fmla="*/ 722766 w 1258521"/>
                <a:gd name="connsiteY1297" fmla="*/ 811724 h 914263"/>
                <a:gd name="connsiteX1298" fmla="*/ 718088 w 1258521"/>
                <a:gd name="connsiteY1298" fmla="*/ 806611 h 914263"/>
                <a:gd name="connsiteX1299" fmla="*/ 712939 w 1258521"/>
                <a:gd name="connsiteY1299" fmla="*/ 801868 h 914263"/>
                <a:gd name="connsiteX1300" fmla="*/ 709540 w 1258521"/>
                <a:gd name="connsiteY1300" fmla="*/ 798672 h 914263"/>
                <a:gd name="connsiteX1301" fmla="*/ 707453 w 1258521"/>
                <a:gd name="connsiteY1301" fmla="*/ 796923 h 914263"/>
                <a:gd name="connsiteX1302" fmla="*/ 702371 w 1258521"/>
                <a:gd name="connsiteY1302" fmla="*/ 792516 h 914263"/>
                <a:gd name="connsiteX1303" fmla="*/ 700621 w 1258521"/>
                <a:gd name="connsiteY1303" fmla="*/ 790431 h 914263"/>
                <a:gd name="connsiteX1304" fmla="*/ 699544 w 1258521"/>
                <a:gd name="connsiteY1304" fmla="*/ 788177 h 914263"/>
                <a:gd name="connsiteX1305" fmla="*/ 699342 w 1258521"/>
                <a:gd name="connsiteY1305" fmla="*/ 786293 h 914263"/>
                <a:gd name="connsiteX1306" fmla="*/ 700352 w 1258521"/>
                <a:gd name="connsiteY1306" fmla="*/ 784274 h 914263"/>
                <a:gd name="connsiteX1307" fmla="*/ 701159 w 1258521"/>
                <a:gd name="connsiteY1307" fmla="*/ 782189 h 914263"/>
                <a:gd name="connsiteX1308" fmla="*/ 701799 w 1258521"/>
                <a:gd name="connsiteY1308" fmla="*/ 779868 h 914263"/>
                <a:gd name="connsiteX1309" fmla="*/ 700487 w 1258521"/>
                <a:gd name="connsiteY1309" fmla="*/ 778287 h 914263"/>
                <a:gd name="connsiteX1310" fmla="*/ 698669 w 1258521"/>
                <a:gd name="connsiteY1310" fmla="*/ 774889 h 914263"/>
                <a:gd name="connsiteX1311" fmla="*/ 697592 w 1258521"/>
                <a:gd name="connsiteY1311" fmla="*/ 772063 h 914263"/>
                <a:gd name="connsiteX1312" fmla="*/ 697962 w 1258521"/>
                <a:gd name="connsiteY1312" fmla="*/ 770549 h 914263"/>
                <a:gd name="connsiteX1313" fmla="*/ 699039 w 1258521"/>
                <a:gd name="connsiteY1313" fmla="*/ 769036 h 914263"/>
                <a:gd name="connsiteX1314" fmla="*/ 700857 w 1258521"/>
                <a:gd name="connsiteY1314" fmla="*/ 767085 h 914263"/>
                <a:gd name="connsiteX1315" fmla="*/ 703549 w 1258521"/>
                <a:gd name="connsiteY1315" fmla="*/ 766445 h 914263"/>
                <a:gd name="connsiteX1316" fmla="*/ 707016 w 1258521"/>
                <a:gd name="connsiteY1316" fmla="*/ 766445 h 914263"/>
                <a:gd name="connsiteX1317" fmla="*/ 710145 w 1258521"/>
                <a:gd name="connsiteY1317" fmla="*/ 766311 h 914263"/>
                <a:gd name="connsiteX1318" fmla="*/ 712838 w 1258521"/>
                <a:gd name="connsiteY1318" fmla="*/ 765604 h 914263"/>
                <a:gd name="connsiteX1319" fmla="*/ 714722 w 1258521"/>
                <a:gd name="connsiteY1319" fmla="*/ 764158 h 914263"/>
                <a:gd name="connsiteX1320" fmla="*/ 715799 w 1258521"/>
                <a:gd name="connsiteY1320" fmla="*/ 762577 h 914263"/>
                <a:gd name="connsiteX1321" fmla="*/ 716943 w 1258521"/>
                <a:gd name="connsiteY1321" fmla="*/ 759818 h 914263"/>
                <a:gd name="connsiteX1322" fmla="*/ 717078 w 1258521"/>
                <a:gd name="connsiteY1322" fmla="*/ 757699 h 914263"/>
                <a:gd name="connsiteX1323" fmla="*/ 717011 w 1258521"/>
                <a:gd name="connsiteY1323" fmla="*/ 756253 h 914263"/>
                <a:gd name="connsiteX1324" fmla="*/ 714487 w 1258521"/>
                <a:gd name="connsiteY1324" fmla="*/ 754436 h 914263"/>
                <a:gd name="connsiteX1325" fmla="*/ 713915 w 1258521"/>
                <a:gd name="connsiteY1325" fmla="*/ 752249 h 914263"/>
                <a:gd name="connsiteX1326" fmla="*/ 713343 w 1258521"/>
                <a:gd name="connsiteY1326" fmla="*/ 750063 h 914263"/>
                <a:gd name="connsiteX1327" fmla="*/ 715530 w 1258521"/>
                <a:gd name="connsiteY1327" fmla="*/ 746161 h 914263"/>
                <a:gd name="connsiteX1328" fmla="*/ 722059 w 1258521"/>
                <a:gd name="connsiteY1328" fmla="*/ 742023 h 914263"/>
                <a:gd name="connsiteX1329" fmla="*/ 727915 w 1258521"/>
                <a:gd name="connsiteY1329" fmla="*/ 733546 h 914263"/>
                <a:gd name="connsiteX1330" fmla="*/ 735083 w 1258521"/>
                <a:gd name="connsiteY1330" fmla="*/ 727457 h 914263"/>
                <a:gd name="connsiteX1331" fmla="*/ 738987 w 1258521"/>
                <a:gd name="connsiteY1331" fmla="*/ 721166 h 914263"/>
                <a:gd name="connsiteX1332" fmla="*/ 740300 w 1258521"/>
                <a:gd name="connsiteY1332" fmla="*/ 720090 h 914263"/>
                <a:gd name="connsiteX1333" fmla="*/ 741377 w 1258521"/>
                <a:gd name="connsiteY1333" fmla="*/ 716625 h 914263"/>
                <a:gd name="connsiteX1334" fmla="*/ 740064 w 1258521"/>
                <a:gd name="connsiteY1334" fmla="*/ 715313 h 914263"/>
                <a:gd name="connsiteX1335" fmla="*/ 738112 w 1258521"/>
                <a:gd name="connsiteY1335" fmla="*/ 712925 h 914263"/>
                <a:gd name="connsiteX1336" fmla="*/ 732660 w 1258521"/>
                <a:gd name="connsiteY1336" fmla="*/ 713362 h 914263"/>
                <a:gd name="connsiteX1337" fmla="*/ 728083 w 1258521"/>
                <a:gd name="connsiteY1337" fmla="*/ 713564 h 914263"/>
                <a:gd name="connsiteX1338" fmla="*/ 718963 w 1258521"/>
                <a:gd name="connsiteY1338" fmla="*/ 712925 h 914263"/>
                <a:gd name="connsiteX1339" fmla="*/ 718525 w 1258521"/>
                <a:gd name="connsiteY1339" fmla="*/ 710335 h 914263"/>
                <a:gd name="connsiteX1340" fmla="*/ 718963 w 1258521"/>
                <a:gd name="connsiteY1340" fmla="*/ 706634 h 914263"/>
                <a:gd name="connsiteX1341" fmla="*/ 719602 w 1258521"/>
                <a:gd name="connsiteY1341" fmla="*/ 702934 h 914263"/>
                <a:gd name="connsiteX1342" fmla="*/ 713073 w 1258521"/>
                <a:gd name="connsiteY1342" fmla="*/ 698796 h 914263"/>
                <a:gd name="connsiteX1343" fmla="*/ 711559 w 1258521"/>
                <a:gd name="connsiteY1343" fmla="*/ 697484 h 914263"/>
                <a:gd name="connsiteX1344" fmla="*/ 711559 w 1258521"/>
                <a:gd name="connsiteY1344" fmla="*/ 694894 h 914263"/>
                <a:gd name="connsiteX1345" fmla="*/ 713746 w 1258521"/>
                <a:gd name="connsiteY1345" fmla="*/ 692506 h 914263"/>
                <a:gd name="connsiteX1346" fmla="*/ 715261 w 1258521"/>
                <a:gd name="connsiteY1346" fmla="*/ 689478 h 914263"/>
                <a:gd name="connsiteX1347" fmla="*/ 715698 w 1258521"/>
                <a:gd name="connsiteY1347" fmla="*/ 685778 h 914263"/>
                <a:gd name="connsiteX1348" fmla="*/ 715900 w 1258521"/>
                <a:gd name="connsiteY1348" fmla="*/ 682515 h 914263"/>
                <a:gd name="connsiteX1349" fmla="*/ 715025 w 1258521"/>
                <a:gd name="connsiteY1349" fmla="*/ 680126 h 914263"/>
                <a:gd name="connsiteX1350" fmla="*/ 715025 w 1258521"/>
                <a:gd name="connsiteY1350" fmla="*/ 677502 h 914263"/>
                <a:gd name="connsiteX1351" fmla="*/ 712838 w 1258521"/>
                <a:gd name="connsiteY1351" fmla="*/ 672490 h 914263"/>
                <a:gd name="connsiteX1352" fmla="*/ 712636 w 1258521"/>
                <a:gd name="connsiteY1352" fmla="*/ 671413 h 914263"/>
                <a:gd name="connsiteX1353" fmla="*/ 711559 w 1258521"/>
                <a:gd name="connsiteY1353" fmla="*/ 667948 h 914263"/>
                <a:gd name="connsiteX1354" fmla="*/ 711559 w 1258521"/>
                <a:gd name="connsiteY1354" fmla="*/ 667713 h 914263"/>
                <a:gd name="connsiteX1355" fmla="*/ 715025 w 1258521"/>
                <a:gd name="connsiteY1355" fmla="*/ 665527 h 914263"/>
                <a:gd name="connsiteX1356" fmla="*/ 718492 w 1258521"/>
                <a:gd name="connsiteY1356" fmla="*/ 664887 h 914263"/>
                <a:gd name="connsiteX1357" fmla="*/ 721083 w 1258521"/>
                <a:gd name="connsiteY1357" fmla="*/ 665325 h 914263"/>
                <a:gd name="connsiteX1358" fmla="*/ 725424 w 1258521"/>
                <a:gd name="connsiteY1358" fmla="*/ 665325 h 914263"/>
                <a:gd name="connsiteX1359" fmla="*/ 733670 w 1258521"/>
                <a:gd name="connsiteY1359" fmla="*/ 665224 h 914263"/>
                <a:gd name="connsiteX1360" fmla="*/ 736497 w 1258521"/>
                <a:gd name="connsiteY1360" fmla="*/ 664686 h 914263"/>
                <a:gd name="connsiteX1361" fmla="*/ 737574 w 1258521"/>
                <a:gd name="connsiteY1361" fmla="*/ 662734 h 914263"/>
                <a:gd name="connsiteX1362" fmla="*/ 737574 w 1258521"/>
                <a:gd name="connsiteY1362" fmla="*/ 660985 h 914263"/>
                <a:gd name="connsiteX1363" fmla="*/ 737574 w 1258521"/>
                <a:gd name="connsiteY1363" fmla="*/ 659236 h 914263"/>
                <a:gd name="connsiteX1364" fmla="*/ 737574 w 1258521"/>
                <a:gd name="connsiteY1364" fmla="*/ 657487 h 914263"/>
                <a:gd name="connsiteX1365" fmla="*/ 740502 w 1258521"/>
                <a:gd name="connsiteY1365" fmla="*/ 655098 h 914263"/>
                <a:gd name="connsiteX1366" fmla="*/ 746560 w 1258521"/>
                <a:gd name="connsiteY1366" fmla="*/ 655165 h 914263"/>
                <a:gd name="connsiteX1367" fmla="*/ 750632 w 1258521"/>
                <a:gd name="connsiteY1367" fmla="*/ 655165 h 914263"/>
                <a:gd name="connsiteX1368" fmla="*/ 752079 w 1258521"/>
                <a:gd name="connsiteY1368" fmla="*/ 655906 h 914263"/>
                <a:gd name="connsiteX1369" fmla="*/ 754401 w 1258521"/>
                <a:gd name="connsiteY1369" fmla="*/ 658361 h 914263"/>
                <a:gd name="connsiteX1370" fmla="*/ 754266 w 1258521"/>
                <a:gd name="connsiteY1370" fmla="*/ 661557 h 914263"/>
                <a:gd name="connsiteX1371" fmla="*/ 752079 w 1258521"/>
                <a:gd name="connsiteY1371" fmla="*/ 664585 h 914263"/>
                <a:gd name="connsiteX1372" fmla="*/ 752079 w 1258521"/>
                <a:gd name="connsiteY1372" fmla="*/ 666771 h 914263"/>
                <a:gd name="connsiteX1373" fmla="*/ 756723 w 1258521"/>
                <a:gd name="connsiteY1373" fmla="*/ 669227 h 914263"/>
                <a:gd name="connsiteX1374" fmla="*/ 759752 w 1258521"/>
                <a:gd name="connsiteY1374" fmla="*/ 668789 h 914263"/>
                <a:gd name="connsiteX1375" fmla="*/ 761502 w 1258521"/>
                <a:gd name="connsiteY1375" fmla="*/ 667209 h 914263"/>
                <a:gd name="connsiteX1376" fmla="*/ 765844 w 1258521"/>
                <a:gd name="connsiteY1376" fmla="*/ 665627 h 914263"/>
                <a:gd name="connsiteX1377" fmla="*/ 769748 w 1258521"/>
                <a:gd name="connsiteY1377" fmla="*/ 664450 h 914263"/>
                <a:gd name="connsiteX1378" fmla="*/ 771935 w 1258521"/>
                <a:gd name="connsiteY1378" fmla="*/ 662701 h 914263"/>
                <a:gd name="connsiteX1379" fmla="*/ 776714 w 1258521"/>
                <a:gd name="connsiteY1379" fmla="*/ 661826 h 914263"/>
                <a:gd name="connsiteX1380" fmla="*/ 783075 w 1258521"/>
                <a:gd name="connsiteY1380" fmla="*/ 661826 h 914263"/>
                <a:gd name="connsiteX1381" fmla="*/ 785834 w 1258521"/>
                <a:gd name="connsiteY1381" fmla="*/ 661725 h 914263"/>
                <a:gd name="connsiteX1382" fmla="*/ 788157 w 1258521"/>
                <a:gd name="connsiteY1382" fmla="*/ 661557 h 914263"/>
                <a:gd name="connsiteX1383" fmla="*/ 792498 w 1258521"/>
                <a:gd name="connsiteY1383" fmla="*/ 662263 h 914263"/>
                <a:gd name="connsiteX1384" fmla="*/ 794248 w 1258521"/>
                <a:gd name="connsiteY1384" fmla="*/ 664585 h 914263"/>
                <a:gd name="connsiteX1385" fmla="*/ 796705 w 1258521"/>
                <a:gd name="connsiteY1385" fmla="*/ 666166 h 914263"/>
                <a:gd name="connsiteX1386" fmla="*/ 796705 w 1258521"/>
                <a:gd name="connsiteY1386" fmla="*/ 669630 h 914263"/>
                <a:gd name="connsiteX1387" fmla="*/ 796705 w 1258521"/>
                <a:gd name="connsiteY1387" fmla="*/ 672961 h 914263"/>
                <a:gd name="connsiteX1388" fmla="*/ 801989 w 1258521"/>
                <a:gd name="connsiteY1388" fmla="*/ 672961 h 914263"/>
                <a:gd name="connsiteX1389" fmla="*/ 805253 w 1258521"/>
                <a:gd name="connsiteY1389" fmla="*/ 672961 h 914263"/>
                <a:gd name="connsiteX1390" fmla="*/ 806128 w 1258521"/>
                <a:gd name="connsiteY1390" fmla="*/ 675147 h 914263"/>
                <a:gd name="connsiteX1391" fmla="*/ 806835 w 1258521"/>
                <a:gd name="connsiteY1391" fmla="*/ 677738 h 914263"/>
                <a:gd name="connsiteX1392" fmla="*/ 808417 w 1258521"/>
                <a:gd name="connsiteY1392" fmla="*/ 678612 h 914263"/>
                <a:gd name="connsiteX1393" fmla="*/ 811479 w 1258521"/>
                <a:gd name="connsiteY1393" fmla="*/ 680934 h 914263"/>
                <a:gd name="connsiteX1394" fmla="*/ 815821 w 1258521"/>
                <a:gd name="connsiteY1394" fmla="*/ 680934 h 914263"/>
                <a:gd name="connsiteX1395" fmla="*/ 819287 w 1258521"/>
                <a:gd name="connsiteY1395" fmla="*/ 683860 h 914263"/>
                <a:gd name="connsiteX1396" fmla="*/ 823864 w 1258521"/>
                <a:gd name="connsiteY1396" fmla="*/ 688301 h 914263"/>
                <a:gd name="connsiteX1397" fmla="*/ 826052 w 1258521"/>
                <a:gd name="connsiteY1397" fmla="*/ 693952 h 914263"/>
                <a:gd name="connsiteX1398" fmla="*/ 828239 w 1258521"/>
                <a:gd name="connsiteY1398" fmla="*/ 697215 h 914263"/>
                <a:gd name="connsiteX1399" fmla="*/ 826927 w 1258521"/>
                <a:gd name="connsiteY1399" fmla="*/ 699839 h 914263"/>
                <a:gd name="connsiteX1400" fmla="*/ 823898 w 1258521"/>
                <a:gd name="connsiteY1400" fmla="*/ 702227 h 914263"/>
                <a:gd name="connsiteX1401" fmla="*/ 824975 w 1258521"/>
                <a:gd name="connsiteY1401" fmla="*/ 706567 h 914263"/>
                <a:gd name="connsiteX1402" fmla="*/ 827364 w 1258521"/>
                <a:gd name="connsiteY1402" fmla="*/ 709830 h 914263"/>
                <a:gd name="connsiteX1403" fmla="*/ 829989 w 1258521"/>
                <a:gd name="connsiteY1403" fmla="*/ 716356 h 914263"/>
                <a:gd name="connsiteX1404" fmla="*/ 835004 w 1258521"/>
                <a:gd name="connsiteY1404" fmla="*/ 721570 h 914263"/>
                <a:gd name="connsiteX1405" fmla="*/ 837393 w 1258521"/>
                <a:gd name="connsiteY1405" fmla="*/ 729610 h 914263"/>
                <a:gd name="connsiteX1406" fmla="*/ 836081 w 1258521"/>
                <a:gd name="connsiteY1406" fmla="*/ 737885 h 914263"/>
                <a:gd name="connsiteX1407" fmla="*/ 835004 w 1258521"/>
                <a:gd name="connsiteY1407" fmla="*/ 744950 h 914263"/>
                <a:gd name="connsiteX1408" fmla="*/ 838033 w 1258521"/>
                <a:gd name="connsiteY1408" fmla="*/ 751375 h 914263"/>
                <a:gd name="connsiteX1409" fmla="*/ 841297 w 1258521"/>
                <a:gd name="connsiteY1409" fmla="*/ 753763 h 914263"/>
                <a:gd name="connsiteX1410" fmla="*/ 843687 w 1258521"/>
                <a:gd name="connsiteY1410" fmla="*/ 758103 h 914263"/>
                <a:gd name="connsiteX1411" fmla="*/ 842812 w 1258521"/>
                <a:gd name="connsiteY1411" fmla="*/ 759852 h 914263"/>
                <a:gd name="connsiteX1412" fmla="*/ 842812 w 1258521"/>
                <a:gd name="connsiteY1412" fmla="*/ 762880 h 914263"/>
                <a:gd name="connsiteX1413" fmla="*/ 846514 w 1258521"/>
                <a:gd name="connsiteY1413" fmla="*/ 764629 h 914263"/>
                <a:gd name="connsiteX1414" fmla="*/ 849105 w 1258521"/>
                <a:gd name="connsiteY1414" fmla="*/ 766378 h 914263"/>
                <a:gd name="connsiteX1415" fmla="*/ 851057 w 1258521"/>
                <a:gd name="connsiteY1415" fmla="*/ 768329 h 914263"/>
                <a:gd name="connsiteX1416" fmla="*/ 854759 w 1258521"/>
                <a:gd name="connsiteY1416" fmla="*/ 770280 h 914263"/>
                <a:gd name="connsiteX1417" fmla="*/ 857350 w 1258521"/>
                <a:gd name="connsiteY1417" fmla="*/ 772030 h 914263"/>
                <a:gd name="connsiteX1418" fmla="*/ 861692 w 1258521"/>
                <a:gd name="connsiteY1418" fmla="*/ 773106 h 914263"/>
                <a:gd name="connsiteX1419" fmla="*/ 868860 w 1258521"/>
                <a:gd name="connsiteY1419" fmla="*/ 776134 h 914263"/>
                <a:gd name="connsiteX1420" fmla="*/ 872764 w 1258521"/>
                <a:gd name="connsiteY1420" fmla="*/ 779834 h 914263"/>
                <a:gd name="connsiteX1421" fmla="*/ 878856 w 1258521"/>
                <a:gd name="connsiteY1421" fmla="*/ 786125 h 914263"/>
                <a:gd name="connsiteX1422" fmla="*/ 879798 w 1258521"/>
                <a:gd name="connsiteY1422" fmla="*/ 791272 h 914263"/>
                <a:gd name="connsiteX1423" fmla="*/ 883870 w 1258521"/>
                <a:gd name="connsiteY1423" fmla="*/ 797226 h 914263"/>
                <a:gd name="connsiteX1424" fmla="*/ 887068 w 1258521"/>
                <a:gd name="connsiteY1424" fmla="*/ 799412 h 914263"/>
                <a:gd name="connsiteX1425" fmla="*/ 889019 w 1258521"/>
                <a:gd name="connsiteY1425" fmla="*/ 800926 h 914263"/>
                <a:gd name="connsiteX1426" fmla="*/ 889087 w 1258521"/>
                <a:gd name="connsiteY1426" fmla="*/ 803247 h 914263"/>
                <a:gd name="connsiteX1427" fmla="*/ 889087 w 1258521"/>
                <a:gd name="connsiteY1427" fmla="*/ 804761 h 914263"/>
                <a:gd name="connsiteX1428" fmla="*/ 890332 w 1258521"/>
                <a:gd name="connsiteY1428" fmla="*/ 806779 h 914263"/>
                <a:gd name="connsiteX1429" fmla="*/ 892217 w 1258521"/>
                <a:gd name="connsiteY1429" fmla="*/ 809807 h 914263"/>
                <a:gd name="connsiteX1430" fmla="*/ 895548 w 1258521"/>
                <a:gd name="connsiteY1430" fmla="*/ 813137 h 914263"/>
                <a:gd name="connsiteX1431" fmla="*/ 898813 w 1258521"/>
                <a:gd name="connsiteY1431" fmla="*/ 815223 h 914263"/>
                <a:gd name="connsiteX1432" fmla="*/ 901842 w 1258521"/>
                <a:gd name="connsiteY1432" fmla="*/ 816602 h 914263"/>
                <a:gd name="connsiteX1433" fmla="*/ 904972 w 1258521"/>
                <a:gd name="connsiteY1433" fmla="*/ 818486 h 914263"/>
                <a:gd name="connsiteX1434" fmla="*/ 907496 w 1258521"/>
                <a:gd name="connsiteY1434" fmla="*/ 821009 h 914263"/>
                <a:gd name="connsiteX1435" fmla="*/ 909246 w 1258521"/>
                <a:gd name="connsiteY1435" fmla="*/ 821009 h 914263"/>
                <a:gd name="connsiteX1436" fmla="*/ 910760 w 1258521"/>
                <a:gd name="connsiteY1436" fmla="*/ 818553 h 914263"/>
                <a:gd name="connsiteX1437" fmla="*/ 911703 w 1258521"/>
                <a:gd name="connsiteY1437" fmla="*/ 816669 h 914263"/>
                <a:gd name="connsiteX1438" fmla="*/ 912645 w 1258521"/>
                <a:gd name="connsiteY1438" fmla="*/ 814853 h 914263"/>
                <a:gd name="connsiteX1439" fmla="*/ 913789 w 1258521"/>
                <a:gd name="connsiteY1439" fmla="*/ 813911 h 914263"/>
                <a:gd name="connsiteX1440" fmla="*/ 915169 w 1258521"/>
                <a:gd name="connsiteY1440" fmla="*/ 814113 h 914263"/>
                <a:gd name="connsiteX1441" fmla="*/ 917626 w 1258521"/>
                <a:gd name="connsiteY1441" fmla="*/ 815997 h 914263"/>
                <a:gd name="connsiteX1442" fmla="*/ 918636 w 1258521"/>
                <a:gd name="connsiteY1442" fmla="*/ 816804 h 914263"/>
                <a:gd name="connsiteX1443" fmla="*/ 918636 w 1258521"/>
                <a:gd name="connsiteY1443" fmla="*/ 819125 h 914263"/>
                <a:gd name="connsiteX1444" fmla="*/ 919443 w 1258521"/>
                <a:gd name="connsiteY1444" fmla="*/ 821009 h 914263"/>
                <a:gd name="connsiteX1445" fmla="*/ 920318 w 1258521"/>
                <a:gd name="connsiteY1445" fmla="*/ 821883 h 914263"/>
                <a:gd name="connsiteX1446" fmla="*/ 921698 w 1258521"/>
                <a:gd name="connsiteY1446" fmla="*/ 824003 h 914263"/>
                <a:gd name="connsiteX1447" fmla="*/ 923381 w 1258521"/>
                <a:gd name="connsiteY1447" fmla="*/ 825517 h 914263"/>
                <a:gd name="connsiteX1448" fmla="*/ 924626 w 1258521"/>
                <a:gd name="connsiteY1448" fmla="*/ 826593 h 914263"/>
                <a:gd name="connsiteX1449" fmla="*/ 927150 w 1258521"/>
                <a:gd name="connsiteY1449" fmla="*/ 826593 h 914263"/>
                <a:gd name="connsiteX1450" fmla="*/ 927655 w 1258521"/>
                <a:gd name="connsiteY1450" fmla="*/ 825954 h 914263"/>
                <a:gd name="connsiteX1451" fmla="*/ 928092 w 1258521"/>
                <a:gd name="connsiteY1451" fmla="*/ 824642 h 914263"/>
                <a:gd name="connsiteX1452" fmla="*/ 929338 w 1258521"/>
                <a:gd name="connsiteY1452" fmla="*/ 823397 h 914263"/>
                <a:gd name="connsiteX1453" fmla="*/ 930650 w 1258521"/>
                <a:gd name="connsiteY1453" fmla="*/ 823767 h 914263"/>
                <a:gd name="connsiteX1454" fmla="*/ 932669 w 1258521"/>
                <a:gd name="connsiteY1454" fmla="*/ 824205 h 914263"/>
                <a:gd name="connsiteX1455" fmla="*/ 932972 w 1258521"/>
                <a:gd name="connsiteY1455" fmla="*/ 823195 h 914263"/>
                <a:gd name="connsiteX1456" fmla="*/ 933107 w 1258521"/>
                <a:gd name="connsiteY1456" fmla="*/ 822052 h 914263"/>
                <a:gd name="connsiteX1457" fmla="*/ 932366 w 1258521"/>
                <a:gd name="connsiteY1457" fmla="*/ 820033 h 914263"/>
                <a:gd name="connsiteX1458" fmla="*/ 932366 w 1258521"/>
                <a:gd name="connsiteY1458" fmla="*/ 815694 h 914263"/>
                <a:gd name="connsiteX1459" fmla="*/ 932366 w 1258521"/>
                <a:gd name="connsiteY1459" fmla="*/ 811354 h 914263"/>
                <a:gd name="connsiteX1460" fmla="*/ 933242 w 1258521"/>
                <a:gd name="connsiteY1460" fmla="*/ 807015 h 914263"/>
                <a:gd name="connsiteX1461" fmla="*/ 934992 w 1258521"/>
                <a:gd name="connsiteY1461" fmla="*/ 805871 h 914263"/>
                <a:gd name="connsiteX1462" fmla="*/ 940208 w 1258521"/>
                <a:gd name="connsiteY1462" fmla="*/ 805299 h 914263"/>
                <a:gd name="connsiteX1463" fmla="*/ 942968 w 1258521"/>
                <a:gd name="connsiteY1463" fmla="*/ 805434 h 914263"/>
                <a:gd name="connsiteX1464" fmla="*/ 944280 w 1258521"/>
                <a:gd name="connsiteY1464" fmla="*/ 803685 h 914263"/>
                <a:gd name="connsiteX1465" fmla="*/ 945424 w 1258521"/>
                <a:gd name="connsiteY1465" fmla="*/ 801801 h 914263"/>
                <a:gd name="connsiteX1466" fmla="*/ 947006 w 1258521"/>
                <a:gd name="connsiteY1466" fmla="*/ 798908 h 914263"/>
                <a:gd name="connsiteX1467" fmla="*/ 950035 w 1258521"/>
                <a:gd name="connsiteY1467" fmla="*/ 797596 h 914263"/>
                <a:gd name="connsiteX1468" fmla="*/ 952795 w 1258521"/>
                <a:gd name="connsiteY1468" fmla="*/ 797158 h 914263"/>
                <a:gd name="connsiteX1469" fmla="*/ 954377 w 1258521"/>
                <a:gd name="connsiteY1469" fmla="*/ 798302 h 914263"/>
                <a:gd name="connsiteX1470" fmla="*/ 951179 w 1258521"/>
                <a:gd name="connsiteY1470" fmla="*/ 801498 h 914263"/>
                <a:gd name="connsiteX1471" fmla="*/ 950607 w 1258521"/>
                <a:gd name="connsiteY1471" fmla="*/ 804088 h 914263"/>
                <a:gd name="connsiteX1472" fmla="*/ 956396 w 1258521"/>
                <a:gd name="connsiteY1472" fmla="*/ 808428 h 914263"/>
                <a:gd name="connsiteX1473" fmla="*/ 958281 w 1258521"/>
                <a:gd name="connsiteY1473" fmla="*/ 811455 h 914263"/>
                <a:gd name="connsiteX1474" fmla="*/ 958146 w 1258521"/>
                <a:gd name="connsiteY1474" fmla="*/ 818251 h 914263"/>
                <a:gd name="connsiteX1475" fmla="*/ 956564 w 1258521"/>
                <a:gd name="connsiteY1475" fmla="*/ 821715 h 914263"/>
                <a:gd name="connsiteX1476" fmla="*/ 955555 w 1258521"/>
                <a:gd name="connsiteY1476" fmla="*/ 825786 h 914263"/>
                <a:gd name="connsiteX1477" fmla="*/ 955555 w 1258521"/>
                <a:gd name="connsiteY1477" fmla="*/ 828107 h 914263"/>
                <a:gd name="connsiteX1478" fmla="*/ 958011 w 1258521"/>
                <a:gd name="connsiteY1478" fmla="*/ 831572 h 914263"/>
                <a:gd name="connsiteX1479" fmla="*/ 959761 w 1258521"/>
                <a:gd name="connsiteY1479" fmla="*/ 832884 h 914263"/>
                <a:gd name="connsiteX1480" fmla="*/ 963396 w 1258521"/>
                <a:gd name="connsiteY1480" fmla="*/ 834027 h 914263"/>
                <a:gd name="connsiteX1481" fmla="*/ 965987 w 1258521"/>
                <a:gd name="connsiteY1481" fmla="*/ 833018 h 914263"/>
                <a:gd name="connsiteX1482" fmla="*/ 967132 w 1258521"/>
                <a:gd name="connsiteY1482" fmla="*/ 829553 h 914263"/>
                <a:gd name="connsiteX1483" fmla="*/ 967132 w 1258521"/>
                <a:gd name="connsiteY1483" fmla="*/ 827804 h 914263"/>
                <a:gd name="connsiteX1484" fmla="*/ 968276 w 1258521"/>
                <a:gd name="connsiteY1484" fmla="*/ 826358 h 914263"/>
                <a:gd name="connsiteX1485" fmla="*/ 970161 w 1258521"/>
                <a:gd name="connsiteY1485" fmla="*/ 822724 h 914263"/>
                <a:gd name="connsiteX1486" fmla="*/ 972617 w 1258521"/>
                <a:gd name="connsiteY1486" fmla="*/ 820841 h 914263"/>
                <a:gd name="connsiteX1487" fmla="*/ 974637 w 1258521"/>
                <a:gd name="connsiteY1487" fmla="*/ 822590 h 914263"/>
                <a:gd name="connsiteX1488" fmla="*/ 980425 w 1258521"/>
                <a:gd name="connsiteY1488" fmla="*/ 824474 h 914263"/>
                <a:gd name="connsiteX1489" fmla="*/ 981166 w 1258521"/>
                <a:gd name="connsiteY1489" fmla="*/ 824339 h 914263"/>
                <a:gd name="connsiteX1490" fmla="*/ 984195 w 1258521"/>
                <a:gd name="connsiteY1490" fmla="*/ 823330 h 914263"/>
                <a:gd name="connsiteX1491" fmla="*/ 985642 w 1258521"/>
                <a:gd name="connsiteY1491" fmla="*/ 822321 h 914263"/>
                <a:gd name="connsiteX1492" fmla="*/ 988671 w 1258521"/>
                <a:gd name="connsiteY1492" fmla="*/ 822456 h 914263"/>
                <a:gd name="connsiteX1493" fmla="*/ 991262 w 1258521"/>
                <a:gd name="connsiteY1493" fmla="*/ 825920 h 914263"/>
                <a:gd name="connsiteX1494" fmla="*/ 992440 w 1258521"/>
                <a:gd name="connsiteY1494" fmla="*/ 829688 h 914263"/>
                <a:gd name="connsiteX1495" fmla="*/ 996344 w 1258521"/>
                <a:gd name="connsiteY1495" fmla="*/ 835474 h 914263"/>
                <a:gd name="connsiteX1496" fmla="*/ 996916 w 1258521"/>
                <a:gd name="connsiteY1496" fmla="*/ 838804 h 914263"/>
                <a:gd name="connsiteX1497" fmla="*/ 996916 w 1258521"/>
                <a:gd name="connsiteY1497" fmla="*/ 840823 h 914263"/>
                <a:gd name="connsiteX1498" fmla="*/ 995469 w 1258521"/>
                <a:gd name="connsiteY1498" fmla="*/ 843850 h 914263"/>
                <a:gd name="connsiteX1499" fmla="*/ 993719 w 1258521"/>
                <a:gd name="connsiteY1499" fmla="*/ 846037 h 914263"/>
                <a:gd name="connsiteX1500" fmla="*/ 991262 w 1258521"/>
                <a:gd name="connsiteY1500" fmla="*/ 849064 h 914263"/>
                <a:gd name="connsiteX1501" fmla="*/ 988671 w 1258521"/>
                <a:gd name="connsiteY1501" fmla="*/ 851823 h 914263"/>
                <a:gd name="connsiteX1502" fmla="*/ 984901 w 1258521"/>
                <a:gd name="connsiteY1502" fmla="*/ 853841 h 914263"/>
                <a:gd name="connsiteX1503" fmla="*/ 984161 w 1258521"/>
                <a:gd name="connsiteY1503" fmla="*/ 855422 h 914263"/>
                <a:gd name="connsiteX1504" fmla="*/ 986349 w 1258521"/>
                <a:gd name="connsiteY1504" fmla="*/ 857878 h 914263"/>
                <a:gd name="connsiteX1505" fmla="*/ 990690 w 1258521"/>
                <a:gd name="connsiteY1505" fmla="*/ 859896 h 914263"/>
                <a:gd name="connsiteX1506" fmla="*/ 995469 w 1258521"/>
                <a:gd name="connsiteY1506" fmla="*/ 859896 h 914263"/>
                <a:gd name="connsiteX1507" fmla="*/ 998801 w 1258521"/>
                <a:gd name="connsiteY1507" fmla="*/ 859324 h 914263"/>
                <a:gd name="connsiteX1508" fmla="*/ 1001830 w 1258521"/>
                <a:gd name="connsiteY1508" fmla="*/ 855557 h 914263"/>
                <a:gd name="connsiteX1509" fmla="*/ 1003580 w 1258521"/>
                <a:gd name="connsiteY1509" fmla="*/ 852092 h 914263"/>
                <a:gd name="connsiteX1510" fmla="*/ 1003580 w 1258521"/>
                <a:gd name="connsiteY1510" fmla="*/ 848896 h 914263"/>
                <a:gd name="connsiteX1511" fmla="*/ 1003882 w 1258521"/>
                <a:gd name="connsiteY1511" fmla="*/ 844691 h 914263"/>
                <a:gd name="connsiteX1512" fmla="*/ 1005902 w 1258521"/>
                <a:gd name="connsiteY1512" fmla="*/ 839780 h 914263"/>
                <a:gd name="connsiteX1513" fmla="*/ 1009671 w 1258521"/>
                <a:gd name="connsiteY1513" fmla="*/ 838199 h 914263"/>
                <a:gd name="connsiteX1514" fmla="*/ 1011253 w 1258521"/>
                <a:gd name="connsiteY1514" fmla="*/ 834868 h 914263"/>
                <a:gd name="connsiteX1515" fmla="*/ 1015729 w 1258521"/>
                <a:gd name="connsiteY1515" fmla="*/ 833422 h 914263"/>
                <a:gd name="connsiteX1516" fmla="*/ 1019431 w 1258521"/>
                <a:gd name="connsiteY1516" fmla="*/ 833321 h 914263"/>
                <a:gd name="connsiteX1517" fmla="*/ 1022056 w 1258521"/>
                <a:gd name="connsiteY1517" fmla="*/ 834969 h 914263"/>
                <a:gd name="connsiteX1518" fmla="*/ 1026734 w 1258521"/>
                <a:gd name="connsiteY1518" fmla="*/ 838871 h 914263"/>
                <a:gd name="connsiteX1519" fmla="*/ 1032489 w 1258521"/>
                <a:gd name="connsiteY1519" fmla="*/ 840823 h 914263"/>
                <a:gd name="connsiteX1520" fmla="*/ 1035518 w 1258521"/>
                <a:gd name="connsiteY1520" fmla="*/ 840823 h 914263"/>
                <a:gd name="connsiteX1521" fmla="*/ 1039657 w 1258521"/>
                <a:gd name="connsiteY1521" fmla="*/ 839746 h 914263"/>
                <a:gd name="connsiteX1522" fmla="*/ 1042148 w 1258521"/>
                <a:gd name="connsiteY1522" fmla="*/ 838569 h 914263"/>
                <a:gd name="connsiteX1523" fmla="*/ 1044773 w 1258521"/>
                <a:gd name="connsiteY1523" fmla="*/ 835945 h 914263"/>
                <a:gd name="connsiteX1524" fmla="*/ 1047263 w 1258521"/>
                <a:gd name="connsiteY1524" fmla="*/ 834431 h 914263"/>
                <a:gd name="connsiteX1525" fmla="*/ 1048576 w 1258521"/>
                <a:gd name="connsiteY1525" fmla="*/ 834633 h 914263"/>
                <a:gd name="connsiteX1526" fmla="*/ 1050326 w 1258521"/>
                <a:gd name="connsiteY1526" fmla="*/ 835945 h 914263"/>
                <a:gd name="connsiteX1527" fmla="*/ 1053153 w 1258521"/>
                <a:gd name="connsiteY1527" fmla="*/ 835171 h 914263"/>
                <a:gd name="connsiteX1528" fmla="*/ 1054802 w 1258521"/>
                <a:gd name="connsiteY1528" fmla="*/ 835171 h 914263"/>
                <a:gd name="connsiteX1529" fmla="*/ 1059917 w 1258521"/>
                <a:gd name="connsiteY1529" fmla="*/ 833758 h 914263"/>
                <a:gd name="connsiteX1530" fmla="*/ 1063384 w 1258521"/>
                <a:gd name="connsiteY1530" fmla="*/ 830933 h 914263"/>
                <a:gd name="connsiteX1531" fmla="*/ 1064360 w 1258521"/>
                <a:gd name="connsiteY1531" fmla="*/ 828645 h 914263"/>
                <a:gd name="connsiteX1532" fmla="*/ 1064461 w 1258521"/>
                <a:gd name="connsiteY1532" fmla="*/ 826021 h 914263"/>
                <a:gd name="connsiteX1533" fmla="*/ 1063922 w 1258521"/>
                <a:gd name="connsiteY1533" fmla="*/ 823296 h 914263"/>
                <a:gd name="connsiteX1534" fmla="*/ 1064999 w 1258521"/>
                <a:gd name="connsiteY1534" fmla="*/ 821009 h 914263"/>
                <a:gd name="connsiteX1535" fmla="*/ 1060220 w 1258521"/>
                <a:gd name="connsiteY1535" fmla="*/ 816333 h 914263"/>
                <a:gd name="connsiteX1536" fmla="*/ 1057932 w 1258521"/>
                <a:gd name="connsiteY1536" fmla="*/ 815559 h 914263"/>
                <a:gd name="connsiteX1537" fmla="*/ 1055340 w 1258521"/>
                <a:gd name="connsiteY1537" fmla="*/ 812935 h 914263"/>
                <a:gd name="connsiteX1538" fmla="*/ 1052749 w 1258521"/>
                <a:gd name="connsiteY1538" fmla="*/ 810211 h 914263"/>
                <a:gd name="connsiteX1539" fmla="*/ 1051874 w 1258521"/>
                <a:gd name="connsiteY1539" fmla="*/ 806174 h 914263"/>
                <a:gd name="connsiteX1540" fmla="*/ 1052413 w 1258521"/>
                <a:gd name="connsiteY1540" fmla="*/ 801834 h 914263"/>
                <a:gd name="connsiteX1541" fmla="*/ 1053287 w 1258521"/>
                <a:gd name="connsiteY1541" fmla="*/ 795645 h 914263"/>
                <a:gd name="connsiteX1542" fmla="*/ 1055139 w 1258521"/>
                <a:gd name="connsiteY1542" fmla="*/ 790632 h 914263"/>
                <a:gd name="connsiteX1543" fmla="*/ 1056888 w 1258521"/>
                <a:gd name="connsiteY1543" fmla="*/ 787470 h 914263"/>
                <a:gd name="connsiteX1544" fmla="*/ 1058739 w 1258521"/>
                <a:gd name="connsiteY1544" fmla="*/ 784308 h 914263"/>
                <a:gd name="connsiteX1545" fmla="*/ 1060927 w 1258521"/>
                <a:gd name="connsiteY1545" fmla="*/ 781684 h 914263"/>
                <a:gd name="connsiteX1546" fmla="*/ 1062677 w 1258521"/>
                <a:gd name="connsiteY1546" fmla="*/ 779733 h 914263"/>
                <a:gd name="connsiteX1547" fmla="*/ 1065066 w 1258521"/>
                <a:gd name="connsiteY1547" fmla="*/ 779094 h 914263"/>
                <a:gd name="connsiteX1548" fmla="*/ 1068971 w 1258521"/>
                <a:gd name="connsiteY1548" fmla="*/ 778993 h 914263"/>
                <a:gd name="connsiteX1549" fmla="*/ 1070586 w 1258521"/>
                <a:gd name="connsiteY1549" fmla="*/ 779868 h 914263"/>
                <a:gd name="connsiteX1550" fmla="*/ 1073312 w 1258521"/>
                <a:gd name="connsiteY1550" fmla="*/ 779868 h 914263"/>
                <a:gd name="connsiteX1551" fmla="*/ 1075500 w 1258521"/>
                <a:gd name="connsiteY1551" fmla="*/ 780944 h 914263"/>
                <a:gd name="connsiteX1552" fmla="*/ 1077889 w 1258521"/>
                <a:gd name="connsiteY1552" fmla="*/ 781819 h 914263"/>
                <a:gd name="connsiteX1553" fmla="*/ 1081153 w 1258521"/>
                <a:gd name="connsiteY1553" fmla="*/ 781718 h 914263"/>
                <a:gd name="connsiteX1554" fmla="*/ 1082129 w 1258521"/>
                <a:gd name="connsiteY1554" fmla="*/ 780641 h 914263"/>
                <a:gd name="connsiteX1555" fmla="*/ 1082769 w 1258521"/>
                <a:gd name="connsiteY1555" fmla="*/ 777816 h 914263"/>
                <a:gd name="connsiteX1556" fmla="*/ 1084283 w 1258521"/>
                <a:gd name="connsiteY1556" fmla="*/ 775764 h 914263"/>
                <a:gd name="connsiteX1557" fmla="*/ 1086471 w 1258521"/>
                <a:gd name="connsiteY1557" fmla="*/ 774889 h 914263"/>
                <a:gd name="connsiteX1558" fmla="*/ 1088860 w 1258521"/>
                <a:gd name="connsiteY1558" fmla="*/ 774990 h 914263"/>
                <a:gd name="connsiteX1559" fmla="*/ 1090913 w 1258521"/>
                <a:gd name="connsiteY1559" fmla="*/ 777580 h 914263"/>
                <a:gd name="connsiteX1560" fmla="*/ 1091889 w 1258521"/>
                <a:gd name="connsiteY1560" fmla="*/ 780608 h 914263"/>
                <a:gd name="connsiteX1561" fmla="*/ 1092966 w 1258521"/>
                <a:gd name="connsiteY1561" fmla="*/ 784745 h 914263"/>
                <a:gd name="connsiteX1562" fmla="*/ 1098082 w 1258521"/>
                <a:gd name="connsiteY1562" fmla="*/ 787033 h 914263"/>
                <a:gd name="connsiteX1563" fmla="*/ 1103635 w 1258521"/>
                <a:gd name="connsiteY1563" fmla="*/ 787033 h 914263"/>
                <a:gd name="connsiteX1564" fmla="*/ 1105149 w 1258521"/>
                <a:gd name="connsiteY1564" fmla="*/ 785856 h 914263"/>
                <a:gd name="connsiteX1565" fmla="*/ 1106899 w 1258521"/>
                <a:gd name="connsiteY1565" fmla="*/ 782492 h 914263"/>
                <a:gd name="connsiteX1566" fmla="*/ 1109928 w 1258521"/>
                <a:gd name="connsiteY1566" fmla="*/ 780103 h 914263"/>
                <a:gd name="connsiteX1567" fmla="*/ 1113529 w 1258521"/>
                <a:gd name="connsiteY1567" fmla="*/ 776941 h 914263"/>
                <a:gd name="connsiteX1568" fmla="*/ 1114943 w 1258521"/>
                <a:gd name="connsiteY1568" fmla="*/ 775528 h 914263"/>
                <a:gd name="connsiteX1569" fmla="*/ 1114943 w 1258521"/>
                <a:gd name="connsiteY1569" fmla="*/ 774452 h 914263"/>
                <a:gd name="connsiteX1570" fmla="*/ 1112217 w 1258521"/>
                <a:gd name="connsiteY1570" fmla="*/ 770549 h 914263"/>
                <a:gd name="connsiteX1571" fmla="*/ 1108750 w 1258521"/>
                <a:gd name="connsiteY1571" fmla="*/ 768161 h 914263"/>
                <a:gd name="connsiteX1572" fmla="*/ 1106899 w 1258521"/>
                <a:gd name="connsiteY1572" fmla="*/ 763922 h 914263"/>
                <a:gd name="connsiteX1573" fmla="*/ 1107875 w 1258521"/>
                <a:gd name="connsiteY1573" fmla="*/ 760020 h 914263"/>
                <a:gd name="connsiteX1574" fmla="*/ 1109188 w 1258521"/>
                <a:gd name="connsiteY1574" fmla="*/ 756993 h 914263"/>
                <a:gd name="connsiteX1575" fmla="*/ 1110803 w 1258521"/>
                <a:gd name="connsiteY1575" fmla="*/ 755916 h 914263"/>
                <a:gd name="connsiteX1576" fmla="*/ 1114269 w 1258521"/>
                <a:gd name="connsiteY1576" fmla="*/ 753427 h 914263"/>
                <a:gd name="connsiteX1577" fmla="*/ 1118847 w 1258521"/>
                <a:gd name="connsiteY1577" fmla="*/ 751476 h 914263"/>
                <a:gd name="connsiteX1578" fmla="*/ 1120159 w 1258521"/>
                <a:gd name="connsiteY1578" fmla="*/ 749525 h 914263"/>
                <a:gd name="connsiteX1579" fmla="*/ 1120159 w 1258521"/>
                <a:gd name="connsiteY1579" fmla="*/ 747237 h 914263"/>
                <a:gd name="connsiteX1580" fmla="*/ 1116895 w 1258521"/>
                <a:gd name="connsiteY1580" fmla="*/ 745757 h 914263"/>
                <a:gd name="connsiteX1581" fmla="*/ 1116827 w 1258521"/>
                <a:gd name="connsiteY1581" fmla="*/ 745555 h 9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Lst>
              <a:rect l="l" t="t" r="r" b="b"/>
              <a:pathLst>
                <a:path w="1258521" h="914263">
                  <a:moveTo>
                    <a:pt x="1116827" y="745555"/>
                  </a:moveTo>
                  <a:cubicBezTo>
                    <a:pt x="1116827" y="745555"/>
                    <a:pt x="1114068" y="745992"/>
                    <a:pt x="1113866" y="746060"/>
                  </a:cubicBezTo>
                  <a:cubicBezTo>
                    <a:pt x="1113664" y="746127"/>
                    <a:pt x="1112721" y="747069"/>
                    <a:pt x="1112721" y="747069"/>
                  </a:cubicBezTo>
                  <a:lnTo>
                    <a:pt x="1111846" y="747372"/>
                  </a:lnTo>
                  <a:lnTo>
                    <a:pt x="1109255" y="748684"/>
                  </a:lnTo>
                  <a:lnTo>
                    <a:pt x="1107505" y="749121"/>
                  </a:lnTo>
                  <a:lnTo>
                    <a:pt x="1105620" y="748381"/>
                  </a:lnTo>
                  <a:lnTo>
                    <a:pt x="1104274" y="748381"/>
                  </a:lnTo>
                  <a:cubicBezTo>
                    <a:pt x="1104274" y="748381"/>
                    <a:pt x="1101683" y="747304"/>
                    <a:pt x="1101111" y="746531"/>
                  </a:cubicBezTo>
                  <a:cubicBezTo>
                    <a:pt x="1100572" y="745757"/>
                    <a:pt x="1099798" y="744041"/>
                    <a:pt x="1100135" y="743503"/>
                  </a:cubicBezTo>
                  <a:cubicBezTo>
                    <a:pt x="1100471" y="742965"/>
                    <a:pt x="1100236" y="741855"/>
                    <a:pt x="1100236" y="741855"/>
                  </a:cubicBezTo>
                  <a:cubicBezTo>
                    <a:pt x="1100236" y="741855"/>
                    <a:pt x="1101414" y="740543"/>
                    <a:pt x="1101414" y="740207"/>
                  </a:cubicBezTo>
                  <a:cubicBezTo>
                    <a:pt x="1101414" y="739870"/>
                    <a:pt x="1102288" y="738592"/>
                    <a:pt x="1102288" y="738592"/>
                  </a:cubicBezTo>
                  <a:lnTo>
                    <a:pt x="1102827" y="737818"/>
                  </a:lnTo>
                  <a:lnTo>
                    <a:pt x="1103365" y="735968"/>
                  </a:lnTo>
                  <a:lnTo>
                    <a:pt x="1104240" y="734017"/>
                  </a:lnTo>
                  <a:cubicBezTo>
                    <a:pt x="1104240" y="734017"/>
                    <a:pt x="1104342" y="732167"/>
                    <a:pt x="1104342" y="731729"/>
                  </a:cubicBezTo>
                  <a:cubicBezTo>
                    <a:pt x="1104342" y="731292"/>
                    <a:pt x="1104678" y="730115"/>
                    <a:pt x="1104678" y="730115"/>
                  </a:cubicBezTo>
                  <a:lnTo>
                    <a:pt x="1104678" y="725102"/>
                  </a:lnTo>
                  <a:lnTo>
                    <a:pt x="1100639" y="723017"/>
                  </a:lnTo>
                  <a:lnTo>
                    <a:pt x="1098822" y="722815"/>
                  </a:lnTo>
                  <a:lnTo>
                    <a:pt x="1096870" y="722310"/>
                  </a:lnTo>
                  <a:lnTo>
                    <a:pt x="1096668" y="722310"/>
                  </a:lnTo>
                  <a:lnTo>
                    <a:pt x="1095861" y="722916"/>
                  </a:lnTo>
                  <a:cubicBezTo>
                    <a:pt x="1095861" y="722916"/>
                    <a:pt x="1093841" y="723959"/>
                    <a:pt x="1093404" y="724026"/>
                  </a:cubicBezTo>
                  <a:cubicBezTo>
                    <a:pt x="1092966" y="724093"/>
                    <a:pt x="1090139" y="724901"/>
                    <a:pt x="1089332" y="724968"/>
                  </a:cubicBezTo>
                  <a:cubicBezTo>
                    <a:pt x="1088524" y="725035"/>
                    <a:pt x="1087009" y="725170"/>
                    <a:pt x="1086572" y="725338"/>
                  </a:cubicBezTo>
                  <a:cubicBezTo>
                    <a:pt x="1086134" y="725472"/>
                    <a:pt x="1084553" y="725405"/>
                    <a:pt x="1084553" y="725405"/>
                  </a:cubicBezTo>
                  <a:cubicBezTo>
                    <a:pt x="1084553" y="725405"/>
                    <a:pt x="1083678" y="724329"/>
                    <a:pt x="1083476" y="724228"/>
                  </a:cubicBezTo>
                  <a:cubicBezTo>
                    <a:pt x="1083274" y="724160"/>
                    <a:pt x="1082971" y="724026"/>
                    <a:pt x="1082971" y="724026"/>
                  </a:cubicBezTo>
                  <a:lnTo>
                    <a:pt x="1079134" y="724026"/>
                  </a:lnTo>
                  <a:lnTo>
                    <a:pt x="1077485" y="724194"/>
                  </a:lnTo>
                  <a:cubicBezTo>
                    <a:pt x="1077485" y="724194"/>
                    <a:pt x="1075600" y="725674"/>
                    <a:pt x="1075298" y="725674"/>
                  </a:cubicBezTo>
                  <a:cubicBezTo>
                    <a:pt x="1074995" y="725674"/>
                    <a:pt x="1070956" y="726919"/>
                    <a:pt x="1070721" y="726986"/>
                  </a:cubicBezTo>
                  <a:cubicBezTo>
                    <a:pt x="1070485" y="727053"/>
                    <a:pt x="1067086" y="726683"/>
                    <a:pt x="1066581" y="726616"/>
                  </a:cubicBezTo>
                  <a:cubicBezTo>
                    <a:pt x="1066076" y="726549"/>
                    <a:pt x="1064259" y="726616"/>
                    <a:pt x="1064259" y="726616"/>
                  </a:cubicBezTo>
                  <a:lnTo>
                    <a:pt x="1062879" y="725035"/>
                  </a:lnTo>
                  <a:lnTo>
                    <a:pt x="1062576" y="723353"/>
                  </a:lnTo>
                  <a:lnTo>
                    <a:pt x="1064023" y="721940"/>
                  </a:lnTo>
                  <a:lnTo>
                    <a:pt x="1064999" y="719451"/>
                  </a:lnTo>
                  <a:lnTo>
                    <a:pt x="1065975" y="717500"/>
                  </a:lnTo>
                  <a:cubicBezTo>
                    <a:pt x="1065975" y="717500"/>
                    <a:pt x="1067288" y="715212"/>
                    <a:pt x="1067389" y="714775"/>
                  </a:cubicBezTo>
                  <a:cubicBezTo>
                    <a:pt x="1067490" y="714338"/>
                    <a:pt x="1068028" y="712387"/>
                    <a:pt x="1068028" y="712387"/>
                  </a:cubicBezTo>
                  <a:lnTo>
                    <a:pt x="1067927" y="709897"/>
                  </a:lnTo>
                  <a:lnTo>
                    <a:pt x="1066480" y="708518"/>
                  </a:lnTo>
                  <a:cubicBezTo>
                    <a:pt x="1066480" y="708518"/>
                    <a:pt x="1061768" y="703304"/>
                    <a:pt x="1060624" y="702799"/>
                  </a:cubicBezTo>
                  <a:cubicBezTo>
                    <a:pt x="1059480" y="702295"/>
                    <a:pt x="1056485" y="698527"/>
                    <a:pt x="1056215" y="698224"/>
                  </a:cubicBezTo>
                  <a:cubicBezTo>
                    <a:pt x="1055913" y="697955"/>
                    <a:pt x="1048172" y="690252"/>
                    <a:pt x="1047095" y="688671"/>
                  </a:cubicBezTo>
                  <a:cubicBezTo>
                    <a:pt x="1046018" y="687089"/>
                    <a:pt x="1043696" y="683154"/>
                    <a:pt x="1043696" y="682380"/>
                  </a:cubicBezTo>
                  <a:cubicBezTo>
                    <a:pt x="1043696" y="681573"/>
                    <a:pt x="1039422" y="673465"/>
                    <a:pt x="1039355" y="673264"/>
                  </a:cubicBezTo>
                  <a:cubicBezTo>
                    <a:pt x="1039287" y="673062"/>
                    <a:pt x="1038850" y="670942"/>
                    <a:pt x="1038850" y="670236"/>
                  </a:cubicBezTo>
                  <a:cubicBezTo>
                    <a:pt x="1038850" y="669496"/>
                    <a:pt x="1039220" y="660884"/>
                    <a:pt x="1039220" y="660884"/>
                  </a:cubicBezTo>
                  <a:cubicBezTo>
                    <a:pt x="1039220" y="660884"/>
                    <a:pt x="1038210" y="655435"/>
                    <a:pt x="1038210" y="654863"/>
                  </a:cubicBezTo>
                  <a:cubicBezTo>
                    <a:pt x="1038210" y="654291"/>
                    <a:pt x="1037907" y="651835"/>
                    <a:pt x="1038008" y="651532"/>
                  </a:cubicBezTo>
                  <a:cubicBezTo>
                    <a:pt x="1038076" y="651230"/>
                    <a:pt x="1037268" y="647899"/>
                    <a:pt x="1037268" y="647126"/>
                  </a:cubicBezTo>
                  <a:cubicBezTo>
                    <a:pt x="1037268" y="646318"/>
                    <a:pt x="1037268" y="644165"/>
                    <a:pt x="1037402" y="643728"/>
                  </a:cubicBezTo>
                  <a:cubicBezTo>
                    <a:pt x="1037537" y="643291"/>
                    <a:pt x="1038278" y="641911"/>
                    <a:pt x="1038715" y="641710"/>
                  </a:cubicBezTo>
                  <a:cubicBezTo>
                    <a:pt x="1039153" y="641474"/>
                    <a:pt x="1039792" y="641205"/>
                    <a:pt x="1040398" y="641070"/>
                  </a:cubicBezTo>
                  <a:cubicBezTo>
                    <a:pt x="1040970" y="640936"/>
                    <a:pt x="1044807" y="640869"/>
                    <a:pt x="1045547" y="640869"/>
                  </a:cubicBezTo>
                  <a:cubicBezTo>
                    <a:pt x="1046287" y="640869"/>
                    <a:pt x="1048071" y="640364"/>
                    <a:pt x="1048508" y="640364"/>
                  </a:cubicBezTo>
                  <a:cubicBezTo>
                    <a:pt x="1048946" y="640364"/>
                    <a:pt x="1051201" y="640667"/>
                    <a:pt x="1052850" y="640667"/>
                  </a:cubicBezTo>
                  <a:cubicBezTo>
                    <a:pt x="1054499" y="640667"/>
                    <a:pt x="1055105" y="640970"/>
                    <a:pt x="1055105" y="640970"/>
                  </a:cubicBezTo>
                  <a:cubicBezTo>
                    <a:pt x="1055105" y="640970"/>
                    <a:pt x="1056182" y="641272"/>
                    <a:pt x="1057494" y="641979"/>
                  </a:cubicBezTo>
                  <a:cubicBezTo>
                    <a:pt x="1058807" y="642685"/>
                    <a:pt x="1058874" y="643190"/>
                    <a:pt x="1059076" y="643425"/>
                  </a:cubicBezTo>
                  <a:cubicBezTo>
                    <a:pt x="1059278" y="643627"/>
                    <a:pt x="1060321" y="644233"/>
                    <a:pt x="1061331" y="644300"/>
                  </a:cubicBezTo>
                  <a:cubicBezTo>
                    <a:pt x="1062340" y="644367"/>
                    <a:pt x="1063586" y="644737"/>
                    <a:pt x="1064091" y="644737"/>
                  </a:cubicBezTo>
                  <a:cubicBezTo>
                    <a:pt x="1064595" y="644737"/>
                    <a:pt x="1065605" y="645040"/>
                    <a:pt x="1066278" y="645107"/>
                  </a:cubicBezTo>
                  <a:cubicBezTo>
                    <a:pt x="1066918" y="645175"/>
                    <a:pt x="1068466" y="645982"/>
                    <a:pt x="1068466" y="645982"/>
                  </a:cubicBezTo>
                  <a:lnTo>
                    <a:pt x="1071865" y="646419"/>
                  </a:lnTo>
                  <a:cubicBezTo>
                    <a:pt x="1071865" y="646419"/>
                    <a:pt x="1074052" y="648101"/>
                    <a:pt x="1074187" y="648303"/>
                  </a:cubicBezTo>
                  <a:cubicBezTo>
                    <a:pt x="1074321" y="648505"/>
                    <a:pt x="1077283" y="650691"/>
                    <a:pt x="1077283" y="650691"/>
                  </a:cubicBezTo>
                  <a:lnTo>
                    <a:pt x="1080918" y="653080"/>
                  </a:lnTo>
                  <a:lnTo>
                    <a:pt x="1084250" y="655906"/>
                  </a:lnTo>
                  <a:cubicBezTo>
                    <a:pt x="1084250" y="655906"/>
                    <a:pt x="1087379" y="657588"/>
                    <a:pt x="1088524" y="658092"/>
                  </a:cubicBezTo>
                  <a:cubicBezTo>
                    <a:pt x="1089668" y="658597"/>
                    <a:pt x="1091351" y="660043"/>
                    <a:pt x="1092663" y="660548"/>
                  </a:cubicBezTo>
                  <a:cubicBezTo>
                    <a:pt x="1093976" y="661052"/>
                    <a:pt x="1094851" y="662196"/>
                    <a:pt x="1095120" y="662364"/>
                  </a:cubicBezTo>
                  <a:cubicBezTo>
                    <a:pt x="1095423" y="662499"/>
                    <a:pt x="1097207" y="663306"/>
                    <a:pt x="1098014" y="663441"/>
                  </a:cubicBezTo>
                  <a:cubicBezTo>
                    <a:pt x="1098822" y="663575"/>
                    <a:pt x="1100909" y="664686"/>
                    <a:pt x="1102221" y="665190"/>
                  </a:cubicBezTo>
                  <a:cubicBezTo>
                    <a:pt x="1103534" y="665695"/>
                    <a:pt x="1103971" y="665762"/>
                    <a:pt x="1104409" y="665897"/>
                  </a:cubicBezTo>
                  <a:cubicBezTo>
                    <a:pt x="1104846" y="666031"/>
                    <a:pt x="1106361" y="666771"/>
                    <a:pt x="1107370" y="666973"/>
                  </a:cubicBezTo>
                  <a:cubicBezTo>
                    <a:pt x="1108380" y="667175"/>
                    <a:pt x="1109962" y="668117"/>
                    <a:pt x="1110769" y="668554"/>
                  </a:cubicBezTo>
                  <a:cubicBezTo>
                    <a:pt x="1111577" y="668991"/>
                    <a:pt x="1111274" y="669866"/>
                    <a:pt x="1111510" y="670001"/>
                  </a:cubicBezTo>
                  <a:cubicBezTo>
                    <a:pt x="1111712" y="670135"/>
                    <a:pt x="1112318" y="673028"/>
                    <a:pt x="1112890" y="673465"/>
                  </a:cubicBezTo>
                  <a:cubicBezTo>
                    <a:pt x="1113462" y="673903"/>
                    <a:pt x="1115851" y="675047"/>
                    <a:pt x="1116457" y="675215"/>
                  </a:cubicBezTo>
                  <a:cubicBezTo>
                    <a:pt x="1117029" y="675349"/>
                    <a:pt x="1119149" y="677166"/>
                    <a:pt x="1119486" y="677536"/>
                  </a:cubicBezTo>
                  <a:cubicBezTo>
                    <a:pt x="1119856" y="677906"/>
                    <a:pt x="1121236" y="678982"/>
                    <a:pt x="1121505" y="678982"/>
                  </a:cubicBezTo>
                  <a:cubicBezTo>
                    <a:pt x="1121808" y="678982"/>
                    <a:pt x="1123760" y="681236"/>
                    <a:pt x="1123895" y="681438"/>
                  </a:cubicBezTo>
                  <a:cubicBezTo>
                    <a:pt x="1124029" y="681674"/>
                    <a:pt x="1124972" y="682750"/>
                    <a:pt x="1124972" y="682750"/>
                  </a:cubicBezTo>
                  <a:cubicBezTo>
                    <a:pt x="1124972" y="682750"/>
                    <a:pt x="1126284" y="683490"/>
                    <a:pt x="1127664" y="683187"/>
                  </a:cubicBezTo>
                  <a:cubicBezTo>
                    <a:pt x="1129044" y="682884"/>
                    <a:pt x="1129111" y="683187"/>
                    <a:pt x="1129313" y="683187"/>
                  </a:cubicBezTo>
                  <a:cubicBezTo>
                    <a:pt x="1129515" y="683187"/>
                    <a:pt x="1130626" y="682884"/>
                    <a:pt x="1131130" y="682817"/>
                  </a:cubicBezTo>
                  <a:cubicBezTo>
                    <a:pt x="1131635" y="682750"/>
                    <a:pt x="1132073" y="682245"/>
                    <a:pt x="1132073" y="682245"/>
                  </a:cubicBezTo>
                  <a:lnTo>
                    <a:pt x="1134260" y="681438"/>
                  </a:lnTo>
                  <a:lnTo>
                    <a:pt x="1135203" y="680193"/>
                  </a:lnTo>
                  <a:lnTo>
                    <a:pt x="1135506" y="678680"/>
                  </a:lnTo>
                  <a:lnTo>
                    <a:pt x="1135876" y="677435"/>
                  </a:lnTo>
                  <a:lnTo>
                    <a:pt x="1136381" y="676291"/>
                  </a:lnTo>
                  <a:lnTo>
                    <a:pt x="1137121" y="674845"/>
                  </a:lnTo>
                  <a:lnTo>
                    <a:pt x="1138131" y="673768"/>
                  </a:lnTo>
                  <a:lnTo>
                    <a:pt x="1140015" y="672826"/>
                  </a:lnTo>
                  <a:cubicBezTo>
                    <a:pt x="1140015" y="672826"/>
                    <a:pt x="1140385" y="673264"/>
                    <a:pt x="1141900" y="674340"/>
                  </a:cubicBezTo>
                  <a:cubicBezTo>
                    <a:pt x="1143414" y="675417"/>
                    <a:pt x="1142708" y="676527"/>
                    <a:pt x="1143414" y="676998"/>
                  </a:cubicBezTo>
                  <a:cubicBezTo>
                    <a:pt x="1144121" y="677502"/>
                    <a:pt x="1144828" y="677704"/>
                    <a:pt x="1146443" y="678141"/>
                  </a:cubicBezTo>
                  <a:cubicBezTo>
                    <a:pt x="1148092" y="678579"/>
                    <a:pt x="1147487" y="676729"/>
                    <a:pt x="1147756" y="676358"/>
                  </a:cubicBezTo>
                  <a:cubicBezTo>
                    <a:pt x="1148025" y="675988"/>
                    <a:pt x="1147756" y="673163"/>
                    <a:pt x="1147924" y="672894"/>
                  </a:cubicBezTo>
                  <a:cubicBezTo>
                    <a:pt x="1148092" y="672624"/>
                    <a:pt x="1148732" y="672086"/>
                    <a:pt x="1148833" y="671918"/>
                  </a:cubicBezTo>
                  <a:cubicBezTo>
                    <a:pt x="1148934" y="671750"/>
                    <a:pt x="1150145" y="669866"/>
                    <a:pt x="1150314" y="669630"/>
                  </a:cubicBezTo>
                  <a:cubicBezTo>
                    <a:pt x="1150482" y="669429"/>
                    <a:pt x="1150751" y="667680"/>
                    <a:pt x="1150751" y="667680"/>
                  </a:cubicBezTo>
                  <a:lnTo>
                    <a:pt x="1151088" y="665358"/>
                  </a:lnTo>
                  <a:cubicBezTo>
                    <a:pt x="1151088" y="665358"/>
                    <a:pt x="1152131" y="663475"/>
                    <a:pt x="1152434" y="663306"/>
                  </a:cubicBezTo>
                  <a:cubicBezTo>
                    <a:pt x="1152770" y="663138"/>
                    <a:pt x="1154756" y="660750"/>
                    <a:pt x="1155261" y="660581"/>
                  </a:cubicBezTo>
                  <a:cubicBezTo>
                    <a:pt x="1155766" y="660413"/>
                    <a:pt x="1156944" y="660211"/>
                    <a:pt x="1156944" y="660211"/>
                  </a:cubicBezTo>
                  <a:lnTo>
                    <a:pt x="1160410" y="659404"/>
                  </a:lnTo>
                  <a:lnTo>
                    <a:pt x="1160780" y="658328"/>
                  </a:lnTo>
                  <a:lnTo>
                    <a:pt x="1161554" y="656646"/>
                  </a:lnTo>
                  <a:cubicBezTo>
                    <a:pt x="1161554" y="656646"/>
                    <a:pt x="1164179" y="656477"/>
                    <a:pt x="1164920" y="656208"/>
                  </a:cubicBezTo>
                  <a:cubicBezTo>
                    <a:pt x="1165694" y="655939"/>
                    <a:pt x="1166703" y="655838"/>
                    <a:pt x="1167949" y="655502"/>
                  </a:cubicBezTo>
                  <a:cubicBezTo>
                    <a:pt x="1169194" y="655165"/>
                    <a:pt x="1169026" y="654560"/>
                    <a:pt x="1170439" y="654291"/>
                  </a:cubicBezTo>
                  <a:cubicBezTo>
                    <a:pt x="1171853" y="654022"/>
                    <a:pt x="1171247" y="653517"/>
                    <a:pt x="1171482" y="653248"/>
                  </a:cubicBezTo>
                  <a:cubicBezTo>
                    <a:pt x="1171718" y="652979"/>
                    <a:pt x="1170876" y="651667"/>
                    <a:pt x="1170876" y="651667"/>
                  </a:cubicBezTo>
                  <a:lnTo>
                    <a:pt x="1168050" y="649985"/>
                  </a:lnTo>
                  <a:lnTo>
                    <a:pt x="1167713" y="648034"/>
                  </a:lnTo>
                  <a:lnTo>
                    <a:pt x="1167376" y="644872"/>
                  </a:lnTo>
                  <a:lnTo>
                    <a:pt x="1167478" y="643459"/>
                  </a:lnTo>
                  <a:lnTo>
                    <a:pt x="1166670" y="638346"/>
                  </a:lnTo>
                  <a:lnTo>
                    <a:pt x="1166603" y="637034"/>
                  </a:lnTo>
                  <a:cubicBezTo>
                    <a:pt x="1166603" y="637034"/>
                    <a:pt x="1165357" y="635621"/>
                    <a:pt x="1164751" y="635015"/>
                  </a:cubicBezTo>
                  <a:cubicBezTo>
                    <a:pt x="1164146" y="634410"/>
                    <a:pt x="1160578" y="632997"/>
                    <a:pt x="1160343" y="632963"/>
                  </a:cubicBezTo>
                  <a:cubicBezTo>
                    <a:pt x="1160141" y="632896"/>
                    <a:pt x="1158391" y="633132"/>
                    <a:pt x="1158121" y="633165"/>
                  </a:cubicBezTo>
                  <a:cubicBezTo>
                    <a:pt x="1157852" y="633233"/>
                    <a:pt x="1154150" y="632190"/>
                    <a:pt x="1153679" y="632089"/>
                  </a:cubicBezTo>
                  <a:cubicBezTo>
                    <a:pt x="1153174" y="631988"/>
                    <a:pt x="1150314" y="630508"/>
                    <a:pt x="1149775" y="630474"/>
                  </a:cubicBezTo>
                  <a:cubicBezTo>
                    <a:pt x="1149237" y="630407"/>
                    <a:pt x="1147217" y="628859"/>
                    <a:pt x="1146948" y="628691"/>
                  </a:cubicBezTo>
                  <a:cubicBezTo>
                    <a:pt x="1146679" y="628523"/>
                    <a:pt x="1144727" y="625933"/>
                    <a:pt x="1144727" y="625933"/>
                  </a:cubicBezTo>
                  <a:lnTo>
                    <a:pt x="1144727" y="625293"/>
                  </a:lnTo>
                  <a:cubicBezTo>
                    <a:pt x="1144727" y="625293"/>
                    <a:pt x="1145467" y="623107"/>
                    <a:pt x="1145669" y="623073"/>
                  </a:cubicBezTo>
                  <a:cubicBezTo>
                    <a:pt x="1145871" y="623006"/>
                    <a:pt x="1146309" y="620449"/>
                    <a:pt x="1146578" y="620046"/>
                  </a:cubicBezTo>
                  <a:cubicBezTo>
                    <a:pt x="1146847" y="619608"/>
                    <a:pt x="1146410" y="618397"/>
                    <a:pt x="1146309" y="618128"/>
                  </a:cubicBezTo>
                  <a:cubicBezTo>
                    <a:pt x="1146208" y="617859"/>
                    <a:pt x="1145232" y="616379"/>
                    <a:pt x="1145063" y="616278"/>
                  </a:cubicBezTo>
                  <a:cubicBezTo>
                    <a:pt x="1144895" y="616177"/>
                    <a:pt x="1141631" y="615235"/>
                    <a:pt x="1141631" y="615235"/>
                  </a:cubicBezTo>
                  <a:cubicBezTo>
                    <a:pt x="1141631" y="615235"/>
                    <a:pt x="1138366" y="616278"/>
                    <a:pt x="1138198" y="616312"/>
                  </a:cubicBezTo>
                  <a:cubicBezTo>
                    <a:pt x="1138030" y="616379"/>
                    <a:pt x="1136582" y="617287"/>
                    <a:pt x="1136145" y="618095"/>
                  </a:cubicBezTo>
                  <a:cubicBezTo>
                    <a:pt x="1135708" y="618902"/>
                    <a:pt x="1134563" y="619945"/>
                    <a:pt x="1134193" y="620550"/>
                  </a:cubicBezTo>
                  <a:cubicBezTo>
                    <a:pt x="1133823" y="621156"/>
                    <a:pt x="1132510" y="622468"/>
                    <a:pt x="1131703" y="622872"/>
                  </a:cubicBezTo>
                  <a:cubicBezTo>
                    <a:pt x="1130895" y="623309"/>
                    <a:pt x="1128674" y="622804"/>
                    <a:pt x="1127395" y="622064"/>
                  </a:cubicBezTo>
                  <a:cubicBezTo>
                    <a:pt x="1126150" y="621290"/>
                    <a:pt x="1125611" y="620147"/>
                    <a:pt x="1125611" y="620147"/>
                  </a:cubicBezTo>
                  <a:cubicBezTo>
                    <a:pt x="1125611" y="620147"/>
                    <a:pt x="1124029" y="616345"/>
                    <a:pt x="1123861" y="616009"/>
                  </a:cubicBezTo>
                  <a:cubicBezTo>
                    <a:pt x="1123693" y="615673"/>
                    <a:pt x="1123760" y="614327"/>
                    <a:pt x="1123760" y="614327"/>
                  </a:cubicBezTo>
                  <a:cubicBezTo>
                    <a:pt x="1123760" y="614327"/>
                    <a:pt x="1123962" y="612712"/>
                    <a:pt x="1124097" y="612309"/>
                  </a:cubicBezTo>
                  <a:cubicBezTo>
                    <a:pt x="1124198" y="611939"/>
                    <a:pt x="1124871" y="609752"/>
                    <a:pt x="1125174" y="609416"/>
                  </a:cubicBezTo>
                  <a:cubicBezTo>
                    <a:pt x="1125510" y="609079"/>
                    <a:pt x="1126419" y="607566"/>
                    <a:pt x="1126823" y="607128"/>
                  </a:cubicBezTo>
                  <a:cubicBezTo>
                    <a:pt x="1127193" y="606691"/>
                    <a:pt x="1128472" y="605984"/>
                    <a:pt x="1128876" y="605951"/>
                  </a:cubicBezTo>
                  <a:cubicBezTo>
                    <a:pt x="1129313" y="605884"/>
                    <a:pt x="1130828" y="605312"/>
                    <a:pt x="1131164" y="605143"/>
                  </a:cubicBezTo>
                  <a:cubicBezTo>
                    <a:pt x="1131501" y="604975"/>
                    <a:pt x="1133554" y="604067"/>
                    <a:pt x="1133554" y="604067"/>
                  </a:cubicBezTo>
                  <a:cubicBezTo>
                    <a:pt x="1133554" y="604067"/>
                    <a:pt x="1135910" y="602923"/>
                    <a:pt x="1136111" y="602822"/>
                  </a:cubicBezTo>
                  <a:cubicBezTo>
                    <a:pt x="1136313" y="602721"/>
                    <a:pt x="1137962" y="602183"/>
                    <a:pt x="1138568" y="602385"/>
                  </a:cubicBezTo>
                  <a:cubicBezTo>
                    <a:pt x="1139174" y="602587"/>
                    <a:pt x="1140217" y="604269"/>
                    <a:pt x="1140487" y="604504"/>
                  </a:cubicBezTo>
                  <a:cubicBezTo>
                    <a:pt x="1140756" y="604706"/>
                    <a:pt x="1141732" y="605581"/>
                    <a:pt x="1142270" y="605917"/>
                  </a:cubicBezTo>
                  <a:cubicBezTo>
                    <a:pt x="1142809" y="606254"/>
                    <a:pt x="1143515" y="606556"/>
                    <a:pt x="1144222" y="606422"/>
                  </a:cubicBezTo>
                  <a:cubicBezTo>
                    <a:pt x="1144929" y="606254"/>
                    <a:pt x="1145972" y="606422"/>
                    <a:pt x="1145972" y="606422"/>
                  </a:cubicBezTo>
                  <a:lnTo>
                    <a:pt x="1147217" y="605614"/>
                  </a:lnTo>
                  <a:lnTo>
                    <a:pt x="1147857" y="605244"/>
                  </a:lnTo>
                  <a:lnTo>
                    <a:pt x="1148126" y="603327"/>
                  </a:lnTo>
                  <a:cubicBezTo>
                    <a:pt x="1148126" y="603327"/>
                    <a:pt x="1148025" y="601914"/>
                    <a:pt x="1148025" y="601578"/>
                  </a:cubicBezTo>
                  <a:cubicBezTo>
                    <a:pt x="1148025" y="601241"/>
                    <a:pt x="1148227" y="599828"/>
                    <a:pt x="1148227" y="599828"/>
                  </a:cubicBezTo>
                  <a:lnTo>
                    <a:pt x="1148227" y="597003"/>
                  </a:lnTo>
                  <a:cubicBezTo>
                    <a:pt x="1148227" y="597003"/>
                    <a:pt x="1147588" y="594513"/>
                    <a:pt x="1147588" y="593840"/>
                  </a:cubicBezTo>
                  <a:cubicBezTo>
                    <a:pt x="1147588" y="593201"/>
                    <a:pt x="1147386" y="591351"/>
                    <a:pt x="1147386" y="591351"/>
                  </a:cubicBezTo>
                  <a:cubicBezTo>
                    <a:pt x="1147386" y="591351"/>
                    <a:pt x="1147722" y="588425"/>
                    <a:pt x="1147823" y="588088"/>
                  </a:cubicBezTo>
                  <a:cubicBezTo>
                    <a:pt x="1147924" y="587752"/>
                    <a:pt x="1148597" y="586574"/>
                    <a:pt x="1149573" y="585902"/>
                  </a:cubicBezTo>
                  <a:cubicBezTo>
                    <a:pt x="1150549" y="585262"/>
                    <a:pt x="1150987" y="584388"/>
                    <a:pt x="1151525" y="583950"/>
                  </a:cubicBezTo>
                  <a:cubicBezTo>
                    <a:pt x="1152064" y="583513"/>
                    <a:pt x="1153477" y="582975"/>
                    <a:pt x="1154117" y="582336"/>
                  </a:cubicBezTo>
                  <a:cubicBezTo>
                    <a:pt x="1154756" y="581697"/>
                    <a:pt x="1157583" y="580721"/>
                    <a:pt x="1158895" y="580485"/>
                  </a:cubicBezTo>
                  <a:cubicBezTo>
                    <a:pt x="1160208" y="580284"/>
                    <a:pt x="1161083" y="578972"/>
                    <a:pt x="1161723" y="578972"/>
                  </a:cubicBezTo>
                  <a:cubicBezTo>
                    <a:pt x="1162362" y="578972"/>
                    <a:pt x="1162800" y="578770"/>
                    <a:pt x="1165626" y="578097"/>
                  </a:cubicBezTo>
                  <a:cubicBezTo>
                    <a:pt x="1168453" y="577458"/>
                    <a:pt x="1168992" y="576146"/>
                    <a:pt x="1169429" y="575910"/>
                  </a:cubicBezTo>
                  <a:cubicBezTo>
                    <a:pt x="1169867" y="575709"/>
                    <a:pt x="1171718" y="575036"/>
                    <a:pt x="1171718" y="575036"/>
                  </a:cubicBezTo>
                  <a:cubicBezTo>
                    <a:pt x="1171718" y="575036"/>
                    <a:pt x="1173905" y="574161"/>
                    <a:pt x="1175420" y="574161"/>
                  </a:cubicBezTo>
                  <a:cubicBezTo>
                    <a:pt x="1176934" y="574161"/>
                    <a:pt x="1178247" y="572849"/>
                    <a:pt x="1178247" y="572849"/>
                  </a:cubicBezTo>
                  <a:lnTo>
                    <a:pt x="1181511" y="571235"/>
                  </a:lnTo>
                  <a:cubicBezTo>
                    <a:pt x="1181511" y="571235"/>
                    <a:pt x="1181949" y="569284"/>
                    <a:pt x="1183026" y="568846"/>
                  </a:cubicBezTo>
                  <a:cubicBezTo>
                    <a:pt x="1184103" y="568409"/>
                    <a:pt x="1184776" y="566559"/>
                    <a:pt x="1185113" y="566222"/>
                  </a:cubicBezTo>
                  <a:cubicBezTo>
                    <a:pt x="1185449" y="565886"/>
                    <a:pt x="1186627" y="565146"/>
                    <a:pt x="1187401" y="564809"/>
                  </a:cubicBezTo>
                  <a:cubicBezTo>
                    <a:pt x="1188175" y="564473"/>
                    <a:pt x="1190228" y="562522"/>
                    <a:pt x="1191103" y="562085"/>
                  </a:cubicBezTo>
                  <a:cubicBezTo>
                    <a:pt x="1191978" y="561647"/>
                    <a:pt x="1192954" y="560033"/>
                    <a:pt x="1193156" y="559259"/>
                  </a:cubicBezTo>
                  <a:cubicBezTo>
                    <a:pt x="1193358" y="558485"/>
                    <a:pt x="1194233" y="556332"/>
                    <a:pt x="1194334" y="555794"/>
                  </a:cubicBezTo>
                  <a:cubicBezTo>
                    <a:pt x="1194435" y="555256"/>
                    <a:pt x="1194233" y="554482"/>
                    <a:pt x="1194233" y="554482"/>
                  </a:cubicBezTo>
                  <a:lnTo>
                    <a:pt x="1193694" y="552430"/>
                  </a:lnTo>
                  <a:cubicBezTo>
                    <a:pt x="1193694" y="552430"/>
                    <a:pt x="1191507" y="550042"/>
                    <a:pt x="1191305" y="549268"/>
                  </a:cubicBezTo>
                  <a:cubicBezTo>
                    <a:pt x="1191103" y="548494"/>
                    <a:pt x="1188714" y="548393"/>
                    <a:pt x="1186963" y="548057"/>
                  </a:cubicBezTo>
                  <a:cubicBezTo>
                    <a:pt x="1185213" y="547720"/>
                    <a:pt x="1185113" y="547620"/>
                    <a:pt x="1184237" y="545870"/>
                  </a:cubicBezTo>
                  <a:cubicBezTo>
                    <a:pt x="1183362" y="544121"/>
                    <a:pt x="1183699" y="543919"/>
                    <a:pt x="1183598" y="543381"/>
                  </a:cubicBezTo>
                  <a:cubicBezTo>
                    <a:pt x="1183497" y="542843"/>
                    <a:pt x="1183059" y="540690"/>
                    <a:pt x="1183059" y="540690"/>
                  </a:cubicBezTo>
                  <a:cubicBezTo>
                    <a:pt x="1183059" y="540690"/>
                    <a:pt x="1183059" y="538402"/>
                    <a:pt x="1183059" y="538100"/>
                  </a:cubicBezTo>
                  <a:cubicBezTo>
                    <a:pt x="1183059" y="537763"/>
                    <a:pt x="1183766" y="535476"/>
                    <a:pt x="1184002" y="534500"/>
                  </a:cubicBezTo>
                  <a:cubicBezTo>
                    <a:pt x="1184204" y="533525"/>
                    <a:pt x="1184810" y="532448"/>
                    <a:pt x="1185146" y="531876"/>
                  </a:cubicBezTo>
                  <a:cubicBezTo>
                    <a:pt x="1185483" y="531338"/>
                    <a:pt x="1185685" y="530665"/>
                    <a:pt x="1186223" y="530363"/>
                  </a:cubicBezTo>
                  <a:cubicBezTo>
                    <a:pt x="1186762" y="530026"/>
                    <a:pt x="1187637" y="529488"/>
                    <a:pt x="1189050" y="529152"/>
                  </a:cubicBezTo>
                  <a:cubicBezTo>
                    <a:pt x="1190463" y="528815"/>
                    <a:pt x="1190699" y="529488"/>
                    <a:pt x="1192954" y="529488"/>
                  </a:cubicBezTo>
                  <a:cubicBezTo>
                    <a:pt x="1195243" y="529488"/>
                    <a:pt x="1193492" y="530463"/>
                    <a:pt x="1195142" y="531439"/>
                  </a:cubicBezTo>
                  <a:cubicBezTo>
                    <a:pt x="1196757" y="532414"/>
                    <a:pt x="1196757" y="530564"/>
                    <a:pt x="1197430" y="530026"/>
                  </a:cubicBezTo>
                  <a:cubicBezTo>
                    <a:pt x="1198069" y="529488"/>
                    <a:pt x="1198843" y="528075"/>
                    <a:pt x="1200695" y="527200"/>
                  </a:cubicBezTo>
                  <a:cubicBezTo>
                    <a:pt x="1202546" y="526326"/>
                    <a:pt x="1203421" y="525788"/>
                    <a:pt x="1204598" y="524274"/>
                  </a:cubicBezTo>
                  <a:cubicBezTo>
                    <a:pt x="1205776" y="522760"/>
                    <a:pt x="1205574" y="520573"/>
                    <a:pt x="1206214" y="520136"/>
                  </a:cubicBezTo>
                  <a:cubicBezTo>
                    <a:pt x="1206853" y="519699"/>
                    <a:pt x="1207089" y="518824"/>
                    <a:pt x="1210892" y="518723"/>
                  </a:cubicBezTo>
                  <a:cubicBezTo>
                    <a:pt x="1214695" y="518622"/>
                    <a:pt x="1212945" y="519934"/>
                    <a:pt x="1215570" y="520910"/>
                  </a:cubicBezTo>
                  <a:cubicBezTo>
                    <a:pt x="1218161" y="521885"/>
                    <a:pt x="1216647" y="522760"/>
                    <a:pt x="1218834" y="523399"/>
                  </a:cubicBezTo>
                  <a:cubicBezTo>
                    <a:pt x="1221022" y="524038"/>
                    <a:pt x="1220685" y="523500"/>
                    <a:pt x="1223613" y="522962"/>
                  </a:cubicBezTo>
                  <a:cubicBezTo>
                    <a:pt x="1226541" y="522424"/>
                    <a:pt x="1225464" y="521650"/>
                    <a:pt x="1226238" y="521347"/>
                  </a:cubicBezTo>
                  <a:cubicBezTo>
                    <a:pt x="1227012" y="521011"/>
                    <a:pt x="1227214" y="519160"/>
                    <a:pt x="1227551" y="518521"/>
                  </a:cubicBezTo>
                  <a:cubicBezTo>
                    <a:pt x="1227887" y="517882"/>
                    <a:pt x="1227887" y="515595"/>
                    <a:pt x="1227753" y="514182"/>
                  </a:cubicBezTo>
                  <a:cubicBezTo>
                    <a:pt x="1227652" y="512769"/>
                    <a:pt x="1227854" y="512231"/>
                    <a:pt x="1227854" y="511894"/>
                  </a:cubicBezTo>
                  <a:cubicBezTo>
                    <a:pt x="1227854" y="511558"/>
                    <a:pt x="1227080" y="507454"/>
                    <a:pt x="1227080" y="507454"/>
                  </a:cubicBezTo>
                  <a:cubicBezTo>
                    <a:pt x="1227080" y="507454"/>
                    <a:pt x="1226440" y="505065"/>
                    <a:pt x="1226205" y="504426"/>
                  </a:cubicBezTo>
                  <a:cubicBezTo>
                    <a:pt x="1226003" y="503787"/>
                    <a:pt x="1225431" y="500625"/>
                    <a:pt x="1225431" y="500625"/>
                  </a:cubicBezTo>
                  <a:cubicBezTo>
                    <a:pt x="1225431" y="500625"/>
                    <a:pt x="1225229" y="496824"/>
                    <a:pt x="1225229" y="496386"/>
                  </a:cubicBezTo>
                  <a:cubicBezTo>
                    <a:pt x="1225229" y="495949"/>
                    <a:pt x="1224892" y="494536"/>
                    <a:pt x="1224892" y="494536"/>
                  </a:cubicBezTo>
                  <a:lnTo>
                    <a:pt x="1224354" y="492047"/>
                  </a:lnTo>
                  <a:lnTo>
                    <a:pt x="1223479" y="489120"/>
                  </a:lnTo>
                  <a:lnTo>
                    <a:pt x="1226407" y="488145"/>
                  </a:lnTo>
                  <a:cubicBezTo>
                    <a:pt x="1226407" y="488145"/>
                    <a:pt x="1227282" y="487943"/>
                    <a:pt x="1227719" y="487808"/>
                  </a:cubicBezTo>
                  <a:cubicBezTo>
                    <a:pt x="1228157" y="487707"/>
                    <a:pt x="1229133" y="486732"/>
                    <a:pt x="1231623" y="485958"/>
                  </a:cubicBezTo>
                  <a:cubicBezTo>
                    <a:pt x="1234114" y="485184"/>
                    <a:pt x="1234114" y="484343"/>
                    <a:pt x="1235863" y="483906"/>
                  </a:cubicBezTo>
                  <a:cubicBezTo>
                    <a:pt x="1237614" y="483469"/>
                    <a:pt x="1238892" y="484343"/>
                    <a:pt x="1241417" y="484579"/>
                  </a:cubicBezTo>
                  <a:cubicBezTo>
                    <a:pt x="1243907" y="484781"/>
                    <a:pt x="1242191" y="484915"/>
                    <a:pt x="1244008" y="485353"/>
                  </a:cubicBezTo>
                  <a:cubicBezTo>
                    <a:pt x="1245859" y="485790"/>
                    <a:pt x="1246195" y="486126"/>
                    <a:pt x="1247037" y="485790"/>
                  </a:cubicBezTo>
                  <a:cubicBezTo>
                    <a:pt x="1247912" y="485453"/>
                    <a:pt x="1247912" y="485353"/>
                    <a:pt x="1248249" y="484814"/>
                  </a:cubicBezTo>
                  <a:cubicBezTo>
                    <a:pt x="1248585" y="484276"/>
                    <a:pt x="1248484" y="483637"/>
                    <a:pt x="1248484" y="483637"/>
                  </a:cubicBezTo>
                  <a:lnTo>
                    <a:pt x="1248585" y="482224"/>
                  </a:lnTo>
                  <a:cubicBezTo>
                    <a:pt x="1248585" y="482224"/>
                    <a:pt x="1248921" y="479197"/>
                    <a:pt x="1249023" y="478423"/>
                  </a:cubicBezTo>
                  <a:cubicBezTo>
                    <a:pt x="1249123" y="477649"/>
                    <a:pt x="1249123" y="474722"/>
                    <a:pt x="1249123" y="474722"/>
                  </a:cubicBezTo>
                  <a:cubicBezTo>
                    <a:pt x="1249123" y="474722"/>
                    <a:pt x="1249123" y="471695"/>
                    <a:pt x="1249123" y="471022"/>
                  </a:cubicBezTo>
                  <a:cubicBezTo>
                    <a:pt x="1249123" y="470383"/>
                    <a:pt x="1249023" y="468297"/>
                    <a:pt x="1249023" y="467221"/>
                  </a:cubicBezTo>
                  <a:cubicBezTo>
                    <a:pt x="1249023" y="466144"/>
                    <a:pt x="1249123" y="465808"/>
                    <a:pt x="1249023" y="465472"/>
                  </a:cubicBezTo>
                  <a:cubicBezTo>
                    <a:pt x="1248921" y="465135"/>
                    <a:pt x="1247407" y="463420"/>
                    <a:pt x="1247407" y="462982"/>
                  </a:cubicBezTo>
                  <a:cubicBezTo>
                    <a:pt x="1247407" y="462545"/>
                    <a:pt x="1246970" y="462007"/>
                    <a:pt x="1246768" y="461670"/>
                  </a:cubicBezTo>
                  <a:cubicBezTo>
                    <a:pt x="1246566" y="461334"/>
                    <a:pt x="1245691" y="460022"/>
                    <a:pt x="1245691" y="459181"/>
                  </a:cubicBezTo>
                  <a:cubicBezTo>
                    <a:pt x="1245691" y="458306"/>
                    <a:pt x="1245691" y="457667"/>
                    <a:pt x="1245893" y="457230"/>
                  </a:cubicBezTo>
                  <a:cubicBezTo>
                    <a:pt x="1246095" y="456793"/>
                    <a:pt x="1246229" y="456456"/>
                    <a:pt x="1246229" y="456456"/>
                  </a:cubicBezTo>
                  <a:cubicBezTo>
                    <a:pt x="1246229" y="456456"/>
                    <a:pt x="1247878" y="452857"/>
                    <a:pt x="1248282" y="452655"/>
                  </a:cubicBezTo>
                  <a:cubicBezTo>
                    <a:pt x="1248720" y="452453"/>
                    <a:pt x="1250571" y="451242"/>
                    <a:pt x="1250571" y="451242"/>
                  </a:cubicBezTo>
                  <a:lnTo>
                    <a:pt x="1256326" y="446903"/>
                  </a:lnTo>
                  <a:lnTo>
                    <a:pt x="1257201" y="443303"/>
                  </a:lnTo>
                  <a:cubicBezTo>
                    <a:pt x="1257201" y="443303"/>
                    <a:pt x="1258378" y="440713"/>
                    <a:pt x="1258513" y="440275"/>
                  </a:cubicBezTo>
                  <a:cubicBezTo>
                    <a:pt x="1258614" y="439838"/>
                    <a:pt x="1257739" y="439838"/>
                    <a:pt x="1257739" y="439838"/>
                  </a:cubicBezTo>
                  <a:lnTo>
                    <a:pt x="1255114" y="438863"/>
                  </a:lnTo>
                  <a:lnTo>
                    <a:pt x="1254340" y="437450"/>
                  </a:lnTo>
                  <a:lnTo>
                    <a:pt x="1253902" y="435061"/>
                  </a:lnTo>
                  <a:cubicBezTo>
                    <a:pt x="1253902" y="435061"/>
                    <a:pt x="1251614" y="432471"/>
                    <a:pt x="1251412" y="432034"/>
                  </a:cubicBezTo>
                  <a:cubicBezTo>
                    <a:pt x="1251210" y="431597"/>
                    <a:pt x="1249763" y="431058"/>
                    <a:pt x="1249763" y="431058"/>
                  </a:cubicBezTo>
                  <a:cubicBezTo>
                    <a:pt x="1249763" y="431058"/>
                    <a:pt x="1246734" y="429208"/>
                    <a:pt x="1246195" y="428468"/>
                  </a:cubicBezTo>
                  <a:cubicBezTo>
                    <a:pt x="1245657" y="427694"/>
                    <a:pt x="1242931" y="425104"/>
                    <a:pt x="1242494" y="424768"/>
                  </a:cubicBezTo>
                  <a:cubicBezTo>
                    <a:pt x="1242056" y="424431"/>
                    <a:pt x="1239229" y="422716"/>
                    <a:pt x="1238791" y="422480"/>
                  </a:cubicBezTo>
                  <a:cubicBezTo>
                    <a:pt x="1238354" y="422278"/>
                    <a:pt x="1234753" y="418881"/>
                    <a:pt x="1234753" y="418881"/>
                  </a:cubicBezTo>
                  <a:cubicBezTo>
                    <a:pt x="1234753" y="418881"/>
                    <a:pt x="1233878" y="414205"/>
                    <a:pt x="1233878" y="413566"/>
                  </a:cubicBezTo>
                  <a:cubicBezTo>
                    <a:pt x="1233878" y="412926"/>
                    <a:pt x="1233777" y="409428"/>
                    <a:pt x="1233777" y="409428"/>
                  </a:cubicBezTo>
                  <a:cubicBezTo>
                    <a:pt x="1233777" y="409428"/>
                    <a:pt x="1233777" y="405728"/>
                    <a:pt x="1233676" y="405089"/>
                  </a:cubicBezTo>
                  <a:cubicBezTo>
                    <a:pt x="1233575" y="404449"/>
                    <a:pt x="1232599" y="401388"/>
                    <a:pt x="1232599" y="401388"/>
                  </a:cubicBezTo>
                  <a:lnTo>
                    <a:pt x="1231623" y="398226"/>
                  </a:lnTo>
                  <a:lnTo>
                    <a:pt x="1230849" y="396039"/>
                  </a:lnTo>
                  <a:lnTo>
                    <a:pt x="1229974" y="395400"/>
                  </a:lnTo>
                  <a:cubicBezTo>
                    <a:pt x="1229974" y="395400"/>
                    <a:pt x="1223008" y="392911"/>
                    <a:pt x="1222805" y="392474"/>
                  </a:cubicBezTo>
                  <a:cubicBezTo>
                    <a:pt x="1222570" y="392036"/>
                    <a:pt x="1222368" y="391162"/>
                    <a:pt x="1222368" y="390623"/>
                  </a:cubicBezTo>
                  <a:cubicBezTo>
                    <a:pt x="1222368" y="390085"/>
                    <a:pt x="1222469" y="388437"/>
                    <a:pt x="1222570" y="387798"/>
                  </a:cubicBezTo>
                  <a:cubicBezTo>
                    <a:pt x="1222671" y="387159"/>
                    <a:pt x="1223647" y="386048"/>
                    <a:pt x="1224320" y="384972"/>
                  </a:cubicBezTo>
                  <a:cubicBezTo>
                    <a:pt x="1224959" y="383895"/>
                    <a:pt x="1224959" y="384535"/>
                    <a:pt x="1226272" y="383895"/>
                  </a:cubicBezTo>
                  <a:cubicBezTo>
                    <a:pt x="1227585" y="383256"/>
                    <a:pt x="1227484" y="383256"/>
                    <a:pt x="1228325" y="382819"/>
                  </a:cubicBezTo>
                  <a:cubicBezTo>
                    <a:pt x="1229200" y="382382"/>
                    <a:pt x="1229402" y="381944"/>
                    <a:pt x="1230176" y="380767"/>
                  </a:cubicBezTo>
                  <a:cubicBezTo>
                    <a:pt x="1230950" y="379556"/>
                    <a:pt x="1230176" y="380767"/>
                    <a:pt x="1230714" y="380431"/>
                  </a:cubicBezTo>
                  <a:cubicBezTo>
                    <a:pt x="1231253" y="380094"/>
                    <a:pt x="1231589" y="378917"/>
                    <a:pt x="1232128" y="378379"/>
                  </a:cubicBezTo>
                  <a:cubicBezTo>
                    <a:pt x="1232666" y="377840"/>
                    <a:pt x="1232666" y="376528"/>
                    <a:pt x="1232666" y="376528"/>
                  </a:cubicBezTo>
                  <a:lnTo>
                    <a:pt x="1232431" y="374577"/>
                  </a:lnTo>
                  <a:lnTo>
                    <a:pt x="1231993" y="371415"/>
                  </a:lnTo>
                  <a:lnTo>
                    <a:pt x="1230479" y="369565"/>
                  </a:lnTo>
                  <a:lnTo>
                    <a:pt x="1227753" y="368253"/>
                  </a:lnTo>
                  <a:lnTo>
                    <a:pt x="1224488" y="365629"/>
                  </a:lnTo>
                  <a:cubicBezTo>
                    <a:pt x="1224488" y="365629"/>
                    <a:pt x="1222738" y="363443"/>
                    <a:pt x="1222839" y="364115"/>
                  </a:cubicBezTo>
                  <a:cubicBezTo>
                    <a:pt x="1222940" y="364754"/>
                    <a:pt x="1219373" y="362164"/>
                    <a:pt x="1218700" y="361626"/>
                  </a:cubicBezTo>
                  <a:cubicBezTo>
                    <a:pt x="1218060" y="361088"/>
                    <a:pt x="1214358" y="360415"/>
                    <a:pt x="1213483" y="360112"/>
                  </a:cubicBezTo>
                  <a:cubicBezTo>
                    <a:pt x="1212608" y="359776"/>
                    <a:pt x="1210858" y="359137"/>
                    <a:pt x="1210858" y="358800"/>
                  </a:cubicBezTo>
                  <a:cubicBezTo>
                    <a:pt x="1210858" y="358464"/>
                    <a:pt x="1211397" y="355335"/>
                    <a:pt x="1212373" y="354326"/>
                  </a:cubicBezTo>
                  <a:cubicBezTo>
                    <a:pt x="1213349" y="353351"/>
                    <a:pt x="1213685" y="353553"/>
                    <a:pt x="1214123" y="353351"/>
                  </a:cubicBezTo>
                  <a:cubicBezTo>
                    <a:pt x="1214560" y="353149"/>
                    <a:pt x="1215099" y="351332"/>
                    <a:pt x="1215099" y="351332"/>
                  </a:cubicBezTo>
                  <a:cubicBezTo>
                    <a:pt x="1215099" y="351332"/>
                    <a:pt x="1215301" y="349919"/>
                    <a:pt x="1216176" y="348607"/>
                  </a:cubicBezTo>
                  <a:cubicBezTo>
                    <a:pt x="1217051" y="347296"/>
                    <a:pt x="1217488" y="344571"/>
                    <a:pt x="1217589" y="344167"/>
                  </a:cubicBezTo>
                  <a:cubicBezTo>
                    <a:pt x="1217690" y="343730"/>
                    <a:pt x="1218363" y="341678"/>
                    <a:pt x="1218363" y="341678"/>
                  </a:cubicBezTo>
                  <a:cubicBezTo>
                    <a:pt x="1218363" y="341678"/>
                    <a:pt x="1219137" y="341240"/>
                    <a:pt x="1219878" y="340803"/>
                  </a:cubicBezTo>
                  <a:cubicBezTo>
                    <a:pt x="1220652" y="340366"/>
                    <a:pt x="1221291" y="340366"/>
                    <a:pt x="1222267" y="339929"/>
                  </a:cubicBezTo>
                  <a:cubicBezTo>
                    <a:pt x="1223243" y="339491"/>
                    <a:pt x="1223916" y="339155"/>
                    <a:pt x="1224017" y="338415"/>
                  </a:cubicBezTo>
                  <a:cubicBezTo>
                    <a:pt x="1224118" y="337641"/>
                    <a:pt x="1224118" y="336026"/>
                    <a:pt x="1223916" y="334815"/>
                  </a:cubicBezTo>
                  <a:cubicBezTo>
                    <a:pt x="1223714" y="333604"/>
                    <a:pt x="1222839" y="332629"/>
                    <a:pt x="1222604" y="332225"/>
                  </a:cubicBezTo>
                  <a:cubicBezTo>
                    <a:pt x="1222368" y="331788"/>
                    <a:pt x="1220551" y="330039"/>
                    <a:pt x="1220315" y="329601"/>
                  </a:cubicBezTo>
                  <a:cubicBezTo>
                    <a:pt x="1220079" y="329164"/>
                    <a:pt x="1218902" y="327650"/>
                    <a:pt x="1218902" y="327650"/>
                  </a:cubicBezTo>
                  <a:lnTo>
                    <a:pt x="1216075" y="325161"/>
                  </a:lnTo>
                  <a:lnTo>
                    <a:pt x="1213248" y="321158"/>
                  </a:lnTo>
                  <a:lnTo>
                    <a:pt x="1208469" y="318130"/>
                  </a:lnTo>
                  <a:lnTo>
                    <a:pt x="1205103" y="315641"/>
                  </a:lnTo>
                  <a:lnTo>
                    <a:pt x="1202377" y="312176"/>
                  </a:lnTo>
                  <a:lnTo>
                    <a:pt x="1197060" y="309787"/>
                  </a:lnTo>
                  <a:lnTo>
                    <a:pt x="1195983" y="309451"/>
                  </a:lnTo>
                  <a:lnTo>
                    <a:pt x="1192920" y="308139"/>
                  </a:lnTo>
                  <a:cubicBezTo>
                    <a:pt x="1192920" y="308139"/>
                    <a:pt x="1188141" y="307063"/>
                    <a:pt x="1187603" y="306390"/>
                  </a:cubicBezTo>
                  <a:cubicBezTo>
                    <a:pt x="1187064" y="305751"/>
                    <a:pt x="1183362" y="304203"/>
                    <a:pt x="1182050" y="303463"/>
                  </a:cubicBezTo>
                  <a:cubicBezTo>
                    <a:pt x="1180737" y="302689"/>
                    <a:pt x="1178684" y="301276"/>
                    <a:pt x="1178247" y="300873"/>
                  </a:cubicBezTo>
                  <a:cubicBezTo>
                    <a:pt x="1177809" y="300435"/>
                    <a:pt x="1176934" y="299998"/>
                    <a:pt x="1176934" y="299561"/>
                  </a:cubicBezTo>
                  <a:cubicBezTo>
                    <a:pt x="1176934" y="299124"/>
                    <a:pt x="1177035" y="297173"/>
                    <a:pt x="1177035" y="296836"/>
                  </a:cubicBezTo>
                  <a:cubicBezTo>
                    <a:pt x="1177035" y="296500"/>
                    <a:pt x="1177372" y="295322"/>
                    <a:pt x="1177473" y="294549"/>
                  </a:cubicBezTo>
                  <a:cubicBezTo>
                    <a:pt x="1177574" y="293775"/>
                    <a:pt x="1178146" y="291386"/>
                    <a:pt x="1178247" y="291084"/>
                  </a:cubicBezTo>
                  <a:cubicBezTo>
                    <a:pt x="1178348" y="290747"/>
                    <a:pt x="1179122" y="290983"/>
                    <a:pt x="1179559" y="290310"/>
                  </a:cubicBezTo>
                  <a:cubicBezTo>
                    <a:pt x="1179997" y="289671"/>
                    <a:pt x="1181074" y="289234"/>
                    <a:pt x="1181074" y="288796"/>
                  </a:cubicBezTo>
                  <a:cubicBezTo>
                    <a:pt x="1181074" y="288359"/>
                    <a:pt x="1181612" y="287484"/>
                    <a:pt x="1181713" y="287047"/>
                  </a:cubicBezTo>
                  <a:cubicBezTo>
                    <a:pt x="1181814" y="286610"/>
                    <a:pt x="1182151" y="285836"/>
                    <a:pt x="1182353" y="285399"/>
                  </a:cubicBezTo>
                  <a:cubicBezTo>
                    <a:pt x="1182555" y="284961"/>
                    <a:pt x="1182891" y="283986"/>
                    <a:pt x="1183127" y="283347"/>
                  </a:cubicBezTo>
                  <a:cubicBezTo>
                    <a:pt x="1183329" y="282708"/>
                    <a:pt x="1183564" y="281597"/>
                    <a:pt x="1183564" y="281597"/>
                  </a:cubicBezTo>
                  <a:lnTo>
                    <a:pt x="1183901" y="279646"/>
                  </a:lnTo>
                  <a:cubicBezTo>
                    <a:pt x="1183901" y="279646"/>
                    <a:pt x="1183463" y="278435"/>
                    <a:pt x="1183362" y="277695"/>
                  </a:cubicBezTo>
                  <a:cubicBezTo>
                    <a:pt x="1183261" y="276921"/>
                    <a:pt x="1182050" y="276921"/>
                    <a:pt x="1181410" y="275206"/>
                  </a:cubicBezTo>
                  <a:cubicBezTo>
                    <a:pt x="1180771" y="273457"/>
                    <a:pt x="1179795" y="273457"/>
                    <a:pt x="1179795" y="273457"/>
                  </a:cubicBezTo>
                  <a:lnTo>
                    <a:pt x="1179459" y="271404"/>
                  </a:lnTo>
                  <a:cubicBezTo>
                    <a:pt x="1179459" y="271404"/>
                    <a:pt x="1179459" y="269891"/>
                    <a:pt x="1179459" y="269218"/>
                  </a:cubicBezTo>
                  <a:cubicBezTo>
                    <a:pt x="1179459" y="268579"/>
                    <a:pt x="1179223" y="267805"/>
                    <a:pt x="1179223" y="266830"/>
                  </a:cubicBezTo>
                  <a:cubicBezTo>
                    <a:pt x="1179223" y="265854"/>
                    <a:pt x="1176059" y="264441"/>
                    <a:pt x="1175756" y="264105"/>
                  </a:cubicBezTo>
                  <a:cubicBezTo>
                    <a:pt x="1175420" y="263768"/>
                    <a:pt x="1173030" y="262894"/>
                    <a:pt x="1173030" y="262894"/>
                  </a:cubicBezTo>
                  <a:cubicBezTo>
                    <a:pt x="1173030" y="262894"/>
                    <a:pt x="1171078" y="263432"/>
                    <a:pt x="1170742" y="263667"/>
                  </a:cubicBezTo>
                  <a:cubicBezTo>
                    <a:pt x="1170405" y="263869"/>
                    <a:pt x="1169665" y="264879"/>
                    <a:pt x="1169665" y="264879"/>
                  </a:cubicBezTo>
                  <a:cubicBezTo>
                    <a:pt x="1169665" y="264879"/>
                    <a:pt x="1169665" y="266190"/>
                    <a:pt x="1169564" y="266931"/>
                  </a:cubicBezTo>
                  <a:cubicBezTo>
                    <a:pt x="1169463" y="267704"/>
                    <a:pt x="1169227" y="268680"/>
                    <a:pt x="1169026" y="269117"/>
                  </a:cubicBezTo>
                  <a:cubicBezTo>
                    <a:pt x="1168824" y="269554"/>
                    <a:pt x="1167949" y="271741"/>
                    <a:pt x="1167275" y="272481"/>
                  </a:cubicBezTo>
                  <a:cubicBezTo>
                    <a:pt x="1166636" y="273255"/>
                    <a:pt x="1166401" y="274230"/>
                    <a:pt x="1165626" y="275206"/>
                  </a:cubicBezTo>
                  <a:cubicBezTo>
                    <a:pt x="1164852" y="276181"/>
                    <a:pt x="1164987" y="276080"/>
                    <a:pt x="1164987" y="276080"/>
                  </a:cubicBezTo>
                  <a:cubicBezTo>
                    <a:pt x="1164987" y="276080"/>
                    <a:pt x="1164348" y="277695"/>
                    <a:pt x="1163910" y="278267"/>
                  </a:cubicBezTo>
                  <a:cubicBezTo>
                    <a:pt x="1163473" y="278805"/>
                    <a:pt x="1163809" y="280655"/>
                    <a:pt x="1163809" y="281093"/>
                  </a:cubicBezTo>
                  <a:cubicBezTo>
                    <a:pt x="1163809" y="281530"/>
                    <a:pt x="1164011" y="282943"/>
                    <a:pt x="1164011" y="282943"/>
                  </a:cubicBezTo>
                  <a:cubicBezTo>
                    <a:pt x="1164011" y="282943"/>
                    <a:pt x="1164247" y="284894"/>
                    <a:pt x="1164549" y="285432"/>
                  </a:cubicBezTo>
                  <a:cubicBezTo>
                    <a:pt x="1164886" y="285970"/>
                    <a:pt x="1164650" y="287047"/>
                    <a:pt x="1164650" y="287047"/>
                  </a:cubicBezTo>
                  <a:lnTo>
                    <a:pt x="1162800" y="288796"/>
                  </a:lnTo>
                  <a:lnTo>
                    <a:pt x="1160410" y="289435"/>
                  </a:lnTo>
                  <a:cubicBezTo>
                    <a:pt x="1160410" y="289435"/>
                    <a:pt x="1158458" y="289772"/>
                    <a:pt x="1158121" y="289873"/>
                  </a:cubicBezTo>
                  <a:cubicBezTo>
                    <a:pt x="1157785" y="289974"/>
                    <a:pt x="1156472" y="289772"/>
                    <a:pt x="1156472" y="289772"/>
                  </a:cubicBezTo>
                  <a:lnTo>
                    <a:pt x="1155059" y="286946"/>
                  </a:lnTo>
                  <a:lnTo>
                    <a:pt x="1153309" y="284221"/>
                  </a:lnTo>
                  <a:lnTo>
                    <a:pt x="1150583" y="281631"/>
                  </a:lnTo>
                  <a:lnTo>
                    <a:pt x="1147857" y="277056"/>
                  </a:lnTo>
                  <a:cubicBezTo>
                    <a:pt x="1147857" y="277056"/>
                    <a:pt x="1145669" y="275307"/>
                    <a:pt x="1144828" y="275004"/>
                  </a:cubicBezTo>
                  <a:cubicBezTo>
                    <a:pt x="1143953" y="274668"/>
                    <a:pt x="1143078" y="274567"/>
                    <a:pt x="1142775" y="274466"/>
                  </a:cubicBezTo>
                  <a:cubicBezTo>
                    <a:pt x="1142439" y="274365"/>
                    <a:pt x="1140587" y="273591"/>
                    <a:pt x="1140587" y="273591"/>
                  </a:cubicBezTo>
                  <a:lnTo>
                    <a:pt x="1138534" y="271842"/>
                  </a:lnTo>
                  <a:lnTo>
                    <a:pt x="1134933" y="267805"/>
                  </a:lnTo>
                  <a:lnTo>
                    <a:pt x="1132645" y="264979"/>
                  </a:lnTo>
                  <a:cubicBezTo>
                    <a:pt x="1132645" y="264979"/>
                    <a:pt x="1127429" y="258992"/>
                    <a:pt x="1127327" y="258689"/>
                  </a:cubicBezTo>
                  <a:cubicBezTo>
                    <a:pt x="1127227" y="258352"/>
                    <a:pt x="1123727" y="254988"/>
                    <a:pt x="1123727" y="254988"/>
                  </a:cubicBezTo>
                  <a:lnTo>
                    <a:pt x="1121135" y="253575"/>
                  </a:lnTo>
                  <a:cubicBezTo>
                    <a:pt x="1121135" y="253575"/>
                    <a:pt x="1112116" y="245098"/>
                    <a:pt x="1111140" y="244661"/>
                  </a:cubicBezTo>
                  <a:cubicBezTo>
                    <a:pt x="1110164" y="244224"/>
                    <a:pt x="1106697" y="241196"/>
                    <a:pt x="1105688" y="240422"/>
                  </a:cubicBezTo>
                  <a:cubicBezTo>
                    <a:pt x="1104712" y="239649"/>
                    <a:pt x="1099596" y="235208"/>
                    <a:pt x="1099596" y="235208"/>
                  </a:cubicBezTo>
                  <a:cubicBezTo>
                    <a:pt x="1099596" y="235208"/>
                    <a:pt x="1093303" y="232046"/>
                    <a:pt x="1092865" y="231743"/>
                  </a:cubicBezTo>
                  <a:cubicBezTo>
                    <a:pt x="1092428" y="231407"/>
                    <a:pt x="1089803" y="228918"/>
                    <a:pt x="1089399" y="228817"/>
                  </a:cubicBezTo>
                  <a:cubicBezTo>
                    <a:pt x="1088961" y="228716"/>
                    <a:pt x="1087346" y="227404"/>
                    <a:pt x="1087346" y="227404"/>
                  </a:cubicBezTo>
                  <a:cubicBezTo>
                    <a:pt x="1087346" y="227404"/>
                    <a:pt x="1083004" y="226327"/>
                    <a:pt x="1082668" y="226092"/>
                  </a:cubicBezTo>
                  <a:cubicBezTo>
                    <a:pt x="1082331" y="225890"/>
                    <a:pt x="1079067" y="225116"/>
                    <a:pt x="1078629" y="224881"/>
                  </a:cubicBezTo>
                  <a:cubicBezTo>
                    <a:pt x="1078192" y="224679"/>
                    <a:pt x="1074187" y="221080"/>
                    <a:pt x="1074052" y="220642"/>
                  </a:cubicBezTo>
                  <a:cubicBezTo>
                    <a:pt x="1073951" y="220205"/>
                    <a:pt x="1072437" y="219566"/>
                    <a:pt x="1072100" y="219028"/>
                  </a:cubicBezTo>
                  <a:cubicBezTo>
                    <a:pt x="1071764" y="218489"/>
                    <a:pt x="1069711" y="216538"/>
                    <a:pt x="1069711" y="216538"/>
                  </a:cubicBezTo>
                  <a:cubicBezTo>
                    <a:pt x="1069711" y="216538"/>
                    <a:pt x="1069071" y="216538"/>
                    <a:pt x="1068398" y="216875"/>
                  </a:cubicBezTo>
                  <a:cubicBezTo>
                    <a:pt x="1067759" y="217211"/>
                    <a:pt x="1067086" y="217648"/>
                    <a:pt x="1065235" y="218624"/>
                  </a:cubicBezTo>
                  <a:cubicBezTo>
                    <a:pt x="1063384" y="219600"/>
                    <a:pt x="1061970" y="219061"/>
                    <a:pt x="1060893" y="218960"/>
                  </a:cubicBezTo>
                  <a:cubicBezTo>
                    <a:pt x="1059816" y="218859"/>
                    <a:pt x="1058840" y="216908"/>
                    <a:pt x="1058840" y="216908"/>
                  </a:cubicBezTo>
                  <a:lnTo>
                    <a:pt x="1059379" y="215058"/>
                  </a:lnTo>
                  <a:cubicBezTo>
                    <a:pt x="1059379" y="215058"/>
                    <a:pt x="1059716" y="213309"/>
                    <a:pt x="1059917" y="212333"/>
                  </a:cubicBezTo>
                  <a:cubicBezTo>
                    <a:pt x="1060119" y="211358"/>
                    <a:pt x="1060355" y="210281"/>
                    <a:pt x="1060355" y="210281"/>
                  </a:cubicBezTo>
                  <a:lnTo>
                    <a:pt x="1059379" y="205404"/>
                  </a:lnTo>
                  <a:lnTo>
                    <a:pt x="1059379" y="201804"/>
                  </a:lnTo>
                  <a:lnTo>
                    <a:pt x="1059042" y="197666"/>
                  </a:lnTo>
                  <a:cubicBezTo>
                    <a:pt x="1059042" y="197666"/>
                    <a:pt x="1057528" y="195278"/>
                    <a:pt x="1057292" y="194942"/>
                  </a:cubicBezTo>
                  <a:cubicBezTo>
                    <a:pt x="1057090" y="194605"/>
                    <a:pt x="1051436" y="194067"/>
                    <a:pt x="1051436" y="194067"/>
                  </a:cubicBezTo>
                  <a:lnTo>
                    <a:pt x="1048071" y="192318"/>
                  </a:lnTo>
                  <a:lnTo>
                    <a:pt x="1045379" y="192318"/>
                  </a:lnTo>
                  <a:cubicBezTo>
                    <a:pt x="1045379" y="192318"/>
                    <a:pt x="1042787" y="192049"/>
                    <a:pt x="1041845" y="191410"/>
                  </a:cubicBezTo>
                  <a:cubicBezTo>
                    <a:pt x="1040902" y="190770"/>
                    <a:pt x="1040162" y="190938"/>
                    <a:pt x="1040162" y="190938"/>
                  </a:cubicBezTo>
                  <a:cubicBezTo>
                    <a:pt x="1040162" y="190938"/>
                    <a:pt x="1037571" y="189055"/>
                    <a:pt x="1037268" y="188550"/>
                  </a:cubicBezTo>
                  <a:cubicBezTo>
                    <a:pt x="1036965" y="188046"/>
                    <a:pt x="1036191" y="187608"/>
                    <a:pt x="1035888" y="187171"/>
                  </a:cubicBezTo>
                  <a:cubicBezTo>
                    <a:pt x="1035585" y="186734"/>
                    <a:pt x="1034946" y="186364"/>
                    <a:pt x="1034441" y="185792"/>
                  </a:cubicBezTo>
                  <a:cubicBezTo>
                    <a:pt x="1033936" y="185220"/>
                    <a:pt x="1032994" y="184042"/>
                    <a:pt x="1032859" y="183269"/>
                  </a:cubicBezTo>
                  <a:cubicBezTo>
                    <a:pt x="1032724" y="182461"/>
                    <a:pt x="1031849" y="181620"/>
                    <a:pt x="1031715" y="181015"/>
                  </a:cubicBezTo>
                  <a:cubicBezTo>
                    <a:pt x="1031580" y="180443"/>
                    <a:pt x="1030840" y="179871"/>
                    <a:pt x="1030772" y="179266"/>
                  </a:cubicBezTo>
                  <a:cubicBezTo>
                    <a:pt x="1030705" y="178694"/>
                    <a:pt x="1028686" y="178525"/>
                    <a:pt x="1028686" y="178525"/>
                  </a:cubicBezTo>
                  <a:cubicBezTo>
                    <a:pt x="1028686" y="178525"/>
                    <a:pt x="1026297" y="178155"/>
                    <a:pt x="1025421" y="177012"/>
                  </a:cubicBezTo>
                  <a:cubicBezTo>
                    <a:pt x="1024546" y="175868"/>
                    <a:pt x="1025421" y="174993"/>
                    <a:pt x="1025489" y="174119"/>
                  </a:cubicBezTo>
                  <a:cubicBezTo>
                    <a:pt x="1025556" y="173244"/>
                    <a:pt x="1025186" y="171596"/>
                    <a:pt x="1025186" y="171360"/>
                  </a:cubicBezTo>
                  <a:cubicBezTo>
                    <a:pt x="1025186" y="171125"/>
                    <a:pt x="1024378" y="169342"/>
                    <a:pt x="1023941" y="168669"/>
                  </a:cubicBezTo>
                  <a:cubicBezTo>
                    <a:pt x="1023503" y="168030"/>
                    <a:pt x="1022426" y="166516"/>
                    <a:pt x="1022426" y="166516"/>
                  </a:cubicBezTo>
                  <a:cubicBezTo>
                    <a:pt x="1022426" y="166516"/>
                    <a:pt x="1021114" y="165709"/>
                    <a:pt x="1020676" y="165137"/>
                  </a:cubicBezTo>
                  <a:cubicBezTo>
                    <a:pt x="1020239" y="164565"/>
                    <a:pt x="1019465" y="165002"/>
                    <a:pt x="1019465" y="165002"/>
                  </a:cubicBezTo>
                  <a:lnTo>
                    <a:pt x="1017849" y="165810"/>
                  </a:lnTo>
                  <a:lnTo>
                    <a:pt x="1016099" y="167122"/>
                  </a:lnTo>
                  <a:cubicBezTo>
                    <a:pt x="1016099" y="167122"/>
                    <a:pt x="1015291" y="168635"/>
                    <a:pt x="1015224" y="169073"/>
                  </a:cubicBezTo>
                  <a:cubicBezTo>
                    <a:pt x="1015157" y="169510"/>
                    <a:pt x="1014921" y="170957"/>
                    <a:pt x="1014787" y="171461"/>
                  </a:cubicBezTo>
                  <a:cubicBezTo>
                    <a:pt x="1014652" y="171966"/>
                    <a:pt x="1014282" y="172840"/>
                    <a:pt x="1014214" y="173850"/>
                  </a:cubicBezTo>
                  <a:cubicBezTo>
                    <a:pt x="1014147" y="174859"/>
                    <a:pt x="1014147" y="175801"/>
                    <a:pt x="1014147" y="175801"/>
                  </a:cubicBezTo>
                  <a:cubicBezTo>
                    <a:pt x="1014147" y="175801"/>
                    <a:pt x="1014147" y="177314"/>
                    <a:pt x="1014147" y="177617"/>
                  </a:cubicBezTo>
                  <a:cubicBezTo>
                    <a:pt x="1014147" y="177920"/>
                    <a:pt x="1014484" y="178256"/>
                    <a:pt x="1015426" y="179568"/>
                  </a:cubicBezTo>
                  <a:cubicBezTo>
                    <a:pt x="1016368" y="180880"/>
                    <a:pt x="1016032" y="180813"/>
                    <a:pt x="1016705" y="181385"/>
                  </a:cubicBezTo>
                  <a:cubicBezTo>
                    <a:pt x="1017344" y="181957"/>
                    <a:pt x="1017075" y="183201"/>
                    <a:pt x="1017580" y="183706"/>
                  </a:cubicBezTo>
                  <a:cubicBezTo>
                    <a:pt x="1018085" y="184211"/>
                    <a:pt x="1018017" y="184648"/>
                    <a:pt x="1018825" y="185455"/>
                  </a:cubicBezTo>
                  <a:cubicBezTo>
                    <a:pt x="1019633" y="186263"/>
                    <a:pt x="1019195" y="185893"/>
                    <a:pt x="1019431" y="185960"/>
                  </a:cubicBezTo>
                  <a:cubicBezTo>
                    <a:pt x="1019666" y="186027"/>
                    <a:pt x="1019768" y="187036"/>
                    <a:pt x="1020575" y="187406"/>
                  </a:cubicBezTo>
                  <a:cubicBezTo>
                    <a:pt x="1021383" y="187776"/>
                    <a:pt x="1021719" y="188146"/>
                    <a:pt x="1021719" y="188146"/>
                  </a:cubicBezTo>
                  <a:cubicBezTo>
                    <a:pt x="1021719" y="188146"/>
                    <a:pt x="1025287" y="191847"/>
                    <a:pt x="1025186" y="192789"/>
                  </a:cubicBezTo>
                  <a:cubicBezTo>
                    <a:pt x="1025118" y="193731"/>
                    <a:pt x="1024984" y="194740"/>
                    <a:pt x="1024883" y="195682"/>
                  </a:cubicBezTo>
                  <a:cubicBezTo>
                    <a:pt x="1024816" y="196624"/>
                    <a:pt x="1023571" y="197195"/>
                    <a:pt x="1023133" y="197700"/>
                  </a:cubicBezTo>
                  <a:cubicBezTo>
                    <a:pt x="1022695" y="198205"/>
                    <a:pt x="1019868" y="198777"/>
                    <a:pt x="1019397" y="198777"/>
                  </a:cubicBezTo>
                  <a:cubicBezTo>
                    <a:pt x="1018926" y="198777"/>
                    <a:pt x="1017715" y="198911"/>
                    <a:pt x="1017277" y="198911"/>
                  </a:cubicBezTo>
                  <a:cubicBezTo>
                    <a:pt x="1016840" y="198911"/>
                    <a:pt x="1014955" y="198474"/>
                    <a:pt x="1013878" y="197902"/>
                  </a:cubicBezTo>
                  <a:cubicBezTo>
                    <a:pt x="1012801" y="197330"/>
                    <a:pt x="1012060" y="197027"/>
                    <a:pt x="1011859" y="196960"/>
                  </a:cubicBezTo>
                  <a:cubicBezTo>
                    <a:pt x="1011657" y="196893"/>
                    <a:pt x="1008460" y="195379"/>
                    <a:pt x="1008224" y="195143"/>
                  </a:cubicBezTo>
                  <a:cubicBezTo>
                    <a:pt x="1007988" y="194908"/>
                    <a:pt x="1006575" y="193899"/>
                    <a:pt x="1006575" y="193899"/>
                  </a:cubicBezTo>
                  <a:cubicBezTo>
                    <a:pt x="1006575" y="193899"/>
                    <a:pt x="1006205" y="191275"/>
                    <a:pt x="1006272" y="191073"/>
                  </a:cubicBezTo>
                  <a:cubicBezTo>
                    <a:pt x="1006339" y="190871"/>
                    <a:pt x="1003580" y="188617"/>
                    <a:pt x="1003580" y="188617"/>
                  </a:cubicBezTo>
                  <a:lnTo>
                    <a:pt x="1001695" y="187743"/>
                  </a:lnTo>
                  <a:lnTo>
                    <a:pt x="996983" y="183975"/>
                  </a:lnTo>
                  <a:lnTo>
                    <a:pt x="987493" y="175868"/>
                  </a:lnTo>
                  <a:cubicBezTo>
                    <a:pt x="987493" y="175868"/>
                    <a:pt x="986685" y="175363"/>
                    <a:pt x="986416" y="174993"/>
                  </a:cubicBezTo>
                  <a:cubicBezTo>
                    <a:pt x="986113" y="174623"/>
                    <a:pt x="984666" y="172908"/>
                    <a:pt x="984228" y="172370"/>
                  </a:cubicBezTo>
                  <a:cubicBezTo>
                    <a:pt x="983791" y="171865"/>
                    <a:pt x="982714" y="171058"/>
                    <a:pt x="982579" y="170721"/>
                  </a:cubicBezTo>
                  <a:cubicBezTo>
                    <a:pt x="982445" y="170351"/>
                    <a:pt x="981334" y="169847"/>
                    <a:pt x="981132" y="169712"/>
                  </a:cubicBezTo>
                  <a:cubicBezTo>
                    <a:pt x="980897" y="169577"/>
                    <a:pt x="980055" y="170149"/>
                    <a:pt x="978877" y="170082"/>
                  </a:cubicBezTo>
                  <a:cubicBezTo>
                    <a:pt x="977733" y="170015"/>
                    <a:pt x="977565" y="170082"/>
                    <a:pt x="977127" y="169880"/>
                  </a:cubicBezTo>
                  <a:cubicBezTo>
                    <a:pt x="976690" y="169678"/>
                    <a:pt x="976117" y="168938"/>
                    <a:pt x="976117" y="168938"/>
                  </a:cubicBezTo>
                  <a:cubicBezTo>
                    <a:pt x="976117" y="168938"/>
                    <a:pt x="975040" y="167929"/>
                    <a:pt x="974670" y="167626"/>
                  </a:cubicBezTo>
                  <a:cubicBezTo>
                    <a:pt x="974300" y="167324"/>
                    <a:pt x="974468" y="166314"/>
                    <a:pt x="974536" y="166045"/>
                  </a:cubicBezTo>
                  <a:cubicBezTo>
                    <a:pt x="974603" y="165742"/>
                    <a:pt x="975848" y="164666"/>
                    <a:pt x="976353" y="164296"/>
                  </a:cubicBezTo>
                  <a:cubicBezTo>
                    <a:pt x="976858" y="163926"/>
                    <a:pt x="975848" y="163152"/>
                    <a:pt x="975848" y="163152"/>
                  </a:cubicBezTo>
                  <a:lnTo>
                    <a:pt x="973593" y="161639"/>
                  </a:lnTo>
                  <a:cubicBezTo>
                    <a:pt x="973593" y="161639"/>
                    <a:pt x="972449" y="159620"/>
                    <a:pt x="972281" y="159183"/>
                  </a:cubicBezTo>
                  <a:cubicBezTo>
                    <a:pt x="972146" y="158745"/>
                    <a:pt x="970699" y="158476"/>
                    <a:pt x="970262" y="158174"/>
                  </a:cubicBezTo>
                  <a:cubicBezTo>
                    <a:pt x="969824" y="157871"/>
                    <a:pt x="968680" y="156727"/>
                    <a:pt x="968680" y="156727"/>
                  </a:cubicBezTo>
                  <a:cubicBezTo>
                    <a:pt x="968680" y="156727"/>
                    <a:pt x="967536" y="154271"/>
                    <a:pt x="967367" y="153699"/>
                  </a:cubicBezTo>
                  <a:cubicBezTo>
                    <a:pt x="967233" y="153128"/>
                    <a:pt x="966930" y="150369"/>
                    <a:pt x="966930" y="150369"/>
                  </a:cubicBezTo>
                  <a:lnTo>
                    <a:pt x="965785" y="148048"/>
                  </a:lnTo>
                  <a:cubicBezTo>
                    <a:pt x="965785" y="148048"/>
                    <a:pt x="964036" y="147173"/>
                    <a:pt x="964036" y="146601"/>
                  </a:cubicBezTo>
                  <a:cubicBezTo>
                    <a:pt x="964036" y="146030"/>
                    <a:pt x="961848" y="144852"/>
                    <a:pt x="961579" y="144146"/>
                  </a:cubicBezTo>
                  <a:cubicBezTo>
                    <a:pt x="961276" y="143406"/>
                    <a:pt x="960569" y="141825"/>
                    <a:pt x="960401" y="141387"/>
                  </a:cubicBezTo>
                  <a:cubicBezTo>
                    <a:pt x="960266" y="140950"/>
                    <a:pt x="958651" y="138494"/>
                    <a:pt x="958651" y="137620"/>
                  </a:cubicBezTo>
                  <a:cubicBezTo>
                    <a:pt x="958651" y="136745"/>
                    <a:pt x="955016" y="132843"/>
                    <a:pt x="955016" y="132843"/>
                  </a:cubicBezTo>
                  <a:cubicBezTo>
                    <a:pt x="955016" y="132843"/>
                    <a:pt x="951684" y="130387"/>
                    <a:pt x="951381" y="129512"/>
                  </a:cubicBezTo>
                  <a:cubicBezTo>
                    <a:pt x="951078" y="128638"/>
                    <a:pt x="947477" y="127326"/>
                    <a:pt x="946872" y="127057"/>
                  </a:cubicBezTo>
                  <a:cubicBezTo>
                    <a:pt x="946300" y="126754"/>
                    <a:pt x="944684" y="124298"/>
                    <a:pt x="943102" y="123155"/>
                  </a:cubicBezTo>
                  <a:cubicBezTo>
                    <a:pt x="941521" y="122011"/>
                    <a:pt x="940511" y="121136"/>
                    <a:pt x="939905" y="120564"/>
                  </a:cubicBezTo>
                  <a:cubicBezTo>
                    <a:pt x="939333" y="119993"/>
                    <a:pt x="937886" y="118815"/>
                    <a:pt x="936876" y="117537"/>
                  </a:cubicBezTo>
                  <a:cubicBezTo>
                    <a:pt x="935867" y="116225"/>
                    <a:pt x="935294" y="115956"/>
                    <a:pt x="935294" y="115956"/>
                  </a:cubicBezTo>
                  <a:cubicBezTo>
                    <a:pt x="935294" y="115956"/>
                    <a:pt x="933847" y="114509"/>
                    <a:pt x="933410" y="114072"/>
                  </a:cubicBezTo>
                  <a:cubicBezTo>
                    <a:pt x="932972" y="113635"/>
                    <a:pt x="930650" y="112928"/>
                    <a:pt x="930516" y="112491"/>
                  </a:cubicBezTo>
                  <a:cubicBezTo>
                    <a:pt x="930381" y="112054"/>
                    <a:pt x="929371" y="109732"/>
                    <a:pt x="928934" y="108723"/>
                  </a:cubicBezTo>
                  <a:cubicBezTo>
                    <a:pt x="928496" y="107714"/>
                    <a:pt x="926612" y="104653"/>
                    <a:pt x="926612" y="104653"/>
                  </a:cubicBezTo>
                  <a:lnTo>
                    <a:pt x="922842" y="102063"/>
                  </a:lnTo>
                  <a:cubicBezTo>
                    <a:pt x="922842" y="102063"/>
                    <a:pt x="921664" y="102063"/>
                    <a:pt x="921092" y="102063"/>
                  </a:cubicBezTo>
                  <a:cubicBezTo>
                    <a:pt x="920520" y="102063"/>
                    <a:pt x="919208" y="100481"/>
                    <a:pt x="919073" y="100044"/>
                  </a:cubicBezTo>
                  <a:cubicBezTo>
                    <a:pt x="918938" y="99607"/>
                    <a:pt x="916751" y="97723"/>
                    <a:pt x="916482" y="97151"/>
                  </a:cubicBezTo>
                  <a:cubicBezTo>
                    <a:pt x="916179" y="96579"/>
                    <a:pt x="915472" y="94527"/>
                    <a:pt x="915472" y="93955"/>
                  </a:cubicBezTo>
                  <a:cubicBezTo>
                    <a:pt x="915472" y="93384"/>
                    <a:pt x="914159" y="89751"/>
                    <a:pt x="914159" y="89751"/>
                  </a:cubicBezTo>
                  <a:lnTo>
                    <a:pt x="911703" y="86992"/>
                  </a:lnTo>
                  <a:lnTo>
                    <a:pt x="907227" y="84671"/>
                  </a:lnTo>
                  <a:cubicBezTo>
                    <a:pt x="907227" y="84671"/>
                    <a:pt x="904635" y="84671"/>
                    <a:pt x="904198" y="84671"/>
                  </a:cubicBezTo>
                  <a:cubicBezTo>
                    <a:pt x="903760" y="84671"/>
                    <a:pt x="901303" y="86487"/>
                    <a:pt x="900563" y="87059"/>
                  </a:cubicBezTo>
                  <a:cubicBezTo>
                    <a:pt x="899856" y="87631"/>
                    <a:pt x="898678" y="87867"/>
                    <a:pt x="898678" y="87867"/>
                  </a:cubicBezTo>
                  <a:lnTo>
                    <a:pt x="897534" y="89885"/>
                  </a:lnTo>
                  <a:lnTo>
                    <a:pt x="896524" y="91769"/>
                  </a:lnTo>
                  <a:cubicBezTo>
                    <a:pt x="896524" y="91769"/>
                    <a:pt x="896221" y="93081"/>
                    <a:pt x="896221" y="94225"/>
                  </a:cubicBezTo>
                  <a:cubicBezTo>
                    <a:pt x="896221" y="95368"/>
                    <a:pt x="895649" y="95671"/>
                    <a:pt x="895649" y="95671"/>
                  </a:cubicBezTo>
                  <a:cubicBezTo>
                    <a:pt x="895649" y="95671"/>
                    <a:pt x="894505" y="97858"/>
                    <a:pt x="893899" y="98295"/>
                  </a:cubicBezTo>
                  <a:cubicBezTo>
                    <a:pt x="893327" y="98732"/>
                    <a:pt x="893024" y="99439"/>
                    <a:pt x="893024" y="99439"/>
                  </a:cubicBezTo>
                  <a:cubicBezTo>
                    <a:pt x="893024" y="99439"/>
                    <a:pt x="888548" y="100885"/>
                    <a:pt x="887942" y="101020"/>
                  </a:cubicBezTo>
                  <a:cubicBezTo>
                    <a:pt x="887370" y="101154"/>
                    <a:pt x="879596" y="102264"/>
                    <a:pt x="879596" y="102264"/>
                  </a:cubicBezTo>
                  <a:cubicBezTo>
                    <a:pt x="879596" y="102264"/>
                    <a:pt x="874817" y="101928"/>
                    <a:pt x="873740" y="101625"/>
                  </a:cubicBezTo>
                  <a:cubicBezTo>
                    <a:pt x="872663" y="101289"/>
                    <a:pt x="872529" y="98799"/>
                    <a:pt x="872428" y="98261"/>
                  </a:cubicBezTo>
                  <a:cubicBezTo>
                    <a:pt x="872327" y="97723"/>
                    <a:pt x="870240" y="94998"/>
                    <a:pt x="870240" y="94998"/>
                  </a:cubicBezTo>
                  <a:lnTo>
                    <a:pt x="866538" y="90087"/>
                  </a:lnTo>
                  <a:cubicBezTo>
                    <a:pt x="866538" y="90087"/>
                    <a:pt x="864351" y="89111"/>
                    <a:pt x="863913" y="89111"/>
                  </a:cubicBezTo>
                  <a:cubicBezTo>
                    <a:pt x="863476" y="89111"/>
                    <a:pt x="862836" y="89313"/>
                    <a:pt x="862500" y="89313"/>
                  </a:cubicBezTo>
                  <a:cubicBezTo>
                    <a:pt x="862163" y="89313"/>
                    <a:pt x="861187" y="89414"/>
                    <a:pt x="860548" y="89515"/>
                  </a:cubicBezTo>
                  <a:cubicBezTo>
                    <a:pt x="859908" y="89616"/>
                    <a:pt x="859572" y="90827"/>
                    <a:pt x="859134" y="91802"/>
                  </a:cubicBezTo>
                  <a:cubicBezTo>
                    <a:pt x="858697" y="92778"/>
                    <a:pt x="857721" y="93989"/>
                    <a:pt x="856846" y="94830"/>
                  </a:cubicBezTo>
                  <a:cubicBezTo>
                    <a:pt x="855971" y="95705"/>
                    <a:pt x="855432" y="96243"/>
                    <a:pt x="855432" y="96243"/>
                  </a:cubicBezTo>
                  <a:cubicBezTo>
                    <a:pt x="855432" y="96243"/>
                    <a:pt x="854557" y="98531"/>
                    <a:pt x="853918" y="98968"/>
                  </a:cubicBezTo>
                  <a:cubicBezTo>
                    <a:pt x="853278" y="99405"/>
                    <a:pt x="852605" y="100044"/>
                    <a:pt x="851629" y="100818"/>
                  </a:cubicBezTo>
                  <a:cubicBezTo>
                    <a:pt x="850653" y="101592"/>
                    <a:pt x="850317" y="101255"/>
                    <a:pt x="850317" y="101255"/>
                  </a:cubicBezTo>
                  <a:cubicBezTo>
                    <a:pt x="850317" y="101255"/>
                    <a:pt x="848365" y="102668"/>
                    <a:pt x="847591" y="103307"/>
                  </a:cubicBezTo>
                  <a:cubicBezTo>
                    <a:pt x="846817" y="103946"/>
                    <a:pt x="846177" y="105898"/>
                    <a:pt x="846177" y="106772"/>
                  </a:cubicBezTo>
                  <a:cubicBezTo>
                    <a:pt x="846177" y="107647"/>
                    <a:pt x="845740" y="108387"/>
                    <a:pt x="845302" y="108824"/>
                  </a:cubicBezTo>
                  <a:cubicBezTo>
                    <a:pt x="844865" y="109262"/>
                    <a:pt x="844225" y="111650"/>
                    <a:pt x="843014" y="112525"/>
                  </a:cubicBezTo>
                  <a:cubicBezTo>
                    <a:pt x="841802" y="113399"/>
                    <a:pt x="841937" y="112861"/>
                    <a:pt x="840725" y="113164"/>
                  </a:cubicBezTo>
                  <a:cubicBezTo>
                    <a:pt x="839514" y="113500"/>
                    <a:pt x="837797" y="113265"/>
                    <a:pt x="835711" y="112827"/>
                  </a:cubicBezTo>
                  <a:cubicBezTo>
                    <a:pt x="833658" y="112390"/>
                    <a:pt x="834970" y="111515"/>
                    <a:pt x="834970" y="111515"/>
                  </a:cubicBezTo>
                  <a:lnTo>
                    <a:pt x="834970" y="108791"/>
                  </a:lnTo>
                  <a:cubicBezTo>
                    <a:pt x="834970" y="108791"/>
                    <a:pt x="834869" y="105427"/>
                    <a:pt x="834768" y="104989"/>
                  </a:cubicBezTo>
                  <a:cubicBezTo>
                    <a:pt x="834667" y="104552"/>
                    <a:pt x="830326" y="102601"/>
                    <a:pt x="830326" y="102601"/>
                  </a:cubicBezTo>
                  <a:cubicBezTo>
                    <a:pt x="830326" y="102601"/>
                    <a:pt x="826523" y="101188"/>
                    <a:pt x="825109" y="100111"/>
                  </a:cubicBezTo>
                  <a:cubicBezTo>
                    <a:pt x="823696" y="99035"/>
                    <a:pt x="820431" y="97723"/>
                    <a:pt x="819018" y="97185"/>
                  </a:cubicBezTo>
                  <a:cubicBezTo>
                    <a:pt x="817604" y="96647"/>
                    <a:pt x="815753" y="95335"/>
                    <a:pt x="814239" y="94696"/>
                  </a:cubicBezTo>
                  <a:cubicBezTo>
                    <a:pt x="812724" y="94056"/>
                    <a:pt x="810974" y="93720"/>
                    <a:pt x="808248" y="92744"/>
                  </a:cubicBezTo>
                  <a:cubicBezTo>
                    <a:pt x="805522" y="91769"/>
                    <a:pt x="804647" y="90793"/>
                    <a:pt x="802594" y="89481"/>
                  </a:cubicBezTo>
                  <a:cubicBezTo>
                    <a:pt x="800542" y="88169"/>
                    <a:pt x="799229" y="85882"/>
                    <a:pt x="798590" y="84469"/>
                  </a:cubicBezTo>
                  <a:cubicBezTo>
                    <a:pt x="797950" y="83056"/>
                    <a:pt x="796840" y="82417"/>
                    <a:pt x="796301" y="81643"/>
                  </a:cubicBezTo>
                  <a:cubicBezTo>
                    <a:pt x="795763" y="80870"/>
                    <a:pt x="793272" y="77943"/>
                    <a:pt x="792936" y="76766"/>
                  </a:cubicBezTo>
                  <a:cubicBezTo>
                    <a:pt x="792599" y="75555"/>
                    <a:pt x="790344" y="74142"/>
                    <a:pt x="789772" y="73301"/>
                  </a:cubicBezTo>
                  <a:cubicBezTo>
                    <a:pt x="789234" y="72426"/>
                    <a:pt x="785532" y="68625"/>
                    <a:pt x="784993" y="67986"/>
                  </a:cubicBezTo>
                  <a:cubicBezTo>
                    <a:pt x="784455" y="67347"/>
                    <a:pt x="782368" y="65362"/>
                    <a:pt x="782065" y="64958"/>
                  </a:cubicBezTo>
                  <a:cubicBezTo>
                    <a:pt x="781729" y="64521"/>
                    <a:pt x="779137" y="61796"/>
                    <a:pt x="777926" y="59845"/>
                  </a:cubicBezTo>
                  <a:cubicBezTo>
                    <a:pt x="776748" y="57894"/>
                    <a:pt x="775301" y="57557"/>
                    <a:pt x="774560" y="57120"/>
                  </a:cubicBezTo>
                  <a:cubicBezTo>
                    <a:pt x="773786" y="56683"/>
                    <a:pt x="770320" y="54631"/>
                    <a:pt x="770320" y="54631"/>
                  </a:cubicBezTo>
                  <a:cubicBezTo>
                    <a:pt x="770320" y="54631"/>
                    <a:pt x="765541" y="53857"/>
                    <a:pt x="765204" y="53857"/>
                  </a:cubicBezTo>
                  <a:cubicBezTo>
                    <a:pt x="764868" y="53857"/>
                    <a:pt x="754771" y="53420"/>
                    <a:pt x="753459" y="53420"/>
                  </a:cubicBezTo>
                  <a:cubicBezTo>
                    <a:pt x="752146" y="53420"/>
                    <a:pt x="749992" y="54193"/>
                    <a:pt x="749992" y="54193"/>
                  </a:cubicBezTo>
                  <a:lnTo>
                    <a:pt x="748478" y="55270"/>
                  </a:lnTo>
                  <a:cubicBezTo>
                    <a:pt x="748478" y="55270"/>
                    <a:pt x="745752" y="57860"/>
                    <a:pt x="744877" y="59071"/>
                  </a:cubicBezTo>
                  <a:cubicBezTo>
                    <a:pt x="744002" y="60249"/>
                    <a:pt x="743127" y="61998"/>
                    <a:pt x="743261" y="62435"/>
                  </a:cubicBezTo>
                  <a:cubicBezTo>
                    <a:pt x="743362" y="62872"/>
                    <a:pt x="740670" y="69836"/>
                    <a:pt x="740973" y="70038"/>
                  </a:cubicBezTo>
                  <a:cubicBezTo>
                    <a:pt x="741310" y="70240"/>
                    <a:pt x="744776" y="75353"/>
                    <a:pt x="745853" y="76867"/>
                  </a:cubicBezTo>
                  <a:cubicBezTo>
                    <a:pt x="746930" y="78380"/>
                    <a:pt x="746088" y="78178"/>
                    <a:pt x="745954" y="81206"/>
                  </a:cubicBezTo>
                  <a:cubicBezTo>
                    <a:pt x="745853" y="84234"/>
                    <a:pt x="744877" y="85646"/>
                    <a:pt x="743127" y="87934"/>
                  </a:cubicBezTo>
                  <a:cubicBezTo>
                    <a:pt x="741377" y="90221"/>
                    <a:pt x="741713" y="93148"/>
                    <a:pt x="740199" y="98160"/>
                  </a:cubicBezTo>
                  <a:cubicBezTo>
                    <a:pt x="738684" y="103173"/>
                    <a:pt x="738684" y="105427"/>
                    <a:pt x="737708" y="107512"/>
                  </a:cubicBezTo>
                  <a:cubicBezTo>
                    <a:pt x="736732" y="109564"/>
                    <a:pt x="736632" y="110540"/>
                    <a:pt x="736632" y="112289"/>
                  </a:cubicBezTo>
                  <a:cubicBezTo>
                    <a:pt x="736632" y="114038"/>
                    <a:pt x="737708" y="115552"/>
                    <a:pt x="738247" y="117167"/>
                  </a:cubicBezTo>
                  <a:cubicBezTo>
                    <a:pt x="738785" y="118781"/>
                    <a:pt x="739862" y="121944"/>
                    <a:pt x="740098" y="122280"/>
                  </a:cubicBezTo>
                  <a:cubicBezTo>
                    <a:pt x="740333" y="122616"/>
                    <a:pt x="740636" y="128806"/>
                    <a:pt x="740435" y="129546"/>
                  </a:cubicBezTo>
                  <a:cubicBezTo>
                    <a:pt x="740233" y="130320"/>
                    <a:pt x="740435" y="133549"/>
                    <a:pt x="740233" y="135971"/>
                  </a:cubicBezTo>
                  <a:cubicBezTo>
                    <a:pt x="740031" y="138360"/>
                    <a:pt x="739694" y="140849"/>
                    <a:pt x="739694" y="141186"/>
                  </a:cubicBezTo>
                  <a:cubicBezTo>
                    <a:pt x="739694" y="141522"/>
                    <a:pt x="739593" y="143574"/>
                    <a:pt x="739593" y="145525"/>
                  </a:cubicBezTo>
                  <a:cubicBezTo>
                    <a:pt x="739593" y="147476"/>
                    <a:pt x="739156" y="147274"/>
                    <a:pt x="739055" y="148014"/>
                  </a:cubicBezTo>
                  <a:cubicBezTo>
                    <a:pt x="738954" y="148788"/>
                    <a:pt x="737540" y="149225"/>
                    <a:pt x="736665" y="149528"/>
                  </a:cubicBezTo>
                  <a:cubicBezTo>
                    <a:pt x="735790" y="149865"/>
                    <a:pt x="732963" y="150403"/>
                    <a:pt x="732324" y="150403"/>
                  </a:cubicBezTo>
                  <a:cubicBezTo>
                    <a:pt x="731684" y="150403"/>
                    <a:pt x="729732" y="150739"/>
                    <a:pt x="727881" y="150403"/>
                  </a:cubicBezTo>
                  <a:cubicBezTo>
                    <a:pt x="726030" y="150066"/>
                    <a:pt x="725155" y="151917"/>
                    <a:pt x="724179" y="152051"/>
                  </a:cubicBezTo>
                  <a:cubicBezTo>
                    <a:pt x="723203" y="152152"/>
                    <a:pt x="719737" y="151513"/>
                    <a:pt x="718862" y="151513"/>
                  </a:cubicBezTo>
                  <a:cubicBezTo>
                    <a:pt x="717987" y="151513"/>
                    <a:pt x="716472" y="150302"/>
                    <a:pt x="716472" y="150302"/>
                  </a:cubicBezTo>
                  <a:cubicBezTo>
                    <a:pt x="716472" y="150302"/>
                    <a:pt x="712770" y="147274"/>
                    <a:pt x="712333" y="146938"/>
                  </a:cubicBezTo>
                  <a:cubicBezTo>
                    <a:pt x="711895" y="146601"/>
                    <a:pt x="709742" y="144751"/>
                    <a:pt x="708429" y="143574"/>
                  </a:cubicBezTo>
                  <a:cubicBezTo>
                    <a:pt x="707116" y="142397"/>
                    <a:pt x="705164" y="140210"/>
                    <a:pt x="704626" y="139874"/>
                  </a:cubicBezTo>
                  <a:cubicBezTo>
                    <a:pt x="704088" y="139537"/>
                    <a:pt x="701900" y="139335"/>
                    <a:pt x="701261" y="138999"/>
                  </a:cubicBezTo>
                  <a:cubicBezTo>
                    <a:pt x="700621" y="138663"/>
                    <a:pt x="699510" y="135837"/>
                    <a:pt x="699510" y="135399"/>
                  </a:cubicBezTo>
                  <a:cubicBezTo>
                    <a:pt x="699510" y="134962"/>
                    <a:pt x="699746" y="133347"/>
                    <a:pt x="699746" y="133011"/>
                  </a:cubicBezTo>
                  <a:cubicBezTo>
                    <a:pt x="699746" y="132675"/>
                    <a:pt x="699847" y="127158"/>
                    <a:pt x="699847" y="127158"/>
                  </a:cubicBezTo>
                  <a:cubicBezTo>
                    <a:pt x="699847" y="127158"/>
                    <a:pt x="696246" y="123558"/>
                    <a:pt x="695607" y="123155"/>
                  </a:cubicBezTo>
                  <a:cubicBezTo>
                    <a:pt x="694967" y="122717"/>
                    <a:pt x="691030" y="118277"/>
                    <a:pt x="690727" y="117604"/>
                  </a:cubicBezTo>
                  <a:cubicBezTo>
                    <a:pt x="690390" y="116965"/>
                    <a:pt x="687361" y="115989"/>
                    <a:pt x="686924" y="115754"/>
                  </a:cubicBezTo>
                  <a:cubicBezTo>
                    <a:pt x="686486" y="115552"/>
                    <a:pt x="680832" y="113467"/>
                    <a:pt x="680395" y="113265"/>
                  </a:cubicBezTo>
                  <a:cubicBezTo>
                    <a:pt x="679957" y="113063"/>
                    <a:pt x="677770" y="113265"/>
                    <a:pt x="677770" y="113265"/>
                  </a:cubicBezTo>
                  <a:cubicBezTo>
                    <a:pt x="677770" y="113265"/>
                    <a:pt x="672217" y="110876"/>
                    <a:pt x="671678" y="110439"/>
                  </a:cubicBezTo>
                  <a:cubicBezTo>
                    <a:pt x="671140" y="110002"/>
                    <a:pt x="660034" y="103038"/>
                    <a:pt x="659731" y="102836"/>
                  </a:cubicBezTo>
                  <a:cubicBezTo>
                    <a:pt x="659394" y="102634"/>
                    <a:pt x="655490" y="99035"/>
                    <a:pt x="655288" y="98598"/>
                  </a:cubicBezTo>
                  <a:cubicBezTo>
                    <a:pt x="655087" y="98160"/>
                    <a:pt x="649735" y="92946"/>
                    <a:pt x="648759" y="92307"/>
                  </a:cubicBezTo>
                  <a:cubicBezTo>
                    <a:pt x="647783" y="91668"/>
                    <a:pt x="644283" y="87867"/>
                    <a:pt x="643879" y="87093"/>
                  </a:cubicBezTo>
                  <a:cubicBezTo>
                    <a:pt x="643442" y="86319"/>
                    <a:pt x="641389" y="85041"/>
                    <a:pt x="640952" y="84368"/>
                  </a:cubicBezTo>
                  <a:cubicBezTo>
                    <a:pt x="640514" y="83729"/>
                    <a:pt x="638461" y="82854"/>
                    <a:pt x="638461" y="82854"/>
                  </a:cubicBezTo>
                  <a:cubicBezTo>
                    <a:pt x="638461" y="82854"/>
                    <a:pt x="635096" y="81105"/>
                    <a:pt x="634658" y="81004"/>
                  </a:cubicBezTo>
                  <a:cubicBezTo>
                    <a:pt x="634221" y="80903"/>
                    <a:pt x="633043" y="79692"/>
                    <a:pt x="633043" y="79692"/>
                  </a:cubicBezTo>
                  <a:cubicBezTo>
                    <a:pt x="633043" y="79692"/>
                    <a:pt x="632403" y="75016"/>
                    <a:pt x="631966" y="71551"/>
                  </a:cubicBezTo>
                  <a:cubicBezTo>
                    <a:pt x="631528" y="68087"/>
                    <a:pt x="627389" y="67515"/>
                    <a:pt x="627187" y="67212"/>
                  </a:cubicBezTo>
                  <a:cubicBezTo>
                    <a:pt x="626951" y="66876"/>
                    <a:pt x="625235" y="65160"/>
                    <a:pt x="624898" y="64924"/>
                  </a:cubicBezTo>
                  <a:cubicBezTo>
                    <a:pt x="624562" y="64723"/>
                    <a:pt x="616316" y="58197"/>
                    <a:pt x="615340" y="57322"/>
                  </a:cubicBezTo>
                  <a:cubicBezTo>
                    <a:pt x="614364" y="56447"/>
                    <a:pt x="608172" y="48946"/>
                    <a:pt x="607499" y="47667"/>
                  </a:cubicBezTo>
                  <a:cubicBezTo>
                    <a:pt x="606859" y="46355"/>
                    <a:pt x="604133" y="45279"/>
                    <a:pt x="602720" y="43866"/>
                  </a:cubicBezTo>
                  <a:cubicBezTo>
                    <a:pt x="601306" y="42453"/>
                    <a:pt x="599455" y="38416"/>
                    <a:pt x="599119" y="36163"/>
                  </a:cubicBezTo>
                  <a:cubicBezTo>
                    <a:pt x="598782" y="33875"/>
                    <a:pt x="593566" y="34514"/>
                    <a:pt x="593566" y="34514"/>
                  </a:cubicBezTo>
                  <a:cubicBezTo>
                    <a:pt x="593566" y="34514"/>
                    <a:pt x="585960" y="35725"/>
                    <a:pt x="585320" y="35591"/>
                  </a:cubicBezTo>
                  <a:cubicBezTo>
                    <a:pt x="584681" y="35490"/>
                    <a:pt x="581854" y="33202"/>
                    <a:pt x="580306" y="31890"/>
                  </a:cubicBezTo>
                  <a:cubicBezTo>
                    <a:pt x="578791" y="30578"/>
                    <a:pt x="575426" y="28425"/>
                    <a:pt x="574316" y="27753"/>
                  </a:cubicBezTo>
                  <a:cubicBezTo>
                    <a:pt x="573239" y="27114"/>
                    <a:pt x="569200" y="25802"/>
                    <a:pt x="567887" y="25701"/>
                  </a:cubicBezTo>
                  <a:cubicBezTo>
                    <a:pt x="566575" y="25600"/>
                    <a:pt x="565599" y="25802"/>
                    <a:pt x="563310" y="25802"/>
                  </a:cubicBezTo>
                  <a:cubicBezTo>
                    <a:pt x="561022" y="25802"/>
                    <a:pt x="558296" y="25802"/>
                    <a:pt x="555806" y="25600"/>
                  </a:cubicBezTo>
                  <a:cubicBezTo>
                    <a:pt x="553315" y="25364"/>
                    <a:pt x="550051" y="23951"/>
                    <a:pt x="549377" y="23750"/>
                  </a:cubicBezTo>
                  <a:cubicBezTo>
                    <a:pt x="548738" y="23548"/>
                    <a:pt x="543824" y="20049"/>
                    <a:pt x="542949" y="19410"/>
                  </a:cubicBezTo>
                  <a:cubicBezTo>
                    <a:pt x="542074" y="18771"/>
                    <a:pt x="538709" y="15945"/>
                    <a:pt x="536757" y="14970"/>
                  </a:cubicBezTo>
                  <a:cubicBezTo>
                    <a:pt x="534805" y="13994"/>
                    <a:pt x="533291" y="12783"/>
                    <a:pt x="532954" y="12581"/>
                  </a:cubicBezTo>
                  <a:cubicBezTo>
                    <a:pt x="532617" y="12379"/>
                    <a:pt x="526997" y="11606"/>
                    <a:pt x="526997" y="11606"/>
                  </a:cubicBezTo>
                  <a:cubicBezTo>
                    <a:pt x="526997" y="11606"/>
                    <a:pt x="519290" y="12379"/>
                    <a:pt x="517978" y="12682"/>
                  </a:cubicBezTo>
                  <a:cubicBezTo>
                    <a:pt x="516665" y="13019"/>
                    <a:pt x="514377" y="10630"/>
                    <a:pt x="514377" y="10630"/>
                  </a:cubicBezTo>
                  <a:lnTo>
                    <a:pt x="511651" y="8242"/>
                  </a:lnTo>
                  <a:cubicBezTo>
                    <a:pt x="511651" y="8242"/>
                    <a:pt x="510136" y="6829"/>
                    <a:pt x="509800" y="6829"/>
                  </a:cubicBezTo>
                  <a:cubicBezTo>
                    <a:pt x="509463" y="6829"/>
                    <a:pt x="508386" y="7165"/>
                    <a:pt x="507747" y="7165"/>
                  </a:cubicBezTo>
                  <a:cubicBezTo>
                    <a:pt x="507107" y="7165"/>
                    <a:pt x="505357" y="8040"/>
                    <a:pt x="503708" y="8477"/>
                  </a:cubicBezTo>
                  <a:cubicBezTo>
                    <a:pt x="502093" y="8914"/>
                    <a:pt x="501521" y="9688"/>
                    <a:pt x="500006" y="9991"/>
                  </a:cubicBezTo>
                  <a:cubicBezTo>
                    <a:pt x="498492" y="10327"/>
                    <a:pt x="497415" y="10630"/>
                    <a:pt x="496203" y="10630"/>
                  </a:cubicBezTo>
                  <a:cubicBezTo>
                    <a:pt x="494992" y="10630"/>
                    <a:pt x="493713" y="11707"/>
                    <a:pt x="492737" y="11841"/>
                  </a:cubicBezTo>
                  <a:cubicBezTo>
                    <a:pt x="491761" y="11942"/>
                    <a:pt x="490448" y="11639"/>
                    <a:pt x="489136" y="11639"/>
                  </a:cubicBezTo>
                  <a:cubicBezTo>
                    <a:pt x="487823" y="11639"/>
                    <a:pt x="486208" y="11202"/>
                    <a:pt x="485333" y="11101"/>
                  </a:cubicBezTo>
                  <a:cubicBezTo>
                    <a:pt x="484458" y="11000"/>
                    <a:pt x="483145" y="10125"/>
                    <a:pt x="482068" y="9587"/>
                  </a:cubicBezTo>
                  <a:cubicBezTo>
                    <a:pt x="480991" y="9049"/>
                    <a:pt x="479342" y="8713"/>
                    <a:pt x="478265" y="8174"/>
                  </a:cubicBezTo>
                  <a:cubicBezTo>
                    <a:pt x="477188" y="7636"/>
                    <a:pt x="473284" y="7838"/>
                    <a:pt x="471635" y="7401"/>
                  </a:cubicBezTo>
                  <a:cubicBezTo>
                    <a:pt x="470020" y="6963"/>
                    <a:pt x="465477" y="6425"/>
                    <a:pt x="465477" y="6425"/>
                  </a:cubicBezTo>
                  <a:cubicBezTo>
                    <a:pt x="465477" y="6425"/>
                    <a:pt x="458746" y="6425"/>
                    <a:pt x="458308" y="6425"/>
                  </a:cubicBezTo>
                  <a:cubicBezTo>
                    <a:pt x="457871" y="6425"/>
                    <a:pt x="454169" y="5113"/>
                    <a:pt x="453428" y="5113"/>
                  </a:cubicBezTo>
                  <a:cubicBezTo>
                    <a:pt x="452654" y="5113"/>
                    <a:pt x="450399" y="3801"/>
                    <a:pt x="449827" y="3498"/>
                  </a:cubicBezTo>
                  <a:cubicBezTo>
                    <a:pt x="449289" y="3162"/>
                    <a:pt x="446899" y="2086"/>
                    <a:pt x="446024" y="1884"/>
                  </a:cubicBezTo>
                  <a:cubicBezTo>
                    <a:pt x="445149" y="1648"/>
                    <a:pt x="443971" y="1648"/>
                    <a:pt x="443298" y="1547"/>
                  </a:cubicBezTo>
                  <a:cubicBezTo>
                    <a:pt x="442659" y="1446"/>
                    <a:pt x="442760" y="1884"/>
                    <a:pt x="442760" y="1884"/>
                  </a:cubicBezTo>
                  <a:cubicBezTo>
                    <a:pt x="442760" y="1884"/>
                    <a:pt x="442221" y="3835"/>
                    <a:pt x="442120" y="4272"/>
                  </a:cubicBezTo>
                  <a:cubicBezTo>
                    <a:pt x="442019" y="4710"/>
                    <a:pt x="441043" y="6560"/>
                    <a:pt x="440707" y="7098"/>
                  </a:cubicBezTo>
                  <a:cubicBezTo>
                    <a:pt x="440370" y="7636"/>
                    <a:pt x="438856" y="8612"/>
                    <a:pt x="437880" y="9486"/>
                  </a:cubicBezTo>
                  <a:cubicBezTo>
                    <a:pt x="436904" y="10361"/>
                    <a:pt x="435692" y="9688"/>
                    <a:pt x="434615" y="9688"/>
                  </a:cubicBezTo>
                  <a:cubicBezTo>
                    <a:pt x="433538" y="9688"/>
                    <a:pt x="431788" y="9049"/>
                    <a:pt x="429937" y="8814"/>
                  </a:cubicBezTo>
                  <a:cubicBezTo>
                    <a:pt x="428086" y="8578"/>
                    <a:pt x="428187" y="7502"/>
                    <a:pt x="428187" y="7502"/>
                  </a:cubicBezTo>
                  <a:lnTo>
                    <a:pt x="426134" y="7266"/>
                  </a:lnTo>
                  <a:cubicBezTo>
                    <a:pt x="426134" y="7266"/>
                    <a:pt x="424519" y="9015"/>
                    <a:pt x="424283" y="9453"/>
                  </a:cubicBezTo>
                  <a:cubicBezTo>
                    <a:pt x="424081" y="9890"/>
                    <a:pt x="417216" y="9991"/>
                    <a:pt x="417216" y="9991"/>
                  </a:cubicBezTo>
                  <a:cubicBezTo>
                    <a:pt x="417216" y="9991"/>
                    <a:pt x="409172" y="10327"/>
                    <a:pt x="408735" y="10529"/>
                  </a:cubicBezTo>
                  <a:cubicBezTo>
                    <a:pt x="408297" y="10765"/>
                    <a:pt x="405571" y="10765"/>
                    <a:pt x="405571" y="10765"/>
                  </a:cubicBezTo>
                  <a:cubicBezTo>
                    <a:pt x="405571" y="10765"/>
                    <a:pt x="403821" y="11639"/>
                    <a:pt x="403417" y="11538"/>
                  </a:cubicBezTo>
                  <a:cubicBezTo>
                    <a:pt x="402980" y="11437"/>
                    <a:pt x="402206" y="10563"/>
                    <a:pt x="401567" y="9924"/>
                  </a:cubicBezTo>
                  <a:cubicBezTo>
                    <a:pt x="400927" y="9284"/>
                    <a:pt x="399716" y="8309"/>
                    <a:pt x="398639" y="7333"/>
                  </a:cubicBezTo>
                  <a:cubicBezTo>
                    <a:pt x="397562" y="6358"/>
                    <a:pt x="397225" y="5584"/>
                    <a:pt x="397023" y="5147"/>
                  </a:cubicBezTo>
                  <a:cubicBezTo>
                    <a:pt x="396788" y="4710"/>
                    <a:pt x="396922" y="3532"/>
                    <a:pt x="396922" y="3532"/>
                  </a:cubicBezTo>
                  <a:cubicBezTo>
                    <a:pt x="396922" y="3532"/>
                    <a:pt x="396922" y="1783"/>
                    <a:pt x="396821" y="1480"/>
                  </a:cubicBezTo>
                  <a:cubicBezTo>
                    <a:pt x="396754" y="1312"/>
                    <a:pt x="396754" y="605"/>
                    <a:pt x="396788" y="0"/>
                  </a:cubicBezTo>
                  <a:lnTo>
                    <a:pt x="396720" y="0"/>
                  </a:lnTo>
                  <a:lnTo>
                    <a:pt x="393355" y="2725"/>
                  </a:lnTo>
                  <a:lnTo>
                    <a:pt x="393355" y="7367"/>
                  </a:lnTo>
                  <a:lnTo>
                    <a:pt x="375686" y="10125"/>
                  </a:lnTo>
                  <a:lnTo>
                    <a:pt x="372489" y="11707"/>
                  </a:lnTo>
                  <a:lnTo>
                    <a:pt x="364681" y="11707"/>
                  </a:lnTo>
                  <a:lnTo>
                    <a:pt x="360609" y="7064"/>
                  </a:lnTo>
                  <a:lnTo>
                    <a:pt x="349301" y="11707"/>
                  </a:lnTo>
                  <a:lnTo>
                    <a:pt x="340887" y="18670"/>
                  </a:lnTo>
                  <a:lnTo>
                    <a:pt x="334796" y="20116"/>
                  </a:lnTo>
                  <a:lnTo>
                    <a:pt x="331026" y="15474"/>
                  </a:lnTo>
                  <a:lnTo>
                    <a:pt x="323791" y="18098"/>
                  </a:lnTo>
                  <a:cubicBezTo>
                    <a:pt x="323791" y="18098"/>
                    <a:pt x="317127" y="19847"/>
                    <a:pt x="315983" y="20116"/>
                  </a:cubicBezTo>
                  <a:cubicBezTo>
                    <a:pt x="314839" y="20419"/>
                    <a:pt x="305853" y="20116"/>
                    <a:pt x="305853" y="20116"/>
                  </a:cubicBezTo>
                  <a:lnTo>
                    <a:pt x="302386" y="24591"/>
                  </a:lnTo>
                  <a:lnTo>
                    <a:pt x="297170" y="27349"/>
                  </a:lnTo>
                  <a:lnTo>
                    <a:pt x="288218" y="27349"/>
                  </a:lnTo>
                  <a:lnTo>
                    <a:pt x="281251" y="27349"/>
                  </a:lnTo>
                  <a:lnTo>
                    <a:pt x="271996" y="28796"/>
                  </a:lnTo>
                  <a:lnTo>
                    <a:pt x="253453" y="32260"/>
                  </a:lnTo>
                  <a:lnTo>
                    <a:pt x="238678" y="35288"/>
                  </a:lnTo>
                  <a:lnTo>
                    <a:pt x="223029" y="37744"/>
                  </a:lnTo>
                  <a:lnTo>
                    <a:pt x="206504" y="37744"/>
                  </a:lnTo>
                  <a:lnTo>
                    <a:pt x="194894" y="34279"/>
                  </a:lnTo>
                  <a:lnTo>
                    <a:pt x="187052" y="29637"/>
                  </a:lnTo>
                  <a:lnTo>
                    <a:pt x="177764" y="30511"/>
                  </a:lnTo>
                  <a:lnTo>
                    <a:pt x="173422" y="32832"/>
                  </a:lnTo>
                  <a:lnTo>
                    <a:pt x="168509" y="39493"/>
                  </a:lnTo>
                  <a:lnTo>
                    <a:pt x="159523" y="45279"/>
                  </a:lnTo>
                  <a:lnTo>
                    <a:pt x="155181" y="49181"/>
                  </a:lnTo>
                  <a:lnTo>
                    <a:pt x="151109" y="51637"/>
                  </a:lnTo>
                  <a:lnTo>
                    <a:pt x="140373" y="51637"/>
                  </a:lnTo>
                  <a:lnTo>
                    <a:pt x="136032" y="54833"/>
                  </a:lnTo>
                  <a:lnTo>
                    <a:pt x="136032" y="62940"/>
                  </a:lnTo>
                  <a:lnTo>
                    <a:pt x="141820" y="75117"/>
                  </a:lnTo>
                  <a:lnTo>
                    <a:pt x="148787" y="87867"/>
                  </a:lnTo>
                  <a:lnTo>
                    <a:pt x="153431" y="97420"/>
                  </a:lnTo>
                  <a:lnTo>
                    <a:pt x="155753" y="101491"/>
                  </a:lnTo>
                  <a:lnTo>
                    <a:pt x="153734" y="109598"/>
                  </a:lnTo>
                  <a:lnTo>
                    <a:pt x="147946" y="112491"/>
                  </a:lnTo>
                  <a:lnTo>
                    <a:pt x="147070" y="120026"/>
                  </a:lnTo>
                  <a:lnTo>
                    <a:pt x="145926" y="125812"/>
                  </a:lnTo>
                  <a:lnTo>
                    <a:pt x="154609" y="133347"/>
                  </a:lnTo>
                  <a:lnTo>
                    <a:pt x="162720" y="137990"/>
                  </a:lnTo>
                  <a:lnTo>
                    <a:pt x="167364" y="144079"/>
                  </a:lnTo>
                  <a:lnTo>
                    <a:pt x="176350" y="150436"/>
                  </a:lnTo>
                  <a:lnTo>
                    <a:pt x="180759" y="149562"/>
                  </a:lnTo>
                  <a:lnTo>
                    <a:pt x="181264" y="154776"/>
                  </a:lnTo>
                  <a:lnTo>
                    <a:pt x="181264" y="160293"/>
                  </a:lnTo>
                  <a:lnTo>
                    <a:pt x="180961" y="165810"/>
                  </a:lnTo>
                  <a:lnTo>
                    <a:pt x="186918" y="167996"/>
                  </a:lnTo>
                  <a:lnTo>
                    <a:pt x="193884" y="173211"/>
                  </a:lnTo>
                  <a:lnTo>
                    <a:pt x="197350" y="175666"/>
                  </a:lnTo>
                  <a:lnTo>
                    <a:pt x="200682" y="176406"/>
                  </a:lnTo>
                  <a:lnTo>
                    <a:pt x="200379" y="180880"/>
                  </a:lnTo>
                  <a:lnTo>
                    <a:pt x="202836" y="191611"/>
                  </a:lnTo>
                  <a:lnTo>
                    <a:pt x="204418" y="197969"/>
                  </a:lnTo>
                  <a:lnTo>
                    <a:pt x="209264" y="204193"/>
                  </a:lnTo>
                  <a:lnTo>
                    <a:pt x="214279" y="210584"/>
                  </a:lnTo>
                  <a:lnTo>
                    <a:pt x="214279" y="214217"/>
                  </a:lnTo>
                  <a:lnTo>
                    <a:pt x="213101" y="217682"/>
                  </a:lnTo>
                  <a:lnTo>
                    <a:pt x="211216" y="222459"/>
                  </a:lnTo>
                  <a:lnTo>
                    <a:pt x="209904" y="224040"/>
                  </a:lnTo>
                  <a:lnTo>
                    <a:pt x="208154" y="225486"/>
                  </a:lnTo>
                  <a:lnTo>
                    <a:pt x="206404" y="225486"/>
                  </a:lnTo>
                  <a:lnTo>
                    <a:pt x="202937" y="225486"/>
                  </a:lnTo>
                  <a:lnTo>
                    <a:pt x="199471" y="223737"/>
                  </a:lnTo>
                  <a:lnTo>
                    <a:pt x="196004" y="223737"/>
                  </a:lnTo>
                  <a:lnTo>
                    <a:pt x="194591" y="225486"/>
                  </a:lnTo>
                  <a:lnTo>
                    <a:pt x="192100" y="226899"/>
                  </a:lnTo>
                  <a:lnTo>
                    <a:pt x="190249" y="229389"/>
                  </a:lnTo>
                  <a:lnTo>
                    <a:pt x="186211" y="231340"/>
                  </a:lnTo>
                  <a:cubicBezTo>
                    <a:pt x="186211" y="231340"/>
                    <a:pt x="182408" y="232214"/>
                    <a:pt x="181970" y="232315"/>
                  </a:cubicBezTo>
                  <a:cubicBezTo>
                    <a:pt x="181533" y="232416"/>
                    <a:pt x="173388" y="232315"/>
                    <a:pt x="173388" y="232315"/>
                  </a:cubicBezTo>
                  <a:lnTo>
                    <a:pt x="169047" y="232349"/>
                  </a:lnTo>
                  <a:cubicBezTo>
                    <a:pt x="169047" y="232349"/>
                    <a:pt x="167398" y="233392"/>
                    <a:pt x="166994" y="233594"/>
                  </a:cubicBezTo>
                  <a:cubicBezTo>
                    <a:pt x="166556" y="233829"/>
                    <a:pt x="164268" y="235208"/>
                    <a:pt x="163830" y="235444"/>
                  </a:cubicBezTo>
                  <a:cubicBezTo>
                    <a:pt x="163393" y="235646"/>
                    <a:pt x="158614" y="238068"/>
                    <a:pt x="158614" y="238068"/>
                  </a:cubicBezTo>
                  <a:cubicBezTo>
                    <a:pt x="158614" y="238068"/>
                    <a:pt x="157638" y="239144"/>
                    <a:pt x="156864" y="239480"/>
                  </a:cubicBezTo>
                  <a:cubicBezTo>
                    <a:pt x="156090" y="239817"/>
                    <a:pt x="152825" y="241095"/>
                    <a:pt x="152825" y="241095"/>
                  </a:cubicBezTo>
                  <a:lnTo>
                    <a:pt x="151311" y="243282"/>
                  </a:lnTo>
                  <a:lnTo>
                    <a:pt x="151849" y="245031"/>
                  </a:lnTo>
                  <a:cubicBezTo>
                    <a:pt x="151849" y="245031"/>
                    <a:pt x="151412" y="247083"/>
                    <a:pt x="151950" y="248059"/>
                  </a:cubicBezTo>
                  <a:cubicBezTo>
                    <a:pt x="152489" y="249034"/>
                    <a:pt x="155316" y="250884"/>
                    <a:pt x="155316" y="250884"/>
                  </a:cubicBezTo>
                  <a:cubicBezTo>
                    <a:pt x="155316" y="250884"/>
                    <a:pt x="155316" y="252196"/>
                    <a:pt x="155215" y="252499"/>
                  </a:cubicBezTo>
                  <a:cubicBezTo>
                    <a:pt x="155114" y="252836"/>
                    <a:pt x="153599" y="255661"/>
                    <a:pt x="153599" y="255661"/>
                  </a:cubicBezTo>
                  <a:lnTo>
                    <a:pt x="152960" y="256637"/>
                  </a:lnTo>
                  <a:lnTo>
                    <a:pt x="152253" y="259126"/>
                  </a:lnTo>
                  <a:lnTo>
                    <a:pt x="151648" y="262793"/>
                  </a:lnTo>
                  <a:lnTo>
                    <a:pt x="151648" y="266258"/>
                  </a:lnTo>
                  <a:lnTo>
                    <a:pt x="152422" y="270395"/>
                  </a:lnTo>
                  <a:lnTo>
                    <a:pt x="157638" y="271472"/>
                  </a:lnTo>
                  <a:lnTo>
                    <a:pt x="161542" y="273524"/>
                  </a:lnTo>
                  <a:cubicBezTo>
                    <a:pt x="161542" y="273524"/>
                    <a:pt x="164369" y="274836"/>
                    <a:pt x="164806" y="274836"/>
                  </a:cubicBezTo>
                  <a:cubicBezTo>
                    <a:pt x="165244" y="274836"/>
                    <a:pt x="166859" y="275374"/>
                    <a:pt x="167398" y="275912"/>
                  </a:cubicBezTo>
                  <a:cubicBezTo>
                    <a:pt x="167936" y="276450"/>
                    <a:pt x="172076" y="279613"/>
                    <a:pt x="172076" y="279613"/>
                  </a:cubicBezTo>
                  <a:lnTo>
                    <a:pt x="173860" y="283078"/>
                  </a:lnTo>
                  <a:lnTo>
                    <a:pt x="174230" y="286441"/>
                  </a:lnTo>
                  <a:lnTo>
                    <a:pt x="174230" y="290579"/>
                  </a:lnTo>
                  <a:lnTo>
                    <a:pt x="175105" y="297240"/>
                  </a:lnTo>
                  <a:lnTo>
                    <a:pt x="174802" y="302757"/>
                  </a:lnTo>
                  <a:lnTo>
                    <a:pt x="176249" y="306827"/>
                  </a:lnTo>
                  <a:lnTo>
                    <a:pt x="176821" y="311469"/>
                  </a:lnTo>
                  <a:lnTo>
                    <a:pt x="175946" y="316381"/>
                  </a:lnTo>
                  <a:lnTo>
                    <a:pt x="172480" y="322907"/>
                  </a:lnTo>
                  <a:lnTo>
                    <a:pt x="170460" y="326237"/>
                  </a:lnTo>
                  <a:lnTo>
                    <a:pt x="166388" y="326237"/>
                  </a:lnTo>
                  <a:lnTo>
                    <a:pt x="162316" y="331451"/>
                  </a:lnTo>
                  <a:lnTo>
                    <a:pt x="159422" y="331451"/>
                  </a:lnTo>
                  <a:lnTo>
                    <a:pt x="155955" y="328861"/>
                  </a:lnTo>
                  <a:lnTo>
                    <a:pt x="149864" y="327415"/>
                  </a:lnTo>
                  <a:lnTo>
                    <a:pt x="144344" y="322503"/>
                  </a:lnTo>
                  <a:lnTo>
                    <a:pt x="143470" y="317592"/>
                  </a:lnTo>
                  <a:lnTo>
                    <a:pt x="140844" y="317020"/>
                  </a:lnTo>
                  <a:lnTo>
                    <a:pt x="132162" y="315573"/>
                  </a:lnTo>
                  <a:lnTo>
                    <a:pt x="127517" y="312983"/>
                  </a:lnTo>
                  <a:lnTo>
                    <a:pt x="115065" y="312109"/>
                  </a:lnTo>
                  <a:lnTo>
                    <a:pt x="105776" y="310359"/>
                  </a:lnTo>
                  <a:lnTo>
                    <a:pt x="99988" y="305717"/>
                  </a:lnTo>
                  <a:lnTo>
                    <a:pt x="95343" y="302824"/>
                  </a:lnTo>
                  <a:lnTo>
                    <a:pt x="91002" y="296735"/>
                  </a:lnTo>
                  <a:lnTo>
                    <a:pt x="87233" y="293270"/>
                  </a:lnTo>
                  <a:lnTo>
                    <a:pt x="82891" y="293270"/>
                  </a:lnTo>
                  <a:lnTo>
                    <a:pt x="80502" y="294952"/>
                  </a:lnTo>
                  <a:cubicBezTo>
                    <a:pt x="80502" y="294952"/>
                    <a:pt x="78314" y="297778"/>
                    <a:pt x="78314" y="298081"/>
                  </a:cubicBezTo>
                  <a:cubicBezTo>
                    <a:pt x="78314" y="298384"/>
                    <a:pt x="78752" y="303228"/>
                    <a:pt x="78752" y="303228"/>
                  </a:cubicBezTo>
                  <a:lnTo>
                    <a:pt x="75117" y="303968"/>
                  </a:lnTo>
                  <a:cubicBezTo>
                    <a:pt x="75117" y="303968"/>
                    <a:pt x="73535" y="304607"/>
                    <a:pt x="72929" y="305111"/>
                  </a:cubicBezTo>
                  <a:cubicBezTo>
                    <a:pt x="72357" y="305616"/>
                    <a:pt x="71482" y="309182"/>
                    <a:pt x="71482" y="309182"/>
                  </a:cubicBezTo>
                  <a:lnTo>
                    <a:pt x="66569" y="309417"/>
                  </a:lnTo>
                  <a:lnTo>
                    <a:pt x="61924" y="306592"/>
                  </a:lnTo>
                  <a:cubicBezTo>
                    <a:pt x="61924" y="306592"/>
                    <a:pt x="60679" y="304708"/>
                    <a:pt x="60477" y="304708"/>
                  </a:cubicBezTo>
                  <a:cubicBezTo>
                    <a:pt x="60275" y="304708"/>
                    <a:pt x="57852" y="303059"/>
                    <a:pt x="57583" y="303059"/>
                  </a:cubicBezTo>
                  <a:cubicBezTo>
                    <a:pt x="57280" y="303059"/>
                    <a:pt x="54117" y="302925"/>
                    <a:pt x="54117" y="302925"/>
                  </a:cubicBezTo>
                  <a:lnTo>
                    <a:pt x="50482" y="303261"/>
                  </a:lnTo>
                  <a:lnTo>
                    <a:pt x="44626" y="303799"/>
                  </a:lnTo>
                  <a:lnTo>
                    <a:pt x="41159" y="303799"/>
                  </a:lnTo>
                  <a:lnTo>
                    <a:pt x="39342" y="302992"/>
                  </a:lnTo>
                  <a:lnTo>
                    <a:pt x="35707" y="304506"/>
                  </a:lnTo>
                  <a:cubicBezTo>
                    <a:pt x="35707" y="304506"/>
                    <a:pt x="34193" y="305582"/>
                    <a:pt x="32376" y="306154"/>
                  </a:cubicBezTo>
                  <a:cubicBezTo>
                    <a:pt x="30558" y="306726"/>
                    <a:pt x="28606" y="307668"/>
                    <a:pt x="28606" y="307668"/>
                  </a:cubicBezTo>
                  <a:lnTo>
                    <a:pt x="25477" y="308307"/>
                  </a:lnTo>
                  <a:lnTo>
                    <a:pt x="22448" y="308879"/>
                  </a:lnTo>
                  <a:lnTo>
                    <a:pt x="19688" y="311402"/>
                  </a:lnTo>
                  <a:lnTo>
                    <a:pt x="19385" y="314968"/>
                  </a:lnTo>
                  <a:lnTo>
                    <a:pt x="19385" y="320249"/>
                  </a:lnTo>
                  <a:lnTo>
                    <a:pt x="21034" y="323075"/>
                  </a:lnTo>
                  <a:lnTo>
                    <a:pt x="24568" y="326103"/>
                  </a:lnTo>
                  <a:lnTo>
                    <a:pt x="27832" y="326742"/>
                  </a:lnTo>
                  <a:lnTo>
                    <a:pt x="32981" y="327246"/>
                  </a:lnTo>
                  <a:lnTo>
                    <a:pt x="37020" y="328491"/>
                  </a:lnTo>
                  <a:cubicBezTo>
                    <a:pt x="37020" y="328491"/>
                    <a:pt x="40655" y="330173"/>
                    <a:pt x="41092" y="330577"/>
                  </a:cubicBezTo>
                  <a:cubicBezTo>
                    <a:pt x="41530" y="331014"/>
                    <a:pt x="43414" y="332595"/>
                    <a:pt x="43414" y="332595"/>
                  </a:cubicBezTo>
                  <a:lnTo>
                    <a:pt x="46174" y="335858"/>
                  </a:lnTo>
                  <a:lnTo>
                    <a:pt x="49068" y="339121"/>
                  </a:lnTo>
                  <a:lnTo>
                    <a:pt x="48765" y="341072"/>
                  </a:lnTo>
                  <a:cubicBezTo>
                    <a:pt x="48765" y="341072"/>
                    <a:pt x="47015" y="344402"/>
                    <a:pt x="46881" y="344975"/>
                  </a:cubicBezTo>
                  <a:cubicBezTo>
                    <a:pt x="46746" y="345546"/>
                    <a:pt x="43987" y="348675"/>
                    <a:pt x="43852" y="348877"/>
                  </a:cubicBezTo>
                  <a:cubicBezTo>
                    <a:pt x="43717" y="349078"/>
                    <a:pt x="42270" y="351837"/>
                    <a:pt x="41900" y="352072"/>
                  </a:cubicBezTo>
                  <a:cubicBezTo>
                    <a:pt x="41530" y="352274"/>
                    <a:pt x="39679" y="357858"/>
                    <a:pt x="39679" y="357858"/>
                  </a:cubicBezTo>
                  <a:lnTo>
                    <a:pt x="40217" y="361424"/>
                  </a:lnTo>
                  <a:lnTo>
                    <a:pt x="40217" y="365427"/>
                  </a:lnTo>
                  <a:lnTo>
                    <a:pt x="34698" y="368253"/>
                  </a:lnTo>
                  <a:lnTo>
                    <a:pt x="33453" y="370070"/>
                  </a:lnTo>
                  <a:lnTo>
                    <a:pt x="33756" y="373535"/>
                  </a:lnTo>
                  <a:lnTo>
                    <a:pt x="34496" y="377167"/>
                  </a:lnTo>
                  <a:cubicBezTo>
                    <a:pt x="34496" y="377167"/>
                    <a:pt x="34631" y="378177"/>
                    <a:pt x="34496" y="378849"/>
                  </a:cubicBezTo>
                  <a:cubicBezTo>
                    <a:pt x="34361" y="379489"/>
                    <a:pt x="33183" y="380868"/>
                    <a:pt x="33183" y="380868"/>
                  </a:cubicBezTo>
                  <a:cubicBezTo>
                    <a:pt x="33183" y="380868"/>
                    <a:pt x="31097" y="380801"/>
                    <a:pt x="30861" y="381171"/>
                  </a:cubicBezTo>
                  <a:cubicBezTo>
                    <a:pt x="30626" y="381541"/>
                    <a:pt x="27900" y="380229"/>
                    <a:pt x="27900" y="380229"/>
                  </a:cubicBezTo>
                  <a:lnTo>
                    <a:pt x="25443" y="380229"/>
                  </a:lnTo>
                  <a:cubicBezTo>
                    <a:pt x="25443" y="380229"/>
                    <a:pt x="22616" y="380531"/>
                    <a:pt x="22313" y="380666"/>
                  </a:cubicBezTo>
                  <a:cubicBezTo>
                    <a:pt x="22010" y="380801"/>
                    <a:pt x="16962" y="382684"/>
                    <a:pt x="16962" y="382684"/>
                  </a:cubicBezTo>
                  <a:lnTo>
                    <a:pt x="14640" y="385308"/>
                  </a:lnTo>
                  <a:lnTo>
                    <a:pt x="11813" y="391532"/>
                  </a:lnTo>
                  <a:lnTo>
                    <a:pt x="8986" y="397990"/>
                  </a:lnTo>
                  <a:lnTo>
                    <a:pt x="5654" y="403507"/>
                  </a:lnTo>
                  <a:lnTo>
                    <a:pt x="8178" y="409966"/>
                  </a:lnTo>
                  <a:lnTo>
                    <a:pt x="13596" y="414238"/>
                  </a:lnTo>
                  <a:lnTo>
                    <a:pt x="14337" y="417434"/>
                  </a:lnTo>
                  <a:lnTo>
                    <a:pt x="10938" y="423220"/>
                  </a:lnTo>
                  <a:lnTo>
                    <a:pt x="9928" y="427425"/>
                  </a:lnTo>
                  <a:lnTo>
                    <a:pt x="8616" y="429814"/>
                  </a:lnTo>
                  <a:lnTo>
                    <a:pt x="7168" y="432067"/>
                  </a:lnTo>
                  <a:lnTo>
                    <a:pt x="5654" y="433447"/>
                  </a:lnTo>
                  <a:lnTo>
                    <a:pt x="7236" y="436340"/>
                  </a:lnTo>
                  <a:cubicBezTo>
                    <a:pt x="7236" y="436340"/>
                    <a:pt x="9861" y="437484"/>
                    <a:pt x="10063" y="437484"/>
                  </a:cubicBezTo>
                  <a:cubicBezTo>
                    <a:pt x="10265" y="437484"/>
                    <a:pt x="13327" y="439502"/>
                    <a:pt x="13327" y="439502"/>
                  </a:cubicBezTo>
                  <a:cubicBezTo>
                    <a:pt x="13327" y="439502"/>
                    <a:pt x="15077" y="439872"/>
                    <a:pt x="16222" y="439502"/>
                  </a:cubicBezTo>
                  <a:cubicBezTo>
                    <a:pt x="17399" y="439132"/>
                    <a:pt x="22077" y="438560"/>
                    <a:pt x="22077" y="438560"/>
                  </a:cubicBezTo>
                  <a:lnTo>
                    <a:pt x="23659" y="438694"/>
                  </a:lnTo>
                  <a:cubicBezTo>
                    <a:pt x="23659" y="438694"/>
                    <a:pt x="27428" y="440881"/>
                    <a:pt x="27563" y="441083"/>
                  </a:cubicBezTo>
                  <a:cubicBezTo>
                    <a:pt x="27698" y="441318"/>
                    <a:pt x="29313" y="443707"/>
                    <a:pt x="30188" y="444346"/>
                  </a:cubicBezTo>
                  <a:cubicBezTo>
                    <a:pt x="31063" y="444985"/>
                    <a:pt x="33756" y="447172"/>
                    <a:pt x="33756" y="447172"/>
                  </a:cubicBezTo>
                  <a:cubicBezTo>
                    <a:pt x="33756" y="447172"/>
                    <a:pt x="33453" y="449627"/>
                    <a:pt x="33183" y="449930"/>
                  </a:cubicBezTo>
                  <a:cubicBezTo>
                    <a:pt x="32880" y="450233"/>
                    <a:pt x="31804" y="451747"/>
                    <a:pt x="31602" y="451881"/>
                  </a:cubicBezTo>
                  <a:cubicBezTo>
                    <a:pt x="31400" y="452016"/>
                    <a:pt x="30861" y="452823"/>
                    <a:pt x="30861" y="452823"/>
                  </a:cubicBezTo>
                  <a:lnTo>
                    <a:pt x="28337" y="457297"/>
                  </a:lnTo>
                  <a:lnTo>
                    <a:pt x="22380" y="458811"/>
                  </a:lnTo>
                  <a:lnTo>
                    <a:pt x="18173" y="461199"/>
                  </a:lnTo>
                  <a:lnTo>
                    <a:pt x="16356" y="463016"/>
                  </a:lnTo>
                  <a:lnTo>
                    <a:pt x="14909" y="464698"/>
                  </a:lnTo>
                  <a:lnTo>
                    <a:pt x="14976" y="466514"/>
                  </a:lnTo>
                  <a:lnTo>
                    <a:pt x="16289" y="467759"/>
                  </a:lnTo>
                  <a:lnTo>
                    <a:pt x="17164" y="468634"/>
                  </a:lnTo>
                  <a:lnTo>
                    <a:pt x="18544" y="469206"/>
                  </a:lnTo>
                  <a:lnTo>
                    <a:pt x="20193" y="471157"/>
                  </a:lnTo>
                  <a:lnTo>
                    <a:pt x="20933" y="473175"/>
                  </a:lnTo>
                  <a:lnTo>
                    <a:pt x="21741" y="474622"/>
                  </a:lnTo>
                  <a:lnTo>
                    <a:pt x="22818" y="476438"/>
                  </a:lnTo>
                  <a:lnTo>
                    <a:pt x="22818" y="478457"/>
                  </a:lnTo>
                  <a:cubicBezTo>
                    <a:pt x="22818" y="478457"/>
                    <a:pt x="22347" y="480542"/>
                    <a:pt x="22347" y="480980"/>
                  </a:cubicBezTo>
                  <a:cubicBezTo>
                    <a:pt x="22347" y="481417"/>
                    <a:pt x="22818" y="483570"/>
                    <a:pt x="22818" y="484612"/>
                  </a:cubicBezTo>
                  <a:cubicBezTo>
                    <a:pt x="22818" y="485622"/>
                    <a:pt x="22818" y="487135"/>
                    <a:pt x="22818" y="487135"/>
                  </a:cubicBezTo>
                  <a:cubicBezTo>
                    <a:pt x="22818" y="487135"/>
                    <a:pt x="22616" y="489759"/>
                    <a:pt x="22616" y="490029"/>
                  </a:cubicBezTo>
                  <a:cubicBezTo>
                    <a:pt x="22616" y="490331"/>
                    <a:pt x="22751" y="492552"/>
                    <a:pt x="22751" y="492854"/>
                  </a:cubicBezTo>
                  <a:cubicBezTo>
                    <a:pt x="22751" y="493157"/>
                    <a:pt x="22885" y="495041"/>
                    <a:pt x="22885" y="495243"/>
                  </a:cubicBezTo>
                  <a:cubicBezTo>
                    <a:pt x="22885" y="495445"/>
                    <a:pt x="22683" y="499212"/>
                    <a:pt x="22683" y="499212"/>
                  </a:cubicBezTo>
                  <a:lnTo>
                    <a:pt x="23255" y="501230"/>
                  </a:lnTo>
                  <a:lnTo>
                    <a:pt x="23188" y="503989"/>
                  </a:lnTo>
                  <a:lnTo>
                    <a:pt x="22818" y="508194"/>
                  </a:lnTo>
                  <a:lnTo>
                    <a:pt x="22818" y="511457"/>
                  </a:lnTo>
                  <a:lnTo>
                    <a:pt x="23558" y="513980"/>
                  </a:lnTo>
                  <a:cubicBezTo>
                    <a:pt x="23558" y="513980"/>
                    <a:pt x="22549" y="516604"/>
                    <a:pt x="22313" y="517310"/>
                  </a:cubicBezTo>
                  <a:cubicBezTo>
                    <a:pt x="22111" y="518050"/>
                    <a:pt x="19553" y="520641"/>
                    <a:pt x="19553" y="520641"/>
                  </a:cubicBezTo>
                  <a:cubicBezTo>
                    <a:pt x="19553" y="520641"/>
                    <a:pt x="15919" y="522154"/>
                    <a:pt x="15851" y="522457"/>
                  </a:cubicBezTo>
                  <a:cubicBezTo>
                    <a:pt x="15784" y="522726"/>
                    <a:pt x="14404" y="523836"/>
                    <a:pt x="14404" y="523836"/>
                  </a:cubicBezTo>
                  <a:cubicBezTo>
                    <a:pt x="14404" y="523836"/>
                    <a:pt x="11577" y="525283"/>
                    <a:pt x="11274" y="525283"/>
                  </a:cubicBezTo>
                  <a:cubicBezTo>
                    <a:pt x="10971" y="525283"/>
                    <a:pt x="8750" y="525653"/>
                    <a:pt x="8447" y="525653"/>
                  </a:cubicBezTo>
                  <a:cubicBezTo>
                    <a:pt x="8144" y="525653"/>
                    <a:pt x="4745" y="523567"/>
                    <a:pt x="4476" y="523567"/>
                  </a:cubicBezTo>
                  <a:cubicBezTo>
                    <a:pt x="4173" y="523567"/>
                    <a:pt x="2154" y="523870"/>
                    <a:pt x="2154" y="524139"/>
                  </a:cubicBezTo>
                  <a:cubicBezTo>
                    <a:pt x="2154" y="524442"/>
                    <a:pt x="1716" y="526090"/>
                    <a:pt x="1077" y="526965"/>
                  </a:cubicBezTo>
                  <a:cubicBezTo>
                    <a:pt x="438" y="527840"/>
                    <a:pt x="0" y="530531"/>
                    <a:pt x="0" y="530531"/>
                  </a:cubicBezTo>
                  <a:lnTo>
                    <a:pt x="875" y="536989"/>
                  </a:lnTo>
                  <a:lnTo>
                    <a:pt x="942" y="542069"/>
                  </a:lnTo>
                  <a:lnTo>
                    <a:pt x="1885" y="548225"/>
                  </a:lnTo>
                  <a:cubicBezTo>
                    <a:pt x="1885" y="548225"/>
                    <a:pt x="3904" y="551757"/>
                    <a:pt x="4207" y="552699"/>
                  </a:cubicBezTo>
                  <a:cubicBezTo>
                    <a:pt x="4510" y="553641"/>
                    <a:pt x="8111" y="558923"/>
                    <a:pt x="8111" y="558923"/>
                  </a:cubicBezTo>
                  <a:lnTo>
                    <a:pt x="11745" y="561883"/>
                  </a:lnTo>
                  <a:cubicBezTo>
                    <a:pt x="11745" y="561883"/>
                    <a:pt x="16020" y="562825"/>
                    <a:pt x="16322" y="563026"/>
                  </a:cubicBezTo>
                  <a:cubicBezTo>
                    <a:pt x="16625" y="563262"/>
                    <a:pt x="18207" y="565045"/>
                    <a:pt x="18207" y="565348"/>
                  </a:cubicBezTo>
                  <a:cubicBezTo>
                    <a:pt x="18207" y="565650"/>
                    <a:pt x="18140" y="567602"/>
                    <a:pt x="17972" y="568543"/>
                  </a:cubicBezTo>
                  <a:cubicBezTo>
                    <a:pt x="17837" y="569485"/>
                    <a:pt x="17467" y="570360"/>
                    <a:pt x="17467" y="570360"/>
                  </a:cubicBezTo>
                  <a:lnTo>
                    <a:pt x="14943" y="572681"/>
                  </a:lnTo>
                  <a:lnTo>
                    <a:pt x="15750" y="575641"/>
                  </a:lnTo>
                  <a:lnTo>
                    <a:pt x="18779" y="577323"/>
                  </a:lnTo>
                  <a:lnTo>
                    <a:pt x="20226" y="578400"/>
                  </a:lnTo>
                  <a:lnTo>
                    <a:pt x="21101" y="579712"/>
                  </a:lnTo>
                  <a:lnTo>
                    <a:pt x="21101" y="582739"/>
                  </a:lnTo>
                  <a:cubicBezTo>
                    <a:pt x="21101" y="582739"/>
                    <a:pt x="20597" y="582975"/>
                    <a:pt x="20361" y="583177"/>
                  </a:cubicBezTo>
                  <a:cubicBezTo>
                    <a:pt x="20159" y="583379"/>
                    <a:pt x="19217" y="585431"/>
                    <a:pt x="19217" y="585431"/>
                  </a:cubicBezTo>
                  <a:cubicBezTo>
                    <a:pt x="19217" y="585431"/>
                    <a:pt x="18847" y="586238"/>
                    <a:pt x="18847" y="586507"/>
                  </a:cubicBezTo>
                  <a:cubicBezTo>
                    <a:pt x="18847" y="586810"/>
                    <a:pt x="18779" y="587146"/>
                    <a:pt x="18847" y="587382"/>
                  </a:cubicBezTo>
                  <a:cubicBezTo>
                    <a:pt x="18914" y="587617"/>
                    <a:pt x="18914" y="590073"/>
                    <a:pt x="18914" y="590073"/>
                  </a:cubicBezTo>
                  <a:cubicBezTo>
                    <a:pt x="18914" y="590073"/>
                    <a:pt x="19991" y="591015"/>
                    <a:pt x="20226" y="591216"/>
                  </a:cubicBezTo>
                  <a:cubicBezTo>
                    <a:pt x="20462" y="591418"/>
                    <a:pt x="20529" y="591587"/>
                    <a:pt x="21606" y="591587"/>
                  </a:cubicBezTo>
                  <a:cubicBezTo>
                    <a:pt x="22683" y="591587"/>
                    <a:pt x="22986" y="592024"/>
                    <a:pt x="23996" y="592091"/>
                  </a:cubicBezTo>
                  <a:cubicBezTo>
                    <a:pt x="25005" y="592159"/>
                    <a:pt x="26015" y="592663"/>
                    <a:pt x="26520" y="592898"/>
                  </a:cubicBezTo>
                  <a:cubicBezTo>
                    <a:pt x="27025" y="593100"/>
                    <a:pt x="28539" y="593201"/>
                    <a:pt x="28606" y="593403"/>
                  </a:cubicBezTo>
                  <a:cubicBezTo>
                    <a:pt x="28674" y="593605"/>
                    <a:pt x="29246" y="594345"/>
                    <a:pt x="29616" y="594984"/>
                  </a:cubicBezTo>
                  <a:cubicBezTo>
                    <a:pt x="29986" y="595623"/>
                    <a:pt x="30424" y="596498"/>
                    <a:pt x="30424" y="596498"/>
                  </a:cubicBezTo>
                  <a:lnTo>
                    <a:pt x="31433" y="598886"/>
                  </a:lnTo>
                  <a:cubicBezTo>
                    <a:pt x="31433" y="598886"/>
                    <a:pt x="33385" y="600266"/>
                    <a:pt x="33621" y="600400"/>
                  </a:cubicBezTo>
                  <a:cubicBezTo>
                    <a:pt x="33823" y="600535"/>
                    <a:pt x="37592" y="604033"/>
                    <a:pt x="37592" y="604033"/>
                  </a:cubicBezTo>
                  <a:cubicBezTo>
                    <a:pt x="37592" y="604033"/>
                    <a:pt x="38164" y="604740"/>
                    <a:pt x="38333" y="604975"/>
                  </a:cubicBezTo>
                  <a:cubicBezTo>
                    <a:pt x="38467" y="605177"/>
                    <a:pt x="40015" y="608810"/>
                    <a:pt x="40015" y="608810"/>
                  </a:cubicBezTo>
                  <a:cubicBezTo>
                    <a:pt x="40015" y="608810"/>
                    <a:pt x="40318" y="611434"/>
                    <a:pt x="40318" y="611703"/>
                  </a:cubicBezTo>
                  <a:cubicBezTo>
                    <a:pt x="40318" y="612006"/>
                    <a:pt x="40453" y="614529"/>
                    <a:pt x="40453" y="615235"/>
                  </a:cubicBezTo>
                  <a:cubicBezTo>
                    <a:pt x="40453" y="615975"/>
                    <a:pt x="40587" y="617489"/>
                    <a:pt x="40587" y="617489"/>
                  </a:cubicBezTo>
                  <a:lnTo>
                    <a:pt x="40958" y="619070"/>
                  </a:lnTo>
                  <a:cubicBezTo>
                    <a:pt x="40958" y="619070"/>
                    <a:pt x="42405" y="620079"/>
                    <a:pt x="42775" y="620315"/>
                  </a:cubicBezTo>
                  <a:cubicBezTo>
                    <a:pt x="43145" y="620517"/>
                    <a:pt x="44592" y="621391"/>
                    <a:pt x="44794" y="621560"/>
                  </a:cubicBezTo>
                  <a:cubicBezTo>
                    <a:pt x="45030" y="621694"/>
                    <a:pt x="46174" y="625764"/>
                    <a:pt x="46174" y="625764"/>
                  </a:cubicBezTo>
                  <a:lnTo>
                    <a:pt x="46982" y="627783"/>
                  </a:lnTo>
                  <a:lnTo>
                    <a:pt x="48866" y="630979"/>
                  </a:lnTo>
                  <a:lnTo>
                    <a:pt x="49809" y="633502"/>
                  </a:lnTo>
                  <a:lnTo>
                    <a:pt x="50381" y="634814"/>
                  </a:lnTo>
                  <a:lnTo>
                    <a:pt x="54016" y="637067"/>
                  </a:lnTo>
                  <a:lnTo>
                    <a:pt x="59535" y="638211"/>
                  </a:lnTo>
                  <a:cubicBezTo>
                    <a:pt x="59535" y="638211"/>
                    <a:pt x="63304" y="640599"/>
                    <a:pt x="63506" y="640667"/>
                  </a:cubicBezTo>
                  <a:cubicBezTo>
                    <a:pt x="63708" y="640734"/>
                    <a:pt x="65694" y="643291"/>
                    <a:pt x="65761" y="643493"/>
                  </a:cubicBezTo>
                  <a:cubicBezTo>
                    <a:pt x="65828" y="643694"/>
                    <a:pt x="70338" y="647765"/>
                    <a:pt x="70910" y="648505"/>
                  </a:cubicBezTo>
                  <a:cubicBezTo>
                    <a:pt x="71482" y="649211"/>
                    <a:pt x="77809" y="655233"/>
                    <a:pt x="77809" y="655233"/>
                  </a:cubicBezTo>
                  <a:cubicBezTo>
                    <a:pt x="77809" y="655233"/>
                    <a:pt x="78550" y="657318"/>
                    <a:pt x="78550" y="657621"/>
                  </a:cubicBezTo>
                  <a:cubicBezTo>
                    <a:pt x="78550" y="657924"/>
                    <a:pt x="78550" y="659202"/>
                    <a:pt x="78550" y="659202"/>
                  </a:cubicBezTo>
                  <a:lnTo>
                    <a:pt x="79997" y="661826"/>
                  </a:lnTo>
                  <a:lnTo>
                    <a:pt x="82891" y="661826"/>
                  </a:lnTo>
                  <a:cubicBezTo>
                    <a:pt x="82891" y="661826"/>
                    <a:pt x="86223" y="660884"/>
                    <a:pt x="87367" y="660581"/>
                  </a:cubicBezTo>
                  <a:cubicBezTo>
                    <a:pt x="88512" y="660279"/>
                    <a:pt x="89891" y="659942"/>
                    <a:pt x="90262" y="659774"/>
                  </a:cubicBezTo>
                  <a:cubicBezTo>
                    <a:pt x="90632" y="659640"/>
                    <a:pt x="93391" y="659034"/>
                    <a:pt x="94031" y="658529"/>
                  </a:cubicBezTo>
                  <a:cubicBezTo>
                    <a:pt x="94670" y="658025"/>
                    <a:pt x="95041" y="657150"/>
                    <a:pt x="95613" y="656948"/>
                  </a:cubicBezTo>
                  <a:cubicBezTo>
                    <a:pt x="96185" y="656747"/>
                    <a:pt x="97430" y="654930"/>
                    <a:pt x="97632" y="654627"/>
                  </a:cubicBezTo>
                  <a:cubicBezTo>
                    <a:pt x="97834" y="654324"/>
                    <a:pt x="99012" y="652542"/>
                    <a:pt x="99146" y="652239"/>
                  </a:cubicBezTo>
                  <a:cubicBezTo>
                    <a:pt x="99281" y="651936"/>
                    <a:pt x="100964" y="650557"/>
                    <a:pt x="100964" y="650557"/>
                  </a:cubicBezTo>
                  <a:lnTo>
                    <a:pt x="102916" y="649480"/>
                  </a:lnTo>
                  <a:lnTo>
                    <a:pt x="105608" y="648740"/>
                  </a:lnTo>
                  <a:lnTo>
                    <a:pt x="110959" y="649178"/>
                  </a:lnTo>
                  <a:lnTo>
                    <a:pt x="112911" y="650254"/>
                  </a:lnTo>
                  <a:lnTo>
                    <a:pt x="114863" y="652340"/>
                  </a:lnTo>
                  <a:lnTo>
                    <a:pt x="116377" y="653585"/>
                  </a:lnTo>
                  <a:cubicBezTo>
                    <a:pt x="116377" y="653585"/>
                    <a:pt x="117253" y="653786"/>
                    <a:pt x="117825" y="653786"/>
                  </a:cubicBezTo>
                  <a:cubicBezTo>
                    <a:pt x="118397" y="653786"/>
                    <a:pt x="119272" y="652979"/>
                    <a:pt x="119642" y="652340"/>
                  </a:cubicBezTo>
                  <a:cubicBezTo>
                    <a:pt x="120012" y="651701"/>
                    <a:pt x="120887" y="651263"/>
                    <a:pt x="120887" y="651263"/>
                  </a:cubicBezTo>
                  <a:lnTo>
                    <a:pt x="121695" y="650187"/>
                  </a:lnTo>
                  <a:cubicBezTo>
                    <a:pt x="121695" y="650187"/>
                    <a:pt x="122637" y="648370"/>
                    <a:pt x="122839" y="648303"/>
                  </a:cubicBezTo>
                  <a:cubicBezTo>
                    <a:pt x="123041" y="648236"/>
                    <a:pt x="125094" y="647933"/>
                    <a:pt x="125094" y="647933"/>
                  </a:cubicBezTo>
                  <a:cubicBezTo>
                    <a:pt x="125094" y="647933"/>
                    <a:pt x="126339" y="647193"/>
                    <a:pt x="126609" y="647126"/>
                  </a:cubicBezTo>
                  <a:cubicBezTo>
                    <a:pt x="126911" y="647058"/>
                    <a:pt x="126911" y="646318"/>
                    <a:pt x="127618" y="646116"/>
                  </a:cubicBezTo>
                  <a:cubicBezTo>
                    <a:pt x="128359" y="645915"/>
                    <a:pt x="129301" y="645242"/>
                    <a:pt x="130142" y="645477"/>
                  </a:cubicBezTo>
                  <a:cubicBezTo>
                    <a:pt x="131017" y="645713"/>
                    <a:pt x="132666" y="645477"/>
                    <a:pt x="132969" y="645612"/>
                  </a:cubicBezTo>
                  <a:cubicBezTo>
                    <a:pt x="133272" y="645746"/>
                    <a:pt x="135864" y="646251"/>
                    <a:pt x="136166" y="646352"/>
                  </a:cubicBezTo>
                  <a:cubicBezTo>
                    <a:pt x="136469" y="646419"/>
                    <a:pt x="137479" y="646352"/>
                    <a:pt x="138354" y="646924"/>
                  </a:cubicBezTo>
                  <a:cubicBezTo>
                    <a:pt x="139229" y="647496"/>
                    <a:pt x="143066" y="649817"/>
                    <a:pt x="143066" y="649817"/>
                  </a:cubicBezTo>
                  <a:lnTo>
                    <a:pt x="143200" y="651129"/>
                  </a:lnTo>
                  <a:cubicBezTo>
                    <a:pt x="143200" y="651129"/>
                    <a:pt x="142897" y="652811"/>
                    <a:pt x="142763" y="653012"/>
                  </a:cubicBezTo>
                  <a:cubicBezTo>
                    <a:pt x="142628" y="653214"/>
                    <a:pt x="141719" y="653954"/>
                    <a:pt x="141719" y="653954"/>
                  </a:cubicBezTo>
                  <a:lnTo>
                    <a:pt x="141114" y="654896"/>
                  </a:lnTo>
                  <a:lnTo>
                    <a:pt x="141114" y="655704"/>
                  </a:lnTo>
                  <a:lnTo>
                    <a:pt x="141618" y="658092"/>
                  </a:lnTo>
                  <a:lnTo>
                    <a:pt x="143301" y="658664"/>
                  </a:lnTo>
                  <a:lnTo>
                    <a:pt x="145623" y="660178"/>
                  </a:lnTo>
                  <a:lnTo>
                    <a:pt x="146196" y="660615"/>
                  </a:lnTo>
                  <a:lnTo>
                    <a:pt x="147575" y="662364"/>
                  </a:lnTo>
                  <a:cubicBezTo>
                    <a:pt x="147575" y="662364"/>
                    <a:pt x="147811" y="664181"/>
                    <a:pt x="147946" y="664383"/>
                  </a:cubicBezTo>
                  <a:cubicBezTo>
                    <a:pt x="148080" y="664618"/>
                    <a:pt x="148450" y="665964"/>
                    <a:pt x="148450" y="665964"/>
                  </a:cubicBezTo>
                  <a:lnTo>
                    <a:pt x="149325" y="667478"/>
                  </a:lnTo>
                  <a:lnTo>
                    <a:pt x="150470" y="669160"/>
                  </a:lnTo>
                  <a:lnTo>
                    <a:pt x="152422" y="672927"/>
                  </a:lnTo>
                  <a:cubicBezTo>
                    <a:pt x="152422" y="672927"/>
                    <a:pt x="153936" y="675820"/>
                    <a:pt x="154172" y="676459"/>
                  </a:cubicBezTo>
                  <a:cubicBezTo>
                    <a:pt x="154374" y="677099"/>
                    <a:pt x="156359" y="679588"/>
                    <a:pt x="156561" y="679857"/>
                  </a:cubicBezTo>
                  <a:cubicBezTo>
                    <a:pt x="156763" y="680160"/>
                    <a:pt x="157201" y="680160"/>
                    <a:pt x="157874" y="680664"/>
                  </a:cubicBezTo>
                  <a:cubicBezTo>
                    <a:pt x="158513" y="681169"/>
                    <a:pt x="160768" y="682044"/>
                    <a:pt x="160768" y="682548"/>
                  </a:cubicBezTo>
                  <a:cubicBezTo>
                    <a:pt x="160768" y="683053"/>
                    <a:pt x="161138" y="684499"/>
                    <a:pt x="161205" y="685071"/>
                  </a:cubicBezTo>
                  <a:cubicBezTo>
                    <a:pt x="161273" y="685643"/>
                    <a:pt x="161273" y="686888"/>
                    <a:pt x="162080" y="687392"/>
                  </a:cubicBezTo>
                  <a:cubicBezTo>
                    <a:pt x="162888" y="687897"/>
                    <a:pt x="162955" y="687695"/>
                    <a:pt x="163830" y="688200"/>
                  </a:cubicBezTo>
                  <a:cubicBezTo>
                    <a:pt x="164706" y="688704"/>
                    <a:pt x="166523" y="689882"/>
                    <a:pt x="166960" y="690151"/>
                  </a:cubicBezTo>
                  <a:cubicBezTo>
                    <a:pt x="167398" y="690453"/>
                    <a:pt x="168980" y="692169"/>
                    <a:pt x="168980" y="692169"/>
                  </a:cubicBezTo>
                  <a:cubicBezTo>
                    <a:pt x="168980" y="692169"/>
                    <a:pt x="169283" y="692741"/>
                    <a:pt x="169484" y="692808"/>
                  </a:cubicBezTo>
                  <a:cubicBezTo>
                    <a:pt x="169720" y="692876"/>
                    <a:pt x="173052" y="692741"/>
                    <a:pt x="173489" y="692808"/>
                  </a:cubicBezTo>
                  <a:cubicBezTo>
                    <a:pt x="173927" y="692876"/>
                    <a:pt x="174735" y="692775"/>
                    <a:pt x="175138" y="692842"/>
                  </a:cubicBezTo>
                  <a:cubicBezTo>
                    <a:pt x="175576" y="692909"/>
                    <a:pt x="176384" y="692876"/>
                    <a:pt x="177158" y="692842"/>
                  </a:cubicBezTo>
                  <a:cubicBezTo>
                    <a:pt x="177965" y="692808"/>
                    <a:pt x="178470" y="692909"/>
                    <a:pt x="178908" y="693246"/>
                  </a:cubicBezTo>
                  <a:cubicBezTo>
                    <a:pt x="179345" y="693616"/>
                    <a:pt x="182980" y="697148"/>
                    <a:pt x="182980" y="697148"/>
                  </a:cubicBezTo>
                  <a:cubicBezTo>
                    <a:pt x="182980" y="697148"/>
                    <a:pt x="183889" y="698964"/>
                    <a:pt x="184326" y="699536"/>
                  </a:cubicBezTo>
                  <a:cubicBezTo>
                    <a:pt x="184764" y="700108"/>
                    <a:pt x="186379" y="704448"/>
                    <a:pt x="186379" y="704448"/>
                  </a:cubicBezTo>
                  <a:lnTo>
                    <a:pt x="186379" y="706029"/>
                  </a:lnTo>
                  <a:lnTo>
                    <a:pt x="186009" y="708215"/>
                  </a:lnTo>
                  <a:lnTo>
                    <a:pt x="187389" y="710536"/>
                  </a:lnTo>
                  <a:cubicBezTo>
                    <a:pt x="187389" y="710536"/>
                    <a:pt x="188970" y="711108"/>
                    <a:pt x="189711" y="711344"/>
                  </a:cubicBezTo>
                  <a:cubicBezTo>
                    <a:pt x="190418" y="711546"/>
                    <a:pt x="195735" y="710469"/>
                    <a:pt x="196004" y="710402"/>
                  </a:cubicBezTo>
                  <a:cubicBezTo>
                    <a:pt x="196307" y="710335"/>
                    <a:pt x="197586" y="709325"/>
                    <a:pt x="197889" y="709325"/>
                  </a:cubicBezTo>
                  <a:cubicBezTo>
                    <a:pt x="198192" y="709325"/>
                    <a:pt x="200851" y="708955"/>
                    <a:pt x="201153" y="708821"/>
                  </a:cubicBezTo>
                  <a:cubicBezTo>
                    <a:pt x="201456" y="708686"/>
                    <a:pt x="205865" y="708619"/>
                    <a:pt x="206235" y="708888"/>
                  </a:cubicBezTo>
                  <a:cubicBezTo>
                    <a:pt x="206605" y="709157"/>
                    <a:pt x="209634" y="710637"/>
                    <a:pt x="209634" y="710637"/>
                  </a:cubicBezTo>
                  <a:cubicBezTo>
                    <a:pt x="209634" y="710637"/>
                    <a:pt x="212529" y="712891"/>
                    <a:pt x="212764" y="712958"/>
                  </a:cubicBezTo>
                  <a:cubicBezTo>
                    <a:pt x="213000" y="713026"/>
                    <a:pt x="214952" y="715650"/>
                    <a:pt x="214952" y="715650"/>
                  </a:cubicBezTo>
                  <a:lnTo>
                    <a:pt x="215187" y="717601"/>
                  </a:lnTo>
                  <a:cubicBezTo>
                    <a:pt x="215187" y="717601"/>
                    <a:pt x="215120" y="719619"/>
                    <a:pt x="215120" y="720056"/>
                  </a:cubicBezTo>
                  <a:cubicBezTo>
                    <a:pt x="215120" y="720494"/>
                    <a:pt x="214985" y="721570"/>
                    <a:pt x="214985" y="722007"/>
                  </a:cubicBezTo>
                  <a:cubicBezTo>
                    <a:pt x="214985" y="722445"/>
                    <a:pt x="214346" y="725641"/>
                    <a:pt x="214346" y="725641"/>
                  </a:cubicBezTo>
                  <a:lnTo>
                    <a:pt x="215154" y="729980"/>
                  </a:lnTo>
                  <a:cubicBezTo>
                    <a:pt x="215154" y="729980"/>
                    <a:pt x="215086" y="730182"/>
                    <a:pt x="215961" y="729980"/>
                  </a:cubicBezTo>
                  <a:cubicBezTo>
                    <a:pt x="216836" y="729778"/>
                    <a:pt x="218216" y="728096"/>
                    <a:pt x="218216" y="728096"/>
                  </a:cubicBezTo>
                  <a:cubicBezTo>
                    <a:pt x="218216" y="728096"/>
                    <a:pt x="218351" y="727020"/>
                    <a:pt x="218519" y="726650"/>
                  </a:cubicBezTo>
                  <a:cubicBezTo>
                    <a:pt x="218654" y="726280"/>
                    <a:pt x="218957" y="725338"/>
                    <a:pt x="219394" y="724833"/>
                  </a:cubicBezTo>
                  <a:cubicBezTo>
                    <a:pt x="219832" y="724329"/>
                    <a:pt x="220841" y="723824"/>
                    <a:pt x="221414" y="723689"/>
                  </a:cubicBezTo>
                  <a:cubicBezTo>
                    <a:pt x="221986" y="723555"/>
                    <a:pt x="227135" y="723118"/>
                    <a:pt x="227135" y="723118"/>
                  </a:cubicBezTo>
                  <a:cubicBezTo>
                    <a:pt x="227135" y="723118"/>
                    <a:pt x="228817" y="723555"/>
                    <a:pt x="229457" y="723925"/>
                  </a:cubicBezTo>
                  <a:cubicBezTo>
                    <a:pt x="230096" y="724295"/>
                    <a:pt x="230399" y="724228"/>
                    <a:pt x="231207" y="725170"/>
                  </a:cubicBezTo>
                  <a:cubicBezTo>
                    <a:pt x="232015" y="726112"/>
                    <a:pt x="234236" y="728870"/>
                    <a:pt x="234471" y="729072"/>
                  </a:cubicBezTo>
                  <a:cubicBezTo>
                    <a:pt x="234673" y="729307"/>
                    <a:pt x="235851" y="731326"/>
                    <a:pt x="235851" y="731326"/>
                  </a:cubicBezTo>
                  <a:lnTo>
                    <a:pt x="236491" y="733344"/>
                  </a:lnTo>
                  <a:cubicBezTo>
                    <a:pt x="236491" y="733344"/>
                    <a:pt x="236861" y="734286"/>
                    <a:pt x="237568" y="734286"/>
                  </a:cubicBezTo>
                  <a:cubicBezTo>
                    <a:pt x="238274" y="734286"/>
                    <a:pt x="240159" y="733041"/>
                    <a:pt x="240597" y="732907"/>
                  </a:cubicBezTo>
                  <a:cubicBezTo>
                    <a:pt x="241034" y="732772"/>
                    <a:pt x="242044" y="731763"/>
                    <a:pt x="242347" y="731460"/>
                  </a:cubicBezTo>
                  <a:cubicBezTo>
                    <a:pt x="242650" y="731157"/>
                    <a:pt x="244803" y="730215"/>
                    <a:pt x="244803" y="730215"/>
                  </a:cubicBezTo>
                  <a:cubicBezTo>
                    <a:pt x="244803" y="730215"/>
                    <a:pt x="247563" y="731595"/>
                    <a:pt x="248270" y="732301"/>
                  </a:cubicBezTo>
                  <a:cubicBezTo>
                    <a:pt x="249010" y="733041"/>
                    <a:pt x="250020" y="733815"/>
                    <a:pt x="250020" y="733815"/>
                  </a:cubicBezTo>
                  <a:lnTo>
                    <a:pt x="251467" y="733613"/>
                  </a:lnTo>
                  <a:lnTo>
                    <a:pt x="253991" y="731662"/>
                  </a:lnTo>
                  <a:cubicBezTo>
                    <a:pt x="253991" y="731662"/>
                    <a:pt x="254294" y="731090"/>
                    <a:pt x="254496" y="730855"/>
                  </a:cubicBezTo>
                  <a:cubicBezTo>
                    <a:pt x="254698" y="730653"/>
                    <a:pt x="255573" y="730350"/>
                    <a:pt x="255809" y="730350"/>
                  </a:cubicBezTo>
                  <a:cubicBezTo>
                    <a:pt x="256010" y="730350"/>
                    <a:pt x="259342" y="731662"/>
                    <a:pt x="259342" y="731662"/>
                  </a:cubicBezTo>
                  <a:cubicBezTo>
                    <a:pt x="259342" y="731662"/>
                    <a:pt x="260083" y="731965"/>
                    <a:pt x="260285" y="732301"/>
                  </a:cubicBezTo>
                  <a:cubicBezTo>
                    <a:pt x="260486" y="732671"/>
                    <a:pt x="262035" y="734757"/>
                    <a:pt x="262035" y="734757"/>
                  </a:cubicBezTo>
                  <a:cubicBezTo>
                    <a:pt x="262035" y="734757"/>
                    <a:pt x="263414" y="736136"/>
                    <a:pt x="263616" y="736439"/>
                  </a:cubicBezTo>
                  <a:cubicBezTo>
                    <a:pt x="263818" y="736742"/>
                    <a:pt x="265064" y="737246"/>
                    <a:pt x="265366" y="737313"/>
                  </a:cubicBezTo>
                  <a:cubicBezTo>
                    <a:pt x="265669" y="737381"/>
                    <a:pt x="266814" y="736674"/>
                    <a:pt x="267049" y="736674"/>
                  </a:cubicBezTo>
                  <a:cubicBezTo>
                    <a:pt x="267251" y="736674"/>
                    <a:pt x="268227" y="736540"/>
                    <a:pt x="269237" y="736372"/>
                  </a:cubicBezTo>
                  <a:cubicBezTo>
                    <a:pt x="270246" y="736237"/>
                    <a:pt x="271626" y="736002"/>
                    <a:pt x="272367" y="735800"/>
                  </a:cubicBezTo>
                  <a:cubicBezTo>
                    <a:pt x="273107" y="735598"/>
                    <a:pt x="273814" y="734992"/>
                    <a:pt x="274117" y="734858"/>
                  </a:cubicBezTo>
                  <a:cubicBezTo>
                    <a:pt x="274419" y="734723"/>
                    <a:pt x="275564" y="732907"/>
                    <a:pt x="275867" y="732907"/>
                  </a:cubicBezTo>
                  <a:cubicBezTo>
                    <a:pt x="276169" y="732907"/>
                    <a:pt x="278121" y="732604"/>
                    <a:pt x="278391" y="732604"/>
                  </a:cubicBezTo>
                  <a:cubicBezTo>
                    <a:pt x="278694" y="732604"/>
                    <a:pt x="282463" y="736742"/>
                    <a:pt x="282867" y="737313"/>
                  </a:cubicBezTo>
                  <a:cubicBezTo>
                    <a:pt x="283304" y="737885"/>
                    <a:pt x="283304" y="737751"/>
                    <a:pt x="283742" y="739063"/>
                  </a:cubicBezTo>
                  <a:cubicBezTo>
                    <a:pt x="284179" y="740375"/>
                    <a:pt x="284549" y="743335"/>
                    <a:pt x="284617" y="743638"/>
                  </a:cubicBezTo>
                  <a:cubicBezTo>
                    <a:pt x="284684" y="743941"/>
                    <a:pt x="285122" y="746262"/>
                    <a:pt x="285425" y="746968"/>
                  </a:cubicBezTo>
                  <a:cubicBezTo>
                    <a:pt x="285694" y="747674"/>
                    <a:pt x="286804" y="749289"/>
                    <a:pt x="286804" y="749289"/>
                  </a:cubicBezTo>
                  <a:lnTo>
                    <a:pt x="287679" y="749726"/>
                  </a:lnTo>
                  <a:cubicBezTo>
                    <a:pt x="287679" y="749726"/>
                    <a:pt x="289194" y="750231"/>
                    <a:pt x="289934" y="749996"/>
                  </a:cubicBezTo>
                  <a:cubicBezTo>
                    <a:pt x="290641" y="749794"/>
                    <a:pt x="294410" y="749693"/>
                    <a:pt x="294646" y="749626"/>
                  </a:cubicBezTo>
                  <a:cubicBezTo>
                    <a:pt x="294848" y="749558"/>
                    <a:pt x="297035" y="749054"/>
                    <a:pt x="297338" y="749054"/>
                  </a:cubicBezTo>
                  <a:cubicBezTo>
                    <a:pt x="297641" y="749054"/>
                    <a:pt x="300098" y="748044"/>
                    <a:pt x="300670" y="748044"/>
                  </a:cubicBezTo>
                  <a:cubicBezTo>
                    <a:pt x="301242" y="748044"/>
                    <a:pt x="305079" y="748919"/>
                    <a:pt x="305314" y="748986"/>
                  </a:cubicBezTo>
                  <a:cubicBezTo>
                    <a:pt x="305516" y="749054"/>
                    <a:pt x="306762" y="750366"/>
                    <a:pt x="306896" y="750870"/>
                  </a:cubicBezTo>
                  <a:cubicBezTo>
                    <a:pt x="307031" y="751375"/>
                    <a:pt x="307973" y="754941"/>
                    <a:pt x="308141" y="755580"/>
                  </a:cubicBezTo>
                  <a:cubicBezTo>
                    <a:pt x="308276" y="756219"/>
                    <a:pt x="308781" y="757901"/>
                    <a:pt x="308882" y="758271"/>
                  </a:cubicBezTo>
                  <a:cubicBezTo>
                    <a:pt x="308949" y="758641"/>
                    <a:pt x="308949" y="759650"/>
                    <a:pt x="309016" y="760222"/>
                  </a:cubicBezTo>
                  <a:cubicBezTo>
                    <a:pt x="309084" y="760794"/>
                    <a:pt x="310161" y="761601"/>
                    <a:pt x="310464" y="761736"/>
                  </a:cubicBezTo>
                  <a:cubicBezTo>
                    <a:pt x="310766" y="761870"/>
                    <a:pt x="313223" y="761534"/>
                    <a:pt x="313930" y="761736"/>
                  </a:cubicBezTo>
                  <a:cubicBezTo>
                    <a:pt x="314637" y="761971"/>
                    <a:pt x="315310" y="761870"/>
                    <a:pt x="315310" y="762240"/>
                  </a:cubicBezTo>
                  <a:cubicBezTo>
                    <a:pt x="315310" y="762610"/>
                    <a:pt x="316690" y="765874"/>
                    <a:pt x="316690" y="765874"/>
                  </a:cubicBezTo>
                  <a:cubicBezTo>
                    <a:pt x="316690" y="765874"/>
                    <a:pt x="316488" y="766378"/>
                    <a:pt x="316993" y="767017"/>
                  </a:cubicBezTo>
                  <a:cubicBezTo>
                    <a:pt x="317497" y="767656"/>
                    <a:pt x="318944" y="767085"/>
                    <a:pt x="319180" y="767017"/>
                  </a:cubicBezTo>
                  <a:cubicBezTo>
                    <a:pt x="319382" y="766950"/>
                    <a:pt x="320324" y="766143"/>
                    <a:pt x="320324" y="766143"/>
                  </a:cubicBezTo>
                  <a:cubicBezTo>
                    <a:pt x="320324" y="766143"/>
                    <a:pt x="323522" y="764763"/>
                    <a:pt x="323723" y="764763"/>
                  </a:cubicBezTo>
                  <a:cubicBezTo>
                    <a:pt x="323959" y="764763"/>
                    <a:pt x="325372" y="765705"/>
                    <a:pt x="325372" y="766008"/>
                  </a:cubicBezTo>
                  <a:cubicBezTo>
                    <a:pt x="325372" y="766311"/>
                    <a:pt x="325507" y="767959"/>
                    <a:pt x="325507" y="767959"/>
                  </a:cubicBezTo>
                  <a:lnTo>
                    <a:pt x="325574" y="769204"/>
                  </a:lnTo>
                  <a:lnTo>
                    <a:pt x="325709" y="771390"/>
                  </a:lnTo>
                  <a:cubicBezTo>
                    <a:pt x="325709" y="771390"/>
                    <a:pt x="326584" y="773140"/>
                    <a:pt x="326786" y="773342"/>
                  </a:cubicBezTo>
                  <a:cubicBezTo>
                    <a:pt x="327022" y="773577"/>
                    <a:pt x="326651" y="773913"/>
                    <a:pt x="328098" y="773913"/>
                  </a:cubicBezTo>
                  <a:cubicBezTo>
                    <a:pt x="329546" y="773913"/>
                    <a:pt x="330353" y="774216"/>
                    <a:pt x="330791" y="774351"/>
                  </a:cubicBezTo>
                  <a:cubicBezTo>
                    <a:pt x="331228" y="774485"/>
                    <a:pt x="331666" y="773981"/>
                    <a:pt x="332676" y="775158"/>
                  </a:cubicBezTo>
                  <a:cubicBezTo>
                    <a:pt x="333685" y="776302"/>
                    <a:pt x="333820" y="776605"/>
                    <a:pt x="334560" y="776302"/>
                  </a:cubicBezTo>
                  <a:cubicBezTo>
                    <a:pt x="335301" y="775999"/>
                    <a:pt x="336243" y="774351"/>
                    <a:pt x="336580" y="774284"/>
                  </a:cubicBezTo>
                  <a:cubicBezTo>
                    <a:pt x="336950" y="774216"/>
                    <a:pt x="337757" y="772602"/>
                    <a:pt x="337892" y="772332"/>
                  </a:cubicBezTo>
                  <a:cubicBezTo>
                    <a:pt x="338027" y="772030"/>
                    <a:pt x="338632" y="771121"/>
                    <a:pt x="338834" y="770751"/>
                  </a:cubicBezTo>
                  <a:cubicBezTo>
                    <a:pt x="339036" y="770381"/>
                    <a:pt x="339709" y="769002"/>
                    <a:pt x="339709" y="769002"/>
                  </a:cubicBezTo>
                  <a:cubicBezTo>
                    <a:pt x="339709" y="769002"/>
                    <a:pt x="340854" y="767993"/>
                    <a:pt x="341291" y="767690"/>
                  </a:cubicBezTo>
                  <a:cubicBezTo>
                    <a:pt x="341729" y="767387"/>
                    <a:pt x="342301" y="767387"/>
                    <a:pt x="343041" y="766984"/>
                  </a:cubicBezTo>
                  <a:cubicBezTo>
                    <a:pt x="343782" y="766546"/>
                    <a:pt x="344286" y="765907"/>
                    <a:pt x="344858" y="765806"/>
                  </a:cubicBezTo>
                  <a:cubicBezTo>
                    <a:pt x="345431" y="765739"/>
                    <a:pt x="346676" y="765604"/>
                    <a:pt x="347046" y="765604"/>
                  </a:cubicBezTo>
                  <a:cubicBezTo>
                    <a:pt x="347416" y="765604"/>
                    <a:pt x="349738" y="765403"/>
                    <a:pt x="349738" y="765403"/>
                  </a:cubicBezTo>
                  <a:lnTo>
                    <a:pt x="351623" y="765100"/>
                  </a:lnTo>
                  <a:lnTo>
                    <a:pt x="353508" y="765773"/>
                  </a:lnTo>
                  <a:cubicBezTo>
                    <a:pt x="353508" y="765773"/>
                    <a:pt x="355325" y="765974"/>
                    <a:pt x="355965" y="766210"/>
                  </a:cubicBezTo>
                  <a:cubicBezTo>
                    <a:pt x="356604" y="766412"/>
                    <a:pt x="357849" y="766782"/>
                    <a:pt x="358421" y="767219"/>
                  </a:cubicBezTo>
                  <a:cubicBezTo>
                    <a:pt x="358993" y="767656"/>
                    <a:pt x="360373" y="768228"/>
                    <a:pt x="360945" y="768598"/>
                  </a:cubicBezTo>
                  <a:cubicBezTo>
                    <a:pt x="361517" y="768968"/>
                    <a:pt x="362191" y="769406"/>
                    <a:pt x="362191" y="769675"/>
                  </a:cubicBezTo>
                  <a:cubicBezTo>
                    <a:pt x="362191" y="769978"/>
                    <a:pt x="362628" y="772366"/>
                    <a:pt x="362628" y="772803"/>
                  </a:cubicBezTo>
                  <a:cubicBezTo>
                    <a:pt x="362628" y="773241"/>
                    <a:pt x="362696" y="775764"/>
                    <a:pt x="362696" y="775764"/>
                  </a:cubicBezTo>
                  <a:cubicBezTo>
                    <a:pt x="362696" y="775764"/>
                    <a:pt x="362628" y="779094"/>
                    <a:pt x="362628" y="779397"/>
                  </a:cubicBezTo>
                  <a:cubicBezTo>
                    <a:pt x="362628" y="779699"/>
                    <a:pt x="362561" y="781482"/>
                    <a:pt x="362763" y="781583"/>
                  </a:cubicBezTo>
                  <a:cubicBezTo>
                    <a:pt x="362965" y="781651"/>
                    <a:pt x="363570" y="782323"/>
                    <a:pt x="364008" y="782323"/>
                  </a:cubicBezTo>
                  <a:cubicBezTo>
                    <a:pt x="364445" y="782323"/>
                    <a:pt x="365455" y="781886"/>
                    <a:pt x="365960" y="781381"/>
                  </a:cubicBezTo>
                  <a:cubicBezTo>
                    <a:pt x="366465" y="780877"/>
                    <a:pt x="366700" y="778690"/>
                    <a:pt x="366969" y="778488"/>
                  </a:cubicBezTo>
                  <a:cubicBezTo>
                    <a:pt x="367272" y="778253"/>
                    <a:pt x="367037" y="777546"/>
                    <a:pt x="367609" y="777244"/>
                  </a:cubicBezTo>
                  <a:cubicBezTo>
                    <a:pt x="368181" y="776941"/>
                    <a:pt x="368854" y="776605"/>
                    <a:pt x="368854" y="776605"/>
                  </a:cubicBezTo>
                  <a:lnTo>
                    <a:pt x="370941" y="776470"/>
                  </a:lnTo>
                  <a:lnTo>
                    <a:pt x="372523" y="778219"/>
                  </a:lnTo>
                  <a:lnTo>
                    <a:pt x="376662" y="780608"/>
                  </a:lnTo>
                  <a:lnTo>
                    <a:pt x="379186" y="783063"/>
                  </a:lnTo>
                  <a:lnTo>
                    <a:pt x="381878" y="785452"/>
                  </a:lnTo>
                  <a:cubicBezTo>
                    <a:pt x="381878" y="785452"/>
                    <a:pt x="383629" y="785519"/>
                    <a:pt x="384133" y="785452"/>
                  </a:cubicBezTo>
                  <a:cubicBezTo>
                    <a:pt x="384638" y="785385"/>
                    <a:pt x="385581" y="785519"/>
                    <a:pt x="386758" y="784947"/>
                  </a:cubicBezTo>
                  <a:cubicBezTo>
                    <a:pt x="387903" y="784375"/>
                    <a:pt x="388441" y="784644"/>
                    <a:pt x="389653" y="783568"/>
                  </a:cubicBezTo>
                  <a:cubicBezTo>
                    <a:pt x="390898" y="782492"/>
                    <a:pt x="391235" y="781415"/>
                    <a:pt x="391537" y="781247"/>
                  </a:cubicBezTo>
                  <a:cubicBezTo>
                    <a:pt x="391840" y="781112"/>
                    <a:pt x="393187" y="779868"/>
                    <a:pt x="393624" y="779800"/>
                  </a:cubicBezTo>
                  <a:cubicBezTo>
                    <a:pt x="394061" y="779733"/>
                    <a:pt x="399211" y="778556"/>
                    <a:pt x="399211" y="778556"/>
                  </a:cubicBezTo>
                  <a:cubicBezTo>
                    <a:pt x="399211" y="778556"/>
                    <a:pt x="402677" y="778488"/>
                    <a:pt x="403283" y="778556"/>
                  </a:cubicBezTo>
                  <a:cubicBezTo>
                    <a:pt x="403855" y="778623"/>
                    <a:pt x="406749" y="778556"/>
                    <a:pt x="406749" y="778556"/>
                  </a:cubicBezTo>
                  <a:cubicBezTo>
                    <a:pt x="406749" y="778556"/>
                    <a:pt x="409341" y="777513"/>
                    <a:pt x="409576" y="777446"/>
                  </a:cubicBezTo>
                  <a:cubicBezTo>
                    <a:pt x="409778" y="777378"/>
                    <a:pt x="410283" y="776605"/>
                    <a:pt x="410283" y="776605"/>
                  </a:cubicBezTo>
                  <a:lnTo>
                    <a:pt x="411730" y="776605"/>
                  </a:lnTo>
                  <a:cubicBezTo>
                    <a:pt x="411730" y="776605"/>
                    <a:pt x="414120" y="775797"/>
                    <a:pt x="414322" y="775797"/>
                  </a:cubicBezTo>
                  <a:cubicBezTo>
                    <a:pt x="414523" y="775797"/>
                    <a:pt x="416846" y="776234"/>
                    <a:pt x="417149" y="776369"/>
                  </a:cubicBezTo>
                  <a:cubicBezTo>
                    <a:pt x="417451" y="776504"/>
                    <a:pt x="418528" y="776504"/>
                    <a:pt x="418898" y="776672"/>
                  </a:cubicBezTo>
                  <a:cubicBezTo>
                    <a:pt x="419269" y="776806"/>
                    <a:pt x="421086" y="776605"/>
                    <a:pt x="421423" y="776234"/>
                  </a:cubicBezTo>
                  <a:cubicBezTo>
                    <a:pt x="421793" y="775864"/>
                    <a:pt x="422500" y="774418"/>
                    <a:pt x="422735" y="774149"/>
                  </a:cubicBezTo>
                  <a:cubicBezTo>
                    <a:pt x="422937" y="773846"/>
                    <a:pt x="423880" y="773005"/>
                    <a:pt x="424115" y="772904"/>
                  </a:cubicBezTo>
                  <a:cubicBezTo>
                    <a:pt x="424351" y="772837"/>
                    <a:pt x="424755" y="772904"/>
                    <a:pt x="425495" y="772534"/>
                  </a:cubicBezTo>
                  <a:cubicBezTo>
                    <a:pt x="426235" y="772164"/>
                    <a:pt x="427952" y="771155"/>
                    <a:pt x="428255" y="771155"/>
                  </a:cubicBezTo>
                  <a:cubicBezTo>
                    <a:pt x="428557" y="771155"/>
                    <a:pt x="430139" y="770785"/>
                    <a:pt x="430442" y="770718"/>
                  </a:cubicBezTo>
                  <a:cubicBezTo>
                    <a:pt x="430745" y="770650"/>
                    <a:pt x="431822" y="770079"/>
                    <a:pt x="432024" y="770079"/>
                  </a:cubicBezTo>
                  <a:cubicBezTo>
                    <a:pt x="432259" y="770079"/>
                    <a:pt x="433168" y="769776"/>
                    <a:pt x="433606" y="770146"/>
                  </a:cubicBezTo>
                  <a:cubicBezTo>
                    <a:pt x="434043" y="770516"/>
                    <a:pt x="434615" y="770280"/>
                    <a:pt x="434985" y="770650"/>
                  </a:cubicBezTo>
                  <a:cubicBezTo>
                    <a:pt x="435356" y="771020"/>
                    <a:pt x="437072" y="772097"/>
                    <a:pt x="437375" y="772400"/>
                  </a:cubicBezTo>
                  <a:cubicBezTo>
                    <a:pt x="437678" y="772702"/>
                    <a:pt x="439024" y="773140"/>
                    <a:pt x="439327" y="773409"/>
                  </a:cubicBezTo>
                  <a:cubicBezTo>
                    <a:pt x="439630" y="773712"/>
                    <a:pt x="440774" y="775158"/>
                    <a:pt x="440909" y="775730"/>
                  </a:cubicBezTo>
                  <a:cubicBezTo>
                    <a:pt x="441043" y="776302"/>
                    <a:pt x="441279" y="776369"/>
                    <a:pt x="441918" y="777176"/>
                  </a:cubicBezTo>
                  <a:cubicBezTo>
                    <a:pt x="442558" y="777984"/>
                    <a:pt x="442995" y="777984"/>
                    <a:pt x="443736" y="778690"/>
                  </a:cubicBezTo>
                  <a:cubicBezTo>
                    <a:pt x="444476" y="779430"/>
                    <a:pt x="446765" y="781314"/>
                    <a:pt x="447067" y="781516"/>
                  </a:cubicBezTo>
                  <a:cubicBezTo>
                    <a:pt x="447370" y="781718"/>
                    <a:pt x="448515" y="782525"/>
                    <a:pt x="448515" y="782525"/>
                  </a:cubicBezTo>
                  <a:lnTo>
                    <a:pt x="451342" y="784476"/>
                  </a:lnTo>
                  <a:lnTo>
                    <a:pt x="453664" y="786865"/>
                  </a:lnTo>
                  <a:cubicBezTo>
                    <a:pt x="453664" y="786865"/>
                    <a:pt x="454303" y="789119"/>
                    <a:pt x="454673" y="789892"/>
                  </a:cubicBezTo>
                  <a:cubicBezTo>
                    <a:pt x="455044" y="790700"/>
                    <a:pt x="457803" y="795174"/>
                    <a:pt x="457803" y="795174"/>
                  </a:cubicBezTo>
                  <a:lnTo>
                    <a:pt x="458880" y="798134"/>
                  </a:lnTo>
                  <a:cubicBezTo>
                    <a:pt x="458880" y="798134"/>
                    <a:pt x="460765" y="801464"/>
                    <a:pt x="460765" y="801767"/>
                  </a:cubicBezTo>
                  <a:cubicBezTo>
                    <a:pt x="460765" y="802036"/>
                    <a:pt x="461270" y="805097"/>
                    <a:pt x="461270" y="805097"/>
                  </a:cubicBezTo>
                  <a:lnTo>
                    <a:pt x="462212" y="809672"/>
                  </a:lnTo>
                  <a:cubicBezTo>
                    <a:pt x="462212" y="809672"/>
                    <a:pt x="463457" y="810110"/>
                    <a:pt x="464164" y="810110"/>
                  </a:cubicBezTo>
                  <a:cubicBezTo>
                    <a:pt x="464904" y="810110"/>
                    <a:pt x="466621" y="810311"/>
                    <a:pt x="466924" y="810110"/>
                  </a:cubicBezTo>
                  <a:cubicBezTo>
                    <a:pt x="467227" y="809874"/>
                    <a:pt x="469178" y="809403"/>
                    <a:pt x="469178" y="809403"/>
                  </a:cubicBezTo>
                  <a:cubicBezTo>
                    <a:pt x="469178" y="809403"/>
                    <a:pt x="469986" y="809807"/>
                    <a:pt x="470053" y="810211"/>
                  </a:cubicBezTo>
                  <a:cubicBezTo>
                    <a:pt x="470121" y="810614"/>
                    <a:pt x="472948" y="815458"/>
                    <a:pt x="473082" y="815694"/>
                  </a:cubicBezTo>
                  <a:cubicBezTo>
                    <a:pt x="473217" y="815896"/>
                    <a:pt x="473890" y="817645"/>
                    <a:pt x="473890" y="817645"/>
                  </a:cubicBezTo>
                  <a:lnTo>
                    <a:pt x="475135" y="819596"/>
                  </a:lnTo>
                  <a:lnTo>
                    <a:pt x="475842" y="820908"/>
                  </a:lnTo>
                  <a:cubicBezTo>
                    <a:pt x="475842" y="820908"/>
                    <a:pt x="476145" y="820841"/>
                    <a:pt x="476852" y="820908"/>
                  </a:cubicBezTo>
                  <a:cubicBezTo>
                    <a:pt x="477559" y="820975"/>
                    <a:pt x="478669" y="820538"/>
                    <a:pt x="478938" y="820471"/>
                  </a:cubicBezTo>
                  <a:cubicBezTo>
                    <a:pt x="479241" y="820403"/>
                    <a:pt x="479948" y="820403"/>
                    <a:pt x="480453" y="820403"/>
                  </a:cubicBezTo>
                  <a:cubicBezTo>
                    <a:pt x="480958" y="820403"/>
                    <a:pt x="482203" y="820571"/>
                    <a:pt x="482977" y="820908"/>
                  </a:cubicBezTo>
                  <a:cubicBezTo>
                    <a:pt x="483785" y="821244"/>
                    <a:pt x="485164" y="821345"/>
                    <a:pt x="485366" y="821547"/>
                  </a:cubicBezTo>
                  <a:cubicBezTo>
                    <a:pt x="485568" y="821749"/>
                    <a:pt x="486376" y="821850"/>
                    <a:pt x="486814" y="822119"/>
                  </a:cubicBezTo>
                  <a:cubicBezTo>
                    <a:pt x="487251" y="822422"/>
                    <a:pt x="488261" y="822691"/>
                    <a:pt x="488564" y="822926"/>
                  </a:cubicBezTo>
                  <a:cubicBezTo>
                    <a:pt x="488866" y="823162"/>
                    <a:pt x="490650" y="823498"/>
                    <a:pt x="490886" y="823666"/>
                  </a:cubicBezTo>
                  <a:cubicBezTo>
                    <a:pt x="491121" y="823801"/>
                    <a:pt x="492198" y="823296"/>
                    <a:pt x="492400" y="823666"/>
                  </a:cubicBezTo>
                  <a:cubicBezTo>
                    <a:pt x="492602" y="824036"/>
                    <a:pt x="493545" y="824541"/>
                    <a:pt x="493780" y="824743"/>
                  </a:cubicBezTo>
                  <a:cubicBezTo>
                    <a:pt x="493982" y="824945"/>
                    <a:pt x="495530" y="826761"/>
                    <a:pt x="495530" y="826761"/>
                  </a:cubicBezTo>
                  <a:cubicBezTo>
                    <a:pt x="495530" y="826761"/>
                    <a:pt x="495968" y="828342"/>
                    <a:pt x="496169" y="828948"/>
                  </a:cubicBezTo>
                  <a:cubicBezTo>
                    <a:pt x="496371" y="829520"/>
                    <a:pt x="497246" y="831336"/>
                    <a:pt x="497415" y="831774"/>
                  </a:cubicBezTo>
                  <a:cubicBezTo>
                    <a:pt x="497549" y="832211"/>
                    <a:pt x="498492" y="833590"/>
                    <a:pt x="498492" y="833590"/>
                  </a:cubicBezTo>
                  <a:cubicBezTo>
                    <a:pt x="498492" y="833590"/>
                    <a:pt x="500746" y="836348"/>
                    <a:pt x="500948" y="836550"/>
                  </a:cubicBezTo>
                  <a:cubicBezTo>
                    <a:pt x="501184" y="836786"/>
                    <a:pt x="502025" y="838232"/>
                    <a:pt x="502194" y="838501"/>
                  </a:cubicBezTo>
                  <a:cubicBezTo>
                    <a:pt x="502328" y="838804"/>
                    <a:pt x="501891" y="842135"/>
                    <a:pt x="502194" y="842908"/>
                  </a:cubicBezTo>
                  <a:cubicBezTo>
                    <a:pt x="502497" y="843716"/>
                    <a:pt x="502631" y="847248"/>
                    <a:pt x="502631" y="847248"/>
                  </a:cubicBezTo>
                  <a:lnTo>
                    <a:pt x="502059" y="848560"/>
                  </a:lnTo>
                  <a:cubicBezTo>
                    <a:pt x="502059" y="848560"/>
                    <a:pt x="501992" y="851520"/>
                    <a:pt x="501756" y="851688"/>
                  </a:cubicBezTo>
                  <a:cubicBezTo>
                    <a:pt x="501554" y="851823"/>
                    <a:pt x="499434" y="852698"/>
                    <a:pt x="499434" y="852698"/>
                  </a:cubicBezTo>
                  <a:lnTo>
                    <a:pt x="497549" y="853269"/>
                  </a:lnTo>
                  <a:cubicBezTo>
                    <a:pt x="497549" y="853269"/>
                    <a:pt x="496943" y="854850"/>
                    <a:pt x="496876" y="855086"/>
                  </a:cubicBezTo>
                  <a:cubicBezTo>
                    <a:pt x="496809" y="855321"/>
                    <a:pt x="496035" y="856330"/>
                    <a:pt x="496035" y="857037"/>
                  </a:cubicBezTo>
                  <a:cubicBezTo>
                    <a:pt x="496035" y="857777"/>
                    <a:pt x="496035" y="859123"/>
                    <a:pt x="496035" y="859123"/>
                  </a:cubicBezTo>
                  <a:lnTo>
                    <a:pt x="496775" y="860435"/>
                  </a:lnTo>
                  <a:lnTo>
                    <a:pt x="498525" y="863563"/>
                  </a:lnTo>
                  <a:lnTo>
                    <a:pt x="499165" y="864572"/>
                  </a:lnTo>
                  <a:cubicBezTo>
                    <a:pt x="499165" y="864572"/>
                    <a:pt x="499535" y="866759"/>
                    <a:pt x="499535" y="867028"/>
                  </a:cubicBezTo>
                  <a:cubicBezTo>
                    <a:pt x="499535" y="867331"/>
                    <a:pt x="500410" y="868710"/>
                    <a:pt x="500410" y="869046"/>
                  </a:cubicBezTo>
                  <a:cubicBezTo>
                    <a:pt x="500410" y="869416"/>
                    <a:pt x="501790" y="872377"/>
                    <a:pt x="501790" y="872377"/>
                  </a:cubicBezTo>
                  <a:lnTo>
                    <a:pt x="502093" y="873890"/>
                  </a:lnTo>
                  <a:lnTo>
                    <a:pt x="502665" y="876918"/>
                  </a:lnTo>
                  <a:lnTo>
                    <a:pt x="504415" y="879306"/>
                  </a:lnTo>
                  <a:lnTo>
                    <a:pt x="505559" y="880114"/>
                  </a:lnTo>
                  <a:cubicBezTo>
                    <a:pt x="505559" y="880114"/>
                    <a:pt x="508083" y="881930"/>
                    <a:pt x="508319" y="882065"/>
                  </a:cubicBezTo>
                  <a:cubicBezTo>
                    <a:pt x="508521" y="882199"/>
                    <a:pt x="510641" y="882570"/>
                    <a:pt x="510641" y="882570"/>
                  </a:cubicBezTo>
                  <a:lnTo>
                    <a:pt x="512593" y="882570"/>
                  </a:lnTo>
                  <a:cubicBezTo>
                    <a:pt x="512593" y="882570"/>
                    <a:pt x="513535" y="882940"/>
                    <a:pt x="514107" y="882570"/>
                  </a:cubicBezTo>
                  <a:cubicBezTo>
                    <a:pt x="514679" y="882199"/>
                    <a:pt x="516564" y="881258"/>
                    <a:pt x="516564" y="881258"/>
                  </a:cubicBezTo>
                  <a:cubicBezTo>
                    <a:pt x="516564" y="881258"/>
                    <a:pt x="516934" y="880686"/>
                    <a:pt x="517204" y="880686"/>
                  </a:cubicBezTo>
                  <a:cubicBezTo>
                    <a:pt x="517507" y="880686"/>
                    <a:pt x="518146" y="879878"/>
                    <a:pt x="518146" y="879878"/>
                  </a:cubicBezTo>
                  <a:lnTo>
                    <a:pt x="518954" y="879441"/>
                  </a:lnTo>
                  <a:cubicBezTo>
                    <a:pt x="518954" y="879441"/>
                    <a:pt x="519593" y="879508"/>
                    <a:pt x="519896" y="879508"/>
                  </a:cubicBezTo>
                  <a:cubicBezTo>
                    <a:pt x="520199" y="879508"/>
                    <a:pt x="521579" y="879441"/>
                    <a:pt x="521814" y="879744"/>
                  </a:cubicBezTo>
                  <a:cubicBezTo>
                    <a:pt x="522016" y="880047"/>
                    <a:pt x="522151" y="880988"/>
                    <a:pt x="522151" y="880988"/>
                  </a:cubicBezTo>
                  <a:lnTo>
                    <a:pt x="522151" y="881729"/>
                  </a:lnTo>
                  <a:lnTo>
                    <a:pt x="523901" y="883545"/>
                  </a:lnTo>
                  <a:lnTo>
                    <a:pt x="523901" y="883478"/>
                  </a:lnTo>
                  <a:cubicBezTo>
                    <a:pt x="523901" y="883478"/>
                    <a:pt x="524338" y="885227"/>
                    <a:pt x="524776" y="885361"/>
                  </a:cubicBezTo>
                  <a:cubicBezTo>
                    <a:pt x="525213" y="885496"/>
                    <a:pt x="525920" y="885866"/>
                    <a:pt x="526290" y="885933"/>
                  </a:cubicBezTo>
                  <a:cubicBezTo>
                    <a:pt x="526661" y="886001"/>
                    <a:pt x="528175" y="887178"/>
                    <a:pt x="528478" y="887380"/>
                  </a:cubicBezTo>
                  <a:cubicBezTo>
                    <a:pt x="528781" y="887582"/>
                    <a:pt x="529185" y="888322"/>
                    <a:pt x="529488" y="888961"/>
                  </a:cubicBezTo>
                  <a:cubicBezTo>
                    <a:pt x="529790" y="889600"/>
                    <a:pt x="530295" y="891551"/>
                    <a:pt x="530295" y="891551"/>
                  </a:cubicBezTo>
                  <a:cubicBezTo>
                    <a:pt x="530295" y="891551"/>
                    <a:pt x="530228" y="892426"/>
                    <a:pt x="530295" y="892998"/>
                  </a:cubicBezTo>
                  <a:cubicBezTo>
                    <a:pt x="530362" y="893570"/>
                    <a:pt x="530800" y="893738"/>
                    <a:pt x="530935" y="894142"/>
                  </a:cubicBezTo>
                  <a:cubicBezTo>
                    <a:pt x="531069" y="894579"/>
                    <a:pt x="531002" y="894713"/>
                    <a:pt x="531877" y="894848"/>
                  </a:cubicBezTo>
                  <a:cubicBezTo>
                    <a:pt x="532752" y="894983"/>
                    <a:pt x="532887" y="894713"/>
                    <a:pt x="533762" y="894848"/>
                  </a:cubicBezTo>
                  <a:cubicBezTo>
                    <a:pt x="534637" y="894983"/>
                    <a:pt x="534637" y="894545"/>
                    <a:pt x="535209" y="893704"/>
                  </a:cubicBezTo>
                  <a:cubicBezTo>
                    <a:pt x="535781" y="892830"/>
                    <a:pt x="535714" y="892628"/>
                    <a:pt x="536017" y="892190"/>
                  </a:cubicBezTo>
                  <a:cubicBezTo>
                    <a:pt x="536319" y="891753"/>
                    <a:pt x="536891" y="891248"/>
                    <a:pt x="536891" y="891248"/>
                  </a:cubicBezTo>
                  <a:lnTo>
                    <a:pt x="538709" y="891248"/>
                  </a:lnTo>
                  <a:cubicBezTo>
                    <a:pt x="538709" y="891248"/>
                    <a:pt x="540089" y="890946"/>
                    <a:pt x="540526" y="890946"/>
                  </a:cubicBezTo>
                  <a:cubicBezTo>
                    <a:pt x="540964" y="890946"/>
                    <a:pt x="541267" y="890710"/>
                    <a:pt x="541771" y="891013"/>
                  </a:cubicBezTo>
                  <a:cubicBezTo>
                    <a:pt x="542276" y="891316"/>
                    <a:pt x="542714" y="892022"/>
                    <a:pt x="542916" y="892022"/>
                  </a:cubicBezTo>
                  <a:cubicBezTo>
                    <a:pt x="543118" y="892022"/>
                    <a:pt x="543488" y="893200"/>
                    <a:pt x="544733" y="892157"/>
                  </a:cubicBezTo>
                  <a:cubicBezTo>
                    <a:pt x="545978" y="891148"/>
                    <a:pt x="546180" y="890206"/>
                    <a:pt x="546416" y="890206"/>
                  </a:cubicBezTo>
                  <a:cubicBezTo>
                    <a:pt x="546651" y="890206"/>
                    <a:pt x="546853" y="889903"/>
                    <a:pt x="547560" y="890273"/>
                  </a:cubicBezTo>
                  <a:cubicBezTo>
                    <a:pt x="548300" y="890643"/>
                    <a:pt x="550084" y="891215"/>
                    <a:pt x="551329" y="892157"/>
                  </a:cubicBezTo>
                  <a:cubicBezTo>
                    <a:pt x="552575" y="893099"/>
                    <a:pt x="552911" y="893031"/>
                    <a:pt x="553719" y="893973"/>
                  </a:cubicBezTo>
                  <a:cubicBezTo>
                    <a:pt x="554527" y="894915"/>
                    <a:pt x="554224" y="895487"/>
                    <a:pt x="555974" y="896429"/>
                  </a:cubicBezTo>
                  <a:cubicBezTo>
                    <a:pt x="557724" y="897371"/>
                    <a:pt x="561190" y="899322"/>
                    <a:pt x="561998" y="899456"/>
                  </a:cubicBezTo>
                  <a:cubicBezTo>
                    <a:pt x="562806" y="899591"/>
                    <a:pt x="564758" y="900768"/>
                    <a:pt x="565262" y="901038"/>
                  </a:cubicBezTo>
                  <a:cubicBezTo>
                    <a:pt x="565767" y="901340"/>
                    <a:pt x="566205" y="902551"/>
                    <a:pt x="566205" y="902551"/>
                  </a:cubicBezTo>
                  <a:lnTo>
                    <a:pt x="565700" y="906454"/>
                  </a:lnTo>
                  <a:lnTo>
                    <a:pt x="565700" y="907698"/>
                  </a:lnTo>
                  <a:lnTo>
                    <a:pt x="566205" y="909010"/>
                  </a:lnTo>
                  <a:lnTo>
                    <a:pt x="567450" y="910591"/>
                  </a:lnTo>
                  <a:lnTo>
                    <a:pt x="569503" y="913417"/>
                  </a:lnTo>
                  <a:cubicBezTo>
                    <a:pt x="569503" y="913417"/>
                    <a:pt x="570815" y="913787"/>
                    <a:pt x="571118" y="913787"/>
                  </a:cubicBezTo>
                  <a:cubicBezTo>
                    <a:pt x="571455" y="913787"/>
                    <a:pt x="573508" y="913787"/>
                    <a:pt x="573508" y="913787"/>
                  </a:cubicBezTo>
                  <a:cubicBezTo>
                    <a:pt x="573508" y="913787"/>
                    <a:pt x="578219" y="914426"/>
                    <a:pt x="578455" y="914224"/>
                  </a:cubicBezTo>
                  <a:cubicBezTo>
                    <a:pt x="578691" y="914022"/>
                    <a:pt x="579263" y="912912"/>
                    <a:pt x="579263" y="912710"/>
                  </a:cubicBezTo>
                  <a:cubicBezTo>
                    <a:pt x="579263" y="912475"/>
                    <a:pt x="579330" y="911197"/>
                    <a:pt x="579263" y="910322"/>
                  </a:cubicBezTo>
                  <a:cubicBezTo>
                    <a:pt x="579195" y="909448"/>
                    <a:pt x="579162" y="907396"/>
                    <a:pt x="578993" y="907295"/>
                  </a:cubicBezTo>
                  <a:cubicBezTo>
                    <a:pt x="578825" y="907194"/>
                    <a:pt x="578287" y="905243"/>
                    <a:pt x="578219" y="905007"/>
                  </a:cubicBezTo>
                  <a:cubicBezTo>
                    <a:pt x="578152" y="904805"/>
                    <a:pt x="577714" y="903931"/>
                    <a:pt x="577614" y="903762"/>
                  </a:cubicBezTo>
                  <a:cubicBezTo>
                    <a:pt x="577513" y="903594"/>
                    <a:pt x="577008" y="901576"/>
                    <a:pt x="577008" y="901576"/>
                  </a:cubicBezTo>
                  <a:lnTo>
                    <a:pt x="576200" y="899086"/>
                  </a:lnTo>
                  <a:lnTo>
                    <a:pt x="575157" y="897438"/>
                  </a:lnTo>
                  <a:lnTo>
                    <a:pt x="573205" y="894242"/>
                  </a:lnTo>
                  <a:cubicBezTo>
                    <a:pt x="573205" y="894242"/>
                    <a:pt x="571993" y="892291"/>
                    <a:pt x="571791" y="892190"/>
                  </a:cubicBezTo>
                  <a:cubicBezTo>
                    <a:pt x="571589" y="892089"/>
                    <a:pt x="570580" y="890878"/>
                    <a:pt x="570479" y="890710"/>
                  </a:cubicBezTo>
                  <a:cubicBezTo>
                    <a:pt x="570378" y="890542"/>
                    <a:pt x="569166" y="889096"/>
                    <a:pt x="569133" y="888927"/>
                  </a:cubicBezTo>
                  <a:cubicBezTo>
                    <a:pt x="569065" y="888759"/>
                    <a:pt x="567988" y="885832"/>
                    <a:pt x="567988" y="885664"/>
                  </a:cubicBezTo>
                  <a:cubicBezTo>
                    <a:pt x="567988" y="885496"/>
                    <a:pt x="568089" y="884520"/>
                    <a:pt x="568089" y="884520"/>
                  </a:cubicBezTo>
                  <a:cubicBezTo>
                    <a:pt x="568089" y="884520"/>
                    <a:pt x="569065" y="882401"/>
                    <a:pt x="569570" y="881796"/>
                  </a:cubicBezTo>
                  <a:cubicBezTo>
                    <a:pt x="570075" y="881190"/>
                    <a:pt x="570916" y="880551"/>
                    <a:pt x="571488" y="879845"/>
                  </a:cubicBezTo>
                  <a:cubicBezTo>
                    <a:pt x="572027" y="879138"/>
                    <a:pt x="573710" y="877624"/>
                    <a:pt x="574046" y="877187"/>
                  </a:cubicBezTo>
                  <a:cubicBezTo>
                    <a:pt x="574383" y="876750"/>
                    <a:pt x="576368" y="875505"/>
                    <a:pt x="576368" y="875505"/>
                  </a:cubicBezTo>
                  <a:lnTo>
                    <a:pt x="579633" y="874597"/>
                  </a:lnTo>
                  <a:lnTo>
                    <a:pt x="581417" y="874429"/>
                  </a:lnTo>
                  <a:lnTo>
                    <a:pt x="583200" y="874698"/>
                  </a:lnTo>
                  <a:lnTo>
                    <a:pt x="586397" y="876615"/>
                  </a:lnTo>
                  <a:cubicBezTo>
                    <a:pt x="586397" y="876615"/>
                    <a:pt x="587575" y="877759"/>
                    <a:pt x="587878" y="878196"/>
                  </a:cubicBezTo>
                  <a:cubicBezTo>
                    <a:pt x="588148" y="878634"/>
                    <a:pt x="590099" y="880517"/>
                    <a:pt x="590638" y="881190"/>
                  </a:cubicBezTo>
                  <a:cubicBezTo>
                    <a:pt x="591176" y="881829"/>
                    <a:pt x="595417" y="885160"/>
                    <a:pt x="595518" y="885361"/>
                  </a:cubicBezTo>
                  <a:cubicBezTo>
                    <a:pt x="595619" y="885563"/>
                    <a:pt x="597301" y="888019"/>
                    <a:pt x="597470" y="888524"/>
                  </a:cubicBezTo>
                  <a:cubicBezTo>
                    <a:pt x="597638" y="889028"/>
                    <a:pt x="599422" y="892830"/>
                    <a:pt x="600027" y="893301"/>
                  </a:cubicBezTo>
                  <a:cubicBezTo>
                    <a:pt x="600633" y="893771"/>
                    <a:pt x="602350" y="895756"/>
                    <a:pt x="603292" y="896025"/>
                  </a:cubicBezTo>
                  <a:cubicBezTo>
                    <a:pt x="604201" y="896294"/>
                    <a:pt x="608307" y="896732"/>
                    <a:pt x="608307" y="896732"/>
                  </a:cubicBezTo>
                  <a:lnTo>
                    <a:pt x="610057" y="897976"/>
                  </a:lnTo>
                  <a:cubicBezTo>
                    <a:pt x="610057" y="897976"/>
                    <a:pt x="612648" y="898178"/>
                    <a:pt x="612783" y="898347"/>
                  </a:cubicBezTo>
                  <a:cubicBezTo>
                    <a:pt x="612884" y="898515"/>
                    <a:pt x="615509" y="900668"/>
                    <a:pt x="615711" y="900970"/>
                  </a:cubicBezTo>
                  <a:cubicBezTo>
                    <a:pt x="615913" y="901239"/>
                    <a:pt x="617999" y="902114"/>
                    <a:pt x="618167" y="902551"/>
                  </a:cubicBezTo>
                  <a:cubicBezTo>
                    <a:pt x="618336" y="902989"/>
                    <a:pt x="620490" y="904502"/>
                    <a:pt x="620490" y="904502"/>
                  </a:cubicBezTo>
                  <a:cubicBezTo>
                    <a:pt x="620490" y="904502"/>
                    <a:pt x="620321" y="904132"/>
                    <a:pt x="622778" y="905579"/>
                  </a:cubicBezTo>
                  <a:cubicBezTo>
                    <a:pt x="625235" y="907059"/>
                    <a:pt x="627086" y="907261"/>
                    <a:pt x="627490" y="907328"/>
                  </a:cubicBezTo>
                  <a:cubicBezTo>
                    <a:pt x="627927" y="907396"/>
                    <a:pt x="630048" y="905545"/>
                    <a:pt x="630384" y="905108"/>
                  </a:cubicBezTo>
                  <a:cubicBezTo>
                    <a:pt x="630720" y="904671"/>
                    <a:pt x="632504" y="903964"/>
                    <a:pt x="632168" y="902518"/>
                  </a:cubicBezTo>
                  <a:cubicBezTo>
                    <a:pt x="631831" y="901038"/>
                    <a:pt x="632437" y="899356"/>
                    <a:pt x="630249" y="898178"/>
                  </a:cubicBezTo>
                  <a:cubicBezTo>
                    <a:pt x="628062" y="897001"/>
                    <a:pt x="626917" y="895252"/>
                    <a:pt x="626917" y="895252"/>
                  </a:cubicBezTo>
                  <a:cubicBezTo>
                    <a:pt x="626917" y="895252"/>
                    <a:pt x="623788" y="892863"/>
                    <a:pt x="623788" y="892493"/>
                  </a:cubicBezTo>
                  <a:cubicBezTo>
                    <a:pt x="623788" y="892123"/>
                    <a:pt x="623586" y="890475"/>
                    <a:pt x="623586" y="889600"/>
                  </a:cubicBezTo>
                  <a:cubicBezTo>
                    <a:pt x="623586" y="888725"/>
                    <a:pt x="623889" y="887414"/>
                    <a:pt x="624158" y="887144"/>
                  </a:cubicBezTo>
                  <a:cubicBezTo>
                    <a:pt x="624461" y="886842"/>
                    <a:pt x="627422" y="883949"/>
                    <a:pt x="627624" y="883881"/>
                  </a:cubicBezTo>
                  <a:cubicBezTo>
                    <a:pt x="627860" y="883814"/>
                    <a:pt x="628499" y="883007"/>
                    <a:pt x="628264" y="882199"/>
                  </a:cubicBezTo>
                  <a:cubicBezTo>
                    <a:pt x="628062" y="881392"/>
                    <a:pt x="628634" y="880450"/>
                    <a:pt x="627523" y="878735"/>
                  </a:cubicBezTo>
                  <a:cubicBezTo>
                    <a:pt x="626446" y="876985"/>
                    <a:pt x="625066" y="875909"/>
                    <a:pt x="624999" y="875404"/>
                  </a:cubicBezTo>
                  <a:cubicBezTo>
                    <a:pt x="624932" y="874900"/>
                    <a:pt x="624696" y="873016"/>
                    <a:pt x="624696" y="872713"/>
                  </a:cubicBezTo>
                  <a:cubicBezTo>
                    <a:pt x="624696" y="872410"/>
                    <a:pt x="627826" y="869383"/>
                    <a:pt x="628163" y="868508"/>
                  </a:cubicBezTo>
                  <a:cubicBezTo>
                    <a:pt x="628533" y="867634"/>
                    <a:pt x="628971" y="865985"/>
                    <a:pt x="629240" y="865918"/>
                  </a:cubicBezTo>
                  <a:cubicBezTo>
                    <a:pt x="629543" y="865851"/>
                    <a:pt x="633211" y="867163"/>
                    <a:pt x="633581" y="867364"/>
                  </a:cubicBezTo>
                  <a:cubicBezTo>
                    <a:pt x="633951" y="867566"/>
                    <a:pt x="637721" y="868743"/>
                    <a:pt x="637990" y="869046"/>
                  </a:cubicBezTo>
                  <a:cubicBezTo>
                    <a:pt x="638293" y="869349"/>
                    <a:pt x="641254" y="870425"/>
                    <a:pt x="641894" y="870493"/>
                  </a:cubicBezTo>
                  <a:cubicBezTo>
                    <a:pt x="642533" y="870560"/>
                    <a:pt x="645798" y="869753"/>
                    <a:pt x="645798" y="869753"/>
                  </a:cubicBezTo>
                  <a:lnTo>
                    <a:pt x="646875" y="867499"/>
                  </a:lnTo>
                  <a:lnTo>
                    <a:pt x="648759" y="865245"/>
                  </a:lnTo>
                  <a:cubicBezTo>
                    <a:pt x="648759" y="865245"/>
                    <a:pt x="649702" y="864236"/>
                    <a:pt x="650005" y="864169"/>
                  </a:cubicBezTo>
                  <a:cubicBezTo>
                    <a:pt x="650274" y="864101"/>
                    <a:pt x="652899" y="864370"/>
                    <a:pt x="652899" y="864370"/>
                  </a:cubicBezTo>
                  <a:lnTo>
                    <a:pt x="654043" y="865447"/>
                  </a:lnTo>
                  <a:lnTo>
                    <a:pt x="657947" y="867331"/>
                  </a:lnTo>
                  <a:lnTo>
                    <a:pt x="660202" y="869719"/>
                  </a:lnTo>
                  <a:cubicBezTo>
                    <a:pt x="660202" y="869719"/>
                    <a:pt x="662726" y="871401"/>
                    <a:pt x="664039" y="871300"/>
                  </a:cubicBezTo>
                  <a:cubicBezTo>
                    <a:pt x="665351" y="871233"/>
                    <a:pt x="670500" y="871065"/>
                    <a:pt x="670500" y="871065"/>
                  </a:cubicBezTo>
                  <a:cubicBezTo>
                    <a:pt x="670500" y="871065"/>
                    <a:pt x="671072" y="869484"/>
                    <a:pt x="670870" y="868979"/>
                  </a:cubicBezTo>
                  <a:cubicBezTo>
                    <a:pt x="670668" y="868475"/>
                    <a:pt x="670366" y="865144"/>
                    <a:pt x="670366" y="865144"/>
                  </a:cubicBezTo>
                  <a:lnTo>
                    <a:pt x="672015" y="863395"/>
                  </a:lnTo>
                  <a:cubicBezTo>
                    <a:pt x="672015" y="863395"/>
                    <a:pt x="672957" y="863260"/>
                    <a:pt x="673260" y="863260"/>
                  </a:cubicBezTo>
                  <a:cubicBezTo>
                    <a:pt x="673563" y="863260"/>
                    <a:pt x="675515" y="865447"/>
                    <a:pt x="675515" y="865447"/>
                  </a:cubicBezTo>
                  <a:cubicBezTo>
                    <a:pt x="675515" y="865447"/>
                    <a:pt x="675717" y="866591"/>
                    <a:pt x="676760" y="866019"/>
                  </a:cubicBezTo>
                  <a:cubicBezTo>
                    <a:pt x="677770" y="865447"/>
                    <a:pt x="679082" y="864270"/>
                    <a:pt x="679520" y="862621"/>
                  </a:cubicBezTo>
                  <a:cubicBezTo>
                    <a:pt x="679957" y="860939"/>
                    <a:pt x="680327" y="859493"/>
                    <a:pt x="680327" y="859493"/>
                  </a:cubicBezTo>
                  <a:lnTo>
                    <a:pt x="680327" y="855590"/>
                  </a:lnTo>
                  <a:cubicBezTo>
                    <a:pt x="680327" y="855590"/>
                    <a:pt x="681068" y="854447"/>
                    <a:pt x="681202" y="853572"/>
                  </a:cubicBezTo>
                  <a:cubicBezTo>
                    <a:pt x="681337" y="852698"/>
                    <a:pt x="682784" y="850107"/>
                    <a:pt x="682784" y="850107"/>
                  </a:cubicBezTo>
                  <a:cubicBezTo>
                    <a:pt x="682784" y="850107"/>
                    <a:pt x="683222" y="848795"/>
                    <a:pt x="684803" y="848089"/>
                  </a:cubicBezTo>
                  <a:cubicBezTo>
                    <a:pt x="686385" y="847349"/>
                    <a:pt x="687698" y="845499"/>
                    <a:pt x="688270" y="845196"/>
                  </a:cubicBezTo>
                  <a:cubicBezTo>
                    <a:pt x="688842" y="844893"/>
                    <a:pt x="691299" y="842740"/>
                    <a:pt x="691736" y="842437"/>
                  </a:cubicBezTo>
                  <a:cubicBezTo>
                    <a:pt x="692174" y="842135"/>
                    <a:pt x="693486" y="841428"/>
                    <a:pt x="693486" y="841428"/>
                  </a:cubicBezTo>
                  <a:lnTo>
                    <a:pt x="694294" y="838670"/>
                  </a:lnTo>
                  <a:lnTo>
                    <a:pt x="692779" y="836281"/>
                  </a:lnTo>
                  <a:cubicBezTo>
                    <a:pt x="692779" y="836281"/>
                    <a:pt x="692342" y="835642"/>
                    <a:pt x="692712" y="835474"/>
                  </a:cubicBezTo>
                  <a:cubicBezTo>
                    <a:pt x="693082" y="835339"/>
                    <a:pt x="693722" y="834768"/>
                    <a:pt x="693856" y="834330"/>
                  </a:cubicBezTo>
                  <a:cubicBezTo>
                    <a:pt x="693991" y="833893"/>
                    <a:pt x="694361" y="833960"/>
                    <a:pt x="694294" y="833691"/>
                  </a:cubicBezTo>
                  <a:cubicBezTo>
                    <a:pt x="694227" y="833388"/>
                    <a:pt x="694530" y="832177"/>
                    <a:pt x="693991" y="831370"/>
                  </a:cubicBezTo>
                  <a:cubicBezTo>
                    <a:pt x="693486" y="830563"/>
                    <a:pt x="691299" y="828241"/>
                    <a:pt x="691299" y="828241"/>
                  </a:cubicBezTo>
                  <a:cubicBezTo>
                    <a:pt x="691299" y="828241"/>
                    <a:pt x="690659" y="828881"/>
                    <a:pt x="690289" y="826997"/>
                  </a:cubicBezTo>
                  <a:cubicBezTo>
                    <a:pt x="689919" y="825113"/>
                    <a:pt x="689650" y="824743"/>
                    <a:pt x="689919" y="823734"/>
                  </a:cubicBezTo>
                  <a:cubicBezTo>
                    <a:pt x="690222" y="822724"/>
                    <a:pt x="690053" y="823229"/>
                    <a:pt x="691232" y="821850"/>
                  </a:cubicBezTo>
                  <a:cubicBezTo>
                    <a:pt x="692376" y="820471"/>
                    <a:pt x="691804" y="820269"/>
                    <a:pt x="693251" y="819024"/>
                  </a:cubicBezTo>
                  <a:cubicBezTo>
                    <a:pt x="694698" y="817780"/>
                    <a:pt x="695203" y="817578"/>
                    <a:pt x="696381" y="816770"/>
                  </a:cubicBezTo>
                  <a:cubicBezTo>
                    <a:pt x="697525" y="815963"/>
                    <a:pt x="697761" y="815694"/>
                    <a:pt x="698905" y="815761"/>
                  </a:cubicBezTo>
                  <a:cubicBezTo>
                    <a:pt x="700049" y="815828"/>
                    <a:pt x="704323" y="816770"/>
                    <a:pt x="704323" y="816770"/>
                  </a:cubicBezTo>
                  <a:cubicBezTo>
                    <a:pt x="704323" y="816770"/>
                    <a:pt x="705770" y="817847"/>
                    <a:pt x="706140" y="817948"/>
                  </a:cubicBezTo>
                  <a:cubicBezTo>
                    <a:pt x="706511" y="818015"/>
                    <a:pt x="709842" y="820538"/>
                    <a:pt x="709842" y="820538"/>
                  </a:cubicBezTo>
                  <a:cubicBezTo>
                    <a:pt x="709842" y="820538"/>
                    <a:pt x="711929" y="821985"/>
                    <a:pt x="712669" y="822052"/>
                  </a:cubicBezTo>
                  <a:cubicBezTo>
                    <a:pt x="713410" y="822119"/>
                    <a:pt x="715631" y="823935"/>
                    <a:pt x="716371" y="823935"/>
                  </a:cubicBezTo>
                  <a:cubicBezTo>
                    <a:pt x="717078" y="823935"/>
                    <a:pt x="720208" y="824003"/>
                    <a:pt x="720208" y="824003"/>
                  </a:cubicBezTo>
                  <a:lnTo>
                    <a:pt x="724785" y="823498"/>
                  </a:lnTo>
                  <a:cubicBezTo>
                    <a:pt x="724785" y="823498"/>
                    <a:pt x="728117" y="821985"/>
                    <a:pt x="728319" y="821985"/>
                  </a:cubicBezTo>
                  <a:cubicBezTo>
                    <a:pt x="728521" y="821985"/>
                    <a:pt x="732021" y="820942"/>
                    <a:pt x="732021" y="820942"/>
                  </a:cubicBezTo>
                  <a:lnTo>
                    <a:pt x="727881" y="816165"/>
                  </a:lnTo>
                  <a:lnTo>
                    <a:pt x="722766" y="811724"/>
                  </a:lnTo>
                  <a:lnTo>
                    <a:pt x="718088" y="806611"/>
                  </a:lnTo>
                  <a:cubicBezTo>
                    <a:pt x="718088" y="806611"/>
                    <a:pt x="713309" y="802171"/>
                    <a:pt x="712939" y="801868"/>
                  </a:cubicBezTo>
                  <a:cubicBezTo>
                    <a:pt x="712568" y="801565"/>
                    <a:pt x="709674" y="798975"/>
                    <a:pt x="709540" y="798672"/>
                  </a:cubicBezTo>
                  <a:cubicBezTo>
                    <a:pt x="709405" y="798403"/>
                    <a:pt x="707588" y="797226"/>
                    <a:pt x="707453" y="796923"/>
                  </a:cubicBezTo>
                  <a:cubicBezTo>
                    <a:pt x="707318" y="796620"/>
                    <a:pt x="702607" y="792920"/>
                    <a:pt x="702371" y="792516"/>
                  </a:cubicBezTo>
                  <a:cubicBezTo>
                    <a:pt x="702136" y="792079"/>
                    <a:pt x="700621" y="790431"/>
                    <a:pt x="700621" y="790431"/>
                  </a:cubicBezTo>
                  <a:lnTo>
                    <a:pt x="699544" y="788177"/>
                  </a:lnTo>
                  <a:lnTo>
                    <a:pt x="699342" y="786293"/>
                  </a:lnTo>
                  <a:cubicBezTo>
                    <a:pt x="699342" y="786293"/>
                    <a:pt x="700083" y="784846"/>
                    <a:pt x="700352" y="784274"/>
                  </a:cubicBezTo>
                  <a:cubicBezTo>
                    <a:pt x="700655" y="783703"/>
                    <a:pt x="700857" y="782693"/>
                    <a:pt x="701159" y="782189"/>
                  </a:cubicBezTo>
                  <a:cubicBezTo>
                    <a:pt x="701429" y="781684"/>
                    <a:pt x="701799" y="779868"/>
                    <a:pt x="701799" y="779868"/>
                  </a:cubicBezTo>
                  <a:lnTo>
                    <a:pt x="700487" y="778287"/>
                  </a:lnTo>
                  <a:lnTo>
                    <a:pt x="698669" y="774889"/>
                  </a:lnTo>
                  <a:cubicBezTo>
                    <a:pt x="698669" y="774889"/>
                    <a:pt x="697861" y="772433"/>
                    <a:pt x="697592" y="772063"/>
                  </a:cubicBezTo>
                  <a:cubicBezTo>
                    <a:pt x="697289" y="771693"/>
                    <a:pt x="697962" y="770549"/>
                    <a:pt x="697962" y="770549"/>
                  </a:cubicBezTo>
                  <a:lnTo>
                    <a:pt x="699039" y="769036"/>
                  </a:lnTo>
                  <a:cubicBezTo>
                    <a:pt x="699039" y="769036"/>
                    <a:pt x="700621" y="767219"/>
                    <a:pt x="700857" y="767085"/>
                  </a:cubicBezTo>
                  <a:cubicBezTo>
                    <a:pt x="701092" y="766950"/>
                    <a:pt x="703246" y="766580"/>
                    <a:pt x="703549" y="766445"/>
                  </a:cubicBezTo>
                  <a:cubicBezTo>
                    <a:pt x="703852" y="766311"/>
                    <a:pt x="706746" y="766445"/>
                    <a:pt x="707016" y="766445"/>
                  </a:cubicBezTo>
                  <a:cubicBezTo>
                    <a:pt x="707318" y="766445"/>
                    <a:pt x="710145" y="766311"/>
                    <a:pt x="710145" y="766311"/>
                  </a:cubicBezTo>
                  <a:cubicBezTo>
                    <a:pt x="710145" y="766311"/>
                    <a:pt x="712770" y="765874"/>
                    <a:pt x="712838" y="765604"/>
                  </a:cubicBezTo>
                  <a:cubicBezTo>
                    <a:pt x="712905" y="765302"/>
                    <a:pt x="714150" y="764864"/>
                    <a:pt x="714722" y="764158"/>
                  </a:cubicBezTo>
                  <a:cubicBezTo>
                    <a:pt x="715294" y="763418"/>
                    <a:pt x="715732" y="762779"/>
                    <a:pt x="715799" y="762577"/>
                  </a:cubicBezTo>
                  <a:cubicBezTo>
                    <a:pt x="715867" y="762375"/>
                    <a:pt x="716876" y="760558"/>
                    <a:pt x="716943" y="759818"/>
                  </a:cubicBezTo>
                  <a:cubicBezTo>
                    <a:pt x="717011" y="759078"/>
                    <a:pt x="717078" y="757699"/>
                    <a:pt x="717078" y="757699"/>
                  </a:cubicBezTo>
                  <a:lnTo>
                    <a:pt x="717011" y="756253"/>
                  </a:lnTo>
                  <a:lnTo>
                    <a:pt x="714487" y="754436"/>
                  </a:lnTo>
                  <a:lnTo>
                    <a:pt x="713915" y="752249"/>
                  </a:lnTo>
                  <a:lnTo>
                    <a:pt x="713343" y="750063"/>
                  </a:lnTo>
                  <a:lnTo>
                    <a:pt x="715530" y="746161"/>
                  </a:lnTo>
                  <a:lnTo>
                    <a:pt x="722059" y="742023"/>
                  </a:lnTo>
                  <a:cubicBezTo>
                    <a:pt x="722059" y="742023"/>
                    <a:pt x="727713" y="734185"/>
                    <a:pt x="727915" y="733546"/>
                  </a:cubicBezTo>
                  <a:cubicBezTo>
                    <a:pt x="728117" y="732907"/>
                    <a:pt x="735083" y="727457"/>
                    <a:pt x="735083" y="727457"/>
                  </a:cubicBezTo>
                  <a:lnTo>
                    <a:pt x="738987" y="721166"/>
                  </a:lnTo>
                  <a:lnTo>
                    <a:pt x="740300" y="720090"/>
                  </a:lnTo>
                  <a:lnTo>
                    <a:pt x="741377" y="716625"/>
                  </a:lnTo>
                  <a:lnTo>
                    <a:pt x="740064" y="715313"/>
                  </a:lnTo>
                  <a:lnTo>
                    <a:pt x="738112" y="712925"/>
                  </a:lnTo>
                  <a:cubicBezTo>
                    <a:pt x="738112" y="712925"/>
                    <a:pt x="733535" y="712689"/>
                    <a:pt x="732660" y="713362"/>
                  </a:cubicBezTo>
                  <a:cubicBezTo>
                    <a:pt x="731785" y="714001"/>
                    <a:pt x="729631" y="713564"/>
                    <a:pt x="728083" y="713564"/>
                  </a:cubicBezTo>
                  <a:cubicBezTo>
                    <a:pt x="726569" y="713564"/>
                    <a:pt x="725054" y="713564"/>
                    <a:pt x="718963" y="712925"/>
                  </a:cubicBezTo>
                  <a:cubicBezTo>
                    <a:pt x="712871" y="712286"/>
                    <a:pt x="718761" y="711176"/>
                    <a:pt x="718525" y="710335"/>
                  </a:cubicBezTo>
                  <a:cubicBezTo>
                    <a:pt x="718323" y="709460"/>
                    <a:pt x="718963" y="707711"/>
                    <a:pt x="718963" y="706634"/>
                  </a:cubicBezTo>
                  <a:cubicBezTo>
                    <a:pt x="718963" y="705558"/>
                    <a:pt x="719602" y="702934"/>
                    <a:pt x="719602" y="702934"/>
                  </a:cubicBezTo>
                  <a:cubicBezTo>
                    <a:pt x="719602" y="702934"/>
                    <a:pt x="713746" y="699032"/>
                    <a:pt x="713073" y="698796"/>
                  </a:cubicBezTo>
                  <a:cubicBezTo>
                    <a:pt x="712434" y="698594"/>
                    <a:pt x="711559" y="697484"/>
                    <a:pt x="711559" y="697484"/>
                  </a:cubicBezTo>
                  <a:lnTo>
                    <a:pt x="711559" y="694894"/>
                  </a:lnTo>
                  <a:lnTo>
                    <a:pt x="713746" y="692506"/>
                  </a:lnTo>
                  <a:lnTo>
                    <a:pt x="715261" y="689478"/>
                  </a:lnTo>
                  <a:lnTo>
                    <a:pt x="715698" y="685778"/>
                  </a:lnTo>
                  <a:lnTo>
                    <a:pt x="715900" y="682515"/>
                  </a:lnTo>
                  <a:lnTo>
                    <a:pt x="715025" y="680126"/>
                  </a:lnTo>
                  <a:lnTo>
                    <a:pt x="715025" y="677502"/>
                  </a:lnTo>
                  <a:lnTo>
                    <a:pt x="712838" y="672490"/>
                  </a:lnTo>
                  <a:cubicBezTo>
                    <a:pt x="712838" y="672490"/>
                    <a:pt x="713275" y="672490"/>
                    <a:pt x="712636" y="671413"/>
                  </a:cubicBezTo>
                  <a:cubicBezTo>
                    <a:pt x="711996" y="670337"/>
                    <a:pt x="711559" y="667948"/>
                    <a:pt x="711559" y="667948"/>
                  </a:cubicBezTo>
                  <a:lnTo>
                    <a:pt x="711559" y="667713"/>
                  </a:lnTo>
                  <a:lnTo>
                    <a:pt x="715025" y="665527"/>
                  </a:lnTo>
                  <a:lnTo>
                    <a:pt x="718492" y="664887"/>
                  </a:lnTo>
                  <a:lnTo>
                    <a:pt x="721083" y="665325"/>
                  </a:lnTo>
                  <a:cubicBezTo>
                    <a:pt x="721083" y="665325"/>
                    <a:pt x="723674" y="665325"/>
                    <a:pt x="725424" y="665325"/>
                  </a:cubicBezTo>
                  <a:cubicBezTo>
                    <a:pt x="727175" y="665325"/>
                    <a:pt x="731516" y="665224"/>
                    <a:pt x="733670" y="665224"/>
                  </a:cubicBezTo>
                  <a:cubicBezTo>
                    <a:pt x="735858" y="665224"/>
                    <a:pt x="736497" y="664686"/>
                    <a:pt x="736497" y="664686"/>
                  </a:cubicBezTo>
                  <a:lnTo>
                    <a:pt x="737574" y="662734"/>
                  </a:lnTo>
                  <a:lnTo>
                    <a:pt x="737574" y="660985"/>
                  </a:lnTo>
                  <a:lnTo>
                    <a:pt x="737574" y="659236"/>
                  </a:lnTo>
                  <a:lnTo>
                    <a:pt x="737574" y="657487"/>
                  </a:lnTo>
                  <a:lnTo>
                    <a:pt x="740502" y="655098"/>
                  </a:lnTo>
                  <a:lnTo>
                    <a:pt x="746560" y="655165"/>
                  </a:lnTo>
                  <a:cubicBezTo>
                    <a:pt x="746560" y="655165"/>
                    <a:pt x="750026" y="655031"/>
                    <a:pt x="750632" y="655165"/>
                  </a:cubicBezTo>
                  <a:cubicBezTo>
                    <a:pt x="751204" y="655300"/>
                    <a:pt x="752079" y="655906"/>
                    <a:pt x="752079" y="655906"/>
                  </a:cubicBezTo>
                  <a:cubicBezTo>
                    <a:pt x="752079" y="655906"/>
                    <a:pt x="753964" y="657789"/>
                    <a:pt x="754401" y="658361"/>
                  </a:cubicBezTo>
                  <a:cubicBezTo>
                    <a:pt x="754839" y="658933"/>
                    <a:pt x="754401" y="660817"/>
                    <a:pt x="754266" y="661557"/>
                  </a:cubicBezTo>
                  <a:cubicBezTo>
                    <a:pt x="754132" y="662263"/>
                    <a:pt x="753829" y="662869"/>
                    <a:pt x="752079" y="664585"/>
                  </a:cubicBezTo>
                  <a:cubicBezTo>
                    <a:pt x="750329" y="666334"/>
                    <a:pt x="752079" y="666771"/>
                    <a:pt x="752079" y="666771"/>
                  </a:cubicBezTo>
                  <a:cubicBezTo>
                    <a:pt x="752079" y="666771"/>
                    <a:pt x="754266" y="668352"/>
                    <a:pt x="756723" y="669227"/>
                  </a:cubicBezTo>
                  <a:cubicBezTo>
                    <a:pt x="759180" y="670101"/>
                    <a:pt x="759045" y="669362"/>
                    <a:pt x="759752" y="668789"/>
                  </a:cubicBezTo>
                  <a:cubicBezTo>
                    <a:pt x="760492" y="668218"/>
                    <a:pt x="761199" y="667646"/>
                    <a:pt x="761502" y="667209"/>
                  </a:cubicBezTo>
                  <a:cubicBezTo>
                    <a:pt x="761805" y="666771"/>
                    <a:pt x="763387" y="666199"/>
                    <a:pt x="765844" y="665627"/>
                  </a:cubicBezTo>
                  <a:cubicBezTo>
                    <a:pt x="768300" y="665056"/>
                    <a:pt x="768906" y="665190"/>
                    <a:pt x="769748" y="664450"/>
                  </a:cubicBezTo>
                  <a:cubicBezTo>
                    <a:pt x="770623" y="663744"/>
                    <a:pt x="771935" y="662701"/>
                    <a:pt x="771935" y="662701"/>
                  </a:cubicBezTo>
                  <a:cubicBezTo>
                    <a:pt x="771935" y="662701"/>
                    <a:pt x="775267" y="662398"/>
                    <a:pt x="776714" y="661826"/>
                  </a:cubicBezTo>
                  <a:lnTo>
                    <a:pt x="783075" y="661826"/>
                  </a:lnTo>
                  <a:cubicBezTo>
                    <a:pt x="783075" y="661826"/>
                    <a:pt x="784387" y="661860"/>
                    <a:pt x="785834" y="661725"/>
                  </a:cubicBezTo>
                  <a:cubicBezTo>
                    <a:pt x="787282" y="661591"/>
                    <a:pt x="788157" y="661557"/>
                    <a:pt x="788157" y="661557"/>
                  </a:cubicBezTo>
                  <a:cubicBezTo>
                    <a:pt x="788157" y="661557"/>
                    <a:pt x="790344" y="661860"/>
                    <a:pt x="792498" y="662263"/>
                  </a:cubicBezTo>
                  <a:cubicBezTo>
                    <a:pt x="794686" y="662701"/>
                    <a:pt x="794248" y="664585"/>
                    <a:pt x="794248" y="664585"/>
                  </a:cubicBezTo>
                  <a:lnTo>
                    <a:pt x="796705" y="666166"/>
                  </a:lnTo>
                  <a:lnTo>
                    <a:pt x="796705" y="669630"/>
                  </a:lnTo>
                  <a:lnTo>
                    <a:pt x="796705" y="672961"/>
                  </a:lnTo>
                  <a:cubicBezTo>
                    <a:pt x="796705" y="672961"/>
                    <a:pt x="800542" y="672692"/>
                    <a:pt x="801989" y="672961"/>
                  </a:cubicBezTo>
                  <a:cubicBezTo>
                    <a:pt x="803436" y="673264"/>
                    <a:pt x="805253" y="672961"/>
                    <a:pt x="805253" y="672961"/>
                  </a:cubicBezTo>
                  <a:cubicBezTo>
                    <a:pt x="805253" y="672961"/>
                    <a:pt x="805556" y="673835"/>
                    <a:pt x="806128" y="675147"/>
                  </a:cubicBezTo>
                  <a:cubicBezTo>
                    <a:pt x="806700" y="676459"/>
                    <a:pt x="806835" y="677738"/>
                    <a:pt x="806835" y="677738"/>
                  </a:cubicBezTo>
                  <a:lnTo>
                    <a:pt x="808417" y="678612"/>
                  </a:lnTo>
                  <a:lnTo>
                    <a:pt x="811479" y="680934"/>
                  </a:lnTo>
                  <a:lnTo>
                    <a:pt x="815821" y="680934"/>
                  </a:lnTo>
                  <a:lnTo>
                    <a:pt x="819287" y="683860"/>
                  </a:lnTo>
                  <a:cubicBezTo>
                    <a:pt x="819287" y="683860"/>
                    <a:pt x="822114" y="686585"/>
                    <a:pt x="823864" y="688301"/>
                  </a:cubicBezTo>
                  <a:cubicBezTo>
                    <a:pt x="825614" y="690050"/>
                    <a:pt x="826052" y="693952"/>
                    <a:pt x="826052" y="693952"/>
                  </a:cubicBezTo>
                  <a:cubicBezTo>
                    <a:pt x="826052" y="693952"/>
                    <a:pt x="828239" y="696340"/>
                    <a:pt x="828239" y="697215"/>
                  </a:cubicBezTo>
                  <a:cubicBezTo>
                    <a:pt x="828239" y="698090"/>
                    <a:pt x="827600" y="699402"/>
                    <a:pt x="826927" y="699839"/>
                  </a:cubicBezTo>
                  <a:cubicBezTo>
                    <a:pt x="826287" y="700276"/>
                    <a:pt x="823898" y="702227"/>
                    <a:pt x="823898" y="702227"/>
                  </a:cubicBezTo>
                  <a:lnTo>
                    <a:pt x="824975" y="706567"/>
                  </a:lnTo>
                  <a:lnTo>
                    <a:pt x="827364" y="709830"/>
                  </a:lnTo>
                  <a:cubicBezTo>
                    <a:pt x="827364" y="709830"/>
                    <a:pt x="829552" y="715481"/>
                    <a:pt x="829989" y="716356"/>
                  </a:cubicBezTo>
                  <a:cubicBezTo>
                    <a:pt x="830427" y="717231"/>
                    <a:pt x="833691" y="720696"/>
                    <a:pt x="835004" y="721570"/>
                  </a:cubicBezTo>
                  <a:cubicBezTo>
                    <a:pt x="836316" y="722445"/>
                    <a:pt x="837393" y="729610"/>
                    <a:pt x="837393" y="729610"/>
                  </a:cubicBezTo>
                  <a:lnTo>
                    <a:pt x="836081" y="737885"/>
                  </a:lnTo>
                  <a:lnTo>
                    <a:pt x="835004" y="744950"/>
                  </a:lnTo>
                  <a:cubicBezTo>
                    <a:pt x="835004" y="744950"/>
                    <a:pt x="835441" y="747237"/>
                    <a:pt x="838033" y="751375"/>
                  </a:cubicBezTo>
                  <a:cubicBezTo>
                    <a:pt x="840658" y="755513"/>
                    <a:pt x="840658" y="753326"/>
                    <a:pt x="841297" y="753763"/>
                  </a:cubicBezTo>
                  <a:cubicBezTo>
                    <a:pt x="841937" y="754201"/>
                    <a:pt x="843047" y="755950"/>
                    <a:pt x="843687" y="758103"/>
                  </a:cubicBezTo>
                  <a:cubicBezTo>
                    <a:pt x="844326" y="760289"/>
                    <a:pt x="843249" y="759179"/>
                    <a:pt x="842812" y="759852"/>
                  </a:cubicBezTo>
                  <a:cubicBezTo>
                    <a:pt x="842374" y="760491"/>
                    <a:pt x="842812" y="762880"/>
                    <a:pt x="842812" y="762880"/>
                  </a:cubicBezTo>
                  <a:cubicBezTo>
                    <a:pt x="842812" y="762880"/>
                    <a:pt x="845201" y="764192"/>
                    <a:pt x="846514" y="764629"/>
                  </a:cubicBezTo>
                  <a:cubicBezTo>
                    <a:pt x="847826" y="765066"/>
                    <a:pt x="848466" y="765941"/>
                    <a:pt x="849105" y="766378"/>
                  </a:cubicBezTo>
                  <a:cubicBezTo>
                    <a:pt x="849745" y="766815"/>
                    <a:pt x="851057" y="768329"/>
                    <a:pt x="851057" y="768329"/>
                  </a:cubicBezTo>
                  <a:cubicBezTo>
                    <a:pt x="851057" y="768329"/>
                    <a:pt x="853682" y="770280"/>
                    <a:pt x="854759" y="770280"/>
                  </a:cubicBezTo>
                  <a:cubicBezTo>
                    <a:pt x="855836" y="770280"/>
                    <a:pt x="857350" y="772030"/>
                    <a:pt x="857350" y="772030"/>
                  </a:cubicBezTo>
                  <a:lnTo>
                    <a:pt x="861692" y="773106"/>
                  </a:lnTo>
                  <a:lnTo>
                    <a:pt x="868860" y="776134"/>
                  </a:lnTo>
                  <a:lnTo>
                    <a:pt x="872764" y="779834"/>
                  </a:lnTo>
                  <a:lnTo>
                    <a:pt x="878856" y="786125"/>
                  </a:lnTo>
                  <a:lnTo>
                    <a:pt x="879798" y="791272"/>
                  </a:lnTo>
                  <a:cubicBezTo>
                    <a:pt x="879798" y="791272"/>
                    <a:pt x="882120" y="796116"/>
                    <a:pt x="883870" y="797226"/>
                  </a:cubicBezTo>
                  <a:cubicBezTo>
                    <a:pt x="885620" y="798302"/>
                    <a:pt x="886563" y="799311"/>
                    <a:pt x="887068" y="799412"/>
                  </a:cubicBezTo>
                  <a:cubicBezTo>
                    <a:pt x="887572" y="799480"/>
                    <a:pt x="889087" y="800657"/>
                    <a:pt x="889019" y="800926"/>
                  </a:cubicBezTo>
                  <a:cubicBezTo>
                    <a:pt x="888952" y="801229"/>
                    <a:pt x="889221" y="802238"/>
                    <a:pt x="889087" y="803247"/>
                  </a:cubicBezTo>
                  <a:cubicBezTo>
                    <a:pt x="888952" y="804256"/>
                    <a:pt x="889087" y="804492"/>
                    <a:pt x="889087" y="804761"/>
                  </a:cubicBezTo>
                  <a:cubicBezTo>
                    <a:pt x="889087" y="805064"/>
                    <a:pt x="890231" y="806577"/>
                    <a:pt x="890332" y="806779"/>
                  </a:cubicBezTo>
                  <a:cubicBezTo>
                    <a:pt x="890399" y="806981"/>
                    <a:pt x="891779" y="809100"/>
                    <a:pt x="892217" y="809807"/>
                  </a:cubicBezTo>
                  <a:cubicBezTo>
                    <a:pt x="892654" y="810547"/>
                    <a:pt x="894976" y="812431"/>
                    <a:pt x="895548" y="813137"/>
                  </a:cubicBezTo>
                  <a:cubicBezTo>
                    <a:pt x="896121" y="813844"/>
                    <a:pt x="898140" y="814887"/>
                    <a:pt x="898813" y="815223"/>
                  </a:cubicBezTo>
                  <a:cubicBezTo>
                    <a:pt x="899452" y="815593"/>
                    <a:pt x="901842" y="816602"/>
                    <a:pt x="901842" y="816602"/>
                  </a:cubicBezTo>
                  <a:lnTo>
                    <a:pt x="904972" y="818486"/>
                  </a:lnTo>
                  <a:cubicBezTo>
                    <a:pt x="904972" y="818486"/>
                    <a:pt x="906217" y="819798"/>
                    <a:pt x="907496" y="821009"/>
                  </a:cubicBezTo>
                  <a:cubicBezTo>
                    <a:pt x="908808" y="822253"/>
                    <a:pt x="908640" y="821211"/>
                    <a:pt x="909246" y="821009"/>
                  </a:cubicBezTo>
                  <a:cubicBezTo>
                    <a:pt x="909818" y="820807"/>
                    <a:pt x="910424" y="819058"/>
                    <a:pt x="910760" y="818553"/>
                  </a:cubicBezTo>
                  <a:cubicBezTo>
                    <a:pt x="911130" y="818049"/>
                    <a:pt x="910996" y="817309"/>
                    <a:pt x="911703" y="816669"/>
                  </a:cubicBezTo>
                  <a:cubicBezTo>
                    <a:pt x="912443" y="816030"/>
                    <a:pt x="912342" y="815593"/>
                    <a:pt x="912645" y="814853"/>
                  </a:cubicBezTo>
                  <a:cubicBezTo>
                    <a:pt x="912948" y="814113"/>
                    <a:pt x="913385" y="813978"/>
                    <a:pt x="913789" y="813911"/>
                  </a:cubicBezTo>
                  <a:cubicBezTo>
                    <a:pt x="914227" y="813844"/>
                    <a:pt x="914866" y="814046"/>
                    <a:pt x="915169" y="814113"/>
                  </a:cubicBezTo>
                  <a:cubicBezTo>
                    <a:pt x="915472" y="814180"/>
                    <a:pt x="916919" y="815559"/>
                    <a:pt x="917626" y="815997"/>
                  </a:cubicBezTo>
                  <a:cubicBezTo>
                    <a:pt x="918366" y="816434"/>
                    <a:pt x="918265" y="816501"/>
                    <a:pt x="918636" y="816804"/>
                  </a:cubicBezTo>
                  <a:cubicBezTo>
                    <a:pt x="919006" y="817107"/>
                    <a:pt x="918636" y="818822"/>
                    <a:pt x="918636" y="819125"/>
                  </a:cubicBezTo>
                  <a:cubicBezTo>
                    <a:pt x="918636" y="819428"/>
                    <a:pt x="919443" y="821009"/>
                    <a:pt x="919443" y="821009"/>
                  </a:cubicBezTo>
                  <a:cubicBezTo>
                    <a:pt x="919443" y="821009"/>
                    <a:pt x="919948" y="821581"/>
                    <a:pt x="920318" y="821883"/>
                  </a:cubicBezTo>
                  <a:cubicBezTo>
                    <a:pt x="920688" y="822186"/>
                    <a:pt x="921193" y="823128"/>
                    <a:pt x="921698" y="824003"/>
                  </a:cubicBezTo>
                  <a:cubicBezTo>
                    <a:pt x="922203" y="824877"/>
                    <a:pt x="922573" y="824709"/>
                    <a:pt x="923381" y="825517"/>
                  </a:cubicBezTo>
                  <a:cubicBezTo>
                    <a:pt x="924188" y="826324"/>
                    <a:pt x="924088" y="826257"/>
                    <a:pt x="924626" y="826593"/>
                  </a:cubicBezTo>
                  <a:cubicBezTo>
                    <a:pt x="925131" y="826963"/>
                    <a:pt x="926443" y="826593"/>
                    <a:pt x="927150" y="826593"/>
                  </a:cubicBezTo>
                  <a:cubicBezTo>
                    <a:pt x="927857" y="826593"/>
                    <a:pt x="927655" y="825954"/>
                    <a:pt x="927655" y="825954"/>
                  </a:cubicBezTo>
                  <a:cubicBezTo>
                    <a:pt x="927655" y="825954"/>
                    <a:pt x="928092" y="824877"/>
                    <a:pt x="928092" y="824642"/>
                  </a:cubicBezTo>
                  <a:cubicBezTo>
                    <a:pt x="928092" y="824440"/>
                    <a:pt x="929035" y="823397"/>
                    <a:pt x="929338" y="823397"/>
                  </a:cubicBezTo>
                  <a:cubicBezTo>
                    <a:pt x="929640" y="823397"/>
                    <a:pt x="930650" y="823767"/>
                    <a:pt x="930650" y="823767"/>
                  </a:cubicBezTo>
                  <a:lnTo>
                    <a:pt x="932669" y="824205"/>
                  </a:lnTo>
                  <a:lnTo>
                    <a:pt x="932972" y="823195"/>
                  </a:lnTo>
                  <a:lnTo>
                    <a:pt x="933107" y="822052"/>
                  </a:lnTo>
                  <a:cubicBezTo>
                    <a:pt x="933107" y="822052"/>
                    <a:pt x="933107" y="820605"/>
                    <a:pt x="932366" y="820033"/>
                  </a:cubicBezTo>
                  <a:cubicBezTo>
                    <a:pt x="931626" y="819462"/>
                    <a:pt x="932366" y="815694"/>
                    <a:pt x="932366" y="815694"/>
                  </a:cubicBezTo>
                  <a:cubicBezTo>
                    <a:pt x="932366" y="815694"/>
                    <a:pt x="932366" y="811926"/>
                    <a:pt x="932366" y="811354"/>
                  </a:cubicBezTo>
                  <a:cubicBezTo>
                    <a:pt x="932366" y="810782"/>
                    <a:pt x="933242" y="807015"/>
                    <a:pt x="933242" y="807015"/>
                  </a:cubicBezTo>
                  <a:lnTo>
                    <a:pt x="934992" y="805871"/>
                  </a:lnTo>
                  <a:cubicBezTo>
                    <a:pt x="934992" y="805871"/>
                    <a:pt x="939636" y="805434"/>
                    <a:pt x="940208" y="805299"/>
                  </a:cubicBezTo>
                  <a:cubicBezTo>
                    <a:pt x="940780" y="805165"/>
                    <a:pt x="942968" y="805434"/>
                    <a:pt x="942968" y="805434"/>
                  </a:cubicBezTo>
                  <a:lnTo>
                    <a:pt x="944280" y="803685"/>
                  </a:lnTo>
                  <a:lnTo>
                    <a:pt x="945424" y="801801"/>
                  </a:lnTo>
                  <a:lnTo>
                    <a:pt x="947006" y="798908"/>
                  </a:lnTo>
                  <a:cubicBezTo>
                    <a:pt x="947006" y="798908"/>
                    <a:pt x="949463" y="797596"/>
                    <a:pt x="950035" y="797596"/>
                  </a:cubicBezTo>
                  <a:cubicBezTo>
                    <a:pt x="950607" y="797596"/>
                    <a:pt x="952795" y="797158"/>
                    <a:pt x="952795" y="797158"/>
                  </a:cubicBezTo>
                  <a:lnTo>
                    <a:pt x="954377" y="798302"/>
                  </a:lnTo>
                  <a:lnTo>
                    <a:pt x="951179" y="801498"/>
                  </a:lnTo>
                  <a:lnTo>
                    <a:pt x="950607" y="804088"/>
                  </a:lnTo>
                  <a:cubicBezTo>
                    <a:pt x="950607" y="804088"/>
                    <a:pt x="953367" y="806275"/>
                    <a:pt x="956396" y="808428"/>
                  </a:cubicBezTo>
                  <a:cubicBezTo>
                    <a:pt x="959425" y="810614"/>
                    <a:pt x="957540" y="810311"/>
                    <a:pt x="958281" y="811455"/>
                  </a:cubicBezTo>
                  <a:cubicBezTo>
                    <a:pt x="958987" y="812599"/>
                    <a:pt x="958281" y="817813"/>
                    <a:pt x="958146" y="818251"/>
                  </a:cubicBezTo>
                  <a:cubicBezTo>
                    <a:pt x="958011" y="818688"/>
                    <a:pt x="957405" y="819832"/>
                    <a:pt x="956564" y="821715"/>
                  </a:cubicBezTo>
                  <a:cubicBezTo>
                    <a:pt x="955689" y="823599"/>
                    <a:pt x="955555" y="824608"/>
                    <a:pt x="955555" y="825786"/>
                  </a:cubicBezTo>
                  <a:cubicBezTo>
                    <a:pt x="955555" y="826929"/>
                    <a:pt x="955420" y="827670"/>
                    <a:pt x="955555" y="828107"/>
                  </a:cubicBezTo>
                  <a:cubicBezTo>
                    <a:pt x="955689" y="828544"/>
                    <a:pt x="957574" y="831134"/>
                    <a:pt x="958011" y="831572"/>
                  </a:cubicBezTo>
                  <a:cubicBezTo>
                    <a:pt x="958449" y="832009"/>
                    <a:pt x="959761" y="832884"/>
                    <a:pt x="959761" y="832884"/>
                  </a:cubicBezTo>
                  <a:lnTo>
                    <a:pt x="963396" y="834027"/>
                  </a:lnTo>
                  <a:cubicBezTo>
                    <a:pt x="963396" y="834027"/>
                    <a:pt x="965584" y="833456"/>
                    <a:pt x="965987" y="833018"/>
                  </a:cubicBezTo>
                  <a:cubicBezTo>
                    <a:pt x="966425" y="832581"/>
                    <a:pt x="967132" y="829553"/>
                    <a:pt x="967132" y="829553"/>
                  </a:cubicBezTo>
                  <a:lnTo>
                    <a:pt x="967132" y="827804"/>
                  </a:lnTo>
                  <a:lnTo>
                    <a:pt x="968276" y="826358"/>
                  </a:lnTo>
                  <a:cubicBezTo>
                    <a:pt x="968276" y="826358"/>
                    <a:pt x="969286" y="823330"/>
                    <a:pt x="970161" y="822724"/>
                  </a:cubicBezTo>
                  <a:cubicBezTo>
                    <a:pt x="971036" y="822153"/>
                    <a:pt x="972617" y="820841"/>
                    <a:pt x="972617" y="820841"/>
                  </a:cubicBezTo>
                  <a:lnTo>
                    <a:pt x="974637" y="822590"/>
                  </a:lnTo>
                  <a:cubicBezTo>
                    <a:pt x="974637" y="822590"/>
                    <a:pt x="978406" y="824036"/>
                    <a:pt x="980425" y="824474"/>
                  </a:cubicBezTo>
                  <a:cubicBezTo>
                    <a:pt x="982445" y="824911"/>
                    <a:pt x="981166" y="824339"/>
                    <a:pt x="981166" y="824339"/>
                  </a:cubicBezTo>
                  <a:cubicBezTo>
                    <a:pt x="981166" y="824339"/>
                    <a:pt x="981738" y="823465"/>
                    <a:pt x="984195" y="823330"/>
                  </a:cubicBezTo>
                  <a:cubicBezTo>
                    <a:pt x="986651" y="823195"/>
                    <a:pt x="985507" y="822893"/>
                    <a:pt x="985642" y="822321"/>
                  </a:cubicBezTo>
                  <a:cubicBezTo>
                    <a:pt x="985776" y="821749"/>
                    <a:pt x="987964" y="822018"/>
                    <a:pt x="988671" y="822456"/>
                  </a:cubicBezTo>
                  <a:cubicBezTo>
                    <a:pt x="989377" y="822893"/>
                    <a:pt x="990858" y="824911"/>
                    <a:pt x="991262" y="825920"/>
                  </a:cubicBezTo>
                  <a:cubicBezTo>
                    <a:pt x="991700" y="826929"/>
                    <a:pt x="992440" y="829116"/>
                    <a:pt x="992440" y="829688"/>
                  </a:cubicBezTo>
                  <a:cubicBezTo>
                    <a:pt x="992440" y="830260"/>
                    <a:pt x="996209" y="835037"/>
                    <a:pt x="996344" y="835474"/>
                  </a:cubicBezTo>
                  <a:cubicBezTo>
                    <a:pt x="996478" y="835911"/>
                    <a:pt x="996647" y="837930"/>
                    <a:pt x="996916" y="838804"/>
                  </a:cubicBezTo>
                  <a:cubicBezTo>
                    <a:pt x="997219" y="839679"/>
                    <a:pt x="996916" y="840823"/>
                    <a:pt x="996916" y="840823"/>
                  </a:cubicBezTo>
                  <a:cubicBezTo>
                    <a:pt x="996916" y="840823"/>
                    <a:pt x="995604" y="843278"/>
                    <a:pt x="995469" y="843850"/>
                  </a:cubicBezTo>
                  <a:cubicBezTo>
                    <a:pt x="995334" y="844422"/>
                    <a:pt x="994459" y="845431"/>
                    <a:pt x="993719" y="846037"/>
                  </a:cubicBezTo>
                  <a:cubicBezTo>
                    <a:pt x="992978" y="846609"/>
                    <a:pt x="991834" y="848930"/>
                    <a:pt x="991262" y="849064"/>
                  </a:cubicBezTo>
                  <a:cubicBezTo>
                    <a:pt x="990690" y="849199"/>
                    <a:pt x="988671" y="851823"/>
                    <a:pt x="988671" y="851823"/>
                  </a:cubicBezTo>
                  <a:lnTo>
                    <a:pt x="984901" y="853841"/>
                  </a:lnTo>
                  <a:lnTo>
                    <a:pt x="984161" y="855422"/>
                  </a:lnTo>
                  <a:cubicBezTo>
                    <a:pt x="984161" y="855422"/>
                    <a:pt x="985911" y="857441"/>
                    <a:pt x="986349" y="857878"/>
                  </a:cubicBezTo>
                  <a:cubicBezTo>
                    <a:pt x="986786" y="858315"/>
                    <a:pt x="990252" y="859459"/>
                    <a:pt x="990690" y="859896"/>
                  </a:cubicBezTo>
                  <a:cubicBezTo>
                    <a:pt x="991127" y="860334"/>
                    <a:pt x="993719" y="859896"/>
                    <a:pt x="995469" y="859896"/>
                  </a:cubicBezTo>
                  <a:cubicBezTo>
                    <a:pt x="997219" y="859896"/>
                    <a:pt x="998801" y="859324"/>
                    <a:pt x="998801" y="859324"/>
                  </a:cubicBezTo>
                  <a:lnTo>
                    <a:pt x="1001830" y="855557"/>
                  </a:lnTo>
                  <a:lnTo>
                    <a:pt x="1003580" y="852092"/>
                  </a:lnTo>
                  <a:lnTo>
                    <a:pt x="1003580" y="848896"/>
                  </a:lnTo>
                  <a:lnTo>
                    <a:pt x="1003882" y="844691"/>
                  </a:lnTo>
                  <a:lnTo>
                    <a:pt x="1005902" y="839780"/>
                  </a:lnTo>
                  <a:lnTo>
                    <a:pt x="1009671" y="838199"/>
                  </a:lnTo>
                  <a:lnTo>
                    <a:pt x="1011253" y="834868"/>
                  </a:lnTo>
                  <a:lnTo>
                    <a:pt x="1015729" y="833422"/>
                  </a:lnTo>
                  <a:lnTo>
                    <a:pt x="1019431" y="833321"/>
                  </a:lnTo>
                  <a:lnTo>
                    <a:pt x="1022056" y="834969"/>
                  </a:lnTo>
                  <a:cubicBezTo>
                    <a:pt x="1022056" y="834969"/>
                    <a:pt x="1025220" y="837694"/>
                    <a:pt x="1026734" y="838871"/>
                  </a:cubicBezTo>
                  <a:cubicBezTo>
                    <a:pt x="1028248" y="840083"/>
                    <a:pt x="1030200" y="840284"/>
                    <a:pt x="1032489" y="840823"/>
                  </a:cubicBezTo>
                  <a:cubicBezTo>
                    <a:pt x="1034777" y="841361"/>
                    <a:pt x="1035215" y="840924"/>
                    <a:pt x="1035518" y="840823"/>
                  </a:cubicBezTo>
                  <a:cubicBezTo>
                    <a:pt x="1035854" y="840722"/>
                    <a:pt x="1039422" y="840049"/>
                    <a:pt x="1039657" y="839746"/>
                  </a:cubicBezTo>
                  <a:cubicBezTo>
                    <a:pt x="1039893" y="839410"/>
                    <a:pt x="1041609" y="838871"/>
                    <a:pt x="1042148" y="838569"/>
                  </a:cubicBezTo>
                  <a:cubicBezTo>
                    <a:pt x="1042686" y="838232"/>
                    <a:pt x="1044773" y="835945"/>
                    <a:pt x="1044773" y="835945"/>
                  </a:cubicBezTo>
                  <a:lnTo>
                    <a:pt x="1047263" y="834431"/>
                  </a:lnTo>
                  <a:lnTo>
                    <a:pt x="1048576" y="834633"/>
                  </a:lnTo>
                  <a:lnTo>
                    <a:pt x="1050326" y="835945"/>
                  </a:lnTo>
                  <a:cubicBezTo>
                    <a:pt x="1050326" y="835945"/>
                    <a:pt x="1052816" y="835743"/>
                    <a:pt x="1053153" y="835171"/>
                  </a:cubicBezTo>
                  <a:cubicBezTo>
                    <a:pt x="1053489" y="834633"/>
                    <a:pt x="1054802" y="835171"/>
                    <a:pt x="1054802" y="835171"/>
                  </a:cubicBezTo>
                  <a:lnTo>
                    <a:pt x="1059917" y="833758"/>
                  </a:lnTo>
                  <a:lnTo>
                    <a:pt x="1063384" y="830933"/>
                  </a:lnTo>
                  <a:lnTo>
                    <a:pt x="1064360" y="828645"/>
                  </a:lnTo>
                  <a:lnTo>
                    <a:pt x="1064461" y="826021"/>
                  </a:lnTo>
                  <a:lnTo>
                    <a:pt x="1063922" y="823296"/>
                  </a:lnTo>
                  <a:lnTo>
                    <a:pt x="1064999" y="821009"/>
                  </a:lnTo>
                  <a:lnTo>
                    <a:pt x="1060220" y="816333"/>
                  </a:lnTo>
                  <a:lnTo>
                    <a:pt x="1057932" y="815559"/>
                  </a:lnTo>
                  <a:lnTo>
                    <a:pt x="1055340" y="812935"/>
                  </a:lnTo>
                  <a:lnTo>
                    <a:pt x="1052749" y="810211"/>
                  </a:lnTo>
                  <a:lnTo>
                    <a:pt x="1051874" y="806174"/>
                  </a:lnTo>
                  <a:lnTo>
                    <a:pt x="1052413" y="801834"/>
                  </a:lnTo>
                  <a:lnTo>
                    <a:pt x="1053287" y="795645"/>
                  </a:lnTo>
                  <a:cubicBezTo>
                    <a:pt x="1053287" y="795645"/>
                    <a:pt x="1054903" y="791204"/>
                    <a:pt x="1055139" y="790632"/>
                  </a:cubicBezTo>
                  <a:cubicBezTo>
                    <a:pt x="1055340" y="790094"/>
                    <a:pt x="1056888" y="787470"/>
                    <a:pt x="1056888" y="787470"/>
                  </a:cubicBezTo>
                  <a:lnTo>
                    <a:pt x="1058739" y="784308"/>
                  </a:lnTo>
                  <a:cubicBezTo>
                    <a:pt x="1058739" y="784308"/>
                    <a:pt x="1060490" y="782357"/>
                    <a:pt x="1060927" y="781684"/>
                  </a:cubicBezTo>
                  <a:cubicBezTo>
                    <a:pt x="1061365" y="781045"/>
                    <a:pt x="1062677" y="779733"/>
                    <a:pt x="1062677" y="779733"/>
                  </a:cubicBezTo>
                  <a:lnTo>
                    <a:pt x="1065066" y="779094"/>
                  </a:lnTo>
                  <a:cubicBezTo>
                    <a:pt x="1065066" y="779094"/>
                    <a:pt x="1067994" y="778993"/>
                    <a:pt x="1068971" y="778993"/>
                  </a:cubicBezTo>
                  <a:cubicBezTo>
                    <a:pt x="1069946" y="778993"/>
                    <a:pt x="1070586" y="779868"/>
                    <a:pt x="1070586" y="779868"/>
                  </a:cubicBezTo>
                  <a:lnTo>
                    <a:pt x="1073312" y="779868"/>
                  </a:lnTo>
                  <a:cubicBezTo>
                    <a:pt x="1073312" y="779868"/>
                    <a:pt x="1074624" y="780742"/>
                    <a:pt x="1075500" y="780944"/>
                  </a:cubicBezTo>
                  <a:cubicBezTo>
                    <a:pt x="1076375" y="781146"/>
                    <a:pt x="1077889" y="781819"/>
                    <a:pt x="1077889" y="781819"/>
                  </a:cubicBezTo>
                  <a:lnTo>
                    <a:pt x="1081153" y="781718"/>
                  </a:lnTo>
                  <a:lnTo>
                    <a:pt x="1082129" y="780641"/>
                  </a:lnTo>
                  <a:lnTo>
                    <a:pt x="1082769" y="777816"/>
                  </a:lnTo>
                  <a:lnTo>
                    <a:pt x="1084283" y="775764"/>
                  </a:lnTo>
                  <a:lnTo>
                    <a:pt x="1086471" y="774889"/>
                  </a:lnTo>
                  <a:lnTo>
                    <a:pt x="1088860" y="774990"/>
                  </a:lnTo>
                  <a:cubicBezTo>
                    <a:pt x="1088860" y="774990"/>
                    <a:pt x="1089634" y="776302"/>
                    <a:pt x="1090913" y="777580"/>
                  </a:cubicBezTo>
                  <a:cubicBezTo>
                    <a:pt x="1092226" y="778892"/>
                    <a:pt x="1091250" y="779329"/>
                    <a:pt x="1091889" y="780608"/>
                  </a:cubicBezTo>
                  <a:cubicBezTo>
                    <a:pt x="1092529" y="781920"/>
                    <a:pt x="1092529" y="783433"/>
                    <a:pt x="1092966" y="784745"/>
                  </a:cubicBezTo>
                  <a:cubicBezTo>
                    <a:pt x="1093404" y="786057"/>
                    <a:pt x="1095692" y="786057"/>
                    <a:pt x="1098082" y="787033"/>
                  </a:cubicBezTo>
                  <a:cubicBezTo>
                    <a:pt x="1100471" y="788008"/>
                    <a:pt x="1103635" y="787033"/>
                    <a:pt x="1103635" y="787033"/>
                  </a:cubicBezTo>
                  <a:cubicBezTo>
                    <a:pt x="1103635" y="787033"/>
                    <a:pt x="1104947" y="786394"/>
                    <a:pt x="1105149" y="785856"/>
                  </a:cubicBezTo>
                  <a:cubicBezTo>
                    <a:pt x="1105351" y="785317"/>
                    <a:pt x="1106765" y="782693"/>
                    <a:pt x="1106899" y="782492"/>
                  </a:cubicBezTo>
                  <a:cubicBezTo>
                    <a:pt x="1107000" y="782256"/>
                    <a:pt x="1109524" y="780204"/>
                    <a:pt x="1109928" y="780103"/>
                  </a:cubicBezTo>
                  <a:cubicBezTo>
                    <a:pt x="1110366" y="780002"/>
                    <a:pt x="1113529" y="776941"/>
                    <a:pt x="1113529" y="776941"/>
                  </a:cubicBezTo>
                  <a:lnTo>
                    <a:pt x="1114943" y="775528"/>
                  </a:lnTo>
                  <a:lnTo>
                    <a:pt x="1114943" y="774452"/>
                  </a:lnTo>
                  <a:cubicBezTo>
                    <a:pt x="1114943" y="774452"/>
                    <a:pt x="1112553" y="770852"/>
                    <a:pt x="1112217" y="770549"/>
                  </a:cubicBezTo>
                  <a:cubicBezTo>
                    <a:pt x="1111880" y="770213"/>
                    <a:pt x="1108750" y="768161"/>
                    <a:pt x="1108750" y="768161"/>
                  </a:cubicBezTo>
                  <a:lnTo>
                    <a:pt x="1106899" y="763922"/>
                  </a:lnTo>
                  <a:lnTo>
                    <a:pt x="1107875" y="760020"/>
                  </a:lnTo>
                  <a:lnTo>
                    <a:pt x="1109188" y="756993"/>
                  </a:lnTo>
                  <a:lnTo>
                    <a:pt x="1110803" y="755916"/>
                  </a:lnTo>
                  <a:lnTo>
                    <a:pt x="1114269" y="753427"/>
                  </a:lnTo>
                  <a:lnTo>
                    <a:pt x="1118847" y="751476"/>
                  </a:lnTo>
                  <a:lnTo>
                    <a:pt x="1120159" y="749525"/>
                  </a:lnTo>
                  <a:lnTo>
                    <a:pt x="1120159" y="747237"/>
                  </a:lnTo>
                  <a:lnTo>
                    <a:pt x="1116895" y="745757"/>
                  </a:lnTo>
                  <a:lnTo>
                    <a:pt x="1116827" y="745555"/>
                  </a:lnTo>
                  <a:close/>
                </a:path>
              </a:pathLst>
            </a:custGeom>
            <a:grpFill/>
            <a:ln w="6350" cap="flat">
              <a:solidFill>
                <a:schemeClr val="bg1"/>
              </a:solidFill>
              <a:prstDash val="solid"/>
              <a:miter/>
            </a:ln>
          </p:spPr>
          <p:txBody>
            <a:bodyPr rtlCol="0" anchor="ctr"/>
            <a:lstStyle/>
            <a:p>
              <a:endParaRPr lang="en-US"/>
            </a:p>
          </p:txBody>
        </p:sp>
        <p:sp>
          <p:nvSpPr>
            <p:cNvPr id="131" name="Freeform 910">
              <a:extLst>
                <a:ext uri="{FF2B5EF4-FFF2-40B4-BE49-F238E27FC236}">
                  <a16:creationId xmlns:a16="http://schemas.microsoft.com/office/drawing/2014/main" id="{6DFB8E5D-CD15-F80A-0BA9-5FBC6A88C51D}"/>
                </a:ext>
              </a:extLst>
            </p:cNvPr>
            <p:cNvSpPr/>
            <p:nvPr/>
          </p:nvSpPr>
          <p:spPr>
            <a:xfrm>
              <a:off x="7188590" y="1736685"/>
              <a:ext cx="1193060" cy="935511"/>
            </a:xfrm>
            <a:custGeom>
              <a:avLst/>
              <a:gdLst>
                <a:gd name="connsiteX0" fmla="*/ 2222549 w 2290556"/>
                <a:gd name="connsiteY0" fmla="*/ 1067285 h 1796087"/>
                <a:gd name="connsiteX1" fmla="*/ 2222246 w 2290556"/>
                <a:gd name="connsiteY1" fmla="*/ 1063652 h 1796087"/>
                <a:gd name="connsiteX2" fmla="*/ 2221371 w 2290556"/>
                <a:gd name="connsiteY2" fmla="*/ 1061465 h 1796087"/>
                <a:gd name="connsiteX3" fmla="*/ 2220428 w 2290556"/>
                <a:gd name="connsiteY3" fmla="*/ 1059379 h 1796087"/>
                <a:gd name="connsiteX4" fmla="*/ 2218981 w 2290556"/>
                <a:gd name="connsiteY4" fmla="*/ 1060321 h 1796087"/>
                <a:gd name="connsiteX5" fmla="*/ 2216154 w 2290556"/>
                <a:gd name="connsiteY5" fmla="*/ 1060321 h 1796087"/>
                <a:gd name="connsiteX6" fmla="*/ 2213866 w 2290556"/>
                <a:gd name="connsiteY6" fmla="*/ 1061364 h 1796087"/>
                <a:gd name="connsiteX7" fmla="*/ 2211039 w 2290556"/>
                <a:gd name="connsiteY7" fmla="*/ 1060658 h 1796087"/>
                <a:gd name="connsiteX8" fmla="*/ 2209524 w 2290556"/>
                <a:gd name="connsiteY8" fmla="*/ 1058269 h 1796087"/>
                <a:gd name="connsiteX9" fmla="*/ 2208111 w 2290556"/>
                <a:gd name="connsiteY9" fmla="*/ 1057193 h 1796087"/>
                <a:gd name="connsiteX10" fmla="*/ 2205183 w 2290556"/>
                <a:gd name="connsiteY10" fmla="*/ 1057092 h 1796087"/>
                <a:gd name="connsiteX11" fmla="*/ 2204745 w 2290556"/>
                <a:gd name="connsiteY11" fmla="*/ 1058404 h 1796087"/>
                <a:gd name="connsiteX12" fmla="*/ 2206832 w 2290556"/>
                <a:gd name="connsiteY12" fmla="*/ 1060691 h 1796087"/>
                <a:gd name="connsiteX13" fmla="*/ 2206058 w 2290556"/>
                <a:gd name="connsiteY13" fmla="*/ 1064055 h 1796087"/>
                <a:gd name="connsiteX14" fmla="*/ 2203769 w 2290556"/>
                <a:gd name="connsiteY14" fmla="*/ 1063416 h 1796087"/>
                <a:gd name="connsiteX15" fmla="*/ 2200942 w 2290556"/>
                <a:gd name="connsiteY15" fmla="*/ 1062777 h 1796087"/>
                <a:gd name="connsiteX16" fmla="*/ 2198452 w 2290556"/>
                <a:gd name="connsiteY16" fmla="*/ 1060725 h 1796087"/>
                <a:gd name="connsiteX17" fmla="*/ 2197375 w 2290556"/>
                <a:gd name="connsiteY17" fmla="*/ 1059649 h 1796087"/>
                <a:gd name="connsiteX18" fmla="*/ 2196500 w 2290556"/>
                <a:gd name="connsiteY18" fmla="*/ 1058337 h 1796087"/>
                <a:gd name="connsiteX19" fmla="*/ 2192159 w 2290556"/>
                <a:gd name="connsiteY19" fmla="*/ 1057697 h 1796087"/>
                <a:gd name="connsiteX20" fmla="*/ 2189668 w 2290556"/>
                <a:gd name="connsiteY20" fmla="*/ 1057058 h 1796087"/>
                <a:gd name="connsiteX21" fmla="*/ 2187582 w 2290556"/>
                <a:gd name="connsiteY21" fmla="*/ 1055107 h 1796087"/>
                <a:gd name="connsiteX22" fmla="*/ 2186808 w 2290556"/>
                <a:gd name="connsiteY22" fmla="*/ 1053055 h 1796087"/>
                <a:gd name="connsiteX23" fmla="*/ 2187447 w 2290556"/>
                <a:gd name="connsiteY23" fmla="*/ 1051104 h 1796087"/>
                <a:gd name="connsiteX24" fmla="*/ 2188759 w 2290556"/>
                <a:gd name="connsiteY24" fmla="*/ 1048817 h 1796087"/>
                <a:gd name="connsiteX25" fmla="*/ 2191048 w 2290556"/>
                <a:gd name="connsiteY25" fmla="*/ 1048043 h 1796087"/>
                <a:gd name="connsiteX26" fmla="*/ 2192361 w 2290556"/>
                <a:gd name="connsiteY26" fmla="*/ 1047067 h 1796087"/>
                <a:gd name="connsiteX27" fmla="*/ 2195289 w 2290556"/>
                <a:gd name="connsiteY27" fmla="*/ 1046529 h 1796087"/>
                <a:gd name="connsiteX28" fmla="*/ 2197577 w 2290556"/>
                <a:gd name="connsiteY28" fmla="*/ 1045991 h 1796087"/>
                <a:gd name="connsiteX29" fmla="*/ 2199967 w 2290556"/>
                <a:gd name="connsiteY29" fmla="*/ 1044477 h 1796087"/>
                <a:gd name="connsiteX30" fmla="*/ 2203332 w 2290556"/>
                <a:gd name="connsiteY30" fmla="*/ 1042290 h 1796087"/>
                <a:gd name="connsiteX31" fmla="*/ 2205284 w 2290556"/>
                <a:gd name="connsiteY31" fmla="*/ 1038691 h 1796087"/>
                <a:gd name="connsiteX32" fmla="*/ 2206058 w 2290556"/>
                <a:gd name="connsiteY32" fmla="*/ 1036841 h 1796087"/>
                <a:gd name="connsiteX33" fmla="*/ 2206394 w 2290556"/>
                <a:gd name="connsiteY33" fmla="*/ 1034452 h 1796087"/>
                <a:gd name="connsiteX34" fmla="*/ 2205755 w 2290556"/>
                <a:gd name="connsiteY34" fmla="*/ 1031828 h 1796087"/>
                <a:gd name="connsiteX35" fmla="*/ 2203702 w 2290556"/>
                <a:gd name="connsiteY35" fmla="*/ 1029541 h 1796087"/>
                <a:gd name="connsiteX36" fmla="*/ 2201649 w 2290556"/>
                <a:gd name="connsiteY36" fmla="*/ 1028902 h 1796087"/>
                <a:gd name="connsiteX37" fmla="*/ 2196634 w 2290556"/>
                <a:gd name="connsiteY37" fmla="*/ 1026614 h 1796087"/>
                <a:gd name="connsiteX38" fmla="*/ 2194683 w 2290556"/>
                <a:gd name="connsiteY38" fmla="*/ 1023351 h 1796087"/>
                <a:gd name="connsiteX39" fmla="*/ 2194582 w 2290556"/>
                <a:gd name="connsiteY39" fmla="*/ 1021737 h 1796087"/>
                <a:gd name="connsiteX40" fmla="*/ 2194683 w 2290556"/>
                <a:gd name="connsiteY40" fmla="*/ 1016522 h 1796087"/>
                <a:gd name="connsiteX41" fmla="*/ 2194784 w 2290556"/>
                <a:gd name="connsiteY41" fmla="*/ 1014033 h 1796087"/>
                <a:gd name="connsiteX42" fmla="*/ 2194447 w 2290556"/>
                <a:gd name="connsiteY42" fmla="*/ 1011207 h 1796087"/>
                <a:gd name="connsiteX43" fmla="*/ 2193471 w 2290556"/>
                <a:gd name="connsiteY43" fmla="*/ 1007742 h 1796087"/>
                <a:gd name="connsiteX44" fmla="*/ 2192394 w 2290556"/>
                <a:gd name="connsiteY44" fmla="*/ 1007204 h 1796087"/>
                <a:gd name="connsiteX45" fmla="*/ 2188389 w 2290556"/>
                <a:gd name="connsiteY45" fmla="*/ 1003941 h 1796087"/>
                <a:gd name="connsiteX46" fmla="*/ 2184351 w 2290556"/>
                <a:gd name="connsiteY46" fmla="*/ 1000241 h 1796087"/>
                <a:gd name="connsiteX47" fmla="*/ 2184149 w 2290556"/>
                <a:gd name="connsiteY47" fmla="*/ 996541 h 1796087"/>
                <a:gd name="connsiteX48" fmla="*/ 2183375 w 2290556"/>
                <a:gd name="connsiteY48" fmla="*/ 992067 h 1796087"/>
                <a:gd name="connsiteX49" fmla="*/ 2183812 w 2290556"/>
                <a:gd name="connsiteY49" fmla="*/ 988299 h 1796087"/>
                <a:gd name="connsiteX50" fmla="*/ 2184182 w 2290556"/>
                <a:gd name="connsiteY50" fmla="*/ 984733 h 1796087"/>
                <a:gd name="connsiteX51" fmla="*/ 2183476 w 2290556"/>
                <a:gd name="connsiteY51" fmla="*/ 981167 h 1796087"/>
                <a:gd name="connsiteX52" fmla="*/ 2180379 w 2290556"/>
                <a:gd name="connsiteY52" fmla="*/ 977030 h 1796087"/>
                <a:gd name="connsiteX53" fmla="*/ 2176980 w 2290556"/>
                <a:gd name="connsiteY53" fmla="*/ 975146 h 1796087"/>
                <a:gd name="connsiteX54" fmla="*/ 2173783 w 2290556"/>
                <a:gd name="connsiteY54" fmla="*/ 971883 h 1796087"/>
                <a:gd name="connsiteX55" fmla="*/ 2171596 w 2290556"/>
                <a:gd name="connsiteY55" fmla="*/ 969696 h 1796087"/>
                <a:gd name="connsiteX56" fmla="*/ 2169341 w 2290556"/>
                <a:gd name="connsiteY56" fmla="*/ 967745 h 1796087"/>
                <a:gd name="connsiteX57" fmla="*/ 2165370 w 2290556"/>
                <a:gd name="connsiteY57" fmla="*/ 964617 h 1796087"/>
                <a:gd name="connsiteX58" fmla="*/ 2163182 w 2290556"/>
                <a:gd name="connsiteY58" fmla="*/ 961723 h 1796087"/>
                <a:gd name="connsiteX59" fmla="*/ 2161668 w 2290556"/>
                <a:gd name="connsiteY59" fmla="*/ 960142 h 1796087"/>
                <a:gd name="connsiteX60" fmla="*/ 2160725 w 2290556"/>
                <a:gd name="connsiteY60" fmla="*/ 958326 h 1796087"/>
                <a:gd name="connsiteX61" fmla="*/ 2160355 w 2290556"/>
                <a:gd name="connsiteY61" fmla="*/ 956139 h 1796087"/>
                <a:gd name="connsiteX62" fmla="*/ 2160187 w 2290556"/>
                <a:gd name="connsiteY62" fmla="*/ 953886 h 1796087"/>
                <a:gd name="connsiteX63" fmla="*/ 2160423 w 2290556"/>
                <a:gd name="connsiteY63" fmla="*/ 951497 h 1796087"/>
                <a:gd name="connsiteX64" fmla="*/ 2160927 w 2290556"/>
                <a:gd name="connsiteY64" fmla="*/ 949613 h 1796087"/>
                <a:gd name="connsiteX65" fmla="*/ 2161567 w 2290556"/>
                <a:gd name="connsiteY65" fmla="*/ 947797 h 1796087"/>
                <a:gd name="connsiteX66" fmla="*/ 2162643 w 2290556"/>
                <a:gd name="connsiteY66" fmla="*/ 945476 h 1796087"/>
                <a:gd name="connsiteX67" fmla="*/ 2162711 w 2290556"/>
                <a:gd name="connsiteY67" fmla="*/ 943020 h 1796087"/>
                <a:gd name="connsiteX68" fmla="*/ 2162509 w 2290556"/>
                <a:gd name="connsiteY68" fmla="*/ 941708 h 1796087"/>
                <a:gd name="connsiteX69" fmla="*/ 2159985 w 2290556"/>
                <a:gd name="connsiteY69" fmla="*/ 939454 h 1796087"/>
                <a:gd name="connsiteX70" fmla="*/ 2157090 w 2290556"/>
                <a:gd name="connsiteY70" fmla="*/ 938882 h 1796087"/>
                <a:gd name="connsiteX71" fmla="*/ 2155139 w 2290556"/>
                <a:gd name="connsiteY71" fmla="*/ 939690 h 1796087"/>
                <a:gd name="connsiteX72" fmla="*/ 2153388 w 2290556"/>
                <a:gd name="connsiteY72" fmla="*/ 941439 h 1796087"/>
                <a:gd name="connsiteX73" fmla="*/ 2149989 w 2290556"/>
                <a:gd name="connsiteY73" fmla="*/ 942751 h 1796087"/>
                <a:gd name="connsiteX74" fmla="*/ 2146657 w 2290556"/>
                <a:gd name="connsiteY74" fmla="*/ 944433 h 1796087"/>
                <a:gd name="connsiteX75" fmla="*/ 2144975 w 2290556"/>
                <a:gd name="connsiteY75" fmla="*/ 947965 h 1796087"/>
                <a:gd name="connsiteX76" fmla="*/ 2140768 w 2290556"/>
                <a:gd name="connsiteY76" fmla="*/ 952170 h 1796087"/>
                <a:gd name="connsiteX77" fmla="*/ 2135552 w 2290556"/>
                <a:gd name="connsiteY77" fmla="*/ 955937 h 1796087"/>
                <a:gd name="connsiteX78" fmla="*/ 2131278 w 2290556"/>
                <a:gd name="connsiteY78" fmla="*/ 961354 h 1796087"/>
                <a:gd name="connsiteX79" fmla="*/ 2124244 w 2290556"/>
                <a:gd name="connsiteY79" fmla="*/ 967812 h 1796087"/>
                <a:gd name="connsiteX80" fmla="*/ 2122292 w 2290556"/>
                <a:gd name="connsiteY80" fmla="*/ 971075 h 1796087"/>
                <a:gd name="connsiteX81" fmla="*/ 2119027 w 2290556"/>
                <a:gd name="connsiteY81" fmla="*/ 975415 h 1796087"/>
                <a:gd name="connsiteX82" fmla="*/ 2115897 w 2290556"/>
                <a:gd name="connsiteY82" fmla="*/ 977938 h 1796087"/>
                <a:gd name="connsiteX83" fmla="*/ 2111825 w 2290556"/>
                <a:gd name="connsiteY83" fmla="*/ 980326 h 1796087"/>
                <a:gd name="connsiteX84" fmla="*/ 2108056 w 2290556"/>
                <a:gd name="connsiteY84" fmla="*/ 982412 h 1796087"/>
                <a:gd name="connsiteX85" fmla="*/ 2103714 w 2290556"/>
                <a:gd name="connsiteY85" fmla="*/ 982984 h 1796087"/>
                <a:gd name="connsiteX86" fmla="*/ 2100080 w 2290556"/>
                <a:gd name="connsiteY86" fmla="*/ 982984 h 1796087"/>
                <a:gd name="connsiteX87" fmla="*/ 2096613 w 2290556"/>
                <a:gd name="connsiteY87" fmla="*/ 982614 h 1796087"/>
                <a:gd name="connsiteX88" fmla="*/ 2093651 w 2290556"/>
                <a:gd name="connsiteY88" fmla="*/ 981033 h 1796087"/>
                <a:gd name="connsiteX89" fmla="*/ 2091700 w 2290556"/>
                <a:gd name="connsiteY89" fmla="*/ 979586 h 1796087"/>
                <a:gd name="connsiteX90" fmla="*/ 2089950 w 2290556"/>
                <a:gd name="connsiteY90" fmla="*/ 977938 h 1796087"/>
                <a:gd name="connsiteX91" fmla="*/ 2089243 w 2290556"/>
                <a:gd name="connsiteY91" fmla="*/ 976121 h 1796087"/>
                <a:gd name="connsiteX92" fmla="*/ 2089041 w 2290556"/>
                <a:gd name="connsiteY92" fmla="*/ 973531 h 1796087"/>
                <a:gd name="connsiteX93" fmla="*/ 2089478 w 2290556"/>
                <a:gd name="connsiteY93" fmla="*/ 971647 h 1796087"/>
                <a:gd name="connsiteX94" fmla="*/ 2090556 w 2290556"/>
                <a:gd name="connsiteY94" fmla="*/ 970705 h 1796087"/>
                <a:gd name="connsiteX95" fmla="*/ 2091195 w 2290556"/>
                <a:gd name="connsiteY95" fmla="*/ 968081 h 1796087"/>
                <a:gd name="connsiteX96" fmla="*/ 2091767 w 2290556"/>
                <a:gd name="connsiteY96" fmla="*/ 966198 h 1796087"/>
                <a:gd name="connsiteX97" fmla="*/ 2092137 w 2290556"/>
                <a:gd name="connsiteY97" fmla="*/ 964011 h 1796087"/>
                <a:gd name="connsiteX98" fmla="*/ 2092507 w 2290556"/>
                <a:gd name="connsiteY98" fmla="*/ 960983 h 1796087"/>
                <a:gd name="connsiteX99" fmla="*/ 2092070 w 2290556"/>
                <a:gd name="connsiteY99" fmla="*/ 958595 h 1796087"/>
                <a:gd name="connsiteX100" fmla="*/ 2088738 w 2290556"/>
                <a:gd name="connsiteY100" fmla="*/ 956644 h 1796087"/>
                <a:gd name="connsiteX101" fmla="*/ 2085406 w 2290556"/>
                <a:gd name="connsiteY101" fmla="*/ 954054 h 1796087"/>
                <a:gd name="connsiteX102" fmla="*/ 2080997 w 2290556"/>
                <a:gd name="connsiteY102" fmla="*/ 948772 h 1796087"/>
                <a:gd name="connsiteX103" fmla="*/ 2076858 w 2290556"/>
                <a:gd name="connsiteY103" fmla="*/ 945307 h 1796087"/>
                <a:gd name="connsiteX104" fmla="*/ 2072079 w 2290556"/>
                <a:gd name="connsiteY104" fmla="*/ 942549 h 1796087"/>
                <a:gd name="connsiteX105" fmla="*/ 2069252 w 2290556"/>
                <a:gd name="connsiteY105" fmla="*/ 940093 h 1796087"/>
                <a:gd name="connsiteX106" fmla="*/ 2068882 w 2290556"/>
                <a:gd name="connsiteY106" fmla="*/ 938008 h 1796087"/>
                <a:gd name="connsiteX107" fmla="*/ 2069319 w 2290556"/>
                <a:gd name="connsiteY107" fmla="*/ 934677 h 1796087"/>
                <a:gd name="connsiteX108" fmla="*/ 2069521 w 2290556"/>
                <a:gd name="connsiteY108" fmla="*/ 931414 h 1796087"/>
                <a:gd name="connsiteX109" fmla="*/ 2071103 w 2290556"/>
                <a:gd name="connsiteY109" fmla="*/ 927344 h 1796087"/>
                <a:gd name="connsiteX110" fmla="*/ 2072281 w 2290556"/>
                <a:gd name="connsiteY110" fmla="*/ 923576 h 1796087"/>
                <a:gd name="connsiteX111" fmla="*/ 2072146 w 2290556"/>
                <a:gd name="connsiteY111" fmla="*/ 921053 h 1796087"/>
                <a:gd name="connsiteX112" fmla="*/ 2066930 w 2290556"/>
                <a:gd name="connsiteY112" fmla="*/ 920919 h 1796087"/>
                <a:gd name="connsiteX113" fmla="*/ 2066122 w 2290556"/>
                <a:gd name="connsiteY113" fmla="*/ 918093 h 1796087"/>
                <a:gd name="connsiteX114" fmla="*/ 2065752 w 2290556"/>
                <a:gd name="connsiteY114" fmla="*/ 911432 h 1796087"/>
                <a:gd name="connsiteX115" fmla="*/ 2065011 w 2290556"/>
                <a:gd name="connsiteY115" fmla="*/ 908741 h 1796087"/>
                <a:gd name="connsiteX116" fmla="*/ 2065584 w 2290556"/>
                <a:gd name="connsiteY116" fmla="*/ 904772 h 1796087"/>
                <a:gd name="connsiteX117" fmla="*/ 2066156 w 2290556"/>
                <a:gd name="connsiteY117" fmla="*/ 901374 h 1796087"/>
                <a:gd name="connsiteX118" fmla="*/ 2068781 w 2290556"/>
                <a:gd name="connsiteY118" fmla="*/ 898683 h 1796087"/>
                <a:gd name="connsiteX119" fmla="*/ 2069858 w 2290556"/>
                <a:gd name="connsiteY119" fmla="*/ 895050 h 1796087"/>
                <a:gd name="connsiteX120" fmla="*/ 2068781 w 2290556"/>
                <a:gd name="connsiteY120" fmla="*/ 892291 h 1796087"/>
                <a:gd name="connsiteX121" fmla="*/ 2065819 w 2290556"/>
                <a:gd name="connsiteY121" fmla="*/ 888456 h 1796087"/>
                <a:gd name="connsiteX122" fmla="*/ 2068646 w 2290556"/>
                <a:gd name="connsiteY122" fmla="*/ 887447 h 1796087"/>
                <a:gd name="connsiteX123" fmla="*/ 2068411 w 2290556"/>
                <a:gd name="connsiteY123" fmla="*/ 880282 h 1796087"/>
                <a:gd name="connsiteX124" fmla="*/ 2069420 w 2290556"/>
                <a:gd name="connsiteY124" fmla="*/ 876144 h 1796087"/>
                <a:gd name="connsiteX125" fmla="*/ 2070497 w 2290556"/>
                <a:gd name="connsiteY125" fmla="*/ 874933 h 1796087"/>
                <a:gd name="connsiteX126" fmla="*/ 2073695 w 2290556"/>
                <a:gd name="connsiteY126" fmla="*/ 873487 h 1796087"/>
                <a:gd name="connsiteX127" fmla="*/ 2077262 w 2290556"/>
                <a:gd name="connsiteY127" fmla="*/ 870089 h 1796087"/>
                <a:gd name="connsiteX128" fmla="*/ 2077262 w 2290556"/>
                <a:gd name="connsiteY128" fmla="*/ 869450 h 1796087"/>
                <a:gd name="connsiteX129" fmla="*/ 2074334 w 2290556"/>
                <a:gd name="connsiteY129" fmla="*/ 864438 h 1796087"/>
                <a:gd name="connsiteX130" fmla="*/ 2070968 w 2290556"/>
                <a:gd name="connsiteY130" fmla="*/ 861982 h 1796087"/>
                <a:gd name="connsiteX131" fmla="*/ 2070026 w 2290556"/>
                <a:gd name="connsiteY131" fmla="*/ 861915 h 1796087"/>
                <a:gd name="connsiteX132" fmla="*/ 2064305 w 2290556"/>
                <a:gd name="connsiteY132" fmla="*/ 859156 h 1796087"/>
                <a:gd name="connsiteX133" fmla="*/ 2065247 w 2290556"/>
                <a:gd name="connsiteY133" fmla="*/ 857474 h 1796087"/>
                <a:gd name="connsiteX134" fmla="*/ 2067064 w 2290556"/>
                <a:gd name="connsiteY134" fmla="*/ 856465 h 1796087"/>
                <a:gd name="connsiteX135" fmla="*/ 2071036 w 2290556"/>
                <a:gd name="connsiteY135" fmla="*/ 855019 h 1796087"/>
                <a:gd name="connsiteX136" fmla="*/ 2072483 w 2290556"/>
                <a:gd name="connsiteY136" fmla="*/ 853438 h 1796087"/>
                <a:gd name="connsiteX137" fmla="*/ 2070733 w 2290556"/>
                <a:gd name="connsiteY137" fmla="*/ 851049 h 1796087"/>
                <a:gd name="connsiteX138" fmla="*/ 2067771 w 2290556"/>
                <a:gd name="connsiteY138" fmla="*/ 847584 h 1796087"/>
                <a:gd name="connsiteX139" fmla="*/ 2063800 w 2290556"/>
                <a:gd name="connsiteY139" fmla="*/ 845196 h 1796087"/>
                <a:gd name="connsiteX140" fmla="*/ 2061545 w 2290556"/>
                <a:gd name="connsiteY140" fmla="*/ 843615 h 1796087"/>
                <a:gd name="connsiteX141" fmla="*/ 2057978 w 2290556"/>
                <a:gd name="connsiteY141" fmla="*/ 841159 h 1796087"/>
                <a:gd name="connsiteX142" fmla="*/ 2054511 w 2290556"/>
                <a:gd name="connsiteY142" fmla="*/ 839141 h 1796087"/>
                <a:gd name="connsiteX143" fmla="*/ 2050742 w 2290556"/>
                <a:gd name="connsiteY143" fmla="*/ 838333 h 1796087"/>
                <a:gd name="connsiteX144" fmla="*/ 2048487 w 2290556"/>
                <a:gd name="connsiteY144" fmla="*/ 837829 h 1796087"/>
                <a:gd name="connsiteX145" fmla="*/ 2047410 w 2290556"/>
                <a:gd name="connsiteY145" fmla="*/ 834700 h 1796087"/>
                <a:gd name="connsiteX146" fmla="*/ 2050170 w 2290556"/>
                <a:gd name="connsiteY146" fmla="*/ 832379 h 1796087"/>
                <a:gd name="connsiteX147" fmla="*/ 2053064 w 2290556"/>
                <a:gd name="connsiteY147" fmla="*/ 827535 h 1796087"/>
                <a:gd name="connsiteX148" fmla="*/ 2052997 w 2290556"/>
                <a:gd name="connsiteY148" fmla="*/ 825449 h 1796087"/>
                <a:gd name="connsiteX149" fmla="*/ 2052795 w 2290556"/>
                <a:gd name="connsiteY149" fmla="*/ 822624 h 1796087"/>
                <a:gd name="connsiteX150" fmla="*/ 2049160 w 2290556"/>
                <a:gd name="connsiteY150" fmla="*/ 819865 h 1796087"/>
                <a:gd name="connsiteX151" fmla="*/ 2045828 w 2290556"/>
                <a:gd name="connsiteY151" fmla="*/ 818049 h 1796087"/>
                <a:gd name="connsiteX152" fmla="*/ 2041823 w 2290556"/>
                <a:gd name="connsiteY152" fmla="*/ 819697 h 1796087"/>
                <a:gd name="connsiteX153" fmla="*/ 2041453 w 2290556"/>
                <a:gd name="connsiteY153" fmla="*/ 821379 h 1796087"/>
                <a:gd name="connsiteX154" fmla="*/ 2038121 w 2290556"/>
                <a:gd name="connsiteY154" fmla="*/ 823565 h 1796087"/>
                <a:gd name="connsiteX155" fmla="*/ 2033410 w 2290556"/>
                <a:gd name="connsiteY155" fmla="*/ 823633 h 1796087"/>
                <a:gd name="connsiteX156" fmla="*/ 2030515 w 2290556"/>
                <a:gd name="connsiteY156" fmla="*/ 822489 h 1796087"/>
                <a:gd name="connsiteX157" fmla="*/ 2027621 w 2290556"/>
                <a:gd name="connsiteY157" fmla="*/ 821345 h 1796087"/>
                <a:gd name="connsiteX158" fmla="*/ 2026612 w 2290556"/>
                <a:gd name="connsiteY158" fmla="*/ 819159 h 1796087"/>
                <a:gd name="connsiteX159" fmla="*/ 2025905 w 2290556"/>
                <a:gd name="connsiteY159" fmla="*/ 815526 h 1796087"/>
                <a:gd name="connsiteX160" fmla="*/ 2026847 w 2290556"/>
                <a:gd name="connsiteY160" fmla="*/ 814079 h 1796087"/>
                <a:gd name="connsiteX161" fmla="*/ 2028665 w 2290556"/>
                <a:gd name="connsiteY161" fmla="*/ 812195 h 1796087"/>
                <a:gd name="connsiteX162" fmla="*/ 2030549 w 2290556"/>
                <a:gd name="connsiteY162" fmla="*/ 810816 h 1796087"/>
                <a:gd name="connsiteX163" fmla="*/ 2032434 w 2290556"/>
                <a:gd name="connsiteY163" fmla="*/ 809437 h 1796087"/>
                <a:gd name="connsiteX164" fmla="*/ 2033881 w 2290556"/>
                <a:gd name="connsiteY164" fmla="*/ 808495 h 1796087"/>
                <a:gd name="connsiteX165" fmla="*/ 2034756 w 2290556"/>
                <a:gd name="connsiteY165" fmla="*/ 807183 h 1796087"/>
                <a:gd name="connsiteX166" fmla="*/ 2035396 w 2290556"/>
                <a:gd name="connsiteY166" fmla="*/ 805669 h 1796087"/>
                <a:gd name="connsiteX167" fmla="*/ 2035463 w 2290556"/>
                <a:gd name="connsiteY167" fmla="*/ 802978 h 1796087"/>
                <a:gd name="connsiteX168" fmla="*/ 2035328 w 2290556"/>
                <a:gd name="connsiteY168" fmla="*/ 800657 h 1796087"/>
                <a:gd name="connsiteX169" fmla="*/ 2034891 w 2290556"/>
                <a:gd name="connsiteY169" fmla="*/ 798033 h 1796087"/>
                <a:gd name="connsiteX170" fmla="*/ 2034588 w 2290556"/>
                <a:gd name="connsiteY170" fmla="*/ 795947 h 1796087"/>
                <a:gd name="connsiteX171" fmla="*/ 2031895 w 2290556"/>
                <a:gd name="connsiteY171" fmla="*/ 793559 h 1796087"/>
                <a:gd name="connsiteX172" fmla="*/ 2027184 w 2290556"/>
                <a:gd name="connsiteY172" fmla="*/ 790868 h 1796087"/>
                <a:gd name="connsiteX173" fmla="*/ 2027991 w 2290556"/>
                <a:gd name="connsiteY173" fmla="*/ 787605 h 1796087"/>
                <a:gd name="connsiteX174" fmla="*/ 2031559 w 2290556"/>
                <a:gd name="connsiteY174" fmla="*/ 786226 h 1796087"/>
                <a:gd name="connsiteX175" fmla="*/ 2035900 w 2290556"/>
                <a:gd name="connsiteY175" fmla="*/ 785519 h 1796087"/>
                <a:gd name="connsiteX176" fmla="*/ 2037347 w 2290556"/>
                <a:gd name="connsiteY176" fmla="*/ 785385 h 1796087"/>
                <a:gd name="connsiteX177" fmla="*/ 2039973 w 2290556"/>
                <a:gd name="connsiteY177" fmla="*/ 784745 h 1796087"/>
                <a:gd name="connsiteX178" fmla="*/ 2042665 w 2290556"/>
                <a:gd name="connsiteY178" fmla="*/ 785183 h 1796087"/>
                <a:gd name="connsiteX179" fmla="*/ 2045256 w 2290556"/>
                <a:gd name="connsiteY179" fmla="*/ 785687 h 1796087"/>
                <a:gd name="connsiteX180" fmla="*/ 2048588 w 2290556"/>
                <a:gd name="connsiteY180" fmla="*/ 787504 h 1796087"/>
                <a:gd name="connsiteX181" fmla="*/ 2050978 w 2290556"/>
                <a:gd name="connsiteY181" fmla="*/ 789522 h 1796087"/>
                <a:gd name="connsiteX182" fmla="*/ 2053602 w 2290556"/>
                <a:gd name="connsiteY182" fmla="*/ 792785 h 1796087"/>
                <a:gd name="connsiteX183" fmla="*/ 2055353 w 2290556"/>
                <a:gd name="connsiteY183" fmla="*/ 795039 h 1796087"/>
                <a:gd name="connsiteX184" fmla="*/ 2056598 w 2290556"/>
                <a:gd name="connsiteY184" fmla="*/ 797428 h 1796087"/>
                <a:gd name="connsiteX185" fmla="*/ 2058617 w 2290556"/>
                <a:gd name="connsiteY185" fmla="*/ 796990 h 1796087"/>
                <a:gd name="connsiteX186" fmla="*/ 2061007 w 2290556"/>
                <a:gd name="connsiteY186" fmla="*/ 795914 h 1796087"/>
                <a:gd name="connsiteX187" fmla="*/ 2062521 w 2290556"/>
                <a:gd name="connsiteY187" fmla="*/ 797798 h 1796087"/>
                <a:gd name="connsiteX188" fmla="*/ 2063396 w 2290556"/>
                <a:gd name="connsiteY188" fmla="*/ 798874 h 1796087"/>
                <a:gd name="connsiteX189" fmla="*/ 2066223 w 2290556"/>
                <a:gd name="connsiteY189" fmla="*/ 801195 h 1796087"/>
                <a:gd name="connsiteX190" fmla="*/ 2066593 w 2290556"/>
                <a:gd name="connsiteY190" fmla="*/ 803079 h 1796087"/>
                <a:gd name="connsiteX191" fmla="*/ 2069689 w 2290556"/>
                <a:gd name="connsiteY191" fmla="*/ 805400 h 1796087"/>
                <a:gd name="connsiteX192" fmla="*/ 2071877 w 2290556"/>
                <a:gd name="connsiteY192" fmla="*/ 805030 h 1796087"/>
                <a:gd name="connsiteX193" fmla="*/ 2074704 w 2290556"/>
                <a:gd name="connsiteY193" fmla="*/ 803012 h 1796087"/>
                <a:gd name="connsiteX194" fmla="*/ 2076286 w 2290556"/>
                <a:gd name="connsiteY194" fmla="*/ 799984 h 1796087"/>
                <a:gd name="connsiteX195" fmla="*/ 2077531 w 2290556"/>
                <a:gd name="connsiteY195" fmla="*/ 798100 h 1796087"/>
                <a:gd name="connsiteX196" fmla="*/ 2079180 w 2290556"/>
                <a:gd name="connsiteY196" fmla="*/ 795846 h 1796087"/>
                <a:gd name="connsiteX197" fmla="*/ 2080257 w 2290556"/>
                <a:gd name="connsiteY197" fmla="*/ 794164 h 1796087"/>
                <a:gd name="connsiteX198" fmla="*/ 2082512 w 2290556"/>
                <a:gd name="connsiteY198" fmla="*/ 792516 h 1796087"/>
                <a:gd name="connsiteX199" fmla="*/ 2083521 w 2290556"/>
                <a:gd name="connsiteY199" fmla="*/ 792516 h 1796087"/>
                <a:gd name="connsiteX200" fmla="*/ 2085272 w 2290556"/>
                <a:gd name="connsiteY200" fmla="*/ 792954 h 1796087"/>
                <a:gd name="connsiteX201" fmla="*/ 2087022 w 2290556"/>
                <a:gd name="connsiteY201" fmla="*/ 794400 h 1796087"/>
                <a:gd name="connsiteX202" fmla="*/ 2087964 w 2290556"/>
                <a:gd name="connsiteY202" fmla="*/ 795914 h 1796087"/>
                <a:gd name="connsiteX203" fmla="*/ 2089647 w 2290556"/>
                <a:gd name="connsiteY203" fmla="*/ 798168 h 1796087"/>
                <a:gd name="connsiteX204" fmla="*/ 2090522 w 2290556"/>
                <a:gd name="connsiteY204" fmla="*/ 800623 h 1796087"/>
                <a:gd name="connsiteX205" fmla="*/ 2091026 w 2290556"/>
                <a:gd name="connsiteY205" fmla="*/ 803079 h 1796087"/>
                <a:gd name="connsiteX206" fmla="*/ 2092844 w 2290556"/>
                <a:gd name="connsiteY206" fmla="*/ 805097 h 1796087"/>
                <a:gd name="connsiteX207" fmla="*/ 2094661 w 2290556"/>
                <a:gd name="connsiteY207" fmla="*/ 807351 h 1796087"/>
                <a:gd name="connsiteX208" fmla="*/ 2096916 w 2290556"/>
                <a:gd name="connsiteY208" fmla="*/ 807351 h 1796087"/>
                <a:gd name="connsiteX209" fmla="*/ 2097724 w 2290556"/>
                <a:gd name="connsiteY209" fmla="*/ 805972 h 1796087"/>
                <a:gd name="connsiteX210" fmla="*/ 2098868 w 2290556"/>
                <a:gd name="connsiteY210" fmla="*/ 805266 h 1796087"/>
                <a:gd name="connsiteX211" fmla="*/ 2100887 w 2290556"/>
                <a:gd name="connsiteY211" fmla="*/ 805636 h 1796087"/>
                <a:gd name="connsiteX212" fmla="*/ 2102200 w 2290556"/>
                <a:gd name="connsiteY212" fmla="*/ 807721 h 1796087"/>
                <a:gd name="connsiteX213" fmla="*/ 2102570 w 2290556"/>
                <a:gd name="connsiteY213" fmla="*/ 810917 h 1796087"/>
                <a:gd name="connsiteX214" fmla="*/ 2103647 w 2290556"/>
                <a:gd name="connsiteY214" fmla="*/ 812431 h 1796087"/>
                <a:gd name="connsiteX215" fmla="*/ 2104388 w 2290556"/>
                <a:gd name="connsiteY215" fmla="*/ 814517 h 1796087"/>
                <a:gd name="connsiteX216" fmla="*/ 2106272 w 2290556"/>
                <a:gd name="connsiteY216" fmla="*/ 816905 h 1796087"/>
                <a:gd name="connsiteX217" fmla="*/ 2108460 w 2290556"/>
                <a:gd name="connsiteY217" fmla="*/ 817611 h 1796087"/>
                <a:gd name="connsiteX218" fmla="*/ 2110916 w 2290556"/>
                <a:gd name="connsiteY218" fmla="*/ 816602 h 1796087"/>
                <a:gd name="connsiteX219" fmla="*/ 2111219 w 2290556"/>
                <a:gd name="connsiteY219" fmla="*/ 814718 h 1796087"/>
                <a:gd name="connsiteX220" fmla="*/ 2112734 w 2290556"/>
                <a:gd name="connsiteY220" fmla="*/ 810951 h 1796087"/>
                <a:gd name="connsiteX221" fmla="*/ 2114417 w 2290556"/>
                <a:gd name="connsiteY221" fmla="*/ 809000 h 1796087"/>
                <a:gd name="connsiteX222" fmla="*/ 2115662 w 2290556"/>
                <a:gd name="connsiteY222" fmla="*/ 807553 h 1796087"/>
                <a:gd name="connsiteX223" fmla="*/ 2115662 w 2290556"/>
                <a:gd name="connsiteY223" fmla="*/ 803987 h 1796087"/>
                <a:gd name="connsiteX224" fmla="*/ 2115931 w 2290556"/>
                <a:gd name="connsiteY224" fmla="*/ 801094 h 1796087"/>
                <a:gd name="connsiteX225" fmla="*/ 2115224 w 2290556"/>
                <a:gd name="connsiteY225" fmla="*/ 794064 h 1796087"/>
                <a:gd name="connsiteX226" fmla="*/ 2114585 w 2290556"/>
                <a:gd name="connsiteY226" fmla="*/ 791238 h 1796087"/>
                <a:gd name="connsiteX227" fmla="*/ 2113945 w 2290556"/>
                <a:gd name="connsiteY227" fmla="*/ 787975 h 1796087"/>
                <a:gd name="connsiteX228" fmla="*/ 2111354 w 2290556"/>
                <a:gd name="connsiteY228" fmla="*/ 782963 h 1796087"/>
                <a:gd name="connsiteX229" fmla="*/ 2109469 w 2290556"/>
                <a:gd name="connsiteY229" fmla="*/ 780877 h 1796087"/>
                <a:gd name="connsiteX230" fmla="*/ 2106945 w 2290556"/>
                <a:gd name="connsiteY230" fmla="*/ 776739 h 1796087"/>
                <a:gd name="connsiteX231" fmla="*/ 2107315 w 2290556"/>
                <a:gd name="connsiteY231" fmla="*/ 772837 h 1796087"/>
                <a:gd name="connsiteX232" fmla="*/ 2108460 w 2290556"/>
                <a:gd name="connsiteY232" fmla="*/ 770449 h 1796087"/>
                <a:gd name="connsiteX233" fmla="*/ 2113104 w 2290556"/>
                <a:gd name="connsiteY233" fmla="*/ 769574 h 1796087"/>
                <a:gd name="connsiteX234" fmla="*/ 2115056 w 2290556"/>
                <a:gd name="connsiteY234" fmla="*/ 768935 h 1796087"/>
                <a:gd name="connsiteX235" fmla="*/ 2117580 w 2290556"/>
                <a:gd name="connsiteY235" fmla="*/ 768363 h 1796087"/>
                <a:gd name="connsiteX236" fmla="*/ 2122662 w 2290556"/>
                <a:gd name="connsiteY236" fmla="*/ 768800 h 1796087"/>
                <a:gd name="connsiteX237" fmla="*/ 2127373 w 2290556"/>
                <a:gd name="connsiteY237" fmla="*/ 767556 h 1796087"/>
                <a:gd name="connsiteX238" fmla="*/ 2129494 w 2290556"/>
                <a:gd name="connsiteY238" fmla="*/ 767186 h 1796087"/>
                <a:gd name="connsiteX239" fmla="*/ 2131749 w 2290556"/>
                <a:gd name="connsiteY239" fmla="*/ 765806 h 1796087"/>
                <a:gd name="connsiteX240" fmla="*/ 2133128 w 2290556"/>
                <a:gd name="connsiteY240" fmla="*/ 764427 h 1796087"/>
                <a:gd name="connsiteX241" fmla="*/ 2133128 w 2290556"/>
                <a:gd name="connsiteY241" fmla="*/ 761803 h 1796087"/>
                <a:gd name="connsiteX242" fmla="*/ 2133128 w 2290556"/>
                <a:gd name="connsiteY242" fmla="*/ 759718 h 1796087"/>
                <a:gd name="connsiteX243" fmla="*/ 2133701 w 2290556"/>
                <a:gd name="connsiteY243" fmla="*/ 754873 h 1796087"/>
                <a:gd name="connsiteX244" fmla="*/ 2133128 w 2290556"/>
                <a:gd name="connsiteY244" fmla="*/ 753629 h 1796087"/>
                <a:gd name="connsiteX245" fmla="*/ 2133128 w 2290556"/>
                <a:gd name="connsiteY245" fmla="*/ 750500 h 1796087"/>
                <a:gd name="connsiteX246" fmla="*/ 2133734 w 2290556"/>
                <a:gd name="connsiteY246" fmla="*/ 748112 h 1796087"/>
                <a:gd name="connsiteX247" fmla="*/ 2133398 w 2290556"/>
                <a:gd name="connsiteY247" fmla="*/ 744041 h 1796087"/>
                <a:gd name="connsiteX248" fmla="*/ 2130806 w 2290556"/>
                <a:gd name="connsiteY248" fmla="*/ 740408 h 1796087"/>
                <a:gd name="connsiteX249" fmla="*/ 2128046 w 2290556"/>
                <a:gd name="connsiteY249" fmla="*/ 734757 h 1796087"/>
                <a:gd name="connsiteX250" fmla="*/ 2127037 w 2290556"/>
                <a:gd name="connsiteY250" fmla="*/ 733209 h 1796087"/>
                <a:gd name="connsiteX251" fmla="*/ 2123570 w 2290556"/>
                <a:gd name="connsiteY251" fmla="*/ 729139 h 1796087"/>
                <a:gd name="connsiteX252" fmla="*/ 2122426 w 2290556"/>
                <a:gd name="connsiteY252" fmla="*/ 726246 h 1796087"/>
                <a:gd name="connsiteX253" fmla="*/ 2121989 w 2290556"/>
                <a:gd name="connsiteY253" fmla="*/ 720023 h 1796087"/>
                <a:gd name="connsiteX254" fmla="*/ 2121686 w 2290556"/>
                <a:gd name="connsiteY254" fmla="*/ 716390 h 1796087"/>
                <a:gd name="connsiteX255" fmla="*/ 2122258 w 2290556"/>
                <a:gd name="connsiteY255" fmla="*/ 712925 h 1796087"/>
                <a:gd name="connsiteX256" fmla="*/ 2124143 w 2290556"/>
                <a:gd name="connsiteY256" fmla="*/ 709292 h 1796087"/>
                <a:gd name="connsiteX257" fmla="*/ 2127912 w 2290556"/>
                <a:gd name="connsiteY257" fmla="*/ 708283 h 1796087"/>
                <a:gd name="connsiteX258" fmla="*/ 2131244 w 2290556"/>
                <a:gd name="connsiteY258" fmla="*/ 707408 h 1796087"/>
                <a:gd name="connsiteX259" fmla="*/ 2134710 w 2290556"/>
                <a:gd name="connsiteY259" fmla="*/ 705221 h 1796087"/>
                <a:gd name="connsiteX260" fmla="*/ 2138480 w 2290556"/>
                <a:gd name="connsiteY260" fmla="*/ 707542 h 1796087"/>
                <a:gd name="connsiteX261" fmla="*/ 2140802 w 2290556"/>
                <a:gd name="connsiteY261" fmla="*/ 709998 h 1796087"/>
                <a:gd name="connsiteX262" fmla="*/ 2142383 w 2290556"/>
                <a:gd name="connsiteY262" fmla="*/ 709123 h 1796087"/>
                <a:gd name="connsiteX263" fmla="*/ 2143258 w 2290556"/>
                <a:gd name="connsiteY263" fmla="*/ 706230 h 1796087"/>
                <a:gd name="connsiteX264" fmla="*/ 2145446 w 2290556"/>
                <a:gd name="connsiteY264" fmla="*/ 703909 h 1796087"/>
                <a:gd name="connsiteX265" fmla="*/ 2147634 w 2290556"/>
                <a:gd name="connsiteY265" fmla="*/ 702160 h 1796087"/>
                <a:gd name="connsiteX266" fmla="*/ 2149518 w 2290556"/>
                <a:gd name="connsiteY266" fmla="*/ 700142 h 1796087"/>
                <a:gd name="connsiteX267" fmla="*/ 2152715 w 2290556"/>
                <a:gd name="connsiteY267" fmla="*/ 698695 h 1796087"/>
                <a:gd name="connsiteX268" fmla="*/ 2154600 w 2290556"/>
                <a:gd name="connsiteY268" fmla="*/ 697686 h 1796087"/>
                <a:gd name="connsiteX269" fmla="*/ 2156047 w 2290556"/>
                <a:gd name="connsiteY269" fmla="*/ 697114 h 1796087"/>
                <a:gd name="connsiteX270" fmla="*/ 2159817 w 2290556"/>
                <a:gd name="connsiteY270" fmla="*/ 696677 h 1796087"/>
                <a:gd name="connsiteX271" fmla="*/ 2160961 w 2290556"/>
                <a:gd name="connsiteY271" fmla="*/ 696105 h 1796087"/>
                <a:gd name="connsiteX272" fmla="*/ 2163586 w 2290556"/>
                <a:gd name="connsiteY272" fmla="*/ 692909 h 1796087"/>
                <a:gd name="connsiteX273" fmla="*/ 2166615 w 2290556"/>
                <a:gd name="connsiteY273" fmla="*/ 690588 h 1796087"/>
                <a:gd name="connsiteX274" fmla="*/ 2167355 w 2290556"/>
                <a:gd name="connsiteY274" fmla="*/ 689142 h 1796087"/>
                <a:gd name="connsiteX275" fmla="*/ 2167490 w 2290556"/>
                <a:gd name="connsiteY275" fmla="*/ 687560 h 1796087"/>
                <a:gd name="connsiteX276" fmla="*/ 2166918 w 2290556"/>
                <a:gd name="connsiteY276" fmla="*/ 685374 h 1796087"/>
                <a:gd name="connsiteX277" fmla="*/ 2166043 w 2290556"/>
                <a:gd name="connsiteY277" fmla="*/ 684802 h 1796087"/>
                <a:gd name="connsiteX278" fmla="*/ 2167052 w 2290556"/>
                <a:gd name="connsiteY278" fmla="*/ 681472 h 1796087"/>
                <a:gd name="connsiteX279" fmla="*/ 2168062 w 2290556"/>
                <a:gd name="connsiteY279" fmla="*/ 678579 h 1796087"/>
                <a:gd name="connsiteX280" fmla="*/ 2167759 w 2290556"/>
                <a:gd name="connsiteY280" fmla="*/ 674946 h 1796087"/>
                <a:gd name="connsiteX281" fmla="*/ 2165302 w 2290556"/>
                <a:gd name="connsiteY281" fmla="*/ 673062 h 1796087"/>
                <a:gd name="connsiteX282" fmla="*/ 2162846 w 2290556"/>
                <a:gd name="connsiteY282" fmla="*/ 674811 h 1796087"/>
                <a:gd name="connsiteX283" fmla="*/ 2162542 w 2290556"/>
                <a:gd name="connsiteY283" fmla="*/ 677704 h 1796087"/>
                <a:gd name="connsiteX284" fmla="*/ 2161668 w 2290556"/>
                <a:gd name="connsiteY284" fmla="*/ 680900 h 1796087"/>
                <a:gd name="connsiteX285" fmla="*/ 2158908 w 2290556"/>
                <a:gd name="connsiteY285" fmla="*/ 682044 h 1796087"/>
                <a:gd name="connsiteX286" fmla="*/ 2154398 w 2290556"/>
                <a:gd name="connsiteY286" fmla="*/ 679285 h 1796087"/>
                <a:gd name="connsiteX287" fmla="*/ 2154701 w 2290556"/>
                <a:gd name="connsiteY287" fmla="*/ 676527 h 1796087"/>
                <a:gd name="connsiteX288" fmla="*/ 2155711 w 2290556"/>
                <a:gd name="connsiteY288" fmla="*/ 673634 h 1796087"/>
                <a:gd name="connsiteX289" fmla="*/ 2155711 w 2290556"/>
                <a:gd name="connsiteY289" fmla="*/ 667982 h 1796087"/>
                <a:gd name="connsiteX290" fmla="*/ 2152951 w 2290556"/>
                <a:gd name="connsiteY290" fmla="*/ 666401 h 1796087"/>
                <a:gd name="connsiteX291" fmla="*/ 2150763 w 2290556"/>
                <a:gd name="connsiteY291" fmla="*/ 665829 h 1796087"/>
                <a:gd name="connsiteX292" fmla="*/ 2148004 w 2290556"/>
                <a:gd name="connsiteY292" fmla="*/ 665257 h 1796087"/>
                <a:gd name="connsiteX293" fmla="*/ 2145110 w 2290556"/>
                <a:gd name="connsiteY293" fmla="*/ 665123 h 1796087"/>
                <a:gd name="connsiteX294" fmla="*/ 2142922 w 2290556"/>
                <a:gd name="connsiteY294" fmla="*/ 666704 h 1796087"/>
                <a:gd name="connsiteX295" fmla="*/ 2142619 w 2290556"/>
                <a:gd name="connsiteY295" fmla="*/ 668722 h 1796087"/>
                <a:gd name="connsiteX296" fmla="*/ 2146388 w 2290556"/>
                <a:gd name="connsiteY296" fmla="*/ 672187 h 1796087"/>
                <a:gd name="connsiteX297" fmla="*/ 2147095 w 2290556"/>
                <a:gd name="connsiteY297" fmla="*/ 672490 h 1796087"/>
                <a:gd name="connsiteX298" fmla="*/ 2146086 w 2290556"/>
                <a:gd name="connsiteY298" fmla="*/ 675820 h 1796087"/>
                <a:gd name="connsiteX299" fmla="*/ 2144941 w 2290556"/>
                <a:gd name="connsiteY299" fmla="*/ 678713 h 1796087"/>
                <a:gd name="connsiteX300" fmla="*/ 2143932 w 2290556"/>
                <a:gd name="connsiteY300" fmla="*/ 679588 h 1796087"/>
                <a:gd name="connsiteX301" fmla="*/ 2140869 w 2290556"/>
                <a:gd name="connsiteY301" fmla="*/ 679722 h 1796087"/>
                <a:gd name="connsiteX302" fmla="*/ 2137672 w 2290556"/>
                <a:gd name="connsiteY302" fmla="*/ 679722 h 1796087"/>
                <a:gd name="connsiteX303" fmla="*/ 2134912 w 2290556"/>
                <a:gd name="connsiteY303" fmla="*/ 680093 h 1796087"/>
                <a:gd name="connsiteX304" fmla="*/ 2133028 w 2290556"/>
                <a:gd name="connsiteY304" fmla="*/ 682346 h 1796087"/>
                <a:gd name="connsiteX305" fmla="*/ 2133028 w 2290556"/>
                <a:gd name="connsiteY305" fmla="*/ 685677 h 1796087"/>
                <a:gd name="connsiteX306" fmla="*/ 2134475 w 2290556"/>
                <a:gd name="connsiteY306" fmla="*/ 689579 h 1796087"/>
                <a:gd name="connsiteX307" fmla="*/ 2131849 w 2290556"/>
                <a:gd name="connsiteY307" fmla="*/ 692606 h 1796087"/>
                <a:gd name="connsiteX308" fmla="*/ 2131547 w 2290556"/>
                <a:gd name="connsiteY308" fmla="*/ 694793 h 1796087"/>
                <a:gd name="connsiteX309" fmla="*/ 2127205 w 2290556"/>
                <a:gd name="connsiteY309" fmla="*/ 695365 h 1796087"/>
                <a:gd name="connsiteX310" fmla="*/ 2124580 w 2290556"/>
                <a:gd name="connsiteY310" fmla="*/ 695668 h 1796087"/>
                <a:gd name="connsiteX311" fmla="*/ 2117782 w 2290556"/>
                <a:gd name="connsiteY311" fmla="*/ 695970 h 1796087"/>
                <a:gd name="connsiteX312" fmla="*/ 2114753 w 2290556"/>
                <a:gd name="connsiteY312" fmla="*/ 694827 h 1796087"/>
                <a:gd name="connsiteX313" fmla="*/ 2113440 w 2290556"/>
                <a:gd name="connsiteY313" fmla="*/ 693246 h 1796087"/>
                <a:gd name="connsiteX314" fmla="*/ 2113138 w 2290556"/>
                <a:gd name="connsiteY314" fmla="*/ 690790 h 1796087"/>
                <a:gd name="connsiteX315" fmla="*/ 2111825 w 2290556"/>
                <a:gd name="connsiteY315" fmla="*/ 687762 h 1796087"/>
                <a:gd name="connsiteX316" fmla="*/ 2110815 w 2290556"/>
                <a:gd name="connsiteY316" fmla="*/ 686316 h 1796087"/>
                <a:gd name="connsiteX317" fmla="*/ 2108359 w 2290556"/>
                <a:gd name="connsiteY317" fmla="*/ 685307 h 1796087"/>
                <a:gd name="connsiteX318" fmla="*/ 2108493 w 2290556"/>
                <a:gd name="connsiteY318" fmla="*/ 683423 h 1796087"/>
                <a:gd name="connsiteX319" fmla="*/ 2108931 w 2290556"/>
                <a:gd name="connsiteY319" fmla="*/ 680530 h 1796087"/>
                <a:gd name="connsiteX320" fmla="*/ 2107921 w 2290556"/>
                <a:gd name="connsiteY320" fmla="*/ 678343 h 1796087"/>
                <a:gd name="connsiteX321" fmla="*/ 2106912 w 2290556"/>
                <a:gd name="connsiteY321" fmla="*/ 678041 h 1796087"/>
                <a:gd name="connsiteX322" fmla="*/ 2105599 w 2290556"/>
                <a:gd name="connsiteY322" fmla="*/ 678612 h 1796087"/>
                <a:gd name="connsiteX323" fmla="*/ 2098363 w 2290556"/>
                <a:gd name="connsiteY323" fmla="*/ 678478 h 1796087"/>
                <a:gd name="connsiteX324" fmla="*/ 2096344 w 2290556"/>
                <a:gd name="connsiteY324" fmla="*/ 675147 h 1796087"/>
                <a:gd name="connsiteX325" fmla="*/ 2097219 w 2290556"/>
                <a:gd name="connsiteY325" fmla="*/ 671245 h 1796087"/>
                <a:gd name="connsiteX326" fmla="*/ 2098969 w 2290556"/>
                <a:gd name="connsiteY326" fmla="*/ 668352 h 1796087"/>
                <a:gd name="connsiteX327" fmla="*/ 2100988 w 2290556"/>
                <a:gd name="connsiteY327" fmla="*/ 666906 h 1796087"/>
                <a:gd name="connsiteX328" fmla="*/ 2104758 w 2290556"/>
                <a:gd name="connsiteY328" fmla="*/ 663273 h 1796087"/>
                <a:gd name="connsiteX329" fmla="*/ 2101426 w 2290556"/>
                <a:gd name="connsiteY329" fmla="*/ 661086 h 1796087"/>
                <a:gd name="connsiteX330" fmla="*/ 2094628 w 2290556"/>
                <a:gd name="connsiteY330" fmla="*/ 660649 h 1796087"/>
                <a:gd name="connsiteX331" fmla="*/ 2092474 w 2290556"/>
                <a:gd name="connsiteY331" fmla="*/ 658328 h 1796087"/>
                <a:gd name="connsiteX332" fmla="*/ 2088570 w 2290556"/>
                <a:gd name="connsiteY332" fmla="*/ 657016 h 1796087"/>
                <a:gd name="connsiteX333" fmla="*/ 2083219 w 2290556"/>
                <a:gd name="connsiteY333" fmla="*/ 657318 h 1796087"/>
                <a:gd name="connsiteX334" fmla="*/ 2076387 w 2290556"/>
                <a:gd name="connsiteY334" fmla="*/ 654997 h 1796087"/>
                <a:gd name="connsiteX335" fmla="*/ 2074502 w 2290556"/>
                <a:gd name="connsiteY335" fmla="*/ 652542 h 1796087"/>
                <a:gd name="connsiteX336" fmla="*/ 2067839 w 2290556"/>
                <a:gd name="connsiteY336" fmla="*/ 646318 h 1796087"/>
                <a:gd name="connsiteX337" fmla="*/ 2066526 w 2290556"/>
                <a:gd name="connsiteY337" fmla="*/ 643291 h 1796087"/>
                <a:gd name="connsiteX338" fmla="*/ 2065516 w 2290556"/>
                <a:gd name="connsiteY338" fmla="*/ 640263 h 1796087"/>
                <a:gd name="connsiteX339" fmla="*/ 2065651 w 2290556"/>
                <a:gd name="connsiteY339" fmla="*/ 636496 h 1796087"/>
                <a:gd name="connsiteX340" fmla="*/ 2066795 w 2290556"/>
                <a:gd name="connsiteY340" fmla="*/ 632593 h 1796087"/>
                <a:gd name="connsiteX341" fmla="*/ 2066930 w 2290556"/>
                <a:gd name="connsiteY341" fmla="*/ 631853 h 1796087"/>
                <a:gd name="connsiteX342" fmla="*/ 2068680 w 2290556"/>
                <a:gd name="connsiteY342" fmla="*/ 627514 h 1796087"/>
                <a:gd name="connsiteX343" fmla="*/ 2069824 w 2290556"/>
                <a:gd name="connsiteY343" fmla="*/ 622737 h 1796087"/>
                <a:gd name="connsiteX344" fmla="*/ 2069387 w 2290556"/>
                <a:gd name="connsiteY344" fmla="*/ 619272 h 1796087"/>
                <a:gd name="connsiteX345" fmla="*/ 2069959 w 2290556"/>
                <a:gd name="connsiteY345" fmla="*/ 614933 h 1796087"/>
                <a:gd name="connsiteX346" fmla="*/ 2074603 w 2290556"/>
                <a:gd name="connsiteY346" fmla="*/ 613049 h 1796087"/>
                <a:gd name="connsiteX347" fmla="*/ 2080829 w 2290556"/>
                <a:gd name="connsiteY347" fmla="*/ 607835 h 1796087"/>
                <a:gd name="connsiteX348" fmla="*/ 2084295 w 2290556"/>
                <a:gd name="connsiteY348" fmla="*/ 604201 h 1796087"/>
                <a:gd name="connsiteX349" fmla="*/ 2089377 w 2290556"/>
                <a:gd name="connsiteY349" fmla="*/ 600131 h 1796087"/>
                <a:gd name="connsiteX350" fmla="*/ 2095166 w 2290556"/>
                <a:gd name="connsiteY350" fmla="*/ 595220 h 1796087"/>
                <a:gd name="connsiteX351" fmla="*/ 2099373 w 2290556"/>
                <a:gd name="connsiteY351" fmla="*/ 592024 h 1796087"/>
                <a:gd name="connsiteX352" fmla="*/ 2102267 w 2290556"/>
                <a:gd name="connsiteY352" fmla="*/ 589266 h 1796087"/>
                <a:gd name="connsiteX353" fmla="*/ 2105296 w 2290556"/>
                <a:gd name="connsiteY353" fmla="*/ 587079 h 1796087"/>
                <a:gd name="connsiteX354" fmla="*/ 2109200 w 2290556"/>
                <a:gd name="connsiteY354" fmla="*/ 584489 h 1796087"/>
                <a:gd name="connsiteX355" fmla="*/ 2111825 w 2290556"/>
                <a:gd name="connsiteY355" fmla="*/ 580856 h 1796087"/>
                <a:gd name="connsiteX356" fmla="*/ 2115292 w 2290556"/>
                <a:gd name="connsiteY356" fmla="*/ 578972 h 1796087"/>
                <a:gd name="connsiteX357" fmla="*/ 2118489 w 2290556"/>
                <a:gd name="connsiteY357" fmla="*/ 579544 h 1796087"/>
                <a:gd name="connsiteX358" fmla="*/ 2121080 w 2290556"/>
                <a:gd name="connsiteY358" fmla="*/ 579241 h 1796087"/>
                <a:gd name="connsiteX359" fmla="*/ 2123672 w 2290556"/>
                <a:gd name="connsiteY359" fmla="*/ 577357 h 1796087"/>
                <a:gd name="connsiteX360" fmla="*/ 2124244 w 2290556"/>
                <a:gd name="connsiteY360" fmla="*/ 574901 h 1796087"/>
                <a:gd name="connsiteX361" fmla="*/ 2124681 w 2290556"/>
                <a:gd name="connsiteY361" fmla="*/ 571436 h 1796087"/>
                <a:gd name="connsiteX362" fmla="*/ 2124950 w 2290556"/>
                <a:gd name="connsiteY362" fmla="*/ 570696 h 1796087"/>
                <a:gd name="connsiteX363" fmla="*/ 2126263 w 2290556"/>
                <a:gd name="connsiteY363" fmla="*/ 567063 h 1796087"/>
                <a:gd name="connsiteX364" fmla="*/ 2126835 w 2290556"/>
                <a:gd name="connsiteY364" fmla="*/ 564170 h 1796087"/>
                <a:gd name="connsiteX365" fmla="*/ 2127542 w 2290556"/>
                <a:gd name="connsiteY365" fmla="*/ 562724 h 1796087"/>
                <a:gd name="connsiteX366" fmla="*/ 2128417 w 2290556"/>
                <a:gd name="connsiteY366" fmla="*/ 559528 h 1796087"/>
                <a:gd name="connsiteX367" fmla="*/ 2130167 w 2290556"/>
                <a:gd name="connsiteY367" fmla="*/ 557779 h 1796087"/>
                <a:gd name="connsiteX368" fmla="*/ 2134508 w 2290556"/>
                <a:gd name="connsiteY368" fmla="*/ 555895 h 1796087"/>
                <a:gd name="connsiteX369" fmla="*/ 2137268 w 2290556"/>
                <a:gd name="connsiteY369" fmla="*/ 554886 h 1796087"/>
                <a:gd name="connsiteX370" fmla="*/ 2139287 w 2290556"/>
                <a:gd name="connsiteY370" fmla="*/ 554011 h 1796087"/>
                <a:gd name="connsiteX371" fmla="*/ 2142316 w 2290556"/>
                <a:gd name="connsiteY371" fmla="*/ 551993 h 1796087"/>
                <a:gd name="connsiteX372" fmla="*/ 2145951 w 2290556"/>
                <a:gd name="connsiteY372" fmla="*/ 548797 h 1796087"/>
                <a:gd name="connsiteX373" fmla="*/ 2149283 w 2290556"/>
                <a:gd name="connsiteY373" fmla="*/ 545164 h 1796087"/>
                <a:gd name="connsiteX374" fmla="*/ 2151033 w 2290556"/>
                <a:gd name="connsiteY374" fmla="*/ 542977 h 1796087"/>
                <a:gd name="connsiteX375" fmla="*/ 2152042 w 2290556"/>
                <a:gd name="connsiteY375" fmla="*/ 541228 h 1796087"/>
                <a:gd name="connsiteX376" fmla="*/ 2154499 w 2290556"/>
                <a:gd name="connsiteY376" fmla="*/ 537023 h 1796087"/>
                <a:gd name="connsiteX377" fmla="*/ 2155643 w 2290556"/>
                <a:gd name="connsiteY377" fmla="*/ 534567 h 1796087"/>
                <a:gd name="connsiteX378" fmla="*/ 2154768 w 2290556"/>
                <a:gd name="connsiteY378" fmla="*/ 531372 h 1796087"/>
                <a:gd name="connsiteX379" fmla="*/ 2158538 w 2290556"/>
                <a:gd name="connsiteY379" fmla="*/ 526595 h 1796087"/>
                <a:gd name="connsiteX380" fmla="*/ 2160692 w 2290556"/>
                <a:gd name="connsiteY380" fmla="*/ 523567 h 1796087"/>
                <a:gd name="connsiteX381" fmla="*/ 2162879 w 2290556"/>
                <a:gd name="connsiteY381" fmla="*/ 519497 h 1796087"/>
                <a:gd name="connsiteX382" fmla="*/ 2167658 w 2290556"/>
                <a:gd name="connsiteY382" fmla="*/ 516301 h 1796087"/>
                <a:gd name="connsiteX383" fmla="*/ 2170552 w 2290556"/>
                <a:gd name="connsiteY383" fmla="*/ 514855 h 1796087"/>
                <a:gd name="connsiteX384" fmla="*/ 2172437 w 2290556"/>
                <a:gd name="connsiteY384" fmla="*/ 512096 h 1796087"/>
                <a:gd name="connsiteX385" fmla="*/ 2173177 w 2290556"/>
                <a:gd name="connsiteY385" fmla="*/ 510952 h 1796087"/>
                <a:gd name="connsiteX386" fmla="*/ 2173750 w 2290556"/>
                <a:gd name="connsiteY386" fmla="*/ 507488 h 1796087"/>
                <a:gd name="connsiteX387" fmla="*/ 2174456 w 2290556"/>
                <a:gd name="connsiteY387" fmla="*/ 505604 h 1796087"/>
                <a:gd name="connsiteX388" fmla="*/ 2177923 w 2290556"/>
                <a:gd name="connsiteY388" fmla="*/ 503585 h 1796087"/>
                <a:gd name="connsiteX389" fmla="*/ 2180682 w 2290556"/>
                <a:gd name="connsiteY389" fmla="*/ 501836 h 1796087"/>
                <a:gd name="connsiteX390" fmla="*/ 2183576 w 2290556"/>
                <a:gd name="connsiteY390" fmla="*/ 500961 h 1796087"/>
                <a:gd name="connsiteX391" fmla="*/ 2185159 w 2290556"/>
                <a:gd name="connsiteY391" fmla="*/ 499515 h 1796087"/>
                <a:gd name="connsiteX392" fmla="*/ 2186471 w 2290556"/>
                <a:gd name="connsiteY392" fmla="*/ 496487 h 1796087"/>
                <a:gd name="connsiteX393" fmla="*/ 2186909 w 2290556"/>
                <a:gd name="connsiteY393" fmla="*/ 495175 h 1796087"/>
                <a:gd name="connsiteX394" fmla="*/ 2185461 w 2290556"/>
                <a:gd name="connsiteY394" fmla="*/ 491845 h 1796087"/>
                <a:gd name="connsiteX395" fmla="*/ 2185596 w 2290556"/>
                <a:gd name="connsiteY395" fmla="*/ 488380 h 1796087"/>
                <a:gd name="connsiteX396" fmla="*/ 2187043 w 2290556"/>
                <a:gd name="connsiteY396" fmla="*/ 485184 h 1796087"/>
                <a:gd name="connsiteX397" fmla="*/ 2189634 w 2290556"/>
                <a:gd name="connsiteY397" fmla="*/ 482426 h 1796087"/>
                <a:gd name="connsiteX398" fmla="*/ 2193404 w 2290556"/>
                <a:gd name="connsiteY398" fmla="*/ 486934 h 1796087"/>
                <a:gd name="connsiteX399" fmla="*/ 2195423 w 2290556"/>
                <a:gd name="connsiteY399" fmla="*/ 489961 h 1796087"/>
                <a:gd name="connsiteX400" fmla="*/ 2197745 w 2290556"/>
                <a:gd name="connsiteY400" fmla="*/ 491711 h 1796087"/>
                <a:gd name="connsiteX401" fmla="*/ 2198183 w 2290556"/>
                <a:gd name="connsiteY401" fmla="*/ 495344 h 1796087"/>
                <a:gd name="connsiteX402" fmla="*/ 2197611 w 2290556"/>
                <a:gd name="connsiteY402" fmla="*/ 498405 h 1796087"/>
                <a:gd name="connsiteX403" fmla="*/ 2197173 w 2290556"/>
                <a:gd name="connsiteY403" fmla="*/ 499986 h 1796087"/>
                <a:gd name="connsiteX404" fmla="*/ 2196736 w 2290556"/>
                <a:gd name="connsiteY404" fmla="*/ 501870 h 1796087"/>
                <a:gd name="connsiteX405" fmla="*/ 2197005 w 2290556"/>
                <a:gd name="connsiteY405" fmla="*/ 503451 h 1796087"/>
                <a:gd name="connsiteX406" fmla="*/ 2197139 w 2290556"/>
                <a:gd name="connsiteY406" fmla="*/ 507218 h 1796087"/>
                <a:gd name="connsiteX407" fmla="*/ 2197712 w 2290556"/>
                <a:gd name="connsiteY407" fmla="*/ 508530 h 1796087"/>
                <a:gd name="connsiteX408" fmla="*/ 2200337 w 2290556"/>
                <a:gd name="connsiteY408" fmla="*/ 511423 h 1796087"/>
                <a:gd name="connsiteX409" fmla="*/ 2202356 w 2290556"/>
                <a:gd name="connsiteY409" fmla="*/ 514182 h 1796087"/>
                <a:gd name="connsiteX410" fmla="*/ 2205250 w 2290556"/>
                <a:gd name="connsiteY410" fmla="*/ 516637 h 1796087"/>
                <a:gd name="connsiteX411" fmla="*/ 2207707 w 2290556"/>
                <a:gd name="connsiteY411" fmla="*/ 517344 h 1796087"/>
                <a:gd name="connsiteX412" fmla="*/ 2209289 w 2290556"/>
                <a:gd name="connsiteY412" fmla="*/ 518521 h 1796087"/>
                <a:gd name="connsiteX413" fmla="*/ 2211173 w 2290556"/>
                <a:gd name="connsiteY413" fmla="*/ 519833 h 1796087"/>
                <a:gd name="connsiteX414" fmla="*/ 2211039 w 2290556"/>
                <a:gd name="connsiteY414" fmla="*/ 522861 h 1796087"/>
                <a:gd name="connsiteX415" fmla="*/ 2210029 w 2290556"/>
                <a:gd name="connsiteY415" fmla="*/ 524005 h 1796087"/>
                <a:gd name="connsiteX416" fmla="*/ 2210164 w 2290556"/>
                <a:gd name="connsiteY416" fmla="*/ 525888 h 1796087"/>
                <a:gd name="connsiteX417" fmla="*/ 2211039 w 2290556"/>
                <a:gd name="connsiteY417" fmla="*/ 527907 h 1796087"/>
                <a:gd name="connsiteX418" fmla="*/ 2212183 w 2290556"/>
                <a:gd name="connsiteY418" fmla="*/ 530800 h 1796087"/>
                <a:gd name="connsiteX419" fmla="*/ 2213765 w 2290556"/>
                <a:gd name="connsiteY419" fmla="*/ 533827 h 1796087"/>
                <a:gd name="connsiteX420" fmla="*/ 2215078 w 2290556"/>
                <a:gd name="connsiteY420" fmla="*/ 536283 h 1796087"/>
                <a:gd name="connsiteX421" fmla="*/ 2217972 w 2290556"/>
                <a:gd name="connsiteY421" fmla="*/ 537595 h 1796087"/>
                <a:gd name="connsiteX422" fmla="*/ 2218678 w 2290556"/>
                <a:gd name="connsiteY422" fmla="*/ 534399 h 1796087"/>
                <a:gd name="connsiteX423" fmla="*/ 2218544 w 2290556"/>
                <a:gd name="connsiteY423" fmla="*/ 530497 h 1796087"/>
                <a:gd name="connsiteX424" fmla="*/ 2218544 w 2290556"/>
                <a:gd name="connsiteY424" fmla="*/ 526729 h 1796087"/>
                <a:gd name="connsiteX425" fmla="*/ 2218981 w 2290556"/>
                <a:gd name="connsiteY425" fmla="*/ 522962 h 1796087"/>
                <a:gd name="connsiteX426" fmla="*/ 2217972 w 2290556"/>
                <a:gd name="connsiteY426" fmla="*/ 520203 h 1796087"/>
                <a:gd name="connsiteX427" fmla="*/ 2215953 w 2290556"/>
                <a:gd name="connsiteY427" fmla="*/ 516570 h 1796087"/>
                <a:gd name="connsiteX428" fmla="*/ 2215818 w 2290556"/>
                <a:gd name="connsiteY428" fmla="*/ 513240 h 1796087"/>
                <a:gd name="connsiteX429" fmla="*/ 2218847 w 2290556"/>
                <a:gd name="connsiteY429" fmla="*/ 511491 h 1796087"/>
                <a:gd name="connsiteX430" fmla="*/ 2219991 w 2290556"/>
                <a:gd name="connsiteY430" fmla="*/ 508732 h 1796087"/>
                <a:gd name="connsiteX431" fmla="*/ 2216659 w 2290556"/>
                <a:gd name="connsiteY431" fmla="*/ 508026 h 1796087"/>
                <a:gd name="connsiteX432" fmla="*/ 2215044 w 2290556"/>
                <a:gd name="connsiteY432" fmla="*/ 505267 h 1796087"/>
                <a:gd name="connsiteX433" fmla="*/ 2213899 w 2290556"/>
                <a:gd name="connsiteY433" fmla="*/ 500760 h 1796087"/>
                <a:gd name="connsiteX434" fmla="*/ 2212318 w 2290556"/>
                <a:gd name="connsiteY434" fmla="*/ 497867 h 1796087"/>
                <a:gd name="connsiteX435" fmla="*/ 2212587 w 2290556"/>
                <a:gd name="connsiteY435" fmla="*/ 490466 h 1796087"/>
                <a:gd name="connsiteX436" fmla="*/ 2213024 w 2290556"/>
                <a:gd name="connsiteY436" fmla="*/ 488279 h 1796087"/>
                <a:gd name="connsiteX437" fmla="*/ 2212721 w 2290556"/>
                <a:gd name="connsiteY437" fmla="*/ 485252 h 1796087"/>
                <a:gd name="connsiteX438" fmla="*/ 2212284 w 2290556"/>
                <a:gd name="connsiteY438" fmla="*/ 482628 h 1796087"/>
                <a:gd name="connsiteX439" fmla="*/ 2212419 w 2290556"/>
                <a:gd name="connsiteY439" fmla="*/ 480744 h 1796087"/>
                <a:gd name="connsiteX440" fmla="*/ 2215313 w 2290556"/>
                <a:gd name="connsiteY440" fmla="*/ 476842 h 1796087"/>
                <a:gd name="connsiteX441" fmla="*/ 2217501 w 2290556"/>
                <a:gd name="connsiteY441" fmla="*/ 475530 h 1796087"/>
                <a:gd name="connsiteX442" fmla="*/ 2218376 w 2290556"/>
                <a:gd name="connsiteY442" fmla="*/ 468129 h 1796087"/>
                <a:gd name="connsiteX443" fmla="*/ 2217198 w 2290556"/>
                <a:gd name="connsiteY443" fmla="*/ 462040 h 1796087"/>
                <a:gd name="connsiteX444" fmla="*/ 2216323 w 2290556"/>
                <a:gd name="connsiteY444" fmla="*/ 457398 h 1796087"/>
                <a:gd name="connsiteX445" fmla="*/ 2216625 w 2290556"/>
                <a:gd name="connsiteY445" fmla="*/ 453193 h 1796087"/>
                <a:gd name="connsiteX446" fmla="*/ 2217198 w 2290556"/>
                <a:gd name="connsiteY446" fmla="*/ 447676 h 1796087"/>
                <a:gd name="connsiteX447" fmla="*/ 2217635 w 2290556"/>
                <a:gd name="connsiteY447" fmla="*/ 445221 h 1796087"/>
                <a:gd name="connsiteX448" fmla="*/ 2219654 w 2290556"/>
                <a:gd name="connsiteY448" fmla="*/ 442630 h 1796087"/>
                <a:gd name="connsiteX449" fmla="*/ 2222986 w 2290556"/>
                <a:gd name="connsiteY449" fmla="*/ 440309 h 1796087"/>
                <a:gd name="connsiteX450" fmla="*/ 2223558 w 2290556"/>
                <a:gd name="connsiteY450" fmla="*/ 439300 h 1796087"/>
                <a:gd name="connsiteX451" fmla="*/ 2224299 w 2290556"/>
                <a:gd name="connsiteY451" fmla="*/ 436104 h 1796087"/>
                <a:gd name="connsiteX452" fmla="*/ 2225443 w 2290556"/>
                <a:gd name="connsiteY452" fmla="*/ 433077 h 1796087"/>
                <a:gd name="connsiteX453" fmla="*/ 2226318 w 2290556"/>
                <a:gd name="connsiteY453" fmla="*/ 429612 h 1796087"/>
                <a:gd name="connsiteX454" fmla="*/ 2225005 w 2290556"/>
                <a:gd name="connsiteY454" fmla="*/ 426281 h 1796087"/>
                <a:gd name="connsiteX455" fmla="*/ 2222414 w 2290556"/>
                <a:gd name="connsiteY455" fmla="*/ 423086 h 1796087"/>
                <a:gd name="connsiteX456" fmla="*/ 2222414 w 2290556"/>
                <a:gd name="connsiteY456" fmla="*/ 419621 h 1796087"/>
                <a:gd name="connsiteX457" fmla="*/ 2223996 w 2290556"/>
                <a:gd name="connsiteY457" fmla="*/ 413667 h 1796087"/>
                <a:gd name="connsiteX458" fmla="*/ 2228909 w 2290556"/>
                <a:gd name="connsiteY458" fmla="*/ 410336 h 1796087"/>
                <a:gd name="connsiteX459" fmla="*/ 2233419 w 2290556"/>
                <a:gd name="connsiteY459" fmla="*/ 409024 h 1796087"/>
                <a:gd name="connsiteX460" fmla="*/ 2237491 w 2290556"/>
                <a:gd name="connsiteY460" fmla="*/ 409462 h 1796087"/>
                <a:gd name="connsiteX461" fmla="*/ 2241126 w 2290556"/>
                <a:gd name="connsiteY461" fmla="*/ 412220 h 1796087"/>
                <a:gd name="connsiteX462" fmla="*/ 2245467 w 2290556"/>
                <a:gd name="connsiteY462" fmla="*/ 414541 h 1796087"/>
                <a:gd name="connsiteX463" fmla="*/ 2249237 w 2290556"/>
                <a:gd name="connsiteY463" fmla="*/ 413969 h 1796087"/>
                <a:gd name="connsiteX464" fmla="*/ 2252266 w 2290556"/>
                <a:gd name="connsiteY464" fmla="*/ 411076 h 1796087"/>
                <a:gd name="connsiteX465" fmla="*/ 2255025 w 2290556"/>
                <a:gd name="connsiteY465" fmla="*/ 405290 h 1796087"/>
                <a:gd name="connsiteX466" fmla="*/ 2257482 w 2290556"/>
                <a:gd name="connsiteY466" fmla="*/ 399639 h 1796087"/>
                <a:gd name="connsiteX467" fmla="*/ 2255160 w 2290556"/>
                <a:gd name="connsiteY467" fmla="*/ 394122 h 1796087"/>
                <a:gd name="connsiteX468" fmla="*/ 2255597 w 2290556"/>
                <a:gd name="connsiteY468" fmla="*/ 390489 h 1796087"/>
                <a:gd name="connsiteX469" fmla="*/ 2256035 w 2290556"/>
                <a:gd name="connsiteY469" fmla="*/ 386721 h 1796087"/>
                <a:gd name="connsiteX470" fmla="*/ 2256170 w 2290556"/>
                <a:gd name="connsiteY470" fmla="*/ 383694 h 1796087"/>
                <a:gd name="connsiteX471" fmla="*/ 2254420 w 2290556"/>
                <a:gd name="connsiteY471" fmla="*/ 381103 h 1796087"/>
                <a:gd name="connsiteX472" fmla="*/ 2252973 w 2290556"/>
                <a:gd name="connsiteY472" fmla="*/ 377908 h 1796087"/>
                <a:gd name="connsiteX473" fmla="*/ 2254285 w 2290556"/>
                <a:gd name="connsiteY473" fmla="*/ 375889 h 1796087"/>
                <a:gd name="connsiteX474" fmla="*/ 2253847 w 2290556"/>
                <a:gd name="connsiteY474" fmla="*/ 374746 h 1796087"/>
                <a:gd name="connsiteX475" fmla="*/ 2252266 w 2290556"/>
                <a:gd name="connsiteY475" fmla="*/ 371415 h 1796087"/>
                <a:gd name="connsiteX476" fmla="*/ 2247487 w 2290556"/>
                <a:gd name="connsiteY476" fmla="*/ 367076 h 1796087"/>
                <a:gd name="connsiteX477" fmla="*/ 2244289 w 2290556"/>
                <a:gd name="connsiteY477" fmla="*/ 363308 h 1796087"/>
                <a:gd name="connsiteX478" fmla="*/ 2242405 w 2290556"/>
                <a:gd name="connsiteY478" fmla="*/ 358800 h 1796087"/>
                <a:gd name="connsiteX479" fmla="*/ 2243280 w 2290556"/>
                <a:gd name="connsiteY479" fmla="*/ 356345 h 1796087"/>
                <a:gd name="connsiteX480" fmla="*/ 2245467 w 2290556"/>
                <a:gd name="connsiteY480" fmla="*/ 354764 h 1796087"/>
                <a:gd name="connsiteX481" fmla="*/ 2248227 w 2290556"/>
                <a:gd name="connsiteY481" fmla="*/ 350996 h 1796087"/>
                <a:gd name="connsiteX482" fmla="*/ 2248362 w 2290556"/>
                <a:gd name="connsiteY482" fmla="*/ 348237 h 1796087"/>
                <a:gd name="connsiteX483" fmla="*/ 2245905 w 2290556"/>
                <a:gd name="connsiteY483" fmla="*/ 343898 h 1796087"/>
                <a:gd name="connsiteX484" fmla="*/ 2245333 w 2290556"/>
                <a:gd name="connsiteY484" fmla="*/ 339390 h 1796087"/>
                <a:gd name="connsiteX485" fmla="*/ 2242741 w 2290556"/>
                <a:gd name="connsiteY485" fmla="*/ 331149 h 1796087"/>
                <a:gd name="connsiteX486" fmla="*/ 2242876 w 2290556"/>
                <a:gd name="connsiteY486" fmla="*/ 326641 h 1796087"/>
                <a:gd name="connsiteX487" fmla="*/ 2244188 w 2290556"/>
                <a:gd name="connsiteY487" fmla="*/ 322167 h 1796087"/>
                <a:gd name="connsiteX488" fmla="*/ 2245636 w 2290556"/>
                <a:gd name="connsiteY488" fmla="*/ 319274 h 1796087"/>
                <a:gd name="connsiteX489" fmla="*/ 2248227 w 2290556"/>
                <a:gd name="connsiteY489" fmla="*/ 315069 h 1796087"/>
                <a:gd name="connsiteX490" fmla="*/ 2247520 w 2290556"/>
                <a:gd name="connsiteY490" fmla="*/ 311873 h 1796087"/>
                <a:gd name="connsiteX491" fmla="*/ 2246948 w 2290556"/>
                <a:gd name="connsiteY491" fmla="*/ 307399 h 1796087"/>
                <a:gd name="connsiteX492" fmla="*/ 2248092 w 2290556"/>
                <a:gd name="connsiteY492" fmla="*/ 303631 h 1796087"/>
                <a:gd name="connsiteX493" fmla="*/ 2250987 w 2290556"/>
                <a:gd name="connsiteY493" fmla="*/ 301310 h 1796087"/>
                <a:gd name="connsiteX494" fmla="*/ 2254016 w 2290556"/>
                <a:gd name="connsiteY494" fmla="*/ 297845 h 1796087"/>
                <a:gd name="connsiteX495" fmla="*/ 2256910 w 2290556"/>
                <a:gd name="connsiteY495" fmla="*/ 290478 h 1796087"/>
                <a:gd name="connsiteX496" fmla="*/ 2257650 w 2290556"/>
                <a:gd name="connsiteY496" fmla="*/ 288594 h 1796087"/>
                <a:gd name="connsiteX497" fmla="*/ 2258525 w 2290556"/>
                <a:gd name="connsiteY497" fmla="*/ 282808 h 1796087"/>
                <a:gd name="connsiteX498" fmla="*/ 2259973 w 2290556"/>
                <a:gd name="connsiteY498" fmla="*/ 276417 h 1796087"/>
                <a:gd name="connsiteX499" fmla="*/ 2259838 w 2290556"/>
                <a:gd name="connsiteY499" fmla="*/ 272515 h 1796087"/>
                <a:gd name="connsiteX500" fmla="*/ 2260578 w 2290556"/>
                <a:gd name="connsiteY500" fmla="*/ 267435 h 1796087"/>
                <a:gd name="connsiteX501" fmla="*/ 2264920 w 2290556"/>
                <a:gd name="connsiteY501" fmla="*/ 266729 h 1796087"/>
                <a:gd name="connsiteX502" fmla="*/ 2267242 w 2290556"/>
                <a:gd name="connsiteY502" fmla="*/ 265854 h 1796087"/>
                <a:gd name="connsiteX503" fmla="*/ 2272593 w 2290556"/>
                <a:gd name="connsiteY503" fmla="*/ 262961 h 1796087"/>
                <a:gd name="connsiteX504" fmla="*/ 2275218 w 2290556"/>
                <a:gd name="connsiteY504" fmla="*/ 259496 h 1796087"/>
                <a:gd name="connsiteX505" fmla="*/ 2278112 w 2290556"/>
                <a:gd name="connsiteY505" fmla="*/ 255426 h 1796087"/>
                <a:gd name="connsiteX506" fmla="*/ 2278415 w 2290556"/>
                <a:gd name="connsiteY506" fmla="*/ 248328 h 1796087"/>
                <a:gd name="connsiteX507" fmla="*/ 2277540 w 2290556"/>
                <a:gd name="connsiteY507" fmla="*/ 243416 h 1796087"/>
                <a:gd name="connsiteX508" fmla="*/ 2276968 w 2290556"/>
                <a:gd name="connsiteY508" fmla="*/ 241398 h 1796087"/>
                <a:gd name="connsiteX509" fmla="*/ 2275824 w 2290556"/>
                <a:gd name="connsiteY509" fmla="*/ 238808 h 1796087"/>
                <a:gd name="connsiteX510" fmla="*/ 2273232 w 2290556"/>
                <a:gd name="connsiteY510" fmla="*/ 235040 h 1796087"/>
                <a:gd name="connsiteX511" fmla="*/ 2271348 w 2290556"/>
                <a:gd name="connsiteY511" fmla="*/ 231272 h 1796087"/>
                <a:gd name="connsiteX512" fmla="*/ 2272660 w 2290556"/>
                <a:gd name="connsiteY512" fmla="*/ 228817 h 1796087"/>
                <a:gd name="connsiteX513" fmla="*/ 2277742 w 2290556"/>
                <a:gd name="connsiteY513" fmla="*/ 226933 h 1796087"/>
                <a:gd name="connsiteX514" fmla="*/ 2278045 w 2290556"/>
                <a:gd name="connsiteY514" fmla="*/ 225352 h 1796087"/>
                <a:gd name="connsiteX515" fmla="*/ 2279627 w 2290556"/>
                <a:gd name="connsiteY515" fmla="*/ 222593 h 1796087"/>
                <a:gd name="connsiteX516" fmla="*/ 2282252 w 2290556"/>
                <a:gd name="connsiteY516" fmla="*/ 221584 h 1796087"/>
                <a:gd name="connsiteX517" fmla="*/ 2284574 w 2290556"/>
                <a:gd name="connsiteY517" fmla="*/ 220272 h 1796087"/>
                <a:gd name="connsiteX518" fmla="*/ 2286896 w 2290556"/>
                <a:gd name="connsiteY518" fmla="*/ 218254 h 1796087"/>
                <a:gd name="connsiteX519" fmla="*/ 2288646 w 2290556"/>
                <a:gd name="connsiteY519" fmla="*/ 216067 h 1796087"/>
                <a:gd name="connsiteX520" fmla="*/ 2290531 w 2290556"/>
                <a:gd name="connsiteY520" fmla="*/ 213174 h 1796087"/>
                <a:gd name="connsiteX521" fmla="*/ 2290228 w 2290556"/>
                <a:gd name="connsiteY521" fmla="*/ 210147 h 1796087"/>
                <a:gd name="connsiteX522" fmla="*/ 2288478 w 2290556"/>
                <a:gd name="connsiteY522" fmla="*/ 207691 h 1796087"/>
                <a:gd name="connsiteX523" fmla="*/ 2287738 w 2290556"/>
                <a:gd name="connsiteY523" fmla="*/ 204798 h 1796087"/>
                <a:gd name="connsiteX524" fmla="*/ 2288310 w 2290556"/>
                <a:gd name="connsiteY524" fmla="*/ 201905 h 1796087"/>
                <a:gd name="connsiteX525" fmla="*/ 2289622 w 2290556"/>
                <a:gd name="connsiteY525" fmla="*/ 199719 h 1796087"/>
                <a:gd name="connsiteX526" fmla="*/ 2289622 w 2290556"/>
                <a:gd name="connsiteY526" fmla="*/ 196826 h 1796087"/>
                <a:gd name="connsiteX527" fmla="*/ 2287738 w 2290556"/>
                <a:gd name="connsiteY527" fmla="*/ 194807 h 1796087"/>
                <a:gd name="connsiteX528" fmla="*/ 2285988 w 2290556"/>
                <a:gd name="connsiteY528" fmla="*/ 193226 h 1796087"/>
                <a:gd name="connsiteX529" fmla="*/ 2283968 w 2290556"/>
                <a:gd name="connsiteY529" fmla="*/ 193529 h 1796087"/>
                <a:gd name="connsiteX530" fmla="*/ 2281646 w 2290556"/>
                <a:gd name="connsiteY530" fmla="*/ 194101 h 1796087"/>
                <a:gd name="connsiteX531" fmla="*/ 2278180 w 2290556"/>
                <a:gd name="connsiteY531" fmla="*/ 194673 h 1796087"/>
                <a:gd name="connsiteX532" fmla="*/ 2276733 w 2290556"/>
                <a:gd name="connsiteY532" fmla="*/ 192654 h 1796087"/>
                <a:gd name="connsiteX533" fmla="*/ 2275992 w 2290556"/>
                <a:gd name="connsiteY533" fmla="*/ 189627 h 1796087"/>
                <a:gd name="connsiteX534" fmla="*/ 2273536 w 2290556"/>
                <a:gd name="connsiteY534" fmla="*/ 186734 h 1796087"/>
                <a:gd name="connsiteX535" fmla="*/ 2270338 w 2290556"/>
                <a:gd name="connsiteY535" fmla="*/ 186162 h 1796087"/>
                <a:gd name="connsiteX536" fmla="*/ 2268150 w 2290556"/>
                <a:gd name="connsiteY536" fmla="*/ 186027 h 1796087"/>
                <a:gd name="connsiteX537" fmla="*/ 2266401 w 2290556"/>
                <a:gd name="connsiteY537" fmla="*/ 184009 h 1796087"/>
                <a:gd name="connsiteX538" fmla="*/ 2266704 w 2290556"/>
                <a:gd name="connsiteY538" fmla="*/ 181822 h 1796087"/>
                <a:gd name="connsiteX539" fmla="*/ 2266704 w 2290556"/>
                <a:gd name="connsiteY539" fmla="*/ 178626 h 1796087"/>
                <a:gd name="connsiteX540" fmla="*/ 2265324 w 2290556"/>
                <a:gd name="connsiteY540" fmla="*/ 177045 h 1796087"/>
                <a:gd name="connsiteX541" fmla="*/ 2263237 w 2290556"/>
                <a:gd name="connsiteY541" fmla="*/ 174018 h 1796087"/>
                <a:gd name="connsiteX542" fmla="*/ 2259468 w 2290556"/>
                <a:gd name="connsiteY542" fmla="*/ 168938 h 1796087"/>
                <a:gd name="connsiteX543" fmla="*/ 2255564 w 2290556"/>
                <a:gd name="connsiteY543" fmla="*/ 167492 h 1796087"/>
                <a:gd name="connsiteX544" fmla="*/ 2252232 w 2290556"/>
                <a:gd name="connsiteY544" fmla="*/ 166348 h 1796087"/>
                <a:gd name="connsiteX545" fmla="*/ 2249338 w 2290556"/>
                <a:gd name="connsiteY545" fmla="*/ 163320 h 1796087"/>
                <a:gd name="connsiteX546" fmla="*/ 2248766 w 2290556"/>
                <a:gd name="connsiteY546" fmla="*/ 159250 h 1796087"/>
                <a:gd name="connsiteX547" fmla="*/ 2247184 w 2290556"/>
                <a:gd name="connsiteY547" fmla="*/ 157938 h 1796087"/>
                <a:gd name="connsiteX548" fmla="*/ 2244155 w 2290556"/>
                <a:gd name="connsiteY548" fmla="*/ 155617 h 1796087"/>
                <a:gd name="connsiteX549" fmla="*/ 2243414 w 2290556"/>
                <a:gd name="connsiteY549" fmla="*/ 154877 h 1796087"/>
                <a:gd name="connsiteX550" fmla="*/ 2242102 w 2290556"/>
                <a:gd name="connsiteY550" fmla="*/ 152287 h 1796087"/>
                <a:gd name="connsiteX551" fmla="*/ 2240352 w 2290556"/>
                <a:gd name="connsiteY551" fmla="*/ 150268 h 1796087"/>
                <a:gd name="connsiteX552" fmla="*/ 2238333 w 2290556"/>
                <a:gd name="connsiteY552" fmla="*/ 149125 h 1796087"/>
                <a:gd name="connsiteX553" fmla="*/ 2235136 w 2290556"/>
                <a:gd name="connsiteY553" fmla="*/ 147543 h 1796087"/>
                <a:gd name="connsiteX554" fmla="*/ 2232679 w 2290556"/>
                <a:gd name="connsiteY554" fmla="*/ 145794 h 1796087"/>
                <a:gd name="connsiteX555" fmla="*/ 2229347 w 2290556"/>
                <a:gd name="connsiteY555" fmla="*/ 143910 h 1796087"/>
                <a:gd name="connsiteX556" fmla="*/ 2224130 w 2290556"/>
                <a:gd name="connsiteY556" fmla="*/ 142733 h 1796087"/>
                <a:gd name="connsiteX557" fmla="*/ 2222986 w 2290556"/>
                <a:gd name="connsiteY557" fmla="*/ 142733 h 1796087"/>
                <a:gd name="connsiteX558" fmla="*/ 2220530 w 2290556"/>
                <a:gd name="connsiteY558" fmla="*/ 144112 h 1796087"/>
                <a:gd name="connsiteX559" fmla="*/ 2217198 w 2290556"/>
                <a:gd name="connsiteY559" fmla="*/ 145491 h 1796087"/>
                <a:gd name="connsiteX560" fmla="*/ 2215144 w 2290556"/>
                <a:gd name="connsiteY560" fmla="*/ 143910 h 1796087"/>
                <a:gd name="connsiteX561" fmla="*/ 2215717 w 2290556"/>
                <a:gd name="connsiteY561" fmla="*/ 140715 h 1796087"/>
                <a:gd name="connsiteX562" fmla="*/ 2216154 w 2290556"/>
                <a:gd name="connsiteY562" fmla="*/ 137250 h 1796087"/>
                <a:gd name="connsiteX563" fmla="*/ 2213125 w 2290556"/>
                <a:gd name="connsiteY563" fmla="*/ 135231 h 1796087"/>
                <a:gd name="connsiteX564" fmla="*/ 2209491 w 2290556"/>
                <a:gd name="connsiteY564" fmla="*/ 135097 h 1796087"/>
                <a:gd name="connsiteX565" fmla="*/ 2208347 w 2290556"/>
                <a:gd name="connsiteY565" fmla="*/ 136543 h 1796087"/>
                <a:gd name="connsiteX566" fmla="*/ 2208784 w 2290556"/>
                <a:gd name="connsiteY566" fmla="*/ 138864 h 1796087"/>
                <a:gd name="connsiteX567" fmla="*/ 2210231 w 2290556"/>
                <a:gd name="connsiteY567" fmla="*/ 140883 h 1796087"/>
                <a:gd name="connsiteX568" fmla="*/ 2209524 w 2290556"/>
                <a:gd name="connsiteY568" fmla="*/ 143507 h 1796087"/>
                <a:gd name="connsiteX569" fmla="*/ 2209524 w 2290556"/>
                <a:gd name="connsiteY569" fmla="*/ 148149 h 1796087"/>
                <a:gd name="connsiteX570" fmla="*/ 2208784 w 2290556"/>
                <a:gd name="connsiteY570" fmla="*/ 150033 h 1796087"/>
                <a:gd name="connsiteX571" fmla="*/ 2208515 w 2290556"/>
                <a:gd name="connsiteY571" fmla="*/ 153363 h 1796087"/>
                <a:gd name="connsiteX572" fmla="*/ 2209390 w 2290556"/>
                <a:gd name="connsiteY572" fmla="*/ 154070 h 1796087"/>
                <a:gd name="connsiteX573" fmla="*/ 2209390 w 2290556"/>
                <a:gd name="connsiteY573" fmla="*/ 158274 h 1796087"/>
                <a:gd name="connsiteX574" fmla="*/ 2206866 w 2290556"/>
                <a:gd name="connsiteY574" fmla="*/ 160596 h 1796087"/>
                <a:gd name="connsiteX575" fmla="*/ 2204611 w 2290556"/>
                <a:gd name="connsiteY575" fmla="*/ 158005 h 1796087"/>
                <a:gd name="connsiteX576" fmla="*/ 2200269 w 2290556"/>
                <a:gd name="connsiteY576" fmla="*/ 158005 h 1796087"/>
                <a:gd name="connsiteX577" fmla="*/ 2198688 w 2290556"/>
                <a:gd name="connsiteY577" fmla="*/ 160024 h 1796087"/>
                <a:gd name="connsiteX578" fmla="*/ 2201716 w 2290556"/>
                <a:gd name="connsiteY578" fmla="*/ 165238 h 1796087"/>
                <a:gd name="connsiteX579" fmla="*/ 2198957 w 2290556"/>
                <a:gd name="connsiteY579" fmla="*/ 170317 h 1796087"/>
                <a:gd name="connsiteX580" fmla="*/ 2190846 w 2290556"/>
                <a:gd name="connsiteY580" fmla="*/ 173782 h 1796087"/>
                <a:gd name="connsiteX581" fmla="*/ 2188389 w 2290556"/>
                <a:gd name="connsiteY581" fmla="*/ 176675 h 1796087"/>
                <a:gd name="connsiteX582" fmla="*/ 2188154 w 2290556"/>
                <a:gd name="connsiteY582" fmla="*/ 179097 h 1796087"/>
                <a:gd name="connsiteX583" fmla="*/ 2188086 w 2290556"/>
                <a:gd name="connsiteY583" fmla="*/ 181015 h 1796087"/>
                <a:gd name="connsiteX584" fmla="*/ 2186336 w 2290556"/>
                <a:gd name="connsiteY584" fmla="*/ 183773 h 1796087"/>
                <a:gd name="connsiteX585" fmla="*/ 2183307 w 2290556"/>
                <a:gd name="connsiteY585" fmla="*/ 182461 h 1796087"/>
                <a:gd name="connsiteX586" fmla="*/ 2180548 w 2290556"/>
                <a:gd name="connsiteY586" fmla="*/ 180140 h 1796087"/>
                <a:gd name="connsiteX587" fmla="*/ 2177788 w 2290556"/>
                <a:gd name="connsiteY587" fmla="*/ 178122 h 1796087"/>
                <a:gd name="connsiteX588" fmla="*/ 2173581 w 2290556"/>
                <a:gd name="connsiteY588" fmla="*/ 176675 h 1796087"/>
                <a:gd name="connsiteX589" fmla="*/ 2170552 w 2290556"/>
                <a:gd name="connsiteY589" fmla="*/ 176978 h 1796087"/>
                <a:gd name="connsiteX590" fmla="*/ 2169374 w 2290556"/>
                <a:gd name="connsiteY590" fmla="*/ 181890 h 1796087"/>
                <a:gd name="connsiteX591" fmla="*/ 2169374 w 2290556"/>
                <a:gd name="connsiteY591" fmla="*/ 183471 h 1796087"/>
                <a:gd name="connsiteX592" fmla="*/ 2166345 w 2290556"/>
                <a:gd name="connsiteY592" fmla="*/ 189694 h 1796087"/>
                <a:gd name="connsiteX593" fmla="*/ 2164326 w 2290556"/>
                <a:gd name="connsiteY593" fmla="*/ 187676 h 1796087"/>
                <a:gd name="connsiteX594" fmla="*/ 2161432 w 2290556"/>
                <a:gd name="connsiteY594" fmla="*/ 190266 h 1796087"/>
                <a:gd name="connsiteX595" fmla="*/ 2159547 w 2290556"/>
                <a:gd name="connsiteY595" fmla="*/ 190703 h 1796087"/>
                <a:gd name="connsiteX596" fmla="*/ 2155475 w 2290556"/>
                <a:gd name="connsiteY596" fmla="*/ 190131 h 1796087"/>
                <a:gd name="connsiteX597" fmla="*/ 2155744 w 2290556"/>
                <a:gd name="connsiteY597" fmla="*/ 188113 h 1796087"/>
                <a:gd name="connsiteX598" fmla="*/ 2156047 w 2290556"/>
                <a:gd name="connsiteY598" fmla="*/ 186229 h 1796087"/>
                <a:gd name="connsiteX599" fmla="*/ 2149249 w 2290556"/>
                <a:gd name="connsiteY599" fmla="*/ 185489 h 1796087"/>
                <a:gd name="connsiteX600" fmla="*/ 2145614 w 2290556"/>
                <a:gd name="connsiteY600" fmla="*/ 186633 h 1796087"/>
                <a:gd name="connsiteX601" fmla="*/ 2144739 w 2290556"/>
                <a:gd name="connsiteY601" fmla="*/ 188651 h 1796087"/>
                <a:gd name="connsiteX602" fmla="*/ 2144167 w 2290556"/>
                <a:gd name="connsiteY602" fmla="*/ 191847 h 1796087"/>
                <a:gd name="connsiteX603" fmla="*/ 2142283 w 2290556"/>
                <a:gd name="connsiteY603" fmla="*/ 194471 h 1796087"/>
                <a:gd name="connsiteX604" fmla="*/ 2138076 w 2290556"/>
                <a:gd name="connsiteY604" fmla="*/ 194605 h 1796087"/>
                <a:gd name="connsiteX605" fmla="*/ 2136898 w 2290556"/>
                <a:gd name="connsiteY605" fmla="*/ 191712 h 1796087"/>
                <a:gd name="connsiteX606" fmla="*/ 2132826 w 2290556"/>
                <a:gd name="connsiteY606" fmla="*/ 191712 h 1796087"/>
                <a:gd name="connsiteX607" fmla="*/ 2130369 w 2290556"/>
                <a:gd name="connsiteY607" fmla="*/ 190838 h 1796087"/>
                <a:gd name="connsiteX608" fmla="*/ 2123705 w 2290556"/>
                <a:gd name="connsiteY608" fmla="*/ 190131 h 1796087"/>
                <a:gd name="connsiteX609" fmla="*/ 2120239 w 2290556"/>
                <a:gd name="connsiteY609" fmla="*/ 189559 h 1796087"/>
                <a:gd name="connsiteX610" fmla="*/ 2116032 w 2290556"/>
                <a:gd name="connsiteY610" fmla="*/ 187104 h 1796087"/>
                <a:gd name="connsiteX611" fmla="*/ 2111825 w 2290556"/>
                <a:gd name="connsiteY611" fmla="*/ 183773 h 1796087"/>
                <a:gd name="connsiteX612" fmla="*/ 2108493 w 2290556"/>
                <a:gd name="connsiteY612" fmla="*/ 179871 h 1796087"/>
                <a:gd name="connsiteX613" fmla="*/ 2106171 w 2290556"/>
                <a:gd name="connsiteY613" fmla="*/ 180578 h 1796087"/>
                <a:gd name="connsiteX614" fmla="*/ 2106608 w 2290556"/>
                <a:gd name="connsiteY614" fmla="*/ 185085 h 1796087"/>
                <a:gd name="connsiteX615" fmla="*/ 2107349 w 2290556"/>
                <a:gd name="connsiteY615" fmla="*/ 188281 h 1796087"/>
                <a:gd name="connsiteX616" fmla="*/ 2102873 w 2290556"/>
                <a:gd name="connsiteY616" fmla="*/ 190165 h 1796087"/>
                <a:gd name="connsiteX617" fmla="*/ 2101560 w 2290556"/>
                <a:gd name="connsiteY617" fmla="*/ 193495 h 1796087"/>
                <a:gd name="connsiteX618" fmla="*/ 2098363 w 2290556"/>
                <a:gd name="connsiteY618" fmla="*/ 197263 h 1796087"/>
                <a:gd name="connsiteX619" fmla="*/ 2092844 w 2290556"/>
                <a:gd name="connsiteY619" fmla="*/ 200728 h 1796087"/>
                <a:gd name="connsiteX620" fmla="*/ 2091531 w 2290556"/>
                <a:gd name="connsiteY620" fmla="*/ 203486 h 1796087"/>
                <a:gd name="connsiteX621" fmla="*/ 2085002 w 2290556"/>
                <a:gd name="connsiteY621" fmla="*/ 209138 h 1796087"/>
                <a:gd name="connsiteX622" fmla="*/ 2082815 w 2290556"/>
                <a:gd name="connsiteY622" fmla="*/ 205673 h 1796087"/>
                <a:gd name="connsiteX623" fmla="*/ 2078473 w 2290556"/>
                <a:gd name="connsiteY623" fmla="*/ 201771 h 1796087"/>
                <a:gd name="connsiteX624" fmla="*/ 2074670 w 2290556"/>
                <a:gd name="connsiteY624" fmla="*/ 202141 h 1796087"/>
                <a:gd name="connsiteX625" fmla="*/ 2068579 w 2290556"/>
                <a:gd name="connsiteY625" fmla="*/ 204865 h 1796087"/>
                <a:gd name="connsiteX626" fmla="*/ 2068579 w 2290556"/>
                <a:gd name="connsiteY626" fmla="*/ 199988 h 1796087"/>
                <a:gd name="connsiteX627" fmla="*/ 2063026 w 2290556"/>
                <a:gd name="connsiteY627" fmla="*/ 200425 h 1796087"/>
                <a:gd name="connsiteX628" fmla="*/ 2063026 w 2290556"/>
                <a:gd name="connsiteY628" fmla="*/ 198575 h 1796087"/>
                <a:gd name="connsiteX629" fmla="*/ 2060300 w 2290556"/>
                <a:gd name="connsiteY629" fmla="*/ 195211 h 1796087"/>
                <a:gd name="connsiteX630" fmla="*/ 2059088 w 2290556"/>
                <a:gd name="connsiteY630" fmla="*/ 195211 h 1796087"/>
                <a:gd name="connsiteX631" fmla="*/ 2053232 w 2290556"/>
                <a:gd name="connsiteY631" fmla="*/ 194000 h 1796087"/>
                <a:gd name="connsiteX632" fmla="*/ 2052795 w 2290556"/>
                <a:gd name="connsiteY632" fmla="*/ 192385 h 1796087"/>
                <a:gd name="connsiteX633" fmla="*/ 2052795 w 2290556"/>
                <a:gd name="connsiteY633" fmla="*/ 186734 h 1796087"/>
                <a:gd name="connsiteX634" fmla="*/ 2053939 w 2290556"/>
                <a:gd name="connsiteY634" fmla="*/ 181755 h 1796087"/>
                <a:gd name="connsiteX635" fmla="*/ 2053468 w 2290556"/>
                <a:gd name="connsiteY635" fmla="*/ 171865 h 1796087"/>
                <a:gd name="connsiteX636" fmla="*/ 2050439 w 2290556"/>
                <a:gd name="connsiteY636" fmla="*/ 169376 h 1796087"/>
                <a:gd name="connsiteX637" fmla="*/ 2046098 w 2290556"/>
                <a:gd name="connsiteY637" fmla="*/ 163926 h 1796087"/>
                <a:gd name="connsiteX638" fmla="*/ 2046199 w 2290556"/>
                <a:gd name="connsiteY638" fmla="*/ 161302 h 1796087"/>
                <a:gd name="connsiteX639" fmla="*/ 2043708 w 2290556"/>
                <a:gd name="connsiteY639" fmla="*/ 159351 h 1796087"/>
                <a:gd name="connsiteX640" fmla="*/ 2040242 w 2290556"/>
                <a:gd name="connsiteY640" fmla="*/ 156424 h 1796087"/>
                <a:gd name="connsiteX641" fmla="*/ 2037852 w 2290556"/>
                <a:gd name="connsiteY641" fmla="*/ 153262 h 1796087"/>
                <a:gd name="connsiteX642" fmla="*/ 2037516 w 2290556"/>
                <a:gd name="connsiteY642" fmla="*/ 148822 h 1796087"/>
                <a:gd name="connsiteX643" fmla="*/ 2037852 w 2290556"/>
                <a:gd name="connsiteY643" fmla="*/ 146534 h 1796087"/>
                <a:gd name="connsiteX644" fmla="*/ 2036439 w 2290556"/>
                <a:gd name="connsiteY644" fmla="*/ 143507 h 1796087"/>
                <a:gd name="connsiteX645" fmla="*/ 2033612 w 2290556"/>
                <a:gd name="connsiteY645" fmla="*/ 140143 h 1796087"/>
                <a:gd name="connsiteX646" fmla="*/ 2031761 w 2290556"/>
                <a:gd name="connsiteY646" fmla="*/ 137317 h 1796087"/>
                <a:gd name="connsiteX647" fmla="*/ 2031424 w 2290556"/>
                <a:gd name="connsiteY647" fmla="*/ 133852 h 1796087"/>
                <a:gd name="connsiteX648" fmla="*/ 2030886 w 2290556"/>
                <a:gd name="connsiteY648" fmla="*/ 130589 h 1796087"/>
                <a:gd name="connsiteX649" fmla="*/ 2029910 w 2290556"/>
                <a:gd name="connsiteY649" fmla="*/ 127326 h 1796087"/>
                <a:gd name="connsiteX650" fmla="*/ 2028496 w 2290556"/>
                <a:gd name="connsiteY650" fmla="*/ 124837 h 1796087"/>
                <a:gd name="connsiteX651" fmla="*/ 2025568 w 2290556"/>
                <a:gd name="connsiteY651" fmla="*/ 120598 h 1796087"/>
                <a:gd name="connsiteX652" fmla="*/ 2024492 w 2290556"/>
                <a:gd name="connsiteY652" fmla="*/ 120060 h 1796087"/>
                <a:gd name="connsiteX653" fmla="*/ 2024256 w 2290556"/>
                <a:gd name="connsiteY653" fmla="*/ 116359 h 1796087"/>
                <a:gd name="connsiteX654" fmla="*/ 2025333 w 2290556"/>
                <a:gd name="connsiteY654" fmla="*/ 113096 h 1796087"/>
                <a:gd name="connsiteX655" fmla="*/ 2028799 w 2290556"/>
                <a:gd name="connsiteY655" fmla="*/ 111246 h 1796087"/>
                <a:gd name="connsiteX656" fmla="*/ 2030549 w 2290556"/>
                <a:gd name="connsiteY656" fmla="*/ 109396 h 1796087"/>
                <a:gd name="connsiteX657" fmla="*/ 2033814 w 2290556"/>
                <a:gd name="connsiteY657" fmla="*/ 107781 h 1796087"/>
                <a:gd name="connsiteX658" fmla="*/ 2034150 w 2290556"/>
                <a:gd name="connsiteY658" fmla="*/ 106705 h 1796087"/>
                <a:gd name="connsiteX659" fmla="*/ 2033376 w 2290556"/>
                <a:gd name="connsiteY659" fmla="*/ 105494 h 1796087"/>
                <a:gd name="connsiteX660" fmla="*/ 2030886 w 2290556"/>
                <a:gd name="connsiteY660" fmla="*/ 103980 h 1796087"/>
                <a:gd name="connsiteX661" fmla="*/ 2025467 w 2290556"/>
                <a:gd name="connsiteY661" fmla="*/ 102466 h 1796087"/>
                <a:gd name="connsiteX662" fmla="*/ 2021126 w 2290556"/>
                <a:gd name="connsiteY662" fmla="*/ 102264 h 1796087"/>
                <a:gd name="connsiteX663" fmla="*/ 2018837 w 2290556"/>
                <a:gd name="connsiteY663" fmla="*/ 101928 h 1796087"/>
                <a:gd name="connsiteX664" fmla="*/ 2017087 w 2290556"/>
                <a:gd name="connsiteY664" fmla="*/ 104216 h 1796087"/>
                <a:gd name="connsiteX665" fmla="*/ 2012847 w 2290556"/>
                <a:gd name="connsiteY665" fmla="*/ 106268 h 1796087"/>
                <a:gd name="connsiteX666" fmla="*/ 2009919 w 2290556"/>
                <a:gd name="connsiteY666" fmla="*/ 105729 h 1796087"/>
                <a:gd name="connsiteX667" fmla="*/ 2007530 w 2290556"/>
                <a:gd name="connsiteY667" fmla="*/ 105830 h 1796087"/>
                <a:gd name="connsiteX668" fmla="*/ 2005578 w 2290556"/>
                <a:gd name="connsiteY668" fmla="*/ 103879 h 1796087"/>
                <a:gd name="connsiteX669" fmla="*/ 2005477 w 2290556"/>
                <a:gd name="connsiteY669" fmla="*/ 102029 h 1796087"/>
                <a:gd name="connsiteX670" fmla="*/ 2004703 w 2290556"/>
                <a:gd name="connsiteY670" fmla="*/ 99977 h 1796087"/>
                <a:gd name="connsiteX671" fmla="*/ 2003727 w 2290556"/>
                <a:gd name="connsiteY671" fmla="*/ 98665 h 1796087"/>
                <a:gd name="connsiteX672" fmla="*/ 2002515 w 2290556"/>
                <a:gd name="connsiteY672" fmla="*/ 96378 h 1796087"/>
                <a:gd name="connsiteX673" fmla="*/ 2001539 w 2290556"/>
                <a:gd name="connsiteY673" fmla="*/ 95167 h 1796087"/>
                <a:gd name="connsiteX674" fmla="*/ 1999486 w 2290556"/>
                <a:gd name="connsiteY674" fmla="*/ 92677 h 1796087"/>
                <a:gd name="connsiteX675" fmla="*/ 1998409 w 2290556"/>
                <a:gd name="connsiteY675" fmla="*/ 90491 h 1796087"/>
                <a:gd name="connsiteX676" fmla="*/ 1997298 w 2290556"/>
                <a:gd name="connsiteY676" fmla="*/ 88203 h 1796087"/>
                <a:gd name="connsiteX677" fmla="*/ 1995683 w 2290556"/>
                <a:gd name="connsiteY677" fmla="*/ 87026 h 1796087"/>
                <a:gd name="connsiteX678" fmla="*/ 1992957 w 2290556"/>
                <a:gd name="connsiteY678" fmla="*/ 86252 h 1796087"/>
                <a:gd name="connsiteX679" fmla="*/ 1990231 w 2290556"/>
                <a:gd name="connsiteY679" fmla="*/ 84301 h 1796087"/>
                <a:gd name="connsiteX680" fmla="*/ 1987842 w 2290556"/>
                <a:gd name="connsiteY680" fmla="*/ 82114 h 1796087"/>
                <a:gd name="connsiteX681" fmla="*/ 1986764 w 2290556"/>
                <a:gd name="connsiteY681" fmla="*/ 81576 h 1796087"/>
                <a:gd name="connsiteX682" fmla="*/ 1984712 w 2290556"/>
                <a:gd name="connsiteY682" fmla="*/ 81913 h 1796087"/>
                <a:gd name="connsiteX683" fmla="*/ 1983399 w 2290556"/>
                <a:gd name="connsiteY683" fmla="*/ 85176 h 1796087"/>
                <a:gd name="connsiteX684" fmla="*/ 1982423 w 2290556"/>
                <a:gd name="connsiteY684" fmla="*/ 88001 h 1796087"/>
                <a:gd name="connsiteX685" fmla="*/ 1981010 w 2290556"/>
                <a:gd name="connsiteY685" fmla="*/ 90726 h 1796087"/>
                <a:gd name="connsiteX686" fmla="*/ 1980370 w 2290556"/>
                <a:gd name="connsiteY686" fmla="*/ 92240 h 1796087"/>
                <a:gd name="connsiteX687" fmla="*/ 1979394 w 2290556"/>
                <a:gd name="connsiteY687" fmla="*/ 95839 h 1796087"/>
                <a:gd name="connsiteX688" fmla="*/ 1978317 w 2290556"/>
                <a:gd name="connsiteY688" fmla="*/ 98564 h 1796087"/>
                <a:gd name="connsiteX689" fmla="*/ 1976904 w 2290556"/>
                <a:gd name="connsiteY689" fmla="*/ 99775 h 1796087"/>
                <a:gd name="connsiteX690" fmla="*/ 1974851 w 2290556"/>
                <a:gd name="connsiteY690" fmla="*/ 100212 h 1796087"/>
                <a:gd name="connsiteX691" fmla="*/ 1972798 w 2290556"/>
                <a:gd name="connsiteY691" fmla="*/ 101188 h 1796087"/>
                <a:gd name="connsiteX692" fmla="*/ 1975188 w 2290556"/>
                <a:gd name="connsiteY692" fmla="*/ 105528 h 1796087"/>
                <a:gd name="connsiteX693" fmla="*/ 1974312 w 2290556"/>
                <a:gd name="connsiteY693" fmla="*/ 107142 h 1796087"/>
                <a:gd name="connsiteX694" fmla="*/ 1971586 w 2290556"/>
                <a:gd name="connsiteY694" fmla="*/ 109093 h 1796087"/>
                <a:gd name="connsiteX695" fmla="*/ 1970173 w 2290556"/>
                <a:gd name="connsiteY695" fmla="*/ 109732 h 1796087"/>
                <a:gd name="connsiteX696" fmla="*/ 1967009 w 2290556"/>
                <a:gd name="connsiteY696" fmla="*/ 110069 h 1796087"/>
                <a:gd name="connsiteX697" fmla="*/ 1964519 w 2290556"/>
                <a:gd name="connsiteY697" fmla="*/ 110405 h 1796087"/>
                <a:gd name="connsiteX698" fmla="*/ 1961927 w 2290556"/>
                <a:gd name="connsiteY698" fmla="*/ 109329 h 1796087"/>
                <a:gd name="connsiteX699" fmla="*/ 1960077 w 2290556"/>
                <a:gd name="connsiteY699" fmla="*/ 107479 h 1796087"/>
                <a:gd name="connsiteX700" fmla="*/ 1958225 w 2290556"/>
                <a:gd name="connsiteY700" fmla="*/ 106268 h 1796087"/>
                <a:gd name="connsiteX701" fmla="*/ 1956173 w 2290556"/>
                <a:gd name="connsiteY701" fmla="*/ 103442 h 1796087"/>
                <a:gd name="connsiteX702" fmla="*/ 1955399 w 2290556"/>
                <a:gd name="connsiteY702" fmla="*/ 101356 h 1796087"/>
                <a:gd name="connsiteX703" fmla="*/ 1955298 w 2290556"/>
                <a:gd name="connsiteY703" fmla="*/ 98631 h 1796087"/>
                <a:gd name="connsiteX704" fmla="*/ 1954860 w 2290556"/>
                <a:gd name="connsiteY704" fmla="*/ 95267 h 1796087"/>
                <a:gd name="connsiteX705" fmla="*/ 1951932 w 2290556"/>
                <a:gd name="connsiteY705" fmla="*/ 93653 h 1796087"/>
                <a:gd name="connsiteX706" fmla="*/ 1947590 w 2290556"/>
                <a:gd name="connsiteY706" fmla="*/ 93888 h 1796087"/>
                <a:gd name="connsiteX707" fmla="*/ 1944225 w 2290556"/>
                <a:gd name="connsiteY707" fmla="*/ 94763 h 1796087"/>
                <a:gd name="connsiteX708" fmla="*/ 1942475 w 2290556"/>
                <a:gd name="connsiteY708" fmla="*/ 96075 h 1796087"/>
                <a:gd name="connsiteX709" fmla="*/ 1936720 w 2290556"/>
                <a:gd name="connsiteY709" fmla="*/ 96613 h 1796087"/>
                <a:gd name="connsiteX710" fmla="*/ 1932379 w 2290556"/>
                <a:gd name="connsiteY710" fmla="*/ 93350 h 1796087"/>
                <a:gd name="connsiteX711" fmla="*/ 1930528 w 2290556"/>
                <a:gd name="connsiteY711" fmla="*/ 92576 h 1796087"/>
                <a:gd name="connsiteX712" fmla="*/ 1929014 w 2290556"/>
                <a:gd name="connsiteY712" fmla="*/ 90188 h 1796087"/>
                <a:gd name="connsiteX713" fmla="*/ 1926086 w 2290556"/>
                <a:gd name="connsiteY713" fmla="*/ 87362 h 1796087"/>
                <a:gd name="connsiteX714" fmla="*/ 1922956 w 2290556"/>
                <a:gd name="connsiteY714" fmla="*/ 87564 h 1796087"/>
                <a:gd name="connsiteX715" fmla="*/ 1920667 w 2290556"/>
                <a:gd name="connsiteY715" fmla="*/ 88001 h 1796087"/>
                <a:gd name="connsiteX716" fmla="*/ 1915248 w 2290556"/>
                <a:gd name="connsiteY716" fmla="*/ 90053 h 1796087"/>
                <a:gd name="connsiteX717" fmla="*/ 1914037 w 2290556"/>
                <a:gd name="connsiteY717" fmla="*/ 89280 h 1796087"/>
                <a:gd name="connsiteX718" fmla="*/ 1915248 w 2290556"/>
                <a:gd name="connsiteY718" fmla="*/ 83527 h 1796087"/>
                <a:gd name="connsiteX719" fmla="*/ 1915248 w 2290556"/>
                <a:gd name="connsiteY719" fmla="*/ 82114 h 1796087"/>
                <a:gd name="connsiteX720" fmla="*/ 1918614 w 2290556"/>
                <a:gd name="connsiteY720" fmla="*/ 80601 h 1796087"/>
                <a:gd name="connsiteX721" fmla="*/ 1921004 w 2290556"/>
                <a:gd name="connsiteY721" fmla="*/ 79087 h 1796087"/>
                <a:gd name="connsiteX722" fmla="*/ 1924605 w 2290556"/>
                <a:gd name="connsiteY722" fmla="*/ 74848 h 1796087"/>
                <a:gd name="connsiteX723" fmla="*/ 1925244 w 2290556"/>
                <a:gd name="connsiteY723" fmla="*/ 73772 h 1796087"/>
                <a:gd name="connsiteX724" fmla="*/ 1924605 w 2290556"/>
                <a:gd name="connsiteY724" fmla="*/ 72022 h 1796087"/>
                <a:gd name="connsiteX725" fmla="*/ 1922417 w 2290556"/>
                <a:gd name="connsiteY725" fmla="*/ 70946 h 1796087"/>
                <a:gd name="connsiteX726" fmla="*/ 1923932 w 2290556"/>
                <a:gd name="connsiteY726" fmla="*/ 68356 h 1796087"/>
                <a:gd name="connsiteX727" fmla="*/ 1928374 w 2290556"/>
                <a:gd name="connsiteY727" fmla="*/ 66741 h 1796087"/>
                <a:gd name="connsiteX728" fmla="*/ 1932379 w 2290556"/>
                <a:gd name="connsiteY728" fmla="*/ 63713 h 1796087"/>
                <a:gd name="connsiteX729" fmla="*/ 1933893 w 2290556"/>
                <a:gd name="connsiteY729" fmla="*/ 61661 h 1796087"/>
                <a:gd name="connsiteX730" fmla="*/ 1934970 w 2290556"/>
                <a:gd name="connsiteY730" fmla="*/ 59071 h 1796087"/>
                <a:gd name="connsiteX731" fmla="*/ 1938235 w 2290556"/>
                <a:gd name="connsiteY731" fmla="*/ 56447 h 1796087"/>
                <a:gd name="connsiteX732" fmla="*/ 1939648 w 2290556"/>
                <a:gd name="connsiteY732" fmla="*/ 53823 h 1796087"/>
                <a:gd name="connsiteX733" fmla="*/ 1940826 w 2290556"/>
                <a:gd name="connsiteY733" fmla="*/ 51536 h 1796087"/>
                <a:gd name="connsiteX734" fmla="*/ 1942004 w 2290556"/>
                <a:gd name="connsiteY734" fmla="*/ 48508 h 1796087"/>
                <a:gd name="connsiteX735" fmla="*/ 1942341 w 2290556"/>
                <a:gd name="connsiteY735" fmla="*/ 45245 h 1796087"/>
                <a:gd name="connsiteX736" fmla="*/ 1941466 w 2290556"/>
                <a:gd name="connsiteY736" fmla="*/ 43765 h 1796087"/>
                <a:gd name="connsiteX737" fmla="*/ 1940725 w 2290556"/>
                <a:gd name="connsiteY737" fmla="*/ 38887 h 1796087"/>
                <a:gd name="connsiteX738" fmla="*/ 1942576 w 2290556"/>
                <a:gd name="connsiteY738" fmla="*/ 37273 h 1796087"/>
                <a:gd name="connsiteX739" fmla="*/ 1944326 w 2290556"/>
                <a:gd name="connsiteY739" fmla="*/ 36398 h 1796087"/>
                <a:gd name="connsiteX740" fmla="*/ 1948331 w 2290556"/>
                <a:gd name="connsiteY740" fmla="*/ 34649 h 1796087"/>
                <a:gd name="connsiteX741" fmla="*/ 1951596 w 2290556"/>
                <a:gd name="connsiteY741" fmla="*/ 32260 h 1796087"/>
                <a:gd name="connsiteX742" fmla="*/ 1951898 w 2290556"/>
                <a:gd name="connsiteY742" fmla="*/ 30074 h 1796087"/>
                <a:gd name="connsiteX743" fmla="*/ 1950048 w 2290556"/>
                <a:gd name="connsiteY743" fmla="*/ 27585 h 1796087"/>
                <a:gd name="connsiteX744" fmla="*/ 1949173 w 2290556"/>
                <a:gd name="connsiteY744" fmla="*/ 25633 h 1796087"/>
                <a:gd name="connsiteX745" fmla="*/ 1945370 w 2290556"/>
                <a:gd name="connsiteY745" fmla="*/ 21832 h 1796087"/>
                <a:gd name="connsiteX746" fmla="*/ 1940793 w 2290556"/>
                <a:gd name="connsiteY746" fmla="*/ 18031 h 1796087"/>
                <a:gd name="connsiteX747" fmla="*/ 1937090 w 2290556"/>
                <a:gd name="connsiteY747" fmla="*/ 13052 h 1796087"/>
                <a:gd name="connsiteX748" fmla="*/ 1931335 w 2290556"/>
                <a:gd name="connsiteY748" fmla="*/ 8376 h 1796087"/>
                <a:gd name="connsiteX749" fmla="*/ 1927634 w 2290556"/>
                <a:gd name="connsiteY749" fmla="*/ 4373 h 1796087"/>
                <a:gd name="connsiteX750" fmla="*/ 1927634 w 2290556"/>
                <a:gd name="connsiteY750" fmla="*/ 34 h 1796087"/>
                <a:gd name="connsiteX751" fmla="*/ 1926759 w 2290556"/>
                <a:gd name="connsiteY751" fmla="*/ 0 h 1796087"/>
                <a:gd name="connsiteX752" fmla="*/ 1925008 w 2290556"/>
                <a:gd name="connsiteY752" fmla="*/ 0 h 1796087"/>
                <a:gd name="connsiteX753" fmla="*/ 1921979 w 2290556"/>
                <a:gd name="connsiteY753" fmla="*/ 0 h 1796087"/>
                <a:gd name="connsiteX754" fmla="*/ 1918210 w 2290556"/>
                <a:gd name="connsiteY754" fmla="*/ 706 h 1796087"/>
                <a:gd name="connsiteX755" fmla="*/ 1912859 w 2290556"/>
                <a:gd name="connsiteY755" fmla="*/ 1716 h 1796087"/>
                <a:gd name="connsiteX756" fmla="*/ 1910537 w 2290556"/>
                <a:gd name="connsiteY756" fmla="*/ 1716 h 1796087"/>
                <a:gd name="connsiteX757" fmla="*/ 1907643 w 2290556"/>
                <a:gd name="connsiteY757" fmla="*/ 1716 h 1796087"/>
                <a:gd name="connsiteX758" fmla="*/ 1905758 w 2290556"/>
                <a:gd name="connsiteY758" fmla="*/ 1716 h 1796087"/>
                <a:gd name="connsiteX759" fmla="*/ 1903133 w 2290556"/>
                <a:gd name="connsiteY759" fmla="*/ 3364 h 1796087"/>
                <a:gd name="connsiteX760" fmla="*/ 1898791 w 2290556"/>
                <a:gd name="connsiteY760" fmla="*/ 6930 h 1796087"/>
                <a:gd name="connsiteX761" fmla="*/ 1897479 w 2290556"/>
                <a:gd name="connsiteY761" fmla="*/ 9385 h 1796087"/>
                <a:gd name="connsiteX762" fmla="*/ 1893710 w 2290556"/>
                <a:gd name="connsiteY762" fmla="*/ 10395 h 1796087"/>
                <a:gd name="connsiteX763" fmla="*/ 1874594 w 2290556"/>
                <a:gd name="connsiteY763" fmla="*/ 10395 h 1796087"/>
                <a:gd name="connsiteX764" fmla="*/ 1872002 w 2290556"/>
                <a:gd name="connsiteY764" fmla="*/ 10395 h 1796087"/>
                <a:gd name="connsiteX765" fmla="*/ 1870252 w 2290556"/>
                <a:gd name="connsiteY765" fmla="*/ 11471 h 1796087"/>
                <a:gd name="connsiteX766" fmla="*/ 1868502 w 2290556"/>
                <a:gd name="connsiteY766" fmla="*/ 12850 h 1796087"/>
                <a:gd name="connsiteX767" fmla="*/ 1864733 w 2290556"/>
                <a:gd name="connsiteY767" fmla="*/ 14734 h 1796087"/>
                <a:gd name="connsiteX768" fmla="*/ 1862276 w 2290556"/>
                <a:gd name="connsiteY768" fmla="*/ 16315 h 1796087"/>
                <a:gd name="connsiteX769" fmla="*/ 1861570 w 2290556"/>
                <a:gd name="connsiteY769" fmla="*/ 17190 h 1796087"/>
                <a:gd name="connsiteX770" fmla="*/ 1860425 w 2290556"/>
                <a:gd name="connsiteY770" fmla="*/ 20083 h 1796087"/>
                <a:gd name="connsiteX771" fmla="*/ 1860291 w 2290556"/>
                <a:gd name="connsiteY771" fmla="*/ 22101 h 1796087"/>
                <a:gd name="connsiteX772" fmla="*/ 1859853 w 2290556"/>
                <a:gd name="connsiteY772" fmla="*/ 23985 h 1796087"/>
                <a:gd name="connsiteX773" fmla="*/ 1859281 w 2290556"/>
                <a:gd name="connsiteY773" fmla="*/ 25734 h 1796087"/>
                <a:gd name="connsiteX774" fmla="*/ 1858541 w 2290556"/>
                <a:gd name="connsiteY774" fmla="*/ 27484 h 1796087"/>
                <a:gd name="connsiteX775" fmla="*/ 1857396 w 2290556"/>
                <a:gd name="connsiteY775" fmla="*/ 29065 h 1796087"/>
                <a:gd name="connsiteX776" fmla="*/ 1855646 w 2290556"/>
                <a:gd name="connsiteY776" fmla="*/ 31958 h 1796087"/>
                <a:gd name="connsiteX777" fmla="*/ 1854199 w 2290556"/>
                <a:gd name="connsiteY777" fmla="*/ 34582 h 1796087"/>
                <a:gd name="connsiteX778" fmla="*/ 1852315 w 2290556"/>
                <a:gd name="connsiteY778" fmla="*/ 36903 h 1796087"/>
                <a:gd name="connsiteX779" fmla="*/ 1851002 w 2290556"/>
                <a:gd name="connsiteY779" fmla="*/ 38786 h 1796087"/>
                <a:gd name="connsiteX780" fmla="*/ 1849420 w 2290556"/>
                <a:gd name="connsiteY780" fmla="*/ 39796 h 1796087"/>
                <a:gd name="connsiteX781" fmla="*/ 1847839 w 2290556"/>
                <a:gd name="connsiteY781" fmla="*/ 41545 h 1796087"/>
                <a:gd name="connsiteX782" fmla="*/ 1845954 w 2290556"/>
                <a:gd name="connsiteY782" fmla="*/ 43732 h 1796087"/>
                <a:gd name="connsiteX783" fmla="*/ 1843497 w 2290556"/>
                <a:gd name="connsiteY783" fmla="*/ 44741 h 1796087"/>
                <a:gd name="connsiteX784" fmla="*/ 1841747 w 2290556"/>
                <a:gd name="connsiteY784" fmla="*/ 45481 h 1796087"/>
                <a:gd name="connsiteX785" fmla="*/ 1838853 w 2290556"/>
                <a:gd name="connsiteY785" fmla="*/ 48105 h 1796087"/>
                <a:gd name="connsiteX786" fmla="*/ 1837540 w 2290556"/>
                <a:gd name="connsiteY786" fmla="*/ 49114 h 1796087"/>
                <a:gd name="connsiteX787" fmla="*/ 1835790 w 2290556"/>
                <a:gd name="connsiteY787" fmla="*/ 50426 h 1796087"/>
                <a:gd name="connsiteX788" fmla="*/ 1835487 w 2290556"/>
                <a:gd name="connsiteY788" fmla="*/ 51300 h 1796087"/>
                <a:gd name="connsiteX789" fmla="*/ 1835487 w 2290556"/>
                <a:gd name="connsiteY789" fmla="*/ 53184 h 1796087"/>
                <a:gd name="connsiteX790" fmla="*/ 1835622 w 2290556"/>
                <a:gd name="connsiteY790" fmla="*/ 55943 h 1796087"/>
                <a:gd name="connsiteX791" fmla="*/ 1833737 w 2290556"/>
                <a:gd name="connsiteY791" fmla="*/ 58701 h 1796087"/>
                <a:gd name="connsiteX792" fmla="*/ 1833434 w 2290556"/>
                <a:gd name="connsiteY792" fmla="*/ 61460 h 1796087"/>
                <a:gd name="connsiteX793" fmla="*/ 1831684 w 2290556"/>
                <a:gd name="connsiteY793" fmla="*/ 63915 h 1796087"/>
                <a:gd name="connsiteX794" fmla="*/ 1829799 w 2290556"/>
                <a:gd name="connsiteY794" fmla="*/ 65227 h 1796087"/>
                <a:gd name="connsiteX795" fmla="*/ 1827612 w 2290556"/>
                <a:gd name="connsiteY795" fmla="*/ 67246 h 1796087"/>
                <a:gd name="connsiteX796" fmla="*/ 1822396 w 2290556"/>
                <a:gd name="connsiteY796" fmla="*/ 67818 h 1796087"/>
                <a:gd name="connsiteX797" fmla="*/ 1819804 w 2290556"/>
                <a:gd name="connsiteY797" fmla="*/ 67818 h 1796087"/>
                <a:gd name="connsiteX798" fmla="*/ 1817920 w 2290556"/>
                <a:gd name="connsiteY798" fmla="*/ 69129 h 1796087"/>
                <a:gd name="connsiteX799" fmla="*/ 1815463 w 2290556"/>
                <a:gd name="connsiteY799" fmla="*/ 71316 h 1796087"/>
                <a:gd name="connsiteX800" fmla="*/ 1815025 w 2290556"/>
                <a:gd name="connsiteY800" fmla="*/ 71316 h 1796087"/>
                <a:gd name="connsiteX801" fmla="*/ 1814016 w 2290556"/>
                <a:gd name="connsiteY801" fmla="*/ 72527 h 1796087"/>
                <a:gd name="connsiteX802" fmla="*/ 1814588 w 2290556"/>
                <a:gd name="connsiteY802" fmla="*/ 75656 h 1796087"/>
                <a:gd name="connsiteX803" fmla="*/ 1814588 w 2290556"/>
                <a:gd name="connsiteY803" fmla="*/ 77102 h 1796087"/>
                <a:gd name="connsiteX804" fmla="*/ 1814285 w 2290556"/>
                <a:gd name="connsiteY804" fmla="*/ 78111 h 1796087"/>
                <a:gd name="connsiteX805" fmla="*/ 1813275 w 2290556"/>
                <a:gd name="connsiteY805" fmla="*/ 81576 h 1796087"/>
                <a:gd name="connsiteX806" fmla="*/ 1812838 w 2290556"/>
                <a:gd name="connsiteY806" fmla="*/ 86050 h 1796087"/>
                <a:gd name="connsiteX807" fmla="*/ 1812838 w 2290556"/>
                <a:gd name="connsiteY807" fmla="*/ 88371 h 1796087"/>
                <a:gd name="connsiteX808" fmla="*/ 1813343 w 2290556"/>
                <a:gd name="connsiteY808" fmla="*/ 90827 h 1796087"/>
                <a:gd name="connsiteX809" fmla="*/ 1813982 w 2290556"/>
                <a:gd name="connsiteY809" fmla="*/ 92845 h 1796087"/>
                <a:gd name="connsiteX810" fmla="*/ 1814857 w 2290556"/>
                <a:gd name="connsiteY810" fmla="*/ 94426 h 1796087"/>
                <a:gd name="connsiteX811" fmla="*/ 1815732 w 2290556"/>
                <a:gd name="connsiteY811" fmla="*/ 95301 h 1796087"/>
                <a:gd name="connsiteX812" fmla="*/ 1817482 w 2290556"/>
                <a:gd name="connsiteY812" fmla="*/ 95604 h 1796087"/>
                <a:gd name="connsiteX813" fmla="*/ 1821117 w 2290556"/>
                <a:gd name="connsiteY813" fmla="*/ 96344 h 1796087"/>
                <a:gd name="connsiteX814" fmla="*/ 1823708 w 2290556"/>
                <a:gd name="connsiteY814" fmla="*/ 96209 h 1796087"/>
                <a:gd name="connsiteX815" fmla="*/ 1825896 w 2290556"/>
                <a:gd name="connsiteY815" fmla="*/ 95469 h 1796087"/>
                <a:gd name="connsiteX816" fmla="*/ 1827477 w 2290556"/>
                <a:gd name="connsiteY816" fmla="*/ 94595 h 1796087"/>
                <a:gd name="connsiteX817" fmla="*/ 1829665 w 2290556"/>
                <a:gd name="connsiteY817" fmla="*/ 93148 h 1796087"/>
                <a:gd name="connsiteX818" fmla="*/ 1831247 w 2290556"/>
                <a:gd name="connsiteY818" fmla="*/ 90692 h 1796087"/>
                <a:gd name="connsiteX819" fmla="*/ 1833132 w 2290556"/>
                <a:gd name="connsiteY819" fmla="*/ 88237 h 1796087"/>
                <a:gd name="connsiteX820" fmla="*/ 1836766 w 2290556"/>
                <a:gd name="connsiteY820" fmla="*/ 86555 h 1796087"/>
                <a:gd name="connsiteX821" fmla="*/ 1839526 w 2290556"/>
                <a:gd name="connsiteY821" fmla="*/ 86723 h 1796087"/>
                <a:gd name="connsiteX822" fmla="*/ 1843295 w 2290556"/>
                <a:gd name="connsiteY822" fmla="*/ 86790 h 1796087"/>
                <a:gd name="connsiteX823" fmla="*/ 1846627 w 2290556"/>
                <a:gd name="connsiteY823" fmla="*/ 86790 h 1796087"/>
                <a:gd name="connsiteX824" fmla="*/ 1849656 w 2290556"/>
                <a:gd name="connsiteY824" fmla="*/ 87665 h 1796087"/>
                <a:gd name="connsiteX825" fmla="*/ 1852685 w 2290556"/>
                <a:gd name="connsiteY825" fmla="*/ 89111 h 1796087"/>
                <a:gd name="connsiteX826" fmla="*/ 1855007 w 2290556"/>
                <a:gd name="connsiteY826" fmla="*/ 90255 h 1796087"/>
                <a:gd name="connsiteX827" fmla="*/ 1858069 w 2290556"/>
                <a:gd name="connsiteY827" fmla="*/ 92274 h 1796087"/>
                <a:gd name="connsiteX828" fmla="*/ 1858776 w 2290556"/>
                <a:gd name="connsiteY828" fmla="*/ 93148 h 1796087"/>
                <a:gd name="connsiteX829" fmla="*/ 1859786 w 2290556"/>
                <a:gd name="connsiteY829" fmla="*/ 94595 h 1796087"/>
                <a:gd name="connsiteX830" fmla="*/ 1861098 w 2290556"/>
                <a:gd name="connsiteY830" fmla="*/ 96344 h 1796087"/>
                <a:gd name="connsiteX831" fmla="*/ 1863252 w 2290556"/>
                <a:gd name="connsiteY831" fmla="*/ 99977 h 1796087"/>
                <a:gd name="connsiteX832" fmla="*/ 1863252 w 2290556"/>
                <a:gd name="connsiteY832" fmla="*/ 102433 h 1796087"/>
                <a:gd name="connsiteX833" fmla="*/ 1861872 w 2290556"/>
                <a:gd name="connsiteY833" fmla="*/ 104754 h 1796087"/>
                <a:gd name="connsiteX834" fmla="*/ 1860358 w 2290556"/>
                <a:gd name="connsiteY834" fmla="*/ 106940 h 1796087"/>
                <a:gd name="connsiteX835" fmla="*/ 1859921 w 2290556"/>
                <a:gd name="connsiteY835" fmla="*/ 109564 h 1796087"/>
                <a:gd name="connsiteX836" fmla="*/ 1859786 w 2290556"/>
                <a:gd name="connsiteY836" fmla="*/ 112188 h 1796087"/>
                <a:gd name="connsiteX837" fmla="*/ 1859786 w 2290556"/>
                <a:gd name="connsiteY837" fmla="*/ 115081 h 1796087"/>
                <a:gd name="connsiteX838" fmla="*/ 1862175 w 2290556"/>
                <a:gd name="connsiteY838" fmla="*/ 117402 h 1796087"/>
                <a:gd name="connsiteX839" fmla="*/ 1865574 w 2290556"/>
                <a:gd name="connsiteY839" fmla="*/ 119152 h 1796087"/>
                <a:gd name="connsiteX840" fmla="*/ 1867324 w 2290556"/>
                <a:gd name="connsiteY840" fmla="*/ 120901 h 1796087"/>
                <a:gd name="connsiteX841" fmla="*/ 1870084 w 2290556"/>
                <a:gd name="connsiteY841" fmla="*/ 122045 h 1796087"/>
                <a:gd name="connsiteX842" fmla="*/ 1872104 w 2290556"/>
                <a:gd name="connsiteY842" fmla="*/ 123491 h 1796087"/>
                <a:gd name="connsiteX843" fmla="*/ 1874291 w 2290556"/>
                <a:gd name="connsiteY843" fmla="*/ 124938 h 1796087"/>
                <a:gd name="connsiteX844" fmla="*/ 1875435 w 2290556"/>
                <a:gd name="connsiteY844" fmla="*/ 129580 h 1796087"/>
                <a:gd name="connsiteX845" fmla="*/ 1875435 w 2290556"/>
                <a:gd name="connsiteY845" fmla="*/ 135231 h 1796087"/>
                <a:gd name="connsiteX846" fmla="*/ 1874224 w 2290556"/>
                <a:gd name="connsiteY846" fmla="*/ 141017 h 1796087"/>
                <a:gd name="connsiteX847" fmla="*/ 1872709 w 2290556"/>
                <a:gd name="connsiteY847" fmla="*/ 146803 h 1796087"/>
                <a:gd name="connsiteX848" fmla="*/ 1869377 w 2290556"/>
                <a:gd name="connsiteY848" fmla="*/ 152589 h 1796087"/>
                <a:gd name="connsiteX849" fmla="*/ 1862714 w 2290556"/>
                <a:gd name="connsiteY849" fmla="*/ 159553 h 1796087"/>
                <a:gd name="connsiteX850" fmla="*/ 1854738 w 2290556"/>
                <a:gd name="connsiteY850" fmla="*/ 165507 h 1796087"/>
                <a:gd name="connsiteX851" fmla="*/ 1848781 w 2290556"/>
                <a:gd name="connsiteY851" fmla="*/ 170418 h 1796087"/>
                <a:gd name="connsiteX852" fmla="*/ 1840233 w 2290556"/>
                <a:gd name="connsiteY852" fmla="*/ 177382 h 1796087"/>
                <a:gd name="connsiteX853" fmla="*/ 1833838 w 2290556"/>
                <a:gd name="connsiteY853" fmla="*/ 183033 h 1796087"/>
                <a:gd name="connsiteX854" fmla="*/ 1829766 w 2290556"/>
                <a:gd name="connsiteY854" fmla="*/ 191578 h 1796087"/>
                <a:gd name="connsiteX855" fmla="*/ 1825425 w 2290556"/>
                <a:gd name="connsiteY855" fmla="*/ 198978 h 1796087"/>
                <a:gd name="connsiteX856" fmla="*/ 1823977 w 2290556"/>
                <a:gd name="connsiteY856" fmla="*/ 206951 h 1796087"/>
                <a:gd name="connsiteX857" fmla="*/ 1823102 w 2290556"/>
                <a:gd name="connsiteY857" fmla="*/ 218254 h 1796087"/>
                <a:gd name="connsiteX858" fmla="*/ 1821521 w 2290556"/>
                <a:gd name="connsiteY858" fmla="*/ 226058 h 1796087"/>
                <a:gd name="connsiteX859" fmla="*/ 1817448 w 2290556"/>
                <a:gd name="connsiteY859" fmla="*/ 233459 h 1796087"/>
                <a:gd name="connsiteX860" fmla="*/ 1812098 w 2290556"/>
                <a:gd name="connsiteY860" fmla="*/ 242575 h 1796087"/>
                <a:gd name="connsiteX861" fmla="*/ 1810953 w 2290556"/>
                <a:gd name="connsiteY861" fmla="*/ 248799 h 1796087"/>
                <a:gd name="connsiteX862" fmla="*/ 1804727 w 2290556"/>
                <a:gd name="connsiteY862" fmla="*/ 261851 h 1796087"/>
                <a:gd name="connsiteX863" fmla="*/ 1798400 w 2290556"/>
                <a:gd name="connsiteY863" fmla="*/ 274096 h 1796087"/>
                <a:gd name="connsiteX864" fmla="*/ 1795640 w 2290556"/>
                <a:gd name="connsiteY864" fmla="*/ 279680 h 1796087"/>
                <a:gd name="connsiteX865" fmla="*/ 1793688 w 2290556"/>
                <a:gd name="connsiteY865" fmla="*/ 282708 h 1796087"/>
                <a:gd name="connsiteX866" fmla="*/ 1790929 w 2290556"/>
                <a:gd name="connsiteY866" fmla="*/ 287282 h 1796087"/>
                <a:gd name="connsiteX867" fmla="*/ 1789919 w 2290556"/>
                <a:gd name="connsiteY867" fmla="*/ 292295 h 1796087"/>
                <a:gd name="connsiteX868" fmla="*/ 1789414 w 2290556"/>
                <a:gd name="connsiteY868" fmla="*/ 298081 h 1796087"/>
                <a:gd name="connsiteX869" fmla="*/ 1785342 w 2290556"/>
                <a:gd name="connsiteY869" fmla="*/ 306423 h 1796087"/>
                <a:gd name="connsiteX870" fmla="*/ 1783020 w 2290556"/>
                <a:gd name="connsiteY870" fmla="*/ 310763 h 1796087"/>
                <a:gd name="connsiteX871" fmla="*/ 1782650 w 2290556"/>
                <a:gd name="connsiteY871" fmla="*/ 311638 h 1796087"/>
                <a:gd name="connsiteX872" fmla="*/ 1781573 w 2290556"/>
                <a:gd name="connsiteY872" fmla="*/ 313589 h 1796087"/>
                <a:gd name="connsiteX873" fmla="*/ 1780765 w 2290556"/>
                <a:gd name="connsiteY873" fmla="*/ 315540 h 1796087"/>
                <a:gd name="connsiteX874" fmla="*/ 1780496 w 2290556"/>
                <a:gd name="connsiteY874" fmla="*/ 317625 h 1796087"/>
                <a:gd name="connsiteX875" fmla="*/ 1779755 w 2290556"/>
                <a:gd name="connsiteY875" fmla="*/ 319072 h 1796087"/>
                <a:gd name="connsiteX876" fmla="*/ 1779755 w 2290556"/>
                <a:gd name="connsiteY876" fmla="*/ 321326 h 1796087"/>
                <a:gd name="connsiteX877" fmla="*/ 1779755 w 2290556"/>
                <a:gd name="connsiteY877" fmla="*/ 323210 h 1796087"/>
                <a:gd name="connsiteX878" fmla="*/ 1779755 w 2290556"/>
                <a:gd name="connsiteY878" fmla="*/ 324959 h 1796087"/>
                <a:gd name="connsiteX879" fmla="*/ 1778880 w 2290556"/>
                <a:gd name="connsiteY879" fmla="*/ 327650 h 1796087"/>
                <a:gd name="connsiteX880" fmla="*/ 1777433 w 2290556"/>
                <a:gd name="connsiteY880" fmla="*/ 329164 h 1796087"/>
                <a:gd name="connsiteX881" fmla="*/ 1775851 w 2290556"/>
                <a:gd name="connsiteY881" fmla="*/ 330173 h 1796087"/>
                <a:gd name="connsiteX882" fmla="*/ 1774472 w 2290556"/>
                <a:gd name="connsiteY882" fmla="*/ 330980 h 1796087"/>
                <a:gd name="connsiteX883" fmla="*/ 1771947 w 2290556"/>
                <a:gd name="connsiteY883" fmla="*/ 332292 h 1796087"/>
                <a:gd name="connsiteX884" fmla="*/ 1770567 w 2290556"/>
                <a:gd name="connsiteY884" fmla="*/ 333234 h 1796087"/>
                <a:gd name="connsiteX885" fmla="*/ 1769895 w 2290556"/>
                <a:gd name="connsiteY885" fmla="*/ 335051 h 1796087"/>
                <a:gd name="connsiteX886" fmla="*/ 1768952 w 2290556"/>
                <a:gd name="connsiteY886" fmla="*/ 337439 h 1796087"/>
                <a:gd name="connsiteX887" fmla="*/ 1768380 w 2290556"/>
                <a:gd name="connsiteY887" fmla="*/ 339323 h 1796087"/>
                <a:gd name="connsiteX888" fmla="*/ 1769524 w 2290556"/>
                <a:gd name="connsiteY888" fmla="*/ 340332 h 1796087"/>
                <a:gd name="connsiteX889" fmla="*/ 1771914 w 2290556"/>
                <a:gd name="connsiteY889" fmla="*/ 342149 h 1796087"/>
                <a:gd name="connsiteX890" fmla="*/ 1773495 w 2290556"/>
                <a:gd name="connsiteY890" fmla="*/ 342283 h 1796087"/>
                <a:gd name="connsiteX891" fmla="*/ 1775818 w 2290556"/>
                <a:gd name="connsiteY891" fmla="*/ 342283 h 1796087"/>
                <a:gd name="connsiteX892" fmla="*/ 1777770 w 2290556"/>
                <a:gd name="connsiteY892" fmla="*/ 342081 h 1796087"/>
                <a:gd name="connsiteX893" fmla="*/ 1779082 w 2290556"/>
                <a:gd name="connsiteY893" fmla="*/ 341644 h 1796087"/>
                <a:gd name="connsiteX894" fmla="*/ 1780462 w 2290556"/>
                <a:gd name="connsiteY894" fmla="*/ 341140 h 1796087"/>
                <a:gd name="connsiteX895" fmla="*/ 1782347 w 2290556"/>
                <a:gd name="connsiteY895" fmla="*/ 341140 h 1796087"/>
                <a:gd name="connsiteX896" fmla="*/ 1783524 w 2290556"/>
                <a:gd name="connsiteY896" fmla="*/ 341140 h 1796087"/>
                <a:gd name="connsiteX897" fmla="*/ 1785712 w 2290556"/>
                <a:gd name="connsiteY897" fmla="*/ 342653 h 1796087"/>
                <a:gd name="connsiteX898" fmla="*/ 1786587 w 2290556"/>
                <a:gd name="connsiteY898" fmla="*/ 344604 h 1796087"/>
                <a:gd name="connsiteX899" fmla="*/ 1787092 w 2290556"/>
                <a:gd name="connsiteY899" fmla="*/ 349684 h 1796087"/>
                <a:gd name="connsiteX900" fmla="*/ 1786957 w 2290556"/>
                <a:gd name="connsiteY900" fmla="*/ 353452 h 1796087"/>
                <a:gd name="connsiteX901" fmla="*/ 1786823 w 2290556"/>
                <a:gd name="connsiteY901" fmla="*/ 356917 h 1796087"/>
                <a:gd name="connsiteX902" fmla="*/ 1786385 w 2290556"/>
                <a:gd name="connsiteY902" fmla="*/ 359608 h 1796087"/>
                <a:gd name="connsiteX903" fmla="*/ 1785510 w 2290556"/>
                <a:gd name="connsiteY903" fmla="*/ 362501 h 1796087"/>
                <a:gd name="connsiteX904" fmla="*/ 1783693 w 2290556"/>
                <a:gd name="connsiteY904" fmla="*/ 365764 h 1796087"/>
                <a:gd name="connsiteX905" fmla="*/ 1782077 w 2290556"/>
                <a:gd name="connsiteY905" fmla="*/ 367950 h 1796087"/>
                <a:gd name="connsiteX906" fmla="*/ 1779822 w 2290556"/>
                <a:gd name="connsiteY906" fmla="*/ 370406 h 1796087"/>
                <a:gd name="connsiteX907" fmla="*/ 1777298 w 2290556"/>
                <a:gd name="connsiteY907" fmla="*/ 372794 h 1796087"/>
                <a:gd name="connsiteX908" fmla="*/ 1773664 w 2290556"/>
                <a:gd name="connsiteY908" fmla="*/ 374981 h 1796087"/>
                <a:gd name="connsiteX909" fmla="*/ 1768447 w 2290556"/>
                <a:gd name="connsiteY909" fmla="*/ 379119 h 1796087"/>
                <a:gd name="connsiteX910" fmla="*/ 1762558 w 2290556"/>
                <a:gd name="connsiteY910" fmla="*/ 379119 h 1796087"/>
                <a:gd name="connsiteX911" fmla="*/ 1756264 w 2290556"/>
                <a:gd name="connsiteY911" fmla="*/ 380868 h 1796087"/>
                <a:gd name="connsiteX912" fmla="*/ 1752798 w 2290556"/>
                <a:gd name="connsiteY912" fmla="*/ 380868 h 1796087"/>
                <a:gd name="connsiteX913" fmla="*/ 1750207 w 2290556"/>
                <a:gd name="connsiteY913" fmla="*/ 382516 h 1796087"/>
                <a:gd name="connsiteX914" fmla="*/ 1745865 w 2290556"/>
                <a:gd name="connsiteY914" fmla="*/ 385880 h 1796087"/>
                <a:gd name="connsiteX915" fmla="*/ 1729778 w 2290556"/>
                <a:gd name="connsiteY915" fmla="*/ 396510 h 1796087"/>
                <a:gd name="connsiteX916" fmla="*/ 1709014 w 2290556"/>
                <a:gd name="connsiteY916" fmla="*/ 411076 h 1796087"/>
                <a:gd name="connsiteX917" fmla="*/ 1706388 w 2290556"/>
                <a:gd name="connsiteY917" fmla="*/ 414339 h 1796087"/>
                <a:gd name="connsiteX918" fmla="*/ 1703999 w 2290556"/>
                <a:gd name="connsiteY918" fmla="*/ 416526 h 1796087"/>
                <a:gd name="connsiteX919" fmla="*/ 1700398 w 2290556"/>
                <a:gd name="connsiteY919" fmla="*/ 420092 h 1796087"/>
                <a:gd name="connsiteX920" fmla="*/ 1695484 w 2290556"/>
                <a:gd name="connsiteY920" fmla="*/ 423119 h 1796087"/>
                <a:gd name="connsiteX921" fmla="*/ 1692321 w 2290556"/>
                <a:gd name="connsiteY921" fmla="*/ 425945 h 1796087"/>
                <a:gd name="connsiteX922" fmla="*/ 1689258 w 2290556"/>
                <a:gd name="connsiteY922" fmla="*/ 425844 h 1796087"/>
                <a:gd name="connsiteX923" fmla="*/ 1684580 w 2290556"/>
                <a:gd name="connsiteY923" fmla="*/ 428132 h 1796087"/>
                <a:gd name="connsiteX924" fmla="*/ 1682965 w 2290556"/>
                <a:gd name="connsiteY924" fmla="*/ 428132 h 1796087"/>
                <a:gd name="connsiteX925" fmla="*/ 1681215 w 2290556"/>
                <a:gd name="connsiteY925" fmla="*/ 429107 h 1796087"/>
                <a:gd name="connsiteX926" fmla="*/ 1679700 w 2290556"/>
                <a:gd name="connsiteY926" fmla="*/ 431058 h 1796087"/>
                <a:gd name="connsiteX927" fmla="*/ 1676234 w 2290556"/>
                <a:gd name="connsiteY927" fmla="*/ 432034 h 1796087"/>
                <a:gd name="connsiteX928" fmla="*/ 1673306 w 2290556"/>
                <a:gd name="connsiteY928" fmla="*/ 432471 h 1796087"/>
                <a:gd name="connsiteX929" fmla="*/ 1668863 w 2290556"/>
                <a:gd name="connsiteY929" fmla="*/ 432572 h 1796087"/>
                <a:gd name="connsiteX930" fmla="*/ 1667012 w 2290556"/>
                <a:gd name="connsiteY930" fmla="*/ 432370 h 1796087"/>
                <a:gd name="connsiteX931" fmla="*/ 1665263 w 2290556"/>
                <a:gd name="connsiteY931" fmla="*/ 431395 h 1796087"/>
                <a:gd name="connsiteX932" fmla="*/ 1662873 w 2290556"/>
                <a:gd name="connsiteY932" fmla="*/ 429780 h 1796087"/>
                <a:gd name="connsiteX933" fmla="*/ 1660685 w 2290556"/>
                <a:gd name="connsiteY933" fmla="*/ 427392 h 1796087"/>
                <a:gd name="connsiteX934" fmla="*/ 1658296 w 2290556"/>
                <a:gd name="connsiteY934" fmla="*/ 423691 h 1796087"/>
                <a:gd name="connsiteX935" fmla="*/ 1655772 w 2290556"/>
                <a:gd name="connsiteY935" fmla="*/ 421101 h 1796087"/>
                <a:gd name="connsiteX936" fmla="*/ 1653618 w 2290556"/>
                <a:gd name="connsiteY936" fmla="*/ 420865 h 1796087"/>
                <a:gd name="connsiteX937" fmla="*/ 1650993 w 2290556"/>
                <a:gd name="connsiteY937" fmla="*/ 420865 h 1796087"/>
                <a:gd name="connsiteX938" fmla="*/ 1647392 w 2290556"/>
                <a:gd name="connsiteY938" fmla="*/ 421572 h 1796087"/>
                <a:gd name="connsiteX939" fmla="*/ 1642950 w 2290556"/>
                <a:gd name="connsiteY939" fmla="*/ 422278 h 1796087"/>
                <a:gd name="connsiteX940" fmla="*/ 1635209 w 2290556"/>
                <a:gd name="connsiteY940" fmla="*/ 423893 h 1796087"/>
                <a:gd name="connsiteX941" fmla="*/ 1631204 w 2290556"/>
                <a:gd name="connsiteY941" fmla="*/ 423557 h 1796087"/>
                <a:gd name="connsiteX942" fmla="*/ 1625785 w 2290556"/>
                <a:gd name="connsiteY942" fmla="*/ 421269 h 1796087"/>
                <a:gd name="connsiteX943" fmla="*/ 1621646 w 2290556"/>
                <a:gd name="connsiteY943" fmla="*/ 419856 h 1796087"/>
                <a:gd name="connsiteX944" fmla="*/ 1617843 w 2290556"/>
                <a:gd name="connsiteY944" fmla="*/ 417905 h 1796087"/>
                <a:gd name="connsiteX945" fmla="*/ 1615016 w 2290556"/>
                <a:gd name="connsiteY945" fmla="*/ 416156 h 1796087"/>
                <a:gd name="connsiteX946" fmla="*/ 1611987 w 2290556"/>
                <a:gd name="connsiteY946" fmla="*/ 414541 h 1796087"/>
                <a:gd name="connsiteX947" fmla="*/ 1609261 w 2290556"/>
                <a:gd name="connsiteY947" fmla="*/ 413128 h 1796087"/>
                <a:gd name="connsiteX948" fmla="*/ 1605896 w 2290556"/>
                <a:gd name="connsiteY948" fmla="*/ 410639 h 1796087"/>
                <a:gd name="connsiteX949" fmla="*/ 1603069 w 2290556"/>
                <a:gd name="connsiteY949" fmla="*/ 408789 h 1796087"/>
                <a:gd name="connsiteX950" fmla="*/ 1599804 w 2290556"/>
                <a:gd name="connsiteY950" fmla="*/ 406300 h 1796087"/>
                <a:gd name="connsiteX951" fmla="*/ 1596741 w 2290556"/>
                <a:gd name="connsiteY951" fmla="*/ 404550 h 1796087"/>
                <a:gd name="connsiteX952" fmla="*/ 1593915 w 2290556"/>
                <a:gd name="connsiteY952" fmla="*/ 403137 h 1796087"/>
                <a:gd name="connsiteX953" fmla="*/ 1590314 w 2290556"/>
                <a:gd name="connsiteY953" fmla="*/ 401725 h 1796087"/>
                <a:gd name="connsiteX954" fmla="*/ 1587486 w 2290556"/>
                <a:gd name="connsiteY954" fmla="*/ 401725 h 1796087"/>
                <a:gd name="connsiteX955" fmla="*/ 1586511 w 2290556"/>
                <a:gd name="connsiteY955" fmla="*/ 401725 h 1796087"/>
                <a:gd name="connsiteX956" fmla="*/ 1584660 w 2290556"/>
                <a:gd name="connsiteY956" fmla="*/ 402532 h 1796087"/>
                <a:gd name="connsiteX957" fmla="*/ 1581833 w 2290556"/>
                <a:gd name="connsiteY957" fmla="*/ 405829 h 1796087"/>
                <a:gd name="connsiteX958" fmla="*/ 1578568 w 2290556"/>
                <a:gd name="connsiteY958" fmla="*/ 412691 h 1796087"/>
                <a:gd name="connsiteX959" fmla="*/ 1575741 w 2290556"/>
                <a:gd name="connsiteY959" fmla="*/ 416930 h 1796087"/>
                <a:gd name="connsiteX960" fmla="*/ 1573352 w 2290556"/>
                <a:gd name="connsiteY960" fmla="*/ 424532 h 1796087"/>
                <a:gd name="connsiteX961" fmla="*/ 1569885 w 2290556"/>
                <a:gd name="connsiteY961" fmla="*/ 430957 h 1796087"/>
                <a:gd name="connsiteX962" fmla="*/ 1566520 w 2290556"/>
                <a:gd name="connsiteY962" fmla="*/ 439771 h 1796087"/>
                <a:gd name="connsiteX963" fmla="*/ 1561068 w 2290556"/>
                <a:gd name="connsiteY963" fmla="*/ 452588 h 1796087"/>
                <a:gd name="connsiteX964" fmla="*/ 1560092 w 2290556"/>
                <a:gd name="connsiteY964" fmla="*/ 457364 h 1796087"/>
                <a:gd name="connsiteX965" fmla="*/ 1558443 w 2290556"/>
                <a:gd name="connsiteY965" fmla="*/ 466178 h 1796087"/>
                <a:gd name="connsiteX966" fmla="*/ 1555515 w 2290556"/>
                <a:gd name="connsiteY966" fmla="*/ 471830 h 1796087"/>
                <a:gd name="connsiteX967" fmla="*/ 1554303 w 2290556"/>
                <a:gd name="connsiteY967" fmla="*/ 476068 h 1796087"/>
                <a:gd name="connsiteX968" fmla="*/ 1550399 w 2290556"/>
                <a:gd name="connsiteY968" fmla="*/ 480206 h 1796087"/>
                <a:gd name="connsiteX969" fmla="*/ 1548111 w 2290556"/>
                <a:gd name="connsiteY969" fmla="*/ 486395 h 1796087"/>
                <a:gd name="connsiteX970" fmla="*/ 1545620 w 2290556"/>
                <a:gd name="connsiteY970" fmla="*/ 491408 h 1796087"/>
                <a:gd name="connsiteX971" fmla="*/ 1544544 w 2290556"/>
                <a:gd name="connsiteY971" fmla="*/ 499650 h 1796087"/>
                <a:gd name="connsiteX972" fmla="*/ 1540000 w 2290556"/>
                <a:gd name="connsiteY972" fmla="*/ 510313 h 1796087"/>
                <a:gd name="connsiteX973" fmla="*/ 1540202 w 2290556"/>
                <a:gd name="connsiteY973" fmla="*/ 514552 h 1796087"/>
                <a:gd name="connsiteX974" fmla="*/ 1540101 w 2290556"/>
                <a:gd name="connsiteY974" fmla="*/ 521818 h 1796087"/>
                <a:gd name="connsiteX975" fmla="*/ 1539024 w 2290556"/>
                <a:gd name="connsiteY975" fmla="*/ 528109 h 1796087"/>
                <a:gd name="connsiteX976" fmla="*/ 1535221 w 2290556"/>
                <a:gd name="connsiteY976" fmla="*/ 531809 h 1796087"/>
                <a:gd name="connsiteX977" fmla="*/ 1532596 w 2290556"/>
                <a:gd name="connsiteY977" fmla="*/ 535274 h 1796087"/>
                <a:gd name="connsiteX978" fmla="*/ 1526740 w 2290556"/>
                <a:gd name="connsiteY978" fmla="*/ 540824 h 1796087"/>
                <a:gd name="connsiteX979" fmla="*/ 1524351 w 2290556"/>
                <a:gd name="connsiteY979" fmla="*/ 545265 h 1796087"/>
                <a:gd name="connsiteX980" fmla="*/ 1521086 w 2290556"/>
                <a:gd name="connsiteY980" fmla="*/ 548091 h 1796087"/>
                <a:gd name="connsiteX981" fmla="*/ 1520009 w 2290556"/>
                <a:gd name="connsiteY981" fmla="*/ 552329 h 1796087"/>
                <a:gd name="connsiteX982" fmla="*/ 1519773 w 2290556"/>
                <a:gd name="connsiteY982" fmla="*/ 556904 h 1796087"/>
                <a:gd name="connsiteX983" fmla="*/ 1520413 w 2290556"/>
                <a:gd name="connsiteY983" fmla="*/ 561244 h 1796087"/>
                <a:gd name="connsiteX984" fmla="*/ 1520649 w 2290556"/>
                <a:gd name="connsiteY984" fmla="*/ 569485 h 1796087"/>
                <a:gd name="connsiteX985" fmla="*/ 1524115 w 2290556"/>
                <a:gd name="connsiteY985" fmla="*/ 574700 h 1796087"/>
                <a:gd name="connsiteX986" fmla="*/ 1524553 w 2290556"/>
                <a:gd name="connsiteY986" fmla="*/ 578938 h 1796087"/>
                <a:gd name="connsiteX987" fmla="*/ 1521625 w 2290556"/>
                <a:gd name="connsiteY987" fmla="*/ 583076 h 1796087"/>
                <a:gd name="connsiteX988" fmla="*/ 1517822 w 2290556"/>
                <a:gd name="connsiteY988" fmla="*/ 586238 h 1796087"/>
                <a:gd name="connsiteX989" fmla="*/ 1512942 w 2290556"/>
                <a:gd name="connsiteY989" fmla="*/ 590477 h 1796087"/>
                <a:gd name="connsiteX990" fmla="*/ 1509879 w 2290556"/>
                <a:gd name="connsiteY990" fmla="*/ 592327 h 1796087"/>
                <a:gd name="connsiteX991" fmla="*/ 1505201 w 2290556"/>
                <a:gd name="connsiteY991" fmla="*/ 594715 h 1796087"/>
                <a:gd name="connsiteX992" fmla="*/ 1504764 w 2290556"/>
                <a:gd name="connsiteY992" fmla="*/ 596666 h 1796087"/>
                <a:gd name="connsiteX993" fmla="*/ 1504663 w 2290556"/>
                <a:gd name="connsiteY993" fmla="*/ 601880 h 1796087"/>
                <a:gd name="connsiteX994" fmla="*/ 1504764 w 2290556"/>
                <a:gd name="connsiteY994" fmla="*/ 607431 h 1796087"/>
                <a:gd name="connsiteX995" fmla="*/ 1505538 w 2290556"/>
                <a:gd name="connsiteY995" fmla="*/ 611333 h 1796087"/>
                <a:gd name="connsiteX996" fmla="*/ 1505975 w 2290556"/>
                <a:gd name="connsiteY996" fmla="*/ 613183 h 1796087"/>
                <a:gd name="connsiteX997" fmla="*/ 1507591 w 2290556"/>
                <a:gd name="connsiteY997" fmla="*/ 619474 h 1796087"/>
                <a:gd name="connsiteX998" fmla="*/ 1508903 w 2290556"/>
                <a:gd name="connsiteY998" fmla="*/ 621223 h 1796087"/>
                <a:gd name="connsiteX999" fmla="*/ 1512706 w 2290556"/>
                <a:gd name="connsiteY999" fmla="*/ 625563 h 1796087"/>
                <a:gd name="connsiteX1000" fmla="*/ 1515870 w 2290556"/>
                <a:gd name="connsiteY1000" fmla="*/ 629263 h 1796087"/>
                <a:gd name="connsiteX1001" fmla="*/ 1521086 w 2290556"/>
                <a:gd name="connsiteY1001" fmla="*/ 635251 h 1796087"/>
                <a:gd name="connsiteX1002" fmla="*/ 1524149 w 2290556"/>
                <a:gd name="connsiteY1002" fmla="*/ 638850 h 1796087"/>
                <a:gd name="connsiteX1003" fmla="*/ 1532966 w 2290556"/>
                <a:gd name="connsiteY1003" fmla="*/ 643526 h 1796087"/>
                <a:gd name="connsiteX1004" fmla="*/ 1535457 w 2290556"/>
                <a:gd name="connsiteY1004" fmla="*/ 645814 h 1796087"/>
                <a:gd name="connsiteX1005" fmla="*/ 1537207 w 2290556"/>
                <a:gd name="connsiteY1005" fmla="*/ 645814 h 1796087"/>
                <a:gd name="connsiteX1006" fmla="*/ 1541010 w 2290556"/>
                <a:gd name="connsiteY1006" fmla="*/ 644737 h 1796087"/>
                <a:gd name="connsiteX1007" fmla="*/ 1543399 w 2290556"/>
                <a:gd name="connsiteY1007" fmla="*/ 641272 h 1796087"/>
                <a:gd name="connsiteX1008" fmla="*/ 1541986 w 2290556"/>
                <a:gd name="connsiteY1008" fmla="*/ 635285 h 1796087"/>
                <a:gd name="connsiteX1009" fmla="*/ 1544914 w 2290556"/>
                <a:gd name="connsiteY1009" fmla="*/ 632021 h 1796087"/>
                <a:gd name="connsiteX1010" fmla="*/ 1549827 w 2290556"/>
                <a:gd name="connsiteY1010" fmla="*/ 629835 h 1796087"/>
                <a:gd name="connsiteX1011" fmla="*/ 1556020 w 2290556"/>
                <a:gd name="connsiteY1011" fmla="*/ 627648 h 1796087"/>
                <a:gd name="connsiteX1012" fmla="*/ 1561674 w 2290556"/>
                <a:gd name="connsiteY1012" fmla="*/ 626336 h 1796087"/>
                <a:gd name="connsiteX1013" fmla="*/ 1567428 w 2290556"/>
                <a:gd name="connsiteY1013" fmla="*/ 624587 h 1796087"/>
                <a:gd name="connsiteX1014" fmla="*/ 1577121 w 2290556"/>
                <a:gd name="connsiteY1014" fmla="*/ 624251 h 1796087"/>
                <a:gd name="connsiteX1015" fmla="*/ 1579746 w 2290556"/>
                <a:gd name="connsiteY1015" fmla="*/ 624251 h 1796087"/>
                <a:gd name="connsiteX1016" fmla="*/ 1584525 w 2290556"/>
                <a:gd name="connsiteY1016" fmla="*/ 625933 h 1796087"/>
                <a:gd name="connsiteX1017" fmla="*/ 1588429 w 2290556"/>
                <a:gd name="connsiteY1017" fmla="*/ 623914 h 1796087"/>
                <a:gd name="connsiteX1018" fmla="*/ 1594857 w 2290556"/>
                <a:gd name="connsiteY1018" fmla="*/ 622401 h 1796087"/>
                <a:gd name="connsiteX1019" fmla="*/ 1598996 w 2290556"/>
                <a:gd name="connsiteY1019" fmla="*/ 621425 h 1796087"/>
                <a:gd name="connsiteX1020" fmla="*/ 1606064 w 2290556"/>
                <a:gd name="connsiteY1020" fmla="*/ 621189 h 1796087"/>
                <a:gd name="connsiteX1021" fmla="*/ 1611281 w 2290556"/>
                <a:gd name="connsiteY1021" fmla="*/ 620214 h 1796087"/>
                <a:gd name="connsiteX1022" fmla="*/ 1617035 w 2290556"/>
                <a:gd name="connsiteY1022" fmla="*/ 620113 h 1796087"/>
                <a:gd name="connsiteX1023" fmla="*/ 1624002 w 2290556"/>
                <a:gd name="connsiteY1023" fmla="*/ 621526 h 1796087"/>
                <a:gd name="connsiteX1024" fmla="*/ 1637598 w 2290556"/>
                <a:gd name="connsiteY1024" fmla="*/ 629128 h 1796087"/>
                <a:gd name="connsiteX1025" fmla="*/ 1641199 w 2290556"/>
                <a:gd name="connsiteY1025" fmla="*/ 633266 h 1796087"/>
                <a:gd name="connsiteX1026" fmla="*/ 1648704 w 2290556"/>
                <a:gd name="connsiteY1026" fmla="*/ 637168 h 1796087"/>
                <a:gd name="connsiteX1027" fmla="*/ 1653921 w 2290556"/>
                <a:gd name="connsiteY1027" fmla="*/ 637942 h 1796087"/>
                <a:gd name="connsiteX1028" fmla="*/ 1660214 w 2290556"/>
                <a:gd name="connsiteY1028" fmla="*/ 637067 h 1796087"/>
                <a:gd name="connsiteX1029" fmla="*/ 1662907 w 2290556"/>
                <a:gd name="connsiteY1029" fmla="*/ 635015 h 1796087"/>
                <a:gd name="connsiteX1030" fmla="*/ 1663782 w 2290556"/>
                <a:gd name="connsiteY1030" fmla="*/ 630878 h 1796087"/>
                <a:gd name="connsiteX1031" fmla="*/ 1664421 w 2290556"/>
                <a:gd name="connsiteY1031" fmla="*/ 628927 h 1796087"/>
                <a:gd name="connsiteX1032" fmla="*/ 1664959 w 2290556"/>
                <a:gd name="connsiteY1032" fmla="*/ 626875 h 1796087"/>
                <a:gd name="connsiteX1033" fmla="*/ 1664959 w 2290556"/>
                <a:gd name="connsiteY1033" fmla="*/ 624385 h 1796087"/>
                <a:gd name="connsiteX1034" fmla="*/ 1668157 w 2290556"/>
                <a:gd name="connsiteY1034" fmla="*/ 620786 h 1796087"/>
                <a:gd name="connsiteX1035" fmla="*/ 1669940 w 2290556"/>
                <a:gd name="connsiteY1035" fmla="*/ 618196 h 1796087"/>
                <a:gd name="connsiteX1036" fmla="*/ 1671892 w 2290556"/>
                <a:gd name="connsiteY1036" fmla="*/ 615706 h 1796087"/>
                <a:gd name="connsiteX1037" fmla="*/ 1674383 w 2290556"/>
                <a:gd name="connsiteY1037" fmla="*/ 612006 h 1796087"/>
                <a:gd name="connsiteX1038" fmla="*/ 1678085 w 2290556"/>
                <a:gd name="connsiteY1038" fmla="*/ 608406 h 1796087"/>
                <a:gd name="connsiteX1039" fmla="*/ 1682426 w 2290556"/>
                <a:gd name="connsiteY1039" fmla="*/ 606119 h 1796087"/>
                <a:gd name="connsiteX1040" fmla="*/ 1686431 w 2290556"/>
                <a:gd name="connsiteY1040" fmla="*/ 603831 h 1796087"/>
                <a:gd name="connsiteX1041" fmla="*/ 1691446 w 2290556"/>
                <a:gd name="connsiteY1041" fmla="*/ 601006 h 1796087"/>
                <a:gd name="connsiteX1042" fmla="*/ 1694037 w 2290556"/>
                <a:gd name="connsiteY1042" fmla="*/ 599694 h 1796087"/>
                <a:gd name="connsiteX1043" fmla="*/ 1700364 w 2290556"/>
                <a:gd name="connsiteY1043" fmla="*/ 596229 h 1796087"/>
                <a:gd name="connsiteX1044" fmla="*/ 1707768 w 2290556"/>
                <a:gd name="connsiteY1044" fmla="*/ 596128 h 1796087"/>
                <a:gd name="connsiteX1045" fmla="*/ 1714499 w 2290556"/>
                <a:gd name="connsiteY1045" fmla="*/ 594715 h 1796087"/>
                <a:gd name="connsiteX1046" fmla="*/ 1719177 w 2290556"/>
                <a:gd name="connsiteY1046" fmla="*/ 594715 h 1796087"/>
                <a:gd name="connsiteX1047" fmla="*/ 1722341 w 2290556"/>
                <a:gd name="connsiteY1047" fmla="*/ 595859 h 1796087"/>
                <a:gd name="connsiteX1048" fmla="*/ 1725066 w 2290556"/>
                <a:gd name="connsiteY1048" fmla="*/ 596229 h 1796087"/>
                <a:gd name="connsiteX1049" fmla="*/ 1729105 w 2290556"/>
                <a:gd name="connsiteY1049" fmla="*/ 597440 h 1796087"/>
                <a:gd name="connsiteX1050" fmla="*/ 1733009 w 2290556"/>
                <a:gd name="connsiteY1050" fmla="*/ 601039 h 1796087"/>
                <a:gd name="connsiteX1051" fmla="*/ 1734422 w 2290556"/>
                <a:gd name="connsiteY1051" fmla="*/ 602116 h 1796087"/>
                <a:gd name="connsiteX1052" fmla="*/ 1735836 w 2290556"/>
                <a:gd name="connsiteY1052" fmla="*/ 602890 h 1796087"/>
                <a:gd name="connsiteX1053" fmla="*/ 1739303 w 2290556"/>
                <a:gd name="connsiteY1053" fmla="*/ 602890 h 1796087"/>
                <a:gd name="connsiteX1054" fmla="*/ 1742466 w 2290556"/>
                <a:gd name="connsiteY1054" fmla="*/ 603529 h 1796087"/>
                <a:gd name="connsiteX1055" fmla="*/ 1746067 w 2290556"/>
                <a:gd name="connsiteY1055" fmla="*/ 606253 h 1796087"/>
                <a:gd name="connsiteX1056" fmla="*/ 1748457 w 2290556"/>
                <a:gd name="connsiteY1056" fmla="*/ 608642 h 1796087"/>
                <a:gd name="connsiteX1057" fmla="*/ 1750509 w 2290556"/>
                <a:gd name="connsiteY1057" fmla="*/ 611030 h 1796087"/>
                <a:gd name="connsiteX1058" fmla="*/ 1753875 w 2290556"/>
                <a:gd name="connsiteY1058" fmla="*/ 613856 h 1796087"/>
                <a:gd name="connsiteX1059" fmla="*/ 1757678 w 2290556"/>
                <a:gd name="connsiteY1059" fmla="*/ 617556 h 1796087"/>
                <a:gd name="connsiteX1060" fmla="*/ 1760303 w 2290556"/>
                <a:gd name="connsiteY1060" fmla="*/ 619608 h 1796087"/>
                <a:gd name="connsiteX1061" fmla="*/ 1764308 w 2290556"/>
                <a:gd name="connsiteY1061" fmla="*/ 620248 h 1796087"/>
                <a:gd name="connsiteX1062" fmla="*/ 1769524 w 2290556"/>
                <a:gd name="connsiteY1062" fmla="*/ 620248 h 1796087"/>
                <a:gd name="connsiteX1063" fmla="*/ 1773664 w 2290556"/>
                <a:gd name="connsiteY1063" fmla="*/ 621122 h 1796087"/>
                <a:gd name="connsiteX1064" fmla="*/ 1776289 w 2290556"/>
                <a:gd name="connsiteY1064" fmla="*/ 621660 h 1796087"/>
                <a:gd name="connsiteX1065" fmla="*/ 1781404 w 2290556"/>
                <a:gd name="connsiteY1065" fmla="*/ 625462 h 1796087"/>
                <a:gd name="connsiteX1066" fmla="*/ 1785005 w 2290556"/>
                <a:gd name="connsiteY1066" fmla="*/ 627514 h 1796087"/>
                <a:gd name="connsiteX1067" fmla="*/ 1787159 w 2290556"/>
                <a:gd name="connsiteY1067" fmla="*/ 628927 h 1796087"/>
                <a:gd name="connsiteX1068" fmla="*/ 1790962 w 2290556"/>
                <a:gd name="connsiteY1068" fmla="*/ 631752 h 1796087"/>
                <a:gd name="connsiteX1069" fmla="*/ 1791736 w 2290556"/>
                <a:gd name="connsiteY1069" fmla="*/ 635217 h 1796087"/>
                <a:gd name="connsiteX1070" fmla="*/ 1794462 w 2290556"/>
                <a:gd name="connsiteY1070" fmla="*/ 640532 h 1796087"/>
                <a:gd name="connsiteX1071" fmla="*/ 1797390 w 2290556"/>
                <a:gd name="connsiteY1071" fmla="*/ 641508 h 1796087"/>
                <a:gd name="connsiteX1072" fmla="*/ 1799578 w 2290556"/>
                <a:gd name="connsiteY1072" fmla="*/ 641508 h 1796087"/>
                <a:gd name="connsiteX1073" fmla="*/ 1803818 w 2290556"/>
                <a:gd name="connsiteY1073" fmla="*/ 643257 h 1796087"/>
                <a:gd name="connsiteX1074" fmla="*/ 1804054 w 2290556"/>
                <a:gd name="connsiteY1074" fmla="*/ 645107 h 1796087"/>
                <a:gd name="connsiteX1075" fmla="*/ 1805232 w 2290556"/>
                <a:gd name="connsiteY1075" fmla="*/ 647832 h 1796087"/>
                <a:gd name="connsiteX1076" fmla="*/ 1808833 w 2290556"/>
                <a:gd name="connsiteY1076" fmla="*/ 651095 h 1796087"/>
                <a:gd name="connsiteX1077" fmla="*/ 1814386 w 2290556"/>
                <a:gd name="connsiteY1077" fmla="*/ 656208 h 1796087"/>
                <a:gd name="connsiteX1078" fmla="*/ 1818391 w 2290556"/>
                <a:gd name="connsiteY1078" fmla="*/ 659808 h 1796087"/>
                <a:gd name="connsiteX1079" fmla="*/ 1824247 w 2290556"/>
                <a:gd name="connsiteY1079" fmla="*/ 665022 h 1796087"/>
                <a:gd name="connsiteX1080" fmla="*/ 1830540 w 2290556"/>
                <a:gd name="connsiteY1080" fmla="*/ 669900 h 1796087"/>
                <a:gd name="connsiteX1081" fmla="*/ 1836396 w 2290556"/>
                <a:gd name="connsiteY1081" fmla="*/ 676325 h 1796087"/>
                <a:gd name="connsiteX1082" fmla="*/ 1839223 w 2290556"/>
                <a:gd name="connsiteY1082" fmla="*/ 680664 h 1796087"/>
                <a:gd name="connsiteX1083" fmla="*/ 1841713 w 2290556"/>
                <a:gd name="connsiteY1083" fmla="*/ 683726 h 1796087"/>
                <a:gd name="connsiteX1084" fmla="*/ 1845180 w 2290556"/>
                <a:gd name="connsiteY1084" fmla="*/ 690016 h 1796087"/>
                <a:gd name="connsiteX1085" fmla="*/ 1854098 w 2290556"/>
                <a:gd name="connsiteY1085" fmla="*/ 696744 h 1796087"/>
                <a:gd name="connsiteX1086" fmla="*/ 1857464 w 2290556"/>
                <a:gd name="connsiteY1086" fmla="*/ 701319 h 1796087"/>
                <a:gd name="connsiteX1087" fmla="*/ 1856286 w 2290556"/>
                <a:gd name="connsiteY1087" fmla="*/ 704145 h 1796087"/>
                <a:gd name="connsiteX1088" fmla="*/ 1853459 w 2290556"/>
                <a:gd name="connsiteY1088" fmla="*/ 707509 h 1796087"/>
                <a:gd name="connsiteX1089" fmla="*/ 1859550 w 2290556"/>
                <a:gd name="connsiteY1089" fmla="*/ 712622 h 1796087"/>
                <a:gd name="connsiteX1090" fmla="*/ 1861704 w 2290556"/>
                <a:gd name="connsiteY1090" fmla="*/ 713799 h 1796087"/>
                <a:gd name="connsiteX1091" fmla="*/ 1867156 w 2290556"/>
                <a:gd name="connsiteY1091" fmla="*/ 719989 h 1796087"/>
                <a:gd name="connsiteX1092" fmla="*/ 1867156 w 2290556"/>
                <a:gd name="connsiteY1092" fmla="*/ 722916 h 1796087"/>
                <a:gd name="connsiteX1093" fmla="*/ 1866180 w 2290556"/>
                <a:gd name="connsiteY1093" fmla="*/ 724766 h 1796087"/>
                <a:gd name="connsiteX1094" fmla="*/ 1862478 w 2290556"/>
                <a:gd name="connsiteY1094" fmla="*/ 727794 h 1796087"/>
                <a:gd name="connsiteX1095" fmla="*/ 1857800 w 2290556"/>
                <a:gd name="connsiteY1095" fmla="*/ 731158 h 1796087"/>
                <a:gd name="connsiteX1096" fmla="*/ 1851170 w 2290556"/>
                <a:gd name="connsiteY1096" fmla="*/ 736473 h 1796087"/>
                <a:gd name="connsiteX1097" fmla="*/ 1849118 w 2290556"/>
                <a:gd name="connsiteY1097" fmla="*/ 738222 h 1796087"/>
                <a:gd name="connsiteX1098" fmla="*/ 1842689 w 2290556"/>
                <a:gd name="connsiteY1098" fmla="*/ 740947 h 1796087"/>
                <a:gd name="connsiteX1099" fmla="*/ 1836834 w 2290556"/>
                <a:gd name="connsiteY1099" fmla="*/ 742898 h 1796087"/>
                <a:gd name="connsiteX1100" fmla="*/ 1830641 w 2290556"/>
                <a:gd name="connsiteY1100" fmla="*/ 744210 h 1796087"/>
                <a:gd name="connsiteX1101" fmla="*/ 1825727 w 2290556"/>
                <a:gd name="connsiteY1101" fmla="*/ 744411 h 1796087"/>
                <a:gd name="connsiteX1102" fmla="*/ 1814318 w 2290556"/>
                <a:gd name="connsiteY1102" fmla="*/ 744311 h 1796087"/>
                <a:gd name="connsiteX1103" fmla="*/ 1805737 w 2290556"/>
                <a:gd name="connsiteY1103" fmla="*/ 744950 h 1796087"/>
                <a:gd name="connsiteX1104" fmla="*/ 1801732 w 2290556"/>
                <a:gd name="connsiteY1104" fmla="*/ 743739 h 1796087"/>
                <a:gd name="connsiteX1105" fmla="*/ 1798131 w 2290556"/>
                <a:gd name="connsiteY1105" fmla="*/ 741989 h 1796087"/>
                <a:gd name="connsiteX1106" fmla="*/ 1796078 w 2290556"/>
                <a:gd name="connsiteY1106" fmla="*/ 739803 h 1796087"/>
                <a:gd name="connsiteX1107" fmla="*/ 1793688 w 2290556"/>
                <a:gd name="connsiteY1107" fmla="*/ 736775 h 1796087"/>
                <a:gd name="connsiteX1108" fmla="*/ 1792510 w 2290556"/>
                <a:gd name="connsiteY1108" fmla="*/ 735800 h 1796087"/>
                <a:gd name="connsiteX1109" fmla="*/ 1790996 w 2290556"/>
                <a:gd name="connsiteY1109" fmla="*/ 734286 h 1796087"/>
                <a:gd name="connsiteX1110" fmla="*/ 1788606 w 2290556"/>
                <a:gd name="connsiteY1110" fmla="*/ 732537 h 1796087"/>
                <a:gd name="connsiteX1111" fmla="*/ 1786857 w 2290556"/>
                <a:gd name="connsiteY1111" fmla="*/ 731662 h 1796087"/>
                <a:gd name="connsiteX1112" fmla="*/ 1784803 w 2290556"/>
                <a:gd name="connsiteY1112" fmla="*/ 731763 h 1796087"/>
                <a:gd name="connsiteX1113" fmla="*/ 1782515 w 2290556"/>
                <a:gd name="connsiteY1113" fmla="*/ 731763 h 1796087"/>
                <a:gd name="connsiteX1114" fmla="*/ 1780563 w 2290556"/>
                <a:gd name="connsiteY1114" fmla="*/ 731763 h 1796087"/>
                <a:gd name="connsiteX1115" fmla="*/ 1778376 w 2290556"/>
                <a:gd name="connsiteY1115" fmla="*/ 732537 h 1796087"/>
                <a:gd name="connsiteX1116" fmla="*/ 1775784 w 2290556"/>
                <a:gd name="connsiteY1116" fmla="*/ 734824 h 1796087"/>
                <a:gd name="connsiteX1117" fmla="*/ 1774034 w 2290556"/>
                <a:gd name="connsiteY1117" fmla="*/ 736136 h 1796087"/>
                <a:gd name="connsiteX1118" fmla="*/ 1771207 w 2290556"/>
                <a:gd name="connsiteY1118" fmla="*/ 738087 h 1796087"/>
                <a:gd name="connsiteX1119" fmla="*/ 1768144 w 2290556"/>
                <a:gd name="connsiteY1119" fmla="*/ 738962 h 1796087"/>
                <a:gd name="connsiteX1120" fmla="*/ 1766731 w 2290556"/>
                <a:gd name="connsiteY1120" fmla="*/ 738962 h 1796087"/>
                <a:gd name="connsiteX1121" fmla="*/ 1763567 w 2290556"/>
                <a:gd name="connsiteY1121" fmla="*/ 738962 h 1796087"/>
                <a:gd name="connsiteX1122" fmla="*/ 1760101 w 2290556"/>
                <a:gd name="connsiteY1122" fmla="*/ 738794 h 1796087"/>
                <a:gd name="connsiteX1123" fmla="*/ 1757375 w 2290556"/>
                <a:gd name="connsiteY1123" fmla="*/ 738726 h 1796087"/>
                <a:gd name="connsiteX1124" fmla="*/ 1751182 w 2290556"/>
                <a:gd name="connsiteY1124" fmla="*/ 736876 h 1796087"/>
                <a:gd name="connsiteX1125" fmla="*/ 1746605 w 2290556"/>
                <a:gd name="connsiteY1125" fmla="*/ 735800 h 1796087"/>
                <a:gd name="connsiteX1126" fmla="*/ 1743779 w 2290556"/>
                <a:gd name="connsiteY1126" fmla="*/ 735800 h 1796087"/>
                <a:gd name="connsiteX1127" fmla="*/ 1739740 w 2290556"/>
                <a:gd name="connsiteY1127" fmla="*/ 735800 h 1796087"/>
                <a:gd name="connsiteX1128" fmla="*/ 1736173 w 2290556"/>
                <a:gd name="connsiteY1128" fmla="*/ 736674 h 1796087"/>
                <a:gd name="connsiteX1129" fmla="*/ 1733346 w 2290556"/>
                <a:gd name="connsiteY1129" fmla="*/ 737549 h 1796087"/>
                <a:gd name="connsiteX1130" fmla="*/ 1729879 w 2290556"/>
                <a:gd name="connsiteY1130" fmla="*/ 738861 h 1796087"/>
                <a:gd name="connsiteX1131" fmla="*/ 1725538 w 2290556"/>
                <a:gd name="connsiteY1131" fmla="*/ 740913 h 1796087"/>
                <a:gd name="connsiteX1132" fmla="*/ 1722913 w 2290556"/>
                <a:gd name="connsiteY1132" fmla="*/ 741788 h 1796087"/>
                <a:gd name="connsiteX1133" fmla="*/ 1720321 w 2290556"/>
                <a:gd name="connsiteY1133" fmla="*/ 742662 h 1796087"/>
                <a:gd name="connsiteX1134" fmla="*/ 1717158 w 2290556"/>
                <a:gd name="connsiteY1134" fmla="*/ 743840 h 1796087"/>
                <a:gd name="connsiteX1135" fmla="*/ 1713994 w 2290556"/>
                <a:gd name="connsiteY1135" fmla="*/ 745791 h 1796087"/>
                <a:gd name="connsiteX1136" fmla="*/ 1711268 w 2290556"/>
                <a:gd name="connsiteY1136" fmla="*/ 748078 h 1796087"/>
                <a:gd name="connsiteX1137" fmla="*/ 1708340 w 2290556"/>
                <a:gd name="connsiteY1137" fmla="*/ 750130 h 1796087"/>
                <a:gd name="connsiteX1138" fmla="*/ 1704537 w 2290556"/>
                <a:gd name="connsiteY1138" fmla="*/ 753057 h 1796087"/>
                <a:gd name="connsiteX1139" fmla="*/ 1699960 w 2290556"/>
                <a:gd name="connsiteY1139" fmla="*/ 756421 h 1796087"/>
                <a:gd name="connsiteX1140" fmla="*/ 1697335 w 2290556"/>
                <a:gd name="connsiteY1140" fmla="*/ 757396 h 1796087"/>
                <a:gd name="connsiteX1141" fmla="*/ 1692321 w 2290556"/>
                <a:gd name="connsiteY1141" fmla="*/ 760020 h 1796087"/>
                <a:gd name="connsiteX1142" fmla="*/ 1688282 w 2290556"/>
                <a:gd name="connsiteY1142" fmla="*/ 760121 h 1796087"/>
                <a:gd name="connsiteX1143" fmla="*/ 1682527 w 2290556"/>
                <a:gd name="connsiteY1143" fmla="*/ 759146 h 1796087"/>
                <a:gd name="connsiteX1144" fmla="*/ 1679364 w 2290556"/>
                <a:gd name="connsiteY1144" fmla="*/ 757497 h 1796087"/>
                <a:gd name="connsiteX1145" fmla="*/ 1677950 w 2290556"/>
                <a:gd name="connsiteY1145" fmla="*/ 758036 h 1796087"/>
                <a:gd name="connsiteX1146" fmla="*/ 1674349 w 2290556"/>
                <a:gd name="connsiteY1146" fmla="*/ 758036 h 1796087"/>
                <a:gd name="connsiteX1147" fmla="*/ 1672060 w 2290556"/>
                <a:gd name="connsiteY1147" fmla="*/ 758574 h 1796087"/>
                <a:gd name="connsiteX1148" fmla="*/ 1667921 w 2290556"/>
                <a:gd name="connsiteY1148" fmla="*/ 760323 h 1796087"/>
                <a:gd name="connsiteX1149" fmla="*/ 1664454 w 2290556"/>
                <a:gd name="connsiteY1149" fmla="*/ 764225 h 1796087"/>
                <a:gd name="connsiteX1150" fmla="*/ 1662940 w 2290556"/>
                <a:gd name="connsiteY1150" fmla="*/ 767589 h 1796087"/>
                <a:gd name="connsiteX1151" fmla="*/ 1662940 w 2290556"/>
                <a:gd name="connsiteY1151" fmla="*/ 772601 h 1796087"/>
                <a:gd name="connsiteX1152" fmla="*/ 1660349 w 2290556"/>
                <a:gd name="connsiteY1152" fmla="*/ 777177 h 1796087"/>
                <a:gd name="connsiteX1153" fmla="*/ 1657959 w 2290556"/>
                <a:gd name="connsiteY1153" fmla="*/ 781079 h 1796087"/>
                <a:gd name="connsiteX1154" fmla="*/ 1654358 w 2290556"/>
                <a:gd name="connsiteY1154" fmla="*/ 783568 h 1796087"/>
                <a:gd name="connsiteX1155" fmla="*/ 1651195 w 2290556"/>
                <a:gd name="connsiteY1155" fmla="*/ 784443 h 1796087"/>
                <a:gd name="connsiteX1156" fmla="*/ 1647930 w 2290556"/>
                <a:gd name="connsiteY1156" fmla="*/ 784241 h 1796087"/>
                <a:gd name="connsiteX1157" fmla="*/ 1644868 w 2290556"/>
                <a:gd name="connsiteY1157" fmla="*/ 783164 h 1796087"/>
                <a:gd name="connsiteX1158" fmla="*/ 1637464 w 2290556"/>
                <a:gd name="connsiteY1158" fmla="*/ 781953 h 1796087"/>
                <a:gd name="connsiteX1159" fmla="*/ 1631608 w 2290556"/>
                <a:gd name="connsiteY1159" fmla="*/ 781953 h 1796087"/>
                <a:gd name="connsiteX1160" fmla="*/ 1626829 w 2290556"/>
                <a:gd name="connsiteY1160" fmla="*/ 781953 h 1796087"/>
                <a:gd name="connsiteX1161" fmla="*/ 1621074 w 2290556"/>
                <a:gd name="connsiteY1161" fmla="*/ 783265 h 1796087"/>
                <a:gd name="connsiteX1162" fmla="*/ 1614444 w 2290556"/>
                <a:gd name="connsiteY1162" fmla="*/ 786730 h 1796087"/>
                <a:gd name="connsiteX1163" fmla="*/ 1606199 w 2290556"/>
                <a:gd name="connsiteY1163" fmla="*/ 792718 h 1796087"/>
                <a:gd name="connsiteX1164" fmla="*/ 1600343 w 2290556"/>
                <a:gd name="connsiteY1164" fmla="*/ 794333 h 1796087"/>
                <a:gd name="connsiteX1165" fmla="*/ 1595463 w 2290556"/>
                <a:gd name="connsiteY1165" fmla="*/ 798672 h 1796087"/>
                <a:gd name="connsiteX1166" fmla="*/ 1593410 w 2290556"/>
                <a:gd name="connsiteY1166" fmla="*/ 805198 h 1796087"/>
                <a:gd name="connsiteX1167" fmla="*/ 1590919 w 2290556"/>
                <a:gd name="connsiteY1167" fmla="*/ 808798 h 1796087"/>
                <a:gd name="connsiteX1168" fmla="*/ 1585804 w 2290556"/>
                <a:gd name="connsiteY1168" fmla="*/ 813575 h 1796087"/>
                <a:gd name="connsiteX1169" fmla="*/ 1583953 w 2290556"/>
                <a:gd name="connsiteY1169" fmla="*/ 815526 h 1796087"/>
                <a:gd name="connsiteX1170" fmla="*/ 1581227 w 2290556"/>
                <a:gd name="connsiteY1170" fmla="*/ 818351 h 1796087"/>
                <a:gd name="connsiteX1171" fmla="*/ 1577962 w 2290556"/>
                <a:gd name="connsiteY1171" fmla="*/ 822691 h 1796087"/>
                <a:gd name="connsiteX1172" fmla="*/ 1576212 w 2290556"/>
                <a:gd name="connsiteY1172" fmla="*/ 826829 h 1796087"/>
                <a:gd name="connsiteX1173" fmla="*/ 1574563 w 2290556"/>
                <a:gd name="connsiteY1173" fmla="*/ 828040 h 1796087"/>
                <a:gd name="connsiteX1174" fmla="*/ 1573486 w 2290556"/>
                <a:gd name="connsiteY1174" fmla="*/ 831404 h 1796087"/>
                <a:gd name="connsiteX1175" fmla="*/ 1572712 w 2290556"/>
                <a:gd name="connsiteY1175" fmla="*/ 833893 h 1796087"/>
                <a:gd name="connsiteX1176" fmla="*/ 1572376 w 2290556"/>
                <a:gd name="connsiteY1176" fmla="*/ 836618 h 1796087"/>
                <a:gd name="connsiteX1177" fmla="*/ 1572039 w 2290556"/>
                <a:gd name="connsiteY1177" fmla="*/ 837694 h 1796087"/>
                <a:gd name="connsiteX1178" fmla="*/ 1573654 w 2290556"/>
                <a:gd name="connsiteY1178" fmla="*/ 840318 h 1796087"/>
                <a:gd name="connsiteX1179" fmla="*/ 1576683 w 2290556"/>
                <a:gd name="connsiteY1179" fmla="*/ 845431 h 1796087"/>
                <a:gd name="connsiteX1180" fmla="*/ 1577323 w 2290556"/>
                <a:gd name="connsiteY1180" fmla="*/ 847618 h 1796087"/>
                <a:gd name="connsiteX1181" fmla="*/ 1577861 w 2290556"/>
                <a:gd name="connsiteY1181" fmla="*/ 851083 h 1796087"/>
                <a:gd name="connsiteX1182" fmla="*/ 1577861 w 2290556"/>
                <a:gd name="connsiteY1182" fmla="*/ 854548 h 1796087"/>
                <a:gd name="connsiteX1183" fmla="*/ 1577861 w 2290556"/>
                <a:gd name="connsiteY1183" fmla="*/ 856600 h 1796087"/>
                <a:gd name="connsiteX1184" fmla="*/ 1577054 w 2290556"/>
                <a:gd name="connsiteY1184" fmla="*/ 858349 h 1796087"/>
                <a:gd name="connsiteX1185" fmla="*/ 1575034 w 2290556"/>
                <a:gd name="connsiteY1185" fmla="*/ 860098 h 1796087"/>
                <a:gd name="connsiteX1186" fmla="*/ 1572544 w 2290556"/>
                <a:gd name="connsiteY1186" fmla="*/ 862049 h 1796087"/>
                <a:gd name="connsiteX1187" fmla="*/ 1569818 w 2290556"/>
                <a:gd name="connsiteY1187" fmla="*/ 862924 h 1796087"/>
                <a:gd name="connsiteX1188" fmla="*/ 1565678 w 2290556"/>
                <a:gd name="connsiteY1188" fmla="*/ 862924 h 1796087"/>
                <a:gd name="connsiteX1189" fmla="*/ 1561236 w 2290556"/>
                <a:gd name="connsiteY1189" fmla="*/ 863698 h 1796087"/>
                <a:gd name="connsiteX1190" fmla="*/ 1558207 w 2290556"/>
                <a:gd name="connsiteY1190" fmla="*/ 864236 h 1796087"/>
                <a:gd name="connsiteX1191" fmla="*/ 1555918 w 2290556"/>
                <a:gd name="connsiteY1191" fmla="*/ 865110 h 1796087"/>
                <a:gd name="connsiteX1192" fmla="*/ 1553193 w 2290556"/>
                <a:gd name="connsiteY1192" fmla="*/ 866961 h 1796087"/>
                <a:gd name="connsiteX1193" fmla="*/ 1551341 w 2290556"/>
                <a:gd name="connsiteY1193" fmla="*/ 868710 h 1796087"/>
                <a:gd name="connsiteX1194" fmla="*/ 1549928 w 2290556"/>
                <a:gd name="connsiteY1194" fmla="*/ 870997 h 1796087"/>
                <a:gd name="connsiteX1195" fmla="*/ 1547438 w 2290556"/>
                <a:gd name="connsiteY1195" fmla="*/ 874462 h 1796087"/>
                <a:gd name="connsiteX1196" fmla="*/ 1542995 w 2290556"/>
                <a:gd name="connsiteY1196" fmla="*/ 878802 h 1796087"/>
                <a:gd name="connsiteX1197" fmla="*/ 1538519 w 2290556"/>
                <a:gd name="connsiteY1197" fmla="*/ 880316 h 1796087"/>
                <a:gd name="connsiteX1198" fmla="*/ 1533202 w 2290556"/>
                <a:gd name="connsiteY1198" fmla="*/ 885631 h 1796087"/>
                <a:gd name="connsiteX1199" fmla="*/ 1527312 w 2290556"/>
                <a:gd name="connsiteY1199" fmla="*/ 891282 h 1796087"/>
                <a:gd name="connsiteX1200" fmla="*/ 1520918 w 2290556"/>
                <a:gd name="connsiteY1200" fmla="*/ 895285 h 1796087"/>
                <a:gd name="connsiteX1201" fmla="*/ 1515802 w 2290556"/>
                <a:gd name="connsiteY1201" fmla="*/ 896799 h 1796087"/>
                <a:gd name="connsiteX1202" fmla="*/ 1509812 w 2290556"/>
                <a:gd name="connsiteY1202" fmla="*/ 899187 h 1796087"/>
                <a:gd name="connsiteX1203" fmla="*/ 1502240 w 2290556"/>
                <a:gd name="connsiteY1203" fmla="*/ 900600 h 1796087"/>
                <a:gd name="connsiteX1204" fmla="*/ 1479624 w 2290556"/>
                <a:gd name="connsiteY1204" fmla="*/ 900600 h 1796087"/>
                <a:gd name="connsiteX1205" fmla="*/ 1467441 w 2290556"/>
                <a:gd name="connsiteY1205" fmla="*/ 900600 h 1796087"/>
                <a:gd name="connsiteX1206" fmla="*/ 1459397 w 2290556"/>
                <a:gd name="connsiteY1206" fmla="*/ 900600 h 1796087"/>
                <a:gd name="connsiteX1207" fmla="*/ 1453306 w 2290556"/>
                <a:gd name="connsiteY1207" fmla="*/ 901139 h 1796087"/>
                <a:gd name="connsiteX1208" fmla="*/ 1446878 w 2290556"/>
                <a:gd name="connsiteY1208" fmla="*/ 902114 h 1796087"/>
                <a:gd name="connsiteX1209" fmla="*/ 1443176 w 2290556"/>
                <a:gd name="connsiteY1209" fmla="*/ 903191 h 1796087"/>
                <a:gd name="connsiteX1210" fmla="*/ 1439036 w 2290556"/>
                <a:gd name="connsiteY1210" fmla="*/ 905243 h 1796087"/>
                <a:gd name="connsiteX1211" fmla="*/ 1437959 w 2290556"/>
                <a:gd name="connsiteY1211" fmla="*/ 906555 h 1796087"/>
                <a:gd name="connsiteX1212" fmla="*/ 1436983 w 2290556"/>
                <a:gd name="connsiteY1212" fmla="*/ 908405 h 1796087"/>
                <a:gd name="connsiteX1213" fmla="*/ 1436983 w 2290556"/>
                <a:gd name="connsiteY1213" fmla="*/ 911567 h 1796087"/>
                <a:gd name="connsiteX1214" fmla="*/ 1435233 w 2290556"/>
                <a:gd name="connsiteY1214" fmla="*/ 915368 h 1796087"/>
                <a:gd name="connsiteX1215" fmla="*/ 1435233 w 2290556"/>
                <a:gd name="connsiteY1215" fmla="*/ 920246 h 1796087"/>
                <a:gd name="connsiteX1216" fmla="*/ 1432070 w 2290556"/>
                <a:gd name="connsiteY1216" fmla="*/ 925023 h 1796087"/>
                <a:gd name="connsiteX1217" fmla="*/ 1427055 w 2290556"/>
                <a:gd name="connsiteY1217" fmla="*/ 930674 h 1796087"/>
                <a:gd name="connsiteX1218" fmla="*/ 1421401 w 2290556"/>
                <a:gd name="connsiteY1218" fmla="*/ 936225 h 1796087"/>
                <a:gd name="connsiteX1219" fmla="*/ 1412180 w 2290556"/>
                <a:gd name="connsiteY1219" fmla="*/ 942953 h 1796087"/>
                <a:gd name="connsiteX1220" fmla="*/ 1400233 w 2290556"/>
                <a:gd name="connsiteY1220" fmla="*/ 955668 h 1796087"/>
                <a:gd name="connsiteX1221" fmla="*/ 1389699 w 2290556"/>
                <a:gd name="connsiteY1221" fmla="*/ 962834 h 1796087"/>
                <a:gd name="connsiteX1222" fmla="*/ 1378626 w 2290556"/>
                <a:gd name="connsiteY1222" fmla="*/ 970672 h 1796087"/>
                <a:gd name="connsiteX1223" fmla="*/ 1374722 w 2290556"/>
                <a:gd name="connsiteY1223" fmla="*/ 971849 h 1796087"/>
                <a:gd name="connsiteX1224" fmla="*/ 1364828 w 2290556"/>
                <a:gd name="connsiteY1224" fmla="*/ 975314 h 1796087"/>
                <a:gd name="connsiteX1225" fmla="*/ 1355169 w 2290556"/>
                <a:gd name="connsiteY1225" fmla="*/ 975314 h 1796087"/>
                <a:gd name="connsiteX1226" fmla="*/ 1348001 w 2290556"/>
                <a:gd name="connsiteY1226" fmla="*/ 974776 h 1796087"/>
                <a:gd name="connsiteX1227" fmla="*/ 1341808 w 2290556"/>
                <a:gd name="connsiteY1227" fmla="*/ 974338 h 1796087"/>
                <a:gd name="connsiteX1228" fmla="*/ 1336255 w 2290556"/>
                <a:gd name="connsiteY1228" fmla="*/ 974776 h 1796087"/>
                <a:gd name="connsiteX1229" fmla="*/ 1332553 w 2290556"/>
                <a:gd name="connsiteY1229" fmla="*/ 974237 h 1796087"/>
                <a:gd name="connsiteX1230" fmla="*/ 1327135 w 2290556"/>
                <a:gd name="connsiteY1230" fmla="*/ 973262 h 1796087"/>
                <a:gd name="connsiteX1231" fmla="*/ 1322558 w 2290556"/>
                <a:gd name="connsiteY1231" fmla="*/ 972051 h 1796087"/>
                <a:gd name="connsiteX1232" fmla="*/ 1317139 w 2290556"/>
                <a:gd name="connsiteY1232" fmla="*/ 971513 h 1796087"/>
                <a:gd name="connsiteX1233" fmla="*/ 1307582 w 2290556"/>
                <a:gd name="connsiteY1233" fmla="*/ 967711 h 1796087"/>
                <a:gd name="connsiteX1234" fmla="*/ 1302264 w 2290556"/>
                <a:gd name="connsiteY1234" fmla="*/ 968351 h 1796087"/>
                <a:gd name="connsiteX1235" fmla="*/ 1298024 w 2290556"/>
                <a:gd name="connsiteY1235" fmla="*/ 968351 h 1796087"/>
                <a:gd name="connsiteX1236" fmla="*/ 1293446 w 2290556"/>
                <a:gd name="connsiteY1236" fmla="*/ 967812 h 1796087"/>
                <a:gd name="connsiteX1237" fmla="*/ 1289307 w 2290556"/>
                <a:gd name="connsiteY1237" fmla="*/ 966063 h 1796087"/>
                <a:gd name="connsiteX1238" fmla="*/ 1284427 w 2290556"/>
                <a:gd name="connsiteY1238" fmla="*/ 963574 h 1796087"/>
                <a:gd name="connsiteX1239" fmla="*/ 1274735 w 2290556"/>
                <a:gd name="connsiteY1239" fmla="*/ 954760 h 1796087"/>
                <a:gd name="connsiteX1240" fmla="*/ 1272143 w 2290556"/>
                <a:gd name="connsiteY1240" fmla="*/ 952035 h 1796087"/>
                <a:gd name="connsiteX1241" fmla="*/ 1269653 w 2290556"/>
                <a:gd name="connsiteY1241" fmla="*/ 949546 h 1796087"/>
                <a:gd name="connsiteX1242" fmla="*/ 1267028 w 2290556"/>
                <a:gd name="connsiteY1242" fmla="*/ 948133 h 1796087"/>
                <a:gd name="connsiteX1243" fmla="*/ 1262249 w 2290556"/>
                <a:gd name="connsiteY1243" fmla="*/ 947494 h 1796087"/>
                <a:gd name="connsiteX1244" fmla="*/ 1253566 w 2290556"/>
                <a:gd name="connsiteY1244" fmla="*/ 947494 h 1796087"/>
                <a:gd name="connsiteX1245" fmla="*/ 1240508 w 2290556"/>
                <a:gd name="connsiteY1245" fmla="*/ 947494 h 1796087"/>
                <a:gd name="connsiteX1246" fmla="*/ 1236907 w 2290556"/>
                <a:gd name="connsiteY1246" fmla="*/ 947696 h 1796087"/>
                <a:gd name="connsiteX1247" fmla="*/ 1233340 w 2290556"/>
                <a:gd name="connsiteY1247" fmla="*/ 947830 h 1796087"/>
                <a:gd name="connsiteX1248" fmla="*/ 1229739 w 2290556"/>
                <a:gd name="connsiteY1248" fmla="*/ 948806 h 1796087"/>
                <a:gd name="connsiteX1249" fmla="*/ 1227450 w 2290556"/>
                <a:gd name="connsiteY1249" fmla="*/ 949344 h 1796087"/>
                <a:gd name="connsiteX1250" fmla="*/ 1222873 w 2290556"/>
                <a:gd name="connsiteY1250" fmla="*/ 951632 h 1796087"/>
                <a:gd name="connsiteX1251" fmla="*/ 1219507 w 2290556"/>
                <a:gd name="connsiteY1251" fmla="*/ 953280 h 1796087"/>
                <a:gd name="connsiteX1252" fmla="*/ 1216479 w 2290556"/>
                <a:gd name="connsiteY1252" fmla="*/ 955870 h 1796087"/>
                <a:gd name="connsiteX1253" fmla="*/ 1213753 w 2290556"/>
                <a:gd name="connsiteY1253" fmla="*/ 957922 h 1796087"/>
                <a:gd name="connsiteX1254" fmla="*/ 1210152 w 2290556"/>
                <a:gd name="connsiteY1254" fmla="*/ 960950 h 1796087"/>
                <a:gd name="connsiteX1255" fmla="*/ 1208099 w 2290556"/>
                <a:gd name="connsiteY1255" fmla="*/ 964953 h 1796087"/>
                <a:gd name="connsiteX1256" fmla="*/ 1205810 w 2290556"/>
                <a:gd name="connsiteY1256" fmla="*/ 969831 h 1796087"/>
                <a:gd name="connsiteX1257" fmla="*/ 1200358 w 2290556"/>
                <a:gd name="connsiteY1257" fmla="*/ 975684 h 1796087"/>
                <a:gd name="connsiteX1258" fmla="*/ 1198171 w 2290556"/>
                <a:gd name="connsiteY1258" fmla="*/ 985675 h 1796087"/>
                <a:gd name="connsiteX1259" fmla="*/ 1197194 w 2290556"/>
                <a:gd name="connsiteY1259" fmla="*/ 987962 h 1796087"/>
                <a:gd name="connsiteX1260" fmla="*/ 1195243 w 2290556"/>
                <a:gd name="connsiteY1260" fmla="*/ 992403 h 1796087"/>
                <a:gd name="connsiteX1261" fmla="*/ 1193728 w 2290556"/>
                <a:gd name="connsiteY1261" fmla="*/ 996641 h 1796087"/>
                <a:gd name="connsiteX1262" fmla="*/ 1191978 w 2290556"/>
                <a:gd name="connsiteY1262" fmla="*/ 1000544 h 1796087"/>
                <a:gd name="connsiteX1263" fmla="*/ 1191002 w 2290556"/>
                <a:gd name="connsiteY1263" fmla="*/ 1004984 h 1796087"/>
                <a:gd name="connsiteX1264" fmla="*/ 1190565 w 2290556"/>
                <a:gd name="connsiteY1264" fmla="*/ 1009559 h 1796087"/>
                <a:gd name="connsiteX1265" fmla="*/ 1189689 w 2290556"/>
                <a:gd name="connsiteY1265" fmla="*/ 1012721 h 1796087"/>
                <a:gd name="connsiteX1266" fmla="*/ 1188377 w 2290556"/>
                <a:gd name="connsiteY1266" fmla="*/ 1015648 h 1796087"/>
                <a:gd name="connsiteX1267" fmla="*/ 1185314 w 2290556"/>
                <a:gd name="connsiteY1267" fmla="*/ 1019348 h 1796087"/>
                <a:gd name="connsiteX1268" fmla="*/ 1184574 w 2290556"/>
                <a:gd name="connsiteY1268" fmla="*/ 1021299 h 1796087"/>
                <a:gd name="connsiteX1269" fmla="*/ 1184776 w 2290556"/>
                <a:gd name="connsiteY1269" fmla="*/ 1024764 h 1796087"/>
                <a:gd name="connsiteX1270" fmla="*/ 1184776 w 2290556"/>
                <a:gd name="connsiteY1270" fmla="*/ 1027691 h 1796087"/>
                <a:gd name="connsiteX1271" fmla="*/ 1185819 w 2290556"/>
                <a:gd name="connsiteY1271" fmla="*/ 1030752 h 1796087"/>
                <a:gd name="connsiteX1272" fmla="*/ 1188040 w 2290556"/>
                <a:gd name="connsiteY1272" fmla="*/ 1033342 h 1796087"/>
                <a:gd name="connsiteX1273" fmla="*/ 1191204 w 2290556"/>
                <a:gd name="connsiteY1273" fmla="*/ 1036942 h 1796087"/>
                <a:gd name="connsiteX1274" fmla="*/ 1192718 w 2290556"/>
                <a:gd name="connsiteY1274" fmla="*/ 1043569 h 1796087"/>
                <a:gd name="connsiteX1275" fmla="*/ 1192920 w 2290556"/>
                <a:gd name="connsiteY1275" fmla="*/ 1046731 h 1796087"/>
                <a:gd name="connsiteX1276" fmla="*/ 1198036 w 2290556"/>
                <a:gd name="connsiteY1276" fmla="*/ 1054434 h 1796087"/>
                <a:gd name="connsiteX1277" fmla="*/ 1201300 w 2290556"/>
                <a:gd name="connsiteY1277" fmla="*/ 1059850 h 1796087"/>
                <a:gd name="connsiteX1278" fmla="*/ 1207493 w 2290556"/>
                <a:gd name="connsiteY1278" fmla="*/ 1064863 h 1796087"/>
                <a:gd name="connsiteX1279" fmla="*/ 1218464 w 2290556"/>
                <a:gd name="connsiteY1279" fmla="*/ 1074854 h 1796087"/>
                <a:gd name="connsiteX1280" fmla="*/ 1221931 w 2290556"/>
                <a:gd name="connsiteY1280" fmla="*/ 1078991 h 1796087"/>
                <a:gd name="connsiteX1281" fmla="*/ 1225296 w 2290556"/>
                <a:gd name="connsiteY1281" fmla="*/ 1082153 h 1796087"/>
                <a:gd name="connsiteX1282" fmla="*/ 1226508 w 2290556"/>
                <a:gd name="connsiteY1282" fmla="*/ 1085618 h 1796087"/>
                <a:gd name="connsiteX1283" fmla="*/ 1226508 w 2290556"/>
                <a:gd name="connsiteY1283" fmla="*/ 1089857 h 1796087"/>
                <a:gd name="connsiteX1284" fmla="*/ 1226036 w 2290556"/>
                <a:gd name="connsiteY1284" fmla="*/ 1095845 h 1796087"/>
                <a:gd name="connsiteX1285" fmla="*/ 1222267 w 2290556"/>
                <a:gd name="connsiteY1285" fmla="*/ 1100622 h 1796087"/>
                <a:gd name="connsiteX1286" fmla="*/ 1217589 w 2290556"/>
                <a:gd name="connsiteY1286" fmla="*/ 1106273 h 1796087"/>
                <a:gd name="connsiteX1287" fmla="*/ 1207493 w 2290556"/>
                <a:gd name="connsiteY1287" fmla="*/ 1114851 h 1796087"/>
                <a:gd name="connsiteX1288" fmla="*/ 1196420 w 2290556"/>
                <a:gd name="connsiteY1288" fmla="*/ 1123429 h 1796087"/>
                <a:gd name="connsiteX1289" fmla="*/ 1185314 w 2290556"/>
                <a:gd name="connsiteY1289" fmla="*/ 1129518 h 1796087"/>
                <a:gd name="connsiteX1290" fmla="*/ 1166535 w 2290556"/>
                <a:gd name="connsiteY1290" fmla="*/ 1137423 h 1796087"/>
                <a:gd name="connsiteX1291" fmla="*/ 1159569 w 2290556"/>
                <a:gd name="connsiteY1291" fmla="*/ 1140586 h 1796087"/>
                <a:gd name="connsiteX1292" fmla="*/ 1153141 w 2290556"/>
                <a:gd name="connsiteY1292" fmla="*/ 1142436 h 1796087"/>
                <a:gd name="connsiteX1293" fmla="*/ 1148799 w 2290556"/>
                <a:gd name="connsiteY1293" fmla="*/ 1145160 h 1796087"/>
                <a:gd name="connsiteX1294" fmla="*/ 1144020 w 2290556"/>
                <a:gd name="connsiteY1294" fmla="*/ 1148087 h 1796087"/>
                <a:gd name="connsiteX1295" fmla="*/ 1140857 w 2290556"/>
                <a:gd name="connsiteY1295" fmla="*/ 1151552 h 1796087"/>
                <a:gd name="connsiteX1296" fmla="*/ 1137794 w 2290556"/>
                <a:gd name="connsiteY1296" fmla="*/ 1155589 h 1796087"/>
                <a:gd name="connsiteX1297" fmla="*/ 1135943 w 2290556"/>
                <a:gd name="connsiteY1297" fmla="*/ 1158852 h 1796087"/>
                <a:gd name="connsiteX1298" fmla="*/ 1134092 w 2290556"/>
                <a:gd name="connsiteY1298" fmla="*/ 1162014 h 1796087"/>
                <a:gd name="connsiteX1299" fmla="*/ 1131467 w 2290556"/>
                <a:gd name="connsiteY1299" fmla="*/ 1165378 h 1796087"/>
                <a:gd name="connsiteX1300" fmla="*/ 1129179 w 2290556"/>
                <a:gd name="connsiteY1300" fmla="*/ 1168103 h 1796087"/>
                <a:gd name="connsiteX1301" fmla="*/ 1126789 w 2290556"/>
                <a:gd name="connsiteY1301" fmla="*/ 1172341 h 1796087"/>
                <a:gd name="connsiteX1302" fmla="*/ 1123323 w 2290556"/>
                <a:gd name="connsiteY1302" fmla="*/ 1175941 h 1796087"/>
                <a:gd name="connsiteX1303" fmla="*/ 1120832 w 2290556"/>
                <a:gd name="connsiteY1303" fmla="*/ 1180818 h 1796087"/>
                <a:gd name="connsiteX1304" fmla="*/ 1115818 w 2290556"/>
                <a:gd name="connsiteY1304" fmla="*/ 1189195 h 1796087"/>
                <a:gd name="connsiteX1305" fmla="*/ 1094178 w 2290556"/>
                <a:gd name="connsiteY1305" fmla="*/ 1207562 h 1796087"/>
                <a:gd name="connsiteX1306" fmla="*/ 1091014 w 2290556"/>
                <a:gd name="connsiteY1306" fmla="*/ 1211599 h 1796087"/>
                <a:gd name="connsiteX1307" fmla="*/ 1087851 w 2290556"/>
                <a:gd name="connsiteY1307" fmla="*/ 1215198 h 1796087"/>
                <a:gd name="connsiteX1308" fmla="*/ 1084923 w 2290556"/>
                <a:gd name="connsiteY1308" fmla="*/ 1217048 h 1796087"/>
                <a:gd name="connsiteX1309" fmla="*/ 1080783 w 2290556"/>
                <a:gd name="connsiteY1309" fmla="*/ 1220110 h 1796087"/>
                <a:gd name="connsiteX1310" fmla="*/ 1076105 w 2290556"/>
                <a:gd name="connsiteY1310" fmla="*/ 1221422 h 1796087"/>
                <a:gd name="connsiteX1311" fmla="*/ 1070889 w 2290556"/>
                <a:gd name="connsiteY1311" fmla="*/ 1222498 h 1796087"/>
                <a:gd name="connsiteX1312" fmla="*/ 1067523 w 2290556"/>
                <a:gd name="connsiteY1312" fmla="*/ 1222935 h 1796087"/>
                <a:gd name="connsiteX1313" fmla="*/ 1062745 w 2290556"/>
                <a:gd name="connsiteY1313" fmla="*/ 1223373 h 1796087"/>
                <a:gd name="connsiteX1314" fmla="*/ 1055340 w 2290556"/>
                <a:gd name="connsiteY1314" fmla="*/ 1224146 h 1796087"/>
                <a:gd name="connsiteX1315" fmla="*/ 1051436 w 2290556"/>
                <a:gd name="connsiteY1315" fmla="*/ 1224584 h 1796087"/>
                <a:gd name="connsiteX1316" fmla="*/ 1046657 w 2290556"/>
                <a:gd name="connsiteY1316" fmla="*/ 1226636 h 1796087"/>
                <a:gd name="connsiteX1317" fmla="*/ 1040028 w 2290556"/>
                <a:gd name="connsiteY1317" fmla="*/ 1230235 h 1796087"/>
                <a:gd name="connsiteX1318" fmla="*/ 1034037 w 2290556"/>
                <a:gd name="connsiteY1318" fmla="*/ 1234238 h 1796087"/>
                <a:gd name="connsiteX1319" fmla="*/ 1025657 w 2290556"/>
                <a:gd name="connsiteY1319" fmla="*/ 1241504 h 1796087"/>
                <a:gd name="connsiteX1320" fmla="*/ 1016873 w 2290556"/>
                <a:gd name="connsiteY1320" fmla="*/ 1244734 h 1796087"/>
                <a:gd name="connsiteX1321" fmla="*/ 1002536 w 2290556"/>
                <a:gd name="connsiteY1321" fmla="*/ 1244734 h 1796087"/>
                <a:gd name="connsiteX1322" fmla="*/ 978944 w 2290556"/>
                <a:gd name="connsiteY1322" fmla="*/ 1246079 h 1796087"/>
                <a:gd name="connsiteX1323" fmla="*/ 959055 w 2290556"/>
                <a:gd name="connsiteY1323" fmla="*/ 1248199 h 1796087"/>
                <a:gd name="connsiteX1324" fmla="*/ 953199 w 2290556"/>
                <a:gd name="connsiteY1324" fmla="*/ 1248636 h 1796087"/>
                <a:gd name="connsiteX1325" fmla="*/ 941352 w 2290556"/>
                <a:gd name="connsiteY1325" fmla="*/ 1246786 h 1796087"/>
                <a:gd name="connsiteX1326" fmla="*/ 926242 w 2290556"/>
                <a:gd name="connsiteY1326" fmla="*/ 1245272 h 1796087"/>
                <a:gd name="connsiteX1327" fmla="*/ 916010 w 2290556"/>
                <a:gd name="connsiteY1327" fmla="*/ 1245474 h 1796087"/>
                <a:gd name="connsiteX1328" fmla="*/ 890130 w 2290556"/>
                <a:gd name="connsiteY1328" fmla="*/ 1246113 h 1796087"/>
                <a:gd name="connsiteX1329" fmla="*/ 883702 w 2290556"/>
                <a:gd name="connsiteY1329" fmla="*/ 1246449 h 1796087"/>
                <a:gd name="connsiteX1330" fmla="*/ 871250 w 2290556"/>
                <a:gd name="connsiteY1330" fmla="*/ 1248064 h 1796087"/>
                <a:gd name="connsiteX1331" fmla="*/ 860615 w 2290556"/>
                <a:gd name="connsiteY1331" fmla="*/ 1248064 h 1796087"/>
                <a:gd name="connsiteX1332" fmla="*/ 856576 w 2290556"/>
                <a:gd name="connsiteY1332" fmla="*/ 1245171 h 1796087"/>
                <a:gd name="connsiteX1333" fmla="*/ 852235 w 2290556"/>
                <a:gd name="connsiteY1333" fmla="*/ 1243388 h 1796087"/>
                <a:gd name="connsiteX1334" fmla="*/ 847692 w 2290556"/>
                <a:gd name="connsiteY1334" fmla="*/ 1242850 h 1796087"/>
                <a:gd name="connsiteX1335" fmla="*/ 842038 w 2290556"/>
                <a:gd name="connsiteY1335" fmla="*/ 1243085 h 1796087"/>
                <a:gd name="connsiteX1336" fmla="*/ 837898 w 2290556"/>
                <a:gd name="connsiteY1336" fmla="*/ 1243422 h 1796087"/>
                <a:gd name="connsiteX1337" fmla="*/ 833994 w 2290556"/>
                <a:gd name="connsiteY1337" fmla="*/ 1244734 h 1796087"/>
                <a:gd name="connsiteX1338" fmla="*/ 828677 w 2290556"/>
                <a:gd name="connsiteY1338" fmla="*/ 1247459 h 1796087"/>
                <a:gd name="connsiteX1339" fmla="*/ 815854 w 2290556"/>
                <a:gd name="connsiteY1339" fmla="*/ 1255936 h 1796087"/>
                <a:gd name="connsiteX1340" fmla="*/ 812354 w 2290556"/>
                <a:gd name="connsiteY1340" fmla="*/ 1260073 h 1796087"/>
                <a:gd name="connsiteX1341" fmla="*/ 803234 w 2290556"/>
                <a:gd name="connsiteY1341" fmla="*/ 1262361 h 1796087"/>
                <a:gd name="connsiteX1342" fmla="*/ 794214 w 2290556"/>
                <a:gd name="connsiteY1342" fmla="*/ 1262563 h 1796087"/>
                <a:gd name="connsiteX1343" fmla="*/ 785633 w 2290556"/>
                <a:gd name="connsiteY1343" fmla="*/ 1262462 h 1796087"/>
                <a:gd name="connsiteX1344" fmla="*/ 780079 w 2290556"/>
                <a:gd name="connsiteY1344" fmla="*/ 1263437 h 1796087"/>
                <a:gd name="connsiteX1345" fmla="*/ 770084 w 2290556"/>
                <a:gd name="connsiteY1345" fmla="*/ 1267239 h 1796087"/>
                <a:gd name="connsiteX1346" fmla="*/ 735184 w 2290556"/>
                <a:gd name="connsiteY1346" fmla="*/ 1282444 h 1796087"/>
                <a:gd name="connsiteX1347" fmla="*/ 719097 w 2290556"/>
                <a:gd name="connsiteY1347" fmla="*/ 1288734 h 1796087"/>
                <a:gd name="connsiteX1348" fmla="*/ 693890 w 2290556"/>
                <a:gd name="connsiteY1348" fmla="*/ 1299062 h 1796087"/>
                <a:gd name="connsiteX1349" fmla="*/ 667808 w 2290556"/>
                <a:gd name="connsiteY1349" fmla="*/ 1313291 h 1796087"/>
                <a:gd name="connsiteX1350" fmla="*/ 661817 w 2290556"/>
                <a:gd name="connsiteY1350" fmla="*/ 1316117 h 1796087"/>
                <a:gd name="connsiteX1351" fmla="*/ 655962 w 2290556"/>
                <a:gd name="connsiteY1351" fmla="*/ 1322105 h 1796087"/>
                <a:gd name="connsiteX1352" fmla="*/ 647817 w 2290556"/>
                <a:gd name="connsiteY1352" fmla="*/ 1326344 h 1796087"/>
                <a:gd name="connsiteX1353" fmla="*/ 645428 w 2290556"/>
                <a:gd name="connsiteY1353" fmla="*/ 1328934 h 1796087"/>
                <a:gd name="connsiteX1354" fmla="*/ 643476 w 2290556"/>
                <a:gd name="connsiteY1354" fmla="*/ 1332096 h 1796087"/>
                <a:gd name="connsiteX1355" fmla="*/ 638899 w 2290556"/>
                <a:gd name="connsiteY1355" fmla="*/ 1333946 h 1796087"/>
                <a:gd name="connsiteX1356" fmla="*/ 634423 w 2290556"/>
                <a:gd name="connsiteY1356" fmla="*/ 1332298 h 1796087"/>
                <a:gd name="connsiteX1357" fmla="*/ 633447 w 2290556"/>
                <a:gd name="connsiteY1357" fmla="*/ 1329573 h 1796087"/>
                <a:gd name="connsiteX1358" fmla="*/ 632134 w 2290556"/>
                <a:gd name="connsiteY1358" fmla="*/ 1325973 h 1796087"/>
                <a:gd name="connsiteX1359" fmla="*/ 627994 w 2290556"/>
                <a:gd name="connsiteY1359" fmla="*/ 1324998 h 1796087"/>
                <a:gd name="connsiteX1360" fmla="*/ 621600 w 2290556"/>
                <a:gd name="connsiteY1360" fmla="*/ 1324022 h 1796087"/>
                <a:gd name="connsiteX1361" fmla="*/ 616720 w 2290556"/>
                <a:gd name="connsiteY1361" fmla="*/ 1324897 h 1796087"/>
                <a:gd name="connsiteX1362" fmla="*/ 611066 w 2290556"/>
                <a:gd name="connsiteY1362" fmla="*/ 1325873 h 1796087"/>
                <a:gd name="connsiteX1363" fmla="*/ 606489 w 2290556"/>
                <a:gd name="connsiteY1363" fmla="*/ 1325873 h 1796087"/>
                <a:gd name="connsiteX1364" fmla="*/ 602047 w 2290556"/>
                <a:gd name="connsiteY1364" fmla="*/ 1324460 h 1796087"/>
                <a:gd name="connsiteX1365" fmla="*/ 600432 w 2290556"/>
                <a:gd name="connsiteY1365" fmla="*/ 1322408 h 1796087"/>
                <a:gd name="connsiteX1366" fmla="*/ 599119 w 2290556"/>
                <a:gd name="connsiteY1366" fmla="*/ 1318505 h 1796087"/>
                <a:gd name="connsiteX1367" fmla="*/ 599119 w 2290556"/>
                <a:gd name="connsiteY1367" fmla="*/ 1311542 h 1796087"/>
                <a:gd name="connsiteX1368" fmla="*/ 599119 w 2290556"/>
                <a:gd name="connsiteY1368" fmla="*/ 1308077 h 1796087"/>
                <a:gd name="connsiteX1369" fmla="*/ 599119 w 2290556"/>
                <a:gd name="connsiteY1369" fmla="*/ 1303199 h 1796087"/>
                <a:gd name="connsiteX1370" fmla="*/ 596561 w 2290556"/>
                <a:gd name="connsiteY1370" fmla="*/ 1299936 h 1796087"/>
                <a:gd name="connsiteX1371" fmla="*/ 594441 w 2290556"/>
                <a:gd name="connsiteY1371" fmla="*/ 1298288 h 1796087"/>
                <a:gd name="connsiteX1372" fmla="*/ 589426 w 2290556"/>
                <a:gd name="connsiteY1372" fmla="*/ 1297851 h 1796087"/>
                <a:gd name="connsiteX1373" fmla="*/ 584648 w 2290556"/>
                <a:gd name="connsiteY1373" fmla="*/ 1300475 h 1796087"/>
                <a:gd name="connsiteX1374" fmla="*/ 572262 w 2290556"/>
                <a:gd name="connsiteY1374" fmla="*/ 1303199 h 1796087"/>
                <a:gd name="connsiteX1375" fmla="*/ 539988 w 2290556"/>
                <a:gd name="connsiteY1375" fmla="*/ 1302224 h 1796087"/>
                <a:gd name="connsiteX1376" fmla="*/ 531170 w 2290556"/>
                <a:gd name="connsiteY1376" fmla="*/ 1300374 h 1796087"/>
                <a:gd name="connsiteX1377" fmla="*/ 518684 w 2290556"/>
                <a:gd name="connsiteY1377" fmla="*/ 1299297 h 1796087"/>
                <a:gd name="connsiteX1378" fmla="*/ 507275 w 2290556"/>
                <a:gd name="connsiteY1378" fmla="*/ 1294621 h 1796087"/>
                <a:gd name="connsiteX1379" fmla="*/ 486073 w 2290556"/>
                <a:gd name="connsiteY1379" fmla="*/ 1282881 h 1796087"/>
                <a:gd name="connsiteX1380" fmla="*/ 454774 w 2290556"/>
                <a:gd name="connsiteY1380" fmla="*/ 1267575 h 1796087"/>
                <a:gd name="connsiteX1381" fmla="*/ 438788 w 2290556"/>
                <a:gd name="connsiteY1381" fmla="*/ 1259434 h 1796087"/>
                <a:gd name="connsiteX1382" fmla="*/ 420750 w 2290556"/>
                <a:gd name="connsiteY1382" fmla="*/ 1254859 h 1796087"/>
                <a:gd name="connsiteX1383" fmla="*/ 411932 w 2290556"/>
                <a:gd name="connsiteY1383" fmla="*/ 1252471 h 1796087"/>
                <a:gd name="connsiteX1384" fmla="*/ 406480 w 2290556"/>
                <a:gd name="connsiteY1384" fmla="*/ 1250621 h 1796087"/>
                <a:gd name="connsiteX1385" fmla="*/ 398672 w 2290556"/>
                <a:gd name="connsiteY1385" fmla="*/ 1248232 h 1796087"/>
                <a:gd name="connsiteX1386" fmla="*/ 394634 w 2290556"/>
                <a:gd name="connsiteY1386" fmla="*/ 1246046 h 1796087"/>
                <a:gd name="connsiteX1387" fmla="*/ 391706 w 2290556"/>
                <a:gd name="connsiteY1387" fmla="*/ 1242244 h 1796087"/>
                <a:gd name="connsiteX1388" fmla="*/ 389619 w 2290556"/>
                <a:gd name="connsiteY1388" fmla="*/ 1238107 h 1796087"/>
                <a:gd name="connsiteX1389" fmla="*/ 389081 w 2290556"/>
                <a:gd name="connsiteY1389" fmla="*/ 1233532 h 1796087"/>
                <a:gd name="connsiteX1390" fmla="*/ 383629 w 2290556"/>
                <a:gd name="connsiteY1390" fmla="*/ 1227443 h 1796087"/>
                <a:gd name="connsiteX1391" fmla="*/ 376561 w 2290556"/>
                <a:gd name="connsiteY1391" fmla="*/ 1219067 h 1796087"/>
                <a:gd name="connsiteX1392" fmla="*/ 374912 w 2290556"/>
                <a:gd name="connsiteY1392" fmla="*/ 1215366 h 1796087"/>
                <a:gd name="connsiteX1393" fmla="*/ 371311 w 2290556"/>
                <a:gd name="connsiteY1393" fmla="*/ 1210791 h 1796087"/>
                <a:gd name="connsiteX1394" fmla="*/ 368383 w 2290556"/>
                <a:gd name="connsiteY1394" fmla="*/ 1208840 h 1796087"/>
                <a:gd name="connsiteX1395" fmla="*/ 365152 w 2290556"/>
                <a:gd name="connsiteY1395" fmla="*/ 1208100 h 1796087"/>
                <a:gd name="connsiteX1396" fmla="*/ 359936 w 2290556"/>
                <a:gd name="connsiteY1396" fmla="*/ 1208100 h 1796087"/>
                <a:gd name="connsiteX1397" fmla="*/ 355056 w 2290556"/>
                <a:gd name="connsiteY1397" fmla="*/ 1208100 h 1796087"/>
                <a:gd name="connsiteX1398" fmla="*/ 346036 w 2290556"/>
                <a:gd name="connsiteY1398" fmla="*/ 1206586 h 1796087"/>
                <a:gd name="connsiteX1399" fmla="*/ 337892 w 2290556"/>
                <a:gd name="connsiteY1399" fmla="*/ 1204534 h 1796087"/>
                <a:gd name="connsiteX1400" fmla="*/ 315949 w 2290556"/>
                <a:gd name="connsiteY1400" fmla="*/ 1193770 h 1796087"/>
                <a:gd name="connsiteX1401" fmla="*/ 284549 w 2290556"/>
                <a:gd name="connsiteY1401" fmla="*/ 1183005 h 1796087"/>
                <a:gd name="connsiteX1402" fmla="*/ 267285 w 2290556"/>
                <a:gd name="connsiteY1402" fmla="*/ 1182366 h 1796087"/>
                <a:gd name="connsiteX1403" fmla="*/ 213909 w 2290556"/>
                <a:gd name="connsiteY1403" fmla="*/ 1185528 h 1796087"/>
                <a:gd name="connsiteX1404" fmla="*/ 185773 w 2290556"/>
                <a:gd name="connsiteY1404" fmla="*/ 1185528 h 1796087"/>
                <a:gd name="connsiteX1405" fmla="*/ 139330 w 2290556"/>
                <a:gd name="connsiteY1405" fmla="*/ 1179607 h 1796087"/>
                <a:gd name="connsiteX1406" fmla="*/ 109075 w 2290556"/>
                <a:gd name="connsiteY1406" fmla="*/ 1171938 h 1796087"/>
                <a:gd name="connsiteX1407" fmla="*/ 84776 w 2290556"/>
                <a:gd name="connsiteY1407" fmla="*/ 1167026 h 1796087"/>
                <a:gd name="connsiteX1408" fmla="*/ 58593 w 2290556"/>
                <a:gd name="connsiteY1408" fmla="*/ 1161476 h 1796087"/>
                <a:gd name="connsiteX1409" fmla="*/ 23390 w 2290556"/>
                <a:gd name="connsiteY1409" fmla="*/ 1148625 h 1796087"/>
                <a:gd name="connsiteX1410" fmla="*/ 0 w 2290556"/>
                <a:gd name="connsiteY1410" fmla="*/ 1142974 h 1796087"/>
                <a:gd name="connsiteX1411" fmla="*/ 4341 w 2290556"/>
                <a:gd name="connsiteY1411" fmla="*/ 1164100 h 1796087"/>
                <a:gd name="connsiteX1412" fmla="*/ 9255 w 2290556"/>
                <a:gd name="connsiteY1412" fmla="*/ 1184956 h 1796087"/>
                <a:gd name="connsiteX1413" fmla="*/ 18813 w 2290556"/>
                <a:gd name="connsiteY1413" fmla="*/ 1206687 h 1796087"/>
                <a:gd name="connsiteX1414" fmla="*/ 19957 w 2290556"/>
                <a:gd name="connsiteY1414" fmla="*/ 1215232 h 1796087"/>
                <a:gd name="connsiteX1415" fmla="*/ 22919 w 2290556"/>
                <a:gd name="connsiteY1415" fmla="*/ 1221253 h 1796087"/>
                <a:gd name="connsiteX1416" fmla="*/ 24736 w 2290556"/>
                <a:gd name="connsiteY1416" fmla="*/ 1228553 h 1796087"/>
                <a:gd name="connsiteX1417" fmla="*/ 25375 w 2290556"/>
                <a:gd name="connsiteY1417" fmla="*/ 1231883 h 1796087"/>
                <a:gd name="connsiteX1418" fmla="*/ 27462 w 2290556"/>
                <a:gd name="connsiteY1418" fmla="*/ 1236896 h 1796087"/>
                <a:gd name="connsiteX1419" fmla="*/ 29784 w 2290556"/>
                <a:gd name="connsiteY1419" fmla="*/ 1241874 h 1796087"/>
                <a:gd name="connsiteX1420" fmla="*/ 28977 w 2290556"/>
                <a:gd name="connsiteY1420" fmla="*/ 1245205 h 1796087"/>
                <a:gd name="connsiteX1421" fmla="*/ 28842 w 2290556"/>
                <a:gd name="connsiteY1421" fmla="*/ 1248602 h 1796087"/>
                <a:gd name="connsiteX1422" fmla="*/ 31467 w 2290556"/>
                <a:gd name="connsiteY1422" fmla="*/ 1251933 h 1796087"/>
                <a:gd name="connsiteX1423" fmla="*/ 34294 w 2290556"/>
                <a:gd name="connsiteY1423" fmla="*/ 1256945 h 1796087"/>
                <a:gd name="connsiteX1424" fmla="*/ 33991 w 2290556"/>
                <a:gd name="connsiteY1424" fmla="*/ 1259266 h 1796087"/>
                <a:gd name="connsiteX1425" fmla="*/ 33688 w 2290556"/>
                <a:gd name="connsiteY1425" fmla="*/ 1262226 h 1796087"/>
                <a:gd name="connsiteX1426" fmla="*/ 36212 w 2290556"/>
                <a:gd name="connsiteY1426" fmla="*/ 1263976 h 1796087"/>
                <a:gd name="connsiteX1427" fmla="*/ 37794 w 2290556"/>
                <a:gd name="connsiteY1427" fmla="*/ 1265994 h 1796087"/>
                <a:gd name="connsiteX1428" fmla="*/ 38366 w 2290556"/>
                <a:gd name="connsiteY1428" fmla="*/ 1267878 h 1796087"/>
                <a:gd name="connsiteX1429" fmla="*/ 38871 w 2290556"/>
                <a:gd name="connsiteY1429" fmla="*/ 1270132 h 1796087"/>
                <a:gd name="connsiteX1430" fmla="*/ 36616 w 2290556"/>
                <a:gd name="connsiteY1430" fmla="*/ 1272621 h 1796087"/>
                <a:gd name="connsiteX1431" fmla="*/ 30020 w 2290556"/>
                <a:gd name="connsiteY1431" fmla="*/ 1276961 h 1796087"/>
                <a:gd name="connsiteX1432" fmla="*/ 25948 w 2290556"/>
                <a:gd name="connsiteY1432" fmla="*/ 1279214 h 1796087"/>
                <a:gd name="connsiteX1433" fmla="*/ 22246 w 2290556"/>
                <a:gd name="connsiteY1433" fmla="*/ 1280896 h 1796087"/>
                <a:gd name="connsiteX1434" fmla="*/ 17467 w 2290556"/>
                <a:gd name="connsiteY1434" fmla="*/ 1283285 h 1796087"/>
                <a:gd name="connsiteX1435" fmla="*/ 15885 w 2290556"/>
                <a:gd name="connsiteY1435" fmla="*/ 1284294 h 1796087"/>
                <a:gd name="connsiteX1436" fmla="*/ 15077 w 2290556"/>
                <a:gd name="connsiteY1436" fmla="*/ 1286178 h 1796087"/>
                <a:gd name="connsiteX1437" fmla="*/ 15077 w 2290556"/>
                <a:gd name="connsiteY1437" fmla="*/ 1288062 h 1796087"/>
                <a:gd name="connsiteX1438" fmla="*/ 16827 w 2290556"/>
                <a:gd name="connsiteY1438" fmla="*/ 1291022 h 1796087"/>
                <a:gd name="connsiteX1439" fmla="*/ 20294 w 2290556"/>
                <a:gd name="connsiteY1439" fmla="*/ 1294924 h 1796087"/>
                <a:gd name="connsiteX1440" fmla="*/ 22380 w 2290556"/>
                <a:gd name="connsiteY1440" fmla="*/ 1300340 h 1796087"/>
                <a:gd name="connsiteX1441" fmla="*/ 25780 w 2290556"/>
                <a:gd name="connsiteY1441" fmla="*/ 1304612 h 1796087"/>
                <a:gd name="connsiteX1442" fmla="*/ 25780 w 2290556"/>
                <a:gd name="connsiteY1442" fmla="*/ 1307371 h 1796087"/>
                <a:gd name="connsiteX1443" fmla="*/ 29414 w 2290556"/>
                <a:gd name="connsiteY1443" fmla="*/ 1314469 h 1796087"/>
                <a:gd name="connsiteX1444" fmla="*/ 32174 w 2290556"/>
                <a:gd name="connsiteY1444" fmla="*/ 1318674 h 1796087"/>
                <a:gd name="connsiteX1445" fmla="*/ 34058 w 2290556"/>
                <a:gd name="connsiteY1445" fmla="*/ 1323585 h 1796087"/>
                <a:gd name="connsiteX1446" fmla="*/ 36313 w 2290556"/>
                <a:gd name="connsiteY1446" fmla="*/ 1327151 h 1796087"/>
                <a:gd name="connsiteX1447" fmla="*/ 38905 w 2290556"/>
                <a:gd name="connsiteY1447" fmla="*/ 1330784 h 1796087"/>
                <a:gd name="connsiteX1448" fmla="*/ 40924 w 2290556"/>
                <a:gd name="connsiteY1448" fmla="*/ 1332163 h 1796087"/>
                <a:gd name="connsiteX1449" fmla="*/ 44626 w 2290556"/>
                <a:gd name="connsiteY1449" fmla="*/ 1334854 h 1796087"/>
                <a:gd name="connsiteX1450" fmla="*/ 46814 w 2290556"/>
                <a:gd name="connsiteY1450" fmla="*/ 1336435 h 1796087"/>
                <a:gd name="connsiteX1451" fmla="*/ 47116 w 2290556"/>
                <a:gd name="connsiteY1451" fmla="*/ 1339900 h 1796087"/>
                <a:gd name="connsiteX1452" fmla="*/ 50145 w 2290556"/>
                <a:gd name="connsiteY1452" fmla="*/ 1343432 h 1796087"/>
                <a:gd name="connsiteX1453" fmla="*/ 54419 w 2290556"/>
                <a:gd name="connsiteY1453" fmla="*/ 1347267 h 1796087"/>
                <a:gd name="connsiteX1454" fmla="*/ 59064 w 2290556"/>
                <a:gd name="connsiteY1454" fmla="*/ 1350530 h 1796087"/>
                <a:gd name="connsiteX1455" fmla="*/ 60881 w 2290556"/>
                <a:gd name="connsiteY1455" fmla="*/ 1352852 h 1796087"/>
                <a:gd name="connsiteX1456" fmla="*/ 63203 w 2290556"/>
                <a:gd name="connsiteY1456" fmla="*/ 1352482 h 1796087"/>
                <a:gd name="connsiteX1457" fmla="*/ 65896 w 2290556"/>
                <a:gd name="connsiteY1457" fmla="*/ 1352482 h 1796087"/>
                <a:gd name="connsiteX1458" fmla="*/ 68723 w 2290556"/>
                <a:gd name="connsiteY1458" fmla="*/ 1355509 h 1796087"/>
                <a:gd name="connsiteX1459" fmla="*/ 69362 w 2290556"/>
                <a:gd name="connsiteY1459" fmla="*/ 1357830 h 1796087"/>
                <a:gd name="connsiteX1460" fmla="*/ 74074 w 2290556"/>
                <a:gd name="connsiteY1460" fmla="*/ 1358705 h 1796087"/>
                <a:gd name="connsiteX1461" fmla="*/ 74444 w 2290556"/>
                <a:gd name="connsiteY1461" fmla="*/ 1360959 h 1796087"/>
                <a:gd name="connsiteX1462" fmla="*/ 74579 w 2290556"/>
                <a:gd name="connsiteY1462" fmla="*/ 1362641 h 1796087"/>
                <a:gd name="connsiteX1463" fmla="*/ 74646 w 2290556"/>
                <a:gd name="connsiteY1463" fmla="*/ 1365904 h 1796087"/>
                <a:gd name="connsiteX1464" fmla="*/ 74579 w 2290556"/>
                <a:gd name="connsiteY1464" fmla="*/ 1369671 h 1796087"/>
                <a:gd name="connsiteX1465" fmla="*/ 73838 w 2290556"/>
                <a:gd name="connsiteY1465" fmla="*/ 1372363 h 1796087"/>
                <a:gd name="connsiteX1466" fmla="*/ 72593 w 2290556"/>
                <a:gd name="connsiteY1466" fmla="*/ 1373607 h 1796087"/>
                <a:gd name="connsiteX1467" fmla="*/ 70944 w 2290556"/>
                <a:gd name="connsiteY1467" fmla="*/ 1375424 h 1796087"/>
                <a:gd name="connsiteX1468" fmla="*/ 70641 w 2290556"/>
                <a:gd name="connsiteY1468" fmla="*/ 1377812 h 1796087"/>
                <a:gd name="connsiteX1469" fmla="*/ 71280 w 2290556"/>
                <a:gd name="connsiteY1469" fmla="*/ 1379898 h 1796087"/>
                <a:gd name="connsiteX1470" fmla="*/ 70910 w 2290556"/>
                <a:gd name="connsiteY1470" fmla="*/ 1382656 h 1796087"/>
                <a:gd name="connsiteX1471" fmla="*/ 69732 w 2290556"/>
                <a:gd name="connsiteY1471" fmla="*/ 1383228 h 1796087"/>
                <a:gd name="connsiteX1472" fmla="*/ 67410 w 2290556"/>
                <a:gd name="connsiteY1472" fmla="*/ 1385045 h 1796087"/>
                <a:gd name="connsiteX1473" fmla="*/ 66535 w 2290556"/>
                <a:gd name="connsiteY1473" fmla="*/ 1386121 h 1796087"/>
                <a:gd name="connsiteX1474" fmla="*/ 65223 w 2290556"/>
                <a:gd name="connsiteY1474" fmla="*/ 1389822 h 1796087"/>
                <a:gd name="connsiteX1475" fmla="*/ 64583 w 2290556"/>
                <a:gd name="connsiteY1475" fmla="*/ 1392849 h 1796087"/>
                <a:gd name="connsiteX1476" fmla="*/ 63944 w 2290556"/>
                <a:gd name="connsiteY1476" fmla="*/ 1395036 h 1796087"/>
                <a:gd name="connsiteX1477" fmla="*/ 63304 w 2290556"/>
                <a:gd name="connsiteY1477" fmla="*/ 1396919 h 1796087"/>
                <a:gd name="connsiteX1478" fmla="*/ 62227 w 2290556"/>
                <a:gd name="connsiteY1478" fmla="*/ 1399308 h 1796087"/>
                <a:gd name="connsiteX1479" fmla="*/ 61352 w 2290556"/>
                <a:gd name="connsiteY1479" fmla="*/ 1401494 h 1796087"/>
                <a:gd name="connsiteX1480" fmla="*/ 63742 w 2290556"/>
                <a:gd name="connsiteY1480" fmla="*/ 1402571 h 1796087"/>
                <a:gd name="connsiteX1481" fmla="*/ 67444 w 2290556"/>
                <a:gd name="connsiteY1481" fmla="*/ 1402874 h 1796087"/>
                <a:gd name="connsiteX1482" fmla="*/ 70136 w 2290556"/>
                <a:gd name="connsiteY1482" fmla="*/ 1402672 h 1796087"/>
                <a:gd name="connsiteX1483" fmla="*/ 71011 w 2290556"/>
                <a:gd name="connsiteY1483" fmla="*/ 1402100 h 1796087"/>
                <a:gd name="connsiteX1484" fmla="*/ 71718 w 2290556"/>
                <a:gd name="connsiteY1484" fmla="*/ 1399779 h 1796087"/>
                <a:gd name="connsiteX1485" fmla="*/ 75622 w 2290556"/>
                <a:gd name="connsiteY1485" fmla="*/ 1400216 h 1796087"/>
                <a:gd name="connsiteX1486" fmla="*/ 75622 w 2290556"/>
                <a:gd name="connsiteY1486" fmla="*/ 1402806 h 1796087"/>
                <a:gd name="connsiteX1487" fmla="*/ 79761 w 2290556"/>
                <a:gd name="connsiteY1487" fmla="*/ 1404690 h 1796087"/>
                <a:gd name="connsiteX1488" fmla="*/ 86223 w 2290556"/>
                <a:gd name="connsiteY1488" fmla="*/ 1405397 h 1796087"/>
                <a:gd name="connsiteX1489" fmla="*/ 92180 w 2290556"/>
                <a:gd name="connsiteY1489" fmla="*/ 1405531 h 1796087"/>
                <a:gd name="connsiteX1490" fmla="*/ 94065 w 2290556"/>
                <a:gd name="connsiteY1490" fmla="*/ 1403345 h 1796087"/>
                <a:gd name="connsiteX1491" fmla="*/ 95815 w 2290556"/>
                <a:gd name="connsiteY1491" fmla="*/ 1399140 h 1796087"/>
                <a:gd name="connsiteX1492" fmla="*/ 99719 w 2290556"/>
                <a:gd name="connsiteY1492" fmla="*/ 1397559 h 1796087"/>
                <a:gd name="connsiteX1493" fmla="*/ 103925 w 2290556"/>
                <a:gd name="connsiteY1493" fmla="*/ 1393656 h 1796087"/>
                <a:gd name="connsiteX1494" fmla="*/ 109579 w 2290556"/>
                <a:gd name="connsiteY1494" fmla="*/ 1388577 h 1796087"/>
                <a:gd name="connsiteX1495" fmla="*/ 115806 w 2290556"/>
                <a:gd name="connsiteY1495" fmla="*/ 1385246 h 1796087"/>
                <a:gd name="connsiteX1496" fmla="*/ 119878 w 2290556"/>
                <a:gd name="connsiteY1496" fmla="*/ 1384675 h 1796087"/>
                <a:gd name="connsiteX1497" fmla="*/ 122334 w 2290556"/>
                <a:gd name="connsiteY1497" fmla="*/ 1383228 h 1796087"/>
                <a:gd name="connsiteX1498" fmla="*/ 124656 w 2290556"/>
                <a:gd name="connsiteY1498" fmla="*/ 1380335 h 1796087"/>
                <a:gd name="connsiteX1499" fmla="*/ 126844 w 2290556"/>
                <a:gd name="connsiteY1499" fmla="*/ 1380032 h 1796087"/>
                <a:gd name="connsiteX1500" fmla="*/ 129604 w 2290556"/>
                <a:gd name="connsiteY1500" fmla="*/ 1380167 h 1796087"/>
                <a:gd name="connsiteX1501" fmla="*/ 132195 w 2290556"/>
                <a:gd name="connsiteY1501" fmla="*/ 1377543 h 1796087"/>
                <a:gd name="connsiteX1502" fmla="*/ 135090 w 2290556"/>
                <a:gd name="connsiteY1502" fmla="*/ 1375357 h 1796087"/>
                <a:gd name="connsiteX1503" fmla="*/ 142494 w 2290556"/>
                <a:gd name="connsiteY1503" fmla="*/ 1374482 h 1796087"/>
                <a:gd name="connsiteX1504" fmla="*/ 148148 w 2290556"/>
                <a:gd name="connsiteY1504" fmla="*/ 1375491 h 1796087"/>
                <a:gd name="connsiteX1505" fmla="*/ 152051 w 2290556"/>
                <a:gd name="connsiteY1505" fmla="*/ 1373876 h 1796087"/>
                <a:gd name="connsiteX1506" fmla="*/ 157133 w 2290556"/>
                <a:gd name="connsiteY1506" fmla="*/ 1372867 h 1796087"/>
                <a:gd name="connsiteX1507" fmla="*/ 161037 w 2290556"/>
                <a:gd name="connsiteY1507" fmla="*/ 1375121 h 1796087"/>
                <a:gd name="connsiteX1508" fmla="*/ 162484 w 2290556"/>
                <a:gd name="connsiteY1508" fmla="*/ 1375256 h 1796087"/>
                <a:gd name="connsiteX1509" fmla="*/ 165244 w 2290556"/>
                <a:gd name="connsiteY1509" fmla="*/ 1376635 h 1796087"/>
                <a:gd name="connsiteX1510" fmla="*/ 168206 w 2290556"/>
                <a:gd name="connsiteY1510" fmla="*/ 1376635 h 1796087"/>
                <a:gd name="connsiteX1511" fmla="*/ 170965 w 2290556"/>
                <a:gd name="connsiteY1511" fmla="*/ 1376568 h 1796087"/>
                <a:gd name="connsiteX1512" fmla="*/ 174297 w 2290556"/>
                <a:gd name="connsiteY1512" fmla="*/ 1376500 h 1796087"/>
                <a:gd name="connsiteX1513" fmla="*/ 178437 w 2290556"/>
                <a:gd name="connsiteY1513" fmla="*/ 1376870 h 1796087"/>
                <a:gd name="connsiteX1514" fmla="*/ 180321 w 2290556"/>
                <a:gd name="connsiteY1514" fmla="*/ 1376063 h 1796087"/>
                <a:gd name="connsiteX1515" fmla="*/ 181634 w 2290556"/>
                <a:gd name="connsiteY1515" fmla="*/ 1375188 h 1796087"/>
                <a:gd name="connsiteX1516" fmla="*/ 182139 w 2290556"/>
                <a:gd name="connsiteY1516" fmla="*/ 1373876 h 1796087"/>
                <a:gd name="connsiteX1517" fmla="*/ 182711 w 2290556"/>
                <a:gd name="connsiteY1517" fmla="*/ 1372564 h 1796087"/>
                <a:gd name="connsiteX1518" fmla="*/ 183720 w 2290556"/>
                <a:gd name="connsiteY1518" fmla="*/ 1371320 h 1796087"/>
                <a:gd name="connsiteX1519" fmla="*/ 183855 w 2290556"/>
                <a:gd name="connsiteY1519" fmla="*/ 1369571 h 1796087"/>
                <a:gd name="connsiteX1520" fmla="*/ 185437 w 2290556"/>
                <a:gd name="connsiteY1520" fmla="*/ 1367552 h 1796087"/>
                <a:gd name="connsiteX1521" fmla="*/ 187187 w 2290556"/>
                <a:gd name="connsiteY1521" fmla="*/ 1366677 h 1796087"/>
                <a:gd name="connsiteX1522" fmla="*/ 188567 w 2290556"/>
                <a:gd name="connsiteY1522" fmla="*/ 1368494 h 1796087"/>
                <a:gd name="connsiteX1523" fmla="*/ 192908 w 2290556"/>
                <a:gd name="connsiteY1523" fmla="*/ 1369941 h 1796087"/>
                <a:gd name="connsiteX1524" fmla="*/ 194860 w 2290556"/>
                <a:gd name="connsiteY1524" fmla="*/ 1370580 h 1796087"/>
                <a:gd name="connsiteX1525" fmla="*/ 200278 w 2290556"/>
                <a:gd name="connsiteY1525" fmla="*/ 1372463 h 1796087"/>
                <a:gd name="connsiteX1526" fmla="*/ 201591 w 2290556"/>
                <a:gd name="connsiteY1526" fmla="*/ 1372463 h 1796087"/>
                <a:gd name="connsiteX1527" fmla="*/ 204351 w 2290556"/>
                <a:gd name="connsiteY1527" fmla="*/ 1373473 h 1796087"/>
                <a:gd name="connsiteX1528" fmla="*/ 208995 w 2290556"/>
                <a:gd name="connsiteY1528" fmla="*/ 1374785 h 1796087"/>
                <a:gd name="connsiteX1529" fmla="*/ 211687 w 2290556"/>
                <a:gd name="connsiteY1529" fmla="*/ 1375121 h 1796087"/>
                <a:gd name="connsiteX1530" fmla="*/ 214380 w 2290556"/>
                <a:gd name="connsiteY1530" fmla="*/ 1375155 h 1796087"/>
                <a:gd name="connsiteX1531" fmla="*/ 216567 w 2290556"/>
                <a:gd name="connsiteY1531" fmla="*/ 1375155 h 1796087"/>
                <a:gd name="connsiteX1532" fmla="*/ 218519 w 2290556"/>
                <a:gd name="connsiteY1532" fmla="*/ 1375155 h 1796087"/>
                <a:gd name="connsiteX1533" fmla="*/ 218755 w 2290556"/>
                <a:gd name="connsiteY1533" fmla="*/ 1376399 h 1796087"/>
                <a:gd name="connsiteX1534" fmla="*/ 220269 w 2290556"/>
                <a:gd name="connsiteY1534" fmla="*/ 1378216 h 1796087"/>
                <a:gd name="connsiteX1535" fmla="*/ 223534 w 2290556"/>
                <a:gd name="connsiteY1535" fmla="*/ 1379898 h 1796087"/>
                <a:gd name="connsiteX1536" fmla="*/ 226428 w 2290556"/>
                <a:gd name="connsiteY1536" fmla="*/ 1381916 h 1796087"/>
                <a:gd name="connsiteX1537" fmla="*/ 228952 w 2290556"/>
                <a:gd name="connsiteY1537" fmla="*/ 1384237 h 1796087"/>
                <a:gd name="connsiteX1538" fmla="*/ 229827 w 2290556"/>
                <a:gd name="connsiteY1538" fmla="*/ 1385751 h 1796087"/>
                <a:gd name="connsiteX1539" fmla="*/ 230399 w 2290556"/>
                <a:gd name="connsiteY1539" fmla="*/ 1388510 h 1796087"/>
                <a:gd name="connsiteX1540" fmla="*/ 230534 w 2290556"/>
                <a:gd name="connsiteY1540" fmla="*/ 1391638 h 1796087"/>
                <a:gd name="connsiteX1541" fmla="*/ 232082 w 2290556"/>
                <a:gd name="connsiteY1541" fmla="*/ 1394464 h 1796087"/>
                <a:gd name="connsiteX1542" fmla="*/ 233496 w 2290556"/>
                <a:gd name="connsiteY1542" fmla="*/ 1395978 h 1796087"/>
                <a:gd name="connsiteX1543" fmla="*/ 234371 w 2290556"/>
                <a:gd name="connsiteY1543" fmla="*/ 1397290 h 1796087"/>
                <a:gd name="connsiteX1544" fmla="*/ 235683 w 2290556"/>
                <a:gd name="connsiteY1544" fmla="*/ 1401629 h 1796087"/>
                <a:gd name="connsiteX1545" fmla="*/ 235246 w 2290556"/>
                <a:gd name="connsiteY1545" fmla="*/ 1402605 h 1796087"/>
                <a:gd name="connsiteX1546" fmla="*/ 233933 w 2290556"/>
                <a:gd name="connsiteY1546" fmla="*/ 1404118 h 1796087"/>
                <a:gd name="connsiteX1547" fmla="*/ 232957 w 2290556"/>
                <a:gd name="connsiteY1547" fmla="*/ 1405195 h 1796087"/>
                <a:gd name="connsiteX1548" fmla="*/ 233933 w 2290556"/>
                <a:gd name="connsiteY1548" fmla="*/ 1407045 h 1796087"/>
                <a:gd name="connsiteX1549" fmla="*/ 233933 w 2290556"/>
                <a:gd name="connsiteY1549" fmla="*/ 1410846 h 1796087"/>
                <a:gd name="connsiteX1550" fmla="*/ 232991 w 2290556"/>
                <a:gd name="connsiteY1550" fmla="*/ 1413470 h 1796087"/>
                <a:gd name="connsiteX1551" fmla="*/ 231846 w 2290556"/>
                <a:gd name="connsiteY1551" fmla="*/ 1414984 h 1796087"/>
                <a:gd name="connsiteX1552" fmla="*/ 230668 w 2290556"/>
                <a:gd name="connsiteY1552" fmla="*/ 1416632 h 1796087"/>
                <a:gd name="connsiteX1553" fmla="*/ 228178 w 2290556"/>
                <a:gd name="connsiteY1553" fmla="*/ 1419021 h 1796087"/>
                <a:gd name="connsiteX1554" fmla="*/ 227101 w 2290556"/>
                <a:gd name="connsiteY1554" fmla="*/ 1420333 h 1796087"/>
                <a:gd name="connsiteX1555" fmla="*/ 224813 w 2290556"/>
                <a:gd name="connsiteY1555" fmla="*/ 1422519 h 1796087"/>
                <a:gd name="connsiteX1556" fmla="*/ 223063 w 2290556"/>
                <a:gd name="connsiteY1556" fmla="*/ 1423730 h 1796087"/>
                <a:gd name="connsiteX1557" fmla="*/ 221548 w 2290556"/>
                <a:gd name="connsiteY1557" fmla="*/ 1424941 h 1796087"/>
                <a:gd name="connsiteX1558" fmla="*/ 219697 w 2290556"/>
                <a:gd name="connsiteY1558" fmla="*/ 1426556 h 1796087"/>
                <a:gd name="connsiteX1559" fmla="*/ 218284 w 2290556"/>
                <a:gd name="connsiteY1559" fmla="*/ 1428171 h 1796087"/>
                <a:gd name="connsiteX1560" fmla="*/ 218485 w 2290556"/>
                <a:gd name="connsiteY1560" fmla="*/ 1430660 h 1796087"/>
                <a:gd name="connsiteX1561" fmla="*/ 217308 w 2290556"/>
                <a:gd name="connsiteY1561" fmla="*/ 1432073 h 1796087"/>
                <a:gd name="connsiteX1562" fmla="*/ 216231 w 2290556"/>
                <a:gd name="connsiteY1562" fmla="*/ 1432611 h 1796087"/>
                <a:gd name="connsiteX1563" fmla="*/ 214178 w 2290556"/>
                <a:gd name="connsiteY1563" fmla="*/ 1434024 h 1796087"/>
                <a:gd name="connsiteX1564" fmla="*/ 210577 w 2290556"/>
                <a:gd name="connsiteY1564" fmla="*/ 1439036 h 1796087"/>
                <a:gd name="connsiteX1565" fmla="*/ 208961 w 2290556"/>
                <a:gd name="connsiteY1565" fmla="*/ 1441425 h 1796087"/>
                <a:gd name="connsiteX1566" fmla="*/ 206908 w 2290556"/>
                <a:gd name="connsiteY1566" fmla="*/ 1444015 h 1796087"/>
                <a:gd name="connsiteX1567" fmla="*/ 205832 w 2290556"/>
                <a:gd name="connsiteY1567" fmla="*/ 1446504 h 1796087"/>
                <a:gd name="connsiteX1568" fmla="*/ 206807 w 2290556"/>
                <a:gd name="connsiteY1568" fmla="*/ 1448691 h 1796087"/>
                <a:gd name="connsiteX1569" fmla="*/ 208019 w 2290556"/>
                <a:gd name="connsiteY1569" fmla="*/ 1452694 h 1796087"/>
                <a:gd name="connsiteX1570" fmla="*/ 207245 w 2290556"/>
                <a:gd name="connsiteY1570" fmla="*/ 1454746 h 1796087"/>
                <a:gd name="connsiteX1571" fmla="*/ 205192 w 2290556"/>
                <a:gd name="connsiteY1571" fmla="*/ 1456260 h 1796087"/>
                <a:gd name="connsiteX1572" fmla="*/ 202601 w 2290556"/>
                <a:gd name="connsiteY1572" fmla="*/ 1458177 h 1796087"/>
                <a:gd name="connsiteX1573" fmla="*/ 200110 w 2290556"/>
                <a:gd name="connsiteY1573" fmla="*/ 1458312 h 1796087"/>
                <a:gd name="connsiteX1574" fmla="*/ 196644 w 2290556"/>
                <a:gd name="connsiteY1574" fmla="*/ 1458312 h 1796087"/>
                <a:gd name="connsiteX1575" fmla="*/ 196442 w 2290556"/>
                <a:gd name="connsiteY1575" fmla="*/ 1458312 h 1796087"/>
                <a:gd name="connsiteX1576" fmla="*/ 195028 w 2290556"/>
                <a:gd name="connsiteY1576" fmla="*/ 1459557 h 1796087"/>
                <a:gd name="connsiteX1577" fmla="*/ 193716 w 2290556"/>
                <a:gd name="connsiteY1577" fmla="*/ 1461239 h 1796087"/>
                <a:gd name="connsiteX1578" fmla="*/ 192201 w 2290556"/>
                <a:gd name="connsiteY1578" fmla="*/ 1463425 h 1796087"/>
                <a:gd name="connsiteX1579" fmla="*/ 190451 w 2290556"/>
                <a:gd name="connsiteY1579" fmla="*/ 1465174 h 1796087"/>
                <a:gd name="connsiteX1580" fmla="*/ 187961 w 2290556"/>
                <a:gd name="connsiteY1580" fmla="*/ 1467025 h 1796087"/>
                <a:gd name="connsiteX1581" fmla="*/ 186884 w 2290556"/>
                <a:gd name="connsiteY1581" fmla="*/ 1467025 h 1796087"/>
                <a:gd name="connsiteX1582" fmla="*/ 182744 w 2290556"/>
                <a:gd name="connsiteY1582" fmla="*/ 1467025 h 1796087"/>
                <a:gd name="connsiteX1583" fmla="*/ 180793 w 2290556"/>
                <a:gd name="connsiteY1583" fmla="*/ 1467025 h 1796087"/>
                <a:gd name="connsiteX1584" fmla="*/ 178605 w 2290556"/>
                <a:gd name="connsiteY1584" fmla="*/ 1467899 h 1796087"/>
                <a:gd name="connsiteX1585" fmla="*/ 177393 w 2290556"/>
                <a:gd name="connsiteY1585" fmla="*/ 1468875 h 1796087"/>
                <a:gd name="connsiteX1586" fmla="*/ 175879 w 2290556"/>
                <a:gd name="connsiteY1586" fmla="*/ 1470287 h 1796087"/>
                <a:gd name="connsiteX1587" fmla="*/ 173388 w 2290556"/>
                <a:gd name="connsiteY1587" fmla="*/ 1472474 h 1796087"/>
                <a:gd name="connsiteX1588" fmla="*/ 171538 w 2290556"/>
                <a:gd name="connsiteY1588" fmla="*/ 1473248 h 1796087"/>
                <a:gd name="connsiteX1589" fmla="*/ 170124 w 2290556"/>
                <a:gd name="connsiteY1589" fmla="*/ 1474324 h 1796087"/>
                <a:gd name="connsiteX1590" fmla="*/ 167936 w 2290556"/>
                <a:gd name="connsiteY1590" fmla="*/ 1475535 h 1796087"/>
                <a:gd name="connsiteX1591" fmla="*/ 166186 w 2290556"/>
                <a:gd name="connsiteY1591" fmla="*/ 1478126 h 1796087"/>
                <a:gd name="connsiteX1592" fmla="*/ 165311 w 2290556"/>
                <a:gd name="connsiteY1592" fmla="*/ 1479875 h 1796087"/>
                <a:gd name="connsiteX1593" fmla="*/ 164436 w 2290556"/>
                <a:gd name="connsiteY1593" fmla="*/ 1482465 h 1796087"/>
                <a:gd name="connsiteX1594" fmla="*/ 163898 w 2290556"/>
                <a:gd name="connsiteY1594" fmla="*/ 1483542 h 1796087"/>
                <a:gd name="connsiteX1595" fmla="*/ 161508 w 2290556"/>
                <a:gd name="connsiteY1595" fmla="*/ 1485022 h 1796087"/>
                <a:gd name="connsiteX1596" fmla="*/ 158917 w 2290556"/>
                <a:gd name="connsiteY1596" fmla="*/ 1485156 h 1796087"/>
                <a:gd name="connsiteX1597" fmla="*/ 154475 w 2290556"/>
                <a:gd name="connsiteY1597" fmla="*/ 1485156 h 1796087"/>
                <a:gd name="connsiteX1598" fmla="*/ 159254 w 2290556"/>
                <a:gd name="connsiteY1598" fmla="*/ 1488621 h 1796087"/>
                <a:gd name="connsiteX1599" fmla="*/ 161980 w 2290556"/>
                <a:gd name="connsiteY1599" fmla="*/ 1487847 h 1796087"/>
                <a:gd name="connsiteX1600" fmla="*/ 166119 w 2290556"/>
                <a:gd name="connsiteY1600" fmla="*/ 1486603 h 1796087"/>
                <a:gd name="connsiteX1601" fmla="*/ 168744 w 2290556"/>
                <a:gd name="connsiteY1601" fmla="*/ 1486636 h 1796087"/>
                <a:gd name="connsiteX1602" fmla="*/ 173523 w 2290556"/>
                <a:gd name="connsiteY1602" fmla="*/ 1486636 h 1796087"/>
                <a:gd name="connsiteX1603" fmla="*/ 180691 w 2290556"/>
                <a:gd name="connsiteY1603" fmla="*/ 1488150 h 1796087"/>
                <a:gd name="connsiteX1604" fmla="*/ 184057 w 2290556"/>
                <a:gd name="connsiteY1604" fmla="*/ 1488688 h 1796087"/>
                <a:gd name="connsiteX1605" fmla="*/ 189711 w 2290556"/>
                <a:gd name="connsiteY1605" fmla="*/ 1492490 h 1796087"/>
                <a:gd name="connsiteX1606" fmla="*/ 191764 w 2290556"/>
                <a:gd name="connsiteY1606" fmla="*/ 1498040 h 1796087"/>
                <a:gd name="connsiteX1607" fmla="*/ 196980 w 2290556"/>
                <a:gd name="connsiteY1607" fmla="*/ 1497401 h 1796087"/>
                <a:gd name="connsiteX1608" fmla="*/ 200884 w 2290556"/>
                <a:gd name="connsiteY1608" fmla="*/ 1500025 h 1796087"/>
                <a:gd name="connsiteX1609" fmla="*/ 204788 w 2290556"/>
                <a:gd name="connsiteY1609" fmla="*/ 1502514 h 1796087"/>
                <a:gd name="connsiteX1610" fmla="*/ 208591 w 2290556"/>
                <a:gd name="connsiteY1610" fmla="*/ 1505105 h 1796087"/>
                <a:gd name="connsiteX1611" fmla="*/ 214043 w 2290556"/>
                <a:gd name="connsiteY1611" fmla="*/ 1506955 h 1796087"/>
                <a:gd name="connsiteX1612" fmla="*/ 220337 w 2290556"/>
                <a:gd name="connsiteY1612" fmla="*/ 1506955 h 1796087"/>
                <a:gd name="connsiteX1613" fmla="*/ 224039 w 2290556"/>
                <a:gd name="connsiteY1613" fmla="*/ 1507661 h 1796087"/>
                <a:gd name="connsiteX1614" fmla="*/ 227202 w 2290556"/>
                <a:gd name="connsiteY1614" fmla="*/ 1508569 h 1796087"/>
                <a:gd name="connsiteX1615" fmla="*/ 229491 w 2290556"/>
                <a:gd name="connsiteY1615" fmla="*/ 1511732 h 1796087"/>
                <a:gd name="connsiteX1616" fmla="*/ 227976 w 2290556"/>
                <a:gd name="connsiteY1616" fmla="*/ 1514793 h 1796087"/>
                <a:gd name="connsiteX1617" fmla="*/ 229188 w 2290556"/>
                <a:gd name="connsiteY1617" fmla="*/ 1516979 h 1796087"/>
                <a:gd name="connsiteX1618" fmla="*/ 230803 w 2290556"/>
                <a:gd name="connsiteY1618" fmla="*/ 1518930 h 1796087"/>
                <a:gd name="connsiteX1619" fmla="*/ 230904 w 2290556"/>
                <a:gd name="connsiteY1619" fmla="*/ 1522395 h 1796087"/>
                <a:gd name="connsiteX1620" fmla="*/ 230668 w 2290556"/>
                <a:gd name="connsiteY1620" fmla="*/ 1525658 h 1796087"/>
                <a:gd name="connsiteX1621" fmla="*/ 230231 w 2290556"/>
                <a:gd name="connsiteY1621" fmla="*/ 1528921 h 1796087"/>
                <a:gd name="connsiteX1622" fmla="*/ 230769 w 2290556"/>
                <a:gd name="connsiteY1622" fmla="*/ 1531949 h 1796087"/>
                <a:gd name="connsiteX1623" fmla="*/ 234673 w 2290556"/>
                <a:gd name="connsiteY1623" fmla="*/ 1532723 h 1796087"/>
                <a:gd name="connsiteX1624" fmla="*/ 234673 w 2290556"/>
                <a:gd name="connsiteY1624" fmla="*/ 1534674 h 1796087"/>
                <a:gd name="connsiteX1625" fmla="*/ 236625 w 2290556"/>
                <a:gd name="connsiteY1625" fmla="*/ 1536524 h 1796087"/>
                <a:gd name="connsiteX1626" fmla="*/ 240092 w 2290556"/>
                <a:gd name="connsiteY1626" fmla="*/ 1536524 h 1796087"/>
                <a:gd name="connsiteX1627" fmla="*/ 242279 w 2290556"/>
                <a:gd name="connsiteY1627" fmla="*/ 1536524 h 1796087"/>
                <a:gd name="connsiteX1628" fmla="*/ 245308 w 2290556"/>
                <a:gd name="connsiteY1628" fmla="*/ 1537836 h 1796087"/>
                <a:gd name="connsiteX1629" fmla="*/ 247799 w 2290556"/>
                <a:gd name="connsiteY1629" fmla="*/ 1542714 h 1796087"/>
                <a:gd name="connsiteX1630" fmla="*/ 245308 w 2290556"/>
                <a:gd name="connsiteY1630" fmla="*/ 1549004 h 1796087"/>
                <a:gd name="connsiteX1631" fmla="*/ 245847 w 2290556"/>
                <a:gd name="connsiteY1631" fmla="*/ 1550417 h 1796087"/>
                <a:gd name="connsiteX1632" fmla="*/ 250087 w 2290556"/>
                <a:gd name="connsiteY1632" fmla="*/ 1552032 h 1796087"/>
                <a:gd name="connsiteX1633" fmla="*/ 251938 w 2290556"/>
                <a:gd name="connsiteY1633" fmla="*/ 1551258 h 1796087"/>
                <a:gd name="connsiteX1634" fmla="*/ 254227 w 2290556"/>
                <a:gd name="connsiteY1634" fmla="*/ 1550922 h 1796087"/>
                <a:gd name="connsiteX1635" fmla="*/ 256078 w 2290556"/>
                <a:gd name="connsiteY1635" fmla="*/ 1551124 h 1796087"/>
                <a:gd name="connsiteX1636" fmla="*/ 258905 w 2290556"/>
                <a:gd name="connsiteY1636" fmla="*/ 1552099 h 1796087"/>
                <a:gd name="connsiteX1637" fmla="*/ 260419 w 2290556"/>
                <a:gd name="connsiteY1637" fmla="*/ 1553075 h 1796087"/>
                <a:gd name="connsiteX1638" fmla="*/ 261934 w 2290556"/>
                <a:gd name="connsiteY1638" fmla="*/ 1552200 h 1796087"/>
                <a:gd name="connsiteX1639" fmla="*/ 262674 w 2290556"/>
                <a:gd name="connsiteY1639" fmla="*/ 1550350 h 1796087"/>
                <a:gd name="connsiteX1640" fmla="*/ 266140 w 2290556"/>
                <a:gd name="connsiteY1640" fmla="*/ 1550350 h 1796087"/>
                <a:gd name="connsiteX1641" fmla="*/ 267890 w 2290556"/>
                <a:gd name="connsiteY1641" fmla="*/ 1550350 h 1796087"/>
                <a:gd name="connsiteX1642" fmla="*/ 269641 w 2290556"/>
                <a:gd name="connsiteY1642" fmla="*/ 1550350 h 1796087"/>
                <a:gd name="connsiteX1643" fmla="*/ 273006 w 2290556"/>
                <a:gd name="connsiteY1643" fmla="*/ 1550350 h 1796087"/>
                <a:gd name="connsiteX1644" fmla="*/ 275496 w 2290556"/>
                <a:gd name="connsiteY1644" fmla="*/ 1551325 h 1796087"/>
                <a:gd name="connsiteX1645" fmla="*/ 277886 w 2290556"/>
                <a:gd name="connsiteY1645" fmla="*/ 1554488 h 1796087"/>
                <a:gd name="connsiteX1646" fmla="*/ 277886 w 2290556"/>
                <a:gd name="connsiteY1646" fmla="*/ 1557650 h 1796087"/>
                <a:gd name="connsiteX1647" fmla="*/ 276371 w 2290556"/>
                <a:gd name="connsiteY1647" fmla="*/ 1559399 h 1796087"/>
                <a:gd name="connsiteX1648" fmla="*/ 274184 w 2290556"/>
                <a:gd name="connsiteY1648" fmla="*/ 1561787 h 1796087"/>
                <a:gd name="connsiteX1649" fmla="*/ 275261 w 2290556"/>
                <a:gd name="connsiteY1649" fmla="*/ 1564277 h 1796087"/>
                <a:gd name="connsiteX1650" fmla="*/ 275059 w 2290556"/>
                <a:gd name="connsiteY1650" fmla="*/ 1567304 h 1796087"/>
                <a:gd name="connsiteX1651" fmla="*/ 274184 w 2290556"/>
                <a:gd name="connsiteY1651" fmla="*/ 1568280 h 1796087"/>
                <a:gd name="connsiteX1652" fmla="*/ 272669 w 2290556"/>
                <a:gd name="connsiteY1652" fmla="*/ 1570130 h 1796087"/>
                <a:gd name="connsiteX1653" fmla="*/ 273208 w 2290556"/>
                <a:gd name="connsiteY1653" fmla="*/ 1571543 h 1796087"/>
                <a:gd name="connsiteX1654" fmla="*/ 274419 w 2290556"/>
                <a:gd name="connsiteY1654" fmla="*/ 1574369 h 1796087"/>
                <a:gd name="connsiteX1655" fmla="*/ 272905 w 2290556"/>
                <a:gd name="connsiteY1655" fmla="*/ 1575882 h 1796087"/>
                <a:gd name="connsiteX1656" fmla="*/ 271391 w 2290556"/>
                <a:gd name="connsiteY1656" fmla="*/ 1577497 h 1796087"/>
                <a:gd name="connsiteX1657" fmla="*/ 270145 w 2290556"/>
                <a:gd name="connsiteY1657" fmla="*/ 1579549 h 1796087"/>
                <a:gd name="connsiteX1658" fmla="*/ 272568 w 2290556"/>
                <a:gd name="connsiteY1658" fmla="*/ 1581937 h 1796087"/>
                <a:gd name="connsiteX1659" fmla="*/ 274083 w 2290556"/>
                <a:gd name="connsiteY1659" fmla="*/ 1583249 h 1796087"/>
                <a:gd name="connsiteX1660" fmla="*/ 274083 w 2290556"/>
                <a:gd name="connsiteY1660" fmla="*/ 1586613 h 1796087"/>
                <a:gd name="connsiteX1661" fmla="*/ 271357 w 2290556"/>
                <a:gd name="connsiteY1661" fmla="*/ 1589103 h 1796087"/>
                <a:gd name="connsiteX1662" fmla="*/ 270145 w 2290556"/>
                <a:gd name="connsiteY1662" fmla="*/ 1592029 h 1796087"/>
                <a:gd name="connsiteX1663" fmla="*/ 272333 w 2290556"/>
                <a:gd name="connsiteY1663" fmla="*/ 1593442 h 1796087"/>
                <a:gd name="connsiteX1664" fmla="*/ 275799 w 2290556"/>
                <a:gd name="connsiteY1664" fmla="*/ 1593442 h 1796087"/>
                <a:gd name="connsiteX1665" fmla="*/ 277852 w 2290556"/>
                <a:gd name="connsiteY1665" fmla="*/ 1594418 h 1796087"/>
                <a:gd name="connsiteX1666" fmla="*/ 278391 w 2290556"/>
                <a:gd name="connsiteY1666" fmla="*/ 1596705 h 1796087"/>
                <a:gd name="connsiteX1667" fmla="*/ 280343 w 2290556"/>
                <a:gd name="connsiteY1667" fmla="*/ 1599430 h 1796087"/>
                <a:gd name="connsiteX1668" fmla="*/ 283069 w 2290556"/>
                <a:gd name="connsiteY1668" fmla="*/ 1601280 h 1796087"/>
                <a:gd name="connsiteX1669" fmla="*/ 286535 w 2290556"/>
                <a:gd name="connsiteY1669" fmla="*/ 1601919 h 1796087"/>
                <a:gd name="connsiteX1670" fmla="*/ 289463 w 2290556"/>
                <a:gd name="connsiteY1670" fmla="*/ 1601583 h 1796087"/>
                <a:gd name="connsiteX1671" fmla="*/ 291213 w 2290556"/>
                <a:gd name="connsiteY1671" fmla="*/ 1600069 h 1796087"/>
                <a:gd name="connsiteX1672" fmla="*/ 293704 w 2290556"/>
                <a:gd name="connsiteY1672" fmla="*/ 1598757 h 1796087"/>
                <a:gd name="connsiteX1673" fmla="*/ 296968 w 2290556"/>
                <a:gd name="connsiteY1673" fmla="*/ 1596032 h 1796087"/>
                <a:gd name="connsiteX1674" fmla="*/ 299256 w 2290556"/>
                <a:gd name="connsiteY1674" fmla="*/ 1594821 h 1796087"/>
                <a:gd name="connsiteX1675" fmla="*/ 303396 w 2290556"/>
                <a:gd name="connsiteY1675" fmla="*/ 1594384 h 1796087"/>
                <a:gd name="connsiteX1676" fmla="*/ 307536 w 2290556"/>
                <a:gd name="connsiteY1676" fmla="*/ 1595360 h 1796087"/>
                <a:gd name="connsiteX1677" fmla="*/ 309588 w 2290556"/>
                <a:gd name="connsiteY1677" fmla="*/ 1597546 h 1796087"/>
                <a:gd name="connsiteX1678" fmla="*/ 307199 w 2290556"/>
                <a:gd name="connsiteY1678" fmla="*/ 1601348 h 1796087"/>
                <a:gd name="connsiteX1679" fmla="*/ 304709 w 2290556"/>
                <a:gd name="connsiteY1679" fmla="*/ 1602121 h 1796087"/>
                <a:gd name="connsiteX1680" fmla="*/ 302218 w 2290556"/>
                <a:gd name="connsiteY1680" fmla="*/ 1603534 h 1796087"/>
                <a:gd name="connsiteX1681" fmla="*/ 300603 w 2290556"/>
                <a:gd name="connsiteY1681" fmla="*/ 1605822 h 1796087"/>
                <a:gd name="connsiteX1682" fmla="*/ 300603 w 2290556"/>
                <a:gd name="connsiteY1682" fmla="*/ 1607133 h 1796087"/>
                <a:gd name="connsiteX1683" fmla="*/ 302891 w 2290556"/>
                <a:gd name="connsiteY1683" fmla="*/ 1610397 h 1796087"/>
                <a:gd name="connsiteX1684" fmla="*/ 304641 w 2290556"/>
                <a:gd name="connsiteY1684" fmla="*/ 1612684 h 1796087"/>
                <a:gd name="connsiteX1685" fmla="*/ 306156 w 2290556"/>
                <a:gd name="connsiteY1685" fmla="*/ 1613861 h 1796087"/>
                <a:gd name="connsiteX1686" fmla="*/ 308747 w 2290556"/>
                <a:gd name="connsiteY1686" fmla="*/ 1614938 h 1796087"/>
                <a:gd name="connsiteX1687" fmla="*/ 310767 w 2290556"/>
                <a:gd name="connsiteY1687" fmla="*/ 1616687 h 1796087"/>
                <a:gd name="connsiteX1688" fmla="*/ 310867 w 2290556"/>
                <a:gd name="connsiteY1688" fmla="*/ 1618201 h 1796087"/>
                <a:gd name="connsiteX1689" fmla="*/ 310935 w 2290556"/>
                <a:gd name="connsiteY1689" fmla="*/ 1620690 h 1796087"/>
                <a:gd name="connsiteX1690" fmla="*/ 310935 w 2290556"/>
                <a:gd name="connsiteY1690" fmla="*/ 1623852 h 1796087"/>
                <a:gd name="connsiteX1691" fmla="*/ 312012 w 2290556"/>
                <a:gd name="connsiteY1691" fmla="*/ 1626880 h 1796087"/>
                <a:gd name="connsiteX1692" fmla="*/ 314401 w 2290556"/>
                <a:gd name="connsiteY1692" fmla="*/ 1628495 h 1796087"/>
                <a:gd name="connsiteX1693" fmla="*/ 316252 w 2290556"/>
                <a:gd name="connsiteY1693" fmla="*/ 1629033 h 1796087"/>
                <a:gd name="connsiteX1694" fmla="*/ 319853 w 2290556"/>
                <a:gd name="connsiteY1694" fmla="*/ 1628932 h 1796087"/>
                <a:gd name="connsiteX1695" fmla="*/ 322041 w 2290556"/>
                <a:gd name="connsiteY1695" fmla="*/ 1628932 h 1796087"/>
                <a:gd name="connsiteX1696" fmla="*/ 324329 w 2290556"/>
                <a:gd name="connsiteY1696" fmla="*/ 1629033 h 1796087"/>
                <a:gd name="connsiteX1697" fmla="*/ 326517 w 2290556"/>
                <a:gd name="connsiteY1697" fmla="*/ 1630547 h 1796087"/>
                <a:gd name="connsiteX1698" fmla="*/ 328368 w 2290556"/>
                <a:gd name="connsiteY1698" fmla="*/ 1632599 h 1796087"/>
                <a:gd name="connsiteX1699" fmla="*/ 329344 w 2290556"/>
                <a:gd name="connsiteY1699" fmla="*/ 1634012 h 1796087"/>
                <a:gd name="connsiteX1700" fmla="*/ 331632 w 2290556"/>
                <a:gd name="connsiteY1700" fmla="*/ 1638788 h 1796087"/>
                <a:gd name="connsiteX1701" fmla="*/ 335435 w 2290556"/>
                <a:gd name="connsiteY1701" fmla="*/ 1641951 h 1796087"/>
                <a:gd name="connsiteX1702" fmla="*/ 336411 w 2290556"/>
                <a:gd name="connsiteY1702" fmla="*/ 1641311 h 1796087"/>
                <a:gd name="connsiteX1703" fmla="*/ 339777 w 2290556"/>
                <a:gd name="connsiteY1703" fmla="*/ 1638486 h 1796087"/>
                <a:gd name="connsiteX1704" fmla="*/ 343041 w 2290556"/>
                <a:gd name="connsiteY1704" fmla="*/ 1637510 h 1796087"/>
                <a:gd name="connsiteX1705" fmla="*/ 346844 w 2290556"/>
                <a:gd name="connsiteY1705" fmla="*/ 1639260 h 1796087"/>
                <a:gd name="connsiteX1706" fmla="*/ 348695 w 2290556"/>
                <a:gd name="connsiteY1706" fmla="*/ 1643834 h 1796087"/>
                <a:gd name="connsiteX1707" fmla="*/ 350782 w 2290556"/>
                <a:gd name="connsiteY1707" fmla="*/ 1646223 h 1796087"/>
                <a:gd name="connsiteX1708" fmla="*/ 354147 w 2290556"/>
                <a:gd name="connsiteY1708" fmla="*/ 1646660 h 1796087"/>
                <a:gd name="connsiteX1709" fmla="*/ 356335 w 2290556"/>
                <a:gd name="connsiteY1709" fmla="*/ 1646021 h 1796087"/>
                <a:gd name="connsiteX1710" fmla="*/ 357109 w 2290556"/>
                <a:gd name="connsiteY1710" fmla="*/ 1642758 h 1796087"/>
                <a:gd name="connsiteX1711" fmla="*/ 357546 w 2290556"/>
                <a:gd name="connsiteY1711" fmla="*/ 1640033 h 1796087"/>
                <a:gd name="connsiteX1712" fmla="*/ 359734 w 2290556"/>
                <a:gd name="connsiteY1712" fmla="*/ 1636669 h 1796087"/>
                <a:gd name="connsiteX1713" fmla="*/ 363200 w 2290556"/>
                <a:gd name="connsiteY1713" fmla="*/ 1633406 h 1796087"/>
                <a:gd name="connsiteX1714" fmla="*/ 364614 w 2290556"/>
                <a:gd name="connsiteY1714" fmla="*/ 1631657 h 1796087"/>
                <a:gd name="connsiteX1715" fmla="*/ 368619 w 2290556"/>
                <a:gd name="connsiteY1715" fmla="*/ 1627317 h 1796087"/>
                <a:gd name="connsiteX1716" fmla="*/ 371883 w 2290556"/>
                <a:gd name="connsiteY1716" fmla="*/ 1625366 h 1796087"/>
                <a:gd name="connsiteX1717" fmla="*/ 377436 w 2290556"/>
                <a:gd name="connsiteY1717" fmla="*/ 1621767 h 1796087"/>
                <a:gd name="connsiteX1718" fmla="*/ 380162 w 2290556"/>
                <a:gd name="connsiteY1718" fmla="*/ 1619177 h 1796087"/>
                <a:gd name="connsiteX1719" fmla="*/ 379186 w 2290556"/>
                <a:gd name="connsiteY1719" fmla="*/ 1616889 h 1796087"/>
                <a:gd name="connsiteX1720" fmla="*/ 375720 w 2290556"/>
                <a:gd name="connsiteY1720" fmla="*/ 1614299 h 1796087"/>
                <a:gd name="connsiteX1721" fmla="*/ 374205 w 2290556"/>
                <a:gd name="connsiteY1721" fmla="*/ 1612785 h 1796087"/>
                <a:gd name="connsiteX1722" fmla="*/ 370503 w 2290556"/>
                <a:gd name="connsiteY1722" fmla="*/ 1609320 h 1796087"/>
                <a:gd name="connsiteX1723" fmla="*/ 368652 w 2290556"/>
                <a:gd name="connsiteY1723" fmla="*/ 1605519 h 1796087"/>
                <a:gd name="connsiteX1724" fmla="*/ 367474 w 2290556"/>
                <a:gd name="connsiteY1724" fmla="*/ 1602054 h 1796087"/>
                <a:gd name="connsiteX1725" fmla="*/ 366397 w 2290556"/>
                <a:gd name="connsiteY1725" fmla="*/ 1598354 h 1796087"/>
                <a:gd name="connsiteX1726" fmla="*/ 361719 w 2290556"/>
                <a:gd name="connsiteY1726" fmla="*/ 1595965 h 1796087"/>
                <a:gd name="connsiteX1727" fmla="*/ 356604 w 2290556"/>
                <a:gd name="connsiteY1727" fmla="*/ 1593341 h 1796087"/>
                <a:gd name="connsiteX1728" fmla="*/ 353239 w 2290556"/>
                <a:gd name="connsiteY1728" fmla="*/ 1591592 h 1796087"/>
                <a:gd name="connsiteX1729" fmla="*/ 352464 w 2290556"/>
                <a:gd name="connsiteY1729" fmla="*/ 1588766 h 1796087"/>
                <a:gd name="connsiteX1730" fmla="*/ 353339 w 2290556"/>
                <a:gd name="connsiteY1730" fmla="*/ 1586580 h 1796087"/>
                <a:gd name="connsiteX1731" fmla="*/ 357142 w 2290556"/>
                <a:gd name="connsiteY1731" fmla="*/ 1586042 h 1796087"/>
                <a:gd name="connsiteX1732" fmla="*/ 358993 w 2290556"/>
                <a:gd name="connsiteY1732" fmla="*/ 1586243 h 1796087"/>
                <a:gd name="connsiteX1733" fmla="*/ 363873 w 2290556"/>
                <a:gd name="connsiteY1733" fmla="*/ 1588194 h 1796087"/>
                <a:gd name="connsiteX1734" fmla="*/ 367575 w 2290556"/>
                <a:gd name="connsiteY1734" fmla="*/ 1589506 h 1796087"/>
                <a:gd name="connsiteX1735" fmla="*/ 371479 w 2290556"/>
                <a:gd name="connsiteY1735" fmla="*/ 1590280 h 1796087"/>
                <a:gd name="connsiteX1736" fmla="*/ 375821 w 2290556"/>
                <a:gd name="connsiteY1736" fmla="*/ 1592029 h 1796087"/>
                <a:gd name="connsiteX1737" fmla="*/ 379523 w 2290556"/>
                <a:gd name="connsiteY1737" fmla="*/ 1592029 h 1796087"/>
                <a:gd name="connsiteX1738" fmla="*/ 382451 w 2290556"/>
                <a:gd name="connsiteY1738" fmla="*/ 1591659 h 1796087"/>
                <a:gd name="connsiteX1739" fmla="*/ 385278 w 2290556"/>
                <a:gd name="connsiteY1739" fmla="*/ 1589742 h 1796087"/>
                <a:gd name="connsiteX1740" fmla="*/ 389855 w 2290556"/>
                <a:gd name="connsiteY1740" fmla="*/ 1588329 h 1796087"/>
                <a:gd name="connsiteX1741" fmla="*/ 395509 w 2290556"/>
                <a:gd name="connsiteY1741" fmla="*/ 1586277 h 1796087"/>
                <a:gd name="connsiteX1742" fmla="*/ 397696 w 2290556"/>
                <a:gd name="connsiteY1742" fmla="*/ 1584662 h 1796087"/>
                <a:gd name="connsiteX1743" fmla="*/ 401062 w 2290556"/>
                <a:gd name="connsiteY1743" fmla="*/ 1583586 h 1796087"/>
                <a:gd name="connsiteX1744" fmla="*/ 405403 w 2290556"/>
                <a:gd name="connsiteY1744" fmla="*/ 1583384 h 1796087"/>
                <a:gd name="connsiteX1745" fmla="*/ 409105 w 2290556"/>
                <a:gd name="connsiteY1745" fmla="*/ 1583384 h 1796087"/>
                <a:gd name="connsiteX1746" fmla="*/ 410418 w 2290556"/>
                <a:gd name="connsiteY1746" fmla="*/ 1581534 h 1796087"/>
                <a:gd name="connsiteX1747" fmla="*/ 412370 w 2290556"/>
                <a:gd name="connsiteY1747" fmla="*/ 1579919 h 1796087"/>
                <a:gd name="connsiteX1748" fmla="*/ 415836 w 2290556"/>
                <a:gd name="connsiteY1748" fmla="*/ 1577968 h 1796087"/>
                <a:gd name="connsiteX1749" fmla="*/ 419303 w 2290556"/>
                <a:gd name="connsiteY1749" fmla="*/ 1578405 h 1796087"/>
                <a:gd name="connsiteX1750" fmla="*/ 422029 w 2290556"/>
                <a:gd name="connsiteY1750" fmla="*/ 1582543 h 1796087"/>
                <a:gd name="connsiteX1751" fmla="*/ 423106 w 2290556"/>
                <a:gd name="connsiteY1751" fmla="*/ 1584393 h 1796087"/>
                <a:gd name="connsiteX1752" fmla="*/ 425596 w 2290556"/>
                <a:gd name="connsiteY1752" fmla="*/ 1588733 h 1796087"/>
                <a:gd name="connsiteX1753" fmla="*/ 429500 w 2290556"/>
                <a:gd name="connsiteY1753" fmla="*/ 1591222 h 1796087"/>
                <a:gd name="connsiteX1754" fmla="*/ 431889 w 2290556"/>
                <a:gd name="connsiteY1754" fmla="*/ 1591323 h 1796087"/>
                <a:gd name="connsiteX1755" fmla="*/ 438082 w 2290556"/>
                <a:gd name="connsiteY1755" fmla="*/ 1591088 h 1796087"/>
                <a:gd name="connsiteX1756" fmla="*/ 442861 w 2290556"/>
                <a:gd name="connsiteY1756" fmla="*/ 1591962 h 1796087"/>
                <a:gd name="connsiteX1757" fmla="*/ 445048 w 2290556"/>
                <a:gd name="connsiteY1757" fmla="*/ 1594149 h 1796087"/>
                <a:gd name="connsiteX1758" fmla="*/ 447236 w 2290556"/>
                <a:gd name="connsiteY1758" fmla="*/ 1597311 h 1796087"/>
                <a:gd name="connsiteX1759" fmla="*/ 453765 w 2290556"/>
                <a:gd name="connsiteY1759" fmla="*/ 1597849 h 1796087"/>
                <a:gd name="connsiteX1760" fmla="*/ 460395 w 2290556"/>
                <a:gd name="connsiteY1760" fmla="*/ 1597647 h 1796087"/>
                <a:gd name="connsiteX1761" fmla="*/ 464501 w 2290556"/>
                <a:gd name="connsiteY1761" fmla="*/ 1597311 h 1796087"/>
                <a:gd name="connsiteX1762" fmla="*/ 470255 w 2290556"/>
                <a:gd name="connsiteY1762" fmla="*/ 1597311 h 1796087"/>
                <a:gd name="connsiteX1763" fmla="*/ 472544 w 2290556"/>
                <a:gd name="connsiteY1763" fmla="*/ 1596537 h 1796087"/>
                <a:gd name="connsiteX1764" fmla="*/ 475035 w 2290556"/>
                <a:gd name="connsiteY1764" fmla="*/ 1595461 h 1796087"/>
                <a:gd name="connsiteX1765" fmla="*/ 476246 w 2290556"/>
                <a:gd name="connsiteY1765" fmla="*/ 1594149 h 1796087"/>
                <a:gd name="connsiteX1766" fmla="*/ 481799 w 2290556"/>
                <a:gd name="connsiteY1766" fmla="*/ 1589675 h 1796087"/>
                <a:gd name="connsiteX1767" fmla="*/ 487453 w 2290556"/>
                <a:gd name="connsiteY1767" fmla="*/ 1585873 h 1796087"/>
                <a:gd name="connsiteX1768" fmla="*/ 491256 w 2290556"/>
                <a:gd name="connsiteY1768" fmla="*/ 1583384 h 1796087"/>
                <a:gd name="connsiteX1769" fmla="*/ 494184 w 2290556"/>
                <a:gd name="connsiteY1769" fmla="*/ 1580895 h 1796087"/>
                <a:gd name="connsiteX1770" fmla="*/ 496237 w 2290556"/>
                <a:gd name="connsiteY1770" fmla="*/ 1577531 h 1796087"/>
                <a:gd name="connsiteX1771" fmla="*/ 498290 w 2290556"/>
                <a:gd name="connsiteY1771" fmla="*/ 1575781 h 1796087"/>
                <a:gd name="connsiteX1772" fmla="*/ 500242 w 2290556"/>
                <a:gd name="connsiteY1772" fmla="*/ 1575580 h 1796087"/>
                <a:gd name="connsiteX1773" fmla="*/ 503843 w 2290556"/>
                <a:gd name="connsiteY1773" fmla="*/ 1573931 h 1796087"/>
                <a:gd name="connsiteX1774" fmla="*/ 507982 w 2290556"/>
                <a:gd name="connsiteY1774" fmla="*/ 1571980 h 1796087"/>
                <a:gd name="connsiteX1775" fmla="*/ 512559 w 2290556"/>
                <a:gd name="connsiteY1775" fmla="*/ 1571105 h 1796087"/>
                <a:gd name="connsiteX1776" fmla="*/ 514511 w 2290556"/>
                <a:gd name="connsiteY1776" fmla="*/ 1570231 h 1796087"/>
                <a:gd name="connsiteX1777" fmla="*/ 517103 w 2290556"/>
                <a:gd name="connsiteY1777" fmla="*/ 1568717 h 1796087"/>
                <a:gd name="connsiteX1778" fmla="*/ 519930 w 2290556"/>
                <a:gd name="connsiteY1778" fmla="*/ 1568179 h 1796087"/>
                <a:gd name="connsiteX1779" fmla="*/ 523531 w 2290556"/>
                <a:gd name="connsiteY1779" fmla="*/ 1566867 h 1796087"/>
                <a:gd name="connsiteX1780" fmla="*/ 527973 w 2290556"/>
                <a:gd name="connsiteY1780" fmla="*/ 1565454 h 1796087"/>
                <a:gd name="connsiteX1781" fmla="*/ 534940 w 2290556"/>
                <a:gd name="connsiteY1781" fmla="*/ 1565454 h 1796087"/>
                <a:gd name="connsiteX1782" fmla="*/ 539281 w 2290556"/>
                <a:gd name="connsiteY1782" fmla="*/ 1565992 h 1796087"/>
                <a:gd name="connsiteX1783" fmla="*/ 544161 w 2290556"/>
                <a:gd name="connsiteY1783" fmla="*/ 1565992 h 1796087"/>
                <a:gd name="connsiteX1784" fmla="*/ 548300 w 2290556"/>
                <a:gd name="connsiteY1784" fmla="*/ 1566968 h 1796087"/>
                <a:gd name="connsiteX1785" fmla="*/ 552339 w 2290556"/>
                <a:gd name="connsiteY1785" fmla="*/ 1568919 h 1796087"/>
                <a:gd name="connsiteX1786" fmla="*/ 555940 w 2290556"/>
                <a:gd name="connsiteY1786" fmla="*/ 1572619 h 1796087"/>
                <a:gd name="connsiteX1787" fmla="*/ 558767 w 2290556"/>
                <a:gd name="connsiteY1787" fmla="*/ 1575445 h 1796087"/>
                <a:gd name="connsiteX1788" fmla="*/ 558666 w 2290556"/>
                <a:gd name="connsiteY1788" fmla="*/ 1578170 h 1796087"/>
                <a:gd name="connsiteX1789" fmla="*/ 557690 w 2290556"/>
                <a:gd name="connsiteY1789" fmla="*/ 1579246 h 1796087"/>
                <a:gd name="connsiteX1790" fmla="*/ 555738 w 2290556"/>
                <a:gd name="connsiteY1790" fmla="*/ 1581635 h 1796087"/>
                <a:gd name="connsiteX1791" fmla="*/ 553887 w 2290556"/>
                <a:gd name="connsiteY1791" fmla="*/ 1584999 h 1796087"/>
                <a:gd name="connsiteX1792" fmla="*/ 555301 w 2290556"/>
                <a:gd name="connsiteY1792" fmla="*/ 1587051 h 1796087"/>
                <a:gd name="connsiteX1793" fmla="*/ 557690 w 2290556"/>
                <a:gd name="connsiteY1793" fmla="*/ 1590953 h 1796087"/>
                <a:gd name="connsiteX1794" fmla="*/ 558229 w 2290556"/>
                <a:gd name="connsiteY1794" fmla="*/ 1593005 h 1796087"/>
                <a:gd name="connsiteX1795" fmla="*/ 559104 w 2290556"/>
                <a:gd name="connsiteY1795" fmla="*/ 1595932 h 1796087"/>
                <a:gd name="connsiteX1796" fmla="*/ 561830 w 2290556"/>
                <a:gd name="connsiteY1796" fmla="*/ 1600069 h 1796087"/>
                <a:gd name="connsiteX1797" fmla="*/ 564118 w 2290556"/>
                <a:gd name="connsiteY1797" fmla="*/ 1603231 h 1796087"/>
                <a:gd name="connsiteX1798" fmla="*/ 564657 w 2290556"/>
                <a:gd name="connsiteY1798" fmla="*/ 1608984 h 1796087"/>
                <a:gd name="connsiteX1799" fmla="*/ 565733 w 2290556"/>
                <a:gd name="connsiteY1799" fmla="*/ 1613761 h 1796087"/>
                <a:gd name="connsiteX1800" fmla="*/ 565835 w 2290556"/>
                <a:gd name="connsiteY1800" fmla="*/ 1618874 h 1796087"/>
                <a:gd name="connsiteX1801" fmla="*/ 563984 w 2290556"/>
                <a:gd name="connsiteY1801" fmla="*/ 1621700 h 1796087"/>
                <a:gd name="connsiteX1802" fmla="*/ 560517 w 2290556"/>
                <a:gd name="connsiteY1802" fmla="*/ 1623751 h 1796087"/>
                <a:gd name="connsiteX1803" fmla="*/ 556916 w 2290556"/>
                <a:gd name="connsiteY1803" fmla="*/ 1627015 h 1796087"/>
                <a:gd name="connsiteX1804" fmla="*/ 556378 w 2290556"/>
                <a:gd name="connsiteY1804" fmla="*/ 1628966 h 1796087"/>
                <a:gd name="connsiteX1805" fmla="*/ 552474 w 2290556"/>
                <a:gd name="connsiteY1805" fmla="*/ 1632868 h 1796087"/>
                <a:gd name="connsiteX1806" fmla="*/ 551161 w 2290556"/>
                <a:gd name="connsiteY1806" fmla="*/ 1635256 h 1796087"/>
                <a:gd name="connsiteX1807" fmla="*/ 546483 w 2290556"/>
                <a:gd name="connsiteY1807" fmla="*/ 1636434 h 1796087"/>
                <a:gd name="connsiteX1808" fmla="*/ 544767 w 2290556"/>
                <a:gd name="connsiteY1808" fmla="*/ 1639899 h 1796087"/>
                <a:gd name="connsiteX1809" fmla="*/ 541065 w 2290556"/>
                <a:gd name="connsiteY1809" fmla="*/ 1645886 h 1796087"/>
                <a:gd name="connsiteX1810" fmla="*/ 539113 w 2290556"/>
                <a:gd name="connsiteY1810" fmla="*/ 1652514 h 1796087"/>
                <a:gd name="connsiteX1811" fmla="*/ 534098 w 2290556"/>
                <a:gd name="connsiteY1811" fmla="*/ 1658939 h 1796087"/>
                <a:gd name="connsiteX1812" fmla="*/ 529218 w 2290556"/>
                <a:gd name="connsiteY1812" fmla="*/ 1662841 h 1796087"/>
                <a:gd name="connsiteX1813" fmla="*/ 519425 w 2290556"/>
                <a:gd name="connsiteY1813" fmla="*/ 1667618 h 1796087"/>
                <a:gd name="connsiteX1814" fmla="*/ 510304 w 2290556"/>
                <a:gd name="connsiteY1814" fmla="*/ 1672731 h 1796087"/>
                <a:gd name="connsiteX1815" fmla="*/ 498391 w 2290556"/>
                <a:gd name="connsiteY1815" fmla="*/ 1677777 h 1796087"/>
                <a:gd name="connsiteX1816" fmla="*/ 494520 w 2290556"/>
                <a:gd name="connsiteY1816" fmla="*/ 1679728 h 1796087"/>
                <a:gd name="connsiteX1817" fmla="*/ 492636 w 2290556"/>
                <a:gd name="connsiteY1817" fmla="*/ 1680636 h 1796087"/>
                <a:gd name="connsiteX1818" fmla="*/ 491525 w 2290556"/>
                <a:gd name="connsiteY1818" fmla="*/ 1681645 h 1796087"/>
                <a:gd name="connsiteX1819" fmla="*/ 491458 w 2290556"/>
                <a:gd name="connsiteY1819" fmla="*/ 1682352 h 1796087"/>
                <a:gd name="connsiteX1820" fmla="*/ 492366 w 2290556"/>
                <a:gd name="connsiteY1820" fmla="*/ 1684135 h 1796087"/>
                <a:gd name="connsiteX1821" fmla="*/ 495261 w 2290556"/>
                <a:gd name="connsiteY1821" fmla="*/ 1684135 h 1796087"/>
                <a:gd name="connsiteX1822" fmla="*/ 498593 w 2290556"/>
                <a:gd name="connsiteY1822" fmla="*/ 1686086 h 1796087"/>
                <a:gd name="connsiteX1823" fmla="*/ 501218 w 2290556"/>
                <a:gd name="connsiteY1823" fmla="*/ 1689349 h 1796087"/>
                <a:gd name="connsiteX1824" fmla="*/ 501924 w 2290556"/>
                <a:gd name="connsiteY1824" fmla="*/ 1691973 h 1796087"/>
                <a:gd name="connsiteX1825" fmla="*/ 501924 w 2290556"/>
                <a:gd name="connsiteY1825" fmla="*/ 1693285 h 1796087"/>
                <a:gd name="connsiteX1826" fmla="*/ 500915 w 2290556"/>
                <a:gd name="connsiteY1826" fmla="*/ 1695169 h 1796087"/>
                <a:gd name="connsiteX1827" fmla="*/ 500174 w 2290556"/>
                <a:gd name="connsiteY1827" fmla="*/ 1696615 h 1796087"/>
                <a:gd name="connsiteX1828" fmla="*/ 500309 w 2290556"/>
                <a:gd name="connsiteY1828" fmla="*/ 1697792 h 1796087"/>
                <a:gd name="connsiteX1829" fmla="*/ 501453 w 2290556"/>
                <a:gd name="connsiteY1829" fmla="*/ 1699239 h 1796087"/>
                <a:gd name="connsiteX1830" fmla="*/ 501319 w 2290556"/>
                <a:gd name="connsiteY1830" fmla="*/ 1701560 h 1796087"/>
                <a:gd name="connsiteX1831" fmla="*/ 501891 w 2290556"/>
                <a:gd name="connsiteY1831" fmla="*/ 1709398 h 1796087"/>
                <a:gd name="connsiteX1832" fmla="*/ 501891 w 2290556"/>
                <a:gd name="connsiteY1832" fmla="*/ 1712863 h 1796087"/>
                <a:gd name="connsiteX1833" fmla="*/ 501319 w 2290556"/>
                <a:gd name="connsiteY1833" fmla="*/ 1715453 h 1796087"/>
                <a:gd name="connsiteX1834" fmla="*/ 498424 w 2290556"/>
                <a:gd name="connsiteY1834" fmla="*/ 1716900 h 1796087"/>
                <a:gd name="connsiteX1835" fmla="*/ 495799 w 2290556"/>
                <a:gd name="connsiteY1835" fmla="*/ 1715453 h 1796087"/>
                <a:gd name="connsiteX1836" fmla="*/ 492770 w 2290556"/>
                <a:gd name="connsiteY1836" fmla="*/ 1715453 h 1796087"/>
                <a:gd name="connsiteX1837" fmla="*/ 490583 w 2290556"/>
                <a:gd name="connsiteY1837" fmla="*/ 1715453 h 1796087"/>
                <a:gd name="connsiteX1838" fmla="*/ 485804 w 2290556"/>
                <a:gd name="connsiteY1838" fmla="*/ 1715453 h 1796087"/>
                <a:gd name="connsiteX1839" fmla="*/ 483987 w 2290556"/>
                <a:gd name="connsiteY1839" fmla="*/ 1718279 h 1796087"/>
                <a:gd name="connsiteX1840" fmla="*/ 484054 w 2290556"/>
                <a:gd name="connsiteY1840" fmla="*/ 1718918 h 1796087"/>
                <a:gd name="connsiteX1841" fmla="*/ 484054 w 2290556"/>
                <a:gd name="connsiteY1841" fmla="*/ 1723426 h 1796087"/>
                <a:gd name="connsiteX1842" fmla="*/ 484054 w 2290556"/>
                <a:gd name="connsiteY1842" fmla="*/ 1727059 h 1796087"/>
                <a:gd name="connsiteX1843" fmla="*/ 484626 w 2290556"/>
                <a:gd name="connsiteY1843" fmla="*/ 1730255 h 1796087"/>
                <a:gd name="connsiteX1844" fmla="*/ 486376 w 2290556"/>
                <a:gd name="connsiteY1844" fmla="*/ 1733719 h 1796087"/>
                <a:gd name="connsiteX1845" fmla="*/ 487554 w 2290556"/>
                <a:gd name="connsiteY1845" fmla="*/ 1737184 h 1796087"/>
                <a:gd name="connsiteX1846" fmla="*/ 487689 w 2290556"/>
                <a:gd name="connsiteY1846" fmla="*/ 1740380 h 1796087"/>
                <a:gd name="connsiteX1847" fmla="*/ 487689 w 2290556"/>
                <a:gd name="connsiteY1847" fmla="*/ 1744148 h 1796087"/>
                <a:gd name="connsiteX1848" fmla="*/ 487689 w 2290556"/>
                <a:gd name="connsiteY1848" fmla="*/ 1746469 h 1796087"/>
                <a:gd name="connsiteX1849" fmla="*/ 492333 w 2290556"/>
                <a:gd name="connsiteY1849" fmla="*/ 1748487 h 1796087"/>
                <a:gd name="connsiteX1850" fmla="*/ 496977 w 2290556"/>
                <a:gd name="connsiteY1850" fmla="*/ 1748487 h 1796087"/>
                <a:gd name="connsiteX1851" fmla="*/ 501891 w 2290556"/>
                <a:gd name="connsiteY1851" fmla="*/ 1751111 h 1796087"/>
                <a:gd name="connsiteX1852" fmla="*/ 510001 w 2290556"/>
                <a:gd name="connsiteY1852" fmla="*/ 1753870 h 1796087"/>
                <a:gd name="connsiteX1853" fmla="*/ 514074 w 2290556"/>
                <a:gd name="connsiteY1853" fmla="*/ 1755619 h 1796087"/>
                <a:gd name="connsiteX1854" fmla="*/ 518718 w 2290556"/>
                <a:gd name="connsiteY1854" fmla="*/ 1759958 h 1796087"/>
                <a:gd name="connsiteX1855" fmla="*/ 519795 w 2290556"/>
                <a:gd name="connsiteY1855" fmla="*/ 1764298 h 1796087"/>
                <a:gd name="connsiteX1856" fmla="*/ 528545 w 2290556"/>
                <a:gd name="connsiteY1856" fmla="*/ 1774424 h 1796087"/>
                <a:gd name="connsiteX1857" fmla="*/ 537531 w 2290556"/>
                <a:gd name="connsiteY1857" fmla="*/ 1783203 h 1796087"/>
                <a:gd name="connsiteX1858" fmla="*/ 544262 w 2290556"/>
                <a:gd name="connsiteY1858" fmla="*/ 1789931 h 1796087"/>
                <a:gd name="connsiteX1859" fmla="*/ 549411 w 2290556"/>
                <a:gd name="connsiteY1859" fmla="*/ 1792959 h 1796087"/>
                <a:gd name="connsiteX1860" fmla="*/ 553416 w 2290556"/>
                <a:gd name="connsiteY1860" fmla="*/ 1794775 h 1796087"/>
                <a:gd name="connsiteX1861" fmla="*/ 555704 w 2290556"/>
                <a:gd name="connsiteY1861" fmla="*/ 1796087 h 1796087"/>
                <a:gd name="connsiteX1862" fmla="*/ 558430 w 2290556"/>
                <a:gd name="connsiteY1862" fmla="*/ 1791950 h 1796087"/>
                <a:gd name="connsiteX1863" fmla="*/ 562435 w 2290556"/>
                <a:gd name="connsiteY1863" fmla="*/ 1791950 h 1796087"/>
                <a:gd name="connsiteX1864" fmla="*/ 564623 w 2290556"/>
                <a:gd name="connsiteY1864" fmla="*/ 1795684 h 1796087"/>
                <a:gd name="connsiteX1865" fmla="*/ 565061 w 2290556"/>
                <a:gd name="connsiteY1865" fmla="*/ 1795919 h 1796087"/>
                <a:gd name="connsiteX1866" fmla="*/ 565767 w 2290556"/>
                <a:gd name="connsiteY1866" fmla="*/ 1794372 h 1796087"/>
                <a:gd name="connsiteX1867" fmla="*/ 569469 w 2290556"/>
                <a:gd name="connsiteY1867" fmla="*/ 1792925 h 1796087"/>
                <a:gd name="connsiteX1868" fmla="*/ 572969 w 2290556"/>
                <a:gd name="connsiteY1868" fmla="*/ 1790167 h 1796087"/>
                <a:gd name="connsiteX1869" fmla="*/ 575796 w 2290556"/>
                <a:gd name="connsiteY1869" fmla="*/ 1790167 h 1796087"/>
                <a:gd name="connsiteX1870" fmla="*/ 584277 w 2290556"/>
                <a:gd name="connsiteY1870" fmla="*/ 1786904 h 1796087"/>
                <a:gd name="connsiteX1871" fmla="*/ 593398 w 2290556"/>
                <a:gd name="connsiteY1871" fmla="*/ 1784515 h 1796087"/>
                <a:gd name="connsiteX1872" fmla="*/ 595989 w 2290556"/>
                <a:gd name="connsiteY1872" fmla="*/ 1781690 h 1796087"/>
                <a:gd name="connsiteX1873" fmla="*/ 605984 w 2290556"/>
                <a:gd name="connsiteY1873" fmla="*/ 1784078 h 1796087"/>
                <a:gd name="connsiteX1874" fmla="*/ 617057 w 2290556"/>
                <a:gd name="connsiteY1874" fmla="*/ 1783876 h 1796087"/>
                <a:gd name="connsiteX1875" fmla="*/ 622071 w 2290556"/>
                <a:gd name="connsiteY1875" fmla="*/ 1781690 h 1796087"/>
                <a:gd name="connsiteX1876" fmla="*/ 632302 w 2290556"/>
                <a:gd name="connsiteY1876" fmla="*/ 1779099 h 1796087"/>
                <a:gd name="connsiteX1877" fmla="*/ 636644 w 2290556"/>
                <a:gd name="connsiteY1877" fmla="*/ 1776475 h 1796087"/>
                <a:gd name="connsiteX1878" fmla="*/ 646000 w 2290556"/>
                <a:gd name="connsiteY1878" fmla="*/ 1773650 h 1796087"/>
                <a:gd name="connsiteX1879" fmla="*/ 653168 w 2290556"/>
                <a:gd name="connsiteY1879" fmla="*/ 1768873 h 1796087"/>
                <a:gd name="connsiteX1880" fmla="*/ 658183 w 2290556"/>
                <a:gd name="connsiteY1880" fmla="*/ 1767561 h 1796087"/>
                <a:gd name="connsiteX1881" fmla="*/ 667943 w 2290556"/>
                <a:gd name="connsiteY1881" fmla="*/ 1767561 h 1796087"/>
                <a:gd name="connsiteX1882" fmla="*/ 669693 w 2290556"/>
                <a:gd name="connsiteY1882" fmla="*/ 1767561 h 1796087"/>
                <a:gd name="connsiteX1883" fmla="*/ 673832 w 2290556"/>
                <a:gd name="connsiteY1883" fmla="*/ 1767561 h 1796087"/>
                <a:gd name="connsiteX1884" fmla="*/ 681303 w 2290556"/>
                <a:gd name="connsiteY1884" fmla="*/ 1769579 h 1796087"/>
                <a:gd name="connsiteX1885" fmla="*/ 685880 w 2290556"/>
                <a:gd name="connsiteY1885" fmla="*/ 1768940 h 1796087"/>
                <a:gd name="connsiteX1886" fmla="*/ 688135 w 2290556"/>
                <a:gd name="connsiteY1886" fmla="*/ 1765173 h 1796087"/>
                <a:gd name="connsiteX1887" fmla="*/ 682852 w 2290556"/>
                <a:gd name="connsiteY1887" fmla="*/ 1764432 h 1796087"/>
                <a:gd name="connsiteX1888" fmla="*/ 680765 w 2290556"/>
                <a:gd name="connsiteY1888" fmla="*/ 1761909 h 1796087"/>
                <a:gd name="connsiteX1889" fmla="*/ 682717 w 2290556"/>
                <a:gd name="connsiteY1889" fmla="*/ 1759151 h 1796087"/>
                <a:gd name="connsiteX1890" fmla="*/ 687058 w 2290556"/>
                <a:gd name="connsiteY1890" fmla="*/ 1758579 h 1796087"/>
                <a:gd name="connsiteX1891" fmla="*/ 692073 w 2290556"/>
                <a:gd name="connsiteY1891" fmla="*/ 1758546 h 1796087"/>
                <a:gd name="connsiteX1892" fmla="*/ 703650 w 2290556"/>
                <a:gd name="connsiteY1892" fmla="*/ 1752188 h 1796087"/>
                <a:gd name="connsiteX1893" fmla="*/ 707722 w 2290556"/>
                <a:gd name="connsiteY1893" fmla="*/ 1747545 h 1796087"/>
                <a:gd name="connsiteX1894" fmla="*/ 707722 w 2290556"/>
                <a:gd name="connsiteY1894" fmla="*/ 1738261 h 1796087"/>
                <a:gd name="connsiteX1895" fmla="*/ 704256 w 2290556"/>
                <a:gd name="connsiteY1895" fmla="*/ 1731028 h 1796087"/>
                <a:gd name="connsiteX1896" fmla="*/ 699914 w 2290556"/>
                <a:gd name="connsiteY1896" fmla="*/ 1725242 h 1796087"/>
                <a:gd name="connsiteX1897" fmla="*/ 698467 w 2290556"/>
                <a:gd name="connsiteY1897" fmla="*/ 1720028 h 1796087"/>
                <a:gd name="connsiteX1898" fmla="*/ 698164 w 2290556"/>
                <a:gd name="connsiteY1898" fmla="*/ 1715117 h 1796087"/>
                <a:gd name="connsiteX1899" fmla="*/ 701059 w 2290556"/>
                <a:gd name="connsiteY1899" fmla="*/ 1708759 h 1796087"/>
                <a:gd name="connsiteX1900" fmla="*/ 704525 w 2290556"/>
                <a:gd name="connsiteY1900" fmla="*/ 1706135 h 1796087"/>
                <a:gd name="connsiteX1901" fmla="*/ 709439 w 2290556"/>
                <a:gd name="connsiteY1901" fmla="*/ 1701795 h 1796087"/>
                <a:gd name="connsiteX1902" fmla="*/ 708698 w 2290556"/>
                <a:gd name="connsiteY1902" fmla="*/ 1697759 h 1796087"/>
                <a:gd name="connsiteX1903" fmla="*/ 709439 w 2290556"/>
                <a:gd name="connsiteY1903" fmla="*/ 1691973 h 1796087"/>
                <a:gd name="connsiteX1904" fmla="*/ 710886 w 2290556"/>
                <a:gd name="connsiteY1904" fmla="*/ 1688205 h 1796087"/>
                <a:gd name="connsiteX1905" fmla="*/ 710246 w 2290556"/>
                <a:gd name="connsiteY1905" fmla="*/ 1684000 h 1796087"/>
                <a:gd name="connsiteX1906" fmla="*/ 707116 w 2290556"/>
                <a:gd name="connsiteY1906" fmla="*/ 1680367 h 1796087"/>
                <a:gd name="connsiteX1907" fmla="*/ 707116 w 2290556"/>
                <a:gd name="connsiteY1907" fmla="*/ 1674581 h 1796087"/>
                <a:gd name="connsiteX1908" fmla="*/ 708126 w 2290556"/>
                <a:gd name="connsiteY1908" fmla="*/ 1661125 h 1796087"/>
                <a:gd name="connsiteX1909" fmla="*/ 712030 w 2290556"/>
                <a:gd name="connsiteY1909" fmla="*/ 1655911 h 1796087"/>
                <a:gd name="connsiteX1910" fmla="*/ 714790 w 2290556"/>
                <a:gd name="connsiteY1910" fmla="*/ 1646055 h 1796087"/>
                <a:gd name="connsiteX1911" fmla="*/ 717987 w 2290556"/>
                <a:gd name="connsiteY1911" fmla="*/ 1637073 h 1796087"/>
                <a:gd name="connsiteX1912" fmla="*/ 723203 w 2290556"/>
                <a:gd name="connsiteY1912" fmla="*/ 1631724 h 1796087"/>
                <a:gd name="connsiteX1913" fmla="*/ 727679 w 2290556"/>
                <a:gd name="connsiteY1913" fmla="*/ 1626947 h 1796087"/>
                <a:gd name="connsiteX1914" fmla="*/ 730002 w 2290556"/>
                <a:gd name="connsiteY1914" fmla="*/ 1623751 h 1796087"/>
                <a:gd name="connsiteX1915" fmla="*/ 732324 w 2290556"/>
                <a:gd name="connsiteY1915" fmla="*/ 1618975 h 1796087"/>
                <a:gd name="connsiteX1916" fmla="*/ 734208 w 2290556"/>
                <a:gd name="connsiteY1916" fmla="*/ 1616519 h 1796087"/>
                <a:gd name="connsiteX1917" fmla="*/ 737675 w 2290556"/>
                <a:gd name="connsiteY1917" fmla="*/ 1613761 h 1796087"/>
                <a:gd name="connsiteX1918" fmla="*/ 741747 w 2290556"/>
                <a:gd name="connsiteY1918" fmla="*/ 1611137 h 1796087"/>
                <a:gd name="connsiteX1919" fmla="*/ 745651 w 2290556"/>
                <a:gd name="connsiteY1919" fmla="*/ 1608815 h 1796087"/>
                <a:gd name="connsiteX1920" fmla="*/ 747973 w 2290556"/>
                <a:gd name="connsiteY1920" fmla="*/ 1606797 h 1796087"/>
                <a:gd name="connsiteX1921" fmla="*/ 748714 w 2290556"/>
                <a:gd name="connsiteY1921" fmla="*/ 1600843 h 1796087"/>
                <a:gd name="connsiteX1922" fmla="*/ 749420 w 2290556"/>
                <a:gd name="connsiteY1922" fmla="*/ 1597647 h 1796087"/>
                <a:gd name="connsiteX1923" fmla="*/ 752752 w 2290556"/>
                <a:gd name="connsiteY1923" fmla="*/ 1592736 h 1796087"/>
                <a:gd name="connsiteX1924" fmla="*/ 755512 w 2290556"/>
                <a:gd name="connsiteY1924" fmla="*/ 1589271 h 1796087"/>
                <a:gd name="connsiteX1925" fmla="*/ 758574 w 2290556"/>
                <a:gd name="connsiteY1925" fmla="*/ 1590583 h 1796087"/>
                <a:gd name="connsiteX1926" fmla="*/ 761906 w 2290556"/>
                <a:gd name="connsiteY1926" fmla="*/ 1590583 h 1796087"/>
                <a:gd name="connsiteX1927" fmla="*/ 766820 w 2290556"/>
                <a:gd name="connsiteY1927" fmla="*/ 1589271 h 1796087"/>
                <a:gd name="connsiteX1928" fmla="*/ 770454 w 2290556"/>
                <a:gd name="connsiteY1928" fmla="*/ 1587959 h 1796087"/>
                <a:gd name="connsiteX1929" fmla="*/ 773652 w 2290556"/>
                <a:gd name="connsiteY1929" fmla="*/ 1585941 h 1796087"/>
                <a:gd name="connsiteX1930" fmla="*/ 775974 w 2290556"/>
                <a:gd name="connsiteY1930" fmla="*/ 1585066 h 1796087"/>
                <a:gd name="connsiteX1931" fmla="*/ 781056 w 2290556"/>
                <a:gd name="connsiteY1931" fmla="*/ 1585066 h 1796087"/>
                <a:gd name="connsiteX1932" fmla="*/ 787147 w 2290556"/>
                <a:gd name="connsiteY1932" fmla="*/ 1584494 h 1796087"/>
                <a:gd name="connsiteX1933" fmla="*/ 790613 w 2290556"/>
                <a:gd name="connsiteY1933" fmla="*/ 1581029 h 1796087"/>
                <a:gd name="connsiteX1934" fmla="*/ 794686 w 2290556"/>
                <a:gd name="connsiteY1934" fmla="*/ 1581769 h 1796087"/>
                <a:gd name="connsiteX1935" fmla="*/ 795392 w 2290556"/>
                <a:gd name="connsiteY1935" fmla="*/ 1584965 h 1796087"/>
                <a:gd name="connsiteX1936" fmla="*/ 795392 w 2290556"/>
                <a:gd name="connsiteY1936" fmla="*/ 1588598 h 1796087"/>
                <a:gd name="connsiteX1937" fmla="*/ 795426 w 2290556"/>
                <a:gd name="connsiteY1937" fmla="*/ 1592063 h 1796087"/>
                <a:gd name="connsiteX1938" fmla="*/ 793811 w 2290556"/>
                <a:gd name="connsiteY1938" fmla="*/ 1595965 h 1796087"/>
                <a:gd name="connsiteX1939" fmla="*/ 795594 w 2290556"/>
                <a:gd name="connsiteY1939" fmla="*/ 1598724 h 1796087"/>
                <a:gd name="connsiteX1940" fmla="*/ 796705 w 2290556"/>
                <a:gd name="connsiteY1940" fmla="*/ 1603366 h 1796087"/>
                <a:gd name="connsiteX1941" fmla="*/ 796469 w 2290556"/>
                <a:gd name="connsiteY1941" fmla="*/ 1608008 h 1796087"/>
                <a:gd name="connsiteX1942" fmla="*/ 797546 w 2290556"/>
                <a:gd name="connsiteY1942" fmla="*/ 1611641 h 1796087"/>
                <a:gd name="connsiteX1943" fmla="*/ 797546 w 2290556"/>
                <a:gd name="connsiteY1943" fmla="*/ 1619042 h 1796087"/>
                <a:gd name="connsiteX1944" fmla="*/ 799734 w 2290556"/>
                <a:gd name="connsiteY1944" fmla="*/ 1617730 h 1796087"/>
                <a:gd name="connsiteX1945" fmla="*/ 801349 w 2290556"/>
                <a:gd name="connsiteY1945" fmla="*/ 1617596 h 1796087"/>
                <a:gd name="connsiteX1946" fmla="*/ 804681 w 2290556"/>
                <a:gd name="connsiteY1946" fmla="*/ 1617596 h 1796087"/>
                <a:gd name="connsiteX1947" fmla="*/ 807441 w 2290556"/>
                <a:gd name="connsiteY1947" fmla="*/ 1620354 h 1796087"/>
                <a:gd name="connsiteX1948" fmla="*/ 808585 w 2290556"/>
                <a:gd name="connsiteY1948" fmla="*/ 1623953 h 1796087"/>
                <a:gd name="connsiteX1949" fmla="*/ 809595 w 2290556"/>
                <a:gd name="connsiteY1949" fmla="*/ 1627284 h 1796087"/>
                <a:gd name="connsiteX1950" fmla="*/ 809595 w 2290556"/>
                <a:gd name="connsiteY1950" fmla="*/ 1630311 h 1796087"/>
                <a:gd name="connsiteX1951" fmla="*/ 809023 w 2290556"/>
                <a:gd name="connsiteY1951" fmla="*/ 1634651 h 1796087"/>
                <a:gd name="connsiteX1952" fmla="*/ 807710 w 2290556"/>
                <a:gd name="connsiteY1952" fmla="*/ 1635660 h 1796087"/>
                <a:gd name="connsiteX1953" fmla="*/ 805388 w 2290556"/>
                <a:gd name="connsiteY1953" fmla="*/ 1635223 h 1796087"/>
                <a:gd name="connsiteX1954" fmla="*/ 803638 w 2290556"/>
                <a:gd name="connsiteY1954" fmla="*/ 1634785 h 1796087"/>
                <a:gd name="connsiteX1955" fmla="*/ 799868 w 2290556"/>
                <a:gd name="connsiteY1955" fmla="*/ 1634483 h 1796087"/>
                <a:gd name="connsiteX1956" fmla="*/ 796840 w 2290556"/>
                <a:gd name="connsiteY1956" fmla="*/ 1634045 h 1796087"/>
                <a:gd name="connsiteX1957" fmla="*/ 791488 w 2290556"/>
                <a:gd name="connsiteY1957" fmla="*/ 1636232 h 1796087"/>
                <a:gd name="connsiteX1958" fmla="*/ 787719 w 2290556"/>
                <a:gd name="connsiteY1958" fmla="*/ 1637678 h 1796087"/>
                <a:gd name="connsiteX1959" fmla="*/ 785262 w 2290556"/>
                <a:gd name="connsiteY1959" fmla="*/ 1642758 h 1796087"/>
                <a:gd name="connsiteX1960" fmla="*/ 780854 w 2290556"/>
                <a:gd name="connsiteY1960" fmla="*/ 1644204 h 1796087"/>
                <a:gd name="connsiteX1961" fmla="*/ 778229 w 2290556"/>
                <a:gd name="connsiteY1961" fmla="*/ 1649856 h 1796087"/>
                <a:gd name="connsiteX1962" fmla="*/ 776479 w 2290556"/>
                <a:gd name="connsiteY1962" fmla="*/ 1653758 h 1796087"/>
                <a:gd name="connsiteX1963" fmla="*/ 773450 w 2290556"/>
                <a:gd name="connsiteY1963" fmla="*/ 1657458 h 1796087"/>
                <a:gd name="connsiteX1964" fmla="*/ 772810 w 2290556"/>
                <a:gd name="connsiteY1964" fmla="*/ 1660284 h 1796087"/>
                <a:gd name="connsiteX1965" fmla="*/ 771733 w 2290556"/>
                <a:gd name="connsiteY1965" fmla="*/ 1662908 h 1796087"/>
                <a:gd name="connsiteX1966" fmla="*/ 771296 w 2290556"/>
                <a:gd name="connsiteY1966" fmla="*/ 1665936 h 1796087"/>
                <a:gd name="connsiteX1967" fmla="*/ 770757 w 2290556"/>
                <a:gd name="connsiteY1967" fmla="*/ 1667887 h 1796087"/>
                <a:gd name="connsiteX1968" fmla="*/ 768031 w 2290556"/>
                <a:gd name="connsiteY1968" fmla="*/ 1670948 h 1796087"/>
                <a:gd name="connsiteX1969" fmla="*/ 768031 w 2290556"/>
                <a:gd name="connsiteY1969" fmla="*/ 1674648 h 1796087"/>
                <a:gd name="connsiteX1970" fmla="*/ 768805 w 2290556"/>
                <a:gd name="connsiteY1970" fmla="*/ 1676398 h 1796087"/>
                <a:gd name="connsiteX1971" fmla="*/ 771531 w 2290556"/>
                <a:gd name="connsiteY1971" fmla="*/ 1680098 h 1796087"/>
                <a:gd name="connsiteX1972" fmla="*/ 771531 w 2290556"/>
                <a:gd name="connsiteY1972" fmla="*/ 1681612 h 1796087"/>
                <a:gd name="connsiteX1973" fmla="*/ 770454 w 2290556"/>
                <a:gd name="connsiteY1973" fmla="*/ 1684438 h 1796087"/>
                <a:gd name="connsiteX1974" fmla="*/ 768940 w 2290556"/>
                <a:gd name="connsiteY1974" fmla="*/ 1685951 h 1796087"/>
                <a:gd name="connsiteX1975" fmla="*/ 767190 w 2290556"/>
                <a:gd name="connsiteY1975" fmla="*/ 1689181 h 1796087"/>
                <a:gd name="connsiteX1976" fmla="*/ 767829 w 2290556"/>
                <a:gd name="connsiteY1976" fmla="*/ 1692881 h 1796087"/>
                <a:gd name="connsiteX1977" fmla="*/ 768906 w 2290556"/>
                <a:gd name="connsiteY1977" fmla="*/ 1695505 h 1796087"/>
                <a:gd name="connsiteX1978" fmla="*/ 767594 w 2290556"/>
                <a:gd name="connsiteY1978" fmla="*/ 1700080 h 1796087"/>
                <a:gd name="connsiteX1979" fmla="*/ 767358 w 2290556"/>
                <a:gd name="connsiteY1979" fmla="*/ 1703545 h 1796087"/>
                <a:gd name="connsiteX1980" fmla="*/ 768435 w 2290556"/>
                <a:gd name="connsiteY1980" fmla="*/ 1705059 h 1796087"/>
                <a:gd name="connsiteX1981" fmla="*/ 773652 w 2290556"/>
                <a:gd name="connsiteY1981" fmla="*/ 1710037 h 1796087"/>
                <a:gd name="connsiteX1982" fmla="*/ 777791 w 2290556"/>
                <a:gd name="connsiteY1982" fmla="*/ 1712863 h 1796087"/>
                <a:gd name="connsiteX1983" fmla="*/ 780181 w 2290556"/>
                <a:gd name="connsiteY1983" fmla="*/ 1714377 h 1796087"/>
                <a:gd name="connsiteX1984" fmla="*/ 784758 w 2290556"/>
                <a:gd name="connsiteY1984" fmla="*/ 1717404 h 1796087"/>
                <a:gd name="connsiteX1985" fmla="*/ 790109 w 2290556"/>
                <a:gd name="connsiteY1985" fmla="*/ 1720095 h 1796087"/>
                <a:gd name="connsiteX1986" fmla="*/ 799027 w 2290556"/>
                <a:gd name="connsiteY1986" fmla="*/ 1726252 h 1796087"/>
                <a:gd name="connsiteX1987" fmla="*/ 803099 w 2290556"/>
                <a:gd name="connsiteY1987" fmla="*/ 1727698 h 1796087"/>
                <a:gd name="connsiteX1988" fmla="*/ 809123 w 2290556"/>
                <a:gd name="connsiteY1988" fmla="*/ 1727698 h 1796087"/>
                <a:gd name="connsiteX1989" fmla="*/ 812523 w 2290556"/>
                <a:gd name="connsiteY1989" fmla="*/ 1726992 h 1796087"/>
                <a:gd name="connsiteX1990" fmla="*/ 818176 w 2290556"/>
                <a:gd name="connsiteY1990" fmla="*/ 1724704 h 1796087"/>
                <a:gd name="connsiteX1991" fmla="*/ 821508 w 2290556"/>
                <a:gd name="connsiteY1991" fmla="*/ 1722417 h 1796087"/>
                <a:gd name="connsiteX1992" fmla="*/ 824537 w 2290556"/>
                <a:gd name="connsiteY1992" fmla="*/ 1722417 h 1796087"/>
                <a:gd name="connsiteX1993" fmla="*/ 827600 w 2290556"/>
                <a:gd name="connsiteY1993" fmla="*/ 1723224 h 1796087"/>
                <a:gd name="connsiteX1994" fmla="*/ 833624 w 2290556"/>
                <a:gd name="connsiteY1994" fmla="*/ 1725108 h 1796087"/>
                <a:gd name="connsiteX1995" fmla="*/ 835509 w 2290556"/>
                <a:gd name="connsiteY1995" fmla="*/ 1726352 h 1796087"/>
                <a:gd name="connsiteX1996" fmla="*/ 840220 w 2290556"/>
                <a:gd name="connsiteY1996" fmla="*/ 1732004 h 1796087"/>
                <a:gd name="connsiteX1997" fmla="*/ 842812 w 2290556"/>
                <a:gd name="connsiteY1997" fmla="*/ 1734830 h 1796087"/>
                <a:gd name="connsiteX1998" fmla="*/ 845942 w 2290556"/>
                <a:gd name="connsiteY1998" fmla="*/ 1741288 h 1796087"/>
                <a:gd name="connsiteX1999" fmla="*/ 850081 w 2290556"/>
                <a:gd name="connsiteY1999" fmla="*/ 1746132 h 1796087"/>
                <a:gd name="connsiteX2000" fmla="*/ 851091 w 2290556"/>
                <a:gd name="connsiteY2000" fmla="*/ 1750337 h 1796087"/>
                <a:gd name="connsiteX2001" fmla="*/ 853043 w 2290556"/>
                <a:gd name="connsiteY2001" fmla="*/ 1753601 h 1796087"/>
                <a:gd name="connsiteX2002" fmla="*/ 857384 w 2290556"/>
                <a:gd name="connsiteY2002" fmla="*/ 1755854 h 1796087"/>
                <a:gd name="connsiteX2003" fmla="*/ 861793 w 2290556"/>
                <a:gd name="connsiteY2003" fmla="*/ 1755484 h 1796087"/>
                <a:gd name="connsiteX2004" fmla="*/ 867918 w 2290556"/>
                <a:gd name="connsiteY2004" fmla="*/ 1756023 h 1796087"/>
                <a:gd name="connsiteX2005" fmla="*/ 873774 w 2290556"/>
                <a:gd name="connsiteY2005" fmla="*/ 1758209 h 1796087"/>
                <a:gd name="connsiteX2006" fmla="*/ 880202 w 2290556"/>
                <a:gd name="connsiteY2006" fmla="*/ 1759958 h 1796087"/>
                <a:gd name="connsiteX2007" fmla="*/ 886630 w 2290556"/>
                <a:gd name="connsiteY2007" fmla="*/ 1760934 h 1796087"/>
                <a:gd name="connsiteX2008" fmla="*/ 891072 w 2290556"/>
                <a:gd name="connsiteY2008" fmla="*/ 1759958 h 1796087"/>
                <a:gd name="connsiteX2009" fmla="*/ 891611 w 2290556"/>
                <a:gd name="connsiteY2009" fmla="*/ 1762986 h 1796087"/>
                <a:gd name="connsiteX2010" fmla="*/ 895313 w 2290556"/>
                <a:gd name="connsiteY2010" fmla="*/ 1764937 h 1796087"/>
                <a:gd name="connsiteX2011" fmla="*/ 897938 w 2290556"/>
                <a:gd name="connsiteY2011" fmla="*/ 1770151 h 1796087"/>
                <a:gd name="connsiteX2012" fmla="*/ 900967 w 2290556"/>
                <a:gd name="connsiteY2012" fmla="*/ 1777653 h 1796087"/>
                <a:gd name="connsiteX2013" fmla="*/ 903693 w 2290556"/>
                <a:gd name="connsiteY2013" fmla="*/ 1781454 h 1796087"/>
                <a:gd name="connsiteX2014" fmla="*/ 910121 w 2290556"/>
                <a:gd name="connsiteY2014" fmla="*/ 1783069 h 1796087"/>
                <a:gd name="connsiteX2015" fmla="*/ 911433 w 2290556"/>
                <a:gd name="connsiteY2015" fmla="*/ 1780142 h 1796087"/>
                <a:gd name="connsiteX2016" fmla="*/ 915001 w 2290556"/>
                <a:gd name="connsiteY2016" fmla="*/ 1779806 h 1796087"/>
                <a:gd name="connsiteX2017" fmla="*/ 918905 w 2290556"/>
                <a:gd name="connsiteY2017" fmla="*/ 1779806 h 1796087"/>
                <a:gd name="connsiteX2018" fmla="*/ 922068 w 2290556"/>
                <a:gd name="connsiteY2018" fmla="*/ 1782699 h 1796087"/>
                <a:gd name="connsiteX2019" fmla="*/ 925434 w 2290556"/>
                <a:gd name="connsiteY2019" fmla="*/ 1785020 h 1796087"/>
                <a:gd name="connsiteX2020" fmla="*/ 932400 w 2290556"/>
                <a:gd name="connsiteY2020" fmla="*/ 1785020 h 1796087"/>
                <a:gd name="connsiteX2021" fmla="*/ 937415 w 2290556"/>
                <a:gd name="connsiteY2021" fmla="*/ 1781118 h 1796087"/>
                <a:gd name="connsiteX2022" fmla="*/ 941554 w 2290556"/>
                <a:gd name="connsiteY2022" fmla="*/ 1780041 h 1796087"/>
                <a:gd name="connsiteX2023" fmla="*/ 952862 w 2290556"/>
                <a:gd name="connsiteY2023" fmla="*/ 1783304 h 1796087"/>
                <a:gd name="connsiteX2024" fmla="*/ 960536 w 2290556"/>
                <a:gd name="connsiteY2024" fmla="*/ 1782564 h 1796087"/>
                <a:gd name="connsiteX2025" fmla="*/ 964574 w 2290556"/>
                <a:gd name="connsiteY2025" fmla="*/ 1782564 h 1796087"/>
                <a:gd name="connsiteX2026" fmla="*/ 967199 w 2290556"/>
                <a:gd name="connsiteY2026" fmla="*/ 1781420 h 1796087"/>
                <a:gd name="connsiteX2027" fmla="*/ 970262 w 2290556"/>
                <a:gd name="connsiteY2027" fmla="*/ 1781420 h 1796087"/>
                <a:gd name="connsiteX2028" fmla="*/ 970968 w 2290556"/>
                <a:gd name="connsiteY2028" fmla="*/ 1778965 h 1796087"/>
                <a:gd name="connsiteX2029" fmla="*/ 970531 w 2290556"/>
                <a:gd name="connsiteY2029" fmla="*/ 1776644 h 1796087"/>
                <a:gd name="connsiteX2030" fmla="*/ 968343 w 2290556"/>
                <a:gd name="connsiteY2030" fmla="*/ 1774625 h 1796087"/>
                <a:gd name="connsiteX2031" fmla="*/ 966324 w 2290556"/>
                <a:gd name="connsiteY2031" fmla="*/ 1773751 h 1796087"/>
                <a:gd name="connsiteX2032" fmla="*/ 964574 w 2290556"/>
                <a:gd name="connsiteY2032" fmla="*/ 1771160 h 1796087"/>
                <a:gd name="connsiteX2033" fmla="*/ 964574 w 2290556"/>
                <a:gd name="connsiteY2033" fmla="*/ 1768570 h 1796087"/>
                <a:gd name="connsiteX2034" fmla="*/ 964574 w 2290556"/>
                <a:gd name="connsiteY2034" fmla="*/ 1765105 h 1796087"/>
                <a:gd name="connsiteX2035" fmla="*/ 965011 w 2290556"/>
                <a:gd name="connsiteY2035" fmla="*/ 1762212 h 1796087"/>
                <a:gd name="connsiteX2036" fmla="*/ 964574 w 2290556"/>
                <a:gd name="connsiteY2036" fmla="*/ 1759891 h 1796087"/>
                <a:gd name="connsiteX2037" fmla="*/ 964574 w 2290556"/>
                <a:gd name="connsiteY2037" fmla="*/ 1754677 h 1796087"/>
                <a:gd name="connsiteX2038" fmla="*/ 964574 w 2290556"/>
                <a:gd name="connsiteY2038" fmla="*/ 1752053 h 1796087"/>
                <a:gd name="connsiteX2039" fmla="*/ 966324 w 2290556"/>
                <a:gd name="connsiteY2039" fmla="*/ 1749463 h 1796087"/>
                <a:gd name="connsiteX2040" fmla="*/ 966324 w 2290556"/>
                <a:gd name="connsiteY2040" fmla="*/ 1747714 h 1796087"/>
                <a:gd name="connsiteX2041" fmla="*/ 966324 w 2290556"/>
                <a:gd name="connsiteY2041" fmla="*/ 1745695 h 1796087"/>
                <a:gd name="connsiteX2042" fmla="*/ 968074 w 2290556"/>
                <a:gd name="connsiteY2042" fmla="*/ 1742500 h 1796087"/>
                <a:gd name="connsiteX2043" fmla="*/ 968074 w 2290556"/>
                <a:gd name="connsiteY2043" fmla="*/ 1740481 h 1796087"/>
                <a:gd name="connsiteX2044" fmla="*/ 970766 w 2290556"/>
                <a:gd name="connsiteY2044" fmla="*/ 1740178 h 1796087"/>
                <a:gd name="connsiteX2045" fmla="*/ 972281 w 2290556"/>
                <a:gd name="connsiteY2045" fmla="*/ 1740616 h 1796087"/>
                <a:gd name="connsiteX2046" fmla="*/ 973425 w 2290556"/>
                <a:gd name="connsiteY2046" fmla="*/ 1744249 h 1796087"/>
                <a:gd name="connsiteX2047" fmla="*/ 976622 w 2290556"/>
                <a:gd name="connsiteY2047" fmla="*/ 1746570 h 1796087"/>
                <a:gd name="connsiteX2048" fmla="*/ 977497 w 2290556"/>
                <a:gd name="connsiteY2048" fmla="*/ 1751044 h 1796087"/>
                <a:gd name="connsiteX2049" fmla="*/ 978642 w 2290556"/>
                <a:gd name="connsiteY2049" fmla="*/ 1752591 h 1796087"/>
                <a:gd name="connsiteX2050" fmla="*/ 983589 w 2290556"/>
                <a:gd name="connsiteY2050" fmla="*/ 1752490 h 1796087"/>
                <a:gd name="connsiteX2051" fmla="*/ 986180 w 2290556"/>
                <a:gd name="connsiteY2051" fmla="*/ 1752490 h 1796087"/>
                <a:gd name="connsiteX2052" fmla="*/ 987055 w 2290556"/>
                <a:gd name="connsiteY2052" fmla="*/ 1750304 h 1796087"/>
                <a:gd name="connsiteX2053" fmla="*/ 987930 w 2290556"/>
                <a:gd name="connsiteY2053" fmla="*/ 1747848 h 1796087"/>
                <a:gd name="connsiteX2054" fmla="*/ 989680 w 2290556"/>
                <a:gd name="connsiteY2054" fmla="*/ 1744081 h 1796087"/>
                <a:gd name="connsiteX2055" fmla="*/ 990993 w 2290556"/>
                <a:gd name="connsiteY2055" fmla="*/ 1741625 h 1796087"/>
                <a:gd name="connsiteX2056" fmla="*/ 991127 w 2290556"/>
                <a:gd name="connsiteY2056" fmla="*/ 1738732 h 1796087"/>
                <a:gd name="connsiteX2057" fmla="*/ 990825 w 2290556"/>
                <a:gd name="connsiteY2057" fmla="*/ 1735671 h 1796087"/>
                <a:gd name="connsiteX2058" fmla="*/ 989075 w 2290556"/>
                <a:gd name="connsiteY2058" fmla="*/ 1732206 h 1796087"/>
                <a:gd name="connsiteX2059" fmla="*/ 985171 w 2290556"/>
                <a:gd name="connsiteY2059" fmla="*/ 1728438 h 1796087"/>
                <a:gd name="connsiteX2060" fmla="*/ 982411 w 2290556"/>
                <a:gd name="connsiteY2060" fmla="*/ 1728438 h 1796087"/>
                <a:gd name="connsiteX2061" fmla="*/ 979348 w 2290556"/>
                <a:gd name="connsiteY2061" fmla="*/ 1725680 h 1796087"/>
                <a:gd name="connsiteX2062" fmla="*/ 977464 w 2290556"/>
                <a:gd name="connsiteY2062" fmla="*/ 1722349 h 1796087"/>
                <a:gd name="connsiteX2063" fmla="*/ 978473 w 2290556"/>
                <a:gd name="connsiteY2063" fmla="*/ 1716395 h 1796087"/>
                <a:gd name="connsiteX2064" fmla="*/ 978473 w 2290556"/>
                <a:gd name="connsiteY2064" fmla="*/ 1711282 h 1796087"/>
                <a:gd name="connsiteX2065" fmla="*/ 978473 w 2290556"/>
                <a:gd name="connsiteY2065" fmla="*/ 1709533 h 1796087"/>
                <a:gd name="connsiteX2066" fmla="*/ 978473 w 2290556"/>
                <a:gd name="connsiteY2066" fmla="*/ 1706505 h 1796087"/>
                <a:gd name="connsiteX2067" fmla="*/ 982613 w 2290556"/>
                <a:gd name="connsiteY2067" fmla="*/ 1702165 h 1796087"/>
                <a:gd name="connsiteX2068" fmla="*/ 981973 w 2290556"/>
                <a:gd name="connsiteY2068" fmla="*/ 1697692 h 1796087"/>
                <a:gd name="connsiteX2069" fmla="*/ 984733 w 2290556"/>
                <a:gd name="connsiteY2069" fmla="*/ 1694798 h 1796087"/>
                <a:gd name="connsiteX2070" fmla="*/ 986315 w 2290556"/>
                <a:gd name="connsiteY2070" fmla="*/ 1691334 h 1796087"/>
                <a:gd name="connsiteX2071" fmla="*/ 991094 w 2290556"/>
                <a:gd name="connsiteY2071" fmla="*/ 1691334 h 1796087"/>
                <a:gd name="connsiteX2072" fmla="*/ 995166 w 2290556"/>
                <a:gd name="connsiteY2072" fmla="*/ 1689315 h 1796087"/>
                <a:gd name="connsiteX2073" fmla="*/ 997185 w 2290556"/>
                <a:gd name="connsiteY2073" fmla="*/ 1688306 h 1796087"/>
                <a:gd name="connsiteX2074" fmla="*/ 1001392 w 2290556"/>
                <a:gd name="connsiteY2074" fmla="*/ 1684673 h 1796087"/>
                <a:gd name="connsiteX2075" fmla="*/ 1004286 w 2290556"/>
                <a:gd name="connsiteY2075" fmla="*/ 1679459 h 1796087"/>
                <a:gd name="connsiteX2076" fmla="*/ 1007921 w 2290556"/>
                <a:gd name="connsiteY2076" fmla="*/ 1678147 h 1796087"/>
                <a:gd name="connsiteX2077" fmla="*/ 1010378 w 2290556"/>
                <a:gd name="connsiteY2077" fmla="*/ 1675388 h 1796087"/>
                <a:gd name="connsiteX2078" fmla="*/ 1014013 w 2290556"/>
                <a:gd name="connsiteY2078" fmla="*/ 1674514 h 1796087"/>
                <a:gd name="connsiteX2079" fmla="*/ 1018219 w 2290556"/>
                <a:gd name="connsiteY2079" fmla="*/ 1673807 h 1796087"/>
                <a:gd name="connsiteX2080" fmla="*/ 1017647 w 2290556"/>
                <a:gd name="connsiteY2080" fmla="*/ 1671352 h 1796087"/>
                <a:gd name="connsiteX2081" fmla="*/ 1016032 w 2290556"/>
                <a:gd name="connsiteY2081" fmla="*/ 1668021 h 1796087"/>
                <a:gd name="connsiteX2082" fmla="*/ 1016772 w 2290556"/>
                <a:gd name="connsiteY2082" fmla="*/ 1664388 h 1796087"/>
                <a:gd name="connsiteX2083" fmla="*/ 1016772 w 2290556"/>
                <a:gd name="connsiteY2083" fmla="*/ 1659746 h 1796087"/>
                <a:gd name="connsiteX2084" fmla="*/ 1018590 w 2290556"/>
                <a:gd name="connsiteY2084" fmla="*/ 1655709 h 1796087"/>
                <a:gd name="connsiteX2085" fmla="*/ 1021282 w 2290556"/>
                <a:gd name="connsiteY2085" fmla="*/ 1650495 h 1796087"/>
                <a:gd name="connsiteX2086" fmla="*/ 1024479 w 2290556"/>
                <a:gd name="connsiteY2086" fmla="*/ 1648611 h 1796087"/>
                <a:gd name="connsiteX2087" fmla="*/ 1028114 w 2290556"/>
                <a:gd name="connsiteY2087" fmla="*/ 1651370 h 1796087"/>
                <a:gd name="connsiteX2088" fmla="*/ 1033027 w 2290556"/>
                <a:gd name="connsiteY2088" fmla="*/ 1651370 h 1796087"/>
                <a:gd name="connsiteX2089" fmla="*/ 1038109 w 2290556"/>
                <a:gd name="connsiteY2089" fmla="*/ 1649923 h 1796087"/>
                <a:gd name="connsiteX2090" fmla="*/ 1039994 w 2290556"/>
                <a:gd name="connsiteY2090" fmla="*/ 1645853 h 1796087"/>
                <a:gd name="connsiteX2091" fmla="*/ 1042888 w 2290556"/>
                <a:gd name="connsiteY2091" fmla="*/ 1643532 h 1796087"/>
                <a:gd name="connsiteX2092" fmla="*/ 1042888 w 2290556"/>
                <a:gd name="connsiteY2092" fmla="*/ 1639629 h 1796087"/>
                <a:gd name="connsiteX2093" fmla="*/ 1043393 w 2290556"/>
                <a:gd name="connsiteY2093" fmla="*/ 1634415 h 1796087"/>
                <a:gd name="connsiteX2094" fmla="*/ 1043763 w 2290556"/>
                <a:gd name="connsiteY2094" fmla="*/ 1630210 h 1796087"/>
                <a:gd name="connsiteX2095" fmla="*/ 1045345 w 2290556"/>
                <a:gd name="connsiteY2095" fmla="*/ 1625568 h 1796087"/>
                <a:gd name="connsiteX2096" fmla="*/ 1046927 w 2290556"/>
                <a:gd name="connsiteY2096" fmla="*/ 1622103 h 1796087"/>
                <a:gd name="connsiteX2097" fmla="*/ 1053018 w 2290556"/>
                <a:gd name="connsiteY2097" fmla="*/ 1620522 h 1796087"/>
                <a:gd name="connsiteX2098" fmla="*/ 1057932 w 2290556"/>
                <a:gd name="connsiteY2098" fmla="*/ 1618638 h 1796087"/>
                <a:gd name="connsiteX2099" fmla="*/ 1062711 w 2290556"/>
                <a:gd name="connsiteY2099" fmla="*/ 1615745 h 1796087"/>
                <a:gd name="connsiteX2100" fmla="*/ 1065773 w 2290556"/>
                <a:gd name="connsiteY2100" fmla="*/ 1611978 h 1796087"/>
                <a:gd name="connsiteX2101" fmla="*/ 1070990 w 2290556"/>
                <a:gd name="connsiteY2101" fmla="*/ 1606629 h 1796087"/>
                <a:gd name="connsiteX2102" fmla="*/ 1074894 w 2290556"/>
                <a:gd name="connsiteY2102" fmla="*/ 1605317 h 1796087"/>
                <a:gd name="connsiteX2103" fmla="*/ 1078966 w 2290556"/>
                <a:gd name="connsiteY2103" fmla="*/ 1602121 h 1796087"/>
                <a:gd name="connsiteX2104" fmla="*/ 1082870 w 2290556"/>
                <a:gd name="connsiteY2104" fmla="*/ 1600237 h 1796087"/>
                <a:gd name="connsiteX2105" fmla="*/ 1086942 w 2290556"/>
                <a:gd name="connsiteY2105" fmla="*/ 1597614 h 1796087"/>
                <a:gd name="connsiteX2106" fmla="*/ 1088524 w 2290556"/>
                <a:gd name="connsiteY2106" fmla="*/ 1596032 h 1796087"/>
                <a:gd name="connsiteX2107" fmla="*/ 1091284 w 2290556"/>
                <a:gd name="connsiteY2107" fmla="*/ 1593577 h 1796087"/>
                <a:gd name="connsiteX2108" fmla="*/ 1093168 w 2290556"/>
                <a:gd name="connsiteY2108" fmla="*/ 1590818 h 1796087"/>
                <a:gd name="connsiteX2109" fmla="*/ 1088389 w 2290556"/>
                <a:gd name="connsiteY2109" fmla="*/ 1589069 h 1796087"/>
                <a:gd name="connsiteX2110" fmla="*/ 1084182 w 2290556"/>
                <a:gd name="connsiteY2110" fmla="*/ 1584999 h 1796087"/>
                <a:gd name="connsiteX2111" fmla="*/ 1080110 w 2290556"/>
                <a:gd name="connsiteY2111" fmla="*/ 1581366 h 1796087"/>
                <a:gd name="connsiteX2112" fmla="*/ 1084182 w 2290556"/>
                <a:gd name="connsiteY2112" fmla="*/ 1578473 h 1796087"/>
                <a:gd name="connsiteX2113" fmla="*/ 1088961 w 2290556"/>
                <a:gd name="connsiteY2113" fmla="*/ 1578338 h 1796087"/>
                <a:gd name="connsiteX2114" fmla="*/ 1092596 w 2290556"/>
                <a:gd name="connsiteY2114" fmla="*/ 1578338 h 1796087"/>
                <a:gd name="connsiteX2115" fmla="*/ 1097106 w 2290556"/>
                <a:gd name="connsiteY2115" fmla="*/ 1577699 h 1796087"/>
                <a:gd name="connsiteX2116" fmla="*/ 1100303 w 2290556"/>
                <a:gd name="connsiteY2116" fmla="*/ 1579213 h 1796087"/>
                <a:gd name="connsiteX2117" fmla="*/ 1100303 w 2290556"/>
                <a:gd name="connsiteY2117" fmla="*/ 1582846 h 1796087"/>
                <a:gd name="connsiteX2118" fmla="*/ 1101279 w 2290556"/>
                <a:gd name="connsiteY2118" fmla="*/ 1585301 h 1796087"/>
                <a:gd name="connsiteX2119" fmla="*/ 1104375 w 2290556"/>
                <a:gd name="connsiteY2119" fmla="*/ 1589641 h 1796087"/>
                <a:gd name="connsiteX2120" fmla="*/ 1107707 w 2290556"/>
                <a:gd name="connsiteY2120" fmla="*/ 1592399 h 1796087"/>
                <a:gd name="connsiteX2121" fmla="*/ 1111476 w 2290556"/>
                <a:gd name="connsiteY2121" fmla="*/ 1596739 h 1796087"/>
                <a:gd name="connsiteX2122" fmla="*/ 1113630 w 2290556"/>
                <a:gd name="connsiteY2122" fmla="*/ 1595427 h 1796087"/>
                <a:gd name="connsiteX2123" fmla="*/ 1113630 w 2290556"/>
                <a:gd name="connsiteY2123" fmla="*/ 1591962 h 1796087"/>
                <a:gd name="connsiteX2124" fmla="*/ 1117265 w 2290556"/>
                <a:gd name="connsiteY2124" fmla="*/ 1590818 h 1796087"/>
                <a:gd name="connsiteX2125" fmla="*/ 1119856 w 2290556"/>
                <a:gd name="connsiteY2125" fmla="*/ 1590684 h 1796087"/>
                <a:gd name="connsiteX2126" fmla="*/ 1122178 w 2290556"/>
                <a:gd name="connsiteY2126" fmla="*/ 1591390 h 1796087"/>
                <a:gd name="connsiteX2127" fmla="*/ 1125073 w 2290556"/>
                <a:gd name="connsiteY2127" fmla="*/ 1593139 h 1796087"/>
                <a:gd name="connsiteX2128" fmla="*/ 1129852 w 2290556"/>
                <a:gd name="connsiteY2128" fmla="*/ 1594586 h 1796087"/>
                <a:gd name="connsiteX2129" fmla="*/ 1134933 w 2290556"/>
                <a:gd name="connsiteY2129" fmla="*/ 1599228 h 1796087"/>
                <a:gd name="connsiteX2130" fmla="*/ 1136381 w 2290556"/>
                <a:gd name="connsiteY2130" fmla="*/ 1599228 h 1796087"/>
                <a:gd name="connsiteX2131" fmla="*/ 1137693 w 2290556"/>
                <a:gd name="connsiteY2131" fmla="*/ 1596638 h 1796087"/>
                <a:gd name="connsiteX2132" fmla="*/ 1140285 w 2290556"/>
                <a:gd name="connsiteY2132" fmla="*/ 1594889 h 1796087"/>
                <a:gd name="connsiteX2133" fmla="*/ 1140285 w 2290556"/>
                <a:gd name="connsiteY2133" fmla="*/ 1592130 h 1796087"/>
                <a:gd name="connsiteX2134" fmla="*/ 1142674 w 2290556"/>
                <a:gd name="connsiteY2134" fmla="*/ 1589237 h 1796087"/>
                <a:gd name="connsiteX2135" fmla="*/ 1144357 w 2290556"/>
                <a:gd name="connsiteY2135" fmla="*/ 1584595 h 1796087"/>
                <a:gd name="connsiteX2136" fmla="*/ 1149136 w 2290556"/>
                <a:gd name="connsiteY2136" fmla="*/ 1579381 h 1796087"/>
                <a:gd name="connsiteX2137" fmla="*/ 1153477 w 2290556"/>
                <a:gd name="connsiteY2137" fmla="*/ 1574907 h 1796087"/>
                <a:gd name="connsiteX2138" fmla="*/ 1161319 w 2290556"/>
                <a:gd name="connsiteY2138" fmla="*/ 1569255 h 1796087"/>
                <a:gd name="connsiteX2139" fmla="*/ 1165660 w 2290556"/>
                <a:gd name="connsiteY2139" fmla="*/ 1566362 h 1796087"/>
                <a:gd name="connsiteX2140" fmla="*/ 1169867 w 2290556"/>
                <a:gd name="connsiteY2140" fmla="*/ 1563167 h 1796087"/>
                <a:gd name="connsiteX2141" fmla="*/ 1173333 w 2290556"/>
                <a:gd name="connsiteY2141" fmla="*/ 1562023 h 1796087"/>
                <a:gd name="connsiteX2142" fmla="*/ 1174781 w 2290556"/>
                <a:gd name="connsiteY2142" fmla="*/ 1562897 h 1796087"/>
                <a:gd name="connsiteX2143" fmla="*/ 1176665 w 2290556"/>
                <a:gd name="connsiteY2143" fmla="*/ 1563772 h 1796087"/>
                <a:gd name="connsiteX2144" fmla="*/ 1176968 w 2290556"/>
                <a:gd name="connsiteY2144" fmla="*/ 1565521 h 1796087"/>
                <a:gd name="connsiteX2145" fmla="*/ 1175521 w 2290556"/>
                <a:gd name="connsiteY2145" fmla="*/ 1568414 h 1796087"/>
                <a:gd name="connsiteX2146" fmla="*/ 1173333 w 2290556"/>
                <a:gd name="connsiteY2146" fmla="*/ 1570601 h 1796087"/>
                <a:gd name="connsiteX2147" fmla="*/ 1173333 w 2290556"/>
                <a:gd name="connsiteY2147" fmla="*/ 1574066 h 1796087"/>
                <a:gd name="connsiteX2148" fmla="*/ 1174208 w 2290556"/>
                <a:gd name="connsiteY2148" fmla="*/ 1578405 h 1796087"/>
                <a:gd name="connsiteX2149" fmla="*/ 1182050 w 2290556"/>
                <a:gd name="connsiteY2149" fmla="*/ 1578405 h 1796087"/>
                <a:gd name="connsiteX2150" fmla="*/ 1182050 w 2290556"/>
                <a:gd name="connsiteY2150" fmla="*/ 1582173 h 1796087"/>
                <a:gd name="connsiteX2151" fmla="*/ 1180838 w 2290556"/>
                <a:gd name="connsiteY2151" fmla="*/ 1585032 h 1796087"/>
                <a:gd name="connsiteX2152" fmla="*/ 1181410 w 2290556"/>
                <a:gd name="connsiteY2152" fmla="*/ 1585739 h 1796087"/>
                <a:gd name="connsiteX2153" fmla="*/ 1182925 w 2290556"/>
                <a:gd name="connsiteY2153" fmla="*/ 1585907 h 1796087"/>
                <a:gd name="connsiteX2154" fmla="*/ 1186627 w 2290556"/>
                <a:gd name="connsiteY2154" fmla="*/ 1585907 h 1796087"/>
                <a:gd name="connsiteX2155" fmla="*/ 1192045 w 2290556"/>
                <a:gd name="connsiteY2155" fmla="*/ 1584595 h 1796087"/>
                <a:gd name="connsiteX2156" fmla="*/ 1194670 w 2290556"/>
                <a:gd name="connsiteY2156" fmla="*/ 1582644 h 1796087"/>
                <a:gd name="connsiteX2157" fmla="*/ 1194670 w 2290556"/>
                <a:gd name="connsiteY2157" fmla="*/ 1579818 h 1796087"/>
                <a:gd name="connsiteX2158" fmla="*/ 1195411 w 2290556"/>
                <a:gd name="connsiteY2158" fmla="*/ 1577867 h 1796087"/>
                <a:gd name="connsiteX2159" fmla="*/ 1198339 w 2290556"/>
                <a:gd name="connsiteY2159" fmla="*/ 1575815 h 1796087"/>
                <a:gd name="connsiteX2160" fmla="*/ 1200829 w 2290556"/>
                <a:gd name="connsiteY2160" fmla="*/ 1573528 h 1796087"/>
                <a:gd name="connsiteX2161" fmla="*/ 1202478 w 2290556"/>
                <a:gd name="connsiteY2161" fmla="*/ 1571139 h 1796087"/>
                <a:gd name="connsiteX2162" fmla="*/ 1203791 w 2290556"/>
                <a:gd name="connsiteY2162" fmla="*/ 1568313 h 1796087"/>
                <a:gd name="connsiteX2163" fmla="*/ 1204329 w 2290556"/>
                <a:gd name="connsiteY2163" fmla="*/ 1565387 h 1796087"/>
                <a:gd name="connsiteX2164" fmla="*/ 1203993 w 2290556"/>
                <a:gd name="connsiteY2164" fmla="*/ 1563436 h 1796087"/>
                <a:gd name="connsiteX2165" fmla="*/ 1201502 w 2290556"/>
                <a:gd name="connsiteY2165" fmla="*/ 1562359 h 1796087"/>
                <a:gd name="connsiteX2166" fmla="*/ 1199887 w 2290556"/>
                <a:gd name="connsiteY2166" fmla="*/ 1561384 h 1796087"/>
                <a:gd name="connsiteX2167" fmla="*/ 1197060 w 2290556"/>
                <a:gd name="connsiteY2167" fmla="*/ 1557044 h 1796087"/>
                <a:gd name="connsiteX2168" fmla="*/ 1201738 w 2290556"/>
                <a:gd name="connsiteY2168" fmla="*/ 1556405 h 1796087"/>
                <a:gd name="connsiteX2169" fmla="*/ 1205541 w 2290556"/>
                <a:gd name="connsiteY2169" fmla="*/ 1555833 h 1796087"/>
                <a:gd name="connsiteX2170" fmla="*/ 1212070 w 2290556"/>
                <a:gd name="connsiteY2170" fmla="*/ 1555833 h 1796087"/>
                <a:gd name="connsiteX2171" fmla="*/ 1222738 w 2290556"/>
                <a:gd name="connsiteY2171" fmla="*/ 1556069 h 1796087"/>
                <a:gd name="connsiteX2172" fmla="*/ 1237075 w 2290556"/>
                <a:gd name="connsiteY2172" fmla="*/ 1556371 h 1796087"/>
                <a:gd name="connsiteX2173" fmla="*/ 1242729 w 2290556"/>
                <a:gd name="connsiteY2173" fmla="*/ 1555160 h 1796087"/>
                <a:gd name="connsiteX2174" fmla="*/ 1246095 w 2290556"/>
                <a:gd name="connsiteY2174" fmla="*/ 1549845 h 1796087"/>
                <a:gd name="connsiteX2175" fmla="*/ 1248282 w 2290556"/>
                <a:gd name="connsiteY2175" fmla="*/ 1546784 h 1796087"/>
                <a:gd name="connsiteX2176" fmla="*/ 1249359 w 2290556"/>
                <a:gd name="connsiteY2176" fmla="*/ 1540594 h 1796087"/>
                <a:gd name="connsiteX2177" fmla="*/ 1249898 w 2290556"/>
                <a:gd name="connsiteY2177" fmla="*/ 1532353 h 1796087"/>
                <a:gd name="connsiteX2178" fmla="*/ 1249898 w 2290556"/>
                <a:gd name="connsiteY2178" fmla="*/ 1528551 h 1796087"/>
                <a:gd name="connsiteX2179" fmla="*/ 1251648 w 2290556"/>
                <a:gd name="connsiteY2179" fmla="*/ 1520276 h 1796087"/>
                <a:gd name="connsiteX2180" fmla="*/ 1256225 w 2290556"/>
                <a:gd name="connsiteY2180" fmla="*/ 1514187 h 1796087"/>
                <a:gd name="connsiteX2181" fmla="*/ 1258950 w 2290556"/>
                <a:gd name="connsiteY2181" fmla="*/ 1507998 h 1796087"/>
                <a:gd name="connsiteX2182" fmla="*/ 1263427 w 2290556"/>
                <a:gd name="connsiteY2182" fmla="*/ 1501034 h 1796087"/>
                <a:gd name="connsiteX2183" fmla="*/ 1268845 w 2290556"/>
                <a:gd name="connsiteY2183" fmla="*/ 1491481 h 1796087"/>
                <a:gd name="connsiteX2184" fmla="*/ 1275913 w 2290556"/>
                <a:gd name="connsiteY2184" fmla="*/ 1485728 h 1796087"/>
                <a:gd name="connsiteX2185" fmla="*/ 1282442 w 2290556"/>
                <a:gd name="connsiteY2185" fmla="*/ 1479976 h 1796087"/>
                <a:gd name="connsiteX2186" fmla="*/ 1288634 w 2290556"/>
                <a:gd name="connsiteY2186" fmla="*/ 1479101 h 1796087"/>
                <a:gd name="connsiteX2187" fmla="*/ 1294826 w 2290556"/>
                <a:gd name="connsiteY2187" fmla="*/ 1479337 h 1796087"/>
                <a:gd name="connsiteX2188" fmla="*/ 1299504 w 2290556"/>
                <a:gd name="connsiteY2188" fmla="*/ 1482263 h 1796087"/>
                <a:gd name="connsiteX2189" fmla="*/ 1306033 w 2290556"/>
                <a:gd name="connsiteY2189" fmla="*/ 1487376 h 1796087"/>
                <a:gd name="connsiteX2190" fmla="*/ 1312663 w 2290556"/>
                <a:gd name="connsiteY2190" fmla="*/ 1492591 h 1796087"/>
                <a:gd name="connsiteX2191" fmla="*/ 1317543 w 2290556"/>
                <a:gd name="connsiteY2191" fmla="*/ 1494003 h 1796087"/>
                <a:gd name="connsiteX2192" fmla="*/ 1322087 w 2290556"/>
                <a:gd name="connsiteY2192" fmla="*/ 1493465 h 1796087"/>
                <a:gd name="connsiteX2193" fmla="*/ 1325889 w 2290556"/>
                <a:gd name="connsiteY2193" fmla="*/ 1490202 h 1796087"/>
                <a:gd name="connsiteX2194" fmla="*/ 1329591 w 2290556"/>
                <a:gd name="connsiteY2194" fmla="*/ 1485627 h 1796087"/>
                <a:gd name="connsiteX2195" fmla="*/ 1332957 w 2290556"/>
                <a:gd name="connsiteY2195" fmla="*/ 1481052 h 1796087"/>
                <a:gd name="connsiteX2196" fmla="*/ 1337097 w 2290556"/>
                <a:gd name="connsiteY2196" fmla="*/ 1472777 h 1796087"/>
                <a:gd name="connsiteX2197" fmla="*/ 1338712 w 2290556"/>
                <a:gd name="connsiteY2197" fmla="*/ 1470187 h 1796087"/>
                <a:gd name="connsiteX2198" fmla="*/ 1342212 w 2290556"/>
                <a:gd name="connsiteY2198" fmla="*/ 1466722 h 1796087"/>
                <a:gd name="connsiteX2199" fmla="*/ 1345477 w 2290556"/>
                <a:gd name="connsiteY2199" fmla="*/ 1463560 h 1796087"/>
                <a:gd name="connsiteX2200" fmla="*/ 1351770 w 2290556"/>
                <a:gd name="connsiteY2200" fmla="*/ 1462786 h 1796087"/>
                <a:gd name="connsiteX2201" fmla="*/ 1356246 w 2290556"/>
                <a:gd name="connsiteY2201" fmla="*/ 1464535 h 1796087"/>
                <a:gd name="connsiteX2202" fmla="*/ 1360486 w 2290556"/>
                <a:gd name="connsiteY2202" fmla="*/ 1467899 h 1796087"/>
                <a:gd name="connsiteX2203" fmla="*/ 1362977 w 2290556"/>
                <a:gd name="connsiteY2203" fmla="*/ 1471061 h 1796087"/>
                <a:gd name="connsiteX2204" fmla="*/ 1370246 w 2290556"/>
                <a:gd name="connsiteY2204" fmla="*/ 1474762 h 1796087"/>
                <a:gd name="connsiteX2205" fmla="*/ 1376540 w 2290556"/>
                <a:gd name="connsiteY2205" fmla="*/ 1477150 h 1796087"/>
                <a:gd name="connsiteX2206" fmla="*/ 1381453 w 2290556"/>
                <a:gd name="connsiteY2206" fmla="*/ 1476612 h 1796087"/>
                <a:gd name="connsiteX2207" fmla="*/ 1384179 w 2290556"/>
                <a:gd name="connsiteY2207" fmla="*/ 1475199 h 1796087"/>
                <a:gd name="connsiteX2208" fmla="*/ 1386872 w 2290556"/>
                <a:gd name="connsiteY2208" fmla="*/ 1472575 h 1796087"/>
                <a:gd name="connsiteX2209" fmla="*/ 1391247 w 2290556"/>
                <a:gd name="connsiteY2209" fmla="*/ 1470624 h 1796087"/>
                <a:gd name="connsiteX2210" fmla="*/ 1393434 w 2290556"/>
                <a:gd name="connsiteY2210" fmla="*/ 1465847 h 1796087"/>
                <a:gd name="connsiteX2211" fmla="*/ 1395285 w 2290556"/>
                <a:gd name="connsiteY2211" fmla="*/ 1462147 h 1796087"/>
                <a:gd name="connsiteX2212" fmla="*/ 1397910 w 2290556"/>
                <a:gd name="connsiteY2212" fmla="*/ 1459220 h 1796087"/>
                <a:gd name="connsiteX2213" fmla="*/ 1401377 w 2290556"/>
                <a:gd name="connsiteY2213" fmla="*/ 1455318 h 1796087"/>
                <a:gd name="connsiteX2214" fmla="*/ 1402689 w 2290556"/>
                <a:gd name="connsiteY2214" fmla="*/ 1451281 h 1796087"/>
                <a:gd name="connsiteX2215" fmla="*/ 1404877 w 2290556"/>
                <a:gd name="connsiteY2215" fmla="*/ 1449767 h 1796087"/>
                <a:gd name="connsiteX2216" fmla="*/ 1406829 w 2290556"/>
                <a:gd name="connsiteY2216" fmla="*/ 1450104 h 1796087"/>
                <a:gd name="connsiteX2217" fmla="*/ 1409757 w 2290556"/>
                <a:gd name="connsiteY2217" fmla="*/ 1452930 h 1796087"/>
                <a:gd name="connsiteX2218" fmla="*/ 1412584 w 2290556"/>
                <a:gd name="connsiteY2218" fmla="*/ 1454679 h 1796087"/>
                <a:gd name="connsiteX2219" fmla="*/ 1417901 w 2290556"/>
                <a:gd name="connsiteY2219" fmla="*/ 1454140 h 1796087"/>
                <a:gd name="connsiteX2220" fmla="*/ 1420392 w 2290556"/>
                <a:gd name="connsiteY2220" fmla="*/ 1450676 h 1796087"/>
                <a:gd name="connsiteX2221" fmla="*/ 1420392 w 2290556"/>
                <a:gd name="connsiteY2221" fmla="*/ 1446000 h 1796087"/>
                <a:gd name="connsiteX2222" fmla="*/ 1422512 w 2290556"/>
                <a:gd name="connsiteY2222" fmla="*/ 1444587 h 1796087"/>
                <a:gd name="connsiteX2223" fmla="*/ 1425608 w 2290556"/>
                <a:gd name="connsiteY2223" fmla="*/ 1443712 h 1796087"/>
                <a:gd name="connsiteX2224" fmla="*/ 1425608 w 2290556"/>
                <a:gd name="connsiteY2224" fmla="*/ 1438498 h 1796087"/>
                <a:gd name="connsiteX2225" fmla="*/ 1425608 w 2290556"/>
                <a:gd name="connsiteY2225" fmla="*/ 1435033 h 1796087"/>
                <a:gd name="connsiteX2226" fmla="*/ 1425608 w 2290556"/>
                <a:gd name="connsiteY2226" fmla="*/ 1429382 h 1796087"/>
                <a:gd name="connsiteX2227" fmla="*/ 1426214 w 2290556"/>
                <a:gd name="connsiteY2227" fmla="*/ 1426993 h 1796087"/>
                <a:gd name="connsiteX2228" fmla="*/ 1428368 w 2290556"/>
                <a:gd name="connsiteY2228" fmla="*/ 1425345 h 1796087"/>
                <a:gd name="connsiteX2229" fmla="*/ 1429512 w 2290556"/>
                <a:gd name="connsiteY2229" fmla="*/ 1423932 h 1796087"/>
                <a:gd name="connsiteX2230" fmla="*/ 1431296 w 2290556"/>
                <a:gd name="connsiteY2230" fmla="*/ 1423899 h 1796087"/>
                <a:gd name="connsiteX2231" fmla="*/ 1430488 w 2290556"/>
                <a:gd name="connsiteY2231" fmla="*/ 1422654 h 1796087"/>
                <a:gd name="connsiteX2232" fmla="*/ 1428973 w 2290556"/>
                <a:gd name="connsiteY2232" fmla="*/ 1418213 h 1796087"/>
                <a:gd name="connsiteX2233" fmla="*/ 1427897 w 2290556"/>
                <a:gd name="connsiteY2233" fmla="*/ 1414311 h 1796087"/>
                <a:gd name="connsiteX2234" fmla="*/ 1426921 w 2290556"/>
                <a:gd name="connsiteY2234" fmla="*/ 1410947 h 1796087"/>
                <a:gd name="connsiteX2235" fmla="*/ 1423993 w 2290556"/>
                <a:gd name="connsiteY2235" fmla="*/ 1406810 h 1796087"/>
                <a:gd name="connsiteX2236" fmla="*/ 1421267 w 2290556"/>
                <a:gd name="connsiteY2236" fmla="*/ 1402907 h 1796087"/>
                <a:gd name="connsiteX2237" fmla="*/ 1418069 w 2290556"/>
                <a:gd name="connsiteY2237" fmla="*/ 1400149 h 1796087"/>
                <a:gd name="connsiteX2238" fmla="*/ 1416185 w 2290556"/>
                <a:gd name="connsiteY2238" fmla="*/ 1398131 h 1796087"/>
                <a:gd name="connsiteX2239" fmla="*/ 1415310 w 2290556"/>
                <a:gd name="connsiteY2239" fmla="*/ 1395809 h 1796087"/>
                <a:gd name="connsiteX2240" fmla="*/ 1414435 w 2290556"/>
                <a:gd name="connsiteY2240" fmla="*/ 1394666 h 1796087"/>
                <a:gd name="connsiteX2241" fmla="*/ 1412853 w 2290556"/>
                <a:gd name="connsiteY2241" fmla="*/ 1393656 h 1796087"/>
                <a:gd name="connsiteX2242" fmla="*/ 1410093 w 2290556"/>
                <a:gd name="connsiteY2242" fmla="*/ 1392210 h 1796087"/>
                <a:gd name="connsiteX2243" fmla="*/ 1408209 w 2290556"/>
                <a:gd name="connsiteY2243" fmla="*/ 1391638 h 1796087"/>
                <a:gd name="connsiteX2244" fmla="*/ 1408209 w 2290556"/>
                <a:gd name="connsiteY2244" fmla="*/ 1389182 h 1796087"/>
                <a:gd name="connsiteX2245" fmla="*/ 1408579 w 2290556"/>
                <a:gd name="connsiteY2245" fmla="*/ 1386996 h 1796087"/>
                <a:gd name="connsiteX2246" fmla="*/ 1410396 w 2290556"/>
                <a:gd name="connsiteY2246" fmla="*/ 1383363 h 1796087"/>
                <a:gd name="connsiteX2247" fmla="*/ 1411911 w 2290556"/>
                <a:gd name="connsiteY2247" fmla="*/ 1381412 h 1796087"/>
                <a:gd name="connsiteX2248" fmla="*/ 1414300 w 2290556"/>
                <a:gd name="connsiteY2248" fmla="*/ 1380100 h 1796087"/>
                <a:gd name="connsiteX2249" fmla="*/ 1415377 w 2290556"/>
                <a:gd name="connsiteY2249" fmla="*/ 1379460 h 1796087"/>
                <a:gd name="connsiteX2250" fmla="*/ 1418642 w 2290556"/>
                <a:gd name="connsiteY2250" fmla="*/ 1378384 h 1796087"/>
                <a:gd name="connsiteX2251" fmla="*/ 1420829 w 2290556"/>
                <a:gd name="connsiteY2251" fmla="*/ 1377106 h 1796087"/>
                <a:gd name="connsiteX2252" fmla="*/ 1423858 w 2290556"/>
                <a:gd name="connsiteY2252" fmla="*/ 1374246 h 1796087"/>
                <a:gd name="connsiteX2253" fmla="*/ 1423858 w 2290556"/>
                <a:gd name="connsiteY2253" fmla="*/ 1371622 h 1796087"/>
                <a:gd name="connsiteX2254" fmla="*/ 1422680 w 2290556"/>
                <a:gd name="connsiteY2254" fmla="*/ 1369032 h 1796087"/>
                <a:gd name="connsiteX2255" fmla="*/ 1421031 w 2290556"/>
                <a:gd name="connsiteY2255" fmla="*/ 1367720 h 1796087"/>
                <a:gd name="connsiteX2256" fmla="*/ 1418406 w 2290556"/>
                <a:gd name="connsiteY2256" fmla="*/ 1367518 h 1796087"/>
                <a:gd name="connsiteX2257" fmla="*/ 1416656 w 2290556"/>
                <a:gd name="connsiteY2257" fmla="*/ 1367283 h 1796087"/>
                <a:gd name="connsiteX2258" fmla="*/ 1415781 w 2290556"/>
                <a:gd name="connsiteY2258" fmla="*/ 1363583 h 1796087"/>
                <a:gd name="connsiteX2259" fmla="*/ 1418608 w 2290556"/>
                <a:gd name="connsiteY2259" fmla="*/ 1362069 h 1796087"/>
                <a:gd name="connsiteX2260" fmla="*/ 1418608 w 2290556"/>
                <a:gd name="connsiteY2260" fmla="*/ 1357292 h 1796087"/>
                <a:gd name="connsiteX2261" fmla="*/ 1416757 w 2290556"/>
                <a:gd name="connsiteY2261" fmla="*/ 1353794 h 1796087"/>
                <a:gd name="connsiteX2262" fmla="*/ 1413594 w 2290556"/>
                <a:gd name="connsiteY2262" fmla="*/ 1352280 h 1796087"/>
                <a:gd name="connsiteX2263" fmla="*/ 1409689 w 2290556"/>
                <a:gd name="connsiteY2263" fmla="*/ 1352078 h 1796087"/>
                <a:gd name="connsiteX2264" fmla="*/ 1408613 w 2290556"/>
                <a:gd name="connsiteY2264" fmla="*/ 1351439 h 1796087"/>
                <a:gd name="connsiteX2265" fmla="*/ 1406863 w 2290556"/>
                <a:gd name="connsiteY2265" fmla="*/ 1349252 h 1796087"/>
                <a:gd name="connsiteX2266" fmla="*/ 1407939 w 2290556"/>
                <a:gd name="connsiteY2266" fmla="*/ 1346864 h 1796087"/>
                <a:gd name="connsiteX2267" fmla="*/ 1409252 w 2290556"/>
                <a:gd name="connsiteY2267" fmla="*/ 1344677 h 1796087"/>
                <a:gd name="connsiteX2268" fmla="*/ 1415142 w 2290556"/>
                <a:gd name="connsiteY2268" fmla="*/ 1339026 h 1796087"/>
                <a:gd name="connsiteX2269" fmla="*/ 1418608 w 2290556"/>
                <a:gd name="connsiteY2269" fmla="*/ 1336200 h 1796087"/>
                <a:gd name="connsiteX2270" fmla="*/ 1421233 w 2290556"/>
                <a:gd name="connsiteY2270" fmla="*/ 1334686 h 1796087"/>
                <a:gd name="connsiteX2271" fmla="*/ 1426685 w 2290556"/>
                <a:gd name="connsiteY2271" fmla="*/ 1335325 h 1796087"/>
                <a:gd name="connsiteX2272" fmla="*/ 1431531 w 2290556"/>
                <a:gd name="connsiteY2272" fmla="*/ 1333542 h 1796087"/>
                <a:gd name="connsiteX2273" fmla="*/ 1435334 w 2290556"/>
                <a:gd name="connsiteY2273" fmla="*/ 1335998 h 1796087"/>
                <a:gd name="connsiteX2274" fmla="*/ 1437993 w 2290556"/>
                <a:gd name="connsiteY2274" fmla="*/ 1336335 h 1796087"/>
                <a:gd name="connsiteX2275" fmla="*/ 1438936 w 2290556"/>
                <a:gd name="connsiteY2275" fmla="*/ 1335157 h 1796087"/>
                <a:gd name="connsiteX2276" fmla="*/ 1438060 w 2290556"/>
                <a:gd name="connsiteY2276" fmla="*/ 1332062 h 1796087"/>
                <a:gd name="connsiteX2277" fmla="*/ 1437623 w 2290556"/>
                <a:gd name="connsiteY2277" fmla="*/ 1327824 h 1796087"/>
                <a:gd name="connsiteX2278" fmla="*/ 1437421 w 2290556"/>
                <a:gd name="connsiteY2278" fmla="*/ 1325368 h 1796087"/>
                <a:gd name="connsiteX2279" fmla="*/ 1436445 w 2290556"/>
                <a:gd name="connsiteY2279" fmla="*/ 1321230 h 1796087"/>
                <a:gd name="connsiteX2280" fmla="*/ 1435805 w 2290556"/>
                <a:gd name="connsiteY2280" fmla="*/ 1318842 h 1796087"/>
                <a:gd name="connsiteX2281" fmla="*/ 1434729 w 2290556"/>
                <a:gd name="connsiteY2281" fmla="*/ 1315848 h 1796087"/>
                <a:gd name="connsiteX2282" fmla="*/ 1435503 w 2290556"/>
                <a:gd name="connsiteY2282" fmla="*/ 1313560 h 1796087"/>
                <a:gd name="connsiteX2283" fmla="*/ 1435873 w 2290556"/>
                <a:gd name="connsiteY2283" fmla="*/ 1311979 h 1796087"/>
                <a:gd name="connsiteX2284" fmla="*/ 1434358 w 2290556"/>
                <a:gd name="connsiteY2284" fmla="*/ 1309927 h 1796087"/>
                <a:gd name="connsiteX2285" fmla="*/ 1434358 w 2290556"/>
                <a:gd name="connsiteY2285" fmla="*/ 1307741 h 1796087"/>
                <a:gd name="connsiteX2286" fmla="*/ 1435536 w 2290556"/>
                <a:gd name="connsiteY2286" fmla="*/ 1305352 h 1796087"/>
                <a:gd name="connsiteX2287" fmla="*/ 1435133 w 2290556"/>
                <a:gd name="connsiteY2287" fmla="*/ 1302325 h 1796087"/>
                <a:gd name="connsiteX2288" fmla="*/ 1436748 w 2290556"/>
                <a:gd name="connsiteY2288" fmla="*/ 1298725 h 1796087"/>
                <a:gd name="connsiteX2289" fmla="*/ 1438599 w 2290556"/>
                <a:gd name="connsiteY2289" fmla="*/ 1295799 h 1796087"/>
                <a:gd name="connsiteX2290" fmla="*/ 1440652 w 2290556"/>
                <a:gd name="connsiteY2290" fmla="*/ 1293410 h 1796087"/>
                <a:gd name="connsiteX2291" fmla="*/ 1442805 w 2290556"/>
                <a:gd name="connsiteY2291" fmla="*/ 1290585 h 1796087"/>
                <a:gd name="connsiteX2292" fmla="*/ 1445296 w 2290556"/>
                <a:gd name="connsiteY2292" fmla="*/ 1289374 h 1796087"/>
                <a:gd name="connsiteX2293" fmla="*/ 1448022 w 2290556"/>
                <a:gd name="connsiteY2293" fmla="*/ 1288499 h 1796087"/>
                <a:gd name="connsiteX2294" fmla="*/ 1451825 w 2290556"/>
                <a:gd name="connsiteY2294" fmla="*/ 1288263 h 1796087"/>
                <a:gd name="connsiteX2295" fmla="*/ 1454652 w 2290556"/>
                <a:gd name="connsiteY2295" fmla="*/ 1288163 h 1796087"/>
                <a:gd name="connsiteX2296" fmla="*/ 1457916 w 2290556"/>
                <a:gd name="connsiteY2296" fmla="*/ 1288263 h 1796087"/>
                <a:gd name="connsiteX2297" fmla="*/ 1459431 w 2290556"/>
                <a:gd name="connsiteY2297" fmla="*/ 1288062 h 1796087"/>
                <a:gd name="connsiteX2298" fmla="*/ 1460744 w 2290556"/>
                <a:gd name="connsiteY2298" fmla="*/ 1286548 h 1796087"/>
                <a:gd name="connsiteX2299" fmla="*/ 1461080 w 2290556"/>
                <a:gd name="connsiteY2299" fmla="*/ 1285471 h 1796087"/>
                <a:gd name="connsiteX2300" fmla="*/ 1461282 w 2290556"/>
                <a:gd name="connsiteY2300" fmla="*/ 1282982 h 1796087"/>
                <a:gd name="connsiteX2301" fmla="*/ 1460306 w 2290556"/>
                <a:gd name="connsiteY2301" fmla="*/ 1281132 h 1796087"/>
                <a:gd name="connsiteX2302" fmla="*/ 1458994 w 2290556"/>
                <a:gd name="connsiteY2302" fmla="*/ 1280156 h 1796087"/>
                <a:gd name="connsiteX2303" fmla="*/ 1458354 w 2290556"/>
                <a:gd name="connsiteY2303" fmla="*/ 1278945 h 1796087"/>
                <a:gd name="connsiteX2304" fmla="*/ 1456941 w 2290556"/>
                <a:gd name="connsiteY2304" fmla="*/ 1276893 h 1796087"/>
                <a:gd name="connsiteX2305" fmla="*/ 1456941 w 2290556"/>
                <a:gd name="connsiteY2305" fmla="*/ 1274168 h 1796087"/>
                <a:gd name="connsiteX2306" fmla="*/ 1458691 w 2290556"/>
                <a:gd name="connsiteY2306" fmla="*/ 1272857 h 1796087"/>
                <a:gd name="connsiteX2307" fmla="*/ 1460979 w 2290556"/>
                <a:gd name="connsiteY2307" fmla="*/ 1271982 h 1796087"/>
                <a:gd name="connsiteX2308" fmla="*/ 1462056 w 2290556"/>
                <a:gd name="connsiteY2308" fmla="*/ 1270233 h 1796087"/>
                <a:gd name="connsiteX2309" fmla="*/ 1462594 w 2290556"/>
                <a:gd name="connsiteY2309" fmla="*/ 1268046 h 1796087"/>
                <a:gd name="connsiteX2310" fmla="*/ 1463570 w 2290556"/>
                <a:gd name="connsiteY2310" fmla="*/ 1265994 h 1796087"/>
                <a:gd name="connsiteX2311" fmla="*/ 1466498 w 2290556"/>
                <a:gd name="connsiteY2311" fmla="*/ 1265355 h 1796087"/>
                <a:gd name="connsiteX2312" fmla="*/ 1467912 w 2290556"/>
                <a:gd name="connsiteY2312" fmla="*/ 1265557 h 1796087"/>
                <a:gd name="connsiteX2313" fmla="*/ 1468888 w 2290556"/>
                <a:gd name="connsiteY2313" fmla="*/ 1267071 h 1796087"/>
                <a:gd name="connsiteX2314" fmla="*/ 1471378 w 2290556"/>
                <a:gd name="connsiteY2314" fmla="*/ 1269022 h 1796087"/>
                <a:gd name="connsiteX2315" fmla="*/ 1472354 w 2290556"/>
                <a:gd name="connsiteY2315" fmla="*/ 1267609 h 1796087"/>
                <a:gd name="connsiteX2316" fmla="*/ 1474508 w 2290556"/>
                <a:gd name="connsiteY2316" fmla="*/ 1264682 h 1796087"/>
                <a:gd name="connsiteX2317" fmla="*/ 1476898 w 2290556"/>
                <a:gd name="connsiteY2317" fmla="*/ 1266431 h 1796087"/>
                <a:gd name="connsiteX2318" fmla="*/ 1477537 w 2290556"/>
                <a:gd name="connsiteY2318" fmla="*/ 1269257 h 1796087"/>
                <a:gd name="connsiteX2319" fmla="*/ 1480162 w 2290556"/>
                <a:gd name="connsiteY2319" fmla="*/ 1269795 h 1796087"/>
                <a:gd name="connsiteX2320" fmla="*/ 1482350 w 2290556"/>
                <a:gd name="connsiteY2320" fmla="*/ 1268921 h 1796087"/>
                <a:gd name="connsiteX2321" fmla="*/ 1483427 w 2290556"/>
                <a:gd name="connsiteY2321" fmla="*/ 1267508 h 1796087"/>
                <a:gd name="connsiteX2322" fmla="*/ 1484840 w 2290556"/>
                <a:gd name="connsiteY2322" fmla="*/ 1264581 h 1796087"/>
                <a:gd name="connsiteX2323" fmla="*/ 1485581 w 2290556"/>
                <a:gd name="connsiteY2323" fmla="*/ 1263841 h 1796087"/>
                <a:gd name="connsiteX2324" fmla="*/ 1488946 w 2290556"/>
                <a:gd name="connsiteY2324" fmla="*/ 1263841 h 1796087"/>
                <a:gd name="connsiteX2325" fmla="*/ 1490359 w 2290556"/>
                <a:gd name="connsiteY2325" fmla="*/ 1267407 h 1796087"/>
                <a:gd name="connsiteX2326" fmla="*/ 1492211 w 2290556"/>
                <a:gd name="connsiteY2326" fmla="*/ 1269257 h 1796087"/>
                <a:gd name="connsiteX2327" fmla="*/ 1494162 w 2290556"/>
                <a:gd name="connsiteY2327" fmla="*/ 1273496 h 1796087"/>
                <a:gd name="connsiteX2328" fmla="*/ 1493287 w 2290556"/>
                <a:gd name="connsiteY2328" fmla="*/ 1275009 h 1796087"/>
                <a:gd name="connsiteX2329" fmla="*/ 1490460 w 2290556"/>
                <a:gd name="connsiteY2329" fmla="*/ 1277398 h 1796087"/>
                <a:gd name="connsiteX2330" fmla="*/ 1492412 w 2290556"/>
                <a:gd name="connsiteY2330" fmla="*/ 1280022 h 1796087"/>
                <a:gd name="connsiteX2331" fmla="*/ 1493725 w 2290556"/>
                <a:gd name="connsiteY2331" fmla="*/ 1282074 h 1796087"/>
                <a:gd name="connsiteX2332" fmla="*/ 1499043 w 2290556"/>
                <a:gd name="connsiteY2332" fmla="*/ 1287389 h 1796087"/>
                <a:gd name="connsiteX2333" fmla="*/ 1497965 w 2290556"/>
                <a:gd name="connsiteY2333" fmla="*/ 1290551 h 1796087"/>
                <a:gd name="connsiteX2334" fmla="*/ 1498605 w 2290556"/>
                <a:gd name="connsiteY2334" fmla="*/ 1297851 h 1796087"/>
                <a:gd name="connsiteX2335" fmla="*/ 1497629 w 2290556"/>
                <a:gd name="connsiteY2335" fmla="*/ 1299062 h 1796087"/>
                <a:gd name="connsiteX2336" fmla="*/ 1496215 w 2290556"/>
                <a:gd name="connsiteY2336" fmla="*/ 1301652 h 1796087"/>
                <a:gd name="connsiteX2337" fmla="*/ 1496754 w 2290556"/>
                <a:gd name="connsiteY2337" fmla="*/ 1304814 h 1796087"/>
                <a:gd name="connsiteX2338" fmla="*/ 1495677 w 2290556"/>
                <a:gd name="connsiteY2338" fmla="*/ 1306227 h 1796087"/>
                <a:gd name="connsiteX2339" fmla="*/ 1494365 w 2290556"/>
                <a:gd name="connsiteY2339" fmla="*/ 1307539 h 1796087"/>
                <a:gd name="connsiteX2340" fmla="*/ 1493927 w 2290556"/>
                <a:gd name="connsiteY2340" fmla="*/ 1310028 h 1796087"/>
                <a:gd name="connsiteX2341" fmla="*/ 1494701 w 2290556"/>
                <a:gd name="connsiteY2341" fmla="*/ 1312518 h 1796087"/>
                <a:gd name="connsiteX2342" fmla="*/ 1495677 w 2290556"/>
                <a:gd name="connsiteY2342" fmla="*/ 1314570 h 1796087"/>
                <a:gd name="connsiteX2343" fmla="*/ 1496316 w 2290556"/>
                <a:gd name="connsiteY2343" fmla="*/ 1317194 h 1796087"/>
                <a:gd name="connsiteX2344" fmla="*/ 1495879 w 2290556"/>
                <a:gd name="connsiteY2344" fmla="*/ 1320995 h 1796087"/>
                <a:gd name="connsiteX2345" fmla="*/ 1495139 w 2290556"/>
                <a:gd name="connsiteY2345" fmla="*/ 1323720 h 1796087"/>
                <a:gd name="connsiteX2346" fmla="*/ 1494062 w 2290556"/>
                <a:gd name="connsiteY2346" fmla="*/ 1325469 h 1796087"/>
                <a:gd name="connsiteX2347" fmla="*/ 1492008 w 2290556"/>
                <a:gd name="connsiteY2347" fmla="*/ 1327319 h 1796087"/>
                <a:gd name="connsiteX2348" fmla="*/ 1492008 w 2290556"/>
                <a:gd name="connsiteY2348" fmla="*/ 1328194 h 1796087"/>
                <a:gd name="connsiteX2349" fmla="*/ 1497225 w 2290556"/>
                <a:gd name="connsiteY2349" fmla="*/ 1327756 h 1796087"/>
                <a:gd name="connsiteX2350" fmla="*/ 1498874 w 2290556"/>
                <a:gd name="connsiteY2350" fmla="*/ 1326444 h 1796087"/>
                <a:gd name="connsiteX2351" fmla="*/ 1502139 w 2290556"/>
                <a:gd name="connsiteY2351" fmla="*/ 1325368 h 1796087"/>
                <a:gd name="connsiteX2352" fmla="*/ 1504528 w 2290556"/>
                <a:gd name="connsiteY2352" fmla="*/ 1326108 h 1796087"/>
                <a:gd name="connsiteX2353" fmla="*/ 1507793 w 2290556"/>
                <a:gd name="connsiteY2353" fmla="*/ 1326646 h 1796087"/>
                <a:gd name="connsiteX2354" fmla="*/ 1510721 w 2290556"/>
                <a:gd name="connsiteY2354" fmla="*/ 1325671 h 1796087"/>
                <a:gd name="connsiteX2355" fmla="*/ 1513009 w 2290556"/>
                <a:gd name="connsiteY2355" fmla="*/ 1322946 h 1796087"/>
                <a:gd name="connsiteX2356" fmla="*/ 1517149 w 2290556"/>
                <a:gd name="connsiteY2356" fmla="*/ 1322172 h 1796087"/>
                <a:gd name="connsiteX2357" fmla="*/ 1520615 w 2290556"/>
                <a:gd name="connsiteY2357" fmla="*/ 1324998 h 1796087"/>
                <a:gd name="connsiteX2358" fmla="*/ 1524654 w 2290556"/>
                <a:gd name="connsiteY2358" fmla="*/ 1325099 h 1796087"/>
                <a:gd name="connsiteX2359" fmla="*/ 1529533 w 2290556"/>
                <a:gd name="connsiteY2359" fmla="*/ 1325334 h 1796087"/>
                <a:gd name="connsiteX2360" fmla="*/ 1531822 w 2290556"/>
                <a:gd name="connsiteY2360" fmla="*/ 1325233 h 1796087"/>
                <a:gd name="connsiteX2361" fmla="*/ 1536837 w 2290556"/>
                <a:gd name="connsiteY2361" fmla="*/ 1325032 h 1796087"/>
                <a:gd name="connsiteX2362" fmla="*/ 1538486 w 2290556"/>
                <a:gd name="connsiteY2362" fmla="*/ 1323282 h 1796087"/>
                <a:gd name="connsiteX2363" fmla="*/ 1538587 w 2290556"/>
                <a:gd name="connsiteY2363" fmla="*/ 1321769 h 1796087"/>
                <a:gd name="connsiteX2364" fmla="*/ 1536736 w 2290556"/>
                <a:gd name="connsiteY2364" fmla="*/ 1320019 h 1796087"/>
                <a:gd name="connsiteX2365" fmla="*/ 1533808 w 2290556"/>
                <a:gd name="connsiteY2365" fmla="*/ 1317967 h 1796087"/>
                <a:gd name="connsiteX2366" fmla="*/ 1530106 w 2290556"/>
                <a:gd name="connsiteY2366" fmla="*/ 1313493 h 1796087"/>
                <a:gd name="connsiteX2367" fmla="*/ 1530880 w 2290556"/>
                <a:gd name="connsiteY2367" fmla="*/ 1310466 h 1796087"/>
                <a:gd name="connsiteX2368" fmla="*/ 1533707 w 2290556"/>
                <a:gd name="connsiteY2368" fmla="*/ 1307741 h 1796087"/>
                <a:gd name="connsiteX2369" fmla="*/ 1535659 w 2290556"/>
                <a:gd name="connsiteY2369" fmla="*/ 1307741 h 1796087"/>
                <a:gd name="connsiteX2370" fmla="*/ 1542524 w 2290556"/>
                <a:gd name="connsiteY2370" fmla="*/ 1311778 h 1796087"/>
                <a:gd name="connsiteX2371" fmla="*/ 1544274 w 2290556"/>
                <a:gd name="connsiteY2371" fmla="*/ 1309591 h 1796087"/>
                <a:gd name="connsiteX2372" fmla="*/ 1545688 w 2290556"/>
                <a:gd name="connsiteY2372" fmla="*/ 1306866 h 1796087"/>
                <a:gd name="connsiteX2373" fmla="*/ 1548515 w 2290556"/>
                <a:gd name="connsiteY2373" fmla="*/ 1304915 h 1796087"/>
                <a:gd name="connsiteX2374" fmla="*/ 1556659 w 2290556"/>
                <a:gd name="connsiteY2374" fmla="*/ 1299600 h 1796087"/>
                <a:gd name="connsiteX2375" fmla="*/ 1559924 w 2290556"/>
                <a:gd name="connsiteY2375" fmla="*/ 1296875 h 1796087"/>
                <a:gd name="connsiteX2376" fmla="*/ 1568405 w 2290556"/>
                <a:gd name="connsiteY2376" fmla="*/ 1290013 h 1796087"/>
                <a:gd name="connsiteX2377" fmla="*/ 1572107 w 2290556"/>
                <a:gd name="connsiteY2377" fmla="*/ 1286985 h 1796087"/>
                <a:gd name="connsiteX2378" fmla="*/ 1575136 w 2290556"/>
                <a:gd name="connsiteY2378" fmla="*/ 1284933 h 1796087"/>
                <a:gd name="connsiteX2379" fmla="*/ 1576549 w 2290556"/>
                <a:gd name="connsiteY2379" fmla="*/ 1284395 h 1796087"/>
                <a:gd name="connsiteX2380" fmla="*/ 1580789 w 2290556"/>
                <a:gd name="connsiteY2380" fmla="*/ 1283520 h 1796087"/>
                <a:gd name="connsiteX2381" fmla="*/ 1583414 w 2290556"/>
                <a:gd name="connsiteY2381" fmla="*/ 1285572 h 1796087"/>
                <a:gd name="connsiteX2382" fmla="*/ 1585804 w 2290556"/>
                <a:gd name="connsiteY2382" fmla="*/ 1288196 h 1796087"/>
                <a:gd name="connsiteX2383" fmla="*/ 1588429 w 2290556"/>
                <a:gd name="connsiteY2383" fmla="*/ 1289845 h 1796087"/>
                <a:gd name="connsiteX2384" fmla="*/ 1589607 w 2290556"/>
                <a:gd name="connsiteY2384" fmla="*/ 1291997 h 1796087"/>
                <a:gd name="connsiteX2385" fmla="*/ 1590684 w 2290556"/>
                <a:gd name="connsiteY2385" fmla="*/ 1298725 h 1796087"/>
                <a:gd name="connsiteX2386" fmla="*/ 1592198 w 2290556"/>
                <a:gd name="connsiteY2386" fmla="*/ 1301013 h 1796087"/>
                <a:gd name="connsiteX2387" fmla="*/ 1596102 w 2290556"/>
                <a:gd name="connsiteY2387" fmla="*/ 1302964 h 1796087"/>
                <a:gd name="connsiteX2388" fmla="*/ 1596102 w 2290556"/>
                <a:gd name="connsiteY2388" fmla="*/ 1299499 h 1796087"/>
                <a:gd name="connsiteX2389" fmla="*/ 1596102 w 2290556"/>
                <a:gd name="connsiteY2389" fmla="*/ 1296774 h 1796087"/>
                <a:gd name="connsiteX2390" fmla="*/ 1597516 w 2290556"/>
                <a:gd name="connsiteY2390" fmla="*/ 1294049 h 1796087"/>
                <a:gd name="connsiteX2391" fmla="*/ 1599165 w 2290556"/>
                <a:gd name="connsiteY2391" fmla="*/ 1292536 h 1796087"/>
                <a:gd name="connsiteX2392" fmla="*/ 1600679 w 2290556"/>
                <a:gd name="connsiteY2392" fmla="*/ 1291997 h 1796087"/>
                <a:gd name="connsiteX2393" fmla="*/ 1602968 w 2290556"/>
                <a:gd name="connsiteY2393" fmla="*/ 1291123 h 1796087"/>
                <a:gd name="connsiteX2394" fmla="*/ 1604718 w 2290556"/>
                <a:gd name="connsiteY2394" fmla="*/ 1290349 h 1796087"/>
                <a:gd name="connsiteX2395" fmla="*/ 1607107 w 2290556"/>
                <a:gd name="connsiteY2395" fmla="*/ 1288701 h 1796087"/>
                <a:gd name="connsiteX2396" fmla="*/ 1608857 w 2290556"/>
                <a:gd name="connsiteY2396" fmla="*/ 1286750 h 1796087"/>
                <a:gd name="connsiteX2397" fmla="*/ 1611785 w 2290556"/>
                <a:gd name="connsiteY2397" fmla="*/ 1283823 h 1796087"/>
                <a:gd name="connsiteX2398" fmla="*/ 1611785 w 2290556"/>
                <a:gd name="connsiteY2398" fmla="*/ 1282377 h 1796087"/>
                <a:gd name="connsiteX2399" fmla="*/ 1613536 w 2290556"/>
                <a:gd name="connsiteY2399" fmla="*/ 1280358 h 1796087"/>
                <a:gd name="connsiteX2400" fmla="*/ 1613536 w 2290556"/>
                <a:gd name="connsiteY2400" fmla="*/ 1278609 h 1796087"/>
                <a:gd name="connsiteX2401" fmla="*/ 1615723 w 2290556"/>
                <a:gd name="connsiteY2401" fmla="*/ 1275413 h 1796087"/>
                <a:gd name="connsiteX2402" fmla="*/ 1617742 w 2290556"/>
                <a:gd name="connsiteY2402" fmla="*/ 1273529 h 1796087"/>
                <a:gd name="connsiteX2403" fmla="*/ 1620771 w 2290556"/>
                <a:gd name="connsiteY2403" fmla="*/ 1272386 h 1796087"/>
                <a:gd name="connsiteX2404" fmla="*/ 1623968 w 2290556"/>
                <a:gd name="connsiteY2404" fmla="*/ 1273395 h 1796087"/>
                <a:gd name="connsiteX2405" fmla="*/ 1623968 w 2290556"/>
                <a:gd name="connsiteY2405" fmla="*/ 1275985 h 1796087"/>
                <a:gd name="connsiteX2406" fmla="*/ 1622656 w 2290556"/>
                <a:gd name="connsiteY2406" fmla="*/ 1277566 h 1796087"/>
                <a:gd name="connsiteX2407" fmla="*/ 1622353 w 2290556"/>
                <a:gd name="connsiteY2407" fmla="*/ 1279887 h 1796087"/>
                <a:gd name="connsiteX2408" fmla="*/ 1625112 w 2290556"/>
                <a:gd name="connsiteY2408" fmla="*/ 1279147 h 1796087"/>
                <a:gd name="connsiteX2409" fmla="*/ 1626560 w 2290556"/>
                <a:gd name="connsiteY2409" fmla="*/ 1275951 h 1796087"/>
                <a:gd name="connsiteX2410" fmla="*/ 1629757 w 2290556"/>
                <a:gd name="connsiteY2410" fmla="*/ 1275951 h 1796087"/>
                <a:gd name="connsiteX2411" fmla="*/ 1631339 w 2290556"/>
                <a:gd name="connsiteY2411" fmla="*/ 1277903 h 1796087"/>
                <a:gd name="connsiteX2412" fmla="*/ 1634401 w 2290556"/>
                <a:gd name="connsiteY2412" fmla="*/ 1281166 h 1796087"/>
                <a:gd name="connsiteX2413" fmla="*/ 1637901 w 2290556"/>
                <a:gd name="connsiteY2413" fmla="*/ 1282477 h 1796087"/>
                <a:gd name="connsiteX2414" fmla="*/ 1643690 w 2290556"/>
                <a:gd name="connsiteY2414" fmla="*/ 1282175 h 1796087"/>
                <a:gd name="connsiteX2415" fmla="*/ 1649478 w 2290556"/>
                <a:gd name="connsiteY2415" fmla="*/ 1281737 h 1796087"/>
                <a:gd name="connsiteX2416" fmla="*/ 1650623 w 2290556"/>
                <a:gd name="connsiteY2416" fmla="*/ 1280594 h 1796087"/>
                <a:gd name="connsiteX2417" fmla="*/ 1651632 w 2290556"/>
                <a:gd name="connsiteY2417" fmla="*/ 1276086 h 1796087"/>
                <a:gd name="connsiteX2418" fmla="*/ 1653214 w 2290556"/>
                <a:gd name="connsiteY2418" fmla="*/ 1274505 h 1796087"/>
                <a:gd name="connsiteX2419" fmla="*/ 1656108 w 2290556"/>
                <a:gd name="connsiteY2419" fmla="*/ 1274202 h 1796087"/>
                <a:gd name="connsiteX2420" fmla="*/ 1658868 w 2290556"/>
                <a:gd name="connsiteY2420" fmla="*/ 1274202 h 1796087"/>
                <a:gd name="connsiteX2421" fmla="*/ 1660887 w 2290556"/>
                <a:gd name="connsiteY2421" fmla="*/ 1274000 h 1796087"/>
                <a:gd name="connsiteX2422" fmla="*/ 1661897 w 2290556"/>
                <a:gd name="connsiteY2422" fmla="*/ 1272184 h 1796087"/>
                <a:gd name="connsiteX2423" fmla="*/ 1662604 w 2290556"/>
                <a:gd name="connsiteY2423" fmla="*/ 1268113 h 1796087"/>
                <a:gd name="connsiteX2424" fmla="*/ 1663479 w 2290556"/>
                <a:gd name="connsiteY2424" fmla="*/ 1264043 h 1796087"/>
                <a:gd name="connsiteX2425" fmla="*/ 1664051 w 2290556"/>
                <a:gd name="connsiteY2425" fmla="*/ 1261722 h 1796087"/>
                <a:gd name="connsiteX2426" fmla="*/ 1663041 w 2290556"/>
                <a:gd name="connsiteY2426" fmla="*/ 1259838 h 1796087"/>
                <a:gd name="connsiteX2427" fmla="*/ 1660887 w 2290556"/>
                <a:gd name="connsiteY2427" fmla="*/ 1258526 h 1796087"/>
                <a:gd name="connsiteX2428" fmla="*/ 1656983 w 2290556"/>
                <a:gd name="connsiteY2428" fmla="*/ 1256642 h 1796087"/>
                <a:gd name="connsiteX2429" fmla="*/ 1653954 w 2290556"/>
                <a:gd name="connsiteY2429" fmla="*/ 1251563 h 1796087"/>
                <a:gd name="connsiteX2430" fmla="*/ 1660181 w 2290556"/>
                <a:gd name="connsiteY2430" fmla="*/ 1249813 h 1796087"/>
                <a:gd name="connsiteX2431" fmla="*/ 1663075 w 2290556"/>
                <a:gd name="connsiteY2431" fmla="*/ 1249107 h 1796087"/>
                <a:gd name="connsiteX2432" fmla="*/ 1664219 w 2290556"/>
                <a:gd name="connsiteY2432" fmla="*/ 1245339 h 1796087"/>
                <a:gd name="connsiteX2433" fmla="*/ 1662200 w 2290556"/>
                <a:gd name="connsiteY2433" fmla="*/ 1241134 h 1796087"/>
                <a:gd name="connsiteX2434" fmla="*/ 1662065 w 2290556"/>
                <a:gd name="connsiteY2434" fmla="*/ 1239251 h 1796087"/>
                <a:gd name="connsiteX2435" fmla="*/ 1661762 w 2290556"/>
                <a:gd name="connsiteY2435" fmla="*/ 1236055 h 1796087"/>
                <a:gd name="connsiteX2436" fmla="*/ 1661056 w 2290556"/>
                <a:gd name="connsiteY2436" fmla="*/ 1234305 h 1796087"/>
                <a:gd name="connsiteX2437" fmla="*/ 1660618 w 2290556"/>
                <a:gd name="connsiteY2437" fmla="*/ 1232556 h 1796087"/>
                <a:gd name="connsiteX2438" fmla="*/ 1659743 w 2290556"/>
                <a:gd name="connsiteY2438" fmla="*/ 1230807 h 1796087"/>
                <a:gd name="connsiteX2439" fmla="*/ 1658733 w 2290556"/>
                <a:gd name="connsiteY2439" fmla="*/ 1229798 h 1796087"/>
                <a:gd name="connsiteX2440" fmla="*/ 1658733 w 2290556"/>
                <a:gd name="connsiteY2440" fmla="*/ 1226905 h 1796087"/>
                <a:gd name="connsiteX2441" fmla="*/ 1665464 w 2290556"/>
                <a:gd name="connsiteY2441" fmla="*/ 1225761 h 1796087"/>
                <a:gd name="connsiteX2442" fmla="*/ 1665397 w 2290556"/>
                <a:gd name="connsiteY2442" fmla="*/ 1221422 h 1796087"/>
                <a:gd name="connsiteX2443" fmla="*/ 1667854 w 2290556"/>
                <a:gd name="connsiteY2443" fmla="*/ 1220681 h 1796087"/>
                <a:gd name="connsiteX2444" fmla="*/ 1670748 w 2290556"/>
                <a:gd name="connsiteY2444" fmla="*/ 1219975 h 1796087"/>
                <a:gd name="connsiteX2445" fmla="*/ 1674383 w 2290556"/>
                <a:gd name="connsiteY2445" fmla="*/ 1218831 h 1796087"/>
                <a:gd name="connsiteX2446" fmla="*/ 1677277 w 2290556"/>
                <a:gd name="connsiteY2446" fmla="*/ 1218697 h 1796087"/>
                <a:gd name="connsiteX2447" fmla="*/ 1682628 w 2290556"/>
                <a:gd name="connsiteY2447" fmla="*/ 1218999 h 1796087"/>
                <a:gd name="connsiteX2448" fmla="*/ 1686263 w 2290556"/>
                <a:gd name="connsiteY2448" fmla="*/ 1218697 h 1796087"/>
                <a:gd name="connsiteX2449" fmla="*/ 1687576 w 2290556"/>
                <a:gd name="connsiteY2449" fmla="*/ 1216510 h 1796087"/>
                <a:gd name="connsiteX2450" fmla="*/ 1690907 w 2290556"/>
                <a:gd name="connsiteY2450" fmla="*/ 1214626 h 1796087"/>
                <a:gd name="connsiteX2451" fmla="*/ 1692489 w 2290556"/>
                <a:gd name="connsiteY2451" fmla="*/ 1215636 h 1796087"/>
                <a:gd name="connsiteX2452" fmla="*/ 1696124 w 2290556"/>
                <a:gd name="connsiteY2452" fmla="*/ 1217654 h 1796087"/>
                <a:gd name="connsiteX2453" fmla="*/ 1697874 w 2290556"/>
                <a:gd name="connsiteY2453" fmla="*/ 1218528 h 1796087"/>
                <a:gd name="connsiteX2454" fmla="*/ 1701205 w 2290556"/>
                <a:gd name="connsiteY2454" fmla="*/ 1218528 h 1796087"/>
                <a:gd name="connsiteX2455" fmla="*/ 1703831 w 2290556"/>
                <a:gd name="connsiteY2455" fmla="*/ 1217889 h 1796087"/>
                <a:gd name="connsiteX2456" fmla="*/ 1704571 w 2290556"/>
                <a:gd name="connsiteY2456" fmla="*/ 1217385 h 1796087"/>
                <a:gd name="connsiteX2457" fmla="*/ 1707465 w 2290556"/>
                <a:gd name="connsiteY2457" fmla="*/ 1214189 h 1796087"/>
                <a:gd name="connsiteX2458" fmla="*/ 1707465 w 2290556"/>
                <a:gd name="connsiteY2458" fmla="*/ 1212002 h 1796087"/>
                <a:gd name="connsiteX2459" fmla="*/ 1708475 w 2290556"/>
                <a:gd name="connsiteY2459" fmla="*/ 1209681 h 1796087"/>
                <a:gd name="connsiteX2460" fmla="*/ 1709350 w 2290556"/>
                <a:gd name="connsiteY2460" fmla="*/ 1207966 h 1796087"/>
                <a:gd name="connsiteX2461" fmla="*/ 1710797 w 2290556"/>
                <a:gd name="connsiteY2461" fmla="*/ 1205645 h 1796087"/>
                <a:gd name="connsiteX2462" fmla="*/ 1713826 w 2290556"/>
                <a:gd name="connsiteY2462" fmla="*/ 1205207 h 1796087"/>
                <a:gd name="connsiteX2463" fmla="*/ 1714701 w 2290556"/>
                <a:gd name="connsiteY2463" fmla="*/ 1205779 h 1796087"/>
                <a:gd name="connsiteX2464" fmla="*/ 1716720 w 2290556"/>
                <a:gd name="connsiteY2464" fmla="*/ 1207226 h 1796087"/>
                <a:gd name="connsiteX2465" fmla="*/ 1720220 w 2290556"/>
                <a:gd name="connsiteY2465" fmla="*/ 1208235 h 1796087"/>
                <a:gd name="connsiteX2466" fmla="*/ 1722374 w 2290556"/>
                <a:gd name="connsiteY2466" fmla="*/ 1206486 h 1796087"/>
                <a:gd name="connsiteX2467" fmla="*/ 1724393 w 2290556"/>
                <a:gd name="connsiteY2467" fmla="*/ 1203727 h 1796087"/>
                <a:gd name="connsiteX2468" fmla="*/ 1727153 w 2290556"/>
                <a:gd name="connsiteY2468" fmla="*/ 1202718 h 1796087"/>
                <a:gd name="connsiteX2469" fmla="*/ 1730788 w 2290556"/>
                <a:gd name="connsiteY2469" fmla="*/ 1201978 h 1796087"/>
                <a:gd name="connsiteX2470" fmla="*/ 1733985 w 2290556"/>
                <a:gd name="connsiteY2470" fmla="*/ 1201339 h 1796087"/>
                <a:gd name="connsiteX2471" fmla="*/ 1739403 w 2290556"/>
                <a:gd name="connsiteY2471" fmla="*/ 1203088 h 1796087"/>
                <a:gd name="connsiteX2472" fmla="*/ 1742668 w 2290556"/>
                <a:gd name="connsiteY2472" fmla="*/ 1206553 h 1796087"/>
                <a:gd name="connsiteX2473" fmla="*/ 1742668 w 2290556"/>
                <a:gd name="connsiteY2473" fmla="*/ 1208504 h 1796087"/>
                <a:gd name="connsiteX2474" fmla="*/ 1743980 w 2290556"/>
                <a:gd name="connsiteY2474" fmla="*/ 1211969 h 1796087"/>
                <a:gd name="connsiteX2475" fmla="*/ 1749837 w 2290556"/>
                <a:gd name="connsiteY2475" fmla="*/ 1215232 h 1796087"/>
                <a:gd name="connsiteX2476" fmla="*/ 1754346 w 2290556"/>
                <a:gd name="connsiteY2476" fmla="*/ 1219639 h 1796087"/>
                <a:gd name="connsiteX2477" fmla="*/ 1756803 w 2290556"/>
                <a:gd name="connsiteY2477" fmla="*/ 1221522 h 1796087"/>
                <a:gd name="connsiteX2478" fmla="*/ 1757476 w 2290556"/>
                <a:gd name="connsiteY2478" fmla="*/ 1223406 h 1796087"/>
                <a:gd name="connsiteX2479" fmla="*/ 1758486 w 2290556"/>
                <a:gd name="connsiteY2479" fmla="*/ 1225727 h 1796087"/>
                <a:gd name="connsiteX2480" fmla="*/ 1759731 w 2290556"/>
                <a:gd name="connsiteY2480" fmla="*/ 1227409 h 1796087"/>
                <a:gd name="connsiteX2481" fmla="*/ 1760976 w 2290556"/>
                <a:gd name="connsiteY2481" fmla="*/ 1228990 h 1796087"/>
                <a:gd name="connsiteX2482" fmla="*/ 1761481 w 2290556"/>
                <a:gd name="connsiteY2482" fmla="*/ 1231379 h 1796087"/>
                <a:gd name="connsiteX2483" fmla="*/ 1760034 w 2290556"/>
                <a:gd name="connsiteY2483" fmla="*/ 1233532 h 1796087"/>
                <a:gd name="connsiteX2484" fmla="*/ 1759764 w 2290556"/>
                <a:gd name="connsiteY2484" fmla="*/ 1233902 h 1796087"/>
                <a:gd name="connsiteX2485" fmla="*/ 1757509 w 2290556"/>
                <a:gd name="connsiteY2485" fmla="*/ 1236425 h 1796087"/>
                <a:gd name="connsiteX2486" fmla="*/ 1758317 w 2290556"/>
                <a:gd name="connsiteY2486" fmla="*/ 1239183 h 1796087"/>
                <a:gd name="connsiteX2487" fmla="*/ 1759731 w 2290556"/>
                <a:gd name="connsiteY2487" fmla="*/ 1242278 h 1796087"/>
                <a:gd name="connsiteX2488" fmla="*/ 1764072 w 2290556"/>
                <a:gd name="connsiteY2488" fmla="*/ 1245037 h 1796087"/>
                <a:gd name="connsiteX2489" fmla="*/ 1764745 w 2290556"/>
                <a:gd name="connsiteY2489" fmla="*/ 1246180 h 1796087"/>
                <a:gd name="connsiteX2490" fmla="*/ 1764140 w 2290556"/>
                <a:gd name="connsiteY2490" fmla="*/ 1248031 h 1796087"/>
                <a:gd name="connsiteX2491" fmla="*/ 1764140 w 2290556"/>
                <a:gd name="connsiteY2491" fmla="*/ 1250688 h 1796087"/>
                <a:gd name="connsiteX2492" fmla="*/ 1764779 w 2290556"/>
                <a:gd name="connsiteY2492" fmla="*/ 1251058 h 1796087"/>
                <a:gd name="connsiteX2493" fmla="*/ 1766899 w 2290556"/>
                <a:gd name="connsiteY2493" fmla="*/ 1249645 h 1796087"/>
                <a:gd name="connsiteX2494" fmla="*/ 1769793 w 2290556"/>
                <a:gd name="connsiteY2494" fmla="*/ 1251764 h 1796087"/>
                <a:gd name="connsiteX2495" fmla="*/ 1770500 w 2290556"/>
                <a:gd name="connsiteY2495" fmla="*/ 1252942 h 1796087"/>
                <a:gd name="connsiteX2496" fmla="*/ 1771173 w 2290556"/>
                <a:gd name="connsiteY2496" fmla="*/ 1254624 h 1796087"/>
                <a:gd name="connsiteX2497" fmla="*/ 1768380 w 2290556"/>
                <a:gd name="connsiteY2497" fmla="*/ 1255835 h 1796087"/>
                <a:gd name="connsiteX2498" fmla="*/ 1768380 w 2290556"/>
                <a:gd name="connsiteY2498" fmla="*/ 1257853 h 1796087"/>
                <a:gd name="connsiteX2499" fmla="*/ 1769491 w 2290556"/>
                <a:gd name="connsiteY2499" fmla="*/ 1259300 h 1796087"/>
                <a:gd name="connsiteX2500" fmla="*/ 1770702 w 2290556"/>
                <a:gd name="connsiteY2500" fmla="*/ 1260746 h 1796087"/>
                <a:gd name="connsiteX2501" fmla="*/ 1772520 w 2290556"/>
                <a:gd name="connsiteY2501" fmla="*/ 1260881 h 1796087"/>
                <a:gd name="connsiteX2502" fmla="*/ 1774169 w 2290556"/>
                <a:gd name="connsiteY2502" fmla="*/ 1259434 h 1796087"/>
                <a:gd name="connsiteX2503" fmla="*/ 1775313 w 2290556"/>
                <a:gd name="connsiteY2503" fmla="*/ 1257550 h 1796087"/>
                <a:gd name="connsiteX2504" fmla="*/ 1776491 w 2290556"/>
                <a:gd name="connsiteY2504" fmla="*/ 1255667 h 1796087"/>
                <a:gd name="connsiteX2505" fmla="*/ 1778678 w 2290556"/>
                <a:gd name="connsiteY2505" fmla="*/ 1254927 h 1796087"/>
                <a:gd name="connsiteX2506" fmla="*/ 1781438 w 2290556"/>
                <a:gd name="connsiteY2506" fmla="*/ 1256676 h 1796087"/>
                <a:gd name="connsiteX2507" fmla="*/ 1782448 w 2290556"/>
                <a:gd name="connsiteY2507" fmla="*/ 1256676 h 1796087"/>
                <a:gd name="connsiteX2508" fmla="*/ 1783154 w 2290556"/>
                <a:gd name="connsiteY2508" fmla="*/ 1258997 h 1796087"/>
                <a:gd name="connsiteX2509" fmla="*/ 1782582 w 2290556"/>
                <a:gd name="connsiteY2509" fmla="*/ 1260746 h 1796087"/>
                <a:gd name="connsiteX2510" fmla="*/ 1781000 w 2290556"/>
                <a:gd name="connsiteY2510" fmla="*/ 1263067 h 1796087"/>
                <a:gd name="connsiteX2511" fmla="*/ 1783457 w 2290556"/>
                <a:gd name="connsiteY2511" fmla="*/ 1264648 h 1796087"/>
                <a:gd name="connsiteX2512" fmla="*/ 1787799 w 2290556"/>
                <a:gd name="connsiteY2512" fmla="*/ 1265389 h 1796087"/>
                <a:gd name="connsiteX2513" fmla="*/ 1787227 w 2290556"/>
                <a:gd name="connsiteY2513" fmla="*/ 1267979 h 1796087"/>
                <a:gd name="connsiteX2514" fmla="*/ 1783760 w 2290556"/>
                <a:gd name="connsiteY2514" fmla="*/ 1270872 h 1796087"/>
                <a:gd name="connsiteX2515" fmla="*/ 1783188 w 2290556"/>
                <a:gd name="connsiteY2515" fmla="*/ 1272756 h 1796087"/>
                <a:gd name="connsiteX2516" fmla="*/ 1786520 w 2290556"/>
                <a:gd name="connsiteY2516" fmla="*/ 1276086 h 1796087"/>
                <a:gd name="connsiteX2517" fmla="*/ 1787395 w 2290556"/>
                <a:gd name="connsiteY2517" fmla="*/ 1279551 h 1796087"/>
                <a:gd name="connsiteX2518" fmla="*/ 1789851 w 2290556"/>
                <a:gd name="connsiteY2518" fmla="*/ 1283184 h 1796087"/>
                <a:gd name="connsiteX2519" fmla="*/ 1790559 w 2290556"/>
                <a:gd name="connsiteY2519" fmla="*/ 1288835 h 1796087"/>
                <a:gd name="connsiteX2520" fmla="*/ 1787361 w 2290556"/>
                <a:gd name="connsiteY2520" fmla="*/ 1292468 h 1796087"/>
                <a:gd name="connsiteX2521" fmla="*/ 1784164 w 2290556"/>
                <a:gd name="connsiteY2521" fmla="*/ 1291156 h 1796087"/>
                <a:gd name="connsiteX2522" fmla="*/ 1780967 w 2290556"/>
                <a:gd name="connsiteY2522" fmla="*/ 1288835 h 1796087"/>
                <a:gd name="connsiteX2523" fmla="*/ 1777770 w 2290556"/>
                <a:gd name="connsiteY2523" fmla="*/ 1287961 h 1796087"/>
                <a:gd name="connsiteX2524" fmla="*/ 1776188 w 2290556"/>
                <a:gd name="connsiteY2524" fmla="*/ 1287961 h 1796087"/>
                <a:gd name="connsiteX2525" fmla="*/ 1775616 w 2290556"/>
                <a:gd name="connsiteY2525" fmla="*/ 1287961 h 1796087"/>
                <a:gd name="connsiteX2526" fmla="*/ 1774741 w 2290556"/>
                <a:gd name="connsiteY2526" fmla="*/ 1289037 h 1796087"/>
                <a:gd name="connsiteX2527" fmla="*/ 1772721 w 2290556"/>
                <a:gd name="connsiteY2527" fmla="*/ 1293007 h 1796087"/>
                <a:gd name="connsiteX2528" fmla="*/ 1772721 w 2290556"/>
                <a:gd name="connsiteY2528" fmla="*/ 1295193 h 1796087"/>
                <a:gd name="connsiteX2529" fmla="*/ 1773866 w 2290556"/>
                <a:gd name="connsiteY2529" fmla="*/ 1298086 h 1796087"/>
                <a:gd name="connsiteX2530" fmla="*/ 1776323 w 2290556"/>
                <a:gd name="connsiteY2530" fmla="*/ 1301854 h 1796087"/>
                <a:gd name="connsiteX2531" fmla="*/ 1777467 w 2290556"/>
                <a:gd name="connsiteY2531" fmla="*/ 1303603 h 1796087"/>
                <a:gd name="connsiteX2532" fmla="*/ 1780799 w 2290556"/>
                <a:gd name="connsiteY2532" fmla="*/ 1304478 h 1796087"/>
                <a:gd name="connsiteX2533" fmla="*/ 1783693 w 2290556"/>
                <a:gd name="connsiteY2533" fmla="*/ 1307943 h 1796087"/>
                <a:gd name="connsiteX2534" fmla="*/ 1780058 w 2290556"/>
                <a:gd name="connsiteY2534" fmla="*/ 1309961 h 1796087"/>
                <a:gd name="connsiteX2535" fmla="*/ 1781236 w 2290556"/>
                <a:gd name="connsiteY2535" fmla="*/ 1312989 h 1796087"/>
                <a:gd name="connsiteX2536" fmla="*/ 1788337 w 2290556"/>
                <a:gd name="connsiteY2536" fmla="*/ 1313998 h 1796087"/>
                <a:gd name="connsiteX2537" fmla="*/ 1789212 w 2290556"/>
                <a:gd name="connsiteY2537" fmla="*/ 1314872 h 1796087"/>
                <a:gd name="connsiteX2538" fmla="*/ 1789212 w 2290556"/>
                <a:gd name="connsiteY2538" fmla="*/ 1320087 h 1796087"/>
                <a:gd name="connsiteX2539" fmla="*/ 1787631 w 2290556"/>
                <a:gd name="connsiteY2539" fmla="*/ 1322105 h 1796087"/>
                <a:gd name="connsiteX2540" fmla="*/ 1787193 w 2290556"/>
                <a:gd name="connsiteY2540" fmla="*/ 1323854 h 1796087"/>
                <a:gd name="connsiteX2541" fmla="*/ 1788068 w 2290556"/>
                <a:gd name="connsiteY2541" fmla="*/ 1325873 h 1796087"/>
                <a:gd name="connsiteX2542" fmla="*/ 1789212 w 2290556"/>
                <a:gd name="connsiteY2542" fmla="*/ 1328194 h 1796087"/>
                <a:gd name="connsiteX2543" fmla="*/ 1790794 w 2290556"/>
                <a:gd name="connsiteY2543" fmla="*/ 1332264 h 1796087"/>
                <a:gd name="connsiteX2544" fmla="*/ 1791366 w 2290556"/>
                <a:gd name="connsiteY2544" fmla="*/ 1335897 h 1796087"/>
                <a:gd name="connsiteX2545" fmla="*/ 1793116 w 2290556"/>
                <a:gd name="connsiteY2545" fmla="*/ 1336604 h 1796087"/>
                <a:gd name="connsiteX2546" fmla="*/ 1798636 w 2290556"/>
                <a:gd name="connsiteY2546" fmla="*/ 1339934 h 1796087"/>
                <a:gd name="connsiteX2547" fmla="*/ 1800958 w 2290556"/>
                <a:gd name="connsiteY2547" fmla="*/ 1338790 h 1796087"/>
                <a:gd name="connsiteX2548" fmla="*/ 1803987 w 2290556"/>
                <a:gd name="connsiteY2548" fmla="*/ 1338050 h 1796087"/>
                <a:gd name="connsiteX2549" fmla="*/ 1806746 w 2290556"/>
                <a:gd name="connsiteY2549" fmla="*/ 1336469 h 1796087"/>
                <a:gd name="connsiteX2550" fmla="*/ 1808496 w 2290556"/>
                <a:gd name="connsiteY2550" fmla="*/ 1333273 h 1796087"/>
                <a:gd name="connsiteX2551" fmla="*/ 1810515 w 2290556"/>
                <a:gd name="connsiteY2551" fmla="*/ 1330818 h 1796087"/>
                <a:gd name="connsiteX2552" fmla="*/ 1814420 w 2290556"/>
                <a:gd name="connsiteY2552" fmla="*/ 1333576 h 1796087"/>
                <a:gd name="connsiteX2553" fmla="*/ 1816607 w 2290556"/>
                <a:gd name="connsiteY2553" fmla="*/ 1333441 h 1796087"/>
                <a:gd name="connsiteX2554" fmla="*/ 1818189 w 2290556"/>
                <a:gd name="connsiteY2554" fmla="*/ 1336200 h 1796087"/>
                <a:gd name="connsiteX2555" fmla="*/ 1821218 w 2290556"/>
                <a:gd name="connsiteY2555" fmla="*/ 1335460 h 1796087"/>
                <a:gd name="connsiteX2556" fmla="*/ 1826569 w 2290556"/>
                <a:gd name="connsiteY2556" fmla="*/ 1334585 h 1796087"/>
                <a:gd name="connsiteX2557" fmla="*/ 1831348 w 2290556"/>
                <a:gd name="connsiteY2557" fmla="*/ 1332264 h 1796087"/>
                <a:gd name="connsiteX2558" fmla="*/ 1834107 w 2290556"/>
                <a:gd name="connsiteY2558" fmla="*/ 1333711 h 1796087"/>
                <a:gd name="connsiteX2559" fmla="*/ 1836733 w 2290556"/>
                <a:gd name="connsiteY2559" fmla="*/ 1335729 h 1796087"/>
                <a:gd name="connsiteX2560" fmla="*/ 1841074 w 2290556"/>
                <a:gd name="connsiteY2560" fmla="*/ 1338757 h 1796087"/>
                <a:gd name="connsiteX2561" fmla="*/ 1843093 w 2290556"/>
                <a:gd name="connsiteY2561" fmla="*/ 1337310 h 1796087"/>
                <a:gd name="connsiteX2562" fmla="*/ 1845112 w 2290556"/>
                <a:gd name="connsiteY2562" fmla="*/ 1334720 h 1796087"/>
                <a:gd name="connsiteX2563" fmla="*/ 1848007 w 2290556"/>
                <a:gd name="connsiteY2563" fmla="*/ 1334148 h 1796087"/>
                <a:gd name="connsiteX2564" fmla="*/ 1850194 w 2290556"/>
                <a:gd name="connsiteY2564" fmla="*/ 1336166 h 1796087"/>
                <a:gd name="connsiteX2565" fmla="*/ 1852516 w 2290556"/>
                <a:gd name="connsiteY2565" fmla="*/ 1336906 h 1796087"/>
                <a:gd name="connsiteX2566" fmla="*/ 1857733 w 2290556"/>
                <a:gd name="connsiteY2566" fmla="*/ 1336166 h 1796087"/>
                <a:gd name="connsiteX2567" fmla="*/ 1862377 w 2290556"/>
                <a:gd name="connsiteY2567" fmla="*/ 1333980 h 1796087"/>
                <a:gd name="connsiteX2568" fmla="*/ 1865272 w 2290556"/>
                <a:gd name="connsiteY2568" fmla="*/ 1332365 h 1796087"/>
                <a:gd name="connsiteX2569" fmla="*/ 1868906 w 2290556"/>
                <a:gd name="connsiteY2569" fmla="*/ 1332399 h 1796087"/>
                <a:gd name="connsiteX2570" fmla="*/ 1875704 w 2290556"/>
                <a:gd name="connsiteY2570" fmla="*/ 1332399 h 1796087"/>
                <a:gd name="connsiteX2571" fmla="*/ 1876176 w 2290556"/>
                <a:gd name="connsiteY2571" fmla="*/ 1332634 h 1796087"/>
                <a:gd name="connsiteX2572" fmla="*/ 1876176 w 2290556"/>
                <a:gd name="connsiteY2572" fmla="*/ 1332634 h 1796087"/>
                <a:gd name="connsiteX2573" fmla="*/ 1876176 w 2290556"/>
                <a:gd name="connsiteY2573" fmla="*/ 1332264 h 1796087"/>
                <a:gd name="connsiteX2574" fmla="*/ 1876176 w 2290556"/>
                <a:gd name="connsiteY2574" fmla="*/ 1325301 h 1796087"/>
                <a:gd name="connsiteX2575" fmla="*/ 1877959 w 2290556"/>
                <a:gd name="connsiteY2575" fmla="*/ 1322038 h 1796087"/>
                <a:gd name="connsiteX2576" fmla="*/ 1880281 w 2290556"/>
                <a:gd name="connsiteY2576" fmla="*/ 1317900 h 1796087"/>
                <a:gd name="connsiteX2577" fmla="*/ 1881359 w 2290556"/>
                <a:gd name="connsiteY2577" fmla="*/ 1314301 h 1796087"/>
                <a:gd name="connsiteX2578" fmla="*/ 1881359 w 2290556"/>
                <a:gd name="connsiteY2578" fmla="*/ 1309625 h 1796087"/>
                <a:gd name="connsiteX2579" fmla="*/ 1876478 w 2290556"/>
                <a:gd name="connsiteY2579" fmla="*/ 1306261 h 1796087"/>
                <a:gd name="connsiteX2580" fmla="*/ 1876142 w 2290556"/>
                <a:gd name="connsiteY2580" fmla="*/ 1302661 h 1796087"/>
                <a:gd name="connsiteX2581" fmla="*/ 1877724 w 2290556"/>
                <a:gd name="connsiteY2581" fmla="*/ 1300475 h 1796087"/>
                <a:gd name="connsiteX2582" fmla="*/ 1878094 w 2290556"/>
                <a:gd name="connsiteY2582" fmla="*/ 1297884 h 1796087"/>
                <a:gd name="connsiteX2583" fmla="*/ 1873685 w 2290556"/>
                <a:gd name="connsiteY2583" fmla="*/ 1294251 h 1796087"/>
                <a:gd name="connsiteX2584" fmla="*/ 1872171 w 2290556"/>
                <a:gd name="connsiteY2584" fmla="*/ 1292334 h 1796087"/>
                <a:gd name="connsiteX2585" fmla="*/ 1871666 w 2290556"/>
                <a:gd name="connsiteY2585" fmla="*/ 1283756 h 1796087"/>
                <a:gd name="connsiteX2586" fmla="*/ 1871026 w 2290556"/>
                <a:gd name="connsiteY2586" fmla="*/ 1279685 h 1796087"/>
                <a:gd name="connsiteX2587" fmla="*/ 1869176 w 2290556"/>
                <a:gd name="connsiteY2587" fmla="*/ 1277398 h 1796087"/>
                <a:gd name="connsiteX2588" fmla="*/ 1869176 w 2290556"/>
                <a:gd name="connsiteY2588" fmla="*/ 1274841 h 1796087"/>
                <a:gd name="connsiteX2589" fmla="*/ 1869983 w 2290556"/>
                <a:gd name="connsiteY2589" fmla="*/ 1272251 h 1796087"/>
                <a:gd name="connsiteX2590" fmla="*/ 1870993 w 2290556"/>
                <a:gd name="connsiteY2590" fmla="*/ 1270199 h 1796087"/>
                <a:gd name="connsiteX2591" fmla="*/ 1870926 w 2290556"/>
                <a:gd name="connsiteY2591" fmla="*/ 1265489 h 1796087"/>
                <a:gd name="connsiteX2592" fmla="*/ 1870926 w 2290556"/>
                <a:gd name="connsiteY2592" fmla="*/ 1262731 h 1796087"/>
                <a:gd name="connsiteX2593" fmla="*/ 1872810 w 2290556"/>
                <a:gd name="connsiteY2593" fmla="*/ 1258762 h 1796087"/>
                <a:gd name="connsiteX2594" fmla="*/ 1874392 w 2290556"/>
                <a:gd name="connsiteY2594" fmla="*/ 1254153 h 1796087"/>
                <a:gd name="connsiteX2595" fmla="*/ 1876883 w 2290556"/>
                <a:gd name="connsiteY2595" fmla="*/ 1249477 h 1796087"/>
                <a:gd name="connsiteX2596" fmla="*/ 1878060 w 2290556"/>
                <a:gd name="connsiteY2596" fmla="*/ 1246651 h 1796087"/>
                <a:gd name="connsiteX2597" fmla="*/ 1875772 w 2290556"/>
                <a:gd name="connsiteY2597" fmla="*/ 1245440 h 1796087"/>
                <a:gd name="connsiteX2598" fmla="*/ 1873180 w 2290556"/>
                <a:gd name="connsiteY2598" fmla="*/ 1244465 h 1796087"/>
                <a:gd name="connsiteX2599" fmla="*/ 1871767 w 2290556"/>
                <a:gd name="connsiteY2599" fmla="*/ 1244465 h 1796087"/>
                <a:gd name="connsiteX2600" fmla="*/ 1869916 w 2290556"/>
                <a:gd name="connsiteY2600" fmla="*/ 1242514 h 1796087"/>
                <a:gd name="connsiteX2601" fmla="*/ 1870118 w 2290556"/>
                <a:gd name="connsiteY2601" fmla="*/ 1240865 h 1796087"/>
                <a:gd name="connsiteX2602" fmla="*/ 1870252 w 2290556"/>
                <a:gd name="connsiteY2602" fmla="*/ 1239654 h 1796087"/>
                <a:gd name="connsiteX2603" fmla="*/ 1866550 w 2290556"/>
                <a:gd name="connsiteY2603" fmla="*/ 1238679 h 1796087"/>
                <a:gd name="connsiteX2604" fmla="*/ 1864800 w 2290556"/>
                <a:gd name="connsiteY2604" fmla="*/ 1238040 h 1796087"/>
                <a:gd name="connsiteX2605" fmla="*/ 1862950 w 2290556"/>
                <a:gd name="connsiteY2605" fmla="*/ 1236728 h 1796087"/>
                <a:gd name="connsiteX2606" fmla="*/ 1861973 w 2290556"/>
                <a:gd name="connsiteY2606" fmla="*/ 1234003 h 1796087"/>
                <a:gd name="connsiteX2607" fmla="*/ 1862613 w 2290556"/>
                <a:gd name="connsiteY2607" fmla="*/ 1232153 h 1796087"/>
                <a:gd name="connsiteX2608" fmla="*/ 1863151 w 2290556"/>
                <a:gd name="connsiteY2608" fmla="*/ 1230201 h 1796087"/>
                <a:gd name="connsiteX2609" fmla="*/ 1864800 w 2290556"/>
                <a:gd name="connsiteY2609" fmla="*/ 1228789 h 1796087"/>
                <a:gd name="connsiteX2610" fmla="*/ 1866012 w 2290556"/>
                <a:gd name="connsiteY2610" fmla="*/ 1227376 h 1796087"/>
                <a:gd name="connsiteX2611" fmla="*/ 1866853 w 2290556"/>
                <a:gd name="connsiteY2611" fmla="*/ 1224685 h 1796087"/>
                <a:gd name="connsiteX2612" fmla="*/ 1867998 w 2290556"/>
                <a:gd name="connsiteY2612" fmla="*/ 1221825 h 1796087"/>
                <a:gd name="connsiteX2613" fmla="*/ 1870017 w 2290556"/>
                <a:gd name="connsiteY2613" fmla="*/ 1221825 h 1796087"/>
                <a:gd name="connsiteX2614" fmla="*/ 1871767 w 2290556"/>
                <a:gd name="connsiteY2614" fmla="*/ 1221825 h 1796087"/>
                <a:gd name="connsiteX2615" fmla="*/ 1871666 w 2290556"/>
                <a:gd name="connsiteY2615" fmla="*/ 1220244 h 1796087"/>
                <a:gd name="connsiteX2616" fmla="*/ 1872507 w 2290556"/>
                <a:gd name="connsiteY2616" fmla="*/ 1218999 h 1796087"/>
                <a:gd name="connsiteX2617" fmla="*/ 1874459 w 2290556"/>
                <a:gd name="connsiteY2617" fmla="*/ 1218360 h 1796087"/>
                <a:gd name="connsiteX2618" fmla="*/ 1876983 w 2290556"/>
                <a:gd name="connsiteY2618" fmla="*/ 1218360 h 1796087"/>
                <a:gd name="connsiteX2619" fmla="*/ 1878431 w 2290556"/>
                <a:gd name="connsiteY2619" fmla="*/ 1216981 h 1796087"/>
                <a:gd name="connsiteX2620" fmla="*/ 1879575 w 2290556"/>
                <a:gd name="connsiteY2620" fmla="*/ 1215400 h 1796087"/>
                <a:gd name="connsiteX2621" fmla="*/ 1879575 w 2290556"/>
                <a:gd name="connsiteY2621" fmla="*/ 1214021 h 1796087"/>
                <a:gd name="connsiteX2622" fmla="*/ 1882099 w 2290556"/>
                <a:gd name="connsiteY2622" fmla="*/ 1212272 h 1796087"/>
                <a:gd name="connsiteX2623" fmla="*/ 1882536 w 2290556"/>
                <a:gd name="connsiteY2623" fmla="*/ 1209883 h 1796087"/>
                <a:gd name="connsiteX2624" fmla="*/ 1883714 w 2290556"/>
                <a:gd name="connsiteY2624" fmla="*/ 1210186 h 1796087"/>
                <a:gd name="connsiteX2625" fmla="*/ 1885801 w 2290556"/>
                <a:gd name="connsiteY2625" fmla="*/ 1211060 h 1796087"/>
                <a:gd name="connsiteX2626" fmla="*/ 1887046 w 2290556"/>
                <a:gd name="connsiteY2626" fmla="*/ 1213247 h 1796087"/>
                <a:gd name="connsiteX2627" fmla="*/ 1888931 w 2290556"/>
                <a:gd name="connsiteY2627" fmla="*/ 1217587 h 1796087"/>
                <a:gd name="connsiteX2628" fmla="*/ 1890883 w 2290556"/>
                <a:gd name="connsiteY2628" fmla="*/ 1220177 h 1796087"/>
                <a:gd name="connsiteX2629" fmla="*/ 1891690 w 2290556"/>
                <a:gd name="connsiteY2629" fmla="*/ 1222061 h 1796087"/>
                <a:gd name="connsiteX2630" fmla="*/ 1891421 w 2290556"/>
                <a:gd name="connsiteY2630" fmla="*/ 1223070 h 1796087"/>
                <a:gd name="connsiteX2631" fmla="*/ 1891118 w 2290556"/>
                <a:gd name="connsiteY2631" fmla="*/ 1224584 h 1796087"/>
                <a:gd name="connsiteX2632" fmla="*/ 1893306 w 2290556"/>
                <a:gd name="connsiteY2632" fmla="*/ 1225727 h 1796087"/>
                <a:gd name="connsiteX2633" fmla="*/ 1895863 w 2290556"/>
                <a:gd name="connsiteY2633" fmla="*/ 1225593 h 1796087"/>
                <a:gd name="connsiteX2634" fmla="*/ 1896974 w 2290556"/>
                <a:gd name="connsiteY2634" fmla="*/ 1226972 h 1796087"/>
                <a:gd name="connsiteX2635" fmla="*/ 1896974 w 2290556"/>
                <a:gd name="connsiteY2635" fmla="*/ 1229663 h 1796087"/>
                <a:gd name="connsiteX2636" fmla="*/ 1898051 w 2290556"/>
                <a:gd name="connsiteY2636" fmla="*/ 1230740 h 1796087"/>
                <a:gd name="connsiteX2637" fmla="*/ 1899195 w 2290556"/>
                <a:gd name="connsiteY2637" fmla="*/ 1229360 h 1796087"/>
                <a:gd name="connsiteX2638" fmla="*/ 1900272 w 2290556"/>
                <a:gd name="connsiteY2638" fmla="*/ 1229226 h 1796087"/>
                <a:gd name="connsiteX2639" fmla="*/ 1900912 w 2290556"/>
                <a:gd name="connsiteY2639" fmla="*/ 1229024 h 1796087"/>
                <a:gd name="connsiteX2640" fmla="*/ 1903604 w 2290556"/>
                <a:gd name="connsiteY2640" fmla="*/ 1228890 h 1796087"/>
                <a:gd name="connsiteX2641" fmla="*/ 1908013 w 2290556"/>
                <a:gd name="connsiteY2641" fmla="*/ 1228318 h 1796087"/>
                <a:gd name="connsiteX2642" fmla="*/ 1912489 w 2290556"/>
                <a:gd name="connsiteY2642" fmla="*/ 1228755 h 1796087"/>
                <a:gd name="connsiteX2643" fmla="*/ 1914441 w 2290556"/>
                <a:gd name="connsiteY2643" fmla="*/ 1230201 h 1796087"/>
                <a:gd name="connsiteX2644" fmla="*/ 1914172 w 2290556"/>
                <a:gd name="connsiteY2644" fmla="*/ 1232657 h 1796087"/>
                <a:gd name="connsiteX2645" fmla="*/ 1912724 w 2290556"/>
                <a:gd name="connsiteY2645" fmla="*/ 1234541 h 1796087"/>
                <a:gd name="connsiteX2646" fmla="*/ 1912085 w 2290556"/>
                <a:gd name="connsiteY2646" fmla="*/ 1236492 h 1796087"/>
                <a:gd name="connsiteX2647" fmla="*/ 1912455 w 2290556"/>
                <a:gd name="connsiteY2647" fmla="*/ 1241202 h 1796087"/>
                <a:gd name="connsiteX2648" fmla="*/ 1914475 w 2290556"/>
                <a:gd name="connsiteY2648" fmla="*/ 1244027 h 1796087"/>
                <a:gd name="connsiteX2649" fmla="*/ 1917537 w 2290556"/>
                <a:gd name="connsiteY2649" fmla="*/ 1245474 h 1796087"/>
                <a:gd name="connsiteX2650" fmla="*/ 1917537 w 2290556"/>
                <a:gd name="connsiteY2650" fmla="*/ 1246988 h 1796087"/>
                <a:gd name="connsiteX2651" fmla="*/ 1920431 w 2290556"/>
                <a:gd name="connsiteY2651" fmla="*/ 1250688 h 1796087"/>
                <a:gd name="connsiteX2652" fmla="*/ 1926388 w 2290556"/>
                <a:gd name="connsiteY2652" fmla="*/ 1257550 h 1796087"/>
                <a:gd name="connsiteX2653" fmla="*/ 1931234 w 2290556"/>
                <a:gd name="connsiteY2653" fmla="*/ 1262832 h 1796087"/>
                <a:gd name="connsiteX2654" fmla="*/ 1931571 w 2290556"/>
                <a:gd name="connsiteY2654" fmla="*/ 1267104 h 1796087"/>
                <a:gd name="connsiteX2655" fmla="*/ 1931739 w 2290556"/>
                <a:gd name="connsiteY2655" fmla="*/ 1269930 h 1796087"/>
                <a:gd name="connsiteX2656" fmla="*/ 1931739 w 2290556"/>
                <a:gd name="connsiteY2656" fmla="*/ 1271376 h 1796087"/>
                <a:gd name="connsiteX2657" fmla="*/ 1931739 w 2290556"/>
                <a:gd name="connsiteY2657" fmla="*/ 1274841 h 1796087"/>
                <a:gd name="connsiteX2658" fmla="*/ 1933489 w 2290556"/>
                <a:gd name="connsiteY2658" fmla="*/ 1280123 h 1796087"/>
                <a:gd name="connsiteX2659" fmla="*/ 1933489 w 2290556"/>
                <a:gd name="connsiteY2659" fmla="*/ 1283520 h 1796087"/>
                <a:gd name="connsiteX2660" fmla="*/ 1935946 w 2290556"/>
                <a:gd name="connsiteY2660" fmla="*/ 1285841 h 1796087"/>
                <a:gd name="connsiteX2661" fmla="*/ 1940860 w 2290556"/>
                <a:gd name="connsiteY2661" fmla="*/ 1286077 h 1796087"/>
                <a:gd name="connsiteX2662" fmla="*/ 1943182 w 2290556"/>
                <a:gd name="connsiteY2662" fmla="*/ 1283184 h 1796087"/>
                <a:gd name="connsiteX2663" fmla="*/ 1943451 w 2290556"/>
                <a:gd name="connsiteY2663" fmla="*/ 1280055 h 1796087"/>
                <a:gd name="connsiteX2664" fmla="*/ 1940860 w 2290556"/>
                <a:gd name="connsiteY2664" fmla="*/ 1276490 h 1796087"/>
                <a:gd name="connsiteX2665" fmla="*/ 1942004 w 2290556"/>
                <a:gd name="connsiteY2665" fmla="*/ 1274808 h 1796087"/>
                <a:gd name="connsiteX2666" fmla="*/ 1943451 w 2290556"/>
                <a:gd name="connsiteY2666" fmla="*/ 1273496 h 1796087"/>
                <a:gd name="connsiteX2667" fmla="*/ 1945538 w 2290556"/>
                <a:gd name="connsiteY2667" fmla="*/ 1271679 h 1796087"/>
                <a:gd name="connsiteX2668" fmla="*/ 1945538 w 2290556"/>
                <a:gd name="connsiteY2668" fmla="*/ 1269493 h 1796087"/>
                <a:gd name="connsiteX2669" fmla="*/ 1944966 w 2290556"/>
                <a:gd name="connsiteY2669" fmla="*/ 1266095 h 1796087"/>
                <a:gd name="connsiteX2670" fmla="*/ 1945201 w 2290556"/>
                <a:gd name="connsiteY2670" fmla="*/ 1262967 h 1796087"/>
                <a:gd name="connsiteX2671" fmla="*/ 1945672 w 2290556"/>
                <a:gd name="connsiteY2671" fmla="*/ 1261015 h 1796087"/>
                <a:gd name="connsiteX2672" fmla="*/ 1947288 w 2290556"/>
                <a:gd name="connsiteY2672" fmla="*/ 1258997 h 1796087"/>
                <a:gd name="connsiteX2673" fmla="*/ 1949980 w 2290556"/>
                <a:gd name="connsiteY2673" fmla="*/ 1256743 h 1796087"/>
                <a:gd name="connsiteX2674" fmla="*/ 1951360 w 2290556"/>
                <a:gd name="connsiteY2674" fmla="*/ 1254927 h 1796087"/>
                <a:gd name="connsiteX2675" fmla="*/ 1953312 w 2290556"/>
                <a:gd name="connsiteY2675" fmla="*/ 1253346 h 1796087"/>
                <a:gd name="connsiteX2676" fmla="*/ 1954625 w 2290556"/>
                <a:gd name="connsiteY2676" fmla="*/ 1249511 h 1796087"/>
                <a:gd name="connsiteX2677" fmla="*/ 1957822 w 2290556"/>
                <a:gd name="connsiteY2677" fmla="*/ 1247829 h 1796087"/>
                <a:gd name="connsiteX2678" fmla="*/ 1961153 w 2290556"/>
                <a:gd name="connsiteY2678" fmla="*/ 1249208 h 1796087"/>
                <a:gd name="connsiteX2679" fmla="*/ 1963341 w 2290556"/>
                <a:gd name="connsiteY2679" fmla="*/ 1249847 h 1796087"/>
                <a:gd name="connsiteX2680" fmla="*/ 1965596 w 2290556"/>
                <a:gd name="connsiteY2680" fmla="*/ 1249544 h 1796087"/>
                <a:gd name="connsiteX2681" fmla="*/ 1967783 w 2290556"/>
                <a:gd name="connsiteY2681" fmla="*/ 1247156 h 1796087"/>
                <a:gd name="connsiteX2682" fmla="*/ 1968423 w 2290556"/>
                <a:gd name="connsiteY2682" fmla="*/ 1242951 h 1796087"/>
                <a:gd name="connsiteX2683" fmla="*/ 1968423 w 2290556"/>
                <a:gd name="connsiteY2683" fmla="*/ 1238241 h 1796087"/>
                <a:gd name="connsiteX2684" fmla="*/ 1967783 w 2290556"/>
                <a:gd name="connsiteY2684" fmla="*/ 1235113 h 1796087"/>
                <a:gd name="connsiteX2685" fmla="*/ 1968490 w 2290556"/>
                <a:gd name="connsiteY2685" fmla="*/ 1233364 h 1796087"/>
                <a:gd name="connsiteX2686" fmla="*/ 1969466 w 2290556"/>
                <a:gd name="connsiteY2686" fmla="*/ 1231042 h 1796087"/>
                <a:gd name="connsiteX2687" fmla="*/ 1970274 w 2290556"/>
                <a:gd name="connsiteY2687" fmla="*/ 1230235 h 1796087"/>
                <a:gd name="connsiteX2688" fmla="*/ 1973168 w 2290556"/>
                <a:gd name="connsiteY2688" fmla="*/ 1228789 h 1796087"/>
                <a:gd name="connsiteX2689" fmla="*/ 1974851 w 2290556"/>
                <a:gd name="connsiteY2689" fmla="*/ 1228856 h 1796087"/>
                <a:gd name="connsiteX2690" fmla="*/ 1976735 w 2290556"/>
                <a:gd name="connsiteY2690" fmla="*/ 1228990 h 1796087"/>
                <a:gd name="connsiteX2691" fmla="*/ 1979260 w 2290556"/>
                <a:gd name="connsiteY2691" fmla="*/ 1228049 h 1796087"/>
                <a:gd name="connsiteX2692" fmla="*/ 1981077 w 2290556"/>
                <a:gd name="connsiteY2692" fmla="*/ 1226972 h 1796087"/>
                <a:gd name="connsiteX2693" fmla="*/ 1982019 w 2290556"/>
                <a:gd name="connsiteY2693" fmla="*/ 1225727 h 1796087"/>
                <a:gd name="connsiteX2694" fmla="*/ 1982895 w 2290556"/>
                <a:gd name="connsiteY2694" fmla="*/ 1223709 h 1796087"/>
                <a:gd name="connsiteX2695" fmla="*/ 1984207 w 2290556"/>
                <a:gd name="connsiteY2695" fmla="*/ 1221960 h 1796087"/>
                <a:gd name="connsiteX2696" fmla="*/ 1985789 w 2290556"/>
                <a:gd name="connsiteY2696" fmla="*/ 1219269 h 1796087"/>
                <a:gd name="connsiteX2697" fmla="*/ 1988245 w 2290556"/>
                <a:gd name="connsiteY2697" fmla="*/ 1218899 h 1796087"/>
                <a:gd name="connsiteX2698" fmla="*/ 1992587 w 2290556"/>
                <a:gd name="connsiteY2698" fmla="*/ 1218158 h 1796087"/>
                <a:gd name="connsiteX2699" fmla="*/ 1995717 w 2290556"/>
                <a:gd name="connsiteY2699" fmla="*/ 1215905 h 1796087"/>
                <a:gd name="connsiteX2700" fmla="*/ 1997366 w 2290556"/>
                <a:gd name="connsiteY2700" fmla="*/ 1214357 h 1796087"/>
                <a:gd name="connsiteX2701" fmla="*/ 1998678 w 2290556"/>
                <a:gd name="connsiteY2701" fmla="*/ 1212944 h 1796087"/>
                <a:gd name="connsiteX2702" fmla="*/ 2000496 w 2290556"/>
                <a:gd name="connsiteY2702" fmla="*/ 1212944 h 1796087"/>
                <a:gd name="connsiteX2703" fmla="*/ 2001875 w 2290556"/>
                <a:gd name="connsiteY2703" fmla="*/ 1213684 h 1796087"/>
                <a:gd name="connsiteX2704" fmla="*/ 2004198 w 2290556"/>
                <a:gd name="connsiteY2704" fmla="*/ 1213247 h 1796087"/>
                <a:gd name="connsiteX2705" fmla="*/ 2005712 w 2290556"/>
                <a:gd name="connsiteY2705" fmla="*/ 1211296 h 1796087"/>
                <a:gd name="connsiteX2706" fmla="*/ 2006486 w 2290556"/>
                <a:gd name="connsiteY2706" fmla="*/ 1211229 h 1796087"/>
                <a:gd name="connsiteX2707" fmla="*/ 2008741 w 2290556"/>
                <a:gd name="connsiteY2707" fmla="*/ 1211969 h 1796087"/>
                <a:gd name="connsiteX2708" fmla="*/ 2010929 w 2290556"/>
                <a:gd name="connsiteY2708" fmla="*/ 1213853 h 1796087"/>
                <a:gd name="connsiteX2709" fmla="*/ 2012578 w 2290556"/>
                <a:gd name="connsiteY2709" fmla="*/ 1213987 h 1796087"/>
                <a:gd name="connsiteX2710" fmla="*/ 2016145 w 2290556"/>
                <a:gd name="connsiteY2710" fmla="*/ 1213617 h 1796087"/>
                <a:gd name="connsiteX2711" fmla="*/ 2018097 w 2290556"/>
                <a:gd name="connsiteY2711" fmla="*/ 1210926 h 1796087"/>
                <a:gd name="connsiteX2712" fmla="*/ 2021496 w 2290556"/>
                <a:gd name="connsiteY2712" fmla="*/ 1206956 h 1796087"/>
                <a:gd name="connsiteX2713" fmla="*/ 2026342 w 2290556"/>
                <a:gd name="connsiteY2713" fmla="*/ 1202180 h 1796087"/>
                <a:gd name="connsiteX2714" fmla="*/ 2028967 w 2290556"/>
                <a:gd name="connsiteY2714" fmla="*/ 1199421 h 1796087"/>
                <a:gd name="connsiteX2715" fmla="*/ 2030549 w 2290556"/>
                <a:gd name="connsiteY2715" fmla="*/ 1197033 h 1796087"/>
                <a:gd name="connsiteX2716" fmla="*/ 2033309 w 2290556"/>
                <a:gd name="connsiteY2716" fmla="*/ 1192323 h 1796087"/>
                <a:gd name="connsiteX2717" fmla="*/ 2036338 w 2290556"/>
                <a:gd name="connsiteY2717" fmla="*/ 1188993 h 1796087"/>
                <a:gd name="connsiteX2718" fmla="*/ 2038155 w 2290556"/>
                <a:gd name="connsiteY2718" fmla="*/ 1186167 h 1796087"/>
                <a:gd name="connsiteX2719" fmla="*/ 2042127 w 2290556"/>
                <a:gd name="connsiteY2719" fmla="*/ 1183712 h 1796087"/>
                <a:gd name="connsiteX2720" fmla="*/ 2047848 w 2290556"/>
                <a:gd name="connsiteY2720" fmla="*/ 1183207 h 1796087"/>
                <a:gd name="connsiteX2721" fmla="*/ 2050910 w 2290556"/>
                <a:gd name="connsiteY2721" fmla="*/ 1183644 h 1796087"/>
                <a:gd name="connsiteX2722" fmla="*/ 2054175 w 2290556"/>
                <a:gd name="connsiteY2722" fmla="*/ 1181256 h 1796087"/>
                <a:gd name="connsiteX2723" fmla="*/ 2056430 w 2290556"/>
                <a:gd name="connsiteY2723" fmla="*/ 1178363 h 1796087"/>
                <a:gd name="connsiteX2724" fmla="*/ 2057978 w 2290556"/>
                <a:gd name="connsiteY2724" fmla="*/ 1177858 h 1796087"/>
                <a:gd name="connsiteX2725" fmla="*/ 2060468 w 2290556"/>
                <a:gd name="connsiteY2725" fmla="*/ 1180045 h 1796087"/>
                <a:gd name="connsiteX2726" fmla="*/ 2060468 w 2290556"/>
                <a:gd name="connsiteY2726" fmla="*/ 1182601 h 1796087"/>
                <a:gd name="connsiteX2727" fmla="*/ 2061040 w 2290556"/>
                <a:gd name="connsiteY2727" fmla="*/ 1185124 h 1796087"/>
                <a:gd name="connsiteX2728" fmla="*/ 2063060 w 2290556"/>
                <a:gd name="connsiteY2728" fmla="*/ 1186201 h 1796087"/>
                <a:gd name="connsiteX2729" fmla="*/ 2066627 w 2290556"/>
                <a:gd name="connsiteY2729" fmla="*/ 1186134 h 1796087"/>
                <a:gd name="connsiteX2730" fmla="*/ 2069387 w 2290556"/>
                <a:gd name="connsiteY2730" fmla="*/ 1182063 h 1796087"/>
                <a:gd name="connsiteX2731" fmla="*/ 2068949 w 2290556"/>
                <a:gd name="connsiteY2731" fmla="*/ 1179540 h 1796087"/>
                <a:gd name="connsiteX2732" fmla="*/ 2069824 w 2290556"/>
                <a:gd name="connsiteY2732" fmla="*/ 1177118 h 1796087"/>
                <a:gd name="connsiteX2733" fmla="*/ 2071776 w 2290556"/>
                <a:gd name="connsiteY2733" fmla="*/ 1176513 h 1796087"/>
                <a:gd name="connsiteX2734" fmla="*/ 2075243 w 2290556"/>
                <a:gd name="connsiteY2734" fmla="*/ 1176513 h 1796087"/>
                <a:gd name="connsiteX2735" fmla="*/ 2076824 w 2290556"/>
                <a:gd name="connsiteY2735" fmla="*/ 1176513 h 1796087"/>
                <a:gd name="connsiteX2736" fmla="*/ 2079348 w 2290556"/>
                <a:gd name="connsiteY2736" fmla="*/ 1174124 h 1796087"/>
                <a:gd name="connsiteX2737" fmla="*/ 2081300 w 2290556"/>
                <a:gd name="connsiteY2737" fmla="*/ 1170727 h 1796087"/>
                <a:gd name="connsiteX2738" fmla="*/ 2081300 w 2290556"/>
                <a:gd name="connsiteY2738" fmla="*/ 1168708 h 1796087"/>
                <a:gd name="connsiteX2739" fmla="*/ 2081805 w 2290556"/>
                <a:gd name="connsiteY2739" fmla="*/ 1162485 h 1796087"/>
                <a:gd name="connsiteX2740" fmla="*/ 2083421 w 2290556"/>
                <a:gd name="connsiteY2740" fmla="*/ 1159659 h 1796087"/>
                <a:gd name="connsiteX2741" fmla="*/ 2084935 w 2290556"/>
                <a:gd name="connsiteY2741" fmla="*/ 1157136 h 1796087"/>
                <a:gd name="connsiteX2742" fmla="*/ 2086618 w 2290556"/>
                <a:gd name="connsiteY2742" fmla="*/ 1154512 h 1796087"/>
                <a:gd name="connsiteX2743" fmla="*/ 2088368 w 2290556"/>
                <a:gd name="connsiteY2743" fmla="*/ 1153638 h 1796087"/>
                <a:gd name="connsiteX2744" fmla="*/ 2093382 w 2290556"/>
                <a:gd name="connsiteY2744" fmla="*/ 1153335 h 1796087"/>
                <a:gd name="connsiteX2745" fmla="*/ 2096074 w 2290556"/>
                <a:gd name="connsiteY2745" fmla="*/ 1153335 h 1796087"/>
                <a:gd name="connsiteX2746" fmla="*/ 2100281 w 2290556"/>
                <a:gd name="connsiteY2746" fmla="*/ 1153638 h 1796087"/>
                <a:gd name="connsiteX2747" fmla="*/ 2104859 w 2290556"/>
                <a:gd name="connsiteY2747" fmla="*/ 1153705 h 1796087"/>
                <a:gd name="connsiteX2748" fmla="*/ 2109503 w 2290556"/>
                <a:gd name="connsiteY2748" fmla="*/ 1154142 h 1796087"/>
                <a:gd name="connsiteX2749" fmla="*/ 2113643 w 2290556"/>
                <a:gd name="connsiteY2749" fmla="*/ 1155084 h 1796087"/>
                <a:gd name="connsiteX2750" fmla="*/ 2117782 w 2290556"/>
                <a:gd name="connsiteY2750" fmla="*/ 1155959 h 1796087"/>
                <a:gd name="connsiteX2751" fmla="*/ 2121417 w 2290556"/>
                <a:gd name="connsiteY2751" fmla="*/ 1154210 h 1796087"/>
                <a:gd name="connsiteX2752" fmla="*/ 2123369 w 2290556"/>
                <a:gd name="connsiteY2752" fmla="*/ 1149870 h 1796087"/>
                <a:gd name="connsiteX2753" fmla="*/ 2126633 w 2290556"/>
                <a:gd name="connsiteY2753" fmla="*/ 1147616 h 1796087"/>
                <a:gd name="connsiteX2754" fmla="*/ 2126633 w 2290556"/>
                <a:gd name="connsiteY2754" fmla="*/ 1144353 h 1796087"/>
                <a:gd name="connsiteX2755" fmla="*/ 2126633 w 2290556"/>
                <a:gd name="connsiteY2755" fmla="*/ 1140888 h 1796087"/>
                <a:gd name="connsiteX2756" fmla="*/ 2124681 w 2290556"/>
                <a:gd name="connsiteY2756" fmla="*/ 1141965 h 1796087"/>
                <a:gd name="connsiteX2757" fmla="*/ 2122359 w 2290556"/>
                <a:gd name="connsiteY2757" fmla="*/ 1142032 h 1796087"/>
                <a:gd name="connsiteX2758" fmla="*/ 2119801 w 2290556"/>
                <a:gd name="connsiteY2758" fmla="*/ 1141796 h 1796087"/>
                <a:gd name="connsiteX2759" fmla="*/ 2117446 w 2290556"/>
                <a:gd name="connsiteY2759" fmla="*/ 1140855 h 1796087"/>
                <a:gd name="connsiteX2760" fmla="*/ 2116167 w 2290556"/>
                <a:gd name="connsiteY2760" fmla="*/ 1139038 h 1796087"/>
                <a:gd name="connsiteX2761" fmla="*/ 2116167 w 2290556"/>
                <a:gd name="connsiteY2761" fmla="*/ 1137390 h 1796087"/>
                <a:gd name="connsiteX2762" fmla="*/ 2117816 w 2290556"/>
                <a:gd name="connsiteY2762" fmla="*/ 1136246 h 1796087"/>
                <a:gd name="connsiteX2763" fmla="*/ 2119330 w 2290556"/>
                <a:gd name="connsiteY2763" fmla="*/ 1135035 h 1796087"/>
                <a:gd name="connsiteX2764" fmla="*/ 2120710 w 2290556"/>
                <a:gd name="connsiteY2764" fmla="*/ 1134766 h 1796087"/>
                <a:gd name="connsiteX2765" fmla="*/ 2123974 w 2290556"/>
                <a:gd name="connsiteY2765" fmla="*/ 1134766 h 1796087"/>
                <a:gd name="connsiteX2766" fmla="*/ 2124479 w 2290556"/>
                <a:gd name="connsiteY2766" fmla="*/ 1134766 h 1796087"/>
                <a:gd name="connsiteX2767" fmla="*/ 2125792 w 2290556"/>
                <a:gd name="connsiteY2767" fmla="*/ 1135338 h 1796087"/>
                <a:gd name="connsiteX2768" fmla="*/ 2129696 w 2290556"/>
                <a:gd name="connsiteY2768" fmla="*/ 1137020 h 1796087"/>
                <a:gd name="connsiteX2769" fmla="*/ 2131580 w 2290556"/>
                <a:gd name="connsiteY2769" fmla="*/ 1136952 h 1796087"/>
                <a:gd name="connsiteX2770" fmla="*/ 2134340 w 2290556"/>
                <a:gd name="connsiteY2770" fmla="*/ 1136078 h 1796087"/>
                <a:gd name="connsiteX2771" fmla="*/ 2135518 w 2290556"/>
                <a:gd name="connsiteY2771" fmla="*/ 1135775 h 1796087"/>
                <a:gd name="connsiteX2772" fmla="*/ 2138110 w 2290556"/>
                <a:gd name="connsiteY2772" fmla="*/ 1137154 h 1796087"/>
                <a:gd name="connsiteX2773" fmla="*/ 2139859 w 2290556"/>
                <a:gd name="connsiteY2773" fmla="*/ 1138029 h 1796087"/>
                <a:gd name="connsiteX2774" fmla="*/ 2143057 w 2290556"/>
                <a:gd name="connsiteY2774" fmla="*/ 1139206 h 1796087"/>
                <a:gd name="connsiteX2775" fmla="*/ 2143696 w 2290556"/>
                <a:gd name="connsiteY2775" fmla="*/ 1139711 h 1796087"/>
                <a:gd name="connsiteX2776" fmla="*/ 2147667 w 2290556"/>
                <a:gd name="connsiteY2776" fmla="*/ 1138634 h 1796087"/>
                <a:gd name="connsiteX2777" fmla="*/ 2150427 w 2290556"/>
                <a:gd name="connsiteY2777" fmla="*/ 1138197 h 1796087"/>
                <a:gd name="connsiteX2778" fmla="*/ 2153254 w 2290556"/>
                <a:gd name="connsiteY2778" fmla="*/ 1138264 h 1796087"/>
                <a:gd name="connsiteX2779" fmla="*/ 2154634 w 2290556"/>
                <a:gd name="connsiteY2779" fmla="*/ 1139442 h 1796087"/>
                <a:gd name="connsiteX2780" fmla="*/ 2157326 w 2290556"/>
                <a:gd name="connsiteY2780" fmla="*/ 1142402 h 1796087"/>
                <a:gd name="connsiteX2781" fmla="*/ 2156821 w 2290556"/>
                <a:gd name="connsiteY2781" fmla="*/ 1143546 h 1796087"/>
                <a:gd name="connsiteX2782" fmla="*/ 2156316 w 2290556"/>
                <a:gd name="connsiteY2782" fmla="*/ 1145362 h 1796087"/>
                <a:gd name="connsiteX2783" fmla="*/ 2159211 w 2290556"/>
                <a:gd name="connsiteY2783" fmla="*/ 1146506 h 1796087"/>
                <a:gd name="connsiteX2784" fmla="*/ 2161095 w 2290556"/>
                <a:gd name="connsiteY2784" fmla="*/ 1146372 h 1796087"/>
                <a:gd name="connsiteX2785" fmla="*/ 2163115 w 2290556"/>
                <a:gd name="connsiteY2785" fmla="*/ 1145564 h 1796087"/>
                <a:gd name="connsiteX2786" fmla="*/ 2163115 w 2290556"/>
                <a:gd name="connsiteY2786" fmla="*/ 1142604 h 1796087"/>
                <a:gd name="connsiteX2787" fmla="*/ 2162408 w 2290556"/>
                <a:gd name="connsiteY2787" fmla="*/ 1140922 h 1796087"/>
                <a:gd name="connsiteX2788" fmla="*/ 2163216 w 2290556"/>
                <a:gd name="connsiteY2788" fmla="*/ 1139475 h 1796087"/>
                <a:gd name="connsiteX2789" fmla="*/ 2164865 w 2290556"/>
                <a:gd name="connsiteY2789" fmla="*/ 1138466 h 1796087"/>
                <a:gd name="connsiteX2790" fmla="*/ 2166514 w 2290556"/>
                <a:gd name="connsiteY2790" fmla="*/ 1137659 h 1796087"/>
                <a:gd name="connsiteX2791" fmla="*/ 2170283 w 2290556"/>
                <a:gd name="connsiteY2791" fmla="*/ 1137592 h 1796087"/>
                <a:gd name="connsiteX2792" fmla="*/ 2173110 w 2290556"/>
                <a:gd name="connsiteY2792" fmla="*/ 1137995 h 1796087"/>
                <a:gd name="connsiteX2793" fmla="*/ 2175432 w 2290556"/>
                <a:gd name="connsiteY2793" fmla="*/ 1138264 h 1796087"/>
                <a:gd name="connsiteX2794" fmla="*/ 2177889 w 2290556"/>
                <a:gd name="connsiteY2794" fmla="*/ 1138264 h 1796087"/>
                <a:gd name="connsiteX2795" fmla="*/ 2179707 w 2290556"/>
                <a:gd name="connsiteY2795" fmla="*/ 1137894 h 1796087"/>
                <a:gd name="connsiteX2796" fmla="*/ 2181658 w 2290556"/>
                <a:gd name="connsiteY2796" fmla="*/ 1137087 h 1796087"/>
                <a:gd name="connsiteX2797" fmla="*/ 2182601 w 2290556"/>
                <a:gd name="connsiteY2797" fmla="*/ 1134328 h 1796087"/>
                <a:gd name="connsiteX2798" fmla="*/ 2183913 w 2290556"/>
                <a:gd name="connsiteY2798" fmla="*/ 1132747 h 1796087"/>
                <a:gd name="connsiteX2799" fmla="*/ 2186303 w 2290556"/>
                <a:gd name="connsiteY2799" fmla="*/ 1132445 h 1796087"/>
                <a:gd name="connsiteX2800" fmla="*/ 2189567 w 2290556"/>
                <a:gd name="connsiteY2800" fmla="*/ 1132445 h 1796087"/>
                <a:gd name="connsiteX2801" fmla="*/ 2190442 w 2290556"/>
                <a:gd name="connsiteY2801" fmla="*/ 1128913 h 1796087"/>
                <a:gd name="connsiteX2802" fmla="*/ 2189433 w 2290556"/>
                <a:gd name="connsiteY2802" fmla="*/ 1127769 h 1796087"/>
                <a:gd name="connsiteX2803" fmla="*/ 2186976 w 2290556"/>
                <a:gd name="connsiteY2803" fmla="*/ 1125246 h 1796087"/>
                <a:gd name="connsiteX2804" fmla="*/ 2186404 w 2290556"/>
                <a:gd name="connsiteY2804" fmla="*/ 1123867 h 1796087"/>
                <a:gd name="connsiteX2805" fmla="*/ 2184956 w 2290556"/>
                <a:gd name="connsiteY2805" fmla="*/ 1121983 h 1796087"/>
                <a:gd name="connsiteX2806" fmla="*/ 2184081 w 2290556"/>
                <a:gd name="connsiteY2806" fmla="*/ 1120469 h 1796087"/>
                <a:gd name="connsiteX2807" fmla="*/ 2184586 w 2290556"/>
                <a:gd name="connsiteY2807" fmla="*/ 1118148 h 1796087"/>
                <a:gd name="connsiteX2808" fmla="*/ 2186875 w 2290556"/>
                <a:gd name="connsiteY2808" fmla="*/ 1114178 h 1796087"/>
                <a:gd name="connsiteX2809" fmla="*/ 2189231 w 2290556"/>
                <a:gd name="connsiteY2809" fmla="*/ 1111218 h 1796087"/>
                <a:gd name="connsiteX2810" fmla="*/ 2189231 w 2290556"/>
                <a:gd name="connsiteY2810" fmla="*/ 1109637 h 1796087"/>
                <a:gd name="connsiteX2811" fmla="*/ 2194952 w 2290556"/>
                <a:gd name="connsiteY2811" fmla="*/ 1107013 h 1796087"/>
                <a:gd name="connsiteX2812" fmla="*/ 2199361 w 2290556"/>
                <a:gd name="connsiteY2812" fmla="*/ 1105197 h 1796087"/>
                <a:gd name="connsiteX2813" fmla="*/ 2205452 w 2290556"/>
                <a:gd name="connsiteY2813" fmla="*/ 1103817 h 1796087"/>
                <a:gd name="connsiteX2814" fmla="*/ 2207202 w 2290556"/>
                <a:gd name="connsiteY2814" fmla="*/ 1103817 h 1796087"/>
                <a:gd name="connsiteX2815" fmla="*/ 2211779 w 2290556"/>
                <a:gd name="connsiteY2815" fmla="*/ 1104322 h 1796087"/>
                <a:gd name="connsiteX2816" fmla="*/ 2213092 w 2290556"/>
                <a:gd name="connsiteY2816" fmla="*/ 1106340 h 1796087"/>
                <a:gd name="connsiteX2817" fmla="*/ 2216222 w 2290556"/>
                <a:gd name="connsiteY2817" fmla="*/ 1105398 h 1796087"/>
                <a:gd name="connsiteX2818" fmla="*/ 2218173 w 2290556"/>
                <a:gd name="connsiteY2818" fmla="*/ 1103784 h 1796087"/>
                <a:gd name="connsiteX2819" fmla="*/ 2219486 w 2290556"/>
                <a:gd name="connsiteY2819" fmla="*/ 1102001 h 1796087"/>
                <a:gd name="connsiteX2820" fmla="*/ 2220900 w 2290556"/>
                <a:gd name="connsiteY2820" fmla="*/ 1098671 h 1796087"/>
                <a:gd name="connsiteX2821" fmla="*/ 2220563 w 2290556"/>
                <a:gd name="connsiteY2821" fmla="*/ 1094264 h 1796087"/>
                <a:gd name="connsiteX2822" fmla="*/ 2220563 w 2290556"/>
                <a:gd name="connsiteY2822" fmla="*/ 1090496 h 1796087"/>
                <a:gd name="connsiteX2823" fmla="*/ 2220563 w 2290556"/>
                <a:gd name="connsiteY2823" fmla="*/ 1087906 h 1796087"/>
                <a:gd name="connsiteX2824" fmla="*/ 2220563 w 2290556"/>
                <a:gd name="connsiteY2824" fmla="*/ 1085282 h 1796087"/>
                <a:gd name="connsiteX2825" fmla="*/ 2220361 w 2290556"/>
                <a:gd name="connsiteY2825" fmla="*/ 1080135 h 1796087"/>
                <a:gd name="connsiteX2826" fmla="*/ 2220496 w 2290556"/>
                <a:gd name="connsiteY2826" fmla="*/ 1077242 h 1796087"/>
                <a:gd name="connsiteX2827" fmla="*/ 2225140 w 2290556"/>
                <a:gd name="connsiteY2827" fmla="*/ 1075493 h 1796087"/>
                <a:gd name="connsiteX2828" fmla="*/ 2226789 w 2290556"/>
                <a:gd name="connsiteY2828" fmla="*/ 1071725 h 1796087"/>
                <a:gd name="connsiteX2829" fmla="*/ 2223693 w 2290556"/>
                <a:gd name="connsiteY2829" fmla="*/ 1069774 h 1796087"/>
                <a:gd name="connsiteX2830" fmla="*/ 2222549 w 2290556"/>
                <a:gd name="connsiteY2830" fmla="*/ 1067285 h 17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Lst>
              <a:rect l="l" t="t" r="r" b="b"/>
              <a:pathLst>
                <a:path w="2290556" h="1796087">
                  <a:moveTo>
                    <a:pt x="2222549" y="1067285"/>
                  </a:moveTo>
                  <a:lnTo>
                    <a:pt x="2222246" y="1063652"/>
                  </a:lnTo>
                  <a:cubicBezTo>
                    <a:pt x="2222246" y="1063652"/>
                    <a:pt x="2221539" y="1061701"/>
                    <a:pt x="2221371" y="1061465"/>
                  </a:cubicBezTo>
                  <a:cubicBezTo>
                    <a:pt x="2221236" y="1061263"/>
                    <a:pt x="2220428" y="1059379"/>
                    <a:pt x="2220428" y="1059379"/>
                  </a:cubicBezTo>
                  <a:lnTo>
                    <a:pt x="2218981" y="1060321"/>
                  </a:lnTo>
                  <a:lnTo>
                    <a:pt x="2216154" y="1060321"/>
                  </a:lnTo>
                  <a:lnTo>
                    <a:pt x="2213866" y="1061364"/>
                  </a:lnTo>
                  <a:lnTo>
                    <a:pt x="2211039" y="1060658"/>
                  </a:lnTo>
                  <a:lnTo>
                    <a:pt x="2209524" y="1058269"/>
                  </a:lnTo>
                  <a:lnTo>
                    <a:pt x="2208111" y="1057193"/>
                  </a:lnTo>
                  <a:lnTo>
                    <a:pt x="2205183" y="1057092"/>
                  </a:lnTo>
                  <a:lnTo>
                    <a:pt x="2204745" y="1058404"/>
                  </a:lnTo>
                  <a:lnTo>
                    <a:pt x="2206832" y="1060691"/>
                  </a:lnTo>
                  <a:lnTo>
                    <a:pt x="2206058" y="1064055"/>
                  </a:lnTo>
                  <a:lnTo>
                    <a:pt x="2203769" y="1063416"/>
                  </a:lnTo>
                  <a:lnTo>
                    <a:pt x="2200942" y="1062777"/>
                  </a:lnTo>
                  <a:lnTo>
                    <a:pt x="2198452" y="1060725"/>
                  </a:lnTo>
                  <a:lnTo>
                    <a:pt x="2197375" y="1059649"/>
                  </a:lnTo>
                  <a:lnTo>
                    <a:pt x="2196500" y="1058337"/>
                  </a:lnTo>
                  <a:lnTo>
                    <a:pt x="2192159" y="1057697"/>
                  </a:lnTo>
                  <a:lnTo>
                    <a:pt x="2189668" y="1057058"/>
                  </a:lnTo>
                  <a:lnTo>
                    <a:pt x="2187582" y="1055107"/>
                  </a:lnTo>
                  <a:lnTo>
                    <a:pt x="2186808" y="1053055"/>
                  </a:lnTo>
                  <a:lnTo>
                    <a:pt x="2187447" y="1051104"/>
                  </a:lnTo>
                  <a:lnTo>
                    <a:pt x="2188759" y="1048817"/>
                  </a:lnTo>
                  <a:lnTo>
                    <a:pt x="2191048" y="1048043"/>
                  </a:lnTo>
                  <a:cubicBezTo>
                    <a:pt x="2191048" y="1048043"/>
                    <a:pt x="2191586" y="1047505"/>
                    <a:pt x="2192361" y="1047067"/>
                  </a:cubicBezTo>
                  <a:cubicBezTo>
                    <a:pt x="2193135" y="1046630"/>
                    <a:pt x="2194312" y="1046966"/>
                    <a:pt x="2195289" y="1046529"/>
                  </a:cubicBezTo>
                  <a:cubicBezTo>
                    <a:pt x="2196264" y="1046092"/>
                    <a:pt x="2197038" y="1046428"/>
                    <a:pt x="2197577" y="1045991"/>
                  </a:cubicBezTo>
                  <a:cubicBezTo>
                    <a:pt x="2198115" y="1045554"/>
                    <a:pt x="2198654" y="1045015"/>
                    <a:pt x="2199967" y="1044477"/>
                  </a:cubicBezTo>
                  <a:cubicBezTo>
                    <a:pt x="2201279" y="1043939"/>
                    <a:pt x="2201918" y="1043266"/>
                    <a:pt x="2203332" y="1042290"/>
                  </a:cubicBezTo>
                  <a:cubicBezTo>
                    <a:pt x="2204745" y="1041315"/>
                    <a:pt x="2204409" y="1040238"/>
                    <a:pt x="2205284" y="1038691"/>
                  </a:cubicBezTo>
                  <a:cubicBezTo>
                    <a:pt x="2206159" y="1037177"/>
                    <a:pt x="2205923" y="1037379"/>
                    <a:pt x="2206058" y="1036841"/>
                  </a:cubicBezTo>
                  <a:cubicBezTo>
                    <a:pt x="2206159" y="1036303"/>
                    <a:pt x="2206596" y="1034890"/>
                    <a:pt x="2206394" y="1034452"/>
                  </a:cubicBezTo>
                  <a:cubicBezTo>
                    <a:pt x="2206193" y="1034015"/>
                    <a:pt x="2206193" y="1032501"/>
                    <a:pt x="2205755" y="1031828"/>
                  </a:cubicBezTo>
                  <a:cubicBezTo>
                    <a:pt x="2205318" y="1031189"/>
                    <a:pt x="2204106" y="1029978"/>
                    <a:pt x="2203702" y="1029541"/>
                  </a:cubicBezTo>
                  <a:cubicBezTo>
                    <a:pt x="2203265" y="1029104"/>
                    <a:pt x="2201649" y="1028902"/>
                    <a:pt x="2201649" y="1028902"/>
                  </a:cubicBezTo>
                  <a:lnTo>
                    <a:pt x="2196634" y="1026614"/>
                  </a:lnTo>
                  <a:lnTo>
                    <a:pt x="2194683" y="1023351"/>
                  </a:lnTo>
                  <a:lnTo>
                    <a:pt x="2194582" y="1021737"/>
                  </a:lnTo>
                  <a:lnTo>
                    <a:pt x="2194683" y="1016522"/>
                  </a:lnTo>
                  <a:cubicBezTo>
                    <a:pt x="2194683" y="1016522"/>
                    <a:pt x="2194784" y="1014470"/>
                    <a:pt x="2194784" y="1014033"/>
                  </a:cubicBezTo>
                  <a:cubicBezTo>
                    <a:pt x="2194784" y="1013596"/>
                    <a:pt x="2194447" y="1011207"/>
                    <a:pt x="2194447" y="1011207"/>
                  </a:cubicBezTo>
                  <a:lnTo>
                    <a:pt x="2193471" y="1007742"/>
                  </a:lnTo>
                  <a:lnTo>
                    <a:pt x="2192394" y="1007204"/>
                  </a:lnTo>
                  <a:lnTo>
                    <a:pt x="2188389" y="1003941"/>
                  </a:lnTo>
                  <a:lnTo>
                    <a:pt x="2184351" y="1000241"/>
                  </a:lnTo>
                  <a:lnTo>
                    <a:pt x="2184149" y="996541"/>
                  </a:lnTo>
                  <a:lnTo>
                    <a:pt x="2183375" y="992067"/>
                  </a:lnTo>
                  <a:lnTo>
                    <a:pt x="2183812" y="988299"/>
                  </a:lnTo>
                  <a:lnTo>
                    <a:pt x="2184182" y="984733"/>
                  </a:lnTo>
                  <a:lnTo>
                    <a:pt x="2183476" y="981167"/>
                  </a:lnTo>
                  <a:lnTo>
                    <a:pt x="2180379" y="977030"/>
                  </a:lnTo>
                  <a:lnTo>
                    <a:pt x="2176980" y="975146"/>
                  </a:lnTo>
                  <a:lnTo>
                    <a:pt x="2173783" y="971883"/>
                  </a:lnTo>
                  <a:lnTo>
                    <a:pt x="2171596" y="969696"/>
                  </a:lnTo>
                  <a:cubicBezTo>
                    <a:pt x="2171596" y="969696"/>
                    <a:pt x="2169711" y="967947"/>
                    <a:pt x="2169341" y="967745"/>
                  </a:cubicBezTo>
                  <a:cubicBezTo>
                    <a:pt x="2168970" y="967543"/>
                    <a:pt x="2166817" y="966164"/>
                    <a:pt x="2165370" y="964617"/>
                  </a:cubicBezTo>
                  <a:cubicBezTo>
                    <a:pt x="2163922" y="963103"/>
                    <a:pt x="2163552" y="962363"/>
                    <a:pt x="2163182" y="961723"/>
                  </a:cubicBezTo>
                  <a:cubicBezTo>
                    <a:pt x="2162812" y="961084"/>
                    <a:pt x="2161668" y="960142"/>
                    <a:pt x="2161668" y="960142"/>
                  </a:cubicBezTo>
                  <a:cubicBezTo>
                    <a:pt x="2161668" y="960142"/>
                    <a:pt x="2160927" y="958763"/>
                    <a:pt x="2160725" y="958326"/>
                  </a:cubicBezTo>
                  <a:cubicBezTo>
                    <a:pt x="2160523" y="957889"/>
                    <a:pt x="2160523" y="956711"/>
                    <a:pt x="2160355" y="956139"/>
                  </a:cubicBezTo>
                  <a:cubicBezTo>
                    <a:pt x="2160187" y="955567"/>
                    <a:pt x="2160187" y="954491"/>
                    <a:pt x="2160187" y="953886"/>
                  </a:cubicBezTo>
                  <a:cubicBezTo>
                    <a:pt x="2160187" y="953314"/>
                    <a:pt x="2160254" y="952304"/>
                    <a:pt x="2160423" y="951497"/>
                  </a:cubicBezTo>
                  <a:cubicBezTo>
                    <a:pt x="2160557" y="950690"/>
                    <a:pt x="2160725" y="950185"/>
                    <a:pt x="2160927" y="949613"/>
                  </a:cubicBezTo>
                  <a:cubicBezTo>
                    <a:pt x="2161163" y="949041"/>
                    <a:pt x="2161499" y="948099"/>
                    <a:pt x="2161567" y="947797"/>
                  </a:cubicBezTo>
                  <a:cubicBezTo>
                    <a:pt x="2161634" y="947494"/>
                    <a:pt x="2162442" y="946047"/>
                    <a:pt x="2162643" y="945476"/>
                  </a:cubicBezTo>
                  <a:cubicBezTo>
                    <a:pt x="2162879" y="944904"/>
                    <a:pt x="2162711" y="943289"/>
                    <a:pt x="2162711" y="943020"/>
                  </a:cubicBezTo>
                  <a:cubicBezTo>
                    <a:pt x="2162711" y="942717"/>
                    <a:pt x="2162509" y="941708"/>
                    <a:pt x="2162509" y="941708"/>
                  </a:cubicBezTo>
                  <a:lnTo>
                    <a:pt x="2159985" y="939454"/>
                  </a:lnTo>
                  <a:lnTo>
                    <a:pt x="2157090" y="938882"/>
                  </a:lnTo>
                  <a:lnTo>
                    <a:pt x="2155139" y="939690"/>
                  </a:lnTo>
                  <a:cubicBezTo>
                    <a:pt x="2155139" y="939690"/>
                    <a:pt x="2153692" y="941439"/>
                    <a:pt x="2153388" y="941439"/>
                  </a:cubicBezTo>
                  <a:cubicBezTo>
                    <a:pt x="2153086" y="941439"/>
                    <a:pt x="2149989" y="942751"/>
                    <a:pt x="2149989" y="942751"/>
                  </a:cubicBezTo>
                  <a:cubicBezTo>
                    <a:pt x="2149989" y="942751"/>
                    <a:pt x="2147162" y="944063"/>
                    <a:pt x="2146657" y="944433"/>
                  </a:cubicBezTo>
                  <a:cubicBezTo>
                    <a:pt x="2146153" y="944803"/>
                    <a:pt x="2144975" y="947965"/>
                    <a:pt x="2144975" y="947965"/>
                  </a:cubicBezTo>
                  <a:lnTo>
                    <a:pt x="2140768" y="952170"/>
                  </a:lnTo>
                  <a:lnTo>
                    <a:pt x="2135552" y="955937"/>
                  </a:lnTo>
                  <a:cubicBezTo>
                    <a:pt x="2135552" y="955937"/>
                    <a:pt x="2131412" y="961152"/>
                    <a:pt x="2131278" y="961354"/>
                  </a:cubicBezTo>
                  <a:cubicBezTo>
                    <a:pt x="2131143" y="961555"/>
                    <a:pt x="2124244" y="967812"/>
                    <a:pt x="2124244" y="967812"/>
                  </a:cubicBezTo>
                  <a:lnTo>
                    <a:pt x="2122292" y="971075"/>
                  </a:lnTo>
                  <a:cubicBezTo>
                    <a:pt x="2122292" y="971075"/>
                    <a:pt x="2119465" y="975146"/>
                    <a:pt x="2119027" y="975415"/>
                  </a:cubicBezTo>
                  <a:cubicBezTo>
                    <a:pt x="2118590" y="975718"/>
                    <a:pt x="2116570" y="977231"/>
                    <a:pt x="2115897" y="977938"/>
                  </a:cubicBezTo>
                  <a:cubicBezTo>
                    <a:pt x="2115224" y="978644"/>
                    <a:pt x="2112498" y="980192"/>
                    <a:pt x="2111825" y="980326"/>
                  </a:cubicBezTo>
                  <a:cubicBezTo>
                    <a:pt x="2111186" y="980461"/>
                    <a:pt x="2109503" y="981907"/>
                    <a:pt x="2108056" y="982412"/>
                  </a:cubicBezTo>
                  <a:cubicBezTo>
                    <a:pt x="2106608" y="982917"/>
                    <a:pt x="2105666" y="982984"/>
                    <a:pt x="2103714" y="982984"/>
                  </a:cubicBezTo>
                  <a:cubicBezTo>
                    <a:pt x="2101762" y="982984"/>
                    <a:pt x="2101056" y="983118"/>
                    <a:pt x="2100080" y="982984"/>
                  </a:cubicBezTo>
                  <a:cubicBezTo>
                    <a:pt x="2099137" y="982849"/>
                    <a:pt x="2097320" y="982681"/>
                    <a:pt x="2096613" y="982614"/>
                  </a:cubicBezTo>
                  <a:cubicBezTo>
                    <a:pt x="2095906" y="982546"/>
                    <a:pt x="2094224" y="981470"/>
                    <a:pt x="2093651" y="981033"/>
                  </a:cubicBezTo>
                  <a:cubicBezTo>
                    <a:pt x="2093080" y="980595"/>
                    <a:pt x="2091901" y="979721"/>
                    <a:pt x="2091700" y="979586"/>
                  </a:cubicBezTo>
                  <a:cubicBezTo>
                    <a:pt x="2091464" y="979452"/>
                    <a:pt x="2090185" y="978072"/>
                    <a:pt x="2089950" y="977938"/>
                  </a:cubicBezTo>
                  <a:cubicBezTo>
                    <a:pt x="2089748" y="977803"/>
                    <a:pt x="2089512" y="976929"/>
                    <a:pt x="2089243" y="976121"/>
                  </a:cubicBezTo>
                  <a:cubicBezTo>
                    <a:pt x="2088940" y="975314"/>
                    <a:pt x="2089108" y="974170"/>
                    <a:pt x="2089041" y="973531"/>
                  </a:cubicBezTo>
                  <a:cubicBezTo>
                    <a:pt x="2088973" y="972892"/>
                    <a:pt x="2089478" y="972085"/>
                    <a:pt x="2089478" y="971647"/>
                  </a:cubicBezTo>
                  <a:cubicBezTo>
                    <a:pt x="2089478" y="971210"/>
                    <a:pt x="2090556" y="970705"/>
                    <a:pt x="2090556" y="970705"/>
                  </a:cubicBezTo>
                  <a:cubicBezTo>
                    <a:pt x="2090556" y="970705"/>
                    <a:pt x="2091195" y="968451"/>
                    <a:pt x="2091195" y="968081"/>
                  </a:cubicBezTo>
                  <a:cubicBezTo>
                    <a:pt x="2091195" y="967711"/>
                    <a:pt x="2091565" y="966837"/>
                    <a:pt x="2091767" y="966198"/>
                  </a:cubicBezTo>
                  <a:cubicBezTo>
                    <a:pt x="2091969" y="965558"/>
                    <a:pt x="2092070" y="964516"/>
                    <a:pt x="2092137" y="964011"/>
                  </a:cubicBezTo>
                  <a:cubicBezTo>
                    <a:pt x="2092205" y="963506"/>
                    <a:pt x="2092406" y="961555"/>
                    <a:pt x="2092507" y="960983"/>
                  </a:cubicBezTo>
                  <a:cubicBezTo>
                    <a:pt x="2092575" y="960412"/>
                    <a:pt x="2092070" y="958595"/>
                    <a:pt x="2092070" y="958595"/>
                  </a:cubicBezTo>
                  <a:lnTo>
                    <a:pt x="2088738" y="956644"/>
                  </a:lnTo>
                  <a:lnTo>
                    <a:pt x="2085406" y="954054"/>
                  </a:lnTo>
                  <a:cubicBezTo>
                    <a:pt x="2085406" y="954054"/>
                    <a:pt x="2081637" y="949210"/>
                    <a:pt x="2080997" y="948772"/>
                  </a:cubicBezTo>
                  <a:cubicBezTo>
                    <a:pt x="2080358" y="948335"/>
                    <a:pt x="2077094" y="945375"/>
                    <a:pt x="2076858" y="945307"/>
                  </a:cubicBezTo>
                  <a:cubicBezTo>
                    <a:pt x="2076656" y="945240"/>
                    <a:pt x="2072079" y="942549"/>
                    <a:pt x="2072079" y="942549"/>
                  </a:cubicBezTo>
                  <a:cubicBezTo>
                    <a:pt x="2072079" y="942549"/>
                    <a:pt x="2069892" y="941102"/>
                    <a:pt x="2069252" y="940093"/>
                  </a:cubicBezTo>
                  <a:cubicBezTo>
                    <a:pt x="2068613" y="939084"/>
                    <a:pt x="2068882" y="938714"/>
                    <a:pt x="2068882" y="938008"/>
                  </a:cubicBezTo>
                  <a:cubicBezTo>
                    <a:pt x="2068882" y="937301"/>
                    <a:pt x="2069151" y="935485"/>
                    <a:pt x="2069319" y="934677"/>
                  </a:cubicBezTo>
                  <a:cubicBezTo>
                    <a:pt x="2069454" y="933870"/>
                    <a:pt x="2069454" y="932222"/>
                    <a:pt x="2069521" y="931414"/>
                  </a:cubicBezTo>
                  <a:cubicBezTo>
                    <a:pt x="2069588" y="930607"/>
                    <a:pt x="2070901" y="928084"/>
                    <a:pt x="2071103" y="927344"/>
                  </a:cubicBezTo>
                  <a:cubicBezTo>
                    <a:pt x="2071305" y="926637"/>
                    <a:pt x="2072045" y="924013"/>
                    <a:pt x="2072281" y="923576"/>
                  </a:cubicBezTo>
                  <a:cubicBezTo>
                    <a:pt x="2072483" y="923139"/>
                    <a:pt x="2072146" y="921053"/>
                    <a:pt x="2072146" y="921053"/>
                  </a:cubicBezTo>
                  <a:lnTo>
                    <a:pt x="2066930" y="920919"/>
                  </a:lnTo>
                  <a:lnTo>
                    <a:pt x="2066122" y="918093"/>
                  </a:lnTo>
                  <a:lnTo>
                    <a:pt x="2065752" y="911432"/>
                  </a:lnTo>
                  <a:lnTo>
                    <a:pt x="2065011" y="908741"/>
                  </a:lnTo>
                  <a:lnTo>
                    <a:pt x="2065584" y="904772"/>
                  </a:lnTo>
                  <a:cubicBezTo>
                    <a:pt x="2065584" y="904772"/>
                    <a:pt x="2065954" y="902013"/>
                    <a:pt x="2066156" y="901374"/>
                  </a:cubicBezTo>
                  <a:cubicBezTo>
                    <a:pt x="2066391" y="900735"/>
                    <a:pt x="2068781" y="898683"/>
                    <a:pt x="2068781" y="898683"/>
                  </a:cubicBezTo>
                  <a:cubicBezTo>
                    <a:pt x="2068781" y="898683"/>
                    <a:pt x="2069790" y="895487"/>
                    <a:pt x="2069858" y="895050"/>
                  </a:cubicBezTo>
                  <a:cubicBezTo>
                    <a:pt x="2069925" y="894612"/>
                    <a:pt x="2068781" y="892291"/>
                    <a:pt x="2068781" y="892291"/>
                  </a:cubicBezTo>
                  <a:lnTo>
                    <a:pt x="2065819" y="888456"/>
                  </a:lnTo>
                  <a:lnTo>
                    <a:pt x="2068646" y="887447"/>
                  </a:lnTo>
                  <a:lnTo>
                    <a:pt x="2068411" y="880282"/>
                  </a:lnTo>
                  <a:cubicBezTo>
                    <a:pt x="2068411" y="880282"/>
                    <a:pt x="2069286" y="876884"/>
                    <a:pt x="2069420" y="876144"/>
                  </a:cubicBezTo>
                  <a:cubicBezTo>
                    <a:pt x="2069555" y="875404"/>
                    <a:pt x="2070497" y="874933"/>
                    <a:pt x="2070497" y="874933"/>
                  </a:cubicBezTo>
                  <a:cubicBezTo>
                    <a:pt x="2070497" y="874933"/>
                    <a:pt x="2073324" y="873689"/>
                    <a:pt x="2073695" y="873487"/>
                  </a:cubicBezTo>
                  <a:cubicBezTo>
                    <a:pt x="2074065" y="873285"/>
                    <a:pt x="2077262" y="870089"/>
                    <a:pt x="2077262" y="870089"/>
                  </a:cubicBezTo>
                  <a:lnTo>
                    <a:pt x="2077262" y="869450"/>
                  </a:lnTo>
                  <a:lnTo>
                    <a:pt x="2074334" y="864438"/>
                  </a:lnTo>
                  <a:lnTo>
                    <a:pt x="2070968" y="861982"/>
                  </a:lnTo>
                  <a:lnTo>
                    <a:pt x="2070026" y="861915"/>
                  </a:lnTo>
                  <a:cubicBezTo>
                    <a:pt x="2070026" y="861915"/>
                    <a:pt x="2064574" y="859829"/>
                    <a:pt x="2064305" y="859156"/>
                  </a:cubicBezTo>
                  <a:cubicBezTo>
                    <a:pt x="2064002" y="858517"/>
                    <a:pt x="2064675" y="858147"/>
                    <a:pt x="2065247" y="857474"/>
                  </a:cubicBezTo>
                  <a:cubicBezTo>
                    <a:pt x="2065819" y="856835"/>
                    <a:pt x="2066190" y="856835"/>
                    <a:pt x="2067064" y="856465"/>
                  </a:cubicBezTo>
                  <a:cubicBezTo>
                    <a:pt x="2067939" y="856095"/>
                    <a:pt x="2070093" y="855590"/>
                    <a:pt x="2071036" y="855019"/>
                  </a:cubicBezTo>
                  <a:cubicBezTo>
                    <a:pt x="2071978" y="854447"/>
                    <a:pt x="2071978" y="854077"/>
                    <a:pt x="2072483" y="853438"/>
                  </a:cubicBezTo>
                  <a:cubicBezTo>
                    <a:pt x="2072988" y="852798"/>
                    <a:pt x="2071238" y="851554"/>
                    <a:pt x="2070733" y="851049"/>
                  </a:cubicBezTo>
                  <a:cubicBezTo>
                    <a:pt x="2070228" y="850545"/>
                    <a:pt x="2068141" y="847921"/>
                    <a:pt x="2067771" y="847584"/>
                  </a:cubicBezTo>
                  <a:cubicBezTo>
                    <a:pt x="2067401" y="847214"/>
                    <a:pt x="2063800" y="845196"/>
                    <a:pt x="2063800" y="845196"/>
                  </a:cubicBezTo>
                  <a:cubicBezTo>
                    <a:pt x="2063800" y="845196"/>
                    <a:pt x="2061680" y="843817"/>
                    <a:pt x="2061545" y="843615"/>
                  </a:cubicBezTo>
                  <a:cubicBezTo>
                    <a:pt x="2061411" y="843413"/>
                    <a:pt x="2058348" y="841361"/>
                    <a:pt x="2057978" y="841159"/>
                  </a:cubicBezTo>
                  <a:cubicBezTo>
                    <a:pt x="2057608" y="840924"/>
                    <a:pt x="2054511" y="839141"/>
                    <a:pt x="2054511" y="839141"/>
                  </a:cubicBezTo>
                  <a:lnTo>
                    <a:pt x="2050742" y="838333"/>
                  </a:lnTo>
                  <a:lnTo>
                    <a:pt x="2048487" y="837829"/>
                  </a:lnTo>
                  <a:lnTo>
                    <a:pt x="2047410" y="834700"/>
                  </a:lnTo>
                  <a:lnTo>
                    <a:pt x="2050170" y="832379"/>
                  </a:lnTo>
                  <a:lnTo>
                    <a:pt x="2053064" y="827535"/>
                  </a:lnTo>
                  <a:cubicBezTo>
                    <a:pt x="2053064" y="827535"/>
                    <a:pt x="2053064" y="826156"/>
                    <a:pt x="2052997" y="825449"/>
                  </a:cubicBezTo>
                  <a:cubicBezTo>
                    <a:pt x="2052930" y="824743"/>
                    <a:pt x="2053132" y="823128"/>
                    <a:pt x="2052795" y="822624"/>
                  </a:cubicBezTo>
                  <a:cubicBezTo>
                    <a:pt x="2052425" y="822119"/>
                    <a:pt x="2049598" y="819932"/>
                    <a:pt x="2049160" y="819865"/>
                  </a:cubicBezTo>
                  <a:cubicBezTo>
                    <a:pt x="2048723" y="819798"/>
                    <a:pt x="2046468" y="818049"/>
                    <a:pt x="2045828" y="818049"/>
                  </a:cubicBezTo>
                  <a:cubicBezTo>
                    <a:pt x="2045189" y="818049"/>
                    <a:pt x="2041924" y="819428"/>
                    <a:pt x="2041823" y="819697"/>
                  </a:cubicBezTo>
                  <a:cubicBezTo>
                    <a:pt x="2041756" y="820000"/>
                    <a:pt x="2041689" y="820942"/>
                    <a:pt x="2041453" y="821379"/>
                  </a:cubicBezTo>
                  <a:cubicBezTo>
                    <a:pt x="2041251" y="821816"/>
                    <a:pt x="2039636" y="822624"/>
                    <a:pt x="2038121" y="823565"/>
                  </a:cubicBezTo>
                  <a:cubicBezTo>
                    <a:pt x="2036607" y="824508"/>
                    <a:pt x="2034049" y="823868"/>
                    <a:pt x="2033410" y="823633"/>
                  </a:cubicBezTo>
                  <a:cubicBezTo>
                    <a:pt x="2032770" y="823431"/>
                    <a:pt x="2031155" y="822926"/>
                    <a:pt x="2030515" y="822489"/>
                  </a:cubicBezTo>
                  <a:cubicBezTo>
                    <a:pt x="2029876" y="822052"/>
                    <a:pt x="2028698" y="821682"/>
                    <a:pt x="2027621" y="821345"/>
                  </a:cubicBezTo>
                  <a:cubicBezTo>
                    <a:pt x="2026544" y="820975"/>
                    <a:pt x="2026982" y="819832"/>
                    <a:pt x="2026612" y="819159"/>
                  </a:cubicBezTo>
                  <a:cubicBezTo>
                    <a:pt x="2026241" y="818520"/>
                    <a:pt x="2025905" y="816131"/>
                    <a:pt x="2025905" y="815526"/>
                  </a:cubicBezTo>
                  <a:cubicBezTo>
                    <a:pt x="2025905" y="814954"/>
                    <a:pt x="2026410" y="814651"/>
                    <a:pt x="2026847" y="814079"/>
                  </a:cubicBezTo>
                  <a:cubicBezTo>
                    <a:pt x="2027285" y="813507"/>
                    <a:pt x="2028092" y="812700"/>
                    <a:pt x="2028665" y="812195"/>
                  </a:cubicBezTo>
                  <a:cubicBezTo>
                    <a:pt x="2029237" y="811691"/>
                    <a:pt x="2029741" y="811489"/>
                    <a:pt x="2030549" y="810816"/>
                  </a:cubicBezTo>
                  <a:cubicBezTo>
                    <a:pt x="2031357" y="810177"/>
                    <a:pt x="2032367" y="809740"/>
                    <a:pt x="2032434" y="809437"/>
                  </a:cubicBezTo>
                  <a:cubicBezTo>
                    <a:pt x="2032501" y="809134"/>
                    <a:pt x="2033511" y="808697"/>
                    <a:pt x="2033881" y="808495"/>
                  </a:cubicBezTo>
                  <a:cubicBezTo>
                    <a:pt x="2034251" y="808293"/>
                    <a:pt x="2034521" y="807419"/>
                    <a:pt x="2034756" y="807183"/>
                  </a:cubicBezTo>
                  <a:cubicBezTo>
                    <a:pt x="2034958" y="806981"/>
                    <a:pt x="2035396" y="806107"/>
                    <a:pt x="2035396" y="805669"/>
                  </a:cubicBezTo>
                  <a:cubicBezTo>
                    <a:pt x="2035396" y="805232"/>
                    <a:pt x="2035463" y="802978"/>
                    <a:pt x="2035463" y="802978"/>
                  </a:cubicBezTo>
                  <a:lnTo>
                    <a:pt x="2035328" y="800657"/>
                  </a:lnTo>
                  <a:lnTo>
                    <a:pt x="2034891" y="798033"/>
                  </a:lnTo>
                  <a:lnTo>
                    <a:pt x="2034588" y="795947"/>
                  </a:lnTo>
                  <a:lnTo>
                    <a:pt x="2031895" y="793559"/>
                  </a:lnTo>
                  <a:cubicBezTo>
                    <a:pt x="2031895" y="793559"/>
                    <a:pt x="2027251" y="791305"/>
                    <a:pt x="2027184" y="790868"/>
                  </a:cubicBezTo>
                  <a:cubicBezTo>
                    <a:pt x="2027116" y="790431"/>
                    <a:pt x="2027891" y="787908"/>
                    <a:pt x="2027991" y="787605"/>
                  </a:cubicBezTo>
                  <a:cubicBezTo>
                    <a:pt x="2028059" y="787302"/>
                    <a:pt x="2031256" y="786293"/>
                    <a:pt x="2031559" y="786226"/>
                  </a:cubicBezTo>
                  <a:cubicBezTo>
                    <a:pt x="2031828" y="786158"/>
                    <a:pt x="2035092" y="785788"/>
                    <a:pt x="2035900" y="785519"/>
                  </a:cubicBezTo>
                  <a:cubicBezTo>
                    <a:pt x="2036708" y="785216"/>
                    <a:pt x="2037347" y="785385"/>
                    <a:pt x="2037347" y="785385"/>
                  </a:cubicBezTo>
                  <a:cubicBezTo>
                    <a:pt x="2037347" y="785385"/>
                    <a:pt x="2039737" y="784745"/>
                    <a:pt x="2039973" y="784745"/>
                  </a:cubicBezTo>
                  <a:cubicBezTo>
                    <a:pt x="2040174" y="784745"/>
                    <a:pt x="2042665" y="785183"/>
                    <a:pt x="2042665" y="785183"/>
                  </a:cubicBezTo>
                  <a:lnTo>
                    <a:pt x="2045256" y="785687"/>
                  </a:lnTo>
                  <a:lnTo>
                    <a:pt x="2048588" y="787504"/>
                  </a:lnTo>
                  <a:lnTo>
                    <a:pt x="2050978" y="789522"/>
                  </a:lnTo>
                  <a:cubicBezTo>
                    <a:pt x="2050978" y="789522"/>
                    <a:pt x="2053300" y="792348"/>
                    <a:pt x="2053602" y="792785"/>
                  </a:cubicBezTo>
                  <a:cubicBezTo>
                    <a:pt x="2053906" y="793223"/>
                    <a:pt x="2055050" y="794669"/>
                    <a:pt x="2055353" y="795039"/>
                  </a:cubicBezTo>
                  <a:cubicBezTo>
                    <a:pt x="2055656" y="795409"/>
                    <a:pt x="2056598" y="797428"/>
                    <a:pt x="2056598" y="797428"/>
                  </a:cubicBezTo>
                  <a:cubicBezTo>
                    <a:pt x="2056598" y="797428"/>
                    <a:pt x="2058415" y="797428"/>
                    <a:pt x="2058617" y="796990"/>
                  </a:cubicBezTo>
                  <a:cubicBezTo>
                    <a:pt x="2058853" y="796553"/>
                    <a:pt x="2061007" y="795914"/>
                    <a:pt x="2061007" y="795914"/>
                  </a:cubicBezTo>
                  <a:cubicBezTo>
                    <a:pt x="2061007" y="795914"/>
                    <a:pt x="2062252" y="797495"/>
                    <a:pt x="2062521" y="797798"/>
                  </a:cubicBezTo>
                  <a:cubicBezTo>
                    <a:pt x="2062824" y="798100"/>
                    <a:pt x="2063396" y="798874"/>
                    <a:pt x="2063396" y="798874"/>
                  </a:cubicBezTo>
                  <a:cubicBezTo>
                    <a:pt x="2063396" y="798874"/>
                    <a:pt x="2065214" y="799951"/>
                    <a:pt x="2066223" y="801195"/>
                  </a:cubicBezTo>
                  <a:cubicBezTo>
                    <a:pt x="2067233" y="802440"/>
                    <a:pt x="2066526" y="802844"/>
                    <a:pt x="2066593" y="803079"/>
                  </a:cubicBezTo>
                  <a:cubicBezTo>
                    <a:pt x="2066660" y="803281"/>
                    <a:pt x="2069689" y="805400"/>
                    <a:pt x="2069689" y="805400"/>
                  </a:cubicBezTo>
                  <a:cubicBezTo>
                    <a:pt x="2069689" y="805400"/>
                    <a:pt x="2071642" y="805198"/>
                    <a:pt x="2071877" y="805030"/>
                  </a:cubicBezTo>
                  <a:cubicBezTo>
                    <a:pt x="2072112" y="804896"/>
                    <a:pt x="2074704" y="803012"/>
                    <a:pt x="2074704" y="803012"/>
                  </a:cubicBezTo>
                  <a:cubicBezTo>
                    <a:pt x="2074704" y="803012"/>
                    <a:pt x="2076286" y="800186"/>
                    <a:pt x="2076286" y="799984"/>
                  </a:cubicBezTo>
                  <a:cubicBezTo>
                    <a:pt x="2076286" y="799782"/>
                    <a:pt x="2077161" y="798975"/>
                    <a:pt x="2077531" y="798100"/>
                  </a:cubicBezTo>
                  <a:cubicBezTo>
                    <a:pt x="2077901" y="797226"/>
                    <a:pt x="2079045" y="796351"/>
                    <a:pt x="2079180" y="795846"/>
                  </a:cubicBezTo>
                  <a:cubicBezTo>
                    <a:pt x="2079315" y="795342"/>
                    <a:pt x="2080257" y="794164"/>
                    <a:pt x="2080257" y="794164"/>
                  </a:cubicBezTo>
                  <a:cubicBezTo>
                    <a:pt x="2080257" y="794164"/>
                    <a:pt x="2082276" y="792583"/>
                    <a:pt x="2082512" y="792516"/>
                  </a:cubicBezTo>
                  <a:cubicBezTo>
                    <a:pt x="2082714" y="792449"/>
                    <a:pt x="2083521" y="792516"/>
                    <a:pt x="2083521" y="792516"/>
                  </a:cubicBezTo>
                  <a:lnTo>
                    <a:pt x="2085272" y="792954"/>
                  </a:lnTo>
                  <a:cubicBezTo>
                    <a:pt x="2085272" y="792954"/>
                    <a:pt x="2086584" y="794030"/>
                    <a:pt x="2087022" y="794400"/>
                  </a:cubicBezTo>
                  <a:cubicBezTo>
                    <a:pt x="2087459" y="794770"/>
                    <a:pt x="2087964" y="795914"/>
                    <a:pt x="2087964" y="795914"/>
                  </a:cubicBezTo>
                  <a:cubicBezTo>
                    <a:pt x="2087964" y="795914"/>
                    <a:pt x="2089478" y="797865"/>
                    <a:pt x="2089647" y="798168"/>
                  </a:cubicBezTo>
                  <a:cubicBezTo>
                    <a:pt x="2089781" y="798470"/>
                    <a:pt x="2090454" y="799850"/>
                    <a:pt x="2090522" y="800623"/>
                  </a:cubicBezTo>
                  <a:cubicBezTo>
                    <a:pt x="2090589" y="801431"/>
                    <a:pt x="2090892" y="802642"/>
                    <a:pt x="2091026" y="803079"/>
                  </a:cubicBezTo>
                  <a:cubicBezTo>
                    <a:pt x="2091161" y="803516"/>
                    <a:pt x="2092709" y="804828"/>
                    <a:pt x="2092844" y="805097"/>
                  </a:cubicBezTo>
                  <a:cubicBezTo>
                    <a:pt x="2092979" y="805400"/>
                    <a:pt x="2094661" y="807351"/>
                    <a:pt x="2094661" y="807351"/>
                  </a:cubicBezTo>
                  <a:cubicBezTo>
                    <a:pt x="2094661" y="807351"/>
                    <a:pt x="2096680" y="807486"/>
                    <a:pt x="2096916" y="807351"/>
                  </a:cubicBezTo>
                  <a:cubicBezTo>
                    <a:pt x="2097118" y="807217"/>
                    <a:pt x="2097724" y="805972"/>
                    <a:pt x="2097724" y="805972"/>
                  </a:cubicBezTo>
                  <a:lnTo>
                    <a:pt x="2098868" y="805266"/>
                  </a:lnTo>
                  <a:lnTo>
                    <a:pt x="2100887" y="805636"/>
                  </a:lnTo>
                  <a:cubicBezTo>
                    <a:pt x="2100887" y="805636"/>
                    <a:pt x="2102133" y="807452"/>
                    <a:pt x="2102200" y="807721"/>
                  </a:cubicBezTo>
                  <a:cubicBezTo>
                    <a:pt x="2102267" y="808024"/>
                    <a:pt x="2102570" y="810917"/>
                    <a:pt x="2102570" y="810917"/>
                  </a:cubicBezTo>
                  <a:cubicBezTo>
                    <a:pt x="2102570" y="810917"/>
                    <a:pt x="2103445" y="812094"/>
                    <a:pt x="2103647" y="812431"/>
                  </a:cubicBezTo>
                  <a:cubicBezTo>
                    <a:pt x="2103849" y="812801"/>
                    <a:pt x="2104388" y="814247"/>
                    <a:pt x="2104388" y="814517"/>
                  </a:cubicBezTo>
                  <a:cubicBezTo>
                    <a:pt x="2104388" y="814819"/>
                    <a:pt x="2105969" y="816535"/>
                    <a:pt x="2106272" y="816905"/>
                  </a:cubicBezTo>
                  <a:cubicBezTo>
                    <a:pt x="2106575" y="817275"/>
                    <a:pt x="2108460" y="817611"/>
                    <a:pt x="2108460" y="817611"/>
                  </a:cubicBezTo>
                  <a:lnTo>
                    <a:pt x="2110916" y="816602"/>
                  </a:lnTo>
                  <a:lnTo>
                    <a:pt x="2111219" y="814718"/>
                  </a:lnTo>
                  <a:lnTo>
                    <a:pt x="2112734" y="810951"/>
                  </a:lnTo>
                  <a:lnTo>
                    <a:pt x="2114417" y="809000"/>
                  </a:lnTo>
                  <a:lnTo>
                    <a:pt x="2115662" y="807553"/>
                  </a:lnTo>
                  <a:lnTo>
                    <a:pt x="2115662" y="803987"/>
                  </a:lnTo>
                  <a:lnTo>
                    <a:pt x="2115931" y="801094"/>
                  </a:lnTo>
                  <a:cubicBezTo>
                    <a:pt x="2115931" y="801094"/>
                    <a:pt x="2115224" y="794366"/>
                    <a:pt x="2115224" y="794064"/>
                  </a:cubicBezTo>
                  <a:cubicBezTo>
                    <a:pt x="2115224" y="793761"/>
                    <a:pt x="2114585" y="791238"/>
                    <a:pt x="2114585" y="791238"/>
                  </a:cubicBezTo>
                  <a:cubicBezTo>
                    <a:pt x="2114585" y="791238"/>
                    <a:pt x="2114147" y="788210"/>
                    <a:pt x="2113945" y="787975"/>
                  </a:cubicBezTo>
                  <a:cubicBezTo>
                    <a:pt x="2113743" y="787773"/>
                    <a:pt x="2111354" y="782963"/>
                    <a:pt x="2111354" y="782963"/>
                  </a:cubicBezTo>
                  <a:cubicBezTo>
                    <a:pt x="2111354" y="782963"/>
                    <a:pt x="2110041" y="781381"/>
                    <a:pt x="2109469" y="780877"/>
                  </a:cubicBezTo>
                  <a:cubicBezTo>
                    <a:pt x="2108897" y="780372"/>
                    <a:pt x="2107080" y="777042"/>
                    <a:pt x="2106945" y="776739"/>
                  </a:cubicBezTo>
                  <a:cubicBezTo>
                    <a:pt x="2106811" y="776436"/>
                    <a:pt x="2107315" y="772837"/>
                    <a:pt x="2107315" y="772837"/>
                  </a:cubicBezTo>
                  <a:lnTo>
                    <a:pt x="2108460" y="770449"/>
                  </a:lnTo>
                  <a:lnTo>
                    <a:pt x="2113104" y="769574"/>
                  </a:lnTo>
                  <a:lnTo>
                    <a:pt x="2115056" y="768935"/>
                  </a:lnTo>
                  <a:lnTo>
                    <a:pt x="2117580" y="768363"/>
                  </a:lnTo>
                  <a:lnTo>
                    <a:pt x="2122662" y="768800"/>
                  </a:lnTo>
                  <a:lnTo>
                    <a:pt x="2127373" y="767556"/>
                  </a:lnTo>
                  <a:lnTo>
                    <a:pt x="2129494" y="767186"/>
                  </a:lnTo>
                  <a:lnTo>
                    <a:pt x="2131749" y="765806"/>
                  </a:lnTo>
                  <a:cubicBezTo>
                    <a:pt x="2131749" y="765806"/>
                    <a:pt x="2132994" y="764494"/>
                    <a:pt x="2133128" y="764427"/>
                  </a:cubicBezTo>
                  <a:cubicBezTo>
                    <a:pt x="2133263" y="764360"/>
                    <a:pt x="2133128" y="761803"/>
                    <a:pt x="2133128" y="761803"/>
                  </a:cubicBezTo>
                  <a:cubicBezTo>
                    <a:pt x="2133128" y="761803"/>
                    <a:pt x="2133196" y="759987"/>
                    <a:pt x="2133128" y="759718"/>
                  </a:cubicBezTo>
                  <a:cubicBezTo>
                    <a:pt x="2133061" y="759448"/>
                    <a:pt x="2133701" y="755142"/>
                    <a:pt x="2133701" y="754873"/>
                  </a:cubicBezTo>
                  <a:cubicBezTo>
                    <a:pt x="2133701" y="754571"/>
                    <a:pt x="2133128" y="753629"/>
                    <a:pt x="2133128" y="753629"/>
                  </a:cubicBezTo>
                  <a:lnTo>
                    <a:pt x="2133128" y="750500"/>
                  </a:lnTo>
                  <a:lnTo>
                    <a:pt x="2133734" y="748112"/>
                  </a:lnTo>
                  <a:lnTo>
                    <a:pt x="2133398" y="744041"/>
                  </a:lnTo>
                  <a:lnTo>
                    <a:pt x="2130806" y="740408"/>
                  </a:lnTo>
                  <a:lnTo>
                    <a:pt x="2128046" y="734757"/>
                  </a:lnTo>
                  <a:lnTo>
                    <a:pt x="2127037" y="733209"/>
                  </a:lnTo>
                  <a:lnTo>
                    <a:pt x="2123570" y="729139"/>
                  </a:lnTo>
                  <a:cubicBezTo>
                    <a:pt x="2123570" y="729139"/>
                    <a:pt x="2122426" y="726818"/>
                    <a:pt x="2122426" y="726246"/>
                  </a:cubicBezTo>
                  <a:cubicBezTo>
                    <a:pt x="2122426" y="725674"/>
                    <a:pt x="2121989" y="720595"/>
                    <a:pt x="2121989" y="720023"/>
                  </a:cubicBezTo>
                  <a:cubicBezTo>
                    <a:pt x="2121989" y="719451"/>
                    <a:pt x="2121686" y="716390"/>
                    <a:pt x="2121686" y="716390"/>
                  </a:cubicBezTo>
                  <a:cubicBezTo>
                    <a:pt x="2121686" y="716390"/>
                    <a:pt x="2122258" y="714203"/>
                    <a:pt x="2122258" y="712925"/>
                  </a:cubicBezTo>
                  <a:cubicBezTo>
                    <a:pt x="2122258" y="711613"/>
                    <a:pt x="2123840" y="709897"/>
                    <a:pt x="2124143" y="709292"/>
                  </a:cubicBezTo>
                  <a:cubicBezTo>
                    <a:pt x="2124412" y="708720"/>
                    <a:pt x="2126768" y="708552"/>
                    <a:pt x="2127912" y="708283"/>
                  </a:cubicBezTo>
                  <a:cubicBezTo>
                    <a:pt x="2129090" y="708013"/>
                    <a:pt x="2131244" y="707408"/>
                    <a:pt x="2131244" y="707408"/>
                  </a:cubicBezTo>
                  <a:cubicBezTo>
                    <a:pt x="2131244" y="707408"/>
                    <a:pt x="2133835" y="705961"/>
                    <a:pt x="2134710" y="705221"/>
                  </a:cubicBezTo>
                  <a:cubicBezTo>
                    <a:pt x="2135585" y="704515"/>
                    <a:pt x="2137167" y="706802"/>
                    <a:pt x="2138480" y="707542"/>
                  </a:cubicBezTo>
                  <a:cubicBezTo>
                    <a:pt x="2139792" y="708249"/>
                    <a:pt x="2140230" y="709998"/>
                    <a:pt x="2140802" y="709998"/>
                  </a:cubicBezTo>
                  <a:cubicBezTo>
                    <a:pt x="2141374" y="709998"/>
                    <a:pt x="2141946" y="709695"/>
                    <a:pt x="2142383" y="709123"/>
                  </a:cubicBezTo>
                  <a:cubicBezTo>
                    <a:pt x="2142821" y="708552"/>
                    <a:pt x="2142821" y="706533"/>
                    <a:pt x="2143258" y="706230"/>
                  </a:cubicBezTo>
                  <a:cubicBezTo>
                    <a:pt x="2143696" y="705928"/>
                    <a:pt x="2145446" y="704347"/>
                    <a:pt x="2145446" y="703909"/>
                  </a:cubicBezTo>
                  <a:cubicBezTo>
                    <a:pt x="2145446" y="703472"/>
                    <a:pt x="2147634" y="702160"/>
                    <a:pt x="2147634" y="702160"/>
                  </a:cubicBezTo>
                  <a:cubicBezTo>
                    <a:pt x="2147634" y="702160"/>
                    <a:pt x="2149384" y="700579"/>
                    <a:pt x="2149518" y="700142"/>
                  </a:cubicBezTo>
                  <a:cubicBezTo>
                    <a:pt x="2149653" y="699704"/>
                    <a:pt x="2152715" y="698695"/>
                    <a:pt x="2152715" y="698695"/>
                  </a:cubicBezTo>
                  <a:lnTo>
                    <a:pt x="2154600" y="697686"/>
                  </a:lnTo>
                  <a:lnTo>
                    <a:pt x="2156047" y="697114"/>
                  </a:lnTo>
                  <a:lnTo>
                    <a:pt x="2159817" y="696677"/>
                  </a:lnTo>
                  <a:lnTo>
                    <a:pt x="2160961" y="696105"/>
                  </a:lnTo>
                  <a:lnTo>
                    <a:pt x="2163586" y="692909"/>
                  </a:lnTo>
                  <a:lnTo>
                    <a:pt x="2166615" y="690588"/>
                  </a:lnTo>
                  <a:lnTo>
                    <a:pt x="2167355" y="689142"/>
                  </a:lnTo>
                  <a:lnTo>
                    <a:pt x="2167490" y="687560"/>
                  </a:lnTo>
                  <a:lnTo>
                    <a:pt x="2166918" y="685374"/>
                  </a:lnTo>
                  <a:lnTo>
                    <a:pt x="2166043" y="684802"/>
                  </a:lnTo>
                  <a:lnTo>
                    <a:pt x="2167052" y="681472"/>
                  </a:lnTo>
                  <a:lnTo>
                    <a:pt x="2168062" y="678579"/>
                  </a:lnTo>
                  <a:lnTo>
                    <a:pt x="2167759" y="674946"/>
                  </a:lnTo>
                  <a:lnTo>
                    <a:pt x="2165302" y="673062"/>
                  </a:lnTo>
                  <a:lnTo>
                    <a:pt x="2162846" y="674811"/>
                  </a:lnTo>
                  <a:cubicBezTo>
                    <a:pt x="2162846" y="674811"/>
                    <a:pt x="2162542" y="675820"/>
                    <a:pt x="2162542" y="677704"/>
                  </a:cubicBezTo>
                  <a:cubicBezTo>
                    <a:pt x="2162542" y="679588"/>
                    <a:pt x="2161970" y="680328"/>
                    <a:pt x="2161668" y="680900"/>
                  </a:cubicBezTo>
                  <a:cubicBezTo>
                    <a:pt x="2161365" y="681472"/>
                    <a:pt x="2159783" y="682212"/>
                    <a:pt x="2158908" y="682044"/>
                  </a:cubicBezTo>
                  <a:cubicBezTo>
                    <a:pt x="2158033" y="681909"/>
                    <a:pt x="2154398" y="679285"/>
                    <a:pt x="2154398" y="679285"/>
                  </a:cubicBezTo>
                  <a:lnTo>
                    <a:pt x="2154701" y="676527"/>
                  </a:lnTo>
                  <a:lnTo>
                    <a:pt x="2155711" y="673634"/>
                  </a:lnTo>
                  <a:lnTo>
                    <a:pt x="2155711" y="667982"/>
                  </a:lnTo>
                  <a:lnTo>
                    <a:pt x="2152951" y="666401"/>
                  </a:lnTo>
                  <a:lnTo>
                    <a:pt x="2150763" y="665829"/>
                  </a:lnTo>
                  <a:lnTo>
                    <a:pt x="2148004" y="665257"/>
                  </a:lnTo>
                  <a:lnTo>
                    <a:pt x="2145110" y="665123"/>
                  </a:lnTo>
                  <a:cubicBezTo>
                    <a:pt x="2145110" y="665123"/>
                    <a:pt x="2143662" y="665998"/>
                    <a:pt x="2142922" y="666704"/>
                  </a:cubicBezTo>
                  <a:cubicBezTo>
                    <a:pt x="2142215" y="667444"/>
                    <a:pt x="2142619" y="668722"/>
                    <a:pt x="2142619" y="668722"/>
                  </a:cubicBezTo>
                  <a:cubicBezTo>
                    <a:pt x="2142619" y="668722"/>
                    <a:pt x="2145682" y="672187"/>
                    <a:pt x="2146388" y="672187"/>
                  </a:cubicBezTo>
                  <a:cubicBezTo>
                    <a:pt x="2147095" y="672187"/>
                    <a:pt x="2147095" y="672490"/>
                    <a:pt x="2147095" y="672490"/>
                  </a:cubicBezTo>
                  <a:cubicBezTo>
                    <a:pt x="2147095" y="672490"/>
                    <a:pt x="2146086" y="674374"/>
                    <a:pt x="2146086" y="675820"/>
                  </a:cubicBezTo>
                  <a:cubicBezTo>
                    <a:pt x="2146086" y="677267"/>
                    <a:pt x="2144941" y="678276"/>
                    <a:pt x="2144941" y="678713"/>
                  </a:cubicBezTo>
                  <a:cubicBezTo>
                    <a:pt x="2144941" y="679151"/>
                    <a:pt x="2143932" y="679588"/>
                    <a:pt x="2143932" y="679588"/>
                  </a:cubicBezTo>
                  <a:lnTo>
                    <a:pt x="2140869" y="679722"/>
                  </a:lnTo>
                  <a:lnTo>
                    <a:pt x="2137672" y="679722"/>
                  </a:lnTo>
                  <a:lnTo>
                    <a:pt x="2134912" y="680093"/>
                  </a:lnTo>
                  <a:lnTo>
                    <a:pt x="2133028" y="682346"/>
                  </a:lnTo>
                  <a:lnTo>
                    <a:pt x="2133028" y="685677"/>
                  </a:lnTo>
                  <a:lnTo>
                    <a:pt x="2134475" y="689579"/>
                  </a:lnTo>
                  <a:lnTo>
                    <a:pt x="2131849" y="692606"/>
                  </a:lnTo>
                  <a:cubicBezTo>
                    <a:pt x="2131849" y="692606"/>
                    <a:pt x="2132724" y="694490"/>
                    <a:pt x="2131547" y="694793"/>
                  </a:cubicBezTo>
                  <a:cubicBezTo>
                    <a:pt x="2130402" y="695096"/>
                    <a:pt x="2128787" y="695230"/>
                    <a:pt x="2127205" y="695365"/>
                  </a:cubicBezTo>
                  <a:cubicBezTo>
                    <a:pt x="2125590" y="695499"/>
                    <a:pt x="2124580" y="695668"/>
                    <a:pt x="2124580" y="695668"/>
                  </a:cubicBezTo>
                  <a:cubicBezTo>
                    <a:pt x="2124580" y="695668"/>
                    <a:pt x="2119364" y="696240"/>
                    <a:pt x="2117782" y="695970"/>
                  </a:cubicBezTo>
                  <a:cubicBezTo>
                    <a:pt x="2116200" y="695668"/>
                    <a:pt x="2115594" y="695399"/>
                    <a:pt x="2114753" y="694827"/>
                  </a:cubicBezTo>
                  <a:cubicBezTo>
                    <a:pt x="2113878" y="694255"/>
                    <a:pt x="2113878" y="693380"/>
                    <a:pt x="2113440" y="693246"/>
                  </a:cubicBezTo>
                  <a:cubicBezTo>
                    <a:pt x="2113003" y="693111"/>
                    <a:pt x="2113138" y="690790"/>
                    <a:pt x="2113138" y="690790"/>
                  </a:cubicBezTo>
                  <a:lnTo>
                    <a:pt x="2111825" y="687762"/>
                  </a:lnTo>
                  <a:lnTo>
                    <a:pt x="2110815" y="686316"/>
                  </a:lnTo>
                  <a:lnTo>
                    <a:pt x="2108359" y="685307"/>
                  </a:lnTo>
                  <a:lnTo>
                    <a:pt x="2108493" y="683423"/>
                  </a:lnTo>
                  <a:cubicBezTo>
                    <a:pt x="2108493" y="683423"/>
                    <a:pt x="2108931" y="680967"/>
                    <a:pt x="2108931" y="680530"/>
                  </a:cubicBezTo>
                  <a:cubicBezTo>
                    <a:pt x="2108931" y="680093"/>
                    <a:pt x="2107921" y="678343"/>
                    <a:pt x="2107921" y="678343"/>
                  </a:cubicBezTo>
                  <a:lnTo>
                    <a:pt x="2106912" y="678041"/>
                  </a:lnTo>
                  <a:lnTo>
                    <a:pt x="2105599" y="678612"/>
                  </a:lnTo>
                  <a:lnTo>
                    <a:pt x="2098363" y="678478"/>
                  </a:lnTo>
                  <a:lnTo>
                    <a:pt x="2096344" y="675147"/>
                  </a:lnTo>
                  <a:lnTo>
                    <a:pt x="2097219" y="671245"/>
                  </a:lnTo>
                  <a:lnTo>
                    <a:pt x="2098969" y="668352"/>
                  </a:lnTo>
                  <a:cubicBezTo>
                    <a:pt x="2098969" y="668352"/>
                    <a:pt x="2100416" y="666906"/>
                    <a:pt x="2100988" y="666906"/>
                  </a:cubicBezTo>
                  <a:cubicBezTo>
                    <a:pt x="2101560" y="666906"/>
                    <a:pt x="2104758" y="663878"/>
                    <a:pt x="2104758" y="663273"/>
                  </a:cubicBezTo>
                  <a:cubicBezTo>
                    <a:pt x="2104758" y="662701"/>
                    <a:pt x="2101426" y="661086"/>
                    <a:pt x="2101426" y="661086"/>
                  </a:cubicBezTo>
                  <a:lnTo>
                    <a:pt x="2094628" y="660649"/>
                  </a:lnTo>
                  <a:lnTo>
                    <a:pt x="2092474" y="658328"/>
                  </a:lnTo>
                  <a:lnTo>
                    <a:pt x="2088570" y="657016"/>
                  </a:lnTo>
                  <a:lnTo>
                    <a:pt x="2083219" y="657318"/>
                  </a:lnTo>
                  <a:lnTo>
                    <a:pt x="2076387" y="654997"/>
                  </a:lnTo>
                  <a:cubicBezTo>
                    <a:pt x="2076387" y="654997"/>
                    <a:pt x="2074502" y="653114"/>
                    <a:pt x="2074502" y="652542"/>
                  </a:cubicBezTo>
                  <a:cubicBezTo>
                    <a:pt x="2074502" y="651970"/>
                    <a:pt x="2068714" y="648202"/>
                    <a:pt x="2067839" y="646318"/>
                  </a:cubicBezTo>
                  <a:cubicBezTo>
                    <a:pt x="2066964" y="644434"/>
                    <a:pt x="2066964" y="643560"/>
                    <a:pt x="2066526" y="643291"/>
                  </a:cubicBezTo>
                  <a:cubicBezTo>
                    <a:pt x="2066089" y="642988"/>
                    <a:pt x="2065785" y="640970"/>
                    <a:pt x="2065516" y="640263"/>
                  </a:cubicBezTo>
                  <a:cubicBezTo>
                    <a:pt x="2065214" y="639557"/>
                    <a:pt x="2065516" y="637067"/>
                    <a:pt x="2065651" y="636496"/>
                  </a:cubicBezTo>
                  <a:cubicBezTo>
                    <a:pt x="2065785" y="635924"/>
                    <a:pt x="2066795" y="632593"/>
                    <a:pt x="2066795" y="632593"/>
                  </a:cubicBezTo>
                  <a:lnTo>
                    <a:pt x="2066930" y="631853"/>
                  </a:lnTo>
                  <a:cubicBezTo>
                    <a:pt x="2066930" y="631853"/>
                    <a:pt x="2068243" y="627951"/>
                    <a:pt x="2068680" y="627514"/>
                  </a:cubicBezTo>
                  <a:cubicBezTo>
                    <a:pt x="2069118" y="627076"/>
                    <a:pt x="2069824" y="623309"/>
                    <a:pt x="2069824" y="622737"/>
                  </a:cubicBezTo>
                  <a:cubicBezTo>
                    <a:pt x="2069824" y="622165"/>
                    <a:pt x="2069387" y="619272"/>
                    <a:pt x="2069387" y="619272"/>
                  </a:cubicBezTo>
                  <a:cubicBezTo>
                    <a:pt x="2069387" y="619272"/>
                    <a:pt x="2069656" y="615504"/>
                    <a:pt x="2069959" y="614933"/>
                  </a:cubicBezTo>
                  <a:cubicBezTo>
                    <a:pt x="2070262" y="614361"/>
                    <a:pt x="2073728" y="613486"/>
                    <a:pt x="2074603" y="613049"/>
                  </a:cubicBezTo>
                  <a:cubicBezTo>
                    <a:pt x="2075478" y="612611"/>
                    <a:pt x="2080829" y="607835"/>
                    <a:pt x="2080829" y="607835"/>
                  </a:cubicBezTo>
                  <a:cubicBezTo>
                    <a:pt x="2080829" y="607835"/>
                    <a:pt x="2083589" y="604639"/>
                    <a:pt x="2084295" y="604201"/>
                  </a:cubicBezTo>
                  <a:cubicBezTo>
                    <a:pt x="2085036" y="603764"/>
                    <a:pt x="2088772" y="600737"/>
                    <a:pt x="2089377" y="600131"/>
                  </a:cubicBezTo>
                  <a:cubicBezTo>
                    <a:pt x="2089950" y="599559"/>
                    <a:pt x="2094729" y="595354"/>
                    <a:pt x="2095166" y="595220"/>
                  </a:cubicBezTo>
                  <a:cubicBezTo>
                    <a:pt x="2095604" y="595085"/>
                    <a:pt x="2099070" y="592461"/>
                    <a:pt x="2099373" y="592024"/>
                  </a:cubicBezTo>
                  <a:cubicBezTo>
                    <a:pt x="2099676" y="591587"/>
                    <a:pt x="2101392" y="589703"/>
                    <a:pt x="2102267" y="589266"/>
                  </a:cubicBezTo>
                  <a:cubicBezTo>
                    <a:pt x="2103142" y="588828"/>
                    <a:pt x="2105296" y="587079"/>
                    <a:pt x="2105296" y="587079"/>
                  </a:cubicBezTo>
                  <a:cubicBezTo>
                    <a:pt x="2105296" y="587079"/>
                    <a:pt x="2108628" y="584623"/>
                    <a:pt x="2109200" y="584489"/>
                  </a:cubicBezTo>
                  <a:cubicBezTo>
                    <a:pt x="2109772" y="584354"/>
                    <a:pt x="2111388" y="581293"/>
                    <a:pt x="2111825" y="580856"/>
                  </a:cubicBezTo>
                  <a:cubicBezTo>
                    <a:pt x="2112263" y="580418"/>
                    <a:pt x="2115292" y="578972"/>
                    <a:pt x="2115292" y="578972"/>
                  </a:cubicBezTo>
                  <a:cubicBezTo>
                    <a:pt x="2115292" y="578972"/>
                    <a:pt x="2117344" y="579544"/>
                    <a:pt x="2118489" y="579544"/>
                  </a:cubicBezTo>
                  <a:cubicBezTo>
                    <a:pt x="2119633" y="579544"/>
                    <a:pt x="2120676" y="579409"/>
                    <a:pt x="2121080" y="579241"/>
                  </a:cubicBezTo>
                  <a:cubicBezTo>
                    <a:pt x="2121518" y="579106"/>
                    <a:pt x="2122830" y="577929"/>
                    <a:pt x="2123672" y="577357"/>
                  </a:cubicBezTo>
                  <a:cubicBezTo>
                    <a:pt x="2124547" y="576785"/>
                    <a:pt x="2124109" y="575339"/>
                    <a:pt x="2124244" y="574901"/>
                  </a:cubicBezTo>
                  <a:cubicBezTo>
                    <a:pt x="2124378" y="574464"/>
                    <a:pt x="2124681" y="571436"/>
                    <a:pt x="2124681" y="571436"/>
                  </a:cubicBezTo>
                  <a:lnTo>
                    <a:pt x="2124950" y="570696"/>
                  </a:lnTo>
                  <a:cubicBezTo>
                    <a:pt x="2124950" y="570696"/>
                    <a:pt x="2126263" y="567803"/>
                    <a:pt x="2126263" y="567063"/>
                  </a:cubicBezTo>
                  <a:cubicBezTo>
                    <a:pt x="2126263" y="566323"/>
                    <a:pt x="2126835" y="564170"/>
                    <a:pt x="2126835" y="564170"/>
                  </a:cubicBezTo>
                  <a:lnTo>
                    <a:pt x="2127542" y="562724"/>
                  </a:lnTo>
                  <a:cubicBezTo>
                    <a:pt x="2127542" y="562724"/>
                    <a:pt x="2128417" y="560134"/>
                    <a:pt x="2128417" y="559528"/>
                  </a:cubicBezTo>
                  <a:cubicBezTo>
                    <a:pt x="2128417" y="558956"/>
                    <a:pt x="2129292" y="558216"/>
                    <a:pt x="2130167" y="557779"/>
                  </a:cubicBezTo>
                  <a:cubicBezTo>
                    <a:pt x="2131042" y="557341"/>
                    <a:pt x="2132792" y="556635"/>
                    <a:pt x="2134508" y="555895"/>
                  </a:cubicBezTo>
                  <a:cubicBezTo>
                    <a:pt x="2136258" y="555189"/>
                    <a:pt x="2136393" y="555458"/>
                    <a:pt x="2137268" y="554886"/>
                  </a:cubicBezTo>
                  <a:cubicBezTo>
                    <a:pt x="2138143" y="554314"/>
                    <a:pt x="2139287" y="554011"/>
                    <a:pt x="2139287" y="554011"/>
                  </a:cubicBezTo>
                  <a:lnTo>
                    <a:pt x="2142316" y="551993"/>
                  </a:lnTo>
                  <a:cubicBezTo>
                    <a:pt x="2142316" y="551993"/>
                    <a:pt x="2145211" y="549100"/>
                    <a:pt x="2145951" y="548797"/>
                  </a:cubicBezTo>
                  <a:cubicBezTo>
                    <a:pt x="2146691" y="548494"/>
                    <a:pt x="2148845" y="545467"/>
                    <a:pt x="2149283" y="545164"/>
                  </a:cubicBezTo>
                  <a:cubicBezTo>
                    <a:pt x="2149720" y="544861"/>
                    <a:pt x="2150864" y="543415"/>
                    <a:pt x="2151033" y="542977"/>
                  </a:cubicBezTo>
                  <a:cubicBezTo>
                    <a:pt x="2151167" y="542540"/>
                    <a:pt x="2152042" y="541228"/>
                    <a:pt x="2152042" y="541228"/>
                  </a:cubicBezTo>
                  <a:cubicBezTo>
                    <a:pt x="2152042" y="541228"/>
                    <a:pt x="2153927" y="538201"/>
                    <a:pt x="2154499" y="537023"/>
                  </a:cubicBezTo>
                  <a:cubicBezTo>
                    <a:pt x="2155071" y="535879"/>
                    <a:pt x="2155643" y="534567"/>
                    <a:pt x="2155643" y="534567"/>
                  </a:cubicBezTo>
                  <a:lnTo>
                    <a:pt x="2154768" y="531372"/>
                  </a:lnTo>
                  <a:lnTo>
                    <a:pt x="2158538" y="526595"/>
                  </a:lnTo>
                  <a:lnTo>
                    <a:pt x="2160692" y="523567"/>
                  </a:lnTo>
                  <a:lnTo>
                    <a:pt x="2162879" y="519497"/>
                  </a:lnTo>
                  <a:lnTo>
                    <a:pt x="2167658" y="516301"/>
                  </a:lnTo>
                  <a:cubicBezTo>
                    <a:pt x="2167658" y="516301"/>
                    <a:pt x="2169678" y="515292"/>
                    <a:pt x="2170552" y="514855"/>
                  </a:cubicBezTo>
                  <a:cubicBezTo>
                    <a:pt x="2171427" y="514417"/>
                    <a:pt x="2171427" y="513845"/>
                    <a:pt x="2172437" y="512096"/>
                  </a:cubicBezTo>
                  <a:cubicBezTo>
                    <a:pt x="2173009" y="511121"/>
                    <a:pt x="2173144" y="510919"/>
                    <a:pt x="2173177" y="510952"/>
                  </a:cubicBezTo>
                  <a:cubicBezTo>
                    <a:pt x="2173278" y="510347"/>
                    <a:pt x="2173750" y="507992"/>
                    <a:pt x="2173750" y="507488"/>
                  </a:cubicBezTo>
                  <a:cubicBezTo>
                    <a:pt x="2173750" y="506916"/>
                    <a:pt x="2174456" y="505604"/>
                    <a:pt x="2174456" y="505604"/>
                  </a:cubicBezTo>
                  <a:cubicBezTo>
                    <a:pt x="2174456" y="505604"/>
                    <a:pt x="2177216" y="504023"/>
                    <a:pt x="2177923" y="503585"/>
                  </a:cubicBezTo>
                  <a:cubicBezTo>
                    <a:pt x="2178663" y="503148"/>
                    <a:pt x="2179504" y="502273"/>
                    <a:pt x="2180682" y="501836"/>
                  </a:cubicBezTo>
                  <a:cubicBezTo>
                    <a:pt x="2181827" y="501399"/>
                    <a:pt x="2183576" y="500961"/>
                    <a:pt x="2183576" y="500961"/>
                  </a:cubicBezTo>
                  <a:lnTo>
                    <a:pt x="2185159" y="499515"/>
                  </a:lnTo>
                  <a:lnTo>
                    <a:pt x="2186471" y="496487"/>
                  </a:lnTo>
                  <a:lnTo>
                    <a:pt x="2186909" y="495175"/>
                  </a:lnTo>
                  <a:lnTo>
                    <a:pt x="2185461" y="491845"/>
                  </a:lnTo>
                  <a:lnTo>
                    <a:pt x="2185596" y="488380"/>
                  </a:lnTo>
                  <a:lnTo>
                    <a:pt x="2187043" y="485184"/>
                  </a:lnTo>
                  <a:lnTo>
                    <a:pt x="2189634" y="482426"/>
                  </a:lnTo>
                  <a:cubicBezTo>
                    <a:pt x="2189634" y="482426"/>
                    <a:pt x="2192394" y="486328"/>
                    <a:pt x="2193404" y="486934"/>
                  </a:cubicBezTo>
                  <a:cubicBezTo>
                    <a:pt x="2194414" y="487506"/>
                    <a:pt x="2195289" y="489524"/>
                    <a:pt x="2195423" y="489961"/>
                  </a:cubicBezTo>
                  <a:cubicBezTo>
                    <a:pt x="2195558" y="490399"/>
                    <a:pt x="2197745" y="491711"/>
                    <a:pt x="2197745" y="491711"/>
                  </a:cubicBezTo>
                  <a:lnTo>
                    <a:pt x="2198183" y="495344"/>
                  </a:lnTo>
                  <a:lnTo>
                    <a:pt x="2197611" y="498405"/>
                  </a:lnTo>
                  <a:lnTo>
                    <a:pt x="2197173" y="499986"/>
                  </a:lnTo>
                  <a:cubicBezTo>
                    <a:pt x="2197173" y="499986"/>
                    <a:pt x="2196870" y="501298"/>
                    <a:pt x="2196736" y="501870"/>
                  </a:cubicBezTo>
                  <a:cubicBezTo>
                    <a:pt x="2196567" y="502442"/>
                    <a:pt x="2197005" y="503451"/>
                    <a:pt x="2197005" y="503451"/>
                  </a:cubicBezTo>
                  <a:cubicBezTo>
                    <a:pt x="2197005" y="503451"/>
                    <a:pt x="2197005" y="506647"/>
                    <a:pt x="2197139" y="507218"/>
                  </a:cubicBezTo>
                  <a:cubicBezTo>
                    <a:pt x="2197274" y="507790"/>
                    <a:pt x="2197443" y="507925"/>
                    <a:pt x="2197712" y="508530"/>
                  </a:cubicBezTo>
                  <a:cubicBezTo>
                    <a:pt x="2197981" y="509102"/>
                    <a:pt x="2199899" y="510851"/>
                    <a:pt x="2200337" y="511423"/>
                  </a:cubicBezTo>
                  <a:cubicBezTo>
                    <a:pt x="2200774" y="511995"/>
                    <a:pt x="2201918" y="513610"/>
                    <a:pt x="2202356" y="514182"/>
                  </a:cubicBezTo>
                  <a:cubicBezTo>
                    <a:pt x="2202794" y="514754"/>
                    <a:pt x="2203938" y="515326"/>
                    <a:pt x="2205250" y="516637"/>
                  </a:cubicBezTo>
                  <a:cubicBezTo>
                    <a:pt x="2206563" y="517949"/>
                    <a:pt x="2206260" y="517075"/>
                    <a:pt x="2207707" y="517344"/>
                  </a:cubicBezTo>
                  <a:cubicBezTo>
                    <a:pt x="2209154" y="517647"/>
                    <a:pt x="2209289" y="518521"/>
                    <a:pt x="2209289" y="518521"/>
                  </a:cubicBezTo>
                  <a:lnTo>
                    <a:pt x="2211173" y="519833"/>
                  </a:lnTo>
                  <a:lnTo>
                    <a:pt x="2211039" y="522861"/>
                  </a:lnTo>
                  <a:lnTo>
                    <a:pt x="2210029" y="524005"/>
                  </a:lnTo>
                  <a:cubicBezTo>
                    <a:pt x="2210029" y="524005"/>
                    <a:pt x="2210029" y="525317"/>
                    <a:pt x="2210164" y="525888"/>
                  </a:cubicBezTo>
                  <a:cubicBezTo>
                    <a:pt x="2210298" y="526460"/>
                    <a:pt x="2210601" y="527032"/>
                    <a:pt x="2211039" y="527907"/>
                  </a:cubicBezTo>
                  <a:cubicBezTo>
                    <a:pt x="2211476" y="528781"/>
                    <a:pt x="2211611" y="530093"/>
                    <a:pt x="2212183" y="530800"/>
                  </a:cubicBezTo>
                  <a:cubicBezTo>
                    <a:pt x="2212755" y="531540"/>
                    <a:pt x="2212890" y="532112"/>
                    <a:pt x="2213765" y="533827"/>
                  </a:cubicBezTo>
                  <a:cubicBezTo>
                    <a:pt x="2214640" y="535577"/>
                    <a:pt x="2214774" y="535408"/>
                    <a:pt x="2215078" y="536283"/>
                  </a:cubicBezTo>
                  <a:cubicBezTo>
                    <a:pt x="2215380" y="537158"/>
                    <a:pt x="2216962" y="537595"/>
                    <a:pt x="2217972" y="537595"/>
                  </a:cubicBezTo>
                  <a:cubicBezTo>
                    <a:pt x="2218981" y="537595"/>
                    <a:pt x="2218678" y="536283"/>
                    <a:pt x="2218678" y="534399"/>
                  </a:cubicBezTo>
                  <a:cubicBezTo>
                    <a:pt x="2218678" y="532515"/>
                    <a:pt x="2218678" y="531506"/>
                    <a:pt x="2218544" y="530497"/>
                  </a:cubicBezTo>
                  <a:cubicBezTo>
                    <a:pt x="2218409" y="529488"/>
                    <a:pt x="2218544" y="526729"/>
                    <a:pt x="2218544" y="526729"/>
                  </a:cubicBezTo>
                  <a:lnTo>
                    <a:pt x="2218981" y="522962"/>
                  </a:lnTo>
                  <a:lnTo>
                    <a:pt x="2217972" y="520203"/>
                  </a:lnTo>
                  <a:lnTo>
                    <a:pt x="2215953" y="516570"/>
                  </a:lnTo>
                  <a:lnTo>
                    <a:pt x="2215818" y="513240"/>
                  </a:lnTo>
                  <a:cubicBezTo>
                    <a:pt x="2215818" y="513240"/>
                    <a:pt x="2218005" y="511928"/>
                    <a:pt x="2218847" y="511491"/>
                  </a:cubicBezTo>
                  <a:cubicBezTo>
                    <a:pt x="2219722" y="511053"/>
                    <a:pt x="2219991" y="508732"/>
                    <a:pt x="2219991" y="508732"/>
                  </a:cubicBezTo>
                  <a:lnTo>
                    <a:pt x="2216659" y="508026"/>
                  </a:lnTo>
                  <a:cubicBezTo>
                    <a:pt x="2216659" y="508026"/>
                    <a:pt x="2215347" y="506445"/>
                    <a:pt x="2215044" y="505267"/>
                  </a:cubicBezTo>
                  <a:cubicBezTo>
                    <a:pt x="2214774" y="504124"/>
                    <a:pt x="2214034" y="501634"/>
                    <a:pt x="2213899" y="500760"/>
                  </a:cubicBezTo>
                  <a:cubicBezTo>
                    <a:pt x="2213765" y="499885"/>
                    <a:pt x="2212318" y="497867"/>
                    <a:pt x="2212318" y="497867"/>
                  </a:cubicBezTo>
                  <a:cubicBezTo>
                    <a:pt x="2212318" y="497867"/>
                    <a:pt x="2212587" y="493090"/>
                    <a:pt x="2212587" y="490466"/>
                  </a:cubicBezTo>
                  <a:cubicBezTo>
                    <a:pt x="2212587" y="487842"/>
                    <a:pt x="2213024" y="488279"/>
                    <a:pt x="2213024" y="488279"/>
                  </a:cubicBezTo>
                  <a:lnTo>
                    <a:pt x="2212721" y="485252"/>
                  </a:lnTo>
                  <a:lnTo>
                    <a:pt x="2212284" y="482628"/>
                  </a:lnTo>
                  <a:lnTo>
                    <a:pt x="2212419" y="480744"/>
                  </a:lnTo>
                  <a:lnTo>
                    <a:pt x="2215313" y="476842"/>
                  </a:lnTo>
                  <a:cubicBezTo>
                    <a:pt x="2215313" y="476842"/>
                    <a:pt x="2217332" y="475967"/>
                    <a:pt x="2217501" y="475530"/>
                  </a:cubicBezTo>
                  <a:cubicBezTo>
                    <a:pt x="2217635" y="475093"/>
                    <a:pt x="2218376" y="468129"/>
                    <a:pt x="2218376" y="468129"/>
                  </a:cubicBezTo>
                  <a:lnTo>
                    <a:pt x="2217198" y="462040"/>
                  </a:lnTo>
                  <a:lnTo>
                    <a:pt x="2216323" y="457398"/>
                  </a:lnTo>
                  <a:lnTo>
                    <a:pt x="2216625" y="453193"/>
                  </a:lnTo>
                  <a:cubicBezTo>
                    <a:pt x="2216625" y="453193"/>
                    <a:pt x="2217198" y="448282"/>
                    <a:pt x="2217198" y="447676"/>
                  </a:cubicBezTo>
                  <a:cubicBezTo>
                    <a:pt x="2217198" y="447104"/>
                    <a:pt x="2217635" y="445221"/>
                    <a:pt x="2217635" y="445221"/>
                  </a:cubicBezTo>
                  <a:cubicBezTo>
                    <a:pt x="2217635" y="445221"/>
                    <a:pt x="2219385" y="443034"/>
                    <a:pt x="2219654" y="442630"/>
                  </a:cubicBezTo>
                  <a:cubicBezTo>
                    <a:pt x="2219957" y="442193"/>
                    <a:pt x="2221842" y="440746"/>
                    <a:pt x="2222986" y="440309"/>
                  </a:cubicBezTo>
                  <a:cubicBezTo>
                    <a:pt x="2224130" y="439872"/>
                    <a:pt x="2223558" y="439300"/>
                    <a:pt x="2223558" y="439300"/>
                  </a:cubicBezTo>
                  <a:lnTo>
                    <a:pt x="2224299" y="436104"/>
                  </a:lnTo>
                  <a:lnTo>
                    <a:pt x="2225443" y="433077"/>
                  </a:lnTo>
                  <a:lnTo>
                    <a:pt x="2226318" y="429612"/>
                  </a:lnTo>
                  <a:lnTo>
                    <a:pt x="2225005" y="426281"/>
                  </a:lnTo>
                  <a:lnTo>
                    <a:pt x="2222414" y="423086"/>
                  </a:lnTo>
                  <a:cubicBezTo>
                    <a:pt x="2222414" y="423086"/>
                    <a:pt x="2221976" y="420462"/>
                    <a:pt x="2222414" y="419621"/>
                  </a:cubicBezTo>
                  <a:cubicBezTo>
                    <a:pt x="2222852" y="418746"/>
                    <a:pt x="2223558" y="413969"/>
                    <a:pt x="2223996" y="413667"/>
                  </a:cubicBezTo>
                  <a:cubicBezTo>
                    <a:pt x="2224433" y="413364"/>
                    <a:pt x="2227462" y="411211"/>
                    <a:pt x="2228909" y="410336"/>
                  </a:cubicBezTo>
                  <a:cubicBezTo>
                    <a:pt x="2230356" y="409462"/>
                    <a:pt x="2232813" y="409024"/>
                    <a:pt x="2233419" y="409024"/>
                  </a:cubicBezTo>
                  <a:cubicBezTo>
                    <a:pt x="2233991" y="409024"/>
                    <a:pt x="2236448" y="409462"/>
                    <a:pt x="2237491" y="409462"/>
                  </a:cubicBezTo>
                  <a:cubicBezTo>
                    <a:pt x="2238501" y="409462"/>
                    <a:pt x="2239948" y="411345"/>
                    <a:pt x="2241126" y="412220"/>
                  </a:cubicBezTo>
                  <a:cubicBezTo>
                    <a:pt x="2242270" y="413095"/>
                    <a:pt x="2245030" y="414541"/>
                    <a:pt x="2245467" y="414541"/>
                  </a:cubicBezTo>
                  <a:cubicBezTo>
                    <a:pt x="2245905" y="414541"/>
                    <a:pt x="2249237" y="413969"/>
                    <a:pt x="2249237" y="413969"/>
                  </a:cubicBezTo>
                  <a:lnTo>
                    <a:pt x="2252266" y="411076"/>
                  </a:lnTo>
                  <a:lnTo>
                    <a:pt x="2255025" y="405290"/>
                  </a:lnTo>
                  <a:lnTo>
                    <a:pt x="2257482" y="399639"/>
                  </a:lnTo>
                  <a:cubicBezTo>
                    <a:pt x="2257482" y="399639"/>
                    <a:pt x="2255160" y="394727"/>
                    <a:pt x="2255160" y="394122"/>
                  </a:cubicBezTo>
                  <a:cubicBezTo>
                    <a:pt x="2255160" y="393550"/>
                    <a:pt x="2255597" y="390489"/>
                    <a:pt x="2255597" y="390489"/>
                  </a:cubicBezTo>
                  <a:lnTo>
                    <a:pt x="2256035" y="386721"/>
                  </a:lnTo>
                  <a:lnTo>
                    <a:pt x="2256170" y="383694"/>
                  </a:lnTo>
                  <a:lnTo>
                    <a:pt x="2254420" y="381103"/>
                  </a:lnTo>
                  <a:lnTo>
                    <a:pt x="2252973" y="377908"/>
                  </a:lnTo>
                  <a:lnTo>
                    <a:pt x="2254285" y="375889"/>
                  </a:lnTo>
                  <a:lnTo>
                    <a:pt x="2253847" y="374746"/>
                  </a:lnTo>
                  <a:lnTo>
                    <a:pt x="2252266" y="371415"/>
                  </a:lnTo>
                  <a:lnTo>
                    <a:pt x="2247487" y="367076"/>
                  </a:lnTo>
                  <a:lnTo>
                    <a:pt x="2244289" y="363308"/>
                  </a:lnTo>
                  <a:lnTo>
                    <a:pt x="2242405" y="358800"/>
                  </a:lnTo>
                  <a:lnTo>
                    <a:pt x="2243280" y="356345"/>
                  </a:lnTo>
                  <a:lnTo>
                    <a:pt x="2245467" y="354764"/>
                  </a:lnTo>
                  <a:lnTo>
                    <a:pt x="2248227" y="350996"/>
                  </a:lnTo>
                  <a:lnTo>
                    <a:pt x="2248362" y="348237"/>
                  </a:lnTo>
                  <a:lnTo>
                    <a:pt x="2245905" y="343898"/>
                  </a:lnTo>
                  <a:lnTo>
                    <a:pt x="2245333" y="339390"/>
                  </a:lnTo>
                  <a:cubicBezTo>
                    <a:pt x="2245333" y="339390"/>
                    <a:pt x="2243011" y="332730"/>
                    <a:pt x="2242741" y="331149"/>
                  </a:cubicBezTo>
                  <a:cubicBezTo>
                    <a:pt x="2242439" y="329567"/>
                    <a:pt x="2242741" y="327818"/>
                    <a:pt x="2242876" y="326641"/>
                  </a:cubicBezTo>
                  <a:cubicBezTo>
                    <a:pt x="2243011" y="325497"/>
                    <a:pt x="2243617" y="323445"/>
                    <a:pt x="2244188" y="322167"/>
                  </a:cubicBezTo>
                  <a:cubicBezTo>
                    <a:pt x="2244761" y="320855"/>
                    <a:pt x="2245501" y="319711"/>
                    <a:pt x="2245636" y="319274"/>
                  </a:cubicBezTo>
                  <a:cubicBezTo>
                    <a:pt x="2245770" y="318836"/>
                    <a:pt x="2247655" y="315506"/>
                    <a:pt x="2248227" y="315069"/>
                  </a:cubicBezTo>
                  <a:cubicBezTo>
                    <a:pt x="2248799" y="314632"/>
                    <a:pt x="2247520" y="311873"/>
                    <a:pt x="2247520" y="311873"/>
                  </a:cubicBezTo>
                  <a:lnTo>
                    <a:pt x="2246948" y="307399"/>
                  </a:lnTo>
                  <a:lnTo>
                    <a:pt x="2248092" y="303631"/>
                  </a:lnTo>
                  <a:cubicBezTo>
                    <a:pt x="2248092" y="303631"/>
                    <a:pt x="2250112" y="302050"/>
                    <a:pt x="2250987" y="301310"/>
                  </a:cubicBezTo>
                  <a:cubicBezTo>
                    <a:pt x="2251862" y="300570"/>
                    <a:pt x="2253881" y="298417"/>
                    <a:pt x="2254016" y="297845"/>
                  </a:cubicBezTo>
                  <a:cubicBezTo>
                    <a:pt x="2254150" y="297273"/>
                    <a:pt x="2256641" y="291319"/>
                    <a:pt x="2256910" y="290478"/>
                  </a:cubicBezTo>
                  <a:cubicBezTo>
                    <a:pt x="2257213" y="289604"/>
                    <a:pt x="2257650" y="288594"/>
                    <a:pt x="2257650" y="288594"/>
                  </a:cubicBezTo>
                  <a:cubicBezTo>
                    <a:pt x="2257650" y="288594"/>
                    <a:pt x="2258223" y="284255"/>
                    <a:pt x="2258525" y="282808"/>
                  </a:cubicBezTo>
                  <a:cubicBezTo>
                    <a:pt x="2258828" y="281362"/>
                    <a:pt x="2259704" y="277729"/>
                    <a:pt x="2259973" y="276417"/>
                  </a:cubicBezTo>
                  <a:cubicBezTo>
                    <a:pt x="2260275" y="275105"/>
                    <a:pt x="2259973" y="272952"/>
                    <a:pt x="2259838" y="272515"/>
                  </a:cubicBezTo>
                  <a:cubicBezTo>
                    <a:pt x="2259704" y="272077"/>
                    <a:pt x="2260578" y="267435"/>
                    <a:pt x="2260578" y="267435"/>
                  </a:cubicBezTo>
                  <a:cubicBezTo>
                    <a:pt x="2260578" y="267435"/>
                    <a:pt x="2263607" y="267301"/>
                    <a:pt x="2264920" y="266729"/>
                  </a:cubicBezTo>
                  <a:cubicBezTo>
                    <a:pt x="2266232" y="266157"/>
                    <a:pt x="2266367" y="266157"/>
                    <a:pt x="2267242" y="265854"/>
                  </a:cubicBezTo>
                  <a:cubicBezTo>
                    <a:pt x="2268117" y="265551"/>
                    <a:pt x="2272593" y="262961"/>
                    <a:pt x="2272593" y="262961"/>
                  </a:cubicBezTo>
                  <a:cubicBezTo>
                    <a:pt x="2272593" y="262961"/>
                    <a:pt x="2274781" y="260068"/>
                    <a:pt x="2275218" y="259496"/>
                  </a:cubicBezTo>
                  <a:cubicBezTo>
                    <a:pt x="2275656" y="258924"/>
                    <a:pt x="2278112" y="255426"/>
                    <a:pt x="2278112" y="255426"/>
                  </a:cubicBezTo>
                  <a:lnTo>
                    <a:pt x="2278415" y="248328"/>
                  </a:lnTo>
                  <a:lnTo>
                    <a:pt x="2277540" y="243416"/>
                  </a:lnTo>
                  <a:cubicBezTo>
                    <a:pt x="2277540" y="243416"/>
                    <a:pt x="2277237" y="241970"/>
                    <a:pt x="2276968" y="241398"/>
                  </a:cubicBezTo>
                  <a:cubicBezTo>
                    <a:pt x="2276699" y="240826"/>
                    <a:pt x="2275824" y="239380"/>
                    <a:pt x="2275824" y="238808"/>
                  </a:cubicBezTo>
                  <a:cubicBezTo>
                    <a:pt x="2275824" y="238236"/>
                    <a:pt x="2273502" y="235477"/>
                    <a:pt x="2273232" y="235040"/>
                  </a:cubicBezTo>
                  <a:cubicBezTo>
                    <a:pt x="2272963" y="234603"/>
                    <a:pt x="2271348" y="231844"/>
                    <a:pt x="2271348" y="231272"/>
                  </a:cubicBezTo>
                  <a:cubicBezTo>
                    <a:pt x="2271348" y="230701"/>
                    <a:pt x="2271651" y="229086"/>
                    <a:pt x="2272660" y="228817"/>
                  </a:cubicBezTo>
                  <a:cubicBezTo>
                    <a:pt x="2273670" y="228514"/>
                    <a:pt x="2274982" y="228379"/>
                    <a:pt x="2277742" y="226933"/>
                  </a:cubicBezTo>
                  <a:cubicBezTo>
                    <a:pt x="2280502" y="225486"/>
                    <a:pt x="2278045" y="225352"/>
                    <a:pt x="2278045" y="225352"/>
                  </a:cubicBezTo>
                  <a:cubicBezTo>
                    <a:pt x="2278045" y="225352"/>
                    <a:pt x="2279189" y="223031"/>
                    <a:pt x="2279627" y="222593"/>
                  </a:cubicBezTo>
                  <a:cubicBezTo>
                    <a:pt x="2280064" y="222156"/>
                    <a:pt x="2281512" y="221853"/>
                    <a:pt x="2282252" y="221584"/>
                  </a:cubicBezTo>
                  <a:cubicBezTo>
                    <a:pt x="2282959" y="221282"/>
                    <a:pt x="2284002" y="220710"/>
                    <a:pt x="2284574" y="220272"/>
                  </a:cubicBezTo>
                  <a:cubicBezTo>
                    <a:pt x="2285146" y="219835"/>
                    <a:pt x="2286896" y="218254"/>
                    <a:pt x="2286896" y="218254"/>
                  </a:cubicBezTo>
                  <a:cubicBezTo>
                    <a:pt x="2286896" y="218254"/>
                    <a:pt x="2287771" y="216505"/>
                    <a:pt x="2288646" y="216067"/>
                  </a:cubicBezTo>
                  <a:cubicBezTo>
                    <a:pt x="2289521" y="215630"/>
                    <a:pt x="2290396" y="214486"/>
                    <a:pt x="2290531" y="213174"/>
                  </a:cubicBezTo>
                  <a:cubicBezTo>
                    <a:pt x="2290666" y="211862"/>
                    <a:pt x="2290228" y="210719"/>
                    <a:pt x="2290228" y="210147"/>
                  </a:cubicBezTo>
                  <a:cubicBezTo>
                    <a:pt x="2290228" y="209575"/>
                    <a:pt x="2289084" y="208263"/>
                    <a:pt x="2288478" y="207691"/>
                  </a:cubicBezTo>
                  <a:cubicBezTo>
                    <a:pt x="2287906" y="207119"/>
                    <a:pt x="2287603" y="205538"/>
                    <a:pt x="2287738" y="204798"/>
                  </a:cubicBezTo>
                  <a:cubicBezTo>
                    <a:pt x="2287872" y="204058"/>
                    <a:pt x="2288310" y="201905"/>
                    <a:pt x="2288310" y="201905"/>
                  </a:cubicBezTo>
                  <a:cubicBezTo>
                    <a:pt x="2288310" y="201905"/>
                    <a:pt x="2289454" y="200761"/>
                    <a:pt x="2289622" y="199719"/>
                  </a:cubicBezTo>
                  <a:cubicBezTo>
                    <a:pt x="2289757" y="198709"/>
                    <a:pt x="2289622" y="197969"/>
                    <a:pt x="2289622" y="196826"/>
                  </a:cubicBezTo>
                  <a:cubicBezTo>
                    <a:pt x="2289622" y="195682"/>
                    <a:pt x="2288040" y="195682"/>
                    <a:pt x="2287738" y="194807"/>
                  </a:cubicBezTo>
                  <a:cubicBezTo>
                    <a:pt x="2287435" y="193933"/>
                    <a:pt x="2286425" y="193058"/>
                    <a:pt x="2285988" y="193226"/>
                  </a:cubicBezTo>
                  <a:cubicBezTo>
                    <a:pt x="2285550" y="193361"/>
                    <a:pt x="2283968" y="193529"/>
                    <a:pt x="2283968" y="193529"/>
                  </a:cubicBezTo>
                  <a:cubicBezTo>
                    <a:pt x="2283968" y="193529"/>
                    <a:pt x="2282083" y="193966"/>
                    <a:pt x="2281646" y="194101"/>
                  </a:cubicBezTo>
                  <a:cubicBezTo>
                    <a:pt x="2281208" y="194235"/>
                    <a:pt x="2278752" y="194673"/>
                    <a:pt x="2278180" y="194673"/>
                  </a:cubicBezTo>
                  <a:cubicBezTo>
                    <a:pt x="2277608" y="194673"/>
                    <a:pt x="2277035" y="194101"/>
                    <a:pt x="2276733" y="192654"/>
                  </a:cubicBezTo>
                  <a:cubicBezTo>
                    <a:pt x="2276430" y="191208"/>
                    <a:pt x="2276160" y="190064"/>
                    <a:pt x="2275992" y="189627"/>
                  </a:cubicBezTo>
                  <a:cubicBezTo>
                    <a:pt x="2275857" y="189189"/>
                    <a:pt x="2275555" y="188483"/>
                    <a:pt x="2273536" y="186734"/>
                  </a:cubicBezTo>
                  <a:cubicBezTo>
                    <a:pt x="2271516" y="184984"/>
                    <a:pt x="2271651" y="186162"/>
                    <a:pt x="2270338" y="186162"/>
                  </a:cubicBezTo>
                  <a:cubicBezTo>
                    <a:pt x="2269025" y="186162"/>
                    <a:pt x="2268588" y="186162"/>
                    <a:pt x="2268150" y="186027"/>
                  </a:cubicBezTo>
                  <a:cubicBezTo>
                    <a:pt x="2267713" y="185893"/>
                    <a:pt x="2267006" y="185287"/>
                    <a:pt x="2266401" y="184009"/>
                  </a:cubicBezTo>
                  <a:cubicBezTo>
                    <a:pt x="2265828" y="182697"/>
                    <a:pt x="2266704" y="181822"/>
                    <a:pt x="2266704" y="181822"/>
                  </a:cubicBezTo>
                  <a:lnTo>
                    <a:pt x="2266704" y="178626"/>
                  </a:lnTo>
                  <a:lnTo>
                    <a:pt x="2265324" y="177045"/>
                  </a:lnTo>
                  <a:lnTo>
                    <a:pt x="2263237" y="174018"/>
                  </a:lnTo>
                  <a:lnTo>
                    <a:pt x="2259468" y="168938"/>
                  </a:lnTo>
                  <a:lnTo>
                    <a:pt x="2255564" y="167492"/>
                  </a:lnTo>
                  <a:lnTo>
                    <a:pt x="2252232" y="166348"/>
                  </a:lnTo>
                  <a:lnTo>
                    <a:pt x="2249338" y="163320"/>
                  </a:lnTo>
                  <a:lnTo>
                    <a:pt x="2248766" y="159250"/>
                  </a:lnTo>
                  <a:cubicBezTo>
                    <a:pt x="2248766" y="159250"/>
                    <a:pt x="2247621" y="158375"/>
                    <a:pt x="2247184" y="157938"/>
                  </a:cubicBezTo>
                  <a:cubicBezTo>
                    <a:pt x="2246746" y="157501"/>
                    <a:pt x="2244155" y="155617"/>
                    <a:pt x="2244155" y="155617"/>
                  </a:cubicBezTo>
                  <a:cubicBezTo>
                    <a:pt x="2244155" y="155617"/>
                    <a:pt x="2244155" y="155617"/>
                    <a:pt x="2243414" y="154877"/>
                  </a:cubicBezTo>
                  <a:cubicBezTo>
                    <a:pt x="2242708" y="154170"/>
                    <a:pt x="2242102" y="152287"/>
                    <a:pt x="2242102" y="152287"/>
                  </a:cubicBezTo>
                  <a:cubicBezTo>
                    <a:pt x="2242102" y="152287"/>
                    <a:pt x="2240655" y="150706"/>
                    <a:pt x="2240352" y="150268"/>
                  </a:cubicBezTo>
                  <a:cubicBezTo>
                    <a:pt x="2240083" y="149831"/>
                    <a:pt x="2238905" y="149259"/>
                    <a:pt x="2238333" y="149125"/>
                  </a:cubicBezTo>
                  <a:cubicBezTo>
                    <a:pt x="2237761" y="148990"/>
                    <a:pt x="2235573" y="147813"/>
                    <a:pt x="2235136" y="147543"/>
                  </a:cubicBezTo>
                  <a:cubicBezTo>
                    <a:pt x="2234698" y="147241"/>
                    <a:pt x="2232679" y="145794"/>
                    <a:pt x="2232679" y="145794"/>
                  </a:cubicBezTo>
                  <a:lnTo>
                    <a:pt x="2229347" y="143910"/>
                  </a:lnTo>
                  <a:lnTo>
                    <a:pt x="2224130" y="142733"/>
                  </a:lnTo>
                  <a:lnTo>
                    <a:pt x="2222986" y="142733"/>
                  </a:lnTo>
                  <a:lnTo>
                    <a:pt x="2220530" y="144112"/>
                  </a:lnTo>
                  <a:lnTo>
                    <a:pt x="2217198" y="145491"/>
                  </a:lnTo>
                  <a:cubicBezTo>
                    <a:pt x="2217198" y="145491"/>
                    <a:pt x="2215144" y="144482"/>
                    <a:pt x="2215144" y="143910"/>
                  </a:cubicBezTo>
                  <a:cubicBezTo>
                    <a:pt x="2215144" y="143338"/>
                    <a:pt x="2215448" y="141455"/>
                    <a:pt x="2215717" y="140715"/>
                  </a:cubicBezTo>
                  <a:cubicBezTo>
                    <a:pt x="2215986" y="139975"/>
                    <a:pt x="2216289" y="137687"/>
                    <a:pt x="2216154" y="137250"/>
                  </a:cubicBezTo>
                  <a:cubicBezTo>
                    <a:pt x="2216020" y="136812"/>
                    <a:pt x="2213125" y="135231"/>
                    <a:pt x="2213125" y="135231"/>
                  </a:cubicBezTo>
                  <a:cubicBezTo>
                    <a:pt x="2213125" y="135231"/>
                    <a:pt x="2210534" y="135097"/>
                    <a:pt x="2209491" y="135097"/>
                  </a:cubicBezTo>
                  <a:cubicBezTo>
                    <a:pt x="2208481" y="135097"/>
                    <a:pt x="2208481" y="136106"/>
                    <a:pt x="2208347" y="136543"/>
                  </a:cubicBezTo>
                  <a:cubicBezTo>
                    <a:pt x="2208212" y="136981"/>
                    <a:pt x="2208616" y="138427"/>
                    <a:pt x="2208784" y="138864"/>
                  </a:cubicBezTo>
                  <a:cubicBezTo>
                    <a:pt x="2208918" y="139302"/>
                    <a:pt x="2210231" y="140883"/>
                    <a:pt x="2210231" y="140883"/>
                  </a:cubicBezTo>
                  <a:cubicBezTo>
                    <a:pt x="2210231" y="140883"/>
                    <a:pt x="2209659" y="142901"/>
                    <a:pt x="2209524" y="143507"/>
                  </a:cubicBezTo>
                  <a:cubicBezTo>
                    <a:pt x="2209390" y="144079"/>
                    <a:pt x="2209524" y="146400"/>
                    <a:pt x="2209524" y="148149"/>
                  </a:cubicBezTo>
                  <a:cubicBezTo>
                    <a:pt x="2209524" y="149898"/>
                    <a:pt x="2209222" y="149024"/>
                    <a:pt x="2208784" y="150033"/>
                  </a:cubicBezTo>
                  <a:cubicBezTo>
                    <a:pt x="2208347" y="151042"/>
                    <a:pt x="2208515" y="152791"/>
                    <a:pt x="2208515" y="153363"/>
                  </a:cubicBezTo>
                  <a:cubicBezTo>
                    <a:pt x="2208515" y="153935"/>
                    <a:pt x="2209390" y="154070"/>
                    <a:pt x="2209390" y="154070"/>
                  </a:cubicBezTo>
                  <a:cubicBezTo>
                    <a:pt x="2209390" y="154070"/>
                    <a:pt x="2209390" y="156391"/>
                    <a:pt x="2209390" y="158274"/>
                  </a:cubicBezTo>
                  <a:cubicBezTo>
                    <a:pt x="2209390" y="160158"/>
                    <a:pt x="2208010" y="160293"/>
                    <a:pt x="2206866" y="160596"/>
                  </a:cubicBezTo>
                  <a:cubicBezTo>
                    <a:pt x="2205721" y="160898"/>
                    <a:pt x="2205351" y="159015"/>
                    <a:pt x="2204611" y="158005"/>
                  </a:cubicBezTo>
                  <a:cubicBezTo>
                    <a:pt x="2203904" y="156996"/>
                    <a:pt x="2200707" y="157871"/>
                    <a:pt x="2200269" y="158005"/>
                  </a:cubicBezTo>
                  <a:cubicBezTo>
                    <a:pt x="2199832" y="158140"/>
                    <a:pt x="2198688" y="160024"/>
                    <a:pt x="2198688" y="160024"/>
                  </a:cubicBezTo>
                  <a:lnTo>
                    <a:pt x="2201716" y="165238"/>
                  </a:lnTo>
                  <a:lnTo>
                    <a:pt x="2198957" y="170317"/>
                  </a:lnTo>
                  <a:lnTo>
                    <a:pt x="2190846" y="173782"/>
                  </a:lnTo>
                  <a:lnTo>
                    <a:pt x="2188389" y="176675"/>
                  </a:lnTo>
                  <a:cubicBezTo>
                    <a:pt x="2188389" y="176675"/>
                    <a:pt x="2188221" y="177550"/>
                    <a:pt x="2188154" y="179097"/>
                  </a:cubicBezTo>
                  <a:cubicBezTo>
                    <a:pt x="2188120" y="179636"/>
                    <a:pt x="2188086" y="180308"/>
                    <a:pt x="2188086" y="181015"/>
                  </a:cubicBezTo>
                  <a:cubicBezTo>
                    <a:pt x="2188086" y="183773"/>
                    <a:pt x="2186909" y="183336"/>
                    <a:pt x="2186336" y="183773"/>
                  </a:cubicBezTo>
                  <a:cubicBezTo>
                    <a:pt x="2185764" y="184211"/>
                    <a:pt x="2184149" y="183067"/>
                    <a:pt x="2183307" y="182461"/>
                  </a:cubicBezTo>
                  <a:cubicBezTo>
                    <a:pt x="2182432" y="181890"/>
                    <a:pt x="2180851" y="180578"/>
                    <a:pt x="2180548" y="180140"/>
                  </a:cubicBezTo>
                  <a:cubicBezTo>
                    <a:pt x="2180245" y="179703"/>
                    <a:pt x="2177788" y="178122"/>
                    <a:pt x="2177788" y="178122"/>
                  </a:cubicBezTo>
                  <a:cubicBezTo>
                    <a:pt x="2177788" y="178122"/>
                    <a:pt x="2174726" y="176675"/>
                    <a:pt x="2173581" y="176675"/>
                  </a:cubicBezTo>
                  <a:cubicBezTo>
                    <a:pt x="2172403" y="176675"/>
                    <a:pt x="2170552" y="176978"/>
                    <a:pt x="2170552" y="176978"/>
                  </a:cubicBezTo>
                  <a:lnTo>
                    <a:pt x="2169374" y="181890"/>
                  </a:lnTo>
                  <a:lnTo>
                    <a:pt x="2169374" y="183471"/>
                  </a:lnTo>
                  <a:lnTo>
                    <a:pt x="2166345" y="189694"/>
                  </a:lnTo>
                  <a:lnTo>
                    <a:pt x="2164326" y="187676"/>
                  </a:lnTo>
                  <a:cubicBezTo>
                    <a:pt x="2164326" y="187676"/>
                    <a:pt x="2162139" y="189997"/>
                    <a:pt x="2161432" y="190266"/>
                  </a:cubicBezTo>
                  <a:cubicBezTo>
                    <a:pt x="2160692" y="190569"/>
                    <a:pt x="2159547" y="190703"/>
                    <a:pt x="2159547" y="190703"/>
                  </a:cubicBezTo>
                  <a:lnTo>
                    <a:pt x="2155475" y="190131"/>
                  </a:lnTo>
                  <a:lnTo>
                    <a:pt x="2155744" y="188113"/>
                  </a:lnTo>
                  <a:lnTo>
                    <a:pt x="2156047" y="186229"/>
                  </a:lnTo>
                  <a:cubicBezTo>
                    <a:pt x="2156047" y="186229"/>
                    <a:pt x="2149821" y="185489"/>
                    <a:pt x="2149249" y="185489"/>
                  </a:cubicBezTo>
                  <a:cubicBezTo>
                    <a:pt x="2148677" y="185489"/>
                    <a:pt x="2145614" y="186633"/>
                    <a:pt x="2145614" y="186633"/>
                  </a:cubicBezTo>
                  <a:cubicBezTo>
                    <a:pt x="2145614" y="186633"/>
                    <a:pt x="2145042" y="188214"/>
                    <a:pt x="2144739" y="188651"/>
                  </a:cubicBezTo>
                  <a:cubicBezTo>
                    <a:pt x="2144437" y="189088"/>
                    <a:pt x="2144167" y="190669"/>
                    <a:pt x="2144167" y="191847"/>
                  </a:cubicBezTo>
                  <a:cubicBezTo>
                    <a:pt x="2144167" y="192991"/>
                    <a:pt x="2142855" y="193596"/>
                    <a:pt x="2142283" y="194471"/>
                  </a:cubicBezTo>
                  <a:cubicBezTo>
                    <a:pt x="2141710" y="195345"/>
                    <a:pt x="2139254" y="194908"/>
                    <a:pt x="2138076" y="194605"/>
                  </a:cubicBezTo>
                  <a:cubicBezTo>
                    <a:pt x="2136931" y="194303"/>
                    <a:pt x="2137201" y="192284"/>
                    <a:pt x="2136898" y="191712"/>
                  </a:cubicBezTo>
                  <a:cubicBezTo>
                    <a:pt x="2136628" y="191140"/>
                    <a:pt x="2133566" y="191712"/>
                    <a:pt x="2132826" y="191712"/>
                  </a:cubicBezTo>
                  <a:cubicBezTo>
                    <a:pt x="2132119" y="191712"/>
                    <a:pt x="2130369" y="190838"/>
                    <a:pt x="2130369" y="190838"/>
                  </a:cubicBezTo>
                  <a:lnTo>
                    <a:pt x="2123705" y="190131"/>
                  </a:lnTo>
                  <a:lnTo>
                    <a:pt x="2120239" y="189559"/>
                  </a:lnTo>
                  <a:lnTo>
                    <a:pt x="2116032" y="187104"/>
                  </a:lnTo>
                  <a:lnTo>
                    <a:pt x="2111825" y="183773"/>
                  </a:lnTo>
                  <a:cubicBezTo>
                    <a:pt x="2111825" y="183773"/>
                    <a:pt x="2109234" y="180140"/>
                    <a:pt x="2108493" y="179871"/>
                  </a:cubicBezTo>
                  <a:cubicBezTo>
                    <a:pt x="2107787" y="179568"/>
                    <a:pt x="2106171" y="180578"/>
                    <a:pt x="2106171" y="180578"/>
                  </a:cubicBezTo>
                  <a:cubicBezTo>
                    <a:pt x="2106171" y="180578"/>
                    <a:pt x="2106171" y="184783"/>
                    <a:pt x="2106608" y="185085"/>
                  </a:cubicBezTo>
                  <a:cubicBezTo>
                    <a:pt x="2107046" y="185388"/>
                    <a:pt x="2107349" y="188281"/>
                    <a:pt x="2107349" y="188281"/>
                  </a:cubicBezTo>
                  <a:lnTo>
                    <a:pt x="2102873" y="190165"/>
                  </a:lnTo>
                  <a:lnTo>
                    <a:pt x="2101560" y="193495"/>
                  </a:lnTo>
                  <a:lnTo>
                    <a:pt x="2098363" y="197263"/>
                  </a:lnTo>
                  <a:lnTo>
                    <a:pt x="2092844" y="200728"/>
                  </a:lnTo>
                  <a:cubicBezTo>
                    <a:pt x="2092844" y="200728"/>
                    <a:pt x="2091700" y="203049"/>
                    <a:pt x="2091531" y="203486"/>
                  </a:cubicBezTo>
                  <a:cubicBezTo>
                    <a:pt x="2091397" y="203923"/>
                    <a:pt x="2085002" y="209138"/>
                    <a:pt x="2085002" y="209138"/>
                  </a:cubicBezTo>
                  <a:lnTo>
                    <a:pt x="2082815" y="205673"/>
                  </a:lnTo>
                  <a:lnTo>
                    <a:pt x="2078473" y="201771"/>
                  </a:lnTo>
                  <a:lnTo>
                    <a:pt x="2074670" y="202141"/>
                  </a:lnTo>
                  <a:cubicBezTo>
                    <a:pt x="2074670" y="202141"/>
                    <a:pt x="2069555" y="204731"/>
                    <a:pt x="2068579" y="204865"/>
                  </a:cubicBezTo>
                  <a:cubicBezTo>
                    <a:pt x="2067603" y="204966"/>
                    <a:pt x="2068579" y="199988"/>
                    <a:pt x="2068579" y="199988"/>
                  </a:cubicBezTo>
                  <a:cubicBezTo>
                    <a:pt x="2068579" y="199988"/>
                    <a:pt x="2063901" y="200862"/>
                    <a:pt x="2063026" y="200425"/>
                  </a:cubicBezTo>
                  <a:cubicBezTo>
                    <a:pt x="2062151" y="199988"/>
                    <a:pt x="2063026" y="198575"/>
                    <a:pt x="2063026" y="198575"/>
                  </a:cubicBezTo>
                  <a:cubicBezTo>
                    <a:pt x="2063026" y="198575"/>
                    <a:pt x="2061175" y="195413"/>
                    <a:pt x="2060300" y="195211"/>
                  </a:cubicBezTo>
                  <a:cubicBezTo>
                    <a:pt x="2059425" y="195009"/>
                    <a:pt x="2059559" y="195211"/>
                    <a:pt x="2059088" y="195211"/>
                  </a:cubicBezTo>
                  <a:cubicBezTo>
                    <a:pt x="2058651" y="195211"/>
                    <a:pt x="2053872" y="194235"/>
                    <a:pt x="2053232" y="194000"/>
                  </a:cubicBezTo>
                  <a:cubicBezTo>
                    <a:pt x="2052593" y="193798"/>
                    <a:pt x="2052795" y="192385"/>
                    <a:pt x="2052795" y="192385"/>
                  </a:cubicBezTo>
                  <a:cubicBezTo>
                    <a:pt x="2052795" y="192385"/>
                    <a:pt x="2052795" y="187070"/>
                    <a:pt x="2052795" y="186734"/>
                  </a:cubicBezTo>
                  <a:cubicBezTo>
                    <a:pt x="2052795" y="186397"/>
                    <a:pt x="2053939" y="181755"/>
                    <a:pt x="2053939" y="181755"/>
                  </a:cubicBezTo>
                  <a:lnTo>
                    <a:pt x="2053468" y="171865"/>
                  </a:lnTo>
                  <a:cubicBezTo>
                    <a:pt x="2053468" y="171865"/>
                    <a:pt x="2050843" y="169577"/>
                    <a:pt x="2050439" y="169376"/>
                  </a:cubicBezTo>
                  <a:cubicBezTo>
                    <a:pt x="2050002" y="169174"/>
                    <a:pt x="2046098" y="163926"/>
                    <a:pt x="2046098" y="163926"/>
                  </a:cubicBezTo>
                  <a:lnTo>
                    <a:pt x="2046199" y="161302"/>
                  </a:lnTo>
                  <a:cubicBezTo>
                    <a:pt x="2046199" y="161302"/>
                    <a:pt x="2044011" y="159351"/>
                    <a:pt x="2043708" y="159351"/>
                  </a:cubicBezTo>
                  <a:cubicBezTo>
                    <a:pt x="2043405" y="159351"/>
                    <a:pt x="2040242" y="156424"/>
                    <a:pt x="2040242" y="156424"/>
                  </a:cubicBezTo>
                  <a:lnTo>
                    <a:pt x="2037852" y="153262"/>
                  </a:lnTo>
                  <a:lnTo>
                    <a:pt x="2037516" y="148822"/>
                  </a:lnTo>
                  <a:lnTo>
                    <a:pt x="2037852" y="146534"/>
                  </a:lnTo>
                  <a:lnTo>
                    <a:pt x="2036439" y="143507"/>
                  </a:lnTo>
                  <a:lnTo>
                    <a:pt x="2033612" y="140143"/>
                  </a:lnTo>
                  <a:lnTo>
                    <a:pt x="2031761" y="137317"/>
                  </a:lnTo>
                  <a:cubicBezTo>
                    <a:pt x="2031761" y="137317"/>
                    <a:pt x="2031660" y="134727"/>
                    <a:pt x="2031424" y="133852"/>
                  </a:cubicBezTo>
                  <a:cubicBezTo>
                    <a:pt x="2031222" y="132977"/>
                    <a:pt x="2031088" y="131262"/>
                    <a:pt x="2030886" y="130589"/>
                  </a:cubicBezTo>
                  <a:cubicBezTo>
                    <a:pt x="2030684" y="129950"/>
                    <a:pt x="2030112" y="127965"/>
                    <a:pt x="2029910" y="127326"/>
                  </a:cubicBezTo>
                  <a:cubicBezTo>
                    <a:pt x="2029708" y="126687"/>
                    <a:pt x="2028496" y="124837"/>
                    <a:pt x="2028496" y="124837"/>
                  </a:cubicBezTo>
                  <a:lnTo>
                    <a:pt x="2025568" y="120598"/>
                  </a:lnTo>
                  <a:lnTo>
                    <a:pt x="2024492" y="120060"/>
                  </a:lnTo>
                  <a:lnTo>
                    <a:pt x="2024256" y="116359"/>
                  </a:lnTo>
                  <a:lnTo>
                    <a:pt x="2025333" y="113096"/>
                  </a:lnTo>
                  <a:lnTo>
                    <a:pt x="2028799" y="111246"/>
                  </a:lnTo>
                  <a:lnTo>
                    <a:pt x="2030549" y="109396"/>
                  </a:lnTo>
                  <a:cubicBezTo>
                    <a:pt x="2030549" y="109396"/>
                    <a:pt x="2033477" y="107983"/>
                    <a:pt x="2033814" y="107781"/>
                  </a:cubicBezTo>
                  <a:cubicBezTo>
                    <a:pt x="2034150" y="107580"/>
                    <a:pt x="2034150" y="107142"/>
                    <a:pt x="2034150" y="106705"/>
                  </a:cubicBezTo>
                  <a:cubicBezTo>
                    <a:pt x="2034150" y="106268"/>
                    <a:pt x="2033814" y="106066"/>
                    <a:pt x="2033376" y="105494"/>
                  </a:cubicBezTo>
                  <a:cubicBezTo>
                    <a:pt x="2032939" y="104956"/>
                    <a:pt x="2031424" y="104619"/>
                    <a:pt x="2030886" y="103980"/>
                  </a:cubicBezTo>
                  <a:cubicBezTo>
                    <a:pt x="2030347" y="103341"/>
                    <a:pt x="2027285" y="103005"/>
                    <a:pt x="2025467" y="102466"/>
                  </a:cubicBezTo>
                  <a:cubicBezTo>
                    <a:pt x="2023616" y="101928"/>
                    <a:pt x="2022640" y="102466"/>
                    <a:pt x="2021126" y="102264"/>
                  </a:cubicBezTo>
                  <a:cubicBezTo>
                    <a:pt x="2019611" y="102029"/>
                    <a:pt x="2019174" y="102029"/>
                    <a:pt x="2018837" y="101928"/>
                  </a:cubicBezTo>
                  <a:cubicBezTo>
                    <a:pt x="2018501" y="101827"/>
                    <a:pt x="2017525" y="103879"/>
                    <a:pt x="2017087" y="104216"/>
                  </a:cubicBezTo>
                  <a:cubicBezTo>
                    <a:pt x="2016650" y="104552"/>
                    <a:pt x="2014496" y="106167"/>
                    <a:pt x="2012847" y="106268"/>
                  </a:cubicBezTo>
                  <a:cubicBezTo>
                    <a:pt x="2011231" y="106369"/>
                    <a:pt x="2010558" y="106167"/>
                    <a:pt x="2009919" y="105729"/>
                  </a:cubicBezTo>
                  <a:cubicBezTo>
                    <a:pt x="2009246" y="105292"/>
                    <a:pt x="2007967" y="106066"/>
                    <a:pt x="2007530" y="105830"/>
                  </a:cubicBezTo>
                  <a:cubicBezTo>
                    <a:pt x="2007092" y="105628"/>
                    <a:pt x="2006015" y="104518"/>
                    <a:pt x="2005578" y="103879"/>
                  </a:cubicBezTo>
                  <a:cubicBezTo>
                    <a:pt x="2005140" y="103240"/>
                    <a:pt x="2005477" y="102668"/>
                    <a:pt x="2005477" y="102029"/>
                  </a:cubicBezTo>
                  <a:cubicBezTo>
                    <a:pt x="2005477" y="101390"/>
                    <a:pt x="2004938" y="101053"/>
                    <a:pt x="2004703" y="99977"/>
                  </a:cubicBezTo>
                  <a:cubicBezTo>
                    <a:pt x="2004501" y="98901"/>
                    <a:pt x="2003727" y="98665"/>
                    <a:pt x="2003727" y="98665"/>
                  </a:cubicBezTo>
                  <a:cubicBezTo>
                    <a:pt x="2003727" y="98665"/>
                    <a:pt x="2002953" y="97252"/>
                    <a:pt x="2002515" y="96378"/>
                  </a:cubicBezTo>
                  <a:cubicBezTo>
                    <a:pt x="2002077" y="95503"/>
                    <a:pt x="2001875" y="95738"/>
                    <a:pt x="2001539" y="95167"/>
                  </a:cubicBezTo>
                  <a:cubicBezTo>
                    <a:pt x="2001202" y="94628"/>
                    <a:pt x="2000226" y="93653"/>
                    <a:pt x="1999486" y="92677"/>
                  </a:cubicBezTo>
                  <a:cubicBezTo>
                    <a:pt x="1998712" y="91702"/>
                    <a:pt x="1998813" y="91466"/>
                    <a:pt x="1998409" y="90491"/>
                  </a:cubicBezTo>
                  <a:cubicBezTo>
                    <a:pt x="1997972" y="89515"/>
                    <a:pt x="1997736" y="88842"/>
                    <a:pt x="1997298" y="88203"/>
                  </a:cubicBezTo>
                  <a:cubicBezTo>
                    <a:pt x="1996861" y="87564"/>
                    <a:pt x="1995986" y="87127"/>
                    <a:pt x="1995683" y="87026"/>
                  </a:cubicBezTo>
                  <a:cubicBezTo>
                    <a:pt x="1995347" y="86925"/>
                    <a:pt x="1994169" y="86588"/>
                    <a:pt x="1992957" y="86252"/>
                  </a:cubicBezTo>
                  <a:cubicBezTo>
                    <a:pt x="1991779" y="85916"/>
                    <a:pt x="1990567" y="84637"/>
                    <a:pt x="1990231" y="84301"/>
                  </a:cubicBezTo>
                  <a:cubicBezTo>
                    <a:pt x="1989895" y="83965"/>
                    <a:pt x="1988717" y="82787"/>
                    <a:pt x="1987842" y="82114"/>
                  </a:cubicBezTo>
                  <a:cubicBezTo>
                    <a:pt x="1986967" y="81475"/>
                    <a:pt x="1986764" y="81576"/>
                    <a:pt x="1986764" y="81576"/>
                  </a:cubicBezTo>
                  <a:lnTo>
                    <a:pt x="1984712" y="81913"/>
                  </a:lnTo>
                  <a:cubicBezTo>
                    <a:pt x="1984712" y="81913"/>
                    <a:pt x="1983736" y="84940"/>
                    <a:pt x="1983399" y="85176"/>
                  </a:cubicBezTo>
                  <a:cubicBezTo>
                    <a:pt x="1983063" y="85377"/>
                    <a:pt x="1982625" y="87564"/>
                    <a:pt x="1982423" y="88001"/>
                  </a:cubicBezTo>
                  <a:cubicBezTo>
                    <a:pt x="1982188" y="88439"/>
                    <a:pt x="1981010" y="90726"/>
                    <a:pt x="1981010" y="90726"/>
                  </a:cubicBezTo>
                  <a:lnTo>
                    <a:pt x="1980370" y="92240"/>
                  </a:lnTo>
                  <a:cubicBezTo>
                    <a:pt x="1980370" y="92240"/>
                    <a:pt x="1979697" y="95066"/>
                    <a:pt x="1979394" y="95839"/>
                  </a:cubicBezTo>
                  <a:cubicBezTo>
                    <a:pt x="1979058" y="96613"/>
                    <a:pt x="1978317" y="98564"/>
                    <a:pt x="1978317" y="98564"/>
                  </a:cubicBezTo>
                  <a:cubicBezTo>
                    <a:pt x="1978317" y="98564"/>
                    <a:pt x="1977341" y="99775"/>
                    <a:pt x="1976904" y="99775"/>
                  </a:cubicBezTo>
                  <a:cubicBezTo>
                    <a:pt x="1976466" y="99775"/>
                    <a:pt x="1975289" y="100212"/>
                    <a:pt x="1974851" y="100212"/>
                  </a:cubicBezTo>
                  <a:cubicBezTo>
                    <a:pt x="1974414" y="100212"/>
                    <a:pt x="1972798" y="101188"/>
                    <a:pt x="1972798" y="101188"/>
                  </a:cubicBezTo>
                  <a:lnTo>
                    <a:pt x="1975188" y="105528"/>
                  </a:lnTo>
                  <a:cubicBezTo>
                    <a:pt x="1975188" y="105528"/>
                    <a:pt x="1974312" y="106839"/>
                    <a:pt x="1974312" y="107142"/>
                  </a:cubicBezTo>
                  <a:cubicBezTo>
                    <a:pt x="1974312" y="107479"/>
                    <a:pt x="1972125" y="108555"/>
                    <a:pt x="1971586" y="109093"/>
                  </a:cubicBezTo>
                  <a:cubicBezTo>
                    <a:pt x="1971048" y="109632"/>
                    <a:pt x="1970173" y="109732"/>
                    <a:pt x="1970173" y="109732"/>
                  </a:cubicBezTo>
                  <a:lnTo>
                    <a:pt x="1967009" y="110069"/>
                  </a:lnTo>
                  <a:cubicBezTo>
                    <a:pt x="1967009" y="110069"/>
                    <a:pt x="1964822" y="110405"/>
                    <a:pt x="1964519" y="110405"/>
                  </a:cubicBezTo>
                  <a:cubicBezTo>
                    <a:pt x="1964182" y="110405"/>
                    <a:pt x="1961927" y="109329"/>
                    <a:pt x="1961927" y="109329"/>
                  </a:cubicBezTo>
                  <a:lnTo>
                    <a:pt x="1960077" y="107479"/>
                  </a:lnTo>
                  <a:lnTo>
                    <a:pt x="1958225" y="106268"/>
                  </a:lnTo>
                  <a:lnTo>
                    <a:pt x="1956173" y="103442"/>
                  </a:lnTo>
                  <a:lnTo>
                    <a:pt x="1955399" y="101356"/>
                  </a:lnTo>
                  <a:lnTo>
                    <a:pt x="1955298" y="98631"/>
                  </a:lnTo>
                  <a:lnTo>
                    <a:pt x="1954860" y="95267"/>
                  </a:lnTo>
                  <a:cubicBezTo>
                    <a:pt x="1954860" y="95267"/>
                    <a:pt x="1952908" y="93855"/>
                    <a:pt x="1951932" y="93653"/>
                  </a:cubicBezTo>
                  <a:cubicBezTo>
                    <a:pt x="1950956" y="93451"/>
                    <a:pt x="1947927" y="93888"/>
                    <a:pt x="1947590" y="93888"/>
                  </a:cubicBezTo>
                  <a:cubicBezTo>
                    <a:pt x="1947254" y="93888"/>
                    <a:pt x="1944225" y="94763"/>
                    <a:pt x="1944225" y="94763"/>
                  </a:cubicBezTo>
                  <a:lnTo>
                    <a:pt x="1942475" y="96075"/>
                  </a:lnTo>
                  <a:lnTo>
                    <a:pt x="1936720" y="96613"/>
                  </a:lnTo>
                  <a:lnTo>
                    <a:pt x="1932379" y="93350"/>
                  </a:lnTo>
                  <a:lnTo>
                    <a:pt x="1930528" y="92576"/>
                  </a:lnTo>
                  <a:lnTo>
                    <a:pt x="1929014" y="90188"/>
                  </a:lnTo>
                  <a:cubicBezTo>
                    <a:pt x="1929014" y="90188"/>
                    <a:pt x="1926523" y="87463"/>
                    <a:pt x="1926086" y="87362"/>
                  </a:cubicBezTo>
                  <a:cubicBezTo>
                    <a:pt x="1925648" y="87261"/>
                    <a:pt x="1924234" y="87564"/>
                    <a:pt x="1922956" y="87564"/>
                  </a:cubicBezTo>
                  <a:cubicBezTo>
                    <a:pt x="1921643" y="87564"/>
                    <a:pt x="1921306" y="87766"/>
                    <a:pt x="1920667" y="88001"/>
                  </a:cubicBezTo>
                  <a:cubicBezTo>
                    <a:pt x="1920028" y="88203"/>
                    <a:pt x="1916965" y="90053"/>
                    <a:pt x="1915248" y="90053"/>
                  </a:cubicBezTo>
                  <a:cubicBezTo>
                    <a:pt x="1913498" y="90053"/>
                    <a:pt x="1914037" y="89280"/>
                    <a:pt x="1914037" y="89280"/>
                  </a:cubicBezTo>
                  <a:cubicBezTo>
                    <a:pt x="1914037" y="89280"/>
                    <a:pt x="1915013" y="83864"/>
                    <a:pt x="1915248" y="83527"/>
                  </a:cubicBezTo>
                  <a:cubicBezTo>
                    <a:pt x="1915451" y="83191"/>
                    <a:pt x="1915248" y="82114"/>
                    <a:pt x="1915248" y="82114"/>
                  </a:cubicBezTo>
                  <a:cubicBezTo>
                    <a:pt x="1915248" y="82114"/>
                    <a:pt x="1918176" y="80903"/>
                    <a:pt x="1918614" y="80601"/>
                  </a:cubicBezTo>
                  <a:cubicBezTo>
                    <a:pt x="1919051" y="80264"/>
                    <a:pt x="1920903" y="79726"/>
                    <a:pt x="1921004" y="79087"/>
                  </a:cubicBezTo>
                  <a:cubicBezTo>
                    <a:pt x="1921104" y="78448"/>
                    <a:pt x="1924605" y="74848"/>
                    <a:pt x="1924605" y="74848"/>
                  </a:cubicBezTo>
                  <a:lnTo>
                    <a:pt x="1925244" y="73772"/>
                  </a:lnTo>
                  <a:lnTo>
                    <a:pt x="1924605" y="72022"/>
                  </a:lnTo>
                  <a:lnTo>
                    <a:pt x="1922417" y="70946"/>
                  </a:lnTo>
                  <a:lnTo>
                    <a:pt x="1923932" y="68356"/>
                  </a:lnTo>
                  <a:lnTo>
                    <a:pt x="1928374" y="66741"/>
                  </a:lnTo>
                  <a:lnTo>
                    <a:pt x="1932379" y="63713"/>
                  </a:lnTo>
                  <a:lnTo>
                    <a:pt x="1933893" y="61661"/>
                  </a:lnTo>
                  <a:lnTo>
                    <a:pt x="1934970" y="59071"/>
                  </a:lnTo>
                  <a:cubicBezTo>
                    <a:pt x="1934970" y="59071"/>
                    <a:pt x="1937797" y="56885"/>
                    <a:pt x="1938235" y="56447"/>
                  </a:cubicBezTo>
                  <a:cubicBezTo>
                    <a:pt x="1938672" y="56010"/>
                    <a:pt x="1939446" y="54160"/>
                    <a:pt x="1939648" y="53823"/>
                  </a:cubicBezTo>
                  <a:cubicBezTo>
                    <a:pt x="1939850" y="53487"/>
                    <a:pt x="1940826" y="51536"/>
                    <a:pt x="1940826" y="51536"/>
                  </a:cubicBezTo>
                  <a:lnTo>
                    <a:pt x="1942004" y="48508"/>
                  </a:lnTo>
                  <a:lnTo>
                    <a:pt x="1942341" y="45245"/>
                  </a:lnTo>
                  <a:lnTo>
                    <a:pt x="1941466" y="43765"/>
                  </a:lnTo>
                  <a:lnTo>
                    <a:pt x="1940725" y="38887"/>
                  </a:lnTo>
                  <a:cubicBezTo>
                    <a:pt x="1940725" y="38887"/>
                    <a:pt x="1942138" y="37676"/>
                    <a:pt x="1942576" y="37273"/>
                  </a:cubicBezTo>
                  <a:cubicBezTo>
                    <a:pt x="1943014" y="36835"/>
                    <a:pt x="1944326" y="36398"/>
                    <a:pt x="1944326" y="36398"/>
                  </a:cubicBezTo>
                  <a:lnTo>
                    <a:pt x="1948331" y="34649"/>
                  </a:lnTo>
                  <a:lnTo>
                    <a:pt x="1951596" y="32260"/>
                  </a:lnTo>
                  <a:lnTo>
                    <a:pt x="1951898" y="30074"/>
                  </a:lnTo>
                  <a:lnTo>
                    <a:pt x="1950048" y="27585"/>
                  </a:lnTo>
                  <a:lnTo>
                    <a:pt x="1949173" y="25633"/>
                  </a:lnTo>
                  <a:lnTo>
                    <a:pt x="1945370" y="21832"/>
                  </a:lnTo>
                  <a:lnTo>
                    <a:pt x="1940793" y="18031"/>
                  </a:lnTo>
                  <a:lnTo>
                    <a:pt x="1937090" y="13052"/>
                  </a:lnTo>
                  <a:lnTo>
                    <a:pt x="1931335" y="8376"/>
                  </a:lnTo>
                  <a:lnTo>
                    <a:pt x="1927634" y="4373"/>
                  </a:lnTo>
                  <a:lnTo>
                    <a:pt x="1927634" y="34"/>
                  </a:lnTo>
                  <a:lnTo>
                    <a:pt x="1926759" y="0"/>
                  </a:lnTo>
                  <a:lnTo>
                    <a:pt x="1925008" y="0"/>
                  </a:lnTo>
                  <a:lnTo>
                    <a:pt x="1921979" y="0"/>
                  </a:lnTo>
                  <a:lnTo>
                    <a:pt x="1918210" y="706"/>
                  </a:lnTo>
                  <a:lnTo>
                    <a:pt x="1912859" y="1716"/>
                  </a:lnTo>
                  <a:lnTo>
                    <a:pt x="1910537" y="1716"/>
                  </a:lnTo>
                  <a:lnTo>
                    <a:pt x="1907643" y="1716"/>
                  </a:lnTo>
                  <a:lnTo>
                    <a:pt x="1905758" y="1716"/>
                  </a:lnTo>
                  <a:lnTo>
                    <a:pt x="1903133" y="3364"/>
                  </a:lnTo>
                  <a:lnTo>
                    <a:pt x="1898791" y="6930"/>
                  </a:lnTo>
                  <a:lnTo>
                    <a:pt x="1897479" y="9385"/>
                  </a:lnTo>
                  <a:lnTo>
                    <a:pt x="1893710" y="10395"/>
                  </a:lnTo>
                  <a:lnTo>
                    <a:pt x="1874594" y="10395"/>
                  </a:lnTo>
                  <a:lnTo>
                    <a:pt x="1872002" y="10395"/>
                  </a:lnTo>
                  <a:lnTo>
                    <a:pt x="1870252" y="11471"/>
                  </a:lnTo>
                  <a:lnTo>
                    <a:pt x="1868502" y="12850"/>
                  </a:lnTo>
                  <a:lnTo>
                    <a:pt x="1864733" y="14734"/>
                  </a:lnTo>
                  <a:lnTo>
                    <a:pt x="1862276" y="16315"/>
                  </a:lnTo>
                  <a:lnTo>
                    <a:pt x="1861570" y="17190"/>
                  </a:lnTo>
                  <a:lnTo>
                    <a:pt x="1860425" y="20083"/>
                  </a:lnTo>
                  <a:cubicBezTo>
                    <a:pt x="1860425" y="20083"/>
                    <a:pt x="1860291" y="21664"/>
                    <a:pt x="1860291" y="22101"/>
                  </a:cubicBezTo>
                  <a:cubicBezTo>
                    <a:pt x="1860291" y="22539"/>
                    <a:pt x="1859853" y="23985"/>
                    <a:pt x="1859853" y="23985"/>
                  </a:cubicBezTo>
                  <a:lnTo>
                    <a:pt x="1859281" y="25734"/>
                  </a:lnTo>
                  <a:lnTo>
                    <a:pt x="1858541" y="27484"/>
                  </a:lnTo>
                  <a:lnTo>
                    <a:pt x="1857396" y="29065"/>
                  </a:lnTo>
                  <a:cubicBezTo>
                    <a:pt x="1857396" y="29065"/>
                    <a:pt x="1856084" y="31386"/>
                    <a:pt x="1855646" y="31958"/>
                  </a:cubicBezTo>
                  <a:cubicBezTo>
                    <a:pt x="1855209" y="32530"/>
                    <a:pt x="1854199" y="34582"/>
                    <a:pt x="1854199" y="34582"/>
                  </a:cubicBezTo>
                  <a:lnTo>
                    <a:pt x="1852315" y="36903"/>
                  </a:lnTo>
                  <a:lnTo>
                    <a:pt x="1851002" y="38786"/>
                  </a:lnTo>
                  <a:lnTo>
                    <a:pt x="1849420" y="39796"/>
                  </a:lnTo>
                  <a:lnTo>
                    <a:pt x="1847839" y="41545"/>
                  </a:lnTo>
                  <a:cubicBezTo>
                    <a:pt x="1847839" y="41545"/>
                    <a:pt x="1846391" y="43563"/>
                    <a:pt x="1845954" y="43732"/>
                  </a:cubicBezTo>
                  <a:cubicBezTo>
                    <a:pt x="1845516" y="43866"/>
                    <a:pt x="1843497" y="44741"/>
                    <a:pt x="1843497" y="44741"/>
                  </a:cubicBezTo>
                  <a:lnTo>
                    <a:pt x="1841747" y="45481"/>
                  </a:lnTo>
                  <a:lnTo>
                    <a:pt x="1838853" y="48105"/>
                  </a:lnTo>
                  <a:lnTo>
                    <a:pt x="1837540" y="49114"/>
                  </a:lnTo>
                  <a:lnTo>
                    <a:pt x="1835790" y="50426"/>
                  </a:lnTo>
                  <a:lnTo>
                    <a:pt x="1835487" y="51300"/>
                  </a:lnTo>
                  <a:lnTo>
                    <a:pt x="1835487" y="53184"/>
                  </a:lnTo>
                  <a:lnTo>
                    <a:pt x="1835622" y="55943"/>
                  </a:lnTo>
                  <a:lnTo>
                    <a:pt x="1833737" y="58701"/>
                  </a:lnTo>
                  <a:lnTo>
                    <a:pt x="1833434" y="61460"/>
                  </a:lnTo>
                  <a:lnTo>
                    <a:pt x="1831684" y="63915"/>
                  </a:lnTo>
                  <a:lnTo>
                    <a:pt x="1829799" y="65227"/>
                  </a:lnTo>
                  <a:lnTo>
                    <a:pt x="1827612" y="67246"/>
                  </a:lnTo>
                  <a:lnTo>
                    <a:pt x="1822396" y="67818"/>
                  </a:lnTo>
                  <a:lnTo>
                    <a:pt x="1819804" y="67818"/>
                  </a:lnTo>
                  <a:lnTo>
                    <a:pt x="1817920" y="69129"/>
                  </a:lnTo>
                  <a:lnTo>
                    <a:pt x="1815463" y="71316"/>
                  </a:lnTo>
                  <a:lnTo>
                    <a:pt x="1815025" y="71316"/>
                  </a:lnTo>
                  <a:lnTo>
                    <a:pt x="1814016" y="72527"/>
                  </a:lnTo>
                  <a:lnTo>
                    <a:pt x="1814588" y="75656"/>
                  </a:lnTo>
                  <a:lnTo>
                    <a:pt x="1814588" y="77102"/>
                  </a:lnTo>
                  <a:lnTo>
                    <a:pt x="1814285" y="78111"/>
                  </a:lnTo>
                  <a:lnTo>
                    <a:pt x="1813275" y="81576"/>
                  </a:lnTo>
                  <a:lnTo>
                    <a:pt x="1812838" y="86050"/>
                  </a:lnTo>
                  <a:cubicBezTo>
                    <a:pt x="1812838" y="86050"/>
                    <a:pt x="1812838" y="87934"/>
                    <a:pt x="1812838" y="88371"/>
                  </a:cubicBezTo>
                  <a:cubicBezTo>
                    <a:pt x="1812838" y="88809"/>
                    <a:pt x="1813343" y="90390"/>
                    <a:pt x="1813343" y="90827"/>
                  </a:cubicBezTo>
                  <a:cubicBezTo>
                    <a:pt x="1813343" y="91264"/>
                    <a:pt x="1813982" y="92845"/>
                    <a:pt x="1813982" y="92845"/>
                  </a:cubicBezTo>
                  <a:lnTo>
                    <a:pt x="1814857" y="94426"/>
                  </a:lnTo>
                  <a:lnTo>
                    <a:pt x="1815732" y="95301"/>
                  </a:lnTo>
                  <a:cubicBezTo>
                    <a:pt x="1815732" y="95301"/>
                    <a:pt x="1816876" y="95604"/>
                    <a:pt x="1817482" y="95604"/>
                  </a:cubicBezTo>
                  <a:cubicBezTo>
                    <a:pt x="1818054" y="95604"/>
                    <a:pt x="1821117" y="96344"/>
                    <a:pt x="1821117" y="96344"/>
                  </a:cubicBezTo>
                  <a:lnTo>
                    <a:pt x="1823708" y="96209"/>
                  </a:lnTo>
                  <a:lnTo>
                    <a:pt x="1825896" y="95469"/>
                  </a:lnTo>
                  <a:lnTo>
                    <a:pt x="1827477" y="94595"/>
                  </a:lnTo>
                  <a:cubicBezTo>
                    <a:pt x="1827477" y="94595"/>
                    <a:pt x="1829059" y="94460"/>
                    <a:pt x="1829665" y="93148"/>
                  </a:cubicBezTo>
                  <a:cubicBezTo>
                    <a:pt x="1830237" y="91836"/>
                    <a:pt x="1831247" y="90692"/>
                    <a:pt x="1831247" y="90692"/>
                  </a:cubicBezTo>
                  <a:lnTo>
                    <a:pt x="1833132" y="88237"/>
                  </a:lnTo>
                  <a:cubicBezTo>
                    <a:pt x="1833132" y="88237"/>
                    <a:pt x="1835319" y="87059"/>
                    <a:pt x="1836766" y="86555"/>
                  </a:cubicBezTo>
                  <a:cubicBezTo>
                    <a:pt x="1838213" y="86050"/>
                    <a:pt x="1839088" y="86487"/>
                    <a:pt x="1839526" y="86723"/>
                  </a:cubicBezTo>
                  <a:cubicBezTo>
                    <a:pt x="1839963" y="86958"/>
                    <a:pt x="1841848" y="86218"/>
                    <a:pt x="1843295" y="86790"/>
                  </a:cubicBezTo>
                  <a:cubicBezTo>
                    <a:pt x="1844742" y="87362"/>
                    <a:pt x="1845315" y="86487"/>
                    <a:pt x="1846627" y="86790"/>
                  </a:cubicBezTo>
                  <a:cubicBezTo>
                    <a:pt x="1847939" y="87093"/>
                    <a:pt x="1848949" y="87362"/>
                    <a:pt x="1849656" y="87665"/>
                  </a:cubicBezTo>
                  <a:cubicBezTo>
                    <a:pt x="1850396" y="87968"/>
                    <a:pt x="1852112" y="88674"/>
                    <a:pt x="1852685" y="89111"/>
                  </a:cubicBezTo>
                  <a:cubicBezTo>
                    <a:pt x="1853257" y="89549"/>
                    <a:pt x="1854570" y="90121"/>
                    <a:pt x="1855007" y="90255"/>
                  </a:cubicBezTo>
                  <a:cubicBezTo>
                    <a:pt x="1855444" y="90390"/>
                    <a:pt x="1857464" y="92139"/>
                    <a:pt x="1858069" y="92274"/>
                  </a:cubicBezTo>
                  <a:cubicBezTo>
                    <a:pt x="1858642" y="92408"/>
                    <a:pt x="1858776" y="93148"/>
                    <a:pt x="1858776" y="93148"/>
                  </a:cubicBezTo>
                  <a:lnTo>
                    <a:pt x="1859786" y="94595"/>
                  </a:lnTo>
                  <a:lnTo>
                    <a:pt x="1861098" y="96344"/>
                  </a:lnTo>
                  <a:lnTo>
                    <a:pt x="1863252" y="99977"/>
                  </a:lnTo>
                  <a:lnTo>
                    <a:pt x="1863252" y="102433"/>
                  </a:lnTo>
                  <a:lnTo>
                    <a:pt x="1861872" y="104754"/>
                  </a:lnTo>
                  <a:lnTo>
                    <a:pt x="1860358" y="106940"/>
                  </a:lnTo>
                  <a:lnTo>
                    <a:pt x="1859921" y="109564"/>
                  </a:lnTo>
                  <a:lnTo>
                    <a:pt x="1859786" y="112188"/>
                  </a:lnTo>
                  <a:lnTo>
                    <a:pt x="1859786" y="115081"/>
                  </a:lnTo>
                  <a:lnTo>
                    <a:pt x="1862175" y="117402"/>
                  </a:lnTo>
                  <a:lnTo>
                    <a:pt x="1865574" y="119152"/>
                  </a:lnTo>
                  <a:lnTo>
                    <a:pt x="1867324" y="120901"/>
                  </a:lnTo>
                  <a:lnTo>
                    <a:pt x="1870084" y="122045"/>
                  </a:lnTo>
                  <a:lnTo>
                    <a:pt x="1872104" y="123491"/>
                  </a:lnTo>
                  <a:lnTo>
                    <a:pt x="1874291" y="124938"/>
                  </a:lnTo>
                  <a:lnTo>
                    <a:pt x="1875435" y="129580"/>
                  </a:lnTo>
                  <a:lnTo>
                    <a:pt x="1875435" y="135231"/>
                  </a:lnTo>
                  <a:lnTo>
                    <a:pt x="1874224" y="141017"/>
                  </a:lnTo>
                  <a:cubicBezTo>
                    <a:pt x="1874224" y="141017"/>
                    <a:pt x="1872709" y="146231"/>
                    <a:pt x="1872709" y="146803"/>
                  </a:cubicBezTo>
                  <a:cubicBezTo>
                    <a:pt x="1872709" y="147375"/>
                    <a:pt x="1869377" y="152589"/>
                    <a:pt x="1869377" y="152589"/>
                  </a:cubicBezTo>
                  <a:lnTo>
                    <a:pt x="1862714" y="159553"/>
                  </a:lnTo>
                  <a:lnTo>
                    <a:pt x="1854738" y="165507"/>
                  </a:lnTo>
                  <a:lnTo>
                    <a:pt x="1848781" y="170418"/>
                  </a:lnTo>
                  <a:lnTo>
                    <a:pt x="1840233" y="177382"/>
                  </a:lnTo>
                  <a:lnTo>
                    <a:pt x="1833838" y="183033"/>
                  </a:lnTo>
                  <a:lnTo>
                    <a:pt x="1829766" y="191578"/>
                  </a:lnTo>
                  <a:lnTo>
                    <a:pt x="1825425" y="198978"/>
                  </a:lnTo>
                  <a:lnTo>
                    <a:pt x="1823977" y="206951"/>
                  </a:lnTo>
                  <a:lnTo>
                    <a:pt x="1823102" y="218254"/>
                  </a:lnTo>
                  <a:lnTo>
                    <a:pt x="1821521" y="226058"/>
                  </a:lnTo>
                  <a:lnTo>
                    <a:pt x="1817448" y="233459"/>
                  </a:lnTo>
                  <a:lnTo>
                    <a:pt x="1812098" y="242575"/>
                  </a:lnTo>
                  <a:lnTo>
                    <a:pt x="1810953" y="248799"/>
                  </a:lnTo>
                  <a:lnTo>
                    <a:pt x="1804727" y="261851"/>
                  </a:lnTo>
                  <a:lnTo>
                    <a:pt x="1798400" y="274096"/>
                  </a:lnTo>
                  <a:lnTo>
                    <a:pt x="1795640" y="279680"/>
                  </a:lnTo>
                  <a:cubicBezTo>
                    <a:pt x="1795640" y="279680"/>
                    <a:pt x="1793756" y="282506"/>
                    <a:pt x="1793688" y="282708"/>
                  </a:cubicBezTo>
                  <a:cubicBezTo>
                    <a:pt x="1793621" y="282943"/>
                    <a:pt x="1790929" y="287282"/>
                    <a:pt x="1790929" y="287282"/>
                  </a:cubicBezTo>
                  <a:lnTo>
                    <a:pt x="1789919" y="292295"/>
                  </a:lnTo>
                  <a:lnTo>
                    <a:pt x="1789414" y="298081"/>
                  </a:lnTo>
                  <a:lnTo>
                    <a:pt x="1785342" y="306423"/>
                  </a:lnTo>
                  <a:lnTo>
                    <a:pt x="1783020" y="310763"/>
                  </a:lnTo>
                  <a:lnTo>
                    <a:pt x="1782650" y="311638"/>
                  </a:lnTo>
                  <a:cubicBezTo>
                    <a:pt x="1782650" y="311638"/>
                    <a:pt x="1781573" y="313286"/>
                    <a:pt x="1781573" y="313589"/>
                  </a:cubicBezTo>
                  <a:cubicBezTo>
                    <a:pt x="1781573" y="313891"/>
                    <a:pt x="1780765" y="315540"/>
                    <a:pt x="1780765" y="315540"/>
                  </a:cubicBezTo>
                  <a:lnTo>
                    <a:pt x="1780496" y="317625"/>
                  </a:lnTo>
                  <a:lnTo>
                    <a:pt x="1779755" y="319072"/>
                  </a:lnTo>
                  <a:lnTo>
                    <a:pt x="1779755" y="321326"/>
                  </a:lnTo>
                  <a:lnTo>
                    <a:pt x="1779755" y="323210"/>
                  </a:lnTo>
                  <a:cubicBezTo>
                    <a:pt x="1779755" y="323210"/>
                    <a:pt x="1779755" y="324656"/>
                    <a:pt x="1779755" y="324959"/>
                  </a:cubicBezTo>
                  <a:cubicBezTo>
                    <a:pt x="1779755" y="325262"/>
                    <a:pt x="1778880" y="327650"/>
                    <a:pt x="1778880" y="327650"/>
                  </a:cubicBezTo>
                  <a:cubicBezTo>
                    <a:pt x="1778880" y="327650"/>
                    <a:pt x="1777938" y="328827"/>
                    <a:pt x="1777433" y="329164"/>
                  </a:cubicBezTo>
                  <a:cubicBezTo>
                    <a:pt x="1776928" y="329534"/>
                    <a:pt x="1775851" y="330173"/>
                    <a:pt x="1775851" y="330173"/>
                  </a:cubicBezTo>
                  <a:lnTo>
                    <a:pt x="1774472" y="330980"/>
                  </a:lnTo>
                  <a:cubicBezTo>
                    <a:pt x="1774472" y="330980"/>
                    <a:pt x="1772149" y="332225"/>
                    <a:pt x="1771947" y="332292"/>
                  </a:cubicBezTo>
                  <a:cubicBezTo>
                    <a:pt x="1771745" y="332360"/>
                    <a:pt x="1770567" y="333234"/>
                    <a:pt x="1770567" y="333234"/>
                  </a:cubicBezTo>
                  <a:lnTo>
                    <a:pt x="1769895" y="335051"/>
                  </a:lnTo>
                  <a:lnTo>
                    <a:pt x="1768952" y="337439"/>
                  </a:lnTo>
                  <a:lnTo>
                    <a:pt x="1768380" y="339323"/>
                  </a:lnTo>
                  <a:lnTo>
                    <a:pt x="1769524" y="340332"/>
                  </a:lnTo>
                  <a:lnTo>
                    <a:pt x="1771914" y="342149"/>
                  </a:lnTo>
                  <a:cubicBezTo>
                    <a:pt x="1771914" y="342149"/>
                    <a:pt x="1773294" y="342216"/>
                    <a:pt x="1773495" y="342283"/>
                  </a:cubicBezTo>
                  <a:cubicBezTo>
                    <a:pt x="1773698" y="342351"/>
                    <a:pt x="1775515" y="342418"/>
                    <a:pt x="1775818" y="342283"/>
                  </a:cubicBezTo>
                  <a:cubicBezTo>
                    <a:pt x="1776121" y="342149"/>
                    <a:pt x="1777501" y="342081"/>
                    <a:pt x="1777770" y="342081"/>
                  </a:cubicBezTo>
                  <a:cubicBezTo>
                    <a:pt x="1778039" y="342081"/>
                    <a:pt x="1779082" y="341644"/>
                    <a:pt x="1779082" y="341644"/>
                  </a:cubicBezTo>
                  <a:cubicBezTo>
                    <a:pt x="1779082" y="341644"/>
                    <a:pt x="1780226" y="341207"/>
                    <a:pt x="1780462" y="341140"/>
                  </a:cubicBezTo>
                  <a:cubicBezTo>
                    <a:pt x="1780698" y="341072"/>
                    <a:pt x="1782044" y="341072"/>
                    <a:pt x="1782347" y="341140"/>
                  </a:cubicBezTo>
                  <a:cubicBezTo>
                    <a:pt x="1782650" y="341207"/>
                    <a:pt x="1783524" y="341140"/>
                    <a:pt x="1783524" y="341140"/>
                  </a:cubicBezTo>
                  <a:lnTo>
                    <a:pt x="1785712" y="342653"/>
                  </a:lnTo>
                  <a:lnTo>
                    <a:pt x="1786587" y="344604"/>
                  </a:lnTo>
                  <a:lnTo>
                    <a:pt x="1787092" y="349684"/>
                  </a:lnTo>
                  <a:lnTo>
                    <a:pt x="1786957" y="353452"/>
                  </a:lnTo>
                  <a:lnTo>
                    <a:pt x="1786823" y="356917"/>
                  </a:lnTo>
                  <a:lnTo>
                    <a:pt x="1786385" y="359608"/>
                  </a:lnTo>
                  <a:lnTo>
                    <a:pt x="1785510" y="362501"/>
                  </a:lnTo>
                  <a:lnTo>
                    <a:pt x="1783693" y="365764"/>
                  </a:lnTo>
                  <a:lnTo>
                    <a:pt x="1782077" y="367950"/>
                  </a:lnTo>
                  <a:lnTo>
                    <a:pt x="1779822" y="370406"/>
                  </a:lnTo>
                  <a:lnTo>
                    <a:pt x="1777298" y="372794"/>
                  </a:lnTo>
                  <a:lnTo>
                    <a:pt x="1773664" y="374981"/>
                  </a:lnTo>
                  <a:lnTo>
                    <a:pt x="1768447" y="379119"/>
                  </a:lnTo>
                  <a:lnTo>
                    <a:pt x="1762558" y="379119"/>
                  </a:lnTo>
                  <a:lnTo>
                    <a:pt x="1756264" y="380868"/>
                  </a:lnTo>
                  <a:lnTo>
                    <a:pt x="1752798" y="380868"/>
                  </a:lnTo>
                  <a:lnTo>
                    <a:pt x="1750207" y="382516"/>
                  </a:lnTo>
                  <a:lnTo>
                    <a:pt x="1745865" y="385880"/>
                  </a:lnTo>
                  <a:lnTo>
                    <a:pt x="1729778" y="396510"/>
                  </a:lnTo>
                  <a:cubicBezTo>
                    <a:pt x="1729778" y="396510"/>
                    <a:pt x="1709350" y="410841"/>
                    <a:pt x="1709014" y="411076"/>
                  </a:cubicBezTo>
                  <a:cubicBezTo>
                    <a:pt x="1708677" y="411278"/>
                    <a:pt x="1706388" y="414339"/>
                    <a:pt x="1706388" y="414339"/>
                  </a:cubicBezTo>
                  <a:cubicBezTo>
                    <a:pt x="1706388" y="414339"/>
                    <a:pt x="1704739" y="415988"/>
                    <a:pt x="1703999" y="416526"/>
                  </a:cubicBezTo>
                  <a:cubicBezTo>
                    <a:pt x="1703225" y="417064"/>
                    <a:pt x="1701273" y="419251"/>
                    <a:pt x="1700398" y="420092"/>
                  </a:cubicBezTo>
                  <a:cubicBezTo>
                    <a:pt x="1699523" y="420966"/>
                    <a:pt x="1696056" y="422917"/>
                    <a:pt x="1695484" y="423119"/>
                  </a:cubicBezTo>
                  <a:cubicBezTo>
                    <a:pt x="1694946" y="423321"/>
                    <a:pt x="1692321" y="425945"/>
                    <a:pt x="1692321" y="425945"/>
                  </a:cubicBezTo>
                  <a:lnTo>
                    <a:pt x="1689258" y="425844"/>
                  </a:lnTo>
                  <a:cubicBezTo>
                    <a:pt x="1689258" y="425844"/>
                    <a:pt x="1685018" y="428031"/>
                    <a:pt x="1684580" y="428132"/>
                  </a:cubicBezTo>
                  <a:cubicBezTo>
                    <a:pt x="1684143" y="428233"/>
                    <a:pt x="1683402" y="428233"/>
                    <a:pt x="1682965" y="428132"/>
                  </a:cubicBezTo>
                  <a:cubicBezTo>
                    <a:pt x="1682527" y="428031"/>
                    <a:pt x="1681450" y="428771"/>
                    <a:pt x="1681215" y="429107"/>
                  </a:cubicBezTo>
                  <a:cubicBezTo>
                    <a:pt x="1681013" y="429444"/>
                    <a:pt x="1680003" y="430756"/>
                    <a:pt x="1679700" y="431058"/>
                  </a:cubicBezTo>
                  <a:cubicBezTo>
                    <a:pt x="1679364" y="431395"/>
                    <a:pt x="1677109" y="431933"/>
                    <a:pt x="1676234" y="432034"/>
                  </a:cubicBezTo>
                  <a:cubicBezTo>
                    <a:pt x="1675359" y="432135"/>
                    <a:pt x="1673945" y="432471"/>
                    <a:pt x="1673306" y="432471"/>
                  </a:cubicBezTo>
                  <a:cubicBezTo>
                    <a:pt x="1672666" y="432471"/>
                    <a:pt x="1669267" y="432572"/>
                    <a:pt x="1668863" y="432572"/>
                  </a:cubicBezTo>
                  <a:cubicBezTo>
                    <a:pt x="1668426" y="432572"/>
                    <a:pt x="1667012" y="432370"/>
                    <a:pt x="1667012" y="432370"/>
                  </a:cubicBezTo>
                  <a:cubicBezTo>
                    <a:pt x="1667012" y="432370"/>
                    <a:pt x="1665498" y="431731"/>
                    <a:pt x="1665263" y="431395"/>
                  </a:cubicBezTo>
                  <a:cubicBezTo>
                    <a:pt x="1665027" y="431058"/>
                    <a:pt x="1662873" y="429780"/>
                    <a:pt x="1662873" y="429780"/>
                  </a:cubicBezTo>
                  <a:lnTo>
                    <a:pt x="1660685" y="427392"/>
                  </a:lnTo>
                  <a:lnTo>
                    <a:pt x="1658296" y="423691"/>
                  </a:lnTo>
                  <a:lnTo>
                    <a:pt x="1655772" y="421101"/>
                  </a:lnTo>
                  <a:lnTo>
                    <a:pt x="1653618" y="420865"/>
                  </a:lnTo>
                  <a:lnTo>
                    <a:pt x="1650993" y="420865"/>
                  </a:lnTo>
                  <a:lnTo>
                    <a:pt x="1647392" y="421572"/>
                  </a:lnTo>
                  <a:lnTo>
                    <a:pt x="1642950" y="422278"/>
                  </a:lnTo>
                  <a:lnTo>
                    <a:pt x="1635209" y="423893"/>
                  </a:lnTo>
                  <a:cubicBezTo>
                    <a:pt x="1635209" y="423893"/>
                    <a:pt x="1632180" y="423893"/>
                    <a:pt x="1631204" y="423557"/>
                  </a:cubicBezTo>
                  <a:cubicBezTo>
                    <a:pt x="1630228" y="423220"/>
                    <a:pt x="1627300" y="422346"/>
                    <a:pt x="1625785" y="421269"/>
                  </a:cubicBezTo>
                  <a:cubicBezTo>
                    <a:pt x="1624271" y="420193"/>
                    <a:pt x="1623396" y="420933"/>
                    <a:pt x="1621646" y="419856"/>
                  </a:cubicBezTo>
                  <a:cubicBezTo>
                    <a:pt x="1619896" y="418780"/>
                    <a:pt x="1618483" y="418342"/>
                    <a:pt x="1617843" y="417905"/>
                  </a:cubicBezTo>
                  <a:cubicBezTo>
                    <a:pt x="1617204" y="417468"/>
                    <a:pt x="1616093" y="416930"/>
                    <a:pt x="1615016" y="416156"/>
                  </a:cubicBezTo>
                  <a:cubicBezTo>
                    <a:pt x="1613939" y="415382"/>
                    <a:pt x="1612727" y="415281"/>
                    <a:pt x="1611987" y="414541"/>
                  </a:cubicBezTo>
                  <a:cubicBezTo>
                    <a:pt x="1611213" y="413767"/>
                    <a:pt x="1609799" y="413566"/>
                    <a:pt x="1609261" y="413128"/>
                  </a:cubicBezTo>
                  <a:cubicBezTo>
                    <a:pt x="1608723" y="412691"/>
                    <a:pt x="1606771" y="411514"/>
                    <a:pt x="1605896" y="410639"/>
                  </a:cubicBezTo>
                  <a:cubicBezTo>
                    <a:pt x="1605021" y="409764"/>
                    <a:pt x="1603708" y="409428"/>
                    <a:pt x="1603069" y="408789"/>
                  </a:cubicBezTo>
                  <a:cubicBezTo>
                    <a:pt x="1602429" y="408150"/>
                    <a:pt x="1601016" y="407578"/>
                    <a:pt x="1599804" y="406300"/>
                  </a:cubicBezTo>
                  <a:cubicBezTo>
                    <a:pt x="1598593" y="404988"/>
                    <a:pt x="1598256" y="405761"/>
                    <a:pt x="1596741" y="404550"/>
                  </a:cubicBezTo>
                  <a:cubicBezTo>
                    <a:pt x="1595227" y="403373"/>
                    <a:pt x="1595429" y="404012"/>
                    <a:pt x="1593915" y="403137"/>
                  </a:cubicBezTo>
                  <a:cubicBezTo>
                    <a:pt x="1592400" y="402263"/>
                    <a:pt x="1591525" y="402498"/>
                    <a:pt x="1590314" y="401725"/>
                  </a:cubicBezTo>
                  <a:cubicBezTo>
                    <a:pt x="1589102" y="400951"/>
                    <a:pt x="1587486" y="401725"/>
                    <a:pt x="1587486" y="401725"/>
                  </a:cubicBezTo>
                  <a:lnTo>
                    <a:pt x="1586511" y="401725"/>
                  </a:lnTo>
                  <a:lnTo>
                    <a:pt x="1584660" y="402532"/>
                  </a:lnTo>
                  <a:lnTo>
                    <a:pt x="1581833" y="405829"/>
                  </a:lnTo>
                  <a:lnTo>
                    <a:pt x="1578568" y="412691"/>
                  </a:lnTo>
                  <a:lnTo>
                    <a:pt x="1575741" y="416930"/>
                  </a:lnTo>
                  <a:lnTo>
                    <a:pt x="1573352" y="424532"/>
                  </a:lnTo>
                  <a:lnTo>
                    <a:pt x="1569885" y="430957"/>
                  </a:lnTo>
                  <a:lnTo>
                    <a:pt x="1566520" y="439771"/>
                  </a:lnTo>
                  <a:cubicBezTo>
                    <a:pt x="1566520" y="439771"/>
                    <a:pt x="1561068" y="452251"/>
                    <a:pt x="1561068" y="452588"/>
                  </a:cubicBezTo>
                  <a:cubicBezTo>
                    <a:pt x="1561068" y="452924"/>
                    <a:pt x="1560092" y="457364"/>
                    <a:pt x="1560092" y="457364"/>
                  </a:cubicBezTo>
                  <a:cubicBezTo>
                    <a:pt x="1560092" y="457364"/>
                    <a:pt x="1558880" y="464092"/>
                    <a:pt x="1558443" y="466178"/>
                  </a:cubicBezTo>
                  <a:cubicBezTo>
                    <a:pt x="1558005" y="468230"/>
                    <a:pt x="1555380" y="471493"/>
                    <a:pt x="1555515" y="471830"/>
                  </a:cubicBezTo>
                  <a:cubicBezTo>
                    <a:pt x="1555616" y="472166"/>
                    <a:pt x="1554303" y="476068"/>
                    <a:pt x="1554303" y="476068"/>
                  </a:cubicBezTo>
                  <a:cubicBezTo>
                    <a:pt x="1554303" y="476068"/>
                    <a:pt x="1551275" y="479869"/>
                    <a:pt x="1550399" y="480206"/>
                  </a:cubicBezTo>
                  <a:cubicBezTo>
                    <a:pt x="1549524" y="480542"/>
                    <a:pt x="1548111" y="486059"/>
                    <a:pt x="1548111" y="486395"/>
                  </a:cubicBezTo>
                  <a:cubicBezTo>
                    <a:pt x="1548111" y="486732"/>
                    <a:pt x="1545822" y="490836"/>
                    <a:pt x="1545620" y="491408"/>
                  </a:cubicBezTo>
                  <a:cubicBezTo>
                    <a:pt x="1545385" y="491946"/>
                    <a:pt x="1544544" y="499650"/>
                    <a:pt x="1544544" y="499650"/>
                  </a:cubicBezTo>
                  <a:lnTo>
                    <a:pt x="1540000" y="510313"/>
                  </a:lnTo>
                  <a:cubicBezTo>
                    <a:pt x="1540000" y="510313"/>
                    <a:pt x="1540202" y="514014"/>
                    <a:pt x="1540202" y="514552"/>
                  </a:cubicBezTo>
                  <a:cubicBezTo>
                    <a:pt x="1540202" y="515090"/>
                    <a:pt x="1540303" y="521381"/>
                    <a:pt x="1540101" y="521818"/>
                  </a:cubicBezTo>
                  <a:cubicBezTo>
                    <a:pt x="1539866" y="522255"/>
                    <a:pt x="1539327" y="526931"/>
                    <a:pt x="1539024" y="528109"/>
                  </a:cubicBezTo>
                  <a:cubicBezTo>
                    <a:pt x="1538687" y="529286"/>
                    <a:pt x="1536433" y="530497"/>
                    <a:pt x="1535221" y="531809"/>
                  </a:cubicBezTo>
                  <a:cubicBezTo>
                    <a:pt x="1534043" y="533121"/>
                    <a:pt x="1532831" y="534971"/>
                    <a:pt x="1532596" y="535274"/>
                  </a:cubicBezTo>
                  <a:cubicBezTo>
                    <a:pt x="1532394" y="535610"/>
                    <a:pt x="1527178" y="540589"/>
                    <a:pt x="1526740" y="540824"/>
                  </a:cubicBezTo>
                  <a:cubicBezTo>
                    <a:pt x="1526303" y="541026"/>
                    <a:pt x="1524452" y="544962"/>
                    <a:pt x="1524351" y="545265"/>
                  </a:cubicBezTo>
                  <a:cubicBezTo>
                    <a:pt x="1524250" y="545601"/>
                    <a:pt x="1521423" y="547889"/>
                    <a:pt x="1521086" y="548091"/>
                  </a:cubicBezTo>
                  <a:cubicBezTo>
                    <a:pt x="1520783" y="548292"/>
                    <a:pt x="1520009" y="552329"/>
                    <a:pt x="1520009" y="552329"/>
                  </a:cubicBezTo>
                  <a:cubicBezTo>
                    <a:pt x="1520009" y="552329"/>
                    <a:pt x="1519773" y="556568"/>
                    <a:pt x="1519773" y="556904"/>
                  </a:cubicBezTo>
                  <a:cubicBezTo>
                    <a:pt x="1519773" y="557241"/>
                    <a:pt x="1520413" y="561244"/>
                    <a:pt x="1520413" y="561244"/>
                  </a:cubicBezTo>
                  <a:lnTo>
                    <a:pt x="1520649" y="569485"/>
                  </a:lnTo>
                  <a:cubicBezTo>
                    <a:pt x="1520649" y="569485"/>
                    <a:pt x="1523913" y="574060"/>
                    <a:pt x="1524115" y="574700"/>
                  </a:cubicBezTo>
                  <a:cubicBezTo>
                    <a:pt x="1524317" y="575339"/>
                    <a:pt x="1524553" y="578299"/>
                    <a:pt x="1524553" y="578938"/>
                  </a:cubicBezTo>
                  <a:cubicBezTo>
                    <a:pt x="1524553" y="579577"/>
                    <a:pt x="1523240" y="581663"/>
                    <a:pt x="1521625" y="583076"/>
                  </a:cubicBezTo>
                  <a:cubicBezTo>
                    <a:pt x="1520009" y="584489"/>
                    <a:pt x="1518898" y="585565"/>
                    <a:pt x="1517822" y="586238"/>
                  </a:cubicBezTo>
                  <a:cubicBezTo>
                    <a:pt x="1516745" y="586877"/>
                    <a:pt x="1513379" y="590140"/>
                    <a:pt x="1512942" y="590477"/>
                  </a:cubicBezTo>
                  <a:cubicBezTo>
                    <a:pt x="1512504" y="590813"/>
                    <a:pt x="1510653" y="592226"/>
                    <a:pt x="1509879" y="592327"/>
                  </a:cubicBezTo>
                  <a:cubicBezTo>
                    <a:pt x="1509105" y="592428"/>
                    <a:pt x="1505740" y="594816"/>
                    <a:pt x="1505201" y="594715"/>
                  </a:cubicBezTo>
                  <a:cubicBezTo>
                    <a:pt x="1504663" y="594614"/>
                    <a:pt x="1504764" y="596666"/>
                    <a:pt x="1504764" y="596666"/>
                  </a:cubicBezTo>
                  <a:cubicBezTo>
                    <a:pt x="1504764" y="596666"/>
                    <a:pt x="1504663" y="601342"/>
                    <a:pt x="1504663" y="601880"/>
                  </a:cubicBezTo>
                  <a:cubicBezTo>
                    <a:pt x="1504663" y="602419"/>
                    <a:pt x="1504764" y="607431"/>
                    <a:pt x="1504764" y="607431"/>
                  </a:cubicBezTo>
                  <a:cubicBezTo>
                    <a:pt x="1504764" y="607431"/>
                    <a:pt x="1505437" y="610896"/>
                    <a:pt x="1505538" y="611333"/>
                  </a:cubicBezTo>
                  <a:cubicBezTo>
                    <a:pt x="1505639" y="611770"/>
                    <a:pt x="1505975" y="613183"/>
                    <a:pt x="1505975" y="613183"/>
                  </a:cubicBezTo>
                  <a:cubicBezTo>
                    <a:pt x="1505975" y="613183"/>
                    <a:pt x="1507389" y="619171"/>
                    <a:pt x="1507591" y="619474"/>
                  </a:cubicBezTo>
                  <a:cubicBezTo>
                    <a:pt x="1507826" y="619810"/>
                    <a:pt x="1508903" y="621223"/>
                    <a:pt x="1508903" y="621223"/>
                  </a:cubicBezTo>
                  <a:lnTo>
                    <a:pt x="1512706" y="625563"/>
                  </a:lnTo>
                  <a:lnTo>
                    <a:pt x="1515870" y="629263"/>
                  </a:lnTo>
                  <a:cubicBezTo>
                    <a:pt x="1515870" y="629263"/>
                    <a:pt x="1520884" y="634814"/>
                    <a:pt x="1521086" y="635251"/>
                  </a:cubicBezTo>
                  <a:cubicBezTo>
                    <a:pt x="1521322" y="635688"/>
                    <a:pt x="1524149" y="638850"/>
                    <a:pt x="1524149" y="638850"/>
                  </a:cubicBezTo>
                  <a:lnTo>
                    <a:pt x="1532966" y="643526"/>
                  </a:lnTo>
                  <a:cubicBezTo>
                    <a:pt x="1532966" y="643526"/>
                    <a:pt x="1535053" y="645477"/>
                    <a:pt x="1535457" y="645814"/>
                  </a:cubicBezTo>
                  <a:cubicBezTo>
                    <a:pt x="1535894" y="646150"/>
                    <a:pt x="1537207" y="645814"/>
                    <a:pt x="1537207" y="645814"/>
                  </a:cubicBezTo>
                  <a:lnTo>
                    <a:pt x="1541010" y="644737"/>
                  </a:lnTo>
                  <a:lnTo>
                    <a:pt x="1543399" y="641272"/>
                  </a:lnTo>
                  <a:cubicBezTo>
                    <a:pt x="1543399" y="641272"/>
                    <a:pt x="1541986" y="635957"/>
                    <a:pt x="1541986" y="635285"/>
                  </a:cubicBezTo>
                  <a:cubicBezTo>
                    <a:pt x="1541986" y="634645"/>
                    <a:pt x="1543197" y="632896"/>
                    <a:pt x="1544914" y="632021"/>
                  </a:cubicBezTo>
                  <a:cubicBezTo>
                    <a:pt x="1546663" y="631147"/>
                    <a:pt x="1548717" y="630407"/>
                    <a:pt x="1549827" y="629835"/>
                  </a:cubicBezTo>
                  <a:cubicBezTo>
                    <a:pt x="1550904" y="629297"/>
                    <a:pt x="1553866" y="628220"/>
                    <a:pt x="1556020" y="627648"/>
                  </a:cubicBezTo>
                  <a:cubicBezTo>
                    <a:pt x="1558207" y="627110"/>
                    <a:pt x="1560159" y="626673"/>
                    <a:pt x="1561674" y="626336"/>
                  </a:cubicBezTo>
                  <a:cubicBezTo>
                    <a:pt x="1563188" y="626000"/>
                    <a:pt x="1565712" y="625024"/>
                    <a:pt x="1567428" y="624587"/>
                  </a:cubicBezTo>
                  <a:cubicBezTo>
                    <a:pt x="1569179" y="624150"/>
                    <a:pt x="1577121" y="624251"/>
                    <a:pt x="1577121" y="624251"/>
                  </a:cubicBezTo>
                  <a:lnTo>
                    <a:pt x="1579746" y="624251"/>
                  </a:lnTo>
                  <a:cubicBezTo>
                    <a:pt x="1579746" y="624251"/>
                    <a:pt x="1584323" y="626269"/>
                    <a:pt x="1584525" y="625933"/>
                  </a:cubicBezTo>
                  <a:cubicBezTo>
                    <a:pt x="1584727" y="625596"/>
                    <a:pt x="1587554" y="624587"/>
                    <a:pt x="1588429" y="623914"/>
                  </a:cubicBezTo>
                  <a:cubicBezTo>
                    <a:pt x="1589304" y="623275"/>
                    <a:pt x="1593107" y="623040"/>
                    <a:pt x="1594857" y="622401"/>
                  </a:cubicBezTo>
                  <a:cubicBezTo>
                    <a:pt x="1596607" y="621761"/>
                    <a:pt x="1598559" y="621761"/>
                    <a:pt x="1598996" y="621425"/>
                  </a:cubicBezTo>
                  <a:cubicBezTo>
                    <a:pt x="1599434" y="621089"/>
                    <a:pt x="1606064" y="621189"/>
                    <a:pt x="1606064" y="621189"/>
                  </a:cubicBezTo>
                  <a:lnTo>
                    <a:pt x="1611281" y="620214"/>
                  </a:lnTo>
                  <a:lnTo>
                    <a:pt x="1617035" y="620113"/>
                  </a:lnTo>
                  <a:lnTo>
                    <a:pt x="1624002" y="621526"/>
                  </a:lnTo>
                  <a:lnTo>
                    <a:pt x="1637598" y="629128"/>
                  </a:lnTo>
                  <a:cubicBezTo>
                    <a:pt x="1637598" y="629128"/>
                    <a:pt x="1639988" y="631853"/>
                    <a:pt x="1641199" y="633266"/>
                  </a:cubicBezTo>
                  <a:cubicBezTo>
                    <a:pt x="1642411" y="634679"/>
                    <a:pt x="1648267" y="637067"/>
                    <a:pt x="1648704" y="637168"/>
                  </a:cubicBezTo>
                  <a:cubicBezTo>
                    <a:pt x="1649142" y="637269"/>
                    <a:pt x="1653382" y="638043"/>
                    <a:pt x="1653921" y="637942"/>
                  </a:cubicBezTo>
                  <a:cubicBezTo>
                    <a:pt x="1654459" y="637841"/>
                    <a:pt x="1659238" y="637606"/>
                    <a:pt x="1660214" y="637067"/>
                  </a:cubicBezTo>
                  <a:cubicBezTo>
                    <a:pt x="1661190" y="636529"/>
                    <a:pt x="1662805" y="635318"/>
                    <a:pt x="1662907" y="635015"/>
                  </a:cubicBezTo>
                  <a:cubicBezTo>
                    <a:pt x="1663008" y="634679"/>
                    <a:pt x="1663681" y="632291"/>
                    <a:pt x="1663782" y="630878"/>
                  </a:cubicBezTo>
                  <a:cubicBezTo>
                    <a:pt x="1663883" y="629465"/>
                    <a:pt x="1664421" y="628927"/>
                    <a:pt x="1664421" y="628927"/>
                  </a:cubicBezTo>
                  <a:lnTo>
                    <a:pt x="1664959" y="626875"/>
                  </a:lnTo>
                  <a:lnTo>
                    <a:pt x="1664959" y="624385"/>
                  </a:lnTo>
                  <a:lnTo>
                    <a:pt x="1668157" y="620786"/>
                  </a:lnTo>
                  <a:lnTo>
                    <a:pt x="1669940" y="618196"/>
                  </a:lnTo>
                  <a:lnTo>
                    <a:pt x="1671892" y="615706"/>
                  </a:lnTo>
                  <a:lnTo>
                    <a:pt x="1674383" y="612006"/>
                  </a:lnTo>
                  <a:cubicBezTo>
                    <a:pt x="1674383" y="612006"/>
                    <a:pt x="1677647" y="608844"/>
                    <a:pt x="1678085" y="608406"/>
                  </a:cubicBezTo>
                  <a:cubicBezTo>
                    <a:pt x="1678522" y="607969"/>
                    <a:pt x="1682426" y="606119"/>
                    <a:pt x="1682426" y="606119"/>
                  </a:cubicBezTo>
                  <a:cubicBezTo>
                    <a:pt x="1682426" y="606119"/>
                    <a:pt x="1685792" y="603932"/>
                    <a:pt x="1686431" y="603831"/>
                  </a:cubicBezTo>
                  <a:cubicBezTo>
                    <a:pt x="1687071" y="603731"/>
                    <a:pt x="1691446" y="601006"/>
                    <a:pt x="1691446" y="601006"/>
                  </a:cubicBezTo>
                  <a:lnTo>
                    <a:pt x="1694037" y="599694"/>
                  </a:lnTo>
                  <a:cubicBezTo>
                    <a:pt x="1694037" y="599694"/>
                    <a:pt x="1700028" y="596330"/>
                    <a:pt x="1700364" y="596229"/>
                  </a:cubicBezTo>
                  <a:cubicBezTo>
                    <a:pt x="1700701" y="596128"/>
                    <a:pt x="1707768" y="596128"/>
                    <a:pt x="1707768" y="596128"/>
                  </a:cubicBezTo>
                  <a:lnTo>
                    <a:pt x="1714499" y="594715"/>
                  </a:lnTo>
                  <a:lnTo>
                    <a:pt x="1719177" y="594715"/>
                  </a:lnTo>
                  <a:cubicBezTo>
                    <a:pt x="1719177" y="594715"/>
                    <a:pt x="1721667" y="595220"/>
                    <a:pt x="1722341" y="595859"/>
                  </a:cubicBezTo>
                  <a:cubicBezTo>
                    <a:pt x="1722980" y="596498"/>
                    <a:pt x="1725066" y="596229"/>
                    <a:pt x="1725066" y="596229"/>
                  </a:cubicBezTo>
                  <a:cubicBezTo>
                    <a:pt x="1725066" y="596229"/>
                    <a:pt x="1728668" y="597305"/>
                    <a:pt x="1729105" y="597440"/>
                  </a:cubicBezTo>
                  <a:cubicBezTo>
                    <a:pt x="1729543" y="597541"/>
                    <a:pt x="1732706" y="600602"/>
                    <a:pt x="1733009" y="601039"/>
                  </a:cubicBezTo>
                  <a:cubicBezTo>
                    <a:pt x="1733346" y="601477"/>
                    <a:pt x="1734422" y="602116"/>
                    <a:pt x="1734422" y="602116"/>
                  </a:cubicBezTo>
                  <a:cubicBezTo>
                    <a:pt x="1734422" y="602116"/>
                    <a:pt x="1735399" y="602351"/>
                    <a:pt x="1735836" y="602890"/>
                  </a:cubicBezTo>
                  <a:cubicBezTo>
                    <a:pt x="1736274" y="603428"/>
                    <a:pt x="1738999" y="602688"/>
                    <a:pt x="1739303" y="602890"/>
                  </a:cubicBezTo>
                  <a:cubicBezTo>
                    <a:pt x="1739639" y="603125"/>
                    <a:pt x="1741894" y="603529"/>
                    <a:pt x="1742466" y="603529"/>
                  </a:cubicBezTo>
                  <a:cubicBezTo>
                    <a:pt x="1743005" y="603529"/>
                    <a:pt x="1745630" y="605715"/>
                    <a:pt x="1746067" y="606253"/>
                  </a:cubicBezTo>
                  <a:cubicBezTo>
                    <a:pt x="1746504" y="606792"/>
                    <a:pt x="1748457" y="608642"/>
                    <a:pt x="1748457" y="608642"/>
                  </a:cubicBezTo>
                  <a:cubicBezTo>
                    <a:pt x="1748457" y="608642"/>
                    <a:pt x="1750408" y="610694"/>
                    <a:pt x="1750509" y="611030"/>
                  </a:cubicBezTo>
                  <a:cubicBezTo>
                    <a:pt x="1750611" y="611367"/>
                    <a:pt x="1753437" y="613520"/>
                    <a:pt x="1753875" y="613856"/>
                  </a:cubicBezTo>
                  <a:cubicBezTo>
                    <a:pt x="1754312" y="614192"/>
                    <a:pt x="1757240" y="617220"/>
                    <a:pt x="1757678" y="617556"/>
                  </a:cubicBezTo>
                  <a:cubicBezTo>
                    <a:pt x="1758115" y="617893"/>
                    <a:pt x="1760067" y="619306"/>
                    <a:pt x="1760303" y="619608"/>
                  </a:cubicBezTo>
                  <a:cubicBezTo>
                    <a:pt x="1760505" y="619945"/>
                    <a:pt x="1763029" y="620046"/>
                    <a:pt x="1764308" y="620248"/>
                  </a:cubicBezTo>
                  <a:cubicBezTo>
                    <a:pt x="1765620" y="620449"/>
                    <a:pt x="1766260" y="620349"/>
                    <a:pt x="1769524" y="620248"/>
                  </a:cubicBezTo>
                  <a:cubicBezTo>
                    <a:pt x="1772789" y="620147"/>
                    <a:pt x="1772015" y="621122"/>
                    <a:pt x="1773664" y="621122"/>
                  </a:cubicBezTo>
                  <a:cubicBezTo>
                    <a:pt x="1775313" y="621122"/>
                    <a:pt x="1775279" y="621560"/>
                    <a:pt x="1776289" y="621660"/>
                  </a:cubicBezTo>
                  <a:cubicBezTo>
                    <a:pt x="1777265" y="621761"/>
                    <a:pt x="1779553" y="624251"/>
                    <a:pt x="1781404" y="625462"/>
                  </a:cubicBezTo>
                  <a:cubicBezTo>
                    <a:pt x="1783255" y="626673"/>
                    <a:pt x="1783054" y="627076"/>
                    <a:pt x="1785005" y="627514"/>
                  </a:cubicBezTo>
                  <a:cubicBezTo>
                    <a:pt x="1786957" y="627951"/>
                    <a:pt x="1787159" y="628927"/>
                    <a:pt x="1787159" y="628927"/>
                  </a:cubicBezTo>
                  <a:cubicBezTo>
                    <a:pt x="1787159" y="628927"/>
                    <a:pt x="1790525" y="631416"/>
                    <a:pt x="1790962" y="631752"/>
                  </a:cubicBezTo>
                  <a:cubicBezTo>
                    <a:pt x="1791400" y="632089"/>
                    <a:pt x="1791602" y="634914"/>
                    <a:pt x="1791736" y="635217"/>
                  </a:cubicBezTo>
                  <a:cubicBezTo>
                    <a:pt x="1791837" y="635554"/>
                    <a:pt x="1794025" y="640431"/>
                    <a:pt x="1794462" y="640532"/>
                  </a:cubicBezTo>
                  <a:cubicBezTo>
                    <a:pt x="1794900" y="640633"/>
                    <a:pt x="1795438" y="640734"/>
                    <a:pt x="1797390" y="641508"/>
                  </a:cubicBezTo>
                  <a:cubicBezTo>
                    <a:pt x="1799342" y="642282"/>
                    <a:pt x="1799241" y="641272"/>
                    <a:pt x="1799578" y="641508"/>
                  </a:cubicBezTo>
                  <a:cubicBezTo>
                    <a:pt x="1799914" y="641710"/>
                    <a:pt x="1802068" y="642046"/>
                    <a:pt x="1803818" y="643257"/>
                  </a:cubicBezTo>
                  <a:cubicBezTo>
                    <a:pt x="1805568" y="644468"/>
                    <a:pt x="1804054" y="645107"/>
                    <a:pt x="1804054" y="645107"/>
                  </a:cubicBezTo>
                  <a:lnTo>
                    <a:pt x="1805232" y="647832"/>
                  </a:lnTo>
                  <a:cubicBezTo>
                    <a:pt x="1805232" y="647832"/>
                    <a:pt x="1807184" y="650120"/>
                    <a:pt x="1808833" y="651095"/>
                  </a:cubicBezTo>
                  <a:cubicBezTo>
                    <a:pt x="1810448" y="652071"/>
                    <a:pt x="1813713" y="655771"/>
                    <a:pt x="1814386" y="656208"/>
                  </a:cubicBezTo>
                  <a:cubicBezTo>
                    <a:pt x="1815025" y="656646"/>
                    <a:pt x="1818088" y="659471"/>
                    <a:pt x="1818391" y="659808"/>
                  </a:cubicBezTo>
                  <a:cubicBezTo>
                    <a:pt x="1818727" y="660144"/>
                    <a:pt x="1823944" y="664686"/>
                    <a:pt x="1824247" y="665022"/>
                  </a:cubicBezTo>
                  <a:cubicBezTo>
                    <a:pt x="1824583" y="665358"/>
                    <a:pt x="1830338" y="669597"/>
                    <a:pt x="1830540" y="669900"/>
                  </a:cubicBezTo>
                  <a:cubicBezTo>
                    <a:pt x="1830742" y="670236"/>
                    <a:pt x="1836396" y="676325"/>
                    <a:pt x="1836396" y="676325"/>
                  </a:cubicBezTo>
                  <a:lnTo>
                    <a:pt x="1839223" y="680664"/>
                  </a:lnTo>
                  <a:lnTo>
                    <a:pt x="1841713" y="683726"/>
                  </a:lnTo>
                  <a:cubicBezTo>
                    <a:pt x="1841713" y="683726"/>
                    <a:pt x="1844877" y="689915"/>
                    <a:pt x="1845180" y="690016"/>
                  </a:cubicBezTo>
                  <a:cubicBezTo>
                    <a:pt x="1845516" y="690117"/>
                    <a:pt x="1853324" y="696105"/>
                    <a:pt x="1854098" y="696744"/>
                  </a:cubicBezTo>
                  <a:cubicBezTo>
                    <a:pt x="1854872" y="697383"/>
                    <a:pt x="1856824" y="700209"/>
                    <a:pt x="1857464" y="701319"/>
                  </a:cubicBezTo>
                  <a:cubicBezTo>
                    <a:pt x="1858103" y="702396"/>
                    <a:pt x="1856387" y="703708"/>
                    <a:pt x="1856286" y="704145"/>
                  </a:cubicBezTo>
                  <a:cubicBezTo>
                    <a:pt x="1856185" y="704582"/>
                    <a:pt x="1853896" y="707071"/>
                    <a:pt x="1853459" y="707509"/>
                  </a:cubicBezTo>
                  <a:cubicBezTo>
                    <a:pt x="1853021" y="707946"/>
                    <a:pt x="1857464" y="711411"/>
                    <a:pt x="1859550" y="712622"/>
                  </a:cubicBezTo>
                  <a:cubicBezTo>
                    <a:pt x="1861603" y="713799"/>
                    <a:pt x="1861704" y="713799"/>
                    <a:pt x="1861704" y="713799"/>
                  </a:cubicBezTo>
                  <a:cubicBezTo>
                    <a:pt x="1861704" y="713799"/>
                    <a:pt x="1866820" y="719451"/>
                    <a:pt x="1867156" y="719989"/>
                  </a:cubicBezTo>
                  <a:cubicBezTo>
                    <a:pt x="1867493" y="720527"/>
                    <a:pt x="1867156" y="722916"/>
                    <a:pt x="1867156" y="722916"/>
                  </a:cubicBezTo>
                  <a:cubicBezTo>
                    <a:pt x="1867156" y="722916"/>
                    <a:pt x="1866483" y="724665"/>
                    <a:pt x="1866180" y="724766"/>
                  </a:cubicBezTo>
                  <a:cubicBezTo>
                    <a:pt x="1865844" y="724867"/>
                    <a:pt x="1862916" y="727592"/>
                    <a:pt x="1862478" y="727794"/>
                  </a:cubicBezTo>
                  <a:cubicBezTo>
                    <a:pt x="1862041" y="727995"/>
                    <a:pt x="1857800" y="731158"/>
                    <a:pt x="1857800" y="731158"/>
                  </a:cubicBezTo>
                  <a:cubicBezTo>
                    <a:pt x="1857800" y="731158"/>
                    <a:pt x="1851810" y="736170"/>
                    <a:pt x="1851170" y="736473"/>
                  </a:cubicBezTo>
                  <a:cubicBezTo>
                    <a:pt x="1850531" y="736809"/>
                    <a:pt x="1849118" y="738222"/>
                    <a:pt x="1849118" y="738222"/>
                  </a:cubicBezTo>
                  <a:lnTo>
                    <a:pt x="1842689" y="740947"/>
                  </a:lnTo>
                  <a:cubicBezTo>
                    <a:pt x="1842689" y="740947"/>
                    <a:pt x="1837271" y="742696"/>
                    <a:pt x="1836834" y="742898"/>
                  </a:cubicBezTo>
                  <a:cubicBezTo>
                    <a:pt x="1836396" y="743100"/>
                    <a:pt x="1830641" y="744210"/>
                    <a:pt x="1830641" y="744210"/>
                  </a:cubicBezTo>
                  <a:lnTo>
                    <a:pt x="1825727" y="744411"/>
                  </a:lnTo>
                  <a:cubicBezTo>
                    <a:pt x="1825727" y="744411"/>
                    <a:pt x="1815496" y="744210"/>
                    <a:pt x="1814318" y="744311"/>
                  </a:cubicBezTo>
                  <a:cubicBezTo>
                    <a:pt x="1813107" y="744411"/>
                    <a:pt x="1806174" y="745084"/>
                    <a:pt x="1805737" y="744950"/>
                  </a:cubicBezTo>
                  <a:cubicBezTo>
                    <a:pt x="1805299" y="744849"/>
                    <a:pt x="1803347" y="744411"/>
                    <a:pt x="1801732" y="743739"/>
                  </a:cubicBezTo>
                  <a:cubicBezTo>
                    <a:pt x="1800083" y="743100"/>
                    <a:pt x="1798568" y="742427"/>
                    <a:pt x="1798131" y="741989"/>
                  </a:cubicBezTo>
                  <a:cubicBezTo>
                    <a:pt x="1797693" y="741552"/>
                    <a:pt x="1796381" y="740139"/>
                    <a:pt x="1796078" y="739803"/>
                  </a:cubicBezTo>
                  <a:cubicBezTo>
                    <a:pt x="1795741" y="739466"/>
                    <a:pt x="1794429" y="737953"/>
                    <a:pt x="1793688" y="736775"/>
                  </a:cubicBezTo>
                  <a:cubicBezTo>
                    <a:pt x="1792914" y="735564"/>
                    <a:pt x="1792510" y="735800"/>
                    <a:pt x="1792510" y="735800"/>
                  </a:cubicBezTo>
                  <a:lnTo>
                    <a:pt x="1790996" y="734286"/>
                  </a:lnTo>
                  <a:lnTo>
                    <a:pt x="1788606" y="732537"/>
                  </a:lnTo>
                  <a:lnTo>
                    <a:pt x="1786857" y="731662"/>
                  </a:lnTo>
                  <a:lnTo>
                    <a:pt x="1784803" y="731763"/>
                  </a:lnTo>
                  <a:cubicBezTo>
                    <a:pt x="1784803" y="731763"/>
                    <a:pt x="1783491" y="731561"/>
                    <a:pt x="1782515" y="731763"/>
                  </a:cubicBezTo>
                  <a:cubicBezTo>
                    <a:pt x="1781539" y="731965"/>
                    <a:pt x="1780563" y="731763"/>
                    <a:pt x="1780563" y="731763"/>
                  </a:cubicBezTo>
                  <a:cubicBezTo>
                    <a:pt x="1780563" y="731763"/>
                    <a:pt x="1778712" y="732402"/>
                    <a:pt x="1778376" y="732537"/>
                  </a:cubicBezTo>
                  <a:cubicBezTo>
                    <a:pt x="1778072" y="732638"/>
                    <a:pt x="1776087" y="734488"/>
                    <a:pt x="1775784" y="734824"/>
                  </a:cubicBezTo>
                  <a:cubicBezTo>
                    <a:pt x="1775448" y="735161"/>
                    <a:pt x="1774034" y="736136"/>
                    <a:pt x="1774034" y="736136"/>
                  </a:cubicBezTo>
                  <a:cubicBezTo>
                    <a:pt x="1774034" y="736136"/>
                    <a:pt x="1771645" y="737650"/>
                    <a:pt x="1771207" y="738087"/>
                  </a:cubicBezTo>
                  <a:cubicBezTo>
                    <a:pt x="1770770" y="738525"/>
                    <a:pt x="1768481" y="738861"/>
                    <a:pt x="1768144" y="738962"/>
                  </a:cubicBezTo>
                  <a:cubicBezTo>
                    <a:pt x="1767842" y="739063"/>
                    <a:pt x="1766731" y="738962"/>
                    <a:pt x="1766731" y="738962"/>
                  </a:cubicBezTo>
                  <a:lnTo>
                    <a:pt x="1763567" y="738962"/>
                  </a:lnTo>
                  <a:cubicBezTo>
                    <a:pt x="1763567" y="738962"/>
                    <a:pt x="1760741" y="738693"/>
                    <a:pt x="1760101" y="738794"/>
                  </a:cubicBezTo>
                  <a:cubicBezTo>
                    <a:pt x="1759462" y="738895"/>
                    <a:pt x="1757813" y="738726"/>
                    <a:pt x="1757375" y="738726"/>
                  </a:cubicBezTo>
                  <a:cubicBezTo>
                    <a:pt x="1756938" y="738726"/>
                    <a:pt x="1752260" y="737213"/>
                    <a:pt x="1751182" y="736876"/>
                  </a:cubicBezTo>
                  <a:cubicBezTo>
                    <a:pt x="1750106" y="736540"/>
                    <a:pt x="1747279" y="736237"/>
                    <a:pt x="1746605" y="735800"/>
                  </a:cubicBezTo>
                  <a:cubicBezTo>
                    <a:pt x="1745966" y="735362"/>
                    <a:pt x="1744216" y="735699"/>
                    <a:pt x="1743779" y="735800"/>
                  </a:cubicBezTo>
                  <a:cubicBezTo>
                    <a:pt x="1743341" y="735901"/>
                    <a:pt x="1739740" y="735800"/>
                    <a:pt x="1739740" y="735800"/>
                  </a:cubicBezTo>
                  <a:cubicBezTo>
                    <a:pt x="1739740" y="735800"/>
                    <a:pt x="1736576" y="736573"/>
                    <a:pt x="1736173" y="736674"/>
                  </a:cubicBezTo>
                  <a:cubicBezTo>
                    <a:pt x="1735735" y="736775"/>
                    <a:pt x="1733346" y="737549"/>
                    <a:pt x="1733346" y="737549"/>
                  </a:cubicBezTo>
                  <a:lnTo>
                    <a:pt x="1729879" y="738861"/>
                  </a:lnTo>
                  <a:lnTo>
                    <a:pt x="1725538" y="740913"/>
                  </a:lnTo>
                  <a:cubicBezTo>
                    <a:pt x="1725538" y="740913"/>
                    <a:pt x="1723350" y="741687"/>
                    <a:pt x="1722913" y="741788"/>
                  </a:cubicBezTo>
                  <a:cubicBezTo>
                    <a:pt x="1722475" y="741888"/>
                    <a:pt x="1720321" y="742662"/>
                    <a:pt x="1720321" y="742662"/>
                  </a:cubicBezTo>
                  <a:lnTo>
                    <a:pt x="1717158" y="743840"/>
                  </a:lnTo>
                  <a:cubicBezTo>
                    <a:pt x="1717158" y="743840"/>
                    <a:pt x="1714432" y="745589"/>
                    <a:pt x="1713994" y="745791"/>
                  </a:cubicBezTo>
                  <a:cubicBezTo>
                    <a:pt x="1713557" y="746026"/>
                    <a:pt x="1711605" y="747742"/>
                    <a:pt x="1711268" y="748078"/>
                  </a:cubicBezTo>
                  <a:cubicBezTo>
                    <a:pt x="1710965" y="748415"/>
                    <a:pt x="1708677" y="750029"/>
                    <a:pt x="1708340" y="750130"/>
                  </a:cubicBezTo>
                  <a:cubicBezTo>
                    <a:pt x="1708004" y="750231"/>
                    <a:pt x="1705311" y="752519"/>
                    <a:pt x="1704537" y="753057"/>
                  </a:cubicBezTo>
                  <a:cubicBezTo>
                    <a:pt x="1703763" y="753595"/>
                    <a:pt x="1700499" y="756084"/>
                    <a:pt x="1699960" y="756421"/>
                  </a:cubicBezTo>
                  <a:cubicBezTo>
                    <a:pt x="1699422" y="756757"/>
                    <a:pt x="1698008" y="757632"/>
                    <a:pt x="1697335" y="757396"/>
                  </a:cubicBezTo>
                  <a:cubicBezTo>
                    <a:pt x="1696696" y="757161"/>
                    <a:pt x="1692321" y="760020"/>
                    <a:pt x="1692321" y="760020"/>
                  </a:cubicBezTo>
                  <a:lnTo>
                    <a:pt x="1688282" y="760121"/>
                  </a:lnTo>
                  <a:lnTo>
                    <a:pt x="1682527" y="759146"/>
                  </a:lnTo>
                  <a:cubicBezTo>
                    <a:pt x="1682527" y="759146"/>
                    <a:pt x="1679700" y="757935"/>
                    <a:pt x="1679364" y="757497"/>
                  </a:cubicBezTo>
                  <a:cubicBezTo>
                    <a:pt x="1679027" y="757060"/>
                    <a:pt x="1677950" y="758036"/>
                    <a:pt x="1677950" y="758036"/>
                  </a:cubicBezTo>
                  <a:cubicBezTo>
                    <a:pt x="1677950" y="758036"/>
                    <a:pt x="1675224" y="758036"/>
                    <a:pt x="1674349" y="758036"/>
                  </a:cubicBezTo>
                  <a:cubicBezTo>
                    <a:pt x="1673474" y="758036"/>
                    <a:pt x="1672397" y="758372"/>
                    <a:pt x="1672060" y="758574"/>
                  </a:cubicBezTo>
                  <a:cubicBezTo>
                    <a:pt x="1671724" y="758776"/>
                    <a:pt x="1667921" y="760323"/>
                    <a:pt x="1667921" y="760323"/>
                  </a:cubicBezTo>
                  <a:lnTo>
                    <a:pt x="1664454" y="764225"/>
                  </a:lnTo>
                  <a:lnTo>
                    <a:pt x="1662940" y="767589"/>
                  </a:lnTo>
                  <a:cubicBezTo>
                    <a:pt x="1662940" y="767589"/>
                    <a:pt x="1663041" y="772265"/>
                    <a:pt x="1662940" y="772601"/>
                  </a:cubicBezTo>
                  <a:cubicBezTo>
                    <a:pt x="1662839" y="772938"/>
                    <a:pt x="1660854" y="776638"/>
                    <a:pt x="1660349" y="777177"/>
                  </a:cubicBezTo>
                  <a:cubicBezTo>
                    <a:pt x="1659811" y="777715"/>
                    <a:pt x="1658599" y="780002"/>
                    <a:pt x="1657959" y="781079"/>
                  </a:cubicBezTo>
                  <a:cubicBezTo>
                    <a:pt x="1657320" y="782155"/>
                    <a:pt x="1655133" y="783232"/>
                    <a:pt x="1654358" y="783568"/>
                  </a:cubicBezTo>
                  <a:cubicBezTo>
                    <a:pt x="1653584" y="783904"/>
                    <a:pt x="1651868" y="784443"/>
                    <a:pt x="1651195" y="784443"/>
                  </a:cubicBezTo>
                  <a:cubicBezTo>
                    <a:pt x="1650556" y="784443"/>
                    <a:pt x="1648805" y="784443"/>
                    <a:pt x="1647930" y="784241"/>
                  </a:cubicBezTo>
                  <a:cubicBezTo>
                    <a:pt x="1647055" y="784039"/>
                    <a:pt x="1645743" y="783164"/>
                    <a:pt x="1644868" y="783164"/>
                  </a:cubicBezTo>
                  <a:cubicBezTo>
                    <a:pt x="1643993" y="783164"/>
                    <a:pt x="1638339" y="782391"/>
                    <a:pt x="1637464" y="781953"/>
                  </a:cubicBezTo>
                  <a:cubicBezTo>
                    <a:pt x="1636589" y="781516"/>
                    <a:pt x="1631911" y="781751"/>
                    <a:pt x="1631608" y="781953"/>
                  </a:cubicBezTo>
                  <a:cubicBezTo>
                    <a:pt x="1631271" y="782155"/>
                    <a:pt x="1626829" y="781953"/>
                    <a:pt x="1626829" y="781953"/>
                  </a:cubicBezTo>
                  <a:lnTo>
                    <a:pt x="1621074" y="783265"/>
                  </a:lnTo>
                  <a:cubicBezTo>
                    <a:pt x="1621074" y="783265"/>
                    <a:pt x="1614646" y="786427"/>
                    <a:pt x="1614444" y="786730"/>
                  </a:cubicBezTo>
                  <a:cubicBezTo>
                    <a:pt x="1614242" y="787067"/>
                    <a:pt x="1606602" y="792718"/>
                    <a:pt x="1606199" y="792718"/>
                  </a:cubicBezTo>
                  <a:cubicBezTo>
                    <a:pt x="1605795" y="792718"/>
                    <a:pt x="1600343" y="794333"/>
                    <a:pt x="1600343" y="794333"/>
                  </a:cubicBezTo>
                  <a:lnTo>
                    <a:pt x="1595463" y="798672"/>
                  </a:lnTo>
                  <a:lnTo>
                    <a:pt x="1593410" y="805198"/>
                  </a:lnTo>
                  <a:lnTo>
                    <a:pt x="1590919" y="808798"/>
                  </a:lnTo>
                  <a:lnTo>
                    <a:pt x="1585804" y="813575"/>
                  </a:lnTo>
                  <a:lnTo>
                    <a:pt x="1583953" y="815526"/>
                  </a:lnTo>
                  <a:lnTo>
                    <a:pt x="1581227" y="818351"/>
                  </a:lnTo>
                  <a:lnTo>
                    <a:pt x="1577962" y="822691"/>
                  </a:lnTo>
                  <a:lnTo>
                    <a:pt x="1576212" y="826829"/>
                  </a:lnTo>
                  <a:lnTo>
                    <a:pt x="1574563" y="828040"/>
                  </a:lnTo>
                  <a:cubicBezTo>
                    <a:pt x="1574563" y="828040"/>
                    <a:pt x="1573823" y="831067"/>
                    <a:pt x="1573486" y="831404"/>
                  </a:cubicBezTo>
                  <a:cubicBezTo>
                    <a:pt x="1573150" y="831740"/>
                    <a:pt x="1572712" y="833893"/>
                    <a:pt x="1572712" y="833893"/>
                  </a:cubicBezTo>
                  <a:cubicBezTo>
                    <a:pt x="1572712" y="833893"/>
                    <a:pt x="1572510" y="835743"/>
                    <a:pt x="1572376" y="836618"/>
                  </a:cubicBezTo>
                  <a:cubicBezTo>
                    <a:pt x="1572275" y="837492"/>
                    <a:pt x="1572039" y="837694"/>
                    <a:pt x="1572039" y="837694"/>
                  </a:cubicBezTo>
                  <a:lnTo>
                    <a:pt x="1573654" y="840318"/>
                  </a:lnTo>
                  <a:lnTo>
                    <a:pt x="1576683" y="845431"/>
                  </a:lnTo>
                  <a:lnTo>
                    <a:pt x="1577323" y="847618"/>
                  </a:lnTo>
                  <a:lnTo>
                    <a:pt x="1577861" y="851083"/>
                  </a:lnTo>
                  <a:lnTo>
                    <a:pt x="1577861" y="854548"/>
                  </a:lnTo>
                  <a:lnTo>
                    <a:pt x="1577861" y="856600"/>
                  </a:lnTo>
                  <a:lnTo>
                    <a:pt x="1577054" y="858349"/>
                  </a:lnTo>
                  <a:cubicBezTo>
                    <a:pt x="1577054" y="858349"/>
                    <a:pt x="1575472" y="859863"/>
                    <a:pt x="1575034" y="860098"/>
                  </a:cubicBezTo>
                  <a:cubicBezTo>
                    <a:pt x="1574597" y="860334"/>
                    <a:pt x="1572544" y="862049"/>
                    <a:pt x="1572544" y="862049"/>
                  </a:cubicBezTo>
                  <a:cubicBezTo>
                    <a:pt x="1572544" y="862049"/>
                    <a:pt x="1570155" y="862688"/>
                    <a:pt x="1569818" y="862924"/>
                  </a:cubicBezTo>
                  <a:cubicBezTo>
                    <a:pt x="1569481" y="863126"/>
                    <a:pt x="1565678" y="862924"/>
                    <a:pt x="1565678" y="862924"/>
                  </a:cubicBezTo>
                  <a:lnTo>
                    <a:pt x="1561236" y="863698"/>
                  </a:lnTo>
                  <a:lnTo>
                    <a:pt x="1558207" y="864236"/>
                  </a:lnTo>
                  <a:lnTo>
                    <a:pt x="1555918" y="865110"/>
                  </a:lnTo>
                  <a:cubicBezTo>
                    <a:pt x="1555918" y="865110"/>
                    <a:pt x="1553529" y="866860"/>
                    <a:pt x="1553193" y="866961"/>
                  </a:cubicBezTo>
                  <a:cubicBezTo>
                    <a:pt x="1552856" y="867062"/>
                    <a:pt x="1551341" y="868710"/>
                    <a:pt x="1551341" y="868710"/>
                  </a:cubicBezTo>
                  <a:lnTo>
                    <a:pt x="1549928" y="870997"/>
                  </a:lnTo>
                  <a:lnTo>
                    <a:pt x="1547438" y="874462"/>
                  </a:lnTo>
                  <a:lnTo>
                    <a:pt x="1542995" y="878802"/>
                  </a:lnTo>
                  <a:lnTo>
                    <a:pt x="1538519" y="880316"/>
                  </a:lnTo>
                  <a:lnTo>
                    <a:pt x="1533202" y="885631"/>
                  </a:lnTo>
                  <a:cubicBezTo>
                    <a:pt x="1533202" y="885631"/>
                    <a:pt x="1527649" y="891047"/>
                    <a:pt x="1527312" y="891282"/>
                  </a:cubicBezTo>
                  <a:cubicBezTo>
                    <a:pt x="1527009" y="891484"/>
                    <a:pt x="1520918" y="895285"/>
                    <a:pt x="1520918" y="895285"/>
                  </a:cubicBezTo>
                  <a:lnTo>
                    <a:pt x="1515802" y="896799"/>
                  </a:lnTo>
                  <a:lnTo>
                    <a:pt x="1509812" y="899187"/>
                  </a:lnTo>
                  <a:lnTo>
                    <a:pt x="1502240" y="900600"/>
                  </a:lnTo>
                  <a:lnTo>
                    <a:pt x="1479624" y="900600"/>
                  </a:lnTo>
                  <a:lnTo>
                    <a:pt x="1467441" y="900600"/>
                  </a:lnTo>
                  <a:lnTo>
                    <a:pt x="1459397" y="900600"/>
                  </a:lnTo>
                  <a:cubicBezTo>
                    <a:pt x="1459397" y="900600"/>
                    <a:pt x="1453643" y="901139"/>
                    <a:pt x="1453306" y="901139"/>
                  </a:cubicBezTo>
                  <a:cubicBezTo>
                    <a:pt x="1452969" y="901139"/>
                    <a:pt x="1446878" y="902114"/>
                    <a:pt x="1446878" y="902114"/>
                  </a:cubicBezTo>
                  <a:cubicBezTo>
                    <a:pt x="1446878" y="902114"/>
                    <a:pt x="1443613" y="903191"/>
                    <a:pt x="1443176" y="903191"/>
                  </a:cubicBezTo>
                  <a:cubicBezTo>
                    <a:pt x="1442739" y="903191"/>
                    <a:pt x="1439272" y="904940"/>
                    <a:pt x="1439036" y="905243"/>
                  </a:cubicBezTo>
                  <a:cubicBezTo>
                    <a:pt x="1438801" y="905579"/>
                    <a:pt x="1437959" y="906555"/>
                    <a:pt x="1437959" y="906555"/>
                  </a:cubicBezTo>
                  <a:lnTo>
                    <a:pt x="1436983" y="908405"/>
                  </a:lnTo>
                  <a:lnTo>
                    <a:pt x="1436983" y="911567"/>
                  </a:lnTo>
                  <a:lnTo>
                    <a:pt x="1435233" y="915368"/>
                  </a:lnTo>
                  <a:lnTo>
                    <a:pt x="1435233" y="920246"/>
                  </a:lnTo>
                  <a:lnTo>
                    <a:pt x="1432070" y="925023"/>
                  </a:lnTo>
                  <a:lnTo>
                    <a:pt x="1427055" y="930674"/>
                  </a:lnTo>
                  <a:lnTo>
                    <a:pt x="1421401" y="936225"/>
                  </a:lnTo>
                  <a:lnTo>
                    <a:pt x="1412180" y="942953"/>
                  </a:lnTo>
                  <a:cubicBezTo>
                    <a:pt x="1412180" y="942953"/>
                    <a:pt x="1400670" y="955567"/>
                    <a:pt x="1400233" y="955668"/>
                  </a:cubicBezTo>
                  <a:cubicBezTo>
                    <a:pt x="1399795" y="955769"/>
                    <a:pt x="1389699" y="962834"/>
                    <a:pt x="1389699" y="962834"/>
                  </a:cubicBezTo>
                  <a:cubicBezTo>
                    <a:pt x="1389699" y="962834"/>
                    <a:pt x="1380242" y="970133"/>
                    <a:pt x="1378626" y="970672"/>
                  </a:cubicBezTo>
                  <a:cubicBezTo>
                    <a:pt x="1377011" y="971210"/>
                    <a:pt x="1374722" y="971849"/>
                    <a:pt x="1374722" y="971849"/>
                  </a:cubicBezTo>
                  <a:lnTo>
                    <a:pt x="1364828" y="975314"/>
                  </a:lnTo>
                  <a:lnTo>
                    <a:pt x="1355169" y="975314"/>
                  </a:lnTo>
                  <a:cubicBezTo>
                    <a:pt x="1355169" y="975314"/>
                    <a:pt x="1348438" y="974776"/>
                    <a:pt x="1348001" y="974776"/>
                  </a:cubicBezTo>
                  <a:cubicBezTo>
                    <a:pt x="1347563" y="974776"/>
                    <a:pt x="1342549" y="974237"/>
                    <a:pt x="1341808" y="974338"/>
                  </a:cubicBezTo>
                  <a:cubicBezTo>
                    <a:pt x="1341034" y="974439"/>
                    <a:pt x="1337130" y="974776"/>
                    <a:pt x="1336255" y="974776"/>
                  </a:cubicBezTo>
                  <a:cubicBezTo>
                    <a:pt x="1335380" y="974776"/>
                    <a:pt x="1333428" y="974540"/>
                    <a:pt x="1332553" y="974237"/>
                  </a:cubicBezTo>
                  <a:cubicBezTo>
                    <a:pt x="1331678" y="973901"/>
                    <a:pt x="1328010" y="973262"/>
                    <a:pt x="1327135" y="973262"/>
                  </a:cubicBezTo>
                  <a:cubicBezTo>
                    <a:pt x="1326260" y="973262"/>
                    <a:pt x="1322995" y="972051"/>
                    <a:pt x="1322558" y="972051"/>
                  </a:cubicBezTo>
                  <a:cubicBezTo>
                    <a:pt x="1322120" y="972051"/>
                    <a:pt x="1317139" y="971513"/>
                    <a:pt x="1317139" y="971513"/>
                  </a:cubicBezTo>
                  <a:lnTo>
                    <a:pt x="1307582" y="967711"/>
                  </a:lnTo>
                  <a:lnTo>
                    <a:pt x="1302264" y="968351"/>
                  </a:lnTo>
                  <a:lnTo>
                    <a:pt x="1298024" y="968351"/>
                  </a:lnTo>
                  <a:lnTo>
                    <a:pt x="1293446" y="967812"/>
                  </a:lnTo>
                  <a:lnTo>
                    <a:pt x="1289307" y="966063"/>
                  </a:lnTo>
                  <a:lnTo>
                    <a:pt x="1284427" y="963574"/>
                  </a:lnTo>
                  <a:lnTo>
                    <a:pt x="1274735" y="954760"/>
                  </a:lnTo>
                  <a:cubicBezTo>
                    <a:pt x="1274735" y="954760"/>
                    <a:pt x="1272446" y="952271"/>
                    <a:pt x="1272143" y="952035"/>
                  </a:cubicBezTo>
                  <a:cubicBezTo>
                    <a:pt x="1271840" y="951800"/>
                    <a:pt x="1269956" y="949748"/>
                    <a:pt x="1269653" y="949546"/>
                  </a:cubicBezTo>
                  <a:cubicBezTo>
                    <a:pt x="1269316" y="949310"/>
                    <a:pt x="1267364" y="948234"/>
                    <a:pt x="1267028" y="948133"/>
                  </a:cubicBezTo>
                  <a:cubicBezTo>
                    <a:pt x="1266691" y="948032"/>
                    <a:pt x="1262249" y="947494"/>
                    <a:pt x="1262249" y="947494"/>
                  </a:cubicBezTo>
                  <a:lnTo>
                    <a:pt x="1253566" y="947494"/>
                  </a:lnTo>
                  <a:lnTo>
                    <a:pt x="1240508" y="947494"/>
                  </a:lnTo>
                  <a:lnTo>
                    <a:pt x="1236907" y="947696"/>
                  </a:lnTo>
                  <a:cubicBezTo>
                    <a:pt x="1236907" y="947696"/>
                    <a:pt x="1233777" y="947729"/>
                    <a:pt x="1233340" y="947830"/>
                  </a:cubicBezTo>
                  <a:cubicBezTo>
                    <a:pt x="1232902" y="947931"/>
                    <a:pt x="1229739" y="948806"/>
                    <a:pt x="1229739" y="948806"/>
                  </a:cubicBezTo>
                  <a:lnTo>
                    <a:pt x="1227450" y="949344"/>
                  </a:lnTo>
                  <a:cubicBezTo>
                    <a:pt x="1227450" y="949344"/>
                    <a:pt x="1224859" y="950858"/>
                    <a:pt x="1222873" y="951632"/>
                  </a:cubicBezTo>
                  <a:cubicBezTo>
                    <a:pt x="1220921" y="952405"/>
                    <a:pt x="1219507" y="953280"/>
                    <a:pt x="1219507" y="953280"/>
                  </a:cubicBezTo>
                  <a:lnTo>
                    <a:pt x="1216479" y="955870"/>
                  </a:lnTo>
                  <a:lnTo>
                    <a:pt x="1213753" y="957922"/>
                  </a:lnTo>
                  <a:cubicBezTo>
                    <a:pt x="1213753" y="957922"/>
                    <a:pt x="1210589" y="960513"/>
                    <a:pt x="1210152" y="960950"/>
                  </a:cubicBezTo>
                  <a:cubicBezTo>
                    <a:pt x="1209714" y="961387"/>
                    <a:pt x="1208099" y="964953"/>
                    <a:pt x="1208099" y="964953"/>
                  </a:cubicBezTo>
                  <a:lnTo>
                    <a:pt x="1205810" y="969831"/>
                  </a:lnTo>
                  <a:lnTo>
                    <a:pt x="1200358" y="975684"/>
                  </a:lnTo>
                  <a:lnTo>
                    <a:pt x="1198171" y="985675"/>
                  </a:lnTo>
                  <a:lnTo>
                    <a:pt x="1197194" y="987962"/>
                  </a:lnTo>
                  <a:lnTo>
                    <a:pt x="1195243" y="992403"/>
                  </a:lnTo>
                  <a:lnTo>
                    <a:pt x="1193728" y="996641"/>
                  </a:lnTo>
                  <a:lnTo>
                    <a:pt x="1191978" y="1000544"/>
                  </a:lnTo>
                  <a:lnTo>
                    <a:pt x="1191002" y="1004984"/>
                  </a:lnTo>
                  <a:lnTo>
                    <a:pt x="1190565" y="1009559"/>
                  </a:lnTo>
                  <a:lnTo>
                    <a:pt x="1189689" y="1012721"/>
                  </a:lnTo>
                  <a:lnTo>
                    <a:pt x="1188377" y="1015648"/>
                  </a:lnTo>
                  <a:lnTo>
                    <a:pt x="1185314" y="1019348"/>
                  </a:lnTo>
                  <a:lnTo>
                    <a:pt x="1184574" y="1021299"/>
                  </a:lnTo>
                  <a:lnTo>
                    <a:pt x="1184776" y="1024764"/>
                  </a:lnTo>
                  <a:cubicBezTo>
                    <a:pt x="1184776" y="1024764"/>
                    <a:pt x="1184776" y="1027153"/>
                    <a:pt x="1184776" y="1027691"/>
                  </a:cubicBezTo>
                  <a:cubicBezTo>
                    <a:pt x="1184776" y="1028229"/>
                    <a:pt x="1185819" y="1030752"/>
                    <a:pt x="1185819" y="1030752"/>
                  </a:cubicBezTo>
                  <a:lnTo>
                    <a:pt x="1188040" y="1033342"/>
                  </a:lnTo>
                  <a:lnTo>
                    <a:pt x="1191204" y="1036942"/>
                  </a:lnTo>
                  <a:lnTo>
                    <a:pt x="1192718" y="1043569"/>
                  </a:lnTo>
                  <a:lnTo>
                    <a:pt x="1192920" y="1046731"/>
                  </a:lnTo>
                  <a:lnTo>
                    <a:pt x="1198036" y="1054434"/>
                  </a:lnTo>
                  <a:lnTo>
                    <a:pt x="1201300" y="1059850"/>
                  </a:lnTo>
                  <a:lnTo>
                    <a:pt x="1207493" y="1064863"/>
                  </a:lnTo>
                  <a:lnTo>
                    <a:pt x="1218464" y="1074854"/>
                  </a:lnTo>
                  <a:lnTo>
                    <a:pt x="1221931" y="1078991"/>
                  </a:lnTo>
                  <a:lnTo>
                    <a:pt x="1225296" y="1082153"/>
                  </a:lnTo>
                  <a:lnTo>
                    <a:pt x="1226508" y="1085618"/>
                  </a:lnTo>
                  <a:lnTo>
                    <a:pt x="1226508" y="1089857"/>
                  </a:lnTo>
                  <a:lnTo>
                    <a:pt x="1226036" y="1095845"/>
                  </a:lnTo>
                  <a:lnTo>
                    <a:pt x="1222267" y="1100622"/>
                  </a:lnTo>
                  <a:cubicBezTo>
                    <a:pt x="1222267" y="1100622"/>
                    <a:pt x="1217926" y="1106273"/>
                    <a:pt x="1217589" y="1106273"/>
                  </a:cubicBezTo>
                  <a:cubicBezTo>
                    <a:pt x="1217253" y="1106273"/>
                    <a:pt x="1207493" y="1114851"/>
                    <a:pt x="1207493" y="1114851"/>
                  </a:cubicBezTo>
                  <a:lnTo>
                    <a:pt x="1196420" y="1123429"/>
                  </a:lnTo>
                  <a:lnTo>
                    <a:pt x="1185314" y="1129518"/>
                  </a:lnTo>
                  <a:lnTo>
                    <a:pt x="1166535" y="1137423"/>
                  </a:lnTo>
                  <a:lnTo>
                    <a:pt x="1159569" y="1140586"/>
                  </a:lnTo>
                  <a:lnTo>
                    <a:pt x="1153141" y="1142436"/>
                  </a:lnTo>
                  <a:cubicBezTo>
                    <a:pt x="1153141" y="1142436"/>
                    <a:pt x="1149136" y="1144824"/>
                    <a:pt x="1148799" y="1145160"/>
                  </a:cubicBezTo>
                  <a:cubicBezTo>
                    <a:pt x="1148463" y="1145497"/>
                    <a:pt x="1144323" y="1147784"/>
                    <a:pt x="1144020" y="1148087"/>
                  </a:cubicBezTo>
                  <a:cubicBezTo>
                    <a:pt x="1143684" y="1148423"/>
                    <a:pt x="1141193" y="1150812"/>
                    <a:pt x="1140857" y="1151552"/>
                  </a:cubicBezTo>
                  <a:cubicBezTo>
                    <a:pt x="1140520" y="1152292"/>
                    <a:pt x="1137794" y="1155589"/>
                    <a:pt x="1137794" y="1155589"/>
                  </a:cubicBezTo>
                  <a:lnTo>
                    <a:pt x="1135943" y="1158852"/>
                  </a:lnTo>
                  <a:lnTo>
                    <a:pt x="1134092" y="1162014"/>
                  </a:lnTo>
                  <a:lnTo>
                    <a:pt x="1131467" y="1165378"/>
                  </a:lnTo>
                  <a:lnTo>
                    <a:pt x="1129179" y="1168103"/>
                  </a:lnTo>
                  <a:lnTo>
                    <a:pt x="1126789" y="1172341"/>
                  </a:lnTo>
                  <a:lnTo>
                    <a:pt x="1123323" y="1175941"/>
                  </a:lnTo>
                  <a:lnTo>
                    <a:pt x="1120832" y="1180818"/>
                  </a:lnTo>
                  <a:lnTo>
                    <a:pt x="1115818" y="1189195"/>
                  </a:lnTo>
                  <a:lnTo>
                    <a:pt x="1094178" y="1207562"/>
                  </a:lnTo>
                  <a:cubicBezTo>
                    <a:pt x="1094178" y="1207562"/>
                    <a:pt x="1091351" y="1211262"/>
                    <a:pt x="1091014" y="1211599"/>
                  </a:cubicBezTo>
                  <a:cubicBezTo>
                    <a:pt x="1090678" y="1211935"/>
                    <a:pt x="1088288" y="1214963"/>
                    <a:pt x="1087851" y="1215198"/>
                  </a:cubicBezTo>
                  <a:cubicBezTo>
                    <a:pt x="1087413" y="1215400"/>
                    <a:pt x="1084923" y="1217048"/>
                    <a:pt x="1084923" y="1217048"/>
                  </a:cubicBezTo>
                  <a:cubicBezTo>
                    <a:pt x="1084923" y="1217048"/>
                    <a:pt x="1081557" y="1219437"/>
                    <a:pt x="1080783" y="1220110"/>
                  </a:cubicBezTo>
                  <a:cubicBezTo>
                    <a:pt x="1080043" y="1220749"/>
                    <a:pt x="1077519" y="1221287"/>
                    <a:pt x="1076105" y="1221422"/>
                  </a:cubicBezTo>
                  <a:cubicBezTo>
                    <a:pt x="1074692" y="1221522"/>
                    <a:pt x="1071966" y="1222296"/>
                    <a:pt x="1070889" y="1222498"/>
                  </a:cubicBezTo>
                  <a:cubicBezTo>
                    <a:pt x="1069812" y="1222733"/>
                    <a:pt x="1068398" y="1222834"/>
                    <a:pt x="1067523" y="1222935"/>
                  </a:cubicBezTo>
                  <a:cubicBezTo>
                    <a:pt x="1066648" y="1223036"/>
                    <a:pt x="1062745" y="1223373"/>
                    <a:pt x="1062745" y="1223373"/>
                  </a:cubicBezTo>
                  <a:cubicBezTo>
                    <a:pt x="1062745" y="1223373"/>
                    <a:pt x="1056451" y="1224146"/>
                    <a:pt x="1055340" y="1224146"/>
                  </a:cubicBezTo>
                  <a:cubicBezTo>
                    <a:pt x="1054263" y="1224146"/>
                    <a:pt x="1051436" y="1224584"/>
                    <a:pt x="1051436" y="1224584"/>
                  </a:cubicBezTo>
                  <a:lnTo>
                    <a:pt x="1046657" y="1226636"/>
                  </a:lnTo>
                  <a:lnTo>
                    <a:pt x="1040028" y="1230235"/>
                  </a:lnTo>
                  <a:lnTo>
                    <a:pt x="1034037" y="1234238"/>
                  </a:lnTo>
                  <a:cubicBezTo>
                    <a:pt x="1034037" y="1234238"/>
                    <a:pt x="1025994" y="1241202"/>
                    <a:pt x="1025657" y="1241504"/>
                  </a:cubicBezTo>
                  <a:cubicBezTo>
                    <a:pt x="1025321" y="1241841"/>
                    <a:pt x="1016873" y="1244734"/>
                    <a:pt x="1016873" y="1244734"/>
                  </a:cubicBezTo>
                  <a:lnTo>
                    <a:pt x="1002536" y="1244734"/>
                  </a:lnTo>
                  <a:lnTo>
                    <a:pt x="978944" y="1246079"/>
                  </a:lnTo>
                  <a:lnTo>
                    <a:pt x="959055" y="1248199"/>
                  </a:lnTo>
                  <a:lnTo>
                    <a:pt x="953199" y="1248636"/>
                  </a:lnTo>
                  <a:lnTo>
                    <a:pt x="941352" y="1246786"/>
                  </a:lnTo>
                  <a:lnTo>
                    <a:pt x="926242" y="1245272"/>
                  </a:lnTo>
                  <a:lnTo>
                    <a:pt x="916010" y="1245474"/>
                  </a:lnTo>
                  <a:lnTo>
                    <a:pt x="890130" y="1246113"/>
                  </a:lnTo>
                  <a:lnTo>
                    <a:pt x="883702" y="1246449"/>
                  </a:lnTo>
                  <a:lnTo>
                    <a:pt x="871250" y="1248064"/>
                  </a:lnTo>
                  <a:lnTo>
                    <a:pt x="860615" y="1248064"/>
                  </a:lnTo>
                  <a:cubicBezTo>
                    <a:pt x="860615" y="1248064"/>
                    <a:pt x="856711" y="1245508"/>
                    <a:pt x="856576" y="1245171"/>
                  </a:cubicBezTo>
                  <a:cubicBezTo>
                    <a:pt x="856475" y="1244835"/>
                    <a:pt x="852235" y="1243388"/>
                    <a:pt x="852235" y="1243388"/>
                  </a:cubicBezTo>
                  <a:lnTo>
                    <a:pt x="847692" y="1242850"/>
                  </a:lnTo>
                  <a:lnTo>
                    <a:pt x="842038" y="1243085"/>
                  </a:lnTo>
                  <a:lnTo>
                    <a:pt x="837898" y="1243422"/>
                  </a:lnTo>
                  <a:lnTo>
                    <a:pt x="833994" y="1244734"/>
                  </a:lnTo>
                  <a:lnTo>
                    <a:pt x="828677" y="1247459"/>
                  </a:lnTo>
                  <a:lnTo>
                    <a:pt x="815854" y="1255936"/>
                  </a:lnTo>
                  <a:lnTo>
                    <a:pt x="812354" y="1260073"/>
                  </a:lnTo>
                  <a:lnTo>
                    <a:pt x="803234" y="1262361"/>
                  </a:lnTo>
                  <a:lnTo>
                    <a:pt x="794214" y="1262563"/>
                  </a:lnTo>
                  <a:lnTo>
                    <a:pt x="785633" y="1262462"/>
                  </a:lnTo>
                  <a:lnTo>
                    <a:pt x="780079" y="1263437"/>
                  </a:lnTo>
                  <a:lnTo>
                    <a:pt x="770084" y="1267239"/>
                  </a:lnTo>
                  <a:lnTo>
                    <a:pt x="735184" y="1282444"/>
                  </a:lnTo>
                  <a:lnTo>
                    <a:pt x="719097" y="1288734"/>
                  </a:lnTo>
                  <a:lnTo>
                    <a:pt x="693890" y="1299062"/>
                  </a:lnTo>
                  <a:lnTo>
                    <a:pt x="667808" y="1313291"/>
                  </a:lnTo>
                  <a:lnTo>
                    <a:pt x="661817" y="1316117"/>
                  </a:lnTo>
                  <a:lnTo>
                    <a:pt x="655962" y="1322105"/>
                  </a:lnTo>
                  <a:lnTo>
                    <a:pt x="647817" y="1326344"/>
                  </a:lnTo>
                  <a:lnTo>
                    <a:pt x="645428" y="1328934"/>
                  </a:lnTo>
                  <a:lnTo>
                    <a:pt x="643476" y="1332096"/>
                  </a:lnTo>
                  <a:cubicBezTo>
                    <a:pt x="643476" y="1332096"/>
                    <a:pt x="639336" y="1333946"/>
                    <a:pt x="638899" y="1333946"/>
                  </a:cubicBezTo>
                  <a:cubicBezTo>
                    <a:pt x="638461" y="1333946"/>
                    <a:pt x="634860" y="1332432"/>
                    <a:pt x="634423" y="1332298"/>
                  </a:cubicBezTo>
                  <a:cubicBezTo>
                    <a:pt x="633985" y="1332197"/>
                    <a:pt x="633447" y="1329573"/>
                    <a:pt x="633447" y="1329573"/>
                  </a:cubicBezTo>
                  <a:lnTo>
                    <a:pt x="632134" y="1325973"/>
                  </a:lnTo>
                  <a:lnTo>
                    <a:pt x="627994" y="1324998"/>
                  </a:lnTo>
                  <a:lnTo>
                    <a:pt x="621600" y="1324022"/>
                  </a:lnTo>
                  <a:lnTo>
                    <a:pt x="616720" y="1324897"/>
                  </a:lnTo>
                  <a:cubicBezTo>
                    <a:pt x="616720" y="1324897"/>
                    <a:pt x="611403" y="1325671"/>
                    <a:pt x="611066" y="1325873"/>
                  </a:cubicBezTo>
                  <a:cubicBezTo>
                    <a:pt x="610730" y="1326074"/>
                    <a:pt x="606927" y="1325873"/>
                    <a:pt x="606489" y="1325873"/>
                  </a:cubicBezTo>
                  <a:cubicBezTo>
                    <a:pt x="606052" y="1325873"/>
                    <a:pt x="602350" y="1324796"/>
                    <a:pt x="602047" y="1324460"/>
                  </a:cubicBezTo>
                  <a:cubicBezTo>
                    <a:pt x="601710" y="1324123"/>
                    <a:pt x="600432" y="1322408"/>
                    <a:pt x="600432" y="1322408"/>
                  </a:cubicBezTo>
                  <a:lnTo>
                    <a:pt x="599119" y="1318505"/>
                  </a:lnTo>
                  <a:lnTo>
                    <a:pt x="599119" y="1311542"/>
                  </a:lnTo>
                  <a:lnTo>
                    <a:pt x="599119" y="1308077"/>
                  </a:lnTo>
                  <a:lnTo>
                    <a:pt x="599119" y="1303199"/>
                  </a:lnTo>
                  <a:cubicBezTo>
                    <a:pt x="599119" y="1303199"/>
                    <a:pt x="596797" y="1300273"/>
                    <a:pt x="596561" y="1299936"/>
                  </a:cubicBezTo>
                  <a:cubicBezTo>
                    <a:pt x="596359" y="1299600"/>
                    <a:pt x="594441" y="1298288"/>
                    <a:pt x="594441" y="1298288"/>
                  </a:cubicBezTo>
                  <a:lnTo>
                    <a:pt x="589426" y="1297851"/>
                  </a:lnTo>
                  <a:lnTo>
                    <a:pt x="584648" y="1300475"/>
                  </a:lnTo>
                  <a:lnTo>
                    <a:pt x="572262" y="1303199"/>
                  </a:lnTo>
                  <a:lnTo>
                    <a:pt x="539988" y="1302224"/>
                  </a:lnTo>
                  <a:lnTo>
                    <a:pt x="531170" y="1300374"/>
                  </a:lnTo>
                  <a:lnTo>
                    <a:pt x="518684" y="1299297"/>
                  </a:lnTo>
                  <a:lnTo>
                    <a:pt x="507275" y="1294621"/>
                  </a:lnTo>
                  <a:lnTo>
                    <a:pt x="486073" y="1282881"/>
                  </a:lnTo>
                  <a:lnTo>
                    <a:pt x="454774" y="1267575"/>
                  </a:lnTo>
                  <a:lnTo>
                    <a:pt x="438788" y="1259434"/>
                  </a:lnTo>
                  <a:lnTo>
                    <a:pt x="420750" y="1254859"/>
                  </a:lnTo>
                  <a:lnTo>
                    <a:pt x="411932" y="1252471"/>
                  </a:lnTo>
                  <a:lnTo>
                    <a:pt x="406480" y="1250621"/>
                  </a:lnTo>
                  <a:lnTo>
                    <a:pt x="398672" y="1248232"/>
                  </a:lnTo>
                  <a:lnTo>
                    <a:pt x="394634" y="1246046"/>
                  </a:lnTo>
                  <a:cubicBezTo>
                    <a:pt x="394634" y="1246046"/>
                    <a:pt x="391908" y="1242581"/>
                    <a:pt x="391706" y="1242244"/>
                  </a:cubicBezTo>
                  <a:cubicBezTo>
                    <a:pt x="391470" y="1241908"/>
                    <a:pt x="389619" y="1238107"/>
                    <a:pt x="389619" y="1238107"/>
                  </a:cubicBezTo>
                  <a:lnTo>
                    <a:pt x="389081" y="1233532"/>
                  </a:lnTo>
                  <a:lnTo>
                    <a:pt x="383629" y="1227443"/>
                  </a:lnTo>
                  <a:lnTo>
                    <a:pt x="376561" y="1219067"/>
                  </a:lnTo>
                  <a:lnTo>
                    <a:pt x="374912" y="1215366"/>
                  </a:lnTo>
                  <a:lnTo>
                    <a:pt x="371311" y="1210791"/>
                  </a:lnTo>
                  <a:lnTo>
                    <a:pt x="368383" y="1208840"/>
                  </a:lnTo>
                  <a:lnTo>
                    <a:pt x="365152" y="1208100"/>
                  </a:lnTo>
                  <a:lnTo>
                    <a:pt x="359936" y="1208100"/>
                  </a:lnTo>
                  <a:lnTo>
                    <a:pt x="355056" y="1208100"/>
                  </a:lnTo>
                  <a:lnTo>
                    <a:pt x="346036" y="1206586"/>
                  </a:lnTo>
                  <a:lnTo>
                    <a:pt x="337892" y="1204534"/>
                  </a:lnTo>
                  <a:lnTo>
                    <a:pt x="315949" y="1193770"/>
                  </a:lnTo>
                  <a:lnTo>
                    <a:pt x="284549" y="1183005"/>
                  </a:lnTo>
                  <a:lnTo>
                    <a:pt x="267285" y="1182366"/>
                  </a:lnTo>
                  <a:lnTo>
                    <a:pt x="213909" y="1185528"/>
                  </a:lnTo>
                  <a:lnTo>
                    <a:pt x="185773" y="1185528"/>
                  </a:lnTo>
                  <a:lnTo>
                    <a:pt x="139330" y="1179607"/>
                  </a:lnTo>
                  <a:lnTo>
                    <a:pt x="109075" y="1171938"/>
                  </a:lnTo>
                  <a:lnTo>
                    <a:pt x="84776" y="1167026"/>
                  </a:lnTo>
                  <a:lnTo>
                    <a:pt x="58593" y="1161476"/>
                  </a:lnTo>
                  <a:lnTo>
                    <a:pt x="23390" y="1148625"/>
                  </a:lnTo>
                  <a:lnTo>
                    <a:pt x="0" y="1142974"/>
                  </a:lnTo>
                  <a:lnTo>
                    <a:pt x="4341" y="1164100"/>
                  </a:lnTo>
                  <a:lnTo>
                    <a:pt x="9255" y="1184956"/>
                  </a:lnTo>
                  <a:lnTo>
                    <a:pt x="18813" y="1206687"/>
                  </a:lnTo>
                  <a:lnTo>
                    <a:pt x="19957" y="1215232"/>
                  </a:lnTo>
                  <a:lnTo>
                    <a:pt x="22919" y="1221253"/>
                  </a:lnTo>
                  <a:cubicBezTo>
                    <a:pt x="22919" y="1221253"/>
                    <a:pt x="24669" y="1228217"/>
                    <a:pt x="24736" y="1228553"/>
                  </a:cubicBezTo>
                  <a:cubicBezTo>
                    <a:pt x="24803" y="1228923"/>
                    <a:pt x="25375" y="1231581"/>
                    <a:pt x="25375" y="1231883"/>
                  </a:cubicBezTo>
                  <a:cubicBezTo>
                    <a:pt x="25375" y="1232186"/>
                    <a:pt x="27395" y="1236458"/>
                    <a:pt x="27462" y="1236896"/>
                  </a:cubicBezTo>
                  <a:cubicBezTo>
                    <a:pt x="27529" y="1237333"/>
                    <a:pt x="29784" y="1241874"/>
                    <a:pt x="29784" y="1241874"/>
                  </a:cubicBezTo>
                  <a:lnTo>
                    <a:pt x="28977" y="1245205"/>
                  </a:lnTo>
                  <a:lnTo>
                    <a:pt x="28842" y="1248602"/>
                  </a:lnTo>
                  <a:cubicBezTo>
                    <a:pt x="28842" y="1248602"/>
                    <a:pt x="30727" y="1250991"/>
                    <a:pt x="31467" y="1251933"/>
                  </a:cubicBezTo>
                  <a:cubicBezTo>
                    <a:pt x="32174" y="1252875"/>
                    <a:pt x="34294" y="1256945"/>
                    <a:pt x="34294" y="1256945"/>
                  </a:cubicBezTo>
                  <a:cubicBezTo>
                    <a:pt x="34294" y="1256945"/>
                    <a:pt x="34159" y="1259031"/>
                    <a:pt x="33991" y="1259266"/>
                  </a:cubicBezTo>
                  <a:cubicBezTo>
                    <a:pt x="33857" y="1259468"/>
                    <a:pt x="33688" y="1262226"/>
                    <a:pt x="33688" y="1262226"/>
                  </a:cubicBezTo>
                  <a:cubicBezTo>
                    <a:pt x="33688" y="1262226"/>
                    <a:pt x="35876" y="1263673"/>
                    <a:pt x="36212" y="1263976"/>
                  </a:cubicBezTo>
                  <a:cubicBezTo>
                    <a:pt x="36583" y="1264278"/>
                    <a:pt x="37727" y="1265792"/>
                    <a:pt x="37794" y="1265994"/>
                  </a:cubicBezTo>
                  <a:cubicBezTo>
                    <a:pt x="37861" y="1266196"/>
                    <a:pt x="38366" y="1267575"/>
                    <a:pt x="38366" y="1267878"/>
                  </a:cubicBezTo>
                  <a:cubicBezTo>
                    <a:pt x="38366" y="1268181"/>
                    <a:pt x="38871" y="1270132"/>
                    <a:pt x="38871" y="1270132"/>
                  </a:cubicBezTo>
                  <a:lnTo>
                    <a:pt x="36616" y="1272621"/>
                  </a:lnTo>
                  <a:cubicBezTo>
                    <a:pt x="36616" y="1272621"/>
                    <a:pt x="30457" y="1276961"/>
                    <a:pt x="30020" y="1276961"/>
                  </a:cubicBezTo>
                  <a:cubicBezTo>
                    <a:pt x="29582" y="1276961"/>
                    <a:pt x="26621" y="1279046"/>
                    <a:pt x="25948" y="1279214"/>
                  </a:cubicBezTo>
                  <a:cubicBezTo>
                    <a:pt x="25308" y="1279349"/>
                    <a:pt x="22986" y="1280728"/>
                    <a:pt x="22246" y="1280896"/>
                  </a:cubicBezTo>
                  <a:cubicBezTo>
                    <a:pt x="21539" y="1281031"/>
                    <a:pt x="18779" y="1282982"/>
                    <a:pt x="17467" y="1283285"/>
                  </a:cubicBezTo>
                  <a:cubicBezTo>
                    <a:pt x="16154" y="1283588"/>
                    <a:pt x="16087" y="1284227"/>
                    <a:pt x="15885" y="1284294"/>
                  </a:cubicBezTo>
                  <a:cubicBezTo>
                    <a:pt x="15683" y="1284361"/>
                    <a:pt x="14943" y="1285875"/>
                    <a:pt x="15077" y="1286178"/>
                  </a:cubicBezTo>
                  <a:cubicBezTo>
                    <a:pt x="15212" y="1286481"/>
                    <a:pt x="15077" y="1287759"/>
                    <a:pt x="15077" y="1288062"/>
                  </a:cubicBezTo>
                  <a:cubicBezTo>
                    <a:pt x="15077" y="1288364"/>
                    <a:pt x="16827" y="1291022"/>
                    <a:pt x="16827" y="1291022"/>
                  </a:cubicBezTo>
                  <a:lnTo>
                    <a:pt x="20294" y="1294924"/>
                  </a:lnTo>
                  <a:cubicBezTo>
                    <a:pt x="20294" y="1294924"/>
                    <a:pt x="21741" y="1299566"/>
                    <a:pt x="22380" y="1300340"/>
                  </a:cubicBezTo>
                  <a:cubicBezTo>
                    <a:pt x="23020" y="1301147"/>
                    <a:pt x="25847" y="1304410"/>
                    <a:pt x="25780" y="1304612"/>
                  </a:cubicBezTo>
                  <a:cubicBezTo>
                    <a:pt x="25712" y="1304814"/>
                    <a:pt x="25780" y="1307371"/>
                    <a:pt x="25780" y="1307371"/>
                  </a:cubicBezTo>
                  <a:lnTo>
                    <a:pt x="29414" y="1314469"/>
                  </a:lnTo>
                  <a:lnTo>
                    <a:pt x="32174" y="1318674"/>
                  </a:lnTo>
                  <a:lnTo>
                    <a:pt x="34058" y="1323585"/>
                  </a:lnTo>
                  <a:cubicBezTo>
                    <a:pt x="34058" y="1323585"/>
                    <a:pt x="35943" y="1326478"/>
                    <a:pt x="36313" y="1327151"/>
                  </a:cubicBezTo>
                  <a:cubicBezTo>
                    <a:pt x="36684" y="1327790"/>
                    <a:pt x="38635" y="1330481"/>
                    <a:pt x="38905" y="1330784"/>
                  </a:cubicBezTo>
                  <a:cubicBezTo>
                    <a:pt x="39208" y="1331087"/>
                    <a:pt x="40655" y="1332096"/>
                    <a:pt x="40924" y="1332163"/>
                  </a:cubicBezTo>
                  <a:cubicBezTo>
                    <a:pt x="41227" y="1332230"/>
                    <a:pt x="43886" y="1334619"/>
                    <a:pt x="44626" y="1334854"/>
                  </a:cubicBezTo>
                  <a:cubicBezTo>
                    <a:pt x="45333" y="1335056"/>
                    <a:pt x="46814" y="1336435"/>
                    <a:pt x="46814" y="1336435"/>
                  </a:cubicBezTo>
                  <a:lnTo>
                    <a:pt x="47116" y="1339900"/>
                  </a:lnTo>
                  <a:lnTo>
                    <a:pt x="50145" y="1343432"/>
                  </a:lnTo>
                  <a:cubicBezTo>
                    <a:pt x="50145" y="1343432"/>
                    <a:pt x="53410" y="1346628"/>
                    <a:pt x="54419" y="1347267"/>
                  </a:cubicBezTo>
                  <a:cubicBezTo>
                    <a:pt x="55429" y="1347907"/>
                    <a:pt x="57314" y="1349353"/>
                    <a:pt x="59064" y="1350530"/>
                  </a:cubicBezTo>
                  <a:cubicBezTo>
                    <a:pt x="60814" y="1351674"/>
                    <a:pt x="60881" y="1352852"/>
                    <a:pt x="60881" y="1352852"/>
                  </a:cubicBezTo>
                  <a:cubicBezTo>
                    <a:pt x="60881" y="1352852"/>
                    <a:pt x="62126" y="1352986"/>
                    <a:pt x="63203" y="1352482"/>
                  </a:cubicBezTo>
                  <a:cubicBezTo>
                    <a:pt x="64280" y="1351977"/>
                    <a:pt x="65593" y="1352482"/>
                    <a:pt x="65896" y="1352482"/>
                  </a:cubicBezTo>
                  <a:cubicBezTo>
                    <a:pt x="66199" y="1352482"/>
                    <a:pt x="68723" y="1355509"/>
                    <a:pt x="68723" y="1355509"/>
                  </a:cubicBezTo>
                  <a:lnTo>
                    <a:pt x="69362" y="1357830"/>
                  </a:lnTo>
                  <a:lnTo>
                    <a:pt x="74074" y="1358705"/>
                  </a:lnTo>
                  <a:lnTo>
                    <a:pt x="74444" y="1360959"/>
                  </a:lnTo>
                  <a:lnTo>
                    <a:pt x="74579" y="1362641"/>
                  </a:lnTo>
                  <a:cubicBezTo>
                    <a:pt x="74579" y="1362641"/>
                    <a:pt x="74646" y="1365601"/>
                    <a:pt x="74646" y="1365904"/>
                  </a:cubicBezTo>
                  <a:cubicBezTo>
                    <a:pt x="74646" y="1366207"/>
                    <a:pt x="74646" y="1369032"/>
                    <a:pt x="74579" y="1369671"/>
                  </a:cubicBezTo>
                  <a:cubicBezTo>
                    <a:pt x="74511" y="1370311"/>
                    <a:pt x="74074" y="1371925"/>
                    <a:pt x="73838" y="1372363"/>
                  </a:cubicBezTo>
                  <a:cubicBezTo>
                    <a:pt x="73636" y="1372800"/>
                    <a:pt x="72593" y="1373607"/>
                    <a:pt x="72593" y="1373607"/>
                  </a:cubicBezTo>
                  <a:cubicBezTo>
                    <a:pt x="72593" y="1373607"/>
                    <a:pt x="71146" y="1375188"/>
                    <a:pt x="70944" y="1375424"/>
                  </a:cubicBezTo>
                  <a:cubicBezTo>
                    <a:pt x="70708" y="1375626"/>
                    <a:pt x="70574" y="1377509"/>
                    <a:pt x="70641" y="1377812"/>
                  </a:cubicBezTo>
                  <a:cubicBezTo>
                    <a:pt x="70708" y="1378115"/>
                    <a:pt x="71280" y="1379494"/>
                    <a:pt x="71280" y="1379898"/>
                  </a:cubicBezTo>
                  <a:cubicBezTo>
                    <a:pt x="71280" y="1380335"/>
                    <a:pt x="71146" y="1381849"/>
                    <a:pt x="70910" y="1382656"/>
                  </a:cubicBezTo>
                  <a:cubicBezTo>
                    <a:pt x="70675" y="1383464"/>
                    <a:pt x="69732" y="1383228"/>
                    <a:pt x="69732" y="1383228"/>
                  </a:cubicBezTo>
                  <a:cubicBezTo>
                    <a:pt x="69732" y="1383228"/>
                    <a:pt x="67780" y="1384809"/>
                    <a:pt x="67410" y="1385045"/>
                  </a:cubicBezTo>
                  <a:cubicBezTo>
                    <a:pt x="67040" y="1385246"/>
                    <a:pt x="66535" y="1386121"/>
                    <a:pt x="66535" y="1386121"/>
                  </a:cubicBezTo>
                  <a:lnTo>
                    <a:pt x="65223" y="1389822"/>
                  </a:lnTo>
                  <a:lnTo>
                    <a:pt x="64583" y="1392849"/>
                  </a:lnTo>
                  <a:lnTo>
                    <a:pt x="63944" y="1395036"/>
                  </a:lnTo>
                  <a:lnTo>
                    <a:pt x="63304" y="1396919"/>
                  </a:lnTo>
                  <a:cubicBezTo>
                    <a:pt x="63304" y="1396919"/>
                    <a:pt x="62429" y="1399005"/>
                    <a:pt x="62227" y="1399308"/>
                  </a:cubicBezTo>
                  <a:cubicBezTo>
                    <a:pt x="62025" y="1399611"/>
                    <a:pt x="61420" y="1401192"/>
                    <a:pt x="61352" y="1401494"/>
                  </a:cubicBezTo>
                  <a:cubicBezTo>
                    <a:pt x="61285" y="1401797"/>
                    <a:pt x="63170" y="1402571"/>
                    <a:pt x="63742" y="1402571"/>
                  </a:cubicBezTo>
                  <a:cubicBezTo>
                    <a:pt x="64314" y="1402571"/>
                    <a:pt x="67444" y="1402874"/>
                    <a:pt x="67444" y="1402874"/>
                  </a:cubicBezTo>
                  <a:lnTo>
                    <a:pt x="70136" y="1402672"/>
                  </a:lnTo>
                  <a:lnTo>
                    <a:pt x="71011" y="1402100"/>
                  </a:lnTo>
                  <a:lnTo>
                    <a:pt x="71718" y="1399779"/>
                  </a:lnTo>
                  <a:lnTo>
                    <a:pt x="75622" y="1400216"/>
                  </a:lnTo>
                  <a:lnTo>
                    <a:pt x="75622" y="1402806"/>
                  </a:lnTo>
                  <a:cubicBezTo>
                    <a:pt x="75622" y="1402806"/>
                    <a:pt x="79189" y="1404556"/>
                    <a:pt x="79761" y="1404690"/>
                  </a:cubicBezTo>
                  <a:cubicBezTo>
                    <a:pt x="80333" y="1404825"/>
                    <a:pt x="86223" y="1405397"/>
                    <a:pt x="86223" y="1405397"/>
                  </a:cubicBezTo>
                  <a:lnTo>
                    <a:pt x="92180" y="1405531"/>
                  </a:lnTo>
                  <a:lnTo>
                    <a:pt x="94065" y="1403345"/>
                  </a:lnTo>
                  <a:lnTo>
                    <a:pt x="95815" y="1399140"/>
                  </a:lnTo>
                  <a:lnTo>
                    <a:pt x="99719" y="1397559"/>
                  </a:lnTo>
                  <a:lnTo>
                    <a:pt x="103925" y="1393656"/>
                  </a:lnTo>
                  <a:lnTo>
                    <a:pt x="109579" y="1388577"/>
                  </a:lnTo>
                  <a:cubicBezTo>
                    <a:pt x="109579" y="1388577"/>
                    <a:pt x="114661" y="1385684"/>
                    <a:pt x="115806" y="1385246"/>
                  </a:cubicBezTo>
                  <a:cubicBezTo>
                    <a:pt x="116950" y="1384809"/>
                    <a:pt x="119878" y="1384675"/>
                    <a:pt x="119878" y="1384675"/>
                  </a:cubicBezTo>
                  <a:lnTo>
                    <a:pt x="122334" y="1383228"/>
                  </a:lnTo>
                  <a:lnTo>
                    <a:pt x="124656" y="1380335"/>
                  </a:lnTo>
                  <a:lnTo>
                    <a:pt x="126844" y="1380032"/>
                  </a:lnTo>
                  <a:lnTo>
                    <a:pt x="129604" y="1380167"/>
                  </a:lnTo>
                  <a:lnTo>
                    <a:pt x="132195" y="1377543"/>
                  </a:lnTo>
                  <a:lnTo>
                    <a:pt x="135090" y="1375357"/>
                  </a:lnTo>
                  <a:cubicBezTo>
                    <a:pt x="135090" y="1375357"/>
                    <a:pt x="141888" y="1374482"/>
                    <a:pt x="142494" y="1374482"/>
                  </a:cubicBezTo>
                  <a:cubicBezTo>
                    <a:pt x="143066" y="1374482"/>
                    <a:pt x="148148" y="1375491"/>
                    <a:pt x="148148" y="1375491"/>
                  </a:cubicBezTo>
                  <a:lnTo>
                    <a:pt x="152051" y="1373876"/>
                  </a:lnTo>
                  <a:lnTo>
                    <a:pt x="157133" y="1372867"/>
                  </a:lnTo>
                  <a:lnTo>
                    <a:pt x="161037" y="1375121"/>
                  </a:lnTo>
                  <a:lnTo>
                    <a:pt x="162484" y="1375256"/>
                  </a:lnTo>
                  <a:lnTo>
                    <a:pt x="165244" y="1376635"/>
                  </a:lnTo>
                  <a:cubicBezTo>
                    <a:pt x="165244" y="1376635"/>
                    <a:pt x="167936" y="1376635"/>
                    <a:pt x="168206" y="1376635"/>
                  </a:cubicBezTo>
                  <a:cubicBezTo>
                    <a:pt x="168475" y="1376635"/>
                    <a:pt x="170965" y="1376568"/>
                    <a:pt x="170965" y="1376568"/>
                  </a:cubicBezTo>
                  <a:cubicBezTo>
                    <a:pt x="170965" y="1376568"/>
                    <a:pt x="173792" y="1376568"/>
                    <a:pt x="174297" y="1376500"/>
                  </a:cubicBezTo>
                  <a:cubicBezTo>
                    <a:pt x="174802" y="1376433"/>
                    <a:pt x="178134" y="1376870"/>
                    <a:pt x="178437" y="1376870"/>
                  </a:cubicBezTo>
                  <a:cubicBezTo>
                    <a:pt x="178739" y="1376870"/>
                    <a:pt x="180187" y="1376568"/>
                    <a:pt x="180321" y="1376063"/>
                  </a:cubicBezTo>
                  <a:cubicBezTo>
                    <a:pt x="180456" y="1375558"/>
                    <a:pt x="181567" y="1375424"/>
                    <a:pt x="181634" y="1375188"/>
                  </a:cubicBezTo>
                  <a:cubicBezTo>
                    <a:pt x="181701" y="1374986"/>
                    <a:pt x="182139" y="1373876"/>
                    <a:pt x="182139" y="1373876"/>
                  </a:cubicBezTo>
                  <a:lnTo>
                    <a:pt x="182711" y="1372564"/>
                  </a:lnTo>
                  <a:lnTo>
                    <a:pt x="183720" y="1371320"/>
                  </a:lnTo>
                  <a:cubicBezTo>
                    <a:pt x="183720" y="1371320"/>
                    <a:pt x="183855" y="1369941"/>
                    <a:pt x="183855" y="1369571"/>
                  </a:cubicBezTo>
                  <a:cubicBezTo>
                    <a:pt x="183855" y="1369200"/>
                    <a:pt x="185437" y="1367552"/>
                    <a:pt x="185437" y="1367552"/>
                  </a:cubicBezTo>
                  <a:cubicBezTo>
                    <a:pt x="185437" y="1367552"/>
                    <a:pt x="186749" y="1366745"/>
                    <a:pt x="187187" y="1366677"/>
                  </a:cubicBezTo>
                  <a:cubicBezTo>
                    <a:pt x="187624" y="1366610"/>
                    <a:pt x="188567" y="1368494"/>
                    <a:pt x="188567" y="1368494"/>
                  </a:cubicBezTo>
                  <a:cubicBezTo>
                    <a:pt x="188567" y="1368494"/>
                    <a:pt x="192033" y="1369806"/>
                    <a:pt x="192908" y="1369941"/>
                  </a:cubicBezTo>
                  <a:cubicBezTo>
                    <a:pt x="193783" y="1370075"/>
                    <a:pt x="194860" y="1370580"/>
                    <a:pt x="194860" y="1370580"/>
                  </a:cubicBezTo>
                  <a:cubicBezTo>
                    <a:pt x="194860" y="1370580"/>
                    <a:pt x="200009" y="1372262"/>
                    <a:pt x="200278" y="1372463"/>
                  </a:cubicBezTo>
                  <a:cubicBezTo>
                    <a:pt x="200581" y="1372665"/>
                    <a:pt x="201591" y="1372463"/>
                    <a:pt x="201591" y="1372463"/>
                  </a:cubicBezTo>
                  <a:cubicBezTo>
                    <a:pt x="201591" y="1372463"/>
                    <a:pt x="204048" y="1373405"/>
                    <a:pt x="204351" y="1373473"/>
                  </a:cubicBezTo>
                  <a:cubicBezTo>
                    <a:pt x="204654" y="1373540"/>
                    <a:pt x="207918" y="1374549"/>
                    <a:pt x="208995" y="1374785"/>
                  </a:cubicBezTo>
                  <a:cubicBezTo>
                    <a:pt x="210072" y="1374986"/>
                    <a:pt x="211384" y="1375087"/>
                    <a:pt x="211687" y="1375121"/>
                  </a:cubicBezTo>
                  <a:cubicBezTo>
                    <a:pt x="211990" y="1375155"/>
                    <a:pt x="213774" y="1375054"/>
                    <a:pt x="214380" y="1375155"/>
                  </a:cubicBezTo>
                  <a:cubicBezTo>
                    <a:pt x="214952" y="1375222"/>
                    <a:pt x="215894" y="1375087"/>
                    <a:pt x="216567" y="1375155"/>
                  </a:cubicBezTo>
                  <a:cubicBezTo>
                    <a:pt x="217207" y="1375222"/>
                    <a:pt x="218519" y="1375155"/>
                    <a:pt x="218519" y="1375155"/>
                  </a:cubicBezTo>
                  <a:lnTo>
                    <a:pt x="218755" y="1376399"/>
                  </a:lnTo>
                  <a:cubicBezTo>
                    <a:pt x="218755" y="1376399"/>
                    <a:pt x="220067" y="1378216"/>
                    <a:pt x="220269" y="1378216"/>
                  </a:cubicBezTo>
                  <a:cubicBezTo>
                    <a:pt x="220505" y="1378216"/>
                    <a:pt x="223298" y="1379797"/>
                    <a:pt x="223534" y="1379898"/>
                  </a:cubicBezTo>
                  <a:cubicBezTo>
                    <a:pt x="223769" y="1379965"/>
                    <a:pt x="226159" y="1381916"/>
                    <a:pt x="226428" y="1381916"/>
                  </a:cubicBezTo>
                  <a:cubicBezTo>
                    <a:pt x="226697" y="1381916"/>
                    <a:pt x="228952" y="1384237"/>
                    <a:pt x="228952" y="1384237"/>
                  </a:cubicBezTo>
                  <a:lnTo>
                    <a:pt x="229827" y="1385751"/>
                  </a:lnTo>
                  <a:lnTo>
                    <a:pt x="230399" y="1388510"/>
                  </a:lnTo>
                  <a:lnTo>
                    <a:pt x="230534" y="1391638"/>
                  </a:lnTo>
                  <a:cubicBezTo>
                    <a:pt x="230534" y="1391638"/>
                    <a:pt x="231779" y="1394363"/>
                    <a:pt x="232082" y="1394464"/>
                  </a:cubicBezTo>
                  <a:cubicBezTo>
                    <a:pt x="232419" y="1394565"/>
                    <a:pt x="233159" y="1395675"/>
                    <a:pt x="233496" y="1395978"/>
                  </a:cubicBezTo>
                  <a:cubicBezTo>
                    <a:pt x="233832" y="1396314"/>
                    <a:pt x="234371" y="1397290"/>
                    <a:pt x="234371" y="1397290"/>
                  </a:cubicBezTo>
                  <a:lnTo>
                    <a:pt x="235683" y="1401629"/>
                  </a:lnTo>
                  <a:lnTo>
                    <a:pt x="235246" y="1402605"/>
                  </a:lnTo>
                  <a:cubicBezTo>
                    <a:pt x="235246" y="1402605"/>
                    <a:pt x="234269" y="1403917"/>
                    <a:pt x="233933" y="1404118"/>
                  </a:cubicBezTo>
                  <a:cubicBezTo>
                    <a:pt x="233597" y="1404354"/>
                    <a:pt x="232957" y="1404892"/>
                    <a:pt x="232957" y="1405195"/>
                  </a:cubicBezTo>
                  <a:cubicBezTo>
                    <a:pt x="232957" y="1405531"/>
                    <a:pt x="233933" y="1407045"/>
                    <a:pt x="233933" y="1407045"/>
                  </a:cubicBezTo>
                  <a:cubicBezTo>
                    <a:pt x="233933" y="1407045"/>
                    <a:pt x="233933" y="1410510"/>
                    <a:pt x="233933" y="1410846"/>
                  </a:cubicBezTo>
                  <a:cubicBezTo>
                    <a:pt x="233933" y="1411183"/>
                    <a:pt x="232991" y="1413470"/>
                    <a:pt x="232991" y="1413470"/>
                  </a:cubicBezTo>
                  <a:cubicBezTo>
                    <a:pt x="232991" y="1413470"/>
                    <a:pt x="231846" y="1414681"/>
                    <a:pt x="231846" y="1414984"/>
                  </a:cubicBezTo>
                  <a:cubicBezTo>
                    <a:pt x="231846" y="1415320"/>
                    <a:pt x="231308" y="1415859"/>
                    <a:pt x="230668" y="1416632"/>
                  </a:cubicBezTo>
                  <a:cubicBezTo>
                    <a:pt x="230029" y="1417406"/>
                    <a:pt x="228481" y="1418920"/>
                    <a:pt x="228178" y="1419021"/>
                  </a:cubicBezTo>
                  <a:cubicBezTo>
                    <a:pt x="227842" y="1419122"/>
                    <a:pt x="227101" y="1420333"/>
                    <a:pt x="227101" y="1420333"/>
                  </a:cubicBezTo>
                  <a:lnTo>
                    <a:pt x="224813" y="1422519"/>
                  </a:lnTo>
                  <a:cubicBezTo>
                    <a:pt x="224813" y="1422519"/>
                    <a:pt x="223601" y="1423495"/>
                    <a:pt x="223063" y="1423730"/>
                  </a:cubicBezTo>
                  <a:cubicBezTo>
                    <a:pt x="222524" y="1423932"/>
                    <a:pt x="221548" y="1424941"/>
                    <a:pt x="221548" y="1424941"/>
                  </a:cubicBezTo>
                  <a:cubicBezTo>
                    <a:pt x="221548" y="1424941"/>
                    <a:pt x="220135" y="1425917"/>
                    <a:pt x="219697" y="1426556"/>
                  </a:cubicBezTo>
                  <a:cubicBezTo>
                    <a:pt x="219260" y="1427195"/>
                    <a:pt x="218284" y="1428171"/>
                    <a:pt x="218284" y="1428171"/>
                  </a:cubicBezTo>
                  <a:cubicBezTo>
                    <a:pt x="218284" y="1428171"/>
                    <a:pt x="218385" y="1430021"/>
                    <a:pt x="218485" y="1430660"/>
                  </a:cubicBezTo>
                  <a:cubicBezTo>
                    <a:pt x="218587" y="1431299"/>
                    <a:pt x="217846" y="1431736"/>
                    <a:pt x="217308" y="1432073"/>
                  </a:cubicBezTo>
                  <a:cubicBezTo>
                    <a:pt x="216769" y="1432409"/>
                    <a:pt x="216231" y="1432611"/>
                    <a:pt x="216231" y="1432611"/>
                  </a:cubicBezTo>
                  <a:cubicBezTo>
                    <a:pt x="216231" y="1432611"/>
                    <a:pt x="214481" y="1433923"/>
                    <a:pt x="214178" y="1434024"/>
                  </a:cubicBezTo>
                  <a:cubicBezTo>
                    <a:pt x="213841" y="1434125"/>
                    <a:pt x="210577" y="1439036"/>
                    <a:pt x="210577" y="1439036"/>
                  </a:cubicBezTo>
                  <a:cubicBezTo>
                    <a:pt x="210577" y="1439036"/>
                    <a:pt x="209601" y="1440449"/>
                    <a:pt x="208961" y="1441425"/>
                  </a:cubicBezTo>
                  <a:cubicBezTo>
                    <a:pt x="208322" y="1442400"/>
                    <a:pt x="207110" y="1443477"/>
                    <a:pt x="206908" y="1444015"/>
                  </a:cubicBezTo>
                  <a:cubicBezTo>
                    <a:pt x="206706" y="1444553"/>
                    <a:pt x="205832" y="1446504"/>
                    <a:pt x="205832" y="1446504"/>
                  </a:cubicBezTo>
                  <a:cubicBezTo>
                    <a:pt x="205832" y="1446504"/>
                    <a:pt x="206033" y="1448018"/>
                    <a:pt x="206807" y="1448691"/>
                  </a:cubicBezTo>
                  <a:cubicBezTo>
                    <a:pt x="207581" y="1449330"/>
                    <a:pt x="208019" y="1452055"/>
                    <a:pt x="208019" y="1452694"/>
                  </a:cubicBezTo>
                  <a:cubicBezTo>
                    <a:pt x="208019" y="1453333"/>
                    <a:pt x="207481" y="1454309"/>
                    <a:pt x="207245" y="1454746"/>
                  </a:cubicBezTo>
                  <a:cubicBezTo>
                    <a:pt x="207009" y="1455183"/>
                    <a:pt x="205730" y="1455621"/>
                    <a:pt x="205192" y="1456260"/>
                  </a:cubicBezTo>
                  <a:cubicBezTo>
                    <a:pt x="204654" y="1456899"/>
                    <a:pt x="202601" y="1458177"/>
                    <a:pt x="202601" y="1458177"/>
                  </a:cubicBezTo>
                  <a:cubicBezTo>
                    <a:pt x="202601" y="1458177"/>
                    <a:pt x="201288" y="1458648"/>
                    <a:pt x="200110" y="1458312"/>
                  </a:cubicBezTo>
                  <a:cubicBezTo>
                    <a:pt x="198898" y="1457975"/>
                    <a:pt x="196644" y="1458312"/>
                    <a:pt x="196644" y="1458312"/>
                  </a:cubicBezTo>
                  <a:lnTo>
                    <a:pt x="196442" y="1458312"/>
                  </a:lnTo>
                  <a:lnTo>
                    <a:pt x="195028" y="1459557"/>
                  </a:lnTo>
                  <a:lnTo>
                    <a:pt x="193716" y="1461239"/>
                  </a:lnTo>
                  <a:cubicBezTo>
                    <a:pt x="193716" y="1461239"/>
                    <a:pt x="192538" y="1462988"/>
                    <a:pt x="192201" y="1463425"/>
                  </a:cubicBezTo>
                  <a:cubicBezTo>
                    <a:pt x="191865" y="1463862"/>
                    <a:pt x="191023" y="1464602"/>
                    <a:pt x="190451" y="1465174"/>
                  </a:cubicBezTo>
                  <a:cubicBezTo>
                    <a:pt x="189913" y="1465713"/>
                    <a:pt x="187961" y="1467025"/>
                    <a:pt x="187961" y="1467025"/>
                  </a:cubicBezTo>
                  <a:lnTo>
                    <a:pt x="186884" y="1467025"/>
                  </a:lnTo>
                  <a:lnTo>
                    <a:pt x="182744" y="1467025"/>
                  </a:lnTo>
                  <a:lnTo>
                    <a:pt x="180793" y="1467025"/>
                  </a:lnTo>
                  <a:lnTo>
                    <a:pt x="178605" y="1467899"/>
                  </a:lnTo>
                  <a:cubicBezTo>
                    <a:pt x="178605" y="1467899"/>
                    <a:pt x="177730" y="1468774"/>
                    <a:pt x="177393" y="1468875"/>
                  </a:cubicBezTo>
                  <a:cubicBezTo>
                    <a:pt x="177057" y="1468976"/>
                    <a:pt x="176754" y="1469648"/>
                    <a:pt x="175879" y="1470287"/>
                  </a:cubicBezTo>
                  <a:cubicBezTo>
                    <a:pt x="175004" y="1470927"/>
                    <a:pt x="173826" y="1471902"/>
                    <a:pt x="173388" y="1472474"/>
                  </a:cubicBezTo>
                  <a:cubicBezTo>
                    <a:pt x="172951" y="1473012"/>
                    <a:pt x="172513" y="1473012"/>
                    <a:pt x="171538" y="1473248"/>
                  </a:cubicBezTo>
                  <a:cubicBezTo>
                    <a:pt x="170561" y="1473483"/>
                    <a:pt x="170461" y="1474122"/>
                    <a:pt x="170124" y="1474324"/>
                  </a:cubicBezTo>
                  <a:cubicBezTo>
                    <a:pt x="169787" y="1474560"/>
                    <a:pt x="167936" y="1475535"/>
                    <a:pt x="167936" y="1475535"/>
                  </a:cubicBezTo>
                  <a:cubicBezTo>
                    <a:pt x="167936" y="1475535"/>
                    <a:pt x="166422" y="1477823"/>
                    <a:pt x="166186" y="1478126"/>
                  </a:cubicBezTo>
                  <a:cubicBezTo>
                    <a:pt x="165984" y="1478462"/>
                    <a:pt x="165311" y="1479875"/>
                    <a:pt x="165311" y="1479875"/>
                  </a:cubicBezTo>
                  <a:lnTo>
                    <a:pt x="164436" y="1482465"/>
                  </a:lnTo>
                  <a:lnTo>
                    <a:pt x="163898" y="1483542"/>
                  </a:lnTo>
                  <a:lnTo>
                    <a:pt x="161508" y="1485022"/>
                  </a:lnTo>
                  <a:lnTo>
                    <a:pt x="158917" y="1485156"/>
                  </a:lnTo>
                  <a:cubicBezTo>
                    <a:pt x="158917" y="1485156"/>
                    <a:pt x="154677" y="1484820"/>
                    <a:pt x="154475" y="1485156"/>
                  </a:cubicBezTo>
                  <a:cubicBezTo>
                    <a:pt x="154273" y="1485493"/>
                    <a:pt x="156965" y="1487982"/>
                    <a:pt x="159254" y="1488621"/>
                  </a:cubicBezTo>
                  <a:cubicBezTo>
                    <a:pt x="161542" y="1489260"/>
                    <a:pt x="161980" y="1487847"/>
                    <a:pt x="161980" y="1487847"/>
                  </a:cubicBezTo>
                  <a:cubicBezTo>
                    <a:pt x="161980" y="1487847"/>
                    <a:pt x="165009" y="1487074"/>
                    <a:pt x="166119" y="1486603"/>
                  </a:cubicBezTo>
                  <a:cubicBezTo>
                    <a:pt x="167196" y="1486132"/>
                    <a:pt x="168744" y="1486636"/>
                    <a:pt x="168744" y="1486636"/>
                  </a:cubicBezTo>
                  <a:cubicBezTo>
                    <a:pt x="168744" y="1486636"/>
                    <a:pt x="173187" y="1486535"/>
                    <a:pt x="173523" y="1486636"/>
                  </a:cubicBezTo>
                  <a:cubicBezTo>
                    <a:pt x="173860" y="1486737"/>
                    <a:pt x="180254" y="1488049"/>
                    <a:pt x="180691" y="1488150"/>
                  </a:cubicBezTo>
                  <a:cubicBezTo>
                    <a:pt x="181129" y="1488251"/>
                    <a:pt x="184057" y="1488688"/>
                    <a:pt x="184057" y="1488688"/>
                  </a:cubicBezTo>
                  <a:cubicBezTo>
                    <a:pt x="184057" y="1488688"/>
                    <a:pt x="189374" y="1492052"/>
                    <a:pt x="189711" y="1492490"/>
                  </a:cubicBezTo>
                  <a:cubicBezTo>
                    <a:pt x="190048" y="1492927"/>
                    <a:pt x="191764" y="1498040"/>
                    <a:pt x="191764" y="1498040"/>
                  </a:cubicBezTo>
                  <a:lnTo>
                    <a:pt x="196980" y="1497401"/>
                  </a:lnTo>
                  <a:lnTo>
                    <a:pt x="200884" y="1500025"/>
                  </a:lnTo>
                  <a:lnTo>
                    <a:pt x="204788" y="1502514"/>
                  </a:lnTo>
                  <a:lnTo>
                    <a:pt x="208591" y="1505105"/>
                  </a:lnTo>
                  <a:lnTo>
                    <a:pt x="214043" y="1506955"/>
                  </a:lnTo>
                  <a:cubicBezTo>
                    <a:pt x="214043" y="1506955"/>
                    <a:pt x="220034" y="1506955"/>
                    <a:pt x="220337" y="1506955"/>
                  </a:cubicBezTo>
                  <a:cubicBezTo>
                    <a:pt x="220673" y="1506955"/>
                    <a:pt x="223500" y="1507762"/>
                    <a:pt x="224039" y="1507661"/>
                  </a:cubicBezTo>
                  <a:cubicBezTo>
                    <a:pt x="224577" y="1507560"/>
                    <a:pt x="226866" y="1508569"/>
                    <a:pt x="227202" y="1508569"/>
                  </a:cubicBezTo>
                  <a:cubicBezTo>
                    <a:pt x="227539" y="1508569"/>
                    <a:pt x="229491" y="1511294"/>
                    <a:pt x="229491" y="1511732"/>
                  </a:cubicBezTo>
                  <a:cubicBezTo>
                    <a:pt x="229491" y="1512169"/>
                    <a:pt x="228717" y="1514019"/>
                    <a:pt x="227976" y="1514793"/>
                  </a:cubicBezTo>
                  <a:cubicBezTo>
                    <a:pt x="227236" y="1515567"/>
                    <a:pt x="229053" y="1516643"/>
                    <a:pt x="229188" y="1516979"/>
                  </a:cubicBezTo>
                  <a:cubicBezTo>
                    <a:pt x="229289" y="1517316"/>
                    <a:pt x="230803" y="1518930"/>
                    <a:pt x="230803" y="1518930"/>
                  </a:cubicBezTo>
                  <a:cubicBezTo>
                    <a:pt x="230803" y="1518930"/>
                    <a:pt x="230904" y="1521958"/>
                    <a:pt x="230904" y="1522395"/>
                  </a:cubicBezTo>
                  <a:cubicBezTo>
                    <a:pt x="230904" y="1522833"/>
                    <a:pt x="230668" y="1525221"/>
                    <a:pt x="230668" y="1525658"/>
                  </a:cubicBezTo>
                  <a:cubicBezTo>
                    <a:pt x="230668" y="1526096"/>
                    <a:pt x="230467" y="1528585"/>
                    <a:pt x="230231" y="1528921"/>
                  </a:cubicBezTo>
                  <a:cubicBezTo>
                    <a:pt x="230029" y="1529258"/>
                    <a:pt x="230769" y="1531949"/>
                    <a:pt x="230769" y="1531949"/>
                  </a:cubicBezTo>
                  <a:cubicBezTo>
                    <a:pt x="230769" y="1531949"/>
                    <a:pt x="233260" y="1532723"/>
                    <a:pt x="234673" y="1532723"/>
                  </a:cubicBezTo>
                  <a:cubicBezTo>
                    <a:pt x="236087" y="1532723"/>
                    <a:pt x="234774" y="1533698"/>
                    <a:pt x="234673" y="1534674"/>
                  </a:cubicBezTo>
                  <a:cubicBezTo>
                    <a:pt x="234572" y="1535649"/>
                    <a:pt x="236625" y="1536524"/>
                    <a:pt x="236625" y="1536524"/>
                  </a:cubicBezTo>
                  <a:lnTo>
                    <a:pt x="240092" y="1536524"/>
                  </a:lnTo>
                  <a:lnTo>
                    <a:pt x="242279" y="1536524"/>
                  </a:lnTo>
                  <a:lnTo>
                    <a:pt x="245308" y="1537836"/>
                  </a:lnTo>
                  <a:cubicBezTo>
                    <a:pt x="245308" y="1537836"/>
                    <a:pt x="247933" y="1542411"/>
                    <a:pt x="247799" y="1542714"/>
                  </a:cubicBezTo>
                  <a:cubicBezTo>
                    <a:pt x="247698" y="1543050"/>
                    <a:pt x="245308" y="1549004"/>
                    <a:pt x="245308" y="1549004"/>
                  </a:cubicBezTo>
                  <a:lnTo>
                    <a:pt x="245847" y="1550417"/>
                  </a:lnTo>
                  <a:lnTo>
                    <a:pt x="250087" y="1552032"/>
                  </a:lnTo>
                  <a:lnTo>
                    <a:pt x="251938" y="1551258"/>
                  </a:lnTo>
                  <a:cubicBezTo>
                    <a:pt x="251938" y="1551258"/>
                    <a:pt x="253688" y="1550922"/>
                    <a:pt x="254227" y="1550922"/>
                  </a:cubicBezTo>
                  <a:cubicBezTo>
                    <a:pt x="254765" y="1550922"/>
                    <a:pt x="256078" y="1551124"/>
                    <a:pt x="256078" y="1551124"/>
                  </a:cubicBezTo>
                  <a:cubicBezTo>
                    <a:pt x="256078" y="1551124"/>
                    <a:pt x="258366" y="1551662"/>
                    <a:pt x="258905" y="1552099"/>
                  </a:cubicBezTo>
                  <a:cubicBezTo>
                    <a:pt x="259443" y="1552536"/>
                    <a:pt x="260419" y="1553075"/>
                    <a:pt x="260419" y="1553075"/>
                  </a:cubicBezTo>
                  <a:cubicBezTo>
                    <a:pt x="260419" y="1553075"/>
                    <a:pt x="261496" y="1552536"/>
                    <a:pt x="261934" y="1552200"/>
                  </a:cubicBezTo>
                  <a:cubicBezTo>
                    <a:pt x="262371" y="1551864"/>
                    <a:pt x="262674" y="1550350"/>
                    <a:pt x="262674" y="1550350"/>
                  </a:cubicBezTo>
                  <a:lnTo>
                    <a:pt x="266140" y="1550350"/>
                  </a:lnTo>
                  <a:lnTo>
                    <a:pt x="267890" y="1550350"/>
                  </a:lnTo>
                  <a:lnTo>
                    <a:pt x="269641" y="1550350"/>
                  </a:lnTo>
                  <a:lnTo>
                    <a:pt x="273006" y="1550350"/>
                  </a:lnTo>
                  <a:lnTo>
                    <a:pt x="275496" y="1551325"/>
                  </a:lnTo>
                  <a:cubicBezTo>
                    <a:pt x="275496" y="1551325"/>
                    <a:pt x="276809" y="1552738"/>
                    <a:pt x="277886" y="1554488"/>
                  </a:cubicBezTo>
                  <a:cubicBezTo>
                    <a:pt x="278963" y="1556237"/>
                    <a:pt x="277886" y="1557212"/>
                    <a:pt x="277886" y="1557650"/>
                  </a:cubicBezTo>
                  <a:cubicBezTo>
                    <a:pt x="277886" y="1558087"/>
                    <a:pt x="277448" y="1558726"/>
                    <a:pt x="276371" y="1559399"/>
                  </a:cubicBezTo>
                  <a:cubicBezTo>
                    <a:pt x="275294" y="1560038"/>
                    <a:pt x="274184" y="1561350"/>
                    <a:pt x="274184" y="1561787"/>
                  </a:cubicBezTo>
                  <a:cubicBezTo>
                    <a:pt x="274184" y="1562225"/>
                    <a:pt x="275160" y="1563839"/>
                    <a:pt x="275261" y="1564277"/>
                  </a:cubicBezTo>
                  <a:cubicBezTo>
                    <a:pt x="275362" y="1564714"/>
                    <a:pt x="275059" y="1567304"/>
                    <a:pt x="275059" y="1567304"/>
                  </a:cubicBezTo>
                  <a:lnTo>
                    <a:pt x="274184" y="1568280"/>
                  </a:lnTo>
                  <a:cubicBezTo>
                    <a:pt x="274184" y="1568280"/>
                    <a:pt x="273410" y="1569491"/>
                    <a:pt x="272669" y="1570130"/>
                  </a:cubicBezTo>
                  <a:cubicBezTo>
                    <a:pt x="271895" y="1570769"/>
                    <a:pt x="273107" y="1571206"/>
                    <a:pt x="273208" y="1571543"/>
                  </a:cubicBezTo>
                  <a:cubicBezTo>
                    <a:pt x="273309" y="1571879"/>
                    <a:pt x="274419" y="1574369"/>
                    <a:pt x="274419" y="1574369"/>
                  </a:cubicBezTo>
                  <a:cubicBezTo>
                    <a:pt x="274419" y="1574369"/>
                    <a:pt x="273006" y="1575580"/>
                    <a:pt x="272905" y="1575882"/>
                  </a:cubicBezTo>
                  <a:cubicBezTo>
                    <a:pt x="272804" y="1576219"/>
                    <a:pt x="271929" y="1577060"/>
                    <a:pt x="271391" y="1577497"/>
                  </a:cubicBezTo>
                  <a:cubicBezTo>
                    <a:pt x="270852" y="1577934"/>
                    <a:pt x="270145" y="1579549"/>
                    <a:pt x="270145" y="1579549"/>
                  </a:cubicBezTo>
                  <a:cubicBezTo>
                    <a:pt x="270145" y="1579549"/>
                    <a:pt x="272030" y="1581601"/>
                    <a:pt x="272568" y="1581937"/>
                  </a:cubicBezTo>
                  <a:cubicBezTo>
                    <a:pt x="273107" y="1582274"/>
                    <a:pt x="273746" y="1583148"/>
                    <a:pt x="274083" y="1583249"/>
                  </a:cubicBezTo>
                  <a:cubicBezTo>
                    <a:pt x="274419" y="1583350"/>
                    <a:pt x="274083" y="1586613"/>
                    <a:pt x="274083" y="1586613"/>
                  </a:cubicBezTo>
                  <a:cubicBezTo>
                    <a:pt x="274083" y="1586613"/>
                    <a:pt x="272568" y="1588026"/>
                    <a:pt x="271357" y="1589103"/>
                  </a:cubicBezTo>
                  <a:cubicBezTo>
                    <a:pt x="270145" y="1590179"/>
                    <a:pt x="270044" y="1591491"/>
                    <a:pt x="270145" y="1592029"/>
                  </a:cubicBezTo>
                  <a:cubicBezTo>
                    <a:pt x="270246" y="1592568"/>
                    <a:pt x="271996" y="1593341"/>
                    <a:pt x="272333" y="1593442"/>
                  </a:cubicBezTo>
                  <a:cubicBezTo>
                    <a:pt x="272669" y="1593543"/>
                    <a:pt x="275362" y="1593442"/>
                    <a:pt x="275799" y="1593442"/>
                  </a:cubicBezTo>
                  <a:cubicBezTo>
                    <a:pt x="276237" y="1593442"/>
                    <a:pt x="277415" y="1593980"/>
                    <a:pt x="277852" y="1594418"/>
                  </a:cubicBezTo>
                  <a:cubicBezTo>
                    <a:pt x="278290" y="1594855"/>
                    <a:pt x="278054" y="1595057"/>
                    <a:pt x="278391" y="1596705"/>
                  </a:cubicBezTo>
                  <a:cubicBezTo>
                    <a:pt x="278727" y="1598320"/>
                    <a:pt x="280006" y="1599094"/>
                    <a:pt x="280343" y="1599430"/>
                  </a:cubicBezTo>
                  <a:cubicBezTo>
                    <a:pt x="280679" y="1599766"/>
                    <a:pt x="282631" y="1601045"/>
                    <a:pt x="283069" y="1601280"/>
                  </a:cubicBezTo>
                  <a:cubicBezTo>
                    <a:pt x="283506" y="1601482"/>
                    <a:pt x="286535" y="1601919"/>
                    <a:pt x="286535" y="1601919"/>
                  </a:cubicBezTo>
                  <a:cubicBezTo>
                    <a:pt x="286535" y="1601919"/>
                    <a:pt x="289127" y="1601583"/>
                    <a:pt x="289463" y="1601583"/>
                  </a:cubicBezTo>
                  <a:cubicBezTo>
                    <a:pt x="289800" y="1601583"/>
                    <a:pt x="290776" y="1600944"/>
                    <a:pt x="291213" y="1600069"/>
                  </a:cubicBezTo>
                  <a:cubicBezTo>
                    <a:pt x="291651" y="1599195"/>
                    <a:pt x="292727" y="1599531"/>
                    <a:pt x="293704" y="1598757"/>
                  </a:cubicBezTo>
                  <a:cubicBezTo>
                    <a:pt x="294680" y="1597984"/>
                    <a:pt x="296194" y="1596705"/>
                    <a:pt x="296968" y="1596032"/>
                  </a:cubicBezTo>
                  <a:cubicBezTo>
                    <a:pt x="297742" y="1595393"/>
                    <a:pt x="298920" y="1595158"/>
                    <a:pt x="299256" y="1594821"/>
                  </a:cubicBezTo>
                  <a:cubicBezTo>
                    <a:pt x="299593" y="1594485"/>
                    <a:pt x="302285" y="1594485"/>
                    <a:pt x="303396" y="1594384"/>
                  </a:cubicBezTo>
                  <a:cubicBezTo>
                    <a:pt x="304473" y="1594283"/>
                    <a:pt x="306223" y="1595158"/>
                    <a:pt x="307536" y="1595360"/>
                  </a:cubicBezTo>
                  <a:cubicBezTo>
                    <a:pt x="308848" y="1595561"/>
                    <a:pt x="309588" y="1597210"/>
                    <a:pt x="309588" y="1597546"/>
                  </a:cubicBezTo>
                  <a:cubicBezTo>
                    <a:pt x="309588" y="1597883"/>
                    <a:pt x="307637" y="1601247"/>
                    <a:pt x="307199" y="1601348"/>
                  </a:cubicBezTo>
                  <a:cubicBezTo>
                    <a:pt x="306762" y="1601448"/>
                    <a:pt x="305785" y="1601886"/>
                    <a:pt x="304709" y="1602121"/>
                  </a:cubicBezTo>
                  <a:cubicBezTo>
                    <a:pt x="303632" y="1602323"/>
                    <a:pt x="302757" y="1602996"/>
                    <a:pt x="302218" y="1603534"/>
                  </a:cubicBezTo>
                  <a:cubicBezTo>
                    <a:pt x="301680" y="1604072"/>
                    <a:pt x="301579" y="1605048"/>
                    <a:pt x="300603" y="1605822"/>
                  </a:cubicBezTo>
                  <a:cubicBezTo>
                    <a:pt x="299627" y="1606595"/>
                    <a:pt x="300603" y="1607133"/>
                    <a:pt x="300603" y="1607133"/>
                  </a:cubicBezTo>
                  <a:cubicBezTo>
                    <a:pt x="300603" y="1607133"/>
                    <a:pt x="302555" y="1610161"/>
                    <a:pt x="302891" y="1610397"/>
                  </a:cubicBezTo>
                  <a:cubicBezTo>
                    <a:pt x="303228" y="1610632"/>
                    <a:pt x="304406" y="1612247"/>
                    <a:pt x="304641" y="1612684"/>
                  </a:cubicBezTo>
                  <a:cubicBezTo>
                    <a:pt x="304877" y="1613121"/>
                    <a:pt x="306156" y="1613861"/>
                    <a:pt x="306156" y="1613861"/>
                  </a:cubicBezTo>
                  <a:cubicBezTo>
                    <a:pt x="306156" y="1613861"/>
                    <a:pt x="308343" y="1614501"/>
                    <a:pt x="308747" y="1614938"/>
                  </a:cubicBezTo>
                  <a:cubicBezTo>
                    <a:pt x="309185" y="1615375"/>
                    <a:pt x="310800" y="1616351"/>
                    <a:pt x="310767" y="1616687"/>
                  </a:cubicBezTo>
                  <a:cubicBezTo>
                    <a:pt x="310733" y="1617024"/>
                    <a:pt x="311137" y="1617663"/>
                    <a:pt x="310867" y="1618201"/>
                  </a:cubicBezTo>
                  <a:cubicBezTo>
                    <a:pt x="310598" y="1618739"/>
                    <a:pt x="311036" y="1620253"/>
                    <a:pt x="310935" y="1620690"/>
                  </a:cubicBezTo>
                  <a:cubicBezTo>
                    <a:pt x="310834" y="1621128"/>
                    <a:pt x="310935" y="1623180"/>
                    <a:pt x="310935" y="1623852"/>
                  </a:cubicBezTo>
                  <a:cubicBezTo>
                    <a:pt x="310935" y="1624525"/>
                    <a:pt x="311137" y="1624828"/>
                    <a:pt x="312012" y="1626880"/>
                  </a:cubicBezTo>
                  <a:cubicBezTo>
                    <a:pt x="312887" y="1628932"/>
                    <a:pt x="314065" y="1628394"/>
                    <a:pt x="314401" y="1628495"/>
                  </a:cubicBezTo>
                  <a:cubicBezTo>
                    <a:pt x="314738" y="1628596"/>
                    <a:pt x="315916" y="1628831"/>
                    <a:pt x="316252" y="1629033"/>
                  </a:cubicBezTo>
                  <a:cubicBezTo>
                    <a:pt x="316589" y="1629235"/>
                    <a:pt x="318002" y="1629235"/>
                    <a:pt x="319853" y="1628932"/>
                  </a:cubicBezTo>
                  <a:cubicBezTo>
                    <a:pt x="321704" y="1628596"/>
                    <a:pt x="320930" y="1628932"/>
                    <a:pt x="322041" y="1628932"/>
                  </a:cubicBezTo>
                  <a:cubicBezTo>
                    <a:pt x="323118" y="1628932"/>
                    <a:pt x="324329" y="1629033"/>
                    <a:pt x="324329" y="1629033"/>
                  </a:cubicBezTo>
                  <a:cubicBezTo>
                    <a:pt x="324329" y="1629033"/>
                    <a:pt x="326180" y="1630009"/>
                    <a:pt x="326517" y="1630547"/>
                  </a:cubicBezTo>
                  <a:cubicBezTo>
                    <a:pt x="326853" y="1631085"/>
                    <a:pt x="327829" y="1632061"/>
                    <a:pt x="328368" y="1632599"/>
                  </a:cubicBezTo>
                  <a:cubicBezTo>
                    <a:pt x="328906" y="1633137"/>
                    <a:pt x="329007" y="1633238"/>
                    <a:pt x="329344" y="1634012"/>
                  </a:cubicBezTo>
                  <a:cubicBezTo>
                    <a:pt x="329680" y="1634785"/>
                    <a:pt x="330656" y="1636938"/>
                    <a:pt x="331632" y="1638788"/>
                  </a:cubicBezTo>
                  <a:cubicBezTo>
                    <a:pt x="332608" y="1640639"/>
                    <a:pt x="334560" y="1641513"/>
                    <a:pt x="335435" y="1641951"/>
                  </a:cubicBezTo>
                  <a:cubicBezTo>
                    <a:pt x="336310" y="1642388"/>
                    <a:pt x="336411" y="1641311"/>
                    <a:pt x="336411" y="1641311"/>
                  </a:cubicBezTo>
                  <a:cubicBezTo>
                    <a:pt x="336411" y="1641311"/>
                    <a:pt x="339440" y="1638687"/>
                    <a:pt x="339777" y="1638486"/>
                  </a:cubicBezTo>
                  <a:cubicBezTo>
                    <a:pt x="340113" y="1638284"/>
                    <a:pt x="343041" y="1637510"/>
                    <a:pt x="343041" y="1637510"/>
                  </a:cubicBezTo>
                  <a:lnTo>
                    <a:pt x="346844" y="1639260"/>
                  </a:lnTo>
                  <a:cubicBezTo>
                    <a:pt x="346844" y="1639260"/>
                    <a:pt x="348359" y="1642287"/>
                    <a:pt x="348695" y="1643834"/>
                  </a:cubicBezTo>
                  <a:cubicBezTo>
                    <a:pt x="349032" y="1645348"/>
                    <a:pt x="350344" y="1645685"/>
                    <a:pt x="350782" y="1646223"/>
                  </a:cubicBezTo>
                  <a:cubicBezTo>
                    <a:pt x="351219" y="1646761"/>
                    <a:pt x="352936" y="1646862"/>
                    <a:pt x="354147" y="1646660"/>
                  </a:cubicBezTo>
                  <a:cubicBezTo>
                    <a:pt x="355359" y="1646458"/>
                    <a:pt x="355897" y="1646223"/>
                    <a:pt x="356335" y="1646021"/>
                  </a:cubicBezTo>
                  <a:cubicBezTo>
                    <a:pt x="356772" y="1645819"/>
                    <a:pt x="357109" y="1643195"/>
                    <a:pt x="357109" y="1642758"/>
                  </a:cubicBezTo>
                  <a:cubicBezTo>
                    <a:pt x="357109" y="1642321"/>
                    <a:pt x="357546" y="1640470"/>
                    <a:pt x="357546" y="1640033"/>
                  </a:cubicBezTo>
                  <a:cubicBezTo>
                    <a:pt x="357546" y="1639596"/>
                    <a:pt x="359397" y="1637207"/>
                    <a:pt x="359734" y="1636669"/>
                  </a:cubicBezTo>
                  <a:cubicBezTo>
                    <a:pt x="360070" y="1636131"/>
                    <a:pt x="363200" y="1633406"/>
                    <a:pt x="363200" y="1633406"/>
                  </a:cubicBezTo>
                  <a:lnTo>
                    <a:pt x="364614" y="1631657"/>
                  </a:lnTo>
                  <a:cubicBezTo>
                    <a:pt x="364614" y="1631657"/>
                    <a:pt x="367441" y="1628192"/>
                    <a:pt x="368619" y="1627317"/>
                  </a:cubicBezTo>
                  <a:cubicBezTo>
                    <a:pt x="369830" y="1626443"/>
                    <a:pt x="370806" y="1625904"/>
                    <a:pt x="371883" y="1625366"/>
                  </a:cubicBezTo>
                  <a:cubicBezTo>
                    <a:pt x="372960" y="1624828"/>
                    <a:pt x="375686" y="1622339"/>
                    <a:pt x="377436" y="1621767"/>
                  </a:cubicBezTo>
                  <a:cubicBezTo>
                    <a:pt x="379186" y="1621229"/>
                    <a:pt x="380162" y="1619177"/>
                    <a:pt x="380162" y="1619177"/>
                  </a:cubicBezTo>
                  <a:cubicBezTo>
                    <a:pt x="380162" y="1619177"/>
                    <a:pt x="379523" y="1617427"/>
                    <a:pt x="379186" y="1616889"/>
                  </a:cubicBezTo>
                  <a:cubicBezTo>
                    <a:pt x="378850" y="1616351"/>
                    <a:pt x="376561" y="1614400"/>
                    <a:pt x="375720" y="1614299"/>
                  </a:cubicBezTo>
                  <a:cubicBezTo>
                    <a:pt x="374845" y="1614198"/>
                    <a:pt x="374205" y="1612785"/>
                    <a:pt x="374205" y="1612785"/>
                  </a:cubicBezTo>
                  <a:cubicBezTo>
                    <a:pt x="374205" y="1612785"/>
                    <a:pt x="370840" y="1609522"/>
                    <a:pt x="370503" y="1609320"/>
                  </a:cubicBezTo>
                  <a:cubicBezTo>
                    <a:pt x="370200" y="1609118"/>
                    <a:pt x="368652" y="1605519"/>
                    <a:pt x="368652" y="1605519"/>
                  </a:cubicBezTo>
                  <a:cubicBezTo>
                    <a:pt x="368652" y="1605519"/>
                    <a:pt x="367777" y="1602256"/>
                    <a:pt x="367474" y="1602054"/>
                  </a:cubicBezTo>
                  <a:cubicBezTo>
                    <a:pt x="367138" y="1601819"/>
                    <a:pt x="366397" y="1598354"/>
                    <a:pt x="366397" y="1598354"/>
                  </a:cubicBezTo>
                  <a:lnTo>
                    <a:pt x="361719" y="1595965"/>
                  </a:lnTo>
                  <a:lnTo>
                    <a:pt x="356604" y="1593341"/>
                  </a:lnTo>
                  <a:cubicBezTo>
                    <a:pt x="356604" y="1593341"/>
                    <a:pt x="353676" y="1591929"/>
                    <a:pt x="353239" y="1591592"/>
                  </a:cubicBezTo>
                  <a:cubicBezTo>
                    <a:pt x="352801" y="1591256"/>
                    <a:pt x="352464" y="1588766"/>
                    <a:pt x="352464" y="1588766"/>
                  </a:cubicBezTo>
                  <a:lnTo>
                    <a:pt x="353339" y="1586580"/>
                  </a:lnTo>
                  <a:cubicBezTo>
                    <a:pt x="353339" y="1586580"/>
                    <a:pt x="356705" y="1586042"/>
                    <a:pt x="357142" y="1586042"/>
                  </a:cubicBezTo>
                  <a:cubicBezTo>
                    <a:pt x="357580" y="1586042"/>
                    <a:pt x="358354" y="1586243"/>
                    <a:pt x="358993" y="1586243"/>
                  </a:cubicBezTo>
                  <a:cubicBezTo>
                    <a:pt x="359633" y="1586243"/>
                    <a:pt x="363133" y="1588094"/>
                    <a:pt x="363873" y="1588194"/>
                  </a:cubicBezTo>
                  <a:cubicBezTo>
                    <a:pt x="364647" y="1588295"/>
                    <a:pt x="367575" y="1589506"/>
                    <a:pt x="367575" y="1589506"/>
                  </a:cubicBezTo>
                  <a:cubicBezTo>
                    <a:pt x="367575" y="1589506"/>
                    <a:pt x="371042" y="1590146"/>
                    <a:pt x="371479" y="1590280"/>
                  </a:cubicBezTo>
                  <a:cubicBezTo>
                    <a:pt x="371917" y="1590381"/>
                    <a:pt x="375821" y="1592029"/>
                    <a:pt x="375821" y="1592029"/>
                  </a:cubicBezTo>
                  <a:lnTo>
                    <a:pt x="379523" y="1592029"/>
                  </a:lnTo>
                  <a:lnTo>
                    <a:pt x="382451" y="1591659"/>
                  </a:lnTo>
                  <a:cubicBezTo>
                    <a:pt x="382451" y="1591659"/>
                    <a:pt x="384840" y="1589876"/>
                    <a:pt x="385278" y="1589742"/>
                  </a:cubicBezTo>
                  <a:cubicBezTo>
                    <a:pt x="385715" y="1589641"/>
                    <a:pt x="389417" y="1588531"/>
                    <a:pt x="389855" y="1588329"/>
                  </a:cubicBezTo>
                  <a:cubicBezTo>
                    <a:pt x="390292" y="1588127"/>
                    <a:pt x="395509" y="1586277"/>
                    <a:pt x="395509" y="1586277"/>
                  </a:cubicBezTo>
                  <a:lnTo>
                    <a:pt x="397696" y="1584662"/>
                  </a:lnTo>
                  <a:cubicBezTo>
                    <a:pt x="397696" y="1584662"/>
                    <a:pt x="399312" y="1584023"/>
                    <a:pt x="401062" y="1583586"/>
                  </a:cubicBezTo>
                  <a:cubicBezTo>
                    <a:pt x="402812" y="1583148"/>
                    <a:pt x="405403" y="1583384"/>
                    <a:pt x="405403" y="1583384"/>
                  </a:cubicBezTo>
                  <a:cubicBezTo>
                    <a:pt x="405403" y="1583384"/>
                    <a:pt x="408668" y="1583384"/>
                    <a:pt x="409105" y="1583384"/>
                  </a:cubicBezTo>
                  <a:cubicBezTo>
                    <a:pt x="409543" y="1583384"/>
                    <a:pt x="410081" y="1582207"/>
                    <a:pt x="410418" y="1581534"/>
                  </a:cubicBezTo>
                  <a:cubicBezTo>
                    <a:pt x="410754" y="1580895"/>
                    <a:pt x="411629" y="1580659"/>
                    <a:pt x="412370" y="1579919"/>
                  </a:cubicBezTo>
                  <a:cubicBezTo>
                    <a:pt x="413144" y="1579145"/>
                    <a:pt x="415398" y="1577968"/>
                    <a:pt x="415836" y="1577968"/>
                  </a:cubicBezTo>
                  <a:cubicBezTo>
                    <a:pt x="416274" y="1577968"/>
                    <a:pt x="419000" y="1578304"/>
                    <a:pt x="419303" y="1578405"/>
                  </a:cubicBezTo>
                  <a:cubicBezTo>
                    <a:pt x="419639" y="1578506"/>
                    <a:pt x="421692" y="1582207"/>
                    <a:pt x="422029" y="1582543"/>
                  </a:cubicBezTo>
                  <a:cubicBezTo>
                    <a:pt x="422365" y="1582879"/>
                    <a:pt x="423106" y="1584393"/>
                    <a:pt x="423106" y="1584393"/>
                  </a:cubicBezTo>
                  <a:lnTo>
                    <a:pt x="425596" y="1588733"/>
                  </a:lnTo>
                  <a:lnTo>
                    <a:pt x="429500" y="1591222"/>
                  </a:lnTo>
                  <a:cubicBezTo>
                    <a:pt x="429500" y="1591222"/>
                    <a:pt x="431553" y="1591659"/>
                    <a:pt x="431889" y="1591323"/>
                  </a:cubicBezTo>
                  <a:cubicBezTo>
                    <a:pt x="432226" y="1590987"/>
                    <a:pt x="436130" y="1591088"/>
                    <a:pt x="438082" y="1591088"/>
                  </a:cubicBezTo>
                  <a:cubicBezTo>
                    <a:pt x="440034" y="1591088"/>
                    <a:pt x="442423" y="1591962"/>
                    <a:pt x="442861" y="1591962"/>
                  </a:cubicBezTo>
                  <a:cubicBezTo>
                    <a:pt x="443298" y="1591962"/>
                    <a:pt x="444611" y="1593476"/>
                    <a:pt x="445048" y="1594149"/>
                  </a:cubicBezTo>
                  <a:cubicBezTo>
                    <a:pt x="445486" y="1594788"/>
                    <a:pt x="446798" y="1597176"/>
                    <a:pt x="447236" y="1597311"/>
                  </a:cubicBezTo>
                  <a:cubicBezTo>
                    <a:pt x="447673" y="1597412"/>
                    <a:pt x="453765" y="1597849"/>
                    <a:pt x="453765" y="1597849"/>
                  </a:cubicBezTo>
                  <a:cubicBezTo>
                    <a:pt x="453765" y="1597849"/>
                    <a:pt x="459722" y="1597849"/>
                    <a:pt x="460395" y="1597647"/>
                  </a:cubicBezTo>
                  <a:cubicBezTo>
                    <a:pt x="461034" y="1597445"/>
                    <a:pt x="464501" y="1597311"/>
                    <a:pt x="464501" y="1597311"/>
                  </a:cubicBezTo>
                  <a:cubicBezTo>
                    <a:pt x="464501" y="1597311"/>
                    <a:pt x="468102" y="1597311"/>
                    <a:pt x="470255" y="1597311"/>
                  </a:cubicBezTo>
                  <a:cubicBezTo>
                    <a:pt x="472409" y="1597311"/>
                    <a:pt x="472207" y="1596873"/>
                    <a:pt x="472544" y="1596537"/>
                  </a:cubicBezTo>
                  <a:cubicBezTo>
                    <a:pt x="472881" y="1596201"/>
                    <a:pt x="474732" y="1595763"/>
                    <a:pt x="475035" y="1595461"/>
                  </a:cubicBezTo>
                  <a:cubicBezTo>
                    <a:pt x="475371" y="1595124"/>
                    <a:pt x="476246" y="1594149"/>
                    <a:pt x="476246" y="1594149"/>
                  </a:cubicBezTo>
                  <a:lnTo>
                    <a:pt x="481799" y="1589675"/>
                  </a:lnTo>
                  <a:lnTo>
                    <a:pt x="487453" y="1585873"/>
                  </a:lnTo>
                  <a:cubicBezTo>
                    <a:pt x="487453" y="1585873"/>
                    <a:pt x="490381" y="1584023"/>
                    <a:pt x="491256" y="1583384"/>
                  </a:cubicBezTo>
                  <a:cubicBezTo>
                    <a:pt x="492131" y="1582745"/>
                    <a:pt x="494184" y="1580895"/>
                    <a:pt x="494184" y="1580895"/>
                  </a:cubicBezTo>
                  <a:cubicBezTo>
                    <a:pt x="494184" y="1580895"/>
                    <a:pt x="495934" y="1578405"/>
                    <a:pt x="496237" y="1577531"/>
                  </a:cubicBezTo>
                  <a:cubicBezTo>
                    <a:pt x="496573" y="1576656"/>
                    <a:pt x="498290" y="1575781"/>
                    <a:pt x="498290" y="1575781"/>
                  </a:cubicBezTo>
                  <a:lnTo>
                    <a:pt x="500242" y="1575580"/>
                  </a:lnTo>
                  <a:cubicBezTo>
                    <a:pt x="500242" y="1575580"/>
                    <a:pt x="503405" y="1574268"/>
                    <a:pt x="503843" y="1573931"/>
                  </a:cubicBezTo>
                  <a:cubicBezTo>
                    <a:pt x="504280" y="1573595"/>
                    <a:pt x="506670" y="1572518"/>
                    <a:pt x="507982" y="1571980"/>
                  </a:cubicBezTo>
                  <a:cubicBezTo>
                    <a:pt x="509295" y="1571442"/>
                    <a:pt x="510910" y="1571543"/>
                    <a:pt x="512559" y="1571105"/>
                  </a:cubicBezTo>
                  <a:cubicBezTo>
                    <a:pt x="514175" y="1570668"/>
                    <a:pt x="514208" y="1570332"/>
                    <a:pt x="514511" y="1570231"/>
                  </a:cubicBezTo>
                  <a:cubicBezTo>
                    <a:pt x="514848" y="1570130"/>
                    <a:pt x="516800" y="1568919"/>
                    <a:pt x="517103" y="1568717"/>
                  </a:cubicBezTo>
                  <a:cubicBezTo>
                    <a:pt x="517439" y="1568515"/>
                    <a:pt x="519593" y="1568381"/>
                    <a:pt x="519930" y="1568179"/>
                  </a:cubicBezTo>
                  <a:cubicBezTo>
                    <a:pt x="520266" y="1567977"/>
                    <a:pt x="523194" y="1567102"/>
                    <a:pt x="523531" y="1566867"/>
                  </a:cubicBezTo>
                  <a:cubicBezTo>
                    <a:pt x="523867" y="1566631"/>
                    <a:pt x="526560" y="1565656"/>
                    <a:pt x="527973" y="1565454"/>
                  </a:cubicBezTo>
                  <a:cubicBezTo>
                    <a:pt x="529387" y="1565219"/>
                    <a:pt x="533627" y="1565353"/>
                    <a:pt x="534940" y="1565454"/>
                  </a:cubicBezTo>
                  <a:cubicBezTo>
                    <a:pt x="536252" y="1565555"/>
                    <a:pt x="539281" y="1565992"/>
                    <a:pt x="539281" y="1565992"/>
                  </a:cubicBezTo>
                  <a:cubicBezTo>
                    <a:pt x="539281" y="1565992"/>
                    <a:pt x="543084" y="1565992"/>
                    <a:pt x="544161" y="1565992"/>
                  </a:cubicBezTo>
                  <a:cubicBezTo>
                    <a:pt x="545238" y="1565992"/>
                    <a:pt x="547863" y="1566766"/>
                    <a:pt x="548300" y="1566968"/>
                  </a:cubicBezTo>
                  <a:cubicBezTo>
                    <a:pt x="548738" y="1567170"/>
                    <a:pt x="549815" y="1567842"/>
                    <a:pt x="552339" y="1568919"/>
                  </a:cubicBezTo>
                  <a:cubicBezTo>
                    <a:pt x="554829" y="1569995"/>
                    <a:pt x="555503" y="1571946"/>
                    <a:pt x="555940" y="1572619"/>
                  </a:cubicBezTo>
                  <a:cubicBezTo>
                    <a:pt x="556378" y="1573258"/>
                    <a:pt x="558767" y="1575445"/>
                    <a:pt x="558767" y="1575445"/>
                  </a:cubicBezTo>
                  <a:cubicBezTo>
                    <a:pt x="558767" y="1575445"/>
                    <a:pt x="558767" y="1577497"/>
                    <a:pt x="558666" y="1578170"/>
                  </a:cubicBezTo>
                  <a:cubicBezTo>
                    <a:pt x="558565" y="1578809"/>
                    <a:pt x="557690" y="1579246"/>
                    <a:pt x="557690" y="1579246"/>
                  </a:cubicBezTo>
                  <a:cubicBezTo>
                    <a:pt x="557690" y="1579246"/>
                    <a:pt x="556815" y="1580861"/>
                    <a:pt x="555738" y="1581635"/>
                  </a:cubicBezTo>
                  <a:cubicBezTo>
                    <a:pt x="554661" y="1582408"/>
                    <a:pt x="553887" y="1584662"/>
                    <a:pt x="553887" y="1584999"/>
                  </a:cubicBezTo>
                  <a:cubicBezTo>
                    <a:pt x="553887" y="1585335"/>
                    <a:pt x="555301" y="1587051"/>
                    <a:pt x="555301" y="1587051"/>
                  </a:cubicBezTo>
                  <a:lnTo>
                    <a:pt x="557690" y="1590953"/>
                  </a:lnTo>
                  <a:lnTo>
                    <a:pt x="558229" y="1593005"/>
                  </a:lnTo>
                  <a:lnTo>
                    <a:pt x="559104" y="1595932"/>
                  </a:lnTo>
                  <a:cubicBezTo>
                    <a:pt x="559104" y="1595932"/>
                    <a:pt x="561291" y="1599531"/>
                    <a:pt x="561830" y="1600069"/>
                  </a:cubicBezTo>
                  <a:cubicBezTo>
                    <a:pt x="562368" y="1600607"/>
                    <a:pt x="564118" y="1603231"/>
                    <a:pt x="564118" y="1603231"/>
                  </a:cubicBezTo>
                  <a:cubicBezTo>
                    <a:pt x="564118" y="1603231"/>
                    <a:pt x="564657" y="1608681"/>
                    <a:pt x="564657" y="1608984"/>
                  </a:cubicBezTo>
                  <a:cubicBezTo>
                    <a:pt x="564657" y="1609320"/>
                    <a:pt x="565633" y="1613323"/>
                    <a:pt x="565733" y="1613761"/>
                  </a:cubicBezTo>
                  <a:cubicBezTo>
                    <a:pt x="565835" y="1614198"/>
                    <a:pt x="565835" y="1618874"/>
                    <a:pt x="565835" y="1618874"/>
                  </a:cubicBezTo>
                  <a:cubicBezTo>
                    <a:pt x="565835" y="1618874"/>
                    <a:pt x="564421" y="1621599"/>
                    <a:pt x="563984" y="1621700"/>
                  </a:cubicBezTo>
                  <a:cubicBezTo>
                    <a:pt x="563546" y="1621801"/>
                    <a:pt x="560955" y="1623449"/>
                    <a:pt x="560517" y="1623751"/>
                  </a:cubicBezTo>
                  <a:cubicBezTo>
                    <a:pt x="560080" y="1624088"/>
                    <a:pt x="557353" y="1626678"/>
                    <a:pt x="556916" y="1627015"/>
                  </a:cubicBezTo>
                  <a:cubicBezTo>
                    <a:pt x="556478" y="1627351"/>
                    <a:pt x="556378" y="1628966"/>
                    <a:pt x="556378" y="1628966"/>
                  </a:cubicBezTo>
                  <a:lnTo>
                    <a:pt x="552474" y="1632868"/>
                  </a:lnTo>
                  <a:lnTo>
                    <a:pt x="551161" y="1635256"/>
                  </a:lnTo>
                  <a:cubicBezTo>
                    <a:pt x="551161" y="1635256"/>
                    <a:pt x="547022" y="1636131"/>
                    <a:pt x="546483" y="1636434"/>
                  </a:cubicBezTo>
                  <a:cubicBezTo>
                    <a:pt x="545945" y="1636770"/>
                    <a:pt x="544767" y="1639899"/>
                    <a:pt x="544767" y="1639899"/>
                  </a:cubicBezTo>
                  <a:lnTo>
                    <a:pt x="541065" y="1645886"/>
                  </a:lnTo>
                  <a:lnTo>
                    <a:pt x="539113" y="1652514"/>
                  </a:lnTo>
                  <a:cubicBezTo>
                    <a:pt x="539113" y="1652514"/>
                    <a:pt x="534872" y="1658064"/>
                    <a:pt x="534098" y="1658939"/>
                  </a:cubicBezTo>
                  <a:cubicBezTo>
                    <a:pt x="533324" y="1659813"/>
                    <a:pt x="529521" y="1662538"/>
                    <a:pt x="529218" y="1662841"/>
                  </a:cubicBezTo>
                  <a:cubicBezTo>
                    <a:pt x="528882" y="1663177"/>
                    <a:pt x="519425" y="1667618"/>
                    <a:pt x="519425" y="1667618"/>
                  </a:cubicBezTo>
                  <a:lnTo>
                    <a:pt x="510304" y="1672731"/>
                  </a:lnTo>
                  <a:lnTo>
                    <a:pt x="498391" y="1677777"/>
                  </a:lnTo>
                  <a:cubicBezTo>
                    <a:pt x="498391" y="1677777"/>
                    <a:pt x="494823" y="1679593"/>
                    <a:pt x="494520" y="1679728"/>
                  </a:cubicBezTo>
                  <a:cubicBezTo>
                    <a:pt x="494184" y="1679862"/>
                    <a:pt x="492871" y="1680502"/>
                    <a:pt x="492636" y="1680636"/>
                  </a:cubicBezTo>
                  <a:cubicBezTo>
                    <a:pt x="492400" y="1680737"/>
                    <a:pt x="491593" y="1681544"/>
                    <a:pt x="491525" y="1681645"/>
                  </a:cubicBezTo>
                  <a:cubicBezTo>
                    <a:pt x="491458" y="1681713"/>
                    <a:pt x="491458" y="1682352"/>
                    <a:pt x="491458" y="1682352"/>
                  </a:cubicBezTo>
                  <a:lnTo>
                    <a:pt x="492366" y="1684135"/>
                  </a:lnTo>
                  <a:lnTo>
                    <a:pt x="495261" y="1684135"/>
                  </a:lnTo>
                  <a:cubicBezTo>
                    <a:pt x="495261" y="1684135"/>
                    <a:pt x="498155" y="1685514"/>
                    <a:pt x="498593" y="1686086"/>
                  </a:cubicBezTo>
                  <a:cubicBezTo>
                    <a:pt x="499030" y="1686658"/>
                    <a:pt x="501049" y="1688777"/>
                    <a:pt x="501218" y="1689349"/>
                  </a:cubicBezTo>
                  <a:cubicBezTo>
                    <a:pt x="501352" y="1689921"/>
                    <a:pt x="501924" y="1691973"/>
                    <a:pt x="501924" y="1691973"/>
                  </a:cubicBezTo>
                  <a:lnTo>
                    <a:pt x="501924" y="1693285"/>
                  </a:lnTo>
                  <a:cubicBezTo>
                    <a:pt x="501924" y="1693285"/>
                    <a:pt x="501049" y="1694731"/>
                    <a:pt x="500915" y="1695169"/>
                  </a:cubicBezTo>
                  <a:cubicBezTo>
                    <a:pt x="500780" y="1695606"/>
                    <a:pt x="500174" y="1696615"/>
                    <a:pt x="500174" y="1696615"/>
                  </a:cubicBezTo>
                  <a:lnTo>
                    <a:pt x="500309" y="1697792"/>
                  </a:lnTo>
                  <a:lnTo>
                    <a:pt x="501453" y="1699239"/>
                  </a:lnTo>
                  <a:lnTo>
                    <a:pt x="501319" y="1701560"/>
                  </a:lnTo>
                  <a:lnTo>
                    <a:pt x="501891" y="1709398"/>
                  </a:lnTo>
                  <a:cubicBezTo>
                    <a:pt x="501891" y="1709398"/>
                    <a:pt x="501891" y="1712291"/>
                    <a:pt x="501891" y="1712863"/>
                  </a:cubicBezTo>
                  <a:cubicBezTo>
                    <a:pt x="501891" y="1713435"/>
                    <a:pt x="501319" y="1715453"/>
                    <a:pt x="501319" y="1715453"/>
                  </a:cubicBezTo>
                  <a:lnTo>
                    <a:pt x="498424" y="1716900"/>
                  </a:lnTo>
                  <a:lnTo>
                    <a:pt x="495799" y="1715453"/>
                  </a:lnTo>
                  <a:lnTo>
                    <a:pt x="492770" y="1715453"/>
                  </a:lnTo>
                  <a:lnTo>
                    <a:pt x="490583" y="1715453"/>
                  </a:lnTo>
                  <a:lnTo>
                    <a:pt x="485804" y="1715453"/>
                  </a:lnTo>
                  <a:lnTo>
                    <a:pt x="483987" y="1718279"/>
                  </a:lnTo>
                  <a:lnTo>
                    <a:pt x="484054" y="1718918"/>
                  </a:lnTo>
                  <a:cubicBezTo>
                    <a:pt x="484054" y="1718918"/>
                    <a:pt x="483919" y="1722820"/>
                    <a:pt x="484054" y="1723426"/>
                  </a:cubicBezTo>
                  <a:cubicBezTo>
                    <a:pt x="484188" y="1723998"/>
                    <a:pt x="484054" y="1726622"/>
                    <a:pt x="484054" y="1727059"/>
                  </a:cubicBezTo>
                  <a:cubicBezTo>
                    <a:pt x="484054" y="1727496"/>
                    <a:pt x="484626" y="1730255"/>
                    <a:pt x="484626" y="1730255"/>
                  </a:cubicBezTo>
                  <a:cubicBezTo>
                    <a:pt x="484626" y="1730255"/>
                    <a:pt x="485501" y="1732273"/>
                    <a:pt x="486376" y="1733719"/>
                  </a:cubicBezTo>
                  <a:cubicBezTo>
                    <a:pt x="487251" y="1735166"/>
                    <a:pt x="487251" y="1736478"/>
                    <a:pt x="487554" y="1737184"/>
                  </a:cubicBezTo>
                  <a:cubicBezTo>
                    <a:pt x="487857" y="1737924"/>
                    <a:pt x="487251" y="1739775"/>
                    <a:pt x="487689" y="1740380"/>
                  </a:cubicBezTo>
                  <a:cubicBezTo>
                    <a:pt x="488126" y="1740952"/>
                    <a:pt x="487251" y="1743408"/>
                    <a:pt x="487689" y="1744148"/>
                  </a:cubicBezTo>
                  <a:cubicBezTo>
                    <a:pt x="488126" y="1744854"/>
                    <a:pt x="487689" y="1746469"/>
                    <a:pt x="487689" y="1746469"/>
                  </a:cubicBezTo>
                  <a:lnTo>
                    <a:pt x="492333" y="1748487"/>
                  </a:lnTo>
                  <a:cubicBezTo>
                    <a:pt x="492333" y="1748487"/>
                    <a:pt x="496371" y="1748487"/>
                    <a:pt x="496977" y="1748487"/>
                  </a:cubicBezTo>
                  <a:cubicBezTo>
                    <a:pt x="497549" y="1748487"/>
                    <a:pt x="501319" y="1750506"/>
                    <a:pt x="501891" y="1751111"/>
                  </a:cubicBezTo>
                  <a:cubicBezTo>
                    <a:pt x="502463" y="1751683"/>
                    <a:pt x="509429" y="1753567"/>
                    <a:pt x="510001" y="1753870"/>
                  </a:cubicBezTo>
                  <a:cubicBezTo>
                    <a:pt x="510574" y="1754172"/>
                    <a:pt x="514074" y="1755619"/>
                    <a:pt x="514074" y="1755619"/>
                  </a:cubicBezTo>
                  <a:lnTo>
                    <a:pt x="518718" y="1759958"/>
                  </a:lnTo>
                  <a:lnTo>
                    <a:pt x="519795" y="1764298"/>
                  </a:lnTo>
                  <a:cubicBezTo>
                    <a:pt x="519795" y="1764298"/>
                    <a:pt x="528276" y="1774154"/>
                    <a:pt x="528545" y="1774424"/>
                  </a:cubicBezTo>
                  <a:cubicBezTo>
                    <a:pt x="528848" y="1774726"/>
                    <a:pt x="536454" y="1782093"/>
                    <a:pt x="537531" y="1783203"/>
                  </a:cubicBezTo>
                  <a:cubicBezTo>
                    <a:pt x="538608" y="1784280"/>
                    <a:pt x="544262" y="1789931"/>
                    <a:pt x="544262" y="1789931"/>
                  </a:cubicBezTo>
                  <a:cubicBezTo>
                    <a:pt x="544262" y="1789931"/>
                    <a:pt x="549175" y="1792892"/>
                    <a:pt x="549411" y="1792959"/>
                  </a:cubicBezTo>
                  <a:cubicBezTo>
                    <a:pt x="549613" y="1793026"/>
                    <a:pt x="553416" y="1794775"/>
                    <a:pt x="553416" y="1794775"/>
                  </a:cubicBezTo>
                  <a:lnTo>
                    <a:pt x="555704" y="1796087"/>
                  </a:lnTo>
                  <a:lnTo>
                    <a:pt x="558430" y="1791950"/>
                  </a:lnTo>
                  <a:lnTo>
                    <a:pt x="562435" y="1791950"/>
                  </a:lnTo>
                  <a:lnTo>
                    <a:pt x="564623" y="1795684"/>
                  </a:lnTo>
                  <a:cubicBezTo>
                    <a:pt x="564623" y="1795684"/>
                    <a:pt x="564791" y="1795785"/>
                    <a:pt x="565061" y="1795919"/>
                  </a:cubicBezTo>
                  <a:lnTo>
                    <a:pt x="565767" y="1794372"/>
                  </a:lnTo>
                  <a:lnTo>
                    <a:pt x="569469" y="1792925"/>
                  </a:lnTo>
                  <a:cubicBezTo>
                    <a:pt x="569469" y="1792925"/>
                    <a:pt x="572094" y="1790167"/>
                    <a:pt x="572969" y="1790167"/>
                  </a:cubicBezTo>
                  <a:cubicBezTo>
                    <a:pt x="573844" y="1790167"/>
                    <a:pt x="575796" y="1790167"/>
                    <a:pt x="575796" y="1790167"/>
                  </a:cubicBezTo>
                  <a:lnTo>
                    <a:pt x="584277" y="1786904"/>
                  </a:lnTo>
                  <a:lnTo>
                    <a:pt x="593398" y="1784515"/>
                  </a:lnTo>
                  <a:lnTo>
                    <a:pt x="595989" y="1781690"/>
                  </a:lnTo>
                  <a:cubicBezTo>
                    <a:pt x="595989" y="1781690"/>
                    <a:pt x="605109" y="1784078"/>
                    <a:pt x="605984" y="1784078"/>
                  </a:cubicBezTo>
                  <a:cubicBezTo>
                    <a:pt x="606859" y="1784078"/>
                    <a:pt x="615105" y="1784280"/>
                    <a:pt x="617057" y="1783876"/>
                  </a:cubicBezTo>
                  <a:cubicBezTo>
                    <a:pt x="619009" y="1783439"/>
                    <a:pt x="622071" y="1781690"/>
                    <a:pt x="622071" y="1781690"/>
                  </a:cubicBezTo>
                  <a:lnTo>
                    <a:pt x="632302" y="1779099"/>
                  </a:lnTo>
                  <a:cubicBezTo>
                    <a:pt x="632302" y="1779099"/>
                    <a:pt x="635769" y="1776475"/>
                    <a:pt x="636644" y="1776475"/>
                  </a:cubicBezTo>
                  <a:cubicBezTo>
                    <a:pt x="637519" y="1776475"/>
                    <a:pt x="646000" y="1773650"/>
                    <a:pt x="646000" y="1773650"/>
                  </a:cubicBezTo>
                  <a:lnTo>
                    <a:pt x="653168" y="1768873"/>
                  </a:lnTo>
                  <a:lnTo>
                    <a:pt x="658183" y="1767561"/>
                  </a:lnTo>
                  <a:lnTo>
                    <a:pt x="667943" y="1767561"/>
                  </a:lnTo>
                  <a:lnTo>
                    <a:pt x="669693" y="1767561"/>
                  </a:lnTo>
                  <a:cubicBezTo>
                    <a:pt x="669693" y="1767561"/>
                    <a:pt x="667505" y="1767325"/>
                    <a:pt x="673832" y="1767561"/>
                  </a:cubicBezTo>
                  <a:cubicBezTo>
                    <a:pt x="680126" y="1767763"/>
                    <a:pt x="681303" y="1769579"/>
                    <a:pt x="681303" y="1769579"/>
                  </a:cubicBezTo>
                  <a:cubicBezTo>
                    <a:pt x="681303" y="1769579"/>
                    <a:pt x="685443" y="1769007"/>
                    <a:pt x="685880" y="1768940"/>
                  </a:cubicBezTo>
                  <a:cubicBezTo>
                    <a:pt x="686318" y="1768873"/>
                    <a:pt x="688640" y="1765240"/>
                    <a:pt x="688135" y="1765173"/>
                  </a:cubicBezTo>
                  <a:cubicBezTo>
                    <a:pt x="687630" y="1765105"/>
                    <a:pt x="683053" y="1764668"/>
                    <a:pt x="682852" y="1764432"/>
                  </a:cubicBezTo>
                  <a:cubicBezTo>
                    <a:pt x="682616" y="1764197"/>
                    <a:pt x="680664" y="1762179"/>
                    <a:pt x="680765" y="1761909"/>
                  </a:cubicBezTo>
                  <a:cubicBezTo>
                    <a:pt x="680832" y="1761607"/>
                    <a:pt x="681135" y="1759454"/>
                    <a:pt x="682717" y="1759151"/>
                  </a:cubicBezTo>
                  <a:cubicBezTo>
                    <a:pt x="684299" y="1758848"/>
                    <a:pt x="686856" y="1758411"/>
                    <a:pt x="687058" y="1758579"/>
                  </a:cubicBezTo>
                  <a:cubicBezTo>
                    <a:pt x="687260" y="1758714"/>
                    <a:pt x="692073" y="1758546"/>
                    <a:pt x="692073" y="1758546"/>
                  </a:cubicBezTo>
                  <a:lnTo>
                    <a:pt x="703650" y="1752188"/>
                  </a:lnTo>
                  <a:cubicBezTo>
                    <a:pt x="703650" y="1752188"/>
                    <a:pt x="707419" y="1748723"/>
                    <a:pt x="707722" y="1747545"/>
                  </a:cubicBezTo>
                  <a:cubicBezTo>
                    <a:pt x="708025" y="1746402"/>
                    <a:pt x="708597" y="1739438"/>
                    <a:pt x="707722" y="1738261"/>
                  </a:cubicBezTo>
                  <a:cubicBezTo>
                    <a:pt x="706847" y="1737117"/>
                    <a:pt x="704256" y="1731028"/>
                    <a:pt x="704256" y="1731028"/>
                  </a:cubicBezTo>
                  <a:lnTo>
                    <a:pt x="699914" y="1725242"/>
                  </a:lnTo>
                  <a:lnTo>
                    <a:pt x="698467" y="1720028"/>
                  </a:lnTo>
                  <a:cubicBezTo>
                    <a:pt x="698467" y="1720028"/>
                    <a:pt x="698164" y="1715958"/>
                    <a:pt x="698164" y="1715117"/>
                  </a:cubicBezTo>
                  <a:cubicBezTo>
                    <a:pt x="698164" y="1714242"/>
                    <a:pt x="701059" y="1708759"/>
                    <a:pt x="701059" y="1708759"/>
                  </a:cubicBezTo>
                  <a:cubicBezTo>
                    <a:pt x="701059" y="1708759"/>
                    <a:pt x="703953" y="1707010"/>
                    <a:pt x="704525" y="1706135"/>
                  </a:cubicBezTo>
                  <a:cubicBezTo>
                    <a:pt x="705097" y="1705260"/>
                    <a:pt x="709439" y="1701795"/>
                    <a:pt x="709439" y="1701795"/>
                  </a:cubicBezTo>
                  <a:lnTo>
                    <a:pt x="708698" y="1697759"/>
                  </a:lnTo>
                  <a:lnTo>
                    <a:pt x="709439" y="1691973"/>
                  </a:lnTo>
                  <a:cubicBezTo>
                    <a:pt x="709439" y="1691973"/>
                    <a:pt x="711020" y="1689517"/>
                    <a:pt x="710886" y="1688205"/>
                  </a:cubicBezTo>
                  <a:cubicBezTo>
                    <a:pt x="710751" y="1686893"/>
                    <a:pt x="710684" y="1684303"/>
                    <a:pt x="710246" y="1684000"/>
                  </a:cubicBezTo>
                  <a:cubicBezTo>
                    <a:pt x="709809" y="1683697"/>
                    <a:pt x="707116" y="1681814"/>
                    <a:pt x="707116" y="1680367"/>
                  </a:cubicBezTo>
                  <a:cubicBezTo>
                    <a:pt x="707116" y="1678921"/>
                    <a:pt x="707116" y="1674581"/>
                    <a:pt x="707116" y="1674581"/>
                  </a:cubicBezTo>
                  <a:cubicBezTo>
                    <a:pt x="707116" y="1674581"/>
                    <a:pt x="707689" y="1661529"/>
                    <a:pt x="708126" y="1661125"/>
                  </a:cubicBezTo>
                  <a:cubicBezTo>
                    <a:pt x="708564" y="1660688"/>
                    <a:pt x="711895" y="1656348"/>
                    <a:pt x="712030" y="1655911"/>
                  </a:cubicBezTo>
                  <a:cubicBezTo>
                    <a:pt x="712165" y="1655474"/>
                    <a:pt x="714790" y="1646660"/>
                    <a:pt x="714790" y="1646055"/>
                  </a:cubicBezTo>
                  <a:cubicBezTo>
                    <a:pt x="714790" y="1645483"/>
                    <a:pt x="717819" y="1637645"/>
                    <a:pt x="717987" y="1637073"/>
                  </a:cubicBezTo>
                  <a:cubicBezTo>
                    <a:pt x="718121" y="1636501"/>
                    <a:pt x="722059" y="1633002"/>
                    <a:pt x="723203" y="1631724"/>
                  </a:cubicBezTo>
                  <a:cubicBezTo>
                    <a:pt x="724348" y="1630412"/>
                    <a:pt x="727679" y="1626947"/>
                    <a:pt x="727679" y="1626947"/>
                  </a:cubicBezTo>
                  <a:cubicBezTo>
                    <a:pt x="727679" y="1626947"/>
                    <a:pt x="729867" y="1624189"/>
                    <a:pt x="730002" y="1623751"/>
                  </a:cubicBezTo>
                  <a:cubicBezTo>
                    <a:pt x="730136" y="1623314"/>
                    <a:pt x="732324" y="1619547"/>
                    <a:pt x="732324" y="1618975"/>
                  </a:cubicBezTo>
                  <a:cubicBezTo>
                    <a:pt x="732324" y="1618403"/>
                    <a:pt x="733468" y="1616956"/>
                    <a:pt x="734208" y="1616519"/>
                  </a:cubicBezTo>
                  <a:cubicBezTo>
                    <a:pt x="734915" y="1616082"/>
                    <a:pt x="737103" y="1614198"/>
                    <a:pt x="737675" y="1613761"/>
                  </a:cubicBezTo>
                  <a:cubicBezTo>
                    <a:pt x="738247" y="1613323"/>
                    <a:pt x="741747" y="1611137"/>
                    <a:pt x="741747" y="1611137"/>
                  </a:cubicBezTo>
                  <a:lnTo>
                    <a:pt x="745651" y="1608815"/>
                  </a:lnTo>
                  <a:lnTo>
                    <a:pt x="747973" y="1606797"/>
                  </a:lnTo>
                  <a:cubicBezTo>
                    <a:pt x="747973" y="1606797"/>
                    <a:pt x="748714" y="1601448"/>
                    <a:pt x="748714" y="1600843"/>
                  </a:cubicBezTo>
                  <a:cubicBezTo>
                    <a:pt x="748714" y="1600271"/>
                    <a:pt x="749420" y="1597647"/>
                    <a:pt x="749420" y="1597647"/>
                  </a:cubicBezTo>
                  <a:lnTo>
                    <a:pt x="752752" y="1592736"/>
                  </a:lnTo>
                  <a:cubicBezTo>
                    <a:pt x="752752" y="1592736"/>
                    <a:pt x="754940" y="1589271"/>
                    <a:pt x="755512" y="1589271"/>
                  </a:cubicBezTo>
                  <a:cubicBezTo>
                    <a:pt x="756084" y="1589271"/>
                    <a:pt x="757699" y="1590415"/>
                    <a:pt x="758574" y="1590583"/>
                  </a:cubicBezTo>
                  <a:cubicBezTo>
                    <a:pt x="759449" y="1590717"/>
                    <a:pt x="759719" y="1590583"/>
                    <a:pt x="761906" y="1590583"/>
                  </a:cubicBezTo>
                  <a:cubicBezTo>
                    <a:pt x="764094" y="1590583"/>
                    <a:pt x="765675" y="1589136"/>
                    <a:pt x="766820" y="1589271"/>
                  </a:cubicBezTo>
                  <a:cubicBezTo>
                    <a:pt x="767964" y="1589406"/>
                    <a:pt x="769007" y="1588968"/>
                    <a:pt x="770454" y="1587959"/>
                  </a:cubicBezTo>
                  <a:cubicBezTo>
                    <a:pt x="771901" y="1586950"/>
                    <a:pt x="773214" y="1586210"/>
                    <a:pt x="773652" y="1585941"/>
                  </a:cubicBezTo>
                  <a:cubicBezTo>
                    <a:pt x="774089" y="1585638"/>
                    <a:pt x="775974" y="1585066"/>
                    <a:pt x="775974" y="1585066"/>
                  </a:cubicBezTo>
                  <a:lnTo>
                    <a:pt x="781056" y="1585066"/>
                  </a:lnTo>
                  <a:cubicBezTo>
                    <a:pt x="781056" y="1585066"/>
                    <a:pt x="785834" y="1585503"/>
                    <a:pt x="787147" y="1584494"/>
                  </a:cubicBezTo>
                  <a:cubicBezTo>
                    <a:pt x="788460" y="1583485"/>
                    <a:pt x="790613" y="1581029"/>
                    <a:pt x="790613" y="1581029"/>
                  </a:cubicBezTo>
                  <a:lnTo>
                    <a:pt x="794686" y="1581769"/>
                  </a:lnTo>
                  <a:cubicBezTo>
                    <a:pt x="794686" y="1581769"/>
                    <a:pt x="795258" y="1584528"/>
                    <a:pt x="795392" y="1584965"/>
                  </a:cubicBezTo>
                  <a:cubicBezTo>
                    <a:pt x="795527" y="1585402"/>
                    <a:pt x="794955" y="1587993"/>
                    <a:pt x="795392" y="1588598"/>
                  </a:cubicBezTo>
                  <a:cubicBezTo>
                    <a:pt x="795830" y="1589170"/>
                    <a:pt x="795426" y="1592063"/>
                    <a:pt x="795426" y="1592063"/>
                  </a:cubicBezTo>
                  <a:lnTo>
                    <a:pt x="793811" y="1595965"/>
                  </a:lnTo>
                  <a:lnTo>
                    <a:pt x="795594" y="1598724"/>
                  </a:lnTo>
                  <a:lnTo>
                    <a:pt x="796705" y="1603366"/>
                  </a:lnTo>
                  <a:cubicBezTo>
                    <a:pt x="796705" y="1603366"/>
                    <a:pt x="796065" y="1607436"/>
                    <a:pt x="796469" y="1608008"/>
                  </a:cubicBezTo>
                  <a:cubicBezTo>
                    <a:pt x="796907" y="1608580"/>
                    <a:pt x="797546" y="1611641"/>
                    <a:pt x="797546" y="1611641"/>
                  </a:cubicBezTo>
                  <a:lnTo>
                    <a:pt x="797546" y="1619042"/>
                  </a:lnTo>
                  <a:lnTo>
                    <a:pt x="799734" y="1617730"/>
                  </a:lnTo>
                  <a:cubicBezTo>
                    <a:pt x="799734" y="1617730"/>
                    <a:pt x="800474" y="1618033"/>
                    <a:pt x="801349" y="1617596"/>
                  </a:cubicBezTo>
                  <a:cubicBezTo>
                    <a:pt x="802224" y="1617158"/>
                    <a:pt x="804681" y="1617596"/>
                    <a:pt x="804681" y="1617596"/>
                  </a:cubicBezTo>
                  <a:lnTo>
                    <a:pt x="807441" y="1620354"/>
                  </a:lnTo>
                  <a:lnTo>
                    <a:pt x="808585" y="1623953"/>
                  </a:lnTo>
                  <a:lnTo>
                    <a:pt x="809595" y="1627284"/>
                  </a:lnTo>
                  <a:cubicBezTo>
                    <a:pt x="809595" y="1627284"/>
                    <a:pt x="809729" y="1628730"/>
                    <a:pt x="809595" y="1630311"/>
                  </a:cubicBezTo>
                  <a:cubicBezTo>
                    <a:pt x="809460" y="1631892"/>
                    <a:pt x="809023" y="1634651"/>
                    <a:pt x="809023" y="1634651"/>
                  </a:cubicBezTo>
                  <a:cubicBezTo>
                    <a:pt x="809023" y="1634651"/>
                    <a:pt x="808888" y="1635660"/>
                    <a:pt x="807710" y="1635660"/>
                  </a:cubicBezTo>
                  <a:cubicBezTo>
                    <a:pt x="806566" y="1635660"/>
                    <a:pt x="805960" y="1635357"/>
                    <a:pt x="805388" y="1635223"/>
                  </a:cubicBezTo>
                  <a:cubicBezTo>
                    <a:pt x="804816" y="1635088"/>
                    <a:pt x="803638" y="1634785"/>
                    <a:pt x="803638" y="1634785"/>
                  </a:cubicBezTo>
                  <a:cubicBezTo>
                    <a:pt x="803638" y="1634785"/>
                    <a:pt x="800441" y="1634785"/>
                    <a:pt x="799868" y="1634483"/>
                  </a:cubicBezTo>
                  <a:cubicBezTo>
                    <a:pt x="799296" y="1634180"/>
                    <a:pt x="796840" y="1634045"/>
                    <a:pt x="796840" y="1634045"/>
                  </a:cubicBezTo>
                  <a:lnTo>
                    <a:pt x="791488" y="1636232"/>
                  </a:lnTo>
                  <a:cubicBezTo>
                    <a:pt x="791488" y="1636232"/>
                    <a:pt x="787887" y="1637241"/>
                    <a:pt x="787719" y="1637678"/>
                  </a:cubicBezTo>
                  <a:cubicBezTo>
                    <a:pt x="787585" y="1638116"/>
                    <a:pt x="785262" y="1642758"/>
                    <a:pt x="785262" y="1642758"/>
                  </a:cubicBezTo>
                  <a:lnTo>
                    <a:pt x="780854" y="1644204"/>
                  </a:lnTo>
                  <a:lnTo>
                    <a:pt x="778229" y="1649856"/>
                  </a:lnTo>
                  <a:lnTo>
                    <a:pt x="776479" y="1653758"/>
                  </a:lnTo>
                  <a:lnTo>
                    <a:pt x="773450" y="1657458"/>
                  </a:lnTo>
                  <a:lnTo>
                    <a:pt x="772810" y="1660284"/>
                  </a:lnTo>
                  <a:lnTo>
                    <a:pt x="771733" y="1662908"/>
                  </a:lnTo>
                  <a:lnTo>
                    <a:pt x="771296" y="1665936"/>
                  </a:lnTo>
                  <a:lnTo>
                    <a:pt x="770757" y="1667887"/>
                  </a:lnTo>
                  <a:lnTo>
                    <a:pt x="768031" y="1670948"/>
                  </a:lnTo>
                  <a:lnTo>
                    <a:pt x="768031" y="1674648"/>
                  </a:lnTo>
                  <a:lnTo>
                    <a:pt x="768805" y="1676398"/>
                  </a:lnTo>
                  <a:lnTo>
                    <a:pt x="771531" y="1680098"/>
                  </a:lnTo>
                  <a:lnTo>
                    <a:pt x="771531" y="1681612"/>
                  </a:lnTo>
                  <a:cubicBezTo>
                    <a:pt x="771531" y="1681612"/>
                    <a:pt x="770656" y="1683798"/>
                    <a:pt x="770454" y="1684438"/>
                  </a:cubicBezTo>
                  <a:cubicBezTo>
                    <a:pt x="770219" y="1685077"/>
                    <a:pt x="769815" y="1685077"/>
                    <a:pt x="768940" y="1685951"/>
                  </a:cubicBezTo>
                  <a:cubicBezTo>
                    <a:pt x="768065" y="1686826"/>
                    <a:pt x="768065" y="1689820"/>
                    <a:pt x="767190" y="1689181"/>
                  </a:cubicBezTo>
                  <a:cubicBezTo>
                    <a:pt x="766315" y="1688541"/>
                    <a:pt x="767829" y="1692881"/>
                    <a:pt x="767829" y="1692881"/>
                  </a:cubicBezTo>
                  <a:lnTo>
                    <a:pt x="768906" y="1695505"/>
                  </a:lnTo>
                  <a:lnTo>
                    <a:pt x="767594" y="1700080"/>
                  </a:lnTo>
                  <a:lnTo>
                    <a:pt x="767358" y="1703545"/>
                  </a:lnTo>
                  <a:lnTo>
                    <a:pt x="768435" y="1705059"/>
                  </a:lnTo>
                  <a:lnTo>
                    <a:pt x="773652" y="1710037"/>
                  </a:lnTo>
                  <a:lnTo>
                    <a:pt x="777791" y="1712863"/>
                  </a:lnTo>
                  <a:lnTo>
                    <a:pt x="780181" y="1714377"/>
                  </a:lnTo>
                  <a:lnTo>
                    <a:pt x="784758" y="1717404"/>
                  </a:lnTo>
                  <a:lnTo>
                    <a:pt x="790109" y="1720095"/>
                  </a:lnTo>
                  <a:lnTo>
                    <a:pt x="799027" y="1726252"/>
                  </a:lnTo>
                  <a:cubicBezTo>
                    <a:pt x="799027" y="1726252"/>
                    <a:pt x="802224" y="1727833"/>
                    <a:pt x="803099" y="1727698"/>
                  </a:cubicBezTo>
                  <a:cubicBezTo>
                    <a:pt x="803974" y="1727564"/>
                    <a:pt x="808888" y="1727765"/>
                    <a:pt x="809123" y="1727698"/>
                  </a:cubicBezTo>
                  <a:cubicBezTo>
                    <a:pt x="809325" y="1727631"/>
                    <a:pt x="812523" y="1726992"/>
                    <a:pt x="812523" y="1726992"/>
                  </a:cubicBezTo>
                  <a:cubicBezTo>
                    <a:pt x="812523" y="1726992"/>
                    <a:pt x="817941" y="1724771"/>
                    <a:pt x="818176" y="1724704"/>
                  </a:cubicBezTo>
                  <a:cubicBezTo>
                    <a:pt x="818412" y="1724637"/>
                    <a:pt x="821071" y="1722417"/>
                    <a:pt x="821508" y="1722417"/>
                  </a:cubicBezTo>
                  <a:cubicBezTo>
                    <a:pt x="821946" y="1722417"/>
                    <a:pt x="824537" y="1722417"/>
                    <a:pt x="824537" y="1722417"/>
                  </a:cubicBezTo>
                  <a:lnTo>
                    <a:pt x="827600" y="1723224"/>
                  </a:lnTo>
                  <a:lnTo>
                    <a:pt x="833624" y="1725108"/>
                  </a:lnTo>
                  <a:cubicBezTo>
                    <a:pt x="833624" y="1725108"/>
                    <a:pt x="835374" y="1725915"/>
                    <a:pt x="835509" y="1726352"/>
                  </a:cubicBezTo>
                  <a:cubicBezTo>
                    <a:pt x="835643" y="1726790"/>
                    <a:pt x="840220" y="1732004"/>
                    <a:pt x="840220" y="1732004"/>
                  </a:cubicBezTo>
                  <a:lnTo>
                    <a:pt x="842812" y="1734830"/>
                  </a:lnTo>
                  <a:lnTo>
                    <a:pt x="845942" y="1741288"/>
                  </a:lnTo>
                  <a:lnTo>
                    <a:pt x="850081" y="1746132"/>
                  </a:lnTo>
                  <a:lnTo>
                    <a:pt x="851091" y="1750337"/>
                  </a:lnTo>
                  <a:cubicBezTo>
                    <a:pt x="851091" y="1750337"/>
                    <a:pt x="852605" y="1753096"/>
                    <a:pt x="853043" y="1753601"/>
                  </a:cubicBezTo>
                  <a:cubicBezTo>
                    <a:pt x="853480" y="1754105"/>
                    <a:pt x="856442" y="1755854"/>
                    <a:pt x="857384" y="1755854"/>
                  </a:cubicBezTo>
                  <a:cubicBezTo>
                    <a:pt x="858326" y="1755854"/>
                    <a:pt x="861793" y="1755484"/>
                    <a:pt x="861793" y="1755484"/>
                  </a:cubicBezTo>
                  <a:lnTo>
                    <a:pt x="867918" y="1756023"/>
                  </a:lnTo>
                  <a:lnTo>
                    <a:pt x="873774" y="1758209"/>
                  </a:lnTo>
                  <a:cubicBezTo>
                    <a:pt x="873774" y="1758209"/>
                    <a:pt x="878889" y="1760059"/>
                    <a:pt x="880202" y="1759958"/>
                  </a:cubicBezTo>
                  <a:cubicBezTo>
                    <a:pt x="881514" y="1759858"/>
                    <a:pt x="886630" y="1760934"/>
                    <a:pt x="886630" y="1760934"/>
                  </a:cubicBezTo>
                  <a:lnTo>
                    <a:pt x="891072" y="1759958"/>
                  </a:lnTo>
                  <a:lnTo>
                    <a:pt x="891611" y="1762986"/>
                  </a:lnTo>
                  <a:lnTo>
                    <a:pt x="895313" y="1764937"/>
                  </a:lnTo>
                  <a:cubicBezTo>
                    <a:pt x="895313" y="1764937"/>
                    <a:pt x="897601" y="1769714"/>
                    <a:pt x="897938" y="1770151"/>
                  </a:cubicBezTo>
                  <a:cubicBezTo>
                    <a:pt x="898275" y="1770589"/>
                    <a:pt x="900967" y="1777215"/>
                    <a:pt x="900967" y="1777653"/>
                  </a:cubicBezTo>
                  <a:cubicBezTo>
                    <a:pt x="900967" y="1778090"/>
                    <a:pt x="903255" y="1781454"/>
                    <a:pt x="903693" y="1781454"/>
                  </a:cubicBezTo>
                  <a:cubicBezTo>
                    <a:pt x="904130" y="1781454"/>
                    <a:pt x="909683" y="1783203"/>
                    <a:pt x="910121" y="1783069"/>
                  </a:cubicBezTo>
                  <a:cubicBezTo>
                    <a:pt x="910558" y="1782968"/>
                    <a:pt x="911433" y="1780142"/>
                    <a:pt x="911433" y="1780142"/>
                  </a:cubicBezTo>
                  <a:lnTo>
                    <a:pt x="915001" y="1779806"/>
                  </a:lnTo>
                  <a:lnTo>
                    <a:pt x="918905" y="1779806"/>
                  </a:lnTo>
                  <a:lnTo>
                    <a:pt x="922068" y="1782699"/>
                  </a:lnTo>
                  <a:lnTo>
                    <a:pt x="925434" y="1785020"/>
                  </a:lnTo>
                  <a:lnTo>
                    <a:pt x="932400" y="1785020"/>
                  </a:lnTo>
                  <a:lnTo>
                    <a:pt x="937415" y="1781118"/>
                  </a:lnTo>
                  <a:lnTo>
                    <a:pt x="941554" y="1780041"/>
                  </a:lnTo>
                  <a:lnTo>
                    <a:pt x="952862" y="1783304"/>
                  </a:lnTo>
                  <a:lnTo>
                    <a:pt x="960536" y="1782564"/>
                  </a:lnTo>
                  <a:cubicBezTo>
                    <a:pt x="960536" y="1782564"/>
                    <a:pt x="962285" y="1782699"/>
                    <a:pt x="964574" y="1782564"/>
                  </a:cubicBezTo>
                  <a:cubicBezTo>
                    <a:pt x="966862" y="1782430"/>
                    <a:pt x="966324" y="1782261"/>
                    <a:pt x="967199" y="1781420"/>
                  </a:cubicBezTo>
                  <a:cubicBezTo>
                    <a:pt x="968074" y="1780546"/>
                    <a:pt x="970262" y="1781420"/>
                    <a:pt x="970262" y="1781420"/>
                  </a:cubicBezTo>
                  <a:cubicBezTo>
                    <a:pt x="970262" y="1781420"/>
                    <a:pt x="970834" y="1779402"/>
                    <a:pt x="970968" y="1778965"/>
                  </a:cubicBezTo>
                  <a:cubicBezTo>
                    <a:pt x="971103" y="1778527"/>
                    <a:pt x="970968" y="1776778"/>
                    <a:pt x="970531" y="1776644"/>
                  </a:cubicBezTo>
                  <a:cubicBezTo>
                    <a:pt x="970093" y="1776509"/>
                    <a:pt x="969387" y="1775635"/>
                    <a:pt x="968343" y="1774625"/>
                  </a:cubicBezTo>
                  <a:cubicBezTo>
                    <a:pt x="967334" y="1773616"/>
                    <a:pt x="966324" y="1773751"/>
                    <a:pt x="966324" y="1773751"/>
                  </a:cubicBezTo>
                  <a:cubicBezTo>
                    <a:pt x="966324" y="1773751"/>
                    <a:pt x="964574" y="1771564"/>
                    <a:pt x="964574" y="1771160"/>
                  </a:cubicBezTo>
                  <a:cubicBezTo>
                    <a:pt x="964540" y="1770723"/>
                    <a:pt x="964574" y="1768570"/>
                    <a:pt x="964574" y="1768570"/>
                  </a:cubicBezTo>
                  <a:lnTo>
                    <a:pt x="964574" y="1765105"/>
                  </a:lnTo>
                  <a:cubicBezTo>
                    <a:pt x="964574" y="1765105"/>
                    <a:pt x="964439" y="1762650"/>
                    <a:pt x="965011" y="1762212"/>
                  </a:cubicBezTo>
                  <a:cubicBezTo>
                    <a:pt x="965584" y="1761775"/>
                    <a:pt x="964574" y="1759891"/>
                    <a:pt x="964574" y="1759891"/>
                  </a:cubicBezTo>
                  <a:lnTo>
                    <a:pt x="964574" y="1754677"/>
                  </a:lnTo>
                  <a:lnTo>
                    <a:pt x="964574" y="1752053"/>
                  </a:lnTo>
                  <a:lnTo>
                    <a:pt x="966324" y="1749463"/>
                  </a:lnTo>
                  <a:lnTo>
                    <a:pt x="966324" y="1747714"/>
                  </a:lnTo>
                  <a:lnTo>
                    <a:pt x="966324" y="1745695"/>
                  </a:lnTo>
                  <a:lnTo>
                    <a:pt x="968074" y="1742500"/>
                  </a:lnTo>
                  <a:lnTo>
                    <a:pt x="968074" y="1740481"/>
                  </a:lnTo>
                  <a:lnTo>
                    <a:pt x="970766" y="1740178"/>
                  </a:lnTo>
                  <a:lnTo>
                    <a:pt x="972281" y="1740616"/>
                  </a:lnTo>
                  <a:lnTo>
                    <a:pt x="973425" y="1744249"/>
                  </a:lnTo>
                  <a:cubicBezTo>
                    <a:pt x="973425" y="1744249"/>
                    <a:pt x="976454" y="1746132"/>
                    <a:pt x="976622" y="1746570"/>
                  </a:cubicBezTo>
                  <a:cubicBezTo>
                    <a:pt x="976757" y="1747007"/>
                    <a:pt x="977329" y="1750203"/>
                    <a:pt x="977497" y="1751044"/>
                  </a:cubicBezTo>
                  <a:cubicBezTo>
                    <a:pt x="977632" y="1751919"/>
                    <a:pt x="978204" y="1752356"/>
                    <a:pt x="978642" y="1752591"/>
                  </a:cubicBezTo>
                  <a:cubicBezTo>
                    <a:pt x="979079" y="1752827"/>
                    <a:pt x="981401" y="1752625"/>
                    <a:pt x="983589" y="1752490"/>
                  </a:cubicBezTo>
                  <a:cubicBezTo>
                    <a:pt x="985776" y="1752356"/>
                    <a:pt x="985608" y="1752793"/>
                    <a:pt x="986180" y="1752490"/>
                  </a:cubicBezTo>
                  <a:cubicBezTo>
                    <a:pt x="986752" y="1752188"/>
                    <a:pt x="986921" y="1750741"/>
                    <a:pt x="987055" y="1750304"/>
                  </a:cubicBezTo>
                  <a:cubicBezTo>
                    <a:pt x="987190" y="1749866"/>
                    <a:pt x="987930" y="1747848"/>
                    <a:pt x="987930" y="1747848"/>
                  </a:cubicBezTo>
                  <a:lnTo>
                    <a:pt x="989680" y="1744081"/>
                  </a:lnTo>
                  <a:cubicBezTo>
                    <a:pt x="989680" y="1744081"/>
                    <a:pt x="990825" y="1742062"/>
                    <a:pt x="990993" y="1741625"/>
                  </a:cubicBezTo>
                  <a:cubicBezTo>
                    <a:pt x="991127" y="1741188"/>
                    <a:pt x="991127" y="1738732"/>
                    <a:pt x="991127" y="1738732"/>
                  </a:cubicBezTo>
                  <a:lnTo>
                    <a:pt x="990825" y="1735671"/>
                  </a:lnTo>
                  <a:cubicBezTo>
                    <a:pt x="990825" y="1735671"/>
                    <a:pt x="989512" y="1732340"/>
                    <a:pt x="989075" y="1732206"/>
                  </a:cubicBezTo>
                  <a:cubicBezTo>
                    <a:pt x="988637" y="1732071"/>
                    <a:pt x="985743" y="1729313"/>
                    <a:pt x="985171" y="1728438"/>
                  </a:cubicBezTo>
                  <a:cubicBezTo>
                    <a:pt x="984598" y="1727564"/>
                    <a:pt x="982411" y="1728438"/>
                    <a:pt x="982411" y="1728438"/>
                  </a:cubicBezTo>
                  <a:lnTo>
                    <a:pt x="979348" y="1725680"/>
                  </a:lnTo>
                  <a:lnTo>
                    <a:pt x="977464" y="1722349"/>
                  </a:lnTo>
                  <a:lnTo>
                    <a:pt x="978473" y="1716395"/>
                  </a:lnTo>
                  <a:lnTo>
                    <a:pt x="978473" y="1711282"/>
                  </a:lnTo>
                  <a:lnTo>
                    <a:pt x="978473" y="1709533"/>
                  </a:lnTo>
                  <a:lnTo>
                    <a:pt x="978473" y="1706505"/>
                  </a:lnTo>
                  <a:lnTo>
                    <a:pt x="982613" y="1702165"/>
                  </a:lnTo>
                  <a:lnTo>
                    <a:pt x="981973" y="1697692"/>
                  </a:lnTo>
                  <a:lnTo>
                    <a:pt x="984733" y="1694798"/>
                  </a:lnTo>
                  <a:lnTo>
                    <a:pt x="986315" y="1691334"/>
                  </a:lnTo>
                  <a:lnTo>
                    <a:pt x="991094" y="1691334"/>
                  </a:lnTo>
                  <a:lnTo>
                    <a:pt x="995166" y="1689315"/>
                  </a:lnTo>
                  <a:lnTo>
                    <a:pt x="997185" y="1688306"/>
                  </a:lnTo>
                  <a:lnTo>
                    <a:pt x="1001392" y="1684673"/>
                  </a:lnTo>
                  <a:cubicBezTo>
                    <a:pt x="1001392" y="1684673"/>
                    <a:pt x="1003984" y="1679896"/>
                    <a:pt x="1004286" y="1679459"/>
                  </a:cubicBezTo>
                  <a:cubicBezTo>
                    <a:pt x="1004589" y="1679021"/>
                    <a:pt x="1007921" y="1678147"/>
                    <a:pt x="1007921" y="1678147"/>
                  </a:cubicBezTo>
                  <a:lnTo>
                    <a:pt x="1010378" y="1675388"/>
                  </a:lnTo>
                  <a:lnTo>
                    <a:pt x="1014013" y="1674514"/>
                  </a:lnTo>
                  <a:lnTo>
                    <a:pt x="1018219" y="1673807"/>
                  </a:lnTo>
                  <a:lnTo>
                    <a:pt x="1017647" y="1671352"/>
                  </a:lnTo>
                  <a:lnTo>
                    <a:pt x="1016032" y="1668021"/>
                  </a:lnTo>
                  <a:lnTo>
                    <a:pt x="1016772" y="1664388"/>
                  </a:lnTo>
                  <a:lnTo>
                    <a:pt x="1016772" y="1659746"/>
                  </a:lnTo>
                  <a:cubicBezTo>
                    <a:pt x="1016772" y="1659746"/>
                    <a:pt x="1018590" y="1656113"/>
                    <a:pt x="1018590" y="1655709"/>
                  </a:cubicBezTo>
                  <a:cubicBezTo>
                    <a:pt x="1018590" y="1655272"/>
                    <a:pt x="1021282" y="1650495"/>
                    <a:pt x="1021282" y="1650495"/>
                  </a:cubicBezTo>
                  <a:lnTo>
                    <a:pt x="1024479" y="1648611"/>
                  </a:lnTo>
                  <a:lnTo>
                    <a:pt x="1028114" y="1651370"/>
                  </a:lnTo>
                  <a:lnTo>
                    <a:pt x="1033027" y="1651370"/>
                  </a:lnTo>
                  <a:lnTo>
                    <a:pt x="1038109" y="1649923"/>
                  </a:lnTo>
                  <a:lnTo>
                    <a:pt x="1039994" y="1645853"/>
                  </a:lnTo>
                  <a:lnTo>
                    <a:pt x="1042888" y="1643532"/>
                  </a:lnTo>
                  <a:lnTo>
                    <a:pt x="1042888" y="1639629"/>
                  </a:lnTo>
                  <a:cubicBezTo>
                    <a:pt x="1042888" y="1639629"/>
                    <a:pt x="1043393" y="1634853"/>
                    <a:pt x="1043393" y="1634415"/>
                  </a:cubicBezTo>
                  <a:cubicBezTo>
                    <a:pt x="1043393" y="1633978"/>
                    <a:pt x="1043763" y="1630210"/>
                    <a:pt x="1043763" y="1630210"/>
                  </a:cubicBezTo>
                  <a:lnTo>
                    <a:pt x="1045345" y="1625568"/>
                  </a:lnTo>
                  <a:lnTo>
                    <a:pt x="1046927" y="1622103"/>
                  </a:lnTo>
                  <a:lnTo>
                    <a:pt x="1053018" y="1620522"/>
                  </a:lnTo>
                  <a:lnTo>
                    <a:pt x="1057932" y="1618638"/>
                  </a:lnTo>
                  <a:lnTo>
                    <a:pt x="1062711" y="1615745"/>
                  </a:lnTo>
                  <a:cubicBezTo>
                    <a:pt x="1062711" y="1615745"/>
                    <a:pt x="1065605" y="1612852"/>
                    <a:pt x="1065773" y="1611978"/>
                  </a:cubicBezTo>
                  <a:cubicBezTo>
                    <a:pt x="1065908" y="1611103"/>
                    <a:pt x="1069980" y="1607504"/>
                    <a:pt x="1070990" y="1606629"/>
                  </a:cubicBezTo>
                  <a:cubicBezTo>
                    <a:pt x="1072000" y="1605754"/>
                    <a:pt x="1074894" y="1605317"/>
                    <a:pt x="1074894" y="1605317"/>
                  </a:cubicBezTo>
                  <a:cubicBezTo>
                    <a:pt x="1074894" y="1605317"/>
                    <a:pt x="1078091" y="1602996"/>
                    <a:pt x="1078966" y="1602121"/>
                  </a:cubicBezTo>
                  <a:cubicBezTo>
                    <a:pt x="1079841" y="1601247"/>
                    <a:pt x="1082432" y="1600540"/>
                    <a:pt x="1082870" y="1600237"/>
                  </a:cubicBezTo>
                  <a:cubicBezTo>
                    <a:pt x="1083307" y="1599935"/>
                    <a:pt x="1086505" y="1598051"/>
                    <a:pt x="1086942" y="1597614"/>
                  </a:cubicBezTo>
                  <a:cubicBezTo>
                    <a:pt x="1087379" y="1597176"/>
                    <a:pt x="1088524" y="1596032"/>
                    <a:pt x="1088524" y="1596032"/>
                  </a:cubicBezTo>
                  <a:cubicBezTo>
                    <a:pt x="1088524" y="1596032"/>
                    <a:pt x="1090274" y="1594586"/>
                    <a:pt x="1091284" y="1593577"/>
                  </a:cubicBezTo>
                  <a:cubicBezTo>
                    <a:pt x="1092293" y="1592568"/>
                    <a:pt x="1093471" y="1591558"/>
                    <a:pt x="1093168" y="1590818"/>
                  </a:cubicBezTo>
                  <a:lnTo>
                    <a:pt x="1088389" y="1589069"/>
                  </a:lnTo>
                  <a:lnTo>
                    <a:pt x="1084182" y="1584999"/>
                  </a:lnTo>
                  <a:lnTo>
                    <a:pt x="1080110" y="1581366"/>
                  </a:lnTo>
                  <a:lnTo>
                    <a:pt x="1084182" y="1578473"/>
                  </a:lnTo>
                  <a:lnTo>
                    <a:pt x="1088961" y="1578338"/>
                  </a:lnTo>
                  <a:lnTo>
                    <a:pt x="1092596" y="1578338"/>
                  </a:lnTo>
                  <a:lnTo>
                    <a:pt x="1097106" y="1577699"/>
                  </a:lnTo>
                  <a:lnTo>
                    <a:pt x="1100303" y="1579213"/>
                  </a:lnTo>
                  <a:lnTo>
                    <a:pt x="1100303" y="1582846"/>
                  </a:lnTo>
                  <a:lnTo>
                    <a:pt x="1101279" y="1585301"/>
                  </a:lnTo>
                  <a:lnTo>
                    <a:pt x="1104375" y="1589641"/>
                  </a:lnTo>
                  <a:lnTo>
                    <a:pt x="1107707" y="1592399"/>
                  </a:lnTo>
                  <a:lnTo>
                    <a:pt x="1111476" y="1596739"/>
                  </a:lnTo>
                  <a:lnTo>
                    <a:pt x="1113630" y="1595427"/>
                  </a:lnTo>
                  <a:cubicBezTo>
                    <a:pt x="1113630" y="1595427"/>
                    <a:pt x="1113193" y="1592231"/>
                    <a:pt x="1113630" y="1591962"/>
                  </a:cubicBezTo>
                  <a:cubicBezTo>
                    <a:pt x="1114068" y="1591659"/>
                    <a:pt x="1117265" y="1590818"/>
                    <a:pt x="1117265" y="1590818"/>
                  </a:cubicBezTo>
                  <a:lnTo>
                    <a:pt x="1119856" y="1590684"/>
                  </a:lnTo>
                  <a:lnTo>
                    <a:pt x="1122178" y="1591390"/>
                  </a:lnTo>
                  <a:lnTo>
                    <a:pt x="1125073" y="1593139"/>
                  </a:lnTo>
                  <a:cubicBezTo>
                    <a:pt x="1125073" y="1593139"/>
                    <a:pt x="1128977" y="1594283"/>
                    <a:pt x="1129852" y="1594586"/>
                  </a:cubicBezTo>
                  <a:cubicBezTo>
                    <a:pt x="1130727" y="1594889"/>
                    <a:pt x="1134328" y="1599497"/>
                    <a:pt x="1134933" y="1599228"/>
                  </a:cubicBezTo>
                  <a:cubicBezTo>
                    <a:pt x="1135506" y="1598925"/>
                    <a:pt x="1136381" y="1599228"/>
                    <a:pt x="1136381" y="1599228"/>
                  </a:cubicBezTo>
                  <a:lnTo>
                    <a:pt x="1137693" y="1596638"/>
                  </a:lnTo>
                  <a:lnTo>
                    <a:pt x="1140285" y="1594889"/>
                  </a:lnTo>
                  <a:lnTo>
                    <a:pt x="1140285" y="1592130"/>
                  </a:lnTo>
                  <a:cubicBezTo>
                    <a:pt x="1140285" y="1592130"/>
                    <a:pt x="1142371" y="1589675"/>
                    <a:pt x="1142674" y="1589237"/>
                  </a:cubicBezTo>
                  <a:cubicBezTo>
                    <a:pt x="1142977" y="1588800"/>
                    <a:pt x="1144357" y="1584595"/>
                    <a:pt x="1144357" y="1584595"/>
                  </a:cubicBezTo>
                  <a:lnTo>
                    <a:pt x="1149136" y="1579381"/>
                  </a:lnTo>
                  <a:cubicBezTo>
                    <a:pt x="1149136" y="1579381"/>
                    <a:pt x="1153477" y="1575310"/>
                    <a:pt x="1153477" y="1574907"/>
                  </a:cubicBezTo>
                  <a:cubicBezTo>
                    <a:pt x="1153477" y="1574469"/>
                    <a:pt x="1161319" y="1569255"/>
                    <a:pt x="1161319" y="1569255"/>
                  </a:cubicBezTo>
                  <a:lnTo>
                    <a:pt x="1165660" y="1566362"/>
                  </a:lnTo>
                  <a:lnTo>
                    <a:pt x="1169867" y="1563167"/>
                  </a:lnTo>
                  <a:lnTo>
                    <a:pt x="1173333" y="1562023"/>
                  </a:lnTo>
                  <a:lnTo>
                    <a:pt x="1174781" y="1562897"/>
                  </a:lnTo>
                  <a:lnTo>
                    <a:pt x="1176665" y="1563772"/>
                  </a:lnTo>
                  <a:lnTo>
                    <a:pt x="1176968" y="1565521"/>
                  </a:lnTo>
                  <a:lnTo>
                    <a:pt x="1175521" y="1568414"/>
                  </a:lnTo>
                  <a:lnTo>
                    <a:pt x="1173333" y="1570601"/>
                  </a:lnTo>
                  <a:lnTo>
                    <a:pt x="1173333" y="1574066"/>
                  </a:lnTo>
                  <a:lnTo>
                    <a:pt x="1174208" y="1578405"/>
                  </a:lnTo>
                  <a:lnTo>
                    <a:pt x="1182050" y="1578405"/>
                  </a:lnTo>
                  <a:lnTo>
                    <a:pt x="1182050" y="1582173"/>
                  </a:lnTo>
                  <a:lnTo>
                    <a:pt x="1180838" y="1585032"/>
                  </a:lnTo>
                  <a:lnTo>
                    <a:pt x="1181410" y="1585739"/>
                  </a:lnTo>
                  <a:cubicBezTo>
                    <a:pt x="1181882" y="1585772"/>
                    <a:pt x="1182353" y="1585840"/>
                    <a:pt x="1182925" y="1585907"/>
                  </a:cubicBezTo>
                  <a:cubicBezTo>
                    <a:pt x="1184877" y="1586142"/>
                    <a:pt x="1185314" y="1586008"/>
                    <a:pt x="1186627" y="1585907"/>
                  </a:cubicBezTo>
                  <a:cubicBezTo>
                    <a:pt x="1187939" y="1585806"/>
                    <a:pt x="1190329" y="1585268"/>
                    <a:pt x="1192045" y="1584595"/>
                  </a:cubicBezTo>
                  <a:cubicBezTo>
                    <a:pt x="1193795" y="1583956"/>
                    <a:pt x="1194233" y="1582947"/>
                    <a:pt x="1194670" y="1582644"/>
                  </a:cubicBezTo>
                  <a:cubicBezTo>
                    <a:pt x="1195108" y="1582307"/>
                    <a:pt x="1194670" y="1580155"/>
                    <a:pt x="1194670" y="1579818"/>
                  </a:cubicBezTo>
                  <a:cubicBezTo>
                    <a:pt x="1194670" y="1579482"/>
                    <a:pt x="1195411" y="1577867"/>
                    <a:pt x="1195411" y="1577867"/>
                  </a:cubicBezTo>
                  <a:cubicBezTo>
                    <a:pt x="1195411" y="1577867"/>
                    <a:pt x="1197699" y="1576017"/>
                    <a:pt x="1198339" y="1575815"/>
                  </a:cubicBezTo>
                  <a:cubicBezTo>
                    <a:pt x="1199012" y="1575580"/>
                    <a:pt x="1200829" y="1573528"/>
                    <a:pt x="1200829" y="1573528"/>
                  </a:cubicBezTo>
                  <a:cubicBezTo>
                    <a:pt x="1200829" y="1573528"/>
                    <a:pt x="1202478" y="1571476"/>
                    <a:pt x="1202478" y="1571139"/>
                  </a:cubicBezTo>
                  <a:cubicBezTo>
                    <a:pt x="1202478" y="1570803"/>
                    <a:pt x="1203690" y="1568650"/>
                    <a:pt x="1203791" y="1568313"/>
                  </a:cubicBezTo>
                  <a:cubicBezTo>
                    <a:pt x="1203892" y="1567977"/>
                    <a:pt x="1204329" y="1565690"/>
                    <a:pt x="1204329" y="1565387"/>
                  </a:cubicBezTo>
                  <a:cubicBezTo>
                    <a:pt x="1204329" y="1565050"/>
                    <a:pt x="1203993" y="1563436"/>
                    <a:pt x="1203993" y="1563436"/>
                  </a:cubicBezTo>
                  <a:lnTo>
                    <a:pt x="1201502" y="1562359"/>
                  </a:lnTo>
                  <a:lnTo>
                    <a:pt x="1199887" y="1561384"/>
                  </a:lnTo>
                  <a:cubicBezTo>
                    <a:pt x="1199887" y="1561384"/>
                    <a:pt x="1196959" y="1557381"/>
                    <a:pt x="1197060" y="1557044"/>
                  </a:cubicBezTo>
                  <a:cubicBezTo>
                    <a:pt x="1197161" y="1556708"/>
                    <a:pt x="1201738" y="1556405"/>
                    <a:pt x="1201738" y="1556405"/>
                  </a:cubicBezTo>
                  <a:lnTo>
                    <a:pt x="1205541" y="1555833"/>
                  </a:lnTo>
                  <a:lnTo>
                    <a:pt x="1212070" y="1555833"/>
                  </a:lnTo>
                  <a:lnTo>
                    <a:pt x="1222738" y="1556069"/>
                  </a:lnTo>
                  <a:cubicBezTo>
                    <a:pt x="1222738" y="1556069"/>
                    <a:pt x="1236638" y="1556472"/>
                    <a:pt x="1237075" y="1556371"/>
                  </a:cubicBezTo>
                  <a:cubicBezTo>
                    <a:pt x="1237513" y="1556270"/>
                    <a:pt x="1242729" y="1555160"/>
                    <a:pt x="1242729" y="1555160"/>
                  </a:cubicBezTo>
                  <a:lnTo>
                    <a:pt x="1246095" y="1549845"/>
                  </a:lnTo>
                  <a:lnTo>
                    <a:pt x="1248282" y="1546784"/>
                  </a:lnTo>
                  <a:lnTo>
                    <a:pt x="1249359" y="1540594"/>
                  </a:lnTo>
                  <a:lnTo>
                    <a:pt x="1249898" y="1532353"/>
                  </a:lnTo>
                  <a:lnTo>
                    <a:pt x="1249898" y="1528551"/>
                  </a:lnTo>
                  <a:lnTo>
                    <a:pt x="1251648" y="1520276"/>
                  </a:lnTo>
                  <a:lnTo>
                    <a:pt x="1256225" y="1514187"/>
                  </a:lnTo>
                  <a:lnTo>
                    <a:pt x="1258950" y="1507998"/>
                  </a:lnTo>
                  <a:lnTo>
                    <a:pt x="1263427" y="1501034"/>
                  </a:lnTo>
                  <a:lnTo>
                    <a:pt x="1268845" y="1491481"/>
                  </a:lnTo>
                  <a:lnTo>
                    <a:pt x="1275913" y="1485728"/>
                  </a:lnTo>
                  <a:lnTo>
                    <a:pt x="1282442" y="1479976"/>
                  </a:lnTo>
                  <a:lnTo>
                    <a:pt x="1288634" y="1479101"/>
                  </a:lnTo>
                  <a:cubicBezTo>
                    <a:pt x="1288634" y="1479101"/>
                    <a:pt x="1294524" y="1479337"/>
                    <a:pt x="1294826" y="1479337"/>
                  </a:cubicBezTo>
                  <a:cubicBezTo>
                    <a:pt x="1295163" y="1479337"/>
                    <a:pt x="1299504" y="1482263"/>
                    <a:pt x="1299504" y="1482263"/>
                  </a:cubicBezTo>
                  <a:cubicBezTo>
                    <a:pt x="1299504" y="1482263"/>
                    <a:pt x="1305596" y="1487276"/>
                    <a:pt x="1306033" y="1487376"/>
                  </a:cubicBezTo>
                  <a:cubicBezTo>
                    <a:pt x="1306471" y="1487477"/>
                    <a:pt x="1312663" y="1492591"/>
                    <a:pt x="1312663" y="1492591"/>
                  </a:cubicBezTo>
                  <a:lnTo>
                    <a:pt x="1317543" y="1494003"/>
                  </a:lnTo>
                  <a:lnTo>
                    <a:pt x="1322087" y="1493465"/>
                  </a:lnTo>
                  <a:lnTo>
                    <a:pt x="1325889" y="1490202"/>
                  </a:lnTo>
                  <a:lnTo>
                    <a:pt x="1329591" y="1485627"/>
                  </a:lnTo>
                  <a:lnTo>
                    <a:pt x="1332957" y="1481052"/>
                  </a:lnTo>
                  <a:lnTo>
                    <a:pt x="1337097" y="1472777"/>
                  </a:lnTo>
                  <a:lnTo>
                    <a:pt x="1338712" y="1470187"/>
                  </a:lnTo>
                  <a:cubicBezTo>
                    <a:pt x="1338712" y="1470187"/>
                    <a:pt x="1341438" y="1467798"/>
                    <a:pt x="1342212" y="1466722"/>
                  </a:cubicBezTo>
                  <a:cubicBezTo>
                    <a:pt x="1342986" y="1465645"/>
                    <a:pt x="1345477" y="1463560"/>
                    <a:pt x="1345477" y="1463560"/>
                  </a:cubicBezTo>
                  <a:lnTo>
                    <a:pt x="1351770" y="1462786"/>
                  </a:lnTo>
                  <a:lnTo>
                    <a:pt x="1356246" y="1464535"/>
                  </a:lnTo>
                  <a:lnTo>
                    <a:pt x="1360486" y="1467899"/>
                  </a:lnTo>
                  <a:lnTo>
                    <a:pt x="1362977" y="1471061"/>
                  </a:lnTo>
                  <a:cubicBezTo>
                    <a:pt x="1362977" y="1471061"/>
                    <a:pt x="1369843" y="1474425"/>
                    <a:pt x="1370246" y="1474762"/>
                  </a:cubicBezTo>
                  <a:cubicBezTo>
                    <a:pt x="1370684" y="1475098"/>
                    <a:pt x="1376540" y="1477150"/>
                    <a:pt x="1376540" y="1477150"/>
                  </a:cubicBezTo>
                  <a:lnTo>
                    <a:pt x="1381453" y="1476612"/>
                  </a:lnTo>
                  <a:lnTo>
                    <a:pt x="1384179" y="1475199"/>
                  </a:lnTo>
                  <a:lnTo>
                    <a:pt x="1386872" y="1472575"/>
                  </a:lnTo>
                  <a:cubicBezTo>
                    <a:pt x="1386872" y="1472575"/>
                    <a:pt x="1390473" y="1470725"/>
                    <a:pt x="1391247" y="1470624"/>
                  </a:cubicBezTo>
                  <a:cubicBezTo>
                    <a:pt x="1392021" y="1470523"/>
                    <a:pt x="1393434" y="1465847"/>
                    <a:pt x="1393434" y="1465847"/>
                  </a:cubicBezTo>
                  <a:lnTo>
                    <a:pt x="1395285" y="1462147"/>
                  </a:lnTo>
                  <a:lnTo>
                    <a:pt x="1397910" y="1459220"/>
                  </a:lnTo>
                  <a:lnTo>
                    <a:pt x="1401377" y="1455318"/>
                  </a:lnTo>
                  <a:lnTo>
                    <a:pt x="1402689" y="1451281"/>
                  </a:lnTo>
                  <a:lnTo>
                    <a:pt x="1404877" y="1449767"/>
                  </a:lnTo>
                  <a:lnTo>
                    <a:pt x="1406829" y="1450104"/>
                  </a:lnTo>
                  <a:cubicBezTo>
                    <a:pt x="1406829" y="1450104"/>
                    <a:pt x="1409454" y="1452829"/>
                    <a:pt x="1409757" y="1452930"/>
                  </a:cubicBezTo>
                  <a:cubicBezTo>
                    <a:pt x="1410093" y="1453030"/>
                    <a:pt x="1412584" y="1454679"/>
                    <a:pt x="1412584" y="1454679"/>
                  </a:cubicBezTo>
                  <a:cubicBezTo>
                    <a:pt x="1412584" y="1454679"/>
                    <a:pt x="1417464" y="1454241"/>
                    <a:pt x="1417901" y="1454140"/>
                  </a:cubicBezTo>
                  <a:cubicBezTo>
                    <a:pt x="1418339" y="1454040"/>
                    <a:pt x="1420392" y="1450676"/>
                    <a:pt x="1420392" y="1450676"/>
                  </a:cubicBezTo>
                  <a:lnTo>
                    <a:pt x="1420392" y="1446000"/>
                  </a:lnTo>
                  <a:lnTo>
                    <a:pt x="1422512" y="1444587"/>
                  </a:lnTo>
                  <a:lnTo>
                    <a:pt x="1425608" y="1443712"/>
                  </a:lnTo>
                  <a:lnTo>
                    <a:pt x="1425608" y="1438498"/>
                  </a:lnTo>
                  <a:lnTo>
                    <a:pt x="1425608" y="1435033"/>
                  </a:lnTo>
                  <a:lnTo>
                    <a:pt x="1425608" y="1429382"/>
                  </a:lnTo>
                  <a:lnTo>
                    <a:pt x="1426214" y="1426993"/>
                  </a:lnTo>
                  <a:lnTo>
                    <a:pt x="1428368" y="1425345"/>
                  </a:lnTo>
                  <a:lnTo>
                    <a:pt x="1429512" y="1423932"/>
                  </a:lnTo>
                  <a:lnTo>
                    <a:pt x="1431296" y="1423899"/>
                  </a:lnTo>
                  <a:lnTo>
                    <a:pt x="1430488" y="1422654"/>
                  </a:lnTo>
                  <a:lnTo>
                    <a:pt x="1428973" y="1418213"/>
                  </a:lnTo>
                  <a:lnTo>
                    <a:pt x="1427897" y="1414311"/>
                  </a:lnTo>
                  <a:lnTo>
                    <a:pt x="1426921" y="1410947"/>
                  </a:lnTo>
                  <a:lnTo>
                    <a:pt x="1423993" y="1406810"/>
                  </a:lnTo>
                  <a:cubicBezTo>
                    <a:pt x="1423993" y="1406810"/>
                    <a:pt x="1421872" y="1403042"/>
                    <a:pt x="1421267" y="1402907"/>
                  </a:cubicBezTo>
                  <a:cubicBezTo>
                    <a:pt x="1420695" y="1402773"/>
                    <a:pt x="1418238" y="1400586"/>
                    <a:pt x="1418069" y="1400149"/>
                  </a:cubicBezTo>
                  <a:cubicBezTo>
                    <a:pt x="1417935" y="1399712"/>
                    <a:pt x="1416185" y="1398131"/>
                    <a:pt x="1416185" y="1398131"/>
                  </a:cubicBezTo>
                  <a:lnTo>
                    <a:pt x="1415310" y="1395809"/>
                  </a:lnTo>
                  <a:lnTo>
                    <a:pt x="1414435" y="1394666"/>
                  </a:lnTo>
                  <a:lnTo>
                    <a:pt x="1412853" y="1393656"/>
                  </a:lnTo>
                  <a:lnTo>
                    <a:pt x="1410093" y="1392210"/>
                  </a:lnTo>
                  <a:lnTo>
                    <a:pt x="1408209" y="1391638"/>
                  </a:lnTo>
                  <a:lnTo>
                    <a:pt x="1408209" y="1389182"/>
                  </a:lnTo>
                  <a:lnTo>
                    <a:pt x="1408579" y="1386996"/>
                  </a:lnTo>
                  <a:cubicBezTo>
                    <a:pt x="1408579" y="1386996"/>
                    <a:pt x="1410396" y="1384036"/>
                    <a:pt x="1410396" y="1383363"/>
                  </a:cubicBezTo>
                  <a:cubicBezTo>
                    <a:pt x="1410396" y="1382724"/>
                    <a:pt x="1411911" y="1381412"/>
                    <a:pt x="1411911" y="1381412"/>
                  </a:cubicBezTo>
                  <a:lnTo>
                    <a:pt x="1414300" y="1380100"/>
                  </a:lnTo>
                  <a:cubicBezTo>
                    <a:pt x="1414300" y="1380100"/>
                    <a:pt x="1414300" y="1380100"/>
                    <a:pt x="1415377" y="1379460"/>
                  </a:cubicBezTo>
                  <a:cubicBezTo>
                    <a:pt x="1416454" y="1378821"/>
                    <a:pt x="1417329" y="1378586"/>
                    <a:pt x="1418642" y="1378384"/>
                  </a:cubicBezTo>
                  <a:cubicBezTo>
                    <a:pt x="1419954" y="1378149"/>
                    <a:pt x="1420829" y="1377106"/>
                    <a:pt x="1420829" y="1377106"/>
                  </a:cubicBezTo>
                  <a:lnTo>
                    <a:pt x="1423858" y="1374246"/>
                  </a:lnTo>
                  <a:lnTo>
                    <a:pt x="1423858" y="1371622"/>
                  </a:lnTo>
                  <a:lnTo>
                    <a:pt x="1422680" y="1369032"/>
                  </a:lnTo>
                  <a:lnTo>
                    <a:pt x="1421031" y="1367720"/>
                  </a:lnTo>
                  <a:lnTo>
                    <a:pt x="1418406" y="1367518"/>
                  </a:lnTo>
                  <a:lnTo>
                    <a:pt x="1416656" y="1367283"/>
                  </a:lnTo>
                  <a:lnTo>
                    <a:pt x="1415781" y="1363583"/>
                  </a:lnTo>
                  <a:lnTo>
                    <a:pt x="1418608" y="1362069"/>
                  </a:lnTo>
                  <a:lnTo>
                    <a:pt x="1418608" y="1357292"/>
                  </a:lnTo>
                  <a:lnTo>
                    <a:pt x="1416757" y="1353794"/>
                  </a:lnTo>
                  <a:lnTo>
                    <a:pt x="1413594" y="1352280"/>
                  </a:lnTo>
                  <a:lnTo>
                    <a:pt x="1409689" y="1352078"/>
                  </a:lnTo>
                  <a:lnTo>
                    <a:pt x="1408613" y="1351439"/>
                  </a:lnTo>
                  <a:lnTo>
                    <a:pt x="1406863" y="1349252"/>
                  </a:lnTo>
                  <a:lnTo>
                    <a:pt x="1407939" y="1346864"/>
                  </a:lnTo>
                  <a:lnTo>
                    <a:pt x="1409252" y="1344677"/>
                  </a:lnTo>
                  <a:lnTo>
                    <a:pt x="1415142" y="1339026"/>
                  </a:lnTo>
                  <a:lnTo>
                    <a:pt x="1418608" y="1336200"/>
                  </a:lnTo>
                  <a:lnTo>
                    <a:pt x="1421233" y="1334686"/>
                  </a:lnTo>
                  <a:lnTo>
                    <a:pt x="1426685" y="1335325"/>
                  </a:lnTo>
                  <a:cubicBezTo>
                    <a:pt x="1426685" y="1335325"/>
                    <a:pt x="1431363" y="1333475"/>
                    <a:pt x="1431531" y="1333542"/>
                  </a:cubicBezTo>
                  <a:cubicBezTo>
                    <a:pt x="1431700" y="1333610"/>
                    <a:pt x="1434527" y="1335763"/>
                    <a:pt x="1435334" y="1335998"/>
                  </a:cubicBezTo>
                  <a:cubicBezTo>
                    <a:pt x="1436142" y="1336200"/>
                    <a:pt x="1437118" y="1336435"/>
                    <a:pt x="1437993" y="1336335"/>
                  </a:cubicBezTo>
                  <a:cubicBezTo>
                    <a:pt x="1438868" y="1336234"/>
                    <a:pt x="1438936" y="1335157"/>
                    <a:pt x="1438936" y="1335157"/>
                  </a:cubicBezTo>
                  <a:lnTo>
                    <a:pt x="1438060" y="1332062"/>
                  </a:lnTo>
                  <a:cubicBezTo>
                    <a:pt x="1438060" y="1332062"/>
                    <a:pt x="1437690" y="1328026"/>
                    <a:pt x="1437623" y="1327824"/>
                  </a:cubicBezTo>
                  <a:cubicBezTo>
                    <a:pt x="1437589" y="1327622"/>
                    <a:pt x="1437421" y="1325603"/>
                    <a:pt x="1437421" y="1325368"/>
                  </a:cubicBezTo>
                  <a:cubicBezTo>
                    <a:pt x="1437421" y="1325166"/>
                    <a:pt x="1436445" y="1321230"/>
                    <a:pt x="1436445" y="1321230"/>
                  </a:cubicBezTo>
                  <a:lnTo>
                    <a:pt x="1435805" y="1318842"/>
                  </a:lnTo>
                  <a:cubicBezTo>
                    <a:pt x="1435805" y="1318842"/>
                    <a:pt x="1434729" y="1316083"/>
                    <a:pt x="1434729" y="1315848"/>
                  </a:cubicBezTo>
                  <a:cubicBezTo>
                    <a:pt x="1434729" y="1315613"/>
                    <a:pt x="1435503" y="1313560"/>
                    <a:pt x="1435503" y="1313560"/>
                  </a:cubicBezTo>
                  <a:lnTo>
                    <a:pt x="1435873" y="1311979"/>
                  </a:lnTo>
                  <a:lnTo>
                    <a:pt x="1434358" y="1309927"/>
                  </a:lnTo>
                  <a:lnTo>
                    <a:pt x="1434358" y="1307741"/>
                  </a:lnTo>
                  <a:lnTo>
                    <a:pt x="1435536" y="1305352"/>
                  </a:lnTo>
                  <a:lnTo>
                    <a:pt x="1435133" y="1302325"/>
                  </a:lnTo>
                  <a:lnTo>
                    <a:pt x="1436748" y="1298725"/>
                  </a:lnTo>
                  <a:cubicBezTo>
                    <a:pt x="1436748" y="1298725"/>
                    <a:pt x="1438599" y="1296101"/>
                    <a:pt x="1438599" y="1295799"/>
                  </a:cubicBezTo>
                  <a:cubicBezTo>
                    <a:pt x="1438599" y="1295462"/>
                    <a:pt x="1440652" y="1293410"/>
                    <a:pt x="1440652" y="1293410"/>
                  </a:cubicBezTo>
                  <a:cubicBezTo>
                    <a:pt x="1440652" y="1293410"/>
                    <a:pt x="1442301" y="1291022"/>
                    <a:pt x="1442805" y="1290585"/>
                  </a:cubicBezTo>
                  <a:cubicBezTo>
                    <a:pt x="1443344" y="1290147"/>
                    <a:pt x="1444993" y="1289508"/>
                    <a:pt x="1445296" y="1289374"/>
                  </a:cubicBezTo>
                  <a:cubicBezTo>
                    <a:pt x="1445633" y="1289273"/>
                    <a:pt x="1447248" y="1288835"/>
                    <a:pt x="1448022" y="1288499"/>
                  </a:cubicBezTo>
                  <a:cubicBezTo>
                    <a:pt x="1448762" y="1288163"/>
                    <a:pt x="1450950" y="1288499"/>
                    <a:pt x="1451825" y="1288263"/>
                  </a:cubicBezTo>
                  <a:cubicBezTo>
                    <a:pt x="1452700" y="1288062"/>
                    <a:pt x="1454214" y="1288163"/>
                    <a:pt x="1454652" y="1288163"/>
                  </a:cubicBezTo>
                  <a:cubicBezTo>
                    <a:pt x="1455089" y="1288163"/>
                    <a:pt x="1457479" y="1288263"/>
                    <a:pt x="1457916" y="1288263"/>
                  </a:cubicBezTo>
                  <a:cubicBezTo>
                    <a:pt x="1458354" y="1288263"/>
                    <a:pt x="1458994" y="1288163"/>
                    <a:pt x="1459431" y="1288062"/>
                  </a:cubicBezTo>
                  <a:cubicBezTo>
                    <a:pt x="1459869" y="1287961"/>
                    <a:pt x="1460744" y="1286548"/>
                    <a:pt x="1460744" y="1286548"/>
                  </a:cubicBezTo>
                  <a:lnTo>
                    <a:pt x="1461080" y="1285471"/>
                  </a:lnTo>
                  <a:lnTo>
                    <a:pt x="1461282" y="1282982"/>
                  </a:lnTo>
                  <a:cubicBezTo>
                    <a:pt x="1461282" y="1282982"/>
                    <a:pt x="1460643" y="1281906"/>
                    <a:pt x="1460306" y="1281132"/>
                  </a:cubicBezTo>
                  <a:cubicBezTo>
                    <a:pt x="1459970" y="1280358"/>
                    <a:pt x="1458994" y="1280156"/>
                    <a:pt x="1458994" y="1280156"/>
                  </a:cubicBezTo>
                  <a:lnTo>
                    <a:pt x="1458354" y="1278945"/>
                  </a:lnTo>
                  <a:lnTo>
                    <a:pt x="1456941" y="1276893"/>
                  </a:lnTo>
                  <a:lnTo>
                    <a:pt x="1456941" y="1274168"/>
                  </a:lnTo>
                  <a:cubicBezTo>
                    <a:pt x="1456941" y="1274168"/>
                    <a:pt x="1458354" y="1273193"/>
                    <a:pt x="1458691" y="1272857"/>
                  </a:cubicBezTo>
                  <a:cubicBezTo>
                    <a:pt x="1459027" y="1272520"/>
                    <a:pt x="1460979" y="1271982"/>
                    <a:pt x="1460979" y="1271982"/>
                  </a:cubicBezTo>
                  <a:lnTo>
                    <a:pt x="1462056" y="1270233"/>
                  </a:lnTo>
                  <a:lnTo>
                    <a:pt x="1462594" y="1268046"/>
                  </a:lnTo>
                  <a:cubicBezTo>
                    <a:pt x="1462594" y="1268046"/>
                    <a:pt x="1463469" y="1266431"/>
                    <a:pt x="1463570" y="1265994"/>
                  </a:cubicBezTo>
                  <a:cubicBezTo>
                    <a:pt x="1463672" y="1265557"/>
                    <a:pt x="1466061" y="1265355"/>
                    <a:pt x="1466498" y="1265355"/>
                  </a:cubicBezTo>
                  <a:cubicBezTo>
                    <a:pt x="1466936" y="1265355"/>
                    <a:pt x="1467575" y="1265557"/>
                    <a:pt x="1467912" y="1265557"/>
                  </a:cubicBezTo>
                  <a:cubicBezTo>
                    <a:pt x="1468249" y="1265557"/>
                    <a:pt x="1468888" y="1267071"/>
                    <a:pt x="1468888" y="1267071"/>
                  </a:cubicBezTo>
                  <a:lnTo>
                    <a:pt x="1471378" y="1269022"/>
                  </a:lnTo>
                  <a:lnTo>
                    <a:pt x="1472354" y="1267609"/>
                  </a:lnTo>
                  <a:lnTo>
                    <a:pt x="1474508" y="1264682"/>
                  </a:lnTo>
                  <a:lnTo>
                    <a:pt x="1476898" y="1266431"/>
                  </a:lnTo>
                  <a:lnTo>
                    <a:pt x="1477537" y="1269257"/>
                  </a:lnTo>
                  <a:lnTo>
                    <a:pt x="1480162" y="1269795"/>
                  </a:lnTo>
                  <a:lnTo>
                    <a:pt x="1482350" y="1268921"/>
                  </a:lnTo>
                  <a:lnTo>
                    <a:pt x="1483427" y="1267508"/>
                  </a:lnTo>
                  <a:lnTo>
                    <a:pt x="1484840" y="1264581"/>
                  </a:lnTo>
                  <a:lnTo>
                    <a:pt x="1485581" y="1263841"/>
                  </a:lnTo>
                  <a:cubicBezTo>
                    <a:pt x="1485581" y="1263841"/>
                    <a:pt x="1487869" y="1263841"/>
                    <a:pt x="1488946" y="1263841"/>
                  </a:cubicBezTo>
                  <a:cubicBezTo>
                    <a:pt x="1490023" y="1263841"/>
                    <a:pt x="1490158" y="1266028"/>
                    <a:pt x="1490359" y="1267407"/>
                  </a:cubicBezTo>
                  <a:cubicBezTo>
                    <a:pt x="1490562" y="1268820"/>
                    <a:pt x="1491437" y="1269156"/>
                    <a:pt x="1492211" y="1269257"/>
                  </a:cubicBezTo>
                  <a:cubicBezTo>
                    <a:pt x="1492985" y="1269358"/>
                    <a:pt x="1493187" y="1271746"/>
                    <a:pt x="1494162" y="1273496"/>
                  </a:cubicBezTo>
                  <a:cubicBezTo>
                    <a:pt x="1495139" y="1275245"/>
                    <a:pt x="1493287" y="1275009"/>
                    <a:pt x="1493287" y="1275009"/>
                  </a:cubicBezTo>
                  <a:cubicBezTo>
                    <a:pt x="1493287" y="1275009"/>
                    <a:pt x="1491100" y="1276187"/>
                    <a:pt x="1490460" y="1277398"/>
                  </a:cubicBezTo>
                  <a:cubicBezTo>
                    <a:pt x="1489821" y="1278575"/>
                    <a:pt x="1492312" y="1279584"/>
                    <a:pt x="1492412" y="1280022"/>
                  </a:cubicBezTo>
                  <a:cubicBezTo>
                    <a:pt x="1492513" y="1280459"/>
                    <a:pt x="1493725" y="1282074"/>
                    <a:pt x="1493725" y="1282074"/>
                  </a:cubicBezTo>
                  <a:cubicBezTo>
                    <a:pt x="1493725" y="1282074"/>
                    <a:pt x="1498739" y="1287187"/>
                    <a:pt x="1499043" y="1287389"/>
                  </a:cubicBezTo>
                  <a:cubicBezTo>
                    <a:pt x="1499379" y="1287591"/>
                    <a:pt x="1497965" y="1290551"/>
                    <a:pt x="1497965" y="1290551"/>
                  </a:cubicBezTo>
                  <a:lnTo>
                    <a:pt x="1498605" y="1297851"/>
                  </a:lnTo>
                  <a:lnTo>
                    <a:pt x="1497629" y="1299062"/>
                  </a:lnTo>
                  <a:cubicBezTo>
                    <a:pt x="1497629" y="1299062"/>
                    <a:pt x="1496215" y="1301349"/>
                    <a:pt x="1496215" y="1301652"/>
                  </a:cubicBezTo>
                  <a:cubicBezTo>
                    <a:pt x="1496215" y="1301988"/>
                    <a:pt x="1496754" y="1304814"/>
                    <a:pt x="1496754" y="1304814"/>
                  </a:cubicBezTo>
                  <a:cubicBezTo>
                    <a:pt x="1496754" y="1304814"/>
                    <a:pt x="1495980" y="1306126"/>
                    <a:pt x="1495677" y="1306227"/>
                  </a:cubicBezTo>
                  <a:cubicBezTo>
                    <a:pt x="1495340" y="1306328"/>
                    <a:pt x="1494365" y="1307539"/>
                    <a:pt x="1494365" y="1307539"/>
                  </a:cubicBezTo>
                  <a:cubicBezTo>
                    <a:pt x="1494365" y="1307539"/>
                    <a:pt x="1493927" y="1309726"/>
                    <a:pt x="1493927" y="1310028"/>
                  </a:cubicBezTo>
                  <a:cubicBezTo>
                    <a:pt x="1493927" y="1310365"/>
                    <a:pt x="1494566" y="1312215"/>
                    <a:pt x="1494701" y="1312518"/>
                  </a:cubicBezTo>
                  <a:cubicBezTo>
                    <a:pt x="1494802" y="1312854"/>
                    <a:pt x="1495677" y="1314570"/>
                    <a:pt x="1495677" y="1314570"/>
                  </a:cubicBezTo>
                  <a:cubicBezTo>
                    <a:pt x="1495677" y="1314570"/>
                    <a:pt x="1496316" y="1316756"/>
                    <a:pt x="1496316" y="1317194"/>
                  </a:cubicBezTo>
                  <a:cubicBezTo>
                    <a:pt x="1496316" y="1317631"/>
                    <a:pt x="1495879" y="1320558"/>
                    <a:pt x="1495879" y="1320995"/>
                  </a:cubicBezTo>
                  <a:cubicBezTo>
                    <a:pt x="1495879" y="1321432"/>
                    <a:pt x="1495240" y="1323282"/>
                    <a:pt x="1495139" y="1323720"/>
                  </a:cubicBezTo>
                  <a:cubicBezTo>
                    <a:pt x="1495037" y="1324157"/>
                    <a:pt x="1494162" y="1325032"/>
                    <a:pt x="1494062" y="1325469"/>
                  </a:cubicBezTo>
                  <a:cubicBezTo>
                    <a:pt x="1493961" y="1325906"/>
                    <a:pt x="1493187" y="1326983"/>
                    <a:pt x="1492008" y="1327319"/>
                  </a:cubicBezTo>
                  <a:cubicBezTo>
                    <a:pt x="1490831" y="1327655"/>
                    <a:pt x="1492008" y="1328194"/>
                    <a:pt x="1492008" y="1328194"/>
                  </a:cubicBezTo>
                  <a:lnTo>
                    <a:pt x="1497225" y="1327756"/>
                  </a:lnTo>
                  <a:lnTo>
                    <a:pt x="1498874" y="1326444"/>
                  </a:lnTo>
                  <a:lnTo>
                    <a:pt x="1502139" y="1325368"/>
                  </a:lnTo>
                  <a:lnTo>
                    <a:pt x="1504528" y="1326108"/>
                  </a:lnTo>
                  <a:cubicBezTo>
                    <a:pt x="1504528" y="1326108"/>
                    <a:pt x="1505841" y="1326646"/>
                    <a:pt x="1507793" y="1326646"/>
                  </a:cubicBezTo>
                  <a:cubicBezTo>
                    <a:pt x="1509744" y="1326646"/>
                    <a:pt x="1510418" y="1326209"/>
                    <a:pt x="1510721" y="1325671"/>
                  </a:cubicBezTo>
                  <a:cubicBezTo>
                    <a:pt x="1511057" y="1325132"/>
                    <a:pt x="1512134" y="1323484"/>
                    <a:pt x="1513009" y="1322946"/>
                  </a:cubicBezTo>
                  <a:cubicBezTo>
                    <a:pt x="1513884" y="1322408"/>
                    <a:pt x="1515399" y="1322172"/>
                    <a:pt x="1517149" y="1322172"/>
                  </a:cubicBezTo>
                  <a:cubicBezTo>
                    <a:pt x="1518898" y="1322172"/>
                    <a:pt x="1519202" y="1324998"/>
                    <a:pt x="1520615" y="1324998"/>
                  </a:cubicBezTo>
                  <a:cubicBezTo>
                    <a:pt x="1522028" y="1324998"/>
                    <a:pt x="1523442" y="1325099"/>
                    <a:pt x="1524654" y="1325099"/>
                  </a:cubicBezTo>
                  <a:cubicBezTo>
                    <a:pt x="1525865" y="1325099"/>
                    <a:pt x="1526707" y="1325435"/>
                    <a:pt x="1529533" y="1325334"/>
                  </a:cubicBezTo>
                  <a:cubicBezTo>
                    <a:pt x="1532360" y="1325233"/>
                    <a:pt x="1530408" y="1325233"/>
                    <a:pt x="1531822" y="1325233"/>
                  </a:cubicBezTo>
                  <a:cubicBezTo>
                    <a:pt x="1533235" y="1325233"/>
                    <a:pt x="1534985" y="1325233"/>
                    <a:pt x="1536837" y="1325032"/>
                  </a:cubicBezTo>
                  <a:cubicBezTo>
                    <a:pt x="1538687" y="1324796"/>
                    <a:pt x="1538149" y="1323955"/>
                    <a:pt x="1538486" y="1323282"/>
                  </a:cubicBezTo>
                  <a:cubicBezTo>
                    <a:pt x="1538822" y="1322643"/>
                    <a:pt x="1538587" y="1321769"/>
                    <a:pt x="1538587" y="1321769"/>
                  </a:cubicBezTo>
                  <a:lnTo>
                    <a:pt x="1536736" y="1320019"/>
                  </a:lnTo>
                  <a:cubicBezTo>
                    <a:pt x="1536736" y="1320019"/>
                    <a:pt x="1534245" y="1318270"/>
                    <a:pt x="1533808" y="1317967"/>
                  </a:cubicBezTo>
                  <a:cubicBezTo>
                    <a:pt x="1533370" y="1317631"/>
                    <a:pt x="1530341" y="1313931"/>
                    <a:pt x="1530106" y="1313493"/>
                  </a:cubicBezTo>
                  <a:cubicBezTo>
                    <a:pt x="1529904" y="1313056"/>
                    <a:pt x="1530644" y="1310903"/>
                    <a:pt x="1530880" y="1310466"/>
                  </a:cubicBezTo>
                  <a:cubicBezTo>
                    <a:pt x="1531082" y="1310028"/>
                    <a:pt x="1532394" y="1308178"/>
                    <a:pt x="1533707" y="1307741"/>
                  </a:cubicBezTo>
                  <a:cubicBezTo>
                    <a:pt x="1534985" y="1307304"/>
                    <a:pt x="1535659" y="1307741"/>
                    <a:pt x="1535659" y="1307741"/>
                  </a:cubicBezTo>
                  <a:cubicBezTo>
                    <a:pt x="1535659" y="1307741"/>
                    <a:pt x="1537846" y="1310567"/>
                    <a:pt x="1542524" y="1311778"/>
                  </a:cubicBezTo>
                  <a:cubicBezTo>
                    <a:pt x="1547202" y="1312989"/>
                    <a:pt x="1544274" y="1309591"/>
                    <a:pt x="1544274" y="1309591"/>
                  </a:cubicBezTo>
                  <a:lnTo>
                    <a:pt x="1545688" y="1306866"/>
                  </a:lnTo>
                  <a:lnTo>
                    <a:pt x="1548515" y="1304915"/>
                  </a:lnTo>
                  <a:lnTo>
                    <a:pt x="1556659" y="1299600"/>
                  </a:lnTo>
                  <a:lnTo>
                    <a:pt x="1559924" y="1296875"/>
                  </a:lnTo>
                  <a:cubicBezTo>
                    <a:pt x="1559924" y="1296875"/>
                    <a:pt x="1568304" y="1290349"/>
                    <a:pt x="1568405" y="1290013"/>
                  </a:cubicBezTo>
                  <a:cubicBezTo>
                    <a:pt x="1568506" y="1289676"/>
                    <a:pt x="1571770" y="1287187"/>
                    <a:pt x="1572107" y="1286985"/>
                  </a:cubicBezTo>
                  <a:cubicBezTo>
                    <a:pt x="1572443" y="1286783"/>
                    <a:pt x="1574933" y="1285236"/>
                    <a:pt x="1575136" y="1284933"/>
                  </a:cubicBezTo>
                  <a:cubicBezTo>
                    <a:pt x="1575337" y="1284597"/>
                    <a:pt x="1576549" y="1284395"/>
                    <a:pt x="1576549" y="1284395"/>
                  </a:cubicBezTo>
                  <a:cubicBezTo>
                    <a:pt x="1576549" y="1284395"/>
                    <a:pt x="1579477" y="1283520"/>
                    <a:pt x="1580789" y="1283520"/>
                  </a:cubicBezTo>
                  <a:cubicBezTo>
                    <a:pt x="1582102" y="1283520"/>
                    <a:pt x="1583414" y="1285572"/>
                    <a:pt x="1583414" y="1285572"/>
                  </a:cubicBezTo>
                  <a:lnTo>
                    <a:pt x="1585804" y="1288196"/>
                  </a:lnTo>
                  <a:lnTo>
                    <a:pt x="1588429" y="1289845"/>
                  </a:lnTo>
                  <a:lnTo>
                    <a:pt x="1589607" y="1291997"/>
                  </a:lnTo>
                  <a:cubicBezTo>
                    <a:pt x="1589607" y="1291997"/>
                    <a:pt x="1590684" y="1298423"/>
                    <a:pt x="1590684" y="1298725"/>
                  </a:cubicBezTo>
                  <a:cubicBezTo>
                    <a:pt x="1590684" y="1299062"/>
                    <a:pt x="1591223" y="1299701"/>
                    <a:pt x="1592198" y="1301013"/>
                  </a:cubicBezTo>
                  <a:cubicBezTo>
                    <a:pt x="1593174" y="1302325"/>
                    <a:pt x="1595328" y="1303300"/>
                    <a:pt x="1596102" y="1302964"/>
                  </a:cubicBezTo>
                  <a:lnTo>
                    <a:pt x="1596102" y="1299499"/>
                  </a:lnTo>
                  <a:lnTo>
                    <a:pt x="1596102" y="1296774"/>
                  </a:lnTo>
                  <a:lnTo>
                    <a:pt x="1597516" y="1294049"/>
                  </a:lnTo>
                  <a:lnTo>
                    <a:pt x="1599165" y="1292536"/>
                  </a:lnTo>
                  <a:cubicBezTo>
                    <a:pt x="1599165" y="1292536"/>
                    <a:pt x="1600242" y="1292098"/>
                    <a:pt x="1600679" y="1291997"/>
                  </a:cubicBezTo>
                  <a:cubicBezTo>
                    <a:pt x="1601117" y="1291897"/>
                    <a:pt x="1602968" y="1291123"/>
                    <a:pt x="1602968" y="1291123"/>
                  </a:cubicBezTo>
                  <a:lnTo>
                    <a:pt x="1604718" y="1290349"/>
                  </a:lnTo>
                  <a:lnTo>
                    <a:pt x="1607107" y="1288701"/>
                  </a:lnTo>
                  <a:lnTo>
                    <a:pt x="1608857" y="1286750"/>
                  </a:lnTo>
                  <a:lnTo>
                    <a:pt x="1611785" y="1283823"/>
                  </a:lnTo>
                  <a:lnTo>
                    <a:pt x="1611785" y="1282377"/>
                  </a:lnTo>
                  <a:lnTo>
                    <a:pt x="1613536" y="1280358"/>
                  </a:lnTo>
                  <a:lnTo>
                    <a:pt x="1613536" y="1278609"/>
                  </a:lnTo>
                  <a:lnTo>
                    <a:pt x="1615723" y="1275413"/>
                  </a:lnTo>
                  <a:lnTo>
                    <a:pt x="1617742" y="1273529"/>
                  </a:lnTo>
                  <a:cubicBezTo>
                    <a:pt x="1617742" y="1273529"/>
                    <a:pt x="1620064" y="1272386"/>
                    <a:pt x="1620771" y="1272386"/>
                  </a:cubicBezTo>
                  <a:cubicBezTo>
                    <a:pt x="1621478" y="1272386"/>
                    <a:pt x="1623968" y="1273395"/>
                    <a:pt x="1623968" y="1273395"/>
                  </a:cubicBezTo>
                  <a:cubicBezTo>
                    <a:pt x="1623968" y="1273395"/>
                    <a:pt x="1623968" y="1275279"/>
                    <a:pt x="1623968" y="1275985"/>
                  </a:cubicBezTo>
                  <a:cubicBezTo>
                    <a:pt x="1623968" y="1276725"/>
                    <a:pt x="1622959" y="1276994"/>
                    <a:pt x="1622656" y="1277566"/>
                  </a:cubicBezTo>
                  <a:cubicBezTo>
                    <a:pt x="1622353" y="1278138"/>
                    <a:pt x="1622083" y="1279450"/>
                    <a:pt x="1622353" y="1279887"/>
                  </a:cubicBezTo>
                  <a:cubicBezTo>
                    <a:pt x="1622656" y="1280325"/>
                    <a:pt x="1625112" y="1279147"/>
                    <a:pt x="1625112" y="1279147"/>
                  </a:cubicBezTo>
                  <a:lnTo>
                    <a:pt x="1626560" y="1275951"/>
                  </a:lnTo>
                  <a:lnTo>
                    <a:pt x="1629757" y="1275951"/>
                  </a:lnTo>
                  <a:lnTo>
                    <a:pt x="1631339" y="1277903"/>
                  </a:lnTo>
                  <a:lnTo>
                    <a:pt x="1634401" y="1281166"/>
                  </a:lnTo>
                  <a:cubicBezTo>
                    <a:pt x="1634401" y="1281166"/>
                    <a:pt x="1636858" y="1282477"/>
                    <a:pt x="1637901" y="1282477"/>
                  </a:cubicBezTo>
                  <a:cubicBezTo>
                    <a:pt x="1638911" y="1282477"/>
                    <a:pt x="1643690" y="1282175"/>
                    <a:pt x="1643690" y="1282175"/>
                  </a:cubicBezTo>
                  <a:cubicBezTo>
                    <a:pt x="1643690" y="1282175"/>
                    <a:pt x="1648906" y="1282040"/>
                    <a:pt x="1649478" y="1281737"/>
                  </a:cubicBezTo>
                  <a:cubicBezTo>
                    <a:pt x="1650051" y="1281435"/>
                    <a:pt x="1650353" y="1281166"/>
                    <a:pt x="1650623" y="1280594"/>
                  </a:cubicBezTo>
                  <a:cubicBezTo>
                    <a:pt x="1650926" y="1280022"/>
                    <a:pt x="1651195" y="1277566"/>
                    <a:pt x="1651632" y="1276086"/>
                  </a:cubicBezTo>
                  <a:cubicBezTo>
                    <a:pt x="1652070" y="1274639"/>
                    <a:pt x="1653214" y="1274505"/>
                    <a:pt x="1653214" y="1274505"/>
                  </a:cubicBezTo>
                  <a:lnTo>
                    <a:pt x="1656108" y="1274202"/>
                  </a:lnTo>
                  <a:cubicBezTo>
                    <a:pt x="1656108" y="1274202"/>
                    <a:pt x="1658262" y="1274202"/>
                    <a:pt x="1658868" y="1274202"/>
                  </a:cubicBezTo>
                  <a:cubicBezTo>
                    <a:pt x="1659440" y="1274202"/>
                    <a:pt x="1660450" y="1274135"/>
                    <a:pt x="1660887" y="1274000"/>
                  </a:cubicBezTo>
                  <a:cubicBezTo>
                    <a:pt x="1661325" y="1273866"/>
                    <a:pt x="1661762" y="1272621"/>
                    <a:pt x="1661897" y="1272184"/>
                  </a:cubicBezTo>
                  <a:cubicBezTo>
                    <a:pt x="1662031" y="1271746"/>
                    <a:pt x="1662604" y="1268719"/>
                    <a:pt x="1662604" y="1268113"/>
                  </a:cubicBezTo>
                  <a:cubicBezTo>
                    <a:pt x="1662604" y="1267541"/>
                    <a:pt x="1663479" y="1264043"/>
                    <a:pt x="1663479" y="1264043"/>
                  </a:cubicBezTo>
                  <a:lnTo>
                    <a:pt x="1664051" y="1261722"/>
                  </a:lnTo>
                  <a:lnTo>
                    <a:pt x="1663041" y="1259838"/>
                  </a:lnTo>
                  <a:lnTo>
                    <a:pt x="1660887" y="1258526"/>
                  </a:lnTo>
                  <a:lnTo>
                    <a:pt x="1656983" y="1256642"/>
                  </a:lnTo>
                  <a:cubicBezTo>
                    <a:pt x="1656983" y="1256642"/>
                    <a:pt x="1653954" y="1253312"/>
                    <a:pt x="1653954" y="1251563"/>
                  </a:cubicBezTo>
                  <a:cubicBezTo>
                    <a:pt x="1653954" y="1251563"/>
                    <a:pt x="1658733" y="1250251"/>
                    <a:pt x="1660181" y="1249813"/>
                  </a:cubicBezTo>
                  <a:cubicBezTo>
                    <a:pt x="1661628" y="1249376"/>
                    <a:pt x="1663075" y="1249107"/>
                    <a:pt x="1663075" y="1249107"/>
                  </a:cubicBezTo>
                  <a:lnTo>
                    <a:pt x="1664219" y="1245339"/>
                  </a:lnTo>
                  <a:lnTo>
                    <a:pt x="1662200" y="1241134"/>
                  </a:lnTo>
                  <a:lnTo>
                    <a:pt x="1662065" y="1239251"/>
                  </a:lnTo>
                  <a:lnTo>
                    <a:pt x="1661762" y="1236055"/>
                  </a:lnTo>
                  <a:lnTo>
                    <a:pt x="1661056" y="1234305"/>
                  </a:lnTo>
                  <a:cubicBezTo>
                    <a:pt x="1661056" y="1234305"/>
                    <a:pt x="1660753" y="1233162"/>
                    <a:pt x="1660618" y="1232556"/>
                  </a:cubicBezTo>
                  <a:cubicBezTo>
                    <a:pt x="1660483" y="1231984"/>
                    <a:pt x="1659743" y="1230807"/>
                    <a:pt x="1659743" y="1230807"/>
                  </a:cubicBezTo>
                  <a:lnTo>
                    <a:pt x="1658733" y="1229798"/>
                  </a:lnTo>
                  <a:lnTo>
                    <a:pt x="1658733" y="1226905"/>
                  </a:lnTo>
                  <a:cubicBezTo>
                    <a:pt x="1658733" y="1226905"/>
                    <a:pt x="1664758" y="1225896"/>
                    <a:pt x="1665464" y="1225761"/>
                  </a:cubicBezTo>
                  <a:cubicBezTo>
                    <a:pt x="1666205" y="1225626"/>
                    <a:pt x="1665094" y="1221859"/>
                    <a:pt x="1665397" y="1221422"/>
                  </a:cubicBezTo>
                  <a:cubicBezTo>
                    <a:pt x="1665666" y="1220984"/>
                    <a:pt x="1667282" y="1220984"/>
                    <a:pt x="1667854" y="1220681"/>
                  </a:cubicBezTo>
                  <a:cubicBezTo>
                    <a:pt x="1668426" y="1220412"/>
                    <a:pt x="1670748" y="1219975"/>
                    <a:pt x="1670748" y="1219975"/>
                  </a:cubicBezTo>
                  <a:cubicBezTo>
                    <a:pt x="1670748" y="1219975"/>
                    <a:pt x="1673777" y="1219100"/>
                    <a:pt x="1674383" y="1218831"/>
                  </a:cubicBezTo>
                  <a:cubicBezTo>
                    <a:pt x="1674955" y="1218528"/>
                    <a:pt x="1677277" y="1218697"/>
                    <a:pt x="1677277" y="1218697"/>
                  </a:cubicBezTo>
                  <a:cubicBezTo>
                    <a:pt x="1677277" y="1218697"/>
                    <a:pt x="1681046" y="1218999"/>
                    <a:pt x="1682628" y="1218999"/>
                  </a:cubicBezTo>
                  <a:cubicBezTo>
                    <a:pt x="1684243" y="1218999"/>
                    <a:pt x="1686263" y="1218697"/>
                    <a:pt x="1686263" y="1218697"/>
                  </a:cubicBezTo>
                  <a:lnTo>
                    <a:pt x="1687576" y="1216510"/>
                  </a:lnTo>
                  <a:cubicBezTo>
                    <a:pt x="1687576" y="1216510"/>
                    <a:pt x="1690335" y="1214626"/>
                    <a:pt x="1690907" y="1214626"/>
                  </a:cubicBezTo>
                  <a:cubicBezTo>
                    <a:pt x="1691479" y="1214626"/>
                    <a:pt x="1692489" y="1215636"/>
                    <a:pt x="1692489" y="1215636"/>
                  </a:cubicBezTo>
                  <a:lnTo>
                    <a:pt x="1696124" y="1217654"/>
                  </a:lnTo>
                  <a:lnTo>
                    <a:pt x="1697874" y="1218528"/>
                  </a:lnTo>
                  <a:lnTo>
                    <a:pt x="1701205" y="1218528"/>
                  </a:lnTo>
                  <a:cubicBezTo>
                    <a:pt x="1701205" y="1218528"/>
                    <a:pt x="1702215" y="1218158"/>
                    <a:pt x="1703831" y="1217889"/>
                  </a:cubicBezTo>
                  <a:cubicBezTo>
                    <a:pt x="1705412" y="1217587"/>
                    <a:pt x="1704571" y="1217385"/>
                    <a:pt x="1704571" y="1217385"/>
                  </a:cubicBezTo>
                  <a:lnTo>
                    <a:pt x="1707465" y="1214189"/>
                  </a:lnTo>
                  <a:lnTo>
                    <a:pt x="1707465" y="1212002"/>
                  </a:lnTo>
                  <a:lnTo>
                    <a:pt x="1708475" y="1209681"/>
                  </a:lnTo>
                  <a:cubicBezTo>
                    <a:pt x="1708475" y="1209681"/>
                    <a:pt x="1709047" y="1208538"/>
                    <a:pt x="1709350" y="1207966"/>
                  </a:cubicBezTo>
                  <a:cubicBezTo>
                    <a:pt x="1709619" y="1207394"/>
                    <a:pt x="1710359" y="1206082"/>
                    <a:pt x="1710797" y="1205645"/>
                  </a:cubicBezTo>
                  <a:cubicBezTo>
                    <a:pt x="1711234" y="1205207"/>
                    <a:pt x="1712985" y="1205073"/>
                    <a:pt x="1713826" y="1205207"/>
                  </a:cubicBezTo>
                  <a:cubicBezTo>
                    <a:pt x="1714701" y="1205342"/>
                    <a:pt x="1714701" y="1205779"/>
                    <a:pt x="1714701" y="1205779"/>
                  </a:cubicBezTo>
                  <a:lnTo>
                    <a:pt x="1716720" y="1207226"/>
                  </a:lnTo>
                  <a:cubicBezTo>
                    <a:pt x="1716720" y="1207226"/>
                    <a:pt x="1719749" y="1208369"/>
                    <a:pt x="1720220" y="1208235"/>
                  </a:cubicBezTo>
                  <a:cubicBezTo>
                    <a:pt x="1720658" y="1208100"/>
                    <a:pt x="1722374" y="1206486"/>
                    <a:pt x="1722374" y="1206486"/>
                  </a:cubicBezTo>
                  <a:lnTo>
                    <a:pt x="1724393" y="1203727"/>
                  </a:lnTo>
                  <a:lnTo>
                    <a:pt x="1727153" y="1202718"/>
                  </a:lnTo>
                  <a:lnTo>
                    <a:pt x="1730788" y="1201978"/>
                  </a:lnTo>
                  <a:lnTo>
                    <a:pt x="1733985" y="1201339"/>
                  </a:lnTo>
                  <a:lnTo>
                    <a:pt x="1739403" y="1203088"/>
                  </a:lnTo>
                  <a:cubicBezTo>
                    <a:pt x="1739403" y="1203088"/>
                    <a:pt x="1742028" y="1206351"/>
                    <a:pt x="1742668" y="1206553"/>
                  </a:cubicBezTo>
                  <a:cubicBezTo>
                    <a:pt x="1743307" y="1206788"/>
                    <a:pt x="1742668" y="1208504"/>
                    <a:pt x="1742668" y="1208504"/>
                  </a:cubicBezTo>
                  <a:lnTo>
                    <a:pt x="1743980" y="1211969"/>
                  </a:lnTo>
                  <a:lnTo>
                    <a:pt x="1749837" y="1215232"/>
                  </a:lnTo>
                  <a:lnTo>
                    <a:pt x="1754346" y="1219639"/>
                  </a:lnTo>
                  <a:lnTo>
                    <a:pt x="1756803" y="1221522"/>
                  </a:lnTo>
                  <a:cubicBezTo>
                    <a:pt x="1756803" y="1221522"/>
                    <a:pt x="1757509" y="1223104"/>
                    <a:pt x="1757476" y="1223406"/>
                  </a:cubicBezTo>
                  <a:cubicBezTo>
                    <a:pt x="1757409" y="1223675"/>
                    <a:pt x="1758486" y="1225727"/>
                    <a:pt x="1758486" y="1225727"/>
                  </a:cubicBezTo>
                  <a:cubicBezTo>
                    <a:pt x="1758486" y="1225727"/>
                    <a:pt x="1759663" y="1227174"/>
                    <a:pt x="1759731" y="1227409"/>
                  </a:cubicBezTo>
                  <a:cubicBezTo>
                    <a:pt x="1759798" y="1227611"/>
                    <a:pt x="1760976" y="1228990"/>
                    <a:pt x="1760976" y="1228990"/>
                  </a:cubicBezTo>
                  <a:lnTo>
                    <a:pt x="1761481" y="1231379"/>
                  </a:lnTo>
                  <a:lnTo>
                    <a:pt x="1760034" y="1233532"/>
                  </a:lnTo>
                  <a:lnTo>
                    <a:pt x="1759764" y="1233902"/>
                  </a:lnTo>
                  <a:cubicBezTo>
                    <a:pt x="1759764" y="1233902"/>
                    <a:pt x="1757509" y="1236156"/>
                    <a:pt x="1757509" y="1236425"/>
                  </a:cubicBezTo>
                  <a:cubicBezTo>
                    <a:pt x="1757509" y="1236728"/>
                    <a:pt x="1758317" y="1239183"/>
                    <a:pt x="1758317" y="1239183"/>
                  </a:cubicBezTo>
                  <a:lnTo>
                    <a:pt x="1759731" y="1242278"/>
                  </a:lnTo>
                  <a:cubicBezTo>
                    <a:pt x="1759731" y="1242278"/>
                    <a:pt x="1763971" y="1244936"/>
                    <a:pt x="1764072" y="1245037"/>
                  </a:cubicBezTo>
                  <a:cubicBezTo>
                    <a:pt x="1764173" y="1245137"/>
                    <a:pt x="1764745" y="1246180"/>
                    <a:pt x="1764745" y="1246180"/>
                  </a:cubicBezTo>
                  <a:cubicBezTo>
                    <a:pt x="1764745" y="1246180"/>
                    <a:pt x="1764308" y="1247526"/>
                    <a:pt x="1764140" y="1248031"/>
                  </a:cubicBezTo>
                  <a:cubicBezTo>
                    <a:pt x="1763971" y="1248535"/>
                    <a:pt x="1764140" y="1250520"/>
                    <a:pt x="1764140" y="1250688"/>
                  </a:cubicBezTo>
                  <a:cubicBezTo>
                    <a:pt x="1764140" y="1250856"/>
                    <a:pt x="1764779" y="1251058"/>
                    <a:pt x="1764779" y="1251058"/>
                  </a:cubicBezTo>
                  <a:lnTo>
                    <a:pt x="1766899" y="1249645"/>
                  </a:lnTo>
                  <a:lnTo>
                    <a:pt x="1769793" y="1251764"/>
                  </a:lnTo>
                  <a:lnTo>
                    <a:pt x="1770500" y="1252942"/>
                  </a:lnTo>
                  <a:lnTo>
                    <a:pt x="1771173" y="1254624"/>
                  </a:lnTo>
                  <a:lnTo>
                    <a:pt x="1768380" y="1255835"/>
                  </a:lnTo>
                  <a:lnTo>
                    <a:pt x="1768380" y="1257853"/>
                  </a:lnTo>
                  <a:cubicBezTo>
                    <a:pt x="1768380" y="1257853"/>
                    <a:pt x="1769188" y="1258728"/>
                    <a:pt x="1769491" y="1259300"/>
                  </a:cubicBezTo>
                  <a:cubicBezTo>
                    <a:pt x="1769760" y="1259872"/>
                    <a:pt x="1770702" y="1260746"/>
                    <a:pt x="1770702" y="1260746"/>
                  </a:cubicBezTo>
                  <a:cubicBezTo>
                    <a:pt x="1770702" y="1260746"/>
                    <a:pt x="1772452" y="1260881"/>
                    <a:pt x="1772520" y="1260881"/>
                  </a:cubicBezTo>
                  <a:cubicBezTo>
                    <a:pt x="1772620" y="1260881"/>
                    <a:pt x="1774169" y="1259434"/>
                    <a:pt x="1774169" y="1259434"/>
                  </a:cubicBezTo>
                  <a:cubicBezTo>
                    <a:pt x="1774169" y="1259434"/>
                    <a:pt x="1775044" y="1258122"/>
                    <a:pt x="1775313" y="1257550"/>
                  </a:cubicBezTo>
                  <a:cubicBezTo>
                    <a:pt x="1775616" y="1256979"/>
                    <a:pt x="1776053" y="1255969"/>
                    <a:pt x="1776491" y="1255667"/>
                  </a:cubicBezTo>
                  <a:cubicBezTo>
                    <a:pt x="1776928" y="1255364"/>
                    <a:pt x="1778072" y="1254927"/>
                    <a:pt x="1778678" y="1254927"/>
                  </a:cubicBezTo>
                  <a:cubicBezTo>
                    <a:pt x="1779251" y="1254927"/>
                    <a:pt x="1781438" y="1256676"/>
                    <a:pt x="1781438" y="1256676"/>
                  </a:cubicBezTo>
                  <a:lnTo>
                    <a:pt x="1782448" y="1256676"/>
                  </a:lnTo>
                  <a:lnTo>
                    <a:pt x="1783154" y="1258997"/>
                  </a:lnTo>
                  <a:lnTo>
                    <a:pt x="1782582" y="1260746"/>
                  </a:lnTo>
                  <a:cubicBezTo>
                    <a:pt x="1782582" y="1260746"/>
                    <a:pt x="1780832" y="1262193"/>
                    <a:pt x="1781000" y="1263067"/>
                  </a:cubicBezTo>
                  <a:cubicBezTo>
                    <a:pt x="1781135" y="1263942"/>
                    <a:pt x="1783457" y="1264648"/>
                    <a:pt x="1783457" y="1264648"/>
                  </a:cubicBezTo>
                  <a:cubicBezTo>
                    <a:pt x="1783457" y="1264648"/>
                    <a:pt x="1786789" y="1265389"/>
                    <a:pt x="1787799" y="1265389"/>
                  </a:cubicBezTo>
                  <a:cubicBezTo>
                    <a:pt x="1788808" y="1265389"/>
                    <a:pt x="1787664" y="1267979"/>
                    <a:pt x="1787227" y="1267979"/>
                  </a:cubicBezTo>
                  <a:cubicBezTo>
                    <a:pt x="1786789" y="1267979"/>
                    <a:pt x="1784770" y="1269997"/>
                    <a:pt x="1783760" y="1270872"/>
                  </a:cubicBezTo>
                  <a:cubicBezTo>
                    <a:pt x="1782750" y="1271746"/>
                    <a:pt x="1783188" y="1272756"/>
                    <a:pt x="1783188" y="1272756"/>
                  </a:cubicBezTo>
                  <a:lnTo>
                    <a:pt x="1786520" y="1276086"/>
                  </a:lnTo>
                  <a:lnTo>
                    <a:pt x="1787395" y="1279551"/>
                  </a:lnTo>
                  <a:cubicBezTo>
                    <a:pt x="1787395" y="1279551"/>
                    <a:pt x="1789280" y="1282175"/>
                    <a:pt x="1789851" y="1283184"/>
                  </a:cubicBezTo>
                  <a:cubicBezTo>
                    <a:pt x="1790424" y="1284193"/>
                    <a:pt x="1790559" y="1288835"/>
                    <a:pt x="1790559" y="1288835"/>
                  </a:cubicBezTo>
                  <a:cubicBezTo>
                    <a:pt x="1790559" y="1288835"/>
                    <a:pt x="1789111" y="1291728"/>
                    <a:pt x="1787361" y="1292468"/>
                  </a:cubicBezTo>
                  <a:cubicBezTo>
                    <a:pt x="1785611" y="1293209"/>
                    <a:pt x="1784467" y="1291762"/>
                    <a:pt x="1784164" y="1291156"/>
                  </a:cubicBezTo>
                  <a:cubicBezTo>
                    <a:pt x="1783861" y="1290585"/>
                    <a:pt x="1780967" y="1288835"/>
                    <a:pt x="1780967" y="1288835"/>
                  </a:cubicBezTo>
                  <a:cubicBezTo>
                    <a:pt x="1780967" y="1288835"/>
                    <a:pt x="1779654" y="1288398"/>
                    <a:pt x="1777770" y="1287961"/>
                  </a:cubicBezTo>
                  <a:cubicBezTo>
                    <a:pt x="1775885" y="1287523"/>
                    <a:pt x="1776188" y="1287961"/>
                    <a:pt x="1776188" y="1287961"/>
                  </a:cubicBezTo>
                  <a:lnTo>
                    <a:pt x="1775616" y="1287961"/>
                  </a:lnTo>
                  <a:lnTo>
                    <a:pt x="1774741" y="1289037"/>
                  </a:lnTo>
                  <a:cubicBezTo>
                    <a:pt x="1774741" y="1289037"/>
                    <a:pt x="1773125" y="1292435"/>
                    <a:pt x="1772721" y="1293007"/>
                  </a:cubicBezTo>
                  <a:cubicBezTo>
                    <a:pt x="1772284" y="1293578"/>
                    <a:pt x="1772721" y="1295193"/>
                    <a:pt x="1772721" y="1295193"/>
                  </a:cubicBezTo>
                  <a:cubicBezTo>
                    <a:pt x="1772721" y="1295193"/>
                    <a:pt x="1773596" y="1297212"/>
                    <a:pt x="1773866" y="1298086"/>
                  </a:cubicBezTo>
                  <a:cubicBezTo>
                    <a:pt x="1774169" y="1298961"/>
                    <a:pt x="1775885" y="1301282"/>
                    <a:pt x="1776323" y="1301854"/>
                  </a:cubicBezTo>
                  <a:cubicBezTo>
                    <a:pt x="1776760" y="1302426"/>
                    <a:pt x="1777029" y="1303300"/>
                    <a:pt x="1777467" y="1303603"/>
                  </a:cubicBezTo>
                  <a:cubicBezTo>
                    <a:pt x="1777904" y="1303906"/>
                    <a:pt x="1780226" y="1304175"/>
                    <a:pt x="1780799" y="1304478"/>
                  </a:cubicBezTo>
                  <a:cubicBezTo>
                    <a:pt x="1781371" y="1304781"/>
                    <a:pt x="1783693" y="1307943"/>
                    <a:pt x="1783693" y="1307943"/>
                  </a:cubicBezTo>
                  <a:lnTo>
                    <a:pt x="1780058" y="1309961"/>
                  </a:lnTo>
                  <a:lnTo>
                    <a:pt x="1781236" y="1312989"/>
                  </a:lnTo>
                  <a:lnTo>
                    <a:pt x="1788337" y="1313998"/>
                  </a:lnTo>
                  <a:lnTo>
                    <a:pt x="1789212" y="1314872"/>
                  </a:lnTo>
                  <a:cubicBezTo>
                    <a:pt x="1789212" y="1314872"/>
                    <a:pt x="1789212" y="1319515"/>
                    <a:pt x="1789212" y="1320087"/>
                  </a:cubicBezTo>
                  <a:cubicBezTo>
                    <a:pt x="1789212" y="1320658"/>
                    <a:pt x="1788506" y="1321533"/>
                    <a:pt x="1787631" y="1322105"/>
                  </a:cubicBezTo>
                  <a:cubicBezTo>
                    <a:pt x="1786756" y="1322677"/>
                    <a:pt x="1787193" y="1323417"/>
                    <a:pt x="1787193" y="1323854"/>
                  </a:cubicBezTo>
                  <a:cubicBezTo>
                    <a:pt x="1787193" y="1324291"/>
                    <a:pt x="1788068" y="1325435"/>
                    <a:pt x="1788068" y="1325873"/>
                  </a:cubicBezTo>
                  <a:cubicBezTo>
                    <a:pt x="1788068" y="1326310"/>
                    <a:pt x="1789212" y="1328194"/>
                    <a:pt x="1789212" y="1328194"/>
                  </a:cubicBezTo>
                  <a:lnTo>
                    <a:pt x="1790794" y="1332264"/>
                  </a:lnTo>
                  <a:cubicBezTo>
                    <a:pt x="1790794" y="1332264"/>
                    <a:pt x="1791097" y="1335292"/>
                    <a:pt x="1791366" y="1335897"/>
                  </a:cubicBezTo>
                  <a:cubicBezTo>
                    <a:pt x="1791669" y="1336469"/>
                    <a:pt x="1792544" y="1336469"/>
                    <a:pt x="1793116" y="1336604"/>
                  </a:cubicBezTo>
                  <a:cubicBezTo>
                    <a:pt x="1793688" y="1336738"/>
                    <a:pt x="1798636" y="1339934"/>
                    <a:pt x="1798636" y="1339934"/>
                  </a:cubicBezTo>
                  <a:lnTo>
                    <a:pt x="1800958" y="1338790"/>
                  </a:lnTo>
                  <a:cubicBezTo>
                    <a:pt x="1800958" y="1338790"/>
                    <a:pt x="1802539" y="1338487"/>
                    <a:pt x="1803987" y="1338050"/>
                  </a:cubicBezTo>
                  <a:cubicBezTo>
                    <a:pt x="1805434" y="1337613"/>
                    <a:pt x="1806746" y="1336469"/>
                    <a:pt x="1806746" y="1336469"/>
                  </a:cubicBezTo>
                  <a:cubicBezTo>
                    <a:pt x="1806746" y="1336469"/>
                    <a:pt x="1808328" y="1333845"/>
                    <a:pt x="1808496" y="1333273"/>
                  </a:cubicBezTo>
                  <a:cubicBezTo>
                    <a:pt x="1808631" y="1332701"/>
                    <a:pt x="1810078" y="1330649"/>
                    <a:pt x="1810515" y="1330818"/>
                  </a:cubicBezTo>
                  <a:cubicBezTo>
                    <a:pt x="1810953" y="1330952"/>
                    <a:pt x="1814420" y="1333576"/>
                    <a:pt x="1814420" y="1333576"/>
                  </a:cubicBezTo>
                  <a:lnTo>
                    <a:pt x="1816607" y="1333441"/>
                  </a:lnTo>
                  <a:cubicBezTo>
                    <a:pt x="1816607" y="1333441"/>
                    <a:pt x="1818054" y="1335763"/>
                    <a:pt x="1818189" y="1336200"/>
                  </a:cubicBezTo>
                  <a:cubicBezTo>
                    <a:pt x="1818324" y="1336637"/>
                    <a:pt x="1821218" y="1335460"/>
                    <a:pt x="1821218" y="1335460"/>
                  </a:cubicBezTo>
                  <a:lnTo>
                    <a:pt x="1826569" y="1334585"/>
                  </a:lnTo>
                  <a:lnTo>
                    <a:pt x="1831348" y="1332264"/>
                  </a:lnTo>
                  <a:cubicBezTo>
                    <a:pt x="1831348" y="1332264"/>
                    <a:pt x="1833535" y="1333408"/>
                    <a:pt x="1834107" y="1333711"/>
                  </a:cubicBezTo>
                  <a:cubicBezTo>
                    <a:pt x="1834680" y="1334013"/>
                    <a:pt x="1835857" y="1335157"/>
                    <a:pt x="1836733" y="1335729"/>
                  </a:cubicBezTo>
                  <a:cubicBezTo>
                    <a:pt x="1837608" y="1336301"/>
                    <a:pt x="1840637" y="1338925"/>
                    <a:pt x="1841074" y="1338757"/>
                  </a:cubicBezTo>
                  <a:cubicBezTo>
                    <a:pt x="1841512" y="1338622"/>
                    <a:pt x="1843093" y="1337310"/>
                    <a:pt x="1843093" y="1337310"/>
                  </a:cubicBezTo>
                  <a:cubicBezTo>
                    <a:pt x="1843093" y="1337310"/>
                    <a:pt x="1844406" y="1334989"/>
                    <a:pt x="1845112" y="1334720"/>
                  </a:cubicBezTo>
                  <a:cubicBezTo>
                    <a:pt x="1845853" y="1334417"/>
                    <a:pt x="1848007" y="1334148"/>
                    <a:pt x="1848007" y="1334148"/>
                  </a:cubicBezTo>
                  <a:lnTo>
                    <a:pt x="1850194" y="1336166"/>
                  </a:lnTo>
                  <a:lnTo>
                    <a:pt x="1852516" y="1336906"/>
                  </a:lnTo>
                  <a:lnTo>
                    <a:pt x="1857733" y="1336166"/>
                  </a:lnTo>
                  <a:lnTo>
                    <a:pt x="1862377" y="1333980"/>
                  </a:lnTo>
                  <a:lnTo>
                    <a:pt x="1865272" y="1332365"/>
                  </a:lnTo>
                  <a:cubicBezTo>
                    <a:pt x="1865272" y="1332365"/>
                    <a:pt x="1867863" y="1332096"/>
                    <a:pt x="1868906" y="1332399"/>
                  </a:cubicBezTo>
                  <a:cubicBezTo>
                    <a:pt x="1869916" y="1332701"/>
                    <a:pt x="1875132" y="1332264"/>
                    <a:pt x="1875704" y="1332399"/>
                  </a:cubicBezTo>
                  <a:cubicBezTo>
                    <a:pt x="1875805" y="1332432"/>
                    <a:pt x="1876176" y="1332500"/>
                    <a:pt x="1876176" y="1332634"/>
                  </a:cubicBezTo>
                  <a:cubicBezTo>
                    <a:pt x="1876176" y="1332634"/>
                    <a:pt x="1876176" y="1332634"/>
                    <a:pt x="1876176" y="1332634"/>
                  </a:cubicBezTo>
                  <a:lnTo>
                    <a:pt x="1876176" y="1332264"/>
                  </a:lnTo>
                  <a:lnTo>
                    <a:pt x="1876176" y="1325301"/>
                  </a:lnTo>
                  <a:cubicBezTo>
                    <a:pt x="1876176" y="1325301"/>
                    <a:pt x="1877858" y="1322206"/>
                    <a:pt x="1877959" y="1322038"/>
                  </a:cubicBezTo>
                  <a:cubicBezTo>
                    <a:pt x="1878060" y="1321869"/>
                    <a:pt x="1880281" y="1317900"/>
                    <a:pt x="1880281" y="1317900"/>
                  </a:cubicBezTo>
                  <a:cubicBezTo>
                    <a:pt x="1880281" y="1317900"/>
                    <a:pt x="1881359" y="1314536"/>
                    <a:pt x="1881359" y="1314301"/>
                  </a:cubicBezTo>
                  <a:cubicBezTo>
                    <a:pt x="1881359" y="1314099"/>
                    <a:pt x="1881359" y="1309625"/>
                    <a:pt x="1881359" y="1309625"/>
                  </a:cubicBezTo>
                  <a:lnTo>
                    <a:pt x="1876478" y="1306261"/>
                  </a:lnTo>
                  <a:cubicBezTo>
                    <a:pt x="1876478" y="1306261"/>
                    <a:pt x="1875704" y="1302796"/>
                    <a:pt x="1876142" y="1302661"/>
                  </a:cubicBezTo>
                  <a:cubicBezTo>
                    <a:pt x="1876579" y="1302560"/>
                    <a:pt x="1877724" y="1300475"/>
                    <a:pt x="1877724" y="1300475"/>
                  </a:cubicBezTo>
                  <a:cubicBezTo>
                    <a:pt x="1877724" y="1300475"/>
                    <a:pt x="1878801" y="1298591"/>
                    <a:pt x="1878094" y="1297884"/>
                  </a:cubicBezTo>
                  <a:cubicBezTo>
                    <a:pt x="1877387" y="1297178"/>
                    <a:pt x="1873685" y="1294251"/>
                    <a:pt x="1873685" y="1294251"/>
                  </a:cubicBezTo>
                  <a:lnTo>
                    <a:pt x="1872171" y="1292334"/>
                  </a:lnTo>
                  <a:lnTo>
                    <a:pt x="1871666" y="1283756"/>
                  </a:lnTo>
                  <a:cubicBezTo>
                    <a:pt x="1871666" y="1283756"/>
                    <a:pt x="1871127" y="1279854"/>
                    <a:pt x="1871026" y="1279685"/>
                  </a:cubicBezTo>
                  <a:cubicBezTo>
                    <a:pt x="1870926" y="1279517"/>
                    <a:pt x="1869176" y="1277398"/>
                    <a:pt x="1869176" y="1277398"/>
                  </a:cubicBezTo>
                  <a:lnTo>
                    <a:pt x="1869176" y="1274841"/>
                  </a:lnTo>
                  <a:lnTo>
                    <a:pt x="1869983" y="1272251"/>
                  </a:lnTo>
                  <a:cubicBezTo>
                    <a:pt x="1869983" y="1272251"/>
                    <a:pt x="1870993" y="1270401"/>
                    <a:pt x="1870993" y="1270199"/>
                  </a:cubicBezTo>
                  <a:cubicBezTo>
                    <a:pt x="1870993" y="1269997"/>
                    <a:pt x="1870926" y="1265691"/>
                    <a:pt x="1870926" y="1265489"/>
                  </a:cubicBezTo>
                  <a:cubicBezTo>
                    <a:pt x="1870926" y="1265254"/>
                    <a:pt x="1870926" y="1262731"/>
                    <a:pt x="1870926" y="1262731"/>
                  </a:cubicBezTo>
                  <a:lnTo>
                    <a:pt x="1872810" y="1258762"/>
                  </a:lnTo>
                  <a:lnTo>
                    <a:pt x="1874392" y="1254153"/>
                  </a:lnTo>
                  <a:lnTo>
                    <a:pt x="1876883" y="1249477"/>
                  </a:lnTo>
                  <a:lnTo>
                    <a:pt x="1878060" y="1246651"/>
                  </a:lnTo>
                  <a:lnTo>
                    <a:pt x="1875772" y="1245440"/>
                  </a:lnTo>
                  <a:cubicBezTo>
                    <a:pt x="1875772" y="1245440"/>
                    <a:pt x="1873584" y="1244465"/>
                    <a:pt x="1873180" y="1244465"/>
                  </a:cubicBezTo>
                  <a:cubicBezTo>
                    <a:pt x="1872743" y="1244465"/>
                    <a:pt x="1871767" y="1244465"/>
                    <a:pt x="1871767" y="1244465"/>
                  </a:cubicBezTo>
                  <a:cubicBezTo>
                    <a:pt x="1871767" y="1244465"/>
                    <a:pt x="1869916" y="1243287"/>
                    <a:pt x="1869916" y="1242514"/>
                  </a:cubicBezTo>
                  <a:cubicBezTo>
                    <a:pt x="1869916" y="1241740"/>
                    <a:pt x="1870118" y="1240865"/>
                    <a:pt x="1870118" y="1240865"/>
                  </a:cubicBezTo>
                  <a:lnTo>
                    <a:pt x="1870252" y="1239654"/>
                  </a:lnTo>
                  <a:lnTo>
                    <a:pt x="1866550" y="1238679"/>
                  </a:lnTo>
                  <a:lnTo>
                    <a:pt x="1864800" y="1238040"/>
                  </a:lnTo>
                  <a:cubicBezTo>
                    <a:pt x="1864800" y="1238040"/>
                    <a:pt x="1863724" y="1237602"/>
                    <a:pt x="1862950" y="1236728"/>
                  </a:cubicBezTo>
                  <a:cubicBezTo>
                    <a:pt x="1862209" y="1235853"/>
                    <a:pt x="1861973" y="1234003"/>
                    <a:pt x="1861973" y="1234003"/>
                  </a:cubicBezTo>
                  <a:lnTo>
                    <a:pt x="1862613" y="1232153"/>
                  </a:lnTo>
                  <a:lnTo>
                    <a:pt x="1863151" y="1230201"/>
                  </a:lnTo>
                  <a:lnTo>
                    <a:pt x="1864800" y="1228789"/>
                  </a:lnTo>
                  <a:lnTo>
                    <a:pt x="1866012" y="1227376"/>
                  </a:lnTo>
                  <a:lnTo>
                    <a:pt x="1866853" y="1224685"/>
                  </a:lnTo>
                  <a:lnTo>
                    <a:pt x="1867998" y="1221825"/>
                  </a:lnTo>
                  <a:lnTo>
                    <a:pt x="1870017" y="1221825"/>
                  </a:lnTo>
                  <a:lnTo>
                    <a:pt x="1871767" y="1221825"/>
                  </a:lnTo>
                  <a:lnTo>
                    <a:pt x="1871666" y="1220244"/>
                  </a:lnTo>
                  <a:lnTo>
                    <a:pt x="1872507" y="1218999"/>
                  </a:lnTo>
                  <a:lnTo>
                    <a:pt x="1874459" y="1218360"/>
                  </a:lnTo>
                  <a:lnTo>
                    <a:pt x="1876983" y="1218360"/>
                  </a:lnTo>
                  <a:cubicBezTo>
                    <a:pt x="1876983" y="1218360"/>
                    <a:pt x="1878161" y="1217048"/>
                    <a:pt x="1878431" y="1216981"/>
                  </a:cubicBezTo>
                  <a:cubicBezTo>
                    <a:pt x="1878700" y="1216914"/>
                    <a:pt x="1879575" y="1215400"/>
                    <a:pt x="1879575" y="1215400"/>
                  </a:cubicBezTo>
                  <a:lnTo>
                    <a:pt x="1879575" y="1214021"/>
                  </a:lnTo>
                  <a:lnTo>
                    <a:pt x="1882099" y="1212272"/>
                  </a:lnTo>
                  <a:lnTo>
                    <a:pt x="1882536" y="1209883"/>
                  </a:lnTo>
                  <a:lnTo>
                    <a:pt x="1883714" y="1210186"/>
                  </a:lnTo>
                  <a:lnTo>
                    <a:pt x="1885801" y="1211060"/>
                  </a:lnTo>
                  <a:lnTo>
                    <a:pt x="1887046" y="1213247"/>
                  </a:lnTo>
                  <a:lnTo>
                    <a:pt x="1888931" y="1217587"/>
                  </a:lnTo>
                  <a:lnTo>
                    <a:pt x="1890883" y="1220177"/>
                  </a:lnTo>
                  <a:lnTo>
                    <a:pt x="1891690" y="1222061"/>
                  </a:lnTo>
                  <a:lnTo>
                    <a:pt x="1891421" y="1223070"/>
                  </a:lnTo>
                  <a:lnTo>
                    <a:pt x="1891118" y="1224584"/>
                  </a:lnTo>
                  <a:lnTo>
                    <a:pt x="1893306" y="1225727"/>
                  </a:lnTo>
                  <a:lnTo>
                    <a:pt x="1895863" y="1225593"/>
                  </a:lnTo>
                  <a:lnTo>
                    <a:pt x="1896974" y="1226972"/>
                  </a:lnTo>
                  <a:lnTo>
                    <a:pt x="1896974" y="1229663"/>
                  </a:lnTo>
                  <a:lnTo>
                    <a:pt x="1898051" y="1230740"/>
                  </a:lnTo>
                  <a:lnTo>
                    <a:pt x="1899195" y="1229360"/>
                  </a:lnTo>
                  <a:lnTo>
                    <a:pt x="1900272" y="1229226"/>
                  </a:lnTo>
                  <a:cubicBezTo>
                    <a:pt x="1900272" y="1229226"/>
                    <a:pt x="1900643" y="1229024"/>
                    <a:pt x="1900912" y="1229024"/>
                  </a:cubicBezTo>
                  <a:cubicBezTo>
                    <a:pt x="1901215" y="1229024"/>
                    <a:pt x="1903604" y="1228890"/>
                    <a:pt x="1903604" y="1228890"/>
                  </a:cubicBezTo>
                  <a:lnTo>
                    <a:pt x="1908013" y="1228318"/>
                  </a:lnTo>
                  <a:lnTo>
                    <a:pt x="1912489" y="1228755"/>
                  </a:lnTo>
                  <a:lnTo>
                    <a:pt x="1914441" y="1230201"/>
                  </a:lnTo>
                  <a:lnTo>
                    <a:pt x="1914172" y="1232657"/>
                  </a:lnTo>
                  <a:lnTo>
                    <a:pt x="1912724" y="1234541"/>
                  </a:lnTo>
                  <a:lnTo>
                    <a:pt x="1912085" y="1236492"/>
                  </a:lnTo>
                  <a:lnTo>
                    <a:pt x="1912455" y="1241202"/>
                  </a:lnTo>
                  <a:lnTo>
                    <a:pt x="1914475" y="1244027"/>
                  </a:lnTo>
                  <a:lnTo>
                    <a:pt x="1917537" y="1245474"/>
                  </a:lnTo>
                  <a:cubicBezTo>
                    <a:pt x="1917537" y="1245474"/>
                    <a:pt x="1917739" y="1246786"/>
                    <a:pt x="1917537" y="1246988"/>
                  </a:cubicBezTo>
                  <a:cubicBezTo>
                    <a:pt x="1917335" y="1247190"/>
                    <a:pt x="1920431" y="1250688"/>
                    <a:pt x="1920431" y="1250688"/>
                  </a:cubicBezTo>
                  <a:lnTo>
                    <a:pt x="1926388" y="1257550"/>
                  </a:lnTo>
                  <a:lnTo>
                    <a:pt x="1931234" y="1262832"/>
                  </a:lnTo>
                  <a:lnTo>
                    <a:pt x="1931571" y="1267104"/>
                  </a:lnTo>
                  <a:lnTo>
                    <a:pt x="1931739" y="1269930"/>
                  </a:lnTo>
                  <a:lnTo>
                    <a:pt x="1931739" y="1271376"/>
                  </a:lnTo>
                  <a:lnTo>
                    <a:pt x="1931739" y="1274841"/>
                  </a:lnTo>
                  <a:lnTo>
                    <a:pt x="1933489" y="1280123"/>
                  </a:lnTo>
                  <a:lnTo>
                    <a:pt x="1933489" y="1283520"/>
                  </a:lnTo>
                  <a:cubicBezTo>
                    <a:pt x="1933489" y="1283520"/>
                    <a:pt x="1935744" y="1285841"/>
                    <a:pt x="1935946" y="1285841"/>
                  </a:cubicBezTo>
                  <a:cubicBezTo>
                    <a:pt x="1936182" y="1285841"/>
                    <a:pt x="1940590" y="1286279"/>
                    <a:pt x="1940860" y="1286077"/>
                  </a:cubicBezTo>
                  <a:cubicBezTo>
                    <a:pt x="1941163" y="1285841"/>
                    <a:pt x="1943182" y="1283621"/>
                    <a:pt x="1943182" y="1283184"/>
                  </a:cubicBezTo>
                  <a:cubicBezTo>
                    <a:pt x="1943182" y="1282747"/>
                    <a:pt x="1943451" y="1280358"/>
                    <a:pt x="1943451" y="1280055"/>
                  </a:cubicBezTo>
                  <a:cubicBezTo>
                    <a:pt x="1943451" y="1279753"/>
                    <a:pt x="1940860" y="1276490"/>
                    <a:pt x="1940860" y="1276490"/>
                  </a:cubicBezTo>
                  <a:cubicBezTo>
                    <a:pt x="1940860" y="1276490"/>
                    <a:pt x="1941802" y="1275110"/>
                    <a:pt x="1942004" y="1274808"/>
                  </a:cubicBezTo>
                  <a:cubicBezTo>
                    <a:pt x="1942206" y="1274539"/>
                    <a:pt x="1942946" y="1273731"/>
                    <a:pt x="1943451" y="1273496"/>
                  </a:cubicBezTo>
                  <a:cubicBezTo>
                    <a:pt x="1943956" y="1273294"/>
                    <a:pt x="1945403" y="1271982"/>
                    <a:pt x="1945538" y="1271679"/>
                  </a:cubicBezTo>
                  <a:cubicBezTo>
                    <a:pt x="1945672" y="1271376"/>
                    <a:pt x="1945672" y="1270233"/>
                    <a:pt x="1945538" y="1269493"/>
                  </a:cubicBezTo>
                  <a:cubicBezTo>
                    <a:pt x="1945403" y="1268753"/>
                    <a:pt x="1944898" y="1267037"/>
                    <a:pt x="1944966" y="1266095"/>
                  </a:cubicBezTo>
                  <a:cubicBezTo>
                    <a:pt x="1945033" y="1265153"/>
                    <a:pt x="1945033" y="1263471"/>
                    <a:pt x="1945201" y="1262967"/>
                  </a:cubicBezTo>
                  <a:cubicBezTo>
                    <a:pt x="1945336" y="1262462"/>
                    <a:pt x="1945470" y="1261285"/>
                    <a:pt x="1945672" y="1261015"/>
                  </a:cubicBezTo>
                  <a:cubicBezTo>
                    <a:pt x="1945841" y="1260713"/>
                    <a:pt x="1946648" y="1259502"/>
                    <a:pt x="1947288" y="1258997"/>
                  </a:cubicBezTo>
                  <a:cubicBezTo>
                    <a:pt x="1947927" y="1258492"/>
                    <a:pt x="1949744" y="1256979"/>
                    <a:pt x="1949980" y="1256743"/>
                  </a:cubicBezTo>
                  <a:cubicBezTo>
                    <a:pt x="1950182" y="1256541"/>
                    <a:pt x="1951124" y="1254994"/>
                    <a:pt x="1951360" y="1254927"/>
                  </a:cubicBezTo>
                  <a:cubicBezTo>
                    <a:pt x="1951562" y="1254859"/>
                    <a:pt x="1953312" y="1253346"/>
                    <a:pt x="1953312" y="1253346"/>
                  </a:cubicBezTo>
                  <a:lnTo>
                    <a:pt x="1954625" y="1249511"/>
                  </a:lnTo>
                  <a:cubicBezTo>
                    <a:pt x="1954625" y="1249511"/>
                    <a:pt x="1957519" y="1247829"/>
                    <a:pt x="1957822" y="1247829"/>
                  </a:cubicBezTo>
                  <a:cubicBezTo>
                    <a:pt x="1958124" y="1247829"/>
                    <a:pt x="1961153" y="1249208"/>
                    <a:pt x="1961153" y="1249208"/>
                  </a:cubicBezTo>
                  <a:cubicBezTo>
                    <a:pt x="1961153" y="1249208"/>
                    <a:pt x="1962231" y="1249948"/>
                    <a:pt x="1963341" y="1249847"/>
                  </a:cubicBezTo>
                  <a:cubicBezTo>
                    <a:pt x="1964418" y="1249780"/>
                    <a:pt x="1965293" y="1249914"/>
                    <a:pt x="1965596" y="1249544"/>
                  </a:cubicBezTo>
                  <a:cubicBezTo>
                    <a:pt x="1965899" y="1249174"/>
                    <a:pt x="1967716" y="1247459"/>
                    <a:pt x="1967783" y="1247156"/>
                  </a:cubicBezTo>
                  <a:cubicBezTo>
                    <a:pt x="1967851" y="1246853"/>
                    <a:pt x="1968356" y="1244027"/>
                    <a:pt x="1968423" y="1242951"/>
                  </a:cubicBezTo>
                  <a:cubicBezTo>
                    <a:pt x="1968490" y="1241874"/>
                    <a:pt x="1968423" y="1238241"/>
                    <a:pt x="1968423" y="1238241"/>
                  </a:cubicBezTo>
                  <a:lnTo>
                    <a:pt x="1967783" y="1235113"/>
                  </a:lnTo>
                  <a:cubicBezTo>
                    <a:pt x="1967783" y="1235113"/>
                    <a:pt x="1968490" y="1233969"/>
                    <a:pt x="1968490" y="1233364"/>
                  </a:cubicBezTo>
                  <a:cubicBezTo>
                    <a:pt x="1968457" y="1232792"/>
                    <a:pt x="1969264" y="1231278"/>
                    <a:pt x="1969466" y="1231042"/>
                  </a:cubicBezTo>
                  <a:cubicBezTo>
                    <a:pt x="1969668" y="1230841"/>
                    <a:pt x="1970274" y="1230235"/>
                    <a:pt x="1970274" y="1230235"/>
                  </a:cubicBezTo>
                  <a:lnTo>
                    <a:pt x="1973168" y="1228789"/>
                  </a:lnTo>
                  <a:lnTo>
                    <a:pt x="1974851" y="1228856"/>
                  </a:lnTo>
                  <a:cubicBezTo>
                    <a:pt x="1974851" y="1228856"/>
                    <a:pt x="1976365" y="1229159"/>
                    <a:pt x="1976735" y="1228990"/>
                  </a:cubicBezTo>
                  <a:cubicBezTo>
                    <a:pt x="1977106" y="1228856"/>
                    <a:pt x="1978990" y="1228049"/>
                    <a:pt x="1979260" y="1228049"/>
                  </a:cubicBezTo>
                  <a:cubicBezTo>
                    <a:pt x="1979562" y="1228049"/>
                    <a:pt x="1980942" y="1227409"/>
                    <a:pt x="1981077" y="1226972"/>
                  </a:cubicBezTo>
                  <a:cubicBezTo>
                    <a:pt x="1981212" y="1226535"/>
                    <a:pt x="1981952" y="1226165"/>
                    <a:pt x="1982019" y="1225727"/>
                  </a:cubicBezTo>
                  <a:cubicBezTo>
                    <a:pt x="1982086" y="1225290"/>
                    <a:pt x="1982895" y="1223709"/>
                    <a:pt x="1982895" y="1223709"/>
                  </a:cubicBezTo>
                  <a:lnTo>
                    <a:pt x="1984207" y="1221960"/>
                  </a:lnTo>
                  <a:lnTo>
                    <a:pt x="1985789" y="1219269"/>
                  </a:lnTo>
                  <a:lnTo>
                    <a:pt x="1988245" y="1218899"/>
                  </a:lnTo>
                  <a:lnTo>
                    <a:pt x="1992587" y="1218158"/>
                  </a:lnTo>
                  <a:lnTo>
                    <a:pt x="1995717" y="1215905"/>
                  </a:lnTo>
                  <a:lnTo>
                    <a:pt x="1997366" y="1214357"/>
                  </a:lnTo>
                  <a:lnTo>
                    <a:pt x="1998678" y="1212944"/>
                  </a:lnTo>
                  <a:lnTo>
                    <a:pt x="2000496" y="1212944"/>
                  </a:lnTo>
                  <a:lnTo>
                    <a:pt x="2001875" y="1213684"/>
                  </a:lnTo>
                  <a:lnTo>
                    <a:pt x="2004198" y="1213247"/>
                  </a:lnTo>
                  <a:lnTo>
                    <a:pt x="2005712" y="1211296"/>
                  </a:lnTo>
                  <a:lnTo>
                    <a:pt x="2006486" y="1211229"/>
                  </a:lnTo>
                  <a:lnTo>
                    <a:pt x="2008741" y="1211969"/>
                  </a:lnTo>
                  <a:lnTo>
                    <a:pt x="2010929" y="1213853"/>
                  </a:lnTo>
                  <a:cubicBezTo>
                    <a:pt x="2010929" y="1213853"/>
                    <a:pt x="2012309" y="1213987"/>
                    <a:pt x="2012578" y="1213987"/>
                  </a:cubicBezTo>
                  <a:cubicBezTo>
                    <a:pt x="2012880" y="1213987"/>
                    <a:pt x="2016145" y="1213617"/>
                    <a:pt x="2016145" y="1213617"/>
                  </a:cubicBezTo>
                  <a:lnTo>
                    <a:pt x="2018097" y="1210926"/>
                  </a:lnTo>
                  <a:lnTo>
                    <a:pt x="2021496" y="1206956"/>
                  </a:lnTo>
                  <a:lnTo>
                    <a:pt x="2026342" y="1202180"/>
                  </a:lnTo>
                  <a:lnTo>
                    <a:pt x="2028967" y="1199421"/>
                  </a:lnTo>
                  <a:lnTo>
                    <a:pt x="2030549" y="1197033"/>
                  </a:lnTo>
                  <a:lnTo>
                    <a:pt x="2033309" y="1192323"/>
                  </a:lnTo>
                  <a:lnTo>
                    <a:pt x="2036338" y="1188993"/>
                  </a:lnTo>
                  <a:lnTo>
                    <a:pt x="2038155" y="1186167"/>
                  </a:lnTo>
                  <a:lnTo>
                    <a:pt x="2042127" y="1183712"/>
                  </a:lnTo>
                  <a:cubicBezTo>
                    <a:pt x="2042127" y="1183712"/>
                    <a:pt x="2047646" y="1183274"/>
                    <a:pt x="2047848" y="1183207"/>
                  </a:cubicBezTo>
                  <a:cubicBezTo>
                    <a:pt x="2048083" y="1183140"/>
                    <a:pt x="2050910" y="1183644"/>
                    <a:pt x="2050910" y="1183644"/>
                  </a:cubicBezTo>
                  <a:lnTo>
                    <a:pt x="2054175" y="1181256"/>
                  </a:lnTo>
                  <a:lnTo>
                    <a:pt x="2056430" y="1178363"/>
                  </a:lnTo>
                  <a:cubicBezTo>
                    <a:pt x="2056430" y="1178363"/>
                    <a:pt x="2057709" y="1177858"/>
                    <a:pt x="2057978" y="1177858"/>
                  </a:cubicBezTo>
                  <a:cubicBezTo>
                    <a:pt x="2058280" y="1177858"/>
                    <a:pt x="2060468" y="1180045"/>
                    <a:pt x="2060468" y="1180045"/>
                  </a:cubicBezTo>
                  <a:lnTo>
                    <a:pt x="2060468" y="1182601"/>
                  </a:lnTo>
                  <a:lnTo>
                    <a:pt x="2061040" y="1185124"/>
                  </a:lnTo>
                  <a:cubicBezTo>
                    <a:pt x="2061040" y="1185124"/>
                    <a:pt x="2062286" y="1186066"/>
                    <a:pt x="2063060" y="1186201"/>
                  </a:cubicBezTo>
                  <a:cubicBezTo>
                    <a:pt x="2063867" y="1186335"/>
                    <a:pt x="2066324" y="1186268"/>
                    <a:pt x="2066627" y="1186134"/>
                  </a:cubicBezTo>
                  <a:cubicBezTo>
                    <a:pt x="2066930" y="1185999"/>
                    <a:pt x="2069387" y="1182063"/>
                    <a:pt x="2069387" y="1182063"/>
                  </a:cubicBezTo>
                  <a:lnTo>
                    <a:pt x="2068949" y="1179540"/>
                  </a:lnTo>
                  <a:lnTo>
                    <a:pt x="2069824" y="1177118"/>
                  </a:lnTo>
                  <a:lnTo>
                    <a:pt x="2071776" y="1176513"/>
                  </a:lnTo>
                  <a:lnTo>
                    <a:pt x="2075243" y="1176513"/>
                  </a:lnTo>
                  <a:cubicBezTo>
                    <a:pt x="2075243" y="1176513"/>
                    <a:pt x="2076488" y="1176883"/>
                    <a:pt x="2076824" y="1176513"/>
                  </a:cubicBezTo>
                  <a:cubicBezTo>
                    <a:pt x="2077194" y="1176143"/>
                    <a:pt x="2079147" y="1174763"/>
                    <a:pt x="2079348" y="1174124"/>
                  </a:cubicBezTo>
                  <a:cubicBezTo>
                    <a:pt x="2079550" y="1173485"/>
                    <a:pt x="2081300" y="1171029"/>
                    <a:pt x="2081300" y="1170727"/>
                  </a:cubicBezTo>
                  <a:cubicBezTo>
                    <a:pt x="2081300" y="1170424"/>
                    <a:pt x="2081300" y="1168708"/>
                    <a:pt x="2081300" y="1168708"/>
                  </a:cubicBezTo>
                  <a:lnTo>
                    <a:pt x="2081805" y="1162485"/>
                  </a:lnTo>
                  <a:cubicBezTo>
                    <a:pt x="2081805" y="1162485"/>
                    <a:pt x="2083252" y="1159962"/>
                    <a:pt x="2083421" y="1159659"/>
                  </a:cubicBezTo>
                  <a:cubicBezTo>
                    <a:pt x="2083555" y="1159356"/>
                    <a:pt x="2084935" y="1157136"/>
                    <a:pt x="2084935" y="1157136"/>
                  </a:cubicBezTo>
                  <a:lnTo>
                    <a:pt x="2086618" y="1154512"/>
                  </a:lnTo>
                  <a:lnTo>
                    <a:pt x="2088368" y="1153638"/>
                  </a:lnTo>
                  <a:lnTo>
                    <a:pt x="2093382" y="1153335"/>
                  </a:lnTo>
                  <a:cubicBezTo>
                    <a:pt x="2093382" y="1153335"/>
                    <a:pt x="2095772" y="1153638"/>
                    <a:pt x="2096074" y="1153335"/>
                  </a:cubicBezTo>
                  <a:cubicBezTo>
                    <a:pt x="2096378" y="1153032"/>
                    <a:pt x="2100281" y="1153638"/>
                    <a:pt x="2100281" y="1153638"/>
                  </a:cubicBezTo>
                  <a:lnTo>
                    <a:pt x="2104859" y="1153705"/>
                  </a:lnTo>
                  <a:lnTo>
                    <a:pt x="2109503" y="1154142"/>
                  </a:lnTo>
                  <a:lnTo>
                    <a:pt x="2113643" y="1155084"/>
                  </a:lnTo>
                  <a:cubicBezTo>
                    <a:pt x="2113643" y="1155084"/>
                    <a:pt x="2116469" y="1156093"/>
                    <a:pt x="2117782" y="1155959"/>
                  </a:cubicBezTo>
                  <a:cubicBezTo>
                    <a:pt x="2119095" y="1155824"/>
                    <a:pt x="2121417" y="1154512"/>
                    <a:pt x="2121417" y="1154210"/>
                  </a:cubicBezTo>
                  <a:cubicBezTo>
                    <a:pt x="2121417" y="1153907"/>
                    <a:pt x="2123369" y="1149870"/>
                    <a:pt x="2123369" y="1149870"/>
                  </a:cubicBezTo>
                  <a:lnTo>
                    <a:pt x="2126633" y="1147616"/>
                  </a:lnTo>
                  <a:lnTo>
                    <a:pt x="2126633" y="1144353"/>
                  </a:lnTo>
                  <a:lnTo>
                    <a:pt x="2126633" y="1140888"/>
                  </a:lnTo>
                  <a:lnTo>
                    <a:pt x="2124681" y="1141965"/>
                  </a:lnTo>
                  <a:cubicBezTo>
                    <a:pt x="2124681" y="1141965"/>
                    <a:pt x="2122931" y="1142032"/>
                    <a:pt x="2122359" y="1142032"/>
                  </a:cubicBezTo>
                  <a:cubicBezTo>
                    <a:pt x="2121787" y="1142032"/>
                    <a:pt x="2120037" y="1141897"/>
                    <a:pt x="2119801" y="1141796"/>
                  </a:cubicBezTo>
                  <a:cubicBezTo>
                    <a:pt x="2119599" y="1141729"/>
                    <a:pt x="2117446" y="1141359"/>
                    <a:pt x="2117446" y="1140855"/>
                  </a:cubicBezTo>
                  <a:cubicBezTo>
                    <a:pt x="2117446" y="1140350"/>
                    <a:pt x="2116167" y="1139341"/>
                    <a:pt x="2116167" y="1139038"/>
                  </a:cubicBezTo>
                  <a:cubicBezTo>
                    <a:pt x="2116167" y="1138735"/>
                    <a:pt x="2116167" y="1137390"/>
                    <a:pt x="2116167" y="1137390"/>
                  </a:cubicBezTo>
                  <a:cubicBezTo>
                    <a:pt x="2116167" y="1137390"/>
                    <a:pt x="2117614" y="1136313"/>
                    <a:pt x="2117816" y="1136246"/>
                  </a:cubicBezTo>
                  <a:cubicBezTo>
                    <a:pt x="2118051" y="1136179"/>
                    <a:pt x="2119330" y="1135035"/>
                    <a:pt x="2119330" y="1135035"/>
                  </a:cubicBezTo>
                  <a:cubicBezTo>
                    <a:pt x="2119330" y="1135035"/>
                    <a:pt x="2120508" y="1134766"/>
                    <a:pt x="2120710" y="1134766"/>
                  </a:cubicBezTo>
                  <a:cubicBezTo>
                    <a:pt x="2120912" y="1134766"/>
                    <a:pt x="2123974" y="1134766"/>
                    <a:pt x="2123974" y="1134766"/>
                  </a:cubicBezTo>
                  <a:cubicBezTo>
                    <a:pt x="2123974" y="1134766"/>
                    <a:pt x="2124344" y="1134699"/>
                    <a:pt x="2124479" y="1134766"/>
                  </a:cubicBezTo>
                  <a:cubicBezTo>
                    <a:pt x="2124614" y="1134833"/>
                    <a:pt x="2125792" y="1135338"/>
                    <a:pt x="2125792" y="1135338"/>
                  </a:cubicBezTo>
                  <a:lnTo>
                    <a:pt x="2129696" y="1137020"/>
                  </a:lnTo>
                  <a:cubicBezTo>
                    <a:pt x="2129696" y="1137020"/>
                    <a:pt x="2131008" y="1137222"/>
                    <a:pt x="2131580" y="1136952"/>
                  </a:cubicBezTo>
                  <a:cubicBezTo>
                    <a:pt x="2132153" y="1136650"/>
                    <a:pt x="2134037" y="1136212"/>
                    <a:pt x="2134340" y="1136078"/>
                  </a:cubicBezTo>
                  <a:cubicBezTo>
                    <a:pt x="2134643" y="1135943"/>
                    <a:pt x="2135282" y="1135775"/>
                    <a:pt x="2135518" y="1135775"/>
                  </a:cubicBezTo>
                  <a:cubicBezTo>
                    <a:pt x="2135720" y="1135775"/>
                    <a:pt x="2138110" y="1137154"/>
                    <a:pt x="2138110" y="1137154"/>
                  </a:cubicBezTo>
                  <a:lnTo>
                    <a:pt x="2139859" y="1138029"/>
                  </a:lnTo>
                  <a:lnTo>
                    <a:pt x="2143057" y="1139206"/>
                  </a:lnTo>
                  <a:lnTo>
                    <a:pt x="2143696" y="1139711"/>
                  </a:lnTo>
                  <a:lnTo>
                    <a:pt x="2147667" y="1138634"/>
                  </a:lnTo>
                  <a:lnTo>
                    <a:pt x="2150427" y="1138197"/>
                  </a:lnTo>
                  <a:lnTo>
                    <a:pt x="2153254" y="1138264"/>
                  </a:lnTo>
                  <a:lnTo>
                    <a:pt x="2154634" y="1139442"/>
                  </a:lnTo>
                  <a:lnTo>
                    <a:pt x="2157326" y="1142402"/>
                  </a:lnTo>
                  <a:cubicBezTo>
                    <a:pt x="2157326" y="1142402"/>
                    <a:pt x="2156956" y="1143108"/>
                    <a:pt x="2156821" y="1143546"/>
                  </a:cubicBezTo>
                  <a:cubicBezTo>
                    <a:pt x="2156686" y="1143983"/>
                    <a:pt x="2155711" y="1145060"/>
                    <a:pt x="2156316" y="1145362"/>
                  </a:cubicBezTo>
                  <a:cubicBezTo>
                    <a:pt x="2156889" y="1145665"/>
                    <a:pt x="2158941" y="1146506"/>
                    <a:pt x="2159211" y="1146506"/>
                  </a:cubicBezTo>
                  <a:cubicBezTo>
                    <a:pt x="2159514" y="1146506"/>
                    <a:pt x="2159850" y="1146439"/>
                    <a:pt x="2161095" y="1146372"/>
                  </a:cubicBezTo>
                  <a:cubicBezTo>
                    <a:pt x="2162341" y="1146304"/>
                    <a:pt x="2163115" y="1145867"/>
                    <a:pt x="2163115" y="1145564"/>
                  </a:cubicBezTo>
                  <a:cubicBezTo>
                    <a:pt x="2163115" y="1145261"/>
                    <a:pt x="2163317" y="1142806"/>
                    <a:pt x="2163115" y="1142604"/>
                  </a:cubicBezTo>
                  <a:cubicBezTo>
                    <a:pt x="2162913" y="1142402"/>
                    <a:pt x="2162408" y="1140922"/>
                    <a:pt x="2162408" y="1140922"/>
                  </a:cubicBezTo>
                  <a:cubicBezTo>
                    <a:pt x="2162408" y="1140922"/>
                    <a:pt x="2162744" y="1139610"/>
                    <a:pt x="2163216" y="1139475"/>
                  </a:cubicBezTo>
                  <a:cubicBezTo>
                    <a:pt x="2163721" y="1139341"/>
                    <a:pt x="2164629" y="1138466"/>
                    <a:pt x="2164865" y="1138466"/>
                  </a:cubicBezTo>
                  <a:cubicBezTo>
                    <a:pt x="2165066" y="1138466"/>
                    <a:pt x="2166312" y="1137760"/>
                    <a:pt x="2166514" y="1137659"/>
                  </a:cubicBezTo>
                  <a:cubicBezTo>
                    <a:pt x="2166716" y="1137592"/>
                    <a:pt x="2169543" y="1137659"/>
                    <a:pt x="2170283" y="1137592"/>
                  </a:cubicBezTo>
                  <a:cubicBezTo>
                    <a:pt x="2170990" y="1137524"/>
                    <a:pt x="2172101" y="1137995"/>
                    <a:pt x="2173110" y="1137995"/>
                  </a:cubicBezTo>
                  <a:cubicBezTo>
                    <a:pt x="2174120" y="1137995"/>
                    <a:pt x="2174860" y="1138264"/>
                    <a:pt x="2175432" y="1138264"/>
                  </a:cubicBezTo>
                  <a:cubicBezTo>
                    <a:pt x="2176004" y="1138264"/>
                    <a:pt x="2177889" y="1138264"/>
                    <a:pt x="2177889" y="1138264"/>
                  </a:cubicBezTo>
                  <a:lnTo>
                    <a:pt x="2179707" y="1137894"/>
                  </a:lnTo>
                  <a:lnTo>
                    <a:pt x="2181658" y="1137087"/>
                  </a:lnTo>
                  <a:cubicBezTo>
                    <a:pt x="2181658" y="1137087"/>
                    <a:pt x="2182399" y="1134564"/>
                    <a:pt x="2182601" y="1134328"/>
                  </a:cubicBezTo>
                  <a:cubicBezTo>
                    <a:pt x="2182802" y="1134127"/>
                    <a:pt x="2183913" y="1132747"/>
                    <a:pt x="2183913" y="1132747"/>
                  </a:cubicBezTo>
                  <a:lnTo>
                    <a:pt x="2186303" y="1132445"/>
                  </a:lnTo>
                  <a:cubicBezTo>
                    <a:pt x="2186303" y="1132445"/>
                    <a:pt x="2189197" y="1132815"/>
                    <a:pt x="2189567" y="1132445"/>
                  </a:cubicBezTo>
                  <a:cubicBezTo>
                    <a:pt x="2189937" y="1132075"/>
                    <a:pt x="2190442" y="1128913"/>
                    <a:pt x="2190442" y="1128913"/>
                  </a:cubicBezTo>
                  <a:lnTo>
                    <a:pt x="2189433" y="1127769"/>
                  </a:lnTo>
                  <a:lnTo>
                    <a:pt x="2186976" y="1125246"/>
                  </a:lnTo>
                  <a:lnTo>
                    <a:pt x="2186404" y="1123867"/>
                  </a:lnTo>
                  <a:cubicBezTo>
                    <a:pt x="2186404" y="1123867"/>
                    <a:pt x="2185159" y="1122353"/>
                    <a:pt x="2184956" y="1121983"/>
                  </a:cubicBezTo>
                  <a:cubicBezTo>
                    <a:pt x="2184721" y="1121613"/>
                    <a:pt x="2184149" y="1120906"/>
                    <a:pt x="2184081" y="1120469"/>
                  </a:cubicBezTo>
                  <a:cubicBezTo>
                    <a:pt x="2184014" y="1120032"/>
                    <a:pt x="2183644" y="1118888"/>
                    <a:pt x="2184586" y="1118148"/>
                  </a:cubicBezTo>
                  <a:cubicBezTo>
                    <a:pt x="2185529" y="1117441"/>
                    <a:pt x="2186437" y="1114750"/>
                    <a:pt x="2186875" y="1114178"/>
                  </a:cubicBezTo>
                  <a:cubicBezTo>
                    <a:pt x="2187312" y="1113606"/>
                    <a:pt x="2189231" y="1111487"/>
                    <a:pt x="2189231" y="1111218"/>
                  </a:cubicBezTo>
                  <a:cubicBezTo>
                    <a:pt x="2189231" y="1110915"/>
                    <a:pt x="2189231" y="1109637"/>
                    <a:pt x="2189231" y="1109637"/>
                  </a:cubicBezTo>
                  <a:lnTo>
                    <a:pt x="2194952" y="1107013"/>
                  </a:lnTo>
                  <a:lnTo>
                    <a:pt x="2199361" y="1105197"/>
                  </a:lnTo>
                  <a:lnTo>
                    <a:pt x="2205452" y="1103817"/>
                  </a:lnTo>
                  <a:cubicBezTo>
                    <a:pt x="2205452" y="1103817"/>
                    <a:pt x="2206967" y="1103952"/>
                    <a:pt x="2207202" y="1103817"/>
                  </a:cubicBezTo>
                  <a:cubicBezTo>
                    <a:pt x="2207438" y="1103683"/>
                    <a:pt x="2211544" y="1104255"/>
                    <a:pt x="2211779" y="1104322"/>
                  </a:cubicBezTo>
                  <a:cubicBezTo>
                    <a:pt x="2211981" y="1104389"/>
                    <a:pt x="2213092" y="1106340"/>
                    <a:pt x="2213092" y="1106340"/>
                  </a:cubicBezTo>
                  <a:cubicBezTo>
                    <a:pt x="2213092" y="1106340"/>
                    <a:pt x="2215717" y="1105533"/>
                    <a:pt x="2216222" y="1105398"/>
                  </a:cubicBezTo>
                  <a:cubicBezTo>
                    <a:pt x="2216727" y="1105264"/>
                    <a:pt x="2217972" y="1103817"/>
                    <a:pt x="2218173" y="1103784"/>
                  </a:cubicBezTo>
                  <a:cubicBezTo>
                    <a:pt x="2218376" y="1103750"/>
                    <a:pt x="2219486" y="1102001"/>
                    <a:pt x="2219486" y="1102001"/>
                  </a:cubicBezTo>
                  <a:cubicBezTo>
                    <a:pt x="2219486" y="1102001"/>
                    <a:pt x="2220967" y="1099310"/>
                    <a:pt x="2220900" y="1098671"/>
                  </a:cubicBezTo>
                  <a:cubicBezTo>
                    <a:pt x="2220832" y="1098031"/>
                    <a:pt x="2220563" y="1094533"/>
                    <a:pt x="2220563" y="1094264"/>
                  </a:cubicBezTo>
                  <a:cubicBezTo>
                    <a:pt x="2220563" y="1093961"/>
                    <a:pt x="2220563" y="1090496"/>
                    <a:pt x="2220563" y="1090496"/>
                  </a:cubicBezTo>
                  <a:lnTo>
                    <a:pt x="2220563" y="1087906"/>
                  </a:lnTo>
                  <a:lnTo>
                    <a:pt x="2220563" y="1085282"/>
                  </a:lnTo>
                  <a:lnTo>
                    <a:pt x="2220361" y="1080135"/>
                  </a:lnTo>
                  <a:lnTo>
                    <a:pt x="2220496" y="1077242"/>
                  </a:lnTo>
                  <a:lnTo>
                    <a:pt x="2225140" y="1075493"/>
                  </a:lnTo>
                  <a:lnTo>
                    <a:pt x="2226789" y="1071725"/>
                  </a:lnTo>
                  <a:lnTo>
                    <a:pt x="2223693" y="1069774"/>
                  </a:lnTo>
                  <a:lnTo>
                    <a:pt x="2222549" y="1067285"/>
                  </a:lnTo>
                  <a:close/>
                </a:path>
              </a:pathLst>
            </a:custGeom>
            <a:grpFill/>
            <a:ln w="6350" cap="flat">
              <a:solidFill>
                <a:schemeClr val="bg1"/>
              </a:solidFill>
              <a:prstDash val="solid"/>
              <a:miter/>
            </a:ln>
          </p:spPr>
          <p:txBody>
            <a:bodyPr rtlCol="0" anchor="ctr"/>
            <a:lstStyle/>
            <a:p>
              <a:endParaRPr lang="en-US"/>
            </a:p>
          </p:txBody>
        </p:sp>
        <p:sp>
          <p:nvSpPr>
            <p:cNvPr id="132" name="Freeform 911">
              <a:extLst>
                <a:ext uri="{FF2B5EF4-FFF2-40B4-BE49-F238E27FC236}">
                  <a16:creationId xmlns:a16="http://schemas.microsoft.com/office/drawing/2014/main" id="{83EAA4D5-52E1-A4AC-1683-A499D78380E4}"/>
                </a:ext>
              </a:extLst>
            </p:cNvPr>
            <p:cNvSpPr/>
            <p:nvPr/>
          </p:nvSpPr>
          <p:spPr>
            <a:xfrm>
              <a:off x="6199900" y="2603441"/>
              <a:ext cx="992582" cy="636055"/>
            </a:xfrm>
            <a:custGeom>
              <a:avLst/>
              <a:gdLst>
                <a:gd name="connsiteX0" fmla="*/ 1899094 w 1905657"/>
                <a:gd name="connsiteY0" fmla="*/ 1031662 h 1221162"/>
                <a:gd name="connsiteX1" fmla="*/ 1900710 w 1905657"/>
                <a:gd name="connsiteY1" fmla="*/ 1031898 h 1221162"/>
                <a:gd name="connsiteX2" fmla="*/ 1901686 w 1905657"/>
                <a:gd name="connsiteY2" fmla="*/ 1028635 h 1221162"/>
                <a:gd name="connsiteX3" fmla="*/ 1900171 w 1905657"/>
                <a:gd name="connsiteY3" fmla="*/ 1023858 h 1221162"/>
                <a:gd name="connsiteX4" fmla="*/ 1901046 w 1905657"/>
                <a:gd name="connsiteY4" fmla="*/ 1019518 h 1221162"/>
                <a:gd name="connsiteX5" fmla="*/ 1900171 w 1905657"/>
                <a:gd name="connsiteY5" fmla="*/ 1013665 h 1221162"/>
                <a:gd name="connsiteX6" fmla="*/ 1899970 w 1905657"/>
                <a:gd name="connsiteY6" fmla="*/ 1006062 h 1221162"/>
                <a:gd name="connsiteX7" fmla="*/ 1899330 w 1905657"/>
                <a:gd name="connsiteY7" fmla="*/ 1003237 h 1221162"/>
                <a:gd name="connsiteX8" fmla="*/ 1899566 w 1905657"/>
                <a:gd name="connsiteY8" fmla="*/ 998023 h 1221162"/>
                <a:gd name="connsiteX9" fmla="*/ 1899330 w 1905657"/>
                <a:gd name="connsiteY9" fmla="*/ 993246 h 1221162"/>
                <a:gd name="connsiteX10" fmla="*/ 1898253 w 1905657"/>
                <a:gd name="connsiteY10" fmla="*/ 990218 h 1221162"/>
                <a:gd name="connsiteX11" fmla="*/ 1895864 w 1905657"/>
                <a:gd name="connsiteY11" fmla="*/ 990218 h 1221162"/>
                <a:gd name="connsiteX12" fmla="*/ 1893474 w 1905657"/>
                <a:gd name="connsiteY12" fmla="*/ 987292 h 1221162"/>
                <a:gd name="connsiteX13" fmla="*/ 1893037 w 1905657"/>
                <a:gd name="connsiteY13" fmla="*/ 985004 h 1221162"/>
                <a:gd name="connsiteX14" fmla="*/ 1892162 w 1905657"/>
                <a:gd name="connsiteY14" fmla="*/ 978915 h 1221162"/>
                <a:gd name="connsiteX15" fmla="*/ 1892162 w 1905657"/>
                <a:gd name="connsiteY15" fmla="*/ 975450 h 1221162"/>
                <a:gd name="connsiteX16" fmla="*/ 1894215 w 1905657"/>
                <a:gd name="connsiteY16" fmla="*/ 973062 h 1221162"/>
                <a:gd name="connsiteX17" fmla="*/ 1895190 w 1905657"/>
                <a:gd name="connsiteY17" fmla="*/ 972423 h 1221162"/>
                <a:gd name="connsiteX18" fmla="*/ 1897378 w 1905657"/>
                <a:gd name="connsiteY18" fmla="*/ 969799 h 1221162"/>
                <a:gd name="connsiteX19" fmla="*/ 1899128 w 1905657"/>
                <a:gd name="connsiteY19" fmla="*/ 965257 h 1221162"/>
                <a:gd name="connsiteX20" fmla="*/ 1901955 w 1905657"/>
                <a:gd name="connsiteY20" fmla="*/ 960683 h 1221162"/>
                <a:gd name="connsiteX21" fmla="*/ 1905657 w 1905657"/>
                <a:gd name="connsiteY21" fmla="*/ 954796 h 1221162"/>
                <a:gd name="connsiteX22" fmla="*/ 1905455 w 1905657"/>
                <a:gd name="connsiteY22" fmla="*/ 942416 h 1221162"/>
                <a:gd name="connsiteX23" fmla="*/ 1904580 w 1905657"/>
                <a:gd name="connsiteY23" fmla="*/ 934141 h 1221162"/>
                <a:gd name="connsiteX24" fmla="*/ 1903705 w 1905657"/>
                <a:gd name="connsiteY24" fmla="*/ 929129 h 1221162"/>
                <a:gd name="connsiteX25" fmla="*/ 1901080 w 1905657"/>
                <a:gd name="connsiteY25" fmla="*/ 921190 h 1221162"/>
                <a:gd name="connsiteX26" fmla="*/ 1900003 w 1905657"/>
                <a:gd name="connsiteY26" fmla="*/ 916850 h 1221162"/>
                <a:gd name="connsiteX27" fmla="*/ 1899128 w 1905657"/>
                <a:gd name="connsiteY27" fmla="*/ 911098 h 1221162"/>
                <a:gd name="connsiteX28" fmla="*/ 1899128 w 1905657"/>
                <a:gd name="connsiteY28" fmla="*/ 908171 h 1221162"/>
                <a:gd name="connsiteX29" fmla="*/ 1900205 w 1905657"/>
                <a:gd name="connsiteY29" fmla="*/ 905009 h 1221162"/>
                <a:gd name="connsiteX30" fmla="*/ 1901719 w 1905657"/>
                <a:gd name="connsiteY30" fmla="*/ 903159 h 1221162"/>
                <a:gd name="connsiteX31" fmla="*/ 1902696 w 1905657"/>
                <a:gd name="connsiteY31" fmla="*/ 900434 h 1221162"/>
                <a:gd name="connsiteX32" fmla="*/ 1902696 w 1905657"/>
                <a:gd name="connsiteY32" fmla="*/ 896532 h 1221162"/>
                <a:gd name="connsiteX33" fmla="*/ 1903133 w 1905657"/>
                <a:gd name="connsiteY33" fmla="*/ 891856 h 1221162"/>
                <a:gd name="connsiteX34" fmla="*/ 1903470 w 1905657"/>
                <a:gd name="connsiteY34" fmla="*/ 889568 h 1221162"/>
                <a:gd name="connsiteX35" fmla="*/ 1900104 w 1905657"/>
                <a:gd name="connsiteY35" fmla="*/ 885330 h 1221162"/>
                <a:gd name="connsiteX36" fmla="*/ 1900542 w 1905657"/>
                <a:gd name="connsiteY36" fmla="*/ 880889 h 1221162"/>
                <a:gd name="connsiteX37" fmla="*/ 1901417 w 1905657"/>
                <a:gd name="connsiteY37" fmla="*/ 877727 h 1221162"/>
                <a:gd name="connsiteX38" fmla="*/ 1901517 w 1905657"/>
                <a:gd name="connsiteY38" fmla="*/ 874262 h 1221162"/>
                <a:gd name="connsiteX39" fmla="*/ 1901316 w 1905657"/>
                <a:gd name="connsiteY39" fmla="*/ 870898 h 1221162"/>
                <a:gd name="connsiteX40" fmla="*/ 1898825 w 1905657"/>
                <a:gd name="connsiteY40" fmla="*/ 868611 h 1221162"/>
                <a:gd name="connsiteX41" fmla="*/ 1897210 w 1905657"/>
                <a:gd name="connsiteY41" fmla="*/ 866021 h 1221162"/>
                <a:gd name="connsiteX42" fmla="*/ 1897849 w 1905657"/>
                <a:gd name="connsiteY42" fmla="*/ 863969 h 1221162"/>
                <a:gd name="connsiteX43" fmla="*/ 1899364 w 1905657"/>
                <a:gd name="connsiteY43" fmla="*/ 862993 h 1221162"/>
                <a:gd name="connsiteX44" fmla="*/ 1900340 w 1905657"/>
                <a:gd name="connsiteY44" fmla="*/ 862455 h 1221162"/>
                <a:gd name="connsiteX45" fmla="*/ 1902527 w 1905657"/>
                <a:gd name="connsiteY45" fmla="*/ 861479 h 1221162"/>
                <a:gd name="connsiteX46" fmla="*/ 1903503 w 1905657"/>
                <a:gd name="connsiteY46" fmla="*/ 859730 h 1221162"/>
                <a:gd name="connsiteX47" fmla="*/ 1904816 w 1905657"/>
                <a:gd name="connsiteY47" fmla="*/ 857241 h 1221162"/>
                <a:gd name="connsiteX48" fmla="*/ 1905253 w 1905657"/>
                <a:gd name="connsiteY48" fmla="*/ 855290 h 1221162"/>
                <a:gd name="connsiteX49" fmla="*/ 1904917 w 1905657"/>
                <a:gd name="connsiteY49" fmla="*/ 851387 h 1221162"/>
                <a:gd name="connsiteX50" fmla="*/ 1901753 w 1905657"/>
                <a:gd name="connsiteY50" fmla="*/ 848461 h 1221162"/>
                <a:gd name="connsiteX51" fmla="*/ 1899902 w 1905657"/>
                <a:gd name="connsiteY51" fmla="*/ 846711 h 1221162"/>
                <a:gd name="connsiteX52" fmla="*/ 1898926 w 1905657"/>
                <a:gd name="connsiteY52" fmla="*/ 844525 h 1221162"/>
                <a:gd name="connsiteX53" fmla="*/ 1897412 w 1905657"/>
                <a:gd name="connsiteY53" fmla="*/ 842137 h 1221162"/>
                <a:gd name="connsiteX54" fmla="*/ 1895022 w 1905657"/>
                <a:gd name="connsiteY54" fmla="*/ 840623 h 1221162"/>
                <a:gd name="connsiteX55" fmla="*/ 1891421 w 1905657"/>
                <a:gd name="connsiteY55" fmla="*/ 838033 h 1221162"/>
                <a:gd name="connsiteX56" fmla="*/ 1890243 w 1905657"/>
                <a:gd name="connsiteY56" fmla="*/ 836956 h 1221162"/>
                <a:gd name="connsiteX57" fmla="*/ 1889604 w 1905657"/>
                <a:gd name="connsiteY57" fmla="*/ 835980 h 1221162"/>
                <a:gd name="connsiteX58" fmla="*/ 1889806 w 1905657"/>
                <a:gd name="connsiteY58" fmla="*/ 833928 h 1221162"/>
                <a:gd name="connsiteX59" fmla="*/ 1890883 w 1905657"/>
                <a:gd name="connsiteY59" fmla="*/ 832852 h 1221162"/>
                <a:gd name="connsiteX60" fmla="*/ 1892195 w 1905657"/>
                <a:gd name="connsiteY60" fmla="*/ 830901 h 1221162"/>
                <a:gd name="connsiteX61" fmla="*/ 1892195 w 1905657"/>
                <a:gd name="connsiteY61" fmla="*/ 829488 h 1221162"/>
                <a:gd name="connsiteX62" fmla="*/ 1892195 w 1905657"/>
                <a:gd name="connsiteY62" fmla="*/ 826461 h 1221162"/>
                <a:gd name="connsiteX63" fmla="*/ 1891859 w 1905657"/>
                <a:gd name="connsiteY63" fmla="*/ 822996 h 1221162"/>
                <a:gd name="connsiteX64" fmla="*/ 1889133 w 1905657"/>
                <a:gd name="connsiteY64" fmla="*/ 821919 h 1221162"/>
                <a:gd name="connsiteX65" fmla="*/ 1887181 w 1905657"/>
                <a:gd name="connsiteY65" fmla="*/ 819194 h 1221162"/>
                <a:gd name="connsiteX66" fmla="*/ 1886979 w 1905657"/>
                <a:gd name="connsiteY66" fmla="*/ 817378 h 1221162"/>
                <a:gd name="connsiteX67" fmla="*/ 1886979 w 1905657"/>
                <a:gd name="connsiteY67" fmla="*/ 815628 h 1221162"/>
                <a:gd name="connsiteX68" fmla="*/ 1886810 w 1905657"/>
                <a:gd name="connsiteY68" fmla="*/ 813677 h 1221162"/>
                <a:gd name="connsiteX69" fmla="*/ 1885330 w 1905657"/>
                <a:gd name="connsiteY69" fmla="*/ 809439 h 1221162"/>
                <a:gd name="connsiteX70" fmla="*/ 1885330 w 1905657"/>
                <a:gd name="connsiteY70" fmla="*/ 809002 h 1221162"/>
                <a:gd name="connsiteX71" fmla="*/ 1882065 w 1905657"/>
                <a:gd name="connsiteY71" fmla="*/ 806815 h 1221162"/>
                <a:gd name="connsiteX72" fmla="*/ 1880854 w 1905657"/>
                <a:gd name="connsiteY72" fmla="*/ 806041 h 1221162"/>
                <a:gd name="connsiteX73" fmla="*/ 1879979 w 1905657"/>
                <a:gd name="connsiteY73" fmla="*/ 806041 h 1221162"/>
                <a:gd name="connsiteX74" fmla="*/ 1875536 w 1905657"/>
                <a:gd name="connsiteY74" fmla="*/ 802173 h 1221162"/>
                <a:gd name="connsiteX75" fmla="*/ 1876176 w 1905657"/>
                <a:gd name="connsiteY75" fmla="*/ 798405 h 1221162"/>
                <a:gd name="connsiteX76" fmla="*/ 1877488 w 1905657"/>
                <a:gd name="connsiteY76" fmla="*/ 795478 h 1221162"/>
                <a:gd name="connsiteX77" fmla="*/ 1879541 w 1905657"/>
                <a:gd name="connsiteY77" fmla="*/ 792316 h 1221162"/>
                <a:gd name="connsiteX78" fmla="*/ 1879104 w 1905657"/>
                <a:gd name="connsiteY78" fmla="*/ 788179 h 1221162"/>
                <a:gd name="connsiteX79" fmla="*/ 1879878 w 1905657"/>
                <a:gd name="connsiteY79" fmla="*/ 786867 h 1221162"/>
                <a:gd name="connsiteX80" fmla="*/ 1880955 w 1905657"/>
                <a:gd name="connsiteY80" fmla="*/ 786093 h 1221162"/>
                <a:gd name="connsiteX81" fmla="*/ 1883883 w 1905657"/>
                <a:gd name="connsiteY81" fmla="*/ 785857 h 1221162"/>
                <a:gd name="connsiteX82" fmla="*/ 1885498 w 1905657"/>
                <a:gd name="connsiteY82" fmla="*/ 786631 h 1221162"/>
                <a:gd name="connsiteX83" fmla="*/ 1888224 w 1905657"/>
                <a:gd name="connsiteY83" fmla="*/ 788683 h 1221162"/>
                <a:gd name="connsiteX84" fmla="*/ 1890849 w 1905657"/>
                <a:gd name="connsiteY84" fmla="*/ 790533 h 1221162"/>
                <a:gd name="connsiteX85" fmla="*/ 1891724 w 1905657"/>
                <a:gd name="connsiteY85" fmla="*/ 791711 h 1221162"/>
                <a:gd name="connsiteX86" fmla="*/ 1894652 w 1905657"/>
                <a:gd name="connsiteY86" fmla="*/ 792249 h 1221162"/>
                <a:gd name="connsiteX87" fmla="*/ 1896402 w 1905657"/>
                <a:gd name="connsiteY87" fmla="*/ 791711 h 1221162"/>
                <a:gd name="connsiteX88" fmla="*/ 1897715 w 1905657"/>
                <a:gd name="connsiteY88" fmla="*/ 789861 h 1221162"/>
                <a:gd name="connsiteX89" fmla="*/ 1899128 w 1905657"/>
                <a:gd name="connsiteY89" fmla="*/ 788683 h 1221162"/>
                <a:gd name="connsiteX90" fmla="*/ 1900542 w 1905657"/>
                <a:gd name="connsiteY90" fmla="*/ 787808 h 1221162"/>
                <a:gd name="connsiteX91" fmla="*/ 1901517 w 1905657"/>
                <a:gd name="connsiteY91" fmla="*/ 787270 h 1221162"/>
                <a:gd name="connsiteX92" fmla="*/ 1903705 w 1905657"/>
                <a:gd name="connsiteY92" fmla="*/ 785218 h 1221162"/>
                <a:gd name="connsiteX93" fmla="*/ 1904042 w 1905657"/>
                <a:gd name="connsiteY93" fmla="*/ 783805 h 1221162"/>
                <a:gd name="connsiteX94" fmla="*/ 1904378 w 1905657"/>
                <a:gd name="connsiteY94" fmla="*/ 782493 h 1221162"/>
                <a:gd name="connsiteX95" fmla="*/ 1904378 w 1905657"/>
                <a:gd name="connsiteY95" fmla="*/ 780408 h 1221162"/>
                <a:gd name="connsiteX96" fmla="*/ 1903301 w 1905657"/>
                <a:gd name="connsiteY96" fmla="*/ 778558 h 1221162"/>
                <a:gd name="connsiteX97" fmla="*/ 1899599 w 1905657"/>
                <a:gd name="connsiteY97" fmla="*/ 773680 h 1221162"/>
                <a:gd name="connsiteX98" fmla="*/ 1896974 w 1905657"/>
                <a:gd name="connsiteY98" fmla="*/ 769643 h 1221162"/>
                <a:gd name="connsiteX99" fmla="*/ 1891657 w 1905657"/>
                <a:gd name="connsiteY99" fmla="*/ 765943 h 1221162"/>
                <a:gd name="connsiteX100" fmla="*/ 1887416 w 1905657"/>
                <a:gd name="connsiteY100" fmla="*/ 761603 h 1221162"/>
                <a:gd name="connsiteX101" fmla="*/ 1884051 w 1905657"/>
                <a:gd name="connsiteY101" fmla="*/ 759316 h 1221162"/>
                <a:gd name="connsiteX102" fmla="*/ 1882974 w 1905657"/>
                <a:gd name="connsiteY102" fmla="*/ 758105 h 1221162"/>
                <a:gd name="connsiteX103" fmla="*/ 1879810 w 1905657"/>
                <a:gd name="connsiteY103" fmla="*/ 754068 h 1221162"/>
                <a:gd name="connsiteX104" fmla="*/ 1876647 w 1905657"/>
                <a:gd name="connsiteY104" fmla="*/ 750469 h 1221162"/>
                <a:gd name="connsiteX105" fmla="*/ 1874796 w 1905657"/>
                <a:gd name="connsiteY105" fmla="*/ 747643 h 1221162"/>
                <a:gd name="connsiteX106" fmla="*/ 1874796 w 1905657"/>
                <a:gd name="connsiteY106" fmla="*/ 744043 h 1221162"/>
                <a:gd name="connsiteX107" fmla="*/ 1874796 w 1905657"/>
                <a:gd name="connsiteY107" fmla="*/ 740679 h 1221162"/>
                <a:gd name="connsiteX108" fmla="*/ 1874796 w 1905657"/>
                <a:gd name="connsiteY108" fmla="*/ 739805 h 1221162"/>
                <a:gd name="connsiteX109" fmla="*/ 1872238 w 1905657"/>
                <a:gd name="connsiteY109" fmla="*/ 737618 h 1221162"/>
                <a:gd name="connsiteX110" fmla="*/ 1870454 w 1905657"/>
                <a:gd name="connsiteY110" fmla="*/ 734591 h 1221162"/>
                <a:gd name="connsiteX111" fmla="*/ 1870017 w 1905657"/>
                <a:gd name="connsiteY111" fmla="*/ 734591 h 1221162"/>
                <a:gd name="connsiteX112" fmla="*/ 1866449 w 1905657"/>
                <a:gd name="connsiteY112" fmla="*/ 732572 h 1221162"/>
                <a:gd name="connsiteX113" fmla="*/ 1867325 w 1905657"/>
                <a:gd name="connsiteY113" fmla="*/ 728704 h 1221162"/>
                <a:gd name="connsiteX114" fmla="*/ 1865709 w 1905657"/>
                <a:gd name="connsiteY114" fmla="*/ 726416 h 1221162"/>
                <a:gd name="connsiteX115" fmla="*/ 1865070 w 1905657"/>
                <a:gd name="connsiteY115" fmla="*/ 724902 h 1221162"/>
                <a:gd name="connsiteX116" fmla="*/ 1863219 w 1905657"/>
                <a:gd name="connsiteY116" fmla="*/ 722178 h 1221162"/>
                <a:gd name="connsiteX117" fmla="*/ 1862445 w 1905657"/>
                <a:gd name="connsiteY117" fmla="*/ 721202 h 1221162"/>
                <a:gd name="connsiteX118" fmla="*/ 1861031 w 1905657"/>
                <a:gd name="connsiteY118" fmla="*/ 719150 h 1221162"/>
                <a:gd name="connsiteX119" fmla="*/ 1861805 w 1905657"/>
                <a:gd name="connsiteY119" fmla="*/ 718275 h 1221162"/>
                <a:gd name="connsiteX120" fmla="*/ 1863993 w 1905657"/>
                <a:gd name="connsiteY120" fmla="*/ 717199 h 1221162"/>
                <a:gd name="connsiteX121" fmla="*/ 1865305 w 1905657"/>
                <a:gd name="connsiteY121" fmla="*/ 716122 h 1221162"/>
                <a:gd name="connsiteX122" fmla="*/ 1866180 w 1905657"/>
                <a:gd name="connsiteY122" fmla="*/ 713398 h 1221162"/>
                <a:gd name="connsiteX123" fmla="*/ 1866820 w 1905657"/>
                <a:gd name="connsiteY123" fmla="*/ 710471 h 1221162"/>
                <a:gd name="connsiteX124" fmla="*/ 1866719 w 1905657"/>
                <a:gd name="connsiteY124" fmla="*/ 706670 h 1221162"/>
                <a:gd name="connsiteX125" fmla="*/ 1866180 w 1905657"/>
                <a:gd name="connsiteY125" fmla="*/ 705358 h 1221162"/>
                <a:gd name="connsiteX126" fmla="*/ 1862478 w 1905657"/>
                <a:gd name="connsiteY126" fmla="*/ 701657 h 1221162"/>
                <a:gd name="connsiteX127" fmla="*/ 1857161 w 1905657"/>
                <a:gd name="connsiteY127" fmla="*/ 695030 h 1221162"/>
                <a:gd name="connsiteX128" fmla="*/ 1855310 w 1905657"/>
                <a:gd name="connsiteY128" fmla="*/ 691229 h 1221162"/>
                <a:gd name="connsiteX129" fmla="*/ 1854435 w 1905657"/>
                <a:gd name="connsiteY129" fmla="*/ 685813 h 1221162"/>
                <a:gd name="connsiteX130" fmla="*/ 1851507 w 1905657"/>
                <a:gd name="connsiteY130" fmla="*/ 680935 h 1221162"/>
                <a:gd name="connsiteX131" fmla="*/ 1850632 w 1905657"/>
                <a:gd name="connsiteY131" fmla="*/ 675082 h 1221162"/>
                <a:gd name="connsiteX132" fmla="*/ 1850194 w 1905657"/>
                <a:gd name="connsiteY132" fmla="*/ 669868 h 1221162"/>
                <a:gd name="connsiteX133" fmla="*/ 1849757 w 1905657"/>
                <a:gd name="connsiteY133" fmla="*/ 663241 h 1221162"/>
                <a:gd name="connsiteX134" fmla="*/ 1847165 w 1905657"/>
                <a:gd name="connsiteY134" fmla="*/ 661391 h 1221162"/>
                <a:gd name="connsiteX135" fmla="*/ 1843901 w 1905657"/>
                <a:gd name="connsiteY135" fmla="*/ 657791 h 1221162"/>
                <a:gd name="connsiteX136" fmla="*/ 1839223 w 1905657"/>
                <a:gd name="connsiteY136" fmla="*/ 654091 h 1221162"/>
                <a:gd name="connsiteX137" fmla="*/ 1838011 w 1905657"/>
                <a:gd name="connsiteY137" fmla="*/ 652678 h 1221162"/>
                <a:gd name="connsiteX138" fmla="*/ 1832155 w 1905657"/>
                <a:gd name="connsiteY138" fmla="*/ 651366 h 1221162"/>
                <a:gd name="connsiteX139" fmla="*/ 1827477 w 1905657"/>
                <a:gd name="connsiteY139" fmla="*/ 651265 h 1221162"/>
                <a:gd name="connsiteX140" fmla="*/ 1825862 w 1905657"/>
                <a:gd name="connsiteY140" fmla="*/ 648675 h 1221162"/>
                <a:gd name="connsiteX141" fmla="*/ 1825223 w 1905657"/>
                <a:gd name="connsiteY141" fmla="*/ 647800 h 1221162"/>
                <a:gd name="connsiteX142" fmla="*/ 1821857 w 1905657"/>
                <a:gd name="connsiteY142" fmla="*/ 646051 h 1221162"/>
                <a:gd name="connsiteX143" fmla="*/ 1817179 w 1905657"/>
                <a:gd name="connsiteY143" fmla="*/ 643225 h 1221162"/>
                <a:gd name="connsiteX144" fmla="*/ 1811862 w 1905657"/>
                <a:gd name="connsiteY144" fmla="*/ 639962 h 1221162"/>
                <a:gd name="connsiteX145" fmla="*/ 1808160 w 1905657"/>
                <a:gd name="connsiteY145" fmla="*/ 641005 h 1221162"/>
                <a:gd name="connsiteX146" fmla="*/ 1804592 w 1905657"/>
                <a:gd name="connsiteY146" fmla="*/ 642519 h 1221162"/>
                <a:gd name="connsiteX147" fmla="*/ 1800015 w 1905657"/>
                <a:gd name="connsiteY147" fmla="*/ 643024 h 1221162"/>
                <a:gd name="connsiteX148" fmla="*/ 1796179 w 1905657"/>
                <a:gd name="connsiteY148" fmla="*/ 642956 h 1221162"/>
                <a:gd name="connsiteX149" fmla="*/ 1792477 w 1905657"/>
                <a:gd name="connsiteY149" fmla="*/ 641072 h 1221162"/>
                <a:gd name="connsiteX150" fmla="*/ 1789650 w 1905657"/>
                <a:gd name="connsiteY150" fmla="*/ 639559 h 1221162"/>
                <a:gd name="connsiteX151" fmla="*/ 1785948 w 1905657"/>
                <a:gd name="connsiteY151" fmla="*/ 636968 h 1221162"/>
                <a:gd name="connsiteX152" fmla="*/ 1784130 w 1905657"/>
                <a:gd name="connsiteY152" fmla="*/ 635791 h 1221162"/>
                <a:gd name="connsiteX153" fmla="*/ 1778712 w 1905657"/>
                <a:gd name="connsiteY153" fmla="*/ 634782 h 1221162"/>
                <a:gd name="connsiteX154" fmla="*/ 1776188 w 1905657"/>
                <a:gd name="connsiteY154" fmla="*/ 635791 h 1221162"/>
                <a:gd name="connsiteX155" fmla="*/ 1773058 w 1905657"/>
                <a:gd name="connsiteY155" fmla="*/ 638045 h 1221162"/>
                <a:gd name="connsiteX156" fmla="*/ 1771039 w 1905657"/>
                <a:gd name="connsiteY156" fmla="*/ 640871 h 1221162"/>
                <a:gd name="connsiteX157" fmla="*/ 1769726 w 1905657"/>
                <a:gd name="connsiteY157" fmla="*/ 642754 h 1221162"/>
                <a:gd name="connsiteX158" fmla="*/ 1770096 w 1905657"/>
                <a:gd name="connsiteY158" fmla="*/ 646017 h 1221162"/>
                <a:gd name="connsiteX159" fmla="*/ 1771106 w 1905657"/>
                <a:gd name="connsiteY159" fmla="*/ 647262 h 1221162"/>
                <a:gd name="connsiteX160" fmla="*/ 1773798 w 1905657"/>
                <a:gd name="connsiteY160" fmla="*/ 650391 h 1221162"/>
                <a:gd name="connsiteX161" fmla="*/ 1774101 w 1905657"/>
                <a:gd name="connsiteY161" fmla="*/ 652712 h 1221162"/>
                <a:gd name="connsiteX162" fmla="*/ 1773664 w 1905657"/>
                <a:gd name="connsiteY162" fmla="*/ 653351 h 1221162"/>
                <a:gd name="connsiteX163" fmla="*/ 1772520 w 1905657"/>
                <a:gd name="connsiteY163" fmla="*/ 654495 h 1221162"/>
                <a:gd name="connsiteX164" fmla="*/ 1772587 w 1905657"/>
                <a:gd name="connsiteY164" fmla="*/ 655302 h 1221162"/>
                <a:gd name="connsiteX165" fmla="*/ 1774101 w 1905657"/>
                <a:gd name="connsiteY165" fmla="*/ 657690 h 1221162"/>
                <a:gd name="connsiteX166" fmla="*/ 1773294 w 1905657"/>
                <a:gd name="connsiteY166" fmla="*/ 660449 h 1221162"/>
                <a:gd name="connsiteX167" fmla="*/ 1771544 w 1905657"/>
                <a:gd name="connsiteY167" fmla="*/ 661458 h 1221162"/>
                <a:gd name="connsiteX168" fmla="*/ 1768077 w 1905657"/>
                <a:gd name="connsiteY168" fmla="*/ 664216 h 1221162"/>
                <a:gd name="connsiteX169" fmla="*/ 1764611 w 1905657"/>
                <a:gd name="connsiteY169" fmla="*/ 667110 h 1221162"/>
                <a:gd name="connsiteX170" fmla="*/ 1762591 w 1905657"/>
                <a:gd name="connsiteY170" fmla="*/ 669128 h 1221162"/>
                <a:gd name="connsiteX171" fmla="*/ 1761010 w 1905657"/>
                <a:gd name="connsiteY171" fmla="*/ 672593 h 1221162"/>
                <a:gd name="connsiteX172" fmla="*/ 1760135 w 1905657"/>
                <a:gd name="connsiteY172" fmla="*/ 674611 h 1221162"/>
                <a:gd name="connsiteX173" fmla="*/ 1760135 w 1905657"/>
                <a:gd name="connsiteY173" fmla="*/ 678513 h 1221162"/>
                <a:gd name="connsiteX174" fmla="*/ 1759327 w 1905657"/>
                <a:gd name="connsiteY174" fmla="*/ 681642 h 1221162"/>
                <a:gd name="connsiteX175" fmla="*/ 1756567 w 1905657"/>
                <a:gd name="connsiteY175" fmla="*/ 685039 h 1221162"/>
                <a:gd name="connsiteX176" fmla="*/ 1755322 w 1905657"/>
                <a:gd name="connsiteY176" fmla="*/ 684468 h 1221162"/>
                <a:gd name="connsiteX177" fmla="*/ 1753067 w 1905657"/>
                <a:gd name="connsiteY177" fmla="*/ 682281 h 1221162"/>
                <a:gd name="connsiteX178" fmla="*/ 1751822 w 1905657"/>
                <a:gd name="connsiteY178" fmla="*/ 682416 h 1221162"/>
                <a:gd name="connsiteX179" fmla="*/ 1750173 w 1905657"/>
                <a:gd name="connsiteY179" fmla="*/ 684165 h 1221162"/>
                <a:gd name="connsiteX180" fmla="*/ 1750678 w 1905657"/>
                <a:gd name="connsiteY180" fmla="*/ 688000 h 1221162"/>
                <a:gd name="connsiteX181" fmla="*/ 1750307 w 1905657"/>
                <a:gd name="connsiteY181" fmla="*/ 690085 h 1221162"/>
                <a:gd name="connsiteX182" fmla="*/ 1743846 w 1905657"/>
                <a:gd name="connsiteY182" fmla="*/ 690287 h 1221162"/>
                <a:gd name="connsiteX183" fmla="*/ 1740009 w 1905657"/>
                <a:gd name="connsiteY183" fmla="*/ 688706 h 1221162"/>
                <a:gd name="connsiteX184" fmla="*/ 1737754 w 1905657"/>
                <a:gd name="connsiteY184" fmla="*/ 686318 h 1221162"/>
                <a:gd name="connsiteX185" fmla="*/ 1733850 w 1905657"/>
                <a:gd name="connsiteY185" fmla="*/ 684434 h 1221162"/>
                <a:gd name="connsiteX186" fmla="*/ 1732706 w 1905657"/>
                <a:gd name="connsiteY186" fmla="*/ 683357 h 1221162"/>
                <a:gd name="connsiteX187" fmla="*/ 1729812 w 1905657"/>
                <a:gd name="connsiteY187" fmla="*/ 683156 h 1221162"/>
                <a:gd name="connsiteX188" fmla="*/ 1728567 w 1905657"/>
                <a:gd name="connsiteY188" fmla="*/ 684232 h 1221162"/>
                <a:gd name="connsiteX189" fmla="*/ 1726682 w 1905657"/>
                <a:gd name="connsiteY189" fmla="*/ 686486 h 1221162"/>
                <a:gd name="connsiteX190" fmla="*/ 1725605 w 1905657"/>
                <a:gd name="connsiteY190" fmla="*/ 688740 h 1221162"/>
                <a:gd name="connsiteX191" fmla="*/ 1721701 w 1905657"/>
                <a:gd name="connsiteY191" fmla="*/ 689480 h 1221162"/>
                <a:gd name="connsiteX192" fmla="*/ 1717797 w 1905657"/>
                <a:gd name="connsiteY192" fmla="*/ 688033 h 1221162"/>
                <a:gd name="connsiteX193" fmla="*/ 1713389 w 1905657"/>
                <a:gd name="connsiteY193" fmla="*/ 686351 h 1221162"/>
                <a:gd name="connsiteX194" fmla="*/ 1709047 w 1905657"/>
                <a:gd name="connsiteY194" fmla="*/ 684905 h 1221162"/>
                <a:gd name="connsiteX195" fmla="*/ 1707970 w 1905657"/>
                <a:gd name="connsiteY195" fmla="*/ 687495 h 1221162"/>
                <a:gd name="connsiteX196" fmla="*/ 1704504 w 1905657"/>
                <a:gd name="connsiteY196" fmla="*/ 691700 h 1221162"/>
                <a:gd name="connsiteX197" fmla="*/ 1704806 w 1905657"/>
                <a:gd name="connsiteY197" fmla="*/ 694391 h 1221162"/>
                <a:gd name="connsiteX198" fmla="*/ 1707331 w 1905657"/>
                <a:gd name="connsiteY198" fmla="*/ 697722 h 1221162"/>
                <a:gd name="connsiteX199" fmla="*/ 1708071 w 1905657"/>
                <a:gd name="connsiteY199" fmla="*/ 701186 h 1221162"/>
                <a:gd name="connsiteX200" fmla="*/ 1707432 w 1905657"/>
                <a:gd name="connsiteY200" fmla="*/ 702868 h 1221162"/>
                <a:gd name="connsiteX201" fmla="*/ 1703965 w 1905657"/>
                <a:gd name="connsiteY201" fmla="*/ 706131 h 1221162"/>
                <a:gd name="connsiteX202" fmla="*/ 1703393 w 1905657"/>
                <a:gd name="connsiteY202" fmla="*/ 708587 h 1221162"/>
                <a:gd name="connsiteX203" fmla="*/ 1703595 w 1905657"/>
                <a:gd name="connsiteY203" fmla="*/ 711480 h 1221162"/>
                <a:gd name="connsiteX204" fmla="*/ 1706725 w 1905657"/>
                <a:gd name="connsiteY204" fmla="*/ 714239 h 1221162"/>
                <a:gd name="connsiteX205" fmla="*/ 1710023 w 1905657"/>
                <a:gd name="connsiteY205" fmla="*/ 717165 h 1221162"/>
                <a:gd name="connsiteX206" fmla="*/ 1711941 w 1905657"/>
                <a:gd name="connsiteY206" fmla="*/ 721505 h 1221162"/>
                <a:gd name="connsiteX207" fmla="*/ 1710158 w 1905657"/>
                <a:gd name="connsiteY207" fmla="*/ 724095 h 1221162"/>
                <a:gd name="connsiteX208" fmla="*/ 1707263 w 1905657"/>
                <a:gd name="connsiteY208" fmla="*/ 726315 h 1221162"/>
                <a:gd name="connsiteX209" fmla="*/ 1702518 w 1905657"/>
                <a:gd name="connsiteY209" fmla="*/ 724566 h 1221162"/>
                <a:gd name="connsiteX210" fmla="*/ 1700229 w 1905657"/>
                <a:gd name="connsiteY210" fmla="*/ 723489 h 1221162"/>
                <a:gd name="connsiteX211" fmla="*/ 1697907 w 1905657"/>
                <a:gd name="connsiteY211" fmla="*/ 721538 h 1221162"/>
                <a:gd name="connsiteX212" fmla="*/ 1695451 w 1905657"/>
                <a:gd name="connsiteY212" fmla="*/ 719957 h 1221162"/>
                <a:gd name="connsiteX213" fmla="*/ 1692523 w 1905657"/>
                <a:gd name="connsiteY213" fmla="*/ 717334 h 1221162"/>
                <a:gd name="connsiteX214" fmla="*/ 1689797 w 1905657"/>
                <a:gd name="connsiteY214" fmla="*/ 716963 h 1221162"/>
                <a:gd name="connsiteX215" fmla="*/ 1688047 w 1905657"/>
                <a:gd name="connsiteY215" fmla="*/ 715719 h 1221162"/>
                <a:gd name="connsiteX216" fmla="*/ 1683032 w 1905657"/>
                <a:gd name="connsiteY216" fmla="*/ 715012 h 1221162"/>
                <a:gd name="connsiteX217" fmla="*/ 1679767 w 1905657"/>
                <a:gd name="connsiteY217" fmla="*/ 712288 h 1221162"/>
                <a:gd name="connsiteX218" fmla="*/ 1677210 w 1905657"/>
                <a:gd name="connsiteY218" fmla="*/ 707511 h 1221162"/>
                <a:gd name="connsiteX219" fmla="*/ 1675258 w 1905657"/>
                <a:gd name="connsiteY219" fmla="*/ 704348 h 1221162"/>
                <a:gd name="connsiteX220" fmla="*/ 1670378 w 1905657"/>
                <a:gd name="connsiteY220" fmla="*/ 700177 h 1221162"/>
                <a:gd name="connsiteX221" fmla="*/ 1667618 w 1905657"/>
                <a:gd name="connsiteY221" fmla="*/ 697183 h 1221162"/>
                <a:gd name="connsiteX222" fmla="*/ 1666137 w 1905657"/>
                <a:gd name="connsiteY222" fmla="*/ 695602 h 1221162"/>
                <a:gd name="connsiteX223" fmla="*/ 1662940 w 1905657"/>
                <a:gd name="connsiteY223" fmla="*/ 693685 h 1221162"/>
                <a:gd name="connsiteX224" fmla="*/ 1661157 w 1905657"/>
                <a:gd name="connsiteY224" fmla="*/ 693416 h 1221162"/>
                <a:gd name="connsiteX225" fmla="*/ 1659373 w 1905657"/>
                <a:gd name="connsiteY225" fmla="*/ 693584 h 1221162"/>
                <a:gd name="connsiteX226" fmla="*/ 1656108 w 1905657"/>
                <a:gd name="connsiteY226" fmla="*/ 694492 h 1221162"/>
                <a:gd name="connsiteX227" fmla="*/ 1653786 w 1905657"/>
                <a:gd name="connsiteY227" fmla="*/ 696174 h 1221162"/>
                <a:gd name="connsiteX228" fmla="*/ 1651228 w 1905657"/>
                <a:gd name="connsiteY228" fmla="*/ 698832 h 1221162"/>
                <a:gd name="connsiteX229" fmla="*/ 1649344 w 1905657"/>
                <a:gd name="connsiteY229" fmla="*/ 700783 h 1221162"/>
                <a:gd name="connsiteX230" fmla="*/ 1647863 w 1905657"/>
                <a:gd name="connsiteY230" fmla="*/ 703507 h 1221162"/>
                <a:gd name="connsiteX231" fmla="*/ 1647762 w 1905657"/>
                <a:gd name="connsiteY231" fmla="*/ 704651 h 1221162"/>
                <a:gd name="connsiteX232" fmla="*/ 1648906 w 1905657"/>
                <a:gd name="connsiteY232" fmla="*/ 707914 h 1221162"/>
                <a:gd name="connsiteX233" fmla="*/ 1650252 w 1905657"/>
                <a:gd name="connsiteY233" fmla="*/ 709697 h 1221162"/>
                <a:gd name="connsiteX234" fmla="*/ 1651565 w 1905657"/>
                <a:gd name="connsiteY234" fmla="*/ 711144 h 1221162"/>
                <a:gd name="connsiteX235" fmla="*/ 1652978 w 1905657"/>
                <a:gd name="connsiteY235" fmla="*/ 713229 h 1221162"/>
                <a:gd name="connsiteX236" fmla="*/ 1654931 w 1905657"/>
                <a:gd name="connsiteY236" fmla="*/ 716425 h 1221162"/>
                <a:gd name="connsiteX237" fmla="*/ 1655974 w 1905657"/>
                <a:gd name="connsiteY237" fmla="*/ 718040 h 1221162"/>
                <a:gd name="connsiteX238" fmla="*/ 1656781 w 1905657"/>
                <a:gd name="connsiteY238" fmla="*/ 720529 h 1221162"/>
                <a:gd name="connsiteX239" fmla="*/ 1657387 w 1905657"/>
                <a:gd name="connsiteY239" fmla="*/ 722716 h 1221162"/>
                <a:gd name="connsiteX240" fmla="*/ 1657993 w 1905657"/>
                <a:gd name="connsiteY240" fmla="*/ 723960 h 1221162"/>
                <a:gd name="connsiteX241" fmla="*/ 1658767 w 1905657"/>
                <a:gd name="connsiteY241" fmla="*/ 726248 h 1221162"/>
                <a:gd name="connsiteX242" fmla="*/ 1659036 w 1905657"/>
                <a:gd name="connsiteY242" fmla="*/ 729276 h 1221162"/>
                <a:gd name="connsiteX243" fmla="*/ 1659036 w 1905657"/>
                <a:gd name="connsiteY243" fmla="*/ 731664 h 1221162"/>
                <a:gd name="connsiteX244" fmla="*/ 1658229 w 1905657"/>
                <a:gd name="connsiteY244" fmla="*/ 733178 h 1221162"/>
                <a:gd name="connsiteX245" fmla="*/ 1653281 w 1905657"/>
                <a:gd name="connsiteY245" fmla="*/ 732740 h 1221162"/>
                <a:gd name="connsiteX246" fmla="*/ 1650892 w 1905657"/>
                <a:gd name="connsiteY246" fmla="*/ 732740 h 1221162"/>
                <a:gd name="connsiteX247" fmla="*/ 1649276 w 1905657"/>
                <a:gd name="connsiteY247" fmla="*/ 732370 h 1221162"/>
                <a:gd name="connsiteX248" fmla="*/ 1647223 w 1905657"/>
                <a:gd name="connsiteY248" fmla="*/ 729545 h 1221162"/>
                <a:gd name="connsiteX249" fmla="*/ 1645978 w 1905657"/>
                <a:gd name="connsiteY249" fmla="*/ 727964 h 1221162"/>
                <a:gd name="connsiteX250" fmla="*/ 1645474 w 1905657"/>
                <a:gd name="connsiteY250" fmla="*/ 726652 h 1221162"/>
                <a:gd name="connsiteX251" fmla="*/ 1645474 w 1905657"/>
                <a:gd name="connsiteY251" fmla="*/ 725407 h 1221162"/>
                <a:gd name="connsiteX252" fmla="*/ 1645978 w 1905657"/>
                <a:gd name="connsiteY252" fmla="*/ 721505 h 1221162"/>
                <a:gd name="connsiteX253" fmla="*/ 1645036 w 1905657"/>
                <a:gd name="connsiteY253" fmla="*/ 719991 h 1221162"/>
                <a:gd name="connsiteX254" fmla="*/ 1641771 w 1905657"/>
                <a:gd name="connsiteY254" fmla="*/ 718376 h 1221162"/>
                <a:gd name="connsiteX255" fmla="*/ 1635747 w 1905657"/>
                <a:gd name="connsiteY255" fmla="*/ 715349 h 1221162"/>
                <a:gd name="connsiteX256" fmla="*/ 1633492 w 1905657"/>
                <a:gd name="connsiteY256" fmla="*/ 712893 h 1221162"/>
                <a:gd name="connsiteX257" fmla="*/ 1631103 w 1905657"/>
                <a:gd name="connsiteY257" fmla="*/ 711076 h 1221162"/>
                <a:gd name="connsiteX258" fmla="*/ 1627334 w 1905657"/>
                <a:gd name="connsiteY258" fmla="*/ 709193 h 1221162"/>
                <a:gd name="connsiteX259" fmla="*/ 1626189 w 1905657"/>
                <a:gd name="connsiteY259" fmla="*/ 709125 h 1221162"/>
                <a:gd name="connsiteX260" fmla="*/ 1624507 w 1905657"/>
                <a:gd name="connsiteY260" fmla="*/ 711076 h 1221162"/>
                <a:gd name="connsiteX261" fmla="*/ 1622689 w 1905657"/>
                <a:gd name="connsiteY261" fmla="*/ 710942 h 1221162"/>
                <a:gd name="connsiteX262" fmla="*/ 1621545 w 1905657"/>
                <a:gd name="connsiteY262" fmla="*/ 709933 h 1221162"/>
                <a:gd name="connsiteX263" fmla="*/ 1620300 w 1905657"/>
                <a:gd name="connsiteY263" fmla="*/ 709865 h 1221162"/>
                <a:gd name="connsiteX264" fmla="*/ 1618516 w 1905657"/>
                <a:gd name="connsiteY264" fmla="*/ 710168 h 1221162"/>
                <a:gd name="connsiteX265" fmla="*/ 1616699 w 1905657"/>
                <a:gd name="connsiteY265" fmla="*/ 710168 h 1221162"/>
                <a:gd name="connsiteX266" fmla="*/ 1615824 w 1905657"/>
                <a:gd name="connsiteY266" fmla="*/ 711110 h 1221162"/>
                <a:gd name="connsiteX267" fmla="*/ 1615016 w 1905657"/>
                <a:gd name="connsiteY267" fmla="*/ 712624 h 1221162"/>
                <a:gd name="connsiteX268" fmla="*/ 1613569 w 1905657"/>
                <a:gd name="connsiteY268" fmla="*/ 713768 h 1221162"/>
                <a:gd name="connsiteX269" fmla="*/ 1611684 w 1905657"/>
                <a:gd name="connsiteY269" fmla="*/ 713768 h 1221162"/>
                <a:gd name="connsiteX270" fmla="*/ 1610742 w 1905657"/>
                <a:gd name="connsiteY270" fmla="*/ 713061 h 1221162"/>
                <a:gd name="connsiteX271" fmla="*/ 1610103 w 1905657"/>
                <a:gd name="connsiteY271" fmla="*/ 711917 h 1221162"/>
                <a:gd name="connsiteX272" fmla="*/ 1610103 w 1905657"/>
                <a:gd name="connsiteY272" fmla="*/ 710471 h 1221162"/>
                <a:gd name="connsiteX273" fmla="*/ 1609295 w 1905657"/>
                <a:gd name="connsiteY273" fmla="*/ 707881 h 1221162"/>
                <a:gd name="connsiteX274" fmla="*/ 1608285 w 1905657"/>
                <a:gd name="connsiteY274" fmla="*/ 706300 h 1221162"/>
                <a:gd name="connsiteX275" fmla="*/ 1606098 w 1905657"/>
                <a:gd name="connsiteY275" fmla="*/ 704853 h 1221162"/>
                <a:gd name="connsiteX276" fmla="*/ 1604583 w 1905657"/>
                <a:gd name="connsiteY276" fmla="*/ 704281 h 1221162"/>
                <a:gd name="connsiteX277" fmla="*/ 1603708 w 1905657"/>
                <a:gd name="connsiteY277" fmla="*/ 702398 h 1221162"/>
                <a:gd name="connsiteX278" fmla="*/ 1603708 w 1905657"/>
                <a:gd name="connsiteY278" fmla="*/ 702465 h 1221162"/>
                <a:gd name="connsiteX279" fmla="*/ 1601958 w 1905657"/>
                <a:gd name="connsiteY279" fmla="*/ 700648 h 1221162"/>
                <a:gd name="connsiteX280" fmla="*/ 1601958 w 1905657"/>
                <a:gd name="connsiteY280" fmla="*/ 699908 h 1221162"/>
                <a:gd name="connsiteX281" fmla="*/ 1601622 w 1905657"/>
                <a:gd name="connsiteY281" fmla="*/ 698663 h 1221162"/>
                <a:gd name="connsiteX282" fmla="*/ 1599703 w 1905657"/>
                <a:gd name="connsiteY282" fmla="*/ 698428 h 1221162"/>
                <a:gd name="connsiteX283" fmla="*/ 1598761 w 1905657"/>
                <a:gd name="connsiteY283" fmla="*/ 698361 h 1221162"/>
                <a:gd name="connsiteX284" fmla="*/ 1597953 w 1905657"/>
                <a:gd name="connsiteY284" fmla="*/ 698798 h 1221162"/>
                <a:gd name="connsiteX285" fmla="*/ 1597011 w 1905657"/>
                <a:gd name="connsiteY285" fmla="*/ 699605 h 1221162"/>
                <a:gd name="connsiteX286" fmla="*/ 1596371 w 1905657"/>
                <a:gd name="connsiteY286" fmla="*/ 700177 h 1221162"/>
                <a:gd name="connsiteX287" fmla="*/ 1593915 w 1905657"/>
                <a:gd name="connsiteY287" fmla="*/ 701489 h 1221162"/>
                <a:gd name="connsiteX288" fmla="*/ 1592400 w 1905657"/>
                <a:gd name="connsiteY288" fmla="*/ 701489 h 1221162"/>
                <a:gd name="connsiteX289" fmla="*/ 1590448 w 1905657"/>
                <a:gd name="connsiteY289" fmla="*/ 701489 h 1221162"/>
                <a:gd name="connsiteX290" fmla="*/ 1588126 w 1905657"/>
                <a:gd name="connsiteY290" fmla="*/ 700985 h 1221162"/>
                <a:gd name="connsiteX291" fmla="*/ 1585366 w 1905657"/>
                <a:gd name="connsiteY291" fmla="*/ 699034 h 1221162"/>
                <a:gd name="connsiteX292" fmla="*/ 1584222 w 1905657"/>
                <a:gd name="connsiteY292" fmla="*/ 698226 h 1221162"/>
                <a:gd name="connsiteX293" fmla="*/ 1582472 w 1905657"/>
                <a:gd name="connsiteY293" fmla="*/ 695838 h 1221162"/>
                <a:gd name="connsiteX294" fmla="*/ 1581900 w 1905657"/>
                <a:gd name="connsiteY294" fmla="*/ 692810 h 1221162"/>
                <a:gd name="connsiteX295" fmla="*/ 1581597 w 1905657"/>
                <a:gd name="connsiteY295" fmla="*/ 691296 h 1221162"/>
                <a:gd name="connsiteX296" fmla="*/ 1580217 w 1905657"/>
                <a:gd name="connsiteY296" fmla="*/ 687966 h 1221162"/>
                <a:gd name="connsiteX297" fmla="*/ 1579342 w 1905657"/>
                <a:gd name="connsiteY297" fmla="*/ 685948 h 1221162"/>
                <a:gd name="connsiteX298" fmla="*/ 1578972 w 1905657"/>
                <a:gd name="connsiteY298" fmla="*/ 683492 h 1221162"/>
                <a:gd name="connsiteX299" fmla="*/ 1578333 w 1905657"/>
                <a:gd name="connsiteY299" fmla="*/ 682483 h 1221162"/>
                <a:gd name="connsiteX300" fmla="*/ 1576583 w 1905657"/>
                <a:gd name="connsiteY300" fmla="*/ 679354 h 1221162"/>
                <a:gd name="connsiteX301" fmla="*/ 1575842 w 1905657"/>
                <a:gd name="connsiteY301" fmla="*/ 678042 h 1221162"/>
                <a:gd name="connsiteX302" fmla="*/ 1575842 w 1905657"/>
                <a:gd name="connsiteY302" fmla="*/ 675957 h 1221162"/>
                <a:gd name="connsiteX303" fmla="*/ 1576684 w 1905657"/>
                <a:gd name="connsiteY303" fmla="*/ 674006 h 1221162"/>
                <a:gd name="connsiteX304" fmla="*/ 1577357 w 1905657"/>
                <a:gd name="connsiteY304" fmla="*/ 672189 h 1221162"/>
                <a:gd name="connsiteX305" fmla="*/ 1579241 w 1905657"/>
                <a:gd name="connsiteY305" fmla="*/ 671617 h 1221162"/>
                <a:gd name="connsiteX306" fmla="*/ 1581563 w 1905657"/>
                <a:gd name="connsiteY306" fmla="*/ 670608 h 1221162"/>
                <a:gd name="connsiteX307" fmla="*/ 1581866 w 1905657"/>
                <a:gd name="connsiteY307" fmla="*/ 667480 h 1221162"/>
                <a:gd name="connsiteX308" fmla="*/ 1582438 w 1905657"/>
                <a:gd name="connsiteY308" fmla="*/ 666168 h 1221162"/>
                <a:gd name="connsiteX309" fmla="*/ 1582001 w 1905657"/>
                <a:gd name="connsiteY309" fmla="*/ 661828 h 1221162"/>
                <a:gd name="connsiteX310" fmla="*/ 1582001 w 1905657"/>
                <a:gd name="connsiteY310" fmla="*/ 657421 h 1221162"/>
                <a:gd name="connsiteX311" fmla="*/ 1580756 w 1905657"/>
                <a:gd name="connsiteY311" fmla="*/ 655470 h 1221162"/>
                <a:gd name="connsiteX312" fmla="*/ 1578299 w 1905657"/>
                <a:gd name="connsiteY312" fmla="*/ 652510 h 1221162"/>
                <a:gd name="connsiteX313" fmla="*/ 1577222 w 1905657"/>
                <a:gd name="connsiteY313" fmla="*/ 650693 h 1221162"/>
                <a:gd name="connsiteX314" fmla="*/ 1575977 w 1905657"/>
                <a:gd name="connsiteY314" fmla="*/ 647868 h 1221162"/>
                <a:gd name="connsiteX315" fmla="*/ 1575337 w 1905657"/>
                <a:gd name="connsiteY315" fmla="*/ 645681 h 1221162"/>
                <a:gd name="connsiteX316" fmla="*/ 1573587 w 1905657"/>
                <a:gd name="connsiteY316" fmla="*/ 643663 h 1221162"/>
                <a:gd name="connsiteX317" fmla="*/ 1572208 w 1905657"/>
                <a:gd name="connsiteY317" fmla="*/ 642586 h 1221162"/>
                <a:gd name="connsiteX318" fmla="*/ 1570693 w 1905657"/>
                <a:gd name="connsiteY318" fmla="*/ 642586 h 1221162"/>
                <a:gd name="connsiteX319" fmla="*/ 1568371 w 1905657"/>
                <a:gd name="connsiteY319" fmla="*/ 641846 h 1221162"/>
                <a:gd name="connsiteX320" fmla="*/ 1566621 w 1905657"/>
                <a:gd name="connsiteY320" fmla="*/ 641039 h 1221162"/>
                <a:gd name="connsiteX321" fmla="*/ 1565174 w 1905657"/>
                <a:gd name="connsiteY321" fmla="*/ 640467 h 1221162"/>
                <a:gd name="connsiteX322" fmla="*/ 1562784 w 1905657"/>
                <a:gd name="connsiteY322" fmla="*/ 639828 h 1221162"/>
                <a:gd name="connsiteX323" fmla="*/ 1560260 w 1905657"/>
                <a:gd name="connsiteY323" fmla="*/ 639323 h 1221162"/>
                <a:gd name="connsiteX324" fmla="*/ 1558746 w 1905657"/>
                <a:gd name="connsiteY324" fmla="*/ 639390 h 1221162"/>
                <a:gd name="connsiteX325" fmla="*/ 1556659 w 1905657"/>
                <a:gd name="connsiteY325" fmla="*/ 639828 h 1221162"/>
                <a:gd name="connsiteX326" fmla="*/ 1555650 w 1905657"/>
                <a:gd name="connsiteY326" fmla="*/ 639828 h 1221162"/>
                <a:gd name="connsiteX327" fmla="*/ 1554943 w 1905657"/>
                <a:gd name="connsiteY327" fmla="*/ 638516 h 1221162"/>
                <a:gd name="connsiteX328" fmla="*/ 1553697 w 1905657"/>
                <a:gd name="connsiteY328" fmla="*/ 636565 h 1221162"/>
                <a:gd name="connsiteX329" fmla="*/ 1552890 w 1905657"/>
                <a:gd name="connsiteY329" fmla="*/ 634614 h 1221162"/>
                <a:gd name="connsiteX330" fmla="*/ 1549861 w 1905657"/>
                <a:gd name="connsiteY330" fmla="*/ 629130 h 1221162"/>
                <a:gd name="connsiteX331" fmla="*/ 1548986 w 1905657"/>
                <a:gd name="connsiteY331" fmla="*/ 628323 h 1221162"/>
                <a:gd name="connsiteX332" fmla="*/ 1546731 w 1905657"/>
                <a:gd name="connsiteY332" fmla="*/ 629030 h 1221162"/>
                <a:gd name="connsiteX333" fmla="*/ 1543971 w 1905657"/>
                <a:gd name="connsiteY333" fmla="*/ 629030 h 1221162"/>
                <a:gd name="connsiteX334" fmla="*/ 1542019 w 1905657"/>
                <a:gd name="connsiteY334" fmla="*/ 628592 h 1221162"/>
                <a:gd name="connsiteX335" fmla="*/ 1541077 w 1905657"/>
                <a:gd name="connsiteY335" fmla="*/ 624017 h 1221162"/>
                <a:gd name="connsiteX336" fmla="*/ 1540572 w 1905657"/>
                <a:gd name="connsiteY336" fmla="*/ 620687 h 1221162"/>
                <a:gd name="connsiteX337" fmla="*/ 1538687 w 1905657"/>
                <a:gd name="connsiteY337" fmla="*/ 617054 h 1221162"/>
                <a:gd name="connsiteX338" fmla="*/ 1537610 w 1905657"/>
                <a:gd name="connsiteY338" fmla="*/ 614094 h 1221162"/>
                <a:gd name="connsiteX339" fmla="*/ 1534481 w 1905657"/>
                <a:gd name="connsiteY339" fmla="*/ 608812 h 1221162"/>
                <a:gd name="connsiteX340" fmla="*/ 1533471 w 1905657"/>
                <a:gd name="connsiteY340" fmla="*/ 605784 h 1221162"/>
                <a:gd name="connsiteX341" fmla="*/ 1531149 w 1905657"/>
                <a:gd name="connsiteY341" fmla="*/ 603396 h 1221162"/>
                <a:gd name="connsiteX342" fmla="*/ 1528322 w 1905657"/>
                <a:gd name="connsiteY342" fmla="*/ 601445 h 1221162"/>
                <a:gd name="connsiteX343" fmla="*/ 1526875 w 1905657"/>
                <a:gd name="connsiteY343" fmla="*/ 600436 h 1221162"/>
                <a:gd name="connsiteX344" fmla="*/ 1523543 w 1905657"/>
                <a:gd name="connsiteY344" fmla="*/ 597610 h 1221162"/>
                <a:gd name="connsiteX345" fmla="*/ 1521726 w 1905657"/>
                <a:gd name="connsiteY345" fmla="*/ 596096 h 1221162"/>
                <a:gd name="connsiteX346" fmla="*/ 1520716 w 1905657"/>
                <a:gd name="connsiteY346" fmla="*/ 594650 h 1221162"/>
                <a:gd name="connsiteX347" fmla="*/ 1519134 w 1905657"/>
                <a:gd name="connsiteY347" fmla="*/ 592329 h 1221162"/>
                <a:gd name="connsiteX348" fmla="*/ 1517182 w 1905657"/>
                <a:gd name="connsiteY348" fmla="*/ 591319 h 1221162"/>
                <a:gd name="connsiteX349" fmla="*/ 1514793 w 1905657"/>
                <a:gd name="connsiteY349" fmla="*/ 589570 h 1221162"/>
                <a:gd name="connsiteX350" fmla="*/ 1513413 w 1905657"/>
                <a:gd name="connsiteY350" fmla="*/ 589066 h 1221162"/>
                <a:gd name="connsiteX351" fmla="*/ 1511831 w 1905657"/>
                <a:gd name="connsiteY351" fmla="*/ 588998 h 1221162"/>
                <a:gd name="connsiteX352" fmla="*/ 1510249 w 1905657"/>
                <a:gd name="connsiteY352" fmla="*/ 589637 h 1221162"/>
                <a:gd name="connsiteX353" fmla="*/ 1508062 w 1905657"/>
                <a:gd name="connsiteY353" fmla="*/ 590075 h 1221162"/>
                <a:gd name="connsiteX354" fmla="*/ 1505302 w 1905657"/>
                <a:gd name="connsiteY354" fmla="*/ 591454 h 1221162"/>
                <a:gd name="connsiteX355" fmla="*/ 1503922 w 1905657"/>
                <a:gd name="connsiteY355" fmla="*/ 591824 h 1221162"/>
                <a:gd name="connsiteX356" fmla="*/ 1502542 w 1905657"/>
                <a:gd name="connsiteY356" fmla="*/ 593069 h 1221162"/>
                <a:gd name="connsiteX357" fmla="*/ 1501230 w 1905657"/>
                <a:gd name="connsiteY357" fmla="*/ 595154 h 1221162"/>
                <a:gd name="connsiteX358" fmla="*/ 1498706 w 1905657"/>
                <a:gd name="connsiteY358" fmla="*/ 595592 h 1221162"/>
                <a:gd name="connsiteX359" fmla="*/ 1496956 w 1905657"/>
                <a:gd name="connsiteY359" fmla="*/ 595289 h 1221162"/>
                <a:gd name="connsiteX360" fmla="*/ 1494129 w 1905657"/>
                <a:gd name="connsiteY360" fmla="*/ 594717 h 1221162"/>
                <a:gd name="connsiteX361" fmla="*/ 1491537 w 1905657"/>
                <a:gd name="connsiteY361" fmla="*/ 595524 h 1221162"/>
                <a:gd name="connsiteX362" fmla="*/ 1490090 w 1905657"/>
                <a:gd name="connsiteY362" fmla="*/ 595524 h 1221162"/>
                <a:gd name="connsiteX363" fmla="*/ 1489350 w 1905657"/>
                <a:gd name="connsiteY363" fmla="*/ 596365 h 1221162"/>
                <a:gd name="connsiteX364" fmla="*/ 1486523 w 1905657"/>
                <a:gd name="connsiteY364" fmla="*/ 597476 h 1221162"/>
                <a:gd name="connsiteX365" fmla="*/ 1483057 w 1905657"/>
                <a:gd name="connsiteY365" fmla="*/ 597476 h 1221162"/>
                <a:gd name="connsiteX366" fmla="*/ 1478984 w 1905657"/>
                <a:gd name="connsiteY366" fmla="*/ 597476 h 1221162"/>
                <a:gd name="connsiteX367" fmla="*/ 1473398 w 1905657"/>
                <a:gd name="connsiteY367" fmla="*/ 598720 h 1221162"/>
                <a:gd name="connsiteX368" fmla="*/ 1471311 w 1905657"/>
                <a:gd name="connsiteY368" fmla="*/ 600167 h 1221162"/>
                <a:gd name="connsiteX369" fmla="*/ 1469426 w 1905657"/>
                <a:gd name="connsiteY369" fmla="*/ 602488 h 1221162"/>
                <a:gd name="connsiteX370" fmla="*/ 1466532 w 1905657"/>
                <a:gd name="connsiteY370" fmla="*/ 603867 h 1221162"/>
                <a:gd name="connsiteX371" fmla="*/ 1463907 w 1905657"/>
                <a:gd name="connsiteY371" fmla="*/ 604372 h 1221162"/>
                <a:gd name="connsiteX372" fmla="*/ 1461652 w 1905657"/>
                <a:gd name="connsiteY372" fmla="*/ 604372 h 1221162"/>
                <a:gd name="connsiteX373" fmla="*/ 1458960 w 1905657"/>
                <a:gd name="connsiteY373" fmla="*/ 601983 h 1221162"/>
                <a:gd name="connsiteX374" fmla="*/ 1456436 w 1905657"/>
                <a:gd name="connsiteY374" fmla="*/ 599527 h 1221162"/>
                <a:gd name="connsiteX375" fmla="*/ 1452296 w 1905657"/>
                <a:gd name="connsiteY375" fmla="*/ 597139 h 1221162"/>
                <a:gd name="connsiteX376" fmla="*/ 1450714 w 1905657"/>
                <a:gd name="connsiteY376" fmla="*/ 595390 h 1221162"/>
                <a:gd name="connsiteX377" fmla="*/ 1448628 w 1905657"/>
                <a:gd name="connsiteY377" fmla="*/ 595524 h 1221162"/>
                <a:gd name="connsiteX378" fmla="*/ 1447383 w 1905657"/>
                <a:gd name="connsiteY378" fmla="*/ 596164 h 1221162"/>
                <a:gd name="connsiteX379" fmla="*/ 1446743 w 1905657"/>
                <a:gd name="connsiteY379" fmla="*/ 597408 h 1221162"/>
                <a:gd name="connsiteX380" fmla="*/ 1445734 w 1905657"/>
                <a:gd name="connsiteY380" fmla="*/ 600301 h 1221162"/>
                <a:gd name="connsiteX381" fmla="*/ 1443782 w 1905657"/>
                <a:gd name="connsiteY381" fmla="*/ 601243 h 1221162"/>
                <a:gd name="connsiteX382" fmla="*/ 1442536 w 1905657"/>
                <a:gd name="connsiteY382" fmla="*/ 600503 h 1221162"/>
                <a:gd name="connsiteX383" fmla="*/ 1442402 w 1905657"/>
                <a:gd name="connsiteY383" fmla="*/ 598317 h 1221162"/>
                <a:gd name="connsiteX384" fmla="*/ 1442469 w 1905657"/>
                <a:gd name="connsiteY384" fmla="*/ 594683 h 1221162"/>
                <a:gd name="connsiteX385" fmla="*/ 1442402 w 1905657"/>
                <a:gd name="connsiteY385" fmla="*/ 591723 h 1221162"/>
                <a:gd name="connsiteX386" fmla="*/ 1441964 w 1905657"/>
                <a:gd name="connsiteY386" fmla="*/ 588595 h 1221162"/>
                <a:gd name="connsiteX387" fmla="*/ 1440719 w 1905657"/>
                <a:gd name="connsiteY387" fmla="*/ 587518 h 1221162"/>
                <a:gd name="connsiteX388" fmla="*/ 1438195 w 1905657"/>
                <a:gd name="connsiteY388" fmla="*/ 586139 h 1221162"/>
                <a:gd name="connsiteX389" fmla="*/ 1435738 w 1905657"/>
                <a:gd name="connsiteY389" fmla="*/ 585130 h 1221162"/>
                <a:gd name="connsiteX390" fmla="*/ 1433281 w 1905657"/>
                <a:gd name="connsiteY390" fmla="*/ 584692 h 1221162"/>
                <a:gd name="connsiteX391" fmla="*/ 1431397 w 1905657"/>
                <a:gd name="connsiteY391" fmla="*/ 584020 h 1221162"/>
                <a:gd name="connsiteX392" fmla="*/ 1429512 w 1905657"/>
                <a:gd name="connsiteY392" fmla="*/ 584322 h 1221162"/>
                <a:gd name="connsiteX393" fmla="*/ 1426820 w 1905657"/>
                <a:gd name="connsiteY393" fmla="*/ 584524 h 1221162"/>
                <a:gd name="connsiteX394" fmla="*/ 1424632 w 1905657"/>
                <a:gd name="connsiteY394" fmla="*/ 584726 h 1221162"/>
                <a:gd name="connsiteX395" fmla="*/ 1422815 w 1905657"/>
                <a:gd name="connsiteY395" fmla="*/ 585903 h 1221162"/>
                <a:gd name="connsiteX396" fmla="*/ 1421065 w 1905657"/>
                <a:gd name="connsiteY396" fmla="*/ 586610 h 1221162"/>
                <a:gd name="connsiteX397" fmla="*/ 1419483 w 1905657"/>
                <a:gd name="connsiteY397" fmla="*/ 587922 h 1221162"/>
                <a:gd name="connsiteX398" fmla="*/ 1418608 w 1905657"/>
                <a:gd name="connsiteY398" fmla="*/ 589671 h 1221162"/>
                <a:gd name="connsiteX399" fmla="*/ 1417666 w 1905657"/>
                <a:gd name="connsiteY399" fmla="*/ 591252 h 1221162"/>
                <a:gd name="connsiteX400" fmla="*/ 1416353 w 1905657"/>
                <a:gd name="connsiteY400" fmla="*/ 593203 h 1221162"/>
                <a:gd name="connsiteX401" fmla="*/ 1414334 w 1905657"/>
                <a:gd name="connsiteY401" fmla="*/ 595222 h 1221162"/>
                <a:gd name="connsiteX402" fmla="*/ 1412449 w 1905657"/>
                <a:gd name="connsiteY402" fmla="*/ 594078 h 1221162"/>
                <a:gd name="connsiteX403" fmla="*/ 1410565 w 1905657"/>
                <a:gd name="connsiteY403" fmla="*/ 593271 h 1221162"/>
                <a:gd name="connsiteX404" fmla="*/ 1407872 w 1905657"/>
                <a:gd name="connsiteY404" fmla="*/ 592833 h 1221162"/>
                <a:gd name="connsiteX405" fmla="*/ 1406560 w 1905657"/>
                <a:gd name="connsiteY405" fmla="*/ 592261 h 1221162"/>
                <a:gd name="connsiteX406" fmla="*/ 1405483 w 1905657"/>
                <a:gd name="connsiteY406" fmla="*/ 590310 h 1221162"/>
                <a:gd name="connsiteX407" fmla="*/ 1405348 w 1905657"/>
                <a:gd name="connsiteY407" fmla="*/ 588124 h 1221162"/>
                <a:gd name="connsiteX408" fmla="*/ 1405281 w 1905657"/>
                <a:gd name="connsiteY408" fmla="*/ 586879 h 1221162"/>
                <a:gd name="connsiteX409" fmla="*/ 1405146 w 1905657"/>
                <a:gd name="connsiteY409" fmla="*/ 584928 h 1221162"/>
                <a:gd name="connsiteX410" fmla="*/ 1403463 w 1905657"/>
                <a:gd name="connsiteY410" fmla="*/ 583683 h 1221162"/>
                <a:gd name="connsiteX411" fmla="*/ 1400064 w 1905657"/>
                <a:gd name="connsiteY411" fmla="*/ 585062 h 1221162"/>
                <a:gd name="connsiteX412" fmla="*/ 1398920 w 1905657"/>
                <a:gd name="connsiteY412" fmla="*/ 585937 h 1221162"/>
                <a:gd name="connsiteX413" fmla="*/ 1396732 w 1905657"/>
                <a:gd name="connsiteY413" fmla="*/ 585937 h 1221162"/>
                <a:gd name="connsiteX414" fmla="*/ 1396430 w 1905657"/>
                <a:gd name="connsiteY414" fmla="*/ 584793 h 1221162"/>
                <a:gd name="connsiteX415" fmla="*/ 1395050 w 1905657"/>
                <a:gd name="connsiteY415" fmla="*/ 581160 h 1221162"/>
                <a:gd name="connsiteX416" fmla="*/ 1393670 w 1905657"/>
                <a:gd name="connsiteY416" fmla="*/ 580656 h 1221162"/>
                <a:gd name="connsiteX417" fmla="*/ 1390203 w 1905657"/>
                <a:gd name="connsiteY417" fmla="*/ 580656 h 1221162"/>
                <a:gd name="connsiteX418" fmla="*/ 1388756 w 1905657"/>
                <a:gd name="connsiteY418" fmla="*/ 579142 h 1221162"/>
                <a:gd name="connsiteX419" fmla="*/ 1388622 w 1905657"/>
                <a:gd name="connsiteY419" fmla="*/ 577191 h 1221162"/>
                <a:gd name="connsiteX420" fmla="*/ 1387881 w 1905657"/>
                <a:gd name="connsiteY420" fmla="*/ 574500 h 1221162"/>
                <a:gd name="connsiteX421" fmla="*/ 1386636 w 1905657"/>
                <a:gd name="connsiteY421" fmla="*/ 569790 h 1221162"/>
                <a:gd name="connsiteX422" fmla="*/ 1385054 w 1905657"/>
                <a:gd name="connsiteY422" fmla="*/ 567906 h 1221162"/>
                <a:gd name="connsiteX423" fmla="*/ 1380410 w 1905657"/>
                <a:gd name="connsiteY423" fmla="*/ 566964 h 1221162"/>
                <a:gd name="connsiteX424" fmla="*/ 1377078 w 1905657"/>
                <a:gd name="connsiteY424" fmla="*/ 567973 h 1221162"/>
                <a:gd name="connsiteX425" fmla="*/ 1374386 w 1905657"/>
                <a:gd name="connsiteY425" fmla="*/ 568545 h 1221162"/>
                <a:gd name="connsiteX426" fmla="*/ 1369674 w 1905657"/>
                <a:gd name="connsiteY426" fmla="*/ 568915 h 1221162"/>
                <a:gd name="connsiteX427" fmla="*/ 1367419 w 1905657"/>
                <a:gd name="connsiteY427" fmla="*/ 568646 h 1221162"/>
                <a:gd name="connsiteX428" fmla="*/ 1366544 w 1905657"/>
                <a:gd name="connsiteY428" fmla="*/ 568209 h 1221162"/>
                <a:gd name="connsiteX429" fmla="*/ 1365164 w 1905657"/>
                <a:gd name="connsiteY429" fmla="*/ 565888 h 1221162"/>
                <a:gd name="connsiteX430" fmla="*/ 1364357 w 1905657"/>
                <a:gd name="connsiteY430" fmla="*/ 562558 h 1221162"/>
                <a:gd name="connsiteX431" fmla="*/ 1363482 w 1905657"/>
                <a:gd name="connsiteY431" fmla="*/ 557983 h 1221162"/>
                <a:gd name="connsiteX432" fmla="*/ 1362607 w 1905657"/>
                <a:gd name="connsiteY432" fmla="*/ 556233 h 1221162"/>
                <a:gd name="connsiteX433" fmla="*/ 1358131 w 1905657"/>
                <a:gd name="connsiteY433" fmla="*/ 551524 h 1221162"/>
                <a:gd name="connsiteX434" fmla="*/ 1355607 w 1905657"/>
                <a:gd name="connsiteY434" fmla="*/ 551827 h 1221162"/>
                <a:gd name="connsiteX435" fmla="*/ 1353857 w 1905657"/>
                <a:gd name="connsiteY435" fmla="*/ 553778 h 1221162"/>
                <a:gd name="connsiteX436" fmla="*/ 1352106 w 1905657"/>
                <a:gd name="connsiteY436" fmla="*/ 554719 h 1221162"/>
                <a:gd name="connsiteX437" fmla="*/ 1348977 w 1905657"/>
                <a:gd name="connsiteY437" fmla="*/ 555291 h 1221162"/>
                <a:gd name="connsiteX438" fmla="*/ 1346789 w 1905657"/>
                <a:gd name="connsiteY438" fmla="*/ 555594 h 1221162"/>
                <a:gd name="connsiteX439" fmla="*/ 1345106 w 1905657"/>
                <a:gd name="connsiteY439" fmla="*/ 556233 h 1221162"/>
                <a:gd name="connsiteX440" fmla="*/ 1343356 w 1905657"/>
                <a:gd name="connsiteY440" fmla="*/ 555359 h 1221162"/>
                <a:gd name="connsiteX441" fmla="*/ 1341775 w 1905657"/>
                <a:gd name="connsiteY441" fmla="*/ 553677 h 1221162"/>
                <a:gd name="connsiteX442" fmla="*/ 1340024 w 1905657"/>
                <a:gd name="connsiteY442" fmla="*/ 551221 h 1221162"/>
                <a:gd name="connsiteX443" fmla="*/ 1339082 w 1905657"/>
                <a:gd name="connsiteY443" fmla="*/ 550582 h 1221162"/>
                <a:gd name="connsiteX444" fmla="*/ 1335515 w 1905657"/>
                <a:gd name="connsiteY444" fmla="*/ 549270 h 1221162"/>
                <a:gd name="connsiteX445" fmla="*/ 1334202 w 1905657"/>
                <a:gd name="connsiteY445" fmla="*/ 549775 h 1221162"/>
                <a:gd name="connsiteX446" fmla="*/ 1333698 w 1905657"/>
                <a:gd name="connsiteY446" fmla="*/ 550582 h 1221162"/>
                <a:gd name="connsiteX447" fmla="*/ 1331173 w 1905657"/>
                <a:gd name="connsiteY447" fmla="*/ 552533 h 1221162"/>
                <a:gd name="connsiteX448" fmla="*/ 1329726 w 1905657"/>
                <a:gd name="connsiteY448" fmla="*/ 552735 h 1221162"/>
                <a:gd name="connsiteX449" fmla="*/ 1327976 w 1905657"/>
                <a:gd name="connsiteY449" fmla="*/ 551221 h 1221162"/>
                <a:gd name="connsiteX450" fmla="*/ 1324510 w 1905657"/>
                <a:gd name="connsiteY450" fmla="*/ 549135 h 1221162"/>
                <a:gd name="connsiteX451" fmla="*/ 1322053 w 1905657"/>
                <a:gd name="connsiteY451" fmla="*/ 550380 h 1221162"/>
                <a:gd name="connsiteX452" fmla="*/ 1320303 w 1905657"/>
                <a:gd name="connsiteY452" fmla="*/ 551827 h 1221162"/>
                <a:gd name="connsiteX453" fmla="*/ 1317274 w 1905657"/>
                <a:gd name="connsiteY453" fmla="*/ 553206 h 1221162"/>
                <a:gd name="connsiteX454" fmla="*/ 1316197 w 1905657"/>
                <a:gd name="connsiteY454" fmla="*/ 552264 h 1221162"/>
                <a:gd name="connsiteX455" fmla="*/ 1315558 w 1905657"/>
                <a:gd name="connsiteY455" fmla="*/ 550245 h 1221162"/>
                <a:gd name="connsiteX456" fmla="*/ 1314178 w 1905657"/>
                <a:gd name="connsiteY456" fmla="*/ 547992 h 1221162"/>
                <a:gd name="connsiteX457" fmla="*/ 1310913 w 1905657"/>
                <a:gd name="connsiteY457" fmla="*/ 544089 h 1221162"/>
                <a:gd name="connsiteX458" fmla="*/ 1309163 w 1905657"/>
                <a:gd name="connsiteY458" fmla="*/ 542845 h 1221162"/>
                <a:gd name="connsiteX459" fmla="*/ 1306841 w 1905657"/>
                <a:gd name="connsiteY459" fmla="*/ 542037 h 1221162"/>
                <a:gd name="connsiteX460" fmla="*/ 1301120 w 1905657"/>
                <a:gd name="connsiteY460" fmla="*/ 542609 h 1221162"/>
                <a:gd name="connsiteX461" fmla="*/ 1299100 w 1905657"/>
                <a:gd name="connsiteY461" fmla="*/ 543753 h 1221162"/>
                <a:gd name="connsiteX462" fmla="*/ 1298226 w 1905657"/>
                <a:gd name="connsiteY462" fmla="*/ 545570 h 1221162"/>
                <a:gd name="connsiteX463" fmla="*/ 1297923 w 1905657"/>
                <a:gd name="connsiteY463" fmla="*/ 547016 h 1221162"/>
                <a:gd name="connsiteX464" fmla="*/ 1295668 w 1905657"/>
                <a:gd name="connsiteY464" fmla="*/ 548900 h 1221162"/>
                <a:gd name="connsiteX465" fmla="*/ 1294860 w 1905657"/>
                <a:gd name="connsiteY465" fmla="*/ 548900 h 1221162"/>
                <a:gd name="connsiteX466" fmla="*/ 1294052 w 1905657"/>
                <a:gd name="connsiteY466" fmla="*/ 544560 h 1221162"/>
                <a:gd name="connsiteX467" fmla="*/ 1294692 w 1905657"/>
                <a:gd name="connsiteY467" fmla="*/ 540927 h 1221162"/>
                <a:gd name="connsiteX468" fmla="*/ 1294826 w 1905657"/>
                <a:gd name="connsiteY468" fmla="*/ 538976 h 1221162"/>
                <a:gd name="connsiteX469" fmla="*/ 1294894 w 1905657"/>
                <a:gd name="connsiteY469" fmla="*/ 536521 h 1221162"/>
                <a:gd name="connsiteX470" fmla="*/ 1294692 w 1905657"/>
                <a:gd name="connsiteY470" fmla="*/ 534569 h 1221162"/>
                <a:gd name="connsiteX471" fmla="*/ 1292504 w 1905657"/>
                <a:gd name="connsiteY471" fmla="*/ 531878 h 1221162"/>
                <a:gd name="connsiteX472" fmla="*/ 1289374 w 1905657"/>
                <a:gd name="connsiteY472" fmla="*/ 529557 h 1221162"/>
                <a:gd name="connsiteX473" fmla="*/ 1285975 w 1905657"/>
                <a:gd name="connsiteY473" fmla="*/ 527808 h 1221162"/>
                <a:gd name="connsiteX474" fmla="*/ 1280893 w 1905657"/>
                <a:gd name="connsiteY474" fmla="*/ 527740 h 1221162"/>
                <a:gd name="connsiteX475" fmla="*/ 1277629 w 1905657"/>
                <a:gd name="connsiteY475" fmla="*/ 528245 h 1221162"/>
                <a:gd name="connsiteX476" fmla="*/ 1275744 w 1905657"/>
                <a:gd name="connsiteY476" fmla="*/ 529322 h 1221162"/>
                <a:gd name="connsiteX477" fmla="*/ 1269451 w 1905657"/>
                <a:gd name="connsiteY477" fmla="*/ 530263 h 1221162"/>
                <a:gd name="connsiteX478" fmla="*/ 1267129 w 1905657"/>
                <a:gd name="connsiteY478" fmla="*/ 529456 h 1221162"/>
                <a:gd name="connsiteX479" fmla="*/ 1265749 w 1905657"/>
                <a:gd name="connsiteY479" fmla="*/ 527135 h 1221162"/>
                <a:gd name="connsiteX480" fmla="*/ 1266119 w 1905657"/>
                <a:gd name="connsiteY480" fmla="*/ 524948 h 1221162"/>
                <a:gd name="connsiteX481" fmla="*/ 1266119 w 1905657"/>
                <a:gd name="connsiteY481" fmla="*/ 523367 h 1221162"/>
                <a:gd name="connsiteX482" fmla="*/ 1264066 w 1905657"/>
                <a:gd name="connsiteY482" fmla="*/ 518456 h 1221162"/>
                <a:gd name="connsiteX483" fmla="*/ 1262720 w 1905657"/>
                <a:gd name="connsiteY483" fmla="*/ 516068 h 1221162"/>
                <a:gd name="connsiteX484" fmla="*/ 1258648 w 1905657"/>
                <a:gd name="connsiteY484" fmla="*/ 512165 h 1221162"/>
                <a:gd name="connsiteX485" fmla="*/ 1256898 w 1905657"/>
                <a:gd name="connsiteY485" fmla="*/ 511762 h 1221162"/>
                <a:gd name="connsiteX486" fmla="*/ 1254878 w 1905657"/>
                <a:gd name="connsiteY486" fmla="*/ 511762 h 1221162"/>
                <a:gd name="connsiteX487" fmla="*/ 1253196 w 1905657"/>
                <a:gd name="connsiteY487" fmla="*/ 511728 h 1221162"/>
                <a:gd name="connsiteX488" fmla="*/ 1249224 w 1905657"/>
                <a:gd name="connsiteY488" fmla="*/ 511728 h 1221162"/>
                <a:gd name="connsiteX489" fmla="*/ 1248720 w 1905657"/>
                <a:gd name="connsiteY489" fmla="*/ 511089 h 1221162"/>
                <a:gd name="connsiteX490" fmla="*/ 1246700 w 1905657"/>
                <a:gd name="connsiteY490" fmla="*/ 509070 h 1221162"/>
                <a:gd name="connsiteX491" fmla="*/ 1243570 w 1905657"/>
                <a:gd name="connsiteY491" fmla="*/ 507119 h 1221162"/>
                <a:gd name="connsiteX492" fmla="*/ 1241820 w 1905657"/>
                <a:gd name="connsiteY492" fmla="*/ 506312 h 1221162"/>
                <a:gd name="connsiteX493" fmla="*/ 1240945 w 1905657"/>
                <a:gd name="connsiteY493" fmla="*/ 503991 h 1221162"/>
                <a:gd name="connsiteX494" fmla="*/ 1240508 w 1905657"/>
                <a:gd name="connsiteY494" fmla="*/ 501468 h 1221162"/>
                <a:gd name="connsiteX495" fmla="*/ 1237614 w 1905657"/>
                <a:gd name="connsiteY495" fmla="*/ 499584 h 1221162"/>
                <a:gd name="connsiteX496" fmla="*/ 1236301 w 1905657"/>
                <a:gd name="connsiteY496" fmla="*/ 498777 h 1221162"/>
                <a:gd name="connsiteX497" fmla="*/ 1233912 w 1905657"/>
                <a:gd name="connsiteY497" fmla="*/ 495379 h 1221162"/>
                <a:gd name="connsiteX498" fmla="*/ 1232162 w 1905657"/>
                <a:gd name="connsiteY498" fmla="*/ 491847 h 1221162"/>
                <a:gd name="connsiteX499" fmla="*/ 1230210 w 1905657"/>
                <a:gd name="connsiteY499" fmla="*/ 488079 h 1221162"/>
                <a:gd name="connsiteX500" fmla="*/ 1229065 w 1905657"/>
                <a:gd name="connsiteY500" fmla="*/ 486397 h 1221162"/>
                <a:gd name="connsiteX501" fmla="*/ 1228190 w 1905657"/>
                <a:gd name="connsiteY501" fmla="*/ 484884 h 1221162"/>
                <a:gd name="connsiteX502" fmla="*/ 1227686 w 1905657"/>
                <a:gd name="connsiteY502" fmla="*/ 483303 h 1221162"/>
                <a:gd name="connsiteX503" fmla="*/ 1227315 w 1905657"/>
                <a:gd name="connsiteY503" fmla="*/ 481284 h 1221162"/>
                <a:gd name="connsiteX504" fmla="*/ 1225935 w 1905657"/>
                <a:gd name="connsiteY504" fmla="*/ 479535 h 1221162"/>
                <a:gd name="connsiteX505" fmla="*/ 1225363 w 1905657"/>
                <a:gd name="connsiteY505" fmla="*/ 479098 h 1221162"/>
                <a:gd name="connsiteX506" fmla="*/ 1223041 w 1905657"/>
                <a:gd name="connsiteY506" fmla="*/ 477584 h 1221162"/>
                <a:gd name="connsiteX507" fmla="*/ 1221358 w 1905657"/>
                <a:gd name="connsiteY507" fmla="*/ 477012 h 1221162"/>
                <a:gd name="connsiteX508" fmla="*/ 1220854 w 1905657"/>
                <a:gd name="connsiteY508" fmla="*/ 474623 h 1221162"/>
                <a:gd name="connsiteX509" fmla="*/ 1220854 w 1905657"/>
                <a:gd name="connsiteY509" fmla="*/ 473816 h 1221162"/>
                <a:gd name="connsiteX510" fmla="*/ 1221459 w 1905657"/>
                <a:gd name="connsiteY510" fmla="*/ 472874 h 1221162"/>
                <a:gd name="connsiteX511" fmla="*/ 1222503 w 1905657"/>
                <a:gd name="connsiteY511" fmla="*/ 471932 h 1221162"/>
                <a:gd name="connsiteX512" fmla="*/ 1222940 w 1905657"/>
                <a:gd name="connsiteY512" fmla="*/ 470049 h 1221162"/>
                <a:gd name="connsiteX513" fmla="*/ 1222806 w 1905657"/>
                <a:gd name="connsiteY513" fmla="*/ 468737 h 1221162"/>
                <a:gd name="connsiteX514" fmla="*/ 1218094 w 1905657"/>
                <a:gd name="connsiteY514" fmla="*/ 465844 h 1221162"/>
                <a:gd name="connsiteX515" fmla="*/ 1215906 w 1905657"/>
                <a:gd name="connsiteY515" fmla="*/ 465272 h 1221162"/>
                <a:gd name="connsiteX516" fmla="*/ 1212709 w 1905657"/>
                <a:gd name="connsiteY516" fmla="*/ 464532 h 1221162"/>
                <a:gd name="connsiteX517" fmla="*/ 1209882 w 1905657"/>
                <a:gd name="connsiteY517" fmla="*/ 464397 h 1221162"/>
                <a:gd name="connsiteX518" fmla="*/ 1207358 w 1905657"/>
                <a:gd name="connsiteY518" fmla="*/ 465036 h 1221162"/>
                <a:gd name="connsiteX519" fmla="*/ 1206348 w 1905657"/>
                <a:gd name="connsiteY519" fmla="*/ 466045 h 1221162"/>
                <a:gd name="connsiteX520" fmla="*/ 1204834 w 1905657"/>
                <a:gd name="connsiteY520" fmla="*/ 466853 h 1221162"/>
                <a:gd name="connsiteX521" fmla="*/ 1202579 w 1905657"/>
                <a:gd name="connsiteY521" fmla="*/ 467223 h 1221162"/>
                <a:gd name="connsiteX522" fmla="*/ 1201435 w 1905657"/>
                <a:gd name="connsiteY522" fmla="*/ 469107 h 1221162"/>
                <a:gd name="connsiteX523" fmla="*/ 1200627 w 1905657"/>
                <a:gd name="connsiteY523" fmla="*/ 470183 h 1221162"/>
                <a:gd name="connsiteX524" fmla="*/ 1199382 w 1905657"/>
                <a:gd name="connsiteY524" fmla="*/ 471260 h 1221162"/>
                <a:gd name="connsiteX525" fmla="*/ 1197565 w 1905657"/>
                <a:gd name="connsiteY525" fmla="*/ 472706 h 1221162"/>
                <a:gd name="connsiteX526" fmla="*/ 1196118 w 1905657"/>
                <a:gd name="connsiteY526" fmla="*/ 472504 h 1221162"/>
                <a:gd name="connsiteX527" fmla="*/ 1194603 w 1905657"/>
                <a:gd name="connsiteY527" fmla="*/ 471260 h 1221162"/>
                <a:gd name="connsiteX528" fmla="*/ 1192651 w 1905657"/>
                <a:gd name="connsiteY528" fmla="*/ 469174 h 1221162"/>
                <a:gd name="connsiteX529" fmla="*/ 1190699 w 1905657"/>
                <a:gd name="connsiteY529" fmla="*/ 468097 h 1221162"/>
                <a:gd name="connsiteX530" fmla="*/ 1185348 w 1905657"/>
                <a:gd name="connsiteY530" fmla="*/ 467660 h 1221162"/>
                <a:gd name="connsiteX531" fmla="*/ 1182656 w 1905657"/>
                <a:gd name="connsiteY531" fmla="*/ 468400 h 1221162"/>
                <a:gd name="connsiteX532" fmla="*/ 1180704 w 1905657"/>
                <a:gd name="connsiteY532" fmla="*/ 469477 h 1221162"/>
                <a:gd name="connsiteX533" fmla="*/ 1178886 w 1905657"/>
                <a:gd name="connsiteY533" fmla="*/ 471159 h 1221162"/>
                <a:gd name="connsiteX534" fmla="*/ 1177372 w 1905657"/>
                <a:gd name="connsiteY534" fmla="*/ 473547 h 1221162"/>
                <a:gd name="connsiteX535" fmla="*/ 1175353 w 1905657"/>
                <a:gd name="connsiteY535" fmla="*/ 475868 h 1221162"/>
                <a:gd name="connsiteX536" fmla="*/ 1173771 w 1905657"/>
                <a:gd name="connsiteY536" fmla="*/ 477449 h 1221162"/>
                <a:gd name="connsiteX537" fmla="*/ 1170002 w 1905657"/>
                <a:gd name="connsiteY537" fmla="*/ 478694 h 1221162"/>
                <a:gd name="connsiteX538" fmla="*/ 1167107 w 1905657"/>
                <a:gd name="connsiteY538" fmla="*/ 479501 h 1221162"/>
                <a:gd name="connsiteX539" fmla="*/ 1162631 w 1905657"/>
                <a:gd name="connsiteY539" fmla="*/ 480746 h 1221162"/>
                <a:gd name="connsiteX540" fmla="*/ 1159737 w 1905657"/>
                <a:gd name="connsiteY540" fmla="*/ 480746 h 1221162"/>
                <a:gd name="connsiteX541" fmla="*/ 1158290 w 1905657"/>
                <a:gd name="connsiteY541" fmla="*/ 478122 h 1221162"/>
                <a:gd name="connsiteX542" fmla="*/ 1158290 w 1905657"/>
                <a:gd name="connsiteY542" fmla="*/ 476541 h 1221162"/>
                <a:gd name="connsiteX543" fmla="*/ 1157549 w 1905657"/>
                <a:gd name="connsiteY543" fmla="*/ 474152 h 1221162"/>
                <a:gd name="connsiteX544" fmla="*/ 1150650 w 1905657"/>
                <a:gd name="connsiteY544" fmla="*/ 467425 h 1221162"/>
                <a:gd name="connsiteX545" fmla="*/ 1145501 w 1905657"/>
                <a:gd name="connsiteY545" fmla="*/ 462412 h 1221162"/>
                <a:gd name="connsiteX546" fmla="*/ 1143246 w 1905657"/>
                <a:gd name="connsiteY546" fmla="*/ 459587 h 1221162"/>
                <a:gd name="connsiteX547" fmla="*/ 1139275 w 1905657"/>
                <a:gd name="connsiteY547" fmla="*/ 457131 h 1221162"/>
                <a:gd name="connsiteX548" fmla="*/ 1133756 w 1905657"/>
                <a:gd name="connsiteY548" fmla="*/ 455987 h 1221162"/>
                <a:gd name="connsiteX549" fmla="*/ 1130121 w 1905657"/>
                <a:gd name="connsiteY549" fmla="*/ 453733 h 1221162"/>
                <a:gd name="connsiteX550" fmla="*/ 1129549 w 1905657"/>
                <a:gd name="connsiteY550" fmla="*/ 452421 h 1221162"/>
                <a:gd name="connsiteX551" fmla="*/ 1128606 w 1905657"/>
                <a:gd name="connsiteY551" fmla="*/ 449898 h 1221162"/>
                <a:gd name="connsiteX552" fmla="*/ 1126722 w 1905657"/>
                <a:gd name="connsiteY552" fmla="*/ 446703 h 1221162"/>
                <a:gd name="connsiteX553" fmla="*/ 1125914 w 1905657"/>
                <a:gd name="connsiteY553" fmla="*/ 444684 h 1221162"/>
                <a:gd name="connsiteX554" fmla="*/ 1124534 w 1905657"/>
                <a:gd name="connsiteY554" fmla="*/ 440479 h 1221162"/>
                <a:gd name="connsiteX555" fmla="*/ 1122515 w 1905657"/>
                <a:gd name="connsiteY555" fmla="*/ 439235 h 1221162"/>
                <a:gd name="connsiteX556" fmla="*/ 1120698 w 1905657"/>
                <a:gd name="connsiteY556" fmla="*/ 437990 h 1221162"/>
                <a:gd name="connsiteX557" fmla="*/ 1120327 w 1905657"/>
                <a:gd name="connsiteY557" fmla="*/ 436409 h 1221162"/>
                <a:gd name="connsiteX558" fmla="*/ 1120193 w 1905657"/>
                <a:gd name="connsiteY558" fmla="*/ 434155 h 1221162"/>
                <a:gd name="connsiteX559" fmla="*/ 1120058 w 1905657"/>
                <a:gd name="connsiteY559" fmla="*/ 430623 h 1221162"/>
                <a:gd name="connsiteX560" fmla="*/ 1119755 w 1905657"/>
                <a:gd name="connsiteY560" fmla="*/ 427730 h 1221162"/>
                <a:gd name="connsiteX561" fmla="*/ 1118073 w 1905657"/>
                <a:gd name="connsiteY561" fmla="*/ 423895 h 1221162"/>
                <a:gd name="connsiteX562" fmla="*/ 1117332 w 1905657"/>
                <a:gd name="connsiteY562" fmla="*/ 422953 h 1221162"/>
                <a:gd name="connsiteX563" fmla="*/ 1113361 w 1905657"/>
                <a:gd name="connsiteY563" fmla="*/ 419320 h 1221162"/>
                <a:gd name="connsiteX564" fmla="*/ 1111173 w 1905657"/>
                <a:gd name="connsiteY564" fmla="*/ 417806 h 1221162"/>
                <a:gd name="connsiteX565" fmla="*/ 1110164 w 1905657"/>
                <a:gd name="connsiteY565" fmla="*/ 415418 h 1221162"/>
                <a:gd name="connsiteX566" fmla="*/ 1109356 w 1905657"/>
                <a:gd name="connsiteY566" fmla="*/ 413904 h 1221162"/>
                <a:gd name="connsiteX567" fmla="*/ 1108346 w 1905657"/>
                <a:gd name="connsiteY567" fmla="*/ 412323 h 1221162"/>
                <a:gd name="connsiteX568" fmla="*/ 1106260 w 1905657"/>
                <a:gd name="connsiteY568" fmla="*/ 411818 h 1221162"/>
                <a:gd name="connsiteX569" fmla="*/ 1103736 w 1905657"/>
                <a:gd name="connsiteY569" fmla="*/ 411011 h 1221162"/>
                <a:gd name="connsiteX570" fmla="*/ 1101346 w 1905657"/>
                <a:gd name="connsiteY570" fmla="*/ 410506 h 1221162"/>
                <a:gd name="connsiteX571" fmla="*/ 1099966 w 1905657"/>
                <a:gd name="connsiteY571" fmla="*/ 410136 h 1221162"/>
                <a:gd name="connsiteX572" fmla="*/ 1098654 w 1905657"/>
                <a:gd name="connsiteY572" fmla="*/ 408993 h 1221162"/>
                <a:gd name="connsiteX573" fmla="*/ 1098587 w 1905657"/>
                <a:gd name="connsiteY573" fmla="*/ 406301 h 1221162"/>
                <a:gd name="connsiteX574" fmla="*/ 1098587 w 1905657"/>
                <a:gd name="connsiteY574" fmla="*/ 405427 h 1221162"/>
                <a:gd name="connsiteX575" fmla="*/ 1098957 w 1905657"/>
                <a:gd name="connsiteY575" fmla="*/ 404350 h 1221162"/>
                <a:gd name="connsiteX576" fmla="*/ 1100101 w 1905657"/>
                <a:gd name="connsiteY576" fmla="*/ 402096 h 1221162"/>
                <a:gd name="connsiteX577" fmla="*/ 1100808 w 1905657"/>
                <a:gd name="connsiteY577" fmla="*/ 401659 h 1221162"/>
                <a:gd name="connsiteX578" fmla="*/ 1100808 w 1905657"/>
                <a:gd name="connsiteY578" fmla="*/ 398631 h 1221162"/>
                <a:gd name="connsiteX579" fmla="*/ 1099933 w 1905657"/>
                <a:gd name="connsiteY579" fmla="*/ 397320 h 1221162"/>
                <a:gd name="connsiteX580" fmla="*/ 1098486 w 1905657"/>
                <a:gd name="connsiteY580" fmla="*/ 396243 h 1221162"/>
                <a:gd name="connsiteX581" fmla="*/ 1095457 w 1905657"/>
                <a:gd name="connsiteY581" fmla="*/ 394561 h 1221162"/>
                <a:gd name="connsiteX582" fmla="*/ 1094649 w 1905657"/>
                <a:gd name="connsiteY582" fmla="*/ 391601 h 1221162"/>
                <a:gd name="connsiteX583" fmla="*/ 1097173 w 1905657"/>
                <a:gd name="connsiteY583" fmla="*/ 389280 h 1221162"/>
                <a:gd name="connsiteX584" fmla="*/ 1097678 w 1905657"/>
                <a:gd name="connsiteY584" fmla="*/ 387463 h 1221162"/>
                <a:gd name="connsiteX585" fmla="*/ 1097913 w 1905657"/>
                <a:gd name="connsiteY585" fmla="*/ 384267 h 1221162"/>
                <a:gd name="connsiteX586" fmla="*/ 1096029 w 1905657"/>
                <a:gd name="connsiteY586" fmla="*/ 381946 h 1221162"/>
                <a:gd name="connsiteX587" fmla="*/ 1091452 w 1905657"/>
                <a:gd name="connsiteY587" fmla="*/ 380803 h 1221162"/>
                <a:gd name="connsiteX588" fmla="*/ 1087817 w 1905657"/>
                <a:gd name="connsiteY588" fmla="*/ 377842 h 1221162"/>
                <a:gd name="connsiteX589" fmla="*/ 1083913 w 1905657"/>
                <a:gd name="connsiteY589" fmla="*/ 371619 h 1221162"/>
                <a:gd name="connsiteX590" fmla="*/ 1081591 w 1905657"/>
                <a:gd name="connsiteY590" fmla="*/ 367145 h 1221162"/>
                <a:gd name="connsiteX591" fmla="*/ 1080649 w 1905657"/>
                <a:gd name="connsiteY591" fmla="*/ 360989 h 1221162"/>
                <a:gd name="connsiteX592" fmla="*/ 1080581 w 1905657"/>
                <a:gd name="connsiteY592" fmla="*/ 355909 h 1221162"/>
                <a:gd name="connsiteX593" fmla="*/ 1079706 w 1905657"/>
                <a:gd name="connsiteY593" fmla="*/ 349450 h 1221162"/>
                <a:gd name="connsiteX594" fmla="*/ 1080783 w 1905657"/>
                <a:gd name="connsiteY594" fmla="*/ 345885 h 1221162"/>
                <a:gd name="connsiteX595" fmla="*/ 1081860 w 1905657"/>
                <a:gd name="connsiteY595" fmla="*/ 343059 h 1221162"/>
                <a:gd name="connsiteX596" fmla="*/ 1084182 w 1905657"/>
                <a:gd name="connsiteY596" fmla="*/ 342487 h 1221162"/>
                <a:gd name="connsiteX597" fmla="*/ 1088154 w 1905657"/>
                <a:gd name="connsiteY597" fmla="*/ 344573 h 1221162"/>
                <a:gd name="connsiteX598" fmla="*/ 1090981 w 1905657"/>
                <a:gd name="connsiteY598" fmla="*/ 344203 h 1221162"/>
                <a:gd name="connsiteX599" fmla="*/ 1094111 w 1905657"/>
                <a:gd name="connsiteY599" fmla="*/ 342756 h 1221162"/>
                <a:gd name="connsiteX600" fmla="*/ 1095558 w 1905657"/>
                <a:gd name="connsiteY600" fmla="*/ 341377 h 1221162"/>
                <a:gd name="connsiteX601" fmla="*/ 1099260 w 1905657"/>
                <a:gd name="connsiteY601" fmla="*/ 339560 h 1221162"/>
                <a:gd name="connsiteX602" fmla="*/ 1102019 w 1905657"/>
                <a:gd name="connsiteY602" fmla="*/ 336230 h 1221162"/>
                <a:gd name="connsiteX603" fmla="*/ 1103265 w 1905657"/>
                <a:gd name="connsiteY603" fmla="*/ 332900 h 1221162"/>
                <a:gd name="connsiteX604" fmla="*/ 1102524 w 1905657"/>
                <a:gd name="connsiteY604" fmla="*/ 330377 h 1221162"/>
                <a:gd name="connsiteX605" fmla="*/ 1102524 w 1905657"/>
                <a:gd name="connsiteY605" fmla="*/ 327114 h 1221162"/>
                <a:gd name="connsiteX606" fmla="*/ 1102894 w 1905657"/>
                <a:gd name="connsiteY606" fmla="*/ 322909 h 1221162"/>
                <a:gd name="connsiteX607" fmla="*/ 1102962 w 1905657"/>
                <a:gd name="connsiteY607" fmla="*/ 320150 h 1221162"/>
                <a:gd name="connsiteX608" fmla="*/ 1102390 w 1905657"/>
                <a:gd name="connsiteY608" fmla="*/ 318132 h 1221162"/>
                <a:gd name="connsiteX609" fmla="*/ 1102591 w 1905657"/>
                <a:gd name="connsiteY609" fmla="*/ 314162 h 1221162"/>
                <a:gd name="connsiteX610" fmla="*/ 1102457 w 1905657"/>
                <a:gd name="connsiteY610" fmla="*/ 311774 h 1221162"/>
                <a:gd name="connsiteX611" fmla="*/ 1102322 w 1905657"/>
                <a:gd name="connsiteY611" fmla="*/ 308948 h 1221162"/>
                <a:gd name="connsiteX612" fmla="*/ 1102524 w 1905657"/>
                <a:gd name="connsiteY612" fmla="*/ 306055 h 1221162"/>
                <a:gd name="connsiteX613" fmla="*/ 1102524 w 1905657"/>
                <a:gd name="connsiteY613" fmla="*/ 303532 h 1221162"/>
                <a:gd name="connsiteX614" fmla="*/ 1102053 w 1905657"/>
                <a:gd name="connsiteY614" fmla="*/ 299899 h 1221162"/>
                <a:gd name="connsiteX615" fmla="*/ 1102524 w 1905657"/>
                <a:gd name="connsiteY615" fmla="*/ 297376 h 1221162"/>
                <a:gd name="connsiteX616" fmla="*/ 1102524 w 1905657"/>
                <a:gd name="connsiteY616" fmla="*/ 295358 h 1221162"/>
                <a:gd name="connsiteX617" fmla="*/ 1101447 w 1905657"/>
                <a:gd name="connsiteY617" fmla="*/ 293541 h 1221162"/>
                <a:gd name="connsiteX618" fmla="*/ 1100640 w 1905657"/>
                <a:gd name="connsiteY618" fmla="*/ 292095 h 1221162"/>
                <a:gd name="connsiteX619" fmla="*/ 1099899 w 1905657"/>
                <a:gd name="connsiteY619" fmla="*/ 290077 h 1221162"/>
                <a:gd name="connsiteX620" fmla="*/ 1098216 w 1905657"/>
                <a:gd name="connsiteY620" fmla="*/ 288125 h 1221162"/>
                <a:gd name="connsiteX621" fmla="*/ 1096837 w 1905657"/>
                <a:gd name="connsiteY621" fmla="*/ 287554 h 1221162"/>
                <a:gd name="connsiteX622" fmla="*/ 1095961 w 1905657"/>
                <a:gd name="connsiteY622" fmla="*/ 286679 h 1221162"/>
                <a:gd name="connsiteX623" fmla="*/ 1094649 w 1905657"/>
                <a:gd name="connsiteY623" fmla="*/ 285434 h 1221162"/>
                <a:gd name="connsiteX624" fmla="*/ 1094582 w 1905657"/>
                <a:gd name="connsiteY624" fmla="*/ 283618 h 1221162"/>
                <a:gd name="connsiteX625" fmla="*/ 1096029 w 1905657"/>
                <a:gd name="connsiteY625" fmla="*/ 281936 h 1221162"/>
                <a:gd name="connsiteX626" fmla="*/ 1097846 w 1905657"/>
                <a:gd name="connsiteY626" fmla="*/ 280119 h 1221162"/>
                <a:gd name="connsiteX627" fmla="*/ 1102053 w 1905657"/>
                <a:gd name="connsiteY627" fmla="*/ 277731 h 1221162"/>
                <a:gd name="connsiteX628" fmla="*/ 1108010 w 1905657"/>
                <a:gd name="connsiteY628" fmla="*/ 276217 h 1221162"/>
                <a:gd name="connsiteX629" fmla="*/ 1110534 w 1905657"/>
                <a:gd name="connsiteY629" fmla="*/ 271743 h 1221162"/>
                <a:gd name="connsiteX630" fmla="*/ 1111274 w 1905657"/>
                <a:gd name="connsiteY630" fmla="*/ 270801 h 1221162"/>
                <a:gd name="connsiteX631" fmla="*/ 1112856 w 1905657"/>
                <a:gd name="connsiteY631" fmla="*/ 268850 h 1221162"/>
                <a:gd name="connsiteX632" fmla="*/ 1113428 w 1905657"/>
                <a:gd name="connsiteY632" fmla="*/ 266091 h 1221162"/>
                <a:gd name="connsiteX633" fmla="*/ 1109861 w 1905657"/>
                <a:gd name="connsiteY633" fmla="*/ 263266 h 1221162"/>
                <a:gd name="connsiteX634" fmla="*/ 1107269 w 1905657"/>
                <a:gd name="connsiteY634" fmla="*/ 260003 h 1221162"/>
                <a:gd name="connsiteX635" fmla="*/ 1103366 w 1905657"/>
                <a:gd name="connsiteY635" fmla="*/ 257614 h 1221162"/>
                <a:gd name="connsiteX636" fmla="*/ 1101784 w 1905657"/>
                <a:gd name="connsiteY636" fmla="*/ 257480 h 1221162"/>
                <a:gd name="connsiteX637" fmla="*/ 1095928 w 1905657"/>
                <a:gd name="connsiteY637" fmla="*/ 258421 h 1221162"/>
                <a:gd name="connsiteX638" fmla="*/ 1093034 w 1905657"/>
                <a:gd name="connsiteY638" fmla="*/ 258421 h 1221162"/>
                <a:gd name="connsiteX639" fmla="*/ 1089769 w 1905657"/>
                <a:gd name="connsiteY639" fmla="*/ 256403 h 1221162"/>
                <a:gd name="connsiteX640" fmla="*/ 1086942 w 1905657"/>
                <a:gd name="connsiteY640" fmla="*/ 255259 h 1221162"/>
                <a:gd name="connsiteX641" fmla="*/ 1085360 w 1905657"/>
                <a:gd name="connsiteY641" fmla="*/ 252366 h 1221162"/>
                <a:gd name="connsiteX642" fmla="*/ 1086875 w 1905657"/>
                <a:gd name="connsiteY642" fmla="*/ 250987 h 1221162"/>
                <a:gd name="connsiteX643" fmla="*/ 1088322 w 1905657"/>
                <a:gd name="connsiteY643" fmla="*/ 248733 h 1221162"/>
                <a:gd name="connsiteX644" fmla="*/ 1089634 w 1905657"/>
                <a:gd name="connsiteY644" fmla="*/ 246345 h 1221162"/>
                <a:gd name="connsiteX645" fmla="*/ 1090644 w 1905657"/>
                <a:gd name="connsiteY645" fmla="*/ 242140 h 1221162"/>
                <a:gd name="connsiteX646" fmla="*/ 1094043 w 1905657"/>
                <a:gd name="connsiteY646" fmla="*/ 236354 h 1221162"/>
                <a:gd name="connsiteX647" fmla="*/ 1093303 w 1905657"/>
                <a:gd name="connsiteY647" fmla="*/ 233158 h 1221162"/>
                <a:gd name="connsiteX648" fmla="*/ 1087884 w 1905657"/>
                <a:gd name="connsiteY648" fmla="*/ 228886 h 1221162"/>
                <a:gd name="connsiteX649" fmla="*/ 1085360 w 1905657"/>
                <a:gd name="connsiteY649" fmla="*/ 222427 h 1221162"/>
                <a:gd name="connsiteX650" fmla="*/ 1088692 w 1905657"/>
                <a:gd name="connsiteY650" fmla="*/ 216910 h 1221162"/>
                <a:gd name="connsiteX651" fmla="*/ 1091519 w 1905657"/>
                <a:gd name="connsiteY651" fmla="*/ 210452 h 1221162"/>
                <a:gd name="connsiteX652" fmla="*/ 1094346 w 1905657"/>
                <a:gd name="connsiteY652" fmla="*/ 204228 h 1221162"/>
                <a:gd name="connsiteX653" fmla="*/ 1096668 w 1905657"/>
                <a:gd name="connsiteY653" fmla="*/ 201604 h 1221162"/>
                <a:gd name="connsiteX654" fmla="*/ 1102019 w 1905657"/>
                <a:gd name="connsiteY654" fmla="*/ 199586 h 1221162"/>
                <a:gd name="connsiteX655" fmla="*/ 1105149 w 1905657"/>
                <a:gd name="connsiteY655" fmla="*/ 199148 h 1221162"/>
                <a:gd name="connsiteX656" fmla="*/ 1107606 w 1905657"/>
                <a:gd name="connsiteY656" fmla="*/ 199148 h 1221162"/>
                <a:gd name="connsiteX657" fmla="*/ 1110568 w 1905657"/>
                <a:gd name="connsiteY657" fmla="*/ 200090 h 1221162"/>
                <a:gd name="connsiteX658" fmla="*/ 1112890 w 1905657"/>
                <a:gd name="connsiteY658" fmla="*/ 199788 h 1221162"/>
                <a:gd name="connsiteX659" fmla="*/ 1114202 w 1905657"/>
                <a:gd name="connsiteY659" fmla="*/ 197769 h 1221162"/>
                <a:gd name="connsiteX660" fmla="*/ 1114202 w 1905657"/>
                <a:gd name="connsiteY660" fmla="*/ 196087 h 1221162"/>
                <a:gd name="connsiteX661" fmla="*/ 1113462 w 1905657"/>
                <a:gd name="connsiteY661" fmla="*/ 192454 h 1221162"/>
                <a:gd name="connsiteX662" fmla="*/ 1113159 w 1905657"/>
                <a:gd name="connsiteY662" fmla="*/ 188989 h 1221162"/>
                <a:gd name="connsiteX663" fmla="*/ 1114404 w 1905657"/>
                <a:gd name="connsiteY663" fmla="*/ 187173 h 1221162"/>
                <a:gd name="connsiteX664" fmla="*/ 1119924 w 1905657"/>
                <a:gd name="connsiteY664" fmla="*/ 184347 h 1221162"/>
                <a:gd name="connsiteX665" fmla="*/ 1119924 w 1905657"/>
                <a:gd name="connsiteY665" fmla="*/ 180344 h 1221162"/>
                <a:gd name="connsiteX666" fmla="*/ 1119385 w 1905657"/>
                <a:gd name="connsiteY666" fmla="*/ 176778 h 1221162"/>
                <a:gd name="connsiteX667" fmla="*/ 1121606 w 1905657"/>
                <a:gd name="connsiteY667" fmla="*/ 170992 h 1221162"/>
                <a:gd name="connsiteX668" fmla="*/ 1123558 w 1905657"/>
                <a:gd name="connsiteY668" fmla="*/ 167796 h 1221162"/>
                <a:gd name="connsiteX669" fmla="*/ 1126587 w 1905657"/>
                <a:gd name="connsiteY669" fmla="*/ 163894 h 1221162"/>
                <a:gd name="connsiteX670" fmla="*/ 1128472 w 1905657"/>
                <a:gd name="connsiteY670" fmla="*/ 159992 h 1221162"/>
                <a:gd name="connsiteX671" fmla="*/ 1128775 w 1905657"/>
                <a:gd name="connsiteY671" fmla="*/ 158041 h 1221162"/>
                <a:gd name="connsiteX672" fmla="*/ 1125880 w 1905657"/>
                <a:gd name="connsiteY672" fmla="*/ 154778 h 1221162"/>
                <a:gd name="connsiteX673" fmla="*/ 1123121 w 1905657"/>
                <a:gd name="connsiteY673" fmla="*/ 151515 h 1221162"/>
                <a:gd name="connsiteX674" fmla="*/ 1120799 w 1905657"/>
                <a:gd name="connsiteY674" fmla="*/ 149496 h 1221162"/>
                <a:gd name="connsiteX675" fmla="*/ 1116760 w 1905657"/>
                <a:gd name="connsiteY675" fmla="*/ 147411 h 1221162"/>
                <a:gd name="connsiteX676" fmla="*/ 1112688 w 1905657"/>
                <a:gd name="connsiteY676" fmla="*/ 146166 h 1221162"/>
                <a:gd name="connsiteX677" fmla="*/ 1107539 w 1905657"/>
                <a:gd name="connsiteY677" fmla="*/ 145662 h 1221162"/>
                <a:gd name="connsiteX678" fmla="*/ 1104274 w 1905657"/>
                <a:gd name="connsiteY678" fmla="*/ 145022 h 1221162"/>
                <a:gd name="connsiteX679" fmla="*/ 1100740 w 1905657"/>
                <a:gd name="connsiteY679" fmla="*/ 141995 h 1221162"/>
                <a:gd name="connsiteX680" fmla="*/ 1099058 w 1905657"/>
                <a:gd name="connsiteY680" fmla="*/ 139169 h 1221162"/>
                <a:gd name="connsiteX681" fmla="*/ 1099058 w 1905657"/>
                <a:gd name="connsiteY681" fmla="*/ 133888 h 1221162"/>
                <a:gd name="connsiteX682" fmla="*/ 1099361 w 1905657"/>
                <a:gd name="connsiteY682" fmla="*/ 130322 h 1221162"/>
                <a:gd name="connsiteX683" fmla="*/ 1102120 w 1905657"/>
                <a:gd name="connsiteY683" fmla="*/ 127799 h 1221162"/>
                <a:gd name="connsiteX684" fmla="*/ 1105149 w 1905657"/>
                <a:gd name="connsiteY684" fmla="*/ 127227 h 1221162"/>
                <a:gd name="connsiteX685" fmla="*/ 1108279 w 1905657"/>
                <a:gd name="connsiteY685" fmla="*/ 126588 h 1221162"/>
                <a:gd name="connsiteX686" fmla="*/ 1112048 w 1905657"/>
                <a:gd name="connsiteY686" fmla="*/ 125074 h 1221162"/>
                <a:gd name="connsiteX687" fmla="*/ 1115380 w 1905657"/>
                <a:gd name="connsiteY687" fmla="*/ 123426 h 1221162"/>
                <a:gd name="connsiteX688" fmla="*/ 1118746 w 1905657"/>
                <a:gd name="connsiteY688" fmla="*/ 122013 h 1221162"/>
                <a:gd name="connsiteX689" fmla="*/ 1118174 w 1905657"/>
                <a:gd name="connsiteY689" fmla="*/ 121340 h 1221162"/>
                <a:gd name="connsiteX690" fmla="*/ 1113260 w 1905657"/>
                <a:gd name="connsiteY690" fmla="*/ 117472 h 1221162"/>
                <a:gd name="connsiteX691" fmla="*/ 1108616 w 1905657"/>
                <a:gd name="connsiteY691" fmla="*/ 117472 h 1221162"/>
                <a:gd name="connsiteX692" fmla="*/ 1101649 w 1905657"/>
                <a:gd name="connsiteY692" fmla="*/ 103848 h 1221162"/>
                <a:gd name="connsiteX693" fmla="*/ 1096433 w 1905657"/>
                <a:gd name="connsiteY693" fmla="*/ 102536 h 1221162"/>
                <a:gd name="connsiteX694" fmla="*/ 1090341 w 1905657"/>
                <a:gd name="connsiteY694" fmla="*/ 98331 h 1221162"/>
                <a:gd name="connsiteX695" fmla="*/ 1086000 w 1905657"/>
                <a:gd name="connsiteY695" fmla="*/ 98331 h 1221162"/>
                <a:gd name="connsiteX696" fmla="*/ 1079706 w 1905657"/>
                <a:gd name="connsiteY696" fmla="*/ 100080 h 1221162"/>
                <a:gd name="connsiteX697" fmla="*/ 1076442 w 1905657"/>
                <a:gd name="connsiteY697" fmla="*/ 92242 h 1221162"/>
                <a:gd name="connsiteX698" fmla="*/ 1072672 w 1905657"/>
                <a:gd name="connsiteY698" fmla="*/ 90223 h 1221162"/>
                <a:gd name="connsiteX699" fmla="*/ 1064259 w 1905657"/>
                <a:gd name="connsiteY699" fmla="*/ 83832 h 1221162"/>
                <a:gd name="connsiteX700" fmla="*/ 1060792 w 1905657"/>
                <a:gd name="connsiteY700" fmla="*/ 80367 h 1221162"/>
                <a:gd name="connsiteX701" fmla="*/ 1055576 w 1905657"/>
                <a:gd name="connsiteY701" fmla="*/ 78618 h 1221162"/>
                <a:gd name="connsiteX702" fmla="*/ 1050932 w 1905657"/>
                <a:gd name="connsiteY702" fmla="*/ 81813 h 1221162"/>
                <a:gd name="connsiteX703" fmla="*/ 1046287 w 1905657"/>
                <a:gd name="connsiteY703" fmla="*/ 84437 h 1221162"/>
                <a:gd name="connsiteX704" fmla="*/ 1040499 w 1905657"/>
                <a:gd name="connsiteY704" fmla="*/ 76330 h 1221162"/>
                <a:gd name="connsiteX705" fmla="*/ 1033263 w 1905657"/>
                <a:gd name="connsiteY705" fmla="*/ 70544 h 1221162"/>
                <a:gd name="connsiteX706" fmla="*/ 1035282 w 1905657"/>
                <a:gd name="connsiteY706" fmla="*/ 67348 h 1221162"/>
                <a:gd name="connsiteX707" fmla="*/ 1033263 w 1905657"/>
                <a:gd name="connsiteY707" fmla="*/ 61697 h 1221162"/>
                <a:gd name="connsiteX708" fmla="*/ 1025152 w 1905657"/>
                <a:gd name="connsiteY708" fmla="*/ 60116 h 1221162"/>
                <a:gd name="connsiteX709" fmla="*/ 1019936 w 1905657"/>
                <a:gd name="connsiteY709" fmla="*/ 60116 h 1221162"/>
                <a:gd name="connsiteX710" fmla="*/ 1015864 w 1905657"/>
                <a:gd name="connsiteY710" fmla="*/ 58367 h 1221162"/>
                <a:gd name="connsiteX711" fmla="*/ 1006003 w 1905657"/>
                <a:gd name="connsiteY711" fmla="*/ 58367 h 1221162"/>
                <a:gd name="connsiteX712" fmla="*/ 997017 w 1905657"/>
                <a:gd name="connsiteY712" fmla="*/ 56617 h 1221162"/>
                <a:gd name="connsiteX713" fmla="*/ 981671 w 1905657"/>
                <a:gd name="connsiteY713" fmla="*/ 56617 h 1221162"/>
                <a:gd name="connsiteX714" fmla="*/ 967771 w 1905657"/>
                <a:gd name="connsiteY714" fmla="*/ 56617 h 1221162"/>
                <a:gd name="connsiteX715" fmla="*/ 963699 w 1905657"/>
                <a:gd name="connsiteY715" fmla="*/ 59813 h 1221162"/>
                <a:gd name="connsiteX716" fmla="*/ 958617 w 1905657"/>
                <a:gd name="connsiteY716" fmla="*/ 58299 h 1221162"/>
                <a:gd name="connsiteX717" fmla="*/ 948824 w 1905657"/>
                <a:gd name="connsiteY717" fmla="*/ 53388 h 1221162"/>
                <a:gd name="connsiteX718" fmla="*/ 938963 w 1905657"/>
                <a:gd name="connsiteY718" fmla="*/ 50495 h 1221162"/>
                <a:gd name="connsiteX719" fmla="*/ 934992 w 1905657"/>
                <a:gd name="connsiteY719" fmla="*/ 51874 h 1221162"/>
                <a:gd name="connsiteX720" fmla="*/ 929943 w 1905657"/>
                <a:gd name="connsiteY720" fmla="*/ 47366 h 1221162"/>
                <a:gd name="connsiteX721" fmla="*/ 930347 w 1905657"/>
                <a:gd name="connsiteY721" fmla="*/ 45718 h 1221162"/>
                <a:gd name="connsiteX722" fmla="*/ 930347 w 1905657"/>
                <a:gd name="connsiteY722" fmla="*/ 43599 h 1221162"/>
                <a:gd name="connsiteX723" fmla="*/ 926645 w 1905657"/>
                <a:gd name="connsiteY723" fmla="*/ 42724 h 1221162"/>
                <a:gd name="connsiteX724" fmla="*/ 922506 w 1905657"/>
                <a:gd name="connsiteY724" fmla="*/ 42724 h 1221162"/>
                <a:gd name="connsiteX725" fmla="*/ 919746 w 1905657"/>
                <a:gd name="connsiteY725" fmla="*/ 47366 h 1221162"/>
                <a:gd name="connsiteX726" fmla="*/ 917558 w 1905657"/>
                <a:gd name="connsiteY726" fmla="*/ 48073 h 1221162"/>
                <a:gd name="connsiteX727" fmla="*/ 911703 w 1905657"/>
                <a:gd name="connsiteY727" fmla="*/ 50091 h 1221162"/>
                <a:gd name="connsiteX728" fmla="*/ 906688 w 1905657"/>
                <a:gd name="connsiteY728" fmla="*/ 51403 h 1221162"/>
                <a:gd name="connsiteX729" fmla="*/ 902784 w 1905657"/>
                <a:gd name="connsiteY729" fmla="*/ 51538 h 1221162"/>
                <a:gd name="connsiteX730" fmla="*/ 896322 w 1905657"/>
                <a:gd name="connsiteY730" fmla="*/ 52547 h 1221162"/>
                <a:gd name="connsiteX731" fmla="*/ 887707 w 1905657"/>
                <a:gd name="connsiteY731" fmla="*/ 54195 h 1221162"/>
                <a:gd name="connsiteX732" fmla="*/ 882120 w 1905657"/>
                <a:gd name="connsiteY732" fmla="*/ 53119 h 1221162"/>
                <a:gd name="connsiteX733" fmla="*/ 876163 w 1905657"/>
                <a:gd name="connsiteY733" fmla="*/ 51807 h 1221162"/>
                <a:gd name="connsiteX734" fmla="*/ 872832 w 1905657"/>
                <a:gd name="connsiteY734" fmla="*/ 47905 h 1221162"/>
                <a:gd name="connsiteX735" fmla="*/ 864721 w 1905657"/>
                <a:gd name="connsiteY735" fmla="*/ 48544 h 1221162"/>
                <a:gd name="connsiteX736" fmla="*/ 859639 w 1905657"/>
                <a:gd name="connsiteY736" fmla="*/ 50562 h 1221162"/>
                <a:gd name="connsiteX737" fmla="*/ 854927 w 1905657"/>
                <a:gd name="connsiteY737" fmla="*/ 53321 h 1221162"/>
                <a:gd name="connsiteX738" fmla="*/ 851394 w 1905657"/>
                <a:gd name="connsiteY738" fmla="*/ 53960 h 1221162"/>
                <a:gd name="connsiteX739" fmla="*/ 848668 w 1905657"/>
                <a:gd name="connsiteY739" fmla="*/ 49620 h 1221162"/>
                <a:gd name="connsiteX740" fmla="*/ 845841 w 1905657"/>
                <a:gd name="connsiteY740" fmla="*/ 47871 h 1221162"/>
                <a:gd name="connsiteX741" fmla="*/ 841163 w 1905657"/>
                <a:gd name="connsiteY741" fmla="*/ 49048 h 1221162"/>
                <a:gd name="connsiteX742" fmla="*/ 836720 w 1905657"/>
                <a:gd name="connsiteY742" fmla="*/ 51336 h 1221162"/>
                <a:gd name="connsiteX743" fmla="*/ 832480 w 1905657"/>
                <a:gd name="connsiteY743" fmla="*/ 53724 h 1221162"/>
                <a:gd name="connsiteX744" fmla="*/ 828239 w 1905657"/>
                <a:gd name="connsiteY744" fmla="*/ 54801 h 1221162"/>
                <a:gd name="connsiteX745" fmla="*/ 821609 w 1905657"/>
                <a:gd name="connsiteY745" fmla="*/ 54801 h 1221162"/>
                <a:gd name="connsiteX746" fmla="*/ 816729 w 1905657"/>
                <a:gd name="connsiteY746" fmla="*/ 54263 h 1221162"/>
                <a:gd name="connsiteX747" fmla="*/ 812287 w 1905657"/>
                <a:gd name="connsiteY747" fmla="*/ 56012 h 1221162"/>
                <a:gd name="connsiteX748" fmla="*/ 809898 w 1905657"/>
                <a:gd name="connsiteY748" fmla="*/ 60149 h 1221162"/>
                <a:gd name="connsiteX749" fmla="*/ 807172 w 1905657"/>
                <a:gd name="connsiteY749" fmla="*/ 65700 h 1221162"/>
                <a:gd name="connsiteX750" fmla="*/ 803907 w 1905657"/>
                <a:gd name="connsiteY750" fmla="*/ 68526 h 1221162"/>
                <a:gd name="connsiteX751" fmla="*/ 802056 w 1905657"/>
                <a:gd name="connsiteY751" fmla="*/ 71991 h 1221162"/>
                <a:gd name="connsiteX752" fmla="*/ 800003 w 1905657"/>
                <a:gd name="connsiteY752" fmla="*/ 75691 h 1221162"/>
                <a:gd name="connsiteX753" fmla="*/ 798152 w 1905657"/>
                <a:gd name="connsiteY753" fmla="*/ 77979 h 1221162"/>
                <a:gd name="connsiteX754" fmla="*/ 794888 w 1905657"/>
                <a:gd name="connsiteY754" fmla="*/ 82116 h 1221162"/>
                <a:gd name="connsiteX755" fmla="*/ 791287 w 1905657"/>
                <a:gd name="connsiteY755" fmla="*/ 84303 h 1221162"/>
                <a:gd name="connsiteX756" fmla="*/ 788022 w 1905657"/>
                <a:gd name="connsiteY756" fmla="*/ 85817 h 1221162"/>
                <a:gd name="connsiteX757" fmla="*/ 785431 w 1905657"/>
                <a:gd name="connsiteY757" fmla="*/ 86153 h 1221162"/>
                <a:gd name="connsiteX758" fmla="*/ 780012 w 1905657"/>
                <a:gd name="connsiteY758" fmla="*/ 86153 h 1221162"/>
                <a:gd name="connsiteX759" fmla="*/ 773281 w 1905657"/>
                <a:gd name="connsiteY759" fmla="*/ 86254 h 1221162"/>
                <a:gd name="connsiteX760" fmla="*/ 766853 w 1905657"/>
                <a:gd name="connsiteY760" fmla="*/ 86691 h 1221162"/>
                <a:gd name="connsiteX761" fmla="*/ 761199 w 1905657"/>
                <a:gd name="connsiteY761" fmla="*/ 87230 h 1221162"/>
                <a:gd name="connsiteX762" fmla="*/ 751641 w 1905657"/>
                <a:gd name="connsiteY762" fmla="*/ 90257 h 1221162"/>
                <a:gd name="connsiteX763" fmla="*/ 750564 w 1905657"/>
                <a:gd name="connsiteY763" fmla="*/ 92982 h 1221162"/>
                <a:gd name="connsiteX764" fmla="*/ 748411 w 1905657"/>
                <a:gd name="connsiteY764" fmla="*/ 95707 h 1221162"/>
                <a:gd name="connsiteX765" fmla="*/ 746896 w 1905657"/>
                <a:gd name="connsiteY765" fmla="*/ 96918 h 1221162"/>
                <a:gd name="connsiteX766" fmla="*/ 743295 w 1905657"/>
                <a:gd name="connsiteY766" fmla="*/ 96817 h 1221162"/>
                <a:gd name="connsiteX767" fmla="*/ 740367 w 1905657"/>
                <a:gd name="connsiteY767" fmla="*/ 96379 h 1221162"/>
                <a:gd name="connsiteX768" fmla="*/ 737641 w 1905657"/>
                <a:gd name="connsiteY768" fmla="*/ 94731 h 1221162"/>
                <a:gd name="connsiteX769" fmla="*/ 738617 w 1905657"/>
                <a:gd name="connsiteY769" fmla="*/ 93520 h 1221162"/>
                <a:gd name="connsiteX770" fmla="*/ 742084 w 1905657"/>
                <a:gd name="connsiteY770" fmla="*/ 91569 h 1221162"/>
                <a:gd name="connsiteX771" fmla="*/ 745011 w 1905657"/>
                <a:gd name="connsiteY771" fmla="*/ 88541 h 1221162"/>
                <a:gd name="connsiteX772" fmla="*/ 743834 w 1905657"/>
                <a:gd name="connsiteY772" fmla="*/ 86624 h 1221162"/>
                <a:gd name="connsiteX773" fmla="*/ 739593 w 1905657"/>
                <a:gd name="connsiteY773" fmla="*/ 86119 h 1221162"/>
                <a:gd name="connsiteX774" fmla="*/ 734713 w 1905657"/>
                <a:gd name="connsiteY774" fmla="*/ 86119 h 1221162"/>
                <a:gd name="connsiteX775" fmla="*/ 732223 w 1905657"/>
                <a:gd name="connsiteY775" fmla="*/ 85245 h 1221162"/>
                <a:gd name="connsiteX776" fmla="*/ 728184 w 1905657"/>
                <a:gd name="connsiteY776" fmla="*/ 81443 h 1221162"/>
                <a:gd name="connsiteX777" fmla="*/ 725357 w 1905657"/>
                <a:gd name="connsiteY777" fmla="*/ 79257 h 1221162"/>
                <a:gd name="connsiteX778" fmla="*/ 723170 w 1905657"/>
                <a:gd name="connsiteY778" fmla="*/ 76431 h 1221162"/>
                <a:gd name="connsiteX779" fmla="*/ 720881 w 1905657"/>
                <a:gd name="connsiteY779" fmla="*/ 72966 h 1221162"/>
                <a:gd name="connsiteX780" fmla="*/ 719131 w 1905657"/>
                <a:gd name="connsiteY780" fmla="*/ 70241 h 1221162"/>
                <a:gd name="connsiteX781" fmla="*/ 714251 w 1905657"/>
                <a:gd name="connsiteY781" fmla="*/ 67416 h 1221162"/>
                <a:gd name="connsiteX782" fmla="*/ 712299 w 1905657"/>
                <a:gd name="connsiteY782" fmla="*/ 68728 h 1221162"/>
                <a:gd name="connsiteX783" fmla="*/ 710886 w 1905657"/>
                <a:gd name="connsiteY783" fmla="*/ 71318 h 1221162"/>
                <a:gd name="connsiteX784" fmla="*/ 710112 w 1905657"/>
                <a:gd name="connsiteY784" fmla="*/ 74783 h 1221162"/>
                <a:gd name="connsiteX785" fmla="*/ 708698 w 1905657"/>
                <a:gd name="connsiteY785" fmla="*/ 77407 h 1221162"/>
                <a:gd name="connsiteX786" fmla="*/ 705333 w 1905657"/>
                <a:gd name="connsiteY786" fmla="*/ 77844 h 1221162"/>
                <a:gd name="connsiteX787" fmla="*/ 700756 w 1905657"/>
                <a:gd name="connsiteY787" fmla="*/ 76767 h 1221162"/>
                <a:gd name="connsiteX788" fmla="*/ 699914 w 1905657"/>
                <a:gd name="connsiteY788" fmla="*/ 76532 h 1221162"/>
                <a:gd name="connsiteX789" fmla="*/ 693284 w 1905657"/>
                <a:gd name="connsiteY789" fmla="*/ 76196 h 1221162"/>
                <a:gd name="connsiteX790" fmla="*/ 689683 w 1905657"/>
                <a:gd name="connsiteY790" fmla="*/ 76397 h 1221162"/>
                <a:gd name="connsiteX791" fmla="*/ 681640 w 1905657"/>
                <a:gd name="connsiteY791" fmla="*/ 80535 h 1221162"/>
                <a:gd name="connsiteX792" fmla="*/ 673697 w 1905657"/>
                <a:gd name="connsiteY792" fmla="*/ 81073 h 1221162"/>
                <a:gd name="connsiteX793" fmla="*/ 663803 w 1905657"/>
                <a:gd name="connsiteY793" fmla="*/ 83798 h 1221162"/>
                <a:gd name="connsiteX794" fmla="*/ 654885 w 1905657"/>
                <a:gd name="connsiteY794" fmla="*/ 82688 h 1221162"/>
                <a:gd name="connsiteX795" fmla="*/ 647918 w 1905657"/>
                <a:gd name="connsiteY795" fmla="*/ 81713 h 1221162"/>
                <a:gd name="connsiteX796" fmla="*/ 642601 w 1905657"/>
                <a:gd name="connsiteY796" fmla="*/ 82049 h 1221162"/>
                <a:gd name="connsiteX797" fmla="*/ 640413 w 1905657"/>
                <a:gd name="connsiteY797" fmla="*/ 84976 h 1221162"/>
                <a:gd name="connsiteX798" fmla="*/ 642601 w 1905657"/>
                <a:gd name="connsiteY798" fmla="*/ 87162 h 1221162"/>
                <a:gd name="connsiteX799" fmla="*/ 644654 w 1905657"/>
                <a:gd name="connsiteY799" fmla="*/ 90190 h 1221162"/>
                <a:gd name="connsiteX800" fmla="*/ 644654 w 1905657"/>
                <a:gd name="connsiteY800" fmla="*/ 91939 h 1221162"/>
                <a:gd name="connsiteX801" fmla="*/ 640951 w 1905657"/>
                <a:gd name="connsiteY801" fmla="*/ 92275 h 1221162"/>
                <a:gd name="connsiteX802" fmla="*/ 635197 w 1905657"/>
                <a:gd name="connsiteY802" fmla="*/ 91300 h 1221162"/>
                <a:gd name="connsiteX803" fmla="*/ 629980 w 1905657"/>
                <a:gd name="connsiteY803" fmla="*/ 91300 h 1221162"/>
                <a:gd name="connsiteX804" fmla="*/ 624562 w 1905657"/>
                <a:gd name="connsiteY804" fmla="*/ 92275 h 1221162"/>
                <a:gd name="connsiteX805" fmla="*/ 620759 w 1905657"/>
                <a:gd name="connsiteY805" fmla="*/ 92713 h 1221162"/>
                <a:gd name="connsiteX806" fmla="*/ 616182 w 1905657"/>
                <a:gd name="connsiteY806" fmla="*/ 93486 h 1221162"/>
                <a:gd name="connsiteX807" fmla="*/ 612816 w 1905657"/>
                <a:gd name="connsiteY807" fmla="*/ 93924 h 1221162"/>
                <a:gd name="connsiteX808" fmla="*/ 608811 w 1905657"/>
                <a:gd name="connsiteY808" fmla="*/ 94025 h 1221162"/>
                <a:gd name="connsiteX809" fmla="*/ 605345 w 1905657"/>
                <a:gd name="connsiteY809" fmla="*/ 93251 h 1221162"/>
                <a:gd name="connsiteX810" fmla="*/ 601004 w 1905657"/>
                <a:gd name="connsiteY810" fmla="*/ 91064 h 1221162"/>
                <a:gd name="connsiteX811" fmla="*/ 598816 w 1905657"/>
                <a:gd name="connsiteY811" fmla="*/ 89315 h 1221162"/>
                <a:gd name="connsiteX812" fmla="*/ 595888 w 1905657"/>
                <a:gd name="connsiteY812" fmla="*/ 87566 h 1221162"/>
                <a:gd name="connsiteX813" fmla="*/ 591109 w 1905657"/>
                <a:gd name="connsiteY813" fmla="*/ 86153 h 1221162"/>
                <a:gd name="connsiteX814" fmla="*/ 586431 w 1905657"/>
                <a:gd name="connsiteY814" fmla="*/ 86052 h 1221162"/>
                <a:gd name="connsiteX815" fmla="*/ 582090 w 1905657"/>
                <a:gd name="connsiteY815" fmla="*/ 86254 h 1221162"/>
                <a:gd name="connsiteX816" fmla="*/ 571657 w 1905657"/>
                <a:gd name="connsiteY816" fmla="*/ 85817 h 1221162"/>
                <a:gd name="connsiteX817" fmla="*/ 561998 w 1905657"/>
                <a:gd name="connsiteY817" fmla="*/ 85278 h 1221162"/>
                <a:gd name="connsiteX818" fmla="*/ 556512 w 1905657"/>
                <a:gd name="connsiteY818" fmla="*/ 84639 h 1221162"/>
                <a:gd name="connsiteX819" fmla="*/ 549512 w 1905657"/>
                <a:gd name="connsiteY819" fmla="*/ 82688 h 1221162"/>
                <a:gd name="connsiteX820" fmla="*/ 549512 w 1905657"/>
                <a:gd name="connsiteY820" fmla="*/ 79997 h 1221162"/>
                <a:gd name="connsiteX821" fmla="*/ 547897 w 1905657"/>
                <a:gd name="connsiteY821" fmla="*/ 75658 h 1221162"/>
                <a:gd name="connsiteX822" fmla="*/ 544195 w 1905657"/>
                <a:gd name="connsiteY822" fmla="*/ 73168 h 1221162"/>
                <a:gd name="connsiteX823" fmla="*/ 539954 w 1905657"/>
                <a:gd name="connsiteY823" fmla="*/ 72394 h 1221162"/>
                <a:gd name="connsiteX824" fmla="*/ 537026 w 1905657"/>
                <a:gd name="connsiteY824" fmla="*/ 71957 h 1221162"/>
                <a:gd name="connsiteX825" fmla="*/ 533324 w 1905657"/>
                <a:gd name="connsiteY825" fmla="*/ 71856 h 1221162"/>
                <a:gd name="connsiteX826" fmla="*/ 525180 w 1905657"/>
                <a:gd name="connsiteY826" fmla="*/ 71318 h 1221162"/>
                <a:gd name="connsiteX827" fmla="*/ 521377 w 1905657"/>
                <a:gd name="connsiteY827" fmla="*/ 69905 h 1221162"/>
                <a:gd name="connsiteX828" fmla="*/ 516160 w 1905657"/>
                <a:gd name="connsiteY828" fmla="*/ 68055 h 1221162"/>
                <a:gd name="connsiteX829" fmla="*/ 514107 w 1905657"/>
                <a:gd name="connsiteY829" fmla="*/ 66205 h 1221162"/>
                <a:gd name="connsiteX830" fmla="*/ 511920 w 1905657"/>
                <a:gd name="connsiteY830" fmla="*/ 64792 h 1221162"/>
                <a:gd name="connsiteX831" fmla="*/ 510405 w 1905657"/>
                <a:gd name="connsiteY831" fmla="*/ 62942 h 1221162"/>
                <a:gd name="connsiteX832" fmla="*/ 509766 w 1905657"/>
                <a:gd name="connsiteY832" fmla="*/ 60217 h 1221162"/>
                <a:gd name="connsiteX833" fmla="*/ 508352 w 1905657"/>
                <a:gd name="connsiteY833" fmla="*/ 56416 h 1221162"/>
                <a:gd name="connsiteX834" fmla="*/ 506064 w 1905657"/>
                <a:gd name="connsiteY834" fmla="*/ 52715 h 1221162"/>
                <a:gd name="connsiteX835" fmla="*/ 506064 w 1905657"/>
                <a:gd name="connsiteY835" fmla="*/ 48712 h 1221162"/>
                <a:gd name="connsiteX836" fmla="*/ 507376 w 1905657"/>
                <a:gd name="connsiteY836" fmla="*/ 45684 h 1221162"/>
                <a:gd name="connsiteX837" fmla="*/ 507814 w 1905657"/>
                <a:gd name="connsiteY837" fmla="*/ 40369 h 1221162"/>
                <a:gd name="connsiteX838" fmla="*/ 508352 w 1905657"/>
                <a:gd name="connsiteY838" fmla="*/ 36030 h 1221162"/>
                <a:gd name="connsiteX839" fmla="*/ 507713 w 1905657"/>
                <a:gd name="connsiteY839" fmla="*/ 33843 h 1221162"/>
                <a:gd name="connsiteX840" fmla="*/ 505324 w 1905657"/>
                <a:gd name="connsiteY840" fmla="*/ 32094 h 1221162"/>
                <a:gd name="connsiteX841" fmla="*/ 500646 w 1905657"/>
                <a:gd name="connsiteY841" fmla="*/ 28495 h 1221162"/>
                <a:gd name="connsiteX842" fmla="*/ 498021 w 1905657"/>
                <a:gd name="connsiteY842" fmla="*/ 27082 h 1221162"/>
                <a:gd name="connsiteX843" fmla="*/ 495093 w 1905657"/>
                <a:gd name="connsiteY843" fmla="*/ 27082 h 1221162"/>
                <a:gd name="connsiteX844" fmla="*/ 492602 w 1905657"/>
                <a:gd name="connsiteY844" fmla="*/ 28394 h 1221162"/>
                <a:gd name="connsiteX845" fmla="*/ 491290 w 1905657"/>
                <a:gd name="connsiteY845" fmla="*/ 30580 h 1221162"/>
                <a:gd name="connsiteX846" fmla="*/ 490314 w 1905657"/>
                <a:gd name="connsiteY846" fmla="*/ 32430 h 1221162"/>
                <a:gd name="connsiteX847" fmla="*/ 487386 w 1905657"/>
                <a:gd name="connsiteY847" fmla="*/ 32767 h 1221162"/>
                <a:gd name="connsiteX848" fmla="*/ 482708 w 1905657"/>
                <a:gd name="connsiteY848" fmla="*/ 31690 h 1221162"/>
                <a:gd name="connsiteX849" fmla="*/ 478804 w 1905657"/>
                <a:gd name="connsiteY849" fmla="*/ 29066 h 1221162"/>
                <a:gd name="connsiteX850" fmla="*/ 476212 w 1905657"/>
                <a:gd name="connsiteY850" fmla="*/ 25703 h 1221162"/>
                <a:gd name="connsiteX851" fmla="*/ 475438 w 1905657"/>
                <a:gd name="connsiteY851" fmla="*/ 24626 h 1221162"/>
                <a:gd name="connsiteX852" fmla="*/ 472611 w 1905657"/>
                <a:gd name="connsiteY852" fmla="*/ 22776 h 1221162"/>
                <a:gd name="connsiteX853" fmla="*/ 470323 w 1905657"/>
                <a:gd name="connsiteY853" fmla="*/ 21027 h 1221162"/>
                <a:gd name="connsiteX854" fmla="*/ 466621 w 1905657"/>
                <a:gd name="connsiteY854" fmla="*/ 19614 h 1221162"/>
                <a:gd name="connsiteX855" fmla="*/ 461505 w 1905657"/>
                <a:gd name="connsiteY855" fmla="*/ 19076 h 1221162"/>
                <a:gd name="connsiteX856" fmla="*/ 456726 w 1905657"/>
                <a:gd name="connsiteY856" fmla="*/ 19076 h 1221162"/>
                <a:gd name="connsiteX857" fmla="*/ 452284 w 1905657"/>
                <a:gd name="connsiteY857" fmla="*/ 19076 h 1221162"/>
                <a:gd name="connsiteX858" fmla="*/ 448818 w 1905657"/>
                <a:gd name="connsiteY858" fmla="*/ 18975 h 1221162"/>
                <a:gd name="connsiteX859" fmla="*/ 446967 w 1905657"/>
                <a:gd name="connsiteY859" fmla="*/ 21262 h 1221162"/>
                <a:gd name="connsiteX860" fmla="*/ 446967 w 1905657"/>
                <a:gd name="connsiteY860" fmla="*/ 22675 h 1221162"/>
                <a:gd name="connsiteX861" fmla="*/ 449995 w 1905657"/>
                <a:gd name="connsiteY861" fmla="*/ 25265 h 1221162"/>
                <a:gd name="connsiteX862" fmla="*/ 450197 w 1905657"/>
                <a:gd name="connsiteY862" fmla="*/ 26342 h 1221162"/>
                <a:gd name="connsiteX863" fmla="*/ 449423 w 1905657"/>
                <a:gd name="connsiteY863" fmla="*/ 27216 h 1221162"/>
                <a:gd name="connsiteX864" fmla="*/ 446933 w 1905657"/>
                <a:gd name="connsiteY864" fmla="*/ 29403 h 1221162"/>
                <a:gd name="connsiteX865" fmla="*/ 445957 w 1905657"/>
                <a:gd name="connsiteY865" fmla="*/ 30614 h 1221162"/>
                <a:gd name="connsiteX866" fmla="*/ 444442 w 1905657"/>
                <a:gd name="connsiteY866" fmla="*/ 31489 h 1221162"/>
                <a:gd name="connsiteX867" fmla="*/ 441514 w 1905657"/>
                <a:gd name="connsiteY867" fmla="*/ 32700 h 1221162"/>
                <a:gd name="connsiteX868" fmla="*/ 439865 w 1905657"/>
                <a:gd name="connsiteY868" fmla="*/ 33137 h 1221162"/>
                <a:gd name="connsiteX869" fmla="*/ 438014 w 1905657"/>
                <a:gd name="connsiteY869" fmla="*/ 34112 h 1221162"/>
                <a:gd name="connsiteX870" fmla="*/ 435288 w 1905657"/>
                <a:gd name="connsiteY870" fmla="*/ 34886 h 1221162"/>
                <a:gd name="connsiteX871" fmla="*/ 430812 w 1905657"/>
                <a:gd name="connsiteY871" fmla="*/ 35660 h 1221162"/>
                <a:gd name="connsiteX872" fmla="*/ 427985 w 1905657"/>
                <a:gd name="connsiteY872" fmla="*/ 36097 h 1221162"/>
                <a:gd name="connsiteX873" fmla="*/ 426235 w 1905657"/>
                <a:gd name="connsiteY873" fmla="*/ 37947 h 1221162"/>
                <a:gd name="connsiteX874" fmla="*/ 421658 w 1905657"/>
                <a:gd name="connsiteY874" fmla="*/ 39798 h 1221162"/>
                <a:gd name="connsiteX875" fmla="*/ 419605 w 1905657"/>
                <a:gd name="connsiteY875" fmla="*/ 42085 h 1221162"/>
                <a:gd name="connsiteX876" fmla="*/ 417115 w 1905657"/>
                <a:gd name="connsiteY876" fmla="*/ 45449 h 1221162"/>
                <a:gd name="connsiteX877" fmla="*/ 415802 w 1905657"/>
                <a:gd name="connsiteY877" fmla="*/ 47736 h 1221162"/>
                <a:gd name="connsiteX878" fmla="*/ 413312 w 1905657"/>
                <a:gd name="connsiteY878" fmla="*/ 49048 h 1221162"/>
                <a:gd name="connsiteX879" fmla="*/ 408735 w 1905657"/>
                <a:gd name="connsiteY879" fmla="*/ 50360 h 1221162"/>
                <a:gd name="connsiteX880" fmla="*/ 402643 w 1905657"/>
                <a:gd name="connsiteY880" fmla="*/ 50562 h 1221162"/>
                <a:gd name="connsiteX881" fmla="*/ 398605 w 1905657"/>
                <a:gd name="connsiteY881" fmla="*/ 51000 h 1221162"/>
                <a:gd name="connsiteX882" fmla="*/ 394364 w 1905657"/>
                <a:gd name="connsiteY882" fmla="*/ 51201 h 1221162"/>
                <a:gd name="connsiteX883" fmla="*/ 390326 w 1905657"/>
                <a:gd name="connsiteY883" fmla="*/ 51302 h 1221162"/>
                <a:gd name="connsiteX884" fmla="*/ 385883 w 1905657"/>
                <a:gd name="connsiteY884" fmla="*/ 51403 h 1221162"/>
                <a:gd name="connsiteX885" fmla="*/ 381744 w 1905657"/>
                <a:gd name="connsiteY885" fmla="*/ 49217 h 1221162"/>
                <a:gd name="connsiteX886" fmla="*/ 374037 w 1905657"/>
                <a:gd name="connsiteY886" fmla="*/ 48678 h 1221162"/>
                <a:gd name="connsiteX887" fmla="*/ 368619 w 1905657"/>
                <a:gd name="connsiteY887" fmla="*/ 45853 h 1221162"/>
                <a:gd name="connsiteX888" fmla="*/ 368619 w 1905657"/>
                <a:gd name="connsiteY888" fmla="*/ 41816 h 1221162"/>
                <a:gd name="connsiteX889" fmla="*/ 367104 w 1905657"/>
                <a:gd name="connsiteY889" fmla="*/ 38889 h 1221162"/>
                <a:gd name="connsiteX890" fmla="*/ 364378 w 1905657"/>
                <a:gd name="connsiteY890" fmla="*/ 35189 h 1221162"/>
                <a:gd name="connsiteX891" fmla="*/ 360474 w 1905657"/>
                <a:gd name="connsiteY891" fmla="*/ 32901 h 1221162"/>
                <a:gd name="connsiteX892" fmla="*/ 353844 w 1905657"/>
                <a:gd name="connsiteY892" fmla="*/ 30849 h 1221162"/>
                <a:gd name="connsiteX893" fmla="*/ 350681 w 1905657"/>
                <a:gd name="connsiteY893" fmla="*/ 30513 h 1221162"/>
                <a:gd name="connsiteX894" fmla="*/ 345666 w 1905657"/>
                <a:gd name="connsiteY894" fmla="*/ 28999 h 1221162"/>
                <a:gd name="connsiteX895" fmla="*/ 339036 w 1905657"/>
                <a:gd name="connsiteY895" fmla="*/ 25837 h 1221162"/>
                <a:gd name="connsiteX896" fmla="*/ 338397 w 1905657"/>
                <a:gd name="connsiteY896" fmla="*/ 24525 h 1221162"/>
                <a:gd name="connsiteX897" fmla="*/ 335233 w 1905657"/>
                <a:gd name="connsiteY897" fmla="*/ 21800 h 1221162"/>
                <a:gd name="connsiteX898" fmla="*/ 332070 w 1905657"/>
                <a:gd name="connsiteY898" fmla="*/ 19311 h 1221162"/>
                <a:gd name="connsiteX899" fmla="*/ 329478 w 1905657"/>
                <a:gd name="connsiteY899" fmla="*/ 19513 h 1221162"/>
                <a:gd name="connsiteX900" fmla="*/ 328603 w 1905657"/>
                <a:gd name="connsiteY900" fmla="*/ 21363 h 1221162"/>
                <a:gd name="connsiteX901" fmla="*/ 328603 w 1905657"/>
                <a:gd name="connsiteY901" fmla="*/ 22675 h 1221162"/>
                <a:gd name="connsiteX902" fmla="*/ 329243 w 1905657"/>
                <a:gd name="connsiteY902" fmla="*/ 25837 h 1221162"/>
                <a:gd name="connsiteX903" fmla="*/ 328603 w 1905657"/>
                <a:gd name="connsiteY903" fmla="*/ 26611 h 1221162"/>
                <a:gd name="connsiteX904" fmla="*/ 325675 w 1905657"/>
                <a:gd name="connsiteY904" fmla="*/ 27586 h 1221162"/>
                <a:gd name="connsiteX905" fmla="*/ 324464 w 1905657"/>
                <a:gd name="connsiteY905" fmla="*/ 28225 h 1221162"/>
                <a:gd name="connsiteX906" fmla="*/ 321199 w 1905657"/>
                <a:gd name="connsiteY906" fmla="*/ 28764 h 1221162"/>
                <a:gd name="connsiteX907" fmla="*/ 319012 w 1905657"/>
                <a:gd name="connsiteY907" fmla="*/ 28764 h 1221162"/>
                <a:gd name="connsiteX908" fmla="*/ 312045 w 1905657"/>
                <a:gd name="connsiteY908" fmla="*/ 23550 h 1221162"/>
                <a:gd name="connsiteX909" fmla="*/ 309016 w 1905657"/>
                <a:gd name="connsiteY909" fmla="*/ 20623 h 1221162"/>
                <a:gd name="connsiteX910" fmla="*/ 303901 w 1905657"/>
                <a:gd name="connsiteY910" fmla="*/ 17259 h 1221162"/>
                <a:gd name="connsiteX911" fmla="*/ 299559 w 1905657"/>
                <a:gd name="connsiteY911" fmla="*/ 13693 h 1221162"/>
                <a:gd name="connsiteX912" fmla="*/ 295319 w 1905657"/>
                <a:gd name="connsiteY912" fmla="*/ 10430 h 1221162"/>
                <a:gd name="connsiteX913" fmla="*/ 291718 w 1905657"/>
                <a:gd name="connsiteY913" fmla="*/ 8143 h 1221162"/>
                <a:gd name="connsiteX914" fmla="*/ 289026 w 1905657"/>
                <a:gd name="connsiteY914" fmla="*/ 5317 h 1221162"/>
                <a:gd name="connsiteX915" fmla="*/ 288487 w 1905657"/>
                <a:gd name="connsiteY915" fmla="*/ 3265 h 1221162"/>
                <a:gd name="connsiteX916" fmla="*/ 287713 w 1905657"/>
                <a:gd name="connsiteY916" fmla="*/ 1583 h 1221162"/>
                <a:gd name="connsiteX917" fmla="*/ 284886 w 1905657"/>
                <a:gd name="connsiteY917" fmla="*/ 977 h 1221162"/>
                <a:gd name="connsiteX918" fmla="*/ 282497 w 1905657"/>
                <a:gd name="connsiteY918" fmla="*/ 977 h 1221162"/>
                <a:gd name="connsiteX919" fmla="*/ 279468 w 1905657"/>
                <a:gd name="connsiteY919" fmla="*/ 204 h 1221162"/>
                <a:gd name="connsiteX920" fmla="*/ 276304 w 1905657"/>
                <a:gd name="connsiteY920" fmla="*/ 1078 h 1221162"/>
                <a:gd name="connsiteX921" fmla="*/ 273275 w 1905657"/>
                <a:gd name="connsiteY921" fmla="*/ 1617 h 1221162"/>
                <a:gd name="connsiteX922" fmla="*/ 269270 w 1905657"/>
                <a:gd name="connsiteY922" fmla="*/ 3130 h 1221162"/>
                <a:gd name="connsiteX923" fmla="*/ 265905 w 1905657"/>
                <a:gd name="connsiteY923" fmla="*/ 4207 h 1221162"/>
                <a:gd name="connsiteX924" fmla="*/ 262304 w 1905657"/>
                <a:gd name="connsiteY924" fmla="*/ 4981 h 1221162"/>
                <a:gd name="connsiteX925" fmla="*/ 259813 w 1905657"/>
                <a:gd name="connsiteY925" fmla="*/ 6494 h 1221162"/>
                <a:gd name="connsiteX926" fmla="*/ 257760 w 1905657"/>
                <a:gd name="connsiteY926" fmla="*/ 9522 h 1221162"/>
                <a:gd name="connsiteX927" fmla="*/ 257323 w 1905657"/>
                <a:gd name="connsiteY927" fmla="*/ 11910 h 1221162"/>
                <a:gd name="connsiteX928" fmla="*/ 257323 w 1905657"/>
                <a:gd name="connsiteY928" fmla="*/ 15712 h 1221162"/>
                <a:gd name="connsiteX929" fmla="*/ 258400 w 1905657"/>
                <a:gd name="connsiteY929" fmla="*/ 18739 h 1221162"/>
                <a:gd name="connsiteX930" fmla="*/ 258063 w 1905657"/>
                <a:gd name="connsiteY930" fmla="*/ 20926 h 1221162"/>
                <a:gd name="connsiteX931" fmla="*/ 257289 w 1905657"/>
                <a:gd name="connsiteY931" fmla="*/ 22137 h 1221162"/>
                <a:gd name="connsiteX932" fmla="*/ 253688 w 1905657"/>
                <a:gd name="connsiteY932" fmla="*/ 24963 h 1221162"/>
                <a:gd name="connsiteX933" fmla="*/ 251635 w 1905657"/>
                <a:gd name="connsiteY933" fmla="*/ 26174 h 1221162"/>
                <a:gd name="connsiteX934" fmla="*/ 247731 w 1905657"/>
                <a:gd name="connsiteY934" fmla="*/ 28125 h 1221162"/>
                <a:gd name="connsiteX935" fmla="*/ 245140 w 1905657"/>
                <a:gd name="connsiteY935" fmla="*/ 29201 h 1221162"/>
                <a:gd name="connsiteX936" fmla="*/ 243289 w 1905657"/>
                <a:gd name="connsiteY936" fmla="*/ 30614 h 1221162"/>
                <a:gd name="connsiteX937" fmla="*/ 241976 w 1905657"/>
                <a:gd name="connsiteY937" fmla="*/ 34314 h 1221162"/>
                <a:gd name="connsiteX938" fmla="*/ 237097 w 1905657"/>
                <a:gd name="connsiteY938" fmla="*/ 36938 h 1221162"/>
                <a:gd name="connsiteX939" fmla="*/ 234270 w 1905657"/>
                <a:gd name="connsiteY939" fmla="*/ 38250 h 1221162"/>
                <a:gd name="connsiteX940" fmla="*/ 230029 w 1905657"/>
                <a:gd name="connsiteY940" fmla="*/ 42590 h 1221162"/>
                <a:gd name="connsiteX941" fmla="*/ 228178 w 1905657"/>
                <a:gd name="connsiteY941" fmla="*/ 45180 h 1221162"/>
                <a:gd name="connsiteX942" fmla="*/ 223837 w 1905657"/>
                <a:gd name="connsiteY942" fmla="*/ 48544 h 1221162"/>
                <a:gd name="connsiteX943" fmla="*/ 215894 w 1905657"/>
                <a:gd name="connsiteY943" fmla="*/ 48914 h 1221162"/>
                <a:gd name="connsiteX944" fmla="*/ 212529 w 1905657"/>
                <a:gd name="connsiteY944" fmla="*/ 49620 h 1221162"/>
                <a:gd name="connsiteX945" fmla="*/ 207750 w 1905657"/>
                <a:gd name="connsiteY945" fmla="*/ 49620 h 1221162"/>
                <a:gd name="connsiteX946" fmla="*/ 203711 w 1905657"/>
                <a:gd name="connsiteY946" fmla="*/ 53220 h 1221162"/>
                <a:gd name="connsiteX947" fmla="*/ 200548 w 1905657"/>
                <a:gd name="connsiteY947" fmla="*/ 56382 h 1221162"/>
                <a:gd name="connsiteX948" fmla="*/ 197081 w 1905657"/>
                <a:gd name="connsiteY948" fmla="*/ 61226 h 1221162"/>
                <a:gd name="connsiteX949" fmla="*/ 190990 w 1905657"/>
                <a:gd name="connsiteY949" fmla="*/ 61226 h 1221162"/>
                <a:gd name="connsiteX950" fmla="*/ 178268 w 1905657"/>
                <a:gd name="connsiteY950" fmla="*/ 61932 h 1221162"/>
                <a:gd name="connsiteX951" fmla="*/ 174028 w 1905657"/>
                <a:gd name="connsiteY951" fmla="*/ 61831 h 1221162"/>
                <a:gd name="connsiteX952" fmla="*/ 170427 w 1905657"/>
                <a:gd name="connsiteY952" fmla="*/ 60957 h 1221162"/>
                <a:gd name="connsiteX953" fmla="*/ 165749 w 1905657"/>
                <a:gd name="connsiteY953" fmla="*/ 61831 h 1221162"/>
                <a:gd name="connsiteX954" fmla="*/ 162518 w 1905657"/>
                <a:gd name="connsiteY954" fmla="*/ 61831 h 1221162"/>
                <a:gd name="connsiteX955" fmla="*/ 158076 w 1905657"/>
                <a:gd name="connsiteY955" fmla="*/ 65969 h 1221162"/>
                <a:gd name="connsiteX956" fmla="*/ 153196 w 1905657"/>
                <a:gd name="connsiteY956" fmla="*/ 68694 h 1221162"/>
                <a:gd name="connsiteX957" fmla="*/ 150369 w 1905657"/>
                <a:gd name="connsiteY957" fmla="*/ 70746 h 1221162"/>
                <a:gd name="connsiteX958" fmla="*/ 147003 w 1905657"/>
                <a:gd name="connsiteY958" fmla="*/ 72260 h 1221162"/>
                <a:gd name="connsiteX959" fmla="*/ 141787 w 1905657"/>
                <a:gd name="connsiteY959" fmla="*/ 71923 h 1221162"/>
                <a:gd name="connsiteX960" fmla="*/ 137782 w 1905657"/>
                <a:gd name="connsiteY960" fmla="*/ 72024 h 1221162"/>
                <a:gd name="connsiteX961" fmla="*/ 130815 w 1905657"/>
                <a:gd name="connsiteY961" fmla="*/ 72226 h 1221162"/>
                <a:gd name="connsiteX962" fmla="*/ 125700 w 1905657"/>
                <a:gd name="connsiteY962" fmla="*/ 73303 h 1221162"/>
                <a:gd name="connsiteX963" fmla="*/ 120685 w 1905657"/>
                <a:gd name="connsiteY963" fmla="*/ 73202 h 1221162"/>
                <a:gd name="connsiteX964" fmla="*/ 120147 w 1905657"/>
                <a:gd name="connsiteY964" fmla="*/ 77676 h 1221162"/>
                <a:gd name="connsiteX965" fmla="*/ 117926 w 1905657"/>
                <a:gd name="connsiteY965" fmla="*/ 79190 h 1221162"/>
                <a:gd name="connsiteX966" fmla="*/ 112978 w 1905657"/>
                <a:gd name="connsiteY966" fmla="*/ 82789 h 1221162"/>
                <a:gd name="connsiteX967" fmla="*/ 112978 w 1905657"/>
                <a:gd name="connsiteY967" fmla="*/ 85278 h 1221162"/>
                <a:gd name="connsiteX968" fmla="*/ 109950 w 1905657"/>
                <a:gd name="connsiteY968" fmla="*/ 87330 h 1221162"/>
                <a:gd name="connsiteX969" fmla="*/ 108435 w 1905657"/>
                <a:gd name="connsiteY969" fmla="*/ 88642 h 1221162"/>
                <a:gd name="connsiteX970" fmla="*/ 106685 w 1905657"/>
                <a:gd name="connsiteY970" fmla="*/ 90156 h 1221162"/>
                <a:gd name="connsiteX971" fmla="*/ 103959 w 1905657"/>
                <a:gd name="connsiteY971" fmla="*/ 91132 h 1221162"/>
                <a:gd name="connsiteX972" fmla="*/ 100358 w 1905657"/>
                <a:gd name="connsiteY972" fmla="*/ 92511 h 1221162"/>
                <a:gd name="connsiteX973" fmla="*/ 95882 w 1905657"/>
                <a:gd name="connsiteY973" fmla="*/ 93217 h 1221162"/>
                <a:gd name="connsiteX974" fmla="*/ 91978 w 1905657"/>
                <a:gd name="connsiteY974" fmla="*/ 94092 h 1221162"/>
                <a:gd name="connsiteX975" fmla="*/ 88209 w 1905657"/>
                <a:gd name="connsiteY975" fmla="*/ 94529 h 1221162"/>
                <a:gd name="connsiteX976" fmla="*/ 85314 w 1905657"/>
                <a:gd name="connsiteY976" fmla="*/ 95101 h 1221162"/>
                <a:gd name="connsiteX977" fmla="*/ 82723 w 1905657"/>
                <a:gd name="connsiteY977" fmla="*/ 95404 h 1221162"/>
                <a:gd name="connsiteX978" fmla="*/ 81713 w 1905657"/>
                <a:gd name="connsiteY978" fmla="*/ 96413 h 1221162"/>
                <a:gd name="connsiteX979" fmla="*/ 82285 w 1905657"/>
                <a:gd name="connsiteY979" fmla="*/ 99609 h 1221162"/>
                <a:gd name="connsiteX980" fmla="*/ 82588 w 1905657"/>
                <a:gd name="connsiteY980" fmla="*/ 103814 h 1221162"/>
                <a:gd name="connsiteX981" fmla="*/ 84776 w 1905657"/>
                <a:gd name="connsiteY981" fmla="*/ 108019 h 1221162"/>
                <a:gd name="connsiteX982" fmla="*/ 85348 w 1905657"/>
                <a:gd name="connsiteY982" fmla="*/ 110777 h 1221162"/>
                <a:gd name="connsiteX983" fmla="*/ 85651 w 1905657"/>
                <a:gd name="connsiteY983" fmla="*/ 116731 h 1221162"/>
                <a:gd name="connsiteX984" fmla="*/ 85213 w 1905657"/>
                <a:gd name="connsiteY984" fmla="*/ 124973 h 1221162"/>
                <a:gd name="connsiteX985" fmla="*/ 81747 w 1905657"/>
                <a:gd name="connsiteY985" fmla="*/ 129010 h 1221162"/>
                <a:gd name="connsiteX986" fmla="*/ 81747 w 1905657"/>
                <a:gd name="connsiteY986" fmla="*/ 133921 h 1221162"/>
                <a:gd name="connsiteX987" fmla="*/ 79559 w 1905657"/>
                <a:gd name="connsiteY987" fmla="*/ 135670 h 1221162"/>
                <a:gd name="connsiteX988" fmla="*/ 76531 w 1905657"/>
                <a:gd name="connsiteY988" fmla="*/ 138429 h 1221162"/>
                <a:gd name="connsiteX989" fmla="*/ 74848 w 1905657"/>
                <a:gd name="connsiteY989" fmla="*/ 141894 h 1221162"/>
                <a:gd name="connsiteX990" fmla="*/ 73030 w 1905657"/>
                <a:gd name="connsiteY990" fmla="*/ 145224 h 1221162"/>
                <a:gd name="connsiteX991" fmla="*/ 73030 w 1905657"/>
                <a:gd name="connsiteY991" fmla="*/ 147848 h 1221162"/>
                <a:gd name="connsiteX992" fmla="*/ 73030 w 1905657"/>
                <a:gd name="connsiteY992" fmla="*/ 153062 h 1221162"/>
                <a:gd name="connsiteX993" fmla="*/ 76800 w 1905657"/>
                <a:gd name="connsiteY993" fmla="*/ 161169 h 1221162"/>
                <a:gd name="connsiteX994" fmla="*/ 83329 w 1905657"/>
                <a:gd name="connsiteY994" fmla="*/ 175365 h 1221162"/>
                <a:gd name="connsiteX995" fmla="*/ 85516 w 1905657"/>
                <a:gd name="connsiteY995" fmla="*/ 179268 h 1221162"/>
                <a:gd name="connsiteX996" fmla="*/ 86526 w 1905657"/>
                <a:gd name="connsiteY996" fmla="*/ 183472 h 1221162"/>
                <a:gd name="connsiteX997" fmla="*/ 87536 w 1905657"/>
                <a:gd name="connsiteY997" fmla="*/ 188687 h 1221162"/>
                <a:gd name="connsiteX998" fmla="*/ 88983 w 1905657"/>
                <a:gd name="connsiteY998" fmla="*/ 192892 h 1221162"/>
                <a:gd name="connsiteX999" fmla="*/ 89689 w 1905657"/>
                <a:gd name="connsiteY999" fmla="*/ 194641 h 1221162"/>
                <a:gd name="connsiteX1000" fmla="*/ 91877 w 1905657"/>
                <a:gd name="connsiteY1000" fmla="*/ 198106 h 1221162"/>
                <a:gd name="connsiteX1001" fmla="*/ 97968 w 1905657"/>
                <a:gd name="connsiteY1001" fmla="*/ 204632 h 1221162"/>
                <a:gd name="connsiteX1002" fmla="*/ 99483 w 1905657"/>
                <a:gd name="connsiteY1002" fmla="*/ 206818 h 1221162"/>
                <a:gd name="connsiteX1003" fmla="*/ 100863 w 1905657"/>
                <a:gd name="connsiteY1003" fmla="*/ 209577 h 1221162"/>
                <a:gd name="connsiteX1004" fmla="*/ 100863 w 1905657"/>
                <a:gd name="connsiteY1004" fmla="*/ 212201 h 1221162"/>
                <a:gd name="connsiteX1005" fmla="*/ 98978 w 1905657"/>
                <a:gd name="connsiteY1005" fmla="*/ 216540 h 1221162"/>
                <a:gd name="connsiteX1006" fmla="*/ 97228 w 1905657"/>
                <a:gd name="connsiteY1006" fmla="*/ 221317 h 1221162"/>
                <a:gd name="connsiteX1007" fmla="*/ 95916 w 1905657"/>
                <a:gd name="connsiteY1007" fmla="*/ 223638 h 1221162"/>
                <a:gd name="connsiteX1008" fmla="*/ 95343 w 1905657"/>
                <a:gd name="connsiteY1008" fmla="*/ 226666 h 1221162"/>
                <a:gd name="connsiteX1009" fmla="*/ 96925 w 1905657"/>
                <a:gd name="connsiteY1009" fmla="*/ 233192 h 1221162"/>
                <a:gd name="connsiteX1010" fmla="*/ 98372 w 1905657"/>
                <a:gd name="connsiteY1010" fmla="*/ 240424 h 1221162"/>
                <a:gd name="connsiteX1011" fmla="*/ 97632 w 1905657"/>
                <a:gd name="connsiteY1011" fmla="*/ 244629 h 1221162"/>
                <a:gd name="connsiteX1012" fmla="*/ 95613 w 1905657"/>
                <a:gd name="connsiteY1012" fmla="*/ 246076 h 1221162"/>
                <a:gd name="connsiteX1013" fmla="*/ 95613 w 1905657"/>
                <a:gd name="connsiteY1013" fmla="*/ 246950 h 1221162"/>
                <a:gd name="connsiteX1014" fmla="*/ 95613 w 1905657"/>
                <a:gd name="connsiteY1014" fmla="*/ 250415 h 1221162"/>
                <a:gd name="connsiteX1015" fmla="*/ 94872 w 1905657"/>
                <a:gd name="connsiteY1015" fmla="*/ 253308 h 1221162"/>
                <a:gd name="connsiteX1016" fmla="*/ 93863 w 1905657"/>
                <a:gd name="connsiteY1016" fmla="*/ 257648 h 1221162"/>
                <a:gd name="connsiteX1017" fmla="*/ 94166 w 1905657"/>
                <a:gd name="connsiteY1017" fmla="*/ 260541 h 1221162"/>
                <a:gd name="connsiteX1018" fmla="*/ 94166 w 1905657"/>
                <a:gd name="connsiteY1018" fmla="*/ 262727 h 1221162"/>
                <a:gd name="connsiteX1019" fmla="*/ 93425 w 1905657"/>
                <a:gd name="connsiteY1019" fmla="*/ 265351 h 1221162"/>
                <a:gd name="connsiteX1020" fmla="*/ 93291 w 1905657"/>
                <a:gd name="connsiteY1020" fmla="*/ 267370 h 1221162"/>
                <a:gd name="connsiteX1021" fmla="*/ 91978 w 1905657"/>
                <a:gd name="connsiteY1021" fmla="*/ 270566 h 1221162"/>
                <a:gd name="connsiteX1022" fmla="*/ 89521 w 1905657"/>
                <a:gd name="connsiteY1022" fmla="*/ 274198 h 1221162"/>
                <a:gd name="connsiteX1023" fmla="*/ 87334 w 1905657"/>
                <a:gd name="connsiteY1023" fmla="*/ 276217 h 1221162"/>
                <a:gd name="connsiteX1024" fmla="*/ 84305 w 1905657"/>
                <a:gd name="connsiteY1024" fmla="*/ 278841 h 1221162"/>
                <a:gd name="connsiteX1025" fmla="*/ 80670 w 1905657"/>
                <a:gd name="connsiteY1025" fmla="*/ 281734 h 1221162"/>
                <a:gd name="connsiteX1026" fmla="*/ 78079 w 1905657"/>
                <a:gd name="connsiteY1026" fmla="*/ 283483 h 1221162"/>
                <a:gd name="connsiteX1027" fmla="*/ 75117 w 1905657"/>
                <a:gd name="connsiteY1027" fmla="*/ 284190 h 1221162"/>
                <a:gd name="connsiteX1028" fmla="*/ 73030 w 1905657"/>
                <a:gd name="connsiteY1028" fmla="*/ 287654 h 1221162"/>
                <a:gd name="connsiteX1029" fmla="*/ 73030 w 1905657"/>
                <a:gd name="connsiteY1029" fmla="*/ 288664 h 1221162"/>
                <a:gd name="connsiteX1030" fmla="*/ 72155 w 1905657"/>
                <a:gd name="connsiteY1030" fmla="*/ 289975 h 1221162"/>
                <a:gd name="connsiteX1031" fmla="*/ 70641 w 1905657"/>
                <a:gd name="connsiteY1031" fmla="*/ 290682 h 1221162"/>
                <a:gd name="connsiteX1032" fmla="*/ 69127 w 1905657"/>
                <a:gd name="connsiteY1032" fmla="*/ 293003 h 1221162"/>
                <a:gd name="connsiteX1033" fmla="*/ 66535 w 1905657"/>
                <a:gd name="connsiteY1033" fmla="*/ 293945 h 1221162"/>
                <a:gd name="connsiteX1034" fmla="*/ 64482 w 1905657"/>
                <a:gd name="connsiteY1034" fmla="*/ 294382 h 1221162"/>
                <a:gd name="connsiteX1035" fmla="*/ 60343 w 1905657"/>
                <a:gd name="connsiteY1035" fmla="*/ 294382 h 1221162"/>
                <a:gd name="connsiteX1036" fmla="*/ 58727 w 1905657"/>
                <a:gd name="connsiteY1036" fmla="*/ 294113 h 1221162"/>
                <a:gd name="connsiteX1037" fmla="*/ 55732 w 1905657"/>
                <a:gd name="connsiteY1037" fmla="*/ 293676 h 1221162"/>
                <a:gd name="connsiteX1038" fmla="*/ 51592 w 1905657"/>
                <a:gd name="connsiteY1038" fmla="*/ 291826 h 1221162"/>
                <a:gd name="connsiteX1039" fmla="*/ 46713 w 1905657"/>
                <a:gd name="connsiteY1039" fmla="*/ 288731 h 1221162"/>
                <a:gd name="connsiteX1040" fmla="*/ 46006 w 1905657"/>
                <a:gd name="connsiteY1040" fmla="*/ 286813 h 1221162"/>
                <a:gd name="connsiteX1041" fmla="*/ 43246 w 1905657"/>
                <a:gd name="connsiteY1041" fmla="*/ 281667 h 1221162"/>
                <a:gd name="connsiteX1042" fmla="*/ 42203 w 1905657"/>
                <a:gd name="connsiteY1042" fmla="*/ 277226 h 1221162"/>
                <a:gd name="connsiteX1043" fmla="*/ 42203 w 1905657"/>
                <a:gd name="connsiteY1043" fmla="*/ 274468 h 1221162"/>
                <a:gd name="connsiteX1044" fmla="*/ 42809 w 1905657"/>
                <a:gd name="connsiteY1044" fmla="*/ 272416 h 1221162"/>
                <a:gd name="connsiteX1045" fmla="*/ 44761 w 1905657"/>
                <a:gd name="connsiteY1045" fmla="*/ 270397 h 1221162"/>
                <a:gd name="connsiteX1046" fmla="*/ 45804 w 1905657"/>
                <a:gd name="connsiteY1046" fmla="*/ 268715 h 1221162"/>
                <a:gd name="connsiteX1047" fmla="*/ 44054 w 1905657"/>
                <a:gd name="connsiteY1047" fmla="*/ 264544 h 1221162"/>
                <a:gd name="connsiteX1048" fmla="*/ 44390 w 1905657"/>
                <a:gd name="connsiteY1048" fmla="*/ 259061 h 1221162"/>
                <a:gd name="connsiteX1049" fmla="*/ 43448 w 1905657"/>
                <a:gd name="connsiteY1049" fmla="*/ 256134 h 1221162"/>
                <a:gd name="connsiteX1050" fmla="*/ 43515 w 1905657"/>
                <a:gd name="connsiteY1050" fmla="*/ 253510 h 1221162"/>
                <a:gd name="connsiteX1051" fmla="*/ 41698 w 1905657"/>
                <a:gd name="connsiteY1051" fmla="*/ 250819 h 1221162"/>
                <a:gd name="connsiteX1052" fmla="*/ 39376 w 1905657"/>
                <a:gd name="connsiteY1052" fmla="*/ 248296 h 1221162"/>
                <a:gd name="connsiteX1053" fmla="*/ 37054 w 1905657"/>
                <a:gd name="connsiteY1053" fmla="*/ 249440 h 1221162"/>
                <a:gd name="connsiteX1054" fmla="*/ 34361 w 1905657"/>
                <a:gd name="connsiteY1054" fmla="*/ 251626 h 1221162"/>
                <a:gd name="connsiteX1055" fmla="*/ 32914 w 1905657"/>
                <a:gd name="connsiteY1055" fmla="*/ 252636 h 1221162"/>
                <a:gd name="connsiteX1056" fmla="*/ 30727 w 1905657"/>
                <a:gd name="connsiteY1056" fmla="*/ 253880 h 1221162"/>
                <a:gd name="connsiteX1057" fmla="*/ 26890 w 1905657"/>
                <a:gd name="connsiteY1057" fmla="*/ 252736 h 1221162"/>
                <a:gd name="connsiteX1058" fmla="*/ 24366 w 1905657"/>
                <a:gd name="connsiteY1058" fmla="*/ 253308 h 1221162"/>
                <a:gd name="connsiteX1059" fmla="*/ 19351 w 1905657"/>
                <a:gd name="connsiteY1059" fmla="*/ 253813 h 1221162"/>
                <a:gd name="connsiteX1060" fmla="*/ 16020 w 1905657"/>
                <a:gd name="connsiteY1060" fmla="*/ 254957 h 1221162"/>
                <a:gd name="connsiteX1061" fmla="*/ 13697 w 1905657"/>
                <a:gd name="connsiteY1061" fmla="*/ 259431 h 1221162"/>
                <a:gd name="connsiteX1062" fmla="*/ 10870 w 1905657"/>
                <a:gd name="connsiteY1062" fmla="*/ 262391 h 1221162"/>
                <a:gd name="connsiteX1063" fmla="*/ 9524 w 1905657"/>
                <a:gd name="connsiteY1063" fmla="*/ 266596 h 1221162"/>
                <a:gd name="connsiteX1064" fmla="*/ 8683 w 1905657"/>
                <a:gd name="connsiteY1064" fmla="*/ 272685 h 1221162"/>
                <a:gd name="connsiteX1065" fmla="*/ 8683 w 1905657"/>
                <a:gd name="connsiteY1065" fmla="*/ 276520 h 1221162"/>
                <a:gd name="connsiteX1066" fmla="*/ 6933 w 1905657"/>
                <a:gd name="connsiteY1066" fmla="*/ 283315 h 1221162"/>
                <a:gd name="connsiteX1067" fmla="*/ 6933 w 1905657"/>
                <a:gd name="connsiteY1067" fmla="*/ 288664 h 1221162"/>
                <a:gd name="connsiteX1068" fmla="*/ 3904 w 1905657"/>
                <a:gd name="connsiteY1068" fmla="*/ 292869 h 1221162"/>
                <a:gd name="connsiteX1069" fmla="*/ 1716 w 1905657"/>
                <a:gd name="connsiteY1069" fmla="*/ 298957 h 1221162"/>
                <a:gd name="connsiteX1070" fmla="*/ 2457 w 1905657"/>
                <a:gd name="connsiteY1070" fmla="*/ 303028 h 1221162"/>
                <a:gd name="connsiteX1071" fmla="*/ 4779 w 1905657"/>
                <a:gd name="connsiteY1071" fmla="*/ 309116 h 1221162"/>
                <a:gd name="connsiteX1072" fmla="*/ 6361 w 1905657"/>
                <a:gd name="connsiteY1072" fmla="*/ 314331 h 1221162"/>
                <a:gd name="connsiteX1073" fmla="*/ 8380 w 1905657"/>
                <a:gd name="connsiteY1073" fmla="*/ 320554 h 1221162"/>
                <a:gd name="connsiteX1074" fmla="*/ 12284 w 1905657"/>
                <a:gd name="connsiteY1074" fmla="*/ 325196 h 1221162"/>
                <a:gd name="connsiteX1075" fmla="*/ 15481 w 1905657"/>
                <a:gd name="connsiteY1075" fmla="*/ 327955 h 1221162"/>
                <a:gd name="connsiteX1076" fmla="*/ 17366 w 1905657"/>
                <a:gd name="connsiteY1076" fmla="*/ 328998 h 1221162"/>
                <a:gd name="connsiteX1077" fmla="*/ 19553 w 1905657"/>
                <a:gd name="connsiteY1077" fmla="*/ 330747 h 1221162"/>
                <a:gd name="connsiteX1078" fmla="*/ 21169 w 1905657"/>
                <a:gd name="connsiteY1078" fmla="*/ 333371 h 1221162"/>
                <a:gd name="connsiteX1079" fmla="*/ 21068 w 1905657"/>
                <a:gd name="connsiteY1079" fmla="*/ 335860 h 1221162"/>
                <a:gd name="connsiteX1080" fmla="*/ 20092 w 1905657"/>
                <a:gd name="connsiteY1080" fmla="*/ 336835 h 1221162"/>
                <a:gd name="connsiteX1081" fmla="*/ 15952 w 1905657"/>
                <a:gd name="connsiteY1081" fmla="*/ 342252 h 1221162"/>
                <a:gd name="connsiteX1082" fmla="*/ 14101 w 1905657"/>
                <a:gd name="connsiteY1082" fmla="*/ 343227 h 1221162"/>
                <a:gd name="connsiteX1083" fmla="*/ 12688 w 1905657"/>
                <a:gd name="connsiteY1083" fmla="*/ 345178 h 1221162"/>
                <a:gd name="connsiteX1084" fmla="*/ 12048 w 1905657"/>
                <a:gd name="connsiteY1084" fmla="*/ 347903 h 1221162"/>
                <a:gd name="connsiteX1085" fmla="*/ 10971 w 1905657"/>
                <a:gd name="connsiteY1085" fmla="*/ 350191 h 1221162"/>
                <a:gd name="connsiteX1086" fmla="*/ 9659 w 1905657"/>
                <a:gd name="connsiteY1086" fmla="*/ 352142 h 1221162"/>
                <a:gd name="connsiteX1087" fmla="*/ 9322 w 1905657"/>
                <a:gd name="connsiteY1087" fmla="*/ 354194 h 1221162"/>
                <a:gd name="connsiteX1088" fmla="*/ 9120 w 1905657"/>
                <a:gd name="connsiteY1088" fmla="*/ 356918 h 1221162"/>
                <a:gd name="connsiteX1089" fmla="*/ 10197 w 1905657"/>
                <a:gd name="connsiteY1089" fmla="*/ 360081 h 1221162"/>
                <a:gd name="connsiteX1090" fmla="*/ 11611 w 1905657"/>
                <a:gd name="connsiteY1090" fmla="*/ 363007 h 1221162"/>
                <a:gd name="connsiteX1091" fmla="*/ 12923 w 1905657"/>
                <a:gd name="connsiteY1091" fmla="*/ 365631 h 1221162"/>
                <a:gd name="connsiteX1092" fmla="*/ 12048 w 1905657"/>
                <a:gd name="connsiteY1092" fmla="*/ 372157 h 1221162"/>
                <a:gd name="connsiteX1093" fmla="*/ 11409 w 1905657"/>
                <a:gd name="connsiteY1093" fmla="*/ 374983 h 1221162"/>
                <a:gd name="connsiteX1094" fmla="*/ 10769 w 1905657"/>
                <a:gd name="connsiteY1094" fmla="*/ 376497 h 1221162"/>
                <a:gd name="connsiteX1095" fmla="*/ 7168 w 1905657"/>
                <a:gd name="connsiteY1095" fmla="*/ 380836 h 1221162"/>
                <a:gd name="connsiteX1096" fmla="*/ 6529 w 1905657"/>
                <a:gd name="connsiteY1096" fmla="*/ 384436 h 1221162"/>
                <a:gd name="connsiteX1097" fmla="*/ 4880 w 1905657"/>
                <a:gd name="connsiteY1097" fmla="*/ 388338 h 1221162"/>
                <a:gd name="connsiteX1098" fmla="*/ 3130 w 1905657"/>
                <a:gd name="connsiteY1098" fmla="*/ 391063 h 1221162"/>
                <a:gd name="connsiteX1099" fmla="*/ 1615 w 1905657"/>
                <a:gd name="connsiteY1099" fmla="*/ 393451 h 1221162"/>
                <a:gd name="connsiteX1100" fmla="*/ 0 w 1905657"/>
                <a:gd name="connsiteY1100" fmla="*/ 399002 h 1221162"/>
                <a:gd name="connsiteX1101" fmla="*/ 0 w 1905657"/>
                <a:gd name="connsiteY1101" fmla="*/ 403442 h 1221162"/>
                <a:gd name="connsiteX1102" fmla="*/ 3904 w 1905657"/>
                <a:gd name="connsiteY1102" fmla="*/ 408017 h 1221162"/>
                <a:gd name="connsiteX1103" fmla="*/ 9558 w 1905657"/>
                <a:gd name="connsiteY1103" fmla="*/ 413567 h 1221162"/>
                <a:gd name="connsiteX1104" fmla="*/ 11846 w 1905657"/>
                <a:gd name="connsiteY1104" fmla="*/ 415956 h 1221162"/>
                <a:gd name="connsiteX1105" fmla="*/ 13058 w 1905657"/>
                <a:gd name="connsiteY1105" fmla="*/ 418681 h 1221162"/>
                <a:gd name="connsiteX1106" fmla="*/ 13058 w 1905657"/>
                <a:gd name="connsiteY1106" fmla="*/ 424433 h 1221162"/>
                <a:gd name="connsiteX1107" fmla="*/ 12082 w 1905657"/>
                <a:gd name="connsiteY1107" fmla="*/ 429311 h 1221162"/>
                <a:gd name="connsiteX1108" fmla="*/ 12520 w 1905657"/>
                <a:gd name="connsiteY1108" fmla="*/ 433886 h 1221162"/>
                <a:gd name="connsiteX1109" fmla="*/ 12856 w 1905657"/>
                <a:gd name="connsiteY1109" fmla="*/ 436913 h 1221162"/>
                <a:gd name="connsiteX1110" fmla="*/ 13731 w 1905657"/>
                <a:gd name="connsiteY1110" fmla="*/ 440715 h 1221162"/>
                <a:gd name="connsiteX1111" fmla="*/ 16121 w 1905657"/>
                <a:gd name="connsiteY1111" fmla="*/ 443978 h 1221162"/>
                <a:gd name="connsiteX1112" fmla="*/ 20024 w 1905657"/>
                <a:gd name="connsiteY1112" fmla="*/ 448015 h 1221162"/>
                <a:gd name="connsiteX1113" fmla="*/ 24164 w 1905657"/>
                <a:gd name="connsiteY1113" fmla="*/ 450739 h 1221162"/>
                <a:gd name="connsiteX1114" fmla="*/ 26015 w 1905657"/>
                <a:gd name="connsiteY1114" fmla="*/ 452354 h 1221162"/>
                <a:gd name="connsiteX1115" fmla="*/ 28404 w 1905657"/>
                <a:gd name="connsiteY1115" fmla="*/ 453431 h 1221162"/>
                <a:gd name="connsiteX1116" fmla="*/ 31669 w 1905657"/>
                <a:gd name="connsiteY1116" fmla="*/ 455920 h 1221162"/>
                <a:gd name="connsiteX1117" fmla="*/ 33857 w 1905657"/>
                <a:gd name="connsiteY1117" fmla="*/ 457232 h 1221162"/>
                <a:gd name="connsiteX1118" fmla="*/ 37020 w 1905657"/>
                <a:gd name="connsiteY1118" fmla="*/ 457232 h 1221162"/>
                <a:gd name="connsiteX1119" fmla="*/ 38669 w 1905657"/>
                <a:gd name="connsiteY1119" fmla="*/ 454608 h 1221162"/>
                <a:gd name="connsiteX1120" fmla="*/ 39746 w 1905657"/>
                <a:gd name="connsiteY1120" fmla="*/ 452859 h 1221162"/>
                <a:gd name="connsiteX1121" fmla="*/ 40722 w 1905657"/>
                <a:gd name="connsiteY1121" fmla="*/ 452320 h 1221162"/>
                <a:gd name="connsiteX1122" fmla="*/ 45164 w 1905657"/>
                <a:gd name="connsiteY1122" fmla="*/ 453397 h 1221162"/>
                <a:gd name="connsiteX1123" fmla="*/ 48092 w 1905657"/>
                <a:gd name="connsiteY1123" fmla="*/ 455684 h 1221162"/>
                <a:gd name="connsiteX1124" fmla="*/ 51357 w 1905657"/>
                <a:gd name="connsiteY1124" fmla="*/ 458948 h 1221162"/>
                <a:gd name="connsiteX1125" fmla="*/ 55496 w 1905657"/>
                <a:gd name="connsiteY1125" fmla="*/ 461773 h 1221162"/>
                <a:gd name="connsiteX1126" fmla="*/ 56809 w 1905657"/>
                <a:gd name="connsiteY1126" fmla="*/ 462547 h 1221162"/>
                <a:gd name="connsiteX1127" fmla="*/ 61689 w 1905657"/>
                <a:gd name="connsiteY1127" fmla="*/ 466012 h 1221162"/>
                <a:gd name="connsiteX1128" fmla="*/ 63876 w 1905657"/>
                <a:gd name="connsiteY1128" fmla="*/ 466651 h 1221162"/>
                <a:gd name="connsiteX1129" fmla="*/ 69867 w 1905657"/>
                <a:gd name="connsiteY1129" fmla="*/ 468602 h 1221162"/>
                <a:gd name="connsiteX1130" fmla="*/ 73905 w 1905657"/>
                <a:gd name="connsiteY1130" fmla="*/ 470553 h 1221162"/>
                <a:gd name="connsiteX1131" fmla="*/ 77506 w 1905657"/>
                <a:gd name="connsiteY1131" fmla="*/ 473581 h 1221162"/>
                <a:gd name="connsiteX1132" fmla="*/ 79257 w 1905657"/>
                <a:gd name="connsiteY1132" fmla="*/ 476171 h 1221162"/>
                <a:gd name="connsiteX1133" fmla="*/ 80031 w 1905657"/>
                <a:gd name="connsiteY1133" fmla="*/ 479198 h 1221162"/>
                <a:gd name="connsiteX1134" fmla="*/ 81781 w 1905657"/>
                <a:gd name="connsiteY1134" fmla="*/ 482462 h 1221162"/>
                <a:gd name="connsiteX1135" fmla="*/ 82757 w 1905657"/>
                <a:gd name="connsiteY1135" fmla="*/ 485085 h 1221162"/>
                <a:gd name="connsiteX1136" fmla="*/ 84372 w 1905657"/>
                <a:gd name="connsiteY1136" fmla="*/ 489761 h 1221162"/>
                <a:gd name="connsiteX1137" fmla="*/ 85987 w 1905657"/>
                <a:gd name="connsiteY1137" fmla="*/ 493798 h 1221162"/>
                <a:gd name="connsiteX1138" fmla="*/ 87939 w 1905657"/>
                <a:gd name="connsiteY1138" fmla="*/ 495985 h 1221162"/>
                <a:gd name="connsiteX1139" fmla="*/ 89891 w 1905657"/>
                <a:gd name="connsiteY1139" fmla="*/ 499012 h 1221162"/>
                <a:gd name="connsiteX1140" fmla="*/ 92180 w 1905657"/>
                <a:gd name="connsiteY1140" fmla="*/ 503352 h 1221162"/>
                <a:gd name="connsiteX1141" fmla="*/ 93055 w 1905657"/>
                <a:gd name="connsiteY1141" fmla="*/ 505303 h 1221162"/>
                <a:gd name="connsiteX1142" fmla="*/ 97194 w 1905657"/>
                <a:gd name="connsiteY1142" fmla="*/ 513242 h 1221162"/>
                <a:gd name="connsiteX1143" fmla="*/ 98507 w 1905657"/>
                <a:gd name="connsiteY1143" fmla="*/ 516606 h 1221162"/>
                <a:gd name="connsiteX1144" fmla="*/ 101570 w 1905657"/>
                <a:gd name="connsiteY1144" fmla="*/ 519230 h 1221162"/>
                <a:gd name="connsiteX1145" fmla="*/ 102747 w 1905657"/>
                <a:gd name="connsiteY1145" fmla="*/ 521719 h 1221162"/>
                <a:gd name="connsiteX1146" fmla="*/ 108839 w 1905657"/>
                <a:gd name="connsiteY1146" fmla="*/ 526933 h 1221162"/>
                <a:gd name="connsiteX1147" fmla="*/ 113079 w 1905657"/>
                <a:gd name="connsiteY1147" fmla="*/ 531710 h 1221162"/>
                <a:gd name="connsiteX1148" fmla="*/ 117858 w 1905657"/>
                <a:gd name="connsiteY1148" fmla="*/ 535309 h 1221162"/>
                <a:gd name="connsiteX1149" fmla="*/ 121998 w 1905657"/>
                <a:gd name="connsiteY1149" fmla="*/ 539010 h 1221162"/>
                <a:gd name="connsiteX1150" fmla="*/ 129402 w 1905657"/>
                <a:gd name="connsiteY1150" fmla="*/ 544123 h 1221162"/>
                <a:gd name="connsiteX1151" fmla="*/ 134181 w 1905657"/>
                <a:gd name="connsiteY1151" fmla="*/ 547487 h 1221162"/>
                <a:gd name="connsiteX1152" fmla="*/ 137445 w 1905657"/>
                <a:gd name="connsiteY1152" fmla="*/ 551187 h 1221162"/>
                <a:gd name="connsiteX1153" fmla="*/ 144412 w 1905657"/>
                <a:gd name="connsiteY1153" fmla="*/ 557377 h 1221162"/>
                <a:gd name="connsiteX1154" fmla="*/ 147878 w 1905657"/>
                <a:gd name="connsiteY1154" fmla="*/ 560741 h 1221162"/>
                <a:gd name="connsiteX1155" fmla="*/ 151244 w 1905657"/>
                <a:gd name="connsiteY1155" fmla="*/ 565753 h 1221162"/>
                <a:gd name="connsiteX1156" fmla="*/ 153431 w 1905657"/>
                <a:gd name="connsiteY1156" fmla="*/ 570766 h 1221162"/>
                <a:gd name="connsiteX1157" fmla="*/ 158008 w 1905657"/>
                <a:gd name="connsiteY1157" fmla="*/ 574802 h 1221162"/>
                <a:gd name="connsiteX1158" fmla="*/ 159085 w 1905657"/>
                <a:gd name="connsiteY1158" fmla="*/ 575442 h 1221162"/>
                <a:gd name="connsiteX1159" fmla="*/ 161138 w 1905657"/>
                <a:gd name="connsiteY1159" fmla="*/ 578772 h 1221162"/>
                <a:gd name="connsiteX1160" fmla="*/ 163090 w 1905657"/>
                <a:gd name="connsiteY1160" fmla="*/ 579916 h 1221162"/>
                <a:gd name="connsiteX1161" fmla="*/ 166220 w 1905657"/>
                <a:gd name="connsiteY1161" fmla="*/ 579916 h 1221162"/>
                <a:gd name="connsiteX1162" fmla="*/ 167095 w 1905657"/>
                <a:gd name="connsiteY1162" fmla="*/ 580992 h 1221162"/>
                <a:gd name="connsiteX1163" fmla="*/ 170124 w 1905657"/>
                <a:gd name="connsiteY1163" fmla="*/ 584591 h 1221162"/>
                <a:gd name="connsiteX1164" fmla="*/ 170360 w 1905657"/>
                <a:gd name="connsiteY1164" fmla="*/ 586879 h 1221162"/>
                <a:gd name="connsiteX1165" fmla="*/ 170561 w 1905657"/>
                <a:gd name="connsiteY1165" fmla="*/ 589166 h 1221162"/>
                <a:gd name="connsiteX1166" fmla="*/ 170662 w 1905657"/>
                <a:gd name="connsiteY1166" fmla="*/ 590916 h 1221162"/>
                <a:gd name="connsiteX1167" fmla="*/ 170561 w 1905657"/>
                <a:gd name="connsiteY1167" fmla="*/ 593842 h 1221162"/>
                <a:gd name="connsiteX1168" fmla="*/ 170561 w 1905657"/>
                <a:gd name="connsiteY1168" fmla="*/ 596466 h 1221162"/>
                <a:gd name="connsiteX1169" fmla="*/ 170797 w 1905657"/>
                <a:gd name="connsiteY1169" fmla="*/ 600267 h 1221162"/>
                <a:gd name="connsiteX1170" fmla="*/ 171874 w 1905657"/>
                <a:gd name="connsiteY1170" fmla="*/ 602757 h 1221162"/>
                <a:gd name="connsiteX1171" fmla="*/ 172951 w 1905657"/>
                <a:gd name="connsiteY1171" fmla="*/ 604809 h 1221162"/>
                <a:gd name="connsiteX1172" fmla="*/ 174129 w 1905657"/>
                <a:gd name="connsiteY1172" fmla="*/ 607635 h 1221162"/>
                <a:gd name="connsiteX1173" fmla="*/ 175206 w 1905657"/>
                <a:gd name="connsiteY1173" fmla="*/ 610225 h 1221162"/>
                <a:gd name="connsiteX1174" fmla="*/ 176182 w 1905657"/>
                <a:gd name="connsiteY1174" fmla="*/ 612512 h 1221162"/>
                <a:gd name="connsiteX1175" fmla="*/ 177393 w 1905657"/>
                <a:gd name="connsiteY1175" fmla="*/ 614026 h 1221162"/>
                <a:gd name="connsiteX1176" fmla="*/ 178470 w 1905657"/>
                <a:gd name="connsiteY1176" fmla="*/ 614564 h 1221162"/>
                <a:gd name="connsiteX1177" fmla="*/ 180961 w 1905657"/>
                <a:gd name="connsiteY1177" fmla="*/ 614564 h 1221162"/>
                <a:gd name="connsiteX1178" fmla="*/ 183014 w 1905657"/>
                <a:gd name="connsiteY1178" fmla="*/ 615203 h 1221162"/>
                <a:gd name="connsiteX1179" fmla="*/ 185504 w 1905657"/>
                <a:gd name="connsiteY1179" fmla="*/ 615203 h 1221162"/>
                <a:gd name="connsiteX1180" fmla="*/ 187557 w 1905657"/>
                <a:gd name="connsiteY1180" fmla="*/ 614665 h 1221162"/>
                <a:gd name="connsiteX1181" fmla="*/ 188331 w 1905657"/>
                <a:gd name="connsiteY1181" fmla="*/ 614463 h 1221162"/>
                <a:gd name="connsiteX1182" fmla="*/ 189206 w 1905657"/>
                <a:gd name="connsiteY1182" fmla="*/ 613387 h 1221162"/>
                <a:gd name="connsiteX1183" fmla="*/ 189644 w 1905657"/>
                <a:gd name="connsiteY1183" fmla="*/ 610898 h 1221162"/>
                <a:gd name="connsiteX1184" fmla="*/ 189980 w 1905657"/>
                <a:gd name="connsiteY1184" fmla="*/ 609821 h 1221162"/>
                <a:gd name="connsiteX1185" fmla="*/ 190182 w 1905657"/>
                <a:gd name="connsiteY1185" fmla="*/ 607870 h 1221162"/>
                <a:gd name="connsiteX1186" fmla="*/ 190283 w 1905657"/>
                <a:gd name="connsiteY1186" fmla="*/ 605818 h 1221162"/>
                <a:gd name="connsiteX1187" fmla="*/ 191360 w 1905657"/>
                <a:gd name="connsiteY1187" fmla="*/ 604742 h 1221162"/>
                <a:gd name="connsiteX1188" fmla="*/ 191898 w 1905657"/>
                <a:gd name="connsiteY1188" fmla="*/ 602891 h 1221162"/>
                <a:gd name="connsiteX1189" fmla="*/ 193850 w 1905657"/>
                <a:gd name="connsiteY1189" fmla="*/ 601277 h 1221162"/>
                <a:gd name="connsiteX1190" fmla="*/ 196576 w 1905657"/>
                <a:gd name="connsiteY1190" fmla="*/ 599864 h 1221162"/>
                <a:gd name="connsiteX1191" fmla="*/ 199168 w 1905657"/>
                <a:gd name="connsiteY1191" fmla="*/ 598989 h 1221162"/>
                <a:gd name="connsiteX1192" fmla="*/ 201793 w 1905657"/>
                <a:gd name="connsiteY1192" fmla="*/ 597476 h 1221162"/>
                <a:gd name="connsiteX1193" fmla="*/ 203644 w 1905657"/>
                <a:gd name="connsiteY1193" fmla="*/ 596164 h 1221162"/>
                <a:gd name="connsiteX1194" fmla="*/ 205057 w 1905657"/>
                <a:gd name="connsiteY1194" fmla="*/ 595625 h 1221162"/>
                <a:gd name="connsiteX1195" fmla="*/ 206908 w 1905657"/>
                <a:gd name="connsiteY1195" fmla="*/ 593573 h 1221162"/>
                <a:gd name="connsiteX1196" fmla="*/ 208961 w 1905657"/>
                <a:gd name="connsiteY1196" fmla="*/ 593035 h 1221162"/>
                <a:gd name="connsiteX1197" fmla="*/ 210577 w 1905657"/>
                <a:gd name="connsiteY1197" fmla="*/ 592396 h 1221162"/>
                <a:gd name="connsiteX1198" fmla="*/ 212091 w 1905657"/>
                <a:gd name="connsiteY1198" fmla="*/ 591757 h 1221162"/>
                <a:gd name="connsiteX1199" fmla="*/ 212293 w 1905657"/>
                <a:gd name="connsiteY1199" fmla="*/ 589469 h 1221162"/>
                <a:gd name="connsiteX1200" fmla="*/ 212192 w 1905657"/>
                <a:gd name="connsiteY1200" fmla="*/ 587283 h 1221162"/>
                <a:gd name="connsiteX1201" fmla="*/ 212293 w 1905657"/>
                <a:gd name="connsiteY1201" fmla="*/ 584255 h 1221162"/>
                <a:gd name="connsiteX1202" fmla="*/ 212495 w 1905657"/>
                <a:gd name="connsiteY1202" fmla="*/ 582943 h 1221162"/>
                <a:gd name="connsiteX1203" fmla="*/ 213033 w 1905657"/>
                <a:gd name="connsiteY1203" fmla="*/ 581732 h 1221162"/>
                <a:gd name="connsiteX1204" fmla="*/ 213808 w 1905657"/>
                <a:gd name="connsiteY1204" fmla="*/ 580117 h 1221162"/>
                <a:gd name="connsiteX1205" fmla="*/ 215659 w 1905657"/>
                <a:gd name="connsiteY1205" fmla="*/ 579142 h 1221162"/>
                <a:gd name="connsiteX1206" fmla="*/ 218250 w 1905657"/>
                <a:gd name="connsiteY1206" fmla="*/ 578267 h 1221162"/>
                <a:gd name="connsiteX1207" fmla="*/ 219462 w 1905657"/>
                <a:gd name="connsiteY1207" fmla="*/ 578065 h 1221162"/>
                <a:gd name="connsiteX1208" fmla="*/ 220774 w 1905657"/>
                <a:gd name="connsiteY1208" fmla="*/ 578839 h 1221162"/>
                <a:gd name="connsiteX1209" fmla="*/ 222288 w 1905657"/>
                <a:gd name="connsiteY1209" fmla="*/ 579075 h 1221162"/>
                <a:gd name="connsiteX1210" fmla="*/ 223365 w 1905657"/>
                <a:gd name="connsiteY1210" fmla="*/ 580925 h 1221162"/>
                <a:gd name="connsiteX1211" fmla="*/ 224577 w 1905657"/>
                <a:gd name="connsiteY1211" fmla="*/ 581900 h 1221162"/>
                <a:gd name="connsiteX1212" fmla="*/ 226966 w 1905657"/>
                <a:gd name="connsiteY1212" fmla="*/ 583952 h 1221162"/>
                <a:gd name="connsiteX1213" fmla="*/ 228043 w 1905657"/>
                <a:gd name="connsiteY1213" fmla="*/ 583078 h 1221162"/>
                <a:gd name="connsiteX1214" fmla="*/ 229659 w 1905657"/>
                <a:gd name="connsiteY1214" fmla="*/ 582001 h 1221162"/>
                <a:gd name="connsiteX1215" fmla="*/ 230433 w 1905657"/>
                <a:gd name="connsiteY1215" fmla="*/ 581026 h 1221162"/>
                <a:gd name="connsiteX1216" fmla="*/ 231914 w 1905657"/>
                <a:gd name="connsiteY1216" fmla="*/ 580218 h 1221162"/>
                <a:gd name="connsiteX1217" fmla="*/ 233596 w 1905657"/>
                <a:gd name="connsiteY1217" fmla="*/ 579781 h 1221162"/>
                <a:gd name="connsiteX1218" fmla="*/ 236323 w 1905657"/>
                <a:gd name="connsiteY1218" fmla="*/ 579714 h 1221162"/>
                <a:gd name="connsiteX1219" fmla="*/ 237837 w 1905657"/>
                <a:gd name="connsiteY1219" fmla="*/ 580353 h 1221162"/>
                <a:gd name="connsiteX1220" fmla="*/ 239183 w 1905657"/>
                <a:gd name="connsiteY1220" fmla="*/ 582270 h 1221162"/>
                <a:gd name="connsiteX1221" fmla="*/ 241573 w 1905657"/>
                <a:gd name="connsiteY1221" fmla="*/ 584827 h 1221162"/>
                <a:gd name="connsiteX1222" fmla="*/ 243693 w 1905657"/>
                <a:gd name="connsiteY1222" fmla="*/ 587754 h 1221162"/>
                <a:gd name="connsiteX1223" fmla="*/ 245645 w 1905657"/>
                <a:gd name="connsiteY1223" fmla="*/ 590075 h 1221162"/>
                <a:gd name="connsiteX1224" fmla="*/ 250592 w 1905657"/>
                <a:gd name="connsiteY1224" fmla="*/ 595053 h 1221162"/>
                <a:gd name="connsiteX1225" fmla="*/ 255337 w 1905657"/>
                <a:gd name="connsiteY1225" fmla="*/ 597711 h 1221162"/>
                <a:gd name="connsiteX1226" fmla="*/ 259409 w 1905657"/>
                <a:gd name="connsiteY1226" fmla="*/ 600200 h 1221162"/>
                <a:gd name="connsiteX1227" fmla="*/ 262405 w 1905657"/>
                <a:gd name="connsiteY1227" fmla="*/ 600570 h 1221162"/>
                <a:gd name="connsiteX1228" fmla="*/ 266915 w 1905657"/>
                <a:gd name="connsiteY1228" fmla="*/ 600839 h 1221162"/>
                <a:gd name="connsiteX1229" fmla="*/ 270448 w 1905657"/>
                <a:gd name="connsiteY1229" fmla="*/ 600839 h 1221162"/>
                <a:gd name="connsiteX1230" fmla="*/ 271761 w 1905657"/>
                <a:gd name="connsiteY1230" fmla="*/ 600974 h 1221162"/>
                <a:gd name="connsiteX1231" fmla="*/ 274083 w 1905657"/>
                <a:gd name="connsiteY1231" fmla="*/ 602151 h 1221162"/>
                <a:gd name="connsiteX1232" fmla="*/ 275160 w 1905657"/>
                <a:gd name="connsiteY1232" fmla="*/ 603228 h 1221162"/>
                <a:gd name="connsiteX1233" fmla="*/ 276102 w 1905657"/>
                <a:gd name="connsiteY1233" fmla="*/ 606054 h 1221162"/>
                <a:gd name="connsiteX1234" fmla="*/ 276237 w 1905657"/>
                <a:gd name="connsiteY1234" fmla="*/ 608005 h 1221162"/>
                <a:gd name="connsiteX1235" fmla="*/ 275867 w 1905657"/>
                <a:gd name="connsiteY1235" fmla="*/ 609754 h 1221162"/>
                <a:gd name="connsiteX1236" fmla="*/ 275294 w 1905657"/>
                <a:gd name="connsiteY1236" fmla="*/ 612075 h 1221162"/>
                <a:gd name="connsiteX1237" fmla="*/ 274924 w 1905657"/>
                <a:gd name="connsiteY1237" fmla="*/ 614026 h 1221162"/>
                <a:gd name="connsiteX1238" fmla="*/ 274722 w 1905657"/>
                <a:gd name="connsiteY1238" fmla="*/ 616616 h 1221162"/>
                <a:gd name="connsiteX1239" fmla="*/ 274588 w 1905657"/>
                <a:gd name="connsiteY1239" fmla="*/ 619139 h 1221162"/>
                <a:gd name="connsiteX1240" fmla="*/ 274520 w 1905657"/>
                <a:gd name="connsiteY1240" fmla="*/ 620956 h 1221162"/>
                <a:gd name="connsiteX1241" fmla="*/ 275463 w 1905657"/>
                <a:gd name="connsiteY1241" fmla="*/ 623479 h 1221162"/>
                <a:gd name="connsiteX1242" fmla="*/ 276102 w 1905657"/>
                <a:gd name="connsiteY1242" fmla="*/ 625430 h 1221162"/>
                <a:gd name="connsiteX1243" fmla="*/ 277482 w 1905657"/>
                <a:gd name="connsiteY1243" fmla="*/ 630274 h 1221162"/>
                <a:gd name="connsiteX1244" fmla="*/ 277785 w 1905657"/>
                <a:gd name="connsiteY1244" fmla="*/ 633167 h 1221162"/>
                <a:gd name="connsiteX1245" fmla="*/ 278357 w 1905657"/>
                <a:gd name="connsiteY1245" fmla="*/ 635556 h 1221162"/>
                <a:gd name="connsiteX1246" fmla="*/ 280174 w 1905657"/>
                <a:gd name="connsiteY1246" fmla="*/ 637372 h 1221162"/>
                <a:gd name="connsiteX1247" fmla="*/ 281622 w 1905657"/>
                <a:gd name="connsiteY1247" fmla="*/ 639390 h 1221162"/>
                <a:gd name="connsiteX1248" fmla="*/ 282429 w 1905657"/>
                <a:gd name="connsiteY1248" fmla="*/ 639895 h 1221162"/>
                <a:gd name="connsiteX1249" fmla="*/ 284886 w 1905657"/>
                <a:gd name="connsiteY1249" fmla="*/ 641207 h 1221162"/>
                <a:gd name="connsiteX1250" fmla="*/ 286973 w 1905657"/>
                <a:gd name="connsiteY1250" fmla="*/ 642519 h 1221162"/>
                <a:gd name="connsiteX1251" fmla="*/ 290002 w 1905657"/>
                <a:gd name="connsiteY1251" fmla="*/ 643966 h 1221162"/>
                <a:gd name="connsiteX1252" fmla="*/ 293905 w 1905657"/>
                <a:gd name="connsiteY1252" fmla="*/ 646421 h 1221162"/>
                <a:gd name="connsiteX1253" fmla="*/ 297877 w 1905657"/>
                <a:gd name="connsiteY1253" fmla="*/ 649045 h 1221162"/>
                <a:gd name="connsiteX1254" fmla="*/ 302285 w 1905657"/>
                <a:gd name="connsiteY1254" fmla="*/ 652745 h 1221162"/>
                <a:gd name="connsiteX1255" fmla="*/ 303531 w 1905657"/>
                <a:gd name="connsiteY1255" fmla="*/ 655134 h 1221162"/>
                <a:gd name="connsiteX1256" fmla="*/ 306290 w 1905657"/>
                <a:gd name="connsiteY1256" fmla="*/ 660045 h 1221162"/>
                <a:gd name="connsiteX1257" fmla="*/ 310497 w 1905657"/>
                <a:gd name="connsiteY1257" fmla="*/ 665999 h 1221162"/>
                <a:gd name="connsiteX1258" fmla="*/ 312685 w 1905657"/>
                <a:gd name="connsiteY1258" fmla="*/ 669767 h 1221162"/>
                <a:gd name="connsiteX1259" fmla="*/ 314435 w 1905657"/>
                <a:gd name="connsiteY1259" fmla="*/ 673333 h 1221162"/>
                <a:gd name="connsiteX1260" fmla="*/ 314805 w 1905657"/>
                <a:gd name="connsiteY1260" fmla="*/ 677807 h 1221162"/>
                <a:gd name="connsiteX1261" fmla="*/ 314805 w 1905657"/>
                <a:gd name="connsiteY1261" fmla="*/ 681642 h 1221162"/>
                <a:gd name="connsiteX1262" fmla="*/ 317262 w 1905657"/>
                <a:gd name="connsiteY1262" fmla="*/ 684669 h 1221162"/>
                <a:gd name="connsiteX1263" fmla="*/ 320223 w 1905657"/>
                <a:gd name="connsiteY1263" fmla="*/ 687630 h 1221162"/>
                <a:gd name="connsiteX1264" fmla="*/ 325137 w 1905657"/>
                <a:gd name="connsiteY1264" fmla="*/ 690893 h 1221162"/>
                <a:gd name="connsiteX1265" fmla="*/ 329041 w 1905657"/>
                <a:gd name="connsiteY1265" fmla="*/ 693079 h 1221162"/>
                <a:gd name="connsiteX1266" fmla="*/ 336075 w 1905657"/>
                <a:gd name="connsiteY1266" fmla="*/ 696981 h 1221162"/>
                <a:gd name="connsiteX1267" fmla="*/ 340349 w 1905657"/>
                <a:gd name="connsiteY1267" fmla="*/ 701254 h 1221162"/>
                <a:gd name="connsiteX1268" fmla="*/ 344993 w 1905657"/>
                <a:gd name="connsiteY1268" fmla="*/ 705257 h 1221162"/>
                <a:gd name="connsiteX1269" fmla="*/ 348460 w 1905657"/>
                <a:gd name="connsiteY1269" fmla="*/ 708015 h 1221162"/>
                <a:gd name="connsiteX1270" fmla="*/ 353373 w 1905657"/>
                <a:gd name="connsiteY1270" fmla="*/ 709765 h 1221162"/>
                <a:gd name="connsiteX1271" fmla="*/ 357210 w 1905657"/>
                <a:gd name="connsiteY1271" fmla="*/ 709765 h 1221162"/>
                <a:gd name="connsiteX1272" fmla="*/ 359296 w 1905657"/>
                <a:gd name="connsiteY1272" fmla="*/ 711211 h 1221162"/>
                <a:gd name="connsiteX1273" fmla="*/ 361181 w 1905657"/>
                <a:gd name="connsiteY1273" fmla="*/ 713667 h 1221162"/>
                <a:gd name="connsiteX1274" fmla="*/ 363066 w 1905657"/>
                <a:gd name="connsiteY1274" fmla="*/ 716560 h 1221162"/>
                <a:gd name="connsiteX1275" fmla="*/ 364075 w 1905657"/>
                <a:gd name="connsiteY1275" fmla="*/ 720462 h 1221162"/>
                <a:gd name="connsiteX1276" fmla="*/ 364950 w 1905657"/>
                <a:gd name="connsiteY1276" fmla="*/ 724230 h 1221162"/>
                <a:gd name="connsiteX1277" fmla="*/ 365455 w 1905657"/>
                <a:gd name="connsiteY1277" fmla="*/ 726483 h 1221162"/>
                <a:gd name="connsiteX1278" fmla="*/ 366768 w 1905657"/>
                <a:gd name="connsiteY1278" fmla="*/ 728636 h 1221162"/>
                <a:gd name="connsiteX1279" fmla="*/ 367845 w 1905657"/>
                <a:gd name="connsiteY1279" fmla="*/ 734860 h 1221162"/>
                <a:gd name="connsiteX1280" fmla="*/ 368282 w 1905657"/>
                <a:gd name="connsiteY1280" fmla="*/ 737114 h 1221162"/>
                <a:gd name="connsiteX1281" fmla="*/ 371816 w 1905657"/>
                <a:gd name="connsiteY1281" fmla="*/ 739435 h 1221162"/>
                <a:gd name="connsiteX1282" fmla="*/ 373128 w 1905657"/>
                <a:gd name="connsiteY1282" fmla="*/ 742900 h 1221162"/>
                <a:gd name="connsiteX1283" fmla="*/ 374710 w 1905657"/>
                <a:gd name="connsiteY1283" fmla="*/ 747475 h 1221162"/>
                <a:gd name="connsiteX1284" fmla="*/ 375148 w 1905657"/>
                <a:gd name="connsiteY1284" fmla="*/ 751679 h 1221162"/>
                <a:gd name="connsiteX1285" fmla="*/ 375518 w 1905657"/>
                <a:gd name="connsiteY1285" fmla="*/ 754135 h 1221162"/>
                <a:gd name="connsiteX1286" fmla="*/ 376460 w 1905657"/>
                <a:gd name="connsiteY1286" fmla="*/ 756725 h 1221162"/>
                <a:gd name="connsiteX1287" fmla="*/ 377403 w 1905657"/>
                <a:gd name="connsiteY1287" fmla="*/ 759114 h 1221162"/>
                <a:gd name="connsiteX1288" fmla="*/ 379422 w 1905657"/>
                <a:gd name="connsiteY1288" fmla="*/ 762377 h 1221162"/>
                <a:gd name="connsiteX1289" fmla="*/ 380566 w 1905657"/>
                <a:gd name="connsiteY1289" fmla="*/ 764194 h 1221162"/>
                <a:gd name="connsiteX1290" fmla="*/ 383965 w 1905657"/>
                <a:gd name="connsiteY1290" fmla="*/ 766077 h 1221162"/>
                <a:gd name="connsiteX1291" fmla="*/ 385850 w 1905657"/>
                <a:gd name="connsiteY1291" fmla="*/ 766077 h 1221162"/>
                <a:gd name="connsiteX1292" fmla="*/ 388475 w 1905657"/>
                <a:gd name="connsiteY1292" fmla="*/ 766077 h 1221162"/>
                <a:gd name="connsiteX1293" fmla="*/ 389989 w 1905657"/>
                <a:gd name="connsiteY1293" fmla="*/ 765640 h 1221162"/>
                <a:gd name="connsiteX1294" fmla="*/ 391504 w 1905657"/>
                <a:gd name="connsiteY1294" fmla="*/ 765135 h 1221162"/>
                <a:gd name="connsiteX1295" fmla="*/ 393186 w 1905657"/>
                <a:gd name="connsiteY1295" fmla="*/ 764833 h 1221162"/>
                <a:gd name="connsiteX1296" fmla="*/ 395273 w 1905657"/>
                <a:gd name="connsiteY1296" fmla="*/ 764631 h 1221162"/>
                <a:gd name="connsiteX1297" fmla="*/ 396855 w 1905657"/>
                <a:gd name="connsiteY1297" fmla="*/ 765001 h 1221162"/>
                <a:gd name="connsiteX1298" fmla="*/ 398100 w 1905657"/>
                <a:gd name="connsiteY1298" fmla="*/ 764934 h 1221162"/>
                <a:gd name="connsiteX1299" fmla="*/ 400490 w 1905657"/>
                <a:gd name="connsiteY1299" fmla="*/ 764362 h 1221162"/>
                <a:gd name="connsiteX1300" fmla="*/ 402576 w 1905657"/>
                <a:gd name="connsiteY1300" fmla="*/ 763218 h 1221162"/>
                <a:gd name="connsiteX1301" fmla="*/ 403889 w 1905657"/>
                <a:gd name="connsiteY1301" fmla="*/ 762343 h 1221162"/>
                <a:gd name="connsiteX1302" fmla="*/ 405773 w 1905657"/>
                <a:gd name="connsiteY1302" fmla="*/ 761536 h 1221162"/>
                <a:gd name="connsiteX1303" fmla="*/ 409475 w 1905657"/>
                <a:gd name="connsiteY1303" fmla="*/ 760729 h 1221162"/>
                <a:gd name="connsiteX1304" fmla="*/ 414692 w 1905657"/>
                <a:gd name="connsiteY1304" fmla="*/ 760594 h 1221162"/>
                <a:gd name="connsiteX1305" fmla="*/ 417014 w 1905657"/>
                <a:gd name="connsiteY1305" fmla="*/ 760527 h 1221162"/>
                <a:gd name="connsiteX1306" fmla="*/ 421288 w 1905657"/>
                <a:gd name="connsiteY1306" fmla="*/ 760661 h 1221162"/>
                <a:gd name="connsiteX1307" fmla="*/ 427077 w 1905657"/>
                <a:gd name="connsiteY1307" fmla="*/ 764194 h 1221162"/>
                <a:gd name="connsiteX1308" fmla="*/ 429163 w 1905657"/>
                <a:gd name="connsiteY1308" fmla="*/ 764126 h 1221162"/>
                <a:gd name="connsiteX1309" fmla="*/ 433067 w 1905657"/>
                <a:gd name="connsiteY1309" fmla="*/ 766245 h 1221162"/>
                <a:gd name="connsiteX1310" fmla="*/ 434885 w 1905657"/>
                <a:gd name="connsiteY1310" fmla="*/ 768331 h 1221162"/>
                <a:gd name="connsiteX1311" fmla="*/ 435961 w 1905657"/>
                <a:gd name="connsiteY1311" fmla="*/ 770013 h 1221162"/>
                <a:gd name="connsiteX1312" fmla="*/ 436601 w 1905657"/>
                <a:gd name="connsiteY1312" fmla="*/ 771527 h 1221162"/>
                <a:gd name="connsiteX1313" fmla="*/ 437173 w 1905657"/>
                <a:gd name="connsiteY1313" fmla="*/ 773041 h 1221162"/>
                <a:gd name="connsiteX1314" fmla="*/ 437308 w 1905657"/>
                <a:gd name="connsiteY1314" fmla="*/ 774353 h 1221162"/>
                <a:gd name="connsiteX1315" fmla="*/ 437812 w 1905657"/>
                <a:gd name="connsiteY1315" fmla="*/ 776808 h 1221162"/>
                <a:gd name="connsiteX1316" fmla="*/ 439394 w 1905657"/>
                <a:gd name="connsiteY1316" fmla="*/ 780206 h 1221162"/>
                <a:gd name="connsiteX1317" fmla="*/ 440034 w 1905657"/>
                <a:gd name="connsiteY1317" fmla="*/ 783974 h 1221162"/>
                <a:gd name="connsiteX1318" fmla="*/ 440303 w 1905657"/>
                <a:gd name="connsiteY1318" fmla="*/ 789188 h 1221162"/>
                <a:gd name="connsiteX1319" fmla="*/ 439832 w 1905657"/>
                <a:gd name="connsiteY1319" fmla="*/ 792653 h 1221162"/>
                <a:gd name="connsiteX1320" fmla="*/ 439832 w 1905657"/>
                <a:gd name="connsiteY1320" fmla="*/ 798069 h 1221162"/>
                <a:gd name="connsiteX1321" fmla="*/ 440269 w 1905657"/>
                <a:gd name="connsiteY1321" fmla="*/ 805671 h 1221162"/>
                <a:gd name="connsiteX1322" fmla="*/ 441043 w 1905657"/>
                <a:gd name="connsiteY1322" fmla="*/ 812096 h 1221162"/>
                <a:gd name="connsiteX1323" fmla="*/ 441279 w 1905657"/>
                <a:gd name="connsiteY1323" fmla="*/ 815359 h 1221162"/>
                <a:gd name="connsiteX1324" fmla="*/ 444207 w 1905657"/>
                <a:gd name="connsiteY1324" fmla="*/ 821011 h 1221162"/>
                <a:gd name="connsiteX1325" fmla="*/ 445957 w 1905657"/>
                <a:gd name="connsiteY1325" fmla="*/ 821885 h 1221162"/>
                <a:gd name="connsiteX1326" fmla="*/ 447471 w 1905657"/>
                <a:gd name="connsiteY1326" fmla="*/ 824375 h 1221162"/>
                <a:gd name="connsiteX1327" fmla="*/ 450096 w 1905657"/>
                <a:gd name="connsiteY1327" fmla="*/ 828714 h 1221162"/>
                <a:gd name="connsiteX1328" fmla="*/ 454539 w 1905657"/>
                <a:gd name="connsiteY1328" fmla="*/ 830901 h 1221162"/>
                <a:gd name="connsiteX1329" fmla="*/ 456592 w 1905657"/>
                <a:gd name="connsiteY1329" fmla="*/ 833390 h 1221162"/>
                <a:gd name="connsiteX1330" fmla="*/ 456794 w 1905657"/>
                <a:gd name="connsiteY1330" fmla="*/ 836216 h 1221162"/>
                <a:gd name="connsiteX1331" fmla="*/ 457231 w 1905657"/>
                <a:gd name="connsiteY1331" fmla="*/ 838604 h 1221162"/>
                <a:gd name="connsiteX1332" fmla="*/ 463222 w 1905657"/>
                <a:gd name="connsiteY1332" fmla="*/ 841094 h 1221162"/>
                <a:gd name="connsiteX1333" fmla="*/ 467227 w 1905657"/>
                <a:gd name="connsiteY1333" fmla="*/ 843482 h 1221162"/>
                <a:gd name="connsiteX1334" fmla="*/ 468539 w 1905657"/>
                <a:gd name="connsiteY1334" fmla="*/ 843482 h 1221162"/>
                <a:gd name="connsiteX1335" fmla="*/ 469852 w 1905657"/>
                <a:gd name="connsiteY1335" fmla="*/ 845870 h 1221162"/>
                <a:gd name="connsiteX1336" fmla="*/ 471265 w 1905657"/>
                <a:gd name="connsiteY1336" fmla="*/ 849470 h 1221162"/>
                <a:gd name="connsiteX1337" fmla="*/ 476482 w 1905657"/>
                <a:gd name="connsiteY1337" fmla="*/ 855323 h 1221162"/>
                <a:gd name="connsiteX1338" fmla="*/ 480285 w 1905657"/>
                <a:gd name="connsiteY1338" fmla="*/ 860436 h 1221162"/>
                <a:gd name="connsiteX1339" fmla="*/ 483448 w 1905657"/>
                <a:gd name="connsiteY1339" fmla="*/ 864036 h 1221162"/>
                <a:gd name="connsiteX1340" fmla="*/ 487891 w 1905657"/>
                <a:gd name="connsiteY1340" fmla="*/ 865247 h 1221162"/>
                <a:gd name="connsiteX1341" fmla="*/ 491256 w 1905657"/>
                <a:gd name="connsiteY1341" fmla="*/ 865247 h 1221162"/>
                <a:gd name="connsiteX1342" fmla="*/ 496371 w 1905657"/>
                <a:gd name="connsiteY1342" fmla="*/ 867534 h 1221162"/>
                <a:gd name="connsiteX1343" fmla="*/ 498996 w 1905657"/>
                <a:gd name="connsiteY1343" fmla="*/ 866996 h 1221162"/>
                <a:gd name="connsiteX1344" fmla="*/ 500073 w 1905657"/>
                <a:gd name="connsiteY1344" fmla="*/ 866021 h 1221162"/>
                <a:gd name="connsiteX1345" fmla="*/ 501824 w 1905657"/>
                <a:gd name="connsiteY1345" fmla="*/ 865381 h 1221162"/>
                <a:gd name="connsiteX1346" fmla="*/ 503237 w 1905657"/>
                <a:gd name="connsiteY1346" fmla="*/ 864170 h 1221162"/>
                <a:gd name="connsiteX1347" fmla="*/ 504011 w 1905657"/>
                <a:gd name="connsiteY1347" fmla="*/ 863397 h 1221162"/>
                <a:gd name="connsiteX1348" fmla="*/ 505761 w 1905657"/>
                <a:gd name="connsiteY1348" fmla="*/ 862085 h 1221162"/>
                <a:gd name="connsiteX1349" fmla="*/ 506838 w 1905657"/>
                <a:gd name="connsiteY1349" fmla="*/ 861042 h 1221162"/>
                <a:gd name="connsiteX1350" fmla="*/ 508083 w 1905657"/>
                <a:gd name="connsiteY1350" fmla="*/ 860235 h 1221162"/>
                <a:gd name="connsiteX1351" fmla="*/ 510843 w 1905657"/>
                <a:gd name="connsiteY1351" fmla="*/ 859999 h 1221162"/>
                <a:gd name="connsiteX1352" fmla="*/ 513434 w 1905657"/>
                <a:gd name="connsiteY1352" fmla="*/ 859932 h 1221162"/>
                <a:gd name="connsiteX1353" fmla="*/ 515386 w 1905657"/>
                <a:gd name="connsiteY1353" fmla="*/ 860033 h 1221162"/>
                <a:gd name="connsiteX1354" fmla="*/ 516362 w 1905657"/>
                <a:gd name="connsiteY1354" fmla="*/ 860504 h 1221162"/>
                <a:gd name="connsiteX1355" fmla="*/ 517506 w 1905657"/>
                <a:gd name="connsiteY1355" fmla="*/ 861479 h 1221162"/>
                <a:gd name="connsiteX1356" fmla="*/ 518718 w 1905657"/>
                <a:gd name="connsiteY1356" fmla="*/ 862623 h 1221162"/>
                <a:gd name="connsiteX1357" fmla="*/ 519930 w 1905657"/>
                <a:gd name="connsiteY1357" fmla="*/ 864036 h 1221162"/>
                <a:gd name="connsiteX1358" fmla="*/ 520704 w 1905657"/>
                <a:gd name="connsiteY1358" fmla="*/ 865516 h 1221162"/>
                <a:gd name="connsiteX1359" fmla="*/ 520872 w 1905657"/>
                <a:gd name="connsiteY1359" fmla="*/ 867467 h 1221162"/>
                <a:gd name="connsiteX1360" fmla="*/ 520805 w 1905657"/>
                <a:gd name="connsiteY1360" fmla="*/ 868880 h 1221162"/>
                <a:gd name="connsiteX1361" fmla="*/ 520434 w 1905657"/>
                <a:gd name="connsiteY1361" fmla="*/ 870192 h 1221162"/>
                <a:gd name="connsiteX1362" fmla="*/ 519660 w 1905657"/>
                <a:gd name="connsiteY1362" fmla="*/ 871538 h 1221162"/>
                <a:gd name="connsiteX1363" fmla="*/ 518718 w 1905657"/>
                <a:gd name="connsiteY1363" fmla="*/ 873152 h 1221162"/>
                <a:gd name="connsiteX1364" fmla="*/ 517675 w 1905657"/>
                <a:gd name="connsiteY1364" fmla="*/ 874195 h 1221162"/>
                <a:gd name="connsiteX1365" fmla="*/ 517136 w 1905657"/>
                <a:gd name="connsiteY1365" fmla="*/ 875103 h 1221162"/>
                <a:gd name="connsiteX1366" fmla="*/ 512997 w 1905657"/>
                <a:gd name="connsiteY1366" fmla="*/ 877660 h 1221162"/>
                <a:gd name="connsiteX1367" fmla="*/ 511516 w 1905657"/>
                <a:gd name="connsiteY1367" fmla="*/ 879510 h 1221162"/>
                <a:gd name="connsiteX1368" fmla="*/ 510977 w 1905657"/>
                <a:gd name="connsiteY1368" fmla="*/ 879947 h 1221162"/>
                <a:gd name="connsiteX1369" fmla="*/ 510271 w 1905657"/>
                <a:gd name="connsiteY1369" fmla="*/ 881360 h 1221162"/>
                <a:gd name="connsiteX1370" fmla="*/ 509934 w 1905657"/>
                <a:gd name="connsiteY1370" fmla="*/ 882605 h 1221162"/>
                <a:gd name="connsiteX1371" fmla="*/ 509564 w 1905657"/>
                <a:gd name="connsiteY1371" fmla="*/ 884287 h 1221162"/>
                <a:gd name="connsiteX1372" fmla="*/ 509396 w 1905657"/>
                <a:gd name="connsiteY1372" fmla="*/ 886238 h 1221162"/>
                <a:gd name="connsiteX1373" fmla="*/ 509396 w 1905657"/>
                <a:gd name="connsiteY1373" fmla="*/ 888425 h 1221162"/>
                <a:gd name="connsiteX1374" fmla="*/ 509396 w 1905657"/>
                <a:gd name="connsiteY1374" fmla="*/ 890174 h 1221162"/>
                <a:gd name="connsiteX1375" fmla="*/ 509497 w 1905657"/>
                <a:gd name="connsiteY1375" fmla="*/ 892899 h 1221162"/>
                <a:gd name="connsiteX1376" fmla="*/ 510708 w 1905657"/>
                <a:gd name="connsiteY1376" fmla="*/ 895018 h 1221162"/>
                <a:gd name="connsiteX1377" fmla="*/ 511785 w 1905657"/>
                <a:gd name="connsiteY1377" fmla="*/ 896599 h 1221162"/>
                <a:gd name="connsiteX1378" fmla="*/ 512997 w 1905657"/>
                <a:gd name="connsiteY1378" fmla="*/ 898079 h 1221162"/>
                <a:gd name="connsiteX1379" fmla="*/ 515555 w 1905657"/>
                <a:gd name="connsiteY1379" fmla="*/ 899324 h 1221162"/>
                <a:gd name="connsiteX1380" fmla="*/ 517742 w 1905657"/>
                <a:gd name="connsiteY1380" fmla="*/ 900804 h 1221162"/>
                <a:gd name="connsiteX1381" fmla="*/ 519425 w 1905657"/>
                <a:gd name="connsiteY1381" fmla="*/ 901410 h 1221162"/>
                <a:gd name="connsiteX1382" fmla="*/ 521040 w 1905657"/>
                <a:gd name="connsiteY1382" fmla="*/ 902183 h 1221162"/>
                <a:gd name="connsiteX1383" fmla="*/ 523598 w 1905657"/>
                <a:gd name="connsiteY1383" fmla="*/ 903260 h 1221162"/>
                <a:gd name="connsiteX1384" fmla="*/ 525920 w 1905657"/>
                <a:gd name="connsiteY1384" fmla="*/ 903260 h 1221162"/>
                <a:gd name="connsiteX1385" fmla="*/ 528209 w 1905657"/>
                <a:gd name="connsiteY1385" fmla="*/ 903260 h 1221162"/>
                <a:gd name="connsiteX1386" fmla="*/ 529387 w 1905657"/>
                <a:gd name="connsiteY1386" fmla="*/ 903260 h 1221162"/>
                <a:gd name="connsiteX1387" fmla="*/ 532920 w 1905657"/>
                <a:gd name="connsiteY1387" fmla="*/ 903596 h 1221162"/>
                <a:gd name="connsiteX1388" fmla="*/ 534771 w 1905657"/>
                <a:gd name="connsiteY1388" fmla="*/ 903865 h 1221162"/>
                <a:gd name="connsiteX1389" fmla="*/ 536353 w 1905657"/>
                <a:gd name="connsiteY1389" fmla="*/ 904773 h 1221162"/>
                <a:gd name="connsiteX1390" fmla="*/ 539618 w 1905657"/>
                <a:gd name="connsiteY1390" fmla="*/ 904134 h 1221162"/>
                <a:gd name="connsiteX1391" fmla="*/ 541368 w 1905657"/>
                <a:gd name="connsiteY1391" fmla="*/ 904269 h 1221162"/>
                <a:gd name="connsiteX1392" fmla="*/ 543252 w 1905657"/>
                <a:gd name="connsiteY1392" fmla="*/ 904773 h 1221162"/>
                <a:gd name="connsiteX1393" fmla="*/ 545642 w 1905657"/>
                <a:gd name="connsiteY1393" fmla="*/ 906590 h 1221162"/>
                <a:gd name="connsiteX1394" fmla="*/ 546651 w 1905657"/>
                <a:gd name="connsiteY1394" fmla="*/ 909113 h 1221162"/>
                <a:gd name="connsiteX1395" fmla="*/ 547224 w 1905657"/>
                <a:gd name="connsiteY1395" fmla="*/ 910997 h 1221162"/>
                <a:gd name="connsiteX1396" fmla="*/ 547022 w 1905657"/>
                <a:gd name="connsiteY1396" fmla="*/ 914899 h 1221162"/>
                <a:gd name="connsiteX1397" fmla="*/ 549411 w 1905657"/>
                <a:gd name="connsiteY1397" fmla="*/ 916985 h 1221162"/>
                <a:gd name="connsiteX1398" fmla="*/ 553820 w 1905657"/>
                <a:gd name="connsiteY1398" fmla="*/ 916346 h 1221162"/>
                <a:gd name="connsiteX1399" fmla="*/ 557017 w 1905657"/>
                <a:gd name="connsiteY1399" fmla="*/ 915034 h 1221162"/>
                <a:gd name="connsiteX1400" fmla="*/ 558094 w 1905657"/>
                <a:gd name="connsiteY1400" fmla="*/ 913890 h 1221162"/>
                <a:gd name="connsiteX1401" fmla="*/ 560180 w 1905657"/>
                <a:gd name="connsiteY1401" fmla="*/ 912645 h 1221162"/>
                <a:gd name="connsiteX1402" fmla="*/ 561190 w 1905657"/>
                <a:gd name="connsiteY1402" fmla="*/ 910627 h 1221162"/>
                <a:gd name="connsiteX1403" fmla="*/ 561628 w 1905657"/>
                <a:gd name="connsiteY1403" fmla="*/ 909618 h 1221162"/>
                <a:gd name="connsiteX1404" fmla="*/ 564017 w 1905657"/>
                <a:gd name="connsiteY1404" fmla="*/ 910122 h 1221162"/>
                <a:gd name="connsiteX1405" fmla="*/ 564724 w 1905657"/>
                <a:gd name="connsiteY1405" fmla="*/ 911199 h 1221162"/>
                <a:gd name="connsiteX1406" fmla="*/ 565060 w 1905657"/>
                <a:gd name="connsiteY1406" fmla="*/ 914092 h 1221162"/>
                <a:gd name="connsiteX1407" fmla="*/ 565060 w 1905657"/>
                <a:gd name="connsiteY1407" fmla="*/ 916278 h 1221162"/>
                <a:gd name="connsiteX1408" fmla="*/ 566003 w 1905657"/>
                <a:gd name="connsiteY1408" fmla="*/ 919037 h 1221162"/>
                <a:gd name="connsiteX1409" fmla="*/ 566137 w 1905657"/>
                <a:gd name="connsiteY1409" fmla="*/ 923073 h 1221162"/>
                <a:gd name="connsiteX1410" fmla="*/ 566272 w 1905657"/>
                <a:gd name="connsiteY1410" fmla="*/ 924587 h 1221162"/>
                <a:gd name="connsiteX1411" fmla="*/ 567080 w 1905657"/>
                <a:gd name="connsiteY1411" fmla="*/ 928153 h 1221162"/>
                <a:gd name="connsiteX1412" fmla="*/ 567887 w 1905657"/>
                <a:gd name="connsiteY1412" fmla="*/ 931853 h 1221162"/>
                <a:gd name="connsiteX1413" fmla="*/ 570344 w 1905657"/>
                <a:gd name="connsiteY1413" fmla="*/ 934814 h 1221162"/>
                <a:gd name="connsiteX1414" fmla="*/ 572229 w 1905657"/>
                <a:gd name="connsiteY1414" fmla="*/ 935957 h 1221162"/>
                <a:gd name="connsiteX1415" fmla="*/ 575493 w 1905657"/>
                <a:gd name="connsiteY1415" fmla="*/ 939422 h 1221162"/>
                <a:gd name="connsiteX1416" fmla="*/ 577816 w 1905657"/>
                <a:gd name="connsiteY1416" fmla="*/ 942618 h 1221162"/>
                <a:gd name="connsiteX1417" fmla="*/ 578522 w 1905657"/>
                <a:gd name="connsiteY1417" fmla="*/ 947092 h 1221162"/>
                <a:gd name="connsiteX1418" fmla="*/ 579027 w 1905657"/>
                <a:gd name="connsiteY1418" fmla="*/ 950860 h 1221162"/>
                <a:gd name="connsiteX1419" fmla="*/ 578960 w 1905657"/>
                <a:gd name="connsiteY1419" fmla="*/ 953618 h 1221162"/>
                <a:gd name="connsiteX1420" fmla="*/ 578960 w 1905657"/>
                <a:gd name="connsiteY1420" fmla="*/ 959707 h 1221162"/>
                <a:gd name="connsiteX1421" fmla="*/ 579700 w 1905657"/>
                <a:gd name="connsiteY1421" fmla="*/ 962466 h 1221162"/>
                <a:gd name="connsiteX1422" fmla="*/ 580441 w 1905657"/>
                <a:gd name="connsiteY1422" fmla="*/ 964484 h 1221162"/>
                <a:gd name="connsiteX1423" fmla="*/ 582325 w 1905657"/>
                <a:gd name="connsiteY1423" fmla="*/ 969395 h 1221162"/>
                <a:gd name="connsiteX1424" fmla="*/ 586801 w 1905657"/>
                <a:gd name="connsiteY1424" fmla="*/ 969160 h 1221162"/>
                <a:gd name="connsiteX1425" fmla="*/ 589292 w 1905657"/>
                <a:gd name="connsiteY1425" fmla="*/ 967108 h 1221162"/>
                <a:gd name="connsiteX1426" fmla="*/ 589999 w 1905657"/>
                <a:gd name="connsiteY1426" fmla="*/ 964181 h 1221162"/>
                <a:gd name="connsiteX1427" fmla="*/ 591244 w 1905657"/>
                <a:gd name="connsiteY1427" fmla="*/ 960380 h 1221162"/>
                <a:gd name="connsiteX1428" fmla="*/ 591614 w 1905657"/>
                <a:gd name="connsiteY1428" fmla="*/ 957991 h 1221162"/>
                <a:gd name="connsiteX1429" fmla="*/ 591984 w 1905657"/>
                <a:gd name="connsiteY1429" fmla="*/ 956579 h 1221162"/>
                <a:gd name="connsiteX1430" fmla="*/ 592523 w 1905657"/>
                <a:gd name="connsiteY1430" fmla="*/ 954728 h 1221162"/>
                <a:gd name="connsiteX1431" fmla="*/ 593431 w 1905657"/>
                <a:gd name="connsiteY1431" fmla="*/ 952979 h 1221162"/>
                <a:gd name="connsiteX1432" fmla="*/ 593801 w 1905657"/>
                <a:gd name="connsiteY1432" fmla="*/ 951667 h 1221162"/>
                <a:gd name="connsiteX1433" fmla="*/ 594239 w 1905657"/>
                <a:gd name="connsiteY1433" fmla="*/ 950792 h 1221162"/>
                <a:gd name="connsiteX1434" fmla="*/ 595753 w 1905657"/>
                <a:gd name="connsiteY1434" fmla="*/ 948068 h 1221162"/>
                <a:gd name="connsiteX1435" fmla="*/ 596830 w 1905657"/>
                <a:gd name="connsiteY1435" fmla="*/ 946554 h 1221162"/>
                <a:gd name="connsiteX1436" fmla="*/ 598715 w 1905657"/>
                <a:gd name="connsiteY1436" fmla="*/ 944603 h 1221162"/>
                <a:gd name="connsiteX1437" fmla="*/ 599624 w 1905657"/>
                <a:gd name="connsiteY1437" fmla="*/ 943459 h 1221162"/>
                <a:gd name="connsiteX1438" fmla="*/ 600330 w 1905657"/>
                <a:gd name="connsiteY1438" fmla="*/ 942517 h 1221162"/>
                <a:gd name="connsiteX1439" fmla="*/ 601306 w 1905657"/>
                <a:gd name="connsiteY1439" fmla="*/ 941205 h 1221162"/>
                <a:gd name="connsiteX1440" fmla="*/ 602720 w 1905657"/>
                <a:gd name="connsiteY1440" fmla="*/ 940129 h 1221162"/>
                <a:gd name="connsiteX1441" fmla="*/ 604032 w 1905657"/>
                <a:gd name="connsiteY1441" fmla="*/ 939591 h 1221162"/>
                <a:gd name="connsiteX1442" fmla="*/ 605278 w 1905657"/>
                <a:gd name="connsiteY1442" fmla="*/ 939658 h 1221162"/>
                <a:gd name="connsiteX1443" fmla="*/ 606186 w 1905657"/>
                <a:gd name="connsiteY1443" fmla="*/ 940095 h 1221162"/>
                <a:gd name="connsiteX1444" fmla="*/ 607095 w 1905657"/>
                <a:gd name="connsiteY1444" fmla="*/ 942046 h 1221162"/>
                <a:gd name="connsiteX1445" fmla="*/ 607533 w 1905657"/>
                <a:gd name="connsiteY1445" fmla="*/ 945915 h 1221162"/>
                <a:gd name="connsiteX1446" fmla="*/ 607600 w 1905657"/>
                <a:gd name="connsiteY1446" fmla="*/ 947496 h 1221162"/>
                <a:gd name="connsiteX1447" fmla="*/ 607499 w 1905657"/>
                <a:gd name="connsiteY1447" fmla="*/ 950422 h 1221162"/>
                <a:gd name="connsiteX1448" fmla="*/ 607297 w 1905657"/>
                <a:gd name="connsiteY1448" fmla="*/ 952172 h 1221162"/>
                <a:gd name="connsiteX1449" fmla="*/ 606657 w 1905657"/>
                <a:gd name="connsiteY1449" fmla="*/ 954661 h 1221162"/>
                <a:gd name="connsiteX1450" fmla="*/ 606557 w 1905657"/>
                <a:gd name="connsiteY1450" fmla="*/ 955973 h 1221162"/>
                <a:gd name="connsiteX1451" fmla="*/ 606052 w 1905657"/>
                <a:gd name="connsiteY1451" fmla="*/ 957285 h 1221162"/>
                <a:gd name="connsiteX1452" fmla="*/ 605850 w 1905657"/>
                <a:gd name="connsiteY1452" fmla="*/ 958631 h 1221162"/>
                <a:gd name="connsiteX1453" fmla="*/ 605379 w 1905657"/>
                <a:gd name="connsiteY1453" fmla="*/ 959976 h 1221162"/>
                <a:gd name="connsiteX1454" fmla="*/ 604975 w 1905657"/>
                <a:gd name="connsiteY1454" fmla="*/ 961860 h 1221162"/>
                <a:gd name="connsiteX1455" fmla="*/ 604975 w 1905657"/>
                <a:gd name="connsiteY1455" fmla="*/ 963172 h 1221162"/>
                <a:gd name="connsiteX1456" fmla="*/ 605244 w 1905657"/>
                <a:gd name="connsiteY1456" fmla="*/ 963777 h 1221162"/>
                <a:gd name="connsiteX1457" fmla="*/ 605581 w 1905657"/>
                <a:gd name="connsiteY1457" fmla="*/ 965358 h 1221162"/>
                <a:gd name="connsiteX1458" fmla="*/ 606456 w 1905657"/>
                <a:gd name="connsiteY1458" fmla="*/ 966939 h 1221162"/>
                <a:gd name="connsiteX1459" fmla="*/ 609451 w 1905657"/>
                <a:gd name="connsiteY1459" fmla="*/ 968891 h 1221162"/>
                <a:gd name="connsiteX1460" fmla="*/ 613254 w 1905657"/>
                <a:gd name="connsiteY1460" fmla="*/ 969294 h 1221162"/>
                <a:gd name="connsiteX1461" fmla="*/ 614566 w 1905657"/>
                <a:gd name="connsiteY1461" fmla="*/ 969294 h 1221162"/>
                <a:gd name="connsiteX1462" fmla="*/ 618369 w 1905657"/>
                <a:gd name="connsiteY1462" fmla="*/ 970169 h 1221162"/>
                <a:gd name="connsiteX1463" fmla="*/ 619446 w 1905657"/>
                <a:gd name="connsiteY1463" fmla="*/ 972894 h 1221162"/>
                <a:gd name="connsiteX1464" fmla="*/ 619345 w 1905657"/>
                <a:gd name="connsiteY1464" fmla="*/ 975282 h 1221162"/>
                <a:gd name="connsiteX1465" fmla="*/ 620658 w 1905657"/>
                <a:gd name="connsiteY1465" fmla="*/ 976594 h 1221162"/>
                <a:gd name="connsiteX1466" fmla="*/ 622946 w 1905657"/>
                <a:gd name="connsiteY1466" fmla="*/ 976594 h 1221162"/>
                <a:gd name="connsiteX1467" fmla="*/ 625235 w 1905657"/>
                <a:gd name="connsiteY1467" fmla="*/ 976056 h 1221162"/>
                <a:gd name="connsiteX1468" fmla="*/ 630451 w 1905657"/>
                <a:gd name="connsiteY1468" fmla="*/ 973768 h 1221162"/>
                <a:gd name="connsiteX1469" fmla="*/ 632942 w 1905657"/>
                <a:gd name="connsiteY1469" fmla="*/ 970842 h 1221162"/>
                <a:gd name="connsiteX1470" fmla="*/ 634894 w 1905657"/>
                <a:gd name="connsiteY1470" fmla="*/ 968453 h 1221162"/>
                <a:gd name="connsiteX1471" fmla="*/ 638697 w 1905657"/>
                <a:gd name="connsiteY1471" fmla="*/ 965728 h 1221162"/>
                <a:gd name="connsiteX1472" fmla="*/ 639572 w 1905657"/>
                <a:gd name="connsiteY1472" fmla="*/ 963239 h 1221162"/>
                <a:gd name="connsiteX1473" fmla="*/ 640649 w 1905657"/>
                <a:gd name="connsiteY1473" fmla="*/ 961725 h 1221162"/>
                <a:gd name="connsiteX1474" fmla="*/ 641288 w 1905657"/>
                <a:gd name="connsiteY1474" fmla="*/ 960413 h 1221162"/>
                <a:gd name="connsiteX1475" fmla="*/ 643139 w 1905657"/>
                <a:gd name="connsiteY1475" fmla="*/ 959001 h 1221162"/>
                <a:gd name="connsiteX1476" fmla="*/ 643913 w 1905657"/>
                <a:gd name="connsiteY1476" fmla="*/ 959001 h 1221162"/>
                <a:gd name="connsiteX1477" fmla="*/ 646841 w 1905657"/>
                <a:gd name="connsiteY1477" fmla="*/ 958361 h 1221162"/>
                <a:gd name="connsiteX1478" fmla="*/ 649668 w 1905657"/>
                <a:gd name="connsiteY1478" fmla="*/ 958025 h 1221162"/>
                <a:gd name="connsiteX1479" fmla="*/ 651957 w 1905657"/>
                <a:gd name="connsiteY1479" fmla="*/ 958462 h 1221162"/>
                <a:gd name="connsiteX1480" fmla="*/ 652832 w 1905657"/>
                <a:gd name="connsiteY1480" fmla="*/ 959976 h 1221162"/>
                <a:gd name="connsiteX1481" fmla="*/ 652832 w 1905657"/>
                <a:gd name="connsiteY1481" fmla="*/ 962466 h 1221162"/>
                <a:gd name="connsiteX1482" fmla="*/ 653606 w 1905657"/>
                <a:gd name="connsiteY1482" fmla="*/ 963441 h 1221162"/>
                <a:gd name="connsiteX1483" fmla="*/ 656971 w 1905657"/>
                <a:gd name="connsiteY1483" fmla="*/ 963677 h 1221162"/>
                <a:gd name="connsiteX1484" fmla="*/ 658620 w 1905657"/>
                <a:gd name="connsiteY1484" fmla="*/ 962903 h 1221162"/>
                <a:gd name="connsiteX1485" fmla="*/ 659159 w 1905657"/>
                <a:gd name="connsiteY1485" fmla="*/ 962264 h 1221162"/>
                <a:gd name="connsiteX1486" fmla="*/ 661447 w 1905657"/>
                <a:gd name="connsiteY1486" fmla="*/ 963340 h 1221162"/>
                <a:gd name="connsiteX1487" fmla="*/ 662221 w 1905657"/>
                <a:gd name="connsiteY1487" fmla="*/ 964955 h 1221162"/>
                <a:gd name="connsiteX1488" fmla="*/ 662760 w 1905657"/>
                <a:gd name="connsiteY1488" fmla="*/ 966569 h 1221162"/>
                <a:gd name="connsiteX1489" fmla="*/ 666226 w 1905657"/>
                <a:gd name="connsiteY1489" fmla="*/ 968958 h 1221162"/>
                <a:gd name="connsiteX1490" fmla="*/ 667976 w 1905657"/>
                <a:gd name="connsiteY1490" fmla="*/ 970034 h 1221162"/>
                <a:gd name="connsiteX1491" fmla="*/ 671005 w 1905657"/>
                <a:gd name="connsiteY1491" fmla="*/ 972187 h 1221162"/>
                <a:gd name="connsiteX1492" fmla="*/ 674606 w 1905657"/>
                <a:gd name="connsiteY1492" fmla="*/ 973499 h 1221162"/>
                <a:gd name="connsiteX1493" fmla="*/ 678746 w 1905657"/>
                <a:gd name="connsiteY1493" fmla="*/ 977200 h 1221162"/>
                <a:gd name="connsiteX1494" fmla="*/ 680597 w 1905657"/>
                <a:gd name="connsiteY1494" fmla="*/ 979487 h 1221162"/>
                <a:gd name="connsiteX1495" fmla="*/ 682986 w 1905657"/>
                <a:gd name="connsiteY1495" fmla="*/ 983389 h 1221162"/>
                <a:gd name="connsiteX1496" fmla="*/ 686688 w 1905657"/>
                <a:gd name="connsiteY1496" fmla="*/ 987628 h 1221162"/>
                <a:gd name="connsiteX1497" fmla="*/ 688640 w 1905657"/>
                <a:gd name="connsiteY1497" fmla="*/ 991530 h 1221162"/>
                <a:gd name="connsiteX1498" fmla="*/ 690929 w 1905657"/>
                <a:gd name="connsiteY1498" fmla="*/ 994120 h 1221162"/>
                <a:gd name="connsiteX1499" fmla="*/ 691568 w 1905657"/>
                <a:gd name="connsiteY1499" fmla="*/ 996072 h 1221162"/>
                <a:gd name="connsiteX1500" fmla="*/ 693217 w 1905657"/>
                <a:gd name="connsiteY1500" fmla="*/ 997316 h 1221162"/>
                <a:gd name="connsiteX1501" fmla="*/ 695506 w 1905657"/>
                <a:gd name="connsiteY1501" fmla="*/ 998796 h 1221162"/>
                <a:gd name="connsiteX1502" fmla="*/ 696381 w 1905657"/>
                <a:gd name="connsiteY1502" fmla="*/ 998796 h 1221162"/>
                <a:gd name="connsiteX1503" fmla="*/ 699107 w 1905657"/>
                <a:gd name="connsiteY1503" fmla="*/ 999671 h 1221162"/>
                <a:gd name="connsiteX1504" fmla="*/ 703011 w 1905657"/>
                <a:gd name="connsiteY1504" fmla="*/ 999402 h 1221162"/>
                <a:gd name="connsiteX1505" fmla="*/ 705501 w 1905657"/>
                <a:gd name="connsiteY1505" fmla="*/ 1000546 h 1221162"/>
                <a:gd name="connsiteX1506" fmla="*/ 708530 w 1905657"/>
                <a:gd name="connsiteY1506" fmla="*/ 1000546 h 1221162"/>
                <a:gd name="connsiteX1507" fmla="*/ 710919 w 1905657"/>
                <a:gd name="connsiteY1507" fmla="*/ 1000209 h 1221162"/>
                <a:gd name="connsiteX1508" fmla="*/ 715160 w 1905657"/>
                <a:gd name="connsiteY1508" fmla="*/ 1000546 h 1221162"/>
                <a:gd name="connsiteX1509" fmla="*/ 718963 w 1905657"/>
                <a:gd name="connsiteY1509" fmla="*/ 1000546 h 1221162"/>
                <a:gd name="connsiteX1510" fmla="*/ 720578 w 1905657"/>
                <a:gd name="connsiteY1510" fmla="*/ 1001757 h 1221162"/>
                <a:gd name="connsiteX1511" fmla="*/ 723069 w 1905657"/>
                <a:gd name="connsiteY1511" fmla="*/ 1002396 h 1221162"/>
                <a:gd name="connsiteX1512" fmla="*/ 726434 w 1905657"/>
                <a:gd name="connsiteY1512" fmla="*/ 1003607 h 1221162"/>
                <a:gd name="connsiteX1513" fmla="*/ 728487 w 1905657"/>
                <a:gd name="connsiteY1513" fmla="*/ 1003607 h 1221162"/>
                <a:gd name="connsiteX1514" fmla="*/ 730002 w 1905657"/>
                <a:gd name="connsiteY1514" fmla="*/ 1004818 h 1221162"/>
                <a:gd name="connsiteX1515" fmla="*/ 731415 w 1905657"/>
                <a:gd name="connsiteY1515" fmla="*/ 1006332 h 1221162"/>
                <a:gd name="connsiteX1516" fmla="*/ 733266 w 1905657"/>
                <a:gd name="connsiteY1516" fmla="*/ 1008518 h 1221162"/>
                <a:gd name="connsiteX1517" fmla="*/ 735756 w 1905657"/>
                <a:gd name="connsiteY1517" fmla="*/ 1010906 h 1221162"/>
                <a:gd name="connsiteX1518" fmla="*/ 737809 w 1905657"/>
                <a:gd name="connsiteY1518" fmla="*/ 1012521 h 1221162"/>
                <a:gd name="connsiteX1519" fmla="*/ 741612 w 1905657"/>
                <a:gd name="connsiteY1519" fmla="*/ 1014472 h 1221162"/>
                <a:gd name="connsiteX1520" fmla="*/ 748444 w 1905657"/>
                <a:gd name="connsiteY1520" fmla="*/ 1014472 h 1221162"/>
                <a:gd name="connsiteX1521" fmla="*/ 751709 w 1905657"/>
                <a:gd name="connsiteY1521" fmla="*/ 1013160 h 1221162"/>
                <a:gd name="connsiteX1522" fmla="*/ 755512 w 1905657"/>
                <a:gd name="connsiteY1522" fmla="*/ 1009797 h 1221162"/>
                <a:gd name="connsiteX1523" fmla="*/ 758339 w 1905657"/>
                <a:gd name="connsiteY1523" fmla="*/ 1006332 h 1221162"/>
                <a:gd name="connsiteX1524" fmla="*/ 760964 w 1905657"/>
                <a:gd name="connsiteY1524" fmla="*/ 1004414 h 1221162"/>
                <a:gd name="connsiteX1525" fmla="*/ 763555 w 1905657"/>
                <a:gd name="connsiteY1525" fmla="*/ 1002295 h 1221162"/>
                <a:gd name="connsiteX1526" fmla="*/ 765844 w 1905657"/>
                <a:gd name="connsiteY1526" fmla="*/ 1002295 h 1221162"/>
                <a:gd name="connsiteX1527" fmla="*/ 769209 w 1905657"/>
                <a:gd name="connsiteY1527" fmla="*/ 1003506 h 1221162"/>
                <a:gd name="connsiteX1528" fmla="*/ 773786 w 1905657"/>
                <a:gd name="connsiteY1528" fmla="*/ 1005692 h 1221162"/>
                <a:gd name="connsiteX1529" fmla="*/ 776277 w 1905657"/>
                <a:gd name="connsiteY1529" fmla="*/ 1007543 h 1221162"/>
                <a:gd name="connsiteX1530" fmla="*/ 777690 w 1905657"/>
                <a:gd name="connsiteY1530" fmla="*/ 1009830 h 1221162"/>
                <a:gd name="connsiteX1531" fmla="*/ 781156 w 1905657"/>
                <a:gd name="connsiteY1531" fmla="*/ 1012320 h 1221162"/>
                <a:gd name="connsiteX1532" fmla="*/ 784320 w 1905657"/>
                <a:gd name="connsiteY1532" fmla="*/ 1013968 h 1221162"/>
                <a:gd name="connsiteX1533" fmla="*/ 788224 w 1905657"/>
                <a:gd name="connsiteY1533" fmla="*/ 1015313 h 1221162"/>
                <a:gd name="connsiteX1534" fmla="*/ 791152 w 1905657"/>
                <a:gd name="connsiteY1534" fmla="*/ 1016255 h 1221162"/>
                <a:gd name="connsiteX1535" fmla="*/ 795392 w 1905657"/>
                <a:gd name="connsiteY1535" fmla="*/ 1016255 h 1221162"/>
                <a:gd name="connsiteX1536" fmla="*/ 797883 w 1905657"/>
                <a:gd name="connsiteY1536" fmla="*/ 1016255 h 1221162"/>
                <a:gd name="connsiteX1537" fmla="*/ 801484 w 1905657"/>
                <a:gd name="connsiteY1537" fmla="*/ 1015482 h 1221162"/>
                <a:gd name="connsiteX1538" fmla="*/ 804748 w 1905657"/>
                <a:gd name="connsiteY1538" fmla="*/ 1015044 h 1221162"/>
                <a:gd name="connsiteX1539" fmla="*/ 806599 w 1905657"/>
                <a:gd name="connsiteY1539" fmla="*/ 1014708 h 1221162"/>
                <a:gd name="connsiteX1540" fmla="*/ 810200 w 1905657"/>
                <a:gd name="connsiteY1540" fmla="*/ 1013530 h 1221162"/>
                <a:gd name="connsiteX1541" fmla="*/ 812152 w 1905657"/>
                <a:gd name="connsiteY1541" fmla="*/ 1011344 h 1221162"/>
                <a:gd name="connsiteX1542" fmla="*/ 814340 w 1905657"/>
                <a:gd name="connsiteY1542" fmla="*/ 1008316 h 1221162"/>
                <a:gd name="connsiteX1543" fmla="*/ 816628 w 1905657"/>
                <a:gd name="connsiteY1543" fmla="*/ 1005053 h 1221162"/>
                <a:gd name="connsiteX1544" fmla="*/ 819994 w 1905657"/>
                <a:gd name="connsiteY1544" fmla="*/ 1003842 h 1221162"/>
                <a:gd name="connsiteX1545" fmla="*/ 822619 w 1905657"/>
                <a:gd name="connsiteY1545" fmla="*/ 1002867 h 1221162"/>
                <a:gd name="connsiteX1546" fmla="*/ 828273 w 1905657"/>
                <a:gd name="connsiteY1546" fmla="*/ 1001992 h 1221162"/>
                <a:gd name="connsiteX1547" fmla="*/ 833052 w 1905657"/>
                <a:gd name="connsiteY1547" fmla="*/ 1001117 h 1221162"/>
                <a:gd name="connsiteX1548" fmla="*/ 839480 w 1905657"/>
                <a:gd name="connsiteY1548" fmla="*/ 1002194 h 1221162"/>
                <a:gd name="connsiteX1549" fmla="*/ 842744 w 1905657"/>
                <a:gd name="connsiteY1549" fmla="*/ 1001319 h 1221162"/>
                <a:gd name="connsiteX1550" fmla="*/ 849273 w 1905657"/>
                <a:gd name="connsiteY1550" fmla="*/ 1000007 h 1221162"/>
                <a:gd name="connsiteX1551" fmla="*/ 853076 w 1905657"/>
                <a:gd name="connsiteY1551" fmla="*/ 1001757 h 1221162"/>
                <a:gd name="connsiteX1552" fmla="*/ 856778 w 1905657"/>
                <a:gd name="connsiteY1552" fmla="*/ 1004683 h 1221162"/>
                <a:gd name="connsiteX1553" fmla="*/ 858966 w 1905657"/>
                <a:gd name="connsiteY1553" fmla="*/ 1007307 h 1221162"/>
                <a:gd name="connsiteX1554" fmla="*/ 861995 w 1905657"/>
                <a:gd name="connsiteY1554" fmla="*/ 1014136 h 1221162"/>
                <a:gd name="connsiteX1555" fmla="*/ 862870 w 1905657"/>
                <a:gd name="connsiteY1555" fmla="*/ 1016356 h 1221162"/>
                <a:gd name="connsiteX1556" fmla="*/ 862971 w 1905657"/>
                <a:gd name="connsiteY1556" fmla="*/ 1023387 h 1221162"/>
                <a:gd name="connsiteX1557" fmla="*/ 862634 w 1905657"/>
                <a:gd name="connsiteY1557" fmla="*/ 1027390 h 1221162"/>
                <a:gd name="connsiteX1558" fmla="*/ 860783 w 1905657"/>
                <a:gd name="connsiteY1558" fmla="*/ 1036069 h 1221162"/>
                <a:gd name="connsiteX1559" fmla="*/ 858394 w 1905657"/>
                <a:gd name="connsiteY1559" fmla="*/ 1038020 h 1221162"/>
                <a:gd name="connsiteX1560" fmla="*/ 856475 w 1905657"/>
                <a:gd name="connsiteY1560" fmla="*/ 1043268 h 1221162"/>
                <a:gd name="connsiteX1561" fmla="*/ 853581 w 1905657"/>
                <a:gd name="connsiteY1561" fmla="*/ 1048785 h 1221162"/>
                <a:gd name="connsiteX1562" fmla="*/ 851259 w 1905657"/>
                <a:gd name="connsiteY1562" fmla="*/ 1050971 h 1221162"/>
                <a:gd name="connsiteX1563" fmla="*/ 848129 w 1905657"/>
                <a:gd name="connsiteY1563" fmla="*/ 1059650 h 1221162"/>
                <a:gd name="connsiteX1564" fmla="*/ 846749 w 1905657"/>
                <a:gd name="connsiteY1564" fmla="*/ 1064730 h 1221162"/>
                <a:gd name="connsiteX1565" fmla="*/ 846749 w 1905657"/>
                <a:gd name="connsiteY1565" fmla="*/ 1074418 h 1221162"/>
                <a:gd name="connsiteX1566" fmla="*/ 848062 w 1905657"/>
                <a:gd name="connsiteY1566" fmla="*/ 1079935 h 1221162"/>
                <a:gd name="connsiteX1567" fmla="*/ 850956 w 1905657"/>
                <a:gd name="connsiteY1567" fmla="*/ 1085721 h 1221162"/>
                <a:gd name="connsiteX1568" fmla="*/ 853985 w 1905657"/>
                <a:gd name="connsiteY1568" fmla="*/ 1091373 h 1221162"/>
                <a:gd name="connsiteX1569" fmla="*/ 858327 w 1905657"/>
                <a:gd name="connsiteY1569" fmla="*/ 1096889 h 1221162"/>
                <a:gd name="connsiteX1570" fmla="*/ 863846 w 1905657"/>
                <a:gd name="connsiteY1570" fmla="*/ 1099076 h 1221162"/>
                <a:gd name="connsiteX1571" fmla="*/ 867750 w 1905657"/>
                <a:gd name="connsiteY1571" fmla="*/ 1098201 h 1221162"/>
                <a:gd name="connsiteX1572" fmla="*/ 872529 w 1905657"/>
                <a:gd name="connsiteY1572" fmla="*/ 1096183 h 1221162"/>
                <a:gd name="connsiteX1573" fmla="*/ 875558 w 1905657"/>
                <a:gd name="connsiteY1573" fmla="*/ 1093155 h 1221162"/>
                <a:gd name="connsiteX1574" fmla="*/ 878452 w 1905657"/>
                <a:gd name="connsiteY1574" fmla="*/ 1089691 h 1221162"/>
                <a:gd name="connsiteX1575" fmla="*/ 881212 w 1905657"/>
                <a:gd name="connsiteY1575" fmla="*/ 1085048 h 1221162"/>
                <a:gd name="connsiteX1576" fmla="*/ 881514 w 1905657"/>
                <a:gd name="connsiteY1576" fmla="*/ 1081415 h 1221162"/>
                <a:gd name="connsiteX1577" fmla="*/ 881514 w 1905657"/>
                <a:gd name="connsiteY1577" fmla="*/ 1074452 h 1221162"/>
                <a:gd name="connsiteX1578" fmla="*/ 881514 w 1905657"/>
                <a:gd name="connsiteY1578" fmla="*/ 1069238 h 1221162"/>
                <a:gd name="connsiteX1579" fmla="*/ 882524 w 1905657"/>
                <a:gd name="connsiteY1579" fmla="*/ 1063586 h 1221162"/>
                <a:gd name="connsiteX1580" fmla="*/ 884106 w 1905657"/>
                <a:gd name="connsiteY1580" fmla="*/ 1057195 h 1221162"/>
                <a:gd name="connsiteX1581" fmla="*/ 887000 w 1905657"/>
                <a:gd name="connsiteY1581" fmla="*/ 1053562 h 1221162"/>
                <a:gd name="connsiteX1582" fmla="*/ 891645 w 1905657"/>
                <a:gd name="connsiteY1582" fmla="*/ 1049929 h 1221162"/>
                <a:gd name="connsiteX1583" fmla="*/ 894101 w 1905657"/>
                <a:gd name="connsiteY1583" fmla="*/ 1047170 h 1221162"/>
                <a:gd name="connsiteX1584" fmla="*/ 896558 w 1905657"/>
                <a:gd name="connsiteY1584" fmla="*/ 1044109 h 1221162"/>
                <a:gd name="connsiteX1585" fmla="*/ 898880 w 1905657"/>
                <a:gd name="connsiteY1585" fmla="*/ 1042090 h 1221162"/>
                <a:gd name="connsiteX1586" fmla="*/ 901909 w 1905657"/>
                <a:gd name="connsiteY1586" fmla="*/ 1038760 h 1221162"/>
                <a:gd name="connsiteX1587" fmla="*/ 906553 w 1905657"/>
                <a:gd name="connsiteY1587" fmla="*/ 1036305 h 1221162"/>
                <a:gd name="connsiteX1588" fmla="*/ 913958 w 1905657"/>
                <a:gd name="connsiteY1588" fmla="*/ 1031090 h 1221162"/>
                <a:gd name="connsiteX1589" fmla="*/ 917424 w 1905657"/>
                <a:gd name="connsiteY1589" fmla="*/ 1028500 h 1221162"/>
                <a:gd name="connsiteX1590" fmla="*/ 921496 w 1905657"/>
                <a:gd name="connsiteY1590" fmla="*/ 1025742 h 1221162"/>
                <a:gd name="connsiteX1591" fmla="*/ 925838 w 1905657"/>
                <a:gd name="connsiteY1591" fmla="*/ 1022411 h 1221162"/>
                <a:gd name="connsiteX1592" fmla="*/ 930616 w 1905657"/>
                <a:gd name="connsiteY1592" fmla="*/ 1020090 h 1221162"/>
                <a:gd name="connsiteX1593" fmla="*/ 934083 w 1905657"/>
                <a:gd name="connsiteY1593" fmla="*/ 1016188 h 1221162"/>
                <a:gd name="connsiteX1594" fmla="*/ 937112 w 1905657"/>
                <a:gd name="connsiteY1594" fmla="*/ 1014170 h 1221162"/>
                <a:gd name="connsiteX1595" fmla="*/ 940881 w 1905657"/>
                <a:gd name="connsiteY1595" fmla="*/ 1012286 h 1221162"/>
                <a:gd name="connsiteX1596" fmla="*/ 942900 w 1905657"/>
                <a:gd name="connsiteY1596" fmla="*/ 1011848 h 1221162"/>
                <a:gd name="connsiteX1597" fmla="*/ 946367 w 1905657"/>
                <a:gd name="connsiteY1597" fmla="*/ 1010537 h 1221162"/>
                <a:gd name="connsiteX1598" fmla="*/ 950708 w 1905657"/>
                <a:gd name="connsiteY1598" fmla="*/ 1010099 h 1221162"/>
                <a:gd name="connsiteX1599" fmla="*/ 955622 w 1905657"/>
                <a:gd name="connsiteY1599" fmla="*/ 1009797 h 1221162"/>
                <a:gd name="connsiteX1600" fmla="*/ 960973 w 1905657"/>
                <a:gd name="connsiteY1600" fmla="*/ 1008922 h 1221162"/>
                <a:gd name="connsiteX1601" fmla="*/ 966761 w 1905657"/>
                <a:gd name="connsiteY1601" fmla="*/ 1009225 h 1221162"/>
                <a:gd name="connsiteX1602" fmla="*/ 975007 w 1905657"/>
                <a:gd name="connsiteY1602" fmla="*/ 1011680 h 1221162"/>
                <a:gd name="connsiteX1603" fmla="*/ 980089 w 1905657"/>
                <a:gd name="connsiteY1603" fmla="*/ 1013867 h 1221162"/>
                <a:gd name="connsiteX1604" fmla="*/ 985002 w 1905657"/>
                <a:gd name="connsiteY1604" fmla="*/ 1014741 h 1221162"/>
                <a:gd name="connsiteX1605" fmla="*/ 989074 w 1905657"/>
                <a:gd name="connsiteY1605" fmla="*/ 1015044 h 1221162"/>
                <a:gd name="connsiteX1606" fmla="*/ 994729 w 1905657"/>
                <a:gd name="connsiteY1606" fmla="*/ 1015347 h 1221162"/>
                <a:gd name="connsiteX1607" fmla="*/ 998363 w 1905657"/>
                <a:gd name="connsiteY1607" fmla="*/ 1016222 h 1221162"/>
                <a:gd name="connsiteX1608" fmla="*/ 1000820 w 1905657"/>
                <a:gd name="connsiteY1608" fmla="*/ 1017668 h 1221162"/>
                <a:gd name="connsiteX1609" fmla="*/ 1003849 w 1905657"/>
                <a:gd name="connsiteY1609" fmla="*/ 1020696 h 1221162"/>
                <a:gd name="connsiteX1610" fmla="*/ 1007181 w 1905657"/>
                <a:gd name="connsiteY1610" fmla="*/ 1024161 h 1221162"/>
                <a:gd name="connsiteX1611" fmla="*/ 1008190 w 1905657"/>
                <a:gd name="connsiteY1611" fmla="*/ 1026179 h 1221162"/>
                <a:gd name="connsiteX1612" fmla="*/ 1013104 w 1905657"/>
                <a:gd name="connsiteY1612" fmla="*/ 1029206 h 1221162"/>
                <a:gd name="connsiteX1613" fmla="*/ 1016436 w 1905657"/>
                <a:gd name="connsiteY1613" fmla="*/ 1033411 h 1221162"/>
                <a:gd name="connsiteX1614" fmla="*/ 1017883 w 1905657"/>
                <a:gd name="connsiteY1614" fmla="*/ 1036305 h 1221162"/>
                <a:gd name="connsiteX1615" fmla="*/ 1022224 w 1905657"/>
                <a:gd name="connsiteY1615" fmla="*/ 1037616 h 1221162"/>
                <a:gd name="connsiteX1616" fmla="*/ 1028450 w 1905657"/>
                <a:gd name="connsiteY1616" fmla="*/ 1038794 h 1221162"/>
                <a:gd name="connsiteX1617" fmla="*/ 1033532 w 1905657"/>
                <a:gd name="connsiteY1617" fmla="*/ 1038794 h 1221162"/>
                <a:gd name="connsiteX1618" fmla="*/ 1036292 w 1905657"/>
                <a:gd name="connsiteY1618" fmla="*/ 1038491 h 1221162"/>
                <a:gd name="connsiteX1619" fmla="*/ 1040499 w 1905657"/>
                <a:gd name="connsiteY1619" fmla="*/ 1038626 h 1221162"/>
                <a:gd name="connsiteX1620" fmla="*/ 1044133 w 1905657"/>
                <a:gd name="connsiteY1620" fmla="*/ 1039769 h 1221162"/>
                <a:gd name="connsiteX1621" fmla="*/ 1045143 w 1905657"/>
                <a:gd name="connsiteY1621" fmla="*/ 1040510 h 1221162"/>
                <a:gd name="connsiteX1622" fmla="*/ 1049047 w 1905657"/>
                <a:gd name="connsiteY1622" fmla="*/ 1043100 h 1221162"/>
                <a:gd name="connsiteX1623" fmla="*/ 1051941 w 1905657"/>
                <a:gd name="connsiteY1623" fmla="*/ 1045118 h 1221162"/>
                <a:gd name="connsiteX1624" fmla="*/ 1054129 w 1905657"/>
                <a:gd name="connsiteY1624" fmla="*/ 1048886 h 1221162"/>
                <a:gd name="connsiteX1625" fmla="*/ 1055576 w 1905657"/>
                <a:gd name="connsiteY1625" fmla="*/ 1053225 h 1221162"/>
                <a:gd name="connsiteX1626" fmla="*/ 1060792 w 1905657"/>
                <a:gd name="connsiteY1626" fmla="*/ 1058742 h 1221162"/>
                <a:gd name="connsiteX1627" fmla="*/ 1063384 w 1905657"/>
                <a:gd name="connsiteY1627" fmla="*/ 1060626 h 1221162"/>
                <a:gd name="connsiteX1628" fmla="*/ 1065841 w 1905657"/>
                <a:gd name="connsiteY1628" fmla="*/ 1063519 h 1221162"/>
                <a:gd name="connsiteX1629" fmla="*/ 1067725 w 1905657"/>
                <a:gd name="connsiteY1629" fmla="*/ 1065403 h 1221162"/>
                <a:gd name="connsiteX1630" fmla="*/ 1071495 w 1905657"/>
                <a:gd name="connsiteY1630" fmla="*/ 1068430 h 1221162"/>
                <a:gd name="connsiteX1631" fmla="*/ 1074120 w 1905657"/>
                <a:gd name="connsiteY1631" fmla="*/ 1070180 h 1221162"/>
                <a:gd name="connsiteX1632" fmla="*/ 1077014 w 1905657"/>
                <a:gd name="connsiteY1632" fmla="*/ 1072198 h 1221162"/>
                <a:gd name="connsiteX1633" fmla="*/ 1081086 w 1905657"/>
                <a:gd name="connsiteY1633" fmla="*/ 1073342 h 1221162"/>
                <a:gd name="connsiteX1634" fmla="*/ 1084721 w 1905657"/>
                <a:gd name="connsiteY1634" fmla="*/ 1073914 h 1221162"/>
                <a:gd name="connsiteX1635" fmla="*/ 1086740 w 1905657"/>
                <a:gd name="connsiteY1635" fmla="*/ 1072030 h 1221162"/>
                <a:gd name="connsiteX1636" fmla="*/ 1087178 w 1905657"/>
                <a:gd name="connsiteY1636" fmla="*/ 1068834 h 1221162"/>
                <a:gd name="connsiteX1637" fmla="*/ 1088759 w 1905657"/>
                <a:gd name="connsiteY1637" fmla="*/ 1067253 h 1221162"/>
                <a:gd name="connsiteX1638" fmla="*/ 1090947 w 1905657"/>
                <a:gd name="connsiteY1638" fmla="*/ 1065941 h 1221162"/>
                <a:gd name="connsiteX1639" fmla="*/ 1094851 w 1905657"/>
                <a:gd name="connsiteY1639" fmla="*/ 1065504 h 1221162"/>
                <a:gd name="connsiteX1640" fmla="*/ 1097038 w 1905657"/>
                <a:gd name="connsiteY1640" fmla="*/ 1064932 h 1221162"/>
                <a:gd name="connsiteX1641" fmla="*/ 1101514 w 1905657"/>
                <a:gd name="connsiteY1641" fmla="*/ 1065369 h 1221162"/>
                <a:gd name="connsiteX1642" fmla="*/ 1103837 w 1905657"/>
                <a:gd name="connsiteY1642" fmla="*/ 1065235 h 1221162"/>
                <a:gd name="connsiteX1643" fmla="*/ 1106428 w 1905657"/>
                <a:gd name="connsiteY1643" fmla="*/ 1064797 h 1221162"/>
                <a:gd name="connsiteX1644" fmla="*/ 1108313 w 1905657"/>
                <a:gd name="connsiteY1644" fmla="*/ 1063788 h 1221162"/>
                <a:gd name="connsiteX1645" fmla="*/ 1112789 w 1905657"/>
                <a:gd name="connsiteY1645" fmla="*/ 1063216 h 1221162"/>
                <a:gd name="connsiteX1646" fmla="*/ 1116087 w 1905657"/>
                <a:gd name="connsiteY1646" fmla="*/ 1064225 h 1221162"/>
                <a:gd name="connsiteX1647" fmla="*/ 1118443 w 1905657"/>
                <a:gd name="connsiteY1647" fmla="*/ 1065672 h 1221162"/>
                <a:gd name="connsiteX1648" fmla="*/ 1120765 w 1905657"/>
                <a:gd name="connsiteY1648" fmla="*/ 1068699 h 1221162"/>
                <a:gd name="connsiteX1649" fmla="*/ 1123356 w 1905657"/>
                <a:gd name="connsiteY1649" fmla="*/ 1072467 h 1221162"/>
                <a:gd name="connsiteX1650" fmla="*/ 1125948 w 1905657"/>
                <a:gd name="connsiteY1650" fmla="*/ 1073914 h 1221162"/>
                <a:gd name="connsiteX1651" fmla="*/ 1127967 w 1905657"/>
                <a:gd name="connsiteY1651" fmla="*/ 1075663 h 1221162"/>
                <a:gd name="connsiteX1652" fmla="*/ 1129414 w 1905657"/>
                <a:gd name="connsiteY1652" fmla="*/ 1078253 h 1221162"/>
                <a:gd name="connsiteX1653" fmla="*/ 1130996 w 1905657"/>
                <a:gd name="connsiteY1653" fmla="*/ 1080002 h 1221162"/>
                <a:gd name="connsiteX1654" fmla="*/ 1131736 w 1905657"/>
                <a:gd name="connsiteY1654" fmla="*/ 1081752 h 1221162"/>
                <a:gd name="connsiteX1655" fmla="*/ 1131736 w 1905657"/>
                <a:gd name="connsiteY1655" fmla="*/ 1084813 h 1221162"/>
                <a:gd name="connsiteX1656" fmla="*/ 1133486 w 1905657"/>
                <a:gd name="connsiteY1656" fmla="*/ 1089455 h 1221162"/>
                <a:gd name="connsiteX1657" fmla="*/ 1133486 w 1905657"/>
                <a:gd name="connsiteY1657" fmla="*/ 1091776 h 1221162"/>
                <a:gd name="connsiteX1658" fmla="*/ 1133486 w 1905657"/>
                <a:gd name="connsiteY1658" fmla="*/ 1096990 h 1221162"/>
                <a:gd name="connsiteX1659" fmla="*/ 1132780 w 1905657"/>
                <a:gd name="connsiteY1659" fmla="*/ 1099883 h 1221162"/>
                <a:gd name="connsiteX1660" fmla="*/ 1131030 w 1905657"/>
                <a:gd name="connsiteY1660" fmla="*/ 1103079 h 1221162"/>
                <a:gd name="connsiteX1661" fmla="*/ 1130155 w 1905657"/>
                <a:gd name="connsiteY1661" fmla="*/ 1105703 h 1221162"/>
                <a:gd name="connsiteX1662" fmla="*/ 1130289 w 1905657"/>
                <a:gd name="connsiteY1662" fmla="*/ 1110614 h 1221162"/>
                <a:gd name="connsiteX1663" fmla="*/ 1131030 w 1905657"/>
                <a:gd name="connsiteY1663" fmla="*/ 1112633 h 1221162"/>
                <a:gd name="connsiteX1664" fmla="*/ 1130895 w 1905657"/>
                <a:gd name="connsiteY1664" fmla="*/ 1115660 h 1221162"/>
                <a:gd name="connsiteX1665" fmla="*/ 1130592 w 1905657"/>
                <a:gd name="connsiteY1665" fmla="*/ 1120000 h 1221162"/>
                <a:gd name="connsiteX1666" fmla="*/ 1133486 w 1905657"/>
                <a:gd name="connsiteY1666" fmla="*/ 1123330 h 1221162"/>
                <a:gd name="connsiteX1667" fmla="*/ 1135674 w 1905657"/>
                <a:gd name="connsiteY1667" fmla="*/ 1125214 h 1221162"/>
                <a:gd name="connsiteX1668" fmla="*/ 1137693 w 1905657"/>
                <a:gd name="connsiteY1668" fmla="*/ 1125214 h 1221162"/>
                <a:gd name="connsiteX1669" fmla="*/ 1142169 w 1905657"/>
                <a:gd name="connsiteY1669" fmla="*/ 1126661 h 1221162"/>
                <a:gd name="connsiteX1670" fmla="*/ 1147083 w 1905657"/>
                <a:gd name="connsiteY1670" fmla="*/ 1126661 h 1221162"/>
                <a:gd name="connsiteX1671" fmla="*/ 1149540 w 1905657"/>
                <a:gd name="connsiteY1671" fmla="*/ 1126661 h 1221162"/>
                <a:gd name="connsiteX1672" fmla="*/ 1154184 w 1905657"/>
                <a:gd name="connsiteY1672" fmla="*/ 1126694 h 1221162"/>
                <a:gd name="connsiteX1673" fmla="*/ 1157381 w 1905657"/>
                <a:gd name="connsiteY1673" fmla="*/ 1126694 h 1221162"/>
                <a:gd name="connsiteX1674" fmla="*/ 1162463 w 1905657"/>
                <a:gd name="connsiteY1674" fmla="*/ 1130832 h 1221162"/>
                <a:gd name="connsiteX1675" fmla="*/ 1165795 w 1905657"/>
                <a:gd name="connsiteY1675" fmla="*/ 1132413 h 1221162"/>
                <a:gd name="connsiteX1676" fmla="*/ 1170271 w 1905657"/>
                <a:gd name="connsiteY1676" fmla="*/ 1137762 h 1221162"/>
                <a:gd name="connsiteX1677" fmla="*/ 1172290 w 1905657"/>
                <a:gd name="connsiteY1677" fmla="*/ 1141092 h 1221162"/>
                <a:gd name="connsiteX1678" fmla="*/ 1172290 w 1905657"/>
                <a:gd name="connsiteY1678" fmla="*/ 1143548 h 1221162"/>
                <a:gd name="connsiteX1679" fmla="*/ 1173165 w 1905657"/>
                <a:gd name="connsiteY1679" fmla="*/ 1147618 h 1221162"/>
                <a:gd name="connsiteX1680" fmla="*/ 1172290 w 1905657"/>
                <a:gd name="connsiteY1680" fmla="*/ 1151520 h 1221162"/>
                <a:gd name="connsiteX1681" fmla="*/ 1170978 w 1905657"/>
                <a:gd name="connsiteY1681" fmla="*/ 1153404 h 1221162"/>
                <a:gd name="connsiteX1682" fmla="*/ 1167949 w 1905657"/>
                <a:gd name="connsiteY1682" fmla="*/ 1159325 h 1221162"/>
                <a:gd name="connsiteX1683" fmla="*/ 1165929 w 1905657"/>
                <a:gd name="connsiteY1683" fmla="*/ 1162218 h 1221162"/>
                <a:gd name="connsiteX1684" fmla="*/ 1164920 w 1905657"/>
                <a:gd name="connsiteY1684" fmla="*/ 1165111 h 1221162"/>
                <a:gd name="connsiteX1685" fmla="*/ 1164348 w 1905657"/>
                <a:gd name="connsiteY1685" fmla="*/ 1166860 h 1221162"/>
                <a:gd name="connsiteX1686" fmla="*/ 1163607 w 1905657"/>
                <a:gd name="connsiteY1686" fmla="*/ 1168575 h 1221162"/>
                <a:gd name="connsiteX1687" fmla="*/ 1164348 w 1905657"/>
                <a:gd name="connsiteY1687" fmla="*/ 1172646 h 1221162"/>
                <a:gd name="connsiteX1688" fmla="*/ 1164785 w 1905657"/>
                <a:gd name="connsiteY1688" fmla="*/ 1175674 h 1221162"/>
                <a:gd name="connsiteX1689" fmla="*/ 1164785 w 1905657"/>
                <a:gd name="connsiteY1689" fmla="*/ 1176817 h 1221162"/>
                <a:gd name="connsiteX1690" fmla="*/ 1164348 w 1905657"/>
                <a:gd name="connsiteY1690" fmla="*/ 1180720 h 1221162"/>
                <a:gd name="connsiteX1691" fmla="*/ 1164785 w 1905657"/>
                <a:gd name="connsiteY1691" fmla="*/ 1184790 h 1221162"/>
                <a:gd name="connsiteX1692" fmla="*/ 1164785 w 1905657"/>
                <a:gd name="connsiteY1692" fmla="*/ 1187246 h 1221162"/>
                <a:gd name="connsiteX1693" fmla="*/ 1164213 w 1905657"/>
                <a:gd name="connsiteY1693" fmla="*/ 1189129 h 1221162"/>
                <a:gd name="connsiteX1694" fmla="*/ 1164078 w 1905657"/>
                <a:gd name="connsiteY1694" fmla="*/ 1192325 h 1221162"/>
                <a:gd name="connsiteX1695" fmla="*/ 1163944 w 1905657"/>
                <a:gd name="connsiteY1695" fmla="*/ 1194781 h 1221162"/>
                <a:gd name="connsiteX1696" fmla="*/ 1164516 w 1905657"/>
                <a:gd name="connsiteY1696" fmla="*/ 1198246 h 1221162"/>
                <a:gd name="connsiteX1697" fmla="*/ 1164651 w 1905657"/>
                <a:gd name="connsiteY1697" fmla="*/ 1201711 h 1221162"/>
                <a:gd name="connsiteX1698" fmla="*/ 1164718 w 1905657"/>
                <a:gd name="connsiteY1698" fmla="*/ 1203292 h 1221162"/>
                <a:gd name="connsiteX1699" fmla="*/ 1165862 w 1905657"/>
                <a:gd name="connsiteY1699" fmla="*/ 1204570 h 1221162"/>
                <a:gd name="connsiteX1700" fmla="*/ 1167175 w 1905657"/>
                <a:gd name="connsiteY1700" fmla="*/ 1205478 h 1221162"/>
                <a:gd name="connsiteX1701" fmla="*/ 1169127 w 1905657"/>
                <a:gd name="connsiteY1701" fmla="*/ 1205478 h 1221162"/>
                <a:gd name="connsiteX1702" fmla="*/ 1174276 w 1905657"/>
                <a:gd name="connsiteY1702" fmla="*/ 1206454 h 1221162"/>
                <a:gd name="connsiteX1703" fmla="*/ 1178348 w 1905657"/>
                <a:gd name="connsiteY1703" fmla="*/ 1207228 h 1221162"/>
                <a:gd name="connsiteX1704" fmla="*/ 1181309 w 1905657"/>
                <a:gd name="connsiteY1704" fmla="*/ 1207228 h 1221162"/>
                <a:gd name="connsiteX1705" fmla="*/ 1184776 w 1905657"/>
                <a:gd name="connsiteY1705" fmla="*/ 1207228 h 1221162"/>
                <a:gd name="connsiteX1706" fmla="*/ 1188175 w 1905657"/>
                <a:gd name="connsiteY1706" fmla="*/ 1207228 h 1221162"/>
                <a:gd name="connsiteX1707" fmla="*/ 1190632 w 1905657"/>
                <a:gd name="connsiteY1707" fmla="*/ 1207059 h 1221162"/>
                <a:gd name="connsiteX1708" fmla="*/ 1195781 w 1905657"/>
                <a:gd name="connsiteY1708" fmla="*/ 1207228 h 1221162"/>
                <a:gd name="connsiteX1709" fmla="*/ 1198675 w 1905657"/>
                <a:gd name="connsiteY1709" fmla="*/ 1207228 h 1221162"/>
                <a:gd name="connsiteX1710" fmla="*/ 1201637 w 1905657"/>
                <a:gd name="connsiteY1710" fmla="*/ 1207228 h 1221162"/>
                <a:gd name="connsiteX1711" fmla="*/ 1205608 w 1905657"/>
                <a:gd name="connsiteY1711" fmla="*/ 1207228 h 1221162"/>
                <a:gd name="connsiteX1712" fmla="*/ 1209815 w 1905657"/>
                <a:gd name="connsiteY1712" fmla="*/ 1207295 h 1221162"/>
                <a:gd name="connsiteX1713" fmla="*/ 1215469 w 1905657"/>
                <a:gd name="connsiteY1713" fmla="*/ 1208741 h 1221162"/>
                <a:gd name="connsiteX1714" fmla="*/ 1217152 w 1905657"/>
                <a:gd name="connsiteY1714" fmla="*/ 1209683 h 1221162"/>
                <a:gd name="connsiteX1715" fmla="*/ 1221358 w 1905657"/>
                <a:gd name="connsiteY1715" fmla="*/ 1210255 h 1221162"/>
                <a:gd name="connsiteX1716" fmla="*/ 1228762 w 1905657"/>
                <a:gd name="connsiteY1716" fmla="*/ 1211903 h 1221162"/>
                <a:gd name="connsiteX1717" fmla="*/ 1232599 w 1905657"/>
                <a:gd name="connsiteY1717" fmla="*/ 1212711 h 1221162"/>
                <a:gd name="connsiteX1718" fmla="*/ 1237243 w 1905657"/>
                <a:gd name="connsiteY1718" fmla="*/ 1214292 h 1221162"/>
                <a:gd name="connsiteX1719" fmla="*/ 1244917 w 1905657"/>
                <a:gd name="connsiteY1719" fmla="*/ 1216310 h 1221162"/>
                <a:gd name="connsiteX1720" fmla="*/ 1252960 w 1905657"/>
                <a:gd name="connsiteY1720" fmla="*/ 1219439 h 1221162"/>
                <a:gd name="connsiteX1721" fmla="*/ 1258984 w 1905657"/>
                <a:gd name="connsiteY1721" fmla="*/ 1220751 h 1221162"/>
                <a:gd name="connsiteX1722" fmla="*/ 1269047 w 1905657"/>
                <a:gd name="connsiteY1722" fmla="*/ 1221121 h 1221162"/>
                <a:gd name="connsiteX1723" fmla="*/ 1277528 w 1905657"/>
                <a:gd name="connsiteY1723" fmla="*/ 1221020 h 1221162"/>
                <a:gd name="connsiteX1724" fmla="*/ 1286211 w 1905657"/>
                <a:gd name="connsiteY1724" fmla="*/ 1221121 h 1221162"/>
                <a:gd name="connsiteX1725" fmla="*/ 1297788 w 1905657"/>
                <a:gd name="connsiteY1725" fmla="*/ 1221121 h 1221162"/>
                <a:gd name="connsiteX1726" fmla="*/ 1307077 w 1905657"/>
                <a:gd name="connsiteY1726" fmla="*/ 1219674 h 1221162"/>
                <a:gd name="connsiteX1727" fmla="*/ 1315558 w 1905657"/>
                <a:gd name="connsiteY1727" fmla="*/ 1219741 h 1221162"/>
                <a:gd name="connsiteX1728" fmla="*/ 1324106 w 1905657"/>
                <a:gd name="connsiteY1728" fmla="*/ 1219674 h 1221162"/>
                <a:gd name="connsiteX1729" fmla="*/ 1330635 w 1905657"/>
                <a:gd name="connsiteY1729" fmla="*/ 1218867 h 1221162"/>
                <a:gd name="connsiteX1730" fmla="*/ 1336928 w 1905657"/>
                <a:gd name="connsiteY1730" fmla="*/ 1216781 h 1221162"/>
                <a:gd name="connsiteX1731" fmla="*/ 1338880 w 1905657"/>
                <a:gd name="connsiteY1731" fmla="*/ 1213754 h 1221162"/>
                <a:gd name="connsiteX1732" fmla="*/ 1342212 w 1905657"/>
                <a:gd name="connsiteY1732" fmla="*/ 1210289 h 1221162"/>
                <a:gd name="connsiteX1733" fmla="*/ 1344736 w 1905657"/>
                <a:gd name="connsiteY1733" fmla="*/ 1206387 h 1221162"/>
                <a:gd name="connsiteX1734" fmla="*/ 1346991 w 1905657"/>
                <a:gd name="connsiteY1734" fmla="*/ 1203191 h 1221162"/>
                <a:gd name="connsiteX1735" fmla="*/ 1347933 w 1905657"/>
                <a:gd name="connsiteY1735" fmla="*/ 1201004 h 1221162"/>
                <a:gd name="connsiteX1736" fmla="*/ 1351467 w 1905657"/>
                <a:gd name="connsiteY1736" fmla="*/ 1197237 h 1221162"/>
                <a:gd name="connsiteX1737" fmla="*/ 1353284 w 1905657"/>
                <a:gd name="connsiteY1737" fmla="*/ 1194714 h 1221162"/>
                <a:gd name="connsiteX1738" fmla="*/ 1357861 w 1905657"/>
                <a:gd name="connsiteY1738" fmla="*/ 1191013 h 1221162"/>
                <a:gd name="connsiteX1739" fmla="*/ 1361059 w 1905657"/>
                <a:gd name="connsiteY1739" fmla="*/ 1187885 h 1221162"/>
                <a:gd name="connsiteX1740" fmla="*/ 1365636 w 1905657"/>
                <a:gd name="connsiteY1740" fmla="*/ 1184857 h 1221162"/>
                <a:gd name="connsiteX1741" fmla="*/ 1368967 w 1905657"/>
                <a:gd name="connsiteY1741" fmla="*/ 1182233 h 1221162"/>
                <a:gd name="connsiteX1742" fmla="*/ 1372299 w 1905657"/>
                <a:gd name="connsiteY1742" fmla="*/ 1179138 h 1221162"/>
                <a:gd name="connsiteX1743" fmla="*/ 1374823 w 1905657"/>
                <a:gd name="connsiteY1743" fmla="*/ 1176245 h 1221162"/>
                <a:gd name="connsiteX1744" fmla="*/ 1377852 w 1905657"/>
                <a:gd name="connsiteY1744" fmla="*/ 1173420 h 1221162"/>
                <a:gd name="connsiteX1745" fmla="*/ 1383439 w 1905657"/>
                <a:gd name="connsiteY1745" fmla="*/ 1168710 h 1221162"/>
                <a:gd name="connsiteX1746" fmla="*/ 1388655 w 1905657"/>
                <a:gd name="connsiteY1746" fmla="*/ 1164371 h 1221162"/>
                <a:gd name="connsiteX1747" fmla="*/ 1392223 w 1905657"/>
                <a:gd name="connsiteY1747" fmla="*/ 1162689 h 1221162"/>
                <a:gd name="connsiteX1748" fmla="*/ 1399324 w 1905657"/>
                <a:gd name="connsiteY1748" fmla="*/ 1161949 h 1221162"/>
                <a:gd name="connsiteX1749" fmla="*/ 1403396 w 1905657"/>
                <a:gd name="connsiteY1749" fmla="*/ 1161511 h 1221162"/>
                <a:gd name="connsiteX1750" fmla="*/ 1408747 w 1905657"/>
                <a:gd name="connsiteY1750" fmla="*/ 1161713 h 1221162"/>
                <a:gd name="connsiteX1751" fmla="*/ 1412146 w 1905657"/>
                <a:gd name="connsiteY1751" fmla="*/ 1161276 h 1221162"/>
                <a:gd name="connsiteX1752" fmla="*/ 1418440 w 1905657"/>
                <a:gd name="connsiteY1752" fmla="*/ 1160468 h 1221162"/>
                <a:gd name="connsiteX1753" fmla="*/ 1425238 w 1905657"/>
                <a:gd name="connsiteY1753" fmla="*/ 1159829 h 1221162"/>
                <a:gd name="connsiteX1754" fmla="*/ 1434594 w 1905657"/>
                <a:gd name="connsiteY1754" fmla="*/ 1157441 h 1221162"/>
                <a:gd name="connsiteX1755" fmla="*/ 1442132 w 1905657"/>
                <a:gd name="connsiteY1755" fmla="*/ 1152664 h 1221162"/>
                <a:gd name="connsiteX1756" fmla="*/ 1446205 w 1905657"/>
                <a:gd name="connsiteY1756" fmla="*/ 1151789 h 1221162"/>
                <a:gd name="connsiteX1757" fmla="*/ 1452061 w 1905657"/>
                <a:gd name="connsiteY1757" fmla="*/ 1149266 h 1221162"/>
                <a:gd name="connsiteX1758" fmla="*/ 1454820 w 1905657"/>
                <a:gd name="connsiteY1758" fmla="*/ 1147954 h 1221162"/>
                <a:gd name="connsiteX1759" fmla="*/ 1467138 w 1905657"/>
                <a:gd name="connsiteY1759" fmla="*/ 1144422 h 1221162"/>
                <a:gd name="connsiteX1760" fmla="*/ 1473869 w 1905657"/>
                <a:gd name="connsiteY1760" fmla="*/ 1141395 h 1221162"/>
                <a:gd name="connsiteX1761" fmla="*/ 1479893 w 1905657"/>
                <a:gd name="connsiteY1761" fmla="*/ 1140015 h 1221162"/>
                <a:gd name="connsiteX1762" fmla="*/ 1487802 w 1905657"/>
                <a:gd name="connsiteY1762" fmla="*/ 1139006 h 1221162"/>
                <a:gd name="connsiteX1763" fmla="*/ 1494701 w 1905657"/>
                <a:gd name="connsiteY1763" fmla="*/ 1136853 h 1221162"/>
                <a:gd name="connsiteX1764" fmla="*/ 1498167 w 1905657"/>
                <a:gd name="connsiteY1764" fmla="*/ 1133220 h 1221162"/>
                <a:gd name="connsiteX1765" fmla="*/ 1499682 w 1905657"/>
                <a:gd name="connsiteY1765" fmla="*/ 1130630 h 1221162"/>
                <a:gd name="connsiteX1766" fmla="*/ 1502509 w 1905657"/>
                <a:gd name="connsiteY1766" fmla="*/ 1126560 h 1221162"/>
                <a:gd name="connsiteX1767" fmla="*/ 1504898 w 1905657"/>
                <a:gd name="connsiteY1767" fmla="*/ 1123162 h 1221162"/>
                <a:gd name="connsiteX1768" fmla="*/ 1507591 w 1905657"/>
                <a:gd name="connsiteY1768" fmla="*/ 1120706 h 1221162"/>
                <a:gd name="connsiteX1769" fmla="*/ 1510788 w 1905657"/>
                <a:gd name="connsiteY1769" fmla="*/ 1118251 h 1221162"/>
                <a:gd name="connsiteX1770" fmla="*/ 1514423 w 1905657"/>
                <a:gd name="connsiteY1770" fmla="*/ 1115930 h 1221162"/>
                <a:gd name="connsiteX1771" fmla="*/ 1518326 w 1905657"/>
                <a:gd name="connsiteY1771" fmla="*/ 1114248 h 1221162"/>
                <a:gd name="connsiteX1772" fmla="*/ 1523980 w 1905657"/>
                <a:gd name="connsiteY1772" fmla="*/ 1110345 h 1221162"/>
                <a:gd name="connsiteX1773" fmla="*/ 1530005 w 1905657"/>
                <a:gd name="connsiteY1773" fmla="*/ 1108596 h 1221162"/>
                <a:gd name="connsiteX1774" fmla="*/ 1534716 w 1905657"/>
                <a:gd name="connsiteY1774" fmla="*/ 1104627 h 1221162"/>
                <a:gd name="connsiteX1775" fmla="*/ 1538486 w 1905657"/>
                <a:gd name="connsiteY1775" fmla="*/ 1103180 h 1221162"/>
                <a:gd name="connsiteX1776" fmla="*/ 1542053 w 1905657"/>
                <a:gd name="connsiteY1776" fmla="*/ 1100859 h 1221162"/>
                <a:gd name="connsiteX1777" fmla="*/ 1544880 w 1905657"/>
                <a:gd name="connsiteY1777" fmla="*/ 1100119 h 1221162"/>
                <a:gd name="connsiteX1778" fmla="*/ 1547269 w 1905657"/>
                <a:gd name="connsiteY1778" fmla="*/ 1099816 h 1221162"/>
                <a:gd name="connsiteX1779" fmla="*/ 1550904 w 1905657"/>
                <a:gd name="connsiteY1779" fmla="*/ 1099682 h 1221162"/>
                <a:gd name="connsiteX1780" fmla="*/ 1552991 w 1905657"/>
                <a:gd name="connsiteY1780" fmla="*/ 1100119 h 1221162"/>
                <a:gd name="connsiteX1781" fmla="*/ 1555750 w 1905657"/>
                <a:gd name="connsiteY1781" fmla="*/ 1100758 h 1221162"/>
                <a:gd name="connsiteX1782" fmla="*/ 1558510 w 1905657"/>
                <a:gd name="connsiteY1782" fmla="*/ 1103214 h 1221162"/>
                <a:gd name="connsiteX1783" fmla="*/ 1561472 w 1905657"/>
                <a:gd name="connsiteY1783" fmla="*/ 1106040 h 1221162"/>
                <a:gd name="connsiteX1784" fmla="*/ 1564803 w 1905657"/>
                <a:gd name="connsiteY1784" fmla="*/ 1109235 h 1221162"/>
                <a:gd name="connsiteX1785" fmla="*/ 1567698 w 1905657"/>
                <a:gd name="connsiteY1785" fmla="*/ 1111556 h 1221162"/>
                <a:gd name="connsiteX1786" fmla="*/ 1571534 w 1905657"/>
                <a:gd name="connsiteY1786" fmla="*/ 1113878 h 1221162"/>
                <a:gd name="connsiteX1787" fmla="*/ 1574429 w 1905657"/>
                <a:gd name="connsiteY1787" fmla="*/ 1116333 h 1221162"/>
                <a:gd name="connsiteX1788" fmla="*/ 1576818 w 1905657"/>
                <a:gd name="connsiteY1788" fmla="*/ 1117578 h 1221162"/>
                <a:gd name="connsiteX1789" fmla="*/ 1579645 w 1905657"/>
                <a:gd name="connsiteY1789" fmla="*/ 1118284 h 1221162"/>
                <a:gd name="connsiteX1790" fmla="*/ 1584491 w 1905657"/>
                <a:gd name="connsiteY1790" fmla="*/ 1117040 h 1221162"/>
                <a:gd name="connsiteX1791" fmla="*/ 1586578 w 1905657"/>
                <a:gd name="connsiteY1791" fmla="*/ 1115660 h 1221162"/>
                <a:gd name="connsiteX1792" fmla="*/ 1590482 w 1905657"/>
                <a:gd name="connsiteY1792" fmla="*/ 1113777 h 1221162"/>
                <a:gd name="connsiteX1793" fmla="*/ 1591559 w 1905657"/>
                <a:gd name="connsiteY1793" fmla="*/ 1112196 h 1221162"/>
                <a:gd name="connsiteX1794" fmla="*/ 1592804 w 1905657"/>
                <a:gd name="connsiteY1794" fmla="*/ 1111556 h 1221162"/>
                <a:gd name="connsiteX1795" fmla="*/ 1594891 w 1905657"/>
                <a:gd name="connsiteY1795" fmla="*/ 1111691 h 1221162"/>
                <a:gd name="connsiteX1796" fmla="*/ 1596775 w 1905657"/>
                <a:gd name="connsiteY1796" fmla="*/ 1111624 h 1221162"/>
                <a:gd name="connsiteX1797" fmla="*/ 1598660 w 1905657"/>
                <a:gd name="connsiteY1797" fmla="*/ 1111758 h 1221162"/>
                <a:gd name="connsiteX1798" fmla="*/ 1599266 w 1905657"/>
                <a:gd name="connsiteY1798" fmla="*/ 1112936 h 1221162"/>
                <a:gd name="connsiteX1799" fmla="*/ 1599535 w 1905657"/>
                <a:gd name="connsiteY1799" fmla="*/ 1114752 h 1221162"/>
                <a:gd name="connsiteX1800" fmla="*/ 1599535 w 1905657"/>
                <a:gd name="connsiteY1800" fmla="*/ 1115997 h 1221162"/>
                <a:gd name="connsiteX1801" fmla="*/ 1599535 w 1905657"/>
                <a:gd name="connsiteY1801" fmla="*/ 1117746 h 1221162"/>
                <a:gd name="connsiteX1802" fmla="*/ 1599535 w 1905657"/>
                <a:gd name="connsiteY1802" fmla="*/ 1119495 h 1221162"/>
                <a:gd name="connsiteX1803" fmla="*/ 1599535 w 1905657"/>
                <a:gd name="connsiteY1803" fmla="*/ 1120740 h 1221162"/>
                <a:gd name="connsiteX1804" fmla="*/ 1600275 w 1905657"/>
                <a:gd name="connsiteY1804" fmla="*/ 1121749 h 1221162"/>
                <a:gd name="connsiteX1805" fmla="*/ 1602362 w 1905657"/>
                <a:gd name="connsiteY1805" fmla="*/ 1123128 h 1221162"/>
                <a:gd name="connsiteX1806" fmla="*/ 1606131 w 1905657"/>
                <a:gd name="connsiteY1806" fmla="*/ 1123330 h 1221162"/>
                <a:gd name="connsiteX1807" fmla="*/ 1608319 w 1905657"/>
                <a:gd name="connsiteY1807" fmla="*/ 1122321 h 1221162"/>
                <a:gd name="connsiteX1808" fmla="*/ 1610473 w 1905657"/>
                <a:gd name="connsiteY1808" fmla="*/ 1122018 h 1221162"/>
                <a:gd name="connsiteX1809" fmla="*/ 1612054 w 1905657"/>
                <a:gd name="connsiteY1809" fmla="*/ 1123902 h 1221162"/>
                <a:gd name="connsiteX1810" fmla="*/ 1613199 w 1905657"/>
                <a:gd name="connsiteY1810" fmla="*/ 1126291 h 1221162"/>
                <a:gd name="connsiteX1811" fmla="*/ 1615521 w 1905657"/>
                <a:gd name="connsiteY1811" fmla="*/ 1128914 h 1221162"/>
                <a:gd name="connsiteX1812" fmla="*/ 1617910 w 1905657"/>
                <a:gd name="connsiteY1812" fmla="*/ 1131673 h 1221162"/>
                <a:gd name="connsiteX1813" fmla="*/ 1620367 w 1905657"/>
                <a:gd name="connsiteY1813" fmla="*/ 1133691 h 1221162"/>
                <a:gd name="connsiteX1814" fmla="*/ 1622252 w 1905657"/>
                <a:gd name="connsiteY1814" fmla="*/ 1135878 h 1221162"/>
                <a:gd name="connsiteX1815" fmla="*/ 1625449 w 1905657"/>
                <a:gd name="connsiteY1815" fmla="*/ 1139780 h 1221162"/>
                <a:gd name="connsiteX1816" fmla="*/ 1628074 w 1905657"/>
                <a:gd name="connsiteY1816" fmla="*/ 1141798 h 1221162"/>
                <a:gd name="connsiteX1817" fmla="*/ 1630531 w 1905657"/>
                <a:gd name="connsiteY1817" fmla="*/ 1142942 h 1221162"/>
                <a:gd name="connsiteX1818" fmla="*/ 1634738 w 1905657"/>
                <a:gd name="connsiteY1818" fmla="*/ 1145835 h 1221162"/>
                <a:gd name="connsiteX1819" fmla="*/ 1638070 w 1905657"/>
                <a:gd name="connsiteY1819" fmla="*/ 1148728 h 1221162"/>
                <a:gd name="connsiteX1820" fmla="*/ 1642714 w 1905657"/>
                <a:gd name="connsiteY1820" fmla="*/ 1151756 h 1221162"/>
                <a:gd name="connsiteX1821" fmla="*/ 1646483 w 1905657"/>
                <a:gd name="connsiteY1821" fmla="*/ 1155658 h 1221162"/>
                <a:gd name="connsiteX1822" fmla="*/ 1648805 w 1905657"/>
                <a:gd name="connsiteY1822" fmla="*/ 1156095 h 1221162"/>
                <a:gd name="connsiteX1823" fmla="*/ 1650690 w 1905657"/>
                <a:gd name="connsiteY1823" fmla="*/ 1156835 h 1221162"/>
                <a:gd name="connsiteX1824" fmla="*/ 1654325 w 1905657"/>
                <a:gd name="connsiteY1824" fmla="*/ 1157710 h 1221162"/>
                <a:gd name="connsiteX1825" fmla="*/ 1655200 w 1905657"/>
                <a:gd name="connsiteY1825" fmla="*/ 1158282 h 1221162"/>
                <a:gd name="connsiteX1826" fmla="*/ 1660854 w 1905657"/>
                <a:gd name="connsiteY1826" fmla="*/ 1159022 h 1221162"/>
                <a:gd name="connsiteX1827" fmla="*/ 1663310 w 1905657"/>
                <a:gd name="connsiteY1827" fmla="*/ 1160906 h 1221162"/>
                <a:gd name="connsiteX1828" fmla="*/ 1666508 w 1905657"/>
                <a:gd name="connsiteY1828" fmla="*/ 1164236 h 1221162"/>
                <a:gd name="connsiteX1829" fmla="*/ 1668527 w 1905657"/>
                <a:gd name="connsiteY1829" fmla="*/ 1165111 h 1221162"/>
                <a:gd name="connsiteX1830" fmla="*/ 1669536 w 1905657"/>
                <a:gd name="connsiteY1830" fmla="*/ 1167432 h 1221162"/>
                <a:gd name="connsiteX1831" fmla="*/ 1669536 w 1905657"/>
                <a:gd name="connsiteY1831" fmla="*/ 1170459 h 1221162"/>
                <a:gd name="connsiteX1832" fmla="*/ 1669570 w 1905657"/>
                <a:gd name="connsiteY1832" fmla="*/ 1173352 h 1221162"/>
                <a:gd name="connsiteX1833" fmla="*/ 1669570 w 1905657"/>
                <a:gd name="connsiteY1833" fmla="*/ 1176683 h 1221162"/>
                <a:gd name="connsiteX1834" fmla="*/ 1671690 w 1905657"/>
                <a:gd name="connsiteY1834" fmla="*/ 1178701 h 1221162"/>
                <a:gd name="connsiteX1835" fmla="*/ 1675157 w 1905657"/>
                <a:gd name="connsiteY1835" fmla="*/ 1178836 h 1221162"/>
                <a:gd name="connsiteX1836" fmla="*/ 1677142 w 1905657"/>
                <a:gd name="connsiteY1836" fmla="*/ 1177389 h 1221162"/>
                <a:gd name="connsiteX1837" fmla="*/ 1679667 w 1905657"/>
                <a:gd name="connsiteY1837" fmla="*/ 1175068 h 1221162"/>
                <a:gd name="connsiteX1838" fmla="*/ 1681551 w 1905657"/>
                <a:gd name="connsiteY1838" fmla="*/ 1172881 h 1221162"/>
                <a:gd name="connsiteX1839" fmla="*/ 1682696 w 1905657"/>
                <a:gd name="connsiteY1839" fmla="*/ 1171738 h 1221162"/>
                <a:gd name="connsiteX1840" fmla="*/ 1683570 w 1905657"/>
                <a:gd name="connsiteY1840" fmla="*/ 1170560 h 1221162"/>
                <a:gd name="connsiteX1841" fmla="*/ 1684883 w 1905657"/>
                <a:gd name="connsiteY1841" fmla="*/ 1169248 h 1221162"/>
                <a:gd name="connsiteX1842" fmla="*/ 1685623 w 1905657"/>
                <a:gd name="connsiteY1842" fmla="*/ 1168239 h 1221162"/>
                <a:gd name="connsiteX1843" fmla="*/ 1687811 w 1905657"/>
                <a:gd name="connsiteY1843" fmla="*/ 1167667 h 1221162"/>
                <a:gd name="connsiteX1844" fmla="*/ 1692152 w 1905657"/>
                <a:gd name="connsiteY1844" fmla="*/ 1166086 h 1221162"/>
                <a:gd name="connsiteX1845" fmla="*/ 1695047 w 1905657"/>
                <a:gd name="connsiteY1845" fmla="*/ 1165649 h 1221162"/>
                <a:gd name="connsiteX1846" fmla="*/ 1698513 w 1905657"/>
                <a:gd name="connsiteY1846" fmla="*/ 1165212 h 1221162"/>
                <a:gd name="connsiteX1847" fmla="*/ 1701980 w 1905657"/>
                <a:gd name="connsiteY1847" fmla="*/ 1164472 h 1221162"/>
                <a:gd name="connsiteX1848" fmla="*/ 1705008 w 1905657"/>
                <a:gd name="connsiteY1848" fmla="*/ 1164034 h 1221162"/>
                <a:gd name="connsiteX1849" fmla="*/ 1707331 w 1905657"/>
                <a:gd name="connsiteY1849" fmla="*/ 1160569 h 1221162"/>
                <a:gd name="connsiteX1850" fmla="*/ 1706758 w 1905657"/>
                <a:gd name="connsiteY1850" fmla="*/ 1157239 h 1221162"/>
                <a:gd name="connsiteX1851" fmla="*/ 1705614 w 1905657"/>
                <a:gd name="connsiteY1851" fmla="*/ 1154346 h 1221162"/>
                <a:gd name="connsiteX1852" fmla="*/ 1705480 w 1905657"/>
                <a:gd name="connsiteY1852" fmla="*/ 1153034 h 1221162"/>
                <a:gd name="connsiteX1853" fmla="*/ 1705278 w 1905657"/>
                <a:gd name="connsiteY1853" fmla="*/ 1150713 h 1221162"/>
                <a:gd name="connsiteX1854" fmla="*/ 1705648 w 1905657"/>
                <a:gd name="connsiteY1854" fmla="*/ 1148392 h 1221162"/>
                <a:gd name="connsiteX1855" fmla="*/ 1705648 w 1905657"/>
                <a:gd name="connsiteY1855" fmla="*/ 1145499 h 1221162"/>
                <a:gd name="connsiteX1856" fmla="*/ 1705648 w 1905657"/>
                <a:gd name="connsiteY1856" fmla="*/ 1142034 h 1221162"/>
                <a:gd name="connsiteX1857" fmla="*/ 1705648 w 1905657"/>
                <a:gd name="connsiteY1857" fmla="*/ 1140285 h 1221162"/>
                <a:gd name="connsiteX1858" fmla="*/ 1705076 w 1905657"/>
                <a:gd name="connsiteY1858" fmla="*/ 1137829 h 1221162"/>
                <a:gd name="connsiteX1859" fmla="*/ 1705513 w 1905657"/>
                <a:gd name="connsiteY1859" fmla="*/ 1135071 h 1221162"/>
                <a:gd name="connsiteX1860" fmla="*/ 1705951 w 1905657"/>
                <a:gd name="connsiteY1860" fmla="*/ 1133321 h 1221162"/>
                <a:gd name="connsiteX1861" fmla="*/ 1707398 w 1905657"/>
                <a:gd name="connsiteY1861" fmla="*/ 1132144 h 1221162"/>
                <a:gd name="connsiteX1862" fmla="*/ 1709552 w 1905657"/>
                <a:gd name="connsiteY1862" fmla="*/ 1131000 h 1221162"/>
                <a:gd name="connsiteX1863" fmla="*/ 1711739 w 1905657"/>
                <a:gd name="connsiteY1863" fmla="*/ 1129251 h 1221162"/>
                <a:gd name="connsiteX1864" fmla="*/ 1713489 w 1905657"/>
                <a:gd name="connsiteY1864" fmla="*/ 1126358 h 1221162"/>
                <a:gd name="connsiteX1865" fmla="*/ 1715812 w 1905657"/>
                <a:gd name="connsiteY1865" fmla="*/ 1123734 h 1221162"/>
                <a:gd name="connsiteX1866" fmla="*/ 1717562 w 1905657"/>
                <a:gd name="connsiteY1866" fmla="*/ 1122288 h 1221162"/>
                <a:gd name="connsiteX1867" fmla="*/ 1719446 w 1905657"/>
                <a:gd name="connsiteY1867" fmla="*/ 1119529 h 1221162"/>
                <a:gd name="connsiteX1868" fmla="*/ 1720624 w 1905657"/>
                <a:gd name="connsiteY1868" fmla="*/ 1118083 h 1221162"/>
                <a:gd name="connsiteX1869" fmla="*/ 1721937 w 1905657"/>
                <a:gd name="connsiteY1869" fmla="*/ 1116064 h 1221162"/>
                <a:gd name="connsiteX1870" fmla="*/ 1722139 w 1905657"/>
                <a:gd name="connsiteY1870" fmla="*/ 1114180 h 1221162"/>
                <a:gd name="connsiteX1871" fmla="*/ 1723081 w 1905657"/>
                <a:gd name="connsiteY1871" fmla="*/ 1112296 h 1221162"/>
                <a:gd name="connsiteX1872" fmla="*/ 1723081 w 1905657"/>
                <a:gd name="connsiteY1872" fmla="*/ 1110715 h 1221162"/>
                <a:gd name="connsiteX1873" fmla="*/ 1723081 w 1905657"/>
                <a:gd name="connsiteY1873" fmla="*/ 1108966 h 1221162"/>
                <a:gd name="connsiteX1874" fmla="*/ 1723889 w 1905657"/>
                <a:gd name="connsiteY1874" fmla="*/ 1106140 h 1221162"/>
                <a:gd name="connsiteX1875" fmla="*/ 1724461 w 1905657"/>
                <a:gd name="connsiteY1875" fmla="*/ 1103550 h 1221162"/>
                <a:gd name="connsiteX1876" fmla="*/ 1725773 w 1905657"/>
                <a:gd name="connsiteY1876" fmla="*/ 1101229 h 1221162"/>
                <a:gd name="connsiteX1877" fmla="*/ 1726413 w 1905657"/>
                <a:gd name="connsiteY1877" fmla="*/ 1099412 h 1221162"/>
                <a:gd name="connsiteX1878" fmla="*/ 1727860 w 1905657"/>
                <a:gd name="connsiteY1878" fmla="*/ 1098101 h 1221162"/>
                <a:gd name="connsiteX1879" fmla="*/ 1729745 w 1905657"/>
                <a:gd name="connsiteY1879" fmla="*/ 1097091 h 1221162"/>
                <a:gd name="connsiteX1880" fmla="*/ 1731697 w 1905657"/>
                <a:gd name="connsiteY1880" fmla="*/ 1096452 h 1221162"/>
                <a:gd name="connsiteX1881" fmla="*/ 1733447 w 1905657"/>
                <a:gd name="connsiteY1881" fmla="*/ 1095948 h 1221162"/>
                <a:gd name="connsiteX1882" fmla="*/ 1734894 w 1905657"/>
                <a:gd name="connsiteY1882" fmla="*/ 1096082 h 1221162"/>
                <a:gd name="connsiteX1883" fmla="*/ 1737149 w 1905657"/>
                <a:gd name="connsiteY1883" fmla="*/ 1096217 h 1221162"/>
                <a:gd name="connsiteX1884" fmla="*/ 1739235 w 1905657"/>
                <a:gd name="connsiteY1884" fmla="*/ 1096856 h 1221162"/>
                <a:gd name="connsiteX1885" fmla="*/ 1740985 w 1905657"/>
                <a:gd name="connsiteY1885" fmla="*/ 1098874 h 1221162"/>
                <a:gd name="connsiteX1886" fmla="*/ 1742231 w 1905657"/>
                <a:gd name="connsiteY1886" fmla="*/ 1101565 h 1221162"/>
                <a:gd name="connsiteX1887" fmla="*/ 1742231 w 1905657"/>
                <a:gd name="connsiteY1887" fmla="*/ 1103752 h 1221162"/>
                <a:gd name="connsiteX1888" fmla="*/ 1742971 w 1905657"/>
                <a:gd name="connsiteY1888" fmla="*/ 1106140 h 1221162"/>
                <a:gd name="connsiteX1889" fmla="*/ 1743476 w 1905657"/>
                <a:gd name="connsiteY1889" fmla="*/ 1107822 h 1221162"/>
                <a:gd name="connsiteX1890" fmla="*/ 1744654 w 1905657"/>
                <a:gd name="connsiteY1890" fmla="*/ 1110514 h 1221162"/>
                <a:gd name="connsiteX1891" fmla="*/ 1745798 w 1905657"/>
                <a:gd name="connsiteY1891" fmla="*/ 1112700 h 1221162"/>
                <a:gd name="connsiteX1892" fmla="*/ 1747817 w 1905657"/>
                <a:gd name="connsiteY1892" fmla="*/ 1114584 h 1221162"/>
                <a:gd name="connsiteX1893" fmla="*/ 1750139 w 1905657"/>
                <a:gd name="connsiteY1893" fmla="*/ 1115896 h 1221162"/>
                <a:gd name="connsiteX1894" fmla="*/ 1752394 w 1905657"/>
                <a:gd name="connsiteY1894" fmla="*/ 1115829 h 1221162"/>
                <a:gd name="connsiteX1895" fmla="*/ 1756668 w 1905657"/>
                <a:gd name="connsiteY1895" fmla="*/ 1114954 h 1221162"/>
                <a:gd name="connsiteX1896" fmla="*/ 1758755 w 1905657"/>
                <a:gd name="connsiteY1896" fmla="*/ 1115761 h 1221162"/>
                <a:gd name="connsiteX1897" fmla="*/ 1760404 w 1905657"/>
                <a:gd name="connsiteY1897" fmla="*/ 1116199 h 1221162"/>
                <a:gd name="connsiteX1898" fmla="*/ 1763365 w 1905657"/>
                <a:gd name="connsiteY1898" fmla="*/ 1117141 h 1221162"/>
                <a:gd name="connsiteX1899" fmla="*/ 1766193 w 1905657"/>
                <a:gd name="connsiteY1899" fmla="*/ 1119159 h 1221162"/>
                <a:gd name="connsiteX1900" fmla="*/ 1767067 w 1905657"/>
                <a:gd name="connsiteY1900" fmla="*/ 1120673 h 1221162"/>
                <a:gd name="connsiteX1901" fmla="*/ 1767067 w 1905657"/>
                <a:gd name="connsiteY1901" fmla="*/ 1122624 h 1221162"/>
                <a:gd name="connsiteX1902" fmla="*/ 1767101 w 1905657"/>
                <a:gd name="connsiteY1902" fmla="*/ 1124878 h 1221162"/>
                <a:gd name="connsiteX1903" fmla="*/ 1766865 w 1905657"/>
                <a:gd name="connsiteY1903" fmla="*/ 1128713 h 1221162"/>
                <a:gd name="connsiteX1904" fmla="*/ 1766293 w 1905657"/>
                <a:gd name="connsiteY1904" fmla="*/ 1130731 h 1221162"/>
                <a:gd name="connsiteX1905" fmla="*/ 1766563 w 1905657"/>
                <a:gd name="connsiteY1905" fmla="*/ 1133489 h 1221162"/>
                <a:gd name="connsiteX1906" fmla="*/ 1766563 w 1905657"/>
                <a:gd name="connsiteY1906" fmla="*/ 1135071 h 1221162"/>
                <a:gd name="connsiteX1907" fmla="*/ 1768144 w 1905657"/>
                <a:gd name="connsiteY1907" fmla="*/ 1137526 h 1221162"/>
                <a:gd name="connsiteX1908" fmla="*/ 1770029 w 1905657"/>
                <a:gd name="connsiteY1908" fmla="*/ 1139847 h 1221162"/>
                <a:gd name="connsiteX1909" fmla="*/ 1772991 w 1905657"/>
                <a:gd name="connsiteY1909" fmla="*/ 1140554 h 1221162"/>
                <a:gd name="connsiteX1910" fmla="*/ 1776390 w 1905657"/>
                <a:gd name="connsiteY1910" fmla="*/ 1141294 h 1221162"/>
                <a:gd name="connsiteX1911" fmla="*/ 1779419 w 1905657"/>
                <a:gd name="connsiteY1911" fmla="*/ 1141798 h 1221162"/>
                <a:gd name="connsiteX1912" fmla="*/ 1781808 w 1905657"/>
                <a:gd name="connsiteY1912" fmla="*/ 1142875 h 1221162"/>
                <a:gd name="connsiteX1913" fmla="*/ 1783626 w 1905657"/>
                <a:gd name="connsiteY1913" fmla="*/ 1143884 h 1221162"/>
                <a:gd name="connsiteX1914" fmla="*/ 1785645 w 1905657"/>
                <a:gd name="connsiteY1914" fmla="*/ 1146138 h 1221162"/>
                <a:gd name="connsiteX1915" fmla="*/ 1787159 w 1905657"/>
                <a:gd name="connsiteY1915" fmla="*/ 1144961 h 1221162"/>
                <a:gd name="connsiteX1916" fmla="*/ 1789347 w 1905657"/>
                <a:gd name="connsiteY1916" fmla="*/ 1143009 h 1221162"/>
                <a:gd name="connsiteX1917" fmla="*/ 1791534 w 1905657"/>
                <a:gd name="connsiteY1917" fmla="*/ 1141597 h 1221162"/>
                <a:gd name="connsiteX1918" fmla="*/ 1793587 w 1905657"/>
                <a:gd name="connsiteY1918" fmla="*/ 1140621 h 1221162"/>
                <a:gd name="connsiteX1919" fmla="*/ 1795438 w 1905657"/>
                <a:gd name="connsiteY1919" fmla="*/ 1139746 h 1221162"/>
                <a:gd name="connsiteX1920" fmla="*/ 1798030 w 1905657"/>
                <a:gd name="connsiteY1920" fmla="*/ 1138132 h 1221162"/>
                <a:gd name="connsiteX1921" fmla="*/ 1800318 w 1905657"/>
                <a:gd name="connsiteY1921" fmla="*/ 1136180 h 1221162"/>
                <a:gd name="connsiteX1922" fmla="*/ 1802607 w 1905657"/>
                <a:gd name="connsiteY1922" fmla="*/ 1134667 h 1221162"/>
                <a:gd name="connsiteX1923" fmla="*/ 1804357 w 1905657"/>
                <a:gd name="connsiteY1923" fmla="*/ 1132043 h 1221162"/>
                <a:gd name="connsiteX1924" fmla="*/ 1804121 w 1905657"/>
                <a:gd name="connsiteY1924" fmla="*/ 1127905 h 1221162"/>
                <a:gd name="connsiteX1925" fmla="*/ 1803751 w 1905657"/>
                <a:gd name="connsiteY1925" fmla="*/ 1124743 h 1221162"/>
                <a:gd name="connsiteX1926" fmla="*/ 1801294 w 1905657"/>
                <a:gd name="connsiteY1926" fmla="*/ 1121917 h 1221162"/>
                <a:gd name="connsiteX1927" fmla="*/ 1801294 w 1905657"/>
                <a:gd name="connsiteY1927" fmla="*/ 1119428 h 1221162"/>
                <a:gd name="connsiteX1928" fmla="*/ 1802708 w 1905657"/>
                <a:gd name="connsiteY1928" fmla="*/ 1116703 h 1221162"/>
                <a:gd name="connsiteX1929" fmla="*/ 1803684 w 1905657"/>
                <a:gd name="connsiteY1929" fmla="*/ 1115526 h 1221162"/>
                <a:gd name="connsiteX1930" fmla="*/ 1806948 w 1905657"/>
                <a:gd name="connsiteY1930" fmla="*/ 1114449 h 1221162"/>
                <a:gd name="connsiteX1931" fmla="*/ 1809775 w 1905657"/>
                <a:gd name="connsiteY1931" fmla="*/ 1114449 h 1221162"/>
                <a:gd name="connsiteX1932" fmla="*/ 1811525 w 1905657"/>
                <a:gd name="connsiteY1932" fmla="*/ 1114416 h 1221162"/>
                <a:gd name="connsiteX1933" fmla="*/ 1813915 w 1905657"/>
                <a:gd name="connsiteY1933" fmla="*/ 1115761 h 1221162"/>
                <a:gd name="connsiteX1934" fmla="*/ 1814790 w 1905657"/>
                <a:gd name="connsiteY1934" fmla="*/ 1117612 h 1221162"/>
                <a:gd name="connsiteX1935" fmla="*/ 1815564 w 1905657"/>
                <a:gd name="connsiteY1935" fmla="*/ 1119798 h 1221162"/>
                <a:gd name="connsiteX1936" fmla="*/ 1816977 w 1905657"/>
                <a:gd name="connsiteY1936" fmla="*/ 1123700 h 1221162"/>
                <a:gd name="connsiteX1937" fmla="*/ 1817179 w 1905657"/>
                <a:gd name="connsiteY1937" fmla="*/ 1125887 h 1221162"/>
                <a:gd name="connsiteX1938" fmla="*/ 1816203 w 1905657"/>
                <a:gd name="connsiteY1938" fmla="*/ 1128612 h 1221162"/>
                <a:gd name="connsiteX1939" fmla="*/ 1816001 w 1905657"/>
                <a:gd name="connsiteY1939" fmla="*/ 1130664 h 1221162"/>
                <a:gd name="connsiteX1940" fmla="*/ 1816439 w 1905657"/>
                <a:gd name="connsiteY1940" fmla="*/ 1133590 h 1221162"/>
                <a:gd name="connsiteX1941" fmla="*/ 1816271 w 1905657"/>
                <a:gd name="connsiteY1941" fmla="*/ 1136753 h 1221162"/>
                <a:gd name="connsiteX1942" fmla="*/ 1815227 w 1905657"/>
                <a:gd name="connsiteY1942" fmla="*/ 1138502 h 1221162"/>
                <a:gd name="connsiteX1943" fmla="*/ 1815227 w 1905657"/>
                <a:gd name="connsiteY1943" fmla="*/ 1142101 h 1221162"/>
                <a:gd name="connsiteX1944" fmla="*/ 1816001 w 1905657"/>
                <a:gd name="connsiteY1944" fmla="*/ 1144153 h 1221162"/>
                <a:gd name="connsiteX1945" fmla="*/ 1816540 w 1905657"/>
                <a:gd name="connsiteY1945" fmla="*/ 1145902 h 1221162"/>
                <a:gd name="connsiteX1946" fmla="*/ 1818155 w 1905657"/>
                <a:gd name="connsiteY1946" fmla="*/ 1146878 h 1221162"/>
                <a:gd name="connsiteX1947" fmla="*/ 1820208 w 1905657"/>
                <a:gd name="connsiteY1947" fmla="*/ 1148291 h 1221162"/>
                <a:gd name="connsiteX1948" fmla="*/ 1822597 w 1905657"/>
                <a:gd name="connsiteY1948" fmla="*/ 1148392 h 1221162"/>
                <a:gd name="connsiteX1949" fmla="*/ 1825862 w 1905657"/>
                <a:gd name="connsiteY1949" fmla="*/ 1146542 h 1221162"/>
                <a:gd name="connsiteX1950" fmla="*/ 1828252 w 1905657"/>
                <a:gd name="connsiteY1950" fmla="*/ 1145129 h 1221162"/>
                <a:gd name="connsiteX1951" fmla="*/ 1829126 w 1905657"/>
                <a:gd name="connsiteY1951" fmla="*/ 1143615 h 1221162"/>
                <a:gd name="connsiteX1952" fmla="*/ 1830338 w 1905657"/>
                <a:gd name="connsiteY1952" fmla="*/ 1142101 h 1221162"/>
                <a:gd name="connsiteX1953" fmla="*/ 1832290 w 1905657"/>
                <a:gd name="connsiteY1953" fmla="*/ 1141226 h 1221162"/>
                <a:gd name="connsiteX1954" fmla="*/ 1835218 w 1905657"/>
                <a:gd name="connsiteY1954" fmla="*/ 1141226 h 1221162"/>
                <a:gd name="connsiteX1955" fmla="*/ 1838819 w 1905657"/>
                <a:gd name="connsiteY1955" fmla="*/ 1142875 h 1221162"/>
                <a:gd name="connsiteX1956" fmla="*/ 1840670 w 1905657"/>
                <a:gd name="connsiteY1956" fmla="*/ 1144187 h 1221162"/>
                <a:gd name="connsiteX1957" fmla="*/ 1842184 w 1905657"/>
                <a:gd name="connsiteY1957" fmla="*/ 1144826 h 1221162"/>
                <a:gd name="connsiteX1958" fmla="*/ 1845012 w 1905657"/>
                <a:gd name="connsiteY1958" fmla="*/ 1144927 h 1221162"/>
                <a:gd name="connsiteX1959" fmla="*/ 1847838 w 1905657"/>
                <a:gd name="connsiteY1959" fmla="*/ 1142101 h 1221162"/>
                <a:gd name="connsiteX1960" fmla="*/ 1849454 w 1905657"/>
                <a:gd name="connsiteY1960" fmla="*/ 1139275 h 1221162"/>
                <a:gd name="connsiteX1961" fmla="*/ 1851305 w 1905657"/>
                <a:gd name="connsiteY1961" fmla="*/ 1133860 h 1221162"/>
                <a:gd name="connsiteX1962" fmla="*/ 1851742 w 1905657"/>
                <a:gd name="connsiteY1962" fmla="*/ 1131807 h 1221162"/>
                <a:gd name="connsiteX1963" fmla="*/ 1852079 w 1905657"/>
                <a:gd name="connsiteY1963" fmla="*/ 1125180 h 1221162"/>
                <a:gd name="connsiteX1964" fmla="*/ 1850867 w 1905657"/>
                <a:gd name="connsiteY1964" fmla="*/ 1119327 h 1221162"/>
                <a:gd name="connsiteX1965" fmla="*/ 1849117 w 1905657"/>
                <a:gd name="connsiteY1965" fmla="*/ 1115627 h 1221162"/>
                <a:gd name="connsiteX1966" fmla="*/ 1847704 w 1905657"/>
                <a:gd name="connsiteY1966" fmla="*/ 1112263 h 1221162"/>
                <a:gd name="connsiteX1967" fmla="*/ 1846290 w 1905657"/>
                <a:gd name="connsiteY1967" fmla="*/ 1109000 h 1221162"/>
                <a:gd name="connsiteX1968" fmla="*/ 1846055 w 1905657"/>
                <a:gd name="connsiteY1968" fmla="*/ 1106948 h 1221162"/>
                <a:gd name="connsiteX1969" fmla="*/ 1845853 w 1905657"/>
                <a:gd name="connsiteY1969" fmla="*/ 1102608 h 1221162"/>
                <a:gd name="connsiteX1970" fmla="*/ 1845617 w 1905657"/>
                <a:gd name="connsiteY1970" fmla="*/ 1098807 h 1221162"/>
                <a:gd name="connsiteX1971" fmla="*/ 1845180 w 1905657"/>
                <a:gd name="connsiteY1971" fmla="*/ 1095443 h 1221162"/>
                <a:gd name="connsiteX1972" fmla="*/ 1845281 w 1905657"/>
                <a:gd name="connsiteY1972" fmla="*/ 1091843 h 1221162"/>
                <a:gd name="connsiteX1973" fmla="*/ 1845382 w 1905657"/>
                <a:gd name="connsiteY1973" fmla="*/ 1089993 h 1221162"/>
                <a:gd name="connsiteX1974" fmla="*/ 1847569 w 1905657"/>
                <a:gd name="connsiteY1974" fmla="*/ 1087807 h 1221162"/>
                <a:gd name="connsiteX1975" fmla="*/ 1849420 w 1905657"/>
                <a:gd name="connsiteY1975" fmla="*/ 1085519 h 1221162"/>
                <a:gd name="connsiteX1976" fmla="*/ 1852146 w 1905657"/>
                <a:gd name="connsiteY1976" fmla="*/ 1083232 h 1221162"/>
                <a:gd name="connsiteX1977" fmla="*/ 1852146 w 1905657"/>
                <a:gd name="connsiteY1977" fmla="*/ 1080070 h 1221162"/>
                <a:gd name="connsiteX1978" fmla="*/ 1851170 w 1905657"/>
                <a:gd name="connsiteY1978" fmla="*/ 1077042 h 1221162"/>
                <a:gd name="connsiteX1979" fmla="*/ 1848579 w 1905657"/>
                <a:gd name="connsiteY1979" fmla="*/ 1073779 h 1221162"/>
                <a:gd name="connsiteX1980" fmla="*/ 1848478 w 1905657"/>
                <a:gd name="connsiteY1980" fmla="*/ 1071828 h 1221162"/>
                <a:gd name="connsiteX1981" fmla="*/ 1850531 w 1905657"/>
                <a:gd name="connsiteY1981" fmla="*/ 1070213 h 1221162"/>
                <a:gd name="connsiteX1982" fmla="*/ 1851944 w 1905657"/>
                <a:gd name="connsiteY1982" fmla="*/ 1067825 h 1221162"/>
                <a:gd name="connsiteX1983" fmla="*/ 1852920 w 1905657"/>
                <a:gd name="connsiteY1983" fmla="*/ 1065975 h 1221162"/>
                <a:gd name="connsiteX1984" fmla="*/ 1853122 w 1905657"/>
                <a:gd name="connsiteY1984" fmla="*/ 1062812 h 1221162"/>
                <a:gd name="connsiteX1985" fmla="*/ 1852584 w 1905657"/>
                <a:gd name="connsiteY1985" fmla="*/ 1059550 h 1221162"/>
                <a:gd name="connsiteX1986" fmla="*/ 1850968 w 1905657"/>
                <a:gd name="connsiteY1986" fmla="*/ 1056623 h 1221162"/>
                <a:gd name="connsiteX1987" fmla="*/ 1851170 w 1905657"/>
                <a:gd name="connsiteY1987" fmla="*/ 1055311 h 1221162"/>
                <a:gd name="connsiteX1988" fmla="*/ 1852483 w 1905657"/>
                <a:gd name="connsiteY1988" fmla="*/ 1054436 h 1221162"/>
                <a:gd name="connsiteX1989" fmla="*/ 1855074 w 1905657"/>
                <a:gd name="connsiteY1989" fmla="*/ 1052922 h 1221162"/>
                <a:gd name="connsiteX1990" fmla="*/ 1856151 w 1905657"/>
                <a:gd name="connsiteY1990" fmla="*/ 1052283 h 1221162"/>
                <a:gd name="connsiteX1991" fmla="*/ 1858440 w 1905657"/>
                <a:gd name="connsiteY1991" fmla="*/ 1052283 h 1221162"/>
                <a:gd name="connsiteX1992" fmla="*/ 1859214 w 1905657"/>
                <a:gd name="connsiteY1992" fmla="*/ 1054033 h 1221162"/>
                <a:gd name="connsiteX1993" fmla="*/ 1860291 w 1905657"/>
                <a:gd name="connsiteY1993" fmla="*/ 1054806 h 1221162"/>
                <a:gd name="connsiteX1994" fmla="*/ 1861368 w 1905657"/>
                <a:gd name="connsiteY1994" fmla="*/ 1054907 h 1221162"/>
                <a:gd name="connsiteX1995" fmla="*/ 1862546 w 1905657"/>
                <a:gd name="connsiteY1995" fmla="*/ 1051913 h 1221162"/>
                <a:gd name="connsiteX1996" fmla="*/ 1866685 w 1905657"/>
                <a:gd name="connsiteY1996" fmla="*/ 1051913 h 1221162"/>
                <a:gd name="connsiteX1997" fmla="*/ 1867459 w 1905657"/>
                <a:gd name="connsiteY1997" fmla="*/ 1053494 h 1221162"/>
                <a:gd name="connsiteX1998" fmla="*/ 1868435 w 1905657"/>
                <a:gd name="connsiteY1998" fmla="*/ 1059247 h 1221162"/>
                <a:gd name="connsiteX1999" fmla="*/ 1867897 w 1905657"/>
                <a:gd name="connsiteY1999" fmla="*/ 1062409 h 1221162"/>
                <a:gd name="connsiteX2000" fmla="*/ 1867459 w 1905657"/>
                <a:gd name="connsiteY2000" fmla="*/ 1066008 h 1221162"/>
                <a:gd name="connsiteX2001" fmla="*/ 1867358 w 1905657"/>
                <a:gd name="connsiteY2001" fmla="*/ 1068498 h 1221162"/>
                <a:gd name="connsiteX2002" fmla="*/ 1867358 w 1905657"/>
                <a:gd name="connsiteY2002" fmla="*/ 1070886 h 1221162"/>
                <a:gd name="connsiteX2003" fmla="*/ 1868233 w 1905657"/>
                <a:gd name="connsiteY2003" fmla="*/ 1072837 h 1221162"/>
                <a:gd name="connsiteX2004" fmla="*/ 1869546 w 1905657"/>
                <a:gd name="connsiteY2004" fmla="*/ 1073106 h 1221162"/>
                <a:gd name="connsiteX2005" fmla="*/ 1870858 w 1905657"/>
                <a:gd name="connsiteY2005" fmla="*/ 1073476 h 1221162"/>
                <a:gd name="connsiteX2006" fmla="*/ 1873450 w 1905657"/>
                <a:gd name="connsiteY2006" fmla="*/ 1073476 h 1221162"/>
                <a:gd name="connsiteX2007" fmla="*/ 1876176 w 1905657"/>
                <a:gd name="connsiteY2007" fmla="*/ 1073140 h 1221162"/>
                <a:gd name="connsiteX2008" fmla="*/ 1878464 w 1905657"/>
                <a:gd name="connsiteY2008" fmla="*/ 1071492 h 1221162"/>
                <a:gd name="connsiteX2009" fmla="*/ 1879104 w 1905657"/>
                <a:gd name="connsiteY2009" fmla="*/ 1070180 h 1221162"/>
                <a:gd name="connsiteX2010" fmla="*/ 1878128 w 1905657"/>
                <a:gd name="connsiteY2010" fmla="*/ 1066580 h 1221162"/>
                <a:gd name="connsiteX2011" fmla="*/ 1877926 w 1905657"/>
                <a:gd name="connsiteY2011" fmla="*/ 1064427 h 1221162"/>
                <a:gd name="connsiteX2012" fmla="*/ 1877724 w 1905657"/>
                <a:gd name="connsiteY2012" fmla="*/ 1061501 h 1221162"/>
                <a:gd name="connsiteX2013" fmla="*/ 1878599 w 1905657"/>
                <a:gd name="connsiteY2013" fmla="*/ 1059112 h 1221162"/>
                <a:gd name="connsiteX2014" fmla="*/ 1881762 w 1905657"/>
                <a:gd name="connsiteY2014" fmla="*/ 1057800 h 1221162"/>
                <a:gd name="connsiteX2015" fmla="*/ 1882402 w 1905657"/>
                <a:gd name="connsiteY2015" fmla="*/ 1056724 h 1221162"/>
                <a:gd name="connsiteX2016" fmla="*/ 1880450 w 1905657"/>
                <a:gd name="connsiteY2016" fmla="*/ 1054134 h 1221162"/>
                <a:gd name="connsiteX2017" fmla="*/ 1881661 w 1905657"/>
                <a:gd name="connsiteY2017" fmla="*/ 1052721 h 1221162"/>
                <a:gd name="connsiteX2018" fmla="*/ 1884589 w 1905657"/>
                <a:gd name="connsiteY2018" fmla="*/ 1052620 h 1221162"/>
                <a:gd name="connsiteX2019" fmla="*/ 1887080 w 1905657"/>
                <a:gd name="connsiteY2019" fmla="*/ 1052519 h 1221162"/>
                <a:gd name="connsiteX2020" fmla="*/ 1887416 w 1905657"/>
                <a:gd name="connsiteY2020" fmla="*/ 1050332 h 1221162"/>
                <a:gd name="connsiteX2021" fmla="*/ 1887315 w 1905657"/>
                <a:gd name="connsiteY2021" fmla="*/ 1047708 h 1221162"/>
                <a:gd name="connsiteX2022" fmla="*/ 1886676 w 1905657"/>
                <a:gd name="connsiteY2022" fmla="*/ 1046396 h 1221162"/>
                <a:gd name="connsiteX2023" fmla="*/ 1885060 w 1905657"/>
                <a:gd name="connsiteY2023" fmla="*/ 1044983 h 1221162"/>
                <a:gd name="connsiteX2024" fmla="*/ 1884623 w 1905657"/>
                <a:gd name="connsiteY2024" fmla="*/ 1044109 h 1221162"/>
                <a:gd name="connsiteX2025" fmla="*/ 1885935 w 1905657"/>
                <a:gd name="connsiteY2025" fmla="*/ 1042023 h 1221162"/>
                <a:gd name="connsiteX2026" fmla="*/ 1887450 w 1905657"/>
                <a:gd name="connsiteY2026" fmla="*/ 1041250 h 1221162"/>
                <a:gd name="connsiteX2027" fmla="*/ 1886810 w 1905657"/>
                <a:gd name="connsiteY2027" fmla="*/ 1039500 h 1221162"/>
                <a:gd name="connsiteX2028" fmla="*/ 1883109 w 1905657"/>
                <a:gd name="connsiteY2028" fmla="*/ 1034824 h 1221162"/>
                <a:gd name="connsiteX2029" fmla="*/ 1883109 w 1905657"/>
                <a:gd name="connsiteY2029" fmla="*/ 1034286 h 1221162"/>
                <a:gd name="connsiteX2030" fmla="*/ 1885700 w 1905657"/>
                <a:gd name="connsiteY2030" fmla="*/ 1032638 h 1221162"/>
                <a:gd name="connsiteX2031" fmla="*/ 1889065 w 1905657"/>
                <a:gd name="connsiteY2031" fmla="*/ 1030788 h 1221162"/>
                <a:gd name="connsiteX2032" fmla="*/ 1892431 w 1905657"/>
                <a:gd name="connsiteY2032" fmla="*/ 1030249 h 1221162"/>
                <a:gd name="connsiteX2033" fmla="*/ 1896671 w 1905657"/>
                <a:gd name="connsiteY2033" fmla="*/ 1030788 h 1221162"/>
                <a:gd name="connsiteX2034" fmla="*/ 1899094 w 1905657"/>
                <a:gd name="connsiteY2034" fmla="*/ 1031662 h 122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Lst>
              <a:rect l="l" t="t" r="r" b="b"/>
              <a:pathLst>
                <a:path w="1905657" h="1221162">
                  <a:moveTo>
                    <a:pt x="1899094" y="1031662"/>
                  </a:moveTo>
                  <a:cubicBezTo>
                    <a:pt x="1899094" y="1031662"/>
                    <a:pt x="1900306" y="1031898"/>
                    <a:pt x="1900710" y="1031898"/>
                  </a:cubicBezTo>
                  <a:lnTo>
                    <a:pt x="1901686" y="1028635"/>
                  </a:lnTo>
                  <a:lnTo>
                    <a:pt x="1900171" y="1023858"/>
                  </a:lnTo>
                  <a:lnTo>
                    <a:pt x="1901046" y="1019518"/>
                  </a:lnTo>
                  <a:cubicBezTo>
                    <a:pt x="1901046" y="1019518"/>
                    <a:pt x="1900171" y="1014506"/>
                    <a:pt x="1900171" y="1013665"/>
                  </a:cubicBezTo>
                  <a:cubicBezTo>
                    <a:pt x="1900171" y="1012790"/>
                    <a:pt x="1899970" y="1006062"/>
                    <a:pt x="1899970" y="1006062"/>
                  </a:cubicBezTo>
                  <a:lnTo>
                    <a:pt x="1899330" y="1003237"/>
                  </a:lnTo>
                  <a:cubicBezTo>
                    <a:pt x="1899330" y="1003237"/>
                    <a:pt x="1899330" y="998897"/>
                    <a:pt x="1899566" y="998023"/>
                  </a:cubicBezTo>
                  <a:cubicBezTo>
                    <a:pt x="1899768" y="997148"/>
                    <a:pt x="1899566" y="994322"/>
                    <a:pt x="1899330" y="993246"/>
                  </a:cubicBezTo>
                  <a:cubicBezTo>
                    <a:pt x="1899094" y="992169"/>
                    <a:pt x="1898253" y="990218"/>
                    <a:pt x="1898253" y="990218"/>
                  </a:cubicBezTo>
                  <a:lnTo>
                    <a:pt x="1895864" y="990218"/>
                  </a:lnTo>
                  <a:lnTo>
                    <a:pt x="1893474" y="987292"/>
                  </a:lnTo>
                  <a:lnTo>
                    <a:pt x="1893037" y="985004"/>
                  </a:lnTo>
                  <a:lnTo>
                    <a:pt x="1892162" y="978915"/>
                  </a:lnTo>
                  <a:lnTo>
                    <a:pt x="1892162" y="975450"/>
                  </a:lnTo>
                  <a:cubicBezTo>
                    <a:pt x="1892162" y="975450"/>
                    <a:pt x="1893138" y="974138"/>
                    <a:pt x="1894215" y="973062"/>
                  </a:cubicBezTo>
                  <a:cubicBezTo>
                    <a:pt x="1895291" y="971985"/>
                    <a:pt x="1894551" y="973062"/>
                    <a:pt x="1895190" y="972423"/>
                  </a:cubicBezTo>
                  <a:cubicBezTo>
                    <a:pt x="1895830" y="971784"/>
                    <a:pt x="1897378" y="969799"/>
                    <a:pt x="1897378" y="969799"/>
                  </a:cubicBezTo>
                  <a:lnTo>
                    <a:pt x="1899128" y="965257"/>
                  </a:lnTo>
                  <a:lnTo>
                    <a:pt x="1901955" y="960683"/>
                  </a:lnTo>
                  <a:lnTo>
                    <a:pt x="1905657" y="954796"/>
                  </a:lnTo>
                  <a:lnTo>
                    <a:pt x="1905455" y="942416"/>
                  </a:lnTo>
                  <a:lnTo>
                    <a:pt x="1904580" y="934141"/>
                  </a:lnTo>
                  <a:cubicBezTo>
                    <a:pt x="1904580" y="934141"/>
                    <a:pt x="1903941" y="929801"/>
                    <a:pt x="1903705" y="929129"/>
                  </a:cubicBezTo>
                  <a:cubicBezTo>
                    <a:pt x="1903503" y="928489"/>
                    <a:pt x="1901080" y="922502"/>
                    <a:pt x="1901080" y="921190"/>
                  </a:cubicBezTo>
                  <a:cubicBezTo>
                    <a:pt x="1901080" y="919878"/>
                    <a:pt x="1900003" y="917590"/>
                    <a:pt x="1900003" y="916850"/>
                  </a:cubicBezTo>
                  <a:cubicBezTo>
                    <a:pt x="1900003" y="916076"/>
                    <a:pt x="1899128" y="911098"/>
                    <a:pt x="1899128" y="911098"/>
                  </a:cubicBezTo>
                  <a:cubicBezTo>
                    <a:pt x="1899128" y="911098"/>
                    <a:pt x="1899128" y="908810"/>
                    <a:pt x="1899128" y="908171"/>
                  </a:cubicBezTo>
                  <a:cubicBezTo>
                    <a:pt x="1899128" y="907532"/>
                    <a:pt x="1899902" y="905682"/>
                    <a:pt x="1900205" y="905009"/>
                  </a:cubicBezTo>
                  <a:cubicBezTo>
                    <a:pt x="1900542" y="904370"/>
                    <a:pt x="1900744" y="903798"/>
                    <a:pt x="1901719" y="903159"/>
                  </a:cubicBezTo>
                  <a:cubicBezTo>
                    <a:pt x="1902696" y="902520"/>
                    <a:pt x="1902494" y="901107"/>
                    <a:pt x="1902696" y="900434"/>
                  </a:cubicBezTo>
                  <a:cubicBezTo>
                    <a:pt x="1902931" y="899795"/>
                    <a:pt x="1902696" y="896532"/>
                    <a:pt x="1902696" y="896532"/>
                  </a:cubicBezTo>
                  <a:cubicBezTo>
                    <a:pt x="1902696" y="896532"/>
                    <a:pt x="1903032" y="892293"/>
                    <a:pt x="1903133" y="891856"/>
                  </a:cubicBezTo>
                  <a:cubicBezTo>
                    <a:pt x="1903234" y="891419"/>
                    <a:pt x="1903470" y="889568"/>
                    <a:pt x="1903470" y="889568"/>
                  </a:cubicBezTo>
                  <a:lnTo>
                    <a:pt x="1900104" y="885330"/>
                  </a:lnTo>
                  <a:lnTo>
                    <a:pt x="1900542" y="880889"/>
                  </a:lnTo>
                  <a:cubicBezTo>
                    <a:pt x="1900542" y="880889"/>
                    <a:pt x="1901417" y="878165"/>
                    <a:pt x="1901417" y="877727"/>
                  </a:cubicBezTo>
                  <a:cubicBezTo>
                    <a:pt x="1901417" y="877290"/>
                    <a:pt x="1901517" y="874700"/>
                    <a:pt x="1901517" y="874262"/>
                  </a:cubicBezTo>
                  <a:cubicBezTo>
                    <a:pt x="1901517" y="873825"/>
                    <a:pt x="1901316" y="870898"/>
                    <a:pt x="1901316" y="870898"/>
                  </a:cubicBezTo>
                  <a:cubicBezTo>
                    <a:pt x="1901316" y="870898"/>
                    <a:pt x="1899801" y="869822"/>
                    <a:pt x="1898825" y="868611"/>
                  </a:cubicBezTo>
                  <a:cubicBezTo>
                    <a:pt x="1897849" y="867434"/>
                    <a:pt x="1897513" y="866996"/>
                    <a:pt x="1897210" y="866021"/>
                  </a:cubicBezTo>
                  <a:cubicBezTo>
                    <a:pt x="1896873" y="865045"/>
                    <a:pt x="1897311" y="864608"/>
                    <a:pt x="1897849" y="863969"/>
                  </a:cubicBezTo>
                  <a:cubicBezTo>
                    <a:pt x="1898388" y="863329"/>
                    <a:pt x="1898825" y="863195"/>
                    <a:pt x="1899364" y="862993"/>
                  </a:cubicBezTo>
                  <a:cubicBezTo>
                    <a:pt x="1899902" y="862758"/>
                    <a:pt x="1900340" y="862455"/>
                    <a:pt x="1900340" y="862455"/>
                  </a:cubicBezTo>
                  <a:cubicBezTo>
                    <a:pt x="1900340" y="862455"/>
                    <a:pt x="1901753" y="861816"/>
                    <a:pt x="1902527" y="861479"/>
                  </a:cubicBezTo>
                  <a:cubicBezTo>
                    <a:pt x="1903301" y="861143"/>
                    <a:pt x="1903167" y="860403"/>
                    <a:pt x="1903503" y="859730"/>
                  </a:cubicBezTo>
                  <a:cubicBezTo>
                    <a:pt x="1903840" y="859091"/>
                    <a:pt x="1904378" y="857880"/>
                    <a:pt x="1904816" y="857241"/>
                  </a:cubicBezTo>
                  <a:cubicBezTo>
                    <a:pt x="1905253" y="856602"/>
                    <a:pt x="1905253" y="855290"/>
                    <a:pt x="1905253" y="855290"/>
                  </a:cubicBezTo>
                  <a:lnTo>
                    <a:pt x="1904917" y="851387"/>
                  </a:lnTo>
                  <a:lnTo>
                    <a:pt x="1901753" y="848461"/>
                  </a:lnTo>
                  <a:lnTo>
                    <a:pt x="1899902" y="846711"/>
                  </a:lnTo>
                  <a:lnTo>
                    <a:pt x="1898926" y="844525"/>
                  </a:lnTo>
                  <a:lnTo>
                    <a:pt x="1897412" y="842137"/>
                  </a:lnTo>
                  <a:cubicBezTo>
                    <a:pt x="1897412" y="842137"/>
                    <a:pt x="1895123" y="840926"/>
                    <a:pt x="1895022" y="840623"/>
                  </a:cubicBezTo>
                  <a:cubicBezTo>
                    <a:pt x="1894921" y="840286"/>
                    <a:pt x="1891758" y="838234"/>
                    <a:pt x="1891421" y="838033"/>
                  </a:cubicBezTo>
                  <a:cubicBezTo>
                    <a:pt x="1891085" y="837797"/>
                    <a:pt x="1890243" y="836956"/>
                    <a:pt x="1890243" y="836956"/>
                  </a:cubicBezTo>
                  <a:lnTo>
                    <a:pt x="1889604" y="835980"/>
                  </a:lnTo>
                  <a:lnTo>
                    <a:pt x="1889806" y="833928"/>
                  </a:lnTo>
                  <a:lnTo>
                    <a:pt x="1890883" y="832852"/>
                  </a:lnTo>
                  <a:cubicBezTo>
                    <a:pt x="1890883" y="832852"/>
                    <a:pt x="1892061" y="831237"/>
                    <a:pt x="1892195" y="830901"/>
                  </a:cubicBezTo>
                  <a:cubicBezTo>
                    <a:pt x="1892296" y="830564"/>
                    <a:pt x="1892195" y="829488"/>
                    <a:pt x="1892195" y="829488"/>
                  </a:cubicBezTo>
                  <a:lnTo>
                    <a:pt x="1892195" y="826461"/>
                  </a:lnTo>
                  <a:lnTo>
                    <a:pt x="1891859" y="822996"/>
                  </a:lnTo>
                  <a:lnTo>
                    <a:pt x="1889133" y="821919"/>
                  </a:lnTo>
                  <a:lnTo>
                    <a:pt x="1887181" y="819194"/>
                  </a:lnTo>
                  <a:lnTo>
                    <a:pt x="1886979" y="817378"/>
                  </a:lnTo>
                  <a:lnTo>
                    <a:pt x="1886979" y="815628"/>
                  </a:lnTo>
                  <a:lnTo>
                    <a:pt x="1886810" y="813677"/>
                  </a:lnTo>
                  <a:cubicBezTo>
                    <a:pt x="1886810" y="813677"/>
                    <a:pt x="1886003" y="810852"/>
                    <a:pt x="1885330" y="809439"/>
                  </a:cubicBezTo>
                  <a:cubicBezTo>
                    <a:pt x="1884690" y="808026"/>
                    <a:pt x="1885330" y="809439"/>
                    <a:pt x="1885330" y="809002"/>
                  </a:cubicBezTo>
                  <a:cubicBezTo>
                    <a:pt x="1885330" y="808564"/>
                    <a:pt x="1882065" y="806815"/>
                    <a:pt x="1882065" y="806815"/>
                  </a:cubicBezTo>
                  <a:lnTo>
                    <a:pt x="1880854" y="806041"/>
                  </a:lnTo>
                  <a:lnTo>
                    <a:pt x="1879979" y="806041"/>
                  </a:lnTo>
                  <a:lnTo>
                    <a:pt x="1875536" y="802173"/>
                  </a:lnTo>
                  <a:lnTo>
                    <a:pt x="1876176" y="798405"/>
                  </a:lnTo>
                  <a:lnTo>
                    <a:pt x="1877488" y="795478"/>
                  </a:lnTo>
                  <a:lnTo>
                    <a:pt x="1879541" y="792316"/>
                  </a:lnTo>
                  <a:cubicBezTo>
                    <a:pt x="1879541" y="792316"/>
                    <a:pt x="1879003" y="788515"/>
                    <a:pt x="1879104" y="788179"/>
                  </a:cubicBezTo>
                  <a:cubicBezTo>
                    <a:pt x="1879204" y="787842"/>
                    <a:pt x="1879878" y="786867"/>
                    <a:pt x="1879878" y="786867"/>
                  </a:cubicBezTo>
                  <a:lnTo>
                    <a:pt x="1880955" y="786093"/>
                  </a:lnTo>
                  <a:cubicBezTo>
                    <a:pt x="1880955" y="786093"/>
                    <a:pt x="1883344" y="785857"/>
                    <a:pt x="1883883" y="785857"/>
                  </a:cubicBezTo>
                  <a:cubicBezTo>
                    <a:pt x="1884421" y="785857"/>
                    <a:pt x="1885498" y="786631"/>
                    <a:pt x="1885498" y="786631"/>
                  </a:cubicBezTo>
                  <a:cubicBezTo>
                    <a:pt x="1885498" y="786631"/>
                    <a:pt x="1887113" y="788380"/>
                    <a:pt x="1888224" y="788683"/>
                  </a:cubicBezTo>
                  <a:cubicBezTo>
                    <a:pt x="1889301" y="789020"/>
                    <a:pt x="1890176" y="790096"/>
                    <a:pt x="1890849" y="790533"/>
                  </a:cubicBezTo>
                  <a:cubicBezTo>
                    <a:pt x="1891488" y="790971"/>
                    <a:pt x="1891724" y="791711"/>
                    <a:pt x="1891724" y="791711"/>
                  </a:cubicBezTo>
                  <a:cubicBezTo>
                    <a:pt x="1891724" y="791711"/>
                    <a:pt x="1894349" y="792249"/>
                    <a:pt x="1894652" y="792249"/>
                  </a:cubicBezTo>
                  <a:cubicBezTo>
                    <a:pt x="1894989" y="792249"/>
                    <a:pt x="1896402" y="791711"/>
                    <a:pt x="1896402" y="791711"/>
                  </a:cubicBezTo>
                  <a:lnTo>
                    <a:pt x="1897715" y="789861"/>
                  </a:lnTo>
                  <a:cubicBezTo>
                    <a:pt x="1897715" y="789861"/>
                    <a:pt x="1898926" y="788986"/>
                    <a:pt x="1899128" y="788683"/>
                  </a:cubicBezTo>
                  <a:cubicBezTo>
                    <a:pt x="1899330" y="788347"/>
                    <a:pt x="1900003" y="788347"/>
                    <a:pt x="1900542" y="787808"/>
                  </a:cubicBezTo>
                  <a:cubicBezTo>
                    <a:pt x="1901080" y="787270"/>
                    <a:pt x="1901517" y="787270"/>
                    <a:pt x="1901517" y="787270"/>
                  </a:cubicBezTo>
                  <a:cubicBezTo>
                    <a:pt x="1901517" y="787270"/>
                    <a:pt x="1903470" y="785656"/>
                    <a:pt x="1903705" y="785218"/>
                  </a:cubicBezTo>
                  <a:cubicBezTo>
                    <a:pt x="1903941" y="784781"/>
                    <a:pt x="1904042" y="783805"/>
                    <a:pt x="1904042" y="783805"/>
                  </a:cubicBezTo>
                  <a:lnTo>
                    <a:pt x="1904378" y="782493"/>
                  </a:lnTo>
                  <a:lnTo>
                    <a:pt x="1904378" y="780408"/>
                  </a:lnTo>
                  <a:lnTo>
                    <a:pt x="1903301" y="778558"/>
                  </a:lnTo>
                  <a:lnTo>
                    <a:pt x="1899599" y="773680"/>
                  </a:lnTo>
                  <a:cubicBezTo>
                    <a:pt x="1899599" y="773680"/>
                    <a:pt x="1897210" y="769979"/>
                    <a:pt x="1896974" y="769643"/>
                  </a:cubicBezTo>
                  <a:cubicBezTo>
                    <a:pt x="1896772" y="769307"/>
                    <a:pt x="1893070" y="767591"/>
                    <a:pt x="1891657" y="765943"/>
                  </a:cubicBezTo>
                  <a:cubicBezTo>
                    <a:pt x="1890243" y="764328"/>
                    <a:pt x="1888190" y="762781"/>
                    <a:pt x="1887416" y="761603"/>
                  </a:cubicBezTo>
                  <a:cubicBezTo>
                    <a:pt x="1886642" y="760392"/>
                    <a:pt x="1885363" y="760291"/>
                    <a:pt x="1884051" y="759316"/>
                  </a:cubicBezTo>
                  <a:cubicBezTo>
                    <a:pt x="1882738" y="758340"/>
                    <a:pt x="1882974" y="758105"/>
                    <a:pt x="1882974" y="758105"/>
                  </a:cubicBezTo>
                  <a:cubicBezTo>
                    <a:pt x="1882974" y="758105"/>
                    <a:pt x="1880921" y="755380"/>
                    <a:pt x="1879810" y="754068"/>
                  </a:cubicBezTo>
                  <a:cubicBezTo>
                    <a:pt x="1878733" y="752756"/>
                    <a:pt x="1877185" y="751679"/>
                    <a:pt x="1876647" y="750469"/>
                  </a:cubicBezTo>
                  <a:cubicBezTo>
                    <a:pt x="1876108" y="749258"/>
                    <a:pt x="1874796" y="747643"/>
                    <a:pt x="1874796" y="747643"/>
                  </a:cubicBezTo>
                  <a:cubicBezTo>
                    <a:pt x="1874796" y="747643"/>
                    <a:pt x="1874796" y="745153"/>
                    <a:pt x="1874796" y="744043"/>
                  </a:cubicBezTo>
                  <a:cubicBezTo>
                    <a:pt x="1874796" y="742967"/>
                    <a:pt x="1874796" y="740679"/>
                    <a:pt x="1874796" y="740679"/>
                  </a:cubicBezTo>
                  <a:lnTo>
                    <a:pt x="1874796" y="739805"/>
                  </a:lnTo>
                  <a:lnTo>
                    <a:pt x="1872238" y="737618"/>
                  </a:lnTo>
                  <a:lnTo>
                    <a:pt x="1870454" y="734591"/>
                  </a:lnTo>
                  <a:lnTo>
                    <a:pt x="1870017" y="734591"/>
                  </a:lnTo>
                  <a:lnTo>
                    <a:pt x="1866449" y="732572"/>
                  </a:lnTo>
                  <a:cubicBezTo>
                    <a:pt x="1866449" y="732572"/>
                    <a:pt x="1867627" y="729141"/>
                    <a:pt x="1867325" y="728704"/>
                  </a:cubicBezTo>
                  <a:cubicBezTo>
                    <a:pt x="1866988" y="728266"/>
                    <a:pt x="1865810" y="727291"/>
                    <a:pt x="1865709" y="726416"/>
                  </a:cubicBezTo>
                  <a:cubicBezTo>
                    <a:pt x="1865608" y="725542"/>
                    <a:pt x="1865070" y="725340"/>
                    <a:pt x="1865070" y="724902"/>
                  </a:cubicBezTo>
                  <a:cubicBezTo>
                    <a:pt x="1865070" y="724465"/>
                    <a:pt x="1863993" y="723153"/>
                    <a:pt x="1863219" y="722178"/>
                  </a:cubicBezTo>
                  <a:cubicBezTo>
                    <a:pt x="1862445" y="721202"/>
                    <a:pt x="1863017" y="721639"/>
                    <a:pt x="1862445" y="721202"/>
                  </a:cubicBezTo>
                  <a:cubicBezTo>
                    <a:pt x="1861906" y="720765"/>
                    <a:pt x="1861031" y="719150"/>
                    <a:pt x="1861031" y="719150"/>
                  </a:cubicBezTo>
                  <a:cubicBezTo>
                    <a:pt x="1861031" y="719150"/>
                    <a:pt x="1861570" y="718948"/>
                    <a:pt x="1861805" y="718275"/>
                  </a:cubicBezTo>
                  <a:cubicBezTo>
                    <a:pt x="1862007" y="717636"/>
                    <a:pt x="1863219" y="717939"/>
                    <a:pt x="1863993" y="717199"/>
                  </a:cubicBezTo>
                  <a:cubicBezTo>
                    <a:pt x="1864767" y="716425"/>
                    <a:pt x="1864969" y="716661"/>
                    <a:pt x="1865305" y="716122"/>
                  </a:cubicBezTo>
                  <a:cubicBezTo>
                    <a:pt x="1865642" y="715584"/>
                    <a:pt x="1865844" y="714171"/>
                    <a:pt x="1866180" y="713398"/>
                  </a:cubicBezTo>
                  <a:cubicBezTo>
                    <a:pt x="1866517" y="712624"/>
                    <a:pt x="1866820" y="710908"/>
                    <a:pt x="1866820" y="710471"/>
                  </a:cubicBezTo>
                  <a:cubicBezTo>
                    <a:pt x="1866820" y="710034"/>
                    <a:pt x="1866719" y="707107"/>
                    <a:pt x="1866719" y="706670"/>
                  </a:cubicBezTo>
                  <a:cubicBezTo>
                    <a:pt x="1866719" y="706232"/>
                    <a:pt x="1866180" y="705358"/>
                    <a:pt x="1866180" y="705358"/>
                  </a:cubicBezTo>
                  <a:cubicBezTo>
                    <a:pt x="1866180" y="705358"/>
                    <a:pt x="1863151" y="702196"/>
                    <a:pt x="1862478" y="701657"/>
                  </a:cubicBezTo>
                  <a:cubicBezTo>
                    <a:pt x="1861839" y="701119"/>
                    <a:pt x="1857161" y="695468"/>
                    <a:pt x="1857161" y="695030"/>
                  </a:cubicBezTo>
                  <a:cubicBezTo>
                    <a:pt x="1857161" y="694593"/>
                    <a:pt x="1855310" y="691229"/>
                    <a:pt x="1855310" y="691229"/>
                  </a:cubicBezTo>
                  <a:lnTo>
                    <a:pt x="1854435" y="685813"/>
                  </a:lnTo>
                  <a:lnTo>
                    <a:pt x="1851507" y="680935"/>
                  </a:lnTo>
                  <a:cubicBezTo>
                    <a:pt x="1851507" y="680935"/>
                    <a:pt x="1850733" y="675385"/>
                    <a:pt x="1850632" y="675082"/>
                  </a:cubicBezTo>
                  <a:cubicBezTo>
                    <a:pt x="1850531" y="674746"/>
                    <a:pt x="1850194" y="670305"/>
                    <a:pt x="1850194" y="669868"/>
                  </a:cubicBezTo>
                  <a:cubicBezTo>
                    <a:pt x="1850194" y="669431"/>
                    <a:pt x="1849757" y="663241"/>
                    <a:pt x="1849757" y="663241"/>
                  </a:cubicBezTo>
                  <a:cubicBezTo>
                    <a:pt x="1849757" y="663241"/>
                    <a:pt x="1848545" y="662467"/>
                    <a:pt x="1847165" y="661391"/>
                  </a:cubicBezTo>
                  <a:cubicBezTo>
                    <a:pt x="1845752" y="660314"/>
                    <a:pt x="1843901" y="657791"/>
                    <a:pt x="1843901" y="657791"/>
                  </a:cubicBezTo>
                  <a:cubicBezTo>
                    <a:pt x="1843901" y="657791"/>
                    <a:pt x="1839560" y="654192"/>
                    <a:pt x="1839223" y="654091"/>
                  </a:cubicBezTo>
                  <a:cubicBezTo>
                    <a:pt x="1838886" y="653990"/>
                    <a:pt x="1838348" y="653015"/>
                    <a:pt x="1838011" y="652678"/>
                  </a:cubicBezTo>
                  <a:cubicBezTo>
                    <a:pt x="1837675" y="652342"/>
                    <a:pt x="1833569" y="651602"/>
                    <a:pt x="1832155" y="651366"/>
                  </a:cubicBezTo>
                  <a:cubicBezTo>
                    <a:pt x="1830742" y="651164"/>
                    <a:pt x="1827477" y="651265"/>
                    <a:pt x="1827477" y="651265"/>
                  </a:cubicBezTo>
                  <a:lnTo>
                    <a:pt x="1825862" y="648675"/>
                  </a:lnTo>
                  <a:lnTo>
                    <a:pt x="1825223" y="647800"/>
                  </a:lnTo>
                  <a:cubicBezTo>
                    <a:pt x="1825223" y="647800"/>
                    <a:pt x="1822732" y="646051"/>
                    <a:pt x="1821857" y="646051"/>
                  </a:cubicBezTo>
                  <a:cubicBezTo>
                    <a:pt x="1820982" y="646051"/>
                    <a:pt x="1817179" y="643225"/>
                    <a:pt x="1817179" y="643225"/>
                  </a:cubicBezTo>
                  <a:lnTo>
                    <a:pt x="1811862" y="639962"/>
                  </a:lnTo>
                  <a:cubicBezTo>
                    <a:pt x="1811862" y="639962"/>
                    <a:pt x="1808395" y="641005"/>
                    <a:pt x="1808160" y="641005"/>
                  </a:cubicBezTo>
                  <a:cubicBezTo>
                    <a:pt x="1807958" y="641005"/>
                    <a:pt x="1804592" y="642519"/>
                    <a:pt x="1804592" y="642519"/>
                  </a:cubicBezTo>
                  <a:lnTo>
                    <a:pt x="1800015" y="643024"/>
                  </a:lnTo>
                  <a:cubicBezTo>
                    <a:pt x="1800015" y="643024"/>
                    <a:pt x="1796886" y="642956"/>
                    <a:pt x="1796179" y="642956"/>
                  </a:cubicBezTo>
                  <a:cubicBezTo>
                    <a:pt x="1795472" y="642956"/>
                    <a:pt x="1793217" y="641140"/>
                    <a:pt x="1792477" y="641072"/>
                  </a:cubicBezTo>
                  <a:cubicBezTo>
                    <a:pt x="1791736" y="641005"/>
                    <a:pt x="1789650" y="639559"/>
                    <a:pt x="1789650" y="639559"/>
                  </a:cubicBezTo>
                  <a:cubicBezTo>
                    <a:pt x="1789650" y="639559"/>
                    <a:pt x="1786318" y="637036"/>
                    <a:pt x="1785948" y="636968"/>
                  </a:cubicBezTo>
                  <a:cubicBezTo>
                    <a:pt x="1785577" y="636901"/>
                    <a:pt x="1784130" y="635791"/>
                    <a:pt x="1784130" y="635791"/>
                  </a:cubicBezTo>
                  <a:cubicBezTo>
                    <a:pt x="1784130" y="635791"/>
                    <a:pt x="1779856" y="634849"/>
                    <a:pt x="1778712" y="634782"/>
                  </a:cubicBezTo>
                  <a:cubicBezTo>
                    <a:pt x="1777534" y="634715"/>
                    <a:pt x="1777332" y="634984"/>
                    <a:pt x="1776188" y="635791"/>
                  </a:cubicBezTo>
                  <a:cubicBezTo>
                    <a:pt x="1775044" y="636598"/>
                    <a:pt x="1774505" y="636800"/>
                    <a:pt x="1773058" y="638045"/>
                  </a:cubicBezTo>
                  <a:cubicBezTo>
                    <a:pt x="1771611" y="639290"/>
                    <a:pt x="1772183" y="639491"/>
                    <a:pt x="1771039" y="640871"/>
                  </a:cubicBezTo>
                  <a:cubicBezTo>
                    <a:pt x="1769894" y="642250"/>
                    <a:pt x="1770029" y="641745"/>
                    <a:pt x="1769726" y="642754"/>
                  </a:cubicBezTo>
                  <a:cubicBezTo>
                    <a:pt x="1769423" y="643764"/>
                    <a:pt x="1769726" y="644134"/>
                    <a:pt x="1770096" y="646017"/>
                  </a:cubicBezTo>
                  <a:cubicBezTo>
                    <a:pt x="1770467" y="647901"/>
                    <a:pt x="1771106" y="647262"/>
                    <a:pt x="1771106" y="647262"/>
                  </a:cubicBezTo>
                  <a:cubicBezTo>
                    <a:pt x="1771106" y="647262"/>
                    <a:pt x="1773294" y="649583"/>
                    <a:pt x="1773798" y="650391"/>
                  </a:cubicBezTo>
                  <a:cubicBezTo>
                    <a:pt x="1774303" y="651198"/>
                    <a:pt x="1774000" y="652409"/>
                    <a:pt x="1774101" y="652712"/>
                  </a:cubicBezTo>
                  <a:cubicBezTo>
                    <a:pt x="1774169" y="653015"/>
                    <a:pt x="1773798" y="652914"/>
                    <a:pt x="1773664" y="653351"/>
                  </a:cubicBezTo>
                  <a:cubicBezTo>
                    <a:pt x="1773529" y="653788"/>
                    <a:pt x="1772856" y="654360"/>
                    <a:pt x="1772520" y="654495"/>
                  </a:cubicBezTo>
                  <a:cubicBezTo>
                    <a:pt x="1772149" y="654629"/>
                    <a:pt x="1772587" y="655302"/>
                    <a:pt x="1772587" y="655302"/>
                  </a:cubicBezTo>
                  <a:lnTo>
                    <a:pt x="1774101" y="657690"/>
                  </a:lnTo>
                  <a:lnTo>
                    <a:pt x="1773294" y="660449"/>
                  </a:lnTo>
                  <a:cubicBezTo>
                    <a:pt x="1773294" y="660449"/>
                    <a:pt x="1771981" y="661155"/>
                    <a:pt x="1771544" y="661458"/>
                  </a:cubicBezTo>
                  <a:cubicBezTo>
                    <a:pt x="1771106" y="661761"/>
                    <a:pt x="1768649" y="663914"/>
                    <a:pt x="1768077" y="664216"/>
                  </a:cubicBezTo>
                  <a:cubicBezTo>
                    <a:pt x="1767505" y="664519"/>
                    <a:pt x="1766193" y="666403"/>
                    <a:pt x="1764611" y="667110"/>
                  </a:cubicBezTo>
                  <a:cubicBezTo>
                    <a:pt x="1763029" y="667850"/>
                    <a:pt x="1762591" y="669128"/>
                    <a:pt x="1762591" y="669128"/>
                  </a:cubicBezTo>
                  <a:cubicBezTo>
                    <a:pt x="1762591" y="669128"/>
                    <a:pt x="1761144" y="671718"/>
                    <a:pt x="1761010" y="672593"/>
                  </a:cubicBezTo>
                  <a:cubicBezTo>
                    <a:pt x="1760875" y="673467"/>
                    <a:pt x="1760135" y="674611"/>
                    <a:pt x="1760135" y="674611"/>
                  </a:cubicBezTo>
                  <a:lnTo>
                    <a:pt x="1760135" y="678513"/>
                  </a:lnTo>
                  <a:cubicBezTo>
                    <a:pt x="1760135" y="678513"/>
                    <a:pt x="1759764" y="679960"/>
                    <a:pt x="1759327" y="681642"/>
                  </a:cubicBezTo>
                  <a:cubicBezTo>
                    <a:pt x="1758889" y="683324"/>
                    <a:pt x="1757577" y="684468"/>
                    <a:pt x="1756567" y="685039"/>
                  </a:cubicBezTo>
                  <a:cubicBezTo>
                    <a:pt x="1755558" y="685611"/>
                    <a:pt x="1755322" y="684468"/>
                    <a:pt x="1755322" y="684468"/>
                  </a:cubicBezTo>
                  <a:cubicBezTo>
                    <a:pt x="1755322" y="684468"/>
                    <a:pt x="1753370" y="682281"/>
                    <a:pt x="1753067" y="682281"/>
                  </a:cubicBezTo>
                  <a:cubicBezTo>
                    <a:pt x="1752764" y="682281"/>
                    <a:pt x="1751822" y="682416"/>
                    <a:pt x="1751822" y="682416"/>
                  </a:cubicBezTo>
                  <a:lnTo>
                    <a:pt x="1750173" y="684165"/>
                  </a:lnTo>
                  <a:cubicBezTo>
                    <a:pt x="1750173" y="684165"/>
                    <a:pt x="1750476" y="687495"/>
                    <a:pt x="1750678" y="688000"/>
                  </a:cubicBezTo>
                  <a:cubicBezTo>
                    <a:pt x="1750880" y="688504"/>
                    <a:pt x="1750307" y="690085"/>
                    <a:pt x="1750307" y="690085"/>
                  </a:cubicBezTo>
                  <a:cubicBezTo>
                    <a:pt x="1750307" y="690085"/>
                    <a:pt x="1745158" y="690220"/>
                    <a:pt x="1743846" y="690287"/>
                  </a:cubicBezTo>
                  <a:cubicBezTo>
                    <a:pt x="1742533" y="690354"/>
                    <a:pt x="1740009" y="688706"/>
                    <a:pt x="1740009" y="688706"/>
                  </a:cubicBezTo>
                  <a:lnTo>
                    <a:pt x="1737754" y="686318"/>
                  </a:lnTo>
                  <a:lnTo>
                    <a:pt x="1733850" y="684434"/>
                  </a:lnTo>
                  <a:lnTo>
                    <a:pt x="1732706" y="683357"/>
                  </a:lnTo>
                  <a:cubicBezTo>
                    <a:pt x="1732706" y="683357"/>
                    <a:pt x="1730081" y="683055"/>
                    <a:pt x="1729812" y="683156"/>
                  </a:cubicBezTo>
                  <a:cubicBezTo>
                    <a:pt x="1729509" y="683223"/>
                    <a:pt x="1728567" y="684232"/>
                    <a:pt x="1728567" y="684232"/>
                  </a:cubicBezTo>
                  <a:lnTo>
                    <a:pt x="1726682" y="686486"/>
                  </a:lnTo>
                  <a:lnTo>
                    <a:pt x="1725605" y="688740"/>
                  </a:lnTo>
                  <a:cubicBezTo>
                    <a:pt x="1725605" y="688740"/>
                    <a:pt x="1722341" y="689547"/>
                    <a:pt x="1721701" y="689480"/>
                  </a:cubicBezTo>
                  <a:cubicBezTo>
                    <a:pt x="1721062" y="689412"/>
                    <a:pt x="1718066" y="688336"/>
                    <a:pt x="1717797" y="688033"/>
                  </a:cubicBezTo>
                  <a:cubicBezTo>
                    <a:pt x="1717494" y="687731"/>
                    <a:pt x="1713759" y="686587"/>
                    <a:pt x="1713389" y="686351"/>
                  </a:cubicBezTo>
                  <a:cubicBezTo>
                    <a:pt x="1713018" y="686150"/>
                    <a:pt x="1709316" y="684838"/>
                    <a:pt x="1709047" y="684905"/>
                  </a:cubicBezTo>
                  <a:cubicBezTo>
                    <a:pt x="1708744" y="684972"/>
                    <a:pt x="1708307" y="686654"/>
                    <a:pt x="1707970" y="687495"/>
                  </a:cubicBezTo>
                  <a:cubicBezTo>
                    <a:pt x="1707600" y="688370"/>
                    <a:pt x="1704504" y="691397"/>
                    <a:pt x="1704504" y="691700"/>
                  </a:cubicBezTo>
                  <a:cubicBezTo>
                    <a:pt x="1704504" y="692003"/>
                    <a:pt x="1704706" y="693887"/>
                    <a:pt x="1704806" y="694391"/>
                  </a:cubicBezTo>
                  <a:cubicBezTo>
                    <a:pt x="1704874" y="694896"/>
                    <a:pt x="1706254" y="695972"/>
                    <a:pt x="1707331" y="697722"/>
                  </a:cubicBezTo>
                  <a:cubicBezTo>
                    <a:pt x="1708407" y="699471"/>
                    <a:pt x="1707835" y="700413"/>
                    <a:pt x="1708071" y="701186"/>
                  </a:cubicBezTo>
                  <a:cubicBezTo>
                    <a:pt x="1708273" y="701994"/>
                    <a:pt x="1707634" y="702768"/>
                    <a:pt x="1707432" y="702868"/>
                  </a:cubicBezTo>
                  <a:cubicBezTo>
                    <a:pt x="1707196" y="702936"/>
                    <a:pt x="1704234" y="705829"/>
                    <a:pt x="1703965" y="706131"/>
                  </a:cubicBezTo>
                  <a:cubicBezTo>
                    <a:pt x="1703662" y="706434"/>
                    <a:pt x="1703393" y="707712"/>
                    <a:pt x="1703393" y="708587"/>
                  </a:cubicBezTo>
                  <a:cubicBezTo>
                    <a:pt x="1703393" y="709462"/>
                    <a:pt x="1703595" y="711110"/>
                    <a:pt x="1703595" y="711480"/>
                  </a:cubicBezTo>
                  <a:cubicBezTo>
                    <a:pt x="1703595" y="711850"/>
                    <a:pt x="1706725" y="714239"/>
                    <a:pt x="1706725" y="714239"/>
                  </a:cubicBezTo>
                  <a:cubicBezTo>
                    <a:pt x="1706725" y="714239"/>
                    <a:pt x="1707869" y="715954"/>
                    <a:pt x="1710023" y="717165"/>
                  </a:cubicBezTo>
                  <a:cubicBezTo>
                    <a:pt x="1712210" y="718376"/>
                    <a:pt x="1711605" y="720058"/>
                    <a:pt x="1711941" y="721505"/>
                  </a:cubicBezTo>
                  <a:cubicBezTo>
                    <a:pt x="1712278" y="722985"/>
                    <a:pt x="1710461" y="723691"/>
                    <a:pt x="1710158" y="724095"/>
                  </a:cubicBezTo>
                  <a:cubicBezTo>
                    <a:pt x="1709821" y="724532"/>
                    <a:pt x="1707701" y="726383"/>
                    <a:pt x="1707263" y="726315"/>
                  </a:cubicBezTo>
                  <a:cubicBezTo>
                    <a:pt x="1706826" y="726248"/>
                    <a:pt x="1704975" y="726046"/>
                    <a:pt x="1702518" y="724566"/>
                  </a:cubicBezTo>
                  <a:cubicBezTo>
                    <a:pt x="1700061" y="723086"/>
                    <a:pt x="1700229" y="723489"/>
                    <a:pt x="1700229" y="723489"/>
                  </a:cubicBezTo>
                  <a:cubicBezTo>
                    <a:pt x="1700229" y="723489"/>
                    <a:pt x="1698042" y="721976"/>
                    <a:pt x="1697907" y="721538"/>
                  </a:cubicBezTo>
                  <a:cubicBezTo>
                    <a:pt x="1697739" y="721101"/>
                    <a:pt x="1695686" y="720227"/>
                    <a:pt x="1695451" y="719957"/>
                  </a:cubicBezTo>
                  <a:cubicBezTo>
                    <a:pt x="1695249" y="719688"/>
                    <a:pt x="1692623" y="717502"/>
                    <a:pt x="1692523" y="717334"/>
                  </a:cubicBezTo>
                  <a:cubicBezTo>
                    <a:pt x="1692422" y="717165"/>
                    <a:pt x="1689797" y="716963"/>
                    <a:pt x="1689797" y="716963"/>
                  </a:cubicBezTo>
                  <a:lnTo>
                    <a:pt x="1688047" y="715719"/>
                  </a:lnTo>
                  <a:cubicBezTo>
                    <a:pt x="1688047" y="715719"/>
                    <a:pt x="1683974" y="715281"/>
                    <a:pt x="1683032" y="715012"/>
                  </a:cubicBezTo>
                  <a:cubicBezTo>
                    <a:pt x="1682123" y="714743"/>
                    <a:pt x="1680373" y="712792"/>
                    <a:pt x="1679767" y="712288"/>
                  </a:cubicBezTo>
                  <a:cubicBezTo>
                    <a:pt x="1679162" y="711817"/>
                    <a:pt x="1677378" y="707982"/>
                    <a:pt x="1677210" y="707511"/>
                  </a:cubicBezTo>
                  <a:cubicBezTo>
                    <a:pt x="1677041" y="707040"/>
                    <a:pt x="1675359" y="704584"/>
                    <a:pt x="1675258" y="704348"/>
                  </a:cubicBezTo>
                  <a:cubicBezTo>
                    <a:pt x="1675157" y="704147"/>
                    <a:pt x="1670916" y="700816"/>
                    <a:pt x="1670378" y="700177"/>
                  </a:cubicBezTo>
                  <a:cubicBezTo>
                    <a:pt x="1669839" y="699538"/>
                    <a:pt x="1667887" y="697621"/>
                    <a:pt x="1667618" y="697183"/>
                  </a:cubicBezTo>
                  <a:cubicBezTo>
                    <a:pt x="1667349" y="696746"/>
                    <a:pt x="1666137" y="695602"/>
                    <a:pt x="1666137" y="695602"/>
                  </a:cubicBezTo>
                  <a:lnTo>
                    <a:pt x="1662940" y="693685"/>
                  </a:lnTo>
                  <a:lnTo>
                    <a:pt x="1661157" y="693416"/>
                  </a:lnTo>
                  <a:lnTo>
                    <a:pt x="1659373" y="693584"/>
                  </a:lnTo>
                  <a:lnTo>
                    <a:pt x="1656108" y="694492"/>
                  </a:lnTo>
                  <a:cubicBezTo>
                    <a:pt x="1656108" y="694492"/>
                    <a:pt x="1654089" y="695737"/>
                    <a:pt x="1653786" y="696174"/>
                  </a:cubicBezTo>
                  <a:cubicBezTo>
                    <a:pt x="1653450" y="696611"/>
                    <a:pt x="1651767" y="698125"/>
                    <a:pt x="1651228" y="698832"/>
                  </a:cubicBezTo>
                  <a:cubicBezTo>
                    <a:pt x="1650690" y="699538"/>
                    <a:pt x="1649815" y="700177"/>
                    <a:pt x="1649344" y="700783"/>
                  </a:cubicBezTo>
                  <a:cubicBezTo>
                    <a:pt x="1648839" y="701388"/>
                    <a:pt x="1647863" y="703507"/>
                    <a:pt x="1647863" y="703507"/>
                  </a:cubicBezTo>
                  <a:cubicBezTo>
                    <a:pt x="1647863" y="703507"/>
                    <a:pt x="1647762" y="704483"/>
                    <a:pt x="1647762" y="704651"/>
                  </a:cubicBezTo>
                  <a:cubicBezTo>
                    <a:pt x="1647762" y="704819"/>
                    <a:pt x="1648839" y="707746"/>
                    <a:pt x="1648906" y="707914"/>
                  </a:cubicBezTo>
                  <a:cubicBezTo>
                    <a:pt x="1648974" y="708083"/>
                    <a:pt x="1650151" y="709563"/>
                    <a:pt x="1650252" y="709697"/>
                  </a:cubicBezTo>
                  <a:cubicBezTo>
                    <a:pt x="1650353" y="709865"/>
                    <a:pt x="1651329" y="711043"/>
                    <a:pt x="1651565" y="711144"/>
                  </a:cubicBezTo>
                  <a:cubicBezTo>
                    <a:pt x="1651800" y="711245"/>
                    <a:pt x="1652978" y="713229"/>
                    <a:pt x="1652978" y="713229"/>
                  </a:cubicBezTo>
                  <a:lnTo>
                    <a:pt x="1654931" y="716425"/>
                  </a:lnTo>
                  <a:lnTo>
                    <a:pt x="1655974" y="718040"/>
                  </a:lnTo>
                  <a:lnTo>
                    <a:pt x="1656781" y="720529"/>
                  </a:lnTo>
                  <a:cubicBezTo>
                    <a:pt x="1656781" y="720529"/>
                    <a:pt x="1657286" y="722548"/>
                    <a:pt x="1657387" y="722716"/>
                  </a:cubicBezTo>
                  <a:cubicBezTo>
                    <a:pt x="1657488" y="722884"/>
                    <a:pt x="1657926" y="723759"/>
                    <a:pt x="1657993" y="723960"/>
                  </a:cubicBezTo>
                  <a:cubicBezTo>
                    <a:pt x="1658060" y="724162"/>
                    <a:pt x="1658599" y="726147"/>
                    <a:pt x="1658767" y="726248"/>
                  </a:cubicBezTo>
                  <a:cubicBezTo>
                    <a:pt x="1658935" y="726349"/>
                    <a:pt x="1659003" y="728401"/>
                    <a:pt x="1659036" y="729276"/>
                  </a:cubicBezTo>
                  <a:cubicBezTo>
                    <a:pt x="1659104" y="730150"/>
                    <a:pt x="1659036" y="731462"/>
                    <a:pt x="1659036" y="731664"/>
                  </a:cubicBezTo>
                  <a:cubicBezTo>
                    <a:pt x="1659036" y="731866"/>
                    <a:pt x="1658431" y="732976"/>
                    <a:pt x="1658229" y="733178"/>
                  </a:cubicBezTo>
                  <a:cubicBezTo>
                    <a:pt x="1657993" y="733413"/>
                    <a:pt x="1653281" y="732740"/>
                    <a:pt x="1653281" y="732740"/>
                  </a:cubicBezTo>
                  <a:cubicBezTo>
                    <a:pt x="1653281" y="732740"/>
                    <a:pt x="1651228" y="732740"/>
                    <a:pt x="1650892" y="732740"/>
                  </a:cubicBezTo>
                  <a:cubicBezTo>
                    <a:pt x="1650555" y="732740"/>
                    <a:pt x="1649276" y="732370"/>
                    <a:pt x="1649276" y="732370"/>
                  </a:cubicBezTo>
                  <a:lnTo>
                    <a:pt x="1647223" y="729545"/>
                  </a:lnTo>
                  <a:lnTo>
                    <a:pt x="1645978" y="727964"/>
                  </a:lnTo>
                  <a:lnTo>
                    <a:pt x="1645474" y="726652"/>
                  </a:lnTo>
                  <a:lnTo>
                    <a:pt x="1645474" y="725407"/>
                  </a:lnTo>
                  <a:lnTo>
                    <a:pt x="1645978" y="721505"/>
                  </a:lnTo>
                  <a:cubicBezTo>
                    <a:pt x="1645978" y="721505"/>
                    <a:pt x="1645574" y="720260"/>
                    <a:pt x="1645036" y="719991"/>
                  </a:cubicBezTo>
                  <a:cubicBezTo>
                    <a:pt x="1644531" y="719688"/>
                    <a:pt x="1642579" y="718545"/>
                    <a:pt x="1641771" y="718376"/>
                  </a:cubicBezTo>
                  <a:cubicBezTo>
                    <a:pt x="1640964" y="718242"/>
                    <a:pt x="1637497" y="716291"/>
                    <a:pt x="1635747" y="715349"/>
                  </a:cubicBezTo>
                  <a:cubicBezTo>
                    <a:pt x="1633997" y="714407"/>
                    <a:pt x="1634300" y="713835"/>
                    <a:pt x="1633492" y="712893"/>
                  </a:cubicBezTo>
                  <a:cubicBezTo>
                    <a:pt x="1632685" y="711951"/>
                    <a:pt x="1632348" y="712018"/>
                    <a:pt x="1631103" y="711076"/>
                  </a:cubicBezTo>
                  <a:cubicBezTo>
                    <a:pt x="1629858" y="710135"/>
                    <a:pt x="1628074" y="709563"/>
                    <a:pt x="1627334" y="709193"/>
                  </a:cubicBezTo>
                  <a:cubicBezTo>
                    <a:pt x="1626593" y="708823"/>
                    <a:pt x="1626391" y="709125"/>
                    <a:pt x="1626189" y="709125"/>
                  </a:cubicBezTo>
                  <a:cubicBezTo>
                    <a:pt x="1625987" y="709125"/>
                    <a:pt x="1625752" y="710067"/>
                    <a:pt x="1624507" y="711076"/>
                  </a:cubicBezTo>
                  <a:cubicBezTo>
                    <a:pt x="1623261" y="712086"/>
                    <a:pt x="1622925" y="710942"/>
                    <a:pt x="1622689" y="710942"/>
                  </a:cubicBezTo>
                  <a:cubicBezTo>
                    <a:pt x="1622487" y="710942"/>
                    <a:pt x="1622050" y="710235"/>
                    <a:pt x="1621545" y="709933"/>
                  </a:cubicBezTo>
                  <a:cubicBezTo>
                    <a:pt x="1621040" y="709630"/>
                    <a:pt x="1620737" y="709865"/>
                    <a:pt x="1620300" y="709865"/>
                  </a:cubicBezTo>
                  <a:cubicBezTo>
                    <a:pt x="1619862" y="709865"/>
                    <a:pt x="1618516" y="710168"/>
                    <a:pt x="1618516" y="710168"/>
                  </a:cubicBezTo>
                  <a:lnTo>
                    <a:pt x="1616699" y="710168"/>
                  </a:lnTo>
                  <a:cubicBezTo>
                    <a:pt x="1616699" y="710168"/>
                    <a:pt x="1616127" y="710673"/>
                    <a:pt x="1615824" y="711110"/>
                  </a:cubicBezTo>
                  <a:cubicBezTo>
                    <a:pt x="1615521" y="711547"/>
                    <a:pt x="1615622" y="711749"/>
                    <a:pt x="1615016" y="712624"/>
                  </a:cubicBezTo>
                  <a:cubicBezTo>
                    <a:pt x="1614444" y="713499"/>
                    <a:pt x="1614444" y="713936"/>
                    <a:pt x="1613569" y="713768"/>
                  </a:cubicBezTo>
                  <a:cubicBezTo>
                    <a:pt x="1612694" y="713633"/>
                    <a:pt x="1612559" y="713902"/>
                    <a:pt x="1611684" y="713768"/>
                  </a:cubicBezTo>
                  <a:cubicBezTo>
                    <a:pt x="1610809" y="713633"/>
                    <a:pt x="1610877" y="713465"/>
                    <a:pt x="1610742" y="713061"/>
                  </a:cubicBezTo>
                  <a:cubicBezTo>
                    <a:pt x="1610607" y="712624"/>
                    <a:pt x="1610170" y="712489"/>
                    <a:pt x="1610103" y="711917"/>
                  </a:cubicBezTo>
                  <a:cubicBezTo>
                    <a:pt x="1610035" y="711346"/>
                    <a:pt x="1610103" y="710471"/>
                    <a:pt x="1610103" y="710471"/>
                  </a:cubicBezTo>
                  <a:cubicBezTo>
                    <a:pt x="1610103" y="710471"/>
                    <a:pt x="1609598" y="708520"/>
                    <a:pt x="1609295" y="707881"/>
                  </a:cubicBezTo>
                  <a:cubicBezTo>
                    <a:pt x="1608992" y="707242"/>
                    <a:pt x="1608554" y="706501"/>
                    <a:pt x="1608285" y="706300"/>
                  </a:cubicBezTo>
                  <a:cubicBezTo>
                    <a:pt x="1607982" y="706098"/>
                    <a:pt x="1606468" y="704921"/>
                    <a:pt x="1606098" y="704853"/>
                  </a:cubicBezTo>
                  <a:cubicBezTo>
                    <a:pt x="1605727" y="704786"/>
                    <a:pt x="1605021" y="704416"/>
                    <a:pt x="1604583" y="704281"/>
                  </a:cubicBezTo>
                  <a:cubicBezTo>
                    <a:pt x="1604146" y="704147"/>
                    <a:pt x="1603708" y="702398"/>
                    <a:pt x="1603708" y="702398"/>
                  </a:cubicBezTo>
                  <a:lnTo>
                    <a:pt x="1603708" y="702465"/>
                  </a:lnTo>
                  <a:lnTo>
                    <a:pt x="1601958" y="700648"/>
                  </a:lnTo>
                  <a:lnTo>
                    <a:pt x="1601958" y="699908"/>
                  </a:lnTo>
                  <a:cubicBezTo>
                    <a:pt x="1601958" y="699908"/>
                    <a:pt x="1601857" y="698966"/>
                    <a:pt x="1601622" y="698663"/>
                  </a:cubicBezTo>
                  <a:cubicBezTo>
                    <a:pt x="1601386" y="698361"/>
                    <a:pt x="1600006" y="698428"/>
                    <a:pt x="1599703" y="698428"/>
                  </a:cubicBezTo>
                  <a:cubicBezTo>
                    <a:pt x="1599400" y="698428"/>
                    <a:pt x="1598761" y="698361"/>
                    <a:pt x="1598761" y="698361"/>
                  </a:cubicBezTo>
                  <a:lnTo>
                    <a:pt x="1597953" y="698798"/>
                  </a:lnTo>
                  <a:cubicBezTo>
                    <a:pt x="1597953" y="698798"/>
                    <a:pt x="1597314" y="699605"/>
                    <a:pt x="1597011" y="699605"/>
                  </a:cubicBezTo>
                  <a:cubicBezTo>
                    <a:pt x="1596708" y="699605"/>
                    <a:pt x="1596371" y="700177"/>
                    <a:pt x="1596371" y="700177"/>
                  </a:cubicBezTo>
                  <a:cubicBezTo>
                    <a:pt x="1596371" y="700177"/>
                    <a:pt x="1594487" y="701119"/>
                    <a:pt x="1593915" y="701489"/>
                  </a:cubicBezTo>
                  <a:cubicBezTo>
                    <a:pt x="1593342" y="701859"/>
                    <a:pt x="1592400" y="701489"/>
                    <a:pt x="1592400" y="701489"/>
                  </a:cubicBezTo>
                  <a:lnTo>
                    <a:pt x="1590448" y="701489"/>
                  </a:lnTo>
                  <a:cubicBezTo>
                    <a:pt x="1590448" y="701489"/>
                    <a:pt x="1588362" y="701119"/>
                    <a:pt x="1588126" y="700985"/>
                  </a:cubicBezTo>
                  <a:cubicBezTo>
                    <a:pt x="1587890" y="700850"/>
                    <a:pt x="1585366" y="699034"/>
                    <a:pt x="1585366" y="699034"/>
                  </a:cubicBezTo>
                  <a:lnTo>
                    <a:pt x="1584222" y="698226"/>
                  </a:lnTo>
                  <a:lnTo>
                    <a:pt x="1582472" y="695838"/>
                  </a:lnTo>
                  <a:lnTo>
                    <a:pt x="1581900" y="692810"/>
                  </a:lnTo>
                  <a:lnTo>
                    <a:pt x="1581597" y="691296"/>
                  </a:lnTo>
                  <a:cubicBezTo>
                    <a:pt x="1581597" y="691296"/>
                    <a:pt x="1580217" y="688336"/>
                    <a:pt x="1580217" y="687966"/>
                  </a:cubicBezTo>
                  <a:cubicBezTo>
                    <a:pt x="1580217" y="687596"/>
                    <a:pt x="1579342" y="686217"/>
                    <a:pt x="1579342" y="685948"/>
                  </a:cubicBezTo>
                  <a:cubicBezTo>
                    <a:pt x="1579342" y="685645"/>
                    <a:pt x="1578972" y="683492"/>
                    <a:pt x="1578972" y="683492"/>
                  </a:cubicBezTo>
                  <a:lnTo>
                    <a:pt x="1578333" y="682483"/>
                  </a:lnTo>
                  <a:lnTo>
                    <a:pt x="1576583" y="679354"/>
                  </a:lnTo>
                  <a:lnTo>
                    <a:pt x="1575842" y="678042"/>
                  </a:lnTo>
                  <a:cubicBezTo>
                    <a:pt x="1575842" y="678042"/>
                    <a:pt x="1575842" y="676663"/>
                    <a:pt x="1575842" y="675957"/>
                  </a:cubicBezTo>
                  <a:cubicBezTo>
                    <a:pt x="1575842" y="675250"/>
                    <a:pt x="1576616" y="674208"/>
                    <a:pt x="1576684" y="674006"/>
                  </a:cubicBezTo>
                  <a:cubicBezTo>
                    <a:pt x="1576751" y="673804"/>
                    <a:pt x="1577357" y="672189"/>
                    <a:pt x="1577357" y="672189"/>
                  </a:cubicBezTo>
                  <a:lnTo>
                    <a:pt x="1579241" y="671617"/>
                  </a:lnTo>
                  <a:cubicBezTo>
                    <a:pt x="1579241" y="671617"/>
                    <a:pt x="1581328" y="670743"/>
                    <a:pt x="1581563" y="670608"/>
                  </a:cubicBezTo>
                  <a:cubicBezTo>
                    <a:pt x="1581765" y="670474"/>
                    <a:pt x="1581866" y="667480"/>
                    <a:pt x="1581866" y="667480"/>
                  </a:cubicBezTo>
                  <a:lnTo>
                    <a:pt x="1582438" y="666168"/>
                  </a:lnTo>
                  <a:cubicBezTo>
                    <a:pt x="1582438" y="666168"/>
                    <a:pt x="1582304" y="662635"/>
                    <a:pt x="1582001" y="661828"/>
                  </a:cubicBezTo>
                  <a:cubicBezTo>
                    <a:pt x="1581698" y="661021"/>
                    <a:pt x="1582136" y="657690"/>
                    <a:pt x="1582001" y="657421"/>
                  </a:cubicBezTo>
                  <a:cubicBezTo>
                    <a:pt x="1581866" y="657119"/>
                    <a:pt x="1580991" y="655672"/>
                    <a:pt x="1580756" y="655470"/>
                  </a:cubicBezTo>
                  <a:cubicBezTo>
                    <a:pt x="1580554" y="655268"/>
                    <a:pt x="1578299" y="652510"/>
                    <a:pt x="1578299" y="652510"/>
                  </a:cubicBezTo>
                  <a:cubicBezTo>
                    <a:pt x="1578299" y="652510"/>
                    <a:pt x="1577357" y="651131"/>
                    <a:pt x="1577222" y="650693"/>
                  </a:cubicBezTo>
                  <a:cubicBezTo>
                    <a:pt x="1577087" y="650256"/>
                    <a:pt x="1576212" y="648439"/>
                    <a:pt x="1575977" y="647868"/>
                  </a:cubicBezTo>
                  <a:cubicBezTo>
                    <a:pt x="1575775" y="647296"/>
                    <a:pt x="1575337" y="645681"/>
                    <a:pt x="1575337" y="645681"/>
                  </a:cubicBezTo>
                  <a:cubicBezTo>
                    <a:pt x="1575337" y="645681"/>
                    <a:pt x="1573823" y="643864"/>
                    <a:pt x="1573587" y="643663"/>
                  </a:cubicBezTo>
                  <a:cubicBezTo>
                    <a:pt x="1573352" y="643427"/>
                    <a:pt x="1572443" y="642923"/>
                    <a:pt x="1572208" y="642586"/>
                  </a:cubicBezTo>
                  <a:cubicBezTo>
                    <a:pt x="1572006" y="642216"/>
                    <a:pt x="1570895" y="642721"/>
                    <a:pt x="1570693" y="642586"/>
                  </a:cubicBezTo>
                  <a:cubicBezTo>
                    <a:pt x="1570491" y="642452"/>
                    <a:pt x="1568674" y="642082"/>
                    <a:pt x="1568371" y="641846"/>
                  </a:cubicBezTo>
                  <a:cubicBezTo>
                    <a:pt x="1568068" y="641644"/>
                    <a:pt x="1567058" y="641342"/>
                    <a:pt x="1566621" y="641039"/>
                  </a:cubicBezTo>
                  <a:cubicBezTo>
                    <a:pt x="1566183" y="640736"/>
                    <a:pt x="1565376" y="640669"/>
                    <a:pt x="1565174" y="640467"/>
                  </a:cubicBezTo>
                  <a:cubicBezTo>
                    <a:pt x="1564972" y="640265"/>
                    <a:pt x="1563592" y="640164"/>
                    <a:pt x="1562784" y="639828"/>
                  </a:cubicBezTo>
                  <a:cubicBezTo>
                    <a:pt x="1561976" y="639491"/>
                    <a:pt x="1560765" y="639323"/>
                    <a:pt x="1560260" y="639323"/>
                  </a:cubicBezTo>
                  <a:cubicBezTo>
                    <a:pt x="1559755" y="639323"/>
                    <a:pt x="1559015" y="639323"/>
                    <a:pt x="1558746" y="639390"/>
                  </a:cubicBezTo>
                  <a:cubicBezTo>
                    <a:pt x="1558443" y="639458"/>
                    <a:pt x="1557366" y="639895"/>
                    <a:pt x="1556659" y="639828"/>
                  </a:cubicBezTo>
                  <a:cubicBezTo>
                    <a:pt x="1555952" y="639761"/>
                    <a:pt x="1555650" y="639828"/>
                    <a:pt x="1555650" y="639828"/>
                  </a:cubicBezTo>
                  <a:lnTo>
                    <a:pt x="1554943" y="638516"/>
                  </a:lnTo>
                  <a:lnTo>
                    <a:pt x="1553697" y="636565"/>
                  </a:lnTo>
                  <a:cubicBezTo>
                    <a:pt x="1553697" y="636565"/>
                    <a:pt x="1553058" y="634815"/>
                    <a:pt x="1552890" y="634614"/>
                  </a:cubicBezTo>
                  <a:cubicBezTo>
                    <a:pt x="1552755" y="634412"/>
                    <a:pt x="1549928" y="629534"/>
                    <a:pt x="1549861" y="629130"/>
                  </a:cubicBezTo>
                  <a:cubicBezTo>
                    <a:pt x="1549793" y="628727"/>
                    <a:pt x="1548986" y="628323"/>
                    <a:pt x="1548986" y="628323"/>
                  </a:cubicBezTo>
                  <a:cubicBezTo>
                    <a:pt x="1548986" y="628323"/>
                    <a:pt x="1547034" y="628828"/>
                    <a:pt x="1546731" y="629030"/>
                  </a:cubicBezTo>
                  <a:cubicBezTo>
                    <a:pt x="1546428" y="629231"/>
                    <a:pt x="1544712" y="629030"/>
                    <a:pt x="1543971" y="629030"/>
                  </a:cubicBezTo>
                  <a:cubicBezTo>
                    <a:pt x="1543264" y="629030"/>
                    <a:pt x="1542019" y="628592"/>
                    <a:pt x="1542019" y="628592"/>
                  </a:cubicBezTo>
                  <a:lnTo>
                    <a:pt x="1541077" y="624017"/>
                  </a:lnTo>
                  <a:cubicBezTo>
                    <a:pt x="1541077" y="624017"/>
                    <a:pt x="1540572" y="620990"/>
                    <a:pt x="1540572" y="620687"/>
                  </a:cubicBezTo>
                  <a:cubicBezTo>
                    <a:pt x="1540572" y="620384"/>
                    <a:pt x="1538687" y="617054"/>
                    <a:pt x="1538687" y="617054"/>
                  </a:cubicBezTo>
                  <a:lnTo>
                    <a:pt x="1537610" y="614094"/>
                  </a:lnTo>
                  <a:cubicBezTo>
                    <a:pt x="1537610" y="614094"/>
                    <a:pt x="1534851" y="609586"/>
                    <a:pt x="1534481" y="608812"/>
                  </a:cubicBezTo>
                  <a:cubicBezTo>
                    <a:pt x="1534110" y="608005"/>
                    <a:pt x="1533471" y="605784"/>
                    <a:pt x="1533471" y="605784"/>
                  </a:cubicBezTo>
                  <a:lnTo>
                    <a:pt x="1531149" y="603396"/>
                  </a:lnTo>
                  <a:lnTo>
                    <a:pt x="1528322" y="601445"/>
                  </a:lnTo>
                  <a:cubicBezTo>
                    <a:pt x="1528322" y="601445"/>
                    <a:pt x="1527178" y="600638"/>
                    <a:pt x="1526875" y="600436"/>
                  </a:cubicBezTo>
                  <a:cubicBezTo>
                    <a:pt x="1526572" y="600200"/>
                    <a:pt x="1524283" y="598350"/>
                    <a:pt x="1523543" y="597610"/>
                  </a:cubicBezTo>
                  <a:cubicBezTo>
                    <a:pt x="1522803" y="596903"/>
                    <a:pt x="1522399" y="596903"/>
                    <a:pt x="1521726" y="596096"/>
                  </a:cubicBezTo>
                  <a:cubicBezTo>
                    <a:pt x="1521086" y="595289"/>
                    <a:pt x="1520851" y="595222"/>
                    <a:pt x="1520716" y="594650"/>
                  </a:cubicBezTo>
                  <a:cubicBezTo>
                    <a:pt x="1520581" y="594078"/>
                    <a:pt x="1519403" y="592631"/>
                    <a:pt x="1519134" y="592329"/>
                  </a:cubicBezTo>
                  <a:cubicBezTo>
                    <a:pt x="1518831" y="592026"/>
                    <a:pt x="1517451" y="591622"/>
                    <a:pt x="1517182" y="591319"/>
                  </a:cubicBezTo>
                  <a:cubicBezTo>
                    <a:pt x="1516879" y="591017"/>
                    <a:pt x="1515163" y="589940"/>
                    <a:pt x="1514793" y="589570"/>
                  </a:cubicBezTo>
                  <a:cubicBezTo>
                    <a:pt x="1514423" y="589200"/>
                    <a:pt x="1513850" y="589436"/>
                    <a:pt x="1513413" y="589066"/>
                  </a:cubicBezTo>
                  <a:cubicBezTo>
                    <a:pt x="1512975" y="588695"/>
                    <a:pt x="1512033" y="588998"/>
                    <a:pt x="1511831" y="588998"/>
                  </a:cubicBezTo>
                  <a:cubicBezTo>
                    <a:pt x="1511629" y="588998"/>
                    <a:pt x="1510519" y="589570"/>
                    <a:pt x="1510249" y="589637"/>
                  </a:cubicBezTo>
                  <a:cubicBezTo>
                    <a:pt x="1509947" y="589705"/>
                    <a:pt x="1508365" y="590075"/>
                    <a:pt x="1508062" y="590075"/>
                  </a:cubicBezTo>
                  <a:cubicBezTo>
                    <a:pt x="1507759" y="590075"/>
                    <a:pt x="1506042" y="591084"/>
                    <a:pt x="1505302" y="591454"/>
                  </a:cubicBezTo>
                  <a:cubicBezTo>
                    <a:pt x="1504562" y="591824"/>
                    <a:pt x="1504158" y="591757"/>
                    <a:pt x="1503922" y="591824"/>
                  </a:cubicBezTo>
                  <a:cubicBezTo>
                    <a:pt x="1503720" y="591891"/>
                    <a:pt x="1502778" y="592766"/>
                    <a:pt x="1502542" y="593069"/>
                  </a:cubicBezTo>
                  <a:cubicBezTo>
                    <a:pt x="1502341" y="593371"/>
                    <a:pt x="1501600" y="594818"/>
                    <a:pt x="1501230" y="595154"/>
                  </a:cubicBezTo>
                  <a:cubicBezTo>
                    <a:pt x="1500860" y="595524"/>
                    <a:pt x="1499042" y="595726"/>
                    <a:pt x="1498706" y="595592"/>
                  </a:cubicBezTo>
                  <a:cubicBezTo>
                    <a:pt x="1498336" y="595457"/>
                    <a:pt x="1497259" y="595457"/>
                    <a:pt x="1496956" y="595289"/>
                  </a:cubicBezTo>
                  <a:cubicBezTo>
                    <a:pt x="1496653" y="595154"/>
                    <a:pt x="1494331" y="594717"/>
                    <a:pt x="1494129" y="594717"/>
                  </a:cubicBezTo>
                  <a:cubicBezTo>
                    <a:pt x="1493893" y="594717"/>
                    <a:pt x="1491537" y="595524"/>
                    <a:pt x="1491537" y="595524"/>
                  </a:cubicBezTo>
                  <a:lnTo>
                    <a:pt x="1490090" y="595524"/>
                  </a:lnTo>
                  <a:cubicBezTo>
                    <a:pt x="1490090" y="595524"/>
                    <a:pt x="1489586" y="596298"/>
                    <a:pt x="1489350" y="596365"/>
                  </a:cubicBezTo>
                  <a:cubicBezTo>
                    <a:pt x="1489148" y="596433"/>
                    <a:pt x="1486523" y="597476"/>
                    <a:pt x="1486523" y="597476"/>
                  </a:cubicBezTo>
                  <a:cubicBezTo>
                    <a:pt x="1486523" y="597476"/>
                    <a:pt x="1483629" y="597543"/>
                    <a:pt x="1483057" y="597476"/>
                  </a:cubicBezTo>
                  <a:cubicBezTo>
                    <a:pt x="1482484" y="597408"/>
                    <a:pt x="1478984" y="597476"/>
                    <a:pt x="1478984" y="597476"/>
                  </a:cubicBezTo>
                  <a:cubicBezTo>
                    <a:pt x="1478984" y="597476"/>
                    <a:pt x="1473835" y="598619"/>
                    <a:pt x="1473398" y="598720"/>
                  </a:cubicBezTo>
                  <a:cubicBezTo>
                    <a:pt x="1472960" y="598787"/>
                    <a:pt x="1471580" y="600032"/>
                    <a:pt x="1471311" y="600167"/>
                  </a:cubicBezTo>
                  <a:cubicBezTo>
                    <a:pt x="1471042" y="600301"/>
                    <a:pt x="1470672" y="601411"/>
                    <a:pt x="1469426" y="602488"/>
                  </a:cubicBezTo>
                  <a:cubicBezTo>
                    <a:pt x="1468181" y="603564"/>
                    <a:pt x="1467676" y="603295"/>
                    <a:pt x="1466532" y="603867"/>
                  </a:cubicBezTo>
                  <a:cubicBezTo>
                    <a:pt x="1465388" y="604439"/>
                    <a:pt x="1464445" y="604304"/>
                    <a:pt x="1463907" y="604372"/>
                  </a:cubicBezTo>
                  <a:cubicBezTo>
                    <a:pt x="1463402" y="604439"/>
                    <a:pt x="1461652" y="604372"/>
                    <a:pt x="1461652" y="604372"/>
                  </a:cubicBezTo>
                  <a:lnTo>
                    <a:pt x="1458960" y="601983"/>
                  </a:lnTo>
                  <a:lnTo>
                    <a:pt x="1456436" y="599527"/>
                  </a:lnTo>
                  <a:lnTo>
                    <a:pt x="1452296" y="597139"/>
                  </a:lnTo>
                  <a:lnTo>
                    <a:pt x="1450714" y="595390"/>
                  </a:lnTo>
                  <a:lnTo>
                    <a:pt x="1448628" y="595524"/>
                  </a:lnTo>
                  <a:cubicBezTo>
                    <a:pt x="1448628" y="595524"/>
                    <a:pt x="1447988" y="595894"/>
                    <a:pt x="1447383" y="596164"/>
                  </a:cubicBezTo>
                  <a:cubicBezTo>
                    <a:pt x="1446811" y="596466"/>
                    <a:pt x="1447012" y="597173"/>
                    <a:pt x="1446743" y="597408"/>
                  </a:cubicBezTo>
                  <a:cubicBezTo>
                    <a:pt x="1446440" y="597610"/>
                    <a:pt x="1446238" y="599797"/>
                    <a:pt x="1445734" y="600301"/>
                  </a:cubicBezTo>
                  <a:cubicBezTo>
                    <a:pt x="1445229" y="600806"/>
                    <a:pt x="1444219" y="601243"/>
                    <a:pt x="1443782" y="601243"/>
                  </a:cubicBezTo>
                  <a:cubicBezTo>
                    <a:pt x="1443344" y="601243"/>
                    <a:pt x="1442772" y="600604"/>
                    <a:pt x="1442536" y="600503"/>
                  </a:cubicBezTo>
                  <a:cubicBezTo>
                    <a:pt x="1442301" y="600436"/>
                    <a:pt x="1442402" y="598619"/>
                    <a:pt x="1442402" y="598317"/>
                  </a:cubicBezTo>
                  <a:cubicBezTo>
                    <a:pt x="1442402" y="598014"/>
                    <a:pt x="1442469" y="594683"/>
                    <a:pt x="1442469" y="594683"/>
                  </a:cubicBezTo>
                  <a:cubicBezTo>
                    <a:pt x="1442469" y="594683"/>
                    <a:pt x="1442402" y="592160"/>
                    <a:pt x="1442402" y="591723"/>
                  </a:cubicBezTo>
                  <a:cubicBezTo>
                    <a:pt x="1442402" y="591286"/>
                    <a:pt x="1441964" y="588897"/>
                    <a:pt x="1441964" y="588595"/>
                  </a:cubicBezTo>
                  <a:cubicBezTo>
                    <a:pt x="1441964" y="588292"/>
                    <a:pt x="1441325" y="587888"/>
                    <a:pt x="1440719" y="587518"/>
                  </a:cubicBezTo>
                  <a:cubicBezTo>
                    <a:pt x="1440147" y="587148"/>
                    <a:pt x="1438767" y="586576"/>
                    <a:pt x="1438195" y="586139"/>
                  </a:cubicBezTo>
                  <a:cubicBezTo>
                    <a:pt x="1437623" y="585702"/>
                    <a:pt x="1436378" y="585331"/>
                    <a:pt x="1435738" y="585130"/>
                  </a:cubicBezTo>
                  <a:cubicBezTo>
                    <a:pt x="1435099" y="584928"/>
                    <a:pt x="1433281" y="584692"/>
                    <a:pt x="1433281" y="584692"/>
                  </a:cubicBezTo>
                  <a:lnTo>
                    <a:pt x="1431397" y="584020"/>
                  </a:lnTo>
                  <a:lnTo>
                    <a:pt x="1429512" y="584322"/>
                  </a:lnTo>
                  <a:cubicBezTo>
                    <a:pt x="1429512" y="584322"/>
                    <a:pt x="1427190" y="584524"/>
                    <a:pt x="1426820" y="584524"/>
                  </a:cubicBezTo>
                  <a:cubicBezTo>
                    <a:pt x="1426450" y="584524"/>
                    <a:pt x="1425238" y="584659"/>
                    <a:pt x="1424632" y="584726"/>
                  </a:cubicBezTo>
                  <a:cubicBezTo>
                    <a:pt x="1424060" y="584793"/>
                    <a:pt x="1423555" y="585466"/>
                    <a:pt x="1422815" y="585903"/>
                  </a:cubicBezTo>
                  <a:cubicBezTo>
                    <a:pt x="1422108" y="586341"/>
                    <a:pt x="1421502" y="586341"/>
                    <a:pt x="1421065" y="586610"/>
                  </a:cubicBezTo>
                  <a:cubicBezTo>
                    <a:pt x="1420627" y="586913"/>
                    <a:pt x="1419483" y="587922"/>
                    <a:pt x="1419483" y="587922"/>
                  </a:cubicBezTo>
                  <a:cubicBezTo>
                    <a:pt x="1419483" y="587922"/>
                    <a:pt x="1418844" y="589301"/>
                    <a:pt x="1418608" y="589671"/>
                  </a:cubicBezTo>
                  <a:cubicBezTo>
                    <a:pt x="1418406" y="590041"/>
                    <a:pt x="1417800" y="590983"/>
                    <a:pt x="1417666" y="591252"/>
                  </a:cubicBezTo>
                  <a:cubicBezTo>
                    <a:pt x="1417531" y="591555"/>
                    <a:pt x="1416723" y="593136"/>
                    <a:pt x="1416353" y="593203"/>
                  </a:cubicBezTo>
                  <a:cubicBezTo>
                    <a:pt x="1415983" y="593271"/>
                    <a:pt x="1415041" y="594953"/>
                    <a:pt x="1414334" y="595222"/>
                  </a:cubicBezTo>
                  <a:cubicBezTo>
                    <a:pt x="1413627" y="595524"/>
                    <a:pt x="1413459" y="595222"/>
                    <a:pt x="1412449" y="594078"/>
                  </a:cubicBezTo>
                  <a:cubicBezTo>
                    <a:pt x="1411440" y="592900"/>
                    <a:pt x="1411002" y="593439"/>
                    <a:pt x="1410565" y="593271"/>
                  </a:cubicBezTo>
                  <a:cubicBezTo>
                    <a:pt x="1410127" y="593136"/>
                    <a:pt x="1409319" y="592833"/>
                    <a:pt x="1407872" y="592833"/>
                  </a:cubicBezTo>
                  <a:cubicBezTo>
                    <a:pt x="1406425" y="592833"/>
                    <a:pt x="1406795" y="592463"/>
                    <a:pt x="1406560" y="592261"/>
                  </a:cubicBezTo>
                  <a:cubicBezTo>
                    <a:pt x="1406358" y="592059"/>
                    <a:pt x="1405483" y="590310"/>
                    <a:pt x="1405483" y="590310"/>
                  </a:cubicBezTo>
                  <a:lnTo>
                    <a:pt x="1405348" y="588124"/>
                  </a:lnTo>
                  <a:lnTo>
                    <a:pt x="1405281" y="586879"/>
                  </a:lnTo>
                  <a:cubicBezTo>
                    <a:pt x="1405281" y="586879"/>
                    <a:pt x="1405146" y="585197"/>
                    <a:pt x="1405146" y="584928"/>
                  </a:cubicBezTo>
                  <a:cubicBezTo>
                    <a:pt x="1405146" y="584625"/>
                    <a:pt x="1403699" y="583683"/>
                    <a:pt x="1403463" y="583683"/>
                  </a:cubicBezTo>
                  <a:cubicBezTo>
                    <a:pt x="1403228" y="583683"/>
                    <a:pt x="1400064" y="585062"/>
                    <a:pt x="1400064" y="585062"/>
                  </a:cubicBezTo>
                  <a:cubicBezTo>
                    <a:pt x="1400064" y="585062"/>
                    <a:pt x="1399122" y="585870"/>
                    <a:pt x="1398920" y="585937"/>
                  </a:cubicBezTo>
                  <a:cubicBezTo>
                    <a:pt x="1398718" y="586004"/>
                    <a:pt x="1397237" y="586576"/>
                    <a:pt x="1396732" y="585937"/>
                  </a:cubicBezTo>
                  <a:cubicBezTo>
                    <a:pt x="1396228" y="585298"/>
                    <a:pt x="1396430" y="584793"/>
                    <a:pt x="1396430" y="584793"/>
                  </a:cubicBezTo>
                  <a:cubicBezTo>
                    <a:pt x="1396430" y="584793"/>
                    <a:pt x="1395050" y="581530"/>
                    <a:pt x="1395050" y="581160"/>
                  </a:cubicBezTo>
                  <a:cubicBezTo>
                    <a:pt x="1395050" y="580790"/>
                    <a:pt x="1394410" y="580858"/>
                    <a:pt x="1393670" y="580656"/>
                  </a:cubicBezTo>
                  <a:cubicBezTo>
                    <a:pt x="1392929" y="580454"/>
                    <a:pt x="1390473" y="580790"/>
                    <a:pt x="1390203" y="580656"/>
                  </a:cubicBezTo>
                  <a:cubicBezTo>
                    <a:pt x="1389901" y="580521"/>
                    <a:pt x="1388824" y="579714"/>
                    <a:pt x="1388756" y="579142"/>
                  </a:cubicBezTo>
                  <a:cubicBezTo>
                    <a:pt x="1388689" y="578570"/>
                    <a:pt x="1388689" y="577561"/>
                    <a:pt x="1388622" y="577191"/>
                  </a:cubicBezTo>
                  <a:cubicBezTo>
                    <a:pt x="1388554" y="576821"/>
                    <a:pt x="1388050" y="575172"/>
                    <a:pt x="1387881" y="574500"/>
                  </a:cubicBezTo>
                  <a:cubicBezTo>
                    <a:pt x="1387747" y="573860"/>
                    <a:pt x="1386804" y="570295"/>
                    <a:pt x="1386636" y="569790"/>
                  </a:cubicBezTo>
                  <a:cubicBezTo>
                    <a:pt x="1386501" y="569285"/>
                    <a:pt x="1385256" y="567973"/>
                    <a:pt x="1385054" y="567906"/>
                  </a:cubicBezTo>
                  <a:cubicBezTo>
                    <a:pt x="1384852" y="567839"/>
                    <a:pt x="1380982" y="566964"/>
                    <a:pt x="1380410" y="566964"/>
                  </a:cubicBezTo>
                  <a:cubicBezTo>
                    <a:pt x="1379838" y="566964"/>
                    <a:pt x="1377381" y="567973"/>
                    <a:pt x="1377078" y="567973"/>
                  </a:cubicBezTo>
                  <a:cubicBezTo>
                    <a:pt x="1376775" y="567973"/>
                    <a:pt x="1374621" y="568478"/>
                    <a:pt x="1374386" y="568545"/>
                  </a:cubicBezTo>
                  <a:cubicBezTo>
                    <a:pt x="1374184" y="568613"/>
                    <a:pt x="1370415" y="568680"/>
                    <a:pt x="1369674" y="568915"/>
                  </a:cubicBezTo>
                  <a:cubicBezTo>
                    <a:pt x="1368967" y="569151"/>
                    <a:pt x="1367419" y="568646"/>
                    <a:pt x="1367419" y="568646"/>
                  </a:cubicBezTo>
                  <a:lnTo>
                    <a:pt x="1366544" y="568209"/>
                  </a:lnTo>
                  <a:cubicBezTo>
                    <a:pt x="1366544" y="568209"/>
                    <a:pt x="1365467" y="566628"/>
                    <a:pt x="1365164" y="565888"/>
                  </a:cubicBezTo>
                  <a:cubicBezTo>
                    <a:pt x="1364862" y="565148"/>
                    <a:pt x="1364424" y="562860"/>
                    <a:pt x="1364357" y="562558"/>
                  </a:cubicBezTo>
                  <a:cubicBezTo>
                    <a:pt x="1364290" y="562255"/>
                    <a:pt x="1363919" y="559294"/>
                    <a:pt x="1363482" y="557983"/>
                  </a:cubicBezTo>
                  <a:cubicBezTo>
                    <a:pt x="1363044" y="556671"/>
                    <a:pt x="1363044" y="556839"/>
                    <a:pt x="1362607" y="556233"/>
                  </a:cubicBezTo>
                  <a:cubicBezTo>
                    <a:pt x="1362169" y="555661"/>
                    <a:pt x="1358400" y="551524"/>
                    <a:pt x="1358131" y="551524"/>
                  </a:cubicBezTo>
                  <a:cubicBezTo>
                    <a:pt x="1357861" y="551524"/>
                    <a:pt x="1355876" y="551827"/>
                    <a:pt x="1355607" y="551827"/>
                  </a:cubicBezTo>
                  <a:cubicBezTo>
                    <a:pt x="1355304" y="551827"/>
                    <a:pt x="1354159" y="553643"/>
                    <a:pt x="1353857" y="553778"/>
                  </a:cubicBezTo>
                  <a:cubicBezTo>
                    <a:pt x="1353554" y="553946"/>
                    <a:pt x="1352847" y="554518"/>
                    <a:pt x="1352106" y="554719"/>
                  </a:cubicBezTo>
                  <a:cubicBezTo>
                    <a:pt x="1351366" y="554921"/>
                    <a:pt x="1350020" y="555157"/>
                    <a:pt x="1348977" y="555291"/>
                  </a:cubicBezTo>
                  <a:cubicBezTo>
                    <a:pt x="1347967" y="555426"/>
                    <a:pt x="1347025" y="555594"/>
                    <a:pt x="1346789" y="555594"/>
                  </a:cubicBezTo>
                  <a:cubicBezTo>
                    <a:pt x="1346587" y="555594"/>
                    <a:pt x="1345409" y="556334"/>
                    <a:pt x="1345106" y="556233"/>
                  </a:cubicBezTo>
                  <a:cubicBezTo>
                    <a:pt x="1344803" y="556166"/>
                    <a:pt x="1343592" y="555661"/>
                    <a:pt x="1343356" y="555359"/>
                  </a:cubicBezTo>
                  <a:cubicBezTo>
                    <a:pt x="1343154" y="555056"/>
                    <a:pt x="1341775" y="553677"/>
                    <a:pt x="1341775" y="553677"/>
                  </a:cubicBezTo>
                  <a:cubicBezTo>
                    <a:pt x="1341775" y="553677"/>
                    <a:pt x="1340260" y="551591"/>
                    <a:pt x="1340024" y="551221"/>
                  </a:cubicBezTo>
                  <a:cubicBezTo>
                    <a:pt x="1339789" y="550851"/>
                    <a:pt x="1339082" y="550582"/>
                    <a:pt x="1339082" y="550582"/>
                  </a:cubicBezTo>
                  <a:cubicBezTo>
                    <a:pt x="1339082" y="550582"/>
                    <a:pt x="1335750" y="549270"/>
                    <a:pt x="1335515" y="549270"/>
                  </a:cubicBezTo>
                  <a:cubicBezTo>
                    <a:pt x="1335313" y="549270"/>
                    <a:pt x="1334438" y="549573"/>
                    <a:pt x="1334202" y="549775"/>
                  </a:cubicBezTo>
                  <a:cubicBezTo>
                    <a:pt x="1334000" y="549976"/>
                    <a:pt x="1333698" y="550582"/>
                    <a:pt x="1333698" y="550582"/>
                  </a:cubicBezTo>
                  <a:lnTo>
                    <a:pt x="1331173" y="552533"/>
                  </a:lnTo>
                  <a:lnTo>
                    <a:pt x="1329726" y="552735"/>
                  </a:lnTo>
                  <a:cubicBezTo>
                    <a:pt x="1329726" y="552735"/>
                    <a:pt x="1328717" y="551927"/>
                    <a:pt x="1327976" y="551221"/>
                  </a:cubicBezTo>
                  <a:cubicBezTo>
                    <a:pt x="1327236" y="550515"/>
                    <a:pt x="1324510" y="549135"/>
                    <a:pt x="1324510" y="549135"/>
                  </a:cubicBezTo>
                  <a:cubicBezTo>
                    <a:pt x="1324510" y="549135"/>
                    <a:pt x="1322322" y="550077"/>
                    <a:pt x="1322053" y="550380"/>
                  </a:cubicBezTo>
                  <a:cubicBezTo>
                    <a:pt x="1321750" y="550683"/>
                    <a:pt x="1320740" y="551692"/>
                    <a:pt x="1320303" y="551827"/>
                  </a:cubicBezTo>
                  <a:cubicBezTo>
                    <a:pt x="1319865" y="551961"/>
                    <a:pt x="1317981" y="553206"/>
                    <a:pt x="1317274" y="553206"/>
                  </a:cubicBezTo>
                  <a:cubicBezTo>
                    <a:pt x="1316534" y="553206"/>
                    <a:pt x="1316197" y="552264"/>
                    <a:pt x="1316197" y="552264"/>
                  </a:cubicBezTo>
                  <a:lnTo>
                    <a:pt x="1315558" y="550245"/>
                  </a:lnTo>
                  <a:cubicBezTo>
                    <a:pt x="1315558" y="550245"/>
                    <a:pt x="1314413" y="548227"/>
                    <a:pt x="1314178" y="547992"/>
                  </a:cubicBezTo>
                  <a:cubicBezTo>
                    <a:pt x="1313976" y="547790"/>
                    <a:pt x="1311721" y="545031"/>
                    <a:pt x="1310913" y="544089"/>
                  </a:cubicBezTo>
                  <a:cubicBezTo>
                    <a:pt x="1310106" y="543147"/>
                    <a:pt x="1309836" y="543215"/>
                    <a:pt x="1309163" y="542845"/>
                  </a:cubicBezTo>
                  <a:cubicBezTo>
                    <a:pt x="1308524" y="542475"/>
                    <a:pt x="1306841" y="542037"/>
                    <a:pt x="1306841" y="542037"/>
                  </a:cubicBezTo>
                  <a:cubicBezTo>
                    <a:pt x="1306841" y="542037"/>
                    <a:pt x="1301692" y="542475"/>
                    <a:pt x="1301120" y="542609"/>
                  </a:cubicBezTo>
                  <a:cubicBezTo>
                    <a:pt x="1300548" y="542744"/>
                    <a:pt x="1299538" y="543248"/>
                    <a:pt x="1299100" y="543753"/>
                  </a:cubicBezTo>
                  <a:cubicBezTo>
                    <a:pt x="1298663" y="544258"/>
                    <a:pt x="1298360" y="545199"/>
                    <a:pt x="1298226" y="545570"/>
                  </a:cubicBezTo>
                  <a:cubicBezTo>
                    <a:pt x="1298091" y="545940"/>
                    <a:pt x="1297923" y="547016"/>
                    <a:pt x="1297923" y="547016"/>
                  </a:cubicBezTo>
                  <a:cubicBezTo>
                    <a:pt x="1297923" y="547016"/>
                    <a:pt x="1296543" y="548698"/>
                    <a:pt x="1295668" y="548900"/>
                  </a:cubicBezTo>
                  <a:cubicBezTo>
                    <a:pt x="1294793" y="549102"/>
                    <a:pt x="1294860" y="548900"/>
                    <a:pt x="1294860" y="548900"/>
                  </a:cubicBezTo>
                  <a:lnTo>
                    <a:pt x="1294052" y="544560"/>
                  </a:lnTo>
                  <a:cubicBezTo>
                    <a:pt x="1294052" y="544560"/>
                    <a:pt x="1294692" y="541365"/>
                    <a:pt x="1294692" y="540927"/>
                  </a:cubicBezTo>
                  <a:cubicBezTo>
                    <a:pt x="1294692" y="540490"/>
                    <a:pt x="1294826" y="539413"/>
                    <a:pt x="1294826" y="538976"/>
                  </a:cubicBezTo>
                  <a:cubicBezTo>
                    <a:pt x="1294826" y="538539"/>
                    <a:pt x="1294894" y="536521"/>
                    <a:pt x="1294894" y="536521"/>
                  </a:cubicBezTo>
                  <a:lnTo>
                    <a:pt x="1294692" y="534569"/>
                  </a:lnTo>
                  <a:cubicBezTo>
                    <a:pt x="1294692" y="534569"/>
                    <a:pt x="1292740" y="531979"/>
                    <a:pt x="1292504" y="531878"/>
                  </a:cubicBezTo>
                  <a:cubicBezTo>
                    <a:pt x="1292302" y="531811"/>
                    <a:pt x="1289374" y="529557"/>
                    <a:pt x="1289374" y="529557"/>
                  </a:cubicBezTo>
                  <a:cubicBezTo>
                    <a:pt x="1289374" y="529557"/>
                    <a:pt x="1286345" y="528111"/>
                    <a:pt x="1285975" y="527808"/>
                  </a:cubicBezTo>
                  <a:cubicBezTo>
                    <a:pt x="1285605" y="527505"/>
                    <a:pt x="1281196" y="527572"/>
                    <a:pt x="1280893" y="527740"/>
                  </a:cubicBezTo>
                  <a:cubicBezTo>
                    <a:pt x="1280590" y="527875"/>
                    <a:pt x="1277932" y="528245"/>
                    <a:pt x="1277629" y="528245"/>
                  </a:cubicBezTo>
                  <a:cubicBezTo>
                    <a:pt x="1277326" y="528245"/>
                    <a:pt x="1276047" y="529254"/>
                    <a:pt x="1275744" y="529322"/>
                  </a:cubicBezTo>
                  <a:cubicBezTo>
                    <a:pt x="1275475" y="529389"/>
                    <a:pt x="1270158" y="530465"/>
                    <a:pt x="1269451" y="530263"/>
                  </a:cubicBezTo>
                  <a:cubicBezTo>
                    <a:pt x="1268710" y="530062"/>
                    <a:pt x="1267129" y="529456"/>
                    <a:pt x="1267129" y="529456"/>
                  </a:cubicBezTo>
                  <a:lnTo>
                    <a:pt x="1265749" y="527135"/>
                  </a:lnTo>
                  <a:lnTo>
                    <a:pt x="1266119" y="524948"/>
                  </a:lnTo>
                  <a:lnTo>
                    <a:pt x="1266119" y="523367"/>
                  </a:lnTo>
                  <a:cubicBezTo>
                    <a:pt x="1266119" y="523367"/>
                    <a:pt x="1264504" y="519028"/>
                    <a:pt x="1264066" y="518456"/>
                  </a:cubicBezTo>
                  <a:cubicBezTo>
                    <a:pt x="1263629" y="517884"/>
                    <a:pt x="1262720" y="516068"/>
                    <a:pt x="1262720" y="516068"/>
                  </a:cubicBezTo>
                  <a:cubicBezTo>
                    <a:pt x="1262720" y="516068"/>
                    <a:pt x="1259085" y="512502"/>
                    <a:pt x="1258648" y="512165"/>
                  </a:cubicBezTo>
                  <a:cubicBezTo>
                    <a:pt x="1258210" y="511795"/>
                    <a:pt x="1257705" y="511728"/>
                    <a:pt x="1256898" y="511762"/>
                  </a:cubicBezTo>
                  <a:cubicBezTo>
                    <a:pt x="1256090" y="511795"/>
                    <a:pt x="1255316" y="511795"/>
                    <a:pt x="1254878" y="511762"/>
                  </a:cubicBezTo>
                  <a:cubicBezTo>
                    <a:pt x="1254441" y="511728"/>
                    <a:pt x="1253633" y="511829"/>
                    <a:pt x="1253196" y="511728"/>
                  </a:cubicBezTo>
                  <a:cubicBezTo>
                    <a:pt x="1252758" y="511661"/>
                    <a:pt x="1249426" y="511795"/>
                    <a:pt x="1249224" y="511728"/>
                  </a:cubicBezTo>
                  <a:cubicBezTo>
                    <a:pt x="1249023" y="511661"/>
                    <a:pt x="1248720" y="511089"/>
                    <a:pt x="1248720" y="511089"/>
                  </a:cubicBezTo>
                  <a:cubicBezTo>
                    <a:pt x="1248720" y="511089"/>
                    <a:pt x="1247138" y="509340"/>
                    <a:pt x="1246700" y="509070"/>
                  </a:cubicBezTo>
                  <a:cubicBezTo>
                    <a:pt x="1246263" y="508768"/>
                    <a:pt x="1244445" y="507624"/>
                    <a:pt x="1243570" y="507119"/>
                  </a:cubicBezTo>
                  <a:cubicBezTo>
                    <a:pt x="1242695" y="506615"/>
                    <a:pt x="1242628" y="506817"/>
                    <a:pt x="1241820" y="506312"/>
                  </a:cubicBezTo>
                  <a:cubicBezTo>
                    <a:pt x="1241013" y="505807"/>
                    <a:pt x="1241013" y="504563"/>
                    <a:pt x="1240945" y="503991"/>
                  </a:cubicBezTo>
                  <a:cubicBezTo>
                    <a:pt x="1240878" y="503419"/>
                    <a:pt x="1240508" y="501973"/>
                    <a:pt x="1240508" y="501468"/>
                  </a:cubicBezTo>
                  <a:cubicBezTo>
                    <a:pt x="1240508" y="500963"/>
                    <a:pt x="1238253" y="500089"/>
                    <a:pt x="1237614" y="499584"/>
                  </a:cubicBezTo>
                  <a:cubicBezTo>
                    <a:pt x="1236974" y="499080"/>
                    <a:pt x="1236537" y="499080"/>
                    <a:pt x="1236301" y="498777"/>
                  </a:cubicBezTo>
                  <a:cubicBezTo>
                    <a:pt x="1236099" y="498474"/>
                    <a:pt x="1234147" y="496018"/>
                    <a:pt x="1233912" y="495379"/>
                  </a:cubicBezTo>
                  <a:cubicBezTo>
                    <a:pt x="1233710" y="494740"/>
                    <a:pt x="1232162" y="491847"/>
                    <a:pt x="1232162" y="491847"/>
                  </a:cubicBezTo>
                  <a:lnTo>
                    <a:pt x="1230210" y="488079"/>
                  </a:lnTo>
                  <a:lnTo>
                    <a:pt x="1229065" y="486397"/>
                  </a:lnTo>
                  <a:lnTo>
                    <a:pt x="1228190" y="484884"/>
                  </a:lnTo>
                  <a:cubicBezTo>
                    <a:pt x="1228190" y="484884"/>
                    <a:pt x="1227820" y="483504"/>
                    <a:pt x="1227686" y="483303"/>
                  </a:cubicBezTo>
                  <a:cubicBezTo>
                    <a:pt x="1227551" y="483101"/>
                    <a:pt x="1227315" y="481284"/>
                    <a:pt x="1227315" y="481284"/>
                  </a:cubicBezTo>
                  <a:lnTo>
                    <a:pt x="1225935" y="479535"/>
                  </a:lnTo>
                  <a:lnTo>
                    <a:pt x="1225363" y="479098"/>
                  </a:lnTo>
                  <a:lnTo>
                    <a:pt x="1223041" y="477584"/>
                  </a:lnTo>
                  <a:lnTo>
                    <a:pt x="1221358" y="477012"/>
                  </a:lnTo>
                  <a:lnTo>
                    <a:pt x="1220854" y="474623"/>
                  </a:lnTo>
                  <a:lnTo>
                    <a:pt x="1220854" y="473816"/>
                  </a:lnTo>
                  <a:lnTo>
                    <a:pt x="1221459" y="472874"/>
                  </a:lnTo>
                  <a:cubicBezTo>
                    <a:pt x="1221459" y="472874"/>
                    <a:pt x="1222368" y="472134"/>
                    <a:pt x="1222503" y="471932"/>
                  </a:cubicBezTo>
                  <a:cubicBezTo>
                    <a:pt x="1222637" y="471731"/>
                    <a:pt x="1222940" y="470049"/>
                    <a:pt x="1222940" y="470049"/>
                  </a:cubicBezTo>
                  <a:lnTo>
                    <a:pt x="1222806" y="468737"/>
                  </a:lnTo>
                  <a:cubicBezTo>
                    <a:pt x="1222806" y="468737"/>
                    <a:pt x="1218969" y="466415"/>
                    <a:pt x="1218094" y="465844"/>
                  </a:cubicBezTo>
                  <a:cubicBezTo>
                    <a:pt x="1217219" y="465272"/>
                    <a:pt x="1216209" y="465339"/>
                    <a:pt x="1215906" y="465272"/>
                  </a:cubicBezTo>
                  <a:cubicBezTo>
                    <a:pt x="1215603" y="465204"/>
                    <a:pt x="1213012" y="464700"/>
                    <a:pt x="1212709" y="464532"/>
                  </a:cubicBezTo>
                  <a:cubicBezTo>
                    <a:pt x="1212440" y="464397"/>
                    <a:pt x="1210757" y="464599"/>
                    <a:pt x="1209882" y="464397"/>
                  </a:cubicBezTo>
                  <a:cubicBezTo>
                    <a:pt x="1209007" y="464195"/>
                    <a:pt x="1208065" y="464834"/>
                    <a:pt x="1207358" y="465036"/>
                  </a:cubicBezTo>
                  <a:cubicBezTo>
                    <a:pt x="1206651" y="465238"/>
                    <a:pt x="1206618" y="465978"/>
                    <a:pt x="1206348" y="466045"/>
                  </a:cubicBezTo>
                  <a:cubicBezTo>
                    <a:pt x="1206046" y="466113"/>
                    <a:pt x="1204834" y="466853"/>
                    <a:pt x="1204834" y="466853"/>
                  </a:cubicBezTo>
                  <a:cubicBezTo>
                    <a:pt x="1204834" y="466853"/>
                    <a:pt x="1202815" y="467156"/>
                    <a:pt x="1202579" y="467223"/>
                  </a:cubicBezTo>
                  <a:cubicBezTo>
                    <a:pt x="1202344" y="467290"/>
                    <a:pt x="1201435" y="469107"/>
                    <a:pt x="1201435" y="469107"/>
                  </a:cubicBezTo>
                  <a:lnTo>
                    <a:pt x="1200627" y="470183"/>
                  </a:lnTo>
                  <a:cubicBezTo>
                    <a:pt x="1200627" y="470183"/>
                    <a:pt x="1199752" y="470620"/>
                    <a:pt x="1199382" y="471260"/>
                  </a:cubicBezTo>
                  <a:cubicBezTo>
                    <a:pt x="1199012" y="471899"/>
                    <a:pt x="1198137" y="472706"/>
                    <a:pt x="1197565" y="472706"/>
                  </a:cubicBezTo>
                  <a:cubicBezTo>
                    <a:pt x="1196993" y="472706"/>
                    <a:pt x="1196118" y="472504"/>
                    <a:pt x="1196118" y="472504"/>
                  </a:cubicBezTo>
                  <a:lnTo>
                    <a:pt x="1194603" y="471260"/>
                  </a:lnTo>
                  <a:lnTo>
                    <a:pt x="1192651" y="469174"/>
                  </a:lnTo>
                  <a:lnTo>
                    <a:pt x="1190699" y="468097"/>
                  </a:lnTo>
                  <a:lnTo>
                    <a:pt x="1185348" y="467660"/>
                  </a:lnTo>
                  <a:lnTo>
                    <a:pt x="1182656" y="468400"/>
                  </a:lnTo>
                  <a:lnTo>
                    <a:pt x="1180704" y="469477"/>
                  </a:lnTo>
                  <a:cubicBezTo>
                    <a:pt x="1180704" y="469477"/>
                    <a:pt x="1179055" y="470856"/>
                    <a:pt x="1178886" y="471159"/>
                  </a:cubicBezTo>
                  <a:cubicBezTo>
                    <a:pt x="1178752" y="471461"/>
                    <a:pt x="1177574" y="473244"/>
                    <a:pt x="1177372" y="473547"/>
                  </a:cubicBezTo>
                  <a:cubicBezTo>
                    <a:pt x="1177170" y="473850"/>
                    <a:pt x="1175925" y="475633"/>
                    <a:pt x="1175353" y="475868"/>
                  </a:cubicBezTo>
                  <a:cubicBezTo>
                    <a:pt x="1174781" y="476104"/>
                    <a:pt x="1174410" y="476945"/>
                    <a:pt x="1173771" y="477449"/>
                  </a:cubicBezTo>
                  <a:cubicBezTo>
                    <a:pt x="1173131" y="477954"/>
                    <a:pt x="1170372" y="478526"/>
                    <a:pt x="1170002" y="478694"/>
                  </a:cubicBezTo>
                  <a:cubicBezTo>
                    <a:pt x="1169631" y="478828"/>
                    <a:pt x="1168252" y="479198"/>
                    <a:pt x="1167107" y="479501"/>
                  </a:cubicBezTo>
                  <a:cubicBezTo>
                    <a:pt x="1165963" y="479804"/>
                    <a:pt x="1162631" y="480746"/>
                    <a:pt x="1162631" y="480746"/>
                  </a:cubicBezTo>
                  <a:lnTo>
                    <a:pt x="1159737" y="480746"/>
                  </a:lnTo>
                  <a:lnTo>
                    <a:pt x="1158290" y="478122"/>
                  </a:lnTo>
                  <a:cubicBezTo>
                    <a:pt x="1158290" y="478122"/>
                    <a:pt x="1158290" y="476810"/>
                    <a:pt x="1158290" y="476541"/>
                  </a:cubicBezTo>
                  <a:cubicBezTo>
                    <a:pt x="1158290" y="476238"/>
                    <a:pt x="1157549" y="474152"/>
                    <a:pt x="1157549" y="474152"/>
                  </a:cubicBezTo>
                  <a:cubicBezTo>
                    <a:pt x="1157549" y="474152"/>
                    <a:pt x="1151256" y="468131"/>
                    <a:pt x="1150650" y="467425"/>
                  </a:cubicBezTo>
                  <a:cubicBezTo>
                    <a:pt x="1150078" y="466685"/>
                    <a:pt x="1145568" y="462648"/>
                    <a:pt x="1145501" y="462412"/>
                  </a:cubicBezTo>
                  <a:cubicBezTo>
                    <a:pt x="1145434" y="462210"/>
                    <a:pt x="1143482" y="459654"/>
                    <a:pt x="1143246" y="459587"/>
                  </a:cubicBezTo>
                  <a:cubicBezTo>
                    <a:pt x="1143044" y="459519"/>
                    <a:pt x="1139275" y="457131"/>
                    <a:pt x="1139275" y="457131"/>
                  </a:cubicBezTo>
                  <a:lnTo>
                    <a:pt x="1133756" y="455987"/>
                  </a:lnTo>
                  <a:lnTo>
                    <a:pt x="1130121" y="453733"/>
                  </a:lnTo>
                  <a:lnTo>
                    <a:pt x="1129549" y="452421"/>
                  </a:lnTo>
                  <a:lnTo>
                    <a:pt x="1128606" y="449898"/>
                  </a:lnTo>
                  <a:lnTo>
                    <a:pt x="1126722" y="446703"/>
                  </a:lnTo>
                  <a:lnTo>
                    <a:pt x="1125914" y="444684"/>
                  </a:lnTo>
                  <a:cubicBezTo>
                    <a:pt x="1125914" y="444684"/>
                    <a:pt x="1124770" y="440614"/>
                    <a:pt x="1124534" y="440479"/>
                  </a:cubicBezTo>
                  <a:cubicBezTo>
                    <a:pt x="1124332" y="440345"/>
                    <a:pt x="1122885" y="439470"/>
                    <a:pt x="1122515" y="439235"/>
                  </a:cubicBezTo>
                  <a:cubicBezTo>
                    <a:pt x="1122145" y="438999"/>
                    <a:pt x="1120698" y="437990"/>
                    <a:pt x="1120698" y="437990"/>
                  </a:cubicBezTo>
                  <a:lnTo>
                    <a:pt x="1120327" y="436409"/>
                  </a:lnTo>
                  <a:cubicBezTo>
                    <a:pt x="1120327" y="436409"/>
                    <a:pt x="1120193" y="434895"/>
                    <a:pt x="1120193" y="434155"/>
                  </a:cubicBezTo>
                  <a:cubicBezTo>
                    <a:pt x="1120193" y="433449"/>
                    <a:pt x="1120058" y="430892"/>
                    <a:pt x="1120058" y="430623"/>
                  </a:cubicBezTo>
                  <a:cubicBezTo>
                    <a:pt x="1120058" y="430320"/>
                    <a:pt x="1119755" y="427730"/>
                    <a:pt x="1119755" y="427730"/>
                  </a:cubicBezTo>
                  <a:cubicBezTo>
                    <a:pt x="1119755" y="427730"/>
                    <a:pt x="1118241" y="424097"/>
                    <a:pt x="1118073" y="423895"/>
                  </a:cubicBezTo>
                  <a:cubicBezTo>
                    <a:pt x="1117938" y="423693"/>
                    <a:pt x="1117332" y="422953"/>
                    <a:pt x="1117332" y="422953"/>
                  </a:cubicBezTo>
                  <a:cubicBezTo>
                    <a:pt x="1117332" y="422953"/>
                    <a:pt x="1113563" y="419488"/>
                    <a:pt x="1113361" y="419320"/>
                  </a:cubicBezTo>
                  <a:cubicBezTo>
                    <a:pt x="1113159" y="419185"/>
                    <a:pt x="1111173" y="417806"/>
                    <a:pt x="1111173" y="417806"/>
                  </a:cubicBezTo>
                  <a:lnTo>
                    <a:pt x="1110164" y="415418"/>
                  </a:lnTo>
                  <a:cubicBezTo>
                    <a:pt x="1110164" y="415418"/>
                    <a:pt x="1109726" y="414543"/>
                    <a:pt x="1109356" y="413904"/>
                  </a:cubicBezTo>
                  <a:cubicBezTo>
                    <a:pt x="1108986" y="413265"/>
                    <a:pt x="1108414" y="412525"/>
                    <a:pt x="1108346" y="412323"/>
                  </a:cubicBezTo>
                  <a:cubicBezTo>
                    <a:pt x="1108279" y="412121"/>
                    <a:pt x="1106765" y="412020"/>
                    <a:pt x="1106260" y="411818"/>
                  </a:cubicBezTo>
                  <a:cubicBezTo>
                    <a:pt x="1105755" y="411583"/>
                    <a:pt x="1104745" y="411078"/>
                    <a:pt x="1103736" y="411011"/>
                  </a:cubicBezTo>
                  <a:cubicBezTo>
                    <a:pt x="1102726" y="410944"/>
                    <a:pt x="1102423" y="410506"/>
                    <a:pt x="1101346" y="410506"/>
                  </a:cubicBezTo>
                  <a:cubicBezTo>
                    <a:pt x="1100269" y="410506"/>
                    <a:pt x="1100202" y="410372"/>
                    <a:pt x="1099966" y="410136"/>
                  </a:cubicBezTo>
                  <a:cubicBezTo>
                    <a:pt x="1099764" y="409901"/>
                    <a:pt x="1098654" y="408993"/>
                    <a:pt x="1098654" y="408993"/>
                  </a:cubicBezTo>
                  <a:cubicBezTo>
                    <a:pt x="1098654" y="408993"/>
                    <a:pt x="1098654" y="406537"/>
                    <a:pt x="1098587" y="406301"/>
                  </a:cubicBezTo>
                  <a:cubicBezTo>
                    <a:pt x="1098519" y="406066"/>
                    <a:pt x="1098587" y="405730"/>
                    <a:pt x="1098587" y="405427"/>
                  </a:cubicBezTo>
                  <a:cubicBezTo>
                    <a:pt x="1098587" y="405158"/>
                    <a:pt x="1098957" y="404350"/>
                    <a:pt x="1098957" y="404350"/>
                  </a:cubicBezTo>
                  <a:cubicBezTo>
                    <a:pt x="1098957" y="404350"/>
                    <a:pt x="1099899" y="402332"/>
                    <a:pt x="1100101" y="402096"/>
                  </a:cubicBezTo>
                  <a:cubicBezTo>
                    <a:pt x="1100303" y="401895"/>
                    <a:pt x="1100808" y="401659"/>
                    <a:pt x="1100808" y="401659"/>
                  </a:cubicBezTo>
                  <a:lnTo>
                    <a:pt x="1100808" y="398631"/>
                  </a:lnTo>
                  <a:lnTo>
                    <a:pt x="1099933" y="397320"/>
                  </a:lnTo>
                  <a:lnTo>
                    <a:pt x="1098486" y="396243"/>
                  </a:lnTo>
                  <a:lnTo>
                    <a:pt x="1095457" y="394561"/>
                  </a:lnTo>
                  <a:lnTo>
                    <a:pt x="1094649" y="391601"/>
                  </a:lnTo>
                  <a:lnTo>
                    <a:pt x="1097173" y="389280"/>
                  </a:lnTo>
                  <a:cubicBezTo>
                    <a:pt x="1097173" y="389280"/>
                    <a:pt x="1097543" y="388405"/>
                    <a:pt x="1097678" y="387463"/>
                  </a:cubicBezTo>
                  <a:cubicBezTo>
                    <a:pt x="1097812" y="386521"/>
                    <a:pt x="1097913" y="384570"/>
                    <a:pt x="1097913" y="384267"/>
                  </a:cubicBezTo>
                  <a:cubicBezTo>
                    <a:pt x="1097913" y="383965"/>
                    <a:pt x="1096332" y="382182"/>
                    <a:pt x="1096029" y="381946"/>
                  </a:cubicBezTo>
                  <a:cubicBezTo>
                    <a:pt x="1095726" y="381745"/>
                    <a:pt x="1091452" y="380803"/>
                    <a:pt x="1091452" y="380803"/>
                  </a:cubicBezTo>
                  <a:lnTo>
                    <a:pt x="1087817" y="377842"/>
                  </a:lnTo>
                  <a:cubicBezTo>
                    <a:pt x="1087817" y="377842"/>
                    <a:pt x="1084182" y="372561"/>
                    <a:pt x="1083913" y="371619"/>
                  </a:cubicBezTo>
                  <a:cubicBezTo>
                    <a:pt x="1083610" y="370677"/>
                    <a:pt x="1081591" y="367145"/>
                    <a:pt x="1081591" y="367145"/>
                  </a:cubicBezTo>
                  <a:lnTo>
                    <a:pt x="1080649" y="360989"/>
                  </a:lnTo>
                  <a:lnTo>
                    <a:pt x="1080581" y="355909"/>
                  </a:lnTo>
                  <a:lnTo>
                    <a:pt x="1079706" y="349450"/>
                  </a:lnTo>
                  <a:cubicBezTo>
                    <a:pt x="1079706" y="349450"/>
                    <a:pt x="1080144" y="346759"/>
                    <a:pt x="1080783" y="345885"/>
                  </a:cubicBezTo>
                  <a:cubicBezTo>
                    <a:pt x="1081423" y="345010"/>
                    <a:pt x="1081860" y="343362"/>
                    <a:pt x="1081860" y="343059"/>
                  </a:cubicBezTo>
                  <a:cubicBezTo>
                    <a:pt x="1081860" y="342756"/>
                    <a:pt x="1083880" y="342487"/>
                    <a:pt x="1084182" y="342487"/>
                  </a:cubicBezTo>
                  <a:cubicBezTo>
                    <a:pt x="1084485" y="342487"/>
                    <a:pt x="1087884" y="344573"/>
                    <a:pt x="1088154" y="344573"/>
                  </a:cubicBezTo>
                  <a:cubicBezTo>
                    <a:pt x="1088456" y="344573"/>
                    <a:pt x="1090678" y="344203"/>
                    <a:pt x="1090981" y="344203"/>
                  </a:cubicBezTo>
                  <a:cubicBezTo>
                    <a:pt x="1091283" y="344203"/>
                    <a:pt x="1094111" y="342756"/>
                    <a:pt x="1094111" y="342756"/>
                  </a:cubicBezTo>
                  <a:cubicBezTo>
                    <a:pt x="1094111" y="342756"/>
                    <a:pt x="1095490" y="341680"/>
                    <a:pt x="1095558" y="341377"/>
                  </a:cubicBezTo>
                  <a:cubicBezTo>
                    <a:pt x="1095625" y="341074"/>
                    <a:pt x="1099260" y="339560"/>
                    <a:pt x="1099260" y="339560"/>
                  </a:cubicBezTo>
                  <a:cubicBezTo>
                    <a:pt x="1099260" y="339560"/>
                    <a:pt x="1101784" y="336936"/>
                    <a:pt x="1102019" y="336230"/>
                  </a:cubicBezTo>
                  <a:cubicBezTo>
                    <a:pt x="1102221" y="335524"/>
                    <a:pt x="1103265" y="332900"/>
                    <a:pt x="1103265" y="332900"/>
                  </a:cubicBezTo>
                  <a:lnTo>
                    <a:pt x="1102524" y="330377"/>
                  </a:lnTo>
                  <a:lnTo>
                    <a:pt x="1102524" y="327114"/>
                  </a:lnTo>
                  <a:lnTo>
                    <a:pt x="1102894" y="322909"/>
                  </a:lnTo>
                  <a:lnTo>
                    <a:pt x="1102962" y="320150"/>
                  </a:lnTo>
                  <a:lnTo>
                    <a:pt x="1102390" y="318132"/>
                  </a:lnTo>
                  <a:cubicBezTo>
                    <a:pt x="1102390" y="318132"/>
                    <a:pt x="1102591" y="314364"/>
                    <a:pt x="1102591" y="314162"/>
                  </a:cubicBezTo>
                  <a:cubicBezTo>
                    <a:pt x="1102591" y="313961"/>
                    <a:pt x="1102457" y="312077"/>
                    <a:pt x="1102457" y="311774"/>
                  </a:cubicBezTo>
                  <a:cubicBezTo>
                    <a:pt x="1102457" y="311471"/>
                    <a:pt x="1102322" y="309251"/>
                    <a:pt x="1102322" y="308948"/>
                  </a:cubicBezTo>
                  <a:cubicBezTo>
                    <a:pt x="1102322" y="308645"/>
                    <a:pt x="1102524" y="306055"/>
                    <a:pt x="1102524" y="306055"/>
                  </a:cubicBezTo>
                  <a:cubicBezTo>
                    <a:pt x="1102524" y="306055"/>
                    <a:pt x="1102524" y="304542"/>
                    <a:pt x="1102524" y="303532"/>
                  </a:cubicBezTo>
                  <a:cubicBezTo>
                    <a:pt x="1102524" y="302523"/>
                    <a:pt x="1102053" y="300337"/>
                    <a:pt x="1102053" y="299899"/>
                  </a:cubicBezTo>
                  <a:cubicBezTo>
                    <a:pt x="1102053" y="299462"/>
                    <a:pt x="1102524" y="297376"/>
                    <a:pt x="1102524" y="297376"/>
                  </a:cubicBezTo>
                  <a:lnTo>
                    <a:pt x="1102524" y="295358"/>
                  </a:lnTo>
                  <a:lnTo>
                    <a:pt x="1101447" y="293541"/>
                  </a:lnTo>
                  <a:lnTo>
                    <a:pt x="1100640" y="292095"/>
                  </a:lnTo>
                  <a:lnTo>
                    <a:pt x="1099899" y="290077"/>
                  </a:lnTo>
                  <a:lnTo>
                    <a:pt x="1098216" y="288125"/>
                  </a:lnTo>
                  <a:lnTo>
                    <a:pt x="1096837" y="287554"/>
                  </a:lnTo>
                  <a:lnTo>
                    <a:pt x="1095961" y="286679"/>
                  </a:lnTo>
                  <a:lnTo>
                    <a:pt x="1094649" y="285434"/>
                  </a:lnTo>
                  <a:lnTo>
                    <a:pt x="1094582" y="283618"/>
                  </a:lnTo>
                  <a:lnTo>
                    <a:pt x="1096029" y="281936"/>
                  </a:lnTo>
                  <a:lnTo>
                    <a:pt x="1097846" y="280119"/>
                  </a:lnTo>
                  <a:lnTo>
                    <a:pt x="1102053" y="277731"/>
                  </a:lnTo>
                  <a:lnTo>
                    <a:pt x="1108010" y="276217"/>
                  </a:lnTo>
                  <a:lnTo>
                    <a:pt x="1110534" y="271743"/>
                  </a:lnTo>
                  <a:cubicBezTo>
                    <a:pt x="1110534" y="271743"/>
                    <a:pt x="1111039" y="270936"/>
                    <a:pt x="1111274" y="270801"/>
                  </a:cubicBezTo>
                  <a:cubicBezTo>
                    <a:pt x="1111476" y="270666"/>
                    <a:pt x="1112587" y="269119"/>
                    <a:pt x="1112856" y="268850"/>
                  </a:cubicBezTo>
                  <a:cubicBezTo>
                    <a:pt x="1113159" y="268547"/>
                    <a:pt x="1113428" y="266091"/>
                    <a:pt x="1113428" y="266091"/>
                  </a:cubicBezTo>
                  <a:cubicBezTo>
                    <a:pt x="1113428" y="266091"/>
                    <a:pt x="1110736" y="263905"/>
                    <a:pt x="1109861" y="263266"/>
                  </a:cubicBezTo>
                  <a:cubicBezTo>
                    <a:pt x="1108986" y="262626"/>
                    <a:pt x="1107404" y="260238"/>
                    <a:pt x="1107269" y="260003"/>
                  </a:cubicBezTo>
                  <a:cubicBezTo>
                    <a:pt x="1107135" y="259801"/>
                    <a:pt x="1103366" y="257614"/>
                    <a:pt x="1103366" y="257614"/>
                  </a:cubicBezTo>
                  <a:lnTo>
                    <a:pt x="1101784" y="257480"/>
                  </a:lnTo>
                  <a:cubicBezTo>
                    <a:pt x="1101784" y="257480"/>
                    <a:pt x="1097072" y="258052"/>
                    <a:pt x="1095928" y="258421"/>
                  </a:cubicBezTo>
                  <a:cubicBezTo>
                    <a:pt x="1094750" y="258792"/>
                    <a:pt x="1093034" y="258421"/>
                    <a:pt x="1093034" y="258421"/>
                  </a:cubicBezTo>
                  <a:cubicBezTo>
                    <a:pt x="1093034" y="258421"/>
                    <a:pt x="1090005" y="256403"/>
                    <a:pt x="1089769" y="256403"/>
                  </a:cubicBezTo>
                  <a:cubicBezTo>
                    <a:pt x="1089567" y="256403"/>
                    <a:pt x="1086942" y="255259"/>
                    <a:pt x="1086942" y="255259"/>
                  </a:cubicBezTo>
                  <a:lnTo>
                    <a:pt x="1085360" y="252366"/>
                  </a:lnTo>
                  <a:lnTo>
                    <a:pt x="1086875" y="250987"/>
                  </a:lnTo>
                  <a:lnTo>
                    <a:pt x="1088322" y="248733"/>
                  </a:lnTo>
                  <a:lnTo>
                    <a:pt x="1089634" y="246345"/>
                  </a:lnTo>
                  <a:lnTo>
                    <a:pt x="1090644" y="242140"/>
                  </a:lnTo>
                  <a:lnTo>
                    <a:pt x="1094043" y="236354"/>
                  </a:lnTo>
                  <a:lnTo>
                    <a:pt x="1093303" y="233158"/>
                  </a:lnTo>
                  <a:lnTo>
                    <a:pt x="1087884" y="228886"/>
                  </a:lnTo>
                  <a:lnTo>
                    <a:pt x="1085360" y="222427"/>
                  </a:lnTo>
                  <a:lnTo>
                    <a:pt x="1088692" y="216910"/>
                  </a:lnTo>
                  <a:lnTo>
                    <a:pt x="1091519" y="210452"/>
                  </a:lnTo>
                  <a:lnTo>
                    <a:pt x="1094346" y="204228"/>
                  </a:lnTo>
                  <a:lnTo>
                    <a:pt x="1096668" y="201604"/>
                  </a:lnTo>
                  <a:cubicBezTo>
                    <a:pt x="1096668" y="201604"/>
                    <a:pt x="1101750" y="199720"/>
                    <a:pt x="1102019" y="199586"/>
                  </a:cubicBezTo>
                  <a:cubicBezTo>
                    <a:pt x="1102322" y="199451"/>
                    <a:pt x="1105149" y="199148"/>
                    <a:pt x="1105149" y="199148"/>
                  </a:cubicBezTo>
                  <a:lnTo>
                    <a:pt x="1107606" y="199148"/>
                  </a:lnTo>
                  <a:cubicBezTo>
                    <a:pt x="1107606" y="199148"/>
                    <a:pt x="1110366" y="200460"/>
                    <a:pt x="1110568" y="200090"/>
                  </a:cubicBezTo>
                  <a:cubicBezTo>
                    <a:pt x="1110769" y="199720"/>
                    <a:pt x="1112890" y="199788"/>
                    <a:pt x="1112890" y="199788"/>
                  </a:cubicBezTo>
                  <a:cubicBezTo>
                    <a:pt x="1112890" y="199788"/>
                    <a:pt x="1114068" y="198408"/>
                    <a:pt x="1114202" y="197769"/>
                  </a:cubicBezTo>
                  <a:cubicBezTo>
                    <a:pt x="1114337" y="197130"/>
                    <a:pt x="1114202" y="196087"/>
                    <a:pt x="1114202" y="196087"/>
                  </a:cubicBezTo>
                  <a:lnTo>
                    <a:pt x="1113462" y="192454"/>
                  </a:lnTo>
                  <a:lnTo>
                    <a:pt x="1113159" y="188989"/>
                  </a:lnTo>
                  <a:lnTo>
                    <a:pt x="1114404" y="187173"/>
                  </a:lnTo>
                  <a:lnTo>
                    <a:pt x="1119924" y="184347"/>
                  </a:lnTo>
                  <a:lnTo>
                    <a:pt x="1119924" y="180344"/>
                  </a:lnTo>
                  <a:lnTo>
                    <a:pt x="1119385" y="176778"/>
                  </a:lnTo>
                  <a:cubicBezTo>
                    <a:pt x="1119385" y="176778"/>
                    <a:pt x="1121236" y="171194"/>
                    <a:pt x="1121606" y="170992"/>
                  </a:cubicBezTo>
                  <a:cubicBezTo>
                    <a:pt x="1121977" y="170790"/>
                    <a:pt x="1123424" y="168032"/>
                    <a:pt x="1123558" y="167796"/>
                  </a:cubicBezTo>
                  <a:cubicBezTo>
                    <a:pt x="1123693" y="167594"/>
                    <a:pt x="1126453" y="164466"/>
                    <a:pt x="1126587" y="163894"/>
                  </a:cubicBezTo>
                  <a:cubicBezTo>
                    <a:pt x="1126722" y="163322"/>
                    <a:pt x="1128472" y="159992"/>
                    <a:pt x="1128472" y="159992"/>
                  </a:cubicBezTo>
                  <a:lnTo>
                    <a:pt x="1128775" y="158041"/>
                  </a:lnTo>
                  <a:lnTo>
                    <a:pt x="1125880" y="154778"/>
                  </a:lnTo>
                  <a:lnTo>
                    <a:pt x="1123121" y="151515"/>
                  </a:lnTo>
                  <a:cubicBezTo>
                    <a:pt x="1123121" y="151515"/>
                    <a:pt x="1121236" y="149934"/>
                    <a:pt x="1120799" y="149496"/>
                  </a:cubicBezTo>
                  <a:cubicBezTo>
                    <a:pt x="1120361" y="149059"/>
                    <a:pt x="1116760" y="147411"/>
                    <a:pt x="1116760" y="147411"/>
                  </a:cubicBezTo>
                  <a:lnTo>
                    <a:pt x="1112688" y="146166"/>
                  </a:lnTo>
                  <a:lnTo>
                    <a:pt x="1107539" y="145662"/>
                  </a:lnTo>
                  <a:lnTo>
                    <a:pt x="1104274" y="145022"/>
                  </a:lnTo>
                  <a:lnTo>
                    <a:pt x="1100740" y="141995"/>
                  </a:lnTo>
                  <a:lnTo>
                    <a:pt x="1099058" y="139169"/>
                  </a:lnTo>
                  <a:lnTo>
                    <a:pt x="1099058" y="133888"/>
                  </a:lnTo>
                  <a:lnTo>
                    <a:pt x="1099361" y="130322"/>
                  </a:lnTo>
                  <a:lnTo>
                    <a:pt x="1102120" y="127799"/>
                  </a:lnTo>
                  <a:lnTo>
                    <a:pt x="1105149" y="127227"/>
                  </a:lnTo>
                  <a:lnTo>
                    <a:pt x="1108279" y="126588"/>
                  </a:lnTo>
                  <a:cubicBezTo>
                    <a:pt x="1108279" y="126588"/>
                    <a:pt x="1110231" y="125646"/>
                    <a:pt x="1112048" y="125074"/>
                  </a:cubicBezTo>
                  <a:cubicBezTo>
                    <a:pt x="1113866" y="124502"/>
                    <a:pt x="1115380" y="123426"/>
                    <a:pt x="1115380" y="123426"/>
                  </a:cubicBezTo>
                  <a:lnTo>
                    <a:pt x="1118746" y="122013"/>
                  </a:lnTo>
                  <a:lnTo>
                    <a:pt x="1118174" y="121340"/>
                  </a:lnTo>
                  <a:lnTo>
                    <a:pt x="1113260" y="117472"/>
                  </a:lnTo>
                  <a:lnTo>
                    <a:pt x="1108616" y="117472"/>
                  </a:lnTo>
                  <a:lnTo>
                    <a:pt x="1101649" y="103848"/>
                  </a:lnTo>
                  <a:lnTo>
                    <a:pt x="1096433" y="102536"/>
                  </a:lnTo>
                  <a:lnTo>
                    <a:pt x="1090341" y="98331"/>
                  </a:lnTo>
                  <a:lnTo>
                    <a:pt x="1086000" y="98331"/>
                  </a:lnTo>
                  <a:lnTo>
                    <a:pt x="1079706" y="100080"/>
                  </a:lnTo>
                  <a:lnTo>
                    <a:pt x="1076442" y="92242"/>
                  </a:lnTo>
                  <a:cubicBezTo>
                    <a:pt x="1076442" y="92242"/>
                    <a:pt x="1073817" y="90223"/>
                    <a:pt x="1072672" y="90223"/>
                  </a:cubicBezTo>
                  <a:cubicBezTo>
                    <a:pt x="1071495" y="90223"/>
                    <a:pt x="1064259" y="83832"/>
                    <a:pt x="1064259" y="83832"/>
                  </a:cubicBezTo>
                  <a:lnTo>
                    <a:pt x="1060792" y="80367"/>
                  </a:lnTo>
                  <a:lnTo>
                    <a:pt x="1055576" y="78618"/>
                  </a:lnTo>
                  <a:lnTo>
                    <a:pt x="1050932" y="81813"/>
                  </a:lnTo>
                  <a:lnTo>
                    <a:pt x="1046287" y="84437"/>
                  </a:lnTo>
                  <a:lnTo>
                    <a:pt x="1040499" y="76330"/>
                  </a:lnTo>
                  <a:lnTo>
                    <a:pt x="1033263" y="70544"/>
                  </a:lnTo>
                  <a:lnTo>
                    <a:pt x="1035282" y="67348"/>
                  </a:lnTo>
                  <a:lnTo>
                    <a:pt x="1033263" y="61697"/>
                  </a:lnTo>
                  <a:lnTo>
                    <a:pt x="1025152" y="60116"/>
                  </a:lnTo>
                  <a:lnTo>
                    <a:pt x="1019936" y="60116"/>
                  </a:lnTo>
                  <a:lnTo>
                    <a:pt x="1015864" y="58367"/>
                  </a:lnTo>
                  <a:lnTo>
                    <a:pt x="1006003" y="58367"/>
                  </a:lnTo>
                  <a:lnTo>
                    <a:pt x="997017" y="56617"/>
                  </a:lnTo>
                  <a:lnTo>
                    <a:pt x="981671" y="56617"/>
                  </a:lnTo>
                  <a:lnTo>
                    <a:pt x="967771" y="56617"/>
                  </a:lnTo>
                  <a:lnTo>
                    <a:pt x="963699" y="59813"/>
                  </a:lnTo>
                  <a:lnTo>
                    <a:pt x="958617" y="58299"/>
                  </a:lnTo>
                  <a:lnTo>
                    <a:pt x="948824" y="53388"/>
                  </a:lnTo>
                  <a:lnTo>
                    <a:pt x="938963" y="50495"/>
                  </a:lnTo>
                  <a:lnTo>
                    <a:pt x="934992" y="51874"/>
                  </a:lnTo>
                  <a:lnTo>
                    <a:pt x="929943" y="47366"/>
                  </a:lnTo>
                  <a:cubicBezTo>
                    <a:pt x="929943" y="47366"/>
                    <a:pt x="930347" y="45987"/>
                    <a:pt x="930347" y="45718"/>
                  </a:cubicBezTo>
                  <a:cubicBezTo>
                    <a:pt x="930347" y="45415"/>
                    <a:pt x="930347" y="43599"/>
                    <a:pt x="930347" y="43599"/>
                  </a:cubicBezTo>
                  <a:lnTo>
                    <a:pt x="926645" y="42724"/>
                  </a:lnTo>
                  <a:lnTo>
                    <a:pt x="922506" y="42724"/>
                  </a:lnTo>
                  <a:lnTo>
                    <a:pt x="919746" y="47366"/>
                  </a:lnTo>
                  <a:cubicBezTo>
                    <a:pt x="919746" y="47366"/>
                    <a:pt x="917794" y="47804"/>
                    <a:pt x="917558" y="48073"/>
                  </a:cubicBezTo>
                  <a:cubicBezTo>
                    <a:pt x="917323" y="48376"/>
                    <a:pt x="912106" y="50024"/>
                    <a:pt x="911703" y="50091"/>
                  </a:cubicBezTo>
                  <a:cubicBezTo>
                    <a:pt x="911265" y="50159"/>
                    <a:pt x="907058" y="51168"/>
                    <a:pt x="906688" y="51403"/>
                  </a:cubicBezTo>
                  <a:cubicBezTo>
                    <a:pt x="906318" y="51605"/>
                    <a:pt x="902784" y="51538"/>
                    <a:pt x="902784" y="51538"/>
                  </a:cubicBezTo>
                  <a:lnTo>
                    <a:pt x="896322" y="52547"/>
                  </a:lnTo>
                  <a:cubicBezTo>
                    <a:pt x="896322" y="52547"/>
                    <a:pt x="887976" y="54195"/>
                    <a:pt x="887707" y="54195"/>
                  </a:cubicBezTo>
                  <a:cubicBezTo>
                    <a:pt x="887404" y="54195"/>
                    <a:pt x="882423" y="53052"/>
                    <a:pt x="882120" y="53119"/>
                  </a:cubicBezTo>
                  <a:cubicBezTo>
                    <a:pt x="881817" y="53186"/>
                    <a:pt x="876399" y="52042"/>
                    <a:pt x="876163" y="51807"/>
                  </a:cubicBezTo>
                  <a:cubicBezTo>
                    <a:pt x="875961" y="51571"/>
                    <a:pt x="874649" y="47905"/>
                    <a:pt x="872832" y="47905"/>
                  </a:cubicBezTo>
                  <a:cubicBezTo>
                    <a:pt x="871014" y="47905"/>
                    <a:pt x="865158" y="47972"/>
                    <a:pt x="864721" y="48544"/>
                  </a:cubicBezTo>
                  <a:cubicBezTo>
                    <a:pt x="864283" y="49116"/>
                    <a:pt x="860952" y="49688"/>
                    <a:pt x="859639" y="50562"/>
                  </a:cubicBezTo>
                  <a:cubicBezTo>
                    <a:pt x="858327" y="51437"/>
                    <a:pt x="854995" y="53085"/>
                    <a:pt x="854927" y="53321"/>
                  </a:cubicBezTo>
                  <a:cubicBezTo>
                    <a:pt x="854860" y="53556"/>
                    <a:pt x="851394" y="53960"/>
                    <a:pt x="851394" y="53960"/>
                  </a:cubicBezTo>
                  <a:lnTo>
                    <a:pt x="848668" y="49620"/>
                  </a:lnTo>
                  <a:lnTo>
                    <a:pt x="845841" y="47871"/>
                  </a:lnTo>
                  <a:cubicBezTo>
                    <a:pt x="845841" y="47871"/>
                    <a:pt x="842038" y="48409"/>
                    <a:pt x="841163" y="49048"/>
                  </a:cubicBezTo>
                  <a:cubicBezTo>
                    <a:pt x="840288" y="49688"/>
                    <a:pt x="837259" y="50798"/>
                    <a:pt x="836720" y="51336"/>
                  </a:cubicBezTo>
                  <a:cubicBezTo>
                    <a:pt x="836182" y="51874"/>
                    <a:pt x="834129" y="52749"/>
                    <a:pt x="832480" y="53724"/>
                  </a:cubicBezTo>
                  <a:cubicBezTo>
                    <a:pt x="830864" y="54700"/>
                    <a:pt x="830292" y="54801"/>
                    <a:pt x="828239" y="54801"/>
                  </a:cubicBezTo>
                  <a:cubicBezTo>
                    <a:pt x="826186" y="54801"/>
                    <a:pt x="821609" y="54801"/>
                    <a:pt x="821609" y="54801"/>
                  </a:cubicBezTo>
                  <a:lnTo>
                    <a:pt x="816729" y="54263"/>
                  </a:lnTo>
                  <a:cubicBezTo>
                    <a:pt x="816729" y="54263"/>
                    <a:pt x="812691" y="55036"/>
                    <a:pt x="812287" y="56012"/>
                  </a:cubicBezTo>
                  <a:cubicBezTo>
                    <a:pt x="811849" y="56987"/>
                    <a:pt x="809898" y="60149"/>
                    <a:pt x="809898" y="60149"/>
                  </a:cubicBezTo>
                  <a:lnTo>
                    <a:pt x="807172" y="65700"/>
                  </a:lnTo>
                  <a:cubicBezTo>
                    <a:pt x="807172" y="65700"/>
                    <a:pt x="804008" y="67887"/>
                    <a:pt x="803907" y="68526"/>
                  </a:cubicBezTo>
                  <a:cubicBezTo>
                    <a:pt x="803806" y="69165"/>
                    <a:pt x="802056" y="71991"/>
                    <a:pt x="802056" y="71991"/>
                  </a:cubicBezTo>
                  <a:cubicBezTo>
                    <a:pt x="802056" y="71991"/>
                    <a:pt x="800104" y="75254"/>
                    <a:pt x="800003" y="75691"/>
                  </a:cubicBezTo>
                  <a:cubicBezTo>
                    <a:pt x="799902" y="76128"/>
                    <a:pt x="798926" y="77440"/>
                    <a:pt x="798152" y="77979"/>
                  </a:cubicBezTo>
                  <a:cubicBezTo>
                    <a:pt x="797378" y="78517"/>
                    <a:pt x="794989" y="81679"/>
                    <a:pt x="794888" y="82116"/>
                  </a:cubicBezTo>
                  <a:cubicBezTo>
                    <a:pt x="794787" y="82554"/>
                    <a:pt x="792498" y="84202"/>
                    <a:pt x="791287" y="84303"/>
                  </a:cubicBezTo>
                  <a:cubicBezTo>
                    <a:pt x="790075" y="84404"/>
                    <a:pt x="788998" y="85615"/>
                    <a:pt x="788022" y="85817"/>
                  </a:cubicBezTo>
                  <a:cubicBezTo>
                    <a:pt x="787046" y="86018"/>
                    <a:pt x="786407" y="86018"/>
                    <a:pt x="785431" y="86153"/>
                  </a:cubicBezTo>
                  <a:cubicBezTo>
                    <a:pt x="784455" y="86254"/>
                    <a:pt x="781830" y="86153"/>
                    <a:pt x="780012" y="86153"/>
                  </a:cubicBezTo>
                  <a:cubicBezTo>
                    <a:pt x="778161" y="86153"/>
                    <a:pt x="774796" y="85951"/>
                    <a:pt x="773281" y="86254"/>
                  </a:cubicBezTo>
                  <a:cubicBezTo>
                    <a:pt x="771767" y="86590"/>
                    <a:pt x="768401" y="86456"/>
                    <a:pt x="766853" y="86691"/>
                  </a:cubicBezTo>
                  <a:cubicBezTo>
                    <a:pt x="765339" y="86893"/>
                    <a:pt x="761199" y="87230"/>
                    <a:pt x="761199" y="87230"/>
                  </a:cubicBezTo>
                  <a:lnTo>
                    <a:pt x="751641" y="90257"/>
                  </a:lnTo>
                  <a:lnTo>
                    <a:pt x="750564" y="92982"/>
                  </a:lnTo>
                  <a:lnTo>
                    <a:pt x="748411" y="95707"/>
                  </a:lnTo>
                  <a:cubicBezTo>
                    <a:pt x="748411" y="95707"/>
                    <a:pt x="747435" y="96682"/>
                    <a:pt x="746896" y="96918"/>
                  </a:cubicBezTo>
                  <a:cubicBezTo>
                    <a:pt x="746358" y="97153"/>
                    <a:pt x="743733" y="96817"/>
                    <a:pt x="743295" y="96817"/>
                  </a:cubicBezTo>
                  <a:cubicBezTo>
                    <a:pt x="742858" y="96817"/>
                    <a:pt x="741343" y="96480"/>
                    <a:pt x="740367" y="96379"/>
                  </a:cubicBezTo>
                  <a:cubicBezTo>
                    <a:pt x="739391" y="96279"/>
                    <a:pt x="737641" y="95168"/>
                    <a:pt x="737641" y="94731"/>
                  </a:cubicBezTo>
                  <a:cubicBezTo>
                    <a:pt x="737641" y="94294"/>
                    <a:pt x="737204" y="94395"/>
                    <a:pt x="738617" y="93520"/>
                  </a:cubicBezTo>
                  <a:cubicBezTo>
                    <a:pt x="740031" y="92645"/>
                    <a:pt x="742084" y="91569"/>
                    <a:pt x="742084" y="91569"/>
                  </a:cubicBezTo>
                  <a:lnTo>
                    <a:pt x="745011" y="88541"/>
                  </a:lnTo>
                  <a:lnTo>
                    <a:pt x="743834" y="86624"/>
                  </a:lnTo>
                  <a:cubicBezTo>
                    <a:pt x="743834" y="86624"/>
                    <a:pt x="740569" y="86119"/>
                    <a:pt x="739593" y="86119"/>
                  </a:cubicBezTo>
                  <a:cubicBezTo>
                    <a:pt x="738617" y="86119"/>
                    <a:pt x="734713" y="86119"/>
                    <a:pt x="734713" y="86119"/>
                  </a:cubicBezTo>
                  <a:cubicBezTo>
                    <a:pt x="734713" y="86119"/>
                    <a:pt x="734377" y="87196"/>
                    <a:pt x="732223" y="85245"/>
                  </a:cubicBezTo>
                  <a:cubicBezTo>
                    <a:pt x="730035" y="83294"/>
                    <a:pt x="728622" y="81780"/>
                    <a:pt x="728184" y="81443"/>
                  </a:cubicBezTo>
                  <a:cubicBezTo>
                    <a:pt x="727747" y="81107"/>
                    <a:pt x="725357" y="79257"/>
                    <a:pt x="725357" y="79257"/>
                  </a:cubicBezTo>
                  <a:cubicBezTo>
                    <a:pt x="725357" y="79257"/>
                    <a:pt x="723742" y="77306"/>
                    <a:pt x="723170" y="76431"/>
                  </a:cubicBezTo>
                  <a:cubicBezTo>
                    <a:pt x="722631" y="75556"/>
                    <a:pt x="720881" y="72966"/>
                    <a:pt x="720881" y="72966"/>
                  </a:cubicBezTo>
                  <a:cubicBezTo>
                    <a:pt x="720881" y="72966"/>
                    <a:pt x="720780" y="70914"/>
                    <a:pt x="719131" y="70241"/>
                  </a:cubicBezTo>
                  <a:cubicBezTo>
                    <a:pt x="717516" y="69602"/>
                    <a:pt x="714689" y="67214"/>
                    <a:pt x="714251" y="67416"/>
                  </a:cubicBezTo>
                  <a:cubicBezTo>
                    <a:pt x="713814" y="67651"/>
                    <a:pt x="713040" y="67315"/>
                    <a:pt x="712299" y="68728"/>
                  </a:cubicBezTo>
                  <a:cubicBezTo>
                    <a:pt x="711525" y="70141"/>
                    <a:pt x="711222" y="70376"/>
                    <a:pt x="710886" y="71318"/>
                  </a:cubicBezTo>
                  <a:cubicBezTo>
                    <a:pt x="710549" y="72294"/>
                    <a:pt x="710112" y="74346"/>
                    <a:pt x="710112" y="74783"/>
                  </a:cubicBezTo>
                  <a:cubicBezTo>
                    <a:pt x="710112" y="75220"/>
                    <a:pt x="709237" y="76835"/>
                    <a:pt x="708698" y="77407"/>
                  </a:cubicBezTo>
                  <a:cubicBezTo>
                    <a:pt x="708160" y="77945"/>
                    <a:pt x="707722" y="78281"/>
                    <a:pt x="705333" y="77844"/>
                  </a:cubicBezTo>
                  <a:cubicBezTo>
                    <a:pt x="702943" y="77407"/>
                    <a:pt x="701092" y="76767"/>
                    <a:pt x="700756" y="76767"/>
                  </a:cubicBezTo>
                  <a:cubicBezTo>
                    <a:pt x="700419" y="76767"/>
                    <a:pt x="699914" y="76532"/>
                    <a:pt x="699914" y="76532"/>
                  </a:cubicBezTo>
                  <a:lnTo>
                    <a:pt x="693284" y="76196"/>
                  </a:lnTo>
                  <a:lnTo>
                    <a:pt x="689683" y="76397"/>
                  </a:lnTo>
                  <a:cubicBezTo>
                    <a:pt x="689683" y="76397"/>
                    <a:pt x="682077" y="80401"/>
                    <a:pt x="681640" y="80535"/>
                  </a:cubicBezTo>
                  <a:cubicBezTo>
                    <a:pt x="681202" y="80636"/>
                    <a:pt x="674135" y="80737"/>
                    <a:pt x="673697" y="81073"/>
                  </a:cubicBezTo>
                  <a:cubicBezTo>
                    <a:pt x="673260" y="81410"/>
                    <a:pt x="663803" y="83798"/>
                    <a:pt x="663803" y="83798"/>
                  </a:cubicBezTo>
                  <a:cubicBezTo>
                    <a:pt x="663803" y="83798"/>
                    <a:pt x="655322" y="83025"/>
                    <a:pt x="654885" y="82688"/>
                  </a:cubicBezTo>
                  <a:cubicBezTo>
                    <a:pt x="654447" y="82385"/>
                    <a:pt x="650880" y="81612"/>
                    <a:pt x="647918" y="81713"/>
                  </a:cubicBezTo>
                  <a:cubicBezTo>
                    <a:pt x="644990" y="81813"/>
                    <a:pt x="642601" y="82049"/>
                    <a:pt x="642601" y="82049"/>
                  </a:cubicBezTo>
                  <a:lnTo>
                    <a:pt x="640413" y="84976"/>
                  </a:lnTo>
                  <a:lnTo>
                    <a:pt x="642601" y="87162"/>
                  </a:lnTo>
                  <a:lnTo>
                    <a:pt x="644654" y="90190"/>
                  </a:lnTo>
                  <a:cubicBezTo>
                    <a:pt x="644654" y="90190"/>
                    <a:pt x="645091" y="91603"/>
                    <a:pt x="644654" y="91939"/>
                  </a:cubicBezTo>
                  <a:cubicBezTo>
                    <a:pt x="644216" y="92275"/>
                    <a:pt x="641389" y="92376"/>
                    <a:pt x="640951" y="92275"/>
                  </a:cubicBezTo>
                  <a:cubicBezTo>
                    <a:pt x="640514" y="92174"/>
                    <a:pt x="636610" y="91300"/>
                    <a:pt x="635197" y="91300"/>
                  </a:cubicBezTo>
                  <a:cubicBezTo>
                    <a:pt x="633783" y="91300"/>
                    <a:pt x="631932" y="91098"/>
                    <a:pt x="629980" y="91300"/>
                  </a:cubicBezTo>
                  <a:cubicBezTo>
                    <a:pt x="628028" y="91535"/>
                    <a:pt x="626817" y="92074"/>
                    <a:pt x="624562" y="92275"/>
                  </a:cubicBezTo>
                  <a:cubicBezTo>
                    <a:pt x="622273" y="92477"/>
                    <a:pt x="623586" y="91939"/>
                    <a:pt x="620759" y="92713"/>
                  </a:cubicBezTo>
                  <a:cubicBezTo>
                    <a:pt x="617932" y="93486"/>
                    <a:pt x="616518" y="93352"/>
                    <a:pt x="616182" y="93486"/>
                  </a:cubicBezTo>
                  <a:cubicBezTo>
                    <a:pt x="615845" y="93587"/>
                    <a:pt x="613994" y="93722"/>
                    <a:pt x="612816" y="93924"/>
                  </a:cubicBezTo>
                  <a:cubicBezTo>
                    <a:pt x="611605" y="94126"/>
                    <a:pt x="609215" y="94025"/>
                    <a:pt x="608811" y="94025"/>
                  </a:cubicBezTo>
                  <a:cubicBezTo>
                    <a:pt x="608374" y="94025"/>
                    <a:pt x="605783" y="93385"/>
                    <a:pt x="605345" y="93251"/>
                  </a:cubicBezTo>
                  <a:cubicBezTo>
                    <a:pt x="604907" y="93150"/>
                    <a:pt x="601340" y="91199"/>
                    <a:pt x="601004" y="91064"/>
                  </a:cubicBezTo>
                  <a:cubicBezTo>
                    <a:pt x="600667" y="90963"/>
                    <a:pt x="598816" y="89315"/>
                    <a:pt x="598816" y="89315"/>
                  </a:cubicBezTo>
                  <a:cubicBezTo>
                    <a:pt x="598816" y="89315"/>
                    <a:pt x="596427" y="87801"/>
                    <a:pt x="595888" y="87566"/>
                  </a:cubicBezTo>
                  <a:cubicBezTo>
                    <a:pt x="595350" y="87364"/>
                    <a:pt x="591412" y="86153"/>
                    <a:pt x="591109" y="86153"/>
                  </a:cubicBezTo>
                  <a:cubicBezTo>
                    <a:pt x="590806" y="86153"/>
                    <a:pt x="586869" y="86052"/>
                    <a:pt x="586431" y="86052"/>
                  </a:cubicBezTo>
                  <a:cubicBezTo>
                    <a:pt x="585994" y="86052"/>
                    <a:pt x="582090" y="86254"/>
                    <a:pt x="582090" y="86254"/>
                  </a:cubicBezTo>
                  <a:lnTo>
                    <a:pt x="571657" y="85817"/>
                  </a:lnTo>
                  <a:cubicBezTo>
                    <a:pt x="571657" y="85817"/>
                    <a:pt x="562301" y="85278"/>
                    <a:pt x="561998" y="85278"/>
                  </a:cubicBezTo>
                  <a:cubicBezTo>
                    <a:pt x="561661" y="85278"/>
                    <a:pt x="556950" y="84639"/>
                    <a:pt x="556512" y="84639"/>
                  </a:cubicBezTo>
                  <a:cubicBezTo>
                    <a:pt x="556075" y="84639"/>
                    <a:pt x="549512" y="82688"/>
                    <a:pt x="549512" y="82688"/>
                  </a:cubicBezTo>
                  <a:lnTo>
                    <a:pt x="549512" y="79997"/>
                  </a:lnTo>
                  <a:lnTo>
                    <a:pt x="547897" y="75658"/>
                  </a:lnTo>
                  <a:cubicBezTo>
                    <a:pt x="547897" y="75658"/>
                    <a:pt x="544531" y="73269"/>
                    <a:pt x="544195" y="73168"/>
                  </a:cubicBezTo>
                  <a:cubicBezTo>
                    <a:pt x="543858" y="73067"/>
                    <a:pt x="539954" y="72394"/>
                    <a:pt x="539954" y="72394"/>
                  </a:cubicBezTo>
                  <a:cubicBezTo>
                    <a:pt x="539954" y="72394"/>
                    <a:pt x="537329" y="71957"/>
                    <a:pt x="537026" y="71957"/>
                  </a:cubicBezTo>
                  <a:cubicBezTo>
                    <a:pt x="536690" y="71957"/>
                    <a:pt x="533762" y="71856"/>
                    <a:pt x="533324" y="71856"/>
                  </a:cubicBezTo>
                  <a:cubicBezTo>
                    <a:pt x="532887" y="71856"/>
                    <a:pt x="525180" y="71318"/>
                    <a:pt x="525180" y="71318"/>
                  </a:cubicBezTo>
                  <a:cubicBezTo>
                    <a:pt x="525180" y="71318"/>
                    <a:pt x="521814" y="69905"/>
                    <a:pt x="521377" y="69905"/>
                  </a:cubicBezTo>
                  <a:cubicBezTo>
                    <a:pt x="520939" y="69905"/>
                    <a:pt x="516160" y="68055"/>
                    <a:pt x="516160" y="68055"/>
                  </a:cubicBezTo>
                  <a:lnTo>
                    <a:pt x="514107" y="66205"/>
                  </a:lnTo>
                  <a:lnTo>
                    <a:pt x="511920" y="64792"/>
                  </a:lnTo>
                  <a:lnTo>
                    <a:pt x="510405" y="62942"/>
                  </a:lnTo>
                  <a:lnTo>
                    <a:pt x="509766" y="60217"/>
                  </a:lnTo>
                  <a:lnTo>
                    <a:pt x="508352" y="56416"/>
                  </a:lnTo>
                  <a:lnTo>
                    <a:pt x="506064" y="52715"/>
                  </a:lnTo>
                  <a:lnTo>
                    <a:pt x="506064" y="48712"/>
                  </a:lnTo>
                  <a:lnTo>
                    <a:pt x="507376" y="45684"/>
                  </a:lnTo>
                  <a:lnTo>
                    <a:pt x="507814" y="40369"/>
                  </a:lnTo>
                  <a:lnTo>
                    <a:pt x="508352" y="36030"/>
                  </a:lnTo>
                  <a:lnTo>
                    <a:pt x="507713" y="33843"/>
                  </a:lnTo>
                  <a:lnTo>
                    <a:pt x="505324" y="32094"/>
                  </a:lnTo>
                  <a:lnTo>
                    <a:pt x="500646" y="28495"/>
                  </a:lnTo>
                  <a:cubicBezTo>
                    <a:pt x="500646" y="28495"/>
                    <a:pt x="498357" y="27183"/>
                    <a:pt x="498021" y="27082"/>
                  </a:cubicBezTo>
                  <a:cubicBezTo>
                    <a:pt x="497684" y="26981"/>
                    <a:pt x="495530" y="26409"/>
                    <a:pt x="495093" y="27082"/>
                  </a:cubicBezTo>
                  <a:cubicBezTo>
                    <a:pt x="494655" y="27721"/>
                    <a:pt x="492804" y="27957"/>
                    <a:pt x="492602" y="28394"/>
                  </a:cubicBezTo>
                  <a:cubicBezTo>
                    <a:pt x="492400" y="28831"/>
                    <a:pt x="491391" y="30244"/>
                    <a:pt x="491290" y="30580"/>
                  </a:cubicBezTo>
                  <a:cubicBezTo>
                    <a:pt x="491189" y="30917"/>
                    <a:pt x="490314" y="32430"/>
                    <a:pt x="490314" y="32430"/>
                  </a:cubicBezTo>
                  <a:lnTo>
                    <a:pt x="487386" y="32767"/>
                  </a:lnTo>
                  <a:lnTo>
                    <a:pt x="482708" y="31690"/>
                  </a:lnTo>
                  <a:lnTo>
                    <a:pt x="478804" y="29066"/>
                  </a:lnTo>
                  <a:lnTo>
                    <a:pt x="476212" y="25703"/>
                  </a:lnTo>
                  <a:lnTo>
                    <a:pt x="475438" y="24626"/>
                  </a:lnTo>
                  <a:lnTo>
                    <a:pt x="472611" y="22776"/>
                  </a:lnTo>
                  <a:lnTo>
                    <a:pt x="470323" y="21027"/>
                  </a:lnTo>
                  <a:lnTo>
                    <a:pt x="466621" y="19614"/>
                  </a:lnTo>
                  <a:cubicBezTo>
                    <a:pt x="466621" y="19614"/>
                    <a:pt x="462044" y="18941"/>
                    <a:pt x="461505" y="19076"/>
                  </a:cubicBezTo>
                  <a:cubicBezTo>
                    <a:pt x="460967" y="19176"/>
                    <a:pt x="458241" y="19378"/>
                    <a:pt x="456726" y="19076"/>
                  </a:cubicBezTo>
                  <a:cubicBezTo>
                    <a:pt x="455212" y="18773"/>
                    <a:pt x="453260" y="19277"/>
                    <a:pt x="452284" y="19076"/>
                  </a:cubicBezTo>
                  <a:cubicBezTo>
                    <a:pt x="451308" y="18874"/>
                    <a:pt x="449356" y="18537"/>
                    <a:pt x="448818" y="18975"/>
                  </a:cubicBezTo>
                  <a:cubicBezTo>
                    <a:pt x="448279" y="19412"/>
                    <a:pt x="446967" y="20825"/>
                    <a:pt x="446967" y="21262"/>
                  </a:cubicBezTo>
                  <a:cubicBezTo>
                    <a:pt x="446967" y="21699"/>
                    <a:pt x="446967" y="22675"/>
                    <a:pt x="446967" y="22675"/>
                  </a:cubicBezTo>
                  <a:lnTo>
                    <a:pt x="449995" y="25265"/>
                  </a:lnTo>
                  <a:lnTo>
                    <a:pt x="450197" y="26342"/>
                  </a:lnTo>
                  <a:cubicBezTo>
                    <a:pt x="450197" y="26342"/>
                    <a:pt x="449760" y="26779"/>
                    <a:pt x="449423" y="27216"/>
                  </a:cubicBezTo>
                  <a:cubicBezTo>
                    <a:pt x="449087" y="27654"/>
                    <a:pt x="447034" y="28865"/>
                    <a:pt x="446933" y="29403"/>
                  </a:cubicBezTo>
                  <a:cubicBezTo>
                    <a:pt x="446832" y="29941"/>
                    <a:pt x="446293" y="30277"/>
                    <a:pt x="445957" y="30614"/>
                  </a:cubicBezTo>
                  <a:cubicBezTo>
                    <a:pt x="445620" y="30950"/>
                    <a:pt x="445183" y="31152"/>
                    <a:pt x="444442" y="31489"/>
                  </a:cubicBezTo>
                  <a:cubicBezTo>
                    <a:pt x="443668" y="31825"/>
                    <a:pt x="441514" y="32700"/>
                    <a:pt x="441514" y="32700"/>
                  </a:cubicBezTo>
                  <a:lnTo>
                    <a:pt x="439865" y="33137"/>
                  </a:lnTo>
                  <a:lnTo>
                    <a:pt x="438014" y="34112"/>
                  </a:lnTo>
                  <a:cubicBezTo>
                    <a:pt x="438014" y="34112"/>
                    <a:pt x="436264" y="34550"/>
                    <a:pt x="435288" y="34886"/>
                  </a:cubicBezTo>
                  <a:cubicBezTo>
                    <a:pt x="434312" y="35223"/>
                    <a:pt x="431687" y="35525"/>
                    <a:pt x="430812" y="35660"/>
                  </a:cubicBezTo>
                  <a:cubicBezTo>
                    <a:pt x="429937" y="35761"/>
                    <a:pt x="427985" y="36097"/>
                    <a:pt x="427985" y="36097"/>
                  </a:cubicBezTo>
                  <a:cubicBezTo>
                    <a:pt x="427985" y="36097"/>
                    <a:pt x="427110" y="37510"/>
                    <a:pt x="426235" y="37947"/>
                  </a:cubicBezTo>
                  <a:cubicBezTo>
                    <a:pt x="425360" y="38385"/>
                    <a:pt x="421658" y="39461"/>
                    <a:pt x="421658" y="39798"/>
                  </a:cubicBezTo>
                  <a:cubicBezTo>
                    <a:pt x="421658" y="40134"/>
                    <a:pt x="419908" y="41749"/>
                    <a:pt x="419605" y="42085"/>
                  </a:cubicBezTo>
                  <a:cubicBezTo>
                    <a:pt x="419269" y="42422"/>
                    <a:pt x="417115" y="45449"/>
                    <a:pt x="417115" y="45449"/>
                  </a:cubicBezTo>
                  <a:lnTo>
                    <a:pt x="415802" y="47736"/>
                  </a:lnTo>
                  <a:lnTo>
                    <a:pt x="413312" y="49048"/>
                  </a:lnTo>
                  <a:cubicBezTo>
                    <a:pt x="413312" y="49048"/>
                    <a:pt x="409172" y="50360"/>
                    <a:pt x="408735" y="50360"/>
                  </a:cubicBezTo>
                  <a:cubicBezTo>
                    <a:pt x="408297" y="50360"/>
                    <a:pt x="403081" y="50360"/>
                    <a:pt x="402643" y="50562"/>
                  </a:cubicBezTo>
                  <a:cubicBezTo>
                    <a:pt x="402206" y="50764"/>
                    <a:pt x="399615" y="50764"/>
                    <a:pt x="398605" y="51000"/>
                  </a:cubicBezTo>
                  <a:cubicBezTo>
                    <a:pt x="397629" y="51201"/>
                    <a:pt x="395576" y="50798"/>
                    <a:pt x="394364" y="51201"/>
                  </a:cubicBezTo>
                  <a:cubicBezTo>
                    <a:pt x="393153" y="51639"/>
                    <a:pt x="390763" y="51302"/>
                    <a:pt x="390326" y="51302"/>
                  </a:cubicBezTo>
                  <a:cubicBezTo>
                    <a:pt x="389888" y="51302"/>
                    <a:pt x="385883" y="51403"/>
                    <a:pt x="385883" y="51403"/>
                  </a:cubicBezTo>
                  <a:cubicBezTo>
                    <a:pt x="385883" y="51403"/>
                    <a:pt x="382181" y="49452"/>
                    <a:pt x="381744" y="49217"/>
                  </a:cubicBezTo>
                  <a:cubicBezTo>
                    <a:pt x="381306" y="48981"/>
                    <a:pt x="374037" y="48678"/>
                    <a:pt x="374037" y="48678"/>
                  </a:cubicBezTo>
                  <a:lnTo>
                    <a:pt x="368619" y="45853"/>
                  </a:lnTo>
                  <a:lnTo>
                    <a:pt x="368619" y="41816"/>
                  </a:lnTo>
                  <a:lnTo>
                    <a:pt x="367104" y="38889"/>
                  </a:lnTo>
                  <a:lnTo>
                    <a:pt x="364378" y="35189"/>
                  </a:lnTo>
                  <a:cubicBezTo>
                    <a:pt x="364378" y="35189"/>
                    <a:pt x="360912" y="33137"/>
                    <a:pt x="360474" y="32901"/>
                  </a:cubicBezTo>
                  <a:cubicBezTo>
                    <a:pt x="360037" y="32700"/>
                    <a:pt x="353844" y="30849"/>
                    <a:pt x="353844" y="30849"/>
                  </a:cubicBezTo>
                  <a:lnTo>
                    <a:pt x="350681" y="30513"/>
                  </a:lnTo>
                  <a:lnTo>
                    <a:pt x="345666" y="28999"/>
                  </a:lnTo>
                  <a:lnTo>
                    <a:pt x="339036" y="25837"/>
                  </a:lnTo>
                  <a:cubicBezTo>
                    <a:pt x="339036" y="25837"/>
                    <a:pt x="338834" y="24963"/>
                    <a:pt x="338397" y="24525"/>
                  </a:cubicBezTo>
                  <a:cubicBezTo>
                    <a:pt x="337959" y="24088"/>
                    <a:pt x="335233" y="21800"/>
                    <a:pt x="335233" y="21800"/>
                  </a:cubicBezTo>
                  <a:lnTo>
                    <a:pt x="332070" y="19311"/>
                  </a:lnTo>
                  <a:lnTo>
                    <a:pt x="329478" y="19513"/>
                  </a:lnTo>
                  <a:lnTo>
                    <a:pt x="328603" y="21363"/>
                  </a:lnTo>
                  <a:lnTo>
                    <a:pt x="328603" y="22675"/>
                  </a:lnTo>
                  <a:lnTo>
                    <a:pt x="329243" y="25837"/>
                  </a:lnTo>
                  <a:cubicBezTo>
                    <a:pt x="329243" y="25837"/>
                    <a:pt x="329579" y="25938"/>
                    <a:pt x="328603" y="26611"/>
                  </a:cubicBezTo>
                  <a:cubicBezTo>
                    <a:pt x="327627" y="27250"/>
                    <a:pt x="325675" y="27586"/>
                    <a:pt x="325675" y="27586"/>
                  </a:cubicBezTo>
                  <a:cubicBezTo>
                    <a:pt x="325675" y="27586"/>
                    <a:pt x="324901" y="28225"/>
                    <a:pt x="324464" y="28225"/>
                  </a:cubicBezTo>
                  <a:cubicBezTo>
                    <a:pt x="324026" y="28225"/>
                    <a:pt x="321637" y="28764"/>
                    <a:pt x="321199" y="28764"/>
                  </a:cubicBezTo>
                  <a:cubicBezTo>
                    <a:pt x="320762" y="28764"/>
                    <a:pt x="319012" y="28764"/>
                    <a:pt x="319012" y="28764"/>
                  </a:cubicBezTo>
                  <a:lnTo>
                    <a:pt x="312045" y="23550"/>
                  </a:lnTo>
                  <a:lnTo>
                    <a:pt x="309016" y="20623"/>
                  </a:lnTo>
                  <a:lnTo>
                    <a:pt x="303901" y="17259"/>
                  </a:lnTo>
                  <a:lnTo>
                    <a:pt x="299559" y="13693"/>
                  </a:lnTo>
                  <a:lnTo>
                    <a:pt x="295319" y="10430"/>
                  </a:lnTo>
                  <a:lnTo>
                    <a:pt x="291718" y="8143"/>
                  </a:lnTo>
                  <a:lnTo>
                    <a:pt x="289026" y="5317"/>
                  </a:lnTo>
                  <a:lnTo>
                    <a:pt x="288487" y="3265"/>
                  </a:lnTo>
                  <a:lnTo>
                    <a:pt x="287713" y="1583"/>
                  </a:lnTo>
                  <a:cubicBezTo>
                    <a:pt x="287713" y="1583"/>
                    <a:pt x="285324" y="977"/>
                    <a:pt x="284886" y="977"/>
                  </a:cubicBezTo>
                  <a:cubicBezTo>
                    <a:pt x="284449" y="977"/>
                    <a:pt x="282497" y="977"/>
                    <a:pt x="282497" y="977"/>
                  </a:cubicBezTo>
                  <a:cubicBezTo>
                    <a:pt x="282497" y="977"/>
                    <a:pt x="280982" y="-536"/>
                    <a:pt x="279468" y="204"/>
                  </a:cubicBezTo>
                  <a:cubicBezTo>
                    <a:pt x="277953" y="977"/>
                    <a:pt x="277617" y="843"/>
                    <a:pt x="276304" y="1078"/>
                  </a:cubicBezTo>
                  <a:cubicBezTo>
                    <a:pt x="274992" y="1280"/>
                    <a:pt x="275227" y="742"/>
                    <a:pt x="273275" y="1617"/>
                  </a:cubicBezTo>
                  <a:cubicBezTo>
                    <a:pt x="271323" y="2491"/>
                    <a:pt x="270650" y="2491"/>
                    <a:pt x="269270" y="3130"/>
                  </a:cubicBezTo>
                  <a:cubicBezTo>
                    <a:pt x="267857" y="3770"/>
                    <a:pt x="266679" y="3669"/>
                    <a:pt x="265905" y="4207"/>
                  </a:cubicBezTo>
                  <a:cubicBezTo>
                    <a:pt x="265131" y="4745"/>
                    <a:pt x="263313" y="3971"/>
                    <a:pt x="262304" y="4981"/>
                  </a:cubicBezTo>
                  <a:cubicBezTo>
                    <a:pt x="261328" y="5956"/>
                    <a:pt x="260251" y="5620"/>
                    <a:pt x="259813" y="6494"/>
                  </a:cubicBezTo>
                  <a:cubicBezTo>
                    <a:pt x="259376" y="7369"/>
                    <a:pt x="257659" y="9085"/>
                    <a:pt x="257760" y="9522"/>
                  </a:cubicBezTo>
                  <a:cubicBezTo>
                    <a:pt x="257861" y="9959"/>
                    <a:pt x="257323" y="11910"/>
                    <a:pt x="257323" y="11910"/>
                  </a:cubicBezTo>
                  <a:lnTo>
                    <a:pt x="257323" y="15712"/>
                  </a:lnTo>
                  <a:lnTo>
                    <a:pt x="258400" y="18739"/>
                  </a:lnTo>
                  <a:lnTo>
                    <a:pt x="258063" y="20926"/>
                  </a:lnTo>
                  <a:lnTo>
                    <a:pt x="257289" y="22137"/>
                  </a:lnTo>
                  <a:cubicBezTo>
                    <a:pt x="257289" y="22137"/>
                    <a:pt x="254126" y="24727"/>
                    <a:pt x="253688" y="24963"/>
                  </a:cubicBezTo>
                  <a:cubicBezTo>
                    <a:pt x="253251" y="25198"/>
                    <a:pt x="253587" y="25602"/>
                    <a:pt x="251635" y="26174"/>
                  </a:cubicBezTo>
                  <a:cubicBezTo>
                    <a:pt x="249683" y="26712"/>
                    <a:pt x="248371" y="27486"/>
                    <a:pt x="247731" y="28125"/>
                  </a:cubicBezTo>
                  <a:cubicBezTo>
                    <a:pt x="247092" y="28764"/>
                    <a:pt x="245140" y="29201"/>
                    <a:pt x="245140" y="29201"/>
                  </a:cubicBezTo>
                  <a:cubicBezTo>
                    <a:pt x="245140" y="29201"/>
                    <a:pt x="243289" y="30177"/>
                    <a:pt x="243289" y="30614"/>
                  </a:cubicBezTo>
                  <a:cubicBezTo>
                    <a:pt x="243289" y="31051"/>
                    <a:pt x="241976" y="33877"/>
                    <a:pt x="241976" y="34314"/>
                  </a:cubicBezTo>
                  <a:cubicBezTo>
                    <a:pt x="241976" y="34752"/>
                    <a:pt x="237399" y="36703"/>
                    <a:pt x="237097" y="36938"/>
                  </a:cubicBezTo>
                  <a:cubicBezTo>
                    <a:pt x="236760" y="37140"/>
                    <a:pt x="234707" y="37476"/>
                    <a:pt x="234270" y="38250"/>
                  </a:cubicBezTo>
                  <a:cubicBezTo>
                    <a:pt x="233832" y="39024"/>
                    <a:pt x="230029" y="42590"/>
                    <a:pt x="230029" y="42590"/>
                  </a:cubicBezTo>
                  <a:lnTo>
                    <a:pt x="228178" y="45180"/>
                  </a:lnTo>
                  <a:cubicBezTo>
                    <a:pt x="228178" y="45180"/>
                    <a:pt x="225149" y="48342"/>
                    <a:pt x="223837" y="48544"/>
                  </a:cubicBezTo>
                  <a:cubicBezTo>
                    <a:pt x="222524" y="48746"/>
                    <a:pt x="216231" y="48712"/>
                    <a:pt x="215894" y="48914"/>
                  </a:cubicBezTo>
                  <a:cubicBezTo>
                    <a:pt x="215558" y="49149"/>
                    <a:pt x="212966" y="49620"/>
                    <a:pt x="212529" y="49620"/>
                  </a:cubicBezTo>
                  <a:cubicBezTo>
                    <a:pt x="212091" y="49620"/>
                    <a:pt x="207750" y="49620"/>
                    <a:pt x="207750" y="49620"/>
                  </a:cubicBezTo>
                  <a:lnTo>
                    <a:pt x="203711" y="53220"/>
                  </a:lnTo>
                  <a:cubicBezTo>
                    <a:pt x="203711" y="53220"/>
                    <a:pt x="200884" y="55272"/>
                    <a:pt x="200548" y="56382"/>
                  </a:cubicBezTo>
                  <a:cubicBezTo>
                    <a:pt x="200211" y="57458"/>
                    <a:pt x="197081" y="61226"/>
                    <a:pt x="197081" y="61226"/>
                  </a:cubicBezTo>
                  <a:cubicBezTo>
                    <a:pt x="197081" y="61226"/>
                    <a:pt x="191966" y="60856"/>
                    <a:pt x="190990" y="61226"/>
                  </a:cubicBezTo>
                  <a:cubicBezTo>
                    <a:pt x="190014" y="61596"/>
                    <a:pt x="178268" y="61932"/>
                    <a:pt x="178268" y="61932"/>
                  </a:cubicBezTo>
                  <a:lnTo>
                    <a:pt x="174028" y="61831"/>
                  </a:lnTo>
                  <a:lnTo>
                    <a:pt x="170427" y="60957"/>
                  </a:lnTo>
                  <a:lnTo>
                    <a:pt x="165749" y="61831"/>
                  </a:lnTo>
                  <a:lnTo>
                    <a:pt x="162518" y="61831"/>
                  </a:lnTo>
                  <a:cubicBezTo>
                    <a:pt x="162518" y="61831"/>
                    <a:pt x="158816" y="65633"/>
                    <a:pt x="158076" y="65969"/>
                  </a:cubicBezTo>
                  <a:cubicBezTo>
                    <a:pt x="157302" y="66306"/>
                    <a:pt x="153835" y="68156"/>
                    <a:pt x="153196" y="68694"/>
                  </a:cubicBezTo>
                  <a:cubicBezTo>
                    <a:pt x="152556" y="69232"/>
                    <a:pt x="150369" y="70746"/>
                    <a:pt x="150369" y="70746"/>
                  </a:cubicBezTo>
                  <a:lnTo>
                    <a:pt x="147003" y="72260"/>
                  </a:lnTo>
                  <a:lnTo>
                    <a:pt x="141787" y="71923"/>
                  </a:lnTo>
                  <a:cubicBezTo>
                    <a:pt x="141787" y="71923"/>
                    <a:pt x="138085" y="71823"/>
                    <a:pt x="137782" y="72024"/>
                  </a:cubicBezTo>
                  <a:cubicBezTo>
                    <a:pt x="137445" y="72226"/>
                    <a:pt x="130815" y="72226"/>
                    <a:pt x="130815" y="72226"/>
                  </a:cubicBezTo>
                  <a:lnTo>
                    <a:pt x="125700" y="73303"/>
                  </a:lnTo>
                  <a:lnTo>
                    <a:pt x="120685" y="73202"/>
                  </a:lnTo>
                  <a:lnTo>
                    <a:pt x="120147" y="77676"/>
                  </a:lnTo>
                  <a:cubicBezTo>
                    <a:pt x="120147" y="77676"/>
                    <a:pt x="118229" y="78988"/>
                    <a:pt x="117926" y="79190"/>
                  </a:cubicBezTo>
                  <a:cubicBezTo>
                    <a:pt x="117589" y="79425"/>
                    <a:pt x="112978" y="82789"/>
                    <a:pt x="112978" y="82789"/>
                  </a:cubicBezTo>
                  <a:lnTo>
                    <a:pt x="112978" y="85278"/>
                  </a:lnTo>
                  <a:cubicBezTo>
                    <a:pt x="112978" y="85278"/>
                    <a:pt x="110252" y="87230"/>
                    <a:pt x="109950" y="87330"/>
                  </a:cubicBezTo>
                  <a:cubicBezTo>
                    <a:pt x="109613" y="87431"/>
                    <a:pt x="108873" y="88306"/>
                    <a:pt x="108435" y="88642"/>
                  </a:cubicBezTo>
                  <a:cubicBezTo>
                    <a:pt x="107998" y="88979"/>
                    <a:pt x="107459" y="89820"/>
                    <a:pt x="106685" y="90156"/>
                  </a:cubicBezTo>
                  <a:cubicBezTo>
                    <a:pt x="105911" y="90492"/>
                    <a:pt x="103959" y="91132"/>
                    <a:pt x="103959" y="91132"/>
                  </a:cubicBezTo>
                  <a:lnTo>
                    <a:pt x="100358" y="92511"/>
                  </a:lnTo>
                  <a:lnTo>
                    <a:pt x="95882" y="93217"/>
                  </a:lnTo>
                  <a:cubicBezTo>
                    <a:pt x="95882" y="93217"/>
                    <a:pt x="92685" y="93957"/>
                    <a:pt x="91978" y="94092"/>
                  </a:cubicBezTo>
                  <a:cubicBezTo>
                    <a:pt x="91238" y="94226"/>
                    <a:pt x="88209" y="94529"/>
                    <a:pt x="88209" y="94529"/>
                  </a:cubicBezTo>
                  <a:lnTo>
                    <a:pt x="85314" y="95101"/>
                  </a:lnTo>
                  <a:lnTo>
                    <a:pt x="82723" y="95404"/>
                  </a:lnTo>
                  <a:lnTo>
                    <a:pt x="81713" y="96413"/>
                  </a:lnTo>
                  <a:lnTo>
                    <a:pt x="82285" y="99609"/>
                  </a:lnTo>
                  <a:lnTo>
                    <a:pt x="82588" y="103814"/>
                  </a:lnTo>
                  <a:lnTo>
                    <a:pt x="84776" y="108019"/>
                  </a:lnTo>
                  <a:cubicBezTo>
                    <a:pt x="84776" y="108019"/>
                    <a:pt x="85213" y="109768"/>
                    <a:pt x="85348" y="110777"/>
                  </a:cubicBezTo>
                  <a:cubicBezTo>
                    <a:pt x="85483" y="111786"/>
                    <a:pt x="85651" y="116731"/>
                    <a:pt x="85651" y="116731"/>
                  </a:cubicBezTo>
                  <a:lnTo>
                    <a:pt x="85213" y="124973"/>
                  </a:lnTo>
                  <a:lnTo>
                    <a:pt x="81747" y="129010"/>
                  </a:lnTo>
                  <a:lnTo>
                    <a:pt x="81747" y="133921"/>
                  </a:lnTo>
                  <a:cubicBezTo>
                    <a:pt x="81747" y="133921"/>
                    <a:pt x="79862" y="135233"/>
                    <a:pt x="79559" y="135670"/>
                  </a:cubicBezTo>
                  <a:cubicBezTo>
                    <a:pt x="79257" y="136108"/>
                    <a:pt x="76665" y="137992"/>
                    <a:pt x="76531" y="138429"/>
                  </a:cubicBezTo>
                  <a:cubicBezTo>
                    <a:pt x="76396" y="138866"/>
                    <a:pt x="75016" y="141457"/>
                    <a:pt x="74848" y="141894"/>
                  </a:cubicBezTo>
                  <a:cubicBezTo>
                    <a:pt x="74713" y="142331"/>
                    <a:pt x="73030" y="144652"/>
                    <a:pt x="73030" y="145224"/>
                  </a:cubicBezTo>
                  <a:cubicBezTo>
                    <a:pt x="73030" y="145796"/>
                    <a:pt x="73030" y="147848"/>
                    <a:pt x="73030" y="147848"/>
                  </a:cubicBezTo>
                  <a:lnTo>
                    <a:pt x="73030" y="153062"/>
                  </a:lnTo>
                  <a:cubicBezTo>
                    <a:pt x="73030" y="153062"/>
                    <a:pt x="76665" y="160598"/>
                    <a:pt x="76800" y="161169"/>
                  </a:cubicBezTo>
                  <a:cubicBezTo>
                    <a:pt x="76934" y="161741"/>
                    <a:pt x="83329" y="175365"/>
                    <a:pt x="83329" y="175365"/>
                  </a:cubicBezTo>
                  <a:lnTo>
                    <a:pt x="85516" y="179268"/>
                  </a:lnTo>
                  <a:lnTo>
                    <a:pt x="86526" y="183472"/>
                  </a:lnTo>
                  <a:lnTo>
                    <a:pt x="87536" y="188687"/>
                  </a:lnTo>
                  <a:lnTo>
                    <a:pt x="88983" y="192892"/>
                  </a:lnTo>
                  <a:lnTo>
                    <a:pt x="89689" y="194641"/>
                  </a:lnTo>
                  <a:cubicBezTo>
                    <a:pt x="89689" y="194641"/>
                    <a:pt x="91271" y="197534"/>
                    <a:pt x="91877" y="198106"/>
                  </a:cubicBezTo>
                  <a:cubicBezTo>
                    <a:pt x="92449" y="198678"/>
                    <a:pt x="97968" y="204632"/>
                    <a:pt x="97968" y="204632"/>
                  </a:cubicBezTo>
                  <a:lnTo>
                    <a:pt x="99483" y="206818"/>
                  </a:lnTo>
                  <a:lnTo>
                    <a:pt x="100863" y="209577"/>
                  </a:lnTo>
                  <a:lnTo>
                    <a:pt x="100863" y="212201"/>
                  </a:lnTo>
                  <a:cubicBezTo>
                    <a:pt x="100863" y="212201"/>
                    <a:pt x="99719" y="215396"/>
                    <a:pt x="98978" y="216540"/>
                  </a:cubicBezTo>
                  <a:cubicBezTo>
                    <a:pt x="98238" y="217684"/>
                    <a:pt x="97666" y="220880"/>
                    <a:pt x="97228" y="221317"/>
                  </a:cubicBezTo>
                  <a:cubicBezTo>
                    <a:pt x="96791" y="221754"/>
                    <a:pt x="95916" y="223638"/>
                    <a:pt x="95916" y="223638"/>
                  </a:cubicBezTo>
                  <a:cubicBezTo>
                    <a:pt x="95916" y="223638"/>
                    <a:pt x="95343" y="226094"/>
                    <a:pt x="95343" y="226666"/>
                  </a:cubicBezTo>
                  <a:cubicBezTo>
                    <a:pt x="95343" y="227238"/>
                    <a:pt x="96353" y="232014"/>
                    <a:pt x="96925" y="233192"/>
                  </a:cubicBezTo>
                  <a:cubicBezTo>
                    <a:pt x="97497" y="234336"/>
                    <a:pt x="98372" y="239718"/>
                    <a:pt x="98372" y="240424"/>
                  </a:cubicBezTo>
                  <a:cubicBezTo>
                    <a:pt x="98372" y="241164"/>
                    <a:pt x="98675" y="243620"/>
                    <a:pt x="97632" y="244629"/>
                  </a:cubicBezTo>
                  <a:cubicBezTo>
                    <a:pt x="96622" y="245638"/>
                    <a:pt x="95613" y="246076"/>
                    <a:pt x="95613" y="246076"/>
                  </a:cubicBezTo>
                  <a:lnTo>
                    <a:pt x="95613" y="246950"/>
                  </a:lnTo>
                  <a:lnTo>
                    <a:pt x="95613" y="250415"/>
                  </a:lnTo>
                  <a:cubicBezTo>
                    <a:pt x="95613" y="250415"/>
                    <a:pt x="95310" y="252871"/>
                    <a:pt x="94872" y="253308"/>
                  </a:cubicBezTo>
                  <a:cubicBezTo>
                    <a:pt x="94435" y="253746"/>
                    <a:pt x="93863" y="257648"/>
                    <a:pt x="93863" y="257648"/>
                  </a:cubicBezTo>
                  <a:lnTo>
                    <a:pt x="94166" y="260541"/>
                  </a:lnTo>
                  <a:cubicBezTo>
                    <a:pt x="94166" y="260541"/>
                    <a:pt x="94603" y="262425"/>
                    <a:pt x="94166" y="262727"/>
                  </a:cubicBezTo>
                  <a:cubicBezTo>
                    <a:pt x="93728" y="263030"/>
                    <a:pt x="93425" y="265351"/>
                    <a:pt x="93425" y="265351"/>
                  </a:cubicBezTo>
                  <a:lnTo>
                    <a:pt x="93291" y="267370"/>
                  </a:lnTo>
                  <a:cubicBezTo>
                    <a:pt x="93291" y="267370"/>
                    <a:pt x="93156" y="269556"/>
                    <a:pt x="91978" y="270566"/>
                  </a:cubicBezTo>
                  <a:cubicBezTo>
                    <a:pt x="90834" y="271575"/>
                    <a:pt x="90093" y="273593"/>
                    <a:pt x="89521" y="274198"/>
                  </a:cubicBezTo>
                  <a:cubicBezTo>
                    <a:pt x="88949" y="274771"/>
                    <a:pt x="87334" y="276217"/>
                    <a:pt x="87334" y="276217"/>
                  </a:cubicBezTo>
                  <a:cubicBezTo>
                    <a:pt x="87334" y="276217"/>
                    <a:pt x="85887" y="277226"/>
                    <a:pt x="84305" y="278841"/>
                  </a:cubicBezTo>
                  <a:cubicBezTo>
                    <a:pt x="82723" y="280422"/>
                    <a:pt x="80670" y="281734"/>
                    <a:pt x="80670" y="281734"/>
                  </a:cubicBezTo>
                  <a:lnTo>
                    <a:pt x="78079" y="283483"/>
                  </a:lnTo>
                  <a:lnTo>
                    <a:pt x="75117" y="284190"/>
                  </a:lnTo>
                  <a:lnTo>
                    <a:pt x="73030" y="287654"/>
                  </a:lnTo>
                  <a:lnTo>
                    <a:pt x="73030" y="288664"/>
                  </a:lnTo>
                  <a:lnTo>
                    <a:pt x="72155" y="289975"/>
                  </a:lnTo>
                  <a:lnTo>
                    <a:pt x="70641" y="290682"/>
                  </a:lnTo>
                  <a:cubicBezTo>
                    <a:pt x="70641" y="290682"/>
                    <a:pt x="69160" y="292801"/>
                    <a:pt x="69127" y="293003"/>
                  </a:cubicBezTo>
                  <a:cubicBezTo>
                    <a:pt x="69059" y="293239"/>
                    <a:pt x="66737" y="293810"/>
                    <a:pt x="66535" y="293945"/>
                  </a:cubicBezTo>
                  <a:cubicBezTo>
                    <a:pt x="66300" y="294046"/>
                    <a:pt x="65828" y="294113"/>
                    <a:pt x="64482" y="294382"/>
                  </a:cubicBezTo>
                  <a:cubicBezTo>
                    <a:pt x="63136" y="294651"/>
                    <a:pt x="60948" y="294147"/>
                    <a:pt x="60343" y="294382"/>
                  </a:cubicBezTo>
                  <a:cubicBezTo>
                    <a:pt x="59737" y="294584"/>
                    <a:pt x="58727" y="294113"/>
                    <a:pt x="58727" y="294113"/>
                  </a:cubicBezTo>
                  <a:cubicBezTo>
                    <a:pt x="58727" y="294113"/>
                    <a:pt x="55900" y="293508"/>
                    <a:pt x="55732" y="293676"/>
                  </a:cubicBezTo>
                  <a:cubicBezTo>
                    <a:pt x="55564" y="293844"/>
                    <a:pt x="52568" y="292431"/>
                    <a:pt x="51592" y="291826"/>
                  </a:cubicBezTo>
                  <a:cubicBezTo>
                    <a:pt x="50616" y="291220"/>
                    <a:pt x="46746" y="288933"/>
                    <a:pt x="46713" y="288731"/>
                  </a:cubicBezTo>
                  <a:cubicBezTo>
                    <a:pt x="46645" y="288529"/>
                    <a:pt x="47049" y="288630"/>
                    <a:pt x="46006" y="286813"/>
                  </a:cubicBezTo>
                  <a:cubicBezTo>
                    <a:pt x="44963" y="285031"/>
                    <a:pt x="43414" y="282508"/>
                    <a:pt x="43246" y="281667"/>
                  </a:cubicBezTo>
                  <a:cubicBezTo>
                    <a:pt x="43078" y="280792"/>
                    <a:pt x="42203" y="278033"/>
                    <a:pt x="42203" y="277226"/>
                  </a:cubicBezTo>
                  <a:cubicBezTo>
                    <a:pt x="42203" y="276419"/>
                    <a:pt x="42136" y="275208"/>
                    <a:pt x="42203" y="274468"/>
                  </a:cubicBezTo>
                  <a:cubicBezTo>
                    <a:pt x="42270" y="273694"/>
                    <a:pt x="42136" y="273156"/>
                    <a:pt x="42809" y="272416"/>
                  </a:cubicBezTo>
                  <a:cubicBezTo>
                    <a:pt x="43448" y="271676"/>
                    <a:pt x="44054" y="271339"/>
                    <a:pt x="44761" y="270397"/>
                  </a:cubicBezTo>
                  <a:cubicBezTo>
                    <a:pt x="45467" y="269489"/>
                    <a:pt x="45804" y="269321"/>
                    <a:pt x="45804" y="268715"/>
                  </a:cubicBezTo>
                  <a:cubicBezTo>
                    <a:pt x="45804" y="268110"/>
                    <a:pt x="44054" y="266327"/>
                    <a:pt x="44054" y="264544"/>
                  </a:cubicBezTo>
                  <a:cubicBezTo>
                    <a:pt x="44054" y="262761"/>
                    <a:pt x="44390" y="259397"/>
                    <a:pt x="44390" y="259061"/>
                  </a:cubicBezTo>
                  <a:cubicBezTo>
                    <a:pt x="44390" y="258724"/>
                    <a:pt x="43448" y="256134"/>
                    <a:pt x="43448" y="256134"/>
                  </a:cubicBezTo>
                  <a:lnTo>
                    <a:pt x="43515" y="253510"/>
                  </a:lnTo>
                  <a:cubicBezTo>
                    <a:pt x="43515" y="253510"/>
                    <a:pt x="41934" y="250987"/>
                    <a:pt x="41698" y="250819"/>
                  </a:cubicBezTo>
                  <a:cubicBezTo>
                    <a:pt x="41496" y="250684"/>
                    <a:pt x="39679" y="248363"/>
                    <a:pt x="39376" y="248296"/>
                  </a:cubicBezTo>
                  <a:cubicBezTo>
                    <a:pt x="39073" y="248229"/>
                    <a:pt x="37289" y="249372"/>
                    <a:pt x="37054" y="249440"/>
                  </a:cubicBezTo>
                  <a:cubicBezTo>
                    <a:pt x="36818" y="249507"/>
                    <a:pt x="34664" y="251458"/>
                    <a:pt x="34361" y="251626"/>
                  </a:cubicBezTo>
                  <a:cubicBezTo>
                    <a:pt x="34058" y="251761"/>
                    <a:pt x="33419" y="252131"/>
                    <a:pt x="32914" y="252636"/>
                  </a:cubicBezTo>
                  <a:cubicBezTo>
                    <a:pt x="32409" y="253140"/>
                    <a:pt x="31905" y="253577"/>
                    <a:pt x="30727" y="253880"/>
                  </a:cubicBezTo>
                  <a:cubicBezTo>
                    <a:pt x="29582" y="254183"/>
                    <a:pt x="26890" y="252736"/>
                    <a:pt x="26890" y="252736"/>
                  </a:cubicBezTo>
                  <a:cubicBezTo>
                    <a:pt x="26890" y="252736"/>
                    <a:pt x="24635" y="253241"/>
                    <a:pt x="24366" y="253308"/>
                  </a:cubicBezTo>
                  <a:cubicBezTo>
                    <a:pt x="24063" y="253376"/>
                    <a:pt x="19351" y="253813"/>
                    <a:pt x="19351" y="253813"/>
                  </a:cubicBezTo>
                  <a:lnTo>
                    <a:pt x="16020" y="254957"/>
                  </a:lnTo>
                  <a:cubicBezTo>
                    <a:pt x="16020" y="254957"/>
                    <a:pt x="14135" y="258926"/>
                    <a:pt x="13697" y="259431"/>
                  </a:cubicBezTo>
                  <a:cubicBezTo>
                    <a:pt x="13260" y="259935"/>
                    <a:pt x="10938" y="261819"/>
                    <a:pt x="10870" y="262391"/>
                  </a:cubicBezTo>
                  <a:cubicBezTo>
                    <a:pt x="10803" y="262963"/>
                    <a:pt x="9524" y="266596"/>
                    <a:pt x="9524" y="266596"/>
                  </a:cubicBezTo>
                  <a:lnTo>
                    <a:pt x="8683" y="272685"/>
                  </a:lnTo>
                  <a:lnTo>
                    <a:pt x="8683" y="276520"/>
                  </a:lnTo>
                  <a:lnTo>
                    <a:pt x="6933" y="283315"/>
                  </a:lnTo>
                  <a:lnTo>
                    <a:pt x="6933" y="288664"/>
                  </a:lnTo>
                  <a:cubicBezTo>
                    <a:pt x="6933" y="288664"/>
                    <a:pt x="4476" y="291691"/>
                    <a:pt x="3904" y="292869"/>
                  </a:cubicBezTo>
                  <a:cubicBezTo>
                    <a:pt x="3332" y="294012"/>
                    <a:pt x="1716" y="298957"/>
                    <a:pt x="1716" y="298957"/>
                  </a:cubicBezTo>
                  <a:lnTo>
                    <a:pt x="2457" y="303028"/>
                  </a:lnTo>
                  <a:cubicBezTo>
                    <a:pt x="2457" y="303028"/>
                    <a:pt x="4207" y="308545"/>
                    <a:pt x="4779" y="309116"/>
                  </a:cubicBezTo>
                  <a:cubicBezTo>
                    <a:pt x="5351" y="309688"/>
                    <a:pt x="6361" y="314331"/>
                    <a:pt x="6361" y="314331"/>
                  </a:cubicBezTo>
                  <a:lnTo>
                    <a:pt x="8380" y="320554"/>
                  </a:lnTo>
                  <a:lnTo>
                    <a:pt x="12284" y="325196"/>
                  </a:lnTo>
                  <a:cubicBezTo>
                    <a:pt x="12284" y="325196"/>
                    <a:pt x="14471" y="327383"/>
                    <a:pt x="15481" y="327955"/>
                  </a:cubicBezTo>
                  <a:cubicBezTo>
                    <a:pt x="16491" y="328527"/>
                    <a:pt x="17366" y="328998"/>
                    <a:pt x="17366" y="328998"/>
                  </a:cubicBezTo>
                  <a:lnTo>
                    <a:pt x="19553" y="330747"/>
                  </a:lnTo>
                  <a:lnTo>
                    <a:pt x="21169" y="333371"/>
                  </a:lnTo>
                  <a:lnTo>
                    <a:pt x="21068" y="335860"/>
                  </a:lnTo>
                  <a:lnTo>
                    <a:pt x="20092" y="336835"/>
                  </a:lnTo>
                  <a:lnTo>
                    <a:pt x="15952" y="342252"/>
                  </a:lnTo>
                  <a:cubicBezTo>
                    <a:pt x="15952" y="342252"/>
                    <a:pt x="14202" y="342891"/>
                    <a:pt x="14101" y="343227"/>
                  </a:cubicBezTo>
                  <a:cubicBezTo>
                    <a:pt x="14000" y="343563"/>
                    <a:pt x="12688" y="345178"/>
                    <a:pt x="12688" y="345178"/>
                  </a:cubicBezTo>
                  <a:cubicBezTo>
                    <a:pt x="12688" y="345178"/>
                    <a:pt x="12250" y="347466"/>
                    <a:pt x="12048" y="347903"/>
                  </a:cubicBezTo>
                  <a:cubicBezTo>
                    <a:pt x="11846" y="348340"/>
                    <a:pt x="10971" y="350191"/>
                    <a:pt x="10971" y="350191"/>
                  </a:cubicBezTo>
                  <a:cubicBezTo>
                    <a:pt x="10971" y="350191"/>
                    <a:pt x="9659" y="351603"/>
                    <a:pt x="9659" y="352142"/>
                  </a:cubicBezTo>
                  <a:cubicBezTo>
                    <a:pt x="9659" y="352680"/>
                    <a:pt x="9322" y="354194"/>
                    <a:pt x="9322" y="354194"/>
                  </a:cubicBezTo>
                  <a:cubicBezTo>
                    <a:pt x="9322" y="354194"/>
                    <a:pt x="9120" y="356582"/>
                    <a:pt x="9120" y="356918"/>
                  </a:cubicBezTo>
                  <a:cubicBezTo>
                    <a:pt x="9120" y="357255"/>
                    <a:pt x="9894" y="359946"/>
                    <a:pt x="10197" y="360081"/>
                  </a:cubicBezTo>
                  <a:cubicBezTo>
                    <a:pt x="10534" y="360181"/>
                    <a:pt x="11611" y="363007"/>
                    <a:pt x="11611" y="363007"/>
                  </a:cubicBezTo>
                  <a:lnTo>
                    <a:pt x="12923" y="365631"/>
                  </a:lnTo>
                  <a:lnTo>
                    <a:pt x="12048" y="372157"/>
                  </a:lnTo>
                  <a:lnTo>
                    <a:pt x="11409" y="374983"/>
                  </a:lnTo>
                  <a:lnTo>
                    <a:pt x="10769" y="376497"/>
                  </a:lnTo>
                  <a:lnTo>
                    <a:pt x="7168" y="380836"/>
                  </a:lnTo>
                  <a:lnTo>
                    <a:pt x="6529" y="384436"/>
                  </a:lnTo>
                  <a:cubicBezTo>
                    <a:pt x="6529" y="384436"/>
                    <a:pt x="5116" y="387800"/>
                    <a:pt x="4880" y="388338"/>
                  </a:cubicBezTo>
                  <a:cubicBezTo>
                    <a:pt x="4678" y="388876"/>
                    <a:pt x="3365" y="390625"/>
                    <a:pt x="3130" y="391063"/>
                  </a:cubicBezTo>
                  <a:cubicBezTo>
                    <a:pt x="2928" y="391500"/>
                    <a:pt x="2356" y="392240"/>
                    <a:pt x="1615" y="393451"/>
                  </a:cubicBezTo>
                  <a:cubicBezTo>
                    <a:pt x="841" y="394662"/>
                    <a:pt x="0" y="396916"/>
                    <a:pt x="0" y="399002"/>
                  </a:cubicBezTo>
                  <a:cubicBezTo>
                    <a:pt x="0" y="401054"/>
                    <a:pt x="0" y="403442"/>
                    <a:pt x="0" y="403442"/>
                  </a:cubicBezTo>
                  <a:cubicBezTo>
                    <a:pt x="0" y="403442"/>
                    <a:pt x="2389" y="406705"/>
                    <a:pt x="3904" y="408017"/>
                  </a:cubicBezTo>
                  <a:cubicBezTo>
                    <a:pt x="5418" y="409329"/>
                    <a:pt x="8481" y="412592"/>
                    <a:pt x="9558" y="413567"/>
                  </a:cubicBezTo>
                  <a:cubicBezTo>
                    <a:pt x="10635" y="414543"/>
                    <a:pt x="11846" y="415956"/>
                    <a:pt x="11846" y="415956"/>
                  </a:cubicBezTo>
                  <a:cubicBezTo>
                    <a:pt x="11846" y="415956"/>
                    <a:pt x="12923" y="417571"/>
                    <a:pt x="13058" y="418681"/>
                  </a:cubicBezTo>
                  <a:cubicBezTo>
                    <a:pt x="13159" y="419757"/>
                    <a:pt x="13058" y="423996"/>
                    <a:pt x="13058" y="424433"/>
                  </a:cubicBezTo>
                  <a:cubicBezTo>
                    <a:pt x="13058" y="424871"/>
                    <a:pt x="12082" y="429311"/>
                    <a:pt x="12082" y="429311"/>
                  </a:cubicBezTo>
                  <a:lnTo>
                    <a:pt x="12520" y="433886"/>
                  </a:lnTo>
                  <a:cubicBezTo>
                    <a:pt x="12520" y="433886"/>
                    <a:pt x="12856" y="436476"/>
                    <a:pt x="12856" y="436913"/>
                  </a:cubicBezTo>
                  <a:cubicBezTo>
                    <a:pt x="12856" y="437351"/>
                    <a:pt x="13630" y="440378"/>
                    <a:pt x="13731" y="440715"/>
                  </a:cubicBezTo>
                  <a:cubicBezTo>
                    <a:pt x="13832" y="441051"/>
                    <a:pt x="15919" y="443103"/>
                    <a:pt x="16121" y="443978"/>
                  </a:cubicBezTo>
                  <a:cubicBezTo>
                    <a:pt x="16322" y="444852"/>
                    <a:pt x="18173" y="446602"/>
                    <a:pt x="20024" y="448015"/>
                  </a:cubicBezTo>
                  <a:cubicBezTo>
                    <a:pt x="21875" y="449427"/>
                    <a:pt x="24029" y="450403"/>
                    <a:pt x="24164" y="450739"/>
                  </a:cubicBezTo>
                  <a:cubicBezTo>
                    <a:pt x="24265" y="451076"/>
                    <a:pt x="26015" y="452354"/>
                    <a:pt x="26015" y="452354"/>
                  </a:cubicBezTo>
                  <a:lnTo>
                    <a:pt x="28404" y="453431"/>
                  </a:lnTo>
                  <a:lnTo>
                    <a:pt x="31669" y="455920"/>
                  </a:lnTo>
                  <a:cubicBezTo>
                    <a:pt x="31669" y="455920"/>
                    <a:pt x="33082" y="456895"/>
                    <a:pt x="33857" y="457232"/>
                  </a:cubicBezTo>
                  <a:cubicBezTo>
                    <a:pt x="34631" y="457568"/>
                    <a:pt x="36145" y="457972"/>
                    <a:pt x="37020" y="457232"/>
                  </a:cubicBezTo>
                  <a:cubicBezTo>
                    <a:pt x="37895" y="456458"/>
                    <a:pt x="38535" y="455045"/>
                    <a:pt x="38669" y="454608"/>
                  </a:cubicBezTo>
                  <a:cubicBezTo>
                    <a:pt x="38770" y="454171"/>
                    <a:pt x="39309" y="452993"/>
                    <a:pt x="39746" y="452859"/>
                  </a:cubicBezTo>
                  <a:cubicBezTo>
                    <a:pt x="40184" y="452758"/>
                    <a:pt x="40722" y="452320"/>
                    <a:pt x="40722" y="452320"/>
                  </a:cubicBezTo>
                  <a:cubicBezTo>
                    <a:pt x="40722" y="452320"/>
                    <a:pt x="44761" y="453195"/>
                    <a:pt x="45164" y="453397"/>
                  </a:cubicBezTo>
                  <a:cubicBezTo>
                    <a:pt x="45602" y="453599"/>
                    <a:pt x="47217" y="454911"/>
                    <a:pt x="48092" y="455684"/>
                  </a:cubicBezTo>
                  <a:cubicBezTo>
                    <a:pt x="48967" y="456458"/>
                    <a:pt x="49741" y="457534"/>
                    <a:pt x="51357" y="458948"/>
                  </a:cubicBezTo>
                  <a:cubicBezTo>
                    <a:pt x="52972" y="460360"/>
                    <a:pt x="55496" y="461773"/>
                    <a:pt x="55496" y="461773"/>
                  </a:cubicBezTo>
                  <a:lnTo>
                    <a:pt x="56809" y="462547"/>
                  </a:lnTo>
                  <a:cubicBezTo>
                    <a:pt x="56809" y="462547"/>
                    <a:pt x="60847" y="465474"/>
                    <a:pt x="61689" y="466012"/>
                  </a:cubicBezTo>
                  <a:cubicBezTo>
                    <a:pt x="62564" y="466550"/>
                    <a:pt x="61150" y="466113"/>
                    <a:pt x="63876" y="466651"/>
                  </a:cubicBezTo>
                  <a:cubicBezTo>
                    <a:pt x="66602" y="467189"/>
                    <a:pt x="69867" y="468602"/>
                    <a:pt x="69867" y="468602"/>
                  </a:cubicBezTo>
                  <a:cubicBezTo>
                    <a:pt x="69867" y="468602"/>
                    <a:pt x="73030" y="470015"/>
                    <a:pt x="73905" y="470553"/>
                  </a:cubicBezTo>
                  <a:cubicBezTo>
                    <a:pt x="74780" y="471091"/>
                    <a:pt x="77506" y="473581"/>
                    <a:pt x="77506" y="473581"/>
                  </a:cubicBezTo>
                  <a:lnTo>
                    <a:pt x="79257" y="476171"/>
                  </a:lnTo>
                  <a:lnTo>
                    <a:pt x="80031" y="479198"/>
                  </a:lnTo>
                  <a:lnTo>
                    <a:pt x="81781" y="482462"/>
                  </a:lnTo>
                  <a:cubicBezTo>
                    <a:pt x="81781" y="482462"/>
                    <a:pt x="82656" y="484648"/>
                    <a:pt x="82757" y="485085"/>
                  </a:cubicBezTo>
                  <a:cubicBezTo>
                    <a:pt x="82858" y="485523"/>
                    <a:pt x="84372" y="489761"/>
                    <a:pt x="84372" y="489761"/>
                  </a:cubicBezTo>
                  <a:lnTo>
                    <a:pt x="85987" y="493798"/>
                  </a:lnTo>
                  <a:lnTo>
                    <a:pt x="87939" y="495985"/>
                  </a:lnTo>
                  <a:lnTo>
                    <a:pt x="89891" y="499012"/>
                  </a:lnTo>
                  <a:lnTo>
                    <a:pt x="92180" y="503352"/>
                  </a:lnTo>
                  <a:cubicBezTo>
                    <a:pt x="92180" y="503352"/>
                    <a:pt x="92281" y="503991"/>
                    <a:pt x="93055" y="505303"/>
                  </a:cubicBezTo>
                  <a:cubicBezTo>
                    <a:pt x="93829" y="506615"/>
                    <a:pt x="96858" y="512266"/>
                    <a:pt x="97194" y="513242"/>
                  </a:cubicBezTo>
                  <a:cubicBezTo>
                    <a:pt x="97531" y="514217"/>
                    <a:pt x="97834" y="515630"/>
                    <a:pt x="98507" y="516606"/>
                  </a:cubicBezTo>
                  <a:cubicBezTo>
                    <a:pt x="99146" y="517581"/>
                    <a:pt x="101334" y="518792"/>
                    <a:pt x="101570" y="519230"/>
                  </a:cubicBezTo>
                  <a:cubicBezTo>
                    <a:pt x="101771" y="519667"/>
                    <a:pt x="102445" y="521282"/>
                    <a:pt x="102747" y="521719"/>
                  </a:cubicBezTo>
                  <a:cubicBezTo>
                    <a:pt x="103084" y="522156"/>
                    <a:pt x="108839" y="526933"/>
                    <a:pt x="108839" y="526933"/>
                  </a:cubicBezTo>
                  <a:lnTo>
                    <a:pt x="113079" y="531710"/>
                  </a:lnTo>
                  <a:lnTo>
                    <a:pt x="117858" y="535309"/>
                  </a:lnTo>
                  <a:lnTo>
                    <a:pt x="121998" y="539010"/>
                  </a:lnTo>
                  <a:lnTo>
                    <a:pt x="129402" y="544123"/>
                  </a:lnTo>
                  <a:lnTo>
                    <a:pt x="134181" y="547487"/>
                  </a:lnTo>
                  <a:lnTo>
                    <a:pt x="137445" y="551187"/>
                  </a:lnTo>
                  <a:lnTo>
                    <a:pt x="144412" y="557377"/>
                  </a:lnTo>
                  <a:lnTo>
                    <a:pt x="147878" y="560741"/>
                  </a:lnTo>
                  <a:lnTo>
                    <a:pt x="151244" y="565753"/>
                  </a:lnTo>
                  <a:lnTo>
                    <a:pt x="153431" y="570766"/>
                  </a:lnTo>
                  <a:lnTo>
                    <a:pt x="158008" y="574802"/>
                  </a:lnTo>
                  <a:lnTo>
                    <a:pt x="159085" y="575442"/>
                  </a:lnTo>
                  <a:lnTo>
                    <a:pt x="161138" y="578772"/>
                  </a:lnTo>
                  <a:lnTo>
                    <a:pt x="163090" y="579916"/>
                  </a:lnTo>
                  <a:lnTo>
                    <a:pt x="166220" y="579916"/>
                  </a:lnTo>
                  <a:lnTo>
                    <a:pt x="167095" y="580992"/>
                  </a:lnTo>
                  <a:lnTo>
                    <a:pt x="170124" y="584591"/>
                  </a:lnTo>
                  <a:lnTo>
                    <a:pt x="170360" y="586879"/>
                  </a:lnTo>
                  <a:lnTo>
                    <a:pt x="170561" y="589166"/>
                  </a:lnTo>
                  <a:cubicBezTo>
                    <a:pt x="170561" y="589166"/>
                    <a:pt x="170797" y="590478"/>
                    <a:pt x="170662" y="590916"/>
                  </a:cubicBezTo>
                  <a:cubicBezTo>
                    <a:pt x="170561" y="591353"/>
                    <a:pt x="170561" y="593842"/>
                    <a:pt x="170561" y="593842"/>
                  </a:cubicBezTo>
                  <a:lnTo>
                    <a:pt x="170561" y="596466"/>
                  </a:lnTo>
                  <a:cubicBezTo>
                    <a:pt x="170561" y="596466"/>
                    <a:pt x="170662" y="599494"/>
                    <a:pt x="170797" y="600267"/>
                  </a:cubicBezTo>
                  <a:cubicBezTo>
                    <a:pt x="170898" y="601008"/>
                    <a:pt x="171571" y="601680"/>
                    <a:pt x="171874" y="602757"/>
                  </a:cubicBezTo>
                  <a:cubicBezTo>
                    <a:pt x="172211" y="603833"/>
                    <a:pt x="172749" y="604170"/>
                    <a:pt x="172951" y="604809"/>
                  </a:cubicBezTo>
                  <a:cubicBezTo>
                    <a:pt x="173153" y="605448"/>
                    <a:pt x="174028" y="606995"/>
                    <a:pt x="174129" y="607635"/>
                  </a:cubicBezTo>
                  <a:cubicBezTo>
                    <a:pt x="174230" y="608274"/>
                    <a:pt x="174903" y="609586"/>
                    <a:pt x="175206" y="610225"/>
                  </a:cubicBezTo>
                  <a:cubicBezTo>
                    <a:pt x="175542" y="610864"/>
                    <a:pt x="176182" y="612512"/>
                    <a:pt x="176182" y="612512"/>
                  </a:cubicBezTo>
                  <a:cubicBezTo>
                    <a:pt x="176182" y="612512"/>
                    <a:pt x="176821" y="613690"/>
                    <a:pt x="177393" y="614026"/>
                  </a:cubicBezTo>
                  <a:cubicBezTo>
                    <a:pt x="177932" y="614362"/>
                    <a:pt x="177595" y="614564"/>
                    <a:pt x="178470" y="614564"/>
                  </a:cubicBezTo>
                  <a:cubicBezTo>
                    <a:pt x="179345" y="614564"/>
                    <a:pt x="180321" y="614228"/>
                    <a:pt x="180961" y="614564"/>
                  </a:cubicBezTo>
                  <a:cubicBezTo>
                    <a:pt x="181600" y="614901"/>
                    <a:pt x="183014" y="615203"/>
                    <a:pt x="183014" y="615203"/>
                  </a:cubicBezTo>
                  <a:cubicBezTo>
                    <a:pt x="183014" y="615203"/>
                    <a:pt x="184865" y="615405"/>
                    <a:pt x="185504" y="615203"/>
                  </a:cubicBezTo>
                  <a:cubicBezTo>
                    <a:pt x="186144" y="615002"/>
                    <a:pt x="187557" y="614665"/>
                    <a:pt x="187557" y="614665"/>
                  </a:cubicBezTo>
                  <a:cubicBezTo>
                    <a:pt x="187557" y="614665"/>
                    <a:pt x="187456" y="615540"/>
                    <a:pt x="188331" y="614463"/>
                  </a:cubicBezTo>
                  <a:cubicBezTo>
                    <a:pt x="189206" y="613387"/>
                    <a:pt x="188970" y="614262"/>
                    <a:pt x="189206" y="613387"/>
                  </a:cubicBezTo>
                  <a:cubicBezTo>
                    <a:pt x="189408" y="612512"/>
                    <a:pt x="189644" y="610898"/>
                    <a:pt x="189644" y="610898"/>
                  </a:cubicBezTo>
                  <a:cubicBezTo>
                    <a:pt x="189644" y="610898"/>
                    <a:pt x="189845" y="610124"/>
                    <a:pt x="189980" y="609821"/>
                  </a:cubicBezTo>
                  <a:cubicBezTo>
                    <a:pt x="190081" y="609485"/>
                    <a:pt x="190182" y="608610"/>
                    <a:pt x="190182" y="607870"/>
                  </a:cubicBezTo>
                  <a:cubicBezTo>
                    <a:pt x="190182" y="607096"/>
                    <a:pt x="190283" y="605818"/>
                    <a:pt x="190283" y="605818"/>
                  </a:cubicBezTo>
                  <a:cubicBezTo>
                    <a:pt x="190283" y="605818"/>
                    <a:pt x="191057" y="604843"/>
                    <a:pt x="191360" y="604742"/>
                  </a:cubicBezTo>
                  <a:cubicBezTo>
                    <a:pt x="191696" y="604641"/>
                    <a:pt x="191360" y="603430"/>
                    <a:pt x="191898" y="602891"/>
                  </a:cubicBezTo>
                  <a:cubicBezTo>
                    <a:pt x="192437" y="602353"/>
                    <a:pt x="193850" y="601277"/>
                    <a:pt x="193850" y="601277"/>
                  </a:cubicBezTo>
                  <a:lnTo>
                    <a:pt x="196576" y="599864"/>
                  </a:lnTo>
                  <a:lnTo>
                    <a:pt x="199168" y="598989"/>
                  </a:lnTo>
                  <a:lnTo>
                    <a:pt x="201793" y="597476"/>
                  </a:lnTo>
                  <a:lnTo>
                    <a:pt x="203644" y="596164"/>
                  </a:lnTo>
                  <a:cubicBezTo>
                    <a:pt x="203644" y="596164"/>
                    <a:pt x="204182" y="596164"/>
                    <a:pt x="205057" y="595625"/>
                  </a:cubicBezTo>
                  <a:cubicBezTo>
                    <a:pt x="205932" y="595087"/>
                    <a:pt x="206269" y="593775"/>
                    <a:pt x="206908" y="593573"/>
                  </a:cubicBezTo>
                  <a:cubicBezTo>
                    <a:pt x="207548" y="593371"/>
                    <a:pt x="208524" y="593371"/>
                    <a:pt x="208961" y="593035"/>
                  </a:cubicBezTo>
                  <a:cubicBezTo>
                    <a:pt x="209399" y="592699"/>
                    <a:pt x="209937" y="592497"/>
                    <a:pt x="210577" y="592396"/>
                  </a:cubicBezTo>
                  <a:cubicBezTo>
                    <a:pt x="211216" y="592295"/>
                    <a:pt x="212091" y="592194"/>
                    <a:pt x="212091" y="591757"/>
                  </a:cubicBezTo>
                  <a:cubicBezTo>
                    <a:pt x="212091" y="591319"/>
                    <a:pt x="212293" y="589907"/>
                    <a:pt x="212293" y="589469"/>
                  </a:cubicBezTo>
                  <a:cubicBezTo>
                    <a:pt x="212293" y="589032"/>
                    <a:pt x="212192" y="588931"/>
                    <a:pt x="212192" y="587283"/>
                  </a:cubicBezTo>
                  <a:cubicBezTo>
                    <a:pt x="212192" y="585634"/>
                    <a:pt x="212293" y="584255"/>
                    <a:pt x="212293" y="584255"/>
                  </a:cubicBezTo>
                  <a:lnTo>
                    <a:pt x="212495" y="582943"/>
                  </a:lnTo>
                  <a:lnTo>
                    <a:pt x="213033" y="581732"/>
                  </a:lnTo>
                  <a:lnTo>
                    <a:pt x="213808" y="580117"/>
                  </a:lnTo>
                  <a:cubicBezTo>
                    <a:pt x="213808" y="580117"/>
                    <a:pt x="215019" y="579243"/>
                    <a:pt x="215659" y="579142"/>
                  </a:cubicBezTo>
                  <a:cubicBezTo>
                    <a:pt x="216298" y="579041"/>
                    <a:pt x="218250" y="578267"/>
                    <a:pt x="218250" y="578267"/>
                  </a:cubicBezTo>
                  <a:lnTo>
                    <a:pt x="219462" y="578065"/>
                  </a:lnTo>
                  <a:lnTo>
                    <a:pt x="220774" y="578839"/>
                  </a:lnTo>
                  <a:cubicBezTo>
                    <a:pt x="220774" y="578839"/>
                    <a:pt x="222087" y="578637"/>
                    <a:pt x="222288" y="579075"/>
                  </a:cubicBezTo>
                  <a:cubicBezTo>
                    <a:pt x="222490" y="579512"/>
                    <a:pt x="223063" y="580689"/>
                    <a:pt x="223365" y="580925"/>
                  </a:cubicBezTo>
                  <a:cubicBezTo>
                    <a:pt x="223702" y="581160"/>
                    <a:pt x="224341" y="581564"/>
                    <a:pt x="224577" y="581900"/>
                  </a:cubicBezTo>
                  <a:cubicBezTo>
                    <a:pt x="224813" y="582237"/>
                    <a:pt x="226630" y="583852"/>
                    <a:pt x="226966" y="583952"/>
                  </a:cubicBezTo>
                  <a:cubicBezTo>
                    <a:pt x="227303" y="584053"/>
                    <a:pt x="227303" y="583515"/>
                    <a:pt x="228043" y="583078"/>
                  </a:cubicBezTo>
                  <a:cubicBezTo>
                    <a:pt x="228817" y="582640"/>
                    <a:pt x="228918" y="582977"/>
                    <a:pt x="229659" y="582001"/>
                  </a:cubicBezTo>
                  <a:cubicBezTo>
                    <a:pt x="230433" y="581026"/>
                    <a:pt x="229861" y="581463"/>
                    <a:pt x="230433" y="581026"/>
                  </a:cubicBezTo>
                  <a:cubicBezTo>
                    <a:pt x="230971" y="580588"/>
                    <a:pt x="231914" y="580218"/>
                    <a:pt x="231914" y="580218"/>
                  </a:cubicBezTo>
                  <a:lnTo>
                    <a:pt x="233596" y="579781"/>
                  </a:lnTo>
                  <a:lnTo>
                    <a:pt x="236323" y="579714"/>
                  </a:lnTo>
                  <a:lnTo>
                    <a:pt x="237837" y="580353"/>
                  </a:lnTo>
                  <a:cubicBezTo>
                    <a:pt x="237837" y="580353"/>
                    <a:pt x="239049" y="582102"/>
                    <a:pt x="239183" y="582270"/>
                  </a:cubicBezTo>
                  <a:cubicBezTo>
                    <a:pt x="239351" y="582438"/>
                    <a:pt x="241573" y="584827"/>
                    <a:pt x="241573" y="584827"/>
                  </a:cubicBezTo>
                  <a:lnTo>
                    <a:pt x="243693" y="587754"/>
                  </a:lnTo>
                  <a:lnTo>
                    <a:pt x="245645" y="590075"/>
                  </a:lnTo>
                  <a:lnTo>
                    <a:pt x="250592" y="595053"/>
                  </a:lnTo>
                  <a:lnTo>
                    <a:pt x="255337" y="597711"/>
                  </a:lnTo>
                  <a:cubicBezTo>
                    <a:pt x="255337" y="597711"/>
                    <a:pt x="259208" y="600200"/>
                    <a:pt x="259409" y="600200"/>
                  </a:cubicBezTo>
                  <a:cubicBezTo>
                    <a:pt x="259611" y="600200"/>
                    <a:pt x="261698" y="600402"/>
                    <a:pt x="262405" y="600570"/>
                  </a:cubicBezTo>
                  <a:cubicBezTo>
                    <a:pt x="263112" y="600738"/>
                    <a:pt x="266309" y="600839"/>
                    <a:pt x="266915" y="600839"/>
                  </a:cubicBezTo>
                  <a:cubicBezTo>
                    <a:pt x="267520" y="600839"/>
                    <a:pt x="270448" y="600839"/>
                    <a:pt x="270448" y="600839"/>
                  </a:cubicBezTo>
                  <a:lnTo>
                    <a:pt x="271761" y="600974"/>
                  </a:lnTo>
                  <a:lnTo>
                    <a:pt x="274083" y="602151"/>
                  </a:lnTo>
                  <a:cubicBezTo>
                    <a:pt x="274083" y="602151"/>
                    <a:pt x="274958" y="602656"/>
                    <a:pt x="275160" y="603228"/>
                  </a:cubicBezTo>
                  <a:cubicBezTo>
                    <a:pt x="275362" y="603800"/>
                    <a:pt x="276102" y="606054"/>
                    <a:pt x="276102" y="606054"/>
                  </a:cubicBezTo>
                  <a:cubicBezTo>
                    <a:pt x="276102" y="606054"/>
                    <a:pt x="276237" y="607635"/>
                    <a:pt x="276237" y="608005"/>
                  </a:cubicBezTo>
                  <a:cubicBezTo>
                    <a:pt x="276237" y="608375"/>
                    <a:pt x="275867" y="609518"/>
                    <a:pt x="275867" y="609754"/>
                  </a:cubicBezTo>
                  <a:cubicBezTo>
                    <a:pt x="275867" y="609956"/>
                    <a:pt x="275294" y="612075"/>
                    <a:pt x="275294" y="612075"/>
                  </a:cubicBezTo>
                  <a:lnTo>
                    <a:pt x="274924" y="614026"/>
                  </a:lnTo>
                  <a:cubicBezTo>
                    <a:pt x="274924" y="614026"/>
                    <a:pt x="274722" y="615977"/>
                    <a:pt x="274722" y="616616"/>
                  </a:cubicBezTo>
                  <a:cubicBezTo>
                    <a:pt x="274722" y="617256"/>
                    <a:pt x="274722" y="618803"/>
                    <a:pt x="274588" y="619139"/>
                  </a:cubicBezTo>
                  <a:cubicBezTo>
                    <a:pt x="274453" y="619509"/>
                    <a:pt x="274520" y="620956"/>
                    <a:pt x="274520" y="620956"/>
                  </a:cubicBezTo>
                  <a:cubicBezTo>
                    <a:pt x="274520" y="620956"/>
                    <a:pt x="275463" y="623075"/>
                    <a:pt x="275463" y="623479"/>
                  </a:cubicBezTo>
                  <a:cubicBezTo>
                    <a:pt x="275463" y="623916"/>
                    <a:pt x="276102" y="625430"/>
                    <a:pt x="276102" y="625430"/>
                  </a:cubicBezTo>
                  <a:lnTo>
                    <a:pt x="277482" y="630274"/>
                  </a:lnTo>
                  <a:cubicBezTo>
                    <a:pt x="277482" y="630274"/>
                    <a:pt x="277785" y="632898"/>
                    <a:pt x="277785" y="633167"/>
                  </a:cubicBezTo>
                  <a:cubicBezTo>
                    <a:pt x="277785" y="633470"/>
                    <a:pt x="278290" y="635253"/>
                    <a:pt x="278357" y="635556"/>
                  </a:cubicBezTo>
                  <a:cubicBezTo>
                    <a:pt x="278424" y="635858"/>
                    <a:pt x="280174" y="637372"/>
                    <a:pt x="280174" y="637372"/>
                  </a:cubicBezTo>
                  <a:lnTo>
                    <a:pt x="281622" y="639390"/>
                  </a:lnTo>
                  <a:cubicBezTo>
                    <a:pt x="281622" y="639390"/>
                    <a:pt x="282126" y="639761"/>
                    <a:pt x="282429" y="639895"/>
                  </a:cubicBezTo>
                  <a:cubicBezTo>
                    <a:pt x="282732" y="640030"/>
                    <a:pt x="284886" y="641207"/>
                    <a:pt x="284886" y="641207"/>
                  </a:cubicBezTo>
                  <a:lnTo>
                    <a:pt x="286973" y="642519"/>
                  </a:lnTo>
                  <a:lnTo>
                    <a:pt x="290002" y="643966"/>
                  </a:lnTo>
                  <a:lnTo>
                    <a:pt x="293905" y="646421"/>
                  </a:lnTo>
                  <a:cubicBezTo>
                    <a:pt x="293905" y="646421"/>
                    <a:pt x="297607" y="648742"/>
                    <a:pt x="297877" y="649045"/>
                  </a:cubicBezTo>
                  <a:cubicBezTo>
                    <a:pt x="298180" y="649348"/>
                    <a:pt x="302285" y="652745"/>
                    <a:pt x="302285" y="652745"/>
                  </a:cubicBezTo>
                  <a:cubicBezTo>
                    <a:pt x="302285" y="652745"/>
                    <a:pt x="303295" y="654697"/>
                    <a:pt x="303531" y="655134"/>
                  </a:cubicBezTo>
                  <a:cubicBezTo>
                    <a:pt x="303733" y="655571"/>
                    <a:pt x="305718" y="659036"/>
                    <a:pt x="306290" y="660045"/>
                  </a:cubicBezTo>
                  <a:cubicBezTo>
                    <a:pt x="306862" y="661054"/>
                    <a:pt x="310127" y="665259"/>
                    <a:pt x="310497" y="665999"/>
                  </a:cubicBezTo>
                  <a:cubicBezTo>
                    <a:pt x="310867" y="666706"/>
                    <a:pt x="312685" y="669767"/>
                    <a:pt x="312685" y="669767"/>
                  </a:cubicBezTo>
                  <a:cubicBezTo>
                    <a:pt x="312685" y="669767"/>
                    <a:pt x="314435" y="673030"/>
                    <a:pt x="314435" y="673333"/>
                  </a:cubicBezTo>
                  <a:cubicBezTo>
                    <a:pt x="314435" y="673635"/>
                    <a:pt x="314805" y="677100"/>
                    <a:pt x="314805" y="677807"/>
                  </a:cubicBezTo>
                  <a:cubicBezTo>
                    <a:pt x="314805" y="678547"/>
                    <a:pt x="314805" y="681642"/>
                    <a:pt x="314805" y="681642"/>
                  </a:cubicBezTo>
                  <a:lnTo>
                    <a:pt x="317262" y="684669"/>
                  </a:lnTo>
                  <a:cubicBezTo>
                    <a:pt x="317262" y="684669"/>
                    <a:pt x="319887" y="687125"/>
                    <a:pt x="320223" y="687630"/>
                  </a:cubicBezTo>
                  <a:cubicBezTo>
                    <a:pt x="320594" y="688134"/>
                    <a:pt x="324632" y="690825"/>
                    <a:pt x="325137" y="690893"/>
                  </a:cubicBezTo>
                  <a:cubicBezTo>
                    <a:pt x="325642" y="690960"/>
                    <a:pt x="328536" y="692709"/>
                    <a:pt x="329041" y="693079"/>
                  </a:cubicBezTo>
                  <a:cubicBezTo>
                    <a:pt x="329546" y="693449"/>
                    <a:pt x="335637" y="696275"/>
                    <a:pt x="336075" y="696981"/>
                  </a:cubicBezTo>
                  <a:cubicBezTo>
                    <a:pt x="336512" y="697722"/>
                    <a:pt x="339911" y="700816"/>
                    <a:pt x="340349" y="701254"/>
                  </a:cubicBezTo>
                  <a:cubicBezTo>
                    <a:pt x="340786" y="701691"/>
                    <a:pt x="344993" y="705257"/>
                    <a:pt x="344993" y="705257"/>
                  </a:cubicBezTo>
                  <a:cubicBezTo>
                    <a:pt x="344993" y="705257"/>
                    <a:pt x="348190" y="708015"/>
                    <a:pt x="348460" y="708015"/>
                  </a:cubicBezTo>
                  <a:cubicBezTo>
                    <a:pt x="348762" y="708015"/>
                    <a:pt x="353104" y="709765"/>
                    <a:pt x="353373" y="709765"/>
                  </a:cubicBezTo>
                  <a:cubicBezTo>
                    <a:pt x="353676" y="709765"/>
                    <a:pt x="356772" y="709394"/>
                    <a:pt x="357210" y="709765"/>
                  </a:cubicBezTo>
                  <a:cubicBezTo>
                    <a:pt x="357647" y="710135"/>
                    <a:pt x="359296" y="711211"/>
                    <a:pt x="359296" y="711211"/>
                  </a:cubicBezTo>
                  <a:cubicBezTo>
                    <a:pt x="359296" y="711211"/>
                    <a:pt x="361114" y="713398"/>
                    <a:pt x="361181" y="713667"/>
                  </a:cubicBezTo>
                  <a:cubicBezTo>
                    <a:pt x="361248" y="713970"/>
                    <a:pt x="362830" y="715921"/>
                    <a:pt x="363066" y="716560"/>
                  </a:cubicBezTo>
                  <a:cubicBezTo>
                    <a:pt x="363301" y="717199"/>
                    <a:pt x="363941" y="719688"/>
                    <a:pt x="364075" y="720462"/>
                  </a:cubicBezTo>
                  <a:cubicBezTo>
                    <a:pt x="364210" y="721269"/>
                    <a:pt x="364950" y="723927"/>
                    <a:pt x="364950" y="724230"/>
                  </a:cubicBezTo>
                  <a:cubicBezTo>
                    <a:pt x="364950" y="724532"/>
                    <a:pt x="365320" y="726113"/>
                    <a:pt x="365455" y="726483"/>
                  </a:cubicBezTo>
                  <a:cubicBezTo>
                    <a:pt x="365590" y="726853"/>
                    <a:pt x="366700" y="728435"/>
                    <a:pt x="366768" y="728636"/>
                  </a:cubicBezTo>
                  <a:cubicBezTo>
                    <a:pt x="366835" y="728872"/>
                    <a:pt x="367845" y="734860"/>
                    <a:pt x="367845" y="734860"/>
                  </a:cubicBezTo>
                  <a:cubicBezTo>
                    <a:pt x="367845" y="734860"/>
                    <a:pt x="367979" y="736441"/>
                    <a:pt x="368282" y="737114"/>
                  </a:cubicBezTo>
                  <a:cubicBezTo>
                    <a:pt x="368585" y="737753"/>
                    <a:pt x="371816" y="739199"/>
                    <a:pt x="371816" y="739435"/>
                  </a:cubicBezTo>
                  <a:cubicBezTo>
                    <a:pt x="371816" y="739637"/>
                    <a:pt x="373128" y="742900"/>
                    <a:pt x="373128" y="742900"/>
                  </a:cubicBezTo>
                  <a:cubicBezTo>
                    <a:pt x="373128" y="742900"/>
                    <a:pt x="374710" y="746869"/>
                    <a:pt x="374710" y="747475"/>
                  </a:cubicBezTo>
                  <a:cubicBezTo>
                    <a:pt x="374710" y="748047"/>
                    <a:pt x="375148" y="751242"/>
                    <a:pt x="375148" y="751679"/>
                  </a:cubicBezTo>
                  <a:cubicBezTo>
                    <a:pt x="375148" y="752117"/>
                    <a:pt x="375518" y="753866"/>
                    <a:pt x="375518" y="754135"/>
                  </a:cubicBezTo>
                  <a:cubicBezTo>
                    <a:pt x="375518" y="754404"/>
                    <a:pt x="376460" y="756221"/>
                    <a:pt x="376460" y="756725"/>
                  </a:cubicBezTo>
                  <a:cubicBezTo>
                    <a:pt x="376460" y="757230"/>
                    <a:pt x="377100" y="758609"/>
                    <a:pt x="377403" y="759114"/>
                  </a:cubicBezTo>
                  <a:cubicBezTo>
                    <a:pt x="377705" y="759619"/>
                    <a:pt x="379287" y="762074"/>
                    <a:pt x="379422" y="762377"/>
                  </a:cubicBezTo>
                  <a:cubicBezTo>
                    <a:pt x="379556" y="762680"/>
                    <a:pt x="380229" y="764059"/>
                    <a:pt x="380566" y="764194"/>
                  </a:cubicBezTo>
                  <a:cubicBezTo>
                    <a:pt x="380936" y="764328"/>
                    <a:pt x="383595" y="766010"/>
                    <a:pt x="383965" y="766077"/>
                  </a:cubicBezTo>
                  <a:cubicBezTo>
                    <a:pt x="384335" y="766144"/>
                    <a:pt x="384975" y="765707"/>
                    <a:pt x="385850" y="766077"/>
                  </a:cubicBezTo>
                  <a:cubicBezTo>
                    <a:pt x="386725" y="766447"/>
                    <a:pt x="387869" y="766077"/>
                    <a:pt x="388475" y="766077"/>
                  </a:cubicBezTo>
                  <a:cubicBezTo>
                    <a:pt x="389047" y="766077"/>
                    <a:pt x="389283" y="765640"/>
                    <a:pt x="389989" y="765640"/>
                  </a:cubicBezTo>
                  <a:cubicBezTo>
                    <a:pt x="390696" y="765640"/>
                    <a:pt x="390932" y="765135"/>
                    <a:pt x="391504" y="765135"/>
                  </a:cubicBezTo>
                  <a:cubicBezTo>
                    <a:pt x="392076" y="765135"/>
                    <a:pt x="392446" y="764833"/>
                    <a:pt x="393186" y="764833"/>
                  </a:cubicBezTo>
                  <a:cubicBezTo>
                    <a:pt x="393893" y="764833"/>
                    <a:pt x="394768" y="764530"/>
                    <a:pt x="395273" y="764631"/>
                  </a:cubicBezTo>
                  <a:cubicBezTo>
                    <a:pt x="395778" y="764698"/>
                    <a:pt x="396417" y="765001"/>
                    <a:pt x="396855" y="765001"/>
                  </a:cubicBezTo>
                  <a:cubicBezTo>
                    <a:pt x="397292" y="765001"/>
                    <a:pt x="397090" y="765068"/>
                    <a:pt x="398100" y="764934"/>
                  </a:cubicBezTo>
                  <a:cubicBezTo>
                    <a:pt x="399110" y="764799"/>
                    <a:pt x="399547" y="764732"/>
                    <a:pt x="400490" y="764362"/>
                  </a:cubicBezTo>
                  <a:cubicBezTo>
                    <a:pt x="401432" y="763992"/>
                    <a:pt x="401869" y="763487"/>
                    <a:pt x="402576" y="763218"/>
                  </a:cubicBezTo>
                  <a:cubicBezTo>
                    <a:pt x="403317" y="762949"/>
                    <a:pt x="403014" y="762579"/>
                    <a:pt x="403889" y="762343"/>
                  </a:cubicBezTo>
                  <a:cubicBezTo>
                    <a:pt x="404764" y="762142"/>
                    <a:pt x="404023" y="761704"/>
                    <a:pt x="405773" y="761536"/>
                  </a:cubicBezTo>
                  <a:cubicBezTo>
                    <a:pt x="407523" y="761401"/>
                    <a:pt x="408903" y="760729"/>
                    <a:pt x="409475" y="760729"/>
                  </a:cubicBezTo>
                  <a:cubicBezTo>
                    <a:pt x="410047" y="760729"/>
                    <a:pt x="414692" y="760594"/>
                    <a:pt x="414692" y="760594"/>
                  </a:cubicBezTo>
                  <a:cubicBezTo>
                    <a:pt x="414692" y="760594"/>
                    <a:pt x="415870" y="760460"/>
                    <a:pt x="417014" y="760527"/>
                  </a:cubicBezTo>
                  <a:cubicBezTo>
                    <a:pt x="418158" y="760594"/>
                    <a:pt x="421086" y="760594"/>
                    <a:pt x="421288" y="760661"/>
                  </a:cubicBezTo>
                  <a:cubicBezTo>
                    <a:pt x="421490" y="760729"/>
                    <a:pt x="427077" y="764194"/>
                    <a:pt x="427077" y="764194"/>
                  </a:cubicBezTo>
                  <a:cubicBezTo>
                    <a:pt x="427077" y="764194"/>
                    <a:pt x="428894" y="764126"/>
                    <a:pt x="429163" y="764126"/>
                  </a:cubicBezTo>
                  <a:cubicBezTo>
                    <a:pt x="429466" y="764126"/>
                    <a:pt x="432865" y="766279"/>
                    <a:pt x="433067" y="766245"/>
                  </a:cubicBezTo>
                  <a:cubicBezTo>
                    <a:pt x="433269" y="766245"/>
                    <a:pt x="434885" y="768331"/>
                    <a:pt x="434885" y="768331"/>
                  </a:cubicBezTo>
                  <a:cubicBezTo>
                    <a:pt x="434885" y="768331"/>
                    <a:pt x="435760" y="769845"/>
                    <a:pt x="435961" y="770013"/>
                  </a:cubicBezTo>
                  <a:cubicBezTo>
                    <a:pt x="436163" y="770148"/>
                    <a:pt x="436601" y="771527"/>
                    <a:pt x="436601" y="771527"/>
                  </a:cubicBezTo>
                  <a:lnTo>
                    <a:pt x="437173" y="773041"/>
                  </a:lnTo>
                  <a:cubicBezTo>
                    <a:pt x="437173" y="773041"/>
                    <a:pt x="437308" y="773747"/>
                    <a:pt x="437308" y="774353"/>
                  </a:cubicBezTo>
                  <a:cubicBezTo>
                    <a:pt x="437308" y="774925"/>
                    <a:pt x="437510" y="776371"/>
                    <a:pt x="437812" y="776808"/>
                  </a:cubicBezTo>
                  <a:cubicBezTo>
                    <a:pt x="438115" y="777246"/>
                    <a:pt x="439394" y="780206"/>
                    <a:pt x="439394" y="780206"/>
                  </a:cubicBezTo>
                  <a:lnTo>
                    <a:pt x="440034" y="783974"/>
                  </a:lnTo>
                  <a:lnTo>
                    <a:pt x="440303" y="789188"/>
                  </a:lnTo>
                  <a:lnTo>
                    <a:pt x="439832" y="792653"/>
                  </a:lnTo>
                  <a:lnTo>
                    <a:pt x="439832" y="798069"/>
                  </a:lnTo>
                  <a:lnTo>
                    <a:pt x="440269" y="805671"/>
                  </a:lnTo>
                  <a:lnTo>
                    <a:pt x="441043" y="812096"/>
                  </a:lnTo>
                  <a:lnTo>
                    <a:pt x="441279" y="815359"/>
                  </a:lnTo>
                  <a:lnTo>
                    <a:pt x="444207" y="821011"/>
                  </a:lnTo>
                  <a:lnTo>
                    <a:pt x="445957" y="821885"/>
                  </a:lnTo>
                  <a:lnTo>
                    <a:pt x="447471" y="824375"/>
                  </a:lnTo>
                  <a:cubicBezTo>
                    <a:pt x="447471" y="824375"/>
                    <a:pt x="449524" y="828176"/>
                    <a:pt x="450096" y="828714"/>
                  </a:cubicBezTo>
                  <a:cubicBezTo>
                    <a:pt x="450635" y="829252"/>
                    <a:pt x="454101" y="830665"/>
                    <a:pt x="454539" y="830901"/>
                  </a:cubicBezTo>
                  <a:cubicBezTo>
                    <a:pt x="454976" y="831103"/>
                    <a:pt x="456390" y="832650"/>
                    <a:pt x="456592" y="833390"/>
                  </a:cubicBezTo>
                  <a:cubicBezTo>
                    <a:pt x="456794" y="834164"/>
                    <a:pt x="456794" y="836216"/>
                    <a:pt x="456794" y="836216"/>
                  </a:cubicBezTo>
                  <a:lnTo>
                    <a:pt x="457231" y="838604"/>
                  </a:lnTo>
                  <a:cubicBezTo>
                    <a:pt x="457231" y="838604"/>
                    <a:pt x="461909" y="839916"/>
                    <a:pt x="463222" y="841094"/>
                  </a:cubicBezTo>
                  <a:cubicBezTo>
                    <a:pt x="464534" y="842271"/>
                    <a:pt x="467227" y="843482"/>
                    <a:pt x="467227" y="843482"/>
                  </a:cubicBezTo>
                  <a:cubicBezTo>
                    <a:pt x="467227" y="843482"/>
                    <a:pt x="468102" y="842944"/>
                    <a:pt x="468539" y="843482"/>
                  </a:cubicBezTo>
                  <a:cubicBezTo>
                    <a:pt x="468977" y="844020"/>
                    <a:pt x="469414" y="844794"/>
                    <a:pt x="469852" y="845870"/>
                  </a:cubicBezTo>
                  <a:cubicBezTo>
                    <a:pt x="470289" y="846947"/>
                    <a:pt x="471265" y="849470"/>
                    <a:pt x="471265" y="849470"/>
                  </a:cubicBezTo>
                  <a:lnTo>
                    <a:pt x="476482" y="855323"/>
                  </a:lnTo>
                  <a:cubicBezTo>
                    <a:pt x="476482" y="855323"/>
                    <a:pt x="479645" y="859663"/>
                    <a:pt x="480285" y="860436"/>
                  </a:cubicBezTo>
                  <a:cubicBezTo>
                    <a:pt x="480924" y="861210"/>
                    <a:pt x="482472" y="863599"/>
                    <a:pt x="483448" y="864036"/>
                  </a:cubicBezTo>
                  <a:cubicBezTo>
                    <a:pt x="484424" y="864473"/>
                    <a:pt x="486275" y="865247"/>
                    <a:pt x="487891" y="865247"/>
                  </a:cubicBezTo>
                  <a:cubicBezTo>
                    <a:pt x="489506" y="865247"/>
                    <a:pt x="490617" y="864709"/>
                    <a:pt x="491256" y="865247"/>
                  </a:cubicBezTo>
                  <a:cubicBezTo>
                    <a:pt x="491895" y="865785"/>
                    <a:pt x="496371" y="867534"/>
                    <a:pt x="496371" y="867534"/>
                  </a:cubicBezTo>
                  <a:cubicBezTo>
                    <a:pt x="496371" y="867534"/>
                    <a:pt x="498424" y="867198"/>
                    <a:pt x="498996" y="866996"/>
                  </a:cubicBezTo>
                  <a:cubicBezTo>
                    <a:pt x="499535" y="866794"/>
                    <a:pt x="498996" y="866458"/>
                    <a:pt x="500073" y="866021"/>
                  </a:cubicBezTo>
                  <a:cubicBezTo>
                    <a:pt x="501150" y="865583"/>
                    <a:pt x="501386" y="865583"/>
                    <a:pt x="501824" y="865381"/>
                  </a:cubicBezTo>
                  <a:cubicBezTo>
                    <a:pt x="502261" y="865146"/>
                    <a:pt x="503237" y="864170"/>
                    <a:pt x="503237" y="864170"/>
                  </a:cubicBezTo>
                  <a:lnTo>
                    <a:pt x="504011" y="863397"/>
                  </a:lnTo>
                  <a:lnTo>
                    <a:pt x="505761" y="862085"/>
                  </a:lnTo>
                  <a:cubicBezTo>
                    <a:pt x="505761" y="862085"/>
                    <a:pt x="506737" y="861311"/>
                    <a:pt x="506838" y="861042"/>
                  </a:cubicBezTo>
                  <a:cubicBezTo>
                    <a:pt x="506939" y="860773"/>
                    <a:pt x="507545" y="860235"/>
                    <a:pt x="508083" y="860235"/>
                  </a:cubicBezTo>
                  <a:cubicBezTo>
                    <a:pt x="508622" y="860235"/>
                    <a:pt x="510540" y="860066"/>
                    <a:pt x="510843" y="859999"/>
                  </a:cubicBezTo>
                  <a:cubicBezTo>
                    <a:pt x="511179" y="859932"/>
                    <a:pt x="513232" y="859932"/>
                    <a:pt x="513434" y="859932"/>
                  </a:cubicBezTo>
                  <a:cubicBezTo>
                    <a:pt x="513670" y="859932"/>
                    <a:pt x="515218" y="860033"/>
                    <a:pt x="515386" y="860033"/>
                  </a:cubicBezTo>
                  <a:cubicBezTo>
                    <a:pt x="515555" y="860033"/>
                    <a:pt x="516194" y="860369"/>
                    <a:pt x="516362" y="860504"/>
                  </a:cubicBezTo>
                  <a:cubicBezTo>
                    <a:pt x="516531" y="860672"/>
                    <a:pt x="517170" y="861412"/>
                    <a:pt x="517506" y="861479"/>
                  </a:cubicBezTo>
                  <a:cubicBezTo>
                    <a:pt x="517843" y="861547"/>
                    <a:pt x="518550" y="862522"/>
                    <a:pt x="518718" y="862623"/>
                  </a:cubicBezTo>
                  <a:cubicBezTo>
                    <a:pt x="518886" y="862724"/>
                    <a:pt x="519761" y="863767"/>
                    <a:pt x="519930" y="864036"/>
                  </a:cubicBezTo>
                  <a:cubicBezTo>
                    <a:pt x="520098" y="864305"/>
                    <a:pt x="520704" y="865516"/>
                    <a:pt x="520704" y="865516"/>
                  </a:cubicBezTo>
                  <a:cubicBezTo>
                    <a:pt x="520704" y="865516"/>
                    <a:pt x="520872" y="867198"/>
                    <a:pt x="520872" y="867467"/>
                  </a:cubicBezTo>
                  <a:cubicBezTo>
                    <a:pt x="520872" y="867736"/>
                    <a:pt x="520805" y="868880"/>
                    <a:pt x="520805" y="868880"/>
                  </a:cubicBezTo>
                  <a:cubicBezTo>
                    <a:pt x="520805" y="868880"/>
                    <a:pt x="520468" y="870024"/>
                    <a:pt x="520434" y="870192"/>
                  </a:cubicBezTo>
                  <a:cubicBezTo>
                    <a:pt x="520367" y="870360"/>
                    <a:pt x="519660" y="871538"/>
                    <a:pt x="519660" y="871538"/>
                  </a:cubicBezTo>
                  <a:lnTo>
                    <a:pt x="518718" y="873152"/>
                  </a:lnTo>
                  <a:lnTo>
                    <a:pt x="517675" y="874195"/>
                  </a:lnTo>
                  <a:lnTo>
                    <a:pt x="517136" y="875103"/>
                  </a:lnTo>
                  <a:lnTo>
                    <a:pt x="512997" y="877660"/>
                  </a:lnTo>
                  <a:lnTo>
                    <a:pt x="511516" y="879510"/>
                  </a:lnTo>
                  <a:lnTo>
                    <a:pt x="510977" y="879947"/>
                  </a:lnTo>
                  <a:lnTo>
                    <a:pt x="510271" y="881360"/>
                  </a:lnTo>
                  <a:lnTo>
                    <a:pt x="509934" y="882605"/>
                  </a:lnTo>
                  <a:cubicBezTo>
                    <a:pt x="509934" y="882605"/>
                    <a:pt x="509564" y="884085"/>
                    <a:pt x="509564" y="884287"/>
                  </a:cubicBezTo>
                  <a:cubicBezTo>
                    <a:pt x="509564" y="884522"/>
                    <a:pt x="509396" y="885700"/>
                    <a:pt x="509396" y="886238"/>
                  </a:cubicBezTo>
                  <a:cubicBezTo>
                    <a:pt x="509396" y="886776"/>
                    <a:pt x="509396" y="888425"/>
                    <a:pt x="509396" y="888425"/>
                  </a:cubicBezTo>
                  <a:lnTo>
                    <a:pt x="509396" y="890174"/>
                  </a:lnTo>
                  <a:lnTo>
                    <a:pt x="509497" y="892899"/>
                  </a:lnTo>
                  <a:cubicBezTo>
                    <a:pt x="509497" y="892899"/>
                    <a:pt x="510574" y="894850"/>
                    <a:pt x="510708" y="895018"/>
                  </a:cubicBezTo>
                  <a:cubicBezTo>
                    <a:pt x="510809" y="895186"/>
                    <a:pt x="511617" y="896330"/>
                    <a:pt x="511785" y="896599"/>
                  </a:cubicBezTo>
                  <a:cubicBezTo>
                    <a:pt x="511954" y="896868"/>
                    <a:pt x="512593" y="898012"/>
                    <a:pt x="512997" y="898079"/>
                  </a:cubicBezTo>
                  <a:cubicBezTo>
                    <a:pt x="513367" y="898147"/>
                    <a:pt x="515016" y="898853"/>
                    <a:pt x="515555" y="899324"/>
                  </a:cubicBezTo>
                  <a:cubicBezTo>
                    <a:pt x="516093" y="899829"/>
                    <a:pt x="517305" y="900569"/>
                    <a:pt x="517742" y="900804"/>
                  </a:cubicBezTo>
                  <a:cubicBezTo>
                    <a:pt x="518180" y="901006"/>
                    <a:pt x="519189" y="901241"/>
                    <a:pt x="519425" y="901410"/>
                  </a:cubicBezTo>
                  <a:cubicBezTo>
                    <a:pt x="519660" y="901578"/>
                    <a:pt x="520838" y="902049"/>
                    <a:pt x="521040" y="902183"/>
                  </a:cubicBezTo>
                  <a:cubicBezTo>
                    <a:pt x="521242" y="902352"/>
                    <a:pt x="523261" y="903260"/>
                    <a:pt x="523598" y="903260"/>
                  </a:cubicBezTo>
                  <a:cubicBezTo>
                    <a:pt x="523935" y="903260"/>
                    <a:pt x="525920" y="903260"/>
                    <a:pt x="525920" y="903260"/>
                  </a:cubicBezTo>
                  <a:lnTo>
                    <a:pt x="528209" y="903260"/>
                  </a:lnTo>
                  <a:lnTo>
                    <a:pt x="529387" y="903260"/>
                  </a:lnTo>
                  <a:cubicBezTo>
                    <a:pt x="529387" y="903260"/>
                    <a:pt x="532752" y="903596"/>
                    <a:pt x="532920" y="903596"/>
                  </a:cubicBezTo>
                  <a:cubicBezTo>
                    <a:pt x="533089" y="903596"/>
                    <a:pt x="534401" y="903529"/>
                    <a:pt x="534771" y="903865"/>
                  </a:cubicBezTo>
                  <a:cubicBezTo>
                    <a:pt x="535142" y="904202"/>
                    <a:pt x="536353" y="904773"/>
                    <a:pt x="536353" y="904773"/>
                  </a:cubicBezTo>
                  <a:lnTo>
                    <a:pt x="539618" y="904134"/>
                  </a:lnTo>
                  <a:cubicBezTo>
                    <a:pt x="539618" y="904134"/>
                    <a:pt x="540930" y="904269"/>
                    <a:pt x="541368" y="904269"/>
                  </a:cubicBezTo>
                  <a:cubicBezTo>
                    <a:pt x="541805" y="904269"/>
                    <a:pt x="542613" y="904639"/>
                    <a:pt x="543252" y="904773"/>
                  </a:cubicBezTo>
                  <a:cubicBezTo>
                    <a:pt x="543892" y="904908"/>
                    <a:pt x="545574" y="906287"/>
                    <a:pt x="545642" y="906590"/>
                  </a:cubicBezTo>
                  <a:cubicBezTo>
                    <a:pt x="545709" y="906893"/>
                    <a:pt x="546349" y="908844"/>
                    <a:pt x="546651" y="909113"/>
                  </a:cubicBezTo>
                  <a:cubicBezTo>
                    <a:pt x="546954" y="909416"/>
                    <a:pt x="547291" y="910425"/>
                    <a:pt x="547224" y="910997"/>
                  </a:cubicBezTo>
                  <a:cubicBezTo>
                    <a:pt x="547156" y="911569"/>
                    <a:pt x="546214" y="914327"/>
                    <a:pt x="547022" y="914899"/>
                  </a:cubicBezTo>
                  <a:cubicBezTo>
                    <a:pt x="547829" y="915471"/>
                    <a:pt x="548974" y="916783"/>
                    <a:pt x="549411" y="916985"/>
                  </a:cubicBezTo>
                  <a:cubicBezTo>
                    <a:pt x="549849" y="917187"/>
                    <a:pt x="552743" y="916480"/>
                    <a:pt x="553820" y="916346"/>
                  </a:cubicBezTo>
                  <a:cubicBezTo>
                    <a:pt x="554897" y="916211"/>
                    <a:pt x="556411" y="915404"/>
                    <a:pt x="557017" y="915034"/>
                  </a:cubicBezTo>
                  <a:cubicBezTo>
                    <a:pt x="557589" y="914664"/>
                    <a:pt x="557454" y="914529"/>
                    <a:pt x="558094" y="913890"/>
                  </a:cubicBezTo>
                  <a:cubicBezTo>
                    <a:pt x="558733" y="913251"/>
                    <a:pt x="560180" y="912645"/>
                    <a:pt x="560180" y="912645"/>
                  </a:cubicBezTo>
                  <a:lnTo>
                    <a:pt x="561190" y="910627"/>
                  </a:lnTo>
                  <a:lnTo>
                    <a:pt x="561628" y="909618"/>
                  </a:lnTo>
                  <a:lnTo>
                    <a:pt x="564017" y="910122"/>
                  </a:lnTo>
                  <a:cubicBezTo>
                    <a:pt x="564017" y="910122"/>
                    <a:pt x="564488" y="910930"/>
                    <a:pt x="564724" y="911199"/>
                  </a:cubicBezTo>
                  <a:cubicBezTo>
                    <a:pt x="564926" y="911501"/>
                    <a:pt x="565060" y="914092"/>
                    <a:pt x="565060" y="914092"/>
                  </a:cubicBezTo>
                  <a:lnTo>
                    <a:pt x="565060" y="916278"/>
                  </a:lnTo>
                  <a:cubicBezTo>
                    <a:pt x="565060" y="916278"/>
                    <a:pt x="566003" y="918599"/>
                    <a:pt x="566003" y="919037"/>
                  </a:cubicBezTo>
                  <a:cubicBezTo>
                    <a:pt x="566003" y="919474"/>
                    <a:pt x="566137" y="922804"/>
                    <a:pt x="566137" y="923073"/>
                  </a:cubicBezTo>
                  <a:cubicBezTo>
                    <a:pt x="566137" y="923376"/>
                    <a:pt x="566272" y="924587"/>
                    <a:pt x="566272" y="924587"/>
                  </a:cubicBezTo>
                  <a:cubicBezTo>
                    <a:pt x="566272" y="924587"/>
                    <a:pt x="567147" y="927346"/>
                    <a:pt x="567080" y="928153"/>
                  </a:cubicBezTo>
                  <a:cubicBezTo>
                    <a:pt x="567012" y="928960"/>
                    <a:pt x="567383" y="931618"/>
                    <a:pt x="567887" y="931853"/>
                  </a:cubicBezTo>
                  <a:cubicBezTo>
                    <a:pt x="568392" y="932055"/>
                    <a:pt x="569637" y="934477"/>
                    <a:pt x="570344" y="934814"/>
                  </a:cubicBezTo>
                  <a:cubicBezTo>
                    <a:pt x="571085" y="935184"/>
                    <a:pt x="572027" y="935890"/>
                    <a:pt x="572229" y="935957"/>
                  </a:cubicBezTo>
                  <a:cubicBezTo>
                    <a:pt x="572431" y="936025"/>
                    <a:pt x="575493" y="939422"/>
                    <a:pt x="575493" y="939422"/>
                  </a:cubicBezTo>
                  <a:cubicBezTo>
                    <a:pt x="575493" y="939422"/>
                    <a:pt x="577513" y="941878"/>
                    <a:pt x="577816" y="942618"/>
                  </a:cubicBezTo>
                  <a:cubicBezTo>
                    <a:pt x="578118" y="943325"/>
                    <a:pt x="578522" y="947092"/>
                    <a:pt x="578522" y="947092"/>
                  </a:cubicBezTo>
                  <a:lnTo>
                    <a:pt x="579027" y="950860"/>
                  </a:lnTo>
                  <a:cubicBezTo>
                    <a:pt x="579027" y="950860"/>
                    <a:pt x="578960" y="951297"/>
                    <a:pt x="578960" y="953618"/>
                  </a:cubicBezTo>
                  <a:cubicBezTo>
                    <a:pt x="578960" y="955939"/>
                    <a:pt x="578960" y="959707"/>
                    <a:pt x="578960" y="959707"/>
                  </a:cubicBezTo>
                  <a:lnTo>
                    <a:pt x="579700" y="962466"/>
                  </a:lnTo>
                  <a:cubicBezTo>
                    <a:pt x="579700" y="962466"/>
                    <a:pt x="580272" y="963340"/>
                    <a:pt x="580441" y="964484"/>
                  </a:cubicBezTo>
                  <a:cubicBezTo>
                    <a:pt x="580575" y="965628"/>
                    <a:pt x="580306" y="968823"/>
                    <a:pt x="582325" y="969395"/>
                  </a:cubicBezTo>
                  <a:cubicBezTo>
                    <a:pt x="584345" y="969967"/>
                    <a:pt x="586801" y="969160"/>
                    <a:pt x="586801" y="969160"/>
                  </a:cubicBezTo>
                  <a:lnTo>
                    <a:pt x="589292" y="967108"/>
                  </a:lnTo>
                  <a:lnTo>
                    <a:pt x="589999" y="964181"/>
                  </a:lnTo>
                  <a:cubicBezTo>
                    <a:pt x="589999" y="964181"/>
                    <a:pt x="591143" y="960649"/>
                    <a:pt x="591244" y="960380"/>
                  </a:cubicBezTo>
                  <a:cubicBezTo>
                    <a:pt x="591345" y="960111"/>
                    <a:pt x="591614" y="957991"/>
                    <a:pt x="591614" y="957991"/>
                  </a:cubicBezTo>
                  <a:lnTo>
                    <a:pt x="591984" y="956579"/>
                  </a:lnTo>
                  <a:lnTo>
                    <a:pt x="592523" y="954728"/>
                  </a:lnTo>
                  <a:lnTo>
                    <a:pt x="593431" y="952979"/>
                  </a:lnTo>
                  <a:lnTo>
                    <a:pt x="593801" y="951667"/>
                  </a:lnTo>
                  <a:cubicBezTo>
                    <a:pt x="593801" y="951667"/>
                    <a:pt x="594138" y="950961"/>
                    <a:pt x="594239" y="950792"/>
                  </a:cubicBezTo>
                  <a:cubicBezTo>
                    <a:pt x="594340" y="950624"/>
                    <a:pt x="595753" y="948068"/>
                    <a:pt x="595753" y="948068"/>
                  </a:cubicBezTo>
                  <a:lnTo>
                    <a:pt x="596830" y="946554"/>
                  </a:lnTo>
                  <a:lnTo>
                    <a:pt x="598715" y="944603"/>
                  </a:lnTo>
                  <a:cubicBezTo>
                    <a:pt x="598715" y="944603"/>
                    <a:pt x="599489" y="943526"/>
                    <a:pt x="599624" y="943459"/>
                  </a:cubicBezTo>
                  <a:cubicBezTo>
                    <a:pt x="599792" y="943392"/>
                    <a:pt x="600162" y="942584"/>
                    <a:pt x="600330" y="942517"/>
                  </a:cubicBezTo>
                  <a:cubicBezTo>
                    <a:pt x="600499" y="942450"/>
                    <a:pt x="601306" y="941205"/>
                    <a:pt x="601306" y="941205"/>
                  </a:cubicBezTo>
                  <a:cubicBezTo>
                    <a:pt x="601306" y="941205"/>
                    <a:pt x="602552" y="940162"/>
                    <a:pt x="602720" y="940129"/>
                  </a:cubicBezTo>
                  <a:cubicBezTo>
                    <a:pt x="602888" y="940061"/>
                    <a:pt x="603797" y="939591"/>
                    <a:pt x="604032" y="939591"/>
                  </a:cubicBezTo>
                  <a:cubicBezTo>
                    <a:pt x="604234" y="939591"/>
                    <a:pt x="605076" y="939658"/>
                    <a:pt x="605278" y="939658"/>
                  </a:cubicBezTo>
                  <a:cubicBezTo>
                    <a:pt x="605480" y="939658"/>
                    <a:pt x="605648" y="939557"/>
                    <a:pt x="606186" y="940095"/>
                  </a:cubicBezTo>
                  <a:cubicBezTo>
                    <a:pt x="606725" y="940633"/>
                    <a:pt x="606994" y="940869"/>
                    <a:pt x="607095" y="942046"/>
                  </a:cubicBezTo>
                  <a:cubicBezTo>
                    <a:pt x="607196" y="943224"/>
                    <a:pt x="607533" y="945915"/>
                    <a:pt x="607533" y="945915"/>
                  </a:cubicBezTo>
                  <a:lnTo>
                    <a:pt x="607600" y="947496"/>
                  </a:lnTo>
                  <a:lnTo>
                    <a:pt x="607499" y="950422"/>
                  </a:lnTo>
                  <a:lnTo>
                    <a:pt x="607297" y="952172"/>
                  </a:lnTo>
                  <a:lnTo>
                    <a:pt x="606657" y="954661"/>
                  </a:lnTo>
                  <a:lnTo>
                    <a:pt x="606557" y="955973"/>
                  </a:lnTo>
                  <a:lnTo>
                    <a:pt x="606052" y="957285"/>
                  </a:lnTo>
                  <a:cubicBezTo>
                    <a:pt x="606052" y="957285"/>
                    <a:pt x="605850" y="958429"/>
                    <a:pt x="605850" y="958631"/>
                  </a:cubicBezTo>
                  <a:cubicBezTo>
                    <a:pt x="605850" y="958832"/>
                    <a:pt x="605379" y="959976"/>
                    <a:pt x="605379" y="959976"/>
                  </a:cubicBezTo>
                  <a:lnTo>
                    <a:pt x="604975" y="961860"/>
                  </a:lnTo>
                  <a:lnTo>
                    <a:pt x="604975" y="963172"/>
                  </a:lnTo>
                  <a:lnTo>
                    <a:pt x="605244" y="963777"/>
                  </a:lnTo>
                  <a:cubicBezTo>
                    <a:pt x="605244" y="963777"/>
                    <a:pt x="605345" y="965257"/>
                    <a:pt x="605581" y="965358"/>
                  </a:cubicBezTo>
                  <a:cubicBezTo>
                    <a:pt x="605783" y="965459"/>
                    <a:pt x="606220" y="966704"/>
                    <a:pt x="606456" y="966939"/>
                  </a:cubicBezTo>
                  <a:cubicBezTo>
                    <a:pt x="606691" y="967141"/>
                    <a:pt x="608408" y="968722"/>
                    <a:pt x="609451" y="968891"/>
                  </a:cubicBezTo>
                  <a:cubicBezTo>
                    <a:pt x="610494" y="969059"/>
                    <a:pt x="613254" y="969294"/>
                    <a:pt x="613254" y="969294"/>
                  </a:cubicBezTo>
                  <a:lnTo>
                    <a:pt x="614566" y="969294"/>
                  </a:lnTo>
                  <a:lnTo>
                    <a:pt x="618369" y="970169"/>
                  </a:lnTo>
                  <a:lnTo>
                    <a:pt x="619446" y="972894"/>
                  </a:lnTo>
                  <a:lnTo>
                    <a:pt x="619345" y="975282"/>
                  </a:lnTo>
                  <a:cubicBezTo>
                    <a:pt x="619345" y="975282"/>
                    <a:pt x="620220" y="976359"/>
                    <a:pt x="620658" y="976594"/>
                  </a:cubicBezTo>
                  <a:cubicBezTo>
                    <a:pt x="621095" y="976830"/>
                    <a:pt x="622509" y="976392"/>
                    <a:pt x="622946" y="976594"/>
                  </a:cubicBezTo>
                  <a:cubicBezTo>
                    <a:pt x="623384" y="976830"/>
                    <a:pt x="624595" y="977031"/>
                    <a:pt x="625235" y="976056"/>
                  </a:cubicBezTo>
                  <a:cubicBezTo>
                    <a:pt x="625874" y="975080"/>
                    <a:pt x="630451" y="973768"/>
                    <a:pt x="630451" y="973768"/>
                  </a:cubicBezTo>
                  <a:lnTo>
                    <a:pt x="632942" y="970842"/>
                  </a:lnTo>
                  <a:lnTo>
                    <a:pt x="634894" y="968453"/>
                  </a:lnTo>
                  <a:lnTo>
                    <a:pt x="638697" y="965728"/>
                  </a:lnTo>
                  <a:lnTo>
                    <a:pt x="639572" y="963239"/>
                  </a:lnTo>
                  <a:lnTo>
                    <a:pt x="640649" y="961725"/>
                  </a:lnTo>
                  <a:lnTo>
                    <a:pt x="641288" y="960413"/>
                  </a:lnTo>
                  <a:lnTo>
                    <a:pt x="643139" y="959001"/>
                  </a:lnTo>
                  <a:cubicBezTo>
                    <a:pt x="643139" y="959001"/>
                    <a:pt x="643577" y="959102"/>
                    <a:pt x="643913" y="959001"/>
                  </a:cubicBezTo>
                  <a:cubicBezTo>
                    <a:pt x="644250" y="958900"/>
                    <a:pt x="646841" y="958361"/>
                    <a:pt x="646841" y="958361"/>
                  </a:cubicBezTo>
                  <a:cubicBezTo>
                    <a:pt x="646841" y="958361"/>
                    <a:pt x="649029" y="958025"/>
                    <a:pt x="649668" y="958025"/>
                  </a:cubicBezTo>
                  <a:cubicBezTo>
                    <a:pt x="650307" y="958025"/>
                    <a:pt x="651957" y="958462"/>
                    <a:pt x="651957" y="958462"/>
                  </a:cubicBezTo>
                  <a:lnTo>
                    <a:pt x="652832" y="959976"/>
                  </a:lnTo>
                  <a:cubicBezTo>
                    <a:pt x="652832" y="959976"/>
                    <a:pt x="652731" y="962163"/>
                    <a:pt x="652832" y="962466"/>
                  </a:cubicBezTo>
                  <a:cubicBezTo>
                    <a:pt x="652933" y="962802"/>
                    <a:pt x="653168" y="963239"/>
                    <a:pt x="653606" y="963441"/>
                  </a:cubicBezTo>
                  <a:cubicBezTo>
                    <a:pt x="654043" y="963677"/>
                    <a:pt x="656197" y="963677"/>
                    <a:pt x="656971" y="963677"/>
                  </a:cubicBezTo>
                  <a:cubicBezTo>
                    <a:pt x="657745" y="963677"/>
                    <a:pt x="658620" y="962903"/>
                    <a:pt x="658620" y="962903"/>
                  </a:cubicBezTo>
                  <a:lnTo>
                    <a:pt x="659159" y="962264"/>
                  </a:lnTo>
                  <a:lnTo>
                    <a:pt x="661447" y="963340"/>
                  </a:lnTo>
                  <a:cubicBezTo>
                    <a:pt x="661447" y="963340"/>
                    <a:pt x="661986" y="964652"/>
                    <a:pt x="662221" y="964955"/>
                  </a:cubicBezTo>
                  <a:cubicBezTo>
                    <a:pt x="662423" y="965291"/>
                    <a:pt x="662423" y="965728"/>
                    <a:pt x="662760" y="966569"/>
                  </a:cubicBezTo>
                  <a:cubicBezTo>
                    <a:pt x="663096" y="967444"/>
                    <a:pt x="666226" y="968958"/>
                    <a:pt x="666226" y="968958"/>
                  </a:cubicBezTo>
                  <a:lnTo>
                    <a:pt x="667976" y="970034"/>
                  </a:lnTo>
                  <a:lnTo>
                    <a:pt x="671005" y="972187"/>
                  </a:lnTo>
                  <a:lnTo>
                    <a:pt x="674606" y="973499"/>
                  </a:lnTo>
                  <a:lnTo>
                    <a:pt x="678746" y="977200"/>
                  </a:lnTo>
                  <a:lnTo>
                    <a:pt x="680597" y="979487"/>
                  </a:lnTo>
                  <a:lnTo>
                    <a:pt x="682986" y="983389"/>
                  </a:lnTo>
                  <a:lnTo>
                    <a:pt x="686688" y="987628"/>
                  </a:lnTo>
                  <a:cubicBezTo>
                    <a:pt x="686688" y="987628"/>
                    <a:pt x="688304" y="991227"/>
                    <a:pt x="688640" y="991530"/>
                  </a:cubicBezTo>
                  <a:cubicBezTo>
                    <a:pt x="688977" y="991867"/>
                    <a:pt x="690929" y="994120"/>
                    <a:pt x="690929" y="994120"/>
                  </a:cubicBezTo>
                  <a:lnTo>
                    <a:pt x="691568" y="996072"/>
                  </a:lnTo>
                  <a:cubicBezTo>
                    <a:pt x="691568" y="996072"/>
                    <a:pt x="692881" y="996980"/>
                    <a:pt x="693217" y="997316"/>
                  </a:cubicBezTo>
                  <a:cubicBezTo>
                    <a:pt x="693554" y="997652"/>
                    <a:pt x="695506" y="998796"/>
                    <a:pt x="695506" y="998796"/>
                  </a:cubicBezTo>
                  <a:lnTo>
                    <a:pt x="696381" y="998796"/>
                  </a:lnTo>
                  <a:cubicBezTo>
                    <a:pt x="696381" y="998796"/>
                    <a:pt x="698434" y="999671"/>
                    <a:pt x="699107" y="999671"/>
                  </a:cubicBezTo>
                  <a:cubicBezTo>
                    <a:pt x="699746" y="999671"/>
                    <a:pt x="702573" y="998964"/>
                    <a:pt x="703011" y="999402"/>
                  </a:cubicBezTo>
                  <a:cubicBezTo>
                    <a:pt x="703448" y="999839"/>
                    <a:pt x="705501" y="1000546"/>
                    <a:pt x="705501" y="1000546"/>
                  </a:cubicBezTo>
                  <a:lnTo>
                    <a:pt x="708530" y="1000546"/>
                  </a:lnTo>
                  <a:cubicBezTo>
                    <a:pt x="708530" y="1000546"/>
                    <a:pt x="709943" y="999772"/>
                    <a:pt x="710919" y="1000209"/>
                  </a:cubicBezTo>
                  <a:cubicBezTo>
                    <a:pt x="711895" y="1000646"/>
                    <a:pt x="714386" y="1000546"/>
                    <a:pt x="715160" y="1000546"/>
                  </a:cubicBezTo>
                  <a:cubicBezTo>
                    <a:pt x="715934" y="1000546"/>
                    <a:pt x="718963" y="1000546"/>
                    <a:pt x="718963" y="1000546"/>
                  </a:cubicBezTo>
                  <a:lnTo>
                    <a:pt x="720578" y="1001757"/>
                  </a:lnTo>
                  <a:lnTo>
                    <a:pt x="723069" y="1002396"/>
                  </a:lnTo>
                  <a:cubicBezTo>
                    <a:pt x="723069" y="1002396"/>
                    <a:pt x="725896" y="1003472"/>
                    <a:pt x="726434" y="1003607"/>
                  </a:cubicBezTo>
                  <a:cubicBezTo>
                    <a:pt x="726973" y="1003708"/>
                    <a:pt x="728184" y="1003169"/>
                    <a:pt x="728487" y="1003607"/>
                  </a:cubicBezTo>
                  <a:cubicBezTo>
                    <a:pt x="728824" y="1004044"/>
                    <a:pt x="729699" y="1004380"/>
                    <a:pt x="730002" y="1004818"/>
                  </a:cubicBezTo>
                  <a:cubicBezTo>
                    <a:pt x="730338" y="1005255"/>
                    <a:pt x="730776" y="1005457"/>
                    <a:pt x="731415" y="1006332"/>
                  </a:cubicBezTo>
                  <a:cubicBezTo>
                    <a:pt x="732054" y="1007206"/>
                    <a:pt x="732728" y="1008081"/>
                    <a:pt x="733266" y="1008518"/>
                  </a:cubicBezTo>
                  <a:cubicBezTo>
                    <a:pt x="733805" y="1008956"/>
                    <a:pt x="735454" y="1010570"/>
                    <a:pt x="735756" y="1010906"/>
                  </a:cubicBezTo>
                  <a:cubicBezTo>
                    <a:pt x="736093" y="1011243"/>
                    <a:pt x="737809" y="1012521"/>
                    <a:pt x="737809" y="1012521"/>
                  </a:cubicBezTo>
                  <a:lnTo>
                    <a:pt x="741612" y="1014472"/>
                  </a:lnTo>
                  <a:lnTo>
                    <a:pt x="748444" y="1014472"/>
                  </a:lnTo>
                  <a:lnTo>
                    <a:pt x="751709" y="1013160"/>
                  </a:lnTo>
                  <a:lnTo>
                    <a:pt x="755512" y="1009797"/>
                  </a:lnTo>
                  <a:lnTo>
                    <a:pt x="758339" y="1006332"/>
                  </a:lnTo>
                  <a:lnTo>
                    <a:pt x="760964" y="1004414"/>
                  </a:lnTo>
                  <a:lnTo>
                    <a:pt x="763555" y="1002295"/>
                  </a:lnTo>
                  <a:lnTo>
                    <a:pt x="765844" y="1002295"/>
                  </a:lnTo>
                  <a:lnTo>
                    <a:pt x="769209" y="1003506"/>
                  </a:lnTo>
                  <a:cubicBezTo>
                    <a:pt x="769209" y="1003506"/>
                    <a:pt x="773450" y="1005558"/>
                    <a:pt x="773786" y="1005692"/>
                  </a:cubicBezTo>
                  <a:cubicBezTo>
                    <a:pt x="774123" y="1005793"/>
                    <a:pt x="776277" y="1007543"/>
                    <a:pt x="776277" y="1007543"/>
                  </a:cubicBezTo>
                  <a:lnTo>
                    <a:pt x="777690" y="1009830"/>
                  </a:lnTo>
                  <a:lnTo>
                    <a:pt x="781156" y="1012320"/>
                  </a:lnTo>
                  <a:cubicBezTo>
                    <a:pt x="781156" y="1012320"/>
                    <a:pt x="783445" y="1013396"/>
                    <a:pt x="784320" y="1013968"/>
                  </a:cubicBezTo>
                  <a:cubicBezTo>
                    <a:pt x="785195" y="1014506"/>
                    <a:pt x="787786" y="1015111"/>
                    <a:pt x="788224" y="1015313"/>
                  </a:cubicBezTo>
                  <a:cubicBezTo>
                    <a:pt x="788661" y="1015549"/>
                    <a:pt x="789873" y="1016255"/>
                    <a:pt x="791152" y="1016255"/>
                  </a:cubicBezTo>
                  <a:cubicBezTo>
                    <a:pt x="792464" y="1016255"/>
                    <a:pt x="795392" y="1016255"/>
                    <a:pt x="795392" y="1016255"/>
                  </a:cubicBezTo>
                  <a:cubicBezTo>
                    <a:pt x="795392" y="1016255"/>
                    <a:pt x="797243" y="1016592"/>
                    <a:pt x="797883" y="1016255"/>
                  </a:cubicBezTo>
                  <a:cubicBezTo>
                    <a:pt x="798522" y="1015919"/>
                    <a:pt x="800474" y="1015717"/>
                    <a:pt x="801484" y="1015482"/>
                  </a:cubicBezTo>
                  <a:cubicBezTo>
                    <a:pt x="802460" y="1015246"/>
                    <a:pt x="804748" y="1015044"/>
                    <a:pt x="804748" y="1015044"/>
                  </a:cubicBezTo>
                  <a:lnTo>
                    <a:pt x="806599" y="1014708"/>
                  </a:lnTo>
                  <a:lnTo>
                    <a:pt x="810200" y="1013530"/>
                  </a:lnTo>
                  <a:cubicBezTo>
                    <a:pt x="810200" y="1013530"/>
                    <a:pt x="811715" y="1011781"/>
                    <a:pt x="812152" y="1011344"/>
                  </a:cubicBezTo>
                  <a:cubicBezTo>
                    <a:pt x="812590" y="1010906"/>
                    <a:pt x="814340" y="1008316"/>
                    <a:pt x="814340" y="1008316"/>
                  </a:cubicBezTo>
                  <a:lnTo>
                    <a:pt x="816628" y="1005053"/>
                  </a:lnTo>
                  <a:lnTo>
                    <a:pt x="819994" y="1003842"/>
                  </a:lnTo>
                  <a:cubicBezTo>
                    <a:pt x="819994" y="1003842"/>
                    <a:pt x="822181" y="1002867"/>
                    <a:pt x="822619" y="1002867"/>
                  </a:cubicBezTo>
                  <a:cubicBezTo>
                    <a:pt x="823056" y="1002867"/>
                    <a:pt x="828273" y="1001992"/>
                    <a:pt x="828273" y="1001992"/>
                  </a:cubicBezTo>
                  <a:lnTo>
                    <a:pt x="833052" y="1001117"/>
                  </a:lnTo>
                  <a:lnTo>
                    <a:pt x="839480" y="1002194"/>
                  </a:lnTo>
                  <a:lnTo>
                    <a:pt x="842744" y="1001319"/>
                  </a:lnTo>
                  <a:lnTo>
                    <a:pt x="849273" y="1000007"/>
                  </a:lnTo>
                  <a:cubicBezTo>
                    <a:pt x="849273" y="1000007"/>
                    <a:pt x="852538" y="1001319"/>
                    <a:pt x="853076" y="1001757"/>
                  </a:cubicBezTo>
                  <a:cubicBezTo>
                    <a:pt x="853615" y="1002194"/>
                    <a:pt x="856778" y="1004683"/>
                    <a:pt x="856778" y="1004683"/>
                  </a:cubicBezTo>
                  <a:cubicBezTo>
                    <a:pt x="856778" y="1004683"/>
                    <a:pt x="858394" y="1006870"/>
                    <a:pt x="858966" y="1007307"/>
                  </a:cubicBezTo>
                  <a:cubicBezTo>
                    <a:pt x="859504" y="1007744"/>
                    <a:pt x="861995" y="1014136"/>
                    <a:pt x="861995" y="1014136"/>
                  </a:cubicBezTo>
                  <a:lnTo>
                    <a:pt x="862870" y="1016356"/>
                  </a:lnTo>
                  <a:lnTo>
                    <a:pt x="862971" y="1023387"/>
                  </a:lnTo>
                  <a:lnTo>
                    <a:pt x="862634" y="1027390"/>
                  </a:lnTo>
                  <a:cubicBezTo>
                    <a:pt x="862634" y="1027390"/>
                    <a:pt x="861322" y="1035632"/>
                    <a:pt x="860783" y="1036069"/>
                  </a:cubicBezTo>
                  <a:cubicBezTo>
                    <a:pt x="860245" y="1036506"/>
                    <a:pt x="858394" y="1037583"/>
                    <a:pt x="858394" y="1038020"/>
                  </a:cubicBezTo>
                  <a:cubicBezTo>
                    <a:pt x="858394" y="1038457"/>
                    <a:pt x="856475" y="1043268"/>
                    <a:pt x="856475" y="1043268"/>
                  </a:cubicBezTo>
                  <a:lnTo>
                    <a:pt x="853581" y="1048785"/>
                  </a:lnTo>
                  <a:lnTo>
                    <a:pt x="851259" y="1050971"/>
                  </a:lnTo>
                  <a:lnTo>
                    <a:pt x="848129" y="1059650"/>
                  </a:lnTo>
                  <a:lnTo>
                    <a:pt x="846749" y="1064730"/>
                  </a:lnTo>
                  <a:lnTo>
                    <a:pt x="846749" y="1074418"/>
                  </a:lnTo>
                  <a:cubicBezTo>
                    <a:pt x="846749" y="1074418"/>
                    <a:pt x="848062" y="1079330"/>
                    <a:pt x="848062" y="1079935"/>
                  </a:cubicBezTo>
                  <a:cubicBezTo>
                    <a:pt x="848062" y="1080507"/>
                    <a:pt x="850822" y="1085284"/>
                    <a:pt x="850956" y="1085721"/>
                  </a:cubicBezTo>
                  <a:cubicBezTo>
                    <a:pt x="851091" y="1086158"/>
                    <a:pt x="853413" y="1090498"/>
                    <a:pt x="853985" y="1091373"/>
                  </a:cubicBezTo>
                  <a:cubicBezTo>
                    <a:pt x="854557" y="1092247"/>
                    <a:pt x="857754" y="1096721"/>
                    <a:pt x="858327" y="1096889"/>
                  </a:cubicBezTo>
                  <a:cubicBezTo>
                    <a:pt x="858899" y="1097024"/>
                    <a:pt x="863105" y="1098639"/>
                    <a:pt x="863846" y="1099076"/>
                  </a:cubicBezTo>
                  <a:cubicBezTo>
                    <a:pt x="864586" y="1099513"/>
                    <a:pt x="866033" y="1098067"/>
                    <a:pt x="867750" y="1098201"/>
                  </a:cubicBezTo>
                  <a:cubicBezTo>
                    <a:pt x="869500" y="1098336"/>
                    <a:pt x="871519" y="1097192"/>
                    <a:pt x="872529" y="1096183"/>
                  </a:cubicBezTo>
                  <a:cubicBezTo>
                    <a:pt x="873538" y="1095174"/>
                    <a:pt x="875558" y="1093155"/>
                    <a:pt x="875558" y="1093155"/>
                  </a:cubicBezTo>
                  <a:cubicBezTo>
                    <a:pt x="875558" y="1093155"/>
                    <a:pt x="878149" y="1090128"/>
                    <a:pt x="878452" y="1089691"/>
                  </a:cubicBezTo>
                  <a:cubicBezTo>
                    <a:pt x="878755" y="1089253"/>
                    <a:pt x="881212" y="1085048"/>
                    <a:pt x="881212" y="1085048"/>
                  </a:cubicBezTo>
                  <a:cubicBezTo>
                    <a:pt x="881212" y="1085048"/>
                    <a:pt x="881514" y="1082021"/>
                    <a:pt x="881514" y="1081415"/>
                  </a:cubicBezTo>
                  <a:cubicBezTo>
                    <a:pt x="881514" y="1080843"/>
                    <a:pt x="881514" y="1074452"/>
                    <a:pt x="881514" y="1074452"/>
                  </a:cubicBezTo>
                  <a:cubicBezTo>
                    <a:pt x="881514" y="1074452"/>
                    <a:pt x="881380" y="1069810"/>
                    <a:pt x="881514" y="1069238"/>
                  </a:cubicBezTo>
                  <a:cubicBezTo>
                    <a:pt x="881649" y="1068666"/>
                    <a:pt x="882524" y="1063586"/>
                    <a:pt x="882524" y="1063586"/>
                  </a:cubicBezTo>
                  <a:cubicBezTo>
                    <a:pt x="882524" y="1063586"/>
                    <a:pt x="883837" y="1057632"/>
                    <a:pt x="884106" y="1057195"/>
                  </a:cubicBezTo>
                  <a:cubicBezTo>
                    <a:pt x="884375" y="1056757"/>
                    <a:pt x="887000" y="1053562"/>
                    <a:pt x="887000" y="1053562"/>
                  </a:cubicBezTo>
                  <a:lnTo>
                    <a:pt x="891645" y="1049929"/>
                  </a:lnTo>
                  <a:lnTo>
                    <a:pt x="894101" y="1047170"/>
                  </a:lnTo>
                  <a:lnTo>
                    <a:pt x="896558" y="1044109"/>
                  </a:lnTo>
                  <a:lnTo>
                    <a:pt x="898880" y="1042090"/>
                  </a:lnTo>
                  <a:lnTo>
                    <a:pt x="901909" y="1038760"/>
                  </a:lnTo>
                  <a:lnTo>
                    <a:pt x="906553" y="1036305"/>
                  </a:lnTo>
                  <a:lnTo>
                    <a:pt x="913958" y="1031090"/>
                  </a:lnTo>
                  <a:lnTo>
                    <a:pt x="917424" y="1028500"/>
                  </a:lnTo>
                  <a:cubicBezTo>
                    <a:pt x="917424" y="1028500"/>
                    <a:pt x="921059" y="1026044"/>
                    <a:pt x="921496" y="1025742"/>
                  </a:cubicBezTo>
                  <a:cubicBezTo>
                    <a:pt x="921934" y="1025439"/>
                    <a:pt x="925400" y="1022411"/>
                    <a:pt x="925838" y="1022411"/>
                  </a:cubicBezTo>
                  <a:cubicBezTo>
                    <a:pt x="926275" y="1022411"/>
                    <a:pt x="930616" y="1020090"/>
                    <a:pt x="930616" y="1020090"/>
                  </a:cubicBezTo>
                  <a:lnTo>
                    <a:pt x="934083" y="1016188"/>
                  </a:lnTo>
                  <a:lnTo>
                    <a:pt x="937112" y="1014170"/>
                  </a:lnTo>
                  <a:lnTo>
                    <a:pt x="940881" y="1012286"/>
                  </a:lnTo>
                  <a:lnTo>
                    <a:pt x="942900" y="1011848"/>
                  </a:lnTo>
                  <a:lnTo>
                    <a:pt x="946367" y="1010537"/>
                  </a:lnTo>
                  <a:lnTo>
                    <a:pt x="950708" y="1010099"/>
                  </a:lnTo>
                  <a:lnTo>
                    <a:pt x="955622" y="1009797"/>
                  </a:lnTo>
                  <a:lnTo>
                    <a:pt x="960973" y="1008922"/>
                  </a:lnTo>
                  <a:lnTo>
                    <a:pt x="966761" y="1009225"/>
                  </a:lnTo>
                  <a:lnTo>
                    <a:pt x="975007" y="1011680"/>
                  </a:lnTo>
                  <a:cubicBezTo>
                    <a:pt x="975007" y="1011680"/>
                    <a:pt x="979517" y="1013867"/>
                    <a:pt x="980089" y="1013867"/>
                  </a:cubicBezTo>
                  <a:cubicBezTo>
                    <a:pt x="980661" y="1013867"/>
                    <a:pt x="984430" y="1014741"/>
                    <a:pt x="985002" y="1014741"/>
                  </a:cubicBezTo>
                  <a:cubicBezTo>
                    <a:pt x="985574" y="1014741"/>
                    <a:pt x="989074" y="1015044"/>
                    <a:pt x="989074" y="1015044"/>
                  </a:cubicBezTo>
                  <a:lnTo>
                    <a:pt x="994729" y="1015347"/>
                  </a:lnTo>
                  <a:cubicBezTo>
                    <a:pt x="994729" y="1015347"/>
                    <a:pt x="997926" y="1016053"/>
                    <a:pt x="998363" y="1016222"/>
                  </a:cubicBezTo>
                  <a:cubicBezTo>
                    <a:pt x="998801" y="1016356"/>
                    <a:pt x="1000382" y="1017231"/>
                    <a:pt x="1000820" y="1017668"/>
                  </a:cubicBezTo>
                  <a:cubicBezTo>
                    <a:pt x="1001257" y="1018105"/>
                    <a:pt x="1003849" y="1020696"/>
                    <a:pt x="1003849" y="1020696"/>
                  </a:cubicBezTo>
                  <a:lnTo>
                    <a:pt x="1007181" y="1024161"/>
                  </a:lnTo>
                  <a:cubicBezTo>
                    <a:pt x="1007181" y="1024161"/>
                    <a:pt x="1007753" y="1026044"/>
                    <a:pt x="1008190" y="1026179"/>
                  </a:cubicBezTo>
                  <a:cubicBezTo>
                    <a:pt x="1008628" y="1026313"/>
                    <a:pt x="1013104" y="1029206"/>
                    <a:pt x="1013104" y="1029206"/>
                  </a:cubicBezTo>
                  <a:lnTo>
                    <a:pt x="1016436" y="1033411"/>
                  </a:lnTo>
                  <a:lnTo>
                    <a:pt x="1017883" y="1036305"/>
                  </a:lnTo>
                  <a:cubicBezTo>
                    <a:pt x="1017883" y="1036305"/>
                    <a:pt x="1021349" y="1037616"/>
                    <a:pt x="1022224" y="1037616"/>
                  </a:cubicBezTo>
                  <a:cubicBezTo>
                    <a:pt x="1023099" y="1037616"/>
                    <a:pt x="1027878" y="1038794"/>
                    <a:pt x="1028450" y="1038794"/>
                  </a:cubicBezTo>
                  <a:cubicBezTo>
                    <a:pt x="1029022" y="1038794"/>
                    <a:pt x="1033532" y="1038794"/>
                    <a:pt x="1033532" y="1038794"/>
                  </a:cubicBezTo>
                  <a:cubicBezTo>
                    <a:pt x="1033532" y="1038794"/>
                    <a:pt x="1035720" y="1038491"/>
                    <a:pt x="1036292" y="1038491"/>
                  </a:cubicBezTo>
                  <a:cubicBezTo>
                    <a:pt x="1036864" y="1038491"/>
                    <a:pt x="1039927" y="1038491"/>
                    <a:pt x="1040499" y="1038626"/>
                  </a:cubicBezTo>
                  <a:cubicBezTo>
                    <a:pt x="1041071" y="1038760"/>
                    <a:pt x="1044133" y="1039769"/>
                    <a:pt x="1044133" y="1039769"/>
                  </a:cubicBezTo>
                  <a:lnTo>
                    <a:pt x="1045143" y="1040510"/>
                  </a:lnTo>
                  <a:lnTo>
                    <a:pt x="1049047" y="1043100"/>
                  </a:lnTo>
                  <a:lnTo>
                    <a:pt x="1051941" y="1045118"/>
                  </a:lnTo>
                  <a:lnTo>
                    <a:pt x="1054129" y="1048886"/>
                  </a:lnTo>
                  <a:lnTo>
                    <a:pt x="1055576" y="1053225"/>
                  </a:lnTo>
                  <a:lnTo>
                    <a:pt x="1060792" y="1058742"/>
                  </a:lnTo>
                  <a:lnTo>
                    <a:pt x="1063384" y="1060626"/>
                  </a:lnTo>
                  <a:lnTo>
                    <a:pt x="1065841" y="1063519"/>
                  </a:lnTo>
                  <a:lnTo>
                    <a:pt x="1067725" y="1065403"/>
                  </a:lnTo>
                  <a:lnTo>
                    <a:pt x="1071495" y="1068430"/>
                  </a:lnTo>
                  <a:lnTo>
                    <a:pt x="1074120" y="1070180"/>
                  </a:lnTo>
                  <a:lnTo>
                    <a:pt x="1077014" y="1072198"/>
                  </a:lnTo>
                  <a:cubicBezTo>
                    <a:pt x="1077014" y="1072198"/>
                    <a:pt x="1080480" y="1073207"/>
                    <a:pt x="1081086" y="1073342"/>
                  </a:cubicBezTo>
                  <a:cubicBezTo>
                    <a:pt x="1081658" y="1073476"/>
                    <a:pt x="1082971" y="1074216"/>
                    <a:pt x="1084721" y="1073914"/>
                  </a:cubicBezTo>
                  <a:cubicBezTo>
                    <a:pt x="1086471" y="1073611"/>
                    <a:pt x="1085293" y="1074788"/>
                    <a:pt x="1086740" y="1072030"/>
                  </a:cubicBezTo>
                  <a:cubicBezTo>
                    <a:pt x="1088187" y="1069271"/>
                    <a:pt x="1087178" y="1068834"/>
                    <a:pt x="1087178" y="1068834"/>
                  </a:cubicBezTo>
                  <a:cubicBezTo>
                    <a:pt x="1087178" y="1068834"/>
                    <a:pt x="1086606" y="1068531"/>
                    <a:pt x="1088759" y="1067253"/>
                  </a:cubicBezTo>
                  <a:cubicBezTo>
                    <a:pt x="1090947" y="1065941"/>
                    <a:pt x="1090947" y="1065941"/>
                    <a:pt x="1090947" y="1065941"/>
                  </a:cubicBezTo>
                  <a:lnTo>
                    <a:pt x="1094851" y="1065504"/>
                  </a:lnTo>
                  <a:lnTo>
                    <a:pt x="1097038" y="1064932"/>
                  </a:lnTo>
                  <a:lnTo>
                    <a:pt x="1101514" y="1065369"/>
                  </a:lnTo>
                  <a:lnTo>
                    <a:pt x="1103837" y="1065235"/>
                  </a:lnTo>
                  <a:cubicBezTo>
                    <a:pt x="1103837" y="1065235"/>
                    <a:pt x="1106024" y="1064932"/>
                    <a:pt x="1106428" y="1064797"/>
                  </a:cubicBezTo>
                  <a:cubicBezTo>
                    <a:pt x="1106866" y="1064663"/>
                    <a:pt x="1108313" y="1063788"/>
                    <a:pt x="1108313" y="1063788"/>
                  </a:cubicBezTo>
                  <a:lnTo>
                    <a:pt x="1112789" y="1063216"/>
                  </a:lnTo>
                  <a:lnTo>
                    <a:pt x="1116087" y="1064225"/>
                  </a:lnTo>
                  <a:lnTo>
                    <a:pt x="1118443" y="1065672"/>
                  </a:lnTo>
                  <a:cubicBezTo>
                    <a:pt x="1118443" y="1065672"/>
                    <a:pt x="1120327" y="1068430"/>
                    <a:pt x="1120765" y="1068699"/>
                  </a:cubicBezTo>
                  <a:cubicBezTo>
                    <a:pt x="1121202" y="1069002"/>
                    <a:pt x="1123356" y="1072467"/>
                    <a:pt x="1123356" y="1072467"/>
                  </a:cubicBezTo>
                  <a:lnTo>
                    <a:pt x="1125948" y="1073914"/>
                  </a:lnTo>
                  <a:lnTo>
                    <a:pt x="1127967" y="1075663"/>
                  </a:lnTo>
                  <a:lnTo>
                    <a:pt x="1129414" y="1078253"/>
                  </a:lnTo>
                  <a:lnTo>
                    <a:pt x="1130996" y="1080002"/>
                  </a:lnTo>
                  <a:lnTo>
                    <a:pt x="1131736" y="1081752"/>
                  </a:lnTo>
                  <a:lnTo>
                    <a:pt x="1131736" y="1084813"/>
                  </a:lnTo>
                  <a:lnTo>
                    <a:pt x="1133486" y="1089455"/>
                  </a:lnTo>
                  <a:lnTo>
                    <a:pt x="1133486" y="1091776"/>
                  </a:lnTo>
                  <a:lnTo>
                    <a:pt x="1133486" y="1096990"/>
                  </a:lnTo>
                  <a:lnTo>
                    <a:pt x="1132780" y="1099883"/>
                  </a:lnTo>
                  <a:lnTo>
                    <a:pt x="1131030" y="1103079"/>
                  </a:lnTo>
                  <a:cubicBezTo>
                    <a:pt x="1131030" y="1103079"/>
                    <a:pt x="1130289" y="1105097"/>
                    <a:pt x="1130155" y="1105703"/>
                  </a:cubicBezTo>
                  <a:cubicBezTo>
                    <a:pt x="1130020" y="1106275"/>
                    <a:pt x="1129852" y="1110043"/>
                    <a:pt x="1130289" y="1110614"/>
                  </a:cubicBezTo>
                  <a:cubicBezTo>
                    <a:pt x="1130727" y="1111186"/>
                    <a:pt x="1131030" y="1111758"/>
                    <a:pt x="1131030" y="1112633"/>
                  </a:cubicBezTo>
                  <a:cubicBezTo>
                    <a:pt x="1131030" y="1113507"/>
                    <a:pt x="1130895" y="1115660"/>
                    <a:pt x="1130895" y="1115660"/>
                  </a:cubicBezTo>
                  <a:lnTo>
                    <a:pt x="1130592" y="1120000"/>
                  </a:lnTo>
                  <a:lnTo>
                    <a:pt x="1133486" y="1123330"/>
                  </a:lnTo>
                  <a:lnTo>
                    <a:pt x="1135674" y="1125214"/>
                  </a:lnTo>
                  <a:cubicBezTo>
                    <a:pt x="1135674" y="1125214"/>
                    <a:pt x="1137121" y="1124642"/>
                    <a:pt x="1137693" y="1125214"/>
                  </a:cubicBezTo>
                  <a:cubicBezTo>
                    <a:pt x="1138265" y="1125786"/>
                    <a:pt x="1141765" y="1126661"/>
                    <a:pt x="1142169" y="1126661"/>
                  </a:cubicBezTo>
                  <a:cubicBezTo>
                    <a:pt x="1142607" y="1126661"/>
                    <a:pt x="1146241" y="1126526"/>
                    <a:pt x="1147083" y="1126661"/>
                  </a:cubicBezTo>
                  <a:cubicBezTo>
                    <a:pt x="1147958" y="1126795"/>
                    <a:pt x="1148092" y="1126526"/>
                    <a:pt x="1149540" y="1126661"/>
                  </a:cubicBezTo>
                  <a:cubicBezTo>
                    <a:pt x="1150987" y="1126795"/>
                    <a:pt x="1153612" y="1126593"/>
                    <a:pt x="1154184" y="1126694"/>
                  </a:cubicBezTo>
                  <a:cubicBezTo>
                    <a:pt x="1154756" y="1126795"/>
                    <a:pt x="1155934" y="1125618"/>
                    <a:pt x="1157381" y="1126694"/>
                  </a:cubicBezTo>
                  <a:cubicBezTo>
                    <a:pt x="1158828" y="1127804"/>
                    <a:pt x="1162025" y="1130697"/>
                    <a:pt x="1162463" y="1130832"/>
                  </a:cubicBezTo>
                  <a:cubicBezTo>
                    <a:pt x="1162901" y="1130966"/>
                    <a:pt x="1164651" y="1130966"/>
                    <a:pt x="1165795" y="1132413"/>
                  </a:cubicBezTo>
                  <a:cubicBezTo>
                    <a:pt x="1166939" y="1133860"/>
                    <a:pt x="1169564" y="1137190"/>
                    <a:pt x="1170271" y="1137762"/>
                  </a:cubicBezTo>
                  <a:cubicBezTo>
                    <a:pt x="1170978" y="1138333"/>
                    <a:pt x="1172290" y="1141092"/>
                    <a:pt x="1172290" y="1141092"/>
                  </a:cubicBezTo>
                  <a:cubicBezTo>
                    <a:pt x="1172290" y="1141092"/>
                    <a:pt x="1171987" y="1141967"/>
                    <a:pt x="1172290" y="1143548"/>
                  </a:cubicBezTo>
                  <a:cubicBezTo>
                    <a:pt x="1172593" y="1145129"/>
                    <a:pt x="1173165" y="1147618"/>
                    <a:pt x="1173165" y="1147618"/>
                  </a:cubicBezTo>
                  <a:cubicBezTo>
                    <a:pt x="1173165" y="1147618"/>
                    <a:pt x="1172290" y="1150646"/>
                    <a:pt x="1172290" y="1151520"/>
                  </a:cubicBezTo>
                  <a:cubicBezTo>
                    <a:pt x="1172290" y="1152395"/>
                    <a:pt x="1170978" y="1153404"/>
                    <a:pt x="1170978" y="1153404"/>
                  </a:cubicBezTo>
                  <a:lnTo>
                    <a:pt x="1167949" y="1159325"/>
                  </a:lnTo>
                  <a:lnTo>
                    <a:pt x="1165929" y="1162218"/>
                  </a:lnTo>
                  <a:lnTo>
                    <a:pt x="1164920" y="1165111"/>
                  </a:lnTo>
                  <a:lnTo>
                    <a:pt x="1164348" y="1166860"/>
                  </a:lnTo>
                  <a:lnTo>
                    <a:pt x="1163607" y="1168575"/>
                  </a:lnTo>
                  <a:lnTo>
                    <a:pt x="1164348" y="1172646"/>
                  </a:lnTo>
                  <a:lnTo>
                    <a:pt x="1164785" y="1175674"/>
                  </a:lnTo>
                  <a:lnTo>
                    <a:pt x="1164785" y="1176817"/>
                  </a:lnTo>
                  <a:lnTo>
                    <a:pt x="1164348" y="1180720"/>
                  </a:lnTo>
                  <a:lnTo>
                    <a:pt x="1164785" y="1184790"/>
                  </a:lnTo>
                  <a:lnTo>
                    <a:pt x="1164785" y="1187246"/>
                  </a:lnTo>
                  <a:lnTo>
                    <a:pt x="1164213" y="1189129"/>
                  </a:lnTo>
                  <a:lnTo>
                    <a:pt x="1164078" y="1192325"/>
                  </a:lnTo>
                  <a:lnTo>
                    <a:pt x="1163944" y="1194781"/>
                  </a:lnTo>
                  <a:lnTo>
                    <a:pt x="1164516" y="1198246"/>
                  </a:lnTo>
                  <a:lnTo>
                    <a:pt x="1164651" y="1201711"/>
                  </a:lnTo>
                  <a:lnTo>
                    <a:pt x="1164718" y="1203292"/>
                  </a:lnTo>
                  <a:lnTo>
                    <a:pt x="1165862" y="1204570"/>
                  </a:lnTo>
                  <a:lnTo>
                    <a:pt x="1167175" y="1205478"/>
                  </a:lnTo>
                  <a:lnTo>
                    <a:pt x="1169127" y="1205478"/>
                  </a:lnTo>
                  <a:cubicBezTo>
                    <a:pt x="1169127" y="1205478"/>
                    <a:pt x="1174040" y="1206454"/>
                    <a:pt x="1174276" y="1206454"/>
                  </a:cubicBezTo>
                  <a:cubicBezTo>
                    <a:pt x="1174511" y="1206454"/>
                    <a:pt x="1178348" y="1207228"/>
                    <a:pt x="1178348" y="1207228"/>
                  </a:cubicBezTo>
                  <a:lnTo>
                    <a:pt x="1181309" y="1207228"/>
                  </a:lnTo>
                  <a:lnTo>
                    <a:pt x="1184776" y="1207228"/>
                  </a:lnTo>
                  <a:cubicBezTo>
                    <a:pt x="1184776" y="1207228"/>
                    <a:pt x="1187738" y="1207362"/>
                    <a:pt x="1188175" y="1207228"/>
                  </a:cubicBezTo>
                  <a:cubicBezTo>
                    <a:pt x="1188613" y="1207093"/>
                    <a:pt x="1189858" y="1207059"/>
                    <a:pt x="1190632" y="1207059"/>
                  </a:cubicBezTo>
                  <a:cubicBezTo>
                    <a:pt x="1191440" y="1207059"/>
                    <a:pt x="1195781" y="1207228"/>
                    <a:pt x="1195781" y="1207228"/>
                  </a:cubicBezTo>
                  <a:lnTo>
                    <a:pt x="1198675" y="1207228"/>
                  </a:lnTo>
                  <a:lnTo>
                    <a:pt x="1201637" y="1207228"/>
                  </a:lnTo>
                  <a:lnTo>
                    <a:pt x="1205608" y="1207228"/>
                  </a:lnTo>
                  <a:cubicBezTo>
                    <a:pt x="1205608" y="1207228"/>
                    <a:pt x="1209377" y="1207497"/>
                    <a:pt x="1209815" y="1207295"/>
                  </a:cubicBezTo>
                  <a:cubicBezTo>
                    <a:pt x="1210252" y="1207093"/>
                    <a:pt x="1215469" y="1208741"/>
                    <a:pt x="1215469" y="1208741"/>
                  </a:cubicBezTo>
                  <a:lnTo>
                    <a:pt x="1217152" y="1209683"/>
                  </a:lnTo>
                  <a:lnTo>
                    <a:pt x="1221358" y="1210255"/>
                  </a:lnTo>
                  <a:lnTo>
                    <a:pt x="1228762" y="1211903"/>
                  </a:lnTo>
                  <a:lnTo>
                    <a:pt x="1232599" y="1212711"/>
                  </a:lnTo>
                  <a:lnTo>
                    <a:pt x="1237243" y="1214292"/>
                  </a:lnTo>
                  <a:cubicBezTo>
                    <a:pt x="1237243" y="1214292"/>
                    <a:pt x="1244715" y="1216310"/>
                    <a:pt x="1244917" y="1216310"/>
                  </a:cubicBezTo>
                  <a:cubicBezTo>
                    <a:pt x="1245119" y="1216310"/>
                    <a:pt x="1252657" y="1219270"/>
                    <a:pt x="1252960" y="1219439"/>
                  </a:cubicBezTo>
                  <a:cubicBezTo>
                    <a:pt x="1253263" y="1219573"/>
                    <a:pt x="1258681" y="1220582"/>
                    <a:pt x="1258984" y="1220751"/>
                  </a:cubicBezTo>
                  <a:cubicBezTo>
                    <a:pt x="1259287" y="1220885"/>
                    <a:pt x="1267533" y="1220952"/>
                    <a:pt x="1269047" y="1221121"/>
                  </a:cubicBezTo>
                  <a:cubicBezTo>
                    <a:pt x="1270561" y="1221255"/>
                    <a:pt x="1275004" y="1221020"/>
                    <a:pt x="1277528" y="1221020"/>
                  </a:cubicBezTo>
                  <a:cubicBezTo>
                    <a:pt x="1280052" y="1221020"/>
                    <a:pt x="1285942" y="1221121"/>
                    <a:pt x="1286211" y="1221121"/>
                  </a:cubicBezTo>
                  <a:cubicBezTo>
                    <a:pt x="1286480" y="1221121"/>
                    <a:pt x="1297788" y="1221121"/>
                    <a:pt x="1297788" y="1221121"/>
                  </a:cubicBezTo>
                  <a:lnTo>
                    <a:pt x="1307077" y="1219674"/>
                  </a:lnTo>
                  <a:cubicBezTo>
                    <a:pt x="1307077" y="1219674"/>
                    <a:pt x="1315255" y="1219741"/>
                    <a:pt x="1315558" y="1219741"/>
                  </a:cubicBezTo>
                  <a:cubicBezTo>
                    <a:pt x="1315861" y="1219741"/>
                    <a:pt x="1323029" y="1219809"/>
                    <a:pt x="1324106" y="1219674"/>
                  </a:cubicBezTo>
                  <a:cubicBezTo>
                    <a:pt x="1325183" y="1219540"/>
                    <a:pt x="1330332" y="1218867"/>
                    <a:pt x="1330635" y="1218867"/>
                  </a:cubicBezTo>
                  <a:cubicBezTo>
                    <a:pt x="1330938" y="1218867"/>
                    <a:pt x="1336289" y="1217050"/>
                    <a:pt x="1336928" y="1216781"/>
                  </a:cubicBezTo>
                  <a:cubicBezTo>
                    <a:pt x="1337568" y="1216478"/>
                    <a:pt x="1338746" y="1213956"/>
                    <a:pt x="1338880" y="1213754"/>
                  </a:cubicBezTo>
                  <a:cubicBezTo>
                    <a:pt x="1339015" y="1213552"/>
                    <a:pt x="1342212" y="1210289"/>
                    <a:pt x="1342212" y="1210289"/>
                  </a:cubicBezTo>
                  <a:cubicBezTo>
                    <a:pt x="1342212" y="1210289"/>
                    <a:pt x="1344602" y="1206588"/>
                    <a:pt x="1344736" y="1206387"/>
                  </a:cubicBezTo>
                  <a:cubicBezTo>
                    <a:pt x="1344871" y="1206185"/>
                    <a:pt x="1346823" y="1203493"/>
                    <a:pt x="1346991" y="1203191"/>
                  </a:cubicBezTo>
                  <a:cubicBezTo>
                    <a:pt x="1347126" y="1202888"/>
                    <a:pt x="1347294" y="1201610"/>
                    <a:pt x="1347933" y="1201004"/>
                  </a:cubicBezTo>
                  <a:cubicBezTo>
                    <a:pt x="1348573" y="1200432"/>
                    <a:pt x="1351467" y="1197237"/>
                    <a:pt x="1351467" y="1197237"/>
                  </a:cubicBezTo>
                  <a:cubicBezTo>
                    <a:pt x="1351467" y="1197237"/>
                    <a:pt x="1352982" y="1194915"/>
                    <a:pt x="1353284" y="1194714"/>
                  </a:cubicBezTo>
                  <a:cubicBezTo>
                    <a:pt x="1353587" y="1194512"/>
                    <a:pt x="1357861" y="1191013"/>
                    <a:pt x="1357861" y="1191013"/>
                  </a:cubicBezTo>
                  <a:lnTo>
                    <a:pt x="1361059" y="1187885"/>
                  </a:lnTo>
                  <a:lnTo>
                    <a:pt x="1365636" y="1184857"/>
                  </a:lnTo>
                  <a:lnTo>
                    <a:pt x="1368967" y="1182233"/>
                  </a:lnTo>
                  <a:cubicBezTo>
                    <a:pt x="1368967" y="1182233"/>
                    <a:pt x="1372232" y="1179408"/>
                    <a:pt x="1372299" y="1179138"/>
                  </a:cubicBezTo>
                  <a:cubicBezTo>
                    <a:pt x="1372367" y="1178836"/>
                    <a:pt x="1374823" y="1176245"/>
                    <a:pt x="1374823" y="1176245"/>
                  </a:cubicBezTo>
                  <a:cubicBezTo>
                    <a:pt x="1374823" y="1176245"/>
                    <a:pt x="1377650" y="1173655"/>
                    <a:pt x="1377852" y="1173420"/>
                  </a:cubicBezTo>
                  <a:cubicBezTo>
                    <a:pt x="1378054" y="1173218"/>
                    <a:pt x="1383136" y="1168845"/>
                    <a:pt x="1383439" y="1168710"/>
                  </a:cubicBezTo>
                  <a:cubicBezTo>
                    <a:pt x="1383742" y="1168575"/>
                    <a:pt x="1388016" y="1164505"/>
                    <a:pt x="1388655" y="1164371"/>
                  </a:cubicBezTo>
                  <a:cubicBezTo>
                    <a:pt x="1389295" y="1164236"/>
                    <a:pt x="1391718" y="1162991"/>
                    <a:pt x="1392223" y="1162689"/>
                  </a:cubicBezTo>
                  <a:cubicBezTo>
                    <a:pt x="1392728" y="1162386"/>
                    <a:pt x="1399122" y="1162117"/>
                    <a:pt x="1399324" y="1161949"/>
                  </a:cubicBezTo>
                  <a:cubicBezTo>
                    <a:pt x="1399526" y="1161814"/>
                    <a:pt x="1402588" y="1161679"/>
                    <a:pt x="1403396" y="1161511"/>
                  </a:cubicBezTo>
                  <a:cubicBezTo>
                    <a:pt x="1404204" y="1161377"/>
                    <a:pt x="1408310" y="1161646"/>
                    <a:pt x="1408747" y="1161713"/>
                  </a:cubicBezTo>
                  <a:cubicBezTo>
                    <a:pt x="1409185" y="1161780"/>
                    <a:pt x="1412146" y="1161276"/>
                    <a:pt x="1412146" y="1161276"/>
                  </a:cubicBezTo>
                  <a:lnTo>
                    <a:pt x="1418440" y="1160468"/>
                  </a:lnTo>
                  <a:lnTo>
                    <a:pt x="1425238" y="1159829"/>
                  </a:lnTo>
                  <a:lnTo>
                    <a:pt x="1434594" y="1157441"/>
                  </a:lnTo>
                  <a:lnTo>
                    <a:pt x="1442132" y="1152664"/>
                  </a:lnTo>
                  <a:cubicBezTo>
                    <a:pt x="1442132" y="1152664"/>
                    <a:pt x="1445969" y="1151857"/>
                    <a:pt x="1446205" y="1151789"/>
                  </a:cubicBezTo>
                  <a:cubicBezTo>
                    <a:pt x="1446407" y="1151722"/>
                    <a:pt x="1451421" y="1149603"/>
                    <a:pt x="1452061" y="1149266"/>
                  </a:cubicBezTo>
                  <a:cubicBezTo>
                    <a:pt x="1452700" y="1148896"/>
                    <a:pt x="1454820" y="1147954"/>
                    <a:pt x="1454820" y="1147954"/>
                  </a:cubicBezTo>
                  <a:lnTo>
                    <a:pt x="1467138" y="1144422"/>
                  </a:lnTo>
                  <a:lnTo>
                    <a:pt x="1473869" y="1141395"/>
                  </a:lnTo>
                  <a:cubicBezTo>
                    <a:pt x="1473869" y="1141395"/>
                    <a:pt x="1479388" y="1140150"/>
                    <a:pt x="1479893" y="1140015"/>
                  </a:cubicBezTo>
                  <a:cubicBezTo>
                    <a:pt x="1480398" y="1139881"/>
                    <a:pt x="1487566" y="1139074"/>
                    <a:pt x="1487802" y="1139006"/>
                  </a:cubicBezTo>
                  <a:cubicBezTo>
                    <a:pt x="1488037" y="1138939"/>
                    <a:pt x="1494331" y="1137122"/>
                    <a:pt x="1494701" y="1136853"/>
                  </a:cubicBezTo>
                  <a:cubicBezTo>
                    <a:pt x="1495071" y="1136551"/>
                    <a:pt x="1498167" y="1133220"/>
                    <a:pt x="1498167" y="1133220"/>
                  </a:cubicBezTo>
                  <a:lnTo>
                    <a:pt x="1499682" y="1130630"/>
                  </a:lnTo>
                  <a:lnTo>
                    <a:pt x="1502509" y="1126560"/>
                  </a:lnTo>
                  <a:lnTo>
                    <a:pt x="1504898" y="1123162"/>
                  </a:lnTo>
                  <a:lnTo>
                    <a:pt x="1507591" y="1120706"/>
                  </a:lnTo>
                  <a:cubicBezTo>
                    <a:pt x="1507591" y="1120706"/>
                    <a:pt x="1510350" y="1118385"/>
                    <a:pt x="1510788" y="1118251"/>
                  </a:cubicBezTo>
                  <a:cubicBezTo>
                    <a:pt x="1511225" y="1118116"/>
                    <a:pt x="1514423" y="1115930"/>
                    <a:pt x="1514423" y="1115930"/>
                  </a:cubicBezTo>
                  <a:lnTo>
                    <a:pt x="1518326" y="1114248"/>
                  </a:lnTo>
                  <a:lnTo>
                    <a:pt x="1523980" y="1110345"/>
                  </a:lnTo>
                  <a:lnTo>
                    <a:pt x="1530005" y="1108596"/>
                  </a:lnTo>
                  <a:cubicBezTo>
                    <a:pt x="1530005" y="1108596"/>
                    <a:pt x="1534279" y="1104963"/>
                    <a:pt x="1534716" y="1104627"/>
                  </a:cubicBezTo>
                  <a:cubicBezTo>
                    <a:pt x="1535154" y="1104257"/>
                    <a:pt x="1538048" y="1103382"/>
                    <a:pt x="1538486" y="1103180"/>
                  </a:cubicBezTo>
                  <a:cubicBezTo>
                    <a:pt x="1538923" y="1102978"/>
                    <a:pt x="1542053" y="1100859"/>
                    <a:pt x="1542053" y="1100859"/>
                  </a:cubicBezTo>
                  <a:lnTo>
                    <a:pt x="1544880" y="1100119"/>
                  </a:lnTo>
                  <a:cubicBezTo>
                    <a:pt x="1544880" y="1100119"/>
                    <a:pt x="1546697" y="1099816"/>
                    <a:pt x="1547269" y="1099816"/>
                  </a:cubicBezTo>
                  <a:cubicBezTo>
                    <a:pt x="1547842" y="1099816"/>
                    <a:pt x="1550904" y="1099682"/>
                    <a:pt x="1550904" y="1099682"/>
                  </a:cubicBezTo>
                  <a:lnTo>
                    <a:pt x="1552991" y="1100119"/>
                  </a:lnTo>
                  <a:lnTo>
                    <a:pt x="1555750" y="1100758"/>
                  </a:lnTo>
                  <a:lnTo>
                    <a:pt x="1558510" y="1103214"/>
                  </a:lnTo>
                  <a:cubicBezTo>
                    <a:pt x="1558510" y="1103214"/>
                    <a:pt x="1561202" y="1105838"/>
                    <a:pt x="1561472" y="1106040"/>
                  </a:cubicBezTo>
                  <a:cubicBezTo>
                    <a:pt x="1561741" y="1106241"/>
                    <a:pt x="1564366" y="1108932"/>
                    <a:pt x="1564803" y="1109235"/>
                  </a:cubicBezTo>
                  <a:cubicBezTo>
                    <a:pt x="1565241" y="1109538"/>
                    <a:pt x="1566688" y="1110682"/>
                    <a:pt x="1567698" y="1111556"/>
                  </a:cubicBezTo>
                  <a:cubicBezTo>
                    <a:pt x="1568707" y="1112431"/>
                    <a:pt x="1570895" y="1113440"/>
                    <a:pt x="1571534" y="1113878"/>
                  </a:cubicBezTo>
                  <a:cubicBezTo>
                    <a:pt x="1572174" y="1114315"/>
                    <a:pt x="1573924" y="1115963"/>
                    <a:pt x="1574429" y="1116333"/>
                  </a:cubicBezTo>
                  <a:cubicBezTo>
                    <a:pt x="1574934" y="1116703"/>
                    <a:pt x="1576381" y="1117410"/>
                    <a:pt x="1576818" y="1117578"/>
                  </a:cubicBezTo>
                  <a:cubicBezTo>
                    <a:pt x="1577256" y="1117712"/>
                    <a:pt x="1578198" y="1118150"/>
                    <a:pt x="1579645" y="1118284"/>
                  </a:cubicBezTo>
                  <a:cubicBezTo>
                    <a:pt x="1581092" y="1118419"/>
                    <a:pt x="1584491" y="1117040"/>
                    <a:pt x="1584491" y="1117040"/>
                  </a:cubicBezTo>
                  <a:cubicBezTo>
                    <a:pt x="1584491" y="1117040"/>
                    <a:pt x="1586376" y="1115660"/>
                    <a:pt x="1586578" y="1115660"/>
                  </a:cubicBezTo>
                  <a:cubicBezTo>
                    <a:pt x="1586780" y="1115660"/>
                    <a:pt x="1590482" y="1113777"/>
                    <a:pt x="1590482" y="1113777"/>
                  </a:cubicBezTo>
                  <a:lnTo>
                    <a:pt x="1591559" y="1112196"/>
                  </a:lnTo>
                  <a:lnTo>
                    <a:pt x="1592804" y="1111556"/>
                  </a:lnTo>
                  <a:cubicBezTo>
                    <a:pt x="1592804" y="1111556"/>
                    <a:pt x="1594689" y="1111691"/>
                    <a:pt x="1594891" y="1111691"/>
                  </a:cubicBezTo>
                  <a:cubicBezTo>
                    <a:pt x="1595126" y="1111691"/>
                    <a:pt x="1596775" y="1111624"/>
                    <a:pt x="1596775" y="1111624"/>
                  </a:cubicBezTo>
                  <a:lnTo>
                    <a:pt x="1598660" y="1111758"/>
                  </a:lnTo>
                  <a:lnTo>
                    <a:pt x="1599266" y="1112936"/>
                  </a:lnTo>
                  <a:lnTo>
                    <a:pt x="1599535" y="1114752"/>
                  </a:lnTo>
                  <a:lnTo>
                    <a:pt x="1599535" y="1115997"/>
                  </a:lnTo>
                  <a:lnTo>
                    <a:pt x="1599535" y="1117746"/>
                  </a:lnTo>
                  <a:lnTo>
                    <a:pt x="1599535" y="1119495"/>
                  </a:lnTo>
                  <a:cubicBezTo>
                    <a:pt x="1599535" y="1119495"/>
                    <a:pt x="1599232" y="1120303"/>
                    <a:pt x="1599535" y="1120740"/>
                  </a:cubicBezTo>
                  <a:cubicBezTo>
                    <a:pt x="1599838" y="1121177"/>
                    <a:pt x="1599771" y="1121447"/>
                    <a:pt x="1600275" y="1121749"/>
                  </a:cubicBezTo>
                  <a:cubicBezTo>
                    <a:pt x="1600780" y="1122052"/>
                    <a:pt x="1600578" y="1122893"/>
                    <a:pt x="1602362" y="1123128"/>
                  </a:cubicBezTo>
                  <a:cubicBezTo>
                    <a:pt x="1604179" y="1123330"/>
                    <a:pt x="1605559" y="1123498"/>
                    <a:pt x="1606131" y="1123330"/>
                  </a:cubicBezTo>
                  <a:cubicBezTo>
                    <a:pt x="1606703" y="1123196"/>
                    <a:pt x="1607208" y="1122321"/>
                    <a:pt x="1608319" y="1122321"/>
                  </a:cubicBezTo>
                  <a:cubicBezTo>
                    <a:pt x="1609396" y="1122321"/>
                    <a:pt x="1609833" y="1121514"/>
                    <a:pt x="1610473" y="1122018"/>
                  </a:cubicBezTo>
                  <a:cubicBezTo>
                    <a:pt x="1611112" y="1122523"/>
                    <a:pt x="1611617" y="1123027"/>
                    <a:pt x="1612054" y="1123902"/>
                  </a:cubicBezTo>
                  <a:cubicBezTo>
                    <a:pt x="1612492" y="1124777"/>
                    <a:pt x="1612694" y="1125719"/>
                    <a:pt x="1613199" y="1126291"/>
                  </a:cubicBezTo>
                  <a:cubicBezTo>
                    <a:pt x="1613704" y="1126862"/>
                    <a:pt x="1615218" y="1128612"/>
                    <a:pt x="1615521" y="1128914"/>
                  </a:cubicBezTo>
                  <a:cubicBezTo>
                    <a:pt x="1615824" y="1129217"/>
                    <a:pt x="1617910" y="1131673"/>
                    <a:pt x="1617910" y="1131673"/>
                  </a:cubicBezTo>
                  <a:lnTo>
                    <a:pt x="1620367" y="1133691"/>
                  </a:lnTo>
                  <a:lnTo>
                    <a:pt x="1622252" y="1135878"/>
                  </a:lnTo>
                  <a:cubicBezTo>
                    <a:pt x="1622252" y="1135878"/>
                    <a:pt x="1625012" y="1139477"/>
                    <a:pt x="1625449" y="1139780"/>
                  </a:cubicBezTo>
                  <a:cubicBezTo>
                    <a:pt x="1625887" y="1140083"/>
                    <a:pt x="1628074" y="1141798"/>
                    <a:pt x="1628074" y="1141798"/>
                  </a:cubicBezTo>
                  <a:cubicBezTo>
                    <a:pt x="1628074" y="1141798"/>
                    <a:pt x="1628949" y="1142236"/>
                    <a:pt x="1630531" y="1142942"/>
                  </a:cubicBezTo>
                  <a:cubicBezTo>
                    <a:pt x="1632113" y="1143682"/>
                    <a:pt x="1634738" y="1145835"/>
                    <a:pt x="1634738" y="1145835"/>
                  </a:cubicBezTo>
                  <a:cubicBezTo>
                    <a:pt x="1634738" y="1145835"/>
                    <a:pt x="1637329" y="1148594"/>
                    <a:pt x="1638070" y="1148728"/>
                  </a:cubicBezTo>
                  <a:cubicBezTo>
                    <a:pt x="1638810" y="1148863"/>
                    <a:pt x="1642714" y="1151756"/>
                    <a:pt x="1642714" y="1151756"/>
                  </a:cubicBezTo>
                  <a:lnTo>
                    <a:pt x="1646483" y="1155658"/>
                  </a:lnTo>
                  <a:cubicBezTo>
                    <a:pt x="1646483" y="1155658"/>
                    <a:pt x="1648671" y="1155658"/>
                    <a:pt x="1648805" y="1156095"/>
                  </a:cubicBezTo>
                  <a:cubicBezTo>
                    <a:pt x="1648940" y="1156533"/>
                    <a:pt x="1650690" y="1156835"/>
                    <a:pt x="1650690" y="1156835"/>
                  </a:cubicBezTo>
                  <a:cubicBezTo>
                    <a:pt x="1650690" y="1156835"/>
                    <a:pt x="1654156" y="1157273"/>
                    <a:pt x="1654325" y="1157710"/>
                  </a:cubicBezTo>
                  <a:cubicBezTo>
                    <a:pt x="1654459" y="1158147"/>
                    <a:pt x="1654628" y="1158147"/>
                    <a:pt x="1655200" y="1158282"/>
                  </a:cubicBezTo>
                  <a:cubicBezTo>
                    <a:pt x="1655772" y="1158416"/>
                    <a:pt x="1660719" y="1158282"/>
                    <a:pt x="1660854" y="1159022"/>
                  </a:cubicBezTo>
                  <a:cubicBezTo>
                    <a:pt x="1660988" y="1159762"/>
                    <a:pt x="1662873" y="1160166"/>
                    <a:pt x="1663310" y="1160906"/>
                  </a:cubicBezTo>
                  <a:cubicBezTo>
                    <a:pt x="1663748" y="1161646"/>
                    <a:pt x="1666508" y="1164236"/>
                    <a:pt x="1666508" y="1164236"/>
                  </a:cubicBezTo>
                  <a:cubicBezTo>
                    <a:pt x="1666508" y="1164236"/>
                    <a:pt x="1667820" y="1165111"/>
                    <a:pt x="1668527" y="1165111"/>
                  </a:cubicBezTo>
                  <a:cubicBezTo>
                    <a:pt x="1669267" y="1165111"/>
                    <a:pt x="1669402" y="1166860"/>
                    <a:pt x="1669536" y="1167432"/>
                  </a:cubicBezTo>
                  <a:cubicBezTo>
                    <a:pt x="1669671" y="1168004"/>
                    <a:pt x="1669402" y="1169618"/>
                    <a:pt x="1669536" y="1170459"/>
                  </a:cubicBezTo>
                  <a:cubicBezTo>
                    <a:pt x="1669671" y="1171334"/>
                    <a:pt x="1669335" y="1172343"/>
                    <a:pt x="1669570" y="1173352"/>
                  </a:cubicBezTo>
                  <a:cubicBezTo>
                    <a:pt x="1669806" y="1174362"/>
                    <a:pt x="1668460" y="1175808"/>
                    <a:pt x="1669570" y="1176683"/>
                  </a:cubicBezTo>
                  <a:cubicBezTo>
                    <a:pt x="1670681" y="1177557"/>
                    <a:pt x="1670109" y="1178264"/>
                    <a:pt x="1671690" y="1178701"/>
                  </a:cubicBezTo>
                  <a:cubicBezTo>
                    <a:pt x="1673272" y="1179138"/>
                    <a:pt x="1673710" y="1179138"/>
                    <a:pt x="1675157" y="1178836"/>
                  </a:cubicBezTo>
                  <a:cubicBezTo>
                    <a:pt x="1676604" y="1178533"/>
                    <a:pt x="1675628" y="1178264"/>
                    <a:pt x="1677142" y="1177389"/>
                  </a:cubicBezTo>
                  <a:cubicBezTo>
                    <a:pt x="1678657" y="1176515"/>
                    <a:pt x="1678657" y="1176077"/>
                    <a:pt x="1679667" y="1175068"/>
                  </a:cubicBezTo>
                  <a:cubicBezTo>
                    <a:pt x="1680676" y="1174059"/>
                    <a:pt x="1681551" y="1172881"/>
                    <a:pt x="1681551" y="1172881"/>
                  </a:cubicBezTo>
                  <a:lnTo>
                    <a:pt x="1682696" y="1171738"/>
                  </a:lnTo>
                  <a:lnTo>
                    <a:pt x="1683570" y="1170560"/>
                  </a:lnTo>
                  <a:lnTo>
                    <a:pt x="1684883" y="1169248"/>
                  </a:lnTo>
                  <a:cubicBezTo>
                    <a:pt x="1684883" y="1169248"/>
                    <a:pt x="1685018" y="1168374"/>
                    <a:pt x="1685623" y="1168239"/>
                  </a:cubicBezTo>
                  <a:cubicBezTo>
                    <a:pt x="1686196" y="1168105"/>
                    <a:pt x="1685926" y="1168239"/>
                    <a:pt x="1687811" y="1167667"/>
                  </a:cubicBezTo>
                  <a:cubicBezTo>
                    <a:pt x="1689696" y="1167095"/>
                    <a:pt x="1689999" y="1166221"/>
                    <a:pt x="1692152" y="1166086"/>
                  </a:cubicBezTo>
                  <a:cubicBezTo>
                    <a:pt x="1694340" y="1165952"/>
                    <a:pt x="1695047" y="1165649"/>
                    <a:pt x="1695047" y="1165649"/>
                  </a:cubicBezTo>
                  <a:lnTo>
                    <a:pt x="1698513" y="1165212"/>
                  </a:lnTo>
                  <a:cubicBezTo>
                    <a:pt x="1698513" y="1165212"/>
                    <a:pt x="1701105" y="1164774"/>
                    <a:pt x="1701980" y="1164472"/>
                  </a:cubicBezTo>
                  <a:cubicBezTo>
                    <a:pt x="1702855" y="1164169"/>
                    <a:pt x="1704739" y="1165043"/>
                    <a:pt x="1705008" y="1164034"/>
                  </a:cubicBezTo>
                  <a:cubicBezTo>
                    <a:pt x="1705311" y="1163025"/>
                    <a:pt x="1707465" y="1162285"/>
                    <a:pt x="1707331" y="1160569"/>
                  </a:cubicBezTo>
                  <a:cubicBezTo>
                    <a:pt x="1707196" y="1158820"/>
                    <a:pt x="1707028" y="1157979"/>
                    <a:pt x="1706758" y="1157239"/>
                  </a:cubicBezTo>
                  <a:cubicBezTo>
                    <a:pt x="1706456" y="1156533"/>
                    <a:pt x="1705749" y="1155658"/>
                    <a:pt x="1705614" y="1154346"/>
                  </a:cubicBezTo>
                  <a:cubicBezTo>
                    <a:pt x="1705480" y="1153034"/>
                    <a:pt x="1705917" y="1153909"/>
                    <a:pt x="1705480" y="1153034"/>
                  </a:cubicBezTo>
                  <a:cubicBezTo>
                    <a:pt x="1705042" y="1152159"/>
                    <a:pt x="1705278" y="1151285"/>
                    <a:pt x="1705278" y="1150713"/>
                  </a:cubicBezTo>
                  <a:cubicBezTo>
                    <a:pt x="1705278" y="1150141"/>
                    <a:pt x="1705648" y="1148829"/>
                    <a:pt x="1705648" y="1148392"/>
                  </a:cubicBezTo>
                  <a:cubicBezTo>
                    <a:pt x="1705648" y="1147954"/>
                    <a:pt x="1705648" y="1145499"/>
                    <a:pt x="1705648" y="1145499"/>
                  </a:cubicBezTo>
                  <a:lnTo>
                    <a:pt x="1705648" y="1142034"/>
                  </a:lnTo>
                  <a:lnTo>
                    <a:pt x="1705648" y="1140285"/>
                  </a:lnTo>
                  <a:cubicBezTo>
                    <a:pt x="1705648" y="1140285"/>
                    <a:pt x="1705076" y="1138703"/>
                    <a:pt x="1705076" y="1137829"/>
                  </a:cubicBezTo>
                  <a:cubicBezTo>
                    <a:pt x="1705076" y="1136954"/>
                    <a:pt x="1705379" y="1135945"/>
                    <a:pt x="1705513" y="1135071"/>
                  </a:cubicBezTo>
                  <a:cubicBezTo>
                    <a:pt x="1705648" y="1134196"/>
                    <a:pt x="1705210" y="1134196"/>
                    <a:pt x="1705951" y="1133321"/>
                  </a:cubicBezTo>
                  <a:cubicBezTo>
                    <a:pt x="1706691" y="1132447"/>
                    <a:pt x="1706388" y="1132749"/>
                    <a:pt x="1707398" y="1132144"/>
                  </a:cubicBezTo>
                  <a:cubicBezTo>
                    <a:pt x="1708407" y="1131572"/>
                    <a:pt x="1707970" y="1132009"/>
                    <a:pt x="1709552" y="1131000"/>
                  </a:cubicBezTo>
                  <a:cubicBezTo>
                    <a:pt x="1711134" y="1129991"/>
                    <a:pt x="1711436" y="1129856"/>
                    <a:pt x="1711739" y="1129251"/>
                  </a:cubicBezTo>
                  <a:cubicBezTo>
                    <a:pt x="1712042" y="1128679"/>
                    <a:pt x="1713052" y="1126627"/>
                    <a:pt x="1713489" y="1126358"/>
                  </a:cubicBezTo>
                  <a:cubicBezTo>
                    <a:pt x="1713927" y="1126055"/>
                    <a:pt x="1714936" y="1124339"/>
                    <a:pt x="1715812" y="1123734"/>
                  </a:cubicBezTo>
                  <a:cubicBezTo>
                    <a:pt x="1716687" y="1123162"/>
                    <a:pt x="1717124" y="1123162"/>
                    <a:pt x="1717562" y="1122288"/>
                  </a:cubicBezTo>
                  <a:cubicBezTo>
                    <a:pt x="1717999" y="1121413"/>
                    <a:pt x="1719143" y="1119966"/>
                    <a:pt x="1719446" y="1119529"/>
                  </a:cubicBezTo>
                  <a:cubicBezTo>
                    <a:pt x="1719749" y="1119092"/>
                    <a:pt x="1720321" y="1118520"/>
                    <a:pt x="1720624" y="1118083"/>
                  </a:cubicBezTo>
                  <a:cubicBezTo>
                    <a:pt x="1720927" y="1117645"/>
                    <a:pt x="1721768" y="1116636"/>
                    <a:pt x="1721937" y="1116064"/>
                  </a:cubicBezTo>
                  <a:cubicBezTo>
                    <a:pt x="1722071" y="1115492"/>
                    <a:pt x="1721432" y="1115055"/>
                    <a:pt x="1722139" y="1114180"/>
                  </a:cubicBezTo>
                  <a:cubicBezTo>
                    <a:pt x="1722879" y="1113306"/>
                    <a:pt x="1723081" y="1112868"/>
                    <a:pt x="1723081" y="1112296"/>
                  </a:cubicBezTo>
                  <a:cubicBezTo>
                    <a:pt x="1723081" y="1111725"/>
                    <a:pt x="1723081" y="1110715"/>
                    <a:pt x="1723081" y="1110715"/>
                  </a:cubicBezTo>
                  <a:lnTo>
                    <a:pt x="1723081" y="1108966"/>
                  </a:lnTo>
                  <a:lnTo>
                    <a:pt x="1723889" y="1106140"/>
                  </a:lnTo>
                  <a:cubicBezTo>
                    <a:pt x="1723889" y="1106140"/>
                    <a:pt x="1724393" y="1103752"/>
                    <a:pt x="1724461" y="1103550"/>
                  </a:cubicBezTo>
                  <a:cubicBezTo>
                    <a:pt x="1724528" y="1103348"/>
                    <a:pt x="1725773" y="1101229"/>
                    <a:pt x="1725773" y="1101229"/>
                  </a:cubicBezTo>
                  <a:lnTo>
                    <a:pt x="1726413" y="1099412"/>
                  </a:lnTo>
                  <a:cubicBezTo>
                    <a:pt x="1726413" y="1099412"/>
                    <a:pt x="1727658" y="1098168"/>
                    <a:pt x="1727860" y="1098101"/>
                  </a:cubicBezTo>
                  <a:cubicBezTo>
                    <a:pt x="1728062" y="1098033"/>
                    <a:pt x="1729745" y="1097091"/>
                    <a:pt x="1729745" y="1097091"/>
                  </a:cubicBezTo>
                  <a:lnTo>
                    <a:pt x="1731697" y="1096452"/>
                  </a:lnTo>
                  <a:cubicBezTo>
                    <a:pt x="1731697" y="1096452"/>
                    <a:pt x="1733211" y="1095948"/>
                    <a:pt x="1733447" y="1095948"/>
                  </a:cubicBezTo>
                  <a:cubicBezTo>
                    <a:pt x="1733682" y="1095948"/>
                    <a:pt x="1734591" y="1096082"/>
                    <a:pt x="1734894" y="1096082"/>
                  </a:cubicBezTo>
                  <a:cubicBezTo>
                    <a:pt x="1735197" y="1096082"/>
                    <a:pt x="1736846" y="1096217"/>
                    <a:pt x="1737149" y="1096217"/>
                  </a:cubicBezTo>
                  <a:cubicBezTo>
                    <a:pt x="1737451" y="1096217"/>
                    <a:pt x="1739033" y="1096789"/>
                    <a:pt x="1739235" y="1096856"/>
                  </a:cubicBezTo>
                  <a:cubicBezTo>
                    <a:pt x="1739437" y="1096923"/>
                    <a:pt x="1740615" y="1098538"/>
                    <a:pt x="1740985" y="1098874"/>
                  </a:cubicBezTo>
                  <a:cubicBezTo>
                    <a:pt x="1741355" y="1099244"/>
                    <a:pt x="1742231" y="1101565"/>
                    <a:pt x="1742231" y="1101565"/>
                  </a:cubicBezTo>
                  <a:lnTo>
                    <a:pt x="1742231" y="1103752"/>
                  </a:lnTo>
                  <a:lnTo>
                    <a:pt x="1742971" y="1106140"/>
                  </a:lnTo>
                  <a:cubicBezTo>
                    <a:pt x="1742971" y="1106140"/>
                    <a:pt x="1743408" y="1107520"/>
                    <a:pt x="1743476" y="1107822"/>
                  </a:cubicBezTo>
                  <a:cubicBezTo>
                    <a:pt x="1743543" y="1108125"/>
                    <a:pt x="1744654" y="1110514"/>
                    <a:pt x="1744654" y="1110514"/>
                  </a:cubicBezTo>
                  <a:cubicBezTo>
                    <a:pt x="1744654" y="1110514"/>
                    <a:pt x="1745158" y="1112330"/>
                    <a:pt x="1745798" y="1112700"/>
                  </a:cubicBezTo>
                  <a:cubicBezTo>
                    <a:pt x="1746437" y="1113070"/>
                    <a:pt x="1747447" y="1114079"/>
                    <a:pt x="1747817" y="1114584"/>
                  </a:cubicBezTo>
                  <a:cubicBezTo>
                    <a:pt x="1748187" y="1115089"/>
                    <a:pt x="1749264" y="1115728"/>
                    <a:pt x="1750139" y="1115896"/>
                  </a:cubicBezTo>
                  <a:cubicBezTo>
                    <a:pt x="1751014" y="1116030"/>
                    <a:pt x="1749769" y="1116030"/>
                    <a:pt x="1752394" y="1115829"/>
                  </a:cubicBezTo>
                  <a:cubicBezTo>
                    <a:pt x="1755019" y="1115627"/>
                    <a:pt x="1756668" y="1114954"/>
                    <a:pt x="1756668" y="1114954"/>
                  </a:cubicBezTo>
                  <a:lnTo>
                    <a:pt x="1758755" y="1115761"/>
                  </a:lnTo>
                  <a:lnTo>
                    <a:pt x="1760404" y="1116199"/>
                  </a:lnTo>
                  <a:cubicBezTo>
                    <a:pt x="1760404" y="1116199"/>
                    <a:pt x="1762423" y="1116905"/>
                    <a:pt x="1763365" y="1117141"/>
                  </a:cubicBezTo>
                  <a:cubicBezTo>
                    <a:pt x="1764308" y="1117376"/>
                    <a:pt x="1766193" y="1119159"/>
                    <a:pt x="1766193" y="1119159"/>
                  </a:cubicBezTo>
                  <a:cubicBezTo>
                    <a:pt x="1766193" y="1119159"/>
                    <a:pt x="1766933" y="1120404"/>
                    <a:pt x="1767067" y="1120673"/>
                  </a:cubicBezTo>
                  <a:cubicBezTo>
                    <a:pt x="1767202" y="1120976"/>
                    <a:pt x="1766697" y="1122052"/>
                    <a:pt x="1767067" y="1122624"/>
                  </a:cubicBezTo>
                  <a:cubicBezTo>
                    <a:pt x="1767438" y="1123196"/>
                    <a:pt x="1767202" y="1122859"/>
                    <a:pt x="1767101" y="1124878"/>
                  </a:cubicBezTo>
                  <a:cubicBezTo>
                    <a:pt x="1767000" y="1126896"/>
                    <a:pt x="1766865" y="1128713"/>
                    <a:pt x="1766865" y="1128713"/>
                  </a:cubicBezTo>
                  <a:lnTo>
                    <a:pt x="1766293" y="1130731"/>
                  </a:lnTo>
                  <a:lnTo>
                    <a:pt x="1766563" y="1133489"/>
                  </a:lnTo>
                  <a:lnTo>
                    <a:pt x="1766563" y="1135071"/>
                  </a:lnTo>
                  <a:lnTo>
                    <a:pt x="1768144" y="1137526"/>
                  </a:lnTo>
                  <a:lnTo>
                    <a:pt x="1770029" y="1139847"/>
                  </a:lnTo>
                  <a:cubicBezTo>
                    <a:pt x="1770029" y="1139847"/>
                    <a:pt x="1772116" y="1139982"/>
                    <a:pt x="1772991" y="1140554"/>
                  </a:cubicBezTo>
                  <a:cubicBezTo>
                    <a:pt x="1773866" y="1141126"/>
                    <a:pt x="1775010" y="1141294"/>
                    <a:pt x="1776390" y="1141294"/>
                  </a:cubicBezTo>
                  <a:cubicBezTo>
                    <a:pt x="1777770" y="1141294"/>
                    <a:pt x="1779419" y="1141798"/>
                    <a:pt x="1779419" y="1141798"/>
                  </a:cubicBezTo>
                  <a:lnTo>
                    <a:pt x="1781808" y="1142875"/>
                  </a:lnTo>
                  <a:lnTo>
                    <a:pt x="1783626" y="1143884"/>
                  </a:lnTo>
                  <a:lnTo>
                    <a:pt x="1785645" y="1146138"/>
                  </a:lnTo>
                  <a:lnTo>
                    <a:pt x="1787159" y="1144961"/>
                  </a:lnTo>
                  <a:cubicBezTo>
                    <a:pt x="1787159" y="1144961"/>
                    <a:pt x="1789010" y="1143009"/>
                    <a:pt x="1789347" y="1143009"/>
                  </a:cubicBezTo>
                  <a:cubicBezTo>
                    <a:pt x="1789683" y="1143009"/>
                    <a:pt x="1791097" y="1141597"/>
                    <a:pt x="1791534" y="1141597"/>
                  </a:cubicBezTo>
                  <a:cubicBezTo>
                    <a:pt x="1791972" y="1141597"/>
                    <a:pt x="1793587" y="1140621"/>
                    <a:pt x="1793587" y="1140621"/>
                  </a:cubicBezTo>
                  <a:cubicBezTo>
                    <a:pt x="1793587" y="1140621"/>
                    <a:pt x="1795001" y="1139746"/>
                    <a:pt x="1795438" y="1139746"/>
                  </a:cubicBezTo>
                  <a:cubicBezTo>
                    <a:pt x="1795876" y="1139746"/>
                    <a:pt x="1798030" y="1138132"/>
                    <a:pt x="1798030" y="1138132"/>
                  </a:cubicBezTo>
                  <a:cubicBezTo>
                    <a:pt x="1798030" y="1138132"/>
                    <a:pt x="1799881" y="1136383"/>
                    <a:pt x="1800318" y="1136180"/>
                  </a:cubicBezTo>
                  <a:cubicBezTo>
                    <a:pt x="1800756" y="1135979"/>
                    <a:pt x="1802169" y="1135205"/>
                    <a:pt x="1802607" y="1134667"/>
                  </a:cubicBezTo>
                  <a:cubicBezTo>
                    <a:pt x="1803044" y="1134129"/>
                    <a:pt x="1804020" y="1132817"/>
                    <a:pt x="1804357" y="1132043"/>
                  </a:cubicBezTo>
                  <a:cubicBezTo>
                    <a:pt x="1804693" y="1131269"/>
                    <a:pt x="1804121" y="1127905"/>
                    <a:pt x="1804121" y="1127905"/>
                  </a:cubicBezTo>
                  <a:cubicBezTo>
                    <a:pt x="1804121" y="1127905"/>
                    <a:pt x="1804054" y="1125079"/>
                    <a:pt x="1803751" y="1124743"/>
                  </a:cubicBezTo>
                  <a:cubicBezTo>
                    <a:pt x="1803415" y="1124407"/>
                    <a:pt x="1801294" y="1122456"/>
                    <a:pt x="1801294" y="1121917"/>
                  </a:cubicBezTo>
                  <a:cubicBezTo>
                    <a:pt x="1801294" y="1121379"/>
                    <a:pt x="1801294" y="1119428"/>
                    <a:pt x="1801294" y="1119428"/>
                  </a:cubicBezTo>
                  <a:lnTo>
                    <a:pt x="1802708" y="1116703"/>
                  </a:lnTo>
                  <a:lnTo>
                    <a:pt x="1803684" y="1115526"/>
                  </a:lnTo>
                  <a:cubicBezTo>
                    <a:pt x="1803684" y="1115526"/>
                    <a:pt x="1806309" y="1114550"/>
                    <a:pt x="1806948" y="1114449"/>
                  </a:cubicBezTo>
                  <a:cubicBezTo>
                    <a:pt x="1807588" y="1114348"/>
                    <a:pt x="1809775" y="1114449"/>
                    <a:pt x="1809775" y="1114449"/>
                  </a:cubicBezTo>
                  <a:cubicBezTo>
                    <a:pt x="1809775" y="1114449"/>
                    <a:pt x="1810852" y="1114786"/>
                    <a:pt x="1811525" y="1114416"/>
                  </a:cubicBezTo>
                  <a:cubicBezTo>
                    <a:pt x="1812165" y="1114046"/>
                    <a:pt x="1813915" y="1115761"/>
                    <a:pt x="1813915" y="1115761"/>
                  </a:cubicBezTo>
                  <a:cubicBezTo>
                    <a:pt x="1813915" y="1115761"/>
                    <a:pt x="1814790" y="1117174"/>
                    <a:pt x="1814790" y="1117612"/>
                  </a:cubicBezTo>
                  <a:cubicBezTo>
                    <a:pt x="1814790" y="1118049"/>
                    <a:pt x="1815564" y="1119798"/>
                    <a:pt x="1815564" y="1119798"/>
                  </a:cubicBezTo>
                  <a:lnTo>
                    <a:pt x="1816977" y="1123700"/>
                  </a:lnTo>
                  <a:cubicBezTo>
                    <a:pt x="1816977" y="1123700"/>
                    <a:pt x="1817179" y="1125450"/>
                    <a:pt x="1817179" y="1125887"/>
                  </a:cubicBezTo>
                  <a:cubicBezTo>
                    <a:pt x="1817179" y="1126324"/>
                    <a:pt x="1816203" y="1128174"/>
                    <a:pt x="1816203" y="1128612"/>
                  </a:cubicBezTo>
                  <a:cubicBezTo>
                    <a:pt x="1816203" y="1129049"/>
                    <a:pt x="1816001" y="1130664"/>
                    <a:pt x="1816001" y="1130664"/>
                  </a:cubicBezTo>
                  <a:cubicBezTo>
                    <a:pt x="1816001" y="1130664"/>
                    <a:pt x="1816001" y="1132951"/>
                    <a:pt x="1816439" y="1133590"/>
                  </a:cubicBezTo>
                  <a:cubicBezTo>
                    <a:pt x="1816876" y="1134230"/>
                    <a:pt x="1816271" y="1136753"/>
                    <a:pt x="1816271" y="1136753"/>
                  </a:cubicBezTo>
                  <a:lnTo>
                    <a:pt x="1815227" y="1138502"/>
                  </a:lnTo>
                  <a:lnTo>
                    <a:pt x="1815227" y="1142101"/>
                  </a:lnTo>
                  <a:lnTo>
                    <a:pt x="1816001" y="1144153"/>
                  </a:lnTo>
                  <a:lnTo>
                    <a:pt x="1816540" y="1145902"/>
                  </a:lnTo>
                  <a:lnTo>
                    <a:pt x="1818155" y="1146878"/>
                  </a:lnTo>
                  <a:lnTo>
                    <a:pt x="1820208" y="1148291"/>
                  </a:lnTo>
                  <a:lnTo>
                    <a:pt x="1822597" y="1148392"/>
                  </a:lnTo>
                  <a:lnTo>
                    <a:pt x="1825862" y="1146542"/>
                  </a:lnTo>
                  <a:lnTo>
                    <a:pt x="1828252" y="1145129"/>
                  </a:lnTo>
                  <a:lnTo>
                    <a:pt x="1829126" y="1143615"/>
                  </a:lnTo>
                  <a:lnTo>
                    <a:pt x="1830338" y="1142101"/>
                  </a:lnTo>
                  <a:lnTo>
                    <a:pt x="1832290" y="1141226"/>
                  </a:lnTo>
                  <a:lnTo>
                    <a:pt x="1835218" y="1141226"/>
                  </a:lnTo>
                  <a:lnTo>
                    <a:pt x="1838819" y="1142875"/>
                  </a:lnTo>
                  <a:lnTo>
                    <a:pt x="1840670" y="1144187"/>
                  </a:lnTo>
                  <a:lnTo>
                    <a:pt x="1842184" y="1144826"/>
                  </a:lnTo>
                  <a:lnTo>
                    <a:pt x="1845012" y="1144927"/>
                  </a:lnTo>
                  <a:cubicBezTo>
                    <a:pt x="1845012" y="1144927"/>
                    <a:pt x="1847401" y="1142202"/>
                    <a:pt x="1847838" y="1142101"/>
                  </a:cubicBezTo>
                  <a:cubicBezTo>
                    <a:pt x="1848276" y="1142000"/>
                    <a:pt x="1849353" y="1139612"/>
                    <a:pt x="1849454" y="1139275"/>
                  </a:cubicBezTo>
                  <a:cubicBezTo>
                    <a:pt x="1849555" y="1138939"/>
                    <a:pt x="1851305" y="1133860"/>
                    <a:pt x="1851305" y="1133860"/>
                  </a:cubicBezTo>
                  <a:lnTo>
                    <a:pt x="1851742" y="1131807"/>
                  </a:lnTo>
                  <a:lnTo>
                    <a:pt x="1852079" y="1125180"/>
                  </a:lnTo>
                  <a:lnTo>
                    <a:pt x="1850867" y="1119327"/>
                  </a:lnTo>
                  <a:cubicBezTo>
                    <a:pt x="1850867" y="1119327"/>
                    <a:pt x="1849353" y="1116064"/>
                    <a:pt x="1849117" y="1115627"/>
                  </a:cubicBezTo>
                  <a:cubicBezTo>
                    <a:pt x="1848915" y="1115189"/>
                    <a:pt x="1847704" y="1112263"/>
                    <a:pt x="1847704" y="1112263"/>
                  </a:cubicBezTo>
                  <a:lnTo>
                    <a:pt x="1846290" y="1109000"/>
                  </a:lnTo>
                  <a:cubicBezTo>
                    <a:pt x="1846290" y="1109000"/>
                    <a:pt x="1846055" y="1107923"/>
                    <a:pt x="1846055" y="1106948"/>
                  </a:cubicBezTo>
                  <a:cubicBezTo>
                    <a:pt x="1846055" y="1105972"/>
                    <a:pt x="1845853" y="1103685"/>
                    <a:pt x="1845853" y="1102608"/>
                  </a:cubicBezTo>
                  <a:cubicBezTo>
                    <a:pt x="1845853" y="1101532"/>
                    <a:pt x="1845617" y="1098807"/>
                    <a:pt x="1845617" y="1098807"/>
                  </a:cubicBezTo>
                  <a:cubicBezTo>
                    <a:pt x="1845617" y="1098807"/>
                    <a:pt x="1845180" y="1096419"/>
                    <a:pt x="1845180" y="1095443"/>
                  </a:cubicBezTo>
                  <a:cubicBezTo>
                    <a:pt x="1845180" y="1094467"/>
                    <a:pt x="1845281" y="1092180"/>
                    <a:pt x="1845281" y="1091843"/>
                  </a:cubicBezTo>
                  <a:cubicBezTo>
                    <a:pt x="1845281" y="1091507"/>
                    <a:pt x="1845281" y="1090330"/>
                    <a:pt x="1845382" y="1089993"/>
                  </a:cubicBezTo>
                  <a:cubicBezTo>
                    <a:pt x="1845483" y="1089657"/>
                    <a:pt x="1847569" y="1087807"/>
                    <a:pt x="1847569" y="1087807"/>
                  </a:cubicBezTo>
                  <a:lnTo>
                    <a:pt x="1849420" y="1085519"/>
                  </a:lnTo>
                  <a:lnTo>
                    <a:pt x="1852146" y="1083232"/>
                  </a:lnTo>
                  <a:cubicBezTo>
                    <a:pt x="1852146" y="1083232"/>
                    <a:pt x="1852247" y="1080843"/>
                    <a:pt x="1852146" y="1080070"/>
                  </a:cubicBezTo>
                  <a:cubicBezTo>
                    <a:pt x="1852045" y="1079296"/>
                    <a:pt x="1851170" y="1077042"/>
                    <a:pt x="1851170" y="1077042"/>
                  </a:cubicBezTo>
                  <a:cubicBezTo>
                    <a:pt x="1851170" y="1077042"/>
                    <a:pt x="1848680" y="1074116"/>
                    <a:pt x="1848579" y="1073779"/>
                  </a:cubicBezTo>
                  <a:cubicBezTo>
                    <a:pt x="1848478" y="1073443"/>
                    <a:pt x="1848478" y="1071828"/>
                    <a:pt x="1848478" y="1071828"/>
                  </a:cubicBezTo>
                  <a:lnTo>
                    <a:pt x="1850531" y="1070213"/>
                  </a:lnTo>
                  <a:cubicBezTo>
                    <a:pt x="1850531" y="1070213"/>
                    <a:pt x="1851608" y="1067926"/>
                    <a:pt x="1851944" y="1067825"/>
                  </a:cubicBezTo>
                  <a:cubicBezTo>
                    <a:pt x="1852281" y="1067724"/>
                    <a:pt x="1852920" y="1066412"/>
                    <a:pt x="1852920" y="1065975"/>
                  </a:cubicBezTo>
                  <a:cubicBezTo>
                    <a:pt x="1852920" y="1065537"/>
                    <a:pt x="1853122" y="1063250"/>
                    <a:pt x="1853122" y="1062812"/>
                  </a:cubicBezTo>
                  <a:cubicBezTo>
                    <a:pt x="1853122" y="1062375"/>
                    <a:pt x="1852920" y="1059785"/>
                    <a:pt x="1852584" y="1059550"/>
                  </a:cubicBezTo>
                  <a:cubicBezTo>
                    <a:pt x="1852247" y="1059348"/>
                    <a:pt x="1850968" y="1056623"/>
                    <a:pt x="1850968" y="1056623"/>
                  </a:cubicBezTo>
                  <a:lnTo>
                    <a:pt x="1851170" y="1055311"/>
                  </a:lnTo>
                  <a:cubicBezTo>
                    <a:pt x="1851170" y="1055311"/>
                    <a:pt x="1851810" y="1054672"/>
                    <a:pt x="1852483" y="1054436"/>
                  </a:cubicBezTo>
                  <a:cubicBezTo>
                    <a:pt x="1853122" y="1054201"/>
                    <a:pt x="1855074" y="1052922"/>
                    <a:pt x="1855074" y="1052922"/>
                  </a:cubicBezTo>
                  <a:lnTo>
                    <a:pt x="1856151" y="1052283"/>
                  </a:lnTo>
                  <a:cubicBezTo>
                    <a:pt x="1856151" y="1052283"/>
                    <a:pt x="1858339" y="1051409"/>
                    <a:pt x="1858440" y="1052283"/>
                  </a:cubicBezTo>
                  <a:cubicBezTo>
                    <a:pt x="1858541" y="1053158"/>
                    <a:pt x="1858103" y="1053259"/>
                    <a:pt x="1859214" y="1054033"/>
                  </a:cubicBezTo>
                  <a:cubicBezTo>
                    <a:pt x="1860291" y="1054806"/>
                    <a:pt x="1860291" y="1054806"/>
                    <a:pt x="1860291" y="1054806"/>
                  </a:cubicBezTo>
                  <a:cubicBezTo>
                    <a:pt x="1860291" y="1054806"/>
                    <a:pt x="1861065" y="1055143"/>
                    <a:pt x="1861368" y="1054907"/>
                  </a:cubicBezTo>
                  <a:cubicBezTo>
                    <a:pt x="1861704" y="1054705"/>
                    <a:pt x="1862546" y="1051913"/>
                    <a:pt x="1862546" y="1051913"/>
                  </a:cubicBezTo>
                  <a:cubicBezTo>
                    <a:pt x="1863185" y="1051745"/>
                    <a:pt x="1866685" y="1051913"/>
                    <a:pt x="1866685" y="1051913"/>
                  </a:cubicBezTo>
                  <a:lnTo>
                    <a:pt x="1867459" y="1053494"/>
                  </a:lnTo>
                  <a:lnTo>
                    <a:pt x="1868435" y="1059247"/>
                  </a:lnTo>
                  <a:lnTo>
                    <a:pt x="1867897" y="1062409"/>
                  </a:lnTo>
                  <a:lnTo>
                    <a:pt x="1867459" y="1066008"/>
                  </a:lnTo>
                  <a:lnTo>
                    <a:pt x="1867358" y="1068498"/>
                  </a:lnTo>
                  <a:lnTo>
                    <a:pt x="1867358" y="1070886"/>
                  </a:lnTo>
                  <a:lnTo>
                    <a:pt x="1868233" y="1072837"/>
                  </a:lnTo>
                  <a:cubicBezTo>
                    <a:pt x="1868233" y="1072837"/>
                    <a:pt x="1869209" y="1073106"/>
                    <a:pt x="1869546" y="1073106"/>
                  </a:cubicBezTo>
                  <a:cubicBezTo>
                    <a:pt x="1869882" y="1073106"/>
                    <a:pt x="1870858" y="1073476"/>
                    <a:pt x="1870858" y="1073476"/>
                  </a:cubicBezTo>
                  <a:lnTo>
                    <a:pt x="1873450" y="1073476"/>
                  </a:lnTo>
                  <a:lnTo>
                    <a:pt x="1876176" y="1073140"/>
                  </a:lnTo>
                  <a:cubicBezTo>
                    <a:pt x="1876176" y="1073140"/>
                    <a:pt x="1878027" y="1071727"/>
                    <a:pt x="1878464" y="1071492"/>
                  </a:cubicBezTo>
                  <a:cubicBezTo>
                    <a:pt x="1878902" y="1071290"/>
                    <a:pt x="1879104" y="1070180"/>
                    <a:pt x="1879104" y="1070180"/>
                  </a:cubicBezTo>
                  <a:lnTo>
                    <a:pt x="1878128" y="1066580"/>
                  </a:lnTo>
                  <a:cubicBezTo>
                    <a:pt x="1878128" y="1066580"/>
                    <a:pt x="1877926" y="1064831"/>
                    <a:pt x="1877926" y="1064427"/>
                  </a:cubicBezTo>
                  <a:cubicBezTo>
                    <a:pt x="1877926" y="1063990"/>
                    <a:pt x="1877724" y="1061501"/>
                    <a:pt x="1877724" y="1061501"/>
                  </a:cubicBezTo>
                  <a:lnTo>
                    <a:pt x="1878599" y="1059112"/>
                  </a:lnTo>
                  <a:lnTo>
                    <a:pt x="1881762" y="1057800"/>
                  </a:lnTo>
                  <a:lnTo>
                    <a:pt x="1882402" y="1056724"/>
                  </a:lnTo>
                  <a:lnTo>
                    <a:pt x="1880450" y="1054134"/>
                  </a:lnTo>
                  <a:cubicBezTo>
                    <a:pt x="1880450" y="1054134"/>
                    <a:pt x="1881325" y="1052721"/>
                    <a:pt x="1881661" y="1052721"/>
                  </a:cubicBezTo>
                  <a:cubicBezTo>
                    <a:pt x="1881998" y="1052721"/>
                    <a:pt x="1884589" y="1052620"/>
                    <a:pt x="1884589" y="1052620"/>
                  </a:cubicBezTo>
                  <a:lnTo>
                    <a:pt x="1887080" y="1052519"/>
                  </a:lnTo>
                  <a:cubicBezTo>
                    <a:pt x="1887080" y="1052519"/>
                    <a:pt x="1887416" y="1050770"/>
                    <a:pt x="1887416" y="1050332"/>
                  </a:cubicBezTo>
                  <a:cubicBezTo>
                    <a:pt x="1887416" y="1049895"/>
                    <a:pt x="1887315" y="1047708"/>
                    <a:pt x="1887315" y="1047708"/>
                  </a:cubicBezTo>
                  <a:lnTo>
                    <a:pt x="1886676" y="1046396"/>
                  </a:lnTo>
                  <a:lnTo>
                    <a:pt x="1885060" y="1044983"/>
                  </a:lnTo>
                  <a:lnTo>
                    <a:pt x="1884623" y="1044109"/>
                  </a:lnTo>
                  <a:cubicBezTo>
                    <a:pt x="1884623" y="1044109"/>
                    <a:pt x="1885599" y="1042259"/>
                    <a:pt x="1885935" y="1042023"/>
                  </a:cubicBezTo>
                  <a:cubicBezTo>
                    <a:pt x="1886272" y="1041821"/>
                    <a:pt x="1887147" y="1041384"/>
                    <a:pt x="1887450" y="1041250"/>
                  </a:cubicBezTo>
                  <a:cubicBezTo>
                    <a:pt x="1887787" y="1041148"/>
                    <a:pt x="1886810" y="1039500"/>
                    <a:pt x="1886810" y="1039500"/>
                  </a:cubicBezTo>
                  <a:lnTo>
                    <a:pt x="1883109" y="1034824"/>
                  </a:lnTo>
                  <a:lnTo>
                    <a:pt x="1883109" y="1034286"/>
                  </a:lnTo>
                  <a:lnTo>
                    <a:pt x="1885700" y="1032638"/>
                  </a:lnTo>
                  <a:cubicBezTo>
                    <a:pt x="1885700" y="1032638"/>
                    <a:pt x="1887753" y="1030788"/>
                    <a:pt x="1889065" y="1030788"/>
                  </a:cubicBezTo>
                  <a:cubicBezTo>
                    <a:pt x="1890378" y="1030788"/>
                    <a:pt x="1891354" y="1030249"/>
                    <a:pt x="1892431" y="1030249"/>
                  </a:cubicBezTo>
                  <a:cubicBezTo>
                    <a:pt x="1893508" y="1030249"/>
                    <a:pt x="1896133" y="1030687"/>
                    <a:pt x="1896671" y="1030788"/>
                  </a:cubicBezTo>
                  <a:cubicBezTo>
                    <a:pt x="1897580" y="1031124"/>
                    <a:pt x="1899094" y="1031662"/>
                    <a:pt x="1899094" y="1031662"/>
                  </a:cubicBezTo>
                  <a:close/>
                </a:path>
              </a:pathLst>
            </a:custGeom>
            <a:grpFill/>
            <a:ln w="6350" cap="flat">
              <a:solidFill>
                <a:schemeClr val="bg1"/>
              </a:solidFill>
              <a:prstDash val="solid"/>
              <a:miter/>
            </a:ln>
          </p:spPr>
          <p:txBody>
            <a:bodyPr rtlCol="0" anchor="ctr"/>
            <a:lstStyle/>
            <a:p>
              <a:endParaRPr lang="en-US"/>
            </a:p>
          </p:txBody>
        </p:sp>
        <p:sp>
          <p:nvSpPr>
            <p:cNvPr id="133" name="Freeform 912">
              <a:extLst>
                <a:ext uri="{FF2B5EF4-FFF2-40B4-BE49-F238E27FC236}">
                  <a16:creationId xmlns:a16="http://schemas.microsoft.com/office/drawing/2014/main" id="{4B0F9860-0E86-13AC-B0D7-B29D66EC77B3}"/>
                </a:ext>
              </a:extLst>
            </p:cNvPr>
            <p:cNvSpPr/>
            <p:nvPr/>
          </p:nvSpPr>
          <p:spPr>
            <a:xfrm>
              <a:off x="6097266" y="1897501"/>
              <a:ext cx="1051007" cy="784315"/>
            </a:xfrm>
            <a:custGeom>
              <a:avLst/>
              <a:gdLst>
                <a:gd name="connsiteX0" fmla="*/ 1673575 w 2017827"/>
                <a:gd name="connsiteY0" fmla="*/ 1173514 h 1505806"/>
                <a:gd name="connsiteX1" fmla="*/ 1674349 w 2017827"/>
                <a:gd name="connsiteY1" fmla="*/ 1170352 h 1505806"/>
                <a:gd name="connsiteX2" fmla="*/ 1674989 w 2017827"/>
                <a:gd name="connsiteY2" fmla="*/ 1168502 h 1505806"/>
                <a:gd name="connsiteX3" fmla="*/ 1675527 w 2017827"/>
                <a:gd name="connsiteY3" fmla="*/ 1166854 h 1505806"/>
                <a:gd name="connsiteX4" fmla="*/ 1676301 w 2017827"/>
                <a:gd name="connsiteY4" fmla="*/ 1162716 h 1505806"/>
                <a:gd name="connsiteX5" fmla="*/ 1676739 w 2017827"/>
                <a:gd name="connsiteY5" fmla="*/ 1159991 h 1505806"/>
                <a:gd name="connsiteX6" fmla="*/ 1676941 w 2017827"/>
                <a:gd name="connsiteY6" fmla="*/ 1157502 h 1505806"/>
                <a:gd name="connsiteX7" fmla="*/ 1677041 w 2017827"/>
                <a:gd name="connsiteY7" fmla="*/ 1155651 h 1505806"/>
                <a:gd name="connsiteX8" fmla="*/ 1677041 w 2017827"/>
                <a:gd name="connsiteY8" fmla="*/ 1153902 h 1505806"/>
                <a:gd name="connsiteX9" fmla="*/ 1676671 w 2017827"/>
                <a:gd name="connsiteY9" fmla="*/ 1150875 h 1505806"/>
                <a:gd name="connsiteX10" fmla="*/ 1676402 w 2017827"/>
                <a:gd name="connsiteY10" fmla="*/ 1149125 h 1505806"/>
                <a:gd name="connsiteX11" fmla="*/ 1674551 w 2017827"/>
                <a:gd name="connsiteY11" fmla="*/ 1147914 h 1505806"/>
                <a:gd name="connsiteX12" fmla="*/ 1673575 w 2017827"/>
                <a:gd name="connsiteY12" fmla="*/ 1146939 h 1505806"/>
                <a:gd name="connsiteX13" fmla="*/ 1669570 w 2017827"/>
                <a:gd name="connsiteY13" fmla="*/ 1144349 h 1505806"/>
                <a:gd name="connsiteX14" fmla="*/ 1668796 w 2017827"/>
                <a:gd name="connsiteY14" fmla="*/ 1143810 h 1505806"/>
                <a:gd name="connsiteX15" fmla="*/ 1668460 w 2017827"/>
                <a:gd name="connsiteY15" fmla="*/ 1140648 h 1505806"/>
                <a:gd name="connsiteX16" fmla="*/ 1667820 w 2017827"/>
                <a:gd name="connsiteY16" fmla="*/ 1136511 h 1505806"/>
                <a:gd name="connsiteX17" fmla="*/ 1666609 w 2017827"/>
                <a:gd name="connsiteY17" fmla="*/ 1133046 h 1505806"/>
                <a:gd name="connsiteX18" fmla="*/ 1666609 w 2017827"/>
                <a:gd name="connsiteY18" fmla="*/ 1129682 h 1505806"/>
                <a:gd name="connsiteX19" fmla="*/ 1670075 w 2017827"/>
                <a:gd name="connsiteY19" fmla="*/ 1126082 h 1505806"/>
                <a:gd name="connsiteX20" fmla="*/ 1670075 w 2017827"/>
                <a:gd name="connsiteY20" fmla="*/ 1119018 h 1505806"/>
                <a:gd name="connsiteX21" fmla="*/ 1670916 w 2017827"/>
                <a:gd name="connsiteY21" fmla="*/ 1110204 h 1505806"/>
                <a:gd name="connsiteX22" fmla="*/ 1671825 w 2017827"/>
                <a:gd name="connsiteY22" fmla="*/ 1106941 h 1505806"/>
                <a:gd name="connsiteX23" fmla="*/ 1671825 w 2017827"/>
                <a:gd name="connsiteY23" fmla="*/ 1104116 h 1505806"/>
                <a:gd name="connsiteX24" fmla="*/ 1671287 w 2017827"/>
                <a:gd name="connsiteY24" fmla="*/ 1102030 h 1505806"/>
                <a:gd name="connsiteX25" fmla="*/ 1670950 w 2017827"/>
                <a:gd name="connsiteY25" fmla="*/ 1100079 h 1505806"/>
                <a:gd name="connsiteX26" fmla="*/ 1670950 w 2017827"/>
                <a:gd name="connsiteY26" fmla="*/ 1098229 h 1505806"/>
                <a:gd name="connsiteX27" fmla="*/ 1672566 w 2017827"/>
                <a:gd name="connsiteY27" fmla="*/ 1095504 h 1505806"/>
                <a:gd name="connsiteX28" fmla="*/ 1675056 w 2017827"/>
                <a:gd name="connsiteY28" fmla="*/ 1091804 h 1505806"/>
                <a:gd name="connsiteX29" fmla="*/ 1676907 w 2017827"/>
                <a:gd name="connsiteY29" fmla="*/ 1088641 h 1505806"/>
                <a:gd name="connsiteX30" fmla="*/ 1680373 w 2017827"/>
                <a:gd name="connsiteY30" fmla="*/ 1086589 h 1505806"/>
                <a:gd name="connsiteX31" fmla="*/ 1683974 w 2017827"/>
                <a:gd name="connsiteY31" fmla="*/ 1081712 h 1505806"/>
                <a:gd name="connsiteX32" fmla="*/ 1686027 w 2017827"/>
                <a:gd name="connsiteY32" fmla="*/ 1079660 h 1505806"/>
                <a:gd name="connsiteX33" fmla="*/ 1688518 w 2017827"/>
                <a:gd name="connsiteY33" fmla="*/ 1076598 h 1505806"/>
                <a:gd name="connsiteX34" fmla="*/ 1689830 w 2017827"/>
                <a:gd name="connsiteY34" fmla="*/ 1073133 h 1505806"/>
                <a:gd name="connsiteX35" fmla="*/ 1689628 w 2017827"/>
                <a:gd name="connsiteY35" fmla="*/ 1070745 h 1505806"/>
                <a:gd name="connsiteX36" fmla="*/ 1688551 w 2017827"/>
                <a:gd name="connsiteY36" fmla="*/ 1066506 h 1505806"/>
                <a:gd name="connsiteX37" fmla="*/ 1689022 w 2017827"/>
                <a:gd name="connsiteY37" fmla="*/ 1043699 h 1505806"/>
                <a:gd name="connsiteX38" fmla="*/ 1689527 w 2017827"/>
                <a:gd name="connsiteY38" fmla="*/ 1041209 h 1505806"/>
                <a:gd name="connsiteX39" fmla="*/ 1689191 w 2017827"/>
                <a:gd name="connsiteY39" fmla="*/ 1039023 h 1505806"/>
                <a:gd name="connsiteX40" fmla="*/ 1689191 w 2017827"/>
                <a:gd name="connsiteY40" fmla="*/ 1037375 h 1505806"/>
                <a:gd name="connsiteX41" fmla="*/ 1689191 w 2017827"/>
                <a:gd name="connsiteY41" fmla="*/ 1033910 h 1505806"/>
                <a:gd name="connsiteX42" fmla="*/ 1689191 w 2017827"/>
                <a:gd name="connsiteY42" fmla="*/ 1032160 h 1505806"/>
                <a:gd name="connsiteX43" fmla="*/ 1691109 w 2017827"/>
                <a:gd name="connsiteY43" fmla="*/ 1032059 h 1505806"/>
                <a:gd name="connsiteX44" fmla="*/ 1693330 w 2017827"/>
                <a:gd name="connsiteY44" fmla="*/ 1032160 h 1505806"/>
                <a:gd name="connsiteX45" fmla="*/ 1696157 w 2017827"/>
                <a:gd name="connsiteY45" fmla="*/ 1032699 h 1505806"/>
                <a:gd name="connsiteX46" fmla="*/ 1698883 w 2017827"/>
                <a:gd name="connsiteY46" fmla="*/ 1033876 h 1505806"/>
                <a:gd name="connsiteX47" fmla="*/ 1703763 w 2017827"/>
                <a:gd name="connsiteY47" fmla="*/ 1035188 h 1505806"/>
                <a:gd name="connsiteX48" fmla="*/ 1709081 w 2017827"/>
                <a:gd name="connsiteY48" fmla="*/ 1035289 h 1505806"/>
                <a:gd name="connsiteX49" fmla="*/ 1715711 w 2017827"/>
                <a:gd name="connsiteY49" fmla="*/ 1038451 h 1505806"/>
                <a:gd name="connsiteX50" fmla="*/ 1719312 w 2017827"/>
                <a:gd name="connsiteY50" fmla="*/ 1039763 h 1505806"/>
                <a:gd name="connsiteX51" fmla="*/ 1722374 w 2017827"/>
                <a:gd name="connsiteY51" fmla="*/ 1040638 h 1505806"/>
                <a:gd name="connsiteX52" fmla="*/ 1726413 w 2017827"/>
                <a:gd name="connsiteY52" fmla="*/ 1040974 h 1505806"/>
                <a:gd name="connsiteX53" fmla="*/ 1729240 w 2017827"/>
                <a:gd name="connsiteY53" fmla="*/ 1040873 h 1505806"/>
                <a:gd name="connsiteX54" fmla="*/ 1732841 w 2017827"/>
                <a:gd name="connsiteY54" fmla="*/ 1040671 h 1505806"/>
                <a:gd name="connsiteX55" fmla="*/ 1735769 w 2017827"/>
                <a:gd name="connsiteY55" fmla="*/ 1039898 h 1505806"/>
                <a:gd name="connsiteX56" fmla="*/ 1738394 w 2017827"/>
                <a:gd name="connsiteY56" fmla="*/ 1038922 h 1505806"/>
                <a:gd name="connsiteX57" fmla="*/ 1739471 w 2017827"/>
                <a:gd name="connsiteY57" fmla="*/ 1038283 h 1505806"/>
                <a:gd name="connsiteX58" fmla="*/ 1741221 w 2017827"/>
                <a:gd name="connsiteY58" fmla="*/ 1037745 h 1505806"/>
                <a:gd name="connsiteX59" fmla="*/ 1743509 w 2017827"/>
                <a:gd name="connsiteY59" fmla="*/ 1037105 h 1505806"/>
                <a:gd name="connsiteX60" fmla="*/ 1745461 w 2017827"/>
                <a:gd name="connsiteY60" fmla="*/ 1036231 h 1505806"/>
                <a:gd name="connsiteX61" fmla="*/ 1747211 w 2017827"/>
                <a:gd name="connsiteY61" fmla="*/ 1035592 h 1505806"/>
                <a:gd name="connsiteX62" fmla="*/ 1749163 w 2017827"/>
                <a:gd name="connsiteY62" fmla="*/ 1034381 h 1505806"/>
                <a:gd name="connsiteX63" fmla="*/ 1750476 w 2017827"/>
                <a:gd name="connsiteY63" fmla="*/ 1033304 h 1505806"/>
                <a:gd name="connsiteX64" fmla="*/ 1751889 w 2017827"/>
                <a:gd name="connsiteY64" fmla="*/ 1032228 h 1505806"/>
                <a:gd name="connsiteX65" fmla="*/ 1753404 w 2017827"/>
                <a:gd name="connsiteY65" fmla="*/ 1031689 h 1505806"/>
                <a:gd name="connsiteX66" fmla="*/ 1754481 w 2017827"/>
                <a:gd name="connsiteY66" fmla="*/ 1031252 h 1505806"/>
                <a:gd name="connsiteX67" fmla="*/ 1756433 w 2017827"/>
                <a:gd name="connsiteY67" fmla="*/ 1030377 h 1505806"/>
                <a:gd name="connsiteX68" fmla="*/ 1758385 w 2017827"/>
                <a:gd name="connsiteY68" fmla="*/ 1028763 h 1505806"/>
                <a:gd name="connsiteX69" fmla="*/ 1759563 w 2017827"/>
                <a:gd name="connsiteY69" fmla="*/ 1027552 h 1505806"/>
                <a:gd name="connsiteX70" fmla="*/ 1760337 w 2017827"/>
                <a:gd name="connsiteY70" fmla="*/ 1027014 h 1505806"/>
                <a:gd name="connsiteX71" fmla="*/ 1761212 w 2017827"/>
                <a:gd name="connsiteY71" fmla="*/ 1026576 h 1505806"/>
                <a:gd name="connsiteX72" fmla="*/ 1762524 w 2017827"/>
                <a:gd name="connsiteY72" fmla="*/ 1025399 h 1505806"/>
                <a:gd name="connsiteX73" fmla="*/ 1764274 w 2017827"/>
                <a:gd name="connsiteY73" fmla="*/ 1024760 h 1505806"/>
                <a:gd name="connsiteX74" fmla="*/ 1766024 w 2017827"/>
                <a:gd name="connsiteY74" fmla="*/ 1023986 h 1505806"/>
                <a:gd name="connsiteX75" fmla="*/ 1767101 w 2017827"/>
                <a:gd name="connsiteY75" fmla="*/ 1022775 h 1505806"/>
                <a:gd name="connsiteX76" fmla="*/ 1767976 w 2017827"/>
                <a:gd name="connsiteY76" fmla="*/ 1021026 h 1505806"/>
                <a:gd name="connsiteX77" fmla="*/ 1770029 w 2017827"/>
                <a:gd name="connsiteY77" fmla="*/ 1017998 h 1505806"/>
                <a:gd name="connsiteX78" fmla="*/ 1771779 w 2017827"/>
                <a:gd name="connsiteY78" fmla="*/ 1015711 h 1505806"/>
                <a:gd name="connsiteX79" fmla="*/ 1772856 w 2017827"/>
                <a:gd name="connsiteY79" fmla="*/ 1012549 h 1505806"/>
                <a:gd name="connsiteX80" fmla="*/ 1775145 w 2017827"/>
                <a:gd name="connsiteY80" fmla="*/ 1008074 h 1505806"/>
                <a:gd name="connsiteX81" fmla="*/ 1780799 w 2017827"/>
                <a:gd name="connsiteY81" fmla="*/ 1002221 h 1505806"/>
                <a:gd name="connsiteX82" fmla="*/ 1785477 w 2017827"/>
                <a:gd name="connsiteY82" fmla="*/ 998958 h 1505806"/>
                <a:gd name="connsiteX83" fmla="*/ 1790357 w 2017827"/>
                <a:gd name="connsiteY83" fmla="*/ 990918 h 1505806"/>
                <a:gd name="connsiteX84" fmla="*/ 1797861 w 2017827"/>
                <a:gd name="connsiteY84" fmla="*/ 982441 h 1505806"/>
                <a:gd name="connsiteX85" fmla="*/ 1807857 w 2017827"/>
                <a:gd name="connsiteY85" fmla="*/ 975814 h 1505806"/>
                <a:gd name="connsiteX86" fmla="*/ 1817415 w 2017827"/>
                <a:gd name="connsiteY86" fmla="*/ 970163 h 1505806"/>
                <a:gd name="connsiteX87" fmla="*/ 1825795 w 2017827"/>
                <a:gd name="connsiteY87" fmla="*/ 963973 h 1505806"/>
                <a:gd name="connsiteX88" fmla="*/ 1831449 w 2017827"/>
                <a:gd name="connsiteY88" fmla="*/ 959297 h 1505806"/>
                <a:gd name="connsiteX89" fmla="*/ 1845483 w 2017827"/>
                <a:gd name="connsiteY89" fmla="*/ 949306 h 1505806"/>
                <a:gd name="connsiteX90" fmla="*/ 1853627 w 2017827"/>
                <a:gd name="connsiteY90" fmla="*/ 942141 h 1505806"/>
                <a:gd name="connsiteX91" fmla="*/ 1857329 w 2017827"/>
                <a:gd name="connsiteY91" fmla="*/ 939651 h 1505806"/>
                <a:gd name="connsiteX92" fmla="*/ 1861334 w 2017827"/>
                <a:gd name="connsiteY92" fmla="*/ 936287 h 1505806"/>
                <a:gd name="connsiteX93" fmla="*/ 1866651 w 2017827"/>
                <a:gd name="connsiteY93" fmla="*/ 933024 h 1505806"/>
                <a:gd name="connsiteX94" fmla="*/ 1872844 w 2017827"/>
                <a:gd name="connsiteY94" fmla="*/ 930098 h 1505806"/>
                <a:gd name="connsiteX95" fmla="*/ 1877959 w 2017827"/>
                <a:gd name="connsiteY95" fmla="*/ 928046 h 1505806"/>
                <a:gd name="connsiteX96" fmla="*/ 1882099 w 2017827"/>
                <a:gd name="connsiteY96" fmla="*/ 925018 h 1505806"/>
                <a:gd name="connsiteX97" fmla="*/ 1897210 w 2017827"/>
                <a:gd name="connsiteY97" fmla="*/ 922966 h 1505806"/>
                <a:gd name="connsiteX98" fmla="*/ 1915787 w 2017827"/>
                <a:gd name="connsiteY98" fmla="*/ 918055 h 1505806"/>
                <a:gd name="connsiteX99" fmla="*/ 1918816 w 2017827"/>
                <a:gd name="connsiteY99" fmla="*/ 917617 h 1505806"/>
                <a:gd name="connsiteX100" fmla="*/ 1925008 w 2017827"/>
                <a:gd name="connsiteY100" fmla="*/ 920006 h 1505806"/>
                <a:gd name="connsiteX101" fmla="*/ 1927936 w 2017827"/>
                <a:gd name="connsiteY101" fmla="*/ 919569 h 1505806"/>
                <a:gd name="connsiteX102" fmla="*/ 1931201 w 2017827"/>
                <a:gd name="connsiteY102" fmla="*/ 918257 h 1505806"/>
                <a:gd name="connsiteX103" fmla="*/ 1934364 w 2017827"/>
                <a:gd name="connsiteY103" fmla="*/ 917517 h 1505806"/>
                <a:gd name="connsiteX104" fmla="*/ 1938807 w 2017827"/>
                <a:gd name="connsiteY104" fmla="*/ 914893 h 1505806"/>
                <a:gd name="connsiteX105" fmla="*/ 1942273 w 2017827"/>
                <a:gd name="connsiteY105" fmla="*/ 914893 h 1505806"/>
                <a:gd name="connsiteX106" fmla="*/ 1946615 w 2017827"/>
                <a:gd name="connsiteY106" fmla="*/ 915666 h 1505806"/>
                <a:gd name="connsiteX107" fmla="*/ 1951629 w 2017827"/>
                <a:gd name="connsiteY107" fmla="*/ 917617 h 1505806"/>
                <a:gd name="connsiteX108" fmla="*/ 1956509 w 2017827"/>
                <a:gd name="connsiteY108" fmla="*/ 918828 h 1505806"/>
                <a:gd name="connsiteX109" fmla="*/ 1967279 w 2017827"/>
                <a:gd name="connsiteY109" fmla="*/ 922091 h 1505806"/>
                <a:gd name="connsiteX110" fmla="*/ 1976197 w 2017827"/>
                <a:gd name="connsiteY110" fmla="*/ 921553 h 1505806"/>
                <a:gd name="connsiteX111" fmla="*/ 1980337 w 2017827"/>
                <a:gd name="connsiteY111" fmla="*/ 915902 h 1505806"/>
                <a:gd name="connsiteX112" fmla="*/ 1983803 w 2017827"/>
                <a:gd name="connsiteY112" fmla="*/ 913413 h 1505806"/>
                <a:gd name="connsiteX113" fmla="*/ 1989659 w 2017827"/>
                <a:gd name="connsiteY113" fmla="*/ 910385 h 1505806"/>
                <a:gd name="connsiteX114" fmla="*/ 1992250 w 2017827"/>
                <a:gd name="connsiteY114" fmla="*/ 907357 h 1505806"/>
                <a:gd name="connsiteX115" fmla="*/ 1992048 w 2017827"/>
                <a:gd name="connsiteY115" fmla="*/ 904733 h 1505806"/>
                <a:gd name="connsiteX116" fmla="*/ 1987471 w 2017827"/>
                <a:gd name="connsiteY116" fmla="*/ 899519 h 1505806"/>
                <a:gd name="connsiteX117" fmla="*/ 1989659 w 2017827"/>
                <a:gd name="connsiteY117" fmla="*/ 888015 h 1505806"/>
                <a:gd name="connsiteX118" fmla="*/ 1992688 w 2017827"/>
                <a:gd name="connsiteY118" fmla="*/ 880076 h 1505806"/>
                <a:gd name="connsiteX119" fmla="*/ 1993563 w 2017827"/>
                <a:gd name="connsiteY119" fmla="*/ 869008 h 1505806"/>
                <a:gd name="connsiteX120" fmla="*/ 1992149 w 2017827"/>
                <a:gd name="connsiteY120" fmla="*/ 858344 h 1505806"/>
                <a:gd name="connsiteX121" fmla="*/ 1993226 w 2017827"/>
                <a:gd name="connsiteY121" fmla="*/ 851818 h 1505806"/>
                <a:gd name="connsiteX122" fmla="*/ 1993226 w 2017827"/>
                <a:gd name="connsiteY122" fmla="*/ 847681 h 1505806"/>
                <a:gd name="connsiteX123" fmla="*/ 1993866 w 2017827"/>
                <a:gd name="connsiteY123" fmla="*/ 842467 h 1505806"/>
                <a:gd name="connsiteX124" fmla="*/ 1996457 w 2017827"/>
                <a:gd name="connsiteY124" fmla="*/ 839203 h 1505806"/>
                <a:gd name="connsiteX125" fmla="*/ 2002212 w 2017827"/>
                <a:gd name="connsiteY125" fmla="*/ 835739 h 1505806"/>
                <a:gd name="connsiteX126" fmla="*/ 2008405 w 2017827"/>
                <a:gd name="connsiteY126" fmla="*/ 831500 h 1505806"/>
                <a:gd name="connsiteX127" fmla="*/ 2015674 w 2017827"/>
                <a:gd name="connsiteY127" fmla="*/ 830861 h 1505806"/>
                <a:gd name="connsiteX128" fmla="*/ 2017087 w 2017827"/>
                <a:gd name="connsiteY128" fmla="*/ 829179 h 1505806"/>
                <a:gd name="connsiteX129" fmla="*/ 2017828 w 2017827"/>
                <a:gd name="connsiteY129" fmla="*/ 827160 h 1505806"/>
                <a:gd name="connsiteX130" fmla="*/ 2017828 w 2017827"/>
                <a:gd name="connsiteY130" fmla="*/ 823696 h 1505806"/>
                <a:gd name="connsiteX131" fmla="*/ 2017828 w 2017827"/>
                <a:gd name="connsiteY131" fmla="*/ 816194 h 1505806"/>
                <a:gd name="connsiteX132" fmla="*/ 2016751 w 2017827"/>
                <a:gd name="connsiteY132" fmla="*/ 810643 h 1505806"/>
                <a:gd name="connsiteX133" fmla="*/ 2014900 w 2017827"/>
                <a:gd name="connsiteY133" fmla="*/ 807044 h 1505806"/>
                <a:gd name="connsiteX134" fmla="*/ 2012174 w 2017827"/>
                <a:gd name="connsiteY134" fmla="*/ 802805 h 1505806"/>
                <a:gd name="connsiteX135" fmla="*/ 2008371 w 2017827"/>
                <a:gd name="connsiteY135" fmla="*/ 798029 h 1505806"/>
                <a:gd name="connsiteX136" fmla="*/ 2005880 w 2017827"/>
                <a:gd name="connsiteY136" fmla="*/ 792377 h 1505806"/>
                <a:gd name="connsiteX137" fmla="*/ 2003491 w 2017827"/>
                <a:gd name="connsiteY137" fmla="*/ 789350 h 1505806"/>
                <a:gd name="connsiteX138" fmla="*/ 1997837 w 2017827"/>
                <a:gd name="connsiteY138" fmla="*/ 782487 h 1505806"/>
                <a:gd name="connsiteX139" fmla="*/ 1995347 w 2017827"/>
                <a:gd name="connsiteY139" fmla="*/ 777710 h 1505806"/>
                <a:gd name="connsiteX140" fmla="*/ 1990568 w 2017827"/>
                <a:gd name="connsiteY140" fmla="*/ 772933 h 1505806"/>
                <a:gd name="connsiteX141" fmla="*/ 1987842 w 2017827"/>
                <a:gd name="connsiteY141" fmla="*/ 769468 h 1505806"/>
                <a:gd name="connsiteX142" fmla="*/ 1982962 w 2017827"/>
                <a:gd name="connsiteY142" fmla="*/ 762606 h 1505806"/>
                <a:gd name="connsiteX143" fmla="*/ 1981346 w 2017827"/>
                <a:gd name="connsiteY143" fmla="*/ 755878 h 1505806"/>
                <a:gd name="connsiteX144" fmla="*/ 1981346 w 2017827"/>
                <a:gd name="connsiteY144" fmla="*/ 748040 h 1505806"/>
                <a:gd name="connsiteX145" fmla="*/ 1980370 w 2017827"/>
                <a:gd name="connsiteY145" fmla="*/ 735560 h 1505806"/>
                <a:gd name="connsiteX146" fmla="*/ 1978317 w 2017827"/>
                <a:gd name="connsiteY146" fmla="*/ 727419 h 1505806"/>
                <a:gd name="connsiteX147" fmla="*/ 1975591 w 2017827"/>
                <a:gd name="connsiteY147" fmla="*/ 719816 h 1505806"/>
                <a:gd name="connsiteX148" fmla="*/ 1974514 w 2017827"/>
                <a:gd name="connsiteY148" fmla="*/ 711137 h 1505806"/>
                <a:gd name="connsiteX149" fmla="*/ 1973538 w 2017827"/>
                <a:gd name="connsiteY149" fmla="*/ 702997 h 1505806"/>
                <a:gd name="connsiteX150" fmla="*/ 1974514 w 2017827"/>
                <a:gd name="connsiteY150" fmla="*/ 698993 h 1505806"/>
                <a:gd name="connsiteX151" fmla="*/ 1972461 w 2017827"/>
                <a:gd name="connsiteY151" fmla="*/ 690180 h 1505806"/>
                <a:gd name="connsiteX152" fmla="*/ 1971216 w 2017827"/>
                <a:gd name="connsiteY152" fmla="*/ 686580 h 1505806"/>
                <a:gd name="connsiteX153" fmla="*/ 1971149 w 2017827"/>
                <a:gd name="connsiteY153" fmla="*/ 680929 h 1505806"/>
                <a:gd name="connsiteX154" fmla="*/ 1971149 w 2017827"/>
                <a:gd name="connsiteY154" fmla="*/ 674941 h 1505806"/>
                <a:gd name="connsiteX155" fmla="*/ 1969735 w 2017827"/>
                <a:gd name="connsiteY155" fmla="*/ 673730 h 1505806"/>
                <a:gd name="connsiteX156" fmla="*/ 1966706 w 2017827"/>
                <a:gd name="connsiteY156" fmla="*/ 676455 h 1505806"/>
                <a:gd name="connsiteX157" fmla="*/ 1961591 w 2017827"/>
                <a:gd name="connsiteY157" fmla="*/ 676657 h 1505806"/>
                <a:gd name="connsiteX158" fmla="*/ 1958326 w 2017827"/>
                <a:gd name="connsiteY158" fmla="*/ 674268 h 1505806"/>
                <a:gd name="connsiteX159" fmla="*/ 1956812 w 2017827"/>
                <a:gd name="connsiteY159" fmla="*/ 671005 h 1505806"/>
                <a:gd name="connsiteX160" fmla="*/ 1956173 w 2017827"/>
                <a:gd name="connsiteY160" fmla="*/ 669592 h 1505806"/>
                <a:gd name="connsiteX161" fmla="*/ 1955399 w 2017827"/>
                <a:gd name="connsiteY161" fmla="*/ 667978 h 1505806"/>
                <a:gd name="connsiteX162" fmla="*/ 1954759 w 2017827"/>
                <a:gd name="connsiteY162" fmla="*/ 665354 h 1505806"/>
                <a:gd name="connsiteX163" fmla="*/ 1954120 w 2017827"/>
                <a:gd name="connsiteY163" fmla="*/ 661216 h 1505806"/>
                <a:gd name="connsiteX164" fmla="*/ 1954658 w 2017827"/>
                <a:gd name="connsiteY164" fmla="*/ 658592 h 1505806"/>
                <a:gd name="connsiteX165" fmla="*/ 1954860 w 2017827"/>
                <a:gd name="connsiteY165" fmla="*/ 657381 h 1505806"/>
                <a:gd name="connsiteX166" fmla="*/ 1956812 w 2017827"/>
                <a:gd name="connsiteY166" fmla="*/ 654555 h 1505806"/>
                <a:gd name="connsiteX167" fmla="*/ 1959841 w 2017827"/>
                <a:gd name="connsiteY167" fmla="*/ 652806 h 1505806"/>
                <a:gd name="connsiteX168" fmla="*/ 1963005 w 2017827"/>
                <a:gd name="connsiteY168" fmla="*/ 650956 h 1505806"/>
                <a:gd name="connsiteX169" fmla="*/ 1961591 w 2017827"/>
                <a:gd name="connsiteY169" fmla="*/ 647928 h 1505806"/>
                <a:gd name="connsiteX170" fmla="*/ 1959639 w 2017827"/>
                <a:gd name="connsiteY170" fmla="*/ 647188 h 1505806"/>
                <a:gd name="connsiteX171" fmla="*/ 1955937 w 2017827"/>
                <a:gd name="connsiteY171" fmla="*/ 647188 h 1505806"/>
                <a:gd name="connsiteX172" fmla="*/ 1944192 w 2017827"/>
                <a:gd name="connsiteY172" fmla="*/ 647525 h 1505806"/>
                <a:gd name="connsiteX173" fmla="*/ 1932547 w 2017827"/>
                <a:gd name="connsiteY173" fmla="*/ 646347 h 1505806"/>
                <a:gd name="connsiteX174" fmla="*/ 1926355 w 2017827"/>
                <a:gd name="connsiteY174" fmla="*/ 644699 h 1505806"/>
                <a:gd name="connsiteX175" fmla="*/ 1915484 w 2017827"/>
                <a:gd name="connsiteY175" fmla="*/ 637971 h 1505806"/>
                <a:gd name="connsiteX176" fmla="*/ 1908215 w 2017827"/>
                <a:gd name="connsiteY176" fmla="*/ 630133 h 1505806"/>
                <a:gd name="connsiteX177" fmla="*/ 1897984 w 2017827"/>
                <a:gd name="connsiteY177" fmla="*/ 619469 h 1505806"/>
                <a:gd name="connsiteX178" fmla="*/ 1892566 w 2017827"/>
                <a:gd name="connsiteY178" fmla="*/ 616105 h 1505806"/>
                <a:gd name="connsiteX179" fmla="*/ 1884421 w 2017827"/>
                <a:gd name="connsiteY179" fmla="*/ 607527 h 1505806"/>
                <a:gd name="connsiteX180" fmla="*/ 1879979 w 2017827"/>
                <a:gd name="connsiteY180" fmla="*/ 602414 h 1505806"/>
                <a:gd name="connsiteX181" fmla="*/ 1871599 w 2017827"/>
                <a:gd name="connsiteY181" fmla="*/ 596662 h 1505806"/>
                <a:gd name="connsiteX182" fmla="*/ 1864969 w 2017827"/>
                <a:gd name="connsiteY182" fmla="*/ 588723 h 1505806"/>
                <a:gd name="connsiteX183" fmla="*/ 1854872 w 2017827"/>
                <a:gd name="connsiteY183" fmla="*/ 576882 h 1505806"/>
                <a:gd name="connsiteX184" fmla="*/ 1847468 w 2017827"/>
                <a:gd name="connsiteY184" fmla="*/ 570355 h 1505806"/>
                <a:gd name="connsiteX185" fmla="*/ 1841612 w 2017827"/>
                <a:gd name="connsiteY185" fmla="*/ 562753 h 1505806"/>
                <a:gd name="connsiteX186" fmla="*/ 1837608 w 2017827"/>
                <a:gd name="connsiteY186" fmla="*/ 558615 h 1505806"/>
                <a:gd name="connsiteX187" fmla="*/ 1825122 w 2017827"/>
                <a:gd name="connsiteY187" fmla="*/ 552190 h 1505806"/>
                <a:gd name="connsiteX188" fmla="*/ 1820242 w 2017827"/>
                <a:gd name="connsiteY188" fmla="*/ 548389 h 1505806"/>
                <a:gd name="connsiteX189" fmla="*/ 1811862 w 2017827"/>
                <a:gd name="connsiteY189" fmla="*/ 546202 h 1505806"/>
                <a:gd name="connsiteX190" fmla="*/ 1796549 w 2017827"/>
                <a:gd name="connsiteY190" fmla="*/ 537523 h 1505806"/>
                <a:gd name="connsiteX191" fmla="*/ 1780361 w 2017827"/>
                <a:gd name="connsiteY191" fmla="*/ 535034 h 1505806"/>
                <a:gd name="connsiteX192" fmla="*/ 1765688 w 2017827"/>
                <a:gd name="connsiteY192" fmla="*/ 530459 h 1505806"/>
                <a:gd name="connsiteX193" fmla="*/ 1757207 w 2017827"/>
                <a:gd name="connsiteY193" fmla="*/ 529820 h 1505806"/>
                <a:gd name="connsiteX194" fmla="*/ 1746673 w 2017827"/>
                <a:gd name="connsiteY194" fmla="*/ 530257 h 1505806"/>
                <a:gd name="connsiteX195" fmla="*/ 1736240 w 2017827"/>
                <a:gd name="connsiteY195" fmla="*/ 530055 h 1505806"/>
                <a:gd name="connsiteX196" fmla="*/ 1725167 w 2017827"/>
                <a:gd name="connsiteY196" fmla="*/ 529517 h 1505806"/>
                <a:gd name="connsiteX197" fmla="*/ 1721028 w 2017827"/>
                <a:gd name="connsiteY197" fmla="*/ 529080 h 1505806"/>
                <a:gd name="connsiteX198" fmla="*/ 1717764 w 2017827"/>
                <a:gd name="connsiteY198" fmla="*/ 526691 h 1505806"/>
                <a:gd name="connsiteX199" fmla="*/ 1706792 w 2017827"/>
                <a:gd name="connsiteY199" fmla="*/ 522453 h 1505806"/>
                <a:gd name="connsiteX200" fmla="*/ 1702787 w 2017827"/>
                <a:gd name="connsiteY200" fmla="*/ 517575 h 1505806"/>
                <a:gd name="connsiteX201" fmla="*/ 1697907 w 2017827"/>
                <a:gd name="connsiteY201" fmla="*/ 517373 h 1505806"/>
                <a:gd name="connsiteX202" fmla="*/ 1693128 w 2017827"/>
                <a:gd name="connsiteY202" fmla="*/ 517138 h 1505806"/>
                <a:gd name="connsiteX203" fmla="*/ 1686936 w 2017827"/>
                <a:gd name="connsiteY203" fmla="*/ 516364 h 1505806"/>
                <a:gd name="connsiteX204" fmla="*/ 1679094 w 2017827"/>
                <a:gd name="connsiteY204" fmla="*/ 515927 h 1505806"/>
                <a:gd name="connsiteX205" fmla="*/ 1672902 w 2017827"/>
                <a:gd name="connsiteY205" fmla="*/ 515725 h 1505806"/>
                <a:gd name="connsiteX206" fmla="*/ 1667248 w 2017827"/>
                <a:gd name="connsiteY206" fmla="*/ 513975 h 1505806"/>
                <a:gd name="connsiteX207" fmla="*/ 1661493 w 2017827"/>
                <a:gd name="connsiteY207" fmla="*/ 510073 h 1505806"/>
                <a:gd name="connsiteX208" fmla="*/ 1657589 w 2017827"/>
                <a:gd name="connsiteY208" fmla="*/ 506171 h 1505806"/>
                <a:gd name="connsiteX209" fmla="*/ 1654661 w 2017827"/>
                <a:gd name="connsiteY209" fmla="*/ 502908 h 1505806"/>
                <a:gd name="connsiteX210" fmla="*/ 1648132 w 2017827"/>
                <a:gd name="connsiteY210" fmla="*/ 501596 h 1505806"/>
                <a:gd name="connsiteX211" fmla="*/ 1643791 w 2017827"/>
                <a:gd name="connsiteY211" fmla="*/ 499309 h 1505806"/>
                <a:gd name="connsiteX212" fmla="*/ 1639113 w 2017827"/>
                <a:gd name="connsiteY212" fmla="*/ 494868 h 1505806"/>
                <a:gd name="connsiteX213" fmla="*/ 1636185 w 2017827"/>
                <a:gd name="connsiteY213" fmla="*/ 493657 h 1505806"/>
                <a:gd name="connsiteX214" fmla="*/ 1630093 w 2017827"/>
                <a:gd name="connsiteY214" fmla="*/ 491908 h 1505806"/>
                <a:gd name="connsiteX215" fmla="*/ 1624338 w 2017827"/>
                <a:gd name="connsiteY215" fmla="*/ 490495 h 1505806"/>
                <a:gd name="connsiteX216" fmla="*/ 1620199 w 2017827"/>
                <a:gd name="connsiteY216" fmla="*/ 486896 h 1505806"/>
                <a:gd name="connsiteX217" fmla="*/ 1616934 w 2017827"/>
                <a:gd name="connsiteY217" fmla="*/ 483195 h 1505806"/>
                <a:gd name="connsiteX218" fmla="*/ 1615083 w 2017827"/>
                <a:gd name="connsiteY218" fmla="*/ 481984 h 1505806"/>
                <a:gd name="connsiteX219" fmla="*/ 1610843 w 2017827"/>
                <a:gd name="connsiteY219" fmla="*/ 477981 h 1505806"/>
                <a:gd name="connsiteX220" fmla="*/ 1607377 w 2017827"/>
                <a:gd name="connsiteY220" fmla="*/ 474180 h 1505806"/>
                <a:gd name="connsiteX221" fmla="*/ 1606838 w 2017827"/>
                <a:gd name="connsiteY221" fmla="*/ 470143 h 1505806"/>
                <a:gd name="connsiteX222" fmla="*/ 1604550 w 2017827"/>
                <a:gd name="connsiteY222" fmla="*/ 462440 h 1505806"/>
                <a:gd name="connsiteX223" fmla="*/ 1604213 w 2017827"/>
                <a:gd name="connsiteY223" fmla="*/ 455039 h 1505806"/>
                <a:gd name="connsiteX224" fmla="*/ 1604651 w 2017827"/>
                <a:gd name="connsiteY224" fmla="*/ 448075 h 1505806"/>
                <a:gd name="connsiteX225" fmla="*/ 1609328 w 2017827"/>
                <a:gd name="connsiteY225" fmla="*/ 439161 h 1505806"/>
                <a:gd name="connsiteX226" fmla="*/ 1613367 w 2017827"/>
                <a:gd name="connsiteY226" fmla="*/ 434149 h 1505806"/>
                <a:gd name="connsiteX227" fmla="*/ 1615117 w 2017827"/>
                <a:gd name="connsiteY227" fmla="*/ 428934 h 1505806"/>
                <a:gd name="connsiteX228" fmla="*/ 1618045 w 2017827"/>
                <a:gd name="connsiteY228" fmla="*/ 424359 h 1505806"/>
                <a:gd name="connsiteX229" fmla="*/ 1621848 w 2017827"/>
                <a:gd name="connsiteY229" fmla="*/ 417396 h 1505806"/>
                <a:gd name="connsiteX230" fmla="*/ 1626728 w 2017827"/>
                <a:gd name="connsiteY230" fmla="*/ 409995 h 1505806"/>
                <a:gd name="connsiteX231" fmla="*/ 1632382 w 2017827"/>
                <a:gd name="connsiteY231" fmla="*/ 406396 h 1505806"/>
                <a:gd name="connsiteX232" fmla="*/ 1638036 w 2017827"/>
                <a:gd name="connsiteY232" fmla="*/ 399433 h 1505806"/>
                <a:gd name="connsiteX233" fmla="*/ 1639651 w 2017827"/>
                <a:gd name="connsiteY233" fmla="*/ 396169 h 1505806"/>
                <a:gd name="connsiteX234" fmla="*/ 1639988 w 2017827"/>
                <a:gd name="connsiteY234" fmla="*/ 390417 h 1505806"/>
                <a:gd name="connsiteX235" fmla="*/ 1639012 w 2017827"/>
                <a:gd name="connsiteY235" fmla="*/ 385539 h 1505806"/>
                <a:gd name="connsiteX236" fmla="*/ 1637262 w 2017827"/>
                <a:gd name="connsiteY236" fmla="*/ 380325 h 1505806"/>
                <a:gd name="connsiteX237" fmla="*/ 1634872 w 2017827"/>
                <a:gd name="connsiteY237" fmla="*/ 375111 h 1505806"/>
                <a:gd name="connsiteX238" fmla="*/ 1634973 w 2017827"/>
                <a:gd name="connsiteY238" fmla="*/ 372386 h 1505806"/>
                <a:gd name="connsiteX239" fmla="*/ 1636723 w 2017827"/>
                <a:gd name="connsiteY239" fmla="*/ 367710 h 1505806"/>
                <a:gd name="connsiteX240" fmla="*/ 1638473 w 2017827"/>
                <a:gd name="connsiteY240" fmla="*/ 366062 h 1505806"/>
                <a:gd name="connsiteX241" fmla="*/ 1646517 w 2017827"/>
                <a:gd name="connsiteY241" fmla="*/ 358998 h 1505806"/>
                <a:gd name="connsiteX242" fmla="*/ 1648368 w 2017827"/>
                <a:gd name="connsiteY242" fmla="*/ 356710 h 1505806"/>
                <a:gd name="connsiteX243" fmla="*/ 1651296 w 2017827"/>
                <a:gd name="connsiteY243" fmla="*/ 346820 h 1505806"/>
                <a:gd name="connsiteX244" fmla="*/ 1651632 w 2017827"/>
                <a:gd name="connsiteY244" fmla="*/ 344331 h 1505806"/>
                <a:gd name="connsiteX245" fmla="*/ 1652507 w 2017827"/>
                <a:gd name="connsiteY245" fmla="*/ 334542 h 1505806"/>
                <a:gd name="connsiteX246" fmla="*/ 1652507 w 2017827"/>
                <a:gd name="connsiteY246" fmla="*/ 326401 h 1505806"/>
                <a:gd name="connsiteX247" fmla="*/ 1651531 w 2017827"/>
                <a:gd name="connsiteY247" fmla="*/ 319673 h 1505806"/>
                <a:gd name="connsiteX248" fmla="*/ 1650320 w 2017827"/>
                <a:gd name="connsiteY248" fmla="*/ 311196 h 1505806"/>
                <a:gd name="connsiteX249" fmla="*/ 1649680 w 2017827"/>
                <a:gd name="connsiteY249" fmla="*/ 304468 h 1505806"/>
                <a:gd name="connsiteX250" fmla="*/ 1645339 w 2017827"/>
                <a:gd name="connsiteY250" fmla="*/ 297740 h 1505806"/>
                <a:gd name="connsiteX251" fmla="*/ 1644363 w 2017827"/>
                <a:gd name="connsiteY251" fmla="*/ 294712 h 1505806"/>
                <a:gd name="connsiteX252" fmla="*/ 1644363 w 2017827"/>
                <a:gd name="connsiteY252" fmla="*/ 292324 h 1505806"/>
                <a:gd name="connsiteX253" fmla="*/ 1639921 w 2017827"/>
                <a:gd name="connsiteY253" fmla="*/ 288523 h 1505806"/>
                <a:gd name="connsiteX254" fmla="*/ 1638305 w 2017827"/>
                <a:gd name="connsiteY254" fmla="*/ 285596 h 1505806"/>
                <a:gd name="connsiteX255" fmla="*/ 1636454 w 2017827"/>
                <a:gd name="connsiteY255" fmla="*/ 283308 h 1505806"/>
                <a:gd name="connsiteX256" fmla="*/ 1634401 w 2017827"/>
                <a:gd name="connsiteY256" fmla="*/ 280584 h 1505806"/>
                <a:gd name="connsiteX257" fmla="*/ 1632752 w 2017827"/>
                <a:gd name="connsiteY257" fmla="*/ 277993 h 1505806"/>
                <a:gd name="connsiteX258" fmla="*/ 1630699 w 2017827"/>
                <a:gd name="connsiteY258" fmla="*/ 274966 h 1505806"/>
                <a:gd name="connsiteX259" fmla="*/ 1629521 w 2017827"/>
                <a:gd name="connsiteY259" fmla="*/ 272678 h 1505806"/>
                <a:gd name="connsiteX260" fmla="*/ 1628882 w 2017827"/>
                <a:gd name="connsiteY260" fmla="*/ 269214 h 1505806"/>
                <a:gd name="connsiteX261" fmla="*/ 1628007 w 2017827"/>
                <a:gd name="connsiteY261" fmla="*/ 265850 h 1505806"/>
                <a:gd name="connsiteX262" fmla="*/ 1628007 w 2017827"/>
                <a:gd name="connsiteY262" fmla="*/ 262486 h 1505806"/>
                <a:gd name="connsiteX263" fmla="*/ 1626997 w 2017827"/>
                <a:gd name="connsiteY263" fmla="*/ 259323 h 1505806"/>
                <a:gd name="connsiteX264" fmla="*/ 1626795 w 2017827"/>
                <a:gd name="connsiteY264" fmla="*/ 257271 h 1505806"/>
                <a:gd name="connsiteX265" fmla="*/ 1626795 w 2017827"/>
                <a:gd name="connsiteY265" fmla="*/ 253470 h 1505806"/>
                <a:gd name="connsiteX266" fmla="*/ 1626795 w 2017827"/>
                <a:gd name="connsiteY266" fmla="*/ 249871 h 1505806"/>
                <a:gd name="connsiteX267" fmla="*/ 1626795 w 2017827"/>
                <a:gd name="connsiteY267" fmla="*/ 243446 h 1505806"/>
                <a:gd name="connsiteX268" fmla="*/ 1625012 w 2017827"/>
                <a:gd name="connsiteY268" fmla="*/ 241057 h 1505806"/>
                <a:gd name="connsiteX269" fmla="*/ 1625180 w 2017827"/>
                <a:gd name="connsiteY269" fmla="*/ 237020 h 1505806"/>
                <a:gd name="connsiteX270" fmla="*/ 1625180 w 2017827"/>
                <a:gd name="connsiteY270" fmla="*/ 232883 h 1505806"/>
                <a:gd name="connsiteX271" fmla="*/ 1624406 w 2017827"/>
                <a:gd name="connsiteY271" fmla="*/ 228880 h 1505806"/>
                <a:gd name="connsiteX272" fmla="*/ 1624406 w 2017827"/>
                <a:gd name="connsiteY272" fmla="*/ 224843 h 1505806"/>
                <a:gd name="connsiteX273" fmla="*/ 1622555 w 2017827"/>
                <a:gd name="connsiteY273" fmla="*/ 220503 h 1505806"/>
                <a:gd name="connsiteX274" fmla="*/ 1620502 w 2017827"/>
                <a:gd name="connsiteY274" fmla="*/ 217038 h 1505806"/>
                <a:gd name="connsiteX275" fmla="*/ 1618987 w 2017827"/>
                <a:gd name="connsiteY275" fmla="*/ 214549 h 1505806"/>
                <a:gd name="connsiteX276" fmla="*/ 1615723 w 2017827"/>
                <a:gd name="connsiteY276" fmla="*/ 209436 h 1505806"/>
                <a:gd name="connsiteX277" fmla="*/ 1612896 w 2017827"/>
                <a:gd name="connsiteY277" fmla="*/ 207148 h 1505806"/>
                <a:gd name="connsiteX278" fmla="*/ 1610607 w 2017827"/>
                <a:gd name="connsiteY278" fmla="*/ 204962 h 1505806"/>
                <a:gd name="connsiteX279" fmla="*/ 1607006 w 2017827"/>
                <a:gd name="connsiteY279" fmla="*/ 197897 h 1505806"/>
                <a:gd name="connsiteX280" fmla="*/ 1605929 w 2017827"/>
                <a:gd name="connsiteY280" fmla="*/ 192582 h 1505806"/>
                <a:gd name="connsiteX281" fmla="*/ 1604617 w 2017827"/>
                <a:gd name="connsiteY281" fmla="*/ 189656 h 1505806"/>
                <a:gd name="connsiteX282" fmla="*/ 1602564 w 2017827"/>
                <a:gd name="connsiteY282" fmla="*/ 187705 h 1505806"/>
                <a:gd name="connsiteX283" fmla="*/ 1599636 w 2017827"/>
                <a:gd name="connsiteY283" fmla="*/ 186931 h 1505806"/>
                <a:gd name="connsiteX284" fmla="*/ 1596169 w 2017827"/>
                <a:gd name="connsiteY284" fmla="*/ 186494 h 1505806"/>
                <a:gd name="connsiteX285" fmla="*/ 1593780 w 2017827"/>
                <a:gd name="connsiteY285" fmla="*/ 186595 h 1505806"/>
                <a:gd name="connsiteX286" fmla="*/ 1591391 w 2017827"/>
                <a:gd name="connsiteY286" fmla="*/ 186393 h 1505806"/>
                <a:gd name="connsiteX287" fmla="*/ 1588025 w 2017827"/>
                <a:gd name="connsiteY287" fmla="*/ 185955 h 1505806"/>
                <a:gd name="connsiteX288" fmla="*/ 1585737 w 2017827"/>
                <a:gd name="connsiteY288" fmla="*/ 185417 h 1505806"/>
                <a:gd name="connsiteX289" fmla="*/ 1583448 w 2017827"/>
                <a:gd name="connsiteY289" fmla="*/ 184980 h 1505806"/>
                <a:gd name="connsiteX290" fmla="*/ 1580621 w 2017827"/>
                <a:gd name="connsiteY290" fmla="*/ 183231 h 1505806"/>
                <a:gd name="connsiteX291" fmla="*/ 1577155 w 2017827"/>
                <a:gd name="connsiteY291" fmla="*/ 178992 h 1505806"/>
                <a:gd name="connsiteX292" fmla="*/ 1575943 w 2017827"/>
                <a:gd name="connsiteY292" fmla="*/ 177142 h 1505806"/>
                <a:gd name="connsiteX293" fmla="*/ 1574799 w 2017827"/>
                <a:gd name="connsiteY293" fmla="*/ 173004 h 1505806"/>
                <a:gd name="connsiteX294" fmla="*/ 1574799 w 2017827"/>
                <a:gd name="connsiteY294" fmla="*/ 170414 h 1505806"/>
                <a:gd name="connsiteX295" fmla="*/ 1574765 w 2017827"/>
                <a:gd name="connsiteY295" fmla="*/ 168564 h 1505806"/>
                <a:gd name="connsiteX296" fmla="*/ 1574765 w 2017827"/>
                <a:gd name="connsiteY296" fmla="*/ 166074 h 1505806"/>
                <a:gd name="connsiteX297" fmla="*/ 1573890 w 2017827"/>
                <a:gd name="connsiteY297" fmla="*/ 163686 h 1505806"/>
                <a:gd name="connsiteX298" fmla="*/ 1571938 w 2017827"/>
                <a:gd name="connsiteY298" fmla="*/ 161398 h 1505806"/>
                <a:gd name="connsiteX299" fmla="*/ 1568135 w 2017827"/>
                <a:gd name="connsiteY299" fmla="*/ 159986 h 1505806"/>
                <a:gd name="connsiteX300" fmla="*/ 1566183 w 2017827"/>
                <a:gd name="connsiteY300" fmla="*/ 159885 h 1505806"/>
                <a:gd name="connsiteX301" fmla="*/ 1564568 w 2017827"/>
                <a:gd name="connsiteY301" fmla="*/ 159986 h 1505806"/>
                <a:gd name="connsiteX302" fmla="*/ 1563424 w 2017827"/>
                <a:gd name="connsiteY302" fmla="*/ 160356 h 1505806"/>
                <a:gd name="connsiteX303" fmla="*/ 1557231 w 2017827"/>
                <a:gd name="connsiteY303" fmla="*/ 160356 h 1505806"/>
                <a:gd name="connsiteX304" fmla="*/ 1551241 w 2017827"/>
                <a:gd name="connsiteY304" fmla="*/ 159716 h 1505806"/>
                <a:gd name="connsiteX305" fmla="*/ 1544274 w 2017827"/>
                <a:gd name="connsiteY305" fmla="*/ 156891 h 1505806"/>
                <a:gd name="connsiteX306" fmla="*/ 1541784 w 2017827"/>
                <a:gd name="connsiteY306" fmla="*/ 156891 h 1505806"/>
                <a:gd name="connsiteX307" fmla="*/ 1539058 w 2017827"/>
                <a:gd name="connsiteY307" fmla="*/ 155141 h 1505806"/>
                <a:gd name="connsiteX308" fmla="*/ 1537880 w 2017827"/>
                <a:gd name="connsiteY308" fmla="*/ 155141 h 1505806"/>
                <a:gd name="connsiteX309" fmla="*/ 1535591 w 2017827"/>
                <a:gd name="connsiteY309" fmla="*/ 155141 h 1505806"/>
                <a:gd name="connsiteX310" fmla="*/ 1534952 w 2017827"/>
                <a:gd name="connsiteY310" fmla="*/ 155141 h 1505806"/>
                <a:gd name="connsiteX311" fmla="*/ 1533202 w 2017827"/>
                <a:gd name="connsiteY311" fmla="*/ 155141 h 1505806"/>
                <a:gd name="connsiteX312" fmla="*/ 1531250 w 2017827"/>
                <a:gd name="connsiteY312" fmla="*/ 154704 h 1505806"/>
                <a:gd name="connsiteX313" fmla="*/ 1529500 w 2017827"/>
                <a:gd name="connsiteY313" fmla="*/ 154065 h 1505806"/>
                <a:gd name="connsiteX314" fmla="*/ 1528086 w 2017827"/>
                <a:gd name="connsiteY314" fmla="*/ 153628 h 1505806"/>
                <a:gd name="connsiteX315" fmla="*/ 1525259 w 2017827"/>
                <a:gd name="connsiteY315" fmla="*/ 151878 h 1505806"/>
                <a:gd name="connsiteX316" fmla="*/ 1523745 w 2017827"/>
                <a:gd name="connsiteY316" fmla="*/ 150567 h 1505806"/>
                <a:gd name="connsiteX317" fmla="*/ 1522769 w 2017827"/>
                <a:gd name="connsiteY317" fmla="*/ 149154 h 1505806"/>
                <a:gd name="connsiteX318" fmla="*/ 1521254 w 2017827"/>
                <a:gd name="connsiteY318" fmla="*/ 146664 h 1505806"/>
                <a:gd name="connsiteX319" fmla="*/ 1520043 w 2017827"/>
                <a:gd name="connsiteY319" fmla="*/ 145689 h 1505806"/>
                <a:gd name="connsiteX320" fmla="*/ 1518293 w 2017827"/>
                <a:gd name="connsiteY320" fmla="*/ 143401 h 1505806"/>
                <a:gd name="connsiteX321" fmla="*/ 1516341 w 2017827"/>
                <a:gd name="connsiteY321" fmla="*/ 141988 h 1505806"/>
                <a:gd name="connsiteX322" fmla="*/ 1513413 w 2017827"/>
                <a:gd name="connsiteY322" fmla="*/ 139398 h 1505806"/>
                <a:gd name="connsiteX323" fmla="*/ 1509812 w 2017827"/>
                <a:gd name="connsiteY323" fmla="*/ 137346 h 1505806"/>
                <a:gd name="connsiteX324" fmla="*/ 1506110 w 2017827"/>
                <a:gd name="connsiteY324" fmla="*/ 135294 h 1505806"/>
                <a:gd name="connsiteX325" fmla="*/ 1501331 w 2017827"/>
                <a:gd name="connsiteY325" fmla="*/ 131392 h 1505806"/>
                <a:gd name="connsiteX326" fmla="*/ 1499581 w 2017827"/>
                <a:gd name="connsiteY326" fmla="*/ 128129 h 1505806"/>
                <a:gd name="connsiteX327" fmla="*/ 1495340 w 2017827"/>
                <a:gd name="connsiteY327" fmla="*/ 123890 h 1505806"/>
                <a:gd name="connsiteX328" fmla="*/ 1494735 w 2017827"/>
                <a:gd name="connsiteY328" fmla="*/ 120728 h 1505806"/>
                <a:gd name="connsiteX329" fmla="*/ 1494701 w 2017827"/>
                <a:gd name="connsiteY329" fmla="*/ 116052 h 1505806"/>
                <a:gd name="connsiteX330" fmla="*/ 1494701 w 2017827"/>
                <a:gd name="connsiteY330" fmla="*/ 113126 h 1505806"/>
                <a:gd name="connsiteX331" fmla="*/ 1494701 w 2017827"/>
                <a:gd name="connsiteY331" fmla="*/ 109762 h 1505806"/>
                <a:gd name="connsiteX332" fmla="*/ 1493288 w 2017827"/>
                <a:gd name="connsiteY332" fmla="*/ 105960 h 1505806"/>
                <a:gd name="connsiteX333" fmla="*/ 1490124 w 2017827"/>
                <a:gd name="connsiteY333" fmla="*/ 103135 h 1505806"/>
                <a:gd name="connsiteX334" fmla="*/ 1484806 w 2017827"/>
                <a:gd name="connsiteY334" fmla="*/ 98694 h 1505806"/>
                <a:gd name="connsiteX335" fmla="*/ 1478715 w 2017827"/>
                <a:gd name="connsiteY335" fmla="*/ 93581 h 1505806"/>
                <a:gd name="connsiteX336" fmla="*/ 1472725 w 2017827"/>
                <a:gd name="connsiteY336" fmla="*/ 89006 h 1505806"/>
                <a:gd name="connsiteX337" fmla="*/ 1467946 w 2017827"/>
                <a:gd name="connsiteY337" fmla="*/ 84532 h 1505806"/>
                <a:gd name="connsiteX338" fmla="*/ 1465893 w 2017827"/>
                <a:gd name="connsiteY338" fmla="*/ 82783 h 1505806"/>
                <a:gd name="connsiteX339" fmla="*/ 1464008 w 2017827"/>
                <a:gd name="connsiteY339" fmla="*/ 79419 h 1505806"/>
                <a:gd name="connsiteX340" fmla="*/ 1463369 w 2017827"/>
                <a:gd name="connsiteY340" fmla="*/ 76055 h 1505806"/>
                <a:gd name="connsiteX341" fmla="*/ 1463806 w 2017827"/>
                <a:gd name="connsiteY341" fmla="*/ 72354 h 1505806"/>
                <a:gd name="connsiteX342" fmla="*/ 1463806 w 2017827"/>
                <a:gd name="connsiteY342" fmla="*/ 67477 h 1505806"/>
                <a:gd name="connsiteX343" fmla="*/ 1463335 w 2017827"/>
                <a:gd name="connsiteY343" fmla="*/ 63238 h 1505806"/>
                <a:gd name="connsiteX344" fmla="*/ 1461753 w 2017827"/>
                <a:gd name="connsiteY344" fmla="*/ 59235 h 1505806"/>
                <a:gd name="connsiteX345" fmla="*/ 1457614 w 2017827"/>
                <a:gd name="connsiteY345" fmla="*/ 54559 h 1505806"/>
                <a:gd name="connsiteX346" fmla="*/ 1454686 w 2017827"/>
                <a:gd name="connsiteY346" fmla="*/ 50960 h 1505806"/>
                <a:gd name="connsiteX347" fmla="*/ 1453171 w 2017827"/>
                <a:gd name="connsiteY347" fmla="*/ 47932 h 1505806"/>
                <a:gd name="connsiteX348" fmla="*/ 1447753 w 2017827"/>
                <a:gd name="connsiteY348" fmla="*/ 45880 h 1505806"/>
                <a:gd name="connsiteX349" fmla="*/ 1445027 w 2017827"/>
                <a:gd name="connsiteY349" fmla="*/ 42516 h 1505806"/>
                <a:gd name="connsiteX350" fmla="*/ 1444253 w 2017827"/>
                <a:gd name="connsiteY350" fmla="*/ 39589 h 1505806"/>
                <a:gd name="connsiteX351" fmla="*/ 1444253 w 2017827"/>
                <a:gd name="connsiteY351" fmla="*/ 37201 h 1505806"/>
                <a:gd name="connsiteX352" fmla="*/ 1449032 w 2017827"/>
                <a:gd name="connsiteY352" fmla="*/ 33736 h 1505806"/>
                <a:gd name="connsiteX353" fmla="*/ 1451219 w 2017827"/>
                <a:gd name="connsiteY353" fmla="*/ 32660 h 1505806"/>
                <a:gd name="connsiteX354" fmla="*/ 1454147 w 2017827"/>
                <a:gd name="connsiteY354" fmla="*/ 29598 h 1505806"/>
                <a:gd name="connsiteX355" fmla="*/ 1455561 w 2017827"/>
                <a:gd name="connsiteY355" fmla="*/ 28623 h 1505806"/>
                <a:gd name="connsiteX356" fmla="*/ 1457849 w 2017827"/>
                <a:gd name="connsiteY356" fmla="*/ 26133 h 1505806"/>
                <a:gd name="connsiteX357" fmla="*/ 1459801 w 2017827"/>
                <a:gd name="connsiteY357" fmla="*/ 23543 h 1505806"/>
                <a:gd name="connsiteX358" fmla="*/ 1461215 w 2017827"/>
                <a:gd name="connsiteY358" fmla="*/ 19506 h 1505806"/>
                <a:gd name="connsiteX359" fmla="*/ 1462965 w 2017827"/>
                <a:gd name="connsiteY359" fmla="*/ 16479 h 1505806"/>
                <a:gd name="connsiteX360" fmla="*/ 1462965 w 2017827"/>
                <a:gd name="connsiteY360" fmla="*/ 13014 h 1505806"/>
                <a:gd name="connsiteX361" fmla="*/ 1462426 w 2017827"/>
                <a:gd name="connsiteY361" fmla="*/ 9112 h 1505806"/>
                <a:gd name="connsiteX362" fmla="*/ 1459599 w 2017827"/>
                <a:gd name="connsiteY362" fmla="*/ 8237 h 1505806"/>
                <a:gd name="connsiteX363" fmla="*/ 1457412 w 2017827"/>
                <a:gd name="connsiteY363" fmla="*/ 6387 h 1505806"/>
                <a:gd name="connsiteX364" fmla="*/ 1451421 w 2017827"/>
                <a:gd name="connsiteY364" fmla="*/ 5411 h 1505806"/>
                <a:gd name="connsiteX365" fmla="*/ 1446407 w 2017827"/>
                <a:gd name="connsiteY365" fmla="*/ 4772 h 1505806"/>
                <a:gd name="connsiteX366" fmla="*/ 1442604 w 2017827"/>
                <a:gd name="connsiteY366" fmla="*/ 4133 h 1505806"/>
                <a:gd name="connsiteX367" fmla="*/ 1438363 w 2017827"/>
                <a:gd name="connsiteY367" fmla="*/ 5008 h 1505806"/>
                <a:gd name="connsiteX368" fmla="*/ 1436748 w 2017827"/>
                <a:gd name="connsiteY368" fmla="*/ 5445 h 1505806"/>
                <a:gd name="connsiteX369" fmla="*/ 1433147 w 2017827"/>
                <a:gd name="connsiteY369" fmla="*/ 7194 h 1505806"/>
                <a:gd name="connsiteX370" fmla="*/ 1429344 w 2017827"/>
                <a:gd name="connsiteY370" fmla="*/ 7733 h 1505806"/>
                <a:gd name="connsiteX371" fmla="*/ 1425440 w 2017827"/>
                <a:gd name="connsiteY371" fmla="*/ 7396 h 1505806"/>
                <a:gd name="connsiteX372" fmla="*/ 1416959 w 2017827"/>
                <a:gd name="connsiteY372" fmla="*/ 5647 h 1505806"/>
                <a:gd name="connsiteX373" fmla="*/ 1411641 w 2017827"/>
                <a:gd name="connsiteY373" fmla="*/ 5109 h 1505806"/>
                <a:gd name="connsiteX374" fmla="*/ 1407939 w 2017827"/>
                <a:gd name="connsiteY374" fmla="*/ 4032 h 1505806"/>
                <a:gd name="connsiteX375" fmla="*/ 1405651 w 2017827"/>
                <a:gd name="connsiteY375" fmla="*/ 2081 h 1505806"/>
                <a:gd name="connsiteX376" fmla="*/ 1400435 w 2017827"/>
                <a:gd name="connsiteY376" fmla="*/ 1106 h 1505806"/>
                <a:gd name="connsiteX377" fmla="*/ 1396632 w 2017827"/>
                <a:gd name="connsiteY377" fmla="*/ 29 h 1505806"/>
                <a:gd name="connsiteX378" fmla="*/ 1393030 w 2017827"/>
                <a:gd name="connsiteY378" fmla="*/ 29 h 1505806"/>
                <a:gd name="connsiteX379" fmla="*/ 1387175 w 2017827"/>
                <a:gd name="connsiteY379" fmla="*/ 1240 h 1505806"/>
                <a:gd name="connsiteX380" fmla="*/ 1382295 w 2017827"/>
                <a:gd name="connsiteY380" fmla="*/ 1240 h 1505806"/>
                <a:gd name="connsiteX381" fmla="*/ 1378155 w 2017827"/>
                <a:gd name="connsiteY381" fmla="*/ 2216 h 1505806"/>
                <a:gd name="connsiteX382" fmla="*/ 1375665 w 2017827"/>
                <a:gd name="connsiteY382" fmla="*/ 2754 h 1505806"/>
                <a:gd name="connsiteX383" fmla="*/ 1373477 w 2017827"/>
                <a:gd name="connsiteY383" fmla="*/ 4066 h 1505806"/>
                <a:gd name="connsiteX384" fmla="*/ 1371626 w 2017827"/>
                <a:gd name="connsiteY384" fmla="*/ 5714 h 1505806"/>
                <a:gd name="connsiteX385" fmla="*/ 1369573 w 2017827"/>
                <a:gd name="connsiteY385" fmla="*/ 8977 h 1505806"/>
                <a:gd name="connsiteX386" fmla="*/ 1368160 w 2017827"/>
                <a:gd name="connsiteY386" fmla="*/ 12577 h 1505806"/>
                <a:gd name="connsiteX387" fmla="*/ 1367285 w 2017827"/>
                <a:gd name="connsiteY387" fmla="*/ 15941 h 1505806"/>
                <a:gd name="connsiteX388" fmla="*/ 1367487 w 2017827"/>
                <a:gd name="connsiteY388" fmla="*/ 19540 h 1505806"/>
                <a:gd name="connsiteX389" fmla="*/ 1368900 w 2017827"/>
                <a:gd name="connsiteY389" fmla="*/ 24653 h 1505806"/>
                <a:gd name="connsiteX390" fmla="*/ 1369540 w 2017827"/>
                <a:gd name="connsiteY390" fmla="*/ 31381 h 1505806"/>
                <a:gd name="connsiteX391" fmla="*/ 1368025 w 2017827"/>
                <a:gd name="connsiteY391" fmla="*/ 36158 h 1505806"/>
                <a:gd name="connsiteX392" fmla="*/ 1366073 w 2017827"/>
                <a:gd name="connsiteY392" fmla="*/ 39858 h 1505806"/>
                <a:gd name="connsiteX393" fmla="*/ 1364121 w 2017827"/>
                <a:gd name="connsiteY393" fmla="*/ 42348 h 1505806"/>
                <a:gd name="connsiteX394" fmla="*/ 1360083 w 2017827"/>
                <a:gd name="connsiteY394" fmla="*/ 46048 h 1505806"/>
                <a:gd name="connsiteX395" fmla="*/ 1353655 w 2017827"/>
                <a:gd name="connsiteY395" fmla="*/ 48235 h 1505806"/>
                <a:gd name="connsiteX396" fmla="*/ 1349515 w 2017827"/>
                <a:gd name="connsiteY396" fmla="*/ 50085 h 1505806"/>
                <a:gd name="connsiteX397" fmla="*/ 1345510 w 2017827"/>
                <a:gd name="connsiteY397" fmla="*/ 52473 h 1505806"/>
                <a:gd name="connsiteX398" fmla="*/ 1341505 w 2017827"/>
                <a:gd name="connsiteY398" fmla="*/ 55501 h 1505806"/>
                <a:gd name="connsiteX399" fmla="*/ 1333798 w 2017827"/>
                <a:gd name="connsiteY399" fmla="*/ 57687 h 1505806"/>
                <a:gd name="connsiteX400" fmla="*/ 1320101 w 2017827"/>
                <a:gd name="connsiteY400" fmla="*/ 56476 h 1505806"/>
                <a:gd name="connsiteX401" fmla="*/ 1316062 w 2017827"/>
                <a:gd name="connsiteY401" fmla="*/ 56140 h 1505806"/>
                <a:gd name="connsiteX402" fmla="*/ 1308457 w 2017827"/>
                <a:gd name="connsiteY402" fmla="*/ 55501 h 1505806"/>
                <a:gd name="connsiteX403" fmla="*/ 1301726 w 2017827"/>
                <a:gd name="connsiteY403" fmla="*/ 54290 h 1505806"/>
                <a:gd name="connsiteX404" fmla="*/ 1295197 w 2017827"/>
                <a:gd name="connsiteY404" fmla="*/ 53853 h 1505806"/>
                <a:gd name="connsiteX405" fmla="*/ 1290317 w 2017827"/>
                <a:gd name="connsiteY405" fmla="*/ 52642 h 1505806"/>
                <a:gd name="connsiteX406" fmla="*/ 1285740 w 2017827"/>
                <a:gd name="connsiteY406" fmla="*/ 52642 h 1505806"/>
                <a:gd name="connsiteX407" fmla="*/ 1280961 w 2017827"/>
                <a:gd name="connsiteY407" fmla="*/ 56241 h 1505806"/>
                <a:gd name="connsiteX408" fmla="*/ 1277696 w 2017827"/>
                <a:gd name="connsiteY408" fmla="*/ 58428 h 1505806"/>
                <a:gd name="connsiteX409" fmla="*/ 1274230 w 2017827"/>
                <a:gd name="connsiteY409" fmla="*/ 63541 h 1505806"/>
                <a:gd name="connsiteX410" fmla="*/ 1273153 w 2017827"/>
                <a:gd name="connsiteY410" fmla="*/ 66467 h 1505806"/>
                <a:gd name="connsiteX411" fmla="*/ 1269249 w 2017827"/>
                <a:gd name="connsiteY411" fmla="*/ 71244 h 1505806"/>
                <a:gd name="connsiteX412" fmla="*/ 1264369 w 2017827"/>
                <a:gd name="connsiteY412" fmla="*/ 76458 h 1505806"/>
                <a:gd name="connsiteX413" fmla="*/ 1260129 w 2017827"/>
                <a:gd name="connsiteY413" fmla="*/ 82547 h 1505806"/>
                <a:gd name="connsiteX414" fmla="*/ 1256965 w 2017827"/>
                <a:gd name="connsiteY414" fmla="*/ 89275 h 1505806"/>
                <a:gd name="connsiteX415" fmla="*/ 1254374 w 2017827"/>
                <a:gd name="connsiteY415" fmla="*/ 92975 h 1505806"/>
                <a:gd name="connsiteX416" fmla="*/ 1253297 w 2017827"/>
                <a:gd name="connsiteY416" fmla="*/ 97214 h 1505806"/>
                <a:gd name="connsiteX417" fmla="*/ 1252657 w 2017827"/>
                <a:gd name="connsiteY417" fmla="*/ 101890 h 1505806"/>
                <a:gd name="connsiteX418" fmla="*/ 1251782 w 2017827"/>
                <a:gd name="connsiteY418" fmla="*/ 105052 h 1505806"/>
                <a:gd name="connsiteX419" fmla="*/ 1250907 w 2017827"/>
                <a:gd name="connsiteY419" fmla="*/ 111578 h 1505806"/>
                <a:gd name="connsiteX420" fmla="*/ 1250840 w 2017827"/>
                <a:gd name="connsiteY420" fmla="*/ 114505 h 1505806"/>
                <a:gd name="connsiteX421" fmla="*/ 1250840 w 2017827"/>
                <a:gd name="connsiteY421" fmla="*/ 122747 h 1505806"/>
                <a:gd name="connsiteX422" fmla="*/ 1249090 w 2017827"/>
                <a:gd name="connsiteY422" fmla="*/ 127086 h 1505806"/>
                <a:gd name="connsiteX423" fmla="*/ 1248114 w 2017827"/>
                <a:gd name="connsiteY423" fmla="*/ 145218 h 1505806"/>
                <a:gd name="connsiteX424" fmla="*/ 1248551 w 2017827"/>
                <a:gd name="connsiteY424" fmla="*/ 149658 h 1505806"/>
                <a:gd name="connsiteX425" fmla="*/ 1248484 w 2017827"/>
                <a:gd name="connsiteY425" fmla="*/ 153460 h 1505806"/>
                <a:gd name="connsiteX426" fmla="*/ 1248484 w 2017827"/>
                <a:gd name="connsiteY426" fmla="*/ 157597 h 1505806"/>
                <a:gd name="connsiteX427" fmla="*/ 1248417 w 2017827"/>
                <a:gd name="connsiteY427" fmla="*/ 163047 h 1505806"/>
                <a:gd name="connsiteX428" fmla="*/ 1248417 w 2017827"/>
                <a:gd name="connsiteY428" fmla="*/ 167521 h 1505806"/>
                <a:gd name="connsiteX429" fmla="*/ 1248417 w 2017827"/>
                <a:gd name="connsiteY429" fmla="*/ 171221 h 1505806"/>
                <a:gd name="connsiteX430" fmla="*/ 1247777 w 2017827"/>
                <a:gd name="connsiteY430" fmla="*/ 174047 h 1505806"/>
                <a:gd name="connsiteX431" fmla="*/ 1247777 w 2017827"/>
                <a:gd name="connsiteY431" fmla="*/ 175796 h 1505806"/>
                <a:gd name="connsiteX432" fmla="*/ 1246162 w 2017827"/>
                <a:gd name="connsiteY432" fmla="*/ 180035 h 1505806"/>
                <a:gd name="connsiteX433" fmla="*/ 1243234 w 2017827"/>
                <a:gd name="connsiteY433" fmla="*/ 186023 h 1505806"/>
                <a:gd name="connsiteX434" fmla="*/ 1241046 w 2017827"/>
                <a:gd name="connsiteY434" fmla="*/ 190699 h 1505806"/>
                <a:gd name="connsiteX435" fmla="*/ 1238859 w 2017827"/>
                <a:gd name="connsiteY435" fmla="*/ 193188 h 1505806"/>
                <a:gd name="connsiteX436" fmla="*/ 1233541 w 2017827"/>
                <a:gd name="connsiteY436" fmla="*/ 195139 h 1505806"/>
                <a:gd name="connsiteX437" fmla="*/ 1227551 w 2017827"/>
                <a:gd name="connsiteY437" fmla="*/ 196215 h 1505806"/>
                <a:gd name="connsiteX438" fmla="*/ 1217656 w 2017827"/>
                <a:gd name="connsiteY438" fmla="*/ 196552 h 1505806"/>
                <a:gd name="connsiteX439" fmla="*/ 1213416 w 2017827"/>
                <a:gd name="connsiteY439" fmla="*/ 196653 h 1505806"/>
                <a:gd name="connsiteX440" fmla="*/ 1207998 w 2017827"/>
                <a:gd name="connsiteY440" fmla="*/ 197628 h 1505806"/>
                <a:gd name="connsiteX441" fmla="*/ 1202344 w 2017827"/>
                <a:gd name="connsiteY441" fmla="*/ 196115 h 1505806"/>
                <a:gd name="connsiteX442" fmla="*/ 1197666 w 2017827"/>
                <a:gd name="connsiteY442" fmla="*/ 195341 h 1505806"/>
                <a:gd name="connsiteX443" fmla="*/ 1192988 w 2017827"/>
                <a:gd name="connsiteY443" fmla="*/ 195341 h 1505806"/>
                <a:gd name="connsiteX444" fmla="*/ 1189723 w 2017827"/>
                <a:gd name="connsiteY444" fmla="*/ 193053 h 1505806"/>
                <a:gd name="connsiteX445" fmla="*/ 1180266 w 2017827"/>
                <a:gd name="connsiteY445" fmla="*/ 189790 h 1505806"/>
                <a:gd name="connsiteX446" fmla="*/ 1176800 w 2017827"/>
                <a:gd name="connsiteY446" fmla="*/ 193154 h 1505806"/>
                <a:gd name="connsiteX447" fmla="*/ 1170708 w 2017827"/>
                <a:gd name="connsiteY447" fmla="*/ 195778 h 1505806"/>
                <a:gd name="connsiteX448" fmla="*/ 1166569 w 2017827"/>
                <a:gd name="connsiteY448" fmla="*/ 192313 h 1505806"/>
                <a:gd name="connsiteX449" fmla="*/ 1162530 w 2017827"/>
                <a:gd name="connsiteY449" fmla="*/ 188277 h 1505806"/>
                <a:gd name="connsiteX450" fmla="*/ 1159602 w 2017827"/>
                <a:gd name="connsiteY450" fmla="*/ 184374 h 1505806"/>
                <a:gd name="connsiteX451" fmla="*/ 1156876 w 2017827"/>
                <a:gd name="connsiteY451" fmla="*/ 183601 h 1505806"/>
                <a:gd name="connsiteX452" fmla="*/ 1147419 w 2017827"/>
                <a:gd name="connsiteY452" fmla="*/ 181851 h 1505806"/>
                <a:gd name="connsiteX453" fmla="*/ 1137861 w 2017827"/>
                <a:gd name="connsiteY453" fmla="*/ 180775 h 1505806"/>
                <a:gd name="connsiteX454" fmla="*/ 1125140 w 2017827"/>
                <a:gd name="connsiteY454" fmla="*/ 177949 h 1505806"/>
                <a:gd name="connsiteX455" fmla="*/ 1121102 w 2017827"/>
                <a:gd name="connsiteY455" fmla="*/ 177949 h 1505806"/>
                <a:gd name="connsiteX456" fmla="*/ 1115347 w 2017827"/>
                <a:gd name="connsiteY456" fmla="*/ 177041 h 1505806"/>
                <a:gd name="connsiteX457" fmla="*/ 1110029 w 2017827"/>
                <a:gd name="connsiteY457" fmla="*/ 176133 h 1505806"/>
                <a:gd name="connsiteX458" fmla="*/ 1106327 w 2017827"/>
                <a:gd name="connsiteY458" fmla="*/ 175056 h 1505806"/>
                <a:gd name="connsiteX459" fmla="*/ 1101447 w 2017827"/>
                <a:gd name="connsiteY459" fmla="*/ 173307 h 1505806"/>
                <a:gd name="connsiteX460" fmla="*/ 1098957 w 2017827"/>
                <a:gd name="connsiteY460" fmla="*/ 171255 h 1505806"/>
                <a:gd name="connsiteX461" fmla="*/ 1096466 w 2017827"/>
                <a:gd name="connsiteY461" fmla="*/ 169640 h 1505806"/>
                <a:gd name="connsiteX462" fmla="*/ 1092327 w 2017827"/>
                <a:gd name="connsiteY462" fmla="*/ 166377 h 1505806"/>
                <a:gd name="connsiteX463" fmla="*/ 1088726 w 2017827"/>
                <a:gd name="connsiteY463" fmla="*/ 163350 h 1505806"/>
                <a:gd name="connsiteX464" fmla="*/ 1085360 w 2017827"/>
                <a:gd name="connsiteY464" fmla="*/ 161600 h 1505806"/>
                <a:gd name="connsiteX465" fmla="*/ 1081355 w 2017827"/>
                <a:gd name="connsiteY465" fmla="*/ 159010 h 1505806"/>
                <a:gd name="connsiteX466" fmla="*/ 1078730 w 2017827"/>
                <a:gd name="connsiteY466" fmla="*/ 157362 h 1505806"/>
                <a:gd name="connsiteX467" fmla="*/ 1076442 w 2017827"/>
                <a:gd name="connsiteY467" fmla="*/ 155310 h 1505806"/>
                <a:gd name="connsiteX468" fmla="*/ 1072201 w 2017827"/>
                <a:gd name="connsiteY468" fmla="*/ 151845 h 1505806"/>
                <a:gd name="connsiteX469" fmla="*/ 1069812 w 2017827"/>
                <a:gd name="connsiteY469" fmla="*/ 150096 h 1505806"/>
                <a:gd name="connsiteX470" fmla="*/ 1066884 w 2017827"/>
                <a:gd name="connsiteY470" fmla="*/ 148245 h 1505806"/>
                <a:gd name="connsiteX471" fmla="*/ 1063081 w 2017827"/>
                <a:gd name="connsiteY471" fmla="*/ 145655 h 1505806"/>
                <a:gd name="connsiteX472" fmla="*/ 1059076 w 2017827"/>
                <a:gd name="connsiteY472" fmla="*/ 143267 h 1505806"/>
                <a:gd name="connsiteX473" fmla="*/ 1057764 w 2017827"/>
                <a:gd name="connsiteY473" fmla="*/ 143267 h 1505806"/>
                <a:gd name="connsiteX474" fmla="*/ 1054768 w 2017827"/>
                <a:gd name="connsiteY474" fmla="*/ 141753 h 1505806"/>
                <a:gd name="connsiteX475" fmla="*/ 1052985 w 2017827"/>
                <a:gd name="connsiteY475" fmla="*/ 141215 h 1505806"/>
                <a:gd name="connsiteX476" fmla="*/ 1051302 w 2017827"/>
                <a:gd name="connsiteY476" fmla="*/ 140777 h 1505806"/>
                <a:gd name="connsiteX477" fmla="*/ 1050932 w 2017827"/>
                <a:gd name="connsiteY477" fmla="*/ 140710 h 1505806"/>
                <a:gd name="connsiteX478" fmla="*/ 1049148 w 2017827"/>
                <a:gd name="connsiteY478" fmla="*/ 138759 h 1505806"/>
                <a:gd name="connsiteX479" fmla="*/ 1046321 w 2017827"/>
                <a:gd name="connsiteY479" fmla="*/ 136909 h 1505806"/>
                <a:gd name="connsiteX480" fmla="*/ 1044571 w 2017827"/>
                <a:gd name="connsiteY480" fmla="*/ 135967 h 1505806"/>
                <a:gd name="connsiteX481" fmla="*/ 1041037 w 2017827"/>
                <a:gd name="connsiteY481" fmla="*/ 136404 h 1505806"/>
                <a:gd name="connsiteX482" fmla="*/ 1039960 w 2017827"/>
                <a:gd name="connsiteY482" fmla="*/ 137043 h 1505806"/>
                <a:gd name="connsiteX483" fmla="*/ 1039388 w 2017827"/>
                <a:gd name="connsiteY483" fmla="*/ 137851 h 1505806"/>
                <a:gd name="connsiteX484" fmla="*/ 1039153 w 2017827"/>
                <a:gd name="connsiteY484" fmla="*/ 138994 h 1505806"/>
                <a:gd name="connsiteX485" fmla="*/ 1039388 w 2017827"/>
                <a:gd name="connsiteY485" fmla="*/ 140138 h 1505806"/>
                <a:gd name="connsiteX486" fmla="*/ 1039254 w 2017827"/>
                <a:gd name="connsiteY486" fmla="*/ 141349 h 1505806"/>
                <a:gd name="connsiteX487" fmla="*/ 1039254 w 2017827"/>
                <a:gd name="connsiteY487" fmla="*/ 142796 h 1505806"/>
                <a:gd name="connsiteX488" fmla="*/ 1037806 w 2017827"/>
                <a:gd name="connsiteY488" fmla="*/ 145420 h 1505806"/>
                <a:gd name="connsiteX489" fmla="*/ 1035484 w 2017827"/>
                <a:gd name="connsiteY489" fmla="*/ 147875 h 1505806"/>
                <a:gd name="connsiteX490" fmla="*/ 1033162 w 2017827"/>
                <a:gd name="connsiteY490" fmla="*/ 151643 h 1505806"/>
                <a:gd name="connsiteX491" fmla="*/ 1031277 w 2017827"/>
                <a:gd name="connsiteY491" fmla="*/ 153964 h 1505806"/>
                <a:gd name="connsiteX492" fmla="*/ 1029830 w 2017827"/>
                <a:gd name="connsiteY492" fmla="*/ 156151 h 1505806"/>
                <a:gd name="connsiteX493" fmla="*/ 1028080 w 2017827"/>
                <a:gd name="connsiteY493" fmla="*/ 159346 h 1505806"/>
                <a:gd name="connsiteX494" fmla="*/ 1024446 w 2017827"/>
                <a:gd name="connsiteY494" fmla="*/ 161802 h 1505806"/>
                <a:gd name="connsiteX495" fmla="*/ 1020239 w 2017827"/>
                <a:gd name="connsiteY495" fmla="*/ 165435 h 1505806"/>
                <a:gd name="connsiteX496" fmla="*/ 1014450 w 2017827"/>
                <a:gd name="connsiteY496" fmla="*/ 169775 h 1505806"/>
                <a:gd name="connsiteX497" fmla="*/ 1010815 w 2017827"/>
                <a:gd name="connsiteY497" fmla="*/ 174854 h 1505806"/>
                <a:gd name="connsiteX498" fmla="*/ 1008628 w 2017827"/>
                <a:gd name="connsiteY498" fmla="*/ 179362 h 1505806"/>
                <a:gd name="connsiteX499" fmla="*/ 1006743 w 2017827"/>
                <a:gd name="connsiteY499" fmla="*/ 185148 h 1505806"/>
                <a:gd name="connsiteX500" fmla="*/ 1003983 w 2017827"/>
                <a:gd name="connsiteY500" fmla="*/ 190665 h 1505806"/>
                <a:gd name="connsiteX501" fmla="*/ 1000080 w 2017827"/>
                <a:gd name="connsiteY501" fmla="*/ 197056 h 1505806"/>
                <a:gd name="connsiteX502" fmla="*/ 997185 w 2017827"/>
                <a:gd name="connsiteY502" fmla="*/ 203852 h 1505806"/>
                <a:gd name="connsiteX503" fmla="*/ 995435 w 2017827"/>
                <a:gd name="connsiteY503" fmla="*/ 207485 h 1505806"/>
                <a:gd name="connsiteX504" fmla="*/ 989781 w 2017827"/>
                <a:gd name="connsiteY504" fmla="*/ 212564 h 1505806"/>
                <a:gd name="connsiteX505" fmla="*/ 987459 w 2017827"/>
                <a:gd name="connsiteY505" fmla="*/ 217476 h 1505806"/>
                <a:gd name="connsiteX506" fmla="*/ 983555 w 2017827"/>
                <a:gd name="connsiteY506" fmla="*/ 222118 h 1505806"/>
                <a:gd name="connsiteX507" fmla="*/ 979214 w 2017827"/>
                <a:gd name="connsiteY507" fmla="*/ 229081 h 1505806"/>
                <a:gd name="connsiteX508" fmla="*/ 976319 w 2017827"/>
                <a:gd name="connsiteY508" fmla="*/ 231840 h 1505806"/>
                <a:gd name="connsiteX509" fmla="*/ 973863 w 2017827"/>
                <a:gd name="connsiteY509" fmla="*/ 235305 h 1505806"/>
                <a:gd name="connsiteX510" fmla="*/ 969521 w 2017827"/>
                <a:gd name="connsiteY510" fmla="*/ 238635 h 1505806"/>
                <a:gd name="connsiteX511" fmla="*/ 966055 w 2017827"/>
                <a:gd name="connsiteY511" fmla="*/ 242975 h 1505806"/>
                <a:gd name="connsiteX512" fmla="*/ 963867 w 2017827"/>
                <a:gd name="connsiteY512" fmla="*/ 246439 h 1505806"/>
                <a:gd name="connsiteX513" fmla="*/ 960098 w 2017827"/>
                <a:gd name="connsiteY513" fmla="*/ 249198 h 1505806"/>
                <a:gd name="connsiteX514" fmla="*/ 956631 w 2017827"/>
                <a:gd name="connsiteY514" fmla="*/ 252394 h 1505806"/>
                <a:gd name="connsiteX515" fmla="*/ 952896 w 2017827"/>
                <a:gd name="connsiteY515" fmla="*/ 257305 h 1505806"/>
                <a:gd name="connsiteX516" fmla="*/ 949093 w 2017827"/>
                <a:gd name="connsiteY516" fmla="*/ 261207 h 1505806"/>
                <a:gd name="connsiteX517" fmla="*/ 948790 w 2017827"/>
                <a:gd name="connsiteY517" fmla="*/ 265850 h 1505806"/>
                <a:gd name="connsiteX518" fmla="*/ 948655 w 2017827"/>
                <a:gd name="connsiteY518" fmla="*/ 270189 h 1505806"/>
                <a:gd name="connsiteX519" fmla="*/ 947511 w 2017827"/>
                <a:gd name="connsiteY519" fmla="*/ 276412 h 1505806"/>
                <a:gd name="connsiteX520" fmla="*/ 944920 w 2017827"/>
                <a:gd name="connsiteY520" fmla="*/ 279305 h 1505806"/>
                <a:gd name="connsiteX521" fmla="*/ 941723 w 2017827"/>
                <a:gd name="connsiteY521" fmla="*/ 282938 h 1505806"/>
                <a:gd name="connsiteX522" fmla="*/ 939838 w 2017827"/>
                <a:gd name="connsiteY522" fmla="*/ 286572 h 1505806"/>
                <a:gd name="connsiteX523" fmla="*/ 938391 w 2017827"/>
                <a:gd name="connsiteY523" fmla="*/ 288893 h 1505806"/>
                <a:gd name="connsiteX524" fmla="*/ 936944 w 2017827"/>
                <a:gd name="connsiteY524" fmla="*/ 291348 h 1505806"/>
                <a:gd name="connsiteX525" fmla="*/ 936506 w 2017827"/>
                <a:gd name="connsiteY525" fmla="*/ 295419 h 1505806"/>
                <a:gd name="connsiteX526" fmla="*/ 936506 w 2017827"/>
                <a:gd name="connsiteY526" fmla="*/ 298043 h 1505806"/>
                <a:gd name="connsiteX527" fmla="*/ 937314 w 2017827"/>
                <a:gd name="connsiteY527" fmla="*/ 301373 h 1505806"/>
                <a:gd name="connsiteX528" fmla="*/ 939131 w 2017827"/>
                <a:gd name="connsiteY528" fmla="*/ 304434 h 1505806"/>
                <a:gd name="connsiteX529" fmla="*/ 940881 w 2017827"/>
                <a:gd name="connsiteY529" fmla="*/ 305881 h 1505806"/>
                <a:gd name="connsiteX530" fmla="*/ 943338 w 2017827"/>
                <a:gd name="connsiteY530" fmla="*/ 308639 h 1505806"/>
                <a:gd name="connsiteX531" fmla="*/ 944045 w 2017827"/>
                <a:gd name="connsiteY531" fmla="*/ 311095 h 1505806"/>
                <a:gd name="connsiteX532" fmla="*/ 945795 w 2017827"/>
                <a:gd name="connsiteY532" fmla="*/ 314122 h 1505806"/>
                <a:gd name="connsiteX533" fmla="*/ 948992 w 2017827"/>
                <a:gd name="connsiteY533" fmla="*/ 318596 h 1505806"/>
                <a:gd name="connsiteX534" fmla="*/ 950304 w 2017827"/>
                <a:gd name="connsiteY534" fmla="*/ 320480 h 1505806"/>
                <a:gd name="connsiteX535" fmla="*/ 951752 w 2017827"/>
                <a:gd name="connsiteY535" fmla="*/ 323508 h 1505806"/>
                <a:gd name="connsiteX536" fmla="*/ 952761 w 2017827"/>
                <a:gd name="connsiteY536" fmla="*/ 330034 h 1505806"/>
                <a:gd name="connsiteX537" fmla="*/ 952761 w 2017827"/>
                <a:gd name="connsiteY537" fmla="*/ 333667 h 1505806"/>
                <a:gd name="connsiteX538" fmla="*/ 950439 w 2017827"/>
                <a:gd name="connsiteY538" fmla="*/ 334542 h 1505806"/>
                <a:gd name="connsiteX539" fmla="*/ 945795 w 2017827"/>
                <a:gd name="connsiteY539" fmla="*/ 335282 h 1505806"/>
                <a:gd name="connsiteX540" fmla="*/ 938121 w 2017827"/>
                <a:gd name="connsiteY540" fmla="*/ 335282 h 1505806"/>
                <a:gd name="connsiteX541" fmla="*/ 933780 w 2017827"/>
                <a:gd name="connsiteY541" fmla="*/ 334844 h 1505806"/>
                <a:gd name="connsiteX542" fmla="*/ 927991 w 2017827"/>
                <a:gd name="connsiteY542" fmla="*/ 332221 h 1505806"/>
                <a:gd name="connsiteX543" fmla="*/ 922775 w 2017827"/>
                <a:gd name="connsiteY543" fmla="*/ 330202 h 1505806"/>
                <a:gd name="connsiteX544" fmla="*/ 918871 w 2017827"/>
                <a:gd name="connsiteY544" fmla="*/ 329630 h 1505806"/>
                <a:gd name="connsiteX545" fmla="*/ 914967 w 2017827"/>
                <a:gd name="connsiteY545" fmla="*/ 327444 h 1505806"/>
                <a:gd name="connsiteX546" fmla="*/ 911063 w 2017827"/>
                <a:gd name="connsiteY546" fmla="*/ 324685 h 1505806"/>
                <a:gd name="connsiteX547" fmla="*/ 908304 w 2017827"/>
                <a:gd name="connsiteY547" fmla="*/ 323373 h 1505806"/>
                <a:gd name="connsiteX548" fmla="*/ 903962 w 2017827"/>
                <a:gd name="connsiteY548" fmla="*/ 318294 h 1505806"/>
                <a:gd name="connsiteX549" fmla="*/ 898173 w 2017827"/>
                <a:gd name="connsiteY549" fmla="*/ 312205 h 1505806"/>
                <a:gd name="connsiteX550" fmla="*/ 892250 w 2017827"/>
                <a:gd name="connsiteY550" fmla="*/ 311902 h 1505806"/>
                <a:gd name="connsiteX551" fmla="*/ 870644 w 2017827"/>
                <a:gd name="connsiteY551" fmla="*/ 311902 h 1505806"/>
                <a:gd name="connsiteX552" fmla="*/ 858192 w 2017827"/>
                <a:gd name="connsiteY552" fmla="*/ 311969 h 1505806"/>
                <a:gd name="connsiteX553" fmla="*/ 840086 w 2017827"/>
                <a:gd name="connsiteY553" fmla="*/ 311599 h 1505806"/>
                <a:gd name="connsiteX554" fmla="*/ 825311 w 2017827"/>
                <a:gd name="connsiteY554" fmla="*/ 309581 h 1505806"/>
                <a:gd name="connsiteX555" fmla="*/ 817066 w 2017827"/>
                <a:gd name="connsiteY555" fmla="*/ 309446 h 1505806"/>
                <a:gd name="connsiteX556" fmla="*/ 800407 w 2017827"/>
                <a:gd name="connsiteY556" fmla="*/ 309144 h 1505806"/>
                <a:gd name="connsiteX557" fmla="*/ 787652 w 2017827"/>
                <a:gd name="connsiteY557" fmla="*/ 310456 h 1505806"/>
                <a:gd name="connsiteX558" fmla="*/ 775906 w 2017827"/>
                <a:gd name="connsiteY558" fmla="*/ 310456 h 1505806"/>
                <a:gd name="connsiteX559" fmla="*/ 762714 w 2017827"/>
                <a:gd name="connsiteY559" fmla="*/ 309581 h 1505806"/>
                <a:gd name="connsiteX560" fmla="*/ 757060 w 2017827"/>
                <a:gd name="connsiteY560" fmla="*/ 306856 h 1505806"/>
                <a:gd name="connsiteX561" fmla="*/ 748949 w 2017827"/>
                <a:gd name="connsiteY561" fmla="*/ 307125 h 1505806"/>
                <a:gd name="connsiteX562" fmla="*/ 741545 w 2017827"/>
                <a:gd name="connsiteY562" fmla="*/ 307125 h 1505806"/>
                <a:gd name="connsiteX563" fmla="*/ 736194 w 2017827"/>
                <a:gd name="connsiteY563" fmla="*/ 310153 h 1505806"/>
                <a:gd name="connsiteX564" fmla="*/ 732290 w 2017827"/>
                <a:gd name="connsiteY564" fmla="*/ 314661 h 1505806"/>
                <a:gd name="connsiteX565" fmla="*/ 731415 w 2017827"/>
                <a:gd name="connsiteY565" fmla="*/ 317991 h 1505806"/>
                <a:gd name="connsiteX566" fmla="*/ 731415 w 2017827"/>
                <a:gd name="connsiteY566" fmla="*/ 323777 h 1505806"/>
                <a:gd name="connsiteX567" fmla="*/ 735184 w 2017827"/>
                <a:gd name="connsiteY567" fmla="*/ 327679 h 1505806"/>
                <a:gd name="connsiteX568" fmla="*/ 738954 w 2017827"/>
                <a:gd name="connsiteY568" fmla="*/ 329294 h 1505806"/>
                <a:gd name="connsiteX569" fmla="*/ 741983 w 2017827"/>
                <a:gd name="connsiteY569" fmla="*/ 330000 h 1505806"/>
                <a:gd name="connsiteX570" fmla="*/ 745617 w 2017827"/>
                <a:gd name="connsiteY570" fmla="*/ 331178 h 1505806"/>
                <a:gd name="connsiteX571" fmla="*/ 747637 w 2017827"/>
                <a:gd name="connsiteY571" fmla="*/ 331178 h 1505806"/>
                <a:gd name="connsiteX572" fmla="*/ 749521 w 2017827"/>
                <a:gd name="connsiteY572" fmla="*/ 334205 h 1505806"/>
                <a:gd name="connsiteX573" fmla="*/ 749084 w 2017827"/>
                <a:gd name="connsiteY573" fmla="*/ 336964 h 1505806"/>
                <a:gd name="connsiteX574" fmla="*/ 748646 w 2017827"/>
                <a:gd name="connsiteY574" fmla="*/ 341000 h 1505806"/>
                <a:gd name="connsiteX575" fmla="*/ 748343 w 2017827"/>
                <a:gd name="connsiteY575" fmla="*/ 344768 h 1505806"/>
                <a:gd name="connsiteX576" fmla="*/ 752685 w 2017827"/>
                <a:gd name="connsiteY576" fmla="*/ 348973 h 1505806"/>
                <a:gd name="connsiteX577" fmla="*/ 753829 w 2017827"/>
                <a:gd name="connsiteY577" fmla="*/ 355331 h 1505806"/>
                <a:gd name="connsiteX578" fmla="*/ 753829 w 2017827"/>
                <a:gd name="connsiteY578" fmla="*/ 361117 h 1505806"/>
                <a:gd name="connsiteX579" fmla="*/ 752516 w 2017827"/>
                <a:gd name="connsiteY579" fmla="*/ 367340 h 1505806"/>
                <a:gd name="connsiteX580" fmla="*/ 751675 w 2017827"/>
                <a:gd name="connsiteY580" fmla="*/ 372252 h 1505806"/>
                <a:gd name="connsiteX581" fmla="*/ 751641 w 2017827"/>
                <a:gd name="connsiteY581" fmla="*/ 378610 h 1505806"/>
                <a:gd name="connsiteX582" fmla="*/ 751641 w 2017827"/>
                <a:gd name="connsiteY582" fmla="*/ 382377 h 1505806"/>
                <a:gd name="connsiteX583" fmla="*/ 750194 w 2017827"/>
                <a:gd name="connsiteY583" fmla="*/ 388029 h 1505806"/>
                <a:gd name="connsiteX584" fmla="*/ 749353 w 2017827"/>
                <a:gd name="connsiteY584" fmla="*/ 397010 h 1505806"/>
                <a:gd name="connsiteX585" fmla="*/ 747468 w 2017827"/>
                <a:gd name="connsiteY585" fmla="*/ 402965 h 1505806"/>
                <a:gd name="connsiteX586" fmla="*/ 747165 w 2017827"/>
                <a:gd name="connsiteY586" fmla="*/ 409491 h 1505806"/>
                <a:gd name="connsiteX587" fmla="*/ 744540 w 2017827"/>
                <a:gd name="connsiteY587" fmla="*/ 413393 h 1505806"/>
                <a:gd name="connsiteX588" fmla="*/ 744103 w 2017827"/>
                <a:gd name="connsiteY588" fmla="*/ 422509 h 1505806"/>
                <a:gd name="connsiteX589" fmla="*/ 744406 w 2017827"/>
                <a:gd name="connsiteY589" fmla="*/ 427723 h 1505806"/>
                <a:gd name="connsiteX590" fmla="*/ 745415 w 2017827"/>
                <a:gd name="connsiteY590" fmla="*/ 434956 h 1505806"/>
                <a:gd name="connsiteX591" fmla="*/ 745718 w 2017827"/>
                <a:gd name="connsiteY591" fmla="*/ 439598 h 1505806"/>
                <a:gd name="connsiteX592" fmla="*/ 745281 w 2017827"/>
                <a:gd name="connsiteY592" fmla="*/ 444812 h 1505806"/>
                <a:gd name="connsiteX593" fmla="*/ 745281 w 2017827"/>
                <a:gd name="connsiteY593" fmla="*/ 448008 h 1505806"/>
                <a:gd name="connsiteX594" fmla="*/ 746526 w 2017827"/>
                <a:gd name="connsiteY594" fmla="*/ 452650 h 1505806"/>
                <a:gd name="connsiteX595" fmla="*/ 746896 w 2017827"/>
                <a:gd name="connsiteY595" fmla="*/ 458436 h 1505806"/>
                <a:gd name="connsiteX596" fmla="*/ 746459 w 2017827"/>
                <a:gd name="connsiteY596" fmla="*/ 465097 h 1505806"/>
                <a:gd name="connsiteX597" fmla="*/ 745146 w 2017827"/>
                <a:gd name="connsiteY597" fmla="*/ 470614 h 1505806"/>
                <a:gd name="connsiteX598" fmla="*/ 746459 w 2017827"/>
                <a:gd name="connsiteY598" fmla="*/ 474819 h 1505806"/>
                <a:gd name="connsiteX599" fmla="*/ 747031 w 2017827"/>
                <a:gd name="connsiteY599" fmla="*/ 478452 h 1505806"/>
                <a:gd name="connsiteX600" fmla="*/ 744002 w 2017827"/>
                <a:gd name="connsiteY600" fmla="*/ 484541 h 1505806"/>
                <a:gd name="connsiteX601" fmla="*/ 745449 w 2017827"/>
                <a:gd name="connsiteY601" fmla="*/ 486559 h 1505806"/>
                <a:gd name="connsiteX602" fmla="*/ 746593 w 2017827"/>
                <a:gd name="connsiteY602" fmla="*/ 489452 h 1505806"/>
                <a:gd name="connsiteX603" fmla="*/ 746896 w 2017827"/>
                <a:gd name="connsiteY603" fmla="*/ 491033 h 1505806"/>
                <a:gd name="connsiteX604" fmla="*/ 746459 w 2017827"/>
                <a:gd name="connsiteY604" fmla="*/ 495104 h 1505806"/>
                <a:gd name="connsiteX605" fmla="*/ 746762 w 2017827"/>
                <a:gd name="connsiteY605" fmla="*/ 500755 h 1505806"/>
                <a:gd name="connsiteX606" fmla="*/ 743295 w 2017827"/>
                <a:gd name="connsiteY606" fmla="*/ 506104 h 1505806"/>
                <a:gd name="connsiteX607" fmla="*/ 746055 w 2017827"/>
                <a:gd name="connsiteY607" fmla="*/ 510881 h 1505806"/>
                <a:gd name="connsiteX608" fmla="*/ 749252 w 2017827"/>
                <a:gd name="connsiteY608" fmla="*/ 514514 h 1505806"/>
                <a:gd name="connsiteX609" fmla="*/ 749252 w 2017827"/>
                <a:gd name="connsiteY609" fmla="*/ 518416 h 1505806"/>
                <a:gd name="connsiteX610" fmla="*/ 743295 w 2017827"/>
                <a:gd name="connsiteY610" fmla="*/ 518416 h 1505806"/>
                <a:gd name="connsiteX611" fmla="*/ 741276 w 2017827"/>
                <a:gd name="connsiteY611" fmla="*/ 520165 h 1505806"/>
                <a:gd name="connsiteX612" fmla="*/ 738516 w 2017827"/>
                <a:gd name="connsiteY612" fmla="*/ 521612 h 1505806"/>
                <a:gd name="connsiteX613" fmla="*/ 736497 w 2017827"/>
                <a:gd name="connsiteY613" fmla="*/ 521612 h 1505806"/>
                <a:gd name="connsiteX614" fmla="*/ 730978 w 2017827"/>
                <a:gd name="connsiteY614" fmla="*/ 523024 h 1505806"/>
                <a:gd name="connsiteX615" fmla="*/ 728958 w 2017827"/>
                <a:gd name="connsiteY615" fmla="*/ 523058 h 1505806"/>
                <a:gd name="connsiteX616" fmla="*/ 725626 w 2017827"/>
                <a:gd name="connsiteY616" fmla="*/ 523058 h 1505806"/>
                <a:gd name="connsiteX617" fmla="*/ 722598 w 2017827"/>
                <a:gd name="connsiteY617" fmla="*/ 523630 h 1505806"/>
                <a:gd name="connsiteX618" fmla="*/ 718963 w 2017827"/>
                <a:gd name="connsiteY618" fmla="*/ 524370 h 1505806"/>
                <a:gd name="connsiteX619" fmla="*/ 715631 w 2017827"/>
                <a:gd name="connsiteY619" fmla="*/ 526119 h 1505806"/>
                <a:gd name="connsiteX620" fmla="*/ 714319 w 2017827"/>
                <a:gd name="connsiteY620" fmla="*/ 527129 h 1505806"/>
                <a:gd name="connsiteX621" fmla="*/ 711862 w 2017827"/>
                <a:gd name="connsiteY621" fmla="*/ 529887 h 1505806"/>
                <a:gd name="connsiteX622" fmla="*/ 710280 w 2017827"/>
                <a:gd name="connsiteY622" fmla="*/ 532040 h 1505806"/>
                <a:gd name="connsiteX623" fmla="*/ 709977 w 2017827"/>
                <a:gd name="connsiteY623" fmla="*/ 533924 h 1505806"/>
                <a:gd name="connsiteX624" fmla="*/ 710280 w 2017827"/>
                <a:gd name="connsiteY624" fmla="*/ 535068 h 1505806"/>
                <a:gd name="connsiteX625" fmla="*/ 713746 w 2017827"/>
                <a:gd name="connsiteY625" fmla="*/ 539273 h 1505806"/>
                <a:gd name="connsiteX626" fmla="*/ 716506 w 2017827"/>
                <a:gd name="connsiteY626" fmla="*/ 540584 h 1505806"/>
                <a:gd name="connsiteX627" fmla="*/ 716506 w 2017827"/>
                <a:gd name="connsiteY627" fmla="*/ 541728 h 1505806"/>
                <a:gd name="connsiteX628" fmla="*/ 714756 w 2017827"/>
                <a:gd name="connsiteY628" fmla="*/ 543612 h 1505806"/>
                <a:gd name="connsiteX629" fmla="*/ 712434 w 2017827"/>
                <a:gd name="connsiteY629" fmla="*/ 545361 h 1505806"/>
                <a:gd name="connsiteX630" fmla="*/ 708799 w 2017827"/>
                <a:gd name="connsiteY630" fmla="*/ 545361 h 1505806"/>
                <a:gd name="connsiteX631" fmla="*/ 706208 w 2017827"/>
                <a:gd name="connsiteY631" fmla="*/ 546505 h 1505806"/>
                <a:gd name="connsiteX632" fmla="*/ 702876 w 2017827"/>
                <a:gd name="connsiteY632" fmla="*/ 546505 h 1505806"/>
                <a:gd name="connsiteX633" fmla="*/ 698265 w 2017827"/>
                <a:gd name="connsiteY633" fmla="*/ 547581 h 1505806"/>
                <a:gd name="connsiteX634" fmla="*/ 695337 w 2017827"/>
                <a:gd name="connsiteY634" fmla="*/ 549196 h 1505806"/>
                <a:gd name="connsiteX635" fmla="*/ 691433 w 2017827"/>
                <a:gd name="connsiteY635" fmla="*/ 550609 h 1505806"/>
                <a:gd name="connsiteX636" fmla="*/ 688808 w 2017827"/>
                <a:gd name="connsiteY636" fmla="*/ 551786 h 1505806"/>
                <a:gd name="connsiteX637" fmla="*/ 686183 w 2017827"/>
                <a:gd name="connsiteY637" fmla="*/ 553536 h 1505806"/>
                <a:gd name="connsiteX638" fmla="*/ 683457 w 2017827"/>
                <a:gd name="connsiteY638" fmla="*/ 555823 h 1505806"/>
                <a:gd name="connsiteX639" fmla="*/ 681707 w 2017827"/>
                <a:gd name="connsiteY639" fmla="*/ 557875 h 1505806"/>
                <a:gd name="connsiteX640" fmla="*/ 679082 w 2017827"/>
                <a:gd name="connsiteY640" fmla="*/ 562114 h 1505806"/>
                <a:gd name="connsiteX641" fmla="*/ 677770 w 2017827"/>
                <a:gd name="connsiteY641" fmla="*/ 564704 h 1505806"/>
                <a:gd name="connsiteX642" fmla="*/ 675582 w 2017827"/>
                <a:gd name="connsiteY642" fmla="*/ 568741 h 1505806"/>
                <a:gd name="connsiteX643" fmla="*/ 674505 w 2017827"/>
                <a:gd name="connsiteY643" fmla="*/ 571230 h 1505806"/>
                <a:gd name="connsiteX644" fmla="*/ 673967 w 2017827"/>
                <a:gd name="connsiteY644" fmla="*/ 575132 h 1505806"/>
                <a:gd name="connsiteX645" fmla="*/ 673967 w 2017827"/>
                <a:gd name="connsiteY645" fmla="*/ 580447 h 1505806"/>
                <a:gd name="connsiteX646" fmla="*/ 675279 w 2017827"/>
                <a:gd name="connsiteY646" fmla="*/ 585897 h 1505806"/>
                <a:gd name="connsiteX647" fmla="*/ 676726 w 2017827"/>
                <a:gd name="connsiteY647" fmla="*/ 589799 h 1505806"/>
                <a:gd name="connsiteX648" fmla="*/ 676693 w 2017827"/>
                <a:gd name="connsiteY648" fmla="*/ 593062 h 1505806"/>
                <a:gd name="connsiteX649" fmla="*/ 676693 w 2017827"/>
                <a:gd name="connsiteY649" fmla="*/ 596224 h 1505806"/>
                <a:gd name="connsiteX650" fmla="*/ 676154 w 2017827"/>
                <a:gd name="connsiteY650" fmla="*/ 599151 h 1505806"/>
                <a:gd name="connsiteX651" fmla="*/ 675279 w 2017827"/>
                <a:gd name="connsiteY651" fmla="*/ 601640 h 1505806"/>
                <a:gd name="connsiteX652" fmla="*/ 673967 w 2017827"/>
                <a:gd name="connsiteY652" fmla="*/ 602717 h 1505806"/>
                <a:gd name="connsiteX653" fmla="*/ 672116 w 2017827"/>
                <a:gd name="connsiteY653" fmla="*/ 605307 h 1505806"/>
                <a:gd name="connsiteX654" fmla="*/ 671140 w 2017827"/>
                <a:gd name="connsiteY654" fmla="*/ 606384 h 1505806"/>
                <a:gd name="connsiteX655" fmla="*/ 669861 w 2017827"/>
                <a:gd name="connsiteY655" fmla="*/ 607796 h 1505806"/>
                <a:gd name="connsiteX656" fmla="*/ 669726 w 2017827"/>
                <a:gd name="connsiteY656" fmla="*/ 609546 h 1505806"/>
                <a:gd name="connsiteX657" fmla="*/ 669726 w 2017827"/>
                <a:gd name="connsiteY657" fmla="*/ 612270 h 1505806"/>
                <a:gd name="connsiteX658" fmla="*/ 668750 w 2017827"/>
                <a:gd name="connsiteY658" fmla="*/ 614558 h 1505806"/>
                <a:gd name="connsiteX659" fmla="*/ 667438 w 2017827"/>
                <a:gd name="connsiteY659" fmla="*/ 616946 h 1505806"/>
                <a:gd name="connsiteX660" fmla="*/ 665048 w 2017827"/>
                <a:gd name="connsiteY660" fmla="*/ 619133 h 1505806"/>
                <a:gd name="connsiteX661" fmla="*/ 662120 w 2017827"/>
                <a:gd name="connsiteY661" fmla="*/ 622161 h 1505806"/>
                <a:gd name="connsiteX662" fmla="*/ 660067 w 2017827"/>
                <a:gd name="connsiteY662" fmla="*/ 623775 h 1505806"/>
                <a:gd name="connsiteX663" fmla="*/ 657139 w 2017827"/>
                <a:gd name="connsiteY663" fmla="*/ 625726 h 1505806"/>
                <a:gd name="connsiteX664" fmla="*/ 651485 w 2017827"/>
                <a:gd name="connsiteY664" fmla="*/ 626937 h 1505806"/>
                <a:gd name="connsiteX665" fmla="*/ 647581 w 2017827"/>
                <a:gd name="connsiteY665" fmla="*/ 625524 h 1505806"/>
                <a:gd name="connsiteX666" fmla="*/ 643678 w 2017827"/>
                <a:gd name="connsiteY666" fmla="*/ 625524 h 1505806"/>
                <a:gd name="connsiteX667" fmla="*/ 641288 w 2017827"/>
                <a:gd name="connsiteY667" fmla="*/ 625524 h 1505806"/>
                <a:gd name="connsiteX668" fmla="*/ 639774 w 2017827"/>
                <a:gd name="connsiteY668" fmla="*/ 628350 h 1505806"/>
                <a:gd name="connsiteX669" fmla="*/ 636072 w 2017827"/>
                <a:gd name="connsiteY669" fmla="*/ 629965 h 1505806"/>
                <a:gd name="connsiteX670" fmla="*/ 630653 w 2017827"/>
                <a:gd name="connsiteY670" fmla="*/ 630503 h 1505806"/>
                <a:gd name="connsiteX671" fmla="*/ 620860 w 2017827"/>
                <a:gd name="connsiteY671" fmla="*/ 631580 h 1505806"/>
                <a:gd name="connsiteX672" fmla="*/ 614566 w 2017827"/>
                <a:gd name="connsiteY672" fmla="*/ 635179 h 1505806"/>
                <a:gd name="connsiteX673" fmla="*/ 608710 w 2017827"/>
                <a:gd name="connsiteY673" fmla="*/ 636794 h 1505806"/>
                <a:gd name="connsiteX674" fmla="*/ 601306 w 2017827"/>
                <a:gd name="connsiteY674" fmla="*/ 638980 h 1505806"/>
                <a:gd name="connsiteX675" fmla="*/ 595888 w 2017827"/>
                <a:gd name="connsiteY675" fmla="*/ 640158 h 1505806"/>
                <a:gd name="connsiteX676" fmla="*/ 590335 w 2017827"/>
                <a:gd name="connsiteY676" fmla="*/ 641133 h 1505806"/>
                <a:gd name="connsiteX677" fmla="*/ 585220 w 2017827"/>
                <a:gd name="connsiteY677" fmla="*/ 641772 h 1505806"/>
                <a:gd name="connsiteX678" fmla="*/ 578590 w 2017827"/>
                <a:gd name="connsiteY678" fmla="*/ 642412 h 1505806"/>
                <a:gd name="connsiteX679" fmla="*/ 572835 w 2017827"/>
                <a:gd name="connsiteY679" fmla="*/ 642412 h 1505806"/>
                <a:gd name="connsiteX680" fmla="*/ 561964 w 2017827"/>
                <a:gd name="connsiteY680" fmla="*/ 643488 h 1505806"/>
                <a:gd name="connsiteX681" fmla="*/ 553147 w 2017827"/>
                <a:gd name="connsiteY681" fmla="*/ 648265 h 1505806"/>
                <a:gd name="connsiteX682" fmla="*/ 544228 w 2017827"/>
                <a:gd name="connsiteY682" fmla="*/ 651965 h 1505806"/>
                <a:gd name="connsiteX683" fmla="*/ 526526 w 2017827"/>
                <a:gd name="connsiteY683" fmla="*/ 651427 h 1505806"/>
                <a:gd name="connsiteX684" fmla="*/ 515756 w 2017827"/>
                <a:gd name="connsiteY684" fmla="*/ 652840 h 1505806"/>
                <a:gd name="connsiteX685" fmla="*/ 509564 w 2017827"/>
                <a:gd name="connsiteY685" fmla="*/ 654320 h 1505806"/>
                <a:gd name="connsiteX686" fmla="*/ 500982 w 2017827"/>
                <a:gd name="connsiteY686" fmla="*/ 658054 h 1505806"/>
                <a:gd name="connsiteX687" fmla="*/ 492939 w 2017827"/>
                <a:gd name="connsiteY687" fmla="*/ 658256 h 1505806"/>
                <a:gd name="connsiteX688" fmla="*/ 484794 w 2017827"/>
                <a:gd name="connsiteY688" fmla="*/ 657919 h 1505806"/>
                <a:gd name="connsiteX689" fmla="*/ 478501 w 2017827"/>
                <a:gd name="connsiteY689" fmla="*/ 655968 h 1505806"/>
                <a:gd name="connsiteX690" fmla="*/ 470457 w 2017827"/>
                <a:gd name="connsiteY690" fmla="*/ 654354 h 1505806"/>
                <a:gd name="connsiteX691" fmla="*/ 463390 w 2017827"/>
                <a:gd name="connsiteY691" fmla="*/ 657617 h 1505806"/>
                <a:gd name="connsiteX692" fmla="*/ 455986 w 2017827"/>
                <a:gd name="connsiteY692" fmla="*/ 659030 h 1505806"/>
                <a:gd name="connsiteX693" fmla="*/ 452284 w 2017827"/>
                <a:gd name="connsiteY693" fmla="*/ 661115 h 1505806"/>
                <a:gd name="connsiteX694" fmla="*/ 446967 w 2017827"/>
                <a:gd name="connsiteY694" fmla="*/ 661115 h 1505806"/>
                <a:gd name="connsiteX695" fmla="*/ 437072 w 2017827"/>
                <a:gd name="connsiteY695" fmla="*/ 661923 h 1505806"/>
                <a:gd name="connsiteX696" fmla="*/ 427178 w 2017827"/>
                <a:gd name="connsiteY696" fmla="*/ 663066 h 1505806"/>
                <a:gd name="connsiteX697" fmla="*/ 419908 w 2017827"/>
                <a:gd name="connsiteY697" fmla="*/ 663705 h 1505806"/>
                <a:gd name="connsiteX698" fmla="*/ 414490 w 2017827"/>
                <a:gd name="connsiteY698" fmla="*/ 666195 h 1505806"/>
                <a:gd name="connsiteX699" fmla="*/ 408937 w 2017827"/>
                <a:gd name="connsiteY699" fmla="*/ 667810 h 1505806"/>
                <a:gd name="connsiteX700" fmla="*/ 401331 w 2017827"/>
                <a:gd name="connsiteY700" fmla="*/ 670198 h 1505806"/>
                <a:gd name="connsiteX701" fmla="*/ 392076 w 2017827"/>
                <a:gd name="connsiteY701" fmla="*/ 670837 h 1505806"/>
                <a:gd name="connsiteX702" fmla="*/ 387095 w 2017827"/>
                <a:gd name="connsiteY702" fmla="*/ 670602 h 1505806"/>
                <a:gd name="connsiteX703" fmla="*/ 378412 w 2017827"/>
                <a:gd name="connsiteY703" fmla="*/ 668751 h 1505806"/>
                <a:gd name="connsiteX704" fmla="*/ 373633 w 2017827"/>
                <a:gd name="connsiteY704" fmla="*/ 667103 h 1505806"/>
                <a:gd name="connsiteX705" fmla="*/ 369931 w 2017827"/>
                <a:gd name="connsiteY705" fmla="*/ 666027 h 1505806"/>
                <a:gd name="connsiteX706" fmla="*/ 365926 w 2017827"/>
                <a:gd name="connsiteY706" fmla="*/ 663537 h 1505806"/>
                <a:gd name="connsiteX707" fmla="*/ 363739 w 2017827"/>
                <a:gd name="connsiteY707" fmla="*/ 663100 h 1505806"/>
                <a:gd name="connsiteX708" fmla="*/ 358421 w 2017827"/>
                <a:gd name="connsiteY708" fmla="*/ 662461 h 1505806"/>
                <a:gd name="connsiteX709" fmla="*/ 355056 w 2017827"/>
                <a:gd name="connsiteY709" fmla="*/ 663672 h 1505806"/>
                <a:gd name="connsiteX710" fmla="*/ 348426 w 2017827"/>
                <a:gd name="connsiteY710" fmla="*/ 665186 h 1505806"/>
                <a:gd name="connsiteX711" fmla="*/ 345060 w 2017827"/>
                <a:gd name="connsiteY711" fmla="*/ 667036 h 1505806"/>
                <a:gd name="connsiteX712" fmla="*/ 342133 w 2017827"/>
                <a:gd name="connsiteY712" fmla="*/ 669761 h 1505806"/>
                <a:gd name="connsiteX713" fmla="*/ 338330 w 2017827"/>
                <a:gd name="connsiteY713" fmla="*/ 674235 h 1505806"/>
                <a:gd name="connsiteX714" fmla="*/ 332238 w 2017827"/>
                <a:gd name="connsiteY714" fmla="*/ 677700 h 1505806"/>
                <a:gd name="connsiteX715" fmla="*/ 325406 w 2017827"/>
                <a:gd name="connsiteY715" fmla="*/ 684966 h 1505806"/>
                <a:gd name="connsiteX716" fmla="*/ 322243 w 2017827"/>
                <a:gd name="connsiteY716" fmla="*/ 687455 h 1505806"/>
                <a:gd name="connsiteX717" fmla="*/ 320728 w 2017827"/>
                <a:gd name="connsiteY717" fmla="*/ 690180 h 1505806"/>
                <a:gd name="connsiteX718" fmla="*/ 315949 w 2017827"/>
                <a:gd name="connsiteY718" fmla="*/ 696605 h 1505806"/>
                <a:gd name="connsiteX719" fmla="*/ 312920 w 2017827"/>
                <a:gd name="connsiteY719" fmla="*/ 700608 h 1505806"/>
                <a:gd name="connsiteX720" fmla="*/ 310194 w 2017827"/>
                <a:gd name="connsiteY720" fmla="*/ 702660 h 1505806"/>
                <a:gd name="connsiteX721" fmla="*/ 307906 w 2017827"/>
                <a:gd name="connsiteY721" fmla="*/ 703972 h 1505806"/>
                <a:gd name="connsiteX722" fmla="*/ 304742 w 2017827"/>
                <a:gd name="connsiteY722" fmla="*/ 707975 h 1505806"/>
                <a:gd name="connsiteX723" fmla="*/ 302992 w 2017827"/>
                <a:gd name="connsiteY723" fmla="*/ 710700 h 1505806"/>
                <a:gd name="connsiteX724" fmla="*/ 299627 w 2017827"/>
                <a:gd name="connsiteY724" fmla="*/ 714838 h 1505806"/>
                <a:gd name="connsiteX725" fmla="*/ 294511 w 2017827"/>
                <a:gd name="connsiteY725" fmla="*/ 718000 h 1505806"/>
                <a:gd name="connsiteX726" fmla="*/ 289295 w 2017827"/>
                <a:gd name="connsiteY726" fmla="*/ 717226 h 1505806"/>
                <a:gd name="connsiteX727" fmla="*/ 287006 w 2017827"/>
                <a:gd name="connsiteY727" fmla="*/ 714501 h 1505806"/>
                <a:gd name="connsiteX728" fmla="*/ 284617 w 2017827"/>
                <a:gd name="connsiteY728" fmla="*/ 713728 h 1505806"/>
                <a:gd name="connsiteX729" fmla="*/ 281352 w 2017827"/>
                <a:gd name="connsiteY729" fmla="*/ 712853 h 1505806"/>
                <a:gd name="connsiteX730" fmla="*/ 275799 w 2017827"/>
                <a:gd name="connsiteY730" fmla="*/ 710902 h 1505806"/>
                <a:gd name="connsiteX731" fmla="*/ 269708 w 2017827"/>
                <a:gd name="connsiteY731" fmla="*/ 709691 h 1505806"/>
                <a:gd name="connsiteX732" fmla="*/ 265265 w 2017827"/>
                <a:gd name="connsiteY732" fmla="*/ 709691 h 1505806"/>
                <a:gd name="connsiteX733" fmla="*/ 259813 w 2017827"/>
                <a:gd name="connsiteY733" fmla="*/ 709758 h 1505806"/>
                <a:gd name="connsiteX734" fmla="*/ 250457 w 2017827"/>
                <a:gd name="connsiteY734" fmla="*/ 710801 h 1505806"/>
                <a:gd name="connsiteX735" fmla="*/ 243626 w 2017827"/>
                <a:gd name="connsiteY735" fmla="*/ 710801 h 1505806"/>
                <a:gd name="connsiteX736" fmla="*/ 238510 w 2017827"/>
                <a:gd name="connsiteY736" fmla="*/ 709186 h 1505806"/>
                <a:gd name="connsiteX737" fmla="*/ 234471 w 2017827"/>
                <a:gd name="connsiteY737" fmla="*/ 704948 h 1505806"/>
                <a:gd name="connsiteX738" fmla="*/ 233933 w 2017827"/>
                <a:gd name="connsiteY738" fmla="*/ 702559 h 1505806"/>
                <a:gd name="connsiteX739" fmla="*/ 234270 w 2017827"/>
                <a:gd name="connsiteY739" fmla="*/ 698523 h 1505806"/>
                <a:gd name="connsiteX740" fmla="*/ 235246 w 2017827"/>
                <a:gd name="connsiteY740" fmla="*/ 691021 h 1505806"/>
                <a:gd name="connsiteX741" fmla="*/ 236558 w 2017827"/>
                <a:gd name="connsiteY741" fmla="*/ 688733 h 1505806"/>
                <a:gd name="connsiteX742" fmla="*/ 237871 w 2017827"/>
                <a:gd name="connsiteY742" fmla="*/ 685369 h 1505806"/>
                <a:gd name="connsiteX743" fmla="*/ 237770 w 2017827"/>
                <a:gd name="connsiteY743" fmla="*/ 682443 h 1505806"/>
                <a:gd name="connsiteX744" fmla="*/ 237332 w 2017827"/>
                <a:gd name="connsiteY744" fmla="*/ 677868 h 1505806"/>
                <a:gd name="connsiteX745" fmla="*/ 236255 w 2017827"/>
                <a:gd name="connsiteY745" fmla="*/ 673629 h 1505806"/>
                <a:gd name="connsiteX746" fmla="*/ 233327 w 2017827"/>
                <a:gd name="connsiteY746" fmla="*/ 670703 h 1505806"/>
                <a:gd name="connsiteX747" fmla="*/ 230298 w 2017827"/>
                <a:gd name="connsiteY747" fmla="*/ 668852 h 1505806"/>
                <a:gd name="connsiteX748" fmla="*/ 227370 w 2017827"/>
                <a:gd name="connsiteY748" fmla="*/ 667776 h 1505806"/>
                <a:gd name="connsiteX749" fmla="*/ 224644 w 2017827"/>
                <a:gd name="connsiteY749" fmla="*/ 667675 h 1505806"/>
                <a:gd name="connsiteX750" fmla="*/ 221615 w 2017827"/>
                <a:gd name="connsiteY750" fmla="*/ 668112 h 1505806"/>
                <a:gd name="connsiteX751" fmla="*/ 220303 w 2017827"/>
                <a:gd name="connsiteY751" fmla="*/ 670299 h 1505806"/>
                <a:gd name="connsiteX752" fmla="*/ 218115 w 2017827"/>
                <a:gd name="connsiteY752" fmla="*/ 672687 h 1505806"/>
                <a:gd name="connsiteX753" fmla="*/ 216163 w 2017827"/>
                <a:gd name="connsiteY753" fmla="*/ 673562 h 1505806"/>
                <a:gd name="connsiteX754" fmla="*/ 213000 w 2017827"/>
                <a:gd name="connsiteY754" fmla="*/ 674437 h 1505806"/>
                <a:gd name="connsiteX755" fmla="*/ 207884 w 2017827"/>
                <a:gd name="connsiteY755" fmla="*/ 674874 h 1505806"/>
                <a:gd name="connsiteX756" fmla="*/ 203004 w 2017827"/>
                <a:gd name="connsiteY756" fmla="*/ 674874 h 1505806"/>
                <a:gd name="connsiteX757" fmla="*/ 198865 w 2017827"/>
                <a:gd name="connsiteY757" fmla="*/ 674100 h 1505806"/>
                <a:gd name="connsiteX758" fmla="*/ 191697 w 2017827"/>
                <a:gd name="connsiteY758" fmla="*/ 676724 h 1505806"/>
                <a:gd name="connsiteX759" fmla="*/ 189509 w 2017827"/>
                <a:gd name="connsiteY759" fmla="*/ 676926 h 1505806"/>
                <a:gd name="connsiteX760" fmla="*/ 184831 w 2017827"/>
                <a:gd name="connsiteY760" fmla="*/ 673226 h 1505806"/>
                <a:gd name="connsiteX761" fmla="*/ 182105 w 2017827"/>
                <a:gd name="connsiteY761" fmla="*/ 670501 h 1505806"/>
                <a:gd name="connsiteX762" fmla="*/ 178639 w 2017827"/>
                <a:gd name="connsiteY762" fmla="*/ 667036 h 1505806"/>
                <a:gd name="connsiteX763" fmla="*/ 177225 w 2017827"/>
                <a:gd name="connsiteY763" fmla="*/ 664984 h 1505806"/>
                <a:gd name="connsiteX764" fmla="*/ 175172 w 2017827"/>
                <a:gd name="connsiteY764" fmla="*/ 662932 h 1505806"/>
                <a:gd name="connsiteX765" fmla="*/ 173119 w 2017827"/>
                <a:gd name="connsiteY765" fmla="*/ 660005 h 1505806"/>
                <a:gd name="connsiteX766" fmla="*/ 171706 w 2017827"/>
                <a:gd name="connsiteY766" fmla="*/ 659231 h 1505806"/>
                <a:gd name="connsiteX767" fmla="*/ 168980 w 2017827"/>
                <a:gd name="connsiteY767" fmla="*/ 658357 h 1505806"/>
                <a:gd name="connsiteX768" fmla="*/ 167364 w 2017827"/>
                <a:gd name="connsiteY768" fmla="*/ 658895 h 1505806"/>
                <a:gd name="connsiteX769" fmla="*/ 164436 w 2017827"/>
                <a:gd name="connsiteY769" fmla="*/ 661082 h 1505806"/>
                <a:gd name="connsiteX770" fmla="*/ 162585 w 2017827"/>
                <a:gd name="connsiteY770" fmla="*/ 663369 h 1505806"/>
                <a:gd name="connsiteX771" fmla="*/ 162148 w 2017827"/>
                <a:gd name="connsiteY771" fmla="*/ 666531 h 1505806"/>
                <a:gd name="connsiteX772" fmla="*/ 163124 w 2017827"/>
                <a:gd name="connsiteY772" fmla="*/ 670332 h 1505806"/>
                <a:gd name="connsiteX773" fmla="*/ 161946 w 2017827"/>
                <a:gd name="connsiteY773" fmla="*/ 674033 h 1505806"/>
                <a:gd name="connsiteX774" fmla="*/ 160633 w 2017827"/>
                <a:gd name="connsiteY774" fmla="*/ 675883 h 1505806"/>
                <a:gd name="connsiteX775" fmla="*/ 158042 w 2017827"/>
                <a:gd name="connsiteY775" fmla="*/ 676926 h 1505806"/>
                <a:gd name="connsiteX776" fmla="*/ 152624 w 2017827"/>
                <a:gd name="connsiteY776" fmla="*/ 676959 h 1505806"/>
                <a:gd name="connsiteX777" fmla="*/ 149023 w 2017827"/>
                <a:gd name="connsiteY777" fmla="*/ 676959 h 1505806"/>
                <a:gd name="connsiteX778" fmla="*/ 145220 w 2017827"/>
                <a:gd name="connsiteY778" fmla="*/ 676959 h 1505806"/>
                <a:gd name="connsiteX779" fmla="*/ 142056 w 2017827"/>
                <a:gd name="connsiteY779" fmla="*/ 677834 h 1505806"/>
                <a:gd name="connsiteX780" fmla="*/ 139027 w 2017827"/>
                <a:gd name="connsiteY780" fmla="*/ 679348 h 1505806"/>
                <a:gd name="connsiteX781" fmla="*/ 136638 w 2017827"/>
                <a:gd name="connsiteY781" fmla="*/ 680862 h 1505806"/>
                <a:gd name="connsiteX782" fmla="*/ 133037 w 2017827"/>
                <a:gd name="connsiteY782" fmla="*/ 683351 h 1505806"/>
                <a:gd name="connsiteX783" fmla="*/ 127921 w 2017827"/>
                <a:gd name="connsiteY783" fmla="*/ 684764 h 1505806"/>
                <a:gd name="connsiteX784" fmla="*/ 123883 w 2017827"/>
                <a:gd name="connsiteY784" fmla="*/ 685403 h 1505806"/>
                <a:gd name="connsiteX785" fmla="*/ 120955 w 2017827"/>
                <a:gd name="connsiteY785" fmla="*/ 686177 h 1505806"/>
                <a:gd name="connsiteX786" fmla="*/ 117051 w 2017827"/>
                <a:gd name="connsiteY786" fmla="*/ 686816 h 1505806"/>
                <a:gd name="connsiteX787" fmla="*/ 113046 w 2017827"/>
                <a:gd name="connsiteY787" fmla="*/ 686816 h 1505806"/>
                <a:gd name="connsiteX788" fmla="*/ 109243 w 2017827"/>
                <a:gd name="connsiteY788" fmla="*/ 686614 h 1505806"/>
                <a:gd name="connsiteX789" fmla="*/ 104666 w 2017827"/>
                <a:gd name="connsiteY789" fmla="*/ 684764 h 1505806"/>
                <a:gd name="connsiteX790" fmla="*/ 100863 w 2017827"/>
                <a:gd name="connsiteY790" fmla="*/ 683149 h 1505806"/>
                <a:gd name="connsiteX791" fmla="*/ 97161 w 2017827"/>
                <a:gd name="connsiteY791" fmla="*/ 683048 h 1505806"/>
                <a:gd name="connsiteX792" fmla="*/ 94132 w 2017827"/>
                <a:gd name="connsiteY792" fmla="*/ 681972 h 1505806"/>
                <a:gd name="connsiteX793" fmla="*/ 90766 w 2017827"/>
                <a:gd name="connsiteY793" fmla="*/ 681972 h 1505806"/>
                <a:gd name="connsiteX794" fmla="*/ 85550 w 2017827"/>
                <a:gd name="connsiteY794" fmla="*/ 684091 h 1505806"/>
                <a:gd name="connsiteX795" fmla="*/ 82184 w 2017827"/>
                <a:gd name="connsiteY795" fmla="*/ 685571 h 1505806"/>
                <a:gd name="connsiteX796" fmla="*/ 78146 w 2017827"/>
                <a:gd name="connsiteY796" fmla="*/ 688733 h 1505806"/>
                <a:gd name="connsiteX797" fmla="*/ 74780 w 2017827"/>
                <a:gd name="connsiteY797" fmla="*/ 691458 h 1505806"/>
                <a:gd name="connsiteX798" fmla="*/ 70877 w 2017827"/>
                <a:gd name="connsiteY798" fmla="*/ 694822 h 1505806"/>
                <a:gd name="connsiteX799" fmla="*/ 68252 w 2017827"/>
                <a:gd name="connsiteY799" fmla="*/ 697009 h 1505806"/>
                <a:gd name="connsiteX800" fmla="*/ 65088 w 2017827"/>
                <a:gd name="connsiteY800" fmla="*/ 700373 h 1505806"/>
                <a:gd name="connsiteX801" fmla="*/ 63674 w 2017827"/>
                <a:gd name="connsiteY801" fmla="*/ 702559 h 1505806"/>
                <a:gd name="connsiteX802" fmla="*/ 63035 w 2017827"/>
                <a:gd name="connsiteY802" fmla="*/ 705183 h 1505806"/>
                <a:gd name="connsiteX803" fmla="*/ 62261 w 2017827"/>
                <a:gd name="connsiteY803" fmla="*/ 708446 h 1505806"/>
                <a:gd name="connsiteX804" fmla="*/ 62160 w 2017827"/>
                <a:gd name="connsiteY804" fmla="*/ 712046 h 1505806"/>
                <a:gd name="connsiteX805" fmla="*/ 61521 w 2017827"/>
                <a:gd name="connsiteY805" fmla="*/ 714636 h 1505806"/>
                <a:gd name="connsiteX806" fmla="*/ 61420 w 2017827"/>
                <a:gd name="connsiteY806" fmla="*/ 718673 h 1505806"/>
                <a:gd name="connsiteX807" fmla="*/ 60545 w 2017827"/>
                <a:gd name="connsiteY807" fmla="*/ 722474 h 1505806"/>
                <a:gd name="connsiteX808" fmla="*/ 58795 w 2017827"/>
                <a:gd name="connsiteY808" fmla="*/ 725199 h 1505806"/>
                <a:gd name="connsiteX809" fmla="*/ 57482 w 2017827"/>
                <a:gd name="connsiteY809" fmla="*/ 727486 h 1505806"/>
                <a:gd name="connsiteX810" fmla="*/ 54891 w 2017827"/>
                <a:gd name="connsiteY810" fmla="*/ 729673 h 1505806"/>
                <a:gd name="connsiteX811" fmla="*/ 52703 w 2017827"/>
                <a:gd name="connsiteY811" fmla="*/ 731086 h 1505806"/>
                <a:gd name="connsiteX812" fmla="*/ 50078 w 2017827"/>
                <a:gd name="connsiteY812" fmla="*/ 732499 h 1505806"/>
                <a:gd name="connsiteX813" fmla="*/ 48025 w 2017827"/>
                <a:gd name="connsiteY813" fmla="*/ 734012 h 1505806"/>
                <a:gd name="connsiteX814" fmla="*/ 45299 w 2017827"/>
                <a:gd name="connsiteY814" fmla="*/ 735963 h 1505806"/>
                <a:gd name="connsiteX815" fmla="*/ 43448 w 2017827"/>
                <a:gd name="connsiteY815" fmla="*/ 737814 h 1505806"/>
                <a:gd name="connsiteX816" fmla="*/ 40520 w 2017827"/>
                <a:gd name="connsiteY816" fmla="*/ 737814 h 1505806"/>
                <a:gd name="connsiteX817" fmla="*/ 36717 w 2017827"/>
                <a:gd name="connsiteY817" fmla="*/ 739428 h 1505806"/>
                <a:gd name="connsiteX818" fmla="*/ 33453 w 2017827"/>
                <a:gd name="connsiteY818" fmla="*/ 739428 h 1505806"/>
                <a:gd name="connsiteX819" fmla="*/ 30962 w 2017827"/>
                <a:gd name="connsiteY819" fmla="*/ 740236 h 1505806"/>
                <a:gd name="connsiteX820" fmla="*/ 26621 w 2017827"/>
                <a:gd name="connsiteY820" fmla="*/ 740067 h 1505806"/>
                <a:gd name="connsiteX821" fmla="*/ 24332 w 2017827"/>
                <a:gd name="connsiteY821" fmla="*/ 740067 h 1505806"/>
                <a:gd name="connsiteX822" fmla="*/ 19318 w 2017827"/>
                <a:gd name="connsiteY822" fmla="*/ 740841 h 1505806"/>
                <a:gd name="connsiteX823" fmla="*/ 15077 w 2017827"/>
                <a:gd name="connsiteY823" fmla="*/ 742490 h 1505806"/>
                <a:gd name="connsiteX824" fmla="*/ 11173 w 2017827"/>
                <a:gd name="connsiteY824" fmla="*/ 743902 h 1505806"/>
                <a:gd name="connsiteX825" fmla="*/ 7034 w 2017827"/>
                <a:gd name="connsiteY825" fmla="*/ 746526 h 1505806"/>
                <a:gd name="connsiteX826" fmla="*/ 6159 w 2017827"/>
                <a:gd name="connsiteY826" fmla="*/ 748578 h 1505806"/>
                <a:gd name="connsiteX827" fmla="*/ 8784 w 2017827"/>
                <a:gd name="connsiteY827" fmla="*/ 751942 h 1505806"/>
                <a:gd name="connsiteX828" fmla="*/ 12486 w 2017827"/>
                <a:gd name="connsiteY828" fmla="*/ 755104 h 1505806"/>
                <a:gd name="connsiteX829" fmla="*/ 16188 w 2017827"/>
                <a:gd name="connsiteY829" fmla="*/ 759007 h 1505806"/>
                <a:gd name="connsiteX830" fmla="*/ 17601 w 2017827"/>
                <a:gd name="connsiteY830" fmla="*/ 761395 h 1505806"/>
                <a:gd name="connsiteX831" fmla="*/ 21202 w 2017827"/>
                <a:gd name="connsiteY831" fmla="*/ 765533 h 1505806"/>
                <a:gd name="connsiteX832" fmla="*/ 21976 w 2017827"/>
                <a:gd name="connsiteY832" fmla="*/ 769569 h 1505806"/>
                <a:gd name="connsiteX833" fmla="*/ 20563 w 2017827"/>
                <a:gd name="connsiteY833" fmla="*/ 778047 h 1505806"/>
                <a:gd name="connsiteX834" fmla="*/ 20226 w 2017827"/>
                <a:gd name="connsiteY834" fmla="*/ 782050 h 1505806"/>
                <a:gd name="connsiteX835" fmla="*/ 20226 w 2017827"/>
                <a:gd name="connsiteY835" fmla="*/ 784438 h 1505806"/>
                <a:gd name="connsiteX836" fmla="*/ 22111 w 2017827"/>
                <a:gd name="connsiteY836" fmla="*/ 786187 h 1505806"/>
                <a:gd name="connsiteX837" fmla="*/ 25645 w 2017827"/>
                <a:gd name="connsiteY837" fmla="*/ 789350 h 1505806"/>
                <a:gd name="connsiteX838" fmla="*/ 27159 w 2017827"/>
                <a:gd name="connsiteY838" fmla="*/ 791637 h 1505806"/>
                <a:gd name="connsiteX839" fmla="*/ 27260 w 2017827"/>
                <a:gd name="connsiteY839" fmla="*/ 794463 h 1505806"/>
                <a:gd name="connsiteX840" fmla="*/ 26183 w 2017827"/>
                <a:gd name="connsiteY840" fmla="*/ 796212 h 1505806"/>
                <a:gd name="connsiteX841" fmla="*/ 23794 w 2017827"/>
                <a:gd name="connsiteY841" fmla="*/ 797726 h 1505806"/>
                <a:gd name="connsiteX842" fmla="*/ 21842 w 2017827"/>
                <a:gd name="connsiteY842" fmla="*/ 798365 h 1505806"/>
                <a:gd name="connsiteX843" fmla="*/ 18039 w 2017827"/>
                <a:gd name="connsiteY843" fmla="*/ 798264 h 1505806"/>
                <a:gd name="connsiteX844" fmla="*/ 16188 w 2017827"/>
                <a:gd name="connsiteY844" fmla="*/ 797524 h 1505806"/>
                <a:gd name="connsiteX845" fmla="*/ 14135 w 2017827"/>
                <a:gd name="connsiteY845" fmla="*/ 796885 h 1505806"/>
                <a:gd name="connsiteX846" fmla="*/ 12284 w 2017827"/>
                <a:gd name="connsiteY846" fmla="*/ 796885 h 1505806"/>
                <a:gd name="connsiteX847" fmla="*/ 11846 w 2017827"/>
                <a:gd name="connsiteY847" fmla="*/ 798769 h 1505806"/>
                <a:gd name="connsiteX848" fmla="*/ 10971 w 2017827"/>
                <a:gd name="connsiteY848" fmla="*/ 801426 h 1505806"/>
                <a:gd name="connsiteX849" fmla="*/ 8582 w 2017827"/>
                <a:gd name="connsiteY849" fmla="*/ 803377 h 1505806"/>
                <a:gd name="connsiteX850" fmla="*/ 6630 w 2017827"/>
                <a:gd name="connsiteY850" fmla="*/ 804252 h 1505806"/>
                <a:gd name="connsiteX851" fmla="*/ 3164 w 2017827"/>
                <a:gd name="connsiteY851" fmla="*/ 805564 h 1505806"/>
                <a:gd name="connsiteX852" fmla="*/ 774 w 2017827"/>
                <a:gd name="connsiteY852" fmla="*/ 807313 h 1505806"/>
                <a:gd name="connsiteX853" fmla="*/ 0 w 2017827"/>
                <a:gd name="connsiteY853" fmla="*/ 809802 h 1505806"/>
                <a:gd name="connsiteX854" fmla="*/ 538 w 2017827"/>
                <a:gd name="connsiteY854" fmla="*/ 812628 h 1505806"/>
                <a:gd name="connsiteX855" fmla="*/ 1178 w 2017827"/>
                <a:gd name="connsiteY855" fmla="*/ 816968 h 1505806"/>
                <a:gd name="connsiteX856" fmla="*/ 2793 w 2017827"/>
                <a:gd name="connsiteY856" fmla="*/ 819457 h 1505806"/>
                <a:gd name="connsiteX857" fmla="*/ 5183 w 2017827"/>
                <a:gd name="connsiteY857" fmla="*/ 821206 h 1505806"/>
                <a:gd name="connsiteX858" fmla="*/ 8885 w 2017827"/>
                <a:gd name="connsiteY858" fmla="*/ 827497 h 1505806"/>
                <a:gd name="connsiteX859" fmla="*/ 9524 w 2017827"/>
                <a:gd name="connsiteY859" fmla="*/ 830524 h 1505806"/>
                <a:gd name="connsiteX860" fmla="*/ 13866 w 2017827"/>
                <a:gd name="connsiteY860" fmla="*/ 836176 h 1505806"/>
                <a:gd name="connsiteX861" fmla="*/ 15044 w 2017827"/>
                <a:gd name="connsiteY861" fmla="*/ 839977 h 1505806"/>
                <a:gd name="connsiteX862" fmla="*/ 17231 w 2017827"/>
                <a:gd name="connsiteY862" fmla="*/ 844014 h 1505806"/>
                <a:gd name="connsiteX863" fmla="*/ 19856 w 2017827"/>
                <a:gd name="connsiteY863" fmla="*/ 847378 h 1505806"/>
                <a:gd name="connsiteX864" fmla="*/ 20395 w 2017827"/>
                <a:gd name="connsiteY864" fmla="*/ 848152 h 1505806"/>
                <a:gd name="connsiteX865" fmla="*/ 23121 w 2017827"/>
                <a:gd name="connsiteY865" fmla="*/ 849026 h 1505806"/>
                <a:gd name="connsiteX866" fmla="*/ 26486 w 2017827"/>
                <a:gd name="connsiteY866" fmla="*/ 849228 h 1505806"/>
                <a:gd name="connsiteX867" fmla="*/ 29852 w 2017827"/>
                <a:gd name="connsiteY867" fmla="*/ 848690 h 1505806"/>
                <a:gd name="connsiteX868" fmla="*/ 32443 w 2017827"/>
                <a:gd name="connsiteY868" fmla="*/ 847378 h 1505806"/>
                <a:gd name="connsiteX869" fmla="*/ 32443 w 2017827"/>
                <a:gd name="connsiteY869" fmla="*/ 846941 h 1505806"/>
                <a:gd name="connsiteX870" fmla="*/ 34395 w 2017827"/>
                <a:gd name="connsiteY870" fmla="*/ 846167 h 1505806"/>
                <a:gd name="connsiteX871" fmla="*/ 35607 w 2017827"/>
                <a:gd name="connsiteY871" fmla="*/ 845292 h 1505806"/>
                <a:gd name="connsiteX872" fmla="*/ 37121 w 2017827"/>
                <a:gd name="connsiteY872" fmla="*/ 844216 h 1505806"/>
                <a:gd name="connsiteX873" fmla="*/ 39309 w 2017827"/>
                <a:gd name="connsiteY873" fmla="*/ 842803 h 1505806"/>
                <a:gd name="connsiteX874" fmla="*/ 41496 w 2017827"/>
                <a:gd name="connsiteY874" fmla="*/ 842366 h 1505806"/>
                <a:gd name="connsiteX875" fmla="*/ 44660 w 2017827"/>
                <a:gd name="connsiteY875" fmla="*/ 842029 h 1505806"/>
                <a:gd name="connsiteX876" fmla="*/ 47150 w 2017827"/>
                <a:gd name="connsiteY876" fmla="*/ 842029 h 1505806"/>
                <a:gd name="connsiteX877" fmla="*/ 50616 w 2017827"/>
                <a:gd name="connsiteY877" fmla="*/ 842029 h 1505806"/>
                <a:gd name="connsiteX878" fmla="*/ 53443 w 2017827"/>
                <a:gd name="connsiteY878" fmla="*/ 843711 h 1505806"/>
                <a:gd name="connsiteX879" fmla="*/ 54218 w 2017827"/>
                <a:gd name="connsiteY879" fmla="*/ 846705 h 1505806"/>
                <a:gd name="connsiteX880" fmla="*/ 59872 w 2017827"/>
                <a:gd name="connsiteY880" fmla="*/ 848993 h 1505806"/>
                <a:gd name="connsiteX881" fmla="*/ 62799 w 2017827"/>
                <a:gd name="connsiteY881" fmla="*/ 848993 h 1505806"/>
                <a:gd name="connsiteX882" fmla="*/ 64751 w 2017827"/>
                <a:gd name="connsiteY882" fmla="*/ 848993 h 1505806"/>
                <a:gd name="connsiteX883" fmla="*/ 66602 w 2017827"/>
                <a:gd name="connsiteY883" fmla="*/ 851549 h 1505806"/>
                <a:gd name="connsiteX884" fmla="*/ 68992 w 2017827"/>
                <a:gd name="connsiteY884" fmla="*/ 853870 h 1505806"/>
                <a:gd name="connsiteX885" fmla="*/ 72593 w 2017827"/>
                <a:gd name="connsiteY885" fmla="*/ 856158 h 1505806"/>
                <a:gd name="connsiteX886" fmla="*/ 76295 w 2017827"/>
                <a:gd name="connsiteY886" fmla="*/ 858109 h 1505806"/>
                <a:gd name="connsiteX887" fmla="*/ 81309 w 2017827"/>
                <a:gd name="connsiteY887" fmla="*/ 862011 h 1505806"/>
                <a:gd name="connsiteX888" fmla="*/ 84473 w 2017827"/>
                <a:gd name="connsiteY888" fmla="*/ 865712 h 1505806"/>
                <a:gd name="connsiteX889" fmla="*/ 86223 w 2017827"/>
                <a:gd name="connsiteY889" fmla="*/ 868638 h 1505806"/>
                <a:gd name="connsiteX890" fmla="*/ 86560 w 2017827"/>
                <a:gd name="connsiteY890" fmla="*/ 870690 h 1505806"/>
                <a:gd name="connsiteX891" fmla="*/ 86358 w 2017827"/>
                <a:gd name="connsiteY891" fmla="*/ 875904 h 1505806"/>
                <a:gd name="connsiteX892" fmla="*/ 86358 w 2017827"/>
                <a:gd name="connsiteY892" fmla="*/ 877956 h 1505806"/>
                <a:gd name="connsiteX893" fmla="*/ 86358 w 2017827"/>
                <a:gd name="connsiteY893" fmla="*/ 881085 h 1505806"/>
                <a:gd name="connsiteX894" fmla="*/ 86358 w 2017827"/>
                <a:gd name="connsiteY894" fmla="*/ 883910 h 1505806"/>
                <a:gd name="connsiteX895" fmla="*/ 86459 w 2017827"/>
                <a:gd name="connsiteY895" fmla="*/ 886938 h 1505806"/>
                <a:gd name="connsiteX896" fmla="*/ 85382 w 2017827"/>
                <a:gd name="connsiteY896" fmla="*/ 889125 h 1505806"/>
                <a:gd name="connsiteX897" fmla="*/ 83766 w 2017827"/>
                <a:gd name="connsiteY897" fmla="*/ 892152 h 1505806"/>
                <a:gd name="connsiteX898" fmla="*/ 82252 w 2017827"/>
                <a:gd name="connsiteY898" fmla="*/ 894204 h 1505806"/>
                <a:gd name="connsiteX899" fmla="*/ 81175 w 2017827"/>
                <a:gd name="connsiteY899" fmla="*/ 897232 h 1505806"/>
                <a:gd name="connsiteX900" fmla="*/ 80535 w 2017827"/>
                <a:gd name="connsiteY900" fmla="*/ 899519 h 1505806"/>
                <a:gd name="connsiteX901" fmla="*/ 80098 w 2017827"/>
                <a:gd name="connsiteY901" fmla="*/ 904296 h 1505806"/>
                <a:gd name="connsiteX902" fmla="*/ 79761 w 2017827"/>
                <a:gd name="connsiteY902" fmla="*/ 907122 h 1505806"/>
                <a:gd name="connsiteX903" fmla="*/ 79324 w 2017827"/>
                <a:gd name="connsiteY903" fmla="*/ 911125 h 1505806"/>
                <a:gd name="connsiteX904" fmla="*/ 78348 w 2017827"/>
                <a:gd name="connsiteY904" fmla="*/ 913951 h 1505806"/>
                <a:gd name="connsiteX905" fmla="*/ 77708 w 2017827"/>
                <a:gd name="connsiteY905" fmla="*/ 915801 h 1505806"/>
                <a:gd name="connsiteX906" fmla="*/ 77708 w 2017827"/>
                <a:gd name="connsiteY906" fmla="*/ 917853 h 1505806"/>
                <a:gd name="connsiteX907" fmla="*/ 77338 w 2017827"/>
                <a:gd name="connsiteY907" fmla="*/ 920578 h 1505806"/>
                <a:gd name="connsiteX908" fmla="*/ 76833 w 2017827"/>
                <a:gd name="connsiteY908" fmla="*/ 923504 h 1505806"/>
                <a:gd name="connsiteX909" fmla="*/ 76497 w 2017827"/>
                <a:gd name="connsiteY909" fmla="*/ 926330 h 1505806"/>
                <a:gd name="connsiteX910" fmla="*/ 75622 w 2017827"/>
                <a:gd name="connsiteY910" fmla="*/ 928517 h 1505806"/>
                <a:gd name="connsiteX911" fmla="*/ 75285 w 2017827"/>
                <a:gd name="connsiteY911" fmla="*/ 931342 h 1505806"/>
                <a:gd name="connsiteX912" fmla="*/ 75083 w 2017827"/>
                <a:gd name="connsiteY912" fmla="*/ 934505 h 1505806"/>
                <a:gd name="connsiteX913" fmla="*/ 75285 w 2017827"/>
                <a:gd name="connsiteY913" fmla="*/ 939382 h 1505806"/>
                <a:gd name="connsiteX914" fmla="*/ 75925 w 2017827"/>
                <a:gd name="connsiteY914" fmla="*/ 941872 h 1505806"/>
                <a:gd name="connsiteX915" fmla="*/ 75925 w 2017827"/>
                <a:gd name="connsiteY915" fmla="*/ 944596 h 1505806"/>
                <a:gd name="connsiteX916" fmla="*/ 80064 w 2017827"/>
                <a:gd name="connsiteY916" fmla="*/ 948297 h 1505806"/>
                <a:gd name="connsiteX917" fmla="*/ 82454 w 2017827"/>
                <a:gd name="connsiteY917" fmla="*/ 953074 h 1505806"/>
                <a:gd name="connsiteX918" fmla="*/ 82454 w 2017827"/>
                <a:gd name="connsiteY918" fmla="*/ 956236 h 1505806"/>
                <a:gd name="connsiteX919" fmla="*/ 82117 w 2017827"/>
                <a:gd name="connsiteY919" fmla="*/ 958086 h 1505806"/>
                <a:gd name="connsiteX920" fmla="*/ 80704 w 2017827"/>
                <a:gd name="connsiteY920" fmla="*/ 960138 h 1505806"/>
                <a:gd name="connsiteX921" fmla="*/ 78314 w 2017827"/>
                <a:gd name="connsiteY921" fmla="*/ 962089 h 1505806"/>
                <a:gd name="connsiteX922" fmla="*/ 77237 w 2017827"/>
                <a:gd name="connsiteY922" fmla="*/ 963065 h 1505806"/>
                <a:gd name="connsiteX923" fmla="*/ 75386 w 2017827"/>
                <a:gd name="connsiteY923" fmla="*/ 964578 h 1505806"/>
                <a:gd name="connsiteX924" fmla="*/ 73636 w 2017827"/>
                <a:gd name="connsiteY924" fmla="*/ 967202 h 1505806"/>
                <a:gd name="connsiteX925" fmla="*/ 72189 w 2017827"/>
                <a:gd name="connsiteY925" fmla="*/ 969389 h 1505806"/>
                <a:gd name="connsiteX926" fmla="*/ 70574 w 2017827"/>
                <a:gd name="connsiteY926" fmla="*/ 971239 h 1505806"/>
                <a:gd name="connsiteX927" fmla="*/ 69598 w 2017827"/>
                <a:gd name="connsiteY927" fmla="*/ 972450 h 1505806"/>
                <a:gd name="connsiteX928" fmla="*/ 69295 w 2017827"/>
                <a:gd name="connsiteY928" fmla="*/ 974939 h 1505806"/>
                <a:gd name="connsiteX929" fmla="*/ 69497 w 2017827"/>
                <a:gd name="connsiteY929" fmla="*/ 978404 h 1505806"/>
                <a:gd name="connsiteX930" fmla="*/ 70910 w 2017827"/>
                <a:gd name="connsiteY930" fmla="*/ 982407 h 1505806"/>
                <a:gd name="connsiteX931" fmla="*/ 72526 w 2017827"/>
                <a:gd name="connsiteY931" fmla="*/ 985132 h 1505806"/>
                <a:gd name="connsiteX932" fmla="*/ 72862 w 2017827"/>
                <a:gd name="connsiteY932" fmla="*/ 989270 h 1505806"/>
                <a:gd name="connsiteX933" fmla="*/ 74276 w 2017827"/>
                <a:gd name="connsiteY933" fmla="*/ 991658 h 1505806"/>
                <a:gd name="connsiteX934" fmla="*/ 74915 w 2017827"/>
                <a:gd name="connsiteY934" fmla="*/ 994585 h 1505806"/>
                <a:gd name="connsiteX935" fmla="*/ 75151 w 2017827"/>
                <a:gd name="connsiteY935" fmla="*/ 998184 h 1505806"/>
                <a:gd name="connsiteX936" fmla="*/ 75487 w 2017827"/>
                <a:gd name="connsiteY936" fmla="*/ 1003028 h 1505806"/>
                <a:gd name="connsiteX937" fmla="*/ 75050 w 2017827"/>
                <a:gd name="connsiteY937" fmla="*/ 1004912 h 1505806"/>
                <a:gd name="connsiteX938" fmla="*/ 72458 w 2017827"/>
                <a:gd name="connsiteY938" fmla="*/ 1007738 h 1505806"/>
                <a:gd name="connsiteX939" fmla="*/ 69732 w 2017827"/>
                <a:gd name="connsiteY939" fmla="*/ 1008814 h 1505806"/>
                <a:gd name="connsiteX940" fmla="*/ 67343 w 2017827"/>
                <a:gd name="connsiteY940" fmla="*/ 1010126 h 1505806"/>
                <a:gd name="connsiteX941" fmla="*/ 64617 w 2017827"/>
                <a:gd name="connsiteY941" fmla="*/ 1011102 h 1505806"/>
                <a:gd name="connsiteX942" fmla="*/ 61790 w 2017827"/>
                <a:gd name="connsiteY942" fmla="*/ 1011539 h 1505806"/>
                <a:gd name="connsiteX943" fmla="*/ 60477 w 2017827"/>
                <a:gd name="connsiteY943" fmla="*/ 1011977 h 1505806"/>
                <a:gd name="connsiteX944" fmla="*/ 57011 w 2017827"/>
                <a:gd name="connsiteY944" fmla="*/ 1012414 h 1505806"/>
                <a:gd name="connsiteX945" fmla="*/ 51996 w 2017827"/>
                <a:gd name="connsiteY945" fmla="*/ 1011977 h 1505806"/>
                <a:gd name="connsiteX946" fmla="*/ 48732 w 2017827"/>
                <a:gd name="connsiteY946" fmla="*/ 1011775 h 1505806"/>
                <a:gd name="connsiteX947" fmla="*/ 47217 w 2017827"/>
                <a:gd name="connsiteY947" fmla="*/ 1011438 h 1505806"/>
                <a:gd name="connsiteX948" fmla="*/ 43414 w 2017827"/>
                <a:gd name="connsiteY948" fmla="*/ 1010799 h 1505806"/>
                <a:gd name="connsiteX949" fmla="*/ 39712 w 2017827"/>
                <a:gd name="connsiteY949" fmla="*/ 1008512 h 1505806"/>
                <a:gd name="connsiteX950" fmla="*/ 37861 w 2017827"/>
                <a:gd name="connsiteY950" fmla="*/ 1006998 h 1505806"/>
                <a:gd name="connsiteX951" fmla="*/ 34698 w 2017827"/>
                <a:gd name="connsiteY951" fmla="*/ 1005148 h 1505806"/>
                <a:gd name="connsiteX952" fmla="*/ 31433 w 2017827"/>
                <a:gd name="connsiteY952" fmla="*/ 1003399 h 1505806"/>
                <a:gd name="connsiteX953" fmla="*/ 27630 w 2017827"/>
                <a:gd name="connsiteY953" fmla="*/ 1003399 h 1505806"/>
                <a:gd name="connsiteX954" fmla="*/ 23188 w 2017827"/>
                <a:gd name="connsiteY954" fmla="*/ 1004475 h 1505806"/>
                <a:gd name="connsiteX955" fmla="*/ 20899 w 2017827"/>
                <a:gd name="connsiteY955" fmla="*/ 1004475 h 1505806"/>
                <a:gd name="connsiteX956" fmla="*/ 19149 w 2017827"/>
                <a:gd name="connsiteY956" fmla="*/ 1005451 h 1505806"/>
                <a:gd name="connsiteX957" fmla="*/ 16962 w 2017827"/>
                <a:gd name="connsiteY957" fmla="*/ 1007402 h 1505806"/>
                <a:gd name="connsiteX958" fmla="*/ 13596 w 2017827"/>
                <a:gd name="connsiteY958" fmla="*/ 1009588 h 1505806"/>
                <a:gd name="connsiteX959" fmla="*/ 12520 w 2017827"/>
                <a:gd name="connsiteY959" fmla="*/ 1011640 h 1505806"/>
                <a:gd name="connsiteX960" fmla="*/ 12318 w 2017827"/>
                <a:gd name="connsiteY960" fmla="*/ 1015004 h 1505806"/>
                <a:gd name="connsiteX961" fmla="*/ 11745 w 2017827"/>
                <a:gd name="connsiteY961" fmla="*/ 1018805 h 1505806"/>
                <a:gd name="connsiteX962" fmla="*/ 11779 w 2017827"/>
                <a:gd name="connsiteY962" fmla="*/ 1023784 h 1505806"/>
                <a:gd name="connsiteX963" fmla="*/ 12755 w 2017827"/>
                <a:gd name="connsiteY963" fmla="*/ 1026173 h 1505806"/>
                <a:gd name="connsiteX964" fmla="*/ 17197 w 2017827"/>
                <a:gd name="connsiteY964" fmla="*/ 1027922 h 1505806"/>
                <a:gd name="connsiteX965" fmla="*/ 21101 w 2017827"/>
                <a:gd name="connsiteY965" fmla="*/ 1027922 h 1505806"/>
                <a:gd name="connsiteX966" fmla="*/ 25577 w 2017827"/>
                <a:gd name="connsiteY966" fmla="*/ 1026509 h 1505806"/>
                <a:gd name="connsiteX967" fmla="*/ 29380 w 2017827"/>
                <a:gd name="connsiteY967" fmla="*/ 1026173 h 1505806"/>
                <a:gd name="connsiteX968" fmla="*/ 33621 w 2017827"/>
                <a:gd name="connsiteY968" fmla="*/ 1029637 h 1505806"/>
                <a:gd name="connsiteX969" fmla="*/ 37525 w 2017827"/>
                <a:gd name="connsiteY969" fmla="*/ 1033338 h 1505806"/>
                <a:gd name="connsiteX970" fmla="*/ 40352 w 2017827"/>
                <a:gd name="connsiteY970" fmla="*/ 1042017 h 1505806"/>
                <a:gd name="connsiteX971" fmla="*/ 42842 w 2017827"/>
                <a:gd name="connsiteY971" fmla="*/ 1043632 h 1505806"/>
                <a:gd name="connsiteX972" fmla="*/ 49809 w 2017827"/>
                <a:gd name="connsiteY972" fmla="*/ 1044170 h 1505806"/>
                <a:gd name="connsiteX973" fmla="*/ 54689 w 2017827"/>
                <a:gd name="connsiteY973" fmla="*/ 1044170 h 1505806"/>
                <a:gd name="connsiteX974" fmla="*/ 58054 w 2017827"/>
                <a:gd name="connsiteY974" fmla="*/ 1044170 h 1505806"/>
                <a:gd name="connsiteX975" fmla="*/ 64886 w 2017827"/>
                <a:gd name="connsiteY975" fmla="*/ 1045784 h 1505806"/>
                <a:gd name="connsiteX976" fmla="*/ 68588 w 2017827"/>
                <a:gd name="connsiteY976" fmla="*/ 1047197 h 1505806"/>
                <a:gd name="connsiteX977" fmla="*/ 73704 w 2017827"/>
                <a:gd name="connsiteY977" fmla="*/ 1051335 h 1505806"/>
                <a:gd name="connsiteX978" fmla="*/ 73704 w 2017827"/>
                <a:gd name="connsiteY978" fmla="*/ 1053185 h 1505806"/>
                <a:gd name="connsiteX979" fmla="*/ 78482 w 2017827"/>
                <a:gd name="connsiteY979" fmla="*/ 1057525 h 1505806"/>
                <a:gd name="connsiteX980" fmla="*/ 81511 w 2017827"/>
                <a:gd name="connsiteY980" fmla="*/ 1060552 h 1505806"/>
                <a:gd name="connsiteX981" fmla="*/ 83564 w 2017827"/>
                <a:gd name="connsiteY981" fmla="*/ 1063277 h 1505806"/>
                <a:gd name="connsiteX982" fmla="*/ 85213 w 2017827"/>
                <a:gd name="connsiteY982" fmla="*/ 1065329 h 1505806"/>
                <a:gd name="connsiteX983" fmla="*/ 84776 w 2017827"/>
                <a:gd name="connsiteY983" fmla="*/ 1068693 h 1505806"/>
                <a:gd name="connsiteX984" fmla="*/ 83564 w 2017827"/>
                <a:gd name="connsiteY984" fmla="*/ 1074244 h 1505806"/>
                <a:gd name="connsiteX985" fmla="*/ 81949 w 2017827"/>
                <a:gd name="connsiteY985" fmla="*/ 1076195 h 1505806"/>
                <a:gd name="connsiteX986" fmla="*/ 79458 w 2017827"/>
                <a:gd name="connsiteY986" fmla="*/ 1077944 h 1505806"/>
                <a:gd name="connsiteX987" fmla="*/ 79458 w 2017827"/>
                <a:gd name="connsiteY987" fmla="*/ 1080972 h 1505806"/>
                <a:gd name="connsiteX988" fmla="*/ 81511 w 2017827"/>
                <a:gd name="connsiteY988" fmla="*/ 1083461 h 1505806"/>
                <a:gd name="connsiteX989" fmla="*/ 87805 w 2017827"/>
                <a:gd name="connsiteY989" fmla="*/ 1083461 h 1505806"/>
                <a:gd name="connsiteX990" fmla="*/ 94973 w 2017827"/>
                <a:gd name="connsiteY990" fmla="*/ 1085210 h 1505806"/>
                <a:gd name="connsiteX991" fmla="*/ 99012 w 2017827"/>
                <a:gd name="connsiteY991" fmla="*/ 1087397 h 1505806"/>
                <a:gd name="connsiteX992" fmla="*/ 103050 w 2017827"/>
                <a:gd name="connsiteY992" fmla="*/ 1090424 h 1505806"/>
                <a:gd name="connsiteX993" fmla="*/ 106517 w 2017827"/>
                <a:gd name="connsiteY993" fmla="*/ 1094326 h 1505806"/>
                <a:gd name="connsiteX994" fmla="*/ 109445 w 2017827"/>
                <a:gd name="connsiteY994" fmla="*/ 1097791 h 1505806"/>
                <a:gd name="connsiteX995" fmla="*/ 110320 w 2017827"/>
                <a:gd name="connsiteY995" fmla="*/ 1102030 h 1505806"/>
                <a:gd name="connsiteX996" fmla="*/ 112171 w 2017827"/>
                <a:gd name="connsiteY996" fmla="*/ 1106706 h 1505806"/>
                <a:gd name="connsiteX997" fmla="*/ 114224 w 2017827"/>
                <a:gd name="connsiteY997" fmla="*/ 1111920 h 1505806"/>
                <a:gd name="connsiteX998" fmla="*/ 116849 w 2017827"/>
                <a:gd name="connsiteY998" fmla="*/ 1120734 h 1505806"/>
                <a:gd name="connsiteX999" fmla="*/ 117825 w 2017827"/>
                <a:gd name="connsiteY999" fmla="*/ 1127798 h 1505806"/>
                <a:gd name="connsiteX1000" fmla="*/ 117623 w 2017827"/>
                <a:gd name="connsiteY1000" fmla="*/ 1132137 h 1505806"/>
                <a:gd name="connsiteX1001" fmla="*/ 116411 w 2017827"/>
                <a:gd name="connsiteY1001" fmla="*/ 1137150 h 1505806"/>
                <a:gd name="connsiteX1002" fmla="*/ 115099 w 2017827"/>
                <a:gd name="connsiteY1002" fmla="*/ 1141287 h 1505806"/>
                <a:gd name="connsiteX1003" fmla="*/ 112272 w 2017827"/>
                <a:gd name="connsiteY1003" fmla="*/ 1145862 h 1505806"/>
                <a:gd name="connsiteX1004" fmla="*/ 111935 w 2017827"/>
                <a:gd name="connsiteY1004" fmla="*/ 1149025 h 1505806"/>
                <a:gd name="connsiteX1005" fmla="*/ 111296 w 2017827"/>
                <a:gd name="connsiteY1005" fmla="*/ 1154340 h 1505806"/>
                <a:gd name="connsiteX1006" fmla="*/ 109781 w 2017827"/>
                <a:gd name="connsiteY1006" fmla="*/ 1159217 h 1505806"/>
                <a:gd name="connsiteX1007" fmla="*/ 105877 w 2017827"/>
                <a:gd name="connsiteY1007" fmla="*/ 1162682 h 1505806"/>
                <a:gd name="connsiteX1008" fmla="*/ 99786 w 2017827"/>
                <a:gd name="connsiteY1008" fmla="*/ 1169511 h 1505806"/>
                <a:gd name="connsiteX1009" fmla="*/ 99786 w 2017827"/>
                <a:gd name="connsiteY1009" fmla="*/ 1171260 h 1505806"/>
                <a:gd name="connsiteX1010" fmla="*/ 99786 w 2017827"/>
                <a:gd name="connsiteY1010" fmla="*/ 1175163 h 1505806"/>
                <a:gd name="connsiteX1011" fmla="*/ 101469 w 2017827"/>
                <a:gd name="connsiteY1011" fmla="*/ 1177786 h 1505806"/>
                <a:gd name="connsiteX1012" fmla="*/ 105339 w 2017827"/>
                <a:gd name="connsiteY1012" fmla="*/ 1179973 h 1505806"/>
                <a:gd name="connsiteX1013" fmla="*/ 110454 w 2017827"/>
                <a:gd name="connsiteY1013" fmla="*/ 1183438 h 1505806"/>
                <a:gd name="connsiteX1014" fmla="*/ 113382 w 2017827"/>
                <a:gd name="connsiteY1014" fmla="*/ 1187340 h 1505806"/>
                <a:gd name="connsiteX1015" fmla="*/ 113180 w 2017827"/>
                <a:gd name="connsiteY1015" fmla="*/ 1191242 h 1505806"/>
                <a:gd name="connsiteX1016" fmla="*/ 112305 w 2017827"/>
                <a:gd name="connsiteY1016" fmla="*/ 1195918 h 1505806"/>
                <a:gd name="connsiteX1017" fmla="*/ 112945 w 2017827"/>
                <a:gd name="connsiteY1017" fmla="*/ 1199820 h 1505806"/>
                <a:gd name="connsiteX1018" fmla="*/ 113921 w 2017827"/>
                <a:gd name="connsiteY1018" fmla="*/ 1202108 h 1505806"/>
                <a:gd name="connsiteX1019" fmla="*/ 114560 w 2017827"/>
                <a:gd name="connsiteY1019" fmla="*/ 1205135 h 1505806"/>
                <a:gd name="connsiteX1020" fmla="*/ 119238 w 2017827"/>
                <a:gd name="connsiteY1020" fmla="*/ 1205135 h 1505806"/>
                <a:gd name="connsiteX1021" fmla="*/ 124354 w 2017827"/>
                <a:gd name="connsiteY1021" fmla="*/ 1205405 h 1505806"/>
                <a:gd name="connsiteX1022" fmla="*/ 128258 w 2017827"/>
                <a:gd name="connsiteY1022" fmla="*/ 1205775 h 1505806"/>
                <a:gd name="connsiteX1023" fmla="*/ 131421 w 2017827"/>
                <a:gd name="connsiteY1023" fmla="*/ 1207288 h 1505806"/>
                <a:gd name="connsiteX1024" fmla="*/ 134787 w 2017827"/>
                <a:gd name="connsiteY1024" fmla="*/ 1208701 h 1505806"/>
                <a:gd name="connsiteX1025" fmla="*/ 136301 w 2017827"/>
                <a:gd name="connsiteY1025" fmla="*/ 1207625 h 1505806"/>
                <a:gd name="connsiteX1026" fmla="*/ 140642 w 2017827"/>
                <a:gd name="connsiteY1026" fmla="*/ 1205135 h 1505806"/>
                <a:gd name="connsiteX1027" fmla="*/ 145859 w 2017827"/>
                <a:gd name="connsiteY1027" fmla="*/ 1205135 h 1505806"/>
                <a:gd name="connsiteX1028" fmla="*/ 149325 w 2017827"/>
                <a:gd name="connsiteY1028" fmla="*/ 1205135 h 1505806"/>
                <a:gd name="connsiteX1029" fmla="*/ 151917 w 2017827"/>
                <a:gd name="connsiteY1029" fmla="*/ 1207154 h 1505806"/>
                <a:gd name="connsiteX1030" fmla="*/ 152354 w 2017827"/>
                <a:gd name="connsiteY1030" fmla="*/ 1210450 h 1505806"/>
                <a:gd name="connsiteX1031" fmla="*/ 151917 w 2017827"/>
                <a:gd name="connsiteY1031" fmla="*/ 1214050 h 1505806"/>
                <a:gd name="connsiteX1032" fmla="*/ 151479 w 2017827"/>
                <a:gd name="connsiteY1032" fmla="*/ 1218625 h 1505806"/>
                <a:gd name="connsiteX1033" fmla="*/ 150941 w 2017827"/>
                <a:gd name="connsiteY1033" fmla="*/ 1224276 h 1505806"/>
                <a:gd name="connsiteX1034" fmla="*/ 151479 w 2017827"/>
                <a:gd name="connsiteY1034" fmla="*/ 1228717 h 1505806"/>
                <a:gd name="connsiteX1035" fmla="*/ 154946 w 2017827"/>
                <a:gd name="connsiteY1035" fmla="*/ 1233494 h 1505806"/>
                <a:gd name="connsiteX1036" fmla="*/ 162653 w 2017827"/>
                <a:gd name="connsiteY1036" fmla="*/ 1240020 h 1505806"/>
                <a:gd name="connsiteX1037" fmla="*/ 169821 w 2017827"/>
                <a:gd name="connsiteY1037" fmla="*/ 1246647 h 1505806"/>
                <a:gd name="connsiteX1038" fmla="*/ 177864 w 2017827"/>
                <a:gd name="connsiteY1038" fmla="*/ 1251659 h 1505806"/>
                <a:gd name="connsiteX1039" fmla="*/ 190485 w 2017827"/>
                <a:gd name="connsiteY1039" fmla="*/ 1259060 h 1505806"/>
                <a:gd name="connsiteX1040" fmla="*/ 198528 w 2017827"/>
                <a:gd name="connsiteY1040" fmla="*/ 1266561 h 1505806"/>
                <a:gd name="connsiteX1041" fmla="*/ 208322 w 2017827"/>
                <a:gd name="connsiteY1041" fmla="*/ 1271675 h 1505806"/>
                <a:gd name="connsiteX1042" fmla="*/ 215288 w 2017827"/>
                <a:gd name="connsiteY1042" fmla="*/ 1275039 h 1505806"/>
                <a:gd name="connsiteX1043" fmla="*/ 221716 w 2017827"/>
                <a:gd name="connsiteY1043" fmla="*/ 1278739 h 1505806"/>
                <a:gd name="connsiteX1044" fmla="*/ 226832 w 2017827"/>
                <a:gd name="connsiteY1044" fmla="*/ 1282002 h 1505806"/>
                <a:gd name="connsiteX1045" fmla="*/ 230635 w 2017827"/>
                <a:gd name="connsiteY1045" fmla="*/ 1283280 h 1505806"/>
                <a:gd name="connsiteX1046" fmla="*/ 235649 w 2017827"/>
                <a:gd name="connsiteY1046" fmla="*/ 1283314 h 1505806"/>
                <a:gd name="connsiteX1047" fmla="*/ 239553 w 2017827"/>
                <a:gd name="connsiteY1047" fmla="*/ 1283314 h 1505806"/>
                <a:gd name="connsiteX1048" fmla="*/ 243895 w 2017827"/>
                <a:gd name="connsiteY1048" fmla="*/ 1283314 h 1505806"/>
                <a:gd name="connsiteX1049" fmla="*/ 246823 w 2017827"/>
                <a:gd name="connsiteY1049" fmla="*/ 1284727 h 1505806"/>
                <a:gd name="connsiteX1050" fmla="*/ 249010 w 2017827"/>
                <a:gd name="connsiteY1050" fmla="*/ 1287452 h 1505806"/>
                <a:gd name="connsiteX1051" fmla="*/ 249650 w 2017827"/>
                <a:gd name="connsiteY1051" fmla="*/ 1288629 h 1505806"/>
                <a:gd name="connsiteX1052" fmla="*/ 253688 w 2017827"/>
                <a:gd name="connsiteY1052" fmla="*/ 1288629 h 1505806"/>
                <a:gd name="connsiteX1053" fmla="*/ 257390 w 2017827"/>
                <a:gd name="connsiteY1053" fmla="*/ 1288629 h 1505806"/>
                <a:gd name="connsiteX1054" fmla="*/ 261530 w 2017827"/>
                <a:gd name="connsiteY1054" fmla="*/ 1290277 h 1505806"/>
                <a:gd name="connsiteX1055" fmla="*/ 269371 w 2017827"/>
                <a:gd name="connsiteY1055" fmla="*/ 1295592 h 1505806"/>
                <a:gd name="connsiteX1056" fmla="*/ 270516 w 2017827"/>
                <a:gd name="connsiteY1056" fmla="*/ 1295592 h 1505806"/>
                <a:gd name="connsiteX1057" fmla="*/ 268496 w 2017827"/>
                <a:gd name="connsiteY1057" fmla="*/ 1299797 h 1505806"/>
                <a:gd name="connsiteX1058" fmla="*/ 266746 w 2017827"/>
                <a:gd name="connsiteY1058" fmla="*/ 1301378 h 1505806"/>
                <a:gd name="connsiteX1059" fmla="*/ 262674 w 2017827"/>
                <a:gd name="connsiteY1059" fmla="*/ 1305449 h 1505806"/>
                <a:gd name="connsiteX1060" fmla="*/ 259477 w 2017827"/>
                <a:gd name="connsiteY1060" fmla="*/ 1305449 h 1505806"/>
                <a:gd name="connsiteX1061" fmla="*/ 257155 w 2017827"/>
                <a:gd name="connsiteY1061" fmla="*/ 1309486 h 1505806"/>
                <a:gd name="connsiteX1062" fmla="*/ 254530 w 2017827"/>
                <a:gd name="connsiteY1062" fmla="*/ 1312109 h 1505806"/>
                <a:gd name="connsiteX1063" fmla="*/ 254530 w 2017827"/>
                <a:gd name="connsiteY1063" fmla="*/ 1315574 h 1505806"/>
                <a:gd name="connsiteX1064" fmla="*/ 254530 w 2017827"/>
                <a:gd name="connsiteY1064" fmla="*/ 1320789 h 1505806"/>
                <a:gd name="connsiteX1065" fmla="*/ 254530 w 2017827"/>
                <a:gd name="connsiteY1065" fmla="*/ 1323984 h 1505806"/>
                <a:gd name="connsiteX1066" fmla="*/ 257458 w 2017827"/>
                <a:gd name="connsiteY1066" fmla="*/ 1328896 h 1505806"/>
                <a:gd name="connsiteX1067" fmla="*/ 259174 w 2017827"/>
                <a:gd name="connsiteY1067" fmla="*/ 1330645 h 1505806"/>
                <a:gd name="connsiteX1068" fmla="*/ 261799 w 2017827"/>
                <a:gd name="connsiteY1068" fmla="*/ 1336431 h 1505806"/>
                <a:gd name="connsiteX1069" fmla="*/ 261496 w 2017827"/>
                <a:gd name="connsiteY1069" fmla="*/ 1340501 h 1505806"/>
                <a:gd name="connsiteX1070" fmla="*/ 261799 w 2017827"/>
                <a:gd name="connsiteY1070" fmla="*/ 1343394 h 1505806"/>
                <a:gd name="connsiteX1071" fmla="*/ 262943 w 2017827"/>
                <a:gd name="connsiteY1071" fmla="*/ 1348911 h 1505806"/>
                <a:gd name="connsiteX1072" fmla="*/ 262371 w 2017827"/>
                <a:gd name="connsiteY1072" fmla="*/ 1352982 h 1505806"/>
                <a:gd name="connsiteX1073" fmla="*/ 262068 w 2017827"/>
                <a:gd name="connsiteY1073" fmla="*/ 1355471 h 1505806"/>
                <a:gd name="connsiteX1074" fmla="*/ 260049 w 2017827"/>
                <a:gd name="connsiteY1074" fmla="*/ 1357893 h 1505806"/>
                <a:gd name="connsiteX1075" fmla="*/ 257458 w 2017827"/>
                <a:gd name="connsiteY1075" fmla="*/ 1361358 h 1505806"/>
                <a:gd name="connsiteX1076" fmla="*/ 257458 w 2017827"/>
                <a:gd name="connsiteY1076" fmla="*/ 1363982 h 1505806"/>
                <a:gd name="connsiteX1077" fmla="*/ 260655 w 2017827"/>
                <a:gd name="connsiteY1077" fmla="*/ 1369499 h 1505806"/>
                <a:gd name="connsiteX1078" fmla="*/ 261799 w 2017827"/>
                <a:gd name="connsiteY1078" fmla="*/ 1372123 h 1505806"/>
                <a:gd name="connsiteX1079" fmla="*/ 265265 w 2017827"/>
                <a:gd name="connsiteY1079" fmla="*/ 1378480 h 1505806"/>
                <a:gd name="connsiteX1080" fmla="*/ 267285 w 2017827"/>
                <a:gd name="connsiteY1080" fmla="*/ 1382248 h 1505806"/>
                <a:gd name="connsiteX1081" fmla="*/ 273376 w 2017827"/>
                <a:gd name="connsiteY1081" fmla="*/ 1388606 h 1505806"/>
                <a:gd name="connsiteX1082" fmla="*/ 278896 w 2017827"/>
                <a:gd name="connsiteY1082" fmla="*/ 1391230 h 1505806"/>
                <a:gd name="connsiteX1083" fmla="*/ 284684 w 2017827"/>
                <a:gd name="connsiteY1083" fmla="*/ 1394426 h 1505806"/>
                <a:gd name="connsiteX1084" fmla="*/ 293670 w 2017827"/>
                <a:gd name="connsiteY1084" fmla="*/ 1402533 h 1505806"/>
                <a:gd name="connsiteX1085" fmla="*/ 301209 w 2017827"/>
                <a:gd name="connsiteY1085" fmla="*/ 1408050 h 1505806"/>
                <a:gd name="connsiteX1086" fmla="*/ 304675 w 2017827"/>
                <a:gd name="connsiteY1086" fmla="*/ 1411515 h 1505806"/>
                <a:gd name="connsiteX1087" fmla="*/ 308141 w 2017827"/>
                <a:gd name="connsiteY1087" fmla="*/ 1416426 h 1505806"/>
                <a:gd name="connsiteX1088" fmla="*/ 313930 w 2017827"/>
                <a:gd name="connsiteY1088" fmla="*/ 1421943 h 1505806"/>
                <a:gd name="connsiteX1089" fmla="*/ 317127 w 2017827"/>
                <a:gd name="connsiteY1089" fmla="*/ 1425139 h 1505806"/>
                <a:gd name="connsiteX1090" fmla="*/ 317127 w 2017827"/>
                <a:gd name="connsiteY1090" fmla="*/ 1428604 h 1505806"/>
                <a:gd name="connsiteX1091" fmla="*/ 317800 w 2017827"/>
                <a:gd name="connsiteY1091" fmla="*/ 1429310 h 1505806"/>
                <a:gd name="connsiteX1092" fmla="*/ 317868 w 2017827"/>
                <a:gd name="connsiteY1092" fmla="*/ 1428705 h 1505806"/>
                <a:gd name="connsiteX1093" fmla="*/ 322882 w 2017827"/>
                <a:gd name="connsiteY1093" fmla="*/ 1428805 h 1505806"/>
                <a:gd name="connsiteX1094" fmla="*/ 327998 w 2017827"/>
                <a:gd name="connsiteY1094" fmla="*/ 1427729 h 1505806"/>
                <a:gd name="connsiteX1095" fmla="*/ 334964 w 2017827"/>
                <a:gd name="connsiteY1095" fmla="*/ 1427527 h 1505806"/>
                <a:gd name="connsiteX1096" fmla="*/ 339003 w 2017827"/>
                <a:gd name="connsiteY1096" fmla="*/ 1427426 h 1505806"/>
                <a:gd name="connsiteX1097" fmla="*/ 344219 w 2017827"/>
                <a:gd name="connsiteY1097" fmla="*/ 1427763 h 1505806"/>
                <a:gd name="connsiteX1098" fmla="*/ 347585 w 2017827"/>
                <a:gd name="connsiteY1098" fmla="*/ 1426249 h 1505806"/>
                <a:gd name="connsiteX1099" fmla="*/ 350412 w 2017827"/>
                <a:gd name="connsiteY1099" fmla="*/ 1424197 h 1505806"/>
                <a:gd name="connsiteX1100" fmla="*/ 355291 w 2017827"/>
                <a:gd name="connsiteY1100" fmla="*/ 1421472 h 1505806"/>
                <a:gd name="connsiteX1101" fmla="*/ 359734 w 2017827"/>
                <a:gd name="connsiteY1101" fmla="*/ 1417334 h 1505806"/>
                <a:gd name="connsiteX1102" fmla="*/ 362998 w 2017827"/>
                <a:gd name="connsiteY1102" fmla="*/ 1417334 h 1505806"/>
                <a:gd name="connsiteX1103" fmla="*/ 367676 w 2017827"/>
                <a:gd name="connsiteY1103" fmla="*/ 1416460 h 1505806"/>
                <a:gd name="connsiteX1104" fmla="*/ 371277 w 2017827"/>
                <a:gd name="connsiteY1104" fmla="*/ 1417334 h 1505806"/>
                <a:gd name="connsiteX1105" fmla="*/ 375518 w 2017827"/>
                <a:gd name="connsiteY1105" fmla="*/ 1417435 h 1505806"/>
                <a:gd name="connsiteX1106" fmla="*/ 388239 w 2017827"/>
                <a:gd name="connsiteY1106" fmla="*/ 1416729 h 1505806"/>
                <a:gd name="connsiteX1107" fmla="*/ 394331 w 2017827"/>
                <a:gd name="connsiteY1107" fmla="*/ 1416729 h 1505806"/>
                <a:gd name="connsiteX1108" fmla="*/ 397797 w 2017827"/>
                <a:gd name="connsiteY1108" fmla="*/ 1411885 h 1505806"/>
                <a:gd name="connsiteX1109" fmla="*/ 400961 w 2017827"/>
                <a:gd name="connsiteY1109" fmla="*/ 1408723 h 1505806"/>
                <a:gd name="connsiteX1110" fmla="*/ 404966 w 2017827"/>
                <a:gd name="connsiteY1110" fmla="*/ 1405123 h 1505806"/>
                <a:gd name="connsiteX1111" fmla="*/ 409745 w 2017827"/>
                <a:gd name="connsiteY1111" fmla="*/ 1405123 h 1505806"/>
                <a:gd name="connsiteX1112" fmla="*/ 413110 w 2017827"/>
                <a:gd name="connsiteY1112" fmla="*/ 1404417 h 1505806"/>
                <a:gd name="connsiteX1113" fmla="*/ 421052 w 2017827"/>
                <a:gd name="connsiteY1113" fmla="*/ 1404047 h 1505806"/>
                <a:gd name="connsiteX1114" fmla="*/ 425394 w 2017827"/>
                <a:gd name="connsiteY1114" fmla="*/ 1400683 h 1505806"/>
                <a:gd name="connsiteX1115" fmla="*/ 427245 w 2017827"/>
                <a:gd name="connsiteY1115" fmla="*/ 1398059 h 1505806"/>
                <a:gd name="connsiteX1116" fmla="*/ 431485 w 2017827"/>
                <a:gd name="connsiteY1116" fmla="*/ 1393719 h 1505806"/>
                <a:gd name="connsiteX1117" fmla="*/ 434312 w 2017827"/>
                <a:gd name="connsiteY1117" fmla="*/ 1392407 h 1505806"/>
                <a:gd name="connsiteX1118" fmla="*/ 439192 w 2017827"/>
                <a:gd name="connsiteY1118" fmla="*/ 1389783 h 1505806"/>
                <a:gd name="connsiteX1119" fmla="*/ 440505 w 2017827"/>
                <a:gd name="connsiteY1119" fmla="*/ 1386083 h 1505806"/>
                <a:gd name="connsiteX1120" fmla="*/ 442356 w 2017827"/>
                <a:gd name="connsiteY1120" fmla="*/ 1384670 h 1505806"/>
                <a:gd name="connsiteX1121" fmla="*/ 444981 w 2017827"/>
                <a:gd name="connsiteY1121" fmla="*/ 1383594 h 1505806"/>
                <a:gd name="connsiteX1122" fmla="*/ 448885 w 2017827"/>
                <a:gd name="connsiteY1122" fmla="*/ 1381643 h 1505806"/>
                <a:gd name="connsiteX1123" fmla="*/ 450938 w 2017827"/>
                <a:gd name="connsiteY1123" fmla="*/ 1380432 h 1505806"/>
                <a:gd name="connsiteX1124" fmla="*/ 454539 w 2017827"/>
                <a:gd name="connsiteY1124" fmla="*/ 1377606 h 1505806"/>
                <a:gd name="connsiteX1125" fmla="*/ 455313 w 2017827"/>
                <a:gd name="connsiteY1125" fmla="*/ 1376395 h 1505806"/>
                <a:gd name="connsiteX1126" fmla="*/ 455649 w 2017827"/>
                <a:gd name="connsiteY1126" fmla="*/ 1374208 h 1505806"/>
                <a:gd name="connsiteX1127" fmla="*/ 454539 w 2017827"/>
                <a:gd name="connsiteY1127" fmla="*/ 1371181 h 1505806"/>
                <a:gd name="connsiteX1128" fmla="*/ 454539 w 2017827"/>
                <a:gd name="connsiteY1128" fmla="*/ 1367379 h 1505806"/>
                <a:gd name="connsiteX1129" fmla="*/ 454976 w 2017827"/>
                <a:gd name="connsiteY1129" fmla="*/ 1364991 h 1505806"/>
                <a:gd name="connsiteX1130" fmla="*/ 457029 w 2017827"/>
                <a:gd name="connsiteY1130" fmla="*/ 1361963 h 1505806"/>
                <a:gd name="connsiteX1131" fmla="*/ 459520 w 2017827"/>
                <a:gd name="connsiteY1131" fmla="*/ 1360450 h 1505806"/>
                <a:gd name="connsiteX1132" fmla="*/ 463121 w 2017827"/>
                <a:gd name="connsiteY1132" fmla="*/ 1359676 h 1505806"/>
                <a:gd name="connsiteX1133" fmla="*/ 466486 w 2017827"/>
                <a:gd name="connsiteY1133" fmla="*/ 1358599 h 1505806"/>
                <a:gd name="connsiteX1134" fmla="*/ 470525 w 2017827"/>
                <a:gd name="connsiteY1134" fmla="*/ 1357086 h 1505806"/>
                <a:gd name="connsiteX1135" fmla="*/ 473554 w 2017827"/>
                <a:gd name="connsiteY1135" fmla="*/ 1356547 h 1505806"/>
                <a:gd name="connsiteX1136" fmla="*/ 476717 w 2017827"/>
                <a:gd name="connsiteY1136" fmla="*/ 1355673 h 1505806"/>
                <a:gd name="connsiteX1137" fmla="*/ 479746 w 2017827"/>
                <a:gd name="connsiteY1137" fmla="*/ 1356446 h 1505806"/>
                <a:gd name="connsiteX1138" fmla="*/ 482136 w 2017827"/>
                <a:gd name="connsiteY1138" fmla="*/ 1356446 h 1505806"/>
                <a:gd name="connsiteX1139" fmla="*/ 484963 w 2017827"/>
                <a:gd name="connsiteY1139" fmla="*/ 1357052 h 1505806"/>
                <a:gd name="connsiteX1140" fmla="*/ 485737 w 2017827"/>
                <a:gd name="connsiteY1140" fmla="*/ 1358734 h 1505806"/>
                <a:gd name="connsiteX1141" fmla="*/ 486275 w 2017827"/>
                <a:gd name="connsiteY1141" fmla="*/ 1360786 h 1505806"/>
                <a:gd name="connsiteX1142" fmla="*/ 489001 w 2017827"/>
                <a:gd name="connsiteY1142" fmla="*/ 1363612 h 1505806"/>
                <a:gd name="connsiteX1143" fmla="*/ 492602 w 2017827"/>
                <a:gd name="connsiteY1143" fmla="*/ 1365899 h 1505806"/>
                <a:gd name="connsiteX1144" fmla="*/ 496843 w 2017827"/>
                <a:gd name="connsiteY1144" fmla="*/ 1369162 h 1505806"/>
                <a:gd name="connsiteX1145" fmla="*/ 501184 w 2017827"/>
                <a:gd name="connsiteY1145" fmla="*/ 1372762 h 1505806"/>
                <a:gd name="connsiteX1146" fmla="*/ 506300 w 2017827"/>
                <a:gd name="connsiteY1146" fmla="*/ 1376126 h 1505806"/>
                <a:gd name="connsiteX1147" fmla="*/ 509328 w 2017827"/>
                <a:gd name="connsiteY1147" fmla="*/ 1379052 h 1505806"/>
                <a:gd name="connsiteX1148" fmla="*/ 516295 w 2017827"/>
                <a:gd name="connsiteY1148" fmla="*/ 1384267 h 1505806"/>
                <a:gd name="connsiteX1149" fmla="*/ 518482 w 2017827"/>
                <a:gd name="connsiteY1149" fmla="*/ 1384267 h 1505806"/>
                <a:gd name="connsiteX1150" fmla="*/ 521747 w 2017827"/>
                <a:gd name="connsiteY1150" fmla="*/ 1383728 h 1505806"/>
                <a:gd name="connsiteX1151" fmla="*/ 522959 w 2017827"/>
                <a:gd name="connsiteY1151" fmla="*/ 1383089 h 1505806"/>
                <a:gd name="connsiteX1152" fmla="*/ 525887 w 2017827"/>
                <a:gd name="connsiteY1152" fmla="*/ 1382114 h 1505806"/>
                <a:gd name="connsiteX1153" fmla="*/ 526526 w 2017827"/>
                <a:gd name="connsiteY1153" fmla="*/ 1381340 h 1505806"/>
                <a:gd name="connsiteX1154" fmla="*/ 525853 w 2017827"/>
                <a:gd name="connsiteY1154" fmla="*/ 1378178 h 1505806"/>
                <a:gd name="connsiteX1155" fmla="*/ 525853 w 2017827"/>
                <a:gd name="connsiteY1155" fmla="*/ 1376866 h 1505806"/>
                <a:gd name="connsiteX1156" fmla="*/ 526728 w 2017827"/>
                <a:gd name="connsiteY1156" fmla="*/ 1375016 h 1505806"/>
                <a:gd name="connsiteX1157" fmla="*/ 529353 w 2017827"/>
                <a:gd name="connsiteY1157" fmla="*/ 1374780 h 1505806"/>
                <a:gd name="connsiteX1158" fmla="*/ 532516 w 2017827"/>
                <a:gd name="connsiteY1158" fmla="*/ 1377269 h 1505806"/>
                <a:gd name="connsiteX1159" fmla="*/ 535680 w 2017827"/>
                <a:gd name="connsiteY1159" fmla="*/ 1379994 h 1505806"/>
                <a:gd name="connsiteX1160" fmla="*/ 536319 w 2017827"/>
                <a:gd name="connsiteY1160" fmla="*/ 1381306 h 1505806"/>
                <a:gd name="connsiteX1161" fmla="*/ 542949 w 2017827"/>
                <a:gd name="connsiteY1161" fmla="*/ 1384468 h 1505806"/>
                <a:gd name="connsiteX1162" fmla="*/ 547964 w 2017827"/>
                <a:gd name="connsiteY1162" fmla="*/ 1385982 h 1505806"/>
                <a:gd name="connsiteX1163" fmla="*/ 551127 w 2017827"/>
                <a:gd name="connsiteY1163" fmla="*/ 1386318 h 1505806"/>
                <a:gd name="connsiteX1164" fmla="*/ 557757 w 2017827"/>
                <a:gd name="connsiteY1164" fmla="*/ 1388370 h 1505806"/>
                <a:gd name="connsiteX1165" fmla="*/ 561661 w 2017827"/>
                <a:gd name="connsiteY1165" fmla="*/ 1390658 h 1505806"/>
                <a:gd name="connsiteX1166" fmla="*/ 564387 w 2017827"/>
                <a:gd name="connsiteY1166" fmla="*/ 1394358 h 1505806"/>
                <a:gd name="connsiteX1167" fmla="*/ 565902 w 2017827"/>
                <a:gd name="connsiteY1167" fmla="*/ 1397285 h 1505806"/>
                <a:gd name="connsiteX1168" fmla="*/ 565902 w 2017827"/>
                <a:gd name="connsiteY1168" fmla="*/ 1401322 h 1505806"/>
                <a:gd name="connsiteX1169" fmla="*/ 571320 w 2017827"/>
                <a:gd name="connsiteY1169" fmla="*/ 1404147 h 1505806"/>
                <a:gd name="connsiteX1170" fmla="*/ 579027 w 2017827"/>
                <a:gd name="connsiteY1170" fmla="*/ 1404686 h 1505806"/>
                <a:gd name="connsiteX1171" fmla="*/ 583167 w 2017827"/>
                <a:gd name="connsiteY1171" fmla="*/ 1406872 h 1505806"/>
                <a:gd name="connsiteX1172" fmla="*/ 587609 w 2017827"/>
                <a:gd name="connsiteY1172" fmla="*/ 1406771 h 1505806"/>
                <a:gd name="connsiteX1173" fmla="*/ 591614 w 2017827"/>
                <a:gd name="connsiteY1173" fmla="*/ 1406670 h 1505806"/>
                <a:gd name="connsiteX1174" fmla="*/ 595854 w 2017827"/>
                <a:gd name="connsiteY1174" fmla="*/ 1406435 h 1505806"/>
                <a:gd name="connsiteX1175" fmla="*/ 599859 w 2017827"/>
                <a:gd name="connsiteY1175" fmla="*/ 1405998 h 1505806"/>
                <a:gd name="connsiteX1176" fmla="*/ 605951 w 2017827"/>
                <a:gd name="connsiteY1176" fmla="*/ 1405796 h 1505806"/>
                <a:gd name="connsiteX1177" fmla="*/ 610528 w 2017827"/>
                <a:gd name="connsiteY1177" fmla="*/ 1404484 h 1505806"/>
                <a:gd name="connsiteX1178" fmla="*/ 613018 w 2017827"/>
                <a:gd name="connsiteY1178" fmla="*/ 1403172 h 1505806"/>
                <a:gd name="connsiteX1179" fmla="*/ 614331 w 2017827"/>
                <a:gd name="connsiteY1179" fmla="*/ 1400884 h 1505806"/>
                <a:gd name="connsiteX1180" fmla="*/ 616821 w 2017827"/>
                <a:gd name="connsiteY1180" fmla="*/ 1397521 h 1505806"/>
                <a:gd name="connsiteX1181" fmla="*/ 618874 w 2017827"/>
                <a:gd name="connsiteY1181" fmla="*/ 1395233 h 1505806"/>
                <a:gd name="connsiteX1182" fmla="*/ 623451 w 2017827"/>
                <a:gd name="connsiteY1182" fmla="*/ 1393383 h 1505806"/>
                <a:gd name="connsiteX1183" fmla="*/ 625201 w 2017827"/>
                <a:gd name="connsiteY1183" fmla="*/ 1391533 h 1505806"/>
                <a:gd name="connsiteX1184" fmla="*/ 628028 w 2017827"/>
                <a:gd name="connsiteY1184" fmla="*/ 1391095 h 1505806"/>
                <a:gd name="connsiteX1185" fmla="*/ 632471 w 2017827"/>
                <a:gd name="connsiteY1185" fmla="*/ 1390322 h 1505806"/>
                <a:gd name="connsiteX1186" fmla="*/ 635197 w 2017827"/>
                <a:gd name="connsiteY1186" fmla="*/ 1389548 h 1505806"/>
                <a:gd name="connsiteX1187" fmla="*/ 637048 w 2017827"/>
                <a:gd name="connsiteY1187" fmla="*/ 1388572 h 1505806"/>
                <a:gd name="connsiteX1188" fmla="*/ 638663 w 2017827"/>
                <a:gd name="connsiteY1188" fmla="*/ 1388135 h 1505806"/>
                <a:gd name="connsiteX1189" fmla="*/ 641591 w 2017827"/>
                <a:gd name="connsiteY1189" fmla="*/ 1386924 h 1505806"/>
                <a:gd name="connsiteX1190" fmla="*/ 643105 w 2017827"/>
                <a:gd name="connsiteY1190" fmla="*/ 1386049 h 1505806"/>
                <a:gd name="connsiteX1191" fmla="*/ 644081 w 2017827"/>
                <a:gd name="connsiteY1191" fmla="*/ 1384838 h 1505806"/>
                <a:gd name="connsiteX1192" fmla="*/ 646572 w 2017827"/>
                <a:gd name="connsiteY1192" fmla="*/ 1382652 h 1505806"/>
                <a:gd name="connsiteX1193" fmla="*/ 647346 w 2017827"/>
                <a:gd name="connsiteY1193" fmla="*/ 1381777 h 1505806"/>
                <a:gd name="connsiteX1194" fmla="*/ 647110 w 2017827"/>
                <a:gd name="connsiteY1194" fmla="*/ 1380701 h 1505806"/>
                <a:gd name="connsiteX1195" fmla="*/ 644081 w 2017827"/>
                <a:gd name="connsiteY1195" fmla="*/ 1378110 h 1505806"/>
                <a:gd name="connsiteX1196" fmla="*/ 644081 w 2017827"/>
                <a:gd name="connsiteY1196" fmla="*/ 1376698 h 1505806"/>
                <a:gd name="connsiteX1197" fmla="*/ 645932 w 2017827"/>
                <a:gd name="connsiteY1197" fmla="*/ 1374410 h 1505806"/>
                <a:gd name="connsiteX1198" fmla="*/ 649399 w 2017827"/>
                <a:gd name="connsiteY1198" fmla="*/ 1374511 h 1505806"/>
                <a:gd name="connsiteX1199" fmla="*/ 653875 w 2017827"/>
                <a:gd name="connsiteY1199" fmla="*/ 1374511 h 1505806"/>
                <a:gd name="connsiteX1200" fmla="*/ 658654 w 2017827"/>
                <a:gd name="connsiteY1200" fmla="*/ 1374511 h 1505806"/>
                <a:gd name="connsiteX1201" fmla="*/ 663769 w 2017827"/>
                <a:gd name="connsiteY1201" fmla="*/ 1375049 h 1505806"/>
                <a:gd name="connsiteX1202" fmla="*/ 667471 w 2017827"/>
                <a:gd name="connsiteY1202" fmla="*/ 1376462 h 1505806"/>
                <a:gd name="connsiteX1203" fmla="*/ 669760 w 2017827"/>
                <a:gd name="connsiteY1203" fmla="*/ 1378211 h 1505806"/>
                <a:gd name="connsiteX1204" fmla="*/ 672587 w 2017827"/>
                <a:gd name="connsiteY1204" fmla="*/ 1380062 h 1505806"/>
                <a:gd name="connsiteX1205" fmla="*/ 673361 w 2017827"/>
                <a:gd name="connsiteY1205" fmla="*/ 1381138 h 1505806"/>
                <a:gd name="connsiteX1206" fmla="*/ 675986 w 2017827"/>
                <a:gd name="connsiteY1206" fmla="*/ 1384502 h 1505806"/>
                <a:gd name="connsiteX1207" fmla="*/ 679890 w 2017827"/>
                <a:gd name="connsiteY1207" fmla="*/ 1387126 h 1505806"/>
                <a:gd name="connsiteX1208" fmla="*/ 684568 w 2017827"/>
                <a:gd name="connsiteY1208" fmla="*/ 1388202 h 1505806"/>
                <a:gd name="connsiteX1209" fmla="*/ 687496 w 2017827"/>
                <a:gd name="connsiteY1209" fmla="*/ 1387866 h 1505806"/>
                <a:gd name="connsiteX1210" fmla="*/ 688472 w 2017827"/>
                <a:gd name="connsiteY1210" fmla="*/ 1386016 h 1505806"/>
                <a:gd name="connsiteX1211" fmla="*/ 689784 w 2017827"/>
                <a:gd name="connsiteY1211" fmla="*/ 1383829 h 1505806"/>
                <a:gd name="connsiteX1212" fmla="*/ 692275 w 2017827"/>
                <a:gd name="connsiteY1212" fmla="*/ 1382517 h 1505806"/>
                <a:gd name="connsiteX1213" fmla="*/ 695203 w 2017827"/>
                <a:gd name="connsiteY1213" fmla="*/ 1382517 h 1505806"/>
                <a:gd name="connsiteX1214" fmla="*/ 697794 w 2017827"/>
                <a:gd name="connsiteY1214" fmla="*/ 1383930 h 1505806"/>
                <a:gd name="connsiteX1215" fmla="*/ 702472 w 2017827"/>
                <a:gd name="connsiteY1215" fmla="*/ 1387529 h 1505806"/>
                <a:gd name="connsiteX1216" fmla="*/ 704862 w 2017827"/>
                <a:gd name="connsiteY1216" fmla="*/ 1389279 h 1505806"/>
                <a:gd name="connsiteX1217" fmla="*/ 705501 w 2017827"/>
                <a:gd name="connsiteY1217" fmla="*/ 1391465 h 1505806"/>
                <a:gd name="connsiteX1218" fmla="*/ 704963 w 2017827"/>
                <a:gd name="connsiteY1218" fmla="*/ 1395805 h 1505806"/>
                <a:gd name="connsiteX1219" fmla="*/ 704525 w 2017827"/>
                <a:gd name="connsiteY1219" fmla="*/ 1401120 h 1505806"/>
                <a:gd name="connsiteX1220" fmla="*/ 703213 w 2017827"/>
                <a:gd name="connsiteY1220" fmla="*/ 1404147 h 1505806"/>
                <a:gd name="connsiteX1221" fmla="*/ 703213 w 2017827"/>
                <a:gd name="connsiteY1221" fmla="*/ 1408184 h 1505806"/>
                <a:gd name="connsiteX1222" fmla="*/ 705501 w 2017827"/>
                <a:gd name="connsiteY1222" fmla="*/ 1411885 h 1505806"/>
                <a:gd name="connsiteX1223" fmla="*/ 706915 w 2017827"/>
                <a:gd name="connsiteY1223" fmla="*/ 1415686 h 1505806"/>
                <a:gd name="connsiteX1224" fmla="*/ 707554 w 2017827"/>
                <a:gd name="connsiteY1224" fmla="*/ 1418411 h 1505806"/>
                <a:gd name="connsiteX1225" fmla="*/ 709068 w 2017827"/>
                <a:gd name="connsiteY1225" fmla="*/ 1420261 h 1505806"/>
                <a:gd name="connsiteX1226" fmla="*/ 711256 w 2017827"/>
                <a:gd name="connsiteY1226" fmla="*/ 1421674 h 1505806"/>
                <a:gd name="connsiteX1227" fmla="*/ 713309 w 2017827"/>
                <a:gd name="connsiteY1227" fmla="*/ 1423524 h 1505806"/>
                <a:gd name="connsiteX1228" fmla="*/ 718525 w 2017827"/>
                <a:gd name="connsiteY1228" fmla="*/ 1425374 h 1505806"/>
                <a:gd name="connsiteX1229" fmla="*/ 722295 w 2017827"/>
                <a:gd name="connsiteY1229" fmla="*/ 1426787 h 1505806"/>
                <a:gd name="connsiteX1230" fmla="*/ 730439 w 2017827"/>
                <a:gd name="connsiteY1230" fmla="*/ 1427325 h 1505806"/>
                <a:gd name="connsiteX1231" fmla="*/ 734141 w 2017827"/>
                <a:gd name="connsiteY1231" fmla="*/ 1427426 h 1505806"/>
                <a:gd name="connsiteX1232" fmla="*/ 737069 w 2017827"/>
                <a:gd name="connsiteY1232" fmla="*/ 1427864 h 1505806"/>
                <a:gd name="connsiteX1233" fmla="*/ 741310 w 2017827"/>
                <a:gd name="connsiteY1233" fmla="*/ 1428637 h 1505806"/>
                <a:gd name="connsiteX1234" fmla="*/ 745011 w 2017827"/>
                <a:gd name="connsiteY1234" fmla="*/ 1431126 h 1505806"/>
                <a:gd name="connsiteX1235" fmla="*/ 746627 w 2017827"/>
                <a:gd name="connsiteY1235" fmla="*/ 1435466 h 1505806"/>
                <a:gd name="connsiteX1236" fmla="*/ 746627 w 2017827"/>
                <a:gd name="connsiteY1236" fmla="*/ 1438191 h 1505806"/>
                <a:gd name="connsiteX1237" fmla="*/ 753627 w 2017827"/>
                <a:gd name="connsiteY1237" fmla="*/ 1440142 h 1505806"/>
                <a:gd name="connsiteX1238" fmla="*/ 759113 w 2017827"/>
                <a:gd name="connsiteY1238" fmla="*/ 1440781 h 1505806"/>
                <a:gd name="connsiteX1239" fmla="*/ 768772 w 2017827"/>
                <a:gd name="connsiteY1239" fmla="*/ 1441319 h 1505806"/>
                <a:gd name="connsiteX1240" fmla="*/ 779205 w 2017827"/>
                <a:gd name="connsiteY1240" fmla="*/ 1441757 h 1505806"/>
                <a:gd name="connsiteX1241" fmla="*/ 783546 w 2017827"/>
                <a:gd name="connsiteY1241" fmla="*/ 1441521 h 1505806"/>
                <a:gd name="connsiteX1242" fmla="*/ 788224 w 2017827"/>
                <a:gd name="connsiteY1242" fmla="*/ 1441622 h 1505806"/>
                <a:gd name="connsiteX1243" fmla="*/ 793003 w 2017827"/>
                <a:gd name="connsiteY1243" fmla="*/ 1443035 h 1505806"/>
                <a:gd name="connsiteX1244" fmla="*/ 795931 w 2017827"/>
                <a:gd name="connsiteY1244" fmla="*/ 1444784 h 1505806"/>
                <a:gd name="connsiteX1245" fmla="*/ 798118 w 2017827"/>
                <a:gd name="connsiteY1245" fmla="*/ 1446533 h 1505806"/>
                <a:gd name="connsiteX1246" fmla="*/ 802460 w 2017827"/>
                <a:gd name="connsiteY1246" fmla="*/ 1448720 h 1505806"/>
                <a:gd name="connsiteX1247" fmla="*/ 805926 w 2017827"/>
                <a:gd name="connsiteY1247" fmla="*/ 1449494 h 1505806"/>
                <a:gd name="connsiteX1248" fmla="*/ 809965 w 2017827"/>
                <a:gd name="connsiteY1248" fmla="*/ 1449393 h 1505806"/>
                <a:gd name="connsiteX1249" fmla="*/ 813330 w 2017827"/>
                <a:gd name="connsiteY1249" fmla="*/ 1448955 h 1505806"/>
                <a:gd name="connsiteX1250" fmla="*/ 817907 w 2017827"/>
                <a:gd name="connsiteY1250" fmla="*/ 1448182 h 1505806"/>
                <a:gd name="connsiteX1251" fmla="*/ 821710 w 2017827"/>
                <a:gd name="connsiteY1251" fmla="*/ 1447744 h 1505806"/>
                <a:gd name="connsiteX1252" fmla="*/ 827129 w 2017827"/>
                <a:gd name="connsiteY1252" fmla="*/ 1446769 h 1505806"/>
                <a:gd name="connsiteX1253" fmla="*/ 832345 w 2017827"/>
                <a:gd name="connsiteY1253" fmla="*/ 1446769 h 1505806"/>
                <a:gd name="connsiteX1254" fmla="*/ 838100 w 2017827"/>
                <a:gd name="connsiteY1254" fmla="*/ 1447744 h 1505806"/>
                <a:gd name="connsiteX1255" fmla="*/ 841802 w 2017827"/>
                <a:gd name="connsiteY1255" fmla="*/ 1447408 h 1505806"/>
                <a:gd name="connsiteX1256" fmla="*/ 841802 w 2017827"/>
                <a:gd name="connsiteY1256" fmla="*/ 1445659 h 1505806"/>
                <a:gd name="connsiteX1257" fmla="*/ 839749 w 2017827"/>
                <a:gd name="connsiteY1257" fmla="*/ 1442631 h 1505806"/>
                <a:gd name="connsiteX1258" fmla="*/ 837562 w 2017827"/>
                <a:gd name="connsiteY1258" fmla="*/ 1440445 h 1505806"/>
                <a:gd name="connsiteX1259" fmla="*/ 839749 w 2017827"/>
                <a:gd name="connsiteY1259" fmla="*/ 1437518 h 1505806"/>
                <a:gd name="connsiteX1260" fmla="*/ 845067 w 2017827"/>
                <a:gd name="connsiteY1260" fmla="*/ 1437182 h 1505806"/>
                <a:gd name="connsiteX1261" fmla="*/ 852033 w 2017827"/>
                <a:gd name="connsiteY1261" fmla="*/ 1438157 h 1505806"/>
                <a:gd name="connsiteX1262" fmla="*/ 860952 w 2017827"/>
                <a:gd name="connsiteY1262" fmla="*/ 1439267 h 1505806"/>
                <a:gd name="connsiteX1263" fmla="*/ 870846 w 2017827"/>
                <a:gd name="connsiteY1263" fmla="*/ 1436542 h 1505806"/>
                <a:gd name="connsiteX1264" fmla="*/ 878788 w 2017827"/>
                <a:gd name="connsiteY1264" fmla="*/ 1436004 h 1505806"/>
                <a:gd name="connsiteX1265" fmla="*/ 886832 w 2017827"/>
                <a:gd name="connsiteY1265" fmla="*/ 1431866 h 1505806"/>
                <a:gd name="connsiteX1266" fmla="*/ 890433 w 2017827"/>
                <a:gd name="connsiteY1266" fmla="*/ 1431665 h 1505806"/>
                <a:gd name="connsiteX1267" fmla="*/ 897063 w 2017827"/>
                <a:gd name="connsiteY1267" fmla="*/ 1432001 h 1505806"/>
                <a:gd name="connsiteX1268" fmla="*/ 897938 w 2017827"/>
                <a:gd name="connsiteY1268" fmla="*/ 1432203 h 1505806"/>
                <a:gd name="connsiteX1269" fmla="*/ 902515 w 2017827"/>
                <a:gd name="connsiteY1269" fmla="*/ 1433279 h 1505806"/>
                <a:gd name="connsiteX1270" fmla="*/ 905880 w 2017827"/>
                <a:gd name="connsiteY1270" fmla="*/ 1432842 h 1505806"/>
                <a:gd name="connsiteX1271" fmla="*/ 907294 w 2017827"/>
                <a:gd name="connsiteY1271" fmla="*/ 1430218 h 1505806"/>
                <a:gd name="connsiteX1272" fmla="*/ 908068 w 2017827"/>
                <a:gd name="connsiteY1272" fmla="*/ 1426753 h 1505806"/>
                <a:gd name="connsiteX1273" fmla="*/ 909481 w 2017827"/>
                <a:gd name="connsiteY1273" fmla="*/ 1424163 h 1505806"/>
                <a:gd name="connsiteX1274" fmla="*/ 911433 w 2017827"/>
                <a:gd name="connsiteY1274" fmla="*/ 1422851 h 1505806"/>
                <a:gd name="connsiteX1275" fmla="*/ 916313 w 2017827"/>
                <a:gd name="connsiteY1275" fmla="*/ 1425677 h 1505806"/>
                <a:gd name="connsiteX1276" fmla="*/ 918063 w 2017827"/>
                <a:gd name="connsiteY1276" fmla="*/ 1428402 h 1505806"/>
                <a:gd name="connsiteX1277" fmla="*/ 920352 w 2017827"/>
                <a:gd name="connsiteY1277" fmla="*/ 1431866 h 1505806"/>
                <a:gd name="connsiteX1278" fmla="*/ 922539 w 2017827"/>
                <a:gd name="connsiteY1278" fmla="*/ 1434692 h 1505806"/>
                <a:gd name="connsiteX1279" fmla="*/ 925366 w 2017827"/>
                <a:gd name="connsiteY1279" fmla="*/ 1436879 h 1505806"/>
                <a:gd name="connsiteX1280" fmla="*/ 929405 w 2017827"/>
                <a:gd name="connsiteY1280" fmla="*/ 1440680 h 1505806"/>
                <a:gd name="connsiteX1281" fmla="*/ 931895 w 2017827"/>
                <a:gd name="connsiteY1281" fmla="*/ 1441555 h 1505806"/>
                <a:gd name="connsiteX1282" fmla="*/ 936775 w 2017827"/>
                <a:gd name="connsiteY1282" fmla="*/ 1441555 h 1505806"/>
                <a:gd name="connsiteX1283" fmla="*/ 941016 w 2017827"/>
                <a:gd name="connsiteY1283" fmla="*/ 1442059 h 1505806"/>
                <a:gd name="connsiteX1284" fmla="*/ 942227 w 2017827"/>
                <a:gd name="connsiteY1284" fmla="*/ 1443977 h 1505806"/>
                <a:gd name="connsiteX1285" fmla="*/ 939299 w 2017827"/>
                <a:gd name="connsiteY1285" fmla="*/ 1447004 h 1505806"/>
                <a:gd name="connsiteX1286" fmla="*/ 935833 w 2017827"/>
                <a:gd name="connsiteY1286" fmla="*/ 1448955 h 1505806"/>
                <a:gd name="connsiteX1287" fmla="*/ 934857 w 2017827"/>
                <a:gd name="connsiteY1287" fmla="*/ 1450133 h 1505806"/>
                <a:gd name="connsiteX1288" fmla="*/ 937583 w 2017827"/>
                <a:gd name="connsiteY1288" fmla="*/ 1451781 h 1505806"/>
                <a:gd name="connsiteX1289" fmla="*/ 940511 w 2017827"/>
                <a:gd name="connsiteY1289" fmla="*/ 1452219 h 1505806"/>
                <a:gd name="connsiteX1290" fmla="*/ 944112 w 2017827"/>
                <a:gd name="connsiteY1290" fmla="*/ 1452319 h 1505806"/>
                <a:gd name="connsiteX1291" fmla="*/ 945626 w 2017827"/>
                <a:gd name="connsiteY1291" fmla="*/ 1451108 h 1505806"/>
                <a:gd name="connsiteX1292" fmla="*/ 947814 w 2017827"/>
                <a:gd name="connsiteY1292" fmla="*/ 1448384 h 1505806"/>
                <a:gd name="connsiteX1293" fmla="*/ 948891 w 2017827"/>
                <a:gd name="connsiteY1293" fmla="*/ 1445659 h 1505806"/>
                <a:gd name="connsiteX1294" fmla="*/ 958449 w 2017827"/>
                <a:gd name="connsiteY1294" fmla="*/ 1442631 h 1505806"/>
                <a:gd name="connsiteX1295" fmla="*/ 964103 w 2017827"/>
                <a:gd name="connsiteY1295" fmla="*/ 1442093 h 1505806"/>
                <a:gd name="connsiteX1296" fmla="*/ 970497 w 2017827"/>
                <a:gd name="connsiteY1296" fmla="*/ 1441656 h 1505806"/>
                <a:gd name="connsiteX1297" fmla="*/ 977228 w 2017827"/>
                <a:gd name="connsiteY1297" fmla="*/ 1441555 h 1505806"/>
                <a:gd name="connsiteX1298" fmla="*/ 982646 w 2017827"/>
                <a:gd name="connsiteY1298" fmla="*/ 1441555 h 1505806"/>
                <a:gd name="connsiteX1299" fmla="*/ 985238 w 2017827"/>
                <a:gd name="connsiteY1299" fmla="*/ 1441218 h 1505806"/>
                <a:gd name="connsiteX1300" fmla="*/ 988502 w 2017827"/>
                <a:gd name="connsiteY1300" fmla="*/ 1439705 h 1505806"/>
                <a:gd name="connsiteX1301" fmla="*/ 992103 w 2017827"/>
                <a:gd name="connsiteY1301" fmla="*/ 1437518 h 1505806"/>
                <a:gd name="connsiteX1302" fmla="*/ 995368 w 2017827"/>
                <a:gd name="connsiteY1302" fmla="*/ 1433380 h 1505806"/>
                <a:gd name="connsiteX1303" fmla="*/ 997219 w 2017827"/>
                <a:gd name="connsiteY1303" fmla="*/ 1431093 h 1505806"/>
                <a:gd name="connsiteX1304" fmla="*/ 999272 w 2017827"/>
                <a:gd name="connsiteY1304" fmla="*/ 1427393 h 1505806"/>
                <a:gd name="connsiteX1305" fmla="*/ 1001123 w 2017827"/>
                <a:gd name="connsiteY1305" fmla="*/ 1423928 h 1505806"/>
                <a:gd name="connsiteX1306" fmla="*/ 1004387 w 2017827"/>
                <a:gd name="connsiteY1306" fmla="*/ 1421102 h 1505806"/>
                <a:gd name="connsiteX1307" fmla="*/ 1007113 w 2017827"/>
                <a:gd name="connsiteY1307" fmla="*/ 1415551 h 1505806"/>
                <a:gd name="connsiteX1308" fmla="*/ 1009503 w 2017827"/>
                <a:gd name="connsiteY1308" fmla="*/ 1411414 h 1505806"/>
                <a:gd name="connsiteX1309" fmla="*/ 1013979 w 2017827"/>
                <a:gd name="connsiteY1309" fmla="*/ 1409664 h 1505806"/>
                <a:gd name="connsiteX1310" fmla="*/ 1018859 w 2017827"/>
                <a:gd name="connsiteY1310" fmla="*/ 1410203 h 1505806"/>
                <a:gd name="connsiteX1311" fmla="*/ 1025489 w 2017827"/>
                <a:gd name="connsiteY1311" fmla="*/ 1410203 h 1505806"/>
                <a:gd name="connsiteX1312" fmla="*/ 1029729 w 2017827"/>
                <a:gd name="connsiteY1312" fmla="*/ 1409126 h 1505806"/>
                <a:gd name="connsiteX1313" fmla="*/ 1033970 w 2017827"/>
                <a:gd name="connsiteY1313" fmla="*/ 1406738 h 1505806"/>
                <a:gd name="connsiteX1314" fmla="*/ 1038412 w 2017827"/>
                <a:gd name="connsiteY1314" fmla="*/ 1404450 h 1505806"/>
                <a:gd name="connsiteX1315" fmla="*/ 1043090 w 2017827"/>
                <a:gd name="connsiteY1315" fmla="*/ 1403239 h 1505806"/>
                <a:gd name="connsiteX1316" fmla="*/ 1045917 w 2017827"/>
                <a:gd name="connsiteY1316" fmla="*/ 1404988 h 1505806"/>
                <a:gd name="connsiteX1317" fmla="*/ 1048643 w 2017827"/>
                <a:gd name="connsiteY1317" fmla="*/ 1409328 h 1505806"/>
                <a:gd name="connsiteX1318" fmla="*/ 1052211 w 2017827"/>
                <a:gd name="connsiteY1318" fmla="*/ 1408689 h 1505806"/>
                <a:gd name="connsiteX1319" fmla="*/ 1056922 w 2017827"/>
                <a:gd name="connsiteY1319" fmla="*/ 1405930 h 1505806"/>
                <a:gd name="connsiteX1320" fmla="*/ 1062004 w 2017827"/>
                <a:gd name="connsiteY1320" fmla="*/ 1403912 h 1505806"/>
                <a:gd name="connsiteX1321" fmla="*/ 1070115 w 2017827"/>
                <a:gd name="connsiteY1321" fmla="*/ 1403273 h 1505806"/>
                <a:gd name="connsiteX1322" fmla="*/ 1073447 w 2017827"/>
                <a:gd name="connsiteY1322" fmla="*/ 1407175 h 1505806"/>
                <a:gd name="connsiteX1323" fmla="*/ 1079403 w 2017827"/>
                <a:gd name="connsiteY1323" fmla="*/ 1408487 h 1505806"/>
                <a:gd name="connsiteX1324" fmla="*/ 1084990 w 2017827"/>
                <a:gd name="connsiteY1324" fmla="*/ 1409564 h 1505806"/>
                <a:gd name="connsiteX1325" fmla="*/ 1093606 w 2017827"/>
                <a:gd name="connsiteY1325" fmla="*/ 1407915 h 1505806"/>
                <a:gd name="connsiteX1326" fmla="*/ 1100067 w 2017827"/>
                <a:gd name="connsiteY1326" fmla="*/ 1406906 h 1505806"/>
                <a:gd name="connsiteX1327" fmla="*/ 1103971 w 2017827"/>
                <a:gd name="connsiteY1327" fmla="*/ 1406771 h 1505806"/>
                <a:gd name="connsiteX1328" fmla="*/ 1108986 w 2017827"/>
                <a:gd name="connsiteY1328" fmla="*/ 1405459 h 1505806"/>
                <a:gd name="connsiteX1329" fmla="*/ 1114842 w 2017827"/>
                <a:gd name="connsiteY1329" fmla="*/ 1403441 h 1505806"/>
                <a:gd name="connsiteX1330" fmla="*/ 1117029 w 2017827"/>
                <a:gd name="connsiteY1330" fmla="*/ 1402735 h 1505806"/>
                <a:gd name="connsiteX1331" fmla="*/ 1119789 w 2017827"/>
                <a:gd name="connsiteY1331" fmla="*/ 1398092 h 1505806"/>
                <a:gd name="connsiteX1332" fmla="*/ 1123928 w 2017827"/>
                <a:gd name="connsiteY1332" fmla="*/ 1398092 h 1505806"/>
                <a:gd name="connsiteX1333" fmla="*/ 1127630 w 2017827"/>
                <a:gd name="connsiteY1333" fmla="*/ 1398967 h 1505806"/>
                <a:gd name="connsiteX1334" fmla="*/ 1127630 w 2017827"/>
                <a:gd name="connsiteY1334" fmla="*/ 1401086 h 1505806"/>
                <a:gd name="connsiteX1335" fmla="*/ 1127227 w 2017827"/>
                <a:gd name="connsiteY1335" fmla="*/ 1402735 h 1505806"/>
                <a:gd name="connsiteX1336" fmla="*/ 1132275 w 2017827"/>
                <a:gd name="connsiteY1336" fmla="*/ 1407209 h 1505806"/>
                <a:gd name="connsiteX1337" fmla="*/ 1136246 w 2017827"/>
                <a:gd name="connsiteY1337" fmla="*/ 1405829 h 1505806"/>
                <a:gd name="connsiteX1338" fmla="*/ 1146107 w 2017827"/>
                <a:gd name="connsiteY1338" fmla="*/ 1408723 h 1505806"/>
                <a:gd name="connsiteX1339" fmla="*/ 1155900 w 2017827"/>
                <a:gd name="connsiteY1339" fmla="*/ 1413634 h 1505806"/>
                <a:gd name="connsiteX1340" fmla="*/ 1160982 w 2017827"/>
                <a:gd name="connsiteY1340" fmla="*/ 1415148 h 1505806"/>
                <a:gd name="connsiteX1341" fmla="*/ 1165021 w 2017827"/>
                <a:gd name="connsiteY1341" fmla="*/ 1411952 h 1505806"/>
                <a:gd name="connsiteX1342" fmla="*/ 1178920 w 2017827"/>
                <a:gd name="connsiteY1342" fmla="*/ 1411952 h 1505806"/>
                <a:gd name="connsiteX1343" fmla="*/ 1194267 w 2017827"/>
                <a:gd name="connsiteY1343" fmla="*/ 1411952 h 1505806"/>
                <a:gd name="connsiteX1344" fmla="*/ 1203252 w 2017827"/>
                <a:gd name="connsiteY1344" fmla="*/ 1413701 h 1505806"/>
                <a:gd name="connsiteX1345" fmla="*/ 1213113 w 2017827"/>
                <a:gd name="connsiteY1345" fmla="*/ 1413701 h 1505806"/>
                <a:gd name="connsiteX1346" fmla="*/ 1217185 w 2017827"/>
                <a:gd name="connsiteY1346" fmla="*/ 1415451 h 1505806"/>
                <a:gd name="connsiteX1347" fmla="*/ 1222402 w 2017827"/>
                <a:gd name="connsiteY1347" fmla="*/ 1415451 h 1505806"/>
                <a:gd name="connsiteX1348" fmla="*/ 1230512 w 2017827"/>
                <a:gd name="connsiteY1348" fmla="*/ 1417031 h 1505806"/>
                <a:gd name="connsiteX1349" fmla="*/ 1232532 w 2017827"/>
                <a:gd name="connsiteY1349" fmla="*/ 1422683 h 1505806"/>
                <a:gd name="connsiteX1350" fmla="*/ 1230512 w 2017827"/>
                <a:gd name="connsiteY1350" fmla="*/ 1425879 h 1505806"/>
                <a:gd name="connsiteX1351" fmla="*/ 1237748 w 2017827"/>
                <a:gd name="connsiteY1351" fmla="*/ 1431665 h 1505806"/>
                <a:gd name="connsiteX1352" fmla="*/ 1243537 w 2017827"/>
                <a:gd name="connsiteY1352" fmla="*/ 1439772 h 1505806"/>
                <a:gd name="connsiteX1353" fmla="*/ 1248181 w 2017827"/>
                <a:gd name="connsiteY1353" fmla="*/ 1437148 h 1505806"/>
                <a:gd name="connsiteX1354" fmla="*/ 1252825 w 2017827"/>
                <a:gd name="connsiteY1354" fmla="*/ 1433952 h 1505806"/>
                <a:gd name="connsiteX1355" fmla="*/ 1258042 w 2017827"/>
                <a:gd name="connsiteY1355" fmla="*/ 1435701 h 1505806"/>
                <a:gd name="connsiteX1356" fmla="*/ 1261508 w 2017827"/>
                <a:gd name="connsiteY1356" fmla="*/ 1439166 h 1505806"/>
                <a:gd name="connsiteX1357" fmla="*/ 1269922 w 2017827"/>
                <a:gd name="connsiteY1357" fmla="*/ 1445558 h 1505806"/>
                <a:gd name="connsiteX1358" fmla="*/ 1273691 w 2017827"/>
                <a:gd name="connsiteY1358" fmla="*/ 1447576 h 1505806"/>
                <a:gd name="connsiteX1359" fmla="*/ 1276956 w 2017827"/>
                <a:gd name="connsiteY1359" fmla="*/ 1455414 h 1505806"/>
                <a:gd name="connsiteX1360" fmla="*/ 1283249 w 2017827"/>
                <a:gd name="connsiteY1360" fmla="*/ 1453665 h 1505806"/>
                <a:gd name="connsiteX1361" fmla="*/ 1287591 w 2017827"/>
                <a:gd name="connsiteY1361" fmla="*/ 1453665 h 1505806"/>
                <a:gd name="connsiteX1362" fmla="*/ 1293682 w 2017827"/>
                <a:gd name="connsiteY1362" fmla="*/ 1457870 h 1505806"/>
                <a:gd name="connsiteX1363" fmla="*/ 1298899 w 2017827"/>
                <a:gd name="connsiteY1363" fmla="*/ 1459182 h 1505806"/>
                <a:gd name="connsiteX1364" fmla="*/ 1305865 w 2017827"/>
                <a:gd name="connsiteY1364" fmla="*/ 1472806 h 1505806"/>
                <a:gd name="connsiteX1365" fmla="*/ 1310509 w 2017827"/>
                <a:gd name="connsiteY1365" fmla="*/ 1472806 h 1505806"/>
                <a:gd name="connsiteX1366" fmla="*/ 1315423 w 2017827"/>
                <a:gd name="connsiteY1366" fmla="*/ 1476674 h 1505806"/>
                <a:gd name="connsiteX1367" fmla="*/ 1315995 w 2017827"/>
                <a:gd name="connsiteY1367" fmla="*/ 1477347 h 1505806"/>
                <a:gd name="connsiteX1368" fmla="*/ 1312630 w 2017827"/>
                <a:gd name="connsiteY1368" fmla="*/ 1478760 h 1505806"/>
                <a:gd name="connsiteX1369" fmla="*/ 1316264 w 2017827"/>
                <a:gd name="connsiteY1369" fmla="*/ 1477246 h 1505806"/>
                <a:gd name="connsiteX1370" fmla="*/ 1318082 w 2017827"/>
                <a:gd name="connsiteY1370" fmla="*/ 1478054 h 1505806"/>
                <a:gd name="connsiteX1371" fmla="*/ 1321548 w 2017827"/>
                <a:gd name="connsiteY1371" fmla="*/ 1478054 h 1505806"/>
                <a:gd name="connsiteX1372" fmla="*/ 1327404 w 2017827"/>
                <a:gd name="connsiteY1372" fmla="*/ 1477515 h 1505806"/>
                <a:gd name="connsiteX1373" fmla="*/ 1331039 w 2017827"/>
                <a:gd name="connsiteY1373" fmla="*/ 1477179 h 1505806"/>
                <a:gd name="connsiteX1374" fmla="*/ 1334505 w 2017827"/>
                <a:gd name="connsiteY1374" fmla="*/ 1477314 h 1505806"/>
                <a:gd name="connsiteX1375" fmla="*/ 1337399 w 2017827"/>
                <a:gd name="connsiteY1375" fmla="*/ 1478996 h 1505806"/>
                <a:gd name="connsiteX1376" fmla="*/ 1338847 w 2017827"/>
                <a:gd name="connsiteY1376" fmla="*/ 1480879 h 1505806"/>
                <a:gd name="connsiteX1377" fmla="*/ 1343491 w 2017827"/>
                <a:gd name="connsiteY1377" fmla="*/ 1483705 h 1505806"/>
                <a:gd name="connsiteX1378" fmla="*/ 1348404 w 2017827"/>
                <a:gd name="connsiteY1378" fmla="*/ 1483503 h 1505806"/>
                <a:gd name="connsiteX1379" fmla="*/ 1349852 w 2017827"/>
                <a:gd name="connsiteY1379" fmla="*/ 1479433 h 1505806"/>
                <a:gd name="connsiteX1380" fmla="*/ 1352039 w 2017827"/>
                <a:gd name="connsiteY1380" fmla="*/ 1478256 h 1505806"/>
                <a:gd name="connsiteX1381" fmla="*/ 1355674 w 2017827"/>
                <a:gd name="connsiteY1381" fmla="*/ 1477549 h 1505806"/>
                <a:gd name="connsiteX1382" fmla="*/ 1355236 w 2017827"/>
                <a:gd name="connsiteY1382" fmla="*/ 1472402 h 1505806"/>
                <a:gd name="connsiteX1383" fmla="*/ 1357424 w 2017827"/>
                <a:gd name="connsiteY1383" fmla="*/ 1469274 h 1505806"/>
                <a:gd name="connsiteX1384" fmla="*/ 1359813 w 2017827"/>
                <a:gd name="connsiteY1384" fmla="*/ 1467625 h 1505806"/>
                <a:gd name="connsiteX1385" fmla="*/ 1364155 w 2017827"/>
                <a:gd name="connsiteY1385" fmla="*/ 1467625 h 1505806"/>
                <a:gd name="connsiteX1386" fmla="*/ 1367924 w 2017827"/>
                <a:gd name="connsiteY1386" fmla="*/ 1471090 h 1505806"/>
                <a:gd name="connsiteX1387" fmla="*/ 1372266 w 2017827"/>
                <a:gd name="connsiteY1387" fmla="*/ 1477179 h 1505806"/>
                <a:gd name="connsiteX1388" fmla="*/ 1376910 w 2017827"/>
                <a:gd name="connsiteY1388" fmla="*/ 1480072 h 1505806"/>
                <a:gd name="connsiteX1389" fmla="*/ 1382699 w 2017827"/>
                <a:gd name="connsiteY1389" fmla="*/ 1484714 h 1505806"/>
                <a:gd name="connsiteX1390" fmla="*/ 1391987 w 2017827"/>
                <a:gd name="connsiteY1390" fmla="*/ 1486464 h 1505806"/>
                <a:gd name="connsiteX1391" fmla="*/ 1404439 w 2017827"/>
                <a:gd name="connsiteY1391" fmla="*/ 1487338 h 1505806"/>
                <a:gd name="connsiteX1392" fmla="*/ 1409084 w 2017827"/>
                <a:gd name="connsiteY1392" fmla="*/ 1489929 h 1505806"/>
                <a:gd name="connsiteX1393" fmla="*/ 1417767 w 2017827"/>
                <a:gd name="connsiteY1393" fmla="*/ 1491375 h 1505806"/>
                <a:gd name="connsiteX1394" fmla="*/ 1420392 w 2017827"/>
                <a:gd name="connsiteY1394" fmla="*/ 1491947 h 1505806"/>
                <a:gd name="connsiteX1395" fmla="*/ 1421267 w 2017827"/>
                <a:gd name="connsiteY1395" fmla="*/ 1496858 h 1505806"/>
                <a:gd name="connsiteX1396" fmla="*/ 1426786 w 2017827"/>
                <a:gd name="connsiteY1396" fmla="*/ 1501770 h 1505806"/>
                <a:gd name="connsiteX1397" fmla="*/ 1432877 w 2017827"/>
                <a:gd name="connsiteY1397" fmla="*/ 1503216 h 1505806"/>
                <a:gd name="connsiteX1398" fmla="*/ 1436344 w 2017827"/>
                <a:gd name="connsiteY1398" fmla="*/ 1505807 h 1505806"/>
                <a:gd name="connsiteX1399" fmla="*/ 1439238 w 2017827"/>
                <a:gd name="connsiteY1399" fmla="*/ 1505807 h 1505806"/>
                <a:gd name="connsiteX1400" fmla="*/ 1443310 w 2017827"/>
                <a:gd name="connsiteY1400" fmla="*/ 1500592 h 1505806"/>
                <a:gd name="connsiteX1401" fmla="*/ 1447383 w 2017827"/>
                <a:gd name="connsiteY1401" fmla="*/ 1500592 h 1505806"/>
                <a:gd name="connsiteX1402" fmla="*/ 1449402 w 2017827"/>
                <a:gd name="connsiteY1402" fmla="*/ 1497262 h 1505806"/>
                <a:gd name="connsiteX1403" fmla="*/ 1452868 w 2017827"/>
                <a:gd name="connsiteY1403" fmla="*/ 1490736 h 1505806"/>
                <a:gd name="connsiteX1404" fmla="*/ 1453743 w 2017827"/>
                <a:gd name="connsiteY1404" fmla="*/ 1485825 h 1505806"/>
                <a:gd name="connsiteX1405" fmla="*/ 1453171 w 2017827"/>
                <a:gd name="connsiteY1405" fmla="*/ 1481182 h 1505806"/>
                <a:gd name="connsiteX1406" fmla="*/ 1451724 w 2017827"/>
                <a:gd name="connsiteY1406" fmla="*/ 1477112 h 1505806"/>
                <a:gd name="connsiteX1407" fmla="*/ 1452027 w 2017827"/>
                <a:gd name="connsiteY1407" fmla="*/ 1471595 h 1505806"/>
                <a:gd name="connsiteX1408" fmla="*/ 1451152 w 2017827"/>
                <a:gd name="connsiteY1408" fmla="*/ 1464934 h 1505806"/>
                <a:gd name="connsiteX1409" fmla="*/ 1451152 w 2017827"/>
                <a:gd name="connsiteY1409" fmla="*/ 1460797 h 1505806"/>
                <a:gd name="connsiteX1410" fmla="*/ 1450782 w 2017827"/>
                <a:gd name="connsiteY1410" fmla="*/ 1457433 h 1505806"/>
                <a:gd name="connsiteX1411" fmla="*/ 1448998 w 2017827"/>
                <a:gd name="connsiteY1411" fmla="*/ 1453968 h 1505806"/>
                <a:gd name="connsiteX1412" fmla="*/ 1444320 w 2017827"/>
                <a:gd name="connsiteY1412" fmla="*/ 1450267 h 1505806"/>
                <a:gd name="connsiteX1413" fmla="*/ 1441729 w 2017827"/>
                <a:gd name="connsiteY1413" fmla="*/ 1449191 h 1505806"/>
                <a:gd name="connsiteX1414" fmla="*/ 1438464 w 2017827"/>
                <a:gd name="connsiteY1414" fmla="*/ 1447879 h 1505806"/>
                <a:gd name="connsiteX1415" fmla="*/ 1434560 w 2017827"/>
                <a:gd name="connsiteY1415" fmla="*/ 1445827 h 1505806"/>
                <a:gd name="connsiteX1416" fmla="*/ 1429344 w 2017827"/>
                <a:gd name="connsiteY1416" fmla="*/ 1444750 h 1505806"/>
                <a:gd name="connsiteX1417" fmla="*/ 1428570 w 2017827"/>
                <a:gd name="connsiteY1417" fmla="*/ 1440613 h 1505806"/>
                <a:gd name="connsiteX1418" fmla="*/ 1428570 w 2017827"/>
                <a:gd name="connsiteY1418" fmla="*/ 1437148 h 1505806"/>
                <a:gd name="connsiteX1419" fmla="*/ 1429175 w 2017827"/>
                <a:gd name="connsiteY1419" fmla="*/ 1433448 h 1505806"/>
                <a:gd name="connsiteX1420" fmla="*/ 1429882 w 2017827"/>
                <a:gd name="connsiteY1420" fmla="*/ 1430958 h 1505806"/>
                <a:gd name="connsiteX1421" fmla="*/ 1430522 w 2017827"/>
                <a:gd name="connsiteY1421" fmla="*/ 1429983 h 1505806"/>
                <a:gd name="connsiteX1422" fmla="*/ 1432137 w 2017827"/>
                <a:gd name="connsiteY1422" fmla="*/ 1426821 h 1505806"/>
                <a:gd name="connsiteX1423" fmla="*/ 1432238 w 2017827"/>
                <a:gd name="connsiteY1423" fmla="*/ 1425206 h 1505806"/>
                <a:gd name="connsiteX1424" fmla="*/ 1428873 w 2017827"/>
                <a:gd name="connsiteY1424" fmla="*/ 1422380 h 1505806"/>
                <a:gd name="connsiteX1425" fmla="*/ 1428772 w 2017827"/>
                <a:gd name="connsiteY1425" fmla="*/ 1419353 h 1505806"/>
                <a:gd name="connsiteX1426" fmla="*/ 1428233 w 2017827"/>
                <a:gd name="connsiteY1426" fmla="*/ 1417603 h 1505806"/>
                <a:gd name="connsiteX1427" fmla="*/ 1429748 w 2017827"/>
                <a:gd name="connsiteY1427" fmla="*/ 1415417 h 1505806"/>
                <a:gd name="connsiteX1428" fmla="*/ 1433786 w 2017827"/>
                <a:gd name="connsiteY1428" fmla="*/ 1413802 h 1505806"/>
                <a:gd name="connsiteX1429" fmla="*/ 1435536 w 2017827"/>
                <a:gd name="connsiteY1429" fmla="*/ 1412389 h 1505806"/>
                <a:gd name="connsiteX1430" fmla="*/ 1440753 w 2017827"/>
                <a:gd name="connsiteY1430" fmla="*/ 1409799 h 1505806"/>
                <a:gd name="connsiteX1431" fmla="*/ 1443916 w 2017827"/>
                <a:gd name="connsiteY1431" fmla="*/ 1407949 h 1505806"/>
                <a:gd name="connsiteX1432" fmla="*/ 1445969 w 2017827"/>
                <a:gd name="connsiteY1432" fmla="*/ 1406704 h 1505806"/>
                <a:gd name="connsiteX1433" fmla="*/ 1450311 w 2017827"/>
                <a:gd name="connsiteY1433" fmla="*/ 1406637 h 1505806"/>
                <a:gd name="connsiteX1434" fmla="*/ 1458893 w 2017827"/>
                <a:gd name="connsiteY1434" fmla="*/ 1406637 h 1505806"/>
                <a:gd name="connsiteX1435" fmla="*/ 1463133 w 2017827"/>
                <a:gd name="connsiteY1435" fmla="*/ 1405661 h 1505806"/>
                <a:gd name="connsiteX1436" fmla="*/ 1467138 w 2017827"/>
                <a:gd name="connsiteY1436" fmla="*/ 1403710 h 1505806"/>
                <a:gd name="connsiteX1437" fmla="*/ 1468989 w 2017827"/>
                <a:gd name="connsiteY1437" fmla="*/ 1401221 h 1505806"/>
                <a:gd name="connsiteX1438" fmla="*/ 1471479 w 2017827"/>
                <a:gd name="connsiteY1438" fmla="*/ 1399808 h 1505806"/>
                <a:gd name="connsiteX1439" fmla="*/ 1472893 w 2017827"/>
                <a:gd name="connsiteY1439" fmla="*/ 1398059 h 1505806"/>
                <a:gd name="connsiteX1440" fmla="*/ 1476359 w 2017827"/>
                <a:gd name="connsiteY1440" fmla="*/ 1398059 h 1505806"/>
                <a:gd name="connsiteX1441" fmla="*/ 1479826 w 2017827"/>
                <a:gd name="connsiteY1441" fmla="*/ 1399808 h 1505806"/>
                <a:gd name="connsiteX1442" fmla="*/ 1483292 w 2017827"/>
                <a:gd name="connsiteY1442" fmla="*/ 1399808 h 1505806"/>
                <a:gd name="connsiteX1443" fmla="*/ 1485042 w 2017827"/>
                <a:gd name="connsiteY1443" fmla="*/ 1399808 h 1505806"/>
                <a:gd name="connsiteX1444" fmla="*/ 1486792 w 2017827"/>
                <a:gd name="connsiteY1444" fmla="*/ 1398362 h 1505806"/>
                <a:gd name="connsiteX1445" fmla="*/ 1488105 w 2017827"/>
                <a:gd name="connsiteY1445" fmla="*/ 1396780 h 1505806"/>
                <a:gd name="connsiteX1446" fmla="*/ 1489989 w 2017827"/>
                <a:gd name="connsiteY1446" fmla="*/ 1392004 h 1505806"/>
                <a:gd name="connsiteX1447" fmla="*/ 1491134 w 2017827"/>
                <a:gd name="connsiteY1447" fmla="*/ 1388539 h 1505806"/>
                <a:gd name="connsiteX1448" fmla="*/ 1491134 w 2017827"/>
                <a:gd name="connsiteY1448" fmla="*/ 1384906 h 1505806"/>
                <a:gd name="connsiteX1449" fmla="*/ 1486119 w 2017827"/>
                <a:gd name="connsiteY1449" fmla="*/ 1378548 h 1505806"/>
                <a:gd name="connsiteX1450" fmla="*/ 1481273 w 2017827"/>
                <a:gd name="connsiteY1450" fmla="*/ 1372324 h 1505806"/>
                <a:gd name="connsiteX1451" fmla="*/ 1479691 w 2017827"/>
                <a:gd name="connsiteY1451" fmla="*/ 1365933 h 1505806"/>
                <a:gd name="connsiteX1452" fmla="*/ 1477234 w 2017827"/>
                <a:gd name="connsiteY1452" fmla="*/ 1355202 h 1505806"/>
                <a:gd name="connsiteX1453" fmla="*/ 1477537 w 2017827"/>
                <a:gd name="connsiteY1453" fmla="*/ 1350694 h 1505806"/>
                <a:gd name="connsiteX1454" fmla="*/ 1474205 w 2017827"/>
                <a:gd name="connsiteY1454" fmla="*/ 1349954 h 1505806"/>
                <a:gd name="connsiteX1455" fmla="*/ 1470739 w 2017827"/>
                <a:gd name="connsiteY1455" fmla="*/ 1347498 h 1505806"/>
                <a:gd name="connsiteX1456" fmla="*/ 1463772 w 2017827"/>
                <a:gd name="connsiteY1456" fmla="*/ 1342284 h 1505806"/>
                <a:gd name="connsiteX1457" fmla="*/ 1457816 w 2017827"/>
                <a:gd name="connsiteY1457" fmla="*/ 1340098 h 1505806"/>
                <a:gd name="connsiteX1458" fmla="*/ 1458085 w 2017827"/>
                <a:gd name="connsiteY1458" fmla="*/ 1334614 h 1505806"/>
                <a:gd name="connsiteX1459" fmla="*/ 1458085 w 2017827"/>
                <a:gd name="connsiteY1459" fmla="*/ 1329097 h 1505806"/>
                <a:gd name="connsiteX1460" fmla="*/ 1457580 w 2017827"/>
                <a:gd name="connsiteY1460" fmla="*/ 1323883 h 1505806"/>
                <a:gd name="connsiteX1461" fmla="*/ 1453171 w 2017827"/>
                <a:gd name="connsiteY1461" fmla="*/ 1324758 h 1505806"/>
                <a:gd name="connsiteX1462" fmla="*/ 1444185 w 2017827"/>
                <a:gd name="connsiteY1462" fmla="*/ 1318400 h 1505806"/>
                <a:gd name="connsiteX1463" fmla="*/ 1439541 w 2017827"/>
                <a:gd name="connsiteY1463" fmla="*/ 1312311 h 1505806"/>
                <a:gd name="connsiteX1464" fmla="*/ 1431430 w 2017827"/>
                <a:gd name="connsiteY1464" fmla="*/ 1307669 h 1505806"/>
                <a:gd name="connsiteX1465" fmla="*/ 1422747 w 2017827"/>
                <a:gd name="connsiteY1465" fmla="*/ 1300134 h 1505806"/>
                <a:gd name="connsiteX1466" fmla="*/ 1423892 w 2017827"/>
                <a:gd name="connsiteY1466" fmla="*/ 1294348 h 1505806"/>
                <a:gd name="connsiteX1467" fmla="*/ 1424767 w 2017827"/>
                <a:gd name="connsiteY1467" fmla="*/ 1286812 h 1505806"/>
                <a:gd name="connsiteX1468" fmla="*/ 1430555 w 2017827"/>
                <a:gd name="connsiteY1468" fmla="*/ 1283919 h 1505806"/>
                <a:gd name="connsiteX1469" fmla="*/ 1432575 w 2017827"/>
                <a:gd name="connsiteY1469" fmla="*/ 1275812 h 1505806"/>
                <a:gd name="connsiteX1470" fmla="*/ 1430252 w 2017827"/>
                <a:gd name="connsiteY1470" fmla="*/ 1271742 h 1505806"/>
                <a:gd name="connsiteX1471" fmla="*/ 1425608 w 2017827"/>
                <a:gd name="connsiteY1471" fmla="*/ 1262188 h 1505806"/>
                <a:gd name="connsiteX1472" fmla="*/ 1418642 w 2017827"/>
                <a:gd name="connsiteY1472" fmla="*/ 1249439 h 1505806"/>
                <a:gd name="connsiteX1473" fmla="*/ 1412853 w 2017827"/>
                <a:gd name="connsiteY1473" fmla="*/ 1237261 h 1505806"/>
                <a:gd name="connsiteX1474" fmla="*/ 1412853 w 2017827"/>
                <a:gd name="connsiteY1474" fmla="*/ 1229154 h 1505806"/>
                <a:gd name="connsiteX1475" fmla="*/ 1417194 w 2017827"/>
                <a:gd name="connsiteY1475" fmla="*/ 1225958 h 1505806"/>
                <a:gd name="connsiteX1476" fmla="*/ 1427930 w 2017827"/>
                <a:gd name="connsiteY1476" fmla="*/ 1225958 h 1505806"/>
                <a:gd name="connsiteX1477" fmla="*/ 1432002 w 2017827"/>
                <a:gd name="connsiteY1477" fmla="*/ 1223503 h 1505806"/>
                <a:gd name="connsiteX1478" fmla="*/ 1436344 w 2017827"/>
                <a:gd name="connsiteY1478" fmla="*/ 1219600 h 1505806"/>
                <a:gd name="connsiteX1479" fmla="*/ 1445330 w 2017827"/>
                <a:gd name="connsiteY1479" fmla="*/ 1213814 h 1505806"/>
                <a:gd name="connsiteX1480" fmla="*/ 1450243 w 2017827"/>
                <a:gd name="connsiteY1480" fmla="*/ 1207154 h 1505806"/>
                <a:gd name="connsiteX1481" fmla="*/ 1454585 w 2017827"/>
                <a:gd name="connsiteY1481" fmla="*/ 1204833 h 1505806"/>
                <a:gd name="connsiteX1482" fmla="*/ 1463873 w 2017827"/>
                <a:gd name="connsiteY1482" fmla="*/ 1203958 h 1505806"/>
                <a:gd name="connsiteX1483" fmla="*/ 1471715 w 2017827"/>
                <a:gd name="connsiteY1483" fmla="*/ 1208600 h 1505806"/>
                <a:gd name="connsiteX1484" fmla="*/ 1483292 w 2017827"/>
                <a:gd name="connsiteY1484" fmla="*/ 1212065 h 1505806"/>
                <a:gd name="connsiteX1485" fmla="*/ 1499817 w 2017827"/>
                <a:gd name="connsiteY1485" fmla="*/ 1212065 h 1505806"/>
                <a:gd name="connsiteX1486" fmla="*/ 1515466 w 2017827"/>
                <a:gd name="connsiteY1486" fmla="*/ 1209609 h 1505806"/>
                <a:gd name="connsiteX1487" fmla="*/ 1530240 w 2017827"/>
                <a:gd name="connsiteY1487" fmla="*/ 1206582 h 1505806"/>
                <a:gd name="connsiteX1488" fmla="*/ 1548784 w 2017827"/>
                <a:gd name="connsiteY1488" fmla="*/ 1203117 h 1505806"/>
                <a:gd name="connsiteX1489" fmla="*/ 1558073 w 2017827"/>
                <a:gd name="connsiteY1489" fmla="*/ 1201671 h 1505806"/>
                <a:gd name="connsiteX1490" fmla="*/ 1565039 w 2017827"/>
                <a:gd name="connsiteY1490" fmla="*/ 1201671 h 1505806"/>
                <a:gd name="connsiteX1491" fmla="*/ 1574025 w 2017827"/>
                <a:gd name="connsiteY1491" fmla="*/ 1201671 h 1505806"/>
                <a:gd name="connsiteX1492" fmla="*/ 1579241 w 2017827"/>
                <a:gd name="connsiteY1492" fmla="*/ 1198912 h 1505806"/>
                <a:gd name="connsiteX1493" fmla="*/ 1582708 w 2017827"/>
                <a:gd name="connsiteY1493" fmla="*/ 1194404 h 1505806"/>
                <a:gd name="connsiteX1494" fmla="*/ 1592838 w 2017827"/>
                <a:gd name="connsiteY1494" fmla="*/ 1194404 h 1505806"/>
                <a:gd name="connsiteX1495" fmla="*/ 1600646 w 2017827"/>
                <a:gd name="connsiteY1495" fmla="*/ 1192386 h 1505806"/>
                <a:gd name="connsiteX1496" fmla="*/ 1607881 w 2017827"/>
                <a:gd name="connsiteY1496" fmla="*/ 1189762 h 1505806"/>
                <a:gd name="connsiteX1497" fmla="*/ 1611651 w 2017827"/>
                <a:gd name="connsiteY1497" fmla="*/ 1194404 h 1505806"/>
                <a:gd name="connsiteX1498" fmla="*/ 1617742 w 2017827"/>
                <a:gd name="connsiteY1498" fmla="*/ 1192958 h 1505806"/>
                <a:gd name="connsiteX1499" fmla="*/ 1626156 w 2017827"/>
                <a:gd name="connsiteY1499" fmla="*/ 1185994 h 1505806"/>
                <a:gd name="connsiteX1500" fmla="*/ 1637464 w 2017827"/>
                <a:gd name="connsiteY1500" fmla="*/ 1181352 h 1505806"/>
                <a:gd name="connsiteX1501" fmla="*/ 1641536 w 2017827"/>
                <a:gd name="connsiteY1501" fmla="*/ 1185994 h 1505806"/>
                <a:gd name="connsiteX1502" fmla="*/ 1649377 w 2017827"/>
                <a:gd name="connsiteY1502" fmla="*/ 1185994 h 1505806"/>
                <a:gd name="connsiteX1503" fmla="*/ 1652575 w 2017827"/>
                <a:gd name="connsiteY1503" fmla="*/ 1184413 h 1505806"/>
                <a:gd name="connsiteX1504" fmla="*/ 1670243 w 2017827"/>
                <a:gd name="connsiteY1504" fmla="*/ 1181655 h 1505806"/>
                <a:gd name="connsiteX1505" fmla="*/ 1670243 w 2017827"/>
                <a:gd name="connsiteY1505" fmla="*/ 1177147 h 1505806"/>
                <a:gd name="connsiteX1506" fmla="*/ 1673609 w 2017827"/>
                <a:gd name="connsiteY1506" fmla="*/ 1174422 h 1505806"/>
                <a:gd name="connsiteX1507" fmla="*/ 1673676 w 2017827"/>
                <a:gd name="connsiteY1507" fmla="*/ 1174422 h 1505806"/>
                <a:gd name="connsiteX1508" fmla="*/ 1673575 w 2017827"/>
                <a:gd name="connsiteY1508" fmla="*/ 1173514 h 150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Lst>
              <a:rect l="l" t="t" r="r" b="b"/>
              <a:pathLst>
                <a:path w="2017827" h="1505806">
                  <a:moveTo>
                    <a:pt x="1673575" y="1173514"/>
                  </a:moveTo>
                  <a:cubicBezTo>
                    <a:pt x="1673575" y="1173514"/>
                    <a:pt x="1674114" y="1170789"/>
                    <a:pt x="1674349" y="1170352"/>
                  </a:cubicBezTo>
                  <a:cubicBezTo>
                    <a:pt x="1674551" y="1169915"/>
                    <a:pt x="1674887" y="1168939"/>
                    <a:pt x="1674989" y="1168502"/>
                  </a:cubicBezTo>
                  <a:cubicBezTo>
                    <a:pt x="1675090" y="1168065"/>
                    <a:pt x="1675527" y="1167526"/>
                    <a:pt x="1675527" y="1166854"/>
                  </a:cubicBezTo>
                  <a:cubicBezTo>
                    <a:pt x="1675527" y="1166214"/>
                    <a:pt x="1676301" y="1163153"/>
                    <a:pt x="1676301" y="1162716"/>
                  </a:cubicBezTo>
                  <a:cubicBezTo>
                    <a:pt x="1676301" y="1162278"/>
                    <a:pt x="1676739" y="1159991"/>
                    <a:pt x="1676739" y="1159991"/>
                  </a:cubicBezTo>
                  <a:cubicBezTo>
                    <a:pt x="1676739" y="1159991"/>
                    <a:pt x="1676941" y="1157939"/>
                    <a:pt x="1676941" y="1157502"/>
                  </a:cubicBezTo>
                  <a:cubicBezTo>
                    <a:pt x="1676941" y="1157064"/>
                    <a:pt x="1677041" y="1155651"/>
                    <a:pt x="1677041" y="1155651"/>
                  </a:cubicBezTo>
                  <a:lnTo>
                    <a:pt x="1677041" y="1153902"/>
                  </a:lnTo>
                  <a:cubicBezTo>
                    <a:pt x="1677041" y="1153902"/>
                    <a:pt x="1676772" y="1151615"/>
                    <a:pt x="1676671" y="1150875"/>
                  </a:cubicBezTo>
                  <a:cubicBezTo>
                    <a:pt x="1676570" y="1150101"/>
                    <a:pt x="1676402" y="1149125"/>
                    <a:pt x="1676402" y="1149125"/>
                  </a:cubicBezTo>
                  <a:lnTo>
                    <a:pt x="1674551" y="1147914"/>
                  </a:lnTo>
                  <a:lnTo>
                    <a:pt x="1673575" y="1146939"/>
                  </a:lnTo>
                  <a:lnTo>
                    <a:pt x="1669570" y="1144349"/>
                  </a:lnTo>
                  <a:lnTo>
                    <a:pt x="1668796" y="1143810"/>
                  </a:lnTo>
                  <a:lnTo>
                    <a:pt x="1668460" y="1140648"/>
                  </a:lnTo>
                  <a:lnTo>
                    <a:pt x="1667820" y="1136511"/>
                  </a:lnTo>
                  <a:lnTo>
                    <a:pt x="1666609" y="1133046"/>
                  </a:lnTo>
                  <a:lnTo>
                    <a:pt x="1666609" y="1129682"/>
                  </a:lnTo>
                  <a:lnTo>
                    <a:pt x="1670075" y="1126082"/>
                  </a:lnTo>
                  <a:lnTo>
                    <a:pt x="1670075" y="1119018"/>
                  </a:lnTo>
                  <a:lnTo>
                    <a:pt x="1670916" y="1110204"/>
                  </a:lnTo>
                  <a:lnTo>
                    <a:pt x="1671825" y="1106941"/>
                  </a:lnTo>
                  <a:lnTo>
                    <a:pt x="1671825" y="1104116"/>
                  </a:lnTo>
                  <a:cubicBezTo>
                    <a:pt x="1671825" y="1104116"/>
                    <a:pt x="1671623" y="1102501"/>
                    <a:pt x="1671287" y="1102030"/>
                  </a:cubicBezTo>
                  <a:cubicBezTo>
                    <a:pt x="1670950" y="1101593"/>
                    <a:pt x="1670647" y="1100819"/>
                    <a:pt x="1670950" y="1100079"/>
                  </a:cubicBezTo>
                  <a:cubicBezTo>
                    <a:pt x="1671287" y="1099305"/>
                    <a:pt x="1670950" y="1098229"/>
                    <a:pt x="1670950" y="1098229"/>
                  </a:cubicBezTo>
                  <a:lnTo>
                    <a:pt x="1672566" y="1095504"/>
                  </a:lnTo>
                  <a:lnTo>
                    <a:pt x="1675056" y="1091804"/>
                  </a:lnTo>
                  <a:cubicBezTo>
                    <a:pt x="1675056" y="1091804"/>
                    <a:pt x="1676368" y="1089314"/>
                    <a:pt x="1676907" y="1088641"/>
                  </a:cubicBezTo>
                  <a:cubicBezTo>
                    <a:pt x="1677445" y="1088002"/>
                    <a:pt x="1680373" y="1086589"/>
                    <a:pt x="1680373" y="1086589"/>
                  </a:cubicBezTo>
                  <a:cubicBezTo>
                    <a:pt x="1680373" y="1086589"/>
                    <a:pt x="1682998" y="1083663"/>
                    <a:pt x="1683974" y="1081712"/>
                  </a:cubicBezTo>
                  <a:cubicBezTo>
                    <a:pt x="1684950" y="1079760"/>
                    <a:pt x="1684614" y="1080938"/>
                    <a:pt x="1686027" y="1079660"/>
                  </a:cubicBezTo>
                  <a:cubicBezTo>
                    <a:pt x="1687441" y="1078348"/>
                    <a:pt x="1687643" y="1077809"/>
                    <a:pt x="1688518" y="1076598"/>
                  </a:cubicBezTo>
                  <a:cubicBezTo>
                    <a:pt x="1689393" y="1075421"/>
                    <a:pt x="1689729" y="1073571"/>
                    <a:pt x="1689830" y="1073133"/>
                  </a:cubicBezTo>
                  <a:cubicBezTo>
                    <a:pt x="1689931" y="1072696"/>
                    <a:pt x="1689628" y="1070745"/>
                    <a:pt x="1689628" y="1070745"/>
                  </a:cubicBezTo>
                  <a:lnTo>
                    <a:pt x="1688551" y="1066506"/>
                  </a:lnTo>
                  <a:lnTo>
                    <a:pt x="1689022" y="1043699"/>
                  </a:lnTo>
                  <a:cubicBezTo>
                    <a:pt x="1689022" y="1043699"/>
                    <a:pt x="1689527" y="1041647"/>
                    <a:pt x="1689527" y="1041209"/>
                  </a:cubicBezTo>
                  <a:cubicBezTo>
                    <a:pt x="1689527" y="1040772"/>
                    <a:pt x="1689628" y="1039595"/>
                    <a:pt x="1689191" y="1039023"/>
                  </a:cubicBezTo>
                  <a:cubicBezTo>
                    <a:pt x="1688753" y="1038485"/>
                    <a:pt x="1689191" y="1037375"/>
                    <a:pt x="1689191" y="1037375"/>
                  </a:cubicBezTo>
                  <a:lnTo>
                    <a:pt x="1689191" y="1033910"/>
                  </a:lnTo>
                  <a:lnTo>
                    <a:pt x="1689191" y="1032160"/>
                  </a:lnTo>
                  <a:lnTo>
                    <a:pt x="1691109" y="1032059"/>
                  </a:lnTo>
                  <a:lnTo>
                    <a:pt x="1693330" y="1032160"/>
                  </a:lnTo>
                  <a:cubicBezTo>
                    <a:pt x="1693330" y="1032160"/>
                    <a:pt x="1695720" y="1032699"/>
                    <a:pt x="1696157" y="1032699"/>
                  </a:cubicBezTo>
                  <a:cubicBezTo>
                    <a:pt x="1696595" y="1032699"/>
                    <a:pt x="1698883" y="1033876"/>
                    <a:pt x="1698883" y="1033876"/>
                  </a:cubicBezTo>
                  <a:cubicBezTo>
                    <a:pt x="1698883" y="1033876"/>
                    <a:pt x="1703326" y="1034953"/>
                    <a:pt x="1703763" y="1035188"/>
                  </a:cubicBezTo>
                  <a:cubicBezTo>
                    <a:pt x="1704201" y="1035423"/>
                    <a:pt x="1708206" y="1035289"/>
                    <a:pt x="1709081" y="1035289"/>
                  </a:cubicBezTo>
                  <a:cubicBezTo>
                    <a:pt x="1709956" y="1035289"/>
                    <a:pt x="1715071" y="1038451"/>
                    <a:pt x="1715711" y="1038451"/>
                  </a:cubicBezTo>
                  <a:cubicBezTo>
                    <a:pt x="1716350" y="1038451"/>
                    <a:pt x="1718975" y="1039628"/>
                    <a:pt x="1719312" y="1039763"/>
                  </a:cubicBezTo>
                  <a:cubicBezTo>
                    <a:pt x="1719648" y="1039864"/>
                    <a:pt x="1720826" y="1040537"/>
                    <a:pt x="1722374" y="1040638"/>
                  </a:cubicBezTo>
                  <a:cubicBezTo>
                    <a:pt x="1723889" y="1040739"/>
                    <a:pt x="1723889" y="1040974"/>
                    <a:pt x="1726413" y="1040974"/>
                  </a:cubicBezTo>
                  <a:cubicBezTo>
                    <a:pt x="1728903" y="1040974"/>
                    <a:pt x="1728903" y="1041075"/>
                    <a:pt x="1729240" y="1040873"/>
                  </a:cubicBezTo>
                  <a:cubicBezTo>
                    <a:pt x="1729576" y="1040638"/>
                    <a:pt x="1731528" y="1040772"/>
                    <a:pt x="1732841" y="1040671"/>
                  </a:cubicBezTo>
                  <a:cubicBezTo>
                    <a:pt x="1734153" y="1040570"/>
                    <a:pt x="1734692" y="1040133"/>
                    <a:pt x="1735769" y="1039898"/>
                  </a:cubicBezTo>
                  <a:cubicBezTo>
                    <a:pt x="1736846" y="1039696"/>
                    <a:pt x="1737956" y="1039258"/>
                    <a:pt x="1738394" y="1038922"/>
                  </a:cubicBezTo>
                  <a:cubicBezTo>
                    <a:pt x="1738831" y="1038586"/>
                    <a:pt x="1739471" y="1038283"/>
                    <a:pt x="1739471" y="1038283"/>
                  </a:cubicBezTo>
                  <a:lnTo>
                    <a:pt x="1741221" y="1037745"/>
                  </a:lnTo>
                  <a:cubicBezTo>
                    <a:pt x="1741221" y="1037745"/>
                    <a:pt x="1742399" y="1037307"/>
                    <a:pt x="1743509" y="1037105"/>
                  </a:cubicBezTo>
                  <a:cubicBezTo>
                    <a:pt x="1744586" y="1036904"/>
                    <a:pt x="1744923" y="1036668"/>
                    <a:pt x="1745461" y="1036231"/>
                  </a:cubicBezTo>
                  <a:cubicBezTo>
                    <a:pt x="1746000" y="1035794"/>
                    <a:pt x="1746538" y="1035794"/>
                    <a:pt x="1747211" y="1035592"/>
                  </a:cubicBezTo>
                  <a:cubicBezTo>
                    <a:pt x="1747851" y="1035390"/>
                    <a:pt x="1748827" y="1034717"/>
                    <a:pt x="1749163" y="1034381"/>
                  </a:cubicBezTo>
                  <a:cubicBezTo>
                    <a:pt x="1749500" y="1034044"/>
                    <a:pt x="1750476" y="1033304"/>
                    <a:pt x="1750476" y="1033304"/>
                  </a:cubicBezTo>
                  <a:lnTo>
                    <a:pt x="1751889" y="1032228"/>
                  </a:lnTo>
                  <a:lnTo>
                    <a:pt x="1753404" y="1031689"/>
                  </a:lnTo>
                  <a:lnTo>
                    <a:pt x="1754481" y="1031252"/>
                  </a:lnTo>
                  <a:cubicBezTo>
                    <a:pt x="1754481" y="1031252"/>
                    <a:pt x="1755995" y="1030815"/>
                    <a:pt x="1756433" y="1030377"/>
                  </a:cubicBezTo>
                  <a:cubicBezTo>
                    <a:pt x="1756870" y="1029940"/>
                    <a:pt x="1757745" y="1029200"/>
                    <a:pt x="1758385" y="1028763"/>
                  </a:cubicBezTo>
                  <a:cubicBezTo>
                    <a:pt x="1759024" y="1028326"/>
                    <a:pt x="1759563" y="1027552"/>
                    <a:pt x="1759563" y="1027552"/>
                  </a:cubicBezTo>
                  <a:lnTo>
                    <a:pt x="1760337" y="1027014"/>
                  </a:lnTo>
                  <a:lnTo>
                    <a:pt x="1761212" y="1026576"/>
                  </a:lnTo>
                  <a:lnTo>
                    <a:pt x="1762524" y="1025399"/>
                  </a:lnTo>
                  <a:cubicBezTo>
                    <a:pt x="1762524" y="1025399"/>
                    <a:pt x="1763837" y="1024760"/>
                    <a:pt x="1764274" y="1024760"/>
                  </a:cubicBezTo>
                  <a:cubicBezTo>
                    <a:pt x="1764712" y="1024760"/>
                    <a:pt x="1766024" y="1023986"/>
                    <a:pt x="1766024" y="1023986"/>
                  </a:cubicBezTo>
                  <a:lnTo>
                    <a:pt x="1767101" y="1022775"/>
                  </a:lnTo>
                  <a:lnTo>
                    <a:pt x="1767976" y="1021026"/>
                  </a:lnTo>
                  <a:cubicBezTo>
                    <a:pt x="1767976" y="1021026"/>
                    <a:pt x="1769928" y="1018402"/>
                    <a:pt x="1770029" y="1017998"/>
                  </a:cubicBezTo>
                  <a:cubicBezTo>
                    <a:pt x="1770130" y="1017561"/>
                    <a:pt x="1771442" y="1016249"/>
                    <a:pt x="1771779" y="1015711"/>
                  </a:cubicBezTo>
                  <a:cubicBezTo>
                    <a:pt x="1772116" y="1015172"/>
                    <a:pt x="1772553" y="1013423"/>
                    <a:pt x="1772856" y="1012549"/>
                  </a:cubicBezTo>
                  <a:cubicBezTo>
                    <a:pt x="1773193" y="1011674"/>
                    <a:pt x="1775145" y="1008074"/>
                    <a:pt x="1775145" y="1008074"/>
                  </a:cubicBezTo>
                  <a:cubicBezTo>
                    <a:pt x="1775145" y="1008074"/>
                    <a:pt x="1779486" y="1002961"/>
                    <a:pt x="1780799" y="1002221"/>
                  </a:cubicBezTo>
                  <a:cubicBezTo>
                    <a:pt x="1782111" y="1001447"/>
                    <a:pt x="1785477" y="998958"/>
                    <a:pt x="1785477" y="998958"/>
                  </a:cubicBezTo>
                  <a:lnTo>
                    <a:pt x="1790357" y="990918"/>
                  </a:lnTo>
                  <a:lnTo>
                    <a:pt x="1797861" y="982441"/>
                  </a:lnTo>
                  <a:lnTo>
                    <a:pt x="1807857" y="975814"/>
                  </a:lnTo>
                  <a:cubicBezTo>
                    <a:pt x="1807857" y="975814"/>
                    <a:pt x="1817112" y="970398"/>
                    <a:pt x="1817415" y="970163"/>
                  </a:cubicBezTo>
                  <a:cubicBezTo>
                    <a:pt x="1817751" y="969927"/>
                    <a:pt x="1825795" y="963973"/>
                    <a:pt x="1825795" y="963973"/>
                  </a:cubicBezTo>
                  <a:lnTo>
                    <a:pt x="1831449" y="959297"/>
                  </a:lnTo>
                  <a:lnTo>
                    <a:pt x="1845483" y="949306"/>
                  </a:lnTo>
                  <a:lnTo>
                    <a:pt x="1853627" y="942141"/>
                  </a:lnTo>
                  <a:cubicBezTo>
                    <a:pt x="1853627" y="942141"/>
                    <a:pt x="1856892" y="939752"/>
                    <a:pt x="1857329" y="939651"/>
                  </a:cubicBezTo>
                  <a:cubicBezTo>
                    <a:pt x="1857767" y="939550"/>
                    <a:pt x="1860796" y="936725"/>
                    <a:pt x="1861334" y="936287"/>
                  </a:cubicBezTo>
                  <a:cubicBezTo>
                    <a:pt x="1861873" y="935850"/>
                    <a:pt x="1865473" y="934000"/>
                    <a:pt x="1866651" y="933024"/>
                  </a:cubicBezTo>
                  <a:cubicBezTo>
                    <a:pt x="1867863" y="932049"/>
                    <a:pt x="1871868" y="930737"/>
                    <a:pt x="1872844" y="930098"/>
                  </a:cubicBezTo>
                  <a:cubicBezTo>
                    <a:pt x="1873820" y="929425"/>
                    <a:pt x="1877959" y="928046"/>
                    <a:pt x="1877959" y="928046"/>
                  </a:cubicBezTo>
                  <a:lnTo>
                    <a:pt x="1882099" y="925018"/>
                  </a:lnTo>
                  <a:lnTo>
                    <a:pt x="1897210" y="922966"/>
                  </a:lnTo>
                  <a:lnTo>
                    <a:pt x="1915787" y="918055"/>
                  </a:lnTo>
                  <a:lnTo>
                    <a:pt x="1918816" y="917617"/>
                  </a:lnTo>
                  <a:cubicBezTo>
                    <a:pt x="1918816" y="917617"/>
                    <a:pt x="1922619" y="918694"/>
                    <a:pt x="1925008" y="920006"/>
                  </a:cubicBezTo>
                  <a:cubicBezTo>
                    <a:pt x="1927398" y="921318"/>
                    <a:pt x="1927196" y="919669"/>
                    <a:pt x="1927936" y="919569"/>
                  </a:cubicBezTo>
                  <a:cubicBezTo>
                    <a:pt x="1928710" y="919468"/>
                    <a:pt x="1930864" y="918257"/>
                    <a:pt x="1931201" y="918257"/>
                  </a:cubicBezTo>
                  <a:cubicBezTo>
                    <a:pt x="1931537" y="918257"/>
                    <a:pt x="1934364" y="917517"/>
                    <a:pt x="1934364" y="917517"/>
                  </a:cubicBezTo>
                  <a:cubicBezTo>
                    <a:pt x="1934364" y="917517"/>
                    <a:pt x="1938369" y="914893"/>
                    <a:pt x="1938807" y="914893"/>
                  </a:cubicBezTo>
                  <a:cubicBezTo>
                    <a:pt x="1939244" y="914893"/>
                    <a:pt x="1942273" y="914893"/>
                    <a:pt x="1942273" y="914893"/>
                  </a:cubicBezTo>
                  <a:cubicBezTo>
                    <a:pt x="1942273" y="914893"/>
                    <a:pt x="1944999" y="915666"/>
                    <a:pt x="1946615" y="915666"/>
                  </a:cubicBezTo>
                  <a:cubicBezTo>
                    <a:pt x="1948230" y="915666"/>
                    <a:pt x="1951192" y="917617"/>
                    <a:pt x="1951629" y="917617"/>
                  </a:cubicBezTo>
                  <a:cubicBezTo>
                    <a:pt x="1952067" y="917617"/>
                    <a:pt x="1956072" y="918694"/>
                    <a:pt x="1956509" y="918828"/>
                  </a:cubicBezTo>
                  <a:cubicBezTo>
                    <a:pt x="1956947" y="918929"/>
                    <a:pt x="1966841" y="922091"/>
                    <a:pt x="1967279" y="922091"/>
                  </a:cubicBezTo>
                  <a:cubicBezTo>
                    <a:pt x="1967716" y="922091"/>
                    <a:pt x="1975961" y="921991"/>
                    <a:pt x="1976197" y="921553"/>
                  </a:cubicBezTo>
                  <a:cubicBezTo>
                    <a:pt x="1976399" y="921116"/>
                    <a:pt x="1980337" y="915902"/>
                    <a:pt x="1980337" y="915902"/>
                  </a:cubicBezTo>
                  <a:cubicBezTo>
                    <a:pt x="1980337" y="915902"/>
                    <a:pt x="1983702" y="913715"/>
                    <a:pt x="1983803" y="913413"/>
                  </a:cubicBezTo>
                  <a:cubicBezTo>
                    <a:pt x="1983904" y="913076"/>
                    <a:pt x="1989659" y="910385"/>
                    <a:pt x="1989659" y="910385"/>
                  </a:cubicBezTo>
                  <a:cubicBezTo>
                    <a:pt x="1989659" y="910385"/>
                    <a:pt x="1991947" y="907896"/>
                    <a:pt x="1992250" y="907357"/>
                  </a:cubicBezTo>
                  <a:cubicBezTo>
                    <a:pt x="1992587" y="906819"/>
                    <a:pt x="1992048" y="904733"/>
                    <a:pt x="1992048" y="904733"/>
                  </a:cubicBezTo>
                  <a:lnTo>
                    <a:pt x="1987471" y="899519"/>
                  </a:lnTo>
                  <a:lnTo>
                    <a:pt x="1989659" y="888015"/>
                  </a:lnTo>
                  <a:lnTo>
                    <a:pt x="1992688" y="880076"/>
                  </a:lnTo>
                  <a:lnTo>
                    <a:pt x="1993563" y="869008"/>
                  </a:lnTo>
                  <a:lnTo>
                    <a:pt x="1992149" y="858344"/>
                  </a:lnTo>
                  <a:cubicBezTo>
                    <a:pt x="1992149" y="858344"/>
                    <a:pt x="1993125" y="852155"/>
                    <a:pt x="1993226" y="851818"/>
                  </a:cubicBezTo>
                  <a:cubicBezTo>
                    <a:pt x="1993327" y="851482"/>
                    <a:pt x="1993226" y="848017"/>
                    <a:pt x="1993226" y="847681"/>
                  </a:cubicBezTo>
                  <a:cubicBezTo>
                    <a:pt x="1993226" y="847344"/>
                    <a:pt x="1993664" y="843005"/>
                    <a:pt x="1993866" y="842467"/>
                  </a:cubicBezTo>
                  <a:cubicBezTo>
                    <a:pt x="1994068" y="841928"/>
                    <a:pt x="1996053" y="839876"/>
                    <a:pt x="1996457" y="839203"/>
                  </a:cubicBezTo>
                  <a:cubicBezTo>
                    <a:pt x="1996895" y="838564"/>
                    <a:pt x="2000058" y="837252"/>
                    <a:pt x="2002212" y="835739"/>
                  </a:cubicBezTo>
                  <a:cubicBezTo>
                    <a:pt x="2004400" y="834225"/>
                    <a:pt x="2008068" y="831735"/>
                    <a:pt x="2008405" y="831500"/>
                  </a:cubicBezTo>
                  <a:cubicBezTo>
                    <a:pt x="2008741" y="831264"/>
                    <a:pt x="2015674" y="830861"/>
                    <a:pt x="2015674" y="830861"/>
                  </a:cubicBezTo>
                  <a:lnTo>
                    <a:pt x="2017087" y="829179"/>
                  </a:lnTo>
                  <a:lnTo>
                    <a:pt x="2017828" y="827160"/>
                  </a:lnTo>
                  <a:lnTo>
                    <a:pt x="2017828" y="823696"/>
                  </a:lnTo>
                  <a:cubicBezTo>
                    <a:pt x="2017828" y="823696"/>
                    <a:pt x="2017828" y="816631"/>
                    <a:pt x="2017828" y="816194"/>
                  </a:cubicBezTo>
                  <a:cubicBezTo>
                    <a:pt x="2017828" y="815757"/>
                    <a:pt x="2017188" y="811955"/>
                    <a:pt x="2016751" y="810643"/>
                  </a:cubicBezTo>
                  <a:cubicBezTo>
                    <a:pt x="2016313" y="809331"/>
                    <a:pt x="2015337" y="807380"/>
                    <a:pt x="2014900" y="807044"/>
                  </a:cubicBezTo>
                  <a:cubicBezTo>
                    <a:pt x="2014462" y="806708"/>
                    <a:pt x="2012409" y="803344"/>
                    <a:pt x="2012174" y="802805"/>
                  </a:cubicBezTo>
                  <a:cubicBezTo>
                    <a:pt x="2011972" y="802267"/>
                    <a:pt x="2008371" y="798029"/>
                    <a:pt x="2008371" y="798029"/>
                  </a:cubicBezTo>
                  <a:cubicBezTo>
                    <a:pt x="2008371" y="798029"/>
                    <a:pt x="2005880" y="792814"/>
                    <a:pt x="2005880" y="792377"/>
                  </a:cubicBezTo>
                  <a:cubicBezTo>
                    <a:pt x="2005880" y="791940"/>
                    <a:pt x="2003491" y="789350"/>
                    <a:pt x="2003491" y="789350"/>
                  </a:cubicBezTo>
                  <a:lnTo>
                    <a:pt x="1997837" y="782487"/>
                  </a:lnTo>
                  <a:cubicBezTo>
                    <a:pt x="1997837" y="782487"/>
                    <a:pt x="1995650" y="778248"/>
                    <a:pt x="1995347" y="777710"/>
                  </a:cubicBezTo>
                  <a:cubicBezTo>
                    <a:pt x="1995010" y="777172"/>
                    <a:pt x="1990568" y="772933"/>
                    <a:pt x="1990568" y="772933"/>
                  </a:cubicBezTo>
                  <a:cubicBezTo>
                    <a:pt x="1990568" y="772933"/>
                    <a:pt x="1988077" y="769771"/>
                    <a:pt x="1987842" y="769468"/>
                  </a:cubicBezTo>
                  <a:cubicBezTo>
                    <a:pt x="1987640" y="769132"/>
                    <a:pt x="1982962" y="762606"/>
                    <a:pt x="1982962" y="762606"/>
                  </a:cubicBezTo>
                  <a:lnTo>
                    <a:pt x="1981346" y="755878"/>
                  </a:lnTo>
                  <a:lnTo>
                    <a:pt x="1981346" y="748040"/>
                  </a:lnTo>
                  <a:lnTo>
                    <a:pt x="1980370" y="735560"/>
                  </a:lnTo>
                  <a:lnTo>
                    <a:pt x="1978317" y="727419"/>
                  </a:lnTo>
                  <a:lnTo>
                    <a:pt x="1975591" y="719816"/>
                  </a:lnTo>
                  <a:lnTo>
                    <a:pt x="1974514" y="711137"/>
                  </a:lnTo>
                  <a:lnTo>
                    <a:pt x="1973538" y="702997"/>
                  </a:lnTo>
                  <a:lnTo>
                    <a:pt x="1974514" y="698993"/>
                  </a:lnTo>
                  <a:cubicBezTo>
                    <a:pt x="1974514" y="698993"/>
                    <a:pt x="1972764" y="690516"/>
                    <a:pt x="1972461" y="690180"/>
                  </a:cubicBezTo>
                  <a:cubicBezTo>
                    <a:pt x="1972125" y="689844"/>
                    <a:pt x="1971687" y="687455"/>
                    <a:pt x="1971216" y="686580"/>
                  </a:cubicBezTo>
                  <a:cubicBezTo>
                    <a:pt x="1970745" y="685706"/>
                    <a:pt x="1971384" y="682005"/>
                    <a:pt x="1971149" y="680929"/>
                  </a:cubicBezTo>
                  <a:cubicBezTo>
                    <a:pt x="1970913" y="679853"/>
                    <a:pt x="1971351" y="676051"/>
                    <a:pt x="1971149" y="674941"/>
                  </a:cubicBezTo>
                  <a:cubicBezTo>
                    <a:pt x="1970913" y="673865"/>
                    <a:pt x="1970173" y="673865"/>
                    <a:pt x="1969735" y="673730"/>
                  </a:cubicBezTo>
                  <a:cubicBezTo>
                    <a:pt x="1969298" y="673629"/>
                    <a:pt x="1967144" y="675681"/>
                    <a:pt x="1966706" y="676455"/>
                  </a:cubicBezTo>
                  <a:cubicBezTo>
                    <a:pt x="1966269" y="677229"/>
                    <a:pt x="1962028" y="676892"/>
                    <a:pt x="1961591" y="676657"/>
                  </a:cubicBezTo>
                  <a:cubicBezTo>
                    <a:pt x="1961154" y="676455"/>
                    <a:pt x="1958326" y="674268"/>
                    <a:pt x="1958326" y="674268"/>
                  </a:cubicBezTo>
                  <a:cubicBezTo>
                    <a:pt x="1958326" y="674268"/>
                    <a:pt x="1956913" y="671544"/>
                    <a:pt x="1956812" y="671005"/>
                  </a:cubicBezTo>
                  <a:cubicBezTo>
                    <a:pt x="1956711" y="670467"/>
                    <a:pt x="1956173" y="669592"/>
                    <a:pt x="1956173" y="669592"/>
                  </a:cubicBezTo>
                  <a:lnTo>
                    <a:pt x="1955399" y="667978"/>
                  </a:lnTo>
                  <a:cubicBezTo>
                    <a:pt x="1955399" y="667978"/>
                    <a:pt x="1954759" y="665791"/>
                    <a:pt x="1954759" y="665354"/>
                  </a:cubicBezTo>
                  <a:cubicBezTo>
                    <a:pt x="1954759" y="664917"/>
                    <a:pt x="1954120" y="661216"/>
                    <a:pt x="1954120" y="661216"/>
                  </a:cubicBezTo>
                  <a:lnTo>
                    <a:pt x="1954658" y="658592"/>
                  </a:lnTo>
                  <a:lnTo>
                    <a:pt x="1954860" y="657381"/>
                  </a:lnTo>
                  <a:lnTo>
                    <a:pt x="1956812" y="654555"/>
                  </a:lnTo>
                  <a:lnTo>
                    <a:pt x="1959841" y="652806"/>
                  </a:lnTo>
                  <a:cubicBezTo>
                    <a:pt x="1959841" y="652806"/>
                    <a:pt x="1962129" y="653782"/>
                    <a:pt x="1963005" y="650956"/>
                  </a:cubicBezTo>
                  <a:cubicBezTo>
                    <a:pt x="1963880" y="648130"/>
                    <a:pt x="1961591" y="647928"/>
                    <a:pt x="1961591" y="647928"/>
                  </a:cubicBezTo>
                  <a:lnTo>
                    <a:pt x="1959639" y="647188"/>
                  </a:lnTo>
                  <a:lnTo>
                    <a:pt x="1955937" y="647188"/>
                  </a:lnTo>
                  <a:lnTo>
                    <a:pt x="1944192" y="647525"/>
                  </a:lnTo>
                  <a:cubicBezTo>
                    <a:pt x="1944192" y="647525"/>
                    <a:pt x="1933523" y="646112"/>
                    <a:pt x="1932547" y="646347"/>
                  </a:cubicBezTo>
                  <a:cubicBezTo>
                    <a:pt x="1931571" y="646549"/>
                    <a:pt x="1926355" y="644699"/>
                    <a:pt x="1926355" y="644699"/>
                  </a:cubicBezTo>
                  <a:lnTo>
                    <a:pt x="1915484" y="637971"/>
                  </a:lnTo>
                  <a:lnTo>
                    <a:pt x="1908215" y="630133"/>
                  </a:lnTo>
                  <a:lnTo>
                    <a:pt x="1897984" y="619469"/>
                  </a:lnTo>
                  <a:lnTo>
                    <a:pt x="1892566" y="616105"/>
                  </a:lnTo>
                  <a:lnTo>
                    <a:pt x="1884421" y="607527"/>
                  </a:lnTo>
                  <a:lnTo>
                    <a:pt x="1879979" y="602414"/>
                  </a:lnTo>
                  <a:lnTo>
                    <a:pt x="1871599" y="596662"/>
                  </a:lnTo>
                  <a:lnTo>
                    <a:pt x="1864969" y="588723"/>
                  </a:lnTo>
                  <a:lnTo>
                    <a:pt x="1854872" y="576882"/>
                  </a:lnTo>
                  <a:lnTo>
                    <a:pt x="1847468" y="570355"/>
                  </a:lnTo>
                  <a:lnTo>
                    <a:pt x="1841612" y="562753"/>
                  </a:lnTo>
                  <a:lnTo>
                    <a:pt x="1837608" y="558615"/>
                  </a:lnTo>
                  <a:lnTo>
                    <a:pt x="1825122" y="552190"/>
                  </a:lnTo>
                  <a:lnTo>
                    <a:pt x="1820242" y="548389"/>
                  </a:lnTo>
                  <a:lnTo>
                    <a:pt x="1811862" y="546202"/>
                  </a:lnTo>
                  <a:lnTo>
                    <a:pt x="1796549" y="537523"/>
                  </a:lnTo>
                  <a:lnTo>
                    <a:pt x="1780361" y="535034"/>
                  </a:lnTo>
                  <a:lnTo>
                    <a:pt x="1765688" y="530459"/>
                  </a:lnTo>
                  <a:cubicBezTo>
                    <a:pt x="1765688" y="530459"/>
                    <a:pt x="1759495" y="529820"/>
                    <a:pt x="1757207" y="529820"/>
                  </a:cubicBezTo>
                  <a:cubicBezTo>
                    <a:pt x="1754918" y="529820"/>
                    <a:pt x="1748524" y="530022"/>
                    <a:pt x="1746673" y="530257"/>
                  </a:cubicBezTo>
                  <a:cubicBezTo>
                    <a:pt x="1744822" y="530459"/>
                    <a:pt x="1739168" y="530257"/>
                    <a:pt x="1736240" y="530055"/>
                  </a:cubicBezTo>
                  <a:cubicBezTo>
                    <a:pt x="1733312" y="529853"/>
                    <a:pt x="1726884" y="529853"/>
                    <a:pt x="1725167" y="529517"/>
                  </a:cubicBezTo>
                  <a:cubicBezTo>
                    <a:pt x="1723418" y="529181"/>
                    <a:pt x="1721466" y="529181"/>
                    <a:pt x="1721028" y="529080"/>
                  </a:cubicBezTo>
                  <a:cubicBezTo>
                    <a:pt x="1720590" y="528979"/>
                    <a:pt x="1717764" y="526691"/>
                    <a:pt x="1717764" y="526691"/>
                  </a:cubicBezTo>
                  <a:lnTo>
                    <a:pt x="1706792" y="522453"/>
                  </a:lnTo>
                  <a:lnTo>
                    <a:pt x="1702787" y="517575"/>
                  </a:lnTo>
                  <a:cubicBezTo>
                    <a:pt x="1702787" y="517575"/>
                    <a:pt x="1698749" y="517474"/>
                    <a:pt x="1697907" y="517373"/>
                  </a:cubicBezTo>
                  <a:cubicBezTo>
                    <a:pt x="1697032" y="517272"/>
                    <a:pt x="1694643" y="517373"/>
                    <a:pt x="1693128" y="517138"/>
                  </a:cubicBezTo>
                  <a:cubicBezTo>
                    <a:pt x="1691614" y="516936"/>
                    <a:pt x="1688248" y="516599"/>
                    <a:pt x="1686936" y="516364"/>
                  </a:cubicBezTo>
                  <a:cubicBezTo>
                    <a:pt x="1685623" y="516162"/>
                    <a:pt x="1680508" y="516162"/>
                    <a:pt x="1679094" y="515927"/>
                  </a:cubicBezTo>
                  <a:cubicBezTo>
                    <a:pt x="1677681" y="515725"/>
                    <a:pt x="1672902" y="515725"/>
                    <a:pt x="1672902" y="515725"/>
                  </a:cubicBezTo>
                  <a:lnTo>
                    <a:pt x="1667248" y="513975"/>
                  </a:lnTo>
                  <a:cubicBezTo>
                    <a:pt x="1667248" y="513975"/>
                    <a:pt x="1661695" y="510376"/>
                    <a:pt x="1661493" y="510073"/>
                  </a:cubicBezTo>
                  <a:cubicBezTo>
                    <a:pt x="1661257" y="509737"/>
                    <a:pt x="1657589" y="506171"/>
                    <a:pt x="1657589" y="506171"/>
                  </a:cubicBezTo>
                  <a:cubicBezTo>
                    <a:pt x="1657589" y="506171"/>
                    <a:pt x="1655839" y="503144"/>
                    <a:pt x="1654661" y="502908"/>
                  </a:cubicBezTo>
                  <a:cubicBezTo>
                    <a:pt x="1653450" y="502706"/>
                    <a:pt x="1648570" y="501596"/>
                    <a:pt x="1648132" y="501596"/>
                  </a:cubicBezTo>
                  <a:cubicBezTo>
                    <a:pt x="1647695" y="501596"/>
                    <a:pt x="1643791" y="499309"/>
                    <a:pt x="1643791" y="499309"/>
                  </a:cubicBezTo>
                  <a:cubicBezTo>
                    <a:pt x="1643791" y="499309"/>
                    <a:pt x="1639887" y="495171"/>
                    <a:pt x="1639113" y="494868"/>
                  </a:cubicBezTo>
                  <a:cubicBezTo>
                    <a:pt x="1638339" y="494532"/>
                    <a:pt x="1636521" y="493893"/>
                    <a:pt x="1636185" y="493657"/>
                  </a:cubicBezTo>
                  <a:cubicBezTo>
                    <a:pt x="1635848" y="493455"/>
                    <a:pt x="1630093" y="491908"/>
                    <a:pt x="1630093" y="491908"/>
                  </a:cubicBezTo>
                  <a:lnTo>
                    <a:pt x="1624338" y="490495"/>
                  </a:lnTo>
                  <a:lnTo>
                    <a:pt x="1620199" y="486896"/>
                  </a:lnTo>
                  <a:lnTo>
                    <a:pt x="1616934" y="483195"/>
                  </a:lnTo>
                  <a:cubicBezTo>
                    <a:pt x="1616934" y="483195"/>
                    <a:pt x="1615420" y="481984"/>
                    <a:pt x="1615083" y="481984"/>
                  </a:cubicBezTo>
                  <a:cubicBezTo>
                    <a:pt x="1614747" y="481984"/>
                    <a:pt x="1610843" y="477981"/>
                    <a:pt x="1610843" y="477981"/>
                  </a:cubicBezTo>
                  <a:lnTo>
                    <a:pt x="1607377" y="474180"/>
                  </a:lnTo>
                  <a:lnTo>
                    <a:pt x="1606838" y="470143"/>
                  </a:lnTo>
                  <a:lnTo>
                    <a:pt x="1604550" y="462440"/>
                  </a:lnTo>
                  <a:lnTo>
                    <a:pt x="1604213" y="455039"/>
                  </a:lnTo>
                  <a:lnTo>
                    <a:pt x="1604651" y="448075"/>
                  </a:lnTo>
                  <a:lnTo>
                    <a:pt x="1609328" y="439161"/>
                  </a:lnTo>
                  <a:lnTo>
                    <a:pt x="1613367" y="434149"/>
                  </a:lnTo>
                  <a:cubicBezTo>
                    <a:pt x="1613367" y="434149"/>
                    <a:pt x="1614982" y="429473"/>
                    <a:pt x="1615117" y="428934"/>
                  </a:cubicBezTo>
                  <a:cubicBezTo>
                    <a:pt x="1615218" y="428396"/>
                    <a:pt x="1618045" y="424359"/>
                    <a:pt x="1618045" y="424359"/>
                  </a:cubicBezTo>
                  <a:lnTo>
                    <a:pt x="1621848" y="417396"/>
                  </a:lnTo>
                  <a:cubicBezTo>
                    <a:pt x="1621848" y="417396"/>
                    <a:pt x="1626290" y="410870"/>
                    <a:pt x="1626728" y="409995"/>
                  </a:cubicBezTo>
                  <a:cubicBezTo>
                    <a:pt x="1627165" y="409121"/>
                    <a:pt x="1629454" y="407708"/>
                    <a:pt x="1632382" y="406396"/>
                  </a:cubicBezTo>
                  <a:cubicBezTo>
                    <a:pt x="1635310" y="405084"/>
                    <a:pt x="1637396" y="400206"/>
                    <a:pt x="1638036" y="399433"/>
                  </a:cubicBezTo>
                  <a:cubicBezTo>
                    <a:pt x="1638675" y="398659"/>
                    <a:pt x="1639449" y="396607"/>
                    <a:pt x="1639651" y="396169"/>
                  </a:cubicBezTo>
                  <a:cubicBezTo>
                    <a:pt x="1639853" y="395732"/>
                    <a:pt x="1639988" y="392166"/>
                    <a:pt x="1639988" y="390417"/>
                  </a:cubicBezTo>
                  <a:cubicBezTo>
                    <a:pt x="1639988" y="388668"/>
                    <a:pt x="1639348" y="386178"/>
                    <a:pt x="1639012" y="385539"/>
                  </a:cubicBezTo>
                  <a:cubicBezTo>
                    <a:pt x="1638675" y="384900"/>
                    <a:pt x="1637497" y="381099"/>
                    <a:pt x="1637262" y="380325"/>
                  </a:cubicBezTo>
                  <a:cubicBezTo>
                    <a:pt x="1637060" y="379551"/>
                    <a:pt x="1634872" y="375548"/>
                    <a:pt x="1634872" y="375111"/>
                  </a:cubicBezTo>
                  <a:cubicBezTo>
                    <a:pt x="1634872" y="374674"/>
                    <a:pt x="1634771" y="373496"/>
                    <a:pt x="1634973" y="372386"/>
                  </a:cubicBezTo>
                  <a:cubicBezTo>
                    <a:pt x="1635175" y="371310"/>
                    <a:pt x="1636488" y="368047"/>
                    <a:pt x="1636723" y="367710"/>
                  </a:cubicBezTo>
                  <a:cubicBezTo>
                    <a:pt x="1636925" y="367374"/>
                    <a:pt x="1638473" y="366062"/>
                    <a:pt x="1638473" y="366062"/>
                  </a:cubicBezTo>
                  <a:cubicBezTo>
                    <a:pt x="1638473" y="366062"/>
                    <a:pt x="1645440" y="359771"/>
                    <a:pt x="1646517" y="358998"/>
                  </a:cubicBezTo>
                  <a:cubicBezTo>
                    <a:pt x="1647594" y="358224"/>
                    <a:pt x="1648368" y="356710"/>
                    <a:pt x="1648368" y="356710"/>
                  </a:cubicBezTo>
                  <a:cubicBezTo>
                    <a:pt x="1648368" y="356710"/>
                    <a:pt x="1651296" y="347257"/>
                    <a:pt x="1651296" y="346820"/>
                  </a:cubicBezTo>
                  <a:cubicBezTo>
                    <a:pt x="1651296" y="346383"/>
                    <a:pt x="1651632" y="344331"/>
                    <a:pt x="1651632" y="344331"/>
                  </a:cubicBezTo>
                  <a:lnTo>
                    <a:pt x="1652507" y="334542"/>
                  </a:lnTo>
                  <a:cubicBezTo>
                    <a:pt x="1652507" y="334542"/>
                    <a:pt x="1652709" y="327276"/>
                    <a:pt x="1652507" y="326401"/>
                  </a:cubicBezTo>
                  <a:cubicBezTo>
                    <a:pt x="1652272" y="325526"/>
                    <a:pt x="1651969" y="320312"/>
                    <a:pt x="1651531" y="319673"/>
                  </a:cubicBezTo>
                  <a:cubicBezTo>
                    <a:pt x="1651094" y="319034"/>
                    <a:pt x="1650454" y="311869"/>
                    <a:pt x="1650320" y="311196"/>
                  </a:cubicBezTo>
                  <a:cubicBezTo>
                    <a:pt x="1650219" y="310557"/>
                    <a:pt x="1649680" y="304468"/>
                    <a:pt x="1649680" y="304468"/>
                  </a:cubicBezTo>
                  <a:lnTo>
                    <a:pt x="1645339" y="297740"/>
                  </a:lnTo>
                  <a:cubicBezTo>
                    <a:pt x="1645339" y="297740"/>
                    <a:pt x="1645002" y="295688"/>
                    <a:pt x="1644363" y="294712"/>
                  </a:cubicBezTo>
                  <a:cubicBezTo>
                    <a:pt x="1643724" y="293737"/>
                    <a:pt x="1644363" y="292324"/>
                    <a:pt x="1644363" y="292324"/>
                  </a:cubicBezTo>
                  <a:cubicBezTo>
                    <a:pt x="1644363" y="292324"/>
                    <a:pt x="1641435" y="290474"/>
                    <a:pt x="1639921" y="288523"/>
                  </a:cubicBezTo>
                  <a:cubicBezTo>
                    <a:pt x="1638406" y="286572"/>
                    <a:pt x="1638406" y="286033"/>
                    <a:pt x="1638305" y="285596"/>
                  </a:cubicBezTo>
                  <a:cubicBezTo>
                    <a:pt x="1638204" y="285159"/>
                    <a:pt x="1637093" y="284520"/>
                    <a:pt x="1636454" y="283308"/>
                  </a:cubicBezTo>
                  <a:cubicBezTo>
                    <a:pt x="1635815" y="282097"/>
                    <a:pt x="1635478" y="281694"/>
                    <a:pt x="1634401" y="280584"/>
                  </a:cubicBezTo>
                  <a:cubicBezTo>
                    <a:pt x="1633324" y="279507"/>
                    <a:pt x="1633190" y="278969"/>
                    <a:pt x="1632752" y="277993"/>
                  </a:cubicBezTo>
                  <a:cubicBezTo>
                    <a:pt x="1632315" y="277018"/>
                    <a:pt x="1631002" y="275706"/>
                    <a:pt x="1630699" y="274966"/>
                  </a:cubicBezTo>
                  <a:cubicBezTo>
                    <a:pt x="1630363" y="274192"/>
                    <a:pt x="1629622" y="273217"/>
                    <a:pt x="1629521" y="272678"/>
                  </a:cubicBezTo>
                  <a:cubicBezTo>
                    <a:pt x="1629420" y="272140"/>
                    <a:pt x="1628983" y="269954"/>
                    <a:pt x="1628882" y="269214"/>
                  </a:cubicBezTo>
                  <a:cubicBezTo>
                    <a:pt x="1628781" y="268440"/>
                    <a:pt x="1628646" y="267027"/>
                    <a:pt x="1628007" y="265850"/>
                  </a:cubicBezTo>
                  <a:cubicBezTo>
                    <a:pt x="1627367" y="264639"/>
                    <a:pt x="1628007" y="263461"/>
                    <a:pt x="1628007" y="262486"/>
                  </a:cubicBezTo>
                  <a:cubicBezTo>
                    <a:pt x="1628007" y="261510"/>
                    <a:pt x="1627132" y="260736"/>
                    <a:pt x="1626997" y="259323"/>
                  </a:cubicBezTo>
                  <a:cubicBezTo>
                    <a:pt x="1626863" y="257911"/>
                    <a:pt x="1626795" y="257911"/>
                    <a:pt x="1626795" y="257271"/>
                  </a:cubicBezTo>
                  <a:cubicBezTo>
                    <a:pt x="1626795" y="256632"/>
                    <a:pt x="1627233" y="253807"/>
                    <a:pt x="1626795" y="253470"/>
                  </a:cubicBezTo>
                  <a:cubicBezTo>
                    <a:pt x="1626358" y="253134"/>
                    <a:pt x="1626795" y="249871"/>
                    <a:pt x="1626795" y="249871"/>
                  </a:cubicBezTo>
                  <a:lnTo>
                    <a:pt x="1626795" y="243446"/>
                  </a:lnTo>
                  <a:cubicBezTo>
                    <a:pt x="1626795" y="243446"/>
                    <a:pt x="1625180" y="242033"/>
                    <a:pt x="1625012" y="241057"/>
                  </a:cubicBezTo>
                  <a:cubicBezTo>
                    <a:pt x="1624843" y="240082"/>
                    <a:pt x="1625079" y="238030"/>
                    <a:pt x="1625180" y="237020"/>
                  </a:cubicBezTo>
                  <a:cubicBezTo>
                    <a:pt x="1625281" y="236045"/>
                    <a:pt x="1625180" y="233858"/>
                    <a:pt x="1625180" y="232883"/>
                  </a:cubicBezTo>
                  <a:cubicBezTo>
                    <a:pt x="1625180" y="231907"/>
                    <a:pt x="1624944" y="230696"/>
                    <a:pt x="1624406" y="228880"/>
                  </a:cubicBezTo>
                  <a:cubicBezTo>
                    <a:pt x="1623867" y="227029"/>
                    <a:pt x="1624608" y="225617"/>
                    <a:pt x="1624406" y="224843"/>
                  </a:cubicBezTo>
                  <a:cubicBezTo>
                    <a:pt x="1624170" y="224069"/>
                    <a:pt x="1622790" y="220941"/>
                    <a:pt x="1622555" y="220503"/>
                  </a:cubicBezTo>
                  <a:cubicBezTo>
                    <a:pt x="1622353" y="220066"/>
                    <a:pt x="1620939" y="218014"/>
                    <a:pt x="1620502" y="217038"/>
                  </a:cubicBezTo>
                  <a:cubicBezTo>
                    <a:pt x="1620064" y="216063"/>
                    <a:pt x="1619425" y="215188"/>
                    <a:pt x="1618987" y="214549"/>
                  </a:cubicBezTo>
                  <a:cubicBezTo>
                    <a:pt x="1618550" y="213910"/>
                    <a:pt x="1616396" y="209974"/>
                    <a:pt x="1615723" y="209436"/>
                  </a:cubicBezTo>
                  <a:cubicBezTo>
                    <a:pt x="1615083" y="208898"/>
                    <a:pt x="1612896" y="207148"/>
                    <a:pt x="1612896" y="207148"/>
                  </a:cubicBezTo>
                  <a:lnTo>
                    <a:pt x="1610607" y="204962"/>
                  </a:lnTo>
                  <a:cubicBezTo>
                    <a:pt x="1610607" y="204962"/>
                    <a:pt x="1607679" y="198974"/>
                    <a:pt x="1607006" y="197897"/>
                  </a:cubicBezTo>
                  <a:cubicBezTo>
                    <a:pt x="1606367" y="196821"/>
                    <a:pt x="1606670" y="194298"/>
                    <a:pt x="1605929" y="192582"/>
                  </a:cubicBezTo>
                  <a:cubicBezTo>
                    <a:pt x="1605155" y="190833"/>
                    <a:pt x="1605054" y="190295"/>
                    <a:pt x="1604617" y="189656"/>
                  </a:cubicBezTo>
                  <a:cubicBezTo>
                    <a:pt x="1604179" y="189017"/>
                    <a:pt x="1603203" y="188344"/>
                    <a:pt x="1602564" y="187705"/>
                  </a:cubicBezTo>
                  <a:cubicBezTo>
                    <a:pt x="1601924" y="187065"/>
                    <a:pt x="1600713" y="187604"/>
                    <a:pt x="1599636" y="186931"/>
                  </a:cubicBezTo>
                  <a:cubicBezTo>
                    <a:pt x="1598559" y="186292"/>
                    <a:pt x="1597145" y="186595"/>
                    <a:pt x="1596169" y="186494"/>
                  </a:cubicBezTo>
                  <a:cubicBezTo>
                    <a:pt x="1595194" y="186393"/>
                    <a:pt x="1594218" y="186595"/>
                    <a:pt x="1593780" y="186595"/>
                  </a:cubicBezTo>
                  <a:cubicBezTo>
                    <a:pt x="1593343" y="186595"/>
                    <a:pt x="1591828" y="186494"/>
                    <a:pt x="1591391" y="186393"/>
                  </a:cubicBezTo>
                  <a:cubicBezTo>
                    <a:pt x="1590953" y="186292"/>
                    <a:pt x="1588799" y="186191"/>
                    <a:pt x="1588025" y="185955"/>
                  </a:cubicBezTo>
                  <a:cubicBezTo>
                    <a:pt x="1587251" y="185754"/>
                    <a:pt x="1586073" y="185754"/>
                    <a:pt x="1585737" y="185417"/>
                  </a:cubicBezTo>
                  <a:cubicBezTo>
                    <a:pt x="1585400" y="185081"/>
                    <a:pt x="1583448" y="184980"/>
                    <a:pt x="1583448" y="184980"/>
                  </a:cubicBezTo>
                  <a:lnTo>
                    <a:pt x="1580621" y="183231"/>
                  </a:lnTo>
                  <a:cubicBezTo>
                    <a:pt x="1580621" y="183231"/>
                    <a:pt x="1579309" y="181818"/>
                    <a:pt x="1577155" y="178992"/>
                  </a:cubicBezTo>
                  <a:cubicBezTo>
                    <a:pt x="1574967" y="176166"/>
                    <a:pt x="1576515" y="178016"/>
                    <a:pt x="1575943" y="177142"/>
                  </a:cubicBezTo>
                  <a:cubicBezTo>
                    <a:pt x="1575405" y="176267"/>
                    <a:pt x="1575068" y="173677"/>
                    <a:pt x="1574799" y="173004"/>
                  </a:cubicBezTo>
                  <a:cubicBezTo>
                    <a:pt x="1574530" y="172365"/>
                    <a:pt x="1574866" y="171356"/>
                    <a:pt x="1574799" y="170414"/>
                  </a:cubicBezTo>
                  <a:cubicBezTo>
                    <a:pt x="1574732" y="169438"/>
                    <a:pt x="1574866" y="169539"/>
                    <a:pt x="1574765" y="168564"/>
                  </a:cubicBezTo>
                  <a:cubicBezTo>
                    <a:pt x="1574664" y="167588"/>
                    <a:pt x="1574866" y="166814"/>
                    <a:pt x="1574765" y="166074"/>
                  </a:cubicBezTo>
                  <a:cubicBezTo>
                    <a:pt x="1574664" y="165301"/>
                    <a:pt x="1574126" y="164224"/>
                    <a:pt x="1573890" y="163686"/>
                  </a:cubicBezTo>
                  <a:cubicBezTo>
                    <a:pt x="1573655" y="163148"/>
                    <a:pt x="1572578" y="162071"/>
                    <a:pt x="1571938" y="161398"/>
                  </a:cubicBezTo>
                  <a:cubicBezTo>
                    <a:pt x="1571299" y="160759"/>
                    <a:pt x="1568909" y="160187"/>
                    <a:pt x="1568135" y="159986"/>
                  </a:cubicBezTo>
                  <a:cubicBezTo>
                    <a:pt x="1567361" y="159784"/>
                    <a:pt x="1566183" y="159885"/>
                    <a:pt x="1566183" y="159885"/>
                  </a:cubicBezTo>
                  <a:lnTo>
                    <a:pt x="1564568" y="159986"/>
                  </a:lnTo>
                  <a:lnTo>
                    <a:pt x="1563424" y="160356"/>
                  </a:lnTo>
                  <a:lnTo>
                    <a:pt x="1557231" y="160356"/>
                  </a:lnTo>
                  <a:lnTo>
                    <a:pt x="1551241" y="159716"/>
                  </a:lnTo>
                  <a:lnTo>
                    <a:pt x="1544274" y="156891"/>
                  </a:lnTo>
                  <a:lnTo>
                    <a:pt x="1541784" y="156891"/>
                  </a:lnTo>
                  <a:lnTo>
                    <a:pt x="1539058" y="155141"/>
                  </a:lnTo>
                  <a:lnTo>
                    <a:pt x="1537880" y="155141"/>
                  </a:lnTo>
                  <a:lnTo>
                    <a:pt x="1535591" y="155141"/>
                  </a:lnTo>
                  <a:lnTo>
                    <a:pt x="1534952" y="155141"/>
                  </a:lnTo>
                  <a:lnTo>
                    <a:pt x="1533202" y="155141"/>
                  </a:lnTo>
                  <a:cubicBezTo>
                    <a:pt x="1533202" y="155141"/>
                    <a:pt x="1531687" y="154805"/>
                    <a:pt x="1531250" y="154704"/>
                  </a:cubicBezTo>
                  <a:cubicBezTo>
                    <a:pt x="1530812" y="154603"/>
                    <a:pt x="1529500" y="154065"/>
                    <a:pt x="1529500" y="154065"/>
                  </a:cubicBezTo>
                  <a:cubicBezTo>
                    <a:pt x="1529500" y="154065"/>
                    <a:pt x="1528423" y="153729"/>
                    <a:pt x="1528086" y="153628"/>
                  </a:cubicBezTo>
                  <a:cubicBezTo>
                    <a:pt x="1527750" y="153527"/>
                    <a:pt x="1525259" y="151878"/>
                    <a:pt x="1525259" y="151878"/>
                  </a:cubicBezTo>
                  <a:lnTo>
                    <a:pt x="1523745" y="150567"/>
                  </a:lnTo>
                  <a:lnTo>
                    <a:pt x="1522769" y="149154"/>
                  </a:lnTo>
                  <a:lnTo>
                    <a:pt x="1521254" y="146664"/>
                  </a:lnTo>
                  <a:lnTo>
                    <a:pt x="1520043" y="145689"/>
                  </a:lnTo>
                  <a:cubicBezTo>
                    <a:pt x="1520043" y="145689"/>
                    <a:pt x="1518629" y="143839"/>
                    <a:pt x="1518293" y="143401"/>
                  </a:cubicBezTo>
                  <a:cubicBezTo>
                    <a:pt x="1517956" y="142964"/>
                    <a:pt x="1516778" y="142089"/>
                    <a:pt x="1516341" y="141988"/>
                  </a:cubicBezTo>
                  <a:cubicBezTo>
                    <a:pt x="1515903" y="141887"/>
                    <a:pt x="1513951" y="140037"/>
                    <a:pt x="1513413" y="139398"/>
                  </a:cubicBezTo>
                  <a:cubicBezTo>
                    <a:pt x="1512874" y="138759"/>
                    <a:pt x="1510586" y="137783"/>
                    <a:pt x="1509812" y="137346"/>
                  </a:cubicBezTo>
                  <a:cubicBezTo>
                    <a:pt x="1509038" y="136909"/>
                    <a:pt x="1506547" y="135597"/>
                    <a:pt x="1506110" y="135294"/>
                  </a:cubicBezTo>
                  <a:cubicBezTo>
                    <a:pt x="1505672" y="134958"/>
                    <a:pt x="1501970" y="131930"/>
                    <a:pt x="1501331" y="131392"/>
                  </a:cubicBezTo>
                  <a:cubicBezTo>
                    <a:pt x="1500691" y="130854"/>
                    <a:pt x="1499581" y="128129"/>
                    <a:pt x="1499581" y="128129"/>
                  </a:cubicBezTo>
                  <a:lnTo>
                    <a:pt x="1495340" y="123890"/>
                  </a:lnTo>
                  <a:lnTo>
                    <a:pt x="1494735" y="120728"/>
                  </a:lnTo>
                  <a:cubicBezTo>
                    <a:pt x="1494735" y="120728"/>
                    <a:pt x="1495138" y="117129"/>
                    <a:pt x="1494701" y="116052"/>
                  </a:cubicBezTo>
                  <a:cubicBezTo>
                    <a:pt x="1494263" y="114976"/>
                    <a:pt x="1494937" y="113563"/>
                    <a:pt x="1494701" y="113126"/>
                  </a:cubicBezTo>
                  <a:cubicBezTo>
                    <a:pt x="1494499" y="112688"/>
                    <a:pt x="1494701" y="109762"/>
                    <a:pt x="1494701" y="109762"/>
                  </a:cubicBezTo>
                  <a:cubicBezTo>
                    <a:pt x="1494701" y="109762"/>
                    <a:pt x="1493489" y="106297"/>
                    <a:pt x="1493288" y="105960"/>
                  </a:cubicBezTo>
                  <a:cubicBezTo>
                    <a:pt x="1493086" y="105624"/>
                    <a:pt x="1490124" y="103135"/>
                    <a:pt x="1490124" y="103135"/>
                  </a:cubicBezTo>
                  <a:lnTo>
                    <a:pt x="1484806" y="98694"/>
                  </a:lnTo>
                  <a:lnTo>
                    <a:pt x="1478715" y="93581"/>
                  </a:lnTo>
                  <a:lnTo>
                    <a:pt x="1472725" y="89006"/>
                  </a:lnTo>
                  <a:lnTo>
                    <a:pt x="1467946" y="84532"/>
                  </a:lnTo>
                  <a:cubicBezTo>
                    <a:pt x="1467946" y="84532"/>
                    <a:pt x="1466532" y="83119"/>
                    <a:pt x="1465893" y="82783"/>
                  </a:cubicBezTo>
                  <a:cubicBezTo>
                    <a:pt x="1465253" y="82446"/>
                    <a:pt x="1464479" y="79755"/>
                    <a:pt x="1464008" y="79419"/>
                  </a:cubicBezTo>
                  <a:cubicBezTo>
                    <a:pt x="1463537" y="79082"/>
                    <a:pt x="1463503" y="76492"/>
                    <a:pt x="1463369" y="76055"/>
                  </a:cubicBezTo>
                  <a:cubicBezTo>
                    <a:pt x="1463268" y="75617"/>
                    <a:pt x="1463369" y="73330"/>
                    <a:pt x="1463806" y="72354"/>
                  </a:cubicBezTo>
                  <a:cubicBezTo>
                    <a:pt x="1464244" y="71379"/>
                    <a:pt x="1463806" y="68318"/>
                    <a:pt x="1463806" y="67477"/>
                  </a:cubicBezTo>
                  <a:cubicBezTo>
                    <a:pt x="1463806" y="66602"/>
                    <a:pt x="1463335" y="63238"/>
                    <a:pt x="1463335" y="63238"/>
                  </a:cubicBezTo>
                  <a:lnTo>
                    <a:pt x="1461753" y="59235"/>
                  </a:lnTo>
                  <a:lnTo>
                    <a:pt x="1457614" y="54559"/>
                  </a:lnTo>
                  <a:lnTo>
                    <a:pt x="1454686" y="50960"/>
                  </a:lnTo>
                  <a:lnTo>
                    <a:pt x="1453171" y="47932"/>
                  </a:lnTo>
                  <a:cubicBezTo>
                    <a:pt x="1453171" y="47932"/>
                    <a:pt x="1450142" y="47730"/>
                    <a:pt x="1447753" y="45880"/>
                  </a:cubicBezTo>
                  <a:cubicBezTo>
                    <a:pt x="1445363" y="44030"/>
                    <a:pt x="1445027" y="42516"/>
                    <a:pt x="1445027" y="42516"/>
                  </a:cubicBezTo>
                  <a:lnTo>
                    <a:pt x="1444253" y="39589"/>
                  </a:lnTo>
                  <a:lnTo>
                    <a:pt x="1444253" y="37201"/>
                  </a:lnTo>
                  <a:cubicBezTo>
                    <a:pt x="1444253" y="37201"/>
                    <a:pt x="1448594" y="33837"/>
                    <a:pt x="1449032" y="33736"/>
                  </a:cubicBezTo>
                  <a:cubicBezTo>
                    <a:pt x="1449469" y="33635"/>
                    <a:pt x="1451219" y="32660"/>
                    <a:pt x="1451219" y="32660"/>
                  </a:cubicBezTo>
                  <a:cubicBezTo>
                    <a:pt x="1451219" y="32660"/>
                    <a:pt x="1453844" y="30036"/>
                    <a:pt x="1454147" y="29598"/>
                  </a:cubicBezTo>
                  <a:cubicBezTo>
                    <a:pt x="1454484" y="29161"/>
                    <a:pt x="1455561" y="28623"/>
                    <a:pt x="1455561" y="28623"/>
                  </a:cubicBezTo>
                  <a:cubicBezTo>
                    <a:pt x="1455561" y="28623"/>
                    <a:pt x="1457412" y="26335"/>
                    <a:pt x="1457849" y="26133"/>
                  </a:cubicBezTo>
                  <a:cubicBezTo>
                    <a:pt x="1458287" y="25932"/>
                    <a:pt x="1459263" y="24519"/>
                    <a:pt x="1459801" y="23543"/>
                  </a:cubicBezTo>
                  <a:cubicBezTo>
                    <a:pt x="1460340" y="22568"/>
                    <a:pt x="1460676" y="20381"/>
                    <a:pt x="1461215" y="19506"/>
                  </a:cubicBezTo>
                  <a:cubicBezTo>
                    <a:pt x="1461753" y="18632"/>
                    <a:pt x="1462090" y="17454"/>
                    <a:pt x="1462965" y="16479"/>
                  </a:cubicBezTo>
                  <a:cubicBezTo>
                    <a:pt x="1463840" y="15503"/>
                    <a:pt x="1462965" y="13451"/>
                    <a:pt x="1462965" y="13014"/>
                  </a:cubicBezTo>
                  <a:cubicBezTo>
                    <a:pt x="1462965" y="12577"/>
                    <a:pt x="1462426" y="9112"/>
                    <a:pt x="1462426" y="9112"/>
                  </a:cubicBezTo>
                  <a:lnTo>
                    <a:pt x="1459599" y="8237"/>
                  </a:lnTo>
                  <a:cubicBezTo>
                    <a:pt x="1459599" y="8237"/>
                    <a:pt x="1457748" y="6387"/>
                    <a:pt x="1457412" y="6387"/>
                  </a:cubicBezTo>
                  <a:cubicBezTo>
                    <a:pt x="1457075" y="6387"/>
                    <a:pt x="1451421" y="5411"/>
                    <a:pt x="1451421" y="5411"/>
                  </a:cubicBezTo>
                  <a:cubicBezTo>
                    <a:pt x="1451421" y="5411"/>
                    <a:pt x="1446743" y="4772"/>
                    <a:pt x="1446407" y="4772"/>
                  </a:cubicBezTo>
                  <a:cubicBezTo>
                    <a:pt x="1446070" y="4772"/>
                    <a:pt x="1442940" y="4133"/>
                    <a:pt x="1442604" y="4133"/>
                  </a:cubicBezTo>
                  <a:cubicBezTo>
                    <a:pt x="1442267" y="4133"/>
                    <a:pt x="1438700" y="4907"/>
                    <a:pt x="1438363" y="5008"/>
                  </a:cubicBezTo>
                  <a:cubicBezTo>
                    <a:pt x="1438027" y="5109"/>
                    <a:pt x="1436748" y="5445"/>
                    <a:pt x="1436748" y="5445"/>
                  </a:cubicBezTo>
                  <a:cubicBezTo>
                    <a:pt x="1436748" y="5445"/>
                    <a:pt x="1434695" y="6522"/>
                    <a:pt x="1433147" y="7194"/>
                  </a:cubicBezTo>
                  <a:cubicBezTo>
                    <a:pt x="1431632" y="7834"/>
                    <a:pt x="1431733" y="7194"/>
                    <a:pt x="1429344" y="7733"/>
                  </a:cubicBezTo>
                  <a:cubicBezTo>
                    <a:pt x="1426954" y="8271"/>
                    <a:pt x="1425743" y="7396"/>
                    <a:pt x="1425440" y="7396"/>
                  </a:cubicBezTo>
                  <a:cubicBezTo>
                    <a:pt x="1425103" y="7396"/>
                    <a:pt x="1418372" y="5647"/>
                    <a:pt x="1416959" y="5647"/>
                  </a:cubicBezTo>
                  <a:cubicBezTo>
                    <a:pt x="1415545" y="5647"/>
                    <a:pt x="1412079" y="5109"/>
                    <a:pt x="1411641" y="5109"/>
                  </a:cubicBezTo>
                  <a:cubicBezTo>
                    <a:pt x="1411204" y="5109"/>
                    <a:pt x="1407939" y="4032"/>
                    <a:pt x="1407939" y="4032"/>
                  </a:cubicBezTo>
                  <a:cubicBezTo>
                    <a:pt x="1407939" y="4032"/>
                    <a:pt x="1406324" y="2283"/>
                    <a:pt x="1405651" y="2081"/>
                  </a:cubicBezTo>
                  <a:cubicBezTo>
                    <a:pt x="1405012" y="1879"/>
                    <a:pt x="1401612" y="1442"/>
                    <a:pt x="1400435" y="1106"/>
                  </a:cubicBezTo>
                  <a:cubicBezTo>
                    <a:pt x="1399257" y="769"/>
                    <a:pt x="1397069" y="-105"/>
                    <a:pt x="1396632" y="29"/>
                  </a:cubicBezTo>
                  <a:cubicBezTo>
                    <a:pt x="1396194" y="130"/>
                    <a:pt x="1393367" y="-72"/>
                    <a:pt x="1393030" y="29"/>
                  </a:cubicBezTo>
                  <a:cubicBezTo>
                    <a:pt x="1392694" y="130"/>
                    <a:pt x="1389564" y="1005"/>
                    <a:pt x="1387175" y="1240"/>
                  </a:cubicBezTo>
                  <a:cubicBezTo>
                    <a:pt x="1384785" y="1442"/>
                    <a:pt x="1382833" y="1240"/>
                    <a:pt x="1382295" y="1240"/>
                  </a:cubicBezTo>
                  <a:cubicBezTo>
                    <a:pt x="1381756" y="1240"/>
                    <a:pt x="1378828" y="2115"/>
                    <a:pt x="1378155" y="2216"/>
                  </a:cubicBezTo>
                  <a:cubicBezTo>
                    <a:pt x="1377516" y="2317"/>
                    <a:pt x="1376102" y="2653"/>
                    <a:pt x="1375665" y="2754"/>
                  </a:cubicBezTo>
                  <a:cubicBezTo>
                    <a:pt x="1375227" y="2855"/>
                    <a:pt x="1373814" y="3965"/>
                    <a:pt x="1373477" y="4066"/>
                  </a:cubicBezTo>
                  <a:cubicBezTo>
                    <a:pt x="1373141" y="4167"/>
                    <a:pt x="1371626" y="5714"/>
                    <a:pt x="1371626" y="5714"/>
                  </a:cubicBezTo>
                  <a:cubicBezTo>
                    <a:pt x="1371626" y="5714"/>
                    <a:pt x="1369876" y="8540"/>
                    <a:pt x="1369573" y="8977"/>
                  </a:cubicBezTo>
                  <a:cubicBezTo>
                    <a:pt x="1369270" y="9415"/>
                    <a:pt x="1368597" y="11467"/>
                    <a:pt x="1368160" y="12577"/>
                  </a:cubicBezTo>
                  <a:cubicBezTo>
                    <a:pt x="1367722" y="13653"/>
                    <a:pt x="1367285" y="15503"/>
                    <a:pt x="1367285" y="15941"/>
                  </a:cubicBezTo>
                  <a:cubicBezTo>
                    <a:pt x="1367285" y="16378"/>
                    <a:pt x="1367487" y="19103"/>
                    <a:pt x="1367487" y="19540"/>
                  </a:cubicBezTo>
                  <a:cubicBezTo>
                    <a:pt x="1367487" y="19977"/>
                    <a:pt x="1368900" y="24653"/>
                    <a:pt x="1368900" y="24653"/>
                  </a:cubicBezTo>
                  <a:cubicBezTo>
                    <a:pt x="1368900" y="24653"/>
                    <a:pt x="1369674" y="30944"/>
                    <a:pt x="1369540" y="31381"/>
                  </a:cubicBezTo>
                  <a:cubicBezTo>
                    <a:pt x="1369439" y="31819"/>
                    <a:pt x="1368564" y="34846"/>
                    <a:pt x="1368025" y="36158"/>
                  </a:cubicBezTo>
                  <a:cubicBezTo>
                    <a:pt x="1367487" y="37470"/>
                    <a:pt x="1366948" y="38547"/>
                    <a:pt x="1366073" y="39858"/>
                  </a:cubicBezTo>
                  <a:cubicBezTo>
                    <a:pt x="1365198" y="41170"/>
                    <a:pt x="1364996" y="41810"/>
                    <a:pt x="1364121" y="42348"/>
                  </a:cubicBezTo>
                  <a:cubicBezTo>
                    <a:pt x="1363246" y="42886"/>
                    <a:pt x="1360958" y="45813"/>
                    <a:pt x="1360083" y="46048"/>
                  </a:cubicBezTo>
                  <a:cubicBezTo>
                    <a:pt x="1359208" y="46250"/>
                    <a:pt x="1355405" y="47797"/>
                    <a:pt x="1353655" y="48235"/>
                  </a:cubicBezTo>
                  <a:cubicBezTo>
                    <a:pt x="1351905" y="48672"/>
                    <a:pt x="1350188" y="49984"/>
                    <a:pt x="1349515" y="50085"/>
                  </a:cubicBezTo>
                  <a:cubicBezTo>
                    <a:pt x="1348876" y="50186"/>
                    <a:pt x="1346049" y="52372"/>
                    <a:pt x="1345510" y="52473"/>
                  </a:cubicBezTo>
                  <a:cubicBezTo>
                    <a:pt x="1344972" y="52608"/>
                    <a:pt x="1341707" y="55064"/>
                    <a:pt x="1341505" y="55501"/>
                  </a:cubicBezTo>
                  <a:cubicBezTo>
                    <a:pt x="1341303" y="55938"/>
                    <a:pt x="1334640" y="57687"/>
                    <a:pt x="1333798" y="57687"/>
                  </a:cubicBezTo>
                  <a:cubicBezTo>
                    <a:pt x="1332957" y="57687"/>
                    <a:pt x="1330433" y="57687"/>
                    <a:pt x="1320101" y="56476"/>
                  </a:cubicBezTo>
                  <a:cubicBezTo>
                    <a:pt x="1309769" y="55299"/>
                    <a:pt x="1316736" y="56140"/>
                    <a:pt x="1316062" y="56140"/>
                  </a:cubicBezTo>
                  <a:cubicBezTo>
                    <a:pt x="1315423" y="56140"/>
                    <a:pt x="1311485" y="55905"/>
                    <a:pt x="1308457" y="55501"/>
                  </a:cubicBezTo>
                  <a:cubicBezTo>
                    <a:pt x="1305428" y="55064"/>
                    <a:pt x="1303442" y="54525"/>
                    <a:pt x="1301726" y="54290"/>
                  </a:cubicBezTo>
                  <a:cubicBezTo>
                    <a:pt x="1299976" y="54088"/>
                    <a:pt x="1297149" y="54088"/>
                    <a:pt x="1295197" y="53853"/>
                  </a:cubicBezTo>
                  <a:cubicBezTo>
                    <a:pt x="1293245" y="53617"/>
                    <a:pt x="1291394" y="52978"/>
                    <a:pt x="1290317" y="52642"/>
                  </a:cubicBezTo>
                  <a:cubicBezTo>
                    <a:pt x="1289240" y="52305"/>
                    <a:pt x="1287725" y="52440"/>
                    <a:pt x="1285740" y="52642"/>
                  </a:cubicBezTo>
                  <a:cubicBezTo>
                    <a:pt x="1283788" y="52877"/>
                    <a:pt x="1282374" y="55131"/>
                    <a:pt x="1280961" y="56241"/>
                  </a:cubicBezTo>
                  <a:cubicBezTo>
                    <a:pt x="1279547" y="57317"/>
                    <a:pt x="1277696" y="58428"/>
                    <a:pt x="1277696" y="58428"/>
                  </a:cubicBezTo>
                  <a:cubicBezTo>
                    <a:pt x="1277696" y="58428"/>
                    <a:pt x="1275206" y="62464"/>
                    <a:pt x="1274230" y="63541"/>
                  </a:cubicBezTo>
                  <a:cubicBezTo>
                    <a:pt x="1273254" y="64617"/>
                    <a:pt x="1273153" y="66467"/>
                    <a:pt x="1273153" y="66467"/>
                  </a:cubicBezTo>
                  <a:cubicBezTo>
                    <a:pt x="1273153" y="66467"/>
                    <a:pt x="1269787" y="70706"/>
                    <a:pt x="1269249" y="71244"/>
                  </a:cubicBezTo>
                  <a:cubicBezTo>
                    <a:pt x="1268710" y="71782"/>
                    <a:pt x="1264369" y="76458"/>
                    <a:pt x="1264369" y="76458"/>
                  </a:cubicBezTo>
                  <a:lnTo>
                    <a:pt x="1260129" y="82547"/>
                  </a:lnTo>
                  <a:cubicBezTo>
                    <a:pt x="1260129" y="82547"/>
                    <a:pt x="1257100" y="88972"/>
                    <a:pt x="1256965" y="89275"/>
                  </a:cubicBezTo>
                  <a:cubicBezTo>
                    <a:pt x="1256864" y="89611"/>
                    <a:pt x="1254374" y="92975"/>
                    <a:pt x="1254374" y="92975"/>
                  </a:cubicBezTo>
                  <a:lnTo>
                    <a:pt x="1253297" y="97214"/>
                  </a:lnTo>
                  <a:cubicBezTo>
                    <a:pt x="1253297" y="97214"/>
                    <a:pt x="1252657" y="101015"/>
                    <a:pt x="1252657" y="101890"/>
                  </a:cubicBezTo>
                  <a:cubicBezTo>
                    <a:pt x="1252657" y="102765"/>
                    <a:pt x="1251782" y="105052"/>
                    <a:pt x="1251782" y="105052"/>
                  </a:cubicBezTo>
                  <a:cubicBezTo>
                    <a:pt x="1251782" y="105052"/>
                    <a:pt x="1251143" y="111343"/>
                    <a:pt x="1250907" y="111578"/>
                  </a:cubicBezTo>
                  <a:cubicBezTo>
                    <a:pt x="1250672" y="111780"/>
                    <a:pt x="1250840" y="114505"/>
                    <a:pt x="1250840" y="114505"/>
                  </a:cubicBezTo>
                  <a:cubicBezTo>
                    <a:pt x="1250840" y="114505"/>
                    <a:pt x="1251042" y="122444"/>
                    <a:pt x="1250840" y="122747"/>
                  </a:cubicBezTo>
                  <a:cubicBezTo>
                    <a:pt x="1250638" y="123083"/>
                    <a:pt x="1249224" y="126750"/>
                    <a:pt x="1249090" y="127086"/>
                  </a:cubicBezTo>
                  <a:cubicBezTo>
                    <a:pt x="1248989" y="127422"/>
                    <a:pt x="1247912" y="144915"/>
                    <a:pt x="1248114" y="145218"/>
                  </a:cubicBezTo>
                  <a:cubicBezTo>
                    <a:pt x="1248316" y="145554"/>
                    <a:pt x="1248450" y="148144"/>
                    <a:pt x="1248551" y="149658"/>
                  </a:cubicBezTo>
                  <a:cubicBezTo>
                    <a:pt x="1248686" y="151172"/>
                    <a:pt x="1248518" y="152047"/>
                    <a:pt x="1248484" y="153460"/>
                  </a:cubicBezTo>
                  <a:cubicBezTo>
                    <a:pt x="1248450" y="154872"/>
                    <a:pt x="1248619" y="155949"/>
                    <a:pt x="1248484" y="157597"/>
                  </a:cubicBezTo>
                  <a:cubicBezTo>
                    <a:pt x="1248316" y="159212"/>
                    <a:pt x="1248652" y="161735"/>
                    <a:pt x="1248417" y="163047"/>
                  </a:cubicBezTo>
                  <a:cubicBezTo>
                    <a:pt x="1248215" y="164359"/>
                    <a:pt x="1248652" y="165099"/>
                    <a:pt x="1248417" y="167521"/>
                  </a:cubicBezTo>
                  <a:cubicBezTo>
                    <a:pt x="1248215" y="169909"/>
                    <a:pt x="1248417" y="169808"/>
                    <a:pt x="1248417" y="171221"/>
                  </a:cubicBezTo>
                  <a:cubicBezTo>
                    <a:pt x="1248417" y="172634"/>
                    <a:pt x="1248215" y="172533"/>
                    <a:pt x="1247777" y="174047"/>
                  </a:cubicBezTo>
                  <a:cubicBezTo>
                    <a:pt x="1247340" y="175561"/>
                    <a:pt x="1247777" y="175796"/>
                    <a:pt x="1247777" y="175796"/>
                  </a:cubicBezTo>
                  <a:cubicBezTo>
                    <a:pt x="1247777" y="175796"/>
                    <a:pt x="1246364" y="179059"/>
                    <a:pt x="1246162" y="180035"/>
                  </a:cubicBezTo>
                  <a:cubicBezTo>
                    <a:pt x="1245926" y="181010"/>
                    <a:pt x="1245186" y="181549"/>
                    <a:pt x="1243234" y="186023"/>
                  </a:cubicBezTo>
                  <a:cubicBezTo>
                    <a:pt x="1241282" y="190463"/>
                    <a:pt x="1241820" y="188209"/>
                    <a:pt x="1241046" y="190699"/>
                  </a:cubicBezTo>
                  <a:cubicBezTo>
                    <a:pt x="1240272" y="193188"/>
                    <a:pt x="1239195" y="192885"/>
                    <a:pt x="1238859" y="193188"/>
                  </a:cubicBezTo>
                  <a:cubicBezTo>
                    <a:pt x="1238522" y="193524"/>
                    <a:pt x="1235931" y="194264"/>
                    <a:pt x="1233541" y="195139"/>
                  </a:cubicBezTo>
                  <a:cubicBezTo>
                    <a:pt x="1231152" y="196014"/>
                    <a:pt x="1228863" y="196014"/>
                    <a:pt x="1227551" y="196215"/>
                  </a:cubicBezTo>
                  <a:cubicBezTo>
                    <a:pt x="1226238" y="196417"/>
                    <a:pt x="1222435" y="196215"/>
                    <a:pt x="1217656" y="196552"/>
                  </a:cubicBezTo>
                  <a:cubicBezTo>
                    <a:pt x="1212878" y="196888"/>
                    <a:pt x="1213753" y="196316"/>
                    <a:pt x="1213416" y="196653"/>
                  </a:cubicBezTo>
                  <a:cubicBezTo>
                    <a:pt x="1213079" y="196989"/>
                    <a:pt x="1207998" y="197628"/>
                    <a:pt x="1207998" y="197628"/>
                  </a:cubicBezTo>
                  <a:cubicBezTo>
                    <a:pt x="1207998" y="197628"/>
                    <a:pt x="1203858" y="196417"/>
                    <a:pt x="1202344" y="196115"/>
                  </a:cubicBezTo>
                  <a:cubicBezTo>
                    <a:pt x="1200829" y="195778"/>
                    <a:pt x="1199315" y="195677"/>
                    <a:pt x="1197666" y="195341"/>
                  </a:cubicBezTo>
                  <a:cubicBezTo>
                    <a:pt x="1196050" y="195004"/>
                    <a:pt x="1193863" y="195442"/>
                    <a:pt x="1192988" y="195341"/>
                  </a:cubicBezTo>
                  <a:cubicBezTo>
                    <a:pt x="1192113" y="195240"/>
                    <a:pt x="1190161" y="193289"/>
                    <a:pt x="1189723" y="193053"/>
                  </a:cubicBezTo>
                  <a:cubicBezTo>
                    <a:pt x="1189286" y="192851"/>
                    <a:pt x="1181680" y="189353"/>
                    <a:pt x="1180266" y="189790"/>
                  </a:cubicBezTo>
                  <a:cubicBezTo>
                    <a:pt x="1178853" y="190228"/>
                    <a:pt x="1179189" y="190665"/>
                    <a:pt x="1176800" y="193154"/>
                  </a:cubicBezTo>
                  <a:cubicBezTo>
                    <a:pt x="1174410" y="195644"/>
                    <a:pt x="1172021" y="195778"/>
                    <a:pt x="1170708" y="195778"/>
                  </a:cubicBezTo>
                  <a:cubicBezTo>
                    <a:pt x="1169396" y="195778"/>
                    <a:pt x="1167006" y="192751"/>
                    <a:pt x="1166569" y="192313"/>
                  </a:cubicBezTo>
                  <a:cubicBezTo>
                    <a:pt x="1166131" y="191876"/>
                    <a:pt x="1162766" y="188613"/>
                    <a:pt x="1162530" y="188277"/>
                  </a:cubicBezTo>
                  <a:cubicBezTo>
                    <a:pt x="1162295" y="187940"/>
                    <a:pt x="1160477" y="185014"/>
                    <a:pt x="1159602" y="184374"/>
                  </a:cubicBezTo>
                  <a:cubicBezTo>
                    <a:pt x="1158727" y="183735"/>
                    <a:pt x="1156876" y="183601"/>
                    <a:pt x="1156876" y="183601"/>
                  </a:cubicBezTo>
                  <a:cubicBezTo>
                    <a:pt x="1156876" y="183601"/>
                    <a:pt x="1148294" y="181851"/>
                    <a:pt x="1147419" y="181851"/>
                  </a:cubicBezTo>
                  <a:cubicBezTo>
                    <a:pt x="1146544" y="181851"/>
                    <a:pt x="1137861" y="180775"/>
                    <a:pt x="1137861" y="180775"/>
                  </a:cubicBezTo>
                  <a:lnTo>
                    <a:pt x="1125140" y="177949"/>
                  </a:lnTo>
                  <a:lnTo>
                    <a:pt x="1121102" y="177949"/>
                  </a:lnTo>
                  <a:cubicBezTo>
                    <a:pt x="1121102" y="177949"/>
                    <a:pt x="1116323" y="177142"/>
                    <a:pt x="1115347" y="177041"/>
                  </a:cubicBezTo>
                  <a:cubicBezTo>
                    <a:pt x="1114371" y="176940"/>
                    <a:pt x="1111005" y="176133"/>
                    <a:pt x="1110029" y="176133"/>
                  </a:cubicBezTo>
                  <a:cubicBezTo>
                    <a:pt x="1109053" y="176133"/>
                    <a:pt x="1107101" y="175258"/>
                    <a:pt x="1106327" y="175056"/>
                  </a:cubicBezTo>
                  <a:cubicBezTo>
                    <a:pt x="1105553" y="174821"/>
                    <a:pt x="1102087" y="173643"/>
                    <a:pt x="1101447" y="173307"/>
                  </a:cubicBezTo>
                  <a:cubicBezTo>
                    <a:pt x="1100808" y="172971"/>
                    <a:pt x="1099495" y="171793"/>
                    <a:pt x="1098957" y="171255"/>
                  </a:cubicBezTo>
                  <a:cubicBezTo>
                    <a:pt x="1098418" y="170717"/>
                    <a:pt x="1096904" y="169943"/>
                    <a:pt x="1096466" y="169640"/>
                  </a:cubicBezTo>
                  <a:cubicBezTo>
                    <a:pt x="1096029" y="169304"/>
                    <a:pt x="1093303" y="167050"/>
                    <a:pt x="1092327" y="166377"/>
                  </a:cubicBezTo>
                  <a:cubicBezTo>
                    <a:pt x="1091351" y="165738"/>
                    <a:pt x="1089836" y="164426"/>
                    <a:pt x="1088726" y="163350"/>
                  </a:cubicBezTo>
                  <a:cubicBezTo>
                    <a:pt x="1087649" y="162273"/>
                    <a:pt x="1086538" y="162139"/>
                    <a:pt x="1085360" y="161600"/>
                  </a:cubicBezTo>
                  <a:cubicBezTo>
                    <a:pt x="1084149" y="161062"/>
                    <a:pt x="1082971" y="160087"/>
                    <a:pt x="1081355" y="159010"/>
                  </a:cubicBezTo>
                  <a:cubicBezTo>
                    <a:pt x="1079706" y="157934"/>
                    <a:pt x="1079067" y="157698"/>
                    <a:pt x="1078730" y="157362"/>
                  </a:cubicBezTo>
                  <a:cubicBezTo>
                    <a:pt x="1078394" y="157025"/>
                    <a:pt x="1076442" y="155310"/>
                    <a:pt x="1076442" y="155310"/>
                  </a:cubicBezTo>
                  <a:cubicBezTo>
                    <a:pt x="1076442" y="155310"/>
                    <a:pt x="1072841" y="152719"/>
                    <a:pt x="1072201" y="151845"/>
                  </a:cubicBezTo>
                  <a:cubicBezTo>
                    <a:pt x="1071562" y="150970"/>
                    <a:pt x="1070115" y="150331"/>
                    <a:pt x="1069812" y="150096"/>
                  </a:cubicBezTo>
                  <a:cubicBezTo>
                    <a:pt x="1069475" y="149894"/>
                    <a:pt x="1067321" y="148245"/>
                    <a:pt x="1066884" y="148245"/>
                  </a:cubicBezTo>
                  <a:cubicBezTo>
                    <a:pt x="1066446" y="148245"/>
                    <a:pt x="1063956" y="145756"/>
                    <a:pt x="1063081" y="145655"/>
                  </a:cubicBezTo>
                  <a:cubicBezTo>
                    <a:pt x="1062206" y="145554"/>
                    <a:pt x="1059076" y="143267"/>
                    <a:pt x="1059076" y="143267"/>
                  </a:cubicBezTo>
                  <a:lnTo>
                    <a:pt x="1057764" y="143267"/>
                  </a:lnTo>
                  <a:lnTo>
                    <a:pt x="1054768" y="141753"/>
                  </a:lnTo>
                  <a:cubicBezTo>
                    <a:pt x="1054768" y="141753"/>
                    <a:pt x="1053456" y="141215"/>
                    <a:pt x="1052985" y="141215"/>
                  </a:cubicBezTo>
                  <a:cubicBezTo>
                    <a:pt x="1052513" y="141215"/>
                    <a:pt x="1051504" y="140777"/>
                    <a:pt x="1051302" y="140777"/>
                  </a:cubicBezTo>
                  <a:cubicBezTo>
                    <a:pt x="1051100" y="140777"/>
                    <a:pt x="1050932" y="140710"/>
                    <a:pt x="1050932" y="140710"/>
                  </a:cubicBezTo>
                  <a:cubicBezTo>
                    <a:pt x="1050932" y="140710"/>
                    <a:pt x="1049586" y="139634"/>
                    <a:pt x="1049148" y="138759"/>
                  </a:cubicBezTo>
                  <a:cubicBezTo>
                    <a:pt x="1048710" y="137884"/>
                    <a:pt x="1047095" y="137514"/>
                    <a:pt x="1046321" y="136909"/>
                  </a:cubicBezTo>
                  <a:cubicBezTo>
                    <a:pt x="1045547" y="136303"/>
                    <a:pt x="1045109" y="135967"/>
                    <a:pt x="1044571" y="135967"/>
                  </a:cubicBezTo>
                  <a:cubicBezTo>
                    <a:pt x="1044032" y="135967"/>
                    <a:pt x="1043393" y="135429"/>
                    <a:pt x="1041037" y="136404"/>
                  </a:cubicBezTo>
                  <a:cubicBezTo>
                    <a:pt x="1038715" y="137380"/>
                    <a:pt x="1040230" y="136942"/>
                    <a:pt x="1039960" y="137043"/>
                  </a:cubicBezTo>
                  <a:cubicBezTo>
                    <a:pt x="1039691" y="137144"/>
                    <a:pt x="1039590" y="137548"/>
                    <a:pt x="1039388" y="137851"/>
                  </a:cubicBezTo>
                  <a:cubicBezTo>
                    <a:pt x="1039186" y="138187"/>
                    <a:pt x="1039153" y="138759"/>
                    <a:pt x="1039153" y="138994"/>
                  </a:cubicBezTo>
                  <a:cubicBezTo>
                    <a:pt x="1039153" y="139196"/>
                    <a:pt x="1039254" y="139903"/>
                    <a:pt x="1039388" y="140138"/>
                  </a:cubicBezTo>
                  <a:cubicBezTo>
                    <a:pt x="1039489" y="140340"/>
                    <a:pt x="1039254" y="141349"/>
                    <a:pt x="1039254" y="141349"/>
                  </a:cubicBezTo>
                  <a:cubicBezTo>
                    <a:pt x="1039254" y="141349"/>
                    <a:pt x="1039556" y="142358"/>
                    <a:pt x="1039254" y="142796"/>
                  </a:cubicBezTo>
                  <a:cubicBezTo>
                    <a:pt x="1038951" y="143233"/>
                    <a:pt x="1037806" y="145420"/>
                    <a:pt x="1037806" y="145420"/>
                  </a:cubicBezTo>
                  <a:lnTo>
                    <a:pt x="1035484" y="147875"/>
                  </a:lnTo>
                  <a:lnTo>
                    <a:pt x="1033162" y="151643"/>
                  </a:lnTo>
                  <a:lnTo>
                    <a:pt x="1031277" y="153964"/>
                  </a:lnTo>
                  <a:lnTo>
                    <a:pt x="1029830" y="156151"/>
                  </a:lnTo>
                  <a:lnTo>
                    <a:pt x="1028080" y="159346"/>
                  </a:lnTo>
                  <a:lnTo>
                    <a:pt x="1024446" y="161802"/>
                  </a:lnTo>
                  <a:cubicBezTo>
                    <a:pt x="1024446" y="161802"/>
                    <a:pt x="1021686" y="164392"/>
                    <a:pt x="1020239" y="165435"/>
                  </a:cubicBezTo>
                  <a:cubicBezTo>
                    <a:pt x="1018791" y="166444"/>
                    <a:pt x="1015594" y="169203"/>
                    <a:pt x="1014450" y="169775"/>
                  </a:cubicBezTo>
                  <a:cubicBezTo>
                    <a:pt x="1013306" y="170347"/>
                    <a:pt x="1010815" y="174854"/>
                    <a:pt x="1010815" y="174854"/>
                  </a:cubicBezTo>
                  <a:cubicBezTo>
                    <a:pt x="1010815" y="174854"/>
                    <a:pt x="1009234" y="178319"/>
                    <a:pt x="1008628" y="179362"/>
                  </a:cubicBezTo>
                  <a:cubicBezTo>
                    <a:pt x="1008056" y="180371"/>
                    <a:pt x="1007181" y="184273"/>
                    <a:pt x="1006743" y="185148"/>
                  </a:cubicBezTo>
                  <a:cubicBezTo>
                    <a:pt x="1006306" y="186023"/>
                    <a:pt x="1004421" y="190059"/>
                    <a:pt x="1003983" y="190665"/>
                  </a:cubicBezTo>
                  <a:cubicBezTo>
                    <a:pt x="1003546" y="191237"/>
                    <a:pt x="1000517" y="196451"/>
                    <a:pt x="1000080" y="197056"/>
                  </a:cubicBezTo>
                  <a:cubicBezTo>
                    <a:pt x="999642" y="197628"/>
                    <a:pt x="997185" y="203852"/>
                    <a:pt x="997185" y="203852"/>
                  </a:cubicBezTo>
                  <a:lnTo>
                    <a:pt x="995435" y="207485"/>
                  </a:lnTo>
                  <a:lnTo>
                    <a:pt x="989781" y="212564"/>
                  </a:lnTo>
                  <a:lnTo>
                    <a:pt x="987459" y="217476"/>
                  </a:lnTo>
                  <a:cubicBezTo>
                    <a:pt x="987459" y="217476"/>
                    <a:pt x="983690" y="221546"/>
                    <a:pt x="983555" y="222118"/>
                  </a:cubicBezTo>
                  <a:cubicBezTo>
                    <a:pt x="983421" y="222690"/>
                    <a:pt x="979214" y="229081"/>
                    <a:pt x="979214" y="229081"/>
                  </a:cubicBezTo>
                  <a:lnTo>
                    <a:pt x="976319" y="231840"/>
                  </a:lnTo>
                  <a:lnTo>
                    <a:pt x="973863" y="235305"/>
                  </a:lnTo>
                  <a:cubicBezTo>
                    <a:pt x="973863" y="235305"/>
                    <a:pt x="970665" y="238063"/>
                    <a:pt x="969521" y="238635"/>
                  </a:cubicBezTo>
                  <a:cubicBezTo>
                    <a:pt x="968377" y="239207"/>
                    <a:pt x="966492" y="242705"/>
                    <a:pt x="966055" y="242975"/>
                  </a:cubicBezTo>
                  <a:cubicBezTo>
                    <a:pt x="965617" y="243277"/>
                    <a:pt x="964305" y="246002"/>
                    <a:pt x="963867" y="246439"/>
                  </a:cubicBezTo>
                  <a:cubicBezTo>
                    <a:pt x="963430" y="246877"/>
                    <a:pt x="960098" y="249198"/>
                    <a:pt x="960098" y="249198"/>
                  </a:cubicBezTo>
                  <a:cubicBezTo>
                    <a:pt x="960098" y="249198"/>
                    <a:pt x="957641" y="251654"/>
                    <a:pt x="956631" y="252394"/>
                  </a:cubicBezTo>
                  <a:cubicBezTo>
                    <a:pt x="955622" y="253100"/>
                    <a:pt x="954612" y="255859"/>
                    <a:pt x="952896" y="257305"/>
                  </a:cubicBezTo>
                  <a:cubicBezTo>
                    <a:pt x="951213" y="258752"/>
                    <a:pt x="949530" y="261073"/>
                    <a:pt x="949093" y="261207"/>
                  </a:cubicBezTo>
                  <a:cubicBezTo>
                    <a:pt x="948655" y="261342"/>
                    <a:pt x="948790" y="265850"/>
                    <a:pt x="948790" y="265850"/>
                  </a:cubicBezTo>
                  <a:lnTo>
                    <a:pt x="948655" y="270189"/>
                  </a:lnTo>
                  <a:lnTo>
                    <a:pt x="947511" y="276412"/>
                  </a:lnTo>
                  <a:cubicBezTo>
                    <a:pt x="947511" y="276412"/>
                    <a:pt x="945492" y="278868"/>
                    <a:pt x="944920" y="279305"/>
                  </a:cubicBezTo>
                  <a:cubicBezTo>
                    <a:pt x="944348" y="279743"/>
                    <a:pt x="942160" y="282770"/>
                    <a:pt x="941723" y="282938"/>
                  </a:cubicBezTo>
                  <a:cubicBezTo>
                    <a:pt x="941285" y="283073"/>
                    <a:pt x="939838" y="286572"/>
                    <a:pt x="939838" y="286572"/>
                  </a:cubicBezTo>
                  <a:cubicBezTo>
                    <a:pt x="939838" y="286572"/>
                    <a:pt x="938525" y="288455"/>
                    <a:pt x="938391" y="288893"/>
                  </a:cubicBezTo>
                  <a:cubicBezTo>
                    <a:pt x="938256" y="289330"/>
                    <a:pt x="936944" y="291348"/>
                    <a:pt x="936944" y="291348"/>
                  </a:cubicBezTo>
                  <a:lnTo>
                    <a:pt x="936506" y="295419"/>
                  </a:lnTo>
                  <a:lnTo>
                    <a:pt x="936506" y="298043"/>
                  </a:lnTo>
                  <a:cubicBezTo>
                    <a:pt x="936506" y="298043"/>
                    <a:pt x="937011" y="300061"/>
                    <a:pt x="937314" y="301373"/>
                  </a:cubicBezTo>
                  <a:cubicBezTo>
                    <a:pt x="937617" y="302685"/>
                    <a:pt x="938694" y="304131"/>
                    <a:pt x="939131" y="304434"/>
                  </a:cubicBezTo>
                  <a:cubicBezTo>
                    <a:pt x="939569" y="304737"/>
                    <a:pt x="940006" y="305174"/>
                    <a:pt x="940881" y="305881"/>
                  </a:cubicBezTo>
                  <a:cubicBezTo>
                    <a:pt x="941756" y="306587"/>
                    <a:pt x="943338" y="308639"/>
                    <a:pt x="943338" y="308639"/>
                  </a:cubicBezTo>
                  <a:lnTo>
                    <a:pt x="944045" y="311095"/>
                  </a:lnTo>
                  <a:lnTo>
                    <a:pt x="945795" y="314122"/>
                  </a:lnTo>
                  <a:cubicBezTo>
                    <a:pt x="945795" y="314122"/>
                    <a:pt x="948992" y="318193"/>
                    <a:pt x="948992" y="318596"/>
                  </a:cubicBezTo>
                  <a:cubicBezTo>
                    <a:pt x="948992" y="319034"/>
                    <a:pt x="950304" y="320480"/>
                    <a:pt x="950304" y="320480"/>
                  </a:cubicBezTo>
                  <a:lnTo>
                    <a:pt x="951752" y="323508"/>
                  </a:lnTo>
                  <a:cubicBezTo>
                    <a:pt x="951752" y="323508"/>
                    <a:pt x="952324" y="324080"/>
                    <a:pt x="952761" y="330034"/>
                  </a:cubicBezTo>
                  <a:cubicBezTo>
                    <a:pt x="953199" y="335988"/>
                    <a:pt x="952761" y="332052"/>
                    <a:pt x="952761" y="333667"/>
                  </a:cubicBezTo>
                  <a:cubicBezTo>
                    <a:pt x="952761" y="335248"/>
                    <a:pt x="950877" y="334542"/>
                    <a:pt x="950439" y="334542"/>
                  </a:cubicBezTo>
                  <a:cubicBezTo>
                    <a:pt x="950002" y="334542"/>
                    <a:pt x="946670" y="334979"/>
                    <a:pt x="945795" y="335282"/>
                  </a:cubicBezTo>
                  <a:cubicBezTo>
                    <a:pt x="944920" y="335584"/>
                    <a:pt x="939569" y="335282"/>
                    <a:pt x="938121" y="335282"/>
                  </a:cubicBezTo>
                  <a:cubicBezTo>
                    <a:pt x="936674" y="335282"/>
                    <a:pt x="933780" y="334844"/>
                    <a:pt x="933780" y="334844"/>
                  </a:cubicBezTo>
                  <a:lnTo>
                    <a:pt x="927991" y="332221"/>
                  </a:lnTo>
                  <a:lnTo>
                    <a:pt x="922775" y="330202"/>
                  </a:lnTo>
                  <a:lnTo>
                    <a:pt x="918871" y="329630"/>
                  </a:lnTo>
                  <a:lnTo>
                    <a:pt x="914967" y="327444"/>
                  </a:lnTo>
                  <a:lnTo>
                    <a:pt x="911063" y="324685"/>
                  </a:lnTo>
                  <a:lnTo>
                    <a:pt x="908304" y="323373"/>
                  </a:lnTo>
                  <a:lnTo>
                    <a:pt x="903962" y="318294"/>
                  </a:lnTo>
                  <a:lnTo>
                    <a:pt x="898173" y="312205"/>
                  </a:lnTo>
                  <a:lnTo>
                    <a:pt x="892250" y="311902"/>
                  </a:lnTo>
                  <a:lnTo>
                    <a:pt x="870644" y="311902"/>
                  </a:lnTo>
                  <a:cubicBezTo>
                    <a:pt x="870644" y="311902"/>
                    <a:pt x="867178" y="311095"/>
                    <a:pt x="858192" y="311969"/>
                  </a:cubicBezTo>
                  <a:cubicBezTo>
                    <a:pt x="849206" y="312844"/>
                    <a:pt x="847187" y="311599"/>
                    <a:pt x="840086" y="311599"/>
                  </a:cubicBezTo>
                  <a:cubicBezTo>
                    <a:pt x="832985" y="311599"/>
                    <a:pt x="834735" y="310725"/>
                    <a:pt x="825311" y="309581"/>
                  </a:cubicBezTo>
                  <a:cubicBezTo>
                    <a:pt x="815888" y="308437"/>
                    <a:pt x="820398" y="309446"/>
                    <a:pt x="817066" y="309446"/>
                  </a:cubicBezTo>
                  <a:cubicBezTo>
                    <a:pt x="813734" y="309446"/>
                    <a:pt x="807643" y="309446"/>
                    <a:pt x="800407" y="309144"/>
                  </a:cubicBezTo>
                  <a:cubicBezTo>
                    <a:pt x="793171" y="308841"/>
                    <a:pt x="792734" y="310018"/>
                    <a:pt x="787652" y="310456"/>
                  </a:cubicBezTo>
                  <a:cubicBezTo>
                    <a:pt x="782570" y="310893"/>
                    <a:pt x="781291" y="310456"/>
                    <a:pt x="775906" y="310456"/>
                  </a:cubicBezTo>
                  <a:cubicBezTo>
                    <a:pt x="770555" y="310456"/>
                    <a:pt x="766921" y="310456"/>
                    <a:pt x="762714" y="309581"/>
                  </a:cubicBezTo>
                  <a:cubicBezTo>
                    <a:pt x="758507" y="308706"/>
                    <a:pt x="758507" y="307563"/>
                    <a:pt x="757060" y="306856"/>
                  </a:cubicBezTo>
                  <a:cubicBezTo>
                    <a:pt x="755613" y="306150"/>
                    <a:pt x="751406" y="306823"/>
                    <a:pt x="748949" y="307125"/>
                  </a:cubicBezTo>
                  <a:cubicBezTo>
                    <a:pt x="746492" y="307428"/>
                    <a:pt x="743598" y="306419"/>
                    <a:pt x="741545" y="307125"/>
                  </a:cubicBezTo>
                  <a:cubicBezTo>
                    <a:pt x="739526" y="307865"/>
                    <a:pt x="738651" y="309144"/>
                    <a:pt x="736194" y="310153"/>
                  </a:cubicBezTo>
                  <a:cubicBezTo>
                    <a:pt x="733737" y="311162"/>
                    <a:pt x="733603" y="312609"/>
                    <a:pt x="732290" y="314661"/>
                  </a:cubicBezTo>
                  <a:cubicBezTo>
                    <a:pt x="730978" y="316679"/>
                    <a:pt x="731415" y="317991"/>
                    <a:pt x="731415" y="317991"/>
                  </a:cubicBezTo>
                  <a:cubicBezTo>
                    <a:pt x="731415" y="317991"/>
                    <a:pt x="731415" y="321624"/>
                    <a:pt x="731415" y="323777"/>
                  </a:cubicBezTo>
                  <a:cubicBezTo>
                    <a:pt x="731415" y="325930"/>
                    <a:pt x="735184" y="327679"/>
                    <a:pt x="735184" y="327679"/>
                  </a:cubicBezTo>
                  <a:cubicBezTo>
                    <a:pt x="735184" y="327679"/>
                    <a:pt x="736497" y="327982"/>
                    <a:pt x="738954" y="329294"/>
                  </a:cubicBezTo>
                  <a:cubicBezTo>
                    <a:pt x="741410" y="330606"/>
                    <a:pt x="741410" y="329731"/>
                    <a:pt x="741983" y="330000"/>
                  </a:cubicBezTo>
                  <a:cubicBezTo>
                    <a:pt x="742555" y="330303"/>
                    <a:pt x="744574" y="330875"/>
                    <a:pt x="745617" y="331178"/>
                  </a:cubicBezTo>
                  <a:cubicBezTo>
                    <a:pt x="746627" y="331480"/>
                    <a:pt x="747637" y="331178"/>
                    <a:pt x="747637" y="331178"/>
                  </a:cubicBezTo>
                  <a:cubicBezTo>
                    <a:pt x="747637" y="331178"/>
                    <a:pt x="749521" y="333633"/>
                    <a:pt x="749521" y="334205"/>
                  </a:cubicBezTo>
                  <a:cubicBezTo>
                    <a:pt x="749521" y="334777"/>
                    <a:pt x="749084" y="335214"/>
                    <a:pt x="749084" y="336964"/>
                  </a:cubicBezTo>
                  <a:cubicBezTo>
                    <a:pt x="749084" y="338713"/>
                    <a:pt x="748781" y="340597"/>
                    <a:pt x="748646" y="341000"/>
                  </a:cubicBezTo>
                  <a:cubicBezTo>
                    <a:pt x="748512" y="341438"/>
                    <a:pt x="748074" y="344028"/>
                    <a:pt x="748343" y="344768"/>
                  </a:cubicBezTo>
                  <a:cubicBezTo>
                    <a:pt x="748646" y="345508"/>
                    <a:pt x="750093" y="346652"/>
                    <a:pt x="752685" y="348973"/>
                  </a:cubicBezTo>
                  <a:cubicBezTo>
                    <a:pt x="755276" y="351294"/>
                    <a:pt x="754132" y="354759"/>
                    <a:pt x="753829" y="355331"/>
                  </a:cubicBezTo>
                  <a:cubicBezTo>
                    <a:pt x="753526" y="355903"/>
                    <a:pt x="753829" y="360545"/>
                    <a:pt x="753829" y="361117"/>
                  </a:cubicBezTo>
                  <a:cubicBezTo>
                    <a:pt x="753829" y="361689"/>
                    <a:pt x="752516" y="366768"/>
                    <a:pt x="752516" y="367340"/>
                  </a:cubicBezTo>
                  <a:cubicBezTo>
                    <a:pt x="752516" y="367912"/>
                    <a:pt x="751776" y="371680"/>
                    <a:pt x="751675" y="372252"/>
                  </a:cubicBezTo>
                  <a:cubicBezTo>
                    <a:pt x="751574" y="372824"/>
                    <a:pt x="751776" y="377163"/>
                    <a:pt x="751641" y="378610"/>
                  </a:cubicBezTo>
                  <a:cubicBezTo>
                    <a:pt x="751507" y="380056"/>
                    <a:pt x="751776" y="381805"/>
                    <a:pt x="751641" y="382377"/>
                  </a:cubicBezTo>
                  <a:cubicBezTo>
                    <a:pt x="751507" y="382949"/>
                    <a:pt x="751069" y="385842"/>
                    <a:pt x="750194" y="388029"/>
                  </a:cubicBezTo>
                  <a:cubicBezTo>
                    <a:pt x="749319" y="390215"/>
                    <a:pt x="749925" y="394252"/>
                    <a:pt x="749353" y="397010"/>
                  </a:cubicBezTo>
                  <a:cubicBezTo>
                    <a:pt x="748781" y="399769"/>
                    <a:pt x="747771" y="402090"/>
                    <a:pt x="747468" y="402965"/>
                  </a:cubicBezTo>
                  <a:cubicBezTo>
                    <a:pt x="747165" y="403839"/>
                    <a:pt x="747165" y="407035"/>
                    <a:pt x="747165" y="409491"/>
                  </a:cubicBezTo>
                  <a:cubicBezTo>
                    <a:pt x="747165" y="411946"/>
                    <a:pt x="744540" y="413393"/>
                    <a:pt x="744540" y="413393"/>
                  </a:cubicBezTo>
                  <a:cubicBezTo>
                    <a:pt x="744540" y="413393"/>
                    <a:pt x="744103" y="421366"/>
                    <a:pt x="744103" y="422509"/>
                  </a:cubicBezTo>
                  <a:cubicBezTo>
                    <a:pt x="744103" y="423687"/>
                    <a:pt x="744237" y="425133"/>
                    <a:pt x="744406" y="427723"/>
                  </a:cubicBezTo>
                  <a:cubicBezTo>
                    <a:pt x="744540" y="430347"/>
                    <a:pt x="745146" y="432635"/>
                    <a:pt x="745415" y="434956"/>
                  </a:cubicBezTo>
                  <a:cubicBezTo>
                    <a:pt x="745718" y="437277"/>
                    <a:pt x="745415" y="437277"/>
                    <a:pt x="745718" y="439598"/>
                  </a:cubicBezTo>
                  <a:cubicBezTo>
                    <a:pt x="746021" y="441919"/>
                    <a:pt x="745281" y="444812"/>
                    <a:pt x="745281" y="444812"/>
                  </a:cubicBezTo>
                  <a:cubicBezTo>
                    <a:pt x="745281" y="444812"/>
                    <a:pt x="745281" y="446696"/>
                    <a:pt x="745281" y="448008"/>
                  </a:cubicBezTo>
                  <a:cubicBezTo>
                    <a:pt x="745281" y="449320"/>
                    <a:pt x="745786" y="450464"/>
                    <a:pt x="746526" y="452650"/>
                  </a:cubicBezTo>
                  <a:cubicBezTo>
                    <a:pt x="747233" y="454837"/>
                    <a:pt x="746896" y="456418"/>
                    <a:pt x="746896" y="458436"/>
                  </a:cubicBezTo>
                  <a:cubicBezTo>
                    <a:pt x="746896" y="460455"/>
                    <a:pt x="746896" y="461767"/>
                    <a:pt x="746459" y="465097"/>
                  </a:cubicBezTo>
                  <a:cubicBezTo>
                    <a:pt x="746021" y="468427"/>
                    <a:pt x="745886" y="467687"/>
                    <a:pt x="745146" y="470614"/>
                  </a:cubicBezTo>
                  <a:cubicBezTo>
                    <a:pt x="744406" y="473507"/>
                    <a:pt x="745584" y="473070"/>
                    <a:pt x="746459" y="474819"/>
                  </a:cubicBezTo>
                  <a:cubicBezTo>
                    <a:pt x="747334" y="476568"/>
                    <a:pt x="747031" y="478452"/>
                    <a:pt x="747031" y="478452"/>
                  </a:cubicBezTo>
                  <a:cubicBezTo>
                    <a:pt x="747031" y="478452"/>
                    <a:pt x="743834" y="483801"/>
                    <a:pt x="744002" y="484541"/>
                  </a:cubicBezTo>
                  <a:cubicBezTo>
                    <a:pt x="744136" y="485247"/>
                    <a:pt x="745011" y="485987"/>
                    <a:pt x="745449" y="486559"/>
                  </a:cubicBezTo>
                  <a:cubicBezTo>
                    <a:pt x="745886" y="487131"/>
                    <a:pt x="746459" y="488880"/>
                    <a:pt x="746593" y="489452"/>
                  </a:cubicBezTo>
                  <a:cubicBezTo>
                    <a:pt x="746728" y="490024"/>
                    <a:pt x="746896" y="491033"/>
                    <a:pt x="746896" y="491033"/>
                  </a:cubicBezTo>
                  <a:cubicBezTo>
                    <a:pt x="746896" y="491033"/>
                    <a:pt x="746762" y="494666"/>
                    <a:pt x="746459" y="495104"/>
                  </a:cubicBezTo>
                  <a:cubicBezTo>
                    <a:pt x="746156" y="495541"/>
                    <a:pt x="746762" y="500318"/>
                    <a:pt x="746762" y="500755"/>
                  </a:cubicBezTo>
                  <a:cubicBezTo>
                    <a:pt x="746762" y="501192"/>
                    <a:pt x="741680" y="504388"/>
                    <a:pt x="743295" y="506104"/>
                  </a:cubicBezTo>
                  <a:cubicBezTo>
                    <a:pt x="744877" y="507853"/>
                    <a:pt x="743867" y="507988"/>
                    <a:pt x="746055" y="510881"/>
                  </a:cubicBezTo>
                  <a:cubicBezTo>
                    <a:pt x="748242" y="513774"/>
                    <a:pt x="747064" y="512193"/>
                    <a:pt x="749252" y="514514"/>
                  </a:cubicBezTo>
                  <a:cubicBezTo>
                    <a:pt x="751439" y="516835"/>
                    <a:pt x="749387" y="517541"/>
                    <a:pt x="749252" y="518416"/>
                  </a:cubicBezTo>
                  <a:cubicBezTo>
                    <a:pt x="749117" y="519291"/>
                    <a:pt x="743901" y="518281"/>
                    <a:pt x="743295" y="518416"/>
                  </a:cubicBezTo>
                  <a:cubicBezTo>
                    <a:pt x="742723" y="518550"/>
                    <a:pt x="742151" y="519560"/>
                    <a:pt x="741276" y="520165"/>
                  </a:cubicBezTo>
                  <a:cubicBezTo>
                    <a:pt x="740401" y="520737"/>
                    <a:pt x="739526" y="520905"/>
                    <a:pt x="738516" y="521612"/>
                  </a:cubicBezTo>
                  <a:cubicBezTo>
                    <a:pt x="737507" y="522318"/>
                    <a:pt x="736497" y="521612"/>
                    <a:pt x="736497" y="521612"/>
                  </a:cubicBezTo>
                  <a:lnTo>
                    <a:pt x="730978" y="523024"/>
                  </a:lnTo>
                  <a:cubicBezTo>
                    <a:pt x="730978" y="523024"/>
                    <a:pt x="729968" y="522924"/>
                    <a:pt x="728958" y="523058"/>
                  </a:cubicBezTo>
                  <a:cubicBezTo>
                    <a:pt x="727949" y="523193"/>
                    <a:pt x="726636" y="522924"/>
                    <a:pt x="725626" y="523058"/>
                  </a:cubicBezTo>
                  <a:cubicBezTo>
                    <a:pt x="724617" y="523193"/>
                    <a:pt x="723304" y="523361"/>
                    <a:pt x="722598" y="523630"/>
                  </a:cubicBezTo>
                  <a:cubicBezTo>
                    <a:pt x="721857" y="523933"/>
                    <a:pt x="720848" y="523933"/>
                    <a:pt x="718963" y="524370"/>
                  </a:cubicBezTo>
                  <a:cubicBezTo>
                    <a:pt x="717078" y="524807"/>
                    <a:pt x="716203" y="525951"/>
                    <a:pt x="715631" y="526119"/>
                  </a:cubicBezTo>
                  <a:cubicBezTo>
                    <a:pt x="715059" y="526254"/>
                    <a:pt x="714319" y="527129"/>
                    <a:pt x="714319" y="527129"/>
                  </a:cubicBezTo>
                  <a:cubicBezTo>
                    <a:pt x="714319" y="527129"/>
                    <a:pt x="711996" y="529450"/>
                    <a:pt x="711862" y="529887"/>
                  </a:cubicBezTo>
                  <a:cubicBezTo>
                    <a:pt x="711727" y="530324"/>
                    <a:pt x="710852" y="530896"/>
                    <a:pt x="710280" y="532040"/>
                  </a:cubicBezTo>
                  <a:cubicBezTo>
                    <a:pt x="709708" y="533217"/>
                    <a:pt x="709977" y="533924"/>
                    <a:pt x="709977" y="533924"/>
                  </a:cubicBezTo>
                  <a:cubicBezTo>
                    <a:pt x="709977" y="533924"/>
                    <a:pt x="709977" y="534496"/>
                    <a:pt x="710280" y="535068"/>
                  </a:cubicBezTo>
                  <a:cubicBezTo>
                    <a:pt x="710583" y="535639"/>
                    <a:pt x="712165" y="537826"/>
                    <a:pt x="713746" y="539273"/>
                  </a:cubicBezTo>
                  <a:cubicBezTo>
                    <a:pt x="715328" y="540719"/>
                    <a:pt x="714891" y="540013"/>
                    <a:pt x="716506" y="540584"/>
                  </a:cubicBezTo>
                  <a:cubicBezTo>
                    <a:pt x="718088" y="541156"/>
                    <a:pt x="716506" y="541291"/>
                    <a:pt x="716506" y="541728"/>
                  </a:cubicBezTo>
                  <a:cubicBezTo>
                    <a:pt x="716506" y="542165"/>
                    <a:pt x="715194" y="543309"/>
                    <a:pt x="714756" y="543612"/>
                  </a:cubicBezTo>
                  <a:cubicBezTo>
                    <a:pt x="714319" y="543881"/>
                    <a:pt x="713174" y="544621"/>
                    <a:pt x="712434" y="545361"/>
                  </a:cubicBezTo>
                  <a:cubicBezTo>
                    <a:pt x="711693" y="546068"/>
                    <a:pt x="709674" y="545361"/>
                    <a:pt x="708799" y="545361"/>
                  </a:cubicBezTo>
                  <a:cubicBezTo>
                    <a:pt x="707924" y="545361"/>
                    <a:pt x="706208" y="546505"/>
                    <a:pt x="706208" y="546505"/>
                  </a:cubicBezTo>
                  <a:lnTo>
                    <a:pt x="702876" y="546505"/>
                  </a:lnTo>
                  <a:lnTo>
                    <a:pt x="698265" y="547581"/>
                  </a:lnTo>
                  <a:cubicBezTo>
                    <a:pt x="698265" y="547581"/>
                    <a:pt x="695674" y="548994"/>
                    <a:pt x="695337" y="549196"/>
                  </a:cubicBezTo>
                  <a:cubicBezTo>
                    <a:pt x="695001" y="549398"/>
                    <a:pt x="691736" y="550407"/>
                    <a:pt x="691433" y="550609"/>
                  </a:cubicBezTo>
                  <a:cubicBezTo>
                    <a:pt x="691097" y="550811"/>
                    <a:pt x="689246" y="551786"/>
                    <a:pt x="688808" y="551786"/>
                  </a:cubicBezTo>
                  <a:cubicBezTo>
                    <a:pt x="688371" y="551786"/>
                    <a:pt x="686183" y="553536"/>
                    <a:pt x="686183" y="553536"/>
                  </a:cubicBezTo>
                  <a:cubicBezTo>
                    <a:pt x="686183" y="553536"/>
                    <a:pt x="683794" y="555487"/>
                    <a:pt x="683457" y="555823"/>
                  </a:cubicBezTo>
                  <a:cubicBezTo>
                    <a:pt x="683121" y="556160"/>
                    <a:pt x="682145" y="557572"/>
                    <a:pt x="681707" y="557875"/>
                  </a:cubicBezTo>
                  <a:cubicBezTo>
                    <a:pt x="681270" y="558212"/>
                    <a:pt x="679082" y="562114"/>
                    <a:pt x="679082" y="562114"/>
                  </a:cubicBezTo>
                  <a:cubicBezTo>
                    <a:pt x="679082" y="562114"/>
                    <a:pt x="677770" y="564300"/>
                    <a:pt x="677770" y="564704"/>
                  </a:cubicBezTo>
                  <a:cubicBezTo>
                    <a:pt x="677770" y="565141"/>
                    <a:pt x="675582" y="568741"/>
                    <a:pt x="675582" y="568741"/>
                  </a:cubicBezTo>
                  <a:cubicBezTo>
                    <a:pt x="675582" y="568741"/>
                    <a:pt x="674707" y="570927"/>
                    <a:pt x="674505" y="571230"/>
                  </a:cubicBezTo>
                  <a:cubicBezTo>
                    <a:pt x="674303" y="571567"/>
                    <a:pt x="673967" y="575132"/>
                    <a:pt x="673967" y="575132"/>
                  </a:cubicBezTo>
                  <a:lnTo>
                    <a:pt x="673967" y="580447"/>
                  </a:lnTo>
                  <a:cubicBezTo>
                    <a:pt x="673967" y="580447"/>
                    <a:pt x="675044" y="585123"/>
                    <a:pt x="675279" y="585897"/>
                  </a:cubicBezTo>
                  <a:cubicBezTo>
                    <a:pt x="675515" y="586671"/>
                    <a:pt x="676491" y="588723"/>
                    <a:pt x="676726" y="589799"/>
                  </a:cubicBezTo>
                  <a:cubicBezTo>
                    <a:pt x="676962" y="590876"/>
                    <a:pt x="677029" y="592087"/>
                    <a:pt x="676693" y="593062"/>
                  </a:cubicBezTo>
                  <a:cubicBezTo>
                    <a:pt x="676356" y="594038"/>
                    <a:pt x="676794" y="594812"/>
                    <a:pt x="676693" y="596224"/>
                  </a:cubicBezTo>
                  <a:cubicBezTo>
                    <a:pt x="676592" y="597637"/>
                    <a:pt x="676356" y="598075"/>
                    <a:pt x="676154" y="599151"/>
                  </a:cubicBezTo>
                  <a:cubicBezTo>
                    <a:pt x="675952" y="600228"/>
                    <a:pt x="675380" y="601203"/>
                    <a:pt x="675279" y="601640"/>
                  </a:cubicBezTo>
                  <a:cubicBezTo>
                    <a:pt x="675178" y="602078"/>
                    <a:pt x="673967" y="602717"/>
                    <a:pt x="673967" y="602717"/>
                  </a:cubicBezTo>
                  <a:cubicBezTo>
                    <a:pt x="673967" y="602717"/>
                    <a:pt x="672217" y="605004"/>
                    <a:pt x="672116" y="605307"/>
                  </a:cubicBezTo>
                  <a:cubicBezTo>
                    <a:pt x="672015" y="605643"/>
                    <a:pt x="671140" y="606384"/>
                    <a:pt x="671140" y="606384"/>
                  </a:cubicBezTo>
                  <a:cubicBezTo>
                    <a:pt x="671140" y="606384"/>
                    <a:pt x="670601" y="607359"/>
                    <a:pt x="669861" y="607796"/>
                  </a:cubicBezTo>
                  <a:cubicBezTo>
                    <a:pt x="669120" y="608234"/>
                    <a:pt x="669524" y="608772"/>
                    <a:pt x="669726" y="609546"/>
                  </a:cubicBezTo>
                  <a:cubicBezTo>
                    <a:pt x="669928" y="610319"/>
                    <a:pt x="669827" y="611598"/>
                    <a:pt x="669726" y="612270"/>
                  </a:cubicBezTo>
                  <a:cubicBezTo>
                    <a:pt x="669625" y="612910"/>
                    <a:pt x="668952" y="614222"/>
                    <a:pt x="668750" y="614558"/>
                  </a:cubicBezTo>
                  <a:cubicBezTo>
                    <a:pt x="668548" y="614894"/>
                    <a:pt x="667774" y="616745"/>
                    <a:pt x="667438" y="616946"/>
                  </a:cubicBezTo>
                  <a:cubicBezTo>
                    <a:pt x="667101" y="617148"/>
                    <a:pt x="666024" y="618561"/>
                    <a:pt x="665048" y="619133"/>
                  </a:cubicBezTo>
                  <a:cubicBezTo>
                    <a:pt x="664072" y="619671"/>
                    <a:pt x="662457" y="621959"/>
                    <a:pt x="662120" y="622161"/>
                  </a:cubicBezTo>
                  <a:cubicBezTo>
                    <a:pt x="661784" y="622396"/>
                    <a:pt x="660505" y="623775"/>
                    <a:pt x="660067" y="623775"/>
                  </a:cubicBezTo>
                  <a:cubicBezTo>
                    <a:pt x="659630" y="623775"/>
                    <a:pt x="657476" y="625625"/>
                    <a:pt x="657139" y="625726"/>
                  </a:cubicBezTo>
                  <a:cubicBezTo>
                    <a:pt x="656803" y="625827"/>
                    <a:pt x="651485" y="626937"/>
                    <a:pt x="651485" y="626937"/>
                  </a:cubicBezTo>
                  <a:cubicBezTo>
                    <a:pt x="651485" y="626937"/>
                    <a:pt x="648557" y="625962"/>
                    <a:pt x="647581" y="625524"/>
                  </a:cubicBezTo>
                  <a:cubicBezTo>
                    <a:pt x="646605" y="625087"/>
                    <a:pt x="644115" y="625188"/>
                    <a:pt x="643678" y="625524"/>
                  </a:cubicBezTo>
                  <a:cubicBezTo>
                    <a:pt x="643240" y="625861"/>
                    <a:pt x="641288" y="625524"/>
                    <a:pt x="641288" y="625524"/>
                  </a:cubicBezTo>
                  <a:cubicBezTo>
                    <a:pt x="641288" y="625524"/>
                    <a:pt x="640211" y="628350"/>
                    <a:pt x="639774" y="628350"/>
                  </a:cubicBezTo>
                  <a:cubicBezTo>
                    <a:pt x="639336" y="628350"/>
                    <a:pt x="636072" y="629965"/>
                    <a:pt x="636072" y="629965"/>
                  </a:cubicBezTo>
                  <a:lnTo>
                    <a:pt x="630653" y="630503"/>
                  </a:lnTo>
                  <a:cubicBezTo>
                    <a:pt x="630653" y="630503"/>
                    <a:pt x="622273" y="631580"/>
                    <a:pt x="620860" y="631580"/>
                  </a:cubicBezTo>
                  <a:cubicBezTo>
                    <a:pt x="619446" y="631580"/>
                    <a:pt x="616619" y="633867"/>
                    <a:pt x="614566" y="635179"/>
                  </a:cubicBezTo>
                  <a:cubicBezTo>
                    <a:pt x="612513" y="636491"/>
                    <a:pt x="611201" y="636356"/>
                    <a:pt x="608710" y="636794"/>
                  </a:cubicBezTo>
                  <a:cubicBezTo>
                    <a:pt x="606220" y="637231"/>
                    <a:pt x="603056" y="638308"/>
                    <a:pt x="601306" y="638980"/>
                  </a:cubicBezTo>
                  <a:cubicBezTo>
                    <a:pt x="599556" y="639619"/>
                    <a:pt x="596965" y="640158"/>
                    <a:pt x="595888" y="640158"/>
                  </a:cubicBezTo>
                  <a:cubicBezTo>
                    <a:pt x="594811" y="640158"/>
                    <a:pt x="591648" y="640931"/>
                    <a:pt x="590335" y="641133"/>
                  </a:cubicBezTo>
                  <a:cubicBezTo>
                    <a:pt x="589023" y="641335"/>
                    <a:pt x="586734" y="641335"/>
                    <a:pt x="585220" y="641772"/>
                  </a:cubicBezTo>
                  <a:cubicBezTo>
                    <a:pt x="583705" y="642210"/>
                    <a:pt x="580441" y="641873"/>
                    <a:pt x="578590" y="642412"/>
                  </a:cubicBezTo>
                  <a:cubicBezTo>
                    <a:pt x="576739" y="642950"/>
                    <a:pt x="574585" y="642311"/>
                    <a:pt x="572835" y="642412"/>
                  </a:cubicBezTo>
                  <a:cubicBezTo>
                    <a:pt x="571085" y="642513"/>
                    <a:pt x="562839" y="642950"/>
                    <a:pt x="561964" y="643488"/>
                  </a:cubicBezTo>
                  <a:cubicBezTo>
                    <a:pt x="561089" y="644026"/>
                    <a:pt x="557959" y="644262"/>
                    <a:pt x="553147" y="648265"/>
                  </a:cubicBezTo>
                  <a:cubicBezTo>
                    <a:pt x="548368" y="652268"/>
                    <a:pt x="545642" y="651730"/>
                    <a:pt x="544228" y="651965"/>
                  </a:cubicBezTo>
                  <a:cubicBezTo>
                    <a:pt x="542815" y="652201"/>
                    <a:pt x="535747" y="652066"/>
                    <a:pt x="526526" y="651427"/>
                  </a:cubicBezTo>
                  <a:cubicBezTo>
                    <a:pt x="517271" y="650788"/>
                    <a:pt x="521108" y="651864"/>
                    <a:pt x="515756" y="652840"/>
                  </a:cubicBezTo>
                  <a:cubicBezTo>
                    <a:pt x="510439" y="653815"/>
                    <a:pt x="511853" y="654253"/>
                    <a:pt x="509564" y="654320"/>
                  </a:cubicBezTo>
                  <a:cubicBezTo>
                    <a:pt x="507276" y="654387"/>
                    <a:pt x="504449" y="656540"/>
                    <a:pt x="500982" y="658054"/>
                  </a:cubicBezTo>
                  <a:cubicBezTo>
                    <a:pt x="497516" y="659568"/>
                    <a:pt x="494790" y="658256"/>
                    <a:pt x="492939" y="658256"/>
                  </a:cubicBezTo>
                  <a:cubicBezTo>
                    <a:pt x="491088" y="658256"/>
                    <a:pt x="486544" y="657919"/>
                    <a:pt x="484794" y="657919"/>
                  </a:cubicBezTo>
                  <a:cubicBezTo>
                    <a:pt x="483044" y="657919"/>
                    <a:pt x="479780" y="656069"/>
                    <a:pt x="478501" y="655968"/>
                  </a:cubicBezTo>
                  <a:cubicBezTo>
                    <a:pt x="477188" y="655867"/>
                    <a:pt x="471972" y="654017"/>
                    <a:pt x="470457" y="654354"/>
                  </a:cubicBezTo>
                  <a:cubicBezTo>
                    <a:pt x="468943" y="654690"/>
                    <a:pt x="465241" y="656204"/>
                    <a:pt x="463390" y="657617"/>
                  </a:cubicBezTo>
                  <a:cubicBezTo>
                    <a:pt x="461539" y="659030"/>
                    <a:pt x="456423" y="658929"/>
                    <a:pt x="455986" y="659030"/>
                  </a:cubicBezTo>
                  <a:cubicBezTo>
                    <a:pt x="455548" y="659131"/>
                    <a:pt x="452284" y="661115"/>
                    <a:pt x="452284" y="661115"/>
                  </a:cubicBezTo>
                  <a:cubicBezTo>
                    <a:pt x="452284" y="661115"/>
                    <a:pt x="447606" y="661115"/>
                    <a:pt x="446967" y="661115"/>
                  </a:cubicBezTo>
                  <a:cubicBezTo>
                    <a:pt x="446327" y="661115"/>
                    <a:pt x="438587" y="661485"/>
                    <a:pt x="437072" y="661923"/>
                  </a:cubicBezTo>
                  <a:cubicBezTo>
                    <a:pt x="435558" y="662360"/>
                    <a:pt x="428692" y="662831"/>
                    <a:pt x="427178" y="663066"/>
                  </a:cubicBezTo>
                  <a:cubicBezTo>
                    <a:pt x="425663" y="663302"/>
                    <a:pt x="420985" y="663504"/>
                    <a:pt x="419908" y="663705"/>
                  </a:cubicBezTo>
                  <a:cubicBezTo>
                    <a:pt x="418831" y="663941"/>
                    <a:pt x="414490" y="666195"/>
                    <a:pt x="414490" y="666195"/>
                  </a:cubicBezTo>
                  <a:cubicBezTo>
                    <a:pt x="414490" y="666195"/>
                    <a:pt x="410148" y="667406"/>
                    <a:pt x="408937" y="667810"/>
                  </a:cubicBezTo>
                  <a:cubicBezTo>
                    <a:pt x="407725" y="668247"/>
                    <a:pt x="402845" y="669996"/>
                    <a:pt x="401331" y="670198"/>
                  </a:cubicBezTo>
                  <a:cubicBezTo>
                    <a:pt x="399816" y="670433"/>
                    <a:pt x="392412" y="670837"/>
                    <a:pt x="392076" y="670837"/>
                  </a:cubicBezTo>
                  <a:cubicBezTo>
                    <a:pt x="391739" y="670837"/>
                    <a:pt x="387398" y="670602"/>
                    <a:pt x="387095" y="670602"/>
                  </a:cubicBezTo>
                  <a:cubicBezTo>
                    <a:pt x="386758" y="670602"/>
                    <a:pt x="378412" y="668751"/>
                    <a:pt x="378412" y="668751"/>
                  </a:cubicBezTo>
                  <a:cubicBezTo>
                    <a:pt x="378412" y="668751"/>
                    <a:pt x="374071" y="667103"/>
                    <a:pt x="373633" y="667103"/>
                  </a:cubicBezTo>
                  <a:cubicBezTo>
                    <a:pt x="373196" y="667103"/>
                    <a:pt x="369931" y="666027"/>
                    <a:pt x="369931" y="666027"/>
                  </a:cubicBezTo>
                  <a:cubicBezTo>
                    <a:pt x="369931" y="666027"/>
                    <a:pt x="366330" y="663537"/>
                    <a:pt x="365926" y="663537"/>
                  </a:cubicBezTo>
                  <a:cubicBezTo>
                    <a:pt x="365489" y="663537"/>
                    <a:pt x="364614" y="663335"/>
                    <a:pt x="363739" y="663100"/>
                  </a:cubicBezTo>
                  <a:cubicBezTo>
                    <a:pt x="362864" y="662898"/>
                    <a:pt x="358421" y="662461"/>
                    <a:pt x="358421" y="662461"/>
                  </a:cubicBezTo>
                  <a:lnTo>
                    <a:pt x="355056" y="663672"/>
                  </a:lnTo>
                  <a:lnTo>
                    <a:pt x="348426" y="665186"/>
                  </a:lnTo>
                  <a:cubicBezTo>
                    <a:pt x="348426" y="665186"/>
                    <a:pt x="345498" y="667036"/>
                    <a:pt x="345060" y="667036"/>
                  </a:cubicBezTo>
                  <a:cubicBezTo>
                    <a:pt x="344623" y="667036"/>
                    <a:pt x="342570" y="669424"/>
                    <a:pt x="342133" y="669761"/>
                  </a:cubicBezTo>
                  <a:cubicBezTo>
                    <a:pt x="341695" y="670097"/>
                    <a:pt x="338330" y="674235"/>
                    <a:pt x="338330" y="674235"/>
                  </a:cubicBezTo>
                  <a:lnTo>
                    <a:pt x="332238" y="677700"/>
                  </a:lnTo>
                  <a:lnTo>
                    <a:pt x="325406" y="684966"/>
                  </a:lnTo>
                  <a:lnTo>
                    <a:pt x="322243" y="687455"/>
                  </a:lnTo>
                  <a:lnTo>
                    <a:pt x="320728" y="690180"/>
                  </a:lnTo>
                  <a:cubicBezTo>
                    <a:pt x="320728" y="690180"/>
                    <a:pt x="316589" y="696269"/>
                    <a:pt x="315949" y="696605"/>
                  </a:cubicBezTo>
                  <a:cubicBezTo>
                    <a:pt x="315310" y="696941"/>
                    <a:pt x="313459" y="699868"/>
                    <a:pt x="312920" y="700608"/>
                  </a:cubicBezTo>
                  <a:cubicBezTo>
                    <a:pt x="312382" y="701382"/>
                    <a:pt x="310867" y="702122"/>
                    <a:pt x="310194" y="702660"/>
                  </a:cubicBezTo>
                  <a:cubicBezTo>
                    <a:pt x="309555" y="703198"/>
                    <a:pt x="307906" y="703972"/>
                    <a:pt x="307906" y="703972"/>
                  </a:cubicBezTo>
                  <a:cubicBezTo>
                    <a:pt x="307906" y="703972"/>
                    <a:pt x="304877" y="707572"/>
                    <a:pt x="304742" y="707975"/>
                  </a:cubicBezTo>
                  <a:cubicBezTo>
                    <a:pt x="304641" y="708413"/>
                    <a:pt x="304204" y="709489"/>
                    <a:pt x="302992" y="710700"/>
                  </a:cubicBezTo>
                  <a:cubicBezTo>
                    <a:pt x="301781" y="711911"/>
                    <a:pt x="300939" y="713290"/>
                    <a:pt x="299627" y="714838"/>
                  </a:cubicBezTo>
                  <a:cubicBezTo>
                    <a:pt x="298314" y="716351"/>
                    <a:pt x="296026" y="717226"/>
                    <a:pt x="294511" y="718000"/>
                  </a:cubicBezTo>
                  <a:cubicBezTo>
                    <a:pt x="292997" y="718774"/>
                    <a:pt x="290069" y="717226"/>
                    <a:pt x="289295" y="717226"/>
                  </a:cubicBezTo>
                  <a:cubicBezTo>
                    <a:pt x="288521" y="717226"/>
                    <a:pt x="287006" y="714501"/>
                    <a:pt x="287006" y="714501"/>
                  </a:cubicBezTo>
                  <a:lnTo>
                    <a:pt x="284617" y="713728"/>
                  </a:lnTo>
                  <a:lnTo>
                    <a:pt x="281352" y="712853"/>
                  </a:lnTo>
                  <a:cubicBezTo>
                    <a:pt x="281352" y="712853"/>
                    <a:pt x="276136" y="710801"/>
                    <a:pt x="275799" y="710902"/>
                  </a:cubicBezTo>
                  <a:cubicBezTo>
                    <a:pt x="275463" y="711003"/>
                    <a:pt x="269708" y="709691"/>
                    <a:pt x="269708" y="709691"/>
                  </a:cubicBezTo>
                  <a:lnTo>
                    <a:pt x="265265" y="709691"/>
                  </a:lnTo>
                  <a:lnTo>
                    <a:pt x="259813" y="709758"/>
                  </a:lnTo>
                  <a:cubicBezTo>
                    <a:pt x="259813" y="709758"/>
                    <a:pt x="253823" y="710027"/>
                    <a:pt x="250457" y="710801"/>
                  </a:cubicBezTo>
                  <a:cubicBezTo>
                    <a:pt x="247092" y="711575"/>
                    <a:pt x="244029" y="710801"/>
                    <a:pt x="243626" y="710801"/>
                  </a:cubicBezTo>
                  <a:cubicBezTo>
                    <a:pt x="243188" y="710801"/>
                    <a:pt x="238510" y="709186"/>
                    <a:pt x="238510" y="709186"/>
                  </a:cubicBezTo>
                  <a:cubicBezTo>
                    <a:pt x="238510" y="709186"/>
                    <a:pt x="234707" y="705250"/>
                    <a:pt x="234471" y="704948"/>
                  </a:cubicBezTo>
                  <a:cubicBezTo>
                    <a:pt x="234236" y="704611"/>
                    <a:pt x="233933" y="702559"/>
                    <a:pt x="233933" y="702559"/>
                  </a:cubicBezTo>
                  <a:lnTo>
                    <a:pt x="234270" y="698523"/>
                  </a:lnTo>
                  <a:lnTo>
                    <a:pt x="235246" y="691021"/>
                  </a:lnTo>
                  <a:cubicBezTo>
                    <a:pt x="235246" y="691021"/>
                    <a:pt x="236457" y="689070"/>
                    <a:pt x="236558" y="688733"/>
                  </a:cubicBezTo>
                  <a:cubicBezTo>
                    <a:pt x="236659" y="688397"/>
                    <a:pt x="237635" y="686446"/>
                    <a:pt x="237871" y="685369"/>
                  </a:cubicBezTo>
                  <a:cubicBezTo>
                    <a:pt x="238073" y="684293"/>
                    <a:pt x="237770" y="682443"/>
                    <a:pt x="237770" y="682443"/>
                  </a:cubicBezTo>
                  <a:cubicBezTo>
                    <a:pt x="237770" y="682443"/>
                    <a:pt x="237433" y="678204"/>
                    <a:pt x="237332" y="677868"/>
                  </a:cubicBezTo>
                  <a:cubicBezTo>
                    <a:pt x="237231" y="677531"/>
                    <a:pt x="236693" y="674403"/>
                    <a:pt x="236255" y="673629"/>
                  </a:cubicBezTo>
                  <a:cubicBezTo>
                    <a:pt x="235818" y="672855"/>
                    <a:pt x="233664" y="670803"/>
                    <a:pt x="233327" y="670703"/>
                  </a:cubicBezTo>
                  <a:cubicBezTo>
                    <a:pt x="232991" y="670602"/>
                    <a:pt x="231039" y="668852"/>
                    <a:pt x="230298" y="668852"/>
                  </a:cubicBezTo>
                  <a:cubicBezTo>
                    <a:pt x="229524" y="668852"/>
                    <a:pt x="227808" y="667776"/>
                    <a:pt x="227370" y="667776"/>
                  </a:cubicBezTo>
                  <a:cubicBezTo>
                    <a:pt x="226933" y="667776"/>
                    <a:pt x="225755" y="667675"/>
                    <a:pt x="224644" y="667675"/>
                  </a:cubicBezTo>
                  <a:cubicBezTo>
                    <a:pt x="223567" y="667675"/>
                    <a:pt x="221615" y="668112"/>
                    <a:pt x="221615" y="668112"/>
                  </a:cubicBezTo>
                  <a:cubicBezTo>
                    <a:pt x="221615" y="668112"/>
                    <a:pt x="220841" y="669525"/>
                    <a:pt x="220303" y="670299"/>
                  </a:cubicBezTo>
                  <a:cubicBezTo>
                    <a:pt x="219764" y="671073"/>
                    <a:pt x="218687" y="671947"/>
                    <a:pt x="218115" y="672687"/>
                  </a:cubicBezTo>
                  <a:cubicBezTo>
                    <a:pt x="217577" y="673461"/>
                    <a:pt x="216163" y="673562"/>
                    <a:pt x="216163" y="673562"/>
                  </a:cubicBezTo>
                  <a:cubicBezTo>
                    <a:pt x="216163" y="673562"/>
                    <a:pt x="214110" y="674336"/>
                    <a:pt x="213000" y="674437"/>
                  </a:cubicBezTo>
                  <a:cubicBezTo>
                    <a:pt x="211923" y="674537"/>
                    <a:pt x="210173" y="674437"/>
                    <a:pt x="207884" y="674874"/>
                  </a:cubicBezTo>
                  <a:cubicBezTo>
                    <a:pt x="205596" y="675311"/>
                    <a:pt x="203004" y="674874"/>
                    <a:pt x="203004" y="674874"/>
                  </a:cubicBezTo>
                  <a:lnTo>
                    <a:pt x="198865" y="674100"/>
                  </a:lnTo>
                  <a:lnTo>
                    <a:pt x="191697" y="676724"/>
                  </a:lnTo>
                  <a:cubicBezTo>
                    <a:pt x="191697" y="676724"/>
                    <a:pt x="189946" y="677060"/>
                    <a:pt x="189509" y="676926"/>
                  </a:cubicBezTo>
                  <a:cubicBezTo>
                    <a:pt x="189071" y="676825"/>
                    <a:pt x="185168" y="673461"/>
                    <a:pt x="184831" y="673226"/>
                  </a:cubicBezTo>
                  <a:cubicBezTo>
                    <a:pt x="184494" y="673024"/>
                    <a:pt x="182105" y="670501"/>
                    <a:pt x="182105" y="670501"/>
                  </a:cubicBezTo>
                  <a:cubicBezTo>
                    <a:pt x="182105" y="670501"/>
                    <a:pt x="178941" y="667473"/>
                    <a:pt x="178639" y="667036"/>
                  </a:cubicBezTo>
                  <a:cubicBezTo>
                    <a:pt x="178302" y="666599"/>
                    <a:pt x="177225" y="664984"/>
                    <a:pt x="177225" y="664984"/>
                  </a:cubicBezTo>
                  <a:cubicBezTo>
                    <a:pt x="177225" y="664984"/>
                    <a:pt x="175475" y="663134"/>
                    <a:pt x="175172" y="662932"/>
                  </a:cubicBezTo>
                  <a:cubicBezTo>
                    <a:pt x="174836" y="662696"/>
                    <a:pt x="173321" y="660745"/>
                    <a:pt x="173119" y="660005"/>
                  </a:cubicBezTo>
                  <a:cubicBezTo>
                    <a:pt x="172917" y="659231"/>
                    <a:pt x="172042" y="659669"/>
                    <a:pt x="171706" y="659231"/>
                  </a:cubicBezTo>
                  <a:cubicBezTo>
                    <a:pt x="171369" y="658794"/>
                    <a:pt x="169855" y="658357"/>
                    <a:pt x="168980" y="658357"/>
                  </a:cubicBezTo>
                  <a:cubicBezTo>
                    <a:pt x="168105" y="658357"/>
                    <a:pt x="167667" y="658794"/>
                    <a:pt x="167364" y="658895"/>
                  </a:cubicBezTo>
                  <a:cubicBezTo>
                    <a:pt x="167028" y="658996"/>
                    <a:pt x="165513" y="660409"/>
                    <a:pt x="164436" y="661082"/>
                  </a:cubicBezTo>
                  <a:cubicBezTo>
                    <a:pt x="163359" y="661721"/>
                    <a:pt x="163023" y="662696"/>
                    <a:pt x="162585" y="663369"/>
                  </a:cubicBezTo>
                  <a:cubicBezTo>
                    <a:pt x="162148" y="664008"/>
                    <a:pt x="162249" y="665556"/>
                    <a:pt x="162148" y="666531"/>
                  </a:cubicBezTo>
                  <a:cubicBezTo>
                    <a:pt x="162047" y="667507"/>
                    <a:pt x="163023" y="669559"/>
                    <a:pt x="163124" y="670332"/>
                  </a:cubicBezTo>
                  <a:cubicBezTo>
                    <a:pt x="163225" y="671106"/>
                    <a:pt x="161946" y="674033"/>
                    <a:pt x="161946" y="674033"/>
                  </a:cubicBezTo>
                  <a:cubicBezTo>
                    <a:pt x="161946" y="674033"/>
                    <a:pt x="161071" y="675648"/>
                    <a:pt x="160633" y="675883"/>
                  </a:cubicBezTo>
                  <a:cubicBezTo>
                    <a:pt x="160196" y="676085"/>
                    <a:pt x="158345" y="676959"/>
                    <a:pt x="158042" y="676926"/>
                  </a:cubicBezTo>
                  <a:cubicBezTo>
                    <a:pt x="157705" y="676892"/>
                    <a:pt x="153465" y="676859"/>
                    <a:pt x="152624" y="676959"/>
                  </a:cubicBezTo>
                  <a:cubicBezTo>
                    <a:pt x="151749" y="677060"/>
                    <a:pt x="149460" y="676859"/>
                    <a:pt x="149023" y="676959"/>
                  </a:cubicBezTo>
                  <a:cubicBezTo>
                    <a:pt x="148585" y="677060"/>
                    <a:pt x="146095" y="676959"/>
                    <a:pt x="145220" y="676959"/>
                  </a:cubicBezTo>
                  <a:cubicBezTo>
                    <a:pt x="144345" y="676959"/>
                    <a:pt x="143032" y="677733"/>
                    <a:pt x="142056" y="677834"/>
                  </a:cubicBezTo>
                  <a:cubicBezTo>
                    <a:pt x="141080" y="677935"/>
                    <a:pt x="139868" y="678911"/>
                    <a:pt x="139027" y="679348"/>
                  </a:cubicBezTo>
                  <a:cubicBezTo>
                    <a:pt x="138152" y="679785"/>
                    <a:pt x="137412" y="680761"/>
                    <a:pt x="136638" y="680862"/>
                  </a:cubicBezTo>
                  <a:cubicBezTo>
                    <a:pt x="135864" y="680963"/>
                    <a:pt x="133811" y="683250"/>
                    <a:pt x="133037" y="683351"/>
                  </a:cubicBezTo>
                  <a:cubicBezTo>
                    <a:pt x="132263" y="683452"/>
                    <a:pt x="129873" y="684562"/>
                    <a:pt x="127921" y="684764"/>
                  </a:cubicBezTo>
                  <a:cubicBezTo>
                    <a:pt x="125969" y="684966"/>
                    <a:pt x="124455" y="685403"/>
                    <a:pt x="123883" y="685403"/>
                  </a:cubicBezTo>
                  <a:cubicBezTo>
                    <a:pt x="123344" y="685403"/>
                    <a:pt x="121392" y="686177"/>
                    <a:pt x="120955" y="686177"/>
                  </a:cubicBezTo>
                  <a:cubicBezTo>
                    <a:pt x="120517" y="686177"/>
                    <a:pt x="118565" y="686715"/>
                    <a:pt x="117051" y="686816"/>
                  </a:cubicBezTo>
                  <a:cubicBezTo>
                    <a:pt x="115536" y="686917"/>
                    <a:pt x="113887" y="686917"/>
                    <a:pt x="113046" y="686816"/>
                  </a:cubicBezTo>
                  <a:cubicBezTo>
                    <a:pt x="112171" y="686715"/>
                    <a:pt x="110421" y="686614"/>
                    <a:pt x="109243" y="686614"/>
                  </a:cubicBezTo>
                  <a:cubicBezTo>
                    <a:pt x="108065" y="686614"/>
                    <a:pt x="105103" y="684764"/>
                    <a:pt x="104666" y="684764"/>
                  </a:cubicBezTo>
                  <a:cubicBezTo>
                    <a:pt x="104228" y="684764"/>
                    <a:pt x="101300" y="683149"/>
                    <a:pt x="100863" y="683149"/>
                  </a:cubicBezTo>
                  <a:cubicBezTo>
                    <a:pt x="100425" y="683149"/>
                    <a:pt x="97598" y="683149"/>
                    <a:pt x="97161" y="683048"/>
                  </a:cubicBezTo>
                  <a:cubicBezTo>
                    <a:pt x="96723" y="682947"/>
                    <a:pt x="94132" y="681972"/>
                    <a:pt x="94132" y="681972"/>
                  </a:cubicBezTo>
                  <a:lnTo>
                    <a:pt x="90766" y="681972"/>
                  </a:lnTo>
                  <a:cubicBezTo>
                    <a:pt x="90766" y="681972"/>
                    <a:pt x="85886" y="683990"/>
                    <a:pt x="85550" y="684091"/>
                  </a:cubicBezTo>
                  <a:cubicBezTo>
                    <a:pt x="85213" y="684192"/>
                    <a:pt x="82184" y="685571"/>
                    <a:pt x="82184" y="685571"/>
                  </a:cubicBezTo>
                  <a:lnTo>
                    <a:pt x="78146" y="688733"/>
                  </a:lnTo>
                  <a:lnTo>
                    <a:pt x="74780" y="691458"/>
                  </a:lnTo>
                  <a:lnTo>
                    <a:pt x="70877" y="694822"/>
                  </a:lnTo>
                  <a:lnTo>
                    <a:pt x="68252" y="697009"/>
                  </a:lnTo>
                  <a:cubicBezTo>
                    <a:pt x="68252" y="697009"/>
                    <a:pt x="65525" y="700036"/>
                    <a:pt x="65088" y="700373"/>
                  </a:cubicBezTo>
                  <a:cubicBezTo>
                    <a:pt x="64650" y="700709"/>
                    <a:pt x="63674" y="702559"/>
                    <a:pt x="63674" y="702559"/>
                  </a:cubicBezTo>
                  <a:lnTo>
                    <a:pt x="63035" y="705183"/>
                  </a:lnTo>
                  <a:lnTo>
                    <a:pt x="62261" y="708446"/>
                  </a:lnTo>
                  <a:lnTo>
                    <a:pt x="62160" y="712046"/>
                  </a:lnTo>
                  <a:lnTo>
                    <a:pt x="61521" y="714636"/>
                  </a:lnTo>
                  <a:lnTo>
                    <a:pt x="61420" y="718673"/>
                  </a:lnTo>
                  <a:lnTo>
                    <a:pt x="60545" y="722474"/>
                  </a:lnTo>
                  <a:cubicBezTo>
                    <a:pt x="60545" y="722474"/>
                    <a:pt x="59131" y="724761"/>
                    <a:pt x="58795" y="725199"/>
                  </a:cubicBezTo>
                  <a:cubicBezTo>
                    <a:pt x="58458" y="725636"/>
                    <a:pt x="57482" y="727486"/>
                    <a:pt x="57482" y="727486"/>
                  </a:cubicBezTo>
                  <a:cubicBezTo>
                    <a:pt x="57482" y="727486"/>
                    <a:pt x="55429" y="729437"/>
                    <a:pt x="54891" y="729673"/>
                  </a:cubicBezTo>
                  <a:cubicBezTo>
                    <a:pt x="54352" y="729875"/>
                    <a:pt x="53040" y="731086"/>
                    <a:pt x="52703" y="731086"/>
                  </a:cubicBezTo>
                  <a:cubicBezTo>
                    <a:pt x="52367" y="731086"/>
                    <a:pt x="50953" y="732297"/>
                    <a:pt x="50078" y="732499"/>
                  </a:cubicBezTo>
                  <a:cubicBezTo>
                    <a:pt x="49203" y="732700"/>
                    <a:pt x="48665" y="733810"/>
                    <a:pt x="48025" y="734012"/>
                  </a:cubicBezTo>
                  <a:cubicBezTo>
                    <a:pt x="47386" y="734214"/>
                    <a:pt x="46410" y="735526"/>
                    <a:pt x="45299" y="735963"/>
                  </a:cubicBezTo>
                  <a:cubicBezTo>
                    <a:pt x="44222" y="736401"/>
                    <a:pt x="43785" y="737174"/>
                    <a:pt x="43448" y="737814"/>
                  </a:cubicBezTo>
                  <a:cubicBezTo>
                    <a:pt x="43112" y="738453"/>
                    <a:pt x="40520" y="737814"/>
                    <a:pt x="40520" y="737814"/>
                  </a:cubicBezTo>
                  <a:lnTo>
                    <a:pt x="36717" y="739428"/>
                  </a:lnTo>
                  <a:lnTo>
                    <a:pt x="33453" y="739428"/>
                  </a:lnTo>
                  <a:lnTo>
                    <a:pt x="30962" y="740236"/>
                  </a:lnTo>
                  <a:cubicBezTo>
                    <a:pt x="30962" y="740236"/>
                    <a:pt x="27698" y="739967"/>
                    <a:pt x="26621" y="740067"/>
                  </a:cubicBezTo>
                  <a:cubicBezTo>
                    <a:pt x="25544" y="740168"/>
                    <a:pt x="24770" y="740067"/>
                    <a:pt x="24332" y="740067"/>
                  </a:cubicBezTo>
                  <a:cubicBezTo>
                    <a:pt x="23895" y="740067"/>
                    <a:pt x="20327" y="740841"/>
                    <a:pt x="19318" y="740841"/>
                  </a:cubicBezTo>
                  <a:cubicBezTo>
                    <a:pt x="18342" y="740841"/>
                    <a:pt x="16390" y="742153"/>
                    <a:pt x="15077" y="742490"/>
                  </a:cubicBezTo>
                  <a:cubicBezTo>
                    <a:pt x="13765" y="742826"/>
                    <a:pt x="12688" y="743028"/>
                    <a:pt x="11173" y="743902"/>
                  </a:cubicBezTo>
                  <a:cubicBezTo>
                    <a:pt x="9659" y="744777"/>
                    <a:pt x="7808" y="745753"/>
                    <a:pt x="7034" y="746526"/>
                  </a:cubicBezTo>
                  <a:cubicBezTo>
                    <a:pt x="6260" y="747300"/>
                    <a:pt x="6260" y="746863"/>
                    <a:pt x="6159" y="748578"/>
                  </a:cubicBezTo>
                  <a:cubicBezTo>
                    <a:pt x="6058" y="750328"/>
                    <a:pt x="8548" y="751606"/>
                    <a:pt x="8784" y="751942"/>
                  </a:cubicBezTo>
                  <a:cubicBezTo>
                    <a:pt x="8986" y="752279"/>
                    <a:pt x="10298" y="753557"/>
                    <a:pt x="12486" y="755104"/>
                  </a:cubicBezTo>
                  <a:cubicBezTo>
                    <a:pt x="14673" y="756618"/>
                    <a:pt x="15952" y="758569"/>
                    <a:pt x="16188" y="759007"/>
                  </a:cubicBezTo>
                  <a:cubicBezTo>
                    <a:pt x="16390" y="759444"/>
                    <a:pt x="17500" y="761059"/>
                    <a:pt x="17601" y="761395"/>
                  </a:cubicBezTo>
                  <a:cubicBezTo>
                    <a:pt x="17702" y="761731"/>
                    <a:pt x="21068" y="765095"/>
                    <a:pt x="21202" y="765533"/>
                  </a:cubicBezTo>
                  <a:cubicBezTo>
                    <a:pt x="21303" y="765970"/>
                    <a:pt x="21976" y="769569"/>
                    <a:pt x="21976" y="769569"/>
                  </a:cubicBezTo>
                  <a:lnTo>
                    <a:pt x="20563" y="778047"/>
                  </a:lnTo>
                  <a:lnTo>
                    <a:pt x="20226" y="782050"/>
                  </a:lnTo>
                  <a:lnTo>
                    <a:pt x="20226" y="784438"/>
                  </a:lnTo>
                  <a:cubicBezTo>
                    <a:pt x="20226" y="784438"/>
                    <a:pt x="21808" y="785851"/>
                    <a:pt x="22111" y="786187"/>
                  </a:cubicBezTo>
                  <a:cubicBezTo>
                    <a:pt x="22448" y="786524"/>
                    <a:pt x="25409" y="789013"/>
                    <a:pt x="25645" y="789350"/>
                  </a:cubicBezTo>
                  <a:cubicBezTo>
                    <a:pt x="25847" y="789686"/>
                    <a:pt x="27058" y="791200"/>
                    <a:pt x="27159" y="791637"/>
                  </a:cubicBezTo>
                  <a:cubicBezTo>
                    <a:pt x="27260" y="792074"/>
                    <a:pt x="27260" y="794463"/>
                    <a:pt x="27260" y="794463"/>
                  </a:cubicBezTo>
                  <a:lnTo>
                    <a:pt x="26183" y="796212"/>
                  </a:lnTo>
                  <a:cubicBezTo>
                    <a:pt x="26183" y="796212"/>
                    <a:pt x="24770" y="797423"/>
                    <a:pt x="23794" y="797726"/>
                  </a:cubicBezTo>
                  <a:cubicBezTo>
                    <a:pt x="22818" y="798062"/>
                    <a:pt x="21842" y="798365"/>
                    <a:pt x="21842" y="798365"/>
                  </a:cubicBezTo>
                  <a:cubicBezTo>
                    <a:pt x="21842" y="798365"/>
                    <a:pt x="19116" y="798701"/>
                    <a:pt x="18039" y="798264"/>
                  </a:cubicBezTo>
                  <a:cubicBezTo>
                    <a:pt x="16962" y="797827"/>
                    <a:pt x="16726" y="798163"/>
                    <a:pt x="16188" y="797524"/>
                  </a:cubicBezTo>
                  <a:cubicBezTo>
                    <a:pt x="15649" y="796885"/>
                    <a:pt x="14135" y="796885"/>
                    <a:pt x="14135" y="796885"/>
                  </a:cubicBezTo>
                  <a:lnTo>
                    <a:pt x="12284" y="796885"/>
                  </a:lnTo>
                  <a:cubicBezTo>
                    <a:pt x="12284" y="796885"/>
                    <a:pt x="11846" y="798466"/>
                    <a:pt x="11846" y="798769"/>
                  </a:cubicBezTo>
                  <a:cubicBezTo>
                    <a:pt x="11846" y="799105"/>
                    <a:pt x="10971" y="801426"/>
                    <a:pt x="10971" y="801426"/>
                  </a:cubicBezTo>
                  <a:cubicBezTo>
                    <a:pt x="10971" y="801426"/>
                    <a:pt x="9120" y="803276"/>
                    <a:pt x="8582" y="803377"/>
                  </a:cubicBezTo>
                  <a:cubicBezTo>
                    <a:pt x="8043" y="803478"/>
                    <a:pt x="6630" y="804252"/>
                    <a:pt x="6630" y="804252"/>
                  </a:cubicBezTo>
                  <a:cubicBezTo>
                    <a:pt x="6630" y="804252"/>
                    <a:pt x="4005" y="805429"/>
                    <a:pt x="3164" y="805564"/>
                  </a:cubicBezTo>
                  <a:cubicBezTo>
                    <a:pt x="2289" y="805665"/>
                    <a:pt x="774" y="807313"/>
                    <a:pt x="774" y="807313"/>
                  </a:cubicBezTo>
                  <a:lnTo>
                    <a:pt x="0" y="809802"/>
                  </a:lnTo>
                  <a:lnTo>
                    <a:pt x="538" y="812628"/>
                  </a:lnTo>
                  <a:lnTo>
                    <a:pt x="1178" y="816968"/>
                  </a:lnTo>
                  <a:lnTo>
                    <a:pt x="2793" y="819457"/>
                  </a:lnTo>
                  <a:lnTo>
                    <a:pt x="5183" y="821206"/>
                  </a:lnTo>
                  <a:lnTo>
                    <a:pt x="8885" y="827497"/>
                  </a:lnTo>
                  <a:lnTo>
                    <a:pt x="9524" y="830524"/>
                  </a:lnTo>
                  <a:lnTo>
                    <a:pt x="13866" y="836176"/>
                  </a:lnTo>
                  <a:lnTo>
                    <a:pt x="15044" y="839977"/>
                  </a:lnTo>
                  <a:lnTo>
                    <a:pt x="17231" y="844014"/>
                  </a:lnTo>
                  <a:cubicBezTo>
                    <a:pt x="17231" y="844014"/>
                    <a:pt x="19722" y="847041"/>
                    <a:pt x="19856" y="847378"/>
                  </a:cubicBezTo>
                  <a:cubicBezTo>
                    <a:pt x="19957" y="847714"/>
                    <a:pt x="20395" y="848152"/>
                    <a:pt x="20395" y="848152"/>
                  </a:cubicBezTo>
                  <a:cubicBezTo>
                    <a:pt x="20395" y="848152"/>
                    <a:pt x="22784" y="849026"/>
                    <a:pt x="23121" y="849026"/>
                  </a:cubicBezTo>
                  <a:cubicBezTo>
                    <a:pt x="23457" y="849026"/>
                    <a:pt x="26150" y="849228"/>
                    <a:pt x="26486" y="849228"/>
                  </a:cubicBezTo>
                  <a:cubicBezTo>
                    <a:pt x="26823" y="849228"/>
                    <a:pt x="28876" y="849228"/>
                    <a:pt x="29852" y="848690"/>
                  </a:cubicBezTo>
                  <a:cubicBezTo>
                    <a:pt x="30828" y="848152"/>
                    <a:pt x="31366" y="848589"/>
                    <a:pt x="32443" y="847378"/>
                  </a:cubicBezTo>
                  <a:cubicBezTo>
                    <a:pt x="33520" y="846200"/>
                    <a:pt x="32443" y="847378"/>
                    <a:pt x="32443" y="846941"/>
                  </a:cubicBezTo>
                  <a:cubicBezTo>
                    <a:pt x="32443" y="846503"/>
                    <a:pt x="34092" y="846604"/>
                    <a:pt x="34395" y="846167"/>
                  </a:cubicBezTo>
                  <a:cubicBezTo>
                    <a:pt x="34732" y="845730"/>
                    <a:pt x="35607" y="845292"/>
                    <a:pt x="35607" y="845292"/>
                  </a:cubicBezTo>
                  <a:cubicBezTo>
                    <a:pt x="35607" y="845292"/>
                    <a:pt x="36684" y="844855"/>
                    <a:pt x="37121" y="844216"/>
                  </a:cubicBezTo>
                  <a:cubicBezTo>
                    <a:pt x="37559" y="843577"/>
                    <a:pt x="39073" y="843139"/>
                    <a:pt x="39309" y="842803"/>
                  </a:cubicBezTo>
                  <a:cubicBezTo>
                    <a:pt x="39544" y="842467"/>
                    <a:pt x="41496" y="842366"/>
                    <a:pt x="41496" y="842366"/>
                  </a:cubicBezTo>
                  <a:cubicBezTo>
                    <a:pt x="41496" y="842366"/>
                    <a:pt x="43987" y="842366"/>
                    <a:pt x="44660" y="842029"/>
                  </a:cubicBezTo>
                  <a:cubicBezTo>
                    <a:pt x="45299" y="841693"/>
                    <a:pt x="47150" y="842029"/>
                    <a:pt x="47150" y="842029"/>
                  </a:cubicBezTo>
                  <a:lnTo>
                    <a:pt x="50616" y="842029"/>
                  </a:lnTo>
                  <a:lnTo>
                    <a:pt x="53443" y="843711"/>
                  </a:lnTo>
                  <a:lnTo>
                    <a:pt x="54218" y="846705"/>
                  </a:lnTo>
                  <a:cubicBezTo>
                    <a:pt x="54218" y="846705"/>
                    <a:pt x="58121" y="848555"/>
                    <a:pt x="59872" y="848993"/>
                  </a:cubicBezTo>
                  <a:cubicBezTo>
                    <a:pt x="61622" y="849430"/>
                    <a:pt x="62799" y="848993"/>
                    <a:pt x="62799" y="848993"/>
                  </a:cubicBezTo>
                  <a:lnTo>
                    <a:pt x="64751" y="848993"/>
                  </a:lnTo>
                  <a:lnTo>
                    <a:pt x="66602" y="851549"/>
                  </a:lnTo>
                  <a:lnTo>
                    <a:pt x="68992" y="853870"/>
                  </a:lnTo>
                  <a:lnTo>
                    <a:pt x="72593" y="856158"/>
                  </a:lnTo>
                  <a:cubicBezTo>
                    <a:pt x="72593" y="856158"/>
                    <a:pt x="75083" y="857571"/>
                    <a:pt x="76295" y="858109"/>
                  </a:cubicBezTo>
                  <a:cubicBezTo>
                    <a:pt x="77473" y="858647"/>
                    <a:pt x="80872" y="861708"/>
                    <a:pt x="81309" y="862011"/>
                  </a:cubicBezTo>
                  <a:cubicBezTo>
                    <a:pt x="81747" y="862348"/>
                    <a:pt x="84473" y="865712"/>
                    <a:pt x="84473" y="865712"/>
                  </a:cubicBezTo>
                  <a:lnTo>
                    <a:pt x="86223" y="868638"/>
                  </a:lnTo>
                  <a:lnTo>
                    <a:pt x="86560" y="870690"/>
                  </a:lnTo>
                  <a:lnTo>
                    <a:pt x="86358" y="875904"/>
                  </a:lnTo>
                  <a:lnTo>
                    <a:pt x="86358" y="877956"/>
                  </a:lnTo>
                  <a:lnTo>
                    <a:pt x="86358" y="881085"/>
                  </a:lnTo>
                  <a:lnTo>
                    <a:pt x="86358" y="883910"/>
                  </a:lnTo>
                  <a:lnTo>
                    <a:pt x="86459" y="886938"/>
                  </a:lnTo>
                  <a:lnTo>
                    <a:pt x="85382" y="889125"/>
                  </a:lnTo>
                  <a:lnTo>
                    <a:pt x="83766" y="892152"/>
                  </a:lnTo>
                  <a:lnTo>
                    <a:pt x="82252" y="894204"/>
                  </a:lnTo>
                  <a:lnTo>
                    <a:pt x="81175" y="897232"/>
                  </a:lnTo>
                  <a:lnTo>
                    <a:pt x="80535" y="899519"/>
                  </a:lnTo>
                  <a:lnTo>
                    <a:pt x="80098" y="904296"/>
                  </a:lnTo>
                  <a:lnTo>
                    <a:pt x="79761" y="907122"/>
                  </a:lnTo>
                  <a:lnTo>
                    <a:pt x="79324" y="911125"/>
                  </a:lnTo>
                  <a:lnTo>
                    <a:pt x="78348" y="913951"/>
                  </a:lnTo>
                  <a:lnTo>
                    <a:pt x="77708" y="915801"/>
                  </a:lnTo>
                  <a:lnTo>
                    <a:pt x="77708" y="917853"/>
                  </a:lnTo>
                  <a:lnTo>
                    <a:pt x="77338" y="920578"/>
                  </a:lnTo>
                  <a:cubicBezTo>
                    <a:pt x="77338" y="920578"/>
                    <a:pt x="76833" y="923067"/>
                    <a:pt x="76833" y="923504"/>
                  </a:cubicBezTo>
                  <a:cubicBezTo>
                    <a:pt x="76833" y="923942"/>
                    <a:pt x="76833" y="925018"/>
                    <a:pt x="76497" y="926330"/>
                  </a:cubicBezTo>
                  <a:cubicBezTo>
                    <a:pt x="76160" y="927642"/>
                    <a:pt x="75622" y="928517"/>
                    <a:pt x="75622" y="928517"/>
                  </a:cubicBezTo>
                  <a:lnTo>
                    <a:pt x="75285" y="931342"/>
                  </a:lnTo>
                  <a:cubicBezTo>
                    <a:pt x="75285" y="931342"/>
                    <a:pt x="75083" y="934067"/>
                    <a:pt x="75083" y="934505"/>
                  </a:cubicBezTo>
                  <a:cubicBezTo>
                    <a:pt x="75083" y="934942"/>
                    <a:pt x="75285" y="939080"/>
                    <a:pt x="75285" y="939382"/>
                  </a:cubicBezTo>
                  <a:cubicBezTo>
                    <a:pt x="75285" y="939719"/>
                    <a:pt x="75925" y="941872"/>
                    <a:pt x="75925" y="941872"/>
                  </a:cubicBezTo>
                  <a:lnTo>
                    <a:pt x="75925" y="944596"/>
                  </a:lnTo>
                  <a:cubicBezTo>
                    <a:pt x="75925" y="944596"/>
                    <a:pt x="78516" y="946985"/>
                    <a:pt x="80064" y="948297"/>
                  </a:cubicBezTo>
                  <a:cubicBezTo>
                    <a:pt x="81579" y="949609"/>
                    <a:pt x="82353" y="952636"/>
                    <a:pt x="82454" y="953074"/>
                  </a:cubicBezTo>
                  <a:cubicBezTo>
                    <a:pt x="82555" y="953511"/>
                    <a:pt x="82454" y="955798"/>
                    <a:pt x="82454" y="956236"/>
                  </a:cubicBezTo>
                  <a:cubicBezTo>
                    <a:pt x="82454" y="956673"/>
                    <a:pt x="82117" y="958086"/>
                    <a:pt x="82117" y="958086"/>
                  </a:cubicBezTo>
                  <a:cubicBezTo>
                    <a:pt x="82117" y="958086"/>
                    <a:pt x="81040" y="959936"/>
                    <a:pt x="80704" y="960138"/>
                  </a:cubicBezTo>
                  <a:cubicBezTo>
                    <a:pt x="80367" y="960340"/>
                    <a:pt x="79290" y="961887"/>
                    <a:pt x="78314" y="962089"/>
                  </a:cubicBezTo>
                  <a:cubicBezTo>
                    <a:pt x="77338" y="962291"/>
                    <a:pt x="77237" y="963065"/>
                    <a:pt x="77237" y="963065"/>
                  </a:cubicBezTo>
                  <a:lnTo>
                    <a:pt x="75386" y="964578"/>
                  </a:lnTo>
                  <a:lnTo>
                    <a:pt x="73636" y="967202"/>
                  </a:lnTo>
                  <a:lnTo>
                    <a:pt x="72189" y="969389"/>
                  </a:lnTo>
                  <a:lnTo>
                    <a:pt x="70574" y="971239"/>
                  </a:lnTo>
                  <a:lnTo>
                    <a:pt x="69598" y="972450"/>
                  </a:lnTo>
                  <a:lnTo>
                    <a:pt x="69295" y="974939"/>
                  </a:lnTo>
                  <a:lnTo>
                    <a:pt x="69497" y="978404"/>
                  </a:lnTo>
                  <a:lnTo>
                    <a:pt x="70910" y="982407"/>
                  </a:lnTo>
                  <a:lnTo>
                    <a:pt x="72526" y="985132"/>
                  </a:lnTo>
                  <a:lnTo>
                    <a:pt x="72862" y="989270"/>
                  </a:lnTo>
                  <a:cubicBezTo>
                    <a:pt x="72862" y="989270"/>
                    <a:pt x="74175" y="991322"/>
                    <a:pt x="74276" y="991658"/>
                  </a:cubicBezTo>
                  <a:cubicBezTo>
                    <a:pt x="74377" y="991995"/>
                    <a:pt x="74915" y="994585"/>
                    <a:pt x="74915" y="994585"/>
                  </a:cubicBezTo>
                  <a:cubicBezTo>
                    <a:pt x="74915" y="994585"/>
                    <a:pt x="75151" y="997848"/>
                    <a:pt x="75151" y="998184"/>
                  </a:cubicBezTo>
                  <a:cubicBezTo>
                    <a:pt x="75151" y="998521"/>
                    <a:pt x="75487" y="1003028"/>
                    <a:pt x="75487" y="1003028"/>
                  </a:cubicBezTo>
                  <a:lnTo>
                    <a:pt x="75050" y="1004912"/>
                  </a:lnTo>
                  <a:lnTo>
                    <a:pt x="72458" y="1007738"/>
                  </a:lnTo>
                  <a:cubicBezTo>
                    <a:pt x="72458" y="1007738"/>
                    <a:pt x="70170" y="1008814"/>
                    <a:pt x="69732" y="1008814"/>
                  </a:cubicBezTo>
                  <a:cubicBezTo>
                    <a:pt x="69295" y="1008814"/>
                    <a:pt x="67343" y="1010126"/>
                    <a:pt x="67343" y="1010126"/>
                  </a:cubicBezTo>
                  <a:lnTo>
                    <a:pt x="64617" y="1011102"/>
                  </a:lnTo>
                  <a:lnTo>
                    <a:pt x="61790" y="1011539"/>
                  </a:lnTo>
                  <a:lnTo>
                    <a:pt x="60477" y="1011977"/>
                  </a:lnTo>
                  <a:lnTo>
                    <a:pt x="57011" y="1012414"/>
                  </a:lnTo>
                  <a:cubicBezTo>
                    <a:pt x="57011" y="1012414"/>
                    <a:pt x="53847" y="1012515"/>
                    <a:pt x="51996" y="1011977"/>
                  </a:cubicBezTo>
                  <a:cubicBezTo>
                    <a:pt x="50145" y="1011438"/>
                    <a:pt x="50044" y="1011977"/>
                    <a:pt x="48732" y="1011775"/>
                  </a:cubicBezTo>
                  <a:cubicBezTo>
                    <a:pt x="47419" y="1011539"/>
                    <a:pt x="47217" y="1011438"/>
                    <a:pt x="47217" y="1011438"/>
                  </a:cubicBezTo>
                  <a:lnTo>
                    <a:pt x="43414" y="1010799"/>
                  </a:lnTo>
                  <a:lnTo>
                    <a:pt x="39712" y="1008512"/>
                  </a:lnTo>
                  <a:cubicBezTo>
                    <a:pt x="39712" y="1008512"/>
                    <a:pt x="38198" y="1007435"/>
                    <a:pt x="37861" y="1006998"/>
                  </a:cubicBezTo>
                  <a:cubicBezTo>
                    <a:pt x="37525" y="1006561"/>
                    <a:pt x="35371" y="1005787"/>
                    <a:pt x="34698" y="1005148"/>
                  </a:cubicBezTo>
                  <a:cubicBezTo>
                    <a:pt x="34058" y="1004509"/>
                    <a:pt x="31871" y="1004273"/>
                    <a:pt x="31433" y="1003399"/>
                  </a:cubicBezTo>
                  <a:cubicBezTo>
                    <a:pt x="30996" y="1002524"/>
                    <a:pt x="28270" y="1003499"/>
                    <a:pt x="27630" y="1003399"/>
                  </a:cubicBezTo>
                  <a:cubicBezTo>
                    <a:pt x="27630" y="1003399"/>
                    <a:pt x="23592" y="1004374"/>
                    <a:pt x="23188" y="1004475"/>
                  </a:cubicBezTo>
                  <a:cubicBezTo>
                    <a:pt x="22751" y="1004576"/>
                    <a:pt x="21337" y="1004475"/>
                    <a:pt x="20899" y="1004475"/>
                  </a:cubicBezTo>
                  <a:cubicBezTo>
                    <a:pt x="20462" y="1004475"/>
                    <a:pt x="19486" y="1005451"/>
                    <a:pt x="19149" y="1005451"/>
                  </a:cubicBezTo>
                  <a:cubicBezTo>
                    <a:pt x="18813" y="1005451"/>
                    <a:pt x="17736" y="1006762"/>
                    <a:pt x="16962" y="1007402"/>
                  </a:cubicBezTo>
                  <a:cubicBezTo>
                    <a:pt x="16188" y="1008041"/>
                    <a:pt x="14135" y="1009353"/>
                    <a:pt x="13596" y="1009588"/>
                  </a:cubicBezTo>
                  <a:cubicBezTo>
                    <a:pt x="13058" y="1009824"/>
                    <a:pt x="12620" y="1011203"/>
                    <a:pt x="12520" y="1011640"/>
                  </a:cubicBezTo>
                  <a:cubicBezTo>
                    <a:pt x="12419" y="1012078"/>
                    <a:pt x="12318" y="1013591"/>
                    <a:pt x="12318" y="1015004"/>
                  </a:cubicBezTo>
                  <a:cubicBezTo>
                    <a:pt x="12318" y="1016417"/>
                    <a:pt x="12318" y="1018469"/>
                    <a:pt x="11745" y="1018805"/>
                  </a:cubicBezTo>
                  <a:cubicBezTo>
                    <a:pt x="11173" y="1019142"/>
                    <a:pt x="12015" y="1021396"/>
                    <a:pt x="11779" y="1023784"/>
                  </a:cubicBezTo>
                  <a:cubicBezTo>
                    <a:pt x="11577" y="1026173"/>
                    <a:pt x="12318" y="1025298"/>
                    <a:pt x="12755" y="1026173"/>
                  </a:cubicBezTo>
                  <a:cubicBezTo>
                    <a:pt x="13193" y="1027014"/>
                    <a:pt x="17197" y="1027922"/>
                    <a:pt x="17197" y="1027922"/>
                  </a:cubicBezTo>
                  <a:lnTo>
                    <a:pt x="21101" y="1027922"/>
                  </a:lnTo>
                  <a:lnTo>
                    <a:pt x="25577" y="1026509"/>
                  </a:lnTo>
                  <a:cubicBezTo>
                    <a:pt x="25577" y="1026509"/>
                    <a:pt x="28842" y="1026072"/>
                    <a:pt x="29380" y="1026173"/>
                  </a:cubicBezTo>
                  <a:cubicBezTo>
                    <a:pt x="29919" y="1026273"/>
                    <a:pt x="33621" y="1029637"/>
                    <a:pt x="33621" y="1029637"/>
                  </a:cubicBezTo>
                  <a:lnTo>
                    <a:pt x="37525" y="1033338"/>
                  </a:lnTo>
                  <a:cubicBezTo>
                    <a:pt x="37525" y="1033338"/>
                    <a:pt x="40251" y="1041613"/>
                    <a:pt x="40352" y="1042017"/>
                  </a:cubicBezTo>
                  <a:cubicBezTo>
                    <a:pt x="40453" y="1042454"/>
                    <a:pt x="42405" y="1043531"/>
                    <a:pt x="42842" y="1043632"/>
                  </a:cubicBezTo>
                  <a:cubicBezTo>
                    <a:pt x="43280" y="1043732"/>
                    <a:pt x="49371" y="1043632"/>
                    <a:pt x="49809" y="1044170"/>
                  </a:cubicBezTo>
                  <a:cubicBezTo>
                    <a:pt x="50246" y="1044708"/>
                    <a:pt x="54251" y="1044069"/>
                    <a:pt x="54689" y="1044170"/>
                  </a:cubicBezTo>
                  <a:cubicBezTo>
                    <a:pt x="55126" y="1044271"/>
                    <a:pt x="58054" y="1044170"/>
                    <a:pt x="58054" y="1044170"/>
                  </a:cubicBezTo>
                  <a:cubicBezTo>
                    <a:pt x="58054" y="1044170"/>
                    <a:pt x="64482" y="1045784"/>
                    <a:pt x="64886" y="1045784"/>
                  </a:cubicBezTo>
                  <a:cubicBezTo>
                    <a:pt x="65324" y="1045784"/>
                    <a:pt x="68588" y="1047197"/>
                    <a:pt x="68588" y="1047197"/>
                  </a:cubicBezTo>
                  <a:lnTo>
                    <a:pt x="73704" y="1051335"/>
                  </a:lnTo>
                  <a:lnTo>
                    <a:pt x="73704" y="1053185"/>
                  </a:lnTo>
                  <a:lnTo>
                    <a:pt x="78482" y="1057525"/>
                  </a:lnTo>
                  <a:lnTo>
                    <a:pt x="81511" y="1060552"/>
                  </a:lnTo>
                  <a:cubicBezTo>
                    <a:pt x="81511" y="1060552"/>
                    <a:pt x="83564" y="1062941"/>
                    <a:pt x="83564" y="1063277"/>
                  </a:cubicBezTo>
                  <a:cubicBezTo>
                    <a:pt x="83564" y="1063613"/>
                    <a:pt x="85213" y="1065329"/>
                    <a:pt x="85213" y="1065329"/>
                  </a:cubicBezTo>
                  <a:lnTo>
                    <a:pt x="84776" y="1068693"/>
                  </a:lnTo>
                  <a:lnTo>
                    <a:pt x="83564" y="1074244"/>
                  </a:lnTo>
                  <a:lnTo>
                    <a:pt x="81949" y="1076195"/>
                  </a:lnTo>
                  <a:cubicBezTo>
                    <a:pt x="81949" y="1076195"/>
                    <a:pt x="79997" y="1077843"/>
                    <a:pt x="79458" y="1077944"/>
                  </a:cubicBezTo>
                  <a:cubicBezTo>
                    <a:pt x="78920" y="1078045"/>
                    <a:pt x="79458" y="1080972"/>
                    <a:pt x="79458" y="1080972"/>
                  </a:cubicBezTo>
                  <a:lnTo>
                    <a:pt x="81511" y="1083461"/>
                  </a:lnTo>
                  <a:cubicBezTo>
                    <a:pt x="81511" y="1083461"/>
                    <a:pt x="87367" y="1083461"/>
                    <a:pt x="87805" y="1083461"/>
                  </a:cubicBezTo>
                  <a:cubicBezTo>
                    <a:pt x="88242" y="1083461"/>
                    <a:pt x="94536" y="1085210"/>
                    <a:pt x="94973" y="1085210"/>
                  </a:cubicBezTo>
                  <a:cubicBezTo>
                    <a:pt x="95411" y="1085210"/>
                    <a:pt x="99012" y="1087397"/>
                    <a:pt x="99012" y="1087397"/>
                  </a:cubicBezTo>
                  <a:lnTo>
                    <a:pt x="103050" y="1090424"/>
                  </a:lnTo>
                  <a:lnTo>
                    <a:pt x="106517" y="1094326"/>
                  </a:lnTo>
                  <a:lnTo>
                    <a:pt x="109445" y="1097791"/>
                  </a:lnTo>
                  <a:lnTo>
                    <a:pt x="110320" y="1102030"/>
                  </a:lnTo>
                  <a:lnTo>
                    <a:pt x="112171" y="1106706"/>
                  </a:lnTo>
                  <a:lnTo>
                    <a:pt x="114224" y="1111920"/>
                  </a:lnTo>
                  <a:lnTo>
                    <a:pt x="116849" y="1120734"/>
                  </a:lnTo>
                  <a:lnTo>
                    <a:pt x="117825" y="1127798"/>
                  </a:lnTo>
                  <a:lnTo>
                    <a:pt x="117623" y="1132137"/>
                  </a:lnTo>
                  <a:cubicBezTo>
                    <a:pt x="117623" y="1132137"/>
                    <a:pt x="116647" y="1136712"/>
                    <a:pt x="116411" y="1137150"/>
                  </a:cubicBezTo>
                  <a:cubicBezTo>
                    <a:pt x="116209" y="1137587"/>
                    <a:pt x="115099" y="1141287"/>
                    <a:pt x="115099" y="1141287"/>
                  </a:cubicBezTo>
                  <a:cubicBezTo>
                    <a:pt x="115099" y="1141287"/>
                    <a:pt x="112272" y="1145526"/>
                    <a:pt x="112272" y="1145862"/>
                  </a:cubicBezTo>
                  <a:cubicBezTo>
                    <a:pt x="112272" y="1146199"/>
                    <a:pt x="111935" y="1149025"/>
                    <a:pt x="111935" y="1149025"/>
                  </a:cubicBezTo>
                  <a:lnTo>
                    <a:pt x="111296" y="1154340"/>
                  </a:lnTo>
                  <a:cubicBezTo>
                    <a:pt x="111296" y="1154340"/>
                    <a:pt x="110084" y="1159015"/>
                    <a:pt x="109781" y="1159217"/>
                  </a:cubicBezTo>
                  <a:cubicBezTo>
                    <a:pt x="109445" y="1159419"/>
                    <a:pt x="105877" y="1162682"/>
                    <a:pt x="105877" y="1162682"/>
                  </a:cubicBezTo>
                  <a:lnTo>
                    <a:pt x="99786" y="1169511"/>
                  </a:lnTo>
                  <a:lnTo>
                    <a:pt x="99786" y="1171260"/>
                  </a:lnTo>
                  <a:lnTo>
                    <a:pt x="99786" y="1175163"/>
                  </a:lnTo>
                  <a:cubicBezTo>
                    <a:pt x="99786" y="1175163"/>
                    <a:pt x="100829" y="1177450"/>
                    <a:pt x="101469" y="1177786"/>
                  </a:cubicBezTo>
                  <a:cubicBezTo>
                    <a:pt x="102108" y="1178123"/>
                    <a:pt x="104026" y="1179401"/>
                    <a:pt x="105339" y="1179973"/>
                  </a:cubicBezTo>
                  <a:cubicBezTo>
                    <a:pt x="106651" y="1180511"/>
                    <a:pt x="107627" y="1181823"/>
                    <a:pt x="110454" y="1183438"/>
                  </a:cubicBezTo>
                  <a:cubicBezTo>
                    <a:pt x="113281" y="1185053"/>
                    <a:pt x="112406" y="1185490"/>
                    <a:pt x="113382" y="1187340"/>
                  </a:cubicBezTo>
                  <a:cubicBezTo>
                    <a:pt x="114358" y="1189190"/>
                    <a:pt x="113382" y="1190166"/>
                    <a:pt x="113180" y="1191242"/>
                  </a:cubicBezTo>
                  <a:cubicBezTo>
                    <a:pt x="112978" y="1192319"/>
                    <a:pt x="112541" y="1194943"/>
                    <a:pt x="112305" y="1195918"/>
                  </a:cubicBezTo>
                  <a:cubicBezTo>
                    <a:pt x="112070" y="1196894"/>
                    <a:pt x="112507" y="1198643"/>
                    <a:pt x="112945" y="1199820"/>
                  </a:cubicBezTo>
                  <a:cubicBezTo>
                    <a:pt x="113382" y="1200998"/>
                    <a:pt x="113921" y="1202108"/>
                    <a:pt x="113921" y="1202108"/>
                  </a:cubicBezTo>
                  <a:lnTo>
                    <a:pt x="114560" y="1205135"/>
                  </a:lnTo>
                  <a:lnTo>
                    <a:pt x="119238" y="1205135"/>
                  </a:lnTo>
                  <a:cubicBezTo>
                    <a:pt x="119238" y="1205135"/>
                    <a:pt x="124017" y="1205606"/>
                    <a:pt x="124354" y="1205405"/>
                  </a:cubicBezTo>
                  <a:cubicBezTo>
                    <a:pt x="124690" y="1205203"/>
                    <a:pt x="125969" y="1205775"/>
                    <a:pt x="128258" y="1205775"/>
                  </a:cubicBezTo>
                  <a:cubicBezTo>
                    <a:pt x="130546" y="1205775"/>
                    <a:pt x="131085" y="1207187"/>
                    <a:pt x="131421" y="1207288"/>
                  </a:cubicBezTo>
                  <a:cubicBezTo>
                    <a:pt x="131758" y="1207389"/>
                    <a:pt x="134787" y="1208701"/>
                    <a:pt x="134787" y="1208701"/>
                  </a:cubicBezTo>
                  <a:cubicBezTo>
                    <a:pt x="134787" y="1208701"/>
                    <a:pt x="136200" y="1207927"/>
                    <a:pt x="136301" y="1207625"/>
                  </a:cubicBezTo>
                  <a:cubicBezTo>
                    <a:pt x="136402" y="1207288"/>
                    <a:pt x="140642" y="1205135"/>
                    <a:pt x="140642" y="1205135"/>
                  </a:cubicBezTo>
                  <a:lnTo>
                    <a:pt x="145859" y="1205135"/>
                  </a:lnTo>
                  <a:lnTo>
                    <a:pt x="149325" y="1205135"/>
                  </a:lnTo>
                  <a:lnTo>
                    <a:pt x="151917" y="1207154"/>
                  </a:lnTo>
                  <a:cubicBezTo>
                    <a:pt x="151917" y="1207154"/>
                    <a:pt x="152354" y="1210047"/>
                    <a:pt x="152354" y="1210450"/>
                  </a:cubicBezTo>
                  <a:cubicBezTo>
                    <a:pt x="152354" y="1210888"/>
                    <a:pt x="151917" y="1213613"/>
                    <a:pt x="151917" y="1214050"/>
                  </a:cubicBezTo>
                  <a:cubicBezTo>
                    <a:pt x="151917" y="1214487"/>
                    <a:pt x="151479" y="1218188"/>
                    <a:pt x="151479" y="1218625"/>
                  </a:cubicBezTo>
                  <a:cubicBezTo>
                    <a:pt x="151479" y="1219062"/>
                    <a:pt x="150941" y="1224276"/>
                    <a:pt x="150941" y="1224276"/>
                  </a:cubicBezTo>
                  <a:cubicBezTo>
                    <a:pt x="150941" y="1224276"/>
                    <a:pt x="151479" y="1228414"/>
                    <a:pt x="151479" y="1228717"/>
                  </a:cubicBezTo>
                  <a:cubicBezTo>
                    <a:pt x="151479" y="1229053"/>
                    <a:pt x="154744" y="1233056"/>
                    <a:pt x="154946" y="1233494"/>
                  </a:cubicBezTo>
                  <a:cubicBezTo>
                    <a:pt x="155148" y="1233931"/>
                    <a:pt x="162350" y="1239784"/>
                    <a:pt x="162653" y="1240020"/>
                  </a:cubicBezTo>
                  <a:cubicBezTo>
                    <a:pt x="162989" y="1240222"/>
                    <a:pt x="169821" y="1246647"/>
                    <a:pt x="169821" y="1246647"/>
                  </a:cubicBezTo>
                  <a:lnTo>
                    <a:pt x="177864" y="1251659"/>
                  </a:lnTo>
                  <a:cubicBezTo>
                    <a:pt x="177864" y="1251659"/>
                    <a:pt x="190350" y="1258622"/>
                    <a:pt x="190485" y="1259060"/>
                  </a:cubicBezTo>
                  <a:cubicBezTo>
                    <a:pt x="190586" y="1259497"/>
                    <a:pt x="197990" y="1266225"/>
                    <a:pt x="198528" y="1266561"/>
                  </a:cubicBezTo>
                  <a:cubicBezTo>
                    <a:pt x="199067" y="1266898"/>
                    <a:pt x="205596" y="1270262"/>
                    <a:pt x="208322" y="1271675"/>
                  </a:cubicBezTo>
                  <a:cubicBezTo>
                    <a:pt x="211048" y="1273088"/>
                    <a:pt x="212125" y="1273424"/>
                    <a:pt x="215288" y="1275039"/>
                  </a:cubicBezTo>
                  <a:cubicBezTo>
                    <a:pt x="218418" y="1276653"/>
                    <a:pt x="219529" y="1277225"/>
                    <a:pt x="221716" y="1278739"/>
                  </a:cubicBezTo>
                  <a:cubicBezTo>
                    <a:pt x="223904" y="1280253"/>
                    <a:pt x="224005" y="1280051"/>
                    <a:pt x="226832" y="1282002"/>
                  </a:cubicBezTo>
                  <a:cubicBezTo>
                    <a:pt x="229659" y="1283953"/>
                    <a:pt x="228683" y="1282641"/>
                    <a:pt x="230635" y="1283280"/>
                  </a:cubicBezTo>
                  <a:cubicBezTo>
                    <a:pt x="232587" y="1283886"/>
                    <a:pt x="234000" y="1283213"/>
                    <a:pt x="235649" y="1283314"/>
                  </a:cubicBezTo>
                  <a:cubicBezTo>
                    <a:pt x="237265" y="1283415"/>
                    <a:pt x="239116" y="1283213"/>
                    <a:pt x="239553" y="1283314"/>
                  </a:cubicBezTo>
                  <a:cubicBezTo>
                    <a:pt x="239991" y="1283415"/>
                    <a:pt x="243592" y="1283415"/>
                    <a:pt x="243895" y="1283314"/>
                  </a:cubicBezTo>
                  <a:cubicBezTo>
                    <a:pt x="244231" y="1283213"/>
                    <a:pt x="246082" y="1284189"/>
                    <a:pt x="246823" y="1284727"/>
                  </a:cubicBezTo>
                  <a:cubicBezTo>
                    <a:pt x="247597" y="1285265"/>
                    <a:pt x="248674" y="1286577"/>
                    <a:pt x="249010" y="1287452"/>
                  </a:cubicBezTo>
                  <a:cubicBezTo>
                    <a:pt x="249347" y="1288326"/>
                    <a:pt x="249212" y="1288091"/>
                    <a:pt x="249650" y="1288629"/>
                  </a:cubicBezTo>
                  <a:cubicBezTo>
                    <a:pt x="250087" y="1289167"/>
                    <a:pt x="253688" y="1288629"/>
                    <a:pt x="253688" y="1288629"/>
                  </a:cubicBezTo>
                  <a:lnTo>
                    <a:pt x="257390" y="1288629"/>
                  </a:lnTo>
                  <a:lnTo>
                    <a:pt x="261530" y="1290277"/>
                  </a:lnTo>
                  <a:lnTo>
                    <a:pt x="269371" y="1295592"/>
                  </a:lnTo>
                  <a:lnTo>
                    <a:pt x="270516" y="1295592"/>
                  </a:lnTo>
                  <a:cubicBezTo>
                    <a:pt x="270516" y="1295592"/>
                    <a:pt x="269371" y="1298654"/>
                    <a:pt x="268496" y="1299797"/>
                  </a:cubicBezTo>
                  <a:cubicBezTo>
                    <a:pt x="267621" y="1300941"/>
                    <a:pt x="266746" y="1301378"/>
                    <a:pt x="266746" y="1301378"/>
                  </a:cubicBezTo>
                  <a:lnTo>
                    <a:pt x="262674" y="1305449"/>
                  </a:lnTo>
                  <a:cubicBezTo>
                    <a:pt x="262674" y="1305449"/>
                    <a:pt x="260352" y="1305146"/>
                    <a:pt x="259477" y="1305449"/>
                  </a:cubicBezTo>
                  <a:cubicBezTo>
                    <a:pt x="258602" y="1305752"/>
                    <a:pt x="257155" y="1309486"/>
                    <a:pt x="257155" y="1309486"/>
                  </a:cubicBezTo>
                  <a:lnTo>
                    <a:pt x="254530" y="1312109"/>
                  </a:lnTo>
                  <a:lnTo>
                    <a:pt x="254530" y="1315574"/>
                  </a:lnTo>
                  <a:lnTo>
                    <a:pt x="254530" y="1320789"/>
                  </a:lnTo>
                  <a:lnTo>
                    <a:pt x="254530" y="1323984"/>
                  </a:lnTo>
                  <a:cubicBezTo>
                    <a:pt x="254530" y="1323984"/>
                    <a:pt x="256111" y="1328021"/>
                    <a:pt x="257458" y="1328896"/>
                  </a:cubicBezTo>
                  <a:cubicBezTo>
                    <a:pt x="258770" y="1329770"/>
                    <a:pt x="258030" y="1329770"/>
                    <a:pt x="259174" y="1330645"/>
                  </a:cubicBezTo>
                  <a:cubicBezTo>
                    <a:pt x="260318" y="1331520"/>
                    <a:pt x="261799" y="1335287"/>
                    <a:pt x="261799" y="1336431"/>
                  </a:cubicBezTo>
                  <a:cubicBezTo>
                    <a:pt x="261799" y="1337575"/>
                    <a:pt x="261496" y="1340501"/>
                    <a:pt x="261496" y="1340501"/>
                  </a:cubicBezTo>
                  <a:lnTo>
                    <a:pt x="261799" y="1343394"/>
                  </a:lnTo>
                  <a:lnTo>
                    <a:pt x="262943" y="1348911"/>
                  </a:lnTo>
                  <a:lnTo>
                    <a:pt x="262371" y="1352982"/>
                  </a:lnTo>
                  <a:lnTo>
                    <a:pt x="262068" y="1355471"/>
                  </a:lnTo>
                  <a:lnTo>
                    <a:pt x="260049" y="1357893"/>
                  </a:lnTo>
                  <a:lnTo>
                    <a:pt x="257458" y="1361358"/>
                  </a:lnTo>
                  <a:cubicBezTo>
                    <a:pt x="257458" y="1361358"/>
                    <a:pt x="257155" y="1362535"/>
                    <a:pt x="257458" y="1363982"/>
                  </a:cubicBezTo>
                  <a:lnTo>
                    <a:pt x="260655" y="1369499"/>
                  </a:lnTo>
                  <a:cubicBezTo>
                    <a:pt x="260655" y="1369499"/>
                    <a:pt x="261799" y="1371248"/>
                    <a:pt x="261799" y="1372123"/>
                  </a:cubicBezTo>
                  <a:cubicBezTo>
                    <a:pt x="261799" y="1372997"/>
                    <a:pt x="264693" y="1377639"/>
                    <a:pt x="265265" y="1378480"/>
                  </a:cubicBezTo>
                  <a:cubicBezTo>
                    <a:pt x="265838" y="1379355"/>
                    <a:pt x="267285" y="1382248"/>
                    <a:pt x="267285" y="1382248"/>
                  </a:cubicBezTo>
                  <a:lnTo>
                    <a:pt x="273376" y="1388606"/>
                  </a:lnTo>
                  <a:lnTo>
                    <a:pt x="278896" y="1391230"/>
                  </a:lnTo>
                  <a:lnTo>
                    <a:pt x="284684" y="1394426"/>
                  </a:lnTo>
                  <a:lnTo>
                    <a:pt x="293670" y="1402533"/>
                  </a:lnTo>
                  <a:lnTo>
                    <a:pt x="301209" y="1408050"/>
                  </a:lnTo>
                  <a:lnTo>
                    <a:pt x="304675" y="1411515"/>
                  </a:lnTo>
                  <a:lnTo>
                    <a:pt x="308141" y="1416426"/>
                  </a:lnTo>
                  <a:lnTo>
                    <a:pt x="313930" y="1421943"/>
                  </a:lnTo>
                  <a:lnTo>
                    <a:pt x="317127" y="1425139"/>
                  </a:lnTo>
                  <a:lnTo>
                    <a:pt x="317127" y="1428604"/>
                  </a:lnTo>
                  <a:lnTo>
                    <a:pt x="317800" y="1429310"/>
                  </a:lnTo>
                  <a:lnTo>
                    <a:pt x="317868" y="1428705"/>
                  </a:lnTo>
                  <a:lnTo>
                    <a:pt x="322882" y="1428805"/>
                  </a:lnTo>
                  <a:lnTo>
                    <a:pt x="327998" y="1427729"/>
                  </a:lnTo>
                  <a:cubicBezTo>
                    <a:pt x="327998" y="1427729"/>
                    <a:pt x="334628" y="1427729"/>
                    <a:pt x="334964" y="1427527"/>
                  </a:cubicBezTo>
                  <a:cubicBezTo>
                    <a:pt x="335301" y="1427325"/>
                    <a:pt x="339003" y="1427426"/>
                    <a:pt x="339003" y="1427426"/>
                  </a:cubicBezTo>
                  <a:lnTo>
                    <a:pt x="344219" y="1427763"/>
                  </a:lnTo>
                  <a:lnTo>
                    <a:pt x="347585" y="1426249"/>
                  </a:lnTo>
                  <a:cubicBezTo>
                    <a:pt x="347585" y="1426249"/>
                    <a:pt x="349772" y="1424735"/>
                    <a:pt x="350412" y="1424197"/>
                  </a:cubicBezTo>
                  <a:cubicBezTo>
                    <a:pt x="351051" y="1423659"/>
                    <a:pt x="354551" y="1421808"/>
                    <a:pt x="355291" y="1421472"/>
                  </a:cubicBezTo>
                  <a:cubicBezTo>
                    <a:pt x="356066" y="1421136"/>
                    <a:pt x="359734" y="1417334"/>
                    <a:pt x="359734" y="1417334"/>
                  </a:cubicBezTo>
                  <a:lnTo>
                    <a:pt x="362998" y="1417334"/>
                  </a:lnTo>
                  <a:lnTo>
                    <a:pt x="367676" y="1416460"/>
                  </a:lnTo>
                  <a:lnTo>
                    <a:pt x="371277" y="1417334"/>
                  </a:lnTo>
                  <a:lnTo>
                    <a:pt x="375518" y="1417435"/>
                  </a:lnTo>
                  <a:cubicBezTo>
                    <a:pt x="375518" y="1417435"/>
                    <a:pt x="387263" y="1417099"/>
                    <a:pt x="388239" y="1416729"/>
                  </a:cubicBezTo>
                  <a:cubicBezTo>
                    <a:pt x="389215" y="1416359"/>
                    <a:pt x="394331" y="1416729"/>
                    <a:pt x="394331" y="1416729"/>
                  </a:cubicBezTo>
                  <a:cubicBezTo>
                    <a:pt x="394331" y="1416729"/>
                    <a:pt x="397494" y="1412995"/>
                    <a:pt x="397797" y="1411885"/>
                  </a:cubicBezTo>
                  <a:cubicBezTo>
                    <a:pt x="398134" y="1410808"/>
                    <a:pt x="400961" y="1408723"/>
                    <a:pt x="400961" y="1408723"/>
                  </a:cubicBezTo>
                  <a:lnTo>
                    <a:pt x="404966" y="1405123"/>
                  </a:lnTo>
                  <a:cubicBezTo>
                    <a:pt x="404966" y="1405123"/>
                    <a:pt x="409307" y="1405123"/>
                    <a:pt x="409745" y="1405123"/>
                  </a:cubicBezTo>
                  <a:cubicBezTo>
                    <a:pt x="410182" y="1405123"/>
                    <a:pt x="412773" y="1404618"/>
                    <a:pt x="413110" y="1404417"/>
                  </a:cubicBezTo>
                  <a:cubicBezTo>
                    <a:pt x="413447" y="1404215"/>
                    <a:pt x="419740" y="1404248"/>
                    <a:pt x="421052" y="1404047"/>
                  </a:cubicBezTo>
                  <a:cubicBezTo>
                    <a:pt x="422365" y="1403845"/>
                    <a:pt x="425394" y="1400683"/>
                    <a:pt x="425394" y="1400683"/>
                  </a:cubicBezTo>
                  <a:lnTo>
                    <a:pt x="427245" y="1398059"/>
                  </a:lnTo>
                  <a:cubicBezTo>
                    <a:pt x="427245" y="1398059"/>
                    <a:pt x="431048" y="1394459"/>
                    <a:pt x="431485" y="1393719"/>
                  </a:cubicBezTo>
                  <a:cubicBezTo>
                    <a:pt x="431923" y="1392946"/>
                    <a:pt x="433976" y="1392643"/>
                    <a:pt x="434312" y="1392407"/>
                  </a:cubicBezTo>
                  <a:cubicBezTo>
                    <a:pt x="434649" y="1392205"/>
                    <a:pt x="439192" y="1390221"/>
                    <a:pt x="439192" y="1389783"/>
                  </a:cubicBezTo>
                  <a:cubicBezTo>
                    <a:pt x="439192" y="1389346"/>
                    <a:pt x="440505" y="1386520"/>
                    <a:pt x="440505" y="1386083"/>
                  </a:cubicBezTo>
                  <a:cubicBezTo>
                    <a:pt x="440505" y="1385646"/>
                    <a:pt x="442356" y="1384670"/>
                    <a:pt x="442356" y="1384670"/>
                  </a:cubicBezTo>
                  <a:cubicBezTo>
                    <a:pt x="442356" y="1384670"/>
                    <a:pt x="444308" y="1384233"/>
                    <a:pt x="444981" y="1383594"/>
                  </a:cubicBezTo>
                  <a:cubicBezTo>
                    <a:pt x="445620" y="1382955"/>
                    <a:pt x="446933" y="1382181"/>
                    <a:pt x="448885" y="1381643"/>
                  </a:cubicBezTo>
                  <a:cubicBezTo>
                    <a:pt x="450837" y="1381104"/>
                    <a:pt x="450500" y="1380667"/>
                    <a:pt x="450938" y="1380432"/>
                  </a:cubicBezTo>
                  <a:cubicBezTo>
                    <a:pt x="451375" y="1380230"/>
                    <a:pt x="454539" y="1377606"/>
                    <a:pt x="454539" y="1377606"/>
                  </a:cubicBezTo>
                  <a:lnTo>
                    <a:pt x="455313" y="1376395"/>
                  </a:lnTo>
                  <a:lnTo>
                    <a:pt x="455649" y="1374208"/>
                  </a:lnTo>
                  <a:lnTo>
                    <a:pt x="454539" y="1371181"/>
                  </a:lnTo>
                  <a:lnTo>
                    <a:pt x="454539" y="1367379"/>
                  </a:lnTo>
                  <a:cubicBezTo>
                    <a:pt x="454539" y="1367379"/>
                    <a:pt x="455077" y="1365428"/>
                    <a:pt x="454976" y="1364991"/>
                  </a:cubicBezTo>
                  <a:cubicBezTo>
                    <a:pt x="454875" y="1364554"/>
                    <a:pt x="456592" y="1362804"/>
                    <a:pt x="457029" y="1361963"/>
                  </a:cubicBezTo>
                  <a:cubicBezTo>
                    <a:pt x="457467" y="1361089"/>
                    <a:pt x="458544" y="1361425"/>
                    <a:pt x="459520" y="1360450"/>
                  </a:cubicBezTo>
                  <a:cubicBezTo>
                    <a:pt x="460496" y="1359474"/>
                    <a:pt x="462347" y="1360248"/>
                    <a:pt x="463121" y="1359676"/>
                  </a:cubicBezTo>
                  <a:cubicBezTo>
                    <a:pt x="463895" y="1359138"/>
                    <a:pt x="465073" y="1359239"/>
                    <a:pt x="466486" y="1358599"/>
                  </a:cubicBezTo>
                  <a:cubicBezTo>
                    <a:pt x="467900" y="1357960"/>
                    <a:pt x="468573" y="1357960"/>
                    <a:pt x="470525" y="1357086"/>
                  </a:cubicBezTo>
                  <a:cubicBezTo>
                    <a:pt x="472477" y="1356211"/>
                    <a:pt x="472275" y="1356749"/>
                    <a:pt x="473554" y="1356547"/>
                  </a:cubicBezTo>
                  <a:cubicBezTo>
                    <a:pt x="474866" y="1356346"/>
                    <a:pt x="475169" y="1356446"/>
                    <a:pt x="476717" y="1355673"/>
                  </a:cubicBezTo>
                  <a:cubicBezTo>
                    <a:pt x="478232" y="1354899"/>
                    <a:pt x="479746" y="1356446"/>
                    <a:pt x="479746" y="1356446"/>
                  </a:cubicBezTo>
                  <a:cubicBezTo>
                    <a:pt x="479746" y="1356446"/>
                    <a:pt x="481698" y="1356446"/>
                    <a:pt x="482136" y="1356446"/>
                  </a:cubicBezTo>
                  <a:cubicBezTo>
                    <a:pt x="482573" y="1356446"/>
                    <a:pt x="484963" y="1357052"/>
                    <a:pt x="484963" y="1357052"/>
                  </a:cubicBezTo>
                  <a:lnTo>
                    <a:pt x="485737" y="1358734"/>
                  </a:lnTo>
                  <a:lnTo>
                    <a:pt x="486275" y="1360786"/>
                  </a:lnTo>
                  <a:lnTo>
                    <a:pt x="489001" y="1363612"/>
                  </a:lnTo>
                  <a:lnTo>
                    <a:pt x="492602" y="1365899"/>
                  </a:lnTo>
                  <a:lnTo>
                    <a:pt x="496843" y="1369162"/>
                  </a:lnTo>
                  <a:lnTo>
                    <a:pt x="501184" y="1372762"/>
                  </a:lnTo>
                  <a:lnTo>
                    <a:pt x="506300" y="1376126"/>
                  </a:lnTo>
                  <a:lnTo>
                    <a:pt x="509328" y="1379052"/>
                  </a:lnTo>
                  <a:lnTo>
                    <a:pt x="516295" y="1384267"/>
                  </a:lnTo>
                  <a:cubicBezTo>
                    <a:pt x="516295" y="1384267"/>
                    <a:pt x="518045" y="1384267"/>
                    <a:pt x="518482" y="1384267"/>
                  </a:cubicBezTo>
                  <a:cubicBezTo>
                    <a:pt x="518920" y="1384267"/>
                    <a:pt x="521309" y="1383728"/>
                    <a:pt x="521747" y="1383728"/>
                  </a:cubicBezTo>
                  <a:cubicBezTo>
                    <a:pt x="522185" y="1383728"/>
                    <a:pt x="522959" y="1383089"/>
                    <a:pt x="522959" y="1383089"/>
                  </a:cubicBezTo>
                  <a:cubicBezTo>
                    <a:pt x="522959" y="1383089"/>
                    <a:pt x="524911" y="1382753"/>
                    <a:pt x="525887" y="1382114"/>
                  </a:cubicBezTo>
                  <a:cubicBezTo>
                    <a:pt x="526863" y="1381474"/>
                    <a:pt x="526526" y="1381340"/>
                    <a:pt x="526526" y="1381340"/>
                  </a:cubicBezTo>
                  <a:lnTo>
                    <a:pt x="525853" y="1378178"/>
                  </a:lnTo>
                  <a:lnTo>
                    <a:pt x="525853" y="1376866"/>
                  </a:lnTo>
                  <a:lnTo>
                    <a:pt x="526728" y="1375016"/>
                  </a:lnTo>
                  <a:lnTo>
                    <a:pt x="529353" y="1374780"/>
                  </a:lnTo>
                  <a:lnTo>
                    <a:pt x="532516" y="1377269"/>
                  </a:lnTo>
                  <a:cubicBezTo>
                    <a:pt x="532516" y="1377269"/>
                    <a:pt x="535242" y="1379557"/>
                    <a:pt x="535680" y="1379994"/>
                  </a:cubicBezTo>
                  <a:cubicBezTo>
                    <a:pt x="536118" y="1380432"/>
                    <a:pt x="536319" y="1381306"/>
                    <a:pt x="536319" y="1381306"/>
                  </a:cubicBezTo>
                  <a:lnTo>
                    <a:pt x="542949" y="1384468"/>
                  </a:lnTo>
                  <a:lnTo>
                    <a:pt x="547964" y="1385982"/>
                  </a:lnTo>
                  <a:lnTo>
                    <a:pt x="551127" y="1386318"/>
                  </a:lnTo>
                  <a:cubicBezTo>
                    <a:pt x="551127" y="1386318"/>
                    <a:pt x="557320" y="1388169"/>
                    <a:pt x="557757" y="1388370"/>
                  </a:cubicBezTo>
                  <a:cubicBezTo>
                    <a:pt x="558195" y="1388572"/>
                    <a:pt x="561661" y="1390658"/>
                    <a:pt x="561661" y="1390658"/>
                  </a:cubicBezTo>
                  <a:lnTo>
                    <a:pt x="564387" y="1394358"/>
                  </a:lnTo>
                  <a:lnTo>
                    <a:pt x="565902" y="1397285"/>
                  </a:lnTo>
                  <a:lnTo>
                    <a:pt x="565902" y="1401322"/>
                  </a:lnTo>
                  <a:lnTo>
                    <a:pt x="571320" y="1404147"/>
                  </a:lnTo>
                  <a:cubicBezTo>
                    <a:pt x="571320" y="1404147"/>
                    <a:pt x="578590" y="1404484"/>
                    <a:pt x="579027" y="1404686"/>
                  </a:cubicBezTo>
                  <a:cubicBezTo>
                    <a:pt x="579465" y="1404888"/>
                    <a:pt x="583167" y="1406872"/>
                    <a:pt x="583167" y="1406872"/>
                  </a:cubicBezTo>
                  <a:cubicBezTo>
                    <a:pt x="583167" y="1406872"/>
                    <a:pt x="587205" y="1406771"/>
                    <a:pt x="587609" y="1406771"/>
                  </a:cubicBezTo>
                  <a:cubicBezTo>
                    <a:pt x="588047" y="1406771"/>
                    <a:pt x="590436" y="1407108"/>
                    <a:pt x="591614" y="1406670"/>
                  </a:cubicBezTo>
                  <a:cubicBezTo>
                    <a:pt x="592825" y="1406233"/>
                    <a:pt x="594878" y="1406670"/>
                    <a:pt x="595854" y="1406435"/>
                  </a:cubicBezTo>
                  <a:cubicBezTo>
                    <a:pt x="596830" y="1406233"/>
                    <a:pt x="599455" y="1406233"/>
                    <a:pt x="599859" y="1405998"/>
                  </a:cubicBezTo>
                  <a:cubicBezTo>
                    <a:pt x="600297" y="1405796"/>
                    <a:pt x="605513" y="1405796"/>
                    <a:pt x="605951" y="1405796"/>
                  </a:cubicBezTo>
                  <a:cubicBezTo>
                    <a:pt x="606388" y="1405796"/>
                    <a:pt x="610528" y="1404484"/>
                    <a:pt x="610528" y="1404484"/>
                  </a:cubicBezTo>
                  <a:lnTo>
                    <a:pt x="613018" y="1403172"/>
                  </a:lnTo>
                  <a:lnTo>
                    <a:pt x="614331" y="1400884"/>
                  </a:lnTo>
                  <a:cubicBezTo>
                    <a:pt x="614331" y="1400884"/>
                    <a:pt x="616518" y="1397823"/>
                    <a:pt x="616821" y="1397521"/>
                  </a:cubicBezTo>
                  <a:cubicBezTo>
                    <a:pt x="617158" y="1397184"/>
                    <a:pt x="618874" y="1395569"/>
                    <a:pt x="618874" y="1395233"/>
                  </a:cubicBezTo>
                  <a:cubicBezTo>
                    <a:pt x="618874" y="1394897"/>
                    <a:pt x="622576" y="1393820"/>
                    <a:pt x="623451" y="1393383"/>
                  </a:cubicBezTo>
                  <a:cubicBezTo>
                    <a:pt x="624326" y="1392946"/>
                    <a:pt x="625201" y="1391533"/>
                    <a:pt x="625201" y="1391533"/>
                  </a:cubicBezTo>
                  <a:cubicBezTo>
                    <a:pt x="625201" y="1391533"/>
                    <a:pt x="627153" y="1391196"/>
                    <a:pt x="628028" y="1391095"/>
                  </a:cubicBezTo>
                  <a:cubicBezTo>
                    <a:pt x="628903" y="1390994"/>
                    <a:pt x="631495" y="1390658"/>
                    <a:pt x="632471" y="1390322"/>
                  </a:cubicBezTo>
                  <a:cubicBezTo>
                    <a:pt x="633447" y="1389985"/>
                    <a:pt x="635197" y="1389548"/>
                    <a:pt x="635197" y="1389548"/>
                  </a:cubicBezTo>
                  <a:lnTo>
                    <a:pt x="637048" y="1388572"/>
                  </a:lnTo>
                  <a:lnTo>
                    <a:pt x="638663" y="1388135"/>
                  </a:lnTo>
                  <a:cubicBezTo>
                    <a:pt x="638663" y="1388135"/>
                    <a:pt x="640851" y="1387260"/>
                    <a:pt x="641591" y="1386924"/>
                  </a:cubicBezTo>
                  <a:cubicBezTo>
                    <a:pt x="642365" y="1386588"/>
                    <a:pt x="642803" y="1386386"/>
                    <a:pt x="643105" y="1386049"/>
                  </a:cubicBezTo>
                  <a:cubicBezTo>
                    <a:pt x="643442" y="1385713"/>
                    <a:pt x="643980" y="1385410"/>
                    <a:pt x="644081" y="1384838"/>
                  </a:cubicBezTo>
                  <a:cubicBezTo>
                    <a:pt x="644182" y="1384300"/>
                    <a:pt x="646269" y="1383089"/>
                    <a:pt x="646572" y="1382652"/>
                  </a:cubicBezTo>
                  <a:cubicBezTo>
                    <a:pt x="646908" y="1382215"/>
                    <a:pt x="647346" y="1381777"/>
                    <a:pt x="647346" y="1381777"/>
                  </a:cubicBezTo>
                  <a:lnTo>
                    <a:pt x="647110" y="1380701"/>
                  </a:lnTo>
                  <a:lnTo>
                    <a:pt x="644081" y="1378110"/>
                  </a:lnTo>
                  <a:cubicBezTo>
                    <a:pt x="644081" y="1378110"/>
                    <a:pt x="644081" y="1377135"/>
                    <a:pt x="644081" y="1376698"/>
                  </a:cubicBezTo>
                  <a:cubicBezTo>
                    <a:pt x="644081" y="1376260"/>
                    <a:pt x="645394" y="1374847"/>
                    <a:pt x="645932" y="1374410"/>
                  </a:cubicBezTo>
                  <a:cubicBezTo>
                    <a:pt x="646471" y="1373973"/>
                    <a:pt x="648423" y="1374309"/>
                    <a:pt x="649399" y="1374511"/>
                  </a:cubicBezTo>
                  <a:cubicBezTo>
                    <a:pt x="650375" y="1374713"/>
                    <a:pt x="652327" y="1374208"/>
                    <a:pt x="653875" y="1374511"/>
                  </a:cubicBezTo>
                  <a:cubicBezTo>
                    <a:pt x="655389" y="1374814"/>
                    <a:pt x="658115" y="1374646"/>
                    <a:pt x="658654" y="1374511"/>
                  </a:cubicBezTo>
                  <a:cubicBezTo>
                    <a:pt x="659192" y="1374410"/>
                    <a:pt x="663769" y="1375049"/>
                    <a:pt x="663769" y="1375049"/>
                  </a:cubicBezTo>
                  <a:lnTo>
                    <a:pt x="667471" y="1376462"/>
                  </a:lnTo>
                  <a:lnTo>
                    <a:pt x="669760" y="1378211"/>
                  </a:lnTo>
                  <a:lnTo>
                    <a:pt x="672587" y="1380062"/>
                  </a:lnTo>
                  <a:lnTo>
                    <a:pt x="673361" y="1381138"/>
                  </a:lnTo>
                  <a:lnTo>
                    <a:pt x="675986" y="1384502"/>
                  </a:lnTo>
                  <a:lnTo>
                    <a:pt x="679890" y="1387126"/>
                  </a:lnTo>
                  <a:lnTo>
                    <a:pt x="684568" y="1388202"/>
                  </a:lnTo>
                  <a:lnTo>
                    <a:pt x="687496" y="1387866"/>
                  </a:lnTo>
                  <a:cubicBezTo>
                    <a:pt x="687496" y="1387866"/>
                    <a:pt x="688371" y="1386352"/>
                    <a:pt x="688472" y="1386016"/>
                  </a:cubicBezTo>
                  <a:cubicBezTo>
                    <a:pt x="688573" y="1385679"/>
                    <a:pt x="689549" y="1384267"/>
                    <a:pt x="689784" y="1383829"/>
                  </a:cubicBezTo>
                  <a:cubicBezTo>
                    <a:pt x="690020" y="1383392"/>
                    <a:pt x="691837" y="1383190"/>
                    <a:pt x="692275" y="1382517"/>
                  </a:cubicBezTo>
                  <a:cubicBezTo>
                    <a:pt x="692712" y="1381844"/>
                    <a:pt x="694900" y="1382416"/>
                    <a:pt x="695203" y="1382517"/>
                  </a:cubicBezTo>
                  <a:cubicBezTo>
                    <a:pt x="695539" y="1382618"/>
                    <a:pt x="697794" y="1383930"/>
                    <a:pt x="697794" y="1383930"/>
                  </a:cubicBezTo>
                  <a:lnTo>
                    <a:pt x="702472" y="1387529"/>
                  </a:lnTo>
                  <a:lnTo>
                    <a:pt x="704862" y="1389279"/>
                  </a:lnTo>
                  <a:lnTo>
                    <a:pt x="705501" y="1391465"/>
                  </a:lnTo>
                  <a:lnTo>
                    <a:pt x="704963" y="1395805"/>
                  </a:lnTo>
                  <a:lnTo>
                    <a:pt x="704525" y="1401120"/>
                  </a:lnTo>
                  <a:lnTo>
                    <a:pt x="703213" y="1404147"/>
                  </a:lnTo>
                  <a:lnTo>
                    <a:pt x="703213" y="1408184"/>
                  </a:lnTo>
                  <a:lnTo>
                    <a:pt x="705501" y="1411885"/>
                  </a:lnTo>
                  <a:lnTo>
                    <a:pt x="706915" y="1415686"/>
                  </a:lnTo>
                  <a:lnTo>
                    <a:pt x="707554" y="1418411"/>
                  </a:lnTo>
                  <a:lnTo>
                    <a:pt x="709068" y="1420261"/>
                  </a:lnTo>
                  <a:lnTo>
                    <a:pt x="711256" y="1421674"/>
                  </a:lnTo>
                  <a:lnTo>
                    <a:pt x="713309" y="1423524"/>
                  </a:lnTo>
                  <a:cubicBezTo>
                    <a:pt x="713309" y="1423524"/>
                    <a:pt x="718088" y="1425374"/>
                    <a:pt x="718525" y="1425374"/>
                  </a:cubicBezTo>
                  <a:cubicBezTo>
                    <a:pt x="718963" y="1425374"/>
                    <a:pt x="722295" y="1426787"/>
                    <a:pt x="722295" y="1426787"/>
                  </a:cubicBezTo>
                  <a:cubicBezTo>
                    <a:pt x="722295" y="1426787"/>
                    <a:pt x="730002" y="1427325"/>
                    <a:pt x="730439" y="1427325"/>
                  </a:cubicBezTo>
                  <a:cubicBezTo>
                    <a:pt x="730877" y="1427325"/>
                    <a:pt x="733805" y="1427426"/>
                    <a:pt x="734141" y="1427426"/>
                  </a:cubicBezTo>
                  <a:cubicBezTo>
                    <a:pt x="734478" y="1427426"/>
                    <a:pt x="737069" y="1427864"/>
                    <a:pt x="737069" y="1427864"/>
                  </a:cubicBezTo>
                  <a:cubicBezTo>
                    <a:pt x="737069" y="1427864"/>
                    <a:pt x="740973" y="1428502"/>
                    <a:pt x="741310" y="1428637"/>
                  </a:cubicBezTo>
                  <a:cubicBezTo>
                    <a:pt x="741646" y="1428738"/>
                    <a:pt x="745011" y="1431126"/>
                    <a:pt x="745011" y="1431126"/>
                  </a:cubicBezTo>
                  <a:lnTo>
                    <a:pt x="746627" y="1435466"/>
                  </a:lnTo>
                  <a:lnTo>
                    <a:pt x="746627" y="1438191"/>
                  </a:lnTo>
                  <a:cubicBezTo>
                    <a:pt x="746627" y="1438191"/>
                    <a:pt x="753190" y="1440142"/>
                    <a:pt x="753627" y="1440142"/>
                  </a:cubicBezTo>
                  <a:cubicBezTo>
                    <a:pt x="754065" y="1440142"/>
                    <a:pt x="758776" y="1440781"/>
                    <a:pt x="759113" y="1440781"/>
                  </a:cubicBezTo>
                  <a:cubicBezTo>
                    <a:pt x="759449" y="1440781"/>
                    <a:pt x="768772" y="1441319"/>
                    <a:pt x="768772" y="1441319"/>
                  </a:cubicBezTo>
                  <a:lnTo>
                    <a:pt x="779205" y="1441757"/>
                  </a:lnTo>
                  <a:cubicBezTo>
                    <a:pt x="779205" y="1441757"/>
                    <a:pt x="783108" y="1441521"/>
                    <a:pt x="783546" y="1441521"/>
                  </a:cubicBezTo>
                  <a:cubicBezTo>
                    <a:pt x="783983" y="1441521"/>
                    <a:pt x="787887" y="1441622"/>
                    <a:pt x="788224" y="1441622"/>
                  </a:cubicBezTo>
                  <a:cubicBezTo>
                    <a:pt x="788560" y="1441622"/>
                    <a:pt x="792464" y="1442799"/>
                    <a:pt x="793003" y="1443035"/>
                  </a:cubicBezTo>
                  <a:cubicBezTo>
                    <a:pt x="793541" y="1443237"/>
                    <a:pt x="795931" y="1444784"/>
                    <a:pt x="795931" y="1444784"/>
                  </a:cubicBezTo>
                  <a:cubicBezTo>
                    <a:pt x="795931" y="1444784"/>
                    <a:pt x="797782" y="1446399"/>
                    <a:pt x="798118" y="1446533"/>
                  </a:cubicBezTo>
                  <a:cubicBezTo>
                    <a:pt x="798455" y="1446634"/>
                    <a:pt x="802022" y="1448585"/>
                    <a:pt x="802460" y="1448720"/>
                  </a:cubicBezTo>
                  <a:cubicBezTo>
                    <a:pt x="802897" y="1448821"/>
                    <a:pt x="805489" y="1449494"/>
                    <a:pt x="805926" y="1449494"/>
                  </a:cubicBezTo>
                  <a:cubicBezTo>
                    <a:pt x="806364" y="1449494"/>
                    <a:pt x="808753" y="1449595"/>
                    <a:pt x="809965" y="1449393"/>
                  </a:cubicBezTo>
                  <a:cubicBezTo>
                    <a:pt x="811176" y="1449157"/>
                    <a:pt x="812994" y="1449056"/>
                    <a:pt x="813330" y="1448955"/>
                  </a:cubicBezTo>
                  <a:cubicBezTo>
                    <a:pt x="813667" y="1448855"/>
                    <a:pt x="815080" y="1448955"/>
                    <a:pt x="817907" y="1448182"/>
                  </a:cubicBezTo>
                  <a:cubicBezTo>
                    <a:pt x="820734" y="1447408"/>
                    <a:pt x="819422" y="1447946"/>
                    <a:pt x="821710" y="1447744"/>
                  </a:cubicBezTo>
                  <a:cubicBezTo>
                    <a:pt x="823999" y="1447509"/>
                    <a:pt x="825177" y="1446971"/>
                    <a:pt x="827129" y="1446769"/>
                  </a:cubicBezTo>
                  <a:cubicBezTo>
                    <a:pt x="829081" y="1446567"/>
                    <a:pt x="830932" y="1446769"/>
                    <a:pt x="832345" y="1446769"/>
                  </a:cubicBezTo>
                  <a:cubicBezTo>
                    <a:pt x="833759" y="1446769"/>
                    <a:pt x="837663" y="1447643"/>
                    <a:pt x="838100" y="1447744"/>
                  </a:cubicBezTo>
                  <a:cubicBezTo>
                    <a:pt x="838538" y="1447845"/>
                    <a:pt x="841365" y="1447744"/>
                    <a:pt x="841802" y="1447408"/>
                  </a:cubicBezTo>
                  <a:cubicBezTo>
                    <a:pt x="842240" y="1447072"/>
                    <a:pt x="841802" y="1445659"/>
                    <a:pt x="841802" y="1445659"/>
                  </a:cubicBezTo>
                  <a:lnTo>
                    <a:pt x="839749" y="1442631"/>
                  </a:lnTo>
                  <a:lnTo>
                    <a:pt x="837562" y="1440445"/>
                  </a:lnTo>
                  <a:lnTo>
                    <a:pt x="839749" y="1437518"/>
                  </a:lnTo>
                  <a:cubicBezTo>
                    <a:pt x="839749" y="1437518"/>
                    <a:pt x="842139" y="1437316"/>
                    <a:pt x="845067" y="1437182"/>
                  </a:cubicBezTo>
                  <a:cubicBezTo>
                    <a:pt x="847994" y="1437081"/>
                    <a:pt x="851596" y="1437821"/>
                    <a:pt x="852033" y="1438157"/>
                  </a:cubicBezTo>
                  <a:cubicBezTo>
                    <a:pt x="852471" y="1438460"/>
                    <a:pt x="860952" y="1439267"/>
                    <a:pt x="860952" y="1439267"/>
                  </a:cubicBezTo>
                  <a:cubicBezTo>
                    <a:pt x="860952" y="1439267"/>
                    <a:pt x="870408" y="1436879"/>
                    <a:pt x="870846" y="1436542"/>
                  </a:cubicBezTo>
                  <a:cubicBezTo>
                    <a:pt x="871283" y="1436206"/>
                    <a:pt x="878351" y="1436105"/>
                    <a:pt x="878788" y="1436004"/>
                  </a:cubicBezTo>
                  <a:cubicBezTo>
                    <a:pt x="879226" y="1435903"/>
                    <a:pt x="886832" y="1431866"/>
                    <a:pt x="886832" y="1431866"/>
                  </a:cubicBezTo>
                  <a:lnTo>
                    <a:pt x="890433" y="1431665"/>
                  </a:lnTo>
                  <a:lnTo>
                    <a:pt x="897063" y="1432001"/>
                  </a:lnTo>
                  <a:cubicBezTo>
                    <a:pt x="897063" y="1432001"/>
                    <a:pt x="897601" y="1432203"/>
                    <a:pt x="897938" y="1432203"/>
                  </a:cubicBezTo>
                  <a:cubicBezTo>
                    <a:pt x="898274" y="1432203"/>
                    <a:pt x="900125" y="1432842"/>
                    <a:pt x="902515" y="1433279"/>
                  </a:cubicBezTo>
                  <a:cubicBezTo>
                    <a:pt x="904904" y="1433717"/>
                    <a:pt x="905342" y="1433380"/>
                    <a:pt x="905880" y="1432842"/>
                  </a:cubicBezTo>
                  <a:cubicBezTo>
                    <a:pt x="906419" y="1432304"/>
                    <a:pt x="907294" y="1430655"/>
                    <a:pt x="907294" y="1430218"/>
                  </a:cubicBezTo>
                  <a:cubicBezTo>
                    <a:pt x="907294" y="1429781"/>
                    <a:pt x="907731" y="1427729"/>
                    <a:pt x="908068" y="1426753"/>
                  </a:cubicBezTo>
                  <a:cubicBezTo>
                    <a:pt x="908404" y="1425778"/>
                    <a:pt x="908707" y="1425542"/>
                    <a:pt x="909481" y="1424163"/>
                  </a:cubicBezTo>
                  <a:cubicBezTo>
                    <a:pt x="910255" y="1422750"/>
                    <a:pt x="910996" y="1423087"/>
                    <a:pt x="911433" y="1422851"/>
                  </a:cubicBezTo>
                  <a:cubicBezTo>
                    <a:pt x="911871" y="1422616"/>
                    <a:pt x="914698" y="1425038"/>
                    <a:pt x="916313" y="1425677"/>
                  </a:cubicBezTo>
                  <a:cubicBezTo>
                    <a:pt x="917962" y="1426316"/>
                    <a:pt x="918063" y="1428402"/>
                    <a:pt x="918063" y="1428402"/>
                  </a:cubicBezTo>
                  <a:cubicBezTo>
                    <a:pt x="918063" y="1428402"/>
                    <a:pt x="919813" y="1431025"/>
                    <a:pt x="920352" y="1431866"/>
                  </a:cubicBezTo>
                  <a:cubicBezTo>
                    <a:pt x="920890" y="1432741"/>
                    <a:pt x="922539" y="1434692"/>
                    <a:pt x="922539" y="1434692"/>
                  </a:cubicBezTo>
                  <a:cubicBezTo>
                    <a:pt x="922539" y="1434692"/>
                    <a:pt x="924929" y="1436542"/>
                    <a:pt x="925366" y="1436879"/>
                  </a:cubicBezTo>
                  <a:cubicBezTo>
                    <a:pt x="925804" y="1437215"/>
                    <a:pt x="927217" y="1438729"/>
                    <a:pt x="929405" y="1440680"/>
                  </a:cubicBezTo>
                  <a:cubicBezTo>
                    <a:pt x="931592" y="1442631"/>
                    <a:pt x="931895" y="1441555"/>
                    <a:pt x="931895" y="1441555"/>
                  </a:cubicBezTo>
                  <a:cubicBezTo>
                    <a:pt x="931895" y="1441555"/>
                    <a:pt x="935799" y="1441555"/>
                    <a:pt x="936775" y="1441555"/>
                  </a:cubicBezTo>
                  <a:cubicBezTo>
                    <a:pt x="937751" y="1441555"/>
                    <a:pt x="941016" y="1442059"/>
                    <a:pt x="941016" y="1442059"/>
                  </a:cubicBezTo>
                  <a:lnTo>
                    <a:pt x="942227" y="1443977"/>
                  </a:lnTo>
                  <a:lnTo>
                    <a:pt x="939299" y="1447004"/>
                  </a:lnTo>
                  <a:cubicBezTo>
                    <a:pt x="939299" y="1447004"/>
                    <a:pt x="937246" y="1448081"/>
                    <a:pt x="935833" y="1448955"/>
                  </a:cubicBezTo>
                  <a:cubicBezTo>
                    <a:pt x="934420" y="1449830"/>
                    <a:pt x="934857" y="1449729"/>
                    <a:pt x="934857" y="1450133"/>
                  </a:cubicBezTo>
                  <a:cubicBezTo>
                    <a:pt x="934857" y="1450570"/>
                    <a:pt x="936607" y="1451647"/>
                    <a:pt x="937583" y="1451781"/>
                  </a:cubicBezTo>
                  <a:cubicBezTo>
                    <a:pt x="938559" y="1451882"/>
                    <a:pt x="940073" y="1452219"/>
                    <a:pt x="940511" y="1452219"/>
                  </a:cubicBezTo>
                  <a:cubicBezTo>
                    <a:pt x="940949" y="1452219"/>
                    <a:pt x="943540" y="1452555"/>
                    <a:pt x="944112" y="1452319"/>
                  </a:cubicBezTo>
                  <a:cubicBezTo>
                    <a:pt x="944650" y="1452084"/>
                    <a:pt x="945626" y="1451108"/>
                    <a:pt x="945626" y="1451108"/>
                  </a:cubicBezTo>
                  <a:lnTo>
                    <a:pt x="947814" y="1448384"/>
                  </a:lnTo>
                  <a:lnTo>
                    <a:pt x="948891" y="1445659"/>
                  </a:lnTo>
                  <a:lnTo>
                    <a:pt x="958449" y="1442631"/>
                  </a:lnTo>
                  <a:cubicBezTo>
                    <a:pt x="958449" y="1442631"/>
                    <a:pt x="962588" y="1442295"/>
                    <a:pt x="964103" y="1442093"/>
                  </a:cubicBezTo>
                  <a:cubicBezTo>
                    <a:pt x="965617" y="1441891"/>
                    <a:pt x="968983" y="1441992"/>
                    <a:pt x="970497" y="1441656"/>
                  </a:cubicBezTo>
                  <a:cubicBezTo>
                    <a:pt x="972012" y="1441319"/>
                    <a:pt x="975377" y="1441555"/>
                    <a:pt x="977228" y="1441555"/>
                  </a:cubicBezTo>
                  <a:cubicBezTo>
                    <a:pt x="979079" y="1441555"/>
                    <a:pt x="981670" y="1441656"/>
                    <a:pt x="982646" y="1441555"/>
                  </a:cubicBezTo>
                  <a:cubicBezTo>
                    <a:pt x="983622" y="1441454"/>
                    <a:pt x="984296" y="1441454"/>
                    <a:pt x="985238" y="1441218"/>
                  </a:cubicBezTo>
                  <a:cubicBezTo>
                    <a:pt x="986214" y="1440983"/>
                    <a:pt x="987291" y="1439806"/>
                    <a:pt x="988502" y="1439705"/>
                  </a:cubicBezTo>
                  <a:cubicBezTo>
                    <a:pt x="989680" y="1439604"/>
                    <a:pt x="991969" y="1437955"/>
                    <a:pt x="992103" y="1437518"/>
                  </a:cubicBezTo>
                  <a:cubicBezTo>
                    <a:pt x="992238" y="1437081"/>
                    <a:pt x="994594" y="1433919"/>
                    <a:pt x="995368" y="1433380"/>
                  </a:cubicBezTo>
                  <a:cubicBezTo>
                    <a:pt x="996142" y="1432842"/>
                    <a:pt x="997118" y="1431530"/>
                    <a:pt x="997219" y="1431093"/>
                  </a:cubicBezTo>
                  <a:cubicBezTo>
                    <a:pt x="997320" y="1430655"/>
                    <a:pt x="999272" y="1427393"/>
                    <a:pt x="999272" y="1427393"/>
                  </a:cubicBezTo>
                  <a:cubicBezTo>
                    <a:pt x="999272" y="1427393"/>
                    <a:pt x="1001022" y="1424567"/>
                    <a:pt x="1001123" y="1423928"/>
                  </a:cubicBezTo>
                  <a:cubicBezTo>
                    <a:pt x="1001224" y="1423288"/>
                    <a:pt x="1004387" y="1421102"/>
                    <a:pt x="1004387" y="1421102"/>
                  </a:cubicBezTo>
                  <a:lnTo>
                    <a:pt x="1007113" y="1415551"/>
                  </a:lnTo>
                  <a:cubicBezTo>
                    <a:pt x="1007113" y="1415551"/>
                    <a:pt x="1009065" y="1412389"/>
                    <a:pt x="1009503" y="1411414"/>
                  </a:cubicBezTo>
                  <a:cubicBezTo>
                    <a:pt x="1009940" y="1410438"/>
                    <a:pt x="1013979" y="1409664"/>
                    <a:pt x="1013979" y="1409664"/>
                  </a:cubicBezTo>
                  <a:lnTo>
                    <a:pt x="1018859" y="1410203"/>
                  </a:lnTo>
                  <a:cubicBezTo>
                    <a:pt x="1018859" y="1410203"/>
                    <a:pt x="1023436" y="1410203"/>
                    <a:pt x="1025489" y="1410203"/>
                  </a:cubicBezTo>
                  <a:cubicBezTo>
                    <a:pt x="1027542" y="1410203"/>
                    <a:pt x="1028080" y="1410102"/>
                    <a:pt x="1029729" y="1409126"/>
                  </a:cubicBezTo>
                  <a:cubicBezTo>
                    <a:pt x="1031345" y="1408151"/>
                    <a:pt x="1033431" y="1407276"/>
                    <a:pt x="1033970" y="1406738"/>
                  </a:cubicBezTo>
                  <a:cubicBezTo>
                    <a:pt x="1034508" y="1406200"/>
                    <a:pt x="1037571" y="1405123"/>
                    <a:pt x="1038412" y="1404450"/>
                  </a:cubicBezTo>
                  <a:cubicBezTo>
                    <a:pt x="1039287" y="1403811"/>
                    <a:pt x="1043090" y="1403239"/>
                    <a:pt x="1043090" y="1403239"/>
                  </a:cubicBezTo>
                  <a:lnTo>
                    <a:pt x="1045917" y="1404988"/>
                  </a:lnTo>
                  <a:lnTo>
                    <a:pt x="1048643" y="1409328"/>
                  </a:lnTo>
                  <a:cubicBezTo>
                    <a:pt x="1048643" y="1409328"/>
                    <a:pt x="1052110" y="1408891"/>
                    <a:pt x="1052211" y="1408689"/>
                  </a:cubicBezTo>
                  <a:cubicBezTo>
                    <a:pt x="1052278" y="1408487"/>
                    <a:pt x="1055610" y="1406805"/>
                    <a:pt x="1056922" y="1405930"/>
                  </a:cubicBezTo>
                  <a:cubicBezTo>
                    <a:pt x="1058235" y="1405056"/>
                    <a:pt x="1061567" y="1404484"/>
                    <a:pt x="1062004" y="1403912"/>
                  </a:cubicBezTo>
                  <a:cubicBezTo>
                    <a:pt x="1062441" y="1403340"/>
                    <a:pt x="1068297" y="1403273"/>
                    <a:pt x="1070115" y="1403273"/>
                  </a:cubicBezTo>
                  <a:cubicBezTo>
                    <a:pt x="1071932" y="1403273"/>
                    <a:pt x="1073245" y="1406973"/>
                    <a:pt x="1073447" y="1407175"/>
                  </a:cubicBezTo>
                  <a:cubicBezTo>
                    <a:pt x="1073649" y="1407411"/>
                    <a:pt x="1079101" y="1408554"/>
                    <a:pt x="1079403" y="1408487"/>
                  </a:cubicBezTo>
                  <a:cubicBezTo>
                    <a:pt x="1079706" y="1408420"/>
                    <a:pt x="1084687" y="1409564"/>
                    <a:pt x="1084990" y="1409564"/>
                  </a:cubicBezTo>
                  <a:cubicBezTo>
                    <a:pt x="1085293" y="1409564"/>
                    <a:pt x="1093606" y="1407915"/>
                    <a:pt x="1093606" y="1407915"/>
                  </a:cubicBezTo>
                  <a:lnTo>
                    <a:pt x="1100067" y="1406906"/>
                  </a:lnTo>
                  <a:cubicBezTo>
                    <a:pt x="1100067" y="1406906"/>
                    <a:pt x="1103635" y="1406973"/>
                    <a:pt x="1103971" y="1406771"/>
                  </a:cubicBezTo>
                  <a:cubicBezTo>
                    <a:pt x="1104341" y="1406570"/>
                    <a:pt x="1108548" y="1405527"/>
                    <a:pt x="1108986" y="1405459"/>
                  </a:cubicBezTo>
                  <a:cubicBezTo>
                    <a:pt x="1109423" y="1405392"/>
                    <a:pt x="1114640" y="1403710"/>
                    <a:pt x="1114842" y="1403441"/>
                  </a:cubicBezTo>
                  <a:cubicBezTo>
                    <a:pt x="1115044" y="1403138"/>
                    <a:pt x="1117029" y="1402735"/>
                    <a:pt x="1117029" y="1402735"/>
                  </a:cubicBezTo>
                  <a:lnTo>
                    <a:pt x="1119789" y="1398092"/>
                  </a:lnTo>
                  <a:lnTo>
                    <a:pt x="1123928" y="1398092"/>
                  </a:lnTo>
                  <a:lnTo>
                    <a:pt x="1127630" y="1398967"/>
                  </a:lnTo>
                  <a:cubicBezTo>
                    <a:pt x="1127630" y="1398967"/>
                    <a:pt x="1127630" y="1400783"/>
                    <a:pt x="1127630" y="1401086"/>
                  </a:cubicBezTo>
                  <a:cubicBezTo>
                    <a:pt x="1127630" y="1401355"/>
                    <a:pt x="1127227" y="1402735"/>
                    <a:pt x="1127227" y="1402735"/>
                  </a:cubicBezTo>
                  <a:lnTo>
                    <a:pt x="1132275" y="1407209"/>
                  </a:lnTo>
                  <a:lnTo>
                    <a:pt x="1136246" y="1405829"/>
                  </a:lnTo>
                  <a:lnTo>
                    <a:pt x="1146107" y="1408723"/>
                  </a:lnTo>
                  <a:lnTo>
                    <a:pt x="1155900" y="1413634"/>
                  </a:lnTo>
                  <a:lnTo>
                    <a:pt x="1160982" y="1415148"/>
                  </a:lnTo>
                  <a:lnTo>
                    <a:pt x="1165021" y="1411952"/>
                  </a:lnTo>
                  <a:lnTo>
                    <a:pt x="1178920" y="1411952"/>
                  </a:lnTo>
                  <a:lnTo>
                    <a:pt x="1194267" y="1411952"/>
                  </a:lnTo>
                  <a:lnTo>
                    <a:pt x="1203252" y="1413701"/>
                  </a:lnTo>
                  <a:lnTo>
                    <a:pt x="1213113" y="1413701"/>
                  </a:lnTo>
                  <a:lnTo>
                    <a:pt x="1217185" y="1415451"/>
                  </a:lnTo>
                  <a:lnTo>
                    <a:pt x="1222402" y="1415451"/>
                  </a:lnTo>
                  <a:lnTo>
                    <a:pt x="1230512" y="1417031"/>
                  </a:lnTo>
                  <a:lnTo>
                    <a:pt x="1232532" y="1422683"/>
                  </a:lnTo>
                  <a:lnTo>
                    <a:pt x="1230512" y="1425879"/>
                  </a:lnTo>
                  <a:lnTo>
                    <a:pt x="1237748" y="1431665"/>
                  </a:lnTo>
                  <a:lnTo>
                    <a:pt x="1243537" y="1439772"/>
                  </a:lnTo>
                  <a:lnTo>
                    <a:pt x="1248181" y="1437148"/>
                  </a:lnTo>
                  <a:lnTo>
                    <a:pt x="1252825" y="1433952"/>
                  </a:lnTo>
                  <a:lnTo>
                    <a:pt x="1258042" y="1435701"/>
                  </a:lnTo>
                  <a:lnTo>
                    <a:pt x="1261508" y="1439166"/>
                  </a:lnTo>
                  <a:cubicBezTo>
                    <a:pt x="1261508" y="1439166"/>
                    <a:pt x="1268744" y="1445558"/>
                    <a:pt x="1269922" y="1445558"/>
                  </a:cubicBezTo>
                  <a:cubicBezTo>
                    <a:pt x="1271066" y="1445558"/>
                    <a:pt x="1273691" y="1447576"/>
                    <a:pt x="1273691" y="1447576"/>
                  </a:cubicBezTo>
                  <a:lnTo>
                    <a:pt x="1276956" y="1455414"/>
                  </a:lnTo>
                  <a:lnTo>
                    <a:pt x="1283249" y="1453665"/>
                  </a:lnTo>
                  <a:lnTo>
                    <a:pt x="1287591" y="1453665"/>
                  </a:lnTo>
                  <a:lnTo>
                    <a:pt x="1293682" y="1457870"/>
                  </a:lnTo>
                  <a:lnTo>
                    <a:pt x="1298899" y="1459182"/>
                  </a:lnTo>
                  <a:lnTo>
                    <a:pt x="1305865" y="1472806"/>
                  </a:lnTo>
                  <a:lnTo>
                    <a:pt x="1310509" y="1472806"/>
                  </a:lnTo>
                  <a:lnTo>
                    <a:pt x="1315423" y="1476674"/>
                  </a:lnTo>
                  <a:lnTo>
                    <a:pt x="1315995" y="1477347"/>
                  </a:lnTo>
                  <a:lnTo>
                    <a:pt x="1312630" y="1478760"/>
                  </a:lnTo>
                  <a:lnTo>
                    <a:pt x="1316264" y="1477246"/>
                  </a:lnTo>
                  <a:lnTo>
                    <a:pt x="1318082" y="1478054"/>
                  </a:lnTo>
                  <a:lnTo>
                    <a:pt x="1321548" y="1478054"/>
                  </a:lnTo>
                  <a:lnTo>
                    <a:pt x="1327404" y="1477515"/>
                  </a:lnTo>
                  <a:lnTo>
                    <a:pt x="1331039" y="1477179"/>
                  </a:lnTo>
                  <a:cubicBezTo>
                    <a:pt x="1331039" y="1477179"/>
                    <a:pt x="1334236" y="1477314"/>
                    <a:pt x="1334505" y="1477314"/>
                  </a:cubicBezTo>
                  <a:cubicBezTo>
                    <a:pt x="1334808" y="1477314"/>
                    <a:pt x="1337198" y="1478996"/>
                    <a:pt x="1337399" y="1478996"/>
                  </a:cubicBezTo>
                  <a:cubicBezTo>
                    <a:pt x="1337601" y="1478996"/>
                    <a:pt x="1338847" y="1480879"/>
                    <a:pt x="1338847" y="1480879"/>
                  </a:cubicBezTo>
                  <a:lnTo>
                    <a:pt x="1343491" y="1483705"/>
                  </a:lnTo>
                  <a:lnTo>
                    <a:pt x="1348404" y="1483503"/>
                  </a:lnTo>
                  <a:cubicBezTo>
                    <a:pt x="1348404" y="1483503"/>
                    <a:pt x="1349280" y="1479971"/>
                    <a:pt x="1349852" y="1479433"/>
                  </a:cubicBezTo>
                  <a:cubicBezTo>
                    <a:pt x="1350424" y="1478928"/>
                    <a:pt x="1352039" y="1478256"/>
                    <a:pt x="1352039" y="1478256"/>
                  </a:cubicBezTo>
                  <a:lnTo>
                    <a:pt x="1355674" y="1477549"/>
                  </a:lnTo>
                  <a:cubicBezTo>
                    <a:pt x="1355674" y="1477549"/>
                    <a:pt x="1355236" y="1472705"/>
                    <a:pt x="1355236" y="1472402"/>
                  </a:cubicBezTo>
                  <a:cubicBezTo>
                    <a:pt x="1355236" y="1472100"/>
                    <a:pt x="1357424" y="1469274"/>
                    <a:pt x="1357424" y="1469274"/>
                  </a:cubicBezTo>
                  <a:lnTo>
                    <a:pt x="1359813" y="1467625"/>
                  </a:lnTo>
                  <a:lnTo>
                    <a:pt x="1364155" y="1467625"/>
                  </a:lnTo>
                  <a:lnTo>
                    <a:pt x="1367924" y="1471090"/>
                  </a:lnTo>
                  <a:lnTo>
                    <a:pt x="1372266" y="1477179"/>
                  </a:lnTo>
                  <a:lnTo>
                    <a:pt x="1376910" y="1480072"/>
                  </a:lnTo>
                  <a:lnTo>
                    <a:pt x="1382699" y="1484714"/>
                  </a:lnTo>
                  <a:lnTo>
                    <a:pt x="1391987" y="1486464"/>
                  </a:lnTo>
                  <a:lnTo>
                    <a:pt x="1404439" y="1487338"/>
                  </a:lnTo>
                  <a:lnTo>
                    <a:pt x="1409084" y="1489929"/>
                  </a:lnTo>
                  <a:lnTo>
                    <a:pt x="1417767" y="1491375"/>
                  </a:lnTo>
                  <a:lnTo>
                    <a:pt x="1420392" y="1491947"/>
                  </a:lnTo>
                  <a:lnTo>
                    <a:pt x="1421267" y="1496858"/>
                  </a:lnTo>
                  <a:lnTo>
                    <a:pt x="1426786" y="1501770"/>
                  </a:lnTo>
                  <a:lnTo>
                    <a:pt x="1432877" y="1503216"/>
                  </a:lnTo>
                  <a:lnTo>
                    <a:pt x="1436344" y="1505807"/>
                  </a:lnTo>
                  <a:lnTo>
                    <a:pt x="1439238" y="1505807"/>
                  </a:lnTo>
                  <a:lnTo>
                    <a:pt x="1443310" y="1500592"/>
                  </a:lnTo>
                  <a:lnTo>
                    <a:pt x="1447383" y="1500592"/>
                  </a:lnTo>
                  <a:lnTo>
                    <a:pt x="1449402" y="1497262"/>
                  </a:lnTo>
                  <a:lnTo>
                    <a:pt x="1452868" y="1490736"/>
                  </a:lnTo>
                  <a:lnTo>
                    <a:pt x="1453743" y="1485825"/>
                  </a:lnTo>
                  <a:lnTo>
                    <a:pt x="1453171" y="1481182"/>
                  </a:lnTo>
                  <a:lnTo>
                    <a:pt x="1451724" y="1477112"/>
                  </a:lnTo>
                  <a:lnTo>
                    <a:pt x="1452027" y="1471595"/>
                  </a:lnTo>
                  <a:lnTo>
                    <a:pt x="1451152" y="1464934"/>
                  </a:lnTo>
                  <a:lnTo>
                    <a:pt x="1451152" y="1460797"/>
                  </a:lnTo>
                  <a:lnTo>
                    <a:pt x="1450782" y="1457433"/>
                  </a:lnTo>
                  <a:lnTo>
                    <a:pt x="1448998" y="1453968"/>
                  </a:lnTo>
                  <a:cubicBezTo>
                    <a:pt x="1448998" y="1453968"/>
                    <a:pt x="1444859" y="1450806"/>
                    <a:pt x="1444320" y="1450267"/>
                  </a:cubicBezTo>
                  <a:cubicBezTo>
                    <a:pt x="1443782" y="1449729"/>
                    <a:pt x="1442133" y="1449191"/>
                    <a:pt x="1441729" y="1449191"/>
                  </a:cubicBezTo>
                  <a:cubicBezTo>
                    <a:pt x="1441291" y="1449191"/>
                    <a:pt x="1438464" y="1447879"/>
                    <a:pt x="1438464" y="1447879"/>
                  </a:cubicBezTo>
                  <a:lnTo>
                    <a:pt x="1434560" y="1445827"/>
                  </a:lnTo>
                  <a:lnTo>
                    <a:pt x="1429344" y="1444750"/>
                  </a:lnTo>
                  <a:lnTo>
                    <a:pt x="1428570" y="1440613"/>
                  </a:lnTo>
                  <a:lnTo>
                    <a:pt x="1428570" y="1437148"/>
                  </a:lnTo>
                  <a:lnTo>
                    <a:pt x="1429175" y="1433448"/>
                  </a:lnTo>
                  <a:lnTo>
                    <a:pt x="1429882" y="1430958"/>
                  </a:lnTo>
                  <a:lnTo>
                    <a:pt x="1430522" y="1429983"/>
                  </a:lnTo>
                  <a:cubicBezTo>
                    <a:pt x="1430522" y="1429983"/>
                    <a:pt x="1432036" y="1427157"/>
                    <a:pt x="1432137" y="1426821"/>
                  </a:cubicBezTo>
                  <a:cubicBezTo>
                    <a:pt x="1432238" y="1426484"/>
                    <a:pt x="1432238" y="1425206"/>
                    <a:pt x="1432238" y="1425206"/>
                  </a:cubicBezTo>
                  <a:cubicBezTo>
                    <a:pt x="1432238" y="1425206"/>
                    <a:pt x="1429411" y="1423356"/>
                    <a:pt x="1428873" y="1422380"/>
                  </a:cubicBezTo>
                  <a:cubicBezTo>
                    <a:pt x="1428334" y="1421405"/>
                    <a:pt x="1428772" y="1419353"/>
                    <a:pt x="1428772" y="1419353"/>
                  </a:cubicBezTo>
                  <a:lnTo>
                    <a:pt x="1428233" y="1417603"/>
                  </a:lnTo>
                  <a:lnTo>
                    <a:pt x="1429748" y="1415417"/>
                  </a:lnTo>
                  <a:cubicBezTo>
                    <a:pt x="1429748" y="1415417"/>
                    <a:pt x="1433012" y="1414105"/>
                    <a:pt x="1433786" y="1413802"/>
                  </a:cubicBezTo>
                  <a:cubicBezTo>
                    <a:pt x="1434560" y="1413466"/>
                    <a:pt x="1435536" y="1412389"/>
                    <a:pt x="1435536" y="1412389"/>
                  </a:cubicBezTo>
                  <a:cubicBezTo>
                    <a:pt x="1435536" y="1412389"/>
                    <a:pt x="1440315" y="1410001"/>
                    <a:pt x="1440753" y="1409799"/>
                  </a:cubicBezTo>
                  <a:cubicBezTo>
                    <a:pt x="1441190" y="1409597"/>
                    <a:pt x="1443479" y="1408184"/>
                    <a:pt x="1443916" y="1407949"/>
                  </a:cubicBezTo>
                  <a:cubicBezTo>
                    <a:pt x="1444354" y="1407747"/>
                    <a:pt x="1445969" y="1406704"/>
                    <a:pt x="1445969" y="1406704"/>
                  </a:cubicBezTo>
                  <a:lnTo>
                    <a:pt x="1450311" y="1406637"/>
                  </a:lnTo>
                  <a:cubicBezTo>
                    <a:pt x="1450311" y="1406637"/>
                    <a:pt x="1458455" y="1406738"/>
                    <a:pt x="1458893" y="1406637"/>
                  </a:cubicBezTo>
                  <a:cubicBezTo>
                    <a:pt x="1459330" y="1406536"/>
                    <a:pt x="1463133" y="1405661"/>
                    <a:pt x="1463133" y="1405661"/>
                  </a:cubicBezTo>
                  <a:lnTo>
                    <a:pt x="1467138" y="1403710"/>
                  </a:lnTo>
                  <a:lnTo>
                    <a:pt x="1468989" y="1401221"/>
                  </a:lnTo>
                  <a:lnTo>
                    <a:pt x="1471479" y="1399808"/>
                  </a:lnTo>
                  <a:lnTo>
                    <a:pt x="1472893" y="1398059"/>
                  </a:lnTo>
                  <a:lnTo>
                    <a:pt x="1476359" y="1398059"/>
                  </a:lnTo>
                  <a:lnTo>
                    <a:pt x="1479826" y="1399808"/>
                  </a:lnTo>
                  <a:lnTo>
                    <a:pt x="1483292" y="1399808"/>
                  </a:lnTo>
                  <a:lnTo>
                    <a:pt x="1485042" y="1399808"/>
                  </a:lnTo>
                  <a:lnTo>
                    <a:pt x="1486792" y="1398362"/>
                  </a:lnTo>
                  <a:lnTo>
                    <a:pt x="1488105" y="1396780"/>
                  </a:lnTo>
                  <a:lnTo>
                    <a:pt x="1489989" y="1392004"/>
                  </a:lnTo>
                  <a:lnTo>
                    <a:pt x="1491134" y="1388539"/>
                  </a:lnTo>
                  <a:lnTo>
                    <a:pt x="1491134" y="1384906"/>
                  </a:lnTo>
                  <a:lnTo>
                    <a:pt x="1486119" y="1378548"/>
                  </a:lnTo>
                  <a:lnTo>
                    <a:pt x="1481273" y="1372324"/>
                  </a:lnTo>
                  <a:lnTo>
                    <a:pt x="1479691" y="1365933"/>
                  </a:lnTo>
                  <a:lnTo>
                    <a:pt x="1477234" y="1355202"/>
                  </a:lnTo>
                  <a:lnTo>
                    <a:pt x="1477537" y="1350694"/>
                  </a:lnTo>
                  <a:lnTo>
                    <a:pt x="1474205" y="1349954"/>
                  </a:lnTo>
                  <a:lnTo>
                    <a:pt x="1470739" y="1347498"/>
                  </a:lnTo>
                  <a:lnTo>
                    <a:pt x="1463772" y="1342284"/>
                  </a:lnTo>
                  <a:lnTo>
                    <a:pt x="1457816" y="1340098"/>
                  </a:lnTo>
                  <a:lnTo>
                    <a:pt x="1458085" y="1334614"/>
                  </a:lnTo>
                  <a:lnTo>
                    <a:pt x="1458085" y="1329097"/>
                  </a:lnTo>
                  <a:lnTo>
                    <a:pt x="1457580" y="1323883"/>
                  </a:lnTo>
                  <a:lnTo>
                    <a:pt x="1453171" y="1324758"/>
                  </a:lnTo>
                  <a:lnTo>
                    <a:pt x="1444185" y="1318400"/>
                  </a:lnTo>
                  <a:lnTo>
                    <a:pt x="1439541" y="1312311"/>
                  </a:lnTo>
                  <a:lnTo>
                    <a:pt x="1431430" y="1307669"/>
                  </a:lnTo>
                  <a:lnTo>
                    <a:pt x="1422747" y="1300134"/>
                  </a:lnTo>
                  <a:lnTo>
                    <a:pt x="1423892" y="1294348"/>
                  </a:lnTo>
                  <a:lnTo>
                    <a:pt x="1424767" y="1286812"/>
                  </a:lnTo>
                  <a:lnTo>
                    <a:pt x="1430555" y="1283919"/>
                  </a:lnTo>
                  <a:lnTo>
                    <a:pt x="1432575" y="1275812"/>
                  </a:lnTo>
                  <a:lnTo>
                    <a:pt x="1430252" y="1271742"/>
                  </a:lnTo>
                  <a:lnTo>
                    <a:pt x="1425608" y="1262188"/>
                  </a:lnTo>
                  <a:lnTo>
                    <a:pt x="1418642" y="1249439"/>
                  </a:lnTo>
                  <a:lnTo>
                    <a:pt x="1412853" y="1237261"/>
                  </a:lnTo>
                  <a:lnTo>
                    <a:pt x="1412853" y="1229154"/>
                  </a:lnTo>
                  <a:lnTo>
                    <a:pt x="1417194" y="1225958"/>
                  </a:lnTo>
                  <a:lnTo>
                    <a:pt x="1427930" y="1225958"/>
                  </a:lnTo>
                  <a:lnTo>
                    <a:pt x="1432002" y="1223503"/>
                  </a:lnTo>
                  <a:lnTo>
                    <a:pt x="1436344" y="1219600"/>
                  </a:lnTo>
                  <a:lnTo>
                    <a:pt x="1445330" y="1213814"/>
                  </a:lnTo>
                  <a:lnTo>
                    <a:pt x="1450243" y="1207154"/>
                  </a:lnTo>
                  <a:lnTo>
                    <a:pt x="1454585" y="1204833"/>
                  </a:lnTo>
                  <a:lnTo>
                    <a:pt x="1463873" y="1203958"/>
                  </a:lnTo>
                  <a:lnTo>
                    <a:pt x="1471715" y="1208600"/>
                  </a:lnTo>
                  <a:lnTo>
                    <a:pt x="1483292" y="1212065"/>
                  </a:lnTo>
                  <a:lnTo>
                    <a:pt x="1499817" y="1212065"/>
                  </a:lnTo>
                  <a:lnTo>
                    <a:pt x="1515466" y="1209609"/>
                  </a:lnTo>
                  <a:lnTo>
                    <a:pt x="1530240" y="1206582"/>
                  </a:lnTo>
                  <a:lnTo>
                    <a:pt x="1548784" y="1203117"/>
                  </a:lnTo>
                  <a:lnTo>
                    <a:pt x="1558073" y="1201671"/>
                  </a:lnTo>
                  <a:lnTo>
                    <a:pt x="1565039" y="1201671"/>
                  </a:lnTo>
                  <a:lnTo>
                    <a:pt x="1574025" y="1201671"/>
                  </a:lnTo>
                  <a:lnTo>
                    <a:pt x="1579241" y="1198912"/>
                  </a:lnTo>
                  <a:lnTo>
                    <a:pt x="1582708" y="1194404"/>
                  </a:lnTo>
                  <a:cubicBezTo>
                    <a:pt x="1582708" y="1194404"/>
                    <a:pt x="1591693" y="1194707"/>
                    <a:pt x="1592838" y="1194404"/>
                  </a:cubicBezTo>
                  <a:cubicBezTo>
                    <a:pt x="1593982" y="1194102"/>
                    <a:pt x="1600646" y="1192386"/>
                    <a:pt x="1600646" y="1192386"/>
                  </a:cubicBezTo>
                  <a:lnTo>
                    <a:pt x="1607881" y="1189762"/>
                  </a:lnTo>
                  <a:lnTo>
                    <a:pt x="1611651" y="1194404"/>
                  </a:lnTo>
                  <a:lnTo>
                    <a:pt x="1617742" y="1192958"/>
                  </a:lnTo>
                  <a:lnTo>
                    <a:pt x="1626156" y="1185994"/>
                  </a:lnTo>
                  <a:lnTo>
                    <a:pt x="1637464" y="1181352"/>
                  </a:lnTo>
                  <a:lnTo>
                    <a:pt x="1641536" y="1185994"/>
                  </a:lnTo>
                  <a:lnTo>
                    <a:pt x="1649377" y="1185994"/>
                  </a:lnTo>
                  <a:lnTo>
                    <a:pt x="1652575" y="1184413"/>
                  </a:lnTo>
                  <a:lnTo>
                    <a:pt x="1670243" y="1181655"/>
                  </a:lnTo>
                  <a:lnTo>
                    <a:pt x="1670243" y="1177147"/>
                  </a:lnTo>
                  <a:lnTo>
                    <a:pt x="1673609" y="1174422"/>
                  </a:lnTo>
                  <a:lnTo>
                    <a:pt x="1673676" y="1174422"/>
                  </a:lnTo>
                  <a:cubicBezTo>
                    <a:pt x="1673541" y="1173951"/>
                    <a:pt x="1673575" y="1173514"/>
                    <a:pt x="1673575" y="1173514"/>
                  </a:cubicBezTo>
                  <a:close/>
                </a:path>
              </a:pathLst>
            </a:custGeom>
            <a:grpFill/>
            <a:ln w="6350" cap="flat">
              <a:solidFill>
                <a:schemeClr val="bg1"/>
              </a:solidFill>
              <a:prstDash val="solid"/>
              <a:miter/>
            </a:ln>
          </p:spPr>
          <p:txBody>
            <a:bodyPr rtlCol="0" anchor="ctr"/>
            <a:lstStyle/>
            <a:p>
              <a:endParaRPr lang="en-US"/>
            </a:p>
          </p:txBody>
        </p:sp>
        <p:sp>
          <p:nvSpPr>
            <p:cNvPr id="134" name="Freeform 913">
              <a:extLst>
                <a:ext uri="{FF2B5EF4-FFF2-40B4-BE49-F238E27FC236}">
                  <a16:creationId xmlns:a16="http://schemas.microsoft.com/office/drawing/2014/main" id="{C6E29B70-35F5-1A1E-3D61-94F6F152CE02}"/>
                </a:ext>
              </a:extLst>
            </p:cNvPr>
            <p:cNvSpPr/>
            <p:nvPr/>
          </p:nvSpPr>
          <p:spPr>
            <a:xfrm>
              <a:off x="7669701" y="3706583"/>
              <a:ext cx="138026" cy="112855"/>
            </a:xfrm>
            <a:custGeom>
              <a:avLst/>
              <a:gdLst>
                <a:gd name="connsiteX0" fmla="*/ 1245 w 264996"/>
                <a:gd name="connsiteY0" fmla="*/ 99943 h 216669"/>
                <a:gd name="connsiteX1" fmla="*/ 0 w 264996"/>
                <a:gd name="connsiteY1" fmla="*/ 97723 h 216669"/>
                <a:gd name="connsiteX2" fmla="*/ 976 w 264996"/>
                <a:gd name="connsiteY2" fmla="*/ 95335 h 216669"/>
                <a:gd name="connsiteX3" fmla="*/ 1851 w 264996"/>
                <a:gd name="connsiteY3" fmla="*/ 91802 h 216669"/>
                <a:gd name="connsiteX4" fmla="*/ 2894 w 264996"/>
                <a:gd name="connsiteY4" fmla="*/ 88741 h 216669"/>
                <a:gd name="connsiteX5" fmla="*/ 6394 w 264996"/>
                <a:gd name="connsiteY5" fmla="*/ 87059 h 216669"/>
                <a:gd name="connsiteX6" fmla="*/ 9726 w 264996"/>
                <a:gd name="connsiteY6" fmla="*/ 85074 h 216669"/>
                <a:gd name="connsiteX7" fmla="*/ 13798 w 264996"/>
                <a:gd name="connsiteY7" fmla="*/ 81778 h 216669"/>
                <a:gd name="connsiteX8" fmla="*/ 20159 w 264996"/>
                <a:gd name="connsiteY8" fmla="*/ 79457 h 216669"/>
                <a:gd name="connsiteX9" fmla="*/ 27395 w 264996"/>
                <a:gd name="connsiteY9" fmla="*/ 74377 h 216669"/>
                <a:gd name="connsiteX10" fmla="*/ 36078 w 264996"/>
                <a:gd name="connsiteY10" fmla="*/ 69298 h 216669"/>
                <a:gd name="connsiteX11" fmla="*/ 40722 w 264996"/>
                <a:gd name="connsiteY11" fmla="*/ 63781 h 216669"/>
                <a:gd name="connsiteX12" fmla="*/ 49136 w 264996"/>
                <a:gd name="connsiteY12" fmla="*/ 58701 h 216669"/>
                <a:gd name="connsiteX13" fmla="*/ 57987 w 264996"/>
                <a:gd name="connsiteY13" fmla="*/ 52478 h 216669"/>
                <a:gd name="connsiteX14" fmla="*/ 65088 w 264996"/>
                <a:gd name="connsiteY14" fmla="*/ 46691 h 216669"/>
                <a:gd name="connsiteX15" fmla="*/ 70170 w 264996"/>
                <a:gd name="connsiteY15" fmla="*/ 45682 h 216669"/>
                <a:gd name="connsiteX16" fmla="*/ 70372 w 264996"/>
                <a:gd name="connsiteY16" fmla="*/ 44438 h 216669"/>
                <a:gd name="connsiteX17" fmla="*/ 72425 w 264996"/>
                <a:gd name="connsiteY17" fmla="*/ 42520 h 216669"/>
                <a:gd name="connsiteX18" fmla="*/ 72088 w 264996"/>
                <a:gd name="connsiteY18" fmla="*/ 41275 h 216669"/>
                <a:gd name="connsiteX19" fmla="*/ 70910 w 264996"/>
                <a:gd name="connsiteY19" fmla="*/ 40300 h 216669"/>
                <a:gd name="connsiteX20" fmla="*/ 69261 w 264996"/>
                <a:gd name="connsiteY20" fmla="*/ 40300 h 216669"/>
                <a:gd name="connsiteX21" fmla="*/ 67747 w 264996"/>
                <a:gd name="connsiteY21" fmla="*/ 40603 h 216669"/>
                <a:gd name="connsiteX22" fmla="*/ 65660 w 264996"/>
                <a:gd name="connsiteY22" fmla="*/ 40637 h 216669"/>
                <a:gd name="connsiteX23" fmla="*/ 63607 w 264996"/>
                <a:gd name="connsiteY23" fmla="*/ 40670 h 216669"/>
                <a:gd name="connsiteX24" fmla="*/ 60208 w 264996"/>
                <a:gd name="connsiteY24" fmla="*/ 40468 h 216669"/>
                <a:gd name="connsiteX25" fmla="*/ 58963 w 264996"/>
                <a:gd name="connsiteY25" fmla="*/ 39493 h 216669"/>
                <a:gd name="connsiteX26" fmla="*/ 59131 w 264996"/>
                <a:gd name="connsiteY26" fmla="*/ 39156 h 216669"/>
                <a:gd name="connsiteX27" fmla="*/ 60141 w 264996"/>
                <a:gd name="connsiteY27" fmla="*/ 38349 h 216669"/>
                <a:gd name="connsiteX28" fmla="*/ 61924 w 264996"/>
                <a:gd name="connsiteY28" fmla="*/ 35591 h 216669"/>
                <a:gd name="connsiteX29" fmla="*/ 64448 w 264996"/>
                <a:gd name="connsiteY29" fmla="*/ 32698 h 216669"/>
                <a:gd name="connsiteX30" fmla="*/ 67208 w 264996"/>
                <a:gd name="connsiteY30" fmla="*/ 29872 h 216669"/>
                <a:gd name="connsiteX31" fmla="*/ 69732 w 264996"/>
                <a:gd name="connsiteY31" fmla="*/ 27214 h 216669"/>
                <a:gd name="connsiteX32" fmla="*/ 72997 w 264996"/>
                <a:gd name="connsiteY32" fmla="*/ 24658 h 216669"/>
                <a:gd name="connsiteX33" fmla="*/ 72728 w 264996"/>
                <a:gd name="connsiteY33" fmla="*/ 24658 h 216669"/>
                <a:gd name="connsiteX34" fmla="*/ 75689 w 264996"/>
                <a:gd name="connsiteY34" fmla="*/ 24658 h 216669"/>
                <a:gd name="connsiteX35" fmla="*/ 77641 w 264996"/>
                <a:gd name="connsiteY35" fmla="*/ 24590 h 216669"/>
                <a:gd name="connsiteX36" fmla="*/ 80401 w 264996"/>
                <a:gd name="connsiteY36" fmla="*/ 24456 h 216669"/>
                <a:gd name="connsiteX37" fmla="*/ 83295 w 264996"/>
                <a:gd name="connsiteY37" fmla="*/ 24658 h 216669"/>
                <a:gd name="connsiteX38" fmla="*/ 86627 w 264996"/>
                <a:gd name="connsiteY38" fmla="*/ 24658 h 216669"/>
                <a:gd name="connsiteX39" fmla="*/ 89151 w 264996"/>
                <a:gd name="connsiteY39" fmla="*/ 26912 h 216669"/>
                <a:gd name="connsiteX40" fmla="*/ 90598 w 264996"/>
                <a:gd name="connsiteY40" fmla="*/ 27685 h 216669"/>
                <a:gd name="connsiteX41" fmla="*/ 92920 w 264996"/>
                <a:gd name="connsiteY41" fmla="*/ 28055 h 216669"/>
                <a:gd name="connsiteX42" fmla="*/ 95680 w 264996"/>
                <a:gd name="connsiteY42" fmla="*/ 28291 h 216669"/>
                <a:gd name="connsiteX43" fmla="*/ 99954 w 264996"/>
                <a:gd name="connsiteY43" fmla="*/ 29165 h 216669"/>
                <a:gd name="connsiteX44" fmla="*/ 101267 w 264996"/>
                <a:gd name="connsiteY44" fmla="*/ 29300 h 216669"/>
                <a:gd name="connsiteX45" fmla="*/ 103387 w 264996"/>
                <a:gd name="connsiteY45" fmla="*/ 28930 h 216669"/>
                <a:gd name="connsiteX46" fmla="*/ 103959 w 264996"/>
                <a:gd name="connsiteY46" fmla="*/ 28055 h 216669"/>
                <a:gd name="connsiteX47" fmla="*/ 102949 w 264996"/>
                <a:gd name="connsiteY47" fmla="*/ 26609 h 216669"/>
                <a:gd name="connsiteX48" fmla="*/ 100762 w 264996"/>
                <a:gd name="connsiteY48" fmla="*/ 24792 h 216669"/>
                <a:gd name="connsiteX49" fmla="*/ 101435 w 264996"/>
                <a:gd name="connsiteY49" fmla="*/ 23346 h 216669"/>
                <a:gd name="connsiteX50" fmla="*/ 101704 w 264996"/>
                <a:gd name="connsiteY50" fmla="*/ 21731 h 216669"/>
                <a:gd name="connsiteX51" fmla="*/ 102276 w 264996"/>
                <a:gd name="connsiteY51" fmla="*/ 20587 h 216669"/>
                <a:gd name="connsiteX52" fmla="*/ 103151 w 264996"/>
                <a:gd name="connsiteY52" fmla="*/ 19780 h 216669"/>
                <a:gd name="connsiteX53" fmla="*/ 104228 w 264996"/>
                <a:gd name="connsiteY53" fmla="*/ 17156 h 216669"/>
                <a:gd name="connsiteX54" fmla="*/ 104767 w 264996"/>
                <a:gd name="connsiteY54" fmla="*/ 15339 h 216669"/>
                <a:gd name="connsiteX55" fmla="*/ 107089 w 264996"/>
                <a:gd name="connsiteY55" fmla="*/ 14128 h 216669"/>
                <a:gd name="connsiteX56" fmla="*/ 110791 w 264996"/>
                <a:gd name="connsiteY56" fmla="*/ 14128 h 216669"/>
                <a:gd name="connsiteX57" fmla="*/ 116445 w 264996"/>
                <a:gd name="connsiteY57" fmla="*/ 13556 h 216669"/>
                <a:gd name="connsiteX58" fmla="*/ 122032 w 264996"/>
                <a:gd name="connsiteY58" fmla="*/ 12043 h 216669"/>
                <a:gd name="connsiteX59" fmla="*/ 125229 w 264996"/>
                <a:gd name="connsiteY59" fmla="*/ 10731 h 216669"/>
                <a:gd name="connsiteX60" fmla="*/ 130142 w 264996"/>
                <a:gd name="connsiteY60" fmla="*/ 10731 h 216669"/>
                <a:gd name="connsiteX61" fmla="*/ 133272 w 264996"/>
                <a:gd name="connsiteY61" fmla="*/ 12244 h 216669"/>
                <a:gd name="connsiteX62" fmla="*/ 136469 w 264996"/>
                <a:gd name="connsiteY62" fmla="*/ 14936 h 216669"/>
                <a:gd name="connsiteX63" fmla="*/ 138354 w 264996"/>
                <a:gd name="connsiteY63" fmla="*/ 17190 h 216669"/>
                <a:gd name="connsiteX64" fmla="*/ 141820 w 264996"/>
                <a:gd name="connsiteY64" fmla="*/ 18434 h 216669"/>
                <a:gd name="connsiteX65" fmla="*/ 143840 w 264996"/>
                <a:gd name="connsiteY65" fmla="*/ 18064 h 216669"/>
                <a:gd name="connsiteX66" fmla="*/ 145724 w 264996"/>
                <a:gd name="connsiteY66" fmla="*/ 17761 h 216669"/>
                <a:gd name="connsiteX67" fmla="*/ 146868 w 264996"/>
                <a:gd name="connsiteY67" fmla="*/ 17930 h 216669"/>
                <a:gd name="connsiteX68" fmla="*/ 149628 w 264996"/>
                <a:gd name="connsiteY68" fmla="*/ 19410 h 216669"/>
                <a:gd name="connsiteX69" fmla="*/ 151008 w 264996"/>
                <a:gd name="connsiteY69" fmla="*/ 19410 h 216669"/>
                <a:gd name="connsiteX70" fmla="*/ 155417 w 264996"/>
                <a:gd name="connsiteY70" fmla="*/ 19040 h 216669"/>
                <a:gd name="connsiteX71" fmla="*/ 157234 w 264996"/>
                <a:gd name="connsiteY71" fmla="*/ 17795 h 216669"/>
                <a:gd name="connsiteX72" fmla="*/ 157604 w 264996"/>
                <a:gd name="connsiteY72" fmla="*/ 15608 h 216669"/>
                <a:gd name="connsiteX73" fmla="*/ 157604 w 264996"/>
                <a:gd name="connsiteY73" fmla="*/ 14229 h 216669"/>
                <a:gd name="connsiteX74" fmla="*/ 155787 w 264996"/>
                <a:gd name="connsiteY74" fmla="*/ 12312 h 216669"/>
                <a:gd name="connsiteX75" fmla="*/ 155619 w 264996"/>
                <a:gd name="connsiteY75" fmla="*/ 8713 h 216669"/>
                <a:gd name="connsiteX76" fmla="*/ 157638 w 264996"/>
                <a:gd name="connsiteY76" fmla="*/ 5887 h 216669"/>
                <a:gd name="connsiteX77" fmla="*/ 160532 w 264996"/>
                <a:gd name="connsiteY77" fmla="*/ 3700 h 216669"/>
                <a:gd name="connsiteX78" fmla="*/ 164941 w 264996"/>
                <a:gd name="connsiteY78" fmla="*/ 3700 h 216669"/>
                <a:gd name="connsiteX79" fmla="*/ 170158 w 264996"/>
                <a:gd name="connsiteY79" fmla="*/ 4440 h 216669"/>
                <a:gd name="connsiteX80" fmla="*/ 173859 w 264996"/>
                <a:gd name="connsiteY80" fmla="*/ 4676 h 216669"/>
                <a:gd name="connsiteX81" fmla="*/ 176855 w 264996"/>
                <a:gd name="connsiteY81" fmla="*/ 4777 h 216669"/>
                <a:gd name="connsiteX82" fmla="*/ 184797 w 264996"/>
                <a:gd name="connsiteY82" fmla="*/ 4508 h 216669"/>
                <a:gd name="connsiteX83" fmla="*/ 191461 w 264996"/>
                <a:gd name="connsiteY83" fmla="*/ 2489 h 216669"/>
                <a:gd name="connsiteX84" fmla="*/ 193480 w 264996"/>
                <a:gd name="connsiteY84" fmla="*/ 2489 h 216669"/>
                <a:gd name="connsiteX85" fmla="*/ 196745 w 264996"/>
                <a:gd name="connsiteY85" fmla="*/ 3599 h 216669"/>
                <a:gd name="connsiteX86" fmla="*/ 200379 w 264996"/>
                <a:gd name="connsiteY86" fmla="*/ 6862 h 216669"/>
                <a:gd name="connsiteX87" fmla="*/ 203274 w 264996"/>
                <a:gd name="connsiteY87" fmla="*/ 9251 h 216669"/>
                <a:gd name="connsiteX88" fmla="*/ 206168 w 264996"/>
                <a:gd name="connsiteY88" fmla="*/ 11437 h 216669"/>
                <a:gd name="connsiteX89" fmla="*/ 208692 w 264996"/>
                <a:gd name="connsiteY89" fmla="*/ 11370 h 216669"/>
                <a:gd name="connsiteX90" fmla="*/ 212394 w 264996"/>
                <a:gd name="connsiteY90" fmla="*/ 9991 h 216669"/>
                <a:gd name="connsiteX91" fmla="*/ 213909 w 264996"/>
                <a:gd name="connsiteY91" fmla="*/ 7031 h 216669"/>
                <a:gd name="connsiteX92" fmla="*/ 214716 w 264996"/>
                <a:gd name="connsiteY92" fmla="*/ 5147 h 216669"/>
                <a:gd name="connsiteX93" fmla="*/ 216096 w 264996"/>
                <a:gd name="connsiteY93" fmla="*/ 3532 h 216669"/>
                <a:gd name="connsiteX94" fmla="*/ 217173 w 264996"/>
                <a:gd name="connsiteY94" fmla="*/ 1951 h 216669"/>
                <a:gd name="connsiteX95" fmla="*/ 218553 w 264996"/>
                <a:gd name="connsiteY95" fmla="*/ 1312 h 216669"/>
                <a:gd name="connsiteX96" fmla="*/ 219933 w 264996"/>
                <a:gd name="connsiteY96" fmla="*/ 572 h 216669"/>
                <a:gd name="connsiteX97" fmla="*/ 223264 w 264996"/>
                <a:gd name="connsiteY97" fmla="*/ 0 h 216669"/>
                <a:gd name="connsiteX98" fmla="*/ 225216 w 264996"/>
                <a:gd name="connsiteY98" fmla="*/ 673 h 216669"/>
                <a:gd name="connsiteX99" fmla="*/ 227740 w 264996"/>
                <a:gd name="connsiteY99" fmla="*/ 2254 h 216669"/>
                <a:gd name="connsiteX100" fmla="*/ 231510 w 264996"/>
                <a:gd name="connsiteY100" fmla="*/ 5012 h 216669"/>
                <a:gd name="connsiteX101" fmla="*/ 235346 w 264996"/>
                <a:gd name="connsiteY101" fmla="*/ 7199 h 216669"/>
                <a:gd name="connsiteX102" fmla="*/ 238409 w 264996"/>
                <a:gd name="connsiteY102" fmla="*/ 10966 h 216669"/>
                <a:gd name="connsiteX103" fmla="*/ 250794 w 264996"/>
                <a:gd name="connsiteY103" fmla="*/ 17257 h 216669"/>
                <a:gd name="connsiteX104" fmla="*/ 254429 w 264996"/>
                <a:gd name="connsiteY104" fmla="*/ 19006 h 216669"/>
                <a:gd name="connsiteX105" fmla="*/ 258265 w 264996"/>
                <a:gd name="connsiteY105" fmla="*/ 22976 h 216669"/>
                <a:gd name="connsiteX106" fmla="*/ 260150 w 264996"/>
                <a:gd name="connsiteY106" fmla="*/ 25364 h 216669"/>
                <a:gd name="connsiteX107" fmla="*/ 261462 w 264996"/>
                <a:gd name="connsiteY107" fmla="*/ 28324 h 216669"/>
                <a:gd name="connsiteX108" fmla="*/ 261462 w 264996"/>
                <a:gd name="connsiteY108" fmla="*/ 32462 h 216669"/>
                <a:gd name="connsiteX109" fmla="*/ 260756 w 264996"/>
                <a:gd name="connsiteY109" fmla="*/ 34851 h 216669"/>
                <a:gd name="connsiteX110" fmla="*/ 260890 w 264996"/>
                <a:gd name="connsiteY110" fmla="*/ 36734 h 216669"/>
                <a:gd name="connsiteX111" fmla="*/ 262573 w 264996"/>
                <a:gd name="connsiteY111" fmla="*/ 40569 h 216669"/>
                <a:gd name="connsiteX112" fmla="*/ 264828 w 264996"/>
                <a:gd name="connsiteY112" fmla="*/ 43092 h 216669"/>
                <a:gd name="connsiteX113" fmla="*/ 264996 w 264996"/>
                <a:gd name="connsiteY113" fmla="*/ 45279 h 216669"/>
                <a:gd name="connsiteX114" fmla="*/ 264962 w 264996"/>
                <a:gd name="connsiteY114" fmla="*/ 46927 h 216669"/>
                <a:gd name="connsiteX115" fmla="*/ 264962 w 264996"/>
                <a:gd name="connsiteY115" fmla="*/ 49820 h 216669"/>
                <a:gd name="connsiteX116" fmla="*/ 264458 w 264996"/>
                <a:gd name="connsiteY116" fmla="*/ 52578 h 216669"/>
                <a:gd name="connsiteX117" fmla="*/ 261059 w 264996"/>
                <a:gd name="connsiteY117" fmla="*/ 55976 h 216669"/>
                <a:gd name="connsiteX118" fmla="*/ 256481 w 264996"/>
                <a:gd name="connsiteY118" fmla="*/ 58802 h 216669"/>
                <a:gd name="connsiteX119" fmla="*/ 256347 w 264996"/>
                <a:gd name="connsiteY119" fmla="*/ 62502 h 216669"/>
                <a:gd name="connsiteX120" fmla="*/ 253520 w 264996"/>
                <a:gd name="connsiteY120" fmla="*/ 64218 h 216669"/>
                <a:gd name="connsiteX121" fmla="*/ 251837 w 264996"/>
                <a:gd name="connsiteY121" fmla="*/ 64622 h 216669"/>
                <a:gd name="connsiteX122" fmla="*/ 250154 w 264996"/>
                <a:gd name="connsiteY122" fmla="*/ 64622 h 216669"/>
                <a:gd name="connsiteX123" fmla="*/ 248943 w 264996"/>
                <a:gd name="connsiteY123" fmla="*/ 63545 h 216669"/>
                <a:gd name="connsiteX124" fmla="*/ 248573 w 264996"/>
                <a:gd name="connsiteY124" fmla="*/ 61359 h 216669"/>
                <a:gd name="connsiteX125" fmla="*/ 249078 w 264996"/>
                <a:gd name="connsiteY125" fmla="*/ 60114 h 216669"/>
                <a:gd name="connsiteX126" fmla="*/ 250323 w 264996"/>
                <a:gd name="connsiteY126" fmla="*/ 57793 h 216669"/>
                <a:gd name="connsiteX127" fmla="*/ 250996 w 264996"/>
                <a:gd name="connsiteY127" fmla="*/ 56985 h 216669"/>
                <a:gd name="connsiteX128" fmla="*/ 251299 w 264996"/>
                <a:gd name="connsiteY128" fmla="*/ 54530 h 216669"/>
                <a:gd name="connsiteX129" fmla="*/ 250929 w 264996"/>
                <a:gd name="connsiteY129" fmla="*/ 53722 h 216669"/>
                <a:gd name="connsiteX130" fmla="*/ 247361 w 264996"/>
                <a:gd name="connsiteY130" fmla="*/ 51771 h 216669"/>
                <a:gd name="connsiteX131" fmla="*/ 243827 w 264996"/>
                <a:gd name="connsiteY131" fmla="*/ 53520 h 216669"/>
                <a:gd name="connsiteX132" fmla="*/ 241741 w 264996"/>
                <a:gd name="connsiteY132" fmla="*/ 55909 h 216669"/>
                <a:gd name="connsiteX133" fmla="*/ 239553 w 264996"/>
                <a:gd name="connsiteY133" fmla="*/ 58297 h 216669"/>
                <a:gd name="connsiteX134" fmla="*/ 239991 w 264996"/>
                <a:gd name="connsiteY134" fmla="*/ 60820 h 216669"/>
                <a:gd name="connsiteX135" fmla="*/ 241572 w 264996"/>
                <a:gd name="connsiteY135" fmla="*/ 62401 h 216669"/>
                <a:gd name="connsiteX136" fmla="*/ 243154 w 264996"/>
                <a:gd name="connsiteY136" fmla="*/ 64857 h 216669"/>
                <a:gd name="connsiteX137" fmla="*/ 243659 w 264996"/>
                <a:gd name="connsiteY137" fmla="*/ 66169 h 216669"/>
                <a:gd name="connsiteX138" fmla="*/ 243356 w 264996"/>
                <a:gd name="connsiteY138" fmla="*/ 68423 h 216669"/>
                <a:gd name="connsiteX139" fmla="*/ 241909 w 264996"/>
                <a:gd name="connsiteY139" fmla="*/ 70542 h 216669"/>
                <a:gd name="connsiteX140" fmla="*/ 240294 w 264996"/>
                <a:gd name="connsiteY140" fmla="*/ 71988 h 216669"/>
                <a:gd name="connsiteX141" fmla="*/ 238712 w 264996"/>
                <a:gd name="connsiteY141" fmla="*/ 72998 h 216669"/>
                <a:gd name="connsiteX142" fmla="*/ 235010 w 264996"/>
                <a:gd name="connsiteY142" fmla="*/ 75083 h 216669"/>
                <a:gd name="connsiteX143" fmla="*/ 233327 w 264996"/>
                <a:gd name="connsiteY143" fmla="*/ 77909 h 216669"/>
                <a:gd name="connsiteX144" fmla="*/ 231072 w 264996"/>
                <a:gd name="connsiteY144" fmla="*/ 80668 h 216669"/>
                <a:gd name="connsiteX145" fmla="*/ 228548 w 264996"/>
                <a:gd name="connsiteY145" fmla="*/ 83628 h 216669"/>
                <a:gd name="connsiteX146" fmla="*/ 226967 w 264996"/>
                <a:gd name="connsiteY146" fmla="*/ 88102 h 216669"/>
                <a:gd name="connsiteX147" fmla="*/ 226091 w 264996"/>
                <a:gd name="connsiteY147" fmla="*/ 92442 h 216669"/>
                <a:gd name="connsiteX148" fmla="*/ 224005 w 264996"/>
                <a:gd name="connsiteY148" fmla="*/ 96949 h 216669"/>
                <a:gd name="connsiteX149" fmla="*/ 221245 w 264996"/>
                <a:gd name="connsiteY149" fmla="*/ 102668 h 216669"/>
                <a:gd name="connsiteX150" fmla="*/ 220101 w 264996"/>
                <a:gd name="connsiteY150" fmla="*/ 105427 h 216669"/>
                <a:gd name="connsiteX151" fmla="*/ 217207 w 264996"/>
                <a:gd name="connsiteY151" fmla="*/ 108555 h 216669"/>
                <a:gd name="connsiteX152" fmla="*/ 214178 w 264996"/>
                <a:gd name="connsiteY152" fmla="*/ 109867 h 216669"/>
                <a:gd name="connsiteX153" fmla="*/ 212293 w 264996"/>
                <a:gd name="connsiteY153" fmla="*/ 111751 h 216669"/>
                <a:gd name="connsiteX154" fmla="*/ 211418 w 264996"/>
                <a:gd name="connsiteY154" fmla="*/ 113702 h 216669"/>
                <a:gd name="connsiteX155" fmla="*/ 211048 w 264996"/>
                <a:gd name="connsiteY155" fmla="*/ 118916 h 216669"/>
                <a:gd name="connsiteX156" fmla="*/ 211620 w 264996"/>
                <a:gd name="connsiteY156" fmla="*/ 129210 h 216669"/>
                <a:gd name="connsiteX157" fmla="*/ 210038 w 264996"/>
                <a:gd name="connsiteY157" fmla="*/ 133179 h 216669"/>
                <a:gd name="connsiteX158" fmla="*/ 206269 w 264996"/>
                <a:gd name="connsiteY158" fmla="*/ 137216 h 216669"/>
                <a:gd name="connsiteX159" fmla="*/ 204620 w 264996"/>
                <a:gd name="connsiteY159" fmla="*/ 141387 h 216669"/>
                <a:gd name="connsiteX160" fmla="*/ 204519 w 264996"/>
                <a:gd name="connsiteY160" fmla="*/ 144045 h 216669"/>
                <a:gd name="connsiteX161" fmla="*/ 206437 w 264996"/>
                <a:gd name="connsiteY161" fmla="*/ 146231 h 216669"/>
                <a:gd name="connsiteX162" fmla="*/ 209096 w 264996"/>
                <a:gd name="connsiteY162" fmla="*/ 148283 h 216669"/>
                <a:gd name="connsiteX163" fmla="*/ 210577 w 264996"/>
                <a:gd name="connsiteY163" fmla="*/ 150470 h 216669"/>
                <a:gd name="connsiteX164" fmla="*/ 209163 w 264996"/>
                <a:gd name="connsiteY164" fmla="*/ 155852 h 216669"/>
                <a:gd name="connsiteX165" fmla="*/ 206269 w 264996"/>
                <a:gd name="connsiteY165" fmla="*/ 158073 h 216669"/>
                <a:gd name="connsiteX166" fmla="*/ 202096 w 264996"/>
                <a:gd name="connsiteY166" fmla="*/ 158409 h 216669"/>
                <a:gd name="connsiteX167" fmla="*/ 196442 w 264996"/>
                <a:gd name="connsiteY167" fmla="*/ 159048 h 216669"/>
                <a:gd name="connsiteX168" fmla="*/ 190990 w 264996"/>
                <a:gd name="connsiteY168" fmla="*/ 160562 h 216669"/>
                <a:gd name="connsiteX169" fmla="*/ 184797 w 264996"/>
                <a:gd name="connsiteY169" fmla="*/ 162345 h 216669"/>
                <a:gd name="connsiteX170" fmla="*/ 181095 w 264996"/>
                <a:gd name="connsiteY170" fmla="*/ 164464 h 216669"/>
                <a:gd name="connsiteX171" fmla="*/ 177562 w 264996"/>
                <a:gd name="connsiteY171" fmla="*/ 167996 h 216669"/>
                <a:gd name="connsiteX172" fmla="*/ 172850 w 264996"/>
                <a:gd name="connsiteY172" fmla="*/ 170822 h 216669"/>
                <a:gd name="connsiteX173" fmla="*/ 171874 w 264996"/>
                <a:gd name="connsiteY173" fmla="*/ 172739 h 216669"/>
                <a:gd name="connsiteX174" fmla="*/ 170662 w 264996"/>
                <a:gd name="connsiteY174" fmla="*/ 174758 h 216669"/>
                <a:gd name="connsiteX175" fmla="*/ 167903 w 264996"/>
                <a:gd name="connsiteY175" fmla="*/ 179871 h 216669"/>
                <a:gd name="connsiteX176" fmla="*/ 166287 w 264996"/>
                <a:gd name="connsiteY176" fmla="*/ 183033 h 216669"/>
                <a:gd name="connsiteX177" fmla="*/ 164773 w 264996"/>
                <a:gd name="connsiteY177" fmla="*/ 185051 h 216669"/>
                <a:gd name="connsiteX178" fmla="*/ 163797 w 264996"/>
                <a:gd name="connsiteY178" fmla="*/ 187104 h 216669"/>
                <a:gd name="connsiteX179" fmla="*/ 160734 w 264996"/>
                <a:gd name="connsiteY179" fmla="*/ 190804 h 216669"/>
                <a:gd name="connsiteX180" fmla="*/ 159691 w 264996"/>
                <a:gd name="connsiteY180" fmla="*/ 193091 h 216669"/>
                <a:gd name="connsiteX181" fmla="*/ 158378 w 264996"/>
                <a:gd name="connsiteY181" fmla="*/ 194134 h 216669"/>
                <a:gd name="connsiteX182" fmla="*/ 154912 w 264996"/>
                <a:gd name="connsiteY182" fmla="*/ 195009 h 216669"/>
                <a:gd name="connsiteX183" fmla="*/ 152792 w 264996"/>
                <a:gd name="connsiteY183" fmla="*/ 195009 h 216669"/>
                <a:gd name="connsiteX184" fmla="*/ 150503 w 264996"/>
                <a:gd name="connsiteY184" fmla="*/ 194235 h 216669"/>
                <a:gd name="connsiteX185" fmla="*/ 150167 w 264996"/>
                <a:gd name="connsiteY185" fmla="*/ 193091 h 216669"/>
                <a:gd name="connsiteX186" fmla="*/ 150167 w 264996"/>
                <a:gd name="connsiteY186" fmla="*/ 190636 h 216669"/>
                <a:gd name="connsiteX187" fmla="*/ 151479 w 264996"/>
                <a:gd name="connsiteY187" fmla="*/ 189290 h 216669"/>
                <a:gd name="connsiteX188" fmla="*/ 152455 w 264996"/>
                <a:gd name="connsiteY188" fmla="*/ 187978 h 216669"/>
                <a:gd name="connsiteX189" fmla="*/ 153869 w 264996"/>
                <a:gd name="connsiteY189" fmla="*/ 186464 h 216669"/>
                <a:gd name="connsiteX190" fmla="*/ 154845 w 264996"/>
                <a:gd name="connsiteY190" fmla="*/ 184278 h 216669"/>
                <a:gd name="connsiteX191" fmla="*/ 154138 w 264996"/>
                <a:gd name="connsiteY191" fmla="*/ 182697 h 216669"/>
                <a:gd name="connsiteX192" fmla="*/ 153364 w 264996"/>
                <a:gd name="connsiteY192" fmla="*/ 182327 h 216669"/>
                <a:gd name="connsiteX193" fmla="*/ 152051 w 264996"/>
                <a:gd name="connsiteY193" fmla="*/ 182360 h 216669"/>
                <a:gd name="connsiteX194" fmla="*/ 150638 w 264996"/>
                <a:gd name="connsiteY194" fmla="*/ 183134 h 216669"/>
                <a:gd name="connsiteX195" fmla="*/ 148450 w 264996"/>
                <a:gd name="connsiteY195" fmla="*/ 185691 h 216669"/>
                <a:gd name="connsiteX196" fmla="*/ 146498 w 264996"/>
                <a:gd name="connsiteY196" fmla="*/ 187810 h 216669"/>
                <a:gd name="connsiteX197" fmla="*/ 145354 w 264996"/>
                <a:gd name="connsiteY197" fmla="*/ 189896 h 216669"/>
                <a:gd name="connsiteX198" fmla="*/ 140239 w 264996"/>
                <a:gd name="connsiteY198" fmla="*/ 191073 h 216669"/>
                <a:gd name="connsiteX199" fmla="*/ 136166 w 264996"/>
                <a:gd name="connsiteY199" fmla="*/ 192654 h 216669"/>
                <a:gd name="connsiteX200" fmla="*/ 130613 w 264996"/>
                <a:gd name="connsiteY200" fmla="*/ 192688 h 216669"/>
                <a:gd name="connsiteX201" fmla="*/ 126474 w 264996"/>
                <a:gd name="connsiteY201" fmla="*/ 192755 h 216669"/>
                <a:gd name="connsiteX202" fmla="*/ 123983 w 264996"/>
                <a:gd name="connsiteY202" fmla="*/ 194975 h 216669"/>
                <a:gd name="connsiteX203" fmla="*/ 120450 w 264996"/>
                <a:gd name="connsiteY203" fmla="*/ 198238 h 216669"/>
                <a:gd name="connsiteX204" fmla="*/ 116546 w 264996"/>
                <a:gd name="connsiteY204" fmla="*/ 201400 h 216669"/>
                <a:gd name="connsiteX205" fmla="*/ 116882 w 264996"/>
                <a:gd name="connsiteY205" fmla="*/ 205403 h 216669"/>
                <a:gd name="connsiteX206" fmla="*/ 115974 w 264996"/>
                <a:gd name="connsiteY206" fmla="*/ 207085 h 216669"/>
                <a:gd name="connsiteX207" fmla="*/ 113248 w 264996"/>
                <a:gd name="connsiteY207" fmla="*/ 208397 h 216669"/>
                <a:gd name="connsiteX208" fmla="*/ 110623 w 264996"/>
                <a:gd name="connsiteY208" fmla="*/ 208734 h 216669"/>
                <a:gd name="connsiteX209" fmla="*/ 108570 w 264996"/>
                <a:gd name="connsiteY209" fmla="*/ 209104 h 216669"/>
                <a:gd name="connsiteX210" fmla="*/ 108031 w 264996"/>
                <a:gd name="connsiteY210" fmla="*/ 209978 h 216669"/>
                <a:gd name="connsiteX211" fmla="*/ 107425 w 264996"/>
                <a:gd name="connsiteY211" fmla="*/ 211324 h 216669"/>
                <a:gd name="connsiteX212" fmla="*/ 106651 w 264996"/>
                <a:gd name="connsiteY212" fmla="*/ 212636 h 216669"/>
                <a:gd name="connsiteX213" fmla="*/ 105978 w 264996"/>
                <a:gd name="connsiteY213" fmla="*/ 214419 h 216669"/>
                <a:gd name="connsiteX214" fmla="*/ 105372 w 264996"/>
                <a:gd name="connsiteY214" fmla="*/ 215495 h 216669"/>
                <a:gd name="connsiteX215" fmla="*/ 103723 w 264996"/>
                <a:gd name="connsiteY215" fmla="*/ 216639 h 216669"/>
                <a:gd name="connsiteX216" fmla="*/ 101603 w 264996"/>
                <a:gd name="connsiteY216" fmla="*/ 216639 h 216669"/>
                <a:gd name="connsiteX217" fmla="*/ 99584 w 264996"/>
                <a:gd name="connsiteY217" fmla="*/ 216404 h 216669"/>
                <a:gd name="connsiteX218" fmla="*/ 97396 w 264996"/>
                <a:gd name="connsiteY218" fmla="*/ 215159 h 216669"/>
                <a:gd name="connsiteX219" fmla="*/ 94738 w 264996"/>
                <a:gd name="connsiteY219" fmla="*/ 213847 h 216669"/>
                <a:gd name="connsiteX220" fmla="*/ 93492 w 264996"/>
                <a:gd name="connsiteY220" fmla="*/ 212972 h 216669"/>
                <a:gd name="connsiteX221" fmla="*/ 91372 w 264996"/>
                <a:gd name="connsiteY221" fmla="*/ 210046 h 216669"/>
                <a:gd name="connsiteX222" fmla="*/ 88915 w 264996"/>
                <a:gd name="connsiteY222" fmla="*/ 207926 h 216669"/>
                <a:gd name="connsiteX223" fmla="*/ 85314 w 264996"/>
                <a:gd name="connsiteY223" fmla="*/ 207052 h 216669"/>
                <a:gd name="connsiteX224" fmla="*/ 82218 w 264996"/>
                <a:gd name="connsiteY224" fmla="*/ 205168 h 216669"/>
                <a:gd name="connsiteX225" fmla="*/ 77877 w 264996"/>
                <a:gd name="connsiteY225" fmla="*/ 204966 h 216669"/>
                <a:gd name="connsiteX226" fmla="*/ 74141 w 264996"/>
                <a:gd name="connsiteY226" fmla="*/ 204562 h 216669"/>
                <a:gd name="connsiteX227" fmla="*/ 70271 w 264996"/>
                <a:gd name="connsiteY227" fmla="*/ 204024 h 216669"/>
                <a:gd name="connsiteX228" fmla="*/ 66972 w 264996"/>
                <a:gd name="connsiteY228" fmla="*/ 203520 h 216669"/>
                <a:gd name="connsiteX229" fmla="*/ 60612 w 264996"/>
                <a:gd name="connsiteY229" fmla="*/ 203250 h 216669"/>
                <a:gd name="connsiteX230" fmla="*/ 58323 w 264996"/>
                <a:gd name="connsiteY230" fmla="*/ 202914 h 216669"/>
                <a:gd name="connsiteX231" fmla="*/ 55395 w 264996"/>
                <a:gd name="connsiteY231" fmla="*/ 201501 h 216669"/>
                <a:gd name="connsiteX232" fmla="*/ 54621 w 264996"/>
                <a:gd name="connsiteY232" fmla="*/ 200256 h 216669"/>
                <a:gd name="connsiteX233" fmla="*/ 51626 w 264996"/>
                <a:gd name="connsiteY233" fmla="*/ 197229 h 216669"/>
                <a:gd name="connsiteX234" fmla="*/ 49842 w 264996"/>
                <a:gd name="connsiteY234" fmla="*/ 196892 h 216669"/>
                <a:gd name="connsiteX235" fmla="*/ 43684 w 264996"/>
                <a:gd name="connsiteY235" fmla="*/ 196186 h 216669"/>
                <a:gd name="connsiteX236" fmla="*/ 41933 w 264996"/>
                <a:gd name="connsiteY236" fmla="*/ 195681 h 216669"/>
                <a:gd name="connsiteX237" fmla="*/ 38198 w 264996"/>
                <a:gd name="connsiteY237" fmla="*/ 192654 h 216669"/>
                <a:gd name="connsiteX238" fmla="*/ 33015 w 264996"/>
                <a:gd name="connsiteY238" fmla="*/ 188853 h 216669"/>
                <a:gd name="connsiteX239" fmla="*/ 27900 w 264996"/>
                <a:gd name="connsiteY239" fmla="*/ 186532 h 216669"/>
                <a:gd name="connsiteX240" fmla="*/ 24635 w 264996"/>
                <a:gd name="connsiteY240" fmla="*/ 185556 h 216669"/>
                <a:gd name="connsiteX241" fmla="*/ 18544 w 264996"/>
                <a:gd name="connsiteY241" fmla="*/ 183941 h 216669"/>
                <a:gd name="connsiteX242" fmla="*/ 15010 w 264996"/>
                <a:gd name="connsiteY242" fmla="*/ 182697 h 216669"/>
                <a:gd name="connsiteX243" fmla="*/ 12116 w 264996"/>
                <a:gd name="connsiteY243" fmla="*/ 179871 h 216669"/>
                <a:gd name="connsiteX244" fmla="*/ 10265 w 264996"/>
                <a:gd name="connsiteY244" fmla="*/ 176440 h 216669"/>
                <a:gd name="connsiteX245" fmla="*/ 9221 w 264996"/>
                <a:gd name="connsiteY245" fmla="*/ 172302 h 216669"/>
                <a:gd name="connsiteX246" fmla="*/ 8986 w 264996"/>
                <a:gd name="connsiteY246" fmla="*/ 167861 h 216669"/>
                <a:gd name="connsiteX247" fmla="*/ 8918 w 264996"/>
                <a:gd name="connsiteY247" fmla="*/ 162143 h 216669"/>
                <a:gd name="connsiteX248" fmla="*/ 8279 w 264996"/>
                <a:gd name="connsiteY248" fmla="*/ 158173 h 216669"/>
                <a:gd name="connsiteX249" fmla="*/ 4510 w 264996"/>
                <a:gd name="connsiteY249" fmla="*/ 152858 h 216669"/>
                <a:gd name="connsiteX250" fmla="*/ 3803 w 264996"/>
                <a:gd name="connsiteY250" fmla="*/ 143035 h 216669"/>
                <a:gd name="connsiteX251" fmla="*/ 3433 w 264996"/>
                <a:gd name="connsiteY251" fmla="*/ 134895 h 216669"/>
                <a:gd name="connsiteX252" fmla="*/ 4241 w 264996"/>
                <a:gd name="connsiteY252" fmla="*/ 129681 h 216669"/>
                <a:gd name="connsiteX253" fmla="*/ 4072 w 264996"/>
                <a:gd name="connsiteY253" fmla="*/ 124803 h 216669"/>
                <a:gd name="connsiteX254" fmla="*/ 3130 w 264996"/>
                <a:gd name="connsiteY254" fmla="*/ 121405 h 216669"/>
                <a:gd name="connsiteX255" fmla="*/ 1683 w 264996"/>
                <a:gd name="connsiteY255" fmla="*/ 116359 h 216669"/>
                <a:gd name="connsiteX256" fmla="*/ 1514 w 264996"/>
                <a:gd name="connsiteY256" fmla="*/ 110102 h 216669"/>
                <a:gd name="connsiteX257" fmla="*/ 1413 w 264996"/>
                <a:gd name="connsiteY257" fmla="*/ 105931 h 216669"/>
                <a:gd name="connsiteX258" fmla="*/ 1245 w 264996"/>
                <a:gd name="connsiteY258" fmla="*/ 99943 h 2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264996" h="216669">
                  <a:moveTo>
                    <a:pt x="1245" y="99943"/>
                  </a:moveTo>
                  <a:lnTo>
                    <a:pt x="0" y="97723"/>
                  </a:lnTo>
                  <a:lnTo>
                    <a:pt x="976" y="95335"/>
                  </a:lnTo>
                  <a:lnTo>
                    <a:pt x="1851" y="91802"/>
                  </a:lnTo>
                  <a:lnTo>
                    <a:pt x="2894" y="88741"/>
                  </a:lnTo>
                  <a:cubicBezTo>
                    <a:pt x="2894" y="88741"/>
                    <a:pt x="5822" y="87362"/>
                    <a:pt x="6394" y="87059"/>
                  </a:cubicBezTo>
                  <a:cubicBezTo>
                    <a:pt x="6967" y="86756"/>
                    <a:pt x="9726" y="85074"/>
                    <a:pt x="9726" y="85074"/>
                  </a:cubicBezTo>
                  <a:lnTo>
                    <a:pt x="13798" y="81778"/>
                  </a:lnTo>
                  <a:lnTo>
                    <a:pt x="20159" y="79457"/>
                  </a:lnTo>
                  <a:lnTo>
                    <a:pt x="27395" y="74377"/>
                  </a:lnTo>
                  <a:lnTo>
                    <a:pt x="36078" y="69298"/>
                  </a:lnTo>
                  <a:lnTo>
                    <a:pt x="40722" y="63781"/>
                  </a:lnTo>
                  <a:lnTo>
                    <a:pt x="49136" y="58701"/>
                  </a:lnTo>
                  <a:lnTo>
                    <a:pt x="57987" y="52478"/>
                  </a:lnTo>
                  <a:lnTo>
                    <a:pt x="65088" y="46691"/>
                  </a:lnTo>
                  <a:lnTo>
                    <a:pt x="70170" y="45682"/>
                  </a:lnTo>
                  <a:cubicBezTo>
                    <a:pt x="70170" y="45682"/>
                    <a:pt x="70271" y="44438"/>
                    <a:pt x="70372" y="44438"/>
                  </a:cubicBezTo>
                  <a:cubicBezTo>
                    <a:pt x="70473" y="44438"/>
                    <a:pt x="72425" y="42520"/>
                    <a:pt x="72425" y="42520"/>
                  </a:cubicBezTo>
                  <a:cubicBezTo>
                    <a:pt x="72425" y="42520"/>
                    <a:pt x="72223" y="41275"/>
                    <a:pt x="72088" y="41275"/>
                  </a:cubicBezTo>
                  <a:cubicBezTo>
                    <a:pt x="71954" y="41275"/>
                    <a:pt x="71112" y="40300"/>
                    <a:pt x="70910" y="40300"/>
                  </a:cubicBezTo>
                  <a:cubicBezTo>
                    <a:pt x="70675" y="40300"/>
                    <a:pt x="69261" y="40300"/>
                    <a:pt x="69261" y="40300"/>
                  </a:cubicBezTo>
                  <a:cubicBezTo>
                    <a:pt x="69261" y="40300"/>
                    <a:pt x="67881" y="40603"/>
                    <a:pt x="67747" y="40603"/>
                  </a:cubicBezTo>
                  <a:cubicBezTo>
                    <a:pt x="67612" y="40603"/>
                    <a:pt x="66199" y="40603"/>
                    <a:pt x="65660" y="40637"/>
                  </a:cubicBezTo>
                  <a:cubicBezTo>
                    <a:pt x="65155" y="40670"/>
                    <a:pt x="63809" y="40603"/>
                    <a:pt x="63607" y="40670"/>
                  </a:cubicBezTo>
                  <a:cubicBezTo>
                    <a:pt x="63405" y="40738"/>
                    <a:pt x="60208" y="40468"/>
                    <a:pt x="60208" y="40468"/>
                  </a:cubicBezTo>
                  <a:lnTo>
                    <a:pt x="58963" y="39493"/>
                  </a:lnTo>
                  <a:cubicBezTo>
                    <a:pt x="58963" y="39493"/>
                    <a:pt x="58896" y="39257"/>
                    <a:pt x="59131" y="39156"/>
                  </a:cubicBezTo>
                  <a:cubicBezTo>
                    <a:pt x="59400" y="39056"/>
                    <a:pt x="60073" y="38484"/>
                    <a:pt x="60141" y="38349"/>
                  </a:cubicBezTo>
                  <a:cubicBezTo>
                    <a:pt x="60208" y="38248"/>
                    <a:pt x="61924" y="35591"/>
                    <a:pt x="61924" y="35591"/>
                  </a:cubicBezTo>
                  <a:lnTo>
                    <a:pt x="64448" y="32698"/>
                  </a:lnTo>
                  <a:lnTo>
                    <a:pt x="67208" y="29872"/>
                  </a:lnTo>
                  <a:cubicBezTo>
                    <a:pt x="67208" y="29872"/>
                    <a:pt x="69530" y="27315"/>
                    <a:pt x="69732" y="27214"/>
                  </a:cubicBezTo>
                  <a:cubicBezTo>
                    <a:pt x="69934" y="27147"/>
                    <a:pt x="72997" y="24658"/>
                    <a:pt x="72997" y="24658"/>
                  </a:cubicBezTo>
                  <a:lnTo>
                    <a:pt x="72728" y="24658"/>
                  </a:lnTo>
                  <a:cubicBezTo>
                    <a:pt x="72728" y="24658"/>
                    <a:pt x="74747" y="24523"/>
                    <a:pt x="75689" y="24658"/>
                  </a:cubicBezTo>
                  <a:cubicBezTo>
                    <a:pt x="76631" y="24792"/>
                    <a:pt x="77372" y="24389"/>
                    <a:pt x="77641" y="24590"/>
                  </a:cubicBezTo>
                  <a:cubicBezTo>
                    <a:pt x="77944" y="24826"/>
                    <a:pt x="79963" y="24187"/>
                    <a:pt x="80401" y="24456"/>
                  </a:cubicBezTo>
                  <a:cubicBezTo>
                    <a:pt x="80838" y="24725"/>
                    <a:pt x="82723" y="24658"/>
                    <a:pt x="83295" y="24658"/>
                  </a:cubicBezTo>
                  <a:cubicBezTo>
                    <a:pt x="83867" y="24658"/>
                    <a:pt x="86627" y="24658"/>
                    <a:pt x="86627" y="24658"/>
                  </a:cubicBezTo>
                  <a:lnTo>
                    <a:pt x="89151" y="26912"/>
                  </a:lnTo>
                  <a:cubicBezTo>
                    <a:pt x="89151" y="26912"/>
                    <a:pt x="89454" y="27349"/>
                    <a:pt x="90598" y="27685"/>
                  </a:cubicBezTo>
                  <a:cubicBezTo>
                    <a:pt x="91742" y="28055"/>
                    <a:pt x="92415" y="28055"/>
                    <a:pt x="92920" y="28055"/>
                  </a:cubicBezTo>
                  <a:cubicBezTo>
                    <a:pt x="93425" y="28055"/>
                    <a:pt x="92853" y="27988"/>
                    <a:pt x="95680" y="28291"/>
                  </a:cubicBezTo>
                  <a:cubicBezTo>
                    <a:pt x="98507" y="28594"/>
                    <a:pt x="99719" y="29098"/>
                    <a:pt x="99954" y="29165"/>
                  </a:cubicBezTo>
                  <a:cubicBezTo>
                    <a:pt x="100190" y="29233"/>
                    <a:pt x="100257" y="29300"/>
                    <a:pt x="101267" y="29300"/>
                  </a:cubicBezTo>
                  <a:cubicBezTo>
                    <a:pt x="102276" y="29300"/>
                    <a:pt x="103017" y="29300"/>
                    <a:pt x="103387" y="28930"/>
                  </a:cubicBezTo>
                  <a:cubicBezTo>
                    <a:pt x="103757" y="28560"/>
                    <a:pt x="104666" y="28863"/>
                    <a:pt x="103959" y="28055"/>
                  </a:cubicBezTo>
                  <a:cubicBezTo>
                    <a:pt x="103252" y="27248"/>
                    <a:pt x="103286" y="26844"/>
                    <a:pt x="102949" y="26609"/>
                  </a:cubicBezTo>
                  <a:cubicBezTo>
                    <a:pt x="102579" y="26373"/>
                    <a:pt x="100762" y="24792"/>
                    <a:pt x="100762" y="24792"/>
                  </a:cubicBezTo>
                  <a:lnTo>
                    <a:pt x="101435" y="23346"/>
                  </a:lnTo>
                  <a:cubicBezTo>
                    <a:pt x="101435" y="23346"/>
                    <a:pt x="101637" y="21966"/>
                    <a:pt x="101704" y="21731"/>
                  </a:cubicBezTo>
                  <a:cubicBezTo>
                    <a:pt x="101771" y="21529"/>
                    <a:pt x="102276" y="20587"/>
                    <a:pt x="102276" y="20587"/>
                  </a:cubicBezTo>
                  <a:lnTo>
                    <a:pt x="103151" y="19780"/>
                  </a:lnTo>
                  <a:lnTo>
                    <a:pt x="104228" y="17156"/>
                  </a:lnTo>
                  <a:lnTo>
                    <a:pt x="104767" y="15339"/>
                  </a:lnTo>
                  <a:lnTo>
                    <a:pt x="107089" y="14128"/>
                  </a:lnTo>
                  <a:cubicBezTo>
                    <a:pt x="107089" y="14128"/>
                    <a:pt x="110555" y="14566"/>
                    <a:pt x="110791" y="14128"/>
                  </a:cubicBezTo>
                  <a:cubicBezTo>
                    <a:pt x="110993" y="13691"/>
                    <a:pt x="115873" y="13556"/>
                    <a:pt x="116445" y="13556"/>
                  </a:cubicBezTo>
                  <a:cubicBezTo>
                    <a:pt x="117017" y="13556"/>
                    <a:pt x="122032" y="12043"/>
                    <a:pt x="122032" y="12043"/>
                  </a:cubicBezTo>
                  <a:lnTo>
                    <a:pt x="125229" y="10731"/>
                  </a:lnTo>
                  <a:lnTo>
                    <a:pt x="130142" y="10731"/>
                  </a:lnTo>
                  <a:lnTo>
                    <a:pt x="133272" y="12244"/>
                  </a:lnTo>
                  <a:lnTo>
                    <a:pt x="136469" y="14936"/>
                  </a:lnTo>
                  <a:cubicBezTo>
                    <a:pt x="136469" y="14936"/>
                    <a:pt x="137479" y="16887"/>
                    <a:pt x="138354" y="17190"/>
                  </a:cubicBezTo>
                  <a:cubicBezTo>
                    <a:pt x="139229" y="17492"/>
                    <a:pt x="141551" y="18434"/>
                    <a:pt x="141820" y="18434"/>
                  </a:cubicBezTo>
                  <a:cubicBezTo>
                    <a:pt x="142123" y="18434"/>
                    <a:pt x="143133" y="18232"/>
                    <a:pt x="143840" y="18064"/>
                  </a:cubicBezTo>
                  <a:cubicBezTo>
                    <a:pt x="144580" y="17930"/>
                    <a:pt x="145724" y="17761"/>
                    <a:pt x="145724" y="17761"/>
                  </a:cubicBezTo>
                  <a:cubicBezTo>
                    <a:pt x="145724" y="17761"/>
                    <a:pt x="145859" y="17290"/>
                    <a:pt x="146868" y="17930"/>
                  </a:cubicBezTo>
                  <a:cubicBezTo>
                    <a:pt x="147878" y="18569"/>
                    <a:pt x="149325" y="19410"/>
                    <a:pt x="149628" y="19410"/>
                  </a:cubicBezTo>
                  <a:cubicBezTo>
                    <a:pt x="149931" y="19410"/>
                    <a:pt x="151008" y="19410"/>
                    <a:pt x="151008" y="19410"/>
                  </a:cubicBezTo>
                  <a:lnTo>
                    <a:pt x="155417" y="19040"/>
                  </a:lnTo>
                  <a:lnTo>
                    <a:pt x="157234" y="17795"/>
                  </a:lnTo>
                  <a:cubicBezTo>
                    <a:pt x="157234" y="17795"/>
                    <a:pt x="157537" y="15979"/>
                    <a:pt x="157604" y="15608"/>
                  </a:cubicBezTo>
                  <a:cubicBezTo>
                    <a:pt x="157672" y="15238"/>
                    <a:pt x="157604" y="14229"/>
                    <a:pt x="157604" y="14229"/>
                  </a:cubicBezTo>
                  <a:lnTo>
                    <a:pt x="155787" y="12312"/>
                  </a:lnTo>
                  <a:cubicBezTo>
                    <a:pt x="155787" y="12312"/>
                    <a:pt x="155551" y="8948"/>
                    <a:pt x="155619" y="8713"/>
                  </a:cubicBezTo>
                  <a:cubicBezTo>
                    <a:pt x="155686" y="8477"/>
                    <a:pt x="156527" y="6694"/>
                    <a:pt x="157638" y="5887"/>
                  </a:cubicBezTo>
                  <a:cubicBezTo>
                    <a:pt x="158715" y="5079"/>
                    <a:pt x="159052" y="3700"/>
                    <a:pt x="160532" y="3700"/>
                  </a:cubicBezTo>
                  <a:cubicBezTo>
                    <a:pt x="162013" y="3700"/>
                    <a:pt x="164941" y="3700"/>
                    <a:pt x="164941" y="3700"/>
                  </a:cubicBezTo>
                  <a:cubicBezTo>
                    <a:pt x="164941" y="3700"/>
                    <a:pt x="169081" y="4407"/>
                    <a:pt x="170158" y="4440"/>
                  </a:cubicBezTo>
                  <a:cubicBezTo>
                    <a:pt x="171235" y="4508"/>
                    <a:pt x="173085" y="4541"/>
                    <a:pt x="173859" y="4676"/>
                  </a:cubicBezTo>
                  <a:cubicBezTo>
                    <a:pt x="174633" y="4777"/>
                    <a:pt x="176417" y="4676"/>
                    <a:pt x="176855" y="4777"/>
                  </a:cubicBezTo>
                  <a:cubicBezTo>
                    <a:pt x="177292" y="4878"/>
                    <a:pt x="184797" y="4508"/>
                    <a:pt x="184797" y="4508"/>
                  </a:cubicBezTo>
                  <a:cubicBezTo>
                    <a:pt x="184797" y="4508"/>
                    <a:pt x="191158" y="2489"/>
                    <a:pt x="191461" y="2489"/>
                  </a:cubicBezTo>
                  <a:cubicBezTo>
                    <a:pt x="191764" y="2489"/>
                    <a:pt x="193211" y="2624"/>
                    <a:pt x="193480" y="2489"/>
                  </a:cubicBezTo>
                  <a:cubicBezTo>
                    <a:pt x="193783" y="2355"/>
                    <a:pt x="196509" y="3364"/>
                    <a:pt x="196745" y="3599"/>
                  </a:cubicBezTo>
                  <a:cubicBezTo>
                    <a:pt x="196946" y="3801"/>
                    <a:pt x="199841" y="6627"/>
                    <a:pt x="200379" y="6862"/>
                  </a:cubicBezTo>
                  <a:cubicBezTo>
                    <a:pt x="200884" y="7098"/>
                    <a:pt x="203072" y="8612"/>
                    <a:pt x="203274" y="9251"/>
                  </a:cubicBezTo>
                  <a:cubicBezTo>
                    <a:pt x="203475" y="9924"/>
                    <a:pt x="205293" y="11437"/>
                    <a:pt x="206168" y="11437"/>
                  </a:cubicBezTo>
                  <a:cubicBezTo>
                    <a:pt x="207043" y="11437"/>
                    <a:pt x="208187" y="11572"/>
                    <a:pt x="208692" y="11370"/>
                  </a:cubicBezTo>
                  <a:cubicBezTo>
                    <a:pt x="209197" y="11168"/>
                    <a:pt x="212024" y="11168"/>
                    <a:pt x="212394" y="9991"/>
                  </a:cubicBezTo>
                  <a:cubicBezTo>
                    <a:pt x="212764" y="8847"/>
                    <a:pt x="213909" y="7300"/>
                    <a:pt x="213909" y="7031"/>
                  </a:cubicBezTo>
                  <a:cubicBezTo>
                    <a:pt x="213909" y="6761"/>
                    <a:pt x="214279" y="5517"/>
                    <a:pt x="214716" y="5147"/>
                  </a:cubicBezTo>
                  <a:cubicBezTo>
                    <a:pt x="215154" y="4777"/>
                    <a:pt x="215961" y="3768"/>
                    <a:pt x="216096" y="3532"/>
                  </a:cubicBezTo>
                  <a:cubicBezTo>
                    <a:pt x="216231" y="3330"/>
                    <a:pt x="216971" y="2220"/>
                    <a:pt x="217173" y="1951"/>
                  </a:cubicBezTo>
                  <a:cubicBezTo>
                    <a:pt x="217409" y="1648"/>
                    <a:pt x="218317" y="1312"/>
                    <a:pt x="218553" y="1312"/>
                  </a:cubicBezTo>
                  <a:cubicBezTo>
                    <a:pt x="218755" y="1312"/>
                    <a:pt x="219933" y="572"/>
                    <a:pt x="219933" y="572"/>
                  </a:cubicBezTo>
                  <a:lnTo>
                    <a:pt x="223264" y="0"/>
                  </a:lnTo>
                  <a:lnTo>
                    <a:pt x="225216" y="673"/>
                  </a:lnTo>
                  <a:cubicBezTo>
                    <a:pt x="225216" y="673"/>
                    <a:pt x="227539" y="2119"/>
                    <a:pt x="227740" y="2254"/>
                  </a:cubicBezTo>
                  <a:cubicBezTo>
                    <a:pt x="227942" y="2388"/>
                    <a:pt x="231510" y="5012"/>
                    <a:pt x="231510" y="5012"/>
                  </a:cubicBezTo>
                  <a:lnTo>
                    <a:pt x="235346" y="7199"/>
                  </a:lnTo>
                  <a:lnTo>
                    <a:pt x="238409" y="10966"/>
                  </a:lnTo>
                  <a:lnTo>
                    <a:pt x="250794" y="17257"/>
                  </a:lnTo>
                  <a:lnTo>
                    <a:pt x="254429" y="19006"/>
                  </a:lnTo>
                  <a:cubicBezTo>
                    <a:pt x="254429" y="19006"/>
                    <a:pt x="258131" y="22774"/>
                    <a:pt x="258265" y="22976"/>
                  </a:cubicBezTo>
                  <a:cubicBezTo>
                    <a:pt x="258400" y="23177"/>
                    <a:pt x="260150" y="25364"/>
                    <a:pt x="260150" y="25364"/>
                  </a:cubicBezTo>
                  <a:lnTo>
                    <a:pt x="261462" y="28324"/>
                  </a:lnTo>
                  <a:lnTo>
                    <a:pt x="261462" y="32462"/>
                  </a:lnTo>
                  <a:lnTo>
                    <a:pt x="260756" y="34851"/>
                  </a:lnTo>
                  <a:lnTo>
                    <a:pt x="260890" y="36734"/>
                  </a:lnTo>
                  <a:lnTo>
                    <a:pt x="262573" y="40569"/>
                  </a:lnTo>
                  <a:lnTo>
                    <a:pt x="264828" y="43092"/>
                  </a:lnTo>
                  <a:lnTo>
                    <a:pt x="264996" y="45279"/>
                  </a:lnTo>
                  <a:cubicBezTo>
                    <a:pt x="264996" y="45279"/>
                    <a:pt x="264962" y="46422"/>
                    <a:pt x="264962" y="46927"/>
                  </a:cubicBezTo>
                  <a:cubicBezTo>
                    <a:pt x="264962" y="47432"/>
                    <a:pt x="264962" y="49820"/>
                    <a:pt x="264962" y="49820"/>
                  </a:cubicBezTo>
                  <a:lnTo>
                    <a:pt x="264458" y="52578"/>
                  </a:lnTo>
                  <a:lnTo>
                    <a:pt x="261059" y="55976"/>
                  </a:lnTo>
                  <a:lnTo>
                    <a:pt x="256481" y="58802"/>
                  </a:lnTo>
                  <a:lnTo>
                    <a:pt x="256347" y="62502"/>
                  </a:lnTo>
                  <a:lnTo>
                    <a:pt x="253520" y="64218"/>
                  </a:lnTo>
                  <a:cubicBezTo>
                    <a:pt x="253520" y="64218"/>
                    <a:pt x="252578" y="64622"/>
                    <a:pt x="251837" y="64622"/>
                  </a:cubicBezTo>
                  <a:cubicBezTo>
                    <a:pt x="251130" y="64622"/>
                    <a:pt x="250154" y="64622"/>
                    <a:pt x="250154" y="64622"/>
                  </a:cubicBezTo>
                  <a:cubicBezTo>
                    <a:pt x="250154" y="64622"/>
                    <a:pt x="249145" y="63747"/>
                    <a:pt x="248943" y="63545"/>
                  </a:cubicBezTo>
                  <a:cubicBezTo>
                    <a:pt x="248707" y="63343"/>
                    <a:pt x="248573" y="61661"/>
                    <a:pt x="248573" y="61359"/>
                  </a:cubicBezTo>
                  <a:cubicBezTo>
                    <a:pt x="248573" y="61056"/>
                    <a:pt x="248943" y="60417"/>
                    <a:pt x="249078" y="60114"/>
                  </a:cubicBezTo>
                  <a:cubicBezTo>
                    <a:pt x="249212" y="59811"/>
                    <a:pt x="250323" y="57793"/>
                    <a:pt x="250323" y="57793"/>
                  </a:cubicBezTo>
                  <a:cubicBezTo>
                    <a:pt x="250323" y="57793"/>
                    <a:pt x="250827" y="57490"/>
                    <a:pt x="250996" y="56985"/>
                  </a:cubicBezTo>
                  <a:cubicBezTo>
                    <a:pt x="251130" y="56481"/>
                    <a:pt x="251299" y="54530"/>
                    <a:pt x="251299" y="54530"/>
                  </a:cubicBezTo>
                  <a:cubicBezTo>
                    <a:pt x="251299" y="54530"/>
                    <a:pt x="251433" y="54160"/>
                    <a:pt x="250929" y="53722"/>
                  </a:cubicBezTo>
                  <a:cubicBezTo>
                    <a:pt x="250424" y="53285"/>
                    <a:pt x="247731" y="51771"/>
                    <a:pt x="247361" y="51771"/>
                  </a:cubicBezTo>
                  <a:cubicBezTo>
                    <a:pt x="246991" y="51771"/>
                    <a:pt x="244265" y="52780"/>
                    <a:pt x="243827" y="53520"/>
                  </a:cubicBezTo>
                  <a:cubicBezTo>
                    <a:pt x="243390" y="54260"/>
                    <a:pt x="241741" y="55909"/>
                    <a:pt x="241741" y="55909"/>
                  </a:cubicBezTo>
                  <a:lnTo>
                    <a:pt x="239553" y="58297"/>
                  </a:lnTo>
                  <a:cubicBezTo>
                    <a:pt x="239553" y="58297"/>
                    <a:pt x="239621" y="60753"/>
                    <a:pt x="239991" y="60820"/>
                  </a:cubicBezTo>
                  <a:cubicBezTo>
                    <a:pt x="240361" y="60888"/>
                    <a:pt x="241000" y="61392"/>
                    <a:pt x="241572" y="62401"/>
                  </a:cubicBezTo>
                  <a:cubicBezTo>
                    <a:pt x="242145" y="63411"/>
                    <a:pt x="243020" y="64655"/>
                    <a:pt x="243154" y="64857"/>
                  </a:cubicBezTo>
                  <a:cubicBezTo>
                    <a:pt x="243289" y="65093"/>
                    <a:pt x="243659" y="65664"/>
                    <a:pt x="243659" y="66169"/>
                  </a:cubicBezTo>
                  <a:cubicBezTo>
                    <a:pt x="243659" y="66674"/>
                    <a:pt x="243457" y="68120"/>
                    <a:pt x="243356" y="68423"/>
                  </a:cubicBezTo>
                  <a:cubicBezTo>
                    <a:pt x="243289" y="68726"/>
                    <a:pt x="242111" y="70307"/>
                    <a:pt x="241909" y="70542"/>
                  </a:cubicBezTo>
                  <a:cubicBezTo>
                    <a:pt x="241674" y="70744"/>
                    <a:pt x="240294" y="71988"/>
                    <a:pt x="240294" y="71988"/>
                  </a:cubicBezTo>
                  <a:cubicBezTo>
                    <a:pt x="240294" y="71988"/>
                    <a:pt x="239351" y="72863"/>
                    <a:pt x="238712" y="72998"/>
                  </a:cubicBezTo>
                  <a:cubicBezTo>
                    <a:pt x="238072" y="73133"/>
                    <a:pt x="235010" y="75083"/>
                    <a:pt x="235010" y="75083"/>
                  </a:cubicBezTo>
                  <a:cubicBezTo>
                    <a:pt x="235010" y="75083"/>
                    <a:pt x="233428" y="77707"/>
                    <a:pt x="233327" y="77909"/>
                  </a:cubicBezTo>
                  <a:cubicBezTo>
                    <a:pt x="233260" y="78111"/>
                    <a:pt x="231308" y="80096"/>
                    <a:pt x="231072" y="80668"/>
                  </a:cubicBezTo>
                  <a:cubicBezTo>
                    <a:pt x="230870" y="81239"/>
                    <a:pt x="228750" y="82989"/>
                    <a:pt x="228548" y="83628"/>
                  </a:cubicBezTo>
                  <a:cubicBezTo>
                    <a:pt x="228313" y="84267"/>
                    <a:pt x="226967" y="88102"/>
                    <a:pt x="226967" y="88102"/>
                  </a:cubicBezTo>
                  <a:cubicBezTo>
                    <a:pt x="226967" y="88102"/>
                    <a:pt x="226462" y="91870"/>
                    <a:pt x="226091" y="92442"/>
                  </a:cubicBezTo>
                  <a:cubicBezTo>
                    <a:pt x="225721" y="93047"/>
                    <a:pt x="224005" y="96949"/>
                    <a:pt x="224005" y="96949"/>
                  </a:cubicBezTo>
                  <a:lnTo>
                    <a:pt x="221245" y="102668"/>
                  </a:lnTo>
                  <a:cubicBezTo>
                    <a:pt x="221245" y="102668"/>
                    <a:pt x="220236" y="105191"/>
                    <a:pt x="220101" y="105427"/>
                  </a:cubicBezTo>
                  <a:cubicBezTo>
                    <a:pt x="219966" y="105662"/>
                    <a:pt x="217207" y="108555"/>
                    <a:pt x="217207" y="108555"/>
                  </a:cubicBezTo>
                  <a:cubicBezTo>
                    <a:pt x="217207" y="108555"/>
                    <a:pt x="214312" y="109497"/>
                    <a:pt x="214178" y="109867"/>
                  </a:cubicBezTo>
                  <a:cubicBezTo>
                    <a:pt x="214043" y="110237"/>
                    <a:pt x="212293" y="111751"/>
                    <a:pt x="212293" y="111751"/>
                  </a:cubicBezTo>
                  <a:cubicBezTo>
                    <a:pt x="212293" y="111751"/>
                    <a:pt x="211418" y="113332"/>
                    <a:pt x="211418" y="113702"/>
                  </a:cubicBezTo>
                  <a:cubicBezTo>
                    <a:pt x="211418" y="114072"/>
                    <a:pt x="210846" y="118344"/>
                    <a:pt x="211048" y="118916"/>
                  </a:cubicBezTo>
                  <a:cubicBezTo>
                    <a:pt x="211283" y="119488"/>
                    <a:pt x="211620" y="129210"/>
                    <a:pt x="211620" y="129210"/>
                  </a:cubicBezTo>
                  <a:lnTo>
                    <a:pt x="210038" y="133179"/>
                  </a:lnTo>
                  <a:lnTo>
                    <a:pt x="206269" y="137216"/>
                  </a:lnTo>
                  <a:lnTo>
                    <a:pt x="204620" y="141387"/>
                  </a:lnTo>
                  <a:lnTo>
                    <a:pt x="204519" y="144045"/>
                  </a:lnTo>
                  <a:cubicBezTo>
                    <a:pt x="204519" y="144045"/>
                    <a:pt x="206168" y="146063"/>
                    <a:pt x="206437" y="146231"/>
                  </a:cubicBezTo>
                  <a:cubicBezTo>
                    <a:pt x="206706" y="146399"/>
                    <a:pt x="208759" y="147947"/>
                    <a:pt x="209096" y="148283"/>
                  </a:cubicBezTo>
                  <a:cubicBezTo>
                    <a:pt x="209432" y="148620"/>
                    <a:pt x="210577" y="149864"/>
                    <a:pt x="210577" y="150470"/>
                  </a:cubicBezTo>
                  <a:cubicBezTo>
                    <a:pt x="210577" y="151075"/>
                    <a:pt x="209163" y="155852"/>
                    <a:pt x="209163" y="155852"/>
                  </a:cubicBezTo>
                  <a:lnTo>
                    <a:pt x="206269" y="158073"/>
                  </a:lnTo>
                  <a:lnTo>
                    <a:pt x="202096" y="158409"/>
                  </a:lnTo>
                  <a:cubicBezTo>
                    <a:pt x="202096" y="158409"/>
                    <a:pt x="196644" y="159014"/>
                    <a:pt x="196442" y="159048"/>
                  </a:cubicBezTo>
                  <a:cubicBezTo>
                    <a:pt x="196206" y="159115"/>
                    <a:pt x="190990" y="160562"/>
                    <a:pt x="190990" y="160562"/>
                  </a:cubicBezTo>
                  <a:cubicBezTo>
                    <a:pt x="190990" y="160562"/>
                    <a:pt x="184999" y="162311"/>
                    <a:pt x="184797" y="162345"/>
                  </a:cubicBezTo>
                  <a:cubicBezTo>
                    <a:pt x="184595" y="162412"/>
                    <a:pt x="181162" y="164296"/>
                    <a:pt x="181095" y="164464"/>
                  </a:cubicBezTo>
                  <a:cubicBezTo>
                    <a:pt x="181028" y="164632"/>
                    <a:pt x="177562" y="167996"/>
                    <a:pt x="177562" y="167996"/>
                  </a:cubicBezTo>
                  <a:lnTo>
                    <a:pt x="172850" y="170822"/>
                  </a:lnTo>
                  <a:lnTo>
                    <a:pt x="171874" y="172739"/>
                  </a:lnTo>
                  <a:cubicBezTo>
                    <a:pt x="171874" y="172739"/>
                    <a:pt x="170797" y="174522"/>
                    <a:pt x="170662" y="174758"/>
                  </a:cubicBezTo>
                  <a:cubicBezTo>
                    <a:pt x="170561" y="174959"/>
                    <a:pt x="167903" y="179703"/>
                    <a:pt x="167903" y="179871"/>
                  </a:cubicBezTo>
                  <a:cubicBezTo>
                    <a:pt x="167903" y="180039"/>
                    <a:pt x="166489" y="182798"/>
                    <a:pt x="166287" y="183033"/>
                  </a:cubicBezTo>
                  <a:cubicBezTo>
                    <a:pt x="166052" y="183235"/>
                    <a:pt x="164773" y="185051"/>
                    <a:pt x="164773" y="185051"/>
                  </a:cubicBezTo>
                  <a:cubicBezTo>
                    <a:pt x="164773" y="185051"/>
                    <a:pt x="164335" y="186296"/>
                    <a:pt x="163797" y="187104"/>
                  </a:cubicBezTo>
                  <a:cubicBezTo>
                    <a:pt x="163258" y="187911"/>
                    <a:pt x="160734" y="190804"/>
                    <a:pt x="160734" y="190804"/>
                  </a:cubicBezTo>
                  <a:lnTo>
                    <a:pt x="159691" y="193091"/>
                  </a:lnTo>
                  <a:lnTo>
                    <a:pt x="158378" y="194134"/>
                  </a:lnTo>
                  <a:lnTo>
                    <a:pt x="154912" y="195009"/>
                  </a:lnTo>
                  <a:lnTo>
                    <a:pt x="152792" y="195009"/>
                  </a:lnTo>
                  <a:lnTo>
                    <a:pt x="150503" y="194235"/>
                  </a:lnTo>
                  <a:lnTo>
                    <a:pt x="150167" y="193091"/>
                  </a:lnTo>
                  <a:lnTo>
                    <a:pt x="150167" y="190636"/>
                  </a:lnTo>
                  <a:cubicBezTo>
                    <a:pt x="150167" y="190636"/>
                    <a:pt x="151345" y="189492"/>
                    <a:pt x="151479" y="189290"/>
                  </a:cubicBezTo>
                  <a:cubicBezTo>
                    <a:pt x="151580" y="189088"/>
                    <a:pt x="152119" y="188315"/>
                    <a:pt x="152455" y="187978"/>
                  </a:cubicBezTo>
                  <a:cubicBezTo>
                    <a:pt x="152792" y="187642"/>
                    <a:pt x="153869" y="186464"/>
                    <a:pt x="153869" y="186464"/>
                  </a:cubicBezTo>
                  <a:lnTo>
                    <a:pt x="154845" y="184278"/>
                  </a:lnTo>
                  <a:lnTo>
                    <a:pt x="154138" y="182697"/>
                  </a:lnTo>
                  <a:lnTo>
                    <a:pt x="153364" y="182327"/>
                  </a:lnTo>
                  <a:lnTo>
                    <a:pt x="152051" y="182360"/>
                  </a:lnTo>
                  <a:lnTo>
                    <a:pt x="150638" y="183134"/>
                  </a:lnTo>
                  <a:lnTo>
                    <a:pt x="148450" y="185691"/>
                  </a:lnTo>
                  <a:lnTo>
                    <a:pt x="146498" y="187810"/>
                  </a:lnTo>
                  <a:lnTo>
                    <a:pt x="145354" y="189896"/>
                  </a:lnTo>
                  <a:lnTo>
                    <a:pt x="140239" y="191073"/>
                  </a:lnTo>
                  <a:cubicBezTo>
                    <a:pt x="140239" y="191073"/>
                    <a:pt x="137142" y="192587"/>
                    <a:pt x="136166" y="192654"/>
                  </a:cubicBezTo>
                  <a:cubicBezTo>
                    <a:pt x="135190" y="192688"/>
                    <a:pt x="130613" y="192688"/>
                    <a:pt x="130613" y="192688"/>
                  </a:cubicBezTo>
                  <a:lnTo>
                    <a:pt x="126474" y="192755"/>
                  </a:lnTo>
                  <a:cubicBezTo>
                    <a:pt x="126474" y="192755"/>
                    <a:pt x="124455" y="194168"/>
                    <a:pt x="123983" y="194975"/>
                  </a:cubicBezTo>
                  <a:cubicBezTo>
                    <a:pt x="123479" y="195783"/>
                    <a:pt x="120988" y="197733"/>
                    <a:pt x="120450" y="198238"/>
                  </a:cubicBezTo>
                  <a:cubicBezTo>
                    <a:pt x="119911" y="198709"/>
                    <a:pt x="116546" y="201400"/>
                    <a:pt x="116546" y="201400"/>
                  </a:cubicBezTo>
                  <a:lnTo>
                    <a:pt x="116882" y="205403"/>
                  </a:lnTo>
                  <a:cubicBezTo>
                    <a:pt x="116882" y="205403"/>
                    <a:pt x="116108" y="206816"/>
                    <a:pt x="115974" y="207085"/>
                  </a:cubicBezTo>
                  <a:cubicBezTo>
                    <a:pt x="115805" y="207354"/>
                    <a:pt x="113416" y="208330"/>
                    <a:pt x="113248" y="208397"/>
                  </a:cubicBezTo>
                  <a:cubicBezTo>
                    <a:pt x="113079" y="208431"/>
                    <a:pt x="110791" y="208566"/>
                    <a:pt x="110623" y="208734"/>
                  </a:cubicBezTo>
                  <a:cubicBezTo>
                    <a:pt x="110454" y="208902"/>
                    <a:pt x="108570" y="209104"/>
                    <a:pt x="108570" y="209104"/>
                  </a:cubicBezTo>
                  <a:lnTo>
                    <a:pt x="108031" y="209978"/>
                  </a:lnTo>
                  <a:lnTo>
                    <a:pt x="107425" y="211324"/>
                  </a:lnTo>
                  <a:lnTo>
                    <a:pt x="106651" y="212636"/>
                  </a:lnTo>
                  <a:cubicBezTo>
                    <a:pt x="106651" y="212636"/>
                    <a:pt x="106113" y="214049"/>
                    <a:pt x="105978" y="214419"/>
                  </a:cubicBezTo>
                  <a:cubicBezTo>
                    <a:pt x="105877" y="214789"/>
                    <a:pt x="105776" y="215024"/>
                    <a:pt x="105372" y="215495"/>
                  </a:cubicBezTo>
                  <a:cubicBezTo>
                    <a:pt x="104969" y="216000"/>
                    <a:pt x="105103" y="216538"/>
                    <a:pt x="103723" y="216639"/>
                  </a:cubicBezTo>
                  <a:cubicBezTo>
                    <a:pt x="102377" y="216740"/>
                    <a:pt x="102848" y="216538"/>
                    <a:pt x="101603" y="216639"/>
                  </a:cubicBezTo>
                  <a:cubicBezTo>
                    <a:pt x="100358" y="216740"/>
                    <a:pt x="100190" y="216572"/>
                    <a:pt x="99584" y="216404"/>
                  </a:cubicBezTo>
                  <a:cubicBezTo>
                    <a:pt x="98978" y="216235"/>
                    <a:pt x="97800" y="215327"/>
                    <a:pt x="97396" y="215159"/>
                  </a:cubicBezTo>
                  <a:cubicBezTo>
                    <a:pt x="97026" y="214991"/>
                    <a:pt x="94738" y="213847"/>
                    <a:pt x="94738" y="213847"/>
                  </a:cubicBezTo>
                  <a:lnTo>
                    <a:pt x="93492" y="212972"/>
                  </a:lnTo>
                  <a:lnTo>
                    <a:pt x="91372" y="210046"/>
                  </a:lnTo>
                  <a:lnTo>
                    <a:pt x="88915" y="207926"/>
                  </a:lnTo>
                  <a:lnTo>
                    <a:pt x="85314" y="207052"/>
                  </a:lnTo>
                  <a:lnTo>
                    <a:pt x="82218" y="205168"/>
                  </a:lnTo>
                  <a:lnTo>
                    <a:pt x="77877" y="204966"/>
                  </a:lnTo>
                  <a:lnTo>
                    <a:pt x="74141" y="204562"/>
                  </a:lnTo>
                  <a:cubicBezTo>
                    <a:pt x="74141" y="204562"/>
                    <a:pt x="70506" y="204024"/>
                    <a:pt x="70271" y="204024"/>
                  </a:cubicBezTo>
                  <a:cubicBezTo>
                    <a:pt x="70069" y="204024"/>
                    <a:pt x="67949" y="203654"/>
                    <a:pt x="66972" y="203520"/>
                  </a:cubicBezTo>
                  <a:cubicBezTo>
                    <a:pt x="65997" y="203419"/>
                    <a:pt x="61756" y="203351"/>
                    <a:pt x="60612" y="203250"/>
                  </a:cubicBezTo>
                  <a:cubicBezTo>
                    <a:pt x="59468" y="203149"/>
                    <a:pt x="58727" y="203049"/>
                    <a:pt x="58323" y="202914"/>
                  </a:cubicBezTo>
                  <a:cubicBezTo>
                    <a:pt x="57953" y="202813"/>
                    <a:pt x="55496" y="201703"/>
                    <a:pt x="55395" y="201501"/>
                  </a:cubicBezTo>
                  <a:cubicBezTo>
                    <a:pt x="55294" y="201299"/>
                    <a:pt x="55126" y="200862"/>
                    <a:pt x="54621" y="200256"/>
                  </a:cubicBezTo>
                  <a:cubicBezTo>
                    <a:pt x="54116" y="199651"/>
                    <a:pt x="51626" y="197229"/>
                    <a:pt x="51626" y="197229"/>
                  </a:cubicBezTo>
                  <a:cubicBezTo>
                    <a:pt x="51626" y="197229"/>
                    <a:pt x="50919" y="196892"/>
                    <a:pt x="49842" y="196892"/>
                  </a:cubicBezTo>
                  <a:cubicBezTo>
                    <a:pt x="48765" y="196892"/>
                    <a:pt x="43684" y="196186"/>
                    <a:pt x="43684" y="196186"/>
                  </a:cubicBezTo>
                  <a:lnTo>
                    <a:pt x="41933" y="195681"/>
                  </a:lnTo>
                  <a:cubicBezTo>
                    <a:pt x="41933" y="195681"/>
                    <a:pt x="38299" y="192822"/>
                    <a:pt x="38198" y="192654"/>
                  </a:cubicBezTo>
                  <a:cubicBezTo>
                    <a:pt x="38097" y="192486"/>
                    <a:pt x="33015" y="188853"/>
                    <a:pt x="33015" y="188853"/>
                  </a:cubicBezTo>
                  <a:lnTo>
                    <a:pt x="27900" y="186532"/>
                  </a:lnTo>
                  <a:lnTo>
                    <a:pt x="24635" y="185556"/>
                  </a:lnTo>
                  <a:cubicBezTo>
                    <a:pt x="24635" y="185556"/>
                    <a:pt x="18746" y="184042"/>
                    <a:pt x="18544" y="183941"/>
                  </a:cubicBezTo>
                  <a:cubicBezTo>
                    <a:pt x="18342" y="183840"/>
                    <a:pt x="15616" y="183201"/>
                    <a:pt x="15010" y="182697"/>
                  </a:cubicBezTo>
                  <a:cubicBezTo>
                    <a:pt x="14404" y="182192"/>
                    <a:pt x="12991" y="181183"/>
                    <a:pt x="12116" y="179871"/>
                  </a:cubicBezTo>
                  <a:cubicBezTo>
                    <a:pt x="11241" y="178559"/>
                    <a:pt x="10332" y="176776"/>
                    <a:pt x="10265" y="176440"/>
                  </a:cubicBezTo>
                  <a:cubicBezTo>
                    <a:pt x="10197" y="176103"/>
                    <a:pt x="9221" y="172706"/>
                    <a:pt x="9221" y="172302"/>
                  </a:cubicBezTo>
                  <a:cubicBezTo>
                    <a:pt x="9221" y="171932"/>
                    <a:pt x="8986" y="169039"/>
                    <a:pt x="8986" y="167861"/>
                  </a:cubicBezTo>
                  <a:cubicBezTo>
                    <a:pt x="8986" y="166650"/>
                    <a:pt x="8986" y="162547"/>
                    <a:pt x="8918" y="162143"/>
                  </a:cubicBezTo>
                  <a:cubicBezTo>
                    <a:pt x="8851" y="161773"/>
                    <a:pt x="8279" y="158173"/>
                    <a:pt x="8279" y="158173"/>
                  </a:cubicBezTo>
                  <a:lnTo>
                    <a:pt x="4510" y="152858"/>
                  </a:lnTo>
                  <a:lnTo>
                    <a:pt x="3803" y="143035"/>
                  </a:lnTo>
                  <a:cubicBezTo>
                    <a:pt x="3803" y="143035"/>
                    <a:pt x="3433" y="135096"/>
                    <a:pt x="3433" y="134895"/>
                  </a:cubicBezTo>
                  <a:cubicBezTo>
                    <a:pt x="3433" y="134693"/>
                    <a:pt x="4207" y="129849"/>
                    <a:pt x="4241" y="129681"/>
                  </a:cubicBezTo>
                  <a:cubicBezTo>
                    <a:pt x="4274" y="129513"/>
                    <a:pt x="4072" y="124803"/>
                    <a:pt x="4072" y="124803"/>
                  </a:cubicBezTo>
                  <a:lnTo>
                    <a:pt x="3130" y="121405"/>
                  </a:lnTo>
                  <a:lnTo>
                    <a:pt x="1683" y="116359"/>
                  </a:lnTo>
                  <a:lnTo>
                    <a:pt x="1514" y="110102"/>
                  </a:lnTo>
                  <a:lnTo>
                    <a:pt x="1413" y="105931"/>
                  </a:lnTo>
                  <a:lnTo>
                    <a:pt x="1245" y="99943"/>
                  </a:lnTo>
                  <a:close/>
                </a:path>
              </a:pathLst>
            </a:custGeom>
            <a:grpFill/>
            <a:ln w="6350" cap="flat">
              <a:solidFill>
                <a:schemeClr val="bg1"/>
              </a:solidFill>
              <a:prstDash val="solid"/>
              <a:miter/>
            </a:ln>
          </p:spPr>
          <p:txBody>
            <a:bodyPr rtlCol="0" anchor="ctr"/>
            <a:lstStyle/>
            <a:p>
              <a:endParaRPr lang="en-US"/>
            </a:p>
          </p:txBody>
        </p:sp>
        <p:grpSp>
          <p:nvGrpSpPr>
            <p:cNvPr id="135" name="Graphic 11">
              <a:extLst>
                <a:ext uri="{FF2B5EF4-FFF2-40B4-BE49-F238E27FC236}">
                  <a16:creationId xmlns:a16="http://schemas.microsoft.com/office/drawing/2014/main" id="{B035D9F1-3539-72B6-609F-4B710378D3EB}"/>
                </a:ext>
              </a:extLst>
            </p:cNvPr>
            <p:cNvGrpSpPr/>
            <p:nvPr/>
          </p:nvGrpSpPr>
          <p:grpSpPr>
            <a:xfrm>
              <a:off x="8260662" y="3367264"/>
              <a:ext cx="133381" cy="212869"/>
              <a:chOff x="6167900" y="3272800"/>
              <a:chExt cx="256078" cy="408687"/>
            </a:xfrm>
            <a:grpFill/>
          </p:grpSpPr>
          <p:sp>
            <p:nvSpPr>
              <p:cNvPr id="136" name="Freeform 915">
                <a:extLst>
                  <a:ext uri="{FF2B5EF4-FFF2-40B4-BE49-F238E27FC236}">
                    <a16:creationId xmlns:a16="http://schemas.microsoft.com/office/drawing/2014/main" id="{DA66144B-0048-0675-04EB-83508AA923FA}"/>
                  </a:ext>
                </a:extLst>
              </p:cNvPr>
              <p:cNvSpPr/>
              <p:nvPr/>
            </p:nvSpPr>
            <p:spPr>
              <a:xfrm>
                <a:off x="6244464" y="3272800"/>
                <a:ext cx="179513" cy="394660"/>
              </a:xfrm>
              <a:custGeom>
                <a:avLst/>
                <a:gdLst>
                  <a:gd name="connsiteX0" fmla="*/ 136335 w 179513"/>
                  <a:gd name="connsiteY0" fmla="*/ 0 h 394660"/>
                  <a:gd name="connsiteX1" fmla="*/ 132869 w 179513"/>
                  <a:gd name="connsiteY1" fmla="*/ 0 h 394660"/>
                  <a:gd name="connsiteX2" fmla="*/ 128729 w 179513"/>
                  <a:gd name="connsiteY2" fmla="*/ 1514 h 394660"/>
                  <a:gd name="connsiteX3" fmla="*/ 125700 w 179513"/>
                  <a:gd name="connsiteY3" fmla="*/ 6291 h 394660"/>
                  <a:gd name="connsiteX4" fmla="*/ 120921 w 179513"/>
                  <a:gd name="connsiteY4" fmla="*/ 12144 h 394660"/>
                  <a:gd name="connsiteX5" fmla="*/ 117657 w 179513"/>
                  <a:gd name="connsiteY5" fmla="*/ 16719 h 394660"/>
                  <a:gd name="connsiteX6" fmla="*/ 115065 w 179513"/>
                  <a:gd name="connsiteY6" fmla="*/ 19746 h 394660"/>
                  <a:gd name="connsiteX7" fmla="*/ 111161 w 179513"/>
                  <a:gd name="connsiteY7" fmla="*/ 21933 h 394660"/>
                  <a:gd name="connsiteX8" fmla="*/ 107897 w 179513"/>
                  <a:gd name="connsiteY8" fmla="*/ 24120 h 394660"/>
                  <a:gd name="connsiteX9" fmla="*/ 103118 w 179513"/>
                  <a:gd name="connsiteY9" fmla="*/ 27147 h 394660"/>
                  <a:gd name="connsiteX10" fmla="*/ 99853 w 179513"/>
                  <a:gd name="connsiteY10" fmla="*/ 29535 h 394660"/>
                  <a:gd name="connsiteX11" fmla="*/ 94637 w 179513"/>
                  <a:gd name="connsiteY11" fmla="*/ 29535 h 394660"/>
                  <a:gd name="connsiteX12" fmla="*/ 90296 w 179513"/>
                  <a:gd name="connsiteY12" fmla="*/ 32563 h 394660"/>
                  <a:gd name="connsiteX13" fmla="*/ 85516 w 179513"/>
                  <a:gd name="connsiteY13" fmla="*/ 36903 h 394660"/>
                  <a:gd name="connsiteX14" fmla="*/ 84440 w 179513"/>
                  <a:gd name="connsiteY14" fmla="*/ 41040 h 394660"/>
                  <a:gd name="connsiteX15" fmla="*/ 83127 w 179513"/>
                  <a:gd name="connsiteY15" fmla="*/ 45178 h 394660"/>
                  <a:gd name="connsiteX16" fmla="*/ 80737 w 179513"/>
                  <a:gd name="connsiteY16" fmla="*/ 49753 h 394660"/>
                  <a:gd name="connsiteX17" fmla="*/ 78988 w 179513"/>
                  <a:gd name="connsiteY17" fmla="*/ 53453 h 394660"/>
                  <a:gd name="connsiteX18" fmla="*/ 76160 w 179513"/>
                  <a:gd name="connsiteY18" fmla="*/ 56716 h 394660"/>
                  <a:gd name="connsiteX19" fmla="*/ 74209 w 179513"/>
                  <a:gd name="connsiteY19" fmla="*/ 60686 h 394660"/>
                  <a:gd name="connsiteX20" fmla="*/ 73064 w 179513"/>
                  <a:gd name="connsiteY20" fmla="*/ 63882 h 394660"/>
                  <a:gd name="connsiteX21" fmla="*/ 71617 w 179513"/>
                  <a:gd name="connsiteY21" fmla="*/ 66943 h 394660"/>
                  <a:gd name="connsiteX22" fmla="*/ 69530 w 179513"/>
                  <a:gd name="connsiteY22" fmla="*/ 69769 h 394660"/>
                  <a:gd name="connsiteX23" fmla="*/ 66905 w 179513"/>
                  <a:gd name="connsiteY23" fmla="*/ 73099 h 394660"/>
                  <a:gd name="connsiteX24" fmla="*/ 62564 w 179513"/>
                  <a:gd name="connsiteY24" fmla="*/ 76934 h 394660"/>
                  <a:gd name="connsiteX25" fmla="*/ 60444 w 179513"/>
                  <a:gd name="connsiteY25" fmla="*/ 81576 h 394660"/>
                  <a:gd name="connsiteX26" fmla="*/ 57482 w 179513"/>
                  <a:gd name="connsiteY26" fmla="*/ 84469 h 394660"/>
                  <a:gd name="connsiteX27" fmla="*/ 56371 w 179513"/>
                  <a:gd name="connsiteY27" fmla="*/ 86857 h 394660"/>
                  <a:gd name="connsiteX28" fmla="*/ 55530 w 179513"/>
                  <a:gd name="connsiteY28" fmla="*/ 92812 h 394660"/>
                  <a:gd name="connsiteX29" fmla="*/ 55530 w 179513"/>
                  <a:gd name="connsiteY29" fmla="*/ 94763 h 394660"/>
                  <a:gd name="connsiteX30" fmla="*/ 53780 w 179513"/>
                  <a:gd name="connsiteY30" fmla="*/ 98463 h 394660"/>
                  <a:gd name="connsiteX31" fmla="*/ 51525 w 179513"/>
                  <a:gd name="connsiteY31" fmla="*/ 101558 h 394660"/>
                  <a:gd name="connsiteX32" fmla="*/ 50852 w 179513"/>
                  <a:gd name="connsiteY32" fmla="*/ 106267 h 394660"/>
                  <a:gd name="connsiteX33" fmla="*/ 47016 w 179513"/>
                  <a:gd name="connsiteY33" fmla="*/ 112558 h 394660"/>
                  <a:gd name="connsiteX34" fmla="*/ 45905 w 179513"/>
                  <a:gd name="connsiteY34" fmla="*/ 116259 h 394660"/>
                  <a:gd name="connsiteX35" fmla="*/ 44761 w 179513"/>
                  <a:gd name="connsiteY35" fmla="*/ 119589 h 394660"/>
                  <a:gd name="connsiteX36" fmla="*/ 40419 w 179513"/>
                  <a:gd name="connsiteY36" fmla="*/ 125980 h 394660"/>
                  <a:gd name="connsiteX37" fmla="*/ 37525 w 179513"/>
                  <a:gd name="connsiteY37" fmla="*/ 132271 h 394660"/>
                  <a:gd name="connsiteX38" fmla="*/ 36886 w 179513"/>
                  <a:gd name="connsiteY38" fmla="*/ 137283 h 394660"/>
                  <a:gd name="connsiteX39" fmla="*/ 34126 w 179513"/>
                  <a:gd name="connsiteY39" fmla="*/ 143574 h 394660"/>
                  <a:gd name="connsiteX40" fmla="*/ 31938 w 179513"/>
                  <a:gd name="connsiteY40" fmla="*/ 150470 h 394660"/>
                  <a:gd name="connsiteX41" fmla="*/ 31064 w 179513"/>
                  <a:gd name="connsiteY41" fmla="*/ 153430 h 394660"/>
                  <a:gd name="connsiteX42" fmla="*/ 27227 w 179513"/>
                  <a:gd name="connsiteY42" fmla="*/ 161470 h 394660"/>
                  <a:gd name="connsiteX43" fmla="*/ 20630 w 179513"/>
                  <a:gd name="connsiteY43" fmla="*/ 170385 h 394660"/>
                  <a:gd name="connsiteX44" fmla="*/ 17669 w 179513"/>
                  <a:gd name="connsiteY44" fmla="*/ 176978 h 394660"/>
                  <a:gd name="connsiteX45" fmla="*/ 13462 w 179513"/>
                  <a:gd name="connsiteY45" fmla="*/ 183639 h 394660"/>
                  <a:gd name="connsiteX46" fmla="*/ 9895 w 179513"/>
                  <a:gd name="connsiteY46" fmla="*/ 186902 h 394660"/>
                  <a:gd name="connsiteX47" fmla="*/ 7640 w 179513"/>
                  <a:gd name="connsiteY47" fmla="*/ 188786 h 394660"/>
                  <a:gd name="connsiteX48" fmla="*/ 4544 w 179513"/>
                  <a:gd name="connsiteY48" fmla="*/ 193865 h 394660"/>
                  <a:gd name="connsiteX49" fmla="*/ 3870 w 179513"/>
                  <a:gd name="connsiteY49" fmla="*/ 196893 h 394660"/>
                  <a:gd name="connsiteX50" fmla="*/ 3063 w 179513"/>
                  <a:gd name="connsiteY50" fmla="*/ 204361 h 394660"/>
                  <a:gd name="connsiteX51" fmla="*/ 3500 w 179513"/>
                  <a:gd name="connsiteY51" fmla="*/ 212031 h 394660"/>
                  <a:gd name="connsiteX52" fmla="*/ 3365 w 179513"/>
                  <a:gd name="connsiteY52" fmla="*/ 218422 h 394660"/>
                  <a:gd name="connsiteX53" fmla="*/ 5014 w 179513"/>
                  <a:gd name="connsiteY53" fmla="*/ 222627 h 394660"/>
                  <a:gd name="connsiteX54" fmla="*/ 5452 w 179513"/>
                  <a:gd name="connsiteY54" fmla="*/ 226597 h 394660"/>
                  <a:gd name="connsiteX55" fmla="*/ 4510 w 179513"/>
                  <a:gd name="connsiteY55" fmla="*/ 230364 h 394660"/>
                  <a:gd name="connsiteX56" fmla="*/ 4375 w 179513"/>
                  <a:gd name="connsiteY56" fmla="*/ 233392 h 394660"/>
                  <a:gd name="connsiteX57" fmla="*/ 3736 w 179513"/>
                  <a:gd name="connsiteY57" fmla="*/ 237798 h 394660"/>
                  <a:gd name="connsiteX58" fmla="*/ 3870 w 179513"/>
                  <a:gd name="connsiteY58" fmla="*/ 243013 h 394660"/>
                  <a:gd name="connsiteX59" fmla="*/ 2625 w 179513"/>
                  <a:gd name="connsiteY59" fmla="*/ 249169 h 394660"/>
                  <a:gd name="connsiteX60" fmla="*/ 1885 w 179513"/>
                  <a:gd name="connsiteY60" fmla="*/ 252802 h 394660"/>
                  <a:gd name="connsiteX61" fmla="*/ 572 w 179513"/>
                  <a:gd name="connsiteY61" fmla="*/ 257747 h 394660"/>
                  <a:gd name="connsiteX62" fmla="*/ 0 w 179513"/>
                  <a:gd name="connsiteY62" fmla="*/ 263903 h 394660"/>
                  <a:gd name="connsiteX63" fmla="*/ 438 w 179513"/>
                  <a:gd name="connsiteY63" fmla="*/ 268478 h 394660"/>
                  <a:gd name="connsiteX64" fmla="*/ 7606 w 179513"/>
                  <a:gd name="connsiteY64" fmla="*/ 277830 h 394660"/>
                  <a:gd name="connsiteX65" fmla="*/ 13899 w 179513"/>
                  <a:gd name="connsiteY65" fmla="*/ 285062 h 394660"/>
                  <a:gd name="connsiteX66" fmla="*/ 16861 w 179513"/>
                  <a:gd name="connsiteY66" fmla="*/ 289133 h 394660"/>
                  <a:gd name="connsiteX67" fmla="*/ 18174 w 179513"/>
                  <a:gd name="connsiteY67" fmla="*/ 293035 h 394660"/>
                  <a:gd name="connsiteX68" fmla="*/ 23087 w 179513"/>
                  <a:gd name="connsiteY68" fmla="*/ 299830 h 394660"/>
                  <a:gd name="connsiteX69" fmla="*/ 24534 w 179513"/>
                  <a:gd name="connsiteY69" fmla="*/ 308004 h 394660"/>
                  <a:gd name="connsiteX70" fmla="*/ 27496 w 179513"/>
                  <a:gd name="connsiteY70" fmla="*/ 313656 h 394660"/>
                  <a:gd name="connsiteX71" fmla="*/ 30121 w 179513"/>
                  <a:gd name="connsiteY71" fmla="*/ 317424 h 394660"/>
                  <a:gd name="connsiteX72" fmla="*/ 37727 w 179513"/>
                  <a:gd name="connsiteY72" fmla="*/ 324387 h 394660"/>
                  <a:gd name="connsiteX73" fmla="*/ 43953 w 179513"/>
                  <a:gd name="connsiteY73" fmla="*/ 330106 h 394660"/>
                  <a:gd name="connsiteX74" fmla="*/ 47857 w 179513"/>
                  <a:gd name="connsiteY74" fmla="*/ 332864 h 394660"/>
                  <a:gd name="connsiteX75" fmla="*/ 52771 w 179513"/>
                  <a:gd name="connsiteY75" fmla="*/ 338583 h 394660"/>
                  <a:gd name="connsiteX76" fmla="*/ 58997 w 179513"/>
                  <a:gd name="connsiteY76" fmla="*/ 340837 h 394660"/>
                  <a:gd name="connsiteX77" fmla="*/ 65458 w 179513"/>
                  <a:gd name="connsiteY77" fmla="*/ 345984 h 394660"/>
                  <a:gd name="connsiteX78" fmla="*/ 68117 w 179513"/>
                  <a:gd name="connsiteY78" fmla="*/ 349449 h 394660"/>
                  <a:gd name="connsiteX79" fmla="*/ 71785 w 179513"/>
                  <a:gd name="connsiteY79" fmla="*/ 356681 h 394660"/>
                  <a:gd name="connsiteX80" fmla="*/ 74478 w 179513"/>
                  <a:gd name="connsiteY80" fmla="*/ 361895 h 394660"/>
                  <a:gd name="connsiteX81" fmla="*/ 78550 w 179513"/>
                  <a:gd name="connsiteY81" fmla="*/ 367177 h 394660"/>
                  <a:gd name="connsiteX82" fmla="*/ 80435 w 179513"/>
                  <a:gd name="connsiteY82" fmla="*/ 371011 h 394660"/>
                  <a:gd name="connsiteX83" fmla="*/ 81242 w 179513"/>
                  <a:gd name="connsiteY83" fmla="*/ 373703 h 394660"/>
                  <a:gd name="connsiteX84" fmla="*/ 81713 w 179513"/>
                  <a:gd name="connsiteY84" fmla="*/ 376966 h 394660"/>
                  <a:gd name="connsiteX85" fmla="*/ 81545 w 179513"/>
                  <a:gd name="connsiteY85" fmla="*/ 379590 h 394660"/>
                  <a:gd name="connsiteX86" fmla="*/ 81545 w 179513"/>
                  <a:gd name="connsiteY86" fmla="*/ 381608 h 394660"/>
                  <a:gd name="connsiteX87" fmla="*/ 81545 w 179513"/>
                  <a:gd name="connsiteY87" fmla="*/ 383492 h 394660"/>
                  <a:gd name="connsiteX88" fmla="*/ 81545 w 179513"/>
                  <a:gd name="connsiteY88" fmla="*/ 386822 h 394660"/>
                  <a:gd name="connsiteX89" fmla="*/ 82286 w 179513"/>
                  <a:gd name="connsiteY89" fmla="*/ 387999 h 394660"/>
                  <a:gd name="connsiteX90" fmla="*/ 82353 w 179513"/>
                  <a:gd name="connsiteY90" fmla="*/ 388807 h 394660"/>
                  <a:gd name="connsiteX91" fmla="*/ 82420 w 179513"/>
                  <a:gd name="connsiteY91" fmla="*/ 390623 h 394660"/>
                  <a:gd name="connsiteX92" fmla="*/ 83800 w 179513"/>
                  <a:gd name="connsiteY92" fmla="*/ 392373 h 394660"/>
                  <a:gd name="connsiteX93" fmla="*/ 84473 w 179513"/>
                  <a:gd name="connsiteY93" fmla="*/ 392877 h 394660"/>
                  <a:gd name="connsiteX94" fmla="*/ 86358 w 179513"/>
                  <a:gd name="connsiteY94" fmla="*/ 393550 h 394660"/>
                  <a:gd name="connsiteX95" fmla="*/ 90430 w 179513"/>
                  <a:gd name="connsiteY95" fmla="*/ 394660 h 394660"/>
                  <a:gd name="connsiteX96" fmla="*/ 92887 w 179513"/>
                  <a:gd name="connsiteY96" fmla="*/ 394660 h 394660"/>
                  <a:gd name="connsiteX97" fmla="*/ 94637 w 179513"/>
                  <a:gd name="connsiteY97" fmla="*/ 394660 h 394660"/>
                  <a:gd name="connsiteX98" fmla="*/ 98103 w 179513"/>
                  <a:gd name="connsiteY98" fmla="*/ 394660 h 394660"/>
                  <a:gd name="connsiteX99" fmla="*/ 99483 w 179513"/>
                  <a:gd name="connsiteY99" fmla="*/ 394357 h 394660"/>
                  <a:gd name="connsiteX100" fmla="*/ 99786 w 179513"/>
                  <a:gd name="connsiteY100" fmla="*/ 393281 h 394660"/>
                  <a:gd name="connsiteX101" fmla="*/ 100291 w 179513"/>
                  <a:gd name="connsiteY101" fmla="*/ 392137 h 394660"/>
                  <a:gd name="connsiteX102" fmla="*/ 100863 w 179513"/>
                  <a:gd name="connsiteY102" fmla="*/ 390119 h 394660"/>
                  <a:gd name="connsiteX103" fmla="*/ 100930 w 179513"/>
                  <a:gd name="connsiteY103" fmla="*/ 387865 h 394660"/>
                  <a:gd name="connsiteX104" fmla="*/ 101200 w 179513"/>
                  <a:gd name="connsiteY104" fmla="*/ 382146 h 394660"/>
                  <a:gd name="connsiteX105" fmla="*/ 100728 w 179513"/>
                  <a:gd name="connsiteY105" fmla="*/ 376697 h 394660"/>
                  <a:gd name="connsiteX106" fmla="*/ 100728 w 179513"/>
                  <a:gd name="connsiteY106" fmla="*/ 371213 h 394660"/>
                  <a:gd name="connsiteX107" fmla="*/ 100728 w 179513"/>
                  <a:gd name="connsiteY107" fmla="*/ 367950 h 394660"/>
                  <a:gd name="connsiteX108" fmla="*/ 100728 w 179513"/>
                  <a:gd name="connsiteY108" fmla="*/ 327751 h 394660"/>
                  <a:gd name="connsiteX109" fmla="*/ 102546 w 179513"/>
                  <a:gd name="connsiteY109" fmla="*/ 325060 h 394660"/>
                  <a:gd name="connsiteX110" fmla="*/ 103791 w 179513"/>
                  <a:gd name="connsiteY110" fmla="*/ 320855 h 394660"/>
                  <a:gd name="connsiteX111" fmla="*/ 107628 w 179513"/>
                  <a:gd name="connsiteY111" fmla="*/ 313454 h 394660"/>
                  <a:gd name="connsiteX112" fmla="*/ 112339 w 179513"/>
                  <a:gd name="connsiteY112" fmla="*/ 305549 h 394660"/>
                  <a:gd name="connsiteX113" fmla="*/ 114796 w 179513"/>
                  <a:gd name="connsiteY113" fmla="*/ 300032 h 394660"/>
                  <a:gd name="connsiteX114" fmla="*/ 118565 w 179513"/>
                  <a:gd name="connsiteY114" fmla="*/ 293304 h 394660"/>
                  <a:gd name="connsiteX115" fmla="*/ 124084 w 179513"/>
                  <a:gd name="connsiteY115" fmla="*/ 285062 h 394660"/>
                  <a:gd name="connsiteX116" fmla="*/ 127181 w 179513"/>
                  <a:gd name="connsiteY116" fmla="*/ 279545 h 394660"/>
                  <a:gd name="connsiteX117" fmla="*/ 129066 w 179513"/>
                  <a:gd name="connsiteY117" fmla="*/ 276652 h 394660"/>
                  <a:gd name="connsiteX118" fmla="*/ 132599 w 179513"/>
                  <a:gd name="connsiteY118" fmla="*/ 270294 h 394660"/>
                  <a:gd name="connsiteX119" fmla="*/ 134618 w 179513"/>
                  <a:gd name="connsiteY119" fmla="*/ 264004 h 394660"/>
                  <a:gd name="connsiteX120" fmla="*/ 137075 w 179513"/>
                  <a:gd name="connsiteY120" fmla="*/ 258588 h 394660"/>
                  <a:gd name="connsiteX121" fmla="*/ 139970 w 179513"/>
                  <a:gd name="connsiteY121" fmla="*/ 253071 h 394660"/>
                  <a:gd name="connsiteX122" fmla="*/ 144513 w 179513"/>
                  <a:gd name="connsiteY122" fmla="*/ 245838 h 394660"/>
                  <a:gd name="connsiteX123" fmla="*/ 145927 w 179513"/>
                  <a:gd name="connsiteY123" fmla="*/ 240557 h 394660"/>
                  <a:gd name="connsiteX124" fmla="*/ 145927 w 179513"/>
                  <a:gd name="connsiteY124" fmla="*/ 232147 h 394660"/>
                  <a:gd name="connsiteX125" fmla="*/ 148451 w 179513"/>
                  <a:gd name="connsiteY125" fmla="*/ 213376 h 394660"/>
                  <a:gd name="connsiteX126" fmla="*/ 148013 w 179513"/>
                  <a:gd name="connsiteY126" fmla="*/ 200559 h 394660"/>
                  <a:gd name="connsiteX127" fmla="*/ 149157 w 179513"/>
                  <a:gd name="connsiteY127" fmla="*/ 193159 h 394660"/>
                  <a:gd name="connsiteX128" fmla="*/ 151109 w 179513"/>
                  <a:gd name="connsiteY128" fmla="*/ 165709 h 394660"/>
                  <a:gd name="connsiteX129" fmla="*/ 152859 w 179513"/>
                  <a:gd name="connsiteY129" fmla="*/ 155213 h 394660"/>
                  <a:gd name="connsiteX130" fmla="*/ 154542 w 179513"/>
                  <a:gd name="connsiteY130" fmla="*/ 138831 h 394660"/>
                  <a:gd name="connsiteX131" fmla="*/ 156292 w 179513"/>
                  <a:gd name="connsiteY131" fmla="*/ 131867 h 394660"/>
                  <a:gd name="connsiteX132" fmla="*/ 159489 w 179513"/>
                  <a:gd name="connsiteY132" fmla="*/ 124063 h 394660"/>
                  <a:gd name="connsiteX133" fmla="*/ 162754 w 179513"/>
                  <a:gd name="connsiteY133" fmla="*/ 112995 h 394660"/>
                  <a:gd name="connsiteX134" fmla="*/ 165446 w 179513"/>
                  <a:gd name="connsiteY134" fmla="*/ 108286 h 394660"/>
                  <a:gd name="connsiteX135" fmla="*/ 166893 w 179513"/>
                  <a:gd name="connsiteY135" fmla="*/ 105023 h 394660"/>
                  <a:gd name="connsiteX136" fmla="*/ 170090 w 179513"/>
                  <a:gd name="connsiteY136" fmla="*/ 99304 h 394660"/>
                  <a:gd name="connsiteX137" fmla="*/ 171672 w 179513"/>
                  <a:gd name="connsiteY137" fmla="*/ 96108 h 394660"/>
                  <a:gd name="connsiteX138" fmla="*/ 172749 w 179513"/>
                  <a:gd name="connsiteY138" fmla="*/ 92542 h 394660"/>
                  <a:gd name="connsiteX139" fmla="*/ 174331 w 179513"/>
                  <a:gd name="connsiteY139" fmla="*/ 88405 h 394660"/>
                  <a:gd name="connsiteX140" fmla="*/ 174028 w 179513"/>
                  <a:gd name="connsiteY140" fmla="*/ 81879 h 394660"/>
                  <a:gd name="connsiteX141" fmla="*/ 173893 w 179513"/>
                  <a:gd name="connsiteY141" fmla="*/ 78548 h 394660"/>
                  <a:gd name="connsiteX142" fmla="*/ 173254 w 179513"/>
                  <a:gd name="connsiteY142" fmla="*/ 69197 h 394660"/>
                  <a:gd name="connsiteX143" fmla="*/ 171571 w 179513"/>
                  <a:gd name="connsiteY143" fmla="*/ 64420 h 394660"/>
                  <a:gd name="connsiteX144" fmla="*/ 170427 w 179513"/>
                  <a:gd name="connsiteY144" fmla="*/ 59004 h 394660"/>
                  <a:gd name="connsiteX145" fmla="*/ 169485 w 179513"/>
                  <a:gd name="connsiteY145" fmla="*/ 54799 h 394660"/>
                  <a:gd name="connsiteX146" fmla="*/ 169922 w 179513"/>
                  <a:gd name="connsiteY146" fmla="*/ 49719 h 394660"/>
                  <a:gd name="connsiteX147" fmla="*/ 170293 w 179513"/>
                  <a:gd name="connsiteY147" fmla="*/ 46759 h 394660"/>
                  <a:gd name="connsiteX148" fmla="*/ 172110 w 179513"/>
                  <a:gd name="connsiteY148" fmla="*/ 42420 h 394660"/>
                  <a:gd name="connsiteX149" fmla="*/ 175509 w 179513"/>
                  <a:gd name="connsiteY149" fmla="*/ 37273 h 394660"/>
                  <a:gd name="connsiteX150" fmla="*/ 178336 w 179513"/>
                  <a:gd name="connsiteY150" fmla="*/ 32294 h 394660"/>
                  <a:gd name="connsiteX151" fmla="*/ 179514 w 179513"/>
                  <a:gd name="connsiteY151" fmla="*/ 28022 h 394660"/>
                  <a:gd name="connsiteX152" fmla="*/ 178942 w 179513"/>
                  <a:gd name="connsiteY152" fmla="*/ 21731 h 394660"/>
                  <a:gd name="connsiteX153" fmla="*/ 176620 w 179513"/>
                  <a:gd name="connsiteY153" fmla="*/ 18266 h 394660"/>
                  <a:gd name="connsiteX154" fmla="*/ 173220 w 179513"/>
                  <a:gd name="connsiteY154" fmla="*/ 15306 h 394660"/>
                  <a:gd name="connsiteX155" fmla="*/ 168744 w 179513"/>
                  <a:gd name="connsiteY155" fmla="*/ 14431 h 394660"/>
                  <a:gd name="connsiteX156" fmla="*/ 166287 w 179513"/>
                  <a:gd name="connsiteY156" fmla="*/ 12682 h 394660"/>
                  <a:gd name="connsiteX157" fmla="*/ 160634 w 179513"/>
                  <a:gd name="connsiteY157" fmla="*/ 12615 h 394660"/>
                  <a:gd name="connsiteX158" fmla="*/ 156427 w 179513"/>
                  <a:gd name="connsiteY158" fmla="*/ 14061 h 394660"/>
                  <a:gd name="connsiteX159" fmla="*/ 154239 w 179513"/>
                  <a:gd name="connsiteY159" fmla="*/ 14768 h 394660"/>
                  <a:gd name="connsiteX160" fmla="*/ 151648 w 179513"/>
                  <a:gd name="connsiteY160" fmla="*/ 13624 h 394660"/>
                  <a:gd name="connsiteX161" fmla="*/ 150335 w 179513"/>
                  <a:gd name="connsiteY161" fmla="*/ 11942 h 394660"/>
                  <a:gd name="connsiteX162" fmla="*/ 146128 w 179513"/>
                  <a:gd name="connsiteY162" fmla="*/ 8746 h 394660"/>
                  <a:gd name="connsiteX163" fmla="*/ 144177 w 179513"/>
                  <a:gd name="connsiteY163" fmla="*/ 6728 h 394660"/>
                  <a:gd name="connsiteX164" fmla="*/ 142359 w 179513"/>
                  <a:gd name="connsiteY164" fmla="*/ 3902 h 394660"/>
                  <a:gd name="connsiteX165" fmla="*/ 140037 w 179513"/>
                  <a:gd name="connsiteY165" fmla="*/ 1312 h 394660"/>
                  <a:gd name="connsiteX166" fmla="*/ 138455 w 179513"/>
                  <a:gd name="connsiteY166" fmla="*/ 673 h 394660"/>
                  <a:gd name="connsiteX167" fmla="*/ 136335 w 179513"/>
                  <a:gd name="connsiteY167" fmla="*/ 0 h 3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79513" h="394660">
                    <a:moveTo>
                      <a:pt x="136335" y="0"/>
                    </a:moveTo>
                    <a:lnTo>
                      <a:pt x="132869" y="0"/>
                    </a:lnTo>
                    <a:lnTo>
                      <a:pt x="128729" y="1514"/>
                    </a:lnTo>
                    <a:cubicBezTo>
                      <a:pt x="128729" y="1514"/>
                      <a:pt x="125902" y="5651"/>
                      <a:pt x="125700" y="6291"/>
                    </a:cubicBezTo>
                    <a:cubicBezTo>
                      <a:pt x="125498" y="6930"/>
                      <a:pt x="120921" y="12144"/>
                      <a:pt x="120921" y="12144"/>
                    </a:cubicBezTo>
                    <a:lnTo>
                      <a:pt x="117657" y="16719"/>
                    </a:lnTo>
                    <a:lnTo>
                      <a:pt x="115065" y="19746"/>
                    </a:lnTo>
                    <a:lnTo>
                      <a:pt x="111161" y="21933"/>
                    </a:lnTo>
                    <a:lnTo>
                      <a:pt x="107897" y="24120"/>
                    </a:lnTo>
                    <a:lnTo>
                      <a:pt x="103118" y="27147"/>
                    </a:lnTo>
                    <a:lnTo>
                      <a:pt x="99853" y="29535"/>
                    </a:lnTo>
                    <a:lnTo>
                      <a:pt x="94637" y="29535"/>
                    </a:lnTo>
                    <a:cubicBezTo>
                      <a:pt x="94637" y="29535"/>
                      <a:pt x="90935" y="32361"/>
                      <a:pt x="90296" y="32563"/>
                    </a:cubicBezTo>
                    <a:cubicBezTo>
                      <a:pt x="89656" y="32765"/>
                      <a:pt x="85516" y="36903"/>
                      <a:pt x="85516" y="36903"/>
                    </a:cubicBezTo>
                    <a:lnTo>
                      <a:pt x="84440" y="41040"/>
                    </a:lnTo>
                    <a:lnTo>
                      <a:pt x="83127" y="45178"/>
                    </a:lnTo>
                    <a:lnTo>
                      <a:pt x="80737" y="49753"/>
                    </a:lnTo>
                    <a:lnTo>
                      <a:pt x="78988" y="53453"/>
                    </a:lnTo>
                    <a:lnTo>
                      <a:pt x="76160" y="56716"/>
                    </a:lnTo>
                    <a:lnTo>
                      <a:pt x="74209" y="60686"/>
                    </a:lnTo>
                    <a:lnTo>
                      <a:pt x="73064" y="63882"/>
                    </a:lnTo>
                    <a:lnTo>
                      <a:pt x="71617" y="66943"/>
                    </a:lnTo>
                    <a:lnTo>
                      <a:pt x="69530" y="69769"/>
                    </a:lnTo>
                    <a:lnTo>
                      <a:pt x="66905" y="73099"/>
                    </a:lnTo>
                    <a:lnTo>
                      <a:pt x="62564" y="76934"/>
                    </a:lnTo>
                    <a:lnTo>
                      <a:pt x="60444" y="81576"/>
                    </a:lnTo>
                    <a:lnTo>
                      <a:pt x="57482" y="84469"/>
                    </a:lnTo>
                    <a:lnTo>
                      <a:pt x="56371" y="86857"/>
                    </a:lnTo>
                    <a:lnTo>
                      <a:pt x="55530" y="92812"/>
                    </a:lnTo>
                    <a:lnTo>
                      <a:pt x="55530" y="94763"/>
                    </a:lnTo>
                    <a:lnTo>
                      <a:pt x="53780" y="98463"/>
                    </a:lnTo>
                    <a:lnTo>
                      <a:pt x="51525" y="101558"/>
                    </a:lnTo>
                    <a:lnTo>
                      <a:pt x="50852" y="106267"/>
                    </a:lnTo>
                    <a:cubicBezTo>
                      <a:pt x="50852" y="106267"/>
                      <a:pt x="47319" y="112121"/>
                      <a:pt x="47016" y="112558"/>
                    </a:cubicBezTo>
                    <a:cubicBezTo>
                      <a:pt x="46713" y="112995"/>
                      <a:pt x="45905" y="116259"/>
                      <a:pt x="45905" y="116259"/>
                    </a:cubicBezTo>
                    <a:lnTo>
                      <a:pt x="44761" y="119589"/>
                    </a:lnTo>
                    <a:cubicBezTo>
                      <a:pt x="44761" y="119589"/>
                      <a:pt x="40352" y="125745"/>
                      <a:pt x="40419" y="125980"/>
                    </a:cubicBezTo>
                    <a:cubicBezTo>
                      <a:pt x="40487" y="126182"/>
                      <a:pt x="37525" y="132271"/>
                      <a:pt x="37525" y="132271"/>
                    </a:cubicBezTo>
                    <a:lnTo>
                      <a:pt x="36886" y="137283"/>
                    </a:lnTo>
                    <a:lnTo>
                      <a:pt x="34126" y="143574"/>
                    </a:lnTo>
                    <a:lnTo>
                      <a:pt x="31938" y="150470"/>
                    </a:lnTo>
                    <a:lnTo>
                      <a:pt x="31064" y="153430"/>
                    </a:lnTo>
                    <a:lnTo>
                      <a:pt x="27227" y="161470"/>
                    </a:lnTo>
                    <a:lnTo>
                      <a:pt x="20630" y="170385"/>
                    </a:lnTo>
                    <a:lnTo>
                      <a:pt x="17669" y="176978"/>
                    </a:lnTo>
                    <a:lnTo>
                      <a:pt x="13462" y="183639"/>
                    </a:lnTo>
                    <a:lnTo>
                      <a:pt x="9895" y="186902"/>
                    </a:lnTo>
                    <a:lnTo>
                      <a:pt x="7640" y="188786"/>
                    </a:lnTo>
                    <a:lnTo>
                      <a:pt x="4544" y="193865"/>
                    </a:lnTo>
                    <a:lnTo>
                      <a:pt x="3870" y="196893"/>
                    </a:lnTo>
                    <a:lnTo>
                      <a:pt x="3063" y="204361"/>
                    </a:lnTo>
                    <a:lnTo>
                      <a:pt x="3500" y="212031"/>
                    </a:lnTo>
                    <a:lnTo>
                      <a:pt x="3365" y="218422"/>
                    </a:lnTo>
                    <a:lnTo>
                      <a:pt x="5014" y="222627"/>
                    </a:lnTo>
                    <a:lnTo>
                      <a:pt x="5452" y="226597"/>
                    </a:lnTo>
                    <a:lnTo>
                      <a:pt x="4510" y="230364"/>
                    </a:lnTo>
                    <a:lnTo>
                      <a:pt x="4375" y="233392"/>
                    </a:lnTo>
                    <a:lnTo>
                      <a:pt x="3736" y="237798"/>
                    </a:lnTo>
                    <a:lnTo>
                      <a:pt x="3870" y="243013"/>
                    </a:lnTo>
                    <a:lnTo>
                      <a:pt x="2625" y="249169"/>
                    </a:lnTo>
                    <a:lnTo>
                      <a:pt x="1885" y="252802"/>
                    </a:lnTo>
                    <a:lnTo>
                      <a:pt x="572" y="257747"/>
                    </a:lnTo>
                    <a:lnTo>
                      <a:pt x="0" y="263903"/>
                    </a:lnTo>
                    <a:lnTo>
                      <a:pt x="438" y="268478"/>
                    </a:lnTo>
                    <a:lnTo>
                      <a:pt x="7606" y="277830"/>
                    </a:lnTo>
                    <a:lnTo>
                      <a:pt x="13899" y="285062"/>
                    </a:lnTo>
                    <a:lnTo>
                      <a:pt x="16861" y="289133"/>
                    </a:lnTo>
                    <a:lnTo>
                      <a:pt x="18174" y="293035"/>
                    </a:lnTo>
                    <a:lnTo>
                      <a:pt x="23087" y="299830"/>
                    </a:lnTo>
                    <a:lnTo>
                      <a:pt x="24534" y="308004"/>
                    </a:lnTo>
                    <a:lnTo>
                      <a:pt x="27496" y="313656"/>
                    </a:lnTo>
                    <a:lnTo>
                      <a:pt x="30121" y="317424"/>
                    </a:lnTo>
                    <a:lnTo>
                      <a:pt x="37727" y="324387"/>
                    </a:lnTo>
                    <a:lnTo>
                      <a:pt x="43953" y="330106"/>
                    </a:lnTo>
                    <a:lnTo>
                      <a:pt x="47857" y="332864"/>
                    </a:lnTo>
                    <a:lnTo>
                      <a:pt x="52771" y="338583"/>
                    </a:lnTo>
                    <a:lnTo>
                      <a:pt x="58997" y="340837"/>
                    </a:lnTo>
                    <a:lnTo>
                      <a:pt x="65458" y="345984"/>
                    </a:lnTo>
                    <a:cubicBezTo>
                      <a:pt x="65458" y="345984"/>
                      <a:pt x="67915" y="349247"/>
                      <a:pt x="68117" y="349449"/>
                    </a:cubicBezTo>
                    <a:cubicBezTo>
                      <a:pt x="68285" y="349650"/>
                      <a:pt x="71785" y="356681"/>
                      <a:pt x="71785" y="356681"/>
                    </a:cubicBezTo>
                    <a:lnTo>
                      <a:pt x="74478" y="361895"/>
                    </a:lnTo>
                    <a:lnTo>
                      <a:pt x="78550" y="367177"/>
                    </a:lnTo>
                    <a:lnTo>
                      <a:pt x="80435" y="371011"/>
                    </a:lnTo>
                    <a:lnTo>
                      <a:pt x="81242" y="373703"/>
                    </a:lnTo>
                    <a:lnTo>
                      <a:pt x="81713" y="376966"/>
                    </a:lnTo>
                    <a:lnTo>
                      <a:pt x="81545" y="379590"/>
                    </a:lnTo>
                    <a:lnTo>
                      <a:pt x="81545" y="381608"/>
                    </a:lnTo>
                    <a:lnTo>
                      <a:pt x="81545" y="383492"/>
                    </a:lnTo>
                    <a:lnTo>
                      <a:pt x="81545" y="386822"/>
                    </a:lnTo>
                    <a:lnTo>
                      <a:pt x="82286" y="387999"/>
                    </a:lnTo>
                    <a:lnTo>
                      <a:pt x="82353" y="388807"/>
                    </a:lnTo>
                    <a:lnTo>
                      <a:pt x="82420" y="390623"/>
                    </a:lnTo>
                    <a:lnTo>
                      <a:pt x="83800" y="392373"/>
                    </a:lnTo>
                    <a:cubicBezTo>
                      <a:pt x="83800" y="392373"/>
                      <a:pt x="84238" y="392810"/>
                      <a:pt x="84473" y="392877"/>
                    </a:cubicBezTo>
                    <a:cubicBezTo>
                      <a:pt x="84675" y="392944"/>
                      <a:pt x="86156" y="393550"/>
                      <a:pt x="86358" y="393550"/>
                    </a:cubicBezTo>
                    <a:cubicBezTo>
                      <a:pt x="86560" y="393550"/>
                      <a:pt x="90430" y="394660"/>
                      <a:pt x="90430" y="394660"/>
                    </a:cubicBezTo>
                    <a:lnTo>
                      <a:pt x="92887" y="394660"/>
                    </a:lnTo>
                    <a:cubicBezTo>
                      <a:pt x="92887" y="394660"/>
                      <a:pt x="93325" y="394660"/>
                      <a:pt x="94637" y="394660"/>
                    </a:cubicBezTo>
                    <a:cubicBezTo>
                      <a:pt x="95949" y="394660"/>
                      <a:pt x="98103" y="394660"/>
                      <a:pt x="98103" y="394660"/>
                    </a:cubicBezTo>
                    <a:lnTo>
                      <a:pt x="99483" y="394357"/>
                    </a:lnTo>
                    <a:lnTo>
                      <a:pt x="99786" y="393281"/>
                    </a:lnTo>
                    <a:lnTo>
                      <a:pt x="100291" y="392137"/>
                    </a:lnTo>
                    <a:lnTo>
                      <a:pt x="100863" y="390119"/>
                    </a:lnTo>
                    <a:lnTo>
                      <a:pt x="100930" y="387865"/>
                    </a:lnTo>
                    <a:lnTo>
                      <a:pt x="101200" y="382146"/>
                    </a:lnTo>
                    <a:lnTo>
                      <a:pt x="100728" y="376697"/>
                    </a:lnTo>
                    <a:lnTo>
                      <a:pt x="100728" y="371213"/>
                    </a:lnTo>
                    <a:lnTo>
                      <a:pt x="100728" y="367950"/>
                    </a:lnTo>
                    <a:lnTo>
                      <a:pt x="100728" y="327751"/>
                    </a:lnTo>
                    <a:lnTo>
                      <a:pt x="102546" y="325060"/>
                    </a:lnTo>
                    <a:lnTo>
                      <a:pt x="103791" y="320855"/>
                    </a:lnTo>
                    <a:lnTo>
                      <a:pt x="107628" y="313454"/>
                    </a:lnTo>
                    <a:lnTo>
                      <a:pt x="112339" y="305549"/>
                    </a:lnTo>
                    <a:lnTo>
                      <a:pt x="114796" y="300032"/>
                    </a:lnTo>
                    <a:lnTo>
                      <a:pt x="118565" y="293304"/>
                    </a:lnTo>
                    <a:lnTo>
                      <a:pt x="124084" y="285062"/>
                    </a:lnTo>
                    <a:cubicBezTo>
                      <a:pt x="124084" y="285062"/>
                      <a:pt x="127046" y="279781"/>
                      <a:pt x="127181" y="279545"/>
                    </a:cubicBezTo>
                    <a:cubicBezTo>
                      <a:pt x="127316" y="279343"/>
                      <a:pt x="129066" y="276652"/>
                      <a:pt x="129066" y="276652"/>
                    </a:cubicBezTo>
                    <a:lnTo>
                      <a:pt x="132599" y="270294"/>
                    </a:lnTo>
                    <a:lnTo>
                      <a:pt x="134618" y="264004"/>
                    </a:lnTo>
                    <a:lnTo>
                      <a:pt x="137075" y="258588"/>
                    </a:lnTo>
                    <a:lnTo>
                      <a:pt x="139970" y="253071"/>
                    </a:lnTo>
                    <a:cubicBezTo>
                      <a:pt x="139970" y="253071"/>
                      <a:pt x="144277" y="246108"/>
                      <a:pt x="144513" y="245838"/>
                    </a:cubicBezTo>
                    <a:cubicBezTo>
                      <a:pt x="144715" y="245536"/>
                      <a:pt x="145927" y="241869"/>
                      <a:pt x="145927" y="240557"/>
                    </a:cubicBezTo>
                    <a:cubicBezTo>
                      <a:pt x="145927" y="239245"/>
                      <a:pt x="145927" y="232147"/>
                      <a:pt x="145927" y="232147"/>
                    </a:cubicBezTo>
                    <a:lnTo>
                      <a:pt x="148451" y="213376"/>
                    </a:lnTo>
                    <a:lnTo>
                      <a:pt x="148013" y="200559"/>
                    </a:lnTo>
                    <a:lnTo>
                      <a:pt x="149157" y="193159"/>
                    </a:lnTo>
                    <a:lnTo>
                      <a:pt x="151109" y="165709"/>
                    </a:lnTo>
                    <a:lnTo>
                      <a:pt x="152859" y="155213"/>
                    </a:lnTo>
                    <a:lnTo>
                      <a:pt x="154542" y="138831"/>
                    </a:lnTo>
                    <a:lnTo>
                      <a:pt x="156292" y="131867"/>
                    </a:lnTo>
                    <a:lnTo>
                      <a:pt x="159489" y="124063"/>
                    </a:lnTo>
                    <a:lnTo>
                      <a:pt x="162754" y="112995"/>
                    </a:lnTo>
                    <a:lnTo>
                      <a:pt x="165446" y="108286"/>
                    </a:lnTo>
                    <a:lnTo>
                      <a:pt x="166893" y="105023"/>
                    </a:lnTo>
                    <a:lnTo>
                      <a:pt x="170090" y="99304"/>
                    </a:lnTo>
                    <a:lnTo>
                      <a:pt x="171672" y="96108"/>
                    </a:lnTo>
                    <a:lnTo>
                      <a:pt x="172749" y="92542"/>
                    </a:lnTo>
                    <a:lnTo>
                      <a:pt x="174331" y="88405"/>
                    </a:lnTo>
                    <a:lnTo>
                      <a:pt x="174028" y="81879"/>
                    </a:lnTo>
                    <a:lnTo>
                      <a:pt x="173893" y="78548"/>
                    </a:lnTo>
                    <a:lnTo>
                      <a:pt x="173254" y="69197"/>
                    </a:lnTo>
                    <a:lnTo>
                      <a:pt x="171571" y="64420"/>
                    </a:lnTo>
                    <a:lnTo>
                      <a:pt x="170427" y="59004"/>
                    </a:lnTo>
                    <a:lnTo>
                      <a:pt x="169485" y="54799"/>
                    </a:lnTo>
                    <a:lnTo>
                      <a:pt x="169922" y="49719"/>
                    </a:lnTo>
                    <a:lnTo>
                      <a:pt x="170293" y="46759"/>
                    </a:lnTo>
                    <a:cubicBezTo>
                      <a:pt x="170293" y="46759"/>
                      <a:pt x="171874" y="42722"/>
                      <a:pt x="172110" y="42420"/>
                    </a:cubicBezTo>
                    <a:cubicBezTo>
                      <a:pt x="172345" y="42117"/>
                      <a:pt x="175509" y="37273"/>
                      <a:pt x="175509" y="37273"/>
                    </a:cubicBezTo>
                    <a:lnTo>
                      <a:pt x="178336" y="32294"/>
                    </a:lnTo>
                    <a:lnTo>
                      <a:pt x="179514" y="28022"/>
                    </a:lnTo>
                    <a:lnTo>
                      <a:pt x="178942" y="21731"/>
                    </a:lnTo>
                    <a:lnTo>
                      <a:pt x="176620" y="18266"/>
                    </a:lnTo>
                    <a:cubicBezTo>
                      <a:pt x="176620" y="18266"/>
                      <a:pt x="173523" y="15306"/>
                      <a:pt x="173220" y="15306"/>
                    </a:cubicBezTo>
                    <a:cubicBezTo>
                      <a:pt x="172917" y="15306"/>
                      <a:pt x="168744" y="14431"/>
                      <a:pt x="168744" y="14431"/>
                    </a:cubicBezTo>
                    <a:lnTo>
                      <a:pt x="166287" y="12682"/>
                    </a:lnTo>
                    <a:cubicBezTo>
                      <a:pt x="166287" y="12682"/>
                      <a:pt x="161946" y="11942"/>
                      <a:pt x="160634" y="12615"/>
                    </a:cubicBezTo>
                    <a:cubicBezTo>
                      <a:pt x="159321" y="13254"/>
                      <a:pt x="156427" y="14061"/>
                      <a:pt x="156427" y="14061"/>
                    </a:cubicBezTo>
                    <a:lnTo>
                      <a:pt x="154239" y="14768"/>
                    </a:lnTo>
                    <a:lnTo>
                      <a:pt x="151648" y="13624"/>
                    </a:lnTo>
                    <a:lnTo>
                      <a:pt x="150335" y="11942"/>
                    </a:lnTo>
                    <a:lnTo>
                      <a:pt x="146128" y="8746"/>
                    </a:lnTo>
                    <a:cubicBezTo>
                      <a:pt x="146128" y="8746"/>
                      <a:pt x="144311" y="7064"/>
                      <a:pt x="144177" y="6728"/>
                    </a:cubicBezTo>
                    <a:cubicBezTo>
                      <a:pt x="144042" y="6358"/>
                      <a:pt x="142359" y="3902"/>
                      <a:pt x="142359" y="3902"/>
                    </a:cubicBezTo>
                    <a:lnTo>
                      <a:pt x="140037" y="1312"/>
                    </a:lnTo>
                    <a:lnTo>
                      <a:pt x="138455" y="673"/>
                    </a:lnTo>
                    <a:lnTo>
                      <a:pt x="136335" y="0"/>
                    </a:lnTo>
                    <a:close/>
                  </a:path>
                </a:pathLst>
              </a:custGeom>
              <a:grpFill/>
              <a:ln w="6350" cap="flat">
                <a:solidFill>
                  <a:schemeClr val="bg1"/>
                </a:solidFill>
                <a:prstDash val="solid"/>
                <a:miter/>
              </a:ln>
            </p:spPr>
            <p:txBody>
              <a:bodyPr rtlCol="0" anchor="ctr"/>
              <a:lstStyle/>
              <a:p>
                <a:endParaRPr lang="en-US"/>
              </a:p>
            </p:txBody>
          </p:sp>
          <p:sp>
            <p:nvSpPr>
              <p:cNvPr id="137" name="Freeform 916">
                <a:extLst>
                  <a:ext uri="{FF2B5EF4-FFF2-40B4-BE49-F238E27FC236}">
                    <a16:creationId xmlns:a16="http://schemas.microsoft.com/office/drawing/2014/main" id="{1B96E437-869F-7449-1035-DE9BDD78C693}"/>
                  </a:ext>
                </a:extLst>
              </p:cNvPr>
              <p:cNvSpPr/>
              <p:nvPr/>
            </p:nvSpPr>
            <p:spPr>
              <a:xfrm>
                <a:off x="6399073" y="3562874"/>
                <a:ext cx="5216" cy="9015"/>
              </a:xfrm>
              <a:custGeom>
                <a:avLst/>
                <a:gdLst>
                  <a:gd name="connsiteX0" fmla="*/ 1414 w 5216"/>
                  <a:gd name="connsiteY0" fmla="*/ 9016 h 9015"/>
                  <a:gd name="connsiteX1" fmla="*/ 5216 w 5216"/>
                  <a:gd name="connsiteY1" fmla="*/ 7165 h 9015"/>
                  <a:gd name="connsiteX2" fmla="*/ 5216 w 5216"/>
                  <a:gd name="connsiteY2" fmla="*/ 4541 h 9015"/>
                  <a:gd name="connsiteX3" fmla="*/ 5216 w 5216"/>
                  <a:gd name="connsiteY3" fmla="*/ 1076 h 9015"/>
                  <a:gd name="connsiteX4" fmla="*/ 1414 w 5216"/>
                  <a:gd name="connsiteY4" fmla="*/ 0 h 9015"/>
                  <a:gd name="connsiteX5" fmla="*/ 0 w 5216"/>
                  <a:gd name="connsiteY5" fmla="*/ 2927 h 9015"/>
                  <a:gd name="connsiteX6" fmla="*/ 0 w 5216"/>
                  <a:gd name="connsiteY6" fmla="*/ 4541 h 9015"/>
                  <a:gd name="connsiteX7" fmla="*/ 0 w 5216"/>
                  <a:gd name="connsiteY7" fmla="*/ 6291 h 9015"/>
                  <a:gd name="connsiteX8" fmla="*/ 0 w 5216"/>
                  <a:gd name="connsiteY8" fmla="*/ 8006 h 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6" h="9015">
                    <a:moveTo>
                      <a:pt x="1414" y="9016"/>
                    </a:moveTo>
                    <a:lnTo>
                      <a:pt x="5216" y="7165"/>
                    </a:lnTo>
                    <a:lnTo>
                      <a:pt x="5216" y="4541"/>
                    </a:lnTo>
                    <a:lnTo>
                      <a:pt x="5216" y="1076"/>
                    </a:lnTo>
                    <a:lnTo>
                      <a:pt x="1414" y="0"/>
                    </a:lnTo>
                    <a:lnTo>
                      <a:pt x="0" y="2927"/>
                    </a:lnTo>
                    <a:lnTo>
                      <a:pt x="0" y="4541"/>
                    </a:lnTo>
                    <a:lnTo>
                      <a:pt x="0" y="6291"/>
                    </a:lnTo>
                    <a:lnTo>
                      <a:pt x="0" y="8006"/>
                    </a:lnTo>
                    <a:close/>
                  </a:path>
                </a:pathLst>
              </a:custGeom>
              <a:grpFill/>
              <a:ln w="6350" cap="flat">
                <a:solidFill>
                  <a:schemeClr val="bg1"/>
                </a:solidFill>
                <a:prstDash val="solid"/>
                <a:miter/>
              </a:ln>
            </p:spPr>
            <p:txBody>
              <a:bodyPr rtlCol="0" anchor="ctr"/>
              <a:lstStyle/>
              <a:p>
                <a:endParaRPr lang="en-US"/>
              </a:p>
            </p:txBody>
          </p:sp>
          <p:sp>
            <p:nvSpPr>
              <p:cNvPr id="138" name="Freeform 917">
                <a:extLst>
                  <a:ext uri="{FF2B5EF4-FFF2-40B4-BE49-F238E27FC236}">
                    <a16:creationId xmlns:a16="http://schemas.microsoft.com/office/drawing/2014/main" id="{447CFD49-D2A5-3F5A-3DF1-DDF451E1D124}"/>
                  </a:ext>
                </a:extLst>
              </p:cNvPr>
              <p:cNvSpPr/>
              <p:nvPr/>
            </p:nvSpPr>
            <p:spPr>
              <a:xfrm>
                <a:off x="6390357" y="3588238"/>
                <a:ext cx="3499" cy="4372"/>
              </a:xfrm>
              <a:custGeom>
                <a:avLst/>
                <a:gdLst>
                  <a:gd name="connsiteX0" fmla="*/ 1312 w 3499"/>
                  <a:gd name="connsiteY0" fmla="*/ 0 h 4372"/>
                  <a:gd name="connsiteX1" fmla="*/ 0 w 3499"/>
                  <a:gd name="connsiteY1" fmla="*/ 807 h 4372"/>
                  <a:gd name="connsiteX2" fmla="*/ 0 w 3499"/>
                  <a:gd name="connsiteY2" fmla="*/ 4373 h 4372"/>
                  <a:gd name="connsiteX3" fmla="*/ 2625 w 3499"/>
                  <a:gd name="connsiteY3" fmla="*/ 4373 h 4372"/>
                  <a:gd name="connsiteX4" fmla="*/ 3500 w 3499"/>
                  <a:gd name="connsiteY4" fmla="*/ 2186 h 4372"/>
                  <a:gd name="connsiteX5" fmla="*/ 3500 w 3499"/>
                  <a:gd name="connsiteY5" fmla="*/ 34 h 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 h="4372">
                    <a:moveTo>
                      <a:pt x="1312" y="0"/>
                    </a:moveTo>
                    <a:lnTo>
                      <a:pt x="0" y="807"/>
                    </a:lnTo>
                    <a:lnTo>
                      <a:pt x="0" y="4373"/>
                    </a:lnTo>
                    <a:lnTo>
                      <a:pt x="2625" y="4373"/>
                    </a:lnTo>
                    <a:lnTo>
                      <a:pt x="3500" y="2186"/>
                    </a:lnTo>
                    <a:lnTo>
                      <a:pt x="3500" y="34"/>
                    </a:lnTo>
                    <a:close/>
                  </a:path>
                </a:pathLst>
              </a:custGeom>
              <a:grpFill/>
              <a:ln w="6350" cap="flat">
                <a:solidFill>
                  <a:schemeClr val="bg1"/>
                </a:solidFill>
                <a:prstDash val="solid"/>
                <a:miter/>
              </a:ln>
            </p:spPr>
            <p:txBody>
              <a:bodyPr rtlCol="0" anchor="ctr"/>
              <a:lstStyle/>
              <a:p>
                <a:endParaRPr lang="en-US"/>
              </a:p>
            </p:txBody>
          </p:sp>
          <p:sp>
            <p:nvSpPr>
              <p:cNvPr id="139" name="Freeform 918">
                <a:extLst>
                  <a:ext uri="{FF2B5EF4-FFF2-40B4-BE49-F238E27FC236}">
                    <a16:creationId xmlns:a16="http://schemas.microsoft.com/office/drawing/2014/main" id="{78CE3F53-90DB-36A2-0C16-C55627BD5F1B}"/>
                  </a:ext>
                </a:extLst>
              </p:cNvPr>
              <p:cNvSpPr/>
              <p:nvPr/>
            </p:nvSpPr>
            <p:spPr>
              <a:xfrm>
                <a:off x="6410213" y="3629178"/>
                <a:ext cx="9692" cy="12480"/>
              </a:xfrm>
              <a:custGeom>
                <a:avLst/>
                <a:gdLst>
                  <a:gd name="connsiteX0" fmla="*/ 371 w 9692"/>
                  <a:gd name="connsiteY0" fmla="*/ 2624 h 12480"/>
                  <a:gd name="connsiteX1" fmla="*/ 0 w 9692"/>
                  <a:gd name="connsiteY1" fmla="*/ 4777 h 12480"/>
                  <a:gd name="connsiteX2" fmla="*/ 606 w 9692"/>
                  <a:gd name="connsiteY2" fmla="*/ 6997 h 12480"/>
                  <a:gd name="connsiteX3" fmla="*/ 1178 w 9692"/>
                  <a:gd name="connsiteY3" fmla="*/ 8545 h 12480"/>
                  <a:gd name="connsiteX4" fmla="*/ 2490 w 9692"/>
                  <a:gd name="connsiteY4" fmla="*/ 9655 h 12480"/>
                  <a:gd name="connsiteX5" fmla="*/ 5318 w 9692"/>
                  <a:gd name="connsiteY5" fmla="*/ 10967 h 12480"/>
                  <a:gd name="connsiteX6" fmla="*/ 7606 w 9692"/>
                  <a:gd name="connsiteY6" fmla="*/ 12481 h 12480"/>
                  <a:gd name="connsiteX7" fmla="*/ 7943 w 9692"/>
                  <a:gd name="connsiteY7" fmla="*/ 11303 h 12480"/>
                  <a:gd name="connsiteX8" fmla="*/ 7943 w 9692"/>
                  <a:gd name="connsiteY8" fmla="*/ 9554 h 12480"/>
                  <a:gd name="connsiteX9" fmla="*/ 9693 w 9692"/>
                  <a:gd name="connsiteY9" fmla="*/ 5652 h 12480"/>
                  <a:gd name="connsiteX10" fmla="*/ 9693 w 9692"/>
                  <a:gd name="connsiteY10" fmla="*/ 2624 h 12480"/>
                  <a:gd name="connsiteX11" fmla="*/ 9154 w 9692"/>
                  <a:gd name="connsiteY11" fmla="*/ 1144 h 12480"/>
                  <a:gd name="connsiteX12" fmla="*/ 6967 w 9692"/>
                  <a:gd name="connsiteY12" fmla="*/ 0 h 12480"/>
                  <a:gd name="connsiteX13" fmla="*/ 3601 w 9692"/>
                  <a:gd name="connsiteY13" fmla="*/ 0 h 12480"/>
                  <a:gd name="connsiteX14" fmla="*/ 2726 w 9692"/>
                  <a:gd name="connsiteY14" fmla="*/ 1077 h 12480"/>
                  <a:gd name="connsiteX15" fmla="*/ 976 w 9692"/>
                  <a:gd name="connsiteY15" fmla="*/ 1850 h 12480"/>
                  <a:gd name="connsiteX16" fmla="*/ 371 w 9692"/>
                  <a:gd name="connsiteY16" fmla="*/ 262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2" h="12480">
                    <a:moveTo>
                      <a:pt x="371" y="2624"/>
                    </a:moveTo>
                    <a:lnTo>
                      <a:pt x="0" y="4777"/>
                    </a:lnTo>
                    <a:lnTo>
                      <a:pt x="606" y="6997"/>
                    </a:lnTo>
                    <a:lnTo>
                      <a:pt x="1178" y="8545"/>
                    </a:lnTo>
                    <a:lnTo>
                      <a:pt x="2490" y="9655"/>
                    </a:lnTo>
                    <a:lnTo>
                      <a:pt x="5318" y="10967"/>
                    </a:lnTo>
                    <a:lnTo>
                      <a:pt x="7606" y="12481"/>
                    </a:lnTo>
                    <a:cubicBezTo>
                      <a:pt x="7606" y="12481"/>
                      <a:pt x="7943" y="11740"/>
                      <a:pt x="7943" y="11303"/>
                    </a:cubicBezTo>
                    <a:cubicBezTo>
                      <a:pt x="7943" y="10866"/>
                      <a:pt x="7943" y="9554"/>
                      <a:pt x="7943" y="9554"/>
                    </a:cubicBezTo>
                    <a:lnTo>
                      <a:pt x="9693" y="5652"/>
                    </a:lnTo>
                    <a:lnTo>
                      <a:pt x="9693" y="2624"/>
                    </a:lnTo>
                    <a:lnTo>
                      <a:pt x="9154" y="1144"/>
                    </a:lnTo>
                    <a:lnTo>
                      <a:pt x="6967" y="0"/>
                    </a:lnTo>
                    <a:lnTo>
                      <a:pt x="3601" y="0"/>
                    </a:lnTo>
                    <a:lnTo>
                      <a:pt x="2726" y="1077"/>
                    </a:lnTo>
                    <a:lnTo>
                      <a:pt x="976" y="1850"/>
                    </a:lnTo>
                    <a:lnTo>
                      <a:pt x="371" y="2624"/>
                    </a:lnTo>
                    <a:close/>
                  </a:path>
                </a:pathLst>
              </a:custGeom>
              <a:grpFill/>
              <a:ln w="6350" cap="flat">
                <a:solidFill>
                  <a:schemeClr val="bg1"/>
                </a:solidFill>
                <a:prstDash val="solid"/>
                <a:miter/>
              </a:ln>
            </p:spPr>
            <p:txBody>
              <a:bodyPr rtlCol="0" anchor="ctr"/>
              <a:lstStyle/>
              <a:p>
                <a:endParaRPr lang="en-US"/>
              </a:p>
            </p:txBody>
          </p:sp>
          <p:sp>
            <p:nvSpPr>
              <p:cNvPr id="140" name="Freeform 919">
                <a:extLst>
                  <a:ext uri="{FF2B5EF4-FFF2-40B4-BE49-F238E27FC236}">
                    <a16:creationId xmlns:a16="http://schemas.microsoft.com/office/drawing/2014/main" id="{F24243CB-C99C-2DE4-78D3-3B52C80726AF}"/>
                  </a:ext>
                </a:extLst>
              </p:cNvPr>
              <p:cNvSpPr/>
              <p:nvPr/>
            </p:nvSpPr>
            <p:spPr>
              <a:xfrm>
                <a:off x="6343913" y="3678359"/>
                <a:ext cx="3197" cy="3128"/>
              </a:xfrm>
              <a:custGeom>
                <a:avLst/>
                <a:gdLst>
                  <a:gd name="connsiteX0" fmla="*/ 0 w 3197"/>
                  <a:gd name="connsiteY0" fmla="*/ 1985 h 3128"/>
                  <a:gd name="connsiteX1" fmla="*/ 942 w 3197"/>
                  <a:gd name="connsiteY1" fmla="*/ 3129 h 3128"/>
                  <a:gd name="connsiteX2" fmla="*/ 2322 w 3197"/>
                  <a:gd name="connsiteY2" fmla="*/ 2557 h 3128"/>
                  <a:gd name="connsiteX3" fmla="*/ 3197 w 3197"/>
                  <a:gd name="connsiteY3" fmla="*/ 505 h 3128"/>
                  <a:gd name="connsiteX4" fmla="*/ 1615 w 3197"/>
                  <a:gd name="connsiteY4" fmla="*/ 0 h 3128"/>
                  <a:gd name="connsiteX5" fmla="*/ 808 w 3197"/>
                  <a:gd name="connsiteY5" fmla="*/ 1110 h 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 h="3128">
                    <a:moveTo>
                      <a:pt x="0" y="1985"/>
                    </a:moveTo>
                    <a:lnTo>
                      <a:pt x="942" y="3129"/>
                    </a:lnTo>
                    <a:lnTo>
                      <a:pt x="2322" y="2557"/>
                    </a:lnTo>
                    <a:lnTo>
                      <a:pt x="3197" y="505"/>
                    </a:lnTo>
                    <a:lnTo>
                      <a:pt x="1615" y="0"/>
                    </a:lnTo>
                    <a:lnTo>
                      <a:pt x="808" y="1110"/>
                    </a:lnTo>
                    <a:close/>
                  </a:path>
                </a:pathLst>
              </a:custGeom>
              <a:grpFill/>
              <a:ln w="6350" cap="flat">
                <a:solidFill>
                  <a:schemeClr val="bg1"/>
                </a:solidFill>
                <a:prstDash val="solid"/>
                <a:miter/>
              </a:ln>
            </p:spPr>
            <p:txBody>
              <a:bodyPr rtlCol="0" anchor="ctr"/>
              <a:lstStyle/>
              <a:p>
                <a:endParaRPr lang="en-US"/>
              </a:p>
            </p:txBody>
          </p:sp>
          <p:sp>
            <p:nvSpPr>
              <p:cNvPr id="141" name="Freeform 920">
                <a:extLst>
                  <a:ext uri="{FF2B5EF4-FFF2-40B4-BE49-F238E27FC236}">
                    <a16:creationId xmlns:a16="http://schemas.microsoft.com/office/drawing/2014/main" id="{6A460F4F-6CA3-7C91-E89B-010F54658307}"/>
                  </a:ext>
                </a:extLst>
              </p:cNvPr>
              <p:cNvSpPr/>
              <p:nvPr/>
            </p:nvSpPr>
            <p:spPr>
              <a:xfrm>
                <a:off x="6167900" y="3531690"/>
                <a:ext cx="3668" cy="4103"/>
              </a:xfrm>
              <a:custGeom>
                <a:avLst/>
                <a:gdLst>
                  <a:gd name="connsiteX0" fmla="*/ 0 w 3668"/>
                  <a:gd name="connsiteY0" fmla="*/ 1951 h 4103"/>
                  <a:gd name="connsiteX1" fmla="*/ 1716 w 3668"/>
                  <a:gd name="connsiteY1" fmla="*/ 4104 h 4103"/>
                  <a:gd name="connsiteX2" fmla="*/ 3669 w 3668"/>
                  <a:gd name="connsiteY2" fmla="*/ 1951 h 4103"/>
                  <a:gd name="connsiteX3" fmla="*/ 2928 w 3668"/>
                  <a:gd name="connsiteY3" fmla="*/ 0 h 4103"/>
                </a:gdLst>
                <a:ahLst/>
                <a:cxnLst>
                  <a:cxn ang="0">
                    <a:pos x="connsiteX0" y="connsiteY0"/>
                  </a:cxn>
                  <a:cxn ang="0">
                    <a:pos x="connsiteX1" y="connsiteY1"/>
                  </a:cxn>
                  <a:cxn ang="0">
                    <a:pos x="connsiteX2" y="connsiteY2"/>
                  </a:cxn>
                  <a:cxn ang="0">
                    <a:pos x="connsiteX3" y="connsiteY3"/>
                  </a:cxn>
                </a:cxnLst>
                <a:rect l="l" t="t" r="r" b="b"/>
                <a:pathLst>
                  <a:path w="3668" h="4103">
                    <a:moveTo>
                      <a:pt x="0" y="1951"/>
                    </a:moveTo>
                    <a:lnTo>
                      <a:pt x="1716" y="4104"/>
                    </a:lnTo>
                    <a:lnTo>
                      <a:pt x="3669" y="1951"/>
                    </a:lnTo>
                    <a:lnTo>
                      <a:pt x="2928" y="0"/>
                    </a:lnTo>
                    <a:close/>
                  </a:path>
                </a:pathLst>
              </a:custGeom>
              <a:grpFill/>
              <a:ln w="6350" cap="flat">
                <a:solidFill>
                  <a:schemeClr val="bg1"/>
                </a:solidFill>
                <a:prstDash val="solid"/>
                <a:miter/>
              </a:ln>
            </p:spPr>
            <p:txBody>
              <a:bodyPr rtlCol="0" anchor="ctr"/>
              <a:lstStyle/>
              <a:p>
                <a:endParaRPr lang="en-US"/>
              </a:p>
            </p:txBody>
          </p:sp>
          <p:sp>
            <p:nvSpPr>
              <p:cNvPr id="142" name="Freeform 921">
                <a:extLst>
                  <a:ext uri="{FF2B5EF4-FFF2-40B4-BE49-F238E27FC236}">
                    <a16:creationId xmlns:a16="http://schemas.microsoft.com/office/drawing/2014/main" id="{F929B689-DDAE-51AC-C86D-A4724320A188}"/>
                  </a:ext>
                </a:extLst>
              </p:cNvPr>
              <p:cNvSpPr/>
              <p:nvPr/>
            </p:nvSpPr>
            <p:spPr>
              <a:xfrm>
                <a:off x="6176482" y="3509993"/>
                <a:ext cx="5553" cy="6155"/>
              </a:xfrm>
              <a:custGeom>
                <a:avLst/>
                <a:gdLst>
                  <a:gd name="connsiteX0" fmla="*/ 0 w 5553"/>
                  <a:gd name="connsiteY0" fmla="*/ 3768 h 6155"/>
                  <a:gd name="connsiteX1" fmla="*/ 1043 w 5553"/>
                  <a:gd name="connsiteY1" fmla="*/ 5281 h 6155"/>
                  <a:gd name="connsiteX2" fmla="*/ 2759 w 5553"/>
                  <a:gd name="connsiteY2" fmla="*/ 6156 h 6155"/>
                  <a:gd name="connsiteX3" fmla="*/ 4342 w 5553"/>
                  <a:gd name="connsiteY3" fmla="*/ 6156 h 6155"/>
                  <a:gd name="connsiteX4" fmla="*/ 5553 w 5553"/>
                  <a:gd name="connsiteY4" fmla="*/ 3431 h 6155"/>
                  <a:gd name="connsiteX5" fmla="*/ 4712 w 5553"/>
                  <a:gd name="connsiteY5" fmla="*/ 1009 h 6155"/>
                  <a:gd name="connsiteX6" fmla="*/ 2861 w 5553"/>
                  <a:gd name="connsiteY6" fmla="*/ 0 h 6155"/>
                  <a:gd name="connsiteX7" fmla="*/ 673 w 5553"/>
                  <a:gd name="connsiteY7" fmla="*/ 875 h 6155"/>
                  <a:gd name="connsiteX8" fmla="*/ 0 w 5553"/>
                  <a:gd name="connsiteY8" fmla="*/ 2657 h 6155"/>
                  <a:gd name="connsiteX9" fmla="*/ 0 w 5553"/>
                  <a:gd name="connsiteY9" fmla="*/ 3768 h 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3" h="6155">
                    <a:moveTo>
                      <a:pt x="0" y="3768"/>
                    </a:moveTo>
                    <a:lnTo>
                      <a:pt x="1043" y="5281"/>
                    </a:lnTo>
                    <a:lnTo>
                      <a:pt x="2759" y="6156"/>
                    </a:lnTo>
                    <a:lnTo>
                      <a:pt x="4342" y="6156"/>
                    </a:lnTo>
                    <a:cubicBezTo>
                      <a:pt x="4342" y="6156"/>
                      <a:pt x="5553" y="3599"/>
                      <a:pt x="5553" y="3431"/>
                    </a:cubicBezTo>
                    <a:cubicBezTo>
                      <a:pt x="5553" y="3297"/>
                      <a:pt x="4813" y="1043"/>
                      <a:pt x="4712" y="1009"/>
                    </a:cubicBezTo>
                    <a:cubicBezTo>
                      <a:pt x="4611" y="975"/>
                      <a:pt x="2861" y="0"/>
                      <a:pt x="2861" y="0"/>
                    </a:cubicBezTo>
                    <a:lnTo>
                      <a:pt x="673" y="875"/>
                    </a:lnTo>
                    <a:lnTo>
                      <a:pt x="0" y="2657"/>
                    </a:lnTo>
                    <a:lnTo>
                      <a:pt x="0" y="3768"/>
                    </a:lnTo>
                    <a:close/>
                  </a:path>
                </a:pathLst>
              </a:custGeom>
              <a:grpFill/>
              <a:ln w="6350" cap="flat">
                <a:solidFill>
                  <a:schemeClr val="bg1"/>
                </a:solidFill>
                <a:prstDash val="solid"/>
                <a:miter/>
              </a:ln>
            </p:spPr>
            <p:txBody>
              <a:bodyPr rtlCol="0" anchor="ctr"/>
              <a:lstStyle/>
              <a:p>
                <a:endParaRPr lang="en-US"/>
              </a:p>
            </p:txBody>
          </p:sp>
          <p:sp>
            <p:nvSpPr>
              <p:cNvPr id="143" name="Freeform 922">
                <a:extLst>
                  <a:ext uri="{FF2B5EF4-FFF2-40B4-BE49-F238E27FC236}">
                    <a16:creationId xmlns:a16="http://schemas.microsoft.com/office/drawing/2014/main" id="{E56B681F-E84B-4F54-5DAD-52B15C2E55F2}"/>
                  </a:ext>
                </a:extLst>
              </p:cNvPr>
              <p:cNvSpPr/>
              <p:nvPr/>
            </p:nvSpPr>
            <p:spPr>
              <a:xfrm>
                <a:off x="6171345" y="3477343"/>
                <a:ext cx="21604" cy="21248"/>
              </a:xfrm>
              <a:custGeom>
                <a:avLst/>
                <a:gdLst>
                  <a:gd name="connsiteX0" fmla="*/ 10185 w 21604"/>
                  <a:gd name="connsiteY0" fmla="*/ 13812 h 21248"/>
                  <a:gd name="connsiteX1" fmla="*/ 8906 w 21604"/>
                  <a:gd name="connsiteY1" fmla="*/ 17108 h 21248"/>
                  <a:gd name="connsiteX2" fmla="*/ 9478 w 21604"/>
                  <a:gd name="connsiteY2" fmla="*/ 19967 h 21248"/>
                  <a:gd name="connsiteX3" fmla="*/ 15166 w 21604"/>
                  <a:gd name="connsiteY3" fmla="*/ 21010 h 21248"/>
                  <a:gd name="connsiteX4" fmla="*/ 19507 w 21604"/>
                  <a:gd name="connsiteY4" fmla="*/ 15695 h 21248"/>
                  <a:gd name="connsiteX5" fmla="*/ 19507 w 21604"/>
                  <a:gd name="connsiteY5" fmla="*/ 11625 h 21248"/>
                  <a:gd name="connsiteX6" fmla="*/ 19945 w 21604"/>
                  <a:gd name="connsiteY6" fmla="*/ 9438 h 21248"/>
                  <a:gd name="connsiteX7" fmla="*/ 21526 w 21604"/>
                  <a:gd name="connsiteY7" fmla="*/ 4729 h 21248"/>
                  <a:gd name="connsiteX8" fmla="*/ 21526 w 21604"/>
                  <a:gd name="connsiteY8" fmla="*/ 1836 h 21248"/>
                  <a:gd name="connsiteX9" fmla="*/ 17387 w 21604"/>
                  <a:gd name="connsiteY9" fmla="*/ 826 h 21248"/>
                  <a:gd name="connsiteX10" fmla="*/ 13819 w 21604"/>
                  <a:gd name="connsiteY10" fmla="*/ 86 h 21248"/>
                  <a:gd name="connsiteX11" fmla="*/ 7896 w 21604"/>
                  <a:gd name="connsiteY11" fmla="*/ 2609 h 21248"/>
                  <a:gd name="connsiteX12" fmla="*/ 6281 w 21604"/>
                  <a:gd name="connsiteY12" fmla="*/ 3686 h 21248"/>
                  <a:gd name="connsiteX13" fmla="*/ 5541 w 21604"/>
                  <a:gd name="connsiteY13" fmla="*/ 4830 h 21248"/>
                  <a:gd name="connsiteX14" fmla="*/ 1569 w 21604"/>
                  <a:gd name="connsiteY14" fmla="*/ 4830 h 21248"/>
                  <a:gd name="connsiteX15" fmla="*/ 761 w 21604"/>
                  <a:gd name="connsiteY15" fmla="*/ 5704 h 21248"/>
                  <a:gd name="connsiteX16" fmla="*/ 55 w 21604"/>
                  <a:gd name="connsiteY16" fmla="*/ 8025 h 21248"/>
                  <a:gd name="connsiteX17" fmla="*/ 324 w 21604"/>
                  <a:gd name="connsiteY17" fmla="*/ 11725 h 21248"/>
                  <a:gd name="connsiteX18" fmla="*/ 2344 w 21604"/>
                  <a:gd name="connsiteY18" fmla="*/ 12870 h 21248"/>
                  <a:gd name="connsiteX19" fmla="*/ 5810 w 21604"/>
                  <a:gd name="connsiteY19" fmla="*/ 11120 h 21248"/>
                  <a:gd name="connsiteX20" fmla="*/ 7863 w 21604"/>
                  <a:gd name="connsiteY20" fmla="*/ 9977 h 21248"/>
                  <a:gd name="connsiteX21" fmla="*/ 9445 w 21604"/>
                  <a:gd name="connsiteY21" fmla="*/ 10548 h 21248"/>
                  <a:gd name="connsiteX22" fmla="*/ 10320 w 21604"/>
                  <a:gd name="connsiteY22" fmla="*/ 11558 h 21248"/>
                  <a:gd name="connsiteX23" fmla="*/ 10320 w 21604"/>
                  <a:gd name="connsiteY23" fmla="*/ 13508 h 21248"/>
                  <a:gd name="connsiteX24" fmla="*/ 10185 w 21604"/>
                  <a:gd name="connsiteY24" fmla="*/ 13812 h 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04" h="21248">
                    <a:moveTo>
                      <a:pt x="10185" y="13812"/>
                    </a:moveTo>
                    <a:lnTo>
                      <a:pt x="8906" y="17108"/>
                    </a:lnTo>
                    <a:cubicBezTo>
                      <a:pt x="8906" y="17108"/>
                      <a:pt x="7829" y="18285"/>
                      <a:pt x="9478" y="19967"/>
                    </a:cubicBezTo>
                    <a:cubicBezTo>
                      <a:pt x="11127" y="21616"/>
                      <a:pt x="14863" y="21313"/>
                      <a:pt x="15166" y="21010"/>
                    </a:cubicBezTo>
                    <a:cubicBezTo>
                      <a:pt x="15435" y="20707"/>
                      <a:pt x="19507" y="15695"/>
                      <a:pt x="19507" y="15695"/>
                    </a:cubicBezTo>
                    <a:cubicBezTo>
                      <a:pt x="19507" y="15695"/>
                      <a:pt x="19205" y="12196"/>
                      <a:pt x="19507" y="11625"/>
                    </a:cubicBezTo>
                    <a:cubicBezTo>
                      <a:pt x="19776" y="11053"/>
                      <a:pt x="19945" y="9438"/>
                      <a:pt x="19945" y="9438"/>
                    </a:cubicBezTo>
                    <a:cubicBezTo>
                      <a:pt x="19945" y="9438"/>
                      <a:pt x="21459" y="5031"/>
                      <a:pt x="21526" y="4729"/>
                    </a:cubicBezTo>
                    <a:cubicBezTo>
                      <a:pt x="21594" y="4426"/>
                      <a:pt x="21661" y="1970"/>
                      <a:pt x="21526" y="1836"/>
                    </a:cubicBezTo>
                    <a:cubicBezTo>
                      <a:pt x="21392" y="1701"/>
                      <a:pt x="17690" y="826"/>
                      <a:pt x="17387" y="826"/>
                    </a:cubicBezTo>
                    <a:cubicBezTo>
                      <a:pt x="17084" y="826"/>
                      <a:pt x="14863" y="-317"/>
                      <a:pt x="13819" y="86"/>
                    </a:cubicBezTo>
                    <a:cubicBezTo>
                      <a:pt x="12810" y="524"/>
                      <a:pt x="8367" y="2273"/>
                      <a:pt x="7896" y="2609"/>
                    </a:cubicBezTo>
                    <a:cubicBezTo>
                      <a:pt x="7459" y="2979"/>
                      <a:pt x="6281" y="3686"/>
                      <a:pt x="6281" y="3686"/>
                    </a:cubicBezTo>
                    <a:cubicBezTo>
                      <a:pt x="6281" y="3686"/>
                      <a:pt x="6147" y="4561"/>
                      <a:pt x="5541" y="4830"/>
                    </a:cubicBezTo>
                    <a:cubicBezTo>
                      <a:pt x="4968" y="5132"/>
                      <a:pt x="1569" y="4830"/>
                      <a:pt x="1569" y="4830"/>
                    </a:cubicBezTo>
                    <a:cubicBezTo>
                      <a:pt x="1569" y="4830"/>
                      <a:pt x="1065" y="5402"/>
                      <a:pt x="761" y="5704"/>
                    </a:cubicBezTo>
                    <a:cubicBezTo>
                      <a:pt x="459" y="6007"/>
                      <a:pt x="55" y="8025"/>
                      <a:pt x="55" y="8025"/>
                    </a:cubicBezTo>
                    <a:cubicBezTo>
                      <a:pt x="55" y="8025"/>
                      <a:pt x="-181" y="11490"/>
                      <a:pt x="324" y="11725"/>
                    </a:cubicBezTo>
                    <a:cubicBezTo>
                      <a:pt x="829" y="11928"/>
                      <a:pt x="1637" y="13105"/>
                      <a:pt x="2344" y="12870"/>
                    </a:cubicBezTo>
                    <a:cubicBezTo>
                      <a:pt x="3050" y="12667"/>
                      <a:pt x="4968" y="11725"/>
                      <a:pt x="5810" y="11120"/>
                    </a:cubicBezTo>
                    <a:cubicBezTo>
                      <a:pt x="6685" y="10548"/>
                      <a:pt x="7425" y="9876"/>
                      <a:pt x="7863" y="9977"/>
                    </a:cubicBezTo>
                    <a:cubicBezTo>
                      <a:pt x="8267" y="10043"/>
                      <a:pt x="9445" y="10548"/>
                      <a:pt x="9445" y="10548"/>
                    </a:cubicBezTo>
                    <a:lnTo>
                      <a:pt x="10320" y="11558"/>
                    </a:lnTo>
                    <a:lnTo>
                      <a:pt x="10320" y="13508"/>
                    </a:lnTo>
                    <a:lnTo>
                      <a:pt x="10185" y="13812"/>
                    </a:lnTo>
                    <a:close/>
                  </a:path>
                </a:pathLst>
              </a:custGeom>
              <a:grpFill/>
              <a:ln w="6350" cap="flat">
                <a:solidFill>
                  <a:schemeClr val="bg1"/>
                </a:solidFill>
                <a:prstDash val="solid"/>
                <a:miter/>
              </a:ln>
            </p:spPr>
            <p:txBody>
              <a:bodyPr rtlCol="0" anchor="ctr"/>
              <a:lstStyle/>
              <a:p>
                <a:endParaRPr lang="en-US"/>
              </a:p>
            </p:txBody>
          </p:sp>
        </p:grpSp>
      </p:grpSp>
      <p:sp>
        <p:nvSpPr>
          <p:cNvPr id="190" name="圆角矩形 189">
            <a:extLst>
              <a:ext uri="{FF2B5EF4-FFF2-40B4-BE49-F238E27FC236}">
                <a16:creationId xmlns:a16="http://schemas.microsoft.com/office/drawing/2014/main" id="{7E995E70-7CF2-64A5-3DE5-745ECB285C3C}"/>
              </a:ext>
            </a:extLst>
          </p:cNvPr>
          <p:cNvSpPr/>
          <p:nvPr/>
        </p:nvSpPr>
        <p:spPr>
          <a:xfrm>
            <a:off x="479608" y="1757659"/>
            <a:ext cx="2190540" cy="1748412"/>
          </a:xfrm>
          <a:prstGeom prst="roundRect">
            <a:avLst/>
          </a:prstGeom>
          <a:solidFill>
            <a:schemeClr val="bg1">
              <a:alpha val="76940"/>
            </a:schemeClr>
          </a:solid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1" name="椭圆 190">
            <a:extLst>
              <a:ext uri="{FF2B5EF4-FFF2-40B4-BE49-F238E27FC236}">
                <a16:creationId xmlns:a16="http://schemas.microsoft.com/office/drawing/2014/main" id="{046181D1-803E-4B73-E0AA-F5EDEA5619C0}"/>
              </a:ext>
            </a:extLst>
          </p:cNvPr>
          <p:cNvSpPr/>
          <p:nvPr/>
        </p:nvSpPr>
        <p:spPr>
          <a:xfrm rot="20635996">
            <a:off x="5005492" y="3087974"/>
            <a:ext cx="651622" cy="1033267"/>
          </a:xfrm>
          <a:prstGeom prst="ellipse">
            <a:avLst/>
          </a:prstGeom>
          <a:noFill/>
          <a:ln w="19050">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2" name="文本框 191">
            <a:extLst>
              <a:ext uri="{FF2B5EF4-FFF2-40B4-BE49-F238E27FC236}">
                <a16:creationId xmlns:a16="http://schemas.microsoft.com/office/drawing/2014/main" id="{41D01DE9-606C-3909-5C81-3614114E63D8}"/>
              </a:ext>
            </a:extLst>
          </p:cNvPr>
          <p:cNvSpPr txBox="1"/>
          <p:nvPr/>
        </p:nvSpPr>
        <p:spPr>
          <a:xfrm>
            <a:off x="3837379" y="2118611"/>
            <a:ext cx="1022657" cy="430887"/>
          </a:xfrm>
          <a:prstGeom prst="rect">
            <a:avLst/>
          </a:prstGeom>
          <a:noFill/>
        </p:spPr>
        <p:txBody>
          <a:bodyPr wrap="square" rtlCol="0">
            <a:spAutoFit/>
          </a:bodyPr>
          <a:lstStyle/>
          <a:p>
            <a:pPr algn="ctr"/>
            <a:r>
              <a:rPr kumimoji="1" lang="en" altLang="zh-CN" sz="105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05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3" name="矩形 192">
            <a:extLst>
              <a:ext uri="{FF2B5EF4-FFF2-40B4-BE49-F238E27FC236}">
                <a16:creationId xmlns:a16="http://schemas.microsoft.com/office/drawing/2014/main" id="{22F6625A-F010-CB32-24C2-EF3297B2BE29}"/>
              </a:ext>
            </a:extLst>
          </p:cNvPr>
          <p:cNvSpPr/>
          <p:nvPr/>
        </p:nvSpPr>
        <p:spPr>
          <a:xfrm>
            <a:off x="3047902" y="3976182"/>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4" name="文本框 193">
            <a:extLst>
              <a:ext uri="{FF2B5EF4-FFF2-40B4-BE49-F238E27FC236}">
                <a16:creationId xmlns:a16="http://schemas.microsoft.com/office/drawing/2014/main" id="{E5CF7033-BBBD-4DBF-0C56-8BD3AF424838}"/>
              </a:ext>
            </a:extLst>
          </p:cNvPr>
          <p:cNvSpPr txBox="1"/>
          <p:nvPr/>
        </p:nvSpPr>
        <p:spPr>
          <a:xfrm>
            <a:off x="3363139" y="3921049"/>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5" name="矩形 194">
            <a:extLst>
              <a:ext uri="{FF2B5EF4-FFF2-40B4-BE49-F238E27FC236}">
                <a16:creationId xmlns:a16="http://schemas.microsoft.com/office/drawing/2014/main" id="{24DBCACD-AB92-DEA9-5AA1-40322AE0005E}"/>
              </a:ext>
            </a:extLst>
          </p:cNvPr>
          <p:cNvSpPr/>
          <p:nvPr/>
        </p:nvSpPr>
        <p:spPr>
          <a:xfrm>
            <a:off x="3047902" y="4218861"/>
            <a:ext cx="329609" cy="159488"/>
          </a:xfrm>
          <a:prstGeom prst="rect">
            <a:avLst/>
          </a:prstGeom>
          <a:pattFill prst="wdDnDiag">
            <a:fgClr>
              <a:srgbClr val="BB3023"/>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6" name="文本框 195">
            <a:extLst>
              <a:ext uri="{FF2B5EF4-FFF2-40B4-BE49-F238E27FC236}">
                <a16:creationId xmlns:a16="http://schemas.microsoft.com/office/drawing/2014/main" id="{81633E34-F6C0-FE3E-9B67-ED0D6E8CB590}"/>
              </a:ext>
            </a:extLst>
          </p:cNvPr>
          <p:cNvSpPr txBox="1"/>
          <p:nvPr/>
        </p:nvSpPr>
        <p:spPr>
          <a:xfrm>
            <a:off x="3363139" y="4195626"/>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7" name="矩形 196">
            <a:extLst>
              <a:ext uri="{FF2B5EF4-FFF2-40B4-BE49-F238E27FC236}">
                <a16:creationId xmlns:a16="http://schemas.microsoft.com/office/drawing/2014/main" id="{A64A11AF-48D6-48E1-A8D1-A547A87EE1D2}"/>
              </a:ext>
            </a:extLst>
          </p:cNvPr>
          <p:cNvSpPr/>
          <p:nvPr/>
        </p:nvSpPr>
        <p:spPr>
          <a:xfrm>
            <a:off x="332509" y="997526"/>
            <a:ext cx="6004254" cy="40924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198" name="Google Shape;6256;p78">
            <a:extLst>
              <a:ext uri="{FF2B5EF4-FFF2-40B4-BE49-F238E27FC236}">
                <a16:creationId xmlns:a16="http://schemas.microsoft.com/office/drawing/2014/main" id="{33005FD1-AC7F-FEB6-BC8B-84D673DBCDC9}"/>
              </a:ext>
            </a:extLst>
          </p:cNvPr>
          <p:cNvGrpSpPr/>
          <p:nvPr/>
        </p:nvGrpSpPr>
        <p:grpSpPr>
          <a:xfrm>
            <a:off x="4193190" y="1611515"/>
            <a:ext cx="447037" cy="465540"/>
            <a:chOff x="2404875" y="3592725"/>
            <a:chExt cx="298525" cy="293825"/>
          </a:xfrm>
          <a:solidFill>
            <a:srgbClr val="BB3023"/>
          </a:solidFill>
        </p:grpSpPr>
        <p:sp>
          <p:nvSpPr>
            <p:cNvPr id="199" name="Google Shape;6257;p78">
              <a:extLst>
                <a:ext uri="{FF2B5EF4-FFF2-40B4-BE49-F238E27FC236}">
                  <a16:creationId xmlns:a16="http://schemas.microsoft.com/office/drawing/2014/main" id="{1265F642-991E-5FB9-5034-5C61E639F197}"/>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p>
          </p:txBody>
        </p:sp>
        <p:sp>
          <p:nvSpPr>
            <p:cNvPr id="200" name="Google Shape;6258;p78">
              <a:extLst>
                <a:ext uri="{FF2B5EF4-FFF2-40B4-BE49-F238E27FC236}">
                  <a16:creationId xmlns:a16="http://schemas.microsoft.com/office/drawing/2014/main" id="{D9A81061-F036-5C7B-138E-835AB9B3F958}"/>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p>
          </p:txBody>
        </p:sp>
        <p:sp>
          <p:nvSpPr>
            <p:cNvPr id="201" name="Google Shape;6259;p78">
              <a:extLst>
                <a:ext uri="{FF2B5EF4-FFF2-40B4-BE49-F238E27FC236}">
                  <a16:creationId xmlns:a16="http://schemas.microsoft.com/office/drawing/2014/main" id="{37E10803-B27D-46A9-0107-325323D89861}"/>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202" name="文本框 201">
            <a:extLst>
              <a:ext uri="{FF2B5EF4-FFF2-40B4-BE49-F238E27FC236}">
                <a16:creationId xmlns:a16="http://schemas.microsoft.com/office/drawing/2014/main" id="{4807AEA8-D84F-D9E1-0464-E38ED64FBC5E}"/>
              </a:ext>
            </a:extLst>
          </p:cNvPr>
          <p:cNvSpPr txBox="1"/>
          <p:nvPr/>
        </p:nvSpPr>
        <p:spPr>
          <a:xfrm>
            <a:off x="491667" y="966448"/>
            <a:ext cx="5444306" cy="461665"/>
          </a:xfrm>
          <a:prstGeom prst="rect">
            <a:avLst/>
          </a:prstGeom>
          <a:noFill/>
        </p:spPr>
        <p:txBody>
          <a:bodyPr wrap="square">
            <a:spAutoFit/>
          </a:bodyPr>
          <a:lstStyle/>
          <a:p>
            <a:r>
              <a:rPr kumimoji="1" lang="en-US" altLang="zh-CN" sz="2400" b="1" dirty="0">
                <a:solidFill>
                  <a:schemeClr val="bg1"/>
                </a:solidFill>
                <a:latin typeface="Alibaba PuHuiTi" pitchFamily="18" charset="-122"/>
                <a:ea typeface="Alibaba PuHuiTi" pitchFamily="18" charset="-122"/>
                <a:cs typeface="Alibaba PuHuiTi" pitchFamily="18" charset="-122"/>
              </a:rPr>
              <a:t>1</a:t>
            </a:r>
            <a:r>
              <a:rPr kumimoji="1" lang="en-US" altLang="zh-CN" sz="1600" i="1" dirty="0">
                <a:solidFill>
                  <a:schemeClr val="bg1"/>
                </a:solidFill>
                <a:latin typeface="Alibaba PuHuiTi" pitchFamily="18" charset="-122"/>
                <a:ea typeface="Alibaba PuHuiTi" pitchFamily="18" charset="-122"/>
                <a:cs typeface="Alibaba PuHuiTi" pitchFamily="18" charset="-122"/>
              </a:rPr>
              <a:t>.</a:t>
            </a:r>
            <a:r>
              <a:rPr kumimoji="1" lang="en" altLang="zh-CN" sz="1600" i="1"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lang="zh-CN" altLang="en-US" sz="1600" i="1" dirty="0">
              <a:solidFill>
                <a:schemeClr val="bg1"/>
              </a:solidFill>
            </a:endParaRPr>
          </a:p>
        </p:txBody>
      </p:sp>
      <p:sp>
        <p:nvSpPr>
          <p:cNvPr id="203" name="矩形 202">
            <a:extLst>
              <a:ext uri="{FF2B5EF4-FFF2-40B4-BE49-F238E27FC236}">
                <a16:creationId xmlns:a16="http://schemas.microsoft.com/office/drawing/2014/main" id="{0183D6A9-D82B-646B-0B9A-27BAE9657768}"/>
              </a:ext>
            </a:extLst>
          </p:cNvPr>
          <p:cNvSpPr/>
          <p:nvPr/>
        </p:nvSpPr>
        <p:spPr>
          <a:xfrm flipV="1">
            <a:off x="351691" y="1409697"/>
            <a:ext cx="5975957" cy="5193323"/>
          </a:xfrm>
          <a:prstGeom prst="rect">
            <a:avLst/>
          </a:prstGeom>
          <a:noFill/>
          <a:ln w="2222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4" name="矩形 203">
            <a:extLst>
              <a:ext uri="{FF2B5EF4-FFF2-40B4-BE49-F238E27FC236}">
                <a16:creationId xmlns:a16="http://schemas.microsoft.com/office/drawing/2014/main" id="{7F51126D-9C35-0C7B-062E-B256FF7852AD}"/>
              </a:ext>
            </a:extLst>
          </p:cNvPr>
          <p:cNvSpPr/>
          <p:nvPr/>
        </p:nvSpPr>
        <p:spPr>
          <a:xfrm>
            <a:off x="474241" y="1684105"/>
            <a:ext cx="2199676" cy="37751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5" name="文本框 204">
            <a:extLst>
              <a:ext uri="{FF2B5EF4-FFF2-40B4-BE49-F238E27FC236}">
                <a16:creationId xmlns:a16="http://schemas.microsoft.com/office/drawing/2014/main" id="{5F5E0F3E-5538-4EBF-6DAA-996CBE8C9E4F}"/>
              </a:ext>
            </a:extLst>
          </p:cNvPr>
          <p:cNvSpPr txBox="1"/>
          <p:nvPr/>
        </p:nvSpPr>
        <p:spPr>
          <a:xfrm>
            <a:off x="601409" y="1729736"/>
            <a:ext cx="1773569" cy="276999"/>
          </a:xfrm>
          <a:prstGeom prst="rect">
            <a:avLst/>
          </a:prstGeom>
          <a:noFill/>
        </p:spPr>
        <p:txBody>
          <a:bodyPr wrap="square" rtlCol="0">
            <a:spAutoFit/>
          </a:bodyPr>
          <a:lstStyle/>
          <a:p>
            <a:pPr algn="ctr"/>
            <a:r>
              <a:rPr kumimoji="1" lang="en" altLang="zh-CN" sz="12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2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06" name="文本框 205">
            <a:extLst>
              <a:ext uri="{FF2B5EF4-FFF2-40B4-BE49-F238E27FC236}">
                <a16:creationId xmlns:a16="http://schemas.microsoft.com/office/drawing/2014/main" id="{926E45A7-D5D7-1615-882F-6C5F11FAA22E}"/>
              </a:ext>
            </a:extLst>
          </p:cNvPr>
          <p:cNvSpPr txBox="1"/>
          <p:nvPr/>
        </p:nvSpPr>
        <p:spPr>
          <a:xfrm>
            <a:off x="597475" y="2200307"/>
            <a:ext cx="1931111" cy="1200329"/>
          </a:xfrm>
          <a:prstGeom prst="rect">
            <a:avLst/>
          </a:prstGeom>
          <a:noFill/>
        </p:spPr>
        <p:txBody>
          <a:bodyPr wrap="square" rtlCol="0">
            <a:spAutoFit/>
          </a:bodyPr>
          <a:lstStyle/>
          <a:p>
            <a:pPr marL="171450" indent="-171450">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2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7" name="任意形状 206">
            <a:extLst>
              <a:ext uri="{FF2B5EF4-FFF2-40B4-BE49-F238E27FC236}">
                <a16:creationId xmlns:a16="http://schemas.microsoft.com/office/drawing/2014/main" id="{FAE45DF2-AF93-7FF4-F0F9-8D54D3C7030E}"/>
              </a:ext>
            </a:extLst>
          </p:cNvPr>
          <p:cNvSpPr/>
          <p:nvPr/>
        </p:nvSpPr>
        <p:spPr>
          <a:xfrm rot="10800000">
            <a:off x="499703" y="3707038"/>
            <a:ext cx="2170445" cy="938307"/>
          </a:xfrm>
          <a:custGeom>
            <a:avLst/>
            <a:gdLst>
              <a:gd name="connsiteX0" fmla="*/ 1852243 w 1979525"/>
              <a:gd name="connsiteY0" fmla="*/ 938307 h 938307"/>
              <a:gd name="connsiteX1" fmla="*/ 127282 w 1979525"/>
              <a:gd name="connsiteY1" fmla="*/ 938307 h 938307"/>
              <a:gd name="connsiteX2" fmla="*/ 0 w 1979525"/>
              <a:gd name="connsiteY2" fmla="*/ 811025 h 938307"/>
              <a:gd name="connsiteX3" fmla="*/ 0 w 1979525"/>
              <a:gd name="connsiteY3" fmla="*/ 301914 h 938307"/>
              <a:gd name="connsiteX4" fmla="*/ 127282 w 1979525"/>
              <a:gd name="connsiteY4" fmla="*/ 174632 h 938307"/>
              <a:gd name="connsiteX5" fmla="*/ 1351409 w 1979525"/>
              <a:gd name="connsiteY5" fmla="*/ 174632 h 938307"/>
              <a:gd name="connsiteX6" fmla="*/ 1547448 w 1979525"/>
              <a:gd name="connsiteY6" fmla="*/ 0 h 938307"/>
              <a:gd name="connsiteX7" fmla="*/ 1743486 w 1979525"/>
              <a:gd name="connsiteY7" fmla="*/ 174632 h 938307"/>
              <a:gd name="connsiteX8" fmla="*/ 1852243 w 1979525"/>
              <a:gd name="connsiteY8" fmla="*/ 174632 h 938307"/>
              <a:gd name="connsiteX9" fmla="*/ 1979525 w 1979525"/>
              <a:gd name="connsiteY9" fmla="*/ 301914 h 938307"/>
              <a:gd name="connsiteX10" fmla="*/ 1979525 w 1979525"/>
              <a:gd name="connsiteY10" fmla="*/ 811025 h 938307"/>
              <a:gd name="connsiteX11" fmla="*/ 1852243 w 1979525"/>
              <a:gd name="connsiteY11" fmla="*/ 938307 h 93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79525" h="938307">
                <a:moveTo>
                  <a:pt x="1852243" y="938307"/>
                </a:moveTo>
                <a:lnTo>
                  <a:pt x="127282" y="938307"/>
                </a:lnTo>
                <a:cubicBezTo>
                  <a:pt x="56986" y="938307"/>
                  <a:pt x="0" y="881321"/>
                  <a:pt x="0" y="811025"/>
                </a:cubicBezTo>
                <a:lnTo>
                  <a:pt x="0" y="301914"/>
                </a:lnTo>
                <a:cubicBezTo>
                  <a:pt x="0" y="231618"/>
                  <a:pt x="56986" y="174632"/>
                  <a:pt x="127282" y="174632"/>
                </a:cubicBezTo>
                <a:lnTo>
                  <a:pt x="1351409" y="174632"/>
                </a:lnTo>
                <a:lnTo>
                  <a:pt x="1547448" y="0"/>
                </a:lnTo>
                <a:lnTo>
                  <a:pt x="1743486" y="174632"/>
                </a:lnTo>
                <a:lnTo>
                  <a:pt x="1852243" y="174632"/>
                </a:lnTo>
                <a:cubicBezTo>
                  <a:pt x="1922539" y="174632"/>
                  <a:pt x="1979525" y="231618"/>
                  <a:pt x="1979525" y="301914"/>
                </a:cubicBezTo>
                <a:lnTo>
                  <a:pt x="1979525" y="811025"/>
                </a:lnTo>
                <a:cubicBezTo>
                  <a:pt x="1979525" y="881321"/>
                  <a:pt x="1922539" y="938307"/>
                  <a:pt x="1852243" y="938307"/>
                </a:cubicBezTo>
                <a:close/>
              </a:path>
            </a:pathLst>
          </a:cu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208" name="文本框 207">
            <a:extLst>
              <a:ext uri="{FF2B5EF4-FFF2-40B4-BE49-F238E27FC236}">
                <a16:creationId xmlns:a16="http://schemas.microsoft.com/office/drawing/2014/main" id="{586C4772-53FC-18C7-69B0-6BE4B21C73D3}"/>
              </a:ext>
            </a:extLst>
          </p:cNvPr>
          <p:cNvSpPr txBox="1"/>
          <p:nvPr/>
        </p:nvSpPr>
        <p:spPr>
          <a:xfrm>
            <a:off x="650824" y="3754752"/>
            <a:ext cx="1931111" cy="646331"/>
          </a:xfrm>
          <a:prstGeom prst="rect">
            <a:avLst/>
          </a:prstGeom>
          <a:noFill/>
        </p:spPr>
        <p:txBody>
          <a:bodyPr wrap="square" rtlCol="0">
            <a:spAutoFit/>
          </a:bodyPr>
          <a:lstStyle/>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9" name="五边形 208">
            <a:extLst>
              <a:ext uri="{FF2B5EF4-FFF2-40B4-BE49-F238E27FC236}">
                <a16:creationId xmlns:a16="http://schemas.microsoft.com/office/drawing/2014/main" id="{B0625E17-0E0D-75D0-529F-26079E3533B7}"/>
              </a:ext>
            </a:extLst>
          </p:cNvPr>
          <p:cNvSpPr/>
          <p:nvPr/>
        </p:nvSpPr>
        <p:spPr>
          <a:xfrm>
            <a:off x="442128" y="4777590"/>
            <a:ext cx="3084843" cy="401934"/>
          </a:xfrm>
          <a:prstGeom prst="homePlate">
            <a:avLst>
              <a:gd name="adj" fmla="val 60345"/>
            </a:avLst>
          </a:prstGeom>
          <a:solidFill>
            <a:srgbClr val="BB3023"/>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0" name="任意形状 209">
            <a:extLst>
              <a:ext uri="{FF2B5EF4-FFF2-40B4-BE49-F238E27FC236}">
                <a16:creationId xmlns:a16="http://schemas.microsoft.com/office/drawing/2014/main" id="{6133D5FD-8E5E-B523-3432-6C942A02750B}"/>
              </a:ext>
            </a:extLst>
          </p:cNvPr>
          <p:cNvSpPr/>
          <p:nvPr/>
        </p:nvSpPr>
        <p:spPr>
          <a:xfrm>
            <a:off x="3516922" y="4800199"/>
            <a:ext cx="2636989" cy="386860"/>
          </a:xfrm>
          <a:custGeom>
            <a:avLst/>
            <a:gdLst>
              <a:gd name="connsiteX0" fmla="*/ 0 w 2280976"/>
              <a:gd name="connsiteY0" fmla="*/ 0 h 386860"/>
              <a:gd name="connsiteX1" fmla="*/ 2280976 w 2280976"/>
              <a:gd name="connsiteY1" fmla="*/ 0 h 386860"/>
              <a:gd name="connsiteX2" fmla="*/ 2280976 w 2280976"/>
              <a:gd name="connsiteY2" fmla="*/ 386860 h 386860"/>
              <a:gd name="connsiteX3" fmla="*/ 0 w 2280976"/>
              <a:gd name="connsiteY3" fmla="*/ 386860 h 386860"/>
              <a:gd name="connsiteX4" fmla="*/ 175225 w 2280976"/>
              <a:gd name="connsiteY4" fmla="*/ 193430 h 38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0976" h="386860">
                <a:moveTo>
                  <a:pt x="0" y="0"/>
                </a:moveTo>
                <a:lnTo>
                  <a:pt x="2280976" y="0"/>
                </a:lnTo>
                <a:lnTo>
                  <a:pt x="2280976" y="386860"/>
                </a:lnTo>
                <a:lnTo>
                  <a:pt x="0" y="386860"/>
                </a:lnTo>
                <a:lnTo>
                  <a:pt x="175225" y="193430"/>
                </a:lnTo>
                <a:close/>
              </a:path>
            </a:pathLst>
          </a:custGeom>
          <a:solidFill>
            <a:schemeClr val="tx1">
              <a:lumMod val="75000"/>
              <a:lumOff val="25000"/>
            </a:schemeClr>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211" name="文本框 210">
            <a:extLst>
              <a:ext uri="{FF2B5EF4-FFF2-40B4-BE49-F238E27FC236}">
                <a16:creationId xmlns:a16="http://schemas.microsoft.com/office/drawing/2014/main" id="{1DE1E0E3-790B-64BE-9645-7EF7FD9CC6B0}"/>
              </a:ext>
            </a:extLst>
          </p:cNvPr>
          <p:cNvSpPr txBox="1"/>
          <p:nvPr/>
        </p:nvSpPr>
        <p:spPr>
          <a:xfrm>
            <a:off x="463445" y="4811823"/>
            <a:ext cx="2802269" cy="338554"/>
          </a:xfrm>
          <a:prstGeom prst="rect">
            <a:avLst/>
          </a:prstGeom>
          <a:noFill/>
        </p:spPr>
        <p:txBody>
          <a:bodyPr wrap="square" rtlCol="0">
            <a:spAutoFit/>
          </a:bodyPr>
          <a:lstStyle/>
          <a:p>
            <a:pPr algn="ctr"/>
            <a:r>
              <a:rPr kumimoji="1" lang="en" altLang="zh-CN" sz="16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6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12" name="文本框 211">
            <a:extLst>
              <a:ext uri="{FF2B5EF4-FFF2-40B4-BE49-F238E27FC236}">
                <a16:creationId xmlns:a16="http://schemas.microsoft.com/office/drawing/2014/main" id="{218EDF14-9E65-EB3B-3126-47AD5D68F776}"/>
              </a:ext>
            </a:extLst>
          </p:cNvPr>
          <p:cNvSpPr txBox="1"/>
          <p:nvPr/>
        </p:nvSpPr>
        <p:spPr>
          <a:xfrm>
            <a:off x="3800123" y="4862065"/>
            <a:ext cx="1857100" cy="261610"/>
          </a:xfrm>
          <a:prstGeom prst="rect">
            <a:avLst/>
          </a:prstGeom>
          <a:noFill/>
        </p:spPr>
        <p:txBody>
          <a:bodyPr wrap="square" rtlCol="0">
            <a:spAutoFit/>
          </a:bodyPr>
          <a:lstStyle/>
          <a:p>
            <a:pPr algn="ctr"/>
            <a:r>
              <a:rPr kumimoji="1" lang="en" altLang="zh-CN" sz="11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13" name="文本框 212">
            <a:extLst>
              <a:ext uri="{FF2B5EF4-FFF2-40B4-BE49-F238E27FC236}">
                <a16:creationId xmlns:a16="http://schemas.microsoft.com/office/drawing/2014/main" id="{B75490EB-B29E-5676-7C28-D20D72BDC82F}"/>
              </a:ext>
            </a:extLst>
          </p:cNvPr>
          <p:cNvSpPr txBox="1"/>
          <p:nvPr/>
        </p:nvSpPr>
        <p:spPr>
          <a:xfrm>
            <a:off x="3431704" y="5284064"/>
            <a:ext cx="2713064" cy="1338828"/>
          </a:xfrm>
          <a:prstGeom prst="rect">
            <a:avLst/>
          </a:prstGeom>
          <a:noFill/>
        </p:spPr>
        <p:txBody>
          <a:bodyPr wrap="square" rtlCol="0">
            <a:spAutoFit/>
          </a:bodyPr>
          <a:lstStyle/>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4" name="椭圆 213">
            <a:extLst>
              <a:ext uri="{FF2B5EF4-FFF2-40B4-BE49-F238E27FC236}">
                <a16:creationId xmlns:a16="http://schemas.microsoft.com/office/drawing/2014/main" id="{52646944-6E6D-B242-9DFA-BAF99AB61458}"/>
              </a:ext>
            </a:extLst>
          </p:cNvPr>
          <p:cNvSpPr/>
          <p:nvPr/>
        </p:nvSpPr>
        <p:spPr>
          <a:xfrm>
            <a:off x="639132" y="5335886"/>
            <a:ext cx="419723" cy="419723"/>
          </a:xfrm>
          <a:prstGeom prst="ellipse">
            <a:avLst/>
          </a:prstGeom>
          <a:solidFill>
            <a:schemeClr val="bg1"/>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700"/>
          </a:p>
        </p:txBody>
      </p:sp>
      <p:sp>
        <p:nvSpPr>
          <p:cNvPr id="215" name="椭圆 214">
            <a:extLst>
              <a:ext uri="{FF2B5EF4-FFF2-40B4-BE49-F238E27FC236}">
                <a16:creationId xmlns:a16="http://schemas.microsoft.com/office/drawing/2014/main" id="{FCC3D61D-BE13-D4CC-8F71-E64899744492}"/>
              </a:ext>
            </a:extLst>
          </p:cNvPr>
          <p:cNvSpPr/>
          <p:nvPr/>
        </p:nvSpPr>
        <p:spPr>
          <a:xfrm>
            <a:off x="639132" y="5880063"/>
            <a:ext cx="419723" cy="419723"/>
          </a:xfrm>
          <a:prstGeom prst="ellipse">
            <a:avLst/>
          </a:prstGeom>
          <a:solidFill>
            <a:schemeClr val="bg1"/>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700"/>
          </a:p>
        </p:txBody>
      </p:sp>
      <p:grpSp>
        <p:nvGrpSpPr>
          <p:cNvPr id="216" name="Google Shape;6083;p78">
            <a:extLst>
              <a:ext uri="{FF2B5EF4-FFF2-40B4-BE49-F238E27FC236}">
                <a16:creationId xmlns:a16="http://schemas.microsoft.com/office/drawing/2014/main" id="{305B10E7-D496-8034-C239-6B1BC73C4643}"/>
              </a:ext>
            </a:extLst>
          </p:cNvPr>
          <p:cNvGrpSpPr/>
          <p:nvPr/>
        </p:nvGrpSpPr>
        <p:grpSpPr>
          <a:xfrm>
            <a:off x="707395" y="5413533"/>
            <a:ext cx="277413" cy="266574"/>
            <a:chOff x="-62890750" y="3747425"/>
            <a:chExt cx="330825" cy="317900"/>
          </a:xfrm>
          <a:solidFill>
            <a:srgbClr val="1E344D"/>
          </a:solidFill>
        </p:grpSpPr>
        <p:sp>
          <p:nvSpPr>
            <p:cNvPr id="217" name="Google Shape;6084;p78">
              <a:extLst>
                <a:ext uri="{FF2B5EF4-FFF2-40B4-BE49-F238E27FC236}">
                  <a16:creationId xmlns:a16="http://schemas.microsoft.com/office/drawing/2014/main" id="{AE9E6C65-D6FA-E377-D32C-6471A4D8E41E}"/>
                </a:ext>
              </a:extLst>
            </p:cNvPr>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 name="Google Shape;6085;p78">
              <a:extLst>
                <a:ext uri="{FF2B5EF4-FFF2-40B4-BE49-F238E27FC236}">
                  <a16:creationId xmlns:a16="http://schemas.microsoft.com/office/drawing/2014/main" id="{53EB749A-3FC2-5285-56A7-BB896FC92392}"/>
                </a:ext>
              </a:extLst>
            </p:cNvPr>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 name="Google Shape;6086;p78">
              <a:extLst>
                <a:ext uri="{FF2B5EF4-FFF2-40B4-BE49-F238E27FC236}">
                  <a16:creationId xmlns:a16="http://schemas.microsoft.com/office/drawing/2014/main" id="{11F88068-001F-F4CB-B74C-C61A81BF846B}"/>
                </a:ext>
              </a:extLst>
            </p:cNvPr>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 name="Google Shape;6087;p78">
              <a:extLst>
                <a:ext uri="{FF2B5EF4-FFF2-40B4-BE49-F238E27FC236}">
                  <a16:creationId xmlns:a16="http://schemas.microsoft.com/office/drawing/2014/main" id="{94EED2E5-7CCD-5323-0B2B-B9EEE241D3BD}"/>
                </a:ext>
              </a:extLst>
            </p:cNvPr>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 name="Google Shape;6088;p78">
              <a:extLst>
                <a:ext uri="{FF2B5EF4-FFF2-40B4-BE49-F238E27FC236}">
                  <a16:creationId xmlns:a16="http://schemas.microsoft.com/office/drawing/2014/main" id="{8CE96304-1FD8-B2B6-2F30-1AD3DEAE1CF1}"/>
                </a:ext>
              </a:extLst>
            </p:cNvPr>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 name="Google Shape;6089;p78">
              <a:extLst>
                <a:ext uri="{FF2B5EF4-FFF2-40B4-BE49-F238E27FC236}">
                  <a16:creationId xmlns:a16="http://schemas.microsoft.com/office/drawing/2014/main" id="{3C62C4C6-CE71-28F8-5C3B-36593DD43C1E}"/>
                </a:ext>
              </a:extLst>
            </p:cNvPr>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 name="Google Shape;6090;p78">
              <a:extLst>
                <a:ext uri="{FF2B5EF4-FFF2-40B4-BE49-F238E27FC236}">
                  <a16:creationId xmlns:a16="http://schemas.microsoft.com/office/drawing/2014/main" id="{E470F69C-994E-89AE-DAC2-04E9807890CF}"/>
                </a:ext>
              </a:extLst>
            </p:cNvPr>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 name="Google Shape;6091;p78">
              <a:extLst>
                <a:ext uri="{FF2B5EF4-FFF2-40B4-BE49-F238E27FC236}">
                  <a16:creationId xmlns:a16="http://schemas.microsoft.com/office/drawing/2014/main" id="{EF954273-42A4-0719-4D6A-BFE480405C9E}"/>
                </a:ext>
              </a:extLst>
            </p:cNvPr>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 name="Google Shape;6092;p78">
              <a:extLst>
                <a:ext uri="{FF2B5EF4-FFF2-40B4-BE49-F238E27FC236}">
                  <a16:creationId xmlns:a16="http://schemas.microsoft.com/office/drawing/2014/main" id="{059ED2FC-614A-CA3F-5DB8-C943F5EE5C3A}"/>
                </a:ext>
              </a:extLst>
            </p:cNvPr>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 name="Google Shape;6093;p78">
              <a:extLst>
                <a:ext uri="{FF2B5EF4-FFF2-40B4-BE49-F238E27FC236}">
                  <a16:creationId xmlns:a16="http://schemas.microsoft.com/office/drawing/2014/main" id="{FD249075-66C7-269D-30EB-8ED0D00C1655}"/>
                </a:ext>
              </a:extLst>
            </p:cNvPr>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 name="Google Shape;6094;p78">
              <a:extLst>
                <a:ext uri="{FF2B5EF4-FFF2-40B4-BE49-F238E27FC236}">
                  <a16:creationId xmlns:a16="http://schemas.microsoft.com/office/drawing/2014/main" id="{2996460B-C990-6C78-DFE1-FB48DEBE9F27}"/>
                </a:ext>
              </a:extLst>
            </p:cNvPr>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 name="Google Shape;6095;p78">
              <a:extLst>
                <a:ext uri="{FF2B5EF4-FFF2-40B4-BE49-F238E27FC236}">
                  <a16:creationId xmlns:a16="http://schemas.microsoft.com/office/drawing/2014/main" id="{2FC5249A-4DCF-98A9-E73C-DE29633A0BD0}"/>
                </a:ext>
              </a:extLst>
            </p:cNvPr>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 name="Google Shape;6096;p78">
              <a:extLst>
                <a:ext uri="{FF2B5EF4-FFF2-40B4-BE49-F238E27FC236}">
                  <a16:creationId xmlns:a16="http://schemas.microsoft.com/office/drawing/2014/main" id="{FB3B4D9E-1CB2-8370-F67A-B8F52203B98F}"/>
                </a:ext>
              </a:extLst>
            </p:cNvPr>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 name="Google Shape;6097;p78">
              <a:extLst>
                <a:ext uri="{FF2B5EF4-FFF2-40B4-BE49-F238E27FC236}">
                  <a16:creationId xmlns:a16="http://schemas.microsoft.com/office/drawing/2014/main" id="{76347258-E2EF-FC2A-5D57-092810C75D6F}"/>
                </a:ext>
              </a:extLst>
            </p:cNvPr>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231" name="Google Shape;6207;p78">
            <a:extLst>
              <a:ext uri="{FF2B5EF4-FFF2-40B4-BE49-F238E27FC236}">
                <a16:creationId xmlns:a16="http://schemas.microsoft.com/office/drawing/2014/main" id="{64AF2E71-BA9B-C568-5844-20C62E461420}"/>
              </a:ext>
            </a:extLst>
          </p:cNvPr>
          <p:cNvGrpSpPr/>
          <p:nvPr/>
        </p:nvGrpSpPr>
        <p:grpSpPr>
          <a:xfrm>
            <a:off x="723808" y="5950986"/>
            <a:ext cx="265526" cy="266197"/>
            <a:chOff x="-61784125" y="3377700"/>
            <a:chExt cx="316650" cy="317450"/>
          </a:xfrm>
          <a:solidFill>
            <a:srgbClr val="1E344D"/>
          </a:solidFill>
        </p:grpSpPr>
        <p:sp>
          <p:nvSpPr>
            <p:cNvPr id="232" name="Google Shape;6208;p78">
              <a:extLst>
                <a:ext uri="{FF2B5EF4-FFF2-40B4-BE49-F238E27FC236}">
                  <a16:creationId xmlns:a16="http://schemas.microsoft.com/office/drawing/2014/main" id="{29FA0234-87C8-00A6-ABEE-272D80C9FAC5}"/>
                </a:ext>
              </a:extLst>
            </p:cNvPr>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 name="Google Shape;6209;p78">
              <a:extLst>
                <a:ext uri="{FF2B5EF4-FFF2-40B4-BE49-F238E27FC236}">
                  <a16:creationId xmlns:a16="http://schemas.microsoft.com/office/drawing/2014/main" id="{A0D959A8-5887-8977-EE13-54F335FBEBD5}"/>
                </a:ext>
              </a:extLst>
            </p:cNvPr>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 name="Google Shape;6210;p78">
              <a:extLst>
                <a:ext uri="{FF2B5EF4-FFF2-40B4-BE49-F238E27FC236}">
                  <a16:creationId xmlns:a16="http://schemas.microsoft.com/office/drawing/2014/main" id="{7E740890-9145-E0FD-5C82-B4869853F9C2}"/>
                </a:ext>
              </a:extLst>
            </p:cNvPr>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 name="Google Shape;6211;p78">
              <a:extLst>
                <a:ext uri="{FF2B5EF4-FFF2-40B4-BE49-F238E27FC236}">
                  <a16:creationId xmlns:a16="http://schemas.microsoft.com/office/drawing/2014/main" id="{A66EB93F-A335-A96C-4589-A19000D0ED0A}"/>
                </a:ext>
              </a:extLst>
            </p:cNvPr>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 name="Google Shape;6212;p78">
              <a:extLst>
                <a:ext uri="{FF2B5EF4-FFF2-40B4-BE49-F238E27FC236}">
                  <a16:creationId xmlns:a16="http://schemas.microsoft.com/office/drawing/2014/main" id="{9CC16E31-EE24-B7AF-9E13-54EC1623B80A}"/>
                </a:ext>
              </a:extLst>
            </p:cNvPr>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 name="Google Shape;6213;p78">
              <a:extLst>
                <a:ext uri="{FF2B5EF4-FFF2-40B4-BE49-F238E27FC236}">
                  <a16:creationId xmlns:a16="http://schemas.microsoft.com/office/drawing/2014/main" id="{24ABC5B7-B32B-8633-7166-2C31D9DBE7F1}"/>
                </a:ext>
              </a:extLst>
            </p:cNvPr>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 name="Google Shape;6214;p78">
              <a:extLst>
                <a:ext uri="{FF2B5EF4-FFF2-40B4-BE49-F238E27FC236}">
                  <a16:creationId xmlns:a16="http://schemas.microsoft.com/office/drawing/2014/main" id="{72A597BE-A941-BEED-CACF-2B1E29910237}"/>
                </a:ext>
              </a:extLst>
            </p:cNvPr>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grpFill/>
            <a:ln>
              <a:solidFill>
                <a:srgbClr val="1E344D"/>
              </a:solid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9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239" name="文本框 238">
            <a:extLst>
              <a:ext uri="{FF2B5EF4-FFF2-40B4-BE49-F238E27FC236}">
                <a16:creationId xmlns:a16="http://schemas.microsoft.com/office/drawing/2014/main" id="{94695F76-1751-4103-81BE-2468D41C26EB}"/>
              </a:ext>
            </a:extLst>
          </p:cNvPr>
          <p:cNvSpPr txBox="1"/>
          <p:nvPr/>
        </p:nvSpPr>
        <p:spPr>
          <a:xfrm>
            <a:off x="1086715" y="5390404"/>
            <a:ext cx="577193" cy="307777"/>
          </a:xfrm>
          <a:prstGeom prst="rect">
            <a:avLst/>
          </a:prstGeom>
          <a:noFill/>
        </p:spPr>
        <p:txBody>
          <a:bodyPr wrap="square" rtlCol="0">
            <a:spAutoFit/>
          </a:bodyPr>
          <a:lstStyle/>
          <a:p>
            <a:pPr algn="l"/>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67%</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0" name="文本框 239">
            <a:extLst>
              <a:ext uri="{FF2B5EF4-FFF2-40B4-BE49-F238E27FC236}">
                <a16:creationId xmlns:a16="http://schemas.microsoft.com/office/drawing/2014/main" id="{CEE56B76-D24B-5E76-2CFB-9C2265612B74}"/>
              </a:ext>
            </a:extLst>
          </p:cNvPr>
          <p:cNvSpPr txBox="1"/>
          <p:nvPr/>
        </p:nvSpPr>
        <p:spPr>
          <a:xfrm>
            <a:off x="1633970" y="5308095"/>
            <a:ext cx="1708835"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1" name="文本框 240">
            <a:extLst>
              <a:ext uri="{FF2B5EF4-FFF2-40B4-BE49-F238E27FC236}">
                <a16:creationId xmlns:a16="http://schemas.microsoft.com/office/drawing/2014/main" id="{C2BFDCAA-BF4E-A7BC-4AFC-F15CBF04B453}"/>
              </a:ext>
            </a:extLst>
          </p:cNvPr>
          <p:cNvSpPr txBox="1"/>
          <p:nvPr/>
        </p:nvSpPr>
        <p:spPr>
          <a:xfrm>
            <a:off x="1079220" y="5970953"/>
            <a:ext cx="577193" cy="307777"/>
          </a:xfrm>
          <a:prstGeom prst="rect">
            <a:avLst/>
          </a:prstGeom>
          <a:noFill/>
        </p:spPr>
        <p:txBody>
          <a:bodyPr wrap="square" rtlCol="0">
            <a:spAutoFit/>
          </a:bodyPr>
          <a:lstStyle/>
          <a:p>
            <a:pPr algn="l"/>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34%</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2" name="文本框 241">
            <a:extLst>
              <a:ext uri="{FF2B5EF4-FFF2-40B4-BE49-F238E27FC236}">
                <a16:creationId xmlns:a16="http://schemas.microsoft.com/office/drawing/2014/main" id="{E3A61F1D-6C50-EE8C-C633-4FC1F0725691}"/>
              </a:ext>
            </a:extLst>
          </p:cNvPr>
          <p:cNvSpPr txBox="1"/>
          <p:nvPr/>
        </p:nvSpPr>
        <p:spPr>
          <a:xfrm>
            <a:off x="1648961" y="5963595"/>
            <a:ext cx="1708835"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3" name="矩形 242">
            <a:extLst>
              <a:ext uri="{FF2B5EF4-FFF2-40B4-BE49-F238E27FC236}">
                <a16:creationId xmlns:a16="http://schemas.microsoft.com/office/drawing/2014/main" id="{C9090FFE-DF20-2FEB-25F0-87B38B9CD35E}"/>
              </a:ext>
            </a:extLst>
          </p:cNvPr>
          <p:cNvSpPr/>
          <p:nvPr/>
        </p:nvSpPr>
        <p:spPr>
          <a:xfrm>
            <a:off x="6779729" y="1039882"/>
            <a:ext cx="481623" cy="3896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4" name="文本框 243">
            <a:extLst>
              <a:ext uri="{FF2B5EF4-FFF2-40B4-BE49-F238E27FC236}">
                <a16:creationId xmlns:a16="http://schemas.microsoft.com/office/drawing/2014/main" id="{4CDFC6A3-8D1D-7804-9F50-4FE542A877AA}"/>
              </a:ext>
            </a:extLst>
          </p:cNvPr>
          <p:cNvSpPr txBox="1"/>
          <p:nvPr/>
        </p:nvSpPr>
        <p:spPr>
          <a:xfrm>
            <a:off x="6830568" y="996696"/>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45" name="文本框 244">
            <a:extLst>
              <a:ext uri="{FF2B5EF4-FFF2-40B4-BE49-F238E27FC236}">
                <a16:creationId xmlns:a16="http://schemas.microsoft.com/office/drawing/2014/main" id="{114EBF26-E0EF-40DE-0136-3AEF6D9F3A2F}"/>
              </a:ext>
            </a:extLst>
          </p:cNvPr>
          <p:cNvSpPr txBox="1"/>
          <p:nvPr/>
        </p:nvSpPr>
        <p:spPr>
          <a:xfrm>
            <a:off x="7331379" y="984736"/>
            <a:ext cx="4418661" cy="584775"/>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600" b="1" dirty="0">
              <a:solidFill>
                <a:srgbClr val="1E344D"/>
              </a:solidFill>
            </a:endParaRPr>
          </a:p>
        </p:txBody>
      </p:sp>
      <p:cxnSp>
        <p:nvCxnSpPr>
          <p:cNvPr id="281" name="直线连接符 280">
            <a:extLst>
              <a:ext uri="{FF2B5EF4-FFF2-40B4-BE49-F238E27FC236}">
                <a16:creationId xmlns:a16="http://schemas.microsoft.com/office/drawing/2014/main" id="{0FB3BBFB-F088-0A8B-39C5-B0E9B7CEB34E}"/>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4">
            <a:extLst>
              <a:ext uri="{FF2B5EF4-FFF2-40B4-BE49-F238E27FC236}">
                <a16:creationId xmlns:a16="http://schemas.microsoft.com/office/drawing/2014/main" id="{1B637216-9888-07C9-01CA-0E40CB2BE5B1}"/>
              </a:ext>
            </a:extLst>
          </p:cNvPr>
          <p:cNvGrpSpPr>
            <a:grpSpLocks noChangeAspect="1"/>
          </p:cNvGrpSpPr>
          <p:nvPr/>
        </p:nvGrpSpPr>
        <p:grpSpPr bwMode="auto">
          <a:xfrm>
            <a:off x="7789377" y="3779519"/>
            <a:ext cx="4167974" cy="2633191"/>
            <a:chOff x="250" y="2251"/>
            <a:chExt cx="784" cy="495"/>
          </a:xfrm>
          <a:solidFill>
            <a:srgbClr val="1E344D">
              <a:alpha val="34104"/>
            </a:srgbClr>
          </a:solidFill>
        </p:grpSpPr>
        <p:sp>
          <p:nvSpPr>
            <p:cNvPr id="14" name="Freeform 5">
              <a:extLst>
                <a:ext uri="{FF2B5EF4-FFF2-40B4-BE49-F238E27FC236}">
                  <a16:creationId xmlns:a16="http://schemas.microsoft.com/office/drawing/2014/main" id="{E0A94F15-2F59-68E2-C822-1DC827D9053A}"/>
                </a:ext>
              </a:extLst>
            </p:cNvPr>
            <p:cNvSpPr>
              <a:spLocks noChangeAspect="1"/>
            </p:cNvSpPr>
            <p:nvPr/>
          </p:nvSpPr>
          <p:spPr bwMode="auto">
            <a:xfrm>
              <a:off x="990" y="2361"/>
              <a:ext cx="10" cy="13"/>
            </a:xfrm>
            <a:custGeom>
              <a:avLst/>
              <a:gdLst>
                <a:gd name="T0" fmla="*/ 49 w 60"/>
                <a:gd name="T1" fmla="*/ 28 h 76"/>
                <a:gd name="T2" fmla="*/ 55 w 60"/>
                <a:gd name="T3" fmla="*/ 29 h 76"/>
                <a:gd name="T4" fmla="*/ 56 w 60"/>
                <a:gd name="T5" fmla="*/ 35 h 76"/>
                <a:gd name="T6" fmla="*/ 60 w 60"/>
                <a:gd name="T7" fmla="*/ 44 h 76"/>
                <a:gd name="T8" fmla="*/ 56 w 60"/>
                <a:gd name="T9" fmla="*/ 49 h 76"/>
                <a:gd name="T10" fmla="*/ 54 w 60"/>
                <a:gd name="T11" fmla="*/ 46 h 76"/>
                <a:gd name="T12" fmla="*/ 51 w 60"/>
                <a:gd name="T13" fmla="*/ 46 h 76"/>
                <a:gd name="T14" fmla="*/ 48 w 60"/>
                <a:gd name="T15" fmla="*/ 52 h 76"/>
                <a:gd name="T16" fmla="*/ 41 w 60"/>
                <a:gd name="T17" fmla="*/ 52 h 76"/>
                <a:gd name="T18" fmla="*/ 37 w 60"/>
                <a:gd name="T19" fmla="*/ 64 h 76"/>
                <a:gd name="T20" fmla="*/ 29 w 60"/>
                <a:gd name="T21" fmla="*/ 66 h 76"/>
                <a:gd name="T22" fmla="*/ 12 w 60"/>
                <a:gd name="T23" fmla="*/ 76 h 76"/>
                <a:gd name="T24" fmla="*/ 11 w 60"/>
                <a:gd name="T25" fmla="*/ 74 h 76"/>
                <a:gd name="T26" fmla="*/ 12 w 60"/>
                <a:gd name="T27" fmla="*/ 74 h 76"/>
                <a:gd name="T28" fmla="*/ 15 w 60"/>
                <a:gd name="T29" fmla="*/ 64 h 76"/>
                <a:gd name="T30" fmla="*/ 11 w 60"/>
                <a:gd name="T31" fmla="*/ 47 h 76"/>
                <a:gd name="T32" fmla="*/ 11 w 60"/>
                <a:gd name="T33" fmla="*/ 44 h 76"/>
                <a:gd name="T34" fmla="*/ 11 w 60"/>
                <a:gd name="T35" fmla="*/ 43 h 76"/>
                <a:gd name="T36" fmla="*/ 9 w 60"/>
                <a:gd name="T37" fmla="*/ 41 h 76"/>
                <a:gd name="T38" fmla="*/ 8 w 60"/>
                <a:gd name="T39" fmla="*/ 35 h 76"/>
                <a:gd name="T40" fmla="*/ 7 w 60"/>
                <a:gd name="T41" fmla="*/ 32 h 76"/>
                <a:gd name="T42" fmla="*/ 2 w 60"/>
                <a:gd name="T43" fmla="*/ 16 h 76"/>
                <a:gd name="T44" fmla="*/ 0 w 60"/>
                <a:gd name="T45" fmla="*/ 8 h 76"/>
                <a:gd name="T46" fmla="*/ 3 w 60"/>
                <a:gd name="T47" fmla="*/ 7 h 76"/>
                <a:gd name="T48" fmla="*/ 18 w 60"/>
                <a:gd name="T49" fmla="*/ 4 h 76"/>
                <a:gd name="T50" fmla="*/ 20 w 60"/>
                <a:gd name="T51" fmla="*/ 2 h 76"/>
                <a:gd name="T52" fmla="*/ 25 w 60"/>
                <a:gd name="T53" fmla="*/ 1 h 76"/>
                <a:gd name="T54" fmla="*/ 29 w 60"/>
                <a:gd name="T55" fmla="*/ 0 h 76"/>
                <a:gd name="T56" fmla="*/ 30 w 60"/>
                <a:gd name="T57" fmla="*/ 2 h 76"/>
                <a:gd name="T58" fmla="*/ 32 w 60"/>
                <a:gd name="T59" fmla="*/ 12 h 76"/>
                <a:gd name="T60" fmla="*/ 35 w 60"/>
                <a:gd name="T61" fmla="*/ 11 h 76"/>
                <a:gd name="T62" fmla="*/ 39 w 60"/>
                <a:gd name="T63" fmla="*/ 22 h 76"/>
                <a:gd name="T64" fmla="*/ 44 w 60"/>
                <a:gd name="T65" fmla="*/ 23 h 76"/>
                <a:gd name="T66" fmla="*/ 45 w 60"/>
                <a:gd name="T67" fmla="*/ 24 h 76"/>
                <a:gd name="T68" fmla="*/ 49 w 60"/>
                <a:gd name="T6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76">
                  <a:moveTo>
                    <a:pt x="49" y="28"/>
                  </a:moveTo>
                  <a:lnTo>
                    <a:pt x="55" y="29"/>
                  </a:lnTo>
                  <a:lnTo>
                    <a:pt x="56" y="35"/>
                  </a:lnTo>
                  <a:lnTo>
                    <a:pt x="60" y="44"/>
                  </a:lnTo>
                  <a:lnTo>
                    <a:pt x="56" y="49"/>
                  </a:lnTo>
                  <a:lnTo>
                    <a:pt x="54" y="46"/>
                  </a:lnTo>
                  <a:lnTo>
                    <a:pt x="51" y="46"/>
                  </a:lnTo>
                  <a:lnTo>
                    <a:pt x="48" y="52"/>
                  </a:lnTo>
                  <a:lnTo>
                    <a:pt x="41" y="52"/>
                  </a:lnTo>
                  <a:lnTo>
                    <a:pt x="37" y="64"/>
                  </a:lnTo>
                  <a:lnTo>
                    <a:pt x="29" y="66"/>
                  </a:lnTo>
                  <a:lnTo>
                    <a:pt x="12" y="76"/>
                  </a:lnTo>
                  <a:lnTo>
                    <a:pt x="11" y="74"/>
                  </a:lnTo>
                  <a:lnTo>
                    <a:pt x="12" y="74"/>
                  </a:lnTo>
                  <a:lnTo>
                    <a:pt x="15" y="64"/>
                  </a:lnTo>
                  <a:lnTo>
                    <a:pt x="11" y="47"/>
                  </a:lnTo>
                  <a:lnTo>
                    <a:pt x="11" y="44"/>
                  </a:lnTo>
                  <a:lnTo>
                    <a:pt x="11" y="43"/>
                  </a:lnTo>
                  <a:lnTo>
                    <a:pt x="9" y="41"/>
                  </a:lnTo>
                  <a:lnTo>
                    <a:pt x="8" y="35"/>
                  </a:lnTo>
                  <a:lnTo>
                    <a:pt x="7" y="32"/>
                  </a:lnTo>
                  <a:lnTo>
                    <a:pt x="2" y="16"/>
                  </a:lnTo>
                  <a:lnTo>
                    <a:pt x="0" y="8"/>
                  </a:lnTo>
                  <a:lnTo>
                    <a:pt x="3" y="7"/>
                  </a:lnTo>
                  <a:lnTo>
                    <a:pt x="18" y="4"/>
                  </a:lnTo>
                  <a:lnTo>
                    <a:pt x="20" y="2"/>
                  </a:lnTo>
                  <a:lnTo>
                    <a:pt x="25" y="1"/>
                  </a:lnTo>
                  <a:lnTo>
                    <a:pt x="29" y="0"/>
                  </a:lnTo>
                  <a:lnTo>
                    <a:pt x="30" y="2"/>
                  </a:lnTo>
                  <a:lnTo>
                    <a:pt x="32" y="12"/>
                  </a:lnTo>
                  <a:lnTo>
                    <a:pt x="35" y="11"/>
                  </a:lnTo>
                  <a:lnTo>
                    <a:pt x="39" y="22"/>
                  </a:lnTo>
                  <a:lnTo>
                    <a:pt x="44" y="23"/>
                  </a:lnTo>
                  <a:lnTo>
                    <a:pt x="45" y="24"/>
                  </a:lnTo>
                  <a:lnTo>
                    <a:pt x="49" y="2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5" name="Freeform 6">
              <a:extLst>
                <a:ext uri="{FF2B5EF4-FFF2-40B4-BE49-F238E27FC236}">
                  <a16:creationId xmlns:a16="http://schemas.microsoft.com/office/drawing/2014/main" id="{BF5A94C8-8AE1-6484-5D9D-4A5412055280}"/>
                </a:ext>
              </a:extLst>
            </p:cNvPr>
            <p:cNvSpPr>
              <a:spLocks noChangeAspect="1"/>
            </p:cNvSpPr>
            <p:nvPr/>
          </p:nvSpPr>
          <p:spPr bwMode="auto">
            <a:xfrm>
              <a:off x="850" y="2467"/>
              <a:ext cx="120" cy="54"/>
            </a:xfrm>
            <a:custGeom>
              <a:avLst/>
              <a:gdLst>
                <a:gd name="T0" fmla="*/ 144 w 670"/>
                <a:gd name="T1" fmla="*/ 129 h 302"/>
                <a:gd name="T2" fmla="*/ 158 w 670"/>
                <a:gd name="T3" fmla="*/ 130 h 302"/>
                <a:gd name="T4" fmla="*/ 168 w 670"/>
                <a:gd name="T5" fmla="*/ 110 h 302"/>
                <a:gd name="T6" fmla="*/ 179 w 670"/>
                <a:gd name="T7" fmla="*/ 81 h 302"/>
                <a:gd name="T8" fmla="*/ 204 w 670"/>
                <a:gd name="T9" fmla="*/ 78 h 302"/>
                <a:gd name="T10" fmla="*/ 240 w 670"/>
                <a:gd name="T11" fmla="*/ 74 h 302"/>
                <a:gd name="T12" fmla="*/ 248 w 670"/>
                <a:gd name="T13" fmla="*/ 72 h 302"/>
                <a:gd name="T14" fmla="*/ 269 w 670"/>
                <a:gd name="T15" fmla="*/ 69 h 302"/>
                <a:gd name="T16" fmla="*/ 303 w 670"/>
                <a:gd name="T17" fmla="*/ 64 h 302"/>
                <a:gd name="T18" fmla="*/ 328 w 670"/>
                <a:gd name="T19" fmla="*/ 60 h 302"/>
                <a:gd name="T20" fmla="*/ 354 w 670"/>
                <a:gd name="T21" fmla="*/ 56 h 302"/>
                <a:gd name="T22" fmla="*/ 395 w 670"/>
                <a:gd name="T23" fmla="*/ 47 h 302"/>
                <a:gd name="T24" fmla="*/ 401 w 670"/>
                <a:gd name="T25" fmla="*/ 46 h 302"/>
                <a:gd name="T26" fmla="*/ 423 w 670"/>
                <a:gd name="T27" fmla="*/ 42 h 302"/>
                <a:gd name="T28" fmla="*/ 438 w 670"/>
                <a:gd name="T29" fmla="*/ 39 h 302"/>
                <a:gd name="T30" fmla="*/ 460 w 670"/>
                <a:gd name="T31" fmla="*/ 34 h 302"/>
                <a:gd name="T32" fmla="*/ 474 w 670"/>
                <a:gd name="T33" fmla="*/ 32 h 302"/>
                <a:gd name="T34" fmla="*/ 513 w 670"/>
                <a:gd name="T35" fmla="*/ 23 h 302"/>
                <a:gd name="T36" fmla="*/ 538 w 670"/>
                <a:gd name="T37" fmla="*/ 18 h 302"/>
                <a:gd name="T38" fmla="*/ 567 w 670"/>
                <a:gd name="T39" fmla="*/ 11 h 302"/>
                <a:gd name="T40" fmla="*/ 581 w 670"/>
                <a:gd name="T41" fmla="*/ 9 h 302"/>
                <a:gd name="T42" fmla="*/ 598 w 670"/>
                <a:gd name="T43" fmla="*/ 5 h 302"/>
                <a:gd name="T44" fmla="*/ 630 w 670"/>
                <a:gd name="T45" fmla="*/ 29 h 302"/>
                <a:gd name="T46" fmla="*/ 638 w 670"/>
                <a:gd name="T47" fmla="*/ 144 h 302"/>
                <a:gd name="T48" fmla="*/ 598 w 670"/>
                <a:gd name="T49" fmla="*/ 192 h 302"/>
                <a:gd name="T50" fmla="*/ 534 w 670"/>
                <a:gd name="T51" fmla="*/ 230 h 302"/>
                <a:gd name="T52" fmla="*/ 512 w 670"/>
                <a:gd name="T53" fmla="*/ 291 h 302"/>
                <a:gd name="T54" fmla="*/ 464 w 670"/>
                <a:gd name="T55" fmla="*/ 299 h 302"/>
                <a:gd name="T56" fmla="*/ 423 w 670"/>
                <a:gd name="T57" fmla="*/ 270 h 302"/>
                <a:gd name="T58" fmla="*/ 382 w 670"/>
                <a:gd name="T59" fmla="*/ 240 h 302"/>
                <a:gd name="T60" fmla="*/ 360 w 670"/>
                <a:gd name="T61" fmla="*/ 226 h 302"/>
                <a:gd name="T62" fmla="*/ 336 w 670"/>
                <a:gd name="T63" fmla="*/ 231 h 302"/>
                <a:gd name="T64" fmla="*/ 302 w 670"/>
                <a:gd name="T65" fmla="*/ 236 h 302"/>
                <a:gd name="T66" fmla="*/ 269 w 670"/>
                <a:gd name="T67" fmla="*/ 224 h 302"/>
                <a:gd name="T68" fmla="*/ 255 w 670"/>
                <a:gd name="T69" fmla="*/ 219 h 302"/>
                <a:gd name="T70" fmla="*/ 234 w 670"/>
                <a:gd name="T71" fmla="*/ 213 h 302"/>
                <a:gd name="T72" fmla="*/ 196 w 670"/>
                <a:gd name="T73" fmla="*/ 218 h 302"/>
                <a:gd name="T74" fmla="*/ 172 w 670"/>
                <a:gd name="T75" fmla="*/ 221 h 302"/>
                <a:gd name="T76" fmla="*/ 158 w 670"/>
                <a:gd name="T77" fmla="*/ 222 h 302"/>
                <a:gd name="T78" fmla="*/ 128 w 670"/>
                <a:gd name="T79" fmla="*/ 234 h 302"/>
                <a:gd name="T80" fmla="*/ 110 w 670"/>
                <a:gd name="T81" fmla="*/ 244 h 302"/>
                <a:gd name="T82" fmla="*/ 89 w 670"/>
                <a:gd name="T83" fmla="*/ 252 h 302"/>
                <a:gd name="T84" fmla="*/ 60 w 670"/>
                <a:gd name="T85" fmla="*/ 257 h 302"/>
                <a:gd name="T86" fmla="*/ 24 w 670"/>
                <a:gd name="T87" fmla="*/ 262 h 302"/>
                <a:gd name="T88" fmla="*/ 0 w 670"/>
                <a:gd name="T89" fmla="*/ 266 h 302"/>
                <a:gd name="T90" fmla="*/ 3 w 670"/>
                <a:gd name="T91" fmla="*/ 239 h 302"/>
                <a:gd name="T92" fmla="*/ 20 w 670"/>
                <a:gd name="T93" fmla="*/ 220 h 302"/>
                <a:gd name="T94" fmla="*/ 44 w 670"/>
                <a:gd name="T95" fmla="*/ 202 h 302"/>
                <a:gd name="T96" fmla="*/ 72 w 670"/>
                <a:gd name="T97" fmla="*/ 184 h 302"/>
                <a:gd name="T98" fmla="*/ 98 w 670"/>
                <a:gd name="T99" fmla="*/ 164 h 302"/>
                <a:gd name="T100" fmla="*/ 116 w 670"/>
                <a:gd name="T101" fmla="*/ 143 h 302"/>
                <a:gd name="T102" fmla="*/ 126 w 670"/>
                <a:gd name="T103" fmla="*/ 149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0" h="302">
                  <a:moveTo>
                    <a:pt x="131" y="140"/>
                  </a:moveTo>
                  <a:lnTo>
                    <a:pt x="134" y="136"/>
                  </a:lnTo>
                  <a:lnTo>
                    <a:pt x="143" y="132"/>
                  </a:lnTo>
                  <a:lnTo>
                    <a:pt x="144" y="129"/>
                  </a:lnTo>
                  <a:lnTo>
                    <a:pt x="152" y="131"/>
                  </a:lnTo>
                  <a:lnTo>
                    <a:pt x="153" y="134"/>
                  </a:lnTo>
                  <a:lnTo>
                    <a:pt x="156" y="132"/>
                  </a:lnTo>
                  <a:lnTo>
                    <a:pt x="158" y="130"/>
                  </a:lnTo>
                  <a:lnTo>
                    <a:pt x="160" y="130"/>
                  </a:lnTo>
                  <a:lnTo>
                    <a:pt x="165" y="116"/>
                  </a:lnTo>
                  <a:lnTo>
                    <a:pt x="166" y="113"/>
                  </a:lnTo>
                  <a:lnTo>
                    <a:pt x="168" y="110"/>
                  </a:lnTo>
                  <a:lnTo>
                    <a:pt x="178" y="106"/>
                  </a:lnTo>
                  <a:lnTo>
                    <a:pt x="179" y="100"/>
                  </a:lnTo>
                  <a:lnTo>
                    <a:pt x="179" y="89"/>
                  </a:lnTo>
                  <a:lnTo>
                    <a:pt x="179" y="81"/>
                  </a:lnTo>
                  <a:lnTo>
                    <a:pt x="184" y="81"/>
                  </a:lnTo>
                  <a:lnTo>
                    <a:pt x="195" y="80"/>
                  </a:lnTo>
                  <a:lnTo>
                    <a:pt x="197" y="80"/>
                  </a:lnTo>
                  <a:lnTo>
                    <a:pt x="204" y="78"/>
                  </a:lnTo>
                  <a:lnTo>
                    <a:pt x="208" y="77"/>
                  </a:lnTo>
                  <a:lnTo>
                    <a:pt x="227" y="75"/>
                  </a:lnTo>
                  <a:lnTo>
                    <a:pt x="238" y="74"/>
                  </a:lnTo>
                  <a:lnTo>
                    <a:pt x="240" y="74"/>
                  </a:lnTo>
                  <a:lnTo>
                    <a:pt x="242" y="74"/>
                  </a:lnTo>
                  <a:lnTo>
                    <a:pt x="243" y="74"/>
                  </a:lnTo>
                  <a:lnTo>
                    <a:pt x="244" y="72"/>
                  </a:lnTo>
                  <a:lnTo>
                    <a:pt x="248" y="72"/>
                  </a:lnTo>
                  <a:lnTo>
                    <a:pt x="254" y="71"/>
                  </a:lnTo>
                  <a:lnTo>
                    <a:pt x="261" y="70"/>
                  </a:lnTo>
                  <a:lnTo>
                    <a:pt x="264" y="70"/>
                  </a:lnTo>
                  <a:lnTo>
                    <a:pt x="269" y="69"/>
                  </a:lnTo>
                  <a:lnTo>
                    <a:pt x="274" y="69"/>
                  </a:lnTo>
                  <a:lnTo>
                    <a:pt x="285" y="68"/>
                  </a:lnTo>
                  <a:lnTo>
                    <a:pt x="297" y="65"/>
                  </a:lnTo>
                  <a:lnTo>
                    <a:pt x="303" y="64"/>
                  </a:lnTo>
                  <a:lnTo>
                    <a:pt x="305" y="64"/>
                  </a:lnTo>
                  <a:lnTo>
                    <a:pt x="306" y="64"/>
                  </a:lnTo>
                  <a:lnTo>
                    <a:pt x="316" y="62"/>
                  </a:lnTo>
                  <a:lnTo>
                    <a:pt x="328" y="60"/>
                  </a:lnTo>
                  <a:lnTo>
                    <a:pt x="335" y="59"/>
                  </a:lnTo>
                  <a:lnTo>
                    <a:pt x="340" y="58"/>
                  </a:lnTo>
                  <a:lnTo>
                    <a:pt x="344" y="57"/>
                  </a:lnTo>
                  <a:lnTo>
                    <a:pt x="354" y="56"/>
                  </a:lnTo>
                  <a:lnTo>
                    <a:pt x="363" y="53"/>
                  </a:lnTo>
                  <a:lnTo>
                    <a:pt x="365" y="53"/>
                  </a:lnTo>
                  <a:lnTo>
                    <a:pt x="371" y="52"/>
                  </a:lnTo>
                  <a:lnTo>
                    <a:pt x="395" y="47"/>
                  </a:lnTo>
                  <a:lnTo>
                    <a:pt x="396" y="47"/>
                  </a:lnTo>
                  <a:lnTo>
                    <a:pt x="398" y="47"/>
                  </a:lnTo>
                  <a:lnTo>
                    <a:pt x="399" y="47"/>
                  </a:lnTo>
                  <a:lnTo>
                    <a:pt x="401" y="46"/>
                  </a:lnTo>
                  <a:lnTo>
                    <a:pt x="402" y="46"/>
                  </a:lnTo>
                  <a:lnTo>
                    <a:pt x="411" y="45"/>
                  </a:lnTo>
                  <a:lnTo>
                    <a:pt x="419" y="42"/>
                  </a:lnTo>
                  <a:lnTo>
                    <a:pt x="423" y="42"/>
                  </a:lnTo>
                  <a:lnTo>
                    <a:pt x="426" y="41"/>
                  </a:lnTo>
                  <a:lnTo>
                    <a:pt x="429" y="41"/>
                  </a:lnTo>
                  <a:lnTo>
                    <a:pt x="432" y="40"/>
                  </a:lnTo>
                  <a:lnTo>
                    <a:pt x="438" y="39"/>
                  </a:lnTo>
                  <a:lnTo>
                    <a:pt x="440" y="39"/>
                  </a:lnTo>
                  <a:lnTo>
                    <a:pt x="454" y="36"/>
                  </a:lnTo>
                  <a:lnTo>
                    <a:pt x="458" y="35"/>
                  </a:lnTo>
                  <a:lnTo>
                    <a:pt x="460" y="34"/>
                  </a:lnTo>
                  <a:lnTo>
                    <a:pt x="465" y="34"/>
                  </a:lnTo>
                  <a:lnTo>
                    <a:pt x="468" y="33"/>
                  </a:lnTo>
                  <a:lnTo>
                    <a:pt x="472" y="32"/>
                  </a:lnTo>
                  <a:lnTo>
                    <a:pt x="474" y="32"/>
                  </a:lnTo>
                  <a:lnTo>
                    <a:pt x="489" y="28"/>
                  </a:lnTo>
                  <a:lnTo>
                    <a:pt x="491" y="28"/>
                  </a:lnTo>
                  <a:lnTo>
                    <a:pt x="510" y="24"/>
                  </a:lnTo>
                  <a:lnTo>
                    <a:pt x="513" y="23"/>
                  </a:lnTo>
                  <a:lnTo>
                    <a:pt x="520" y="22"/>
                  </a:lnTo>
                  <a:lnTo>
                    <a:pt x="522" y="22"/>
                  </a:lnTo>
                  <a:lnTo>
                    <a:pt x="525" y="21"/>
                  </a:lnTo>
                  <a:lnTo>
                    <a:pt x="538" y="18"/>
                  </a:lnTo>
                  <a:lnTo>
                    <a:pt x="538" y="17"/>
                  </a:lnTo>
                  <a:lnTo>
                    <a:pt x="542" y="17"/>
                  </a:lnTo>
                  <a:lnTo>
                    <a:pt x="551" y="15"/>
                  </a:lnTo>
                  <a:lnTo>
                    <a:pt x="567" y="11"/>
                  </a:lnTo>
                  <a:lnTo>
                    <a:pt x="569" y="11"/>
                  </a:lnTo>
                  <a:lnTo>
                    <a:pt x="570" y="11"/>
                  </a:lnTo>
                  <a:lnTo>
                    <a:pt x="579" y="9"/>
                  </a:lnTo>
                  <a:lnTo>
                    <a:pt x="581" y="9"/>
                  </a:lnTo>
                  <a:lnTo>
                    <a:pt x="584" y="8"/>
                  </a:lnTo>
                  <a:lnTo>
                    <a:pt x="586" y="8"/>
                  </a:lnTo>
                  <a:lnTo>
                    <a:pt x="588" y="8"/>
                  </a:lnTo>
                  <a:lnTo>
                    <a:pt x="598" y="5"/>
                  </a:lnTo>
                  <a:lnTo>
                    <a:pt x="606" y="3"/>
                  </a:lnTo>
                  <a:lnTo>
                    <a:pt x="617" y="0"/>
                  </a:lnTo>
                  <a:lnTo>
                    <a:pt x="618" y="5"/>
                  </a:lnTo>
                  <a:lnTo>
                    <a:pt x="630" y="29"/>
                  </a:lnTo>
                  <a:lnTo>
                    <a:pt x="666" y="82"/>
                  </a:lnTo>
                  <a:lnTo>
                    <a:pt x="670" y="119"/>
                  </a:lnTo>
                  <a:lnTo>
                    <a:pt x="654" y="129"/>
                  </a:lnTo>
                  <a:lnTo>
                    <a:pt x="638" y="144"/>
                  </a:lnTo>
                  <a:lnTo>
                    <a:pt x="638" y="146"/>
                  </a:lnTo>
                  <a:lnTo>
                    <a:pt x="620" y="167"/>
                  </a:lnTo>
                  <a:lnTo>
                    <a:pt x="606" y="196"/>
                  </a:lnTo>
                  <a:lnTo>
                    <a:pt x="598" y="192"/>
                  </a:lnTo>
                  <a:lnTo>
                    <a:pt x="588" y="192"/>
                  </a:lnTo>
                  <a:lnTo>
                    <a:pt x="562" y="203"/>
                  </a:lnTo>
                  <a:lnTo>
                    <a:pt x="552" y="210"/>
                  </a:lnTo>
                  <a:lnTo>
                    <a:pt x="534" y="230"/>
                  </a:lnTo>
                  <a:lnTo>
                    <a:pt x="522" y="246"/>
                  </a:lnTo>
                  <a:lnTo>
                    <a:pt x="520" y="251"/>
                  </a:lnTo>
                  <a:lnTo>
                    <a:pt x="512" y="285"/>
                  </a:lnTo>
                  <a:lnTo>
                    <a:pt x="512" y="291"/>
                  </a:lnTo>
                  <a:lnTo>
                    <a:pt x="498" y="290"/>
                  </a:lnTo>
                  <a:lnTo>
                    <a:pt x="479" y="294"/>
                  </a:lnTo>
                  <a:lnTo>
                    <a:pt x="466" y="302"/>
                  </a:lnTo>
                  <a:lnTo>
                    <a:pt x="464" y="299"/>
                  </a:lnTo>
                  <a:lnTo>
                    <a:pt x="458" y="294"/>
                  </a:lnTo>
                  <a:lnTo>
                    <a:pt x="456" y="294"/>
                  </a:lnTo>
                  <a:lnTo>
                    <a:pt x="436" y="279"/>
                  </a:lnTo>
                  <a:lnTo>
                    <a:pt x="423" y="270"/>
                  </a:lnTo>
                  <a:lnTo>
                    <a:pt x="417" y="267"/>
                  </a:lnTo>
                  <a:lnTo>
                    <a:pt x="399" y="254"/>
                  </a:lnTo>
                  <a:lnTo>
                    <a:pt x="393" y="249"/>
                  </a:lnTo>
                  <a:lnTo>
                    <a:pt x="382" y="240"/>
                  </a:lnTo>
                  <a:lnTo>
                    <a:pt x="381" y="240"/>
                  </a:lnTo>
                  <a:lnTo>
                    <a:pt x="368" y="231"/>
                  </a:lnTo>
                  <a:lnTo>
                    <a:pt x="362" y="226"/>
                  </a:lnTo>
                  <a:lnTo>
                    <a:pt x="360" y="226"/>
                  </a:lnTo>
                  <a:lnTo>
                    <a:pt x="356" y="227"/>
                  </a:lnTo>
                  <a:lnTo>
                    <a:pt x="346" y="230"/>
                  </a:lnTo>
                  <a:lnTo>
                    <a:pt x="342" y="230"/>
                  </a:lnTo>
                  <a:lnTo>
                    <a:pt x="336" y="231"/>
                  </a:lnTo>
                  <a:lnTo>
                    <a:pt x="316" y="233"/>
                  </a:lnTo>
                  <a:lnTo>
                    <a:pt x="312" y="234"/>
                  </a:lnTo>
                  <a:lnTo>
                    <a:pt x="311" y="234"/>
                  </a:lnTo>
                  <a:lnTo>
                    <a:pt x="302" y="236"/>
                  </a:lnTo>
                  <a:lnTo>
                    <a:pt x="293" y="237"/>
                  </a:lnTo>
                  <a:lnTo>
                    <a:pt x="275" y="240"/>
                  </a:lnTo>
                  <a:lnTo>
                    <a:pt x="274" y="228"/>
                  </a:lnTo>
                  <a:lnTo>
                    <a:pt x="269" y="224"/>
                  </a:lnTo>
                  <a:lnTo>
                    <a:pt x="268" y="222"/>
                  </a:lnTo>
                  <a:lnTo>
                    <a:pt x="266" y="220"/>
                  </a:lnTo>
                  <a:lnTo>
                    <a:pt x="262" y="216"/>
                  </a:lnTo>
                  <a:lnTo>
                    <a:pt x="255" y="219"/>
                  </a:lnTo>
                  <a:lnTo>
                    <a:pt x="250" y="213"/>
                  </a:lnTo>
                  <a:lnTo>
                    <a:pt x="251" y="212"/>
                  </a:lnTo>
                  <a:lnTo>
                    <a:pt x="243" y="213"/>
                  </a:lnTo>
                  <a:lnTo>
                    <a:pt x="234" y="213"/>
                  </a:lnTo>
                  <a:lnTo>
                    <a:pt x="228" y="214"/>
                  </a:lnTo>
                  <a:lnTo>
                    <a:pt x="226" y="214"/>
                  </a:lnTo>
                  <a:lnTo>
                    <a:pt x="215" y="215"/>
                  </a:lnTo>
                  <a:lnTo>
                    <a:pt x="196" y="218"/>
                  </a:lnTo>
                  <a:lnTo>
                    <a:pt x="195" y="218"/>
                  </a:lnTo>
                  <a:lnTo>
                    <a:pt x="186" y="219"/>
                  </a:lnTo>
                  <a:lnTo>
                    <a:pt x="179" y="220"/>
                  </a:lnTo>
                  <a:lnTo>
                    <a:pt x="172" y="221"/>
                  </a:lnTo>
                  <a:lnTo>
                    <a:pt x="166" y="221"/>
                  </a:lnTo>
                  <a:lnTo>
                    <a:pt x="160" y="222"/>
                  </a:lnTo>
                  <a:lnTo>
                    <a:pt x="159" y="222"/>
                  </a:lnTo>
                  <a:lnTo>
                    <a:pt x="158" y="222"/>
                  </a:lnTo>
                  <a:lnTo>
                    <a:pt x="149" y="224"/>
                  </a:lnTo>
                  <a:lnTo>
                    <a:pt x="138" y="228"/>
                  </a:lnTo>
                  <a:lnTo>
                    <a:pt x="134" y="231"/>
                  </a:lnTo>
                  <a:lnTo>
                    <a:pt x="128" y="234"/>
                  </a:lnTo>
                  <a:lnTo>
                    <a:pt x="125" y="234"/>
                  </a:lnTo>
                  <a:lnTo>
                    <a:pt x="119" y="240"/>
                  </a:lnTo>
                  <a:lnTo>
                    <a:pt x="111" y="243"/>
                  </a:lnTo>
                  <a:lnTo>
                    <a:pt x="110" y="244"/>
                  </a:lnTo>
                  <a:lnTo>
                    <a:pt x="102" y="248"/>
                  </a:lnTo>
                  <a:lnTo>
                    <a:pt x="101" y="248"/>
                  </a:lnTo>
                  <a:lnTo>
                    <a:pt x="94" y="251"/>
                  </a:lnTo>
                  <a:lnTo>
                    <a:pt x="89" y="252"/>
                  </a:lnTo>
                  <a:lnTo>
                    <a:pt x="77" y="254"/>
                  </a:lnTo>
                  <a:lnTo>
                    <a:pt x="65" y="256"/>
                  </a:lnTo>
                  <a:lnTo>
                    <a:pt x="64" y="256"/>
                  </a:lnTo>
                  <a:lnTo>
                    <a:pt x="60" y="257"/>
                  </a:lnTo>
                  <a:lnTo>
                    <a:pt x="54" y="258"/>
                  </a:lnTo>
                  <a:lnTo>
                    <a:pt x="30" y="262"/>
                  </a:lnTo>
                  <a:lnTo>
                    <a:pt x="29" y="262"/>
                  </a:lnTo>
                  <a:lnTo>
                    <a:pt x="24" y="262"/>
                  </a:lnTo>
                  <a:lnTo>
                    <a:pt x="16" y="263"/>
                  </a:lnTo>
                  <a:lnTo>
                    <a:pt x="15" y="263"/>
                  </a:lnTo>
                  <a:lnTo>
                    <a:pt x="6" y="264"/>
                  </a:lnTo>
                  <a:lnTo>
                    <a:pt x="0" y="266"/>
                  </a:lnTo>
                  <a:lnTo>
                    <a:pt x="0" y="264"/>
                  </a:lnTo>
                  <a:lnTo>
                    <a:pt x="0" y="252"/>
                  </a:lnTo>
                  <a:lnTo>
                    <a:pt x="0" y="244"/>
                  </a:lnTo>
                  <a:lnTo>
                    <a:pt x="3" y="239"/>
                  </a:lnTo>
                  <a:lnTo>
                    <a:pt x="15" y="238"/>
                  </a:lnTo>
                  <a:lnTo>
                    <a:pt x="18" y="233"/>
                  </a:lnTo>
                  <a:lnTo>
                    <a:pt x="20" y="225"/>
                  </a:lnTo>
                  <a:lnTo>
                    <a:pt x="20" y="220"/>
                  </a:lnTo>
                  <a:lnTo>
                    <a:pt x="22" y="216"/>
                  </a:lnTo>
                  <a:lnTo>
                    <a:pt x="28" y="209"/>
                  </a:lnTo>
                  <a:lnTo>
                    <a:pt x="36" y="204"/>
                  </a:lnTo>
                  <a:lnTo>
                    <a:pt x="44" y="202"/>
                  </a:lnTo>
                  <a:lnTo>
                    <a:pt x="46" y="202"/>
                  </a:lnTo>
                  <a:lnTo>
                    <a:pt x="56" y="201"/>
                  </a:lnTo>
                  <a:lnTo>
                    <a:pt x="72" y="185"/>
                  </a:lnTo>
                  <a:lnTo>
                    <a:pt x="72" y="184"/>
                  </a:lnTo>
                  <a:lnTo>
                    <a:pt x="82" y="177"/>
                  </a:lnTo>
                  <a:lnTo>
                    <a:pt x="92" y="176"/>
                  </a:lnTo>
                  <a:lnTo>
                    <a:pt x="94" y="173"/>
                  </a:lnTo>
                  <a:lnTo>
                    <a:pt x="98" y="164"/>
                  </a:lnTo>
                  <a:lnTo>
                    <a:pt x="98" y="162"/>
                  </a:lnTo>
                  <a:lnTo>
                    <a:pt x="96" y="158"/>
                  </a:lnTo>
                  <a:lnTo>
                    <a:pt x="105" y="150"/>
                  </a:lnTo>
                  <a:lnTo>
                    <a:pt x="116" y="143"/>
                  </a:lnTo>
                  <a:lnTo>
                    <a:pt x="118" y="144"/>
                  </a:lnTo>
                  <a:lnTo>
                    <a:pt x="117" y="149"/>
                  </a:lnTo>
                  <a:lnTo>
                    <a:pt x="126" y="150"/>
                  </a:lnTo>
                  <a:lnTo>
                    <a:pt x="126" y="149"/>
                  </a:lnTo>
                  <a:lnTo>
                    <a:pt x="129" y="147"/>
                  </a:lnTo>
                  <a:lnTo>
                    <a:pt x="131" y="140"/>
                  </a:lnTo>
                  <a:close/>
                </a:path>
              </a:pathLst>
            </a:custGeom>
            <a:solidFill>
              <a:srgbClr val="C00000"/>
            </a:solidFill>
            <a:ln w="3175" cap="flat" cmpd="sng">
              <a:solidFill>
                <a:schemeClr val="bg1"/>
              </a:solidFill>
              <a:prstDash val="solid"/>
              <a:round/>
              <a:headEnd type="none" w="med" len="med"/>
              <a:tailEnd type="none" w="med" len="med"/>
            </a:ln>
            <a:effectLst/>
          </p:spPr>
          <p:txBody>
            <a:bodyPr/>
            <a:lstStyle/>
            <a:p>
              <a:endParaRPr lang="en-GB"/>
            </a:p>
          </p:txBody>
        </p:sp>
        <p:sp>
          <p:nvSpPr>
            <p:cNvPr id="16" name="Freeform 7">
              <a:extLst>
                <a:ext uri="{FF2B5EF4-FFF2-40B4-BE49-F238E27FC236}">
                  <a16:creationId xmlns:a16="http://schemas.microsoft.com/office/drawing/2014/main" id="{F3F18A88-EAEC-8767-3422-0A162F4E48F8}"/>
                </a:ext>
              </a:extLst>
            </p:cNvPr>
            <p:cNvSpPr>
              <a:spLocks noChangeAspect="1"/>
            </p:cNvSpPr>
            <p:nvPr/>
          </p:nvSpPr>
          <p:spPr bwMode="auto">
            <a:xfrm>
              <a:off x="949" y="2410"/>
              <a:ext cx="15" cy="24"/>
            </a:xfrm>
            <a:custGeom>
              <a:avLst/>
              <a:gdLst>
                <a:gd name="T0" fmla="*/ 27 w 81"/>
                <a:gd name="T1" fmla="*/ 46 h 135"/>
                <a:gd name="T2" fmla="*/ 20 w 81"/>
                <a:gd name="T3" fmla="*/ 34 h 135"/>
                <a:gd name="T4" fmla="*/ 19 w 81"/>
                <a:gd name="T5" fmla="*/ 25 h 135"/>
                <a:gd name="T6" fmla="*/ 20 w 81"/>
                <a:gd name="T7" fmla="*/ 24 h 135"/>
                <a:gd name="T8" fmla="*/ 19 w 81"/>
                <a:gd name="T9" fmla="*/ 21 h 135"/>
                <a:gd name="T10" fmla="*/ 21 w 81"/>
                <a:gd name="T11" fmla="*/ 13 h 135"/>
                <a:gd name="T12" fmla="*/ 24 w 81"/>
                <a:gd name="T13" fmla="*/ 5 h 135"/>
                <a:gd name="T14" fmla="*/ 25 w 81"/>
                <a:gd name="T15" fmla="*/ 3 h 135"/>
                <a:gd name="T16" fmla="*/ 19 w 81"/>
                <a:gd name="T17" fmla="*/ 0 h 135"/>
                <a:gd name="T18" fmla="*/ 13 w 81"/>
                <a:gd name="T19" fmla="*/ 1 h 135"/>
                <a:gd name="T20" fmla="*/ 12 w 81"/>
                <a:gd name="T21" fmla="*/ 1 h 135"/>
                <a:gd name="T22" fmla="*/ 2 w 81"/>
                <a:gd name="T23" fmla="*/ 13 h 135"/>
                <a:gd name="T24" fmla="*/ 1 w 81"/>
                <a:gd name="T25" fmla="*/ 16 h 135"/>
                <a:gd name="T26" fmla="*/ 0 w 81"/>
                <a:gd name="T27" fmla="*/ 16 h 135"/>
                <a:gd name="T28" fmla="*/ 1 w 81"/>
                <a:gd name="T29" fmla="*/ 22 h 135"/>
                <a:gd name="T30" fmla="*/ 2 w 81"/>
                <a:gd name="T31" fmla="*/ 23 h 135"/>
                <a:gd name="T32" fmla="*/ 9 w 81"/>
                <a:gd name="T33" fmla="*/ 48 h 135"/>
                <a:gd name="T34" fmla="*/ 9 w 81"/>
                <a:gd name="T35" fmla="*/ 49 h 135"/>
                <a:gd name="T36" fmla="*/ 11 w 81"/>
                <a:gd name="T37" fmla="*/ 52 h 135"/>
                <a:gd name="T38" fmla="*/ 12 w 81"/>
                <a:gd name="T39" fmla="*/ 57 h 135"/>
                <a:gd name="T40" fmla="*/ 12 w 81"/>
                <a:gd name="T41" fmla="*/ 59 h 135"/>
                <a:gd name="T42" fmla="*/ 12 w 81"/>
                <a:gd name="T43" fmla="*/ 60 h 135"/>
                <a:gd name="T44" fmla="*/ 13 w 81"/>
                <a:gd name="T45" fmla="*/ 60 h 135"/>
                <a:gd name="T46" fmla="*/ 13 w 81"/>
                <a:gd name="T47" fmla="*/ 61 h 135"/>
                <a:gd name="T48" fmla="*/ 15 w 81"/>
                <a:gd name="T49" fmla="*/ 69 h 135"/>
                <a:gd name="T50" fmla="*/ 15 w 81"/>
                <a:gd name="T51" fmla="*/ 70 h 135"/>
                <a:gd name="T52" fmla="*/ 15 w 81"/>
                <a:gd name="T53" fmla="*/ 71 h 135"/>
                <a:gd name="T54" fmla="*/ 19 w 81"/>
                <a:gd name="T55" fmla="*/ 84 h 135"/>
                <a:gd name="T56" fmla="*/ 24 w 81"/>
                <a:gd name="T57" fmla="*/ 100 h 135"/>
                <a:gd name="T58" fmla="*/ 26 w 81"/>
                <a:gd name="T59" fmla="*/ 106 h 135"/>
                <a:gd name="T60" fmla="*/ 29 w 81"/>
                <a:gd name="T61" fmla="*/ 115 h 135"/>
                <a:gd name="T62" fmla="*/ 29 w 81"/>
                <a:gd name="T63" fmla="*/ 118 h 135"/>
                <a:gd name="T64" fmla="*/ 30 w 81"/>
                <a:gd name="T65" fmla="*/ 119 h 135"/>
                <a:gd name="T66" fmla="*/ 31 w 81"/>
                <a:gd name="T67" fmla="*/ 123 h 135"/>
                <a:gd name="T68" fmla="*/ 31 w 81"/>
                <a:gd name="T69" fmla="*/ 125 h 135"/>
                <a:gd name="T70" fmla="*/ 33 w 81"/>
                <a:gd name="T71" fmla="*/ 135 h 135"/>
                <a:gd name="T72" fmla="*/ 48 w 81"/>
                <a:gd name="T73" fmla="*/ 132 h 135"/>
                <a:gd name="T74" fmla="*/ 60 w 81"/>
                <a:gd name="T75" fmla="*/ 130 h 135"/>
                <a:gd name="T76" fmla="*/ 68 w 81"/>
                <a:gd name="T77" fmla="*/ 127 h 135"/>
                <a:gd name="T78" fmla="*/ 75 w 81"/>
                <a:gd name="T79" fmla="*/ 126 h 135"/>
                <a:gd name="T80" fmla="*/ 81 w 81"/>
                <a:gd name="T81" fmla="*/ 125 h 135"/>
                <a:gd name="T82" fmla="*/ 71 w 81"/>
                <a:gd name="T83" fmla="*/ 93 h 135"/>
                <a:gd name="T84" fmla="*/ 68 w 81"/>
                <a:gd name="T85" fmla="*/ 95 h 135"/>
                <a:gd name="T86" fmla="*/ 51 w 81"/>
                <a:gd name="T87" fmla="*/ 82 h 135"/>
                <a:gd name="T88" fmla="*/ 44 w 81"/>
                <a:gd name="T89" fmla="*/ 73 h 135"/>
                <a:gd name="T90" fmla="*/ 38 w 81"/>
                <a:gd name="T91" fmla="*/ 54 h 135"/>
                <a:gd name="T92" fmla="*/ 27 w 81"/>
                <a:gd name="T93" fmla="*/ 4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 h="135">
                  <a:moveTo>
                    <a:pt x="27" y="46"/>
                  </a:moveTo>
                  <a:lnTo>
                    <a:pt x="20" y="34"/>
                  </a:lnTo>
                  <a:lnTo>
                    <a:pt x="19" y="25"/>
                  </a:lnTo>
                  <a:lnTo>
                    <a:pt x="20" y="24"/>
                  </a:lnTo>
                  <a:lnTo>
                    <a:pt x="19" y="21"/>
                  </a:lnTo>
                  <a:lnTo>
                    <a:pt x="21" y="13"/>
                  </a:lnTo>
                  <a:lnTo>
                    <a:pt x="24" y="5"/>
                  </a:lnTo>
                  <a:lnTo>
                    <a:pt x="25" y="3"/>
                  </a:lnTo>
                  <a:lnTo>
                    <a:pt x="19" y="0"/>
                  </a:lnTo>
                  <a:lnTo>
                    <a:pt x="13" y="1"/>
                  </a:lnTo>
                  <a:lnTo>
                    <a:pt x="12" y="1"/>
                  </a:lnTo>
                  <a:lnTo>
                    <a:pt x="2" y="13"/>
                  </a:lnTo>
                  <a:lnTo>
                    <a:pt x="1" y="16"/>
                  </a:lnTo>
                  <a:lnTo>
                    <a:pt x="0" y="16"/>
                  </a:lnTo>
                  <a:lnTo>
                    <a:pt x="1" y="22"/>
                  </a:lnTo>
                  <a:lnTo>
                    <a:pt x="2" y="23"/>
                  </a:lnTo>
                  <a:lnTo>
                    <a:pt x="9" y="48"/>
                  </a:lnTo>
                  <a:lnTo>
                    <a:pt x="9" y="49"/>
                  </a:lnTo>
                  <a:lnTo>
                    <a:pt x="11" y="52"/>
                  </a:lnTo>
                  <a:lnTo>
                    <a:pt x="12" y="57"/>
                  </a:lnTo>
                  <a:lnTo>
                    <a:pt x="12" y="59"/>
                  </a:lnTo>
                  <a:lnTo>
                    <a:pt x="12" y="60"/>
                  </a:lnTo>
                  <a:lnTo>
                    <a:pt x="13" y="60"/>
                  </a:lnTo>
                  <a:lnTo>
                    <a:pt x="13" y="61"/>
                  </a:lnTo>
                  <a:lnTo>
                    <a:pt x="15" y="69"/>
                  </a:lnTo>
                  <a:lnTo>
                    <a:pt x="15" y="70"/>
                  </a:lnTo>
                  <a:lnTo>
                    <a:pt x="15" y="71"/>
                  </a:lnTo>
                  <a:lnTo>
                    <a:pt x="19" y="84"/>
                  </a:lnTo>
                  <a:lnTo>
                    <a:pt x="24" y="100"/>
                  </a:lnTo>
                  <a:lnTo>
                    <a:pt x="26" y="106"/>
                  </a:lnTo>
                  <a:lnTo>
                    <a:pt x="29" y="115"/>
                  </a:lnTo>
                  <a:lnTo>
                    <a:pt x="29" y="118"/>
                  </a:lnTo>
                  <a:lnTo>
                    <a:pt x="30" y="119"/>
                  </a:lnTo>
                  <a:lnTo>
                    <a:pt x="31" y="123"/>
                  </a:lnTo>
                  <a:lnTo>
                    <a:pt x="31" y="125"/>
                  </a:lnTo>
                  <a:lnTo>
                    <a:pt x="33" y="135"/>
                  </a:lnTo>
                  <a:lnTo>
                    <a:pt x="48" y="132"/>
                  </a:lnTo>
                  <a:lnTo>
                    <a:pt x="60" y="130"/>
                  </a:lnTo>
                  <a:lnTo>
                    <a:pt x="68" y="127"/>
                  </a:lnTo>
                  <a:lnTo>
                    <a:pt x="75" y="126"/>
                  </a:lnTo>
                  <a:lnTo>
                    <a:pt x="81" y="125"/>
                  </a:lnTo>
                  <a:lnTo>
                    <a:pt x="71" y="93"/>
                  </a:lnTo>
                  <a:lnTo>
                    <a:pt x="68" y="95"/>
                  </a:lnTo>
                  <a:lnTo>
                    <a:pt x="51" y="82"/>
                  </a:lnTo>
                  <a:lnTo>
                    <a:pt x="44" y="73"/>
                  </a:lnTo>
                  <a:lnTo>
                    <a:pt x="38" y="54"/>
                  </a:lnTo>
                  <a:lnTo>
                    <a:pt x="27" y="4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7" name="Freeform 8">
              <a:extLst>
                <a:ext uri="{FF2B5EF4-FFF2-40B4-BE49-F238E27FC236}">
                  <a16:creationId xmlns:a16="http://schemas.microsoft.com/office/drawing/2014/main" id="{04DB54E4-36E8-A52D-CF49-653AA1516098}"/>
                </a:ext>
              </a:extLst>
            </p:cNvPr>
            <p:cNvSpPr>
              <a:spLocks noChangeAspect="1"/>
            </p:cNvSpPr>
            <p:nvPr/>
          </p:nvSpPr>
          <p:spPr bwMode="auto">
            <a:xfrm>
              <a:off x="935" y="2429"/>
              <a:ext cx="3" cy="3"/>
            </a:xfrm>
            <a:custGeom>
              <a:avLst/>
              <a:gdLst>
                <a:gd name="T0" fmla="*/ 0 w 15"/>
                <a:gd name="T1" fmla="*/ 5 h 17"/>
                <a:gd name="T2" fmla="*/ 6 w 15"/>
                <a:gd name="T3" fmla="*/ 10 h 17"/>
                <a:gd name="T4" fmla="*/ 7 w 15"/>
                <a:gd name="T5" fmla="*/ 13 h 17"/>
                <a:gd name="T6" fmla="*/ 8 w 15"/>
                <a:gd name="T7" fmla="*/ 17 h 17"/>
                <a:gd name="T8" fmla="*/ 12 w 15"/>
                <a:gd name="T9" fmla="*/ 11 h 17"/>
                <a:gd name="T10" fmla="*/ 15 w 15"/>
                <a:gd name="T11" fmla="*/ 6 h 17"/>
                <a:gd name="T12" fmla="*/ 7 w 15"/>
                <a:gd name="T13" fmla="*/ 0 h 17"/>
                <a:gd name="T14" fmla="*/ 2 w 15"/>
                <a:gd name="T15" fmla="*/ 0 h 17"/>
                <a:gd name="T16" fmla="*/ 1 w 15"/>
                <a:gd name="T17" fmla="*/ 2 h 17"/>
                <a:gd name="T18" fmla="*/ 0 w 15"/>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7">
                  <a:moveTo>
                    <a:pt x="0" y="5"/>
                  </a:moveTo>
                  <a:lnTo>
                    <a:pt x="6" y="10"/>
                  </a:lnTo>
                  <a:lnTo>
                    <a:pt x="7" y="13"/>
                  </a:lnTo>
                  <a:lnTo>
                    <a:pt x="8" y="17"/>
                  </a:lnTo>
                  <a:lnTo>
                    <a:pt x="12" y="11"/>
                  </a:lnTo>
                  <a:lnTo>
                    <a:pt x="15" y="6"/>
                  </a:lnTo>
                  <a:lnTo>
                    <a:pt x="7" y="0"/>
                  </a:lnTo>
                  <a:lnTo>
                    <a:pt x="2" y="0"/>
                  </a:lnTo>
                  <a:lnTo>
                    <a:pt x="1" y="2"/>
                  </a:lnTo>
                  <a:lnTo>
                    <a:pt x="0" y="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9" name="Freeform 9">
              <a:extLst>
                <a:ext uri="{FF2B5EF4-FFF2-40B4-BE49-F238E27FC236}">
                  <a16:creationId xmlns:a16="http://schemas.microsoft.com/office/drawing/2014/main" id="{1AA05D58-460E-1E32-528A-2EA386F70081}"/>
                </a:ext>
              </a:extLst>
            </p:cNvPr>
            <p:cNvSpPr>
              <a:spLocks noChangeAspect="1"/>
            </p:cNvSpPr>
            <p:nvPr/>
          </p:nvSpPr>
          <p:spPr bwMode="auto">
            <a:xfrm>
              <a:off x="902" y="2413"/>
              <a:ext cx="62" cy="31"/>
            </a:xfrm>
            <a:custGeom>
              <a:avLst/>
              <a:gdLst>
                <a:gd name="T0" fmla="*/ 99 w 346"/>
                <a:gd name="T1" fmla="*/ 35 h 175"/>
                <a:gd name="T2" fmla="*/ 145 w 346"/>
                <a:gd name="T3" fmla="*/ 26 h 175"/>
                <a:gd name="T4" fmla="*/ 163 w 346"/>
                <a:gd name="T5" fmla="*/ 23 h 175"/>
                <a:gd name="T6" fmla="*/ 184 w 346"/>
                <a:gd name="T7" fmla="*/ 18 h 175"/>
                <a:gd name="T8" fmla="*/ 198 w 346"/>
                <a:gd name="T9" fmla="*/ 15 h 175"/>
                <a:gd name="T10" fmla="*/ 213 w 346"/>
                <a:gd name="T11" fmla="*/ 12 h 175"/>
                <a:gd name="T12" fmla="*/ 234 w 346"/>
                <a:gd name="T13" fmla="*/ 7 h 175"/>
                <a:gd name="T14" fmla="*/ 259 w 346"/>
                <a:gd name="T15" fmla="*/ 1 h 175"/>
                <a:gd name="T16" fmla="*/ 267 w 346"/>
                <a:gd name="T17" fmla="*/ 7 h 175"/>
                <a:gd name="T18" fmla="*/ 276 w 346"/>
                <a:gd name="T19" fmla="*/ 36 h 175"/>
                <a:gd name="T20" fmla="*/ 277 w 346"/>
                <a:gd name="T21" fmla="*/ 44 h 175"/>
                <a:gd name="T22" fmla="*/ 280 w 346"/>
                <a:gd name="T23" fmla="*/ 53 h 175"/>
                <a:gd name="T24" fmla="*/ 284 w 346"/>
                <a:gd name="T25" fmla="*/ 68 h 175"/>
                <a:gd name="T26" fmla="*/ 294 w 346"/>
                <a:gd name="T27" fmla="*/ 99 h 175"/>
                <a:gd name="T28" fmla="*/ 296 w 346"/>
                <a:gd name="T29" fmla="*/ 107 h 175"/>
                <a:gd name="T30" fmla="*/ 313 w 346"/>
                <a:gd name="T31" fmla="*/ 116 h 175"/>
                <a:gd name="T32" fmla="*/ 340 w 346"/>
                <a:gd name="T33" fmla="*/ 110 h 175"/>
                <a:gd name="T34" fmla="*/ 342 w 346"/>
                <a:gd name="T35" fmla="*/ 152 h 175"/>
                <a:gd name="T36" fmla="*/ 314 w 346"/>
                <a:gd name="T37" fmla="*/ 162 h 175"/>
                <a:gd name="T38" fmla="*/ 295 w 346"/>
                <a:gd name="T39" fmla="*/ 175 h 175"/>
                <a:gd name="T40" fmla="*/ 291 w 346"/>
                <a:gd name="T41" fmla="*/ 144 h 175"/>
                <a:gd name="T42" fmla="*/ 285 w 346"/>
                <a:gd name="T43" fmla="*/ 144 h 175"/>
                <a:gd name="T44" fmla="*/ 278 w 346"/>
                <a:gd name="T45" fmla="*/ 145 h 175"/>
                <a:gd name="T46" fmla="*/ 250 w 346"/>
                <a:gd name="T47" fmla="*/ 126 h 175"/>
                <a:gd name="T48" fmla="*/ 262 w 346"/>
                <a:gd name="T49" fmla="*/ 110 h 175"/>
                <a:gd name="T50" fmla="*/ 246 w 346"/>
                <a:gd name="T51" fmla="*/ 101 h 175"/>
                <a:gd name="T52" fmla="*/ 249 w 346"/>
                <a:gd name="T53" fmla="*/ 85 h 175"/>
                <a:gd name="T54" fmla="*/ 248 w 346"/>
                <a:gd name="T55" fmla="*/ 78 h 175"/>
                <a:gd name="T56" fmla="*/ 244 w 346"/>
                <a:gd name="T57" fmla="*/ 65 h 175"/>
                <a:gd name="T58" fmla="*/ 258 w 346"/>
                <a:gd name="T59" fmla="*/ 36 h 175"/>
                <a:gd name="T60" fmla="*/ 247 w 346"/>
                <a:gd name="T61" fmla="*/ 35 h 175"/>
                <a:gd name="T62" fmla="*/ 234 w 346"/>
                <a:gd name="T63" fmla="*/ 44 h 175"/>
                <a:gd name="T64" fmla="*/ 223 w 346"/>
                <a:gd name="T65" fmla="*/ 61 h 175"/>
                <a:gd name="T66" fmla="*/ 230 w 346"/>
                <a:gd name="T67" fmla="*/ 104 h 175"/>
                <a:gd name="T68" fmla="*/ 250 w 346"/>
                <a:gd name="T69" fmla="*/ 138 h 175"/>
                <a:gd name="T70" fmla="*/ 252 w 346"/>
                <a:gd name="T71" fmla="*/ 150 h 175"/>
                <a:gd name="T72" fmla="*/ 252 w 346"/>
                <a:gd name="T73" fmla="*/ 163 h 175"/>
                <a:gd name="T74" fmla="*/ 223 w 346"/>
                <a:gd name="T75" fmla="*/ 157 h 175"/>
                <a:gd name="T76" fmla="*/ 213 w 346"/>
                <a:gd name="T77" fmla="*/ 155 h 175"/>
                <a:gd name="T78" fmla="*/ 193 w 346"/>
                <a:gd name="T79" fmla="*/ 150 h 175"/>
                <a:gd name="T80" fmla="*/ 190 w 346"/>
                <a:gd name="T81" fmla="*/ 125 h 175"/>
                <a:gd name="T82" fmla="*/ 193 w 346"/>
                <a:gd name="T83" fmla="*/ 117 h 175"/>
                <a:gd name="T84" fmla="*/ 194 w 346"/>
                <a:gd name="T85" fmla="*/ 109 h 175"/>
                <a:gd name="T86" fmla="*/ 201 w 346"/>
                <a:gd name="T87" fmla="*/ 97 h 175"/>
                <a:gd name="T88" fmla="*/ 187 w 346"/>
                <a:gd name="T89" fmla="*/ 93 h 175"/>
                <a:gd name="T90" fmla="*/ 175 w 346"/>
                <a:gd name="T91" fmla="*/ 92 h 175"/>
                <a:gd name="T92" fmla="*/ 164 w 346"/>
                <a:gd name="T93" fmla="*/ 87 h 175"/>
                <a:gd name="T94" fmla="*/ 152 w 346"/>
                <a:gd name="T95" fmla="*/ 72 h 175"/>
                <a:gd name="T96" fmla="*/ 134 w 346"/>
                <a:gd name="T97" fmla="*/ 68 h 175"/>
                <a:gd name="T98" fmla="*/ 123 w 346"/>
                <a:gd name="T99" fmla="*/ 53 h 175"/>
                <a:gd name="T100" fmla="*/ 106 w 346"/>
                <a:gd name="T101" fmla="*/ 44 h 175"/>
                <a:gd name="T102" fmla="*/ 84 w 346"/>
                <a:gd name="T103" fmla="*/ 47 h 175"/>
                <a:gd name="T104" fmla="*/ 76 w 346"/>
                <a:gd name="T105" fmla="*/ 60 h 175"/>
                <a:gd name="T106" fmla="*/ 62 w 346"/>
                <a:gd name="T107" fmla="*/ 61 h 175"/>
                <a:gd name="T108" fmla="*/ 33 w 346"/>
                <a:gd name="T109" fmla="*/ 72 h 175"/>
                <a:gd name="T110" fmla="*/ 21 w 346"/>
                <a:gd name="T111" fmla="*/ 89 h 175"/>
                <a:gd name="T112" fmla="*/ 8 w 346"/>
                <a:gd name="T113" fmla="*/ 104 h 175"/>
                <a:gd name="T114" fmla="*/ 0 w 346"/>
                <a:gd name="T115" fmla="*/ 54 h 175"/>
                <a:gd name="T116" fmla="*/ 6 w 346"/>
                <a:gd name="T117" fmla="*/ 53 h 175"/>
                <a:gd name="T118" fmla="*/ 40 w 346"/>
                <a:gd name="T119" fmla="*/ 47 h 175"/>
                <a:gd name="T120" fmla="*/ 48 w 346"/>
                <a:gd name="T121" fmla="*/ 45 h 175"/>
                <a:gd name="T122" fmla="*/ 79 w 346"/>
                <a:gd name="T123" fmla="*/ 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6" h="175">
                  <a:moveTo>
                    <a:pt x="81" y="38"/>
                  </a:moveTo>
                  <a:lnTo>
                    <a:pt x="88" y="37"/>
                  </a:lnTo>
                  <a:lnTo>
                    <a:pt x="99" y="35"/>
                  </a:lnTo>
                  <a:lnTo>
                    <a:pt x="106" y="33"/>
                  </a:lnTo>
                  <a:lnTo>
                    <a:pt x="142" y="26"/>
                  </a:lnTo>
                  <a:lnTo>
                    <a:pt x="145" y="26"/>
                  </a:lnTo>
                  <a:lnTo>
                    <a:pt x="147" y="25"/>
                  </a:lnTo>
                  <a:lnTo>
                    <a:pt x="156" y="24"/>
                  </a:lnTo>
                  <a:lnTo>
                    <a:pt x="163" y="23"/>
                  </a:lnTo>
                  <a:lnTo>
                    <a:pt x="175" y="20"/>
                  </a:lnTo>
                  <a:lnTo>
                    <a:pt x="178" y="19"/>
                  </a:lnTo>
                  <a:lnTo>
                    <a:pt x="184" y="18"/>
                  </a:lnTo>
                  <a:lnTo>
                    <a:pt x="186" y="18"/>
                  </a:lnTo>
                  <a:lnTo>
                    <a:pt x="194" y="15"/>
                  </a:lnTo>
                  <a:lnTo>
                    <a:pt x="198" y="15"/>
                  </a:lnTo>
                  <a:lnTo>
                    <a:pt x="207" y="13"/>
                  </a:lnTo>
                  <a:lnTo>
                    <a:pt x="210" y="12"/>
                  </a:lnTo>
                  <a:lnTo>
                    <a:pt x="213" y="12"/>
                  </a:lnTo>
                  <a:lnTo>
                    <a:pt x="214" y="12"/>
                  </a:lnTo>
                  <a:lnTo>
                    <a:pt x="232" y="7"/>
                  </a:lnTo>
                  <a:lnTo>
                    <a:pt x="234" y="7"/>
                  </a:lnTo>
                  <a:lnTo>
                    <a:pt x="241" y="6"/>
                  </a:lnTo>
                  <a:lnTo>
                    <a:pt x="252" y="3"/>
                  </a:lnTo>
                  <a:lnTo>
                    <a:pt x="259" y="1"/>
                  </a:lnTo>
                  <a:lnTo>
                    <a:pt x="265" y="0"/>
                  </a:lnTo>
                  <a:lnTo>
                    <a:pt x="266" y="6"/>
                  </a:lnTo>
                  <a:lnTo>
                    <a:pt x="267" y="7"/>
                  </a:lnTo>
                  <a:lnTo>
                    <a:pt x="274" y="32"/>
                  </a:lnTo>
                  <a:lnTo>
                    <a:pt x="274" y="33"/>
                  </a:lnTo>
                  <a:lnTo>
                    <a:pt x="276" y="36"/>
                  </a:lnTo>
                  <a:lnTo>
                    <a:pt x="277" y="41"/>
                  </a:lnTo>
                  <a:lnTo>
                    <a:pt x="277" y="43"/>
                  </a:lnTo>
                  <a:lnTo>
                    <a:pt x="277" y="44"/>
                  </a:lnTo>
                  <a:lnTo>
                    <a:pt x="278" y="44"/>
                  </a:lnTo>
                  <a:lnTo>
                    <a:pt x="278" y="45"/>
                  </a:lnTo>
                  <a:lnTo>
                    <a:pt x="280" y="53"/>
                  </a:lnTo>
                  <a:lnTo>
                    <a:pt x="280" y="54"/>
                  </a:lnTo>
                  <a:lnTo>
                    <a:pt x="280" y="55"/>
                  </a:lnTo>
                  <a:lnTo>
                    <a:pt x="284" y="68"/>
                  </a:lnTo>
                  <a:lnTo>
                    <a:pt x="289" y="84"/>
                  </a:lnTo>
                  <a:lnTo>
                    <a:pt x="291" y="90"/>
                  </a:lnTo>
                  <a:lnTo>
                    <a:pt x="294" y="99"/>
                  </a:lnTo>
                  <a:lnTo>
                    <a:pt x="294" y="102"/>
                  </a:lnTo>
                  <a:lnTo>
                    <a:pt x="295" y="103"/>
                  </a:lnTo>
                  <a:lnTo>
                    <a:pt x="296" y="107"/>
                  </a:lnTo>
                  <a:lnTo>
                    <a:pt x="296" y="109"/>
                  </a:lnTo>
                  <a:lnTo>
                    <a:pt x="298" y="119"/>
                  </a:lnTo>
                  <a:lnTo>
                    <a:pt x="313" y="116"/>
                  </a:lnTo>
                  <a:lnTo>
                    <a:pt x="325" y="114"/>
                  </a:lnTo>
                  <a:lnTo>
                    <a:pt x="333" y="111"/>
                  </a:lnTo>
                  <a:lnTo>
                    <a:pt x="340" y="110"/>
                  </a:lnTo>
                  <a:lnTo>
                    <a:pt x="346" y="109"/>
                  </a:lnTo>
                  <a:lnTo>
                    <a:pt x="346" y="116"/>
                  </a:lnTo>
                  <a:lnTo>
                    <a:pt x="342" y="152"/>
                  </a:lnTo>
                  <a:lnTo>
                    <a:pt x="330" y="157"/>
                  </a:lnTo>
                  <a:lnTo>
                    <a:pt x="325" y="158"/>
                  </a:lnTo>
                  <a:lnTo>
                    <a:pt x="314" y="162"/>
                  </a:lnTo>
                  <a:lnTo>
                    <a:pt x="312" y="167"/>
                  </a:lnTo>
                  <a:lnTo>
                    <a:pt x="306" y="167"/>
                  </a:lnTo>
                  <a:lnTo>
                    <a:pt x="295" y="175"/>
                  </a:lnTo>
                  <a:lnTo>
                    <a:pt x="296" y="153"/>
                  </a:lnTo>
                  <a:lnTo>
                    <a:pt x="288" y="155"/>
                  </a:lnTo>
                  <a:lnTo>
                    <a:pt x="291" y="144"/>
                  </a:lnTo>
                  <a:lnTo>
                    <a:pt x="286" y="141"/>
                  </a:lnTo>
                  <a:lnTo>
                    <a:pt x="285" y="141"/>
                  </a:lnTo>
                  <a:lnTo>
                    <a:pt x="285" y="144"/>
                  </a:lnTo>
                  <a:lnTo>
                    <a:pt x="280" y="140"/>
                  </a:lnTo>
                  <a:lnTo>
                    <a:pt x="279" y="133"/>
                  </a:lnTo>
                  <a:lnTo>
                    <a:pt x="278" y="145"/>
                  </a:lnTo>
                  <a:lnTo>
                    <a:pt x="268" y="146"/>
                  </a:lnTo>
                  <a:lnTo>
                    <a:pt x="261" y="141"/>
                  </a:lnTo>
                  <a:lnTo>
                    <a:pt x="250" y="126"/>
                  </a:lnTo>
                  <a:lnTo>
                    <a:pt x="258" y="122"/>
                  </a:lnTo>
                  <a:lnTo>
                    <a:pt x="252" y="113"/>
                  </a:lnTo>
                  <a:lnTo>
                    <a:pt x="262" y="110"/>
                  </a:lnTo>
                  <a:lnTo>
                    <a:pt x="253" y="102"/>
                  </a:lnTo>
                  <a:lnTo>
                    <a:pt x="248" y="109"/>
                  </a:lnTo>
                  <a:lnTo>
                    <a:pt x="246" y="101"/>
                  </a:lnTo>
                  <a:lnTo>
                    <a:pt x="254" y="90"/>
                  </a:lnTo>
                  <a:lnTo>
                    <a:pt x="248" y="81"/>
                  </a:lnTo>
                  <a:lnTo>
                    <a:pt x="249" y="85"/>
                  </a:lnTo>
                  <a:lnTo>
                    <a:pt x="243" y="90"/>
                  </a:lnTo>
                  <a:lnTo>
                    <a:pt x="242" y="73"/>
                  </a:lnTo>
                  <a:lnTo>
                    <a:pt x="248" y="78"/>
                  </a:lnTo>
                  <a:lnTo>
                    <a:pt x="253" y="75"/>
                  </a:lnTo>
                  <a:lnTo>
                    <a:pt x="252" y="66"/>
                  </a:lnTo>
                  <a:lnTo>
                    <a:pt x="244" y="65"/>
                  </a:lnTo>
                  <a:lnTo>
                    <a:pt x="243" y="57"/>
                  </a:lnTo>
                  <a:lnTo>
                    <a:pt x="249" y="41"/>
                  </a:lnTo>
                  <a:lnTo>
                    <a:pt x="258" y="36"/>
                  </a:lnTo>
                  <a:lnTo>
                    <a:pt x="254" y="19"/>
                  </a:lnTo>
                  <a:lnTo>
                    <a:pt x="248" y="21"/>
                  </a:lnTo>
                  <a:lnTo>
                    <a:pt x="247" y="35"/>
                  </a:lnTo>
                  <a:lnTo>
                    <a:pt x="240" y="42"/>
                  </a:lnTo>
                  <a:lnTo>
                    <a:pt x="238" y="48"/>
                  </a:lnTo>
                  <a:lnTo>
                    <a:pt x="234" y="44"/>
                  </a:lnTo>
                  <a:lnTo>
                    <a:pt x="232" y="49"/>
                  </a:lnTo>
                  <a:lnTo>
                    <a:pt x="232" y="55"/>
                  </a:lnTo>
                  <a:lnTo>
                    <a:pt x="223" y="61"/>
                  </a:lnTo>
                  <a:lnTo>
                    <a:pt x="231" y="67"/>
                  </a:lnTo>
                  <a:lnTo>
                    <a:pt x="235" y="79"/>
                  </a:lnTo>
                  <a:lnTo>
                    <a:pt x="230" y="104"/>
                  </a:lnTo>
                  <a:lnTo>
                    <a:pt x="232" y="108"/>
                  </a:lnTo>
                  <a:lnTo>
                    <a:pt x="240" y="128"/>
                  </a:lnTo>
                  <a:lnTo>
                    <a:pt x="250" y="138"/>
                  </a:lnTo>
                  <a:lnTo>
                    <a:pt x="249" y="145"/>
                  </a:lnTo>
                  <a:lnTo>
                    <a:pt x="253" y="145"/>
                  </a:lnTo>
                  <a:lnTo>
                    <a:pt x="252" y="150"/>
                  </a:lnTo>
                  <a:lnTo>
                    <a:pt x="259" y="161"/>
                  </a:lnTo>
                  <a:lnTo>
                    <a:pt x="262" y="169"/>
                  </a:lnTo>
                  <a:lnTo>
                    <a:pt x="252" y="163"/>
                  </a:lnTo>
                  <a:lnTo>
                    <a:pt x="249" y="165"/>
                  </a:lnTo>
                  <a:lnTo>
                    <a:pt x="236" y="156"/>
                  </a:lnTo>
                  <a:lnTo>
                    <a:pt x="223" y="157"/>
                  </a:lnTo>
                  <a:lnTo>
                    <a:pt x="218" y="151"/>
                  </a:lnTo>
                  <a:lnTo>
                    <a:pt x="217" y="156"/>
                  </a:lnTo>
                  <a:lnTo>
                    <a:pt x="213" y="155"/>
                  </a:lnTo>
                  <a:lnTo>
                    <a:pt x="205" y="144"/>
                  </a:lnTo>
                  <a:lnTo>
                    <a:pt x="195" y="146"/>
                  </a:lnTo>
                  <a:lnTo>
                    <a:pt x="193" y="150"/>
                  </a:lnTo>
                  <a:lnTo>
                    <a:pt x="187" y="151"/>
                  </a:lnTo>
                  <a:lnTo>
                    <a:pt x="184" y="137"/>
                  </a:lnTo>
                  <a:lnTo>
                    <a:pt x="190" y="125"/>
                  </a:lnTo>
                  <a:lnTo>
                    <a:pt x="189" y="121"/>
                  </a:lnTo>
                  <a:lnTo>
                    <a:pt x="190" y="120"/>
                  </a:lnTo>
                  <a:lnTo>
                    <a:pt x="193" y="117"/>
                  </a:lnTo>
                  <a:lnTo>
                    <a:pt x="195" y="113"/>
                  </a:lnTo>
                  <a:lnTo>
                    <a:pt x="194" y="110"/>
                  </a:lnTo>
                  <a:lnTo>
                    <a:pt x="194" y="109"/>
                  </a:lnTo>
                  <a:lnTo>
                    <a:pt x="194" y="108"/>
                  </a:lnTo>
                  <a:lnTo>
                    <a:pt x="198" y="102"/>
                  </a:lnTo>
                  <a:lnTo>
                    <a:pt x="201" y="97"/>
                  </a:lnTo>
                  <a:lnTo>
                    <a:pt x="193" y="91"/>
                  </a:lnTo>
                  <a:lnTo>
                    <a:pt x="188" y="91"/>
                  </a:lnTo>
                  <a:lnTo>
                    <a:pt x="187" y="93"/>
                  </a:lnTo>
                  <a:lnTo>
                    <a:pt x="186" y="96"/>
                  </a:lnTo>
                  <a:lnTo>
                    <a:pt x="183" y="93"/>
                  </a:lnTo>
                  <a:lnTo>
                    <a:pt x="175" y="92"/>
                  </a:lnTo>
                  <a:lnTo>
                    <a:pt x="174" y="89"/>
                  </a:lnTo>
                  <a:lnTo>
                    <a:pt x="168" y="87"/>
                  </a:lnTo>
                  <a:lnTo>
                    <a:pt x="164" y="87"/>
                  </a:lnTo>
                  <a:lnTo>
                    <a:pt x="152" y="84"/>
                  </a:lnTo>
                  <a:lnTo>
                    <a:pt x="156" y="74"/>
                  </a:lnTo>
                  <a:lnTo>
                    <a:pt x="152" y="72"/>
                  </a:lnTo>
                  <a:lnTo>
                    <a:pt x="140" y="68"/>
                  </a:lnTo>
                  <a:lnTo>
                    <a:pt x="138" y="67"/>
                  </a:lnTo>
                  <a:lnTo>
                    <a:pt x="134" y="68"/>
                  </a:lnTo>
                  <a:lnTo>
                    <a:pt x="132" y="67"/>
                  </a:lnTo>
                  <a:lnTo>
                    <a:pt x="130" y="60"/>
                  </a:lnTo>
                  <a:lnTo>
                    <a:pt x="123" y="53"/>
                  </a:lnTo>
                  <a:lnTo>
                    <a:pt x="117" y="42"/>
                  </a:lnTo>
                  <a:lnTo>
                    <a:pt x="109" y="45"/>
                  </a:lnTo>
                  <a:lnTo>
                    <a:pt x="106" y="44"/>
                  </a:lnTo>
                  <a:lnTo>
                    <a:pt x="98" y="39"/>
                  </a:lnTo>
                  <a:lnTo>
                    <a:pt x="90" y="47"/>
                  </a:lnTo>
                  <a:lnTo>
                    <a:pt x="84" y="47"/>
                  </a:lnTo>
                  <a:lnTo>
                    <a:pt x="81" y="48"/>
                  </a:lnTo>
                  <a:lnTo>
                    <a:pt x="81" y="50"/>
                  </a:lnTo>
                  <a:lnTo>
                    <a:pt x="76" y="60"/>
                  </a:lnTo>
                  <a:lnTo>
                    <a:pt x="74" y="60"/>
                  </a:lnTo>
                  <a:lnTo>
                    <a:pt x="64" y="60"/>
                  </a:lnTo>
                  <a:lnTo>
                    <a:pt x="62" y="61"/>
                  </a:lnTo>
                  <a:lnTo>
                    <a:pt x="50" y="54"/>
                  </a:lnTo>
                  <a:lnTo>
                    <a:pt x="39" y="73"/>
                  </a:lnTo>
                  <a:lnTo>
                    <a:pt x="33" y="72"/>
                  </a:lnTo>
                  <a:lnTo>
                    <a:pt x="26" y="84"/>
                  </a:lnTo>
                  <a:lnTo>
                    <a:pt x="22" y="86"/>
                  </a:lnTo>
                  <a:lnTo>
                    <a:pt x="21" y="89"/>
                  </a:lnTo>
                  <a:lnTo>
                    <a:pt x="15" y="96"/>
                  </a:lnTo>
                  <a:lnTo>
                    <a:pt x="9" y="104"/>
                  </a:lnTo>
                  <a:lnTo>
                    <a:pt x="8" y="104"/>
                  </a:lnTo>
                  <a:lnTo>
                    <a:pt x="3" y="73"/>
                  </a:lnTo>
                  <a:lnTo>
                    <a:pt x="3" y="72"/>
                  </a:lnTo>
                  <a:lnTo>
                    <a:pt x="0" y="54"/>
                  </a:lnTo>
                  <a:lnTo>
                    <a:pt x="2" y="54"/>
                  </a:lnTo>
                  <a:lnTo>
                    <a:pt x="4" y="54"/>
                  </a:lnTo>
                  <a:lnTo>
                    <a:pt x="6" y="53"/>
                  </a:lnTo>
                  <a:lnTo>
                    <a:pt x="28" y="49"/>
                  </a:lnTo>
                  <a:lnTo>
                    <a:pt x="31" y="48"/>
                  </a:lnTo>
                  <a:lnTo>
                    <a:pt x="40" y="47"/>
                  </a:lnTo>
                  <a:lnTo>
                    <a:pt x="43" y="45"/>
                  </a:lnTo>
                  <a:lnTo>
                    <a:pt x="45" y="45"/>
                  </a:lnTo>
                  <a:lnTo>
                    <a:pt x="48" y="45"/>
                  </a:lnTo>
                  <a:lnTo>
                    <a:pt x="68" y="41"/>
                  </a:lnTo>
                  <a:lnTo>
                    <a:pt x="70" y="41"/>
                  </a:lnTo>
                  <a:lnTo>
                    <a:pt x="79" y="39"/>
                  </a:lnTo>
                  <a:lnTo>
                    <a:pt x="81" y="3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0" name="Freeform 10">
              <a:extLst>
                <a:ext uri="{FF2B5EF4-FFF2-40B4-BE49-F238E27FC236}">
                  <a16:creationId xmlns:a16="http://schemas.microsoft.com/office/drawing/2014/main" id="{5F8F0F96-B680-B954-7AB6-1E0325EBA221}"/>
                </a:ext>
              </a:extLst>
            </p:cNvPr>
            <p:cNvSpPr>
              <a:spLocks noChangeAspect="1"/>
            </p:cNvSpPr>
            <p:nvPr/>
          </p:nvSpPr>
          <p:spPr bwMode="auto">
            <a:xfrm>
              <a:off x="953" y="2382"/>
              <a:ext cx="17" cy="42"/>
            </a:xfrm>
            <a:custGeom>
              <a:avLst/>
              <a:gdLst>
                <a:gd name="T0" fmla="*/ 94 w 101"/>
                <a:gd name="T1" fmla="*/ 169 h 235"/>
                <a:gd name="T2" fmla="*/ 98 w 101"/>
                <a:gd name="T3" fmla="*/ 108 h 235"/>
                <a:gd name="T4" fmla="*/ 92 w 101"/>
                <a:gd name="T5" fmla="*/ 72 h 235"/>
                <a:gd name="T6" fmla="*/ 79 w 101"/>
                <a:gd name="T7" fmla="*/ 77 h 235"/>
                <a:gd name="T8" fmla="*/ 74 w 101"/>
                <a:gd name="T9" fmla="*/ 78 h 235"/>
                <a:gd name="T10" fmla="*/ 73 w 101"/>
                <a:gd name="T11" fmla="*/ 72 h 235"/>
                <a:gd name="T12" fmla="*/ 74 w 101"/>
                <a:gd name="T13" fmla="*/ 65 h 235"/>
                <a:gd name="T14" fmla="*/ 77 w 101"/>
                <a:gd name="T15" fmla="*/ 59 h 235"/>
                <a:gd name="T16" fmla="*/ 82 w 101"/>
                <a:gd name="T17" fmla="*/ 56 h 235"/>
                <a:gd name="T18" fmla="*/ 85 w 101"/>
                <a:gd name="T19" fmla="*/ 53 h 235"/>
                <a:gd name="T20" fmla="*/ 85 w 101"/>
                <a:gd name="T21" fmla="*/ 46 h 235"/>
                <a:gd name="T22" fmla="*/ 88 w 101"/>
                <a:gd name="T23" fmla="*/ 34 h 235"/>
                <a:gd name="T24" fmla="*/ 88 w 101"/>
                <a:gd name="T25" fmla="*/ 31 h 235"/>
                <a:gd name="T26" fmla="*/ 88 w 101"/>
                <a:gd name="T27" fmla="*/ 23 h 235"/>
                <a:gd name="T28" fmla="*/ 86 w 101"/>
                <a:gd name="T29" fmla="*/ 20 h 235"/>
                <a:gd name="T30" fmla="*/ 62 w 101"/>
                <a:gd name="T31" fmla="*/ 13 h 235"/>
                <a:gd name="T32" fmla="*/ 60 w 101"/>
                <a:gd name="T33" fmla="*/ 13 h 235"/>
                <a:gd name="T34" fmla="*/ 53 w 101"/>
                <a:gd name="T35" fmla="*/ 11 h 235"/>
                <a:gd name="T36" fmla="*/ 42 w 101"/>
                <a:gd name="T37" fmla="*/ 6 h 235"/>
                <a:gd name="T38" fmla="*/ 23 w 101"/>
                <a:gd name="T39" fmla="*/ 0 h 235"/>
                <a:gd name="T40" fmla="*/ 14 w 101"/>
                <a:gd name="T41" fmla="*/ 13 h 235"/>
                <a:gd name="T42" fmla="*/ 8 w 101"/>
                <a:gd name="T43" fmla="*/ 30 h 235"/>
                <a:gd name="T44" fmla="*/ 8 w 101"/>
                <a:gd name="T45" fmla="*/ 32 h 235"/>
                <a:gd name="T46" fmla="*/ 2 w 101"/>
                <a:gd name="T47" fmla="*/ 44 h 235"/>
                <a:gd name="T48" fmla="*/ 1 w 101"/>
                <a:gd name="T49" fmla="*/ 66 h 235"/>
                <a:gd name="T50" fmla="*/ 5 w 101"/>
                <a:gd name="T51" fmla="*/ 80 h 235"/>
                <a:gd name="T52" fmla="*/ 26 w 101"/>
                <a:gd name="T53" fmla="*/ 97 h 235"/>
                <a:gd name="T54" fmla="*/ 34 w 101"/>
                <a:gd name="T55" fmla="*/ 103 h 235"/>
                <a:gd name="T56" fmla="*/ 48 w 101"/>
                <a:gd name="T57" fmla="*/ 115 h 235"/>
                <a:gd name="T58" fmla="*/ 38 w 101"/>
                <a:gd name="T59" fmla="*/ 124 h 235"/>
                <a:gd name="T60" fmla="*/ 31 w 101"/>
                <a:gd name="T61" fmla="*/ 131 h 235"/>
                <a:gd name="T62" fmla="*/ 28 w 101"/>
                <a:gd name="T63" fmla="*/ 136 h 235"/>
                <a:gd name="T64" fmla="*/ 24 w 101"/>
                <a:gd name="T65" fmla="*/ 145 h 235"/>
                <a:gd name="T66" fmla="*/ 20 w 101"/>
                <a:gd name="T67" fmla="*/ 149 h 235"/>
                <a:gd name="T68" fmla="*/ 17 w 101"/>
                <a:gd name="T69" fmla="*/ 152 h 235"/>
                <a:gd name="T70" fmla="*/ 6 w 101"/>
                <a:gd name="T71" fmla="*/ 160 h 235"/>
                <a:gd name="T72" fmla="*/ 2 w 101"/>
                <a:gd name="T73" fmla="*/ 170 h 235"/>
                <a:gd name="T74" fmla="*/ 1 w 101"/>
                <a:gd name="T75" fmla="*/ 181 h 235"/>
                <a:gd name="T76" fmla="*/ 16 w 101"/>
                <a:gd name="T77" fmla="*/ 199 h 235"/>
                <a:gd name="T78" fmla="*/ 29 w 101"/>
                <a:gd name="T79" fmla="*/ 205 h 235"/>
                <a:gd name="T80" fmla="*/ 41 w 101"/>
                <a:gd name="T81" fmla="*/ 211 h 235"/>
                <a:gd name="T82" fmla="*/ 58 w 101"/>
                <a:gd name="T83" fmla="*/ 235 h 235"/>
                <a:gd name="T84" fmla="*/ 70 w 101"/>
                <a:gd name="T85" fmla="*/ 226 h 235"/>
                <a:gd name="T86" fmla="*/ 80 w 101"/>
                <a:gd name="T87" fmla="*/ 192 h 235"/>
                <a:gd name="T88" fmla="*/ 91 w 101"/>
                <a:gd name="T89" fmla="*/ 17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 h="235">
                  <a:moveTo>
                    <a:pt x="91" y="170"/>
                  </a:moveTo>
                  <a:lnTo>
                    <a:pt x="94" y="169"/>
                  </a:lnTo>
                  <a:lnTo>
                    <a:pt x="101" y="140"/>
                  </a:lnTo>
                  <a:lnTo>
                    <a:pt x="98" y="108"/>
                  </a:lnTo>
                  <a:lnTo>
                    <a:pt x="96" y="82"/>
                  </a:lnTo>
                  <a:lnTo>
                    <a:pt x="92" y="72"/>
                  </a:lnTo>
                  <a:lnTo>
                    <a:pt x="94" y="76"/>
                  </a:lnTo>
                  <a:lnTo>
                    <a:pt x="79" y="77"/>
                  </a:lnTo>
                  <a:lnTo>
                    <a:pt x="78" y="78"/>
                  </a:lnTo>
                  <a:lnTo>
                    <a:pt x="74" y="78"/>
                  </a:lnTo>
                  <a:lnTo>
                    <a:pt x="73" y="74"/>
                  </a:lnTo>
                  <a:lnTo>
                    <a:pt x="73" y="72"/>
                  </a:lnTo>
                  <a:lnTo>
                    <a:pt x="73" y="70"/>
                  </a:lnTo>
                  <a:lnTo>
                    <a:pt x="74" y="65"/>
                  </a:lnTo>
                  <a:lnTo>
                    <a:pt x="74" y="61"/>
                  </a:lnTo>
                  <a:lnTo>
                    <a:pt x="77" y="59"/>
                  </a:lnTo>
                  <a:lnTo>
                    <a:pt x="78" y="59"/>
                  </a:lnTo>
                  <a:lnTo>
                    <a:pt x="82" y="56"/>
                  </a:lnTo>
                  <a:lnTo>
                    <a:pt x="84" y="56"/>
                  </a:lnTo>
                  <a:lnTo>
                    <a:pt x="85" y="53"/>
                  </a:lnTo>
                  <a:lnTo>
                    <a:pt x="85" y="49"/>
                  </a:lnTo>
                  <a:lnTo>
                    <a:pt x="85" y="46"/>
                  </a:lnTo>
                  <a:lnTo>
                    <a:pt x="85" y="41"/>
                  </a:lnTo>
                  <a:lnTo>
                    <a:pt x="88" y="34"/>
                  </a:lnTo>
                  <a:lnTo>
                    <a:pt x="88" y="32"/>
                  </a:lnTo>
                  <a:lnTo>
                    <a:pt x="88" y="31"/>
                  </a:lnTo>
                  <a:lnTo>
                    <a:pt x="88" y="29"/>
                  </a:lnTo>
                  <a:lnTo>
                    <a:pt x="88" y="23"/>
                  </a:lnTo>
                  <a:lnTo>
                    <a:pt x="88" y="20"/>
                  </a:lnTo>
                  <a:lnTo>
                    <a:pt x="86" y="20"/>
                  </a:lnTo>
                  <a:lnTo>
                    <a:pt x="68" y="14"/>
                  </a:lnTo>
                  <a:lnTo>
                    <a:pt x="62" y="13"/>
                  </a:lnTo>
                  <a:lnTo>
                    <a:pt x="61" y="13"/>
                  </a:lnTo>
                  <a:lnTo>
                    <a:pt x="60" y="13"/>
                  </a:lnTo>
                  <a:lnTo>
                    <a:pt x="58" y="12"/>
                  </a:lnTo>
                  <a:lnTo>
                    <a:pt x="53" y="11"/>
                  </a:lnTo>
                  <a:lnTo>
                    <a:pt x="49" y="10"/>
                  </a:lnTo>
                  <a:lnTo>
                    <a:pt x="42" y="6"/>
                  </a:lnTo>
                  <a:lnTo>
                    <a:pt x="35" y="4"/>
                  </a:lnTo>
                  <a:lnTo>
                    <a:pt x="23" y="0"/>
                  </a:lnTo>
                  <a:lnTo>
                    <a:pt x="19" y="2"/>
                  </a:lnTo>
                  <a:lnTo>
                    <a:pt x="14" y="13"/>
                  </a:lnTo>
                  <a:lnTo>
                    <a:pt x="14" y="20"/>
                  </a:lnTo>
                  <a:lnTo>
                    <a:pt x="8" y="30"/>
                  </a:lnTo>
                  <a:lnTo>
                    <a:pt x="10" y="29"/>
                  </a:lnTo>
                  <a:lnTo>
                    <a:pt x="8" y="32"/>
                  </a:lnTo>
                  <a:lnTo>
                    <a:pt x="1" y="42"/>
                  </a:lnTo>
                  <a:lnTo>
                    <a:pt x="2" y="44"/>
                  </a:lnTo>
                  <a:lnTo>
                    <a:pt x="8" y="52"/>
                  </a:lnTo>
                  <a:lnTo>
                    <a:pt x="1" y="66"/>
                  </a:lnTo>
                  <a:lnTo>
                    <a:pt x="5" y="79"/>
                  </a:lnTo>
                  <a:lnTo>
                    <a:pt x="5" y="80"/>
                  </a:lnTo>
                  <a:lnTo>
                    <a:pt x="11" y="82"/>
                  </a:lnTo>
                  <a:lnTo>
                    <a:pt x="26" y="97"/>
                  </a:lnTo>
                  <a:lnTo>
                    <a:pt x="28" y="101"/>
                  </a:lnTo>
                  <a:lnTo>
                    <a:pt x="34" y="103"/>
                  </a:lnTo>
                  <a:lnTo>
                    <a:pt x="37" y="108"/>
                  </a:lnTo>
                  <a:lnTo>
                    <a:pt x="48" y="115"/>
                  </a:lnTo>
                  <a:lnTo>
                    <a:pt x="43" y="119"/>
                  </a:lnTo>
                  <a:lnTo>
                    <a:pt x="38" y="124"/>
                  </a:lnTo>
                  <a:lnTo>
                    <a:pt x="32" y="128"/>
                  </a:lnTo>
                  <a:lnTo>
                    <a:pt x="31" y="131"/>
                  </a:lnTo>
                  <a:lnTo>
                    <a:pt x="28" y="134"/>
                  </a:lnTo>
                  <a:lnTo>
                    <a:pt x="28" y="136"/>
                  </a:lnTo>
                  <a:lnTo>
                    <a:pt x="24" y="139"/>
                  </a:lnTo>
                  <a:lnTo>
                    <a:pt x="24" y="145"/>
                  </a:lnTo>
                  <a:lnTo>
                    <a:pt x="24" y="146"/>
                  </a:lnTo>
                  <a:lnTo>
                    <a:pt x="20" y="149"/>
                  </a:lnTo>
                  <a:lnTo>
                    <a:pt x="19" y="150"/>
                  </a:lnTo>
                  <a:lnTo>
                    <a:pt x="17" y="152"/>
                  </a:lnTo>
                  <a:lnTo>
                    <a:pt x="8" y="156"/>
                  </a:lnTo>
                  <a:lnTo>
                    <a:pt x="6" y="160"/>
                  </a:lnTo>
                  <a:lnTo>
                    <a:pt x="5" y="162"/>
                  </a:lnTo>
                  <a:lnTo>
                    <a:pt x="2" y="170"/>
                  </a:lnTo>
                  <a:lnTo>
                    <a:pt x="0" y="178"/>
                  </a:lnTo>
                  <a:lnTo>
                    <a:pt x="1" y="181"/>
                  </a:lnTo>
                  <a:lnTo>
                    <a:pt x="4" y="191"/>
                  </a:lnTo>
                  <a:lnTo>
                    <a:pt x="16" y="199"/>
                  </a:lnTo>
                  <a:lnTo>
                    <a:pt x="26" y="206"/>
                  </a:lnTo>
                  <a:lnTo>
                    <a:pt x="29" y="205"/>
                  </a:lnTo>
                  <a:lnTo>
                    <a:pt x="41" y="212"/>
                  </a:lnTo>
                  <a:lnTo>
                    <a:pt x="41" y="211"/>
                  </a:lnTo>
                  <a:lnTo>
                    <a:pt x="56" y="211"/>
                  </a:lnTo>
                  <a:lnTo>
                    <a:pt x="58" y="235"/>
                  </a:lnTo>
                  <a:lnTo>
                    <a:pt x="64" y="233"/>
                  </a:lnTo>
                  <a:lnTo>
                    <a:pt x="70" y="226"/>
                  </a:lnTo>
                  <a:lnTo>
                    <a:pt x="80" y="193"/>
                  </a:lnTo>
                  <a:lnTo>
                    <a:pt x="80" y="192"/>
                  </a:lnTo>
                  <a:lnTo>
                    <a:pt x="92" y="172"/>
                  </a:lnTo>
                  <a:lnTo>
                    <a:pt x="91" y="17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1" name="Freeform 11">
              <a:extLst>
                <a:ext uri="{FF2B5EF4-FFF2-40B4-BE49-F238E27FC236}">
                  <a16:creationId xmlns:a16="http://schemas.microsoft.com/office/drawing/2014/main" id="{FBACB178-A8F6-8B92-04D1-6E530BCB81C6}"/>
                </a:ext>
              </a:extLst>
            </p:cNvPr>
            <p:cNvSpPr>
              <a:spLocks noChangeAspect="1"/>
            </p:cNvSpPr>
            <p:nvPr/>
          </p:nvSpPr>
          <p:spPr bwMode="auto">
            <a:xfrm>
              <a:off x="882" y="2373"/>
              <a:ext cx="79" cy="52"/>
            </a:xfrm>
            <a:custGeom>
              <a:avLst/>
              <a:gdLst>
                <a:gd name="T0" fmla="*/ 299 w 445"/>
                <a:gd name="T1" fmla="*/ 241 h 291"/>
                <a:gd name="T2" fmla="*/ 320 w 445"/>
                <a:gd name="T3" fmla="*/ 236 h 291"/>
                <a:gd name="T4" fmla="*/ 327 w 445"/>
                <a:gd name="T5" fmla="*/ 235 h 291"/>
                <a:gd name="T6" fmla="*/ 354 w 445"/>
                <a:gd name="T7" fmla="*/ 229 h 291"/>
                <a:gd name="T8" fmla="*/ 378 w 445"/>
                <a:gd name="T9" fmla="*/ 223 h 291"/>
                <a:gd name="T10" fmla="*/ 390 w 445"/>
                <a:gd name="T11" fmla="*/ 208 h 291"/>
                <a:gd name="T12" fmla="*/ 403 w 445"/>
                <a:gd name="T13" fmla="*/ 210 h 291"/>
                <a:gd name="T14" fmla="*/ 416 w 445"/>
                <a:gd name="T15" fmla="*/ 200 h 291"/>
                <a:gd name="T16" fmla="*/ 421 w 445"/>
                <a:gd name="T17" fmla="*/ 195 h 291"/>
                <a:gd name="T18" fmla="*/ 425 w 445"/>
                <a:gd name="T19" fmla="*/ 184 h 291"/>
                <a:gd name="T20" fmla="*/ 435 w 445"/>
                <a:gd name="T21" fmla="*/ 174 h 291"/>
                <a:gd name="T22" fmla="*/ 434 w 445"/>
                <a:gd name="T23" fmla="*/ 158 h 291"/>
                <a:gd name="T24" fmla="*/ 423 w 445"/>
                <a:gd name="T25" fmla="*/ 147 h 291"/>
                <a:gd name="T26" fmla="*/ 402 w 445"/>
                <a:gd name="T27" fmla="*/ 129 h 291"/>
                <a:gd name="T28" fmla="*/ 399 w 445"/>
                <a:gd name="T29" fmla="*/ 94 h 291"/>
                <a:gd name="T30" fmla="*/ 407 w 445"/>
                <a:gd name="T31" fmla="*/ 79 h 291"/>
                <a:gd name="T32" fmla="*/ 411 w 445"/>
                <a:gd name="T33" fmla="*/ 63 h 291"/>
                <a:gd name="T34" fmla="*/ 420 w 445"/>
                <a:gd name="T35" fmla="*/ 49 h 291"/>
                <a:gd name="T36" fmla="*/ 396 w 445"/>
                <a:gd name="T37" fmla="*/ 40 h 291"/>
                <a:gd name="T38" fmla="*/ 386 w 445"/>
                <a:gd name="T39" fmla="*/ 19 h 291"/>
                <a:gd name="T40" fmla="*/ 371 w 445"/>
                <a:gd name="T41" fmla="*/ 12 h 291"/>
                <a:gd name="T42" fmla="*/ 351 w 445"/>
                <a:gd name="T43" fmla="*/ 2 h 291"/>
                <a:gd name="T44" fmla="*/ 308 w 445"/>
                <a:gd name="T45" fmla="*/ 12 h 291"/>
                <a:gd name="T46" fmla="*/ 297 w 445"/>
                <a:gd name="T47" fmla="*/ 14 h 291"/>
                <a:gd name="T48" fmla="*/ 260 w 445"/>
                <a:gd name="T49" fmla="*/ 21 h 291"/>
                <a:gd name="T50" fmla="*/ 248 w 445"/>
                <a:gd name="T51" fmla="*/ 24 h 291"/>
                <a:gd name="T52" fmla="*/ 203 w 445"/>
                <a:gd name="T53" fmla="*/ 33 h 291"/>
                <a:gd name="T54" fmla="*/ 182 w 445"/>
                <a:gd name="T55" fmla="*/ 38 h 291"/>
                <a:gd name="T56" fmla="*/ 158 w 445"/>
                <a:gd name="T57" fmla="*/ 43 h 291"/>
                <a:gd name="T58" fmla="*/ 116 w 445"/>
                <a:gd name="T59" fmla="*/ 51 h 291"/>
                <a:gd name="T60" fmla="*/ 105 w 445"/>
                <a:gd name="T61" fmla="*/ 52 h 291"/>
                <a:gd name="T62" fmla="*/ 73 w 445"/>
                <a:gd name="T63" fmla="*/ 60 h 291"/>
                <a:gd name="T64" fmla="*/ 53 w 445"/>
                <a:gd name="T65" fmla="*/ 63 h 291"/>
                <a:gd name="T66" fmla="*/ 5 w 445"/>
                <a:gd name="T67" fmla="*/ 72 h 291"/>
                <a:gd name="T68" fmla="*/ 2 w 445"/>
                <a:gd name="T69" fmla="*/ 86 h 291"/>
                <a:gd name="T70" fmla="*/ 8 w 445"/>
                <a:gd name="T71" fmla="*/ 120 h 291"/>
                <a:gd name="T72" fmla="*/ 11 w 445"/>
                <a:gd name="T73" fmla="*/ 140 h 291"/>
                <a:gd name="T74" fmla="*/ 17 w 445"/>
                <a:gd name="T75" fmla="*/ 170 h 291"/>
                <a:gd name="T76" fmla="*/ 19 w 445"/>
                <a:gd name="T77" fmla="*/ 182 h 291"/>
                <a:gd name="T78" fmla="*/ 23 w 445"/>
                <a:gd name="T79" fmla="*/ 202 h 291"/>
                <a:gd name="T80" fmla="*/ 25 w 445"/>
                <a:gd name="T81" fmla="*/ 218 h 291"/>
                <a:gd name="T82" fmla="*/ 26 w 445"/>
                <a:gd name="T83" fmla="*/ 225 h 291"/>
                <a:gd name="T84" fmla="*/ 30 w 445"/>
                <a:gd name="T85" fmla="*/ 248 h 291"/>
                <a:gd name="T86" fmla="*/ 32 w 445"/>
                <a:gd name="T87" fmla="*/ 262 h 291"/>
                <a:gd name="T88" fmla="*/ 37 w 445"/>
                <a:gd name="T89" fmla="*/ 288 h 291"/>
                <a:gd name="T90" fmla="*/ 38 w 445"/>
                <a:gd name="T91" fmla="*/ 290 h 291"/>
                <a:gd name="T92" fmla="*/ 48 w 445"/>
                <a:gd name="T93" fmla="*/ 289 h 291"/>
                <a:gd name="T94" fmla="*/ 89 w 445"/>
                <a:gd name="T95" fmla="*/ 282 h 291"/>
                <a:gd name="T96" fmla="*/ 108 w 445"/>
                <a:gd name="T97" fmla="*/ 278 h 291"/>
                <a:gd name="T98" fmla="*/ 117 w 445"/>
                <a:gd name="T99" fmla="*/ 277 h 291"/>
                <a:gd name="T100" fmla="*/ 144 w 445"/>
                <a:gd name="T101" fmla="*/ 271 h 291"/>
                <a:gd name="T102" fmla="*/ 158 w 445"/>
                <a:gd name="T103" fmla="*/ 268 h 291"/>
                <a:gd name="T104" fmla="*/ 183 w 445"/>
                <a:gd name="T105" fmla="*/ 264 h 291"/>
                <a:gd name="T106" fmla="*/ 201 w 445"/>
                <a:gd name="T107" fmla="*/ 260 h 291"/>
                <a:gd name="T108" fmla="*/ 255 w 445"/>
                <a:gd name="T109" fmla="*/ 249 h 291"/>
                <a:gd name="T110" fmla="*/ 269 w 445"/>
                <a:gd name="T111" fmla="*/ 247 h 291"/>
                <a:gd name="T112" fmla="*/ 291 w 445"/>
                <a:gd name="T113" fmla="*/ 24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5" h="291">
                  <a:moveTo>
                    <a:pt x="291" y="242"/>
                  </a:moveTo>
                  <a:lnTo>
                    <a:pt x="297" y="241"/>
                  </a:lnTo>
                  <a:lnTo>
                    <a:pt x="299" y="241"/>
                  </a:lnTo>
                  <a:lnTo>
                    <a:pt x="307" y="238"/>
                  </a:lnTo>
                  <a:lnTo>
                    <a:pt x="311" y="238"/>
                  </a:lnTo>
                  <a:lnTo>
                    <a:pt x="320" y="236"/>
                  </a:lnTo>
                  <a:lnTo>
                    <a:pt x="323" y="235"/>
                  </a:lnTo>
                  <a:lnTo>
                    <a:pt x="326" y="235"/>
                  </a:lnTo>
                  <a:lnTo>
                    <a:pt x="327" y="235"/>
                  </a:lnTo>
                  <a:lnTo>
                    <a:pt x="345" y="230"/>
                  </a:lnTo>
                  <a:lnTo>
                    <a:pt x="347" y="230"/>
                  </a:lnTo>
                  <a:lnTo>
                    <a:pt x="354" y="229"/>
                  </a:lnTo>
                  <a:lnTo>
                    <a:pt x="365" y="226"/>
                  </a:lnTo>
                  <a:lnTo>
                    <a:pt x="372" y="224"/>
                  </a:lnTo>
                  <a:lnTo>
                    <a:pt x="378" y="223"/>
                  </a:lnTo>
                  <a:lnTo>
                    <a:pt x="379" y="223"/>
                  </a:lnTo>
                  <a:lnTo>
                    <a:pt x="380" y="220"/>
                  </a:lnTo>
                  <a:lnTo>
                    <a:pt x="390" y="208"/>
                  </a:lnTo>
                  <a:lnTo>
                    <a:pt x="391" y="208"/>
                  </a:lnTo>
                  <a:lnTo>
                    <a:pt x="397" y="207"/>
                  </a:lnTo>
                  <a:lnTo>
                    <a:pt x="403" y="210"/>
                  </a:lnTo>
                  <a:lnTo>
                    <a:pt x="405" y="206"/>
                  </a:lnTo>
                  <a:lnTo>
                    <a:pt x="414" y="202"/>
                  </a:lnTo>
                  <a:lnTo>
                    <a:pt x="416" y="200"/>
                  </a:lnTo>
                  <a:lnTo>
                    <a:pt x="417" y="199"/>
                  </a:lnTo>
                  <a:lnTo>
                    <a:pt x="421" y="196"/>
                  </a:lnTo>
                  <a:lnTo>
                    <a:pt x="421" y="195"/>
                  </a:lnTo>
                  <a:lnTo>
                    <a:pt x="421" y="189"/>
                  </a:lnTo>
                  <a:lnTo>
                    <a:pt x="425" y="186"/>
                  </a:lnTo>
                  <a:lnTo>
                    <a:pt x="425" y="184"/>
                  </a:lnTo>
                  <a:lnTo>
                    <a:pt x="428" y="181"/>
                  </a:lnTo>
                  <a:lnTo>
                    <a:pt x="429" y="178"/>
                  </a:lnTo>
                  <a:lnTo>
                    <a:pt x="435" y="174"/>
                  </a:lnTo>
                  <a:lnTo>
                    <a:pt x="440" y="169"/>
                  </a:lnTo>
                  <a:lnTo>
                    <a:pt x="445" y="165"/>
                  </a:lnTo>
                  <a:lnTo>
                    <a:pt x="434" y="158"/>
                  </a:lnTo>
                  <a:lnTo>
                    <a:pt x="431" y="153"/>
                  </a:lnTo>
                  <a:lnTo>
                    <a:pt x="425" y="151"/>
                  </a:lnTo>
                  <a:lnTo>
                    <a:pt x="423" y="147"/>
                  </a:lnTo>
                  <a:lnTo>
                    <a:pt x="408" y="132"/>
                  </a:lnTo>
                  <a:lnTo>
                    <a:pt x="402" y="130"/>
                  </a:lnTo>
                  <a:lnTo>
                    <a:pt x="402" y="129"/>
                  </a:lnTo>
                  <a:lnTo>
                    <a:pt x="398" y="116"/>
                  </a:lnTo>
                  <a:lnTo>
                    <a:pt x="405" y="102"/>
                  </a:lnTo>
                  <a:lnTo>
                    <a:pt x="399" y="94"/>
                  </a:lnTo>
                  <a:lnTo>
                    <a:pt x="398" y="92"/>
                  </a:lnTo>
                  <a:lnTo>
                    <a:pt x="405" y="82"/>
                  </a:lnTo>
                  <a:lnTo>
                    <a:pt x="407" y="79"/>
                  </a:lnTo>
                  <a:lnTo>
                    <a:pt x="405" y="80"/>
                  </a:lnTo>
                  <a:lnTo>
                    <a:pt x="411" y="70"/>
                  </a:lnTo>
                  <a:lnTo>
                    <a:pt x="411" y="63"/>
                  </a:lnTo>
                  <a:lnTo>
                    <a:pt x="416" y="52"/>
                  </a:lnTo>
                  <a:lnTo>
                    <a:pt x="420" y="50"/>
                  </a:lnTo>
                  <a:lnTo>
                    <a:pt x="420" y="49"/>
                  </a:lnTo>
                  <a:lnTo>
                    <a:pt x="415" y="44"/>
                  </a:lnTo>
                  <a:lnTo>
                    <a:pt x="405" y="45"/>
                  </a:lnTo>
                  <a:lnTo>
                    <a:pt x="396" y="40"/>
                  </a:lnTo>
                  <a:lnTo>
                    <a:pt x="389" y="33"/>
                  </a:lnTo>
                  <a:lnTo>
                    <a:pt x="390" y="31"/>
                  </a:lnTo>
                  <a:lnTo>
                    <a:pt x="386" y="19"/>
                  </a:lnTo>
                  <a:lnTo>
                    <a:pt x="378" y="10"/>
                  </a:lnTo>
                  <a:lnTo>
                    <a:pt x="377" y="9"/>
                  </a:lnTo>
                  <a:lnTo>
                    <a:pt x="371" y="12"/>
                  </a:lnTo>
                  <a:lnTo>
                    <a:pt x="360" y="0"/>
                  </a:lnTo>
                  <a:lnTo>
                    <a:pt x="359" y="0"/>
                  </a:lnTo>
                  <a:lnTo>
                    <a:pt x="351" y="2"/>
                  </a:lnTo>
                  <a:lnTo>
                    <a:pt x="330" y="7"/>
                  </a:lnTo>
                  <a:lnTo>
                    <a:pt x="315" y="10"/>
                  </a:lnTo>
                  <a:lnTo>
                    <a:pt x="308" y="12"/>
                  </a:lnTo>
                  <a:lnTo>
                    <a:pt x="307" y="12"/>
                  </a:lnTo>
                  <a:lnTo>
                    <a:pt x="305" y="12"/>
                  </a:lnTo>
                  <a:lnTo>
                    <a:pt x="297" y="14"/>
                  </a:lnTo>
                  <a:lnTo>
                    <a:pt x="289" y="15"/>
                  </a:lnTo>
                  <a:lnTo>
                    <a:pt x="277" y="18"/>
                  </a:lnTo>
                  <a:lnTo>
                    <a:pt x="260" y="21"/>
                  </a:lnTo>
                  <a:lnTo>
                    <a:pt x="254" y="22"/>
                  </a:lnTo>
                  <a:lnTo>
                    <a:pt x="251" y="24"/>
                  </a:lnTo>
                  <a:lnTo>
                    <a:pt x="248" y="24"/>
                  </a:lnTo>
                  <a:lnTo>
                    <a:pt x="240" y="26"/>
                  </a:lnTo>
                  <a:lnTo>
                    <a:pt x="210" y="32"/>
                  </a:lnTo>
                  <a:lnTo>
                    <a:pt x="203" y="33"/>
                  </a:lnTo>
                  <a:lnTo>
                    <a:pt x="197" y="36"/>
                  </a:lnTo>
                  <a:lnTo>
                    <a:pt x="193" y="36"/>
                  </a:lnTo>
                  <a:lnTo>
                    <a:pt x="182" y="38"/>
                  </a:lnTo>
                  <a:lnTo>
                    <a:pt x="167" y="40"/>
                  </a:lnTo>
                  <a:lnTo>
                    <a:pt x="162" y="42"/>
                  </a:lnTo>
                  <a:lnTo>
                    <a:pt x="158" y="43"/>
                  </a:lnTo>
                  <a:lnTo>
                    <a:pt x="155" y="43"/>
                  </a:lnTo>
                  <a:lnTo>
                    <a:pt x="132" y="48"/>
                  </a:lnTo>
                  <a:lnTo>
                    <a:pt x="116" y="51"/>
                  </a:lnTo>
                  <a:lnTo>
                    <a:pt x="111" y="51"/>
                  </a:lnTo>
                  <a:lnTo>
                    <a:pt x="107" y="52"/>
                  </a:lnTo>
                  <a:lnTo>
                    <a:pt x="105" y="52"/>
                  </a:lnTo>
                  <a:lnTo>
                    <a:pt x="102" y="54"/>
                  </a:lnTo>
                  <a:lnTo>
                    <a:pt x="93" y="55"/>
                  </a:lnTo>
                  <a:lnTo>
                    <a:pt x="73" y="60"/>
                  </a:lnTo>
                  <a:lnTo>
                    <a:pt x="63" y="61"/>
                  </a:lnTo>
                  <a:lnTo>
                    <a:pt x="60" y="61"/>
                  </a:lnTo>
                  <a:lnTo>
                    <a:pt x="53" y="63"/>
                  </a:lnTo>
                  <a:lnTo>
                    <a:pt x="48" y="37"/>
                  </a:lnTo>
                  <a:lnTo>
                    <a:pt x="23" y="56"/>
                  </a:lnTo>
                  <a:lnTo>
                    <a:pt x="5" y="72"/>
                  </a:lnTo>
                  <a:lnTo>
                    <a:pt x="0" y="74"/>
                  </a:lnTo>
                  <a:lnTo>
                    <a:pt x="1" y="84"/>
                  </a:lnTo>
                  <a:lnTo>
                    <a:pt x="2" y="86"/>
                  </a:lnTo>
                  <a:lnTo>
                    <a:pt x="5" y="99"/>
                  </a:lnTo>
                  <a:lnTo>
                    <a:pt x="6" y="108"/>
                  </a:lnTo>
                  <a:lnTo>
                    <a:pt x="8" y="120"/>
                  </a:lnTo>
                  <a:lnTo>
                    <a:pt x="8" y="121"/>
                  </a:lnTo>
                  <a:lnTo>
                    <a:pt x="9" y="132"/>
                  </a:lnTo>
                  <a:lnTo>
                    <a:pt x="11" y="140"/>
                  </a:lnTo>
                  <a:lnTo>
                    <a:pt x="14" y="156"/>
                  </a:lnTo>
                  <a:lnTo>
                    <a:pt x="15" y="168"/>
                  </a:lnTo>
                  <a:lnTo>
                    <a:pt x="17" y="170"/>
                  </a:lnTo>
                  <a:lnTo>
                    <a:pt x="18" y="177"/>
                  </a:lnTo>
                  <a:lnTo>
                    <a:pt x="18" y="180"/>
                  </a:lnTo>
                  <a:lnTo>
                    <a:pt x="19" y="182"/>
                  </a:lnTo>
                  <a:lnTo>
                    <a:pt x="19" y="188"/>
                  </a:lnTo>
                  <a:lnTo>
                    <a:pt x="20" y="194"/>
                  </a:lnTo>
                  <a:lnTo>
                    <a:pt x="23" y="202"/>
                  </a:lnTo>
                  <a:lnTo>
                    <a:pt x="23" y="204"/>
                  </a:lnTo>
                  <a:lnTo>
                    <a:pt x="23" y="207"/>
                  </a:lnTo>
                  <a:lnTo>
                    <a:pt x="25" y="218"/>
                  </a:lnTo>
                  <a:lnTo>
                    <a:pt x="25" y="219"/>
                  </a:lnTo>
                  <a:lnTo>
                    <a:pt x="25" y="223"/>
                  </a:lnTo>
                  <a:lnTo>
                    <a:pt x="26" y="225"/>
                  </a:lnTo>
                  <a:lnTo>
                    <a:pt x="29" y="240"/>
                  </a:lnTo>
                  <a:lnTo>
                    <a:pt x="29" y="242"/>
                  </a:lnTo>
                  <a:lnTo>
                    <a:pt x="30" y="248"/>
                  </a:lnTo>
                  <a:lnTo>
                    <a:pt x="30" y="250"/>
                  </a:lnTo>
                  <a:lnTo>
                    <a:pt x="32" y="258"/>
                  </a:lnTo>
                  <a:lnTo>
                    <a:pt x="32" y="262"/>
                  </a:lnTo>
                  <a:lnTo>
                    <a:pt x="32" y="264"/>
                  </a:lnTo>
                  <a:lnTo>
                    <a:pt x="33" y="267"/>
                  </a:lnTo>
                  <a:lnTo>
                    <a:pt x="37" y="288"/>
                  </a:lnTo>
                  <a:lnTo>
                    <a:pt x="37" y="289"/>
                  </a:lnTo>
                  <a:lnTo>
                    <a:pt x="37" y="291"/>
                  </a:lnTo>
                  <a:lnTo>
                    <a:pt x="38" y="290"/>
                  </a:lnTo>
                  <a:lnTo>
                    <a:pt x="44" y="290"/>
                  </a:lnTo>
                  <a:lnTo>
                    <a:pt x="47" y="289"/>
                  </a:lnTo>
                  <a:lnTo>
                    <a:pt x="48" y="289"/>
                  </a:lnTo>
                  <a:lnTo>
                    <a:pt x="81" y="283"/>
                  </a:lnTo>
                  <a:lnTo>
                    <a:pt x="84" y="283"/>
                  </a:lnTo>
                  <a:lnTo>
                    <a:pt x="89" y="282"/>
                  </a:lnTo>
                  <a:lnTo>
                    <a:pt x="92" y="282"/>
                  </a:lnTo>
                  <a:lnTo>
                    <a:pt x="105" y="279"/>
                  </a:lnTo>
                  <a:lnTo>
                    <a:pt x="108" y="278"/>
                  </a:lnTo>
                  <a:lnTo>
                    <a:pt x="113" y="277"/>
                  </a:lnTo>
                  <a:lnTo>
                    <a:pt x="115" y="277"/>
                  </a:lnTo>
                  <a:lnTo>
                    <a:pt x="117" y="277"/>
                  </a:lnTo>
                  <a:lnTo>
                    <a:pt x="119" y="276"/>
                  </a:lnTo>
                  <a:lnTo>
                    <a:pt x="141" y="272"/>
                  </a:lnTo>
                  <a:lnTo>
                    <a:pt x="144" y="271"/>
                  </a:lnTo>
                  <a:lnTo>
                    <a:pt x="153" y="270"/>
                  </a:lnTo>
                  <a:lnTo>
                    <a:pt x="156" y="268"/>
                  </a:lnTo>
                  <a:lnTo>
                    <a:pt x="158" y="268"/>
                  </a:lnTo>
                  <a:lnTo>
                    <a:pt x="161" y="268"/>
                  </a:lnTo>
                  <a:lnTo>
                    <a:pt x="181" y="264"/>
                  </a:lnTo>
                  <a:lnTo>
                    <a:pt x="183" y="264"/>
                  </a:lnTo>
                  <a:lnTo>
                    <a:pt x="192" y="262"/>
                  </a:lnTo>
                  <a:lnTo>
                    <a:pt x="194" y="261"/>
                  </a:lnTo>
                  <a:lnTo>
                    <a:pt x="201" y="260"/>
                  </a:lnTo>
                  <a:lnTo>
                    <a:pt x="212" y="258"/>
                  </a:lnTo>
                  <a:lnTo>
                    <a:pt x="219" y="256"/>
                  </a:lnTo>
                  <a:lnTo>
                    <a:pt x="255" y="249"/>
                  </a:lnTo>
                  <a:lnTo>
                    <a:pt x="258" y="249"/>
                  </a:lnTo>
                  <a:lnTo>
                    <a:pt x="260" y="248"/>
                  </a:lnTo>
                  <a:lnTo>
                    <a:pt x="269" y="247"/>
                  </a:lnTo>
                  <a:lnTo>
                    <a:pt x="276" y="246"/>
                  </a:lnTo>
                  <a:lnTo>
                    <a:pt x="288" y="243"/>
                  </a:lnTo>
                  <a:lnTo>
                    <a:pt x="291" y="24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2" name="Freeform 12">
              <a:extLst>
                <a:ext uri="{FF2B5EF4-FFF2-40B4-BE49-F238E27FC236}">
                  <a16:creationId xmlns:a16="http://schemas.microsoft.com/office/drawing/2014/main" id="{1F0355E8-4969-40FD-AC57-C06DCB82EAE4}"/>
                </a:ext>
              </a:extLst>
            </p:cNvPr>
            <p:cNvSpPr>
              <a:spLocks noChangeAspect="1"/>
            </p:cNvSpPr>
            <p:nvPr/>
          </p:nvSpPr>
          <p:spPr bwMode="auto">
            <a:xfrm>
              <a:off x="855" y="2424"/>
              <a:ext cx="105" cy="61"/>
            </a:xfrm>
            <a:custGeom>
              <a:avLst/>
              <a:gdLst>
                <a:gd name="T0" fmla="*/ 545 w 589"/>
                <a:gd name="T1" fmla="*/ 195 h 342"/>
                <a:gd name="T2" fmla="*/ 552 w 589"/>
                <a:gd name="T3" fmla="*/ 208 h 342"/>
                <a:gd name="T4" fmla="*/ 589 w 589"/>
                <a:gd name="T5" fmla="*/ 240 h 342"/>
                <a:gd name="T6" fmla="*/ 558 w 589"/>
                <a:gd name="T7" fmla="*/ 248 h 342"/>
                <a:gd name="T8" fmla="*/ 542 w 589"/>
                <a:gd name="T9" fmla="*/ 251 h 342"/>
                <a:gd name="T10" fmla="*/ 514 w 589"/>
                <a:gd name="T11" fmla="*/ 257 h 342"/>
                <a:gd name="T12" fmla="*/ 494 w 589"/>
                <a:gd name="T13" fmla="*/ 262 h 342"/>
                <a:gd name="T14" fmla="*/ 463 w 589"/>
                <a:gd name="T15" fmla="*/ 268 h 342"/>
                <a:gd name="T16" fmla="*/ 440 w 589"/>
                <a:gd name="T17" fmla="*/ 273 h 342"/>
                <a:gd name="T18" fmla="*/ 426 w 589"/>
                <a:gd name="T19" fmla="*/ 276 h 342"/>
                <a:gd name="T20" fmla="*/ 401 w 589"/>
                <a:gd name="T21" fmla="*/ 281 h 342"/>
                <a:gd name="T22" fmla="*/ 383 w 589"/>
                <a:gd name="T23" fmla="*/ 285 h 342"/>
                <a:gd name="T24" fmla="*/ 370 w 589"/>
                <a:gd name="T25" fmla="*/ 287 h 342"/>
                <a:gd name="T26" fmla="*/ 337 w 589"/>
                <a:gd name="T27" fmla="*/ 293 h 342"/>
                <a:gd name="T28" fmla="*/ 312 w 589"/>
                <a:gd name="T29" fmla="*/ 298 h 342"/>
                <a:gd name="T30" fmla="*/ 278 w 589"/>
                <a:gd name="T31" fmla="*/ 304 h 342"/>
                <a:gd name="T32" fmla="*/ 257 w 589"/>
                <a:gd name="T33" fmla="*/ 308 h 342"/>
                <a:gd name="T34" fmla="*/ 233 w 589"/>
                <a:gd name="T35" fmla="*/ 310 h 342"/>
                <a:gd name="T36" fmla="*/ 215 w 589"/>
                <a:gd name="T37" fmla="*/ 314 h 342"/>
                <a:gd name="T38" fmla="*/ 199 w 589"/>
                <a:gd name="T39" fmla="*/ 315 h 342"/>
                <a:gd name="T40" fmla="*/ 167 w 589"/>
                <a:gd name="T41" fmla="*/ 320 h 342"/>
                <a:gd name="T42" fmla="*/ 145 w 589"/>
                <a:gd name="T43" fmla="*/ 320 h 342"/>
                <a:gd name="T44" fmla="*/ 116 w 589"/>
                <a:gd name="T45" fmla="*/ 326 h 342"/>
                <a:gd name="T46" fmla="*/ 108 w 589"/>
                <a:gd name="T47" fmla="*/ 327 h 342"/>
                <a:gd name="T48" fmla="*/ 80 w 589"/>
                <a:gd name="T49" fmla="*/ 332 h 342"/>
                <a:gd name="T50" fmla="*/ 61 w 589"/>
                <a:gd name="T51" fmla="*/ 334 h 342"/>
                <a:gd name="T52" fmla="*/ 16 w 589"/>
                <a:gd name="T53" fmla="*/ 341 h 342"/>
                <a:gd name="T54" fmla="*/ 4 w 589"/>
                <a:gd name="T55" fmla="*/ 340 h 342"/>
                <a:gd name="T56" fmla="*/ 40 w 589"/>
                <a:gd name="T57" fmla="*/ 318 h 342"/>
                <a:gd name="T58" fmla="*/ 66 w 589"/>
                <a:gd name="T59" fmla="*/ 281 h 342"/>
                <a:gd name="T60" fmla="*/ 89 w 589"/>
                <a:gd name="T61" fmla="*/ 264 h 342"/>
                <a:gd name="T62" fmla="*/ 115 w 589"/>
                <a:gd name="T63" fmla="*/ 233 h 342"/>
                <a:gd name="T64" fmla="*/ 137 w 589"/>
                <a:gd name="T65" fmla="*/ 260 h 342"/>
                <a:gd name="T66" fmla="*/ 167 w 589"/>
                <a:gd name="T67" fmla="*/ 248 h 342"/>
                <a:gd name="T68" fmla="*/ 192 w 589"/>
                <a:gd name="T69" fmla="*/ 244 h 342"/>
                <a:gd name="T70" fmla="*/ 206 w 589"/>
                <a:gd name="T71" fmla="*/ 234 h 342"/>
                <a:gd name="T72" fmla="*/ 242 w 589"/>
                <a:gd name="T73" fmla="*/ 206 h 342"/>
                <a:gd name="T74" fmla="*/ 236 w 589"/>
                <a:gd name="T75" fmla="*/ 197 h 342"/>
                <a:gd name="T76" fmla="*/ 253 w 589"/>
                <a:gd name="T77" fmla="*/ 164 h 342"/>
                <a:gd name="T78" fmla="*/ 264 w 589"/>
                <a:gd name="T79" fmla="*/ 135 h 342"/>
                <a:gd name="T80" fmla="*/ 275 w 589"/>
                <a:gd name="T81" fmla="*/ 104 h 342"/>
                <a:gd name="T82" fmla="*/ 302 w 589"/>
                <a:gd name="T83" fmla="*/ 107 h 342"/>
                <a:gd name="T84" fmla="*/ 312 w 589"/>
                <a:gd name="T85" fmla="*/ 69 h 342"/>
                <a:gd name="T86" fmla="*/ 342 w 589"/>
                <a:gd name="T87" fmla="*/ 42 h 342"/>
                <a:gd name="T88" fmla="*/ 348 w 589"/>
                <a:gd name="T89" fmla="*/ 0 h 342"/>
                <a:gd name="T90" fmla="*/ 364 w 589"/>
                <a:gd name="T91" fmla="*/ 9 h 342"/>
                <a:gd name="T92" fmla="*/ 378 w 589"/>
                <a:gd name="T93" fmla="*/ 16 h 342"/>
                <a:gd name="T94" fmla="*/ 396 w 589"/>
                <a:gd name="T95" fmla="*/ 5 h 342"/>
                <a:gd name="T96" fmla="*/ 418 w 589"/>
                <a:gd name="T97" fmla="*/ 11 h 342"/>
                <a:gd name="T98" fmla="*/ 436 w 589"/>
                <a:gd name="T99" fmla="*/ 26 h 342"/>
                <a:gd name="T100" fmla="*/ 454 w 589"/>
                <a:gd name="T101" fmla="*/ 38 h 342"/>
                <a:gd name="T102" fmla="*/ 456 w 589"/>
                <a:gd name="T103" fmla="*/ 47 h 342"/>
                <a:gd name="T104" fmla="*/ 451 w 589"/>
                <a:gd name="T105" fmla="*/ 58 h 342"/>
                <a:gd name="T106" fmla="*/ 444 w 589"/>
                <a:gd name="T107" fmla="*/ 64 h 342"/>
                <a:gd name="T108" fmla="*/ 446 w 589"/>
                <a:gd name="T109" fmla="*/ 92 h 342"/>
                <a:gd name="T110" fmla="*/ 473 w 589"/>
                <a:gd name="T111" fmla="*/ 96 h 342"/>
                <a:gd name="T112" fmla="*/ 510 w 589"/>
                <a:gd name="T113" fmla="*/ 110 h 342"/>
                <a:gd name="T114" fmla="*/ 535 w 589"/>
                <a:gd name="T115" fmla="*/ 144 h 342"/>
                <a:gd name="T116" fmla="*/ 496 w 589"/>
                <a:gd name="T117" fmla="*/ 129 h 342"/>
                <a:gd name="T118" fmla="*/ 503 w 589"/>
                <a:gd name="T119" fmla="*/ 137 h 342"/>
                <a:gd name="T120" fmla="*/ 532 w 589"/>
                <a:gd name="T121" fmla="*/ 155 h 342"/>
                <a:gd name="T122" fmla="*/ 534 w 589"/>
                <a:gd name="T123" fmla="*/ 171 h 342"/>
                <a:gd name="T124" fmla="*/ 527 w 589"/>
                <a:gd name="T125" fmla="*/ 18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9" h="342">
                  <a:moveTo>
                    <a:pt x="536" y="190"/>
                  </a:moveTo>
                  <a:lnTo>
                    <a:pt x="538" y="191"/>
                  </a:lnTo>
                  <a:lnTo>
                    <a:pt x="545" y="194"/>
                  </a:lnTo>
                  <a:lnTo>
                    <a:pt x="545" y="195"/>
                  </a:lnTo>
                  <a:lnTo>
                    <a:pt x="547" y="206"/>
                  </a:lnTo>
                  <a:lnTo>
                    <a:pt x="547" y="207"/>
                  </a:lnTo>
                  <a:lnTo>
                    <a:pt x="548" y="208"/>
                  </a:lnTo>
                  <a:lnTo>
                    <a:pt x="552" y="208"/>
                  </a:lnTo>
                  <a:lnTo>
                    <a:pt x="557" y="209"/>
                  </a:lnTo>
                  <a:lnTo>
                    <a:pt x="562" y="210"/>
                  </a:lnTo>
                  <a:lnTo>
                    <a:pt x="570" y="207"/>
                  </a:lnTo>
                  <a:lnTo>
                    <a:pt x="589" y="240"/>
                  </a:lnTo>
                  <a:lnTo>
                    <a:pt x="578" y="243"/>
                  </a:lnTo>
                  <a:lnTo>
                    <a:pt x="570" y="245"/>
                  </a:lnTo>
                  <a:lnTo>
                    <a:pt x="560" y="248"/>
                  </a:lnTo>
                  <a:lnTo>
                    <a:pt x="558" y="248"/>
                  </a:lnTo>
                  <a:lnTo>
                    <a:pt x="556" y="248"/>
                  </a:lnTo>
                  <a:lnTo>
                    <a:pt x="553" y="249"/>
                  </a:lnTo>
                  <a:lnTo>
                    <a:pt x="551" y="249"/>
                  </a:lnTo>
                  <a:lnTo>
                    <a:pt x="542" y="251"/>
                  </a:lnTo>
                  <a:lnTo>
                    <a:pt x="541" y="251"/>
                  </a:lnTo>
                  <a:lnTo>
                    <a:pt x="539" y="251"/>
                  </a:lnTo>
                  <a:lnTo>
                    <a:pt x="523" y="255"/>
                  </a:lnTo>
                  <a:lnTo>
                    <a:pt x="514" y="257"/>
                  </a:lnTo>
                  <a:lnTo>
                    <a:pt x="510" y="257"/>
                  </a:lnTo>
                  <a:lnTo>
                    <a:pt x="510" y="258"/>
                  </a:lnTo>
                  <a:lnTo>
                    <a:pt x="497" y="261"/>
                  </a:lnTo>
                  <a:lnTo>
                    <a:pt x="494" y="262"/>
                  </a:lnTo>
                  <a:lnTo>
                    <a:pt x="492" y="262"/>
                  </a:lnTo>
                  <a:lnTo>
                    <a:pt x="485" y="263"/>
                  </a:lnTo>
                  <a:lnTo>
                    <a:pt x="482" y="264"/>
                  </a:lnTo>
                  <a:lnTo>
                    <a:pt x="463" y="268"/>
                  </a:lnTo>
                  <a:lnTo>
                    <a:pt x="461" y="268"/>
                  </a:lnTo>
                  <a:lnTo>
                    <a:pt x="446" y="272"/>
                  </a:lnTo>
                  <a:lnTo>
                    <a:pt x="444" y="272"/>
                  </a:lnTo>
                  <a:lnTo>
                    <a:pt x="440" y="273"/>
                  </a:lnTo>
                  <a:lnTo>
                    <a:pt x="437" y="274"/>
                  </a:lnTo>
                  <a:lnTo>
                    <a:pt x="432" y="274"/>
                  </a:lnTo>
                  <a:lnTo>
                    <a:pt x="430" y="275"/>
                  </a:lnTo>
                  <a:lnTo>
                    <a:pt x="426" y="276"/>
                  </a:lnTo>
                  <a:lnTo>
                    <a:pt x="412" y="279"/>
                  </a:lnTo>
                  <a:lnTo>
                    <a:pt x="410" y="279"/>
                  </a:lnTo>
                  <a:lnTo>
                    <a:pt x="404" y="280"/>
                  </a:lnTo>
                  <a:lnTo>
                    <a:pt x="401" y="281"/>
                  </a:lnTo>
                  <a:lnTo>
                    <a:pt x="398" y="281"/>
                  </a:lnTo>
                  <a:lnTo>
                    <a:pt x="395" y="282"/>
                  </a:lnTo>
                  <a:lnTo>
                    <a:pt x="391" y="282"/>
                  </a:lnTo>
                  <a:lnTo>
                    <a:pt x="383" y="285"/>
                  </a:lnTo>
                  <a:lnTo>
                    <a:pt x="374" y="286"/>
                  </a:lnTo>
                  <a:lnTo>
                    <a:pt x="373" y="286"/>
                  </a:lnTo>
                  <a:lnTo>
                    <a:pt x="371" y="287"/>
                  </a:lnTo>
                  <a:lnTo>
                    <a:pt x="370" y="287"/>
                  </a:lnTo>
                  <a:lnTo>
                    <a:pt x="368" y="287"/>
                  </a:lnTo>
                  <a:lnTo>
                    <a:pt x="367" y="287"/>
                  </a:lnTo>
                  <a:lnTo>
                    <a:pt x="343" y="292"/>
                  </a:lnTo>
                  <a:lnTo>
                    <a:pt x="337" y="293"/>
                  </a:lnTo>
                  <a:lnTo>
                    <a:pt x="335" y="293"/>
                  </a:lnTo>
                  <a:lnTo>
                    <a:pt x="326" y="296"/>
                  </a:lnTo>
                  <a:lnTo>
                    <a:pt x="316" y="297"/>
                  </a:lnTo>
                  <a:lnTo>
                    <a:pt x="312" y="298"/>
                  </a:lnTo>
                  <a:lnTo>
                    <a:pt x="307" y="299"/>
                  </a:lnTo>
                  <a:lnTo>
                    <a:pt x="300" y="300"/>
                  </a:lnTo>
                  <a:lnTo>
                    <a:pt x="288" y="302"/>
                  </a:lnTo>
                  <a:lnTo>
                    <a:pt x="278" y="304"/>
                  </a:lnTo>
                  <a:lnTo>
                    <a:pt x="277" y="304"/>
                  </a:lnTo>
                  <a:lnTo>
                    <a:pt x="275" y="304"/>
                  </a:lnTo>
                  <a:lnTo>
                    <a:pt x="269" y="305"/>
                  </a:lnTo>
                  <a:lnTo>
                    <a:pt x="257" y="308"/>
                  </a:lnTo>
                  <a:lnTo>
                    <a:pt x="246" y="309"/>
                  </a:lnTo>
                  <a:lnTo>
                    <a:pt x="241" y="309"/>
                  </a:lnTo>
                  <a:lnTo>
                    <a:pt x="236" y="310"/>
                  </a:lnTo>
                  <a:lnTo>
                    <a:pt x="233" y="310"/>
                  </a:lnTo>
                  <a:lnTo>
                    <a:pt x="226" y="311"/>
                  </a:lnTo>
                  <a:lnTo>
                    <a:pt x="220" y="312"/>
                  </a:lnTo>
                  <a:lnTo>
                    <a:pt x="216" y="312"/>
                  </a:lnTo>
                  <a:lnTo>
                    <a:pt x="215" y="314"/>
                  </a:lnTo>
                  <a:lnTo>
                    <a:pt x="214" y="314"/>
                  </a:lnTo>
                  <a:lnTo>
                    <a:pt x="212" y="314"/>
                  </a:lnTo>
                  <a:lnTo>
                    <a:pt x="210" y="314"/>
                  </a:lnTo>
                  <a:lnTo>
                    <a:pt x="199" y="315"/>
                  </a:lnTo>
                  <a:lnTo>
                    <a:pt x="180" y="317"/>
                  </a:lnTo>
                  <a:lnTo>
                    <a:pt x="176" y="318"/>
                  </a:lnTo>
                  <a:lnTo>
                    <a:pt x="169" y="320"/>
                  </a:lnTo>
                  <a:lnTo>
                    <a:pt x="167" y="320"/>
                  </a:lnTo>
                  <a:lnTo>
                    <a:pt x="156" y="321"/>
                  </a:lnTo>
                  <a:lnTo>
                    <a:pt x="151" y="321"/>
                  </a:lnTo>
                  <a:lnTo>
                    <a:pt x="154" y="318"/>
                  </a:lnTo>
                  <a:lnTo>
                    <a:pt x="145" y="320"/>
                  </a:lnTo>
                  <a:lnTo>
                    <a:pt x="139" y="321"/>
                  </a:lnTo>
                  <a:lnTo>
                    <a:pt x="132" y="321"/>
                  </a:lnTo>
                  <a:lnTo>
                    <a:pt x="132" y="323"/>
                  </a:lnTo>
                  <a:lnTo>
                    <a:pt x="116" y="326"/>
                  </a:lnTo>
                  <a:lnTo>
                    <a:pt x="114" y="327"/>
                  </a:lnTo>
                  <a:lnTo>
                    <a:pt x="112" y="327"/>
                  </a:lnTo>
                  <a:lnTo>
                    <a:pt x="109" y="327"/>
                  </a:lnTo>
                  <a:lnTo>
                    <a:pt x="108" y="327"/>
                  </a:lnTo>
                  <a:lnTo>
                    <a:pt x="104" y="328"/>
                  </a:lnTo>
                  <a:lnTo>
                    <a:pt x="98" y="329"/>
                  </a:lnTo>
                  <a:lnTo>
                    <a:pt x="89" y="330"/>
                  </a:lnTo>
                  <a:lnTo>
                    <a:pt x="80" y="332"/>
                  </a:lnTo>
                  <a:lnTo>
                    <a:pt x="79" y="332"/>
                  </a:lnTo>
                  <a:lnTo>
                    <a:pt x="77" y="332"/>
                  </a:lnTo>
                  <a:lnTo>
                    <a:pt x="65" y="334"/>
                  </a:lnTo>
                  <a:lnTo>
                    <a:pt x="61" y="334"/>
                  </a:lnTo>
                  <a:lnTo>
                    <a:pt x="53" y="335"/>
                  </a:lnTo>
                  <a:lnTo>
                    <a:pt x="31" y="339"/>
                  </a:lnTo>
                  <a:lnTo>
                    <a:pt x="30" y="339"/>
                  </a:lnTo>
                  <a:lnTo>
                    <a:pt x="16" y="341"/>
                  </a:lnTo>
                  <a:lnTo>
                    <a:pt x="5" y="342"/>
                  </a:lnTo>
                  <a:lnTo>
                    <a:pt x="2" y="342"/>
                  </a:lnTo>
                  <a:lnTo>
                    <a:pt x="0" y="342"/>
                  </a:lnTo>
                  <a:lnTo>
                    <a:pt x="4" y="340"/>
                  </a:lnTo>
                  <a:lnTo>
                    <a:pt x="12" y="334"/>
                  </a:lnTo>
                  <a:lnTo>
                    <a:pt x="16" y="334"/>
                  </a:lnTo>
                  <a:lnTo>
                    <a:pt x="40" y="322"/>
                  </a:lnTo>
                  <a:lnTo>
                    <a:pt x="40" y="318"/>
                  </a:lnTo>
                  <a:lnTo>
                    <a:pt x="56" y="305"/>
                  </a:lnTo>
                  <a:lnTo>
                    <a:pt x="55" y="298"/>
                  </a:lnTo>
                  <a:lnTo>
                    <a:pt x="64" y="292"/>
                  </a:lnTo>
                  <a:lnTo>
                    <a:pt x="66" y="281"/>
                  </a:lnTo>
                  <a:lnTo>
                    <a:pt x="76" y="273"/>
                  </a:lnTo>
                  <a:lnTo>
                    <a:pt x="76" y="272"/>
                  </a:lnTo>
                  <a:lnTo>
                    <a:pt x="84" y="267"/>
                  </a:lnTo>
                  <a:lnTo>
                    <a:pt x="89" y="264"/>
                  </a:lnTo>
                  <a:lnTo>
                    <a:pt x="92" y="261"/>
                  </a:lnTo>
                  <a:lnTo>
                    <a:pt x="100" y="251"/>
                  </a:lnTo>
                  <a:lnTo>
                    <a:pt x="108" y="242"/>
                  </a:lnTo>
                  <a:lnTo>
                    <a:pt x="115" y="233"/>
                  </a:lnTo>
                  <a:lnTo>
                    <a:pt x="119" y="234"/>
                  </a:lnTo>
                  <a:lnTo>
                    <a:pt x="116" y="237"/>
                  </a:lnTo>
                  <a:lnTo>
                    <a:pt x="120" y="248"/>
                  </a:lnTo>
                  <a:lnTo>
                    <a:pt x="137" y="260"/>
                  </a:lnTo>
                  <a:lnTo>
                    <a:pt x="142" y="262"/>
                  </a:lnTo>
                  <a:lnTo>
                    <a:pt x="158" y="252"/>
                  </a:lnTo>
                  <a:lnTo>
                    <a:pt x="163" y="245"/>
                  </a:lnTo>
                  <a:lnTo>
                    <a:pt x="167" y="248"/>
                  </a:lnTo>
                  <a:lnTo>
                    <a:pt x="173" y="251"/>
                  </a:lnTo>
                  <a:lnTo>
                    <a:pt x="175" y="252"/>
                  </a:lnTo>
                  <a:lnTo>
                    <a:pt x="182" y="248"/>
                  </a:lnTo>
                  <a:lnTo>
                    <a:pt x="192" y="244"/>
                  </a:lnTo>
                  <a:lnTo>
                    <a:pt x="202" y="238"/>
                  </a:lnTo>
                  <a:lnTo>
                    <a:pt x="198" y="234"/>
                  </a:lnTo>
                  <a:lnTo>
                    <a:pt x="199" y="230"/>
                  </a:lnTo>
                  <a:lnTo>
                    <a:pt x="206" y="234"/>
                  </a:lnTo>
                  <a:lnTo>
                    <a:pt x="226" y="221"/>
                  </a:lnTo>
                  <a:lnTo>
                    <a:pt x="228" y="225"/>
                  </a:lnTo>
                  <a:lnTo>
                    <a:pt x="239" y="215"/>
                  </a:lnTo>
                  <a:lnTo>
                    <a:pt x="242" y="206"/>
                  </a:lnTo>
                  <a:lnTo>
                    <a:pt x="244" y="202"/>
                  </a:lnTo>
                  <a:lnTo>
                    <a:pt x="241" y="201"/>
                  </a:lnTo>
                  <a:lnTo>
                    <a:pt x="239" y="200"/>
                  </a:lnTo>
                  <a:lnTo>
                    <a:pt x="236" y="197"/>
                  </a:lnTo>
                  <a:lnTo>
                    <a:pt x="240" y="188"/>
                  </a:lnTo>
                  <a:lnTo>
                    <a:pt x="244" y="178"/>
                  </a:lnTo>
                  <a:lnTo>
                    <a:pt x="250" y="168"/>
                  </a:lnTo>
                  <a:lnTo>
                    <a:pt x="253" y="164"/>
                  </a:lnTo>
                  <a:lnTo>
                    <a:pt x="256" y="156"/>
                  </a:lnTo>
                  <a:lnTo>
                    <a:pt x="256" y="150"/>
                  </a:lnTo>
                  <a:lnTo>
                    <a:pt x="259" y="141"/>
                  </a:lnTo>
                  <a:lnTo>
                    <a:pt x="264" y="135"/>
                  </a:lnTo>
                  <a:lnTo>
                    <a:pt x="266" y="126"/>
                  </a:lnTo>
                  <a:lnTo>
                    <a:pt x="266" y="124"/>
                  </a:lnTo>
                  <a:lnTo>
                    <a:pt x="269" y="102"/>
                  </a:lnTo>
                  <a:lnTo>
                    <a:pt x="275" y="104"/>
                  </a:lnTo>
                  <a:lnTo>
                    <a:pt x="284" y="112"/>
                  </a:lnTo>
                  <a:lnTo>
                    <a:pt x="298" y="114"/>
                  </a:lnTo>
                  <a:lnTo>
                    <a:pt x="301" y="110"/>
                  </a:lnTo>
                  <a:lnTo>
                    <a:pt x="302" y="107"/>
                  </a:lnTo>
                  <a:lnTo>
                    <a:pt x="304" y="105"/>
                  </a:lnTo>
                  <a:lnTo>
                    <a:pt x="302" y="104"/>
                  </a:lnTo>
                  <a:lnTo>
                    <a:pt x="310" y="77"/>
                  </a:lnTo>
                  <a:lnTo>
                    <a:pt x="312" y="69"/>
                  </a:lnTo>
                  <a:lnTo>
                    <a:pt x="323" y="75"/>
                  </a:lnTo>
                  <a:lnTo>
                    <a:pt x="329" y="58"/>
                  </a:lnTo>
                  <a:lnTo>
                    <a:pt x="341" y="48"/>
                  </a:lnTo>
                  <a:lnTo>
                    <a:pt x="342" y="42"/>
                  </a:lnTo>
                  <a:lnTo>
                    <a:pt x="343" y="39"/>
                  </a:lnTo>
                  <a:lnTo>
                    <a:pt x="347" y="34"/>
                  </a:lnTo>
                  <a:lnTo>
                    <a:pt x="349" y="16"/>
                  </a:lnTo>
                  <a:lnTo>
                    <a:pt x="348" y="0"/>
                  </a:lnTo>
                  <a:lnTo>
                    <a:pt x="353" y="3"/>
                  </a:lnTo>
                  <a:lnTo>
                    <a:pt x="355" y="4"/>
                  </a:lnTo>
                  <a:lnTo>
                    <a:pt x="358" y="5"/>
                  </a:lnTo>
                  <a:lnTo>
                    <a:pt x="364" y="9"/>
                  </a:lnTo>
                  <a:lnTo>
                    <a:pt x="367" y="10"/>
                  </a:lnTo>
                  <a:lnTo>
                    <a:pt x="374" y="15"/>
                  </a:lnTo>
                  <a:lnTo>
                    <a:pt x="377" y="16"/>
                  </a:lnTo>
                  <a:lnTo>
                    <a:pt x="378" y="16"/>
                  </a:lnTo>
                  <a:lnTo>
                    <a:pt x="392" y="24"/>
                  </a:lnTo>
                  <a:lnTo>
                    <a:pt x="394" y="12"/>
                  </a:lnTo>
                  <a:lnTo>
                    <a:pt x="395" y="8"/>
                  </a:lnTo>
                  <a:lnTo>
                    <a:pt x="396" y="5"/>
                  </a:lnTo>
                  <a:lnTo>
                    <a:pt x="400" y="4"/>
                  </a:lnTo>
                  <a:lnTo>
                    <a:pt x="402" y="5"/>
                  </a:lnTo>
                  <a:lnTo>
                    <a:pt x="414" y="9"/>
                  </a:lnTo>
                  <a:lnTo>
                    <a:pt x="418" y="11"/>
                  </a:lnTo>
                  <a:lnTo>
                    <a:pt x="414" y="21"/>
                  </a:lnTo>
                  <a:lnTo>
                    <a:pt x="426" y="24"/>
                  </a:lnTo>
                  <a:lnTo>
                    <a:pt x="430" y="24"/>
                  </a:lnTo>
                  <a:lnTo>
                    <a:pt x="436" y="26"/>
                  </a:lnTo>
                  <a:lnTo>
                    <a:pt x="437" y="29"/>
                  </a:lnTo>
                  <a:lnTo>
                    <a:pt x="445" y="30"/>
                  </a:lnTo>
                  <a:lnTo>
                    <a:pt x="448" y="33"/>
                  </a:lnTo>
                  <a:lnTo>
                    <a:pt x="454" y="38"/>
                  </a:lnTo>
                  <a:lnTo>
                    <a:pt x="455" y="41"/>
                  </a:lnTo>
                  <a:lnTo>
                    <a:pt x="456" y="45"/>
                  </a:lnTo>
                  <a:lnTo>
                    <a:pt x="456" y="46"/>
                  </a:lnTo>
                  <a:lnTo>
                    <a:pt x="456" y="47"/>
                  </a:lnTo>
                  <a:lnTo>
                    <a:pt x="457" y="50"/>
                  </a:lnTo>
                  <a:lnTo>
                    <a:pt x="455" y="54"/>
                  </a:lnTo>
                  <a:lnTo>
                    <a:pt x="452" y="57"/>
                  </a:lnTo>
                  <a:lnTo>
                    <a:pt x="451" y="58"/>
                  </a:lnTo>
                  <a:lnTo>
                    <a:pt x="452" y="62"/>
                  </a:lnTo>
                  <a:lnTo>
                    <a:pt x="448" y="64"/>
                  </a:lnTo>
                  <a:lnTo>
                    <a:pt x="446" y="63"/>
                  </a:lnTo>
                  <a:lnTo>
                    <a:pt x="444" y="64"/>
                  </a:lnTo>
                  <a:lnTo>
                    <a:pt x="444" y="71"/>
                  </a:lnTo>
                  <a:lnTo>
                    <a:pt x="443" y="77"/>
                  </a:lnTo>
                  <a:lnTo>
                    <a:pt x="443" y="83"/>
                  </a:lnTo>
                  <a:lnTo>
                    <a:pt x="446" y="92"/>
                  </a:lnTo>
                  <a:lnTo>
                    <a:pt x="450" y="93"/>
                  </a:lnTo>
                  <a:lnTo>
                    <a:pt x="467" y="84"/>
                  </a:lnTo>
                  <a:lnTo>
                    <a:pt x="469" y="94"/>
                  </a:lnTo>
                  <a:lnTo>
                    <a:pt x="473" y="96"/>
                  </a:lnTo>
                  <a:lnTo>
                    <a:pt x="474" y="100"/>
                  </a:lnTo>
                  <a:lnTo>
                    <a:pt x="480" y="102"/>
                  </a:lnTo>
                  <a:lnTo>
                    <a:pt x="499" y="100"/>
                  </a:lnTo>
                  <a:lnTo>
                    <a:pt x="510" y="110"/>
                  </a:lnTo>
                  <a:lnTo>
                    <a:pt x="533" y="119"/>
                  </a:lnTo>
                  <a:lnTo>
                    <a:pt x="530" y="134"/>
                  </a:lnTo>
                  <a:lnTo>
                    <a:pt x="532" y="141"/>
                  </a:lnTo>
                  <a:lnTo>
                    <a:pt x="535" y="144"/>
                  </a:lnTo>
                  <a:lnTo>
                    <a:pt x="518" y="147"/>
                  </a:lnTo>
                  <a:lnTo>
                    <a:pt x="511" y="137"/>
                  </a:lnTo>
                  <a:lnTo>
                    <a:pt x="505" y="135"/>
                  </a:lnTo>
                  <a:lnTo>
                    <a:pt x="496" y="129"/>
                  </a:lnTo>
                  <a:lnTo>
                    <a:pt x="494" y="129"/>
                  </a:lnTo>
                  <a:lnTo>
                    <a:pt x="493" y="129"/>
                  </a:lnTo>
                  <a:lnTo>
                    <a:pt x="497" y="134"/>
                  </a:lnTo>
                  <a:lnTo>
                    <a:pt x="503" y="137"/>
                  </a:lnTo>
                  <a:lnTo>
                    <a:pt x="508" y="138"/>
                  </a:lnTo>
                  <a:lnTo>
                    <a:pt x="516" y="149"/>
                  </a:lnTo>
                  <a:lnTo>
                    <a:pt x="530" y="152"/>
                  </a:lnTo>
                  <a:lnTo>
                    <a:pt x="532" y="155"/>
                  </a:lnTo>
                  <a:lnTo>
                    <a:pt x="534" y="158"/>
                  </a:lnTo>
                  <a:lnTo>
                    <a:pt x="539" y="156"/>
                  </a:lnTo>
                  <a:lnTo>
                    <a:pt x="544" y="168"/>
                  </a:lnTo>
                  <a:lnTo>
                    <a:pt x="534" y="171"/>
                  </a:lnTo>
                  <a:lnTo>
                    <a:pt x="532" y="168"/>
                  </a:lnTo>
                  <a:lnTo>
                    <a:pt x="529" y="172"/>
                  </a:lnTo>
                  <a:lnTo>
                    <a:pt x="536" y="180"/>
                  </a:lnTo>
                  <a:lnTo>
                    <a:pt x="527" y="185"/>
                  </a:lnTo>
                  <a:lnTo>
                    <a:pt x="527" y="186"/>
                  </a:lnTo>
                  <a:lnTo>
                    <a:pt x="536" y="185"/>
                  </a:lnTo>
                  <a:lnTo>
                    <a:pt x="536" y="19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 name="Freeform 13">
              <a:extLst>
                <a:ext uri="{FF2B5EF4-FFF2-40B4-BE49-F238E27FC236}">
                  <a16:creationId xmlns:a16="http://schemas.microsoft.com/office/drawing/2014/main" id="{35E3367A-CC27-030E-A725-03B0CD70FF90}"/>
                </a:ext>
              </a:extLst>
            </p:cNvPr>
            <p:cNvSpPr>
              <a:spLocks noChangeAspect="1"/>
            </p:cNvSpPr>
            <p:nvPr/>
          </p:nvSpPr>
          <p:spPr bwMode="auto">
            <a:xfrm>
              <a:off x="955" y="2440"/>
              <a:ext cx="8" cy="18"/>
            </a:xfrm>
            <a:custGeom>
              <a:avLst/>
              <a:gdLst>
                <a:gd name="T0" fmla="*/ 0 w 41"/>
                <a:gd name="T1" fmla="*/ 58 h 102"/>
                <a:gd name="T2" fmla="*/ 0 w 41"/>
                <a:gd name="T3" fmla="*/ 88 h 102"/>
                <a:gd name="T4" fmla="*/ 8 w 41"/>
                <a:gd name="T5" fmla="*/ 102 h 102"/>
                <a:gd name="T6" fmla="*/ 8 w 41"/>
                <a:gd name="T7" fmla="*/ 99 h 102"/>
                <a:gd name="T8" fmla="*/ 11 w 41"/>
                <a:gd name="T9" fmla="*/ 97 h 102"/>
                <a:gd name="T10" fmla="*/ 9 w 41"/>
                <a:gd name="T11" fmla="*/ 99 h 102"/>
                <a:gd name="T12" fmla="*/ 17 w 41"/>
                <a:gd name="T13" fmla="*/ 85 h 102"/>
                <a:gd name="T14" fmla="*/ 21 w 41"/>
                <a:gd name="T15" fmla="*/ 61 h 102"/>
                <a:gd name="T16" fmla="*/ 26 w 41"/>
                <a:gd name="T17" fmla="*/ 24 h 102"/>
                <a:gd name="T18" fmla="*/ 30 w 41"/>
                <a:gd name="T19" fmla="*/ 18 h 102"/>
                <a:gd name="T20" fmla="*/ 35 w 41"/>
                <a:gd name="T21" fmla="*/ 18 h 102"/>
                <a:gd name="T22" fmla="*/ 41 w 41"/>
                <a:gd name="T23" fmla="*/ 0 h 102"/>
                <a:gd name="T24" fmla="*/ 29 w 41"/>
                <a:gd name="T25" fmla="*/ 5 h 102"/>
                <a:gd name="T26" fmla="*/ 24 w 41"/>
                <a:gd name="T27" fmla="*/ 6 h 102"/>
                <a:gd name="T28" fmla="*/ 13 w 41"/>
                <a:gd name="T29" fmla="*/ 10 h 102"/>
                <a:gd name="T30" fmla="*/ 11 w 41"/>
                <a:gd name="T31" fmla="*/ 15 h 102"/>
                <a:gd name="T32" fmla="*/ 6 w 41"/>
                <a:gd name="T33" fmla="*/ 22 h 102"/>
                <a:gd name="T34" fmla="*/ 11 w 41"/>
                <a:gd name="T35" fmla="*/ 23 h 102"/>
                <a:gd name="T36" fmla="*/ 0 w 41"/>
                <a:gd name="T37" fmla="*/ 49 h 102"/>
                <a:gd name="T38" fmla="*/ 0 w 41"/>
                <a:gd name="T39" fmla="*/ 5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02">
                  <a:moveTo>
                    <a:pt x="0" y="58"/>
                  </a:moveTo>
                  <a:lnTo>
                    <a:pt x="0" y="88"/>
                  </a:lnTo>
                  <a:lnTo>
                    <a:pt x="8" y="102"/>
                  </a:lnTo>
                  <a:lnTo>
                    <a:pt x="8" y="99"/>
                  </a:lnTo>
                  <a:lnTo>
                    <a:pt x="11" y="97"/>
                  </a:lnTo>
                  <a:lnTo>
                    <a:pt x="9" y="99"/>
                  </a:lnTo>
                  <a:lnTo>
                    <a:pt x="17" y="85"/>
                  </a:lnTo>
                  <a:lnTo>
                    <a:pt x="21" y="61"/>
                  </a:lnTo>
                  <a:lnTo>
                    <a:pt x="26" y="24"/>
                  </a:lnTo>
                  <a:lnTo>
                    <a:pt x="30" y="18"/>
                  </a:lnTo>
                  <a:lnTo>
                    <a:pt x="35" y="18"/>
                  </a:lnTo>
                  <a:lnTo>
                    <a:pt x="41" y="0"/>
                  </a:lnTo>
                  <a:lnTo>
                    <a:pt x="29" y="5"/>
                  </a:lnTo>
                  <a:lnTo>
                    <a:pt x="24" y="6"/>
                  </a:lnTo>
                  <a:lnTo>
                    <a:pt x="13" y="10"/>
                  </a:lnTo>
                  <a:lnTo>
                    <a:pt x="11" y="15"/>
                  </a:lnTo>
                  <a:lnTo>
                    <a:pt x="6" y="22"/>
                  </a:lnTo>
                  <a:lnTo>
                    <a:pt x="11" y="23"/>
                  </a:lnTo>
                  <a:lnTo>
                    <a:pt x="0" y="49"/>
                  </a:lnTo>
                  <a:lnTo>
                    <a:pt x="0" y="5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6" name="Freeform 14">
              <a:extLst>
                <a:ext uri="{FF2B5EF4-FFF2-40B4-BE49-F238E27FC236}">
                  <a16:creationId xmlns:a16="http://schemas.microsoft.com/office/drawing/2014/main" id="{75B992D4-D350-684E-319E-564495BDD31E}"/>
                </a:ext>
              </a:extLst>
            </p:cNvPr>
            <p:cNvSpPr>
              <a:spLocks noChangeAspect="1"/>
            </p:cNvSpPr>
            <p:nvPr/>
          </p:nvSpPr>
          <p:spPr bwMode="auto">
            <a:xfrm>
              <a:off x="865" y="2409"/>
              <a:ext cx="61" cy="62"/>
            </a:xfrm>
            <a:custGeom>
              <a:avLst/>
              <a:gdLst>
                <a:gd name="T0" fmla="*/ 84 w 341"/>
                <a:gd name="T1" fmla="*/ 130 h 346"/>
                <a:gd name="T2" fmla="*/ 96 w 341"/>
                <a:gd name="T3" fmla="*/ 113 h 346"/>
                <a:gd name="T4" fmla="*/ 107 w 341"/>
                <a:gd name="T5" fmla="*/ 102 h 346"/>
                <a:gd name="T6" fmla="*/ 107 w 341"/>
                <a:gd name="T7" fmla="*/ 80 h 346"/>
                <a:gd name="T8" fmla="*/ 111 w 341"/>
                <a:gd name="T9" fmla="*/ 62 h 346"/>
                <a:gd name="T10" fmla="*/ 112 w 341"/>
                <a:gd name="T11" fmla="*/ 46 h 346"/>
                <a:gd name="T12" fmla="*/ 112 w 341"/>
                <a:gd name="T13" fmla="*/ 26 h 346"/>
                <a:gd name="T14" fmla="*/ 106 w 341"/>
                <a:gd name="T15" fmla="*/ 8 h 346"/>
                <a:gd name="T16" fmla="*/ 117 w 341"/>
                <a:gd name="T17" fmla="*/ 0 h 346"/>
                <a:gd name="T18" fmla="*/ 119 w 341"/>
                <a:gd name="T19" fmla="*/ 16 h 346"/>
                <a:gd name="T20" fmla="*/ 120 w 341"/>
                <a:gd name="T21" fmla="*/ 23 h 346"/>
                <a:gd name="T22" fmla="*/ 124 w 341"/>
                <a:gd name="T23" fmla="*/ 46 h 346"/>
                <a:gd name="T24" fmla="*/ 126 w 341"/>
                <a:gd name="T25" fmla="*/ 60 h 346"/>
                <a:gd name="T26" fmla="*/ 131 w 341"/>
                <a:gd name="T27" fmla="*/ 86 h 346"/>
                <a:gd name="T28" fmla="*/ 132 w 341"/>
                <a:gd name="T29" fmla="*/ 88 h 346"/>
                <a:gd name="T30" fmla="*/ 142 w 341"/>
                <a:gd name="T31" fmla="*/ 87 h 346"/>
                <a:gd name="T32" fmla="*/ 183 w 341"/>
                <a:gd name="T33" fmla="*/ 80 h 346"/>
                <a:gd name="T34" fmla="*/ 202 w 341"/>
                <a:gd name="T35" fmla="*/ 76 h 346"/>
                <a:gd name="T36" fmla="*/ 210 w 341"/>
                <a:gd name="T37" fmla="*/ 94 h 346"/>
                <a:gd name="T38" fmla="*/ 222 w 341"/>
                <a:gd name="T39" fmla="*/ 117 h 346"/>
                <a:gd name="T40" fmla="*/ 233 w 341"/>
                <a:gd name="T41" fmla="*/ 105 h 346"/>
                <a:gd name="T42" fmla="*/ 257 w 341"/>
                <a:gd name="T43" fmla="*/ 75 h 346"/>
                <a:gd name="T44" fmla="*/ 281 w 341"/>
                <a:gd name="T45" fmla="*/ 81 h 346"/>
                <a:gd name="T46" fmla="*/ 288 w 341"/>
                <a:gd name="T47" fmla="*/ 69 h 346"/>
                <a:gd name="T48" fmla="*/ 305 w 341"/>
                <a:gd name="T49" fmla="*/ 60 h 346"/>
                <a:gd name="T50" fmla="*/ 324 w 341"/>
                <a:gd name="T51" fmla="*/ 63 h 346"/>
                <a:gd name="T52" fmla="*/ 339 w 341"/>
                <a:gd name="T53" fmla="*/ 88 h 346"/>
                <a:gd name="T54" fmla="*/ 339 w 341"/>
                <a:gd name="T55" fmla="*/ 96 h 346"/>
                <a:gd name="T56" fmla="*/ 322 w 341"/>
                <a:gd name="T57" fmla="*/ 100 h 346"/>
                <a:gd name="T58" fmla="*/ 309 w 341"/>
                <a:gd name="T59" fmla="*/ 93 h 346"/>
                <a:gd name="T60" fmla="*/ 298 w 341"/>
                <a:gd name="T61" fmla="*/ 87 h 346"/>
                <a:gd name="T62" fmla="*/ 292 w 341"/>
                <a:gd name="T63" fmla="*/ 118 h 346"/>
                <a:gd name="T64" fmla="*/ 286 w 341"/>
                <a:gd name="T65" fmla="*/ 132 h 346"/>
                <a:gd name="T66" fmla="*/ 257 w 341"/>
                <a:gd name="T67" fmla="*/ 153 h 346"/>
                <a:gd name="T68" fmla="*/ 249 w 341"/>
                <a:gd name="T69" fmla="*/ 189 h 346"/>
                <a:gd name="T70" fmla="*/ 243 w 341"/>
                <a:gd name="T71" fmla="*/ 198 h 346"/>
                <a:gd name="T72" fmla="*/ 214 w 341"/>
                <a:gd name="T73" fmla="*/ 186 h 346"/>
                <a:gd name="T74" fmla="*/ 209 w 341"/>
                <a:gd name="T75" fmla="*/ 219 h 346"/>
                <a:gd name="T76" fmla="*/ 201 w 341"/>
                <a:gd name="T77" fmla="*/ 240 h 346"/>
                <a:gd name="T78" fmla="*/ 189 w 341"/>
                <a:gd name="T79" fmla="*/ 262 h 346"/>
                <a:gd name="T80" fmla="*/ 184 w 341"/>
                <a:gd name="T81" fmla="*/ 284 h 346"/>
                <a:gd name="T82" fmla="*/ 187 w 341"/>
                <a:gd name="T83" fmla="*/ 290 h 346"/>
                <a:gd name="T84" fmla="*/ 171 w 341"/>
                <a:gd name="T85" fmla="*/ 305 h 346"/>
                <a:gd name="T86" fmla="*/ 143 w 341"/>
                <a:gd name="T87" fmla="*/ 318 h 346"/>
                <a:gd name="T88" fmla="*/ 127 w 341"/>
                <a:gd name="T89" fmla="*/ 332 h 346"/>
                <a:gd name="T90" fmla="*/ 112 w 341"/>
                <a:gd name="T91" fmla="*/ 332 h 346"/>
                <a:gd name="T92" fmla="*/ 87 w 341"/>
                <a:gd name="T93" fmla="*/ 346 h 346"/>
                <a:gd name="T94" fmla="*/ 61 w 341"/>
                <a:gd name="T95" fmla="*/ 321 h 346"/>
                <a:gd name="T96" fmla="*/ 48 w 341"/>
                <a:gd name="T97" fmla="*/ 317 h 346"/>
                <a:gd name="T98" fmla="*/ 30 w 341"/>
                <a:gd name="T99" fmla="*/ 300 h 346"/>
                <a:gd name="T100" fmla="*/ 21 w 341"/>
                <a:gd name="T101" fmla="*/ 290 h 346"/>
                <a:gd name="T102" fmla="*/ 15 w 341"/>
                <a:gd name="T103" fmla="*/ 279 h 346"/>
                <a:gd name="T104" fmla="*/ 4 w 341"/>
                <a:gd name="T105" fmla="*/ 255 h 346"/>
                <a:gd name="T106" fmla="*/ 7 w 341"/>
                <a:gd name="T107" fmla="*/ 238 h 346"/>
                <a:gd name="T108" fmla="*/ 21 w 341"/>
                <a:gd name="T109" fmla="*/ 220 h 346"/>
                <a:gd name="T110" fmla="*/ 28 w 341"/>
                <a:gd name="T111" fmla="*/ 214 h 346"/>
                <a:gd name="T112" fmla="*/ 31 w 341"/>
                <a:gd name="T113" fmla="*/ 177 h 346"/>
                <a:gd name="T114" fmla="*/ 46 w 341"/>
                <a:gd name="T115" fmla="*/ 186 h 346"/>
                <a:gd name="T116" fmla="*/ 52 w 341"/>
                <a:gd name="T117" fmla="*/ 161 h 346"/>
                <a:gd name="T118" fmla="*/ 51 w 341"/>
                <a:gd name="T119" fmla="*/ 155 h 346"/>
                <a:gd name="T120" fmla="*/ 63 w 341"/>
                <a:gd name="T121" fmla="*/ 1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 h="346">
                  <a:moveTo>
                    <a:pt x="76" y="136"/>
                  </a:moveTo>
                  <a:lnTo>
                    <a:pt x="81" y="131"/>
                  </a:lnTo>
                  <a:lnTo>
                    <a:pt x="84" y="130"/>
                  </a:lnTo>
                  <a:lnTo>
                    <a:pt x="91" y="122"/>
                  </a:lnTo>
                  <a:lnTo>
                    <a:pt x="94" y="117"/>
                  </a:lnTo>
                  <a:lnTo>
                    <a:pt x="96" y="113"/>
                  </a:lnTo>
                  <a:lnTo>
                    <a:pt x="99" y="110"/>
                  </a:lnTo>
                  <a:lnTo>
                    <a:pt x="102" y="105"/>
                  </a:lnTo>
                  <a:lnTo>
                    <a:pt x="107" y="102"/>
                  </a:lnTo>
                  <a:lnTo>
                    <a:pt x="108" y="93"/>
                  </a:lnTo>
                  <a:lnTo>
                    <a:pt x="106" y="90"/>
                  </a:lnTo>
                  <a:lnTo>
                    <a:pt x="107" y="80"/>
                  </a:lnTo>
                  <a:lnTo>
                    <a:pt x="108" y="74"/>
                  </a:lnTo>
                  <a:lnTo>
                    <a:pt x="111" y="68"/>
                  </a:lnTo>
                  <a:lnTo>
                    <a:pt x="111" y="62"/>
                  </a:lnTo>
                  <a:lnTo>
                    <a:pt x="111" y="52"/>
                  </a:lnTo>
                  <a:lnTo>
                    <a:pt x="111" y="50"/>
                  </a:lnTo>
                  <a:lnTo>
                    <a:pt x="112" y="46"/>
                  </a:lnTo>
                  <a:lnTo>
                    <a:pt x="114" y="38"/>
                  </a:lnTo>
                  <a:lnTo>
                    <a:pt x="114" y="27"/>
                  </a:lnTo>
                  <a:lnTo>
                    <a:pt x="112" y="26"/>
                  </a:lnTo>
                  <a:lnTo>
                    <a:pt x="113" y="24"/>
                  </a:lnTo>
                  <a:lnTo>
                    <a:pt x="112" y="15"/>
                  </a:lnTo>
                  <a:lnTo>
                    <a:pt x="106" y="8"/>
                  </a:lnTo>
                  <a:lnTo>
                    <a:pt x="108" y="4"/>
                  </a:lnTo>
                  <a:lnTo>
                    <a:pt x="113" y="3"/>
                  </a:lnTo>
                  <a:lnTo>
                    <a:pt x="117" y="0"/>
                  </a:lnTo>
                  <a:lnTo>
                    <a:pt x="117" y="2"/>
                  </a:lnTo>
                  <a:lnTo>
                    <a:pt x="117" y="5"/>
                  </a:lnTo>
                  <a:lnTo>
                    <a:pt x="119" y="16"/>
                  </a:lnTo>
                  <a:lnTo>
                    <a:pt x="119" y="17"/>
                  </a:lnTo>
                  <a:lnTo>
                    <a:pt x="119" y="21"/>
                  </a:lnTo>
                  <a:lnTo>
                    <a:pt x="120" y="23"/>
                  </a:lnTo>
                  <a:lnTo>
                    <a:pt x="123" y="38"/>
                  </a:lnTo>
                  <a:lnTo>
                    <a:pt x="123" y="40"/>
                  </a:lnTo>
                  <a:lnTo>
                    <a:pt x="124" y="46"/>
                  </a:lnTo>
                  <a:lnTo>
                    <a:pt x="124" y="48"/>
                  </a:lnTo>
                  <a:lnTo>
                    <a:pt x="126" y="56"/>
                  </a:lnTo>
                  <a:lnTo>
                    <a:pt x="126" y="60"/>
                  </a:lnTo>
                  <a:lnTo>
                    <a:pt x="126" y="62"/>
                  </a:lnTo>
                  <a:lnTo>
                    <a:pt x="127" y="65"/>
                  </a:lnTo>
                  <a:lnTo>
                    <a:pt x="131" y="86"/>
                  </a:lnTo>
                  <a:lnTo>
                    <a:pt x="131" y="87"/>
                  </a:lnTo>
                  <a:lnTo>
                    <a:pt x="131" y="89"/>
                  </a:lnTo>
                  <a:lnTo>
                    <a:pt x="132" y="88"/>
                  </a:lnTo>
                  <a:lnTo>
                    <a:pt x="138" y="88"/>
                  </a:lnTo>
                  <a:lnTo>
                    <a:pt x="141" y="87"/>
                  </a:lnTo>
                  <a:lnTo>
                    <a:pt x="142" y="87"/>
                  </a:lnTo>
                  <a:lnTo>
                    <a:pt x="175" y="81"/>
                  </a:lnTo>
                  <a:lnTo>
                    <a:pt x="178" y="81"/>
                  </a:lnTo>
                  <a:lnTo>
                    <a:pt x="183" y="80"/>
                  </a:lnTo>
                  <a:lnTo>
                    <a:pt x="186" y="80"/>
                  </a:lnTo>
                  <a:lnTo>
                    <a:pt x="199" y="77"/>
                  </a:lnTo>
                  <a:lnTo>
                    <a:pt x="202" y="76"/>
                  </a:lnTo>
                  <a:lnTo>
                    <a:pt x="207" y="75"/>
                  </a:lnTo>
                  <a:lnTo>
                    <a:pt x="210" y="93"/>
                  </a:lnTo>
                  <a:lnTo>
                    <a:pt x="210" y="94"/>
                  </a:lnTo>
                  <a:lnTo>
                    <a:pt x="215" y="125"/>
                  </a:lnTo>
                  <a:lnTo>
                    <a:pt x="216" y="125"/>
                  </a:lnTo>
                  <a:lnTo>
                    <a:pt x="222" y="117"/>
                  </a:lnTo>
                  <a:lnTo>
                    <a:pt x="228" y="110"/>
                  </a:lnTo>
                  <a:lnTo>
                    <a:pt x="229" y="107"/>
                  </a:lnTo>
                  <a:lnTo>
                    <a:pt x="233" y="105"/>
                  </a:lnTo>
                  <a:lnTo>
                    <a:pt x="240" y="93"/>
                  </a:lnTo>
                  <a:lnTo>
                    <a:pt x="246" y="94"/>
                  </a:lnTo>
                  <a:lnTo>
                    <a:pt x="257" y="75"/>
                  </a:lnTo>
                  <a:lnTo>
                    <a:pt x="269" y="82"/>
                  </a:lnTo>
                  <a:lnTo>
                    <a:pt x="271" y="81"/>
                  </a:lnTo>
                  <a:lnTo>
                    <a:pt x="281" y="81"/>
                  </a:lnTo>
                  <a:lnTo>
                    <a:pt x="283" y="81"/>
                  </a:lnTo>
                  <a:lnTo>
                    <a:pt x="288" y="71"/>
                  </a:lnTo>
                  <a:lnTo>
                    <a:pt x="288" y="69"/>
                  </a:lnTo>
                  <a:lnTo>
                    <a:pt x="291" y="68"/>
                  </a:lnTo>
                  <a:lnTo>
                    <a:pt x="297" y="68"/>
                  </a:lnTo>
                  <a:lnTo>
                    <a:pt x="305" y="60"/>
                  </a:lnTo>
                  <a:lnTo>
                    <a:pt x="313" y="65"/>
                  </a:lnTo>
                  <a:lnTo>
                    <a:pt x="316" y="66"/>
                  </a:lnTo>
                  <a:lnTo>
                    <a:pt x="324" y="63"/>
                  </a:lnTo>
                  <a:lnTo>
                    <a:pt x="330" y="74"/>
                  </a:lnTo>
                  <a:lnTo>
                    <a:pt x="337" y="81"/>
                  </a:lnTo>
                  <a:lnTo>
                    <a:pt x="339" y="88"/>
                  </a:lnTo>
                  <a:lnTo>
                    <a:pt x="341" y="89"/>
                  </a:lnTo>
                  <a:lnTo>
                    <a:pt x="340" y="92"/>
                  </a:lnTo>
                  <a:lnTo>
                    <a:pt x="339" y="96"/>
                  </a:lnTo>
                  <a:lnTo>
                    <a:pt x="337" y="108"/>
                  </a:lnTo>
                  <a:lnTo>
                    <a:pt x="323" y="100"/>
                  </a:lnTo>
                  <a:lnTo>
                    <a:pt x="322" y="100"/>
                  </a:lnTo>
                  <a:lnTo>
                    <a:pt x="319" y="99"/>
                  </a:lnTo>
                  <a:lnTo>
                    <a:pt x="312" y="94"/>
                  </a:lnTo>
                  <a:lnTo>
                    <a:pt x="309" y="93"/>
                  </a:lnTo>
                  <a:lnTo>
                    <a:pt x="303" y="89"/>
                  </a:lnTo>
                  <a:lnTo>
                    <a:pt x="300" y="88"/>
                  </a:lnTo>
                  <a:lnTo>
                    <a:pt x="298" y="87"/>
                  </a:lnTo>
                  <a:lnTo>
                    <a:pt x="293" y="84"/>
                  </a:lnTo>
                  <a:lnTo>
                    <a:pt x="294" y="100"/>
                  </a:lnTo>
                  <a:lnTo>
                    <a:pt x="292" y="118"/>
                  </a:lnTo>
                  <a:lnTo>
                    <a:pt x="288" y="123"/>
                  </a:lnTo>
                  <a:lnTo>
                    <a:pt x="287" y="126"/>
                  </a:lnTo>
                  <a:lnTo>
                    <a:pt x="286" y="132"/>
                  </a:lnTo>
                  <a:lnTo>
                    <a:pt x="274" y="142"/>
                  </a:lnTo>
                  <a:lnTo>
                    <a:pt x="268" y="159"/>
                  </a:lnTo>
                  <a:lnTo>
                    <a:pt x="257" y="153"/>
                  </a:lnTo>
                  <a:lnTo>
                    <a:pt x="255" y="161"/>
                  </a:lnTo>
                  <a:lnTo>
                    <a:pt x="247" y="188"/>
                  </a:lnTo>
                  <a:lnTo>
                    <a:pt x="249" y="189"/>
                  </a:lnTo>
                  <a:lnTo>
                    <a:pt x="247" y="191"/>
                  </a:lnTo>
                  <a:lnTo>
                    <a:pt x="246" y="194"/>
                  </a:lnTo>
                  <a:lnTo>
                    <a:pt x="243" y="198"/>
                  </a:lnTo>
                  <a:lnTo>
                    <a:pt x="229" y="196"/>
                  </a:lnTo>
                  <a:lnTo>
                    <a:pt x="220" y="188"/>
                  </a:lnTo>
                  <a:lnTo>
                    <a:pt x="214" y="186"/>
                  </a:lnTo>
                  <a:lnTo>
                    <a:pt x="211" y="208"/>
                  </a:lnTo>
                  <a:lnTo>
                    <a:pt x="211" y="210"/>
                  </a:lnTo>
                  <a:lnTo>
                    <a:pt x="209" y="219"/>
                  </a:lnTo>
                  <a:lnTo>
                    <a:pt x="204" y="225"/>
                  </a:lnTo>
                  <a:lnTo>
                    <a:pt x="201" y="234"/>
                  </a:lnTo>
                  <a:lnTo>
                    <a:pt x="201" y="240"/>
                  </a:lnTo>
                  <a:lnTo>
                    <a:pt x="198" y="248"/>
                  </a:lnTo>
                  <a:lnTo>
                    <a:pt x="195" y="252"/>
                  </a:lnTo>
                  <a:lnTo>
                    <a:pt x="189" y="262"/>
                  </a:lnTo>
                  <a:lnTo>
                    <a:pt x="185" y="272"/>
                  </a:lnTo>
                  <a:lnTo>
                    <a:pt x="181" y="281"/>
                  </a:lnTo>
                  <a:lnTo>
                    <a:pt x="184" y="284"/>
                  </a:lnTo>
                  <a:lnTo>
                    <a:pt x="186" y="285"/>
                  </a:lnTo>
                  <a:lnTo>
                    <a:pt x="189" y="286"/>
                  </a:lnTo>
                  <a:lnTo>
                    <a:pt x="187" y="290"/>
                  </a:lnTo>
                  <a:lnTo>
                    <a:pt x="184" y="299"/>
                  </a:lnTo>
                  <a:lnTo>
                    <a:pt x="173" y="309"/>
                  </a:lnTo>
                  <a:lnTo>
                    <a:pt x="171" y="305"/>
                  </a:lnTo>
                  <a:lnTo>
                    <a:pt x="151" y="318"/>
                  </a:lnTo>
                  <a:lnTo>
                    <a:pt x="144" y="314"/>
                  </a:lnTo>
                  <a:lnTo>
                    <a:pt x="143" y="318"/>
                  </a:lnTo>
                  <a:lnTo>
                    <a:pt x="147" y="322"/>
                  </a:lnTo>
                  <a:lnTo>
                    <a:pt x="137" y="328"/>
                  </a:lnTo>
                  <a:lnTo>
                    <a:pt x="127" y="332"/>
                  </a:lnTo>
                  <a:lnTo>
                    <a:pt x="120" y="336"/>
                  </a:lnTo>
                  <a:lnTo>
                    <a:pt x="118" y="335"/>
                  </a:lnTo>
                  <a:lnTo>
                    <a:pt x="112" y="332"/>
                  </a:lnTo>
                  <a:lnTo>
                    <a:pt x="108" y="329"/>
                  </a:lnTo>
                  <a:lnTo>
                    <a:pt x="103" y="336"/>
                  </a:lnTo>
                  <a:lnTo>
                    <a:pt x="87" y="346"/>
                  </a:lnTo>
                  <a:lnTo>
                    <a:pt x="82" y="344"/>
                  </a:lnTo>
                  <a:lnTo>
                    <a:pt x="65" y="332"/>
                  </a:lnTo>
                  <a:lnTo>
                    <a:pt x="61" y="321"/>
                  </a:lnTo>
                  <a:lnTo>
                    <a:pt x="64" y="318"/>
                  </a:lnTo>
                  <a:lnTo>
                    <a:pt x="60" y="317"/>
                  </a:lnTo>
                  <a:lnTo>
                    <a:pt x="48" y="317"/>
                  </a:lnTo>
                  <a:lnTo>
                    <a:pt x="47" y="315"/>
                  </a:lnTo>
                  <a:lnTo>
                    <a:pt x="30" y="302"/>
                  </a:lnTo>
                  <a:lnTo>
                    <a:pt x="30" y="300"/>
                  </a:lnTo>
                  <a:lnTo>
                    <a:pt x="25" y="296"/>
                  </a:lnTo>
                  <a:lnTo>
                    <a:pt x="22" y="291"/>
                  </a:lnTo>
                  <a:lnTo>
                    <a:pt x="21" y="290"/>
                  </a:lnTo>
                  <a:lnTo>
                    <a:pt x="15" y="285"/>
                  </a:lnTo>
                  <a:lnTo>
                    <a:pt x="15" y="284"/>
                  </a:lnTo>
                  <a:lnTo>
                    <a:pt x="15" y="279"/>
                  </a:lnTo>
                  <a:lnTo>
                    <a:pt x="3" y="267"/>
                  </a:lnTo>
                  <a:lnTo>
                    <a:pt x="1" y="256"/>
                  </a:lnTo>
                  <a:lnTo>
                    <a:pt x="4" y="255"/>
                  </a:lnTo>
                  <a:lnTo>
                    <a:pt x="1" y="243"/>
                  </a:lnTo>
                  <a:lnTo>
                    <a:pt x="0" y="239"/>
                  </a:lnTo>
                  <a:lnTo>
                    <a:pt x="7" y="238"/>
                  </a:lnTo>
                  <a:lnTo>
                    <a:pt x="16" y="234"/>
                  </a:lnTo>
                  <a:lnTo>
                    <a:pt x="21" y="228"/>
                  </a:lnTo>
                  <a:lnTo>
                    <a:pt x="21" y="220"/>
                  </a:lnTo>
                  <a:lnTo>
                    <a:pt x="23" y="218"/>
                  </a:lnTo>
                  <a:lnTo>
                    <a:pt x="25" y="218"/>
                  </a:lnTo>
                  <a:lnTo>
                    <a:pt x="28" y="214"/>
                  </a:lnTo>
                  <a:lnTo>
                    <a:pt x="24" y="202"/>
                  </a:lnTo>
                  <a:lnTo>
                    <a:pt x="29" y="182"/>
                  </a:lnTo>
                  <a:lnTo>
                    <a:pt x="31" y="177"/>
                  </a:lnTo>
                  <a:lnTo>
                    <a:pt x="35" y="173"/>
                  </a:lnTo>
                  <a:lnTo>
                    <a:pt x="43" y="186"/>
                  </a:lnTo>
                  <a:lnTo>
                    <a:pt x="46" y="186"/>
                  </a:lnTo>
                  <a:lnTo>
                    <a:pt x="51" y="179"/>
                  </a:lnTo>
                  <a:lnTo>
                    <a:pt x="52" y="164"/>
                  </a:lnTo>
                  <a:lnTo>
                    <a:pt x="52" y="161"/>
                  </a:lnTo>
                  <a:lnTo>
                    <a:pt x="51" y="158"/>
                  </a:lnTo>
                  <a:lnTo>
                    <a:pt x="51" y="156"/>
                  </a:lnTo>
                  <a:lnTo>
                    <a:pt x="51" y="155"/>
                  </a:lnTo>
                  <a:lnTo>
                    <a:pt x="52" y="152"/>
                  </a:lnTo>
                  <a:lnTo>
                    <a:pt x="53" y="148"/>
                  </a:lnTo>
                  <a:lnTo>
                    <a:pt x="63" y="146"/>
                  </a:lnTo>
                  <a:lnTo>
                    <a:pt x="66" y="134"/>
                  </a:lnTo>
                  <a:lnTo>
                    <a:pt x="76" y="13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7" name="Freeform 15">
              <a:extLst>
                <a:ext uri="{FF2B5EF4-FFF2-40B4-BE49-F238E27FC236}">
                  <a16:creationId xmlns:a16="http://schemas.microsoft.com/office/drawing/2014/main" id="{1FF4422F-ECA6-8CC3-D258-17CBF9F469DB}"/>
                </a:ext>
              </a:extLst>
            </p:cNvPr>
            <p:cNvSpPr>
              <a:spLocks noChangeAspect="1"/>
            </p:cNvSpPr>
            <p:nvPr/>
          </p:nvSpPr>
          <p:spPr bwMode="auto">
            <a:xfrm>
              <a:off x="754" y="2520"/>
              <a:ext cx="48" cy="85"/>
            </a:xfrm>
            <a:custGeom>
              <a:avLst/>
              <a:gdLst>
                <a:gd name="T0" fmla="*/ 26 w 271"/>
                <a:gd name="T1" fmla="*/ 324 h 477"/>
                <a:gd name="T2" fmla="*/ 35 w 271"/>
                <a:gd name="T3" fmla="*/ 304 h 477"/>
                <a:gd name="T4" fmla="*/ 43 w 271"/>
                <a:gd name="T5" fmla="*/ 298 h 477"/>
                <a:gd name="T6" fmla="*/ 35 w 271"/>
                <a:gd name="T7" fmla="*/ 298 h 477"/>
                <a:gd name="T8" fmla="*/ 42 w 271"/>
                <a:gd name="T9" fmla="*/ 266 h 477"/>
                <a:gd name="T10" fmla="*/ 36 w 271"/>
                <a:gd name="T11" fmla="*/ 256 h 477"/>
                <a:gd name="T12" fmla="*/ 31 w 271"/>
                <a:gd name="T13" fmla="*/ 254 h 477"/>
                <a:gd name="T14" fmla="*/ 23 w 271"/>
                <a:gd name="T15" fmla="*/ 177 h 477"/>
                <a:gd name="T16" fmla="*/ 20 w 271"/>
                <a:gd name="T17" fmla="*/ 164 h 477"/>
                <a:gd name="T18" fmla="*/ 17 w 271"/>
                <a:gd name="T19" fmla="*/ 159 h 477"/>
                <a:gd name="T20" fmla="*/ 33 w 271"/>
                <a:gd name="T21" fmla="*/ 137 h 477"/>
                <a:gd name="T22" fmla="*/ 35 w 271"/>
                <a:gd name="T23" fmla="*/ 104 h 477"/>
                <a:gd name="T24" fmla="*/ 48 w 271"/>
                <a:gd name="T25" fmla="*/ 80 h 477"/>
                <a:gd name="T26" fmla="*/ 55 w 271"/>
                <a:gd name="T27" fmla="*/ 83 h 477"/>
                <a:gd name="T28" fmla="*/ 62 w 271"/>
                <a:gd name="T29" fmla="*/ 47 h 477"/>
                <a:gd name="T30" fmla="*/ 61 w 271"/>
                <a:gd name="T31" fmla="*/ 41 h 477"/>
                <a:gd name="T32" fmla="*/ 69 w 271"/>
                <a:gd name="T33" fmla="*/ 39 h 477"/>
                <a:gd name="T34" fmla="*/ 73 w 271"/>
                <a:gd name="T35" fmla="*/ 30 h 477"/>
                <a:gd name="T36" fmla="*/ 84 w 271"/>
                <a:gd name="T37" fmla="*/ 23 h 477"/>
                <a:gd name="T38" fmla="*/ 103 w 271"/>
                <a:gd name="T39" fmla="*/ 12 h 477"/>
                <a:gd name="T40" fmla="*/ 131 w 271"/>
                <a:gd name="T41" fmla="*/ 10 h 477"/>
                <a:gd name="T42" fmla="*/ 153 w 271"/>
                <a:gd name="T43" fmla="*/ 9 h 477"/>
                <a:gd name="T44" fmla="*/ 165 w 271"/>
                <a:gd name="T45" fmla="*/ 8 h 477"/>
                <a:gd name="T46" fmla="*/ 180 w 271"/>
                <a:gd name="T47" fmla="*/ 6 h 477"/>
                <a:gd name="T48" fmla="*/ 194 w 271"/>
                <a:gd name="T49" fmla="*/ 4 h 477"/>
                <a:gd name="T50" fmla="*/ 212 w 271"/>
                <a:gd name="T51" fmla="*/ 3 h 477"/>
                <a:gd name="T52" fmla="*/ 239 w 271"/>
                <a:gd name="T53" fmla="*/ 0 h 477"/>
                <a:gd name="T54" fmla="*/ 252 w 271"/>
                <a:gd name="T55" fmla="*/ 9 h 477"/>
                <a:gd name="T56" fmla="*/ 252 w 271"/>
                <a:gd name="T57" fmla="*/ 40 h 477"/>
                <a:gd name="T58" fmla="*/ 252 w 271"/>
                <a:gd name="T59" fmla="*/ 52 h 477"/>
                <a:gd name="T60" fmla="*/ 252 w 271"/>
                <a:gd name="T61" fmla="*/ 65 h 477"/>
                <a:gd name="T62" fmla="*/ 251 w 271"/>
                <a:gd name="T63" fmla="*/ 88 h 477"/>
                <a:gd name="T64" fmla="*/ 251 w 271"/>
                <a:gd name="T65" fmla="*/ 113 h 477"/>
                <a:gd name="T66" fmla="*/ 251 w 271"/>
                <a:gd name="T67" fmla="*/ 143 h 477"/>
                <a:gd name="T68" fmla="*/ 251 w 271"/>
                <a:gd name="T69" fmla="*/ 167 h 477"/>
                <a:gd name="T70" fmla="*/ 251 w 271"/>
                <a:gd name="T71" fmla="*/ 196 h 477"/>
                <a:gd name="T72" fmla="*/ 251 w 271"/>
                <a:gd name="T73" fmla="*/ 225 h 477"/>
                <a:gd name="T74" fmla="*/ 251 w 271"/>
                <a:gd name="T75" fmla="*/ 254 h 477"/>
                <a:gd name="T76" fmla="*/ 251 w 271"/>
                <a:gd name="T77" fmla="*/ 268 h 477"/>
                <a:gd name="T78" fmla="*/ 251 w 271"/>
                <a:gd name="T79" fmla="*/ 274 h 477"/>
                <a:gd name="T80" fmla="*/ 251 w 271"/>
                <a:gd name="T81" fmla="*/ 305 h 477"/>
                <a:gd name="T82" fmla="*/ 255 w 271"/>
                <a:gd name="T83" fmla="*/ 341 h 477"/>
                <a:gd name="T84" fmla="*/ 257 w 271"/>
                <a:gd name="T85" fmla="*/ 353 h 477"/>
                <a:gd name="T86" fmla="*/ 261 w 271"/>
                <a:gd name="T87" fmla="*/ 382 h 477"/>
                <a:gd name="T88" fmla="*/ 265 w 271"/>
                <a:gd name="T89" fmla="*/ 414 h 477"/>
                <a:gd name="T90" fmla="*/ 269 w 271"/>
                <a:gd name="T91" fmla="*/ 441 h 477"/>
                <a:gd name="T92" fmla="*/ 241 w 271"/>
                <a:gd name="T93" fmla="*/ 455 h 477"/>
                <a:gd name="T94" fmla="*/ 221 w 271"/>
                <a:gd name="T95" fmla="*/ 454 h 477"/>
                <a:gd name="T96" fmla="*/ 194 w 271"/>
                <a:gd name="T97" fmla="*/ 462 h 477"/>
                <a:gd name="T98" fmla="*/ 170 w 271"/>
                <a:gd name="T99" fmla="*/ 471 h 477"/>
                <a:gd name="T100" fmla="*/ 157 w 271"/>
                <a:gd name="T101" fmla="*/ 448 h 477"/>
                <a:gd name="T102" fmla="*/ 155 w 271"/>
                <a:gd name="T103" fmla="*/ 406 h 477"/>
                <a:gd name="T104" fmla="*/ 153 w 271"/>
                <a:gd name="T105" fmla="*/ 399 h 477"/>
                <a:gd name="T106" fmla="*/ 113 w 271"/>
                <a:gd name="T107" fmla="*/ 402 h 477"/>
                <a:gd name="T108" fmla="*/ 92 w 271"/>
                <a:gd name="T109" fmla="*/ 404 h 477"/>
                <a:gd name="T110" fmla="*/ 75 w 271"/>
                <a:gd name="T111" fmla="*/ 406 h 477"/>
                <a:gd name="T112" fmla="*/ 51 w 271"/>
                <a:gd name="T113" fmla="*/ 407 h 477"/>
                <a:gd name="T114" fmla="*/ 31 w 271"/>
                <a:gd name="T115" fmla="*/ 408 h 477"/>
                <a:gd name="T116" fmla="*/ 2 w 271"/>
                <a:gd name="T117" fmla="*/ 410 h 477"/>
                <a:gd name="T118" fmla="*/ 9 w 271"/>
                <a:gd name="T119" fmla="*/ 375 h 477"/>
                <a:gd name="T120" fmla="*/ 19 w 271"/>
                <a:gd name="T121" fmla="*/ 33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477">
                  <a:moveTo>
                    <a:pt x="21" y="336"/>
                  </a:moveTo>
                  <a:lnTo>
                    <a:pt x="25" y="335"/>
                  </a:lnTo>
                  <a:lnTo>
                    <a:pt x="26" y="324"/>
                  </a:lnTo>
                  <a:lnTo>
                    <a:pt x="26" y="323"/>
                  </a:lnTo>
                  <a:lnTo>
                    <a:pt x="38" y="310"/>
                  </a:lnTo>
                  <a:lnTo>
                    <a:pt x="35" y="304"/>
                  </a:lnTo>
                  <a:lnTo>
                    <a:pt x="42" y="299"/>
                  </a:lnTo>
                  <a:lnTo>
                    <a:pt x="42" y="298"/>
                  </a:lnTo>
                  <a:lnTo>
                    <a:pt x="43" y="298"/>
                  </a:lnTo>
                  <a:lnTo>
                    <a:pt x="41" y="298"/>
                  </a:lnTo>
                  <a:lnTo>
                    <a:pt x="39" y="298"/>
                  </a:lnTo>
                  <a:lnTo>
                    <a:pt x="35" y="298"/>
                  </a:lnTo>
                  <a:lnTo>
                    <a:pt x="33" y="290"/>
                  </a:lnTo>
                  <a:lnTo>
                    <a:pt x="44" y="291"/>
                  </a:lnTo>
                  <a:lnTo>
                    <a:pt x="42" y="266"/>
                  </a:lnTo>
                  <a:lnTo>
                    <a:pt x="32" y="262"/>
                  </a:lnTo>
                  <a:lnTo>
                    <a:pt x="42" y="263"/>
                  </a:lnTo>
                  <a:lnTo>
                    <a:pt x="36" y="256"/>
                  </a:lnTo>
                  <a:lnTo>
                    <a:pt x="38" y="254"/>
                  </a:lnTo>
                  <a:lnTo>
                    <a:pt x="41" y="249"/>
                  </a:lnTo>
                  <a:lnTo>
                    <a:pt x="31" y="254"/>
                  </a:lnTo>
                  <a:lnTo>
                    <a:pt x="25" y="213"/>
                  </a:lnTo>
                  <a:lnTo>
                    <a:pt x="26" y="176"/>
                  </a:lnTo>
                  <a:lnTo>
                    <a:pt x="23" y="177"/>
                  </a:lnTo>
                  <a:lnTo>
                    <a:pt x="25" y="167"/>
                  </a:lnTo>
                  <a:lnTo>
                    <a:pt x="17" y="171"/>
                  </a:lnTo>
                  <a:lnTo>
                    <a:pt x="20" y="164"/>
                  </a:lnTo>
                  <a:lnTo>
                    <a:pt x="18" y="162"/>
                  </a:lnTo>
                  <a:lnTo>
                    <a:pt x="18" y="161"/>
                  </a:lnTo>
                  <a:lnTo>
                    <a:pt x="17" y="159"/>
                  </a:lnTo>
                  <a:lnTo>
                    <a:pt x="24" y="144"/>
                  </a:lnTo>
                  <a:lnTo>
                    <a:pt x="24" y="137"/>
                  </a:lnTo>
                  <a:lnTo>
                    <a:pt x="33" y="137"/>
                  </a:lnTo>
                  <a:lnTo>
                    <a:pt x="25" y="118"/>
                  </a:lnTo>
                  <a:lnTo>
                    <a:pt x="32" y="113"/>
                  </a:lnTo>
                  <a:lnTo>
                    <a:pt x="35" y="104"/>
                  </a:lnTo>
                  <a:lnTo>
                    <a:pt x="43" y="90"/>
                  </a:lnTo>
                  <a:lnTo>
                    <a:pt x="49" y="86"/>
                  </a:lnTo>
                  <a:lnTo>
                    <a:pt x="48" y="80"/>
                  </a:lnTo>
                  <a:lnTo>
                    <a:pt x="55" y="77"/>
                  </a:lnTo>
                  <a:lnTo>
                    <a:pt x="54" y="82"/>
                  </a:lnTo>
                  <a:lnTo>
                    <a:pt x="55" y="83"/>
                  </a:lnTo>
                  <a:lnTo>
                    <a:pt x="62" y="62"/>
                  </a:lnTo>
                  <a:lnTo>
                    <a:pt x="60" y="51"/>
                  </a:lnTo>
                  <a:lnTo>
                    <a:pt x="62" y="47"/>
                  </a:lnTo>
                  <a:lnTo>
                    <a:pt x="65" y="52"/>
                  </a:lnTo>
                  <a:lnTo>
                    <a:pt x="69" y="45"/>
                  </a:lnTo>
                  <a:lnTo>
                    <a:pt x="61" y="41"/>
                  </a:lnTo>
                  <a:lnTo>
                    <a:pt x="62" y="39"/>
                  </a:lnTo>
                  <a:lnTo>
                    <a:pt x="66" y="41"/>
                  </a:lnTo>
                  <a:lnTo>
                    <a:pt x="69" y="39"/>
                  </a:lnTo>
                  <a:lnTo>
                    <a:pt x="68" y="36"/>
                  </a:lnTo>
                  <a:lnTo>
                    <a:pt x="72" y="30"/>
                  </a:lnTo>
                  <a:lnTo>
                    <a:pt x="73" y="30"/>
                  </a:lnTo>
                  <a:lnTo>
                    <a:pt x="74" y="29"/>
                  </a:lnTo>
                  <a:lnTo>
                    <a:pt x="80" y="27"/>
                  </a:lnTo>
                  <a:lnTo>
                    <a:pt x="84" y="23"/>
                  </a:lnTo>
                  <a:lnTo>
                    <a:pt x="84" y="18"/>
                  </a:lnTo>
                  <a:lnTo>
                    <a:pt x="79" y="14"/>
                  </a:lnTo>
                  <a:lnTo>
                    <a:pt x="103" y="12"/>
                  </a:lnTo>
                  <a:lnTo>
                    <a:pt x="114" y="11"/>
                  </a:lnTo>
                  <a:lnTo>
                    <a:pt x="125" y="10"/>
                  </a:lnTo>
                  <a:lnTo>
                    <a:pt x="131" y="10"/>
                  </a:lnTo>
                  <a:lnTo>
                    <a:pt x="139" y="10"/>
                  </a:lnTo>
                  <a:lnTo>
                    <a:pt x="145" y="9"/>
                  </a:lnTo>
                  <a:lnTo>
                    <a:pt x="153" y="9"/>
                  </a:lnTo>
                  <a:lnTo>
                    <a:pt x="157" y="8"/>
                  </a:lnTo>
                  <a:lnTo>
                    <a:pt x="161" y="8"/>
                  </a:lnTo>
                  <a:lnTo>
                    <a:pt x="165" y="8"/>
                  </a:lnTo>
                  <a:lnTo>
                    <a:pt x="173" y="6"/>
                  </a:lnTo>
                  <a:lnTo>
                    <a:pt x="176" y="6"/>
                  </a:lnTo>
                  <a:lnTo>
                    <a:pt x="180" y="6"/>
                  </a:lnTo>
                  <a:lnTo>
                    <a:pt x="181" y="6"/>
                  </a:lnTo>
                  <a:lnTo>
                    <a:pt x="187" y="5"/>
                  </a:lnTo>
                  <a:lnTo>
                    <a:pt x="194" y="4"/>
                  </a:lnTo>
                  <a:lnTo>
                    <a:pt x="198" y="4"/>
                  </a:lnTo>
                  <a:lnTo>
                    <a:pt x="204" y="4"/>
                  </a:lnTo>
                  <a:lnTo>
                    <a:pt x="212" y="3"/>
                  </a:lnTo>
                  <a:lnTo>
                    <a:pt x="229" y="2"/>
                  </a:lnTo>
                  <a:lnTo>
                    <a:pt x="230" y="2"/>
                  </a:lnTo>
                  <a:lnTo>
                    <a:pt x="239" y="0"/>
                  </a:lnTo>
                  <a:lnTo>
                    <a:pt x="242" y="0"/>
                  </a:lnTo>
                  <a:lnTo>
                    <a:pt x="249" y="9"/>
                  </a:lnTo>
                  <a:lnTo>
                    <a:pt x="252" y="9"/>
                  </a:lnTo>
                  <a:lnTo>
                    <a:pt x="252" y="15"/>
                  </a:lnTo>
                  <a:lnTo>
                    <a:pt x="252" y="30"/>
                  </a:lnTo>
                  <a:lnTo>
                    <a:pt x="252" y="40"/>
                  </a:lnTo>
                  <a:lnTo>
                    <a:pt x="252" y="47"/>
                  </a:lnTo>
                  <a:lnTo>
                    <a:pt x="252" y="48"/>
                  </a:lnTo>
                  <a:lnTo>
                    <a:pt x="252" y="52"/>
                  </a:lnTo>
                  <a:lnTo>
                    <a:pt x="252" y="53"/>
                  </a:lnTo>
                  <a:lnTo>
                    <a:pt x="252" y="60"/>
                  </a:lnTo>
                  <a:lnTo>
                    <a:pt x="252" y="65"/>
                  </a:lnTo>
                  <a:lnTo>
                    <a:pt x="251" y="78"/>
                  </a:lnTo>
                  <a:lnTo>
                    <a:pt x="251" y="81"/>
                  </a:lnTo>
                  <a:lnTo>
                    <a:pt x="251" y="88"/>
                  </a:lnTo>
                  <a:lnTo>
                    <a:pt x="251" y="92"/>
                  </a:lnTo>
                  <a:lnTo>
                    <a:pt x="251" y="96"/>
                  </a:lnTo>
                  <a:lnTo>
                    <a:pt x="251" y="113"/>
                  </a:lnTo>
                  <a:lnTo>
                    <a:pt x="251" y="122"/>
                  </a:lnTo>
                  <a:lnTo>
                    <a:pt x="251" y="123"/>
                  </a:lnTo>
                  <a:lnTo>
                    <a:pt x="251" y="143"/>
                  </a:lnTo>
                  <a:lnTo>
                    <a:pt x="251" y="146"/>
                  </a:lnTo>
                  <a:lnTo>
                    <a:pt x="251" y="155"/>
                  </a:lnTo>
                  <a:lnTo>
                    <a:pt x="251" y="167"/>
                  </a:lnTo>
                  <a:lnTo>
                    <a:pt x="251" y="173"/>
                  </a:lnTo>
                  <a:lnTo>
                    <a:pt x="251" y="176"/>
                  </a:lnTo>
                  <a:lnTo>
                    <a:pt x="251" y="196"/>
                  </a:lnTo>
                  <a:lnTo>
                    <a:pt x="251" y="200"/>
                  </a:lnTo>
                  <a:lnTo>
                    <a:pt x="251" y="202"/>
                  </a:lnTo>
                  <a:lnTo>
                    <a:pt x="251" y="225"/>
                  </a:lnTo>
                  <a:lnTo>
                    <a:pt x="251" y="227"/>
                  </a:lnTo>
                  <a:lnTo>
                    <a:pt x="251" y="237"/>
                  </a:lnTo>
                  <a:lnTo>
                    <a:pt x="251" y="254"/>
                  </a:lnTo>
                  <a:lnTo>
                    <a:pt x="251" y="256"/>
                  </a:lnTo>
                  <a:lnTo>
                    <a:pt x="251" y="263"/>
                  </a:lnTo>
                  <a:lnTo>
                    <a:pt x="251" y="268"/>
                  </a:lnTo>
                  <a:lnTo>
                    <a:pt x="251" y="269"/>
                  </a:lnTo>
                  <a:lnTo>
                    <a:pt x="251" y="270"/>
                  </a:lnTo>
                  <a:lnTo>
                    <a:pt x="251" y="274"/>
                  </a:lnTo>
                  <a:lnTo>
                    <a:pt x="251" y="281"/>
                  </a:lnTo>
                  <a:lnTo>
                    <a:pt x="249" y="304"/>
                  </a:lnTo>
                  <a:lnTo>
                    <a:pt x="251" y="305"/>
                  </a:lnTo>
                  <a:lnTo>
                    <a:pt x="251" y="306"/>
                  </a:lnTo>
                  <a:lnTo>
                    <a:pt x="253" y="322"/>
                  </a:lnTo>
                  <a:lnTo>
                    <a:pt x="255" y="341"/>
                  </a:lnTo>
                  <a:lnTo>
                    <a:pt x="255" y="344"/>
                  </a:lnTo>
                  <a:lnTo>
                    <a:pt x="257" y="347"/>
                  </a:lnTo>
                  <a:lnTo>
                    <a:pt x="257" y="353"/>
                  </a:lnTo>
                  <a:lnTo>
                    <a:pt x="259" y="365"/>
                  </a:lnTo>
                  <a:lnTo>
                    <a:pt x="260" y="378"/>
                  </a:lnTo>
                  <a:lnTo>
                    <a:pt x="261" y="382"/>
                  </a:lnTo>
                  <a:lnTo>
                    <a:pt x="261" y="386"/>
                  </a:lnTo>
                  <a:lnTo>
                    <a:pt x="263" y="390"/>
                  </a:lnTo>
                  <a:lnTo>
                    <a:pt x="265" y="414"/>
                  </a:lnTo>
                  <a:lnTo>
                    <a:pt x="265" y="416"/>
                  </a:lnTo>
                  <a:lnTo>
                    <a:pt x="267" y="429"/>
                  </a:lnTo>
                  <a:lnTo>
                    <a:pt x="269" y="441"/>
                  </a:lnTo>
                  <a:lnTo>
                    <a:pt x="271" y="453"/>
                  </a:lnTo>
                  <a:lnTo>
                    <a:pt x="263" y="456"/>
                  </a:lnTo>
                  <a:lnTo>
                    <a:pt x="241" y="455"/>
                  </a:lnTo>
                  <a:lnTo>
                    <a:pt x="233" y="450"/>
                  </a:lnTo>
                  <a:lnTo>
                    <a:pt x="233" y="454"/>
                  </a:lnTo>
                  <a:lnTo>
                    <a:pt x="221" y="454"/>
                  </a:lnTo>
                  <a:lnTo>
                    <a:pt x="197" y="462"/>
                  </a:lnTo>
                  <a:lnTo>
                    <a:pt x="193" y="458"/>
                  </a:lnTo>
                  <a:lnTo>
                    <a:pt x="194" y="462"/>
                  </a:lnTo>
                  <a:lnTo>
                    <a:pt x="181" y="477"/>
                  </a:lnTo>
                  <a:lnTo>
                    <a:pt x="179" y="477"/>
                  </a:lnTo>
                  <a:lnTo>
                    <a:pt x="170" y="471"/>
                  </a:lnTo>
                  <a:lnTo>
                    <a:pt x="163" y="452"/>
                  </a:lnTo>
                  <a:lnTo>
                    <a:pt x="158" y="448"/>
                  </a:lnTo>
                  <a:lnTo>
                    <a:pt x="157" y="448"/>
                  </a:lnTo>
                  <a:lnTo>
                    <a:pt x="149" y="432"/>
                  </a:lnTo>
                  <a:lnTo>
                    <a:pt x="150" y="424"/>
                  </a:lnTo>
                  <a:lnTo>
                    <a:pt x="155" y="406"/>
                  </a:lnTo>
                  <a:lnTo>
                    <a:pt x="156" y="399"/>
                  </a:lnTo>
                  <a:lnTo>
                    <a:pt x="155" y="400"/>
                  </a:lnTo>
                  <a:lnTo>
                    <a:pt x="153" y="399"/>
                  </a:lnTo>
                  <a:lnTo>
                    <a:pt x="147" y="400"/>
                  </a:lnTo>
                  <a:lnTo>
                    <a:pt x="123" y="401"/>
                  </a:lnTo>
                  <a:lnTo>
                    <a:pt x="113" y="402"/>
                  </a:lnTo>
                  <a:lnTo>
                    <a:pt x="105" y="404"/>
                  </a:lnTo>
                  <a:lnTo>
                    <a:pt x="103" y="404"/>
                  </a:lnTo>
                  <a:lnTo>
                    <a:pt x="92" y="404"/>
                  </a:lnTo>
                  <a:lnTo>
                    <a:pt x="89" y="405"/>
                  </a:lnTo>
                  <a:lnTo>
                    <a:pt x="87" y="405"/>
                  </a:lnTo>
                  <a:lnTo>
                    <a:pt x="75" y="406"/>
                  </a:lnTo>
                  <a:lnTo>
                    <a:pt x="72" y="406"/>
                  </a:lnTo>
                  <a:lnTo>
                    <a:pt x="66" y="406"/>
                  </a:lnTo>
                  <a:lnTo>
                    <a:pt x="51" y="407"/>
                  </a:lnTo>
                  <a:lnTo>
                    <a:pt x="47" y="407"/>
                  </a:lnTo>
                  <a:lnTo>
                    <a:pt x="38" y="408"/>
                  </a:lnTo>
                  <a:lnTo>
                    <a:pt x="31" y="408"/>
                  </a:lnTo>
                  <a:lnTo>
                    <a:pt x="21" y="410"/>
                  </a:lnTo>
                  <a:lnTo>
                    <a:pt x="0" y="411"/>
                  </a:lnTo>
                  <a:lnTo>
                    <a:pt x="2" y="410"/>
                  </a:lnTo>
                  <a:lnTo>
                    <a:pt x="0" y="398"/>
                  </a:lnTo>
                  <a:lnTo>
                    <a:pt x="2" y="392"/>
                  </a:lnTo>
                  <a:lnTo>
                    <a:pt x="9" y="375"/>
                  </a:lnTo>
                  <a:lnTo>
                    <a:pt x="7" y="347"/>
                  </a:lnTo>
                  <a:lnTo>
                    <a:pt x="17" y="338"/>
                  </a:lnTo>
                  <a:lnTo>
                    <a:pt x="19" y="336"/>
                  </a:lnTo>
                  <a:lnTo>
                    <a:pt x="21" y="33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8" name="Freeform 16">
              <a:extLst>
                <a:ext uri="{FF2B5EF4-FFF2-40B4-BE49-F238E27FC236}">
                  <a16:creationId xmlns:a16="http://schemas.microsoft.com/office/drawing/2014/main" id="{062AA95F-35E8-FAE1-2453-77AC63DC1844}"/>
                </a:ext>
              </a:extLst>
            </p:cNvPr>
            <p:cNvSpPr>
              <a:spLocks noChangeAspect="1"/>
            </p:cNvSpPr>
            <p:nvPr/>
          </p:nvSpPr>
          <p:spPr bwMode="auto">
            <a:xfrm>
              <a:off x="797" y="2516"/>
              <a:ext cx="53" cy="87"/>
            </a:xfrm>
            <a:custGeom>
              <a:avLst/>
              <a:gdLst>
                <a:gd name="T0" fmla="*/ 19 w 299"/>
                <a:gd name="T1" fmla="*/ 407 h 483"/>
                <a:gd name="T2" fmla="*/ 23 w 299"/>
                <a:gd name="T3" fmla="*/ 437 h 483"/>
                <a:gd name="T4" fmla="*/ 29 w 299"/>
                <a:gd name="T5" fmla="*/ 474 h 483"/>
                <a:gd name="T6" fmla="*/ 45 w 299"/>
                <a:gd name="T7" fmla="*/ 475 h 483"/>
                <a:gd name="T8" fmla="*/ 57 w 299"/>
                <a:gd name="T9" fmla="*/ 439 h 483"/>
                <a:gd name="T10" fmla="*/ 60 w 299"/>
                <a:gd name="T11" fmla="*/ 483 h 483"/>
                <a:gd name="T12" fmla="*/ 106 w 299"/>
                <a:gd name="T13" fmla="*/ 451 h 483"/>
                <a:gd name="T14" fmla="*/ 88 w 299"/>
                <a:gd name="T15" fmla="*/ 404 h 483"/>
                <a:gd name="T16" fmla="*/ 123 w 299"/>
                <a:gd name="T17" fmla="*/ 401 h 483"/>
                <a:gd name="T18" fmla="*/ 154 w 299"/>
                <a:gd name="T19" fmla="*/ 397 h 483"/>
                <a:gd name="T20" fmla="*/ 161 w 299"/>
                <a:gd name="T21" fmla="*/ 397 h 483"/>
                <a:gd name="T22" fmla="*/ 186 w 299"/>
                <a:gd name="T23" fmla="*/ 395 h 483"/>
                <a:gd name="T24" fmla="*/ 202 w 299"/>
                <a:gd name="T25" fmla="*/ 392 h 483"/>
                <a:gd name="T26" fmla="*/ 215 w 299"/>
                <a:gd name="T27" fmla="*/ 391 h 483"/>
                <a:gd name="T28" fmla="*/ 258 w 299"/>
                <a:gd name="T29" fmla="*/ 385 h 483"/>
                <a:gd name="T30" fmla="*/ 286 w 299"/>
                <a:gd name="T31" fmla="*/ 381 h 483"/>
                <a:gd name="T32" fmla="*/ 299 w 299"/>
                <a:gd name="T33" fmla="*/ 378 h 483"/>
                <a:gd name="T34" fmla="*/ 287 w 299"/>
                <a:gd name="T35" fmla="*/ 356 h 483"/>
                <a:gd name="T36" fmla="*/ 288 w 299"/>
                <a:gd name="T37" fmla="*/ 332 h 483"/>
                <a:gd name="T38" fmla="*/ 280 w 299"/>
                <a:gd name="T39" fmla="*/ 314 h 483"/>
                <a:gd name="T40" fmla="*/ 277 w 299"/>
                <a:gd name="T41" fmla="*/ 296 h 483"/>
                <a:gd name="T42" fmla="*/ 281 w 299"/>
                <a:gd name="T43" fmla="*/ 277 h 483"/>
                <a:gd name="T44" fmla="*/ 289 w 299"/>
                <a:gd name="T45" fmla="*/ 260 h 483"/>
                <a:gd name="T46" fmla="*/ 283 w 299"/>
                <a:gd name="T47" fmla="*/ 246 h 483"/>
                <a:gd name="T48" fmla="*/ 273 w 299"/>
                <a:gd name="T49" fmla="*/ 225 h 483"/>
                <a:gd name="T50" fmla="*/ 265 w 299"/>
                <a:gd name="T51" fmla="*/ 212 h 483"/>
                <a:gd name="T52" fmla="*/ 258 w 299"/>
                <a:gd name="T53" fmla="*/ 193 h 483"/>
                <a:gd name="T54" fmla="*/ 253 w 299"/>
                <a:gd name="T55" fmla="*/ 176 h 483"/>
                <a:gd name="T56" fmla="*/ 245 w 299"/>
                <a:gd name="T57" fmla="*/ 147 h 483"/>
                <a:gd name="T58" fmla="*/ 240 w 299"/>
                <a:gd name="T59" fmla="*/ 129 h 483"/>
                <a:gd name="T60" fmla="*/ 233 w 299"/>
                <a:gd name="T61" fmla="*/ 107 h 483"/>
                <a:gd name="T62" fmla="*/ 229 w 299"/>
                <a:gd name="T63" fmla="*/ 93 h 483"/>
                <a:gd name="T64" fmla="*/ 225 w 299"/>
                <a:gd name="T65" fmla="*/ 78 h 483"/>
                <a:gd name="T66" fmla="*/ 219 w 299"/>
                <a:gd name="T67" fmla="*/ 55 h 483"/>
                <a:gd name="T68" fmla="*/ 213 w 299"/>
                <a:gd name="T69" fmla="*/ 37 h 483"/>
                <a:gd name="T70" fmla="*/ 207 w 299"/>
                <a:gd name="T71" fmla="*/ 15 h 483"/>
                <a:gd name="T72" fmla="*/ 202 w 299"/>
                <a:gd name="T73" fmla="*/ 0 h 483"/>
                <a:gd name="T74" fmla="*/ 181 w 299"/>
                <a:gd name="T75" fmla="*/ 2 h 483"/>
                <a:gd name="T76" fmla="*/ 148 w 299"/>
                <a:gd name="T77" fmla="*/ 6 h 483"/>
                <a:gd name="T78" fmla="*/ 132 w 299"/>
                <a:gd name="T79" fmla="*/ 7 h 483"/>
                <a:gd name="T80" fmla="*/ 105 w 299"/>
                <a:gd name="T81" fmla="*/ 11 h 483"/>
                <a:gd name="T82" fmla="*/ 75 w 299"/>
                <a:gd name="T83" fmla="*/ 13 h 483"/>
                <a:gd name="T84" fmla="*/ 41 w 299"/>
                <a:gd name="T85" fmla="*/ 17 h 483"/>
                <a:gd name="T86" fmla="*/ 0 w 299"/>
                <a:gd name="T87" fmla="*/ 20 h 483"/>
                <a:gd name="T88" fmla="*/ 10 w 299"/>
                <a:gd name="T89" fmla="*/ 30 h 483"/>
                <a:gd name="T90" fmla="*/ 10 w 299"/>
                <a:gd name="T91" fmla="*/ 61 h 483"/>
                <a:gd name="T92" fmla="*/ 10 w 299"/>
                <a:gd name="T93" fmla="*/ 73 h 483"/>
                <a:gd name="T94" fmla="*/ 10 w 299"/>
                <a:gd name="T95" fmla="*/ 86 h 483"/>
                <a:gd name="T96" fmla="*/ 9 w 299"/>
                <a:gd name="T97" fmla="*/ 109 h 483"/>
                <a:gd name="T98" fmla="*/ 9 w 299"/>
                <a:gd name="T99" fmla="*/ 134 h 483"/>
                <a:gd name="T100" fmla="*/ 9 w 299"/>
                <a:gd name="T101" fmla="*/ 164 h 483"/>
                <a:gd name="T102" fmla="*/ 9 w 299"/>
                <a:gd name="T103" fmla="*/ 188 h 483"/>
                <a:gd name="T104" fmla="*/ 9 w 299"/>
                <a:gd name="T105" fmla="*/ 217 h 483"/>
                <a:gd name="T106" fmla="*/ 9 w 299"/>
                <a:gd name="T107" fmla="*/ 246 h 483"/>
                <a:gd name="T108" fmla="*/ 9 w 299"/>
                <a:gd name="T109" fmla="*/ 275 h 483"/>
                <a:gd name="T110" fmla="*/ 9 w 299"/>
                <a:gd name="T111" fmla="*/ 289 h 483"/>
                <a:gd name="T112" fmla="*/ 9 w 299"/>
                <a:gd name="T113" fmla="*/ 295 h 483"/>
                <a:gd name="T114" fmla="*/ 9 w 299"/>
                <a:gd name="T115" fmla="*/ 326 h 483"/>
                <a:gd name="T116" fmla="*/ 13 w 299"/>
                <a:gd name="T117" fmla="*/ 362 h 483"/>
                <a:gd name="T118" fmla="*/ 15 w 299"/>
                <a:gd name="T119" fmla="*/ 374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483">
                  <a:moveTo>
                    <a:pt x="18" y="399"/>
                  </a:moveTo>
                  <a:lnTo>
                    <a:pt x="19" y="403"/>
                  </a:lnTo>
                  <a:lnTo>
                    <a:pt x="19" y="407"/>
                  </a:lnTo>
                  <a:lnTo>
                    <a:pt x="21" y="411"/>
                  </a:lnTo>
                  <a:lnTo>
                    <a:pt x="23" y="435"/>
                  </a:lnTo>
                  <a:lnTo>
                    <a:pt x="23" y="437"/>
                  </a:lnTo>
                  <a:lnTo>
                    <a:pt x="25" y="450"/>
                  </a:lnTo>
                  <a:lnTo>
                    <a:pt x="27" y="462"/>
                  </a:lnTo>
                  <a:lnTo>
                    <a:pt x="29" y="474"/>
                  </a:lnTo>
                  <a:lnTo>
                    <a:pt x="30" y="470"/>
                  </a:lnTo>
                  <a:lnTo>
                    <a:pt x="40" y="470"/>
                  </a:lnTo>
                  <a:lnTo>
                    <a:pt x="45" y="475"/>
                  </a:lnTo>
                  <a:lnTo>
                    <a:pt x="51" y="473"/>
                  </a:lnTo>
                  <a:lnTo>
                    <a:pt x="51" y="457"/>
                  </a:lnTo>
                  <a:lnTo>
                    <a:pt x="57" y="439"/>
                  </a:lnTo>
                  <a:lnTo>
                    <a:pt x="65" y="443"/>
                  </a:lnTo>
                  <a:lnTo>
                    <a:pt x="65" y="456"/>
                  </a:lnTo>
                  <a:lnTo>
                    <a:pt x="60" y="483"/>
                  </a:lnTo>
                  <a:lnTo>
                    <a:pt x="99" y="474"/>
                  </a:lnTo>
                  <a:lnTo>
                    <a:pt x="112" y="456"/>
                  </a:lnTo>
                  <a:lnTo>
                    <a:pt x="106" y="451"/>
                  </a:lnTo>
                  <a:lnTo>
                    <a:pt x="108" y="439"/>
                  </a:lnTo>
                  <a:lnTo>
                    <a:pt x="87" y="420"/>
                  </a:lnTo>
                  <a:lnTo>
                    <a:pt x="88" y="404"/>
                  </a:lnTo>
                  <a:lnTo>
                    <a:pt x="115" y="402"/>
                  </a:lnTo>
                  <a:lnTo>
                    <a:pt x="117" y="402"/>
                  </a:lnTo>
                  <a:lnTo>
                    <a:pt x="123" y="401"/>
                  </a:lnTo>
                  <a:lnTo>
                    <a:pt x="125" y="401"/>
                  </a:lnTo>
                  <a:lnTo>
                    <a:pt x="136" y="399"/>
                  </a:lnTo>
                  <a:lnTo>
                    <a:pt x="154" y="397"/>
                  </a:lnTo>
                  <a:lnTo>
                    <a:pt x="159" y="397"/>
                  </a:lnTo>
                  <a:lnTo>
                    <a:pt x="160" y="397"/>
                  </a:lnTo>
                  <a:lnTo>
                    <a:pt x="161" y="397"/>
                  </a:lnTo>
                  <a:lnTo>
                    <a:pt x="172" y="396"/>
                  </a:lnTo>
                  <a:lnTo>
                    <a:pt x="174" y="396"/>
                  </a:lnTo>
                  <a:lnTo>
                    <a:pt x="186" y="395"/>
                  </a:lnTo>
                  <a:lnTo>
                    <a:pt x="187" y="393"/>
                  </a:lnTo>
                  <a:lnTo>
                    <a:pt x="197" y="392"/>
                  </a:lnTo>
                  <a:lnTo>
                    <a:pt x="202" y="392"/>
                  </a:lnTo>
                  <a:lnTo>
                    <a:pt x="204" y="392"/>
                  </a:lnTo>
                  <a:lnTo>
                    <a:pt x="208" y="392"/>
                  </a:lnTo>
                  <a:lnTo>
                    <a:pt x="215" y="391"/>
                  </a:lnTo>
                  <a:lnTo>
                    <a:pt x="222" y="390"/>
                  </a:lnTo>
                  <a:lnTo>
                    <a:pt x="237" y="387"/>
                  </a:lnTo>
                  <a:lnTo>
                    <a:pt x="258" y="385"/>
                  </a:lnTo>
                  <a:lnTo>
                    <a:pt x="259" y="385"/>
                  </a:lnTo>
                  <a:lnTo>
                    <a:pt x="279" y="383"/>
                  </a:lnTo>
                  <a:lnTo>
                    <a:pt x="286" y="381"/>
                  </a:lnTo>
                  <a:lnTo>
                    <a:pt x="299" y="380"/>
                  </a:lnTo>
                  <a:lnTo>
                    <a:pt x="299" y="379"/>
                  </a:lnTo>
                  <a:lnTo>
                    <a:pt x="299" y="378"/>
                  </a:lnTo>
                  <a:lnTo>
                    <a:pt x="295" y="373"/>
                  </a:lnTo>
                  <a:lnTo>
                    <a:pt x="293" y="368"/>
                  </a:lnTo>
                  <a:lnTo>
                    <a:pt x="287" y="356"/>
                  </a:lnTo>
                  <a:lnTo>
                    <a:pt x="288" y="351"/>
                  </a:lnTo>
                  <a:lnTo>
                    <a:pt x="287" y="344"/>
                  </a:lnTo>
                  <a:lnTo>
                    <a:pt x="288" y="332"/>
                  </a:lnTo>
                  <a:lnTo>
                    <a:pt x="288" y="330"/>
                  </a:lnTo>
                  <a:lnTo>
                    <a:pt x="286" y="320"/>
                  </a:lnTo>
                  <a:lnTo>
                    <a:pt x="280" y="314"/>
                  </a:lnTo>
                  <a:lnTo>
                    <a:pt x="279" y="307"/>
                  </a:lnTo>
                  <a:lnTo>
                    <a:pt x="277" y="306"/>
                  </a:lnTo>
                  <a:lnTo>
                    <a:pt x="277" y="296"/>
                  </a:lnTo>
                  <a:lnTo>
                    <a:pt x="277" y="295"/>
                  </a:lnTo>
                  <a:lnTo>
                    <a:pt x="281" y="284"/>
                  </a:lnTo>
                  <a:lnTo>
                    <a:pt x="281" y="277"/>
                  </a:lnTo>
                  <a:lnTo>
                    <a:pt x="280" y="271"/>
                  </a:lnTo>
                  <a:lnTo>
                    <a:pt x="283" y="265"/>
                  </a:lnTo>
                  <a:lnTo>
                    <a:pt x="289" y="260"/>
                  </a:lnTo>
                  <a:lnTo>
                    <a:pt x="291" y="258"/>
                  </a:lnTo>
                  <a:lnTo>
                    <a:pt x="282" y="252"/>
                  </a:lnTo>
                  <a:lnTo>
                    <a:pt x="283" y="246"/>
                  </a:lnTo>
                  <a:lnTo>
                    <a:pt x="280" y="235"/>
                  </a:lnTo>
                  <a:lnTo>
                    <a:pt x="280" y="234"/>
                  </a:lnTo>
                  <a:lnTo>
                    <a:pt x="273" y="225"/>
                  </a:lnTo>
                  <a:lnTo>
                    <a:pt x="270" y="223"/>
                  </a:lnTo>
                  <a:lnTo>
                    <a:pt x="267" y="212"/>
                  </a:lnTo>
                  <a:lnTo>
                    <a:pt x="265" y="212"/>
                  </a:lnTo>
                  <a:lnTo>
                    <a:pt x="267" y="209"/>
                  </a:lnTo>
                  <a:lnTo>
                    <a:pt x="261" y="200"/>
                  </a:lnTo>
                  <a:lnTo>
                    <a:pt x="258" y="193"/>
                  </a:lnTo>
                  <a:lnTo>
                    <a:pt x="257" y="189"/>
                  </a:lnTo>
                  <a:lnTo>
                    <a:pt x="255" y="179"/>
                  </a:lnTo>
                  <a:lnTo>
                    <a:pt x="253" y="176"/>
                  </a:lnTo>
                  <a:lnTo>
                    <a:pt x="251" y="168"/>
                  </a:lnTo>
                  <a:lnTo>
                    <a:pt x="246" y="153"/>
                  </a:lnTo>
                  <a:lnTo>
                    <a:pt x="245" y="147"/>
                  </a:lnTo>
                  <a:lnTo>
                    <a:pt x="244" y="143"/>
                  </a:lnTo>
                  <a:lnTo>
                    <a:pt x="244" y="141"/>
                  </a:lnTo>
                  <a:lnTo>
                    <a:pt x="240" y="129"/>
                  </a:lnTo>
                  <a:lnTo>
                    <a:pt x="239" y="127"/>
                  </a:lnTo>
                  <a:lnTo>
                    <a:pt x="234" y="109"/>
                  </a:lnTo>
                  <a:lnTo>
                    <a:pt x="233" y="107"/>
                  </a:lnTo>
                  <a:lnTo>
                    <a:pt x="232" y="103"/>
                  </a:lnTo>
                  <a:lnTo>
                    <a:pt x="231" y="97"/>
                  </a:lnTo>
                  <a:lnTo>
                    <a:pt x="229" y="93"/>
                  </a:lnTo>
                  <a:lnTo>
                    <a:pt x="228" y="91"/>
                  </a:lnTo>
                  <a:lnTo>
                    <a:pt x="227" y="86"/>
                  </a:lnTo>
                  <a:lnTo>
                    <a:pt x="225" y="78"/>
                  </a:lnTo>
                  <a:lnTo>
                    <a:pt x="223" y="72"/>
                  </a:lnTo>
                  <a:lnTo>
                    <a:pt x="222" y="66"/>
                  </a:lnTo>
                  <a:lnTo>
                    <a:pt x="219" y="55"/>
                  </a:lnTo>
                  <a:lnTo>
                    <a:pt x="216" y="49"/>
                  </a:lnTo>
                  <a:lnTo>
                    <a:pt x="215" y="44"/>
                  </a:lnTo>
                  <a:lnTo>
                    <a:pt x="213" y="37"/>
                  </a:lnTo>
                  <a:lnTo>
                    <a:pt x="211" y="35"/>
                  </a:lnTo>
                  <a:lnTo>
                    <a:pt x="208" y="23"/>
                  </a:lnTo>
                  <a:lnTo>
                    <a:pt x="207" y="15"/>
                  </a:lnTo>
                  <a:lnTo>
                    <a:pt x="205" y="12"/>
                  </a:lnTo>
                  <a:lnTo>
                    <a:pt x="205" y="11"/>
                  </a:lnTo>
                  <a:lnTo>
                    <a:pt x="202" y="0"/>
                  </a:lnTo>
                  <a:lnTo>
                    <a:pt x="201" y="0"/>
                  </a:lnTo>
                  <a:lnTo>
                    <a:pt x="184" y="2"/>
                  </a:lnTo>
                  <a:lnTo>
                    <a:pt x="181" y="2"/>
                  </a:lnTo>
                  <a:lnTo>
                    <a:pt x="167" y="3"/>
                  </a:lnTo>
                  <a:lnTo>
                    <a:pt x="150" y="6"/>
                  </a:lnTo>
                  <a:lnTo>
                    <a:pt x="148" y="6"/>
                  </a:lnTo>
                  <a:lnTo>
                    <a:pt x="147" y="6"/>
                  </a:lnTo>
                  <a:lnTo>
                    <a:pt x="143" y="6"/>
                  </a:lnTo>
                  <a:lnTo>
                    <a:pt x="132" y="7"/>
                  </a:lnTo>
                  <a:lnTo>
                    <a:pt x="111" y="9"/>
                  </a:lnTo>
                  <a:lnTo>
                    <a:pt x="107" y="11"/>
                  </a:lnTo>
                  <a:lnTo>
                    <a:pt x="105" y="11"/>
                  </a:lnTo>
                  <a:lnTo>
                    <a:pt x="100" y="11"/>
                  </a:lnTo>
                  <a:lnTo>
                    <a:pt x="77" y="13"/>
                  </a:lnTo>
                  <a:lnTo>
                    <a:pt x="75" y="13"/>
                  </a:lnTo>
                  <a:lnTo>
                    <a:pt x="65" y="14"/>
                  </a:lnTo>
                  <a:lnTo>
                    <a:pt x="47" y="15"/>
                  </a:lnTo>
                  <a:lnTo>
                    <a:pt x="41" y="17"/>
                  </a:lnTo>
                  <a:lnTo>
                    <a:pt x="23" y="18"/>
                  </a:lnTo>
                  <a:lnTo>
                    <a:pt x="17" y="18"/>
                  </a:lnTo>
                  <a:lnTo>
                    <a:pt x="0" y="20"/>
                  </a:lnTo>
                  <a:lnTo>
                    <a:pt x="0" y="21"/>
                  </a:lnTo>
                  <a:lnTo>
                    <a:pt x="7" y="30"/>
                  </a:lnTo>
                  <a:lnTo>
                    <a:pt x="10" y="30"/>
                  </a:lnTo>
                  <a:lnTo>
                    <a:pt x="10" y="36"/>
                  </a:lnTo>
                  <a:lnTo>
                    <a:pt x="10" y="51"/>
                  </a:lnTo>
                  <a:lnTo>
                    <a:pt x="10" y="61"/>
                  </a:lnTo>
                  <a:lnTo>
                    <a:pt x="10" y="68"/>
                  </a:lnTo>
                  <a:lnTo>
                    <a:pt x="10" y="69"/>
                  </a:lnTo>
                  <a:lnTo>
                    <a:pt x="10" y="73"/>
                  </a:lnTo>
                  <a:lnTo>
                    <a:pt x="10" y="74"/>
                  </a:lnTo>
                  <a:lnTo>
                    <a:pt x="10" y="81"/>
                  </a:lnTo>
                  <a:lnTo>
                    <a:pt x="10" y="86"/>
                  </a:lnTo>
                  <a:lnTo>
                    <a:pt x="9" y="99"/>
                  </a:lnTo>
                  <a:lnTo>
                    <a:pt x="9" y="102"/>
                  </a:lnTo>
                  <a:lnTo>
                    <a:pt x="9" y="109"/>
                  </a:lnTo>
                  <a:lnTo>
                    <a:pt x="9" y="113"/>
                  </a:lnTo>
                  <a:lnTo>
                    <a:pt x="9" y="117"/>
                  </a:lnTo>
                  <a:lnTo>
                    <a:pt x="9" y="134"/>
                  </a:lnTo>
                  <a:lnTo>
                    <a:pt x="9" y="143"/>
                  </a:lnTo>
                  <a:lnTo>
                    <a:pt x="9" y="144"/>
                  </a:lnTo>
                  <a:lnTo>
                    <a:pt x="9" y="164"/>
                  </a:lnTo>
                  <a:lnTo>
                    <a:pt x="9" y="167"/>
                  </a:lnTo>
                  <a:lnTo>
                    <a:pt x="9" y="176"/>
                  </a:lnTo>
                  <a:lnTo>
                    <a:pt x="9" y="188"/>
                  </a:lnTo>
                  <a:lnTo>
                    <a:pt x="9" y="194"/>
                  </a:lnTo>
                  <a:lnTo>
                    <a:pt x="9" y="197"/>
                  </a:lnTo>
                  <a:lnTo>
                    <a:pt x="9" y="217"/>
                  </a:lnTo>
                  <a:lnTo>
                    <a:pt x="9" y="221"/>
                  </a:lnTo>
                  <a:lnTo>
                    <a:pt x="9" y="223"/>
                  </a:lnTo>
                  <a:lnTo>
                    <a:pt x="9" y="246"/>
                  </a:lnTo>
                  <a:lnTo>
                    <a:pt x="9" y="248"/>
                  </a:lnTo>
                  <a:lnTo>
                    <a:pt x="9" y="258"/>
                  </a:lnTo>
                  <a:lnTo>
                    <a:pt x="9" y="275"/>
                  </a:lnTo>
                  <a:lnTo>
                    <a:pt x="9" y="277"/>
                  </a:lnTo>
                  <a:lnTo>
                    <a:pt x="9" y="284"/>
                  </a:lnTo>
                  <a:lnTo>
                    <a:pt x="9" y="289"/>
                  </a:lnTo>
                  <a:lnTo>
                    <a:pt x="9" y="290"/>
                  </a:lnTo>
                  <a:lnTo>
                    <a:pt x="9" y="291"/>
                  </a:lnTo>
                  <a:lnTo>
                    <a:pt x="9" y="295"/>
                  </a:lnTo>
                  <a:lnTo>
                    <a:pt x="9" y="302"/>
                  </a:lnTo>
                  <a:lnTo>
                    <a:pt x="7" y="325"/>
                  </a:lnTo>
                  <a:lnTo>
                    <a:pt x="9" y="326"/>
                  </a:lnTo>
                  <a:lnTo>
                    <a:pt x="9" y="327"/>
                  </a:lnTo>
                  <a:lnTo>
                    <a:pt x="11" y="343"/>
                  </a:lnTo>
                  <a:lnTo>
                    <a:pt x="13" y="362"/>
                  </a:lnTo>
                  <a:lnTo>
                    <a:pt x="13" y="365"/>
                  </a:lnTo>
                  <a:lnTo>
                    <a:pt x="15" y="368"/>
                  </a:lnTo>
                  <a:lnTo>
                    <a:pt x="15" y="374"/>
                  </a:lnTo>
                  <a:lnTo>
                    <a:pt x="17" y="386"/>
                  </a:lnTo>
                  <a:lnTo>
                    <a:pt x="18" y="399"/>
                  </a:lnTo>
                  <a:close/>
                </a:path>
              </a:pathLst>
            </a:custGeom>
            <a:solidFill>
              <a:srgbClr val="C00000"/>
            </a:solidFill>
            <a:ln w="3175" cap="flat" cmpd="sng">
              <a:solidFill>
                <a:schemeClr val="bg1"/>
              </a:solidFill>
              <a:prstDash val="solid"/>
              <a:round/>
              <a:headEnd type="none" w="med" len="med"/>
              <a:tailEnd type="none" w="med" len="med"/>
            </a:ln>
            <a:effectLst/>
          </p:spPr>
          <p:txBody>
            <a:bodyPr/>
            <a:lstStyle/>
            <a:p>
              <a:endParaRPr lang="en-GB"/>
            </a:p>
          </p:txBody>
        </p:sp>
        <p:sp>
          <p:nvSpPr>
            <p:cNvPr id="39" name="Freeform 17">
              <a:extLst>
                <a:ext uri="{FF2B5EF4-FFF2-40B4-BE49-F238E27FC236}">
                  <a16:creationId xmlns:a16="http://schemas.microsoft.com/office/drawing/2014/main" id="{F44B1ACA-448B-2276-68E5-B6E977AB426E}"/>
                </a:ext>
              </a:extLst>
            </p:cNvPr>
            <p:cNvSpPr>
              <a:spLocks noChangeAspect="1"/>
            </p:cNvSpPr>
            <p:nvPr/>
          </p:nvSpPr>
          <p:spPr bwMode="auto">
            <a:xfrm>
              <a:off x="812" y="2581"/>
              <a:ext cx="124" cy="97"/>
            </a:xfrm>
            <a:custGeom>
              <a:avLst/>
              <a:gdLst>
                <a:gd name="T0" fmla="*/ 193 w 696"/>
                <a:gd name="T1" fmla="*/ 127 h 549"/>
                <a:gd name="T2" fmla="*/ 210 w 696"/>
                <a:gd name="T3" fmla="*/ 150 h 549"/>
                <a:gd name="T4" fmla="*/ 237 w 696"/>
                <a:gd name="T5" fmla="*/ 138 h 549"/>
                <a:gd name="T6" fmla="*/ 278 w 696"/>
                <a:gd name="T7" fmla="*/ 113 h 549"/>
                <a:gd name="T8" fmla="*/ 306 w 696"/>
                <a:gd name="T9" fmla="*/ 97 h 549"/>
                <a:gd name="T10" fmla="*/ 364 w 696"/>
                <a:gd name="T11" fmla="*/ 147 h 549"/>
                <a:gd name="T12" fmla="*/ 393 w 696"/>
                <a:gd name="T13" fmla="*/ 179 h 549"/>
                <a:gd name="T14" fmla="*/ 417 w 696"/>
                <a:gd name="T15" fmla="*/ 175 h 549"/>
                <a:gd name="T16" fmla="*/ 432 w 696"/>
                <a:gd name="T17" fmla="*/ 210 h 549"/>
                <a:gd name="T18" fmla="*/ 438 w 696"/>
                <a:gd name="T19" fmla="*/ 240 h 549"/>
                <a:gd name="T20" fmla="*/ 429 w 696"/>
                <a:gd name="T21" fmla="*/ 275 h 549"/>
                <a:gd name="T22" fmla="*/ 446 w 696"/>
                <a:gd name="T23" fmla="*/ 318 h 549"/>
                <a:gd name="T24" fmla="*/ 441 w 696"/>
                <a:gd name="T25" fmla="*/ 287 h 549"/>
                <a:gd name="T26" fmla="*/ 469 w 696"/>
                <a:gd name="T27" fmla="*/ 290 h 549"/>
                <a:gd name="T28" fmla="*/ 445 w 696"/>
                <a:gd name="T29" fmla="*/ 326 h 549"/>
                <a:gd name="T30" fmla="*/ 490 w 696"/>
                <a:gd name="T31" fmla="*/ 384 h 549"/>
                <a:gd name="T32" fmla="*/ 523 w 696"/>
                <a:gd name="T33" fmla="*/ 420 h 549"/>
                <a:gd name="T34" fmla="*/ 561 w 696"/>
                <a:gd name="T35" fmla="*/ 474 h 549"/>
                <a:gd name="T36" fmla="*/ 586 w 696"/>
                <a:gd name="T37" fmla="*/ 476 h 549"/>
                <a:gd name="T38" fmla="*/ 614 w 696"/>
                <a:gd name="T39" fmla="*/ 525 h 549"/>
                <a:gd name="T40" fmla="*/ 648 w 696"/>
                <a:gd name="T41" fmla="*/ 525 h 549"/>
                <a:gd name="T42" fmla="*/ 656 w 696"/>
                <a:gd name="T43" fmla="*/ 540 h 549"/>
                <a:gd name="T44" fmla="*/ 663 w 696"/>
                <a:gd name="T45" fmla="*/ 522 h 549"/>
                <a:gd name="T46" fmla="*/ 672 w 696"/>
                <a:gd name="T47" fmla="*/ 539 h 549"/>
                <a:gd name="T48" fmla="*/ 692 w 696"/>
                <a:gd name="T49" fmla="*/ 500 h 549"/>
                <a:gd name="T50" fmla="*/ 681 w 696"/>
                <a:gd name="T51" fmla="*/ 506 h 549"/>
                <a:gd name="T52" fmla="*/ 692 w 696"/>
                <a:gd name="T53" fmla="*/ 464 h 549"/>
                <a:gd name="T54" fmla="*/ 690 w 696"/>
                <a:gd name="T55" fmla="*/ 405 h 549"/>
                <a:gd name="T56" fmla="*/ 649 w 696"/>
                <a:gd name="T57" fmla="*/ 291 h 549"/>
                <a:gd name="T58" fmla="*/ 614 w 696"/>
                <a:gd name="T59" fmla="*/ 205 h 549"/>
                <a:gd name="T60" fmla="*/ 553 w 696"/>
                <a:gd name="T61" fmla="*/ 123 h 549"/>
                <a:gd name="T62" fmla="*/ 530 w 696"/>
                <a:gd name="T63" fmla="*/ 80 h 549"/>
                <a:gd name="T64" fmla="*/ 505 w 696"/>
                <a:gd name="T65" fmla="*/ 6 h 549"/>
                <a:gd name="T66" fmla="*/ 465 w 696"/>
                <a:gd name="T67" fmla="*/ 0 h 549"/>
                <a:gd name="T68" fmla="*/ 450 w 696"/>
                <a:gd name="T69" fmla="*/ 47 h 549"/>
                <a:gd name="T70" fmla="*/ 430 w 696"/>
                <a:gd name="T71" fmla="*/ 30 h 549"/>
                <a:gd name="T72" fmla="*/ 414 w 696"/>
                <a:gd name="T73" fmla="*/ 31 h 549"/>
                <a:gd name="T74" fmla="*/ 390 w 696"/>
                <a:gd name="T75" fmla="*/ 33 h 549"/>
                <a:gd name="T76" fmla="*/ 354 w 696"/>
                <a:gd name="T77" fmla="*/ 36 h 549"/>
                <a:gd name="T78" fmla="*/ 338 w 696"/>
                <a:gd name="T79" fmla="*/ 37 h 549"/>
                <a:gd name="T80" fmla="*/ 319 w 696"/>
                <a:gd name="T81" fmla="*/ 39 h 549"/>
                <a:gd name="T82" fmla="*/ 296 w 696"/>
                <a:gd name="T83" fmla="*/ 41 h 549"/>
                <a:gd name="T84" fmla="*/ 277 w 696"/>
                <a:gd name="T85" fmla="*/ 42 h 549"/>
                <a:gd name="T86" fmla="*/ 259 w 696"/>
                <a:gd name="T87" fmla="*/ 44 h 549"/>
                <a:gd name="T88" fmla="*/ 212 w 696"/>
                <a:gd name="T89" fmla="*/ 23 h 549"/>
                <a:gd name="T90" fmla="*/ 172 w 696"/>
                <a:gd name="T91" fmla="*/ 25 h 549"/>
                <a:gd name="T92" fmla="*/ 128 w 696"/>
                <a:gd name="T93" fmla="*/ 31 h 549"/>
                <a:gd name="T94" fmla="*/ 110 w 696"/>
                <a:gd name="T95" fmla="*/ 32 h 549"/>
                <a:gd name="T96" fmla="*/ 85 w 696"/>
                <a:gd name="T97" fmla="*/ 36 h 549"/>
                <a:gd name="T98" fmla="*/ 67 w 696"/>
                <a:gd name="T99" fmla="*/ 37 h 549"/>
                <a:gd name="T100" fmla="*/ 30 w 696"/>
                <a:gd name="T101" fmla="*/ 42 h 549"/>
                <a:gd name="T102" fmla="*/ 21 w 696"/>
                <a:gd name="T103" fmla="*/ 79 h 549"/>
                <a:gd name="T104" fmla="*/ 26 w 696"/>
                <a:gd name="T105" fmla="*/ 109 h 549"/>
                <a:gd name="T106" fmla="*/ 105 w 696"/>
                <a:gd name="T107" fmla="*/ 9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 h="549">
                  <a:moveTo>
                    <a:pt x="139" y="101"/>
                  </a:moveTo>
                  <a:lnTo>
                    <a:pt x="172" y="115"/>
                  </a:lnTo>
                  <a:lnTo>
                    <a:pt x="183" y="125"/>
                  </a:lnTo>
                  <a:lnTo>
                    <a:pt x="193" y="127"/>
                  </a:lnTo>
                  <a:lnTo>
                    <a:pt x="196" y="149"/>
                  </a:lnTo>
                  <a:lnTo>
                    <a:pt x="194" y="133"/>
                  </a:lnTo>
                  <a:lnTo>
                    <a:pt x="198" y="150"/>
                  </a:lnTo>
                  <a:lnTo>
                    <a:pt x="210" y="150"/>
                  </a:lnTo>
                  <a:lnTo>
                    <a:pt x="218" y="153"/>
                  </a:lnTo>
                  <a:lnTo>
                    <a:pt x="218" y="145"/>
                  </a:lnTo>
                  <a:lnTo>
                    <a:pt x="228" y="144"/>
                  </a:lnTo>
                  <a:lnTo>
                    <a:pt x="237" y="138"/>
                  </a:lnTo>
                  <a:lnTo>
                    <a:pt x="235" y="141"/>
                  </a:lnTo>
                  <a:lnTo>
                    <a:pt x="266" y="119"/>
                  </a:lnTo>
                  <a:lnTo>
                    <a:pt x="277" y="120"/>
                  </a:lnTo>
                  <a:lnTo>
                    <a:pt x="278" y="113"/>
                  </a:lnTo>
                  <a:lnTo>
                    <a:pt x="277" y="109"/>
                  </a:lnTo>
                  <a:lnTo>
                    <a:pt x="285" y="101"/>
                  </a:lnTo>
                  <a:lnTo>
                    <a:pt x="298" y="97"/>
                  </a:lnTo>
                  <a:lnTo>
                    <a:pt x="306" y="97"/>
                  </a:lnTo>
                  <a:lnTo>
                    <a:pt x="338" y="113"/>
                  </a:lnTo>
                  <a:lnTo>
                    <a:pt x="344" y="123"/>
                  </a:lnTo>
                  <a:lnTo>
                    <a:pt x="358" y="131"/>
                  </a:lnTo>
                  <a:lnTo>
                    <a:pt x="364" y="147"/>
                  </a:lnTo>
                  <a:lnTo>
                    <a:pt x="375" y="151"/>
                  </a:lnTo>
                  <a:lnTo>
                    <a:pt x="385" y="164"/>
                  </a:lnTo>
                  <a:lnTo>
                    <a:pt x="392" y="167"/>
                  </a:lnTo>
                  <a:lnTo>
                    <a:pt x="393" y="179"/>
                  </a:lnTo>
                  <a:lnTo>
                    <a:pt x="399" y="179"/>
                  </a:lnTo>
                  <a:lnTo>
                    <a:pt x="400" y="175"/>
                  </a:lnTo>
                  <a:lnTo>
                    <a:pt x="410" y="173"/>
                  </a:lnTo>
                  <a:lnTo>
                    <a:pt x="417" y="175"/>
                  </a:lnTo>
                  <a:lnTo>
                    <a:pt x="422" y="188"/>
                  </a:lnTo>
                  <a:lnTo>
                    <a:pt x="430" y="195"/>
                  </a:lnTo>
                  <a:lnTo>
                    <a:pt x="426" y="205"/>
                  </a:lnTo>
                  <a:lnTo>
                    <a:pt x="432" y="210"/>
                  </a:lnTo>
                  <a:lnTo>
                    <a:pt x="430" y="213"/>
                  </a:lnTo>
                  <a:lnTo>
                    <a:pt x="434" y="215"/>
                  </a:lnTo>
                  <a:lnTo>
                    <a:pt x="435" y="216"/>
                  </a:lnTo>
                  <a:lnTo>
                    <a:pt x="438" y="240"/>
                  </a:lnTo>
                  <a:lnTo>
                    <a:pt x="433" y="259"/>
                  </a:lnTo>
                  <a:lnTo>
                    <a:pt x="430" y="266"/>
                  </a:lnTo>
                  <a:lnTo>
                    <a:pt x="433" y="271"/>
                  </a:lnTo>
                  <a:lnTo>
                    <a:pt x="429" y="275"/>
                  </a:lnTo>
                  <a:lnTo>
                    <a:pt x="432" y="295"/>
                  </a:lnTo>
                  <a:lnTo>
                    <a:pt x="440" y="306"/>
                  </a:lnTo>
                  <a:lnTo>
                    <a:pt x="444" y="317"/>
                  </a:lnTo>
                  <a:lnTo>
                    <a:pt x="446" y="318"/>
                  </a:lnTo>
                  <a:lnTo>
                    <a:pt x="452" y="306"/>
                  </a:lnTo>
                  <a:lnTo>
                    <a:pt x="452" y="293"/>
                  </a:lnTo>
                  <a:lnTo>
                    <a:pt x="450" y="289"/>
                  </a:lnTo>
                  <a:lnTo>
                    <a:pt x="441" y="287"/>
                  </a:lnTo>
                  <a:lnTo>
                    <a:pt x="447" y="284"/>
                  </a:lnTo>
                  <a:lnTo>
                    <a:pt x="462" y="296"/>
                  </a:lnTo>
                  <a:lnTo>
                    <a:pt x="462" y="291"/>
                  </a:lnTo>
                  <a:lnTo>
                    <a:pt x="469" y="290"/>
                  </a:lnTo>
                  <a:lnTo>
                    <a:pt x="459" y="314"/>
                  </a:lnTo>
                  <a:lnTo>
                    <a:pt x="454" y="320"/>
                  </a:lnTo>
                  <a:lnTo>
                    <a:pt x="454" y="323"/>
                  </a:lnTo>
                  <a:lnTo>
                    <a:pt x="445" y="326"/>
                  </a:lnTo>
                  <a:lnTo>
                    <a:pt x="456" y="339"/>
                  </a:lnTo>
                  <a:lnTo>
                    <a:pt x="466" y="351"/>
                  </a:lnTo>
                  <a:lnTo>
                    <a:pt x="484" y="378"/>
                  </a:lnTo>
                  <a:lnTo>
                    <a:pt x="490" y="384"/>
                  </a:lnTo>
                  <a:lnTo>
                    <a:pt x="496" y="392"/>
                  </a:lnTo>
                  <a:lnTo>
                    <a:pt x="507" y="419"/>
                  </a:lnTo>
                  <a:lnTo>
                    <a:pt x="513" y="423"/>
                  </a:lnTo>
                  <a:lnTo>
                    <a:pt x="523" y="420"/>
                  </a:lnTo>
                  <a:lnTo>
                    <a:pt x="524" y="417"/>
                  </a:lnTo>
                  <a:lnTo>
                    <a:pt x="540" y="429"/>
                  </a:lnTo>
                  <a:lnTo>
                    <a:pt x="546" y="449"/>
                  </a:lnTo>
                  <a:lnTo>
                    <a:pt x="561" y="474"/>
                  </a:lnTo>
                  <a:lnTo>
                    <a:pt x="561" y="470"/>
                  </a:lnTo>
                  <a:lnTo>
                    <a:pt x="565" y="469"/>
                  </a:lnTo>
                  <a:lnTo>
                    <a:pt x="579" y="475"/>
                  </a:lnTo>
                  <a:lnTo>
                    <a:pt x="586" y="476"/>
                  </a:lnTo>
                  <a:lnTo>
                    <a:pt x="601" y="489"/>
                  </a:lnTo>
                  <a:lnTo>
                    <a:pt x="616" y="513"/>
                  </a:lnTo>
                  <a:lnTo>
                    <a:pt x="614" y="516"/>
                  </a:lnTo>
                  <a:lnTo>
                    <a:pt x="614" y="525"/>
                  </a:lnTo>
                  <a:lnTo>
                    <a:pt x="624" y="535"/>
                  </a:lnTo>
                  <a:lnTo>
                    <a:pt x="631" y="533"/>
                  </a:lnTo>
                  <a:lnTo>
                    <a:pt x="642" y="525"/>
                  </a:lnTo>
                  <a:lnTo>
                    <a:pt x="648" y="525"/>
                  </a:lnTo>
                  <a:lnTo>
                    <a:pt x="648" y="528"/>
                  </a:lnTo>
                  <a:lnTo>
                    <a:pt x="656" y="527"/>
                  </a:lnTo>
                  <a:lnTo>
                    <a:pt x="652" y="537"/>
                  </a:lnTo>
                  <a:lnTo>
                    <a:pt x="656" y="540"/>
                  </a:lnTo>
                  <a:lnTo>
                    <a:pt x="662" y="536"/>
                  </a:lnTo>
                  <a:lnTo>
                    <a:pt x="660" y="525"/>
                  </a:lnTo>
                  <a:lnTo>
                    <a:pt x="662" y="521"/>
                  </a:lnTo>
                  <a:lnTo>
                    <a:pt x="663" y="522"/>
                  </a:lnTo>
                  <a:lnTo>
                    <a:pt x="673" y="517"/>
                  </a:lnTo>
                  <a:lnTo>
                    <a:pt x="675" y="533"/>
                  </a:lnTo>
                  <a:lnTo>
                    <a:pt x="670" y="537"/>
                  </a:lnTo>
                  <a:lnTo>
                    <a:pt x="672" y="539"/>
                  </a:lnTo>
                  <a:lnTo>
                    <a:pt x="663" y="549"/>
                  </a:lnTo>
                  <a:lnTo>
                    <a:pt x="670" y="542"/>
                  </a:lnTo>
                  <a:lnTo>
                    <a:pt x="685" y="522"/>
                  </a:lnTo>
                  <a:lnTo>
                    <a:pt x="692" y="500"/>
                  </a:lnTo>
                  <a:lnTo>
                    <a:pt x="696" y="485"/>
                  </a:lnTo>
                  <a:lnTo>
                    <a:pt x="694" y="483"/>
                  </a:lnTo>
                  <a:lnTo>
                    <a:pt x="690" y="500"/>
                  </a:lnTo>
                  <a:lnTo>
                    <a:pt x="681" y="506"/>
                  </a:lnTo>
                  <a:lnTo>
                    <a:pt x="686" y="499"/>
                  </a:lnTo>
                  <a:lnTo>
                    <a:pt x="681" y="487"/>
                  </a:lnTo>
                  <a:lnTo>
                    <a:pt x="686" y="468"/>
                  </a:lnTo>
                  <a:lnTo>
                    <a:pt x="692" y="464"/>
                  </a:lnTo>
                  <a:lnTo>
                    <a:pt x="694" y="469"/>
                  </a:lnTo>
                  <a:lnTo>
                    <a:pt x="692" y="439"/>
                  </a:lnTo>
                  <a:lnTo>
                    <a:pt x="692" y="437"/>
                  </a:lnTo>
                  <a:lnTo>
                    <a:pt x="690" y="405"/>
                  </a:lnTo>
                  <a:lnTo>
                    <a:pt x="686" y="360"/>
                  </a:lnTo>
                  <a:lnTo>
                    <a:pt x="679" y="343"/>
                  </a:lnTo>
                  <a:lnTo>
                    <a:pt x="663" y="318"/>
                  </a:lnTo>
                  <a:lnTo>
                    <a:pt x="649" y="291"/>
                  </a:lnTo>
                  <a:lnTo>
                    <a:pt x="633" y="264"/>
                  </a:lnTo>
                  <a:lnTo>
                    <a:pt x="618" y="241"/>
                  </a:lnTo>
                  <a:lnTo>
                    <a:pt x="612" y="219"/>
                  </a:lnTo>
                  <a:lnTo>
                    <a:pt x="614" y="205"/>
                  </a:lnTo>
                  <a:lnTo>
                    <a:pt x="594" y="180"/>
                  </a:lnTo>
                  <a:lnTo>
                    <a:pt x="567" y="146"/>
                  </a:lnTo>
                  <a:lnTo>
                    <a:pt x="554" y="126"/>
                  </a:lnTo>
                  <a:lnTo>
                    <a:pt x="553" y="123"/>
                  </a:lnTo>
                  <a:lnTo>
                    <a:pt x="540" y="102"/>
                  </a:lnTo>
                  <a:lnTo>
                    <a:pt x="538" y="102"/>
                  </a:lnTo>
                  <a:lnTo>
                    <a:pt x="536" y="95"/>
                  </a:lnTo>
                  <a:lnTo>
                    <a:pt x="530" y="80"/>
                  </a:lnTo>
                  <a:lnTo>
                    <a:pt x="517" y="48"/>
                  </a:lnTo>
                  <a:lnTo>
                    <a:pt x="510" y="25"/>
                  </a:lnTo>
                  <a:lnTo>
                    <a:pt x="507" y="25"/>
                  </a:lnTo>
                  <a:lnTo>
                    <a:pt x="505" y="6"/>
                  </a:lnTo>
                  <a:lnTo>
                    <a:pt x="504" y="6"/>
                  </a:lnTo>
                  <a:lnTo>
                    <a:pt x="481" y="6"/>
                  </a:lnTo>
                  <a:lnTo>
                    <a:pt x="468" y="2"/>
                  </a:lnTo>
                  <a:lnTo>
                    <a:pt x="465" y="0"/>
                  </a:lnTo>
                  <a:lnTo>
                    <a:pt x="456" y="9"/>
                  </a:lnTo>
                  <a:lnTo>
                    <a:pt x="462" y="33"/>
                  </a:lnTo>
                  <a:lnTo>
                    <a:pt x="460" y="47"/>
                  </a:lnTo>
                  <a:lnTo>
                    <a:pt x="450" y="47"/>
                  </a:lnTo>
                  <a:lnTo>
                    <a:pt x="445" y="36"/>
                  </a:lnTo>
                  <a:lnTo>
                    <a:pt x="444" y="29"/>
                  </a:lnTo>
                  <a:lnTo>
                    <a:pt x="441" y="30"/>
                  </a:lnTo>
                  <a:lnTo>
                    <a:pt x="430" y="30"/>
                  </a:lnTo>
                  <a:lnTo>
                    <a:pt x="427" y="30"/>
                  </a:lnTo>
                  <a:lnTo>
                    <a:pt x="424" y="31"/>
                  </a:lnTo>
                  <a:lnTo>
                    <a:pt x="421" y="31"/>
                  </a:lnTo>
                  <a:lnTo>
                    <a:pt x="414" y="31"/>
                  </a:lnTo>
                  <a:lnTo>
                    <a:pt x="406" y="32"/>
                  </a:lnTo>
                  <a:lnTo>
                    <a:pt x="405" y="32"/>
                  </a:lnTo>
                  <a:lnTo>
                    <a:pt x="400" y="32"/>
                  </a:lnTo>
                  <a:lnTo>
                    <a:pt x="390" y="33"/>
                  </a:lnTo>
                  <a:lnTo>
                    <a:pt x="368" y="35"/>
                  </a:lnTo>
                  <a:lnTo>
                    <a:pt x="363" y="36"/>
                  </a:lnTo>
                  <a:lnTo>
                    <a:pt x="358" y="36"/>
                  </a:lnTo>
                  <a:lnTo>
                    <a:pt x="354" y="36"/>
                  </a:lnTo>
                  <a:lnTo>
                    <a:pt x="351" y="36"/>
                  </a:lnTo>
                  <a:lnTo>
                    <a:pt x="350" y="37"/>
                  </a:lnTo>
                  <a:lnTo>
                    <a:pt x="348" y="37"/>
                  </a:lnTo>
                  <a:lnTo>
                    <a:pt x="338" y="37"/>
                  </a:lnTo>
                  <a:lnTo>
                    <a:pt x="330" y="38"/>
                  </a:lnTo>
                  <a:lnTo>
                    <a:pt x="326" y="38"/>
                  </a:lnTo>
                  <a:lnTo>
                    <a:pt x="324" y="38"/>
                  </a:lnTo>
                  <a:lnTo>
                    <a:pt x="319" y="39"/>
                  </a:lnTo>
                  <a:lnTo>
                    <a:pt x="308" y="39"/>
                  </a:lnTo>
                  <a:lnTo>
                    <a:pt x="302" y="41"/>
                  </a:lnTo>
                  <a:lnTo>
                    <a:pt x="297" y="41"/>
                  </a:lnTo>
                  <a:lnTo>
                    <a:pt x="296" y="41"/>
                  </a:lnTo>
                  <a:lnTo>
                    <a:pt x="294" y="41"/>
                  </a:lnTo>
                  <a:lnTo>
                    <a:pt x="290" y="41"/>
                  </a:lnTo>
                  <a:lnTo>
                    <a:pt x="282" y="42"/>
                  </a:lnTo>
                  <a:lnTo>
                    <a:pt x="277" y="42"/>
                  </a:lnTo>
                  <a:lnTo>
                    <a:pt x="274" y="42"/>
                  </a:lnTo>
                  <a:lnTo>
                    <a:pt x="272" y="43"/>
                  </a:lnTo>
                  <a:lnTo>
                    <a:pt x="266" y="43"/>
                  </a:lnTo>
                  <a:lnTo>
                    <a:pt x="259" y="44"/>
                  </a:lnTo>
                  <a:lnTo>
                    <a:pt x="244" y="44"/>
                  </a:lnTo>
                  <a:lnTo>
                    <a:pt x="226" y="47"/>
                  </a:lnTo>
                  <a:lnTo>
                    <a:pt x="225" y="44"/>
                  </a:lnTo>
                  <a:lnTo>
                    <a:pt x="212" y="23"/>
                  </a:lnTo>
                  <a:lnTo>
                    <a:pt x="212" y="20"/>
                  </a:lnTo>
                  <a:lnTo>
                    <a:pt x="199" y="21"/>
                  </a:lnTo>
                  <a:lnTo>
                    <a:pt x="192" y="23"/>
                  </a:lnTo>
                  <a:lnTo>
                    <a:pt x="172" y="25"/>
                  </a:lnTo>
                  <a:lnTo>
                    <a:pt x="171" y="25"/>
                  </a:lnTo>
                  <a:lnTo>
                    <a:pt x="150" y="27"/>
                  </a:lnTo>
                  <a:lnTo>
                    <a:pt x="135" y="30"/>
                  </a:lnTo>
                  <a:lnTo>
                    <a:pt x="128" y="31"/>
                  </a:lnTo>
                  <a:lnTo>
                    <a:pt x="121" y="32"/>
                  </a:lnTo>
                  <a:lnTo>
                    <a:pt x="117" y="32"/>
                  </a:lnTo>
                  <a:lnTo>
                    <a:pt x="115" y="32"/>
                  </a:lnTo>
                  <a:lnTo>
                    <a:pt x="110" y="32"/>
                  </a:lnTo>
                  <a:lnTo>
                    <a:pt x="100" y="33"/>
                  </a:lnTo>
                  <a:lnTo>
                    <a:pt x="99" y="35"/>
                  </a:lnTo>
                  <a:lnTo>
                    <a:pt x="87" y="36"/>
                  </a:lnTo>
                  <a:lnTo>
                    <a:pt x="85" y="36"/>
                  </a:lnTo>
                  <a:lnTo>
                    <a:pt x="74" y="37"/>
                  </a:lnTo>
                  <a:lnTo>
                    <a:pt x="73" y="37"/>
                  </a:lnTo>
                  <a:lnTo>
                    <a:pt x="72" y="37"/>
                  </a:lnTo>
                  <a:lnTo>
                    <a:pt x="67" y="37"/>
                  </a:lnTo>
                  <a:lnTo>
                    <a:pt x="49" y="39"/>
                  </a:lnTo>
                  <a:lnTo>
                    <a:pt x="38" y="41"/>
                  </a:lnTo>
                  <a:lnTo>
                    <a:pt x="36" y="41"/>
                  </a:lnTo>
                  <a:lnTo>
                    <a:pt x="30" y="42"/>
                  </a:lnTo>
                  <a:lnTo>
                    <a:pt x="28" y="42"/>
                  </a:lnTo>
                  <a:lnTo>
                    <a:pt x="1" y="44"/>
                  </a:lnTo>
                  <a:lnTo>
                    <a:pt x="0" y="60"/>
                  </a:lnTo>
                  <a:lnTo>
                    <a:pt x="21" y="79"/>
                  </a:lnTo>
                  <a:lnTo>
                    <a:pt x="19" y="91"/>
                  </a:lnTo>
                  <a:lnTo>
                    <a:pt x="25" y="96"/>
                  </a:lnTo>
                  <a:lnTo>
                    <a:pt x="12" y="114"/>
                  </a:lnTo>
                  <a:lnTo>
                    <a:pt x="26" y="109"/>
                  </a:lnTo>
                  <a:lnTo>
                    <a:pt x="68" y="98"/>
                  </a:lnTo>
                  <a:lnTo>
                    <a:pt x="72" y="97"/>
                  </a:lnTo>
                  <a:lnTo>
                    <a:pt x="96" y="95"/>
                  </a:lnTo>
                  <a:lnTo>
                    <a:pt x="105" y="93"/>
                  </a:lnTo>
                  <a:lnTo>
                    <a:pt x="106" y="93"/>
                  </a:lnTo>
                  <a:lnTo>
                    <a:pt x="139" y="101"/>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0" name="Freeform 18">
              <a:extLst>
                <a:ext uri="{FF2B5EF4-FFF2-40B4-BE49-F238E27FC236}">
                  <a16:creationId xmlns:a16="http://schemas.microsoft.com/office/drawing/2014/main" id="{0D302E9D-F9CF-942A-EEFB-5BCF84361B5B}"/>
                </a:ext>
              </a:extLst>
            </p:cNvPr>
            <p:cNvSpPr>
              <a:spLocks noChangeAspect="1"/>
            </p:cNvSpPr>
            <p:nvPr/>
          </p:nvSpPr>
          <p:spPr bwMode="auto">
            <a:xfrm>
              <a:off x="914" y="2682"/>
              <a:ext cx="7" cy="5"/>
            </a:xfrm>
            <a:custGeom>
              <a:avLst/>
              <a:gdLst>
                <a:gd name="T0" fmla="*/ 0 w 43"/>
                <a:gd name="T1" fmla="*/ 28 h 28"/>
                <a:gd name="T2" fmla="*/ 24 w 43"/>
                <a:gd name="T3" fmla="*/ 17 h 28"/>
                <a:gd name="T4" fmla="*/ 25 w 43"/>
                <a:gd name="T5" fmla="*/ 12 h 28"/>
                <a:gd name="T6" fmla="*/ 34 w 43"/>
                <a:gd name="T7" fmla="*/ 14 h 28"/>
                <a:gd name="T8" fmla="*/ 43 w 43"/>
                <a:gd name="T9" fmla="*/ 11 h 28"/>
                <a:gd name="T10" fmla="*/ 34 w 43"/>
                <a:gd name="T11" fmla="*/ 2 h 28"/>
                <a:gd name="T12" fmla="*/ 24 w 43"/>
                <a:gd name="T13" fmla="*/ 0 h 28"/>
                <a:gd name="T14" fmla="*/ 24 w 43"/>
                <a:gd name="T15" fmla="*/ 6 h 28"/>
                <a:gd name="T16" fmla="*/ 21 w 43"/>
                <a:gd name="T17" fmla="*/ 10 h 28"/>
                <a:gd name="T18" fmla="*/ 15 w 43"/>
                <a:gd name="T19" fmla="*/ 7 h 28"/>
                <a:gd name="T20" fmla="*/ 3 w 43"/>
                <a:gd name="T21" fmla="*/ 17 h 28"/>
                <a:gd name="T22" fmla="*/ 4 w 43"/>
                <a:gd name="T23" fmla="*/ 24 h 28"/>
                <a:gd name="T24" fmla="*/ 0 w 43"/>
                <a:gd name="T2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8">
                  <a:moveTo>
                    <a:pt x="0" y="28"/>
                  </a:moveTo>
                  <a:lnTo>
                    <a:pt x="24" y="17"/>
                  </a:lnTo>
                  <a:lnTo>
                    <a:pt x="25" y="12"/>
                  </a:lnTo>
                  <a:lnTo>
                    <a:pt x="34" y="14"/>
                  </a:lnTo>
                  <a:lnTo>
                    <a:pt x="43" y="11"/>
                  </a:lnTo>
                  <a:lnTo>
                    <a:pt x="34" y="2"/>
                  </a:lnTo>
                  <a:lnTo>
                    <a:pt x="24" y="0"/>
                  </a:lnTo>
                  <a:lnTo>
                    <a:pt x="24" y="6"/>
                  </a:lnTo>
                  <a:lnTo>
                    <a:pt x="21" y="10"/>
                  </a:lnTo>
                  <a:lnTo>
                    <a:pt x="15" y="7"/>
                  </a:lnTo>
                  <a:lnTo>
                    <a:pt x="3" y="17"/>
                  </a:lnTo>
                  <a:lnTo>
                    <a:pt x="4" y="24"/>
                  </a:lnTo>
                  <a:lnTo>
                    <a:pt x="0" y="2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1" name="Freeform 19">
              <a:extLst>
                <a:ext uri="{FF2B5EF4-FFF2-40B4-BE49-F238E27FC236}">
                  <a16:creationId xmlns:a16="http://schemas.microsoft.com/office/drawing/2014/main" id="{79AD2B5F-70B1-5870-7BAD-0280568D0EF7}"/>
                </a:ext>
              </a:extLst>
            </p:cNvPr>
            <p:cNvSpPr>
              <a:spLocks noChangeAspect="1"/>
            </p:cNvSpPr>
            <p:nvPr/>
          </p:nvSpPr>
          <p:spPr bwMode="auto">
            <a:xfrm>
              <a:off x="924" y="2681"/>
              <a:ext cx="3" cy="2"/>
            </a:xfrm>
            <a:custGeom>
              <a:avLst/>
              <a:gdLst>
                <a:gd name="T0" fmla="*/ 0 w 20"/>
                <a:gd name="T1" fmla="*/ 10 h 13"/>
                <a:gd name="T2" fmla="*/ 2 w 20"/>
                <a:gd name="T3" fmla="*/ 13 h 13"/>
                <a:gd name="T4" fmla="*/ 20 w 20"/>
                <a:gd name="T5" fmla="*/ 0 h 13"/>
                <a:gd name="T6" fmla="*/ 12 w 20"/>
                <a:gd name="T7" fmla="*/ 4 h 13"/>
                <a:gd name="T8" fmla="*/ 0 w 20"/>
                <a:gd name="T9" fmla="*/ 10 h 13"/>
              </a:gdLst>
              <a:ahLst/>
              <a:cxnLst>
                <a:cxn ang="0">
                  <a:pos x="T0" y="T1"/>
                </a:cxn>
                <a:cxn ang="0">
                  <a:pos x="T2" y="T3"/>
                </a:cxn>
                <a:cxn ang="0">
                  <a:pos x="T4" y="T5"/>
                </a:cxn>
                <a:cxn ang="0">
                  <a:pos x="T6" y="T7"/>
                </a:cxn>
                <a:cxn ang="0">
                  <a:pos x="T8" y="T9"/>
                </a:cxn>
              </a:cxnLst>
              <a:rect l="0" t="0" r="r" b="b"/>
              <a:pathLst>
                <a:path w="20" h="13">
                  <a:moveTo>
                    <a:pt x="0" y="10"/>
                  </a:moveTo>
                  <a:lnTo>
                    <a:pt x="2" y="13"/>
                  </a:lnTo>
                  <a:lnTo>
                    <a:pt x="20" y="0"/>
                  </a:lnTo>
                  <a:lnTo>
                    <a:pt x="12" y="4"/>
                  </a:lnTo>
                  <a:lnTo>
                    <a:pt x="0" y="1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2" name="Freeform 20">
              <a:extLst>
                <a:ext uri="{FF2B5EF4-FFF2-40B4-BE49-F238E27FC236}">
                  <a16:creationId xmlns:a16="http://schemas.microsoft.com/office/drawing/2014/main" id="{D49B1442-D206-A1A0-EB92-EDDC1F5B5773}"/>
                </a:ext>
              </a:extLst>
            </p:cNvPr>
            <p:cNvSpPr>
              <a:spLocks noChangeAspect="1"/>
            </p:cNvSpPr>
            <p:nvPr/>
          </p:nvSpPr>
          <p:spPr bwMode="auto">
            <a:xfrm>
              <a:off x="928" y="2680"/>
              <a:ext cx="1" cy="1"/>
            </a:xfrm>
            <a:custGeom>
              <a:avLst/>
              <a:gdLst>
                <a:gd name="T0" fmla="*/ 0 w 5"/>
                <a:gd name="T1" fmla="*/ 3 h 3"/>
                <a:gd name="T2" fmla="*/ 5 w 5"/>
                <a:gd name="T3" fmla="*/ 0 h 3"/>
                <a:gd name="T4" fmla="*/ 5 w 5"/>
                <a:gd name="T5" fmla="*/ 2 h 3"/>
                <a:gd name="T6" fmla="*/ 0 w 5"/>
                <a:gd name="T7" fmla="*/ 3 h 3"/>
              </a:gdLst>
              <a:ahLst/>
              <a:cxnLst>
                <a:cxn ang="0">
                  <a:pos x="T0" y="T1"/>
                </a:cxn>
                <a:cxn ang="0">
                  <a:pos x="T2" y="T3"/>
                </a:cxn>
                <a:cxn ang="0">
                  <a:pos x="T4" y="T5"/>
                </a:cxn>
                <a:cxn ang="0">
                  <a:pos x="T6" y="T7"/>
                </a:cxn>
              </a:cxnLst>
              <a:rect l="0" t="0" r="r" b="b"/>
              <a:pathLst>
                <a:path w="5" h="3">
                  <a:moveTo>
                    <a:pt x="0" y="3"/>
                  </a:moveTo>
                  <a:lnTo>
                    <a:pt x="5" y="0"/>
                  </a:lnTo>
                  <a:lnTo>
                    <a:pt x="5" y="2"/>
                  </a:lnTo>
                  <a:lnTo>
                    <a:pt x="0" y="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3" name="Freeform 21">
              <a:extLst>
                <a:ext uri="{FF2B5EF4-FFF2-40B4-BE49-F238E27FC236}">
                  <a16:creationId xmlns:a16="http://schemas.microsoft.com/office/drawing/2014/main" id="{01CFC597-C728-7428-05C1-3FDF0736C206}"/>
                </a:ext>
              </a:extLst>
            </p:cNvPr>
            <p:cNvSpPr>
              <a:spLocks noChangeAspect="1"/>
            </p:cNvSpPr>
            <p:nvPr/>
          </p:nvSpPr>
          <p:spPr bwMode="auto">
            <a:xfrm>
              <a:off x="920" y="2683"/>
              <a:ext cx="1" cy="0"/>
            </a:xfrm>
            <a:custGeom>
              <a:avLst/>
              <a:gdLst>
                <a:gd name="T0" fmla="*/ 0 w 3"/>
                <a:gd name="T1" fmla="*/ 0 h 3"/>
                <a:gd name="T2" fmla="*/ 1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1" y="3"/>
                  </a:lnTo>
                  <a:lnTo>
                    <a:pt x="3" y="0"/>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4" name="Freeform 22">
              <a:extLst>
                <a:ext uri="{FF2B5EF4-FFF2-40B4-BE49-F238E27FC236}">
                  <a16:creationId xmlns:a16="http://schemas.microsoft.com/office/drawing/2014/main" id="{32CC34C0-875D-3270-7BEB-D80123D77D9F}"/>
                </a:ext>
              </a:extLst>
            </p:cNvPr>
            <p:cNvSpPr>
              <a:spLocks noChangeAspect="1"/>
            </p:cNvSpPr>
            <p:nvPr/>
          </p:nvSpPr>
          <p:spPr bwMode="auto">
            <a:xfrm>
              <a:off x="929" y="2679"/>
              <a:ext cx="1" cy="0"/>
            </a:xfrm>
            <a:custGeom>
              <a:avLst/>
              <a:gdLst>
                <a:gd name="T0" fmla="*/ 0 w 4"/>
                <a:gd name="T1" fmla="*/ 4 h 4"/>
                <a:gd name="T2" fmla="*/ 4 w 4"/>
                <a:gd name="T3" fmla="*/ 0 h 4"/>
                <a:gd name="T4" fmla="*/ 0 w 4"/>
                <a:gd name="T5" fmla="*/ 4 h 4"/>
              </a:gdLst>
              <a:ahLst/>
              <a:cxnLst>
                <a:cxn ang="0">
                  <a:pos x="T0" y="T1"/>
                </a:cxn>
                <a:cxn ang="0">
                  <a:pos x="T2" y="T3"/>
                </a:cxn>
                <a:cxn ang="0">
                  <a:pos x="T4" y="T5"/>
                </a:cxn>
              </a:cxnLst>
              <a:rect l="0" t="0" r="r" b="b"/>
              <a:pathLst>
                <a:path w="4" h="4">
                  <a:moveTo>
                    <a:pt x="0" y="4"/>
                  </a:moveTo>
                  <a:lnTo>
                    <a:pt x="4" y="0"/>
                  </a:lnTo>
                  <a:lnTo>
                    <a:pt x="0"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5" name="Freeform 23">
              <a:extLst>
                <a:ext uri="{FF2B5EF4-FFF2-40B4-BE49-F238E27FC236}">
                  <a16:creationId xmlns:a16="http://schemas.microsoft.com/office/drawing/2014/main" id="{6D876752-4CD6-24BF-D477-427D43140308}"/>
                </a:ext>
              </a:extLst>
            </p:cNvPr>
            <p:cNvSpPr>
              <a:spLocks noChangeAspect="1"/>
            </p:cNvSpPr>
            <p:nvPr/>
          </p:nvSpPr>
          <p:spPr bwMode="auto">
            <a:xfrm>
              <a:off x="929" y="2679"/>
              <a:ext cx="0" cy="1"/>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6" name="Freeform 24">
              <a:extLst>
                <a:ext uri="{FF2B5EF4-FFF2-40B4-BE49-F238E27FC236}">
                  <a16:creationId xmlns:a16="http://schemas.microsoft.com/office/drawing/2014/main" id="{EAF1F54D-DE16-E145-9870-2B6DBE87D920}"/>
                </a:ext>
              </a:extLst>
            </p:cNvPr>
            <p:cNvSpPr>
              <a:spLocks noChangeAspect="1"/>
            </p:cNvSpPr>
            <p:nvPr/>
          </p:nvSpPr>
          <p:spPr bwMode="auto">
            <a:xfrm>
              <a:off x="606" y="2439"/>
              <a:ext cx="101" cy="53"/>
            </a:xfrm>
            <a:custGeom>
              <a:avLst/>
              <a:gdLst>
                <a:gd name="T0" fmla="*/ 559 w 565"/>
                <a:gd name="T1" fmla="*/ 108 h 299"/>
                <a:gd name="T2" fmla="*/ 560 w 565"/>
                <a:gd name="T3" fmla="*/ 125 h 299"/>
                <a:gd name="T4" fmla="*/ 560 w 565"/>
                <a:gd name="T5" fmla="*/ 150 h 299"/>
                <a:gd name="T6" fmla="*/ 561 w 565"/>
                <a:gd name="T7" fmla="*/ 182 h 299"/>
                <a:gd name="T8" fmla="*/ 561 w 565"/>
                <a:gd name="T9" fmla="*/ 203 h 299"/>
                <a:gd name="T10" fmla="*/ 563 w 565"/>
                <a:gd name="T11" fmla="*/ 230 h 299"/>
                <a:gd name="T12" fmla="*/ 564 w 565"/>
                <a:gd name="T13" fmla="*/ 259 h 299"/>
                <a:gd name="T14" fmla="*/ 564 w 565"/>
                <a:gd name="T15" fmla="*/ 287 h 299"/>
                <a:gd name="T16" fmla="*/ 565 w 565"/>
                <a:gd name="T17" fmla="*/ 295 h 299"/>
                <a:gd name="T18" fmla="*/ 535 w 565"/>
                <a:gd name="T19" fmla="*/ 295 h 299"/>
                <a:gd name="T20" fmla="*/ 511 w 565"/>
                <a:gd name="T21" fmla="*/ 296 h 299"/>
                <a:gd name="T22" fmla="*/ 495 w 565"/>
                <a:gd name="T23" fmla="*/ 296 h 299"/>
                <a:gd name="T24" fmla="*/ 476 w 565"/>
                <a:gd name="T25" fmla="*/ 298 h 299"/>
                <a:gd name="T26" fmla="*/ 459 w 565"/>
                <a:gd name="T27" fmla="*/ 298 h 299"/>
                <a:gd name="T28" fmla="*/ 420 w 565"/>
                <a:gd name="T29" fmla="*/ 299 h 299"/>
                <a:gd name="T30" fmla="*/ 393 w 565"/>
                <a:gd name="T31" fmla="*/ 299 h 299"/>
                <a:gd name="T32" fmla="*/ 360 w 565"/>
                <a:gd name="T33" fmla="*/ 299 h 299"/>
                <a:gd name="T34" fmla="*/ 345 w 565"/>
                <a:gd name="T35" fmla="*/ 299 h 299"/>
                <a:gd name="T36" fmla="*/ 307 w 565"/>
                <a:gd name="T37" fmla="*/ 299 h 299"/>
                <a:gd name="T38" fmla="*/ 297 w 565"/>
                <a:gd name="T39" fmla="*/ 299 h 299"/>
                <a:gd name="T40" fmla="*/ 278 w 565"/>
                <a:gd name="T41" fmla="*/ 299 h 299"/>
                <a:gd name="T42" fmla="*/ 251 w 565"/>
                <a:gd name="T43" fmla="*/ 299 h 299"/>
                <a:gd name="T44" fmla="*/ 205 w 565"/>
                <a:gd name="T45" fmla="*/ 299 h 299"/>
                <a:gd name="T46" fmla="*/ 193 w 565"/>
                <a:gd name="T47" fmla="*/ 298 h 299"/>
                <a:gd name="T48" fmla="*/ 155 w 565"/>
                <a:gd name="T49" fmla="*/ 298 h 299"/>
                <a:gd name="T50" fmla="*/ 145 w 565"/>
                <a:gd name="T51" fmla="*/ 298 h 299"/>
                <a:gd name="T52" fmla="*/ 83 w 565"/>
                <a:gd name="T53" fmla="*/ 296 h 299"/>
                <a:gd name="T54" fmla="*/ 69 w 565"/>
                <a:gd name="T55" fmla="*/ 295 h 299"/>
                <a:gd name="T56" fmla="*/ 21 w 565"/>
                <a:gd name="T57" fmla="*/ 294 h 299"/>
                <a:gd name="T58" fmla="*/ 0 w 565"/>
                <a:gd name="T59" fmla="*/ 294 h 299"/>
                <a:gd name="T60" fmla="*/ 1 w 565"/>
                <a:gd name="T61" fmla="*/ 254 h 299"/>
                <a:gd name="T62" fmla="*/ 2 w 565"/>
                <a:gd name="T63" fmla="*/ 230 h 299"/>
                <a:gd name="T64" fmla="*/ 3 w 565"/>
                <a:gd name="T65" fmla="*/ 182 h 299"/>
                <a:gd name="T66" fmla="*/ 5 w 565"/>
                <a:gd name="T67" fmla="*/ 152 h 299"/>
                <a:gd name="T68" fmla="*/ 6 w 565"/>
                <a:gd name="T69" fmla="*/ 127 h 299"/>
                <a:gd name="T70" fmla="*/ 7 w 565"/>
                <a:gd name="T71" fmla="*/ 92 h 299"/>
                <a:gd name="T72" fmla="*/ 8 w 565"/>
                <a:gd name="T73" fmla="*/ 84 h 299"/>
                <a:gd name="T74" fmla="*/ 9 w 565"/>
                <a:gd name="T75" fmla="*/ 42 h 299"/>
                <a:gd name="T76" fmla="*/ 60 w 565"/>
                <a:gd name="T77" fmla="*/ 1 h 299"/>
                <a:gd name="T78" fmla="*/ 97 w 565"/>
                <a:gd name="T79" fmla="*/ 2 h 299"/>
                <a:gd name="T80" fmla="*/ 120 w 565"/>
                <a:gd name="T81" fmla="*/ 4 h 299"/>
                <a:gd name="T82" fmla="*/ 147 w 565"/>
                <a:gd name="T83" fmla="*/ 4 h 299"/>
                <a:gd name="T84" fmla="*/ 188 w 565"/>
                <a:gd name="T85" fmla="*/ 5 h 299"/>
                <a:gd name="T86" fmla="*/ 221 w 565"/>
                <a:gd name="T87" fmla="*/ 5 h 299"/>
                <a:gd name="T88" fmla="*/ 243 w 565"/>
                <a:gd name="T89" fmla="*/ 6 h 299"/>
                <a:gd name="T90" fmla="*/ 261 w 565"/>
                <a:gd name="T91" fmla="*/ 6 h 299"/>
                <a:gd name="T92" fmla="*/ 279 w 565"/>
                <a:gd name="T93" fmla="*/ 6 h 299"/>
                <a:gd name="T94" fmla="*/ 307 w 565"/>
                <a:gd name="T95" fmla="*/ 6 h 299"/>
                <a:gd name="T96" fmla="*/ 320 w 565"/>
                <a:gd name="T97" fmla="*/ 6 h 299"/>
                <a:gd name="T98" fmla="*/ 354 w 565"/>
                <a:gd name="T99" fmla="*/ 6 h 299"/>
                <a:gd name="T100" fmla="*/ 386 w 565"/>
                <a:gd name="T101" fmla="*/ 5 h 299"/>
                <a:gd name="T102" fmla="*/ 398 w 565"/>
                <a:gd name="T103" fmla="*/ 5 h 299"/>
                <a:gd name="T104" fmla="*/ 426 w 565"/>
                <a:gd name="T105" fmla="*/ 5 h 299"/>
                <a:gd name="T106" fmla="*/ 445 w 565"/>
                <a:gd name="T107" fmla="*/ 5 h 299"/>
                <a:gd name="T108" fmla="*/ 469 w 565"/>
                <a:gd name="T109" fmla="*/ 4 h 299"/>
                <a:gd name="T110" fmla="*/ 518 w 565"/>
                <a:gd name="T111" fmla="*/ 16 h 299"/>
                <a:gd name="T112" fmla="*/ 533 w 565"/>
                <a:gd name="T113" fmla="*/ 14 h 299"/>
                <a:gd name="T114" fmla="*/ 528 w 565"/>
                <a:gd name="T115" fmla="*/ 35 h 299"/>
                <a:gd name="T116" fmla="*/ 524 w 565"/>
                <a:gd name="T117" fmla="*/ 52 h 299"/>
                <a:gd name="T118" fmla="*/ 537 w 565"/>
                <a:gd name="T119" fmla="*/ 64 h 299"/>
                <a:gd name="T120" fmla="*/ 548 w 565"/>
                <a:gd name="T121" fmla="*/ 83 h 299"/>
                <a:gd name="T122" fmla="*/ 559 w 565"/>
                <a:gd name="T123" fmla="*/ 8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5" h="299">
                  <a:moveTo>
                    <a:pt x="559" y="95"/>
                  </a:moveTo>
                  <a:lnTo>
                    <a:pt x="559" y="102"/>
                  </a:lnTo>
                  <a:lnTo>
                    <a:pt x="559" y="108"/>
                  </a:lnTo>
                  <a:lnTo>
                    <a:pt x="559" y="114"/>
                  </a:lnTo>
                  <a:lnTo>
                    <a:pt x="559" y="124"/>
                  </a:lnTo>
                  <a:lnTo>
                    <a:pt x="560" y="125"/>
                  </a:lnTo>
                  <a:lnTo>
                    <a:pt x="560" y="136"/>
                  </a:lnTo>
                  <a:lnTo>
                    <a:pt x="560" y="148"/>
                  </a:lnTo>
                  <a:lnTo>
                    <a:pt x="560" y="150"/>
                  </a:lnTo>
                  <a:lnTo>
                    <a:pt x="560" y="158"/>
                  </a:lnTo>
                  <a:lnTo>
                    <a:pt x="561" y="173"/>
                  </a:lnTo>
                  <a:lnTo>
                    <a:pt x="561" y="182"/>
                  </a:lnTo>
                  <a:lnTo>
                    <a:pt x="561" y="191"/>
                  </a:lnTo>
                  <a:lnTo>
                    <a:pt x="561" y="193"/>
                  </a:lnTo>
                  <a:lnTo>
                    <a:pt x="561" y="203"/>
                  </a:lnTo>
                  <a:lnTo>
                    <a:pt x="563" y="218"/>
                  </a:lnTo>
                  <a:lnTo>
                    <a:pt x="563" y="229"/>
                  </a:lnTo>
                  <a:lnTo>
                    <a:pt x="563" y="230"/>
                  </a:lnTo>
                  <a:lnTo>
                    <a:pt x="563" y="246"/>
                  </a:lnTo>
                  <a:lnTo>
                    <a:pt x="564" y="258"/>
                  </a:lnTo>
                  <a:lnTo>
                    <a:pt x="564" y="259"/>
                  </a:lnTo>
                  <a:lnTo>
                    <a:pt x="564" y="262"/>
                  </a:lnTo>
                  <a:lnTo>
                    <a:pt x="564" y="278"/>
                  </a:lnTo>
                  <a:lnTo>
                    <a:pt x="564" y="287"/>
                  </a:lnTo>
                  <a:lnTo>
                    <a:pt x="565" y="289"/>
                  </a:lnTo>
                  <a:lnTo>
                    <a:pt x="565" y="292"/>
                  </a:lnTo>
                  <a:lnTo>
                    <a:pt x="565" y="295"/>
                  </a:lnTo>
                  <a:lnTo>
                    <a:pt x="564" y="295"/>
                  </a:lnTo>
                  <a:lnTo>
                    <a:pt x="554" y="295"/>
                  </a:lnTo>
                  <a:lnTo>
                    <a:pt x="535" y="295"/>
                  </a:lnTo>
                  <a:lnTo>
                    <a:pt x="530" y="295"/>
                  </a:lnTo>
                  <a:lnTo>
                    <a:pt x="517" y="296"/>
                  </a:lnTo>
                  <a:lnTo>
                    <a:pt x="511" y="296"/>
                  </a:lnTo>
                  <a:lnTo>
                    <a:pt x="505" y="296"/>
                  </a:lnTo>
                  <a:lnTo>
                    <a:pt x="498" y="296"/>
                  </a:lnTo>
                  <a:lnTo>
                    <a:pt x="495" y="296"/>
                  </a:lnTo>
                  <a:lnTo>
                    <a:pt x="488" y="296"/>
                  </a:lnTo>
                  <a:lnTo>
                    <a:pt x="485" y="296"/>
                  </a:lnTo>
                  <a:lnTo>
                    <a:pt x="476" y="298"/>
                  </a:lnTo>
                  <a:lnTo>
                    <a:pt x="469" y="298"/>
                  </a:lnTo>
                  <a:lnTo>
                    <a:pt x="462" y="298"/>
                  </a:lnTo>
                  <a:lnTo>
                    <a:pt x="459" y="298"/>
                  </a:lnTo>
                  <a:lnTo>
                    <a:pt x="450" y="298"/>
                  </a:lnTo>
                  <a:lnTo>
                    <a:pt x="426" y="298"/>
                  </a:lnTo>
                  <a:lnTo>
                    <a:pt x="420" y="299"/>
                  </a:lnTo>
                  <a:lnTo>
                    <a:pt x="411" y="299"/>
                  </a:lnTo>
                  <a:lnTo>
                    <a:pt x="403" y="299"/>
                  </a:lnTo>
                  <a:lnTo>
                    <a:pt x="393" y="299"/>
                  </a:lnTo>
                  <a:lnTo>
                    <a:pt x="384" y="299"/>
                  </a:lnTo>
                  <a:lnTo>
                    <a:pt x="372" y="299"/>
                  </a:lnTo>
                  <a:lnTo>
                    <a:pt x="360" y="299"/>
                  </a:lnTo>
                  <a:lnTo>
                    <a:pt x="355" y="299"/>
                  </a:lnTo>
                  <a:lnTo>
                    <a:pt x="348" y="299"/>
                  </a:lnTo>
                  <a:lnTo>
                    <a:pt x="345" y="299"/>
                  </a:lnTo>
                  <a:lnTo>
                    <a:pt x="331" y="299"/>
                  </a:lnTo>
                  <a:lnTo>
                    <a:pt x="323" y="299"/>
                  </a:lnTo>
                  <a:lnTo>
                    <a:pt x="307" y="299"/>
                  </a:lnTo>
                  <a:lnTo>
                    <a:pt x="303" y="299"/>
                  </a:lnTo>
                  <a:lnTo>
                    <a:pt x="299" y="299"/>
                  </a:lnTo>
                  <a:lnTo>
                    <a:pt x="297" y="299"/>
                  </a:lnTo>
                  <a:lnTo>
                    <a:pt x="285" y="299"/>
                  </a:lnTo>
                  <a:lnTo>
                    <a:pt x="281" y="299"/>
                  </a:lnTo>
                  <a:lnTo>
                    <a:pt x="278" y="299"/>
                  </a:lnTo>
                  <a:lnTo>
                    <a:pt x="270" y="299"/>
                  </a:lnTo>
                  <a:lnTo>
                    <a:pt x="266" y="299"/>
                  </a:lnTo>
                  <a:lnTo>
                    <a:pt x="251" y="299"/>
                  </a:lnTo>
                  <a:lnTo>
                    <a:pt x="246" y="299"/>
                  </a:lnTo>
                  <a:lnTo>
                    <a:pt x="231" y="299"/>
                  </a:lnTo>
                  <a:lnTo>
                    <a:pt x="205" y="299"/>
                  </a:lnTo>
                  <a:lnTo>
                    <a:pt x="203" y="299"/>
                  </a:lnTo>
                  <a:lnTo>
                    <a:pt x="197" y="298"/>
                  </a:lnTo>
                  <a:lnTo>
                    <a:pt x="193" y="298"/>
                  </a:lnTo>
                  <a:lnTo>
                    <a:pt x="189" y="298"/>
                  </a:lnTo>
                  <a:lnTo>
                    <a:pt x="161" y="298"/>
                  </a:lnTo>
                  <a:lnTo>
                    <a:pt x="155" y="298"/>
                  </a:lnTo>
                  <a:lnTo>
                    <a:pt x="152" y="298"/>
                  </a:lnTo>
                  <a:lnTo>
                    <a:pt x="149" y="298"/>
                  </a:lnTo>
                  <a:lnTo>
                    <a:pt x="145" y="298"/>
                  </a:lnTo>
                  <a:lnTo>
                    <a:pt x="113" y="296"/>
                  </a:lnTo>
                  <a:lnTo>
                    <a:pt x="107" y="296"/>
                  </a:lnTo>
                  <a:lnTo>
                    <a:pt x="83" y="296"/>
                  </a:lnTo>
                  <a:lnTo>
                    <a:pt x="79" y="295"/>
                  </a:lnTo>
                  <a:lnTo>
                    <a:pt x="74" y="295"/>
                  </a:lnTo>
                  <a:lnTo>
                    <a:pt x="69" y="295"/>
                  </a:lnTo>
                  <a:lnTo>
                    <a:pt x="50" y="295"/>
                  </a:lnTo>
                  <a:lnTo>
                    <a:pt x="37" y="295"/>
                  </a:lnTo>
                  <a:lnTo>
                    <a:pt x="21" y="294"/>
                  </a:lnTo>
                  <a:lnTo>
                    <a:pt x="18" y="294"/>
                  </a:lnTo>
                  <a:lnTo>
                    <a:pt x="1" y="294"/>
                  </a:lnTo>
                  <a:lnTo>
                    <a:pt x="0" y="294"/>
                  </a:lnTo>
                  <a:lnTo>
                    <a:pt x="0" y="281"/>
                  </a:lnTo>
                  <a:lnTo>
                    <a:pt x="1" y="269"/>
                  </a:lnTo>
                  <a:lnTo>
                    <a:pt x="1" y="254"/>
                  </a:lnTo>
                  <a:lnTo>
                    <a:pt x="2" y="244"/>
                  </a:lnTo>
                  <a:lnTo>
                    <a:pt x="2" y="232"/>
                  </a:lnTo>
                  <a:lnTo>
                    <a:pt x="2" y="230"/>
                  </a:lnTo>
                  <a:lnTo>
                    <a:pt x="2" y="221"/>
                  </a:lnTo>
                  <a:lnTo>
                    <a:pt x="3" y="196"/>
                  </a:lnTo>
                  <a:lnTo>
                    <a:pt x="3" y="182"/>
                  </a:lnTo>
                  <a:lnTo>
                    <a:pt x="5" y="169"/>
                  </a:lnTo>
                  <a:lnTo>
                    <a:pt x="5" y="158"/>
                  </a:lnTo>
                  <a:lnTo>
                    <a:pt x="5" y="152"/>
                  </a:lnTo>
                  <a:lnTo>
                    <a:pt x="6" y="136"/>
                  </a:lnTo>
                  <a:lnTo>
                    <a:pt x="6" y="134"/>
                  </a:lnTo>
                  <a:lnTo>
                    <a:pt x="6" y="127"/>
                  </a:lnTo>
                  <a:lnTo>
                    <a:pt x="7" y="118"/>
                  </a:lnTo>
                  <a:lnTo>
                    <a:pt x="7" y="97"/>
                  </a:lnTo>
                  <a:lnTo>
                    <a:pt x="7" y="92"/>
                  </a:lnTo>
                  <a:lnTo>
                    <a:pt x="7" y="90"/>
                  </a:lnTo>
                  <a:lnTo>
                    <a:pt x="8" y="85"/>
                  </a:lnTo>
                  <a:lnTo>
                    <a:pt x="8" y="84"/>
                  </a:lnTo>
                  <a:lnTo>
                    <a:pt x="8" y="61"/>
                  </a:lnTo>
                  <a:lnTo>
                    <a:pt x="9" y="49"/>
                  </a:lnTo>
                  <a:lnTo>
                    <a:pt x="9" y="42"/>
                  </a:lnTo>
                  <a:lnTo>
                    <a:pt x="11" y="0"/>
                  </a:lnTo>
                  <a:lnTo>
                    <a:pt x="57" y="1"/>
                  </a:lnTo>
                  <a:lnTo>
                    <a:pt x="60" y="1"/>
                  </a:lnTo>
                  <a:lnTo>
                    <a:pt x="65" y="1"/>
                  </a:lnTo>
                  <a:lnTo>
                    <a:pt x="79" y="2"/>
                  </a:lnTo>
                  <a:lnTo>
                    <a:pt x="97" y="2"/>
                  </a:lnTo>
                  <a:lnTo>
                    <a:pt x="105" y="2"/>
                  </a:lnTo>
                  <a:lnTo>
                    <a:pt x="107" y="4"/>
                  </a:lnTo>
                  <a:lnTo>
                    <a:pt x="120" y="4"/>
                  </a:lnTo>
                  <a:lnTo>
                    <a:pt x="133" y="4"/>
                  </a:lnTo>
                  <a:lnTo>
                    <a:pt x="146" y="4"/>
                  </a:lnTo>
                  <a:lnTo>
                    <a:pt x="147" y="4"/>
                  </a:lnTo>
                  <a:lnTo>
                    <a:pt x="152" y="4"/>
                  </a:lnTo>
                  <a:lnTo>
                    <a:pt x="174" y="5"/>
                  </a:lnTo>
                  <a:lnTo>
                    <a:pt x="188" y="5"/>
                  </a:lnTo>
                  <a:lnTo>
                    <a:pt x="206" y="5"/>
                  </a:lnTo>
                  <a:lnTo>
                    <a:pt x="211" y="5"/>
                  </a:lnTo>
                  <a:lnTo>
                    <a:pt x="221" y="5"/>
                  </a:lnTo>
                  <a:lnTo>
                    <a:pt x="225" y="5"/>
                  </a:lnTo>
                  <a:lnTo>
                    <a:pt x="229" y="5"/>
                  </a:lnTo>
                  <a:lnTo>
                    <a:pt x="243" y="6"/>
                  </a:lnTo>
                  <a:lnTo>
                    <a:pt x="252" y="6"/>
                  </a:lnTo>
                  <a:lnTo>
                    <a:pt x="254" y="6"/>
                  </a:lnTo>
                  <a:lnTo>
                    <a:pt x="261" y="6"/>
                  </a:lnTo>
                  <a:lnTo>
                    <a:pt x="270" y="6"/>
                  </a:lnTo>
                  <a:lnTo>
                    <a:pt x="271" y="6"/>
                  </a:lnTo>
                  <a:lnTo>
                    <a:pt x="279" y="6"/>
                  </a:lnTo>
                  <a:lnTo>
                    <a:pt x="288" y="6"/>
                  </a:lnTo>
                  <a:lnTo>
                    <a:pt x="299" y="6"/>
                  </a:lnTo>
                  <a:lnTo>
                    <a:pt x="307" y="6"/>
                  </a:lnTo>
                  <a:lnTo>
                    <a:pt x="312" y="6"/>
                  </a:lnTo>
                  <a:lnTo>
                    <a:pt x="317" y="6"/>
                  </a:lnTo>
                  <a:lnTo>
                    <a:pt x="320" y="6"/>
                  </a:lnTo>
                  <a:lnTo>
                    <a:pt x="335" y="6"/>
                  </a:lnTo>
                  <a:lnTo>
                    <a:pt x="353" y="6"/>
                  </a:lnTo>
                  <a:lnTo>
                    <a:pt x="354" y="6"/>
                  </a:lnTo>
                  <a:lnTo>
                    <a:pt x="362" y="6"/>
                  </a:lnTo>
                  <a:lnTo>
                    <a:pt x="372" y="6"/>
                  </a:lnTo>
                  <a:lnTo>
                    <a:pt x="386" y="5"/>
                  </a:lnTo>
                  <a:lnTo>
                    <a:pt x="390" y="5"/>
                  </a:lnTo>
                  <a:lnTo>
                    <a:pt x="395" y="5"/>
                  </a:lnTo>
                  <a:lnTo>
                    <a:pt x="398" y="5"/>
                  </a:lnTo>
                  <a:lnTo>
                    <a:pt x="417" y="5"/>
                  </a:lnTo>
                  <a:lnTo>
                    <a:pt x="420" y="5"/>
                  </a:lnTo>
                  <a:lnTo>
                    <a:pt x="426" y="5"/>
                  </a:lnTo>
                  <a:lnTo>
                    <a:pt x="435" y="5"/>
                  </a:lnTo>
                  <a:lnTo>
                    <a:pt x="437" y="5"/>
                  </a:lnTo>
                  <a:lnTo>
                    <a:pt x="445" y="5"/>
                  </a:lnTo>
                  <a:lnTo>
                    <a:pt x="453" y="5"/>
                  </a:lnTo>
                  <a:lnTo>
                    <a:pt x="463" y="5"/>
                  </a:lnTo>
                  <a:lnTo>
                    <a:pt x="469" y="4"/>
                  </a:lnTo>
                  <a:lnTo>
                    <a:pt x="503" y="4"/>
                  </a:lnTo>
                  <a:lnTo>
                    <a:pt x="504" y="4"/>
                  </a:lnTo>
                  <a:lnTo>
                    <a:pt x="518" y="16"/>
                  </a:lnTo>
                  <a:lnTo>
                    <a:pt x="525" y="14"/>
                  </a:lnTo>
                  <a:lnTo>
                    <a:pt x="528" y="13"/>
                  </a:lnTo>
                  <a:lnTo>
                    <a:pt x="533" y="14"/>
                  </a:lnTo>
                  <a:lnTo>
                    <a:pt x="536" y="20"/>
                  </a:lnTo>
                  <a:lnTo>
                    <a:pt x="537" y="29"/>
                  </a:lnTo>
                  <a:lnTo>
                    <a:pt x="528" y="35"/>
                  </a:lnTo>
                  <a:lnTo>
                    <a:pt x="524" y="40"/>
                  </a:lnTo>
                  <a:lnTo>
                    <a:pt x="521" y="48"/>
                  </a:lnTo>
                  <a:lnTo>
                    <a:pt x="524" y="52"/>
                  </a:lnTo>
                  <a:lnTo>
                    <a:pt x="528" y="56"/>
                  </a:lnTo>
                  <a:lnTo>
                    <a:pt x="531" y="59"/>
                  </a:lnTo>
                  <a:lnTo>
                    <a:pt x="537" y="64"/>
                  </a:lnTo>
                  <a:lnTo>
                    <a:pt x="539" y="72"/>
                  </a:lnTo>
                  <a:lnTo>
                    <a:pt x="546" y="80"/>
                  </a:lnTo>
                  <a:lnTo>
                    <a:pt x="548" y="83"/>
                  </a:lnTo>
                  <a:lnTo>
                    <a:pt x="557" y="84"/>
                  </a:lnTo>
                  <a:lnTo>
                    <a:pt x="559" y="84"/>
                  </a:lnTo>
                  <a:lnTo>
                    <a:pt x="559" y="88"/>
                  </a:lnTo>
                  <a:lnTo>
                    <a:pt x="559" y="89"/>
                  </a:lnTo>
                  <a:lnTo>
                    <a:pt x="559" y="9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7" name="Freeform 25">
              <a:extLst>
                <a:ext uri="{FF2B5EF4-FFF2-40B4-BE49-F238E27FC236}">
                  <a16:creationId xmlns:a16="http://schemas.microsoft.com/office/drawing/2014/main" id="{13DD6915-CBCC-5FBC-F6C0-8D01E6DF1280}"/>
                </a:ext>
              </a:extLst>
            </p:cNvPr>
            <p:cNvSpPr>
              <a:spLocks noChangeAspect="1"/>
            </p:cNvSpPr>
            <p:nvPr/>
          </p:nvSpPr>
          <p:spPr bwMode="auto">
            <a:xfrm>
              <a:off x="670" y="2278"/>
              <a:ext cx="90" cy="101"/>
            </a:xfrm>
            <a:custGeom>
              <a:avLst/>
              <a:gdLst>
                <a:gd name="T0" fmla="*/ 54 w 506"/>
                <a:gd name="T1" fmla="*/ 390 h 566"/>
                <a:gd name="T2" fmla="*/ 28 w 506"/>
                <a:gd name="T3" fmla="*/ 361 h 566"/>
                <a:gd name="T4" fmla="*/ 46 w 506"/>
                <a:gd name="T5" fmla="*/ 323 h 566"/>
                <a:gd name="T6" fmla="*/ 32 w 506"/>
                <a:gd name="T7" fmla="*/ 264 h 566"/>
                <a:gd name="T8" fmla="*/ 27 w 506"/>
                <a:gd name="T9" fmla="*/ 215 h 566"/>
                <a:gd name="T10" fmla="*/ 28 w 506"/>
                <a:gd name="T11" fmla="*/ 197 h 566"/>
                <a:gd name="T12" fmla="*/ 26 w 506"/>
                <a:gd name="T13" fmla="*/ 181 h 566"/>
                <a:gd name="T14" fmla="*/ 8 w 506"/>
                <a:gd name="T15" fmla="*/ 119 h 566"/>
                <a:gd name="T16" fmla="*/ 6 w 506"/>
                <a:gd name="T17" fmla="*/ 93 h 566"/>
                <a:gd name="T18" fmla="*/ 4 w 506"/>
                <a:gd name="T19" fmla="*/ 50 h 566"/>
                <a:gd name="T20" fmla="*/ 135 w 506"/>
                <a:gd name="T21" fmla="*/ 36 h 566"/>
                <a:gd name="T22" fmla="*/ 165 w 506"/>
                <a:gd name="T23" fmla="*/ 55 h 566"/>
                <a:gd name="T24" fmla="*/ 194 w 506"/>
                <a:gd name="T25" fmla="*/ 67 h 566"/>
                <a:gd name="T26" fmla="*/ 245 w 506"/>
                <a:gd name="T27" fmla="*/ 73 h 566"/>
                <a:gd name="T28" fmla="*/ 278 w 506"/>
                <a:gd name="T29" fmla="*/ 66 h 566"/>
                <a:gd name="T30" fmla="*/ 309 w 506"/>
                <a:gd name="T31" fmla="*/ 83 h 566"/>
                <a:gd name="T32" fmla="*/ 336 w 506"/>
                <a:gd name="T33" fmla="*/ 89 h 566"/>
                <a:gd name="T34" fmla="*/ 376 w 506"/>
                <a:gd name="T35" fmla="*/ 114 h 566"/>
                <a:gd name="T36" fmla="*/ 425 w 506"/>
                <a:gd name="T37" fmla="*/ 108 h 566"/>
                <a:gd name="T38" fmla="*/ 483 w 506"/>
                <a:gd name="T39" fmla="*/ 114 h 566"/>
                <a:gd name="T40" fmla="*/ 443 w 506"/>
                <a:gd name="T41" fmla="*/ 143 h 566"/>
                <a:gd name="T42" fmla="*/ 389 w 506"/>
                <a:gd name="T43" fmla="*/ 197 h 566"/>
                <a:gd name="T44" fmla="*/ 351 w 506"/>
                <a:gd name="T45" fmla="*/ 246 h 566"/>
                <a:gd name="T46" fmla="*/ 332 w 506"/>
                <a:gd name="T47" fmla="*/ 254 h 566"/>
                <a:gd name="T48" fmla="*/ 335 w 506"/>
                <a:gd name="T49" fmla="*/ 307 h 566"/>
                <a:gd name="T50" fmla="*/ 306 w 506"/>
                <a:gd name="T51" fmla="*/ 359 h 566"/>
                <a:gd name="T52" fmla="*/ 308 w 506"/>
                <a:gd name="T53" fmla="*/ 391 h 566"/>
                <a:gd name="T54" fmla="*/ 309 w 506"/>
                <a:gd name="T55" fmla="*/ 426 h 566"/>
                <a:gd name="T56" fmla="*/ 329 w 506"/>
                <a:gd name="T57" fmla="*/ 453 h 566"/>
                <a:gd name="T58" fmla="*/ 347 w 506"/>
                <a:gd name="T59" fmla="*/ 463 h 566"/>
                <a:gd name="T60" fmla="*/ 364 w 506"/>
                <a:gd name="T61" fmla="*/ 470 h 566"/>
                <a:gd name="T62" fmla="*/ 392 w 506"/>
                <a:gd name="T63" fmla="*/ 499 h 566"/>
                <a:gd name="T64" fmla="*/ 406 w 506"/>
                <a:gd name="T65" fmla="*/ 505 h 566"/>
                <a:gd name="T66" fmla="*/ 419 w 506"/>
                <a:gd name="T67" fmla="*/ 524 h 566"/>
                <a:gd name="T68" fmla="*/ 422 w 506"/>
                <a:gd name="T69" fmla="*/ 542 h 566"/>
                <a:gd name="T70" fmla="*/ 396 w 506"/>
                <a:gd name="T71" fmla="*/ 553 h 566"/>
                <a:gd name="T72" fmla="*/ 338 w 506"/>
                <a:gd name="T73" fmla="*/ 555 h 566"/>
                <a:gd name="T74" fmla="*/ 296 w 506"/>
                <a:gd name="T75" fmla="*/ 558 h 566"/>
                <a:gd name="T76" fmla="*/ 254 w 506"/>
                <a:gd name="T77" fmla="*/ 560 h 566"/>
                <a:gd name="T78" fmla="*/ 231 w 506"/>
                <a:gd name="T79" fmla="*/ 561 h 566"/>
                <a:gd name="T80" fmla="*/ 203 w 506"/>
                <a:gd name="T81" fmla="*/ 563 h 566"/>
                <a:gd name="T82" fmla="*/ 170 w 506"/>
                <a:gd name="T83" fmla="*/ 563 h 566"/>
                <a:gd name="T84" fmla="*/ 142 w 506"/>
                <a:gd name="T85" fmla="*/ 564 h 566"/>
                <a:gd name="T86" fmla="*/ 107 w 506"/>
                <a:gd name="T87" fmla="*/ 565 h 566"/>
                <a:gd name="T88" fmla="*/ 87 w 506"/>
                <a:gd name="T89" fmla="*/ 565 h 566"/>
                <a:gd name="T90" fmla="*/ 58 w 506"/>
                <a:gd name="T91" fmla="*/ 554 h 566"/>
                <a:gd name="T92" fmla="*/ 58 w 506"/>
                <a:gd name="T93" fmla="*/ 505 h 566"/>
                <a:gd name="T94" fmla="*/ 57 w 506"/>
                <a:gd name="T95" fmla="*/ 45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6" h="566">
                  <a:moveTo>
                    <a:pt x="57" y="439"/>
                  </a:moveTo>
                  <a:lnTo>
                    <a:pt x="57" y="423"/>
                  </a:lnTo>
                  <a:lnTo>
                    <a:pt x="56" y="395"/>
                  </a:lnTo>
                  <a:lnTo>
                    <a:pt x="54" y="390"/>
                  </a:lnTo>
                  <a:lnTo>
                    <a:pt x="52" y="386"/>
                  </a:lnTo>
                  <a:lnTo>
                    <a:pt x="44" y="381"/>
                  </a:lnTo>
                  <a:lnTo>
                    <a:pt x="29" y="365"/>
                  </a:lnTo>
                  <a:lnTo>
                    <a:pt x="28" y="361"/>
                  </a:lnTo>
                  <a:lnTo>
                    <a:pt x="41" y="349"/>
                  </a:lnTo>
                  <a:lnTo>
                    <a:pt x="47" y="331"/>
                  </a:lnTo>
                  <a:lnTo>
                    <a:pt x="46" y="325"/>
                  </a:lnTo>
                  <a:lnTo>
                    <a:pt x="46" y="323"/>
                  </a:lnTo>
                  <a:lnTo>
                    <a:pt x="42" y="291"/>
                  </a:lnTo>
                  <a:lnTo>
                    <a:pt x="34" y="277"/>
                  </a:lnTo>
                  <a:lnTo>
                    <a:pt x="32" y="265"/>
                  </a:lnTo>
                  <a:lnTo>
                    <a:pt x="32" y="264"/>
                  </a:lnTo>
                  <a:lnTo>
                    <a:pt x="30" y="264"/>
                  </a:lnTo>
                  <a:lnTo>
                    <a:pt x="32" y="241"/>
                  </a:lnTo>
                  <a:lnTo>
                    <a:pt x="29" y="229"/>
                  </a:lnTo>
                  <a:lnTo>
                    <a:pt x="27" y="215"/>
                  </a:lnTo>
                  <a:lnTo>
                    <a:pt x="28" y="211"/>
                  </a:lnTo>
                  <a:lnTo>
                    <a:pt x="28" y="206"/>
                  </a:lnTo>
                  <a:lnTo>
                    <a:pt x="27" y="198"/>
                  </a:lnTo>
                  <a:lnTo>
                    <a:pt x="28" y="197"/>
                  </a:lnTo>
                  <a:lnTo>
                    <a:pt x="26" y="194"/>
                  </a:lnTo>
                  <a:lnTo>
                    <a:pt x="27" y="193"/>
                  </a:lnTo>
                  <a:lnTo>
                    <a:pt x="27" y="181"/>
                  </a:lnTo>
                  <a:lnTo>
                    <a:pt x="26" y="181"/>
                  </a:lnTo>
                  <a:lnTo>
                    <a:pt x="24" y="170"/>
                  </a:lnTo>
                  <a:lnTo>
                    <a:pt x="23" y="165"/>
                  </a:lnTo>
                  <a:lnTo>
                    <a:pt x="15" y="145"/>
                  </a:lnTo>
                  <a:lnTo>
                    <a:pt x="8" y="119"/>
                  </a:lnTo>
                  <a:lnTo>
                    <a:pt x="6" y="117"/>
                  </a:lnTo>
                  <a:lnTo>
                    <a:pt x="6" y="115"/>
                  </a:lnTo>
                  <a:lnTo>
                    <a:pt x="8" y="114"/>
                  </a:lnTo>
                  <a:lnTo>
                    <a:pt x="6" y="93"/>
                  </a:lnTo>
                  <a:lnTo>
                    <a:pt x="5" y="83"/>
                  </a:lnTo>
                  <a:lnTo>
                    <a:pt x="5" y="81"/>
                  </a:lnTo>
                  <a:lnTo>
                    <a:pt x="3" y="51"/>
                  </a:lnTo>
                  <a:lnTo>
                    <a:pt x="4" y="50"/>
                  </a:lnTo>
                  <a:lnTo>
                    <a:pt x="0" y="38"/>
                  </a:lnTo>
                  <a:lnTo>
                    <a:pt x="53" y="38"/>
                  </a:lnTo>
                  <a:lnTo>
                    <a:pt x="123" y="37"/>
                  </a:lnTo>
                  <a:lnTo>
                    <a:pt x="135" y="36"/>
                  </a:lnTo>
                  <a:lnTo>
                    <a:pt x="134" y="0"/>
                  </a:lnTo>
                  <a:lnTo>
                    <a:pt x="146" y="1"/>
                  </a:lnTo>
                  <a:lnTo>
                    <a:pt x="155" y="6"/>
                  </a:lnTo>
                  <a:lnTo>
                    <a:pt x="165" y="55"/>
                  </a:lnTo>
                  <a:lnTo>
                    <a:pt x="172" y="62"/>
                  </a:lnTo>
                  <a:lnTo>
                    <a:pt x="182" y="63"/>
                  </a:lnTo>
                  <a:lnTo>
                    <a:pt x="192" y="63"/>
                  </a:lnTo>
                  <a:lnTo>
                    <a:pt x="194" y="67"/>
                  </a:lnTo>
                  <a:lnTo>
                    <a:pt x="220" y="68"/>
                  </a:lnTo>
                  <a:lnTo>
                    <a:pt x="224" y="79"/>
                  </a:lnTo>
                  <a:lnTo>
                    <a:pt x="240" y="78"/>
                  </a:lnTo>
                  <a:lnTo>
                    <a:pt x="245" y="73"/>
                  </a:lnTo>
                  <a:lnTo>
                    <a:pt x="245" y="72"/>
                  </a:lnTo>
                  <a:lnTo>
                    <a:pt x="262" y="66"/>
                  </a:lnTo>
                  <a:lnTo>
                    <a:pt x="269" y="67"/>
                  </a:lnTo>
                  <a:lnTo>
                    <a:pt x="278" y="66"/>
                  </a:lnTo>
                  <a:lnTo>
                    <a:pt x="293" y="74"/>
                  </a:lnTo>
                  <a:lnTo>
                    <a:pt x="299" y="73"/>
                  </a:lnTo>
                  <a:lnTo>
                    <a:pt x="300" y="83"/>
                  </a:lnTo>
                  <a:lnTo>
                    <a:pt x="309" y="83"/>
                  </a:lnTo>
                  <a:lnTo>
                    <a:pt x="318" y="102"/>
                  </a:lnTo>
                  <a:lnTo>
                    <a:pt x="324" y="99"/>
                  </a:lnTo>
                  <a:lnTo>
                    <a:pt x="323" y="91"/>
                  </a:lnTo>
                  <a:lnTo>
                    <a:pt x="336" y="89"/>
                  </a:lnTo>
                  <a:lnTo>
                    <a:pt x="341" y="92"/>
                  </a:lnTo>
                  <a:lnTo>
                    <a:pt x="344" y="98"/>
                  </a:lnTo>
                  <a:lnTo>
                    <a:pt x="356" y="102"/>
                  </a:lnTo>
                  <a:lnTo>
                    <a:pt x="376" y="114"/>
                  </a:lnTo>
                  <a:lnTo>
                    <a:pt x="390" y="111"/>
                  </a:lnTo>
                  <a:lnTo>
                    <a:pt x="406" y="101"/>
                  </a:lnTo>
                  <a:lnTo>
                    <a:pt x="418" y="95"/>
                  </a:lnTo>
                  <a:lnTo>
                    <a:pt x="425" y="108"/>
                  </a:lnTo>
                  <a:lnTo>
                    <a:pt x="432" y="105"/>
                  </a:lnTo>
                  <a:lnTo>
                    <a:pt x="452" y="105"/>
                  </a:lnTo>
                  <a:lnTo>
                    <a:pt x="464" y="103"/>
                  </a:lnTo>
                  <a:lnTo>
                    <a:pt x="483" y="114"/>
                  </a:lnTo>
                  <a:lnTo>
                    <a:pt x="490" y="110"/>
                  </a:lnTo>
                  <a:lnTo>
                    <a:pt x="506" y="110"/>
                  </a:lnTo>
                  <a:lnTo>
                    <a:pt x="476" y="129"/>
                  </a:lnTo>
                  <a:lnTo>
                    <a:pt x="443" y="143"/>
                  </a:lnTo>
                  <a:lnTo>
                    <a:pt x="428" y="153"/>
                  </a:lnTo>
                  <a:lnTo>
                    <a:pt x="411" y="169"/>
                  </a:lnTo>
                  <a:lnTo>
                    <a:pt x="398" y="187"/>
                  </a:lnTo>
                  <a:lnTo>
                    <a:pt x="389" y="197"/>
                  </a:lnTo>
                  <a:lnTo>
                    <a:pt x="363" y="223"/>
                  </a:lnTo>
                  <a:lnTo>
                    <a:pt x="350" y="233"/>
                  </a:lnTo>
                  <a:lnTo>
                    <a:pt x="346" y="242"/>
                  </a:lnTo>
                  <a:lnTo>
                    <a:pt x="351" y="246"/>
                  </a:lnTo>
                  <a:lnTo>
                    <a:pt x="345" y="242"/>
                  </a:lnTo>
                  <a:lnTo>
                    <a:pt x="334" y="252"/>
                  </a:lnTo>
                  <a:lnTo>
                    <a:pt x="332" y="251"/>
                  </a:lnTo>
                  <a:lnTo>
                    <a:pt x="332" y="254"/>
                  </a:lnTo>
                  <a:lnTo>
                    <a:pt x="333" y="266"/>
                  </a:lnTo>
                  <a:lnTo>
                    <a:pt x="333" y="275"/>
                  </a:lnTo>
                  <a:lnTo>
                    <a:pt x="334" y="300"/>
                  </a:lnTo>
                  <a:lnTo>
                    <a:pt x="335" y="307"/>
                  </a:lnTo>
                  <a:lnTo>
                    <a:pt x="305" y="331"/>
                  </a:lnTo>
                  <a:lnTo>
                    <a:pt x="299" y="343"/>
                  </a:lnTo>
                  <a:lnTo>
                    <a:pt x="297" y="351"/>
                  </a:lnTo>
                  <a:lnTo>
                    <a:pt x="306" y="359"/>
                  </a:lnTo>
                  <a:lnTo>
                    <a:pt x="310" y="365"/>
                  </a:lnTo>
                  <a:lnTo>
                    <a:pt x="308" y="384"/>
                  </a:lnTo>
                  <a:lnTo>
                    <a:pt x="308" y="389"/>
                  </a:lnTo>
                  <a:lnTo>
                    <a:pt x="308" y="391"/>
                  </a:lnTo>
                  <a:lnTo>
                    <a:pt x="308" y="392"/>
                  </a:lnTo>
                  <a:lnTo>
                    <a:pt x="309" y="401"/>
                  </a:lnTo>
                  <a:lnTo>
                    <a:pt x="308" y="413"/>
                  </a:lnTo>
                  <a:lnTo>
                    <a:pt x="309" y="426"/>
                  </a:lnTo>
                  <a:lnTo>
                    <a:pt x="306" y="437"/>
                  </a:lnTo>
                  <a:lnTo>
                    <a:pt x="312" y="440"/>
                  </a:lnTo>
                  <a:lnTo>
                    <a:pt x="315" y="441"/>
                  </a:lnTo>
                  <a:lnTo>
                    <a:pt x="329" y="453"/>
                  </a:lnTo>
                  <a:lnTo>
                    <a:pt x="341" y="455"/>
                  </a:lnTo>
                  <a:lnTo>
                    <a:pt x="341" y="456"/>
                  </a:lnTo>
                  <a:lnTo>
                    <a:pt x="342" y="459"/>
                  </a:lnTo>
                  <a:lnTo>
                    <a:pt x="347" y="463"/>
                  </a:lnTo>
                  <a:lnTo>
                    <a:pt x="348" y="464"/>
                  </a:lnTo>
                  <a:lnTo>
                    <a:pt x="356" y="465"/>
                  </a:lnTo>
                  <a:lnTo>
                    <a:pt x="358" y="467"/>
                  </a:lnTo>
                  <a:lnTo>
                    <a:pt x="364" y="470"/>
                  </a:lnTo>
                  <a:lnTo>
                    <a:pt x="372" y="481"/>
                  </a:lnTo>
                  <a:lnTo>
                    <a:pt x="375" y="487"/>
                  </a:lnTo>
                  <a:lnTo>
                    <a:pt x="386" y="493"/>
                  </a:lnTo>
                  <a:lnTo>
                    <a:pt x="392" y="499"/>
                  </a:lnTo>
                  <a:lnTo>
                    <a:pt x="396" y="501"/>
                  </a:lnTo>
                  <a:lnTo>
                    <a:pt x="401" y="503"/>
                  </a:lnTo>
                  <a:lnTo>
                    <a:pt x="405" y="504"/>
                  </a:lnTo>
                  <a:lnTo>
                    <a:pt x="406" y="505"/>
                  </a:lnTo>
                  <a:lnTo>
                    <a:pt x="410" y="509"/>
                  </a:lnTo>
                  <a:lnTo>
                    <a:pt x="416" y="517"/>
                  </a:lnTo>
                  <a:lnTo>
                    <a:pt x="417" y="517"/>
                  </a:lnTo>
                  <a:lnTo>
                    <a:pt x="419" y="524"/>
                  </a:lnTo>
                  <a:lnTo>
                    <a:pt x="419" y="525"/>
                  </a:lnTo>
                  <a:lnTo>
                    <a:pt x="419" y="529"/>
                  </a:lnTo>
                  <a:lnTo>
                    <a:pt x="419" y="540"/>
                  </a:lnTo>
                  <a:lnTo>
                    <a:pt x="422" y="542"/>
                  </a:lnTo>
                  <a:lnTo>
                    <a:pt x="424" y="551"/>
                  </a:lnTo>
                  <a:lnTo>
                    <a:pt x="422" y="551"/>
                  </a:lnTo>
                  <a:lnTo>
                    <a:pt x="417" y="551"/>
                  </a:lnTo>
                  <a:lnTo>
                    <a:pt x="396" y="553"/>
                  </a:lnTo>
                  <a:lnTo>
                    <a:pt x="395" y="553"/>
                  </a:lnTo>
                  <a:lnTo>
                    <a:pt x="388" y="553"/>
                  </a:lnTo>
                  <a:lnTo>
                    <a:pt x="364" y="554"/>
                  </a:lnTo>
                  <a:lnTo>
                    <a:pt x="338" y="555"/>
                  </a:lnTo>
                  <a:lnTo>
                    <a:pt x="330" y="557"/>
                  </a:lnTo>
                  <a:lnTo>
                    <a:pt x="299" y="558"/>
                  </a:lnTo>
                  <a:lnTo>
                    <a:pt x="298" y="558"/>
                  </a:lnTo>
                  <a:lnTo>
                    <a:pt x="296" y="558"/>
                  </a:lnTo>
                  <a:lnTo>
                    <a:pt x="273" y="559"/>
                  </a:lnTo>
                  <a:lnTo>
                    <a:pt x="272" y="559"/>
                  </a:lnTo>
                  <a:lnTo>
                    <a:pt x="264" y="560"/>
                  </a:lnTo>
                  <a:lnTo>
                    <a:pt x="254" y="560"/>
                  </a:lnTo>
                  <a:lnTo>
                    <a:pt x="240" y="560"/>
                  </a:lnTo>
                  <a:lnTo>
                    <a:pt x="238" y="560"/>
                  </a:lnTo>
                  <a:lnTo>
                    <a:pt x="232" y="561"/>
                  </a:lnTo>
                  <a:lnTo>
                    <a:pt x="231" y="561"/>
                  </a:lnTo>
                  <a:lnTo>
                    <a:pt x="230" y="561"/>
                  </a:lnTo>
                  <a:lnTo>
                    <a:pt x="213" y="561"/>
                  </a:lnTo>
                  <a:lnTo>
                    <a:pt x="212" y="561"/>
                  </a:lnTo>
                  <a:lnTo>
                    <a:pt x="203" y="563"/>
                  </a:lnTo>
                  <a:lnTo>
                    <a:pt x="198" y="563"/>
                  </a:lnTo>
                  <a:lnTo>
                    <a:pt x="184" y="563"/>
                  </a:lnTo>
                  <a:lnTo>
                    <a:pt x="177" y="563"/>
                  </a:lnTo>
                  <a:lnTo>
                    <a:pt x="170" y="563"/>
                  </a:lnTo>
                  <a:lnTo>
                    <a:pt x="168" y="563"/>
                  </a:lnTo>
                  <a:lnTo>
                    <a:pt x="166" y="564"/>
                  </a:lnTo>
                  <a:lnTo>
                    <a:pt x="152" y="564"/>
                  </a:lnTo>
                  <a:lnTo>
                    <a:pt x="142" y="564"/>
                  </a:lnTo>
                  <a:lnTo>
                    <a:pt x="132" y="564"/>
                  </a:lnTo>
                  <a:lnTo>
                    <a:pt x="128" y="564"/>
                  </a:lnTo>
                  <a:lnTo>
                    <a:pt x="110" y="565"/>
                  </a:lnTo>
                  <a:lnTo>
                    <a:pt x="107" y="565"/>
                  </a:lnTo>
                  <a:lnTo>
                    <a:pt x="100" y="565"/>
                  </a:lnTo>
                  <a:lnTo>
                    <a:pt x="95" y="565"/>
                  </a:lnTo>
                  <a:lnTo>
                    <a:pt x="90" y="565"/>
                  </a:lnTo>
                  <a:lnTo>
                    <a:pt x="87" y="565"/>
                  </a:lnTo>
                  <a:lnTo>
                    <a:pt x="72" y="565"/>
                  </a:lnTo>
                  <a:lnTo>
                    <a:pt x="64" y="566"/>
                  </a:lnTo>
                  <a:lnTo>
                    <a:pt x="58" y="566"/>
                  </a:lnTo>
                  <a:lnTo>
                    <a:pt x="58" y="554"/>
                  </a:lnTo>
                  <a:lnTo>
                    <a:pt x="58" y="541"/>
                  </a:lnTo>
                  <a:lnTo>
                    <a:pt x="58" y="531"/>
                  </a:lnTo>
                  <a:lnTo>
                    <a:pt x="58" y="517"/>
                  </a:lnTo>
                  <a:lnTo>
                    <a:pt x="58" y="505"/>
                  </a:lnTo>
                  <a:lnTo>
                    <a:pt x="57" y="498"/>
                  </a:lnTo>
                  <a:lnTo>
                    <a:pt x="57" y="465"/>
                  </a:lnTo>
                  <a:lnTo>
                    <a:pt x="57" y="457"/>
                  </a:lnTo>
                  <a:lnTo>
                    <a:pt x="57" y="456"/>
                  </a:lnTo>
                  <a:lnTo>
                    <a:pt x="57" y="43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8" name="Freeform 26">
              <a:extLst>
                <a:ext uri="{FF2B5EF4-FFF2-40B4-BE49-F238E27FC236}">
                  <a16:creationId xmlns:a16="http://schemas.microsoft.com/office/drawing/2014/main" id="{148D32B2-EA95-DCA2-181B-94C8B0B99F09}"/>
                </a:ext>
              </a:extLst>
            </p:cNvPr>
            <p:cNvSpPr>
              <a:spLocks noChangeAspect="1"/>
            </p:cNvSpPr>
            <p:nvPr/>
          </p:nvSpPr>
          <p:spPr bwMode="auto">
            <a:xfrm>
              <a:off x="690" y="2427"/>
              <a:ext cx="91" cy="78"/>
            </a:xfrm>
            <a:custGeom>
              <a:avLst/>
              <a:gdLst>
                <a:gd name="T0" fmla="*/ 146 w 515"/>
                <a:gd name="T1" fmla="*/ 12 h 442"/>
                <a:gd name="T2" fmla="*/ 184 w 515"/>
                <a:gd name="T3" fmla="*/ 9 h 442"/>
                <a:gd name="T4" fmla="*/ 228 w 515"/>
                <a:gd name="T5" fmla="*/ 6 h 442"/>
                <a:gd name="T6" fmla="*/ 260 w 515"/>
                <a:gd name="T7" fmla="*/ 3 h 442"/>
                <a:gd name="T8" fmla="*/ 294 w 515"/>
                <a:gd name="T9" fmla="*/ 1 h 442"/>
                <a:gd name="T10" fmla="*/ 317 w 515"/>
                <a:gd name="T11" fmla="*/ 22 h 442"/>
                <a:gd name="T12" fmla="*/ 316 w 515"/>
                <a:gd name="T13" fmla="*/ 58 h 442"/>
                <a:gd name="T14" fmla="*/ 325 w 515"/>
                <a:gd name="T15" fmla="*/ 82 h 442"/>
                <a:gd name="T16" fmla="*/ 342 w 515"/>
                <a:gd name="T17" fmla="*/ 100 h 442"/>
                <a:gd name="T18" fmla="*/ 373 w 515"/>
                <a:gd name="T19" fmla="*/ 127 h 442"/>
                <a:gd name="T20" fmla="*/ 389 w 515"/>
                <a:gd name="T21" fmla="*/ 164 h 442"/>
                <a:gd name="T22" fmla="*/ 412 w 515"/>
                <a:gd name="T23" fmla="*/ 157 h 442"/>
                <a:gd name="T24" fmla="*/ 420 w 515"/>
                <a:gd name="T25" fmla="*/ 171 h 442"/>
                <a:gd name="T26" fmla="*/ 415 w 515"/>
                <a:gd name="T27" fmla="*/ 195 h 442"/>
                <a:gd name="T28" fmla="*/ 410 w 515"/>
                <a:gd name="T29" fmla="*/ 226 h 442"/>
                <a:gd name="T30" fmla="*/ 439 w 515"/>
                <a:gd name="T31" fmla="*/ 249 h 442"/>
                <a:gd name="T32" fmla="*/ 466 w 515"/>
                <a:gd name="T33" fmla="*/ 268 h 442"/>
                <a:gd name="T34" fmla="*/ 485 w 515"/>
                <a:gd name="T35" fmla="*/ 307 h 442"/>
                <a:gd name="T36" fmla="*/ 485 w 515"/>
                <a:gd name="T37" fmla="*/ 315 h 442"/>
                <a:gd name="T38" fmla="*/ 510 w 515"/>
                <a:gd name="T39" fmla="*/ 338 h 442"/>
                <a:gd name="T40" fmla="*/ 514 w 515"/>
                <a:gd name="T41" fmla="*/ 350 h 442"/>
                <a:gd name="T42" fmla="*/ 506 w 515"/>
                <a:gd name="T43" fmla="*/ 380 h 442"/>
                <a:gd name="T44" fmla="*/ 490 w 515"/>
                <a:gd name="T45" fmla="*/ 388 h 442"/>
                <a:gd name="T46" fmla="*/ 487 w 515"/>
                <a:gd name="T47" fmla="*/ 414 h 442"/>
                <a:gd name="T48" fmla="*/ 475 w 515"/>
                <a:gd name="T49" fmla="*/ 439 h 442"/>
                <a:gd name="T50" fmla="*/ 434 w 515"/>
                <a:gd name="T51" fmla="*/ 442 h 442"/>
                <a:gd name="T52" fmla="*/ 438 w 515"/>
                <a:gd name="T53" fmla="*/ 422 h 442"/>
                <a:gd name="T54" fmla="*/ 427 w 515"/>
                <a:gd name="T55" fmla="*/ 393 h 442"/>
                <a:gd name="T56" fmla="*/ 384 w 515"/>
                <a:gd name="T57" fmla="*/ 397 h 442"/>
                <a:gd name="T58" fmla="*/ 343 w 515"/>
                <a:gd name="T59" fmla="*/ 399 h 442"/>
                <a:gd name="T60" fmla="*/ 323 w 515"/>
                <a:gd name="T61" fmla="*/ 400 h 442"/>
                <a:gd name="T62" fmla="*/ 269 w 515"/>
                <a:gd name="T63" fmla="*/ 404 h 442"/>
                <a:gd name="T64" fmla="*/ 239 w 515"/>
                <a:gd name="T65" fmla="*/ 405 h 442"/>
                <a:gd name="T66" fmla="*/ 197 w 515"/>
                <a:gd name="T67" fmla="*/ 408 h 442"/>
                <a:gd name="T68" fmla="*/ 161 w 515"/>
                <a:gd name="T69" fmla="*/ 409 h 442"/>
                <a:gd name="T70" fmla="*/ 116 w 515"/>
                <a:gd name="T71" fmla="*/ 411 h 442"/>
                <a:gd name="T72" fmla="*/ 97 w 515"/>
                <a:gd name="T73" fmla="*/ 396 h 442"/>
                <a:gd name="T74" fmla="*/ 96 w 515"/>
                <a:gd name="T75" fmla="*/ 367 h 442"/>
                <a:gd name="T76" fmla="*/ 95 w 515"/>
                <a:gd name="T77" fmla="*/ 346 h 442"/>
                <a:gd name="T78" fmla="*/ 94 w 515"/>
                <a:gd name="T79" fmla="*/ 298 h 442"/>
                <a:gd name="T80" fmla="*/ 92 w 515"/>
                <a:gd name="T81" fmla="*/ 259 h 442"/>
                <a:gd name="T82" fmla="*/ 91 w 515"/>
                <a:gd name="T83" fmla="*/ 216 h 442"/>
                <a:gd name="T84" fmla="*/ 90 w 515"/>
                <a:gd name="T85" fmla="*/ 176 h 442"/>
                <a:gd name="T86" fmla="*/ 90 w 515"/>
                <a:gd name="T87" fmla="*/ 152 h 442"/>
                <a:gd name="T88" fmla="*/ 68 w 515"/>
                <a:gd name="T89" fmla="*/ 132 h 442"/>
                <a:gd name="T90" fmla="*/ 55 w 515"/>
                <a:gd name="T91" fmla="*/ 108 h 442"/>
                <a:gd name="T92" fmla="*/ 59 w 515"/>
                <a:gd name="T93" fmla="*/ 81 h 442"/>
                <a:gd name="T94" fmla="*/ 20 w 515"/>
                <a:gd name="T95" fmla="*/ 48 h 442"/>
                <a:gd name="T96" fmla="*/ 2 w 515"/>
                <a:gd name="T97" fmla="*/ 21 h 442"/>
                <a:gd name="T98" fmla="*/ 38 w 515"/>
                <a:gd name="T99" fmla="*/ 15 h 442"/>
                <a:gd name="T100" fmla="*/ 83 w 515"/>
                <a:gd name="T101" fmla="*/ 1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5" h="442">
                  <a:moveTo>
                    <a:pt x="112" y="13"/>
                  </a:moveTo>
                  <a:lnTo>
                    <a:pt x="127" y="13"/>
                  </a:lnTo>
                  <a:lnTo>
                    <a:pt x="128" y="12"/>
                  </a:lnTo>
                  <a:lnTo>
                    <a:pt x="145" y="12"/>
                  </a:lnTo>
                  <a:lnTo>
                    <a:pt x="146" y="12"/>
                  </a:lnTo>
                  <a:lnTo>
                    <a:pt x="161" y="10"/>
                  </a:lnTo>
                  <a:lnTo>
                    <a:pt x="166" y="10"/>
                  </a:lnTo>
                  <a:lnTo>
                    <a:pt x="169" y="10"/>
                  </a:lnTo>
                  <a:lnTo>
                    <a:pt x="174" y="9"/>
                  </a:lnTo>
                  <a:lnTo>
                    <a:pt x="184" y="9"/>
                  </a:lnTo>
                  <a:lnTo>
                    <a:pt x="194" y="8"/>
                  </a:lnTo>
                  <a:lnTo>
                    <a:pt x="202" y="8"/>
                  </a:lnTo>
                  <a:lnTo>
                    <a:pt x="220" y="7"/>
                  </a:lnTo>
                  <a:lnTo>
                    <a:pt x="222" y="7"/>
                  </a:lnTo>
                  <a:lnTo>
                    <a:pt x="228" y="6"/>
                  </a:lnTo>
                  <a:lnTo>
                    <a:pt x="238" y="6"/>
                  </a:lnTo>
                  <a:lnTo>
                    <a:pt x="248" y="4"/>
                  </a:lnTo>
                  <a:lnTo>
                    <a:pt x="256" y="3"/>
                  </a:lnTo>
                  <a:lnTo>
                    <a:pt x="257" y="3"/>
                  </a:lnTo>
                  <a:lnTo>
                    <a:pt x="260" y="3"/>
                  </a:lnTo>
                  <a:lnTo>
                    <a:pt x="270" y="2"/>
                  </a:lnTo>
                  <a:lnTo>
                    <a:pt x="272" y="2"/>
                  </a:lnTo>
                  <a:lnTo>
                    <a:pt x="278" y="2"/>
                  </a:lnTo>
                  <a:lnTo>
                    <a:pt x="293" y="0"/>
                  </a:lnTo>
                  <a:lnTo>
                    <a:pt x="294" y="1"/>
                  </a:lnTo>
                  <a:lnTo>
                    <a:pt x="294" y="2"/>
                  </a:lnTo>
                  <a:lnTo>
                    <a:pt x="301" y="7"/>
                  </a:lnTo>
                  <a:lnTo>
                    <a:pt x="311" y="20"/>
                  </a:lnTo>
                  <a:lnTo>
                    <a:pt x="317" y="21"/>
                  </a:lnTo>
                  <a:lnTo>
                    <a:pt x="317" y="22"/>
                  </a:lnTo>
                  <a:lnTo>
                    <a:pt x="316" y="24"/>
                  </a:lnTo>
                  <a:lnTo>
                    <a:pt x="312" y="34"/>
                  </a:lnTo>
                  <a:lnTo>
                    <a:pt x="312" y="39"/>
                  </a:lnTo>
                  <a:lnTo>
                    <a:pt x="312" y="46"/>
                  </a:lnTo>
                  <a:lnTo>
                    <a:pt x="316" y="58"/>
                  </a:lnTo>
                  <a:lnTo>
                    <a:pt x="319" y="63"/>
                  </a:lnTo>
                  <a:lnTo>
                    <a:pt x="318" y="70"/>
                  </a:lnTo>
                  <a:lnTo>
                    <a:pt x="324" y="76"/>
                  </a:lnTo>
                  <a:lnTo>
                    <a:pt x="325" y="81"/>
                  </a:lnTo>
                  <a:lnTo>
                    <a:pt x="325" y="82"/>
                  </a:lnTo>
                  <a:lnTo>
                    <a:pt x="330" y="88"/>
                  </a:lnTo>
                  <a:lnTo>
                    <a:pt x="332" y="90"/>
                  </a:lnTo>
                  <a:lnTo>
                    <a:pt x="334" y="92"/>
                  </a:lnTo>
                  <a:lnTo>
                    <a:pt x="340" y="97"/>
                  </a:lnTo>
                  <a:lnTo>
                    <a:pt x="342" y="100"/>
                  </a:lnTo>
                  <a:lnTo>
                    <a:pt x="346" y="102"/>
                  </a:lnTo>
                  <a:lnTo>
                    <a:pt x="354" y="112"/>
                  </a:lnTo>
                  <a:lnTo>
                    <a:pt x="359" y="115"/>
                  </a:lnTo>
                  <a:lnTo>
                    <a:pt x="366" y="120"/>
                  </a:lnTo>
                  <a:lnTo>
                    <a:pt x="373" y="127"/>
                  </a:lnTo>
                  <a:lnTo>
                    <a:pt x="376" y="130"/>
                  </a:lnTo>
                  <a:lnTo>
                    <a:pt x="379" y="140"/>
                  </a:lnTo>
                  <a:lnTo>
                    <a:pt x="380" y="152"/>
                  </a:lnTo>
                  <a:lnTo>
                    <a:pt x="383" y="158"/>
                  </a:lnTo>
                  <a:lnTo>
                    <a:pt x="389" y="164"/>
                  </a:lnTo>
                  <a:lnTo>
                    <a:pt x="391" y="163"/>
                  </a:lnTo>
                  <a:lnTo>
                    <a:pt x="398" y="154"/>
                  </a:lnTo>
                  <a:lnTo>
                    <a:pt x="403" y="154"/>
                  </a:lnTo>
                  <a:lnTo>
                    <a:pt x="407" y="157"/>
                  </a:lnTo>
                  <a:lnTo>
                    <a:pt x="412" y="157"/>
                  </a:lnTo>
                  <a:lnTo>
                    <a:pt x="413" y="158"/>
                  </a:lnTo>
                  <a:lnTo>
                    <a:pt x="422" y="163"/>
                  </a:lnTo>
                  <a:lnTo>
                    <a:pt x="424" y="168"/>
                  </a:lnTo>
                  <a:lnTo>
                    <a:pt x="424" y="169"/>
                  </a:lnTo>
                  <a:lnTo>
                    <a:pt x="420" y="171"/>
                  </a:lnTo>
                  <a:lnTo>
                    <a:pt x="420" y="174"/>
                  </a:lnTo>
                  <a:lnTo>
                    <a:pt x="420" y="182"/>
                  </a:lnTo>
                  <a:lnTo>
                    <a:pt x="420" y="186"/>
                  </a:lnTo>
                  <a:lnTo>
                    <a:pt x="416" y="194"/>
                  </a:lnTo>
                  <a:lnTo>
                    <a:pt x="415" y="195"/>
                  </a:lnTo>
                  <a:lnTo>
                    <a:pt x="415" y="196"/>
                  </a:lnTo>
                  <a:lnTo>
                    <a:pt x="415" y="199"/>
                  </a:lnTo>
                  <a:lnTo>
                    <a:pt x="410" y="210"/>
                  </a:lnTo>
                  <a:lnTo>
                    <a:pt x="409" y="223"/>
                  </a:lnTo>
                  <a:lnTo>
                    <a:pt x="410" y="226"/>
                  </a:lnTo>
                  <a:lnTo>
                    <a:pt x="419" y="235"/>
                  </a:lnTo>
                  <a:lnTo>
                    <a:pt x="419" y="236"/>
                  </a:lnTo>
                  <a:lnTo>
                    <a:pt x="422" y="238"/>
                  </a:lnTo>
                  <a:lnTo>
                    <a:pt x="428" y="241"/>
                  </a:lnTo>
                  <a:lnTo>
                    <a:pt x="439" y="249"/>
                  </a:lnTo>
                  <a:lnTo>
                    <a:pt x="444" y="258"/>
                  </a:lnTo>
                  <a:lnTo>
                    <a:pt x="449" y="256"/>
                  </a:lnTo>
                  <a:lnTo>
                    <a:pt x="455" y="256"/>
                  </a:lnTo>
                  <a:lnTo>
                    <a:pt x="464" y="262"/>
                  </a:lnTo>
                  <a:lnTo>
                    <a:pt x="466" y="268"/>
                  </a:lnTo>
                  <a:lnTo>
                    <a:pt x="479" y="279"/>
                  </a:lnTo>
                  <a:lnTo>
                    <a:pt x="478" y="284"/>
                  </a:lnTo>
                  <a:lnTo>
                    <a:pt x="478" y="285"/>
                  </a:lnTo>
                  <a:lnTo>
                    <a:pt x="487" y="303"/>
                  </a:lnTo>
                  <a:lnTo>
                    <a:pt x="485" y="307"/>
                  </a:lnTo>
                  <a:lnTo>
                    <a:pt x="482" y="307"/>
                  </a:lnTo>
                  <a:lnTo>
                    <a:pt x="481" y="309"/>
                  </a:lnTo>
                  <a:lnTo>
                    <a:pt x="482" y="315"/>
                  </a:lnTo>
                  <a:lnTo>
                    <a:pt x="484" y="315"/>
                  </a:lnTo>
                  <a:lnTo>
                    <a:pt x="485" y="315"/>
                  </a:lnTo>
                  <a:lnTo>
                    <a:pt x="493" y="336"/>
                  </a:lnTo>
                  <a:lnTo>
                    <a:pt x="498" y="338"/>
                  </a:lnTo>
                  <a:lnTo>
                    <a:pt x="503" y="338"/>
                  </a:lnTo>
                  <a:lnTo>
                    <a:pt x="503" y="331"/>
                  </a:lnTo>
                  <a:lnTo>
                    <a:pt x="510" y="338"/>
                  </a:lnTo>
                  <a:lnTo>
                    <a:pt x="512" y="339"/>
                  </a:lnTo>
                  <a:lnTo>
                    <a:pt x="515" y="342"/>
                  </a:lnTo>
                  <a:lnTo>
                    <a:pt x="515" y="343"/>
                  </a:lnTo>
                  <a:lnTo>
                    <a:pt x="515" y="348"/>
                  </a:lnTo>
                  <a:lnTo>
                    <a:pt x="514" y="350"/>
                  </a:lnTo>
                  <a:lnTo>
                    <a:pt x="515" y="358"/>
                  </a:lnTo>
                  <a:lnTo>
                    <a:pt x="515" y="361"/>
                  </a:lnTo>
                  <a:lnTo>
                    <a:pt x="510" y="362"/>
                  </a:lnTo>
                  <a:lnTo>
                    <a:pt x="512" y="372"/>
                  </a:lnTo>
                  <a:lnTo>
                    <a:pt x="506" y="380"/>
                  </a:lnTo>
                  <a:lnTo>
                    <a:pt x="500" y="374"/>
                  </a:lnTo>
                  <a:lnTo>
                    <a:pt x="498" y="375"/>
                  </a:lnTo>
                  <a:lnTo>
                    <a:pt x="497" y="376"/>
                  </a:lnTo>
                  <a:lnTo>
                    <a:pt x="494" y="388"/>
                  </a:lnTo>
                  <a:lnTo>
                    <a:pt x="490" y="388"/>
                  </a:lnTo>
                  <a:lnTo>
                    <a:pt x="488" y="381"/>
                  </a:lnTo>
                  <a:lnTo>
                    <a:pt x="486" y="388"/>
                  </a:lnTo>
                  <a:lnTo>
                    <a:pt x="488" y="400"/>
                  </a:lnTo>
                  <a:lnTo>
                    <a:pt x="486" y="405"/>
                  </a:lnTo>
                  <a:lnTo>
                    <a:pt x="487" y="414"/>
                  </a:lnTo>
                  <a:lnTo>
                    <a:pt x="475" y="414"/>
                  </a:lnTo>
                  <a:lnTo>
                    <a:pt x="481" y="420"/>
                  </a:lnTo>
                  <a:lnTo>
                    <a:pt x="484" y="426"/>
                  </a:lnTo>
                  <a:lnTo>
                    <a:pt x="482" y="428"/>
                  </a:lnTo>
                  <a:lnTo>
                    <a:pt x="475" y="439"/>
                  </a:lnTo>
                  <a:lnTo>
                    <a:pt x="473" y="439"/>
                  </a:lnTo>
                  <a:lnTo>
                    <a:pt x="461" y="440"/>
                  </a:lnTo>
                  <a:lnTo>
                    <a:pt x="457" y="440"/>
                  </a:lnTo>
                  <a:lnTo>
                    <a:pt x="442" y="441"/>
                  </a:lnTo>
                  <a:lnTo>
                    <a:pt x="434" y="442"/>
                  </a:lnTo>
                  <a:lnTo>
                    <a:pt x="432" y="442"/>
                  </a:lnTo>
                  <a:lnTo>
                    <a:pt x="425" y="442"/>
                  </a:lnTo>
                  <a:lnTo>
                    <a:pt x="431" y="430"/>
                  </a:lnTo>
                  <a:lnTo>
                    <a:pt x="433" y="430"/>
                  </a:lnTo>
                  <a:lnTo>
                    <a:pt x="438" y="422"/>
                  </a:lnTo>
                  <a:lnTo>
                    <a:pt x="443" y="417"/>
                  </a:lnTo>
                  <a:lnTo>
                    <a:pt x="439" y="393"/>
                  </a:lnTo>
                  <a:lnTo>
                    <a:pt x="433" y="393"/>
                  </a:lnTo>
                  <a:lnTo>
                    <a:pt x="431" y="393"/>
                  </a:lnTo>
                  <a:lnTo>
                    <a:pt x="427" y="393"/>
                  </a:lnTo>
                  <a:lnTo>
                    <a:pt x="407" y="396"/>
                  </a:lnTo>
                  <a:lnTo>
                    <a:pt x="396" y="396"/>
                  </a:lnTo>
                  <a:lnTo>
                    <a:pt x="395" y="396"/>
                  </a:lnTo>
                  <a:lnTo>
                    <a:pt x="390" y="397"/>
                  </a:lnTo>
                  <a:lnTo>
                    <a:pt x="384" y="397"/>
                  </a:lnTo>
                  <a:lnTo>
                    <a:pt x="374" y="398"/>
                  </a:lnTo>
                  <a:lnTo>
                    <a:pt x="365" y="398"/>
                  </a:lnTo>
                  <a:lnTo>
                    <a:pt x="359" y="399"/>
                  </a:lnTo>
                  <a:lnTo>
                    <a:pt x="356" y="399"/>
                  </a:lnTo>
                  <a:lnTo>
                    <a:pt x="343" y="399"/>
                  </a:lnTo>
                  <a:lnTo>
                    <a:pt x="342" y="399"/>
                  </a:lnTo>
                  <a:lnTo>
                    <a:pt x="340" y="400"/>
                  </a:lnTo>
                  <a:lnTo>
                    <a:pt x="336" y="400"/>
                  </a:lnTo>
                  <a:lnTo>
                    <a:pt x="332" y="400"/>
                  </a:lnTo>
                  <a:lnTo>
                    <a:pt x="323" y="400"/>
                  </a:lnTo>
                  <a:lnTo>
                    <a:pt x="317" y="402"/>
                  </a:lnTo>
                  <a:lnTo>
                    <a:pt x="298" y="403"/>
                  </a:lnTo>
                  <a:lnTo>
                    <a:pt x="288" y="403"/>
                  </a:lnTo>
                  <a:lnTo>
                    <a:pt x="286" y="403"/>
                  </a:lnTo>
                  <a:lnTo>
                    <a:pt x="269" y="404"/>
                  </a:lnTo>
                  <a:lnTo>
                    <a:pt x="264" y="404"/>
                  </a:lnTo>
                  <a:lnTo>
                    <a:pt x="257" y="405"/>
                  </a:lnTo>
                  <a:lnTo>
                    <a:pt x="242" y="405"/>
                  </a:lnTo>
                  <a:lnTo>
                    <a:pt x="240" y="405"/>
                  </a:lnTo>
                  <a:lnTo>
                    <a:pt x="239" y="405"/>
                  </a:lnTo>
                  <a:lnTo>
                    <a:pt x="232" y="406"/>
                  </a:lnTo>
                  <a:lnTo>
                    <a:pt x="217" y="406"/>
                  </a:lnTo>
                  <a:lnTo>
                    <a:pt x="210" y="408"/>
                  </a:lnTo>
                  <a:lnTo>
                    <a:pt x="198" y="408"/>
                  </a:lnTo>
                  <a:lnTo>
                    <a:pt x="197" y="408"/>
                  </a:lnTo>
                  <a:lnTo>
                    <a:pt x="192" y="408"/>
                  </a:lnTo>
                  <a:lnTo>
                    <a:pt x="187" y="408"/>
                  </a:lnTo>
                  <a:lnTo>
                    <a:pt x="176" y="409"/>
                  </a:lnTo>
                  <a:lnTo>
                    <a:pt x="167" y="409"/>
                  </a:lnTo>
                  <a:lnTo>
                    <a:pt x="161" y="409"/>
                  </a:lnTo>
                  <a:lnTo>
                    <a:pt x="155" y="410"/>
                  </a:lnTo>
                  <a:lnTo>
                    <a:pt x="150" y="410"/>
                  </a:lnTo>
                  <a:lnTo>
                    <a:pt x="144" y="410"/>
                  </a:lnTo>
                  <a:lnTo>
                    <a:pt x="139" y="410"/>
                  </a:lnTo>
                  <a:lnTo>
                    <a:pt x="116" y="411"/>
                  </a:lnTo>
                  <a:lnTo>
                    <a:pt x="107" y="411"/>
                  </a:lnTo>
                  <a:lnTo>
                    <a:pt x="97" y="411"/>
                  </a:lnTo>
                  <a:lnTo>
                    <a:pt x="97" y="402"/>
                  </a:lnTo>
                  <a:lnTo>
                    <a:pt x="97" y="397"/>
                  </a:lnTo>
                  <a:lnTo>
                    <a:pt x="97" y="396"/>
                  </a:lnTo>
                  <a:lnTo>
                    <a:pt x="96" y="394"/>
                  </a:lnTo>
                  <a:lnTo>
                    <a:pt x="96" y="388"/>
                  </a:lnTo>
                  <a:lnTo>
                    <a:pt x="96" y="386"/>
                  </a:lnTo>
                  <a:lnTo>
                    <a:pt x="96" y="376"/>
                  </a:lnTo>
                  <a:lnTo>
                    <a:pt x="96" y="367"/>
                  </a:lnTo>
                  <a:lnTo>
                    <a:pt x="96" y="363"/>
                  </a:lnTo>
                  <a:lnTo>
                    <a:pt x="96" y="360"/>
                  </a:lnTo>
                  <a:lnTo>
                    <a:pt x="96" y="357"/>
                  </a:lnTo>
                  <a:lnTo>
                    <a:pt x="95" y="355"/>
                  </a:lnTo>
                  <a:lnTo>
                    <a:pt x="95" y="346"/>
                  </a:lnTo>
                  <a:lnTo>
                    <a:pt x="95" y="330"/>
                  </a:lnTo>
                  <a:lnTo>
                    <a:pt x="95" y="327"/>
                  </a:lnTo>
                  <a:lnTo>
                    <a:pt x="95" y="326"/>
                  </a:lnTo>
                  <a:lnTo>
                    <a:pt x="94" y="314"/>
                  </a:lnTo>
                  <a:lnTo>
                    <a:pt x="94" y="298"/>
                  </a:lnTo>
                  <a:lnTo>
                    <a:pt x="94" y="297"/>
                  </a:lnTo>
                  <a:lnTo>
                    <a:pt x="94" y="286"/>
                  </a:lnTo>
                  <a:lnTo>
                    <a:pt x="92" y="271"/>
                  </a:lnTo>
                  <a:lnTo>
                    <a:pt x="92" y="261"/>
                  </a:lnTo>
                  <a:lnTo>
                    <a:pt x="92" y="259"/>
                  </a:lnTo>
                  <a:lnTo>
                    <a:pt x="92" y="250"/>
                  </a:lnTo>
                  <a:lnTo>
                    <a:pt x="92" y="241"/>
                  </a:lnTo>
                  <a:lnTo>
                    <a:pt x="91" y="226"/>
                  </a:lnTo>
                  <a:lnTo>
                    <a:pt x="91" y="218"/>
                  </a:lnTo>
                  <a:lnTo>
                    <a:pt x="91" y="216"/>
                  </a:lnTo>
                  <a:lnTo>
                    <a:pt x="91" y="204"/>
                  </a:lnTo>
                  <a:lnTo>
                    <a:pt x="91" y="193"/>
                  </a:lnTo>
                  <a:lnTo>
                    <a:pt x="90" y="192"/>
                  </a:lnTo>
                  <a:lnTo>
                    <a:pt x="90" y="182"/>
                  </a:lnTo>
                  <a:lnTo>
                    <a:pt x="90" y="176"/>
                  </a:lnTo>
                  <a:lnTo>
                    <a:pt x="90" y="170"/>
                  </a:lnTo>
                  <a:lnTo>
                    <a:pt x="90" y="163"/>
                  </a:lnTo>
                  <a:lnTo>
                    <a:pt x="90" y="157"/>
                  </a:lnTo>
                  <a:lnTo>
                    <a:pt x="90" y="156"/>
                  </a:lnTo>
                  <a:lnTo>
                    <a:pt x="90" y="152"/>
                  </a:lnTo>
                  <a:lnTo>
                    <a:pt x="88" y="152"/>
                  </a:lnTo>
                  <a:lnTo>
                    <a:pt x="79" y="151"/>
                  </a:lnTo>
                  <a:lnTo>
                    <a:pt x="77" y="148"/>
                  </a:lnTo>
                  <a:lnTo>
                    <a:pt x="70" y="140"/>
                  </a:lnTo>
                  <a:lnTo>
                    <a:pt x="68" y="132"/>
                  </a:lnTo>
                  <a:lnTo>
                    <a:pt x="62" y="127"/>
                  </a:lnTo>
                  <a:lnTo>
                    <a:pt x="59" y="124"/>
                  </a:lnTo>
                  <a:lnTo>
                    <a:pt x="55" y="120"/>
                  </a:lnTo>
                  <a:lnTo>
                    <a:pt x="52" y="116"/>
                  </a:lnTo>
                  <a:lnTo>
                    <a:pt x="55" y="108"/>
                  </a:lnTo>
                  <a:lnTo>
                    <a:pt x="59" y="103"/>
                  </a:lnTo>
                  <a:lnTo>
                    <a:pt x="68" y="97"/>
                  </a:lnTo>
                  <a:lnTo>
                    <a:pt x="67" y="88"/>
                  </a:lnTo>
                  <a:lnTo>
                    <a:pt x="64" y="82"/>
                  </a:lnTo>
                  <a:lnTo>
                    <a:pt x="59" y="81"/>
                  </a:lnTo>
                  <a:lnTo>
                    <a:pt x="56" y="82"/>
                  </a:lnTo>
                  <a:lnTo>
                    <a:pt x="49" y="84"/>
                  </a:lnTo>
                  <a:lnTo>
                    <a:pt x="35" y="72"/>
                  </a:lnTo>
                  <a:lnTo>
                    <a:pt x="30" y="69"/>
                  </a:lnTo>
                  <a:lnTo>
                    <a:pt x="20" y="48"/>
                  </a:lnTo>
                  <a:lnTo>
                    <a:pt x="17" y="46"/>
                  </a:lnTo>
                  <a:lnTo>
                    <a:pt x="12" y="42"/>
                  </a:lnTo>
                  <a:lnTo>
                    <a:pt x="7" y="18"/>
                  </a:lnTo>
                  <a:lnTo>
                    <a:pt x="5" y="21"/>
                  </a:lnTo>
                  <a:lnTo>
                    <a:pt x="2" y="21"/>
                  </a:lnTo>
                  <a:lnTo>
                    <a:pt x="0" y="15"/>
                  </a:lnTo>
                  <a:lnTo>
                    <a:pt x="1" y="15"/>
                  </a:lnTo>
                  <a:lnTo>
                    <a:pt x="20" y="15"/>
                  </a:lnTo>
                  <a:lnTo>
                    <a:pt x="29" y="15"/>
                  </a:lnTo>
                  <a:lnTo>
                    <a:pt x="38" y="15"/>
                  </a:lnTo>
                  <a:lnTo>
                    <a:pt x="42" y="15"/>
                  </a:lnTo>
                  <a:lnTo>
                    <a:pt x="56" y="14"/>
                  </a:lnTo>
                  <a:lnTo>
                    <a:pt x="62" y="15"/>
                  </a:lnTo>
                  <a:lnTo>
                    <a:pt x="74" y="14"/>
                  </a:lnTo>
                  <a:lnTo>
                    <a:pt x="83" y="14"/>
                  </a:lnTo>
                  <a:lnTo>
                    <a:pt x="92" y="14"/>
                  </a:lnTo>
                  <a:lnTo>
                    <a:pt x="95" y="14"/>
                  </a:lnTo>
                  <a:lnTo>
                    <a:pt x="110" y="13"/>
                  </a:lnTo>
                  <a:lnTo>
                    <a:pt x="112" y="1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9" name="Freeform 27">
              <a:extLst>
                <a:ext uri="{FF2B5EF4-FFF2-40B4-BE49-F238E27FC236}">
                  <a16:creationId xmlns:a16="http://schemas.microsoft.com/office/drawing/2014/main" id="{2A22BD2E-6868-C3B1-F513-B88E609F29EC}"/>
                </a:ext>
              </a:extLst>
            </p:cNvPr>
            <p:cNvSpPr>
              <a:spLocks noChangeAspect="1"/>
            </p:cNvSpPr>
            <p:nvPr/>
          </p:nvSpPr>
          <p:spPr bwMode="auto">
            <a:xfrm>
              <a:off x="584" y="2386"/>
              <a:ext cx="112" cy="54"/>
            </a:xfrm>
            <a:custGeom>
              <a:avLst/>
              <a:gdLst>
                <a:gd name="T0" fmla="*/ 373 w 634"/>
                <a:gd name="T1" fmla="*/ 305 h 305"/>
                <a:gd name="T2" fmla="*/ 351 w 634"/>
                <a:gd name="T3" fmla="*/ 304 h 305"/>
                <a:gd name="T4" fmla="*/ 318 w 634"/>
                <a:gd name="T5" fmla="*/ 304 h 305"/>
                <a:gd name="T6" fmla="*/ 277 w 634"/>
                <a:gd name="T7" fmla="*/ 303 h 305"/>
                <a:gd name="T8" fmla="*/ 250 w 634"/>
                <a:gd name="T9" fmla="*/ 303 h 305"/>
                <a:gd name="T10" fmla="*/ 227 w 634"/>
                <a:gd name="T11" fmla="*/ 301 h 305"/>
                <a:gd name="T12" fmla="*/ 190 w 634"/>
                <a:gd name="T13" fmla="*/ 300 h 305"/>
                <a:gd name="T14" fmla="*/ 142 w 634"/>
                <a:gd name="T15" fmla="*/ 265 h 305"/>
                <a:gd name="T16" fmla="*/ 143 w 634"/>
                <a:gd name="T17" fmla="*/ 238 h 305"/>
                <a:gd name="T18" fmla="*/ 144 w 634"/>
                <a:gd name="T19" fmla="*/ 202 h 305"/>
                <a:gd name="T20" fmla="*/ 48 w 634"/>
                <a:gd name="T21" fmla="*/ 197 h 305"/>
                <a:gd name="T22" fmla="*/ 0 w 634"/>
                <a:gd name="T23" fmla="*/ 195 h 305"/>
                <a:gd name="T24" fmla="*/ 3 w 634"/>
                <a:gd name="T25" fmla="*/ 156 h 305"/>
                <a:gd name="T26" fmla="*/ 4 w 634"/>
                <a:gd name="T27" fmla="*/ 133 h 305"/>
                <a:gd name="T28" fmla="*/ 5 w 634"/>
                <a:gd name="T29" fmla="*/ 109 h 305"/>
                <a:gd name="T30" fmla="*/ 7 w 634"/>
                <a:gd name="T31" fmla="*/ 73 h 305"/>
                <a:gd name="T32" fmla="*/ 11 w 634"/>
                <a:gd name="T33" fmla="*/ 5 h 305"/>
                <a:gd name="T34" fmla="*/ 16 w 634"/>
                <a:gd name="T35" fmla="*/ 0 h 305"/>
                <a:gd name="T36" fmla="*/ 71 w 634"/>
                <a:gd name="T37" fmla="*/ 4 h 305"/>
                <a:gd name="T38" fmla="*/ 96 w 634"/>
                <a:gd name="T39" fmla="*/ 5 h 305"/>
                <a:gd name="T40" fmla="*/ 138 w 634"/>
                <a:gd name="T41" fmla="*/ 7 h 305"/>
                <a:gd name="T42" fmla="*/ 179 w 634"/>
                <a:gd name="T43" fmla="*/ 9 h 305"/>
                <a:gd name="T44" fmla="*/ 262 w 634"/>
                <a:gd name="T45" fmla="*/ 11 h 305"/>
                <a:gd name="T46" fmla="*/ 349 w 634"/>
                <a:gd name="T47" fmla="*/ 12 h 305"/>
                <a:gd name="T48" fmla="*/ 415 w 634"/>
                <a:gd name="T49" fmla="*/ 24 h 305"/>
                <a:gd name="T50" fmla="*/ 437 w 634"/>
                <a:gd name="T51" fmla="*/ 36 h 305"/>
                <a:gd name="T52" fmla="*/ 465 w 634"/>
                <a:gd name="T53" fmla="*/ 28 h 305"/>
                <a:gd name="T54" fmla="*/ 497 w 634"/>
                <a:gd name="T55" fmla="*/ 33 h 305"/>
                <a:gd name="T56" fmla="*/ 521 w 634"/>
                <a:gd name="T57" fmla="*/ 41 h 305"/>
                <a:gd name="T58" fmla="*/ 543 w 634"/>
                <a:gd name="T59" fmla="*/ 61 h 305"/>
                <a:gd name="T60" fmla="*/ 556 w 634"/>
                <a:gd name="T61" fmla="*/ 85 h 305"/>
                <a:gd name="T62" fmla="*/ 561 w 634"/>
                <a:gd name="T63" fmla="*/ 105 h 305"/>
                <a:gd name="T64" fmla="*/ 570 w 634"/>
                <a:gd name="T65" fmla="*/ 121 h 305"/>
                <a:gd name="T66" fmla="*/ 571 w 634"/>
                <a:gd name="T67" fmla="*/ 139 h 305"/>
                <a:gd name="T68" fmla="*/ 581 w 634"/>
                <a:gd name="T69" fmla="*/ 156 h 305"/>
                <a:gd name="T70" fmla="*/ 586 w 634"/>
                <a:gd name="T71" fmla="*/ 168 h 305"/>
                <a:gd name="T72" fmla="*/ 587 w 634"/>
                <a:gd name="T73" fmla="*/ 187 h 305"/>
                <a:gd name="T74" fmla="*/ 591 w 634"/>
                <a:gd name="T75" fmla="*/ 193 h 305"/>
                <a:gd name="T76" fmla="*/ 592 w 634"/>
                <a:gd name="T77" fmla="*/ 205 h 305"/>
                <a:gd name="T78" fmla="*/ 594 w 634"/>
                <a:gd name="T79" fmla="*/ 217 h 305"/>
                <a:gd name="T80" fmla="*/ 600 w 634"/>
                <a:gd name="T81" fmla="*/ 244 h 305"/>
                <a:gd name="T82" fmla="*/ 604 w 634"/>
                <a:gd name="T83" fmla="*/ 252 h 305"/>
                <a:gd name="T84" fmla="*/ 616 w 634"/>
                <a:gd name="T85" fmla="*/ 277 h 305"/>
                <a:gd name="T86" fmla="*/ 634 w 634"/>
                <a:gd name="T87" fmla="*/ 303 h 305"/>
                <a:gd name="T88" fmla="*/ 593 w 634"/>
                <a:gd name="T89" fmla="*/ 304 h 305"/>
                <a:gd name="T90" fmla="*/ 567 w 634"/>
                <a:gd name="T91" fmla="*/ 304 h 305"/>
                <a:gd name="T92" fmla="*/ 550 w 634"/>
                <a:gd name="T93" fmla="*/ 304 h 305"/>
                <a:gd name="T94" fmla="*/ 525 w 634"/>
                <a:gd name="T95" fmla="*/ 304 h 305"/>
                <a:gd name="T96" fmla="*/ 502 w 634"/>
                <a:gd name="T97" fmla="*/ 305 h 305"/>
                <a:gd name="T98" fmla="*/ 483 w 634"/>
                <a:gd name="T99" fmla="*/ 305 h 305"/>
                <a:gd name="T100" fmla="*/ 447 w 634"/>
                <a:gd name="T101" fmla="*/ 305 h 305"/>
                <a:gd name="T102" fmla="*/ 429 w 634"/>
                <a:gd name="T103" fmla="*/ 305 h 305"/>
                <a:gd name="T104" fmla="*/ 401 w 634"/>
                <a:gd name="T105" fmla="*/ 305 h 305"/>
                <a:gd name="T106" fmla="*/ 384 w 634"/>
                <a:gd name="T107" fmla="*/ 305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4" h="305">
                  <a:moveTo>
                    <a:pt x="384" y="305"/>
                  </a:moveTo>
                  <a:lnTo>
                    <a:pt x="382" y="305"/>
                  </a:lnTo>
                  <a:lnTo>
                    <a:pt x="373" y="305"/>
                  </a:lnTo>
                  <a:lnTo>
                    <a:pt x="359" y="304"/>
                  </a:lnTo>
                  <a:lnTo>
                    <a:pt x="355" y="304"/>
                  </a:lnTo>
                  <a:lnTo>
                    <a:pt x="351" y="304"/>
                  </a:lnTo>
                  <a:lnTo>
                    <a:pt x="341" y="304"/>
                  </a:lnTo>
                  <a:lnTo>
                    <a:pt x="336" y="304"/>
                  </a:lnTo>
                  <a:lnTo>
                    <a:pt x="318" y="304"/>
                  </a:lnTo>
                  <a:lnTo>
                    <a:pt x="304" y="304"/>
                  </a:lnTo>
                  <a:lnTo>
                    <a:pt x="282" y="303"/>
                  </a:lnTo>
                  <a:lnTo>
                    <a:pt x="277" y="303"/>
                  </a:lnTo>
                  <a:lnTo>
                    <a:pt x="276" y="303"/>
                  </a:lnTo>
                  <a:lnTo>
                    <a:pt x="263" y="303"/>
                  </a:lnTo>
                  <a:lnTo>
                    <a:pt x="250" y="303"/>
                  </a:lnTo>
                  <a:lnTo>
                    <a:pt x="237" y="303"/>
                  </a:lnTo>
                  <a:lnTo>
                    <a:pt x="235" y="301"/>
                  </a:lnTo>
                  <a:lnTo>
                    <a:pt x="227" y="301"/>
                  </a:lnTo>
                  <a:lnTo>
                    <a:pt x="209" y="301"/>
                  </a:lnTo>
                  <a:lnTo>
                    <a:pt x="195" y="300"/>
                  </a:lnTo>
                  <a:lnTo>
                    <a:pt x="190" y="300"/>
                  </a:lnTo>
                  <a:lnTo>
                    <a:pt x="187" y="300"/>
                  </a:lnTo>
                  <a:lnTo>
                    <a:pt x="141" y="299"/>
                  </a:lnTo>
                  <a:lnTo>
                    <a:pt x="142" y="265"/>
                  </a:lnTo>
                  <a:lnTo>
                    <a:pt x="143" y="256"/>
                  </a:lnTo>
                  <a:lnTo>
                    <a:pt x="143" y="250"/>
                  </a:lnTo>
                  <a:lnTo>
                    <a:pt x="143" y="238"/>
                  </a:lnTo>
                  <a:lnTo>
                    <a:pt x="143" y="231"/>
                  </a:lnTo>
                  <a:lnTo>
                    <a:pt x="144" y="226"/>
                  </a:lnTo>
                  <a:lnTo>
                    <a:pt x="144" y="202"/>
                  </a:lnTo>
                  <a:lnTo>
                    <a:pt x="103" y="199"/>
                  </a:lnTo>
                  <a:lnTo>
                    <a:pt x="101" y="199"/>
                  </a:lnTo>
                  <a:lnTo>
                    <a:pt x="48" y="197"/>
                  </a:lnTo>
                  <a:lnTo>
                    <a:pt x="35" y="196"/>
                  </a:lnTo>
                  <a:lnTo>
                    <a:pt x="31" y="196"/>
                  </a:lnTo>
                  <a:lnTo>
                    <a:pt x="0" y="195"/>
                  </a:lnTo>
                  <a:lnTo>
                    <a:pt x="1" y="183"/>
                  </a:lnTo>
                  <a:lnTo>
                    <a:pt x="3" y="165"/>
                  </a:lnTo>
                  <a:lnTo>
                    <a:pt x="3" y="156"/>
                  </a:lnTo>
                  <a:lnTo>
                    <a:pt x="3" y="145"/>
                  </a:lnTo>
                  <a:lnTo>
                    <a:pt x="4" y="139"/>
                  </a:lnTo>
                  <a:lnTo>
                    <a:pt x="4" y="133"/>
                  </a:lnTo>
                  <a:lnTo>
                    <a:pt x="4" y="126"/>
                  </a:lnTo>
                  <a:lnTo>
                    <a:pt x="5" y="121"/>
                  </a:lnTo>
                  <a:lnTo>
                    <a:pt x="5" y="109"/>
                  </a:lnTo>
                  <a:lnTo>
                    <a:pt x="6" y="97"/>
                  </a:lnTo>
                  <a:lnTo>
                    <a:pt x="7" y="85"/>
                  </a:lnTo>
                  <a:lnTo>
                    <a:pt x="7" y="73"/>
                  </a:lnTo>
                  <a:lnTo>
                    <a:pt x="10" y="40"/>
                  </a:lnTo>
                  <a:lnTo>
                    <a:pt x="11" y="18"/>
                  </a:lnTo>
                  <a:lnTo>
                    <a:pt x="11" y="5"/>
                  </a:lnTo>
                  <a:lnTo>
                    <a:pt x="12" y="0"/>
                  </a:lnTo>
                  <a:lnTo>
                    <a:pt x="15" y="0"/>
                  </a:lnTo>
                  <a:lnTo>
                    <a:pt x="16" y="0"/>
                  </a:lnTo>
                  <a:lnTo>
                    <a:pt x="51" y="3"/>
                  </a:lnTo>
                  <a:lnTo>
                    <a:pt x="69" y="4"/>
                  </a:lnTo>
                  <a:lnTo>
                    <a:pt x="71" y="4"/>
                  </a:lnTo>
                  <a:lnTo>
                    <a:pt x="85" y="4"/>
                  </a:lnTo>
                  <a:lnTo>
                    <a:pt x="95" y="5"/>
                  </a:lnTo>
                  <a:lnTo>
                    <a:pt x="96" y="5"/>
                  </a:lnTo>
                  <a:lnTo>
                    <a:pt x="100" y="5"/>
                  </a:lnTo>
                  <a:lnTo>
                    <a:pt x="123" y="6"/>
                  </a:lnTo>
                  <a:lnTo>
                    <a:pt x="138" y="7"/>
                  </a:lnTo>
                  <a:lnTo>
                    <a:pt x="150" y="7"/>
                  </a:lnTo>
                  <a:lnTo>
                    <a:pt x="173" y="9"/>
                  </a:lnTo>
                  <a:lnTo>
                    <a:pt x="179" y="9"/>
                  </a:lnTo>
                  <a:lnTo>
                    <a:pt x="210" y="10"/>
                  </a:lnTo>
                  <a:lnTo>
                    <a:pt x="238" y="11"/>
                  </a:lnTo>
                  <a:lnTo>
                    <a:pt x="262" y="11"/>
                  </a:lnTo>
                  <a:lnTo>
                    <a:pt x="282" y="11"/>
                  </a:lnTo>
                  <a:lnTo>
                    <a:pt x="329" y="12"/>
                  </a:lnTo>
                  <a:lnTo>
                    <a:pt x="349" y="12"/>
                  </a:lnTo>
                  <a:lnTo>
                    <a:pt x="402" y="13"/>
                  </a:lnTo>
                  <a:lnTo>
                    <a:pt x="411" y="22"/>
                  </a:lnTo>
                  <a:lnTo>
                    <a:pt x="415" y="24"/>
                  </a:lnTo>
                  <a:lnTo>
                    <a:pt x="420" y="25"/>
                  </a:lnTo>
                  <a:lnTo>
                    <a:pt x="426" y="29"/>
                  </a:lnTo>
                  <a:lnTo>
                    <a:pt x="437" y="36"/>
                  </a:lnTo>
                  <a:lnTo>
                    <a:pt x="447" y="27"/>
                  </a:lnTo>
                  <a:lnTo>
                    <a:pt x="463" y="28"/>
                  </a:lnTo>
                  <a:lnTo>
                    <a:pt x="465" y="28"/>
                  </a:lnTo>
                  <a:lnTo>
                    <a:pt x="473" y="27"/>
                  </a:lnTo>
                  <a:lnTo>
                    <a:pt x="490" y="27"/>
                  </a:lnTo>
                  <a:lnTo>
                    <a:pt x="497" y="33"/>
                  </a:lnTo>
                  <a:lnTo>
                    <a:pt x="499" y="35"/>
                  </a:lnTo>
                  <a:lnTo>
                    <a:pt x="507" y="36"/>
                  </a:lnTo>
                  <a:lnTo>
                    <a:pt x="521" y="41"/>
                  </a:lnTo>
                  <a:lnTo>
                    <a:pt x="528" y="49"/>
                  </a:lnTo>
                  <a:lnTo>
                    <a:pt x="534" y="59"/>
                  </a:lnTo>
                  <a:lnTo>
                    <a:pt x="543" y="61"/>
                  </a:lnTo>
                  <a:lnTo>
                    <a:pt x="547" y="61"/>
                  </a:lnTo>
                  <a:lnTo>
                    <a:pt x="553" y="82"/>
                  </a:lnTo>
                  <a:lnTo>
                    <a:pt x="556" y="85"/>
                  </a:lnTo>
                  <a:lnTo>
                    <a:pt x="555" y="88"/>
                  </a:lnTo>
                  <a:lnTo>
                    <a:pt x="559" y="97"/>
                  </a:lnTo>
                  <a:lnTo>
                    <a:pt x="561" y="105"/>
                  </a:lnTo>
                  <a:lnTo>
                    <a:pt x="563" y="109"/>
                  </a:lnTo>
                  <a:lnTo>
                    <a:pt x="567" y="109"/>
                  </a:lnTo>
                  <a:lnTo>
                    <a:pt x="570" y="121"/>
                  </a:lnTo>
                  <a:lnTo>
                    <a:pt x="571" y="123"/>
                  </a:lnTo>
                  <a:lnTo>
                    <a:pt x="574" y="133"/>
                  </a:lnTo>
                  <a:lnTo>
                    <a:pt x="571" y="139"/>
                  </a:lnTo>
                  <a:lnTo>
                    <a:pt x="573" y="145"/>
                  </a:lnTo>
                  <a:lnTo>
                    <a:pt x="581" y="154"/>
                  </a:lnTo>
                  <a:lnTo>
                    <a:pt x="581" y="156"/>
                  </a:lnTo>
                  <a:lnTo>
                    <a:pt x="581" y="157"/>
                  </a:lnTo>
                  <a:lnTo>
                    <a:pt x="581" y="160"/>
                  </a:lnTo>
                  <a:lnTo>
                    <a:pt x="586" y="168"/>
                  </a:lnTo>
                  <a:lnTo>
                    <a:pt x="591" y="178"/>
                  </a:lnTo>
                  <a:lnTo>
                    <a:pt x="587" y="181"/>
                  </a:lnTo>
                  <a:lnTo>
                    <a:pt x="587" y="187"/>
                  </a:lnTo>
                  <a:lnTo>
                    <a:pt x="591" y="187"/>
                  </a:lnTo>
                  <a:lnTo>
                    <a:pt x="591" y="190"/>
                  </a:lnTo>
                  <a:lnTo>
                    <a:pt x="591" y="193"/>
                  </a:lnTo>
                  <a:lnTo>
                    <a:pt x="591" y="199"/>
                  </a:lnTo>
                  <a:lnTo>
                    <a:pt x="591" y="201"/>
                  </a:lnTo>
                  <a:lnTo>
                    <a:pt x="592" y="205"/>
                  </a:lnTo>
                  <a:lnTo>
                    <a:pt x="595" y="215"/>
                  </a:lnTo>
                  <a:lnTo>
                    <a:pt x="595" y="216"/>
                  </a:lnTo>
                  <a:lnTo>
                    <a:pt x="594" y="217"/>
                  </a:lnTo>
                  <a:lnTo>
                    <a:pt x="594" y="227"/>
                  </a:lnTo>
                  <a:lnTo>
                    <a:pt x="591" y="231"/>
                  </a:lnTo>
                  <a:lnTo>
                    <a:pt x="600" y="244"/>
                  </a:lnTo>
                  <a:lnTo>
                    <a:pt x="599" y="246"/>
                  </a:lnTo>
                  <a:lnTo>
                    <a:pt x="601" y="252"/>
                  </a:lnTo>
                  <a:lnTo>
                    <a:pt x="604" y="252"/>
                  </a:lnTo>
                  <a:lnTo>
                    <a:pt x="606" y="249"/>
                  </a:lnTo>
                  <a:lnTo>
                    <a:pt x="611" y="273"/>
                  </a:lnTo>
                  <a:lnTo>
                    <a:pt x="616" y="277"/>
                  </a:lnTo>
                  <a:lnTo>
                    <a:pt x="619" y="279"/>
                  </a:lnTo>
                  <a:lnTo>
                    <a:pt x="629" y="300"/>
                  </a:lnTo>
                  <a:lnTo>
                    <a:pt x="634" y="303"/>
                  </a:lnTo>
                  <a:lnTo>
                    <a:pt x="633" y="303"/>
                  </a:lnTo>
                  <a:lnTo>
                    <a:pt x="599" y="303"/>
                  </a:lnTo>
                  <a:lnTo>
                    <a:pt x="593" y="304"/>
                  </a:lnTo>
                  <a:lnTo>
                    <a:pt x="583" y="304"/>
                  </a:lnTo>
                  <a:lnTo>
                    <a:pt x="575" y="304"/>
                  </a:lnTo>
                  <a:lnTo>
                    <a:pt x="567" y="304"/>
                  </a:lnTo>
                  <a:lnTo>
                    <a:pt x="565" y="304"/>
                  </a:lnTo>
                  <a:lnTo>
                    <a:pt x="556" y="304"/>
                  </a:lnTo>
                  <a:lnTo>
                    <a:pt x="550" y="304"/>
                  </a:lnTo>
                  <a:lnTo>
                    <a:pt x="547" y="304"/>
                  </a:lnTo>
                  <a:lnTo>
                    <a:pt x="528" y="304"/>
                  </a:lnTo>
                  <a:lnTo>
                    <a:pt x="525" y="304"/>
                  </a:lnTo>
                  <a:lnTo>
                    <a:pt x="520" y="304"/>
                  </a:lnTo>
                  <a:lnTo>
                    <a:pt x="516" y="304"/>
                  </a:lnTo>
                  <a:lnTo>
                    <a:pt x="502" y="305"/>
                  </a:lnTo>
                  <a:lnTo>
                    <a:pt x="492" y="305"/>
                  </a:lnTo>
                  <a:lnTo>
                    <a:pt x="484" y="305"/>
                  </a:lnTo>
                  <a:lnTo>
                    <a:pt x="483" y="305"/>
                  </a:lnTo>
                  <a:lnTo>
                    <a:pt x="465" y="305"/>
                  </a:lnTo>
                  <a:lnTo>
                    <a:pt x="450" y="305"/>
                  </a:lnTo>
                  <a:lnTo>
                    <a:pt x="447" y="305"/>
                  </a:lnTo>
                  <a:lnTo>
                    <a:pt x="442" y="305"/>
                  </a:lnTo>
                  <a:lnTo>
                    <a:pt x="437" y="305"/>
                  </a:lnTo>
                  <a:lnTo>
                    <a:pt x="429" y="305"/>
                  </a:lnTo>
                  <a:lnTo>
                    <a:pt x="418" y="305"/>
                  </a:lnTo>
                  <a:lnTo>
                    <a:pt x="409" y="305"/>
                  </a:lnTo>
                  <a:lnTo>
                    <a:pt x="401" y="305"/>
                  </a:lnTo>
                  <a:lnTo>
                    <a:pt x="400" y="305"/>
                  </a:lnTo>
                  <a:lnTo>
                    <a:pt x="391" y="305"/>
                  </a:lnTo>
                  <a:lnTo>
                    <a:pt x="384" y="30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0" name="Freeform 28">
              <a:extLst>
                <a:ext uri="{FF2B5EF4-FFF2-40B4-BE49-F238E27FC236}">
                  <a16:creationId xmlns:a16="http://schemas.microsoft.com/office/drawing/2014/main" id="{46A9595E-0727-5BC8-C895-AB47FA9885E2}"/>
                </a:ext>
              </a:extLst>
            </p:cNvPr>
            <p:cNvSpPr>
              <a:spLocks noChangeAspect="1"/>
            </p:cNvSpPr>
            <p:nvPr/>
          </p:nvSpPr>
          <p:spPr bwMode="auto">
            <a:xfrm>
              <a:off x="589" y="2283"/>
              <a:ext cx="90" cy="54"/>
            </a:xfrm>
            <a:custGeom>
              <a:avLst/>
              <a:gdLst>
                <a:gd name="T0" fmla="*/ 188 w 505"/>
                <a:gd name="T1" fmla="*/ 300 h 304"/>
                <a:gd name="T2" fmla="*/ 239 w 505"/>
                <a:gd name="T3" fmla="*/ 302 h 304"/>
                <a:gd name="T4" fmla="*/ 272 w 505"/>
                <a:gd name="T5" fmla="*/ 303 h 304"/>
                <a:gd name="T6" fmla="*/ 281 w 505"/>
                <a:gd name="T7" fmla="*/ 303 h 304"/>
                <a:gd name="T8" fmla="*/ 299 w 505"/>
                <a:gd name="T9" fmla="*/ 303 h 304"/>
                <a:gd name="T10" fmla="*/ 341 w 505"/>
                <a:gd name="T11" fmla="*/ 304 h 304"/>
                <a:gd name="T12" fmla="*/ 359 w 505"/>
                <a:gd name="T13" fmla="*/ 304 h 304"/>
                <a:gd name="T14" fmla="*/ 391 w 505"/>
                <a:gd name="T15" fmla="*/ 304 h 304"/>
                <a:gd name="T16" fmla="*/ 409 w 505"/>
                <a:gd name="T17" fmla="*/ 304 h 304"/>
                <a:gd name="T18" fmla="*/ 458 w 505"/>
                <a:gd name="T19" fmla="*/ 304 h 304"/>
                <a:gd name="T20" fmla="*/ 475 w 505"/>
                <a:gd name="T21" fmla="*/ 304 h 304"/>
                <a:gd name="T22" fmla="*/ 505 w 505"/>
                <a:gd name="T23" fmla="*/ 304 h 304"/>
                <a:gd name="T24" fmla="*/ 504 w 505"/>
                <a:gd name="T25" fmla="*/ 296 h 304"/>
                <a:gd name="T26" fmla="*/ 492 w 505"/>
                <a:gd name="T27" fmla="*/ 250 h 304"/>
                <a:gd name="T28" fmla="*/ 490 w 505"/>
                <a:gd name="T29" fmla="*/ 237 h 304"/>
                <a:gd name="T30" fmla="*/ 490 w 505"/>
                <a:gd name="T31" fmla="*/ 214 h 304"/>
                <a:gd name="T32" fmla="*/ 485 w 505"/>
                <a:gd name="T33" fmla="*/ 188 h 304"/>
                <a:gd name="T34" fmla="*/ 486 w 505"/>
                <a:gd name="T35" fmla="*/ 179 h 304"/>
                <a:gd name="T36" fmla="*/ 486 w 505"/>
                <a:gd name="T37" fmla="*/ 170 h 304"/>
                <a:gd name="T38" fmla="*/ 485 w 505"/>
                <a:gd name="T39" fmla="*/ 166 h 304"/>
                <a:gd name="T40" fmla="*/ 484 w 505"/>
                <a:gd name="T41" fmla="*/ 154 h 304"/>
                <a:gd name="T42" fmla="*/ 481 w 505"/>
                <a:gd name="T43" fmla="*/ 138 h 304"/>
                <a:gd name="T44" fmla="*/ 466 w 505"/>
                <a:gd name="T45" fmla="*/ 92 h 304"/>
                <a:gd name="T46" fmla="*/ 464 w 505"/>
                <a:gd name="T47" fmla="*/ 88 h 304"/>
                <a:gd name="T48" fmla="*/ 464 w 505"/>
                <a:gd name="T49" fmla="*/ 66 h 304"/>
                <a:gd name="T50" fmla="*/ 463 w 505"/>
                <a:gd name="T51" fmla="*/ 54 h 304"/>
                <a:gd name="T52" fmla="*/ 462 w 505"/>
                <a:gd name="T53" fmla="*/ 23 h 304"/>
                <a:gd name="T54" fmla="*/ 412 w 505"/>
                <a:gd name="T55" fmla="*/ 12 h 304"/>
                <a:gd name="T56" fmla="*/ 310 w 505"/>
                <a:gd name="T57" fmla="*/ 11 h 304"/>
                <a:gd name="T58" fmla="*/ 191 w 505"/>
                <a:gd name="T59" fmla="*/ 9 h 304"/>
                <a:gd name="T60" fmla="*/ 149 w 505"/>
                <a:gd name="T61" fmla="*/ 6 h 304"/>
                <a:gd name="T62" fmla="*/ 18 w 505"/>
                <a:gd name="T63" fmla="*/ 0 h 304"/>
                <a:gd name="T64" fmla="*/ 16 w 505"/>
                <a:gd name="T65" fmla="*/ 32 h 304"/>
                <a:gd name="T66" fmla="*/ 14 w 505"/>
                <a:gd name="T67" fmla="*/ 47 h 304"/>
                <a:gd name="T68" fmla="*/ 13 w 505"/>
                <a:gd name="T69" fmla="*/ 83 h 304"/>
                <a:gd name="T70" fmla="*/ 12 w 505"/>
                <a:gd name="T71" fmla="*/ 107 h 304"/>
                <a:gd name="T72" fmla="*/ 8 w 505"/>
                <a:gd name="T73" fmla="*/ 153 h 304"/>
                <a:gd name="T74" fmla="*/ 8 w 505"/>
                <a:gd name="T75" fmla="*/ 159 h 304"/>
                <a:gd name="T76" fmla="*/ 5 w 505"/>
                <a:gd name="T77" fmla="*/ 214 h 304"/>
                <a:gd name="T78" fmla="*/ 4 w 505"/>
                <a:gd name="T79" fmla="*/ 234 h 304"/>
                <a:gd name="T80" fmla="*/ 2 w 505"/>
                <a:gd name="T81" fmla="*/ 260 h 304"/>
                <a:gd name="T82" fmla="*/ 1 w 505"/>
                <a:gd name="T83" fmla="*/ 276 h 304"/>
                <a:gd name="T84" fmla="*/ 4 w 505"/>
                <a:gd name="T85" fmla="*/ 292 h 304"/>
                <a:gd name="T86" fmla="*/ 71 w 505"/>
                <a:gd name="T87" fmla="*/ 296 h 304"/>
                <a:gd name="T88" fmla="*/ 104 w 505"/>
                <a:gd name="T89" fmla="*/ 297 h 304"/>
                <a:gd name="T90" fmla="*/ 138 w 505"/>
                <a:gd name="T91" fmla="*/ 29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5" h="304">
                  <a:moveTo>
                    <a:pt x="138" y="298"/>
                  </a:moveTo>
                  <a:lnTo>
                    <a:pt x="188" y="300"/>
                  </a:lnTo>
                  <a:lnTo>
                    <a:pt x="197" y="300"/>
                  </a:lnTo>
                  <a:lnTo>
                    <a:pt x="239" y="302"/>
                  </a:lnTo>
                  <a:lnTo>
                    <a:pt x="240" y="302"/>
                  </a:lnTo>
                  <a:lnTo>
                    <a:pt x="272" y="303"/>
                  </a:lnTo>
                  <a:lnTo>
                    <a:pt x="274" y="303"/>
                  </a:lnTo>
                  <a:lnTo>
                    <a:pt x="281" y="303"/>
                  </a:lnTo>
                  <a:lnTo>
                    <a:pt x="293" y="303"/>
                  </a:lnTo>
                  <a:lnTo>
                    <a:pt x="299" y="303"/>
                  </a:lnTo>
                  <a:lnTo>
                    <a:pt x="324" y="304"/>
                  </a:lnTo>
                  <a:lnTo>
                    <a:pt x="341" y="304"/>
                  </a:lnTo>
                  <a:lnTo>
                    <a:pt x="358" y="304"/>
                  </a:lnTo>
                  <a:lnTo>
                    <a:pt x="359" y="304"/>
                  </a:lnTo>
                  <a:lnTo>
                    <a:pt x="383" y="304"/>
                  </a:lnTo>
                  <a:lnTo>
                    <a:pt x="391" y="304"/>
                  </a:lnTo>
                  <a:lnTo>
                    <a:pt x="408" y="304"/>
                  </a:lnTo>
                  <a:lnTo>
                    <a:pt x="409" y="304"/>
                  </a:lnTo>
                  <a:lnTo>
                    <a:pt x="442" y="304"/>
                  </a:lnTo>
                  <a:lnTo>
                    <a:pt x="458" y="304"/>
                  </a:lnTo>
                  <a:lnTo>
                    <a:pt x="461" y="304"/>
                  </a:lnTo>
                  <a:lnTo>
                    <a:pt x="475" y="304"/>
                  </a:lnTo>
                  <a:lnTo>
                    <a:pt x="493" y="304"/>
                  </a:lnTo>
                  <a:lnTo>
                    <a:pt x="505" y="304"/>
                  </a:lnTo>
                  <a:lnTo>
                    <a:pt x="504" y="298"/>
                  </a:lnTo>
                  <a:lnTo>
                    <a:pt x="504" y="296"/>
                  </a:lnTo>
                  <a:lnTo>
                    <a:pt x="500" y="264"/>
                  </a:lnTo>
                  <a:lnTo>
                    <a:pt x="492" y="250"/>
                  </a:lnTo>
                  <a:lnTo>
                    <a:pt x="490" y="238"/>
                  </a:lnTo>
                  <a:lnTo>
                    <a:pt x="490" y="237"/>
                  </a:lnTo>
                  <a:lnTo>
                    <a:pt x="488" y="237"/>
                  </a:lnTo>
                  <a:lnTo>
                    <a:pt x="490" y="214"/>
                  </a:lnTo>
                  <a:lnTo>
                    <a:pt x="487" y="202"/>
                  </a:lnTo>
                  <a:lnTo>
                    <a:pt x="485" y="188"/>
                  </a:lnTo>
                  <a:lnTo>
                    <a:pt x="486" y="184"/>
                  </a:lnTo>
                  <a:lnTo>
                    <a:pt x="486" y="179"/>
                  </a:lnTo>
                  <a:lnTo>
                    <a:pt x="485" y="171"/>
                  </a:lnTo>
                  <a:lnTo>
                    <a:pt x="486" y="170"/>
                  </a:lnTo>
                  <a:lnTo>
                    <a:pt x="484" y="167"/>
                  </a:lnTo>
                  <a:lnTo>
                    <a:pt x="485" y="166"/>
                  </a:lnTo>
                  <a:lnTo>
                    <a:pt x="485" y="154"/>
                  </a:lnTo>
                  <a:lnTo>
                    <a:pt x="484" y="154"/>
                  </a:lnTo>
                  <a:lnTo>
                    <a:pt x="482" y="143"/>
                  </a:lnTo>
                  <a:lnTo>
                    <a:pt x="481" y="138"/>
                  </a:lnTo>
                  <a:lnTo>
                    <a:pt x="473" y="118"/>
                  </a:lnTo>
                  <a:lnTo>
                    <a:pt x="466" y="92"/>
                  </a:lnTo>
                  <a:lnTo>
                    <a:pt x="464" y="90"/>
                  </a:lnTo>
                  <a:lnTo>
                    <a:pt x="464" y="88"/>
                  </a:lnTo>
                  <a:lnTo>
                    <a:pt x="466" y="87"/>
                  </a:lnTo>
                  <a:lnTo>
                    <a:pt x="464" y="66"/>
                  </a:lnTo>
                  <a:lnTo>
                    <a:pt x="463" y="56"/>
                  </a:lnTo>
                  <a:lnTo>
                    <a:pt x="463" y="54"/>
                  </a:lnTo>
                  <a:lnTo>
                    <a:pt x="461" y="24"/>
                  </a:lnTo>
                  <a:lnTo>
                    <a:pt x="462" y="23"/>
                  </a:lnTo>
                  <a:lnTo>
                    <a:pt x="458" y="11"/>
                  </a:lnTo>
                  <a:lnTo>
                    <a:pt x="412" y="12"/>
                  </a:lnTo>
                  <a:lnTo>
                    <a:pt x="343" y="11"/>
                  </a:lnTo>
                  <a:lnTo>
                    <a:pt x="310" y="11"/>
                  </a:lnTo>
                  <a:lnTo>
                    <a:pt x="268" y="10"/>
                  </a:lnTo>
                  <a:lnTo>
                    <a:pt x="191" y="9"/>
                  </a:lnTo>
                  <a:lnTo>
                    <a:pt x="182" y="8"/>
                  </a:lnTo>
                  <a:lnTo>
                    <a:pt x="149" y="6"/>
                  </a:lnTo>
                  <a:lnTo>
                    <a:pt x="89" y="4"/>
                  </a:lnTo>
                  <a:lnTo>
                    <a:pt x="18" y="0"/>
                  </a:lnTo>
                  <a:lnTo>
                    <a:pt x="16" y="24"/>
                  </a:lnTo>
                  <a:lnTo>
                    <a:pt x="16" y="32"/>
                  </a:lnTo>
                  <a:lnTo>
                    <a:pt x="16" y="35"/>
                  </a:lnTo>
                  <a:lnTo>
                    <a:pt x="14" y="47"/>
                  </a:lnTo>
                  <a:lnTo>
                    <a:pt x="14" y="58"/>
                  </a:lnTo>
                  <a:lnTo>
                    <a:pt x="13" y="83"/>
                  </a:lnTo>
                  <a:lnTo>
                    <a:pt x="12" y="95"/>
                  </a:lnTo>
                  <a:lnTo>
                    <a:pt x="12" y="107"/>
                  </a:lnTo>
                  <a:lnTo>
                    <a:pt x="11" y="119"/>
                  </a:lnTo>
                  <a:lnTo>
                    <a:pt x="8" y="153"/>
                  </a:lnTo>
                  <a:lnTo>
                    <a:pt x="8" y="155"/>
                  </a:lnTo>
                  <a:lnTo>
                    <a:pt x="8" y="159"/>
                  </a:lnTo>
                  <a:lnTo>
                    <a:pt x="7" y="178"/>
                  </a:lnTo>
                  <a:lnTo>
                    <a:pt x="5" y="214"/>
                  </a:lnTo>
                  <a:lnTo>
                    <a:pt x="4" y="225"/>
                  </a:lnTo>
                  <a:lnTo>
                    <a:pt x="4" y="234"/>
                  </a:lnTo>
                  <a:lnTo>
                    <a:pt x="4" y="238"/>
                  </a:lnTo>
                  <a:lnTo>
                    <a:pt x="2" y="260"/>
                  </a:lnTo>
                  <a:lnTo>
                    <a:pt x="2" y="262"/>
                  </a:lnTo>
                  <a:lnTo>
                    <a:pt x="1" y="276"/>
                  </a:lnTo>
                  <a:lnTo>
                    <a:pt x="0" y="292"/>
                  </a:lnTo>
                  <a:lnTo>
                    <a:pt x="4" y="292"/>
                  </a:lnTo>
                  <a:lnTo>
                    <a:pt x="29" y="293"/>
                  </a:lnTo>
                  <a:lnTo>
                    <a:pt x="71" y="296"/>
                  </a:lnTo>
                  <a:lnTo>
                    <a:pt x="74" y="296"/>
                  </a:lnTo>
                  <a:lnTo>
                    <a:pt x="104" y="297"/>
                  </a:lnTo>
                  <a:lnTo>
                    <a:pt x="130" y="298"/>
                  </a:lnTo>
                  <a:lnTo>
                    <a:pt x="138" y="29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1" name="Freeform 29">
              <a:extLst>
                <a:ext uri="{FF2B5EF4-FFF2-40B4-BE49-F238E27FC236}">
                  <a16:creationId xmlns:a16="http://schemas.microsoft.com/office/drawing/2014/main" id="{4E7C2D9F-F8A5-B522-19B7-DF17E36385EF}"/>
                </a:ext>
              </a:extLst>
            </p:cNvPr>
            <p:cNvSpPr>
              <a:spLocks noChangeAspect="1"/>
            </p:cNvSpPr>
            <p:nvPr/>
          </p:nvSpPr>
          <p:spPr bwMode="auto">
            <a:xfrm>
              <a:off x="586" y="2335"/>
              <a:ext cx="95" cy="62"/>
            </a:xfrm>
            <a:custGeom>
              <a:avLst/>
              <a:gdLst>
                <a:gd name="T0" fmla="*/ 487 w 535"/>
                <a:gd name="T1" fmla="*/ 318 h 344"/>
                <a:gd name="T2" fmla="*/ 509 w 535"/>
                <a:gd name="T3" fmla="*/ 324 h 344"/>
                <a:gd name="T4" fmla="*/ 522 w 535"/>
                <a:gd name="T5" fmla="*/ 342 h 344"/>
                <a:gd name="T6" fmla="*/ 535 w 535"/>
                <a:gd name="T7" fmla="*/ 344 h 344"/>
                <a:gd name="T8" fmla="*/ 533 w 535"/>
                <a:gd name="T9" fmla="*/ 343 h 344"/>
                <a:gd name="T10" fmla="*/ 532 w 535"/>
                <a:gd name="T11" fmla="*/ 335 h 344"/>
                <a:gd name="T12" fmla="*/ 528 w 535"/>
                <a:gd name="T13" fmla="*/ 304 h 344"/>
                <a:gd name="T14" fmla="*/ 531 w 535"/>
                <a:gd name="T15" fmla="*/ 290 h 344"/>
                <a:gd name="T16" fmla="*/ 534 w 535"/>
                <a:gd name="T17" fmla="*/ 283 h 344"/>
                <a:gd name="T18" fmla="*/ 527 w 535"/>
                <a:gd name="T19" fmla="*/ 270 h 344"/>
                <a:gd name="T20" fmla="*/ 523 w 535"/>
                <a:gd name="T21" fmla="*/ 247 h 344"/>
                <a:gd name="T22" fmla="*/ 533 w 535"/>
                <a:gd name="T23" fmla="*/ 247 h 344"/>
                <a:gd name="T24" fmla="*/ 533 w 535"/>
                <a:gd name="T25" fmla="*/ 222 h 344"/>
                <a:gd name="T26" fmla="*/ 533 w 535"/>
                <a:gd name="T27" fmla="*/ 198 h 344"/>
                <a:gd name="T28" fmla="*/ 532 w 535"/>
                <a:gd name="T29" fmla="*/ 179 h 344"/>
                <a:gd name="T30" fmla="*/ 532 w 535"/>
                <a:gd name="T31" fmla="*/ 138 h 344"/>
                <a:gd name="T32" fmla="*/ 532 w 535"/>
                <a:gd name="T33" fmla="*/ 120 h 344"/>
                <a:gd name="T34" fmla="*/ 531 w 535"/>
                <a:gd name="T35" fmla="*/ 76 h 344"/>
                <a:gd name="T36" fmla="*/ 527 w 535"/>
                <a:gd name="T37" fmla="*/ 67 h 344"/>
                <a:gd name="T38" fmla="*/ 504 w 535"/>
                <a:gd name="T39" fmla="*/ 46 h 344"/>
                <a:gd name="T40" fmla="*/ 516 w 535"/>
                <a:gd name="T41" fmla="*/ 30 h 344"/>
                <a:gd name="T42" fmla="*/ 510 w 535"/>
                <a:gd name="T43" fmla="*/ 12 h 344"/>
                <a:gd name="T44" fmla="*/ 478 w 535"/>
                <a:gd name="T45" fmla="*/ 12 h 344"/>
                <a:gd name="T46" fmla="*/ 459 w 535"/>
                <a:gd name="T47" fmla="*/ 12 h 344"/>
                <a:gd name="T48" fmla="*/ 425 w 535"/>
                <a:gd name="T49" fmla="*/ 12 h 344"/>
                <a:gd name="T50" fmla="*/ 400 w 535"/>
                <a:gd name="T51" fmla="*/ 12 h 344"/>
                <a:gd name="T52" fmla="*/ 375 w 535"/>
                <a:gd name="T53" fmla="*/ 12 h 344"/>
                <a:gd name="T54" fmla="*/ 341 w 535"/>
                <a:gd name="T55" fmla="*/ 12 h 344"/>
                <a:gd name="T56" fmla="*/ 310 w 535"/>
                <a:gd name="T57" fmla="*/ 11 h 344"/>
                <a:gd name="T58" fmla="*/ 291 w 535"/>
                <a:gd name="T59" fmla="*/ 11 h 344"/>
                <a:gd name="T60" fmla="*/ 257 w 535"/>
                <a:gd name="T61" fmla="*/ 10 h 344"/>
                <a:gd name="T62" fmla="*/ 214 w 535"/>
                <a:gd name="T63" fmla="*/ 8 h 344"/>
                <a:gd name="T64" fmla="*/ 155 w 535"/>
                <a:gd name="T65" fmla="*/ 6 h 344"/>
                <a:gd name="T66" fmla="*/ 121 w 535"/>
                <a:gd name="T67" fmla="*/ 5 h 344"/>
                <a:gd name="T68" fmla="*/ 88 w 535"/>
                <a:gd name="T69" fmla="*/ 4 h 344"/>
                <a:gd name="T70" fmla="*/ 21 w 535"/>
                <a:gd name="T71" fmla="*/ 0 h 344"/>
                <a:gd name="T72" fmla="*/ 17 w 535"/>
                <a:gd name="T73" fmla="*/ 6 h 344"/>
                <a:gd name="T74" fmla="*/ 13 w 535"/>
                <a:gd name="T75" fmla="*/ 66 h 344"/>
                <a:gd name="T76" fmla="*/ 12 w 535"/>
                <a:gd name="T77" fmla="*/ 90 h 344"/>
                <a:gd name="T78" fmla="*/ 10 w 535"/>
                <a:gd name="T79" fmla="*/ 114 h 344"/>
                <a:gd name="T80" fmla="*/ 9 w 535"/>
                <a:gd name="T81" fmla="*/ 138 h 344"/>
                <a:gd name="T82" fmla="*/ 6 w 535"/>
                <a:gd name="T83" fmla="*/ 169 h 344"/>
                <a:gd name="T84" fmla="*/ 5 w 535"/>
                <a:gd name="T85" fmla="*/ 187 h 344"/>
                <a:gd name="T86" fmla="*/ 4 w 535"/>
                <a:gd name="T87" fmla="*/ 211 h 344"/>
                <a:gd name="T88" fmla="*/ 3 w 535"/>
                <a:gd name="T89" fmla="*/ 235 h 344"/>
                <a:gd name="T90" fmla="*/ 1 w 535"/>
                <a:gd name="T91" fmla="*/ 247 h 344"/>
                <a:gd name="T92" fmla="*/ 0 w 535"/>
                <a:gd name="T93" fmla="*/ 283 h 344"/>
                <a:gd name="T94" fmla="*/ 4 w 535"/>
                <a:gd name="T95" fmla="*/ 283 h 344"/>
                <a:gd name="T96" fmla="*/ 57 w 535"/>
                <a:gd name="T97" fmla="*/ 287 h 344"/>
                <a:gd name="T98" fmla="*/ 73 w 535"/>
                <a:gd name="T99" fmla="*/ 287 h 344"/>
                <a:gd name="T100" fmla="*/ 84 w 535"/>
                <a:gd name="T101" fmla="*/ 288 h 344"/>
                <a:gd name="T102" fmla="*/ 111 w 535"/>
                <a:gd name="T103" fmla="*/ 289 h 344"/>
                <a:gd name="T104" fmla="*/ 138 w 535"/>
                <a:gd name="T105" fmla="*/ 290 h 344"/>
                <a:gd name="T106" fmla="*/ 167 w 535"/>
                <a:gd name="T107" fmla="*/ 292 h 344"/>
                <a:gd name="T108" fmla="*/ 226 w 535"/>
                <a:gd name="T109" fmla="*/ 294 h 344"/>
                <a:gd name="T110" fmla="*/ 270 w 535"/>
                <a:gd name="T111" fmla="*/ 294 h 344"/>
                <a:gd name="T112" fmla="*/ 337 w 535"/>
                <a:gd name="T113" fmla="*/ 295 h 344"/>
                <a:gd name="T114" fmla="*/ 399 w 535"/>
                <a:gd name="T115" fmla="*/ 305 h 344"/>
                <a:gd name="T116" fmla="*/ 408 w 535"/>
                <a:gd name="T117" fmla="*/ 308 h 344"/>
                <a:gd name="T118" fmla="*/ 425 w 535"/>
                <a:gd name="T119" fmla="*/ 319 h 344"/>
                <a:gd name="T120" fmla="*/ 451 w 535"/>
                <a:gd name="T121" fmla="*/ 311 h 344"/>
                <a:gd name="T122" fmla="*/ 461 w 535"/>
                <a:gd name="T123" fmla="*/ 310 h 344"/>
                <a:gd name="T124" fmla="*/ 485 w 535"/>
                <a:gd name="T125" fmla="*/ 31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5" h="344">
                  <a:moveTo>
                    <a:pt x="485" y="316"/>
                  </a:moveTo>
                  <a:lnTo>
                    <a:pt x="487" y="318"/>
                  </a:lnTo>
                  <a:lnTo>
                    <a:pt x="495" y="319"/>
                  </a:lnTo>
                  <a:lnTo>
                    <a:pt x="509" y="324"/>
                  </a:lnTo>
                  <a:lnTo>
                    <a:pt x="516" y="332"/>
                  </a:lnTo>
                  <a:lnTo>
                    <a:pt x="522" y="342"/>
                  </a:lnTo>
                  <a:lnTo>
                    <a:pt x="531" y="344"/>
                  </a:lnTo>
                  <a:lnTo>
                    <a:pt x="535" y="344"/>
                  </a:lnTo>
                  <a:lnTo>
                    <a:pt x="533" y="344"/>
                  </a:lnTo>
                  <a:lnTo>
                    <a:pt x="533" y="343"/>
                  </a:lnTo>
                  <a:lnTo>
                    <a:pt x="532" y="338"/>
                  </a:lnTo>
                  <a:lnTo>
                    <a:pt x="532" y="335"/>
                  </a:lnTo>
                  <a:lnTo>
                    <a:pt x="522" y="324"/>
                  </a:lnTo>
                  <a:lnTo>
                    <a:pt x="528" y="304"/>
                  </a:lnTo>
                  <a:lnTo>
                    <a:pt x="531" y="299"/>
                  </a:lnTo>
                  <a:lnTo>
                    <a:pt x="531" y="290"/>
                  </a:lnTo>
                  <a:lnTo>
                    <a:pt x="534" y="287"/>
                  </a:lnTo>
                  <a:lnTo>
                    <a:pt x="534" y="283"/>
                  </a:lnTo>
                  <a:lnTo>
                    <a:pt x="531" y="274"/>
                  </a:lnTo>
                  <a:lnTo>
                    <a:pt x="527" y="270"/>
                  </a:lnTo>
                  <a:lnTo>
                    <a:pt x="528" y="259"/>
                  </a:lnTo>
                  <a:lnTo>
                    <a:pt x="523" y="247"/>
                  </a:lnTo>
                  <a:lnTo>
                    <a:pt x="531" y="247"/>
                  </a:lnTo>
                  <a:lnTo>
                    <a:pt x="533" y="247"/>
                  </a:lnTo>
                  <a:lnTo>
                    <a:pt x="533" y="235"/>
                  </a:lnTo>
                  <a:lnTo>
                    <a:pt x="533" y="222"/>
                  </a:lnTo>
                  <a:lnTo>
                    <a:pt x="533" y="212"/>
                  </a:lnTo>
                  <a:lnTo>
                    <a:pt x="533" y="198"/>
                  </a:lnTo>
                  <a:lnTo>
                    <a:pt x="533" y="186"/>
                  </a:lnTo>
                  <a:lnTo>
                    <a:pt x="532" y="179"/>
                  </a:lnTo>
                  <a:lnTo>
                    <a:pt x="532" y="146"/>
                  </a:lnTo>
                  <a:lnTo>
                    <a:pt x="532" y="138"/>
                  </a:lnTo>
                  <a:lnTo>
                    <a:pt x="532" y="137"/>
                  </a:lnTo>
                  <a:lnTo>
                    <a:pt x="532" y="120"/>
                  </a:lnTo>
                  <a:lnTo>
                    <a:pt x="532" y="104"/>
                  </a:lnTo>
                  <a:lnTo>
                    <a:pt x="531" y="76"/>
                  </a:lnTo>
                  <a:lnTo>
                    <a:pt x="529" y="71"/>
                  </a:lnTo>
                  <a:lnTo>
                    <a:pt x="527" y="67"/>
                  </a:lnTo>
                  <a:lnTo>
                    <a:pt x="519" y="62"/>
                  </a:lnTo>
                  <a:lnTo>
                    <a:pt x="504" y="46"/>
                  </a:lnTo>
                  <a:lnTo>
                    <a:pt x="503" y="42"/>
                  </a:lnTo>
                  <a:lnTo>
                    <a:pt x="516" y="30"/>
                  </a:lnTo>
                  <a:lnTo>
                    <a:pt x="522" y="12"/>
                  </a:lnTo>
                  <a:lnTo>
                    <a:pt x="510" y="12"/>
                  </a:lnTo>
                  <a:lnTo>
                    <a:pt x="492" y="12"/>
                  </a:lnTo>
                  <a:lnTo>
                    <a:pt x="478" y="12"/>
                  </a:lnTo>
                  <a:lnTo>
                    <a:pt x="475" y="12"/>
                  </a:lnTo>
                  <a:lnTo>
                    <a:pt x="459" y="12"/>
                  </a:lnTo>
                  <a:lnTo>
                    <a:pt x="426" y="12"/>
                  </a:lnTo>
                  <a:lnTo>
                    <a:pt x="425" y="12"/>
                  </a:lnTo>
                  <a:lnTo>
                    <a:pt x="408" y="12"/>
                  </a:lnTo>
                  <a:lnTo>
                    <a:pt x="400" y="12"/>
                  </a:lnTo>
                  <a:lnTo>
                    <a:pt x="376" y="12"/>
                  </a:lnTo>
                  <a:lnTo>
                    <a:pt x="375" y="12"/>
                  </a:lnTo>
                  <a:lnTo>
                    <a:pt x="358" y="12"/>
                  </a:lnTo>
                  <a:lnTo>
                    <a:pt x="341" y="12"/>
                  </a:lnTo>
                  <a:lnTo>
                    <a:pt x="316" y="11"/>
                  </a:lnTo>
                  <a:lnTo>
                    <a:pt x="310" y="11"/>
                  </a:lnTo>
                  <a:lnTo>
                    <a:pt x="298" y="11"/>
                  </a:lnTo>
                  <a:lnTo>
                    <a:pt x="291" y="11"/>
                  </a:lnTo>
                  <a:lnTo>
                    <a:pt x="289" y="11"/>
                  </a:lnTo>
                  <a:lnTo>
                    <a:pt x="257" y="10"/>
                  </a:lnTo>
                  <a:lnTo>
                    <a:pt x="256" y="10"/>
                  </a:lnTo>
                  <a:lnTo>
                    <a:pt x="214" y="8"/>
                  </a:lnTo>
                  <a:lnTo>
                    <a:pt x="205" y="8"/>
                  </a:lnTo>
                  <a:lnTo>
                    <a:pt x="155" y="6"/>
                  </a:lnTo>
                  <a:lnTo>
                    <a:pt x="147" y="6"/>
                  </a:lnTo>
                  <a:lnTo>
                    <a:pt x="121" y="5"/>
                  </a:lnTo>
                  <a:lnTo>
                    <a:pt x="91" y="4"/>
                  </a:lnTo>
                  <a:lnTo>
                    <a:pt x="88" y="4"/>
                  </a:lnTo>
                  <a:lnTo>
                    <a:pt x="46" y="1"/>
                  </a:lnTo>
                  <a:lnTo>
                    <a:pt x="21" y="0"/>
                  </a:lnTo>
                  <a:lnTo>
                    <a:pt x="17" y="0"/>
                  </a:lnTo>
                  <a:lnTo>
                    <a:pt x="17" y="6"/>
                  </a:lnTo>
                  <a:lnTo>
                    <a:pt x="16" y="18"/>
                  </a:lnTo>
                  <a:lnTo>
                    <a:pt x="13" y="66"/>
                  </a:lnTo>
                  <a:lnTo>
                    <a:pt x="13" y="70"/>
                  </a:lnTo>
                  <a:lnTo>
                    <a:pt x="12" y="90"/>
                  </a:lnTo>
                  <a:lnTo>
                    <a:pt x="11" y="90"/>
                  </a:lnTo>
                  <a:lnTo>
                    <a:pt x="10" y="114"/>
                  </a:lnTo>
                  <a:lnTo>
                    <a:pt x="9" y="132"/>
                  </a:lnTo>
                  <a:lnTo>
                    <a:pt x="9" y="138"/>
                  </a:lnTo>
                  <a:lnTo>
                    <a:pt x="7" y="162"/>
                  </a:lnTo>
                  <a:lnTo>
                    <a:pt x="6" y="169"/>
                  </a:lnTo>
                  <a:lnTo>
                    <a:pt x="6" y="173"/>
                  </a:lnTo>
                  <a:lnTo>
                    <a:pt x="5" y="187"/>
                  </a:lnTo>
                  <a:lnTo>
                    <a:pt x="5" y="200"/>
                  </a:lnTo>
                  <a:lnTo>
                    <a:pt x="4" y="211"/>
                  </a:lnTo>
                  <a:lnTo>
                    <a:pt x="4" y="223"/>
                  </a:lnTo>
                  <a:lnTo>
                    <a:pt x="3" y="235"/>
                  </a:lnTo>
                  <a:lnTo>
                    <a:pt x="3" y="238"/>
                  </a:lnTo>
                  <a:lnTo>
                    <a:pt x="1" y="247"/>
                  </a:lnTo>
                  <a:lnTo>
                    <a:pt x="0" y="271"/>
                  </a:lnTo>
                  <a:lnTo>
                    <a:pt x="0" y="283"/>
                  </a:lnTo>
                  <a:lnTo>
                    <a:pt x="3" y="283"/>
                  </a:lnTo>
                  <a:lnTo>
                    <a:pt x="4" y="283"/>
                  </a:lnTo>
                  <a:lnTo>
                    <a:pt x="39" y="286"/>
                  </a:lnTo>
                  <a:lnTo>
                    <a:pt x="57" y="287"/>
                  </a:lnTo>
                  <a:lnTo>
                    <a:pt x="59" y="287"/>
                  </a:lnTo>
                  <a:lnTo>
                    <a:pt x="73" y="287"/>
                  </a:lnTo>
                  <a:lnTo>
                    <a:pt x="83" y="288"/>
                  </a:lnTo>
                  <a:lnTo>
                    <a:pt x="84" y="288"/>
                  </a:lnTo>
                  <a:lnTo>
                    <a:pt x="88" y="288"/>
                  </a:lnTo>
                  <a:lnTo>
                    <a:pt x="111" y="289"/>
                  </a:lnTo>
                  <a:lnTo>
                    <a:pt x="126" y="290"/>
                  </a:lnTo>
                  <a:lnTo>
                    <a:pt x="138" y="290"/>
                  </a:lnTo>
                  <a:lnTo>
                    <a:pt x="161" y="292"/>
                  </a:lnTo>
                  <a:lnTo>
                    <a:pt x="167" y="292"/>
                  </a:lnTo>
                  <a:lnTo>
                    <a:pt x="198" y="293"/>
                  </a:lnTo>
                  <a:lnTo>
                    <a:pt x="226" y="294"/>
                  </a:lnTo>
                  <a:lnTo>
                    <a:pt x="250" y="294"/>
                  </a:lnTo>
                  <a:lnTo>
                    <a:pt x="270" y="294"/>
                  </a:lnTo>
                  <a:lnTo>
                    <a:pt x="317" y="295"/>
                  </a:lnTo>
                  <a:lnTo>
                    <a:pt x="337" y="295"/>
                  </a:lnTo>
                  <a:lnTo>
                    <a:pt x="390" y="296"/>
                  </a:lnTo>
                  <a:lnTo>
                    <a:pt x="399" y="305"/>
                  </a:lnTo>
                  <a:lnTo>
                    <a:pt x="403" y="307"/>
                  </a:lnTo>
                  <a:lnTo>
                    <a:pt x="408" y="308"/>
                  </a:lnTo>
                  <a:lnTo>
                    <a:pt x="414" y="312"/>
                  </a:lnTo>
                  <a:lnTo>
                    <a:pt x="425" y="319"/>
                  </a:lnTo>
                  <a:lnTo>
                    <a:pt x="435" y="310"/>
                  </a:lnTo>
                  <a:lnTo>
                    <a:pt x="451" y="311"/>
                  </a:lnTo>
                  <a:lnTo>
                    <a:pt x="453" y="311"/>
                  </a:lnTo>
                  <a:lnTo>
                    <a:pt x="461" y="310"/>
                  </a:lnTo>
                  <a:lnTo>
                    <a:pt x="478" y="310"/>
                  </a:lnTo>
                  <a:lnTo>
                    <a:pt x="485" y="31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2" name="Freeform 30">
              <a:extLst>
                <a:ext uri="{FF2B5EF4-FFF2-40B4-BE49-F238E27FC236}">
                  <a16:creationId xmlns:a16="http://schemas.microsoft.com/office/drawing/2014/main" id="{59EBD455-5F40-318E-3312-94208887DFE4}"/>
                </a:ext>
              </a:extLst>
            </p:cNvPr>
            <p:cNvSpPr>
              <a:spLocks noChangeAspect="1"/>
            </p:cNvSpPr>
            <p:nvPr/>
          </p:nvSpPr>
          <p:spPr bwMode="auto">
            <a:xfrm>
              <a:off x="958" y="2311"/>
              <a:ext cx="23" cy="44"/>
            </a:xfrm>
            <a:custGeom>
              <a:avLst/>
              <a:gdLst>
                <a:gd name="T0" fmla="*/ 28 w 130"/>
                <a:gd name="T1" fmla="*/ 150 h 243"/>
                <a:gd name="T2" fmla="*/ 28 w 130"/>
                <a:gd name="T3" fmla="*/ 163 h 243"/>
                <a:gd name="T4" fmla="*/ 35 w 130"/>
                <a:gd name="T5" fmla="*/ 160 h 243"/>
                <a:gd name="T6" fmla="*/ 46 w 130"/>
                <a:gd name="T7" fmla="*/ 189 h 243"/>
                <a:gd name="T8" fmla="*/ 47 w 130"/>
                <a:gd name="T9" fmla="*/ 195 h 243"/>
                <a:gd name="T10" fmla="*/ 50 w 130"/>
                <a:gd name="T11" fmla="*/ 207 h 243"/>
                <a:gd name="T12" fmla="*/ 53 w 130"/>
                <a:gd name="T13" fmla="*/ 224 h 243"/>
                <a:gd name="T14" fmla="*/ 56 w 130"/>
                <a:gd name="T15" fmla="*/ 235 h 243"/>
                <a:gd name="T16" fmla="*/ 58 w 130"/>
                <a:gd name="T17" fmla="*/ 243 h 243"/>
                <a:gd name="T18" fmla="*/ 59 w 130"/>
                <a:gd name="T19" fmla="*/ 243 h 243"/>
                <a:gd name="T20" fmla="*/ 71 w 130"/>
                <a:gd name="T21" fmla="*/ 240 h 243"/>
                <a:gd name="T22" fmla="*/ 74 w 130"/>
                <a:gd name="T23" fmla="*/ 240 h 243"/>
                <a:gd name="T24" fmla="*/ 75 w 130"/>
                <a:gd name="T25" fmla="*/ 240 h 243"/>
                <a:gd name="T26" fmla="*/ 76 w 130"/>
                <a:gd name="T27" fmla="*/ 240 h 243"/>
                <a:gd name="T28" fmla="*/ 77 w 130"/>
                <a:gd name="T29" fmla="*/ 238 h 243"/>
                <a:gd name="T30" fmla="*/ 82 w 130"/>
                <a:gd name="T31" fmla="*/ 237 h 243"/>
                <a:gd name="T32" fmla="*/ 94 w 130"/>
                <a:gd name="T33" fmla="*/ 235 h 243"/>
                <a:gd name="T34" fmla="*/ 112 w 130"/>
                <a:gd name="T35" fmla="*/ 231 h 243"/>
                <a:gd name="T36" fmla="*/ 114 w 130"/>
                <a:gd name="T37" fmla="*/ 231 h 243"/>
                <a:gd name="T38" fmla="*/ 104 w 130"/>
                <a:gd name="T39" fmla="*/ 211 h 243"/>
                <a:gd name="T40" fmla="*/ 107 w 130"/>
                <a:gd name="T41" fmla="*/ 205 h 243"/>
                <a:gd name="T42" fmla="*/ 105 w 130"/>
                <a:gd name="T43" fmla="*/ 190 h 243"/>
                <a:gd name="T44" fmla="*/ 104 w 130"/>
                <a:gd name="T45" fmla="*/ 183 h 243"/>
                <a:gd name="T46" fmla="*/ 101 w 130"/>
                <a:gd name="T47" fmla="*/ 158 h 243"/>
                <a:gd name="T48" fmla="*/ 99 w 130"/>
                <a:gd name="T49" fmla="*/ 150 h 243"/>
                <a:gd name="T50" fmla="*/ 102 w 130"/>
                <a:gd name="T51" fmla="*/ 146 h 243"/>
                <a:gd name="T52" fmla="*/ 101 w 130"/>
                <a:gd name="T53" fmla="*/ 145 h 243"/>
                <a:gd name="T54" fmla="*/ 104 w 130"/>
                <a:gd name="T55" fmla="*/ 133 h 243"/>
                <a:gd name="T56" fmla="*/ 106 w 130"/>
                <a:gd name="T57" fmla="*/ 128 h 243"/>
                <a:gd name="T58" fmla="*/ 107 w 130"/>
                <a:gd name="T59" fmla="*/ 105 h 243"/>
                <a:gd name="T60" fmla="*/ 108 w 130"/>
                <a:gd name="T61" fmla="*/ 92 h 243"/>
                <a:gd name="T62" fmla="*/ 107 w 130"/>
                <a:gd name="T63" fmla="*/ 90 h 243"/>
                <a:gd name="T64" fmla="*/ 105 w 130"/>
                <a:gd name="T65" fmla="*/ 81 h 243"/>
                <a:gd name="T66" fmla="*/ 106 w 130"/>
                <a:gd name="T67" fmla="*/ 73 h 243"/>
                <a:gd name="T68" fmla="*/ 117 w 130"/>
                <a:gd name="T69" fmla="*/ 68 h 243"/>
                <a:gd name="T70" fmla="*/ 118 w 130"/>
                <a:gd name="T71" fmla="*/ 64 h 243"/>
                <a:gd name="T72" fmla="*/ 117 w 130"/>
                <a:gd name="T73" fmla="*/ 64 h 243"/>
                <a:gd name="T74" fmla="*/ 120 w 130"/>
                <a:gd name="T75" fmla="*/ 61 h 243"/>
                <a:gd name="T76" fmla="*/ 130 w 130"/>
                <a:gd name="T77" fmla="*/ 49 h 243"/>
                <a:gd name="T78" fmla="*/ 120 w 130"/>
                <a:gd name="T79" fmla="*/ 27 h 243"/>
                <a:gd name="T80" fmla="*/ 125 w 130"/>
                <a:gd name="T81" fmla="*/ 9 h 243"/>
                <a:gd name="T82" fmla="*/ 123 w 130"/>
                <a:gd name="T83" fmla="*/ 0 h 243"/>
                <a:gd name="T84" fmla="*/ 96 w 130"/>
                <a:gd name="T85" fmla="*/ 7 h 243"/>
                <a:gd name="T86" fmla="*/ 53 w 130"/>
                <a:gd name="T87" fmla="*/ 19 h 243"/>
                <a:gd name="T88" fmla="*/ 10 w 130"/>
                <a:gd name="T89" fmla="*/ 28 h 243"/>
                <a:gd name="T90" fmla="*/ 6 w 130"/>
                <a:gd name="T91" fmla="*/ 30 h 243"/>
                <a:gd name="T92" fmla="*/ 0 w 130"/>
                <a:gd name="T93" fmla="*/ 32 h 243"/>
                <a:gd name="T94" fmla="*/ 2 w 130"/>
                <a:gd name="T95" fmla="*/ 46 h 243"/>
                <a:gd name="T96" fmla="*/ 9 w 130"/>
                <a:gd name="T97" fmla="*/ 73 h 243"/>
                <a:gd name="T98" fmla="*/ 10 w 130"/>
                <a:gd name="T99" fmla="*/ 74 h 243"/>
                <a:gd name="T100" fmla="*/ 11 w 130"/>
                <a:gd name="T101" fmla="*/ 75 h 243"/>
                <a:gd name="T102" fmla="*/ 15 w 130"/>
                <a:gd name="T103" fmla="*/ 79 h 243"/>
                <a:gd name="T104" fmla="*/ 20 w 130"/>
                <a:gd name="T105" fmla="*/ 102 h 243"/>
                <a:gd name="T106" fmla="*/ 16 w 130"/>
                <a:gd name="T107" fmla="*/ 109 h 243"/>
                <a:gd name="T108" fmla="*/ 16 w 130"/>
                <a:gd name="T109" fmla="*/ 121 h 243"/>
                <a:gd name="T110" fmla="*/ 26 w 130"/>
                <a:gd name="T111" fmla="*/ 145 h 243"/>
                <a:gd name="T112" fmla="*/ 27 w 130"/>
                <a:gd name="T113" fmla="*/ 146 h 243"/>
                <a:gd name="T114" fmla="*/ 28 w 130"/>
                <a:gd name="T115" fmla="*/ 15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243">
                  <a:moveTo>
                    <a:pt x="28" y="150"/>
                  </a:moveTo>
                  <a:lnTo>
                    <a:pt x="28" y="163"/>
                  </a:lnTo>
                  <a:lnTo>
                    <a:pt x="35" y="160"/>
                  </a:lnTo>
                  <a:lnTo>
                    <a:pt x="46" y="189"/>
                  </a:lnTo>
                  <a:lnTo>
                    <a:pt x="47" y="195"/>
                  </a:lnTo>
                  <a:lnTo>
                    <a:pt x="50" y="207"/>
                  </a:lnTo>
                  <a:lnTo>
                    <a:pt x="53" y="224"/>
                  </a:lnTo>
                  <a:lnTo>
                    <a:pt x="56" y="235"/>
                  </a:lnTo>
                  <a:lnTo>
                    <a:pt x="58" y="243"/>
                  </a:lnTo>
                  <a:lnTo>
                    <a:pt x="59" y="243"/>
                  </a:lnTo>
                  <a:lnTo>
                    <a:pt x="71" y="240"/>
                  </a:lnTo>
                  <a:lnTo>
                    <a:pt x="74" y="240"/>
                  </a:lnTo>
                  <a:lnTo>
                    <a:pt x="75" y="240"/>
                  </a:lnTo>
                  <a:lnTo>
                    <a:pt x="76" y="240"/>
                  </a:lnTo>
                  <a:lnTo>
                    <a:pt x="77" y="238"/>
                  </a:lnTo>
                  <a:lnTo>
                    <a:pt x="82" y="237"/>
                  </a:lnTo>
                  <a:lnTo>
                    <a:pt x="94" y="235"/>
                  </a:lnTo>
                  <a:lnTo>
                    <a:pt x="112" y="231"/>
                  </a:lnTo>
                  <a:lnTo>
                    <a:pt x="114" y="231"/>
                  </a:lnTo>
                  <a:lnTo>
                    <a:pt x="104" y="211"/>
                  </a:lnTo>
                  <a:lnTo>
                    <a:pt x="107" y="205"/>
                  </a:lnTo>
                  <a:lnTo>
                    <a:pt x="105" y="190"/>
                  </a:lnTo>
                  <a:lnTo>
                    <a:pt x="104" y="183"/>
                  </a:lnTo>
                  <a:lnTo>
                    <a:pt x="101" y="158"/>
                  </a:lnTo>
                  <a:lnTo>
                    <a:pt x="99" y="150"/>
                  </a:lnTo>
                  <a:lnTo>
                    <a:pt x="102" y="146"/>
                  </a:lnTo>
                  <a:lnTo>
                    <a:pt x="101" y="145"/>
                  </a:lnTo>
                  <a:lnTo>
                    <a:pt x="104" y="133"/>
                  </a:lnTo>
                  <a:lnTo>
                    <a:pt x="106" y="128"/>
                  </a:lnTo>
                  <a:lnTo>
                    <a:pt x="107" y="105"/>
                  </a:lnTo>
                  <a:lnTo>
                    <a:pt x="108" y="92"/>
                  </a:lnTo>
                  <a:lnTo>
                    <a:pt x="107" y="90"/>
                  </a:lnTo>
                  <a:lnTo>
                    <a:pt x="105" y="81"/>
                  </a:lnTo>
                  <a:lnTo>
                    <a:pt x="106" y="73"/>
                  </a:lnTo>
                  <a:lnTo>
                    <a:pt x="117" y="68"/>
                  </a:lnTo>
                  <a:lnTo>
                    <a:pt x="118" y="64"/>
                  </a:lnTo>
                  <a:lnTo>
                    <a:pt x="117" y="64"/>
                  </a:lnTo>
                  <a:lnTo>
                    <a:pt x="120" y="61"/>
                  </a:lnTo>
                  <a:lnTo>
                    <a:pt x="130" y="49"/>
                  </a:lnTo>
                  <a:lnTo>
                    <a:pt x="120" y="27"/>
                  </a:lnTo>
                  <a:lnTo>
                    <a:pt x="125" y="9"/>
                  </a:lnTo>
                  <a:lnTo>
                    <a:pt x="123" y="0"/>
                  </a:lnTo>
                  <a:lnTo>
                    <a:pt x="96" y="7"/>
                  </a:lnTo>
                  <a:lnTo>
                    <a:pt x="53" y="19"/>
                  </a:lnTo>
                  <a:lnTo>
                    <a:pt x="10" y="28"/>
                  </a:lnTo>
                  <a:lnTo>
                    <a:pt x="6" y="30"/>
                  </a:lnTo>
                  <a:lnTo>
                    <a:pt x="0" y="32"/>
                  </a:lnTo>
                  <a:lnTo>
                    <a:pt x="2" y="46"/>
                  </a:lnTo>
                  <a:lnTo>
                    <a:pt x="9" y="73"/>
                  </a:lnTo>
                  <a:lnTo>
                    <a:pt x="10" y="74"/>
                  </a:lnTo>
                  <a:lnTo>
                    <a:pt x="11" y="75"/>
                  </a:lnTo>
                  <a:lnTo>
                    <a:pt x="15" y="79"/>
                  </a:lnTo>
                  <a:lnTo>
                    <a:pt x="20" y="102"/>
                  </a:lnTo>
                  <a:lnTo>
                    <a:pt x="16" y="109"/>
                  </a:lnTo>
                  <a:lnTo>
                    <a:pt x="16" y="121"/>
                  </a:lnTo>
                  <a:lnTo>
                    <a:pt x="26" y="145"/>
                  </a:lnTo>
                  <a:lnTo>
                    <a:pt x="27" y="146"/>
                  </a:lnTo>
                  <a:lnTo>
                    <a:pt x="28" y="15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3" name="Freeform 31">
              <a:extLst>
                <a:ext uri="{FF2B5EF4-FFF2-40B4-BE49-F238E27FC236}">
                  <a16:creationId xmlns:a16="http://schemas.microsoft.com/office/drawing/2014/main" id="{C0A170A8-AB3F-E596-E08E-7E6E803E90C7}"/>
                </a:ext>
              </a:extLst>
            </p:cNvPr>
            <p:cNvSpPr>
              <a:spLocks noChangeAspect="1"/>
            </p:cNvSpPr>
            <p:nvPr/>
          </p:nvSpPr>
          <p:spPr bwMode="auto">
            <a:xfrm>
              <a:off x="969" y="2362"/>
              <a:ext cx="23" cy="24"/>
            </a:xfrm>
            <a:custGeom>
              <a:avLst/>
              <a:gdLst>
                <a:gd name="T0" fmla="*/ 48 w 133"/>
                <a:gd name="T1" fmla="*/ 105 h 131"/>
                <a:gd name="T2" fmla="*/ 55 w 133"/>
                <a:gd name="T3" fmla="*/ 94 h 131"/>
                <a:gd name="T4" fmla="*/ 71 w 133"/>
                <a:gd name="T5" fmla="*/ 90 h 131"/>
                <a:gd name="T6" fmla="*/ 79 w 133"/>
                <a:gd name="T7" fmla="*/ 85 h 131"/>
                <a:gd name="T8" fmla="*/ 85 w 133"/>
                <a:gd name="T9" fmla="*/ 85 h 131"/>
                <a:gd name="T10" fmla="*/ 88 w 133"/>
                <a:gd name="T11" fmla="*/ 85 h 131"/>
                <a:gd name="T12" fmla="*/ 99 w 133"/>
                <a:gd name="T13" fmla="*/ 81 h 131"/>
                <a:gd name="T14" fmla="*/ 121 w 133"/>
                <a:gd name="T15" fmla="*/ 71 h 131"/>
                <a:gd name="T16" fmla="*/ 126 w 133"/>
                <a:gd name="T17" fmla="*/ 67 h 131"/>
                <a:gd name="T18" fmla="*/ 129 w 133"/>
                <a:gd name="T19" fmla="*/ 67 h 131"/>
                <a:gd name="T20" fmla="*/ 130 w 133"/>
                <a:gd name="T21" fmla="*/ 67 h 131"/>
                <a:gd name="T22" fmla="*/ 133 w 133"/>
                <a:gd name="T23" fmla="*/ 57 h 131"/>
                <a:gd name="T24" fmla="*/ 129 w 133"/>
                <a:gd name="T25" fmla="*/ 40 h 131"/>
                <a:gd name="T26" fmla="*/ 129 w 133"/>
                <a:gd name="T27" fmla="*/ 37 h 131"/>
                <a:gd name="T28" fmla="*/ 129 w 133"/>
                <a:gd name="T29" fmla="*/ 36 h 131"/>
                <a:gd name="T30" fmla="*/ 127 w 133"/>
                <a:gd name="T31" fmla="*/ 34 h 131"/>
                <a:gd name="T32" fmla="*/ 126 w 133"/>
                <a:gd name="T33" fmla="*/ 28 h 131"/>
                <a:gd name="T34" fmla="*/ 125 w 133"/>
                <a:gd name="T35" fmla="*/ 25 h 131"/>
                <a:gd name="T36" fmla="*/ 120 w 133"/>
                <a:gd name="T37" fmla="*/ 9 h 131"/>
                <a:gd name="T38" fmla="*/ 118 w 133"/>
                <a:gd name="T39" fmla="*/ 1 h 131"/>
                <a:gd name="T40" fmla="*/ 118 w 133"/>
                <a:gd name="T41" fmla="*/ 0 h 131"/>
                <a:gd name="T42" fmla="*/ 99 w 133"/>
                <a:gd name="T43" fmla="*/ 5 h 131"/>
                <a:gd name="T44" fmla="*/ 96 w 133"/>
                <a:gd name="T45" fmla="*/ 5 h 131"/>
                <a:gd name="T46" fmla="*/ 95 w 133"/>
                <a:gd name="T47" fmla="*/ 5 h 131"/>
                <a:gd name="T48" fmla="*/ 94 w 133"/>
                <a:gd name="T49" fmla="*/ 5 h 131"/>
                <a:gd name="T50" fmla="*/ 82 w 133"/>
                <a:gd name="T51" fmla="*/ 9 h 131"/>
                <a:gd name="T52" fmla="*/ 78 w 133"/>
                <a:gd name="T53" fmla="*/ 10 h 131"/>
                <a:gd name="T54" fmla="*/ 69 w 133"/>
                <a:gd name="T55" fmla="*/ 12 h 131"/>
                <a:gd name="T56" fmla="*/ 48 w 133"/>
                <a:gd name="T57" fmla="*/ 21 h 131"/>
                <a:gd name="T58" fmla="*/ 47 w 133"/>
                <a:gd name="T59" fmla="*/ 17 h 131"/>
                <a:gd name="T60" fmla="*/ 34 w 133"/>
                <a:gd name="T61" fmla="*/ 21 h 131"/>
                <a:gd name="T62" fmla="*/ 31 w 133"/>
                <a:gd name="T63" fmla="*/ 21 h 131"/>
                <a:gd name="T64" fmla="*/ 9 w 133"/>
                <a:gd name="T65" fmla="*/ 25 h 131"/>
                <a:gd name="T66" fmla="*/ 4 w 133"/>
                <a:gd name="T67" fmla="*/ 27 h 131"/>
                <a:gd name="T68" fmla="*/ 0 w 133"/>
                <a:gd name="T69" fmla="*/ 28 h 131"/>
                <a:gd name="T70" fmla="*/ 1 w 133"/>
                <a:gd name="T71" fmla="*/ 33 h 131"/>
                <a:gd name="T72" fmla="*/ 6 w 133"/>
                <a:gd name="T73" fmla="*/ 57 h 131"/>
                <a:gd name="T74" fmla="*/ 7 w 133"/>
                <a:gd name="T75" fmla="*/ 64 h 131"/>
                <a:gd name="T76" fmla="*/ 9 w 133"/>
                <a:gd name="T77" fmla="*/ 69 h 131"/>
                <a:gd name="T78" fmla="*/ 9 w 133"/>
                <a:gd name="T79" fmla="*/ 70 h 131"/>
                <a:gd name="T80" fmla="*/ 10 w 133"/>
                <a:gd name="T81" fmla="*/ 77 h 131"/>
                <a:gd name="T82" fmla="*/ 11 w 133"/>
                <a:gd name="T83" fmla="*/ 87 h 131"/>
                <a:gd name="T84" fmla="*/ 12 w 133"/>
                <a:gd name="T85" fmla="*/ 89 h 131"/>
                <a:gd name="T86" fmla="*/ 12 w 133"/>
                <a:gd name="T87" fmla="*/ 93 h 131"/>
                <a:gd name="T88" fmla="*/ 21 w 133"/>
                <a:gd name="T89" fmla="*/ 106 h 131"/>
                <a:gd name="T90" fmla="*/ 6 w 133"/>
                <a:gd name="T91" fmla="*/ 121 h 131"/>
                <a:gd name="T92" fmla="*/ 13 w 133"/>
                <a:gd name="T93" fmla="*/ 131 h 131"/>
                <a:gd name="T94" fmla="*/ 30 w 133"/>
                <a:gd name="T95" fmla="*/ 119 h 131"/>
                <a:gd name="T96" fmla="*/ 39 w 133"/>
                <a:gd name="T97" fmla="*/ 111 h 131"/>
                <a:gd name="T98" fmla="*/ 48 w 133"/>
                <a:gd name="T99" fmla="*/ 10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3" h="131">
                  <a:moveTo>
                    <a:pt x="48" y="105"/>
                  </a:moveTo>
                  <a:lnTo>
                    <a:pt x="55" y="94"/>
                  </a:lnTo>
                  <a:lnTo>
                    <a:pt x="71" y="90"/>
                  </a:lnTo>
                  <a:lnTo>
                    <a:pt x="79" y="85"/>
                  </a:lnTo>
                  <a:lnTo>
                    <a:pt x="85" y="85"/>
                  </a:lnTo>
                  <a:lnTo>
                    <a:pt x="88" y="85"/>
                  </a:lnTo>
                  <a:lnTo>
                    <a:pt x="99" y="81"/>
                  </a:lnTo>
                  <a:lnTo>
                    <a:pt x="121" y="71"/>
                  </a:lnTo>
                  <a:lnTo>
                    <a:pt x="126" y="67"/>
                  </a:lnTo>
                  <a:lnTo>
                    <a:pt x="129" y="67"/>
                  </a:lnTo>
                  <a:lnTo>
                    <a:pt x="130" y="67"/>
                  </a:lnTo>
                  <a:lnTo>
                    <a:pt x="133" y="57"/>
                  </a:lnTo>
                  <a:lnTo>
                    <a:pt x="129" y="40"/>
                  </a:lnTo>
                  <a:lnTo>
                    <a:pt x="129" y="37"/>
                  </a:lnTo>
                  <a:lnTo>
                    <a:pt x="129" y="36"/>
                  </a:lnTo>
                  <a:lnTo>
                    <a:pt x="127" y="34"/>
                  </a:lnTo>
                  <a:lnTo>
                    <a:pt x="126" y="28"/>
                  </a:lnTo>
                  <a:lnTo>
                    <a:pt x="125" y="25"/>
                  </a:lnTo>
                  <a:lnTo>
                    <a:pt x="120" y="9"/>
                  </a:lnTo>
                  <a:lnTo>
                    <a:pt x="118" y="1"/>
                  </a:lnTo>
                  <a:lnTo>
                    <a:pt x="118" y="0"/>
                  </a:lnTo>
                  <a:lnTo>
                    <a:pt x="99" y="5"/>
                  </a:lnTo>
                  <a:lnTo>
                    <a:pt x="96" y="5"/>
                  </a:lnTo>
                  <a:lnTo>
                    <a:pt x="95" y="5"/>
                  </a:lnTo>
                  <a:lnTo>
                    <a:pt x="94" y="5"/>
                  </a:lnTo>
                  <a:lnTo>
                    <a:pt x="82" y="9"/>
                  </a:lnTo>
                  <a:lnTo>
                    <a:pt x="78" y="10"/>
                  </a:lnTo>
                  <a:lnTo>
                    <a:pt x="69" y="12"/>
                  </a:lnTo>
                  <a:lnTo>
                    <a:pt x="48" y="21"/>
                  </a:lnTo>
                  <a:lnTo>
                    <a:pt x="47" y="17"/>
                  </a:lnTo>
                  <a:lnTo>
                    <a:pt x="34" y="21"/>
                  </a:lnTo>
                  <a:lnTo>
                    <a:pt x="31" y="21"/>
                  </a:lnTo>
                  <a:lnTo>
                    <a:pt x="9" y="25"/>
                  </a:lnTo>
                  <a:lnTo>
                    <a:pt x="4" y="27"/>
                  </a:lnTo>
                  <a:lnTo>
                    <a:pt x="0" y="28"/>
                  </a:lnTo>
                  <a:lnTo>
                    <a:pt x="1" y="33"/>
                  </a:lnTo>
                  <a:lnTo>
                    <a:pt x="6" y="57"/>
                  </a:lnTo>
                  <a:lnTo>
                    <a:pt x="7" y="64"/>
                  </a:lnTo>
                  <a:lnTo>
                    <a:pt x="9" y="69"/>
                  </a:lnTo>
                  <a:lnTo>
                    <a:pt x="9" y="70"/>
                  </a:lnTo>
                  <a:lnTo>
                    <a:pt x="10" y="77"/>
                  </a:lnTo>
                  <a:lnTo>
                    <a:pt x="11" y="87"/>
                  </a:lnTo>
                  <a:lnTo>
                    <a:pt x="12" y="89"/>
                  </a:lnTo>
                  <a:lnTo>
                    <a:pt x="12" y="93"/>
                  </a:lnTo>
                  <a:lnTo>
                    <a:pt x="21" y="106"/>
                  </a:lnTo>
                  <a:lnTo>
                    <a:pt x="6" y="121"/>
                  </a:lnTo>
                  <a:lnTo>
                    <a:pt x="13" y="131"/>
                  </a:lnTo>
                  <a:lnTo>
                    <a:pt x="30" y="119"/>
                  </a:lnTo>
                  <a:lnTo>
                    <a:pt x="39" y="111"/>
                  </a:lnTo>
                  <a:lnTo>
                    <a:pt x="48" y="10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4" name="Freeform 32">
              <a:extLst>
                <a:ext uri="{FF2B5EF4-FFF2-40B4-BE49-F238E27FC236}">
                  <a16:creationId xmlns:a16="http://schemas.microsoft.com/office/drawing/2014/main" id="{28D60A7F-1E60-090A-FC5A-AC74A7D41882}"/>
                </a:ext>
              </a:extLst>
            </p:cNvPr>
            <p:cNvSpPr>
              <a:spLocks noChangeAspect="1"/>
            </p:cNvSpPr>
            <p:nvPr/>
          </p:nvSpPr>
          <p:spPr bwMode="auto">
            <a:xfrm>
              <a:off x="984" y="2262"/>
              <a:ext cx="50" cy="79"/>
            </a:xfrm>
            <a:custGeom>
              <a:avLst/>
              <a:gdLst>
                <a:gd name="T0" fmla="*/ 38 w 282"/>
                <a:gd name="T1" fmla="*/ 360 h 443"/>
                <a:gd name="T2" fmla="*/ 29 w 282"/>
                <a:gd name="T3" fmla="*/ 333 h 443"/>
                <a:gd name="T4" fmla="*/ 2 w 282"/>
                <a:gd name="T5" fmla="*/ 249 h 443"/>
                <a:gd name="T6" fmla="*/ 3 w 282"/>
                <a:gd name="T7" fmla="*/ 235 h 443"/>
                <a:gd name="T8" fmla="*/ 16 w 282"/>
                <a:gd name="T9" fmla="*/ 239 h 443"/>
                <a:gd name="T10" fmla="*/ 26 w 282"/>
                <a:gd name="T11" fmla="*/ 223 h 443"/>
                <a:gd name="T12" fmla="*/ 24 w 282"/>
                <a:gd name="T13" fmla="*/ 197 h 443"/>
                <a:gd name="T14" fmla="*/ 38 w 282"/>
                <a:gd name="T15" fmla="*/ 165 h 443"/>
                <a:gd name="T16" fmla="*/ 32 w 282"/>
                <a:gd name="T17" fmla="*/ 150 h 443"/>
                <a:gd name="T18" fmla="*/ 38 w 282"/>
                <a:gd name="T19" fmla="*/ 119 h 443"/>
                <a:gd name="T20" fmla="*/ 34 w 282"/>
                <a:gd name="T21" fmla="*/ 92 h 443"/>
                <a:gd name="T22" fmla="*/ 77 w 282"/>
                <a:gd name="T23" fmla="*/ 19 h 443"/>
                <a:gd name="T24" fmla="*/ 108 w 282"/>
                <a:gd name="T25" fmla="*/ 15 h 443"/>
                <a:gd name="T26" fmla="*/ 126 w 282"/>
                <a:gd name="T27" fmla="*/ 0 h 443"/>
                <a:gd name="T28" fmla="*/ 158 w 282"/>
                <a:gd name="T29" fmla="*/ 14 h 443"/>
                <a:gd name="T30" fmla="*/ 202 w 282"/>
                <a:gd name="T31" fmla="*/ 144 h 443"/>
                <a:gd name="T32" fmla="*/ 227 w 282"/>
                <a:gd name="T33" fmla="*/ 144 h 443"/>
                <a:gd name="T34" fmla="*/ 248 w 282"/>
                <a:gd name="T35" fmla="*/ 185 h 443"/>
                <a:gd name="T36" fmla="*/ 250 w 282"/>
                <a:gd name="T37" fmla="*/ 179 h 443"/>
                <a:gd name="T38" fmla="*/ 276 w 282"/>
                <a:gd name="T39" fmla="*/ 197 h 443"/>
                <a:gd name="T40" fmla="*/ 270 w 282"/>
                <a:gd name="T41" fmla="*/ 230 h 443"/>
                <a:gd name="T42" fmla="*/ 269 w 282"/>
                <a:gd name="T43" fmla="*/ 231 h 443"/>
                <a:gd name="T44" fmla="*/ 261 w 282"/>
                <a:gd name="T45" fmla="*/ 233 h 443"/>
                <a:gd name="T46" fmla="*/ 255 w 282"/>
                <a:gd name="T47" fmla="*/ 241 h 443"/>
                <a:gd name="T48" fmla="*/ 251 w 282"/>
                <a:gd name="T49" fmla="*/ 254 h 443"/>
                <a:gd name="T50" fmla="*/ 237 w 282"/>
                <a:gd name="T51" fmla="*/ 253 h 443"/>
                <a:gd name="T52" fmla="*/ 230 w 282"/>
                <a:gd name="T53" fmla="*/ 264 h 443"/>
                <a:gd name="T54" fmla="*/ 226 w 282"/>
                <a:gd name="T55" fmla="*/ 273 h 443"/>
                <a:gd name="T56" fmla="*/ 204 w 282"/>
                <a:gd name="T57" fmla="*/ 288 h 443"/>
                <a:gd name="T58" fmla="*/ 195 w 282"/>
                <a:gd name="T59" fmla="*/ 283 h 443"/>
                <a:gd name="T60" fmla="*/ 174 w 282"/>
                <a:gd name="T61" fmla="*/ 290 h 443"/>
                <a:gd name="T62" fmla="*/ 171 w 282"/>
                <a:gd name="T63" fmla="*/ 271 h 443"/>
                <a:gd name="T64" fmla="*/ 164 w 282"/>
                <a:gd name="T65" fmla="*/ 287 h 443"/>
                <a:gd name="T66" fmla="*/ 162 w 282"/>
                <a:gd name="T67" fmla="*/ 313 h 443"/>
                <a:gd name="T68" fmla="*/ 153 w 282"/>
                <a:gd name="T69" fmla="*/ 341 h 443"/>
                <a:gd name="T70" fmla="*/ 142 w 282"/>
                <a:gd name="T71" fmla="*/ 343 h 443"/>
                <a:gd name="T72" fmla="*/ 135 w 282"/>
                <a:gd name="T73" fmla="*/ 353 h 443"/>
                <a:gd name="T74" fmla="*/ 128 w 282"/>
                <a:gd name="T75" fmla="*/ 360 h 443"/>
                <a:gd name="T76" fmla="*/ 118 w 282"/>
                <a:gd name="T77" fmla="*/ 363 h 443"/>
                <a:gd name="T78" fmla="*/ 112 w 282"/>
                <a:gd name="T79" fmla="*/ 368 h 443"/>
                <a:gd name="T80" fmla="*/ 100 w 282"/>
                <a:gd name="T81" fmla="*/ 380 h 443"/>
                <a:gd name="T82" fmla="*/ 101 w 282"/>
                <a:gd name="T83" fmla="*/ 389 h 443"/>
                <a:gd name="T84" fmla="*/ 93 w 282"/>
                <a:gd name="T85" fmla="*/ 392 h 443"/>
                <a:gd name="T86" fmla="*/ 93 w 282"/>
                <a:gd name="T87" fmla="*/ 399 h 443"/>
                <a:gd name="T88" fmla="*/ 84 w 282"/>
                <a:gd name="T89" fmla="*/ 423 h 443"/>
                <a:gd name="T90" fmla="*/ 82 w 282"/>
                <a:gd name="T91" fmla="*/ 443 h 443"/>
                <a:gd name="T92" fmla="*/ 77 w 282"/>
                <a:gd name="T93" fmla="*/ 441 h 443"/>
                <a:gd name="T94" fmla="*/ 68 w 282"/>
                <a:gd name="T95" fmla="*/ 427 h 443"/>
                <a:gd name="T96" fmla="*/ 52 w 282"/>
                <a:gd name="T97" fmla="*/ 403 h 443"/>
                <a:gd name="T98" fmla="*/ 44 w 282"/>
                <a:gd name="T99" fmla="*/ 379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43">
                  <a:moveTo>
                    <a:pt x="44" y="379"/>
                  </a:moveTo>
                  <a:lnTo>
                    <a:pt x="38" y="360"/>
                  </a:lnTo>
                  <a:lnTo>
                    <a:pt x="30" y="337"/>
                  </a:lnTo>
                  <a:lnTo>
                    <a:pt x="29" y="333"/>
                  </a:lnTo>
                  <a:lnTo>
                    <a:pt x="16" y="291"/>
                  </a:lnTo>
                  <a:lnTo>
                    <a:pt x="2" y="249"/>
                  </a:lnTo>
                  <a:lnTo>
                    <a:pt x="0" y="246"/>
                  </a:lnTo>
                  <a:lnTo>
                    <a:pt x="3" y="235"/>
                  </a:lnTo>
                  <a:lnTo>
                    <a:pt x="16" y="243"/>
                  </a:lnTo>
                  <a:lnTo>
                    <a:pt x="16" y="239"/>
                  </a:lnTo>
                  <a:lnTo>
                    <a:pt x="17" y="223"/>
                  </a:lnTo>
                  <a:lnTo>
                    <a:pt x="26" y="223"/>
                  </a:lnTo>
                  <a:lnTo>
                    <a:pt x="21" y="204"/>
                  </a:lnTo>
                  <a:lnTo>
                    <a:pt x="24" y="197"/>
                  </a:lnTo>
                  <a:lnTo>
                    <a:pt x="33" y="187"/>
                  </a:lnTo>
                  <a:lnTo>
                    <a:pt x="38" y="165"/>
                  </a:lnTo>
                  <a:lnTo>
                    <a:pt x="32" y="162"/>
                  </a:lnTo>
                  <a:lnTo>
                    <a:pt x="32" y="150"/>
                  </a:lnTo>
                  <a:lnTo>
                    <a:pt x="29" y="138"/>
                  </a:lnTo>
                  <a:lnTo>
                    <a:pt x="38" y="119"/>
                  </a:lnTo>
                  <a:lnTo>
                    <a:pt x="35" y="104"/>
                  </a:lnTo>
                  <a:lnTo>
                    <a:pt x="34" y="92"/>
                  </a:lnTo>
                  <a:lnTo>
                    <a:pt x="63" y="7"/>
                  </a:lnTo>
                  <a:lnTo>
                    <a:pt x="77" y="19"/>
                  </a:lnTo>
                  <a:lnTo>
                    <a:pt x="83" y="25"/>
                  </a:lnTo>
                  <a:lnTo>
                    <a:pt x="108" y="15"/>
                  </a:lnTo>
                  <a:lnTo>
                    <a:pt x="122" y="0"/>
                  </a:lnTo>
                  <a:lnTo>
                    <a:pt x="126" y="0"/>
                  </a:lnTo>
                  <a:lnTo>
                    <a:pt x="152" y="8"/>
                  </a:lnTo>
                  <a:lnTo>
                    <a:pt x="158" y="14"/>
                  </a:lnTo>
                  <a:lnTo>
                    <a:pt x="164" y="15"/>
                  </a:lnTo>
                  <a:lnTo>
                    <a:pt x="202" y="144"/>
                  </a:lnTo>
                  <a:lnTo>
                    <a:pt x="224" y="146"/>
                  </a:lnTo>
                  <a:lnTo>
                    <a:pt x="227" y="144"/>
                  </a:lnTo>
                  <a:lnTo>
                    <a:pt x="237" y="176"/>
                  </a:lnTo>
                  <a:lnTo>
                    <a:pt x="248" y="185"/>
                  </a:lnTo>
                  <a:lnTo>
                    <a:pt x="250" y="183"/>
                  </a:lnTo>
                  <a:lnTo>
                    <a:pt x="250" y="179"/>
                  </a:lnTo>
                  <a:lnTo>
                    <a:pt x="263" y="181"/>
                  </a:lnTo>
                  <a:lnTo>
                    <a:pt x="276" y="197"/>
                  </a:lnTo>
                  <a:lnTo>
                    <a:pt x="282" y="205"/>
                  </a:lnTo>
                  <a:lnTo>
                    <a:pt x="270" y="230"/>
                  </a:lnTo>
                  <a:lnTo>
                    <a:pt x="268" y="230"/>
                  </a:lnTo>
                  <a:lnTo>
                    <a:pt x="269" y="231"/>
                  </a:lnTo>
                  <a:lnTo>
                    <a:pt x="266" y="230"/>
                  </a:lnTo>
                  <a:lnTo>
                    <a:pt x="261" y="233"/>
                  </a:lnTo>
                  <a:lnTo>
                    <a:pt x="262" y="235"/>
                  </a:lnTo>
                  <a:lnTo>
                    <a:pt x="255" y="241"/>
                  </a:lnTo>
                  <a:lnTo>
                    <a:pt x="256" y="247"/>
                  </a:lnTo>
                  <a:lnTo>
                    <a:pt x="251" y="254"/>
                  </a:lnTo>
                  <a:lnTo>
                    <a:pt x="249" y="249"/>
                  </a:lnTo>
                  <a:lnTo>
                    <a:pt x="237" y="253"/>
                  </a:lnTo>
                  <a:lnTo>
                    <a:pt x="234" y="263"/>
                  </a:lnTo>
                  <a:lnTo>
                    <a:pt x="230" y="264"/>
                  </a:lnTo>
                  <a:lnTo>
                    <a:pt x="226" y="267"/>
                  </a:lnTo>
                  <a:lnTo>
                    <a:pt x="226" y="273"/>
                  </a:lnTo>
                  <a:lnTo>
                    <a:pt x="214" y="285"/>
                  </a:lnTo>
                  <a:lnTo>
                    <a:pt x="204" y="288"/>
                  </a:lnTo>
                  <a:lnTo>
                    <a:pt x="192" y="275"/>
                  </a:lnTo>
                  <a:lnTo>
                    <a:pt x="195" y="283"/>
                  </a:lnTo>
                  <a:lnTo>
                    <a:pt x="188" y="306"/>
                  </a:lnTo>
                  <a:lnTo>
                    <a:pt x="174" y="290"/>
                  </a:lnTo>
                  <a:lnTo>
                    <a:pt x="172" y="272"/>
                  </a:lnTo>
                  <a:lnTo>
                    <a:pt x="171" y="271"/>
                  </a:lnTo>
                  <a:lnTo>
                    <a:pt x="167" y="281"/>
                  </a:lnTo>
                  <a:lnTo>
                    <a:pt x="164" y="287"/>
                  </a:lnTo>
                  <a:lnTo>
                    <a:pt x="162" y="300"/>
                  </a:lnTo>
                  <a:lnTo>
                    <a:pt x="162" y="313"/>
                  </a:lnTo>
                  <a:lnTo>
                    <a:pt x="167" y="324"/>
                  </a:lnTo>
                  <a:lnTo>
                    <a:pt x="153" y="341"/>
                  </a:lnTo>
                  <a:lnTo>
                    <a:pt x="148" y="339"/>
                  </a:lnTo>
                  <a:lnTo>
                    <a:pt x="142" y="343"/>
                  </a:lnTo>
                  <a:lnTo>
                    <a:pt x="141" y="348"/>
                  </a:lnTo>
                  <a:lnTo>
                    <a:pt x="135" y="353"/>
                  </a:lnTo>
                  <a:lnTo>
                    <a:pt x="129" y="353"/>
                  </a:lnTo>
                  <a:lnTo>
                    <a:pt x="128" y="360"/>
                  </a:lnTo>
                  <a:lnTo>
                    <a:pt x="124" y="367"/>
                  </a:lnTo>
                  <a:lnTo>
                    <a:pt x="118" y="363"/>
                  </a:lnTo>
                  <a:lnTo>
                    <a:pt x="116" y="362"/>
                  </a:lnTo>
                  <a:lnTo>
                    <a:pt x="112" y="368"/>
                  </a:lnTo>
                  <a:lnTo>
                    <a:pt x="104" y="373"/>
                  </a:lnTo>
                  <a:lnTo>
                    <a:pt x="100" y="380"/>
                  </a:lnTo>
                  <a:lnTo>
                    <a:pt x="102" y="386"/>
                  </a:lnTo>
                  <a:lnTo>
                    <a:pt x="101" y="389"/>
                  </a:lnTo>
                  <a:lnTo>
                    <a:pt x="99" y="389"/>
                  </a:lnTo>
                  <a:lnTo>
                    <a:pt x="93" y="392"/>
                  </a:lnTo>
                  <a:lnTo>
                    <a:pt x="92" y="396"/>
                  </a:lnTo>
                  <a:lnTo>
                    <a:pt x="93" y="399"/>
                  </a:lnTo>
                  <a:lnTo>
                    <a:pt x="96" y="398"/>
                  </a:lnTo>
                  <a:lnTo>
                    <a:pt x="84" y="423"/>
                  </a:lnTo>
                  <a:lnTo>
                    <a:pt x="86" y="431"/>
                  </a:lnTo>
                  <a:lnTo>
                    <a:pt x="82" y="443"/>
                  </a:lnTo>
                  <a:lnTo>
                    <a:pt x="78" y="441"/>
                  </a:lnTo>
                  <a:lnTo>
                    <a:pt x="77" y="441"/>
                  </a:lnTo>
                  <a:lnTo>
                    <a:pt x="72" y="439"/>
                  </a:lnTo>
                  <a:lnTo>
                    <a:pt x="68" y="427"/>
                  </a:lnTo>
                  <a:lnTo>
                    <a:pt x="57" y="421"/>
                  </a:lnTo>
                  <a:lnTo>
                    <a:pt x="52" y="403"/>
                  </a:lnTo>
                  <a:lnTo>
                    <a:pt x="45" y="384"/>
                  </a:lnTo>
                  <a:lnTo>
                    <a:pt x="44" y="37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5" name="Freeform 33">
              <a:extLst>
                <a:ext uri="{FF2B5EF4-FFF2-40B4-BE49-F238E27FC236}">
                  <a16:creationId xmlns:a16="http://schemas.microsoft.com/office/drawing/2014/main" id="{B566AFF0-E3F5-E515-4EF4-0EA1AFD88F92}"/>
                </a:ext>
              </a:extLst>
            </p:cNvPr>
            <p:cNvSpPr>
              <a:spLocks noChangeAspect="1"/>
            </p:cNvSpPr>
            <p:nvPr/>
          </p:nvSpPr>
          <p:spPr bwMode="auto">
            <a:xfrm>
              <a:off x="1019" y="2315"/>
              <a:ext cx="3" cy="1"/>
            </a:xfrm>
            <a:custGeom>
              <a:avLst/>
              <a:gdLst>
                <a:gd name="T0" fmla="*/ 1 w 12"/>
                <a:gd name="T1" fmla="*/ 8 h 8"/>
                <a:gd name="T2" fmla="*/ 12 w 12"/>
                <a:gd name="T3" fmla="*/ 5 h 8"/>
                <a:gd name="T4" fmla="*/ 7 w 12"/>
                <a:gd name="T5" fmla="*/ 0 h 8"/>
                <a:gd name="T6" fmla="*/ 0 w 12"/>
                <a:gd name="T7" fmla="*/ 2 h 8"/>
                <a:gd name="T8" fmla="*/ 1 w 12"/>
                <a:gd name="T9" fmla="*/ 8 h 8"/>
              </a:gdLst>
              <a:ahLst/>
              <a:cxnLst>
                <a:cxn ang="0">
                  <a:pos x="T0" y="T1"/>
                </a:cxn>
                <a:cxn ang="0">
                  <a:pos x="T2" y="T3"/>
                </a:cxn>
                <a:cxn ang="0">
                  <a:pos x="T4" y="T5"/>
                </a:cxn>
                <a:cxn ang="0">
                  <a:pos x="T6" y="T7"/>
                </a:cxn>
                <a:cxn ang="0">
                  <a:pos x="T8" y="T9"/>
                </a:cxn>
              </a:cxnLst>
              <a:rect l="0" t="0" r="r" b="b"/>
              <a:pathLst>
                <a:path w="12" h="8">
                  <a:moveTo>
                    <a:pt x="1" y="8"/>
                  </a:moveTo>
                  <a:lnTo>
                    <a:pt x="12" y="5"/>
                  </a:lnTo>
                  <a:lnTo>
                    <a:pt x="7" y="0"/>
                  </a:lnTo>
                  <a:lnTo>
                    <a:pt x="0" y="2"/>
                  </a:lnTo>
                  <a:lnTo>
                    <a:pt x="1" y="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6" name="Freeform 34">
              <a:extLst>
                <a:ext uri="{FF2B5EF4-FFF2-40B4-BE49-F238E27FC236}">
                  <a16:creationId xmlns:a16="http://schemas.microsoft.com/office/drawing/2014/main" id="{EC60C5AC-9D26-69FE-CA16-48394DFD8A8C}"/>
                </a:ext>
              </a:extLst>
            </p:cNvPr>
            <p:cNvSpPr>
              <a:spLocks noChangeAspect="1"/>
            </p:cNvSpPr>
            <p:nvPr/>
          </p:nvSpPr>
          <p:spPr bwMode="auto">
            <a:xfrm>
              <a:off x="968" y="2345"/>
              <a:ext cx="46" cy="25"/>
            </a:xfrm>
            <a:custGeom>
              <a:avLst/>
              <a:gdLst>
                <a:gd name="T0" fmla="*/ 200 w 258"/>
                <a:gd name="T1" fmla="*/ 113 h 139"/>
                <a:gd name="T2" fmla="*/ 192 w 258"/>
                <a:gd name="T3" fmla="*/ 119 h 139"/>
                <a:gd name="T4" fmla="*/ 186 w 258"/>
                <a:gd name="T5" fmla="*/ 134 h 139"/>
                <a:gd name="T6" fmla="*/ 176 w 258"/>
                <a:gd name="T7" fmla="*/ 126 h 139"/>
                <a:gd name="T8" fmla="*/ 169 w 258"/>
                <a:gd name="T9" fmla="*/ 119 h 139"/>
                <a:gd name="T10" fmla="*/ 164 w 258"/>
                <a:gd name="T11" fmla="*/ 114 h 139"/>
                <a:gd name="T12" fmla="*/ 155 w 258"/>
                <a:gd name="T13" fmla="*/ 102 h 139"/>
                <a:gd name="T14" fmla="*/ 150 w 258"/>
                <a:gd name="T15" fmla="*/ 93 h 139"/>
                <a:gd name="T16" fmla="*/ 145 w 258"/>
                <a:gd name="T17" fmla="*/ 92 h 139"/>
                <a:gd name="T18" fmla="*/ 138 w 258"/>
                <a:gd name="T19" fmla="*/ 95 h 139"/>
                <a:gd name="T20" fmla="*/ 120 w 258"/>
                <a:gd name="T21" fmla="*/ 99 h 139"/>
                <a:gd name="T22" fmla="*/ 101 w 258"/>
                <a:gd name="T23" fmla="*/ 103 h 139"/>
                <a:gd name="T24" fmla="*/ 97 w 258"/>
                <a:gd name="T25" fmla="*/ 103 h 139"/>
                <a:gd name="T26" fmla="*/ 84 w 258"/>
                <a:gd name="T27" fmla="*/ 107 h 139"/>
                <a:gd name="T28" fmla="*/ 71 w 258"/>
                <a:gd name="T29" fmla="*/ 110 h 139"/>
                <a:gd name="T30" fmla="*/ 49 w 258"/>
                <a:gd name="T31" fmla="*/ 115 h 139"/>
                <a:gd name="T32" fmla="*/ 33 w 258"/>
                <a:gd name="T33" fmla="*/ 119 h 139"/>
                <a:gd name="T34" fmla="*/ 6 w 258"/>
                <a:gd name="T35" fmla="*/ 125 h 139"/>
                <a:gd name="T36" fmla="*/ 0 w 258"/>
                <a:gd name="T37" fmla="*/ 122 h 139"/>
                <a:gd name="T38" fmla="*/ 1 w 258"/>
                <a:gd name="T39" fmla="*/ 80 h 139"/>
                <a:gd name="T40" fmla="*/ 1 w 258"/>
                <a:gd name="T41" fmla="*/ 62 h 139"/>
                <a:gd name="T42" fmla="*/ 14 w 258"/>
                <a:gd name="T43" fmla="*/ 53 h 139"/>
                <a:gd name="T44" fmla="*/ 18 w 258"/>
                <a:gd name="T45" fmla="*/ 53 h 139"/>
                <a:gd name="T46" fmla="*/ 20 w 258"/>
                <a:gd name="T47" fmla="*/ 51 h 139"/>
                <a:gd name="T48" fmla="*/ 37 w 258"/>
                <a:gd name="T49" fmla="*/ 48 h 139"/>
                <a:gd name="T50" fmla="*/ 57 w 258"/>
                <a:gd name="T51" fmla="*/ 44 h 139"/>
                <a:gd name="T52" fmla="*/ 65 w 258"/>
                <a:gd name="T53" fmla="*/ 42 h 139"/>
                <a:gd name="T54" fmla="*/ 85 w 258"/>
                <a:gd name="T55" fmla="*/ 38 h 139"/>
                <a:gd name="T56" fmla="*/ 93 w 258"/>
                <a:gd name="T57" fmla="*/ 36 h 139"/>
                <a:gd name="T58" fmla="*/ 138 w 258"/>
                <a:gd name="T59" fmla="*/ 25 h 139"/>
                <a:gd name="T60" fmla="*/ 139 w 258"/>
                <a:gd name="T61" fmla="*/ 21 h 139"/>
                <a:gd name="T62" fmla="*/ 140 w 258"/>
                <a:gd name="T63" fmla="*/ 20 h 139"/>
                <a:gd name="T64" fmla="*/ 151 w 258"/>
                <a:gd name="T65" fmla="*/ 6 h 139"/>
                <a:gd name="T66" fmla="*/ 175 w 258"/>
                <a:gd name="T67" fmla="*/ 17 h 139"/>
                <a:gd name="T68" fmla="*/ 186 w 258"/>
                <a:gd name="T69" fmla="*/ 21 h 139"/>
                <a:gd name="T70" fmla="*/ 169 w 258"/>
                <a:gd name="T71" fmla="*/ 45 h 139"/>
                <a:gd name="T72" fmla="*/ 168 w 258"/>
                <a:gd name="T73" fmla="*/ 50 h 139"/>
                <a:gd name="T74" fmla="*/ 181 w 258"/>
                <a:gd name="T75" fmla="*/ 57 h 139"/>
                <a:gd name="T76" fmla="*/ 203 w 258"/>
                <a:gd name="T77" fmla="*/ 78 h 139"/>
                <a:gd name="T78" fmla="*/ 203 w 258"/>
                <a:gd name="T79" fmla="*/ 84 h 139"/>
                <a:gd name="T80" fmla="*/ 212 w 258"/>
                <a:gd name="T81" fmla="*/ 95 h 139"/>
                <a:gd name="T82" fmla="*/ 234 w 258"/>
                <a:gd name="T83" fmla="*/ 97 h 139"/>
                <a:gd name="T84" fmla="*/ 247 w 258"/>
                <a:gd name="T85" fmla="*/ 78 h 139"/>
                <a:gd name="T86" fmla="*/ 234 w 258"/>
                <a:gd name="T87" fmla="*/ 62 h 139"/>
                <a:gd name="T88" fmla="*/ 258 w 258"/>
                <a:gd name="T89" fmla="*/ 95 h 139"/>
                <a:gd name="T90" fmla="*/ 255 w 258"/>
                <a:gd name="T91" fmla="*/ 98 h 139"/>
                <a:gd name="T92" fmla="*/ 229 w 258"/>
                <a:gd name="T93" fmla="*/ 110 h 139"/>
                <a:gd name="T94" fmla="*/ 213 w 258"/>
                <a:gd name="T95" fmla="*/ 121 h 139"/>
                <a:gd name="T96" fmla="*/ 194 w 258"/>
                <a:gd name="T97" fmla="*/ 139 h 139"/>
                <a:gd name="T98" fmla="*/ 209 w 258"/>
                <a:gd name="T99" fmla="*/ 125 h 139"/>
                <a:gd name="T100" fmla="*/ 206 w 258"/>
                <a:gd name="T101" fmla="*/ 10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8" h="139">
                  <a:moveTo>
                    <a:pt x="206" y="108"/>
                  </a:moveTo>
                  <a:lnTo>
                    <a:pt x="200" y="113"/>
                  </a:lnTo>
                  <a:lnTo>
                    <a:pt x="197" y="119"/>
                  </a:lnTo>
                  <a:lnTo>
                    <a:pt x="192" y="119"/>
                  </a:lnTo>
                  <a:lnTo>
                    <a:pt x="191" y="129"/>
                  </a:lnTo>
                  <a:lnTo>
                    <a:pt x="186" y="134"/>
                  </a:lnTo>
                  <a:lnTo>
                    <a:pt x="180" y="135"/>
                  </a:lnTo>
                  <a:lnTo>
                    <a:pt x="176" y="126"/>
                  </a:lnTo>
                  <a:lnTo>
                    <a:pt x="175" y="120"/>
                  </a:lnTo>
                  <a:lnTo>
                    <a:pt x="169" y="119"/>
                  </a:lnTo>
                  <a:lnTo>
                    <a:pt x="165" y="115"/>
                  </a:lnTo>
                  <a:lnTo>
                    <a:pt x="164" y="114"/>
                  </a:lnTo>
                  <a:lnTo>
                    <a:pt x="159" y="113"/>
                  </a:lnTo>
                  <a:lnTo>
                    <a:pt x="155" y="102"/>
                  </a:lnTo>
                  <a:lnTo>
                    <a:pt x="152" y="103"/>
                  </a:lnTo>
                  <a:lnTo>
                    <a:pt x="150" y="93"/>
                  </a:lnTo>
                  <a:lnTo>
                    <a:pt x="149" y="91"/>
                  </a:lnTo>
                  <a:lnTo>
                    <a:pt x="145" y="92"/>
                  </a:lnTo>
                  <a:lnTo>
                    <a:pt x="140" y="93"/>
                  </a:lnTo>
                  <a:lnTo>
                    <a:pt x="138" y="95"/>
                  </a:lnTo>
                  <a:lnTo>
                    <a:pt x="123" y="98"/>
                  </a:lnTo>
                  <a:lnTo>
                    <a:pt x="120" y="99"/>
                  </a:lnTo>
                  <a:lnTo>
                    <a:pt x="120" y="98"/>
                  </a:lnTo>
                  <a:lnTo>
                    <a:pt x="101" y="103"/>
                  </a:lnTo>
                  <a:lnTo>
                    <a:pt x="98" y="103"/>
                  </a:lnTo>
                  <a:lnTo>
                    <a:pt x="97" y="103"/>
                  </a:lnTo>
                  <a:lnTo>
                    <a:pt x="96" y="103"/>
                  </a:lnTo>
                  <a:lnTo>
                    <a:pt x="84" y="107"/>
                  </a:lnTo>
                  <a:lnTo>
                    <a:pt x="80" y="108"/>
                  </a:lnTo>
                  <a:lnTo>
                    <a:pt x="71" y="110"/>
                  </a:lnTo>
                  <a:lnTo>
                    <a:pt x="50" y="119"/>
                  </a:lnTo>
                  <a:lnTo>
                    <a:pt x="49" y="115"/>
                  </a:lnTo>
                  <a:lnTo>
                    <a:pt x="36" y="119"/>
                  </a:lnTo>
                  <a:lnTo>
                    <a:pt x="33" y="119"/>
                  </a:lnTo>
                  <a:lnTo>
                    <a:pt x="11" y="123"/>
                  </a:lnTo>
                  <a:lnTo>
                    <a:pt x="6" y="125"/>
                  </a:lnTo>
                  <a:lnTo>
                    <a:pt x="2" y="126"/>
                  </a:lnTo>
                  <a:lnTo>
                    <a:pt x="0" y="122"/>
                  </a:lnTo>
                  <a:lnTo>
                    <a:pt x="0" y="119"/>
                  </a:lnTo>
                  <a:lnTo>
                    <a:pt x="1" y="80"/>
                  </a:lnTo>
                  <a:lnTo>
                    <a:pt x="1" y="68"/>
                  </a:lnTo>
                  <a:lnTo>
                    <a:pt x="1" y="62"/>
                  </a:lnTo>
                  <a:lnTo>
                    <a:pt x="2" y="56"/>
                  </a:lnTo>
                  <a:lnTo>
                    <a:pt x="14" y="53"/>
                  </a:lnTo>
                  <a:lnTo>
                    <a:pt x="17" y="53"/>
                  </a:lnTo>
                  <a:lnTo>
                    <a:pt x="18" y="53"/>
                  </a:lnTo>
                  <a:lnTo>
                    <a:pt x="19" y="53"/>
                  </a:lnTo>
                  <a:lnTo>
                    <a:pt x="20" y="51"/>
                  </a:lnTo>
                  <a:lnTo>
                    <a:pt x="25" y="50"/>
                  </a:lnTo>
                  <a:lnTo>
                    <a:pt x="37" y="48"/>
                  </a:lnTo>
                  <a:lnTo>
                    <a:pt x="55" y="44"/>
                  </a:lnTo>
                  <a:lnTo>
                    <a:pt x="57" y="44"/>
                  </a:lnTo>
                  <a:lnTo>
                    <a:pt x="63" y="42"/>
                  </a:lnTo>
                  <a:lnTo>
                    <a:pt x="65" y="42"/>
                  </a:lnTo>
                  <a:lnTo>
                    <a:pt x="69" y="41"/>
                  </a:lnTo>
                  <a:lnTo>
                    <a:pt x="85" y="38"/>
                  </a:lnTo>
                  <a:lnTo>
                    <a:pt x="91" y="36"/>
                  </a:lnTo>
                  <a:lnTo>
                    <a:pt x="93" y="36"/>
                  </a:lnTo>
                  <a:lnTo>
                    <a:pt x="96" y="36"/>
                  </a:lnTo>
                  <a:lnTo>
                    <a:pt x="138" y="25"/>
                  </a:lnTo>
                  <a:lnTo>
                    <a:pt x="139" y="23"/>
                  </a:lnTo>
                  <a:lnTo>
                    <a:pt x="139" y="21"/>
                  </a:lnTo>
                  <a:lnTo>
                    <a:pt x="139" y="20"/>
                  </a:lnTo>
                  <a:lnTo>
                    <a:pt x="140" y="20"/>
                  </a:lnTo>
                  <a:lnTo>
                    <a:pt x="150" y="11"/>
                  </a:lnTo>
                  <a:lnTo>
                    <a:pt x="151" y="6"/>
                  </a:lnTo>
                  <a:lnTo>
                    <a:pt x="165" y="0"/>
                  </a:lnTo>
                  <a:lnTo>
                    <a:pt x="175" y="17"/>
                  </a:lnTo>
                  <a:lnTo>
                    <a:pt x="183" y="14"/>
                  </a:lnTo>
                  <a:lnTo>
                    <a:pt x="186" y="21"/>
                  </a:lnTo>
                  <a:lnTo>
                    <a:pt x="177" y="29"/>
                  </a:lnTo>
                  <a:lnTo>
                    <a:pt x="169" y="45"/>
                  </a:lnTo>
                  <a:lnTo>
                    <a:pt x="168" y="43"/>
                  </a:lnTo>
                  <a:lnTo>
                    <a:pt x="168" y="50"/>
                  </a:lnTo>
                  <a:lnTo>
                    <a:pt x="173" y="55"/>
                  </a:lnTo>
                  <a:lnTo>
                    <a:pt x="181" y="57"/>
                  </a:lnTo>
                  <a:lnTo>
                    <a:pt x="183" y="57"/>
                  </a:lnTo>
                  <a:lnTo>
                    <a:pt x="203" y="78"/>
                  </a:lnTo>
                  <a:lnTo>
                    <a:pt x="197" y="80"/>
                  </a:lnTo>
                  <a:lnTo>
                    <a:pt x="203" y="84"/>
                  </a:lnTo>
                  <a:lnTo>
                    <a:pt x="205" y="83"/>
                  </a:lnTo>
                  <a:lnTo>
                    <a:pt x="212" y="95"/>
                  </a:lnTo>
                  <a:lnTo>
                    <a:pt x="216" y="97"/>
                  </a:lnTo>
                  <a:lnTo>
                    <a:pt x="234" y="97"/>
                  </a:lnTo>
                  <a:lnTo>
                    <a:pt x="247" y="87"/>
                  </a:lnTo>
                  <a:lnTo>
                    <a:pt x="247" y="78"/>
                  </a:lnTo>
                  <a:lnTo>
                    <a:pt x="242" y="79"/>
                  </a:lnTo>
                  <a:lnTo>
                    <a:pt x="234" y="62"/>
                  </a:lnTo>
                  <a:lnTo>
                    <a:pt x="243" y="68"/>
                  </a:lnTo>
                  <a:lnTo>
                    <a:pt x="258" y="95"/>
                  </a:lnTo>
                  <a:lnTo>
                    <a:pt x="257" y="109"/>
                  </a:lnTo>
                  <a:lnTo>
                    <a:pt x="255" y="98"/>
                  </a:lnTo>
                  <a:lnTo>
                    <a:pt x="253" y="97"/>
                  </a:lnTo>
                  <a:lnTo>
                    <a:pt x="229" y="110"/>
                  </a:lnTo>
                  <a:lnTo>
                    <a:pt x="222" y="117"/>
                  </a:lnTo>
                  <a:lnTo>
                    <a:pt x="213" y="121"/>
                  </a:lnTo>
                  <a:lnTo>
                    <a:pt x="211" y="125"/>
                  </a:lnTo>
                  <a:lnTo>
                    <a:pt x="194" y="139"/>
                  </a:lnTo>
                  <a:lnTo>
                    <a:pt x="195" y="137"/>
                  </a:lnTo>
                  <a:lnTo>
                    <a:pt x="209" y="125"/>
                  </a:lnTo>
                  <a:lnTo>
                    <a:pt x="210" y="114"/>
                  </a:lnTo>
                  <a:lnTo>
                    <a:pt x="206" y="109"/>
                  </a:lnTo>
                  <a:lnTo>
                    <a:pt x="206" y="10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7" name="Freeform 35">
              <a:extLst>
                <a:ext uri="{FF2B5EF4-FFF2-40B4-BE49-F238E27FC236}">
                  <a16:creationId xmlns:a16="http://schemas.microsoft.com/office/drawing/2014/main" id="{856B0341-DE60-4EB4-D9B6-63A24D925DFE}"/>
                </a:ext>
              </a:extLst>
            </p:cNvPr>
            <p:cNvSpPr>
              <a:spLocks noChangeAspect="1"/>
            </p:cNvSpPr>
            <p:nvPr/>
          </p:nvSpPr>
          <p:spPr bwMode="auto">
            <a:xfrm>
              <a:off x="1004" y="2367"/>
              <a:ext cx="5" cy="4"/>
            </a:xfrm>
            <a:custGeom>
              <a:avLst/>
              <a:gdLst>
                <a:gd name="T0" fmla="*/ 0 w 26"/>
                <a:gd name="T1" fmla="*/ 17 h 19"/>
                <a:gd name="T2" fmla="*/ 5 w 26"/>
                <a:gd name="T3" fmla="*/ 19 h 19"/>
                <a:gd name="T4" fmla="*/ 6 w 26"/>
                <a:gd name="T5" fmla="*/ 17 h 19"/>
                <a:gd name="T6" fmla="*/ 26 w 26"/>
                <a:gd name="T7" fmla="*/ 8 h 19"/>
                <a:gd name="T8" fmla="*/ 23 w 26"/>
                <a:gd name="T9" fmla="*/ 4 h 19"/>
                <a:gd name="T10" fmla="*/ 13 w 26"/>
                <a:gd name="T11" fmla="*/ 0 h 19"/>
                <a:gd name="T12" fmla="*/ 5 w 26"/>
                <a:gd name="T13" fmla="*/ 12 h 19"/>
                <a:gd name="T14" fmla="*/ 0 w 26"/>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9">
                  <a:moveTo>
                    <a:pt x="0" y="17"/>
                  </a:moveTo>
                  <a:lnTo>
                    <a:pt x="5" y="19"/>
                  </a:lnTo>
                  <a:lnTo>
                    <a:pt x="6" y="17"/>
                  </a:lnTo>
                  <a:lnTo>
                    <a:pt x="26" y="8"/>
                  </a:lnTo>
                  <a:lnTo>
                    <a:pt x="23" y="4"/>
                  </a:lnTo>
                  <a:lnTo>
                    <a:pt x="13" y="0"/>
                  </a:lnTo>
                  <a:lnTo>
                    <a:pt x="5" y="12"/>
                  </a:lnTo>
                  <a:lnTo>
                    <a:pt x="0" y="1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8" name="Freeform 36">
              <a:extLst>
                <a:ext uri="{FF2B5EF4-FFF2-40B4-BE49-F238E27FC236}">
                  <a16:creationId xmlns:a16="http://schemas.microsoft.com/office/drawing/2014/main" id="{29203443-DA94-5901-669E-F895AB236CAA}"/>
                </a:ext>
              </a:extLst>
            </p:cNvPr>
            <p:cNvSpPr>
              <a:spLocks noChangeAspect="1"/>
            </p:cNvSpPr>
            <p:nvPr/>
          </p:nvSpPr>
          <p:spPr bwMode="auto">
            <a:xfrm>
              <a:off x="1012" y="2367"/>
              <a:ext cx="3" cy="3"/>
            </a:xfrm>
            <a:custGeom>
              <a:avLst/>
              <a:gdLst>
                <a:gd name="T0" fmla="*/ 0 w 21"/>
                <a:gd name="T1" fmla="*/ 12 h 14"/>
                <a:gd name="T2" fmla="*/ 2 w 21"/>
                <a:gd name="T3" fmla="*/ 13 h 14"/>
                <a:gd name="T4" fmla="*/ 15 w 21"/>
                <a:gd name="T5" fmla="*/ 14 h 14"/>
                <a:gd name="T6" fmla="*/ 21 w 21"/>
                <a:gd name="T7" fmla="*/ 6 h 14"/>
                <a:gd name="T8" fmla="*/ 18 w 21"/>
                <a:gd name="T9" fmla="*/ 3 h 14"/>
                <a:gd name="T10" fmla="*/ 14 w 21"/>
                <a:gd name="T11" fmla="*/ 0 h 14"/>
                <a:gd name="T12" fmla="*/ 16 w 21"/>
                <a:gd name="T13" fmla="*/ 4 h 14"/>
                <a:gd name="T14" fmla="*/ 14 w 21"/>
                <a:gd name="T15" fmla="*/ 8 h 14"/>
                <a:gd name="T16" fmla="*/ 5 w 21"/>
                <a:gd name="T17" fmla="*/ 12 h 14"/>
                <a:gd name="T18" fmla="*/ 0 w 21"/>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4">
                  <a:moveTo>
                    <a:pt x="0" y="12"/>
                  </a:moveTo>
                  <a:lnTo>
                    <a:pt x="2" y="13"/>
                  </a:lnTo>
                  <a:lnTo>
                    <a:pt x="15" y="14"/>
                  </a:lnTo>
                  <a:lnTo>
                    <a:pt x="21" y="6"/>
                  </a:lnTo>
                  <a:lnTo>
                    <a:pt x="18" y="3"/>
                  </a:lnTo>
                  <a:lnTo>
                    <a:pt x="14" y="0"/>
                  </a:lnTo>
                  <a:lnTo>
                    <a:pt x="16" y="4"/>
                  </a:lnTo>
                  <a:lnTo>
                    <a:pt x="14" y="8"/>
                  </a:lnTo>
                  <a:lnTo>
                    <a:pt x="5" y="12"/>
                  </a:lnTo>
                  <a:lnTo>
                    <a:pt x="0" y="1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9" name="Freeform 37">
              <a:extLst>
                <a:ext uri="{FF2B5EF4-FFF2-40B4-BE49-F238E27FC236}">
                  <a16:creationId xmlns:a16="http://schemas.microsoft.com/office/drawing/2014/main" id="{D7DE906F-0157-0C96-004F-652B8728E477}"/>
                </a:ext>
              </a:extLst>
            </p:cNvPr>
            <p:cNvSpPr>
              <a:spLocks noChangeAspect="1"/>
            </p:cNvSpPr>
            <p:nvPr/>
          </p:nvSpPr>
          <p:spPr bwMode="auto">
            <a:xfrm>
              <a:off x="976" y="2305"/>
              <a:ext cx="22" cy="48"/>
            </a:xfrm>
            <a:custGeom>
              <a:avLst/>
              <a:gdLst>
                <a:gd name="T0" fmla="*/ 3 w 127"/>
                <a:gd name="T1" fmla="*/ 180 h 265"/>
                <a:gd name="T2" fmla="*/ 2 w 127"/>
                <a:gd name="T3" fmla="*/ 179 h 265"/>
                <a:gd name="T4" fmla="*/ 5 w 127"/>
                <a:gd name="T5" fmla="*/ 167 h 265"/>
                <a:gd name="T6" fmla="*/ 7 w 127"/>
                <a:gd name="T7" fmla="*/ 162 h 265"/>
                <a:gd name="T8" fmla="*/ 8 w 127"/>
                <a:gd name="T9" fmla="*/ 139 h 265"/>
                <a:gd name="T10" fmla="*/ 9 w 127"/>
                <a:gd name="T11" fmla="*/ 126 h 265"/>
                <a:gd name="T12" fmla="*/ 8 w 127"/>
                <a:gd name="T13" fmla="*/ 124 h 265"/>
                <a:gd name="T14" fmla="*/ 6 w 127"/>
                <a:gd name="T15" fmla="*/ 115 h 265"/>
                <a:gd name="T16" fmla="*/ 7 w 127"/>
                <a:gd name="T17" fmla="*/ 107 h 265"/>
                <a:gd name="T18" fmla="*/ 18 w 127"/>
                <a:gd name="T19" fmla="*/ 102 h 265"/>
                <a:gd name="T20" fmla="*/ 19 w 127"/>
                <a:gd name="T21" fmla="*/ 98 h 265"/>
                <a:gd name="T22" fmla="*/ 18 w 127"/>
                <a:gd name="T23" fmla="*/ 98 h 265"/>
                <a:gd name="T24" fmla="*/ 21 w 127"/>
                <a:gd name="T25" fmla="*/ 95 h 265"/>
                <a:gd name="T26" fmla="*/ 31 w 127"/>
                <a:gd name="T27" fmla="*/ 83 h 265"/>
                <a:gd name="T28" fmla="*/ 21 w 127"/>
                <a:gd name="T29" fmla="*/ 61 h 265"/>
                <a:gd name="T30" fmla="*/ 26 w 127"/>
                <a:gd name="T31" fmla="*/ 43 h 265"/>
                <a:gd name="T32" fmla="*/ 24 w 127"/>
                <a:gd name="T33" fmla="*/ 34 h 265"/>
                <a:gd name="T34" fmla="*/ 21 w 127"/>
                <a:gd name="T35" fmla="*/ 12 h 265"/>
                <a:gd name="T36" fmla="*/ 33 w 127"/>
                <a:gd name="T37" fmla="*/ 6 h 265"/>
                <a:gd name="T38" fmla="*/ 36 w 127"/>
                <a:gd name="T39" fmla="*/ 7 h 265"/>
                <a:gd name="T40" fmla="*/ 42 w 127"/>
                <a:gd name="T41" fmla="*/ 5 h 265"/>
                <a:gd name="T42" fmla="*/ 43 w 127"/>
                <a:gd name="T43" fmla="*/ 0 h 265"/>
                <a:gd name="T44" fmla="*/ 45 w 127"/>
                <a:gd name="T45" fmla="*/ 5 h 265"/>
                <a:gd name="T46" fmla="*/ 47 w 127"/>
                <a:gd name="T47" fmla="*/ 8 h 265"/>
                <a:gd name="T48" fmla="*/ 61 w 127"/>
                <a:gd name="T49" fmla="*/ 50 h 265"/>
                <a:gd name="T50" fmla="*/ 74 w 127"/>
                <a:gd name="T51" fmla="*/ 92 h 265"/>
                <a:gd name="T52" fmla="*/ 75 w 127"/>
                <a:gd name="T53" fmla="*/ 96 h 265"/>
                <a:gd name="T54" fmla="*/ 83 w 127"/>
                <a:gd name="T55" fmla="*/ 119 h 265"/>
                <a:gd name="T56" fmla="*/ 89 w 127"/>
                <a:gd name="T57" fmla="*/ 138 h 265"/>
                <a:gd name="T58" fmla="*/ 90 w 127"/>
                <a:gd name="T59" fmla="*/ 143 h 265"/>
                <a:gd name="T60" fmla="*/ 97 w 127"/>
                <a:gd name="T61" fmla="*/ 162 h 265"/>
                <a:gd name="T62" fmla="*/ 102 w 127"/>
                <a:gd name="T63" fmla="*/ 180 h 265"/>
                <a:gd name="T64" fmla="*/ 113 w 127"/>
                <a:gd name="T65" fmla="*/ 186 h 265"/>
                <a:gd name="T66" fmla="*/ 117 w 127"/>
                <a:gd name="T67" fmla="*/ 198 h 265"/>
                <a:gd name="T68" fmla="*/ 122 w 127"/>
                <a:gd name="T69" fmla="*/ 200 h 265"/>
                <a:gd name="T70" fmla="*/ 123 w 127"/>
                <a:gd name="T71" fmla="*/ 200 h 265"/>
                <a:gd name="T72" fmla="*/ 127 w 127"/>
                <a:gd name="T73" fmla="*/ 202 h 265"/>
                <a:gd name="T74" fmla="*/ 126 w 127"/>
                <a:gd name="T75" fmla="*/ 202 h 265"/>
                <a:gd name="T76" fmla="*/ 123 w 127"/>
                <a:gd name="T77" fmla="*/ 217 h 265"/>
                <a:gd name="T78" fmla="*/ 123 w 127"/>
                <a:gd name="T79" fmla="*/ 221 h 265"/>
                <a:gd name="T80" fmla="*/ 109 w 127"/>
                <a:gd name="T81" fmla="*/ 227 h 265"/>
                <a:gd name="T82" fmla="*/ 108 w 127"/>
                <a:gd name="T83" fmla="*/ 232 h 265"/>
                <a:gd name="T84" fmla="*/ 98 w 127"/>
                <a:gd name="T85" fmla="*/ 241 h 265"/>
                <a:gd name="T86" fmla="*/ 97 w 127"/>
                <a:gd name="T87" fmla="*/ 241 h 265"/>
                <a:gd name="T88" fmla="*/ 97 w 127"/>
                <a:gd name="T89" fmla="*/ 242 h 265"/>
                <a:gd name="T90" fmla="*/ 97 w 127"/>
                <a:gd name="T91" fmla="*/ 244 h 265"/>
                <a:gd name="T92" fmla="*/ 96 w 127"/>
                <a:gd name="T93" fmla="*/ 246 h 265"/>
                <a:gd name="T94" fmla="*/ 54 w 127"/>
                <a:gd name="T95" fmla="*/ 257 h 265"/>
                <a:gd name="T96" fmla="*/ 51 w 127"/>
                <a:gd name="T97" fmla="*/ 257 h 265"/>
                <a:gd name="T98" fmla="*/ 49 w 127"/>
                <a:gd name="T99" fmla="*/ 257 h 265"/>
                <a:gd name="T100" fmla="*/ 43 w 127"/>
                <a:gd name="T101" fmla="*/ 259 h 265"/>
                <a:gd name="T102" fmla="*/ 27 w 127"/>
                <a:gd name="T103" fmla="*/ 262 h 265"/>
                <a:gd name="T104" fmla="*/ 23 w 127"/>
                <a:gd name="T105" fmla="*/ 263 h 265"/>
                <a:gd name="T106" fmla="*/ 21 w 127"/>
                <a:gd name="T107" fmla="*/ 263 h 265"/>
                <a:gd name="T108" fmla="*/ 15 w 127"/>
                <a:gd name="T109" fmla="*/ 265 h 265"/>
                <a:gd name="T110" fmla="*/ 5 w 127"/>
                <a:gd name="T111" fmla="*/ 245 h 265"/>
                <a:gd name="T112" fmla="*/ 8 w 127"/>
                <a:gd name="T113" fmla="*/ 239 h 265"/>
                <a:gd name="T114" fmla="*/ 6 w 127"/>
                <a:gd name="T115" fmla="*/ 224 h 265"/>
                <a:gd name="T116" fmla="*/ 5 w 127"/>
                <a:gd name="T117" fmla="*/ 217 h 265"/>
                <a:gd name="T118" fmla="*/ 2 w 127"/>
                <a:gd name="T119" fmla="*/ 192 h 265"/>
                <a:gd name="T120" fmla="*/ 0 w 127"/>
                <a:gd name="T121" fmla="*/ 184 h 265"/>
                <a:gd name="T122" fmla="*/ 3 w 127"/>
                <a:gd name="T123" fmla="*/ 18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265">
                  <a:moveTo>
                    <a:pt x="3" y="180"/>
                  </a:moveTo>
                  <a:lnTo>
                    <a:pt x="2" y="179"/>
                  </a:lnTo>
                  <a:lnTo>
                    <a:pt x="5" y="167"/>
                  </a:lnTo>
                  <a:lnTo>
                    <a:pt x="7" y="162"/>
                  </a:lnTo>
                  <a:lnTo>
                    <a:pt x="8" y="139"/>
                  </a:lnTo>
                  <a:lnTo>
                    <a:pt x="9" y="126"/>
                  </a:lnTo>
                  <a:lnTo>
                    <a:pt x="8" y="124"/>
                  </a:lnTo>
                  <a:lnTo>
                    <a:pt x="6" y="115"/>
                  </a:lnTo>
                  <a:lnTo>
                    <a:pt x="7" y="107"/>
                  </a:lnTo>
                  <a:lnTo>
                    <a:pt x="18" y="102"/>
                  </a:lnTo>
                  <a:lnTo>
                    <a:pt x="19" y="98"/>
                  </a:lnTo>
                  <a:lnTo>
                    <a:pt x="18" y="98"/>
                  </a:lnTo>
                  <a:lnTo>
                    <a:pt x="21" y="95"/>
                  </a:lnTo>
                  <a:lnTo>
                    <a:pt x="31" y="83"/>
                  </a:lnTo>
                  <a:lnTo>
                    <a:pt x="21" y="61"/>
                  </a:lnTo>
                  <a:lnTo>
                    <a:pt x="26" y="43"/>
                  </a:lnTo>
                  <a:lnTo>
                    <a:pt x="24" y="34"/>
                  </a:lnTo>
                  <a:lnTo>
                    <a:pt x="21" y="12"/>
                  </a:lnTo>
                  <a:lnTo>
                    <a:pt x="33" y="6"/>
                  </a:lnTo>
                  <a:lnTo>
                    <a:pt x="36" y="7"/>
                  </a:lnTo>
                  <a:lnTo>
                    <a:pt x="42" y="5"/>
                  </a:lnTo>
                  <a:lnTo>
                    <a:pt x="43" y="0"/>
                  </a:lnTo>
                  <a:lnTo>
                    <a:pt x="45" y="5"/>
                  </a:lnTo>
                  <a:lnTo>
                    <a:pt x="47" y="8"/>
                  </a:lnTo>
                  <a:lnTo>
                    <a:pt x="61" y="50"/>
                  </a:lnTo>
                  <a:lnTo>
                    <a:pt x="74" y="92"/>
                  </a:lnTo>
                  <a:lnTo>
                    <a:pt x="75" y="96"/>
                  </a:lnTo>
                  <a:lnTo>
                    <a:pt x="83" y="119"/>
                  </a:lnTo>
                  <a:lnTo>
                    <a:pt x="89" y="138"/>
                  </a:lnTo>
                  <a:lnTo>
                    <a:pt x="90" y="143"/>
                  </a:lnTo>
                  <a:lnTo>
                    <a:pt x="97" y="162"/>
                  </a:lnTo>
                  <a:lnTo>
                    <a:pt x="102" y="180"/>
                  </a:lnTo>
                  <a:lnTo>
                    <a:pt x="113" y="186"/>
                  </a:lnTo>
                  <a:lnTo>
                    <a:pt x="117" y="198"/>
                  </a:lnTo>
                  <a:lnTo>
                    <a:pt x="122" y="200"/>
                  </a:lnTo>
                  <a:lnTo>
                    <a:pt x="123" y="200"/>
                  </a:lnTo>
                  <a:lnTo>
                    <a:pt x="127" y="202"/>
                  </a:lnTo>
                  <a:lnTo>
                    <a:pt x="126" y="202"/>
                  </a:lnTo>
                  <a:lnTo>
                    <a:pt x="123" y="217"/>
                  </a:lnTo>
                  <a:lnTo>
                    <a:pt x="123" y="221"/>
                  </a:lnTo>
                  <a:lnTo>
                    <a:pt x="109" y="227"/>
                  </a:lnTo>
                  <a:lnTo>
                    <a:pt x="108" y="232"/>
                  </a:lnTo>
                  <a:lnTo>
                    <a:pt x="98" y="241"/>
                  </a:lnTo>
                  <a:lnTo>
                    <a:pt x="97" y="241"/>
                  </a:lnTo>
                  <a:lnTo>
                    <a:pt x="97" y="242"/>
                  </a:lnTo>
                  <a:lnTo>
                    <a:pt x="97" y="244"/>
                  </a:lnTo>
                  <a:lnTo>
                    <a:pt x="96" y="246"/>
                  </a:lnTo>
                  <a:lnTo>
                    <a:pt x="54" y="257"/>
                  </a:lnTo>
                  <a:lnTo>
                    <a:pt x="51" y="257"/>
                  </a:lnTo>
                  <a:lnTo>
                    <a:pt x="49" y="257"/>
                  </a:lnTo>
                  <a:lnTo>
                    <a:pt x="43" y="259"/>
                  </a:lnTo>
                  <a:lnTo>
                    <a:pt x="27" y="262"/>
                  </a:lnTo>
                  <a:lnTo>
                    <a:pt x="23" y="263"/>
                  </a:lnTo>
                  <a:lnTo>
                    <a:pt x="21" y="263"/>
                  </a:lnTo>
                  <a:lnTo>
                    <a:pt x="15" y="265"/>
                  </a:lnTo>
                  <a:lnTo>
                    <a:pt x="5" y="245"/>
                  </a:lnTo>
                  <a:lnTo>
                    <a:pt x="8" y="239"/>
                  </a:lnTo>
                  <a:lnTo>
                    <a:pt x="6" y="224"/>
                  </a:lnTo>
                  <a:lnTo>
                    <a:pt x="5" y="217"/>
                  </a:lnTo>
                  <a:lnTo>
                    <a:pt x="2" y="192"/>
                  </a:lnTo>
                  <a:lnTo>
                    <a:pt x="0" y="184"/>
                  </a:lnTo>
                  <a:lnTo>
                    <a:pt x="3" y="18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60" name="Freeform 38">
              <a:extLst>
                <a:ext uri="{FF2B5EF4-FFF2-40B4-BE49-F238E27FC236}">
                  <a16:creationId xmlns:a16="http://schemas.microsoft.com/office/drawing/2014/main" id="{29C5BC23-151E-1350-57B7-EAC1CB2CD5E1}"/>
                </a:ext>
              </a:extLst>
            </p:cNvPr>
            <p:cNvSpPr>
              <a:spLocks noChangeAspect="1"/>
            </p:cNvSpPr>
            <p:nvPr/>
          </p:nvSpPr>
          <p:spPr bwMode="auto">
            <a:xfrm>
              <a:off x="890" y="2317"/>
              <a:ext cx="102" cy="78"/>
            </a:xfrm>
            <a:custGeom>
              <a:avLst/>
              <a:gdLst>
                <a:gd name="T0" fmla="*/ 411 w 572"/>
                <a:gd name="T1" fmla="*/ 379 h 440"/>
                <a:gd name="T2" fmla="*/ 402 w 572"/>
                <a:gd name="T3" fmla="*/ 377 h 440"/>
                <a:gd name="T4" fmla="*/ 372 w 572"/>
                <a:gd name="T5" fmla="*/ 366 h 440"/>
                <a:gd name="T6" fmla="*/ 348 w 572"/>
                <a:gd name="T7" fmla="*/ 356 h 440"/>
                <a:gd name="T8" fmla="*/ 330 w 572"/>
                <a:gd name="T9" fmla="*/ 326 h 440"/>
                <a:gd name="T10" fmla="*/ 311 w 572"/>
                <a:gd name="T11" fmla="*/ 316 h 440"/>
                <a:gd name="T12" fmla="*/ 260 w 572"/>
                <a:gd name="T13" fmla="*/ 328 h 440"/>
                <a:gd name="T14" fmla="*/ 241 w 572"/>
                <a:gd name="T15" fmla="*/ 331 h 440"/>
                <a:gd name="T16" fmla="*/ 203 w 572"/>
                <a:gd name="T17" fmla="*/ 340 h 440"/>
                <a:gd name="T18" fmla="*/ 155 w 572"/>
                <a:gd name="T19" fmla="*/ 349 h 440"/>
                <a:gd name="T20" fmla="*/ 119 w 572"/>
                <a:gd name="T21" fmla="*/ 356 h 440"/>
                <a:gd name="T22" fmla="*/ 84 w 572"/>
                <a:gd name="T23" fmla="*/ 364 h 440"/>
                <a:gd name="T24" fmla="*/ 57 w 572"/>
                <a:gd name="T25" fmla="*/ 368 h 440"/>
                <a:gd name="T26" fmla="*/ 15 w 572"/>
                <a:gd name="T27" fmla="*/ 377 h 440"/>
                <a:gd name="T28" fmla="*/ 8 w 572"/>
                <a:gd name="T29" fmla="*/ 346 h 440"/>
                <a:gd name="T30" fmla="*/ 51 w 572"/>
                <a:gd name="T31" fmla="*/ 296 h 440"/>
                <a:gd name="T32" fmla="*/ 33 w 572"/>
                <a:gd name="T33" fmla="*/ 263 h 440"/>
                <a:gd name="T34" fmla="*/ 102 w 572"/>
                <a:gd name="T35" fmla="*/ 226 h 440"/>
                <a:gd name="T36" fmla="*/ 163 w 572"/>
                <a:gd name="T37" fmla="*/ 221 h 440"/>
                <a:gd name="T38" fmla="*/ 195 w 572"/>
                <a:gd name="T39" fmla="*/ 200 h 440"/>
                <a:gd name="T40" fmla="*/ 218 w 572"/>
                <a:gd name="T41" fmla="*/ 169 h 440"/>
                <a:gd name="T42" fmla="*/ 213 w 572"/>
                <a:gd name="T43" fmla="*/ 152 h 440"/>
                <a:gd name="T44" fmla="*/ 207 w 572"/>
                <a:gd name="T45" fmla="*/ 140 h 440"/>
                <a:gd name="T46" fmla="*/ 209 w 572"/>
                <a:gd name="T47" fmla="*/ 112 h 440"/>
                <a:gd name="T48" fmla="*/ 254 w 572"/>
                <a:gd name="T49" fmla="*/ 47 h 440"/>
                <a:gd name="T50" fmla="*/ 290 w 572"/>
                <a:gd name="T51" fmla="*/ 23 h 440"/>
                <a:gd name="T52" fmla="*/ 363 w 572"/>
                <a:gd name="T53" fmla="*/ 5 h 440"/>
                <a:gd name="T54" fmla="*/ 391 w 572"/>
                <a:gd name="T55" fmla="*/ 42 h 440"/>
                <a:gd name="T56" fmla="*/ 397 w 572"/>
                <a:gd name="T57" fmla="*/ 77 h 440"/>
                <a:gd name="T58" fmla="*/ 409 w 572"/>
                <a:gd name="T59" fmla="*/ 118 h 440"/>
                <a:gd name="T60" fmla="*/ 428 w 572"/>
                <a:gd name="T61" fmla="*/ 163 h 440"/>
                <a:gd name="T62" fmla="*/ 439 w 572"/>
                <a:gd name="T63" fmla="*/ 211 h 440"/>
                <a:gd name="T64" fmla="*/ 439 w 572"/>
                <a:gd name="T65" fmla="*/ 235 h 440"/>
                <a:gd name="T66" fmla="*/ 441 w 572"/>
                <a:gd name="T67" fmla="*/ 286 h 440"/>
                <a:gd name="T68" fmla="*/ 449 w 572"/>
                <a:gd name="T69" fmla="*/ 323 h 440"/>
                <a:gd name="T70" fmla="*/ 452 w 572"/>
                <a:gd name="T71" fmla="*/ 346 h 440"/>
                <a:gd name="T72" fmla="*/ 449 w 572"/>
                <a:gd name="T73" fmla="*/ 392 h 440"/>
                <a:gd name="T74" fmla="*/ 450 w 572"/>
                <a:gd name="T75" fmla="*/ 400 h 440"/>
                <a:gd name="T76" fmla="*/ 474 w 572"/>
                <a:gd name="T77" fmla="*/ 383 h 440"/>
                <a:gd name="T78" fmla="*/ 541 w 572"/>
                <a:gd name="T79" fmla="*/ 348 h 440"/>
                <a:gd name="T80" fmla="*/ 561 w 572"/>
                <a:gd name="T81" fmla="*/ 355 h 440"/>
                <a:gd name="T82" fmla="*/ 491 w 572"/>
                <a:gd name="T83" fmla="*/ 410 h 440"/>
                <a:gd name="T84" fmla="*/ 447 w 572"/>
                <a:gd name="T85" fmla="*/ 427 h 440"/>
                <a:gd name="T86" fmla="*/ 435 w 572"/>
                <a:gd name="T87" fmla="*/ 426 h 440"/>
                <a:gd name="T88" fmla="*/ 422 w 572"/>
                <a:gd name="T89" fmla="*/ 436 h 440"/>
                <a:gd name="T90" fmla="*/ 427 w 572"/>
                <a:gd name="T91" fmla="*/ 425 h 440"/>
                <a:gd name="T92" fmla="*/ 434 w 572"/>
                <a:gd name="T93" fmla="*/ 415 h 440"/>
                <a:gd name="T94" fmla="*/ 437 w 572"/>
                <a:gd name="T95" fmla="*/ 398 h 440"/>
                <a:gd name="T96" fmla="*/ 437 w 572"/>
                <a:gd name="T97" fmla="*/ 386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2" h="440">
                  <a:moveTo>
                    <a:pt x="437" y="386"/>
                  </a:moveTo>
                  <a:lnTo>
                    <a:pt x="435" y="386"/>
                  </a:lnTo>
                  <a:lnTo>
                    <a:pt x="417" y="380"/>
                  </a:lnTo>
                  <a:lnTo>
                    <a:pt x="411" y="379"/>
                  </a:lnTo>
                  <a:lnTo>
                    <a:pt x="410" y="379"/>
                  </a:lnTo>
                  <a:lnTo>
                    <a:pt x="409" y="379"/>
                  </a:lnTo>
                  <a:lnTo>
                    <a:pt x="407" y="378"/>
                  </a:lnTo>
                  <a:lnTo>
                    <a:pt x="402" y="377"/>
                  </a:lnTo>
                  <a:lnTo>
                    <a:pt x="398" y="376"/>
                  </a:lnTo>
                  <a:lnTo>
                    <a:pt x="391" y="372"/>
                  </a:lnTo>
                  <a:lnTo>
                    <a:pt x="384" y="370"/>
                  </a:lnTo>
                  <a:lnTo>
                    <a:pt x="372" y="366"/>
                  </a:lnTo>
                  <a:lnTo>
                    <a:pt x="372" y="365"/>
                  </a:lnTo>
                  <a:lnTo>
                    <a:pt x="367" y="360"/>
                  </a:lnTo>
                  <a:lnTo>
                    <a:pt x="357" y="361"/>
                  </a:lnTo>
                  <a:lnTo>
                    <a:pt x="348" y="356"/>
                  </a:lnTo>
                  <a:lnTo>
                    <a:pt x="341" y="349"/>
                  </a:lnTo>
                  <a:lnTo>
                    <a:pt x="342" y="347"/>
                  </a:lnTo>
                  <a:lnTo>
                    <a:pt x="338" y="335"/>
                  </a:lnTo>
                  <a:lnTo>
                    <a:pt x="330" y="326"/>
                  </a:lnTo>
                  <a:lnTo>
                    <a:pt x="329" y="325"/>
                  </a:lnTo>
                  <a:lnTo>
                    <a:pt x="323" y="328"/>
                  </a:lnTo>
                  <a:lnTo>
                    <a:pt x="312" y="316"/>
                  </a:lnTo>
                  <a:lnTo>
                    <a:pt x="311" y="316"/>
                  </a:lnTo>
                  <a:lnTo>
                    <a:pt x="303" y="318"/>
                  </a:lnTo>
                  <a:lnTo>
                    <a:pt x="282" y="323"/>
                  </a:lnTo>
                  <a:lnTo>
                    <a:pt x="267" y="326"/>
                  </a:lnTo>
                  <a:lnTo>
                    <a:pt x="260" y="328"/>
                  </a:lnTo>
                  <a:lnTo>
                    <a:pt x="259" y="328"/>
                  </a:lnTo>
                  <a:lnTo>
                    <a:pt x="257" y="328"/>
                  </a:lnTo>
                  <a:lnTo>
                    <a:pt x="249" y="330"/>
                  </a:lnTo>
                  <a:lnTo>
                    <a:pt x="241" y="331"/>
                  </a:lnTo>
                  <a:lnTo>
                    <a:pt x="229" y="334"/>
                  </a:lnTo>
                  <a:lnTo>
                    <a:pt x="212" y="337"/>
                  </a:lnTo>
                  <a:lnTo>
                    <a:pt x="206" y="338"/>
                  </a:lnTo>
                  <a:lnTo>
                    <a:pt x="203" y="340"/>
                  </a:lnTo>
                  <a:lnTo>
                    <a:pt x="200" y="340"/>
                  </a:lnTo>
                  <a:lnTo>
                    <a:pt x="192" y="342"/>
                  </a:lnTo>
                  <a:lnTo>
                    <a:pt x="162" y="348"/>
                  </a:lnTo>
                  <a:lnTo>
                    <a:pt x="155" y="349"/>
                  </a:lnTo>
                  <a:lnTo>
                    <a:pt x="149" y="352"/>
                  </a:lnTo>
                  <a:lnTo>
                    <a:pt x="145" y="352"/>
                  </a:lnTo>
                  <a:lnTo>
                    <a:pt x="134" y="354"/>
                  </a:lnTo>
                  <a:lnTo>
                    <a:pt x="119" y="356"/>
                  </a:lnTo>
                  <a:lnTo>
                    <a:pt x="114" y="358"/>
                  </a:lnTo>
                  <a:lnTo>
                    <a:pt x="110" y="359"/>
                  </a:lnTo>
                  <a:lnTo>
                    <a:pt x="107" y="359"/>
                  </a:lnTo>
                  <a:lnTo>
                    <a:pt x="84" y="364"/>
                  </a:lnTo>
                  <a:lnTo>
                    <a:pt x="68" y="367"/>
                  </a:lnTo>
                  <a:lnTo>
                    <a:pt x="63" y="367"/>
                  </a:lnTo>
                  <a:lnTo>
                    <a:pt x="59" y="368"/>
                  </a:lnTo>
                  <a:lnTo>
                    <a:pt x="57" y="368"/>
                  </a:lnTo>
                  <a:lnTo>
                    <a:pt x="54" y="370"/>
                  </a:lnTo>
                  <a:lnTo>
                    <a:pt x="45" y="371"/>
                  </a:lnTo>
                  <a:lnTo>
                    <a:pt x="25" y="376"/>
                  </a:lnTo>
                  <a:lnTo>
                    <a:pt x="15" y="377"/>
                  </a:lnTo>
                  <a:lnTo>
                    <a:pt x="12" y="377"/>
                  </a:lnTo>
                  <a:lnTo>
                    <a:pt x="5" y="379"/>
                  </a:lnTo>
                  <a:lnTo>
                    <a:pt x="0" y="353"/>
                  </a:lnTo>
                  <a:lnTo>
                    <a:pt x="8" y="346"/>
                  </a:lnTo>
                  <a:lnTo>
                    <a:pt x="26" y="325"/>
                  </a:lnTo>
                  <a:lnTo>
                    <a:pt x="38" y="316"/>
                  </a:lnTo>
                  <a:lnTo>
                    <a:pt x="45" y="301"/>
                  </a:lnTo>
                  <a:lnTo>
                    <a:pt x="51" y="296"/>
                  </a:lnTo>
                  <a:lnTo>
                    <a:pt x="47" y="277"/>
                  </a:lnTo>
                  <a:lnTo>
                    <a:pt x="39" y="275"/>
                  </a:lnTo>
                  <a:lnTo>
                    <a:pt x="37" y="268"/>
                  </a:lnTo>
                  <a:lnTo>
                    <a:pt x="33" y="263"/>
                  </a:lnTo>
                  <a:lnTo>
                    <a:pt x="30" y="250"/>
                  </a:lnTo>
                  <a:lnTo>
                    <a:pt x="69" y="230"/>
                  </a:lnTo>
                  <a:lnTo>
                    <a:pt x="92" y="226"/>
                  </a:lnTo>
                  <a:lnTo>
                    <a:pt x="102" y="226"/>
                  </a:lnTo>
                  <a:lnTo>
                    <a:pt x="120" y="224"/>
                  </a:lnTo>
                  <a:lnTo>
                    <a:pt x="135" y="232"/>
                  </a:lnTo>
                  <a:lnTo>
                    <a:pt x="146" y="224"/>
                  </a:lnTo>
                  <a:lnTo>
                    <a:pt x="163" y="221"/>
                  </a:lnTo>
                  <a:lnTo>
                    <a:pt x="173" y="220"/>
                  </a:lnTo>
                  <a:lnTo>
                    <a:pt x="189" y="209"/>
                  </a:lnTo>
                  <a:lnTo>
                    <a:pt x="193" y="205"/>
                  </a:lnTo>
                  <a:lnTo>
                    <a:pt x="195" y="200"/>
                  </a:lnTo>
                  <a:lnTo>
                    <a:pt x="205" y="191"/>
                  </a:lnTo>
                  <a:lnTo>
                    <a:pt x="218" y="185"/>
                  </a:lnTo>
                  <a:lnTo>
                    <a:pt x="219" y="175"/>
                  </a:lnTo>
                  <a:lnTo>
                    <a:pt x="218" y="169"/>
                  </a:lnTo>
                  <a:lnTo>
                    <a:pt x="213" y="158"/>
                  </a:lnTo>
                  <a:lnTo>
                    <a:pt x="211" y="157"/>
                  </a:lnTo>
                  <a:lnTo>
                    <a:pt x="210" y="152"/>
                  </a:lnTo>
                  <a:lnTo>
                    <a:pt x="213" y="152"/>
                  </a:lnTo>
                  <a:lnTo>
                    <a:pt x="219" y="146"/>
                  </a:lnTo>
                  <a:lnTo>
                    <a:pt x="210" y="143"/>
                  </a:lnTo>
                  <a:lnTo>
                    <a:pt x="207" y="144"/>
                  </a:lnTo>
                  <a:lnTo>
                    <a:pt x="207" y="140"/>
                  </a:lnTo>
                  <a:lnTo>
                    <a:pt x="199" y="138"/>
                  </a:lnTo>
                  <a:lnTo>
                    <a:pt x="200" y="122"/>
                  </a:lnTo>
                  <a:lnTo>
                    <a:pt x="210" y="116"/>
                  </a:lnTo>
                  <a:lnTo>
                    <a:pt x="209" y="112"/>
                  </a:lnTo>
                  <a:lnTo>
                    <a:pt x="224" y="98"/>
                  </a:lnTo>
                  <a:lnTo>
                    <a:pt x="227" y="96"/>
                  </a:lnTo>
                  <a:lnTo>
                    <a:pt x="229" y="89"/>
                  </a:lnTo>
                  <a:lnTo>
                    <a:pt x="254" y="47"/>
                  </a:lnTo>
                  <a:lnTo>
                    <a:pt x="264" y="38"/>
                  </a:lnTo>
                  <a:lnTo>
                    <a:pt x="265" y="37"/>
                  </a:lnTo>
                  <a:lnTo>
                    <a:pt x="281" y="24"/>
                  </a:lnTo>
                  <a:lnTo>
                    <a:pt x="290" y="23"/>
                  </a:lnTo>
                  <a:lnTo>
                    <a:pt x="291" y="22"/>
                  </a:lnTo>
                  <a:lnTo>
                    <a:pt x="337" y="12"/>
                  </a:lnTo>
                  <a:lnTo>
                    <a:pt x="338" y="12"/>
                  </a:lnTo>
                  <a:lnTo>
                    <a:pt x="363" y="5"/>
                  </a:lnTo>
                  <a:lnTo>
                    <a:pt x="381" y="0"/>
                  </a:lnTo>
                  <a:lnTo>
                    <a:pt x="383" y="14"/>
                  </a:lnTo>
                  <a:lnTo>
                    <a:pt x="390" y="41"/>
                  </a:lnTo>
                  <a:lnTo>
                    <a:pt x="391" y="42"/>
                  </a:lnTo>
                  <a:lnTo>
                    <a:pt x="392" y="43"/>
                  </a:lnTo>
                  <a:lnTo>
                    <a:pt x="396" y="47"/>
                  </a:lnTo>
                  <a:lnTo>
                    <a:pt x="401" y="70"/>
                  </a:lnTo>
                  <a:lnTo>
                    <a:pt x="397" y="77"/>
                  </a:lnTo>
                  <a:lnTo>
                    <a:pt x="397" y="89"/>
                  </a:lnTo>
                  <a:lnTo>
                    <a:pt x="407" y="113"/>
                  </a:lnTo>
                  <a:lnTo>
                    <a:pt x="408" y="114"/>
                  </a:lnTo>
                  <a:lnTo>
                    <a:pt x="409" y="118"/>
                  </a:lnTo>
                  <a:lnTo>
                    <a:pt x="409" y="131"/>
                  </a:lnTo>
                  <a:lnTo>
                    <a:pt x="416" y="128"/>
                  </a:lnTo>
                  <a:lnTo>
                    <a:pt x="427" y="157"/>
                  </a:lnTo>
                  <a:lnTo>
                    <a:pt x="428" y="163"/>
                  </a:lnTo>
                  <a:lnTo>
                    <a:pt x="431" y="175"/>
                  </a:lnTo>
                  <a:lnTo>
                    <a:pt x="434" y="192"/>
                  </a:lnTo>
                  <a:lnTo>
                    <a:pt x="437" y="203"/>
                  </a:lnTo>
                  <a:lnTo>
                    <a:pt x="439" y="211"/>
                  </a:lnTo>
                  <a:lnTo>
                    <a:pt x="440" y="211"/>
                  </a:lnTo>
                  <a:lnTo>
                    <a:pt x="439" y="217"/>
                  </a:lnTo>
                  <a:lnTo>
                    <a:pt x="439" y="223"/>
                  </a:lnTo>
                  <a:lnTo>
                    <a:pt x="439" y="235"/>
                  </a:lnTo>
                  <a:lnTo>
                    <a:pt x="438" y="274"/>
                  </a:lnTo>
                  <a:lnTo>
                    <a:pt x="438" y="277"/>
                  </a:lnTo>
                  <a:lnTo>
                    <a:pt x="440" y="281"/>
                  </a:lnTo>
                  <a:lnTo>
                    <a:pt x="441" y="286"/>
                  </a:lnTo>
                  <a:lnTo>
                    <a:pt x="446" y="310"/>
                  </a:lnTo>
                  <a:lnTo>
                    <a:pt x="447" y="317"/>
                  </a:lnTo>
                  <a:lnTo>
                    <a:pt x="449" y="322"/>
                  </a:lnTo>
                  <a:lnTo>
                    <a:pt x="449" y="323"/>
                  </a:lnTo>
                  <a:lnTo>
                    <a:pt x="450" y="330"/>
                  </a:lnTo>
                  <a:lnTo>
                    <a:pt x="451" y="340"/>
                  </a:lnTo>
                  <a:lnTo>
                    <a:pt x="452" y="342"/>
                  </a:lnTo>
                  <a:lnTo>
                    <a:pt x="452" y="346"/>
                  </a:lnTo>
                  <a:lnTo>
                    <a:pt x="461" y="359"/>
                  </a:lnTo>
                  <a:lnTo>
                    <a:pt x="446" y="374"/>
                  </a:lnTo>
                  <a:lnTo>
                    <a:pt x="453" y="384"/>
                  </a:lnTo>
                  <a:lnTo>
                    <a:pt x="449" y="392"/>
                  </a:lnTo>
                  <a:lnTo>
                    <a:pt x="449" y="396"/>
                  </a:lnTo>
                  <a:lnTo>
                    <a:pt x="447" y="397"/>
                  </a:lnTo>
                  <a:lnTo>
                    <a:pt x="449" y="397"/>
                  </a:lnTo>
                  <a:lnTo>
                    <a:pt x="450" y="400"/>
                  </a:lnTo>
                  <a:lnTo>
                    <a:pt x="456" y="395"/>
                  </a:lnTo>
                  <a:lnTo>
                    <a:pt x="458" y="391"/>
                  </a:lnTo>
                  <a:lnTo>
                    <a:pt x="467" y="388"/>
                  </a:lnTo>
                  <a:lnTo>
                    <a:pt x="474" y="383"/>
                  </a:lnTo>
                  <a:lnTo>
                    <a:pt x="483" y="384"/>
                  </a:lnTo>
                  <a:lnTo>
                    <a:pt x="491" y="376"/>
                  </a:lnTo>
                  <a:lnTo>
                    <a:pt x="524" y="366"/>
                  </a:lnTo>
                  <a:lnTo>
                    <a:pt x="541" y="348"/>
                  </a:lnTo>
                  <a:lnTo>
                    <a:pt x="549" y="342"/>
                  </a:lnTo>
                  <a:lnTo>
                    <a:pt x="546" y="347"/>
                  </a:lnTo>
                  <a:lnTo>
                    <a:pt x="551" y="354"/>
                  </a:lnTo>
                  <a:lnTo>
                    <a:pt x="561" y="355"/>
                  </a:lnTo>
                  <a:lnTo>
                    <a:pt x="570" y="346"/>
                  </a:lnTo>
                  <a:lnTo>
                    <a:pt x="572" y="349"/>
                  </a:lnTo>
                  <a:lnTo>
                    <a:pt x="554" y="365"/>
                  </a:lnTo>
                  <a:lnTo>
                    <a:pt x="491" y="410"/>
                  </a:lnTo>
                  <a:lnTo>
                    <a:pt x="479" y="415"/>
                  </a:lnTo>
                  <a:lnTo>
                    <a:pt x="465" y="421"/>
                  </a:lnTo>
                  <a:lnTo>
                    <a:pt x="456" y="424"/>
                  </a:lnTo>
                  <a:lnTo>
                    <a:pt x="447" y="427"/>
                  </a:lnTo>
                  <a:lnTo>
                    <a:pt x="444" y="431"/>
                  </a:lnTo>
                  <a:lnTo>
                    <a:pt x="444" y="428"/>
                  </a:lnTo>
                  <a:lnTo>
                    <a:pt x="439" y="428"/>
                  </a:lnTo>
                  <a:lnTo>
                    <a:pt x="435" y="426"/>
                  </a:lnTo>
                  <a:lnTo>
                    <a:pt x="431" y="434"/>
                  </a:lnTo>
                  <a:lnTo>
                    <a:pt x="422" y="440"/>
                  </a:lnTo>
                  <a:lnTo>
                    <a:pt x="422" y="438"/>
                  </a:lnTo>
                  <a:lnTo>
                    <a:pt x="422" y="436"/>
                  </a:lnTo>
                  <a:lnTo>
                    <a:pt x="423" y="431"/>
                  </a:lnTo>
                  <a:lnTo>
                    <a:pt x="423" y="427"/>
                  </a:lnTo>
                  <a:lnTo>
                    <a:pt x="426" y="425"/>
                  </a:lnTo>
                  <a:lnTo>
                    <a:pt x="427" y="425"/>
                  </a:lnTo>
                  <a:lnTo>
                    <a:pt x="431" y="422"/>
                  </a:lnTo>
                  <a:lnTo>
                    <a:pt x="433" y="422"/>
                  </a:lnTo>
                  <a:lnTo>
                    <a:pt x="434" y="419"/>
                  </a:lnTo>
                  <a:lnTo>
                    <a:pt x="434" y="415"/>
                  </a:lnTo>
                  <a:lnTo>
                    <a:pt x="434" y="412"/>
                  </a:lnTo>
                  <a:lnTo>
                    <a:pt x="434" y="407"/>
                  </a:lnTo>
                  <a:lnTo>
                    <a:pt x="437" y="400"/>
                  </a:lnTo>
                  <a:lnTo>
                    <a:pt x="437" y="398"/>
                  </a:lnTo>
                  <a:lnTo>
                    <a:pt x="437" y="397"/>
                  </a:lnTo>
                  <a:lnTo>
                    <a:pt x="437" y="395"/>
                  </a:lnTo>
                  <a:lnTo>
                    <a:pt x="437" y="389"/>
                  </a:lnTo>
                  <a:lnTo>
                    <a:pt x="437" y="38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61" name="Freeform 39">
              <a:extLst>
                <a:ext uri="{FF2B5EF4-FFF2-40B4-BE49-F238E27FC236}">
                  <a16:creationId xmlns:a16="http://schemas.microsoft.com/office/drawing/2014/main" id="{1B0A9942-AFD7-5B88-ADEA-97830EEE44CF}"/>
                </a:ext>
              </a:extLst>
            </p:cNvPr>
            <p:cNvSpPr>
              <a:spLocks noChangeAspect="1"/>
            </p:cNvSpPr>
            <p:nvPr/>
          </p:nvSpPr>
          <p:spPr bwMode="auto">
            <a:xfrm>
              <a:off x="717" y="2558"/>
              <a:ext cx="78" cy="68"/>
            </a:xfrm>
            <a:custGeom>
              <a:avLst/>
              <a:gdLst>
                <a:gd name="T0" fmla="*/ 270 w 433"/>
                <a:gd name="T1" fmla="*/ 193 h 383"/>
                <a:gd name="T2" fmla="*/ 293 w 433"/>
                <a:gd name="T3" fmla="*/ 192 h 383"/>
                <a:gd name="T4" fmla="*/ 317 w 433"/>
                <a:gd name="T5" fmla="*/ 189 h 383"/>
                <a:gd name="T6" fmla="*/ 359 w 433"/>
                <a:gd name="T7" fmla="*/ 187 h 383"/>
                <a:gd name="T8" fmla="*/ 353 w 433"/>
                <a:gd name="T9" fmla="*/ 219 h 383"/>
                <a:gd name="T10" fmla="*/ 374 w 433"/>
                <a:gd name="T11" fmla="*/ 258 h 383"/>
                <a:gd name="T12" fmla="*/ 357 w 433"/>
                <a:gd name="T13" fmla="*/ 284 h 383"/>
                <a:gd name="T14" fmla="*/ 381 w 433"/>
                <a:gd name="T15" fmla="*/ 282 h 383"/>
                <a:gd name="T16" fmla="*/ 411 w 433"/>
                <a:gd name="T17" fmla="*/ 285 h 383"/>
                <a:gd name="T18" fmla="*/ 395 w 433"/>
                <a:gd name="T19" fmla="*/ 314 h 383"/>
                <a:gd name="T20" fmla="*/ 390 w 433"/>
                <a:gd name="T21" fmla="*/ 318 h 383"/>
                <a:gd name="T22" fmla="*/ 391 w 433"/>
                <a:gd name="T23" fmla="*/ 342 h 383"/>
                <a:gd name="T24" fmla="*/ 427 w 433"/>
                <a:gd name="T25" fmla="*/ 353 h 383"/>
                <a:gd name="T26" fmla="*/ 425 w 433"/>
                <a:gd name="T27" fmla="*/ 379 h 383"/>
                <a:gd name="T28" fmla="*/ 403 w 433"/>
                <a:gd name="T29" fmla="*/ 380 h 383"/>
                <a:gd name="T30" fmla="*/ 393 w 433"/>
                <a:gd name="T31" fmla="*/ 357 h 383"/>
                <a:gd name="T32" fmla="*/ 331 w 433"/>
                <a:gd name="T33" fmla="*/ 375 h 383"/>
                <a:gd name="T34" fmla="*/ 325 w 433"/>
                <a:gd name="T35" fmla="*/ 360 h 383"/>
                <a:gd name="T36" fmla="*/ 296 w 433"/>
                <a:gd name="T37" fmla="*/ 374 h 383"/>
                <a:gd name="T38" fmla="*/ 259 w 433"/>
                <a:gd name="T39" fmla="*/ 374 h 383"/>
                <a:gd name="T40" fmla="*/ 245 w 433"/>
                <a:gd name="T41" fmla="*/ 344 h 383"/>
                <a:gd name="T42" fmla="*/ 213 w 433"/>
                <a:gd name="T43" fmla="*/ 331 h 383"/>
                <a:gd name="T44" fmla="*/ 193 w 433"/>
                <a:gd name="T45" fmla="*/ 321 h 383"/>
                <a:gd name="T46" fmla="*/ 181 w 433"/>
                <a:gd name="T47" fmla="*/ 317 h 383"/>
                <a:gd name="T48" fmla="*/ 203 w 433"/>
                <a:gd name="T49" fmla="*/ 337 h 383"/>
                <a:gd name="T50" fmla="*/ 170 w 433"/>
                <a:gd name="T51" fmla="*/ 337 h 383"/>
                <a:gd name="T52" fmla="*/ 77 w 433"/>
                <a:gd name="T53" fmla="*/ 324 h 383"/>
                <a:gd name="T54" fmla="*/ 24 w 433"/>
                <a:gd name="T55" fmla="*/ 319 h 383"/>
                <a:gd name="T56" fmla="*/ 37 w 433"/>
                <a:gd name="T57" fmla="*/ 299 h 383"/>
                <a:gd name="T58" fmla="*/ 33 w 433"/>
                <a:gd name="T59" fmla="*/ 265 h 383"/>
                <a:gd name="T60" fmla="*/ 48 w 433"/>
                <a:gd name="T61" fmla="*/ 218 h 383"/>
                <a:gd name="T62" fmla="*/ 29 w 433"/>
                <a:gd name="T63" fmla="*/ 159 h 383"/>
                <a:gd name="T64" fmla="*/ 17 w 433"/>
                <a:gd name="T65" fmla="*/ 125 h 383"/>
                <a:gd name="T66" fmla="*/ 6 w 433"/>
                <a:gd name="T67" fmla="*/ 111 h 383"/>
                <a:gd name="T68" fmla="*/ 2 w 433"/>
                <a:gd name="T69" fmla="*/ 73 h 383"/>
                <a:gd name="T70" fmla="*/ 1 w 433"/>
                <a:gd name="T71" fmla="*/ 43 h 383"/>
                <a:gd name="T72" fmla="*/ 0 w 433"/>
                <a:gd name="T73" fmla="*/ 13 h 383"/>
                <a:gd name="T74" fmla="*/ 18 w 433"/>
                <a:gd name="T75" fmla="*/ 11 h 383"/>
                <a:gd name="T76" fmla="*/ 43 w 433"/>
                <a:gd name="T77" fmla="*/ 9 h 383"/>
                <a:gd name="T78" fmla="*/ 63 w 433"/>
                <a:gd name="T79" fmla="*/ 8 h 383"/>
                <a:gd name="T80" fmla="*/ 98 w 433"/>
                <a:gd name="T81" fmla="*/ 7 h 383"/>
                <a:gd name="T82" fmla="*/ 157 w 433"/>
                <a:gd name="T83" fmla="*/ 5 h 383"/>
                <a:gd name="T84" fmla="*/ 207 w 433"/>
                <a:gd name="T85" fmla="*/ 1 h 383"/>
                <a:gd name="T86" fmla="*/ 227 w 433"/>
                <a:gd name="T87" fmla="*/ 0 h 383"/>
                <a:gd name="T88" fmla="*/ 242 w 433"/>
                <a:gd name="T89" fmla="*/ 41 h 383"/>
                <a:gd name="T90" fmla="*/ 246 w 433"/>
                <a:gd name="T91" fmla="*/ 53 h 383"/>
                <a:gd name="T92" fmla="*/ 243 w 433"/>
                <a:gd name="T93" fmla="*/ 85 h 383"/>
                <a:gd name="T94" fmla="*/ 246 w 433"/>
                <a:gd name="T95" fmla="*/ 86 h 383"/>
                <a:gd name="T96" fmla="*/ 230 w 433"/>
                <a:gd name="T97" fmla="*/ 111 h 383"/>
                <a:gd name="T98" fmla="*/ 221 w 433"/>
                <a:gd name="T99" fmla="*/ 125 h 383"/>
                <a:gd name="T100" fmla="*/ 204 w 433"/>
                <a:gd name="T101" fmla="*/ 185 h 383"/>
                <a:gd name="T102" fmla="*/ 235 w 433"/>
                <a:gd name="T103" fmla="*/ 19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383">
                  <a:moveTo>
                    <a:pt x="242" y="195"/>
                  </a:moveTo>
                  <a:lnTo>
                    <a:pt x="251" y="194"/>
                  </a:lnTo>
                  <a:lnTo>
                    <a:pt x="255" y="194"/>
                  </a:lnTo>
                  <a:lnTo>
                    <a:pt x="270" y="193"/>
                  </a:lnTo>
                  <a:lnTo>
                    <a:pt x="276" y="193"/>
                  </a:lnTo>
                  <a:lnTo>
                    <a:pt x="279" y="193"/>
                  </a:lnTo>
                  <a:lnTo>
                    <a:pt x="291" y="192"/>
                  </a:lnTo>
                  <a:lnTo>
                    <a:pt x="293" y="192"/>
                  </a:lnTo>
                  <a:lnTo>
                    <a:pt x="296" y="191"/>
                  </a:lnTo>
                  <a:lnTo>
                    <a:pt x="307" y="191"/>
                  </a:lnTo>
                  <a:lnTo>
                    <a:pt x="309" y="191"/>
                  </a:lnTo>
                  <a:lnTo>
                    <a:pt x="317" y="189"/>
                  </a:lnTo>
                  <a:lnTo>
                    <a:pt x="327" y="188"/>
                  </a:lnTo>
                  <a:lnTo>
                    <a:pt x="351" y="187"/>
                  </a:lnTo>
                  <a:lnTo>
                    <a:pt x="357" y="186"/>
                  </a:lnTo>
                  <a:lnTo>
                    <a:pt x="359" y="187"/>
                  </a:lnTo>
                  <a:lnTo>
                    <a:pt x="360" y="186"/>
                  </a:lnTo>
                  <a:lnTo>
                    <a:pt x="359" y="193"/>
                  </a:lnTo>
                  <a:lnTo>
                    <a:pt x="354" y="211"/>
                  </a:lnTo>
                  <a:lnTo>
                    <a:pt x="353" y="219"/>
                  </a:lnTo>
                  <a:lnTo>
                    <a:pt x="361" y="235"/>
                  </a:lnTo>
                  <a:lnTo>
                    <a:pt x="362" y="235"/>
                  </a:lnTo>
                  <a:lnTo>
                    <a:pt x="367" y="239"/>
                  </a:lnTo>
                  <a:lnTo>
                    <a:pt x="374" y="258"/>
                  </a:lnTo>
                  <a:lnTo>
                    <a:pt x="383" y="264"/>
                  </a:lnTo>
                  <a:lnTo>
                    <a:pt x="375" y="267"/>
                  </a:lnTo>
                  <a:lnTo>
                    <a:pt x="366" y="279"/>
                  </a:lnTo>
                  <a:lnTo>
                    <a:pt x="357" y="284"/>
                  </a:lnTo>
                  <a:lnTo>
                    <a:pt x="366" y="289"/>
                  </a:lnTo>
                  <a:lnTo>
                    <a:pt x="371" y="295"/>
                  </a:lnTo>
                  <a:lnTo>
                    <a:pt x="378" y="295"/>
                  </a:lnTo>
                  <a:lnTo>
                    <a:pt x="381" y="282"/>
                  </a:lnTo>
                  <a:lnTo>
                    <a:pt x="386" y="278"/>
                  </a:lnTo>
                  <a:lnTo>
                    <a:pt x="397" y="276"/>
                  </a:lnTo>
                  <a:lnTo>
                    <a:pt x="411" y="264"/>
                  </a:lnTo>
                  <a:lnTo>
                    <a:pt x="411" y="285"/>
                  </a:lnTo>
                  <a:lnTo>
                    <a:pt x="408" y="288"/>
                  </a:lnTo>
                  <a:lnTo>
                    <a:pt x="408" y="293"/>
                  </a:lnTo>
                  <a:lnTo>
                    <a:pt x="396" y="306"/>
                  </a:lnTo>
                  <a:lnTo>
                    <a:pt x="395" y="314"/>
                  </a:lnTo>
                  <a:lnTo>
                    <a:pt x="389" y="309"/>
                  </a:lnTo>
                  <a:lnTo>
                    <a:pt x="390" y="317"/>
                  </a:lnTo>
                  <a:lnTo>
                    <a:pt x="379" y="314"/>
                  </a:lnTo>
                  <a:lnTo>
                    <a:pt x="390" y="318"/>
                  </a:lnTo>
                  <a:lnTo>
                    <a:pt x="379" y="319"/>
                  </a:lnTo>
                  <a:lnTo>
                    <a:pt x="387" y="330"/>
                  </a:lnTo>
                  <a:lnTo>
                    <a:pt x="383" y="330"/>
                  </a:lnTo>
                  <a:lnTo>
                    <a:pt x="391" y="342"/>
                  </a:lnTo>
                  <a:lnTo>
                    <a:pt x="402" y="341"/>
                  </a:lnTo>
                  <a:lnTo>
                    <a:pt x="414" y="347"/>
                  </a:lnTo>
                  <a:lnTo>
                    <a:pt x="419" y="345"/>
                  </a:lnTo>
                  <a:lnTo>
                    <a:pt x="427" y="353"/>
                  </a:lnTo>
                  <a:lnTo>
                    <a:pt x="433" y="354"/>
                  </a:lnTo>
                  <a:lnTo>
                    <a:pt x="432" y="369"/>
                  </a:lnTo>
                  <a:lnTo>
                    <a:pt x="425" y="371"/>
                  </a:lnTo>
                  <a:lnTo>
                    <a:pt x="425" y="379"/>
                  </a:lnTo>
                  <a:lnTo>
                    <a:pt x="423" y="375"/>
                  </a:lnTo>
                  <a:lnTo>
                    <a:pt x="415" y="368"/>
                  </a:lnTo>
                  <a:lnTo>
                    <a:pt x="405" y="381"/>
                  </a:lnTo>
                  <a:lnTo>
                    <a:pt x="403" y="380"/>
                  </a:lnTo>
                  <a:lnTo>
                    <a:pt x="405" y="378"/>
                  </a:lnTo>
                  <a:lnTo>
                    <a:pt x="404" y="369"/>
                  </a:lnTo>
                  <a:lnTo>
                    <a:pt x="402" y="369"/>
                  </a:lnTo>
                  <a:lnTo>
                    <a:pt x="393" y="357"/>
                  </a:lnTo>
                  <a:lnTo>
                    <a:pt x="372" y="350"/>
                  </a:lnTo>
                  <a:lnTo>
                    <a:pt x="359" y="353"/>
                  </a:lnTo>
                  <a:lnTo>
                    <a:pt x="344" y="367"/>
                  </a:lnTo>
                  <a:lnTo>
                    <a:pt x="331" y="375"/>
                  </a:lnTo>
                  <a:lnTo>
                    <a:pt x="321" y="379"/>
                  </a:lnTo>
                  <a:lnTo>
                    <a:pt x="329" y="375"/>
                  </a:lnTo>
                  <a:lnTo>
                    <a:pt x="332" y="372"/>
                  </a:lnTo>
                  <a:lnTo>
                    <a:pt x="325" y="360"/>
                  </a:lnTo>
                  <a:lnTo>
                    <a:pt x="320" y="359"/>
                  </a:lnTo>
                  <a:lnTo>
                    <a:pt x="318" y="366"/>
                  </a:lnTo>
                  <a:lnTo>
                    <a:pt x="309" y="365"/>
                  </a:lnTo>
                  <a:lnTo>
                    <a:pt x="296" y="374"/>
                  </a:lnTo>
                  <a:lnTo>
                    <a:pt x="285" y="383"/>
                  </a:lnTo>
                  <a:lnTo>
                    <a:pt x="283" y="383"/>
                  </a:lnTo>
                  <a:lnTo>
                    <a:pt x="275" y="373"/>
                  </a:lnTo>
                  <a:lnTo>
                    <a:pt x="259" y="374"/>
                  </a:lnTo>
                  <a:lnTo>
                    <a:pt x="236" y="359"/>
                  </a:lnTo>
                  <a:lnTo>
                    <a:pt x="242" y="360"/>
                  </a:lnTo>
                  <a:lnTo>
                    <a:pt x="247" y="353"/>
                  </a:lnTo>
                  <a:lnTo>
                    <a:pt x="245" y="344"/>
                  </a:lnTo>
                  <a:lnTo>
                    <a:pt x="224" y="339"/>
                  </a:lnTo>
                  <a:lnTo>
                    <a:pt x="221" y="341"/>
                  </a:lnTo>
                  <a:lnTo>
                    <a:pt x="219" y="331"/>
                  </a:lnTo>
                  <a:lnTo>
                    <a:pt x="213" y="331"/>
                  </a:lnTo>
                  <a:lnTo>
                    <a:pt x="212" y="320"/>
                  </a:lnTo>
                  <a:lnTo>
                    <a:pt x="203" y="319"/>
                  </a:lnTo>
                  <a:lnTo>
                    <a:pt x="192" y="324"/>
                  </a:lnTo>
                  <a:lnTo>
                    <a:pt x="193" y="321"/>
                  </a:lnTo>
                  <a:lnTo>
                    <a:pt x="192" y="320"/>
                  </a:lnTo>
                  <a:lnTo>
                    <a:pt x="191" y="312"/>
                  </a:lnTo>
                  <a:lnTo>
                    <a:pt x="183" y="313"/>
                  </a:lnTo>
                  <a:lnTo>
                    <a:pt x="181" y="317"/>
                  </a:lnTo>
                  <a:lnTo>
                    <a:pt x="168" y="323"/>
                  </a:lnTo>
                  <a:lnTo>
                    <a:pt x="182" y="335"/>
                  </a:lnTo>
                  <a:lnTo>
                    <a:pt x="195" y="332"/>
                  </a:lnTo>
                  <a:lnTo>
                    <a:pt x="203" y="337"/>
                  </a:lnTo>
                  <a:lnTo>
                    <a:pt x="203" y="345"/>
                  </a:lnTo>
                  <a:lnTo>
                    <a:pt x="193" y="344"/>
                  </a:lnTo>
                  <a:lnTo>
                    <a:pt x="179" y="337"/>
                  </a:lnTo>
                  <a:lnTo>
                    <a:pt x="170" y="337"/>
                  </a:lnTo>
                  <a:lnTo>
                    <a:pt x="162" y="342"/>
                  </a:lnTo>
                  <a:lnTo>
                    <a:pt x="131" y="341"/>
                  </a:lnTo>
                  <a:lnTo>
                    <a:pt x="102" y="329"/>
                  </a:lnTo>
                  <a:lnTo>
                    <a:pt x="77" y="324"/>
                  </a:lnTo>
                  <a:lnTo>
                    <a:pt x="36" y="330"/>
                  </a:lnTo>
                  <a:lnTo>
                    <a:pt x="31" y="338"/>
                  </a:lnTo>
                  <a:lnTo>
                    <a:pt x="26" y="330"/>
                  </a:lnTo>
                  <a:lnTo>
                    <a:pt x="24" y="319"/>
                  </a:lnTo>
                  <a:lnTo>
                    <a:pt x="27" y="318"/>
                  </a:lnTo>
                  <a:lnTo>
                    <a:pt x="33" y="303"/>
                  </a:lnTo>
                  <a:lnTo>
                    <a:pt x="36" y="301"/>
                  </a:lnTo>
                  <a:lnTo>
                    <a:pt x="37" y="299"/>
                  </a:lnTo>
                  <a:lnTo>
                    <a:pt x="38" y="291"/>
                  </a:lnTo>
                  <a:lnTo>
                    <a:pt x="38" y="279"/>
                  </a:lnTo>
                  <a:lnTo>
                    <a:pt x="33" y="272"/>
                  </a:lnTo>
                  <a:lnTo>
                    <a:pt x="33" y="265"/>
                  </a:lnTo>
                  <a:lnTo>
                    <a:pt x="35" y="265"/>
                  </a:lnTo>
                  <a:lnTo>
                    <a:pt x="37" y="255"/>
                  </a:lnTo>
                  <a:lnTo>
                    <a:pt x="44" y="230"/>
                  </a:lnTo>
                  <a:lnTo>
                    <a:pt x="48" y="218"/>
                  </a:lnTo>
                  <a:lnTo>
                    <a:pt x="45" y="206"/>
                  </a:lnTo>
                  <a:lnTo>
                    <a:pt x="47" y="188"/>
                  </a:lnTo>
                  <a:lnTo>
                    <a:pt x="43" y="189"/>
                  </a:lnTo>
                  <a:lnTo>
                    <a:pt x="29" y="159"/>
                  </a:lnTo>
                  <a:lnTo>
                    <a:pt x="31" y="158"/>
                  </a:lnTo>
                  <a:lnTo>
                    <a:pt x="21" y="150"/>
                  </a:lnTo>
                  <a:lnTo>
                    <a:pt x="21" y="134"/>
                  </a:lnTo>
                  <a:lnTo>
                    <a:pt x="17" y="125"/>
                  </a:lnTo>
                  <a:lnTo>
                    <a:pt x="18" y="125"/>
                  </a:lnTo>
                  <a:lnTo>
                    <a:pt x="7" y="114"/>
                  </a:lnTo>
                  <a:lnTo>
                    <a:pt x="6" y="113"/>
                  </a:lnTo>
                  <a:lnTo>
                    <a:pt x="6" y="111"/>
                  </a:lnTo>
                  <a:lnTo>
                    <a:pt x="3" y="110"/>
                  </a:lnTo>
                  <a:lnTo>
                    <a:pt x="2" y="91"/>
                  </a:lnTo>
                  <a:lnTo>
                    <a:pt x="2" y="86"/>
                  </a:lnTo>
                  <a:lnTo>
                    <a:pt x="2" y="73"/>
                  </a:lnTo>
                  <a:lnTo>
                    <a:pt x="2" y="72"/>
                  </a:lnTo>
                  <a:lnTo>
                    <a:pt x="1" y="61"/>
                  </a:lnTo>
                  <a:lnTo>
                    <a:pt x="1" y="49"/>
                  </a:lnTo>
                  <a:lnTo>
                    <a:pt x="1" y="43"/>
                  </a:lnTo>
                  <a:lnTo>
                    <a:pt x="1" y="38"/>
                  </a:lnTo>
                  <a:lnTo>
                    <a:pt x="1" y="37"/>
                  </a:lnTo>
                  <a:lnTo>
                    <a:pt x="0" y="24"/>
                  </a:lnTo>
                  <a:lnTo>
                    <a:pt x="0" y="13"/>
                  </a:lnTo>
                  <a:lnTo>
                    <a:pt x="0" y="11"/>
                  </a:lnTo>
                  <a:lnTo>
                    <a:pt x="3" y="11"/>
                  </a:lnTo>
                  <a:lnTo>
                    <a:pt x="8" y="11"/>
                  </a:lnTo>
                  <a:lnTo>
                    <a:pt x="18" y="11"/>
                  </a:lnTo>
                  <a:lnTo>
                    <a:pt x="29" y="9"/>
                  </a:lnTo>
                  <a:lnTo>
                    <a:pt x="30" y="9"/>
                  </a:lnTo>
                  <a:lnTo>
                    <a:pt x="42" y="9"/>
                  </a:lnTo>
                  <a:lnTo>
                    <a:pt x="43" y="9"/>
                  </a:lnTo>
                  <a:lnTo>
                    <a:pt x="44" y="9"/>
                  </a:lnTo>
                  <a:lnTo>
                    <a:pt x="56" y="8"/>
                  </a:lnTo>
                  <a:lnTo>
                    <a:pt x="62" y="8"/>
                  </a:lnTo>
                  <a:lnTo>
                    <a:pt x="63" y="8"/>
                  </a:lnTo>
                  <a:lnTo>
                    <a:pt x="66" y="8"/>
                  </a:lnTo>
                  <a:lnTo>
                    <a:pt x="68" y="8"/>
                  </a:lnTo>
                  <a:lnTo>
                    <a:pt x="84" y="7"/>
                  </a:lnTo>
                  <a:lnTo>
                    <a:pt x="98" y="7"/>
                  </a:lnTo>
                  <a:lnTo>
                    <a:pt x="104" y="7"/>
                  </a:lnTo>
                  <a:lnTo>
                    <a:pt x="122" y="6"/>
                  </a:lnTo>
                  <a:lnTo>
                    <a:pt x="150" y="5"/>
                  </a:lnTo>
                  <a:lnTo>
                    <a:pt x="157" y="5"/>
                  </a:lnTo>
                  <a:lnTo>
                    <a:pt x="195" y="2"/>
                  </a:lnTo>
                  <a:lnTo>
                    <a:pt x="197" y="2"/>
                  </a:lnTo>
                  <a:lnTo>
                    <a:pt x="206" y="1"/>
                  </a:lnTo>
                  <a:lnTo>
                    <a:pt x="207" y="1"/>
                  </a:lnTo>
                  <a:lnTo>
                    <a:pt x="210" y="1"/>
                  </a:lnTo>
                  <a:lnTo>
                    <a:pt x="222" y="1"/>
                  </a:lnTo>
                  <a:lnTo>
                    <a:pt x="224" y="0"/>
                  </a:lnTo>
                  <a:lnTo>
                    <a:pt x="227" y="0"/>
                  </a:lnTo>
                  <a:lnTo>
                    <a:pt x="229" y="0"/>
                  </a:lnTo>
                  <a:lnTo>
                    <a:pt x="235" y="41"/>
                  </a:lnTo>
                  <a:lnTo>
                    <a:pt x="245" y="36"/>
                  </a:lnTo>
                  <a:lnTo>
                    <a:pt x="242" y="41"/>
                  </a:lnTo>
                  <a:lnTo>
                    <a:pt x="240" y="43"/>
                  </a:lnTo>
                  <a:lnTo>
                    <a:pt x="246" y="50"/>
                  </a:lnTo>
                  <a:lnTo>
                    <a:pt x="236" y="49"/>
                  </a:lnTo>
                  <a:lnTo>
                    <a:pt x="246" y="53"/>
                  </a:lnTo>
                  <a:lnTo>
                    <a:pt x="248" y="78"/>
                  </a:lnTo>
                  <a:lnTo>
                    <a:pt x="237" y="77"/>
                  </a:lnTo>
                  <a:lnTo>
                    <a:pt x="239" y="85"/>
                  </a:lnTo>
                  <a:lnTo>
                    <a:pt x="243" y="85"/>
                  </a:lnTo>
                  <a:lnTo>
                    <a:pt x="245" y="85"/>
                  </a:lnTo>
                  <a:lnTo>
                    <a:pt x="247" y="85"/>
                  </a:lnTo>
                  <a:lnTo>
                    <a:pt x="246" y="85"/>
                  </a:lnTo>
                  <a:lnTo>
                    <a:pt x="246" y="86"/>
                  </a:lnTo>
                  <a:lnTo>
                    <a:pt x="239" y="91"/>
                  </a:lnTo>
                  <a:lnTo>
                    <a:pt x="242" y="97"/>
                  </a:lnTo>
                  <a:lnTo>
                    <a:pt x="230" y="110"/>
                  </a:lnTo>
                  <a:lnTo>
                    <a:pt x="230" y="111"/>
                  </a:lnTo>
                  <a:lnTo>
                    <a:pt x="229" y="122"/>
                  </a:lnTo>
                  <a:lnTo>
                    <a:pt x="225" y="123"/>
                  </a:lnTo>
                  <a:lnTo>
                    <a:pt x="223" y="123"/>
                  </a:lnTo>
                  <a:lnTo>
                    <a:pt x="221" y="125"/>
                  </a:lnTo>
                  <a:lnTo>
                    <a:pt x="211" y="134"/>
                  </a:lnTo>
                  <a:lnTo>
                    <a:pt x="213" y="162"/>
                  </a:lnTo>
                  <a:lnTo>
                    <a:pt x="206" y="179"/>
                  </a:lnTo>
                  <a:lnTo>
                    <a:pt x="204" y="185"/>
                  </a:lnTo>
                  <a:lnTo>
                    <a:pt x="206" y="197"/>
                  </a:lnTo>
                  <a:lnTo>
                    <a:pt x="204" y="198"/>
                  </a:lnTo>
                  <a:lnTo>
                    <a:pt x="225" y="197"/>
                  </a:lnTo>
                  <a:lnTo>
                    <a:pt x="235" y="195"/>
                  </a:lnTo>
                  <a:lnTo>
                    <a:pt x="242" y="19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62" name="Freeform 40">
              <a:extLst>
                <a:ext uri="{FF2B5EF4-FFF2-40B4-BE49-F238E27FC236}">
                  <a16:creationId xmlns:a16="http://schemas.microsoft.com/office/drawing/2014/main" id="{E1010E9A-A0A1-1959-A27F-89303BF4D03B}"/>
                </a:ext>
              </a:extLst>
            </p:cNvPr>
            <p:cNvSpPr>
              <a:spLocks noChangeAspect="1"/>
            </p:cNvSpPr>
            <p:nvPr/>
          </p:nvSpPr>
          <p:spPr bwMode="auto">
            <a:xfrm>
              <a:off x="707" y="2497"/>
              <a:ext cx="69" cy="63"/>
            </a:xfrm>
            <a:custGeom>
              <a:avLst/>
              <a:gdLst>
                <a:gd name="T0" fmla="*/ 13 w 385"/>
                <a:gd name="T1" fmla="*/ 99 h 357"/>
                <a:gd name="T2" fmla="*/ 17 w 385"/>
                <a:gd name="T3" fmla="*/ 115 h 357"/>
                <a:gd name="T4" fmla="*/ 18 w 385"/>
                <a:gd name="T5" fmla="*/ 127 h 357"/>
                <a:gd name="T6" fmla="*/ 18 w 385"/>
                <a:gd name="T7" fmla="*/ 175 h 357"/>
                <a:gd name="T8" fmla="*/ 19 w 385"/>
                <a:gd name="T9" fmla="*/ 195 h 357"/>
                <a:gd name="T10" fmla="*/ 19 w 385"/>
                <a:gd name="T11" fmla="*/ 217 h 357"/>
                <a:gd name="T12" fmla="*/ 19 w 385"/>
                <a:gd name="T13" fmla="*/ 250 h 357"/>
                <a:gd name="T14" fmla="*/ 19 w 385"/>
                <a:gd name="T15" fmla="*/ 270 h 357"/>
                <a:gd name="T16" fmla="*/ 29 w 385"/>
                <a:gd name="T17" fmla="*/ 306 h 357"/>
                <a:gd name="T18" fmla="*/ 55 w 385"/>
                <a:gd name="T19" fmla="*/ 307 h 357"/>
                <a:gd name="T20" fmla="*/ 57 w 385"/>
                <a:gd name="T21" fmla="*/ 334 h 357"/>
                <a:gd name="T22" fmla="*/ 61 w 385"/>
                <a:gd name="T23" fmla="*/ 357 h 357"/>
                <a:gd name="T24" fmla="*/ 87 w 385"/>
                <a:gd name="T25" fmla="*/ 355 h 357"/>
                <a:gd name="T26" fmla="*/ 101 w 385"/>
                <a:gd name="T27" fmla="*/ 355 h 357"/>
                <a:gd name="T28" fmla="*/ 120 w 385"/>
                <a:gd name="T29" fmla="*/ 354 h 357"/>
                <a:gd name="T30" fmla="*/ 126 w 385"/>
                <a:gd name="T31" fmla="*/ 354 h 357"/>
                <a:gd name="T32" fmla="*/ 162 w 385"/>
                <a:gd name="T33" fmla="*/ 353 h 357"/>
                <a:gd name="T34" fmla="*/ 215 w 385"/>
                <a:gd name="T35" fmla="*/ 351 h 357"/>
                <a:gd name="T36" fmla="*/ 264 w 385"/>
                <a:gd name="T37" fmla="*/ 347 h 357"/>
                <a:gd name="T38" fmla="*/ 280 w 385"/>
                <a:gd name="T39" fmla="*/ 347 h 357"/>
                <a:gd name="T40" fmla="*/ 287 w 385"/>
                <a:gd name="T41" fmla="*/ 346 h 357"/>
                <a:gd name="T42" fmla="*/ 287 w 385"/>
                <a:gd name="T43" fmla="*/ 300 h 357"/>
                <a:gd name="T44" fmla="*/ 280 w 385"/>
                <a:gd name="T45" fmla="*/ 295 h 357"/>
                <a:gd name="T46" fmla="*/ 286 w 385"/>
                <a:gd name="T47" fmla="*/ 277 h 357"/>
                <a:gd name="T48" fmla="*/ 287 w 385"/>
                <a:gd name="T49" fmla="*/ 251 h 357"/>
                <a:gd name="T50" fmla="*/ 305 w 385"/>
                <a:gd name="T51" fmla="*/ 223 h 357"/>
                <a:gd name="T52" fmla="*/ 317 w 385"/>
                <a:gd name="T53" fmla="*/ 210 h 357"/>
                <a:gd name="T54" fmla="*/ 324 w 385"/>
                <a:gd name="T55" fmla="*/ 195 h 357"/>
                <a:gd name="T56" fmla="*/ 327 w 385"/>
                <a:gd name="T57" fmla="*/ 185 h 357"/>
                <a:gd name="T58" fmla="*/ 324 w 385"/>
                <a:gd name="T59" fmla="*/ 172 h 357"/>
                <a:gd name="T60" fmla="*/ 330 w 385"/>
                <a:gd name="T61" fmla="*/ 169 h 357"/>
                <a:gd name="T62" fmla="*/ 336 w 385"/>
                <a:gd name="T63" fmla="*/ 162 h 357"/>
                <a:gd name="T64" fmla="*/ 346 w 385"/>
                <a:gd name="T65" fmla="*/ 151 h 357"/>
                <a:gd name="T66" fmla="*/ 358 w 385"/>
                <a:gd name="T67" fmla="*/ 133 h 357"/>
                <a:gd name="T68" fmla="*/ 351 w 385"/>
                <a:gd name="T69" fmla="*/ 109 h 357"/>
                <a:gd name="T70" fmla="*/ 358 w 385"/>
                <a:gd name="T71" fmla="*/ 96 h 357"/>
                <a:gd name="T72" fmla="*/ 369 w 385"/>
                <a:gd name="T73" fmla="*/ 71 h 357"/>
                <a:gd name="T74" fmla="*/ 378 w 385"/>
                <a:gd name="T75" fmla="*/ 46 h 357"/>
                <a:gd name="T76" fmla="*/ 360 w 385"/>
                <a:gd name="T77" fmla="*/ 47 h 357"/>
                <a:gd name="T78" fmla="*/ 335 w 385"/>
                <a:gd name="T79" fmla="*/ 49 h 357"/>
                <a:gd name="T80" fmla="*/ 336 w 385"/>
                <a:gd name="T81" fmla="*/ 37 h 357"/>
                <a:gd name="T82" fmla="*/ 342 w 385"/>
                <a:gd name="T83" fmla="*/ 0 h 357"/>
                <a:gd name="T84" fmla="*/ 330 w 385"/>
                <a:gd name="T85" fmla="*/ 0 h 357"/>
                <a:gd name="T86" fmla="*/ 298 w 385"/>
                <a:gd name="T87" fmla="*/ 3 h 357"/>
                <a:gd name="T88" fmla="*/ 277 w 385"/>
                <a:gd name="T89" fmla="*/ 5 h 357"/>
                <a:gd name="T90" fmla="*/ 259 w 385"/>
                <a:gd name="T91" fmla="*/ 6 h 357"/>
                <a:gd name="T92" fmla="*/ 243 w 385"/>
                <a:gd name="T93" fmla="*/ 7 h 357"/>
                <a:gd name="T94" fmla="*/ 226 w 385"/>
                <a:gd name="T95" fmla="*/ 7 h 357"/>
                <a:gd name="T96" fmla="*/ 191 w 385"/>
                <a:gd name="T97" fmla="*/ 10 h 357"/>
                <a:gd name="T98" fmla="*/ 167 w 385"/>
                <a:gd name="T99" fmla="*/ 11 h 357"/>
                <a:gd name="T100" fmla="*/ 143 w 385"/>
                <a:gd name="T101" fmla="*/ 12 h 357"/>
                <a:gd name="T102" fmla="*/ 120 w 385"/>
                <a:gd name="T103" fmla="*/ 13 h 357"/>
                <a:gd name="T104" fmla="*/ 100 w 385"/>
                <a:gd name="T105" fmla="*/ 15 h 357"/>
                <a:gd name="T106" fmla="*/ 79 w 385"/>
                <a:gd name="T107" fmla="*/ 16 h 357"/>
                <a:gd name="T108" fmla="*/ 58 w 385"/>
                <a:gd name="T109" fmla="*/ 17 h 357"/>
                <a:gd name="T110" fmla="*/ 42 w 385"/>
                <a:gd name="T111" fmla="*/ 17 h 357"/>
                <a:gd name="T112" fmla="*/ 0 w 385"/>
                <a:gd name="T113" fmla="*/ 18 h 357"/>
                <a:gd name="T114" fmla="*/ 5 w 385"/>
                <a:gd name="T115" fmla="*/ 52 h 357"/>
                <a:gd name="T116" fmla="*/ 10 w 385"/>
                <a:gd name="T117" fmla="*/ 7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5" h="357">
                  <a:moveTo>
                    <a:pt x="12" y="90"/>
                  </a:moveTo>
                  <a:lnTo>
                    <a:pt x="13" y="96"/>
                  </a:lnTo>
                  <a:lnTo>
                    <a:pt x="13" y="99"/>
                  </a:lnTo>
                  <a:lnTo>
                    <a:pt x="15" y="102"/>
                  </a:lnTo>
                  <a:lnTo>
                    <a:pt x="16" y="114"/>
                  </a:lnTo>
                  <a:lnTo>
                    <a:pt x="17" y="115"/>
                  </a:lnTo>
                  <a:lnTo>
                    <a:pt x="18" y="125"/>
                  </a:lnTo>
                  <a:lnTo>
                    <a:pt x="18" y="126"/>
                  </a:lnTo>
                  <a:lnTo>
                    <a:pt x="18" y="127"/>
                  </a:lnTo>
                  <a:lnTo>
                    <a:pt x="18" y="141"/>
                  </a:lnTo>
                  <a:lnTo>
                    <a:pt x="18" y="171"/>
                  </a:lnTo>
                  <a:lnTo>
                    <a:pt x="18" y="175"/>
                  </a:lnTo>
                  <a:lnTo>
                    <a:pt x="18" y="177"/>
                  </a:lnTo>
                  <a:lnTo>
                    <a:pt x="19" y="191"/>
                  </a:lnTo>
                  <a:lnTo>
                    <a:pt x="19" y="195"/>
                  </a:lnTo>
                  <a:lnTo>
                    <a:pt x="19" y="199"/>
                  </a:lnTo>
                  <a:lnTo>
                    <a:pt x="19" y="213"/>
                  </a:lnTo>
                  <a:lnTo>
                    <a:pt x="19" y="217"/>
                  </a:lnTo>
                  <a:lnTo>
                    <a:pt x="19" y="238"/>
                  </a:lnTo>
                  <a:lnTo>
                    <a:pt x="19" y="244"/>
                  </a:lnTo>
                  <a:lnTo>
                    <a:pt x="19" y="250"/>
                  </a:lnTo>
                  <a:lnTo>
                    <a:pt x="19" y="267"/>
                  </a:lnTo>
                  <a:lnTo>
                    <a:pt x="19" y="268"/>
                  </a:lnTo>
                  <a:lnTo>
                    <a:pt x="19" y="270"/>
                  </a:lnTo>
                  <a:lnTo>
                    <a:pt x="19" y="273"/>
                  </a:lnTo>
                  <a:lnTo>
                    <a:pt x="21" y="298"/>
                  </a:lnTo>
                  <a:lnTo>
                    <a:pt x="29" y="306"/>
                  </a:lnTo>
                  <a:lnTo>
                    <a:pt x="39" y="301"/>
                  </a:lnTo>
                  <a:lnTo>
                    <a:pt x="55" y="305"/>
                  </a:lnTo>
                  <a:lnTo>
                    <a:pt x="55" y="307"/>
                  </a:lnTo>
                  <a:lnTo>
                    <a:pt x="57" y="322"/>
                  </a:lnTo>
                  <a:lnTo>
                    <a:pt x="57" y="333"/>
                  </a:lnTo>
                  <a:lnTo>
                    <a:pt x="57" y="334"/>
                  </a:lnTo>
                  <a:lnTo>
                    <a:pt x="57" y="347"/>
                  </a:lnTo>
                  <a:lnTo>
                    <a:pt x="58" y="357"/>
                  </a:lnTo>
                  <a:lnTo>
                    <a:pt x="61" y="357"/>
                  </a:lnTo>
                  <a:lnTo>
                    <a:pt x="66" y="357"/>
                  </a:lnTo>
                  <a:lnTo>
                    <a:pt x="76" y="357"/>
                  </a:lnTo>
                  <a:lnTo>
                    <a:pt x="87" y="355"/>
                  </a:lnTo>
                  <a:lnTo>
                    <a:pt x="88" y="355"/>
                  </a:lnTo>
                  <a:lnTo>
                    <a:pt x="100" y="355"/>
                  </a:lnTo>
                  <a:lnTo>
                    <a:pt x="101" y="355"/>
                  </a:lnTo>
                  <a:lnTo>
                    <a:pt x="102" y="355"/>
                  </a:lnTo>
                  <a:lnTo>
                    <a:pt x="114" y="354"/>
                  </a:lnTo>
                  <a:lnTo>
                    <a:pt x="120" y="354"/>
                  </a:lnTo>
                  <a:lnTo>
                    <a:pt x="121" y="354"/>
                  </a:lnTo>
                  <a:lnTo>
                    <a:pt x="124" y="354"/>
                  </a:lnTo>
                  <a:lnTo>
                    <a:pt x="126" y="354"/>
                  </a:lnTo>
                  <a:lnTo>
                    <a:pt x="142" y="353"/>
                  </a:lnTo>
                  <a:lnTo>
                    <a:pt x="156" y="353"/>
                  </a:lnTo>
                  <a:lnTo>
                    <a:pt x="162" y="353"/>
                  </a:lnTo>
                  <a:lnTo>
                    <a:pt x="180" y="352"/>
                  </a:lnTo>
                  <a:lnTo>
                    <a:pt x="208" y="351"/>
                  </a:lnTo>
                  <a:lnTo>
                    <a:pt x="215" y="351"/>
                  </a:lnTo>
                  <a:lnTo>
                    <a:pt x="253" y="348"/>
                  </a:lnTo>
                  <a:lnTo>
                    <a:pt x="255" y="348"/>
                  </a:lnTo>
                  <a:lnTo>
                    <a:pt x="264" y="347"/>
                  </a:lnTo>
                  <a:lnTo>
                    <a:pt x="265" y="347"/>
                  </a:lnTo>
                  <a:lnTo>
                    <a:pt x="268" y="347"/>
                  </a:lnTo>
                  <a:lnTo>
                    <a:pt x="280" y="347"/>
                  </a:lnTo>
                  <a:lnTo>
                    <a:pt x="282" y="346"/>
                  </a:lnTo>
                  <a:lnTo>
                    <a:pt x="285" y="346"/>
                  </a:lnTo>
                  <a:lnTo>
                    <a:pt x="287" y="346"/>
                  </a:lnTo>
                  <a:lnTo>
                    <a:pt x="288" y="309"/>
                  </a:lnTo>
                  <a:lnTo>
                    <a:pt x="285" y="310"/>
                  </a:lnTo>
                  <a:lnTo>
                    <a:pt x="287" y="300"/>
                  </a:lnTo>
                  <a:lnTo>
                    <a:pt x="279" y="304"/>
                  </a:lnTo>
                  <a:lnTo>
                    <a:pt x="282" y="297"/>
                  </a:lnTo>
                  <a:lnTo>
                    <a:pt x="280" y="295"/>
                  </a:lnTo>
                  <a:lnTo>
                    <a:pt x="280" y="294"/>
                  </a:lnTo>
                  <a:lnTo>
                    <a:pt x="279" y="292"/>
                  </a:lnTo>
                  <a:lnTo>
                    <a:pt x="286" y="277"/>
                  </a:lnTo>
                  <a:lnTo>
                    <a:pt x="286" y="270"/>
                  </a:lnTo>
                  <a:lnTo>
                    <a:pt x="295" y="270"/>
                  </a:lnTo>
                  <a:lnTo>
                    <a:pt x="287" y="251"/>
                  </a:lnTo>
                  <a:lnTo>
                    <a:pt x="294" y="246"/>
                  </a:lnTo>
                  <a:lnTo>
                    <a:pt x="297" y="237"/>
                  </a:lnTo>
                  <a:lnTo>
                    <a:pt x="305" y="223"/>
                  </a:lnTo>
                  <a:lnTo>
                    <a:pt x="311" y="219"/>
                  </a:lnTo>
                  <a:lnTo>
                    <a:pt x="310" y="213"/>
                  </a:lnTo>
                  <a:lnTo>
                    <a:pt x="317" y="210"/>
                  </a:lnTo>
                  <a:lnTo>
                    <a:pt x="316" y="215"/>
                  </a:lnTo>
                  <a:lnTo>
                    <a:pt x="317" y="216"/>
                  </a:lnTo>
                  <a:lnTo>
                    <a:pt x="324" y="195"/>
                  </a:lnTo>
                  <a:lnTo>
                    <a:pt x="322" y="184"/>
                  </a:lnTo>
                  <a:lnTo>
                    <a:pt x="324" y="180"/>
                  </a:lnTo>
                  <a:lnTo>
                    <a:pt x="327" y="185"/>
                  </a:lnTo>
                  <a:lnTo>
                    <a:pt x="331" y="178"/>
                  </a:lnTo>
                  <a:lnTo>
                    <a:pt x="323" y="174"/>
                  </a:lnTo>
                  <a:lnTo>
                    <a:pt x="324" y="172"/>
                  </a:lnTo>
                  <a:lnTo>
                    <a:pt x="328" y="174"/>
                  </a:lnTo>
                  <a:lnTo>
                    <a:pt x="331" y="172"/>
                  </a:lnTo>
                  <a:lnTo>
                    <a:pt x="330" y="169"/>
                  </a:lnTo>
                  <a:lnTo>
                    <a:pt x="334" y="163"/>
                  </a:lnTo>
                  <a:lnTo>
                    <a:pt x="335" y="163"/>
                  </a:lnTo>
                  <a:lnTo>
                    <a:pt x="336" y="162"/>
                  </a:lnTo>
                  <a:lnTo>
                    <a:pt x="342" y="160"/>
                  </a:lnTo>
                  <a:lnTo>
                    <a:pt x="346" y="156"/>
                  </a:lnTo>
                  <a:lnTo>
                    <a:pt x="346" y="151"/>
                  </a:lnTo>
                  <a:lnTo>
                    <a:pt x="341" y="147"/>
                  </a:lnTo>
                  <a:lnTo>
                    <a:pt x="353" y="133"/>
                  </a:lnTo>
                  <a:lnTo>
                    <a:pt x="358" y="133"/>
                  </a:lnTo>
                  <a:lnTo>
                    <a:pt x="355" y="111"/>
                  </a:lnTo>
                  <a:lnTo>
                    <a:pt x="352" y="106"/>
                  </a:lnTo>
                  <a:lnTo>
                    <a:pt x="351" y="109"/>
                  </a:lnTo>
                  <a:lnTo>
                    <a:pt x="348" y="108"/>
                  </a:lnTo>
                  <a:lnTo>
                    <a:pt x="351" y="103"/>
                  </a:lnTo>
                  <a:lnTo>
                    <a:pt x="358" y="96"/>
                  </a:lnTo>
                  <a:lnTo>
                    <a:pt x="360" y="90"/>
                  </a:lnTo>
                  <a:lnTo>
                    <a:pt x="367" y="91"/>
                  </a:lnTo>
                  <a:lnTo>
                    <a:pt x="369" y="71"/>
                  </a:lnTo>
                  <a:lnTo>
                    <a:pt x="377" y="55"/>
                  </a:lnTo>
                  <a:lnTo>
                    <a:pt x="385" y="54"/>
                  </a:lnTo>
                  <a:lnTo>
                    <a:pt x="378" y="46"/>
                  </a:lnTo>
                  <a:lnTo>
                    <a:pt x="376" y="46"/>
                  </a:lnTo>
                  <a:lnTo>
                    <a:pt x="364" y="47"/>
                  </a:lnTo>
                  <a:lnTo>
                    <a:pt x="360" y="47"/>
                  </a:lnTo>
                  <a:lnTo>
                    <a:pt x="345" y="48"/>
                  </a:lnTo>
                  <a:lnTo>
                    <a:pt x="337" y="49"/>
                  </a:lnTo>
                  <a:lnTo>
                    <a:pt x="335" y="49"/>
                  </a:lnTo>
                  <a:lnTo>
                    <a:pt x="328" y="49"/>
                  </a:lnTo>
                  <a:lnTo>
                    <a:pt x="334" y="37"/>
                  </a:lnTo>
                  <a:lnTo>
                    <a:pt x="336" y="37"/>
                  </a:lnTo>
                  <a:lnTo>
                    <a:pt x="341" y="29"/>
                  </a:lnTo>
                  <a:lnTo>
                    <a:pt x="346" y="24"/>
                  </a:lnTo>
                  <a:lnTo>
                    <a:pt x="342" y="0"/>
                  </a:lnTo>
                  <a:lnTo>
                    <a:pt x="336" y="0"/>
                  </a:lnTo>
                  <a:lnTo>
                    <a:pt x="334" y="0"/>
                  </a:lnTo>
                  <a:lnTo>
                    <a:pt x="330" y="0"/>
                  </a:lnTo>
                  <a:lnTo>
                    <a:pt x="310" y="3"/>
                  </a:lnTo>
                  <a:lnTo>
                    <a:pt x="299" y="3"/>
                  </a:lnTo>
                  <a:lnTo>
                    <a:pt x="298" y="3"/>
                  </a:lnTo>
                  <a:lnTo>
                    <a:pt x="293" y="4"/>
                  </a:lnTo>
                  <a:lnTo>
                    <a:pt x="287" y="4"/>
                  </a:lnTo>
                  <a:lnTo>
                    <a:pt x="277" y="5"/>
                  </a:lnTo>
                  <a:lnTo>
                    <a:pt x="268" y="5"/>
                  </a:lnTo>
                  <a:lnTo>
                    <a:pt x="262" y="6"/>
                  </a:lnTo>
                  <a:lnTo>
                    <a:pt x="259" y="6"/>
                  </a:lnTo>
                  <a:lnTo>
                    <a:pt x="246" y="6"/>
                  </a:lnTo>
                  <a:lnTo>
                    <a:pt x="245" y="6"/>
                  </a:lnTo>
                  <a:lnTo>
                    <a:pt x="243" y="7"/>
                  </a:lnTo>
                  <a:lnTo>
                    <a:pt x="239" y="7"/>
                  </a:lnTo>
                  <a:lnTo>
                    <a:pt x="235" y="7"/>
                  </a:lnTo>
                  <a:lnTo>
                    <a:pt x="226" y="7"/>
                  </a:lnTo>
                  <a:lnTo>
                    <a:pt x="220" y="9"/>
                  </a:lnTo>
                  <a:lnTo>
                    <a:pt x="201" y="10"/>
                  </a:lnTo>
                  <a:lnTo>
                    <a:pt x="191" y="10"/>
                  </a:lnTo>
                  <a:lnTo>
                    <a:pt x="189" y="10"/>
                  </a:lnTo>
                  <a:lnTo>
                    <a:pt x="172" y="11"/>
                  </a:lnTo>
                  <a:lnTo>
                    <a:pt x="167" y="11"/>
                  </a:lnTo>
                  <a:lnTo>
                    <a:pt x="160" y="12"/>
                  </a:lnTo>
                  <a:lnTo>
                    <a:pt x="145" y="12"/>
                  </a:lnTo>
                  <a:lnTo>
                    <a:pt x="143" y="12"/>
                  </a:lnTo>
                  <a:lnTo>
                    <a:pt x="142" y="12"/>
                  </a:lnTo>
                  <a:lnTo>
                    <a:pt x="135" y="13"/>
                  </a:lnTo>
                  <a:lnTo>
                    <a:pt x="120" y="13"/>
                  </a:lnTo>
                  <a:lnTo>
                    <a:pt x="113" y="15"/>
                  </a:lnTo>
                  <a:lnTo>
                    <a:pt x="101" y="15"/>
                  </a:lnTo>
                  <a:lnTo>
                    <a:pt x="100" y="15"/>
                  </a:lnTo>
                  <a:lnTo>
                    <a:pt x="95" y="15"/>
                  </a:lnTo>
                  <a:lnTo>
                    <a:pt x="90" y="15"/>
                  </a:lnTo>
                  <a:lnTo>
                    <a:pt x="79" y="16"/>
                  </a:lnTo>
                  <a:lnTo>
                    <a:pt x="70" y="16"/>
                  </a:lnTo>
                  <a:lnTo>
                    <a:pt x="64" y="16"/>
                  </a:lnTo>
                  <a:lnTo>
                    <a:pt x="58" y="17"/>
                  </a:lnTo>
                  <a:lnTo>
                    <a:pt x="53" y="17"/>
                  </a:lnTo>
                  <a:lnTo>
                    <a:pt x="47" y="17"/>
                  </a:lnTo>
                  <a:lnTo>
                    <a:pt x="42" y="17"/>
                  </a:lnTo>
                  <a:lnTo>
                    <a:pt x="19" y="18"/>
                  </a:lnTo>
                  <a:lnTo>
                    <a:pt x="10" y="18"/>
                  </a:lnTo>
                  <a:lnTo>
                    <a:pt x="0" y="18"/>
                  </a:lnTo>
                  <a:lnTo>
                    <a:pt x="3" y="30"/>
                  </a:lnTo>
                  <a:lnTo>
                    <a:pt x="3" y="37"/>
                  </a:lnTo>
                  <a:lnTo>
                    <a:pt x="5" y="52"/>
                  </a:lnTo>
                  <a:lnTo>
                    <a:pt x="6" y="55"/>
                  </a:lnTo>
                  <a:lnTo>
                    <a:pt x="6" y="58"/>
                  </a:lnTo>
                  <a:lnTo>
                    <a:pt x="10" y="79"/>
                  </a:lnTo>
                  <a:lnTo>
                    <a:pt x="11" y="87"/>
                  </a:lnTo>
                  <a:lnTo>
                    <a:pt x="12" y="9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63" name="Freeform 41">
              <a:extLst>
                <a:ext uri="{FF2B5EF4-FFF2-40B4-BE49-F238E27FC236}">
                  <a16:creationId xmlns:a16="http://schemas.microsoft.com/office/drawing/2014/main" id="{C5753873-529A-B504-935A-2DE33FF061BC}"/>
                </a:ext>
              </a:extLst>
            </p:cNvPr>
            <p:cNvSpPr>
              <a:spLocks noChangeAspect="1"/>
            </p:cNvSpPr>
            <p:nvPr/>
          </p:nvSpPr>
          <p:spPr bwMode="auto">
            <a:xfrm>
              <a:off x="593" y="2490"/>
              <a:ext cx="118" cy="60"/>
            </a:xfrm>
            <a:custGeom>
              <a:avLst/>
              <a:gdLst>
                <a:gd name="T0" fmla="*/ 642 w 663"/>
                <a:gd name="T1" fmla="*/ 54 h 336"/>
                <a:gd name="T2" fmla="*/ 641 w 663"/>
                <a:gd name="T3" fmla="*/ 37 h 336"/>
                <a:gd name="T4" fmla="*/ 641 w 663"/>
                <a:gd name="T5" fmla="*/ 10 h 336"/>
                <a:gd name="T6" fmla="*/ 611 w 663"/>
                <a:gd name="T7" fmla="*/ 6 h 336"/>
                <a:gd name="T8" fmla="*/ 581 w 663"/>
                <a:gd name="T9" fmla="*/ 7 h 336"/>
                <a:gd name="T10" fmla="*/ 561 w 663"/>
                <a:gd name="T11" fmla="*/ 7 h 336"/>
                <a:gd name="T12" fmla="*/ 535 w 663"/>
                <a:gd name="T13" fmla="*/ 9 h 336"/>
                <a:gd name="T14" fmla="*/ 487 w 663"/>
                <a:gd name="T15" fmla="*/ 10 h 336"/>
                <a:gd name="T16" fmla="*/ 448 w 663"/>
                <a:gd name="T17" fmla="*/ 10 h 336"/>
                <a:gd name="T18" fmla="*/ 421 w 663"/>
                <a:gd name="T19" fmla="*/ 10 h 336"/>
                <a:gd name="T20" fmla="*/ 379 w 663"/>
                <a:gd name="T21" fmla="*/ 10 h 336"/>
                <a:gd name="T22" fmla="*/ 357 w 663"/>
                <a:gd name="T23" fmla="*/ 10 h 336"/>
                <a:gd name="T24" fmla="*/ 327 w 663"/>
                <a:gd name="T25" fmla="*/ 10 h 336"/>
                <a:gd name="T26" fmla="*/ 279 w 663"/>
                <a:gd name="T27" fmla="*/ 10 h 336"/>
                <a:gd name="T28" fmla="*/ 237 w 663"/>
                <a:gd name="T29" fmla="*/ 9 h 336"/>
                <a:gd name="T30" fmla="*/ 221 w 663"/>
                <a:gd name="T31" fmla="*/ 9 h 336"/>
                <a:gd name="T32" fmla="*/ 155 w 663"/>
                <a:gd name="T33" fmla="*/ 6 h 336"/>
                <a:gd name="T34" fmla="*/ 113 w 663"/>
                <a:gd name="T35" fmla="*/ 6 h 336"/>
                <a:gd name="T36" fmla="*/ 76 w 663"/>
                <a:gd name="T37" fmla="*/ 5 h 336"/>
                <a:gd name="T38" fmla="*/ 3 w 663"/>
                <a:gd name="T39" fmla="*/ 12 h 336"/>
                <a:gd name="T40" fmla="*/ 48 w 663"/>
                <a:gd name="T41" fmla="*/ 52 h 336"/>
                <a:gd name="T42" fmla="*/ 75 w 663"/>
                <a:gd name="T43" fmla="*/ 53 h 336"/>
                <a:gd name="T44" fmla="*/ 125 w 663"/>
                <a:gd name="T45" fmla="*/ 54 h 336"/>
                <a:gd name="T46" fmla="*/ 157 w 663"/>
                <a:gd name="T47" fmla="*/ 55 h 336"/>
                <a:gd name="T48" fmla="*/ 202 w 663"/>
                <a:gd name="T49" fmla="*/ 57 h 336"/>
                <a:gd name="T50" fmla="*/ 229 w 663"/>
                <a:gd name="T51" fmla="*/ 101 h 336"/>
                <a:gd name="T52" fmla="*/ 229 w 663"/>
                <a:gd name="T53" fmla="*/ 123 h 336"/>
                <a:gd name="T54" fmla="*/ 228 w 663"/>
                <a:gd name="T55" fmla="*/ 157 h 336"/>
                <a:gd name="T56" fmla="*/ 227 w 663"/>
                <a:gd name="T57" fmla="*/ 186 h 336"/>
                <a:gd name="T58" fmla="*/ 227 w 663"/>
                <a:gd name="T59" fmla="*/ 222 h 336"/>
                <a:gd name="T60" fmla="*/ 239 w 663"/>
                <a:gd name="T61" fmla="*/ 252 h 336"/>
                <a:gd name="T62" fmla="*/ 285 w 663"/>
                <a:gd name="T63" fmla="*/ 268 h 336"/>
                <a:gd name="T64" fmla="*/ 300 w 663"/>
                <a:gd name="T65" fmla="*/ 283 h 336"/>
                <a:gd name="T66" fmla="*/ 335 w 663"/>
                <a:gd name="T67" fmla="*/ 288 h 336"/>
                <a:gd name="T68" fmla="*/ 364 w 663"/>
                <a:gd name="T69" fmla="*/ 291 h 336"/>
                <a:gd name="T70" fmla="*/ 377 w 663"/>
                <a:gd name="T71" fmla="*/ 303 h 336"/>
                <a:gd name="T72" fmla="*/ 413 w 663"/>
                <a:gd name="T73" fmla="*/ 306 h 336"/>
                <a:gd name="T74" fmla="*/ 424 w 663"/>
                <a:gd name="T75" fmla="*/ 311 h 336"/>
                <a:gd name="T76" fmla="*/ 453 w 663"/>
                <a:gd name="T77" fmla="*/ 330 h 336"/>
                <a:gd name="T78" fmla="*/ 493 w 663"/>
                <a:gd name="T79" fmla="*/ 315 h 336"/>
                <a:gd name="T80" fmla="*/ 522 w 663"/>
                <a:gd name="T81" fmla="*/ 325 h 336"/>
                <a:gd name="T82" fmla="*/ 562 w 663"/>
                <a:gd name="T83" fmla="*/ 311 h 336"/>
                <a:gd name="T84" fmla="*/ 579 w 663"/>
                <a:gd name="T85" fmla="*/ 311 h 336"/>
                <a:gd name="T86" fmla="*/ 600 w 663"/>
                <a:gd name="T87" fmla="*/ 306 h 336"/>
                <a:gd name="T88" fmla="*/ 621 w 663"/>
                <a:gd name="T89" fmla="*/ 313 h 336"/>
                <a:gd name="T90" fmla="*/ 640 w 663"/>
                <a:gd name="T91" fmla="*/ 323 h 336"/>
                <a:gd name="T92" fmla="*/ 651 w 663"/>
                <a:gd name="T93" fmla="*/ 330 h 336"/>
                <a:gd name="T94" fmla="*/ 661 w 663"/>
                <a:gd name="T95" fmla="*/ 306 h 336"/>
                <a:gd name="T96" fmla="*/ 661 w 663"/>
                <a:gd name="T97" fmla="*/ 280 h 336"/>
                <a:gd name="T98" fmla="*/ 661 w 663"/>
                <a:gd name="T99" fmla="*/ 235 h 336"/>
                <a:gd name="T100" fmla="*/ 660 w 663"/>
                <a:gd name="T101" fmla="*/ 211 h 336"/>
                <a:gd name="T102" fmla="*/ 660 w 663"/>
                <a:gd name="T103" fmla="*/ 162 h 336"/>
                <a:gd name="T104" fmla="*/ 657 w 663"/>
                <a:gd name="T105" fmla="*/ 138 h 336"/>
                <a:gd name="T106" fmla="*/ 653 w 663"/>
                <a:gd name="T107" fmla="*/ 123 h 336"/>
                <a:gd name="T108" fmla="*/ 647 w 663"/>
                <a:gd name="T109" fmla="*/ 8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3" h="336">
                  <a:moveTo>
                    <a:pt x="647" y="88"/>
                  </a:moveTo>
                  <a:lnTo>
                    <a:pt x="645" y="73"/>
                  </a:lnTo>
                  <a:lnTo>
                    <a:pt x="645" y="66"/>
                  </a:lnTo>
                  <a:lnTo>
                    <a:pt x="642" y="54"/>
                  </a:lnTo>
                  <a:lnTo>
                    <a:pt x="642" y="45"/>
                  </a:lnTo>
                  <a:lnTo>
                    <a:pt x="642" y="40"/>
                  </a:lnTo>
                  <a:lnTo>
                    <a:pt x="642" y="39"/>
                  </a:lnTo>
                  <a:lnTo>
                    <a:pt x="641" y="37"/>
                  </a:lnTo>
                  <a:lnTo>
                    <a:pt x="641" y="31"/>
                  </a:lnTo>
                  <a:lnTo>
                    <a:pt x="641" y="29"/>
                  </a:lnTo>
                  <a:lnTo>
                    <a:pt x="641" y="19"/>
                  </a:lnTo>
                  <a:lnTo>
                    <a:pt x="641" y="10"/>
                  </a:lnTo>
                  <a:lnTo>
                    <a:pt x="641" y="6"/>
                  </a:lnTo>
                  <a:lnTo>
                    <a:pt x="640" y="6"/>
                  </a:lnTo>
                  <a:lnTo>
                    <a:pt x="630" y="6"/>
                  </a:lnTo>
                  <a:lnTo>
                    <a:pt x="611" y="6"/>
                  </a:lnTo>
                  <a:lnTo>
                    <a:pt x="606" y="6"/>
                  </a:lnTo>
                  <a:lnTo>
                    <a:pt x="593" y="7"/>
                  </a:lnTo>
                  <a:lnTo>
                    <a:pt x="587" y="7"/>
                  </a:lnTo>
                  <a:lnTo>
                    <a:pt x="581" y="7"/>
                  </a:lnTo>
                  <a:lnTo>
                    <a:pt x="574" y="7"/>
                  </a:lnTo>
                  <a:lnTo>
                    <a:pt x="571" y="7"/>
                  </a:lnTo>
                  <a:lnTo>
                    <a:pt x="564" y="7"/>
                  </a:lnTo>
                  <a:lnTo>
                    <a:pt x="561" y="7"/>
                  </a:lnTo>
                  <a:lnTo>
                    <a:pt x="552" y="9"/>
                  </a:lnTo>
                  <a:lnTo>
                    <a:pt x="545" y="9"/>
                  </a:lnTo>
                  <a:lnTo>
                    <a:pt x="538" y="9"/>
                  </a:lnTo>
                  <a:lnTo>
                    <a:pt x="535" y="9"/>
                  </a:lnTo>
                  <a:lnTo>
                    <a:pt x="526" y="9"/>
                  </a:lnTo>
                  <a:lnTo>
                    <a:pt x="502" y="9"/>
                  </a:lnTo>
                  <a:lnTo>
                    <a:pt x="496" y="10"/>
                  </a:lnTo>
                  <a:lnTo>
                    <a:pt x="487" y="10"/>
                  </a:lnTo>
                  <a:lnTo>
                    <a:pt x="479" y="10"/>
                  </a:lnTo>
                  <a:lnTo>
                    <a:pt x="469" y="10"/>
                  </a:lnTo>
                  <a:lnTo>
                    <a:pt x="460" y="10"/>
                  </a:lnTo>
                  <a:lnTo>
                    <a:pt x="448" y="10"/>
                  </a:lnTo>
                  <a:lnTo>
                    <a:pt x="436" y="10"/>
                  </a:lnTo>
                  <a:lnTo>
                    <a:pt x="431" y="10"/>
                  </a:lnTo>
                  <a:lnTo>
                    <a:pt x="424" y="10"/>
                  </a:lnTo>
                  <a:lnTo>
                    <a:pt x="421" y="10"/>
                  </a:lnTo>
                  <a:lnTo>
                    <a:pt x="407" y="10"/>
                  </a:lnTo>
                  <a:lnTo>
                    <a:pt x="399" y="10"/>
                  </a:lnTo>
                  <a:lnTo>
                    <a:pt x="383" y="10"/>
                  </a:lnTo>
                  <a:lnTo>
                    <a:pt x="379" y="10"/>
                  </a:lnTo>
                  <a:lnTo>
                    <a:pt x="375" y="10"/>
                  </a:lnTo>
                  <a:lnTo>
                    <a:pt x="373" y="10"/>
                  </a:lnTo>
                  <a:lnTo>
                    <a:pt x="361" y="10"/>
                  </a:lnTo>
                  <a:lnTo>
                    <a:pt x="357" y="10"/>
                  </a:lnTo>
                  <a:lnTo>
                    <a:pt x="354" y="10"/>
                  </a:lnTo>
                  <a:lnTo>
                    <a:pt x="346" y="10"/>
                  </a:lnTo>
                  <a:lnTo>
                    <a:pt x="342" y="10"/>
                  </a:lnTo>
                  <a:lnTo>
                    <a:pt x="327" y="10"/>
                  </a:lnTo>
                  <a:lnTo>
                    <a:pt x="322" y="10"/>
                  </a:lnTo>
                  <a:lnTo>
                    <a:pt x="307" y="10"/>
                  </a:lnTo>
                  <a:lnTo>
                    <a:pt x="281" y="10"/>
                  </a:lnTo>
                  <a:lnTo>
                    <a:pt x="279" y="10"/>
                  </a:lnTo>
                  <a:lnTo>
                    <a:pt x="273" y="9"/>
                  </a:lnTo>
                  <a:lnTo>
                    <a:pt x="269" y="9"/>
                  </a:lnTo>
                  <a:lnTo>
                    <a:pt x="265" y="9"/>
                  </a:lnTo>
                  <a:lnTo>
                    <a:pt x="237" y="9"/>
                  </a:lnTo>
                  <a:lnTo>
                    <a:pt x="231" y="9"/>
                  </a:lnTo>
                  <a:lnTo>
                    <a:pt x="228" y="9"/>
                  </a:lnTo>
                  <a:lnTo>
                    <a:pt x="225" y="9"/>
                  </a:lnTo>
                  <a:lnTo>
                    <a:pt x="221" y="9"/>
                  </a:lnTo>
                  <a:lnTo>
                    <a:pt x="189" y="7"/>
                  </a:lnTo>
                  <a:lnTo>
                    <a:pt x="183" y="7"/>
                  </a:lnTo>
                  <a:lnTo>
                    <a:pt x="159" y="7"/>
                  </a:lnTo>
                  <a:lnTo>
                    <a:pt x="155" y="6"/>
                  </a:lnTo>
                  <a:lnTo>
                    <a:pt x="150" y="6"/>
                  </a:lnTo>
                  <a:lnTo>
                    <a:pt x="145" y="6"/>
                  </a:lnTo>
                  <a:lnTo>
                    <a:pt x="126" y="6"/>
                  </a:lnTo>
                  <a:lnTo>
                    <a:pt x="113" y="6"/>
                  </a:lnTo>
                  <a:lnTo>
                    <a:pt x="97" y="5"/>
                  </a:lnTo>
                  <a:lnTo>
                    <a:pt x="94" y="5"/>
                  </a:lnTo>
                  <a:lnTo>
                    <a:pt x="77" y="5"/>
                  </a:lnTo>
                  <a:lnTo>
                    <a:pt x="76" y="5"/>
                  </a:lnTo>
                  <a:lnTo>
                    <a:pt x="31" y="3"/>
                  </a:lnTo>
                  <a:lnTo>
                    <a:pt x="22" y="1"/>
                  </a:lnTo>
                  <a:lnTo>
                    <a:pt x="3" y="0"/>
                  </a:lnTo>
                  <a:lnTo>
                    <a:pt x="3" y="12"/>
                  </a:lnTo>
                  <a:lnTo>
                    <a:pt x="1" y="28"/>
                  </a:lnTo>
                  <a:lnTo>
                    <a:pt x="0" y="49"/>
                  </a:lnTo>
                  <a:lnTo>
                    <a:pt x="30" y="51"/>
                  </a:lnTo>
                  <a:lnTo>
                    <a:pt x="48" y="52"/>
                  </a:lnTo>
                  <a:lnTo>
                    <a:pt x="65" y="52"/>
                  </a:lnTo>
                  <a:lnTo>
                    <a:pt x="67" y="52"/>
                  </a:lnTo>
                  <a:lnTo>
                    <a:pt x="69" y="52"/>
                  </a:lnTo>
                  <a:lnTo>
                    <a:pt x="75" y="53"/>
                  </a:lnTo>
                  <a:lnTo>
                    <a:pt x="84" y="53"/>
                  </a:lnTo>
                  <a:lnTo>
                    <a:pt x="88" y="53"/>
                  </a:lnTo>
                  <a:lnTo>
                    <a:pt x="106" y="54"/>
                  </a:lnTo>
                  <a:lnTo>
                    <a:pt x="125" y="54"/>
                  </a:lnTo>
                  <a:lnTo>
                    <a:pt x="135" y="55"/>
                  </a:lnTo>
                  <a:lnTo>
                    <a:pt x="147" y="55"/>
                  </a:lnTo>
                  <a:lnTo>
                    <a:pt x="154" y="55"/>
                  </a:lnTo>
                  <a:lnTo>
                    <a:pt x="157" y="55"/>
                  </a:lnTo>
                  <a:lnTo>
                    <a:pt x="163" y="55"/>
                  </a:lnTo>
                  <a:lnTo>
                    <a:pt x="183" y="57"/>
                  </a:lnTo>
                  <a:lnTo>
                    <a:pt x="189" y="57"/>
                  </a:lnTo>
                  <a:lnTo>
                    <a:pt x="202" y="57"/>
                  </a:lnTo>
                  <a:lnTo>
                    <a:pt x="229" y="58"/>
                  </a:lnTo>
                  <a:lnTo>
                    <a:pt x="231" y="58"/>
                  </a:lnTo>
                  <a:lnTo>
                    <a:pt x="229" y="70"/>
                  </a:lnTo>
                  <a:lnTo>
                    <a:pt x="229" y="101"/>
                  </a:lnTo>
                  <a:lnTo>
                    <a:pt x="229" y="106"/>
                  </a:lnTo>
                  <a:lnTo>
                    <a:pt x="229" y="114"/>
                  </a:lnTo>
                  <a:lnTo>
                    <a:pt x="229" y="118"/>
                  </a:lnTo>
                  <a:lnTo>
                    <a:pt x="229" y="123"/>
                  </a:lnTo>
                  <a:lnTo>
                    <a:pt x="228" y="131"/>
                  </a:lnTo>
                  <a:lnTo>
                    <a:pt x="228" y="143"/>
                  </a:lnTo>
                  <a:lnTo>
                    <a:pt x="228" y="155"/>
                  </a:lnTo>
                  <a:lnTo>
                    <a:pt x="228" y="157"/>
                  </a:lnTo>
                  <a:lnTo>
                    <a:pt x="228" y="162"/>
                  </a:lnTo>
                  <a:lnTo>
                    <a:pt x="228" y="175"/>
                  </a:lnTo>
                  <a:lnTo>
                    <a:pt x="228" y="179"/>
                  </a:lnTo>
                  <a:lnTo>
                    <a:pt x="227" y="186"/>
                  </a:lnTo>
                  <a:lnTo>
                    <a:pt x="227" y="192"/>
                  </a:lnTo>
                  <a:lnTo>
                    <a:pt x="227" y="201"/>
                  </a:lnTo>
                  <a:lnTo>
                    <a:pt x="227" y="216"/>
                  </a:lnTo>
                  <a:lnTo>
                    <a:pt x="227" y="222"/>
                  </a:lnTo>
                  <a:lnTo>
                    <a:pt x="227" y="228"/>
                  </a:lnTo>
                  <a:lnTo>
                    <a:pt x="227" y="247"/>
                  </a:lnTo>
                  <a:lnTo>
                    <a:pt x="229" y="246"/>
                  </a:lnTo>
                  <a:lnTo>
                    <a:pt x="239" y="252"/>
                  </a:lnTo>
                  <a:lnTo>
                    <a:pt x="246" y="262"/>
                  </a:lnTo>
                  <a:lnTo>
                    <a:pt x="265" y="263"/>
                  </a:lnTo>
                  <a:lnTo>
                    <a:pt x="268" y="264"/>
                  </a:lnTo>
                  <a:lnTo>
                    <a:pt x="285" y="268"/>
                  </a:lnTo>
                  <a:lnTo>
                    <a:pt x="288" y="270"/>
                  </a:lnTo>
                  <a:lnTo>
                    <a:pt x="289" y="281"/>
                  </a:lnTo>
                  <a:lnTo>
                    <a:pt x="294" y="285"/>
                  </a:lnTo>
                  <a:lnTo>
                    <a:pt x="300" y="283"/>
                  </a:lnTo>
                  <a:lnTo>
                    <a:pt x="309" y="285"/>
                  </a:lnTo>
                  <a:lnTo>
                    <a:pt x="324" y="292"/>
                  </a:lnTo>
                  <a:lnTo>
                    <a:pt x="334" y="288"/>
                  </a:lnTo>
                  <a:lnTo>
                    <a:pt x="335" y="288"/>
                  </a:lnTo>
                  <a:lnTo>
                    <a:pt x="339" y="291"/>
                  </a:lnTo>
                  <a:lnTo>
                    <a:pt x="343" y="295"/>
                  </a:lnTo>
                  <a:lnTo>
                    <a:pt x="349" y="297"/>
                  </a:lnTo>
                  <a:lnTo>
                    <a:pt x="364" y="291"/>
                  </a:lnTo>
                  <a:lnTo>
                    <a:pt x="370" y="292"/>
                  </a:lnTo>
                  <a:lnTo>
                    <a:pt x="372" y="289"/>
                  </a:lnTo>
                  <a:lnTo>
                    <a:pt x="376" y="289"/>
                  </a:lnTo>
                  <a:lnTo>
                    <a:pt x="377" y="303"/>
                  </a:lnTo>
                  <a:lnTo>
                    <a:pt x="385" y="303"/>
                  </a:lnTo>
                  <a:lnTo>
                    <a:pt x="385" y="313"/>
                  </a:lnTo>
                  <a:lnTo>
                    <a:pt x="393" y="318"/>
                  </a:lnTo>
                  <a:lnTo>
                    <a:pt x="413" y="306"/>
                  </a:lnTo>
                  <a:lnTo>
                    <a:pt x="418" y="313"/>
                  </a:lnTo>
                  <a:lnTo>
                    <a:pt x="420" y="312"/>
                  </a:lnTo>
                  <a:lnTo>
                    <a:pt x="423" y="311"/>
                  </a:lnTo>
                  <a:lnTo>
                    <a:pt x="424" y="311"/>
                  </a:lnTo>
                  <a:lnTo>
                    <a:pt x="432" y="321"/>
                  </a:lnTo>
                  <a:lnTo>
                    <a:pt x="449" y="315"/>
                  </a:lnTo>
                  <a:lnTo>
                    <a:pt x="448" y="327"/>
                  </a:lnTo>
                  <a:lnTo>
                    <a:pt x="453" y="330"/>
                  </a:lnTo>
                  <a:lnTo>
                    <a:pt x="467" y="307"/>
                  </a:lnTo>
                  <a:lnTo>
                    <a:pt x="483" y="319"/>
                  </a:lnTo>
                  <a:lnTo>
                    <a:pt x="495" y="312"/>
                  </a:lnTo>
                  <a:lnTo>
                    <a:pt x="493" y="315"/>
                  </a:lnTo>
                  <a:lnTo>
                    <a:pt x="502" y="324"/>
                  </a:lnTo>
                  <a:lnTo>
                    <a:pt x="509" y="324"/>
                  </a:lnTo>
                  <a:lnTo>
                    <a:pt x="511" y="329"/>
                  </a:lnTo>
                  <a:lnTo>
                    <a:pt x="522" y="325"/>
                  </a:lnTo>
                  <a:lnTo>
                    <a:pt x="541" y="315"/>
                  </a:lnTo>
                  <a:lnTo>
                    <a:pt x="553" y="317"/>
                  </a:lnTo>
                  <a:lnTo>
                    <a:pt x="561" y="313"/>
                  </a:lnTo>
                  <a:lnTo>
                    <a:pt x="562" y="311"/>
                  </a:lnTo>
                  <a:lnTo>
                    <a:pt x="573" y="309"/>
                  </a:lnTo>
                  <a:lnTo>
                    <a:pt x="573" y="307"/>
                  </a:lnTo>
                  <a:lnTo>
                    <a:pt x="576" y="307"/>
                  </a:lnTo>
                  <a:lnTo>
                    <a:pt x="579" y="311"/>
                  </a:lnTo>
                  <a:lnTo>
                    <a:pt x="577" y="312"/>
                  </a:lnTo>
                  <a:lnTo>
                    <a:pt x="597" y="312"/>
                  </a:lnTo>
                  <a:lnTo>
                    <a:pt x="599" y="312"/>
                  </a:lnTo>
                  <a:lnTo>
                    <a:pt x="600" y="306"/>
                  </a:lnTo>
                  <a:lnTo>
                    <a:pt x="609" y="306"/>
                  </a:lnTo>
                  <a:lnTo>
                    <a:pt x="611" y="306"/>
                  </a:lnTo>
                  <a:lnTo>
                    <a:pt x="611" y="309"/>
                  </a:lnTo>
                  <a:lnTo>
                    <a:pt x="621" y="313"/>
                  </a:lnTo>
                  <a:lnTo>
                    <a:pt x="631" y="324"/>
                  </a:lnTo>
                  <a:lnTo>
                    <a:pt x="635" y="325"/>
                  </a:lnTo>
                  <a:lnTo>
                    <a:pt x="635" y="322"/>
                  </a:lnTo>
                  <a:lnTo>
                    <a:pt x="640" y="323"/>
                  </a:lnTo>
                  <a:lnTo>
                    <a:pt x="640" y="327"/>
                  </a:lnTo>
                  <a:lnTo>
                    <a:pt x="642" y="327"/>
                  </a:lnTo>
                  <a:lnTo>
                    <a:pt x="641" y="328"/>
                  </a:lnTo>
                  <a:lnTo>
                    <a:pt x="651" y="330"/>
                  </a:lnTo>
                  <a:lnTo>
                    <a:pt x="659" y="336"/>
                  </a:lnTo>
                  <a:lnTo>
                    <a:pt x="663" y="334"/>
                  </a:lnTo>
                  <a:lnTo>
                    <a:pt x="661" y="309"/>
                  </a:lnTo>
                  <a:lnTo>
                    <a:pt x="661" y="306"/>
                  </a:lnTo>
                  <a:lnTo>
                    <a:pt x="661" y="304"/>
                  </a:lnTo>
                  <a:lnTo>
                    <a:pt x="661" y="303"/>
                  </a:lnTo>
                  <a:lnTo>
                    <a:pt x="661" y="286"/>
                  </a:lnTo>
                  <a:lnTo>
                    <a:pt x="661" y="280"/>
                  </a:lnTo>
                  <a:lnTo>
                    <a:pt x="661" y="274"/>
                  </a:lnTo>
                  <a:lnTo>
                    <a:pt x="661" y="253"/>
                  </a:lnTo>
                  <a:lnTo>
                    <a:pt x="661" y="249"/>
                  </a:lnTo>
                  <a:lnTo>
                    <a:pt x="661" y="235"/>
                  </a:lnTo>
                  <a:lnTo>
                    <a:pt x="661" y="231"/>
                  </a:lnTo>
                  <a:lnTo>
                    <a:pt x="661" y="227"/>
                  </a:lnTo>
                  <a:lnTo>
                    <a:pt x="660" y="213"/>
                  </a:lnTo>
                  <a:lnTo>
                    <a:pt x="660" y="211"/>
                  </a:lnTo>
                  <a:lnTo>
                    <a:pt x="660" y="207"/>
                  </a:lnTo>
                  <a:lnTo>
                    <a:pt x="660" y="177"/>
                  </a:lnTo>
                  <a:lnTo>
                    <a:pt x="660" y="163"/>
                  </a:lnTo>
                  <a:lnTo>
                    <a:pt x="660" y="162"/>
                  </a:lnTo>
                  <a:lnTo>
                    <a:pt x="660" y="161"/>
                  </a:lnTo>
                  <a:lnTo>
                    <a:pt x="659" y="151"/>
                  </a:lnTo>
                  <a:lnTo>
                    <a:pt x="658" y="150"/>
                  </a:lnTo>
                  <a:lnTo>
                    <a:pt x="657" y="138"/>
                  </a:lnTo>
                  <a:lnTo>
                    <a:pt x="655" y="135"/>
                  </a:lnTo>
                  <a:lnTo>
                    <a:pt x="655" y="132"/>
                  </a:lnTo>
                  <a:lnTo>
                    <a:pt x="654" y="126"/>
                  </a:lnTo>
                  <a:lnTo>
                    <a:pt x="653" y="123"/>
                  </a:lnTo>
                  <a:lnTo>
                    <a:pt x="652" y="115"/>
                  </a:lnTo>
                  <a:lnTo>
                    <a:pt x="648" y="94"/>
                  </a:lnTo>
                  <a:lnTo>
                    <a:pt x="648" y="91"/>
                  </a:lnTo>
                  <a:lnTo>
                    <a:pt x="647" y="8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64" name="Freeform 42">
              <a:extLst>
                <a:ext uri="{FF2B5EF4-FFF2-40B4-BE49-F238E27FC236}">
                  <a16:creationId xmlns:a16="http://schemas.microsoft.com/office/drawing/2014/main" id="{1FC75299-1890-60C9-2BB6-825A6FF53F36}"/>
                </a:ext>
              </a:extLst>
            </p:cNvPr>
            <p:cNvSpPr>
              <a:spLocks noChangeAspect="1"/>
            </p:cNvSpPr>
            <p:nvPr/>
          </p:nvSpPr>
          <p:spPr bwMode="auto">
            <a:xfrm>
              <a:off x="537" y="2499"/>
              <a:ext cx="189" cy="186"/>
            </a:xfrm>
            <a:custGeom>
              <a:avLst/>
              <a:gdLst>
                <a:gd name="T0" fmla="*/ 502 w 1065"/>
                <a:gd name="T1" fmla="*/ 789 h 1043"/>
                <a:gd name="T2" fmla="*/ 449 w 1065"/>
                <a:gd name="T3" fmla="*/ 701 h 1043"/>
                <a:gd name="T4" fmla="*/ 425 w 1065"/>
                <a:gd name="T5" fmla="*/ 676 h 1043"/>
                <a:gd name="T6" fmla="*/ 369 w 1065"/>
                <a:gd name="T7" fmla="*/ 658 h 1043"/>
                <a:gd name="T8" fmla="*/ 304 w 1065"/>
                <a:gd name="T9" fmla="*/ 674 h 1043"/>
                <a:gd name="T10" fmla="*/ 220 w 1065"/>
                <a:gd name="T11" fmla="*/ 706 h 1043"/>
                <a:gd name="T12" fmla="*/ 147 w 1065"/>
                <a:gd name="T13" fmla="*/ 626 h 1043"/>
                <a:gd name="T14" fmla="*/ 77 w 1065"/>
                <a:gd name="T15" fmla="*/ 514 h 1043"/>
                <a:gd name="T16" fmla="*/ 11 w 1065"/>
                <a:gd name="T17" fmla="*/ 444 h 1043"/>
                <a:gd name="T18" fmla="*/ 23 w 1065"/>
                <a:gd name="T19" fmla="*/ 422 h 1043"/>
                <a:gd name="T20" fmla="*/ 141 w 1065"/>
                <a:gd name="T21" fmla="*/ 430 h 1043"/>
                <a:gd name="T22" fmla="*/ 236 w 1065"/>
                <a:gd name="T23" fmla="*/ 436 h 1043"/>
                <a:gd name="T24" fmla="*/ 286 w 1065"/>
                <a:gd name="T25" fmla="*/ 438 h 1043"/>
                <a:gd name="T26" fmla="*/ 293 w 1065"/>
                <a:gd name="T27" fmla="*/ 378 h 1043"/>
                <a:gd name="T28" fmla="*/ 299 w 1065"/>
                <a:gd name="T29" fmla="*/ 293 h 1043"/>
                <a:gd name="T30" fmla="*/ 302 w 1065"/>
                <a:gd name="T31" fmla="*/ 244 h 1043"/>
                <a:gd name="T32" fmla="*/ 305 w 1065"/>
                <a:gd name="T33" fmla="*/ 171 h 1043"/>
                <a:gd name="T34" fmla="*/ 308 w 1065"/>
                <a:gd name="T35" fmla="*/ 129 h 1043"/>
                <a:gd name="T36" fmla="*/ 311 w 1065"/>
                <a:gd name="T37" fmla="*/ 71 h 1043"/>
                <a:gd name="T38" fmla="*/ 382 w 1065"/>
                <a:gd name="T39" fmla="*/ 3 h 1043"/>
                <a:gd name="T40" fmla="*/ 423 w 1065"/>
                <a:gd name="T41" fmla="*/ 5 h 1043"/>
                <a:gd name="T42" fmla="*/ 480 w 1065"/>
                <a:gd name="T43" fmla="*/ 6 h 1043"/>
                <a:gd name="T44" fmla="*/ 546 w 1065"/>
                <a:gd name="T45" fmla="*/ 21 h 1043"/>
                <a:gd name="T46" fmla="*/ 545 w 1065"/>
                <a:gd name="T47" fmla="*/ 82 h 1043"/>
                <a:gd name="T48" fmla="*/ 545 w 1065"/>
                <a:gd name="T49" fmla="*/ 130 h 1043"/>
                <a:gd name="T50" fmla="*/ 544 w 1065"/>
                <a:gd name="T51" fmla="*/ 179 h 1043"/>
                <a:gd name="T52" fmla="*/ 585 w 1065"/>
                <a:gd name="T53" fmla="*/ 215 h 1043"/>
                <a:gd name="T54" fmla="*/ 626 w 1065"/>
                <a:gd name="T55" fmla="*/ 236 h 1043"/>
                <a:gd name="T56" fmla="*/ 666 w 1065"/>
                <a:gd name="T57" fmla="*/ 248 h 1043"/>
                <a:gd name="T58" fmla="*/ 702 w 1065"/>
                <a:gd name="T59" fmla="*/ 254 h 1043"/>
                <a:gd name="T60" fmla="*/ 740 w 1065"/>
                <a:gd name="T61" fmla="*/ 262 h 1043"/>
                <a:gd name="T62" fmla="*/ 784 w 1065"/>
                <a:gd name="T63" fmla="*/ 258 h 1043"/>
                <a:gd name="T64" fmla="*/ 828 w 1065"/>
                <a:gd name="T65" fmla="*/ 280 h 1043"/>
                <a:gd name="T66" fmla="*/ 890 w 1065"/>
                <a:gd name="T67" fmla="*/ 260 h 1043"/>
                <a:gd name="T68" fmla="*/ 916 w 1065"/>
                <a:gd name="T69" fmla="*/ 263 h 1043"/>
                <a:gd name="T70" fmla="*/ 948 w 1065"/>
                <a:gd name="T71" fmla="*/ 275 h 1043"/>
                <a:gd name="T72" fmla="*/ 958 w 1065"/>
                <a:gd name="T73" fmla="*/ 279 h 1043"/>
                <a:gd name="T74" fmla="*/ 1014 w 1065"/>
                <a:gd name="T75" fmla="*/ 292 h 1043"/>
                <a:gd name="T76" fmla="*/ 1017 w 1065"/>
                <a:gd name="T77" fmla="*/ 344 h 1043"/>
                <a:gd name="T78" fmla="*/ 1018 w 1065"/>
                <a:gd name="T79" fmla="*/ 382 h 1043"/>
                <a:gd name="T80" fmla="*/ 1020 w 1065"/>
                <a:gd name="T81" fmla="*/ 443 h 1043"/>
                <a:gd name="T82" fmla="*/ 1038 w 1065"/>
                <a:gd name="T83" fmla="*/ 467 h 1043"/>
                <a:gd name="T84" fmla="*/ 1062 w 1065"/>
                <a:gd name="T85" fmla="*/ 539 h 1043"/>
                <a:gd name="T86" fmla="*/ 1050 w 1065"/>
                <a:gd name="T87" fmla="*/ 605 h 1043"/>
                <a:gd name="T88" fmla="*/ 1044 w 1065"/>
                <a:gd name="T89" fmla="*/ 651 h 1043"/>
                <a:gd name="T90" fmla="*/ 1004 w 1065"/>
                <a:gd name="T91" fmla="*/ 681 h 1043"/>
                <a:gd name="T92" fmla="*/ 992 w 1065"/>
                <a:gd name="T93" fmla="*/ 683 h 1043"/>
                <a:gd name="T94" fmla="*/ 956 w 1065"/>
                <a:gd name="T95" fmla="*/ 672 h 1043"/>
                <a:gd name="T96" fmla="*/ 948 w 1065"/>
                <a:gd name="T97" fmla="*/ 683 h 1043"/>
                <a:gd name="T98" fmla="*/ 920 w 1065"/>
                <a:gd name="T99" fmla="*/ 750 h 1043"/>
                <a:gd name="T100" fmla="*/ 816 w 1065"/>
                <a:gd name="T101" fmla="*/ 815 h 1043"/>
                <a:gd name="T102" fmla="*/ 766 w 1065"/>
                <a:gd name="T103" fmla="*/ 879 h 1043"/>
                <a:gd name="T104" fmla="*/ 774 w 1065"/>
                <a:gd name="T105" fmla="*/ 1031 h 1043"/>
                <a:gd name="T106" fmla="*/ 676 w 1065"/>
                <a:gd name="T107" fmla="*/ 1019 h 1043"/>
                <a:gd name="T108" fmla="*/ 614 w 1065"/>
                <a:gd name="T109" fmla="*/ 993 h 1043"/>
                <a:gd name="T110" fmla="*/ 562 w 1065"/>
                <a:gd name="T111" fmla="*/ 872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5" h="1043">
                  <a:moveTo>
                    <a:pt x="550" y="863"/>
                  </a:moveTo>
                  <a:lnTo>
                    <a:pt x="542" y="851"/>
                  </a:lnTo>
                  <a:lnTo>
                    <a:pt x="531" y="836"/>
                  </a:lnTo>
                  <a:lnTo>
                    <a:pt x="513" y="816"/>
                  </a:lnTo>
                  <a:lnTo>
                    <a:pt x="509" y="812"/>
                  </a:lnTo>
                  <a:lnTo>
                    <a:pt x="502" y="789"/>
                  </a:lnTo>
                  <a:lnTo>
                    <a:pt x="503" y="788"/>
                  </a:lnTo>
                  <a:lnTo>
                    <a:pt x="482" y="749"/>
                  </a:lnTo>
                  <a:lnTo>
                    <a:pt x="477" y="730"/>
                  </a:lnTo>
                  <a:lnTo>
                    <a:pt x="468" y="722"/>
                  </a:lnTo>
                  <a:lnTo>
                    <a:pt x="467" y="714"/>
                  </a:lnTo>
                  <a:lnTo>
                    <a:pt x="449" y="701"/>
                  </a:lnTo>
                  <a:lnTo>
                    <a:pt x="446" y="693"/>
                  </a:lnTo>
                  <a:lnTo>
                    <a:pt x="438" y="692"/>
                  </a:lnTo>
                  <a:lnTo>
                    <a:pt x="436" y="687"/>
                  </a:lnTo>
                  <a:lnTo>
                    <a:pt x="430" y="687"/>
                  </a:lnTo>
                  <a:lnTo>
                    <a:pt x="428" y="676"/>
                  </a:lnTo>
                  <a:lnTo>
                    <a:pt x="425" y="676"/>
                  </a:lnTo>
                  <a:lnTo>
                    <a:pt x="416" y="663"/>
                  </a:lnTo>
                  <a:lnTo>
                    <a:pt x="406" y="663"/>
                  </a:lnTo>
                  <a:lnTo>
                    <a:pt x="406" y="660"/>
                  </a:lnTo>
                  <a:lnTo>
                    <a:pt x="388" y="659"/>
                  </a:lnTo>
                  <a:lnTo>
                    <a:pt x="370" y="656"/>
                  </a:lnTo>
                  <a:lnTo>
                    <a:pt x="369" y="658"/>
                  </a:lnTo>
                  <a:lnTo>
                    <a:pt x="365" y="657"/>
                  </a:lnTo>
                  <a:lnTo>
                    <a:pt x="364" y="658"/>
                  </a:lnTo>
                  <a:lnTo>
                    <a:pt x="342" y="648"/>
                  </a:lnTo>
                  <a:lnTo>
                    <a:pt x="323" y="660"/>
                  </a:lnTo>
                  <a:lnTo>
                    <a:pt x="318" y="659"/>
                  </a:lnTo>
                  <a:lnTo>
                    <a:pt x="304" y="674"/>
                  </a:lnTo>
                  <a:lnTo>
                    <a:pt x="292" y="707"/>
                  </a:lnTo>
                  <a:lnTo>
                    <a:pt x="274" y="724"/>
                  </a:lnTo>
                  <a:lnTo>
                    <a:pt x="268" y="734"/>
                  </a:lnTo>
                  <a:lnTo>
                    <a:pt x="250" y="728"/>
                  </a:lnTo>
                  <a:lnTo>
                    <a:pt x="238" y="716"/>
                  </a:lnTo>
                  <a:lnTo>
                    <a:pt x="220" y="706"/>
                  </a:lnTo>
                  <a:lnTo>
                    <a:pt x="216" y="702"/>
                  </a:lnTo>
                  <a:lnTo>
                    <a:pt x="200" y="696"/>
                  </a:lnTo>
                  <a:lnTo>
                    <a:pt x="190" y="689"/>
                  </a:lnTo>
                  <a:lnTo>
                    <a:pt x="180" y="676"/>
                  </a:lnTo>
                  <a:lnTo>
                    <a:pt x="160" y="663"/>
                  </a:lnTo>
                  <a:lnTo>
                    <a:pt x="147" y="626"/>
                  </a:lnTo>
                  <a:lnTo>
                    <a:pt x="146" y="602"/>
                  </a:lnTo>
                  <a:lnTo>
                    <a:pt x="134" y="574"/>
                  </a:lnTo>
                  <a:lnTo>
                    <a:pt x="126" y="563"/>
                  </a:lnTo>
                  <a:lnTo>
                    <a:pt x="125" y="558"/>
                  </a:lnTo>
                  <a:lnTo>
                    <a:pt x="96" y="539"/>
                  </a:lnTo>
                  <a:lnTo>
                    <a:pt x="77" y="514"/>
                  </a:lnTo>
                  <a:lnTo>
                    <a:pt x="66" y="507"/>
                  </a:lnTo>
                  <a:lnTo>
                    <a:pt x="50" y="484"/>
                  </a:lnTo>
                  <a:lnTo>
                    <a:pt x="39" y="479"/>
                  </a:lnTo>
                  <a:lnTo>
                    <a:pt x="32" y="471"/>
                  </a:lnTo>
                  <a:lnTo>
                    <a:pt x="18" y="446"/>
                  </a:lnTo>
                  <a:lnTo>
                    <a:pt x="11" y="444"/>
                  </a:lnTo>
                  <a:lnTo>
                    <a:pt x="9" y="441"/>
                  </a:lnTo>
                  <a:lnTo>
                    <a:pt x="0" y="430"/>
                  </a:lnTo>
                  <a:lnTo>
                    <a:pt x="4" y="428"/>
                  </a:lnTo>
                  <a:lnTo>
                    <a:pt x="2" y="422"/>
                  </a:lnTo>
                  <a:lnTo>
                    <a:pt x="4" y="419"/>
                  </a:lnTo>
                  <a:lnTo>
                    <a:pt x="23" y="422"/>
                  </a:lnTo>
                  <a:lnTo>
                    <a:pt x="34" y="422"/>
                  </a:lnTo>
                  <a:lnTo>
                    <a:pt x="44" y="423"/>
                  </a:lnTo>
                  <a:lnTo>
                    <a:pt x="54" y="424"/>
                  </a:lnTo>
                  <a:lnTo>
                    <a:pt x="104" y="428"/>
                  </a:lnTo>
                  <a:lnTo>
                    <a:pt x="126" y="429"/>
                  </a:lnTo>
                  <a:lnTo>
                    <a:pt x="141" y="430"/>
                  </a:lnTo>
                  <a:lnTo>
                    <a:pt x="147" y="431"/>
                  </a:lnTo>
                  <a:lnTo>
                    <a:pt x="186" y="434"/>
                  </a:lnTo>
                  <a:lnTo>
                    <a:pt x="194" y="434"/>
                  </a:lnTo>
                  <a:lnTo>
                    <a:pt x="213" y="435"/>
                  </a:lnTo>
                  <a:lnTo>
                    <a:pt x="216" y="435"/>
                  </a:lnTo>
                  <a:lnTo>
                    <a:pt x="236" y="436"/>
                  </a:lnTo>
                  <a:lnTo>
                    <a:pt x="237" y="436"/>
                  </a:lnTo>
                  <a:lnTo>
                    <a:pt x="238" y="436"/>
                  </a:lnTo>
                  <a:lnTo>
                    <a:pt x="245" y="437"/>
                  </a:lnTo>
                  <a:lnTo>
                    <a:pt x="267" y="438"/>
                  </a:lnTo>
                  <a:lnTo>
                    <a:pt x="269" y="438"/>
                  </a:lnTo>
                  <a:lnTo>
                    <a:pt x="286" y="438"/>
                  </a:lnTo>
                  <a:lnTo>
                    <a:pt x="291" y="440"/>
                  </a:lnTo>
                  <a:lnTo>
                    <a:pt x="291" y="431"/>
                  </a:lnTo>
                  <a:lnTo>
                    <a:pt x="292" y="414"/>
                  </a:lnTo>
                  <a:lnTo>
                    <a:pt x="293" y="393"/>
                  </a:lnTo>
                  <a:lnTo>
                    <a:pt x="293" y="388"/>
                  </a:lnTo>
                  <a:lnTo>
                    <a:pt x="293" y="378"/>
                  </a:lnTo>
                  <a:lnTo>
                    <a:pt x="294" y="359"/>
                  </a:lnTo>
                  <a:lnTo>
                    <a:pt x="296" y="346"/>
                  </a:lnTo>
                  <a:lnTo>
                    <a:pt x="297" y="329"/>
                  </a:lnTo>
                  <a:lnTo>
                    <a:pt x="298" y="305"/>
                  </a:lnTo>
                  <a:lnTo>
                    <a:pt x="298" y="304"/>
                  </a:lnTo>
                  <a:lnTo>
                    <a:pt x="299" y="293"/>
                  </a:lnTo>
                  <a:lnTo>
                    <a:pt x="299" y="290"/>
                  </a:lnTo>
                  <a:lnTo>
                    <a:pt x="299" y="286"/>
                  </a:lnTo>
                  <a:lnTo>
                    <a:pt x="300" y="276"/>
                  </a:lnTo>
                  <a:lnTo>
                    <a:pt x="300" y="273"/>
                  </a:lnTo>
                  <a:lnTo>
                    <a:pt x="300" y="261"/>
                  </a:lnTo>
                  <a:lnTo>
                    <a:pt x="302" y="244"/>
                  </a:lnTo>
                  <a:lnTo>
                    <a:pt x="303" y="220"/>
                  </a:lnTo>
                  <a:lnTo>
                    <a:pt x="304" y="215"/>
                  </a:lnTo>
                  <a:lnTo>
                    <a:pt x="304" y="214"/>
                  </a:lnTo>
                  <a:lnTo>
                    <a:pt x="304" y="203"/>
                  </a:lnTo>
                  <a:lnTo>
                    <a:pt x="304" y="196"/>
                  </a:lnTo>
                  <a:lnTo>
                    <a:pt x="305" y="171"/>
                  </a:lnTo>
                  <a:lnTo>
                    <a:pt x="306" y="160"/>
                  </a:lnTo>
                  <a:lnTo>
                    <a:pt x="306" y="159"/>
                  </a:lnTo>
                  <a:lnTo>
                    <a:pt x="306" y="152"/>
                  </a:lnTo>
                  <a:lnTo>
                    <a:pt x="306" y="147"/>
                  </a:lnTo>
                  <a:lnTo>
                    <a:pt x="308" y="135"/>
                  </a:lnTo>
                  <a:lnTo>
                    <a:pt x="308" y="129"/>
                  </a:lnTo>
                  <a:lnTo>
                    <a:pt x="309" y="120"/>
                  </a:lnTo>
                  <a:lnTo>
                    <a:pt x="309" y="114"/>
                  </a:lnTo>
                  <a:lnTo>
                    <a:pt x="310" y="86"/>
                  </a:lnTo>
                  <a:lnTo>
                    <a:pt x="311" y="75"/>
                  </a:lnTo>
                  <a:lnTo>
                    <a:pt x="311" y="74"/>
                  </a:lnTo>
                  <a:lnTo>
                    <a:pt x="311" y="71"/>
                  </a:lnTo>
                  <a:lnTo>
                    <a:pt x="312" y="44"/>
                  </a:lnTo>
                  <a:lnTo>
                    <a:pt x="315" y="0"/>
                  </a:lnTo>
                  <a:lnTo>
                    <a:pt x="317" y="0"/>
                  </a:lnTo>
                  <a:lnTo>
                    <a:pt x="347" y="2"/>
                  </a:lnTo>
                  <a:lnTo>
                    <a:pt x="365" y="3"/>
                  </a:lnTo>
                  <a:lnTo>
                    <a:pt x="382" y="3"/>
                  </a:lnTo>
                  <a:lnTo>
                    <a:pt x="384" y="3"/>
                  </a:lnTo>
                  <a:lnTo>
                    <a:pt x="386" y="3"/>
                  </a:lnTo>
                  <a:lnTo>
                    <a:pt x="392" y="4"/>
                  </a:lnTo>
                  <a:lnTo>
                    <a:pt x="401" y="4"/>
                  </a:lnTo>
                  <a:lnTo>
                    <a:pt x="405" y="4"/>
                  </a:lnTo>
                  <a:lnTo>
                    <a:pt x="423" y="5"/>
                  </a:lnTo>
                  <a:lnTo>
                    <a:pt x="442" y="5"/>
                  </a:lnTo>
                  <a:lnTo>
                    <a:pt x="452" y="6"/>
                  </a:lnTo>
                  <a:lnTo>
                    <a:pt x="464" y="6"/>
                  </a:lnTo>
                  <a:lnTo>
                    <a:pt x="471" y="6"/>
                  </a:lnTo>
                  <a:lnTo>
                    <a:pt x="474" y="6"/>
                  </a:lnTo>
                  <a:lnTo>
                    <a:pt x="480" y="6"/>
                  </a:lnTo>
                  <a:lnTo>
                    <a:pt x="500" y="8"/>
                  </a:lnTo>
                  <a:lnTo>
                    <a:pt x="506" y="8"/>
                  </a:lnTo>
                  <a:lnTo>
                    <a:pt x="519" y="8"/>
                  </a:lnTo>
                  <a:lnTo>
                    <a:pt x="546" y="9"/>
                  </a:lnTo>
                  <a:lnTo>
                    <a:pt x="548" y="9"/>
                  </a:lnTo>
                  <a:lnTo>
                    <a:pt x="546" y="21"/>
                  </a:lnTo>
                  <a:lnTo>
                    <a:pt x="546" y="52"/>
                  </a:lnTo>
                  <a:lnTo>
                    <a:pt x="546" y="57"/>
                  </a:lnTo>
                  <a:lnTo>
                    <a:pt x="546" y="65"/>
                  </a:lnTo>
                  <a:lnTo>
                    <a:pt x="546" y="69"/>
                  </a:lnTo>
                  <a:lnTo>
                    <a:pt x="546" y="74"/>
                  </a:lnTo>
                  <a:lnTo>
                    <a:pt x="545" y="82"/>
                  </a:lnTo>
                  <a:lnTo>
                    <a:pt x="545" y="94"/>
                  </a:lnTo>
                  <a:lnTo>
                    <a:pt x="545" y="106"/>
                  </a:lnTo>
                  <a:lnTo>
                    <a:pt x="545" y="108"/>
                  </a:lnTo>
                  <a:lnTo>
                    <a:pt x="545" y="113"/>
                  </a:lnTo>
                  <a:lnTo>
                    <a:pt x="545" y="126"/>
                  </a:lnTo>
                  <a:lnTo>
                    <a:pt x="545" y="130"/>
                  </a:lnTo>
                  <a:lnTo>
                    <a:pt x="544" y="137"/>
                  </a:lnTo>
                  <a:lnTo>
                    <a:pt x="544" y="143"/>
                  </a:lnTo>
                  <a:lnTo>
                    <a:pt x="544" y="152"/>
                  </a:lnTo>
                  <a:lnTo>
                    <a:pt x="544" y="167"/>
                  </a:lnTo>
                  <a:lnTo>
                    <a:pt x="544" y="173"/>
                  </a:lnTo>
                  <a:lnTo>
                    <a:pt x="544" y="179"/>
                  </a:lnTo>
                  <a:lnTo>
                    <a:pt x="544" y="198"/>
                  </a:lnTo>
                  <a:lnTo>
                    <a:pt x="546" y="197"/>
                  </a:lnTo>
                  <a:lnTo>
                    <a:pt x="556" y="203"/>
                  </a:lnTo>
                  <a:lnTo>
                    <a:pt x="563" y="213"/>
                  </a:lnTo>
                  <a:lnTo>
                    <a:pt x="582" y="214"/>
                  </a:lnTo>
                  <a:lnTo>
                    <a:pt x="585" y="215"/>
                  </a:lnTo>
                  <a:lnTo>
                    <a:pt x="602" y="219"/>
                  </a:lnTo>
                  <a:lnTo>
                    <a:pt x="605" y="221"/>
                  </a:lnTo>
                  <a:lnTo>
                    <a:pt x="606" y="232"/>
                  </a:lnTo>
                  <a:lnTo>
                    <a:pt x="611" y="236"/>
                  </a:lnTo>
                  <a:lnTo>
                    <a:pt x="617" y="234"/>
                  </a:lnTo>
                  <a:lnTo>
                    <a:pt x="626" y="236"/>
                  </a:lnTo>
                  <a:lnTo>
                    <a:pt x="641" y="243"/>
                  </a:lnTo>
                  <a:lnTo>
                    <a:pt x="651" y="239"/>
                  </a:lnTo>
                  <a:lnTo>
                    <a:pt x="652" y="239"/>
                  </a:lnTo>
                  <a:lnTo>
                    <a:pt x="656" y="242"/>
                  </a:lnTo>
                  <a:lnTo>
                    <a:pt x="660" y="246"/>
                  </a:lnTo>
                  <a:lnTo>
                    <a:pt x="666" y="248"/>
                  </a:lnTo>
                  <a:lnTo>
                    <a:pt x="681" y="242"/>
                  </a:lnTo>
                  <a:lnTo>
                    <a:pt x="687" y="243"/>
                  </a:lnTo>
                  <a:lnTo>
                    <a:pt x="689" y="240"/>
                  </a:lnTo>
                  <a:lnTo>
                    <a:pt x="693" y="240"/>
                  </a:lnTo>
                  <a:lnTo>
                    <a:pt x="694" y="254"/>
                  </a:lnTo>
                  <a:lnTo>
                    <a:pt x="702" y="254"/>
                  </a:lnTo>
                  <a:lnTo>
                    <a:pt x="702" y="264"/>
                  </a:lnTo>
                  <a:lnTo>
                    <a:pt x="710" y="269"/>
                  </a:lnTo>
                  <a:lnTo>
                    <a:pt x="730" y="257"/>
                  </a:lnTo>
                  <a:lnTo>
                    <a:pt x="735" y="264"/>
                  </a:lnTo>
                  <a:lnTo>
                    <a:pt x="737" y="263"/>
                  </a:lnTo>
                  <a:lnTo>
                    <a:pt x="740" y="262"/>
                  </a:lnTo>
                  <a:lnTo>
                    <a:pt x="741" y="262"/>
                  </a:lnTo>
                  <a:lnTo>
                    <a:pt x="749" y="272"/>
                  </a:lnTo>
                  <a:lnTo>
                    <a:pt x="766" y="266"/>
                  </a:lnTo>
                  <a:lnTo>
                    <a:pt x="765" y="278"/>
                  </a:lnTo>
                  <a:lnTo>
                    <a:pt x="770" y="281"/>
                  </a:lnTo>
                  <a:lnTo>
                    <a:pt x="784" y="258"/>
                  </a:lnTo>
                  <a:lnTo>
                    <a:pt x="800" y="270"/>
                  </a:lnTo>
                  <a:lnTo>
                    <a:pt x="812" y="263"/>
                  </a:lnTo>
                  <a:lnTo>
                    <a:pt x="810" y="266"/>
                  </a:lnTo>
                  <a:lnTo>
                    <a:pt x="819" y="275"/>
                  </a:lnTo>
                  <a:lnTo>
                    <a:pt x="826" y="275"/>
                  </a:lnTo>
                  <a:lnTo>
                    <a:pt x="828" y="280"/>
                  </a:lnTo>
                  <a:lnTo>
                    <a:pt x="839" y="276"/>
                  </a:lnTo>
                  <a:lnTo>
                    <a:pt x="858" y="266"/>
                  </a:lnTo>
                  <a:lnTo>
                    <a:pt x="870" y="268"/>
                  </a:lnTo>
                  <a:lnTo>
                    <a:pt x="878" y="264"/>
                  </a:lnTo>
                  <a:lnTo>
                    <a:pt x="879" y="262"/>
                  </a:lnTo>
                  <a:lnTo>
                    <a:pt x="890" y="260"/>
                  </a:lnTo>
                  <a:lnTo>
                    <a:pt x="890" y="258"/>
                  </a:lnTo>
                  <a:lnTo>
                    <a:pt x="893" y="258"/>
                  </a:lnTo>
                  <a:lnTo>
                    <a:pt x="896" y="262"/>
                  </a:lnTo>
                  <a:lnTo>
                    <a:pt x="894" y="263"/>
                  </a:lnTo>
                  <a:lnTo>
                    <a:pt x="914" y="263"/>
                  </a:lnTo>
                  <a:lnTo>
                    <a:pt x="916" y="263"/>
                  </a:lnTo>
                  <a:lnTo>
                    <a:pt x="917" y="257"/>
                  </a:lnTo>
                  <a:lnTo>
                    <a:pt x="926" y="257"/>
                  </a:lnTo>
                  <a:lnTo>
                    <a:pt x="928" y="257"/>
                  </a:lnTo>
                  <a:lnTo>
                    <a:pt x="928" y="260"/>
                  </a:lnTo>
                  <a:lnTo>
                    <a:pt x="938" y="264"/>
                  </a:lnTo>
                  <a:lnTo>
                    <a:pt x="948" y="275"/>
                  </a:lnTo>
                  <a:lnTo>
                    <a:pt x="952" y="276"/>
                  </a:lnTo>
                  <a:lnTo>
                    <a:pt x="952" y="273"/>
                  </a:lnTo>
                  <a:lnTo>
                    <a:pt x="957" y="274"/>
                  </a:lnTo>
                  <a:lnTo>
                    <a:pt x="957" y="278"/>
                  </a:lnTo>
                  <a:lnTo>
                    <a:pt x="959" y="278"/>
                  </a:lnTo>
                  <a:lnTo>
                    <a:pt x="958" y="279"/>
                  </a:lnTo>
                  <a:lnTo>
                    <a:pt x="968" y="281"/>
                  </a:lnTo>
                  <a:lnTo>
                    <a:pt x="976" y="287"/>
                  </a:lnTo>
                  <a:lnTo>
                    <a:pt x="980" y="285"/>
                  </a:lnTo>
                  <a:lnTo>
                    <a:pt x="988" y="293"/>
                  </a:lnTo>
                  <a:lnTo>
                    <a:pt x="998" y="288"/>
                  </a:lnTo>
                  <a:lnTo>
                    <a:pt x="1014" y="292"/>
                  </a:lnTo>
                  <a:lnTo>
                    <a:pt x="1014" y="294"/>
                  </a:lnTo>
                  <a:lnTo>
                    <a:pt x="1016" y="309"/>
                  </a:lnTo>
                  <a:lnTo>
                    <a:pt x="1016" y="320"/>
                  </a:lnTo>
                  <a:lnTo>
                    <a:pt x="1016" y="321"/>
                  </a:lnTo>
                  <a:lnTo>
                    <a:pt x="1016" y="334"/>
                  </a:lnTo>
                  <a:lnTo>
                    <a:pt x="1017" y="344"/>
                  </a:lnTo>
                  <a:lnTo>
                    <a:pt x="1017" y="346"/>
                  </a:lnTo>
                  <a:lnTo>
                    <a:pt x="1017" y="357"/>
                  </a:lnTo>
                  <a:lnTo>
                    <a:pt x="1018" y="370"/>
                  </a:lnTo>
                  <a:lnTo>
                    <a:pt x="1018" y="371"/>
                  </a:lnTo>
                  <a:lnTo>
                    <a:pt x="1018" y="376"/>
                  </a:lnTo>
                  <a:lnTo>
                    <a:pt x="1018" y="382"/>
                  </a:lnTo>
                  <a:lnTo>
                    <a:pt x="1018" y="394"/>
                  </a:lnTo>
                  <a:lnTo>
                    <a:pt x="1019" y="405"/>
                  </a:lnTo>
                  <a:lnTo>
                    <a:pt x="1019" y="406"/>
                  </a:lnTo>
                  <a:lnTo>
                    <a:pt x="1019" y="419"/>
                  </a:lnTo>
                  <a:lnTo>
                    <a:pt x="1019" y="424"/>
                  </a:lnTo>
                  <a:lnTo>
                    <a:pt x="1020" y="443"/>
                  </a:lnTo>
                  <a:lnTo>
                    <a:pt x="1023" y="444"/>
                  </a:lnTo>
                  <a:lnTo>
                    <a:pt x="1023" y="446"/>
                  </a:lnTo>
                  <a:lnTo>
                    <a:pt x="1024" y="447"/>
                  </a:lnTo>
                  <a:lnTo>
                    <a:pt x="1035" y="458"/>
                  </a:lnTo>
                  <a:lnTo>
                    <a:pt x="1034" y="458"/>
                  </a:lnTo>
                  <a:lnTo>
                    <a:pt x="1038" y="467"/>
                  </a:lnTo>
                  <a:lnTo>
                    <a:pt x="1038" y="483"/>
                  </a:lnTo>
                  <a:lnTo>
                    <a:pt x="1048" y="491"/>
                  </a:lnTo>
                  <a:lnTo>
                    <a:pt x="1046" y="492"/>
                  </a:lnTo>
                  <a:lnTo>
                    <a:pt x="1060" y="522"/>
                  </a:lnTo>
                  <a:lnTo>
                    <a:pt x="1064" y="521"/>
                  </a:lnTo>
                  <a:lnTo>
                    <a:pt x="1062" y="539"/>
                  </a:lnTo>
                  <a:lnTo>
                    <a:pt x="1065" y="551"/>
                  </a:lnTo>
                  <a:lnTo>
                    <a:pt x="1061" y="563"/>
                  </a:lnTo>
                  <a:lnTo>
                    <a:pt x="1054" y="588"/>
                  </a:lnTo>
                  <a:lnTo>
                    <a:pt x="1052" y="598"/>
                  </a:lnTo>
                  <a:lnTo>
                    <a:pt x="1050" y="598"/>
                  </a:lnTo>
                  <a:lnTo>
                    <a:pt x="1050" y="605"/>
                  </a:lnTo>
                  <a:lnTo>
                    <a:pt x="1055" y="612"/>
                  </a:lnTo>
                  <a:lnTo>
                    <a:pt x="1055" y="624"/>
                  </a:lnTo>
                  <a:lnTo>
                    <a:pt x="1054" y="632"/>
                  </a:lnTo>
                  <a:lnTo>
                    <a:pt x="1053" y="634"/>
                  </a:lnTo>
                  <a:lnTo>
                    <a:pt x="1050" y="636"/>
                  </a:lnTo>
                  <a:lnTo>
                    <a:pt x="1044" y="651"/>
                  </a:lnTo>
                  <a:lnTo>
                    <a:pt x="1041" y="652"/>
                  </a:lnTo>
                  <a:lnTo>
                    <a:pt x="1043" y="663"/>
                  </a:lnTo>
                  <a:lnTo>
                    <a:pt x="1048" y="671"/>
                  </a:lnTo>
                  <a:lnTo>
                    <a:pt x="1042" y="669"/>
                  </a:lnTo>
                  <a:lnTo>
                    <a:pt x="1029" y="670"/>
                  </a:lnTo>
                  <a:lnTo>
                    <a:pt x="1004" y="681"/>
                  </a:lnTo>
                  <a:lnTo>
                    <a:pt x="1002" y="682"/>
                  </a:lnTo>
                  <a:lnTo>
                    <a:pt x="972" y="702"/>
                  </a:lnTo>
                  <a:lnTo>
                    <a:pt x="969" y="701"/>
                  </a:lnTo>
                  <a:lnTo>
                    <a:pt x="983" y="688"/>
                  </a:lnTo>
                  <a:lnTo>
                    <a:pt x="992" y="686"/>
                  </a:lnTo>
                  <a:lnTo>
                    <a:pt x="992" y="683"/>
                  </a:lnTo>
                  <a:lnTo>
                    <a:pt x="981" y="683"/>
                  </a:lnTo>
                  <a:lnTo>
                    <a:pt x="971" y="686"/>
                  </a:lnTo>
                  <a:lnTo>
                    <a:pt x="970" y="662"/>
                  </a:lnTo>
                  <a:lnTo>
                    <a:pt x="964" y="664"/>
                  </a:lnTo>
                  <a:lnTo>
                    <a:pt x="960" y="672"/>
                  </a:lnTo>
                  <a:lnTo>
                    <a:pt x="956" y="672"/>
                  </a:lnTo>
                  <a:lnTo>
                    <a:pt x="953" y="671"/>
                  </a:lnTo>
                  <a:lnTo>
                    <a:pt x="952" y="671"/>
                  </a:lnTo>
                  <a:lnTo>
                    <a:pt x="951" y="672"/>
                  </a:lnTo>
                  <a:lnTo>
                    <a:pt x="948" y="677"/>
                  </a:lnTo>
                  <a:lnTo>
                    <a:pt x="950" y="681"/>
                  </a:lnTo>
                  <a:lnTo>
                    <a:pt x="948" y="683"/>
                  </a:lnTo>
                  <a:lnTo>
                    <a:pt x="950" y="687"/>
                  </a:lnTo>
                  <a:lnTo>
                    <a:pt x="958" y="689"/>
                  </a:lnTo>
                  <a:lnTo>
                    <a:pt x="960" y="700"/>
                  </a:lnTo>
                  <a:lnTo>
                    <a:pt x="974" y="705"/>
                  </a:lnTo>
                  <a:lnTo>
                    <a:pt x="941" y="730"/>
                  </a:lnTo>
                  <a:lnTo>
                    <a:pt x="920" y="750"/>
                  </a:lnTo>
                  <a:lnTo>
                    <a:pt x="910" y="755"/>
                  </a:lnTo>
                  <a:lnTo>
                    <a:pt x="876" y="776"/>
                  </a:lnTo>
                  <a:lnTo>
                    <a:pt x="848" y="791"/>
                  </a:lnTo>
                  <a:lnTo>
                    <a:pt x="837" y="800"/>
                  </a:lnTo>
                  <a:lnTo>
                    <a:pt x="827" y="809"/>
                  </a:lnTo>
                  <a:lnTo>
                    <a:pt x="816" y="815"/>
                  </a:lnTo>
                  <a:lnTo>
                    <a:pt x="797" y="832"/>
                  </a:lnTo>
                  <a:lnTo>
                    <a:pt x="782" y="851"/>
                  </a:lnTo>
                  <a:lnTo>
                    <a:pt x="782" y="854"/>
                  </a:lnTo>
                  <a:lnTo>
                    <a:pt x="783" y="854"/>
                  </a:lnTo>
                  <a:lnTo>
                    <a:pt x="774" y="864"/>
                  </a:lnTo>
                  <a:lnTo>
                    <a:pt x="766" y="879"/>
                  </a:lnTo>
                  <a:lnTo>
                    <a:pt x="756" y="908"/>
                  </a:lnTo>
                  <a:lnTo>
                    <a:pt x="755" y="911"/>
                  </a:lnTo>
                  <a:lnTo>
                    <a:pt x="754" y="935"/>
                  </a:lnTo>
                  <a:lnTo>
                    <a:pt x="761" y="974"/>
                  </a:lnTo>
                  <a:lnTo>
                    <a:pt x="767" y="992"/>
                  </a:lnTo>
                  <a:lnTo>
                    <a:pt x="774" y="1031"/>
                  </a:lnTo>
                  <a:lnTo>
                    <a:pt x="756" y="1043"/>
                  </a:lnTo>
                  <a:lnTo>
                    <a:pt x="743" y="1041"/>
                  </a:lnTo>
                  <a:lnTo>
                    <a:pt x="734" y="1031"/>
                  </a:lnTo>
                  <a:lnTo>
                    <a:pt x="712" y="1025"/>
                  </a:lnTo>
                  <a:lnTo>
                    <a:pt x="678" y="1024"/>
                  </a:lnTo>
                  <a:lnTo>
                    <a:pt x="676" y="1019"/>
                  </a:lnTo>
                  <a:lnTo>
                    <a:pt x="672" y="1019"/>
                  </a:lnTo>
                  <a:lnTo>
                    <a:pt x="650" y="1006"/>
                  </a:lnTo>
                  <a:lnTo>
                    <a:pt x="641" y="1007"/>
                  </a:lnTo>
                  <a:lnTo>
                    <a:pt x="635" y="1002"/>
                  </a:lnTo>
                  <a:lnTo>
                    <a:pt x="635" y="1000"/>
                  </a:lnTo>
                  <a:lnTo>
                    <a:pt x="614" y="993"/>
                  </a:lnTo>
                  <a:lnTo>
                    <a:pt x="599" y="976"/>
                  </a:lnTo>
                  <a:lnTo>
                    <a:pt x="592" y="950"/>
                  </a:lnTo>
                  <a:lnTo>
                    <a:pt x="580" y="934"/>
                  </a:lnTo>
                  <a:lnTo>
                    <a:pt x="576" y="909"/>
                  </a:lnTo>
                  <a:lnTo>
                    <a:pt x="573" y="886"/>
                  </a:lnTo>
                  <a:lnTo>
                    <a:pt x="562" y="872"/>
                  </a:lnTo>
                  <a:lnTo>
                    <a:pt x="551" y="866"/>
                  </a:lnTo>
                  <a:lnTo>
                    <a:pt x="550" y="863"/>
                  </a:lnTo>
                  <a:close/>
                </a:path>
              </a:pathLst>
            </a:custGeom>
            <a:pattFill prst="ltDnDiag">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69" name="Freeform 43">
              <a:extLst>
                <a:ext uri="{FF2B5EF4-FFF2-40B4-BE49-F238E27FC236}">
                  <a16:creationId xmlns:a16="http://schemas.microsoft.com/office/drawing/2014/main" id="{DBDED475-CBB9-2C56-0956-41D184F976D4}"/>
                </a:ext>
              </a:extLst>
            </p:cNvPr>
            <p:cNvSpPr>
              <a:spLocks noChangeAspect="1"/>
            </p:cNvSpPr>
            <p:nvPr/>
          </p:nvSpPr>
          <p:spPr bwMode="auto">
            <a:xfrm>
              <a:off x="794" y="2399"/>
              <a:ext cx="42" cy="73"/>
            </a:xfrm>
            <a:custGeom>
              <a:avLst/>
              <a:gdLst>
                <a:gd name="T0" fmla="*/ 215 w 235"/>
                <a:gd name="T1" fmla="*/ 131 h 411"/>
                <a:gd name="T2" fmla="*/ 216 w 235"/>
                <a:gd name="T3" fmla="*/ 147 h 411"/>
                <a:gd name="T4" fmla="*/ 220 w 235"/>
                <a:gd name="T5" fmla="*/ 171 h 411"/>
                <a:gd name="T6" fmla="*/ 221 w 235"/>
                <a:gd name="T7" fmla="*/ 187 h 411"/>
                <a:gd name="T8" fmla="*/ 224 w 235"/>
                <a:gd name="T9" fmla="*/ 209 h 411"/>
                <a:gd name="T10" fmla="*/ 226 w 235"/>
                <a:gd name="T11" fmla="*/ 219 h 411"/>
                <a:gd name="T12" fmla="*/ 229 w 235"/>
                <a:gd name="T13" fmla="*/ 250 h 411"/>
                <a:gd name="T14" fmla="*/ 226 w 235"/>
                <a:gd name="T15" fmla="*/ 261 h 411"/>
                <a:gd name="T16" fmla="*/ 228 w 235"/>
                <a:gd name="T17" fmla="*/ 275 h 411"/>
                <a:gd name="T18" fmla="*/ 235 w 235"/>
                <a:gd name="T19" fmla="*/ 281 h 411"/>
                <a:gd name="T20" fmla="*/ 220 w 235"/>
                <a:gd name="T21" fmla="*/ 292 h 411"/>
                <a:gd name="T22" fmla="*/ 206 w 235"/>
                <a:gd name="T23" fmla="*/ 300 h 411"/>
                <a:gd name="T24" fmla="*/ 197 w 235"/>
                <a:gd name="T25" fmla="*/ 298 h 411"/>
                <a:gd name="T26" fmla="*/ 191 w 235"/>
                <a:gd name="T27" fmla="*/ 313 h 411"/>
                <a:gd name="T28" fmla="*/ 187 w 235"/>
                <a:gd name="T29" fmla="*/ 324 h 411"/>
                <a:gd name="T30" fmla="*/ 172 w 235"/>
                <a:gd name="T31" fmla="*/ 347 h 411"/>
                <a:gd name="T32" fmla="*/ 164 w 235"/>
                <a:gd name="T33" fmla="*/ 349 h 411"/>
                <a:gd name="T34" fmla="*/ 160 w 235"/>
                <a:gd name="T35" fmla="*/ 373 h 411"/>
                <a:gd name="T36" fmla="*/ 137 w 235"/>
                <a:gd name="T37" fmla="*/ 372 h 411"/>
                <a:gd name="T38" fmla="*/ 126 w 235"/>
                <a:gd name="T39" fmla="*/ 359 h 411"/>
                <a:gd name="T40" fmla="*/ 120 w 235"/>
                <a:gd name="T41" fmla="*/ 369 h 411"/>
                <a:gd name="T42" fmla="*/ 116 w 235"/>
                <a:gd name="T43" fmla="*/ 375 h 411"/>
                <a:gd name="T44" fmla="*/ 108 w 235"/>
                <a:gd name="T45" fmla="*/ 393 h 411"/>
                <a:gd name="T46" fmla="*/ 91 w 235"/>
                <a:gd name="T47" fmla="*/ 385 h 411"/>
                <a:gd name="T48" fmla="*/ 74 w 235"/>
                <a:gd name="T49" fmla="*/ 406 h 411"/>
                <a:gd name="T50" fmla="*/ 53 w 235"/>
                <a:gd name="T51" fmla="*/ 393 h 411"/>
                <a:gd name="T52" fmla="*/ 35 w 235"/>
                <a:gd name="T53" fmla="*/ 395 h 411"/>
                <a:gd name="T54" fmla="*/ 26 w 235"/>
                <a:gd name="T55" fmla="*/ 400 h 411"/>
                <a:gd name="T56" fmla="*/ 12 w 235"/>
                <a:gd name="T57" fmla="*/ 403 h 411"/>
                <a:gd name="T58" fmla="*/ 2 w 235"/>
                <a:gd name="T59" fmla="*/ 403 h 411"/>
                <a:gd name="T60" fmla="*/ 7 w 235"/>
                <a:gd name="T61" fmla="*/ 379 h 411"/>
                <a:gd name="T62" fmla="*/ 7 w 235"/>
                <a:gd name="T63" fmla="*/ 366 h 411"/>
                <a:gd name="T64" fmla="*/ 20 w 235"/>
                <a:gd name="T65" fmla="*/ 343 h 411"/>
                <a:gd name="T66" fmla="*/ 29 w 235"/>
                <a:gd name="T67" fmla="*/ 331 h 411"/>
                <a:gd name="T68" fmla="*/ 31 w 235"/>
                <a:gd name="T69" fmla="*/ 303 h 411"/>
                <a:gd name="T70" fmla="*/ 28 w 235"/>
                <a:gd name="T71" fmla="*/ 291 h 411"/>
                <a:gd name="T72" fmla="*/ 25 w 235"/>
                <a:gd name="T73" fmla="*/ 265 h 411"/>
                <a:gd name="T74" fmla="*/ 28 w 235"/>
                <a:gd name="T75" fmla="*/ 257 h 411"/>
                <a:gd name="T76" fmla="*/ 25 w 235"/>
                <a:gd name="T77" fmla="*/ 232 h 411"/>
                <a:gd name="T78" fmla="*/ 23 w 235"/>
                <a:gd name="T79" fmla="*/ 204 h 411"/>
                <a:gd name="T80" fmla="*/ 20 w 235"/>
                <a:gd name="T81" fmla="*/ 179 h 411"/>
                <a:gd name="T82" fmla="*/ 17 w 235"/>
                <a:gd name="T83" fmla="*/ 147 h 411"/>
                <a:gd name="T84" fmla="*/ 16 w 235"/>
                <a:gd name="T85" fmla="*/ 132 h 411"/>
                <a:gd name="T86" fmla="*/ 12 w 235"/>
                <a:gd name="T87" fmla="*/ 96 h 411"/>
                <a:gd name="T88" fmla="*/ 11 w 235"/>
                <a:gd name="T89" fmla="*/ 84 h 411"/>
                <a:gd name="T90" fmla="*/ 8 w 235"/>
                <a:gd name="T91" fmla="*/ 70 h 411"/>
                <a:gd name="T92" fmla="*/ 8 w 235"/>
                <a:gd name="T93" fmla="*/ 60 h 411"/>
                <a:gd name="T94" fmla="*/ 6 w 235"/>
                <a:gd name="T95" fmla="*/ 42 h 411"/>
                <a:gd name="T96" fmla="*/ 28 w 235"/>
                <a:gd name="T97" fmla="*/ 34 h 411"/>
                <a:gd name="T98" fmla="*/ 47 w 235"/>
                <a:gd name="T99" fmla="*/ 23 h 411"/>
                <a:gd name="T100" fmla="*/ 54 w 235"/>
                <a:gd name="T101" fmla="*/ 17 h 411"/>
                <a:gd name="T102" fmla="*/ 76 w 235"/>
                <a:gd name="T103" fmla="*/ 15 h 411"/>
                <a:gd name="T104" fmla="*/ 96 w 235"/>
                <a:gd name="T105" fmla="*/ 12 h 411"/>
                <a:gd name="T106" fmla="*/ 130 w 235"/>
                <a:gd name="T107" fmla="*/ 9 h 411"/>
                <a:gd name="T108" fmla="*/ 148 w 235"/>
                <a:gd name="T109" fmla="*/ 6 h 411"/>
                <a:gd name="T110" fmla="*/ 166 w 235"/>
                <a:gd name="T111" fmla="*/ 4 h 411"/>
                <a:gd name="T112" fmla="*/ 175 w 235"/>
                <a:gd name="T113" fmla="*/ 3 h 411"/>
                <a:gd name="T114" fmla="*/ 197 w 235"/>
                <a:gd name="T115" fmla="*/ 0 h 411"/>
                <a:gd name="T116" fmla="*/ 202 w 235"/>
                <a:gd name="T117" fmla="*/ 33 h 411"/>
                <a:gd name="T118" fmla="*/ 204 w 235"/>
                <a:gd name="T119" fmla="*/ 47 h 411"/>
                <a:gd name="T120" fmla="*/ 208 w 235"/>
                <a:gd name="T121" fmla="*/ 73 h 411"/>
                <a:gd name="T122" fmla="*/ 209 w 235"/>
                <a:gd name="T123" fmla="*/ 85 h 411"/>
                <a:gd name="T124" fmla="*/ 212 w 235"/>
                <a:gd name="T125" fmla="*/ 10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411">
                  <a:moveTo>
                    <a:pt x="212" y="115"/>
                  </a:moveTo>
                  <a:lnTo>
                    <a:pt x="214" y="121"/>
                  </a:lnTo>
                  <a:lnTo>
                    <a:pt x="215" y="131"/>
                  </a:lnTo>
                  <a:lnTo>
                    <a:pt x="215" y="136"/>
                  </a:lnTo>
                  <a:lnTo>
                    <a:pt x="216" y="141"/>
                  </a:lnTo>
                  <a:lnTo>
                    <a:pt x="216" y="147"/>
                  </a:lnTo>
                  <a:lnTo>
                    <a:pt x="217" y="159"/>
                  </a:lnTo>
                  <a:lnTo>
                    <a:pt x="220" y="169"/>
                  </a:lnTo>
                  <a:lnTo>
                    <a:pt x="220" y="171"/>
                  </a:lnTo>
                  <a:lnTo>
                    <a:pt x="220" y="178"/>
                  </a:lnTo>
                  <a:lnTo>
                    <a:pt x="221" y="183"/>
                  </a:lnTo>
                  <a:lnTo>
                    <a:pt x="221" y="187"/>
                  </a:lnTo>
                  <a:lnTo>
                    <a:pt x="222" y="197"/>
                  </a:lnTo>
                  <a:lnTo>
                    <a:pt x="223" y="208"/>
                  </a:lnTo>
                  <a:lnTo>
                    <a:pt x="224" y="209"/>
                  </a:lnTo>
                  <a:lnTo>
                    <a:pt x="224" y="213"/>
                  </a:lnTo>
                  <a:lnTo>
                    <a:pt x="224" y="216"/>
                  </a:lnTo>
                  <a:lnTo>
                    <a:pt x="226" y="219"/>
                  </a:lnTo>
                  <a:lnTo>
                    <a:pt x="226" y="222"/>
                  </a:lnTo>
                  <a:lnTo>
                    <a:pt x="227" y="238"/>
                  </a:lnTo>
                  <a:lnTo>
                    <a:pt x="229" y="250"/>
                  </a:lnTo>
                  <a:lnTo>
                    <a:pt x="229" y="255"/>
                  </a:lnTo>
                  <a:lnTo>
                    <a:pt x="229" y="257"/>
                  </a:lnTo>
                  <a:lnTo>
                    <a:pt x="226" y="261"/>
                  </a:lnTo>
                  <a:lnTo>
                    <a:pt x="227" y="264"/>
                  </a:lnTo>
                  <a:lnTo>
                    <a:pt x="229" y="268"/>
                  </a:lnTo>
                  <a:lnTo>
                    <a:pt x="228" y="275"/>
                  </a:lnTo>
                  <a:lnTo>
                    <a:pt x="229" y="277"/>
                  </a:lnTo>
                  <a:lnTo>
                    <a:pt x="235" y="279"/>
                  </a:lnTo>
                  <a:lnTo>
                    <a:pt x="235" y="281"/>
                  </a:lnTo>
                  <a:lnTo>
                    <a:pt x="229" y="288"/>
                  </a:lnTo>
                  <a:lnTo>
                    <a:pt x="221" y="291"/>
                  </a:lnTo>
                  <a:lnTo>
                    <a:pt x="220" y="292"/>
                  </a:lnTo>
                  <a:lnTo>
                    <a:pt x="217" y="294"/>
                  </a:lnTo>
                  <a:lnTo>
                    <a:pt x="212" y="298"/>
                  </a:lnTo>
                  <a:lnTo>
                    <a:pt x="206" y="300"/>
                  </a:lnTo>
                  <a:lnTo>
                    <a:pt x="203" y="297"/>
                  </a:lnTo>
                  <a:lnTo>
                    <a:pt x="202" y="297"/>
                  </a:lnTo>
                  <a:lnTo>
                    <a:pt x="197" y="298"/>
                  </a:lnTo>
                  <a:lnTo>
                    <a:pt x="193" y="298"/>
                  </a:lnTo>
                  <a:lnTo>
                    <a:pt x="190" y="310"/>
                  </a:lnTo>
                  <a:lnTo>
                    <a:pt x="191" y="313"/>
                  </a:lnTo>
                  <a:lnTo>
                    <a:pt x="192" y="313"/>
                  </a:lnTo>
                  <a:lnTo>
                    <a:pt x="192" y="319"/>
                  </a:lnTo>
                  <a:lnTo>
                    <a:pt x="187" y="324"/>
                  </a:lnTo>
                  <a:lnTo>
                    <a:pt x="179" y="331"/>
                  </a:lnTo>
                  <a:lnTo>
                    <a:pt x="179" y="335"/>
                  </a:lnTo>
                  <a:lnTo>
                    <a:pt x="172" y="347"/>
                  </a:lnTo>
                  <a:lnTo>
                    <a:pt x="170" y="346"/>
                  </a:lnTo>
                  <a:lnTo>
                    <a:pt x="168" y="345"/>
                  </a:lnTo>
                  <a:lnTo>
                    <a:pt x="164" y="349"/>
                  </a:lnTo>
                  <a:lnTo>
                    <a:pt x="161" y="357"/>
                  </a:lnTo>
                  <a:lnTo>
                    <a:pt x="161" y="361"/>
                  </a:lnTo>
                  <a:lnTo>
                    <a:pt x="160" y="373"/>
                  </a:lnTo>
                  <a:lnTo>
                    <a:pt x="160" y="375"/>
                  </a:lnTo>
                  <a:lnTo>
                    <a:pt x="156" y="375"/>
                  </a:lnTo>
                  <a:lnTo>
                    <a:pt x="137" y="372"/>
                  </a:lnTo>
                  <a:lnTo>
                    <a:pt x="134" y="365"/>
                  </a:lnTo>
                  <a:lnTo>
                    <a:pt x="130" y="360"/>
                  </a:lnTo>
                  <a:lnTo>
                    <a:pt x="126" y="359"/>
                  </a:lnTo>
                  <a:lnTo>
                    <a:pt x="126" y="365"/>
                  </a:lnTo>
                  <a:lnTo>
                    <a:pt x="120" y="367"/>
                  </a:lnTo>
                  <a:lnTo>
                    <a:pt x="120" y="369"/>
                  </a:lnTo>
                  <a:lnTo>
                    <a:pt x="120" y="370"/>
                  </a:lnTo>
                  <a:lnTo>
                    <a:pt x="119" y="375"/>
                  </a:lnTo>
                  <a:lnTo>
                    <a:pt x="116" y="375"/>
                  </a:lnTo>
                  <a:lnTo>
                    <a:pt x="113" y="393"/>
                  </a:lnTo>
                  <a:lnTo>
                    <a:pt x="108" y="396"/>
                  </a:lnTo>
                  <a:lnTo>
                    <a:pt x="108" y="393"/>
                  </a:lnTo>
                  <a:lnTo>
                    <a:pt x="101" y="390"/>
                  </a:lnTo>
                  <a:lnTo>
                    <a:pt x="95" y="382"/>
                  </a:lnTo>
                  <a:lnTo>
                    <a:pt x="91" y="385"/>
                  </a:lnTo>
                  <a:lnTo>
                    <a:pt x="84" y="390"/>
                  </a:lnTo>
                  <a:lnTo>
                    <a:pt x="82" y="391"/>
                  </a:lnTo>
                  <a:lnTo>
                    <a:pt x="74" y="406"/>
                  </a:lnTo>
                  <a:lnTo>
                    <a:pt x="62" y="397"/>
                  </a:lnTo>
                  <a:lnTo>
                    <a:pt x="60" y="396"/>
                  </a:lnTo>
                  <a:lnTo>
                    <a:pt x="53" y="393"/>
                  </a:lnTo>
                  <a:lnTo>
                    <a:pt x="52" y="393"/>
                  </a:lnTo>
                  <a:lnTo>
                    <a:pt x="48" y="393"/>
                  </a:lnTo>
                  <a:lnTo>
                    <a:pt x="35" y="395"/>
                  </a:lnTo>
                  <a:lnTo>
                    <a:pt x="36" y="405"/>
                  </a:lnTo>
                  <a:lnTo>
                    <a:pt x="30" y="399"/>
                  </a:lnTo>
                  <a:lnTo>
                    <a:pt x="26" y="400"/>
                  </a:lnTo>
                  <a:lnTo>
                    <a:pt x="17" y="397"/>
                  </a:lnTo>
                  <a:lnTo>
                    <a:pt x="13" y="400"/>
                  </a:lnTo>
                  <a:lnTo>
                    <a:pt x="12" y="403"/>
                  </a:lnTo>
                  <a:lnTo>
                    <a:pt x="8" y="411"/>
                  </a:lnTo>
                  <a:lnTo>
                    <a:pt x="6" y="411"/>
                  </a:lnTo>
                  <a:lnTo>
                    <a:pt x="2" y="403"/>
                  </a:lnTo>
                  <a:lnTo>
                    <a:pt x="0" y="402"/>
                  </a:lnTo>
                  <a:lnTo>
                    <a:pt x="6" y="387"/>
                  </a:lnTo>
                  <a:lnTo>
                    <a:pt x="7" y="379"/>
                  </a:lnTo>
                  <a:lnTo>
                    <a:pt x="5" y="369"/>
                  </a:lnTo>
                  <a:lnTo>
                    <a:pt x="5" y="366"/>
                  </a:lnTo>
                  <a:lnTo>
                    <a:pt x="7" y="366"/>
                  </a:lnTo>
                  <a:lnTo>
                    <a:pt x="19" y="353"/>
                  </a:lnTo>
                  <a:lnTo>
                    <a:pt x="22" y="349"/>
                  </a:lnTo>
                  <a:lnTo>
                    <a:pt x="20" y="343"/>
                  </a:lnTo>
                  <a:lnTo>
                    <a:pt x="25" y="340"/>
                  </a:lnTo>
                  <a:lnTo>
                    <a:pt x="26" y="334"/>
                  </a:lnTo>
                  <a:lnTo>
                    <a:pt x="29" y="331"/>
                  </a:lnTo>
                  <a:lnTo>
                    <a:pt x="36" y="316"/>
                  </a:lnTo>
                  <a:lnTo>
                    <a:pt x="32" y="305"/>
                  </a:lnTo>
                  <a:lnTo>
                    <a:pt x="31" y="303"/>
                  </a:lnTo>
                  <a:lnTo>
                    <a:pt x="31" y="301"/>
                  </a:lnTo>
                  <a:lnTo>
                    <a:pt x="32" y="300"/>
                  </a:lnTo>
                  <a:lnTo>
                    <a:pt x="28" y="291"/>
                  </a:lnTo>
                  <a:lnTo>
                    <a:pt x="24" y="281"/>
                  </a:lnTo>
                  <a:lnTo>
                    <a:pt x="23" y="276"/>
                  </a:lnTo>
                  <a:lnTo>
                    <a:pt x="25" y="265"/>
                  </a:lnTo>
                  <a:lnTo>
                    <a:pt x="24" y="267"/>
                  </a:lnTo>
                  <a:lnTo>
                    <a:pt x="24" y="265"/>
                  </a:lnTo>
                  <a:lnTo>
                    <a:pt x="28" y="257"/>
                  </a:lnTo>
                  <a:lnTo>
                    <a:pt x="26" y="244"/>
                  </a:lnTo>
                  <a:lnTo>
                    <a:pt x="26" y="241"/>
                  </a:lnTo>
                  <a:lnTo>
                    <a:pt x="25" y="232"/>
                  </a:lnTo>
                  <a:lnTo>
                    <a:pt x="24" y="223"/>
                  </a:lnTo>
                  <a:lnTo>
                    <a:pt x="23" y="211"/>
                  </a:lnTo>
                  <a:lnTo>
                    <a:pt x="23" y="204"/>
                  </a:lnTo>
                  <a:lnTo>
                    <a:pt x="20" y="187"/>
                  </a:lnTo>
                  <a:lnTo>
                    <a:pt x="20" y="181"/>
                  </a:lnTo>
                  <a:lnTo>
                    <a:pt x="20" y="179"/>
                  </a:lnTo>
                  <a:lnTo>
                    <a:pt x="18" y="162"/>
                  </a:lnTo>
                  <a:lnTo>
                    <a:pt x="18" y="154"/>
                  </a:lnTo>
                  <a:lnTo>
                    <a:pt x="17" y="147"/>
                  </a:lnTo>
                  <a:lnTo>
                    <a:pt x="17" y="145"/>
                  </a:lnTo>
                  <a:lnTo>
                    <a:pt x="16" y="138"/>
                  </a:lnTo>
                  <a:lnTo>
                    <a:pt x="16" y="132"/>
                  </a:lnTo>
                  <a:lnTo>
                    <a:pt x="14" y="121"/>
                  </a:lnTo>
                  <a:lnTo>
                    <a:pt x="12" y="102"/>
                  </a:lnTo>
                  <a:lnTo>
                    <a:pt x="12" y="96"/>
                  </a:lnTo>
                  <a:lnTo>
                    <a:pt x="12" y="95"/>
                  </a:lnTo>
                  <a:lnTo>
                    <a:pt x="11" y="88"/>
                  </a:lnTo>
                  <a:lnTo>
                    <a:pt x="11" y="84"/>
                  </a:lnTo>
                  <a:lnTo>
                    <a:pt x="10" y="81"/>
                  </a:lnTo>
                  <a:lnTo>
                    <a:pt x="10" y="72"/>
                  </a:lnTo>
                  <a:lnTo>
                    <a:pt x="8" y="70"/>
                  </a:lnTo>
                  <a:lnTo>
                    <a:pt x="8" y="67"/>
                  </a:lnTo>
                  <a:lnTo>
                    <a:pt x="8" y="64"/>
                  </a:lnTo>
                  <a:lnTo>
                    <a:pt x="8" y="60"/>
                  </a:lnTo>
                  <a:lnTo>
                    <a:pt x="7" y="51"/>
                  </a:lnTo>
                  <a:lnTo>
                    <a:pt x="6" y="45"/>
                  </a:lnTo>
                  <a:lnTo>
                    <a:pt x="6" y="42"/>
                  </a:lnTo>
                  <a:lnTo>
                    <a:pt x="5" y="28"/>
                  </a:lnTo>
                  <a:lnTo>
                    <a:pt x="16" y="34"/>
                  </a:lnTo>
                  <a:lnTo>
                    <a:pt x="28" y="34"/>
                  </a:lnTo>
                  <a:lnTo>
                    <a:pt x="30" y="33"/>
                  </a:lnTo>
                  <a:lnTo>
                    <a:pt x="31" y="33"/>
                  </a:lnTo>
                  <a:lnTo>
                    <a:pt x="47" y="23"/>
                  </a:lnTo>
                  <a:lnTo>
                    <a:pt x="49" y="21"/>
                  </a:lnTo>
                  <a:lnTo>
                    <a:pt x="50" y="21"/>
                  </a:lnTo>
                  <a:lnTo>
                    <a:pt x="54" y="17"/>
                  </a:lnTo>
                  <a:lnTo>
                    <a:pt x="59" y="17"/>
                  </a:lnTo>
                  <a:lnTo>
                    <a:pt x="68" y="16"/>
                  </a:lnTo>
                  <a:lnTo>
                    <a:pt x="76" y="15"/>
                  </a:lnTo>
                  <a:lnTo>
                    <a:pt x="86" y="13"/>
                  </a:lnTo>
                  <a:lnTo>
                    <a:pt x="95" y="13"/>
                  </a:lnTo>
                  <a:lnTo>
                    <a:pt x="96" y="12"/>
                  </a:lnTo>
                  <a:lnTo>
                    <a:pt x="108" y="11"/>
                  </a:lnTo>
                  <a:lnTo>
                    <a:pt x="113" y="11"/>
                  </a:lnTo>
                  <a:lnTo>
                    <a:pt x="130" y="9"/>
                  </a:lnTo>
                  <a:lnTo>
                    <a:pt x="131" y="9"/>
                  </a:lnTo>
                  <a:lnTo>
                    <a:pt x="137" y="7"/>
                  </a:lnTo>
                  <a:lnTo>
                    <a:pt x="148" y="6"/>
                  </a:lnTo>
                  <a:lnTo>
                    <a:pt x="157" y="5"/>
                  </a:lnTo>
                  <a:lnTo>
                    <a:pt x="163" y="5"/>
                  </a:lnTo>
                  <a:lnTo>
                    <a:pt x="166" y="4"/>
                  </a:lnTo>
                  <a:lnTo>
                    <a:pt x="168" y="4"/>
                  </a:lnTo>
                  <a:lnTo>
                    <a:pt x="169" y="4"/>
                  </a:lnTo>
                  <a:lnTo>
                    <a:pt x="175" y="3"/>
                  </a:lnTo>
                  <a:lnTo>
                    <a:pt x="184" y="3"/>
                  </a:lnTo>
                  <a:lnTo>
                    <a:pt x="196" y="0"/>
                  </a:lnTo>
                  <a:lnTo>
                    <a:pt x="197" y="0"/>
                  </a:lnTo>
                  <a:lnTo>
                    <a:pt x="198" y="6"/>
                  </a:lnTo>
                  <a:lnTo>
                    <a:pt x="200" y="22"/>
                  </a:lnTo>
                  <a:lnTo>
                    <a:pt x="202" y="33"/>
                  </a:lnTo>
                  <a:lnTo>
                    <a:pt x="203" y="37"/>
                  </a:lnTo>
                  <a:lnTo>
                    <a:pt x="203" y="39"/>
                  </a:lnTo>
                  <a:lnTo>
                    <a:pt x="204" y="47"/>
                  </a:lnTo>
                  <a:lnTo>
                    <a:pt x="204" y="49"/>
                  </a:lnTo>
                  <a:lnTo>
                    <a:pt x="205" y="61"/>
                  </a:lnTo>
                  <a:lnTo>
                    <a:pt x="208" y="73"/>
                  </a:lnTo>
                  <a:lnTo>
                    <a:pt x="208" y="75"/>
                  </a:lnTo>
                  <a:lnTo>
                    <a:pt x="208" y="81"/>
                  </a:lnTo>
                  <a:lnTo>
                    <a:pt x="209" y="85"/>
                  </a:lnTo>
                  <a:lnTo>
                    <a:pt x="210" y="97"/>
                  </a:lnTo>
                  <a:lnTo>
                    <a:pt x="210" y="100"/>
                  </a:lnTo>
                  <a:lnTo>
                    <a:pt x="212" y="109"/>
                  </a:lnTo>
                  <a:lnTo>
                    <a:pt x="212" y="11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0" name="Freeform 44">
              <a:extLst>
                <a:ext uri="{FF2B5EF4-FFF2-40B4-BE49-F238E27FC236}">
                  <a16:creationId xmlns:a16="http://schemas.microsoft.com/office/drawing/2014/main" id="{65AF2206-0728-F6E7-FEEF-769BBBCB266F}"/>
                </a:ext>
              </a:extLst>
            </p:cNvPr>
            <p:cNvSpPr>
              <a:spLocks noChangeAspect="1"/>
            </p:cNvSpPr>
            <p:nvPr/>
          </p:nvSpPr>
          <p:spPr bwMode="auto">
            <a:xfrm>
              <a:off x="778" y="2444"/>
              <a:ext cx="98" cy="52"/>
            </a:xfrm>
            <a:custGeom>
              <a:avLst/>
              <a:gdLst>
                <a:gd name="T0" fmla="*/ 370 w 551"/>
                <a:gd name="T1" fmla="*/ 245 h 295"/>
                <a:gd name="T2" fmla="*/ 340 w 551"/>
                <a:gd name="T3" fmla="*/ 247 h 295"/>
                <a:gd name="T4" fmla="*/ 315 w 551"/>
                <a:gd name="T5" fmla="*/ 250 h 295"/>
                <a:gd name="T6" fmla="*/ 303 w 551"/>
                <a:gd name="T7" fmla="*/ 252 h 295"/>
                <a:gd name="T8" fmla="*/ 273 w 551"/>
                <a:gd name="T9" fmla="*/ 255 h 295"/>
                <a:gd name="T10" fmla="*/ 250 w 551"/>
                <a:gd name="T11" fmla="*/ 257 h 295"/>
                <a:gd name="T12" fmla="*/ 228 w 551"/>
                <a:gd name="T13" fmla="*/ 257 h 295"/>
                <a:gd name="T14" fmla="*/ 214 w 551"/>
                <a:gd name="T15" fmla="*/ 259 h 295"/>
                <a:gd name="T16" fmla="*/ 192 w 551"/>
                <a:gd name="T17" fmla="*/ 262 h 295"/>
                <a:gd name="T18" fmla="*/ 158 w 551"/>
                <a:gd name="T19" fmla="*/ 267 h 295"/>
                <a:gd name="T20" fmla="*/ 131 w 551"/>
                <a:gd name="T21" fmla="*/ 269 h 295"/>
                <a:gd name="T22" fmla="*/ 102 w 551"/>
                <a:gd name="T23" fmla="*/ 270 h 295"/>
                <a:gd name="T24" fmla="*/ 81 w 551"/>
                <a:gd name="T25" fmla="*/ 288 h 295"/>
                <a:gd name="T26" fmla="*/ 51 w 551"/>
                <a:gd name="T27" fmla="*/ 291 h 295"/>
                <a:gd name="T28" fmla="*/ 10 w 551"/>
                <a:gd name="T29" fmla="*/ 293 h 295"/>
                <a:gd name="T30" fmla="*/ 4 w 551"/>
                <a:gd name="T31" fmla="*/ 282 h 295"/>
                <a:gd name="T32" fmla="*/ 16 w 551"/>
                <a:gd name="T33" fmla="*/ 269 h 295"/>
                <a:gd name="T34" fmla="*/ 21 w 551"/>
                <a:gd name="T35" fmla="*/ 255 h 295"/>
                <a:gd name="T36" fmla="*/ 16 w 551"/>
                <a:gd name="T37" fmla="*/ 245 h 295"/>
                <a:gd name="T38" fmla="*/ 27 w 551"/>
                <a:gd name="T39" fmla="*/ 222 h 295"/>
                <a:gd name="T40" fmla="*/ 60 w 551"/>
                <a:gd name="T41" fmla="*/ 233 h 295"/>
                <a:gd name="T42" fmla="*/ 64 w 551"/>
                <a:gd name="T43" fmla="*/ 215 h 295"/>
                <a:gd name="T44" fmla="*/ 74 w 551"/>
                <a:gd name="T45" fmla="*/ 199 h 295"/>
                <a:gd name="T46" fmla="*/ 89 w 551"/>
                <a:gd name="T47" fmla="*/ 181 h 295"/>
                <a:gd name="T48" fmla="*/ 94 w 551"/>
                <a:gd name="T49" fmla="*/ 159 h 295"/>
                <a:gd name="T50" fmla="*/ 105 w 551"/>
                <a:gd name="T51" fmla="*/ 145 h 295"/>
                <a:gd name="T52" fmla="*/ 123 w 551"/>
                <a:gd name="T53" fmla="*/ 143 h 295"/>
                <a:gd name="T54" fmla="*/ 148 w 551"/>
                <a:gd name="T55" fmla="*/ 144 h 295"/>
                <a:gd name="T56" fmla="*/ 172 w 551"/>
                <a:gd name="T57" fmla="*/ 138 h 295"/>
                <a:gd name="T58" fmla="*/ 196 w 551"/>
                <a:gd name="T59" fmla="*/ 141 h 295"/>
                <a:gd name="T60" fmla="*/ 207 w 551"/>
                <a:gd name="T61" fmla="*/ 123 h 295"/>
                <a:gd name="T62" fmla="*/ 214 w 551"/>
                <a:gd name="T63" fmla="*/ 113 h 295"/>
                <a:gd name="T64" fmla="*/ 225 w 551"/>
                <a:gd name="T65" fmla="*/ 120 h 295"/>
                <a:gd name="T66" fmla="*/ 249 w 551"/>
                <a:gd name="T67" fmla="*/ 109 h 295"/>
                <a:gd name="T68" fmla="*/ 258 w 551"/>
                <a:gd name="T69" fmla="*/ 94 h 295"/>
                <a:gd name="T70" fmla="*/ 275 w 551"/>
                <a:gd name="T71" fmla="*/ 72 h 295"/>
                <a:gd name="T72" fmla="*/ 278 w 551"/>
                <a:gd name="T73" fmla="*/ 58 h 295"/>
                <a:gd name="T74" fmla="*/ 291 w 551"/>
                <a:gd name="T75" fmla="*/ 45 h 295"/>
                <a:gd name="T76" fmla="*/ 308 w 551"/>
                <a:gd name="T77" fmla="*/ 40 h 295"/>
                <a:gd name="T78" fmla="*/ 323 w 551"/>
                <a:gd name="T79" fmla="*/ 27 h 295"/>
                <a:gd name="T80" fmla="*/ 315 w 551"/>
                <a:gd name="T81" fmla="*/ 12 h 295"/>
                <a:gd name="T82" fmla="*/ 322 w 551"/>
                <a:gd name="T83" fmla="*/ 0 h 295"/>
                <a:gd name="T84" fmla="*/ 351 w 551"/>
                <a:gd name="T85" fmla="*/ 6 h 295"/>
                <a:gd name="T86" fmla="*/ 364 w 551"/>
                <a:gd name="T87" fmla="*/ 22 h 295"/>
                <a:gd name="T88" fmla="*/ 382 w 551"/>
                <a:gd name="T89" fmla="*/ 28 h 295"/>
                <a:gd name="T90" fmla="*/ 406 w 551"/>
                <a:gd name="T91" fmla="*/ 39 h 295"/>
                <a:gd name="T92" fmla="*/ 418 w 551"/>
                <a:gd name="T93" fmla="*/ 30 h 295"/>
                <a:gd name="T94" fmla="*/ 441 w 551"/>
                <a:gd name="T95" fmla="*/ 35 h 295"/>
                <a:gd name="T96" fmla="*/ 468 w 551"/>
                <a:gd name="T97" fmla="*/ 31 h 295"/>
                <a:gd name="T98" fmla="*/ 488 w 551"/>
                <a:gd name="T99" fmla="*/ 42 h 295"/>
                <a:gd name="T100" fmla="*/ 492 w 551"/>
                <a:gd name="T101" fmla="*/ 65 h 295"/>
                <a:gd name="T102" fmla="*/ 506 w 551"/>
                <a:gd name="T103" fmla="*/ 94 h 295"/>
                <a:gd name="T104" fmla="*/ 521 w 551"/>
                <a:gd name="T105" fmla="*/ 109 h 295"/>
                <a:gd name="T106" fmla="*/ 551 w 551"/>
                <a:gd name="T107" fmla="*/ 126 h 295"/>
                <a:gd name="T108" fmla="*/ 525 w 551"/>
                <a:gd name="T109" fmla="*/ 157 h 295"/>
                <a:gd name="T110" fmla="*/ 502 w 551"/>
                <a:gd name="T111" fmla="*/ 174 h 295"/>
                <a:gd name="T112" fmla="*/ 476 w 551"/>
                <a:gd name="T113" fmla="*/ 211 h 295"/>
                <a:gd name="T114" fmla="*/ 440 w 551"/>
                <a:gd name="T115" fmla="*/ 233 h 295"/>
                <a:gd name="T116" fmla="*/ 417 w 551"/>
                <a:gd name="T117" fmla="*/ 240 h 295"/>
                <a:gd name="T118" fmla="*/ 395 w 551"/>
                <a:gd name="T119" fmla="*/ 24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1" h="295">
                  <a:moveTo>
                    <a:pt x="394" y="243"/>
                  </a:moveTo>
                  <a:lnTo>
                    <a:pt x="392" y="243"/>
                  </a:lnTo>
                  <a:lnTo>
                    <a:pt x="378" y="244"/>
                  </a:lnTo>
                  <a:lnTo>
                    <a:pt x="370" y="245"/>
                  </a:lnTo>
                  <a:lnTo>
                    <a:pt x="353" y="247"/>
                  </a:lnTo>
                  <a:lnTo>
                    <a:pt x="352" y="247"/>
                  </a:lnTo>
                  <a:lnTo>
                    <a:pt x="345" y="247"/>
                  </a:lnTo>
                  <a:lnTo>
                    <a:pt x="340" y="247"/>
                  </a:lnTo>
                  <a:lnTo>
                    <a:pt x="338" y="247"/>
                  </a:lnTo>
                  <a:lnTo>
                    <a:pt x="335" y="247"/>
                  </a:lnTo>
                  <a:lnTo>
                    <a:pt x="326" y="249"/>
                  </a:lnTo>
                  <a:lnTo>
                    <a:pt x="315" y="250"/>
                  </a:lnTo>
                  <a:lnTo>
                    <a:pt x="314" y="250"/>
                  </a:lnTo>
                  <a:lnTo>
                    <a:pt x="312" y="250"/>
                  </a:lnTo>
                  <a:lnTo>
                    <a:pt x="310" y="250"/>
                  </a:lnTo>
                  <a:lnTo>
                    <a:pt x="303" y="252"/>
                  </a:lnTo>
                  <a:lnTo>
                    <a:pt x="298" y="252"/>
                  </a:lnTo>
                  <a:lnTo>
                    <a:pt x="288" y="253"/>
                  </a:lnTo>
                  <a:lnTo>
                    <a:pt x="275" y="255"/>
                  </a:lnTo>
                  <a:lnTo>
                    <a:pt x="273" y="255"/>
                  </a:lnTo>
                  <a:lnTo>
                    <a:pt x="267" y="256"/>
                  </a:lnTo>
                  <a:lnTo>
                    <a:pt x="262" y="256"/>
                  </a:lnTo>
                  <a:lnTo>
                    <a:pt x="260" y="256"/>
                  </a:lnTo>
                  <a:lnTo>
                    <a:pt x="250" y="257"/>
                  </a:lnTo>
                  <a:lnTo>
                    <a:pt x="244" y="257"/>
                  </a:lnTo>
                  <a:lnTo>
                    <a:pt x="237" y="257"/>
                  </a:lnTo>
                  <a:lnTo>
                    <a:pt x="234" y="257"/>
                  </a:lnTo>
                  <a:lnTo>
                    <a:pt x="228" y="257"/>
                  </a:lnTo>
                  <a:lnTo>
                    <a:pt x="221" y="258"/>
                  </a:lnTo>
                  <a:lnTo>
                    <a:pt x="218" y="259"/>
                  </a:lnTo>
                  <a:lnTo>
                    <a:pt x="216" y="261"/>
                  </a:lnTo>
                  <a:lnTo>
                    <a:pt x="214" y="259"/>
                  </a:lnTo>
                  <a:lnTo>
                    <a:pt x="207" y="261"/>
                  </a:lnTo>
                  <a:lnTo>
                    <a:pt x="202" y="261"/>
                  </a:lnTo>
                  <a:lnTo>
                    <a:pt x="196" y="262"/>
                  </a:lnTo>
                  <a:lnTo>
                    <a:pt x="192" y="262"/>
                  </a:lnTo>
                  <a:lnTo>
                    <a:pt x="179" y="264"/>
                  </a:lnTo>
                  <a:lnTo>
                    <a:pt x="174" y="264"/>
                  </a:lnTo>
                  <a:lnTo>
                    <a:pt x="165" y="265"/>
                  </a:lnTo>
                  <a:lnTo>
                    <a:pt x="158" y="267"/>
                  </a:lnTo>
                  <a:lnTo>
                    <a:pt x="148" y="268"/>
                  </a:lnTo>
                  <a:lnTo>
                    <a:pt x="141" y="268"/>
                  </a:lnTo>
                  <a:lnTo>
                    <a:pt x="135" y="269"/>
                  </a:lnTo>
                  <a:lnTo>
                    <a:pt x="131" y="269"/>
                  </a:lnTo>
                  <a:lnTo>
                    <a:pt x="119" y="271"/>
                  </a:lnTo>
                  <a:lnTo>
                    <a:pt x="119" y="268"/>
                  </a:lnTo>
                  <a:lnTo>
                    <a:pt x="101" y="268"/>
                  </a:lnTo>
                  <a:lnTo>
                    <a:pt x="102" y="270"/>
                  </a:lnTo>
                  <a:lnTo>
                    <a:pt x="104" y="274"/>
                  </a:lnTo>
                  <a:lnTo>
                    <a:pt x="105" y="286"/>
                  </a:lnTo>
                  <a:lnTo>
                    <a:pt x="87" y="287"/>
                  </a:lnTo>
                  <a:lnTo>
                    <a:pt x="81" y="288"/>
                  </a:lnTo>
                  <a:lnTo>
                    <a:pt x="71" y="288"/>
                  </a:lnTo>
                  <a:lnTo>
                    <a:pt x="70" y="288"/>
                  </a:lnTo>
                  <a:lnTo>
                    <a:pt x="68" y="289"/>
                  </a:lnTo>
                  <a:lnTo>
                    <a:pt x="51" y="291"/>
                  </a:lnTo>
                  <a:lnTo>
                    <a:pt x="46" y="291"/>
                  </a:lnTo>
                  <a:lnTo>
                    <a:pt x="45" y="291"/>
                  </a:lnTo>
                  <a:lnTo>
                    <a:pt x="34" y="292"/>
                  </a:lnTo>
                  <a:lnTo>
                    <a:pt x="10" y="293"/>
                  </a:lnTo>
                  <a:lnTo>
                    <a:pt x="6" y="294"/>
                  </a:lnTo>
                  <a:lnTo>
                    <a:pt x="0" y="295"/>
                  </a:lnTo>
                  <a:lnTo>
                    <a:pt x="3" y="283"/>
                  </a:lnTo>
                  <a:lnTo>
                    <a:pt x="4" y="282"/>
                  </a:lnTo>
                  <a:lnTo>
                    <a:pt x="6" y="281"/>
                  </a:lnTo>
                  <a:lnTo>
                    <a:pt x="12" y="287"/>
                  </a:lnTo>
                  <a:lnTo>
                    <a:pt x="18" y="279"/>
                  </a:lnTo>
                  <a:lnTo>
                    <a:pt x="16" y="269"/>
                  </a:lnTo>
                  <a:lnTo>
                    <a:pt x="21" y="268"/>
                  </a:lnTo>
                  <a:lnTo>
                    <a:pt x="21" y="265"/>
                  </a:lnTo>
                  <a:lnTo>
                    <a:pt x="20" y="257"/>
                  </a:lnTo>
                  <a:lnTo>
                    <a:pt x="21" y="255"/>
                  </a:lnTo>
                  <a:lnTo>
                    <a:pt x="21" y="250"/>
                  </a:lnTo>
                  <a:lnTo>
                    <a:pt x="21" y="249"/>
                  </a:lnTo>
                  <a:lnTo>
                    <a:pt x="18" y="246"/>
                  </a:lnTo>
                  <a:lnTo>
                    <a:pt x="16" y="245"/>
                  </a:lnTo>
                  <a:lnTo>
                    <a:pt x="14" y="240"/>
                  </a:lnTo>
                  <a:lnTo>
                    <a:pt x="15" y="238"/>
                  </a:lnTo>
                  <a:lnTo>
                    <a:pt x="17" y="235"/>
                  </a:lnTo>
                  <a:lnTo>
                    <a:pt x="27" y="222"/>
                  </a:lnTo>
                  <a:lnTo>
                    <a:pt x="32" y="221"/>
                  </a:lnTo>
                  <a:lnTo>
                    <a:pt x="46" y="227"/>
                  </a:lnTo>
                  <a:lnTo>
                    <a:pt x="56" y="229"/>
                  </a:lnTo>
                  <a:lnTo>
                    <a:pt x="60" y="233"/>
                  </a:lnTo>
                  <a:lnTo>
                    <a:pt x="65" y="234"/>
                  </a:lnTo>
                  <a:lnTo>
                    <a:pt x="66" y="233"/>
                  </a:lnTo>
                  <a:lnTo>
                    <a:pt x="70" y="227"/>
                  </a:lnTo>
                  <a:lnTo>
                    <a:pt x="64" y="215"/>
                  </a:lnTo>
                  <a:lnTo>
                    <a:pt x="69" y="198"/>
                  </a:lnTo>
                  <a:lnTo>
                    <a:pt x="72" y="199"/>
                  </a:lnTo>
                  <a:lnTo>
                    <a:pt x="72" y="201"/>
                  </a:lnTo>
                  <a:lnTo>
                    <a:pt x="74" y="199"/>
                  </a:lnTo>
                  <a:lnTo>
                    <a:pt x="81" y="193"/>
                  </a:lnTo>
                  <a:lnTo>
                    <a:pt x="90" y="191"/>
                  </a:lnTo>
                  <a:lnTo>
                    <a:pt x="94" y="187"/>
                  </a:lnTo>
                  <a:lnTo>
                    <a:pt x="89" y="181"/>
                  </a:lnTo>
                  <a:lnTo>
                    <a:pt x="88" y="181"/>
                  </a:lnTo>
                  <a:lnTo>
                    <a:pt x="87" y="177"/>
                  </a:lnTo>
                  <a:lnTo>
                    <a:pt x="88" y="168"/>
                  </a:lnTo>
                  <a:lnTo>
                    <a:pt x="94" y="159"/>
                  </a:lnTo>
                  <a:lnTo>
                    <a:pt x="96" y="159"/>
                  </a:lnTo>
                  <a:lnTo>
                    <a:pt x="100" y="151"/>
                  </a:lnTo>
                  <a:lnTo>
                    <a:pt x="101" y="148"/>
                  </a:lnTo>
                  <a:lnTo>
                    <a:pt x="105" y="145"/>
                  </a:lnTo>
                  <a:lnTo>
                    <a:pt x="114" y="148"/>
                  </a:lnTo>
                  <a:lnTo>
                    <a:pt x="118" y="147"/>
                  </a:lnTo>
                  <a:lnTo>
                    <a:pt x="124" y="153"/>
                  </a:lnTo>
                  <a:lnTo>
                    <a:pt x="123" y="143"/>
                  </a:lnTo>
                  <a:lnTo>
                    <a:pt x="136" y="141"/>
                  </a:lnTo>
                  <a:lnTo>
                    <a:pt x="140" y="141"/>
                  </a:lnTo>
                  <a:lnTo>
                    <a:pt x="141" y="141"/>
                  </a:lnTo>
                  <a:lnTo>
                    <a:pt x="148" y="144"/>
                  </a:lnTo>
                  <a:lnTo>
                    <a:pt x="150" y="145"/>
                  </a:lnTo>
                  <a:lnTo>
                    <a:pt x="162" y="154"/>
                  </a:lnTo>
                  <a:lnTo>
                    <a:pt x="170" y="139"/>
                  </a:lnTo>
                  <a:lnTo>
                    <a:pt x="172" y="138"/>
                  </a:lnTo>
                  <a:lnTo>
                    <a:pt x="179" y="133"/>
                  </a:lnTo>
                  <a:lnTo>
                    <a:pt x="183" y="130"/>
                  </a:lnTo>
                  <a:lnTo>
                    <a:pt x="189" y="138"/>
                  </a:lnTo>
                  <a:lnTo>
                    <a:pt x="196" y="141"/>
                  </a:lnTo>
                  <a:lnTo>
                    <a:pt x="196" y="144"/>
                  </a:lnTo>
                  <a:lnTo>
                    <a:pt x="201" y="141"/>
                  </a:lnTo>
                  <a:lnTo>
                    <a:pt x="204" y="123"/>
                  </a:lnTo>
                  <a:lnTo>
                    <a:pt x="207" y="123"/>
                  </a:lnTo>
                  <a:lnTo>
                    <a:pt x="208" y="118"/>
                  </a:lnTo>
                  <a:lnTo>
                    <a:pt x="208" y="117"/>
                  </a:lnTo>
                  <a:lnTo>
                    <a:pt x="208" y="115"/>
                  </a:lnTo>
                  <a:lnTo>
                    <a:pt x="214" y="113"/>
                  </a:lnTo>
                  <a:lnTo>
                    <a:pt x="214" y="107"/>
                  </a:lnTo>
                  <a:lnTo>
                    <a:pt x="218" y="108"/>
                  </a:lnTo>
                  <a:lnTo>
                    <a:pt x="222" y="113"/>
                  </a:lnTo>
                  <a:lnTo>
                    <a:pt x="225" y="120"/>
                  </a:lnTo>
                  <a:lnTo>
                    <a:pt x="244" y="123"/>
                  </a:lnTo>
                  <a:lnTo>
                    <a:pt x="248" y="123"/>
                  </a:lnTo>
                  <a:lnTo>
                    <a:pt x="248" y="121"/>
                  </a:lnTo>
                  <a:lnTo>
                    <a:pt x="249" y="109"/>
                  </a:lnTo>
                  <a:lnTo>
                    <a:pt x="249" y="105"/>
                  </a:lnTo>
                  <a:lnTo>
                    <a:pt x="252" y="97"/>
                  </a:lnTo>
                  <a:lnTo>
                    <a:pt x="256" y="93"/>
                  </a:lnTo>
                  <a:lnTo>
                    <a:pt x="258" y="94"/>
                  </a:lnTo>
                  <a:lnTo>
                    <a:pt x="260" y="95"/>
                  </a:lnTo>
                  <a:lnTo>
                    <a:pt x="267" y="83"/>
                  </a:lnTo>
                  <a:lnTo>
                    <a:pt x="267" y="79"/>
                  </a:lnTo>
                  <a:lnTo>
                    <a:pt x="275" y="72"/>
                  </a:lnTo>
                  <a:lnTo>
                    <a:pt x="280" y="67"/>
                  </a:lnTo>
                  <a:lnTo>
                    <a:pt x="280" y="61"/>
                  </a:lnTo>
                  <a:lnTo>
                    <a:pt x="279" y="61"/>
                  </a:lnTo>
                  <a:lnTo>
                    <a:pt x="278" y="58"/>
                  </a:lnTo>
                  <a:lnTo>
                    <a:pt x="281" y="46"/>
                  </a:lnTo>
                  <a:lnTo>
                    <a:pt x="285" y="46"/>
                  </a:lnTo>
                  <a:lnTo>
                    <a:pt x="290" y="45"/>
                  </a:lnTo>
                  <a:lnTo>
                    <a:pt x="291" y="45"/>
                  </a:lnTo>
                  <a:lnTo>
                    <a:pt x="294" y="48"/>
                  </a:lnTo>
                  <a:lnTo>
                    <a:pt x="300" y="46"/>
                  </a:lnTo>
                  <a:lnTo>
                    <a:pt x="305" y="42"/>
                  </a:lnTo>
                  <a:lnTo>
                    <a:pt x="308" y="40"/>
                  </a:lnTo>
                  <a:lnTo>
                    <a:pt x="309" y="39"/>
                  </a:lnTo>
                  <a:lnTo>
                    <a:pt x="317" y="36"/>
                  </a:lnTo>
                  <a:lnTo>
                    <a:pt x="323" y="29"/>
                  </a:lnTo>
                  <a:lnTo>
                    <a:pt x="323" y="27"/>
                  </a:lnTo>
                  <a:lnTo>
                    <a:pt x="317" y="25"/>
                  </a:lnTo>
                  <a:lnTo>
                    <a:pt x="316" y="23"/>
                  </a:lnTo>
                  <a:lnTo>
                    <a:pt x="317" y="16"/>
                  </a:lnTo>
                  <a:lnTo>
                    <a:pt x="315" y="12"/>
                  </a:lnTo>
                  <a:lnTo>
                    <a:pt x="314" y="9"/>
                  </a:lnTo>
                  <a:lnTo>
                    <a:pt x="317" y="5"/>
                  </a:lnTo>
                  <a:lnTo>
                    <a:pt x="321" y="3"/>
                  </a:lnTo>
                  <a:lnTo>
                    <a:pt x="322" y="0"/>
                  </a:lnTo>
                  <a:lnTo>
                    <a:pt x="333" y="6"/>
                  </a:lnTo>
                  <a:lnTo>
                    <a:pt x="341" y="3"/>
                  </a:lnTo>
                  <a:lnTo>
                    <a:pt x="342" y="1"/>
                  </a:lnTo>
                  <a:lnTo>
                    <a:pt x="351" y="6"/>
                  </a:lnTo>
                  <a:lnTo>
                    <a:pt x="356" y="9"/>
                  </a:lnTo>
                  <a:lnTo>
                    <a:pt x="359" y="16"/>
                  </a:lnTo>
                  <a:lnTo>
                    <a:pt x="362" y="17"/>
                  </a:lnTo>
                  <a:lnTo>
                    <a:pt x="364" y="22"/>
                  </a:lnTo>
                  <a:lnTo>
                    <a:pt x="365" y="27"/>
                  </a:lnTo>
                  <a:lnTo>
                    <a:pt x="374" y="29"/>
                  </a:lnTo>
                  <a:lnTo>
                    <a:pt x="378" y="30"/>
                  </a:lnTo>
                  <a:lnTo>
                    <a:pt x="382" y="28"/>
                  </a:lnTo>
                  <a:lnTo>
                    <a:pt x="389" y="29"/>
                  </a:lnTo>
                  <a:lnTo>
                    <a:pt x="394" y="30"/>
                  </a:lnTo>
                  <a:lnTo>
                    <a:pt x="402" y="39"/>
                  </a:lnTo>
                  <a:lnTo>
                    <a:pt x="406" y="39"/>
                  </a:lnTo>
                  <a:lnTo>
                    <a:pt x="407" y="40"/>
                  </a:lnTo>
                  <a:lnTo>
                    <a:pt x="411" y="39"/>
                  </a:lnTo>
                  <a:lnTo>
                    <a:pt x="411" y="34"/>
                  </a:lnTo>
                  <a:lnTo>
                    <a:pt x="418" y="30"/>
                  </a:lnTo>
                  <a:lnTo>
                    <a:pt x="430" y="34"/>
                  </a:lnTo>
                  <a:lnTo>
                    <a:pt x="437" y="39"/>
                  </a:lnTo>
                  <a:lnTo>
                    <a:pt x="438" y="36"/>
                  </a:lnTo>
                  <a:lnTo>
                    <a:pt x="441" y="35"/>
                  </a:lnTo>
                  <a:lnTo>
                    <a:pt x="448" y="34"/>
                  </a:lnTo>
                  <a:lnTo>
                    <a:pt x="454" y="23"/>
                  </a:lnTo>
                  <a:lnTo>
                    <a:pt x="465" y="19"/>
                  </a:lnTo>
                  <a:lnTo>
                    <a:pt x="468" y="31"/>
                  </a:lnTo>
                  <a:lnTo>
                    <a:pt x="472" y="36"/>
                  </a:lnTo>
                  <a:lnTo>
                    <a:pt x="478" y="36"/>
                  </a:lnTo>
                  <a:lnTo>
                    <a:pt x="484" y="41"/>
                  </a:lnTo>
                  <a:lnTo>
                    <a:pt x="488" y="42"/>
                  </a:lnTo>
                  <a:lnTo>
                    <a:pt x="491" y="48"/>
                  </a:lnTo>
                  <a:lnTo>
                    <a:pt x="492" y="52"/>
                  </a:lnTo>
                  <a:lnTo>
                    <a:pt x="495" y="64"/>
                  </a:lnTo>
                  <a:lnTo>
                    <a:pt x="492" y="65"/>
                  </a:lnTo>
                  <a:lnTo>
                    <a:pt x="494" y="76"/>
                  </a:lnTo>
                  <a:lnTo>
                    <a:pt x="506" y="88"/>
                  </a:lnTo>
                  <a:lnTo>
                    <a:pt x="506" y="93"/>
                  </a:lnTo>
                  <a:lnTo>
                    <a:pt x="506" y="94"/>
                  </a:lnTo>
                  <a:lnTo>
                    <a:pt x="512" y="99"/>
                  </a:lnTo>
                  <a:lnTo>
                    <a:pt x="513" y="100"/>
                  </a:lnTo>
                  <a:lnTo>
                    <a:pt x="516" y="105"/>
                  </a:lnTo>
                  <a:lnTo>
                    <a:pt x="521" y="109"/>
                  </a:lnTo>
                  <a:lnTo>
                    <a:pt x="521" y="111"/>
                  </a:lnTo>
                  <a:lnTo>
                    <a:pt x="538" y="124"/>
                  </a:lnTo>
                  <a:lnTo>
                    <a:pt x="539" y="126"/>
                  </a:lnTo>
                  <a:lnTo>
                    <a:pt x="551" y="126"/>
                  </a:lnTo>
                  <a:lnTo>
                    <a:pt x="544" y="135"/>
                  </a:lnTo>
                  <a:lnTo>
                    <a:pt x="536" y="144"/>
                  </a:lnTo>
                  <a:lnTo>
                    <a:pt x="528" y="154"/>
                  </a:lnTo>
                  <a:lnTo>
                    <a:pt x="525" y="157"/>
                  </a:lnTo>
                  <a:lnTo>
                    <a:pt x="520" y="160"/>
                  </a:lnTo>
                  <a:lnTo>
                    <a:pt x="512" y="165"/>
                  </a:lnTo>
                  <a:lnTo>
                    <a:pt x="512" y="166"/>
                  </a:lnTo>
                  <a:lnTo>
                    <a:pt x="502" y="174"/>
                  </a:lnTo>
                  <a:lnTo>
                    <a:pt x="500" y="185"/>
                  </a:lnTo>
                  <a:lnTo>
                    <a:pt x="491" y="191"/>
                  </a:lnTo>
                  <a:lnTo>
                    <a:pt x="492" y="198"/>
                  </a:lnTo>
                  <a:lnTo>
                    <a:pt x="476" y="211"/>
                  </a:lnTo>
                  <a:lnTo>
                    <a:pt x="476" y="215"/>
                  </a:lnTo>
                  <a:lnTo>
                    <a:pt x="452" y="227"/>
                  </a:lnTo>
                  <a:lnTo>
                    <a:pt x="448" y="227"/>
                  </a:lnTo>
                  <a:lnTo>
                    <a:pt x="440" y="233"/>
                  </a:lnTo>
                  <a:lnTo>
                    <a:pt x="436" y="235"/>
                  </a:lnTo>
                  <a:lnTo>
                    <a:pt x="435" y="238"/>
                  </a:lnTo>
                  <a:lnTo>
                    <a:pt x="428" y="239"/>
                  </a:lnTo>
                  <a:lnTo>
                    <a:pt x="417" y="240"/>
                  </a:lnTo>
                  <a:lnTo>
                    <a:pt x="412" y="240"/>
                  </a:lnTo>
                  <a:lnTo>
                    <a:pt x="411" y="240"/>
                  </a:lnTo>
                  <a:lnTo>
                    <a:pt x="405" y="241"/>
                  </a:lnTo>
                  <a:lnTo>
                    <a:pt x="395" y="243"/>
                  </a:lnTo>
                  <a:lnTo>
                    <a:pt x="394" y="24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1" name="Freeform 45">
              <a:extLst>
                <a:ext uri="{FF2B5EF4-FFF2-40B4-BE49-F238E27FC236}">
                  <a16:creationId xmlns:a16="http://schemas.microsoft.com/office/drawing/2014/main" id="{C2B75018-8F7E-C6F9-61D4-EDCE03507CF2}"/>
                </a:ext>
              </a:extLst>
            </p:cNvPr>
            <p:cNvSpPr>
              <a:spLocks noChangeAspect="1"/>
            </p:cNvSpPr>
            <p:nvPr/>
          </p:nvSpPr>
          <p:spPr bwMode="auto">
            <a:xfrm>
              <a:off x="776" y="2495"/>
              <a:ext cx="1" cy="1"/>
            </a:xfrm>
            <a:custGeom>
              <a:avLst/>
              <a:gdLst>
                <a:gd name="T0" fmla="*/ 2 w 4"/>
                <a:gd name="T1" fmla="*/ 0 h 7"/>
                <a:gd name="T2" fmla="*/ 4 w 4"/>
                <a:gd name="T3" fmla="*/ 7 h 7"/>
                <a:gd name="T4" fmla="*/ 0 w 4"/>
                <a:gd name="T5" fmla="*/ 7 h 7"/>
                <a:gd name="T6" fmla="*/ 2 w 4"/>
                <a:gd name="T7" fmla="*/ 0 h 7"/>
              </a:gdLst>
              <a:ahLst/>
              <a:cxnLst>
                <a:cxn ang="0">
                  <a:pos x="T0" y="T1"/>
                </a:cxn>
                <a:cxn ang="0">
                  <a:pos x="T2" y="T3"/>
                </a:cxn>
                <a:cxn ang="0">
                  <a:pos x="T4" y="T5"/>
                </a:cxn>
                <a:cxn ang="0">
                  <a:pos x="T6" y="T7"/>
                </a:cxn>
              </a:cxnLst>
              <a:rect l="0" t="0" r="r" b="b"/>
              <a:pathLst>
                <a:path w="4" h="7">
                  <a:moveTo>
                    <a:pt x="2" y="0"/>
                  </a:moveTo>
                  <a:lnTo>
                    <a:pt x="4" y="7"/>
                  </a:lnTo>
                  <a:lnTo>
                    <a:pt x="0" y="7"/>
                  </a:lnTo>
                  <a:lnTo>
                    <a:pt x="2"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2" name="Freeform 46">
              <a:extLst>
                <a:ext uri="{FF2B5EF4-FFF2-40B4-BE49-F238E27FC236}">
                  <a16:creationId xmlns:a16="http://schemas.microsoft.com/office/drawing/2014/main" id="{6A20B197-B7C9-51D2-7A5C-2D2ABA8F98CA}"/>
                </a:ext>
              </a:extLst>
            </p:cNvPr>
            <p:cNvSpPr>
              <a:spLocks noChangeAspect="1"/>
            </p:cNvSpPr>
            <p:nvPr/>
          </p:nvSpPr>
          <p:spPr bwMode="auto">
            <a:xfrm>
              <a:off x="803" y="2330"/>
              <a:ext cx="52" cy="72"/>
            </a:xfrm>
            <a:custGeom>
              <a:avLst/>
              <a:gdLst>
                <a:gd name="T0" fmla="*/ 201 w 296"/>
                <a:gd name="T1" fmla="*/ 136 h 404"/>
                <a:gd name="T2" fmla="*/ 198 w 296"/>
                <a:gd name="T3" fmla="*/ 156 h 404"/>
                <a:gd name="T4" fmla="*/ 180 w 296"/>
                <a:gd name="T5" fmla="*/ 172 h 404"/>
                <a:gd name="T6" fmla="*/ 199 w 296"/>
                <a:gd name="T7" fmla="*/ 200 h 404"/>
                <a:gd name="T8" fmla="*/ 213 w 296"/>
                <a:gd name="T9" fmla="*/ 186 h 404"/>
                <a:gd name="T10" fmla="*/ 216 w 296"/>
                <a:gd name="T11" fmla="*/ 166 h 404"/>
                <a:gd name="T12" fmla="*/ 232 w 296"/>
                <a:gd name="T13" fmla="*/ 156 h 404"/>
                <a:gd name="T14" fmla="*/ 258 w 296"/>
                <a:gd name="T15" fmla="*/ 152 h 404"/>
                <a:gd name="T16" fmla="*/ 283 w 296"/>
                <a:gd name="T17" fmla="*/ 210 h 404"/>
                <a:gd name="T18" fmla="*/ 296 w 296"/>
                <a:gd name="T19" fmla="*/ 246 h 404"/>
                <a:gd name="T20" fmla="*/ 283 w 296"/>
                <a:gd name="T21" fmla="*/ 283 h 404"/>
                <a:gd name="T22" fmla="*/ 273 w 296"/>
                <a:gd name="T23" fmla="*/ 284 h 404"/>
                <a:gd name="T24" fmla="*/ 270 w 296"/>
                <a:gd name="T25" fmla="*/ 312 h 404"/>
                <a:gd name="T26" fmla="*/ 256 w 296"/>
                <a:gd name="T27" fmla="*/ 345 h 404"/>
                <a:gd name="T28" fmla="*/ 241 w 296"/>
                <a:gd name="T29" fmla="*/ 376 h 404"/>
                <a:gd name="T30" fmla="*/ 219 w 296"/>
                <a:gd name="T31" fmla="*/ 381 h 404"/>
                <a:gd name="T32" fmla="*/ 177 w 296"/>
                <a:gd name="T33" fmla="*/ 388 h 404"/>
                <a:gd name="T34" fmla="*/ 150 w 296"/>
                <a:gd name="T35" fmla="*/ 393 h 404"/>
                <a:gd name="T36" fmla="*/ 144 w 296"/>
                <a:gd name="T37" fmla="*/ 387 h 404"/>
                <a:gd name="T38" fmla="*/ 117 w 296"/>
                <a:gd name="T39" fmla="*/ 391 h 404"/>
                <a:gd name="T40" fmla="*/ 111 w 296"/>
                <a:gd name="T41" fmla="*/ 392 h 404"/>
                <a:gd name="T42" fmla="*/ 85 w 296"/>
                <a:gd name="T43" fmla="*/ 394 h 404"/>
                <a:gd name="T44" fmla="*/ 61 w 296"/>
                <a:gd name="T45" fmla="*/ 398 h 404"/>
                <a:gd name="T46" fmla="*/ 43 w 296"/>
                <a:gd name="T47" fmla="*/ 400 h 404"/>
                <a:gd name="T48" fmla="*/ 16 w 296"/>
                <a:gd name="T49" fmla="*/ 403 h 404"/>
                <a:gd name="T50" fmla="*/ 12 w 296"/>
                <a:gd name="T51" fmla="*/ 394 h 404"/>
                <a:gd name="T52" fmla="*/ 33 w 296"/>
                <a:gd name="T53" fmla="*/ 337 h 404"/>
                <a:gd name="T54" fmla="*/ 31 w 296"/>
                <a:gd name="T55" fmla="*/ 280 h 404"/>
                <a:gd name="T56" fmla="*/ 9 w 296"/>
                <a:gd name="T57" fmla="*/ 236 h 404"/>
                <a:gd name="T58" fmla="*/ 7 w 296"/>
                <a:gd name="T59" fmla="*/ 202 h 404"/>
                <a:gd name="T60" fmla="*/ 6 w 296"/>
                <a:gd name="T61" fmla="*/ 168 h 404"/>
                <a:gd name="T62" fmla="*/ 13 w 296"/>
                <a:gd name="T63" fmla="*/ 134 h 404"/>
                <a:gd name="T64" fmla="*/ 20 w 296"/>
                <a:gd name="T65" fmla="*/ 111 h 404"/>
                <a:gd name="T66" fmla="*/ 25 w 296"/>
                <a:gd name="T67" fmla="*/ 96 h 404"/>
                <a:gd name="T68" fmla="*/ 49 w 296"/>
                <a:gd name="T69" fmla="*/ 84 h 404"/>
                <a:gd name="T70" fmla="*/ 60 w 296"/>
                <a:gd name="T71" fmla="*/ 96 h 404"/>
                <a:gd name="T72" fmla="*/ 63 w 296"/>
                <a:gd name="T73" fmla="*/ 94 h 404"/>
                <a:gd name="T74" fmla="*/ 62 w 296"/>
                <a:gd name="T75" fmla="*/ 57 h 404"/>
                <a:gd name="T76" fmla="*/ 87 w 296"/>
                <a:gd name="T77" fmla="*/ 43 h 404"/>
                <a:gd name="T78" fmla="*/ 79 w 296"/>
                <a:gd name="T79" fmla="*/ 19 h 404"/>
                <a:gd name="T80" fmla="*/ 96 w 296"/>
                <a:gd name="T81" fmla="*/ 4 h 404"/>
                <a:gd name="T82" fmla="*/ 117 w 296"/>
                <a:gd name="T83" fmla="*/ 9 h 404"/>
                <a:gd name="T84" fmla="*/ 162 w 296"/>
                <a:gd name="T85" fmla="*/ 24 h 404"/>
                <a:gd name="T86" fmla="*/ 198 w 296"/>
                <a:gd name="T87" fmla="*/ 43 h 404"/>
                <a:gd name="T88" fmla="*/ 196 w 296"/>
                <a:gd name="T89" fmla="*/ 63 h 404"/>
                <a:gd name="T90" fmla="*/ 207 w 296"/>
                <a:gd name="T91" fmla="*/ 7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6" h="404">
                  <a:moveTo>
                    <a:pt x="212" y="109"/>
                  </a:moveTo>
                  <a:lnTo>
                    <a:pt x="202" y="133"/>
                  </a:lnTo>
                  <a:lnTo>
                    <a:pt x="201" y="136"/>
                  </a:lnTo>
                  <a:lnTo>
                    <a:pt x="200" y="145"/>
                  </a:lnTo>
                  <a:lnTo>
                    <a:pt x="200" y="148"/>
                  </a:lnTo>
                  <a:lnTo>
                    <a:pt x="198" y="156"/>
                  </a:lnTo>
                  <a:lnTo>
                    <a:pt x="189" y="163"/>
                  </a:lnTo>
                  <a:lnTo>
                    <a:pt x="181" y="168"/>
                  </a:lnTo>
                  <a:lnTo>
                    <a:pt x="180" y="172"/>
                  </a:lnTo>
                  <a:lnTo>
                    <a:pt x="180" y="189"/>
                  </a:lnTo>
                  <a:lnTo>
                    <a:pt x="186" y="196"/>
                  </a:lnTo>
                  <a:lnTo>
                    <a:pt x="199" y="200"/>
                  </a:lnTo>
                  <a:lnTo>
                    <a:pt x="202" y="196"/>
                  </a:lnTo>
                  <a:lnTo>
                    <a:pt x="211" y="187"/>
                  </a:lnTo>
                  <a:lnTo>
                    <a:pt x="213" y="186"/>
                  </a:lnTo>
                  <a:lnTo>
                    <a:pt x="217" y="172"/>
                  </a:lnTo>
                  <a:lnTo>
                    <a:pt x="220" y="169"/>
                  </a:lnTo>
                  <a:lnTo>
                    <a:pt x="216" y="166"/>
                  </a:lnTo>
                  <a:lnTo>
                    <a:pt x="222" y="164"/>
                  </a:lnTo>
                  <a:lnTo>
                    <a:pt x="224" y="159"/>
                  </a:lnTo>
                  <a:lnTo>
                    <a:pt x="232" y="156"/>
                  </a:lnTo>
                  <a:lnTo>
                    <a:pt x="242" y="147"/>
                  </a:lnTo>
                  <a:lnTo>
                    <a:pt x="246" y="146"/>
                  </a:lnTo>
                  <a:lnTo>
                    <a:pt x="258" y="152"/>
                  </a:lnTo>
                  <a:lnTo>
                    <a:pt x="266" y="163"/>
                  </a:lnTo>
                  <a:lnTo>
                    <a:pt x="273" y="180"/>
                  </a:lnTo>
                  <a:lnTo>
                    <a:pt x="283" y="210"/>
                  </a:lnTo>
                  <a:lnTo>
                    <a:pt x="285" y="222"/>
                  </a:lnTo>
                  <a:lnTo>
                    <a:pt x="288" y="229"/>
                  </a:lnTo>
                  <a:lnTo>
                    <a:pt x="296" y="246"/>
                  </a:lnTo>
                  <a:lnTo>
                    <a:pt x="295" y="279"/>
                  </a:lnTo>
                  <a:lnTo>
                    <a:pt x="284" y="294"/>
                  </a:lnTo>
                  <a:lnTo>
                    <a:pt x="283" y="283"/>
                  </a:lnTo>
                  <a:lnTo>
                    <a:pt x="286" y="278"/>
                  </a:lnTo>
                  <a:lnTo>
                    <a:pt x="279" y="278"/>
                  </a:lnTo>
                  <a:lnTo>
                    <a:pt x="273" y="284"/>
                  </a:lnTo>
                  <a:lnTo>
                    <a:pt x="271" y="297"/>
                  </a:lnTo>
                  <a:lnTo>
                    <a:pt x="272" y="302"/>
                  </a:lnTo>
                  <a:lnTo>
                    <a:pt x="270" y="312"/>
                  </a:lnTo>
                  <a:lnTo>
                    <a:pt x="265" y="314"/>
                  </a:lnTo>
                  <a:lnTo>
                    <a:pt x="258" y="325"/>
                  </a:lnTo>
                  <a:lnTo>
                    <a:pt x="256" y="345"/>
                  </a:lnTo>
                  <a:lnTo>
                    <a:pt x="244" y="362"/>
                  </a:lnTo>
                  <a:lnTo>
                    <a:pt x="243" y="375"/>
                  </a:lnTo>
                  <a:lnTo>
                    <a:pt x="241" y="376"/>
                  </a:lnTo>
                  <a:lnTo>
                    <a:pt x="234" y="378"/>
                  </a:lnTo>
                  <a:lnTo>
                    <a:pt x="231" y="379"/>
                  </a:lnTo>
                  <a:lnTo>
                    <a:pt x="219" y="381"/>
                  </a:lnTo>
                  <a:lnTo>
                    <a:pt x="211" y="382"/>
                  </a:lnTo>
                  <a:lnTo>
                    <a:pt x="189" y="386"/>
                  </a:lnTo>
                  <a:lnTo>
                    <a:pt x="177" y="388"/>
                  </a:lnTo>
                  <a:lnTo>
                    <a:pt x="175" y="388"/>
                  </a:lnTo>
                  <a:lnTo>
                    <a:pt x="169" y="390"/>
                  </a:lnTo>
                  <a:lnTo>
                    <a:pt x="150" y="393"/>
                  </a:lnTo>
                  <a:lnTo>
                    <a:pt x="146" y="393"/>
                  </a:lnTo>
                  <a:lnTo>
                    <a:pt x="145" y="387"/>
                  </a:lnTo>
                  <a:lnTo>
                    <a:pt x="144" y="387"/>
                  </a:lnTo>
                  <a:lnTo>
                    <a:pt x="132" y="390"/>
                  </a:lnTo>
                  <a:lnTo>
                    <a:pt x="123" y="390"/>
                  </a:lnTo>
                  <a:lnTo>
                    <a:pt x="117" y="391"/>
                  </a:lnTo>
                  <a:lnTo>
                    <a:pt x="116" y="391"/>
                  </a:lnTo>
                  <a:lnTo>
                    <a:pt x="114" y="391"/>
                  </a:lnTo>
                  <a:lnTo>
                    <a:pt x="111" y="392"/>
                  </a:lnTo>
                  <a:lnTo>
                    <a:pt x="105" y="392"/>
                  </a:lnTo>
                  <a:lnTo>
                    <a:pt x="96" y="393"/>
                  </a:lnTo>
                  <a:lnTo>
                    <a:pt x="85" y="394"/>
                  </a:lnTo>
                  <a:lnTo>
                    <a:pt x="79" y="396"/>
                  </a:lnTo>
                  <a:lnTo>
                    <a:pt x="78" y="396"/>
                  </a:lnTo>
                  <a:lnTo>
                    <a:pt x="61" y="398"/>
                  </a:lnTo>
                  <a:lnTo>
                    <a:pt x="56" y="398"/>
                  </a:lnTo>
                  <a:lnTo>
                    <a:pt x="44" y="399"/>
                  </a:lnTo>
                  <a:lnTo>
                    <a:pt x="43" y="400"/>
                  </a:lnTo>
                  <a:lnTo>
                    <a:pt x="34" y="400"/>
                  </a:lnTo>
                  <a:lnTo>
                    <a:pt x="24" y="402"/>
                  </a:lnTo>
                  <a:lnTo>
                    <a:pt x="16" y="403"/>
                  </a:lnTo>
                  <a:lnTo>
                    <a:pt x="7" y="404"/>
                  </a:lnTo>
                  <a:lnTo>
                    <a:pt x="2" y="404"/>
                  </a:lnTo>
                  <a:lnTo>
                    <a:pt x="12" y="394"/>
                  </a:lnTo>
                  <a:lnTo>
                    <a:pt x="21" y="370"/>
                  </a:lnTo>
                  <a:lnTo>
                    <a:pt x="30" y="354"/>
                  </a:lnTo>
                  <a:lnTo>
                    <a:pt x="33" y="337"/>
                  </a:lnTo>
                  <a:lnTo>
                    <a:pt x="34" y="304"/>
                  </a:lnTo>
                  <a:lnTo>
                    <a:pt x="34" y="302"/>
                  </a:lnTo>
                  <a:lnTo>
                    <a:pt x="31" y="280"/>
                  </a:lnTo>
                  <a:lnTo>
                    <a:pt x="26" y="270"/>
                  </a:lnTo>
                  <a:lnTo>
                    <a:pt x="9" y="237"/>
                  </a:lnTo>
                  <a:lnTo>
                    <a:pt x="9" y="236"/>
                  </a:lnTo>
                  <a:lnTo>
                    <a:pt x="4" y="213"/>
                  </a:lnTo>
                  <a:lnTo>
                    <a:pt x="4" y="212"/>
                  </a:lnTo>
                  <a:lnTo>
                    <a:pt x="7" y="202"/>
                  </a:lnTo>
                  <a:lnTo>
                    <a:pt x="2" y="186"/>
                  </a:lnTo>
                  <a:lnTo>
                    <a:pt x="0" y="183"/>
                  </a:lnTo>
                  <a:lnTo>
                    <a:pt x="6" y="168"/>
                  </a:lnTo>
                  <a:lnTo>
                    <a:pt x="13" y="148"/>
                  </a:lnTo>
                  <a:lnTo>
                    <a:pt x="13" y="142"/>
                  </a:lnTo>
                  <a:lnTo>
                    <a:pt x="13" y="134"/>
                  </a:lnTo>
                  <a:lnTo>
                    <a:pt x="13" y="130"/>
                  </a:lnTo>
                  <a:lnTo>
                    <a:pt x="9" y="120"/>
                  </a:lnTo>
                  <a:lnTo>
                    <a:pt x="20" y="111"/>
                  </a:lnTo>
                  <a:lnTo>
                    <a:pt x="21" y="108"/>
                  </a:lnTo>
                  <a:lnTo>
                    <a:pt x="20" y="96"/>
                  </a:lnTo>
                  <a:lnTo>
                    <a:pt x="25" y="96"/>
                  </a:lnTo>
                  <a:lnTo>
                    <a:pt x="38" y="84"/>
                  </a:lnTo>
                  <a:lnTo>
                    <a:pt x="52" y="69"/>
                  </a:lnTo>
                  <a:lnTo>
                    <a:pt x="49" y="84"/>
                  </a:lnTo>
                  <a:lnTo>
                    <a:pt x="50" y="105"/>
                  </a:lnTo>
                  <a:lnTo>
                    <a:pt x="57" y="85"/>
                  </a:lnTo>
                  <a:lnTo>
                    <a:pt x="60" y="96"/>
                  </a:lnTo>
                  <a:lnTo>
                    <a:pt x="56" y="106"/>
                  </a:lnTo>
                  <a:lnTo>
                    <a:pt x="58" y="106"/>
                  </a:lnTo>
                  <a:lnTo>
                    <a:pt x="63" y="94"/>
                  </a:lnTo>
                  <a:lnTo>
                    <a:pt x="66" y="81"/>
                  </a:lnTo>
                  <a:lnTo>
                    <a:pt x="62" y="61"/>
                  </a:lnTo>
                  <a:lnTo>
                    <a:pt x="62" y="57"/>
                  </a:lnTo>
                  <a:lnTo>
                    <a:pt x="70" y="48"/>
                  </a:lnTo>
                  <a:lnTo>
                    <a:pt x="80" y="44"/>
                  </a:lnTo>
                  <a:lnTo>
                    <a:pt x="87" y="43"/>
                  </a:lnTo>
                  <a:lnTo>
                    <a:pt x="86" y="37"/>
                  </a:lnTo>
                  <a:lnTo>
                    <a:pt x="79" y="31"/>
                  </a:lnTo>
                  <a:lnTo>
                    <a:pt x="79" y="19"/>
                  </a:lnTo>
                  <a:lnTo>
                    <a:pt x="82" y="15"/>
                  </a:lnTo>
                  <a:lnTo>
                    <a:pt x="81" y="4"/>
                  </a:lnTo>
                  <a:lnTo>
                    <a:pt x="96" y="4"/>
                  </a:lnTo>
                  <a:lnTo>
                    <a:pt x="99" y="0"/>
                  </a:lnTo>
                  <a:lnTo>
                    <a:pt x="104" y="3"/>
                  </a:lnTo>
                  <a:lnTo>
                    <a:pt x="117" y="9"/>
                  </a:lnTo>
                  <a:lnTo>
                    <a:pt x="138" y="10"/>
                  </a:lnTo>
                  <a:lnTo>
                    <a:pt x="145" y="21"/>
                  </a:lnTo>
                  <a:lnTo>
                    <a:pt x="162" y="24"/>
                  </a:lnTo>
                  <a:lnTo>
                    <a:pt x="178" y="30"/>
                  </a:lnTo>
                  <a:lnTo>
                    <a:pt x="188" y="30"/>
                  </a:lnTo>
                  <a:lnTo>
                    <a:pt x="198" y="43"/>
                  </a:lnTo>
                  <a:lnTo>
                    <a:pt x="207" y="57"/>
                  </a:lnTo>
                  <a:lnTo>
                    <a:pt x="200" y="56"/>
                  </a:lnTo>
                  <a:lnTo>
                    <a:pt x="196" y="63"/>
                  </a:lnTo>
                  <a:lnTo>
                    <a:pt x="202" y="72"/>
                  </a:lnTo>
                  <a:lnTo>
                    <a:pt x="207" y="74"/>
                  </a:lnTo>
                  <a:lnTo>
                    <a:pt x="207" y="75"/>
                  </a:lnTo>
                  <a:lnTo>
                    <a:pt x="211" y="86"/>
                  </a:lnTo>
                  <a:lnTo>
                    <a:pt x="212" y="10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3" name="Freeform 47">
              <a:extLst>
                <a:ext uri="{FF2B5EF4-FFF2-40B4-BE49-F238E27FC236}">
                  <a16:creationId xmlns:a16="http://schemas.microsoft.com/office/drawing/2014/main" id="{37D3CC68-6541-78C4-1AF2-DA76EDD69FF4}"/>
                </a:ext>
              </a:extLst>
            </p:cNvPr>
            <p:cNvSpPr>
              <a:spLocks noChangeAspect="1"/>
            </p:cNvSpPr>
            <p:nvPr/>
          </p:nvSpPr>
          <p:spPr bwMode="auto">
            <a:xfrm>
              <a:off x="752" y="2305"/>
              <a:ext cx="83" cy="40"/>
            </a:xfrm>
            <a:custGeom>
              <a:avLst/>
              <a:gdLst>
                <a:gd name="T0" fmla="*/ 260 w 468"/>
                <a:gd name="T1" fmla="*/ 155 h 224"/>
                <a:gd name="T2" fmla="*/ 247 w 468"/>
                <a:gd name="T3" fmla="*/ 157 h 224"/>
                <a:gd name="T4" fmla="*/ 235 w 468"/>
                <a:gd name="T5" fmla="*/ 151 h 224"/>
                <a:gd name="T6" fmla="*/ 207 w 468"/>
                <a:gd name="T7" fmla="*/ 211 h 224"/>
                <a:gd name="T8" fmla="*/ 202 w 468"/>
                <a:gd name="T9" fmla="*/ 224 h 224"/>
                <a:gd name="T10" fmla="*/ 178 w 468"/>
                <a:gd name="T11" fmla="*/ 167 h 224"/>
                <a:gd name="T12" fmla="*/ 169 w 468"/>
                <a:gd name="T13" fmla="*/ 163 h 224"/>
                <a:gd name="T14" fmla="*/ 164 w 468"/>
                <a:gd name="T15" fmla="*/ 162 h 224"/>
                <a:gd name="T16" fmla="*/ 163 w 468"/>
                <a:gd name="T17" fmla="*/ 154 h 224"/>
                <a:gd name="T18" fmla="*/ 150 w 468"/>
                <a:gd name="T19" fmla="*/ 146 h 224"/>
                <a:gd name="T20" fmla="*/ 124 w 468"/>
                <a:gd name="T21" fmla="*/ 146 h 224"/>
                <a:gd name="T22" fmla="*/ 116 w 468"/>
                <a:gd name="T23" fmla="*/ 143 h 224"/>
                <a:gd name="T24" fmla="*/ 103 w 468"/>
                <a:gd name="T25" fmla="*/ 140 h 224"/>
                <a:gd name="T26" fmla="*/ 92 w 468"/>
                <a:gd name="T27" fmla="*/ 134 h 224"/>
                <a:gd name="T28" fmla="*/ 34 w 468"/>
                <a:gd name="T29" fmla="*/ 124 h 224"/>
                <a:gd name="T30" fmla="*/ 13 w 468"/>
                <a:gd name="T31" fmla="*/ 107 h 224"/>
                <a:gd name="T32" fmla="*/ 10 w 468"/>
                <a:gd name="T33" fmla="*/ 95 h 224"/>
                <a:gd name="T34" fmla="*/ 33 w 468"/>
                <a:gd name="T35" fmla="*/ 79 h 224"/>
                <a:gd name="T36" fmla="*/ 50 w 468"/>
                <a:gd name="T37" fmla="*/ 73 h 224"/>
                <a:gd name="T38" fmla="*/ 94 w 468"/>
                <a:gd name="T39" fmla="*/ 48 h 224"/>
                <a:gd name="T40" fmla="*/ 112 w 468"/>
                <a:gd name="T41" fmla="*/ 28 h 224"/>
                <a:gd name="T42" fmla="*/ 126 w 468"/>
                <a:gd name="T43" fmla="*/ 12 h 224"/>
                <a:gd name="T44" fmla="*/ 152 w 468"/>
                <a:gd name="T45" fmla="*/ 0 h 224"/>
                <a:gd name="T46" fmla="*/ 171 w 468"/>
                <a:gd name="T47" fmla="*/ 4 h 224"/>
                <a:gd name="T48" fmla="*/ 140 w 468"/>
                <a:gd name="T49" fmla="*/ 28 h 224"/>
                <a:gd name="T50" fmla="*/ 133 w 468"/>
                <a:gd name="T51" fmla="*/ 41 h 224"/>
                <a:gd name="T52" fmla="*/ 127 w 468"/>
                <a:gd name="T53" fmla="*/ 54 h 224"/>
                <a:gd name="T54" fmla="*/ 141 w 468"/>
                <a:gd name="T55" fmla="*/ 54 h 224"/>
                <a:gd name="T56" fmla="*/ 175 w 468"/>
                <a:gd name="T57" fmla="*/ 56 h 224"/>
                <a:gd name="T58" fmla="*/ 205 w 468"/>
                <a:gd name="T59" fmla="*/ 89 h 224"/>
                <a:gd name="T60" fmla="*/ 244 w 468"/>
                <a:gd name="T61" fmla="*/ 86 h 224"/>
                <a:gd name="T62" fmla="*/ 247 w 468"/>
                <a:gd name="T63" fmla="*/ 80 h 224"/>
                <a:gd name="T64" fmla="*/ 259 w 468"/>
                <a:gd name="T65" fmla="*/ 83 h 224"/>
                <a:gd name="T66" fmla="*/ 301 w 468"/>
                <a:gd name="T67" fmla="*/ 60 h 224"/>
                <a:gd name="T68" fmla="*/ 326 w 468"/>
                <a:gd name="T69" fmla="*/ 58 h 224"/>
                <a:gd name="T70" fmla="*/ 357 w 468"/>
                <a:gd name="T71" fmla="*/ 44 h 224"/>
                <a:gd name="T72" fmla="*/ 361 w 468"/>
                <a:gd name="T73" fmla="*/ 73 h 224"/>
                <a:gd name="T74" fmla="*/ 386 w 468"/>
                <a:gd name="T75" fmla="*/ 70 h 224"/>
                <a:gd name="T76" fmla="*/ 399 w 468"/>
                <a:gd name="T77" fmla="*/ 66 h 224"/>
                <a:gd name="T78" fmla="*/ 414 w 468"/>
                <a:gd name="T79" fmla="*/ 60 h 224"/>
                <a:gd name="T80" fmla="*/ 420 w 468"/>
                <a:gd name="T81" fmla="*/ 62 h 224"/>
                <a:gd name="T82" fmla="*/ 427 w 468"/>
                <a:gd name="T83" fmla="*/ 92 h 224"/>
                <a:gd name="T84" fmla="*/ 436 w 468"/>
                <a:gd name="T85" fmla="*/ 103 h 224"/>
                <a:gd name="T86" fmla="*/ 444 w 468"/>
                <a:gd name="T87" fmla="*/ 96 h 224"/>
                <a:gd name="T88" fmla="*/ 458 w 468"/>
                <a:gd name="T89" fmla="*/ 96 h 224"/>
                <a:gd name="T90" fmla="*/ 460 w 468"/>
                <a:gd name="T91" fmla="*/ 113 h 224"/>
                <a:gd name="T92" fmla="*/ 442 w 468"/>
                <a:gd name="T93" fmla="*/ 112 h 224"/>
                <a:gd name="T94" fmla="*/ 427 w 468"/>
                <a:gd name="T95" fmla="*/ 112 h 224"/>
                <a:gd name="T96" fmla="*/ 392 w 468"/>
                <a:gd name="T97" fmla="*/ 112 h 224"/>
                <a:gd name="T98" fmla="*/ 386 w 468"/>
                <a:gd name="T99" fmla="*/ 132 h 224"/>
                <a:gd name="T100" fmla="*/ 358 w 468"/>
                <a:gd name="T101" fmla="*/ 115 h 224"/>
                <a:gd name="T102" fmla="*/ 325 w 468"/>
                <a:gd name="T103" fmla="*/ 124 h 224"/>
                <a:gd name="T104" fmla="*/ 309 w 468"/>
                <a:gd name="T105" fmla="*/ 128 h 224"/>
                <a:gd name="T106" fmla="*/ 292 w 468"/>
                <a:gd name="T107" fmla="*/ 131 h 224"/>
                <a:gd name="T108" fmla="*/ 272 w 468"/>
                <a:gd name="T109" fmla="*/ 15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8" h="224">
                  <a:moveTo>
                    <a:pt x="272" y="154"/>
                  </a:moveTo>
                  <a:lnTo>
                    <a:pt x="260" y="155"/>
                  </a:lnTo>
                  <a:lnTo>
                    <a:pt x="252" y="145"/>
                  </a:lnTo>
                  <a:lnTo>
                    <a:pt x="247" y="157"/>
                  </a:lnTo>
                  <a:lnTo>
                    <a:pt x="237" y="158"/>
                  </a:lnTo>
                  <a:lnTo>
                    <a:pt x="235" y="151"/>
                  </a:lnTo>
                  <a:lnTo>
                    <a:pt x="220" y="179"/>
                  </a:lnTo>
                  <a:lnTo>
                    <a:pt x="207" y="211"/>
                  </a:lnTo>
                  <a:lnTo>
                    <a:pt x="201" y="222"/>
                  </a:lnTo>
                  <a:lnTo>
                    <a:pt x="202" y="224"/>
                  </a:lnTo>
                  <a:lnTo>
                    <a:pt x="196" y="223"/>
                  </a:lnTo>
                  <a:lnTo>
                    <a:pt x="178" y="167"/>
                  </a:lnTo>
                  <a:lnTo>
                    <a:pt x="177" y="164"/>
                  </a:lnTo>
                  <a:lnTo>
                    <a:pt x="169" y="163"/>
                  </a:lnTo>
                  <a:lnTo>
                    <a:pt x="169" y="161"/>
                  </a:lnTo>
                  <a:lnTo>
                    <a:pt x="164" y="162"/>
                  </a:lnTo>
                  <a:lnTo>
                    <a:pt x="159" y="161"/>
                  </a:lnTo>
                  <a:lnTo>
                    <a:pt x="163" y="154"/>
                  </a:lnTo>
                  <a:lnTo>
                    <a:pt x="159" y="149"/>
                  </a:lnTo>
                  <a:lnTo>
                    <a:pt x="150" y="146"/>
                  </a:lnTo>
                  <a:lnTo>
                    <a:pt x="133" y="145"/>
                  </a:lnTo>
                  <a:lnTo>
                    <a:pt x="124" y="146"/>
                  </a:lnTo>
                  <a:lnTo>
                    <a:pt x="120" y="144"/>
                  </a:lnTo>
                  <a:lnTo>
                    <a:pt x="116" y="143"/>
                  </a:lnTo>
                  <a:lnTo>
                    <a:pt x="109" y="143"/>
                  </a:lnTo>
                  <a:lnTo>
                    <a:pt x="103" y="140"/>
                  </a:lnTo>
                  <a:lnTo>
                    <a:pt x="98" y="138"/>
                  </a:lnTo>
                  <a:lnTo>
                    <a:pt x="92" y="134"/>
                  </a:lnTo>
                  <a:lnTo>
                    <a:pt x="39" y="125"/>
                  </a:lnTo>
                  <a:lnTo>
                    <a:pt x="34" y="124"/>
                  </a:lnTo>
                  <a:lnTo>
                    <a:pt x="20" y="119"/>
                  </a:lnTo>
                  <a:lnTo>
                    <a:pt x="13" y="107"/>
                  </a:lnTo>
                  <a:lnTo>
                    <a:pt x="0" y="101"/>
                  </a:lnTo>
                  <a:lnTo>
                    <a:pt x="10" y="95"/>
                  </a:lnTo>
                  <a:lnTo>
                    <a:pt x="26" y="86"/>
                  </a:lnTo>
                  <a:lnTo>
                    <a:pt x="33" y="79"/>
                  </a:lnTo>
                  <a:lnTo>
                    <a:pt x="42" y="73"/>
                  </a:lnTo>
                  <a:lnTo>
                    <a:pt x="50" y="73"/>
                  </a:lnTo>
                  <a:lnTo>
                    <a:pt x="74" y="62"/>
                  </a:lnTo>
                  <a:lnTo>
                    <a:pt x="94" y="48"/>
                  </a:lnTo>
                  <a:lnTo>
                    <a:pt x="98" y="41"/>
                  </a:lnTo>
                  <a:lnTo>
                    <a:pt x="112" y="28"/>
                  </a:lnTo>
                  <a:lnTo>
                    <a:pt x="120" y="22"/>
                  </a:lnTo>
                  <a:lnTo>
                    <a:pt x="126" y="12"/>
                  </a:lnTo>
                  <a:lnTo>
                    <a:pt x="144" y="2"/>
                  </a:lnTo>
                  <a:lnTo>
                    <a:pt x="152" y="0"/>
                  </a:lnTo>
                  <a:lnTo>
                    <a:pt x="169" y="0"/>
                  </a:lnTo>
                  <a:lnTo>
                    <a:pt x="171" y="4"/>
                  </a:lnTo>
                  <a:lnTo>
                    <a:pt x="153" y="16"/>
                  </a:lnTo>
                  <a:lnTo>
                    <a:pt x="140" y="28"/>
                  </a:lnTo>
                  <a:lnTo>
                    <a:pt x="139" y="34"/>
                  </a:lnTo>
                  <a:lnTo>
                    <a:pt x="133" y="41"/>
                  </a:lnTo>
                  <a:lnTo>
                    <a:pt x="132" y="47"/>
                  </a:lnTo>
                  <a:lnTo>
                    <a:pt x="127" y="54"/>
                  </a:lnTo>
                  <a:lnTo>
                    <a:pt x="140" y="54"/>
                  </a:lnTo>
                  <a:lnTo>
                    <a:pt x="141" y="54"/>
                  </a:lnTo>
                  <a:lnTo>
                    <a:pt x="154" y="54"/>
                  </a:lnTo>
                  <a:lnTo>
                    <a:pt x="175" y="56"/>
                  </a:lnTo>
                  <a:lnTo>
                    <a:pt x="186" y="67"/>
                  </a:lnTo>
                  <a:lnTo>
                    <a:pt x="205" y="89"/>
                  </a:lnTo>
                  <a:lnTo>
                    <a:pt x="220" y="88"/>
                  </a:lnTo>
                  <a:lnTo>
                    <a:pt x="244" y="86"/>
                  </a:lnTo>
                  <a:lnTo>
                    <a:pt x="249" y="84"/>
                  </a:lnTo>
                  <a:lnTo>
                    <a:pt x="247" y="80"/>
                  </a:lnTo>
                  <a:lnTo>
                    <a:pt x="252" y="84"/>
                  </a:lnTo>
                  <a:lnTo>
                    <a:pt x="259" y="83"/>
                  </a:lnTo>
                  <a:lnTo>
                    <a:pt x="284" y="65"/>
                  </a:lnTo>
                  <a:lnTo>
                    <a:pt x="301" y="60"/>
                  </a:lnTo>
                  <a:lnTo>
                    <a:pt x="309" y="60"/>
                  </a:lnTo>
                  <a:lnTo>
                    <a:pt x="326" y="58"/>
                  </a:lnTo>
                  <a:lnTo>
                    <a:pt x="342" y="48"/>
                  </a:lnTo>
                  <a:lnTo>
                    <a:pt x="357" y="44"/>
                  </a:lnTo>
                  <a:lnTo>
                    <a:pt x="358" y="71"/>
                  </a:lnTo>
                  <a:lnTo>
                    <a:pt x="361" y="73"/>
                  </a:lnTo>
                  <a:lnTo>
                    <a:pt x="378" y="72"/>
                  </a:lnTo>
                  <a:lnTo>
                    <a:pt x="386" y="70"/>
                  </a:lnTo>
                  <a:lnTo>
                    <a:pt x="391" y="74"/>
                  </a:lnTo>
                  <a:lnTo>
                    <a:pt x="399" y="66"/>
                  </a:lnTo>
                  <a:lnTo>
                    <a:pt x="410" y="65"/>
                  </a:lnTo>
                  <a:lnTo>
                    <a:pt x="414" y="60"/>
                  </a:lnTo>
                  <a:lnTo>
                    <a:pt x="418" y="60"/>
                  </a:lnTo>
                  <a:lnTo>
                    <a:pt x="420" y="62"/>
                  </a:lnTo>
                  <a:lnTo>
                    <a:pt x="420" y="76"/>
                  </a:lnTo>
                  <a:lnTo>
                    <a:pt x="427" y="92"/>
                  </a:lnTo>
                  <a:lnTo>
                    <a:pt x="432" y="95"/>
                  </a:lnTo>
                  <a:lnTo>
                    <a:pt x="436" y="103"/>
                  </a:lnTo>
                  <a:lnTo>
                    <a:pt x="440" y="102"/>
                  </a:lnTo>
                  <a:lnTo>
                    <a:pt x="444" y="96"/>
                  </a:lnTo>
                  <a:lnTo>
                    <a:pt x="450" y="100"/>
                  </a:lnTo>
                  <a:lnTo>
                    <a:pt x="458" y="96"/>
                  </a:lnTo>
                  <a:lnTo>
                    <a:pt x="468" y="106"/>
                  </a:lnTo>
                  <a:lnTo>
                    <a:pt x="460" y="113"/>
                  </a:lnTo>
                  <a:lnTo>
                    <a:pt x="451" y="114"/>
                  </a:lnTo>
                  <a:lnTo>
                    <a:pt x="442" y="112"/>
                  </a:lnTo>
                  <a:lnTo>
                    <a:pt x="434" y="114"/>
                  </a:lnTo>
                  <a:lnTo>
                    <a:pt x="427" y="112"/>
                  </a:lnTo>
                  <a:lnTo>
                    <a:pt x="410" y="119"/>
                  </a:lnTo>
                  <a:lnTo>
                    <a:pt x="392" y="112"/>
                  </a:lnTo>
                  <a:lnTo>
                    <a:pt x="388" y="115"/>
                  </a:lnTo>
                  <a:lnTo>
                    <a:pt x="386" y="132"/>
                  </a:lnTo>
                  <a:lnTo>
                    <a:pt x="367" y="118"/>
                  </a:lnTo>
                  <a:lnTo>
                    <a:pt x="358" y="115"/>
                  </a:lnTo>
                  <a:lnTo>
                    <a:pt x="332" y="113"/>
                  </a:lnTo>
                  <a:lnTo>
                    <a:pt x="325" y="124"/>
                  </a:lnTo>
                  <a:lnTo>
                    <a:pt x="318" y="127"/>
                  </a:lnTo>
                  <a:lnTo>
                    <a:pt x="309" y="128"/>
                  </a:lnTo>
                  <a:lnTo>
                    <a:pt x="304" y="132"/>
                  </a:lnTo>
                  <a:lnTo>
                    <a:pt x="292" y="131"/>
                  </a:lnTo>
                  <a:lnTo>
                    <a:pt x="284" y="133"/>
                  </a:lnTo>
                  <a:lnTo>
                    <a:pt x="272" y="15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4" name="Freeform 48">
              <a:extLst>
                <a:ext uri="{FF2B5EF4-FFF2-40B4-BE49-F238E27FC236}">
                  <a16:creationId xmlns:a16="http://schemas.microsoft.com/office/drawing/2014/main" id="{DCDA7607-D017-976D-AA86-E6A19D58921D}"/>
                </a:ext>
              </a:extLst>
            </p:cNvPr>
            <p:cNvSpPr>
              <a:spLocks noChangeAspect="1"/>
            </p:cNvSpPr>
            <p:nvPr/>
          </p:nvSpPr>
          <p:spPr bwMode="auto">
            <a:xfrm>
              <a:off x="822" y="2328"/>
              <a:ext cx="3" cy="2"/>
            </a:xfrm>
            <a:custGeom>
              <a:avLst/>
              <a:gdLst>
                <a:gd name="T0" fmla="*/ 1 w 19"/>
                <a:gd name="T1" fmla="*/ 4 h 13"/>
                <a:gd name="T2" fmla="*/ 0 w 19"/>
                <a:gd name="T3" fmla="*/ 0 h 13"/>
                <a:gd name="T4" fmla="*/ 19 w 19"/>
                <a:gd name="T5" fmla="*/ 11 h 13"/>
                <a:gd name="T6" fmla="*/ 12 w 19"/>
                <a:gd name="T7" fmla="*/ 13 h 13"/>
                <a:gd name="T8" fmla="*/ 1 w 19"/>
                <a:gd name="T9" fmla="*/ 4 h 13"/>
              </a:gdLst>
              <a:ahLst/>
              <a:cxnLst>
                <a:cxn ang="0">
                  <a:pos x="T0" y="T1"/>
                </a:cxn>
                <a:cxn ang="0">
                  <a:pos x="T2" y="T3"/>
                </a:cxn>
                <a:cxn ang="0">
                  <a:pos x="T4" y="T5"/>
                </a:cxn>
                <a:cxn ang="0">
                  <a:pos x="T6" y="T7"/>
                </a:cxn>
                <a:cxn ang="0">
                  <a:pos x="T8" y="T9"/>
                </a:cxn>
              </a:cxnLst>
              <a:rect l="0" t="0" r="r" b="b"/>
              <a:pathLst>
                <a:path w="19" h="13">
                  <a:moveTo>
                    <a:pt x="1" y="4"/>
                  </a:moveTo>
                  <a:lnTo>
                    <a:pt x="0" y="0"/>
                  </a:lnTo>
                  <a:lnTo>
                    <a:pt x="19" y="11"/>
                  </a:lnTo>
                  <a:lnTo>
                    <a:pt x="12" y="13"/>
                  </a:lnTo>
                  <a:lnTo>
                    <a:pt x="1"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5" name="Freeform 49">
              <a:extLst>
                <a:ext uri="{FF2B5EF4-FFF2-40B4-BE49-F238E27FC236}">
                  <a16:creationId xmlns:a16="http://schemas.microsoft.com/office/drawing/2014/main" id="{E3701D0F-DBCA-B2CF-CEED-6398E2CF7EE2}"/>
                </a:ext>
              </a:extLst>
            </p:cNvPr>
            <p:cNvSpPr>
              <a:spLocks noChangeAspect="1"/>
            </p:cNvSpPr>
            <p:nvPr/>
          </p:nvSpPr>
          <p:spPr bwMode="auto">
            <a:xfrm>
              <a:off x="766" y="2298"/>
              <a:ext cx="4" cy="0"/>
            </a:xfrm>
            <a:custGeom>
              <a:avLst/>
              <a:gdLst>
                <a:gd name="T0" fmla="*/ 0 w 20"/>
                <a:gd name="T1" fmla="*/ 1 h 3"/>
                <a:gd name="T2" fmla="*/ 20 w 20"/>
                <a:gd name="T3" fmla="*/ 0 h 3"/>
                <a:gd name="T4" fmla="*/ 16 w 20"/>
                <a:gd name="T5" fmla="*/ 1 h 3"/>
                <a:gd name="T6" fmla="*/ 12 w 20"/>
                <a:gd name="T7" fmla="*/ 3 h 3"/>
                <a:gd name="T8" fmla="*/ 0 w 20"/>
                <a:gd name="T9" fmla="*/ 1 h 3"/>
              </a:gdLst>
              <a:ahLst/>
              <a:cxnLst>
                <a:cxn ang="0">
                  <a:pos x="T0" y="T1"/>
                </a:cxn>
                <a:cxn ang="0">
                  <a:pos x="T2" y="T3"/>
                </a:cxn>
                <a:cxn ang="0">
                  <a:pos x="T4" y="T5"/>
                </a:cxn>
                <a:cxn ang="0">
                  <a:pos x="T6" y="T7"/>
                </a:cxn>
                <a:cxn ang="0">
                  <a:pos x="T8" y="T9"/>
                </a:cxn>
              </a:cxnLst>
              <a:rect l="0" t="0" r="r" b="b"/>
              <a:pathLst>
                <a:path w="20" h="3">
                  <a:moveTo>
                    <a:pt x="0" y="1"/>
                  </a:moveTo>
                  <a:lnTo>
                    <a:pt x="20" y="0"/>
                  </a:lnTo>
                  <a:lnTo>
                    <a:pt x="16" y="1"/>
                  </a:lnTo>
                  <a:lnTo>
                    <a:pt x="12" y="3"/>
                  </a:lnTo>
                  <a:lnTo>
                    <a:pt x="0" y="1"/>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6" name="Freeform 50">
              <a:extLst>
                <a:ext uri="{FF2B5EF4-FFF2-40B4-BE49-F238E27FC236}">
                  <a16:creationId xmlns:a16="http://schemas.microsoft.com/office/drawing/2014/main" id="{C0C14AD1-7B58-0A14-C253-FC81B9FD9A50}"/>
                </a:ext>
              </a:extLst>
            </p:cNvPr>
            <p:cNvSpPr>
              <a:spLocks noChangeAspect="1"/>
            </p:cNvSpPr>
            <p:nvPr/>
          </p:nvSpPr>
          <p:spPr bwMode="auto">
            <a:xfrm>
              <a:off x="829" y="2387"/>
              <a:ext cx="57" cy="65"/>
            </a:xfrm>
            <a:custGeom>
              <a:avLst/>
              <a:gdLst>
                <a:gd name="T0" fmla="*/ 108 w 322"/>
                <a:gd name="T1" fmla="*/ 349 h 367"/>
                <a:gd name="T2" fmla="*/ 92 w 322"/>
                <a:gd name="T3" fmla="*/ 349 h 367"/>
                <a:gd name="T4" fmla="*/ 78 w 322"/>
                <a:gd name="T5" fmla="*/ 341 h 367"/>
                <a:gd name="T6" fmla="*/ 70 w 322"/>
                <a:gd name="T7" fmla="*/ 328 h 367"/>
                <a:gd name="T8" fmla="*/ 55 w 322"/>
                <a:gd name="T9" fmla="*/ 322 h 367"/>
                <a:gd name="T10" fmla="*/ 35 w 322"/>
                <a:gd name="T11" fmla="*/ 322 h 367"/>
                <a:gd name="T12" fmla="*/ 31 w 322"/>
                <a:gd name="T13" fmla="*/ 317 h 367"/>
                <a:gd name="T14" fmla="*/ 28 w 322"/>
                <a:gd name="T15" fmla="*/ 286 h 367"/>
                <a:gd name="T16" fmla="*/ 26 w 322"/>
                <a:gd name="T17" fmla="*/ 276 h 367"/>
                <a:gd name="T18" fmla="*/ 23 w 322"/>
                <a:gd name="T19" fmla="*/ 254 h 367"/>
                <a:gd name="T20" fmla="*/ 22 w 322"/>
                <a:gd name="T21" fmla="*/ 238 h 367"/>
                <a:gd name="T22" fmla="*/ 18 w 322"/>
                <a:gd name="T23" fmla="*/ 214 h 367"/>
                <a:gd name="T24" fmla="*/ 17 w 322"/>
                <a:gd name="T25" fmla="*/ 198 h 367"/>
                <a:gd name="T26" fmla="*/ 14 w 322"/>
                <a:gd name="T27" fmla="*/ 176 h 367"/>
                <a:gd name="T28" fmla="*/ 11 w 322"/>
                <a:gd name="T29" fmla="*/ 152 h 367"/>
                <a:gd name="T30" fmla="*/ 10 w 322"/>
                <a:gd name="T31" fmla="*/ 140 h 367"/>
                <a:gd name="T32" fmla="*/ 6 w 322"/>
                <a:gd name="T33" fmla="*/ 114 h 367"/>
                <a:gd name="T34" fmla="*/ 4 w 322"/>
                <a:gd name="T35" fmla="*/ 100 h 367"/>
                <a:gd name="T36" fmla="*/ 4 w 322"/>
                <a:gd name="T37" fmla="*/ 73 h 367"/>
                <a:gd name="T38" fmla="*/ 31 w 322"/>
                <a:gd name="T39" fmla="*/ 68 h 367"/>
                <a:gd name="T40" fmla="*/ 73 w 322"/>
                <a:gd name="T41" fmla="*/ 61 h 367"/>
                <a:gd name="T42" fmla="*/ 95 w 322"/>
                <a:gd name="T43" fmla="*/ 56 h 367"/>
                <a:gd name="T44" fmla="*/ 118 w 322"/>
                <a:gd name="T45" fmla="*/ 65 h 367"/>
                <a:gd name="T46" fmla="*/ 152 w 322"/>
                <a:gd name="T47" fmla="*/ 72 h 367"/>
                <a:gd name="T48" fmla="*/ 178 w 322"/>
                <a:gd name="T49" fmla="*/ 74 h 367"/>
                <a:gd name="T50" fmla="*/ 204 w 322"/>
                <a:gd name="T51" fmla="*/ 62 h 367"/>
                <a:gd name="T52" fmla="*/ 236 w 322"/>
                <a:gd name="T53" fmla="*/ 44 h 367"/>
                <a:gd name="T54" fmla="*/ 266 w 322"/>
                <a:gd name="T55" fmla="*/ 18 h 367"/>
                <a:gd name="T56" fmla="*/ 301 w 322"/>
                <a:gd name="T57" fmla="*/ 12 h 367"/>
                <a:gd name="T58" fmla="*/ 307 w 322"/>
                <a:gd name="T59" fmla="*/ 46 h 367"/>
                <a:gd name="T60" fmla="*/ 310 w 322"/>
                <a:gd name="T61" fmla="*/ 66 h 367"/>
                <a:gd name="T62" fmla="*/ 316 w 322"/>
                <a:gd name="T63" fmla="*/ 96 h 367"/>
                <a:gd name="T64" fmla="*/ 318 w 322"/>
                <a:gd name="T65" fmla="*/ 108 h 367"/>
                <a:gd name="T66" fmla="*/ 322 w 322"/>
                <a:gd name="T67" fmla="*/ 128 h 367"/>
                <a:gd name="T68" fmla="*/ 311 w 322"/>
                <a:gd name="T69" fmla="*/ 136 h 367"/>
                <a:gd name="T70" fmla="*/ 317 w 322"/>
                <a:gd name="T71" fmla="*/ 154 h 367"/>
                <a:gd name="T72" fmla="*/ 317 w 322"/>
                <a:gd name="T73" fmla="*/ 174 h 367"/>
                <a:gd name="T74" fmla="*/ 316 w 322"/>
                <a:gd name="T75" fmla="*/ 190 h 367"/>
                <a:gd name="T76" fmla="*/ 312 w 322"/>
                <a:gd name="T77" fmla="*/ 208 h 367"/>
                <a:gd name="T78" fmla="*/ 312 w 322"/>
                <a:gd name="T79" fmla="*/ 230 h 367"/>
                <a:gd name="T80" fmla="*/ 301 w 322"/>
                <a:gd name="T81" fmla="*/ 241 h 367"/>
                <a:gd name="T82" fmla="*/ 289 w 322"/>
                <a:gd name="T83" fmla="*/ 258 h 367"/>
                <a:gd name="T84" fmla="*/ 271 w 322"/>
                <a:gd name="T85" fmla="*/ 262 h 367"/>
                <a:gd name="T86" fmla="*/ 257 w 322"/>
                <a:gd name="T87" fmla="*/ 280 h 367"/>
                <a:gd name="T88" fmla="*/ 256 w 322"/>
                <a:gd name="T89" fmla="*/ 286 h 367"/>
                <a:gd name="T90" fmla="*/ 256 w 322"/>
                <a:gd name="T91" fmla="*/ 307 h 367"/>
                <a:gd name="T92" fmla="*/ 240 w 322"/>
                <a:gd name="T93" fmla="*/ 301 h 367"/>
                <a:gd name="T94" fmla="*/ 229 w 322"/>
                <a:gd name="T95" fmla="*/ 330 h 367"/>
                <a:gd name="T96" fmla="*/ 228 w 322"/>
                <a:gd name="T97" fmla="*/ 346 h 367"/>
                <a:gd name="T98" fmla="*/ 221 w 322"/>
                <a:gd name="T99" fmla="*/ 362 h 367"/>
                <a:gd name="T100" fmla="*/ 202 w 322"/>
                <a:gd name="T101" fmla="*/ 361 h 367"/>
                <a:gd name="T102" fmla="*/ 186 w 322"/>
                <a:gd name="T103" fmla="*/ 355 h 367"/>
                <a:gd name="T104" fmla="*/ 168 w 322"/>
                <a:gd name="T105" fmla="*/ 342 h 367"/>
                <a:gd name="T106" fmla="*/ 152 w 322"/>
                <a:gd name="T107" fmla="*/ 355 h 367"/>
                <a:gd name="T108" fmla="*/ 132 w 322"/>
                <a:gd name="T109" fmla="*/ 349 h 367"/>
                <a:gd name="T110" fmla="*/ 121 w 322"/>
                <a:gd name="T111" fmla="*/ 35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 h="367">
                  <a:moveTo>
                    <a:pt x="120" y="358"/>
                  </a:moveTo>
                  <a:lnTo>
                    <a:pt x="116" y="358"/>
                  </a:lnTo>
                  <a:lnTo>
                    <a:pt x="108" y="349"/>
                  </a:lnTo>
                  <a:lnTo>
                    <a:pt x="103" y="348"/>
                  </a:lnTo>
                  <a:lnTo>
                    <a:pt x="96" y="347"/>
                  </a:lnTo>
                  <a:lnTo>
                    <a:pt x="92" y="349"/>
                  </a:lnTo>
                  <a:lnTo>
                    <a:pt x="88" y="348"/>
                  </a:lnTo>
                  <a:lnTo>
                    <a:pt x="79" y="346"/>
                  </a:lnTo>
                  <a:lnTo>
                    <a:pt x="78" y="341"/>
                  </a:lnTo>
                  <a:lnTo>
                    <a:pt x="76" y="336"/>
                  </a:lnTo>
                  <a:lnTo>
                    <a:pt x="73" y="335"/>
                  </a:lnTo>
                  <a:lnTo>
                    <a:pt x="70" y="328"/>
                  </a:lnTo>
                  <a:lnTo>
                    <a:pt x="65" y="325"/>
                  </a:lnTo>
                  <a:lnTo>
                    <a:pt x="56" y="320"/>
                  </a:lnTo>
                  <a:lnTo>
                    <a:pt x="55" y="322"/>
                  </a:lnTo>
                  <a:lnTo>
                    <a:pt x="47" y="325"/>
                  </a:lnTo>
                  <a:lnTo>
                    <a:pt x="36" y="319"/>
                  </a:lnTo>
                  <a:lnTo>
                    <a:pt x="35" y="322"/>
                  </a:lnTo>
                  <a:lnTo>
                    <a:pt x="31" y="324"/>
                  </a:lnTo>
                  <a:lnTo>
                    <a:pt x="31" y="322"/>
                  </a:lnTo>
                  <a:lnTo>
                    <a:pt x="31" y="317"/>
                  </a:lnTo>
                  <a:lnTo>
                    <a:pt x="29" y="305"/>
                  </a:lnTo>
                  <a:lnTo>
                    <a:pt x="28" y="289"/>
                  </a:lnTo>
                  <a:lnTo>
                    <a:pt x="28" y="286"/>
                  </a:lnTo>
                  <a:lnTo>
                    <a:pt x="26" y="283"/>
                  </a:lnTo>
                  <a:lnTo>
                    <a:pt x="26" y="280"/>
                  </a:lnTo>
                  <a:lnTo>
                    <a:pt x="26" y="276"/>
                  </a:lnTo>
                  <a:lnTo>
                    <a:pt x="25" y="275"/>
                  </a:lnTo>
                  <a:lnTo>
                    <a:pt x="24" y="264"/>
                  </a:lnTo>
                  <a:lnTo>
                    <a:pt x="23" y="254"/>
                  </a:lnTo>
                  <a:lnTo>
                    <a:pt x="23" y="250"/>
                  </a:lnTo>
                  <a:lnTo>
                    <a:pt x="22" y="245"/>
                  </a:lnTo>
                  <a:lnTo>
                    <a:pt x="22" y="238"/>
                  </a:lnTo>
                  <a:lnTo>
                    <a:pt x="22" y="236"/>
                  </a:lnTo>
                  <a:lnTo>
                    <a:pt x="19" y="226"/>
                  </a:lnTo>
                  <a:lnTo>
                    <a:pt x="18" y="214"/>
                  </a:lnTo>
                  <a:lnTo>
                    <a:pt x="18" y="208"/>
                  </a:lnTo>
                  <a:lnTo>
                    <a:pt x="17" y="203"/>
                  </a:lnTo>
                  <a:lnTo>
                    <a:pt x="17" y="198"/>
                  </a:lnTo>
                  <a:lnTo>
                    <a:pt x="16" y="188"/>
                  </a:lnTo>
                  <a:lnTo>
                    <a:pt x="14" y="182"/>
                  </a:lnTo>
                  <a:lnTo>
                    <a:pt x="14" y="176"/>
                  </a:lnTo>
                  <a:lnTo>
                    <a:pt x="12" y="167"/>
                  </a:lnTo>
                  <a:lnTo>
                    <a:pt x="12" y="164"/>
                  </a:lnTo>
                  <a:lnTo>
                    <a:pt x="11" y="152"/>
                  </a:lnTo>
                  <a:lnTo>
                    <a:pt x="10" y="148"/>
                  </a:lnTo>
                  <a:lnTo>
                    <a:pt x="10" y="142"/>
                  </a:lnTo>
                  <a:lnTo>
                    <a:pt x="10" y="140"/>
                  </a:lnTo>
                  <a:lnTo>
                    <a:pt x="7" y="128"/>
                  </a:lnTo>
                  <a:lnTo>
                    <a:pt x="6" y="116"/>
                  </a:lnTo>
                  <a:lnTo>
                    <a:pt x="6" y="114"/>
                  </a:lnTo>
                  <a:lnTo>
                    <a:pt x="5" y="106"/>
                  </a:lnTo>
                  <a:lnTo>
                    <a:pt x="5" y="104"/>
                  </a:lnTo>
                  <a:lnTo>
                    <a:pt x="4" y="100"/>
                  </a:lnTo>
                  <a:lnTo>
                    <a:pt x="2" y="89"/>
                  </a:lnTo>
                  <a:lnTo>
                    <a:pt x="0" y="73"/>
                  </a:lnTo>
                  <a:lnTo>
                    <a:pt x="4" y="73"/>
                  </a:lnTo>
                  <a:lnTo>
                    <a:pt x="23" y="70"/>
                  </a:lnTo>
                  <a:lnTo>
                    <a:pt x="29" y="68"/>
                  </a:lnTo>
                  <a:lnTo>
                    <a:pt x="31" y="68"/>
                  </a:lnTo>
                  <a:lnTo>
                    <a:pt x="43" y="66"/>
                  </a:lnTo>
                  <a:lnTo>
                    <a:pt x="65" y="62"/>
                  </a:lnTo>
                  <a:lnTo>
                    <a:pt x="73" y="61"/>
                  </a:lnTo>
                  <a:lnTo>
                    <a:pt x="85" y="59"/>
                  </a:lnTo>
                  <a:lnTo>
                    <a:pt x="88" y="58"/>
                  </a:lnTo>
                  <a:lnTo>
                    <a:pt x="95" y="56"/>
                  </a:lnTo>
                  <a:lnTo>
                    <a:pt x="101" y="60"/>
                  </a:lnTo>
                  <a:lnTo>
                    <a:pt x="110" y="61"/>
                  </a:lnTo>
                  <a:lnTo>
                    <a:pt x="118" y="65"/>
                  </a:lnTo>
                  <a:lnTo>
                    <a:pt x="131" y="71"/>
                  </a:lnTo>
                  <a:lnTo>
                    <a:pt x="148" y="67"/>
                  </a:lnTo>
                  <a:lnTo>
                    <a:pt x="152" y="72"/>
                  </a:lnTo>
                  <a:lnTo>
                    <a:pt x="158" y="77"/>
                  </a:lnTo>
                  <a:lnTo>
                    <a:pt x="168" y="80"/>
                  </a:lnTo>
                  <a:lnTo>
                    <a:pt x="178" y="74"/>
                  </a:lnTo>
                  <a:lnTo>
                    <a:pt x="185" y="72"/>
                  </a:lnTo>
                  <a:lnTo>
                    <a:pt x="192" y="66"/>
                  </a:lnTo>
                  <a:lnTo>
                    <a:pt x="204" y="62"/>
                  </a:lnTo>
                  <a:lnTo>
                    <a:pt x="211" y="64"/>
                  </a:lnTo>
                  <a:lnTo>
                    <a:pt x="220" y="61"/>
                  </a:lnTo>
                  <a:lnTo>
                    <a:pt x="236" y="44"/>
                  </a:lnTo>
                  <a:lnTo>
                    <a:pt x="241" y="37"/>
                  </a:lnTo>
                  <a:lnTo>
                    <a:pt x="242" y="36"/>
                  </a:lnTo>
                  <a:lnTo>
                    <a:pt x="266" y="18"/>
                  </a:lnTo>
                  <a:lnTo>
                    <a:pt x="299" y="0"/>
                  </a:lnTo>
                  <a:lnTo>
                    <a:pt x="300" y="10"/>
                  </a:lnTo>
                  <a:lnTo>
                    <a:pt x="301" y="12"/>
                  </a:lnTo>
                  <a:lnTo>
                    <a:pt x="304" y="25"/>
                  </a:lnTo>
                  <a:lnTo>
                    <a:pt x="305" y="34"/>
                  </a:lnTo>
                  <a:lnTo>
                    <a:pt x="307" y="46"/>
                  </a:lnTo>
                  <a:lnTo>
                    <a:pt x="307" y="47"/>
                  </a:lnTo>
                  <a:lnTo>
                    <a:pt x="308" y="58"/>
                  </a:lnTo>
                  <a:lnTo>
                    <a:pt x="310" y="66"/>
                  </a:lnTo>
                  <a:lnTo>
                    <a:pt x="313" y="82"/>
                  </a:lnTo>
                  <a:lnTo>
                    <a:pt x="314" y="94"/>
                  </a:lnTo>
                  <a:lnTo>
                    <a:pt x="316" y="96"/>
                  </a:lnTo>
                  <a:lnTo>
                    <a:pt x="317" y="103"/>
                  </a:lnTo>
                  <a:lnTo>
                    <a:pt x="317" y="106"/>
                  </a:lnTo>
                  <a:lnTo>
                    <a:pt x="318" y="108"/>
                  </a:lnTo>
                  <a:lnTo>
                    <a:pt x="318" y="114"/>
                  </a:lnTo>
                  <a:lnTo>
                    <a:pt x="319" y="120"/>
                  </a:lnTo>
                  <a:lnTo>
                    <a:pt x="322" y="128"/>
                  </a:lnTo>
                  <a:lnTo>
                    <a:pt x="318" y="131"/>
                  </a:lnTo>
                  <a:lnTo>
                    <a:pt x="313" y="132"/>
                  </a:lnTo>
                  <a:lnTo>
                    <a:pt x="311" y="136"/>
                  </a:lnTo>
                  <a:lnTo>
                    <a:pt x="317" y="143"/>
                  </a:lnTo>
                  <a:lnTo>
                    <a:pt x="318" y="152"/>
                  </a:lnTo>
                  <a:lnTo>
                    <a:pt x="317" y="154"/>
                  </a:lnTo>
                  <a:lnTo>
                    <a:pt x="319" y="155"/>
                  </a:lnTo>
                  <a:lnTo>
                    <a:pt x="319" y="166"/>
                  </a:lnTo>
                  <a:lnTo>
                    <a:pt x="317" y="174"/>
                  </a:lnTo>
                  <a:lnTo>
                    <a:pt x="316" y="178"/>
                  </a:lnTo>
                  <a:lnTo>
                    <a:pt x="316" y="180"/>
                  </a:lnTo>
                  <a:lnTo>
                    <a:pt x="316" y="190"/>
                  </a:lnTo>
                  <a:lnTo>
                    <a:pt x="316" y="196"/>
                  </a:lnTo>
                  <a:lnTo>
                    <a:pt x="313" y="202"/>
                  </a:lnTo>
                  <a:lnTo>
                    <a:pt x="312" y="208"/>
                  </a:lnTo>
                  <a:lnTo>
                    <a:pt x="311" y="218"/>
                  </a:lnTo>
                  <a:lnTo>
                    <a:pt x="313" y="221"/>
                  </a:lnTo>
                  <a:lnTo>
                    <a:pt x="312" y="230"/>
                  </a:lnTo>
                  <a:lnTo>
                    <a:pt x="307" y="233"/>
                  </a:lnTo>
                  <a:lnTo>
                    <a:pt x="304" y="238"/>
                  </a:lnTo>
                  <a:lnTo>
                    <a:pt x="301" y="241"/>
                  </a:lnTo>
                  <a:lnTo>
                    <a:pt x="299" y="245"/>
                  </a:lnTo>
                  <a:lnTo>
                    <a:pt x="296" y="250"/>
                  </a:lnTo>
                  <a:lnTo>
                    <a:pt x="289" y="258"/>
                  </a:lnTo>
                  <a:lnTo>
                    <a:pt x="286" y="259"/>
                  </a:lnTo>
                  <a:lnTo>
                    <a:pt x="281" y="264"/>
                  </a:lnTo>
                  <a:lnTo>
                    <a:pt x="271" y="262"/>
                  </a:lnTo>
                  <a:lnTo>
                    <a:pt x="268" y="274"/>
                  </a:lnTo>
                  <a:lnTo>
                    <a:pt x="258" y="276"/>
                  </a:lnTo>
                  <a:lnTo>
                    <a:pt x="257" y="280"/>
                  </a:lnTo>
                  <a:lnTo>
                    <a:pt x="256" y="283"/>
                  </a:lnTo>
                  <a:lnTo>
                    <a:pt x="256" y="284"/>
                  </a:lnTo>
                  <a:lnTo>
                    <a:pt x="256" y="286"/>
                  </a:lnTo>
                  <a:lnTo>
                    <a:pt x="257" y="289"/>
                  </a:lnTo>
                  <a:lnTo>
                    <a:pt x="257" y="292"/>
                  </a:lnTo>
                  <a:lnTo>
                    <a:pt x="256" y="307"/>
                  </a:lnTo>
                  <a:lnTo>
                    <a:pt x="251" y="314"/>
                  </a:lnTo>
                  <a:lnTo>
                    <a:pt x="248" y="314"/>
                  </a:lnTo>
                  <a:lnTo>
                    <a:pt x="240" y="301"/>
                  </a:lnTo>
                  <a:lnTo>
                    <a:pt x="236" y="305"/>
                  </a:lnTo>
                  <a:lnTo>
                    <a:pt x="234" y="310"/>
                  </a:lnTo>
                  <a:lnTo>
                    <a:pt x="229" y="330"/>
                  </a:lnTo>
                  <a:lnTo>
                    <a:pt x="233" y="342"/>
                  </a:lnTo>
                  <a:lnTo>
                    <a:pt x="230" y="346"/>
                  </a:lnTo>
                  <a:lnTo>
                    <a:pt x="228" y="346"/>
                  </a:lnTo>
                  <a:lnTo>
                    <a:pt x="226" y="348"/>
                  </a:lnTo>
                  <a:lnTo>
                    <a:pt x="226" y="356"/>
                  </a:lnTo>
                  <a:lnTo>
                    <a:pt x="221" y="362"/>
                  </a:lnTo>
                  <a:lnTo>
                    <a:pt x="212" y="366"/>
                  </a:lnTo>
                  <a:lnTo>
                    <a:pt x="205" y="367"/>
                  </a:lnTo>
                  <a:lnTo>
                    <a:pt x="202" y="361"/>
                  </a:lnTo>
                  <a:lnTo>
                    <a:pt x="198" y="360"/>
                  </a:lnTo>
                  <a:lnTo>
                    <a:pt x="192" y="355"/>
                  </a:lnTo>
                  <a:lnTo>
                    <a:pt x="186" y="355"/>
                  </a:lnTo>
                  <a:lnTo>
                    <a:pt x="182" y="350"/>
                  </a:lnTo>
                  <a:lnTo>
                    <a:pt x="179" y="338"/>
                  </a:lnTo>
                  <a:lnTo>
                    <a:pt x="168" y="342"/>
                  </a:lnTo>
                  <a:lnTo>
                    <a:pt x="162" y="353"/>
                  </a:lnTo>
                  <a:lnTo>
                    <a:pt x="155" y="354"/>
                  </a:lnTo>
                  <a:lnTo>
                    <a:pt x="152" y="355"/>
                  </a:lnTo>
                  <a:lnTo>
                    <a:pt x="151" y="358"/>
                  </a:lnTo>
                  <a:lnTo>
                    <a:pt x="144" y="353"/>
                  </a:lnTo>
                  <a:lnTo>
                    <a:pt x="132" y="349"/>
                  </a:lnTo>
                  <a:lnTo>
                    <a:pt x="125" y="353"/>
                  </a:lnTo>
                  <a:lnTo>
                    <a:pt x="125" y="358"/>
                  </a:lnTo>
                  <a:lnTo>
                    <a:pt x="121" y="359"/>
                  </a:lnTo>
                  <a:lnTo>
                    <a:pt x="120" y="35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7" name="Freeform 51">
              <a:extLst>
                <a:ext uri="{FF2B5EF4-FFF2-40B4-BE49-F238E27FC236}">
                  <a16:creationId xmlns:a16="http://schemas.microsoft.com/office/drawing/2014/main" id="{1A1E02EB-FE8F-F7D3-9C43-2F1ABF079951}"/>
                </a:ext>
              </a:extLst>
            </p:cNvPr>
            <p:cNvSpPr>
              <a:spLocks noChangeAspect="1"/>
            </p:cNvSpPr>
            <p:nvPr/>
          </p:nvSpPr>
          <p:spPr bwMode="auto">
            <a:xfrm>
              <a:off x="768" y="2481"/>
              <a:ext cx="115" cy="42"/>
            </a:xfrm>
            <a:custGeom>
              <a:avLst/>
              <a:gdLst>
                <a:gd name="T0" fmla="*/ 66 w 646"/>
                <a:gd name="T1" fmla="*/ 82 h 236"/>
                <a:gd name="T2" fmla="*/ 48 w 646"/>
                <a:gd name="T3" fmla="*/ 84 h 236"/>
                <a:gd name="T4" fmla="*/ 37 w 646"/>
                <a:gd name="T5" fmla="*/ 110 h 236"/>
                <a:gd name="T6" fmla="*/ 37 w 646"/>
                <a:gd name="T7" fmla="*/ 135 h 236"/>
                <a:gd name="T8" fmla="*/ 26 w 646"/>
                <a:gd name="T9" fmla="*/ 180 h 236"/>
                <a:gd name="T10" fmla="*/ 7 w 646"/>
                <a:gd name="T11" fmla="*/ 197 h 236"/>
                <a:gd name="T12" fmla="*/ 17 w 646"/>
                <a:gd name="T13" fmla="*/ 222 h 236"/>
                <a:gd name="T14" fmla="*/ 35 w 646"/>
                <a:gd name="T15" fmla="*/ 233 h 236"/>
                <a:gd name="T16" fmla="*/ 66 w 646"/>
                <a:gd name="T17" fmla="*/ 231 h 236"/>
                <a:gd name="T18" fmla="*/ 86 w 646"/>
                <a:gd name="T19" fmla="*/ 230 h 236"/>
                <a:gd name="T20" fmla="*/ 102 w 646"/>
                <a:gd name="T21" fmla="*/ 228 h 236"/>
                <a:gd name="T22" fmla="*/ 125 w 646"/>
                <a:gd name="T23" fmla="*/ 226 h 236"/>
                <a:gd name="T24" fmla="*/ 160 w 646"/>
                <a:gd name="T25" fmla="*/ 222 h 236"/>
                <a:gd name="T26" fmla="*/ 186 w 646"/>
                <a:gd name="T27" fmla="*/ 219 h 236"/>
                <a:gd name="T28" fmla="*/ 238 w 646"/>
                <a:gd name="T29" fmla="*/ 214 h 236"/>
                <a:gd name="T30" fmla="*/ 270 w 646"/>
                <a:gd name="T31" fmla="*/ 212 h 236"/>
                <a:gd name="T32" fmla="*/ 310 w 646"/>
                <a:gd name="T33" fmla="*/ 207 h 236"/>
                <a:gd name="T34" fmla="*/ 344 w 646"/>
                <a:gd name="T35" fmla="*/ 203 h 236"/>
                <a:gd name="T36" fmla="*/ 373 w 646"/>
                <a:gd name="T37" fmla="*/ 200 h 236"/>
                <a:gd name="T38" fmla="*/ 388 w 646"/>
                <a:gd name="T39" fmla="*/ 198 h 236"/>
                <a:gd name="T40" fmla="*/ 414 w 646"/>
                <a:gd name="T41" fmla="*/ 195 h 236"/>
                <a:gd name="T42" fmla="*/ 430 w 646"/>
                <a:gd name="T43" fmla="*/ 192 h 236"/>
                <a:gd name="T44" fmla="*/ 452 w 646"/>
                <a:gd name="T45" fmla="*/ 189 h 236"/>
                <a:gd name="T46" fmla="*/ 464 w 646"/>
                <a:gd name="T47" fmla="*/ 174 h 236"/>
                <a:gd name="T48" fmla="*/ 482 w 646"/>
                <a:gd name="T49" fmla="*/ 155 h 236"/>
                <a:gd name="T50" fmla="*/ 492 w 646"/>
                <a:gd name="T51" fmla="*/ 131 h 236"/>
                <a:gd name="T52" fmla="*/ 520 w 646"/>
                <a:gd name="T53" fmla="*/ 123 h 236"/>
                <a:gd name="T54" fmla="*/ 556 w 646"/>
                <a:gd name="T55" fmla="*/ 98 h 236"/>
                <a:gd name="T56" fmla="*/ 560 w 646"/>
                <a:gd name="T57" fmla="*/ 80 h 236"/>
                <a:gd name="T58" fmla="*/ 581 w 646"/>
                <a:gd name="T59" fmla="*/ 71 h 236"/>
                <a:gd name="T60" fmla="*/ 595 w 646"/>
                <a:gd name="T61" fmla="*/ 62 h 236"/>
                <a:gd name="T62" fmla="*/ 616 w 646"/>
                <a:gd name="T63" fmla="*/ 53 h 236"/>
                <a:gd name="T64" fmla="*/ 624 w 646"/>
                <a:gd name="T65" fmla="*/ 52 h 236"/>
                <a:gd name="T66" fmla="*/ 642 w 646"/>
                <a:gd name="T67" fmla="*/ 28 h 236"/>
                <a:gd name="T68" fmla="*/ 646 w 646"/>
                <a:gd name="T69" fmla="*/ 0 h 236"/>
                <a:gd name="T70" fmla="*/ 624 w 646"/>
                <a:gd name="T71" fmla="*/ 5 h 236"/>
                <a:gd name="T72" fmla="*/ 601 w 646"/>
                <a:gd name="T73" fmla="*/ 9 h 236"/>
                <a:gd name="T74" fmla="*/ 581 w 646"/>
                <a:gd name="T75" fmla="*/ 12 h 236"/>
                <a:gd name="T76" fmla="*/ 557 w 646"/>
                <a:gd name="T77" fmla="*/ 16 h 236"/>
                <a:gd name="T78" fmla="*/ 522 w 646"/>
                <a:gd name="T79" fmla="*/ 21 h 236"/>
                <a:gd name="T80" fmla="*/ 492 w 646"/>
                <a:gd name="T81" fmla="*/ 24 h 236"/>
                <a:gd name="T82" fmla="*/ 468 w 646"/>
                <a:gd name="T83" fmla="*/ 29 h 236"/>
                <a:gd name="T84" fmla="*/ 450 w 646"/>
                <a:gd name="T85" fmla="*/ 32 h 236"/>
                <a:gd name="T86" fmla="*/ 409 w 646"/>
                <a:gd name="T87" fmla="*/ 36 h 236"/>
                <a:gd name="T88" fmla="*/ 394 w 646"/>
                <a:gd name="T89" fmla="*/ 36 h 236"/>
                <a:gd name="T90" fmla="*/ 370 w 646"/>
                <a:gd name="T91" fmla="*/ 39 h 236"/>
                <a:gd name="T92" fmla="*/ 354 w 646"/>
                <a:gd name="T93" fmla="*/ 41 h 236"/>
                <a:gd name="T94" fmla="*/ 323 w 646"/>
                <a:gd name="T95" fmla="*/ 45 h 236"/>
                <a:gd name="T96" fmla="*/ 300 w 646"/>
                <a:gd name="T97" fmla="*/ 46 h 236"/>
                <a:gd name="T98" fmla="*/ 277 w 646"/>
                <a:gd name="T99" fmla="*/ 47 h 236"/>
                <a:gd name="T100" fmla="*/ 263 w 646"/>
                <a:gd name="T101" fmla="*/ 50 h 236"/>
                <a:gd name="T102" fmla="*/ 235 w 646"/>
                <a:gd name="T103" fmla="*/ 53 h 236"/>
                <a:gd name="T104" fmla="*/ 204 w 646"/>
                <a:gd name="T105" fmla="*/ 57 h 236"/>
                <a:gd name="T106" fmla="*/ 175 w 646"/>
                <a:gd name="T107" fmla="*/ 60 h 236"/>
                <a:gd name="T108" fmla="*/ 160 w 646"/>
                <a:gd name="T109" fmla="*/ 63 h 236"/>
                <a:gd name="T110" fmla="*/ 127 w 646"/>
                <a:gd name="T111" fmla="*/ 77 h 236"/>
                <a:gd name="T112" fmla="*/ 102 w 646"/>
                <a:gd name="T113" fmla="*/ 8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6" h="236">
                  <a:moveTo>
                    <a:pt x="102" y="80"/>
                  </a:moveTo>
                  <a:lnTo>
                    <a:pt x="101" y="80"/>
                  </a:lnTo>
                  <a:lnTo>
                    <a:pt x="90" y="81"/>
                  </a:lnTo>
                  <a:lnTo>
                    <a:pt x="66" y="82"/>
                  </a:lnTo>
                  <a:lnTo>
                    <a:pt x="62" y="83"/>
                  </a:lnTo>
                  <a:lnTo>
                    <a:pt x="56" y="84"/>
                  </a:lnTo>
                  <a:lnTo>
                    <a:pt x="52" y="84"/>
                  </a:lnTo>
                  <a:lnTo>
                    <a:pt x="48" y="84"/>
                  </a:lnTo>
                  <a:lnTo>
                    <a:pt x="50" y="96"/>
                  </a:lnTo>
                  <a:lnTo>
                    <a:pt x="48" y="101"/>
                  </a:lnTo>
                  <a:lnTo>
                    <a:pt x="49" y="110"/>
                  </a:lnTo>
                  <a:lnTo>
                    <a:pt x="37" y="110"/>
                  </a:lnTo>
                  <a:lnTo>
                    <a:pt x="43" y="116"/>
                  </a:lnTo>
                  <a:lnTo>
                    <a:pt x="46" y="122"/>
                  </a:lnTo>
                  <a:lnTo>
                    <a:pt x="44" y="124"/>
                  </a:lnTo>
                  <a:lnTo>
                    <a:pt x="37" y="135"/>
                  </a:lnTo>
                  <a:lnTo>
                    <a:pt x="44" y="143"/>
                  </a:lnTo>
                  <a:lnTo>
                    <a:pt x="36" y="144"/>
                  </a:lnTo>
                  <a:lnTo>
                    <a:pt x="28" y="160"/>
                  </a:lnTo>
                  <a:lnTo>
                    <a:pt x="26" y="180"/>
                  </a:lnTo>
                  <a:lnTo>
                    <a:pt x="19" y="179"/>
                  </a:lnTo>
                  <a:lnTo>
                    <a:pt x="17" y="185"/>
                  </a:lnTo>
                  <a:lnTo>
                    <a:pt x="10" y="192"/>
                  </a:lnTo>
                  <a:lnTo>
                    <a:pt x="7" y="197"/>
                  </a:lnTo>
                  <a:lnTo>
                    <a:pt x="10" y="198"/>
                  </a:lnTo>
                  <a:lnTo>
                    <a:pt x="11" y="195"/>
                  </a:lnTo>
                  <a:lnTo>
                    <a:pt x="14" y="200"/>
                  </a:lnTo>
                  <a:lnTo>
                    <a:pt x="17" y="222"/>
                  </a:lnTo>
                  <a:lnTo>
                    <a:pt x="12" y="222"/>
                  </a:lnTo>
                  <a:lnTo>
                    <a:pt x="0" y="236"/>
                  </a:lnTo>
                  <a:lnTo>
                    <a:pt x="24" y="234"/>
                  </a:lnTo>
                  <a:lnTo>
                    <a:pt x="35" y="233"/>
                  </a:lnTo>
                  <a:lnTo>
                    <a:pt x="46" y="232"/>
                  </a:lnTo>
                  <a:lnTo>
                    <a:pt x="52" y="232"/>
                  </a:lnTo>
                  <a:lnTo>
                    <a:pt x="60" y="232"/>
                  </a:lnTo>
                  <a:lnTo>
                    <a:pt x="66" y="231"/>
                  </a:lnTo>
                  <a:lnTo>
                    <a:pt x="74" y="231"/>
                  </a:lnTo>
                  <a:lnTo>
                    <a:pt x="78" y="230"/>
                  </a:lnTo>
                  <a:lnTo>
                    <a:pt x="82" y="230"/>
                  </a:lnTo>
                  <a:lnTo>
                    <a:pt x="86" y="230"/>
                  </a:lnTo>
                  <a:lnTo>
                    <a:pt x="94" y="228"/>
                  </a:lnTo>
                  <a:lnTo>
                    <a:pt x="97" y="228"/>
                  </a:lnTo>
                  <a:lnTo>
                    <a:pt x="101" y="228"/>
                  </a:lnTo>
                  <a:lnTo>
                    <a:pt x="102" y="228"/>
                  </a:lnTo>
                  <a:lnTo>
                    <a:pt x="108" y="227"/>
                  </a:lnTo>
                  <a:lnTo>
                    <a:pt x="115" y="226"/>
                  </a:lnTo>
                  <a:lnTo>
                    <a:pt x="119" y="226"/>
                  </a:lnTo>
                  <a:lnTo>
                    <a:pt x="125" y="226"/>
                  </a:lnTo>
                  <a:lnTo>
                    <a:pt x="133" y="225"/>
                  </a:lnTo>
                  <a:lnTo>
                    <a:pt x="150" y="224"/>
                  </a:lnTo>
                  <a:lnTo>
                    <a:pt x="151" y="224"/>
                  </a:lnTo>
                  <a:lnTo>
                    <a:pt x="160" y="222"/>
                  </a:lnTo>
                  <a:lnTo>
                    <a:pt x="163" y="222"/>
                  </a:lnTo>
                  <a:lnTo>
                    <a:pt x="163" y="221"/>
                  </a:lnTo>
                  <a:lnTo>
                    <a:pt x="180" y="219"/>
                  </a:lnTo>
                  <a:lnTo>
                    <a:pt x="186" y="219"/>
                  </a:lnTo>
                  <a:lnTo>
                    <a:pt x="204" y="218"/>
                  </a:lnTo>
                  <a:lnTo>
                    <a:pt x="210" y="216"/>
                  </a:lnTo>
                  <a:lnTo>
                    <a:pt x="228" y="215"/>
                  </a:lnTo>
                  <a:lnTo>
                    <a:pt x="238" y="214"/>
                  </a:lnTo>
                  <a:lnTo>
                    <a:pt x="240" y="214"/>
                  </a:lnTo>
                  <a:lnTo>
                    <a:pt x="263" y="212"/>
                  </a:lnTo>
                  <a:lnTo>
                    <a:pt x="268" y="212"/>
                  </a:lnTo>
                  <a:lnTo>
                    <a:pt x="270" y="212"/>
                  </a:lnTo>
                  <a:lnTo>
                    <a:pt x="274" y="210"/>
                  </a:lnTo>
                  <a:lnTo>
                    <a:pt x="295" y="208"/>
                  </a:lnTo>
                  <a:lnTo>
                    <a:pt x="306" y="207"/>
                  </a:lnTo>
                  <a:lnTo>
                    <a:pt x="310" y="207"/>
                  </a:lnTo>
                  <a:lnTo>
                    <a:pt x="311" y="207"/>
                  </a:lnTo>
                  <a:lnTo>
                    <a:pt x="313" y="207"/>
                  </a:lnTo>
                  <a:lnTo>
                    <a:pt x="330" y="204"/>
                  </a:lnTo>
                  <a:lnTo>
                    <a:pt x="344" y="203"/>
                  </a:lnTo>
                  <a:lnTo>
                    <a:pt x="347" y="203"/>
                  </a:lnTo>
                  <a:lnTo>
                    <a:pt x="364" y="201"/>
                  </a:lnTo>
                  <a:lnTo>
                    <a:pt x="365" y="201"/>
                  </a:lnTo>
                  <a:lnTo>
                    <a:pt x="373" y="200"/>
                  </a:lnTo>
                  <a:lnTo>
                    <a:pt x="376" y="200"/>
                  </a:lnTo>
                  <a:lnTo>
                    <a:pt x="383" y="198"/>
                  </a:lnTo>
                  <a:lnTo>
                    <a:pt x="384" y="198"/>
                  </a:lnTo>
                  <a:lnTo>
                    <a:pt x="388" y="198"/>
                  </a:lnTo>
                  <a:lnTo>
                    <a:pt x="391" y="197"/>
                  </a:lnTo>
                  <a:lnTo>
                    <a:pt x="392" y="197"/>
                  </a:lnTo>
                  <a:lnTo>
                    <a:pt x="394" y="197"/>
                  </a:lnTo>
                  <a:lnTo>
                    <a:pt x="414" y="195"/>
                  </a:lnTo>
                  <a:lnTo>
                    <a:pt x="418" y="194"/>
                  </a:lnTo>
                  <a:lnTo>
                    <a:pt x="425" y="194"/>
                  </a:lnTo>
                  <a:lnTo>
                    <a:pt x="427" y="192"/>
                  </a:lnTo>
                  <a:lnTo>
                    <a:pt x="430" y="192"/>
                  </a:lnTo>
                  <a:lnTo>
                    <a:pt x="431" y="192"/>
                  </a:lnTo>
                  <a:lnTo>
                    <a:pt x="434" y="191"/>
                  </a:lnTo>
                  <a:lnTo>
                    <a:pt x="442" y="191"/>
                  </a:lnTo>
                  <a:lnTo>
                    <a:pt x="452" y="189"/>
                  </a:lnTo>
                  <a:lnTo>
                    <a:pt x="461" y="189"/>
                  </a:lnTo>
                  <a:lnTo>
                    <a:pt x="464" y="188"/>
                  </a:lnTo>
                  <a:lnTo>
                    <a:pt x="464" y="186"/>
                  </a:lnTo>
                  <a:lnTo>
                    <a:pt x="464" y="174"/>
                  </a:lnTo>
                  <a:lnTo>
                    <a:pt x="464" y="166"/>
                  </a:lnTo>
                  <a:lnTo>
                    <a:pt x="467" y="161"/>
                  </a:lnTo>
                  <a:lnTo>
                    <a:pt x="479" y="160"/>
                  </a:lnTo>
                  <a:lnTo>
                    <a:pt x="482" y="155"/>
                  </a:lnTo>
                  <a:lnTo>
                    <a:pt x="484" y="147"/>
                  </a:lnTo>
                  <a:lnTo>
                    <a:pt x="484" y="142"/>
                  </a:lnTo>
                  <a:lnTo>
                    <a:pt x="486" y="138"/>
                  </a:lnTo>
                  <a:lnTo>
                    <a:pt x="492" y="131"/>
                  </a:lnTo>
                  <a:lnTo>
                    <a:pt x="500" y="126"/>
                  </a:lnTo>
                  <a:lnTo>
                    <a:pt x="508" y="124"/>
                  </a:lnTo>
                  <a:lnTo>
                    <a:pt x="510" y="124"/>
                  </a:lnTo>
                  <a:lnTo>
                    <a:pt x="520" y="123"/>
                  </a:lnTo>
                  <a:lnTo>
                    <a:pt x="536" y="107"/>
                  </a:lnTo>
                  <a:lnTo>
                    <a:pt x="536" y="106"/>
                  </a:lnTo>
                  <a:lnTo>
                    <a:pt x="546" y="99"/>
                  </a:lnTo>
                  <a:lnTo>
                    <a:pt x="556" y="98"/>
                  </a:lnTo>
                  <a:lnTo>
                    <a:pt x="558" y="95"/>
                  </a:lnTo>
                  <a:lnTo>
                    <a:pt x="562" y="86"/>
                  </a:lnTo>
                  <a:lnTo>
                    <a:pt x="562" y="84"/>
                  </a:lnTo>
                  <a:lnTo>
                    <a:pt x="560" y="80"/>
                  </a:lnTo>
                  <a:lnTo>
                    <a:pt x="569" y="72"/>
                  </a:lnTo>
                  <a:lnTo>
                    <a:pt x="580" y="65"/>
                  </a:lnTo>
                  <a:lnTo>
                    <a:pt x="582" y="66"/>
                  </a:lnTo>
                  <a:lnTo>
                    <a:pt x="581" y="71"/>
                  </a:lnTo>
                  <a:lnTo>
                    <a:pt x="590" y="72"/>
                  </a:lnTo>
                  <a:lnTo>
                    <a:pt x="590" y="71"/>
                  </a:lnTo>
                  <a:lnTo>
                    <a:pt x="593" y="69"/>
                  </a:lnTo>
                  <a:lnTo>
                    <a:pt x="595" y="62"/>
                  </a:lnTo>
                  <a:lnTo>
                    <a:pt x="598" y="58"/>
                  </a:lnTo>
                  <a:lnTo>
                    <a:pt x="607" y="54"/>
                  </a:lnTo>
                  <a:lnTo>
                    <a:pt x="608" y="51"/>
                  </a:lnTo>
                  <a:lnTo>
                    <a:pt x="616" y="53"/>
                  </a:lnTo>
                  <a:lnTo>
                    <a:pt x="617" y="56"/>
                  </a:lnTo>
                  <a:lnTo>
                    <a:pt x="620" y="54"/>
                  </a:lnTo>
                  <a:lnTo>
                    <a:pt x="622" y="52"/>
                  </a:lnTo>
                  <a:lnTo>
                    <a:pt x="624" y="52"/>
                  </a:lnTo>
                  <a:lnTo>
                    <a:pt x="629" y="38"/>
                  </a:lnTo>
                  <a:lnTo>
                    <a:pt x="630" y="35"/>
                  </a:lnTo>
                  <a:lnTo>
                    <a:pt x="632" y="32"/>
                  </a:lnTo>
                  <a:lnTo>
                    <a:pt x="642" y="28"/>
                  </a:lnTo>
                  <a:lnTo>
                    <a:pt x="643" y="22"/>
                  </a:lnTo>
                  <a:lnTo>
                    <a:pt x="643" y="11"/>
                  </a:lnTo>
                  <a:lnTo>
                    <a:pt x="643" y="3"/>
                  </a:lnTo>
                  <a:lnTo>
                    <a:pt x="646" y="0"/>
                  </a:lnTo>
                  <a:lnTo>
                    <a:pt x="637" y="2"/>
                  </a:lnTo>
                  <a:lnTo>
                    <a:pt x="631" y="3"/>
                  </a:lnTo>
                  <a:lnTo>
                    <a:pt x="624" y="3"/>
                  </a:lnTo>
                  <a:lnTo>
                    <a:pt x="624" y="5"/>
                  </a:lnTo>
                  <a:lnTo>
                    <a:pt x="608" y="8"/>
                  </a:lnTo>
                  <a:lnTo>
                    <a:pt x="606" y="9"/>
                  </a:lnTo>
                  <a:lnTo>
                    <a:pt x="604" y="9"/>
                  </a:lnTo>
                  <a:lnTo>
                    <a:pt x="601" y="9"/>
                  </a:lnTo>
                  <a:lnTo>
                    <a:pt x="600" y="9"/>
                  </a:lnTo>
                  <a:lnTo>
                    <a:pt x="596" y="10"/>
                  </a:lnTo>
                  <a:lnTo>
                    <a:pt x="590" y="11"/>
                  </a:lnTo>
                  <a:lnTo>
                    <a:pt x="581" y="12"/>
                  </a:lnTo>
                  <a:lnTo>
                    <a:pt x="572" y="14"/>
                  </a:lnTo>
                  <a:lnTo>
                    <a:pt x="571" y="14"/>
                  </a:lnTo>
                  <a:lnTo>
                    <a:pt x="569" y="14"/>
                  </a:lnTo>
                  <a:lnTo>
                    <a:pt x="557" y="16"/>
                  </a:lnTo>
                  <a:lnTo>
                    <a:pt x="553" y="16"/>
                  </a:lnTo>
                  <a:lnTo>
                    <a:pt x="545" y="17"/>
                  </a:lnTo>
                  <a:lnTo>
                    <a:pt x="523" y="21"/>
                  </a:lnTo>
                  <a:lnTo>
                    <a:pt x="522" y="21"/>
                  </a:lnTo>
                  <a:lnTo>
                    <a:pt x="508" y="23"/>
                  </a:lnTo>
                  <a:lnTo>
                    <a:pt x="497" y="24"/>
                  </a:lnTo>
                  <a:lnTo>
                    <a:pt x="494" y="24"/>
                  </a:lnTo>
                  <a:lnTo>
                    <a:pt x="492" y="24"/>
                  </a:lnTo>
                  <a:lnTo>
                    <a:pt x="491" y="27"/>
                  </a:lnTo>
                  <a:lnTo>
                    <a:pt x="484" y="28"/>
                  </a:lnTo>
                  <a:lnTo>
                    <a:pt x="473" y="29"/>
                  </a:lnTo>
                  <a:lnTo>
                    <a:pt x="468" y="29"/>
                  </a:lnTo>
                  <a:lnTo>
                    <a:pt x="467" y="29"/>
                  </a:lnTo>
                  <a:lnTo>
                    <a:pt x="461" y="30"/>
                  </a:lnTo>
                  <a:lnTo>
                    <a:pt x="451" y="32"/>
                  </a:lnTo>
                  <a:lnTo>
                    <a:pt x="450" y="32"/>
                  </a:lnTo>
                  <a:lnTo>
                    <a:pt x="448" y="32"/>
                  </a:lnTo>
                  <a:lnTo>
                    <a:pt x="434" y="33"/>
                  </a:lnTo>
                  <a:lnTo>
                    <a:pt x="426" y="34"/>
                  </a:lnTo>
                  <a:lnTo>
                    <a:pt x="409" y="36"/>
                  </a:lnTo>
                  <a:lnTo>
                    <a:pt x="408" y="36"/>
                  </a:lnTo>
                  <a:lnTo>
                    <a:pt x="401" y="36"/>
                  </a:lnTo>
                  <a:lnTo>
                    <a:pt x="396" y="36"/>
                  </a:lnTo>
                  <a:lnTo>
                    <a:pt x="394" y="36"/>
                  </a:lnTo>
                  <a:lnTo>
                    <a:pt x="391" y="36"/>
                  </a:lnTo>
                  <a:lnTo>
                    <a:pt x="382" y="38"/>
                  </a:lnTo>
                  <a:lnTo>
                    <a:pt x="371" y="39"/>
                  </a:lnTo>
                  <a:lnTo>
                    <a:pt x="370" y="39"/>
                  </a:lnTo>
                  <a:lnTo>
                    <a:pt x="368" y="39"/>
                  </a:lnTo>
                  <a:lnTo>
                    <a:pt x="366" y="39"/>
                  </a:lnTo>
                  <a:lnTo>
                    <a:pt x="359" y="41"/>
                  </a:lnTo>
                  <a:lnTo>
                    <a:pt x="354" y="41"/>
                  </a:lnTo>
                  <a:lnTo>
                    <a:pt x="344" y="42"/>
                  </a:lnTo>
                  <a:lnTo>
                    <a:pt x="331" y="44"/>
                  </a:lnTo>
                  <a:lnTo>
                    <a:pt x="329" y="44"/>
                  </a:lnTo>
                  <a:lnTo>
                    <a:pt x="323" y="45"/>
                  </a:lnTo>
                  <a:lnTo>
                    <a:pt x="318" y="45"/>
                  </a:lnTo>
                  <a:lnTo>
                    <a:pt x="316" y="45"/>
                  </a:lnTo>
                  <a:lnTo>
                    <a:pt x="306" y="46"/>
                  </a:lnTo>
                  <a:lnTo>
                    <a:pt x="300" y="46"/>
                  </a:lnTo>
                  <a:lnTo>
                    <a:pt x="293" y="46"/>
                  </a:lnTo>
                  <a:lnTo>
                    <a:pt x="290" y="46"/>
                  </a:lnTo>
                  <a:lnTo>
                    <a:pt x="284" y="46"/>
                  </a:lnTo>
                  <a:lnTo>
                    <a:pt x="277" y="47"/>
                  </a:lnTo>
                  <a:lnTo>
                    <a:pt x="274" y="48"/>
                  </a:lnTo>
                  <a:lnTo>
                    <a:pt x="272" y="50"/>
                  </a:lnTo>
                  <a:lnTo>
                    <a:pt x="270" y="48"/>
                  </a:lnTo>
                  <a:lnTo>
                    <a:pt x="263" y="50"/>
                  </a:lnTo>
                  <a:lnTo>
                    <a:pt x="258" y="50"/>
                  </a:lnTo>
                  <a:lnTo>
                    <a:pt x="252" y="51"/>
                  </a:lnTo>
                  <a:lnTo>
                    <a:pt x="248" y="51"/>
                  </a:lnTo>
                  <a:lnTo>
                    <a:pt x="235" y="53"/>
                  </a:lnTo>
                  <a:lnTo>
                    <a:pt x="230" y="53"/>
                  </a:lnTo>
                  <a:lnTo>
                    <a:pt x="221" y="54"/>
                  </a:lnTo>
                  <a:lnTo>
                    <a:pt x="214" y="56"/>
                  </a:lnTo>
                  <a:lnTo>
                    <a:pt x="204" y="57"/>
                  </a:lnTo>
                  <a:lnTo>
                    <a:pt x="197" y="57"/>
                  </a:lnTo>
                  <a:lnTo>
                    <a:pt x="191" y="58"/>
                  </a:lnTo>
                  <a:lnTo>
                    <a:pt x="187" y="58"/>
                  </a:lnTo>
                  <a:lnTo>
                    <a:pt x="175" y="60"/>
                  </a:lnTo>
                  <a:lnTo>
                    <a:pt x="175" y="57"/>
                  </a:lnTo>
                  <a:lnTo>
                    <a:pt x="157" y="57"/>
                  </a:lnTo>
                  <a:lnTo>
                    <a:pt x="158" y="59"/>
                  </a:lnTo>
                  <a:lnTo>
                    <a:pt x="160" y="63"/>
                  </a:lnTo>
                  <a:lnTo>
                    <a:pt x="161" y="75"/>
                  </a:lnTo>
                  <a:lnTo>
                    <a:pt x="143" y="76"/>
                  </a:lnTo>
                  <a:lnTo>
                    <a:pt x="137" y="77"/>
                  </a:lnTo>
                  <a:lnTo>
                    <a:pt x="127" y="77"/>
                  </a:lnTo>
                  <a:lnTo>
                    <a:pt x="126" y="77"/>
                  </a:lnTo>
                  <a:lnTo>
                    <a:pt x="124" y="78"/>
                  </a:lnTo>
                  <a:lnTo>
                    <a:pt x="107" y="80"/>
                  </a:lnTo>
                  <a:lnTo>
                    <a:pt x="102" y="8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8" name="Freeform 52">
              <a:extLst>
                <a:ext uri="{FF2B5EF4-FFF2-40B4-BE49-F238E27FC236}">
                  <a16:creationId xmlns:a16="http://schemas.microsoft.com/office/drawing/2014/main" id="{96E68677-89BD-F0FC-21C7-970D735A9196}"/>
                </a:ext>
              </a:extLst>
            </p:cNvPr>
            <p:cNvSpPr>
              <a:spLocks noChangeAspect="1"/>
            </p:cNvSpPr>
            <p:nvPr/>
          </p:nvSpPr>
          <p:spPr bwMode="auto">
            <a:xfrm>
              <a:off x="723" y="2317"/>
              <a:ext cx="72" cy="76"/>
            </a:xfrm>
            <a:custGeom>
              <a:avLst/>
              <a:gdLst>
                <a:gd name="T0" fmla="*/ 299 w 404"/>
                <a:gd name="T1" fmla="*/ 418 h 427"/>
                <a:gd name="T2" fmla="*/ 272 w 404"/>
                <a:gd name="T3" fmla="*/ 420 h 427"/>
                <a:gd name="T4" fmla="*/ 261 w 404"/>
                <a:gd name="T5" fmla="*/ 421 h 427"/>
                <a:gd name="T6" fmla="*/ 230 w 404"/>
                <a:gd name="T7" fmla="*/ 422 h 427"/>
                <a:gd name="T8" fmla="*/ 216 w 404"/>
                <a:gd name="T9" fmla="*/ 424 h 427"/>
                <a:gd name="T10" fmla="*/ 186 w 404"/>
                <a:gd name="T11" fmla="*/ 426 h 427"/>
                <a:gd name="T12" fmla="*/ 169 w 404"/>
                <a:gd name="T13" fmla="*/ 416 h 427"/>
                <a:gd name="T14" fmla="*/ 143 w 404"/>
                <a:gd name="T15" fmla="*/ 406 h 427"/>
                <a:gd name="T16" fmla="*/ 134 w 404"/>
                <a:gd name="T17" fmla="*/ 382 h 427"/>
                <a:gd name="T18" fmla="*/ 128 w 404"/>
                <a:gd name="T19" fmla="*/ 343 h 427"/>
                <a:gd name="T20" fmla="*/ 125 w 404"/>
                <a:gd name="T21" fmla="*/ 325 h 427"/>
                <a:gd name="T22" fmla="*/ 122 w 404"/>
                <a:gd name="T23" fmla="*/ 308 h 427"/>
                <a:gd name="T24" fmla="*/ 119 w 404"/>
                <a:gd name="T25" fmla="*/ 300 h 427"/>
                <a:gd name="T26" fmla="*/ 108 w 404"/>
                <a:gd name="T27" fmla="*/ 287 h 427"/>
                <a:gd name="T28" fmla="*/ 95 w 404"/>
                <a:gd name="T29" fmla="*/ 282 h 427"/>
                <a:gd name="T30" fmla="*/ 75 w 404"/>
                <a:gd name="T31" fmla="*/ 264 h 427"/>
                <a:gd name="T32" fmla="*/ 59 w 404"/>
                <a:gd name="T33" fmla="*/ 248 h 427"/>
                <a:gd name="T34" fmla="*/ 45 w 404"/>
                <a:gd name="T35" fmla="*/ 242 h 427"/>
                <a:gd name="T36" fmla="*/ 32 w 404"/>
                <a:gd name="T37" fmla="*/ 236 h 427"/>
                <a:gd name="T38" fmla="*/ 9 w 404"/>
                <a:gd name="T39" fmla="*/ 220 h 427"/>
                <a:gd name="T40" fmla="*/ 12 w 404"/>
                <a:gd name="T41" fmla="*/ 184 h 427"/>
                <a:gd name="T42" fmla="*/ 11 w 404"/>
                <a:gd name="T43" fmla="*/ 172 h 427"/>
                <a:gd name="T44" fmla="*/ 9 w 404"/>
                <a:gd name="T45" fmla="*/ 142 h 427"/>
                <a:gd name="T46" fmla="*/ 8 w 404"/>
                <a:gd name="T47" fmla="*/ 114 h 427"/>
                <a:gd name="T48" fmla="*/ 36 w 404"/>
                <a:gd name="T49" fmla="*/ 58 h 427"/>
                <a:gd name="T50" fmla="*/ 35 w 404"/>
                <a:gd name="T51" fmla="*/ 34 h 427"/>
                <a:gd name="T52" fmla="*/ 54 w 404"/>
                <a:gd name="T53" fmla="*/ 29 h 427"/>
                <a:gd name="T54" fmla="*/ 95 w 404"/>
                <a:gd name="T55" fmla="*/ 18 h 427"/>
                <a:gd name="T56" fmla="*/ 127 w 404"/>
                <a:gd name="T57" fmla="*/ 0 h 427"/>
                <a:gd name="T58" fmla="*/ 129 w 404"/>
                <a:gd name="T59" fmla="*/ 26 h 427"/>
                <a:gd name="T60" fmla="*/ 134 w 404"/>
                <a:gd name="T61" fmla="*/ 31 h 427"/>
                <a:gd name="T62" fmla="*/ 155 w 404"/>
                <a:gd name="T63" fmla="*/ 34 h 427"/>
                <a:gd name="T64" fmla="*/ 174 w 404"/>
                <a:gd name="T65" fmla="*/ 41 h 427"/>
                <a:gd name="T66" fmla="*/ 200 w 404"/>
                <a:gd name="T67" fmla="*/ 59 h 427"/>
                <a:gd name="T68" fmla="*/ 264 w 404"/>
                <a:gd name="T69" fmla="*/ 74 h 427"/>
                <a:gd name="T70" fmla="*/ 281 w 404"/>
                <a:gd name="T71" fmla="*/ 78 h 427"/>
                <a:gd name="T72" fmla="*/ 311 w 404"/>
                <a:gd name="T73" fmla="*/ 80 h 427"/>
                <a:gd name="T74" fmla="*/ 320 w 404"/>
                <a:gd name="T75" fmla="*/ 95 h 427"/>
                <a:gd name="T76" fmla="*/ 330 w 404"/>
                <a:gd name="T77" fmla="*/ 97 h 427"/>
                <a:gd name="T78" fmla="*/ 357 w 404"/>
                <a:gd name="T79" fmla="*/ 157 h 427"/>
                <a:gd name="T80" fmla="*/ 362 w 404"/>
                <a:gd name="T81" fmla="*/ 168 h 427"/>
                <a:gd name="T82" fmla="*/ 341 w 404"/>
                <a:gd name="T83" fmla="*/ 197 h 427"/>
                <a:gd name="T84" fmla="*/ 348 w 404"/>
                <a:gd name="T85" fmla="*/ 209 h 427"/>
                <a:gd name="T86" fmla="*/ 357 w 404"/>
                <a:gd name="T87" fmla="*/ 200 h 427"/>
                <a:gd name="T88" fmla="*/ 385 w 404"/>
                <a:gd name="T89" fmla="*/ 160 h 427"/>
                <a:gd name="T90" fmla="*/ 395 w 404"/>
                <a:gd name="T91" fmla="*/ 140 h 427"/>
                <a:gd name="T92" fmla="*/ 383 w 404"/>
                <a:gd name="T93" fmla="*/ 198 h 427"/>
                <a:gd name="T94" fmla="*/ 377 w 404"/>
                <a:gd name="T95" fmla="*/ 240 h 427"/>
                <a:gd name="T96" fmla="*/ 369 w 404"/>
                <a:gd name="T97" fmla="*/ 289 h 427"/>
                <a:gd name="T98" fmla="*/ 365 w 404"/>
                <a:gd name="T99" fmla="*/ 313 h 427"/>
                <a:gd name="T100" fmla="*/ 361 w 404"/>
                <a:gd name="T101" fmla="*/ 344 h 427"/>
                <a:gd name="T102" fmla="*/ 369 w 404"/>
                <a:gd name="T103" fmla="*/ 378 h 427"/>
                <a:gd name="T104" fmla="*/ 372 w 404"/>
                <a:gd name="T105" fmla="*/ 398 h 427"/>
                <a:gd name="T106" fmla="*/ 351 w 404"/>
                <a:gd name="T107" fmla="*/ 413 h 427"/>
                <a:gd name="T108" fmla="*/ 342 w 404"/>
                <a:gd name="T109" fmla="*/ 414 h 427"/>
                <a:gd name="T110" fmla="*/ 313 w 404"/>
                <a:gd name="T111" fmla="*/ 416 h 427"/>
                <a:gd name="T112" fmla="*/ 306 w 404"/>
                <a:gd name="T113" fmla="*/ 418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427">
                  <a:moveTo>
                    <a:pt x="306" y="418"/>
                  </a:moveTo>
                  <a:lnTo>
                    <a:pt x="303" y="418"/>
                  </a:lnTo>
                  <a:lnTo>
                    <a:pt x="299" y="418"/>
                  </a:lnTo>
                  <a:lnTo>
                    <a:pt x="294" y="419"/>
                  </a:lnTo>
                  <a:lnTo>
                    <a:pt x="287" y="419"/>
                  </a:lnTo>
                  <a:lnTo>
                    <a:pt x="272" y="420"/>
                  </a:lnTo>
                  <a:lnTo>
                    <a:pt x="264" y="420"/>
                  </a:lnTo>
                  <a:lnTo>
                    <a:pt x="264" y="421"/>
                  </a:lnTo>
                  <a:lnTo>
                    <a:pt x="261" y="421"/>
                  </a:lnTo>
                  <a:lnTo>
                    <a:pt x="254" y="421"/>
                  </a:lnTo>
                  <a:lnTo>
                    <a:pt x="246" y="421"/>
                  </a:lnTo>
                  <a:lnTo>
                    <a:pt x="230" y="422"/>
                  </a:lnTo>
                  <a:lnTo>
                    <a:pt x="228" y="424"/>
                  </a:lnTo>
                  <a:lnTo>
                    <a:pt x="224" y="424"/>
                  </a:lnTo>
                  <a:lnTo>
                    <a:pt x="216" y="424"/>
                  </a:lnTo>
                  <a:lnTo>
                    <a:pt x="210" y="424"/>
                  </a:lnTo>
                  <a:lnTo>
                    <a:pt x="189" y="426"/>
                  </a:lnTo>
                  <a:lnTo>
                    <a:pt x="186" y="426"/>
                  </a:lnTo>
                  <a:lnTo>
                    <a:pt x="177" y="427"/>
                  </a:lnTo>
                  <a:lnTo>
                    <a:pt x="174" y="427"/>
                  </a:lnTo>
                  <a:lnTo>
                    <a:pt x="169" y="416"/>
                  </a:lnTo>
                  <a:lnTo>
                    <a:pt x="165" y="414"/>
                  </a:lnTo>
                  <a:lnTo>
                    <a:pt x="155" y="412"/>
                  </a:lnTo>
                  <a:lnTo>
                    <a:pt x="143" y="406"/>
                  </a:lnTo>
                  <a:lnTo>
                    <a:pt x="140" y="394"/>
                  </a:lnTo>
                  <a:lnTo>
                    <a:pt x="134" y="383"/>
                  </a:lnTo>
                  <a:lnTo>
                    <a:pt x="134" y="382"/>
                  </a:lnTo>
                  <a:lnTo>
                    <a:pt x="132" y="374"/>
                  </a:lnTo>
                  <a:lnTo>
                    <a:pt x="139" y="358"/>
                  </a:lnTo>
                  <a:lnTo>
                    <a:pt x="128" y="343"/>
                  </a:lnTo>
                  <a:lnTo>
                    <a:pt x="128" y="341"/>
                  </a:lnTo>
                  <a:lnTo>
                    <a:pt x="127" y="334"/>
                  </a:lnTo>
                  <a:lnTo>
                    <a:pt x="125" y="325"/>
                  </a:lnTo>
                  <a:lnTo>
                    <a:pt x="122" y="323"/>
                  </a:lnTo>
                  <a:lnTo>
                    <a:pt x="122" y="312"/>
                  </a:lnTo>
                  <a:lnTo>
                    <a:pt x="122" y="308"/>
                  </a:lnTo>
                  <a:lnTo>
                    <a:pt x="122" y="307"/>
                  </a:lnTo>
                  <a:lnTo>
                    <a:pt x="120" y="300"/>
                  </a:lnTo>
                  <a:lnTo>
                    <a:pt x="119" y="300"/>
                  </a:lnTo>
                  <a:lnTo>
                    <a:pt x="113" y="292"/>
                  </a:lnTo>
                  <a:lnTo>
                    <a:pt x="109" y="288"/>
                  </a:lnTo>
                  <a:lnTo>
                    <a:pt x="108" y="287"/>
                  </a:lnTo>
                  <a:lnTo>
                    <a:pt x="104" y="286"/>
                  </a:lnTo>
                  <a:lnTo>
                    <a:pt x="99" y="284"/>
                  </a:lnTo>
                  <a:lnTo>
                    <a:pt x="95" y="282"/>
                  </a:lnTo>
                  <a:lnTo>
                    <a:pt x="89" y="276"/>
                  </a:lnTo>
                  <a:lnTo>
                    <a:pt x="78" y="270"/>
                  </a:lnTo>
                  <a:lnTo>
                    <a:pt x="75" y="264"/>
                  </a:lnTo>
                  <a:lnTo>
                    <a:pt x="67" y="253"/>
                  </a:lnTo>
                  <a:lnTo>
                    <a:pt x="61" y="250"/>
                  </a:lnTo>
                  <a:lnTo>
                    <a:pt x="59" y="248"/>
                  </a:lnTo>
                  <a:lnTo>
                    <a:pt x="51" y="247"/>
                  </a:lnTo>
                  <a:lnTo>
                    <a:pt x="50" y="246"/>
                  </a:lnTo>
                  <a:lnTo>
                    <a:pt x="45" y="242"/>
                  </a:lnTo>
                  <a:lnTo>
                    <a:pt x="44" y="239"/>
                  </a:lnTo>
                  <a:lnTo>
                    <a:pt x="44" y="238"/>
                  </a:lnTo>
                  <a:lnTo>
                    <a:pt x="32" y="236"/>
                  </a:lnTo>
                  <a:lnTo>
                    <a:pt x="18" y="224"/>
                  </a:lnTo>
                  <a:lnTo>
                    <a:pt x="15" y="223"/>
                  </a:lnTo>
                  <a:lnTo>
                    <a:pt x="9" y="220"/>
                  </a:lnTo>
                  <a:lnTo>
                    <a:pt x="12" y="209"/>
                  </a:lnTo>
                  <a:lnTo>
                    <a:pt x="11" y="196"/>
                  </a:lnTo>
                  <a:lnTo>
                    <a:pt x="12" y="184"/>
                  </a:lnTo>
                  <a:lnTo>
                    <a:pt x="11" y="175"/>
                  </a:lnTo>
                  <a:lnTo>
                    <a:pt x="11" y="174"/>
                  </a:lnTo>
                  <a:lnTo>
                    <a:pt x="11" y="172"/>
                  </a:lnTo>
                  <a:lnTo>
                    <a:pt x="11" y="167"/>
                  </a:lnTo>
                  <a:lnTo>
                    <a:pt x="13" y="148"/>
                  </a:lnTo>
                  <a:lnTo>
                    <a:pt x="9" y="142"/>
                  </a:lnTo>
                  <a:lnTo>
                    <a:pt x="0" y="134"/>
                  </a:lnTo>
                  <a:lnTo>
                    <a:pt x="2" y="126"/>
                  </a:lnTo>
                  <a:lnTo>
                    <a:pt x="8" y="114"/>
                  </a:lnTo>
                  <a:lnTo>
                    <a:pt x="38" y="90"/>
                  </a:lnTo>
                  <a:lnTo>
                    <a:pt x="37" y="83"/>
                  </a:lnTo>
                  <a:lnTo>
                    <a:pt x="36" y="58"/>
                  </a:lnTo>
                  <a:lnTo>
                    <a:pt x="36" y="49"/>
                  </a:lnTo>
                  <a:lnTo>
                    <a:pt x="35" y="37"/>
                  </a:lnTo>
                  <a:lnTo>
                    <a:pt x="35" y="34"/>
                  </a:lnTo>
                  <a:lnTo>
                    <a:pt x="37" y="35"/>
                  </a:lnTo>
                  <a:lnTo>
                    <a:pt x="48" y="25"/>
                  </a:lnTo>
                  <a:lnTo>
                    <a:pt x="54" y="29"/>
                  </a:lnTo>
                  <a:lnTo>
                    <a:pt x="67" y="29"/>
                  </a:lnTo>
                  <a:lnTo>
                    <a:pt x="84" y="22"/>
                  </a:lnTo>
                  <a:lnTo>
                    <a:pt x="95" y="18"/>
                  </a:lnTo>
                  <a:lnTo>
                    <a:pt x="107" y="10"/>
                  </a:lnTo>
                  <a:lnTo>
                    <a:pt x="111" y="11"/>
                  </a:lnTo>
                  <a:lnTo>
                    <a:pt x="127" y="0"/>
                  </a:lnTo>
                  <a:lnTo>
                    <a:pt x="134" y="7"/>
                  </a:lnTo>
                  <a:lnTo>
                    <a:pt x="128" y="19"/>
                  </a:lnTo>
                  <a:lnTo>
                    <a:pt x="129" y="26"/>
                  </a:lnTo>
                  <a:lnTo>
                    <a:pt x="126" y="32"/>
                  </a:lnTo>
                  <a:lnTo>
                    <a:pt x="126" y="36"/>
                  </a:lnTo>
                  <a:lnTo>
                    <a:pt x="134" y="31"/>
                  </a:lnTo>
                  <a:lnTo>
                    <a:pt x="138" y="24"/>
                  </a:lnTo>
                  <a:lnTo>
                    <a:pt x="151" y="34"/>
                  </a:lnTo>
                  <a:lnTo>
                    <a:pt x="155" y="34"/>
                  </a:lnTo>
                  <a:lnTo>
                    <a:pt x="159" y="36"/>
                  </a:lnTo>
                  <a:lnTo>
                    <a:pt x="161" y="35"/>
                  </a:lnTo>
                  <a:lnTo>
                    <a:pt x="174" y="41"/>
                  </a:lnTo>
                  <a:lnTo>
                    <a:pt x="181" y="53"/>
                  </a:lnTo>
                  <a:lnTo>
                    <a:pt x="195" y="58"/>
                  </a:lnTo>
                  <a:lnTo>
                    <a:pt x="200" y="59"/>
                  </a:lnTo>
                  <a:lnTo>
                    <a:pt x="253" y="68"/>
                  </a:lnTo>
                  <a:lnTo>
                    <a:pt x="259" y="72"/>
                  </a:lnTo>
                  <a:lnTo>
                    <a:pt x="264" y="74"/>
                  </a:lnTo>
                  <a:lnTo>
                    <a:pt x="270" y="77"/>
                  </a:lnTo>
                  <a:lnTo>
                    <a:pt x="277" y="77"/>
                  </a:lnTo>
                  <a:lnTo>
                    <a:pt x="281" y="78"/>
                  </a:lnTo>
                  <a:lnTo>
                    <a:pt x="285" y="80"/>
                  </a:lnTo>
                  <a:lnTo>
                    <a:pt x="294" y="79"/>
                  </a:lnTo>
                  <a:lnTo>
                    <a:pt x="311" y="80"/>
                  </a:lnTo>
                  <a:lnTo>
                    <a:pt x="320" y="83"/>
                  </a:lnTo>
                  <a:lnTo>
                    <a:pt x="324" y="88"/>
                  </a:lnTo>
                  <a:lnTo>
                    <a:pt x="320" y="95"/>
                  </a:lnTo>
                  <a:lnTo>
                    <a:pt x="325" y="96"/>
                  </a:lnTo>
                  <a:lnTo>
                    <a:pt x="330" y="95"/>
                  </a:lnTo>
                  <a:lnTo>
                    <a:pt x="330" y="97"/>
                  </a:lnTo>
                  <a:lnTo>
                    <a:pt x="338" y="98"/>
                  </a:lnTo>
                  <a:lnTo>
                    <a:pt x="339" y="101"/>
                  </a:lnTo>
                  <a:lnTo>
                    <a:pt x="357" y="157"/>
                  </a:lnTo>
                  <a:lnTo>
                    <a:pt x="363" y="158"/>
                  </a:lnTo>
                  <a:lnTo>
                    <a:pt x="362" y="166"/>
                  </a:lnTo>
                  <a:lnTo>
                    <a:pt x="362" y="168"/>
                  </a:lnTo>
                  <a:lnTo>
                    <a:pt x="353" y="173"/>
                  </a:lnTo>
                  <a:lnTo>
                    <a:pt x="341" y="196"/>
                  </a:lnTo>
                  <a:lnTo>
                    <a:pt x="341" y="197"/>
                  </a:lnTo>
                  <a:lnTo>
                    <a:pt x="341" y="202"/>
                  </a:lnTo>
                  <a:lnTo>
                    <a:pt x="339" y="208"/>
                  </a:lnTo>
                  <a:lnTo>
                    <a:pt x="348" y="209"/>
                  </a:lnTo>
                  <a:lnTo>
                    <a:pt x="356" y="203"/>
                  </a:lnTo>
                  <a:lnTo>
                    <a:pt x="356" y="202"/>
                  </a:lnTo>
                  <a:lnTo>
                    <a:pt x="357" y="200"/>
                  </a:lnTo>
                  <a:lnTo>
                    <a:pt x="360" y="193"/>
                  </a:lnTo>
                  <a:lnTo>
                    <a:pt x="372" y="180"/>
                  </a:lnTo>
                  <a:lnTo>
                    <a:pt x="385" y="160"/>
                  </a:lnTo>
                  <a:lnTo>
                    <a:pt x="386" y="154"/>
                  </a:lnTo>
                  <a:lnTo>
                    <a:pt x="395" y="144"/>
                  </a:lnTo>
                  <a:lnTo>
                    <a:pt x="395" y="140"/>
                  </a:lnTo>
                  <a:lnTo>
                    <a:pt x="402" y="136"/>
                  </a:lnTo>
                  <a:lnTo>
                    <a:pt x="404" y="140"/>
                  </a:lnTo>
                  <a:lnTo>
                    <a:pt x="383" y="198"/>
                  </a:lnTo>
                  <a:lnTo>
                    <a:pt x="377" y="215"/>
                  </a:lnTo>
                  <a:lnTo>
                    <a:pt x="374" y="233"/>
                  </a:lnTo>
                  <a:lnTo>
                    <a:pt x="377" y="240"/>
                  </a:lnTo>
                  <a:lnTo>
                    <a:pt x="367" y="265"/>
                  </a:lnTo>
                  <a:lnTo>
                    <a:pt x="366" y="276"/>
                  </a:lnTo>
                  <a:lnTo>
                    <a:pt x="369" y="289"/>
                  </a:lnTo>
                  <a:lnTo>
                    <a:pt x="367" y="302"/>
                  </a:lnTo>
                  <a:lnTo>
                    <a:pt x="365" y="310"/>
                  </a:lnTo>
                  <a:lnTo>
                    <a:pt x="365" y="313"/>
                  </a:lnTo>
                  <a:lnTo>
                    <a:pt x="361" y="326"/>
                  </a:lnTo>
                  <a:lnTo>
                    <a:pt x="360" y="338"/>
                  </a:lnTo>
                  <a:lnTo>
                    <a:pt x="361" y="344"/>
                  </a:lnTo>
                  <a:lnTo>
                    <a:pt x="361" y="350"/>
                  </a:lnTo>
                  <a:lnTo>
                    <a:pt x="363" y="362"/>
                  </a:lnTo>
                  <a:lnTo>
                    <a:pt x="369" y="378"/>
                  </a:lnTo>
                  <a:lnTo>
                    <a:pt x="373" y="386"/>
                  </a:lnTo>
                  <a:lnTo>
                    <a:pt x="372" y="394"/>
                  </a:lnTo>
                  <a:lnTo>
                    <a:pt x="372" y="398"/>
                  </a:lnTo>
                  <a:lnTo>
                    <a:pt x="374" y="412"/>
                  </a:lnTo>
                  <a:lnTo>
                    <a:pt x="360" y="412"/>
                  </a:lnTo>
                  <a:lnTo>
                    <a:pt x="351" y="413"/>
                  </a:lnTo>
                  <a:lnTo>
                    <a:pt x="347" y="414"/>
                  </a:lnTo>
                  <a:lnTo>
                    <a:pt x="343" y="414"/>
                  </a:lnTo>
                  <a:lnTo>
                    <a:pt x="342" y="414"/>
                  </a:lnTo>
                  <a:lnTo>
                    <a:pt x="338" y="414"/>
                  </a:lnTo>
                  <a:lnTo>
                    <a:pt x="317" y="416"/>
                  </a:lnTo>
                  <a:lnTo>
                    <a:pt x="313" y="416"/>
                  </a:lnTo>
                  <a:lnTo>
                    <a:pt x="311" y="418"/>
                  </a:lnTo>
                  <a:lnTo>
                    <a:pt x="307" y="418"/>
                  </a:lnTo>
                  <a:lnTo>
                    <a:pt x="306" y="41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79" name="Freeform 53">
              <a:extLst>
                <a:ext uri="{FF2B5EF4-FFF2-40B4-BE49-F238E27FC236}">
                  <a16:creationId xmlns:a16="http://schemas.microsoft.com/office/drawing/2014/main" id="{A2582DBD-BEDB-9C95-BACE-001D018DF187}"/>
                </a:ext>
              </a:extLst>
            </p:cNvPr>
            <p:cNvSpPr>
              <a:spLocks noChangeAspect="1"/>
            </p:cNvSpPr>
            <p:nvPr/>
          </p:nvSpPr>
          <p:spPr bwMode="auto">
            <a:xfrm>
              <a:off x="746" y="2390"/>
              <a:ext cx="54" cy="97"/>
            </a:xfrm>
            <a:custGeom>
              <a:avLst/>
              <a:gdLst>
                <a:gd name="T0" fmla="*/ 5 w 306"/>
                <a:gd name="T1" fmla="*/ 226 h 542"/>
                <a:gd name="T2" fmla="*/ 20 w 306"/>
                <a:gd name="T3" fmla="*/ 199 h 542"/>
                <a:gd name="T4" fmla="*/ 25 w 306"/>
                <a:gd name="T5" fmla="*/ 188 h 542"/>
                <a:gd name="T6" fmla="*/ 22 w 306"/>
                <a:gd name="T7" fmla="*/ 139 h 542"/>
                <a:gd name="T8" fmla="*/ 44 w 306"/>
                <a:gd name="T9" fmla="*/ 118 h 542"/>
                <a:gd name="T10" fmla="*/ 77 w 306"/>
                <a:gd name="T11" fmla="*/ 86 h 542"/>
                <a:gd name="T12" fmla="*/ 86 w 306"/>
                <a:gd name="T13" fmla="*/ 62 h 542"/>
                <a:gd name="T14" fmla="*/ 74 w 306"/>
                <a:gd name="T15" fmla="*/ 45 h 542"/>
                <a:gd name="T16" fmla="*/ 60 w 306"/>
                <a:gd name="T17" fmla="*/ 26 h 542"/>
                <a:gd name="T18" fmla="*/ 59 w 306"/>
                <a:gd name="T19" fmla="*/ 14 h 542"/>
                <a:gd name="T20" fmla="*/ 97 w 306"/>
                <a:gd name="T21" fmla="*/ 12 h 542"/>
                <a:gd name="T22" fmla="*/ 127 w 306"/>
                <a:gd name="T23" fmla="*/ 9 h 542"/>
                <a:gd name="T24" fmla="*/ 145 w 306"/>
                <a:gd name="T25" fmla="*/ 8 h 542"/>
                <a:gd name="T26" fmla="*/ 176 w 306"/>
                <a:gd name="T27" fmla="*/ 6 h 542"/>
                <a:gd name="T28" fmla="*/ 186 w 306"/>
                <a:gd name="T29" fmla="*/ 4 h 542"/>
                <a:gd name="T30" fmla="*/ 216 w 306"/>
                <a:gd name="T31" fmla="*/ 2 h 542"/>
                <a:gd name="T32" fmla="*/ 247 w 306"/>
                <a:gd name="T33" fmla="*/ 0 h 542"/>
                <a:gd name="T34" fmla="*/ 263 w 306"/>
                <a:gd name="T35" fmla="*/ 45 h 542"/>
                <a:gd name="T36" fmla="*/ 276 w 306"/>
                <a:gd name="T37" fmla="*/ 90 h 542"/>
                <a:gd name="T38" fmla="*/ 278 w 306"/>
                <a:gd name="T39" fmla="*/ 112 h 542"/>
                <a:gd name="T40" fmla="*/ 281 w 306"/>
                <a:gd name="T41" fmla="*/ 129 h 542"/>
                <a:gd name="T42" fmla="*/ 282 w 306"/>
                <a:gd name="T43" fmla="*/ 147 h 542"/>
                <a:gd name="T44" fmla="*/ 287 w 306"/>
                <a:gd name="T45" fmla="*/ 190 h 542"/>
                <a:gd name="T46" fmla="*/ 290 w 306"/>
                <a:gd name="T47" fmla="*/ 224 h 542"/>
                <a:gd name="T48" fmla="*/ 293 w 306"/>
                <a:gd name="T49" fmla="*/ 256 h 542"/>
                <a:gd name="T50" fmla="*/ 296 w 306"/>
                <a:gd name="T51" fmla="*/ 289 h 542"/>
                <a:gd name="T52" fmla="*/ 295 w 306"/>
                <a:gd name="T53" fmla="*/ 310 h 542"/>
                <a:gd name="T54" fmla="*/ 302 w 306"/>
                <a:gd name="T55" fmla="*/ 345 h 542"/>
                <a:gd name="T56" fmla="*/ 306 w 306"/>
                <a:gd name="T57" fmla="*/ 361 h 542"/>
                <a:gd name="T58" fmla="*/ 290 w 306"/>
                <a:gd name="T59" fmla="*/ 388 h 542"/>
                <a:gd name="T60" fmla="*/ 275 w 306"/>
                <a:gd name="T61" fmla="*/ 411 h 542"/>
                <a:gd name="T62" fmla="*/ 270 w 306"/>
                <a:gd name="T63" fmla="*/ 447 h 542"/>
                <a:gd name="T64" fmla="*/ 269 w 306"/>
                <a:gd name="T65" fmla="*/ 474 h 542"/>
                <a:gd name="T66" fmla="*/ 272 w 306"/>
                <a:gd name="T67" fmla="*/ 488 h 542"/>
                <a:gd name="T68" fmla="*/ 254 w 306"/>
                <a:gd name="T69" fmla="*/ 496 h 542"/>
                <a:gd name="T70" fmla="*/ 248 w 306"/>
                <a:gd name="T71" fmla="*/ 530 h 542"/>
                <a:gd name="T72" fmla="*/ 228 w 306"/>
                <a:gd name="T73" fmla="*/ 524 h 542"/>
                <a:gd name="T74" fmla="*/ 197 w 306"/>
                <a:gd name="T75" fmla="*/ 535 h 542"/>
                <a:gd name="T76" fmla="*/ 191 w 306"/>
                <a:gd name="T77" fmla="*/ 542 h 542"/>
                <a:gd name="T78" fmla="*/ 172 w 306"/>
                <a:gd name="T79" fmla="*/ 519 h 542"/>
                <a:gd name="T80" fmla="*/ 173 w 306"/>
                <a:gd name="T81" fmla="*/ 511 h 542"/>
                <a:gd name="T82" fmla="*/ 167 w 306"/>
                <a:gd name="T83" fmla="*/ 483 h 542"/>
                <a:gd name="T84" fmla="*/ 137 w 306"/>
                <a:gd name="T85" fmla="*/ 460 h 542"/>
                <a:gd name="T86" fmla="*/ 110 w 306"/>
                <a:gd name="T87" fmla="*/ 442 h 542"/>
                <a:gd name="T88" fmla="*/ 97 w 306"/>
                <a:gd name="T89" fmla="*/ 427 h 542"/>
                <a:gd name="T90" fmla="*/ 103 w 306"/>
                <a:gd name="T91" fmla="*/ 399 h 542"/>
                <a:gd name="T92" fmla="*/ 108 w 306"/>
                <a:gd name="T93" fmla="*/ 378 h 542"/>
                <a:gd name="T94" fmla="*/ 110 w 306"/>
                <a:gd name="T95" fmla="*/ 367 h 542"/>
                <a:gd name="T96" fmla="*/ 91 w 306"/>
                <a:gd name="T97" fmla="*/ 358 h 542"/>
                <a:gd name="T98" fmla="*/ 71 w 306"/>
                <a:gd name="T99" fmla="*/ 362 h 542"/>
                <a:gd name="T100" fmla="*/ 61 w 306"/>
                <a:gd name="T101" fmla="*/ 331 h 542"/>
                <a:gd name="T102" fmla="*/ 34 w 306"/>
                <a:gd name="T103" fmla="*/ 306 h 542"/>
                <a:gd name="T104" fmla="*/ 20 w 306"/>
                <a:gd name="T105" fmla="*/ 294 h 542"/>
                <a:gd name="T106" fmla="*/ 12 w 306"/>
                <a:gd name="T107" fmla="*/ 280 h 542"/>
                <a:gd name="T108" fmla="*/ 0 w 306"/>
                <a:gd name="T109" fmla="*/ 25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6" h="542">
                  <a:moveTo>
                    <a:pt x="0" y="243"/>
                  </a:moveTo>
                  <a:lnTo>
                    <a:pt x="0" y="238"/>
                  </a:lnTo>
                  <a:lnTo>
                    <a:pt x="4" y="228"/>
                  </a:lnTo>
                  <a:lnTo>
                    <a:pt x="5" y="226"/>
                  </a:lnTo>
                  <a:lnTo>
                    <a:pt x="5" y="225"/>
                  </a:lnTo>
                  <a:lnTo>
                    <a:pt x="8" y="224"/>
                  </a:lnTo>
                  <a:lnTo>
                    <a:pt x="7" y="206"/>
                  </a:lnTo>
                  <a:lnTo>
                    <a:pt x="20" y="199"/>
                  </a:lnTo>
                  <a:lnTo>
                    <a:pt x="24" y="196"/>
                  </a:lnTo>
                  <a:lnTo>
                    <a:pt x="25" y="196"/>
                  </a:lnTo>
                  <a:lnTo>
                    <a:pt x="25" y="193"/>
                  </a:lnTo>
                  <a:lnTo>
                    <a:pt x="25" y="188"/>
                  </a:lnTo>
                  <a:lnTo>
                    <a:pt x="35" y="163"/>
                  </a:lnTo>
                  <a:lnTo>
                    <a:pt x="35" y="156"/>
                  </a:lnTo>
                  <a:lnTo>
                    <a:pt x="30" y="147"/>
                  </a:lnTo>
                  <a:lnTo>
                    <a:pt x="22" y="139"/>
                  </a:lnTo>
                  <a:lnTo>
                    <a:pt x="24" y="130"/>
                  </a:lnTo>
                  <a:lnTo>
                    <a:pt x="25" y="127"/>
                  </a:lnTo>
                  <a:lnTo>
                    <a:pt x="29" y="122"/>
                  </a:lnTo>
                  <a:lnTo>
                    <a:pt x="44" y="118"/>
                  </a:lnTo>
                  <a:lnTo>
                    <a:pt x="64" y="110"/>
                  </a:lnTo>
                  <a:lnTo>
                    <a:pt x="72" y="104"/>
                  </a:lnTo>
                  <a:lnTo>
                    <a:pt x="76" y="88"/>
                  </a:lnTo>
                  <a:lnTo>
                    <a:pt x="77" y="86"/>
                  </a:lnTo>
                  <a:lnTo>
                    <a:pt x="80" y="84"/>
                  </a:lnTo>
                  <a:lnTo>
                    <a:pt x="85" y="74"/>
                  </a:lnTo>
                  <a:lnTo>
                    <a:pt x="85" y="68"/>
                  </a:lnTo>
                  <a:lnTo>
                    <a:pt x="86" y="62"/>
                  </a:lnTo>
                  <a:lnTo>
                    <a:pt x="86" y="61"/>
                  </a:lnTo>
                  <a:lnTo>
                    <a:pt x="85" y="58"/>
                  </a:lnTo>
                  <a:lnTo>
                    <a:pt x="83" y="50"/>
                  </a:lnTo>
                  <a:lnTo>
                    <a:pt x="74" y="45"/>
                  </a:lnTo>
                  <a:lnTo>
                    <a:pt x="72" y="44"/>
                  </a:lnTo>
                  <a:lnTo>
                    <a:pt x="67" y="42"/>
                  </a:lnTo>
                  <a:lnTo>
                    <a:pt x="65" y="39"/>
                  </a:lnTo>
                  <a:lnTo>
                    <a:pt x="60" y="26"/>
                  </a:lnTo>
                  <a:lnTo>
                    <a:pt x="48" y="20"/>
                  </a:lnTo>
                  <a:lnTo>
                    <a:pt x="47" y="15"/>
                  </a:lnTo>
                  <a:lnTo>
                    <a:pt x="50" y="15"/>
                  </a:lnTo>
                  <a:lnTo>
                    <a:pt x="59" y="14"/>
                  </a:lnTo>
                  <a:lnTo>
                    <a:pt x="62" y="14"/>
                  </a:lnTo>
                  <a:lnTo>
                    <a:pt x="83" y="12"/>
                  </a:lnTo>
                  <a:lnTo>
                    <a:pt x="89" y="12"/>
                  </a:lnTo>
                  <a:lnTo>
                    <a:pt x="97" y="12"/>
                  </a:lnTo>
                  <a:lnTo>
                    <a:pt x="101" y="12"/>
                  </a:lnTo>
                  <a:lnTo>
                    <a:pt x="103" y="10"/>
                  </a:lnTo>
                  <a:lnTo>
                    <a:pt x="119" y="9"/>
                  </a:lnTo>
                  <a:lnTo>
                    <a:pt x="127" y="9"/>
                  </a:lnTo>
                  <a:lnTo>
                    <a:pt x="134" y="9"/>
                  </a:lnTo>
                  <a:lnTo>
                    <a:pt x="137" y="9"/>
                  </a:lnTo>
                  <a:lnTo>
                    <a:pt x="137" y="8"/>
                  </a:lnTo>
                  <a:lnTo>
                    <a:pt x="145" y="8"/>
                  </a:lnTo>
                  <a:lnTo>
                    <a:pt x="160" y="7"/>
                  </a:lnTo>
                  <a:lnTo>
                    <a:pt x="167" y="7"/>
                  </a:lnTo>
                  <a:lnTo>
                    <a:pt x="172" y="6"/>
                  </a:lnTo>
                  <a:lnTo>
                    <a:pt x="176" y="6"/>
                  </a:lnTo>
                  <a:lnTo>
                    <a:pt x="179" y="6"/>
                  </a:lnTo>
                  <a:lnTo>
                    <a:pt x="180" y="6"/>
                  </a:lnTo>
                  <a:lnTo>
                    <a:pt x="184" y="6"/>
                  </a:lnTo>
                  <a:lnTo>
                    <a:pt x="186" y="4"/>
                  </a:lnTo>
                  <a:lnTo>
                    <a:pt x="190" y="4"/>
                  </a:lnTo>
                  <a:lnTo>
                    <a:pt x="211" y="2"/>
                  </a:lnTo>
                  <a:lnTo>
                    <a:pt x="215" y="2"/>
                  </a:lnTo>
                  <a:lnTo>
                    <a:pt x="216" y="2"/>
                  </a:lnTo>
                  <a:lnTo>
                    <a:pt x="220" y="2"/>
                  </a:lnTo>
                  <a:lnTo>
                    <a:pt x="224" y="1"/>
                  </a:lnTo>
                  <a:lnTo>
                    <a:pt x="233" y="0"/>
                  </a:lnTo>
                  <a:lnTo>
                    <a:pt x="247" y="0"/>
                  </a:lnTo>
                  <a:lnTo>
                    <a:pt x="247" y="10"/>
                  </a:lnTo>
                  <a:lnTo>
                    <a:pt x="248" y="22"/>
                  </a:lnTo>
                  <a:lnTo>
                    <a:pt x="253" y="32"/>
                  </a:lnTo>
                  <a:lnTo>
                    <a:pt x="263" y="45"/>
                  </a:lnTo>
                  <a:lnTo>
                    <a:pt x="268" y="57"/>
                  </a:lnTo>
                  <a:lnTo>
                    <a:pt x="275" y="73"/>
                  </a:lnTo>
                  <a:lnTo>
                    <a:pt x="276" y="87"/>
                  </a:lnTo>
                  <a:lnTo>
                    <a:pt x="276" y="90"/>
                  </a:lnTo>
                  <a:lnTo>
                    <a:pt x="277" y="96"/>
                  </a:lnTo>
                  <a:lnTo>
                    <a:pt x="278" y="105"/>
                  </a:lnTo>
                  <a:lnTo>
                    <a:pt x="278" y="109"/>
                  </a:lnTo>
                  <a:lnTo>
                    <a:pt x="278" y="112"/>
                  </a:lnTo>
                  <a:lnTo>
                    <a:pt x="278" y="115"/>
                  </a:lnTo>
                  <a:lnTo>
                    <a:pt x="280" y="117"/>
                  </a:lnTo>
                  <a:lnTo>
                    <a:pt x="280" y="126"/>
                  </a:lnTo>
                  <a:lnTo>
                    <a:pt x="281" y="129"/>
                  </a:lnTo>
                  <a:lnTo>
                    <a:pt x="281" y="133"/>
                  </a:lnTo>
                  <a:lnTo>
                    <a:pt x="282" y="140"/>
                  </a:lnTo>
                  <a:lnTo>
                    <a:pt x="282" y="141"/>
                  </a:lnTo>
                  <a:lnTo>
                    <a:pt x="282" y="147"/>
                  </a:lnTo>
                  <a:lnTo>
                    <a:pt x="284" y="166"/>
                  </a:lnTo>
                  <a:lnTo>
                    <a:pt x="286" y="177"/>
                  </a:lnTo>
                  <a:lnTo>
                    <a:pt x="286" y="183"/>
                  </a:lnTo>
                  <a:lnTo>
                    <a:pt x="287" y="190"/>
                  </a:lnTo>
                  <a:lnTo>
                    <a:pt x="287" y="192"/>
                  </a:lnTo>
                  <a:lnTo>
                    <a:pt x="288" y="199"/>
                  </a:lnTo>
                  <a:lnTo>
                    <a:pt x="288" y="207"/>
                  </a:lnTo>
                  <a:lnTo>
                    <a:pt x="290" y="224"/>
                  </a:lnTo>
                  <a:lnTo>
                    <a:pt x="290" y="226"/>
                  </a:lnTo>
                  <a:lnTo>
                    <a:pt x="290" y="232"/>
                  </a:lnTo>
                  <a:lnTo>
                    <a:pt x="293" y="249"/>
                  </a:lnTo>
                  <a:lnTo>
                    <a:pt x="293" y="256"/>
                  </a:lnTo>
                  <a:lnTo>
                    <a:pt x="294" y="268"/>
                  </a:lnTo>
                  <a:lnTo>
                    <a:pt x="295" y="277"/>
                  </a:lnTo>
                  <a:lnTo>
                    <a:pt x="296" y="286"/>
                  </a:lnTo>
                  <a:lnTo>
                    <a:pt x="296" y="289"/>
                  </a:lnTo>
                  <a:lnTo>
                    <a:pt x="298" y="302"/>
                  </a:lnTo>
                  <a:lnTo>
                    <a:pt x="294" y="310"/>
                  </a:lnTo>
                  <a:lnTo>
                    <a:pt x="294" y="312"/>
                  </a:lnTo>
                  <a:lnTo>
                    <a:pt x="295" y="310"/>
                  </a:lnTo>
                  <a:lnTo>
                    <a:pt x="293" y="321"/>
                  </a:lnTo>
                  <a:lnTo>
                    <a:pt x="294" y="326"/>
                  </a:lnTo>
                  <a:lnTo>
                    <a:pt x="298" y="336"/>
                  </a:lnTo>
                  <a:lnTo>
                    <a:pt x="302" y="345"/>
                  </a:lnTo>
                  <a:lnTo>
                    <a:pt x="301" y="346"/>
                  </a:lnTo>
                  <a:lnTo>
                    <a:pt x="301" y="348"/>
                  </a:lnTo>
                  <a:lnTo>
                    <a:pt x="302" y="350"/>
                  </a:lnTo>
                  <a:lnTo>
                    <a:pt x="306" y="361"/>
                  </a:lnTo>
                  <a:lnTo>
                    <a:pt x="299" y="376"/>
                  </a:lnTo>
                  <a:lnTo>
                    <a:pt x="296" y="379"/>
                  </a:lnTo>
                  <a:lnTo>
                    <a:pt x="295" y="385"/>
                  </a:lnTo>
                  <a:lnTo>
                    <a:pt x="290" y="388"/>
                  </a:lnTo>
                  <a:lnTo>
                    <a:pt x="292" y="394"/>
                  </a:lnTo>
                  <a:lnTo>
                    <a:pt x="289" y="398"/>
                  </a:lnTo>
                  <a:lnTo>
                    <a:pt x="277" y="411"/>
                  </a:lnTo>
                  <a:lnTo>
                    <a:pt x="275" y="411"/>
                  </a:lnTo>
                  <a:lnTo>
                    <a:pt x="275" y="414"/>
                  </a:lnTo>
                  <a:lnTo>
                    <a:pt x="277" y="424"/>
                  </a:lnTo>
                  <a:lnTo>
                    <a:pt x="276" y="432"/>
                  </a:lnTo>
                  <a:lnTo>
                    <a:pt x="270" y="447"/>
                  </a:lnTo>
                  <a:lnTo>
                    <a:pt x="272" y="448"/>
                  </a:lnTo>
                  <a:lnTo>
                    <a:pt x="276" y="456"/>
                  </a:lnTo>
                  <a:lnTo>
                    <a:pt x="270" y="465"/>
                  </a:lnTo>
                  <a:lnTo>
                    <a:pt x="269" y="474"/>
                  </a:lnTo>
                  <a:lnTo>
                    <a:pt x="270" y="478"/>
                  </a:lnTo>
                  <a:lnTo>
                    <a:pt x="271" y="478"/>
                  </a:lnTo>
                  <a:lnTo>
                    <a:pt x="276" y="484"/>
                  </a:lnTo>
                  <a:lnTo>
                    <a:pt x="272" y="488"/>
                  </a:lnTo>
                  <a:lnTo>
                    <a:pt x="263" y="490"/>
                  </a:lnTo>
                  <a:lnTo>
                    <a:pt x="256" y="496"/>
                  </a:lnTo>
                  <a:lnTo>
                    <a:pt x="254" y="498"/>
                  </a:lnTo>
                  <a:lnTo>
                    <a:pt x="254" y="496"/>
                  </a:lnTo>
                  <a:lnTo>
                    <a:pt x="251" y="495"/>
                  </a:lnTo>
                  <a:lnTo>
                    <a:pt x="246" y="512"/>
                  </a:lnTo>
                  <a:lnTo>
                    <a:pt x="252" y="524"/>
                  </a:lnTo>
                  <a:lnTo>
                    <a:pt x="248" y="530"/>
                  </a:lnTo>
                  <a:lnTo>
                    <a:pt x="247" y="531"/>
                  </a:lnTo>
                  <a:lnTo>
                    <a:pt x="242" y="530"/>
                  </a:lnTo>
                  <a:lnTo>
                    <a:pt x="238" y="526"/>
                  </a:lnTo>
                  <a:lnTo>
                    <a:pt x="228" y="524"/>
                  </a:lnTo>
                  <a:lnTo>
                    <a:pt x="214" y="518"/>
                  </a:lnTo>
                  <a:lnTo>
                    <a:pt x="209" y="519"/>
                  </a:lnTo>
                  <a:lnTo>
                    <a:pt x="199" y="532"/>
                  </a:lnTo>
                  <a:lnTo>
                    <a:pt x="197" y="535"/>
                  </a:lnTo>
                  <a:lnTo>
                    <a:pt x="196" y="537"/>
                  </a:lnTo>
                  <a:lnTo>
                    <a:pt x="198" y="542"/>
                  </a:lnTo>
                  <a:lnTo>
                    <a:pt x="191" y="535"/>
                  </a:lnTo>
                  <a:lnTo>
                    <a:pt x="191" y="542"/>
                  </a:lnTo>
                  <a:lnTo>
                    <a:pt x="186" y="542"/>
                  </a:lnTo>
                  <a:lnTo>
                    <a:pt x="181" y="540"/>
                  </a:lnTo>
                  <a:lnTo>
                    <a:pt x="173" y="519"/>
                  </a:lnTo>
                  <a:lnTo>
                    <a:pt x="172" y="519"/>
                  </a:lnTo>
                  <a:lnTo>
                    <a:pt x="170" y="519"/>
                  </a:lnTo>
                  <a:lnTo>
                    <a:pt x="169" y="513"/>
                  </a:lnTo>
                  <a:lnTo>
                    <a:pt x="170" y="511"/>
                  </a:lnTo>
                  <a:lnTo>
                    <a:pt x="173" y="511"/>
                  </a:lnTo>
                  <a:lnTo>
                    <a:pt x="175" y="507"/>
                  </a:lnTo>
                  <a:lnTo>
                    <a:pt x="166" y="489"/>
                  </a:lnTo>
                  <a:lnTo>
                    <a:pt x="166" y="488"/>
                  </a:lnTo>
                  <a:lnTo>
                    <a:pt x="167" y="483"/>
                  </a:lnTo>
                  <a:lnTo>
                    <a:pt x="154" y="472"/>
                  </a:lnTo>
                  <a:lnTo>
                    <a:pt x="152" y="466"/>
                  </a:lnTo>
                  <a:lnTo>
                    <a:pt x="143" y="460"/>
                  </a:lnTo>
                  <a:lnTo>
                    <a:pt x="137" y="460"/>
                  </a:lnTo>
                  <a:lnTo>
                    <a:pt x="132" y="462"/>
                  </a:lnTo>
                  <a:lnTo>
                    <a:pt x="127" y="453"/>
                  </a:lnTo>
                  <a:lnTo>
                    <a:pt x="116" y="445"/>
                  </a:lnTo>
                  <a:lnTo>
                    <a:pt x="110" y="442"/>
                  </a:lnTo>
                  <a:lnTo>
                    <a:pt x="107" y="440"/>
                  </a:lnTo>
                  <a:lnTo>
                    <a:pt x="107" y="439"/>
                  </a:lnTo>
                  <a:lnTo>
                    <a:pt x="98" y="430"/>
                  </a:lnTo>
                  <a:lnTo>
                    <a:pt x="97" y="427"/>
                  </a:lnTo>
                  <a:lnTo>
                    <a:pt x="98" y="414"/>
                  </a:lnTo>
                  <a:lnTo>
                    <a:pt x="103" y="403"/>
                  </a:lnTo>
                  <a:lnTo>
                    <a:pt x="103" y="400"/>
                  </a:lnTo>
                  <a:lnTo>
                    <a:pt x="103" y="399"/>
                  </a:lnTo>
                  <a:lnTo>
                    <a:pt x="104" y="398"/>
                  </a:lnTo>
                  <a:lnTo>
                    <a:pt x="108" y="390"/>
                  </a:lnTo>
                  <a:lnTo>
                    <a:pt x="108" y="386"/>
                  </a:lnTo>
                  <a:lnTo>
                    <a:pt x="108" y="378"/>
                  </a:lnTo>
                  <a:lnTo>
                    <a:pt x="108" y="375"/>
                  </a:lnTo>
                  <a:lnTo>
                    <a:pt x="112" y="373"/>
                  </a:lnTo>
                  <a:lnTo>
                    <a:pt x="112" y="372"/>
                  </a:lnTo>
                  <a:lnTo>
                    <a:pt x="110" y="367"/>
                  </a:lnTo>
                  <a:lnTo>
                    <a:pt x="101" y="362"/>
                  </a:lnTo>
                  <a:lnTo>
                    <a:pt x="100" y="361"/>
                  </a:lnTo>
                  <a:lnTo>
                    <a:pt x="95" y="361"/>
                  </a:lnTo>
                  <a:lnTo>
                    <a:pt x="91" y="358"/>
                  </a:lnTo>
                  <a:lnTo>
                    <a:pt x="86" y="358"/>
                  </a:lnTo>
                  <a:lnTo>
                    <a:pt x="79" y="367"/>
                  </a:lnTo>
                  <a:lnTo>
                    <a:pt x="77" y="368"/>
                  </a:lnTo>
                  <a:lnTo>
                    <a:pt x="71" y="362"/>
                  </a:lnTo>
                  <a:lnTo>
                    <a:pt x="68" y="356"/>
                  </a:lnTo>
                  <a:lnTo>
                    <a:pt x="67" y="344"/>
                  </a:lnTo>
                  <a:lnTo>
                    <a:pt x="64" y="334"/>
                  </a:lnTo>
                  <a:lnTo>
                    <a:pt x="61" y="331"/>
                  </a:lnTo>
                  <a:lnTo>
                    <a:pt x="54" y="324"/>
                  </a:lnTo>
                  <a:lnTo>
                    <a:pt x="47" y="319"/>
                  </a:lnTo>
                  <a:lnTo>
                    <a:pt x="42" y="316"/>
                  </a:lnTo>
                  <a:lnTo>
                    <a:pt x="34" y="306"/>
                  </a:lnTo>
                  <a:lnTo>
                    <a:pt x="30" y="304"/>
                  </a:lnTo>
                  <a:lnTo>
                    <a:pt x="28" y="301"/>
                  </a:lnTo>
                  <a:lnTo>
                    <a:pt x="22" y="296"/>
                  </a:lnTo>
                  <a:lnTo>
                    <a:pt x="20" y="294"/>
                  </a:lnTo>
                  <a:lnTo>
                    <a:pt x="18" y="292"/>
                  </a:lnTo>
                  <a:lnTo>
                    <a:pt x="13" y="286"/>
                  </a:lnTo>
                  <a:lnTo>
                    <a:pt x="13" y="285"/>
                  </a:lnTo>
                  <a:lnTo>
                    <a:pt x="12" y="280"/>
                  </a:lnTo>
                  <a:lnTo>
                    <a:pt x="6" y="274"/>
                  </a:lnTo>
                  <a:lnTo>
                    <a:pt x="7" y="267"/>
                  </a:lnTo>
                  <a:lnTo>
                    <a:pt x="4" y="262"/>
                  </a:lnTo>
                  <a:lnTo>
                    <a:pt x="0" y="250"/>
                  </a:lnTo>
                  <a:lnTo>
                    <a:pt x="0" y="24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0" name="Freeform 54">
              <a:extLst>
                <a:ext uri="{FF2B5EF4-FFF2-40B4-BE49-F238E27FC236}">
                  <a16:creationId xmlns:a16="http://schemas.microsoft.com/office/drawing/2014/main" id="{1577F982-0167-C082-B0D3-C41375D650F3}"/>
                </a:ext>
              </a:extLst>
            </p:cNvPr>
            <p:cNvSpPr>
              <a:spLocks noChangeAspect="1"/>
            </p:cNvSpPr>
            <p:nvPr/>
          </p:nvSpPr>
          <p:spPr bwMode="auto">
            <a:xfrm>
              <a:off x="679" y="2377"/>
              <a:ext cx="82" cy="54"/>
            </a:xfrm>
            <a:custGeom>
              <a:avLst/>
              <a:gdLst>
                <a:gd name="T0" fmla="*/ 193 w 463"/>
                <a:gd name="T1" fmla="*/ 9 h 303"/>
                <a:gd name="T2" fmla="*/ 184 w 463"/>
                <a:gd name="T3" fmla="*/ 10 h 303"/>
                <a:gd name="T4" fmla="*/ 165 w 463"/>
                <a:gd name="T5" fmla="*/ 10 h 303"/>
                <a:gd name="T6" fmla="*/ 137 w 463"/>
                <a:gd name="T7" fmla="*/ 12 h 303"/>
                <a:gd name="T8" fmla="*/ 121 w 463"/>
                <a:gd name="T9" fmla="*/ 12 h 303"/>
                <a:gd name="T10" fmla="*/ 95 w 463"/>
                <a:gd name="T11" fmla="*/ 13 h 303"/>
                <a:gd name="T12" fmla="*/ 63 w 463"/>
                <a:gd name="T13" fmla="*/ 14 h 303"/>
                <a:gd name="T14" fmla="*/ 48 w 463"/>
                <a:gd name="T15" fmla="*/ 14 h 303"/>
                <a:gd name="T16" fmla="*/ 25 w 463"/>
                <a:gd name="T17" fmla="*/ 14 h 303"/>
                <a:gd name="T18" fmla="*/ 9 w 463"/>
                <a:gd name="T19" fmla="*/ 15 h 303"/>
                <a:gd name="T20" fmla="*/ 5 w 463"/>
                <a:gd name="T21" fmla="*/ 38 h 303"/>
                <a:gd name="T22" fmla="*/ 12 w 463"/>
                <a:gd name="T23" fmla="*/ 55 h 303"/>
                <a:gd name="T24" fmla="*/ 6 w 463"/>
                <a:gd name="T25" fmla="*/ 72 h 303"/>
                <a:gd name="T26" fmla="*/ 10 w 463"/>
                <a:gd name="T27" fmla="*/ 106 h 303"/>
                <a:gd name="T28" fmla="*/ 13 w 463"/>
                <a:gd name="T29" fmla="*/ 112 h 303"/>
                <a:gd name="T30" fmla="*/ 21 w 463"/>
                <a:gd name="T31" fmla="*/ 139 h 303"/>
                <a:gd name="T32" fmla="*/ 29 w 463"/>
                <a:gd name="T33" fmla="*/ 160 h 303"/>
                <a:gd name="T34" fmla="*/ 37 w 463"/>
                <a:gd name="T35" fmla="*/ 174 h 303"/>
                <a:gd name="T36" fmla="*/ 39 w 463"/>
                <a:gd name="T37" fmla="*/ 196 h 303"/>
                <a:gd name="T38" fmla="*/ 47 w 463"/>
                <a:gd name="T39" fmla="*/ 208 h 303"/>
                <a:gd name="T40" fmla="*/ 57 w 463"/>
                <a:gd name="T41" fmla="*/ 229 h 303"/>
                <a:gd name="T42" fmla="*/ 57 w 463"/>
                <a:gd name="T43" fmla="*/ 238 h 303"/>
                <a:gd name="T44" fmla="*/ 57 w 463"/>
                <a:gd name="T45" fmla="*/ 250 h 303"/>
                <a:gd name="T46" fmla="*/ 61 w 463"/>
                <a:gd name="T47" fmla="*/ 266 h 303"/>
                <a:gd name="T48" fmla="*/ 60 w 463"/>
                <a:gd name="T49" fmla="*/ 278 h 303"/>
                <a:gd name="T50" fmla="*/ 65 w 463"/>
                <a:gd name="T51" fmla="*/ 297 h 303"/>
                <a:gd name="T52" fmla="*/ 94 w 463"/>
                <a:gd name="T53" fmla="*/ 297 h 303"/>
                <a:gd name="T54" fmla="*/ 121 w 463"/>
                <a:gd name="T55" fmla="*/ 296 h 303"/>
                <a:gd name="T56" fmla="*/ 148 w 463"/>
                <a:gd name="T57" fmla="*/ 296 h 303"/>
                <a:gd name="T58" fmla="*/ 175 w 463"/>
                <a:gd name="T59" fmla="*/ 295 h 303"/>
                <a:gd name="T60" fmla="*/ 193 w 463"/>
                <a:gd name="T61" fmla="*/ 294 h 303"/>
                <a:gd name="T62" fmla="*/ 226 w 463"/>
                <a:gd name="T63" fmla="*/ 292 h 303"/>
                <a:gd name="T64" fmla="*/ 239 w 463"/>
                <a:gd name="T65" fmla="*/ 291 h 303"/>
                <a:gd name="T66" fmla="*/ 267 w 463"/>
                <a:gd name="T67" fmla="*/ 290 h 303"/>
                <a:gd name="T68" fmla="*/ 293 w 463"/>
                <a:gd name="T69" fmla="*/ 288 h 303"/>
                <a:gd name="T70" fmla="*/ 321 w 463"/>
                <a:gd name="T71" fmla="*/ 285 h 303"/>
                <a:gd name="T72" fmla="*/ 335 w 463"/>
                <a:gd name="T73" fmla="*/ 284 h 303"/>
                <a:gd name="T74" fmla="*/ 358 w 463"/>
                <a:gd name="T75" fmla="*/ 282 h 303"/>
                <a:gd name="T76" fmla="*/ 366 w 463"/>
                <a:gd name="T77" fmla="*/ 289 h 303"/>
                <a:gd name="T78" fmla="*/ 385 w 463"/>
                <a:gd name="T79" fmla="*/ 302 h 303"/>
                <a:gd name="T80" fmla="*/ 401 w 463"/>
                <a:gd name="T81" fmla="*/ 274 h 303"/>
                <a:gd name="T82" fmla="*/ 402 w 463"/>
                <a:gd name="T83" fmla="*/ 266 h 303"/>
                <a:gd name="T84" fmla="*/ 407 w 463"/>
                <a:gd name="T85" fmla="*/ 225 h 303"/>
                <a:gd name="T86" fmla="*/ 402 w 463"/>
                <a:gd name="T87" fmla="*/ 205 h 303"/>
                <a:gd name="T88" fmla="*/ 441 w 463"/>
                <a:gd name="T89" fmla="*/ 188 h 303"/>
                <a:gd name="T90" fmla="*/ 454 w 463"/>
                <a:gd name="T91" fmla="*/ 164 h 303"/>
                <a:gd name="T92" fmla="*/ 462 w 463"/>
                <a:gd name="T93" fmla="*/ 146 h 303"/>
                <a:gd name="T94" fmla="*/ 462 w 463"/>
                <a:gd name="T95" fmla="*/ 136 h 303"/>
                <a:gd name="T96" fmla="*/ 449 w 463"/>
                <a:gd name="T97" fmla="*/ 122 h 303"/>
                <a:gd name="T98" fmla="*/ 437 w 463"/>
                <a:gd name="T99" fmla="*/ 104 h 303"/>
                <a:gd name="T100" fmla="*/ 419 w 463"/>
                <a:gd name="T101" fmla="*/ 82 h 303"/>
                <a:gd name="T102" fmla="*/ 393 w 463"/>
                <a:gd name="T103" fmla="*/ 72 h 303"/>
                <a:gd name="T104" fmla="*/ 384 w 463"/>
                <a:gd name="T105" fmla="*/ 48 h 303"/>
                <a:gd name="T106" fmla="*/ 378 w 463"/>
                <a:gd name="T107" fmla="*/ 9 h 303"/>
                <a:gd name="T108" fmla="*/ 375 w 463"/>
                <a:gd name="T109" fmla="*/ 0 h 303"/>
                <a:gd name="T110" fmla="*/ 348 w 463"/>
                <a:gd name="T111" fmla="*/ 2 h 303"/>
                <a:gd name="T112" fmla="*/ 291 w 463"/>
                <a:gd name="T113" fmla="*/ 4 h 303"/>
                <a:gd name="T114" fmla="*/ 251 w 463"/>
                <a:gd name="T115" fmla="*/ 7 h 303"/>
                <a:gd name="T116" fmla="*/ 225 w 463"/>
                <a:gd name="T117" fmla="*/ 8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3" h="303">
                  <a:moveTo>
                    <a:pt x="217" y="9"/>
                  </a:moveTo>
                  <a:lnTo>
                    <a:pt x="207" y="9"/>
                  </a:lnTo>
                  <a:lnTo>
                    <a:pt x="193" y="9"/>
                  </a:lnTo>
                  <a:lnTo>
                    <a:pt x="191" y="9"/>
                  </a:lnTo>
                  <a:lnTo>
                    <a:pt x="185" y="10"/>
                  </a:lnTo>
                  <a:lnTo>
                    <a:pt x="184" y="10"/>
                  </a:lnTo>
                  <a:lnTo>
                    <a:pt x="183" y="10"/>
                  </a:lnTo>
                  <a:lnTo>
                    <a:pt x="166" y="10"/>
                  </a:lnTo>
                  <a:lnTo>
                    <a:pt x="165" y="10"/>
                  </a:lnTo>
                  <a:lnTo>
                    <a:pt x="156" y="12"/>
                  </a:lnTo>
                  <a:lnTo>
                    <a:pt x="151" y="12"/>
                  </a:lnTo>
                  <a:lnTo>
                    <a:pt x="137" y="12"/>
                  </a:lnTo>
                  <a:lnTo>
                    <a:pt x="130" y="12"/>
                  </a:lnTo>
                  <a:lnTo>
                    <a:pt x="123" y="12"/>
                  </a:lnTo>
                  <a:lnTo>
                    <a:pt x="121" y="12"/>
                  </a:lnTo>
                  <a:lnTo>
                    <a:pt x="119" y="13"/>
                  </a:lnTo>
                  <a:lnTo>
                    <a:pt x="105" y="13"/>
                  </a:lnTo>
                  <a:lnTo>
                    <a:pt x="95" y="13"/>
                  </a:lnTo>
                  <a:lnTo>
                    <a:pt x="85" y="13"/>
                  </a:lnTo>
                  <a:lnTo>
                    <a:pt x="81" y="13"/>
                  </a:lnTo>
                  <a:lnTo>
                    <a:pt x="63" y="14"/>
                  </a:lnTo>
                  <a:lnTo>
                    <a:pt x="60" y="14"/>
                  </a:lnTo>
                  <a:lnTo>
                    <a:pt x="53" y="14"/>
                  </a:lnTo>
                  <a:lnTo>
                    <a:pt x="48" y="14"/>
                  </a:lnTo>
                  <a:lnTo>
                    <a:pt x="43" y="14"/>
                  </a:lnTo>
                  <a:lnTo>
                    <a:pt x="40" y="14"/>
                  </a:lnTo>
                  <a:lnTo>
                    <a:pt x="25" y="14"/>
                  </a:lnTo>
                  <a:lnTo>
                    <a:pt x="17" y="15"/>
                  </a:lnTo>
                  <a:lnTo>
                    <a:pt x="11" y="15"/>
                  </a:lnTo>
                  <a:lnTo>
                    <a:pt x="9" y="15"/>
                  </a:lnTo>
                  <a:lnTo>
                    <a:pt x="1" y="15"/>
                  </a:lnTo>
                  <a:lnTo>
                    <a:pt x="6" y="27"/>
                  </a:lnTo>
                  <a:lnTo>
                    <a:pt x="5" y="38"/>
                  </a:lnTo>
                  <a:lnTo>
                    <a:pt x="9" y="42"/>
                  </a:lnTo>
                  <a:lnTo>
                    <a:pt x="12" y="51"/>
                  </a:lnTo>
                  <a:lnTo>
                    <a:pt x="12" y="55"/>
                  </a:lnTo>
                  <a:lnTo>
                    <a:pt x="9" y="58"/>
                  </a:lnTo>
                  <a:lnTo>
                    <a:pt x="9" y="67"/>
                  </a:lnTo>
                  <a:lnTo>
                    <a:pt x="6" y="72"/>
                  </a:lnTo>
                  <a:lnTo>
                    <a:pt x="0" y="92"/>
                  </a:lnTo>
                  <a:lnTo>
                    <a:pt x="10" y="103"/>
                  </a:lnTo>
                  <a:lnTo>
                    <a:pt x="10" y="106"/>
                  </a:lnTo>
                  <a:lnTo>
                    <a:pt x="11" y="111"/>
                  </a:lnTo>
                  <a:lnTo>
                    <a:pt x="11" y="112"/>
                  </a:lnTo>
                  <a:lnTo>
                    <a:pt x="13" y="112"/>
                  </a:lnTo>
                  <a:lnTo>
                    <a:pt x="19" y="133"/>
                  </a:lnTo>
                  <a:lnTo>
                    <a:pt x="22" y="136"/>
                  </a:lnTo>
                  <a:lnTo>
                    <a:pt x="21" y="139"/>
                  </a:lnTo>
                  <a:lnTo>
                    <a:pt x="25" y="148"/>
                  </a:lnTo>
                  <a:lnTo>
                    <a:pt x="27" y="156"/>
                  </a:lnTo>
                  <a:lnTo>
                    <a:pt x="29" y="160"/>
                  </a:lnTo>
                  <a:lnTo>
                    <a:pt x="33" y="160"/>
                  </a:lnTo>
                  <a:lnTo>
                    <a:pt x="36" y="172"/>
                  </a:lnTo>
                  <a:lnTo>
                    <a:pt x="37" y="174"/>
                  </a:lnTo>
                  <a:lnTo>
                    <a:pt x="40" y="184"/>
                  </a:lnTo>
                  <a:lnTo>
                    <a:pt x="37" y="190"/>
                  </a:lnTo>
                  <a:lnTo>
                    <a:pt x="39" y="196"/>
                  </a:lnTo>
                  <a:lnTo>
                    <a:pt x="47" y="205"/>
                  </a:lnTo>
                  <a:lnTo>
                    <a:pt x="47" y="207"/>
                  </a:lnTo>
                  <a:lnTo>
                    <a:pt x="47" y="208"/>
                  </a:lnTo>
                  <a:lnTo>
                    <a:pt x="47" y="211"/>
                  </a:lnTo>
                  <a:lnTo>
                    <a:pt x="52" y="219"/>
                  </a:lnTo>
                  <a:lnTo>
                    <a:pt x="57" y="229"/>
                  </a:lnTo>
                  <a:lnTo>
                    <a:pt x="53" y="232"/>
                  </a:lnTo>
                  <a:lnTo>
                    <a:pt x="53" y="238"/>
                  </a:lnTo>
                  <a:lnTo>
                    <a:pt x="57" y="238"/>
                  </a:lnTo>
                  <a:lnTo>
                    <a:pt x="57" y="241"/>
                  </a:lnTo>
                  <a:lnTo>
                    <a:pt x="57" y="244"/>
                  </a:lnTo>
                  <a:lnTo>
                    <a:pt x="57" y="250"/>
                  </a:lnTo>
                  <a:lnTo>
                    <a:pt x="57" y="252"/>
                  </a:lnTo>
                  <a:lnTo>
                    <a:pt x="58" y="256"/>
                  </a:lnTo>
                  <a:lnTo>
                    <a:pt x="61" y="266"/>
                  </a:lnTo>
                  <a:lnTo>
                    <a:pt x="61" y="267"/>
                  </a:lnTo>
                  <a:lnTo>
                    <a:pt x="60" y="268"/>
                  </a:lnTo>
                  <a:lnTo>
                    <a:pt x="60" y="278"/>
                  </a:lnTo>
                  <a:lnTo>
                    <a:pt x="57" y="282"/>
                  </a:lnTo>
                  <a:lnTo>
                    <a:pt x="66" y="295"/>
                  </a:lnTo>
                  <a:lnTo>
                    <a:pt x="65" y="297"/>
                  </a:lnTo>
                  <a:lnTo>
                    <a:pt x="66" y="297"/>
                  </a:lnTo>
                  <a:lnTo>
                    <a:pt x="85" y="297"/>
                  </a:lnTo>
                  <a:lnTo>
                    <a:pt x="94" y="297"/>
                  </a:lnTo>
                  <a:lnTo>
                    <a:pt x="103" y="297"/>
                  </a:lnTo>
                  <a:lnTo>
                    <a:pt x="107" y="297"/>
                  </a:lnTo>
                  <a:lnTo>
                    <a:pt x="121" y="296"/>
                  </a:lnTo>
                  <a:lnTo>
                    <a:pt x="127" y="297"/>
                  </a:lnTo>
                  <a:lnTo>
                    <a:pt x="139" y="296"/>
                  </a:lnTo>
                  <a:lnTo>
                    <a:pt x="148" y="296"/>
                  </a:lnTo>
                  <a:lnTo>
                    <a:pt x="157" y="296"/>
                  </a:lnTo>
                  <a:lnTo>
                    <a:pt x="160" y="296"/>
                  </a:lnTo>
                  <a:lnTo>
                    <a:pt x="175" y="295"/>
                  </a:lnTo>
                  <a:lnTo>
                    <a:pt x="177" y="295"/>
                  </a:lnTo>
                  <a:lnTo>
                    <a:pt x="192" y="295"/>
                  </a:lnTo>
                  <a:lnTo>
                    <a:pt x="193" y="294"/>
                  </a:lnTo>
                  <a:lnTo>
                    <a:pt x="210" y="294"/>
                  </a:lnTo>
                  <a:lnTo>
                    <a:pt x="211" y="294"/>
                  </a:lnTo>
                  <a:lnTo>
                    <a:pt x="226" y="292"/>
                  </a:lnTo>
                  <a:lnTo>
                    <a:pt x="231" y="292"/>
                  </a:lnTo>
                  <a:lnTo>
                    <a:pt x="234" y="292"/>
                  </a:lnTo>
                  <a:lnTo>
                    <a:pt x="239" y="291"/>
                  </a:lnTo>
                  <a:lnTo>
                    <a:pt x="249" y="291"/>
                  </a:lnTo>
                  <a:lnTo>
                    <a:pt x="259" y="290"/>
                  </a:lnTo>
                  <a:lnTo>
                    <a:pt x="267" y="290"/>
                  </a:lnTo>
                  <a:lnTo>
                    <a:pt x="285" y="289"/>
                  </a:lnTo>
                  <a:lnTo>
                    <a:pt x="287" y="289"/>
                  </a:lnTo>
                  <a:lnTo>
                    <a:pt x="293" y="288"/>
                  </a:lnTo>
                  <a:lnTo>
                    <a:pt x="303" y="288"/>
                  </a:lnTo>
                  <a:lnTo>
                    <a:pt x="313" y="286"/>
                  </a:lnTo>
                  <a:lnTo>
                    <a:pt x="321" y="285"/>
                  </a:lnTo>
                  <a:lnTo>
                    <a:pt x="322" y="285"/>
                  </a:lnTo>
                  <a:lnTo>
                    <a:pt x="325" y="285"/>
                  </a:lnTo>
                  <a:lnTo>
                    <a:pt x="335" y="284"/>
                  </a:lnTo>
                  <a:lnTo>
                    <a:pt x="337" y="284"/>
                  </a:lnTo>
                  <a:lnTo>
                    <a:pt x="343" y="284"/>
                  </a:lnTo>
                  <a:lnTo>
                    <a:pt x="358" y="282"/>
                  </a:lnTo>
                  <a:lnTo>
                    <a:pt x="359" y="283"/>
                  </a:lnTo>
                  <a:lnTo>
                    <a:pt x="359" y="284"/>
                  </a:lnTo>
                  <a:lnTo>
                    <a:pt x="366" y="289"/>
                  </a:lnTo>
                  <a:lnTo>
                    <a:pt x="376" y="302"/>
                  </a:lnTo>
                  <a:lnTo>
                    <a:pt x="382" y="303"/>
                  </a:lnTo>
                  <a:lnTo>
                    <a:pt x="385" y="302"/>
                  </a:lnTo>
                  <a:lnTo>
                    <a:pt x="384" y="284"/>
                  </a:lnTo>
                  <a:lnTo>
                    <a:pt x="397" y="277"/>
                  </a:lnTo>
                  <a:lnTo>
                    <a:pt x="401" y="274"/>
                  </a:lnTo>
                  <a:lnTo>
                    <a:pt x="402" y="274"/>
                  </a:lnTo>
                  <a:lnTo>
                    <a:pt x="402" y="271"/>
                  </a:lnTo>
                  <a:lnTo>
                    <a:pt x="402" y="266"/>
                  </a:lnTo>
                  <a:lnTo>
                    <a:pt x="412" y="241"/>
                  </a:lnTo>
                  <a:lnTo>
                    <a:pt x="412" y="234"/>
                  </a:lnTo>
                  <a:lnTo>
                    <a:pt x="407" y="225"/>
                  </a:lnTo>
                  <a:lnTo>
                    <a:pt x="399" y="217"/>
                  </a:lnTo>
                  <a:lnTo>
                    <a:pt x="401" y="208"/>
                  </a:lnTo>
                  <a:lnTo>
                    <a:pt x="402" y="205"/>
                  </a:lnTo>
                  <a:lnTo>
                    <a:pt x="406" y="200"/>
                  </a:lnTo>
                  <a:lnTo>
                    <a:pt x="421" y="196"/>
                  </a:lnTo>
                  <a:lnTo>
                    <a:pt x="441" y="188"/>
                  </a:lnTo>
                  <a:lnTo>
                    <a:pt x="449" y="182"/>
                  </a:lnTo>
                  <a:lnTo>
                    <a:pt x="453" y="166"/>
                  </a:lnTo>
                  <a:lnTo>
                    <a:pt x="454" y="164"/>
                  </a:lnTo>
                  <a:lnTo>
                    <a:pt x="457" y="162"/>
                  </a:lnTo>
                  <a:lnTo>
                    <a:pt x="462" y="152"/>
                  </a:lnTo>
                  <a:lnTo>
                    <a:pt x="462" y="146"/>
                  </a:lnTo>
                  <a:lnTo>
                    <a:pt x="463" y="140"/>
                  </a:lnTo>
                  <a:lnTo>
                    <a:pt x="463" y="139"/>
                  </a:lnTo>
                  <a:lnTo>
                    <a:pt x="462" y="136"/>
                  </a:lnTo>
                  <a:lnTo>
                    <a:pt x="460" y="128"/>
                  </a:lnTo>
                  <a:lnTo>
                    <a:pt x="451" y="123"/>
                  </a:lnTo>
                  <a:lnTo>
                    <a:pt x="449" y="122"/>
                  </a:lnTo>
                  <a:lnTo>
                    <a:pt x="444" y="120"/>
                  </a:lnTo>
                  <a:lnTo>
                    <a:pt x="442" y="117"/>
                  </a:lnTo>
                  <a:lnTo>
                    <a:pt x="437" y="104"/>
                  </a:lnTo>
                  <a:lnTo>
                    <a:pt x="425" y="98"/>
                  </a:lnTo>
                  <a:lnTo>
                    <a:pt x="424" y="93"/>
                  </a:lnTo>
                  <a:lnTo>
                    <a:pt x="419" y="82"/>
                  </a:lnTo>
                  <a:lnTo>
                    <a:pt x="415" y="80"/>
                  </a:lnTo>
                  <a:lnTo>
                    <a:pt x="405" y="78"/>
                  </a:lnTo>
                  <a:lnTo>
                    <a:pt x="393" y="72"/>
                  </a:lnTo>
                  <a:lnTo>
                    <a:pt x="390" y="60"/>
                  </a:lnTo>
                  <a:lnTo>
                    <a:pt x="384" y="49"/>
                  </a:lnTo>
                  <a:lnTo>
                    <a:pt x="384" y="48"/>
                  </a:lnTo>
                  <a:lnTo>
                    <a:pt x="382" y="40"/>
                  </a:lnTo>
                  <a:lnTo>
                    <a:pt x="389" y="24"/>
                  </a:lnTo>
                  <a:lnTo>
                    <a:pt x="378" y="9"/>
                  </a:lnTo>
                  <a:lnTo>
                    <a:pt x="378" y="7"/>
                  </a:lnTo>
                  <a:lnTo>
                    <a:pt x="377" y="0"/>
                  </a:lnTo>
                  <a:lnTo>
                    <a:pt x="375" y="0"/>
                  </a:lnTo>
                  <a:lnTo>
                    <a:pt x="370" y="0"/>
                  </a:lnTo>
                  <a:lnTo>
                    <a:pt x="349" y="2"/>
                  </a:lnTo>
                  <a:lnTo>
                    <a:pt x="348" y="2"/>
                  </a:lnTo>
                  <a:lnTo>
                    <a:pt x="341" y="2"/>
                  </a:lnTo>
                  <a:lnTo>
                    <a:pt x="317" y="3"/>
                  </a:lnTo>
                  <a:lnTo>
                    <a:pt x="291" y="4"/>
                  </a:lnTo>
                  <a:lnTo>
                    <a:pt x="283" y="6"/>
                  </a:lnTo>
                  <a:lnTo>
                    <a:pt x="252" y="7"/>
                  </a:lnTo>
                  <a:lnTo>
                    <a:pt x="251" y="7"/>
                  </a:lnTo>
                  <a:lnTo>
                    <a:pt x="249" y="7"/>
                  </a:lnTo>
                  <a:lnTo>
                    <a:pt x="226" y="8"/>
                  </a:lnTo>
                  <a:lnTo>
                    <a:pt x="225" y="8"/>
                  </a:lnTo>
                  <a:lnTo>
                    <a:pt x="217" y="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1" name="Freeform 55">
              <a:extLst>
                <a:ext uri="{FF2B5EF4-FFF2-40B4-BE49-F238E27FC236}">
                  <a16:creationId xmlns:a16="http://schemas.microsoft.com/office/drawing/2014/main" id="{16EC8A1A-6B84-BF37-CF01-1023B9FCC748}"/>
                </a:ext>
              </a:extLst>
            </p:cNvPr>
            <p:cNvSpPr>
              <a:spLocks noChangeAspect="1"/>
            </p:cNvSpPr>
            <p:nvPr/>
          </p:nvSpPr>
          <p:spPr bwMode="auto">
            <a:xfrm>
              <a:off x="833" y="2512"/>
              <a:ext cx="74" cy="77"/>
            </a:xfrm>
            <a:custGeom>
              <a:avLst/>
              <a:gdLst>
                <a:gd name="T0" fmla="*/ 69 w 416"/>
                <a:gd name="T1" fmla="*/ 18 h 435"/>
                <a:gd name="T2" fmla="*/ 99 w 416"/>
                <a:gd name="T3" fmla="*/ 15 h 435"/>
                <a:gd name="T4" fmla="*/ 123 w 416"/>
                <a:gd name="T5" fmla="*/ 11 h 435"/>
                <a:gd name="T6" fmla="*/ 159 w 416"/>
                <a:gd name="T7" fmla="*/ 6 h 435"/>
                <a:gd name="T8" fmla="*/ 188 w 416"/>
                <a:gd name="T9" fmla="*/ 1 h 435"/>
                <a:gd name="T10" fmla="*/ 179 w 416"/>
                <a:gd name="T11" fmla="*/ 30 h 435"/>
                <a:gd name="T12" fmla="*/ 200 w 416"/>
                <a:gd name="T13" fmla="*/ 45 h 435"/>
                <a:gd name="T14" fmla="*/ 219 w 416"/>
                <a:gd name="T15" fmla="*/ 49 h 435"/>
                <a:gd name="T16" fmla="*/ 233 w 416"/>
                <a:gd name="T17" fmla="*/ 69 h 435"/>
                <a:gd name="T18" fmla="*/ 247 w 416"/>
                <a:gd name="T19" fmla="*/ 89 h 435"/>
                <a:gd name="T20" fmla="*/ 267 w 416"/>
                <a:gd name="T21" fmla="*/ 103 h 435"/>
                <a:gd name="T22" fmla="*/ 290 w 416"/>
                <a:gd name="T23" fmla="*/ 125 h 435"/>
                <a:gd name="T24" fmla="*/ 309 w 416"/>
                <a:gd name="T25" fmla="*/ 143 h 435"/>
                <a:gd name="T26" fmla="*/ 326 w 416"/>
                <a:gd name="T27" fmla="*/ 162 h 435"/>
                <a:gd name="T28" fmla="*/ 349 w 416"/>
                <a:gd name="T29" fmla="*/ 173 h 435"/>
                <a:gd name="T30" fmla="*/ 363 w 416"/>
                <a:gd name="T31" fmla="*/ 211 h 435"/>
                <a:gd name="T32" fmla="*/ 389 w 416"/>
                <a:gd name="T33" fmla="*/ 241 h 435"/>
                <a:gd name="T34" fmla="*/ 411 w 416"/>
                <a:gd name="T35" fmla="*/ 257 h 435"/>
                <a:gd name="T36" fmla="*/ 402 w 416"/>
                <a:gd name="T37" fmla="*/ 276 h 435"/>
                <a:gd name="T38" fmla="*/ 396 w 416"/>
                <a:gd name="T39" fmla="*/ 292 h 435"/>
                <a:gd name="T40" fmla="*/ 398 w 416"/>
                <a:gd name="T41" fmla="*/ 309 h 435"/>
                <a:gd name="T42" fmla="*/ 398 w 416"/>
                <a:gd name="T43" fmla="*/ 312 h 435"/>
                <a:gd name="T44" fmla="*/ 395 w 416"/>
                <a:gd name="T45" fmla="*/ 337 h 435"/>
                <a:gd name="T46" fmla="*/ 385 w 416"/>
                <a:gd name="T47" fmla="*/ 364 h 435"/>
                <a:gd name="T48" fmla="*/ 366 w 416"/>
                <a:gd name="T49" fmla="*/ 394 h 435"/>
                <a:gd name="T50" fmla="*/ 347 w 416"/>
                <a:gd name="T51" fmla="*/ 421 h 435"/>
                <a:gd name="T52" fmla="*/ 329 w 416"/>
                <a:gd name="T53" fmla="*/ 417 h 435"/>
                <a:gd name="T54" fmla="*/ 309 w 416"/>
                <a:gd name="T55" fmla="*/ 419 h 435"/>
                <a:gd name="T56" fmla="*/ 290 w 416"/>
                <a:gd name="T57" fmla="*/ 420 h 435"/>
                <a:gd name="T58" fmla="*/ 248 w 416"/>
                <a:gd name="T59" fmla="*/ 424 h 435"/>
                <a:gd name="T60" fmla="*/ 235 w 416"/>
                <a:gd name="T61" fmla="*/ 425 h 435"/>
                <a:gd name="T62" fmla="*/ 211 w 416"/>
                <a:gd name="T63" fmla="*/ 426 h 435"/>
                <a:gd name="T64" fmla="*/ 187 w 416"/>
                <a:gd name="T65" fmla="*/ 429 h 435"/>
                <a:gd name="T66" fmla="*/ 175 w 416"/>
                <a:gd name="T67" fmla="*/ 429 h 435"/>
                <a:gd name="T68" fmla="*/ 157 w 416"/>
                <a:gd name="T69" fmla="*/ 431 h 435"/>
                <a:gd name="T70" fmla="*/ 111 w 416"/>
                <a:gd name="T71" fmla="*/ 435 h 435"/>
                <a:gd name="T72" fmla="*/ 97 w 416"/>
                <a:gd name="T73" fmla="*/ 407 h 435"/>
                <a:gd name="T74" fmla="*/ 85 w 416"/>
                <a:gd name="T75" fmla="*/ 384 h 435"/>
                <a:gd name="T76" fmla="*/ 86 w 416"/>
                <a:gd name="T77" fmla="*/ 358 h 435"/>
                <a:gd name="T78" fmla="*/ 75 w 416"/>
                <a:gd name="T79" fmla="*/ 334 h 435"/>
                <a:gd name="T80" fmla="*/ 79 w 416"/>
                <a:gd name="T81" fmla="*/ 305 h 435"/>
                <a:gd name="T82" fmla="*/ 89 w 416"/>
                <a:gd name="T83" fmla="*/ 286 h 435"/>
                <a:gd name="T84" fmla="*/ 78 w 416"/>
                <a:gd name="T85" fmla="*/ 262 h 435"/>
                <a:gd name="T86" fmla="*/ 63 w 416"/>
                <a:gd name="T87" fmla="*/ 240 h 435"/>
                <a:gd name="T88" fmla="*/ 55 w 416"/>
                <a:gd name="T89" fmla="*/ 217 h 435"/>
                <a:gd name="T90" fmla="*/ 44 w 416"/>
                <a:gd name="T91" fmla="*/ 181 h 435"/>
                <a:gd name="T92" fmla="*/ 38 w 416"/>
                <a:gd name="T93" fmla="*/ 157 h 435"/>
                <a:gd name="T94" fmla="*/ 30 w 416"/>
                <a:gd name="T95" fmla="*/ 131 h 435"/>
                <a:gd name="T96" fmla="*/ 25 w 416"/>
                <a:gd name="T97" fmla="*/ 114 h 435"/>
                <a:gd name="T98" fmla="*/ 17 w 416"/>
                <a:gd name="T99" fmla="*/ 83 h 435"/>
                <a:gd name="T100" fmla="*/ 9 w 416"/>
                <a:gd name="T101" fmla="*/ 63 h 435"/>
                <a:gd name="T102" fmla="*/ 3 w 416"/>
                <a:gd name="T103" fmla="*/ 39 h 435"/>
                <a:gd name="T104" fmla="*/ 18 w 416"/>
                <a:gd name="T105" fmla="*/ 25 h 435"/>
                <a:gd name="T106" fmla="*/ 27 w 416"/>
                <a:gd name="T107" fmla="*/ 24 h 435"/>
                <a:gd name="T108" fmla="*/ 60 w 416"/>
                <a:gd name="T109" fmla="*/ 2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6" h="435">
                  <a:moveTo>
                    <a:pt x="62" y="19"/>
                  </a:moveTo>
                  <a:lnTo>
                    <a:pt x="65" y="19"/>
                  </a:lnTo>
                  <a:lnTo>
                    <a:pt x="66" y="19"/>
                  </a:lnTo>
                  <a:lnTo>
                    <a:pt x="69" y="18"/>
                  </a:lnTo>
                  <a:lnTo>
                    <a:pt x="77" y="18"/>
                  </a:lnTo>
                  <a:lnTo>
                    <a:pt x="87" y="16"/>
                  </a:lnTo>
                  <a:lnTo>
                    <a:pt x="96" y="16"/>
                  </a:lnTo>
                  <a:lnTo>
                    <a:pt x="99" y="15"/>
                  </a:lnTo>
                  <a:lnTo>
                    <a:pt x="105" y="13"/>
                  </a:lnTo>
                  <a:lnTo>
                    <a:pt x="114" y="12"/>
                  </a:lnTo>
                  <a:lnTo>
                    <a:pt x="115" y="12"/>
                  </a:lnTo>
                  <a:lnTo>
                    <a:pt x="123" y="11"/>
                  </a:lnTo>
                  <a:lnTo>
                    <a:pt x="128" y="11"/>
                  </a:lnTo>
                  <a:lnTo>
                    <a:pt x="129" y="11"/>
                  </a:lnTo>
                  <a:lnTo>
                    <a:pt x="153" y="7"/>
                  </a:lnTo>
                  <a:lnTo>
                    <a:pt x="159" y="6"/>
                  </a:lnTo>
                  <a:lnTo>
                    <a:pt x="163" y="5"/>
                  </a:lnTo>
                  <a:lnTo>
                    <a:pt x="164" y="5"/>
                  </a:lnTo>
                  <a:lnTo>
                    <a:pt x="176" y="3"/>
                  </a:lnTo>
                  <a:lnTo>
                    <a:pt x="188" y="1"/>
                  </a:lnTo>
                  <a:lnTo>
                    <a:pt x="193" y="0"/>
                  </a:lnTo>
                  <a:lnTo>
                    <a:pt x="193" y="6"/>
                  </a:lnTo>
                  <a:lnTo>
                    <a:pt x="183" y="16"/>
                  </a:lnTo>
                  <a:lnTo>
                    <a:pt x="179" y="30"/>
                  </a:lnTo>
                  <a:lnTo>
                    <a:pt x="180" y="33"/>
                  </a:lnTo>
                  <a:lnTo>
                    <a:pt x="188" y="39"/>
                  </a:lnTo>
                  <a:lnTo>
                    <a:pt x="198" y="43"/>
                  </a:lnTo>
                  <a:lnTo>
                    <a:pt x="200" y="45"/>
                  </a:lnTo>
                  <a:lnTo>
                    <a:pt x="205" y="48"/>
                  </a:lnTo>
                  <a:lnTo>
                    <a:pt x="206" y="49"/>
                  </a:lnTo>
                  <a:lnTo>
                    <a:pt x="210" y="49"/>
                  </a:lnTo>
                  <a:lnTo>
                    <a:pt x="219" y="49"/>
                  </a:lnTo>
                  <a:lnTo>
                    <a:pt x="223" y="58"/>
                  </a:lnTo>
                  <a:lnTo>
                    <a:pt x="229" y="65"/>
                  </a:lnTo>
                  <a:lnTo>
                    <a:pt x="231" y="66"/>
                  </a:lnTo>
                  <a:lnTo>
                    <a:pt x="233" y="69"/>
                  </a:lnTo>
                  <a:lnTo>
                    <a:pt x="233" y="72"/>
                  </a:lnTo>
                  <a:lnTo>
                    <a:pt x="240" y="79"/>
                  </a:lnTo>
                  <a:lnTo>
                    <a:pt x="245" y="85"/>
                  </a:lnTo>
                  <a:lnTo>
                    <a:pt x="247" y="89"/>
                  </a:lnTo>
                  <a:lnTo>
                    <a:pt x="247" y="90"/>
                  </a:lnTo>
                  <a:lnTo>
                    <a:pt x="248" y="91"/>
                  </a:lnTo>
                  <a:lnTo>
                    <a:pt x="251" y="95"/>
                  </a:lnTo>
                  <a:lnTo>
                    <a:pt x="267" y="103"/>
                  </a:lnTo>
                  <a:lnTo>
                    <a:pt x="278" y="111"/>
                  </a:lnTo>
                  <a:lnTo>
                    <a:pt x="282" y="117"/>
                  </a:lnTo>
                  <a:lnTo>
                    <a:pt x="284" y="123"/>
                  </a:lnTo>
                  <a:lnTo>
                    <a:pt x="290" y="125"/>
                  </a:lnTo>
                  <a:lnTo>
                    <a:pt x="291" y="124"/>
                  </a:lnTo>
                  <a:lnTo>
                    <a:pt x="299" y="127"/>
                  </a:lnTo>
                  <a:lnTo>
                    <a:pt x="299" y="129"/>
                  </a:lnTo>
                  <a:lnTo>
                    <a:pt x="309" y="143"/>
                  </a:lnTo>
                  <a:lnTo>
                    <a:pt x="314" y="149"/>
                  </a:lnTo>
                  <a:lnTo>
                    <a:pt x="317" y="155"/>
                  </a:lnTo>
                  <a:lnTo>
                    <a:pt x="325" y="157"/>
                  </a:lnTo>
                  <a:lnTo>
                    <a:pt x="326" y="162"/>
                  </a:lnTo>
                  <a:lnTo>
                    <a:pt x="330" y="165"/>
                  </a:lnTo>
                  <a:lnTo>
                    <a:pt x="338" y="166"/>
                  </a:lnTo>
                  <a:lnTo>
                    <a:pt x="344" y="169"/>
                  </a:lnTo>
                  <a:lnTo>
                    <a:pt x="349" y="173"/>
                  </a:lnTo>
                  <a:lnTo>
                    <a:pt x="350" y="180"/>
                  </a:lnTo>
                  <a:lnTo>
                    <a:pt x="360" y="197"/>
                  </a:lnTo>
                  <a:lnTo>
                    <a:pt x="361" y="209"/>
                  </a:lnTo>
                  <a:lnTo>
                    <a:pt x="363" y="211"/>
                  </a:lnTo>
                  <a:lnTo>
                    <a:pt x="365" y="211"/>
                  </a:lnTo>
                  <a:lnTo>
                    <a:pt x="373" y="214"/>
                  </a:lnTo>
                  <a:lnTo>
                    <a:pt x="390" y="235"/>
                  </a:lnTo>
                  <a:lnTo>
                    <a:pt x="389" y="241"/>
                  </a:lnTo>
                  <a:lnTo>
                    <a:pt x="389" y="244"/>
                  </a:lnTo>
                  <a:lnTo>
                    <a:pt x="393" y="253"/>
                  </a:lnTo>
                  <a:lnTo>
                    <a:pt x="403" y="253"/>
                  </a:lnTo>
                  <a:lnTo>
                    <a:pt x="411" y="257"/>
                  </a:lnTo>
                  <a:lnTo>
                    <a:pt x="415" y="257"/>
                  </a:lnTo>
                  <a:lnTo>
                    <a:pt x="416" y="262"/>
                  </a:lnTo>
                  <a:lnTo>
                    <a:pt x="407" y="277"/>
                  </a:lnTo>
                  <a:lnTo>
                    <a:pt x="402" y="276"/>
                  </a:lnTo>
                  <a:lnTo>
                    <a:pt x="404" y="281"/>
                  </a:lnTo>
                  <a:lnTo>
                    <a:pt x="398" y="292"/>
                  </a:lnTo>
                  <a:lnTo>
                    <a:pt x="396" y="291"/>
                  </a:lnTo>
                  <a:lnTo>
                    <a:pt x="396" y="292"/>
                  </a:lnTo>
                  <a:lnTo>
                    <a:pt x="395" y="293"/>
                  </a:lnTo>
                  <a:lnTo>
                    <a:pt x="398" y="294"/>
                  </a:lnTo>
                  <a:lnTo>
                    <a:pt x="399" y="301"/>
                  </a:lnTo>
                  <a:lnTo>
                    <a:pt x="398" y="309"/>
                  </a:lnTo>
                  <a:lnTo>
                    <a:pt x="396" y="307"/>
                  </a:lnTo>
                  <a:lnTo>
                    <a:pt x="391" y="310"/>
                  </a:lnTo>
                  <a:lnTo>
                    <a:pt x="392" y="312"/>
                  </a:lnTo>
                  <a:lnTo>
                    <a:pt x="398" y="312"/>
                  </a:lnTo>
                  <a:lnTo>
                    <a:pt x="392" y="327"/>
                  </a:lnTo>
                  <a:lnTo>
                    <a:pt x="391" y="328"/>
                  </a:lnTo>
                  <a:lnTo>
                    <a:pt x="393" y="335"/>
                  </a:lnTo>
                  <a:lnTo>
                    <a:pt x="395" y="337"/>
                  </a:lnTo>
                  <a:lnTo>
                    <a:pt x="389" y="351"/>
                  </a:lnTo>
                  <a:lnTo>
                    <a:pt x="383" y="353"/>
                  </a:lnTo>
                  <a:lnTo>
                    <a:pt x="386" y="353"/>
                  </a:lnTo>
                  <a:lnTo>
                    <a:pt x="385" y="364"/>
                  </a:lnTo>
                  <a:lnTo>
                    <a:pt x="384" y="366"/>
                  </a:lnTo>
                  <a:lnTo>
                    <a:pt x="389" y="367"/>
                  </a:lnTo>
                  <a:lnTo>
                    <a:pt x="389" y="394"/>
                  </a:lnTo>
                  <a:lnTo>
                    <a:pt x="366" y="394"/>
                  </a:lnTo>
                  <a:lnTo>
                    <a:pt x="353" y="390"/>
                  </a:lnTo>
                  <a:lnTo>
                    <a:pt x="350" y="388"/>
                  </a:lnTo>
                  <a:lnTo>
                    <a:pt x="341" y="397"/>
                  </a:lnTo>
                  <a:lnTo>
                    <a:pt x="347" y="421"/>
                  </a:lnTo>
                  <a:lnTo>
                    <a:pt x="345" y="435"/>
                  </a:lnTo>
                  <a:lnTo>
                    <a:pt x="335" y="435"/>
                  </a:lnTo>
                  <a:lnTo>
                    <a:pt x="330" y="424"/>
                  </a:lnTo>
                  <a:lnTo>
                    <a:pt x="329" y="417"/>
                  </a:lnTo>
                  <a:lnTo>
                    <a:pt x="326" y="418"/>
                  </a:lnTo>
                  <a:lnTo>
                    <a:pt x="315" y="418"/>
                  </a:lnTo>
                  <a:lnTo>
                    <a:pt x="312" y="418"/>
                  </a:lnTo>
                  <a:lnTo>
                    <a:pt x="309" y="419"/>
                  </a:lnTo>
                  <a:lnTo>
                    <a:pt x="306" y="419"/>
                  </a:lnTo>
                  <a:lnTo>
                    <a:pt x="299" y="419"/>
                  </a:lnTo>
                  <a:lnTo>
                    <a:pt x="291" y="420"/>
                  </a:lnTo>
                  <a:lnTo>
                    <a:pt x="290" y="420"/>
                  </a:lnTo>
                  <a:lnTo>
                    <a:pt x="285" y="420"/>
                  </a:lnTo>
                  <a:lnTo>
                    <a:pt x="275" y="421"/>
                  </a:lnTo>
                  <a:lnTo>
                    <a:pt x="253" y="423"/>
                  </a:lnTo>
                  <a:lnTo>
                    <a:pt x="248" y="424"/>
                  </a:lnTo>
                  <a:lnTo>
                    <a:pt x="243" y="424"/>
                  </a:lnTo>
                  <a:lnTo>
                    <a:pt x="239" y="424"/>
                  </a:lnTo>
                  <a:lnTo>
                    <a:pt x="236" y="424"/>
                  </a:lnTo>
                  <a:lnTo>
                    <a:pt x="235" y="425"/>
                  </a:lnTo>
                  <a:lnTo>
                    <a:pt x="233" y="425"/>
                  </a:lnTo>
                  <a:lnTo>
                    <a:pt x="223" y="425"/>
                  </a:lnTo>
                  <a:lnTo>
                    <a:pt x="215" y="426"/>
                  </a:lnTo>
                  <a:lnTo>
                    <a:pt x="211" y="426"/>
                  </a:lnTo>
                  <a:lnTo>
                    <a:pt x="209" y="426"/>
                  </a:lnTo>
                  <a:lnTo>
                    <a:pt x="204" y="427"/>
                  </a:lnTo>
                  <a:lnTo>
                    <a:pt x="193" y="427"/>
                  </a:lnTo>
                  <a:lnTo>
                    <a:pt x="187" y="429"/>
                  </a:lnTo>
                  <a:lnTo>
                    <a:pt x="182" y="429"/>
                  </a:lnTo>
                  <a:lnTo>
                    <a:pt x="181" y="429"/>
                  </a:lnTo>
                  <a:lnTo>
                    <a:pt x="179" y="429"/>
                  </a:lnTo>
                  <a:lnTo>
                    <a:pt x="175" y="429"/>
                  </a:lnTo>
                  <a:lnTo>
                    <a:pt x="167" y="430"/>
                  </a:lnTo>
                  <a:lnTo>
                    <a:pt x="162" y="430"/>
                  </a:lnTo>
                  <a:lnTo>
                    <a:pt x="159" y="430"/>
                  </a:lnTo>
                  <a:lnTo>
                    <a:pt x="157" y="431"/>
                  </a:lnTo>
                  <a:lnTo>
                    <a:pt x="151" y="431"/>
                  </a:lnTo>
                  <a:lnTo>
                    <a:pt x="144" y="432"/>
                  </a:lnTo>
                  <a:lnTo>
                    <a:pt x="129" y="432"/>
                  </a:lnTo>
                  <a:lnTo>
                    <a:pt x="111" y="435"/>
                  </a:lnTo>
                  <a:lnTo>
                    <a:pt x="110" y="432"/>
                  </a:lnTo>
                  <a:lnTo>
                    <a:pt x="97" y="411"/>
                  </a:lnTo>
                  <a:lnTo>
                    <a:pt x="97" y="408"/>
                  </a:lnTo>
                  <a:lnTo>
                    <a:pt x="97" y="407"/>
                  </a:lnTo>
                  <a:lnTo>
                    <a:pt x="97" y="406"/>
                  </a:lnTo>
                  <a:lnTo>
                    <a:pt x="93" y="401"/>
                  </a:lnTo>
                  <a:lnTo>
                    <a:pt x="91" y="396"/>
                  </a:lnTo>
                  <a:lnTo>
                    <a:pt x="85" y="384"/>
                  </a:lnTo>
                  <a:lnTo>
                    <a:pt x="86" y="379"/>
                  </a:lnTo>
                  <a:lnTo>
                    <a:pt x="85" y="372"/>
                  </a:lnTo>
                  <a:lnTo>
                    <a:pt x="86" y="360"/>
                  </a:lnTo>
                  <a:lnTo>
                    <a:pt x="86" y="358"/>
                  </a:lnTo>
                  <a:lnTo>
                    <a:pt x="84" y="348"/>
                  </a:lnTo>
                  <a:lnTo>
                    <a:pt x="78" y="342"/>
                  </a:lnTo>
                  <a:lnTo>
                    <a:pt x="77" y="335"/>
                  </a:lnTo>
                  <a:lnTo>
                    <a:pt x="75" y="334"/>
                  </a:lnTo>
                  <a:lnTo>
                    <a:pt x="75" y="324"/>
                  </a:lnTo>
                  <a:lnTo>
                    <a:pt x="75" y="323"/>
                  </a:lnTo>
                  <a:lnTo>
                    <a:pt x="79" y="312"/>
                  </a:lnTo>
                  <a:lnTo>
                    <a:pt x="79" y="305"/>
                  </a:lnTo>
                  <a:lnTo>
                    <a:pt x="78" y="299"/>
                  </a:lnTo>
                  <a:lnTo>
                    <a:pt x="81" y="293"/>
                  </a:lnTo>
                  <a:lnTo>
                    <a:pt x="87" y="288"/>
                  </a:lnTo>
                  <a:lnTo>
                    <a:pt x="89" y="286"/>
                  </a:lnTo>
                  <a:lnTo>
                    <a:pt x="80" y="280"/>
                  </a:lnTo>
                  <a:lnTo>
                    <a:pt x="81" y="274"/>
                  </a:lnTo>
                  <a:lnTo>
                    <a:pt x="78" y="263"/>
                  </a:lnTo>
                  <a:lnTo>
                    <a:pt x="78" y="262"/>
                  </a:lnTo>
                  <a:lnTo>
                    <a:pt x="71" y="253"/>
                  </a:lnTo>
                  <a:lnTo>
                    <a:pt x="68" y="251"/>
                  </a:lnTo>
                  <a:lnTo>
                    <a:pt x="65" y="240"/>
                  </a:lnTo>
                  <a:lnTo>
                    <a:pt x="63" y="240"/>
                  </a:lnTo>
                  <a:lnTo>
                    <a:pt x="65" y="237"/>
                  </a:lnTo>
                  <a:lnTo>
                    <a:pt x="59" y="228"/>
                  </a:lnTo>
                  <a:lnTo>
                    <a:pt x="56" y="221"/>
                  </a:lnTo>
                  <a:lnTo>
                    <a:pt x="55" y="217"/>
                  </a:lnTo>
                  <a:lnTo>
                    <a:pt x="53" y="207"/>
                  </a:lnTo>
                  <a:lnTo>
                    <a:pt x="51" y="204"/>
                  </a:lnTo>
                  <a:lnTo>
                    <a:pt x="49" y="196"/>
                  </a:lnTo>
                  <a:lnTo>
                    <a:pt x="44" y="181"/>
                  </a:lnTo>
                  <a:lnTo>
                    <a:pt x="43" y="175"/>
                  </a:lnTo>
                  <a:lnTo>
                    <a:pt x="42" y="171"/>
                  </a:lnTo>
                  <a:lnTo>
                    <a:pt x="42" y="169"/>
                  </a:lnTo>
                  <a:lnTo>
                    <a:pt x="38" y="157"/>
                  </a:lnTo>
                  <a:lnTo>
                    <a:pt x="37" y="155"/>
                  </a:lnTo>
                  <a:lnTo>
                    <a:pt x="32" y="137"/>
                  </a:lnTo>
                  <a:lnTo>
                    <a:pt x="31" y="135"/>
                  </a:lnTo>
                  <a:lnTo>
                    <a:pt x="30" y="131"/>
                  </a:lnTo>
                  <a:lnTo>
                    <a:pt x="29" y="125"/>
                  </a:lnTo>
                  <a:lnTo>
                    <a:pt x="27" y="121"/>
                  </a:lnTo>
                  <a:lnTo>
                    <a:pt x="26" y="119"/>
                  </a:lnTo>
                  <a:lnTo>
                    <a:pt x="25" y="114"/>
                  </a:lnTo>
                  <a:lnTo>
                    <a:pt x="23" y="106"/>
                  </a:lnTo>
                  <a:lnTo>
                    <a:pt x="21" y="100"/>
                  </a:lnTo>
                  <a:lnTo>
                    <a:pt x="20" y="94"/>
                  </a:lnTo>
                  <a:lnTo>
                    <a:pt x="17" y="83"/>
                  </a:lnTo>
                  <a:lnTo>
                    <a:pt x="14" y="77"/>
                  </a:lnTo>
                  <a:lnTo>
                    <a:pt x="13" y="72"/>
                  </a:lnTo>
                  <a:lnTo>
                    <a:pt x="11" y="65"/>
                  </a:lnTo>
                  <a:lnTo>
                    <a:pt x="9" y="63"/>
                  </a:lnTo>
                  <a:lnTo>
                    <a:pt x="6" y="51"/>
                  </a:lnTo>
                  <a:lnTo>
                    <a:pt x="5" y="43"/>
                  </a:lnTo>
                  <a:lnTo>
                    <a:pt x="3" y="40"/>
                  </a:lnTo>
                  <a:lnTo>
                    <a:pt x="3" y="39"/>
                  </a:lnTo>
                  <a:lnTo>
                    <a:pt x="0" y="28"/>
                  </a:lnTo>
                  <a:lnTo>
                    <a:pt x="8" y="27"/>
                  </a:lnTo>
                  <a:lnTo>
                    <a:pt x="11" y="27"/>
                  </a:lnTo>
                  <a:lnTo>
                    <a:pt x="18" y="25"/>
                  </a:lnTo>
                  <a:lnTo>
                    <a:pt x="19" y="25"/>
                  </a:lnTo>
                  <a:lnTo>
                    <a:pt x="23" y="25"/>
                  </a:lnTo>
                  <a:lnTo>
                    <a:pt x="26" y="24"/>
                  </a:lnTo>
                  <a:lnTo>
                    <a:pt x="27" y="24"/>
                  </a:lnTo>
                  <a:lnTo>
                    <a:pt x="29" y="24"/>
                  </a:lnTo>
                  <a:lnTo>
                    <a:pt x="49" y="22"/>
                  </a:lnTo>
                  <a:lnTo>
                    <a:pt x="53" y="21"/>
                  </a:lnTo>
                  <a:lnTo>
                    <a:pt x="60" y="21"/>
                  </a:lnTo>
                  <a:lnTo>
                    <a:pt x="62" y="19"/>
                  </a:lnTo>
                  <a:close/>
                </a:path>
              </a:pathLst>
            </a:custGeom>
            <a:solidFill>
              <a:srgbClr val="C00000"/>
            </a:solidFill>
            <a:ln w="3175" cap="flat" cmpd="sng">
              <a:solidFill>
                <a:schemeClr val="bg1"/>
              </a:solidFill>
              <a:prstDash val="solid"/>
              <a:round/>
              <a:headEnd type="none" w="med" len="med"/>
              <a:tailEnd type="none" w="med" len="med"/>
            </a:ln>
            <a:effectLst/>
          </p:spPr>
          <p:txBody>
            <a:bodyPr/>
            <a:lstStyle/>
            <a:p>
              <a:endParaRPr lang="en-GB"/>
            </a:p>
          </p:txBody>
        </p:sp>
        <p:sp>
          <p:nvSpPr>
            <p:cNvPr id="82" name="Freeform 56">
              <a:extLst>
                <a:ext uri="{FF2B5EF4-FFF2-40B4-BE49-F238E27FC236}">
                  <a16:creationId xmlns:a16="http://schemas.microsoft.com/office/drawing/2014/main" id="{81913137-7B5B-8B68-A93E-6B211510E0DB}"/>
                </a:ext>
              </a:extLst>
            </p:cNvPr>
            <p:cNvSpPr>
              <a:spLocks noChangeAspect="1"/>
            </p:cNvSpPr>
            <p:nvPr/>
          </p:nvSpPr>
          <p:spPr bwMode="auto">
            <a:xfrm>
              <a:off x="865" y="2505"/>
              <a:ext cx="68" cy="52"/>
            </a:xfrm>
            <a:custGeom>
              <a:avLst/>
              <a:gdLst>
                <a:gd name="T0" fmla="*/ 69 w 386"/>
                <a:gd name="T1" fmla="*/ 130 h 296"/>
                <a:gd name="T2" fmla="*/ 99 w 386"/>
                <a:gd name="T3" fmla="*/ 150 h 296"/>
                <a:gd name="T4" fmla="*/ 111 w 386"/>
                <a:gd name="T5" fmla="*/ 164 h 296"/>
                <a:gd name="T6" fmla="*/ 120 w 386"/>
                <a:gd name="T7" fmla="*/ 168 h 296"/>
                <a:gd name="T8" fmla="*/ 138 w 386"/>
                <a:gd name="T9" fmla="*/ 194 h 296"/>
                <a:gd name="T10" fmla="*/ 151 w 386"/>
                <a:gd name="T11" fmla="*/ 204 h 296"/>
                <a:gd name="T12" fmla="*/ 170 w 386"/>
                <a:gd name="T13" fmla="*/ 212 h 296"/>
                <a:gd name="T14" fmla="*/ 182 w 386"/>
                <a:gd name="T15" fmla="*/ 248 h 296"/>
                <a:gd name="T16" fmla="*/ 194 w 386"/>
                <a:gd name="T17" fmla="*/ 253 h 296"/>
                <a:gd name="T18" fmla="*/ 210 w 386"/>
                <a:gd name="T19" fmla="*/ 283 h 296"/>
                <a:gd name="T20" fmla="*/ 232 w 386"/>
                <a:gd name="T21" fmla="*/ 296 h 296"/>
                <a:gd name="T22" fmla="*/ 248 w 386"/>
                <a:gd name="T23" fmla="*/ 277 h 296"/>
                <a:gd name="T24" fmla="*/ 252 w 386"/>
                <a:gd name="T25" fmla="*/ 272 h 296"/>
                <a:gd name="T26" fmla="*/ 256 w 386"/>
                <a:gd name="T27" fmla="*/ 247 h 296"/>
                <a:gd name="T28" fmla="*/ 268 w 386"/>
                <a:gd name="T29" fmla="*/ 246 h 296"/>
                <a:gd name="T30" fmla="*/ 273 w 386"/>
                <a:gd name="T31" fmla="*/ 244 h 296"/>
                <a:gd name="T32" fmla="*/ 302 w 386"/>
                <a:gd name="T33" fmla="*/ 214 h 296"/>
                <a:gd name="T34" fmla="*/ 321 w 386"/>
                <a:gd name="T35" fmla="*/ 187 h 296"/>
                <a:gd name="T36" fmla="*/ 344 w 386"/>
                <a:gd name="T37" fmla="*/ 170 h 296"/>
                <a:gd name="T38" fmla="*/ 368 w 386"/>
                <a:gd name="T39" fmla="*/ 103 h 296"/>
                <a:gd name="T40" fmla="*/ 384 w 386"/>
                <a:gd name="T41" fmla="*/ 87 h 296"/>
                <a:gd name="T42" fmla="*/ 356 w 386"/>
                <a:gd name="T43" fmla="*/ 67 h 296"/>
                <a:gd name="T44" fmla="*/ 319 w 386"/>
                <a:gd name="T45" fmla="*/ 42 h 296"/>
                <a:gd name="T46" fmla="*/ 301 w 386"/>
                <a:gd name="T47" fmla="*/ 28 h 296"/>
                <a:gd name="T48" fmla="*/ 280 w 386"/>
                <a:gd name="T49" fmla="*/ 14 h 296"/>
                <a:gd name="T50" fmla="*/ 262 w 386"/>
                <a:gd name="T51" fmla="*/ 18 h 296"/>
                <a:gd name="T52" fmla="*/ 232 w 386"/>
                <a:gd name="T53" fmla="*/ 22 h 296"/>
                <a:gd name="T54" fmla="*/ 213 w 386"/>
                <a:gd name="T55" fmla="*/ 25 h 296"/>
                <a:gd name="T56" fmla="*/ 189 w 386"/>
                <a:gd name="T57" fmla="*/ 12 h 296"/>
                <a:gd name="T58" fmla="*/ 182 w 386"/>
                <a:gd name="T59" fmla="*/ 4 h 296"/>
                <a:gd name="T60" fmla="*/ 171 w 386"/>
                <a:gd name="T61" fmla="*/ 0 h 296"/>
                <a:gd name="T62" fmla="*/ 148 w 386"/>
                <a:gd name="T63" fmla="*/ 2 h 296"/>
                <a:gd name="T64" fmla="*/ 116 w 386"/>
                <a:gd name="T65" fmla="*/ 6 h 296"/>
                <a:gd name="T66" fmla="*/ 99 w 386"/>
                <a:gd name="T67" fmla="*/ 8 h 296"/>
                <a:gd name="T68" fmla="*/ 80 w 386"/>
                <a:gd name="T69" fmla="*/ 10 h 296"/>
                <a:gd name="T70" fmla="*/ 69 w 386"/>
                <a:gd name="T71" fmla="*/ 12 h 296"/>
                <a:gd name="T72" fmla="*/ 48 w 386"/>
                <a:gd name="T73" fmla="*/ 22 h 296"/>
                <a:gd name="T74" fmla="*/ 31 w 386"/>
                <a:gd name="T75" fmla="*/ 31 h 296"/>
                <a:gd name="T76" fmla="*/ 21 w 386"/>
                <a:gd name="T77" fmla="*/ 36 h 296"/>
                <a:gd name="T78" fmla="*/ 4 w 386"/>
                <a:gd name="T79" fmla="*/ 55 h 296"/>
                <a:gd name="T80" fmla="*/ 9 w 386"/>
                <a:gd name="T81" fmla="*/ 78 h 296"/>
                <a:gd name="T82" fmla="*/ 26 w 386"/>
                <a:gd name="T83" fmla="*/ 87 h 296"/>
                <a:gd name="T84" fmla="*/ 40 w 386"/>
                <a:gd name="T85" fmla="*/ 88 h 296"/>
                <a:gd name="T86" fmla="*/ 52 w 386"/>
                <a:gd name="T87" fmla="*/ 105 h 296"/>
                <a:gd name="T88" fmla="*/ 61 w 386"/>
                <a:gd name="T89" fmla="*/ 118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6" h="296">
                  <a:moveTo>
                    <a:pt x="68" y="128"/>
                  </a:moveTo>
                  <a:lnTo>
                    <a:pt x="68" y="129"/>
                  </a:lnTo>
                  <a:lnTo>
                    <a:pt x="69" y="130"/>
                  </a:lnTo>
                  <a:lnTo>
                    <a:pt x="72" y="134"/>
                  </a:lnTo>
                  <a:lnTo>
                    <a:pt x="88" y="142"/>
                  </a:lnTo>
                  <a:lnTo>
                    <a:pt x="99" y="150"/>
                  </a:lnTo>
                  <a:lnTo>
                    <a:pt x="103" y="156"/>
                  </a:lnTo>
                  <a:lnTo>
                    <a:pt x="105" y="162"/>
                  </a:lnTo>
                  <a:lnTo>
                    <a:pt x="111" y="164"/>
                  </a:lnTo>
                  <a:lnTo>
                    <a:pt x="112" y="163"/>
                  </a:lnTo>
                  <a:lnTo>
                    <a:pt x="120" y="166"/>
                  </a:lnTo>
                  <a:lnTo>
                    <a:pt x="120" y="168"/>
                  </a:lnTo>
                  <a:lnTo>
                    <a:pt x="130" y="182"/>
                  </a:lnTo>
                  <a:lnTo>
                    <a:pt x="135" y="188"/>
                  </a:lnTo>
                  <a:lnTo>
                    <a:pt x="138" y="194"/>
                  </a:lnTo>
                  <a:lnTo>
                    <a:pt x="146" y="196"/>
                  </a:lnTo>
                  <a:lnTo>
                    <a:pt x="147" y="201"/>
                  </a:lnTo>
                  <a:lnTo>
                    <a:pt x="151" y="204"/>
                  </a:lnTo>
                  <a:lnTo>
                    <a:pt x="159" y="205"/>
                  </a:lnTo>
                  <a:lnTo>
                    <a:pt x="165" y="208"/>
                  </a:lnTo>
                  <a:lnTo>
                    <a:pt x="170" y="212"/>
                  </a:lnTo>
                  <a:lnTo>
                    <a:pt x="171" y="219"/>
                  </a:lnTo>
                  <a:lnTo>
                    <a:pt x="181" y="236"/>
                  </a:lnTo>
                  <a:lnTo>
                    <a:pt x="182" y="248"/>
                  </a:lnTo>
                  <a:lnTo>
                    <a:pt x="184" y="250"/>
                  </a:lnTo>
                  <a:lnTo>
                    <a:pt x="186" y="250"/>
                  </a:lnTo>
                  <a:lnTo>
                    <a:pt x="194" y="253"/>
                  </a:lnTo>
                  <a:lnTo>
                    <a:pt x="211" y="274"/>
                  </a:lnTo>
                  <a:lnTo>
                    <a:pt x="210" y="280"/>
                  </a:lnTo>
                  <a:lnTo>
                    <a:pt x="210" y="283"/>
                  </a:lnTo>
                  <a:lnTo>
                    <a:pt x="214" y="292"/>
                  </a:lnTo>
                  <a:lnTo>
                    <a:pt x="224" y="292"/>
                  </a:lnTo>
                  <a:lnTo>
                    <a:pt x="232" y="296"/>
                  </a:lnTo>
                  <a:lnTo>
                    <a:pt x="234" y="294"/>
                  </a:lnTo>
                  <a:lnTo>
                    <a:pt x="243" y="285"/>
                  </a:lnTo>
                  <a:lnTo>
                    <a:pt x="248" y="277"/>
                  </a:lnTo>
                  <a:lnTo>
                    <a:pt x="241" y="273"/>
                  </a:lnTo>
                  <a:lnTo>
                    <a:pt x="236" y="264"/>
                  </a:lnTo>
                  <a:lnTo>
                    <a:pt x="252" y="272"/>
                  </a:lnTo>
                  <a:lnTo>
                    <a:pt x="260" y="266"/>
                  </a:lnTo>
                  <a:lnTo>
                    <a:pt x="265" y="256"/>
                  </a:lnTo>
                  <a:lnTo>
                    <a:pt x="256" y="247"/>
                  </a:lnTo>
                  <a:lnTo>
                    <a:pt x="262" y="247"/>
                  </a:lnTo>
                  <a:lnTo>
                    <a:pt x="266" y="248"/>
                  </a:lnTo>
                  <a:lnTo>
                    <a:pt x="268" y="246"/>
                  </a:lnTo>
                  <a:lnTo>
                    <a:pt x="270" y="246"/>
                  </a:lnTo>
                  <a:lnTo>
                    <a:pt x="271" y="247"/>
                  </a:lnTo>
                  <a:lnTo>
                    <a:pt x="273" y="244"/>
                  </a:lnTo>
                  <a:lnTo>
                    <a:pt x="284" y="235"/>
                  </a:lnTo>
                  <a:lnTo>
                    <a:pt x="295" y="229"/>
                  </a:lnTo>
                  <a:lnTo>
                    <a:pt x="302" y="214"/>
                  </a:lnTo>
                  <a:lnTo>
                    <a:pt x="313" y="207"/>
                  </a:lnTo>
                  <a:lnTo>
                    <a:pt x="322" y="193"/>
                  </a:lnTo>
                  <a:lnTo>
                    <a:pt x="321" y="187"/>
                  </a:lnTo>
                  <a:lnTo>
                    <a:pt x="337" y="183"/>
                  </a:lnTo>
                  <a:lnTo>
                    <a:pt x="343" y="170"/>
                  </a:lnTo>
                  <a:lnTo>
                    <a:pt x="344" y="170"/>
                  </a:lnTo>
                  <a:lnTo>
                    <a:pt x="348" y="145"/>
                  </a:lnTo>
                  <a:lnTo>
                    <a:pt x="356" y="123"/>
                  </a:lnTo>
                  <a:lnTo>
                    <a:pt x="368" y="103"/>
                  </a:lnTo>
                  <a:lnTo>
                    <a:pt x="372" y="99"/>
                  </a:lnTo>
                  <a:lnTo>
                    <a:pt x="386" y="90"/>
                  </a:lnTo>
                  <a:lnTo>
                    <a:pt x="384" y="87"/>
                  </a:lnTo>
                  <a:lnTo>
                    <a:pt x="378" y="82"/>
                  </a:lnTo>
                  <a:lnTo>
                    <a:pt x="376" y="82"/>
                  </a:lnTo>
                  <a:lnTo>
                    <a:pt x="356" y="67"/>
                  </a:lnTo>
                  <a:lnTo>
                    <a:pt x="343" y="58"/>
                  </a:lnTo>
                  <a:lnTo>
                    <a:pt x="337" y="55"/>
                  </a:lnTo>
                  <a:lnTo>
                    <a:pt x="319" y="42"/>
                  </a:lnTo>
                  <a:lnTo>
                    <a:pt x="313" y="37"/>
                  </a:lnTo>
                  <a:lnTo>
                    <a:pt x="302" y="28"/>
                  </a:lnTo>
                  <a:lnTo>
                    <a:pt x="301" y="28"/>
                  </a:lnTo>
                  <a:lnTo>
                    <a:pt x="288" y="19"/>
                  </a:lnTo>
                  <a:lnTo>
                    <a:pt x="282" y="14"/>
                  </a:lnTo>
                  <a:lnTo>
                    <a:pt x="280" y="14"/>
                  </a:lnTo>
                  <a:lnTo>
                    <a:pt x="276" y="15"/>
                  </a:lnTo>
                  <a:lnTo>
                    <a:pt x="266" y="18"/>
                  </a:lnTo>
                  <a:lnTo>
                    <a:pt x="262" y="18"/>
                  </a:lnTo>
                  <a:lnTo>
                    <a:pt x="256" y="19"/>
                  </a:lnTo>
                  <a:lnTo>
                    <a:pt x="236" y="21"/>
                  </a:lnTo>
                  <a:lnTo>
                    <a:pt x="232" y="22"/>
                  </a:lnTo>
                  <a:lnTo>
                    <a:pt x="231" y="22"/>
                  </a:lnTo>
                  <a:lnTo>
                    <a:pt x="222" y="24"/>
                  </a:lnTo>
                  <a:lnTo>
                    <a:pt x="213" y="25"/>
                  </a:lnTo>
                  <a:lnTo>
                    <a:pt x="195" y="28"/>
                  </a:lnTo>
                  <a:lnTo>
                    <a:pt x="194" y="16"/>
                  </a:lnTo>
                  <a:lnTo>
                    <a:pt x="189" y="12"/>
                  </a:lnTo>
                  <a:lnTo>
                    <a:pt x="188" y="10"/>
                  </a:lnTo>
                  <a:lnTo>
                    <a:pt x="186" y="8"/>
                  </a:lnTo>
                  <a:lnTo>
                    <a:pt x="182" y="4"/>
                  </a:lnTo>
                  <a:lnTo>
                    <a:pt x="175" y="7"/>
                  </a:lnTo>
                  <a:lnTo>
                    <a:pt x="170" y="1"/>
                  </a:lnTo>
                  <a:lnTo>
                    <a:pt x="171" y="0"/>
                  </a:lnTo>
                  <a:lnTo>
                    <a:pt x="163" y="1"/>
                  </a:lnTo>
                  <a:lnTo>
                    <a:pt x="154" y="1"/>
                  </a:lnTo>
                  <a:lnTo>
                    <a:pt x="148" y="2"/>
                  </a:lnTo>
                  <a:lnTo>
                    <a:pt x="146" y="2"/>
                  </a:lnTo>
                  <a:lnTo>
                    <a:pt x="135" y="3"/>
                  </a:lnTo>
                  <a:lnTo>
                    <a:pt x="116" y="6"/>
                  </a:lnTo>
                  <a:lnTo>
                    <a:pt x="115" y="6"/>
                  </a:lnTo>
                  <a:lnTo>
                    <a:pt x="106" y="7"/>
                  </a:lnTo>
                  <a:lnTo>
                    <a:pt x="99" y="8"/>
                  </a:lnTo>
                  <a:lnTo>
                    <a:pt x="92" y="9"/>
                  </a:lnTo>
                  <a:lnTo>
                    <a:pt x="86" y="9"/>
                  </a:lnTo>
                  <a:lnTo>
                    <a:pt x="80" y="10"/>
                  </a:lnTo>
                  <a:lnTo>
                    <a:pt x="79" y="10"/>
                  </a:lnTo>
                  <a:lnTo>
                    <a:pt x="78" y="10"/>
                  </a:lnTo>
                  <a:lnTo>
                    <a:pt x="69" y="12"/>
                  </a:lnTo>
                  <a:lnTo>
                    <a:pt x="58" y="16"/>
                  </a:lnTo>
                  <a:lnTo>
                    <a:pt x="54" y="19"/>
                  </a:lnTo>
                  <a:lnTo>
                    <a:pt x="48" y="22"/>
                  </a:lnTo>
                  <a:lnTo>
                    <a:pt x="45" y="22"/>
                  </a:lnTo>
                  <a:lnTo>
                    <a:pt x="39" y="28"/>
                  </a:lnTo>
                  <a:lnTo>
                    <a:pt x="31" y="31"/>
                  </a:lnTo>
                  <a:lnTo>
                    <a:pt x="30" y="32"/>
                  </a:lnTo>
                  <a:lnTo>
                    <a:pt x="22" y="36"/>
                  </a:lnTo>
                  <a:lnTo>
                    <a:pt x="21" y="36"/>
                  </a:lnTo>
                  <a:lnTo>
                    <a:pt x="14" y="39"/>
                  </a:lnTo>
                  <a:lnTo>
                    <a:pt x="14" y="45"/>
                  </a:lnTo>
                  <a:lnTo>
                    <a:pt x="4" y="55"/>
                  </a:lnTo>
                  <a:lnTo>
                    <a:pt x="0" y="69"/>
                  </a:lnTo>
                  <a:lnTo>
                    <a:pt x="1" y="72"/>
                  </a:lnTo>
                  <a:lnTo>
                    <a:pt x="9" y="78"/>
                  </a:lnTo>
                  <a:lnTo>
                    <a:pt x="19" y="82"/>
                  </a:lnTo>
                  <a:lnTo>
                    <a:pt x="21" y="84"/>
                  </a:lnTo>
                  <a:lnTo>
                    <a:pt x="26" y="87"/>
                  </a:lnTo>
                  <a:lnTo>
                    <a:pt x="27" y="88"/>
                  </a:lnTo>
                  <a:lnTo>
                    <a:pt x="31" y="88"/>
                  </a:lnTo>
                  <a:lnTo>
                    <a:pt x="40" y="88"/>
                  </a:lnTo>
                  <a:lnTo>
                    <a:pt x="44" y="97"/>
                  </a:lnTo>
                  <a:lnTo>
                    <a:pt x="50" y="104"/>
                  </a:lnTo>
                  <a:lnTo>
                    <a:pt x="52" y="105"/>
                  </a:lnTo>
                  <a:lnTo>
                    <a:pt x="54" y="108"/>
                  </a:lnTo>
                  <a:lnTo>
                    <a:pt x="54" y="111"/>
                  </a:lnTo>
                  <a:lnTo>
                    <a:pt x="61" y="118"/>
                  </a:lnTo>
                  <a:lnTo>
                    <a:pt x="66" y="124"/>
                  </a:lnTo>
                  <a:lnTo>
                    <a:pt x="68" y="12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3" name="Freeform 57">
              <a:extLst>
                <a:ext uri="{FF2B5EF4-FFF2-40B4-BE49-F238E27FC236}">
                  <a16:creationId xmlns:a16="http://schemas.microsoft.com/office/drawing/2014/main" id="{878856D4-9373-7D16-B5CE-1F00CD99E600}"/>
                </a:ext>
              </a:extLst>
            </p:cNvPr>
            <p:cNvSpPr>
              <a:spLocks noChangeAspect="1"/>
            </p:cNvSpPr>
            <p:nvPr/>
          </p:nvSpPr>
          <p:spPr bwMode="auto">
            <a:xfrm>
              <a:off x="494" y="2344"/>
              <a:ext cx="94" cy="76"/>
            </a:xfrm>
            <a:custGeom>
              <a:avLst/>
              <a:gdLst>
                <a:gd name="T0" fmla="*/ 336 w 526"/>
                <a:gd name="T1" fmla="*/ 420 h 432"/>
                <a:gd name="T2" fmla="*/ 302 w 526"/>
                <a:gd name="T3" fmla="*/ 416 h 432"/>
                <a:gd name="T4" fmla="*/ 268 w 526"/>
                <a:gd name="T5" fmla="*/ 414 h 432"/>
                <a:gd name="T6" fmla="*/ 245 w 526"/>
                <a:gd name="T7" fmla="*/ 411 h 432"/>
                <a:gd name="T8" fmla="*/ 206 w 526"/>
                <a:gd name="T9" fmla="*/ 408 h 432"/>
                <a:gd name="T10" fmla="*/ 143 w 526"/>
                <a:gd name="T11" fmla="*/ 400 h 432"/>
                <a:gd name="T12" fmla="*/ 108 w 526"/>
                <a:gd name="T13" fmla="*/ 397 h 432"/>
                <a:gd name="T14" fmla="*/ 72 w 526"/>
                <a:gd name="T15" fmla="*/ 393 h 432"/>
                <a:gd name="T16" fmla="*/ 0 w 526"/>
                <a:gd name="T17" fmla="*/ 384 h 432"/>
                <a:gd name="T18" fmla="*/ 6 w 526"/>
                <a:gd name="T19" fmla="*/ 342 h 432"/>
                <a:gd name="T20" fmla="*/ 8 w 526"/>
                <a:gd name="T21" fmla="*/ 328 h 432"/>
                <a:gd name="T22" fmla="*/ 11 w 526"/>
                <a:gd name="T23" fmla="*/ 303 h 432"/>
                <a:gd name="T24" fmla="*/ 15 w 526"/>
                <a:gd name="T25" fmla="*/ 276 h 432"/>
                <a:gd name="T26" fmla="*/ 20 w 526"/>
                <a:gd name="T27" fmla="*/ 238 h 432"/>
                <a:gd name="T28" fmla="*/ 26 w 526"/>
                <a:gd name="T29" fmla="*/ 192 h 432"/>
                <a:gd name="T30" fmla="*/ 27 w 526"/>
                <a:gd name="T31" fmla="*/ 186 h 432"/>
                <a:gd name="T32" fmla="*/ 29 w 526"/>
                <a:gd name="T33" fmla="*/ 160 h 432"/>
                <a:gd name="T34" fmla="*/ 32 w 526"/>
                <a:gd name="T35" fmla="*/ 144 h 432"/>
                <a:gd name="T36" fmla="*/ 35 w 526"/>
                <a:gd name="T37" fmla="*/ 120 h 432"/>
                <a:gd name="T38" fmla="*/ 38 w 526"/>
                <a:gd name="T39" fmla="*/ 97 h 432"/>
                <a:gd name="T40" fmla="*/ 41 w 526"/>
                <a:gd name="T41" fmla="*/ 72 h 432"/>
                <a:gd name="T42" fmla="*/ 44 w 526"/>
                <a:gd name="T43" fmla="*/ 48 h 432"/>
                <a:gd name="T44" fmla="*/ 50 w 526"/>
                <a:gd name="T45" fmla="*/ 0 h 432"/>
                <a:gd name="T46" fmla="*/ 122 w 526"/>
                <a:gd name="T47" fmla="*/ 8 h 432"/>
                <a:gd name="T48" fmla="*/ 135 w 526"/>
                <a:gd name="T49" fmla="*/ 9 h 432"/>
                <a:gd name="T50" fmla="*/ 189 w 526"/>
                <a:gd name="T51" fmla="*/ 16 h 432"/>
                <a:gd name="T52" fmla="*/ 224 w 526"/>
                <a:gd name="T53" fmla="*/ 20 h 432"/>
                <a:gd name="T54" fmla="*/ 240 w 526"/>
                <a:gd name="T55" fmla="*/ 21 h 432"/>
                <a:gd name="T56" fmla="*/ 317 w 526"/>
                <a:gd name="T57" fmla="*/ 28 h 432"/>
                <a:gd name="T58" fmla="*/ 376 w 526"/>
                <a:gd name="T59" fmla="*/ 34 h 432"/>
                <a:gd name="T60" fmla="*/ 393 w 526"/>
                <a:gd name="T61" fmla="*/ 36 h 432"/>
                <a:gd name="T62" fmla="*/ 400 w 526"/>
                <a:gd name="T63" fmla="*/ 36 h 432"/>
                <a:gd name="T64" fmla="*/ 459 w 526"/>
                <a:gd name="T65" fmla="*/ 40 h 432"/>
                <a:gd name="T66" fmla="*/ 480 w 526"/>
                <a:gd name="T67" fmla="*/ 42 h 432"/>
                <a:gd name="T68" fmla="*/ 525 w 526"/>
                <a:gd name="T69" fmla="*/ 68 h 432"/>
                <a:gd name="T70" fmla="*/ 524 w 526"/>
                <a:gd name="T71" fmla="*/ 92 h 432"/>
                <a:gd name="T72" fmla="*/ 521 w 526"/>
                <a:gd name="T73" fmla="*/ 123 h 432"/>
                <a:gd name="T74" fmla="*/ 520 w 526"/>
                <a:gd name="T75" fmla="*/ 141 h 432"/>
                <a:gd name="T76" fmla="*/ 519 w 526"/>
                <a:gd name="T77" fmla="*/ 165 h 432"/>
                <a:gd name="T78" fmla="*/ 518 w 526"/>
                <a:gd name="T79" fmla="*/ 189 h 432"/>
                <a:gd name="T80" fmla="*/ 516 w 526"/>
                <a:gd name="T81" fmla="*/ 201 h 432"/>
                <a:gd name="T82" fmla="*/ 515 w 526"/>
                <a:gd name="T83" fmla="*/ 237 h 432"/>
                <a:gd name="T84" fmla="*/ 514 w 526"/>
                <a:gd name="T85" fmla="*/ 255 h 432"/>
                <a:gd name="T86" fmla="*/ 510 w 526"/>
                <a:gd name="T87" fmla="*/ 310 h 432"/>
                <a:gd name="T88" fmla="*/ 509 w 526"/>
                <a:gd name="T89" fmla="*/ 334 h 432"/>
                <a:gd name="T90" fmla="*/ 508 w 526"/>
                <a:gd name="T91" fmla="*/ 358 h 432"/>
                <a:gd name="T92" fmla="*/ 507 w 526"/>
                <a:gd name="T93" fmla="*/ 370 h 432"/>
                <a:gd name="T94" fmla="*/ 506 w 526"/>
                <a:gd name="T95" fmla="*/ 382 h 432"/>
                <a:gd name="T96" fmla="*/ 506 w 526"/>
                <a:gd name="T97" fmla="*/ 402 h 432"/>
                <a:gd name="T98" fmla="*/ 503 w 526"/>
                <a:gd name="T99" fmla="*/ 432 h 432"/>
                <a:gd name="T100" fmla="*/ 444 w 526"/>
                <a:gd name="T101" fmla="*/ 428 h 432"/>
                <a:gd name="T102" fmla="*/ 426 w 526"/>
                <a:gd name="T103" fmla="*/ 427 h 432"/>
                <a:gd name="T104" fmla="*/ 414 w 526"/>
                <a:gd name="T105" fmla="*/ 426 h 432"/>
                <a:gd name="T106" fmla="*/ 358 w 526"/>
                <a:gd name="T107" fmla="*/ 422 h 432"/>
                <a:gd name="T108" fmla="*/ 348 w 526"/>
                <a:gd name="T109" fmla="*/ 421 h 432"/>
                <a:gd name="T110" fmla="*/ 340 w 526"/>
                <a:gd name="T111" fmla="*/ 42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6" h="432">
                  <a:moveTo>
                    <a:pt x="340" y="420"/>
                  </a:moveTo>
                  <a:lnTo>
                    <a:pt x="336" y="420"/>
                  </a:lnTo>
                  <a:lnTo>
                    <a:pt x="327" y="418"/>
                  </a:lnTo>
                  <a:lnTo>
                    <a:pt x="302" y="416"/>
                  </a:lnTo>
                  <a:lnTo>
                    <a:pt x="299" y="416"/>
                  </a:lnTo>
                  <a:lnTo>
                    <a:pt x="268" y="414"/>
                  </a:lnTo>
                  <a:lnTo>
                    <a:pt x="264" y="412"/>
                  </a:lnTo>
                  <a:lnTo>
                    <a:pt x="245" y="411"/>
                  </a:lnTo>
                  <a:lnTo>
                    <a:pt x="225" y="409"/>
                  </a:lnTo>
                  <a:lnTo>
                    <a:pt x="206" y="408"/>
                  </a:lnTo>
                  <a:lnTo>
                    <a:pt x="161" y="403"/>
                  </a:lnTo>
                  <a:lnTo>
                    <a:pt x="143" y="400"/>
                  </a:lnTo>
                  <a:lnTo>
                    <a:pt x="111" y="398"/>
                  </a:lnTo>
                  <a:lnTo>
                    <a:pt x="108" y="397"/>
                  </a:lnTo>
                  <a:lnTo>
                    <a:pt x="75" y="393"/>
                  </a:lnTo>
                  <a:lnTo>
                    <a:pt x="72" y="393"/>
                  </a:lnTo>
                  <a:lnTo>
                    <a:pt x="56" y="391"/>
                  </a:lnTo>
                  <a:lnTo>
                    <a:pt x="0" y="384"/>
                  </a:lnTo>
                  <a:lnTo>
                    <a:pt x="4" y="360"/>
                  </a:lnTo>
                  <a:lnTo>
                    <a:pt x="6" y="342"/>
                  </a:lnTo>
                  <a:lnTo>
                    <a:pt x="6" y="336"/>
                  </a:lnTo>
                  <a:lnTo>
                    <a:pt x="8" y="328"/>
                  </a:lnTo>
                  <a:lnTo>
                    <a:pt x="10" y="312"/>
                  </a:lnTo>
                  <a:lnTo>
                    <a:pt x="11" y="303"/>
                  </a:lnTo>
                  <a:lnTo>
                    <a:pt x="12" y="288"/>
                  </a:lnTo>
                  <a:lnTo>
                    <a:pt x="15" y="276"/>
                  </a:lnTo>
                  <a:lnTo>
                    <a:pt x="18" y="242"/>
                  </a:lnTo>
                  <a:lnTo>
                    <a:pt x="20" y="238"/>
                  </a:lnTo>
                  <a:lnTo>
                    <a:pt x="22" y="216"/>
                  </a:lnTo>
                  <a:lnTo>
                    <a:pt x="26" y="192"/>
                  </a:lnTo>
                  <a:lnTo>
                    <a:pt x="26" y="189"/>
                  </a:lnTo>
                  <a:lnTo>
                    <a:pt x="27" y="186"/>
                  </a:lnTo>
                  <a:lnTo>
                    <a:pt x="28" y="168"/>
                  </a:lnTo>
                  <a:lnTo>
                    <a:pt x="29" y="160"/>
                  </a:lnTo>
                  <a:lnTo>
                    <a:pt x="30" y="147"/>
                  </a:lnTo>
                  <a:lnTo>
                    <a:pt x="32" y="144"/>
                  </a:lnTo>
                  <a:lnTo>
                    <a:pt x="32" y="142"/>
                  </a:lnTo>
                  <a:lnTo>
                    <a:pt x="35" y="120"/>
                  </a:lnTo>
                  <a:lnTo>
                    <a:pt x="36" y="108"/>
                  </a:lnTo>
                  <a:lnTo>
                    <a:pt x="38" y="97"/>
                  </a:lnTo>
                  <a:lnTo>
                    <a:pt x="39" y="82"/>
                  </a:lnTo>
                  <a:lnTo>
                    <a:pt x="41" y="72"/>
                  </a:lnTo>
                  <a:lnTo>
                    <a:pt x="44" y="50"/>
                  </a:lnTo>
                  <a:lnTo>
                    <a:pt x="44" y="48"/>
                  </a:lnTo>
                  <a:lnTo>
                    <a:pt x="45" y="31"/>
                  </a:lnTo>
                  <a:lnTo>
                    <a:pt x="50" y="0"/>
                  </a:lnTo>
                  <a:lnTo>
                    <a:pt x="94" y="6"/>
                  </a:lnTo>
                  <a:lnTo>
                    <a:pt x="122" y="8"/>
                  </a:lnTo>
                  <a:lnTo>
                    <a:pt x="131" y="9"/>
                  </a:lnTo>
                  <a:lnTo>
                    <a:pt x="135" y="9"/>
                  </a:lnTo>
                  <a:lnTo>
                    <a:pt x="180" y="14"/>
                  </a:lnTo>
                  <a:lnTo>
                    <a:pt x="189" y="16"/>
                  </a:lnTo>
                  <a:lnTo>
                    <a:pt x="215" y="19"/>
                  </a:lnTo>
                  <a:lnTo>
                    <a:pt x="224" y="20"/>
                  </a:lnTo>
                  <a:lnTo>
                    <a:pt x="232" y="20"/>
                  </a:lnTo>
                  <a:lnTo>
                    <a:pt x="240" y="21"/>
                  </a:lnTo>
                  <a:lnTo>
                    <a:pt x="263" y="24"/>
                  </a:lnTo>
                  <a:lnTo>
                    <a:pt x="317" y="28"/>
                  </a:lnTo>
                  <a:lnTo>
                    <a:pt x="326" y="30"/>
                  </a:lnTo>
                  <a:lnTo>
                    <a:pt x="376" y="34"/>
                  </a:lnTo>
                  <a:lnTo>
                    <a:pt x="384" y="34"/>
                  </a:lnTo>
                  <a:lnTo>
                    <a:pt x="393" y="36"/>
                  </a:lnTo>
                  <a:lnTo>
                    <a:pt x="394" y="36"/>
                  </a:lnTo>
                  <a:lnTo>
                    <a:pt x="400" y="36"/>
                  </a:lnTo>
                  <a:lnTo>
                    <a:pt x="455" y="39"/>
                  </a:lnTo>
                  <a:lnTo>
                    <a:pt x="459" y="40"/>
                  </a:lnTo>
                  <a:lnTo>
                    <a:pt x="473" y="40"/>
                  </a:lnTo>
                  <a:lnTo>
                    <a:pt x="480" y="42"/>
                  </a:lnTo>
                  <a:lnTo>
                    <a:pt x="526" y="44"/>
                  </a:lnTo>
                  <a:lnTo>
                    <a:pt x="525" y="68"/>
                  </a:lnTo>
                  <a:lnTo>
                    <a:pt x="524" y="86"/>
                  </a:lnTo>
                  <a:lnTo>
                    <a:pt x="524" y="92"/>
                  </a:lnTo>
                  <a:lnTo>
                    <a:pt x="522" y="116"/>
                  </a:lnTo>
                  <a:lnTo>
                    <a:pt x="521" y="123"/>
                  </a:lnTo>
                  <a:lnTo>
                    <a:pt x="521" y="127"/>
                  </a:lnTo>
                  <a:lnTo>
                    <a:pt x="520" y="141"/>
                  </a:lnTo>
                  <a:lnTo>
                    <a:pt x="520" y="154"/>
                  </a:lnTo>
                  <a:lnTo>
                    <a:pt x="519" y="165"/>
                  </a:lnTo>
                  <a:lnTo>
                    <a:pt x="519" y="177"/>
                  </a:lnTo>
                  <a:lnTo>
                    <a:pt x="518" y="189"/>
                  </a:lnTo>
                  <a:lnTo>
                    <a:pt x="518" y="192"/>
                  </a:lnTo>
                  <a:lnTo>
                    <a:pt x="516" y="201"/>
                  </a:lnTo>
                  <a:lnTo>
                    <a:pt x="515" y="225"/>
                  </a:lnTo>
                  <a:lnTo>
                    <a:pt x="515" y="237"/>
                  </a:lnTo>
                  <a:lnTo>
                    <a:pt x="514" y="242"/>
                  </a:lnTo>
                  <a:lnTo>
                    <a:pt x="514" y="255"/>
                  </a:lnTo>
                  <a:lnTo>
                    <a:pt x="513" y="277"/>
                  </a:lnTo>
                  <a:lnTo>
                    <a:pt x="510" y="310"/>
                  </a:lnTo>
                  <a:lnTo>
                    <a:pt x="510" y="322"/>
                  </a:lnTo>
                  <a:lnTo>
                    <a:pt x="509" y="334"/>
                  </a:lnTo>
                  <a:lnTo>
                    <a:pt x="508" y="346"/>
                  </a:lnTo>
                  <a:lnTo>
                    <a:pt x="508" y="358"/>
                  </a:lnTo>
                  <a:lnTo>
                    <a:pt x="507" y="363"/>
                  </a:lnTo>
                  <a:lnTo>
                    <a:pt x="507" y="370"/>
                  </a:lnTo>
                  <a:lnTo>
                    <a:pt x="507" y="376"/>
                  </a:lnTo>
                  <a:lnTo>
                    <a:pt x="506" y="382"/>
                  </a:lnTo>
                  <a:lnTo>
                    <a:pt x="506" y="393"/>
                  </a:lnTo>
                  <a:lnTo>
                    <a:pt x="506" y="402"/>
                  </a:lnTo>
                  <a:lnTo>
                    <a:pt x="504" y="420"/>
                  </a:lnTo>
                  <a:lnTo>
                    <a:pt x="503" y="432"/>
                  </a:lnTo>
                  <a:lnTo>
                    <a:pt x="461" y="429"/>
                  </a:lnTo>
                  <a:lnTo>
                    <a:pt x="444" y="428"/>
                  </a:lnTo>
                  <a:lnTo>
                    <a:pt x="440" y="428"/>
                  </a:lnTo>
                  <a:lnTo>
                    <a:pt x="426" y="427"/>
                  </a:lnTo>
                  <a:lnTo>
                    <a:pt x="417" y="426"/>
                  </a:lnTo>
                  <a:lnTo>
                    <a:pt x="414" y="426"/>
                  </a:lnTo>
                  <a:lnTo>
                    <a:pt x="402" y="424"/>
                  </a:lnTo>
                  <a:lnTo>
                    <a:pt x="358" y="422"/>
                  </a:lnTo>
                  <a:lnTo>
                    <a:pt x="350" y="421"/>
                  </a:lnTo>
                  <a:lnTo>
                    <a:pt x="348" y="421"/>
                  </a:lnTo>
                  <a:lnTo>
                    <a:pt x="342" y="420"/>
                  </a:lnTo>
                  <a:lnTo>
                    <a:pt x="340" y="420"/>
                  </a:lnTo>
                  <a:close/>
                </a:path>
              </a:pathLst>
            </a:custGeom>
            <a:pattFill prst="dkHorz">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84" name="Freeform 58">
              <a:extLst>
                <a:ext uri="{FF2B5EF4-FFF2-40B4-BE49-F238E27FC236}">
                  <a16:creationId xmlns:a16="http://schemas.microsoft.com/office/drawing/2014/main" id="{97D85F19-CACB-87C4-279E-7E1D58891DC4}"/>
                </a:ext>
              </a:extLst>
            </p:cNvPr>
            <p:cNvSpPr>
              <a:spLocks noChangeAspect="1"/>
            </p:cNvSpPr>
            <p:nvPr/>
          </p:nvSpPr>
          <p:spPr bwMode="auto">
            <a:xfrm>
              <a:off x="421" y="2265"/>
              <a:ext cx="81" cy="130"/>
            </a:xfrm>
            <a:custGeom>
              <a:avLst/>
              <a:gdLst>
                <a:gd name="T0" fmla="*/ 45 w 452"/>
                <a:gd name="T1" fmla="*/ 461 h 729"/>
                <a:gd name="T2" fmla="*/ 33 w 452"/>
                <a:gd name="T3" fmla="*/ 489 h 729"/>
                <a:gd name="T4" fmla="*/ 21 w 452"/>
                <a:gd name="T5" fmla="*/ 551 h 729"/>
                <a:gd name="T6" fmla="*/ 69 w 452"/>
                <a:gd name="T7" fmla="*/ 675 h 729"/>
                <a:gd name="T8" fmla="*/ 171 w 452"/>
                <a:gd name="T9" fmla="*/ 693 h 729"/>
                <a:gd name="T10" fmla="*/ 196 w 452"/>
                <a:gd name="T11" fmla="*/ 696 h 729"/>
                <a:gd name="T12" fmla="*/ 266 w 452"/>
                <a:gd name="T13" fmla="*/ 707 h 729"/>
                <a:gd name="T14" fmla="*/ 341 w 452"/>
                <a:gd name="T15" fmla="*/ 718 h 729"/>
                <a:gd name="T16" fmla="*/ 346 w 452"/>
                <a:gd name="T17" fmla="*/ 719 h 729"/>
                <a:gd name="T18" fmla="*/ 388 w 452"/>
                <a:gd name="T19" fmla="*/ 724 h 729"/>
                <a:gd name="T20" fmla="*/ 420 w 452"/>
                <a:gd name="T21" fmla="*/ 729 h 729"/>
                <a:gd name="T22" fmla="*/ 428 w 452"/>
                <a:gd name="T23" fmla="*/ 679 h 729"/>
                <a:gd name="T24" fmla="*/ 434 w 452"/>
                <a:gd name="T25" fmla="*/ 630 h 729"/>
                <a:gd name="T26" fmla="*/ 437 w 452"/>
                <a:gd name="T27" fmla="*/ 601 h 729"/>
                <a:gd name="T28" fmla="*/ 440 w 452"/>
                <a:gd name="T29" fmla="*/ 583 h 729"/>
                <a:gd name="T30" fmla="*/ 446 w 452"/>
                <a:gd name="T31" fmla="*/ 538 h 729"/>
                <a:gd name="T32" fmla="*/ 452 w 452"/>
                <a:gd name="T33" fmla="*/ 491 h 729"/>
                <a:gd name="T34" fmla="*/ 440 w 452"/>
                <a:gd name="T35" fmla="*/ 472 h 729"/>
                <a:gd name="T36" fmla="*/ 425 w 452"/>
                <a:gd name="T37" fmla="*/ 465 h 729"/>
                <a:gd name="T38" fmla="*/ 413 w 452"/>
                <a:gd name="T39" fmla="*/ 478 h 729"/>
                <a:gd name="T40" fmla="*/ 363 w 452"/>
                <a:gd name="T41" fmla="*/ 475 h 729"/>
                <a:gd name="T42" fmla="*/ 328 w 452"/>
                <a:gd name="T43" fmla="*/ 478 h 729"/>
                <a:gd name="T44" fmla="*/ 318 w 452"/>
                <a:gd name="T45" fmla="*/ 474 h 729"/>
                <a:gd name="T46" fmla="*/ 296 w 452"/>
                <a:gd name="T47" fmla="*/ 418 h 729"/>
                <a:gd name="T48" fmla="*/ 240 w 452"/>
                <a:gd name="T49" fmla="*/ 360 h 729"/>
                <a:gd name="T50" fmla="*/ 256 w 452"/>
                <a:gd name="T51" fmla="*/ 264 h 729"/>
                <a:gd name="T52" fmla="*/ 258 w 452"/>
                <a:gd name="T53" fmla="*/ 249 h 729"/>
                <a:gd name="T54" fmla="*/ 242 w 452"/>
                <a:gd name="T55" fmla="*/ 247 h 729"/>
                <a:gd name="T56" fmla="*/ 233 w 452"/>
                <a:gd name="T57" fmla="*/ 243 h 729"/>
                <a:gd name="T58" fmla="*/ 225 w 452"/>
                <a:gd name="T59" fmla="*/ 217 h 729"/>
                <a:gd name="T60" fmla="*/ 196 w 452"/>
                <a:gd name="T61" fmla="*/ 179 h 729"/>
                <a:gd name="T62" fmla="*/ 183 w 452"/>
                <a:gd name="T63" fmla="*/ 151 h 729"/>
                <a:gd name="T64" fmla="*/ 171 w 452"/>
                <a:gd name="T65" fmla="*/ 105 h 729"/>
                <a:gd name="T66" fmla="*/ 179 w 452"/>
                <a:gd name="T67" fmla="*/ 58 h 729"/>
                <a:gd name="T68" fmla="*/ 188 w 452"/>
                <a:gd name="T69" fmla="*/ 11 h 729"/>
                <a:gd name="T70" fmla="*/ 124 w 452"/>
                <a:gd name="T71" fmla="*/ 7 h 729"/>
                <a:gd name="T72" fmla="*/ 110 w 452"/>
                <a:gd name="T73" fmla="*/ 82 h 729"/>
                <a:gd name="T74" fmla="*/ 107 w 452"/>
                <a:gd name="T75" fmla="*/ 93 h 729"/>
                <a:gd name="T76" fmla="*/ 100 w 452"/>
                <a:gd name="T77" fmla="*/ 129 h 729"/>
                <a:gd name="T78" fmla="*/ 94 w 452"/>
                <a:gd name="T79" fmla="*/ 163 h 729"/>
                <a:gd name="T80" fmla="*/ 83 w 452"/>
                <a:gd name="T81" fmla="*/ 215 h 729"/>
                <a:gd name="T82" fmla="*/ 78 w 452"/>
                <a:gd name="T83" fmla="*/ 241 h 729"/>
                <a:gd name="T84" fmla="*/ 80 w 452"/>
                <a:gd name="T85" fmla="*/ 283 h 729"/>
                <a:gd name="T86" fmla="*/ 84 w 452"/>
                <a:gd name="T87" fmla="*/ 298 h 729"/>
                <a:gd name="T88" fmla="*/ 82 w 452"/>
                <a:gd name="T89" fmla="*/ 354 h 729"/>
                <a:gd name="T90" fmla="*/ 72 w 452"/>
                <a:gd name="T91" fmla="*/ 371 h 729"/>
                <a:gd name="T92" fmla="*/ 50 w 452"/>
                <a:gd name="T93" fmla="*/ 400 h 729"/>
                <a:gd name="T94" fmla="*/ 38 w 452"/>
                <a:gd name="T95" fmla="*/ 447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2" h="729">
                  <a:moveTo>
                    <a:pt x="47" y="457"/>
                  </a:moveTo>
                  <a:lnTo>
                    <a:pt x="46" y="460"/>
                  </a:lnTo>
                  <a:lnTo>
                    <a:pt x="45" y="461"/>
                  </a:lnTo>
                  <a:lnTo>
                    <a:pt x="36" y="483"/>
                  </a:lnTo>
                  <a:lnTo>
                    <a:pt x="35" y="484"/>
                  </a:lnTo>
                  <a:lnTo>
                    <a:pt x="33" y="489"/>
                  </a:lnTo>
                  <a:lnTo>
                    <a:pt x="30" y="501"/>
                  </a:lnTo>
                  <a:lnTo>
                    <a:pt x="28" y="511"/>
                  </a:lnTo>
                  <a:lnTo>
                    <a:pt x="21" y="551"/>
                  </a:lnTo>
                  <a:lnTo>
                    <a:pt x="0" y="661"/>
                  </a:lnTo>
                  <a:lnTo>
                    <a:pt x="4" y="663"/>
                  </a:lnTo>
                  <a:lnTo>
                    <a:pt x="69" y="675"/>
                  </a:lnTo>
                  <a:lnTo>
                    <a:pt x="140" y="687"/>
                  </a:lnTo>
                  <a:lnTo>
                    <a:pt x="160" y="690"/>
                  </a:lnTo>
                  <a:lnTo>
                    <a:pt x="171" y="693"/>
                  </a:lnTo>
                  <a:lnTo>
                    <a:pt x="192" y="696"/>
                  </a:lnTo>
                  <a:lnTo>
                    <a:pt x="195" y="696"/>
                  </a:lnTo>
                  <a:lnTo>
                    <a:pt x="196" y="696"/>
                  </a:lnTo>
                  <a:lnTo>
                    <a:pt x="209" y="699"/>
                  </a:lnTo>
                  <a:lnTo>
                    <a:pt x="230" y="702"/>
                  </a:lnTo>
                  <a:lnTo>
                    <a:pt x="266" y="707"/>
                  </a:lnTo>
                  <a:lnTo>
                    <a:pt x="282" y="709"/>
                  </a:lnTo>
                  <a:lnTo>
                    <a:pt x="340" y="718"/>
                  </a:lnTo>
                  <a:lnTo>
                    <a:pt x="341" y="718"/>
                  </a:lnTo>
                  <a:lnTo>
                    <a:pt x="342" y="718"/>
                  </a:lnTo>
                  <a:lnTo>
                    <a:pt x="345" y="718"/>
                  </a:lnTo>
                  <a:lnTo>
                    <a:pt x="346" y="719"/>
                  </a:lnTo>
                  <a:lnTo>
                    <a:pt x="353" y="719"/>
                  </a:lnTo>
                  <a:lnTo>
                    <a:pt x="371" y="721"/>
                  </a:lnTo>
                  <a:lnTo>
                    <a:pt x="388" y="724"/>
                  </a:lnTo>
                  <a:lnTo>
                    <a:pt x="392" y="725"/>
                  </a:lnTo>
                  <a:lnTo>
                    <a:pt x="394" y="725"/>
                  </a:lnTo>
                  <a:lnTo>
                    <a:pt x="420" y="729"/>
                  </a:lnTo>
                  <a:lnTo>
                    <a:pt x="423" y="717"/>
                  </a:lnTo>
                  <a:lnTo>
                    <a:pt x="426" y="683"/>
                  </a:lnTo>
                  <a:lnTo>
                    <a:pt x="428" y="679"/>
                  </a:lnTo>
                  <a:lnTo>
                    <a:pt x="430" y="657"/>
                  </a:lnTo>
                  <a:lnTo>
                    <a:pt x="434" y="633"/>
                  </a:lnTo>
                  <a:lnTo>
                    <a:pt x="434" y="630"/>
                  </a:lnTo>
                  <a:lnTo>
                    <a:pt x="435" y="627"/>
                  </a:lnTo>
                  <a:lnTo>
                    <a:pt x="436" y="609"/>
                  </a:lnTo>
                  <a:lnTo>
                    <a:pt x="437" y="601"/>
                  </a:lnTo>
                  <a:lnTo>
                    <a:pt x="438" y="588"/>
                  </a:lnTo>
                  <a:lnTo>
                    <a:pt x="440" y="585"/>
                  </a:lnTo>
                  <a:lnTo>
                    <a:pt x="440" y="583"/>
                  </a:lnTo>
                  <a:lnTo>
                    <a:pt x="443" y="561"/>
                  </a:lnTo>
                  <a:lnTo>
                    <a:pt x="444" y="549"/>
                  </a:lnTo>
                  <a:lnTo>
                    <a:pt x="446" y="538"/>
                  </a:lnTo>
                  <a:lnTo>
                    <a:pt x="447" y="523"/>
                  </a:lnTo>
                  <a:lnTo>
                    <a:pt x="449" y="513"/>
                  </a:lnTo>
                  <a:lnTo>
                    <a:pt x="452" y="491"/>
                  </a:lnTo>
                  <a:lnTo>
                    <a:pt x="448" y="489"/>
                  </a:lnTo>
                  <a:lnTo>
                    <a:pt x="446" y="487"/>
                  </a:lnTo>
                  <a:lnTo>
                    <a:pt x="440" y="472"/>
                  </a:lnTo>
                  <a:lnTo>
                    <a:pt x="432" y="461"/>
                  </a:lnTo>
                  <a:lnTo>
                    <a:pt x="431" y="461"/>
                  </a:lnTo>
                  <a:lnTo>
                    <a:pt x="425" y="465"/>
                  </a:lnTo>
                  <a:lnTo>
                    <a:pt x="422" y="471"/>
                  </a:lnTo>
                  <a:lnTo>
                    <a:pt x="422" y="480"/>
                  </a:lnTo>
                  <a:lnTo>
                    <a:pt x="413" y="478"/>
                  </a:lnTo>
                  <a:lnTo>
                    <a:pt x="378" y="475"/>
                  </a:lnTo>
                  <a:lnTo>
                    <a:pt x="371" y="471"/>
                  </a:lnTo>
                  <a:lnTo>
                    <a:pt x="363" y="475"/>
                  </a:lnTo>
                  <a:lnTo>
                    <a:pt x="352" y="478"/>
                  </a:lnTo>
                  <a:lnTo>
                    <a:pt x="336" y="472"/>
                  </a:lnTo>
                  <a:lnTo>
                    <a:pt x="328" y="478"/>
                  </a:lnTo>
                  <a:lnTo>
                    <a:pt x="329" y="484"/>
                  </a:lnTo>
                  <a:lnTo>
                    <a:pt x="327" y="485"/>
                  </a:lnTo>
                  <a:lnTo>
                    <a:pt x="318" y="474"/>
                  </a:lnTo>
                  <a:lnTo>
                    <a:pt x="314" y="444"/>
                  </a:lnTo>
                  <a:lnTo>
                    <a:pt x="293" y="429"/>
                  </a:lnTo>
                  <a:lnTo>
                    <a:pt x="296" y="418"/>
                  </a:lnTo>
                  <a:lnTo>
                    <a:pt x="273" y="346"/>
                  </a:lnTo>
                  <a:lnTo>
                    <a:pt x="249" y="359"/>
                  </a:lnTo>
                  <a:lnTo>
                    <a:pt x="240" y="360"/>
                  </a:lnTo>
                  <a:lnTo>
                    <a:pt x="228" y="352"/>
                  </a:lnTo>
                  <a:lnTo>
                    <a:pt x="254" y="264"/>
                  </a:lnTo>
                  <a:lnTo>
                    <a:pt x="256" y="264"/>
                  </a:lnTo>
                  <a:lnTo>
                    <a:pt x="261" y="253"/>
                  </a:lnTo>
                  <a:lnTo>
                    <a:pt x="261" y="250"/>
                  </a:lnTo>
                  <a:lnTo>
                    <a:pt x="258" y="249"/>
                  </a:lnTo>
                  <a:lnTo>
                    <a:pt x="250" y="250"/>
                  </a:lnTo>
                  <a:lnTo>
                    <a:pt x="244" y="250"/>
                  </a:lnTo>
                  <a:lnTo>
                    <a:pt x="242" y="247"/>
                  </a:lnTo>
                  <a:lnTo>
                    <a:pt x="243" y="243"/>
                  </a:lnTo>
                  <a:lnTo>
                    <a:pt x="240" y="239"/>
                  </a:lnTo>
                  <a:lnTo>
                    <a:pt x="233" y="243"/>
                  </a:lnTo>
                  <a:lnTo>
                    <a:pt x="232" y="240"/>
                  </a:lnTo>
                  <a:lnTo>
                    <a:pt x="234" y="237"/>
                  </a:lnTo>
                  <a:lnTo>
                    <a:pt x="225" y="217"/>
                  </a:lnTo>
                  <a:lnTo>
                    <a:pt x="219" y="210"/>
                  </a:lnTo>
                  <a:lnTo>
                    <a:pt x="206" y="184"/>
                  </a:lnTo>
                  <a:lnTo>
                    <a:pt x="196" y="179"/>
                  </a:lnTo>
                  <a:lnTo>
                    <a:pt x="180" y="161"/>
                  </a:lnTo>
                  <a:lnTo>
                    <a:pt x="189" y="159"/>
                  </a:lnTo>
                  <a:lnTo>
                    <a:pt x="183" y="151"/>
                  </a:lnTo>
                  <a:lnTo>
                    <a:pt x="185" y="135"/>
                  </a:lnTo>
                  <a:lnTo>
                    <a:pt x="171" y="107"/>
                  </a:lnTo>
                  <a:lnTo>
                    <a:pt x="171" y="105"/>
                  </a:lnTo>
                  <a:lnTo>
                    <a:pt x="174" y="84"/>
                  </a:lnTo>
                  <a:lnTo>
                    <a:pt x="179" y="61"/>
                  </a:lnTo>
                  <a:lnTo>
                    <a:pt x="179" y="58"/>
                  </a:lnTo>
                  <a:lnTo>
                    <a:pt x="185" y="23"/>
                  </a:lnTo>
                  <a:lnTo>
                    <a:pt x="188" y="13"/>
                  </a:lnTo>
                  <a:lnTo>
                    <a:pt x="188" y="11"/>
                  </a:lnTo>
                  <a:lnTo>
                    <a:pt x="125" y="0"/>
                  </a:lnTo>
                  <a:lnTo>
                    <a:pt x="124" y="4"/>
                  </a:lnTo>
                  <a:lnTo>
                    <a:pt x="124" y="7"/>
                  </a:lnTo>
                  <a:lnTo>
                    <a:pt x="123" y="15"/>
                  </a:lnTo>
                  <a:lnTo>
                    <a:pt x="112" y="66"/>
                  </a:lnTo>
                  <a:lnTo>
                    <a:pt x="110" y="82"/>
                  </a:lnTo>
                  <a:lnTo>
                    <a:pt x="107" y="89"/>
                  </a:lnTo>
                  <a:lnTo>
                    <a:pt x="107" y="91"/>
                  </a:lnTo>
                  <a:lnTo>
                    <a:pt x="107" y="93"/>
                  </a:lnTo>
                  <a:lnTo>
                    <a:pt x="106" y="95"/>
                  </a:lnTo>
                  <a:lnTo>
                    <a:pt x="102" y="117"/>
                  </a:lnTo>
                  <a:lnTo>
                    <a:pt x="100" y="129"/>
                  </a:lnTo>
                  <a:lnTo>
                    <a:pt x="95" y="153"/>
                  </a:lnTo>
                  <a:lnTo>
                    <a:pt x="94" y="162"/>
                  </a:lnTo>
                  <a:lnTo>
                    <a:pt x="94" y="163"/>
                  </a:lnTo>
                  <a:lnTo>
                    <a:pt x="92" y="175"/>
                  </a:lnTo>
                  <a:lnTo>
                    <a:pt x="84" y="210"/>
                  </a:lnTo>
                  <a:lnTo>
                    <a:pt x="83" y="215"/>
                  </a:lnTo>
                  <a:lnTo>
                    <a:pt x="81" y="231"/>
                  </a:lnTo>
                  <a:lnTo>
                    <a:pt x="80" y="234"/>
                  </a:lnTo>
                  <a:lnTo>
                    <a:pt x="78" y="241"/>
                  </a:lnTo>
                  <a:lnTo>
                    <a:pt x="77" y="245"/>
                  </a:lnTo>
                  <a:lnTo>
                    <a:pt x="81" y="258"/>
                  </a:lnTo>
                  <a:lnTo>
                    <a:pt x="80" y="283"/>
                  </a:lnTo>
                  <a:lnTo>
                    <a:pt x="81" y="287"/>
                  </a:lnTo>
                  <a:lnTo>
                    <a:pt x="84" y="295"/>
                  </a:lnTo>
                  <a:lnTo>
                    <a:pt x="84" y="298"/>
                  </a:lnTo>
                  <a:lnTo>
                    <a:pt x="100" y="311"/>
                  </a:lnTo>
                  <a:lnTo>
                    <a:pt x="102" y="324"/>
                  </a:lnTo>
                  <a:lnTo>
                    <a:pt x="82" y="354"/>
                  </a:lnTo>
                  <a:lnTo>
                    <a:pt x="81" y="355"/>
                  </a:lnTo>
                  <a:lnTo>
                    <a:pt x="75" y="367"/>
                  </a:lnTo>
                  <a:lnTo>
                    <a:pt x="72" y="371"/>
                  </a:lnTo>
                  <a:lnTo>
                    <a:pt x="66" y="378"/>
                  </a:lnTo>
                  <a:lnTo>
                    <a:pt x="60" y="393"/>
                  </a:lnTo>
                  <a:lnTo>
                    <a:pt x="50" y="400"/>
                  </a:lnTo>
                  <a:lnTo>
                    <a:pt x="29" y="432"/>
                  </a:lnTo>
                  <a:lnTo>
                    <a:pt x="28" y="439"/>
                  </a:lnTo>
                  <a:lnTo>
                    <a:pt x="38" y="447"/>
                  </a:lnTo>
                  <a:lnTo>
                    <a:pt x="42" y="448"/>
                  </a:lnTo>
                  <a:lnTo>
                    <a:pt x="47" y="457"/>
                  </a:lnTo>
                  <a:close/>
                </a:path>
              </a:pathLst>
            </a:custGeom>
            <a:pattFill prst="dkHorz">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85" name="Freeform 59">
              <a:extLst>
                <a:ext uri="{FF2B5EF4-FFF2-40B4-BE49-F238E27FC236}">
                  <a16:creationId xmlns:a16="http://schemas.microsoft.com/office/drawing/2014/main" id="{059ABA2E-36A2-3989-50AC-D7DBE8B55FAC}"/>
                </a:ext>
              </a:extLst>
            </p:cNvPr>
            <p:cNvSpPr>
              <a:spLocks noChangeAspect="1"/>
            </p:cNvSpPr>
            <p:nvPr/>
          </p:nvSpPr>
          <p:spPr bwMode="auto">
            <a:xfrm>
              <a:off x="323" y="2363"/>
              <a:ext cx="113" cy="184"/>
            </a:xfrm>
            <a:custGeom>
              <a:avLst/>
              <a:gdLst>
                <a:gd name="T0" fmla="*/ 583 w 638"/>
                <a:gd name="T1" fmla="*/ 1034 h 1035"/>
                <a:gd name="T2" fmla="*/ 575 w 638"/>
                <a:gd name="T3" fmla="*/ 999 h 1035"/>
                <a:gd name="T4" fmla="*/ 601 w 638"/>
                <a:gd name="T5" fmla="*/ 944 h 1035"/>
                <a:gd name="T6" fmla="*/ 612 w 638"/>
                <a:gd name="T7" fmla="*/ 908 h 1035"/>
                <a:gd name="T8" fmla="*/ 638 w 638"/>
                <a:gd name="T9" fmla="*/ 890 h 1035"/>
                <a:gd name="T10" fmla="*/ 618 w 638"/>
                <a:gd name="T11" fmla="*/ 844 h 1035"/>
                <a:gd name="T12" fmla="*/ 593 w 638"/>
                <a:gd name="T13" fmla="*/ 790 h 1035"/>
                <a:gd name="T14" fmla="*/ 541 w 638"/>
                <a:gd name="T15" fmla="*/ 716 h 1035"/>
                <a:gd name="T16" fmla="*/ 492 w 638"/>
                <a:gd name="T17" fmla="*/ 646 h 1035"/>
                <a:gd name="T18" fmla="*/ 426 w 638"/>
                <a:gd name="T19" fmla="*/ 554 h 1035"/>
                <a:gd name="T20" fmla="*/ 399 w 638"/>
                <a:gd name="T21" fmla="*/ 517 h 1035"/>
                <a:gd name="T22" fmla="*/ 348 w 638"/>
                <a:gd name="T23" fmla="*/ 444 h 1035"/>
                <a:gd name="T24" fmla="*/ 326 w 638"/>
                <a:gd name="T25" fmla="*/ 415 h 1035"/>
                <a:gd name="T26" fmla="*/ 308 w 638"/>
                <a:gd name="T27" fmla="*/ 390 h 1035"/>
                <a:gd name="T28" fmla="*/ 290 w 638"/>
                <a:gd name="T29" fmla="*/ 363 h 1035"/>
                <a:gd name="T30" fmla="*/ 285 w 638"/>
                <a:gd name="T31" fmla="*/ 349 h 1035"/>
                <a:gd name="T32" fmla="*/ 288 w 638"/>
                <a:gd name="T33" fmla="*/ 339 h 1035"/>
                <a:gd name="T34" fmla="*/ 291 w 638"/>
                <a:gd name="T35" fmla="*/ 320 h 1035"/>
                <a:gd name="T36" fmla="*/ 297 w 638"/>
                <a:gd name="T37" fmla="*/ 296 h 1035"/>
                <a:gd name="T38" fmla="*/ 317 w 638"/>
                <a:gd name="T39" fmla="*/ 212 h 1035"/>
                <a:gd name="T40" fmla="*/ 343 w 638"/>
                <a:gd name="T41" fmla="*/ 92 h 1035"/>
                <a:gd name="T42" fmla="*/ 330 w 638"/>
                <a:gd name="T43" fmla="*/ 67 h 1035"/>
                <a:gd name="T44" fmla="*/ 257 w 638"/>
                <a:gd name="T45" fmla="*/ 50 h 1035"/>
                <a:gd name="T46" fmla="*/ 197 w 638"/>
                <a:gd name="T47" fmla="*/ 34 h 1035"/>
                <a:gd name="T48" fmla="*/ 129 w 638"/>
                <a:gd name="T49" fmla="*/ 18 h 1035"/>
                <a:gd name="T50" fmla="*/ 109 w 638"/>
                <a:gd name="T51" fmla="*/ 13 h 1035"/>
                <a:gd name="T52" fmla="*/ 93 w 638"/>
                <a:gd name="T53" fmla="*/ 9 h 1035"/>
                <a:gd name="T54" fmla="*/ 61 w 638"/>
                <a:gd name="T55" fmla="*/ 1 h 1035"/>
                <a:gd name="T56" fmla="*/ 53 w 638"/>
                <a:gd name="T57" fmla="*/ 27 h 1035"/>
                <a:gd name="T58" fmla="*/ 38 w 638"/>
                <a:gd name="T59" fmla="*/ 81 h 1035"/>
                <a:gd name="T60" fmla="*/ 37 w 638"/>
                <a:gd name="T61" fmla="*/ 90 h 1035"/>
                <a:gd name="T62" fmla="*/ 6 w 638"/>
                <a:gd name="T63" fmla="*/ 136 h 1035"/>
                <a:gd name="T64" fmla="*/ 14 w 638"/>
                <a:gd name="T65" fmla="*/ 178 h 1035"/>
                <a:gd name="T66" fmla="*/ 26 w 638"/>
                <a:gd name="T67" fmla="*/ 231 h 1035"/>
                <a:gd name="T68" fmla="*/ 24 w 638"/>
                <a:gd name="T69" fmla="*/ 316 h 1035"/>
                <a:gd name="T70" fmla="*/ 47 w 638"/>
                <a:gd name="T71" fmla="*/ 369 h 1035"/>
                <a:gd name="T72" fmla="*/ 50 w 638"/>
                <a:gd name="T73" fmla="*/ 376 h 1035"/>
                <a:gd name="T74" fmla="*/ 50 w 638"/>
                <a:gd name="T75" fmla="*/ 398 h 1035"/>
                <a:gd name="T76" fmla="*/ 68 w 638"/>
                <a:gd name="T77" fmla="*/ 415 h 1035"/>
                <a:gd name="T78" fmla="*/ 77 w 638"/>
                <a:gd name="T79" fmla="*/ 428 h 1035"/>
                <a:gd name="T80" fmla="*/ 69 w 638"/>
                <a:gd name="T81" fmla="*/ 456 h 1035"/>
                <a:gd name="T82" fmla="*/ 69 w 638"/>
                <a:gd name="T83" fmla="*/ 481 h 1035"/>
                <a:gd name="T84" fmla="*/ 80 w 638"/>
                <a:gd name="T85" fmla="*/ 507 h 1035"/>
                <a:gd name="T86" fmla="*/ 104 w 638"/>
                <a:gd name="T87" fmla="*/ 530 h 1035"/>
                <a:gd name="T88" fmla="*/ 91 w 638"/>
                <a:gd name="T89" fmla="*/ 548 h 1035"/>
                <a:gd name="T90" fmla="*/ 95 w 638"/>
                <a:gd name="T91" fmla="*/ 591 h 1035"/>
                <a:gd name="T92" fmla="*/ 115 w 638"/>
                <a:gd name="T93" fmla="*/ 638 h 1035"/>
                <a:gd name="T94" fmla="*/ 132 w 638"/>
                <a:gd name="T95" fmla="*/ 672 h 1035"/>
                <a:gd name="T96" fmla="*/ 138 w 638"/>
                <a:gd name="T97" fmla="*/ 698 h 1035"/>
                <a:gd name="T98" fmla="*/ 150 w 638"/>
                <a:gd name="T99" fmla="*/ 728 h 1035"/>
                <a:gd name="T100" fmla="*/ 159 w 638"/>
                <a:gd name="T101" fmla="*/ 782 h 1035"/>
                <a:gd name="T102" fmla="*/ 217 w 638"/>
                <a:gd name="T103" fmla="*/ 799 h 1035"/>
                <a:gd name="T104" fmla="*/ 246 w 638"/>
                <a:gd name="T105" fmla="*/ 835 h 1035"/>
                <a:gd name="T106" fmla="*/ 295 w 638"/>
                <a:gd name="T107" fmla="*/ 856 h 1035"/>
                <a:gd name="T108" fmla="*/ 307 w 638"/>
                <a:gd name="T109" fmla="*/ 889 h 1035"/>
                <a:gd name="T110" fmla="*/ 336 w 638"/>
                <a:gd name="T111" fmla="*/ 907 h 1035"/>
                <a:gd name="T112" fmla="*/ 369 w 638"/>
                <a:gd name="T113" fmla="*/ 958 h 1035"/>
                <a:gd name="T114" fmla="*/ 374 w 638"/>
                <a:gd name="T115" fmla="*/ 1018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8" h="1035">
                  <a:moveTo>
                    <a:pt x="566" y="1035"/>
                  </a:moveTo>
                  <a:lnTo>
                    <a:pt x="569" y="1035"/>
                  </a:lnTo>
                  <a:lnTo>
                    <a:pt x="583" y="1034"/>
                  </a:lnTo>
                  <a:lnTo>
                    <a:pt x="590" y="1010"/>
                  </a:lnTo>
                  <a:lnTo>
                    <a:pt x="583" y="1008"/>
                  </a:lnTo>
                  <a:lnTo>
                    <a:pt x="575" y="999"/>
                  </a:lnTo>
                  <a:lnTo>
                    <a:pt x="579" y="972"/>
                  </a:lnTo>
                  <a:lnTo>
                    <a:pt x="587" y="967"/>
                  </a:lnTo>
                  <a:lnTo>
                    <a:pt x="601" y="944"/>
                  </a:lnTo>
                  <a:lnTo>
                    <a:pt x="605" y="918"/>
                  </a:lnTo>
                  <a:lnTo>
                    <a:pt x="608" y="915"/>
                  </a:lnTo>
                  <a:lnTo>
                    <a:pt x="612" y="908"/>
                  </a:lnTo>
                  <a:lnTo>
                    <a:pt x="627" y="901"/>
                  </a:lnTo>
                  <a:lnTo>
                    <a:pt x="636" y="895"/>
                  </a:lnTo>
                  <a:lnTo>
                    <a:pt x="638" y="890"/>
                  </a:lnTo>
                  <a:lnTo>
                    <a:pt x="623" y="873"/>
                  </a:lnTo>
                  <a:lnTo>
                    <a:pt x="623" y="867"/>
                  </a:lnTo>
                  <a:lnTo>
                    <a:pt x="618" y="844"/>
                  </a:lnTo>
                  <a:lnTo>
                    <a:pt x="609" y="830"/>
                  </a:lnTo>
                  <a:lnTo>
                    <a:pt x="612" y="816"/>
                  </a:lnTo>
                  <a:lnTo>
                    <a:pt x="593" y="790"/>
                  </a:lnTo>
                  <a:lnTo>
                    <a:pt x="572" y="760"/>
                  </a:lnTo>
                  <a:lnTo>
                    <a:pt x="548" y="727"/>
                  </a:lnTo>
                  <a:lnTo>
                    <a:pt x="541" y="716"/>
                  </a:lnTo>
                  <a:lnTo>
                    <a:pt x="531" y="703"/>
                  </a:lnTo>
                  <a:lnTo>
                    <a:pt x="510" y="672"/>
                  </a:lnTo>
                  <a:lnTo>
                    <a:pt x="492" y="646"/>
                  </a:lnTo>
                  <a:lnTo>
                    <a:pt x="453" y="592"/>
                  </a:lnTo>
                  <a:lnTo>
                    <a:pt x="431" y="560"/>
                  </a:lnTo>
                  <a:lnTo>
                    <a:pt x="426" y="554"/>
                  </a:lnTo>
                  <a:lnTo>
                    <a:pt x="413" y="535"/>
                  </a:lnTo>
                  <a:lnTo>
                    <a:pt x="410" y="531"/>
                  </a:lnTo>
                  <a:lnTo>
                    <a:pt x="399" y="517"/>
                  </a:lnTo>
                  <a:lnTo>
                    <a:pt x="377" y="486"/>
                  </a:lnTo>
                  <a:lnTo>
                    <a:pt x="357" y="458"/>
                  </a:lnTo>
                  <a:lnTo>
                    <a:pt x="348" y="444"/>
                  </a:lnTo>
                  <a:lnTo>
                    <a:pt x="333" y="424"/>
                  </a:lnTo>
                  <a:lnTo>
                    <a:pt x="329" y="416"/>
                  </a:lnTo>
                  <a:lnTo>
                    <a:pt x="326" y="415"/>
                  </a:lnTo>
                  <a:lnTo>
                    <a:pt x="324" y="410"/>
                  </a:lnTo>
                  <a:lnTo>
                    <a:pt x="313" y="396"/>
                  </a:lnTo>
                  <a:lnTo>
                    <a:pt x="308" y="390"/>
                  </a:lnTo>
                  <a:lnTo>
                    <a:pt x="306" y="385"/>
                  </a:lnTo>
                  <a:lnTo>
                    <a:pt x="294" y="368"/>
                  </a:lnTo>
                  <a:lnTo>
                    <a:pt x="290" y="363"/>
                  </a:lnTo>
                  <a:lnTo>
                    <a:pt x="288" y="360"/>
                  </a:lnTo>
                  <a:lnTo>
                    <a:pt x="284" y="355"/>
                  </a:lnTo>
                  <a:lnTo>
                    <a:pt x="285" y="349"/>
                  </a:lnTo>
                  <a:lnTo>
                    <a:pt x="287" y="344"/>
                  </a:lnTo>
                  <a:lnTo>
                    <a:pt x="287" y="343"/>
                  </a:lnTo>
                  <a:lnTo>
                    <a:pt x="288" y="339"/>
                  </a:lnTo>
                  <a:lnTo>
                    <a:pt x="289" y="331"/>
                  </a:lnTo>
                  <a:lnTo>
                    <a:pt x="290" y="325"/>
                  </a:lnTo>
                  <a:lnTo>
                    <a:pt x="291" y="320"/>
                  </a:lnTo>
                  <a:lnTo>
                    <a:pt x="294" y="313"/>
                  </a:lnTo>
                  <a:lnTo>
                    <a:pt x="295" y="308"/>
                  </a:lnTo>
                  <a:lnTo>
                    <a:pt x="297" y="296"/>
                  </a:lnTo>
                  <a:lnTo>
                    <a:pt x="300" y="286"/>
                  </a:lnTo>
                  <a:lnTo>
                    <a:pt x="305" y="264"/>
                  </a:lnTo>
                  <a:lnTo>
                    <a:pt x="317" y="212"/>
                  </a:lnTo>
                  <a:lnTo>
                    <a:pt x="330" y="147"/>
                  </a:lnTo>
                  <a:lnTo>
                    <a:pt x="333" y="132"/>
                  </a:lnTo>
                  <a:lnTo>
                    <a:pt x="343" y="92"/>
                  </a:lnTo>
                  <a:lnTo>
                    <a:pt x="347" y="70"/>
                  </a:lnTo>
                  <a:lnTo>
                    <a:pt x="333" y="67"/>
                  </a:lnTo>
                  <a:lnTo>
                    <a:pt x="330" y="67"/>
                  </a:lnTo>
                  <a:lnTo>
                    <a:pt x="285" y="56"/>
                  </a:lnTo>
                  <a:lnTo>
                    <a:pt x="272" y="54"/>
                  </a:lnTo>
                  <a:lnTo>
                    <a:pt x="257" y="50"/>
                  </a:lnTo>
                  <a:lnTo>
                    <a:pt x="247" y="48"/>
                  </a:lnTo>
                  <a:lnTo>
                    <a:pt x="209" y="37"/>
                  </a:lnTo>
                  <a:lnTo>
                    <a:pt x="197" y="34"/>
                  </a:lnTo>
                  <a:lnTo>
                    <a:pt x="188" y="32"/>
                  </a:lnTo>
                  <a:lnTo>
                    <a:pt x="137" y="20"/>
                  </a:lnTo>
                  <a:lnTo>
                    <a:pt x="129" y="18"/>
                  </a:lnTo>
                  <a:lnTo>
                    <a:pt x="123" y="16"/>
                  </a:lnTo>
                  <a:lnTo>
                    <a:pt x="115" y="15"/>
                  </a:lnTo>
                  <a:lnTo>
                    <a:pt x="109" y="13"/>
                  </a:lnTo>
                  <a:lnTo>
                    <a:pt x="103" y="12"/>
                  </a:lnTo>
                  <a:lnTo>
                    <a:pt x="96" y="9"/>
                  </a:lnTo>
                  <a:lnTo>
                    <a:pt x="93" y="9"/>
                  </a:lnTo>
                  <a:lnTo>
                    <a:pt x="83" y="7"/>
                  </a:lnTo>
                  <a:lnTo>
                    <a:pt x="69" y="3"/>
                  </a:lnTo>
                  <a:lnTo>
                    <a:pt x="61" y="1"/>
                  </a:lnTo>
                  <a:lnTo>
                    <a:pt x="55" y="0"/>
                  </a:lnTo>
                  <a:lnTo>
                    <a:pt x="47" y="20"/>
                  </a:lnTo>
                  <a:lnTo>
                    <a:pt x="53" y="27"/>
                  </a:lnTo>
                  <a:lnTo>
                    <a:pt x="53" y="52"/>
                  </a:lnTo>
                  <a:lnTo>
                    <a:pt x="50" y="61"/>
                  </a:lnTo>
                  <a:lnTo>
                    <a:pt x="38" y="81"/>
                  </a:lnTo>
                  <a:lnTo>
                    <a:pt x="36" y="81"/>
                  </a:lnTo>
                  <a:lnTo>
                    <a:pt x="36" y="90"/>
                  </a:lnTo>
                  <a:lnTo>
                    <a:pt x="37" y="90"/>
                  </a:lnTo>
                  <a:lnTo>
                    <a:pt x="37" y="94"/>
                  </a:lnTo>
                  <a:lnTo>
                    <a:pt x="31" y="106"/>
                  </a:lnTo>
                  <a:lnTo>
                    <a:pt x="6" y="136"/>
                  </a:lnTo>
                  <a:lnTo>
                    <a:pt x="5" y="150"/>
                  </a:lnTo>
                  <a:lnTo>
                    <a:pt x="0" y="159"/>
                  </a:lnTo>
                  <a:lnTo>
                    <a:pt x="14" y="178"/>
                  </a:lnTo>
                  <a:lnTo>
                    <a:pt x="19" y="190"/>
                  </a:lnTo>
                  <a:lnTo>
                    <a:pt x="26" y="218"/>
                  </a:lnTo>
                  <a:lnTo>
                    <a:pt x="26" y="231"/>
                  </a:lnTo>
                  <a:lnTo>
                    <a:pt x="18" y="254"/>
                  </a:lnTo>
                  <a:lnTo>
                    <a:pt x="17" y="303"/>
                  </a:lnTo>
                  <a:lnTo>
                    <a:pt x="24" y="316"/>
                  </a:lnTo>
                  <a:lnTo>
                    <a:pt x="38" y="346"/>
                  </a:lnTo>
                  <a:lnTo>
                    <a:pt x="45" y="356"/>
                  </a:lnTo>
                  <a:lnTo>
                    <a:pt x="47" y="369"/>
                  </a:lnTo>
                  <a:lnTo>
                    <a:pt x="50" y="370"/>
                  </a:lnTo>
                  <a:lnTo>
                    <a:pt x="53" y="375"/>
                  </a:lnTo>
                  <a:lnTo>
                    <a:pt x="50" y="376"/>
                  </a:lnTo>
                  <a:lnTo>
                    <a:pt x="50" y="387"/>
                  </a:lnTo>
                  <a:lnTo>
                    <a:pt x="47" y="400"/>
                  </a:lnTo>
                  <a:lnTo>
                    <a:pt x="50" y="398"/>
                  </a:lnTo>
                  <a:lnTo>
                    <a:pt x="54" y="399"/>
                  </a:lnTo>
                  <a:lnTo>
                    <a:pt x="61" y="410"/>
                  </a:lnTo>
                  <a:lnTo>
                    <a:pt x="68" y="415"/>
                  </a:lnTo>
                  <a:lnTo>
                    <a:pt x="74" y="424"/>
                  </a:lnTo>
                  <a:lnTo>
                    <a:pt x="78" y="424"/>
                  </a:lnTo>
                  <a:lnTo>
                    <a:pt x="77" y="428"/>
                  </a:lnTo>
                  <a:lnTo>
                    <a:pt x="74" y="428"/>
                  </a:lnTo>
                  <a:lnTo>
                    <a:pt x="73" y="435"/>
                  </a:lnTo>
                  <a:lnTo>
                    <a:pt x="69" y="456"/>
                  </a:lnTo>
                  <a:lnTo>
                    <a:pt x="71" y="456"/>
                  </a:lnTo>
                  <a:lnTo>
                    <a:pt x="73" y="469"/>
                  </a:lnTo>
                  <a:lnTo>
                    <a:pt x="69" y="481"/>
                  </a:lnTo>
                  <a:lnTo>
                    <a:pt x="72" y="494"/>
                  </a:lnTo>
                  <a:lnTo>
                    <a:pt x="75" y="496"/>
                  </a:lnTo>
                  <a:lnTo>
                    <a:pt x="80" y="507"/>
                  </a:lnTo>
                  <a:lnTo>
                    <a:pt x="90" y="516"/>
                  </a:lnTo>
                  <a:lnTo>
                    <a:pt x="101" y="518"/>
                  </a:lnTo>
                  <a:lnTo>
                    <a:pt x="104" y="530"/>
                  </a:lnTo>
                  <a:lnTo>
                    <a:pt x="99" y="547"/>
                  </a:lnTo>
                  <a:lnTo>
                    <a:pt x="95" y="552"/>
                  </a:lnTo>
                  <a:lnTo>
                    <a:pt x="91" y="548"/>
                  </a:lnTo>
                  <a:lnTo>
                    <a:pt x="86" y="552"/>
                  </a:lnTo>
                  <a:lnTo>
                    <a:pt x="89" y="586"/>
                  </a:lnTo>
                  <a:lnTo>
                    <a:pt x="95" y="591"/>
                  </a:lnTo>
                  <a:lnTo>
                    <a:pt x="109" y="616"/>
                  </a:lnTo>
                  <a:lnTo>
                    <a:pt x="109" y="628"/>
                  </a:lnTo>
                  <a:lnTo>
                    <a:pt x="115" y="638"/>
                  </a:lnTo>
                  <a:lnTo>
                    <a:pt x="116" y="648"/>
                  </a:lnTo>
                  <a:lnTo>
                    <a:pt x="126" y="657"/>
                  </a:lnTo>
                  <a:lnTo>
                    <a:pt x="132" y="672"/>
                  </a:lnTo>
                  <a:lnTo>
                    <a:pt x="141" y="680"/>
                  </a:lnTo>
                  <a:lnTo>
                    <a:pt x="143" y="686"/>
                  </a:lnTo>
                  <a:lnTo>
                    <a:pt x="138" y="698"/>
                  </a:lnTo>
                  <a:lnTo>
                    <a:pt x="146" y="709"/>
                  </a:lnTo>
                  <a:lnTo>
                    <a:pt x="155" y="715"/>
                  </a:lnTo>
                  <a:lnTo>
                    <a:pt x="150" y="728"/>
                  </a:lnTo>
                  <a:lnTo>
                    <a:pt x="150" y="738"/>
                  </a:lnTo>
                  <a:lnTo>
                    <a:pt x="143" y="769"/>
                  </a:lnTo>
                  <a:lnTo>
                    <a:pt x="159" y="782"/>
                  </a:lnTo>
                  <a:lnTo>
                    <a:pt x="188" y="789"/>
                  </a:lnTo>
                  <a:lnTo>
                    <a:pt x="198" y="795"/>
                  </a:lnTo>
                  <a:lnTo>
                    <a:pt x="217" y="799"/>
                  </a:lnTo>
                  <a:lnTo>
                    <a:pt x="228" y="806"/>
                  </a:lnTo>
                  <a:lnTo>
                    <a:pt x="241" y="820"/>
                  </a:lnTo>
                  <a:lnTo>
                    <a:pt x="246" y="835"/>
                  </a:lnTo>
                  <a:lnTo>
                    <a:pt x="261" y="846"/>
                  </a:lnTo>
                  <a:lnTo>
                    <a:pt x="287" y="852"/>
                  </a:lnTo>
                  <a:lnTo>
                    <a:pt x="295" y="856"/>
                  </a:lnTo>
                  <a:lnTo>
                    <a:pt x="300" y="868"/>
                  </a:lnTo>
                  <a:lnTo>
                    <a:pt x="300" y="884"/>
                  </a:lnTo>
                  <a:lnTo>
                    <a:pt x="307" y="889"/>
                  </a:lnTo>
                  <a:lnTo>
                    <a:pt x="319" y="888"/>
                  </a:lnTo>
                  <a:lnTo>
                    <a:pt x="327" y="898"/>
                  </a:lnTo>
                  <a:lnTo>
                    <a:pt x="336" y="907"/>
                  </a:lnTo>
                  <a:lnTo>
                    <a:pt x="354" y="930"/>
                  </a:lnTo>
                  <a:lnTo>
                    <a:pt x="360" y="937"/>
                  </a:lnTo>
                  <a:lnTo>
                    <a:pt x="369" y="958"/>
                  </a:lnTo>
                  <a:lnTo>
                    <a:pt x="368" y="996"/>
                  </a:lnTo>
                  <a:lnTo>
                    <a:pt x="375" y="1010"/>
                  </a:lnTo>
                  <a:lnTo>
                    <a:pt x="374" y="1018"/>
                  </a:lnTo>
                  <a:lnTo>
                    <a:pt x="457" y="1026"/>
                  </a:lnTo>
                  <a:lnTo>
                    <a:pt x="566" y="1035"/>
                  </a:lnTo>
                  <a:close/>
                </a:path>
              </a:pathLst>
            </a:custGeom>
            <a:solidFill>
              <a:srgbClr val="1E344D">
                <a:alpha val="38183"/>
              </a:srgbClr>
            </a:solidFill>
            <a:ln w="3175" cap="flat" cmpd="sng">
              <a:solidFill>
                <a:schemeClr val="bg1"/>
              </a:solidFill>
              <a:prstDash val="solid"/>
              <a:round/>
              <a:headEnd type="none" w="med" len="med"/>
              <a:tailEnd type="none" w="med" len="med"/>
            </a:ln>
            <a:effectLst/>
          </p:spPr>
          <p:txBody>
            <a:bodyPr/>
            <a:lstStyle/>
            <a:p>
              <a:endParaRPr lang="en-GB"/>
            </a:p>
          </p:txBody>
        </p:sp>
        <p:sp>
          <p:nvSpPr>
            <p:cNvPr id="86" name="Freeform 60">
              <a:extLst>
                <a:ext uri="{FF2B5EF4-FFF2-40B4-BE49-F238E27FC236}">
                  <a16:creationId xmlns:a16="http://schemas.microsoft.com/office/drawing/2014/main" id="{252983CA-64D9-F210-7C53-F1AF3FBE93BC}"/>
                </a:ext>
              </a:extLst>
            </p:cNvPr>
            <p:cNvSpPr>
              <a:spLocks noChangeAspect="1"/>
            </p:cNvSpPr>
            <p:nvPr/>
          </p:nvSpPr>
          <p:spPr bwMode="auto">
            <a:xfrm>
              <a:off x="356" y="2510"/>
              <a:ext cx="5" cy="2"/>
            </a:xfrm>
            <a:custGeom>
              <a:avLst/>
              <a:gdLst>
                <a:gd name="T0" fmla="*/ 0 w 28"/>
                <a:gd name="T1" fmla="*/ 0 h 14"/>
                <a:gd name="T2" fmla="*/ 20 w 28"/>
                <a:gd name="T3" fmla="*/ 11 h 14"/>
                <a:gd name="T4" fmla="*/ 25 w 28"/>
                <a:gd name="T5" fmla="*/ 9 h 14"/>
                <a:gd name="T6" fmla="*/ 28 w 28"/>
                <a:gd name="T7" fmla="*/ 12 h 14"/>
                <a:gd name="T8" fmla="*/ 24 w 28"/>
                <a:gd name="T9" fmla="*/ 14 h 14"/>
                <a:gd name="T10" fmla="*/ 4 w 28"/>
                <a:gd name="T11" fmla="*/ 12 h 14"/>
                <a:gd name="T12" fmla="*/ 0 w 2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8" h="14">
                  <a:moveTo>
                    <a:pt x="0" y="0"/>
                  </a:moveTo>
                  <a:lnTo>
                    <a:pt x="20" y="11"/>
                  </a:lnTo>
                  <a:lnTo>
                    <a:pt x="25" y="9"/>
                  </a:lnTo>
                  <a:lnTo>
                    <a:pt x="28" y="12"/>
                  </a:lnTo>
                  <a:lnTo>
                    <a:pt x="24" y="14"/>
                  </a:lnTo>
                  <a:lnTo>
                    <a:pt x="4" y="12"/>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7" name="Freeform 61">
              <a:extLst>
                <a:ext uri="{FF2B5EF4-FFF2-40B4-BE49-F238E27FC236}">
                  <a16:creationId xmlns:a16="http://schemas.microsoft.com/office/drawing/2014/main" id="{4D060DAE-E112-8033-0E29-6E52E9C4A450}"/>
                </a:ext>
              </a:extLst>
            </p:cNvPr>
            <p:cNvSpPr>
              <a:spLocks noChangeAspect="1"/>
            </p:cNvSpPr>
            <p:nvPr/>
          </p:nvSpPr>
          <p:spPr bwMode="auto">
            <a:xfrm>
              <a:off x="351" y="2510"/>
              <a:ext cx="4" cy="2"/>
            </a:xfrm>
            <a:custGeom>
              <a:avLst/>
              <a:gdLst>
                <a:gd name="T0" fmla="*/ 0 w 19"/>
                <a:gd name="T1" fmla="*/ 2 h 9"/>
                <a:gd name="T2" fmla="*/ 2 w 19"/>
                <a:gd name="T3" fmla="*/ 8 h 9"/>
                <a:gd name="T4" fmla="*/ 19 w 19"/>
                <a:gd name="T5" fmla="*/ 9 h 9"/>
                <a:gd name="T6" fmla="*/ 14 w 19"/>
                <a:gd name="T7" fmla="*/ 3 h 9"/>
                <a:gd name="T8" fmla="*/ 14 w 19"/>
                <a:gd name="T9" fmla="*/ 0 h 9"/>
                <a:gd name="T10" fmla="*/ 0 w 19"/>
                <a:gd name="T11" fmla="*/ 2 h 9"/>
              </a:gdLst>
              <a:ahLst/>
              <a:cxnLst>
                <a:cxn ang="0">
                  <a:pos x="T0" y="T1"/>
                </a:cxn>
                <a:cxn ang="0">
                  <a:pos x="T2" y="T3"/>
                </a:cxn>
                <a:cxn ang="0">
                  <a:pos x="T4" y="T5"/>
                </a:cxn>
                <a:cxn ang="0">
                  <a:pos x="T6" y="T7"/>
                </a:cxn>
                <a:cxn ang="0">
                  <a:pos x="T8" y="T9"/>
                </a:cxn>
                <a:cxn ang="0">
                  <a:pos x="T10" y="T11"/>
                </a:cxn>
              </a:cxnLst>
              <a:rect l="0" t="0" r="r" b="b"/>
              <a:pathLst>
                <a:path w="19" h="9">
                  <a:moveTo>
                    <a:pt x="0" y="2"/>
                  </a:moveTo>
                  <a:lnTo>
                    <a:pt x="2" y="8"/>
                  </a:lnTo>
                  <a:lnTo>
                    <a:pt x="19" y="9"/>
                  </a:lnTo>
                  <a:lnTo>
                    <a:pt x="14" y="3"/>
                  </a:lnTo>
                  <a:lnTo>
                    <a:pt x="14" y="0"/>
                  </a:lnTo>
                  <a:lnTo>
                    <a:pt x="0" y="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8" name="Freeform 62">
              <a:extLst>
                <a:ext uri="{FF2B5EF4-FFF2-40B4-BE49-F238E27FC236}">
                  <a16:creationId xmlns:a16="http://schemas.microsoft.com/office/drawing/2014/main" id="{9A579CE2-E553-83B9-E804-D076A1C87E0E}"/>
                </a:ext>
              </a:extLst>
            </p:cNvPr>
            <p:cNvSpPr>
              <a:spLocks noChangeAspect="1"/>
            </p:cNvSpPr>
            <p:nvPr/>
          </p:nvSpPr>
          <p:spPr bwMode="auto">
            <a:xfrm>
              <a:off x="372" y="2524"/>
              <a:ext cx="4" cy="3"/>
            </a:xfrm>
            <a:custGeom>
              <a:avLst/>
              <a:gdLst>
                <a:gd name="T0" fmla="*/ 0 w 17"/>
                <a:gd name="T1" fmla="*/ 0 h 18"/>
                <a:gd name="T2" fmla="*/ 0 w 17"/>
                <a:gd name="T3" fmla="*/ 4 h 18"/>
                <a:gd name="T4" fmla="*/ 5 w 17"/>
                <a:gd name="T5" fmla="*/ 7 h 18"/>
                <a:gd name="T6" fmla="*/ 9 w 17"/>
                <a:gd name="T7" fmla="*/ 18 h 18"/>
                <a:gd name="T8" fmla="*/ 17 w 17"/>
                <a:gd name="T9" fmla="*/ 16 h 18"/>
                <a:gd name="T10" fmla="*/ 15 w 17"/>
                <a:gd name="T11" fmla="*/ 9 h 18"/>
                <a:gd name="T12" fmla="*/ 0 w 1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0" y="0"/>
                  </a:moveTo>
                  <a:lnTo>
                    <a:pt x="0" y="4"/>
                  </a:lnTo>
                  <a:lnTo>
                    <a:pt x="5" y="7"/>
                  </a:lnTo>
                  <a:lnTo>
                    <a:pt x="9" y="18"/>
                  </a:lnTo>
                  <a:lnTo>
                    <a:pt x="17" y="16"/>
                  </a:lnTo>
                  <a:lnTo>
                    <a:pt x="15" y="9"/>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9" name="Freeform 63">
              <a:extLst>
                <a:ext uri="{FF2B5EF4-FFF2-40B4-BE49-F238E27FC236}">
                  <a16:creationId xmlns:a16="http://schemas.microsoft.com/office/drawing/2014/main" id="{42794917-FA79-1817-75F9-46C538AD4B1E}"/>
                </a:ext>
              </a:extLst>
            </p:cNvPr>
            <p:cNvSpPr>
              <a:spLocks noChangeAspect="1"/>
            </p:cNvSpPr>
            <p:nvPr/>
          </p:nvSpPr>
          <p:spPr bwMode="auto">
            <a:xfrm>
              <a:off x="371" y="2531"/>
              <a:ext cx="2" cy="4"/>
            </a:xfrm>
            <a:custGeom>
              <a:avLst/>
              <a:gdLst>
                <a:gd name="T0" fmla="*/ 0 w 14"/>
                <a:gd name="T1" fmla="*/ 0 h 22"/>
                <a:gd name="T2" fmla="*/ 7 w 14"/>
                <a:gd name="T3" fmla="*/ 21 h 22"/>
                <a:gd name="T4" fmla="*/ 14 w 14"/>
                <a:gd name="T5" fmla="*/ 22 h 22"/>
                <a:gd name="T6" fmla="*/ 0 w 14"/>
                <a:gd name="T7" fmla="*/ 0 h 22"/>
              </a:gdLst>
              <a:ahLst/>
              <a:cxnLst>
                <a:cxn ang="0">
                  <a:pos x="T0" y="T1"/>
                </a:cxn>
                <a:cxn ang="0">
                  <a:pos x="T2" y="T3"/>
                </a:cxn>
                <a:cxn ang="0">
                  <a:pos x="T4" y="T5"/>
                </a:cxn>
                <a:cxn ang="0">
                  <a:pos x="T6" y="T7"/>
                </a:cxn>
              </a:cxnLst>
              <a:rect l="0" t="0" r="r" b="b"/>
              <a:pathLst>
                <a:path w="14" h="22">
                  <a:moveTo>
                    <a:pt x="0" y="0"/>
                  </a:moveTo>
                  <a:lnTo>
                    <a:pt x="7" y="21"/>
                  </a:lnTo>
                  <a:lnTo>
                    <a:pt x="14" y="22"/>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0" name="Freeform 64">
              <a:extLst>
                <a:ext uri="{FF2B5EF4-FFF2-40B4-BE49-F238E27FC236}">
                  <a16:creationId xmlns:a16="http://schemas.microsoft.com/office/drawing/2014/main" id="{AB5BB31C-6AD1-B899-DBA7-FFB344B957F1}"/>
                </a:ext>
              </a:extLst>
            </p:cNvPr>
            <p:cNvSpPr>
              <a:spLocks noChangeAspect="1"/>
            </p:cNvSpPr>
            <p:nvPr/>
          </p:nvSpPr>
          <p:spPr bwMode="auto">
            <a:xfrm>
              <a:off x="512" y="2415"/>
              <a:ext cx="97" cy="76"/>
            </a:xfrm>
            <a:custGeom>
              <a:avLst/>
              <a:gdLst>
                <a:gd name="T0" fmla="*/ 541 w 546"/>
                <a:gd name="T1" fmla="*/ 185 h 430"/>
                <a:gd name="T2" fmla="*/ 540 w 546"/>
                <a:gd name="T3" fmla="*/ 220 h 430"/>
                <a:gd name="T4" fmla="*/ 539 w 546"/>
                <a:gd name="T5" fmla="*/ 226 h 430"/>
                <a:gd name="T6" fmla="*/ 539 w 546"/>
                <a:gd name="T7" fmla="*/ 233 h 430"/>
                <a:gd name="T8" fmla="*/ 538 w 546"/>
                <a:gd name="T9" fmla="*/ 263 h 430"/>
                <a:gd name="T10" fmla="*/ 538 w 546"/>
                <a:gd name="T11" fmla="*/ 272 h 430"/>
                <a:gd name="T12" fmla="*/ 537 w 546"/>
                <a:gd name="T13" fmla="*/ 294 h 430"/>
                <a:gd name="T14" fmla="*/ 535 w 546"/>
                <a:gd name="T15" fmla="*/ 318 h 430"/>
                <a:gd name="T16" fmla="*/ 534 w 546"/>
                <a:gd name="T17" fmla="*/ 357 h 430"/>
                <a:gd name="T18" fmla="*/ 534 w 546"/>
                <a:gd name="T19" fmla="*/ 368 h 430"/>
                <a:gd name="T20" fmla="*/ 533 w 546"/>
                <a:gd name="T21" fmla="*/ 390 h 430"/>
                <a:gd name="T22" fmla="*/ 532 w 546"/>
                <a:gd name="T23" fmla="*/ 417 h 430"/>
                <a:gd name="T24" fmla="*/ 487 w 546"/>
                <a:gd name="T25" fmla="*/ 428 h 430"/>
                <a:gd name="T26" fmla="*/ 459 w 546"/>
                <a:gd name="T27" fmla="*/ 425 h 430"/>
                <a:gd name="T28" fmla="*/ 435 w 546"/>
                <a:gd name="T29" fmla="*/ 424 h 430"/>
                <a:gd name="T30" fmla="*/ 382 w 546"/>
                <a:gd name="T31" fmla="*/ 422 h 430"/>
                <a:gd name="T32" fmla="*/ 312 w 546"/>
                <a:gd name="T33" fmla="*/ 418 h 430"/>
                <a:gd name="T34" fmla="*/ 291 w 546"/>
                <a:gd name="T35" fmla="*/ 416 h 430"/>
                <a:gd name="T36" fmla="*/ 250 w 546"/>
                <a:gd name="T37" fmla="*/ 413 h 430"/>
                <a:gd name="T38" fmla="*/ 231 w 546"/>
                <a:gd name="T39" fmla="*/ 411 h 430"/>
                <a:gd name="T40" fmla="*/ 124 w 546"/>
                <a:gd name="T41" fmla="*/ 401 h 430"/>
                <a:gd name="T42" fmla="*/ 119 w 546"/>
                <a:gd name="T43" fmla="*/ 401 h 430"/>
                <a:gd name="T44" fmla="*/ 70 w 546"/>
                <a:gd name="T45" fmla="*/ 396 h 430"/>
                <a:gd name="T46" fmla="*/ 29 w 546"/>
                <a:gd name="T47" fmla="*/ 393 h 430"/>
                <a:gd name="T48" fmla="*/ 0 w 546"/>
                <a:gd name="T49" fmla="*/ 389 h 430"/>
                <a:gd name="T50" fmla="*/ 6 w 546"/>
                <a:gd name="T51" fmla="*/ 341 h 430"/>
                <a:gd name="T52" fmla="*/ 10 w 546"/>
                <a:gd name="T53" fmla="*/ 304 h 430"/>
                <a:gd name="T54" fmla="*/ 13 w 546"/>
                <a:gd name="T55" fmla="*/ 276 h 430"/>
                <a:gd name="T56" fmla="*/ 16 w 546"/>
                <a:gd name="T57" fmla="*/ 243 h 430"/>
                <a:gd name="T58" fmla="*/ 21 w 546"/>
                <a:gd name="T59" fmla="*/ 195 h 430"/>
                <a:gd name="T60" fmla="*/ 27 w 546"/>
                <a:gd name="T61" fmla="*/ 147 h 430"/>
                <a:gd name="T62" fmla="*/ 28 w 546"/>
                <a:gd name="T63" fmla="*/ 131 h 430"/>
                <a:gd name="T64" fmla="*/ 31 w 546"/>
                <a:gd name="T65" fmla="*/ 98 h 430"/>
                <a:gd name="T66" fmla="*/ 36 w 546"/>
                <a:gd name="T67" fmla="*/ 56 h 430"/>
                <a:gd name="T68" fmla="*/ 39 w 546"/>
                <a:gd name="T69" fmla="*/ 34 h 430"/>
                <a:gd name="T70" fmla="*/ 41 w 546"/>
                <a:gd name="T71" fmla="*/ 14 h 430"/>
                <a:gd name="T72" fmla="*/ 60 w 546"/>
                <a:gd name="T73" fmla="*/ 3 h 430"/>
                <a:gd name="T74" fmla="*/ 124 w 546"/>
                <a:gd name="T75" fmla="*/ 9 h 430"/>
                <a:gd name="T76" fmla="*/ 163 w 546"/>
                <a:gd name="T77" fmla="*/ 12 h 430"/>
                <a:gd name="T78" fmla="*/ 198 w 546"/>
                <a:gd name="T79" fmla="*/ 16 h 430"/>
                <a:gd name="T80" fmla="*/ 226 w 546"/>
                <a:gd name="T81" fmla="*/ 18 h 430"/>
                <a:gd name="T82" fmla="*/ 239 w 546"/>
                <a:gd name="T83" fmla="*/ 20 h 430"/>
                <a:gd name="T84" fmla="*/ 247 w 546"/>
                <a:gd name="T85" fmla="*/ 21 h 430"/>
                <a:gd name="T86" fmla="*/ 257 w 546"/>
                <a:gd name="T87" fmla="*/ 22 h 430"/>
                <a:gd name="T88" fmla="*/ 313 w 546"/>
                <a:gd name="T89" fmla="*/ 26 h 430"/>
                <a:gd name="T90" fmla="*/ 325 w 546"/>
                <a:gd name="T91" fmla="*/ 27 h 430"/>
                <a:gd name="T92" fmla="*/ 343 w 546"/>
                <a:gd name="T93" fmla="*/ 28 h 430"/>
                <a:gd name="T94" fmla="*/ 402 w 546"/>
                <a:gd name="T95" fmla="*/ 32 h 430"/>
                <a:gd name="T96" fmla="*/ 437 w 546"/>
                <a:gd name="T97" fmla="*/ 33 h 430"/>
                <a:gd name="T98" fmla="*/ 503 w 546"/>
                <a:gd name="T99" fmla="*/ 36 h 430"/>
                <a:gd name="T100" fmla="*/ 546 w 546"/>
                <a:gd name="T101" fmla="*/ 39 h 430"/>
                <a:gd name="T102" fmla="*/ 545 w 546"/>
                <a:gd name="T103" fmla="*/ 68 h 430"/>
                <a:gd name="T104" fmla="*/ 545 w 546"/>
                <a:gd name="T105" fmla="*/ 87 h 430"/>
                <a:gd name="T106" fmla="*/ 544 w 546"/>
                <a:gd name="T107" fmla="*/ 102 h 430"/>
                <a:gd name="T108" fmla="*/ 541 w 546"/>
                <a:gd name="T109" fmla="*/ 178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46" h="430">
                  <a:moveTo>
                    <a:pt x="541" y="178"/>
                  </a:moveTo>
                  <a:lnTo>
                    <a:pt x="541" y="185"/>
                  </a:lnTo>
                  <a:lnTo>
                    <a:pt x="540" y="197"/>
                  </a:lnTo>
                  <a:lnTo>
                    <a:pt x="540" y="220"/>
                  </a:lnTo>
                  <a:lnTo>
                    <a:pt x="540" y="221"/>
                  </a:lnTo>
                  <a:lnTo>
                    <a:pt x="539" y="226"/>
                  </a:lnTo>
                  <a:lnTo>
                    <a:pt x="539" y="228"/>
                  </a:lnTo>
                  <a:lnTo>
                    <a:pt x="539" y="233"/>
                  </a:lnTo>
                  <a:lnTo>
                    <a:pt x="539" y="254"/>
                  </a:lnTo>
                  <a:lnTo>
                    <a:pt x="538" y="263"/>
                  </a:lnTo>
                  <a:lnTo>
                    <a:pt x="538" y="270"/>
                  </a:lnTo>
                  <a:lnTo>
                    <a:pt x="538" y="272"/>
                  </a:lnTo>
                  <a:lnTo>
                    <a:pt x="537" y="288"/>
                  </a:lnTo>
                  <a:lnTo>
                    <a:pt x="537" y="294"/>
                  </a:lnTo>
                  <a:lnTo>
                    <a:pt x="537" y="305"/>
                  </a:lnTo>
                  <a:lnTo>
                    <a:pt x="535" y="318"/>
                  </a:lnTo>
                  <a:lnTo>
                    <a:pt x="535" y="332"/>
                  </a:lnTo>
                  <a:lnTo>
                    <a:pt x="534" y="357"/>
                  </a:lnTo>
                  <a:lnTo>
                    <a:pt x="534" y="366"/>
                  </a:lnTo>
                  <a:lnTo>
                    <a:pt x="534" y="368"/>
                  </a:lnTo>
                  <a:lnTo>
                    <a:pt x="534" y="380"/>
                  </a:lnTo>
                  <a:lnTo>
                    <a:pt x="533" y="390"/>
                  </a:lnTo>
                  <a:lnTo>
                    <a:pt x="533" y="405"/>
                  </a:lnTo>
                  <a:lnTo>
                    <a:pt x="532" y="417"/>
                  </a:lnTo>
                  <a:lnTo>
                    <a:pt x="532" y="430"/>
                  </a:lnTo>
                  <a:lnTo>
                    <a:pt x="487" y="428"/>
                  </a:lnTo>
                  <a:lnTo>
                    <a:pt x="478" y="426"/>
                  </a:lnTo>
                  <a:lnTo>
                    <a:pt x="459" y="425"/>
                  </a:lnTo>
                  <a:lnTo>
                    <a:pt x="453" y="425"/>
                  </a:lnTo>
                  <a:lnTo>
                    <a:pt x="435" y="424"/>
                  </a:lnTo>
                  <a:lnTo>
                    <a:pt x="431" y="424"/>
                  </a:lnTo>
                  <a:lnTo>
                    <a:pt x="382" y="422"/>
                  </a:lnTo>
                  <a:lnTo>
                    <a:pt x="354" y="420"/>
                  </a:lnTo>
                  <a:lnTo>
                    <a:pt x="312" y="418"/>
                  </a:lnTo>
                  <a:lnTo>
                    <a:pt x="295" y="416"/>
                  </a:lnTo>
                  <a:lnTo>
                    <a:pt x="291" y="416"/>
                  </a:lnTo>
                  <a:lnTo>
                    <a:pt x="252" y="413"/>
                  </a:lnTo>
                  <a:lnTo>
                    <a:pt x="250" y="413"/>
                  </a:lnTo>
                  <a:lnTo>
                    <a:pt x="240" y="412"/>
                  </a:lnTo>
                  <a:lnTo>
                    <a:pt x="231" y="411"/>
                  </a:lnTo>
                  <a:lnTo>
                    <a:pt x="195" y="408"/>
                  </a:lnTo>
                  <a:lnTo>
                    <a:pt x="124" y="401"/>
                  </a:lnTo>
                  <a:lnTo>
                    <a:pt x="121" y="401"/>
                  </a:lnTo>
                  <a:lnTo>
                    <a:pt x="119" y="401"/>
                  </a:lnTo>
                  <a:lnTo>
                    <a:pt x="118" y="401"/>
                  </a:lnTo>
                  <a:lnTo>
                    <a:pt x="70" y="396"/>
                  </a:lnTo>
                  <a:lnTo>
                    <a:pt x="51" y="394"/>
                  </a:lnTo>
                  <a:lnTo>
                    <a:pt x="29" y="393"/>
                  </a:lnTo>
                  <a:lnTo>
                    <a:pt x="23" y="392"/>
                  </a:lnTo>
                  <a:lnTo>
                    <a:pt x="0" y="389"/>
                  </a:lnTo>
                  <a:lnTo>
                    <a:pt x="6" y="342"/>
                  </a:lnTo>
                  <a:lnTo>
                    <a:pt x="6" y="341"/>
                  </a:lnTo>
                  <a:lnTo>
                    <a:pt x="9" y="316"/>
                  </a:lnTo>
                  <a:lnTo>
                    <a:pt x="10" y="304"/>
                  </a:lnTo>
                  <a:lnTo>
                    <a:pt x="11" y="292"/>
                  </a:lnTo>
                  <a:lnTo>
                    <a:pt x="13" y="276"/>
                  </a:lnTo>
                  <a:lnTo>
                    <a:pt x="13" y="266"/>
                  </a:lnTo>
                  <a:lnTo>
                    <a:pt x="16" y="243"/>
                  </a:lnTo>
                  <a:lnTo>
                    <a:pt x="18" y="219"/>
                  </a:lnTo>
                  <a:lnTo>
                    <a:pt x="21" y="195"/>
                  </a:lnTo>
                  <a:lnTo>
                    <a:pt x="25" y="159"/>
                  </a:lnTo>
                  <a:lnTo>
                    <a:pt x="27" y="147"/>
                  </a:lnTo>
                  <a:lnTo>
                    <a:pt x="28" y="135"/>
                  </a:lnTo>
                  <a:lnTo>
                    <a:pt x="28" y="131"/>
                  </a:lnTo>
                  <a:lnTo>
                    <a:pt x="30" y="110"/>
                  </a:lnTo>
                  <a:lnTo>
                    <a:pt x="31" y="98"/>
                  </a:lnTo>
                  <a:lnTo>
                    <a:pt x="34" y="76"/>
                  </a:lnTo>
                  <a:lnTo>
                    <a:pt x="36" y="56"/>
                  </a:lnTo>
                  <a:lnTo>
                    <a:pt x="39" y="38"/>
                  </a:lnTo>
                  <a:lnTo>
                    <a:pt x="39" y="34"/>
                  </a:lnTo>
                  <a:lnTo>
                    <a:pt x="40" y="26"/>
                  </a:lnTo>
                  <a:lnTo>
                    <a:pt x="41" y="14"/>
                  </a:lnTo>
                  <a:lnTo>
                    <a:pt x="42" y="0"/>
                  </a:lnTo>
                  <a:lnTo>
                    <a:pt x="60" y="3"/>
                  </a:lnTo>
                  <a:lnTo>
                    <a:pt x="105" y="8"/>
                  </a:lnTo>
                  <a:lnTo>
                    <a:pt x="124" y="9"/>
                  </a:lnTo>
                  <a:lnTo>
                    <a:pt x="144" y="11"/>
                  </a:lnTo>
                  <a:lnTo>
                    <a:pt x="163" y="12"/>
                  </a:lnTo>
                  <a:lnTo>
                    <a:pt x="167" y="14"/>
                  </a:lnTo>
                  <a:lnTo>
                    <a:pt x="198" y="16"/>
                  </a:lnTo>
                  <a:lnTo>
                    <a:pt x="201" y="16"/>
                  </a:lnTo>
                  <a:lnTo>
                    <a:pt x="226" y="18"/>
                  </a:lnTo>
                  <a:lnTo>
                    <a:pt x="235" y="20"/>
                  </a:lnTo>
                  <a:lnTo>
                    <a:pt x="239" y="20"/>
                  </a:lnTo>
                  <a:lnTo>
                    <a:pt x="241" y="20"/>
                  </a:lnTo>
                  <a:lnTo>
                    <a:pt x="247" y="21"/>
                  </a:lnTo>
                  <a:lnTo>
                    <a:pt x="249" y="21"/>
                  </a:lnTo>
                  <a:lnTo>
                    <a:pt x="257" y="22"/>
                  </a:lnTo>
                  <a:lnTo>
                    <a:pt x="301" y="24"/>
                  </a:lnTo>
                  <a:lnTo>
                    <a:pt x="313" y="26"/>
                  </a:lnTo>
                  <a:lnTo>
                    <a:pt x="316" y="26"/>
                  </a:lnTo>
                  <a:lnTo>
                    <a:pt x="325" y="27"/>
                  </a:lnTo>
                  <a:lnTo>
                    <a:pt x="339" y="28"/>
                  </a:lnTo>
                  <a:lnTo>
                    <a:pt x="343" y="28"/>
                  </a:lnTo>
                  <a:lnTo>
                    <a:pt x="360" y="29"/>
                  </a:lnTo>
                  <a:lnTo>
                    <a:pt x="402" y="32"/>
                  </a:lnTo>
                  <a:lnTo>
                    <a:pt x="433" y="33"/>
                  </a:lnTo>
                  <a:lnTo>
                    <a:pt x="437" y="33"/>
                  </a:lnTo>
                  <a:lnTo>
                    <a:pt x="450" y="34"/>
                  </a:lnTo>
                  <a:lnTo>
                    <a:pt x="503" y="36"/>
                  </a:lnTo>
                  <a:lnTo>
                    <a:pt x="505" y="36"/>
                  </a:lnTo>
                  <a:lnTo>
                    <a:pt x="546" y="39"/>
                  </a:lnTo>
                  <a:lnTo>
                    <a:pt x="546" y="63"/>
                  </a:lnTo>
                  <a:lnTo>
                    <a:pt x="545" y="68"/>
                  </a:lnTo>
                  <a:lnTo>
                    <a:pt x="545" y="75"/>
                  </a:lnTo>
                  <a:lnTo>
                    <a:pt x="545" y="87"/>
                  </a:lnTo>
                  <a:lnTo>
                    <a:pt x="545" y="93"/>
                  </a:lnTo>
                  <a:lnTo>
                    <a:pt x="544" y="102"/>
                  </a:lnTo>
                  <a:lnTo>
                    <a:pt x="543" y="136"/>
                  </a:lnTo>
                  <a:lnTo>
                    <a:pt x="541" y="17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1" name="Freeform 65">
              <a:extLst>
                <a:ext uri="{FF2B5EF4-FFF2-40B4-BE49-F238E27FC236}">
                  <a16:creationId xmlns:a16="http://schemas.microsoft.com/office/drawing/2014/main" id="{D7620FF0-FB98-8E98-6F1F-EBAD7147D75A}"/>
                </a:ext>
              </a:extLst>
            </p:cNvPr>
            <p:cNvSpPr>
              <a:spLocks noChangeAspect="1"/>
            </p:cNvSpPr>
            <p:nvPr/>
          </p:nvSpPr>
          <p:spPr bwMode="auto">
            <a:xfrm>
              <a:off x="452" y="2267"/>
              <a:ext cx="140" cy="85"/>
            </a:xfrm>
            <a:custGeom>
              <a:avLst/>
              <a:gdLst>
                <a:gd name="T0" fmla="*/ 78 w 787"/>
                <a:gd name="T1" fmla="*/ 348 h 480"/>
                <a:gd name="T2" fmla="*/ 57 w 787"/>
                <a:gd name="T3" fmla="*/ 341 h 480"/>
                <a:gd name="T4" fmla="*/ 85 w 787"/>
                <a:gd name="T5" fmla="*/ 253 h 480"/>
                <a:gd name="T6" fmla="*/ 90 w 787"/>
                <a:gd name="T7" fmla="*/ 239 h 480"/>
                <a:gd name="T8" fmla="*/ 79 w 787"/>
                <a:gd name="T9" fmla="*/ 239 h 480"/>
                <a:gd name="T10" fmla="*/ 71 w 787"/>
                <a:gd name="T11" fmla="*/ 236 h 480"/>
                <a:gd name="T12" fmla="*/ 69 w 787"/>
                <a:gd name="T13" fmla="*/ 228 h 480"/>
                <a:gd name="T14" fmla="*/ 61 w 787"/>
                <a:gd name="T15" fmla="*/ 229 h 480"/>
                <a:gd name="T16" fmla="*/ 54 w 787"/>
                <a:gd name="T17" fmla="*/ 206 h 480"/>
                <a:gd name="T18" fmla="*/ 35 w 787"/>
                <a:gd name="T19" fmla="*/ 173 h 480"/>
                <a:gd name="T20" fmla="*/ 9 w 787"/>
                <a:gd name="T21" fmla="*/ 150 h 480"/>
                <a:gd name="T22" fmla="*/ 12 w 787"/>
                <a:gd name="T23" fmla="*/ 140 h 480"/>
                <a:gd name="T24" fmla="*/ 0 w 787"/>
                <a:gd name="T25" fmla="*/ 96 h 480"/>
                <a:gd name="T26" fmla="*/ 3 w 787"/>
                <a:gd name="T27" fmla="*/ 73 h 480"/>
                <a:gd name="T28" fmla="*/ 8 w 787"/>
                <a:gd name="T29" fmla="*/ 47 h 480"/>
                <a:gd name="T30" fmla="*/ 17 w 787"/>
                <a:gd name="T31" fmla="*/ 2 h 480"/>
                <a:gd name="T32" fmla="*/ 101 w 787"/>
                <a:gd name="T33" fmla="*/ 14 h 480"/>
                <a:gd name="T34" fmla="*/ 263 w 787"/>
                <a:gd name="T35" fmla="*/ 40 h 480"/>
                <a:gd name="T36" fmla="*/ 356 w 787"/>
                <a:gd name="T37" fmla="*/ 53 h 480"/>
                <a:gd name="T38" fmla="*/ 437 w 787"/>
                <a:gd name="T39" fmla="*/ 62 h 480"/>
                <a:gd name="T40" fmla="*/ 584 w 787"/>
                <a:gd name="T41" fmla="*/ 77 h 480"/>
                <a:gd name="T42" fmla="*/ 721 w 787"/>
                <a:gd name="T43" fmla="*/ 88 h 480"/>
                <a:gd name="T44" fmla="*/ 785 w 787"/>
                <a:gd name="T45" fmla="*/ 116 h 480"/>
                <a:gd name="T46" fmla="*/ 785 w 787"/>
                <a:gd name="T47" fmla="*/ 127 h 480"/>
                <a:gd name="T48" fmla="*/ 783 w 787"/>
                <a:gd name="T49" fmla="*/ 150 h 480"/>
                <a:gd name="T50" fmla="*/ 781 w 787"/>
                <a:gd name="T51" fmla="*/ 187 h 480"/>
                <a:gd name="T52" fmla="*/ 780 w 787"/>
                <a:gd name="T53" fmla="*/ 211 h 480"/>
                <a:gd name="T54" fmla="*/ 777 w 787"/>
                <a:gd name="T55" fmla="*/ 247 h 480"/>
                <a:gd name="T56" fmla="*/ 776 w 787"/>
                <a:gd name="T57" fmla="*/ 270 h 480"/>
                <a:gd name="T58" fmla="*/ 773 w 787"/>
                <a:gd name="T59" fmla="*/ 317 h 480"/>
                <a:gd name="T60" fmla="*/ 773 w 787"/>
                <a:gd name="T61" fmla="*/ 330 h 480"/>
                <a:gd name="T62" fmla="*/ 771 w 787"/>
                <a:gd name="T63" fmla="*/ 354 h 480"/>
                <a:gd name="T64" fmla="*/ 769 w 787"/>
                <a:gd name="T65" fmla="*/ 384 h 480"/>
                <a:gd name="T66" fmla="*/ 768 w 787"/>
                <a:gd name="T67" fmla="*/ 402 h 480"/>
                <a:gd name="T68" fmla="*/ 765 w 787"/>
                <a:gd name="T69" fmla="*/ 454 h 480"/>
                <a:gd name="T70" fmla="*/ 763 w 787"/>
                <a:gd name="T71" fmla="*/ 474 h 480"/>
                <a:gd name="T72" fmla="*/ 710 w 787"/>
                <a:gd name="T73" fmla="*/ 470 h 480"/>
                <a:gd name="T74" fmla="*/ 692 w 787"/>
                <a:gd name="T75" fmla="*/ 469 h 480"/>
                <a:gd name="T76" fmla="*/ 631 w 787"/>
                <a:gd name="T77" fmla="*/ 466 h 480"/>
                <a:gd name="T78" fmla="*/ 621 w 787"/>
                <a:gd name="T79" fmla="*/ 464 h 480"/>
                <a:gd name="T80" fmla="*/ 563 w 787"/>
                <a:gd name="T81" fmla="*/ 460 h 480"/>
                <a:gd name="T82" fmla="*/ 500 w 787"/>
                <a:gd name="T83" fmla="*/ 454 h 480"/>
                <a:gd name="T84" fmla="*/ 469 w 787"/>
                <a:gd name="T85" fmla="*/ 450 h 480"/>
                <a:gd name="T86" fmla="*/ 452 w 787"/>
                <a:gd name="T87" fmla="*/ 449 h 480"/>
                <a:gd name="T88" fmla="*/ 417 w 787"/>
                <a:gd name="T89" fmla="*/ 444 h 480"/>
                <a:gd name="T90" fmla="*/ 368 w 787"/>
                <a:gd name="T91" fmla="*/ 439 h 480"/>
                <a:gd name="T92" fmla="*/ 331 w 787"/>
                <a:gd name="T93" fmla="*/ 436 h 480"/>
                <a:gd name="T94" fmla="*/ 282 w 787"/>
                <a:gd name="T95" fmla="*/ 461 h 480"/>
                <a:gd name="T96" fmla="*/ 281 w 787"/>
                <a:gd name="T97" fmla="*/ 480 h 480"/>
                <a:gd name="T98" fmla="*/ 275 w 787"/>
                <a:gd name="T99" fmla="*/ 476 h 480"/>
                <a:gd name="T100" fmla="*/ 261 w 787"/>
                <a:gd name="T101" fmla="*/ 450 h 480"/>
                <a:gd name="T102" fmla="*/ 254 w 787"/>
                <a:gd name="T103" fmla="*/ 454 h 480"/>
                <a:gd name="T104" fmla="*/ 251 w 787"/>
                <a:gd name="T105" fmla="*/ 469 h 480"/>
                <a:gd name="T106" fmla="*/ 207 w 787"/>
                <a:gd name="T107" fmla="*/ 464 h 480"/>
                <a:gd name="T108" fmla="*/ 192 w 787"/>
                <a:gd name="T109" fmla="*/ 464 h 480"/>
                <a:gd name="T110" fmla="*/ 165 w 787"/>
                <a:gd name="T111" fmla="*/ 461 h 480"/>
                <a:gd name="T112" fmla="*/ 158 w 787"/>
                <a:gd name="T113" fmla="*/ 473 h 480"/>
                <a:gd name="T114" fmla="*/ 147 w 787"/>
                <a:gd name="T115" fmla="*/ 463 h 480"/>
                <a:gd name="T116" fmla="*/ 122 w 787"/>
                <a:gd name="T117" fmla="*/ 418 h 480"/>
                <a:gd name="T118" fmla="*/ 102 w 787"/>
                <a:gd name="T119" fmla="*/ 335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7" h="480">
                  <a:moveTo>
                    <a:pt x="102" y="335"/>
                  </a:moveTo>
                  <a:lnTo>
                    <a:pt x="78" y="348"/>
                  </a:lnTo>
                  <a:lnTo>
                    <a:pt x="69" y="349"/>
                  </a:lnTo>
                  <a:lnTo>
                    <a:pt x="57" y="341"/>
                  </a:lnTo>
                  <a:lnTo>
                    <a:pt x="83" y="253"/>
                  </a:lnTo>
                  <a:lnTo>
                    <a:pt x="85" y="253"/>
                  </a:lnTo>
                  <a:lnTo>
                    <a:pt x="90" y="242"/>
                  </a:lnTo>
                  <a:lnTo>
                    <a:pt x="90" y="239"/>
                  </a:lnTo>
                  <a:lnTo>
                    <a:pt x="87" y="238"/>
                  </a:lnTo>
                  <a:lnTo>
                    <a:pt x="79" y="239"/>
                  </a:lnTo>
                  <a:lnTo>
                    <a:pt x="73" y="239"/>
                  </a:lnTo>
                  <a:lnTo>
                    <a:pt x="71" y="236"/>
                  </a:lnTo>
                  <a:lnTo>
                    <a:pt x="72" y="232"/>
                  </a:lnTo>
                  <a:lnTo>
                    <a:pt x="69" y="228"/>
                  </a:lnTo>
                  <a:lnTo>
                    <a:pt x="62" y="232"/>
                  </a:lnTo>
                  <a:lnTo>
                    <a:pt x="61" y="229"/>
                  </a:lnTo>
                  <a:lnTo>
                    <a:pt x="63" y="226"/>
                  </a:lnTo>
                  <a:lnTo>
                    <a:pt x="54" y="206"/>
                  </a:lnTo>
                  <a:lnTo>
                    <a:pt x="48" y="199"/>
                  </a:lnTo>
                  <a:lnTo>
                    <a:pt x="35" y="173"/>
                  </a:lnTo>
                  <a:lnTo>
                    <a:pt x="25" y="168"/>
                  </a:lnTo>
                  <a:lnTo>
                    <a:pt x="9" y="150"/>
                  </a:lnTo>
                  <a:lnTo>
                    <a:pt x="18" y="148"/>
                  </a:lnTo>
                  <a:lnTo>
                    <a:pt x="12" y="140"/>
                  </a:lnTo>
                  <a:lnTo>
                    <a:pt x="14" y="124"/>
                  </a:lnTo>
                  <a:lnTo>
                    <a:pt x="0" y="96"/>
                  </a:lnTo>
                  <a:lnTo>
                    <a:pt x="0" y="94"/>
                  </a:lnTo>
                  <a:lnTo>
                    <a:pt x="3" y="73"/>
                  </a:lnTo>
                  <a:lnTo>
                    <a:pt x="8" y="50"/>
                  </a:lnTo>
                  <a:lnTo>
                    <a:pt x="8" y="47"/>
                  </a:lnTo>
                  <a:lnTo>
                    <a:pt x="14" y="12"/>
                  </a:lnTo>
                  <a:lnTo>
                    <a:pt x="17" y="2"/>
                  </a:lnTo>
                  <a:lnTo>
                    <a:pt x="17" y="0"/>
                  </a:lnTo>
                  <a:lnTo>
                    <a:pt x="101" y="14"/>
                  </a:lnTo>
                  <a:lnTo>
                    <a:pt x="143" y="22"/>
                  </a:lnTo>
                  <a:lnTo>
                    <a:pt x="263" y="40"/>
                  </a:lnTo>
                  <a:lnTo>
                    <a:pt x="321" y="48"/>
                  </a:lnTo>
                  <a:lnTo>
                    <a:pt x="356" y="53"/>
                  </a:lnTo>
                  <a:lnTo>
                    <a:pt x="404" y="59"/>
                  </a:lnTo>
                  <a:lnTo>
                    <a:pt x="437" y="62"/>
                  </a:lnTo>
                  <a:lnTo>
                    <a:pt x="517" y="71"/>
                  </a:lnTo>
                  <a:lnTo>
                    <a:pt x="584" y="77"/>
                  </a:lnTo>
                  <a:lnTo>
                    <a:pt x="654" y="83"/>
                  </a:lnTo>
                  <a:lnTo>
                    <a:pt x="721" y="88"/>
                  </a:lnTo>
                  <a:lnTo>
                    <a:pt x="787" y="92"/>
                  </a:lnTo>
                  <a:lnTo>
                    <a:pt x="785" y="116"/>
                  </a:lnTo>
                  <a:lnTo>
                    <a:pt x="785" y="124"/>
                  </a:lnTo>
                  <a:lnTo>
                    <a:pt x="785" y="127"/>
                  </a:lnTo>
                  <a:lnTo>
                    <a:pt x="783" y="139"/>
                  </a:lnTo>
                  <a:lnTo>
                    <a:pt x="783" y="150"/>
                  </a:lnTo>
                  <a:lnTo>
                    <a:pt x="782" y="175"/>
                  </a:lnTo>
                  <a:lnTo>
                    <a:pt x="781" y="187"/>
                  </a:lnTo>
                  <a:lnTo>
                    <a:pt x="781" y="199"/>
                  </a:lnTo>
                  <a:lnTo>
                    <a:pt x="780" y="211"/>
                  </a:lnTo>
                  <a:lnTo>
                    <a:pt x="777" y="245"/>
                  </a:lnTo>
                  <a:lnTo>
                    <a:pt x="777" y="247"/>
                  </a:lnTo>
                  <a:lnTo>
                    <a:pt x="777" y="251"/>
                  </a:lnTo>
                  <a:lnTo>
                    <a:pt x="776" y="270"/>
                  </a:lnTo>
                  <a:lnTo>
                    <a:pt x="774" y="306"/>
                  </a:lnTo>
                  <a:lnTo>
                    <a:pt x="773" y="317"/>
                  </a:lnTo>
                  <a:lnTo>
                    <a:pt x="773" y="326"/>
                  </a:lnTo>
                  <a:lnTo>
                    <a:pt x="773" y="330"/>
                  </a:lnTo>
                  <a:lnTo>
                    <a:pt x="771" y="352"/>
                  </a:lnTo>
                  <a:lnTo>
                    <a:pt x="771" y="354"/>
                  </a:lnTo>
                  <a:lnTo>
                    <a:pt x="770" y="368"/>
                  </a:lnTo>
                  <a:lnTo>
                    <a:pt x="769" y="384"/>
                  </a:lnTo>
                  <a:lnTo>
                    <a:pt x="769" y="390"/>
                  </a:lnTo>
                  <a:lnTo>
                    <a:pt x="768" y="402"/>
                  </a:lnTo>
                  <a:lnTo>
                    <a:pt x="765" y="450"/>
                  </a:lnTo>
                  <a:lnTo>
                    <a:pt x="765" y="454"/>
                  </a:lnTo>
                  <a:lnTo>
                    <a:pt x="764" y="474"/>
                  </a:lnTo>
                  <a:lnTo>
                    <a:pt x="763" y="474"/>
                  </a:lnTo>
                  <a:lnTo>
                    <a:pt x="717" y="472"/>
                  </a:lnTo>
                  <a:lnTo>
                    <a:pt x="710" y="470"/>
                  </a:lnTo>
                  <a:lnTo>
                    <a:pt x="696" y="470"/>
                  </a:lnTo>
                  <a:lnTo>
                    <a:pt x="692" y="469"/>
                  </a:lnTo>
                  <a:lnTo>
                    <a:pt x="637" y="466"/>
                  </a:lnTo>
                  <a:lnTo>
                    <a:pt x="631" y="466"/>
                  </a:lnTo>
                  <a:lnTo>
                    <a:pt x="630" y="466"/>
                  </a:lnTo>
                  <a:lnTo>
                    <a:pt x="621" y="464"/>
                  </a:lnTo>
                  <a:lnTo>
                    <a:pt x="613" y="464"/>
                  </a:lnTo>
                  <a:lnTo>
                    <a:pt x="563" y="460"/>
                  </a:lnTo>
                  <a:lnTo>
                    <a:pt x="554" y="458"/>
                  </a:lnTo>
                  <a:lnTo>
                    <a:pt x="500" y="454"/>
                  </a:lnTo>
                  <a:lnTo>
                    <a:pt x="477" y="451"/>
                  </a:lnTo>
                  <a:lnTo>
                    <a:pt x="469" y="450"/>
                  </a:lnTo>
                  <a:lnTo>
                    <a:pt x="461" y="450"/>
                  </a:lnTo>
                  <a:lnTo>
                    <a:pt x="452" y="449"/>
                  </a:lnTo>
                  <a:lnTo>
                    <a:pt x="426" y="446"/>
                  </a:lnTo>
                  <a:lnTo>
                    <a:pt x="417" y="444"/>
                  </a:lnTo>
                  <a:lnTo>
                    <a:pt x="372" y="439"/>
                  </a:lnTo>
                  <a:lnTo>
                    <a:pt x="368" y="439"/>
                  </a:lnTo>
                  <a:lnTo>
                    <a:pt x="359" y="438"/>
                  </a:lnTo>
                  <a:lnTo>
                    <a:pt x="331" y="436"/>
                  </a:lnTo>
                  <a:lnTo>
                    <a:pt x="287" y="430"/>
                  </a:lnTo>
                  <a:lnTo>
                    <a:pt x="282" y="461"/>
                  </a:lnTo>
                  <a:lnTo>
                    <a:pt x="281" y="478"/>
                  </a:lnTo>
                  <a:lnTo>
                    <a:pt x="281" y="480"/>
                  </a:lnTo>
                  <a:lnTo>
                    <a:pt x="277" y="478"/>
                  </a:lnTo>
                  <a:lnTo>
                    <a:pt x="275" y="476"/>
                  </a:lnTo>
                  <a:lnTo>
                    <a:pt x="269" y="461"/>
                  </a:lnTo>
                  <a:lnTo>
                    <a:pt x="261" y="450"/>
                  </a:lnTo>
                  <a:lnTo>
                    <a:pt x="260" y="450"/>
                  </a:lnTo>
                  <a:lnTo>
                    <a:pt x="254" y="454"/>
                  </a:lnTo>
                  <a:lnTo>
                    <a:pt x="251" y="460"/>
                  </a:lnTo>
                  <a:lnTo>
                    <a:pt x="251" y="469"/>
                  </a:lnTo>
                  <a:lnTo>
                    <a:pt x="242" y="467"/>
                  </a:lnTo>
                  <a:lnTo>
                    <a:pt x="207" y="464"/>
                  </a:lnTo>
                  <a:lnTo>
                    <a:pt x="200" y="460"/>
                  </a:lnTo>
                  <a:lnTo>
                    <a:pt x="192" y="464"/>
                  </a:lnTo>
                  <a:lnTo>
                    <a:pt x="181" y="467"/>
                  </a:lnTo>
                  <a:lnTo>
                    <a:pt x="165" y="461"/>
                  </a:lnTo>
                  <a:lnTo>
                    <a:pt x="157" y="467"/>
                  </a:lnTo>
                  <a:lnTo>
                    <a:pt x="158" y="473"/>
                  </a:lnTo>
                  <a:lnTo>
                    <a:pt x="156" y="474"/>
                  </a:lnTo>
                  <a:lnTo>
                    <a:pt x="147" y="463"/>
                  </a:lnTo>
                  <a:lnTo>
                    <a:pt x="143" y="433"/>
                  </a:lnTo>
                  <a:lnTo>
                    <a:pt x="122" y="418"/>
                  </a:lnTo>
                  <a:lnTo>
                    <a:pt x="125" y="407"/>
                  </a:lnTo>
                  <a:lnTo>
                    <a:pt x="102" y="33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2" name="Freeform 66">
              <a:extLst>
                <a:ext uri="{FF2B5EF4-FFF2-40B4-BE49-F238E27FC236}">
                  <a16:creationId xmlns:a16="http://schemas.microsoft.com/office/drawing/2014/main" id="{CA3E5593-1289-CC1D-1980-E1FD15C4019F}"/>
                </a:ext>
              </a:extLst>
            </p:cNvPr>
            <p:cNvSpPr>
              <a:spLocks noChangeAspect="1"/>
            </p:cNvSpPr>
            <p:nvPr/>
          </p:nvSpPr>
          <p:spPr bwMode="auto">
            <a:xfrm>
              <a:off x="373" y="2375"/>
              <a:ext cx="86" cy="133"/>
            </a:xfrm>
            <a:custGeom>
              <a:avLst/>
              <a:gdLst>
                <a:gd name="T0" fmla="*/ 1 w 480"/>
                <a:gd name="T1" fmla="*/ 279 h 746"/>
                <a:gd name="T2" fmla="*/ 4 w 480"/>
                <a:gd name="T3" fmla="*/ 290 h 746"/>
                <a:gd name="T4" fmla="*/ 10 w 480"/>
                <a:gd name="T5" fmla="*/ 298 h 746"/>
                <a:gd name="T6" fmla="*/ 24 w 480"/>
                <a:gd name="T7" fmla="*/ 320 h 746"/>
                <a:gd name="T8" fmla="*/ 40 w 480"/>
                <a:gd name="T9" fmla="*/ 340 h 746"/>
                <a:gd name="T10" fmla="*/ 45 w 480"/>
                <a:gd name="T11" fmla="*/ 346 h 746"/>
                <a:gd name="T12" fmla="*/ 64 w 480"/>
                <a:gd name="T13" fmla="*/ 374 h 746"/>
                <a:gd name="T14" fmla="*/ 93 w 480"/>
                <a:gd name="T15" fmla="*/ 416 h 746"/>
                <a:gd name="T16" fmla="*/ 126 w 480"/>
                <a:gd name="T17" fmla="*/ 461 h 746"/>
                <a:gd name="T18" fmla="*/ 142 w 480"/>
                <a:gd name="T19" fmla="*/ 484 h 746"/>
                <a:gd name="T20" fmla="*/ 169 w 480"/>
                <a:gd name="T21" fmla="*/ 522 h 746"/>
                <a:gd name="T22" fmla="*/ 226 w 480"/>
                <a:gd name="T23" fmla="*/ 602 h 746"/>
                <a:gd name="T24" fmla="*/ 257 w 480"/>
                <a:gd name="T25" fmla="*/ 646 h 746"/>
                <a:gd name="T26" fmla="*/ 288 w 480"/>
                <a:gd name="T27" fmla="*/ 690 h 746"/>
                <a:gd name="T28" fmla="*/ 328 w 480"/>
                <a:gd name="T29" fmla="*/ 746 h 746"/>
                <a:gd name="T30" fmla="*/ 334 w 480"/>
                <a:gd name="T31" fmla="*/ 674 h 746"/>
                <a:gd name="T32" fmla="*/ 336 w 480"/>
                <a:gd name="T33" fmla="*/ 640 h 746"/>
                <a:gd name="T34" fmla="*/ 372 w 480"/>
                <a:gd name="T35" fmla="*/ 653 h 746"/>
                <a:gd name="T36" fmla="*/ 401 w 480"/>
                <a:gd name="T37" fmla="*/ 575 h 746"/>
                <a:gd name="T38" fmla="*/ 405 w 480"/>
                <a:gd name="T39" fmla="*/ 550 h 746"/>
                <a:gd name="T40" fmla="*/ 412 w 480"/>
                <a:gd name="T41" fmla="*/ 502 h 746"/>
                <a:gd name="T42" fmla="*/ 415 w 480"/>
                <a:gd name="T43" fmla="*/ 486 h 746"/>
                <a:gd name="T44" fmla="*/ 423 w 480"/>
                <a:gd name="T45" fmla="*/ 436 h 746"/>
                <a:gd name="T46" fmla="*/ 427 w 480"/>
                <a:gd name="T47" fmla="*/ 408 h 746"/>
                <a:gd name="T48" fmla="*/ 429 w 480"/>
                <a:gd name="T49" fmla="*/ 399 h 746"/>
                <a:gd name="T50" fmla="*/ 442 w 480"/>
                <a:gd name="T51" fmla="*/ 320 h 746"/>
                <a:gd name="T52" fmla="*/ 445 w 480"/>
                <a:gd name="T53" fmla="*/ 296 h 746"/>
                <a:gd name="T54" fmla="*/ 449 w 480"/>
                <a:gd name="T55" fmla="*/ 272 h 746"/>
                <a:gd name="T56" fmla="*/ 455 w 480"/>
                <a:gd name="T57" fmla="*/ 238 h 746"/>
                <a:gd name="T58" fmla="*/ 465 w 480"/>
                <a:gd name="T59" fmla="*/ 176 h 746"/>
                <a:gd name="T60" fmla="*/ 479 w 480"/>
                <a:gd name="T61" fmla="*/ 90 h 746"/>
                <a:gd name="T62" fmla="*/ 467 w 480"/>
                <a:gd name="T63" fmla="*/ 77 h 746"/>
                <a:gd name="T64" fmla="*/ 463 w 480"/>
                <a:gd name="T65" fmla="*/ 77 h 746"/>
                <a:gd name="T66" fmla="*/ 431 w 480"/>
                <a:gd name="T67" fmla="*/ 71 h 746"/>
                <a:gd name="T68" fmla="*/ 340 w 480"/>
                <a:gd name="T69" fmla="*/ 56 h 746"/>
                <a:gd name="T70" fmla="*/ 271 w 480"/>
                <a:gd name="T71" fmla="*/ 42 h 746"/>
                <a:gd name="T72" fmla="*/ 252 w 480"/>
                <a:gd name="T73" fmla="*/ 39 h 746"/>
                <a:gd name="T74" fmla="*/ 168 w 480"/>
                <a:gd name="T75" fmla="*/ 22 h 746"/>
                <a:gd name="T76" fmla="*/ 111 w 480"/>
                <a:gd name="T77" fmla="*/ 10 h 746"/>
                <a:gd name="T78" fmla="*/ 97 w 480"/>
                <a:gd name="T79" fmla="*/ 8 h 746"/>
                <a:gd name="T80" fmla="*/ 63 w 480"/>
                <a:gd name="T81" fmla="*/ 0 h 746"/>
                <a:gd name="T82" fmla="*/ 49 w 480"/>
                <a:gd name="T83" fmla="*/ 62 h 746"/>
                <a:gd name="T84" fmla="*/ 33 w 480"/>
                <a:gd name="T85" fmla="*/ 142 h 746"/>
                <a:gd name="T86" fmla="*/ 16 w 480"/>
                <a:gd name="T87" fmla="*/ 216 h 746"/>
                <a:gd name="T88" fmla="*/ 11 w 480"/>
                <a:gd name="T89" fmla="*/ 238 h 746"/>
                <a:gd name="T90" fmla="*/ 7 w 480"/>
                <a:gd name="T91" fmla="*/ 250 h 746"/>
                <a:gd name="T92" fmla="*/ 5 w 480"/>
                <a:gd name="T93" fmla="*/ 261 h 746"/>
                <a:gd name="T94" fmla="*/ 3 w 480"/>
                <a:gd name="T95" fmla="*/ 27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0" h="746">
                  <a:moveTo>
                    <a:pt x="3" y="274"/>
                  </a:moveTo>
                  <a:lnTo>
                    <a:pt x="1" y="279"/>
                  </a:lnTo>
                  <a:lnTo>
                    <a:pt x="0" y="285"/>
                  </a:lnTo>
                  <a:lnTo>
                    <a:pt x="4" y="290"/>
                  </a:lnTo>
                  <a:lnTo>
                    <a:pt x="6" y="293"/>
                  </a:lnTo>
                  <a:lnTo>
                    <a:pt x="10" y="298"/>
                  </a:lnTo>
                  <a:lnTo>
                    <a:pt x="22" y="315"/>
                  </a:lnTo>
                  <a:lnTo>
                    <a:pt x="24" y="320"/>
                  </a:lnTo>
                  <a:lnTo>
                    <a:pt x="29" y="326"/>
                  </a:lnTo>
                  <a:lnTo>
                    <a:pt x="40" y="340"/>
                  </a:lnTo>
                  <a:lnTo>
                    <a:pt x="42" y="345"/>
                  </a:lnTo>
                  <a:lnTo>
                    <a:pt x="45" y="346"/>
                  </a:lnTo>
                  <a:lnTo>
                    <a:pt x="49" y="354"/>
                  </a:lnTo>
                  <a:lnTo>
                    <a:pt x="64" y="374"/>
                  </a:lnTo>
                  <a:lnTo>
                    <a:pt x="73" y="388"/>
                  </a:lnTo>
                  <a:lnTo>
                    <a:pt x="93" y="416"/>
                  </a:lnTo>
                  <a:lnTo>
                    <a:pt x="115" y="447"/>
                  </a:lnTo>
                  <a:lnTo>
                    <a:pt x="126" y="461"/>
                  </a:lnTo>
                  <a:lnTo>
                    <a:pt x="129" y="465"/>
                  </a:lnTo>
                  <a:lnTo>
                    <a:pt x="142" y="484"/>
                  </a:lnTo>
                  <a:lnTo>
                    <a:pt x="147" y="490"/>
                  </a:lnTo>
                  <a:lnTo>
                    <a:pt x="169" y="522"/>
                  </a:lnTo>
                  <a:lnTo>
                    <a:pt x="208" y="576"/>
                  </a:lnTo>
                  <a:lnTo>
                    <a:pt x="226" y="602"/>
                  </a:lnTo>
                  <a:lnTo>
                    <a:pt x="247" y="633"/>
                  </a:lnTo>
                  <a:lnTo>
                    <a:pt x="257" y="646"/>
                  </a:lnTo>
                  <a:lnTo>
                    <a:pt x="264" y="657"/>
                  </a:lnTo>
                  <a:lnTo>
                    <a:pt x="288" y="690"/>
                  </a:lnTo>
                  <a:lnTo>
                    <a:pt x="309" y="720"/>
                  </a:lnTo>
                  <a:lnTo>
                    <a:pt x="328" y="746"/>
                  </a:lnTo>
                  <a:lnTo>
                    <a:pt x="335" y="723"/>
                  </a:lnTo>
                  <a:lnTo>
                    <a:pt x="334" y="674"/>
                  </a:lnTo>
                  <a:lnTo>
                    <a:pt x="339" y="662"/>
                  </a:lnTo>
                  <a:lnTo>
                    <a:pt x="336" y="640"/>
                  </a:lnTo>
                  <a:lnTo>
                    <a:pt x="355" y="638"/>
                  </a:lnTo>
                  <a:lnTo>
                    <a:pt x="372" y="653"/>
                  </a:lnTo>
                  <a:lnTo>
                    <a:pt x="390" y="639"/>
                  </a:lnTo>
                  <a:lnTo>
                    <a:pt x="401" y="575"/>
                  </a:lnTo>
                  <a:lnTo>
                    <a:pt x="403" y="561"/>
                  </a:lnTo>
                  <a:lnTo>
                    <a:pt x="405" y="550"/>
                  </a:lnTo>
                  <a:lnTo>
                    <a:pt x="409" y="519"/>
                  </a:lnTo>
                  <a:lnTo>
                    <a:pt x="412" y="502"/>
                  </a:lnTo>
                  <a:lnTo>
                    <a:pt x="414" y="488"/>
                  </a:lnTo>
                  <a:lnTo>
                    <a:pt x="415" y="486"/>
                  </a:lnTo>
                  <a:lnTo>
                    <a:pt x="420" y="449"/>
                  </a:lnTo>
                  <a:lnTo>
                    <a:pt x="423" y="436"/>
                  </a:lnTo>
                  <a:lnTo>
                    <a:pt x="426" y="416"/>
                  </a:lnTo>
                  <a:lnTo>
                    <a:pt x="427" y="408"/>
                  </a:lnTo>
                  <a:lnTo>
                    <a:pt x="429" y="404"/>
                  </a:lnTo>
                  <a:lnTo>
                    <a:pt x="429" y="399"/>
                  </a:lnTo>
                  <a:lnTo>
                    <a:pt x="432" y="381"/>
                  </a:lnTo>
                  <a:lnTo>
                    <a:pt x="442" y="320"/>
                  </a:lnTo>
                  <a:lnTo>
                    <a:pt x="442" y="315"/>
                  </a:lnTo>
                  <a:lnTo>
                    <a:pt x="445" y="296"/>
                  </a:lnTo>
                  <a:lnTo>
                    <a:pt x="448" y="280"/>
                  </a:lnTo>
                  <a:lnTo>
                    <a:pt x="449" y="272"/>
                  </a:lnTo>
                  <a:lnTo>
                    <a:pt x="451" y="260"/>
                  </a:lnTo>
                  <a:lnTo>
                    <a:pt x="455" y="238"/>
                  </a:lnTo>
                  <a:lnTo>
                    <a:pt x="459" y="212"/>
                  </a:lnTo>
                  <a:lnTo>
                    <a:pt x="465" y="176"/>
                  </a:lnTo>
                  <a:lnTo>
                    <a:pt x="471" y="143"/>
                  </a:lnTo>
                  <a:lnTo>
                    <a:pt x="479" y="90"/>
                  </a:lnTo>
                  <a:lnTo>
                    <a:pt x="480" y="80"/>
                  </a:lnTo>
                  <a:lnTo>
                    <a:pt x="467" y="77"/>
                  </a:lnTo>
                  <a:lnTo>
                    <a:pt x="466" y="77"/>
                  </a:lnTo>
                  <a:lnTo>
                    <a:pt x="463" y="77"/>
                  </a:lnTo>
                  <a:lnTo>
                    <a:pt x="442" y="74"/>
                  </a:lnTo>
                  <a:lnTo>
                    <a:pt x="431" y="71"/>
                  </a:lnTo>
                  <a:lnTo>
                    <a:pt x="411" y="68"/>
                  </a:lnTo>
                  <a:lnTo>
                    <a:pt x="340" y="56"/>
                  </a:lnTo>
                  <a:lnTo>
                    <a:pt x="275" y="44"/>
                  </a:lnTo>
                  <a:lnTo>
                    <a:pt x="271" y="42"/>
                  </a:lnTo>
                  <a:lnTo>
                    <a:pt x="255" y="40"/>
                  </a:lnTo>
                  <a:lnTo>
                    <a:pt x="252" y="39"/>
                  </a:lnTo>
                  <a:lnTo>
                    <a:pt x="189" y="27"/>
                  </a:lnTo>
                  <a:lnTo>
                    <a:pt x="168" y="22"/>
                  </a:lnTo>
                  <a:lnTo>
                    <a:pt x="154" y="20"/>
                  </a:lnTo>
                  <a:lnTo>
                    <a:pt x="111" y="10"/>
                  </a:lnTo>
                  <a:lnTo>
                    <a:pt x="108" y="10"/>
                  </a:lnTo>
                  <a:lnTo>
                    <a:pt x="97" y="8"/>
                  </a:lnTo>
                  <a:lnTo>
                    <a:pt x="72" y="2"/>
                  </a:lnTo>
                  <a:lnTo>
                    <a:pt x="63" y="0"/>
                  </a:lnTo>
                  <a:lnTo>
                    <a:pt x="59" y="22"/>
                  </a:lnTo>
                  <a:lnTo>
                    <a:pt x="49" y="62"/>
                  </a:lnTo>
                  <a:lnTo>
                    <a:pt x="46" y="77"/>
                  </a:lnTo>
                  <a:lnTo>
                    <a:pt x="33" y="142"/>
                  </a:lnTo>
                  <a:lnTo>
                    <a:pt x="21" y="194"/>
                  </a:lnTo>
                  <a:lnTo>
                    <a:pt x="16" y="216"/>
                  </a:lnTo>
                  <a:lnTo>
                    <a:pt x="13" y="226"/>
                  </a:lnTo>
                  <a:lnTo>
                    <a:pt x="11" y="238"/>
                  </a:lnTo>
                  <a:lnTo>
                    <a:pt x="10" y="243"/>
                  </a:lnTo>
                  <a:lnTo>
                    <a:pt x="7" y="250"/>
                  </a:lnTo>
                  <a:lnTo>
                    <a:pt x="6" y="255"/>
                  </a:lnTo>
                  <a:lnTo>
                    <a:pt x="5" y="261"/>
                  </a:lnTo>
                  <a:lnTo>
                    <a:pt x="4" y="269"/>
                  </a:lnTo>
                  <a:lnTo>
                    <a:pt x="3" y="273"/>
                  </a:lnTo>
                  <a:lnTo>
                    <a:pt x="3" y="274"/>
                  </a:lnTo>
                  <a:close/>
                </a:path>
              </a:pathLst>
            </a:custGeom>
            <a:solidFill>
              <a:srgbClr val="1E344D">
                <a:alpha val="38363"/>
              </a:srgbClr>
            </a:solidFill>
            <a:ln w="3175" cap="flat" cmpd="sng">
              <a:solidFill>
                <a:schemeClr val="bg1">
                  <a:alpha val="56773"/>
                </a:schemeClr>
              </a:solidFill>
              <a:prstDash val="solid"/>
              <a:round/>
              <a:headEnd type="none" w="med" len="med"/>
              <a:tailEnd type="none" w="med" len="med"/>
            </a:ln>
            <a:effectLst/>
          </p:spPr>
          <p:txBody>
            <a:bodyPr/>
            <a:lstStyle/>
            <a:p>
              <a:endParaRPr lang="en-GB"/>
            </a:p>
          </p:txBody>
        </p:sp>
        <p:sp>
          <p:nvSpPr>
            <p:cNvPr id="93" name="Freeform 67">
              <a:extLst>
                <a:ext uri="{FF2B5EF4-FFF2-40B4-BE49-F238E27FC236}">
                  <a16:creationId xmlns:a16="http://schemas.microsoft.com/office/drawing/2014/main" id="{1ADF3422-0E3E-CA87-B563-88E343B121D1}"/>
                </a:ext>
              </a:extLst>
            </p:cNvPr>
            <p:cNvSpPr>
              <a:spLocks noChangeAspect="1"/>
            </p:cNvSpPr>
            <p:nvPr/>
          </p:nvSpPr>
          <p:spPr bwMode="auto">
            <a:xfrm>
              <a:off x="331" y="2293"/>
              <a:ext cx="109" cy="90"/>
            </a:xfrm>
            <a:custGeom>
              <a:avLst/>
              <a:gdLst>
                <a:gd name="T0" fmla="*/ 549 w 609"/>
                <a:gd name="T1" fmla="*/ 292 h 505"/>
                <a:gd name="T2" fmla="*/ 552 w 609"/>
                <a:gd name="T3" fmla="*/ 305 h 505"/>
                <a:gd name="T4" fmla="*/ 540 w 609"/>
                <a:gd name="T5" fmla="*/ 333 h 505"/>
                <a:gd name="T6" fmla="*/ 528 w 609"/>
                <a:gd name="T7" fmla="*/ 395 h 505"/>
                <a:gd name="T8" fmla="*/ 488 w 609"/>
                <a:gd name="T9" fmla="*/ 502 h 505"/>
                <a:gd name="T10" fmla="*/ 390 w 609"/>
                <a:gd name="T11" fmla="*/ 483 h 505"/>
                <a:gd name="T12" fmla="*/ 333 w 609"/>
                <a:gd name="T13" fmla="*/ 471 h 505"/>
                <a:gd name="T14" fmla="*/ 285 w 609"/>
                <a:gd name="T15" fmla="*/ 460 h 505"/>
                <a:gd name="T16" fmla="*/ 224 w 609"/>
                <a:gd name="T17" fmla="*/ 447 h 505"/>
                <a:gd name="T18" fmla="*/ 161 w 609"/>
                <a:gd name="T19" fmla="*/ 430 h 505"/>
                <a:gd name="T20" fmla="*/ 89 w 609"/>
                <a:gd name="T21" fmla="*/ 413 h 505"/>
                <a:gd name="T22" fmla="*/ 67 w 609"/>
                <a:gd name="T23" fmla="*/ 408 h 505"/>
                <a:gd name="T24" fmla="*/ 48 w 609"/>
                <a:gd name="T25" fmla="*/ 402 h 505"/>
                <a:gd name="T26" fmla="*/ 21 w 609"/>
                <a:gd name="T27" fmla="*/ 396 h 505"/>
                <a:gd name="T28" fmla="*/ 0 w 609"/>
                <a:gd name="T29" fmla="*/ 379 h 505"/>
                <a:gd name="T30" fmla="*/ 13 w 609"/>
                <a:gd name="T31" fmla="*/ 298 h 505"/>
                <a:gd name="T32" fmla="*/ 47 w 609"/>
                <a:gd name="T33" fmla="*/ 240 h 505"/>
                <a:gd name="T34" fmla="*/ 96 w 609"/>
                <a:gd name="T35" fmla="*/ 112 h 505"/>
                <a:gd name="T36" fmla="*/ 116 w 609"/>
                <a:gd name="T37" fmla="*/ 46 h 505"/>
                <a:gd name="T38" fmla="*/ 125 w 609"/>
                <a:gd name="T39" fmla="*/ 0 h 505"/>
                <a:gd name="T40" fmla="*/ 141 w 609"/>
                <a:gd name="T41" fmla="*/ 7 h 505"/>
                <a:gd name="T42" fmla="*/ 162 w 609"/>
                <a:gd name="T43" fmla="*/ 7 h 505"/>
                <a:gd name="T44" fmla="*/ 175 w 609"/>
                <a:gd name="T45" fmla="*/ 19 h 505"/>
                <a:gd name="T46" fmla="*/ 197 w 609"/>
                <a:gd name="T47" fmla="*/ 55 h 505"/>
                <a:gd name="T48" fmla="*/ 194 w 609"/>
                <a:gd name="T49" fmla="*/ 67 h 505"/>
                <a:gd name="T50" fmla="*/ 224 w 609"/>
                <a:gd name="T51" fmla="*/ 93 h 505"/>
                <a:gd name="T52" fmla="*/ 248 w 609"/>
                <a:gd name="T53" fmla="*/ 89 h 505"/>
                <a:gd name="T54" fmla="*/ 276 w 609"/>
                <a:gd name="T55" fmla="*/ 88 h 505"/>
                <a:gd name="T56" fmla="*/ 281 w 609"/>
                <a:gd name="T57" fmla="*/ 91 h 505"/>
                <a:gd name="T58" fmla="*/ 314 w 609"/>
                <a:gd name="T59" fmla="*/ 105 h 505"/>
                <a:gd name="T60" fmla="*/ 333 w 609"/>
                <a:gd name="T61" fmla="*/ 100 h 505"/>
                <a:gd name="T62" fmla="*/ 379 w 609"/>
                <a:gd name="T63" fmla="*/ 102 h 505"/>
                <a:gd name="T64" fmla="*/ 387 w 609"/>
                <a:gd name="T65" fmla="*/ 102 h 505"/>
                <a:gd name="T66" fmla="*/ 419 w 609"/>
                <a:gd name="T67" fmla="*/ 101 h 505"/>
                <a:gd name="T68" fmla="*/ 450 w 609"/>
                <a:gd name="T69" fmla="*/ 100 h 505"/>
                <a:gd name="T70" fmla="*/ 515 w 609"/>
                <a:gd name="T71" fmla="*/ 113 h 505"/>
                <a:gd name="T72" fmla="*/ 540 w 609"/>
                <a:gd name="T73" fmla="*/ 118 h 505"/>
                <a:gd name="T74" fmla="*/ 548 w 609"/>
                <a:gd name="T75" fmla="*/ 119 h 505"/>
                <a:gd name="T76" fmla="*/ 559 w 609"/>
                <a:gd name="T77" fmla="*/ 121 h 505"/>
                <a:gd name="T78" fmla="*/ 591 w 609"/>
                <a:gd name="T79" fmla="*/ 139 h 505"/>
                <a:gd name="T80" fmla="*/ 609 w 609"/>
                <a:gd name="T81" fmla="*/ 168 h 505"/>
                <a:gd name="T82" fmla="*/ 582 w 609"/>
                <a:gd name="T83" fmla="*/ 211 h 505"/>
                <a:gd name="T84" fmla="*/ 567 w 609"/>
                <a:gd name="T85" fmla="*/ 237 h 505"/>
                <a:gd name="T86" fmla="*/ 535 w 609"/>
                <a:gd name="T87" fmla="*/ 28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09" h="505">
                  <a:moveTo>
                    <a:pt x="535" y="283"/>
                  </a:moveTo>
                  <a:lnTo>
                    <a:pt x="545" y="291"/>
                  </a:lnTo>
                  <a:lnTo>
                    <a:pt x="549" y="292"/>
                  </a:lnTo>
                  <a:lnTo>
                    <a:pt x="554" y="301"/>
                  </a:lnTo>
                  <a:lnTo>
                    <a:pt x="553" y="304"/>
                  </a:lnTo>
                  <a:lnTo>
                    <a:pt x="552" y="305"/>
                  </a:lnTo>
                  <a:lnTo>
                    <a:pt x="543" y="327"/>
                  </a:lnTo>
                  <a:lnTo>
                    <a:pt x="542" y="328"/>
                  </a:lnTo>
                  <a:lnTo>
                    <a:pt x="540" y="333"/>
                  </a:lnTo>
                  <a:lnTo>
                    <a:pt x="537" y="345"/>
                  </a:lnTo>
                  <a:lnTo>
                    <a:pt x="535" y="355"/>
                  </a:lnTo>
                  <a:lnTo>
                    <a:pt x="528" y="395"/>
                  </a:lnTo>
                  <a:lnTo>
                    <a:pt x="507" y="505"/>
                  </a:lnTo>
                  <a:lnTo>
                    <a:pt x="491" y="503"/>
                  </a:lnTo>
                  <a:lnTo>
                    <a:pt x="488" y="502"/>
                  </a:lnTo>
                  <a:lnTo>
                    <a:pt x="425" y="490"/>
                  </a:lnTo>
                  <a:lnTo>
                    <a:pt x="404" y="485"/>
                  </a:lnTo>
                  <a:lnTo>
                    <a:pt x="390" y="483"/>
                  </a:lnTo>
                  <a:lnTo>
                    <a:pt x="347" y="473"/>
                  </a:lnTo>
                  <a:lnTo>
                    <a:pt x="344" y="473"/>
                  </a:lnTo>
                  <a:lnTo>
                    <a:pt x="333" y="471"/>
                  </a:lnTo>
                  <a:lnTo>
                    <a:pt x="308" y="465"/>
                  </a:lnTo>
                  <a:lnTo>
                    <a:pt x="299" y="463"/>
                  </a:lnTo>
                  <a:lnTo>
                    <a:pt x="285" y="460"/>
                  </a:lnTo>
                  <a:lnTo>
                    <a:pt x="282" y="460"/>
                  </a:lnTo>
                  <a:lnTo>
                    <a:pt x="237" y="449"/>
                  </a:lnTo>
                  <a:lnTo>
                    <a:pt x="224" y="447"/>
                  </a:lnTo>
                  <a:lnTo>
                    <a:pt x="209" y="443"/>
                  </a:lnTo>
                  <a:lnTo>
                    <a:pt x="199" y="441"/>
                  </a:lnTo>
                  <a:lnTo>
                    <a:pt x="161" y="430"/>
                  </a:lnTo>
                  <a:lnTo>
                    <a:pt x="149" y="427"/>
                  </a:lnTo>
                  <a:lnTo>
                    <a:pt x="140" y="425"/>
                  </a:lnTo>
                  <a:lnTo>
                    <a:pt x="89" y="413"/>
                  </a:lnTo>
                  <a:lnTo>
                    <a:pt x="81" y="411"/>
                  </a:lnTo>
                  <a:lnTo>
                    <a:pt x="75" y="409"/>
                  </a:lnTo>
                  <a:lnTo>
                    <a:pt x="67" y="408"/>
                  </a:lnTo>
                  <a:lnTo>
                    <a:pt x="61" y="406"/>
                  </a:lnTo>
                  <a:lnTo>
                    <a:pt x="55" y="405"/>
                  </a:lnTo>
                  <a:lnTo>
                    <a:pt x="48" y="402"/>
                  </a:lnTo>
                  <a:lnTo>
                    <a:pt x="45" y="402"/>
                  </a:lnTo>
                  <a:lnTo>
                    <a:pt x="35" y="400"/>
                  </a:lnTo>
                  <a:lnTo>
                    <a:pt x="21" y="396"/>
                  </a:lnTo>
                  <a:lnTo>
                    <a:pt x="13" y="394"/>
                  </a:lnTo>
                  <a:lnTo>
                    <a:pt x="7" y="393"/>
                  </a:lnTo>
                  <a:lnTo>
                    <a:pt x="0" y="379"/>
                  </a:lnTo>
                  <a:lnTo>
                    <a:pt x="9" y="328"/>
                  </a:lnTo>
                  <a:lnTo>
                    <a:pt x="2" y="307"/>
                  </a:lnTo>
                  <a:lnTo>
                    <a:pt x="13" y="298"/>
                  </a:lnTo>
                  <a:lnTo>
                    <a:pt x="30" y="263"/>
                  </a:lnTo>
                  <a:lnTo>
                    <a:pt x="35" y="261"/>
                  </a:lnTo>
                  <a:lnTo>
                    <a:pt x="47" y="240"/>
                  </a:lnTo>
                  <a:lnTo>
                    <a:pt x="57" y="219"/>
                  </a:lnTo>
                  <a:lnTo>
                    <a:pt x="71" y="180"/>
                  </a:lnTo>
                  <a:lnTo>
                    <a:pt x="96" y="112"/>
                  </a:lnTo>
                  <a:lnTo>
                    <a:pt x="96" y="111"/>
                  </a:lnTo>
                  <a:lnTo>
                    <a:pt x="104" y="93"/>
                  </a:lnTo>
                  <a:lnTo>
                    <a:pt x="116" y="46"/>
                  </a:lnTo>
                  <a:lnTo>
                    <a:pt x="116" y="42"/>
                  </a:lnTo>
                  <a:lnTo>
                    <a:pt x="127" y="11"/>
                  </a:lnTo>
                  <a:lnTo>
                    <a:pt x="125" y="0"/>
                  </a:lnTo>
                  <a:lnTo>
                    <a:pt x="126" y="0"/>
                  </a:lnTo>
                  <a:lnTo>
                    <a:pt x="133" y="7"/>
                  </a:lnTo>
                  <a:lnTo>
                    <a:pt x="141" y="7"/>
                  </a:lnTo>
                  <a:lnTo>
                    <a:pt x="149" y="3"/>
                  </a:lnTo>
                  <a:lnTo>
                    <a:pt x="161" y="5"/>
                  </a:lnTo>
                  <a:lnTo>
                    <a:pt x="162" y="7"/>
                  </a:lnTo>
                  <a:lnTo>
                    <a:pt x="165" y="19"/>
                  </a:lnTo>
                  <a:lnTo>
                    <a:pt x="173" y="21"/>
                  </a:lnTo>
                  <a:lnTo>
                    <a:pt x="175" y="19"/>
                  </a:lnTo>
                  <a:lnTo>
                    <a:pt x="188" y="27"/>
                  </a:lnTo>
                  <a:lnTo>
                    <a:pt x="197" y="45"/>
                  </a:lnTo>
                  <a:lnTo>
                    <a:pt x="197" y="55"/>
                  </a:lnTo>
                  <a:lnTo>
                    <a:pt x="195" y="66"/>
                  </a:lnTo>
                  <a:lnTo>
                    <a:pt x="195" y="67"/>
                  </a:lnTo>
                  <a:lnTo>
                    <a:pt x="194" y="67"/>
                  </a:lnTo>
                  <a:lnTo>
                    <a:pt x="193" y="75"/>
                  </a:lnTo>
                  <a:lnTo>
                    <a:pt x="212" y="89"/>
                  </a:lnTo>
                  <a:lnTo>
                    <a:pt x="224" y="93"/>
                  </a:lnTo>
                  <a:lnTo>
                    <a:pt x="229" y="91"/>
                  </a:lnTo>
                  <a:lnTo>
                    <a:pt x="235" y="91"/>
                  </a:lnTo>
                  <a:lnTo>
                    <a:pt x="248" y="89"/>
                  </a:lnTo>
                  <a:lnTo>
                    <a:pt x="257" y="85"/>
                  </a:lnTo>
                  <a:lnTo>
                    <a:pt x="261" y="88"/>
                  </a:lnTo>
                  <a:lnTo>
                    <a:pt x="276" y="88"/>
                  </a:lnTo>
                  <a:lnTo>
                    <a:pt x="278" y="89"/>
                  </a:lnTo>
                  <a:lnTo>
                    <a:pt x="279" y="91"/>
                  </a:lnTo>
                  <a:lnTo>
                    <a:pt x="281" y="91"/>
                  </a:lnTo>
                  <a:lnTo>
                    <a:pt x="295" y="97"/>
                  </a:lnTo>
                  <a:lnTo>
                    <a:pt x="296" y="105"/>
                  </a:lnTo>
                  <a:lnTo>
                    <a:pt x="314" y="105"/>
                  </a:lnTo>
                  <a:lnTo>
                    <a:pt x="319" y="103"/>
                  </a:lnTo>
                  <a:lnTo>
                    <a:pt x="331" y="101"/>
                  </a:lnTo>
                  <a:lnTo>
                    <a:pt x="333" y="100"/>
                  </a:lnTo>
                  <a:lnTo>
                    <a:pt x="344" y="107"/>
                  </a:lnTo>
                  <a:lnTo>
                    <a:pt x="363" y="108"/>
                  </a:lnTo>
                  <a:lnTo>
                    <a:pt x="379" y="102"/>
                  </a:lnTo>
                  <a:lnTo>
                    <a:pt x="381" y="102"/>
                  </a:lnTo>
                  <a:lnTo>
                    <a:pt x="385" y="102"/>
                  </a:lnTo>
                  <a:lnTo>
                    <a:pt x="387" y="102"/>
                  </a:lnTo>
                  <a:lnTo>
                    <a:pt x="402" y="103"/>
                  </a:lnTo>
                  <a:lnTo>
                    <a:pt x="409" y="99"/>
                  </a:lnTo>
                  <a:lnTo>
                    <a:pt x="419" y="101"/>
                  </a:lnTo>
                  <a:lnTo>
                    <a:pt x="431" y="101"/>
                  </a:lnTo>
                  <a:lnTo>
                    <a:pt x="439" y="103"/>
                  </a:lnTo>
                  <a:lnTo>
                    <a:pt x="450" y="100"/>
                  </a:lnTo>
                  <a:lnTo>
                    <a:pt x="463" y="102"/>
                  </a:lnTo>
                  <a:lnTo>
                    <a:pt x="498" y="109"/>
                  </a:lnTo>
                  <a:lnTo>
                    <a:pt x="515" y="113"/>
                  </a:lnTo>
                  <a:lnTo>
                    <a:pt x="516" y="113"/>
                  </a:lnTo>
                  <a:lnTo>
                    <a:pt x="534" y="117"/>
                  </a:lnTo>
                  <a:lnTo>
                    <a:pt x="540" y="118"/>
                  </a:lnTo>
                  <a:lnTo>
                    <a:pt x="541" y="118"/>
                  </a:lnTo>
                  <a:lnTo>
                    <a:pt x="547" y="119"/>
                  </a:lnTo>
                  <a:lnTo>
                    <a:pt x="548" y="119"/>
                  </a:lnTo>
                  <a:lnTo>
                    <a:pt x="549" y="120"/>
                  </a:lnTo>
                  <a:lnTo>
                    <a:pt x="558" y="121"/>
                  </a:lnTo>
                  <a:lnTo>
                    <a:pt x="559" y="121"/>
                  </a:lnTo>
                  <a:lnTo>
                    <a:pt x="587" y="127"/>
                  </a:lnTo>
                  <a:lnTo>
                    <a:pt x="588" y="131"/>
                  </a:lnTo>
                  <a:lnTo>
                    <a:pt x="591" y="139"/>
                  </a:lnTo>
                  <a:lnTo>
                    <a:pt x="591" y="142"/>
                  </a:lnTo>
                  <a:lnTo>
                    <a:pt x="607" y="155"/>
                  </a:lnTo>
                  <a:lnTo>
                    <a:pt x="609" y="168"/>
                  </a:lnTo>
                  <a:lnTo>
                    <a:pt x="589" y="198"/>
                  </a:lnTo>
                  <a:lnTo>
                    <a:pt x="588" y="199"/>
                  </a:lnTo>
                  <a:lnTo>
                    <a:pt x="582" y="211"/>
                  </a:lnTo>
                  <a:lnTo>
                    <a:pt x="579" y="215"/>
                  </a:lnTo>
                  <a:lnTo>
                    <a:pt x="573" y="222"/>
                  </a:lnTo>
                  <a:lnTo>
                    <a:pt x="567" y="237"/>
                  </a:lnTo>
                  <a:lnTo>
                    <a:pt x="557" y="244"/>
                  </a:lnTo>
                  <a:lnTo>
                    <a:pt x="536" y="276"/>
                  </a:lnTo>
                  <a:lnTo>
                    <a:pt x="535" y="28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5" name="Freeform 68">
              <a:extLst>
                <a:ext uri="{FF2B5EF4-FFF2-40B4-BE49-F238E27FC236}">
                  <a16:creationId xmlns:a16="http://schemas.microsoft.com/office/drawing/2014/main" id="{1C387F51-F405-D319-A909-10F1F168CCE3}"/>
                </a:ext>
              </a:extLst>
            </p:cNvPr>
            <p:cNvSpPr>
              <a:spLocks noChangeAspect="1"/>
            </p:cNvSpPr>
            <p:nvPr/>
          </p:nvSpPr>
          <p:spPr bwMode="auto">
            <a:xfrm>
              <a:off x="445" y="2389"/>
              <a:ext cx="75" cy="95"/>
            </a:xfrm>
            <a:custGeom>
              <a:avLst/>
              <a:gdLst>
                <a:gd name="T0" fmla="*/ 12 w 419"/>
                <a:gd name="T1" fmla="*/ 406 h 531"/>
                <a:gd name="T2" fmla="*/ 9 w 419"/>
                <a:gd name="T3" fmla="*/ 422 h 531"/>
                <a:gd name="T4" fmla="*/ 2 w 419"/>
                <a:gd name="T5" fmla="*/ 470 h 531"/>
                <a:gd name="T6" fmla="*/ 24 w 419"/>
                <a:gd name="T7" fmla="*/ 484 h 531"/>
                <a:gd name="T8" fmla="*/ 87 w 419"/>
                <a:gd name="T9" fmla="*/ 494 h 531"/>
                <a:gd name="T10" fmla="*/ 98 w 419"/>
                <a:gd name="T11" fmla="*/ 495 h 531"/>
                <a:gd name="T12" fmla="*/ 173 w 419"/>
                <a:gd name="T13" fmla="*/ 506 h 531"/>
                <a:gd name="T14" fmla="*/ 198 w 419"/>
                <a:gd name="T15" fmla="*/ 510 h 531"/>
                <a:gd name="T16" fmla="*/ 230 w 419"/>
                <a:gd name="T17" fmla="*/ 513 h 531"/>
                <a:gd name="T18" fmla="*/ 268 w 419"/>
                <a:gd name="T19" fmla="*/ 518 h 531"/>
                <a:gd name="T20" fmla="*/ 305 w 419"/>
                <a:gd name="T21" fmla="*/ 523 h 531"/>
                <a:gd name="T22" fmla="*/ 344 w 419"/>
                <a:gd name="T23" fmla="*/ 528 h 531"/>
                <a:gd name="T24" fmla="*/ 383 w 419"/>
                <a:gd name="T25" fmla="*/ 484 h 531"/>
                <a:gd name="T26" fmla="*/ 386 w 419"/>
                <a:gd name="T27" fmla="*/ 458 h 531"/>
                <a:gd name="T28" fmla="*/ 388 w 419"/>
                <a:gd name="T29" fmla="*/ 434 h 531"/>
                <a:gd name="T30" fmla="*/ 390 w 419"/>
                <a:gd name="T31" fmla="*/ 408 h 531"/>
                <a:gd name="T32" fmla="*/ 395 w 419"/>
                <a:gd name="T33" fmla="*/ 361 h 531"/>
                <a:gd name="T34" fmla="*/ 402 w 419"/>
                <a:gd name="T35" fmla="*/ 301 h 531"/>
                <a:gd name="T36" fmla="*/ 405 w 419"/>
                <a:gd name="T37" fmla="*/ 277 h 531"/>
                <a:gd name="T38" fmla="*/ 407 w 419"/>
                <a:gd name="T39" fmla="*/ 252 h 531"/>
                <a:gd name="T40" fmla="*/ 411 w 419"/>
                <a:gd name="T41" fmla="*/ 218 h 531"/>
                <a:gd name="T42" fmla="*/ 416 w 419"/>
                <a:gd name="T43" fmla="*/ 180 h 531"/>
                <a:gd name="T44" fmla="*/ 417 w 419"/>
                <a:gd name="T45" fmla="*/ 168 h 531"/>
                <a:gd name="T46" fmla="*/ 419 w 419"/>
                <a:gd name="T47" fmla="*/ 142 h 531"/>
                <a:gd name="T48" fmla="*/ 384 w 419"/>
                <a:gd name="T49" fmla="*/ 139 h 531"/>
                <a:gd name="T50" fmla="*/ 348 w 419"/>
                <a:gd name="T51" fmla="*/ 135 h 531"/>
                <a:gd name="T52" fmla="*/ 276 w 419"/>
                <a:gd name="T53" fmla="*/ 126 h 531"/>
                <a:gd name="T54" fmla="*/ 282 w 419"/>
                <a:gd name="T55" fmla="*/ 84 h 531"/>
                <a:gd name="T56" fmla="*/ 284 w 419"/>
                <a:gd name="T57" fmla="*/ 70 h 531"/>
                <a:gd name="T58" fmla="*/ 287 w 419"/>
                <a:gd name="T59" fmla="*/ 45 h 531"/>
                <a:gd name="T60" fmla="*/ 262 w 419"/>
                <a:gd name="T61" fmla="*/ 26 h 531"/>
                <a:gd name="T62" fmla="*/ 256 w 419"/>
                <a:gd name="T63" fmla="*/ 25 h 531"/>
                <a:gd name="T64" fmla="*/ 221 w 419"/>
                <a:gd name="T65" fmla="*/ 20 h 531"/>
                <a:gd name="T66" fmla="*/ 213 w 419"/>
                <a:gd name="T67" fmla="*/ 19 h 531"/>
                <a:gd name="T68" fmla="*/ 209 w 419"/>
                <a:gd name="T69" fmla="*/ 19 h 531"/>
                <a:gd name="T70" fmla="*/ 150 w 419"/>
                <a:gd name="T71" fmla="*/ 10 h 531"/>
                <a:gd name="T72" fmla="*/ 98 w 419"/>
                <a:gd name="T73" fmla="*/ 3 h 531"/>
                <a:gd name="T74" fmla="*/ 76 w 419"/>
                <a:gd name="T75" fmla="*/ 10 h 531"/>
                <a:gd name="T76" fmla="*/ 62 w 419"/>
                <a:gd name="T77" fmla="*/ 96 h 531"/>
                <a:gd name="T78" fmla="*/ 52 w 419"/>
                <a:gd name="T79" fmla="*/ 158 h 531"/>
                <a:gd name="T80" fmla="*/ 46 w 419"/>
                <a:gd name="T81" fmla="*/ 192 h 531"/>
                <a:gd name="T82" fmla="*/ 42 w 419"/>
                <a:gd name="T83" fmla="*/ 216 h 531"/>
                <a:gd name="T84" fmla="*/ 39 w 419"/>
                <a:gd name="T85" fmla="*/ 240 h 531"/>
                <a:gd name="T86" fmla="*/ 26 w 419"/>
                <a:gd name="T87" fmla="*/ 319 h 531"/>
                <a:gd name="T88" fmla="*/ 24 w 419"/>
                <a:gd name="T89" fmla="*/ 328 h 531"/>
                <a:gd name="T90" fmla="*/ 20 w 419"/>
                <a:gd name="T91" fmla="*/ 35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9" h="531">
                  <a:moveTo>
                    <a:pt x="17" y="369"/>
                  </a:moveTo>
                  <a:lnTo>
                    <a:pt x="12" y="406"/>
                  </a:lnTo>
                  <a:lnTo>
                    <a:pt x="11" y="408"/>
                  </a:lnTo>
                  <a:lnTo>
                    <a:pt x="9" y="422"/>
                  </a:lnTo>
                  <a:lnTo>
                    <a:pt x="6" y="439"/>
                  </a:lnTo>
                  <a:lnTo>
                    <a:pt x="2" y="470"/>
                  </a:lnTo>
                  <a:lnTo>
                    <a:pt x="0" y="481"/>
                  </a:lnTo>
                  <a:lnTo>
                    <a:pt x="24" y="484"/>
                  </a:lnTo>
                  <a:lnTo>
                    <a:pt x="50" y="488"/>
                  </a:lnTo>
                  <a:lnTo>
                    <a:pt x="87" y="494"/>
                  </a:lnTo>
                  <a:lnTo>
                    <a:pt x="88" y="494"/>
                  </a:lnTo>
                  <a:lnTo>
                    <a:pt x="98" y="495"/>
                  </a:lnTo>
                  <a:lnTo>
                    <a:pt x="113" y="498"/>
                  </a:lnTo>
                  <a:lnTo>
                    <a:pt x="173" y="506"/>
                  </a:lnTo>
                  <a:lnTo>
                    <a:pt x="192" y="508"/>
                  </a:lnTo>
                  <a:lnTo>
                    <a:pt x="198" y="510"/>
                  </a:lnTo>
                  <a:lnTo>
                    <a:pt x="210" y="511"/>
                  </a:lnTo>
                  <a:lnTo>
                    <a:pt x="230" y="513"/>
                  </a:lnTo>
                  <a:lnTo>
                    <a:pt x="249" y="516"/>
                  </a:lnTo>
                  <a:lnTo>
                    <a:pt x="268" y="518"/>
                  </a:lnTo>
                  <a:lnTo>
                    <a:pt x="269" y="519"/>
                  </a:lnTo>
                  <a:lnTo>
                    <a:pt x="305" y="523"/>
                  </a:lnTo>
                  <a:lnTo>
                    <a:pt x="334" y="526"/>
                  </a:lnTo>
                  <a:lnTo>
                    <a:pt x="344" y="528"/>
                  </a:lnTo>
                  <a:lnTo>
                    <a:pt x="377" y="531"/>
                  </a:lnTo>
                  <a:lnTo>
                    <a:pt x="383" y="484"/>
                  </a:lnTo>
                  <a:lnTo>
                    <a:pt x="383" y="483"/>
                  </a:lnTo>
                  <a:lnTo>
                    <a:pt x="386" y="458"/>
                  </a:lnTo>
                  <a:lnTo>
                    <a:pt x="387" y="446"/>
                  </a:lnTo>
                  <a:lnTo>
                    <a:pt x="388" y="434"/>
                  </a:lnTo>
                  <a:lnTo>
                    <a:pt x="390" y="418"/>
                  </a:lnTo>
                  <a:lnTo>
                    <a:pt x="390" y="408"/>
                  </a:lnTo>
                  <a:lnTo>
                    <a:pt x="393" y="385"/>
                  </a:lnTo>
                  <a:lnTo>
                    <a:pt x="395" y="361"/>
                  </a:lnTo>
                  <a:lnTo>
                    <a:pt x="398" y="337"/>
                  </a:lnTo>
                  <a:lnTo>
                    <a:pt x="402" y="301"/>
                  </a:lnTo>
                  <a:lnTo>
                    <a:pt x="404" y="289"/>
                  </a:lnTo>
                  <a:lnTo>
                    <a:pt x="405" y="277"/>
                  </a:lnTo>
                  <a:lnTo>
                    <a:pt x="405" y="273"/>
                  </a:lnTo>
                  <a:lnTo>
                    <a:pt x="407" y="252"/>
                  </a:lnTo>
                  <a:lnTo>
                    <a:pt x="408" y="240"/>
                  </a:lnTo>
                  <a:lnTo>
                    <a:pt x="411" y="218"/>
                  </a:lnTo>
                  <a:lnTo>
                    <a:pt x="413" y="198"/>
                  </a:lnTo>
                  <a:lnTo>
                    <a:pt x="416" y="180"/>
                  </a:lnTo>
                  <a:lnTo>
                    <a:pt x="416" y="176"/>
                  </a:lnTo>
                  <a:lnTo>
                    <a:pt x="417" y="168"/>
                  </a:lnTo>
                  <a:lnTo>
                    <a:pt x="418" y="156"/>
                  </a:lnTo>
                  <a:lnTo>
                    <a:pt x="419" y="142"/>
                  </a:lnTo>
                  <a:lnTo>
                    <a:pt x="387" y="140"/>
                  </a:lnTo>
                  <a:lnTo>
                    <a:pt x="384" y="139"/>
                  </a:lnTo>
                  <a:lnTo>
                    <a:pt x="351" y="135"/>
                  </a:lnTo>
                  <a:lnTo>
                    <a:pt x="348" y="135"/>
                  </a:lnTo>
                  <a:lnTo>
                    <a:pt x="332" y="133"/>
                  </a:lnTo>
                  <a:lnTo>
                    <a:pt x="276" y="126"/>
                  </a:lnTo>
                  <a:lnTo>
                    <a:pt x="280" y="102"/>
                  </a:lnTo>
                  <a:lnTo>
                    <a:pt x="282" y="84"/>
                  </a:lnTo>
                  <a:lnTo>
                    <a:pt x="282" y="78"/>
                  </a:lnTo>
                  <a:lnTo>
                    <a:pt x="284" y="70"/>
                  </a:lnTo>
                  <a:lnTo>
                    <a:pt x="286" y="54"/>
                  </a:lnTo>
                  <a:lnTo>
                    <a:pt x="287" y="45"/>
                  </a:lnTo>
                  <a:lnTo>
                    <a:pt x="288" y="30"/>
                  </a:lnTo>
                  <a:lnTo>
                    <a:pt x="262" y="26"/>
                  </a:lnTo>
                  <a:lnTo>
                    <a:pt x="260" y="26"/>
                  </a:lnTo>
                  <a:lnTo>
                    <a:pt x="256" y="25"/>
                  </a:lnTo>
                  <a:lnTo>
                    <a:pt x="239" y="22"/>
                  </a:lnTo>
                  <a:lnTo>
                    <a:pt x="221" y="20"/>
                  </a:lnTo>
                  <a:lnTo>
                    <a:pt x="214" y="20"/>
                  </a:lnTo>
                  <a:lnTo>
                    <a:pt x="213" y="19"/>
                  </a:lnTo>
                  <a:lnTo>
                    <a:pt x="210" y="19"/>
                  </a:lnTo>
                  <a:lnTo>
                    <a:pt x="209" y="19"/>
                  </a:lnTo>
                  <a:lnTo>
                    <a:pt x="208" y="19"/>
                  </a:lnTo>
                  <a:lnTo>
                    <a:pt x="150" y="10"/>
                  </a:lnTo>
                  <a:lnTo>
                    <a:pt x="134" y="8"/>
                  </a:lnTo>
                  <a:lnTo>
                    <a:pt x="98" y="3"/>
                  </a:lnTo>
                  <a:lnTo>
                    <a:pt x="77" y="0"/>
                  </a:lnTo>
                  <a:lnTo>
                    <a:pt x="76" y="10"/>
                  </a:lnTo>
                  <a:lnTo>
                    <a:pt x="68" y="63"/>
                  </a:lnTo>
                  <a:lnTo>
                    <a:pt x="62" y="96"/>
                  </a:lnTo>
                  <a:lnTo>
                    <a:pt x="56" y="132"/>
                  </a:lnTo>
                  <a:lnTo>
                    <a:pt x="52" y="158"/>
                  </a:lnTo>
                  <a:lnTo>
                    <a:pt x="48" y="180"/>
                  </a:lnTo>
                  <a:lnTo>
                    <a:pt x="46" y="192"/>
                  </a:lnTo>
                  <a:lnTo>
                    <a:pt x="45" y="200"/>
                  </a:lnTo>
                  <a:lnTo>
                    <a:pt x="42" y="216"/>
                  </a:lnTo>
                  <a:lnTo>
                    <a:pt x="39" y="235"/>
                  </a:lnTo>
                  <a:lnTo>
                    <a:pt x="39" y="240"/>
                  </a:lnTo>
                  <a:lnTo>
                    <a:pt x="29" y="301"/>
                  </a:lnTo>
                  <a:lnTo>
                    <a:pt x="26" y="319"/>
                  </a:lnTo>
                  <a:lnTo>
                    <a:pt x="26" y="324"/>
                  </a:lnTo>
                  <a:lnTo>
                    <a:pt x="24" y="328"/>
                  </a:lnTo>
                  <a:lnTo>
                    <a:pt x="23" y="336"/>
                  </a:lnTo>
                  <a:lnTo>
                    <a:pt x="20" y="356"/>
                  </a:lnTo>
                  <a:lnTo>
                    <a:pt x="17" y="369"/>
                  </a:lnTo>
                  <a:close/>
                </a:path>
              </a:pathLst>
            </a:custGeom>
            <a:solidFill>
              <a:srgbClr val="BB3023"/>
            </a:solidFill>
            <a:ln w="3175" cap="flat" cmpd="sng">
              <a:solidFill>
                <a:schemeClr val="bg1"/>
              </a:solidFill>
              <a:prstDash val="solid"/>
              <a:round/>
              <a:headEnd type="none" w="med" len="med"/>
              <a:tailEnd type="none" w="med" len="med"/>
            </a:ln>
            <a:effectLst/>
          </p:spPr>
          <p:txBody>
            <a:bodyPr/>
            <a:lstStyle/>
            <a:p>
              <a:endParaRPr lang="en-GB"/>
            </a:p>
          </p:txBody>
        </p:sp>
        <p:sp>
          <p:nvSpPr>
            <p:cNvPr id="96" name="Freeform 69">
              <a:extLst>
                <a:ext uri="{FF2B5EF4-FFF2-40B4-BE49-F238E27FC236}">
                  <a16:creationId xmlns:a16="http://schemas.microsoft.com/office/drawing/2014/main" id="{AAFDA68C-B4A8-D9FE-A408-A4BF003B0E7E}"/>
                </a:ext>
              </a:extLst>
            </p:cNvPr>
            <p:cNvSpPr>
              <a:spLocks noChangeAspect="1"/>
            </p:cNvSpPr>
            <p:nvPr/>
          </p:nvSpPr>
          <p:spPr bwMode="auto">
            <a:xfrm>
              <a:off x="353" y="2251"/>
              <a:ext cx="91" cy="64"/>
            </a:xfrm>
            <a:custGeom>
              <a:avLst/>
              <a:gdLst>
                <a:gd name="T0" fmla="*/ 467 w 511"/>
                <a:gd name="T1" fmla="*/ 337 h 362"/>
                <a:gd name="T2" fmla="*/ 437 w 511"/>
                <a:gd name="T3" fmla="*/ 356 h 362"/>
                <a:gd name="T4" fmla="*/ 426 w 511"/>
                <a:gd name="T5" fmla="*/ 354 h 362"/>
                <a:gd name="T6" fmla="*/ 413 w 511"/>
                <a:gd name="T7" fmla="*/ 352 h 362"/>
                <a:gd name="T8" fmla="*/ 377 w 511"/>
                <a:gd name="T9" fmla="*/ 344 h 362"/>
                <a:gd name="T10" fmla="*/ 318 w 511"/>
                <a:gd name="T11" fmla="*/ 338 h 362"/>
                <a:gd name="T12" fmla="*/ 288 w 511"/>
                <a:gd name="T13" fmla="*/ 334 h 362"/>
                <a:gd name="T14" fmla="*/ 264 w 511"/>
                <a:gd name="T15" fmla="*/ 337 h 362"/>
                <a:gd name="T16" fmla="*/ 242 w 511"/>
                <a:gd name="T17" fmla="*/ 343 h 362"/>
                <a:gd name="T18" fmla="*/ 210 w 511"/>
                <a:gd name="T19" fmla="*/ 336 h 362"/>
                <a:gd name="T20" fmla="*/ 175 w 511"/>
                <a:gd name="T21" fmla="*/ 340 h 362"/>
                <a:gd name="T22" fmla="*/ 158 w 511"/>
                <a:gd name="T23" fmla="*/ 326 h 362"/>
                <a:gd name="T24" fmla="*/ 140 w 511"/>
                <a:gd name="T25" fmla="*/ 323 h 362"/>
                <a:gd name="T26" fmla="*/ 114 w 511"/>
                <a:gd name="T27" fmla="*/ 326 h 362"/>
                <a:gd name="T28" fmla="*/ 91 w 511"/>
                <a:gd name="T29" fmla="*/ 324 h 362"/>
                <a:gd name="T30" fmla="*/ 74 w 511"/>
                <a:gd name="T31" fmla="*/ 302 h 362"/>
                <a:gd name="T32" fmla="*/ 76 w 511"/>
                <a:gd name="T33" fmla="*/ 280 h 362"/>
                <a:gd name="T34" fmla="*/ 52 w 511"/>
                <a:gd name="T35" fmla="*/ 256 h 362"/>
                <a:gd name="T36" fmla="*/ 40 w 511"/>
                <a:gd name="T37" fmla="*/ 240 h 362"/>
                <a:gd name="T38" fmla="*/ 13 w 511"/>
                <a:gd name="T39" fmla="*/ 236 h 362"/>
                <a:gd name="T40" fmla="*/ 4 w 511"/>
                <a:gd name="T41" fmla="*/ 232 h 362"/>
                <a:gd name="T42" fmla="*/ 8 w 511"/>
                <a:gd name="T43" fmla="*/ 214 h 362"/>
                <a:gd name="T44" fmla="*/ 17 w 511"/>
                <a:gd name="T45" fmla="*/ 199 h 362"/>
                <a:gd name="T46" fmla="*/ 17 w 511"/>
                <a:gd name="T47" fmla="*/ 192 h 362"/>
                <a:gd name="T48" fmla="*/ 13 w 511"/>
                <a:gd name="T49" fmla="*/ 174 h 362"/>
                <a:gd name="T50" fmla="*/ 30 w 511"/>
                <a:gd name="T51" fmla="*/ 172 h 362"/>
                <a:gd name="T52" fmla="*/ 17 w 511"/>
                <a:gd name="T53" fmla="*/ 158 h 362"/>
                <a:gd name="T54" fmla="*/ 16 w 511"/>
                <a:gd name="T55" fmla="*/ 142 h 362"/>
                <a:gd name="T56" fmla="*/ 14 w 511"/>
                <a:gd name="T57" fmla="*/ 109 h 362"/>
                <a:gd name="T58" fmla="*/ 5 w 511"/>
                <a:gd name="T59" fmla="*/ 72 h 362"/>
                <a:gd name="T60" fmla="*/ 4 w 511"/>
                <a:gd name="T61" fmla="*/ 44 h 362"/>
                <a:gd name="T62" fmla="*/ 14 w 511"/>
                <a:gd name="T63" fmla="*/ 24 h 362"/>
                <a:gd name="T64" fmla="*/ 86 w 511"/>
                <a:gd name="T65" fmla="*/ 70 h 362"/>
                <a:gd name="T66" fmla="*/ 122 w 511"/>
                <a:gd name="T67" fmla="*/ 85 h 362"/>
                <a:gd name="T68" fmla="*/ 126 w 511"/>
                <a:gd name="T69" fmla="*/ 83 h 362"/>
                <a:gd name="T70" fmla="*/ 131 w 511"/>
                <a:gd name="T71" fmla="*/ 106 h 362"/>
                <a:gd name="T72" fmla="*/ 136 w 511"/>
                <a:gd name="T73" fmla="*/ 107 h 362"/>
                <a:gd name="T74" fmla="*/ 137 w 511"/>
                <a:gd name="T75" fmla="*/ 120 h 362"/>
                <a:gd name="T76" fmla="*/ 134 w 511"/>
                <a:gd name="T77" fmla="*/ 150 h 362"/>
                <a:gd name="T78" fmla="*/ 126 w 511"/>
                <a:gd name="T79" fmla="*/ 155 h 362"/>
                <a:gd name="T80" fmla="*/ 133 w 511"/>
                <a:gd name="T81" fmla="*/ 160 h 362"/>
                <a:gd name="T82" fmla="*/ 145 w 511"/>
                <a:gd name="T83" fmla="*/ 118 h 362"/>
                <a:gd name="T84" fmla="*/ 161 w 511"/>
                <a:gd name="T85" fmla="*/ 98 h 362"/>
                <a:gd name="T86" fmla="*/ 150 w 511"/>
                <a:gd name="T87" fmla="*/ 85 h 362"/>
                <a:gd name="T88" fmla="*/ 146 w 511"/>
                <a:gd name="T89" fmla="*/ 84 h 362"/>
                <a:gd name="T90" fmla="*/ 157 w 511"/>
                <a:gd name="T91" fmla="*/ 71 h 362"/>
                <a:gd name="T92" fmla="*/ 146 w 511"/>
                <a:gd name="T93" fmla="*/ 58 h 362"/>
                <a:gd name="T94" fmla="*/ 143 w 511"/>
                <a:gd name="T95" fmla="*/ 90 h 362"/>
                <a:gd name="T96" fmla="*/ 149 w 511"/>
                <a:gd name="T97" fmla="*/ 107 h 362"/>
                <a:gd name="T98" fmla="*/ 139 w 511"/>
                <a:gd name="T99" fmla="*/ 79 h 362"/>
                <a:gd name="T100" fmla="*/ 146 w 511"/>
                <a:gd name="T101" fmla="*/ 36 h 362"/>
                <a:gd name="T102" fmla="*/ 160 w 511"/>
                <a:gd name="T103" fmla="*/ 28 h 362"/>
                <a:gd name="T104" fmla="*/ 146 w 511"/>
                <a:gd name="T105" fmla="*/ 12 h 362"/>
                <a:gd name="T106" fmla="*/ 397 w 511"/>
                <a:gd name="T107" fmla="*/ 56 h 362"/>
                <a:gd name="T108" fmla="*/ 511 w 511"/>
                <a:gd name="T109" fmla="*/ 79 h 362"/>
                <a:gd name="T110" fmla="*/ 509 w 511"/>
                <a:gd name="T111" fmla="*/ 94 h 362"/>
                <a:gd name="T112" fmla="*/ 493 w 511"/>
                <a:gd name="T113" fmla="*/ 168 h 362"/>
                <a:gd name="T114" fmla="*/ 492 w 511"/>
                <a:gd name="T115" fmla="*/ 174 h 362"/>
                <a:gd name="T116" fmla="*/ 481 w 511"/>
                <a:gd name="T117" fmla="*/ 232 h 362"/>
                <a:gd name="T118" fmla="*/ 478 w 511"/>
                <a:gd name="T119" fmla="*/ 254 h 362"/>
                <a:gd name="T120" fmla="*/ 467 w 511"/>
                <a:gd name="T121" fmla="*/ 31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1" h="362">
                  <a:moveTo>
                    <a:pt x="464" y="320"/>
                  </a:moveTo>
                  <a:lnTo>
                    <a:pt x="463" y="324"/>
                  </a:lnTo>
                  <a:lnTo>
                    <a:pt x="467" y="337"/>
                  </a:lnTo>
                  <a:lnTo>
                    <a:pt x="466" y="362"/>
                  </a:lnTo>
                  <a:lnTo>
                    <a:pt x="438" y="356"/>
                  </a:lnTo>
                  <a:lnTo>
                    <a:pt x="437" y="356"/>
                  </a:lnTo>
                  <a:lnTo>
                    <a:pt x="428" y="355"/>
                  </a:lnTo>
                  <a:lnTo>
                    <a:pt x="427" y="354"/>
                  </a:lnTo>
                  <a:lnTo>
                    <a:pt x="426" y="354"/>
                  </a:lnTo>
                  <a:lnTo>
                    <a:pt x="420" y="353"/>
                  </a:lnTo>
                  <a:lnTo>
                    <a:pt x="419" y="353"/>
                  </a:lnTo>
                  <a:lnTo>
                    <a:pt x="413" y="352"/>
                  </a:lnTo>
                  <a:lnTo>
                    <a:pt x="395" y="348"/>
                  </a:lnTo>
                  <a:lnTo>
                    <a:pt x="394" y="348"/>
                  </a:lnTo>
                  <a:lnTo>
                    <a:pt x="377" y="344"/>
                  </a:lnTo>
                  <a:lnTo>
                    <a:pt x="342" y="337"/>
                  </a:lnTo>
                  <a:lnTo>
                    <a:pt x="329" y="335"/>
                  </a:lnTo>
                  <a:lnTo>
                    <a:pt x="318" y="338"/>
                  </a:lnTo>
                  <a:lnTo>
                    <a:pt x="310" y="336"/>
                  </a:lnTo>
                  <a:lnTo>
                    <a:pt x="298" y="336"/>
                  </a:lnTo>
                  <a:lnTo>
                    <a:pt x="288" y="334"/>
                  </a:lnTo>
                  <a:lnTo>
                    <a:pt x="281" y="338"/>
                  </a:lnTo>
                  <a:lnTo>
                    <a:pt x="266" y="337"/>
                  </a:lnTo>
                  <a:lnTo>
                    <a:pt x="264" y="337"/>
                  </a:lnTo>
                  <a:lnTo>
                    <a:pt x="260" y="337"/>
                  </a:lnTo>
                  <a:lnTo>
                    <a:pt x="258" y="337"/>
                  </a:lnTo>
                  <a:lnTo>
                    <a:pt x="242" y="343"/>
                  </a:lnTo>
                  <a:lnTo>
                    <a:pt x="223" y="342"/>
                  </a:lnTo>
                  <a:lnTo>
                    <a:pt x="212" y="335"/>
                  </a:lnTo>
                  <a:lnTo>
                    <a:pt x="210" y="336"/>
                  </a:lnTo>
                  <a:lnTo>
                    <a:pt x="198" y="338"/>
                  </a:lnTo>
                  <a:lnTo>
                    <a:pt x="193" y="340"/>
                  </a:lnTo>
                  <a:lnTo>
                    <a:pt x="175" y="340"/>
                  </a:lnTo>
                  <a:lnTo>
                    <a:pt x="174" y="332"/>
                  </a:lnTo>
                  <a:lnTo>
                    <a:pt x="160" y="326"/>
                  </a:lnTo>
                  <a:lnTo>
                    <a:pt x="158" y="326"/>
                  </a:lnTo>
                  <a:lnTo>
                    <a:pt x="157" y="324"/>
                  </a:lnTo>
                  <a:lnTo>
                    <a:pt x="155" y="323"/>
                  </a:lnTo>
                  <a:lnTo>
                    <a:pt x="140" y="323"/>
                  </a:lnTo>
                  <a:lnTo>
                    <a:pt x="136" y="320"/>
                  </a:lnTo>
                  <a:lnTo>
                    <a:pt x="127" y="324"/>
                  </a:lnTo>
                  <a:lnTo>
                    <a:pt x="114" y="326"/>
                  </a:lnTo>
                  <a:lnTo>
                    <a:pt x="108" y="326"/>
                  </a:lnTo>
                  <a:lnTo>
                    <a:pt x="103" y="328"/>
                  </a:lnTo>
                  <a:lnTo>
                    <a:pt x="91" y="324"/>
                  </a:lnTo>
                  <a:lnTo>
                    <a:pt x="72" y="310"/>
                  </a:lnTo>
                  <a:lnTo>
                    <a:pt x="73" y="302"/>
                  </a:lnTo>
                  <a:lnTo>
                    <a:pt x="74" y="302"/>
                  </a:lnTo>
                  <a:lnTo>
                    <a:pt x="74" y="301"/>
                  </a:lnTo>
                  <a:lnTo>
                    <a:pt x="76" y="290"/>
                  </a:lnTo>
                  <a:lnTo>
                    <a:pt x="76" y="280"/>
                  </a:lnTo>
                  <a:lnTo>
                    <a:pt x="67" y="262"/>
                  </a:lnTo>
                  <a:lnTo>
                    <a:pt x="54" y="254"/>
                  </a:lnTo>
                  <a:lnTo>
                    <a:pt x="52" y="256"/>
                  </a:lnTo>
                  <a:lnTo>
                    <a:pt x="44" y="254"/>
                  </a:lnTo>
                  <a:lnTo>
                    <a:pt x="41" y="242"/>
                  </a:lnTo>
                  <a:lnTo>
                    <a:pt x="40" y="240"/>
                  </a:lnTo>
                  <a:lnTo>
                    <a:pt x="28" y="238"/>
                  </a:lnTo>
                  <a:lnTo>
                    <a:pt x="24" y="234"/>
                  </a:lnTo>
                  <a:lnTo>
                    <a:pt x="13" y="236"/>
                  </a:lnTo>
                  <a:lnTo>
                    <a:pt x="7" y="233"/>
                  </a:lnTo>
                  <a:lnTo>
                    <a:pt x="7" y="228"/>
                  </a:lnTo>
                  <a:lnTo>
                    <a:pt x="4" y="232"/>
                  </a:lnTo>
                  <a:lnTo>
                    <a:pt x="0" y="230"/>
                  </a:lnTo>
                  <a:lnTo>
                    <a:pt x="11" y="196"/>
                  </a:lnTo>
                  <a:lnTo>
                    <a:pt x="8" y="214"/>
                  </a:lnTo>
                  <a:lnTo>
                    <a:pt x="12" y="211"/>
                  </a:lnTo>
                  <a:lnTo>
                    <a:pt x="17" y="210"/>
                  </a:lnTo>
                  <a:lnTo>
                    <a:pt x="17" y="199"/>
                  </a:lnTo>
                  <a:lnTo>
                    <a:pt x="24" y="194"/>
                  </a:lnTo>
                  <a:lnTo>
                    <a:pt x="25" y="191"/>
                  </a:lnTo>
                  <a:lnTo>
                    <a:pt x="17" y="192"/>
                  </a:lnTo>
                  <a:lnTo>
                    <a:pt x="11" y="187"/>
                  </a:lnTo>
                  <a:lnTo>
                    <a:pt x="12" y="181"/>
                  </a:lnTo>
                  <a:lnTo>
                    <a:pt x="13" y="174"/>
                  </a:lnTo>
                  <a:lnTo>
                    <a:pt x="11" y="170"/>
                  </a:lnTo>
                  <a:lnTo>
                    <a:pt x="14" y="174"/>
                  </a:lnTo>
                  <a:lnTo>
                    <a:pt x="30" y="172"/>
                  </a:lnTo>
                  <a:lnTo>
                    <a:pt x="30" y="169"/>
                  </a:lnTo>
                  <a:lnTo>
                    <a:pt x="22" y="164"/>
                  </a:lnTo>
                  <a:lnTo>
                    <a:pt x="17" y="158"/>
                  </a:lnTo>
                  <a:lnTo>
                    <a:pt x="14" y="167"/>
                  </a:lnTo>
                  <a:lnTo>
                    <a:pt x="10" y="168"/>
                  </a:lnTo>
                  <a:lnTo>
                    <a:pt x="16" y="142"/>
                  </a:lnTo>
                  <a:lnTo>
                    <a:pt x="14" y="132"/>
                  </a:lnTo>
                  <a:lnTo>
                    <a:pt x="12" y="126"/>
                  </a:lnTo>
                  <a:lnTo>
                    <a:pt x="14" y="109"/>
                  </a:lnTo>
                  <a:lnTo>
                    <a:pt x="12" y="85"/>
                  </a:lnTo>
                  <a:lnTo>
                    <a:pt x="12" y="83"/>
                  </a:lnTo>
                  <a:lnTo>
                    <a:pt x="5" y="72"/>
                  </a:lnTo>
                  <a:lnTo>
                    <a:pt x="4" y="60"/>
                  </a:lnTo>
                  <a:lnTo>
                    <a:pt x="6" y="55"/>
                  </a:lnTo>
                  <a:lnTo>
                    <a:pt x="4" y="44"/>
                  </a:lnTo>
                  <a:lnTo>
                    <a:pt x="12" y="29"/>
                  </a:lnTo>
                  <a:lnTo>
                    <a:pt x="10" y="23"/>
                  </a:lnTo>
                  <a:lnTo>
                    <a:pt x="14" y="24"/>
                  </a:lnTo>
                  <a:lnTo>
                    <a:pt x="52" y="55"/>
                  </a:lnTo>
                  <a:lnTo>
                    <a:pt x="86" y="67"/>
                  </a:lnTo>
                  <a:lnTo>
                    <a:pt x="86" y="70"/>
                  </a:lnTo>
                  <a:lnTo>
                    <a:pt x="109" y="76"/>
                  </a:lnTo>
                  <a:lnTo>
                    <a:pt x="118" y="83"/>
                  </a:lnTo>
                  <a:lnTo>
                    <a:pt x="122" y="85"/>
                  </a:lnTo>
                  <a:lnTo>
                    <a:pt x="124" y="79"/>
                  </a:lnTo>
                  <a:lnTo>
                    <a:pt x="130" y="80"/>
                  </a:lnTo>
                  <a:lnTo>
                    <a:pt x="126" y="83"/>
                  </a:lnTo>
                  <a:lnTo>
                    <a:pt x="127" y="89"/>
                  </a:lnTo>
                  <a:lnTo>
                    <a:pt x="128" y="88"/>
                  </a:lnTo>
                  <a:lnTo>
                    <a:pt x="131" y="106"/>
                  </a:lnTo>
                  <a:lnTo>
                    <a:pt x="121" y="113"/>
                  </a:lnTo>
                  <a:lnTo>
                    <a:pt x="121" y="116"/>
                  </a:lnTo>
                  <a:lnTo>
                    <a:pt x="136" y="107"/>
                  </a:lnTo>
                  <a:lnTo>
                    <a:pt x="139" y="107"/>
                  </a:lnTo>
                  <a:lnTo>
                    <a:pt x="138" y="120"/>
                  </a:lnTo>
                  <a:lnTo>
                    <a:pt x="137" y="120"/>
                  </a:lnTo>
                  <a:lnTo>
                    <a:pt x="132" y="140"/>
                  </a:lnTo>
                  <a:lnTo>
                    <a:pt x="133" y="142"/>
                  </a:lnTo>
                  <a:lnTo>
                    <a:pt x="134" y="150"/>
                  </a:lnTo>
                  <a:lnTo>
                    <a:pt x="137" y="155"/>
                  </a:lnTo>
                  <a:lnTo>
                    <a:pt x="127" y="158"/>
                  </a:lnTo>
                  <a:lnTo>
                    <a:pt x="126" y="155"/>
                  </a:lnTo>
                  <a:lnTo>
                    <a:pt x="125" y="154"/>
                  </a:lnTo>
                  <a:lnTo>
                    <a:pt x="127" y="161"/>
                  </a:lnTo>
                  <a:lnTo>
                    <a:pt x="133" y="160"/>
                  </a:lnTo>
                  <a:lnTo>
                    <a:pt x="140" y="156"/>
                  </a:lnTo>
                  <a:lnTo>
                    <a:pt x="138" y="149"/>
                  </a:lnTo>
                  <a:lnTo>
                    <a:pt x="145" y="118"/>
                  </a:lnTo>
                  <a:lnTo>
                    <a:pt x="156" y="103"/>
                  </a:lnTo>
                  <a:lnTo>
                    <a:pt x="158" y="103"/>
                  </a:lnTo>
                  <a:lnTo>
                    <a:pt x="161" y="98"/>
                  </a:lnTo>
                  <a:lnTo>
                    <a:pt x="155" y="86"/>
                  </a:lnTo>
                  <a:lnTo>
                    <a:pt x="155" y="77"/>
                  </a:lnTo>
                  <a:lnTo>
                    <a:pt x="150" y="85"/>
                  </a:lnTo>
                  <a:lnTo>
                    <a:pt x="152" y="92"/>
                  </a:lnTo>
                  <a:lnTo>
                    <a:pt x="149" y="85"/>
                  </a:lnTo>
                  <a:lnTo>
                    <a:pt x="146" y="84"/>
                  </a:lnTo>
                  <a:lnTo>
                    <a:pt x="146" y="72"/>
                  </a:lnTo>
                  <a:lnTo>
                    <a:pt x="155" y="73"/>
                  </a:lnTo>
                  <a:lnTo>
                    <a:pt x="157" y="71"/>
                  </a:lnTo>
                  <a:lnTo>
                    <a:pt x="157" y="70"/>
                  </a:lnTo>
                  <a:lnTo>
                    <a:pt x="151" y="62"/>
                  </a:lnTo>
                  <a:lnTo>
                    <a:pt x="146" y="58"/>
                  </a:lnTo>
                  <a:lnTo>
                    <a:pt x="139" y="71"/>
                  </a:lnTo>
                  <a:lnTo>
                    <a:pt x="142" y="90"/>
                  </a:lnTo>
                  <a:lnTo>
                    <a:pt x="143" y="90"/>
                  </a:lnTo>
                  <a:lnTo>
                    <a:pt x="144" y="86"/>
                  </a:lnTo>
                  <a:lnTo>
                    <a:pt x="151" y="95"/>
                  </a:lnTo>
                  <a:lnTo>
                    <a:pt x="149" y="107"/>
                  </a:lnTo>
                  <a:lnTo>
                    <a:pt x="143" y="97"/>
                  </a:lnTo>
                  <a:lnTo>
                    <a:pt x="137" y="91"/>
                  </a:lnTo>
                  <a:lnTo>
                    <a:pt x="139" y="79"/>
                  </a:lnTo>
                  <a:lnTo>
                    <a:pt x="132" y="72"/>
                  </a:lnTo>
                  <a:lnTo>
                    <a:pt x="142" y="55"/>
                  </a:lnTo>
                  <a:lnTo>
                    <a:pt x="146" y="36"/>
                  </a:lnTo>
                  <a:lnTo>
                    <a:pt x="154" y="53"/>
                  </a:lnTo>
                  <a:lnTo>
                    <a:pt x="158" y="36"/>
                  </a:lnTo>
                  <a:lnTo>
                    <a:pt x="160" y="28"/>
                  </a:lnTo>
                  <a:lnTo>
                    <a:pt x="152" y="25"/>
                  </a:lnTo>
                  <a:lnTo>
                    <a:pt x="151" y="35"/>
                  </a:lnTo>
                  <a:lnTo>
                    <a:pt x="146" y="12"/>
                  </a:lnTo>
                  <a:lnTo>
                    <a:pt x="150" y="0"/>
                  </a:lnTo>
                  <a:lnTo>
                    <a:pt x="270" y="28"/>
                  </a:lnTo>
                  <a:lnTo>
                    <a:pt x="397" y="56"/>
                  </a:lnTo>
                  <a:lnTo>
                    <a:pt x="437" y="65"/>
                  </a:lnTo>
                  <a:lnTo>
                    <a:pt x="486" y="74"/>
                  </a:lnTo>
                  <a:lnTo>
                    <a:pt x="511" y="79"/>
                  </a:lnTo>
                  <a:lnTo>
                    <a:pt x="510" y="83"/>
                  </a:lnTo>
                  <a:lnTo>
                    <a:pt x="510" y="86"/>
                  </a:lnTo>
                  <a:lnTo>
                    <a:pt x="509" y="94"/>
                  </a:lnTo>
                  <a:lnTo>
                    <a:pt x="498" y="145"/>
                  </a:lnTo>
                  <a:lnTo>
                    <a:pt x="496" y="161"/>
                  </a:lnTo>
                  <a:lnTo>
                    <a:pt x="493" y="168"/>
                  </a:lnTo>
                  <a:lnTo>
                    <a:pt x="493" y="170"/>
                  </a:lnTo>
                  <a:lnTo>
                    <a:pt x="493" y="172"/>
                  </a:lnTo>
                  <a:lnTo>
                    <a:pt x="492" y="174"/>
                  </a:lnTo>
                  <a:lnTo>
                    <a:pt x="488" y="196"/>
                  </a:lnTo>
                  <a:lnTo>
                    <a:pt x="486" y="208"/>
                  </a:lnTo>
                  <a:lnTo>
                    <a:pt x="481" y="232"/>
                  </a:lnTo>
                  <a:lnTo>
                    <a:pt x="480" y="241"/>
                  </a:lnTo>
                  <a:lnTo>
                    <a:pt x="480" y="242"/>
                  </a:lnTo>
                  <a:lnTo>
                    <a:pt x="478" y="254"/>
                  </a:lnTo>
                  <a:lnTo>
                    <a:pt x="470" y="289"/>
                  </a:lnTo>
                  <a:lnTo>
                    <a:pt x="469" y="294"/>
                  </a:lnTo>
                  <a:lnTo>
                    <a:pt x="467" y="310"/>
                  </a:lnTo>
                  <a:lnTo>
                    <a:pt x="466" y="313"/>
                  </a:lnTo>
                  <a:lnTo>
                    <a:pt x="464" y="32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7" name="Freeform 70">
              <a:extLst>
                <a:ext uri="{FF2B5EF4-FFF2-40B4-BE49-F238E27FC236}">
                  <a16:creationId xmlns:a16="http://schemas.microsoft.com/office/drawing/2014/main" id="{7214FD8B-B443-9E2F-130A-1B94CB07AE13}"/>
                </a:ext>
              </a:extLst>
            </p:cNvPr>
            <p:cNvSpPr>
              <a:spLocks noChangeAspect="1"/>
            </p:cNvSpPr>
            <p:nvPr/>
          </p:nvSpPr>
          <p:spPr bwMode="auto">
            <a:xfrm>
              <a:off x="373" y="2256"/>
              <a:ext cx="5" cy="3"/>
            </a:xfrm>
            <a:custGeom>
              <a:avLst/>
              <a:gdLst>
                <a:gd name="T0" fmla="*/ 3 w 28"/>
                <a:gd name="T1" fmla="*/ 0 h 22"/>
                <a:gd name="T2" fmla="*/ 6 w 28"/>
                <a:gd name="T3" fmla="*/ 10 h 22"/>
                <a:gd name="T4" fmla="*/ 9 w 28"/>
                <a:gd name="T5" fmla="*/ 11 h 22"/>
                <a:gd name="T6" fmla="*/ 11 w 28"/>
                <a:gd name="T7" fmla="*/ 1 h 22"/>
                <a:gd name="T8" fmla="*/ 28 w 28"/>
                <a:gd name="T9" fmla="*/ 6 h 22"/>
                <a:gd name="T10" fmla="*/ 19 w 28"/>
                <a:gd name="T11" fmla="*/ 22 h 22"/>
                <a:gd name="T12" fmla="*/ 6 w 28"/>
                <a:gd name="T13" fmla="*/ 21 h 22"/>
                <a:gd name="T14" fmla="*/ 0 w 28"/>
                <a:gd name="T15" fmla="*/ 15 h 22"/>
                <a:gd name="T16" fmla="*/ 3 w 28"/>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2">
                  <a:moveTo>
                    <a:pt x="3" y="0"/>
                  </a:moveTo>
                  <a:lnTo>
                    <a:pt x="6" y="10"/>
                  </a:lnTo>
                  <a:lnTo>
                    <a:pt x="9" y="11"/>
                  </a:lnTo>
                  <a:lnTo>
                    <a:pt x="11" y="1"/>
                  </a:lnTo>
                  <a:lnTo>
                    <a:pt x="28" y="6"/>
                  </a:lnTo>
                  <a:lnTo>
                    <a:pt x="19" y="22"/>
                  </a:lnTo>
                  <a:lnTo>
                    <a:pt x="6" y="21"/>
                  </a:lnTo>
                  <a:lnTo>
                    <a:pt x="0" y="15"/>
                  </a:lnTo>
                  <a:lnTo>
                    <a:pt x="3"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8" name="Freeform 71">
              <a:extLst>
                <a:ext uri="{FF2B5EF4-FFF2-40B4-BE49-F238E27FC236}">
                  <a16:creationId xmlns:a16="http://schemas.microsoft.com/office/drawing/2014/main" id="{8BDB79B0-F0C3-5C08-A56B-0483A8490510}"/>
                </a:ext>
              </a:extLst>
            </p:cNvPr>
            <p:cNvSpPr>
              <a:spLocks noChangeAspect="1"/>
            </p:cNvSpPr>
            <p:nvPr/>
          </p:nvSpPr>
          <p:spPr bwMode="auto">
            <a:xfrm>
              <a:off x="341" y="2569"/>
              <a:ext cx="206" cy="177"/>
            </a:xfrm>
            <a:custGeom>
              <a:avLst/>
              <a:gdLst>
                <a:gd name="T0" fmla="*/ 212 w 1156"/>
                <a:gd name="T1" fmla="*/ 825 h 995"/>
                <a:gd name="T2" fmla="*/ 243 w 1156"/>
                <a:gd name="T3" fmla="*/ 810 h 995"/>
                <a:gd name="T4" fmla="*/ 269 w 1156"/>
                <a:gd name="T5" fmla="*/ 793 h 995"/>
                <a:gd name="T6" fmla="*/ 304 w 1156"/>
                <a:gd name="T7" fmla="*/ 773 h 995"/>
                <a:gd name="T8" fmla="*/ 377 w 1156"/>
                <a:gd name="T9" fmla="*/ 729 h 995"/>
                <a:gd name="T10" fmla="*/ 423 w 1156"/>
                <a:gd name="T11" fmla="*/ 693 h 995"/>
                <a:gd name="T12" fmla="*/ 413 w 1156"/>
                <a:gd name="T13" fmla="*/ 666 h 995"/>
                <a:gd name="T14" fmla="*/ 464 w 1156"/>
                <a:gd name="T15" fmla="*/ 618 h 995"/>
                <a:gd name="T16" fmla="*/ 467 w 1156"/>
                <a:gd name="T17" fmla="*/ 685 h 995"/>
                <a:gd name="T18" fmla="*/ 578 w 1156"/>
                <a:gd name="T19" fmla="*/ 653 h 995"/>
                <a:gd name="T20" fmla="*/ 707 w 1156"/>
                <a:gd name="T21" fmla="*/ 667 h 995"/>
                <a:gd name="T22" fmla="*/ 720 w 1156"/>
                <a:gd name="T23" fmla="*/ 674 h 995"/>
                <a:gd name="T24" fmla="*/ 909 w 1156"/>
                <a:gd name="T25" fmla="*/ 752 h 995"/>
                <a:gd name="T26" fmla="*/ 953 w 1156"/>
                <a:gd name="T27" fmla="*/ 812 h 995"/>
                <a:gd name="T28" fmla="*/ 970 w 1156"/>
                <a:gd name="T29" fmla="*/ 858 h 995"/>
                <a:gd name="T30" fmla="*/ 1005 w 1156"/>
                <a:gd name="T31" fmla="*/ 924 h 995"/>
                <a:gd name="T32" fmla="*/ 1132 w 1156"/>
                <a:gd name="T33" fmla="*/ 995 h 995"/>
                <a:gd name="T34" fmla="*/ 1155 w 1156"/>
                <a:gd name="T35" fmla="*/ 921 h 995"/>
                <a:gd name="T36" fmla="*/ 1062 w 1156"/>
                <a:gd name="T37" fmla="*/ 804 h 995"/>
                <a:gd name="T38" fmla="*/ 1010 w 1156"/>
                <a:gd name="T39" fmla="*/ 733 h 995"/>
                <a:gd name="T40" fmla="*/ 964 w 1156"/>
                <a:gd name="T41" fmla="*/ 725 h 995"/>
                <a:gd name="T42" fmla="*/ 924 w 1156"/>
                <a:gd name="T43" fmla="*/ 733 h 995"/>
                <a:gd name="T44" fmla="*/ 863 w 1156"/>
                <a:gd name="T45" fmla="*/ 667 h 995"/>
                <a:gd name="T46" fmla="*/ 855 w 1156"/>
                <a:gd name="T47" fmla="*/ 366 h 995"/>
                <a:gd name="T48" fmla="*/ 768 w 1156"/>
                <a:gd name="T49" fmla="*/ 131 h 995"/>
                <a:gd name="T50" fmla="*/ 432 w 1156"/>
                <a:gd name="T51" fmla="*/ 0 h 995"/>
                <a:gd name="T52" fmla="*/ 114 w 1156"/>
                <a:gd name="T53" fmla="*/ 81 h 995"/>
                <a:gd name="T54" fmla="*/ 168 w 1156"/>
                <a:gd name="T55" fmla="*/ 186 h 995"/>
                <a:gd name="T56" fmla="*/ 71 w 1156"/>
                <a:gd name="T57" fmla="*/ 225 h 995"/>
                <a:gd name="T58" fmla="*/ 141 w 1156"/>
                <a:gd name="T59" fmla="*/ 330 h 995"/>
                <a:gd name="T60" fmla="*/ 222 w 1156"/>
                <a:gd name="T61" fmla="*/ 369 h 995"/>
                <a:gd name="T62" fmla="*/ 167 w 1156"/>
                <a:gd name="T63" fmla="*/ 383 h 995"/>
                <a:gd name="T64" fmla="*/ 80 w 1156"/>
                <a:gd name="T65" fmla="*/ 417 h 995"/>
                <a:gd name="T66" fmla="*/ 51 w 1156"/>
                <a:gd name="T67" fmla="*/ 505 h 995"/>
                <a:gd name="T68" fmla="*/ 51 w 1156"/>
                <a:gd name="T69" fmla="*/ 536 h 995"/>
                <a:gd name="T70" fmla="*/ 146 w 1156"/>
                <a:gd name="T71" fmla="*/ 613 h 995"/>
                <a:gd name="T72" fmla="*/ 161 w 1156"/>
                <a:gd name="T73" fmla="*/ 659 h 995"/>
                <a:gd name="T74" fmla="*/ 176 w 1156"/>
                <a:gd name="T75" fmla="*/ 667 h 995"/>
                <a:gd name="T76" fmla="*/ 220 w 1156"/>
                <a:gd name="T77" fmla="*/ 660 h 995"/>
                <a:gd name="T78" fmla="*/ 245 w 1156"/>
                <a:gd name="T79" fmla="*/ 684 h 995"/>
                <a:gd name="T80" fmla="*/ 264 w 1156"/>
                <a:gd name="T81" fmla="*/ 731 h 995"/>
                <a:gd name="T82" fmla="*/ 185 w 1156"/>
                <a:gd name="T83" fmla="*/ 776 h 995"/>
                <a:gd name="T84" fmla="*/ 27 w 1156"/>
                <a:gd name="T85" fmla="*/ 833 h 995"/>
                <a:gd name="T86" fmla="*/ 9 w 1156"/>
                <a:gd name="T87" fmla="*/ 863 h 995"/>
                <a:gd name="T88" fmla="*/ 65 w 1156"/>
                <a:gd name="T89" fmla="*/ 847 h 995"/>
                <a:gd name="T90" fmla="*/ 119 w 1156"/>
                <a:gd name="T91" fmla="*/ 851 h 995"/>
                <a:gd name="T92" fmla="*/ 159 w 1156"/>
                <a:gd name="T93" fmla="*/ 846 h 995"/>
                <a:gd name="T94" fmla="*/ 196 w 1156"/>
                <a:gd name="T95" fmla="*/ 869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56" h="995">
                  <a:moveTo>
                    <a:pt x="191" y="813"/>
                  </a:moveTo>
                  <a:lnTo>
                    <a:pt x="189" y="827"/>
                  </a:lnTo>
                  <a:lnTo>
                    <a:pt x="192" y="827"/>
                  </a:lnTo>
                  <a:lnTo>
                    <a:pt x="212" y="825"/>
                  </a:lnTo>
                  <a:lnTo>
                    <a:pt x="221" y="823"/>
                  </a:lnTo>
                  <a:lnTo>
                    <a:pt x="231" y="816"/>
                  </a:lnTo>
                  <a:lnTo>
                    <a:pt x="239" y="811"/>
                  </a:lnTo>
                  <a:lnTo>
                    <a:pt x="243" y="810"/>
                  </a:lnTo>
                  <a:lnTo>
                    <a:pt x="250" y="801"/>
                  </a:lnTo>
                  <a:lnTo>
                    <a:pt x="256" y="804"/>
                  </a:lnTo>
                  <a:lnTo>
                    <a:pt x="258" y="800"/>
                  </a:lnTo>
                  <a:lnTo>
                    <a:pt x="269" y="793"/>
                  </a:lnTo>
                  <a:lnTo>
                    <a:pt x="284" y="793"/>
                  </a:lnTo>
                  <a:lnTo>
                    <a:pt x="290" y="786"/>
                  </a:lnTo>
                  <a:lnTo>
                    <a:pt x="300" y="776"/>
                  </a:lnTo>
                  <a:lnTo>
                    <a:pt x="304" y="773"/>
                  </a:lnTo>
                  <a:lnTo>
                    <a:pt x="306" y="768"/>
                  </a:lnTo>
                  <a:lnTo>
                    <a:pt x="330" y="747"/>
                  </a:lnTo>
                  <a:lnTo>
                    <a:pt x="346" y="741"/>
                  </a:lnTo>
                  <a:lnTo>
                    <a:pt x="377" y="729"/>
                  </a:lnTo>
                  <a:lnTo>
                    <a:pt x="387" y="725"/>
                  </a:lnTo>
                  <a:lnTo>
                    <a:pt x="400" y="705"/>
                  </a:lnTo>
                  <a:lnTo>
                    <a:pt x="412" y="704"/>
                  </a:lnTo>
                  <a:lnTo>
                    <a:pt x="423" y="693"/>
                  </a:lnTo>
                  <a:lnTo>
                    <a:pt x="423" y="687"/>
                  </a:lnTo>
                  <a:lnTo>
                    <a:pt x="422" y="680"/>
                  </a:lnTo>
                  <a:lnTo>
                    <a:pt x="413" y="678"/>
                  </a:lnTo>
                  <a:lnTo>
                    <a:pt x="413" y="666"/>
                  </a:lnTo>
                  <a:lnTo>
                    <a:pt x="424" y="666"/>
                  </a:lnTo>
                  <a:lnTo>
                    <a:pt x="424" y="659"/>
                  </a:lnTo>
                  <a:lnTo>
                    <a:pt x="440" y="642"/>
                  </a:lnTo>
                  <a:lnTo>
                    <a:pt x="464" y="618"/>
                  </a:lnTo>
                  <a:lnTo>
                    <a:pt x="477" y="630"/>
                  </a:lnTo>
                  <a:lnTo>
                    <a:pt x="471" y="645"/>
                  </a:lnTo>
                  <a:lnTo>
                    <a:pt x="462" y="669"/>
                  </a:lnTo>
                  <a:lnTo>
                    <a:pt x="467" y="685"/>
                  </a:lnTo>
                  <a:lnTo>
                    <a:pt x="494" y="685"/>
                  </a:lnTo>
                  <a:lnTo>
                    <a:pt x="543" y="671"/>
                  </a:lnTo>
                  <a:lnTo>
                    <a:pt x="555" y="655"/>
                  </a:lnTo>
                  <a:lnTo>
                    <a:pt x="578" y="653"/>
                  </a:lnTo>
                  <a:lnTo>
                    <a:pt x="611" y="667"/>
                  </a:lnTo>
                  <a:lnTo>
                    <a:pt x="632" y="653"/>
                  </a:lnTo>
                  <a:lnTo>
                    <a:pt x="664" y="644"/>
                  </a:lnTo>
                  <a:lnTo>
                    <a:pt x="707" y="667"/>
                  </a:lnTo>
                  <a:lnTo>
                    <a:pt x="699" y="677"/>
                  </a:lnTo>
                  <a:lnTo>
                    <a:pt x="706" y="683"/>
                  </a:lnTo>
                  <a:lnTo>
                    <a:pt x="710" y="681"/>
                  </a:lnTo>
                  <a:lnTo>
                    <a:pt x="720" y="674"/>
                  </a:lnTo>
                  <a:lnTo>
                    <a:pt x="767" y="674"/>
                  </a:lnTo>
                  <a:lnTo>
                    <a:pt x="819" y="696"/>
                  </a:lnTo>
                  <a:lnTo>
                    <a:pt x="819" y="697"/>
                  </a:lnTo>
                  <a:lnTo>
                    <a:pt x="909" y="752"/>
                  </a:lnTo>
                  <a:lnTo>
                    <a:pt x="908" y="757"/>
                  </a:lnTo>
                  <a:lnTo>
                    <a:pt x="950" y="797"/>
                  </a:lnTo>
                  <a:lnTo>
                    <a:pt x="948" y="809"/>
                  </a:lnTo>
                  <a:lnTo>
                    <a:pt x="953" y="812"/>
                  </a:lnTo>
                  <a:lnTo>
                    <a:pt x="957" y="818"/>
                  </a:lnTo>
                  <a:lnTo>
                    <a:pt x="958" y="824"/>
                  </a:lnTo>
                  <a:lnTo>
                    <a:pt x="960" y="829"/>
                  </a:lnTo>
                  <a:lnTo>
                    <a:pt x="970" y="858"/>
                  </a:lnTo>
                  <a:lnTo>
                    <a:pt x="999" y="902"/>
                  </a:lnTo>
                  <a:lnTo>
                    <a:pt x="1006" y="909"/>
                  </a:lnTo>
                  <a:lnTo>
                    <a:pt x="1011" y="917"/>
                  </a:lnTo>
                  <a:lnTo>
                    <a:pt x="1005" y="924"/>
                  </a:lnTo>
                  <a:lnTo>
                    <a:pt x="1019" y="933"/>
                  </a:lnTo>
                  <a:lnTo>
                    <a:pt x="1025" y="923"/>
                  </a:lnTo>
                  <a:lnTo>
                    <a:pt x="1032" y="991"/>
                  </a:lnTo>
                  <a:lnTo>
                    <a:pt x="1132" y="995"/>
                  </a:lnTo>
                  <a:lnTo>
                    <a:pt x="1155" y="966"/>
                  </a:lnTo>
                  <a:lnTo>
                    <a:pt x="1151" y="949"/>
                  </a:lnTo>
                  <a:lnTo>
                    <a:pt x="1156" y="932"/>
                  </a:lnTo>
                  <a:lnTo>
                    <a:pt x="1155" y="921"/>
                  </a:lnTo>
                  <a:lnTo>
                    <a:pt x="1124" y="903"/>
                  </a:lnTo>
                  <a:lnTo>
                    <a:pt x="1108" y="891"/>
                  </a:lnTo>
                  <a:lnTo>
                    <a:pt x="1085" y="849"/>
                  </a:lnTo>
                  <a:lnTo>
                    <a:pt x="1062" y="804"/>
                  </a:lnTo>
                  <a:lnTo>
                    <a:pt x="1058" y="788"/>
                  </a:lnTo>
                  <a:lnTo>
                    <a:pt x="1029" y="757"/>
                  </a:lnTo>
                  <a:lnTo>
                    <a:pt x="1008" y="735"/>
                  </a:lnTo>
                  <a:lnTo>
                    <a:pt x="1010" y="733"/>
                  </a:lnTo>
                  <a:lnTo>
                    <a:pt x="996" y="710"/>
                  </a:lnTo>
                  <a:lnTo>
                    <a:pt x="988" y="713"/>
                  </a:lnTo>
                  <a:lnTo>
                    <a:pt x="970" y="717"/>
                  </a:lnTo>
                  <a:lnTo>
                    <a:pt x="964" y="725"/>
                  </a:lnTo>
                  <a:lnTo>
                    <a:pt x="962" y="734"/>
                  </a:lnTo>
                  <a:lnTo>
                    <a:pt x="958" y="740"/>
                  </a:lnTo>
                  <a:lnTo>
                    <a:pt x="927" y="750"/>
                  </a:lnTo>
                  <a:lnTo>
                    <a:pt x="924" y="733"/>
                  </a:lnTo>
                  <a:lnTo>
                    <a:pt x="894" y="699"/>
                  </a:lnTo>
                  <a:lnTo>
                    <a:pt x="878" y="684"/>
                  </a:lnTo>
                  <a:lnTo>
                    <a:pt x="884" y="668"/>
                  </a:lnTo>
                  <a:lnTo>
                    <a:pt x="863" y="667"/>
                  </a:lnTo>
                  <a:lnTo>
                    <a:pt x="839" y="666"/>
                  </a:lnTo>
                  <a:lnTo>
                    <a:pt x="822" y="665"/>
                  </a:lnTo>
                  <a:lnTo>
                    <a:pt x="832" y="579"/>
                  </a:lnTo>
                  <a:lnTo>
                    <a:pt x="855" y="366"/>
                  </a:lnTo>
                  <a:lnTo>
                    <a:pt x="870" y="225"/>
                  </a:lnTo>
                  <a:lnTo>
                    <a:pt x="878" y="163"/>
                  </a:lnTo>
                  <a:lnTo>
                    <a:pt x="814" y="126"/>
                  </a:lnTo>
                  <a:lnTo>
                    <a:pt x="768" y="131"/>
                  </a:lnTo>
                  <a:lnTo>
                    <a:pt x="627" y="75"/>
                  </a:lnTo>
                  <a:lnTo>
                    <a:pt x="569" y="74"/>
                  </a:lnTo>
                  <a:lnTo>
                    <a:pt x="554" y="49"/>
                  </a:lnTo>
                  <a:lnTo>
                    <a:pt x="432" y="0"/>
                  </a:lnTo>
                  <a:lnTo>
                    <a:pt x="363" y="15"/>
                  </a:lnTo>
                  <a:lnTo>
                    <a:pt x="260" y="29"/>
                  </a:lnTo>
                  <a:lnTo>
                    <a:pt x="186" y="87"/>
                  </a:lnTo>
                  <a:lnTo>
                    <a:pt x="114" y="81"/>
                  </a:lnTo>
                  <a:lnTo>
                    <a:pt x="88" y="108"/>
                  </a:lnTo>
                  <a:lnTo>
                    <a:pt x="126" y="133"/>
                  </a:lnTo>
                  <a:lnTo>
                    <a:pt x="162" y="164"/>
                  </a:lnTo>
                  <a:lnTo>
                    <a:pt x="168" y="186"/>
                  </a:lnTo>
                  <a:lnTo>
                    <a:pt x="198" y="207"/>
                  </a:lnTo>
                  <a:lnTo>
                    <a:pt x="171" y="218"/>
                  </a:lnTo>
                  <a:lnTo>
                    <a:pt x="146" y="213"/>
                  </a:lnTo>
                  <a:lnTo>
                    <a:pt x="71" y="225"/>
                  </a:lnTo>
                  <a:lnTo>
                    <a:pt x="28" y="237"/>
                  </a:lnTo>
                  <a:lnTo>
                    <a:pt x="22" y="240"/>
                  </a:lnTo>
                  <a:lnTo>
                    <a:pt x="66" y="319"/>
                  </a:lnTo>
                  <a:lnTo>
                    <a:pt x="141" y="330"/>
                  </a:lnTo>
                  <a:lnTo>
                    <a:pt x="171" y="348"/>
                  </a:lnTo>
                  <a:lnTo>
                    <a:pt x="189" y="337"/>
                  </a:lnTo>
                  <a:lnTo>
                    <a:pt x="224" y="362"/>
                  </a:lnTo>
                  <a:lnTo>
                    <a:pt x="222" y="369"/>
                  </a:lnTo>
                  <a:lnTo>
                    <a:pt x="226" y="384"/>
                  </a:lnTo>
                  <a:lnTo>
                    <a:pt x="191" y="397"/>
                  </a:lnTo>
                  <a:lnTo>
                    <a:pt x="179" y="384"/>
                  </a:lnTo>
                  <a:lnTo>
                    <a:pt x="167" y="383"/>
                  </a:lnTo>
                  <a:lnTo>
                    <a:pt x="166" y="401"/>
                  </a:lnTo>
                  <a:lnTo>
                    <a:pt x="128" y="396"/>
                  </a:lnTo>
                  <a:lnTo>
                    <a:pt x="117" y="392"/>
                  </a:lnTo>
                  <a:lnTo>
                    <a:pt x="80" y="417"/>
                  </a:lnTo>
                  <a:lnTo>
                    <a:pt x="70" y="433"/>
                  </a:lnTo>
                  <a:lnTo>
                    <a:pt x="46" y="446"/>
                  </a:lnTo>
                  <a:lnTo>
                    <a:pt x="35" y="471"/>
                  </a:lnTo>
                  <a:lnTo>
                    <a:pt x="51" y="505"/>
                  </a:lnTo>
                  <a:lnTo>
                    <a:pt x="60" y="513"/>
                  </a:lnTo>
                  <a:lnTo>
                    <a:pt x="52" y="527"/>
                  </a:lnTo>
                  <a:lnTo>
                    <a:pt x="48" y="531"/>
                  </a:lnTo>
                  <a:lnTo>
                    <a:pt x="51" y="536"/>
                  </a:lnTo>
                  <a:lnTo>
                    <a:pt x="86" y="588"/>
                  </a:lnTo>
                  <a:lnTo>
                    <a:pt x="146" y="590"/>
                  </a:lnTo>
                  <a:lnTo>
                    <a:pt x="150" y="611"/>
                  </a:lnTo>
                  <a:lnTo>
                    <a:pt x="146" y="613"/>
                  </a:lnTo>
                  <a:lnTo>
                    <a:pt x="147" y="645"/>
                  </a:lnTo>
                  <a:lnTo>
                    <a:pt x="134" y="649"/>
                  </a:lnTo>
                  <a:lnTo>
                    <a:pt x="148" y="663"/>
                  </a:lnTo>
                  <a:lnTo>
                    <a:pt x="161" y="659"/>
                  </a:lnTo>
                  <a:lnTo>
                    <a:pt x="165" y="659"/>
                  </a:lnTo>
                  <a:lnTo>
                    <a:pt x="165" y="665"/>
                  </a:lnTo>
                  <a:lnTo>
                    <a:pt x="173" y="667"/>
                  </a:lnTo>
                  <a:lnTo>
                    <a:pt x="176" y="667"/>
                  </a:lnTo>
                  <a:lnTo>
                    <a:pt x="188" y="653"/>
                  </a:lnTo>
                  <a:lnTo>
                    <a:pt x="200" y="657"/>
                  </a:lnTo>
                  <a:lnTo>
                    <a:pt x="208" y="662"/>
                  </a:lnTo>
                  <a:lnTo>
                    <a:pt x="220" y="660"/>
                  </a:lnTo>
                  <a:lnTo>
                    <a:pt x="230" y="685"/>
                  </a:lnTo>
                  <a:lnTo>
                    <a:pt x="231" y="686"/>
                  </a:lnTo>
                  <a:lnTo>
                    <a:pt x="238" y="687"/>
                  </a:lnTo>
                  <a:lnTo>
                    <a:pt x="245" y="684"/>
                  </a:lnTo>
                  <a:lnTo>
                    <a:pt x="246" y="683"/>
                  </a:lnTo>
                  <a:lnTo>
                    <a:pt x="264" y="683"/>
                  </a:lnTo>
                  <a:lnTo>
                    <a:pt x="273" y="698"/>
                  </a:lnTo>
                  <a:lnTo>
                    <a:pt x="264" y="731"/>
                  </a:lnTo>
                  <a:lnTo>
                    <a:pt x="227" y="759"/>
                  </a:lnTo>
                  <a:lnTo>
                    <a:pt x="222" y="761"/>
                  </a:lnTo>
                  <a:lnTo>
                    <a:pt x="210" y="767"/>
                  </a:lnTo>
                  <a:lnTo>
                    <a:pt x="185" y="776"/>
                  </a:lnTo>
                  <a:lnTo>
                    <a:pt x="116" y="798"/>
                  </a:lnTo>
                  <a:lnTo>
                    <a:pt x="94" y="811"/>
                  </a:lnTo>
                  <a:lnTo>
                    <a:pt x="58" y="829"/>
                  </a:lnTo>
                  <a:lnTo>
                    <a:pt x="27" y="833"/>
                  </a:lnTo>
                  <a:lnTo>
                    <a:pt x="16" y="835"/>
                  </a:lnTo>
                  <a:lnTo>
                    <a:pt x="2" y="846"/>
                  </a:lnTo>
                  <a:lnTo>
                    <a:pt x="0" y="849"/>
                  </a:lnTo>
                  <a:lnTo>
                    <a:pt x="9" y="863"/>
                  </a:lnTo>
                  <a:lnTo>
                    <a:pt x="16" y="863"/>
                  </a:lnTo>
                  <a:lnTo>
                    <a:pt x="29" y="855"/>
                  </a:lnTo>
                  <a:lnTo>
                    <a:pt x="64" y="859"/>
                  </a:lnTo>
                  <a:lnTo>
                    <a:pt x="65" y="847"/>
                  </a:lnTo>
                  <a:lnTo>
                    <a:pt x="83" y="847"/>
                  </a:lnTo>
                  <a:lnTo>
                    <a:pt x="83" y="866"/>
                  </a:lnTo>
                  <a:lnTo>
                    <a:pt x="106" y="863"/>
                  </a:lnTo>
                  <a:lnTo>
                    <a:pt x="119" y="851"/>
                  </a:lnTo>
                  <a:lnTo>
                    <a:pt x="136" y="833"/>
                  </a:lnTo>
                  <a:lnTo>
                    <a:pt x="142" y="830"/>
                  </a:lnTo>
                  <a:lnTo>
                    <a:pt x="142" y="848"/>
                  </a:lnTo>
                  <a:lnTo>
                    <a:pt x="159" y="846"/>
                  </a:lnTo>
                  <a:lnTo>
                    <a:pt x="159" y="866"/>
                  </a:lnTo>
                  <a:lnTo>
                    <a:pt x="183" y="860"/>
                  </a:lnTo>
                  <a:lnTo>
                    <a:pt x="191" y="871"/>
                  </a:lnTo>
                  <a:lnTo>
                    <a:pt x="196" y="869"/>
                  </a:lnTo>
                  <a:lnTo>
                    <a:pt x="191" y="845"/>
                  </a:lnTo>
                  <a:lnTo>
                    <a:pt x="173" y="833"/>
                  </a:lnTo>
                  <a:lnTo>
                    <a:pt x="191" y="81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9" name="Freeform 72">
              <a:extLst>
                <a:ext uri="{FF2B5EF4-FFF2-40B4-BE49-F238E27FC236}">
                  <a16:creationId xmlns:a16="http://schemas.microsoft.com/office/drawing/2014/main" id="{A831A275-8612-89B9-6491-EE487A518171}"/>
                </a:ext>
              </a:extLst>
            </p:cNvPr>
            <p:cNvSpPr>
              <a:spLocks noChangeAspect="1"/>
            </p:cNvSpPr>
            <p:nvPr/>
          </p:nvSpPr>
          <p:spPr bwMode="auto">
            <a:xfrm>
              <a:off x="404" y="2693"/>
              <a:ext cx="20" cy="21"/>
            </a:xfrm>
            <a:custGeom>
              <a:avLst/>
              <a:gdLst>
                <a:gd name="T0" fmla="*/ 4 w 115"/>
                <a:gd name="T1" fmla="*/ 65 h 113"/>
                <a:gd name="T2" fmla="*/ 12 w 115"/>
                <a:gd name="T3" fmla="*/ 72 h 113"/>
                <a:gd name="T4" fmla="*/ 12 w 115"/>
                <a:gd name="T5" fmla="*/ 99 h 113"/>
                <a:gd name="T6" fmla="*/ 0 w 115"/>
                <a:gd name="T7" fmla="*/ 108 h 113"/>
                <a:gd name="T8" fmla="*/ 2 w 115"/>
                <a:gd name="T9" fmla="*/ 113 h 113"/>
                <a:gd name="T10" fmla="*/ 31 w 115"/>
                <a:gd name="T11" fmla="*/ 112 h 113"/>
                <a:gd name="T12" fmla="*/ 36 w 115"/>
                <a:gd name="T13" fmla="*/ 107 h 113"/>
                <a:gd name="T14" fmla="*/ 36 w 115"/>
                <a:gd name="T15" fmla="*/ 101 h 113"/>
                <a:gd name="T16" fmla="*/ 85 w 115"/>
                <a:gd name="T17" fmla="*/ 72 h 113"/>
                <a:gd name="T18" fmla="*/ 90 w 115"/>
                <a:gd name="T19" fmla="*/ 76 h 113"/>
                <a:gd name="T20" fmla="*/ 99 w 115"/>
                <a:gd name="T21" fmla="*/ 64 h 113"/>
                <a:gd name="T22" fmla="*/ 94 w 115"/>
                <a:gd name="T23" fmla="*/ 39 h 113"/>
                <a:gd name="T24" fmla="*/ 109 w 115"/>
                <a:gd name="T25" fmla="*/ 38 h 113"/>
                <a:gd name="T26" fmla="*/ 115 w 115"/>
                <a:gd name="T27" fmla="*/ 34 h 113"/>
                <a:gd name="T28" fmla="*/ 115 w 115"/>
                <a:gd name="T29" fmla="*/ 23 h 113"/>
                <a:gd name="T30" fmla="*/ 108 w 115"/>
                <a:gd name="T31" fmla="*/ 23 h 113"/>
                <a:gd name="T32" fmla="*/ 102 w 115"/>
                <a:gd name="T33" fmla="*/ 17 h 113"/>
                <a:gd name="T34" fmla="*/ 105 w 115"/>
                <a:gd name="T35" fmla="*/ 12 h 113"/>
                <a:gd name="T36" fmla="*/ 96 w 115"/>
                <a:gd name="T37" fmla="*/ 0 h 113"/>
                <a:gd name="T38" fmla="*/ 12 w 115"/>
                <a:gd name="T39" fmla="*/ 54 h 113"/>
                <a:gd name="T40" fmla="*/ 4 w 115"/>
                <a:gd name="T41" fmla="*/ 6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 h="113">
                  <a:moveTo>
                    <a:pt x="4" y="65"/>
                  </a:moveTo>
                  <a:lnTo>
                    <a:pt x="12" y="72"/>
                  </a:lnTo>
                  <a:lnTo>
                    <a:pt x="12" y="99"/>
                  </a:lnTo>
                  <a:lnTo>
                    <a:pt x="0" y="108"/>
                  </a:lnTo>
                  <a:lnTo>
                    <a:pt x="2" y="113"/>
                  </a:lnTo>
                  <a:lnTo>
                    <a:pt x="31" y="112"/>
                  </a:lnTo>
                  <a:lnTo>
                    <a:pt x="36" y="107"/>
                  </a:lnTo>
                  <a:lnTo>
                    <a:pt x="36" y="101"/>
                  </a:lnTo>
                  <a:lnTo>
                    <a:pt x="85" y="72"/>
                  </a:lnTo>
                  <a:lnTo>
                    <a:pt x="90" y="76"/>
                  </a:lnTo>
                  <a:lnTo>
                    <a:pt x="99" y="64"/>
                  </a:lnTo>
                  <a:lnTo>
                    <a:pt x="94" y="39"/>
                  </a:lnTo>
                  <a:lnTo>
                    <a:pt x="109" y="38"/>
                  </a:lnTo>
                  <a:lnTo>
                    <a:pt x="115" y="34"/>
                  </a:lnTo>
                  <a:lnTo>
                    <a:pt x="115" y="23"/>
                  </a:lnTo>
                  <a:lnTo>
                    <a:pt x="108" y="23"/>
                  </a:lnTo>
                  <a:lnTo>
                    <a:pt x="102" y="17"/>
                  </a:lnTo>
                  <a:lnTo>
                    <a:pt x="105" y="12"/>
                  </a:lnTo>
                  <a:lnTo>
                    <a:pt x="96" y="0"/>
                  </a:lnTo>
                  <a:lnTo>
                    <a:pt x="12" y="54"/>
                  </a:lnTo>
                  <a:lnTo>
                    <a:pt x="4" y="6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0" name="Freeform 73">
              <a:extLst>
                <a:ext uri="{FF2B5EF4-FFF2-40B4-BE49-F238E27FC236}">
                  <a16:creationId xmlns:a16="http://schemas.microsoft.com/office/drawing/2014/main" id="{88A99D80-B25F-4F12-C443-AA009BFB2EB7}"/>
                </a:ext>
              </a:extLst>
            </p:cNvPr>
            <p:cNvSpPr>
              <a:spLocks noChangeAspect="1"/>
            </p:cNvSpPr>
            <p:nvPr/>
          </p:nvSpPr>
          <p:spPr bwMode="auto">
            <a:xfrm>
              <a:off x="313" y="2721"/>
              <a:ext cx="30" cy="11"/>
            </a:xfrm>
            <a:custGeom>
              <a:avLst/>
              <a:gdLst>
                <a:gd name="T0" fmla="*/ 115 w 168"/>
                <a:gd name="T1" fmla="*/ 12 h 60"/>
                <a:gd name="T2" fmla="*/ 111 w 168"/>
                <a:gd name="T3" fmla="*/ 10 h 60"/>
                <a:gd name="T4" fmla="*/ 95 w 168"/>
                <a:gd name="T5" fmla="*/ 7 h 60"/>
                <a:gd name="T6" fmla="*/ 83 w 168"/>
                <a:gd name="T7" fmla="*/ 10 h 60"/>
                <a:gd name="T8" fmla="*/ 83 w 168"/>
                <a:gd name="T9" fmla="*/ 12 h 60"/>
                <a:gd name="T10" fmla="*/ 80 w 168"/>
                <a:gd name="T11" fmla="*/ 13 h 60"/>
                <a:gd name="T12" fmla="*/ 79 w 168"/>
                <a:gd name="T13" fmla="*/ 15 h 60"/>
                <a:gd name="T14" fmla="*/ 80 w 168"/>
                <a:gd name="T15" fmla="*/ 18 h 60"/>
                <a:gd name="T16" fmla="*/ 81 w 168"/>
                <a:gd name="T17" fmla="*/ 19 h 60"/>
                <a:gd name="T18" fmla="*/ 81 w 168"/>
                <a:gd name="T19" fmla="*/ 22 h 60"/>
                <a:gd name="T20" fmla="*/ 80 w 168"/>
                <a:gd name="T21" fmla="*/ 25 h 60"/>
                <a:gd name="T22" fmla="*/ 78 w 168"/>
                <a:gd name="T23" fmla="*/ 25 h 60"/>
                <a:gd name="T24" fmla="*/ 77 w 168"/>
                <a:gd name="T25" fmla="*/ 30 h 60"/>
                <a:gd name="T26" fmla="*/ 74 w 168"/>
                <a:gd name="T27" fmla="*/ 31 h 60"/>
                <a:gd name="T28" fmla="*/ 72 w 168"/>
                <a:gd name="T29" fmla="*/ 30 h 60"/>
                <a:gd name="T30" fmla="*/ 69 w 168"/>
                <a:gd name="T31" fmla="*/ 32 h 60"/>
                <a:gd name="T32" fmla="*/ 67 w 168"/>
                <a:gd name="T33" fmla="*/ 31 h 60"/>
                <a:gd name="T34" fmla="*/ 61 w 168"/>
                <a:gd name="T35" fmla="*/ 33 h 60"/>
                <a:gd name="T36" fmla="*/ 59 w 168"/>
                <a:gd name="T37" fmla="*/ 33 h 60"/>
                <a:gd name="T38" fmla="*/ 60 w 168"/>
                <a:gd name="T39" fmla="*/ 32 h 60"/>
                <a:gd name="T40" fmla="*/ 61 w 168"/>
                <a:gd name="T41" fmla="*/ 28 h 60"/>
                <a:gd name="T42" fmla="*/ 60 w 168"/>
                <a:gd name="T43" fmla="*/ 26 h 60"/>
                <a:gd name="T44" fmla="*/ 54 w 168"/>
                <a:gd name="T45" fmla="*/ 22 h 60"/>
                <a:gd name="T46" fmla="*/ 47 w 168"/>
                <a:gd name="T47" fmla="*/ 21 h 60"/>
                <a:gd name="T48" fmla="*/ 38 w 168"/>
                <a:gd name="T49" fmla="*/ 24 h 60"/>
                <a:gd name="T50" fmla="*/ 33 w 168"/>
                <a:gd name="T51" fmla="*/ 31 h 60"/>
                <a:gd name="T52" fmla="*/ 27 w 168"/>
                <a:gd name="T53" fmla="*/ 32 h 60"/>
                <a:gd name="T54" fmla="*/ 20 w 168"/>
                <a:gd name="T55" fmla="*/ 37 h 60"/>
                <a:gd name="T56" fmla="*/ 18 w 168"/>
                <a:gd name="T57" fmla="*/ 40 h 60"/>
                <a:gd name="T58" fmla="*/ 6 w 168"/>
                <a:gd name="T59" fmla="*/ 48 h 60"/>
                <a:gd name="T60" fmla="*/ 3 w 168"/>
                <a:gd name="T61" fmla="*/ 50 h 60"/>
                <a:gd name="T62" fmla="*/ 0 w 168"/>
                <a:gd name="T63" fmla="*/ 56 h 60"/>
                <a:gd name="T64" fmla="*/ 0 w 168"/>
                <a:gd name="T65" fmla="*/ 60 h 60"/>
                <a:gd name="T66" fmla="*/ 3 w 168"/>
                <a:gd name="T67" fmla="*/ 60 h 60"/>
                <a:gd name="T68" fmla="*/ 17 w 168"/>
                <a:gd name="T69" fmla="*/ 56 h 60"/>
                <a:gd name="T70" fmla="*/ 20 w 168"/>
                <a:gd name="T71" fmla="*/ 56 h 60"/>
                <a:gd name="T72" fmla="*/ 26 w 168"/>
                <a:gd name="T73" fmla="*/ 52 h 60"/>
                <a:gd name="T74" fmla="*/ 31 w 168"/>
                <a:gd name="T75" fmla="*/ 55 h 60"/>
                <a:gd name="T76" fmla="*/ 35 w 168"/>
                <a:gd name="T77" fmla="*/ 52 h 60"/>
                <a:gd name="T78" fmla="*/ 36 w 168"/>
                <a:gd name="T79" fmla="*/ 48 h 60"/>
                <a:gd name="T80" fmla="*/ 42 w 168"/>
                <a:gd name="T81" fmla="*/ 45 h 60"/>
                <a:gd name="T82" fmla="*/ 48 w 168"/>
                <a:gd name="T83" fmla="*/ 43 h 60"/>
                <a:gd name="T84" fmla="*/ 56 w 168"/>
                <a:gd name="T85" fmla="*/ 45 h 60"/>
                <a:gd name="T86" fmla="*/ 65 w 168"/>
                <a:gd name="T87" fmla="*/ 46 h 60"/>
                <a:gd name="T88" fmla="*/ 79 w 168"/>
                <a:gd name="T89" fmla="*/ 40 h 60"/>
                <a:gd name="T90" fmla="*/ 92 w 168"/>
                <a:gd name="T91" fmla="*/ 42 h 60"/>
                <a:gd name="T92" fmla="*/ 97 w 168"/>
                <a:gd name="T93" fmla="*/ 39 h 60"/>
                <a:gd name="T94" fmla="*/ 105 w 168"/>
                <a:gd name="T95" fmla="*/ 33 h 60"/>
                <a:gd name="T96" fmla="*/ 117 w 168"/>
                <a:gd name="T97" fmla="*/ 28 h 60"/>
                <a:gd name="T98" fmla="*/ 122 w 168"/>
                <a:gd name="T99" fmla="*/ 25 h 60"/>
                <a:gd name="T100" fmla="*/ 122 w 168"/>
                <a:gd name="T101" fmla="*/ 20 h 60"/>
                <a:gd name="T102" fmla="*/ 157 w 168"/>
                <a:gd name="T103" fmla="*/ 21 h 60"/>
                <a:gd name="T104" fmla="*/ 167 w 168"/>
                <a:gd name="T105" fmla="*/ 13 h 60"/>
                <a:gd name="T106" fmla="*/ 168 w 168"/>
                <a:gd name="T107" fmla="*/ 10 h 60"/>
                <a:gd name="T108" fmla="*/ 163 w 168"/>
                <a:gd name="T109" fmla="*/ 8 h 60"/>
                <a:gd name="T110" fmla="*/ 139 w 168"/>
                <a:gd name="T111" fmla="*/ 0 h 60"/>
                <a:gd name="T112" fmla="*/ 125 w 168"/>
                <a:gd name="T113" fmla="*/ 1 h 60"/>
                <a:gd name="T114" fmla="*/ 119 w 168"/>
                <a:gd name="T115" fmla="*/ 4 h 60"/>
                <a:gd name="T116" fmla="*/ 115 w 168"/>
                <a:gd name="T117"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 h="60">
                  <a:moveTo>
                    <a:pt x="115" y="12"/>
                  </a:moveTo>
                  <a:lnTo>
                    <a:pt x="111" y="10"/>
                  </a:lnTo>
                  <a:lnTo>
                    <a:pt x="95" y="7"/>
                  </a:lnTo>
                  <a:lnTo>
                    <a:pt x="83" y="10"/>
                  </a:lnTo>
                  <a:lnTo>
                    <a:pt x="83" y="12"/>
                  </a:lnTo>
                  <a:lnTo>
                    <a:pt x="80" y="13"/>
                  </a:lnTo>
                  <a:lnTo>
                    <a:pt x="79" y="15"/>
                  </a:lnTo>
                  <a:lnTo>
                    <a:pt x="80" y="18"/>
                  </a:lnTo>
                  <a:lnTo>
                    <a:pt x="81" y="19"/>
                  </a:lnTo>
                  <a:lnTo>
                    <a:pt x="81" y="22"/>
                  </a:lnTo>
                  <a:lnTo>
                    <a:pt x="80" y="25"/>
                  </a:lnTo>
                  <a:lnTo>
                    <a:pt x="78" y="25"/>
                  </a:lnTo>
                  <a:lnTo>
                    <a:pt x="77" y="30"/>
                  </a:lnTo>
                  <a:lnTo>
                    <a:pt x="74" y="31"/>
                  </a:lnTo>
                  <a:lnTo>
                    <a:pt x="72" y="30"/>
                  </a:lnTo>
                  <a:lnTo>
                    <a:pt x="69" y="32"/>
                  </a:lnTo>
                  <a:lnTo>
                    <a:pt x="67" y="31"/>
                  </a:lnTo>
                  <a:lnTo>
                    <a:pt x="61" y="33"/>
                  </a:lnTo>
                  <a:lnTo>
                    <a:pt x="59" y="33"/>
                  </a:lnTo>
                  <a:lnTo>
                    <a:pt x="60" y="32"/>
                  </a:lnTo>
                  <a:lnTo>
                    <a:pt x="61" y="28"/>
                  </a:lnTo>
                  <a:lnTo>
                    <a:pt x="60" y="26"/>
                  </a:lnTo>
                  <a:lnTo>
                    <a:pt x="54" y="22"/>
                  </a:lnTo>
                  <a:lnTo>
                    <a:pt x="47" y="21"/>
                  </a:lnTo>
                  <a:lnTo>
                    <a:pt x="38" y="24"/>
                  </a:lnTo>
                  <a:lnTo>
                    <a:pt x="33" y="31"/>
                  </a:lnTo>
                  <a:lnTo>
                    <a:pt x="27" y="32"/>
                  </a:lnTo>
                  <a:lnTo>
                    <a:pt x="20" y="37"/>
                  </a:lnTo>
                  <a:lnTo>
                    <a:pt x="18" y="40"/>
                  </a:lnTo>
                  <a:lnTo>
                    <a:pt x="6" y="48"/>
                  </a:lnTo>
                  <a:lnTo>
                    <a:pt x="3" y="50"/>
                  </a:lnTo>
                  <a:lnTo>
                    <a:pt x="0" y="56"/>
                  </a:lnTo>
                  <a:lnTo>
                    <a:pt x="0" y="60"/>
                  </a:lnTo>
                  <a:lnTo>
                    <a:pt x="3" y="60"/>
                  </a:lnTo>
                  <a:lnTo>
                    <a:pt x="17" y="56"/>
                  </a:lnTo>
                  <a:lnTo>
                    <a:pt x="20" y="56"/>
                  </a:lnTo>
                  <a:lnTo>
                    <a:pt x="26" y="52"/>
                  </a:lnTo>
                  <a:lnTo>
                    <a:pt x="31" y="55"/>
                  </a:lnTo>
                  <a:lnTo>
                    <a:pt x="35" y="52"/>
                  </a:lnTo>
                  <a:lnTo>
                    <a:pt x="36" y="48"/>
                  </a:lnTo>
                  <a:lnTo>
                    <a:pt x="42" y="45"/>
                  </a:lnTo>
                  <a:lnTo>
                    <a:pt x="48" y="43"/>
                  </a:lnTo>
                  <a:lnTo>
                    <a:pt x="56" y="45"/>
                  </a:lnTo>
                  <a:lnTo>
                    <a:pt x="65" y="46"/>
                  </a:lnTo>
                  <a:lnTo>
                    <a:pt x="79" y="40"/>
                  </a:lnTo>
                  <a:lnTo>
                    <a:pt x="92" y="42"/>
                  </a:lnTo>
                  <a:lnTo>
                    <a:pt x="97" y="39"/>
                  </a:lnTo>
                  <a:lnTo>
                    <a:pt x="105" y="33"/>
                  </a:lnTo>
                  <a:lnTo>
                    <a:pt x="117" y="28"/>
                  </a:lnTo>
                  <a:lnTo>
                    <a:pt x="122" y="25"/>
                  </a:lnTo>
                  <a:lnTo>
                    <a:pt x="122" y="20"/>
                  </a:lnTo>
                  <a:lnTo>
                    <a:pt x="157" y="21"/>
                  </a:lnTo>
                  <a:lnTo>
                    <a:pt x="167" y="13"/>
                  </a:lnTo>
                  <a:lnTo>
                    <a:pt x="168" y="10"/>
                  </a:lnTo>
                  <a:lnTo>
                    <a:pt x="163" y="8"/>
                  </a:lnTo>
                  <a:lnTo>
                    <a:pt x="139" y="0"/>
                  </a:lnTo>
                  <a:lnTo>
                    <a:pt x="125" y="1"/>
                  </a:lnTo>
                  <a:lnTo>
                    <a:pt x="119" y="4"/>
                  </a:lnTo>
                  <a:lnTo>
                    <a:pt x="115" y="1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1" name="Freeform 74">
              <a:extLst>
                <a:ext uri="{FF2B5EF4-FFF2-40B4-BE49-F238E27FC236}">
                  <a16:creationId xmlns:a16="http://schemas.microsoft.com/office/drawing/2014/main" id="{DDEDC31A-F04B-3A46-FFFC-7C7F608EB48F}"/>
                </a:ext>
              </a:extLst>
            </p:cNvPr>
            <p:cNvSpPr>
              <a:spLocks noChangeAspect="1"/>
            </p:cNvSpPr>
            <p:nvPr/>
          </p:nvSpPr>
          <p:spPr bwMode="auto">
            <a:xfrm>
              <a:off x="320" y="2625"/>
              <a:ext cx="18" cy="11"/>
            </a:xfrm>
            <a:custGeom>
              <a:avLst/>
              <a:gdLst>
                <a:gd name="T0" fmla="*/ 0 w 99"/>
                <a:gd name="T1" fmla="*/ 25 h 65"/>
                <a:gd name="T2" fmla="*/ 8 w 99"/>
                <a:gd name="T3" fmla="*/ 0 h 65"/>
                <a:gd name="T4" fmla="*/ 61 w 99"/>
                <a:gd name="T5" fmla="*/ 24 h 65"/>
                <a:gd name="T6" fmla="*/ 99 w 99"/>
                <a:gd name="T7" fmla="*/ 48 h 65"/>
                <a:gd name="T8" fmla="*/ 89 w 99"/>
                <a:gd name="T9" fmla="*/ 65 h 65"/>
                <a:gd name="T10" fmla="*/ 66 w 99"/>
                <a:gd name="T11" fmla="*/ 65 h 65"/>
                <a:gd name="T12" fmla="*/ 0 w 99"/>
                <a:gd name="T13" fmla="*/ 25 h 65"/>
              </a:gdLst>
              <a:ahLst/>
              <a:cxnLst>
                <a:cxn ang="0">
                  <a:pos x="T0" y="T1"/>
                </a:cxn>
                <a:cxn ang="0">
                  <a:pos x="T2" y="T3"/>
                </a:cxn>
                <a:cxn ang="0">
                  <a:pos x="T4" y="T5"/>
                </a:cxn>
                <a:cxn ang="0">
                  <a:pos x="T6" y="T7"/>
                </a:cxn>
                <a:cxn ang="0">
                  <a:pos x="T8" y="T9"/>
                </a:cxn>
                <a:cxn ang="0">
                  <a:pos x="T10" y="T11"/>
                </a:cxn>
                <a:cxn ang="0">
                  <a:pos x="T12" y="T13"/>
                </a:cxn>
              </a:cxnLst>
              <a:rect l="0" t="0" r="r" b="b"/>
              <a:pathLst>
                <a:path w="99" h="65">
                  <a:moveTo>
                    <a:pt x="0" y="25"/>
                  </a:moveTo>
                  <a:lnTo>
                    <a:pt x="8" y="0"/>
                  </a:lnTo>
                  <a:lnTo>
                    <a:pt x="61" y="24"/>
                  </a:lnTo>
                  <a:lnTo>
                    <a:pt x="99" y="48"/>
                  </a:lnTo>
                  <a:lnTo>
                    <a:pt x="89" y="65"/>
                  </a:lnTo>
                  <a:lnTo>
                    <a:pt x="66" y="65"/>
                  </a:lnTo>
                  <a:lnTo>
                    <a:pt x="0" y="2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2" name="Freeform 75">
              <a:extLst>
                <a:ext uri="{FF2B5EF4-FFF2-40B4-BE49-F238E27FC236}">
                  <a16:creationId xmlns:a16="http://schemas.microsoft.com/office/drawing/2014/main" id="{3921F362-6F4F-317D-9F63-8B0880DEF140}"/>
                </a:ext>
              </a:extLst>
            </p:cNvPr>
            <p:cNvSpPr>
              <a:spLocks noChangeAspect="1"/>
            </p:cNvSpPr>
            <p:nvPr/>
          </p:nvSpPr>
          <p:spPr bwMode="auto">
            <a:xfrm>
              <a:off x="259" y="2727"/>
              <a:ext cx="32" cy="7"/>
            </a:xfrm>
            <a:custGeom>
              <a:avLst/>
              <a:gdLst>
                <a:gd name="T0" fmla="*/ 0 w 181"/>
                <a:gd name="T1" fmla="*/ 17 h 38"/>
                <a:gd name="T2" fmla="*/ 11 w 181"/>
                <a:gd name="T3" fmla="*/ 24 h 38"/>
                <a:gd name="T4" fmla="*/ 37 w 181"/>
                <a:gd name="T5" fmla="*/ 31 h 38"/>
                <a:gd name="T6" fmla="*/ 41 w 181"/>
                <a:gd name="T7" fmla="*/ 33 h 38"/>
                <a:gd name="T8" fmla="*/ 52 w 181"/>
                <a:gd name="T9" fmla="*/ 30 h 38"/>
                <a:gd name="T10" fmla="*/ 65 w 181"/>
                <a:gd name="T11" fmla="*/ 29 h 38"/>
                <a:gd name="T12" fmla="*/ 66 w 181"/>
                <a:gd name="T13" fmla="*/ 27 h 38"/>
                <a:gd name="T14" fmla="*/ 74 w 181"/>
                <a:gd name="T15" fmla="*/ 29 h 38"/>
                <a:gd name="T16" fmla="*/ 85 w 181"/>
                <a:gd name="T17" fmla="*/ 24 h 38"/>
                <a:gd name="T18" fmla="*/ 112 w 181"/>
                <a:gd name="T19" fmla="*/ 25 h 38"/>
                <a:gd name="T20" fmla="*/ 131 w 181"/>
                <a:gd name="T21" fmla="*/ 30 h 38"/>
                <a:gd name="T22" fmla="*/ 142 w 181"/>
                <a:gd name="T23" fmla="*/ 29 h 38"/>
                <a:gd name="T24" fmla="*/ 157 w 181"/>
                <a:gd name="T25" fmla="*/ 36 h 38"/>
                <a:gd name="T26" fmla="*/ 179 w 181"/>
                <a:gd name="T27" fmla="*/ 38 h 38"/>
                <a:gd name="T28" fmla="*/ 181 w 181"/>
                <a:gd name="T29" fmla="*/ 35 h 38"/>
                <a:gd name="T30" fmla="*/ 181 w 181"/>
                <a:gd name="T31" fmla="*/ 32 h 38"/>
                <a:gd name="T32" fmla="*/ 161 w 181"/>
                <a:gd name="T33" fmla="*/ 24 h 38"/>
                <a:gd name="T34" fmla="*/ 154 w 181"/>
                <a:gd name="T35" fmla="*/ 24 h 38"/>
                <a:gd name="T36" fmla="*/ 145 w 181"/>
                <a:gd name="T37" fmla="*/ 21 h 38"/>
                <a:gd name="T38" fmla="*/ 149 w 181"/>
                <a:gd name="T39" fmla="*/ 17 h 38"/>
                <a:gd name="T40" fmla="*/ 149 w 181"/>
                <a:gd name="T41" fmla="*/ 9 h 38"/>
                <a:gd name="T42" fmla="*/ 140 w 181"/>
                <a:gd name="T43" fmla="*/ 6 h 38"/>
                <a:gd name="T44" fmla="*/ 133 w 181"/>
                <a:gd name="T45" fmla="*/ 8 h 38"/>
                <a:gd name="T46" fmla="*/ 128 w 181"/>
                <a:gd name="T47" fmla="*/ 13 h 38"/>
                <a:gd name="T48" fmla="*/ 98 w 181"/>
                <a:gd name="T49" fmla="*/ 17 h 38"/>
                <a:gd name="T50" fmla="*/ 83 w 181"/>
                <a:gd name="T51" fmla="*/ 12 h 38"/>
                <a:gd name="T52" fmla="*/ 80 w 181"/>
                <a:gd name="T53" fmla="*/ 12 h 38"/>
                <a:gd name="T54" fmla="*/ 79 w 181"/>
                <a:gd name="T55" fmla="*/ 8 h 38"/>
                <a:gd name="T56" fmla="*/ 72 w 181"/>
                <a:gd name="T57" fmla="*/ 6 h 38"/>
                <a:gd name="T58" fmla="*/ 58 w 181"/>
                <a:gd name="T59" fmla="*/ 8 h 38"/>
                <a:gd name="T60" fmla="*/ 50 w 181"/>
                <a:gd name="T61" fmla="*/ 8 h 38"/>
                <a:gd name="T62" fmla="*/ 37 w 181"/>
                <a:gd name="T63" fmla="*/ 6 h 38"/>
                <a:gd name="T64" fmla="*/ 23 w 181"/>
                <a:gd name="T65" fmla="*/ 8 h 38"/>
                <a:gd name="T66" fmla="*/ 13 w 181"/>
                <a:gd name="T67" fmla="*/ 1 h 38"/>
                <a:gd name="T68" fmla="*/ 2 w 181"/>
                <a:gd name="T69" fmla="*/ 0 h 38"/>
                <a:gd name="T70" fmla="*/ 0 w 181"/>
                <a:gd name="T71"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38">
                  <a:moveTo>
                    <a:pt x="0" y="17"/>
                  </a:moveTo>
                  <a:lnTo>
                    <a:pt x="11" y="24"/>
                  </a:lnTo>
                  <a:lnTo>
                    <a:pt x="37" y="31"/>
                  </a:lnTo>
                  <a:lnTo>
                    <a:pt x="41" y="33"/>
                  </a:lnTo>
                  <a:lnTo>
                    <a:pt x="52" y="30"/>
                  </a:lnTo>
                  <a:lnTo>
                    <a:pt x="65" y="29"/>
                  </a:lnTo>
                  <a:lnTo>
                    <a:pt x="66" y="27"/>
                  </a:lnTo>
                  <a:lnTo>
                    <a:pt x="74" y="29"/>
                  </a:lnTo>
                  <a:lnTo>
                    <a:pt x="85" y="24"/>
                  </a:lnTo>
                  <a:lnTo>
                    <a:pt x="112" y="25"/>
                  </a:lnTo>
                  <a:lnTo>
                    <a:pt x="131" y="30"/>
                  </a:lnTo>
                  <a:lnTo>
                    <a:pt x="142" y="29"/>
                  </a:lnTo>
                  <a:lnTo>
                    <a:pt x="157" y="36"/>
                  </a:lnTo>
                  <a:lnTo>
                    <a:pt x="179" y="38"/>
                  </a:lnTo>
                  <a:lnTo>
                    <a:pt x="181" y="35"/>
                  </a:lnTo>
                  <a:lnTo>
                    <a:pt x="181" y="32"/>
                  </a:lnTo>
                  <a:lnTo>
                    <a:pt x="161" y="24"/>
                  </a:lnTo>
                  <a:lnTo>
                    <a:pt x="154" y="24"/>
                  </a:lnTo>
                  <a:lnTo>
                    <a:pt x="145" y="21"/>
                  </a:lnTo>
                  <a:lnTo>
                    <a:pt x="149" y="17"/>
                  </a:lnTo>
                  <a:lnTo>
                    <a:pt x="149" y="9"/>
                  </a:lnTo>
                  <a:lnTo>
                    <a:pt x="140" y="6"/>
                  </a:lnTo>
                  <a:lnTo>
                    <a:pt x="133" y="8"/>
                  </a:lnTo>
                  <a:lnTo>
                    <a:pt x="128" y="13"/>
                  </a:lnTo>
                  <a:lnTo>
                    <a:pt x="98" y="17"/>
                  </a:lnTo>
                  <a:lnTo>
                    <a:pt x="83" y="12"/>
                  </a:lnTo>
                  <a:lnTo>
                    <a:pt x="80" y="12"/>
                  </a:lnTo>
                  <a:lnTo>
                    <a:pt x="79" y="8"/>
                  </a:lnTo>
                  <a:lnTo>
                    <a:pt x="72" y="6"/>
                  </a:lnTo>
                  <a:lnTo>
                    <a:pt x="58" y="8"/>
                  </a:lnTo>
                  <a:lnTo>
                    <a:pt x="50" y="8"/>
                  </a:lnTo>
                  <a:lnTo>
                    <a:pt x="37" y="6"/>
                  </a:lnTo>
                  <a:lnTo>
                    <a:pt x="23" y="8"/>
                  </a:lnTo>
                  <a:lnTo>
                    <a:pt x="13" y="1"/>
                  </a:lnTo>
                  <a:lnTo>
                    <a:pt x="2" y="0"/>
                  </a:lnTo>
                  <a:lnTo>
                    <a:pt x="0" y="1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3" name="Freeform 76">
              <a:extLst>
                <a:ext uri="{FF2B5EF4-FFF2-40B4-BE49-F238E27FC236}">
                  <a16:creationId xmlns:a16="http://schemas.microsoft.com/office/drawing/2014/main" id="{424319D8-AF6A-1A13-8101-24906A4B0C36}"/>
                </a:ext>
              </a:extLst>
            </p:cNvPr>
            <p:cNvSpPr>
              <a:spLocks noChangeAspect="1"/>
            </p:cNvSpPr>
            <p:nvPr/>
          </p:nvSpPr>
          <p:spPr bwMode="auto">
            <a:xfrm>
              <a:off x="338" y="2663"/>
              <a:ext cx="11" cy="7"/>
            </a:xfrm>
            <a:custGeom>
              <a:avLst/>
              <a:gdLst>
                <a:gd name="T0" fmla="*/ 0 w 61"/>
                <a:gd name="T1" fmla="*/ 7 h 39"/>
                <a:gd name="T2" fmla="*/ 47 w 61"/>
                <a:gd name="T3" fmla="*/ 0 h 39"/>
                <a:gd name="T4" fmla="*/ 58 w 61"/>
                <a:gd name="T5" fmla="*/ 8 h 39"/>
                <a:gd name="T6" fmla="*/ 61 w 61"/>
                <a:gd name="T7" fmla="*/ 29 h 39"/>
                <a:gd name="T8" fmla="*/ 61 w 61"/>
                <a:gd name="T9" fmla="*/ 39 h 39"/>
                <a:gd name="T10" fmla="*/ 36 w 61"/>
                <a:gd name="T11" fmla="*/ 39 h 39"/>
                <a:gd name="T12" fmla="*/ 6 w 61"/>
                <a:gd name="T13" fmla="*/ 20 h 39"/>
                <a:gd name="T14" fmla="*/ 0 w 61"/>
                <a:gd name="T15" fmla="*/ 7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7"/>
                  </a:moveTo>
                  <a:lnTo>
                    <a:pt x="47" y="0"/>
                  </a:lnTo>
                  <a:lnTo>
                    <a:pt x="58" y="8"/>
                  </a:lnTo>
                  <a:lnTo>
                    <a:pt x="61" y="29"/>
                  </a:lnTo>
                  <a:lnTo>
                    <a:pt x="61" y="39"/>
                  </a:lnTo>
                  <a:lnTo>
                    <a:pt x="36" y="39"/>
                  </a:lnTo>
                  <a:lnTo>
                    <a:pt x="6" y="20"/>
                  </a:lnTo>
                  <a:lnTo>
                    <a:pt x="0" y="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4" name="Freeform 77">
              <a:extLst>
                <a:ext uri="{FF2B5EF4-FFF2-40B4-BE49-F238E27FC236}">
                  <a16:creationId xmlns:a16="http://schemas.microsoft.com/office/drawing/2014/main" id="{440E291E-611E-44C7-7DBA-A7514CCB7AC9}"/>
                </a:ext>
              </a:extLst>
            </p:cNvPr>
            <p:cNvSpPr>
              <a:spLocks noChangeAspect="1"/>
            </p:cNvSpPr>
            <p:nvPr/>
          </p:nvSpPr>
          <p:spPr bwMode="auto">
            <a:xfrm>
              <a:off x="288" y="2724"/>
              <a:ext cx="8" cy="4"/>
            </a:xfrm>
            <a:custGeom>
              <a:avLst/>
              <a:gdLst>
                <a:gd name="T0" fmla="*/ 0 w 42"/>
                <a:gd name="T1" fmla="*/ 9 h 21"/>
                <a:gd name="T2" fmla="*/ 1 w 42"/>
                <a:gd name="T3" fmla="*/ 7 h 21"/>
                <a:gd name="T4" fmla="*/ 15 w 42"/>
                <a:gd name="T5" fmla="*/ 0 h 21"/>
                <a:gd name="T6" fmla="*/ 33 w 42"/>
                <a:gd name="T7" fmla="*/ 3 h 21"/>
                <a:gd name="T8" fmla="*/ 42 w 42"/>
                <a:gd name="T9" fmla="*/ 10 h 21"/>
                <a:gd name="T10" fmla="*/ 42 w 42"/>
                <a:gd name="T11" fmla="*/ 12 h 21"/>
                <a:gd name="T12" fmla="*/ 27 w 42"/>
                <a:gd name="T13" fmla="*/ 18 h 21"/>
                <a:gd name="T14" fmla="*/ 19 w 42"/>
                <a:gd name="T15" fmla="*/ 21 h 21"/>
                <a:gd name="T16" fmla="*/ 16 w 42"/>
                <a:gd name="T17" fmla="*/ 16 h 21"/>
                <a:gd name="T18" fmla="*/ 4 w 42"/>
                <a:gd name="T19" fmla="*/ 16 h 21"/>
                <a:gd name="T20" fmla="*/ 0 w 42"/>
                <a:gd name="T21"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1">
                  <a:moveTo>
                    <a:pt x="0" y="9"/>
                  </a:moveTo>
                  <a:lnTo>
                    <a:pt x="1" y="7"/>
                  </a:lnTo>
                  <a:lnTo>
                    <a:pt x="15" y="0"/>
                  </a:lnTo>
                  <a:lnTo>
                    <a:pt x="33" y="3"/>
                  </a:lnTo>
                  <a:lnTo>
                    <a:pt x="42" y="10"/>
                  </a:lnTo>
                  <a:lnTo>
                    <a:pt x="42" y="12"/>
                  </a:lnTo>
                  <a:lnTo>
                    <a:pt x="27" y="18"/>
                  </a:lnTo>
                  <a:lnTo>
                    <a:pt x="19" y="21"/>
                  </a:lnTo>
                  <a:lnTo>
                    <a:pt x="16" y="16"/>
                  </a:lnTo>
                  <a:lnTo>
                    <a:pt x="4" y="16"/>
                  </a:lnTo>
                  <a:lnTo>
                    <a:pt x="0" y="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5" name="Freeform 78">
              <a:extLst>
                <a:ext uri="{FF2B5EF4-FFF2-40B4-BE49-F238E27FC236}">
                  <a16:creationId xmlns:a16="http://schemas.microsoft.com/office/drawing/2014/main" id="{B6471C38-EDC0-B6DF-18FB-18D093585F8E}"/>
                </a:ext>
              </a:extLst>
            </p:cNvPr>
            <p:cNvSpPr>
              <a:spLocks noChangeAspect="1"/>
            </p:cNvSpPr>
            <p:nvPr/>
          </p:nvSpPr>
          <p:spPr bwMode="auto">
            <a:xfrm>
              <a:off x="308" y="2727"/>
              <a:ext cx="4" cy="5"/>
            </a:xfrm>
            <a:custGeom>
              <a:avLst/>
              <a:gdLst>
                <a:gd name="T0" fmla="*/ 0 w 25"/>
                <a:gd name="T1" fmla="*/ 18 h 23"/>
                <a:gd name="T2" fmla="*/ 1 w 25"/>
                <a:gd name="T3" fmla="*/ 22 h 23"/>
                <a:gd name="T4" fmla="*/ 4 w 25"/>
                <a:gd name="T5" fmla="*/ 23 h 23"/>
                <a:gd name="T6" fmla="*/ 9 w 25"/>
                <a:gd name="T7" fmla="*/ 21 h 23"/>
                <a:gd name="T8" fmla="*/ 16 w 25"/>
                <a:gd name="T9" fmla="*/ 22 h 23"/>
                <a:gd name="T10" fmla="*/ 20 w 25"/>
                <a:gd name="T11" fmla="*/ 22 h 23"/>
                <a:gd name="T12" fmla="*/ 22 w 25"/>
                <a:gd name="T13" fmla="*/ 17 h 23"/>
                <a:gd name="T14" fmla="*/ 25 w 25"/>
                <a:gd name="T15" fmla="*/ 9 h 23"/>
                <a:gd name="T16" fmla="*/ 25 w 25"/>
                <a:gd name="T17" fmla="*/ 6 h 23"/>
                <a:gd name="T18" fmla="*/ 21 w 25"/>
                <a:gd name="T19" fmla="*/ 2 h 23"/>
                <a:gd name="T20" fmla="*/ 20 w 25"/>
                <a:gd name="T21" fmla="*/ 0 h 23"/>
                <a:gd name="T22" fmla="*/ 16 w 25"/>
                <a:gd name="T23" fmla="*/ 3 h 23"/>
                <a:gd name="T24" fmla="*/ 7 w 25"/>
                <a:gd name="T25" fmla="*/ 6 h 23"/>
                <a:gd name="T26" fmla="*/ 4 w 25"/>
                <a:gd name="T27" fmla="*/ 8 h 23"/>
                <a:gd name="T28" fmla="*/ 0 w 25"/>
                <a:gd name="T29"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3">
                  <a:moveTo>
                    <a:pt x="0" y="18"/>
                  </a:moveTo>
                  <a:lnTo>
                    <a:pt x="1" y="22"/>
                  </a:lnTo>
                  <a:lnTo>
                    <a:pt x="4" y="23"/>
                  </a:lnTo>
                  <a:lnTo>
                    <a:pt x="9" y="21"/>
                  </a:lnTo>
                  <a:lnTo>
                    <a:pt x="16" y="22"/>
                  </a:lnTo>
                  <a:lnTo>
                    <a:pt x="20" y="22"/>
                  </a:lnTo>
                  <a:lnTo>
                    <a:pt x="22" y="17"/>
                  </a:lnTo>
                  <a:lnTo>
                    <a:pt x="25" y="9"/>
                  </a:lnTo>
                  <a:lnTo>
                    <a:pt x="25" y="6"/>
                  </a:lnTo>
                  <a:lnTo>
                    <a:pt x="21" y="2"/>
                  </a:lnTo>
                  <a:lnTo>
                    <a:pt x="20" y="0"/>
                  </a:lnTo>
                  <a:lnTo>
                    <a:pt x="16" y="3"/>
                  </a:lnTo>
                  <a:lnTo>
                    <a:pt x="7" y="6"/>
                  </a:lnTo>
                  <a:lnTo>
                    <a:pt x="4" y="8"/>
                  </a:lnTo>
                  <a:lnTo>
                    <a:pt x="0" y="1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6" name="Freeform 79">
              <a:extLst>
                <a:ext uri="{FF2B5EF4-FFF2-40B4-BE49-F238E27FC236}">
                  <a16:creationId xmlns:a16="http://schemas.microsoft.com/office/drawing/2014/main" id="{FC8EF566-5F95-F632-6D0F-61531DB1667A}"/>
                </a:ext>
              </a:extLst>
            </p:cNvPr>
            <p:cNvSpPr>
              <a:spLocks noChangeAspect="1"/>
            </p:cNvSpPr>
            <p:nvPr/>
          </p:nvSpPr>
          <p:spPr bwMode="auto">
            <a:xfrm>
              <a:off x="250" y="2729"/>
              <a:ext cx="7" cy="3"/>
            </a:xfrm>
            <a:custGeom>
              <a:avLst/>
              <a:gdLst>
                <a:gd name="T0" fmla="*/ 0 w 39"/>
                <a:gd name="T1" fmla="*/ 10 h 18"/>
                <a:gd name="T2" fmla="*/ 2 w 39"/>
                <a:gd name="T3" fmla="*/ 15 h 18"/>
                <a:gd name="T4" fmla="*/ 12 w 39"/>
                <a:gd name="T5" fmla="*/ 18 h 18"/>
                <a:gd name="T6" fmla="*/ 39 w 39"/>
                <a:gd name="T7" fmla="*/ 6 h 18"/>
                <a:gd name="T8" fmla="*/ 38 w 39"/>
                <a:gd name="T9" fmla="*/ 1 h 18"/>
                <a:gd name="T10" fmla="*/ 32 w 39"/>
                <a:gd name="T11" fmla="*/ 0 h 18"/>
                <a:gd name="T12" fmla="*/ 0 w 39"/>
                <a:gd name="T13" fmla="*/ 10 h 18"/>
              </a:gdLst>
              <a:ahLst/>
              <a:cxnLst>
                <a:cxn ang="0">
                  <a:pos x="T0" y="T1"/>
                </a:cxn>
                <a:cxn ang="0">
                  <a:pos x="T2" y="T3"/>
                </a:cxn>
                <a:cxn ang="0">
                  <a:pos x="T4" y="T5"/>
                </a:cxn>
                <a:cxn ang="0">
                  <a:pos x="T6" y="T7"/>
                </a:cxn>
                <a:cxn ang="0">
                  <a:pos x="T8" y="T9"/>
                </a:cxn>
                <a:cxn ang="0">
                  <a:pos x="T10" y="T11"/>
                </a:cxn>
                <a:cxn ang="0">
                  <a:pos x="T12" y="T13"/>
                </a:cxn>
              </a:cxnLst>
              <a:rect l="0" t="0" r="r" b="b"/>
              <a:pathLst>
                <a:path w="39" h="18">
                  <a:moveTo>
                    <a:pt x="0" y="10"/>
                  </a:moveTo>
                  <a:lnTo>
                    <a:pt x="2" y="15"/>
                  </a:lnTo>
                  <a:lnTo>
                    <a:pt x="12" y="18"/>
                  </a:lnTo>
                  <a:lnTo>
                    <a:pt x="39" y="6"/>
                  </a:lnTo>
                  <a:lnTo>
                    <a:pt x="38" y="1"/>
                  </a:lnTo>
                  <a:lnTo>
                    <a:pt x="32" y="0"/>
                  </a:lnTo>
                  <a:lnTo>
                    <a:pt x="0" y="1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7" name="Freeform 80">
              <a:extLst>
                <a:ext uri="{FF2B5EF4-FFF2-40B4-BE49-F238E27FC236}">
                  <a16:creationId xmlns:a16="http://schemas.microsoft.com/office/drawing/2014/main" id="{9474FE46-2025-B732-BE5A-02538988FB6A}"/>
                </a:ext>
              </a:extLst>
            </p:cNvPr>
            <p:cNvSpPr>
              <a:spLocks noChangeAspect="1"/>
            </p:cNvSpPr>
            <p:nvPr/>
          </p:nvSpPr>
          <p:spPr bwMode="auto">
            <a:xfrm>
              <a:off x="353" y="2723"/>
              <a:ext cx="4" cy="3"/>
            </a:xfrm>
            <a:custGeom>
              <a:avLst/>
              <a:gdLst>
                <a:gd name="T0" fmla="*/ 0 w 25"/>
                <a:gd name="T1" fmla="*/ 7 h 17"/>
                <a:gd name="T2" fmla="*/ 6 w 25"/>
                <a:gd name="T3" fmla="*/ 0 h 17"/>
                <a:gd name="T4" fmla="*/ 22 w 25"/>
                <a:gd name="T5" fmla="*/ 7 h 17"/>
                <a:gd name="T6" fmla="*/ 25 w 25"/>
                <a:gd name="T7" fmla="*/ 12 h 17"/>
                <a:gd name="T8" fmla="*/ 11 w 25"/>
                <a:gd name="T9" fmla="*/ 17 h 17"/>
                <a:gd name="T10" fmla="*/ 0 w 25"/>
                <a:gd name="T11" fmla="*/ 7 h 17"/>
              </a:gdLst>
              <a:ahLst/>
              <a:cxnLst>
                <a:cxn ang="0">
                  <a:pos x="T0" y="T1"/>
                </a:cxn>
                <a:cxn ang="0">
                  <a:pos x="T2" y="T3"/>
                </a:cxn>
                <a:cxn ang="0">
                  <a:pos x="T4" y="T5"/>
                </a:cxn>
                <a:cxn ang="0">
                  <a:pos x="T6" y="T7"/>
                </a:cxn>
                <a:cxn ang="0">
                  <a:pos x="T8" y="T9"/>
                </a:cxn>
                <a:cxn ang="0">
                  <a:pos x="T10" y="T11"/>
                </a:cxn>
              </a:cxnLst>
              <a:rect l="0" t="0" r="r" b="b"/>
              <a:pathLst>
                <a:path w="25" h="17">
                  <a:moveTo>
                    <a:pt x="0" y="7"/>
                  </a:moveTo>
                  <a:lnTo>
                    <a:pt x="6" y="0"/>
                  </a:lnTo>
                  <a:lnTo>
                    <a:pt x="22" y="7"/>
                  </a:lnTo>
                  <a:lnTo>
                    <a:pt x="25" y="12"/>
                  </a:lnTo>
                  <a:lnTo>
                    <a:pt x="11" y="17"/>
                  </a:lnTo>
                  <a:lnTo>
                    <a:pt x="0" y="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8" name="Freeform 81">
              <a:extLst>
                <a:ext uri="{FF2B5EF4-FFF2-40B4-BE49-F238E27FC236}">
                  <a16:creationId xmlns:a16="http://schemas.microsoft.com/office/drawing/2014/main" id="{4F1D71E3-069E-713C-F2AF-D1B6B1ED9B63}"/>
                </a:ext>
              </a:extLst>
            </p:cNvPr>
            <p:cNvSpPr>
              <a:spLocks noChangeAspect="1"/>
            </p:cNvSpPr>
            <p:nvPr/>
          </p:nvSpPr>
          <p:spPr bwMode="auto">
            <a:xfrm>
              <a:off x="286" y="2727"/>
              <a:ext cx="3" cy="3"/>
            </a:xfrm>
            <a:custGeom>
              <a:avLst/>
              <a:gdLst>
                <a:gd name="T0" fmla="*/ 2 w 18"/>
                <a:gd name="T1" fmla="*/ 2 h 16"/>
                <a:gd name="T2" fmla="*/ 4 w 18"/>
                <a:gd name="T3" fmla="*/ 0 h 16"/>
                <a:gd name="T4" fmla="*/ 10 w 18"/>
                <a:gd name="T5" fmla="*/ 2 h 16"/>
                <a:gd name="T6" fmla="*/ 18 w 18"/>
                <a:gd name="T7" fmla="*/ 10 h 16"/>
                <a:gd name="T8" fmla="*/ 17 w 18"/>
                <a:gd name="T9" fmla="*/ 15 h 16"/>
                <a:gd name="T10" fmla="*/ 4 w 18"/>
                <a:gd name="T11" fmla="*/ 16 h 16"/>
                <a:gd name="T12" fmla="*/ 0 w 18"/>
                <a:gd name="T13" fmla="*/ 12 h 16"/>
                <a:gd name="T14" fmla="*/ 2 w 18"/>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6">
                  <a:moveTo>
                    <a:pt x="2" y="2"/>
                  </a:moveTo>
                  <a:lnTo>
                    <a:pt x="4" y="0"/>
                  </a:lnTo>
                  <a:lnTo>
                    <a:pt x="10" y="2"/>
                  </a:lnTo>
                  <a:lnTo>
                    <a:pt x="18" y="10"/>
                  </a:lnTo>
                  <a:lnTo>
                    <a:pt x="17" y="15"/>
                  </a:lnTo>
                  <a:lnTo>
                    <a:pt x="4" y="16"/>
                  </a:lnTo>
                  <a:lnTo>
                    <a:pt x="0" y="12"/>
                  </a:lnTo>
                  <a:lnTo>
                    <a:pt x="2" y="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9" name="Freeform 82">
              <a:extLst>
                <a:ext uri="{FF2B5EF4-FFF2-40B4-BE49-F238E27FC236}">
                  <a16:creationId xmlns:a16="http://schemas.microsoft.com/office/drawing/2014/main" id="{D2218882-6AB8-8278-7B2E-7CE5EC806C43}"/>
                </a:ext>
              </a:extLst>
            </p:cNvPr>
            <p:cNvSpPr>
              <a:spLocks noChangeAspect="1"/>
            </p:cNvSpPr>
            <p:nvPr/>
          </p:nvSpPr>
          <p:spPr bwMode="auto">
            <a:xfrm>
              <a:off x="292" y="2731"/>
              <a:ext cx="3" cy="2"/>
            </a:xfrm>
            <a:custGeom>
              <a:avLst/>
              <a:gdLst>
                <a:gd name="T0" fmla="*/ 0 w 17"/>
                <a:gd name="T1" fmla="*/ 7 h 12"/>
                <a:gd name="T2" fmla="*/ 4 w 17"/>
                <a:gd name="T3" fmla="*/ 1 h 12"/>
                <a:gd name="T4" fmla="*/ 12 w 17"/>
                <a:gd name="T5" fmla="*/ 0 h 12"/>
                <a:gd name="T6" fmla="*/ 17 w 17"/>
                <a:gd name="T7" fmla="*/ 7 h 12"/>
                <a:gd name="T8" fmla="*/ 10 w 17"/>
                <a:gd name="T9" fmla="*/ 12 h 12"/>
                <a:gd name="T10" fmla="*/ 1 w 17"/>
                <a:gd name="T11" fmla="*/ 11 h 12"/>
                <a:gd name="T12" fmla="*/ 0 w 17"/>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7" h="12">
                  <a:moveTo>
                    <a:pt x="0" y="7"/>
                  </a:moveTo>
                  <a:lnTo>
                    <a:pt x="4" y="1"/>
                  </a:lnTo>
                  <a:lnTo>
                    <a:pt x="12" y="0"/>
                  </a:lnTo>
                  <a:lnTo>
                    <a:pt x="17" y="7"/>
                  </a:lnTo>
                  <a:lnTo>
                    <a:pt x="10" y="12"/>
                  </a:lnTo>
                  <a:lnTo>
                    <a:pt x="1" y="11"/>
                  </a:lnTo>
                  <a:lnTo>
                    <a:pt x="0" y="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0" name="Freeform 83">
              <a:extLst>
                <a:ext uri="{FF2B5EF4-FFF2-40B4-BE49-F238E27FC236}">
                  <a16:creationId xmlns:a16="http://schemas.microsoft.com/office/drawing/2014/main" id="{077E5D46-8672-44BD-0947-8AB7C4F202B9}"/>
                </a:ext>
              </a:extLst>
            </p:cNvPr>
            <p:cNvSpPr>
              <a:spLocks noChangeAspect="1"/>
            </p:cNvSpPr>
            <p:nvPr/>
          </p:nvSpPr>
          <p:spPr bwMode="auto">
            <a:xfrm>
              <a:off x="301" y="2730"/>
              <a:ext cx="2" cy="3"/>
            </a:xfrm>
            <a:custGeom>
              <a:avLst/>
              <a:gdLst>
                <a:gd name="T0" fmla="*/ 0 w 13"/>
                <a:gd name="T1" fmla="*/ 4 h 13"/>
                <a:gd name="T2" fmla="*/ 8 w 13"/>
                <a:gd name="T3" fmla="*/ 0 h 13"/>
                <a:gd name="T4" fmla="*/ 13 w 13"/>
                <a:gd name="T5" fmla="*/ 2 h 13"/>
                <a:gd name="T6" fmla="*/ 12 w 13"/>
                <a:gd name="T7" fmla="*/ 6 h 13"/>
                <a:gd name="T8" fmla="*/ 4 w 13"/>
                <a:gd name="T9" fmla="*/ 13 h 13"/>
                <a:gd name="T10" fmla="*/ 0 w 13"/>
                <a:gd name="T11" fmla="*/ 10 h 13"/>
                <a:gd name="T12" fmla="*/ 0 w 13"/>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0" y="4"/>
                  </a:moveTo>
                  <a:lnTo>
                    <a:pt x="8" y="0"/>
                  </a:lnTo>
                  <a:lnTo>
                    <a:pt x="13" y="2"/>
                  </a:lnTo>
                  <a:lnTo>
                    <a:pt x="12" y="6"/>
                  </a:lnTo>
                  <a:lnTo>
                    <a:pt x="4" y="13"/>
                  </a:lnTo>
                  <a:lnTo>
                    <a:pt x="0" y="10"/>
                  </a:lnTo>
                  <a:lnTo>
                    <a:pt x="0"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1" name="Freeform 84">
              <a:extLst>
                <a:ext uri="{FF2B5EF4-FFF2-40B4-BE49-F238E27FC236}">
                  <a16:creationId xmlns:a16="http://schemas.microsoft.com/office/drawing/2014/main" id="{8ECD60DD-5E8B-0AAA-9D9C-723843168802}"/>
                </a:ext>
              </a:extLst>
            </p:cNvPr>
            <p:cNvSpPr>
              <a:spLocks noChangeAspect="1"/>
            </p:cNvSpPr>
            <p:nvPr/>
          </p:nvSpPr>
          <p:spPr bwMode="auto">
            <a:xfrm>
              <a:off x="284" y="2725"/>
              <a:ext cx="3" cy="1"/>
            </a:xfrm>
            <a:custGeom>
              <a:avLst/>
              <a:gdLst>
                <a:gd name="T0" fmla="*/ 0 w 15"/>
                <a:gd name="T1" fmla="*/ 4 h 7"/>
                <a:gd name="T2" fmla="*/ 1 w 15"/>
                <a:gd name="T3" fmla="*/ 0 h 7"/>
                <a:gd name="T4" fmla="*/ 13 w 15"/>
                <a:gd name="T5" fmla="*/ 0 h 7"/>
                <a:gd name="T6" fmla="*/ 15 w 15"/>
                <a:gd name="T7" fmla="*/ 4 h 7"/>
                <a:gd name="T8" fmla="*/ 13 w 15"/>
                <a:gd name="T9" fmla="*/ 6 h 7"/>
                <a:gd name="T10" fmla="*/ 2 w 15"/>
                <a:gd name="T11" fmla="*/ 7 h 7"/>
                <a:gd name="T12" fmla="*/ 0 w 1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0" y="4"/>
                  </a:moveTo>
                  <a:lnTo>
                    <a:pt x="1" y="0"/>
                  </a:lnTo>
                  <a:lnTo>
                    <a:pt x="13" y="0"/>
                  </a:lnTo>
                  <a:lnTo>
                    <a:pt x="15" y="4"/>
                  </a:lnTo>
                  <a:lnTo>
                    <a:pt x="13" y="6"/>
                  </a:lnTo>
                  <a:lnTo>
                    <a:pt x="2" y="7"/>
                  </a:lnTo>
                  <a:lnTo>
                    <a:pt x="0"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2" name="Freeform 85">
              <a:extLst>
                <a:ext uri="{FF2B5EF4-FFF2-40B4-BE49-F238E27FC236}">
                  <a16:creationId xmlns:a16="http://schemas.microsoft.com/office/drawing/2014/main" id="{E3C6FF06-7359-ED1B-BA18-223DE3098C4D}"/>
                </a:ext>
              </a:extLst>
            </p:cNvPr>
            <p:cNvSpPr>
              <a:spLocks noChangeAspect="1"/>
            </p:cNvSpPr>
            <p:nvPr/>
          </p:nvSpPr>
          <p:spPr bwMode="auto">
            <a:xfrm>
              <a:off x="422" y="2475"/>
              <a:ext cx="90" cy="107"/>
            </a:xfrm>
            <a:custGeom>
              <a:avLst/>
              <a:gdLst>
                <a:gd name="T0" fmla="*/ 10 w 505"/>
                <a:gd name="T1" fmla="*/ 404 h 601"/>
                <a:gd name="T2" fmla="*/ 31 w 505"/>
                <a:gd name="T3" fmla="*/ 379 h 601"/>
                <a:gd name="T4" fmla="*/ 16 w 505"/>
                <a:gd name="T5" fmla="*/ 368 h 601"/>
                <a:gd name="T6" fmla="*/ 28 w 505"/>
                <a:gd name="T7" fmla="*/ 336 h 601"/>
                <a:gd name="T8" fmla="*/ 46 w 505"/>
                <a:gd name="T9" fmla="*/ 287 h 601"/>
                <a:gd name="T10" fmla="*/ 53 w 505"/>
                <a:gd name="T11" fmla="*/ 277 h 601"/>
                <a:gd name="T12" fmla="*/ 77 w 505"/>
                <a:gd name="T13" fmla="*/ 264 h 601"/>
                <a:gd name="T14" fmla="*/ 64 w 505"/>
                <a:gd name="T15" fmla="*/ 242 h 601"/>
                <a:gd name="T16" fmla="*/ 59 w 505"/>
                <a:gd name="T17" fmla="*/ 213 h 601"/>
                <a:gd name="T18" fmla="*/ 53 w 505"/>
                <a:gd name="T19" fmla="*/ 185 h 601"/>
                <a:gd name="T20" fmla="*/ 59 w 505"/>
                <a:gd name="T21" fmla="*/ 113 h 601"/>
                <a:gd name="T22" fmla="*/ 61 w 505"/>
                <a:gd name="T23" fmla="*/ 79 h 601"/>
                <a:gd name="T24" fmla="*/ 97 w 505"/>
                <a:gd name="T25" fmla="*/ 92 h 601"/>
                <a:gd name="T26" fmla="*/ 126 w 505"/>
                <a:gd name="T27" fmla="*/ 14 h 601"/>
                <a:gd name="T28" fmla="*/ 152 w 505"/>
                <a:gd name="T29" fmla="*/ 3 h 601"/>
                <a:gd name="T30" fmla="*/ 215 w 505"/>
                <a:gd name="T31" fmla="*/ 13 h 601"/>
                <a:gd name="T32" fmla="*/ 226 w 505"/>
                <a:gd name="T33" fmla="*/ 14 h 601"/>
                <a:gd name="T34" fmla="*/ 301 w 505"/>
                <a:gd name="T35" fmla="*/ 25 h 601"/>
                <a:gd name="T36" fmla="*/ 326 w 505"/>
                <a:gd name="T37" fmla="*/ 29 h 601"/>
                <a:gd name="T38" fmla="*/ 358 w 505"/>
                <a:gd name="T39" fmla="*/ 32 h 601"/>
                <a:gd name="T40" fmla="*/ 396 w 505"/>
                <a:gd name="T41" fmla="*/ 37 h 601"/>
                <a:gd name="T42" fmla="*/ 433 w 505"/>
                <a:gd name="T43" fmla="*/ 42 h 601"/>
                <a:gd name="T44" fmla="*/ 472 w 505"/>
                <a:gd name="T45" fmla="*/ 47 h 601"/>
                <a:gd name="T46" fmla="*/ 503 w 505"/>
                <a:gd name="T47" fmla="*/ 74 h 601"/>
                <a:gd name="T48" fmla="*/ 494 w 505"/>
                <a:gd name="T49" fmla="*/ 147 h 601"/>
                <a:gd name="T50" fmla="*/ 490 w 505"/>
                <a:gd name="T51" fmla="*/ 195 h 601"/>
                <a:gd name="T52" fmla="*/ 482 w 505"/>
                <a:gd name="T53" fmla="*/ 265 h 601"/>
                <a:gd name="T54" fmla="*/ 480 w 505"/>
                <a:gd name="T55" fmla="*/ 285 h 601"/>
                <a:gd name="T56" fmla="*/ 474 w 505"/>
                <a:gd name="T57" fmla="*/ 342 h 601"/>
                <a:gd name="T58" fmla="*/ 470 w 505"/>
                <a:gd name="T59" fmla="*/ 366 h 601"/>
                <a:gd name="T60" fmla="*/ 464 w 505"/>
                <a:gd name="T61" fmla="*/ 425 h 601"/>
                <a:gd name="T62" fmla="*/ 461 w 505"/>
                <a:gd name="T63" fmla="*/ 461 h 601"/>
                <a:gd name="T64" fmla="*/ 457 w 505"/>
                <a:gd name="T65" fmla="*/ 487 h 601"/>
                <a:gd name="T66" fmla="*/ 448 w 505"/>
                <a:gd name="T67" fmla="*/ 579 h 601"/>
                <a:gd name="T68" fmla="*/ 445 w 505"/>
                <a:gd name="T69" fmla="*/ 601 h 601"/>
                <a:gd name="T70" fmla="*/ 281 w 505"/>
                <a:gd name="T71" fmla="*/ 581 h 601"/>
                <a:gd name="T72" fmla="*/ 258 w 505"/>
                <a:gd name="T73" fmla="*/ 569 h 601"/>
                <a:gd name="T74" fmla="*/ 109 w 505"/>
                <a:gd name="T75" fmla="*/ 487 h 601"/>
                <a:gd name="T76" fmla="*/ 0 w 505"/>
                <a:gd name="T77" fmla="*/ 41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05" h="601">
                  <a:moveTo>
                    <a:pt x="0" y="416"/>
                  </a:moveTo>
                  <a:lnTo>
                    <a:pt x="10" y="404"/>
                  </a:lnTo>
                  <a:lnTo>
                    <a:pt x="24" y="403"/>
                  </a:lnTo>
                  <a:lnTo>
                    <a:pt x="31" y="379"/>
                  </a:lnTo>
                  <a:lnTo>
                    <a:pt x="24" y="377"/>
                  </a:lnTo>
                  <a:lnTo>
                    <a:pt x="16" y="368"/>
                  </a:lnTo>
                  <a:lnTo>
                    <a:pt x="20" y="341"/>
                  </a:lnTo>
                  <a:lnTo>
                    <a:pt x="28" y="336"/>
                  </a:lnTo>
                  <a:lnTo>
                    <a:pt x="42" y="313"/>
                  </a:lnTo>
                  <a:lnTo>
                    <a:pt x="46" y="287"/>
                  </a:lnTo>
                  <a:lnTo>
                    <a:pt x="49" y="284"/>
                  </a:lnTo>
                  <a:lnTo>
                    <a:pt x="53" y="277"/>
                  </a:lnTo>
                  <a:lnTo>
                    <a:pt x="68" y="270"/>
                  </a:lnTo>
                  <a:lnTo>
                    <a:pt x="77" y="264"/>
                  </a:lnTo>
                  <a:lnTo>
                    <a:pt x="79" y="259"/>
                  </a:lnTo>
                  <a:lnTo>
                    <a:pt x="64" y="242"/>
                  </a:lnTo>
                  <a:lnTo>
                    <a:pt x="64" y="236"/>
                  </a:lnTo>
                  <a:lnTo>
                    <a:pt x="59" y="213"/>
                  </a:lnTo>
                  <a:lnTo>
                    <a:pt x="50" y="199"/>
                  </a:lnTo>
                  <a:lnTo>
                    <a:pt x="53" y="185"/>
                  </a:lnTo>
                  <a:lnTo>
                    <a:pt x="60" y="162"/>
                  </a:lnTo>
                  <a:lnTo>
                    <a:pt x="59" y="113"/>
                  </a:lnTo>
                  <a:lnTo>
                    <a:pt x="64" y="101"/>
                  </a:lnTo>
                  <a:lnTo>
                    <a:pt x="61" y="79"/>
                  </a:lnTo>
                  <a:lnTo>
                    <a:pt x="80" y="77"/>
                  </a:lnTo>
                  <a:lnTo>
                    <a:pt x="97" y="92"/>
                  </a:lnTo>
                  <a:lnTo>
                    <a:pt x="115" y="78"/>
                  </a:lnTo>
                  <a:lnTo>
                    <a:pt x="126" y="14"/>
                  </a:lnTo>
                  <a:lnTo>
                    <a:pt x="128" y="0"/>
                  </a:lnTo>
                  <a:lnTo>
                    <a:pt x="152" y="3"/>
                  </a:lnTo>
                  <a:lnTo>
                    <a:pt x="178" y="7"/>
                  </a:lnTo>
                  <a:lnTo>
                    <a:pt x="215" y="13"/>
                  </a:lnTo>
                  <a:lnTo>
                    <a:pt x="216" y="13"/>
                  </a:lnTo>
                  <a:lnTo>
                    <a:pt x="226" y="14"/>
                  </a:lnTo>
                  <a:lnTo>
                    <a:pt x="241" y="17"/>
                  </a:lnTo>
                  <a:lnTo>
                    <a:pt x="301" y="25"/>
                  </a:lnTo>
                  <a:lnTo>
                    <a:pt x="320" y="27"/>
                  </a:lnTo>
                  <a:lnTo>
                    <a:pt x="326" y="29"/>
                  </a:lnTo>
                  <a:lnTo>
                    <a:pt x="338" y="30"/>
                  </a:lnTo>
                  <a:lnTo>
                    <a:pt x="358" y="32"/>
                  </a:lnTo>
                  <a:lnTo>
                    <a:pt x="377" y="35"/>
                  </a:lnTo>
                  <a:lnTo>
                    <a:pt x="396" y="37"/>
                  </a:lnTo>
                  <a:lnTo>
                    <a:pt x="397" y="38"/>
                  </a:lnTo>
                  <a:lnTo>
                    <a:pt x="433" y="42"/>
                  </a:lnTo>
                  <a:lnTo>
                    <a:pt x="462" y="45"/>
                  </a:lnTo>
                  <a:lnTo>
                    <a:pt x="472" y="47"/>
                  </a:lnTo>
                  <a:lnTo>
                    <a:pt x="505" y="50"/>
                  </a:lnTo>
                  <a:lnTo>
                    <a:pt x="503" y="74"/>
                  </a:lnTo>
                  <a:lnTo>
                    <a:pt x="500" y="98"/>
                  </a:lnTo>
                  <a:lnTo>
                    <a:pt x="494" y="147"/>
                  </a:lnTo>
                  <a:lnTo>
                    <a:pt x="490" y="193"/>
                  </a:lnTo>
                  <a:lnTo>
                    <a:pt x="490" y="195"/>
                  </a:lnTo>
                  <a:lnTo>
                    <a:pt x="484" y="248"/>
                  </a:lnTo>
                  <a:lnTo>
                    <a:pt x="482" y="265"/>
                  </a:lnTo>
                  <a:lnTo>
                    <a:pt x="481" y="267"/>
                  </a:lnTo>
                  <a:lnTo>
                    <a:pt x="480" y="285"/>
                  </a:lnTo>
                  <a:lnTo>
                    <a:pt x="478" y="306"/>
                  </a:lnTo>
                  <a:lnTo>
                    <a:pt x="474" y="342"/>
                  </a:lnTo>
                  <a:lnTo>
                    <a:pt x="472" y="363"/>
                  </a:lnTo>
                  <a:lnTo>
                    <a:pt x="470" y="366"/>
                  </a:lnTo>
                  <a:lnTo>
                    <a:pt x="466" y="419"/>
                  </a:lnTo>
                  <a:lnTo>
                    <a:pt x="464" y="425"/>
                  </a:lnTo>
                  <a:lnTo>
                    <a:pt x="463" y="439"/>
                  </a:lnTo>
                  <a:lnTo>
                    <a:pt x="461" y="461"/>
                  </a:lnTo>
                  <a:lnTo>
                    <a:pt x="460" y="463"/>
                  </a:lnTo>
                  <a:lnTo>
                    <a:pt x="457" y="487"/>
                  </a:lnTo>
                  <a:lnTo>
                    <a:pt x="457" y="494"/>
                  </a:lnTo>
                  <a:lnTo>
                    <a:pt x="448" y="579"/>
                  </a:lnTo>
                  <a:lnTo>
                    <a:pt x="446" y="582"/>
                  </a:lnTo>
                  <a:lnTo>
                    <a:pt x="445" y="601"/>
                  </a:lnTo>
                  <a:lnTo>
                    <a:pt x="331" y="587"/>
                  </a:lnTo>
                  <a:lnTo>
                    <a:pt x="281" y="581"/>
                  </a:lnTo>
                  <a:lnTo>
                    <a:pt x="260" y="570"/>
                  </a:lnTo>
                  <a:lnTo>
                    <a:pt x="258" y="569"/>
                  </a:lnTo>
                  <a:lnTo>
                    <a:pt x="248" y="563"/>
                  </a:lnTo>
                  <a:lnTo>
                    <a:pt x="109" y="487"/>
                  </a:lnTo>
                  <a:lnTo>
                    <a:pt x="10" y="431"/>
                  </a:lnTo>
                  <a:lnTo>
                    <a:pt x="0" y="41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3" name="Freeform 86">
              <a:extLst>
                <a:ext uri="{FF2B5EF4-FFF2-40B4-BE49-F238E27FC236}">
                  <a16:creationId xmlns:a16="http://schemas.microsoft.com/office/drawing/2014/main" id="{5861191D-67E6-1BA7-2AA5-F0C3784FFBCD}"/>
                </a:ext>
              </a:extLst>
            </p:cNvPr>
            <p:cNvSpPr>
              <a:spLocks noChangeAspect="1"/>
            </p:cNvSpPr>
            <p:nvPr/>
          </p:nvSpPr>
          <p:spPr bwMode="auto">
            <a:xfrm>
              <a:off x="633" y="2701"/>
              <a:ext cx="19" cy="23"/>
            </a:xfrm>
            <a:custGeom>
              <a:avLst/>
              <a:gdLst>
                <a:gd name="T0" fmla="*/ 0 w 108"/>
                <a:gd name="T1" fmla="*/ 47 h 129"/>
                <a:gd name="T2" fmla="*/ 13 w 108"/>
                <a:gd name="T3" fmla="*/ 92 h 129"/>
                <a:gd name="T4" fmla="*/ 9 w 108"/>
                <a:gd name="T5" fmla="*/ 110 h 129"/>
                <a:gd name="T6" fmla="*/ 14 w 108"/>
                <a:gd name="T7" fmla="*/ 118 h 129"/>
                <a:gd name="T8" fmla="*/ 33 w 108"/>
                <a:gd name="T9" fmla="*/ 129 h 129"/>
                <a:gd name="T10" fmla="*/ 47 w 108"/>
                <a:gd name="T11" fmla="*/ 110 h 129"/>
                <a:gd name="T12" fmla="*/ 69 w 108"/>
                <a:gd name="T13" fmla="*/ 96 h 129"/>
                <a:gd name="T14" fmla="*/ 74 w 108"/>
                <a:gd name="T15" fmla="*/ 98 h 129"/>
                <a:gd name="T16" fmla="*/ 90 w 108"/>
                <a:gd name="T17" fmla="*/ 90 h 129"/>
                <a:gd name="T18" fmla="*/ 103 w 108"/>
                <a:gd name="T19" fmla="*/ 81 h 129"/>
                <a:gd name="T20" fmla="*/ 108 w 108"/>
                <a:gd name="T21" fmla="*/ 74 h 129"/>
                <a:gd name="T22" fmla="*/ 99 w 108"/>
                <a:gd name="T23" fmla="*/ 68 h 129"/>
                <a:gd name="T24" fmla="*/ 93 w 108"/>
                <a:gd name="T25" fmla="*/ 60 h 129"/>
                <a:gd name="T26" fmla="*/ 92 w 108"/>
                <a:gd name="T27" fmla="*/ 52 h 129"/>
                <a:gd name="T28" fmla="*/ 84 w 108"/>
                <a:gd name="T29" fmla="*/ 51 h 129"/>
                <a:gd name="T30" fmla="*/ 84 w 108"/>
                <a:gd name="T31" fmla="*/ 40 h 129"/>
                <a:gd name="T32" fmla="*/ 75 w 108"/>
                <a:gd name="T33" fmla="*/ 30 h 129"/>
                <a:gd name="T34" fmla="*/ 55 w 108"/>
                <a:gd name="T35" fmla="*/ 17 h 129"/>
                <a:gd name="T36" fmla="*/ 37 w 108"/>
                <a:gd name="T37" fmla="*/ 11 h 129"/>
                <a:gd name="T38" fmla="*/ 26 w 108"/>
                <a:gd name="T39" fmla="*/ 3 h 129"/>
                <a:gd name="T40" fmla="*/ 15 w 108"/>
                <a:gd name="T41" fmla="*/ 0 h 129"/>
                <a:gd name="T42" fmla="*/ 19 w 108"/>
                <a:gd name="T43" fmla="*/ 26 h 129"/>
                <a:gd name="T44" fmla="*/ 0 w 108"/>
                <a:gd name="T45"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129">
                  <a:moveTo>
                    <a:pt x="0" y="47"/>
                  </a:moveTo>
                  <a:lnTo>
                    <a:pt x="13" y="92"/>
                  </a:lnTo>
                  <a:lnTo>
                    <a:pt x="9" y="110"/>
                  </a:lnTo>
                  <a:lnTo>
                    <a:pt x="14" y="118"/>
                  </a:lnTo>
                  <a:lnTo>
                    <a:pt x="33" y="129"/>
                  </a:lnTo>
                  <a:lnTo>
                    <a:pt x="47" y="110"/>
                  </a:lnTo>
                  <a:lnTo>
                    <a:pt x="69" y="96"/>
                  </a:lnTo>
                  <a:lnTo>
                    <a:pt x="74" y="98"/>
                  </a:lnTo>
                  <a:lnTo>
                    <a:pt x="90" y="90"/>
                  </a:lnTo>
                  <a:lnTo>
                    <a:pt x="103" y="81"/>
                  </a:lnTo>
                  <a:lnTo>
                    <a:pt x="108" y="74"/>
                  </a:lnTo>
                  <a:lnTo>
                    <a:pt x="99" y="68"/>
                  </a:lnTo>
                  <a:lnTo>
                    <a:pt x="93" y="60"/>
                  </a:lnTo>
                  <a:lnTo>
                    <a:pt x="92" y="52"/>
                  </a:lnTo>
                  <a:lnTo>
                    <a:pt x="84" y="51"/>
                  </a:lnTo>
                  <a:lnTo>
                    <a:pt x="84" y="40"/>
                  </a:lnTo>
                  <a:lnTo>
                    <a:pt x="75" y="30"/>
                  </a:lnTo>
                  <a:lnTo>
                    <a:pt x="55" y="17"/>
                  </a:lnTo>
                  <a:lnTo>
                    <a:pt x="37" y="11"/>
                  </a:lnTo>
                  <a:lnTo>
                    <a:pt x="26" y="3"/>
                  </a:lnTo>
                  <a:lnTo>
                    <a:pt x="15" y="0"/>
                  </a:lnTo>
                  <a:lnTo>
                    <a:pt x="19" y="26"/>
                  </a:lnTo>
                  <a:lnTo>
                    <a:pt x="0" y="4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4" name="Freeform 87">
              <a:extLst>
                <a:ext uri="{FF2B5EF4-FFF2-40B4-BE49-F238E27FC236}">
                  <a16:creationId xmlns:a16="http://schemas.microsoft.com/office/drawing/2014/main" id="{D7BF68F5-78B6-79A5-9A6C-EE1CA08E58F5}"/>
                </a:ext>
              </a:extLst>
            </p:cNvPr>
            <p:cNvSpPr>
              <a:spLocks noChangeAspect="1"/>
            </p:cNvSpPr>
            <p:nvPr/>
          </p:nvSpPr>
          <p:spPr bwMode="auto">
            <a:xfrm>
              <a:off x="624" y="2687"/>
              <a:ext cx="10" cy="8"/>
            </a:xfrm>
            <a:custGeom>
              <a:avLst/>
              <a:gdLst>
                <a:gd name="T0" fmla="*/ 0 w 59"/>
                <a:gd name="T1" fmla="*/ 15 h 43"/>
                <a:gd name="T2" fmla="*/ 0 w 59"/>
                <a:gd name="T3" fmla="*/ 5 h 43"/>
                <a:gd name="T4" fmla="*/ 6 w 59"/>
                <a:gd name="T5" fmla="*/ 0 h 43"/>
                <a:gd name="T6" fmla="*/ 19 w 59"/>
                <a:gd name="T7" fmla="*/ 13 h 43"/>
                <a:gd name="T8" fmla="*/ 30 w 59"/>
                <a:gd name="T9" fmla="*/ 8 h 43"/>
                <a:gd name="T10" fmla="*/ 37 w 59"/>
                <a:gd name="T11" fmla="*/ 9 h 43"/>
                <a:gd name="T12" fmla="*/ 48 w 59"/>
                <a:gd name="T13" fmla="*/ 20 h 43"/>
                <a:gd name="T14" fmla="*/ 56 w 59"/>
                <a:gd name="T15" fmla="*/ 23 h 43"/>
                <a:gd name="T16" fmla="*/ 59 w 59"/>
                <a:gd name="T17" fmla="*/ 32 h 43"/>
                <a:gd name="T18" fmla="*/ 47 w 59"/>
                <a:gd name="T19" fmla="*/ 41 h 43"/>
                <a:gd name="T20" fmla="*/ 40 w 59"/>
                <a:gd name="T21" fmla="*/ 39 h 43"/>
                <a:gd name="T22" fmla="*/ 30 w 59"/>
                <a:gd name="T23" fmla="*/ 43 h 43"/>
                <a:gd name="T24" fmla="*/ 22 w 59"/>
                <a:gd name="T25" fmla="*/ 43 h 43"/>
                <a:gd name="T26" fmla="*/ 18 w 59"/>
                <a:gd name="T27" fmla="*/ 29 h 43"/>
                <a:gd name="T28" fmla="*/ 0 w 59"/>
                <a:gd name="T2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43">
                  <a:moveTo>
                    <a:pt x="0" y="15"/>
                  </a:moveTo>
                  <a:lnTo>
                    <a:pt x="0" y="5"/>
                  </a:lnTo>
                  <a:lnTo>
                    <a:pt x="6" y="0"/>
                  </a:lnTo>
                  <a:lnTo>
                    <a:pt x="19" y="13"/>
                  </a:lnTo>
                  <a:lnTo>
                    <a:pt x="30" y="8"/>
                  </a:lnTo>
                  <a:lnTo>
                    <a:pt x="37" y="9"/>
                  </a:lnTo>
                  <a:lnTo>
                    <a:pt x="48" y="20"/>
                  </a:lnTo>
                  <a:lnTo>
                    <a:pt x="56" y="23"/>
                  </a:lnTo>
                  <a:lnTo>
                    <a:pt x="59" y="32"/>
                  </a:lnTo>
                  <a:lnTo>
                    <a:pt x="47" y="41"/>
                  </a:lnTo>
                  <a:lnTo>
                    <a:pt x="40" y="39"/>
                  </a:lnTo>
                  <a:lnTo>
                    <a:pt x="30" y="43"/>
                  </a:lnTo>
                  <a:lnTo>
                    <a:pt x="22" y="43"/>
                  </a:lnTo>
                  <a:lnTo>
                    <a:pt x="18" y="29"/>
                  </a:lnTo>
                  <a:lnTo>
                    <a:pt x="0" y="1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5" name="Freeform 88">
              <a:extLst>
                <a:ext uri="{FF2B5EF4-FFF2-40B4-BE49-F238E27FC236}">
                  <a16:creationId xmlns:a16="http://schemas.microsoft.com/office/drawing/2014/main" id="{17272A9C-58B1-A35E-C2C1-3EFC38F405AD}"/>
                </a:ext>
              </a:extLst>
            </p:cNvPr>
            <p:cNvSpPr>
              <a:spLocks noChangeAspect="1"/>
            </p:cNvSpPr>
            <p:nvPr/>
          </p:nvSpPr>
          <p:spPr bwMode="auto">
            <a:xfrm>
              <a:off x="600" y="2676"/>
              <a:ext cx="9" cy="7"/>
            </a:xfrm>
            <a:custGeom>
              <a:avLst/>
              <a:gdLst>
                <a:gd name="T0" fmla="*/ 0 w 53"/>
                <a:gd name="T1" fmla="*/ 9 h 42"/>
                <a:gd name="T2" fmla="*/ 13 w 53"/>
                <a:gd name="T3" fmla="*/ 37 h 42"/>
                <a:gd name="T4" fmla="*/ 31 w 53"/>
                <a:gd name="T5" fmla="*/ 37 h 42"/>
                <a:gd name="T6" fmla="*/ 39 w 53"/>
                <a:gd name="T7" fmla="*/ 40 h 42"/>
                <a:gd name="T8" fmla="*/ 46 w 53"/>
                <a:gd name="T9" fmla="*/ 40 h 42"/>
                <a:gd name="T10" fmla="*/ 49 w 53"/>
                <a:gd name="T11" fmla="*/ 42 h 42"/>
                <a:gd name="T12" fmla="*/ 53 w 53"/>
                <a:gd name="T13" fmla="*/ 36 h 42"/>
                <a:gd name="T14" fmla="*/ 48 w 53"/>
                <a:gd name="T15" fmla="*/ 31 h 42"/>
                <a:gd name="T16" fmla="*/ 43 w 53"/>
                <a:gd name="T17" fmla="*/ 22 h 42"/>
                <a:gd name="T18" fmla="*/ 36 w 53"/>
                <a:gd name="T19" fmla="*/ 19 h 42"/>
                <a:gd name="T20" fmla="*/ 37 w 53"/>
                <a:gd name="T21" fmla="*/ 16 h 42"/>
                <a:gd name="T22" fmla="*/ 30 w 53"/>
                <a:gd name="T23" fmla="*/ 1 h 42"/>
                <a:gd name="T24" fmla="*/ 22 w 53"/>
                <a:gd name="T25" fmla="*/ 0 h 42"/>
                <a:gd name="T26" fmla="*/ 11 w 53"/>
                <a:gd name="T27" fmla="*/ 9 h 42"/>
                <a:gd name="T28" fmla="*/ 0 w 53"/>
                <a:gd name="T29"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42">
                  <a:moveTo>
                    <a:pt x="0" y="9"/>
                  </a:moveTo>
                  <a:lnTo>
                    <a:pt x="13" y="37"/>
                  </a:lnTo>
                  <a:lnTo>
                    <a:pt x="31" y="37"/>
                  </a:lnTo>
                  <a:lnTo>
                    <a:pt x="39" y="40"/>
                  </a:lnTo>
                  <a:lnTo>
                    <a:pt x="46" y="40"/>
                  </a:lnTo>
                  <a:lnTo>
                    <a:pt x="49" y="42"/>
                  </a:lnTo>
                  <a:lnTo>
                    <a:pt x="53" y="36"/>
                  </a:lnTo>
                  <a:lnTo>
                    <a:pt x="48" y="31"/>
                  </a:lnTo>
                  <a:lnTo>
                    <a:pt x="43" y="22"/>
                  </a:lnTo>
                  <a:lnTo>
                    <a:pt x="36" y="19"/>
                  </a:lnTo>
                  <a:lnTo>
                    <a:pt x="37" y="16"/>
                  </a:lnTo>
                  <a:lnTo>
                    <a:pt x="30" y="1"/>
                  </a:lnTo>
                  <a:lnTo>
                    <a:pt x="22" y="0"/>
                  </a:lnTo>
                  <a:lnTo>
                    <a:pt x="11" y="9"/>
                  </a:lnTo>
                  <a:lnTo>
                    <a:pt x="0" y="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6" name="Freeform 89">
              <a:extLst>
                <a:ext uri="{FF2B5EF4-FFF2-40B4-BE49-F238E27FC236}">
                  <a16:creationId xmlns:a16="http://schemas.microsoft.com/office/drawing/2014/main" id="{A4E4FE8B-084F-3CC5-9BC3-48EDCEE11937}"/>
                </a:ext>
              </a:extLst>
            </p:cNvPr>
            <p:cNvSpPr>
              <a:spLocks noChangeAspect="1"/>
            </p:cNvSpPr>
            <p:nvPr/>
          </p:nvSpPr>
          <p:spPr bwMode="auto">
            <a:xfrm>
              <a:off x="577" y="2665"/>
              <a:ext cx="7" cy="6"/>
            </a:xfrm>
            <a:custGeom>
              <a:avLst/>
              <a:gdLst>
                <a:gd name="T0" fmla="*/ 0 w 43"/>
                <a:gd name="T1" fmla="*/ 16 h 34"/>
                <a:gd name="T2" fmla="*/ 8 w 43"/>
                <a:gd name="T3" fmla="*/ 25 h 34"/>
                <a:gd name="T4" fmla="*/ 17 w 43"/>
                <a:gd name="T5" fmla="*/ 31 h 34"/>
                <a:gd name="T6" fmla="*/ 26 w 43"/>
                <a:gd name="T7" fmla="*/ 34 h 34"/>
                <a:gd name="T8" fmla="*/ 33 w 43"/>
                <a:gd name="T9" fmla="*/ 32 h 34"/>
                <a:gd name="T10" fmla="*/ 38 w 43"/>
                <a:gd name="T11" fmla="*/ 24 h 34"/>
                <a:gd name="T12" fmla="*/ 43 w 43"/>
                <a:gd name="T13" fmla="*/ 11 h 34"/>
                <a:gd name="T14" fmla="*/ 38 w 43"/>
                <a:gd name="T15" fmla="*/ 2 h 34"/>
                <a:gd name="T16" fmla="*/ 26 w 43"/>
                <a:gd name="T17" fmla="*/ 0 h 34"/>
                <a:gd name="T18" fmla="*/ 14 w 43"/>
                <a:gd name="T19" fmla="*/ 2 h 34"/>
                <a:gd name="T20" fmla="*/ 0 w 43"/>
                <a:gd name="T21"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4">
                  <a:moveTo>
                    <a:pt x="0" y="16"/>
                  </a:moveTo>
                  <a:lnTo>
                    <a:pt x="8" y="25"/>
                  </a:lnTo>
                  <a:lnTo>
                    <a:pt x="17" y="31"/>
                  </a:lnTo>
                  <a:lnTo>
                    <a:pt x="26" y="34"/>
                  </a:lnTo>
                  <a:lnTo>
                    <a:pt x="33" y="32"/>
                  </a:lnTo>
                  <a:lnTo>
                    <a:pt x="38" y="24"/>
                  </a:lnTo>
                  <a:lnTo>
                    <a:pt x="43" y="11"/>
                  </a:lnTo>
                  <a:lnTo>
                    <a:pt x="38" y="2"/>
                  </a:lnTo>
                  <a:lnTo>
                    <a:pt x="26" y="0"/>
                  </a:lnTo>
                  <a:lnTo>
                    <a:pt x="14" y="2"/>
                  </a:lnTo>
                  <a:lnTo>
                    <a:pt x="0" y="1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7" name="Freeform 90">
              <a:extLst>
                <a:ext uri="{FF2B5EF4-FFF2-40B4-BE49-F238E27FC236}">
                  <a16:creationId xmlns:a16="http://schemas.microsoft.com/office/drawing/2014/main" id="{70F01E53-114D-97A6-0C94-327FFF31A2F7}"/>
                </a:ext>
              </a:extLst>
            </p:cNvPr>
            <p:cNvSpPr>
              <a:spLocks noChangeAspect="1"/>
            </p:cNvSpPr>
            <p:nvPr/>
          </p:nvSpPr>
          <p:spPr bwMode="auto">
            <a:xfrm>
              <a:off x="614" y="2684"/>
              <a:ext cx="10" cy="3"/>
            </a:xfrm>
            <a:custGeom>
              <a:avLst/>
              <a:gdLst>
                <a:gd name="T0" fmla="*/ 25 w 52"/>
                <a:gd name="T1" fmla="*/ 3 h 16"/>
                <a:gd name="T2" fmla="*/ 31 w 52"/>
                <a:gd name="T3" fmla="*/ 3 h 16"/>
                <a:gd name="T4" fmla="*/ 32 w 52"/>
                <a:gd name="T5" fmla="*/ 4 h 16"/>
                <a:gd name="T6" fmla="*/ 34 w 52"/>
                <a:gd name="T7" fmla="*/ 4 h 16"/>
                <a:gd name="T8" fmla="*/ 52 w 52"/>
                <a:gd name="T9" fmla="*/ 7 h 16"/>
                <a:gd name="T10" fmla="*/ 41 w 52"/>
                <a:gd name="T11" fmla="*/ 15 h 16"/>
                <a:gd name="T12" fmla="*/ 37 w 52"/>
                <a:gd name="T13" fmla="*/ 16 h 16"/>
                <a:gd name="T14" fmla="*/ 18 w 52"/>
                <a:gd name="T15" fmla="*/ 10 h 16"/>
                <a:gd name="T16" fmla="*/ 0 w 52"/>
                <a:gd name="T17" fmla="*/ 12 h 16"/>
                <a:gd name="T18" fmla="*/ 4 w 52"/>
                <a:gd name="T19" fmla="*/ 0 h 16"/>
                <a:gd name="T20" fmla="*/ 25 w 52"/>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6">
                  <a:moveTo>
                    <a:pt x="25" y="3"/>
                  </a:moveTo>
                  <a:lnTo>
                    <a:pt x="31" y="3"/>
                  </a:lnTo>
                  <a:lnTo>
                    <a:pt x="32" y="4"/>
                  </a:lnTo>
                  <a:lnTo>
                    <a:pt x="34" y="4"/>
                  </a:lnTo>
                  <a:lnTo>
                    <a:pt x="52" y="7"/>
                  </a:lnTo>
                  <a:lnTo>
                    <a:pt x="41" y="15"/>
                  </a:lnTo>
                  <a:lnTo>
                    <a:pt x="37" y="16"/>
                  </a:lnTo>
                  <a:lnTo>
                    <a:pt x="18" y="10"/>
                  </a:lnTo>
                  <a:lnTo>
                    <a:pt x="0" y="12"/>
                  </a:lnTo>
                  <a:lnTo>
                    <a:pt x="4" y="0"/>
                  </a:lnTo>
                  <a:lnTo>
                    <a:pt x="25" y="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8" name="Freeform 91">
              <a:extLst>
                <a:ext uri="{FF2B5EF4-FFF2-40B4-BE49-F238E27FC236}">
                  <a16:creationId xmlns:a16="http://schemas.microsoft.com/office/drawing/2014/main" id="{7C16E4E1-443D-038C-8624-43C21AE784B0}"/>
                </a:ext>
              </a:extLst>
            </p:cNvPr>
            <p:cNvSpPr>
              <a:spLocks noChangeAspect="1"/>
            </p:cNvSpPr>
            <p:nvPr/>
          </p:nvSpPr>
          <p:spPr bwMode="auto">
            <a:xfrm>
              <a:off x="618" y="2689"/>
              <a:ext cx="4" cy="3"/>
            </a:xfrm>
            <a:custGeom>
              <a:avLst/>
              <a:gdLst>
                <a:gd name="T0" fmla="*/ 0 w 19"/>
                <a:gd name="T1" fmla="*/ 0 h 18"/>
                <a:gd name="T2" fmla="*/ 3 w 19"/>
                <a:gd name="T3" fmla="*/ 12 h 18"/>
                <a:gd name="T4" fmla="*/ 13 w 19"/>
                <a:gd name="T5" fmla="*/ 18 h 18"/>
                <a:gd name="T6" fmla="*/ 19 w 19"/>
                <a:gd name="T7" fmla="*/ 12 h 18"/>
                <a:gd name="T8" fmla="*/ 0 w 19"/>
                <a:gd name="T9" fmla="*/ 0 h 18"/>
              </a:gdLst>
              <a:ahLst/>
              <a:cxnLst>
                <a:cxn ang="0">
                  <a:pos x="T0" y="T1"/>
                </a:cxn>
                <a:cxn ang="0">
                  <a:pos x="T2" y="T3"/>
                </a:cxn>
                <a:cxn ang="0">
                  <a:pos x="T4" y="T5"/>
                </a:cxn>
                <a:cxn ang="0">
                  <a:pos x="T6" y="T7"/>
                </a:cxn>
                <a:cxn ang="0">
                  <a:pos x="T8" y="T9"/>
                </a:cxn>
              </a:cxnLst>
              <a:rect l="0" t="0" r="r" b="b"/>
              <a:pathLst>
                <a:path w="19" h="18">
                  <a:moveTo>
                    <a:pt x="0" y="0"/>
                  </a:moveTo>
                  <a:lnTo>
                    <a:pt x="3" y="12"/>
                  </a:lnTo>
                  <a:lnTo>
                    <a:pt x="13" y="18"/>
                  </a:lnTo>
                  <a:lnTo>
                    <a:pt x="19" y="12"/>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19" name="Freeform 92">
              <a:extLst>
                <a:ext uri="{FF2B5EF4-FFF2-40B4-BE49-F238E27FC236}">
                  <a16:creationId xmlns:a16="http://schemas.microsoft.com/office/drawing/2014/main" id="{37DF4BB8-DFD0-88B1-DD97-91B28435DDFC}"/>
                </a:ext>
              </a:extLst>
            </p:cNvPr>
            <p:cNvSpPr>
              <a:spLocks noChangeAspect="1"/>
            </p:cNvSpPr>
            <p:nvPr/>
          </p:nvSpPr>
          <p:spPr bwMode="auto">
            <a:xfrm>
              <a:off x="570" y="2669"/>
              <a:ext cx="2" cy="3"/>
            </a:xfrm>
            <a:custGeom>
              <a:avLst/>
              <a:gdLst>
                <a:gd name="T0" fmla="*/ 0 w 14"/>
                <a:gd name="T1" fmla="*/ 13 h 22"/>
                <a:gd name="T2" fmla="*/ 12 w 14"/>
                <a:gd name="T3" fmla="*/ 0 h 22"/>
                <a:gd name="T4" fmla="*/ 14 w 14"/>
                <a:gd name="T5" fmla="*/ 11 h 22"/>
                <a:gd name="T6" fmla="*/ 3 w 14"/>
                <a:gd name="T7" fmla="*/ 22 h 22"/>
                <a:gd name="T8" fmla="*/ 0 w 14"/>
                <a:gd name="T9" fmla="*/ 13 h 22"/>
              </a:gdLst>
              <a:ahLst/>
              <a:cxnLst>
                <a:cxn ang="0">
                  <a:pos x="T0" y="T1"/>
                </a:cxn>
                <a:cxn ang="0">
                  <a:pos x="T2" y="T3"/>
                </a:cxn>
                <a:cxn ang="0">
                  <a:pos x="T4" y="T5"/>
                </a:cxn>
                <a:cxn ang="0">
                  <a:pos x="T6" y="T7"/>
                </a:cxn>
                <a:cxn ang="0">
                  <a:pos x="T8" y="T9"/>
                </a:cxn>
              </a:cxnLst>
              <a:rect l="0" t="0" r="r" b="b"/>
              <a:pathLst>
                <a:path w="14" h="22">
                  <a:moveTo>
                    <a:pt x="0" y="13"/>
                  </a:moveTo>
                  <a:lnTo>
                    <a:pt x="12" y="0"/>
                  </a:lnTo>
                  <a:lnTo>
                    <a:pt x="14" y="11"/>
                  </a:lnTo>
                  <a:lnTo>
                    <a:pt x="3" y="22"/>
                  </a:lnTo>
                  <a:lnTo>
                    <a:pt x="0" y="1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20" name="Freeform 93">
              <a:extLst>
                <a:ext uri="{FF2B5EF4-FFF2-40B4-BE49-F238E27FC236}">
                  <a16:creationId xmlns:a16="http://schemas.microsoft.com/office/drawing/2014/main" id="{A6E6512D-61A9-115E-E97F-6632714A707A}"/>
                </a:ext>
              </a:extLst>
            </p:cNvPr>
            <p:cNvSpPr>
              <a:spLocks noChangeAspect="1"/>
            </p:cNvSpPr>
            <p:nvPr/>
          </p:nvSpPr>
          <p:spPr bwMode="auto">
            <a:xfrm>
              <a:off x="501" y="2484"/>
              <a:ext cx="93" cy="99"/>
            </a:xfrm>
            <a:custGeom>
              <a:avLst/>
              <a:gdLst>
                <a:gd name="T0" fmla="*/ 69 w 519"/>
                <a:gd name="T1" fmla="*/ 557 h 557"/>
                <a:gd name="T2" fmla="*/ 147 w 519"/>
                <a:gd name="T3" fmla="*/ 521 h 557"/>
                <a:gd name="T4" fmla="*/ 199 w 519"/>
                <a:gd name="T5" fmla="*/ 515 h 557"/>
                <a:gd name="T6" fmla="*/ 201 w 519"/>
                <a:gd name="T7" fmla="*/ 507 h 557"/>
                <a:gd name="T8" fmla="*/ 222 w 519"/>
                <a:gd name="T9" fmla="*/ 507 h 557"/>
                <a:gd name="T10" fmla="*/ 243 w 519"/>
                <a:gd name="T11" fmla="*/ 508 h 557"/>
                <a:gd name="T12" fmla="*/ 303 w 519"/>
                <a:gd name="T13" fmla="*/ 513 h 557"/>
                <a:gd name="T14" fmla="*/ 340 w 519"/>
                <a:gd name="T15" fmla="*/ 515 h 557"/>
                <a:gd name="T16" fmla="*/ 385 w 519"/>
                <a:gd name="T17" fmla="*/ 519 h 557"/>
                <a:gd name="T18" fmla="*/ 412 w 519"/>
                <a:gd name="T19" fmla="*/ 520 h 557"/>
                <a:gd name="T20" fmla="*/ 435 w 519"/>
                <a:gd name="T21" fmla="*/ 521 h 557"/>
                <a:gd name="T22" fmla="*/ 437 w 519"/>
                <a:gd name="T23" fmla="*/ 521 h 557"/>
                <a:gd name="T24" fmla="*/ 466 w 519"/>
                <a:gd name="T25" fmla="*/ 523 h 557"/>
                <a:gd name="T26" fmla="*/ 485 w 519"/>
                <a:gd name="T27" fmla="*/ 523 h 557"/>
                <a:gd name="T28" fmla="*/ 490 w 519"/>
                <a:gd name="T29" fmla="*/ 516 h 557"/>
                <a:gd name="T30" fmla="*/ 492 w 519"/>
                <a:gd name="T31" fmla="*/ 478 h 557"/>
                <a:gd name="T32" fmla="*/ 492 w 519"/>
                <a:gd name="T33" fmla="*/ 463 h 557"/>
                <a:gd name="T34" fmla="*/ 495 w 519"/>
                <a:gd name="T35" fmla="*/ 431 h 557"/>
                <a:gd name="T36" fmla="*/ 497 w 519"/>
                <a:gd name="T37" fmla="*/ 390 h 557"/>
                <a:gd name="T38" fmla="*/ 498 w 519"/>
                <a:gd name="T39" fmla="*/ 378 h 557"/>
                <a:gd name="T40" fmla="*/ 498 w 519"/>
                <a:gd name="T41" fmla="*/ 371 h 557"/>
                <a:gd name="T42" fmla="*/ 499 w 519"/>
                <a:gd name="T43" fmla="*/ 358 h 557"/>
                <a:gd name="T44" fmla="*/ 501 w 519"/>
                <a:gd name="T45" fmla="*/ 329 h 557"/>
                <a:gd name="T46" fmla="*/ 503 w 519"/>
                <a:gd name="T47" fmla="*/ 300 h 557"/>
                <a:gd name="T48" fmla="*/ 503 w 519"/>
                <a:gd name="T49" fmla="*/ 288 h 557"/>
                <a:gd name="T50" fmla="*/ 504 w 519"/>
                <a:gd name="T51" fmla="*/ 256 h 557"/>
                <a:gd name="T52" fmla="*/ 505 w 519"/>
                <a:gd name="T53" fmla="*/ 244 h 557"/>
                <a:gd name="T54" fmla="*/ 505 w 519"/>
                <a:gd name="T55" fmla="*/ 232 h 557"/>
                <a:gd name="T56" fmla="*/ 507 w 519"/>
                <a:gd name="T57" fmla="*/ 214 h 557"/>
                <a:gd name="T58" fmla="*/ 508 w 519"/>
                <a:gd name="T59" fmla="*/ 199 h 557"/>
                <a:gd name="T60" fmla="*/ 510 w 519"/>
                <a:gd name="T61" fmla="*/ 160 h 557"/>
                <a:gd name="T62" fmla="*/ 510 w 519"/>
                <a:gd name="T63" fmla="*/ 156 h 557"/>
                <a:gd name="T64" fmla="*/ 514 w 519"/>
                <a:gd name="T65" fmla="*/ 85 h 557"/>
                <a:gd name="T66" fmla="*/ 517 w 519"/>
                <a:gd name="T67" fmla="*/ 64 h 557"/>
                <a:gd name="T68" fmla="*/ 519 w 519"/>
                <a:gd name="T69" fmla="*/ 36 h 557"/>
                <a:gd name="T70" fmla="*/ 495 w 519"/>
                <a:gd name="T71" fmla="*/ 35 h 557"/>
                <a:gd name="T72" fmla="*/ 442 w 519"/>
                <a:gd name="T73" fmla="*/ 33 h 557"/>
                <a:gd name="T74" fmla="*/ 372 w 519"/>
                <a:gd name="T75" fmla="*/ 29 h 557"/>
                <a:gd name="T76" fmla="*/ 351 w 519"/>
                <a:gd name="T77" fmla="*/ 27 h 557"/>
                <a:gd name="T78" fmla="*/ 310 w 519"/>
                <a:gd name="T79" fmla="*/ 24 h 557"/>
                <a:gd name="T80" fmla="*/ 291 w 519"/>
                <a:gd name="T81" fmla="*/ 22 h 557"/>
                <a:gd name="T82" fmla="*/ 184 w 519"/>
                <a:gd name="T83" fmla="*/ 12 h 557"/>
                <a:gd name="T84" fmla="*/ 179 w 519"/>
                <a:gd name="T85" fmla="*/ 12 h 557"/>
                <a:gd name="T86" fmla="*/ 130 w 519"/>
                <a:gd name="T87" fmla="*/ 7 h 557"/>
                <a:gd name="T88" fmla="*/ 89 w 519"/>
                <a:gd name="T89" fmla="*/ 4 h 557"/>
                <a:gd name="T90" fmla="*/ 60 w 519"/>
                <a:gd name="T91" fmla="*/ 0 h 557"/>
                <a:gd name="T92" fmla="*/ 55 w 519"/>
                <a:gd name="T93" fmla="*/ 48 h 557"/>
                <a:gd name="T94" fmla="*/ 45 w 519"/>
                <a:gd name="T95" fmla="*/ 143 h 557"/>
                <a:gd name="T96" fmla="*/ 39 w 519"/>
                <a:gd name="T97" fmla="*/ 198 h 557"/>
                <a:gd name="T98" fmla="*/ 36 w 519"/>
                <a:gd name="T99" fmla="*/ 217 h 557"/>
                <a:gd name="T100" fmla="*/ 33 w 519"/>
                <a:gd name="T101" fmla="*/ 256 h 557"/>
                <a:gd name="T102" fmla="*/ 27 w 519"/>
                <a:gd name="T103" fmla="*/ 313 h 557"/>
                <a:gd name="T104" fmla="*/ 21 w 519"/>
                <a:gd name="T105" fmla="*/ 369 h 557"/>
                <a:gd name="T106" fmla="*/ 18 w 519"/>
                <a:gd name="T107" fmla="*/ 389 h 557"/>
                <a:gd name="T108" fmla="*/ 15 w 519"/>
                <a:gd name="T109" fmla="*/ 413 h 557"/>
                <a:gd name="T110" fmla="*/ 12 w 519"/>
                <a:gd name="T111" fmla="*/ 444 h 557"/>
                <a:gd name="T112" fmla="*/ 1 w 519"/>
                <a:gd name="T113" fmla="*/ 532 h 557"/>
                <a:gd name="T114" fmla="*/ 15 w 519"/>
                <a:gd name="T115" fmla="*/ 552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 h="557">
                  <a:moveTo>
                    <a:pt x="15" y="552"/>
                  </a:moveTo>
                  <a:lnTo>
                    <a:pt x="69" y="557"/>
                  </a:lnTo>
                  <a:lnTo>
                    <a:pt x="72" y="514"/>
                  </a:lnTo>
                  <a:lnTo>
                    <a:pt x="147" y="521"/>
                  </a:lnTo>
                  <a:lnTo>
                    <a:pt x="208" y="526"/>
                  </a:lnTo>
                  <a:lnTo>
                    <a:pt x="199" y="515"/>
                  </a:lnTo>
                  <a:lnTo>
                    <a:pt x="203" y="513"/>
                  </a:lnTo>
                  <a:lnTo>
                    <a:pt x="201" y="507"/>
                  </a:lnTo>
                  <a:lnTo>
                    <a:pt x="203" y="504"/>
                  </a:lnTo>
                  <a:lnTo>
                    <a:pt x="222" y="507"/>
                  </a:lnTo>
                  <a:lnTo>
                    <a:pt x="233" y="507"/>
                  </a:lnTo>
                  <a:lnTo>
                    <a:pt x="243" y="508"/>
                  </a:lnTo>
                  <a:lnTo>
                    <a:pt x="253" y="509"/>
                  </a:lnTo>
                  <a:lnTo>
                    <a:pt x="303" y="513"/>
                  </a:lnTo>
                  <a:lnTo>
                    <a:pt x="325" y="514"/>
                  </a:lnTo>
                  <a:lnTo>
                    <a:pt x="340" y="515"/>
                  </a:lnTo>
                  <a:lnTo>
                    <a:pt x="346" y="516"/>
                  </a:lnTo>
                  <a:lnTo>
                    <a:pt x="385" y="519"/>
                  </a:lnTo>
                  <a:lnTo>
                    <a:pt x="393" y="519"/>
                  </a:lnTo>
                  <a:lnTo>
                    <a:pt x="412" y="520"/>
                  </a:lnTo>
                  <a:lnTo>
                    <a:pt x="415" y="520"/>
                  </a:lnTo>
                  <a:lnTo>
                    <a:pt x="435" y="521"/>
                  </a:lnTo>
                  <a:lnTo>
                    <a:pt x="436" y="521"/>
                  </a:lnTo>
                  <a:lnTo>
                    <a:pt x="437" y="521"/>
                  </a:lnTo>
                  <a:lnTo>
                    <a:pt x="444" y="522"/>
                  </a:lnTo>
                  <a:lnTo>
                    <a:pt x="466" y="523"/>
                  </a:lnTo>
                  <a:lnTo>
                    <a:pt x="468" y="523"/>
                  </a:lnTo>
                  <a:lnTo>
                    <a:pt x="485" y="523"/>
                  </a:lnTo>
                  <a:lnTo>
                    <a:pt x="490" y="525"/>
                  </a:lnTo>
                  <a:lnTo>
                    <a:pt x="490" y="516"/>
                  </a:lnTo>
                  <a:lnTo>
                    <a:pt x="491" y="499"/>
                  </a:lnTo>
                  <a:lnTo>
                    <a:pt x="492" y="478"/>
                  </a:lnTo>
                  <a:lnTo>
                    <a:pt x="492" y="473"/>
                  </a:lnTo>
                  <a:lnTo>
                    <a:pt x="492" y="463"/>
                  </a:lnTo>
                  <a:lnTo>
                    <a:pt x="493" y="444"/>
                  </a:lnTo>
                  <a:lnTo>
                    <a:pt x="495" y="431"/>
                  </a:lnTo>
                  <a:lnTo>
                    <a:pt x="496" y="414"/>
                  </a:lnTo>
                  <a:lnTo>
                    <a:pt x="497" y="390"/>
                  </a:lnTo>
                  <a:lnTo>
                    <a:pt x="497" y="389"/>
                  </a:lnTo>
                  <a:lnTo>
                    <a:pt x="498" y="378"/>
                  </a:lnTo>
                  <a:lnTo>
                    <a:pt x="498" y="375"/>
                  </a:lnTo>
                  <a:lnTo>
                    <a:pt x="498" y="371"/>
                  </a:lnTo>
                  <a:lnTo>
                    <a:pt x="499" y="361"/>
                  </a:lnTo>
                  <a:lnTo>
                    <a:pt x="499" y="358"/>
                  </a:lnTo>
                  <a:lnTo>
                    <a:pt x="499" y="346"/>
                  </a:lnTo>
                  <a:lnTo>
                    <a:pt x="501" y="329"/>
                  </a:lnTo>
                  <a:lnTo>
                    <a:pt x="502" y="305"/>
                  </a:lnTo>
                  <a:lnTo>
                    <a:pt x="503" y="300"/>
                  </a:lnTo>
                  <a:lnTo>
                    <a:pt x="503" y="299"/>
                  </a:lnTo>
                  <a:lnTo>
                    <a:pt x="503" y="288"/>
                  </a:lnTo>
                  <a:lnTo>
                    <a:pt x="503" y="281"/>
                  </a:lnTo>
                  <a:lnTo>
                    <a:pt x="504" y="256"/>
                  </a:lnTo>
                  <a:lnTo>
                    <a:pt x="505" y="245"/>
                  </a:lnTo>
                  <a:lnTo>
                    <a:pt x="505" y="244"/>
                  </a:lnTo>
                  <a:lnTo>
                    <a:pt x="505" y="237"/>
                  </a:lnTo>
                  <a:lnTo>
                    <a:pt x="505" y="232"/>
                  </a:lnTo>
                  <a:lnTo>
                    <a:pt x="507" y="220"/>
                  </a:lnTo>
                  <a:lnTo>
                    <a:pt x="507" y="214"/>
                  </a:lnTo>
                  <a:lnTo>
                    <a:pt x="508" y="205"/>
                  </a:lnTo>
                  <a:lnTo>
                    <a:pt x="508" y="199"/>
                  </a:lnTo>
                  <a:lnTo>
                    <a:pt x="509" y="171"/>
                  </a:lnTo>
                  <a:lnTo>
                    <a:pt x="510" y="160"/>
                  </a:lnTo>
                  <a:lnTo>
                    <a:pt x="510" y="159"/>
                  </a:lnTo>
                  <a:lnTo>
                    <a:pt x="510" y="156"/>
                  </a:lnTo>
                  <a:lnTo>
                    <a:pt x="511" y="129"/>
                  </a:lnTo>
                  <a:lnTo>
                    <a:pt x="514" y="85"/>
                  </a:lnTo>
                  <a:lnTo>
                    <a:pt x="516" y="85"/>
                  </a:lnTo>
                  <a:lnTo>
                    <a:pt x="517" y="64"/>
                  </a:lnTo>
                  <a:lnTo>
                    <a:pt x="519" y="48"/>
                  </a:lnTo>
                  <a:lnTo>
                    <a:pt x="519" y="36"/>
                  </a:lnTo>
                  <a:lnTo>
                    <a:pt x="513" y="36"/>
                  </a:lnTo>
                  <a:lnTo>
                    <a:pt x="495" y="35"/>
                  </a:lnTo>
                  <a:lnTo>
                    <a:pt x="491" y="35"/>
                  </a:lnTo>
                  <a:lnTo>
                    <a:pt x="442" y="33"/>
                  </a:lnTo>
                  <a:lnTo>
                    <a:pt x="414" y="31"/>
                  </a:lnTo>
                  <a:lnTo>
                    <a:pt x="372" y="29"/>
                  </a:lnTo>
                  <a:lnTo>
                    <a:pt x="355" y="27"/>
                  </a:lnTo>
                  <a:lnTo>
                    <a:pt x="351" y="27"/>
                  </a:lnTo>
                  <a:lnTo>
                    <a:pt x="312" y="24"/>
                  </a:lnTo>
                  <a:lnTo>
                    <a:pt x="310" y="24"/>
                  </a:lnTo>
                  <a:lnTo>
                    <a:pt x="300" y="23"/>
                  </a:lnTo>
                  <a:lnTo>
                    <a:pt x="291" y="22"/>
                  </a:lnTo>
                  <a:lnTo>
                    <a:pt x="255" y="19"/>
                  </a:lnTo>
                  <a:lnTo>
                    <a:pt x="184" y="12"/>
                  </a:lnTo>
                  <a:lnTo>
                    <a:pt x="181" y="12"/>
                  </a:lnTo>
                  <a:lnTo>
                    <a:pt x="179" y="12"/>
                  </a:lnTo>
                  <a:lnTo>
                    <a:pt x="178" y="12"/>
                  </a:lnTo>
                  <a:lnTo>
                    <a:pt x="130" y="7"/>
                  </a:lnTo>
                  <a:lnTo>
                    <a:pt x="111" y="5"/>
                  </a:lnTo>
                  <a:lnTo>
                    <a:pt x="89" y="4"/>
                  </a:lnTo>
                  <a:lnTo>
                    <a:pt x="83" y="3"/>
                  </a:lnTo>
                  <a:lnTo>
                    <a:pt x="60" y="0"/>
                  </a:lnTo>
                  <a:lnTo>
                    <a:pt x="58" y="24"/>
                  </a:lnTo>
                  <a:lnTo>
                    <a:pt x="55" y="48"/>
                  </a:lnTo>
                  <a:lnTo>
                    <a:pt x="49" y="97"/>
                  </a:lnTo>
                  <a:lnTo>
                    <a:pt x="45" y="143"/>
                  </a:lnTo>
                  <a:lnTo>
                    <a:pt x="45" y="145"/>
                  </a:lnTo>
                  <a:lnTo>
                    <a:pt x="39" y="198"/>
                  </a:lnTo>
                  <a:lnTo>
                    <a:pt x="37" y="215"/>
                  </a:lnTo>
                  <a:lnTo>
                    <a:pt x="36" y="217"/>
                  </a:lnTo>
                  <a:lnTo>
                    <a:pt x="35" y="235"/>
                  </a:lnTo>
                  <a:lnTo>
                    <a:pt x="33" y="256"/>
                  </a:lnTo>
                  <a:lnTo>
                    <a:pt x="29" y="292"/>
                  </a:lnTo>
                  <a:lnTo>
                    <a:pt x="27" y="313"/>
                  </a:lnTo>
                  <a:lnTo>
                    <a:pt x="25" y="316"/>
                  </a:lnTo>
                  <a:lnTo>
                    <a:pt x="21" y="369"/>
                  </a:lnTo>
                  <a:lnTo>
                    <a:pt x="19" y="375"/>
                  </a:lnTo>
                  <a:lnTo>
                    <a:pt x="18" y="389"/>
                  </a:lnTo>
                  <a:lnTo>
                    <a:pt x="16" y="411"/>
                  </a:lnTo>
                  <a:lnTo>
                    <a:pt x="15" y="413"/>
                  </a:lnTo>
                  <a:lnTo>
                    <a:pt x="12" y="437"/>
                  </a:lnTo>
                  <a:lnTo>
                    <a:pt x="12" y="444"/>
                  </a:lnTo>
                  <a:lnTo>
                    <a:pt x="3" y="529"/>
                  </a:lnTo>
                  <a:lnTo>
                    <a:pt x="1" y="532"/>
                  </a:lnTo>
                  <a:lnTo>
                    <a:pt x="0" y="551"/>
                  </a:lnTo>
                  <a:lnTo>
                    <a:pt x="15" y="55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grpSp>
      <p:sp>
        <p:nvSpPr>
          <p:cNvPr id="283" name="文本框 282">
            <a:extLst>
              <a:ext uri="{FF2B5EF4-FFF2-40B4-BE49-F238E27FC236}">
                <a16:creationId xmlns:a16="http://schemas.microsoft.com/office/drawing/2014/main" id="{5367E4D2-9284-E785-1F74-A4ED61EA0594}"/>
              </a:ext>
            </a:extLst>
          </p:cNvPr>
          <p:cNvSpPr txBox="1"/>
          <p:nvPr/>
        </p:nvSpPr>
        <p:spPr>
          <a:xfrm>
            <a:off x="10645849" y="5936167"/>
            <a:ext cx="1249047" cy="215444"/>
          </a:xfrm>
          <a:prstGeom prst="rect">
            <a:avLst/>
          </a:prstGeom>
          <a:noFill/>
        </p:spPr>
        <p:txBody>
          <a:bodyPr wrap="square" rtlCol="0">
            <a:spAutoFit/>
          </a:bodyPr>
          <a:lstStyle/>
          <a:p>
            <a:pPr algn="l"/>
            <a:r>
              <a:rPr kumimoji="1" lang="en" altLang="zh-CN" sz="8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8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84" name="文本框 283">
            <a:extLst>
              <a:ext uri="{FF2B5EF4-FFF2-40B4-BE49-F238E27FC236}">
                <a16:creationId xmlns:a16="http://schemas.microsoft.com/office/drawing/2014/main" id="{44A535F1-A7B8-1544-74D9-F8567AE36962}"/>
              </a:ext>
            </a:extLst>
          </p:cNvPr>
          <p:cNvSpPr txBox="1"/>
          <p:nvPr/>
        </p:nvSpPr>
        <p:spPr>
          <a:xfrm>
            <a:off x="9137338" y="4833650"/>
            <a:ext cx="1249047" cy="215444"/>
          </a:xfrm>
          <a:prstGeom prst="rect">
            <a:avLst/>
          </a:prstGeom>
          <a:noFill/>
        </p:spPr>
        <p:txBody>
          <a:bodyPr wrap="square" rtlCol="0">
            <a:spAutoFit/>
          </a:bodyPr>
          <a:lstStyle/>
          <a:p>
            <a:pPr algn="l"/>
            <a:r>
              <a:rPr kumimoji="1" lang="en" altLang="zh-CN" sz="8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8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85" name="文本框 284">
            <a:extLst>
              <a:ext uri="{FF2B5EF4-FFF2-40B4-BE49-F238E27FC236}">
                <a16:creationId xmlns:a16="http://schemas.microsoft.com/office/drawing/2014/main" id="{FA572ADB-CD3F-D1B9-F84F-CFC8BBE702A7}"/>
              </a:ext>
            </a:extLst>
          </p:cNvPr>
          <p:cNvSpPr txBox="1"/>
          <p:nvPr/>
        </p:nvSpPr>
        <p:spPr>
          <a:xfrm>
            <a:off x="10652083" y="5795911"/>
            <a:ext cx="1249047" cy="215444"/>
          </a:xfrm>
          <a:prstGeom prst="rect">
            <a:avLst/>
          </a:prstGeom>
          <a:noFill/>
        </p:spPr>
        <p:txBody>
          <a:bodyPr wrap="square" rtlCol="0">
            <a:spAutoFit/>
          </a:bodyPr>
          <a:lstStyle/>
          <a:p>
            <a:pPr algn="l"/>
            <a:r>
              <a:rPr kumimoji="1" lang="en" altLang="zh-CN" sz="8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8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86" name="椭圆 285">
            <a:extLst>
              <a:ext uri="{FF2B5EF4-FFF2-40B4-BE49-F238E27FC236}">
                <a16:creationId xmlns:a16="http://schemas.microsoft.com/office/drawing/2014/main" id="{60A43B2D-165F-1B46-F64F-1073272EF4E9}"/>
              </a:ext>
            </a:extLst>
          </p:cNvPr>
          <p:cNvSpPr/>
          <p:nvPr/>
        </p:nvSpPr>
        <p:spPr>
          <a:xfrm rot="20635996">
            <a:off x="10539349" y="4785271"/>
            <a:ext cx="1328435" cy="960495"/>
          </a:xfrm>
          <a:prstGeom prst="ellipse">
            <a:avLst/>
          </a:prstGeom>
          <a:noFill/>
          <a:ln w="19050">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8" name="文本框 337">
            <a:extLst>
              <a:ext uri="{FF2B5EF4-FFF2-40B4-BE49-F238E27FC236}">
                <a16:creationId xmlns:a16="http://schemas.microsoft.com/office/drawing/2014/main" id="{99A0F249-AE6F-1810-67C9-AB9A6D5ADCC8}"/>
              </a:ext>
            </a:extLst>
          </p:cNvPr>
          <p:cNvSpPr txBox="1"/>
          <p:nvPr/>
        </p:nvSpPr>
        <p:spPr>
          <a:xfrm>
            <a:off x="9356922" y="2583254"/>
            <a:ext cx="1931111" cy="1200329"/>
          </a:xfrm>
          <a:prstGeom prst="rect">
            <a:avLst/>
          </a:prstGeom>
          <a:noFill/>
        </p:spPr>
        <p:txBody>
          <a:bodyPr wrap="square" rtlCol="0">
            <a:spAutoFit/>
          </a:bodyPr>
          <a:lstStyle/>
          <a:p>
            <a:pPr marL="171450" indent="-171450">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2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39" name="任意形状 338">
            <a:extLst>
              <a:ext uri="{FF2B5EF4-FFF2-40B4-BE49-F238E27FC236}">
                <a16:creationId xmlns:a16="http://schemas.microsoft.com/office/drawing/2014/main" id="{3BA411CE-C5C9-E085-E75A-7CBACD738F00}"/>
              </a:ext>
            </a:extLst>
          </p:cNvPr>
          <p:cNvSpPr/>
          <p:nvPr/>
        </p:nvSpPr>
        <p:spPr>
          <a:xfrm rot="10800000">
            <a:off x="6804709" y="3680912"/>
            <a:ext cx="2170445" cy="938307"/>
          </a:xfrm>
          <a:custGeom>
            <a:avLst/>
            <a:gdLst>
              <a:gd name="connsiteX0" fmla="*/ 1852243 w 1979525"/>
              <a:gd name="connsiteY0" fmla="*/ 938307 h 938307"/>
              <a:gd name="connsiteX1" fmla="*/ 127282 w 1979525"/>
              <a:gd name="connsiteY1" fmla="*/ 938307 h 938307"/>
              <a:gd name="connsiteX2" fmla="*/ 0 w 1979525"/>
              <a:gd name="connsiteY2" fmla="*/ 811025 h 938307"/>
              <a:gd name="connsiteX3" fmla="*/ 0 w 1979525"/>
              <a:gd name="connsiteY3" fmla="*/ 301914 h 938307"/>
              <a:gd name="connsiteX4" fmla="*/ 127282 w 1979525"/>
              <a:gd name="connsiteY4" fmla="*/ 174632 h 938307"/>
              <a:gd name="connsiteX5" fmla="*/ 1351409 w 1979525"/>
              <a:gd name="connsiteY5" fmla="*/ 174632 h 938307"/>
              <a:gd name="connsiteX6" fmla="*/ 1547448 w 1979525"/>
              <a:gd name="connsiteY6" fmla="*/ 0 h 938307"/>
              <a:gd name="connsiteX7" fmla="*/ 1743486 w 1979525"/>
              <a:gd name="connsiteY7" fmla="*/ 174632 h 938307"/>
              <a:gd name="connsiteX8" fmla="*/ 1852243 w 1979525"/>
              <a:gd name="connsiteY8" fmla="*/ 174632 h 938307"/>
              <a:gd name="connsiteX9" fmla="*/ 1979525 w 1979525"/>
              <a:gd name="connsiteY9" fmla="*/ 301914 h 938307"/>
              <a:gd name="connsiteX10" fmla="*/ 1979525 w 1979525"/>
              <a:gd name="connsiteY10" fmla="*/ 811025 h 938307"/>
              <a:gd name="connsiteX11" fmla="*/ 1852243 w 1979525"/>
              <a:gd name="connsiteY11" fmla="*/ 938307 h 93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79525" h="938307">
                <a:moveTo>
                  <a:pt x="1852243" y="938307"/>
                </a:moveTo>
                <a:lnTo>
                  <a:pt x="127282" y="938307"/>
                </a:lnTo>
                <a:cubicBezTo>
                  <a:pt x="56986" y="938307"/>
                  <a:pt x="0" y="881321"/>
                  <a:pt x="0" y="811025"/>
                </a:cubicBezTo>
                <a:lnTo>
                  <a:pt x="0" y="301914"/>
                </a:lnTo>
                <a:cubicBezTo>
                  <a:pt x="0" y="231618"/>
                  <a:pt x="56986" y="174632"/>
                  <a:pt x="127282" y="174632"/>
                </a:cubicBezTo>
                <a:lnTo>
                  <a:pt x="1351409" y="174632"/>
                </a:lnTo>
                <a:lnTo>
                  <a:pt x="1547448" y="0"/>
                </a:lnTo>
                <a:lnTo>
                  <a:pt x="1743486" y="174632"/>
                </a:lnTo>
                <a:lnTo>
                  <a:pt x="1852243" y="174632"/>
                </a:lnTo>
                <a:cubicBezTo>
                  <a:pt x="1922539" y="174632"/>
                  <a:pt x="1979525" y="231618"/>
                  <a:pt x="1979525" y="301914"/>
                </a:cubicBezTo>
                <a:lnTo>
                  <a:pt x="1979525" y="811025"/>
                </a:lnTo>
                <a:cubicBezTo>
                  <a:pt x="1979525" y="881321"/>
                  <a:pt x="1922539" y="938307"/>
                  <a:pt x="1852243" y="938307"/>
                </a:cubicBezTo>
                <a:close/>
              </a:path>
            </a:pathLst>
          </a:custGeom>
          <a:solidFill>
            <a:schemeClr val="bg1">
              <a:alpha val="82000"/>
            </a:schemeClr>
          </a:solid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340" name="文本框 339">
            <a:extLst>
              <a:ext uri="{FF2B5EF4-FFF2-40B4-BE49-F238E27FC236}">
                <a16:creationId xmlns:a16="http://schemas.microsoft.com/office/drawing/2014/main" id="{A235DFE0-1886-4F09-773D-EABD478ECB84}"/>
              </a:ext>
            </a:extLst>
          </p:cNvPr>
          <p:cNvSpPr txBox="1"/>
          <p:nvPr/>
        </p:nvSpPr>
        <p:spPr>
          <a:xfrm>
            <a:off x="6955830" y="3728626"/>
            <a:ext cx="1931111" cy="646331"/>
          </a:xfrm>
          <a:prstGeom prst="rect">
            <a:avLst/>
          </a:prstGeom>
          <a:noFill/>
        </p:spPr>
        <p:txBody>
          <a:bodyPr wrap="square" rtlCol="0">
            <a:spAutoFit/>
          </a:bodyPr>
          <a:lstStyle/>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2" name="文本框 341">
            <a:extLst>
              <a:ext uri="{FF2B5EF4-FFF2-40B4-BE49-F238E27FC236}">
                <a16:creationId xmlns:a16="http://schemas.microsoft.com/office/drawing/2014/main" id="{FD64B903-7761-1151-14C9-C03E5729AFBD}"/>
              </a:ext>
            </a:extLst>
          </p:cNvPr>
          <p:cNvSpPr txBox="1"/>
          <p:nvPr/>
        </p:nvSpPr>
        <p:spPr>
          <a:xfrm>
            <a:off x="6689297" y="5737464"/>
            <a:ext cx="2173596" cy="738664"/>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3" name="文本框 342">
            <a:extLst>
              <a:ext uri="{FF2B5EF4-FFF2-40B4-BE49-F238E27FC236}">
                <a16:creationId xmlns:a16="http://schemas.microsoft.com/office/drawing/2014/main" id="{6299B3CF-A459-71E3-2B11-8ED6EEED4A14}"/>
              </a:ext>
            </a:extLst>
          </p:cNvPr>
          <p:cNvSpPr txBox="1"/>
          <p:nvPr/>
        </p:nvSpPr>
        <p:spPr>
          <a:xfrm>
            <a:off x="6689297" y="4801181"/>
            <a:ext cx="2173596" cy="738664"/>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387" name="组合 386">
            <a:extLst>
              <a:ext uri="{FF2B5EF4-FFF2-40B4-BE49-F238E27FC236}">
                <a16:creationId xmlns:a16="http://schemas.microsoft.com/office/drawing/2014/main" id="{0FF93408-B69D-3AAB-EBD4-1F01DEAD1029}"/>
              </a:ext>
            </a:extLst>
          </p:cNvPr>
          <p:cNvGrpSpPr/>
          <p:nvPr/>
        </p:nvGrpSpPr>
        <p:grpSpPr>
          <a:xfrm>
            <a:off x="10535567" y="1479883"/>
            <a:ext cx="1229454" cy="1121387"/>
            <a:chOff x="8875209" y="1350270"/>
            <a:chExt cx="3033632" cy="2766980"/>
          </a:xfrm>
        </p:grpSpPr>
        <p:sp>
          <p:nvSpPr>
            <p:cNvPr id="370" name="Google Shape;3615;p71">
              <a:extLst>
                <a:ext uri="{FF2B5EF4-FFF2-40B4-BE49-F238E27FC236}">
                  <a16:creationId xmlns:a16="http://schemas.microsoft.com/office/drawing/2014/main" id="{2F5D29A9-4B33-217B-D2FF-7CF77308A112}"/>
                </a:ext>
              </a:extLst>
            </p:cNvPr>
            <p:cNvSpPr/>
            <p:nvPr/>
          </p:nvSpPr>
          <p:spPr>
            <a:xfrm>
              <a:off x="8875209" y="1350270"/>
              <a:ext cx="3033632" cy="2766980"/>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1E344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71" name="Google Shape;3616;p71">
              <a:extLst>
                <a:ext uri="{FF2B5EF4-FFF2-40B4-BE49-F238E27FC236}">
                  <a16:creationId xmlns:a16="http://schemas.microsoft.com/office/drawing/2014/main" id="{631BD3EE-1BC0-031E-E2C9-2CBF1662C99F}"/>
                </a:ext>
              </a:extLst>
            </p:cNvPr>
            <p:cNvGrpSpPr/>
            <p:nvPr/>
          </p:nvGrpSpPr>
          <p:grpSpPr>
            <a:xfrm>
              <a:off x="8969920" y="1350768"/>
              <a:ext cx="2525789" cy="2512323"/>
              <a:chOff x="6669657" y="3716715"/>
              <a:chExt cx="466779" cy="464290"/>
            </a:xfrm>
            <a:solidFill>
              <a:srgbClr val="4F6682"/>
            </a:solidFill>
          </p:grpSpPr>
          <p:sp>
            <p:nvSpPr>
              <p:cNvPr id="372" name="Google Shape;3617;p71">
                <a:extLst>
                  <a:ext uri="{FF2B5EF4-FFF2-40B4-BE49-F238E27FC236}">
                    <a16:creationId xmlns:a16="http://schemas.microsoft.com/office/drawing/2014/main" id="{BBA45BC8-E3FF-3E16-08A9-D35674B4E19B}"/>
                  </a:ext>
                </a:extLst>
              </p:cNvPr>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 name="Google Shape;3618;p71">
                <a:extLst>
                  <a:ext uri="{FF2B5EF4-FFF2-40B4-BE49-F238E27FC236}">
                    <a16:creationId xmlns:a16="http://schemas.microsoft.com/office/drawing/2014/main" id="{7D38A28A-8825-CB9F-F75C-6AED7816B239}"/>
                  </a:ext>
                </a:extLst>
              </p:cNvPr>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 name="Google Shape;3619;p71">
                <a:extLst>
                  <a:ext uri="{FF2B5EF4-FFF2-40B4-BE49-F238E27FC236}">
                    <a16:creationId xmlns:a16="http://schemas.microsoft.com/office/drawing/2014/main" id="{19BB1C34-B24F-06A7-E887-68E0B3F9CF49}"/>
                  </a:ext>
                </a:extLst>
              </p:cNvPr>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 name="Google Shape;3620;p71">
                <a:extLst>
                  <a:ext uri="{FF2B5EF4-FFF2-40B4-BE49-F238E27FC236}">
                    <a16:creationId xmlns:a16="http://schemas.microsoft.com/office/drawing/2014/main" id="{0AC22B76-E300-C88B-9E02-614109225F33}"/>
                  </a:ext>
                </a:extLst>
              </p:cNvPr>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 name="Google Shape;3621;p71">
                <a:extLst>
                  <a:ext uri="{FF2B5EF4-FFF2-40B4-BE49-F238E27FC236}">
                    <a16:creationId xmlns:a16="http://schemas.microsoft.com/office/drawing/2014/main" id="{BB4A8DA6-DCE7-1E41-0FA0-26B4AE10B1CD}"/>
                  </a:ext>
                </a:extLst>
              </p:cNvPr>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 name="Google Shape;3622;p71">
                <a:extLst>
                  <a:ext uri="{FF2B5EF4-FFF2-40B4-BE49-F238E27FC236}">
                    <a16:creationId xmlns:a16="http://schemas.microsoft.com/office/drawing/2014/main" id="{4472F1E5-A753-5286-2BFC-C5EECF0CA477}"/>
                  </a:ext>
                </a:extLst>
              </p:cNvPr>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 name="Google Shape;3623;p71">
                <a:extLst>
                  <a:ext uri="{FF2B5EF4-FFF2-40B4-BE49-F238E27FC236}">
                    <a16:creationId xmlns:a16="http://schemas.microsoft.com/office/drawing/2014/main" id="{E924A3D9-16F5-2623-38DC-1E7782CF0904}"/>
                  </a:ext>
                </a:extLst>
              </p:cNvPr>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 name="Google Shape;3624;p71">
                <a:extLst>
                  <a:ext uri="{FF2B5EF4-FFF2-40B4-BE49-F238E27FC236}">
                    <a16:creationId xmlns:a16="http://schemas.microsoft.com/office/drawing/2014/main" id="{0E281168-5216-1F29-4BF0-5D468348F752}"/>
                  </a:ext>
                </a:extLst>
              </p:cNvPr>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 name="Google Shape;3625;p71">
                <a:extLst>
                  <a:ext uri="{FF2B5EF4-FFF2-40B4-BE49-F238E27FC236}">
                    <a16:creationId xmlns:a16="http://schemas.microsoft.com/office/drawing/2014/main" id="{BD8922F3-C720-C70C-5538-AFE6491339FC}"/>
                  </a:ext>
                </a:extLst>
              </p:cNvPr>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 name="Google Shape;3626;p71">
                <a:extLst>
                  <a:ext uri="{FF2B5EF4-FFF2-40B4-BE49-F238E27FC236}">
                    <a16:creationId xmlns:a16="http://schemas.microsoft.com/office/drawing/2014/main" id="{52004334-2664-FEB2-FA57-6510CC901E9B}"/>
                  </a:ext>
                </a:extLst>
              </p:cNvPr>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 name="Google Shape;3627;p71">
                <a:extLst>
                  <a:ext uri="{FF2B5EF4-FFF2-40B4-BE49-F238E27FC236}">
                    <a16:creationId xmlns:a16="http://schemas.microsoft.com/office/drawing/2014/main" id="{C00ED1B8-DBA9-2161-898A-449F70648D32}"/>
                  </a:ext>
                </a:extLst>
              </p:cNvPr>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 name="Google Shape;3628;p71">
                <a:extLst>
                  <a:ext uri="{FF2B5EF4-FFF2-40B4-BE49-F238E27FC236}">
                    <a16:creationId xmlns:a16="http://schemas.microsoft.com/office/drawing/2014/main" id="{A75B2236-670A-9177-5F2A-09C975EF0CCC}"/>
                  </a:ext>
                </a:extLst>
              </p:cNvPr>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 name="Google Shape;3629;p71">
                <a:extLst>
                  <a:ext uri="{FF2B5EF4-FFF2-40B4-BE49-F238E27FC236}">
                    <a16:creationId xmlns:a16="http://schemas.microsoft.com/office/drawing/2014/main" id="{71CE70A8-7B10-6BF9-5C02-52709FC332D0}"/>
                  </a:ext>
                </a:extLst>
              </p:cNvPr>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sp>
        <p:nvSpPr>
          <p:cNvPr id="388" name="文本框 387">
            <a:extLst>
              <a:ext uri="{FF2B5EF4-FFF2-40B4-BE49-F238E27FC236}">
                <a16:creationId xmlns:a16="http://schemas.microsoft.com/office/drawing/2014/main" id="{BBF1BC59-7663-2A55-697A-AE1513E7D4A7}"/>
              </a:ext>
            </a:extLst>
          </p:cNvPr>
          <p:cNvSpPr txBox="1"/>
          <p:nvPr/>
        </p:nvSpPr>
        <p:spPr>
          <a:xfrm>
            <a:off x="10584618" y="1707033"/>
            <a:ext cx="1230393" cy="646331"/>
          </a:xfrm>
          <a:prstGeom prst="rect">
            <a:avLst/>
          </a:prstGeom>
          <a:noFill/>
        </p:spPr>
        <p:txBody>
          <a:bodyPr wrap="square" rtlCol="0">
            <a:spAutoFit/>
          </a:bodyPr>
          <a:lstStyle/>
          <a:p>
            <a:pPr algn="l"/>
            <a:r>
              <a:rPr kumimoji="1" lang="en-US" altLang="zh-CN" sz="3600" b="1" i="1" dirty="0">
                <a:solidFill>
                  <a:schemeClr val="bg1"/>
                </a:solidFill>
                <a:latin typeface="Alibaba PuHuiTi Medium" pitchFamily="18" charset="-122"/>
                <a:ea typeface="Alibaba PuHuiTi Medium" pitchFamily="18" charset="-122"/>
                <a:cs typeface="Alibaba PuHuiTi Medium" pitchFamily="18" charset="-122"/>
              </a:rPr>
              <a:t>29</a:t>
            </a:r>
            <a:r>
              <a:rPr kumimoji="1" lang="en-US" altLang="zh-CN" sz="3600" i="1" dirty="0">
                <a:solidFill>
                  <a:schemeClr val="bg1"/>
                </a:solidFill>
                <a:latin typeface="Alibaba PuHuiTi" pitchFamily="18" charset="-122"/>
                <a:ea typeface="Alibaba PuHuiTi" pitchFamily="18" charset="-122"/>
                <a:cs typeface="Alibaba PuHuiTi" pitchFamily="18" charset="-122"/>
              </a:rPr>
              <a:t>%</a:t>
            </a:r>
            <a:endParaRPr kumimoji="1" lang="zh-CN" altLang="en-US" sz="3600" i="1" dirty="0">
              <a:solidFill>
                <a:schemeClr val="bg1"/>
              </a:solidFill>
              <a:latin typeface="Alibaba PuHuiTi" pitchFamily="18" charset="-122"/>
              <a:ea typeface="Alibaba PuHuiTi" pitchFamily="18" charset="-122"/>
              <a:cs typeface="Alibaba PuHuiTi" pitchFamily="18" charset="-122"/>
            </a:endParaRPr>
          </a:p>
        </p:txBody>
      </p:sp>
      <p:sp>
        <p:nvSpPr>
          <p:cNvPr id="389" name="任意形状 388">
            <a:extLst>
              <a:ext uri="{FF2B5EF4-FFF2-40B4-BE49-F238E27FC236}">
                <a16:creationId xmlns:a16="http://schemas.microsoft.com/office/drawing/2014/main" id="{C462C919-2FEE-7337-11BB-06FB51A3714F}"/>
              </a:ext>
            </a:extLst>
          </p:cNvPr>
          <p:cNvSpPr/>
          <p:nvPr/>
        </p:nvSpPr>
        <p:spPr>
          <a:xfrm rot="10800000">
            <a:off x="6768614" y="2469245"/>
            <a:ext cx="2170445" cy="938307"/>
          </a:xfrm>
          <a:custGeom>
            <a:avLst/>
            <a:gdLst>
              <a:gd name="connsiteX0" fmla="*/ 1852243 w 1979525"/>
              <a:gd name="connsiteY0" fmla="*/ 938307 h 938307"/>
              <a:gd name="connsiteX1" fmla="*/ 127282 w 1979525"/>
              <a:gd name="connsiteY1" fmla="*/ 938307 h 938307"/>
              <a:gd name="connsiteX2" fmla="*/ 0 w 1979525"/>
              <a:gd name="connsiteY2" fmla="*/ 811025 h 938307"/>
              <a:gd name="connsiteX3" fmla="*/ 0 w 1979525"/>
              <a:gd name="connsiteY3" fmla="*/ 301914 h 938307"/>
              <a:gd name="connsiteX4" fmla="*/ 127282 w 1979525"/>
              <a:gd name="connsiteY4" fmla="*/ 174632 h 938307"/>
              <a:gd name="connsiteX5" fmla="*/ 1351409 w 1979525"/>
              <a:gd name="connsiteY5" fmla="*/ 174632 h 938307"/>
              <a:gd name="connsiteX6" fmla="*/ 1547448 w 1979525"/>
              <a:gd name="connsiteY6" fmla="*/ 0 h 938307"/>
              <a:gd name="connsiteX7" fmla="*/ 1743486 w 1979525"/>
              <a:gd name="connsiteY7" fmla="*/ 174632 h 938307"/>
              <a:gd name="connsiteX8" fmla="*/ 1852243 w 1979525"/>
              <a:gd name="connsiteY8" fmla="*/ 174632 h 938307"/>
              <a:gd name="connsiteX9" fmla="*/ 1979525 w 1979525"/>
              <a:gd name="connsiteY9" fmla="*/ 301914 h 938307"/>
              <a:gd name="connsiteX10" fmla="*/ 1979525 w 1979525"/>
              <a:gd name="connsiteY10" fmla="*/ 811025 h 938307"/>
              <a:gd name="connsiteX11" fmla="*/ 1852243 w 1979525"/>
              <a:gd name="connsiteY11" fmla="*/ 938307 h 93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79525" h="938307">
                <a:moveTo>
                  <a:pt x="1852243" y="938307"/>
                </a:moveTo>
                <a:lnTo>
                  <a:pt x="127282" y="938307"/>
                </a:lnTo>
                <a:cubicBezTo>
                  <a:pt x="56986" y="938307"/>
                  <a:pt x="0" y="881321"/>
                  <a:pt x="0" y="811025"/>
                </a:cubicBezTo>
                <a:lnTo>
                  <a:pt x="0" y="301914"/>
                </a:lnTo>
                <a:cubicBezTo>
                  <a:pt x="0" y="231618"/>
                  <a:pt x="56986" y="174632"/>
                  <a:pt x="127282" y="174632"/>
                </a:cubicBezTo>
                <a:lnTo>
                  <a:pt x="1351409" y="174632"/>
                </a:lnTo>
                <a:lnTo>
                  <a:pt x="1547448" y="0"/>
                </a:lnTo>
                <a:lnTo>
                  <a:pt x="1743486" y="174632"/>
                </a:lnTo>
                <a:lnTo>
                  <a:pt x="1852243" y="174632"/>
                </a:lnTo>
                <a:cubicBezTo>
                  <a:pt x="1922539" y="174632"/>
                  <a:pt x="1979525" y="231618"/>
                  <a:pt x="1979525" y="301914"/>
                </a:cubicBezTo>
                <a:lnTo>
                  <a:pt x="1979525" y="811025"/>
                </a:lnTo>
                <a:cubicBezTo>
                  <a:pt x="1979525" y="881321"/>
                  <a:pt x="1922539" y="938307"/>
                  <a:pt x="1852243" y="938307"/>
                </a:cubicBezTo>
                <a:close/>
              </a:path>
            </a:pathLst>
          </a:custGeom>
          <a:solidFill>
            <a:schemeClr val="bg1">
              <a:alpha val="82000"/>
            </a:schemeClr>
          </a:solid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390" name="文本框 389">
            <a:extLst>
              <a:ext uri="{FF2B5EF4-FFF2-40B4-BE49-F238E27FC236}">
                <a16:creationId xmlns:a16="http://schemas.microsoft.com/office/drawing/2014/main" id="{C0827B77-110C-BD4B-3DF5-DCDB9300CCA3}"/>
              </a:ext>
            </a:extLst>
          </p:cNvPr>
          <p:cNvSpPr txBox="1"/>
          <p:nvPr/>
        </p:nvSpPr>
        <p:spPr>
          <a:xfrm>
            <a:off x="6919735" y="2516959"/>
            <a:ext cx="1931111" cy="646331"/>
          </a:xfrm>
          <a:prstGeom prst="rect">
            <a:avLst/>
          </a:prstGeom>
          <a:noFill/>
        </p:spPr>
        <p:txBody>
          <a:bodyPr wrap="square" rtlCol="0">
            <a:spAutoFit/>
          </a:bodyPr>
          <a:lstStyle/>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buFont typeface="Wingdings" pitchFamily="2" charset="2"/>
              <a:buChar char="l"/>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93" name="文本框 392">
            <a:extLst>
              <a:ext uri="{FF2B5EF4-FFF2-40B4-BE49-F238E27FC236}">
                <a16:creationId xmlns:a16="http://schemas.microsoft.com/office/drawing/2014/main" id="{B38632A5-4A0D-147B-74D9-A8588EC4192B}"/>
              </a:ext>
            </a:extLst>
          </p:cNvPr>
          <p:cNvSpPr txBox="1"/>
          <p:nvPr/>
        </p:nvSpPr>
        <p:spPr>
          <a:xfrm>
            <a:off x="6744072" y="1772816"/>
            <a:ext cx="3699339" cy="584775"/>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600" b="1" dirty="0">
              <a:solidFill>
                <a:srgbClr val="1E344D"/>
              </a:solidFill>
            </a:endParaRPr>
          </a:p>
        </p:txBody>
      </p:sp>
      <p:sp>
        <p:nvSpPr>
          <p:cNvPr id="395" name="右箭头 394">
            <a:extLst>
              <a:ext uri="{FF2B5EF4-FFF2-40B4-BE49-F238E27FC236}">
                <a16:creationId xmlns:a16="http://schemas.microsoft.com/office/drawing/2014/main" id="{56C878D7-5333-B702-CFA2-4BB293F9CFEC}"/>
              </a:ext>
            </a:extLst>
          </p:cNvPr>
          <p:cNvSpPr/>
          <p:nvPr/>
        </p:nvSpPr>
        <p:spPr>
          <a:xfrm>
            <a:off x="8944363" y="2550334"/>
            <a:ext cx="385011" cy="336885"/>
          </a:xfrm>
          <a:prstGeom prst="rightArrow">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Tree>
    <p:extLst>
      <p:ext uri="{BB962C8B-B14F-4D97-AF65-F5344CB8AC3E}">
        <p14:creationId xmlns:p14="http://schemas.microsoft.com/office/powerpoint/2010/main" val="24186895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605CDDBA-2AEB-2C64-FE7D-CF310ECB982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65AEF2AD-DA4D-9AAA-0E75-BB13CCBAD405}"/>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5" name="直线连接符 4">
            <a:extLst>
              <a:ext uri="{FF2B5EF4-FFF2-40B4-BE49-F238E27FC236}">
                <a16:creationId xmlns:a16="http://schemas.microsoft.com/office/drawing/2014/main" id="{9F617D43-A78C-9CC9-087C-B5A563102BAD}"/>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EFBCA87A-8BBF-23AD-9F69-D0B1E3BD3CA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3283DB8A-FC35-7BBF-0D9A-CE3003F846B5}"/>
              </a:ext>
            </a:extLst>
          </p:cNvPr>
          <p:cNvGrpSpPr/>
          <p:nvPr/>
        </p:nvGrpSpPr>
        <p:grpSpPr>
          <a:xfrm>
            <a:off x="2323294" y="287981"/>
            <a:ext cx="356205" cy="355288"/>
            <a:chOff x="416151" y="286059"/>
            <a:chExt cx="356205" cy="355288"/>
          </a:xfrm>
        </p:grpSpPr>
        <p:sp>
          <p:nvSpPr>
            <p:cNvPr id="8" name="Google Shape;7166;p80">
              <a:extLst>
                <a:ext uri="{FF2B5EF4-FFF2-40B4-BE49-F238E27FC236}">
                  <a16:creationId xmlns:a16="http://schemas.microsoft.com/office/drawing/2014/main" id="{64D3757A-444E-8648-CB20-43900346C2C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15D99954-31FA-BA89-3003-D7D22A97FB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D2DE7C29-F5D1-2A71-62B9-6D00AF4D918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B47FD539-2DB4-3A3A-1818-D023911BAF5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1" name="直线连接符 280">
            <a:extLst>
              <a:ext uri="{FF2B5EF4-FFF2-40B4-BE49-F238E27FC236}">
                <a16:creationId xmlns:a16="http://schemas.microsoft.com/office/drawing/2014/main" id="{0FB3BBFB-F088-0A8B-39C5-B0E9B7CEB34E}"/>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4" name="图表 3">
            <a:extLst>
              <a:ext uri="{FF2B5EF4-FFF2-40B4-BE49-F238E27FC236}">
                <a16:creationId xmlns:a16="http://schemas.microsoft.com/office/drawing/2014/main" id="{69BB8315-8B0D-89E0-2EF5-CA10DB3FE9DE}"/>
              </a:ext>
            </a:extLst>
          </p:cNvPr>
          <p:cNvGraphicFramePr/>
          <p:nvPr>
            <p:extLst>
              <p:ext uri="{D42A27DB-BD31-4B8C-83A1-F6EECF244321}">
                <p14:modId xmlns:p14="http://schemas.microsoft.com/office/powerpoint/2010/main" val="2632047996"/>
              </p:ext>
            </p:extLst>
          </p:nvPr>
        </p:nvGraphicFramePr>
        <p:xfrm>
          <a:off x="892549" y="2185024"/>
          <a:ext cx="1987440" cy="1775012"/>
        </p:xfrm>
        <a:graphic>
          <a:graphicData uri="http://schemas.openxmlformats.org/drawingml/2006/chart">
            <c:chart xmlns:c="http://schemas.openxmlformats.org/drawingml/2006/chart" xmlns:r="http://schemas.openxmlformats.org/officeDocument/2006/relationships" r:id="rId3"/>
          </a:graphicData>
        </a:graphic>
      </p:graphicFrame>
      <p:sp>
        <p:nvSpPr>
          <p:cNvPr id="14" name="文本框 13">
            <a:extLst>
              <a:ext uri="{FF2B5EF4-FFF2-40B4-BE49-F238E27FC236}">
                <a16:creationId xmlns:a16="http://schemas.microsoft.com/office/drawing/2014/main" id="{160257C4-C776-FA72-941D-0018461F1AF7}"/>
              </a:ext>
            </a:extLst>
          </p:cNvPr>
          <p:cNvSpPr txBox="1"/>
          <p:nvPr/>
        </p:nvSpPr>
        <p:spPr>
          <a:xfrm>
            <a:off x="1019440" y="1371541"/>
            <a:ext cx="1931111" cy="646331"/>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矩形 14">
            <a:extLst>
              <a:ext uri="{FF2B5EF4-FFF2-40B4-BE49-F238E27FC236}">
                <a16:creationId xmlns:a16="http://schemas.microsoft.com/office/drawing/2014/main" id="{9909287A-728D-1A17-66D3-E2973C044DFA}"/>
              </a:ext>
            </a:extLst>
          </p:cNvPr>
          <p:cNvSpPr/>
          <p:nvPr/>
        </p:nvSpPr>
        <p:spPr>
          <a:xfrm>
            <a:off x="610681" y="1411670"/>
            <a:ext cx="375304" cy="34705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文本框 15">
            <a:extLst>
              <a:ext uri="{FF2B5EF4-FFF2-40B4-BE49-F238E27FC236}">
                <a16:creationId xmlns:a16="http://schemas.microsoft.com/office/drawing/2014/main" id="{19794580-40FF-E3C1-6234-E0B7B0F5FE8E}"/>
              </a:ext>
            </a:extLst>
          </p:cNvPr>
          <p:cNvSpPr txBox="1"/>
          <p:nvPr/>
        </p:nvSpPr>
        <p:spPr>
          <a:xfrm>
            <a:off x="614324" y="1368484"/>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7" name="矩形 16">
            <a:extLst>
              <a:ext uri="{FF2B5EF4-FFF2-40B4-BE49-F238E27FC236}">
                <a16:creationId xmlns:a16="http://schemas.microsoft.com/office/drawing/2014/main" id="{1B37F233-D4C6-F42C-8E81-3B1842C27B32}"/>
              </a:ext>
            </a:extLst>
          </p:cNvPr>
          <p:cNvSpPr/>
          <p:nvPr/>
        </p:nvSpPr>
        <p:spPr>
          <a:xfrm>
            <a:off x="610681" y="4123229"/>
            <a:ext cx="375304" cy="34705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文本框 18">
            <a:extLst>
              <a:ext uri="{FF2B5EF4-FFF2-40B4-BE49-F238E27FC236}">
                <a16:creationId xmlns:a16="http://schemas.microsoft.com/office/drawing/2014/main" id="{A37495C4-015B-A6EB-15DF-ABCB5A53F020}"/>
              </a:ext>
            </a:extLst>
          </p:cNvPr>
          <p:cNvSpPr txBox="1"/>
          <p:nvPr/>
        </p:nvSpPr>
        <p:spPr>
          <a:xfrm>
            <a:off x="614324" y="4080043"/>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B8C5C948-21C3-3174-3EE5-1E6B9613EF3B}"/>
              </a:ext>
            </a:extLst>
          </p:cNvPr>
          <p:cNvSpPr txBox="1"/>
          <p:nvPr/>
        </p:nvSpPr>
        <p:spPr>
          <a:xfrm>
            <a:off x="1025340" y="4062345"/>
            <a:ext cx="1931111"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 name="矩形 20">
            <a:extLst>
              <a:ext uri="{FF2B5EF4-FFF2-40B4-BE49-F238E27FC236}">
                <a16:creationId xmlns:a16="http://schemas.microsoft.com/office/drawing/2014/main" id="{D64259BE-884B-E959-E61D-5ED09B5943A4}"/>
              </a:ext>
            </a:extLst>
          </p:cNvPr>
          <p:cNvSpPr/>
          <p:nvPr/>
        </p:nvSpPr>
        <p:spPr>
          <a:xfrm>
            <a:off x="602525" y="4643512"/>
            <a:ext cx="2235855" cy="353961"/>
          </a:xfrm>
          <a:prstGeom prst="rect">
            <a:avLst/>
          </a:prstGeom>
          <a:solidFill>
            <a:srgbClr val="1E344D"/>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文本框 21">
            <a:extLst>
              <a:ext uri="{FF2B5EF4-FFF2-40B4-BE49-F238E27FC236}">
                <a16:creationId xmlns:a16="http://schemas.microsoft.com/office/drawing/2014/main" id="{CD5F016F-6C1F-3C84-4DE2-1B04B9E216C1}"/>
              </a:ext>
            </a:extLst>
          </p:cNvPr>
          <p:cNvSpPr txBox="1"/>
          <p:nvPr/>
        </p:nvSpPr>
        <p:spPr>
          <a:xfrm>
            <a:off x="647117" y="4688655"/>
            <a:ext cx="1955290" cy="276999"/>
          </a:xfrm>
          <a:prstGeom prst="rect">
            <a:avLst/>
          </a:prstGeom>
          <a:noFill/>
        </p:spPr>
        <p:txBody>
          <a:bodyPr wrap="square" rtlCol="0">
            <a:spAutoFit/>
          </a:bodyPr>
          <a:lstStyle/>
          <a:p>
            <a:pPr algn="ctr"/>
            <a:r>
              <a:rPr kumimoji="1" lang="en" altLang="zh-CN" sz="12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2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97709818-0CA8-EED1-A80D-43ABCEB2A9BC}"/>
              </a:ext>
            </a:extLst>
          </p:cNvPr>
          <p:cNvSpPr txBox="1"/>
          <p:nvPr/>
        </p:nvSpPr>
        <p:spPr>
          <a:xfrm>
            <a:off x="572125" y="5088155"/>
            <a:ext cx="1885326" cy="33855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6" name="文本框 35">
            <a:extLst>
              <a:ext uri="{FF2B5EF4-FFF2-40B4-BE49-F238E27FC236}">
                <a16:creationId xmlns:a16="http://schemas.microsoft.com/office/drawing/2014/main" id="{6F516654-7BBC-11F4-0595-0A91566FFBB1}"/>
              </a:ext>
            </a:extLst>
          </p:cNvPr>
          <p:cNvSpPr txBox="1"/>
          <p:nvPr/>
        </p:nvSpPr>
        <p:spPr>
          <a:xfrm>
            <a:off x="572125" y="5448195"/>
            <a:ext cx="1901654" cy="33855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709969FD-1E58-52B3-BF0E-6EA7A0238ED1}"/>
              </a:ext>
            </a:extLst>
          </p:cNvPr>
          <p:cNvSpPr txBox="1"/>
          <p:nvPr/>
        </p:nvSpPr>
        <p:spPr>
          <a:xfrm>
            <a:off x="572125" y="5880243"/>
            <a:ext cx="2416004" cy="33855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BC19BD1C-6D84-B4FB-4827-C4BC40E0E9C6}"/>
              </a:ext>
            </a:extLst>
          </p:cNvPr>
          <p:cNvSpPr txBox="1"/>
          <p:nvPr/>
        </p:nvSpPr>
        <p:spPr>
          <a:xfrm>
            <a:off x="8956221" y="3484313"/>
            <a:ext cx="2717276"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0" name="组合 39">
            <a:extLst>
              <a:ext uri="{FF2B5EF4-FFF2-40B4-BE49-F238E27FC236}">
                <a16:creationId xmlns:a16="http://schemas.microsoft.com/office/drawing/2014/main" id="{D98933C6-B790-6F54-C8C7-E789124753C6}"/>
              </a:ext>
            </a:extLst>
          </p:cNvPr>
          <p:cNvGrpSpPr/>
          <p:nvPr/>
        </p:nvGrpSpPr>
        <p:grpSpPr>
          <a:xfrm>
            <a:off x="8919116" y="4415438"/>
            <a:ext cx="2794136" cy="1892043"/>
            <a:chOff x="6013462" y="1405142"/>
            <a:chExt cx="5733900" cy="3474130"/>
          </a:xfrm>
        </p:grpSpPr>
        <p:cxnSp>
          <p:nvCxnSpPr>
            <p:cNvPr id="41" name="Google Shape;284;p21">
              <a:extLst>
                <a:ext uri="{FF2B5EF4-FFF2-40B4-BE49-F238E27FC236}">
                  <a16:creationId xmlns:a16="http://schemas.microsoft.com/office/drawing/2014/main" id="{23D72F91-E9E0-F78D-71F3-AFCFC9E44E08}"/>
                </a:ext>
              </a:extLst>
            </p:cNvPr>
            <p:cNvCxnSpPr>
              <a:cxnSpLocks/>
            </p:cNvCxnSpPr>
            <p:nvPr/>
          </p:nvCxnSpPr>
          <p:spPr>
            <a:xfrm>
              <a:off x="6013462" y="3780220"/>
              <a:ext cx="5733900" cy="0"/>
            </a:xfrm>
            <a:prstGeom prst="straightConnector1">
              <a:avLst/>
            </a:prstGeom>
            <a:noFill/>
            <a:ln w="22225" cap="flat" cmpd="sng">
              <a:solidFill>
                <a:schemeClr val="tx1"/>
              </a:solidFill>
              <a:prstDash val="solid"/>
              <a:round/>
              <a:headEnd type="none" w="med" len="med"/>
              <a:tailEnd type="none" w="med" len="med"/>
            </a:ln>
          </p:spPr>
        </p:cxnSp>
        <p:sp>
          <p:nvSpPr>
            <p:cNvPr id="42" name="Google Shape;285;p21">
              <a:extLst>
                <a:ext uri="{FF2B5EF4-FFF2-40B4-BE49-F238E27FC236}">
                  <a16:creationId xmlns:a16="http://schemas.microsoft.com/office/drawing/2014/main" id="{F85A345C-4328-9D3C-EFD7-601A16CCF2BC}"/>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40%</a:t>
              </a:r>
              <a:endParaRPr sz="1200" b="1">
                <a:solidFill>
                  <a:srgbClr val="1E344D"/>
                </a:solidFill>
                <a:latin typeface="Poppins"/>
                <a:ea typeface="Poppins"/>
                <a:cs typeface="Poppins"/>
                <a:sym typeface="Poppins"/>
              </a:endParaRPr>
            </a:p>
          </p:txBody>
        </p:sp>
        <p:sp>
          <p:nvSpPr>
            <p:cNvPr id="43" name="Google Shape;286;p21">
              <a:extLst>
                <a:ext uri="{FF2B5EF4-FFF2-40B4-BE49-F238E27FC236}">
                  <a16:creationId xmlns:a16="http://schemas.microsoft.com/office/drawing/2014/main" id="{6C28294E-6308-ABE3-BD70-D417EBFD80EB}"/>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60%</a:t>
              </a:r>
              <a:endParaRPr sz="1200" b="1">
                <a:solidFill>
                  <a:srgbClr val="1E344D"/>
                </a:solidFill>
                <a:latin typeface="Poppins"/>
                <a:ea typeface="Poppins"/>
                <a:cs typeface="Poppins"/>
                <a:sym typeface="Poppins"/>
              </a:endParaRPr>
            </a:p>
          </p:txBody>
        </p:sp>
        <p:sp>
          <p:nvSpPr>
            <p:cNvPr id="44" name="Google Shape;287;p21">
              <a:extLst>
                <a:ext uri="{FF2B5EF4-FFF2-40B4-BE49-F238E27FC236}">
                  <a16:creationId xmlns:a16="http://schemas.microsoft.com/office/drawing/2014/main" id="{5940BB61-9443-6BC3-F917-C4F1789B3F07}"/>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80%</a:t>
              </a:r>
              <a:endParaRPr sz="1200" b="1">
                <a:solidFill>
                  <a:srgbClr val="1E344D"/>
                </a:solidFill>
                <a:latin typeface="Poppins"/>
                <a:ea typeface="Poppins"/>
                <a:cs typeface="Poppins"/>
                <a:sym typeface="Poppins"/>
              </a:endParaRPr>
            </a:p>
          </p:txBody>
        </p:sp>
        <p:sp>
          <p:nvSpPr>
            <p:cNvPr id="45" name="Google Shape;288;p21">
              <a:extLst>
                <a:ext uri="{FF2B5EF4-FFF2-40B4-BE49-F238E27FC236}">
                  <a16:creationId xmlns:a16="http://schemas.microsoft.com/office/drawing/2014/main" id="{4858C481-5062-7AD3-DCB9-30FB11EC004E}"/>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VENUS</a:t>
              </a:r>
              <a:endParaRPr sz="1050" b="1">
                <a:solidFill>
                  <a:srgbClr val="1E344D"/>
                </a:solidFill>
                <a:latin typeface="Karla"/>
                <a:ea typeface="Karla"/>
                <a:cs typeface="Karla"/>
                <a:sym typeface="Karla"/>
              </a:endParaRPr>
            </a:p>
          </p:txBody>
        </p:sp>
        <p:sp>
          <p:nvSpPr>
            <p:cNvPr id="46" name="Google Shape;289;p21">
              <a:extLst>
                <a:ext uri="{FF2B5EF4-FFF2-40B4-BE49-F238E27FC236}">
                  <a16:creationId xmlns:a16="http://schemas.microsoft.com/office/drawing/2014/main" id="{4B06FD76-15B8-0DFA-E47B-6D9942E426F3}"/>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MARS</a:t>
              </a:r>
              <a:endParaRPr sz="1050" b="1">
                <a:solidFill>
                  <a:srgbClr val="1E344D"/>
                </a:solidFill>
                <a:latin typeface="Karla"/>
                <a:ea typeface="Karla"/>
                <a:cs typeface="Karla"/>
                <a:sym typeface="Karla"/>
              </a:endParaRPr>
            </a:p>
          </p:txBody>
        </p:sp>
        <p:sp>
          <p:nvSpPr>
            <p:cNvPr id="47" name="Google Shape;290;p21">
              <a:extLst>
                <a:ext uri="{FF2B5EF4-FFF2-40B4-BE49-F238E27FC236}">
                  <a16:creationId xmlns:a16="http://schemas.microsoft.com/office/drawing/2014/main" id="{AD6AEB3D-240A-6403-5B57-48612F944FB5}"/>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EARTH</a:t>
              </a:r>
              <a:endParaRPr sz="1050" b="1">
                <a:solidFill>
                  <a:srgbClr val="1E344D"/>
                </a:solidFill>
                <a:latin typeface="Karla"/>
                <a:ea typeface="Karla"/>
                <a:cs typeface="Karla"/>
                <a:sym typeface="Karla"/>
              </a:endParaRPr>
            </a:p>
          </p:txBody>
        </p:sp>
        <p:sp>
          <p:nvSpPr>
            <p:cNvPr id="48" name="Google Shape;293;p21">
              <a:extLst>
                <a:ext uri="{FF2B5EF4-FFF2-40B4-BE49-F238E27FC236}">
                  <a16:creationId xmlns:a16="http://schemas.microsoft.com/office/drawing/2014/main" id="{BB6EBD6B-B6F9-F171-4C50-AEA37186DBC2}"/>
                </a:ext>
              </a:extLst>
            </p:cNvPr>
            <p:cNvSpPr/>
            <p:nvPr/>
          </p:nvSpPr>
          <p:spPr>
            <a:xfrm rot="16200000">
              <a:off x="6489683" y="2953696"/>
              <a:ext cx="932249" cy="474744"/>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49" name="Google Shape;296;p21">
              <a:extLst>
                <a:ext uri="{FF2B5EF4-FFF2-40B4-BE49-F238E27FC236}">
                  <a16:creationId xmlns:a16="http://schemas.microsoft.com/office/drawing/2014/main" id="{0CD47056-A9FA-EE04-B07E-ED4A9B8E596E}"/>
                </a:ext>
              </a:extLst>
            </p:cNvPr>
            <p:cNvSpPr/>
            <p:nvPr/>
          </p:nvSpPr>
          <p:spPr>
            <a:xfrm rot="16200000">
              <a:off x="7534144" y="2710846"/>
              <a:ext cx="1417235" cy="474743"/>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0" name="Google Shape;299;p21">
              <a:extLst>
                <a:ext uri="{FF2B5EF4-FFF2-40B4-BE49-F238E27FC236}">
                  <a16:creationId xmlns:a16="http://schemas.microsoft.com/office/drawing/2014/main" id="{1786323B-38F6-628F-F197-488363F4F74F}"/>
                </a:ext>
              </a:extLst>
            </p:cNvPr>
            <p:cNvSpPr/>
            <p:nvPr/>
          </p:nvSpPr>
          <p:spPr>
            <a:xfrm rot="16200000">
              <a:off x="8540505" y="2430196"/>
              <a:ext cx="1978793" cy="474744"/>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1" name="Google Shape;302;p21">
              <a:extLst>
                <a:ext uri="{FF2B5EF4-FFF2-40B4-BE49-F238E27FC236}">
                  <a16:creationId xmlns:a16="http://schemas.microsoft.com/office/drawing/2014/main" id="{9A1B725C-FEB7-9AF2-A7EB-489C01B9034E}"/>
                </a:ext>
              </a:extLst>
            </p:cNvPr>
            <p:cNvSpPr/>
            <p:nvPr/>
          </p:nvSpPr>
          <p:spPr>
            <a:xfrm rot="16200000">
              <a:off x="9686353" y="2286645"/>
              <a:ext cx="2249039" cy="486034"/>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2" name="Google Shape;303;p21">
              <a:extLst>
                <a:ext uri="{FF2B5EF4-FFF2-40B4-BE49-F238E27FC236}">
                  <a16:creationId xmlns:a16="http://schemas.microsoft.com/office/drawing/2014/main" id="{D2DD91B9-B8CA-118E-5ED2-B15A8C93EF5E}"/>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dirty="0">
                  <a:solidFill>
                    <a:srgbClr val="1E344D"/>
                  </a:solidFill>
                  <a:latin typeface="Poppins"/>
                  <a:ea typeface="Poppins"/>
                  <a:cs typeface="Poppins"/>
                  <a:sym typeface="Poppins"/>
                </a:rPr>
                <a:t>50%</a:t>
              </a:r>
              <a:endParaRPr sz="1200" b="1" dirty="0">
                <a:solidFill>
                  <a:srgbClr val="1E344D"/>
                </a:solidFill>
                <a:latin typeface="Poppins"/>
                <a:ea typeface="Poppins"/>
                <a:cs typeface="Poppins"/>
                <a:sym typeface="Poppins"/>
              </a:endParaRPr>
            </a:p>
          </p:txBody>
        </p:sp>
        <p:sp>
          <p:nvSpPr>
            <p:cNvPr id="53" name="Google Shape;304;p21">
              <a:extLst>
                <a:ext uri="{FF2B5EF4-FFF2-40B4-BE49-F238E27FC236}">
                  <a16:creationId xmlns:a16="http://schemas.microsoft.com/office/drawing/2014/main" id="{5011427A-B36C-9A03-0A84-CD40F7C895F1}"/>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dirty="0">
                  <a:solidFill>
                    <a:srgbClr val="1E344D"/>
                  </a:solidFill>
                  <a:latin typeface="Karla"/>
                  <a:ea typeface="Karla"/>
                  <a:cs typeface="Karla"/>
                  <a:sym typeface="Karla"/>
                </a:rPr>
                <a:t>JUPITER</a:t>
              </a:r>
              <a:endParaRPr sz="1050" b="1" dirty="0">
                <a:solidFill>
                  <a:srgbClr val="1E344D"/>
                </a:solidFill>
                <a:latin typeface="Karla"/>
                <a:ea typeface="Karla"/>
                <a:cs typeface="Karla"/>
                <a:sym typeface="Karla"/>
              </a:endParaRPr>
            </a:p>
          </p:txBody>
        </p:sp>
      </p:grpSp>
      <p:cxnSp>
        <p:nvCxnSpPr>
          <p:cNvPr id="54" name="直线箭头连接符 53">
            <a:extLst>
              <a:ext uri="{FF2B5EF4-FFF2-40B4-BE49-F238E27FC236}">
                <a16:creationId xmlns:a16="http://schemas.microsoft.com/office/drawing/2014/main" id="{C024B515-D03C-8009-22BE-F75677D2D224}"/>
              </a:ext>
            </a:extLst>
          </p:cNvPr>
          <p:cNvCxnSpPr/>
          <p:nvPr/>
        </p:nvCxnSpPr>
        <p:spPr>
          <a:xfrm flipV="1">
            <a:off x="9288105" y="4051553"/>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5" name="椭圆 54">
            <a:extLst>
              <a:ext uri="{FF2B5EF4-FFF2-40B4-BE49-F238E27FC236}">
                <a16:creationId xmlns:a16="http://schemas.microsoft.com/office/drawing/2014/main" id="{51F1086C-337A-802E-F2AB-89C61B5E2ED4}"/>
              </a:ext>
            </a:extLst>
          </p:cNvPr>
          <p:cNvSpPr/>
          <p:nvPr/>
        </p:nvSpPr>
        <p:spPr>
          <a:xfrm>
            <a:off x="9785061" y="4210580"/>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文本框 55">
            <a:extLst>
              <a:ext uri="{FF2B5EF4-FFF2-40B4-BE49-F238E27FC236}">
                <a16:creationId xmlns:a16="http://schemas.microsoft.com/office/drawing/2014/main" id="{46D797D2-CD12-F2AB-76D5-EE9286333ECE}"/>
              </a:ext>
            </a:extLst>
          </p:cNvPr>
          <p:cNvSpPr txBox="1"/>
          <p:nvPr/>
        </p:nvSpPr>
        <p:spPr>
          <a:xfrm>
            <a:off x="9788795" y="4228867"/>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7" name="Google Shape;776;p29">
            <a:extLst>
              <a:ext uri="{FF2B5EF4-FFF2-40B4-BE49-F238E27FC236}">
                <a16:creationId xmlns:a16="http://schemas.microsoft.com/office/drawing/2014/main" id="{A2B1767D-0341-1633-91E2-39A4564A09F1}"/>
              </a:ext>
            </a:extLst>
          </p:cNvPr>
          <p:cNvSpPr txBox="1"/>
          <p:nvPr/>
        </p:nvSpPr>
        <p:spPr>
          <a:xfrm>
            <a:off x="9355422" y="1279125"/>
            <a:ext cx="2301135"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1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58" name="Google Shape;777;p29">
            <a:extLst>
              <a:ext uri="{FF2B5EF4-FFF2-40B4-BE49-F238E27FC236}">
                <a16:creationId xmlns:a16="http://schemas.microsoft.com/office/drawing/2014/main" id="{3DAC96B0-0385-6A41-F6A2-09E8055BA570}"/>
              </a:ext>
            </a:extLst>
          </p:cNvPr>
          <p:cNvSpPr txBox="1"/>
          <p:nvPr/>
        </p:nvSpPr>
        <p:spPr>
          <a:xfrm>
            <a:off x="8890363" y="1665032"/>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59" name="Google Shape;777;p29">
            <a:extLst>
              <a:ext uri="{FF2B5EF4-FFF2-40B4-BE49-F238E27FC236}">
                <a16:creationId xmlns:a16="http://schemas.microsoft.com/office/drawing/2014/main" id="{E003B45E-32A8-9646-D6C9-00B122591691}"/>
              </a:ext>
            </a:extLst>
          </p:cNvPr>
          <p:cNvSpPr txBox="1"/>
          <p:nvPr/>
        </p:nvSpPr>
        <p:spPr>
          <a:xfrm>
            <a:off x="8890363" y="2630013"/>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60" name="Google Shape;777;p29">
            <a:extLst>
              <a:ext uri="{FF2B5EF4-FFF2-40B4-BE49-F238E27FC236}">
                <a16:creationId xmlns:a16="http://schemas.microsoft.com/office/drawing/2014/main" id="{66F33728-41C9-8737-CE0B-505823B87995}"/>
              </a:ext>
            </a:extLst>
          </p:cNvPr>
          <p:cNvSpPr txBox="1"/>
          <p:nvPr/>
        </p:nvSpPr>
        <p:spPr>
          <a:xfrm>
            <a:off x="8890363" y="2202004"/>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61" name="矩形 60">
            <a:extLst>
              <a:ext uri="{FF2B5EF4-FFF2-40B4-BE49-F238E27FC236}">
                <a16:creationId xmlns:a16="http://schemas.microsoft.com/office/drawing/2014/main" id="{EE122B59-C708-496A-0BBF-357C5BED96B9}"/>
              </a:ext>
            </a:extLst>
          </p:cNvPr>
          <p:cNvSpPr/>
          <p:nvPr/>
        </p:nvSpPr>
        <p:spPr>
          <a:xfrm>
            <a:off x="8971611" y="1256548"/>
            <a:ext cx="375304" cy="34705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文本框 61">
            <a:extLst>
              <a:ext uri="{FF2B5EF4-FFF2-40B4-BE49-F238E27FC236}">
                <a16:creationId xmlns:a16="http://schemas.microsoft.com/office/drawing/2014/main" id="{9D19C223-136D-D64B-D251-C75D56D5D16C}"/>
              </a:ext>
            </a:extLst>
          </p:cNvPr>
          <p:cNvSpPr txBox="1"/>
          <p:nvPr/>
        </p:nvSpPr>
        <p:spPr>
          <a:xfrm>
            <a:off x="8975254" y="1213362"/>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4</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graphicFrame>
        <p:nvGraphicFramePr>
          <p:cNvPr id="63" name="图表 62">
            <a:extLst>
              <a:ext uri="{FF2B5EF4-FFF2-40B4-BE49-F238E27FC236}">
                <a16:creationId xmlns:a16="http://schemas.microsoft.com/office/drawing/2014/main" id="{124DDD66-6607-492F-8922-0B8E6AE5673A}"/>
              </a:ext>
            </a:extLst>
          </p:cNvPr>
          <p:cNvGraphicFramePr/>
          <p:nvPr>
            <p:extLst>
              <p:ext uri="{D42A27DB-BD31-4B8C-83A1-F6EECF244321}">
                <p14:modId xmlns:p14="http://schemas.microsoft.com/office/powerpoint/2010/main" val="2073920899"/>
              </p:ext>
            </p:extLst>
          </p:nvPr>
        </p:nvGraphicFramePr>
        <p:xfrm>
          <a:off x="2789535" y="2145767"/>
          <a:ext cx="4469534" cy="3094264"/>
        </p:xfrm>
        <a:graphic>
          <a:graphicData uri="http://schemas.openxmlformats.org/drawingml/2006/chart">
            <c:chart xmlns:c="http://schemas.openxmlformats.org/drawingml/2006/chart" xmlns:r="http://schemas.openxmlformats.org/officeDocument/2006/relationships" r:id="rId4"/>
          </a:graphicData>
        </a:graphic>
      </p:graphicFrame>
      <p:sp>
        <p:nvSpPr>
          <p:cNvPr id="64" name="任意形状 63">
            <a:extLst>
              <a:ext uri="{FF2B5EF4-FFF2-40B4-BE49-F238E27FC236}">
                <a16:creationId xmlns:a16="http://schemas.microsoft.com/office/drawing/2014/main" id="{3BC1A1BC-702E-B460-63F1-EC6B0D6794CB}"/>
              </a:ext>
            </a:extLst>
          </p:cNvPr>
          <p:cNvSpPr/>
          <p:nvPr/>
        </p:nvSpPr>
        <p:spPr>
          <a:xfrm rot="16200000">
            <a:off x="6061241" y="3018136"/>
            <a:ext cx="2170445" cy="1382499"/>
          </a:xfrm>
          <a:custGeom>
            <a:avLst/>
            <a:gdLst>
              <a:gd name="connsiteX0" fmla="*/ 1852243 w 1979525"/>
              <a:gd name="connsiteY0" fmla="*/ 938307 h 938307"/>
              <a:gd name="connsiteX1" fmla="*/ 127282 w 1979525"/>
              <a:gd name="connsiteY1" fmla="*/ 938307 h 938307"/>
              <a:gd name="connsiteX2" fmla="*/ 0 w 1979525"/>
              <a:gd name="connsiteY2" fmla="*/ 811025 h 938307"/>
              <a:gd name="connsiteX3" fmla="*/ 0 w 1979525"/>
              <a:gd name="connsiteY3" fmla="*/ 301914 h 938307"/>
              <a:gd name="connsiteX4" fmla="*/ 127282 w 1979525"/>
              <a:gd name="connsiteY4" fmla="*/ 174632 h 938307"/>
              <a:gd name="connsiteX5" fmla="*/ 1351409 w 1979525"/>
              <a:gd name="connsiteY5" fmla="*/ 174632 h 938307"/>
              <a:gd name="connsiteX6" fmla="*/ 1547448 w 1979525"/>
              <a:gd name="connsiteY6" fmla="*/ 0 h 938307"/>
              <a:gd name="connsiteX7" fmla="*/ 1743486 w 1979525"/>
              <a:gd name="connsiteY7" fmla="*/ 174632 h 938307"/>
              <a:gd name="connsiteX8" fmla="*/ 1852243 w 1979525"/>
              <a:gd name="connsiteY8" fmla="*/ 174632 h 938307"/>
              <a:gd name="connsiteX9" fmla="*/ 1979525 w 1979525"/>
              <a:gd name="connsiteY9" fmla="*/ 301914 h 938307"/>
              <a:gd name="connsiteX10" fmla="*/ 1979525 w 1979525"/>
              <a:gd name="connsiteY10" fmla="*/ 811025 h 938307"/>
              <a:gd name="connsiteX11" fmla="*/ 1852243 w 1979525"/>
              <a:gd name="connsiteY11" fmla="*/ 938307 h 93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79525" h="938307">
                <a:moveTo>
                  <a:pt x="1852243" y="938307"/>
                </a:moveTo>
                <a:lnTo>
                  <a:pt x="127282" y="938307"/>
                </a:lnTo>
                <a:cubicBezTo>
                  <a:pt x="56986" y="938307"/>
                  <a:pt x="0" y="881321"/>
                  <a:pt x="0" y="811025"/>
                </a:cubicBezTo>
                <a:lnTo>
                  <a:pt x="0" y="301914"/>
                </a:lnTo>
                <a:cubicBezTo>
                  <a:pt x="0" y="231618"/>
                  <a:pt x="56986" y="174632"/>
                  <a:pt x="127282" y="174632"/>
                </a:cubicBezTo>
                <a:lnTo>
                  <a:pt x="1351409" y="174632"/>
                </a:lnTo>
                <a:lnTo>
                  <a:pt x="1547448" y="0"/>
                </a:lnTo>
                <a:lnTo>
                  <a:pt x="1743486" y="174632"/>
                </a:lnTo>
                <a:lnTo>
                  <a:pt x="1852243" y="174632"/>
                </a:lnTo>
                <a:cubicBezTo>
                  <a:pt x="1922539" y="174632"/>
                  <a:pt x="1979525" y="231618"/>
                  <a:pt x="1979525" y="301914"/>
                </a:cubicBezTo>
                <a:lnTo>
                  <a:pt x="1979525" y="811025"/>
                </a:lnTo>
                <a:cubicBezTo>
                  <a:pt x="1979525" y="881321"/>
                  <a:pt x="1922539" y="938307"/>
                  <a:pt x="1852243" y="938307"/>
                </a:cubicBezTo>
                <a:close/>
              </a:path>
            </a:pathLst>
          </a:custGeom>
          <a:solidFill>
            <a:srgbClr val="BB3023"/>
          </a:solidFill>
          <a:ln w="19050">
            <a:solidFill>
              <a:schemeClr val="tx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69" name="文本框 68">
            <a:extLst>
              <a:ext uri="{FF2B5EF4-FFF2-40B4-BE49-F238E27FC236}">
                <a16:creationId xmlns:a16="http://schemas.microsoft.com/office/drawing/2014/main" id="{9467C26F-9C2E-944F-A741-CF24828263A9}"/>
              </a:ext>
            </a:extLst>
          </p:cNvPr>
          <p:cNvSpPr txBox="1"/>
          <p:nvPr/>
        </p:nvSpPr>
        <p:spPr>
          <a:xfrm>
            <a:off x="6842854" y="2765441"/>
            <a:ext cx="913217"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750923E8-46D3-455C-D24B-18040B27003D}"/>
              </a:ext>
            </a:extLst>
          </p:cNvPr>
          <p:cNvSpPr txBox="1"/>
          <p:nvPr/>
        </p:nvSpPr>
        <p:spPr>
          <a:xfrm>
            <a:off x="6833219" y="3351140"/>
            <a:ext cx="913217"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D89CC637-7AE4-0C75-53E1-7CBDC6225366}"/>
              </a:ext>
            </a:extLst>
          </p:cNvPr>
          <p:cNvSpPr txBox="1"/>
          <p:nvPr/>
        </p:nvSpPr>
        <p:spPr>
          <a:xfrm>
            <a:off x="6815420" y="3999212"/>
            <a:ext cx="913217"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 </a:t>
            </a:r>
            <a:endParaRPr kumimoji="1" lang="en-US" altLang="zh-CN"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3" name="矩形 72">
            <a:extLst>
              <a:ext uri="{FF2B5EF4-FFF2-40B4-BE49-F238E27FC236}">
                <a16:creationId xmlns:a16="http://schemas.microsoft.com/office/drawing/2014/main" id="{4DFFC793-78F5-8D73-875D-6A1CA568F252}"/>
              </a:ext>
            </a:extLst>
          </p:cNvPr>
          <p:cNvSpPr/>
          <p:nvPr/>
        </p:nvSpPr>
        <p:spPr>
          <a:xfrm>
            <a:off x="342900" y="1125231"/>
            <a:ext cx="2718707" cy="5372100"/>
          </a:xfrm>
          <a:prstGeom prst="rect">
            <a:avLst/>
          </a:prstGeom>
          <a:noFill/>
          <a:ln w="2222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4" name="矩形 73">
            <a:extLst>
              <a:ext uri="{FF2B5EF4-FFF2-40B4-BE49-F238E27FC236}">
                <a16:creationId xmlns:a16="http://schemas.microsoft.com/office/drawing/2014/main" id="{A9A66D0A-AD6B-E11D-F4D3-FF691E8EDE0A}"/>
              </a:ext>
            </a:extLst>
          </p:cNvPr>
          <p:cNvSpPr/>
          <p:nvPr/>
        </p:nvSpPr>
        <p:spPr>
          <a:xfrm>
            <a:off x="3462188" y="1256548"/>
            <a:ext cx="375304" cy="34705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5" name="文本框 74">
            <a:extLst>
              <a:ext uri="{FF2B5EF4-FFF2-40B4-BE49-F238E27FC236}">
                <a16:creationId xmlns:a16="http://schemas.microsoft.com/office/drawing/2014/main" id="{3CD6D523-765E-9134-A50A-3E3A7E548DE7}"/>
              </a:ext>
            </a:extLst>
          </p:cNvPr>
          <p:cNvSpPr txBox="1"/>
          <p:nvPr/>
        </p:nvSpPr>
        <p:spPr>
          <a:xfrm>
            <a:off x="3465831" y="1213362"/>
            <a:ext cx="364202" cy="461665"/>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6" name="文本框 75">
            <a:extLst>
              <a:ext uri="{FF2B5EF4-FFF2-40B4-BE49-F238E27FC236}">
                <a16:creationId xmlns:a16="http://schemas.microsoft.com/office/drawing/2014/main" id="{520564C3-C565-617A-234C-DA54765697B4}"/>
              </a:ext>
            </a:extLst>
          </p:cNvPr>
          <p:cNvSpPr txBox="1"/>
          <p:nvPr/>
        </p:nvSpPr>
        <p:spPr>
          <a:xfrm>
            <a:off x="3897879" y="1245768"/>
            <a:ext cx="4348049"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1400" dirty="0">
              <a:solidFill>
                <a:srgbClr val="1E344D"/>
              </a:solidFill>
              <a:latin typeface="Alibaba PuHuiTi Medium" pitchFamily="18" charset="-122"/>
              <a:ea typeface="Alibaba PuHuiTi Medium" pitchFamily="18" charset="-122"/>
              <a:cs typeface="Alibaba PuHuiTi Medium" pitchFamily="18" charset="-122"/>
            </a:endParaRPr>
          </a:p>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7" name="燕尾形 76">
            <a:extLst>
              <a:ext uri="{FF2B5EF4-FFF2-40B4-BE49-F238E27FC236}">
                <a16:creationId xmlns:a16="http://schemas.microsoft.com/office/drawing/2014/main" id="{AEC80CF3-C2A9-6096-3E05-345E2BACC031}"/>
              </a:ext>
            </a:extLst>
          </p:cNvPr>
          <p:cNvSpPr/>
          <p:nvPr/>
        </p:nvSpPr>
        <p:spPr>
          <a:xfrm>
            <a:off x="3290206" y="3329588"/>
            <a:ext cx="228600" cy="677636"/>
          </a:xfrm>
          <a:prstGeom prst="chevron">
            <a:avLst>
              <a:gd name="adj" fmla="val 66129"/>
            </a:avLst>
          </a:prstGeom>
          <a:solidFill>
            <a:schemeClr val="tx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78" name="燕尾形 77">
            <a:extLst>
              <a:ext uri="{FF2B5EF4-FFF2-40B4-BE49-F238E27FC236}">
                <a16:creationId xmlns:a16="http://schemas.microsoft.com/office/drawing/2014/main" id="{9DA07ADD-E6E2-2140-898B-F762AAA1DAFA}"/>
              </a:ext>
            </a:extLst>
          </p:cNvPr>
          <p:cNvSpPr/>
          <p:nvPr/>
        </p:nvSpPr>
        <p:spPr>
          <a:xfrm>
            <a:off x="8146351" y="3329588"/>
            <a:ext cx="228600" cy="677636"/>
          </a:xfrm>
          <a:prstGeom prst="chevron">
            <a:avLst>
              <a:gd name="adj" fmla="val 66129"/>
            </a:avLst>
          </a:prstGeom>
          <a:solidFill>
            <a:schemeClr val="tx1"/>
          </a:solidFill>
          <a:ln w="34925">
            <a:no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79" name="矩形 78">
            <a:extLst>
              <a:ext uri="{FF2B5EF4-FFF2-40B4-BE49-F238E27FC236}">
                <a16:creationId xmlns:a16="http://schemas.microsoft.com/office/drawing/2014/main" id="{FE27A3E7-E3CB-62DD-661C-347A0D322772}"/>
              </a:ext>
            </a:extLst>
          </p:cNvPr>
          <p:cNvSpPr/>
          <p:nvPr/>
        </p:nvSpPr>
        <p:spPr>
          <a:xfrm>
            <a:off x="8680123" y="1101752"/>
            <a:ext cx="3264226" cy="5372100"/>
          </a:xfrm>
          <a:prstGeom prst="rect">
            <a:avLst/>
          </a:prstGeom>
          <a:noFill/>
          <a:ln w="22225">
            <a:solidFill>
              <a:schemeClr val="tx1"/>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0" name="矩形 79">
            <a:extLst>
              <a:ext uri="{FF2B5EF4-FFF2-40B4-BE49-F238E27FC236}">
                <a16:creationId xmlns:a16="http://schemas.microsoft.com/office/drawing/2014/main" id="{525A5A62-0F7D-6C6F-4722-5CCF84A96024}"/>
              </a:ext>
            </a:extLst>
          </p:cNvPr>
          <p:cNvSpPr/>
          <p:nvPr/>
        </p:nvSpPr>
        <p:spPr>
          <a:xfrm>
            <a:off x="3619402" y="5052428"/>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1" name="文本框 80">
            <a:extLst>
              <a:ext uri="{FF2B5EF4-FFF2-40B4-BE49-F238E27FC236}">
                <a16:creationId xmlns:a16="http://schemas.microsoft.com/office/drawing/2014/main" id="{3E5D4D89-5B0A-18B6-43D6-49EDEF21553B}"/>
              </a:ext>
            </a:extLst>
          </p:cNvPr>
          <p:cNvSpPr txBox="1"/>
          <p:nvPr/>
        </p:nvSpPr>
        <p:spPr>
          <a:xfrm>
            <a:off x="3934639" y="4997295"/>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2" name="矩形 81">
            <a:extLst>
              <a:ext uri="{FF2B5EF4-FFF2-40B4-BE49-F238E27FC236}">
                <a16:creationId xmlns:a16="http://schemas.microsoft.com/office/drawing/2014/main" id="{B1CDFC55-507A-F925-8C28-79C6B4ACB62D}"/>
              </a:ext>
            </a:extLst>
          </p:cNvPr>
          <p:cNvSpPr/>
          <p:nvPr/>
        </p:nvSpPr>
        <p:spPr>
          <a:xfrm>
            <a:off x="3619402" y="5295107"/>
            <a:ext cx="329609" cy="159488"/>
          </a:xfrm>
          <a:prstGeom prst="rect">
            <a:avLst/>
          </a:prstGeom>
          <a:pattFill prst="wdDnDiag">
            <a:fgClr>
              <a:srgbClr val="BB3023"/>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3" name="文本框 82">
            <a:extLst>
              <a:ext uri="{FF2B5EF4-FFF2-40B4-BE49-F238E27FC236}">
                <a16:creationId xmlns:a16="http://schemas.microsoft.com/office/drawing/2014/main" id="{7D5D4346-A944-235B-1114-7DE173602EA2}"/>
              </a:ext>
            </a:extLst>
          </p:cNvPr>
          <p:cNvSpPr txBox="1"/>
          <p:nvPr/>
        </p:nvSpPr>
        <p:spPr>
          <a:xfrm>
            <a:off x="3934639" y="5271872"/>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4" name="文本框 83">
            <a:extLst>
              <a:ext uri="{FF2B5EF4-FFF2-40B4-BE49-F238E27FC236}">
                <a16:creationId xmlns:a16="http://schemas.microsoft.com/office/drawing/2014/main" id="{8FF57B9E-9546-01AA-1B6C-D6F2351CB4F1}"/>
              </a:ext>
            </a:extLst>
          </p:cNvPr>
          <p:cNvSpPr txBox="1"/>
          <p:nvPr/>
        </p:nvSpPr>
        <p:spPr>
          <a:xfrm>
            <a:off x="5005941" y="5043734"/>
            <a:ext cx="546945" cy="400110"/>
          </a:xfrm>
          <a:prstGeom prst="rect">
            <a:avLst/>
          </a:prstGeom>
          <a:noFill/>
        </p:spPr>
        <p:txBody>
          <a:bodyPr wrap="none" rtlCol="0">
            <a:spAutoFit/>
          </a:bodyPr>
          <a:lstStyle/>
          <a:p>
            <a:r>
              <a:rPr kumimoji="1" lang="en-US" altLang="zh-CN" sz="2000" dirty="0">
                <a:latin typeface="Alibaba PuHuiTi Medium" pitchFamily="18" charset="-122"/>
                <a:ea typeface="Alibaba PuHuiTi Medium" pitchFamily="18" charset="-122"/>
                <a:cs typeface="Alibaba PuHuiTi Medium" pitchFamily="18" charset="-122"/>
              </a:rPr>
              <a:t>8%</a:t>
            </a:r>
            <a:endParaRPr kumimoji="1" lang="zh-CN" altLang="en-US" sz="2000" dirty="0">
              <a:latin typeface="Alibaba PuHuiTi Medium" pitchFamily="18" charset="-122"/>
              <a:ea typeface="Alibaba PuHuiTi Medium" pitchFamily="18" charset="-122"/>
              <a:cs typeface="Alibaba PuHuiTi Medium" pitchFamily="18" charset="-122"/>
            </a:endParaRPr>
          </a:p>
        </p:txBody>
      </p:sp>
      <p:sp>
        <p:nvSpPr>
          <p:cNvPr id="85" name="文本框 84">
            <a:extLst>
              <a:ext uri="{FF2B5EF4-FFF2-40B4-BE49-F238E27FC236}">
                <a16:creationId xmlns:a16="http://schemas.microsoft.com/office/drawing/2014/main" id="{2C849E53-F513-8B97-3F94-4798A6275A02}"/>
              </a:ext>
            </a:extLst>
          </p:cNvPr>
          <p:cNvSpPr txBox="1"/>
          <p:nvPr/>
        </p:nvSpPr>
        <p:spPr>
          <a:xfrm>
            <a:off x="3575720" y="5710264"/>
            <a:ext cx="697627" cy="400110"/>
          </a:xfrm>
          <a:prstGeom prst="rect">
            <a:avLst/>
          </a:prstGeom>
          <a:noFill/>
        </p:spPr>
        <p:txBody>
          <a:bodyPr wrap="none" rtlCol="0">
            <a:spAutoFit/>
          </a:bodyPr>
          <a:lstStyle/>
          <a:p>
            <a:r>
              <a:rPr kumimoji="1" lang="en-US" altLang="zh-CN" sz="2000" dirty="0">
                <a:latin typeface="Alibaba PuHuiTi Medium" pitchFamily="18" charset="-122"/>
                <a:ea typeface="Alibaba PuHuiTi Medium" pitchFamily="18" charset="-122"/>
                <a:cs typeface="Alibaba PuHuiTi Medium" pitchFamily="18" charset="-122"/>
              </a:rPr>
              <a:t>46%</a:t>
            </a:r>
            <a:endParaRPr kumimoji="1" lang="zh-CN" altLang="en-US" sz="2000" dirty="0">
              <a:latin typeface="Alibaba PuHuiTi Medium" pitchFamily="18" charset="-122"/>
              <a:ea typeface="Alibaba PuHuiTi Medium" pitchFamily="18" charset="-122"/>
              <a:cs typeface="Alibaba PuHuiTi Medium" pitchFamily="18" charset="-122"/>
            </a:endParaRPr>
          </a:p>
        </p:txBody>
      </p:sp>
      <p:sp>
        <p:nvSpPr>
          <p:cNvPr id="86" name="文本框 85">
            <a:extLst>
              <a:ext uri="{FF2B5EF4-FFF2-40B4-BE49-F238E27FC236}">
                <a16:creationId xmlns:a16="http://schemas.microsoft.com/office/drawing/2014/main" id="{62E87C80-1C21-A776-8F32-7CA1388200A0}"/>
              </a:ext>
            </a:extLst>
          </p:cNvPr>
          <p:cNvSpPr txBox="1"/>
          <p:nvPr/>
        </p:nvSpPr>
        <p:spPr>
          <a:xfrm>
            <a:off x="3575720" y="6142312"/>
            <a:ext cx="697627" cy="400110"/>
          </a:xfrm>
          <a:prstGeom prst="rect">
            <a:avLst/>
          </a:prstGeom>
          <a:noFill/>
        </p:spPr>
        <p:txBody>
          <a:bodyPr wrap="none" rtlCol="0">
            <a:spAutoFit/>
          </a:bodyPr>
          <a:lstStyle/>
          <a:p>
            <a:r>
              <a:rPr kumimoji="1" lang="en-US" altLang="zh-CN" sz="2000" dirty="0">
                <a:latin typeface="Alibaba PuHuiTi Medium" pitchFamily="18" charset="-122"/>
                <a:ea typeface="Alibaba PuHuiTi Medium" pitchFamily="18" charset="-122"/>
                <a:cs typeface="Alibaba PuHuiTi Medium" pitchFamily="18" charset="-122"/>
              </a:rPr>
              <a:t>24%</a:t>
            </a:r>
            <a:endParaRPr kumimoji="1" lang="zh-CN" altLang="en-US" sz="2000" dirty="0">
              <a:latin typeface="Alibaba PuHuiTi Medium" pitchFamily="18" charset="-122"/>
              <a:ea typeface="Alibaba PuHuiTi Medium" pitchFamily="18" charset="-122"/>
              <a:cs typeface="Alibaba PuHuiTi Medium" pitchFamily="18" charset="-122"/>
            </a:endParaRPr>
          </a:p>
        </p:txBody>
      </p:sp>
      <p:sp>
        <p:nvSpPr>
          <p:cNvPr id="87" name="文本框 86">
            <a:extLst>
              <a:ext uri="{FF2B5EF4-FFF2-40B4-BE49-F238E27FC236}">
                <a16:creationId xmlns:a16="http://schemas.microsoft.com/office/drawing/2014/main" id="{B3C8E666-730C-8070-B8ED-61E3E060225D}"/>
              </a:ext>
            </a:extLst>
          </p:cNvPr>
          <p:cNvSpPr txBox="1"/>
          <p:nvPr/>
        </p:nvSpPr>
        <p:spPr>
          <a:xfrm>
            <a:off x="5519935" y="5062192"/>
            <a:ext cx="2848457" cy="21544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8" name="文本框 87">
            <a:extLst>
              <a:ext uri="{FF2B5EF4-FFF2-40B4-BE49-F238E27FC236}">
                <a16:creationId xmlns:a16="http://schemas.microsoft.com/office/drawing/2014/main" id="{0B736A53-EF4B-BEF5-36DF-4370E1662184}"/>
              </a:ext>
            </a:extLst>
          </p:cNvPr>
          <p:cNvSpPr txBox="1"/>
          <p:nvPr/>
        </p:nvSpPr>
        <p:spPr>
          <a:xfrm>
            <a:off x="5519936" y="5206208"/>
            <a:ext cx="2848457" cy="21544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9" name="文本框 88">
            <a:extLst>
              <a:ext uri="{FF2B5EF4-FFF2-40B4-BE49-F238E27FC236}">
                <a16:creationId xmlns:a16="http://schemas.microsoft.com/office/drawing/2014/main" id="{82C7C459-2283-E8BF-7A82-7EB29880D93A}"/>
              </a:ext>
            </a:extLst>
          </p:cNvPr>
          <p:cNvSpPr txBox="1"/>
          <p:nvPr/>
        </p:nvSpPr>
        <p:spPr>
          <a:xfrm>
            <a:off x="4295800" y="5710264"/>
            <a:ext cx="2848457" cy="21544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0" name="文本框 89">
            <a:extLst>
              <a:ext uri="{FF2B5EF4-FFF2-40B4-BE49-F238E27FC236}">
                <a16:creationId xmlns:a16="http://schemas.microsoft.com/office/drawing/2014/main" id="{01A903AC-9468-5517-700F-6054E96C7513}"/>
              </a:ext>
            </a:extLst>
          </p:cNvPr>
          <p:cNvSpPr txBox="1"/>
          <p:nvPr/>
        </p:nvSpPr>
        <p:spPr>
          <a:xfrm>
            <a:off x="4295801" y="5854280"/>
            <a:ext cx="2848457" cy="21544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1" name="文本框 90">
            <a:extLst>
              <a:ext uri="{FF2B5EF4-FFF2-40B4-BE49-F238E27FC236}">
                <a16:creationId xmlns:a16="http://schemas.microsoft.com/office/drawing/2014/main" id="{19BE6859-FFF3-D854-90D0-7ED7A5CFE595}"/>
              </a:ext>
            </a:extLst>
          </p:cNvPr>
          <p:cNvSpPr txBox="1"/>
          <p:nvPr/>
        </p:nvSpPr>
        <p:spPr>
          <a:xfrm>
            <a:off x="4295800" y="6142312"/>
            <a:ext cx="2848457" cy="21544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2" name="文本框 91">
            <a:extLst>
              <a:ext uri="{FF2B5EF4-FFF2-40B4-BE49-F238E27FC236}">
                <a16:creationId xmlns:a16="http://schemas.microsoft.com/office/drawing/2014/main" id="{E57EC48A-899F-B171-13D5-D104C9E5647F}"/>
              </a:ext>
            </a:extLst>
          </p:cNvPr>
          <p:cNvSpPr txBox="1"/>
          <p:nvPr/>
        </p:nvSpPr>
        <p:spPr>
          <a:xfrm>
            <a:off x="4295801" y="6286328"/>
            <a:ext cx="2848457" cy="215444"/>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 </a:t>
            </a:r>
            <a:endParaRPr kumimoji="1" lang="en-US" altLang="zh-CN" sz="8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93" name="Google Shape;6421;p78">
            <a:extLst>
              <a:ext uri="{FF2B5EF4-FFF2-40B4-BE49-F238E27FC236}">
                <a16:creationId xmlns:a16="http://schemas.microsoft.com/office/drawing/2014/main" id="{82D32507-F98C-5D7A-11A6-9BC19D336FD4}"/>
              </a:ext>
            </a:extLst>
          </p:cNvPr>
          <p:cNvGrpSpPr/>
          <p:nvPr/>
        </p:nvGrpSpPr>
        <p:grpSpPr>
          <a:xfrm>
            <a:off x="7366790" y="5706652"/>
            <a:ext cx="759602" cy="759602"/>
            <a:chOff x="3497300" y="3227275"/>
            <a:chExt cx="296175" cy="296175"/>
          </a:xfrm>
          <a:solidFill>
            <a:srgbClr val="1E344D"/>
          </a:solidFill>
        </p:grpSpPr>
        <p:sp>
          <p:nvSpPr>
            <p:cNvPr id="95" name="Google Shape;6422;p78">
              <a:extLst>
                <a:ext uri="{FF2B5EF4-FFF2-40B4-BE49-F238E27FC236}">
                  <a16:creationId xmlns:a16="http://schemas.microsoft.com/office/drawing/2014/main" id="{1C3391D3-8DC3-D030-AC83-3A4BEB8024A3}"/>
                </a:ext>
              </a:extLst>
            </p:cNvPr>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96" name="Google Shape;6423;p78">
              <a:extLst>
                <a:ext uri="{FF2B5EF4-FFF2-40B4-BE49-F238E27FC236}">
                  <a16:creationId xmlns:a16="http://schemas.microsoft.com/office/drawing/2014/main" id="{F127A1C9-C023-B9D4-ECCB-E94279EA8DC2}"/>
                </a:ext>
              </a:extLst>
            </p:cNvPr>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endParaRPr sz="2400"/>
            </a:p>
          </p:txBody>
        </p:sp>
        <p:sp>
          <p:nvSpPr>
            <p:cNvPr id="97" name="Google Shape;6424;p78">
              <a:extLst>
                <a:ext uri="{FF2B5EF4-FFF2-40B4-BE49-F238E27FC236}">
                  <a16:creationId xmlns:a16="http://schemas.microsoft.com/office/drawing/2014/main" id="{8EC008D8-7760-6D8B-9D09-258B31F2091C}"/>
                </a:ext>
              </a:extLst>
            </p:cNvPr>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121900" tIns="121900" rIns="121900" bIns="121900" anchor="ctr" anchorCtr="0">
              <a:noAutofit/>
            </a:bodyPr>
            <a:lstStyle/>
            <a:p>
              <a:endParaRPr sz="2400"/>
            </a:p>
          </p:txBody>
        </p:sp>
        <p:sp>
          <p:nvSpPr>
            <p:cNvPr id="98" name="Google Shape;6425;p78">
              <a:extLst>
                <a:ext uri="{FF2B5EF4-FFF2-40B4-BE49-F238E27FC236}">
                  <a16:creationId xmlns:a16="http://schemas.microsoft.com/office/drawing/2014/main" id="{CC0D5C8F-45ED-7D14-B0DC-E458BD722AEB}"/>
                </a:ext>
              </a:extLst>
            </p:cNvPr>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121900" tIns="121900" rIns="121900" bIns="121900" anchor="ctr" anchorCtr="0">
              <a:noAutofit/>
            </a:bodyPr>
            <a:lstStyle/>
            <a:p>
              <a:endParaRPr sz="2400"/>
            </a:p>
          </p:txBody>
        </p:sp>
        <p:sp>
          <p:nvSpPr>
            <p:cNvPr id="99" name="Google Shape;6426;p78">
              <a:extLst>
                <a:ext uri="{FF2B5EF4-FFF2-40B4-BE49-F238E27FC236}">
                  <a16:creationId xmlns:a16="http://schemas.microsoft.com/office/drawing/2014/main" id="{18CA8CEA-FB05-EA41-12D0-ECEFB9B9A6AA}"/>
                </a:ext>
              </a:extLst>
            </p:cNvPr>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121900" tIns="121900" rIns="121900" bIns="121900" anchor="ctr" anchorCtr="0">
              <a:noAutofit/>
            </a:bodyPr>
            <a:lstStyle/>
            <a:p>
              <a:endParaRPr sz="2400"/>
            </a:p>
          </p:txBody>
        </p:sp>
        <p:sp>
          <p:nvSpPr>
            <p:cNvPr id="100" name="Google Shape;6427;p78">
              <a:extLst>
                <a:ext uri="{FF2B5EF4-FFF2-40B4-BE49-F238E27FC236}">
                  <a16:creationId xmlns:a16="http://schemas.microsoft.com/office/drawing/2014/main" id="{9607917F-4E25-2CB7-CE52-9EDB239FCECD}"/>
                </a:ext>
              </a:extLst>
            </p:cNvPr>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121900" tIns="121900" rIns="121900" bIns="121900" anchor="ctr" anchorCtr="0">
              <a:noAutofit/>
            </a:bodyPr>
            <a:lstStyle/>
            <a:p>
              <a:endParaRPr sz="2400"/>
            </a:p>
          </p:txBody>
        </p:sp>
        <p:sp>
          <p:nvSpPr>
            <p:cNvPr id="101" name="Google Shape;6428;p78">
              <a:extLst>
                <a:ext uri="{FF2B5EF4-FFF2-40B4-BE49-F238E27FC236}">
                  <a16:creationId xmlns:a16="http://schemas.microsoft.com/office/drawing/2014/main" id="{8F049627-DF3B-7A7E-22AB-1949425FB0D0}"/>
                </a:ext>
              </a:extLst>
            </p:cNvPr>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121900" tIns="121900" rIns="121900" bIns="121900" anchor="ctr" anchorCtr="0">
              <a:noAutofit/>
            </a:bodyPr>
            <a:lstStyle/>
            <a:p>
              <a:endParaRPr sz="2400"/>
            </a:p>
          </p:txBody>
        </p:sp>
        <p:sp>
          <p:nvSpPr>
            <p:cNvPr id="102" name="Google Shape;6429;p78">
              <a:extLst>
                <a:ext uri="{FF2B5EF4-FFF2-40B4-BE49-F238E27FC236}">
                  <a16:creationId xmlns:a16="http://schemas.microsoft.com/office/drawing/2014/main" id="{DD13139D-5AEB-EEA7-E17B-A9FF832017F3}"/>
                </a:ext>
              </a:extLst>
            </p:cNvPr>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121900" tIns="121900" rIns="121900" bIns="121900" anchor="ctr" anchorCtr="0">
              <a:noAutofit/>
            </a:bodyPr>
            <a:lstStyle/>
            <a:p>
              <a:endParaRPr sz="2400"/>
            </a:p>
          </p:txBody>
        </p:sp>
      </p:grpSp>
      <p:pic>
        <p:nvPicPr>
          <p:cNvPr id="103" name="图片 102">
            <a:extLst>
              <a:ext uri="{FF2B5EF4-FFF2-40B4-BE49-F238E27FC236}">
                <a16:creationId xmlns:a16="http://schemas.microsoft.com/office/drawing/2014/main" id="{8236CF81-5ACA-41D8-AED1-C54A22B11C04}"/>
              </a:ext>
            </a:extLst>
          </p:cNvPr>
          <p:cNvPicPr>
            <a:picLocks noChangeAspect="1"/>
          </p:cNvPicPr>
          <p:nvPr/>
        </p:nvPicPr>
        <p:blipFill>
          <a:blip r:embed="rId5"/>
          <a:stretch>
            <a:fillRect/>
          </a:stretch>
        </p:blipFill>
        <p:spPr>
          <a:xfrm>
            <a:off x="2422903" y="5202451"/>
            <a:ext cx="433729" cy="591449"/>
          </a:xfrm>
          <a:prstGeom prst="rect">
            <a:avLst/>
          </a:prstGeom>
        </p:spPr>
      </p:pic>
    </p:spTree>
    <p:extLst>
      <p:ext uri="{BB962C8B-B14F-4D97-AF65-F5344CB8AC3E}">
        <p14:creationId xmlns:p14="http://schemas.microsoft.com/office/powerpoint/2010/main" val="401185921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a:extLst>
              <a:ext uri="{FF2B5EF4-FFF2-40B4-BE49-F238E27FC236}">
                <a16:creationId xmlns:a16="http://schemas.microsoft.com/office/drawing/2014/main" id="{605CDDBA-2AEB-2C64-FE7D-CF310ECB982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65AEF2AD-DA4D-9AAA-0E75-BB13CCBAD405}"/>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5A166D60-60E9-0F6A-13E0-BE89C48A1816}"/>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9F617D43-A78C-9CC9-087C-B5A563102BAD}"/>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EFBCA87A-8BBF-23AD-9F69-D0B1E3BD3CA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3283DB8A-FC35-7BBF-0D9A-CE3003F846B5}"/>
              </a:ext>
            </a:extLst>
          </p:cNvPr>
          <p:cNvGrpSpPr/>
          <p:nvPr/>
        </p:nvGrpSpPr>
        <p:grpSpPr>
          <a:xfrm>
            <a:off x="2323294" y="287981"/>
            <a:ext cx="356205" cy="355288"/>
            <a:chOff x="416151" y="286059"/>
            <a:chExt cx="356205" cy="355288"/>
          </a:xfrm>
        </p:grpSpPr>
        <p:sp>
          <p:nvSpPr>
            <p:cNvPr id="8" name="Google Shape;7166;p80">
              <a:extLst>
                <a:ext uri="{FF2B5EF4-FFF2-40B4-BE49-F238E27FC236}">
                  <a16:creationId xmlns:a16="http://schemas.microsoft.com/office/drawing/2014/main" id="{64D3757A-444E-8648-CB20-43900346C2C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15D99954-31FA-BA89-3003-D7D22A97FB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D2DE7C29-F5D1-2A71-62B9-6D00AF4D918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B47FD539-2DB4-3A3A-1818-D023911BAF5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矩形 13">
            <a:extLst>
              <a:ext uri="{FF2B5EF4-FFF2-40B4-BE49-F238E27FC236}">
                <a16:creationId xmlns:a16="http://schemas.microsoft.com/office/drawing/2014/main" id="{9CC73C83-4BBC-5DA8-57A4-40CFB5F9C07E}"/>
              </a:ext>
            </a:extLst>
          </p:cNvPr>
          <p:cNvSpPr/>
          <p:nvPr/>
        </p:nvSpPr>
        <p:spPr>
          <a:xfrm>
            <a:off x="972457" y="1212501"/>
            <a:ext cx="7344229" cy="36285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5" name="矩形 14">
            <a:extLst>
              <a:ext uri="{FF2B5EF4-FFF2-40B4-BE49-F238E27FC236}">
                <a16:creationId xmlns:a16="http://schemas.microsoft.com/office/drawing/2014/main" id="{6E1FD31E-9FD7-E149-F0BE-C8543916C887}"/>
              </a:ext>
            </a:extLst>
          </p:cNvPr>
          <p:cNvSpPr/>
          <p:nvPr/>
        </p:nvSpPr>
        <p:spPr>
          <a:xfrm>
            <a:off x="972457" y="3077339"/>
            <a:ext cx="7344229" cy="36285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6" name="矩形 15">
            <a:extLst>
              <a:ext uri="{FF2B5EF4-FFF2-40B4-BE49-F238E27FC236}">
                <a16:creationId xmlns:a16="http://schemas.microsoft.com/office/drawing/2014/main" id="{4D09B987-7592-B902-CDE6-0D419F28AEF9}"/>
              </a:ext>
            </a:extLst>
          </p:cNvPr>
          <p:cNvSpPr/>
          <p:nvPr/>
        </p:nvSpPr>
        <p:spPr>
          <a:xfrm>
            <a:off x="972457" y="3653403"/>
            <a:ext cx="7344229" cy="36285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7" name="矩形 16">
            <a:extLst>
              <a:ext uri="{FF2B5EF4-FFF2-40B4-BE49-F238E27FC236}">
                <a16:creationId xmlns:a16="http://schemas.microsoft.com/office/drawing/2014/main" id="{B7DB3629-C27E-EB00-44BB-1CC943FB851E}"/>
              </a:ext>
            </a:extLst>
          </p:cNvPr>
          <p:cNvSpPr/>
          <p:nvPr/>
        </p:nvSpPr>
        <p:spPr>
          <a:xfrm>
            <a:off x="972457" y="5237579"/>
            <a:ext cx="7344229" cy="36285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9" name="文本框 18">
            <a:extLst>
              <a:ext uri="{FF2B5EF4-FFF2-40B4-BE49-F238E27FC236}">
                <a16:creationId xmlns:a16="http://schemas.microsoft.com/office/drawing/2014/main" id="{CF0BCFCB-E007-FEE2-8205-B876F10F30F3}"/>
              </a:ext>
            </a:extLst>
          </p:cNvPr>
          <p:cNvSpPr txBox="1"/>
          <p:nvPr/>
        </p:nvSpPr>
        <p:spPr>
          <a:xfrm>
            <a:off x="3425372" y="1209264"/>
            <a:ext cx="2293257" cy="369332"/>
          </a:xfrm>
          <a:prstGeom prst="rect">
            <a:avLst/>
          </a:prstGeom>
          <a:noFill/>
        </p:spPr>
        <p:txBody>
          <a:bodyPr wrap="square">
            <a:spAutoFit/>
          </a:bodyPr>
          <a:lstStyle/>
          <a:p>
            <a:r>
              <a:rPr lang="zh-CN" altLang="en-US" dirty="0">
                <a:solidFill>
                  <a:schemeClr val="bg1"/>
                </a:solidFill>
                <a:latin typeface="Alibaba PuHuiTi Medium" pitchFamily="18" charset="-122"/>
                <a:ea typeface="Alibaba PuHuiTi Medium" pitchFamily="18" charset="-122"/>
                <a:cs typeface="Alibaba PuHuiTi Medium" pitchFamily="18" charset="-122"/>
              </a:rPr>
              <a:t>Project Description</a:t>
            </a:r>
          </a:p>
        </p:txBody>
      </p:sp>
      <p:sp>
        <p:nvSpPr>
          <p:cNvPr id="20" name="文本框 19">
            <a:extLst>
              <a:ext uri="{FF2B5EF4-FFF2-40B4-BE49-F238E27FC236}">
                <a16:creationId xmlns:a16="http://schemas.microsoft.com/office/drawing/2014/main" id="{F6997AF1-2BDC-1187-7225-7DD908B01EAE}"/>
              </a:ext>
            </a:extLst>
          </p:cNvPr>
          <p:cNvSpPr txBox="1"/>
          <p:nvPr/>
        </p:nvSpPr>
        <p:spPr>
          <a:xfrm>
            <a:off x="3425372" y="3077339"/>
            <a:ext cx="2293257" cy="369332"/>
          </a:xfrm>
          <a:prstGeom prst="rect">
            <a:avLst/>
          </a:prstGeom>
          <a:noFill/>
        </p:spPr>
        <p:txBody>
          <a:bodyPr wrap="square">
            <a:spAutoFit/>
          </a:bodyPr>
          <a:lstStyle/>
          <a:p>
            <a:r>
              <a:rPr lang="zh-CN" altLang="en-US" dirty="0">
                <a:solidFill>
                  <a:schemeClr val="bg1"/>
                </a:solidFill>
                <a:latin typeface="Alibaba PuHuiTi Medium" pitchFamily="18" charset="-122"/>
                <a:ea typeface="Alibaba PuHuiTi Medium" pitchFamily="18" charset="-122"/>
                <a:cs typeface="Alibaba PuHuiTi Medium" pitchFamily="18" charset="-122"/>
              </a:rPr>
              <a:t>Project Description</a:t>
            </a:r>
          </a:p>
        </p:txBody>
      </p:sp>
      <p:sp>
        <p:nvSpPr>
          <p:cNvPr id="21" name="文本框 20">
            <a:extLst>
              <a:ext uri="{FF2B5EF4-FFF2-40B4-BE49-F238E27FC236}">
                <a16:creationId xmlns:a16="http://schemas.microsoft.com/office/drawing/2014/main" id="{835976BB-E0A4-F8EA-6532-92C49BD1A90F}"/>
              </a:ext>
            </a:extLst>
          </p:cNvPr>
          <p:cNvSpPr txBox="1"/>
          <p:nvPr/>
        </p:nvSpPr>
        <p:spPr>
          <a:xfrm>
            <a:off x="3425372" y="3653403"/>
            <a:ext cx="2293257" cy="369332"/>
          </a:xfrm>
          <a:prstGeom prst="rect">
            <a:avLst/>
          </a:prstGeom>
          <a:noFill/>
        </p:spPr>
        <p:txBody>
          <a:bodyPr wrap="square">
            <a:spAutoFit/>
          </a:bodyPr>
          <a:lstStyle/>
          <a:p>
            <a:r>
              <a:rPr lang="zh-CN" altLang="en-US" dirty="0">
                <a:solidFill>
                  <a:schemeClr val="bg1"/>
                </a:solidFill>
                <a:latin typeface="Alibaba PuHuiTi Medium" pitchFamily="18" charset="-122"/>
                <a:ea typeface="Alibaba PuHuiTi Medium" pitchFamily="18" charset="-122"/>
                <a:cs typeface="Alibaba PuHuiTi Medium" pitchFamily="18" charset="-122"/>
              </a:rPr>
              <a:t>Project Description</a:t>
            </a:r>
          </a:p>
        </p:txBody>
      </p:sp>
      <p:sp>
        <p:nvSpPr>
          <p:cNvPr id="22" name="文本框 21">
            <a:extLst>
              <a:ext uri="{FF2B5EF4-FFF2-40B4-BE49-F238E27FC236}">
                <a16:creationId xmlns:a16="http://schemas.microsoft.com/office/drawing/2014/main" id="{8CBEEB72-AEF2-60EF-F88D-0F81B872223D}"/>
              </a:ext>
            </a:extLst>
          </p:cNvPr>
          <p:cNvSpPr txBox="1"/>
          <p:nvPr/>
        </p:nvSpPr>
        <p:spPr>
          <a:xfrm>
            <a:off x="3425372" y="5237579"/>
            <a:ext cx="2293257" cy="369332"/>
          </a:xfrm>
          <a:prstGeom prst="rect">
            <a:avLst/>
          </a:prstGeom>
          <a:noFill/>
        </p:spPr>
        <p:txBody>
          <a:bodyPr wrap="square">
            <a:spAutoFit/>
          </a:bodyPr>
          <a:lstStyle/>
          <a:p>
            <a:r>
              <a:rPr lang="zh-CN" altLang="en-US" dirty="0">
                <a:solidFill>
                  <a:schemeClr val="bg1"/>
                </a:solidFill>
                <a:latin typeface="Alibaba PuHuiTi Medium" pitchFamily="18" charset="-122"/>
                <a:ea typeface="Alibaba PuHuiTi Medium" pitchFamily="18" charset="-122"/>
                <a:cs typeface="Alibaba PuHuiTi Medium" pitchFamily="18" charset="-122"/>
              </a:rPr>
              <a:t>Project Description</a:t>
            </a:r>
          </a:p>
        </p:txBody>
      </p:sp>
      <p:cxnSp>
        <p:nvCxnSpPr>
          <p:cNvPr id="27" name="直线箭头连接符 26">
            <a:extLst>
              <a:ext uri="{FF2B5EF4-FFF2-40B4-BE49-F238E27FC236}">
                <a16:creationId xmlns:a16="http://schemas.microsoft.com/office/drawing/2014/main" id="{5ADEBDC5-8F59-A4C2-D336-2ED80280CEA9}"/>
              </a:ext>
            </a:extLst>
          </p:cNvPr>
          <p:cNvCxnSpPr>
            <a:cxnSpLocks/>
          </p:cNvCxnSpPr>
          <p:nvPr/>
        </p:nvCxnSpPr>
        <p:spPr>
          <a:xfrm>
            <a:off x="653143" y="1233684"/>
            <a:ext cx="0" cy="1655806"/>
          </a:xfrm>
          <a:prstGeom prst="straightConnector1">
            <a:avLst/>
          </a:prstGeom>
          <a:ln w="60325">
            <a:solidFill>
              <a:srgbClr val="1E344D"/>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 name="直线箭头连接符 35">
            <a:extLst>
              <a:ext uri="{FF2B5EF4-FFF2-40B4-BE49-F238E27FC236}">
                <a16:creationId xmlns:a16="http://schemas.microsoft.com/office/drawing/2014/main" id="{A6CEC0F5-71A0-98A2-908E-A559B44F10D1}"/>
              </a:ext>
            </a:extLst>
          </p:cNvPr>
          <p:cNvCxnSpPr/>
          <p:nvPr/>
        </p:nvCxnSpPr>
        <p:spPr>
          <a:xfrm flipV="1">
            <a:off x="650790" y="3062484"/>
            <a:ext cx="0" cy="3501081"/>
          </a:xfrm>
          <a:prstGeom prst="straightConnector1">
            <a:avLst/>
          </a:prstGeom>
          <a:ln w="6350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D7E9BB9E-C7C4-BD20-426A-293A1666856A}"/>
              </a:ext>
            </a:extLst>
          </p:cNvPr>
          <p:cNvSpPr txBox="1"/>
          <p:nvPr/>
        </p:nvSpPr>
        <p:spPr>
          <a:xfrm rot="16200000">
            <a:off x="-821033" y="3461467"/>
            <a:ext cx="2293257" cy="307777"/>
          </a:xfrm>
          <a:prstGeom prst="rect">
            <a:avLst/>
          </a:prstGeom>
          <a:noFill/>
        </p:spPr>
        <p:txBody>
          <a:bodyPr wrap="square">
            <a:spAutoFit/>
          </a:bodyPr>
          <a:lstStyle/>
          <a:p>
            <a:r>
              <a:rPr lang="zh-CN" altLang="en-US" sz="1400" dirty="0">
                <a:solidFill>
                  <a:srgbClr val="1E344D"/>
                </a:solidFill>
                <a:latin typeface="Alibaba PuHuiTi Medium" pitchFamily="18" charset="-122"/>
                <a:ea typeface="Alibaba PuHuiTi Medium" pitchFamily="18" charset="-122"/>
                <a:cs typeface="Alibaba PuHuiTi Medium" pitchFamily="18" charset="-122"/>
              </a:rPr>
              <a:t>Project Description</a:t>
            </a:r>
          </a:p>
        </p:txBody>
      </p:sp>
      <p:sp>
        <p:nvSpPr>
          <p:cNvPr id="38" name="Google Shape;9371;p88">
            <a:extLst>
              <a:ext uri="{FF2B5EF4-FFF2-40B4-BE49-F238E27FC236}">
                <a16:creationId xmlns:a16="http://schemas.microsoft.com/office/drawing/2014/main" id="{456286CA-9F9E-3CCA-C815-1706E77682C6}"/>
              </a:ext>
            </a:extLst>
          </p:cNvPr>
          <p:cNvSpPr/>
          <p:nvPr/>
        </p:nvSpPr>
        <p:spPr>
          <a:xfrm>
            <a:off x="4723545" y="4119194"/>
            <a:ext cx="590747" cy="590857"/>
          </a:xfrm>
          <a:custGeom>
            <a:avLst/>
            <a:gdLst/>
            <a:ahLst/>
            <a:cxnLst/>
            <a:rect l="l" t="t" r="r" b="b"/>
            <a:pathLst>
              <a:path w="10741" h="10743" extrusionOk="0">
                <a:moveTo>
                  <a:pt x="10098" y="5266"/>
                </a:moveTo>
                <a:lnTo>
                  <a:pt x="10098" y="10100"/>
                </a:lnTo>
                <a:lnTo>
                  <a:pt x="7574" y="10100"/>
                </a:lnTo>
                <a:lnTo>
                  <a:pt x="7574" y="9457"/>
                </a:lnTo>
                <a:lnTo>
                  <a:pt x="9145" y="9457"/>
                </a:lnTo>
                <a:cubicBezTo>
                  <a:pt x="9336" y="9457"/>
                  <a:pt x="9479" y="9314"/>
                  <a:pt x="9479" y="9147"/>
                </a:cubicBezTo>
                <a:lnTo>
                  <a:pt x="9479" y="5266"/>
                </a:lnTo>
                <a:close/>
                <a:moveTo>
                  <a:pt x="5957" y="0"/>
                </a:moveTo>
                <a:cubicBezTo>
                  <a:pt x="5540" y="0"/>
                  <a:pt x="5540" y="624"/>
                  <a:pt x="5957" y="624"/>
                </a:cubicBezTo>
                <a:cubicBezTo>
                  <a:pt x="5972" y="624"/>
                  <a:pt x="5986" y="623"/>
                  <a:pt x="6002" y="622"/>
                </a:cubicBezTo>
                <a:lnTo>
                  <a:pt x="10098" y="622"/>
                </a:lnTo>
                <a:lnTo>
                  <a:pt x="10098" y="4623"/>
                </a:lnTo>
                <a:lnTo>
                  <a:pt x="9455" y="4623"/>
                </a:lnTo>
                <a:lnTo>
                  <a:pt x="9455" y="4099"/>
                </a:lnTo>
                <a:cubicBezTo>
                  <a:pt x="9443" y="3908"/>
                  <a:pt x="9300" y="3813"/>
                  <a:pt x="9154" y="3813"/>
                </a:cubicBezTo>
                <a:cubicBezTo>
                  <a:pt x="9008" y="3813"/>
                  <a:pt x="8860" y="3908"/>
                  <a:pt x="8836" y="4099"/>
                </a:cubicBezTo>
                <a:lnTo>
                  <a:pt x="8836" y="6504"/>
                </a:lnTo>
                <a:lnTo>
                  <a:pt x="8217" y="6504"/>
                </a:lnTo>
                <a:lnTo>
                  <a:pt x="8217" y="5980"/>
                </a:lnTo>
                <a:cubicBezTo>
                  <a:pt x="8240" y="5754"/>
                  <a:pt x="8068" y="5641"/>
                  <a:pt x="7895" y="5641"/>
                </a:cubicBezTo>
                <a:cubicBezTo>
                  <a:pt x="7722" y="5641"/>
                  <a:pt x="7550" y="5754"/>
                  <a:pt x="7574" y="5980"/>
                </a:cubicBezTo>
                <a:lnTo>
                  <a:pt x="7574" y="7576"/>
                </a:lnTo>
                <a:lnTo>
                  <a:pt x="7359" y="7576"/>
                </a:lnTo>
                <a:cubicBezTo>
                  <a:pt x="7312" y="6980"/>
                  <a:pt x="7002" y="6409"/>
                  <a:pt x="6526" y="6075"/>
                </a:cubicBezTo>
                <a:cubicBezTo>
                  <a:pt x="6204" y="6385"/>
                  <a:pt x="5788" y="6540"/>
                  <a:pt x="5371" y="6540"/>
                </a:cubicBezTo>
                <a:cubicBezTo>
                  <a:pt x="4954" y="6540"/>
                  <a:pt x="4537" y="6385"/>
                  <a:pt x="4216" y="6075"/>
                </a:cubicBezTo>
                <a:cubicBezTo>
                  <a:pt x="3716" y="6409"/>
                  <a:pt x="3406" y="6980"/>
                  <a:pt x="3382" y="7576"/>
                </a:cubicBezTo>
                <a:lnTo>
                  <a:pt x="3144" y="7576"/>
                </a:lnTo>
                <a:lnTo>
                  <a:pt x="3144" y="4932"/>
                </a:lnTo>
                <a:cubicBezTo>
                  <a:pt x="3144" y="4730"/>
                  <a:pt x="2989" y="4629"/>
                  <a:pt x="2835" y="4629"/>
                </a:cubicBezTo>
                <a:cubicBezTo>
                  <a:pt x="2680" y="4629"/>
                  <a:pt x="2525" y="4730"/>
                  <a:pt x="2525" y="4932"/>
                </a:cubicBezTo>
                <a:lnTo>
                  <a:pt x="2525" y="7885"/>
                </a:lnTo>
                <a:cubicBezTo>
                  <a:pt x="2501" y="8076"/>
                  <a:pt x="2644" y="8219"/>
                  <a:pt x="2835" y="8219"/>
                </a:cubicBezTo>
                <a:lnTo>
                  <a:pt x="7883" y="8219"/>
                </a:lnTo>
                <a:cubicBezTo>
                  <a:pt x="8074" y="8219"/>
                  <a:pt x="8217" y="8076"/>
                  <a:pt x="8193" y="7885"/>
                </a:cubicBezTo>
                <a:lnTo>
                  <a:pt x="8193" y="7147"/>
                </a:lnTo>
                <a:lnTo>
                  <a:pt x="8836" y="7147"/>
                </a:lnTo>
                <a:lnTo>
                  <a:pt x="8836" y="8838"/>
                </a:lnTo>
                <a:lnTo>
                  <a:pt x="4121" y="8838"/>
                </a:lnTo>
                <a:cubicBezTo>
                  <a:pt x="4105" y="8836"/>
                  <a:pt x="4090" y="8835"/>
                  <a:pt x="4076" y="8835"/>
                </a:cubicBezTo>
                <a:cubicBezTo>
                  <a:pt x="3652" y="8835"/>
                  <a:pt x="3659" y="9481"/>
                  <a:pt x="4097" y="9481"/>
                </a:cubicBezTo>
                <a:cubicBezTo>
                  <a:pt x="4105" y="9481"/>
                  <a:pt x="4113" y="9481"/>
                  <a:pt x="4121" y="9481"/>
                </a:cubicBezTo>
                <a:lnTo>
                  <a:pt x="6931" y="9481"/>
                </a:lnTo>
                <a:lnTo>
                  <a:pt x="6931" y="10100"/>
                </a:lnTo>
                <a:lnTo>
                  <a:pt x="644" y="10100"/>
                </a:lnTo>
                <a:lnTo>
                  <a:pt x="644" y="3170"/>
                </a:lnTo>
                <a:lnTo>
                  <a:pt x="1263" y="3170"/>
                </a:lnTo>
                <a:lnTo>
                  <a:pt x="1263" y="9147"/>
                </a:lnTo>
                <a:cubicBezTo>
                  <a:pt x="1263" y="9324"/>
                  <a:pt x="1385" y="9460"/>
                  <a:pt x="1536" y="9460"/>
                </a:cubicBezTo>
                <a:cubicBezTo>
                  <a:pt x="1548" y="9460"/>
                  <a:pt x="1560" y="9459"/>
                  <a:pt x="1572" y="9457"/>
                </a:cubicBezTo>
                <a:lnTo>
                  <a:pt x="2858" y="9457"/>
                </a:lnTo>
                <a:cubicBezTo>
                  <a:pt x="3239" y="9433"/>
                  <a:pt x="3239" y="8862"/>
                  <a:pt x="2858" y="8838"/>
                </a:cubicBezTo>
                <a:lnTo>
                  <a:pt x="1882" y="8838"/>
                </a:lnTo>
                <a:lnTo>
                  <a:pt x="1882" y="1884"/>
                </a:lnTo>
                <a:lnTo>
                  <a:pt x="5049" y="1884"/>
                </a:lnTo>
                <a:lnTo>
                  <a:pt x="5049" y="2527"/>
                </a:lnTo>
                <a:lnTo>
                  <a:pt x="2835" y="2527"/>
                </a:lnTo>
                <a:cubicBezTo>
                  <a:pt x="2821" y="2525"/>
                  <a:pt x="2807" y="2524"/>
                  <a:pt x="2793" y="2524"/>
                </a:cubicBezTo>
                <a:cubicBezTo>
                  <a:pt x="2624" y="2524"/>
                  <a:pt x="2503" y="2660"/>
                  <a:pt x="2525" y="2837"/>
                </a:cubicBezTo>
                <a:lnTo>
                  <a:pt x="2525" y="3694"/>
                </a:lnTo>
                <a:cubicBezTo>
                  <a:pt x="2525" y="3896"/>
                  <a:pt x="2680" y="3997"/>
                  <a:pt x="2835" y="3997"/>
                </a:cubicBezTo>
                <a:cubicBezTo>
                  <a:pt x="2989" y="3997"/>
                  <a:pt x="3144" y="3896"/>
                  <a:pt x="3144" y="3694"/>
                </a:cubicBezTo>
                <a:lnTo>
                  <a:pt x="3144" y="3146"/>
                </a:lnTo>
                <a:lnTo>
                  <a:pt x="7574" y="3146"/>
                </a:lnTo>
                <a:lnTo>
                  <a:pt x="7574" y="4742"/>
                </a:lnTo>
                <a:cubicBezTo>
                  <a:pt x="7550" y="4968"/>
                  <a:pt x="7722" y="5081"/>
                  <a:pt x="7895" y="5081"/>
                </a:cubicBezTo>
                <a:cubicBezTo>
                  <a:pt x="8068" y="5081"/>
                  <a:pt x="8240" y="4968"/>
                  <a:pt x="8217" y="4742"/>
                </a:cubicBezTo>
                <a:lnTo>
                  <a:pt x="8217" y="2837"/>
                </a:lnTo>
                <a:cubicBezTo>
                  <a:pt x="8217" y="2660"/>
                  <a:pt x="8094" y="2524"/>
                  <a:pt x="7943" y="2524"/>
                </a:cubicBezTo>
                <a:cubicBezTo>
                  <a:pt x="7931" y="2524"/>
                  <a:pt x="7919" y="2525"/>
                  <a:pt x="7907" y="2527"/>
                </a:cubicBezTo>
                <a:lnTo>
                  <a:pt x="5668" y="2527"/>
                </a:lnTo>
                <a:lnTo>
                  <a:pt x="5668" y="1884"/>
                </a:lnTo>
                <a:lnTo>
                  <a:pt x="8836" y="1884"/>
                </a:lnTo>
                <a:lnTo>
                  <a:pt x="8836" y="2860"/>
                </a:lnTo>
                <a:cubicBezTo>
                  <a:pt x="8812" y="3087"/>
                  <a:pt x="8979" y="3200"/>
                  <a:pt x="9148" y="3200"/>
                </a:cubicBezTo>
                <a:cubicBezTo>
                  <a:pt x="9318" y="3200"/>
                  <a:pt x="9491" y="3087"/>
                  <a:pt x="9479" y="2860"/>
                </a:cubicBezTo>
                <a:lnTo>
                  <a:pt x="9479" y="1574"/>
                </a:lnTo>
                <a:cubicBezTo>
                  <a:pt x="9479" y="1408"/>
                  <a:pt x="9336" y="1265"/>
                  <a:pt x="9145" y="1265"/>
                </a:cubicBezTo>
                <a:lnTo>
                  <a:pt x="1572" y="1265"/>
                </a:lnTo>
                <a:cubicBezTo>
                  <a:pt x="1560" y="1263"/>
                  <a:pt x="1548" y="1262"/>
                  <a:pt x="1536" y="1262"/>
                </a:cubicBezTo>
                <a:cubicBezTo>
                  <a:pt x="1385" y="1262"/>
                  <a:pt x="1263" y="1398"/>
                  <a:pt x="1263" y="1574"/>
                </a:cubicBezTo>
                <a:lnTo>
                  <a:pt x="1263" y="2527"/>
                </a:lnTo>
                <a:lnTo>
                  <a:pt x="644" y="2527"/>
                </a:lnTo>
                <a:lnTo>
                  <a:pt x="644" y="622"/>
                </a:lnTo>
                <a:lnTo>
                  <a:pt x="4740" y="622"/>
                </a:lnTo>
                <a:cubicBezTo>
                  <a:pt x="5121" y="598"/>
                  <a:pt x="5121" y="50"/>
                  <a:pt x="4740" y="3"/>
                </a:cubicBezTo>
                <a:lnTo>
                  <a:pt x="310" y="3"/>
                </a:lnTo>
                <a:cubicBezTo>
                  <a:pt x="143" y="3"/>
                  <a:pt x="1" y="146"/>
                  <a:pt x="1" y="312"/>
                </a:cubicBezTo>
                <a:lnTo>
                  <a:pt x="1" y="10433"/>
                </a:lnTo>
                <a:cubicBezTo>
                  <a:pt x="1" y="10600"/>
                  <a:pt x="143" y="10743"/>
                  <a:pt x="310" y="10743"/>
                </a:cubicBezTo>
                <a:lnTo>
                  <a:pt x="10408" y="10743"/>
                </a:lnTo>
                <a:cubicBezTo>
                  <a:pt x="10574" y="10743"/>
                  <a:pt x="10717" y="10600"/>
                  <a:pt x="10717" y="10433"/>
                </a:cubicBezTo>
                <a:lnTo>
                  <a:pt x="10717" y="336"/>
                </a:lnTo>
                <a:cubicBezTo>
                  <a:pt x="10741" y="146"/>
                  <a:pt x="10598" y="3"/>
                  <a:pt x="10408" y="3"/>
                </a:cubicBezTo>
                <a:lnTo>
                  <a:pt x="6002" y="3"/>
                </a:lnTo>
                <a:cubicBezTo>
                  <a:pt x="5986" y="1"/>
                  <a:pt x="5972" y="0"/>
                  <a:pt x="5957" y="0"/>
                </a:cubicBezTo>
                <a:close/>
              </a:path>
            </a:pathLst>
          </a:custGeom>
          <a:solidFill>
            <a:srgbClr val="BB302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nvGrpSpPr>
          <p:cNvPr id="39" name="Google Shape;9425;p88">
            <a:extLst>
              <a:ext uri="{FF2B5EF4-FFF2-40B4-BE49-F238E27FC236}">
                <a16:creationId xmlns:a16="http://schemas.microsoft.com/office/drawing/2014/main" id="{9055172A-AE87-BFBC-CC6E-7403958E7FB4}"/>
              </a:ext>
            </a:extLst>
          </p:cNvPr>
          <p:cNvGrpSpPr/>
          <p:nvPr/>
        </p:nvGrpSpPr>
        <p:grpSpPr>
          <a:xfrm>
            <a:off x="1460295" y="4102807"/>
            <a:ext cx="589505" cy="590769"/>
            <a:chOff x="5687450" y="2364825"/>
            <a:chExt cx="267950" cy="268525"/>
          </a:xfrm>
          <a:solidFill>
            <a:srgbClr val="BB3023"/>
          </a:solidFill>
        </p:grpSpPr>
        <p:sp>
          <p:nvSpPr>
            <p:cNvPr id="40" name="Google Shape;9426;p88">
              <a:extLst>
                <a:ext uri="{FF2B5EF4-FFF2-40B4-BE49-F238E27FC236}">
                  <a16:creationId xmlns:a16="http://schemas.microsoft.com/office/drawing/2014/main" id="{422EE74F-8E8E-FA3F-BEDC-5B625F35D750}"/>
                </a:ext>
              </a:extLst>
            </p:cNvPr>
            <p:cNvSpPr/>
            <p:nvPr/>
          </p:nvSpPr>
          <p:spPr>
            <a:xfrm>
              <a:off x="5905375" y="2444600"/>
              <a:ext cx="50025" cy="130425"/>
            </a:xfrm>
            <a:custGeom>
              <a:avLst/>
              <a:gdLst/>
              <a:ahLst/>
              <a:cxnLst/>
              <a:rect l="l" t="t" r="r" b="b"/>
              <a:pathLst>
                <a:path w="2001" h="5217" extrusionOk="0">
                  <a:moveTo>
                    <a:pt x="0" y="1"/>
                  </a:moveTo>
                  <a:lnTo>
                    <a:pt x="0" y="5216"/>
                  </a:lnTo>
                  <a:lnTo>
                    <a:pt x="2001" y="5216"/>
                  </a:lnTo>
                  <a:lnTo>
                    <a:pt x="20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1" name="Google Shape;9427;p88">
              <a:extLst>
                <a:ext uri="{FF2B5EF4-FFF2-40B4-BE49-F238E27FC236}">
                  <a16:creationId xmlns:a16="http://schemas.microsoft.com/office/drawing/2014/main" id="{01BBAB2C-1633-68AE-2306-68A0B4635234}"/>
                </a:ext>
              </a:extLst>
            </p:cNvPr>
            <p:cNvSpPr/>
            <p:nvPr/>
          </p:nvSpPr>
          <p:spPr>
            <a:xfrm>
              <a:off x="5907750" y="2365425"/>
              <a:ext cx="45875" cy="63125"/>
            </a:xfrm>
            <a:custGeom>
              <a:avLst/>
              <a:gdLst/>
              <a:ahLst/>
              <a:cxnLst/>
              <a:rect l="l" t="t" r="r" b="b"/>
              <a:pathLst>
                <a:path w="1835" h="2525" extrusionOk="0">
                  <a:moveTo>
                    <a:pt x="917" y="0"/>
                  </a:moveTo>
                  <a:cubicBezTo>
                    <a:pt x="792" y="0"/>
                    <a:pt x="667" y="72"/>
                    <a:pt x="620" y="215"/>
                  </a:cubicBezTo>
                  <a:lnTo>
                    <a:pt x="0" y="2525"/>
                  </a:lnTo>
                  <a:lnTo>
                    <a:pt x="1834" y="2525"/>
                  </a:lnTo>
                  <a:lnTo>
                    <a:pt x="1215" y="215"/>
                  </a:lnTo>
                  <a:cubicBezTo>
                    <a:pt x="1167" y="72"/>
                    <a:pt x="1042" y="0"/>
                    <a:pt x="9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2" name="Google Shape;9428;p88">
              <a:extLst>
                <a:ext uri="{FF2B5EF4-FFF2-40B4-BE49-F238E27FC236}">
                  <a16:creationId xmlns:a16="http://schemas.microsoft.com/office/drawing/2014/main" id="{9D8A9ADD-3951-2B7C-94D9-7820CFFD80BF}"/>
                </a:ext>
              </a:extLst>
            </p:cNvPr>
            <p:cNvSpPr/>
            <p:nvPr/>
          </p:nvSpPr>
          <p:spPr>
            <a:xfrm>
              <a:off x="5905375" y="2591075"/>
              <a:ext cx="50025" cy="41700"/>
            </a:xfrm>
            <a:custGeom>
              <a:avLst/>
              <a:gdLst/>
              <a:ahLst/>
              <a:cxnLst/>
              <a:rect l="l" t="t" r="r" b="b"/>
              <a:pathLst>
                <a:path w="2001" h="1668" extrusionOk="0">
                  <a:moveTo>
                    <a:pt x="0" y="0"/>
                  </a:moveTo>
                  <a:lnTo>
                    <a:pt x="0" y="1143"/>
                  </a:lnTo>
                  <a:cubicBezTo>
                    <a:pt x="0" y="1429"/>
                    <a:pt x="238" y="1667"/>
                    <a:pt x="524" y="1667"/>
                  </a:cubicBezTo>
                  <a:lnTo>
                    <a:pt x="1477" y="1667"/>
                  </a:lnTo>
                  <a:cubicBezTo>
                    <a:pt x="1762" y="1667"/>
                    <a:pt x="2001" y="1429"/>
                    <a:pt x="2001" y="1143"/>
                  </a:cubicBezTo>
                  <a:lnTo>
                    <a:pt x="2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3" name="Google Shape;9429;p88">
              <a:extLst>
                <a:ext uri="{FF2B5EF4-FFF2-40B4-BE49-F238E27FC236}">
                  <a16:creationId xmlns:a16="http://schemas.microsoft.com/office/drawing/2014/main" id="{5E292BC3-14B9-716F-C5FD-097E0F8D07CA}"/>
                </a:ext>
              </a:extLst>
            </p:cNvPr>
            <p:cNvSpPr/>
            <p:nvPr/>
          </p:nvSpPr>
          <p:spPr>
            <a:xfrm>
              <a:off x="5687450" y="2387450"/>
              <a:ext cx="193525" cy="245900"/>
            </a:xfrm>
            <a:custGeom>
              <a:avLst/>
              <a:gdLst/>
              <a:ahLst/>
              <a:cxnLst/>
              <a:rect l="l" t="t" r="r" b="b"/>
              <a:pathLst>
                <a:path w="7741" h="9836" extrusionOk="0">
                  <a:moveTo>
                    <a:pt x="1144" y="1"/>
                  </a:moveTo>
                  <a:cubicBezTo>
                    <a:pt x="501" y="1"/>
                    <a:pt x="1" y="501"/>
                    <a:pt x="1" y="1144"/>
                  </a:cubicBezTo>
                  <a:lnTo>
                    <a:pt x="1" y="8669"/>
                  </a:lnTo>
                  <a:cubicBezTo>
                    <a:pt x="1" y="9312"/>
                    <a:pt x="501" y="9836"/>
                    <a:pt x="1144" y="9836"/>
                  </a:cubicBezTo>
                  <a:lnTo>
                    <a:pt x="6598" y="9836"/>
                  </a:lnTo>
                  <a:cubicBezTo>
                    <a:pt x="7217" y="9836"/>
                    <a:pt x="7741" y="9312"/>
                    <a:pt x="7741" y="8669"/>
                  </a:cubicBezTo>
                  <a:lnTo>
                    <a:pt x="7741" y="1120"/>
                  </a:lnTo>
                  <a:cubicBezTo>
                    <a:pt x="7741" y="501"/>
                    <a:pt x="7217" y="1"/>
                    <a:pt x="6598" y="1"/>
                  </a:cubicBezTo>
                  <a:lnTo>
                    <a:pt x="6121" y="1"/>
                  </a:lnTo>
                  <a:cubicBezTo>
                    <a:pt x="6217" y="143"/>
                    <a:pt x="6264" y="334"/>
                    <a:pt x="6288" y="524"/>
                  </a:cubicBezTo>
                  <a:lnTo>
                    <a:pt x="6288" y="786"/>
                  </a:lnTo>
                  <a:cubicBezTo>
                    <a:pt x="6669" y="834"/>
                    <a:pt x="6955" y="1167"/>
                    <a:pt x="6955" y="1572"/>
                  </a:cubicBezTo>
                  <a:lnTo>
                    <a:pt x="6955" y="8264"/>
                  </a:lnTo>
                  <a:cubicBezTo>
                    <a:pt x="6955" y="8693"/>
                    <a:pt x="6598" y="9050"/>
                    <a:pt x="6169" y="9050"/>
                  </a:cubicBezTo>
                  <a:lnTo>
                    <a:pt x="1573" y="9050"/>
                  </a:lnTo>
                  <a:cubicBezTo>
                    <a:pt x="1144" y="9050"/>
                    <a:pt x="787" y="8693"/>
                    <a:pt x="787" y="8264"/>
                  </a:cubicBezTo>
                  <a:lnTo>
                    <a:pt x="787" y="1572"/>
                  </a:lnTo>
                  <a:cubicBezTo>
                    <a:pt x="787" y="1167"/>
                    <a:pt x="1073" y="834"/>
                    <a:pt x="1454" y="786"/>
                  </a:cubicBezTo>
                  <a:lnTo>
                    <a:pt x="1454" y="524"/>
                  </a:lnTo>
                  <a:cubicBezTo>
                    <a:pt x="1454" y="334"/>
                    <a:pt x="1525" y="143"/>
                    <a:pt x="1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4" name="Google Shape;9430;p88">
              <a:extLst>
                <a:ext uri="{FF2B5EF4-FFF2-40B4-BE49-F238E27FC236}">
                  <a16:creationId xmlns:a16="http://schemas.microsoft.com/office/drawing/2014/main" id="{917F4E42-FB31-6D15-1FC5-CB7A4D9F96DD}"/>
                </a:ext>
              </a:extLst>
            </p:cNvPr>
            <p:cNvSpPr/>
            <p:nvPr/>
          </p:nvSpPr>
          <p:spPr>
            <a:xfrm>
              <a:off x="5739850" y="2364825"/>
              <a:ext cx="88750" cy="57175"/>
            </a:xfrm>
            <a:custGeom>
              <a:avLst/>
              <a:gdLst/>
              <a:ahLst/>
              <a:cxnLst/>
              <a:rect l="l" t="t" r="r" b="b"/>
              <a:pathLst>
                <a:path w="3550" h="2287" extrusionOk="0">
                  <a:moveTo>
                    <a:pt x="1144" y="1"/>
                  </a:moveTo>
                  <a:cubicBezTo>
                    <a:pt x="1001" y="1"/>
                    <a:pt x="882" y="72"/>
                    <a:pt x="858" y="215"/>
                  </a:cubicBezTo>
                  <a:lnTo>
                    <a:pt x="667" y="691"/>
                  </a:lnTo>
                  <a:lnTo>
                    <a:pt x="96" y="1168"/>
                  </a:lnTo>
                  <a:cubicBezTo>
                    <a:pt x="24" y="1215"/>
                    <a:pt x="1" y="1310"/>
                    <a:pt x="1" y="1406"/>
                  </a:cubicBezTo>
                  <a:lnTo>
                    <a:pt x="1" y="1977"/>
                  </a:lnTo>
                  <a:cubicBezTo>
                    <a:pt x="1" y="2144"/>
                    <a:pt x="144" y="2287"/>
                    <a:pt x="310" y="2287"/>
                  </a:cubicBezTo>
                  <a:lnTo>
                    <a:pt x="3239" y="2287"/>
                  </a:lnTo>
                  <a:cubicBezTo>
                    <a:pt x="3406" y="2287"/>
                    <a:pt x="3549" y="2144"/>
                    <a:pt x="3549" y="1977"/>
                  </a:cubicBezTo>
                  <a:lnTo>
                    <a:pt x="3549" y="1406"/>
                  </a:lnTo>
                  <a:cubicBezTo>
                    <a:pt x="3549" y="1310"/>
                    <a:pt x="3525" y="1215"/>
                    <a:pt x="3454" y="1168"/>
                  </a:cubicBezTo>
                  <a:lnTo>
                    <a:pt x="2882" y="691"/>
                  </a:lnTo>
                  <a:lnTo>
                    <a:pt x="2692" y="215"/>
                  </a:lnTo>
                  <a:cubicBezTo>
                    <a:pt x="2668" y="72"/>
                    <a:pt x="2549"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5" name="Google Shape;9431;p88">
              <a:extLst>
                <a:ext uri="{FF2B5EF4-FFF2-40B4-BE49-F238E27FC236}">
                  <a16:creationId xmlns:a16="http://schemas.microsoft.com/office/drawing/2014/main" id="{20BEEEBB-72D5-D9C4-B2D6-3C259EBB3B55}"/>
                </a:ext>
              </a:extLst>
            </p:cNvPr>
            <p:cNvSpPr/>
            <p:nvPr/>
          </p:nvSpPr>
          <p:spPr>
            <a:xfrm>
              <a:off x="5722600" y="2422575"/>
              <a:ext cx="123250" cy="175075"/>
            </a:xfrm>
            <a:custGeom>
              <a:avLst/>
              <a:gdLst/>
              <a:ahLst/>
              <a:cxnLst/>
              <a:rect l="l" t="t" r="r" b="b"/>
              <a:pathLst>
                <a:path w="4930" h="7003" extrusionOk="0">
                  <a:moveTo>
                    <a:pt x="1256" y="1070"/>
                  </a:moveTo>
                  <a:cubicBezTo>
                    <a:pt x="1653" y="1070"/>
                    <a:pt x="1653" y="1717"/>
                    <a:pt x="1256" y="1717"/>
                  </a:cubicBezTo>
                  <a:cubicBezTo>
                    <a:pt x="1242" y="1717"/>
                    <a:pt x="1229" y="1717"/>
                    <a:pt x="1215" y="1715"/>
                  </a:cubicBezTo>
                  <a:cubicBezTo>
                    <a:pt x="834" y="1668"/>
                    <a:pt x="834" y="1120"/>
                    <a:pt x="1215" y="1072"/>
                  </a:cubicBezTo>
                  <a:cubicBezTo>
                    <a:pt x="1229" y="1071"/>
                    <a:pt x="1242" y="1070"/>
                    <a:pt x="1256" y="1070"/>
                  </a:cubicBezTo>
                  <a:close/>
                  <a:moveTo>
                    <a:pt x="2219" y="1070"/>
                  </a:moveTo>
                  <a:cubicBezTo>
                    <a:pt x="2233" y="1070"/>
                    <a:pt x="2248" y="1071"/>
                    <a:pt x="2262" y="1072"/>
                  </a:cubicBezTo>
                  <a:lnTo>
                    <a:pt x="3715" y="1072"/>
                  </a:lnTo>
                  <a:cubicBezTo>
                    <a:pt x="4096" y="1120"/>
                    <a:pt x="4096" y="1668"/>
                    <a:pt x="3715" y="1715"/>
                  </a:cubicBezTo>
                  <a:lnTo>
                    <a:pt x="2262" y="1715"/>
                  </a:lnTo>
                  <a:cubicBezTo>
                    <a:pt x="2248" y="1717"/>
                    <a:pt x="2233" y="1717"/>
                    <a:pt x="2219" y="1717"/>
                  </a:cubicBezTo>
                  <a:cubicBezTo>
                    <a:pt x="1801" y="1717"/>
                    <a:pt x="1801" y="1070"/>
                    <a:pt x="2219" y="1070"/>
                  </a:cubicBezTo>
                  <a:close/>
                  <a:moveTo>
                    <a:pt x="1203" y="2337"/>
                  </a:moveTo>
                  <a:cubicBezTo>
                    <a:pt x="1365" y="2337"/>
                    <a:pt x="1524" y="2453"/>
                    <a:pt x="1524" y="2644"/>
                  </a:cubicBezTo>
                  <a:cubicBezTo>
                    <a:pt x="1524" y="2835"/>
                    <a:pt x="1381" y="2977"/>
                    <a:pt x="1215" y="2977"/>
                  </a:cubicBezTo>
                  <a:cubicBezTo>
                    <a:pt x="929" y="2977"/>
                    <a:pt x="786" y="2620"/>
                    <a:pt x="976" y="2430"/>
                  </a:cubicBezTo>
                  <a:cubicBezTo>
                    <a:pt x="1040" y="2366"/>
                    <a:pt x="1122" y="2337"/>
                    <a:pt x="1203" y="2337"/>
                  </a:cubicBezTo>
                  <a:close/>
                  <a:moveTo>
                    <a:pt x="2218" y="2332"/>
                  </a:moveTo>
                  <a:cubicBezTo>
                    <a:pt x="2232" y="2332"/>
                    <a:pt x="2247" y="2333"/>
                    <a:pt x="2262" y="2334"/>
                  </a:cubicBezTo>
                  <a:lnTo>
                    <a:pt x="3715" y="2334"/>
                  </a:lnTo>
                  <a:cubicBezTo>
                    <a:pt x="4096" y="2382"/>
                    <a:pt x="4096" y="2930"/>
                    <a:pt x="3715" y="2977"/>
                  </a:cubicBezTo>
                  <a:lnTo>
                    <a:pt x="2262" y="2977"/>
                  </a:lnTo>
                  <a:cubicBezTo>
                    <a:pt x="2255" y="2978"/>
                    <a:pt x="2247" y="2978"/>
                    <a:pt x="2239" y="2978"/>
                  </a:cubicBezTo>
                  <a:cubicBezTo>
                    <a:pt x="1801" y="2978"/>
                    <a:pt x="1794" y="2332"/>
                    <a:pt x="2218" y="2332"/>
                  </a:cubicBezTo>
                  <a:close/>
                  <a:moveTo>
                    <a:pt x="1203" y="3589"/>
                  </a:moveTo>
                  <a:cubicBezTo>
                    <a:pt x="1365" y="3589"/>
                    <a:pt x="1524" y="3716"/>
                    <a:pt x="1524" y="3906"/>
                  </a:cubicBezTo>
                  <a:cubicBezTo>
                    <a:pt x="1524" y="4073"/>
                    <a:pt x="1381" y="4216"/>
                    <a:pt x="1215" y="4216"/>
                  </a:cubicBezTo>
                  <a:cubicBezTo>
                    <a:pt x="929" y="4216"/>
                    <a:pt x="786" y="3882"/>
                    <a:pt x="976" y="3692"/>
                  </a:cubicBezTo>
                  <a:cubicBezTo>
                    <a:pt x="1040" y="3620"/>
                    <a:pt x="1122" y="3589"/>
                    <a:pt x="1203" y="3589"/>
                  </a:cubicBezTo>
                  <a:close/>
                  <a:moveTo>
                    <a:pt x="2218" y="3594"/>
                  </a:moveTo>
                  <a:cubicBezTo>
                    <a:pt x="2232" y="3594"/>
                    <a:pt x="2247" y="3595"/>
                    <a:pt x="2262" y="3597"/>
                  </a:cubicBezTo>
                  <a:lnTo>
                    <a:pt x="3715" y="3597"/>
                  </a:lnTo>
                  <a:cubicBezTo>
                    <a:pt x="4096" y="3620"/>
                    <a:pt x="4096" y="4192"/>
                    <a:pt x="3715" y="4216"/>
                  </a:cubicBezTo>
                  <a:lnTo>
                    <a:pt x="2262" y="4216"/>
                  </a:lnTo>
                  <a:cubicBezTo>
                    <a:pt x="2247" y="4217"/>
                    <a:pt x="2232" y="4218"/>
                    <a:pt x="2218" y="4218"/>
                  </a:cubicBezTo>
                  <a:cubicBezTo>
                    <a:pt x="1801" y="4218"/>
                    <a:pt x="1801" y="3594"/>
                    <a:pt x="2218" y="3594"/>
                  </a:cubicBezTo>
                  <a:close/>
                  <a:moveTo>
                    <a:pt x="1189" y="4843"/>
                  </a:moveTo>
                  <a:cubicBezTo>
                    <a:pt x="1356" y="4843"/>
                    <a:pt x="1524" y="4972"/>
                    <a:pt x="1524" y="5168"/>
                  </a:cubicBezTo>
                  <a:cubicBezTo>
                    <a:pt x="1524" y="5335"/>
                    <a:pt x="1381" y="5478"/>
                    <a:pt x="1215" y="5478"/>
                  </a:cubicBezTo>
                  <a:cubicBezTo>
                    <a:pt x="929" y="5478"/>
                    <a:pt x="786" y="5145"/>
                    <a:pt x="976" y="4930"/>
                  </a:cubicBezTo>
                  <a:cubicBezTo>
                    <a:pt x="1036" y="4870"/>
                    <a:pt x="1112" y="4843"/>
                    <a:pt x="1189" y="4843"/>
                  </a:cubicBezTo>
                  <a:close/>
                  <a:moveTo>
                    <a:pt x="2218" y="4856"/>
                  </a:moveTo>
                  <a:cubicBezTo>
                    <a:pt x="2232" y="4856"/>
                    <a:pt x="2247" y="4857"/>
                    <a:pt x="2262" y="4859"/>
                  </a:cubicBezTo>
                  <a:lnTo>
                    <a:pt x="3715" y="4859"/>
                  </a:lnTo>
                  <a:cubicBezTo>
                    <a:pt x="4096" y="4883"/>
                    <a:pt x="4096" y="5430"/>
                    <a:pt x="3715" y="5478"/>
                  </a:cubicBezTo>
                  <a:lnTo>
                    <a:pt x="2262" y="5478"/>
                  </a:lnTo>
                  <a:cubicBezTo>
                    <a:pt x="2247" y="5479"/>
                    <a:pt x="2232" y="5480"/>
                    <a:pt x="2218" y="5480"/>
                  </a:cubicBezTo>
                  <a:cubicBezTo>
                    <a:pt x="1801" y="5480"/>
                    <a:pt x="1801" y="4856"/>
                    <a:pt x="2218" y="4856"/>
                  </a:cubicBezTo>
                  <a:close/>
                  <a:moveTo>
                    <a:pt x="95" y="1"/>
                  </a:moveTo>
                  <a:cubicBezTo>
                    <a:pt x="24" y="1"/>
                    <a:pt x="0" y="72"/>
                    <a:pt x="0" y="144"/>
                  </a:cubicBezTo>
                  <a:lnTo>
                    <a:pt x="0" y="6835"/>
                  </a:lnTo>
                  <a:cubicBezTo>
                    <a:pt x="0" y="6931"/>
                    <a:pt x="71" y="7002"/>
                    <a:pt x="143" y="7002"/>
                  </a:cubicBezTo>
                  <a:lnTo>
                    <a:pt x="4787" y="7002"/>
                  </a:lnTo>
                  <a:cubicBezTo>
                    <a:pt x="4858" y="7002"/>
                    <a:pt x="4930" y="6931"/>
                    <a:pt x="4930" y="6835"/>
                  </a:cubicBezTo>
                  <a:lnTo>
                    <a:pt x="4930" y="144"/>
                  </a:lnTo>
                  <a:cubicBezTo>
                    <a:pt x="4930" y="72"/>
                    <a:pt x="4882" y="1"/>
                    <a:pt x="4811" y="1"/>
                  </a:cubicBezTo>
                  <a:cubicBezTo>
                    <a:pt x="4668" y="358"/>
                    <a:pt x="4310" y="620"/>
                    <a:pt x="3929" y="620"/>
                  </a:cubicBezTo>
                  <a:lnTo>
                    <a:pt x="1000" y="620"/>
                  </a:lnTo>
                  <a:cubicBezTo>
                    <a:pt x="595" y="620"/>
                    <a:pt x="238" y="358"/>
                    <a:pt x="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grpSp>
        <p:nvGrpSpPr>
          <p:cNvPr id="46" name="Google Shape;9278;p87">
            <a:extLst>
              <a:ext uri="{FF2B5EF4-FFF2-40B4-BE49-F238E27FC236}">
                <a16:creationId xmlns:a16="http://schemas.microsoft.com/office/drawing/2014/main" id="{88CA091A-AEF3-9018-A5D7-86D5B2A89FE4}"/>
              </a:ext>
            </a:extLst>
          </p:cNvPr>
          <p:cNvGrpSpPr/>
          <p:nvPr/>
        </p:nvGrpSpPr>
        <p:grpSpPr>
          <a:xfrm>
            <a:off x="1478518" y="1934612"/>
            <a:ext cx="639992" cy="617126"/>
            <a:chOff x="2505202" y="3441890"/>
            <a:chExt cx="362360" cy="349414"/>
          </a:xfrm>
          <a:solidFill>
            <a:srgbClr val="BB3023"/>
          </a:solidFill>
        </p:grpSpPr>
        <p:sp>
          <p:nvSpPr>
            <p:cNvPr id="47" name="Google Shape;9279;p87">
              <a:extLst>
                <a:ext uri="{FF2B5EF4-FFF2-40B4-BE49-F238E27FC236}">
                  <a16:creationId xmlns:a16="http://schemas.microsoft.com/office/drawing/2014/main" id="{30B4A53C-3190-93C7-55B7-AD1E438959AA}"/>
                </a:ext>
              </a:extLst>
            </p:cNvPr>
            <p:cNvSpPr/>
            <p:nvPr/>
          </p:nvSpPr>
          <p:spPr>
            <a:xfrm>
              <a:off x="2505202" y="3441890"/>
              <a:ext cx="362360" cy="348663"/>
            </a:xfrm>
            <a:custGeom>
              <a:avLst/>
              <a:gdLst/>
              <a:ahLst/>
              <a:cxnLst/>
              <a:rect l="l" t="t" r="r" b="b"/>
              <a:pathLst>
                <a:path w="11123" h="10687" extrusionOk="0">
                  <a:moveTo>
                    <a:pt x="9877" y="0"/>
                  </a:moveTo>
                  <a:cubicBezTo>
                    <a:pt x="9494" y="0"/>
                    <a:pt x="9077" y="147"/>
                    <a:pt x="8717" y="285"/>
                  </a:cubicBezTo>
                  <a:cubicBezTo>
                    <a:pt x="8931" y="428"/>
                    <a:pt x="9146" y="571"/>
                    <a:pt x="9336" y="738"/>
                  </a:cubicBezTo>
                  <a:cubicBezTo>
                    <a:pt x="9552" y="669"/>
                    <a:pt x="9730" y="639"/>
                    <a:pt x="9870" y="639"/>
                  </a:cubicBezTo>
                  <a:cubicBezTo>
                    <a:pt x="10023" y="639"/>
                    <a:pt x="10131" y="675"/>
                    <a:pt x="10193" y="738"/>
                  </a:cubicBezTo>
                  <a:cubicBezTo>
                    <a:pt x="10598" y="1142"/>
                    <a:pt x="9646" y="3500"/>
                    <a:pt x="6669" y="6477"/>
                  </a:cubicBezTo>
                  <a:cubicBezTo>
                    <a:pt x="4138" y="9007"/>
                    <a:pt x="2055" y="10075"/>
                    <a:pt x="1239" y="10075"/>
                  </a:cubicBezTo>
                  <a:cubicBezTo>
                    <a:pt x="1095" y="10075"/>
                    <a:pt x="990" y="10042"/>
                    <a:pt x="930" y="9978"/>
                  </a:cubicBezTo>
                  <a:cubicBezTo>
                    <a:pt x="810" y="9859"/>
                    <a:pt x="810" y="9573"/>
                    <a:pt x="930" y="9144"/>
                  </a:cubicBezTo>
                  <a:cubicBezTo>
                    <a:pt x="763" y="8930"/>
                    <a:pt x="620" y="8739"/>
                    <a:pt x="477" y="8525"/>
                  </a:cubicBezTo>
                  <a:cubicBezTo>
                    <a:pt x="239" y="9120"/>
                    <a:pt x="1" y="9954"/>
                    <a:pt x="477" y="10430"/>
                  </a:cubicBezTo>
                  <a:cubicBezTo>
                    <a:pt x="661" y="10604"/>
                    <a:pt x="918" y="10687"/>
                    <a:pt x="1231" y="10687"/>
                  </a:cubicBezTo>
                  <a:cubicBezTo>
                    <a:pt x="1731" y="10687"/>
                    <a:pt x="2370" y="10477"/>
                    <a:pt x="3073" y="10097"/>
                  </a:cubicBezTo>
                  <a:cubicBezTo>
                    <a:pt x="3478" y="10287"/>
                    <a:pt x="3906" y="10454"/>
                    <a:pt x="4335" y="10549"/>
                  </a:cubicBezTo>
                  <a:lnTo>
                    <a:pt x="7097" y="7810"/>
                  </a:lnTo>
                  <a:cubicBezTo>
                    <a:pt x="7764" y="7144"/>
                    <a:pt x="8764" y="7025"/>
                    <a:pt x="9312" y="6477"/>
                  </a:cubicBezTo>
                  <a:lnTo>
                    <a:pt x="10884" y="4905"/>
                  </a:lnTo>
                  <a:cubicBezTo>
                    <a:pt x="10836" y="4191"/>
                    <a:pt x="10622" y="3500"/>
                    <a:pt x="10289" y="2881"/>
                  </a:cubicBezTo>
                  <a:cubicBezTo>
                    <a:pt x="10908" y="1738"/>
                    <a:pt x="11122" y="785"/>
                    <a:pt x="10622" y="285"/>
                  </a:cubicBezTo>
                  <a:cubicBezTo>
                    <a:pt x="10413" y="76"/>
                    <a:pt x="10154" y="0"/>
                    <a:pt x="98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8" name="Google Shape;9280;p87">
              <a:extLst>
                <a:ext uri="{FF2B5EF4-FFF2-40B4-BE49-F238E27FC236}">
                  <a16:creationId xmlns:a16="http://schemas.microsoft.com/office/drawing/2014/main" id="{811C3905-7A5F-0E36-A52B-98F996614FC4}"/>
                </a:ext>
              </a:extLst>
            </p:cNvPr>
            <p:cNvSpPr/>
            <p:nvPr/>
          </p:nvSpPr>
          <p:spPr>
            <a:xfrm>
              <a:off x="2671249" y="3630658"/>
              <a:ext cx="188526" cy="160646"/>
            </a:xfrm>
            <a:custGeom>
              <a:avLst/>
              <a:gdLst/>
              <a:ahLst/>
              <a:cxnLst/>
              <a:rect l="l" t="t" r="r" b="b"/>
              <a:pathLst>
                <a:path w="5787" h="4924" extrusionOk="0">
                  <a:moveTo>
                    <a:pt x="5787" y="0"/>
                  </a:moveTo>
                  <a:lnTo>
                    <a:pt x="4644" y="1143"/>
                  </a:lnTo>
                  <a:cubicBezTo>
                    <a:pt x="4001" y="1810"/>
                    <a:pt x="3001" y="1905"/>
                    <a:pt x="2453" y="2453"/>
                  </a:cubicBezTo>
                  <a:lnTo>
                    <a:pt x="0" y="4906"/>
                  </a:lnTo>
                  <a:cubicBezTo>
                    <a:pt x="147" y="4918"/>
                    <a:pt x="294" y="4924"/>
                    <a:pt x="439" y="4924"/>
                  </a:cubicBezTo>
                  <a:cubicBezTo>
                    <a:pt x="3206" y="4924"/>
                    <a:pt x="5561" y="2806"/>
                    <a:pt x="57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49" name="Google Shape;9281;p87">
              <a:extLst>
                <a:ext uri="{FF2B5EF4-FFF2-40B4-BE49-F238E27FC236}">
                  <a16:creationId xmlns:a16="http://schemas.microsoft.com/office/drawing/2014/main" id="{913731DB-9414-3364-9630-3BD819FAE40F}"/>
                </a:ext>
              </a:extLst>
            </p:cNvPr>
            <p:cNvSpPr/>
            <p:nvPr/>
          </p:nvSpPr>
          <p:spPr>
            <a:xfrm>
              <a:off x="2505202" y="3443423"/>
              <a:ext cx="166829" cy="188050"/>
            </a:xfrm>
            <a:custGeom>
              <a:avLst/>
              <a:gdLst/>
              <a:ahLst/>
              <a:cxnLst/>
              <a:rect l="l" t="t" r="r" b="b"/>
              <a:pathLst>
                <a:path w="5121" h="5764" extrusionOk="0">
                  <a:moveTo>
                    <a:pt x="5121" y="0"/>
                  </a:moveTo>
                  <a:lnTo>
                    <a:pt x="5121" y="0"/>
                  </a:lnTo>
                  <a:cubicBezTo>
                    <a:pt x="2192" y="238"/>
                    <a:pt x="1" y="2810"/>
                    <a:pt x="239" y="5763"/>
                  </a:cubicBezTo>
                  <a:lnTo>
                    <a:pt x="1787" y="4215"/>
                  </a:lnTo>
                  <a:cubicBezTo>
                    <a:pt x="2358" y="3644"/>
                    <a:pt x="2454" y="2643"/>
                    <a:pt x="3120" y="2000"/>
                  </a:cubicBezTo>
                  <a:lnTo>
                    <a:pt x="51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0" name="Google Shape;9282;p87">
              <a:extLst>
                <a:ext uri="{FF2B5EF4-FFF2-40B4-BE49-F238E27FC236}">
                  <a16:creationId xmlns:a16="http://schemas.microsoft.com/office/drawing/2014/main" id="{7AA4AA25-9AB7-9D7F-6330-A4010E3AAD97}"/>
                </a:ext>
              </a:extLst>
            </p:cNvPr>
            <p:cNvSpPr/>
            <p:nvPr/>
          </p:nvSpPr>
          <p:spPr>
            <a:xfrm>
              <a:off x="2516832" y="3443423"/>
              <a:ext cx="209506" cy="272712"/>
            </a:xfrm>
            <a:custGeom>
              <a:avLst/>
              <a:gdLst/>
              <a:ahLst/>
              <a:cxnLst/>
              <a:rect l="l" t="t" r="r" b="b"/>
              <a:pathLst>
                <a:path w="6431" h="8359" extrusionOk="0">
                  <a:moveTo>
                    <a:pt x="5645" y="0"/>
                  </a:moveTo>
                  <a:lnTo>
                    <a:pt x="3216" y="2453"/>
                  </a:lnTo>
                  <a:cubicBezTo>
                    <a:pt x="2668" y="3001"/>
                    <a:pt x="2549" y="3977"/>
                    <a:pt x="1882" y="4644"/>
                  </a:cubicBezTo>
                  <a:lnTo>
                    <a:pt x="1" y="6525"/>
                  </a:lnTo>
                  <a:cubicBezTo>
                    <a:pt x="144" y="7192"/>
                    <a:pt x="430" y="7811"/>
                    <a:pt x="811" y="8359"/>
                  </a:cubicBezTo>
                  <a:lnTo>
                    <a:pt x="3192" y="5977"/>
                  </a:lnTo>
                  <a:cubicBezTo>
                    <a:pt x="4169" y="5025"/>
                    <a:pt x="2859" y="3667"/>
                    <a:pt x="4097" y="2453"/>
                  </a:cubicBezTo>
                  <a:lnTo>
                    <a:pt x="6431" y="119"/>
                  </a:lnTo>
                  <a:cubicBezTo>
                    <a:pt x="6169" y="71"/>
                    <a:pt x="5907" y="24"/>
                    <a:pt x="56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1" name="Google Shape;9283;p87">
              <a:extLst>
                <a:ext uri="{FF2B5EF4-FFF2-40B4-BE49-F238E27FC236}">
                  <a16:creationId xmlns:a16="http://schemas.microsoft.com/office/drawing/2014/main" id="{3499BF62-20D3-39D5-42F1-F4D925C2CFA8}"/>
                </a:ext>
              </a:extLst>
            </p:cNvPr>
            <p:cNvSpPr/>
            <p:nvPr/>
          </p:nvSpPr>
          <p:spPr>
            <a:xfrm>
              <a:off x="2696823" y="3588768"/>
              <a:ext cx="20231" cy="17846"/>
            </a:xfrm>
            <a:custGeom>
              <a:avLst/>
              <a:gdLst/>
              <a:ahLst/>
              <a:cxnLst/>
              <a:rect l="l" t="t" r="r" b="b"/>
              <a:pathLst>
                <a:path w="621" h="547" extrusionOk="0">
                  <a:moveTo>
                    <a:pt x="259" y="0"/>
                  </a:moveTo>
                  <a:cubicBezTo>
                    <a:pt x="126" y="0"/>
                    <a:pt x="1" y="111"/>
                    <a:pt x="1" y="284"/>
                  </a:cubicBezTo>
                  <a:cubicBezTo>
                    <a:pt x="1" y="427"/>
                    <a:pt x="120" y="546"/>
                    <a:pt x="263" y="546"/>
                  </a:cubicBezTo>
                  <a:cubicBezTo>
                    <a:pt x="501" y="546"/>
                    <a:pt x="620" y="260"/>
                    <a:pt x="453" y="94"/>
                  </a:cubicBezTo>
                  <a:cubicBezTo>
                    <a:pt x="397" y="29"/>
                    <a:pt x="327" y="0"/>
                    <a:pt x="2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2" name="Google Shape;9284;p87">
              <a:extLst>
                <a:ext uri="{FF2B5EF4-FFF2-40B4-BE49-F238E27FC236}">
                  <a16:creationId xmlns:a16="http://schemas.microsoft.com/office/drawing/2014/main" id="{2A989521-3D34-7F91-2BF4-905DA7482DA1}"/>
                </a:ext>
              </a:extLst>
            </p:cNvPr>
            <p:cNvSpPr/>
            <p:nvPr/>
          </p:nvSpPr>
          <p:spPr>
            <a:xfrm>
              <a:off x="2556414" y="3453504"/>
              <a:ext cx="256841" cy="290624"/>
            </a:xfrm>
            <a:custGeom>
              <a:avLst/>
              <a:gdLst/>
              <a:ahLst/>
              <a:cxnLst/>
              <a:rect l="l" t="t" r="r" b="b"/>
              <a:pathLst>
                <a:path w="7884" h="8908" extrusionOk="0">
                  <a:moveTo>
                    <a:pt x="4573" y="3525"/>
                  </a:moveTo>
                  <a:cubicBezTo>
                    <a:pt x="5359" y="3525"/>
                    <a:pt x="5764" y="4478"/>
                    <a:pt x="5216" y="5049"/>
                  </a:cubicBezTo>
                  <a:cubicBezTo>
                    <a:pt x="5030" y="5235"/>
                    <a:pt x="4804" y="5318"/>
                    <a:pt x="4584" y="5318"/>
                  </a:cubicBezTo>
                  <a:cubicBezTo>
                    <a:pt x="4126" y="5318"/>
                    <a:pt x="3692" y="4961"/>
                    <a:pt x="3692" y="4430"/>
                  </a:cubicBezTo>
                  <a:cubicBezTo>
                    <a:pt x="3692" y="3930"/>
                    <a:pt x="4073" y="3525"/>
                    <a:pt x="4573" y="3525"/>
                  </a:cubicBezTo>
                  <a:close/>
                  <a:moveTo>
                    <a:pt x="5883" y="1"/>
                  </a:moveTo>
                  <a:lnTo>
                    <a:pt x="3335" y="2573"/>
                  </a:lnTo>
                  <a:cubicBezTo>
                    <a:pt x="2358" y="3525"/>
                    <a:pt x="3668" y="4883"/>
                    <a:pt x="2430" y="6121"/>
                  </a:cubicBezTo>
                  <a:lnTo>
                    <a:pt x="1" y="8550"/>
                  </a:lnTo>
                  <a:cubicBezTo>
                    <a:pt x="120" y="8693"/>
                    <a:pt x="215" y="8788"/>
                    <a:pt x="334" y="8907"/>
                  </a:cubicBezTo>
                  <a:cubicBezTo>
                    <a:pt x="2834" y="7859"/>
                    <a:pt x="6835" y="3859"/>
                    <a:pt x="7883" y="1358"/>
                  </a:cubicBezTo>
                  <a:cubicBezTo>
                    <a:pt x="7788" y="1239"/>
                    <a:pt x="7669" y="1120"/>
                    <a:pt x="7550" y="1001"/>
                  </a:cubicBezTo>
                  <a:lnTo>
                    <a:pt x="5573" y="2977"/>
                  </a:lnTo>
                  <a:cubicBezTo>
                    <a:pt x="5509" y="3042"/>
                    <a:pt x="5436" y="3068"/>
                    <a:pt x="5366" y="3068"/>
                  </a:cubicBezTo>
                  <a:cubicBezTo>
                    <a:pt x="5123" y="3068"/>
                    <a:pt x="4904" y="2747"/>
                    <a:pt x="5144" y="2525"/>
                  </a:cubicBezTo>
                  <a:lnTo>
                    <a:pt x="7050" y="620"/>
                  </a:lnTo>
                  <a:cubicBezTo>
                    <a:pt x="6692" y="382"/>
                    <a:pt x="6288" y="167"/>
                    <a:pt x="58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grpSp>
        <p:nvGrpSpPr>
          <p:cNvPr id="53" name="Google Shape;9290;p87">
            <a:extLst>
              <a:ext uri="{FF2B5EF4-FFF2-40B4-BE49-F238E27FC236}">
                <a16:creationId xmlns:a16="http://schemas.microsoft.com/office/drawing/2014/main" id="{4016F6A0-3BDF-0591-BC92-79C1A025A9A3}"/>
              </a:ext>
            </a:extLst>
          </p:cNvPr>
          <p:cNvGrpSpPr/>
          <p:nvPr/>
        </p:nvGrpSpPr>
        <p:grpSpPr>
          <a:xfrm>
            <a:off x="5868433" y="1851522"/>
            <a:ext cx="763959" cy="700551"/>
            <a:chOff x="1003216" y="3452689"/>
            <a:chExt cx="358483" cy="328729"/>
          </a:xfrm>
          <a:solidFill>
            <a:srgbClr val="BB3023"/>
          </a:solidFill>
        </p:grpSpPr>
        <p:sp>
          <p:nvSpPr>
            <p:cNvPr id="54" name="Google Shape;9291;p87">
              <a:extLst>
                <a:ext uri="{FF2B5EF4-FFF2-40B4-BE49-F238E27FC236}">
                  <a16:creationId xmlns:a16="http://schemas.microsoft.com/office/drawing/2014/main" id="{CD820C48-B332-E518-0C65-1583E27A6A5F}"/>
                </a:ext>
              </a:extLst>
            </p:cNvPr>
            <p:cNvSpPr/>
            <p:nvPr/>
          </p:nvSpPr>
          <p:spPr>
            <a:xfrm>
              <a:off x="1017192" y="3636857"/>
              <a:ext cx="81509" cy="144170"/>
            </a:xfrm>
            <a:custGeom>
              <a:avLst/>
              <a:gdLst/>
              <a:ahLst/>
              <a:cxnLst/>
              <a:rect l="l" t="t" r="r" b="b"/>
              <a:pathLst>
                <a:path w="2502" h="4419" extrusionOk="0">
                  <a:moveTo>
                    <a:pt x="1" y="1"/>
                  </a:moveTo>
                  <a:lnTo>
                    <a:pt x="1" y="3168"/>
                  </a:lnTo>
                  <a:cubicBezTo>
                    <a:pt x="1" y="4002"/>
                    <a:pt x="626" y="4418"/>
                    <a:pt x="1251" y="4418"/>
                  </a:cubicBezTo>
                  <a:cubicBezTo>
                    <a:pt x="1876" y="4418"/>
                    <a:pt x="2501" y="4002"/>
                    <a:pt x="2501" y="3168"/>
                  </a:cubicBezTo>
                  <a:lnTo>
                    <a:pt x="25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5" name="Google Shape;9292;p87">
              <a:extLst>
                <a:ext uri="{FF2B5EF4-FFF2-40B4-BE49-F238E27FC236}">
                  <a16:creationId xmlns:a16="http://schemas.microsoft.com/office/drawing/2014/main" id="{DFA5A0B0-6015-E497-E655-DF0E338B6593}"/>
                </a:ext>
              </a:extLst>
            </p:cNvPr>
            <p:cNvSpPr/>
            <p:nvPr/>
          </p:nvSpPr>
          <p:spPr>
            <a:xfrm>
              <a:off x="1045925" y="3452689"/>
              <a:ext cx="224198" cy="82443"/>
            </a:xfrm>
            <a:custGeom>
              <a:avLst/>
              <a:gdLst/>
              <a:ahLst/>
              <a:cxnLst/>
              <a:rect l="l" t="t" r="r" b="b"/>
              <a:pathLst>
                <a:path w="6882" h="2527" extrusionOk="0">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6" name="Google Shape;9293;p87">
              <a:extLst>
                <a:ext uri="{FF2B5EF4-FFF2-40B4-BE49-F238E27FC236}">
                  <a16:creationId xmlns:a16="http://schemas.microsoft.com/office/drawing/2014/main" id="{97FF573F-5A25-2105-B4D5-7A7898BF78AC}"/>
                </a:ext>
              </a:extLst>
            </p:cNvPr>
            <p:cNvSpPr/>
            <p:nvPr/>
          </p:nvSpPr>
          <p:spPr>
            <a:xfrm>
              <a:off x="1198746" y="3555294"/>
              <a:ext cx="121058" cy="122768"/>
            </a:xfrm>
            <a:custGeom>
              <a:avLst/>
              <a:gdLst/>
              <a:ahLst/>
              <a:cxnLst/>
              <a:rect l="l" t="t" r="r" b="b"/>
              <a:pathLst>
                <a:path w="3716" h="3763" extrusionOk="0">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7" name="Google Shape;9294;p87">
              <a:extLst>
                <a:ext uri="{FF2B5EF4-FFF2-40B4-BE49-F238E27FC236}">
                  <a16:creationId xmlns:a16="http://schemas.microsoft.com/office/drawing/2014/main" id="{2DE03E1D-5331-77CB-2405-25E90095B280}"/>
                </a:ext>
              </a:extLst>
            </p:cNvPr>
            <p:cNvSpPr/>
            <p:nvPr/>
          </p:nvSpPr>
          <p:spPr>
            <a:xfrm>
              <a:off x="1158383" y="3698257"/>
              <a:ext cx="203316" cy="83161"/>
            </a:xfrm>
            <a:custGeom>
              <a:avLst/>
              <a:gdLst/>
              <a:ahLst/>
              <a:cxnLst/>
              <a:rect l="l" t="t" r="r" b="b"/>
              <a:pathLst>
                <a:path w="6241" h="2549" extrusionOk="0">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58" name="Google Shape;9295;p87">
              <a:extLst>
                <a:ext uri="{FF2B5EF4-FFF2-40B4-BE49-F238E27FC236}">
                  <a16:creationId xmlns:a16="http://schemas.microsoft.com/office/drawing/2014/main" id="{CDF49684-EA6D-4E78-BF19-BDD53095C695}"/>
                </a:ext>
              </a:extLst>
            </p:cNvPr>
            <p:cNvSpPr/>
            <p:nvPr/>
          </p:nvSpPr>
          <p:spPr>
            <a:xfrm>
              <a:off x="1003216" y="3555294"/>
              <a:ext cx="108646" cy="61400"/>
            </a:xfrm>
            <a:custGeom>
              <a:avLst/>
              <a:gdLst/>
              <a:ahLst/>
              <a:cxnLst/>
              <a:rect l="l" t="t" r="r" b="b"/>
              <a:pathLst>
                <a:path w="3335" h="1882" extrusionOk="0">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grpSp>
        <p:nvGrpSpPr>
          <p:cNvPr id="59" name="Google Shape;8802;p86">
            <a:extLst>
              <a:ext uri="{FF2B5EF4-FFF2-40B4-BE49-F238E27FC236}">
                <a16:creationId xmlns:a16="http://schemas.microsoft.com/office/drawing/2014/main" id="{CD5F89E2-776C-245C-1A4F-670A26B82E74}"/>
              </a:ext>
            </a:extLst>
          </p:cNvPr>
          <p:cNvGrpSpPr/>
          <p:nvPr/>
        </p:nvGrpSpPr>
        <p:grpSpPr>
          <a:xfrm>
            <a:off x="3782138" y="1966148"/>
            <a:ext cx="601635" cy="626780"/>
            <a:chOff x="7795960" y="4151023"/>
            <a:chExt cx="334909" cy="348871"/>
          </a:xfrm>
          <a:solidFill>
            <a:srgbClr val="BB3023"/>
          </a:solidFill>
        </p:grpSpPr>
        <p:sp>
          <p:nvSpPr>
            <p:cNvPr id="60" name="Google Shape;8803;p86">
              <a:extLst>
                <a:ext uri="{FF2B5EF4-FFF2-40B4-BE49-F238E27FC236}">
                  <a16:creationId xmlns:a16="http://schemas.microsoft.com/office/drawing/2014/main" id="{29710A3F-54FB-3E11-9907-EBA457C352AD}"/>
                </a:ext>
              </a:extLst>
            </p:cNvPr>
            <p:cNvSpPr/>
            <p:nvPr/>
          </p:nvSpPr>
          <p:spPr>
            <a:xfrm>
              <a:off x="7857221" y="4296786"/>
              <a:ext cx="273648" cy="134106"/>
            </a:xfrm>
            <a:custGeom>
              <a:avLst/>
              <a:gdLst/>
              <a:ahLst/>
              <a:cxnLst/>
              <a:rect l="l" t="t" r="r" b="b"/>
              <a:pathLst>
                <a:path w="8407" h="4120" extrusionOk="0">
                  <a:moveTo>
                    <a:pt x="1858" y="714"/>
                  </a:moveTo>
                  <a:cubicBezTo>
                    <a:pt x="2334" y="714"/>
                    <a:pt x="2739" y="1072"/>
                    <a:pt x="2810" y="1548"/>
                  </a:cubicBezTo>
                  <a:cubicBezTo>
                    <a:pt x="2858" y="2096"/>
                    <a:pt x="2429" y="2548"/>
                    <a:pt x="1882" y="2548"/>
                  </a:cubicBezTo>
                  <a:lnTo>
                    <a:pt x="1501" y="2548"/>
                  </a:lnTo>
                  <a:lnTo>
                    <a:pt x="1501" y="3453"/>
                  </a:lnTo>
                  <a:lnTo>
                    <a:pt x="881" y="3453"/>
                  </a:lnTo>
                  <a:lnTo>
                    <a:pt x="881" y="714"/>
                  </a:lnTo>
                  <a:close/>
                  <a:moveTo>
                    <a:pt x="4287" y="714"/>
                  </a:moveTo>
                  <a:cubicBezTo>
                    <a:pt x="4811" y="714"/>
                    <a:pt x="5216" y="1119"/>
                    <a:pt x="5216" y="1643"/>
                  </a:cubicBezTo>
                  <a:lnTo>
                    <a:pt x="5216" y="2524"/>
                  </a:lnTo>
                  <a:cubicBezTo>
                    <a:pt x="5216" y="3048"/>
                    <a:pt x="4811" y="3453"/>
                    <a:pt x="4287" y="3453"/>
                  </a:cubicBezTo>
                  <a:lnTo>
                    <a:pt x="3287" y="3453"/>
                  </a:lnTo>
                  <a:lnTo>
                    <a:pt x="3287" y="714"/>
                  </a:lnTo>
                  <a:close/>
                  <a:moveTo>
                    <a:pt x="7502" y="714"/>
                  </a:moveTo>
                  <a:lnTo>
                    <a:pt x="7502" y="1334"/>
                  </a:lnTo>
                  <a:lnTo>
                    <a:pt x="6406" y="1334"/>
                  </a:lnTo>
                  <a:lnTo>
                    <a:pt x="6406" y="1929"/>
                  </a:lnTo>
                  <a:lnTo>
                    <a:pt x="7264" y="1929"/>
                  </a:lnTo>
                  <a:lnTo>
                    <a:pt x="7264" y="2572"/>
                  </a:lnTo>
                  <a:lnTo>
                    <a:pt x="6406" y="2572"/>
                  </a:lnTo>
                  <a:lnTo>
                    <a:pt x="6406" y="3453"/>
                  </a:lnTo>
                  <a:lnTo>
                    <a:pt x="5787" y="3453"/>
                  </a:lnTo>
                  <a:lnTo>
                    <a:pt x="5787" y="714"/>
                  </a:lnTo>
                  <a:close/>
                  <a:moveTo>
                    <a:pt x="0" y="0"/>
                  </a:moveTo>
                  <a:lnTo>
                    <a:pt x="0" y="4120"/>
                  </a:lnTo>
                  <a:lnTo>
                    <a:pt x="8407" y="4120"/>
                  </a:lnTo>
                  <a:lnTo>
                    <a:pt x="84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1" name="Google Shape;8804;p86">
              <a:extLst>
                <a:ext uri="{FF2B5EF4-FFF2-40B4-BE49-F238E27FC236}">
                  <a16:creationId xmlns:a16="http://schemas.microsoft.com/office/drawing/2014/main" id="{9A1A0B35-EAFF-19EF-DE42-91E8695D99B8}"/>
                </a:ext>
              </a:extLst>
            </p:cNvPr>
            <p:cNvSpPr/>
            <p:nvPr/>
          </p:nvSpPr>
          <p:spPr>
            <a:xfrm>
              <a:off x="7906829" y="4340176"/>
              <a:ext cx="22525" cy="19400"/>
            </a:xfrm>
            <a:custGeom>
              <a:avLst/>
              <a:gdLst/>
              <a:ahLst/>
              <a:cxnLst/>
              <a:rect l="l" t="t" r="r" b="b"/>
              <a:pathLst>
                <a:path w="692" h="596" extrusionOk="0">
                  <a:moveTo>
                    <a:pt x="0" y="1"/>
                  </a:moveTo>
                  <a:lnTo>
                    <a:pt x="0" y="596"/>
                  </a:lnTo>
                  <a:lnTo>
                    <a:pt x="358" y="596"/>
                  </a:lnTo>
                  <a:cubicBezTo>
                    <a:pt x="548" y="596"/>
                    <a:pt x="691" y="453"/>
                    <a:pt x="667" y="263"/>
                  </a:cubicBezTo>
                  <a:cubicBezTo>
                    <a:pt x="643" y="120"/>
                    <a:pt x="501" y="1"/>
                    <a:pt x="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2" name="Google Shape;8805;p86">
              <a:extLst>
                <a:ext uri="{FF2B5EF4-FFF2-40B4-BE49-F238E27FC236}">
                  <a16:creationId xmlns:a16="http://schemas.microsoft.com/office/drawing/2014/main" id="{9865F8EF-D9A3-10BB-0E61-7AFEE79D7762}"/>
                </a:ext>
              </a:extLst>
            </p:cNvPr>
            <p:cNvSpPr/>
            <p:nvPr/>
          </p:nvSpPr>
          <p:spPr>
            <a:xfrm>
              <a:off x="7985114" y="4340176"/>
              <a:ext cx="21743" cy="47328"/>
            </a:xfrm>
            <a:custGeom>
              <a:avLst/>
              <a:gdLst/>
              <a:ahLst/>
              <a:cxnLst/>
              <a:rect l="l" t="t" r="r" b="b"/>
              <a:pathLst>
                <a:path w="668" h="1454" extrusionOk="0">
                  <a:moveTo>
                    <a:pt x="1" y="1"/>
                  </a:moveTo>
                  <a:lnTo>
                    <a:pt x="1" y="1453"/>
                  </a:lnTo>
                  <a:lnTo>
                    <a:pt x="358" y="1453"/>
                  </a:lnTo>
                  <a:cubicBezTo>
                    <a:pt x="525" y="1453"/>
                    <a:pt x="668" y="1310"/>
                    <a:pt x="668" y="1168"/>
                  </a:cubicBezTo>
                  <a:lnTo>
                    <a:pt x="668" y="286"/>
                  </a:lnTo>
                  <a:cubicBezTo>
                    <a:pt x="668" y="120"/>
                    <a:pt x="525" y="1"/>
                    <a:pt x="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 name="Google Shape;8806;p86">
              <a:extLst>
                <a:ext uri="{FF2B5EF4-FFF2-40B4-BE49-F238E27FC236}">
                  <a16:creationId xmlns:a16="http://schemas.microsoft.com/office/drawing/2014/main" id="{1551E51F-FCB7-50DF-8D15-616F372268D1}"/>
                </a:ext>
              </a:extLst>
            </p:cNvPr>
            <p:cNvSpPr/>
            <p:nvPr/>
          </p:nvSpPr>
          <p:spPr>
            <a:xfrm>
              <a:off x="7796741" y="4151023"/>
              <a:ext cx="260498" cy="348871"/>
            </a:xfrm>
            <a:custGeom>
              <a:avLst/>
              <a:gdLst/>
              <a:ahLst/>
              <a:cxnLst/>
              <a:rect l="l" t="t" r="r" b="b"/>
              <a:pathLst>
                <a:path w="8003" h="10718" extrusionOk="0">
                  <a:moveTo>
                    <a:pt x="6574" y="2382"/>
                  </a:moveTo>
                  <a:lnTo>
                    <a:pt x="6574" y="3002"/>
                  </a:lnTo>
                  <a:lnTo>
                    <a:pt x="3716" y="3002"/>
                  </a:lnTo>
                  <a:lnTo>
                    <a:pt x="3716" y="2382"/>
                  </a:lnTo>
                  <a:close/>
                  <a:moveTo>
                    <a:pt x="2954" y="1"/>
                  </a:moveTo>
                  <a:lnTo>
                    <a:pt x="2954" y="2954"/>
                  </a:lnTo>
                  <a:lnTo>
                    <a:pt x="1" y="2954"/>
                  </a:lnTo>
                  <a:lnTo>
                    <a:pt x="1" y="10717"/>
                  </a:lnTo>
                  <a:lnTo>
                    <a:pt x="8002" y="10717"/>
                  </a:lnTo>
                  <a:lnTo>
                    <a:pt x="8002" y="9241"/>
                  </a:lnTo>
                  <a:lnTo>
                    <a:pt x="1263" y="9241"/>
                  </a:lnTo>
                  <a:lnTo>
                    <a:pt x="1263" y="3859"/>
                  </a:lnTo>
                  <a:lnTo>
                    <a:pt x="8002" y="3859"/>
                  </a:lnTo>
                  <a:lnTo>
                    <a:pt x="800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4" name="Google Shape;8807;p86">
              <a:extLst>
                <a:ext uri="{FF2B5EF4-FFF2-40B4-BE49-F238E27FC236}">
                  <a16:creationId xmlns:a16="http://schemas.microsoft.com/office/drawing/2014/main" id="{69DC7046-AB42-24E4-FB0B-EF2FFCAB6B1A}"/>
                </a:ext>
              </a:extLst>
            </p:cNvPr>
            <p:cNvSpPr/>
            <p:nvPr/>
          </p:nvSpPr>
          <p:spPr>
            <a:xfrm>
              <a:off x="7795960" y="4151023"/>
              <a:ext cx="76004" cy="76004"/>
            </a:xfrm>
            <a:custGeom>
              <a:avLst/>
              <a:gdLst/>
              <a:ahLst/>
              <a:cxnLst/>
              <a:rect l="l" t="t" r="r" b="b"/>
              <a:pathLst>
                <a:path w="2335" h="2335" extrusionOk="0">
                  <a:moveTo>
                    <a:pt x="2335" y="1"/>
                  </a:moveTo>
                  <a:lnTo>
                    <a:pt x="1" y="2335"/>
                  </a:lnTo>
                  <a:lnTo>
                    <a:pt x="2335" y="2335"/>
                  </a:lnTo>
                  <a:lnTo>
                    <a:pt x="233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grpSp>
        <p:nvGrpSpPr>
          <p:cNvPr id="69" name="Google Shape;8256;p82">
            <a:extLst>
              <a:ext uri="{FF2B5EF4-FFF2-40B4-BE49-F238E27FC236}">
                <a16:creationId xmlns:a16="http://schemas.microsoft.com/office/drawing/2014/main" id="{34E962D0-317D-6C9F-61DC-123D2321AD88}"/>
              </a:ext>
            </a:extLst>
          </p:cNvPr>
          <p:cNvGrpSpPr/>
          <p:nvPr/>
        </p:nvGrpSpPr>
        <p:grpSpPr>
          <a:xfrm>
            <a:off x="4777704" y="5730892"/>
            <a:ext cx="618470" cy="610252"/>
            <a:chOff x="-1951475" y="3597450"/>
            <a:chExt cx="295375" cy="291450"/>
          </a:xfrm>
          <a:solidFill>
            <a:srgbClr val="BB3023"/>
          </a:solidFill>
        </p:grpSpPr>
        <p:sp>
          <p:nvSpPr>
            <p:cNvPr id="70" name="Google Shape;8257;p82">
              <a:extLst>
                <a:ext uri="{FF2B5EF4-FFF2-40B4-BE49-F238E27FC236}">
                  <a16:creationId xmlns:a16="http://schemas.microsoft.com/office/drawing/2014/main" id="{B9313B2D-06D9-CE8E-AF75-6E7340EB8209}"/>
                </a:ext>
              </a:extLst>
            </p:cNvPr>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1" name="Google Shape;8258;p82">
              <a:extLst>
                <a:ext uri="{FF2B5EF4-FFF2-40B4-BE49-F238E27FC236}">
                  <a16:creationId xmlns:a16="http://schemas.microsoft.com/office/drawing/2014/main" id="{FB5E8A38-98F4-4FA5-079B-708CE0ECD980}"/>
                </a:ext>
              </a:extLst>
            </p:cNvPr>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2" name="Google Shape;8259;p82">
              <a:extLst>
                <a:ext uri="{FF2B5EF4-FFF2-40B4-BE49-F238E27FC236}">
                  <a16:creationId xmlns:a16="http://schemas.microsoft.com/office/drawing/2014/main" id="{C6C6443E-8EF8-AFDE-9A73-8CC050AC41B7}"/>
                </a:ext>
              </a:extLst>
            </p:cNvPr>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3" name="Google Shape;8260;p82">
              <a:extLst>
                <a:ext uri="{FF2B5EF4-FFF2-40B4-BE49-F238E27FC236}">
                  <a16:creationId xmlns:a16="http://schemas.microsoft.com/office/drawing/2014/main" id="{C7916BD8-A50E-FF92-7888-AA60DCC70AE6}"/>
                </a:ext>
              </a:extLst>
            </p:cNvPr>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grpSp>
        <p:nvGrpSpPr>
          <p:cNvPr id="74" name="Google Shape;8284;p82">
            <a:extLst>
              <a:ext uri="{FF2B5EF4-FFF2-40B4-BE49-F238E27FC236}">
                <a16:creationId xmlns:a16="http://schemas.microsoft.com/office/drawing/2014/main" id="{713496E9-421D-6133-548A-B22EBD2DC3CB}"/>
              </a:ext>
            </a:extLst>
          </p:cNvPr>
          <p:cNvGrpSpPr/>
          <p:nvPr/>
        </p:nvGrpSpPr>
        <p:grpSpPr>
          <a:xfrm>
            <a:off x="1423389" y="5748972"/>
            <a:ext cx="559545" cy="561033"/>
            <a:chOff x="-5251625" y="3991275"/>
            <a:chExt cx="291450" cy="292225"/>
          </a:xfrm>
          <a:solidFill>
            <a:srgbClr val="BB3023"/>
          </a:solidFill>
        </p:grpSpPr>
        <p:sp>
          <p:nvSpPr>
            <p:cNvPr id="75" name="Google Shape;8285;p82">
              <a:extLst>
                <a:ext uri="{FF2B5EF4-FFF2-40B4-BE49-F238E27FC236}">
                  <a16:creationId xmlns:a16="http://schemas.microsoft.com/office/drawing/2014/main" id="{934F8706-73B7-C85D-FC0A-382465F13734}"/>
                </a:ext>
              </a:extLst>
            </p:cNvPr>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6" name="Google Shape;8286;p82">
              <a:extLst>
                <a:ext uri="{FF2B5EF4-FFF2-40B4-BE49-F238E27FC236}">
                  <a16:creationId xmlns:a16="http://schemas.microsoft.com/office/drawing/2014/main" id="{6A38C9AD-1944-99D6-4255-58A24CCD14B8}"/>
                </a:ext>
              </a:extLst>
            </p:cNvPr>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7" name="Google Shape;8287;p82">
              <a:extLst>
                <a:ext uri="{FF2B5EF4-FFF2-40B4-BE49-F238E27FC236}">
                  <a16:creationId xmlns:a16="http://schemas.microsoft.com/office/drawing/2014/main" id="{23246CA1-417A-6255-4DED-C13F0FF54A70}"/>
                </a:ext>
              </a:extLst>
            </p:cNvPr>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8" name="Google Shape;8288;p82">
              <a:extLst>
                <a:ext uri="{FF2B5EF4-FFF2-40B4-BE49-F238E27FC236}">
                  <a16:creationId xmlns:a16="http://schemas.microsoft.com/office/drawing/2014/main" id="{C96CE7B3-6B09-DBA2-FF0D-B078B9A1B81A}"/>
                </a:ext>
              </a:extLst>
            </p:cNvPr>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79" name="Google Shape;8289;p82">
              <a:extLst>
                <a:ext uri="{FF2B5EF4-FFF2-40B4-BE49-F238E27FC236}">
                  <a16:creationId xmlns:a16="http://schemas.microsoft.com/office/drawing/2014/main" id="{309045B9-A39A-F182-F3D0-7DE3F3610D64}"/>
                </a:ext>
              </a:extLst>
            </p:cNvPr>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sp>
        <p:nvSpPr>
          <p:cNvPr id="80" name="三角形 79">
            <a:extLst>
              <a:ext uri="{FF2B5EF4-FFF2-40B4-BE49-F238E27FC236}">
                <a16:creationId xmlns:a16="http://schemas.microsoft.com/office/drawing/2014/main" id="{31412886-51A1-74FC-F6D7-A229962B7418}"/>
              </a:ext>
            </a:extLst>
          </p:cNvPr>
          <p:cNvSpPr/>
          <p:nvPr/>
        </p:nvSpPr>
        <p:spPr>
          <a:xfrm>
            <a:off x="4518936" y="2712857"/>
            <a:ext cx="271848" cy="12356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1" name="三角形 80">
            <a:extLst>
              <a:ext uri="{FF2B5EF4-FFF2-40B4-BE49-F238E27FC236}">
                <a16:creationId xmlns:a16="http://schemas.microsoft.com/office/drawing/2014/main" id="{68ABD49C-5481-131F-FDA9-4C817F957AFB}"/>
              </a:ext>
            </a:extLst>
          </p:cNvPr>
          <p:cNvSpPr/>
          <p:nvPr/>
        </p:nvSpPr>
        <p:spPr>
          <a:xfrm>
            <a:off x="4518936" y="3484883"/>
            <a:ext cx="271848" cy="12356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2" name="三角形 81">
            <a:extLst>
              <a:ext uri="{FF2B5EF4-FFF2-40B4-BE49-F238E27FC236}">
                <a16:creationId xmlns:a16="http://schemas.microsoft.com/office/drawing/2014/main" id="{0E9DBE71-6CE2-6084-14AE-C8958F6AB393}"/>
              </a:ext>
            </a:extLst>
          </p:cNvPr>
          <p:cNvSpPr/>
          <p:nvPr/>
        </p:nvSpPr>
        <p:spPr>
          <a:xfrm>
            <a:off x="4518936" y="5021555"/>
            <a:ext cx="271848" cy="12356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3" name="三角形 82">
            <a:extLst>
              <a:ext uri="{FF2B5EF4-FFF2-40B4-BE49-F238E27FC236}">
                <a16:creationId xmlns:a16="http://schemas.microsoft.com/office/drawing/2014/main" id="{6C13E888-2813-8C84-46DB-2DEB88AB60FC}"/>
              </a:ext>
            </a:extLst>
          </p:cNvPr>
          <p:cNvSpPr/>
          <p:nvPr/>
        </p:nvSpPr>
        <p:spPr>
          <a:xfrm rot="10800000">
            <a:off x="4518936" y="2861315"/>
            <a:ext cx="271848" cy="123568"/>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84" name="文本框 83">
            <a:extLst>
              <a:ext uri="{FF2B5EF4-FFF2-40B4-BE49-F238E27FC236}">
                <a16:creationId xmlns:a16="http://schemas.microsoft.com/office/drawing/2014/main" id="{BFAD4252-8B4E-4D52-9BA8-D4D6D056150F}"/>
              </a:ext>
            </a:extLst>
          </p:cNvPr>
          <p:cNvSpPr txBox="1"/>
          <p:nvPr/>
        </p:nvSpPr>
        <p:spPr>
          <a:xfrm>
            <a:off x="3836440" y="1625132"/>
            <a:ext cx="1634970" cy="276999"/>
          </a:xfrm>
          <a:prstGeom prst="rect">
            <a:avLst/>
          </a:prstGeom>
          <a:noFill/>
        </p:spPr>
        <p:txBody>
          <a:bodyPr wrap="square">
            <a:spAutoFit/>
          </a:bodyPr>
          <a:lstStyle/>
          <a:p>
            <a:r>
              <a:rPr lang="zh-CN" altLang="en-US" sz="1200" dirty="0">
                <a:solidFill>
                  <a:srgbClr val="1E344D"/>
                </a:solidFill>
                <a:latin typeface="Alibaba PuHuiTi Medium" pitchFamily="18" charset="-122"/>
                <a:ea typeface="Alibaba PuHuiTi Medium" pitchFamily="18" charset="-122"/>
                <a:cs typeface="Alibaba PuHuiTi Medium" pitchFamily="18" charset="-122"/>
              </a:rPr>
              <a:t>project description</a:t>
            </a:r>
          </a:p>
        </p:txBody>
      </p:sp>
      <p:sp>
        <p:nvSpPr>
          <p:cNvPr id="85" name="文本框 84">
            <a:extLst>
              <a:ext uri="{FF2B5EF4-FFF2-40B4-BE49-F238E27FC236}">
                <a16:creationId xmlns:a16="http://schemas.microsoft.com/office/drawing/2014/main" id="{D3DD65D9-A984-F228-A4E9-5BB78E33980D}"/>
              </a:ext>
            </a:extLst>
          </p:cNvPr>
          <p:cNvSpPr txBox="1"/>
          <p:nvPr/>
        </p:nvSpPr>
        <p:spPr>
          <a:xfrm>
            <a:off x="6587052" y="1992866"/>
            <a:ext cx="1327755" cy="553998"/>
          </a:xfrm>
          <a:prstGeom prst="rect">
            <a:avLst/>
          </a:prstGeom>
          <a:noFill/>
        </p:spPr>
        <p:txBody>
          <a:bodyPr wrap="square">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000" dirty="0">
              <a:solidFill>
                <a:srgbClr val="1E344D"/>
              </a:solidFill>
            </a:endParaRPr>
          </a:p>
        </p:txBody>
      </p:sp>
      <p:sp>
        <p:nvSpPr>
          <p:cNvPr id="86" name="文本框 85">
            <a:extLst>
              <a:ext uri="{FF2B5EF4-FFF2-40B4-BE49-F238E27FC236}">
                <a16:creationId xmlns:a16="http://schemas.microsoft.com/office/drawing/2014/main" id="{D9514D56-92AE-4E81-75DD-759617E42E18}"/>
              </a:ext>
            </a:extLst>
          </p:cNvPr>
          <p:cNvSpPr txBox="1"/>
          <p:nvPr/>
        </p:nvSpPr>
        <p:spPr>
          <a:xfrm>
            <a:off x="4439816" y="1997219"/>
            <a:ext cx="1327755" cy="553998"/>
          </a:xfrm>
          <a:prstGeom prst="rect">
            <a:avLst/>
          </a:prstGeom>
          <a:noFill/>
        </p:spPr>
        <p:txBody>
          <a:bodyPr wrap="square">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000" dirty="0">
              <a:solidFill>
                <a:srgbClr val="1E344D"/>
              </a:solidFill>
            </a:endParaRPr>
          </a:p>
        </p:txBody>
      </p:sp>
      <p:sp>
        <p:nvSpPr>
          <p:cNvPr id="87" name="文本框 86">
            <a:extLst>
              <a:ext uri="{FF2B5EF4-FFF2-40B4-BE49-F238E27FC236}">
                <a16:creationId xmlns:a16="http://schemas.microsoft.com/office/drawing/2014/main" id="{30E5876C-79E7-FE15-35AD-A72564C91166}"/>
              </a:ext>
            </a:extLst>
          </p:cNvPr>
          <p:cNvSpPr txBox="1"/>
          <p:nvPr/>
        </p:nvSpPr>
        <p:spPr>
          <a:xfrm>
            <a:off x="2135560" y="1997219"/>
            <a:ext cx="1327755" cy="553998"/>
          </a:xfrm>
          <a:prstGeom prst="rect">
            <a:avLst/>
          </a:prstGeom>
          <a:noFill/>
        </p:spPr>
        <p:txBody>
          <a:bodyPr wrap="square">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000" dirty="0">
              <a:solidFill>
                <a:srgbClr val="1E344D"/>
              </a:solidFill>
            </a:endParaRPr>
          </a:p>
        </p:txBody>
      </p:sp>
      <p:sp>
        <p:nvSpPr>
          <p:cNvPr id="88" name="文本框 87">
            <a:extLst>
              <a:ext uri="{FF2B5EF4-FFF2-40B4-BE49-F238E27FC236}">
                <a16:creationId xmlns:a16="http://schemas.microsoft.com/office/drawing/2014/main" id="{22538F30-973F-55C3-66D4-ECD20A01228B}"/>
              </a:ext>
            </a:extLst>
          </p:cNvPr>
          <p:cNvSpPr txBox="1"/>
          <p:nvPr/>
        </p:nvSpPr>
        <p:spPr>
          <a:xfrm>
            <a:off x="5334674" y="4229467"/>
            <a:ext cx="2670074" cy="523220"/>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400" dirty="0">
              <a:solidFill>
                <a:srgbClr val="1E344D"/>
              </a:solidFill>
            </a:endParaRPr>
          </a:p>
        </p:txBody>
      </p:sp>
      <p:sp>
        <p:nvSpPr>
          <p:cNvPr id="89" name="文本框 88">
            <a:extLst>
              <a:ext uri="{FF2B5EF4-FFF2-40B4-BE49-F238E27FC236}">
                <a16:creationId xmlns:a16="http://schemas.microsoft.com/office/drawing/2014/main" id="{A899B5E9-405A-4D05-A6AD-7CBF133ACA26}"/>
              </a:ext>
            </a:extLst>
          </p:cNvPr>
          <p:cNvSpPr txBox="1"/>
          <p:nvPr/>
        </p:nvSpPr>
        <p:spPr>
          <a:xfrm>
            <a:off x="2063552" y="4229467"/>
            <a:ext cx="1773930" cy="600164"/>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100" dirty="0">
              <a:solidFill>
                <a:srgbClr val="1E344D"/>
              </a:solidFill>
            </a:endParaRPr>
          </a:p>
        </p:txBody>
      </p:sp>
      <p:sp>
        <p:nvSpPr>
          <p:cNvPr id="90" name="文本框 89">
            <a:extLst>
              <a:ext uri="{FF2B5EF4-FFF2-40B4-BE49-F238E27FC236}">
                <a16:creationId xmlns:a16="http://schemas.microsoft.com/office/drawing/2014/main" id="{C2E6AC72-6891-3CAE-961E-6830D85ED16C}"/>
              </a:ext>
            </a:extLst>
          </p:cNvPr>
          <p:cNvSpPr txBox="1"/>
          <p:nvPr/>
        </p:nvSpPr>
        <p:spPr>
          <a:xfrm>
            <a:off x="2116018" y="5735979"/>
            <a:ext cx="2358546" cy="430887"/>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100" dirty="0">
              <a:solidFill>
                <a:srgbClr val="1E344D"/>
              </a:solidFill>
            </a:endParaRPr>
          </a:p>
        </p:txBody>
      </p:sp>
      <p:sp>
        <p:nvSpPr>
          <p:cNvPr id="91" name="文本框 90">
            <a:extLst>
              <a:ext uri="{FF2B5EF4-FFF2-40B4-BE49-F238E27FC236}">
                <a16:creationId xmlns:a16="http://schemas.microsoft.com/office/drawing/2014/main" id="{C998B7AC-3B16-67A0-41F1-822A331F552A}"/>
              </a:ext>
            </a:extLst>
          </p:cNvPr>
          <p:cNvSpPr txBox="1"/>
          <p:nvPr/>
        </p:nvSpPr>
        <p:spPr>
          <a:xfrm>
            <a:off x="2116018" y="6080753"/>
            <a:ext cx="2358546" cy="430887"/>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100" dirty="0">
              <a:solidFill>
                <a:srgbClr val="1E344D"/>
              </a:solidFill>
            </a:endParaRPr>
          </a:p>
        </p:txBody>
      </p:sp>
      <p:sp>
        <p:nvSpPr>
          <p:cNvPr id="92" name="文本框 91">
            <a:extLst>
              <a:ext uri="{FF2B5EF4-FFF2-40B4-BE49-F238E27FC236}">
                <a16:creationId xmlns:a16="http://schemas.microsoft.com/office/drawing/2014/main" id="{37FF9C36-7F4B-6120-3A05-F70B9F4EEEA6}"/>
              </a:ext>
            </a:extLst>
          </p:cNvPr>
          <p:cNvSpPr txBox="1"/>
          <p:nvPr/>
        </p:nvSpPr>
        <p:spPr>
          <a:xfrm>
            <a:off x="5443835" y="5668523"/>
            <a:ext cx="2358546" cy="938719"/>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100" dirty="0">
                <a:solidFill>
                  <a:srgbClr val="1E344D"/>
                </a:solidFill>
                <a:latin typeface="Alibaba PuHuiTi" pitchFamily="18" charset="-122"/>
                <a:ea typeface="Alibaba PuHuiTi" pitchFamily="18" charset="-122"/>
                <a:cs typeface="Alibaba PuHuiTi" pitchFamily="18" charset="-122"/>
              </a:rPr>
              <a:t> </a:t>
            </a:r>
            <a:r>
              <a:rPr kumimoji="1" lang="en" altLang="zh-CN" sz="11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100" dirty="0">
              <a:solidFill>
                <a:srgbClr val="1E344D"/>
              </a:solidFill>
            </a:endParaRPr>
          </a:p>
          <a:p>
            <a:endParaRPr lang="zh-CN" altLang="en-US" sz="1100" dirty="0">
              <a:solidFill>
                <a:srgbClr val="1E344D"/>
              </a:solidFill>
            </a:endParaRPr>
          </a:p>
        </p:txBody>
      </p:sp>
      <p:sp>
        <p:nvSpPr>
          <p:cNvPr id="93" name="圆角矩形 92">
            <a:extLst>
              <a:ext uri="{FF2B5EF4-FFF2-40B4-BE49-F238E27FC236}">
                <a16:creationId xmlns:a16="http://schemas.microsoft.com/office/drawing/2014/main" id="{05963171-7CF1-130C-43CD-3F35EDD1BE35}"/>
              </a:ext>
            </a:extLst>
          </p:cNvPr>
          <p:cNvSpPr/>
          <p:nvPr/>
        </p:nvSpPr>
        <p:spPr>
          <a:xfrm>
            <a:off x="8575040" y="1147186"/>
            <a:ext cx="3332480" cy="5374193"/>
          </a:xfrm>
          <a:prstGeom prst="roundRect">
            <a:avLst>
              <a:gd name="adj" fmla="val 8138"/>
            </a:avLst>
          </a:prstGeom>
          <a:solidFill>
            <a:srgbClr val="1E344D">
              <a:alpha val="13795"/>
            </a:srgbClr>
          </a:solid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5" name="椭圆 94">
            <a:extLst>
              <a:ext uri="{FF2B5EF4-FFF2-40B4-BE49-F238E27FC236}">
                <a16:creationId xmlns:a16="http://schemas.microsoft.com/office/drawing/2014/main" id="{E5DFAFE0-02B2-87B2-5D4F-A88D6E68DB79}"/>
              </a:ext>
            </a:extLst>
          </p:cNvPr>
          <p:cNvSpPr/>
          <p:nvPr/>
        </p:nvSpPr>
        <p:spPr>
          <a:xfrm>
            <a:off x="4947920" y="4337427"/>
            <a:ext cx="152400" cy="152400"/>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6" name="矩形 95">
            <a:extLst>
              <a:ext uri="{FF2B5EF4-FFF2-40B4-BE49-F238E27FC236}">
                <a16:creationId xmlns:a16="http://schemas.microsoft.com/office/drawing/2014/main" id="{220083D3-9E59-BFC4-AE9C-71D69DD97E5D}"/>
              </a:ext>
            </a:extLst>
          </p:cNvPr>
          <p:cNvSpPr/>
          <p:nvPr/>
        </p:nvSpPr>
        <p:spPr>
          <a:xfrm>
            <a:off x="8862312" y="1304649"/>
            <a:ext cx="414338" cy="4143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97" name="文本框 96">
            <a:extLst>
              <a:ext uri="{FF2B5EF4-FFF2-40B4-BE49-F238E27FC236}">
                <a16:creationId xmlns:a16="http://schemas.microsoft.com/office/drawing/2014/main" id="{FA2BC824-306A-637C-2B8E-8E9953518A91}"/>
              </a:ext>
            </a:extLst>
          </p:cNvPr>
          <p:cNvSpPr txBox="1"/>
          <p:nvPr/>
        </p:nvSpPr>
        <p:spPr>
          <a:xfrm>
            <a:off x="8895416" y="1320679"/>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1</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98" name="文本框 97">
            <a:extLst>
              <a:ext uri="{FF2B5EF4-FFF2-40B4-BE49-F238E27FC236}">
                <a16:creationId xmlns:a16="http://schemas.microsoft.com/office/drawing/2014/main" id="{3FFA8502-FFA0-1506-5504-903AED63199B}"/>
              </a:ext>
            </a:extLst>
          </p:cNvPr>
          <p:cNvSpPr txBox="1"/>
          <p:nvPr/>
        </p:nvSpPr>
        <p:spPr>
          <a:xfrm>
            <a:off x="9363071" y="1305888"/>
            <a:ext cx="235124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99" name="组合 98">
            <a:extLst>
              <a:ext uri="{FF2B5EF4-FFF2-40B4-BE49-F238E27FC236}">
                <a16:creationId xmlns:a16="http://schemas.microsoft.com/office/drawing/2014/main" id="{1CDB1259-3DBA-006F-CE3F-B3462620F1C1}"/>
              </a:ext>
            </a:extLst>
          </p:cNvPr>
          <p:cNvGrpSpPr/>
          <p:nvPr/>
        </p:nvGrpSpPr>
        <p:grpSpPr>
          <a:xfrm>
            <a:off x="8959938" y="2240166"/>
            <a:ext cx="2794136" cy="1692947"/>
            <a:chOff x="6013462" y="1405142"/>
            <a:chExt cx="5733900" cy="3474130"/>
          </a:xfrm>
        </p:grpSpPr>
        <p:cxnSp>
          <p:nvCxnSpPr>
            <p:cNvPr id="100" name="Google Shape;284;p21">
              <a:extLst>
                <a:ext uri="{FF2B5EF4-FFF2-40B4-BE49-F238E27FC236}">
                  <a16:creationId xmlns:a16="http://schemas.microsoft.com/office/drawing/2014/main" id="{B287990D-8F41-DB31-7BED-41CC36C7B360}"/>
                </a:ext>
              </a:extLst>
            </p:cNvPr>
            <p:cNvCxnSpPr>
              <a:cxnSpLocks/>
            </p:cNvCxnSpPr>
            <p:nvPr/>
          </p:nvCxnSpPr>
          <p:spPr>
            <a:xfrm>
              <a:off x="6013462" y="3780220"/>
              <a:ext cx="5733900" cy="0"/>
            </a:xfrm>
            <a:prstGeom prst="straightConnector1">
              <a:avLst/>
            </a:prstGeom>
            <a:noFill/>
            <a:ln w="22225" cap="flat" cmpd="sng">
              <a:solidFill>
                <a:schemeClr val="tx1"/>
              </a:solidFill>
              <a:prstDash val="solid"/>
              <a:round/>
              <a:headEnd type="none" w="med" len="med"/>
              <a:tailEnd type="none" w="med" len="med"/>
            </a:ln>
          </p:spPr>
        </p:cxnSp>
        <p:sp>
          <p:nvSpPr>
            <p:cNvPr id="101" name="Google Shape;285;p21">
              <a:extLst>
                <a:ext uri="{FF2B5EF4-FFF2-40B4-BE49-F238E27FC236}">
                  <a16:creationId xmlns:a16="http://schemas.microsoft.com/office/drawing/2014/main" id="{7E7D32CB-F88A-FC12-249A-8FE35DC6ABF4}"/>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40%</a:t>
              </a:r>
              <a:endParaRPr sz="1200" b="1">
                <a:solidFill>
                  <a:srgbClr val="1E344D"/>
                </a:solidFill>
                <a:latin typeface="Poppins"/>
                <a:ea typeface="Poppins"/>
                <a:cs typeface="Poppins"/>
                <a:sym typeface="Poppins"/>
              </a:endParaRPr>
            </a:p>
          </p:txBody>
        </p:sp>
        <p:sp>
          <p:nvSpPr>
            <p:cNvPr id="102" name="Google Shape;286;p21">
              <a:extLst>
                <a:ext uri="{FF2B5EF4-FFF2-40B4-BE49-F238E27FC236}">
                  <a16:creationId xmlns:a16="http://schemas.microsoft.com/office/drawing/2014/main" id="{F8454F2D-0847-21DA-5F1D-3EB607DA2B5D}"/>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60%</a:t>
              </a:r>
              <a:endParaRPr sz="1200" b="1">
                <a:solidFill>
                  <a:srgbClr val="1E344D"/>
                </a:solidFill>
                <a:latin typeface="Poppins"/>
                <a:ea typeface="Poppins"/>
                <a:cs typeface="Poppins"/>
                <a:sym typeface="Poppins"/>
              </a:endParaRPr>
            </a:p>
          </p:txBody>
        </p:sp>
        <p:sp>
          <p:nvSpPr>
            <p:cNvPr id="103" name="Google Shape;287;p21">
              <a:extLst>
                <a:ext uri="{FF2B5EF4-FFF2-40B4-BE49-F238E27FC236}">
                  <a16:creationId xmlns:a16="http://schemas.microsoft.com/office/drawing/2014/main" id="{2DDB331A-0EBC-0765-337F-6412B914895B}"/>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80%</a:t>
              </a:r>
              <a:endParaRPr sz="1200" b="1">
                <a:solidFill>
                  <a:srgbClr val="1E344D"/>
                </a:solidFill>
                <a:latin typeface="Poppins"/>
                <a:ea typeface="Poppins"/>
                <a:cs typeface="Poppins"/>
                <a:sym typeface="Poppins"/>
              </a:endParaRPr>
            </a:p>
          </p:txBody>
        </p:sp>
        <p:sp>
          <p:nvSpPr>
            <p:cNvPr id="104" name="Google Shape;288;p21">
              <a:extLst>
                <a:ext uri="{FF2B5EF4-FFF2-40B4-BE49-F238E27FC236}">
                  <a16:creationId xmlns:a16="http://schemas.microsoft.com/office/drawing/2014/main" id="{FDDED16C-CA8B-B6CD-96DC-03CAD7E6A966}"/>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VENUS</a:t>
              </a:r>
              <a:endParaRPr sz="1050" b="1">
                <a:solidFill>
                  <a:srgbClr val="1E344D"/>
                </a:solidFill>
                <a:latin typeface="Karla"/>
                <a:ea typeface="Karla"/>
                <a:cs typeface="Karla"/>
                <a:sym typeface="Karla"/>
              </a:endParaRPr>
            </a:p>
          </p:txBody>
        </p:sp>
        <p:sp>
          <p:nvSpPr>
            <p:cNvPr id="105" name="Google Shape;289;p21">
              <a:extLst>
                <a:ext uri="{FF2B5EF4-FFF2-40B4-BE49-F238E27FC236}">
                  <a16:creationId xmlns:a16="http://schemas.microsoft.com/office/drawing/2014/main" id="{0C346D61-2468-8E45-B72C-A99782BF76AD}"/>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MARS</a:t>
              </a:r>
              <a:endParaRPr sz="1050" b="1">
                <a:solidFill>
                  <a:srgbClr val="1E344D"/>
                </a:solidFill>
                <a:latin typeface="Karla"/>
                <a:ea typeface="Karla"/>
                <a:cs typeface="Karla"/>
                <a:sym typeface="Karla"/>
              </a:endParaRPr>
            </a:p>
          </p:txBody>
        </p:sp>
        <p:sp>
          <p:nvSpPr>
            <p:cNvPr id="106" name="Google Shape;290;p21">
              <a:extLst>
                <a:ext uri="{FF2B5EF4-FFF2-40B4-BE49-F238E27FC236}">
                  <a16:creationId xmlns:a16="http://schemas.microsoft.com/office/drawing/2014/main" id="{2B15C66B-763A-420F-00B8-50E1F2B4E87A}"/>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EARTH</a:t>
              </a:r>
              <a:endParaRPr sz="1050" b="1">
                <a:solidFill>
                  <a:srgbClr val="1E344D"/>
                </a:solidFill>
                <a:latin typeface="Karla"/>
                <a:ea typeface="Karla"/>
                <a:cs typeface="Karla"/>
                <a:sym typeface="Karla"/>
              </a:endParaRPr>
            </a:p>
          </p:txBody>
        </p:sp>
        <p:sp>
          <p:nvSpPr>
            <p:cNvPr id="107" name="Google Shape;293;p21">
              <a:extLst>
                <a:ext uri="{FF2B5EF4-FFF2-40B4-BE49-F238E27FC236}">
                  <a16:creationId xmlns:a16="http://schemas.microsoft.com/office/drawing/2014/main" id="{15DE5842-F876-2895-8C65-D9DAF3F584EF}"/>
                </a:ext>
              </a:extLst>
            </p:cNvPr>
            <p:cNvSpPr/>
            <p:nvPr/>
          </p:nvSpPr>
          <p:spPr>
            <a:xfrm rot="16200000">
              <a:off x="6489683" y="2953696"/>
              <a:ext cx="932249"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solidFill>
                  <a:srgbClr val="1E344D"/>
                </a:solidFill>
              </a:endParaRPr>
            </a:p>
          </p:txBody>
        </p:sp>
        <p:sp>
          <p:nvSpPr>
            <p:cNvPr id="108" name="Google Shape;296;p21">
              <a:extLst>
                <a:ext uri="{FF2B5EF4-FFF2-40B4-BE49-F238E27FC236}">
                  <a16:creationId xmlns:a16="http://schemas.microsoft.com/office/drawing/2014/main" id="{B4B22946-00C1-3024-C7D6-1384870B0C2A}"/>
                </a:ext>
              </a:extLst>
            </p:cNvPr>
            <p:cNvSpPr/>
            <p:nvPr/>
          </p:nvSpPr>
          <p:spPr>
            <a:xfrm rot="16200000">
              <a:off x="7534144" y="2710846"/>
              <a:ext cx="1417235" cy="474743"/>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solidFill>
                  <a:srgbClr val="1E344D"/>
                </a:solidFill>
              </a:endParaRPr>
            </a:p>
          </p:txBody>
        </p:sp>
        <p:sp>
          <p:nvSpPr>
            <p:cNvPr id="109" name="Google Shape;299;p21">
              <a:extLst>
                <a:ext uri="{FF2B5EF4-FFF2-40B4-BE49-F238E27FC236}">
                  <a16:creationId xmlns:a16="http://schemas.microsoft.com/office/drawing/2014/main" id="{BEEAFE46-58B0-55F5-1D8B-C7443A7A03F3}"/>
                </a:ext>
              </a:extLst>
            </p:cNvPr>
            <p:cNvSpPr/>
            <p:nvPr/>
          </p:nvSpPr>
          <p:spPr>
            <a:xfrm rot="16200000">
              <a:off x="8540505" y="2430196"/>
              <a:ext cx="1978793"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solidFill>
                  <a:srgbClr val="1E344D"/>
                </a:solidFill>
              </a:endParaRPr>
            </a:p>
          </p:txBody>
        </p:sp>
        <p:sp>
          <p:nvSpPr>
            <p:cNvPr id="110" name="Google Shape;302;p21">
              <a:extLst>
                <a:ext uri="{FF2B5EF4-FFF2-40B4-BE49-F238E27FC236}">
                  <a16:creationId xmlns:a16="http://schemas.microsoft.com/office/drawing/2014/main" id="{9A9DC502-60D1-61CB-8177-102C0369E1D3}"/>
                </a:ext>
              </a:extLst>
            </p:cNvPr>
            <p:cNvSpPr/>
            <p:nvPr/>
          </p:nvSpPr>
          <p:spPr>
            <a:xfrm rot="16200000">
              <a:off x="9686353" y="2286645"/>
              <a:ext cx="2249039" cy="48603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solidFill>
                  <a:srgbClr val="1E344D"/>
                </a:solidFill>
              </a:endParaRPr>
            </a:p>
          </p:txBody>
        </p:sp>
        <p:sp>
          <p:nvSpPr>
            <p:cNvPr id="111" name="Google Shape;303;p21">
              <a:extLst>
                <a:ext uri="{FF2B5EF4-FFF2-40B4-BE49-F238E27FC236}">
                  <a16:creationId xmlns:a16="http://schemas.microsoft.com/office/drawing/2014/main" id="{656459DC-F00D-F97A-BDAF-3C01092A4F28}"/>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dirty="0">
                  <a:solidFill>
                    <a:srgbClr val="1E344D"/>
                  </a:solidFill>
                  <a:latin typeface="Poppins"/>
                  <a:ea typeface="Poppins"/>
                  <a:cs typeface="Poppins"/>
                  <a:sym typeface="Poppins"/>
                </a:rPr>
                <a:t>50%</a:t>
              </a:r>
              <a:endParaRPr sz="1200" b="1" dirty="0">
                <a:solidFill>
                  <a:srgbClr val="1E344D"/>
                </a:solidFill>
                <a:latin typeface="Poppins"/>
                <a:ea typeface="Poppins"/>
                <a:cs typeface="Poppins"/>
                <a:sym typeface="Poppins"/>
              </a:endParaRPr>
            </a:p>
          </p:txBody>
        </p:sp>
        <p:sp>
          <p:nvSpPr>
            <p:cNvPr id="112" name="Google Shape;304;p21">
              <a:extLst>
                <a:ext uri="{FF2B5EF4-FFF2-40B4-BE49-F238E27FC236}">
                  <a16:creationId xmlns:a16="http://schemas.microsoft.com/office/drawing/2014/main" id="{C84D9D79-8523-4C3D-69E0-1CD303E486E0}"/>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dirty="0">
                  <a:solidFill>
                    <a:srgbClr val="1E344D"/>
                  </a:solidFill>
                  <a:latin typeface="Karla"/>
                  <a:ea typeface="Karla"/>
                  <a:cs typeface="Karla"/>
                  <a:sym typeface="Karla"/>
                </a:rPr>
                <a:t>JUPITER</a:t>
              </a:r>
              <a:endParaRPr sz="1050" b="1" dirty="0">
                <a:solidFill>
                  <a:srgbClr val="1E344D"/>
                </a:solidFill>
                <a:latin typeface="Karla"/>
                <a:ea typeface="Karla"/>
                <a:cs typeface="Karla"/>
                <a:sym typeface="Karla"/>
              </a:endParaRPr>
            </a:p>
          </p:txBody>
        </p:sp>
      </p:grpSp>
      <p:cxnSp>
        <p:nvCxnSpPr>
          <p:cNvPr id="113" name="直线箭头连接符 112">
            <a:extLst>
              <a:ext uri="{FF2B5EF4-FFF2-40B4-BE49-F238E27FC236}">
                <a16:creationId xmlns:a16="http://schemas.microsoft.com/office/drawing/2014/main" id="{F6870437-D1E8-6069-A779-8B2136B0C53A}"/>
              </a:ext>
            </a:extLst>
          </p:cNvPr>
          <p:cNvCxnSpPr/>
          <p:nvPr/>
        </p:nvCxnSpPr>
        <p:spPr>
          <a:xfrm flipV="1">
            <a:off x="9328927" y="1922114"/>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4" name="椭圆 113">
            <a:extLst>
              <a:ext uri="{FF2B5EF4-FFF2-40B4-BE49-F238E27FC236}">
                <a16:creationId xmlns:a16="http://schemas.microsoft.com/office/drawing/2014/main" id="{2E64D022-BC3E-8FBC-DE3D-C8B64F2F4DBA}"/>
              </a:ext>
            </a:extLst>
          </p:cNvPr>
          <p:cNvSpPr/>
          <p:nvPr/>
        </p:nvSpPr>
        <p:spPr>
          <a:xfrm>
            <a:off x="9825883" y="2081141"/>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15" name="文本框 114">
            <a:extLst>
              <a:ext uri="{FF2B5EF4-FFF2-40B4-BE49-F238E27FC236}">
                <a16:creationId xmlns:a16="http://schemas.microsoft.com/office/drawing/2014/main" id="{85740C1F-FC15-D755-982C-359886C94A70}"/>
              </a:ext>
            </a:extLst>
          </p:cNvPr>
          <p:cNvSpPr txBox="1"/>
          <p:nvPr/>
        </p:nvSpPr>
        <p:spPr>
          <a:xfrm>
            <a:off x="9829617" y="2099428"/>
            <a:ext cx="835924"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6" name="矩形 115">
            <a:extLst>
              <a:ext uri="{FF2B5EF4-FFF2-40B4-BE49-F238E27FC236}">
                <a16:creationId xmlns:a16="http://schemas.microsoft.com/office/drawing/2014/main" id="{C4F71777-D300-71E4-03D2-1A3BC0CF5E1B}"/>
              </a:ext>
            </a:extLst>
          </p:cNvPr>
          <p:cNvSpPr/>
          <p:nvPr/>
        </p:nvSpPr>
        <p:spPr>
          <a:xfrm>
            <a:off x="8862312" y="4088853"/>
            <a:ext cx="414338" cy="4143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117" name="文本框 116">
            <a:extLst>
              <a:ext uri="{FF2B5EF4-FFF2-40B4-BE49-F238E27FC236}">
                <a16:creationId xmlns:a16="http://schemas.microsoft.com/office/drawing/2014/main" id="{0BAA8DFA-450B-2F11-B0E0-9F0AE50DD561}"/>
              </a:ext>
            </a:extLst>
          </p:cNvPr>
          <p:cNvSpPr txBox="1"/>
          <p:nvPr/>
        </p:nvSpPr>
        <p:spPr>
          <a:xfrm>
            <a:off x="8895416" y="410488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2</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118" name="Google Shape;776;p29">
            <a:extLst>
              <a:ext uri="{FF2B5EF4-FFF2-40B4-BE49-F238E27FC236}">
                <a16:creationId xmlns:a16="http://schemas.microsoft.com/office/drawing/2014/main" id="{109B3CD3-48B3-4A26-1D56-7C6939D142AF}"/>
              </a:ext>
            </a:extLst>
          </p:cNvPr>
          <p:cNvSpPr txBox="1"/>
          <p:nvPr/>
        </p:nvSpPr>
        <p:spPr>
          <a:xfrm>
            <a:off x="9273779" y="4219708"/>
            <a:ext cx="2301135"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1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119" name="Google Shape;777;p29">
            <a:extLst>
              <a:ext uri="{FF2B5EF4-FFF2-40B4-BE49-F238E27FC236}">
                <a16:creationId xmlns:a16="http://schemas.microsoft.com/office/drawing/2014/main" id="{C5E7FE21-1B08-750C-B692-EFD40639D264}"/>
              </a:ext>
            </a:extLst>
          </p:cNvPr>
          <p:cNvSpPr txBox="1"/>
          <p:nvPr/>
        </p:nvSpPr>
        <p:spPr>
          <a:xfrm>
            <a:off x="8808720" y="4605615"/>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20" name="Google Shape;777;p29">
            <a:extLst>
              <a:ext uri="{FF2B5EF4-FFF2-40B4-BE49-F238E27FC236}">
                <a16:creationId xmlns:a16="http://schemas.microsoft.com/office/drawing/2014/main" id="{5669772C-B051-88AD-1D47-AAA1C94B28B6}"/>
              </a:ext>
            </a:extLst>
          </p:cNvPr>
          <p:cNvSpPr txBox="1"/>
          <p:nvPr/>
        </p:nvSpPr>
        <p:spPr>
          <a:xfrm>
            <a:off x="8808720" y="5570596"/>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22" name="Google Shape;777;p29">
            <a:extLst>
              <a:ext uri="{FF2B5EF4-FFF2-40B4-BE49-F238E27FC236}">
                <a16:creationId xmlns:a16="http://schemas.microsoft.com/office/drawing/2014/main" id="{661CD5FF-34B5-EBE5-1486-B50F037BA729}"/>
              </a:ext>
            </a:extLst>
          </p:cNvPr>
          <p:cNvSpPr txBox="1"/>
          <p:nvPr/>
        </p:nvSpPr>
        <p:spPr>
          <a:xfrm>
            <a:off x="8808720" y="5142587"/>
            <a:ext cx="300736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solidFill>
                <a:srgbClr val="1E344D"/>
              </a:solidFill>
              <a:latin typeface="Alibaba PuHuiTi" pitchFamily="18" charset="-122"/>
              <a:ea typeface="Alibaba PuHuiTi" pitchFamily="18" charset="-122"/>
              <a:cs typeface="Alibaba PuHuiTi" pitchFamily="18" charset="-122"/>
              <a:sym typeface="Roboto"/>
            </a:endParaRPr>
          </a:p>
        </p:txBody>
      </p:sp>
    </p:spTree>
    <p:extLst>
      <p:ext uri="{BB962C8B-B14F-4D97-AF65-F5344CB8AC3E}">
        <p14:creationId xmlns:p14="http://schemas.microsoft.com/office/powerpoint/2010/main" val="200698527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椭圆 44">
            <a:extLst>
              <a:ext uri="{FF2B5EF4-FFF2-40B4-BE49-F238E27FC236}">
                <a16:creationId xmlns:a16="http://schemas.microsoft.com/office/drawing/2014/main" id="{578469DD-EC4A-AF5F-956D-BB1D600361FE}"/>
              </a:ext>
            </a:extLst>
          </p:cNvPr>
          <p:cNvSpPr/>
          <p:nvPr/>
        </p:nvSpPr>
        <p:spPr>
          <a:xfrm flipH="1">
            <a:off x="2179244" y="2156860"/>
            <a:ext cx="7499292" cy="3395140"/>
          </a:xfrm>
          <a:prstGeom prst="ellipse">
            <a:avLst/>
          </a:prstGeom>
          <a:solidFill>
            <a:srgbClr val="BB3023">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 name="椭圆 45">
            <a:extLst>
              <a:ext uri="{FF2B5EF4-FFF2-40B4-BE49-F238E27FC236}">
                <a16:creationId xmlns:a16="http://schemas.microsoft.com/office/drawing/2014/main" id="{9BE9A3D9-6E92-3901-6E63-1A62556A8D31}"/>
              </a:ext>
            </a:extLst>
          </p:cNvPr>
          <p:cNvSpPr/>
          <p:nvPr/>
        </p:nvSpPr>
        <p:spPr>
          <a:xfrm flipH="1">
            <a:off x="1380876" y="1593442"/>
            <a:ext cx="9096026" cy="4521975"/>
          </a:xfrm>
          <a:prstGeom prst="ellipse">
            <a:avLst/>
          </a:prstGeom>
          <a:solidFill>
            <a:srgbClr val="BB3023">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 name="椭圆 46">
            <a:extLst>
              <a:ext uri="{FF2B5EF4-FFF2-40B4-BE49-F238E27FC236}">
                <a16:creationId xmlns:a16="http://schemas.microsoft.com/office/drawing/2014/main" id="{69C4372E-F4A9-F35D-C778-95B9E49B4EF8}"/>
              </a:ext>
            </a:extLst>
          </p:cNvPr>
          <p:cNvSpPr/>
          <p:nvPr/>
        </p:nvSpPr>
        <p:spPr>
          <a:xfrm flipH="1">
            <a:off x="85650" y="949536"/>
            <a:ext cx="11686478" cy="5809786"/>
          </a:xfrm>
          <a:prstGeom prst="ellipse">
            <a:avLst/>
          </a:prstGeom>
          <a:solidFill>
            <a:srgbClr val="BB3023">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4" name="椭圆 43">
            <a:extLst>
              <a:ext uri="{FF2B5EF4-FFF2-40B4-BE49-F238E27FC236}">
                <a16:creationId xmlns:a16="http://schemas.microsoft.com/office/drawing/2014/main" id="{5AF3348E-2EF7-CA1B-19FD-DE0B74206866}"/>
              </a:ext>
            </a:extLst>
          </p:cNvPr>
          <p:cNvSpPr/>
          <p:nvPr/>
        </p:nvSpPr>
        <p:spPr>
          <a:xfrm flipH="1">
            <a:off x="3087430" y="2822718"/>
            <a:ext cx="5682917" cy="2063424"/>
          </a:xfrm>
          <a:prstGeom prst="ellipse">
            <a:avLst/>
          </a:prstGeom>
          <a:solidFill>
            <a:srgbClr val="BB3023">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椭圆 47">
            <a:extLst>
              <a:ext uri="{FF2B5EF4-FFF2-40B4-BE49-F238E27FC236}">
                <a16:creationId xmlns:a16="http://schemas.microsoft.com/office/drawing/2014/main" id="{9779DE77-277F-4D9C-DEA3-28BD6642C717}"/>
              </a:ext>
            </a:extLst>
          </p:cNvPr>
          <p:cNvSpPr/>
          <p:nvPr/>
        </p:nvSpPr>
        <p:spPr>
          <a:xfrm flipH="1">
            <a:off x="3905700" y="3356866"/>
            <a:ext cx="4046380" cy="995127"/>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 name="矩形 48">
            <a:extLst>
              <a:ext uri="{FF2B5EF4-FFF2-40B4-BE49-F238E27FC236}">
                <a16:creationId xmlns:a16="http://schemas.microsoft.com/office/drawing/2014/main" id="{71DD13C1-A1DC-93C9-8243-4C85C6ED91C8}"/>
              </a:ext>
            </a:extLst>
          </p:cNvPr>
          <p:cNvSpPr/>
          <p:nvPr/>
        </p:nvSpPr>
        <p:spPr>
          <a:xfrm flipH="1">
            <a:off x="0" y="929464"/>
            <a:ext cx="5954164" cy="58804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grpSp>
        <p:nvGrpSpPr>
          <p:cNvPr id="42" name="组合 41">
            <a:extLst>
              <a:ext uri="{FF2B5EF4-FFF2-40B4-BE49-F238E27FC236}">
                <a16:creationId xmlns:a16="http://schemas.microsoft.com/office/drawing/2014/main" id="{95F6FD3A-C247-2F4F-C3CE-2CEFA78D85D6}"/>
              </a:ext>
            </a:extLst>
          </p:cNvPr>
          <p:cNvGrpSpPr/>
          <p:nvPr/>
        </p:nvGrpSpPr>
        <p:grpSpPr>
          <a:xfrm>
            <a:off x="-13241262" y="825190"/>
            <a:ext cx="11902068" cy="6032810"/>
            <a:chOff x="289932" y="825190"/>
            <a:chExt cx="11902068" cy="6032810"/>
          </a:xfrm>
        </p:grpSpPr>
        <p:sp>
          <p:nvSpPr>
            <p:cNvPr id="5" name="椭圆 4">
              <a:extLst>
                <a:ext uri="{FF2B5EF4-FFF2-40B4-BE49-F238E27FC236}">
                  <a16:creationId xmlns:a16="http://schemas.microsoft.com/office/drawing/2014/main" id="{A94812F0-D1BC-BD21-FDCD-C6B0B7F0B2EE}"/>
                </a:ext>
              </a:extLst>
            </p:cNvPr>
            <p:cNvSpPr/>
            <p:nvPr/>
          </p:nvSpPr>
          <p:spPr>
            <a:xfrm>
              <a:off x="3291713" y="2809884"/>
              <a:ext cx="5682917" cy="2063424"/>
            </a:xfrm>
            <a:prstGeom prst="ellipse">
              <a:avLst/>
            </a:prstGeom>
            <a:solidFill>
              <a:srgbClr val="1E344D">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椭圆 6">
              <a:extLst>
                <a:ext uri="{FF2B5EF4-FFF2-40B4-BE49-F238E27FC236}">
                  <a16:creationId xmlns:a16="http://schemas.microsoft.com/office/drawing/2014/main" id="{638B87D8-73C3-6243-D81E-1A444FEC2759}"/>
                </a:ext>
              </a:extLst>
            </p:cNvPr>
            <p:cNvSpPr/>
            <p:nvPr/>
          </p:nvSpPr>
          <p:spPr>
            <a:xfrm>
              <a:off x="2383524" y="2144026"/>
              <a:ext cx="7499292" cy="3395140"/>
            </a:xfrm>
            <a:prstGeom prst="ellipse">
              <a:avLst/>
            </a:prstGeom>
            <a:solidFill>
              <a:srgbClr val="1E344D">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椭圆 7">
              <a:extLst>
                <a:ext uri="{FF2B5EF4-FFF2-40B4-BE49-F238E27FC236}">
                  <a16:creationId xmlns:a16="http://schemas.microsoft.com/office/drawing/2014/main" id="{2689C979-F820-B9B9-E88D-880204EC7BC7}"/>
                </a:ext>
              </a:extLst>
            </p:cNvPr>
            <p:cNvSpPr/>
            <p:nvPr/>
          </p:nvSpPr>
          <p:spPr>
            <a:xfrm>
              <a:off x="1585158" y="1580608"/>
              <a:ext cx="9096026" cy="4521975"/>
            </a:xfrm>
            <a:prstGeom prst="ellipse">
              <a:avLst/>
            </a:prstGeom>
            <a:solidFill>
              <a:srgbClr val="1E344D">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椭圆 8">
              <a:extLst>
                <a:ext uri="{FF2B5EF4-FFF2-40B4-BE49-F238E27FC236}">
                  <a16:creationId xmlns:a16="http://schemas.microsoft.com/office/drawing/2014/main" id="{5451F36B-740D-BC39-C49D-CD3DC8D701EB}"/>
                </a:ext>
              </a:extLst>
            </p:cNvPr>
            <p:cNvSpPr/>
            <p:nvPr/>
          </p:nvSpPr>
          <p:spPr>
            <a:xfrm>
              <a:off x="289932" y="936702"/>
              <a:ext cx="11686478" cy="5809786"/>
            </a:xfrm>
            <a:prstGeom prst="ellipse">
              <a:avLst/>
            </a:prstGeom>
            <a:solidFill>
              <a:srgbClr val="1E344D">
                <a:alpha val="3502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 name="椭圆 3">
              <a:extLst>
                <a:ext uri="{FF2B5EF4-FFF2-40B4-BE49-F238E27FC236}">
                  <a16:creationId xmlns:a16="http://schemas.microsoft.com/office/drawing/2014/main" id="{394AE9CC-151B-03EB-6E0F-09BB9EB75CE8}"/>
                </a:ext>
              </a:extLst>
            </p:cNvPr>
            <p:cNvSpPr/>
            <p:nvPr/>
          </p:nvSpPr>
          <p:spPr>
            <a:xfrm>
              <a:off x="4109980" y="3344032"/>
              <a:ext cx="4046380" cy="99512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矩形 12">
              <a:extLst>
                <a:ext uri="{FF2B5EF4-FFF2-40B4-BE49-F238E27FC236}">
                  <a16:creationId xmlns:a16="http://schemas.microsoft.com/office/drawing/2014/main" id="{5D7FED6D-BD1F-4CC8-B42B-71EE88ACC763}"/>
                </a:ext>
              </a:extLst>
            </p:cNvPr>
            <p:cNvSpPr/>
            <p:nvPr/>
          </p:nvSpPr>
          <p:spPr>
            <a:xfrm>
              <a:off x="6077415" y="825190"/>
              <a:ext cx="6114585" cy="60328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pic>
        <p:nvPicPr>
          <p:cNvPr id="50" name="图片 49">
            <a:extLst>
              <a:ext uri="{FF2B5EF4-FFF2-40B4-BE49-F238E27FC236}">
                <a16:creationId xmlns:a16="http://schemas.microsoft.com/office/drawing/2014/main" id="{8B546279-0E3C-C567-B030-4028D618A7C5}"/>
              </a:ext>
            </a:extLst>
          </p:cNvPr>
          <p:cNvPicPr>
            <a:picLocks noChangeAspect="1"/>
          </p:cNvPicPr>
          <p:nvPr/>
        </p:nvPicPr>
        <p:blipFill>
          <a:blip r:embed="rId3"/>
          <a:stretch>
            <a:fillRect/>
          </a:stretch>
        </p:blipFill>
        <p:spPr>
          <a:xfrm>
            <a:off x="143520" y="899400"/>
            <a:ext cx="5950877" cy="5910474"/>
          </a:xfrm>
          <a:prstGeom prst="rect">
            <a:avLst/>
          </a:prstGeom>
        </p:spPr>
      </p:pic>
      <p:sp>
        <p:nvSpPr>
          <p:cNvPr id="51" name="文本框 50">
            <a:extLst>
              <a:ext uri="{FF2B5EF4-FFF2-40B4-BE49-F238E27FC236}">
                <a16:creationId xmlns:a16="http://schemas.microsoft.com/office/drawing/2014/main" id="{C0735BDC-037A-E500-EFD4-A9EBF5206061}"/>
              </a:ext>
            </a:extLst>
          </p:cNvPr>
          <p:cNvSpPr txBox="1"/>
          <p:nvPr/>
        </p:nvSpPr>
        <p:spPr>
          <a:xfrm>
            <a:off x="4924010" y="3602361"/>
            <a:ext cx="1056896" cy="584775"/>
          </a:xfrm>
          <a:prstGeom prst="rect">
            <a:avLst/>
          </a:prstGeom>
          <a:noFill/>
        </p:spPr>
        <p:txBody>
          <a:bodyPr wrap="square" rtlCol="0">
            <a:spAutoFit/>
          </a:bodyPr>
          <a:lstStyle/>
          <a:p>
            <a:pPr algn="l"/>
            <a:r>
              <a:rPr kumimoji="1" lang="en-US" altLang="zh-CN" sz="3200" b="1" i="1" dirty="0">
                <a:solidFill>
                  <a:schemeClr val="bg1"/>
                </a:solidFill>
                <a:latin typeface="Alibaba PuHuiTi Medium" pitchFamily="18" charset="-122"/>
                <a:ea typeface="Alibaba PuHuiTi Medium" pitchFamily="18" charset="-122"/>
                <a:cs typeface="Alibaba PuHuiTi Medium" pitchFamily="18" charset="-122"/>
              </a:rPr>
              <a:t>50</a:t>
            </a:r>
            <a:r>
              <a:rPr kumimoji="1" lang="en-US" altLang="zh-CN" sz="3200" i="1" dirty="0">
                <a:solidFill>
                  <a:schemeClr val="bg1"/>
                </a:solidFill>
                <a:latin typeface="Alibaba PuHuiTi" pitchFamily="18" charset="-122"/>
                <a:ea typeface="Alibaba PuHuiTi" pitchFamily="18" charset="-122"/>
                <a:cs typeface="Alibaba PuHuiTi" pitchFamily="18" charset="-122"/>
              </a:rPr>
              <a:t>%</a:t>
            </a:r>
            <a:endParaRPr kumimoji="1" lang="zh-CN" altLang="en-US" sz="3200" i="1" dirty="0">
              <a:solidFill>
                <a:schemeClr val="bg1"/>
              </a:solidFill>
              <a:latin typeface="Alibaba PuHuiTi" pitchFamily="18" charset="-122"/>
              <a:ea typeface="Alibaba PuHuiTi" pitchFamily="18" charset="-122"/>
              <a:cs typeface="Alibaba PuHuiTi" pitchFamily="18" charset="-122"/>
            </a:endParaRPr>
          </a:p>
        </p:txBody>
      </p:sp>
      <p:sp>
        <p:nvSpPr>
          <p:cNvPr id="125" name="文本框 124">
            <a:extLst>
              <a:ext uri="{FF2B5EF4-FFF2-40B4-BE49-F238E27FC236}">
                <a16:creationId xmlns:a16="http://schemas.microsoft.com/office/drawing/2014/main" id="{6CC829D6-C658-D603-0C7A-2A994DF9A89A}"/>
              </a:ext>
            </a:extLst>
          </p:cNvPr>
          <p:cNvSpPr txBox="1"/>
          <p:nvPr/>
        </p:nvSpPr>
        <p:spPr>
          <a:xfrm>
            <a:off x="6093712" y="3624330"/>
            <a:ext cx="1056896" cy="584775"/>
          </a:xfrm>
          <a:prstGeom prst="rect">
            <a:avLst/>
          </a:prstGeom>
          <a:noFill/>
        </p:spPr>
        <p:txBody>
          <a:bodyPr wrap="square" rtlCol="0">
            <a:spAutoFit/>
          </a:bodyPr>
          <a:lstStyle/>
          <a:p>
            <a:pPr algn="l"/>
            <a:r>
              <a:rPr kumimoji="1" lang="en-US" altLang="zh-CN" sz="3200" b="1" i="1" dirty="0">
                <a:solidFill>
                  <a:schemeClr val="bg1"/>
                </a:solidFill>
                <a:latin typeface="Alibaba PuHuiTi Medium" pitchFamily="18" charset="-122"/>
                <a:ea typeface="Alibaba PuHuiTi Medium" pitchFamily="18" charset="-122"/>
                <a:cs typeface="Alibaba PuHuiTi Medium" pitchFamily="18" charset="-122"/>
              </a:rPr>
              <a:t>50</a:t>
            </a:r>
            <a:r>
              <a:rPr kumimoji="1" lang="en-US" altLang="zh-CN" sz="3200" i="1" dirty="0">
                <a:solidFill>
                  <a:schemeClr val="bg1"/>
                </a:solidFill>
                <a:latin typeface="Alibaba PuHuiTi" pitchFamily="18" charset="-122"/>
                <a:ea typeface="Alibaba PuHuiTi" pitchFamily="18" charset="-122"/>
                <a:cs typeface="Alibaba PuHuiTi" pitchFamily="18" charset="-122"/>
              </a:rPr>
              <a:t>%</a:t>
            </a:r>
            <a:endParaRPr kumimoji="1" lang="zh-CN" altLang="en-US" sz="3200" i="1" dirty="0">
              <a:solidFill>
                <a:schemeClr val="bg1"/>
              </a:solidFill>
              <a:latin typeface="Alibaba PuHuiTi" pitchFamily="18" charset="-122"/>
              <a:ea typeface="Alibaba PuHuiTi" pitchFamily="18" charset="-122"/>
              <a:cs typeface="Alibaba PuHuiTi" pitchFamily="18" charset="-122"/>
            </a:endParaRPr>
          </a:p>
        </p:txBody>
      </p:sp>
      <p:sp>
        <p:nvSpPr>
          <p:cNvPr id="164" name="Google Shape;6579;p79">
            <a:extLst>
              <a:ext uri="{FF2B5EF4-FFF2-40B4-BE49-F238E27FC236}">
                <a16:creationId xmlns:a16="http://schemas.microsoft.com/office/drawing/2014/main" id="{9512D2EE-9C4E-B0C2-C32F-8951641082F6}"/>
              </a:ext>
            </a:extLst>
          </p:cNvPr>
          <p:cNvSpPr/>
          <p:nvPr/>
        </p:nvSpPr>
        <p:spPr>
          <a:xfrm>
            <a:off x="7678333" y="1267699"/>
            <a:ext cx="484268" cy="473145"/>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1E344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84" name="Google Shape;6599;p79">
            <a:extLst>
              <a:ext uri="{FF2B5EF4-FFF2-40B4-BE49-F238E27FC236}">
                <a16:creationId xmlns:a16="http://schemas.microsoft.com/office/drawing/2014/main" id="{8A408AFD-2C30-410B-0336-A61EF04D0373}"/>
              </a:ext>
            </a:extLst>
          </p:cNvPr>
          <p:cNvGrpSpPr/>
          <p:nvPr/>
        </p:nvGrpSpPr>
        <p:grpSpPr>
          <a:xfrm>
            <a:off x="6972469" y="2768623"/>
            <a:ext cx="471527" cy="471487"/>
            <a:chOff x="-35481425" y="3919600"/>
            <a:chExt cx="291450" cy="291425"/>
          </a:xfrm>
          <a:solidFill>
            <a:srgbClr val="1E344D"/>
          </a:solidFill>
        </p:grpSpPr>
        <p:sp>
          <p:nvSpPr>
            <p:cNvPr id="185" name="Google Shape;6600;p79">
              <a:extLst>
                <a:ext uri="{FF2B5EF4-FFF2-40B4-BE49-F238E27FC236}">
                  <a16:creationId xmlns:a16="http://schemas.microsoft.com/office/drawing/2014/main" id="{6B300598-3AE1-76B5-8ED4-029DEBECB36F}"/>
                </a:ext>
              </a:extLst>
            </p:cNvPr>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 name="Google Shape;6601;p79">
              <a:extLst>
                <a:ext uri="{FF2B5EF4-FFF2-40B4-BE49-F238E27FC236}">
                  <a16:creationId xmlns:a16="http://schemas.microsoft.com/office/drawing/2014/main" id="{0380FE27-D218-3DFA-1E3D-BA995D10DA0B}"/>
                </a:ext>
              </a:extLst>
            </p:cNvPr>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 name="Google Shape;6602;p79">
              <a:extLst>
                <a:ext uri="{FF2B5EF4-FFF2-40B4-BE49-F238E27FC236}">
                  <a16:creationId xmlns:a16="http://schemas.microsoft.com/office/drawing/2014/main" id="{B572F4BC-B33B-F506-E6F5-D8AFA1EC71C7}"/>
                </a:ext>
              </a:extLst>
            </p:cNvPr>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 name="Google Shape;6603;p79">
              <a:extLst>
                <a:ext uri="{FF2B5EF4-FFF2-40B4-BE49-F238E27FC236}">
                  <a16:creationId xmlns:a16="http://schemas.microsoft.com/office/drawing/2014/main" id="{C3E5E61C-B3D0-08D7-8FB7-BF3EE40541D2}"/>
                </a:ext>
              </a:extLst>
            </p:cNvPr>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 name="Google Shape;6604;p79">
              <a:extLst>
                <a:ext uri="{FF2B5EF4-FFF2-40B4-BE49-F238E27FC236}">
                  <a16:creationId xmlns:a16="http://schemas.microsoft.com/office/drawing/2014/main" id="{688C8916-D466-C76D-6D2F-9765106633B0}"/>
                </a:ext>
              </a:extLst>
            </p:cNvPr>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 name="Google Shape;6605;p79">
              <a:extLst>
                <a:ext uri="{FF2B5EF4-FFF2-40B4-BE49-F238E27FC236}">
                  <a16:creationId xmlns:a16="http://schemas.microsoft.com/office/drawing/2014/main" id="{BFDA78E5-5784-A7E8-36AB-03BDDBF4DBEE}"/>
                </a:ext>
              </a:extLst>
            </p:cNvPr>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 name="Google Shape;6606;p79">
              <a:extLst>
                <a:ext uri="{FF2B5EF4-FFF2-40B4-BE49-F238E27FC236}">
                  <a16:creationId xmlns:a16="http://schemas.microsoft.com/office/drawing/2014/main" id="{879FDC2E-F172-9301-1DF3-D93B6695D157}"/>
                </a:ext>
              </a:extLst>
            </p:cNvPr>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 name="Google Shape;6607;p79">
              <a:extLst>
                <a:ext uri="{FF2B5EF4-FFF2-40B4-BE49-F238E27FC236}">
                  <a16:creationId xmlns:a16="http://schemas.microsoft.com/office/drawing/2014/main" id="{203CB85C-0E2D-8183-CFCC-238DBFDBCDA5}"/>
                </a:ext>
              </a:extLst>
            </p:cNvPr>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37" name="Google Shape;6752;p79">
            <a:extLst>
              <a:ext uri="{FF2B5EF4-FFF2-40B4-BE49-F238E27FC236}">
                <a16:creationId xmlns:a16="http://schemas.microsoft.com/office/drawing/2014/main" id="{18B3D691-DA8B-85BE-2812-1F9B6126443A}"/>
              </a:ext>
            </a:extLst>
          </p:cNvPr>
          <p:cNvGrpSpPr/>
          <p:nvPr/>
        </p:nvGrpSpPr>
        <p:grpSpPr>
          <a:xfrm>
            <a:off x="2928084" y="5770542"/>
            <a:ext cx="471527" cy="471487"/>
            <a:chOff x="-31093575" y="3911725"/>
            <a:chExt cx="291450" cy="291425"/>
          </a:xfrm>
          <a:solidFill>
            <a:schemeClr val="bg1"/>
          </a:solidFill>
        </p:grpSpPr>
        <p:sp>
          <p:nvSpPr>
            <p:cNvPr id="338" name="Google Shape;6753;p79">
              <a:extLst>
                <a:ext uri="{FF2B5EF4-FFF2-40B4-BE49-F238E27FC236}">
                  <a16:creationId xmlns:a16="http://schemas.microsoft.com/office/drawing/2014/main" id="{B3F4D09B-D6E7-3323-A383-6C4047E873DD}"/>
                </a:ext>
              </a:extLst>
            </p:cNvPr>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 name="Google Shape;6754;p79">
              <a:extLst>
                <a:ext uri="{FF2B5EF4-FFF2-40B4-BE49-F238E27FC236}">
                  <a16:creationId xmlns:a16="http://schemas.microsoft.com/office/drawing/2014/main" id="{CF07692D-C812-DFC2-4BD0-EB678D0BA774}"/>
                </a:ext>
              </a:extLst>
            </p:cNvPr>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6" name="Google Shape;6771;p79">
            <a:extLst>
              <a:ext uri="{FF2B5EF4-FFF2-40B4-BE49-F238E27FC236}">
                <a16:creationId xmlns:a16="http://schemas.microsoft.com/office/drawing/2014/main" id="{2221BF7B-E5DE-AA24-30C6-2F31F50EA043}"/>
              </a:ext>
            </a:extLst>
          </p:cNvPr>
          <p:cNvGrpSpPr/>
          <p:nvPr/>
        </p:nvGrpSpPr>
        <p:grpSpPr>
          <a:xfrm>
            <a:off x="3746972" y="5142854"/>
            <a:ext cx="474076" cy="471487"/>
            <a:chOff x="-34406325" y="3919600"/>
            <a:chExt cx="293025" cy="291425"/>
          </a:xfrm>
          <a:solidFill>
            <a:schemeClr val="bg1"/>
          </a:solidFill>
        </p:grpSpPr>
        <p:sp>
          <p:nvSpPr>
            <p:cNvPr id="357" name="Google Shape;6772;p79">
              <a:extLst>
                <a:ext uri="{FF2B5EF4-FFF2-40B4-BE49-F238E27FC236}">
                  <a16:creationId xmlns:a16="http://schemas.microsoft.com/office/drawing/2014/main" id="{326D8DCF-8BD0-B2F6-14AC-87FB86CF918F}"/>
                </a:ext>
              </a:extLst>
            </p:cNvPr>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8" name="Google Shape;6773;p79">
              <a:extLst>
                <a:ext uri="{FF2B5EF4-FFF2-40B4-BE49-F238E27FC236}">
                  <a16:creationId xmlns:a16="http://schemas.microsoft.com/office/drawing/2014/main" id="{E9F210E0-D235-1520-0437-82CDA1D64185}"/>
                </a:ext>
              </a:extLst>
            </p:cNvPr>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 name="Google Shape;6774;p79">
              <a:extLst>
                <a:ext uri="{FF2B5EF4-FFF2-40B4-BE49-F238E27FC236}">
                  <a16:creationId xmlns:a16="http://schemas.microsoft.com/office/drawing/2014/main" id="{E97033FF-7FE6-92CD-5ABE-EEDC28170EE3}"/>
                </a:ext>
              </a:extLst>
            </p:cNvPr>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 name="Google Shape;6775;p79">
              <a:extLst>
                <a:ext uri="{FF2B5EF4-FFF2-40B4-BE49-F238E27FC236}">
                  <a16:creationId xmlns:a16="http://schemas.microsoft.com/office/drawing/2014/main" id="{A77DD975-1971-41E3-3633-7084E53A1C10}"/>
                </a:ext>
              </a:extLst>
            </p:cNvPr>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1" name="Google Shape;6776;p79">
              <a:extLst>
                <a:ext uri="{FF2B5EF4-FFF2-40B4-BE49-F238E27FC236}">
                  <a16:creationId xmlns:a16="http://schemas.microsoft.com/office/drawing/2014/main" id="{B3D89259-A986-D84B-A3A9-C3CB5781247A}"/>
                </a:ext>
              </a:extLst>
            </p:cNvPr>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 name="Google Shape;6777;p79">
              <a:extLst>
                <a:ext uri="{FF2B5EF4-FFF2-40B4-BE49-F238E27FC236}">
                  <a16:creationId xmlns:a16="http://schemas.microsoft.com/office/drawing/2014/main" id="{7A5CF147-0BAB-ABC6-1120-B6A866D1F2CE}"/>
                </a:ext>
              </a:extLst>
            </p:cNvPr>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3" name="Google Shape;6778;p79">
              <a:extLst>
                <a:ext uri="{FF2B5EF4-FFF2-40B4-BE49-F238E27FC236}">
                  <a16:creationId xmlns:a16="http://schemas.microsoft.com/office/drawing/2014/main" id="{FC91A551-0CDE-92B7-B83E-798FE58D9970}"/>
                </a:ext>
              </a:extLst>
            </p:cNvPr>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64" name="Google Shape;6779;p79">
            <a:extLst>
              <a:ext uri="{FF2B5EF4-FFF2-40B4-BE49-F238E27FC236}">
                <a16:creationId xmlns:a16="http://schemas.microsoft.com/office/drawing/2014/main" id="{1DE97DAC-BBF9-C773-14B1-B26F5749FEFC}"/>
              </a:ext>
            </a:extLst>
          </p:cNvPr>
          <p:cNvGrpSpPr/>
          <p:nvPr/>
        </p:nvGrpSpPr>
        <p:grpSpPr>
          <a:xfrm>
            <a:off x="7291482" y="2076279"/>
            <a:ext cx="471527" cy="456239"/>
            <a:chOff x="-32568800" y="3232000"/>
            <a:chExt cx="291450" cy="282000"/>
          </a:xfrm>
          <a:solidFill>
            <a:srgbClr val="1E344D"/>
          </a:solidFill>
        </p:grpSpPr>
        <p:sp>
          <p:nvSpPr>
            <p:cNvPr id="365" name="Google Shape;6780;p79">
              <a:extLst>
                <a:ext uri="{FF2B5EF4-FFF2-40B4-BE49-F238E27FC236}">
                  <a16:creationId xmlns:a16="http://schemas.microsoft.com/office/drawing/2014/main" id="{F58D15A1-31ED-D664-0212-04B23E500C1B}"/>
                </a:ext>
              </a:extLst>
            </p:cNvPr>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 name="Google Shape;6781;p79">
              <a:extLst>
                <a:ext uri="{FF2B5EF4-FFF2-40B4-BE49-F238E27FC236}">
                  <a16:creationId xmlns:a16="http://schemas.microsoft.com/office/drawing/2014/main" id="{DE9EFDB1-AEBF-292B-68CC-0F0C55AFAC12}"/>
                </a:ext>
              </a:extLst>
            </p:cNvPr>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0" name="Google Shape;6942;p79">
            <a:extLst>
              <a:ext uri="{FF2B5EF4-FFF2-40B4-BE49-F238E27FC236}">
                <a16:creationId xmlns:a16="http://schemas.microsoft.com/office/drawing/2014/main" id="{34DE0BF8-C11B-8D25-1524-6EF0F25006E1}"/>
              </a:ext>
            </a:extLst>
          </p:cNvPr>
          <p:cNvGrpSpPr/>
          <p:nvPr/>
        </p:nvGrpSpPr>
        <p:grpSpPr>
          <a:xfrm>
            <a:off x="4521986" y="4567353"/>
            <a:ext cx="477465" cy="475101"/>
            <a:chOff x="-55202750" y="3198925"/>
            <a:chExt cx="318225" cy="316650"/>
          </a:xfrm>
          <a:solidFill>
            <a:schemeClr val="bg1"/>
          </a:solidFill>
        </p:grpSpPr>
        <p:sp>
          <p:nvSpPr>
            <p:cNvPr id="741" name="Google Shape;6943;p79">
              <a:extLst>
                <a:ext uri="{FF2B5EF4-FFF2-40B4-BE49-F238E27FC236}">
                  <a16:creationId xmlns:a16="http://schemas.microsoft.com/office/drawing/2014/main" id="{A08EF687-EABF-4959-DE78-91705B3CB5D2}"/>
                </a:ext>
              </a:extLst>
            </p:cNvPr>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 name="Google Shape;6944;p79">
              <a:extLst>
                <a:ext uri="{FF2B5EF4-FFF2-40B4-BE49-F238E27FC236}">
                  <a16:creationId xmlns:a16="http://schemas.microsoft.com/office/drawing/2014/main" id="{2279C215-A12C-723C-7199-F9E0666CF69D}"/>
                </a:ext>
              </a:extLst>
            </p:cNvPr>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84" name="文本框 783">
            <a:extLst>
              <a:ext uri="{FF2B5EF4-FFF2-40B4-BE49-F238E27FC236}">
                <a16:creationId xmlns:a16="http://schemas.microsoft.com/office/drawing/2014/main" id="{8C26EF46-E253-BA6C-C02B-6783BAB2501A}"/>
              </a:ext>
            </a:extLst>
          </p:cNvPr>
          <p:cNvSpPr txBox="1"/>
          <p:nvPr/>
        </p:nvSpPr>
        <p:spPr>
          <a:xfrm rot="3628503">
            <a:off x="10168713" y="2708498"/>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86" name="文本框 785">
            <a:extLst>
              <a:ext uri="{FF2B5EF4-FFF2-40B4-BE49-F238E27FC236}">
                <a16:creationId xmlns:a16="http://schemas.microsoft.com/office/drawing/2014/main" id="{1A574540-1AB9-03EB-7B74-672AB72A1957}"/>
              </a:ext>
            </a:extLst>
          </p:cNvPr>
          <p:cNvSpPr txBox="1"/>
          <p:nvPr/>
        </p:nvSpPr>
        <p:spPr>
          <a:xfrm rot="1318985">
            <a:off x="8149574" y="2224641"/>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87" name="文本框 786">
            <a:extLst>
              <a:ext uri="{FF2B5EF4-FFF2-40B4-BE49-F238E27FC236}">
                <a16:creationId xmlns:a16="http://schemas.microsoft.com/office/drawing/2014/main" id="{D3098436-7416-54BD-0FEE-393BBB7F86C5}"/>
              </a:ext>
            </a:extLst>
          </p:cNvPr>
          <p:cNvSpPr txBox="1"/>
          <p:nvPr/>
        </p:nvSpPr>
        <p:spPr>
          <a:xfrm rot="1318985">
            <a:off x="7357486" y="3304761"/>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88" name="文本框 787">
            <a:extLst>
              <a:ext uri="{FF2B5EF4-FFF2-40B4-BE49-F238E27FC236}">
                <a16:creationId xmlns:a16="http://schemas.microsoft.com/office/drawing/2014/main" id="{300229DE-8BF0-5791-44D9-EC25E85CFA1E}"/>
              </a:ext>
            </a:extLst>
          </p:cNvPr>
          <p:cNvSpPr txBox="1"/>
          <p:nvPr/>
        </p:nvSpPr>
        <p:spPr>
          <a:xfrm rot="20900588">
            <a:off x="6878037" y="4192740"/>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89" name="文本框 788">
            <a:extLst>
              <a:ext uri="{FF2B5EF4-FFF2-40B4-BE49-F238E27FC236}">
                <a16:creationId xmlns:a16="http://schemas.microsoft.com/office/drawing/2014/main" id="{61349414-7A35-E98B-64E7-040B7A7925A7}"/>
              </a:ext>
            </a:extLst>
          </p:cNvPr>
          <p:cNvSpPr txBox="1"/>
          <p:nvPr/>
        </p:nvSpPr>
        <p:spPr>
          <a:xfrm rot="21214271">
            <a:off x="5969028" y="4376543"/>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90" name="文本框 789">
            <a:extLst>
              <a:ext uri="{FF2B5EF4-FFF2-40B4-BE49-F238E27FC236}">
                <a16:creationId xmlns:a16="http://schemas.microsoft.com/office/drawing/2014/main" id="{E385014D-040B-3AE5-16B9-B803A6B94E3F}"/>
              </a:ext>
            </a:extLst>
          </p:cNvPr>
          <p:cNvSpPr txBox="1"/>
          <p:nvPr/>
        </p:nvSpPr>
        <p:spPr>
          <a:xfrm rot="20258009">
            <a:off x="8552751" y="5640601"/>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91" name="文本框 790">
            <a:extLst>
              <a:ext uri="{FF2B5EF4-FFF2-40B4-BE49-F238E27FC236}">
                <a16:creationId xmlns:a16="http://schemas.microsoft.com/office/drawing/2014/main" id="{F0CD26A2-B6D9-22A3-4D2D-03CB0C87AF70}"/>
              </a:ext>
            </a:extLst>
          </p:cNvPr>
          <p:cNvSpPr txBox="1"/>
          <p:nvPr/>
        </p:nvSpPr>
        <p:spPr>
          <a:xfrm rot="20258009">
            <a:off x="7812053" y="4515365"/>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92" name="文本框 791">
            <a:extLst>
              <a:ext uri="{FF2B5EF4-FFF2-40B4-BE49-F238E27FC236}">
                <a16:creationId xmlns:a16="http://schemas.microsoft.com/office/drawing/2014/main" id="{EBBD9716-AE5E-76B4-89A1-45167AED1086}"/>
              </a:ext>
            </a:extLst>
          </p:cNvPr>
          <p:cNvSpPr txBox="1"/>
          <p:nvPr/>
        </p:nvSpPr>
        <p:spPr>
          <a:xfrm rot="18231033">
            <a:off x="9253300" y="4116128"/>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93" name="文本框 792">
            <a:extLst>
              <a:ext uri="{FF2B5EF4-FFF2-40B4-BE49-F238E27FC236}">
                <a16:creationId xmlns:a16="http://schemas.microsoft.com/office/drawing/2014/main" id="{D0C717C1-4EA7-C67F-1EA3-A75F4A8F7640}"/>
              </a:ext>
            </a:extLst>
          </p:cNvPr>
          <p:cNvSpPr txBox="1"/>
          <p:nvPr/>
        </p:nvSpPr>
        <p:spPr>
          <a:xfrm rot="21128092">
            <a:off x="6316036" y="5551155"/>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794" name="文本框 793">
            <a:extLst>
              <a:ext uri="{FF2B5EF4-FFF2-40B4-BE49-F238E27FC236}">
                <a16:creationId xmlns:a16="http://schemas.microsoft.com/office/drawing/2014/main" id="{9C741A80-BB5C-6522-36EF-B5F2D717CD42}"/>
              </a:ext>
            </a:extLst>
          </p:cNvPr>
          <p:cNvSpPr txBox="1"/>
          <p:nvPr/>
        </p:nvSpPr>
        <p:spPr>
          <a:xfrm rot="1597902">
            <a:off x="2989538" y="4447044"/>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795" name="文本框 794">
            <a:extLst>
              <a:ext uri="{FF2B5EF4-FFF2-40B4-BE49-F238E27FC236}">
                <a16:creationId xmlns:a16="http://schemas.microsoft.com/office/drawing/2014/main" id="{FEEDFC71-52F4-7A82-F2E1-E4FC510F0A65}"/>
              </a:ext>
            </a:extLst>
          </p:cNvPr>
          <p:cNvSpPr txBox="1"/>
          <p:nvPr/>
        </p:nvSpPr>
        <p:spPr>
          <a:xfrm rot="1597902">
            <a:off x="2095436" y="4787094"/>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796" name="文本框 795">
            <a:extLst>
              <a:ext uri="{FF2B5EF4-FFF2-40B4-BE49-F238E27FC236}">
                <a16:creationId xmlns:a16="http://schemas.microsoft.com/office/drawing/2014/main" id="{9E9813D0-FFCC-E998-57DB-49487EE113CE}"/>
              </a:ext>
            </a:extLst>
          </p:cNvPr>
          <p:cNvSpPr txBox="1"/>
          <p:nvPr/>
        </p:nvSpPr>
        <p:spPr>
          <a:xfrm rot="1597902">
            <a:off x="1303348" y="5219141"/>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797" name="文本框 796">
            <a:extLst>
              <a:ext uri="{FF2B5EF4-FFF2-40B4-BE49-F238E27FC236}">
                <a16:creationId xmlns:a16="http://schemas.microsoft.com/office/drawing/2014/main" id="{79D2A609-0DE5-5F75-1FB5-E732688349EF}"/>
              </a:ext>
            </a:extLst>
          </p:cNvPr>
          <p:cNvSpPr txBox="1"/>
          <p:nvPr/>
        </p:nvSpPr>
        <p:spPr>
          <a:xfrm rot="8342163">
            <a:off x="1262701" y="2098191"/>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798" name="文本框 797">
            <a:extLst>
              <a:ext uri="{FF2B5EF4-FFF2-40B4-BE49-F238E27FC236}">
                <a16:creationId xmlns:a16="http://schemas.microsoft.com/office/drawing/2014/main" id="{A4DA8D96-BF54-587E-3ECE-B6DE8D0DE154}"/>
              </a:ext>
            </a:extLst>
          </p:cNvPr>
          <p:cNvSpPr txBox="1"/>
          <p:nvPr/>
        </p:nvSpPr>
        <p:spPr>
          <a:xfrm rot="8098158">
            <a:off x="1761617" y="2734715"/>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799" name="文本框 798">
            <a:extLst>
              <a:ext uri="{FF2B5EF4-FFF2-40B4-BE49-F238E27FC236}">
                <a16:creationId xmlns:a16="http://schemas.microsoft.com/office/drawing/2014/main" id="{266474A9-220D-19B5-31AE-30F711DA6EA9}"/>
              </a:ext>
            </a:extLst>
          </p:cNvPr>
          <p:cNvSpPr txBox="1"/>
          <p:nvPr/>
        </p:nvSpPr>
        <p:spPr>
          <a:xfrm rot="6745689">
            <a:off x="548891" y="2943231"/>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800" name="文本框 799">
            <a:extLst>
              <a:ext uri="{FF2B5EF4-FFF2-40B4-BE49-F238E27FC236}">
                <a16:creationId xmlns:a16="http://schemas.microsoft.com/office/drawing/2014/main" id="{14623C0E-BB7B-6C74-60FA-AF9D247F744D}"/>
              </a:ext>
            </a:extLst>
          </p:cNvPr>
          <p:cNvSpPr txBox="1"/>
          <p:nvPr/>
        </p:nvSpPr>
        <p:spPr>
          <a:xfrm rot="9755319">
            <a:off x="3876938" y="2493689"/>
            <a:ext cx="1349517" cy="461665"/>
          </a:xfrm>
          <a:prstGeom prst="rect">
            <a:avLst/>
          </a:prstGeom>
          <a:noFill/>
        </p:spPr>
        <p:txBody>
          <a:bodyPr wrap="square" rtlCol="0">
            <a:spAutoFit/>
          </a:bodyPr>
          <a:lstStyle/>
          <a:p>
            <a:pPr algn="ct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801" name="文本框 800">
            <a:extLst>
              <a:ext uri="{FF2B5EF4-FFF2-40B4-BE49-F238E27FC236}">
                <a16:creationId xmlns:a16="http://schemas.microsoft.com/office/drawing/2014/main" id="{EB45A613-04AC-6365-B295-B328C5128078}"/>
              </a:ext>
            </a:extLst>
          </p:cNvPr>
          <p:cNvSpPr txBox="1"/>
          <p:nvPr/>
        </p:nvSpPr>
        <p:spPr>
          <a:xfrm rot="1684318">
            <a:off x="9987068" y="1306769"/>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802" name="文本框 801">
            <a:extLst>
              <a:ext uri="{FF2B5EF4-FFF2-40B4-BE49-F238E27FC236}">
                <a16:creationId xmlns:a16="http://schemas.microsoft.com/office/drawing/2014/main" id="{91AB7174-0D25-2A12-C407-DD819BD75327}"/>
              </a:ext>
            </a:extLst>
          </p:cNvPr>
          <p:cNvSpPr txBox="1"/>
          <p:nvPr/>
        </p:nvSpPr>
        <p:spPr>
          <a:xfrm rot="1684318">
            <a:off x="436613" y="5879611"/>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803" name="文本框 802">
            <a:extLst>
              <a:ext uri="{FF2B5EF4-FFF2-40B4-BE49-F238E27FC236}">
                <a16:creationId xmlns:a16="http://schemas.microsoft.com/office/drawing/2014/main" id="{6296BC91-7C60-39B3-F537-1416E3E05F42}"/>
              </a:ext>
            </a:extLst>
          </p:cNvPr>
          <p:cNvSpPr txBox="1"/>
          <p:nvPr/>
        </p:nvSpPr>
        <p:spPr>
          <a:xfrm rot="19477562">
            <a:off x="792660" y="1313392"/>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413954337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矩形 202">
            <a:extLst>
              <a:ext uri="{FF2B5EF4-FFF2-40B4-BE49-F238E27FC236}">
                <a16:creationId xmlns:a16="http://schemas.microsoft.com/office/drawing/2014/main" id="{55A8D45D-322A-C1DA-6547-5193D6042AED}"/>
              </a:ext>
            </a:extLst>
          </p:cNvPr>
          <p:cNvSpPr/>
          <p:nvPr/>
        </p:nvSpPr>
        <p:spPr>
          <a:xfrm>
            <a:off x="6551417" y="995423"/>
            <a:ext cx="5352259" cy="52086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5" name="三角形 204">
            <a:extLst>
              <a:ext uri="{FF2B5EF4-FFF2-40B4-BE49-F238E27FC236}">
                <a16:creationId xmlns:a16="http://schemas.microsoft.com/office/drawing/2014/main" id="{18BA78DB-0404-BEA2-EC4E-562070AE0886}"/>
              </a:ext>
            </a:extLst>
          </p:cNvPr>
          <p:cNvSpPr/>
          <p:nvPr/>
        </p:nvSpPr>
        <p:spPr>
          <a:xfrm rot="5400000">
            <a:off x="6562446" y="966492"/>
            <a:ext cx="520863" cy="578734"/>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组合 135">
            <a:extLst>
              <a:ext uri="{FF2B5EF4-FFF2-40B4-BE49-F238E27FC236}">
                <a16:creationId xmlns:a16="http://schemas.microsoft.com/office/drawing/2014/main" id="{BF46F97C-6B98-FFF6-99C7-BF0B0F4F4DAB}"/>
              </a:ext>
            </a:extLst>
          </p:cNvPr>
          <p:cNvGrpSpPr/>
          <p:nvPr/>
        </p:nvGrpSpPr>
        <p:grpSpPr>
          <a:xfrm>
            <a:off x="559961" y="2079413"/>
            <a:ext cx="5750560" cy="4206240"/>
            <a:chOff x="558800" y="2113280"/>
            <a:chExt cx="5750560" cy="4206240"/>
          </a:xfrm>
        </p:grpSpPr>
        <p:sp>
          <p:nvSpPr>
            <p:cNvPr id="137" name="矩形 136">
              <a:extLst>
                <a:ext uri="{FF2B5EF4-FFF2-40B4-BE49-F238E27FC236}">
                  <a16:creationId xmlns:a16="http://schemas.microsoft.com/office/drawing/2014/main" id="{46D0C5FE-D98F-DC40-21BA-27616F555726}"/>
                </a:ext>
              </a:extLst>
            </p:cNvPr>
            <p:cNvSpPr/>
            <p:nvPr/>
          </p:nvSpPr>
          <p:spPr>
            <a:xfrm>
              <a:off x="558800" y="2113280"/>
              <a:ext cx="5750560" cy="4206240"/>
            </a:xfrm>
            <a:prstGeom prst="rect">
              <a:avLst/>
            </a:prstGeom>
            <a:noFill/>
            <a:ln>
              <a:solidFill>
                <a:schemeClr val="tx1">
                  <a:lumMod val="50000"/>
                  <a:lumOff val="50000"/>
                  <a:alpha val="33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cxnSp>
          <p:nvCxnSpPr>
            <p:cNvPr id="138" name="直线连接符 137">
              <a:extLst>
                <a:ext uri="{FF2B5EF4-FFF2-40B4-BE49-F238E27FC236}">
                  <a16:creationId xmlns:a16="http://schemas.microsoft.com/office/drawing/2014/main" id="{7DEABB59-3435-A2F1-BE94-E0FC1B30D747}"/>
                </a:ext>
              </a:extLst>
            </p:cNvPr>
            <p:cNvCxnSpPr>
              <a:cxnSpLocks/>
            </p:cNvCxnSpPr>
            <p:nvPr/>
          </p:nvCxnSpPr>
          <p:spPr>
            <a:xfrm>
              <a:off x="1072567"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39" name="直线连接符 138">
              <a:extLst>
                <a:ext uri="{FF2B5EF4-FFF2-40B4-BE49-F238E27FC236}">
                  <a16:creationId xmlns:a16="http://schemas.microsoft.com/office/drawing/2014/main" id="{A2DBF26F-C973-5F4D-4FB8-99B64D3362CF}"/>
                </a:ext>
              </a:extLst>
            </p:cNvPr>
            <p:cNvCxnSpPr>
              <a:cxnSpLocks/>
            </p:cNvCxnSpPr>
            <p:nvPr/>
          </p:nvCxnSpPr>
          <p:spPr>
            <a:xfrm>
              <a:off x="1616006"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0" name="直线连接符 139">
              <a:extLst>
                <a:ext uri="{FF2B5EF4-FFF2-40B4-BE49-F238E27FC236}">
                  <a16:creationId xmlns:a16="http://schemas.microsoft.com/office/drawing/2014/main" id="{E8715C30-A3B5-9E6D-CC1C-CB68B500F097}"/>
                </a:ext>
              </a:extLst>
            </p:cNvPr>
            <p:cNvCxnSpPr>
              <a:cxnSpLocks/>
            </p:cNvCxnSpPr>
            <p:nvPr/>
          </p:nvCxnSpPr>
          <p:spPr>
            <a:xfrm>
              <a:off x="2135560"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1" name="直线连接符 140">
              <a:extLst>
                <a:ext uri="{FF2B5EF4-FFF2-40B4-BE49-F238E27FC236}">
                  <a16:creationId xmlns:a16="http://schemas.microsoft.com/office/drawing/2014/main" id="{BD2D2CF5-E2A0-C709-B6A6-EA352D7B948A}"/>
                </a:ext>
              </a:extLst>
            </p:cNvPr>
            <p:cNvCxnSpPr>
              <a:cxnSpLocks/>
            </p:cNvCxnSpPr>
            <p:nvPr/>
          </p:nvCxnSpPr>
          <p:spPr>
            <a:xfrm>
              <a:off x="2639616"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2" name="直线连接符 141">
              <a:extLst>
                <a:ext uri="{FF2B5EF4-FFF2-40B4-BE49-F238E27FC236}">
                  <a16:creationId xmlns:a16="http://schemas.microsoft.com/office/drawing/2014/main" id="{33682461-D09F-7484-0655-25847E345FA5}"/>
                </a:ext>
              </a:extLst>
            </p:cNvPr>
            <p:cNvCxnSpPr>
              <a:cxnSpLocks/>
            </p:cNvCxnSpPr>
            <p:nvPr/>
          </p:nvCxnSpPr>
          <p:spPr>
            <a:xfrm>
              <a:off x="3166919"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3" name="直线连接符 142">
              <a:extLst>
                <a:ext uri="{FF2B5EF4-FFF2-40B4-BE49-F238E27FC236}">
                  <a16:creationId xmlns:a16="http://schemas.microsoft.com/office/drawing/2014/main" id="{44A1E5D1-15F6-2CE3-8A9B-0A0CED1E83BF}"/>
                </a:ext>
              </a:extLst>
            </p:cNvPr>
            <p:cNvCxnSpPr>
              <a:cxnSpLocks/>
            </p:cNvCxnSpPr>
            <p:nvPr/>
          </p:nvCxnSpPr>
          <p:spPr>
            <a:xfrm>
              <a:off x="3711987"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4" name="直线连接符 143">
              <a:extLst>
                <a:ext uri="{FF2B5EF4-FFF2-40B4-BE49-F238E27FC236}">
                  <a16:creationId xmlns:a16="http://schemas.microsoft.com/office/drawing/2014/main" id="{19F056F5-3AD7-FFE0-84CF-D4FB030D94A2}"/>
                </a:ext>
              </a:extLst>
            </p:cNvPr>
            <p:cNvCxnSpPr>
              <a:cxnSpLocks/>
            </p:cNvCxnSpPr>
            <p:nvPr/>
          </p:nvCxnSpPr>
          <p:spPr>
            <a:xfrm>
              <a:off x="4223792"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5" name="直线连接符 144">
              <a:extLst>
                <a:ext uri="{FF2B5EF4-FFF2-40B4-BE49-F238E27FC236}">
                  <a16:creationId xmlns:a16="http://schemas.microsoft.com/office/drawing/2014/main" id="{76A38B15-6CD0-347E-D0A3-4EA1D390EED0}"/>
                </a:ext>
              </a:extLst>
            </p:cNvPr>
            <p:cNvCxnSpPr>
              <a:cxnSpLocks/>
            </p:cNvCxnSpPr>
            <p:nvPr/>
          </p:nvCxnSpPr>
          <p:spPr>
            <a:xfrm>
              <a:off x="4727848"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6" name="直线连接符 145">
              <a:extLst>
                <a:ext uri="{FF2B5EF4-FFF2-40B4-BE49-F238E27FC236}">
                  <a16:creationId xmlns:a16="http://schemas.microsoft.com/office/drawing/2014/main" id="{8B6A9D4F-C6EA-603C-8567-F8D6910B8FDE}"/>
                </a:ext>
              </a:extLst>
            </p:cNvPr>
            <p:cNvCxnSpPr>
              <a:cxnSpLocks/>
            </p:cNvCxnSpPr>
            <p:nvPr/>
          </p:nvCxnSpPr>
          <p:spPr>
            <a:xfrm>
              <a:off x="5231904"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7" name="直线连接符 146">
              <a:extLst>
                <a:ext uri="{FF2B5EF4-FFF2-40B4-BE49-F238E27FC236}">
                  <a16:creationId xmlns:a16="http://schemas.microsoft.com/office/drawing/2014/main" id="{E09EA764-6DD3-E6A3-2F67-2EB308918F02}"/>
                </a:ext>
              </a:extLst>
            </p:cNvPr>
            <p:cNvCxnSpPr>
              <a:cxnSpLocks/>
            </p:cNvCxnSpPr>
            <p:nvPr/>
          </p:nvCxnSpPr>
          <p:spPr>
            <a:xfrm>
              <a:off x="5807968"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8" name="直线连接符 147">
              <a:extLst>
                <a:ext uri="{FF2B5EF4-FFF2-40B4-BE49-F238E27FC236}">
                  <a16:creationId xmlns:a16="http://schemas.microsoft.com/office/drawing/2014/main" id="{A55E715E-C49E-494A-CA7B-2413AEB18F3A}"/>
                </a:ext>
              </a:extLst>
            </p:cNvPr>
            <p:cNvCxnSpPr>
              <a:cxnSpLocks/>
            </p:cNvCxnSpPr>
            <p:nvPr/>
          </p:nvCxnSpPr>
          <p:spPr>
            <a:xfrm>
              <a:off x="566906" y="2719953"/>
              <a:ext cx="5742454"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49" name="直线连接符 148">
              <a:extLst>
                <a:ext uri="{FF2B5EF4-FFF2-40B4-BE49-F238E27FC236}">
                  <a16:creationId xmlns:a16="http://schemas.microsoft.com/office/drawing/2014/main" id="{8D134BB5-61B4-EA18-F248-8F5760774705}"/>
                </a:ext>
              </a:extLst>
            </p:cNvPr>
            <p:cNvCxnSpPr>
              <a:cxnSpLocks/>
            </p:cNvCxnSpPr>
            <p:nvPr/>
          </p:nvCxnSpPr>
          <p:spPr>
            <a:xfrm>
              <a:off x="566906" y="3333745"/>
              <a:ext cx="5729391"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50" name="直线连接符 149">
              <a:extLst>
                <a:ext uri="{FF2B5EF4-FFF2-40B4-BE49-F238E27FC236}">
                  <a16:creationId xmlns:a16="http://schemas.microsoft.com/office/drawing/2014/main" id="{6B6B384F-77FB-26FE-A060-E76678D66389}"/>
                </a:ext>
              </a:extLst>
            </p:cNvPr>
            <p:cNvCxnSpPr>
              <a:cxnSpLocks/>
            </p:cNvCxnSpPr>
            <p:nvPr/>
          </p:nvCxnSpPr>
          <p:spPr>
            <a:xfrm>
              <a:off x="566906" y="3933056"/>
              <a:ext cx="5742454"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51" name="直线连接符 150">
              <a:extLst>
                <a:ext uri="{FF2B5EF4-FFF2-40B4-BE49-F238E27FC236}">
                  <a16:creationId xmlns:a16="http://schemas.microsoft.com/office/drawing/2014/main" id="{14E32018-362F-89EF-C317-7AF6C45071D8}"/>
                </a:ext>
              </a:extLst>
            </p:cNvPr>
            <p:cNvCxnSpPr>
              <a:cxnSpLocks/>
            </p:cNvCxnSpPr>
            <p:nvPr/>
          </p:nvCxnSpPr>
          <p:spPr>
            <a:xfrm>
              <a:off x="566906" y="4509120"/>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52" name="直线连接符 151">
              <a:extLst>
                <a:ext uri="{FF2B5EF4-FFF2-40B4-BE49-F238E27FC236}">
                  <a16:creationId xmlns:a16="http://schemas.microsoft.com/office/drawing/2014/main" id="{FE11154B-35DD-1AAA-9B1A-D3CA26597434}"/>
                </a:ext>
              </a:extLst>
            </p:cNvPr>
            <p:cNvCxnSpPr>
              <a:cxnSpLocks/>
            </p:cNvCxnSpPr>
            <p:nvPr/>
          </p:nvCxnSpPr>
          <p:spPr>
            <a:xfrm>
              <a:off x="566906" y="5133945"/>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153" name="直线连接符 152">
              <a:extLst>
                <a:ext uri="{FF2B5EF4-FFF2-40B4-BE49-F238E27FC236}">
                  <a16:creationId xmlns:a16="http://schemas.microsoft.com/office/drawing/2014/main" id="{69ADAE80-E28A-9861-0441-4B3BBFBE537C}"/>
                </a:ext>
              </a:extLst>
            </p:cNvPr>
            <p:cNvCxnSpPr>
              <a:cxnSpLocks/>
            </p:cNvCxnSpPr>
            <p:nvPr/>
          </p:nvCxnSpPr>
          <p:spPr>
            <a:xfrm>
              <a:off x="566906" y="5733256"/>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grpSp>
      <p:sp>
        <p:nvSpPr>
          <p:cNvPr id="154" name="文本框 153">
            <a:extLst>
              <a:ext uri="{FF2B5EF4-FFF2-40B4-BE49-F238E27FC236}">
                <a16:creationId xmlns:a16="http://schemas.microsoft.com/office/drawing/2014/main" id="{D206E223-F40D-4B0D-CD33-B4B1AE36A2EF}"/>
              </a:ext>
            </a:extLst>
          </p:cNvPr>
          <p:cNvSpPr txBox="1"/>
          <p:nvPr/>
        </p:nvSpPr>
        <p:spPr>
          <a:xfrm>
            <a:off x="464893" y="6301619"/>
            <a:ext cx="258404" cy="246221"/>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55" name="文本框 154">
            <a:extLst>
              <a:ext uri="{FF2B5EF4-FFF2-40B4-BE49-F238E27FC236}">
                <a16:creationId xmlns:a16="http://schemas.microsoft.com/office/drawing/2014/main" id="{46DA6EA2-7558-07F9-B44A-EA036930B94F}"/>
              </a:ext>
            </a:extLst>
          </p:cNvPr>
          <p:cNvSpPr txBox="1"/>
          <p:nvPr/>
        </p:nvSpPr>
        <p:spPr>
          <a:xfrm>
            <a:off x="984593" y="6301619"/>
            <a:ext cx="258404" cy="246221"/>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56" name="文本框 155">
            <a:extLst>
              <a:ext uri="{FF2B5EF4-FFF2-40B4-BE49-F238E27FC236}">
                <a16:creationId xmlns:a16="http://schemas.microsoft.com/office/drawing/2014/main" id="{4FC8D582-100F-8B29-C091-8D68F549F0DB}"/>
              </a:ext>
            </a:extLst>
          </p:cNvPr>
          <p:cNvSpPr txBox="1"/>
          <p:nvPr/>
        </p:nvSpPr>
        <p:spPr>
          <a:xfrm>
            <a:off x="1488649" y="6301619"/>
            <a:ext cx="258404" cy="246221"/>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9</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57" name="文本框 156">
            <a:extLst>
              <a:ext uri="{FF2B5EF4-FFF2-40B4-BE49-F238E27FC236}">
                <a16:creationId xmlns:a16="http://schemas.microsoft.com/office/drawing/2014/main" id="{7A8C7536-CF33-1BB1-3F9B-213C98F99E0A}"/>
              </a:ext>
            </a:extLst>
          </p:cNvPr>
          <p:cNvSpPr txBox="1"/>
          <p:nvPr/>
        </p:nvSpPr>
        <p:spPr>
          <a:xfrm>
            <a:off x="2038589"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10</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58" name="文本框 157">
            <a:extLst>
              <a:ext uri="{FF2B5EF4-FFF2-40B4-BE49-F238E27FC236}">
                <a16:creationId xmlns:a16="http://schemas.microsoft.com/office/drawing/2014/main" id="{61B7300A-D392-D3C4-CC2A-ADE116510014}"/>
              </a:ext>
            </a:extLst>
          </p:cNvPr>
          <p:cNvSpPr txBox="1"/>
          <p:nvPr/>
        </p:nvSpPr>
        <p:spPr>
          <a:xfrm>
            <a:off x="2529416"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11</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59" name="文本框 158">
            <a:extLst>
              <a:ext uri="{FF2B5EF4-FFF2-40B4-BE49-F238E27FC236}">
                <a16:creationId xmlns:a16="http://schemas.microsoft.com/office/drawing/2014/main" id="{A94D9338-071D-8DCE-CAD0-B2B06DEF64CA}"/>
              </a:ext>
            </a:extLst>
          </p:cNvPr>
          <p:cNvSpPr txBox="1"/>
          <p:nvPr/>
        </p:nvSpPr>
        <p:spPr>
          <a:xfrm>
            <a:off x="3059763"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12</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0" name="文本框 159">
            <a:extLst>
              <a:ext uri="{FF2B5EF4-FFF2-40B4-BE49-F238E27FC236}">
                <a16:creationId xmlns:a16="http://schemas.microsoft.com/office/drawing/2014/main" id="{E45796EF-5789-B8C6-D817-68FD11D2CFAA}"/>
              </a:ext>
            </a:extLst>
          </p:cNvPr>
          <p:cNvSpPr txBox="1"/>
          <p:nvPr/>
        </p:nvSpPr>
        <p:spPr>
          <a:xfrm>
            <a:off x="3590106"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13</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1" name="文本框 160">
            <a:extLst>
              <a:ext uri="{FF2B5EF4-FFF2-40B4-BE49-F238E27FC236}">
                <a16:creationId xmlns:a16="http://schemas.microsoft.com/office/drawing/2014/main" id="{5A491222-EEE8-126E-D915-261448FD9B65}"/>
              </a:ext>
            </a:extLst>
          </p:cNvPr>
          <p:cNvSpPr txBox="1"/>
          <p:nvPr/>
        </p:nvSpPr>
        <p:spPr>
          <a:xfrm>
            <a:off x="4113756"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14</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2" name="文本框 161">
            <a:extLst>
              <a:ext uri="{FF2B5EF4-FFF2-40B4-BE49-F238E27FC236}">
                <a16:creationId xmlns:a16="http://schemas.microsoft.com/office/drawing/2014/main" id="{CBBD83D8-9C8F-CA0F-9574-37CFBFBD961F}"/>
              </a:ext>
            </a:extLst>
          </p:cNvPr>
          <p:cNvSpPr txBox="1"/>
          <p:nvPr/>
        </p:nvSpPr>
        <p:spPr>
          <a:xfrm>
            <a:off x="4637406"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15</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3" name="文本框 162">
            <a:extLst>
              <a:ext uri="{FF2B5EF4-FFF2-40B4-BE49-F238E27FC236}">
                <a16:creationId xmlns:a16="http://schemas.microsoft.com/office/drawing/2014/main" id="{4DD31D81-6717-BF24-EF15-036BF5E137BE}"/>
              </a:ext>
            </a:extLst>
          </p:cNvPr>
          <p:cNvSpPr txBox="1"/>
          <p:nvPr/>
        </p:nvSpPr>
        <p:spPr>
          <a:xfrm>
            <a:off x="5161057"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16</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4" name="文本框 163">
            <a:extLst>
              <a:ext uri="{FF2B5EF4-FFF2-40B4-BE49-F238E27FC236}">
                <a16:creationId xmlns:a16="http://schemas.microsoft.com/office/drawing/2014/main" id="{897AF494-CAD7-02CB-C695-FC4386C3096B}"/>
              </a:ext>
            </a:extLst>
          </p:cNvPr>
          <p:cNvSpPr txBox="1"/>
          <p:nvPr/>
        </p:nvSpPr>
        <p:spPr>
          <a:xfrm>
            <a:off x="5671807"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5" name="文本框 164">
            <a:extLst>
              <a:ext uri="{FF2B5EF4-FFF2-40B4-BE49-F238E27FC236}">
                <a16:creationId xmlns:a16="http://schemas.microsoft.com/office/drawing/2014/main" id="{AC2AF655-7219-FFCE-2920-A57B274EB388}"/>
              </a:ext>
            </a:extLst>
          </p:cNvPr>
          <p:cNvSpPr txBox="1"/>
          <p:nvPr/>
        </p:nvSpPr>
        <p:spPr>
          <a:xfrm>
            <a:off x="6077729" y="6301619"/>
            <a:ext cx="338554" cy="253916"/>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66" name="文本框 165">
            <a:extLst>
              <a:ext uri="{FF2B5EF4-FFF2-40B4-BE49-F238E27FC236}">
                <a16:creationId xmlns:a16="http://schemas.microsoft.com/office/drawing/2014/main" id="{0801586C-7892-59EB-71E4-D04C2198E3D0}"/>
              </a:ext>
            </a:extLst>
          </p:cNvPr>
          <p:cNvSpPr txBox="1"/>
          <p:nvPr/>
        </p:nvSpPr>
        <p:spPr>
          <a:xfrm>
            <a:off x="464893" y="6443769"/>
            <a:ext cx="375424"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DEC</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67" name="文本框 166">
            <a:extLst>
              <a:ext uri="{FF2B5EF4-FFF2-40B4-BE49-F238E27FC236}">
                <a16:creationId xmlns:a16="http://schemas.microsoft.com/office/drawing/2014/main" id="{5B649B46-E1BA-6D56-9630-5A0DECD32D78}"/>
              </a:ext>
            </a:extLst>
          </p:cNvPr>
          <p:cNvSpPr txBox="1"/>
          <p:nvPr/>
        </p:nvSpPr>
        <p:spPr>
          <a:xfrm>
            <a:off x="512342" y="6123486"/>
            <a:ext cx="376026" cy="230832"/>
          </a:xfrm>
          <a:prstGeom prst="rect">
            <a:avLst/>
          </a:prstGeom>
          <a:noFill/>
        </p:spPr>
        <p:txBody>
          <a:bodyPr wrap="square" rtlCol="0">
            <a:spAutoFit/>
          </a:bodyPr>
          <a:lstStyle/>
          <a:p>
            <a:r>
              <a:rPr kumimoji="1" lang="en-US" altLang="zh-CN" sz="900" dirty="0">
                <a:solidFill>
                  <a:srgbClr val="01329F"/>
                </a:solidFill>
                <a:latin typeface="Alibaba PuHuiTi" pitchFamily="18" charset="-122"/>
                <a:ea typeface="Alibaba PuHuiTi" pitchFamily="18" charset="-122"/>
                <a:cs typeface="Alibaba PuHuiTi" pitchFamily="18" charset="-122"/>
              </a:rPr>
              <a:t>0</a:t>
            </a:r>
            <a:endParaRPr kumimoji="1" lang="zh-CN" altLang="en-US" sz="900" dirty="0">
              <a:solidFill>
                <a:srgbClr val="01329F"/>
              </a:solidFill>
              <a:latin typeface="Alibaba PuHuiTi" pitchFamily="18" charset="-122"/>
              <a:ea typeface="Alibaba PuHuiTi" pitchFamily="18" charset="-122"/>
              <a:cs typeface="Alibaba PuHuiTi" pitchFamily="18" charset="-122"/>
            </a:endParaRPr>
          </a:p>
        </p:txBody>
      </p:sp>
      <p:sp>
        <p:nvSpPr>
          <p:cNvPr id="168" name="文本框 167">
            <a:extLst>
              <a:ext uri="{FF2B5EF4-FFF2-40B4-BE49-F238E27FC236}">
                <a16:creationId xmlns:a16="http://schemas.microsoft.com/office/drawing/2014/main" id="{21220A3D-CE13-35C7-075F-BA70952D36B4}"/>
              </a:ext>
            </a:extLst>
          </p:cNvPr>
          <p:cNvSpPr txBox="1"/>
          <p:nvPr/>
        </p:nvSpPr>
        <p:spPr>
          <a:xfrm>
            <a:off x="512789" y="5523120"/>
            <a:ext cx="467436" cy="230832"/>
          </a:xfrm>
          <a:prstGeom prst="rect">
            <a:avLst/>
          </a:prstGeom>
          <a:noFill/>
        </p:spPr>
        <p:txBody>
          <a:bodyPr wrap="square" rtlCol="0">
            <a:spAutoFit/>
          </a:bodyPr>
          <a:lstStyle/>
          <a:p>
            <a:r>
              <a:rPr kumimoji="1" lang="en-US" altLang="zh-CN" sz="900" dirty="0">
                <a:solidFill>
                  <a:srgbClr val="1E344D"/>
                </a:solidFill>
                <a:latin typeface="Alibaba PuHuiTi" pitchFamily="18" charset="-122"/>
                <a:ea typeface="Alibaba PuHuiTi" pitchFamily="18" charset="-122"/>
                <a:cs typeface="Alibaba PuHuiTi" pitchFamily="18" charset="-122"/>
              </a:rPr>
              <a:t>28</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169" name="文本框 168">
            <a:extLst>
              <a:ext uri="{FF2B5EF4-FFF2-40B4-BE49-F238E27FC236}">
                <a16:creationId xmlns:a16="http://schemas.microsoft.com/office/drawing/2014/main" id="{5B9AC5E6-0B59-504F-BE07-B6AEF01EE034}"/>
              </a:ext>
            </a:extLst>
          </p:cNvPr>
          <p:cNvSpPr txBox="1"/>
          <p:nvPr/>
        </p:nvSpPr>
        <p:spPr>
          <a:xfrm>
            <a:off x="504838" y="4923204"/>
            <a:ext cx="467436" cy="230832"/>
          </a:xfrm>
          <a:prstGeom prst="rect">
            <a:avLst/>
          </a:prstGeom>
          <a:noFill/>
        </p:spPr>
        <p:txBody>
          <a:bodyPr wrap="square" rtlCol="0">
            <a:spAutoFit/>
          </a:bodyPr>
          <a:lstStyle/>
          <a:p>
            <a:r>
              <a:rPr kumimoji="1" lang="en-US" altLang="zh-CN" sz="900" dirty="0">
                <a:solidFill>
                  <a:srgbClr val="1E344D"/>
                </a:solidFill>
                <a:latin typeface="Alibaba PuHuiTi" pitchFamily="18" charset="-122"/>
                <a:ea typeface="Alibaba PuHuiTi" pitchFamily="18" charset="-122"/>
                <a:cs typeface="Alibaba PuHuiTi" pitchFamily="18" charset="-122"/>
              </a:rPr>
              <a:t>40</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170" name="文本框 169">
            <a:extLst>
              <a:ext uri="{FF2B5EF4-FFF2-40B4-BE49-F238E27FC236}">
                <a16:creationId xmlns:a16="http://schemas.microsoft.com/office/drawing/2014/main" id="{2AD1A295-7518-2A1F-35F4-EEA493399E53}"/>
              </a:ext>
            </a:extLst>
          </p:cNvPr>
          <p:cNvSpPr txBox="1"/>
          <p:nvPr/>
        </p:nvSpPr>
        <p:spPr>
          <a:xfrm>
            <a:off x="512789" y="4323286"/>
            <a:ext cx="467436" cy="230832"/>
          </a:xfrm>
          <a:prstGeom prst="rect">
            <a:avLst/>
          </a:prstGeom>
          <a:noFill/>
        </p:spPr>
        <p:txBody>
          <a:bodyPr wrap="square" rtlCol="0">
            <a:spAutoFit/>
          </a:bodyPr>
          <a:lstStyle/>
          <a:p>
            <a:r>
              <a:rPr kumimoji="1" lang="en-US" altLang="zh-CN" sz="900" dirty="0">
                <a:solidFill>
                  <a:srgbClr val="1E344D"/>
                </a:solidFill>
                <a:latin typeface="Alibaba PuHuiTi" pitchFamily="18" charset="-122"/>
                <a:ea typeface="Alibaba PuHuiTi" pitchFamily="18" charset="-122"/>
                <a:cs typeface="Alibaba PuHuiTi" pitchFamily="18" charset="-122"/>
              </a:rPr>
              <a:t>60</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171" name="文本框 170">
            <a:extLst>
              <a:ext uri="{FF2B5EF4-FFF2-40B4-BE49-F238E27FC236}">
                <a16:creationId xmlns:a16="http://schemas.microsoft.com/office/drawing/2014/main" id="{91673241-25D1-A245-D7A8-398C6C1F6B9A}"/>
              </a:ext>
            </a:extLst>
          </p:cNvPr>
          <p:cNvSpPr txBox="1"/>
          <p:nvPr/>
        </p:nvSpPr>
        <p:spPr>
          <a:xfrm>
            <a:off x="504837" y="3722921"/>
            <a:ext cx="467436" cy="230832"/>
          </a:xfrm>
          <a:prstGeom prst="rect">
            <a:avLst/>
          </a:prstGeom>
          <a:noFill/>
        </p:spPr>
        <p:txBody>
          <a:bodyPr wrap="square" rtlCol="0">
            <a:spAutoFit/>
          </a:bodyPr>
          <a:lstStyle/>
          <a:p>
            <a:r>
              <a:rPr kumimoji="1" lang="en-US" altLang="zh-CN" sz="900" dirty="0">
                <a:solidFill>
                  <a:srgbClr val="1E344D"/>
                </a:solidFill>
                <a:latin typeface="Alibaba PuHuiTi" pitchFamily="18" charset="-122"/>
                <a:ea typeface="Alibaba PuHuiTi" pitchFamily="18" charset="-122"/>
                <a:cs typeface="Alibaba PuHuiTi" pitchFamily="18" charset="-122"/>
              </a:rPr>
              <a:t>80</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172" name="文本框 171">
            <a:extLst>
              <a:ext uri="{FF2B5EF4-FFF2-40B4-BE49-F238E27FC236}">
                <a16:creationId xmlns:a16="http://schemas.microsoft.com/office/drawing/2014/main" id="{E1806FD6-2473-5583-9969-1CDD872676E7}"/>
              </a:ext>
            </a:extLst>
          </p:cNvPr>
          <p:cNvSpPr txBox="1"/>
          <p:nvPr/>
        </p:nvSpPr>
        <p:spPr>
          <a:xfrm>
            <a:off x="512788" y="3115052"/>
            <a:ext cx="558849" cy="230832"/>
          </a:xfrm>
          <a:prstGeom prst="rect">
            <a:avLst/>
          </a:prstGeom>
          <a:noFill/>
        </p:spPr>
        <p:txBody>
          <a:bodyPr wrap="square" rtlCol="0">
            <a:spAutoFit/>
          </a:bodyPr>
          <a:lstStyle/>
          <a:p>
            <a:r>
              <a:rPr kumimoji="1" lang="en-US" altLang="zh-CN" sz="900" dirty="0">
                <a:solidFill>
                  <a:srgbClr val="1E344D"/>
                </a:solidFill>
                <a:latin typeface="Alibaba PuHuiTi" pitchFamily="18" charset="-122"/>
                <a:ea typeface="Alibaba PuHuiTi" pitchFamily="18" charset="-122"/>
                <a:cs typeface="Alibaba PuHuiTi" pitchFamily="18" charset="-122"/>
              </a:rPr>
              <a:t>100</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173" name="文本框 172">
            <a:extLst>
              <a:ext uri="{FF2B5EF4-FFF2-40B4-BE49-F238E27FC236}">
                <a16:creationId xmlns:a16="http://schemas.microsoft.com/office/drawing/2014/main" id="{7FE7F413-10BB-ACCC-8F32-6EC5CCBD2DD9}"/>
              </a:ext>
            </a:extLst>
          </p:cNvPr>
          <p:cNvSpPr txBox="1"/>
          <p:nvPr/>
        </p:nvSpPr>
        <p:spPr>
          <a:xfrm>
            <a:off x="504836" y="2507183"/>
            <a:ext cx="558849" cy="230832"/>
          </a:xfrm>
          <a:prstGeom prst="rect">
            <a:avLst/>
          </a:prstGeom>
          <a:noFill/>
        </p:spPr>
        <p:txBody>
          <a:bodyPr wrap="square" rtlCol="0">
            <a:spAutoFit/>
          </a:bodyPr>
          <a:lstStyle/>
          <a:p>
            <a:r>
              <a:rPr kumimoji="1" lang="en-US" altLang="zh-CN" sz="900" dirty="0">
                <a:solidFill>
                  <a:srgbClr val="1E344D"/>
                </a:solidFill>
                <a:latin typeface="Alibaba PuHuiTi" pitchFamily="18" charset="-122"/>
                <a:ea typeface="Alibaba PuHuiTi" pitchFamily="18" charset="-122"/>
                <a:cs typeface="Alibaba PuHuiTi" pitchFamily="18" charset="-122"/>
              </a:rPr>
              <a:t>120</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174" name="椭圆 173">
            <a:extLst>
              <a:ext uri="{FF2B5EF4-FFF2-40B4-BE49-F238E27FC236}">
                <a16:creationId xmlns:a16="http://schemas.microsoft.com/office/drawing/2014/main" id="{46A392FF-4639-C8F1-6C8D-CFFDB67242C1}"/>
              </a:ext>
            </a:extLst>
          </p:cNvPr>
          <p:cNvSpPr/>
          <p:nvPr/>
        </p:nvSpPr>
        <p:spPr>
          <a:xfrm>
            <a:off x="629315" y="2144790"/>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75" name="文本框 174">
            <a:extLst>
              <a:ext uri="{FF2B5EF4-FFF2-40B4-BE49-F238E27FC236}">
                <a16:creationId xmlns:a16="http://schemas.microsoft.com/office/drawing/2014/main" id="{4D8F223A-D107-38AC-0AF9-E6D9B7154F51}"/>
              </a:ext>
            </a:extLst>
          </p:cNvPr>
          <p:cNvSpPr txBox="1"/>
          <p:nvPr/>
        </p:nvSpPr>
        <p:spPr>
          <a:xfrm>
            <a:off x="715140" y="2116677"/>
            <a:ext cx="1013419" cy="246221"/>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PPT Template</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76" name="椭圆 175">
            <a:extLst>
              <a:ext uri="{FF2B5EF4-FFF2-40B4-BE49-F238E27FC236}">
                <a16:creationId xmlns:a16="http://schemas.microsoft.com/office/drawing/2014/main" id="{B84F1111-DC41-4BC6-24A1-83ED071C7B1E}"/>
              </a:ext>
            </a:extLst>
          </p:cNvPr>
          <p:cNvSpPr/>
          <p:nvPr/>
        </p:nvSpPr>
        <p:spPr>
          <a:xfrm>
            <a:off x="6099247" y="2150955"/>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77" name="文本框 176">
            <a:extLst>
              <a:ext uri="{FF2B5EF4-FFF2-40B4-BE49-F238E27FC236}">
                <a16:creationId xmlns:a16="http://schemas.microsoft.com/office/drawing/2014/main" id="{D1B7AD3A-DC7A-A940-B9E8-2868820436A7}"/>
              </a:ext>
            </a:extLst>
          </p:cNvPr>
          <p:cNvSpPr txBox="1"/>
          <p:nvPr/>
        </p:nvSpPr>
        <p:spPr>
          <a:xfrm>
            <a:off x="5048034" y="2098989"/>
            <a:ext cx="1072730" cy="246221"/>
          </a:xfrm>
          <a:prstGeom prst="rect">
            <a:avLst/>
          </a:prstGeom>
          <a:noFill/>
        </p:spPr>
        <p:txBody>
          <a:bodyPr wrap="squar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ARCHITECTURE</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78" name="文本框 177">
            <a:extLst>
              <a:ext uri="{FF2B5EF4-FFF2-40B4-BE49-F238E27FC236}">
                <a16:creationId xmlns:a16="http://schemas.microsoft.com/office/drawing/2014/main" id="{6AB1A8CB-5281-A70B-9C0C-348B7F626140}"/>
              </a:ext>
            </a:extLst>
          </p:cNvPr>
          <p:cNvSpPr txBox="1"/>
          <p:nvPr/>
        </p:nvSpPr>
        <p:spPr>
          <a:xfrm>
            <a:off x="6049007" y="2515134"/>
            <a:ext cx="303288"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¥3</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79" name="文本框 178">
            <a:extLst>
              <a:ext uri="{FF2B5EF4-FFF2-40B4-BE49-F238E27FC236}">
                <a16:creationId xmlns:a16="http://schemas.microsoft.com/office/drawing/2014/main" id="{78770BB0-2660-FFFD-6B35-FAF5DD382D3F}"/>
              </a:ext>
            </a:extLst>
          </p:cNvPr>
          <p:cNvSpPr txBox="1"/>
          <p:nvPr/>
        </p:nvSpPr>
        <p:spPr>
          <a:xfrm>
            <a:off x="5959239" y="3107101"/>
            <a:ext cx="393056"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80" name="文本框 179">
            <a:extLst>
              <a:ext uri="{FF2B5EF4-FFF2-40B4-BE49-F238E27FC236}">
                <a16:creationId xmlns:a16="http://schemas.microsoft.com/office/drawing/2014/main" id="{3FBE920D-D0E5-954D-352C-4909B13E9FB3}"/>
              </a:ext>
            </a:extLst>
          </p:cNvPr>
          <p:cNvSpPr txBox="1"/>
          <p:nvPr/>
        </p:nvSpPr>
        <p:spPr>
          <a:xfrm>
            <a:off x="5959239" y="3683165"/>
            <a:ext cx="393056"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81" name="文本框 180">
            <a:extLst>
              <a:ext uri="{FF2B5EF4-FFF2-40B4-BE49-F238E27FC236}">
                <a16:creationId xmlns:a16="http://schemas.microsoft.com/office/drawing/2014/main" id="{E2F383B0-53DC-482B-9B32-E2609187B00F}"/>
              </a:ext>
            </a:extLst>
          </p:cNvPr>
          <p:cNvSpPr txBox="1"/>
          <p:nvPr/>
        </p:nvSpPr>
        <p:spPr>
          <a:xfrm>
            <a:off x="5959239" y="4259229"/>
            <a:ext cx="393056"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82" name="文本框 181">
            <a:extLst>
              <a:ext uri="{FF2B5EF4-FFF2-40B4-BE49-F238E27FC236}">
                <a16:creationId xmlns:a16="http://schemas.microsoft.com/office/drawing/2014/main" id="{0DE26F19-30AE-3D50-D4F1-F7DFB8285140}"/>
              </a:ext>
            </a:extLst>
          </p:cNvPr>
          <p:cNvSpPr txBox="1"/>
          <p:nvPr/>
        </p:nvSpPr>
        <p:spPr>
          <a:xfrm>
            <a:off x="6049007" y="4907301"/>
            <a:ext cx="303288"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83" name="文本框 182">
            <a:extLst>
              <a:ext uri="{FF2B5EF4-FFF2-40B4-BE49-F238E27FC236}">
                <a16:creationId xmlns:a16="http://schemas.microsoft.com/office/drawing/2014/main" id="{9820FED7-E91E-B076-4BFC-A3FB46849366}"/>
              </a:ext>
            </a:extLst>
          </p:cNvPr>
          <p:cNvSpPr txBox="1"/>
          <p:nvPr/>
        </p:nvSpPr>
        <p:spPr>
          <a:xfrm>
            <a:off x="5959239" y="5483365"/>
            <a:ext cx="393056"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¥0.5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84" name="文本框 183">
            <a:extLst>
              <a:ext uri="{FF2B5EF4-FFF2-40B4-BE49-F238E27FC236}">
                <a16:creationId xmlns:a16="http://schemas.microsoft.com/office/drawing/2014/main" id="{D15DBCBD-E04D-AC1F-C77C-C6DD5AD7A839}"/>
              </a:ext>
            </a:extLst>
          </p:cNvPr>
          <p:cNvSpPr txBox="1"/>
          <p:nvPr/>
        </p:nvSpPr>
        <p:spPr>
          <a:xfrm>
            <a:off x="6049007" y="6123040"/>
            <a:ext cx="303288" cy="215444"/>
          </a:xfrm>
          <a:prstGeom prst="rect">
            <a:avLst/>
          </a:prstGeom>
          <a:noFill/>
        </p:spPr>
        <p:txBody>
          <a:bodyPr wrap="squar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92" name="椭圆 191">
            <a:extLst>
              <a:ext uri="{FF2B5EF4-FFF2-40B4-BE49-F238E27FC236}">
                <a16:creationId xmlns:a16="http://schemas.microsoft.com/office/drawing/2014/main" id="{BE7ED4F1-2BC0-EE4A-7E45-48910748EC31}"/>
              </a:ext>
            </a:extLst>
          </p:cNvPr>
          <p:cNvSpPr/>
          <p:nvPr/>
        </p:nvSpPr>
        <p:spPr>
          <a:xfrm rot="1885191">
            <a:off x="1677664" y="3061701"/>
            <a:ext cx="1007453" cy="1887547"/>
          </a:xfrm>
          <a:prstGeom prst="ellipse">
            <a:avLst/>
          </a:pr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3" name="文本框 192">
            <a:extLst>
              <a:ext uri="{FF2B5EF4-FFF2-40B4-BE49-F238E27FC236}">
                <a16:creationId xmlns:a16="http://schemas.microsoft.com/office/drawing/2014/main" id="{4AE0FB77-0952-8B7F-7BAA-565838BF34F1}"/>
              </a:ext>
            </a:extLst>
          </p:cNvPr>
          <p:cNvSpPr txBox="1"/>
          <p:nvPr/>
        </p:nvSpPr>
        <p:spPr>
          <a:xfrm>
            <a:off x="811224" y="2919123"/>
            <a:ext cx="1349517" cy="461665"/>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p>
          <a:p>
            <a:pPr algn="ct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194" name="文本框 193">
            <a:extLst>
              <a:ext uri="{FF2B5EF4-FFF2-40B4-BE49-F238E27FC236}">
                <a16:creationId xmlns:a16="http://schemas.microsoft.com/office/drawing/2014/main" id="{1E2C483E-6EE1-129D-88EC-DCE9A413C068}"/>
              </a:ext>
            </a:extLst>
          </p:cNvPr>
          <p:cNvSpPr txBox="1"/>
          <p:nvPr/>
        </p:nvSpPr>
        <p:spPr>
          <a:xfrm>
            <a:off x="1963275" y="4701995"/>
            <a:ext cx="1891095" cy="276999"/>
          </a:xfrm>
          <a:prstGeom prst="rect">
            <a:avLst/>
          </a:prstGeom>
          <a:noFill/>
        </p:spPr>
        <p:txBody>
          <a:bodyPr wrap="square" rtlCol="0">
            <a:spAutoFit/>
          </a:bodyPr>
          <a:lstStyle/>
          <a:p>
            <a:pPr algn="ct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Here</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200" b="1" dirty="0">
                <a:solidFill>
                  <a:srgbClr val="1E344D"/>
                </a:solidFill>
                <a:latin typeface="Alibaba PuHuiTi" pitchFamily="18" charset="-122"/>
                <a:ea typeface="Alibaba PuHuiTi" pitchFamily="18" charset="-122"/>
                <a:cs typeface="Alibaba PuHuiTi" pitchFamily="18" charset="-122"/>
              </a:rPr>
              <a:t>main title</a:t>
            </a:r>
            <a:endParaRPr lang="zh-CN" altLang="en-US" sz="1200" b="1" dirty="0">
              <a:solidFill>
                <a:srgbClr val="1E344D"/>
              </a:solidFill>
              <a:latin typeface="Alibaba PuHuiTi" pitchFamily="18" charset="-122"/>
              <a:ea typeface="Alibaba PuHuiTi" pitchFamily="18" charset="-122"/>
              <a:cs typeface="Alibaba PuHuiTi" pitchFamily="18" charset="-122"/>
            </a:endParaRPr>
          </a:p>
        </p:txBody>
      </p:sp>
      <p:sp>
        <p:nvSpPr>
          <p:cNvPr id="195" name="椭圆 194">
            <a:extLst>
              <a:ext uri="{FF2B5EF4-FFF2-40B4-BE49-F238E27FC236}">
                <a16:creationId xmlns:a16="http://schemas.microsoft.com/office/drawing/2014/main" id="{D7B97A02-09CA-FC26-416D-9222AC0F6D15}"/>
              </a:ext>
            </a:extLst>
          </p:cNvPr>
          <p:cNvSpPr/>
          <p:nvPr/>
        </p:nvSpPr>
        <p:spPr>
          <a:xfrm rot="20903236">
            <a:off x="3510843" y="4836417"/>
            <a:ext cx="2035699" cy="1471416"/>
          </a:xfrm>
          <a:prstGeom prst="ellipse">
            <a:avLst/>
          </a:pr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97" name="直线箭头连接符 196">
            <a:extLst>
              <a:ext uri="{FF2B5EF4-FFF2-40B4-BE49-F238E27FC236}">
                <a16:creationId xmlns:a16="http://schemas.microsoft.com/office/drawing/2014/main" id="{2FAE4031-0EE4-C425-F9F5-4587B7708391}"/>
              </a:ext>
            </a:extLst>
          </p:cNvPr>
          <p:cNvCxnSpPr>
            <a:cxnSpLocks/>
          </p:cNvCxnSpPr>
          <p:nvPr/>
        </p:nvCxnSpPr>
        <p:spPr>
          <a:xfrm>
            <a:off x="3136740" y="3287210"/>
            <a:ext cx="1655393" cy="1284790"/>
          </a:xfrm>
          <a:prstGeom prst="straightConnector1">
            <a:avLst/>
          </a:prstGeom>
          <a:ln w="3175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198" name="矩形 197">
            <a:extLst>
              <a:ext uri="{FF2B5EF4-FFF2-40B4-BE49-F238E27FC236}">
                <a16:creationId xmlns:a16="http://schemas.microsoft.com/office/drawing/2014/main" id="{A4211344-CB84-A122-F955-A0029C23D0DF}"/>
              </a:ext>
            </a:extLst>
          </p:cNvPr>
          <p:cNvSpPr/>
          <p:nvPr/>
        </p:nvSpPr>
        <p:spPr>
          <a:xfrm>
            <a:off x="509286" y="995423"/>
            <a:ext cx="5822066" cy="52086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0" name="文本框 199">
            <a:extLst>
              <a:ext uri="{FF2B5EF4-FFF2-40B4-BE49-F238E27FC236}">
                <a16:creationId xmlns:a16="http://schemas.microsoft.com/office/drawing/2014/main" id="{C4431E77-11BD-CA32-10F7-B18EC9270996}"/>
              </a:ext>
            </a:extLst>
          </p:cNvPr>
          <p:cNvSpPr txBox="1"/>
          <p:nvPr/>
        </p:nvSpPr>
        <p:spPr>
          <a:xfrm>
            <a:off x="512178" y="1088020"/>
            <a:ext cx="5900197" cy="370390"/>
          </a:xfrm>
          <a:prstGeom prst="rect">
            <a:avLst/>
          </a:prstGeom>
          <a:noFill/>
        </p:spPr>
        <p:txBody>
          <a:bodyPr wrap="square">
            <a:spAutoFit/>
          </a:bodyPr>
          <a:lstStyle/>
          <a:p>
            <a:r>
              <a:rPr kumimoji="1" lang="en" altLang="zh-CN" sz="18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lang="zh-CN" altLang="en-US" dirty="0">
              <a:solidFill>
                <a:schemeClr val="bg1"/>
              </a:solidFill>
            </a:endParaRPr>
          </a:p>
        </p:txBody>
      </p:sp>
      <p:sp>
        <p:nvSpPr>
          <p:cNvPr id="201" name="文本框 200">
            <a:extLst>
              <a:ext uri="{FF2B5EF4-FFF2-40B4-BE49-F238E27FC236}">
                <a16:creationId xmlns:a16="http://schemas.microsoft.com/office/drawing/2014/main" id="{1CC97445-40AB-873D-35D3-191AF4F43C09}"/>
              </a:ext>
            </a:extLst>
          </p:cNvPr>
          <p:cNvSpPr txBox="1"/>
          <p:nvPr/>
        </p:nvSpPr>
        <p:spPr>
          <a:xfrm>
            <a:off x="478507" y="1527107"/>
            <a:ext cx="5864420" cy="430887"/>
          </a:xfrm>
          <a:prstGeom prst="rect">
            <a:avLst/>
          </a:prstGeom>
          <a:noFill/>
        </p:spPr>
        <p:txBody>
          <a:bodyPr wrap="square" rtlCol="0">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solidFill>
                  <a:srgbClr val="1E344D"/>
                </a:solidFill>
                <a:latin typeface="Alibaba PuHuiTi" pitchFamily="18" charset="-122"/>
                <a:ea typeface="Alibaba PuHuiTi" pitchFamily="18" charset="-122"/>
                <a:cs typeface="Alibaba PuHuiTi" pitchFamily="18" charset="-122"/>
              </a:rPr>
              <a:t>.</a:t>
            </a:r>
            <a:r>
              <a:rPr kumimoji="1" lang="en" altLang="zh-CN" sz="11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100" dirty="0">
                <a:solidFill>
                  <a:srgbClr val="1E344D"/>
                </a:solidFill>
                <a:latin typeface="Alibaba PuHuiTi" pitchFamily="18" charset="-122"/>
                <a:ea typeface="Alibaba PuHuiTi" pitchFamily="18" charset="-122"/>
                <a:cs typeface="Alibaba PuHuiTi" pitchFamily="18" charset="-122"/>
              </a:rPr>
              <a:t>.</a:t>
            </a:r>
            <a:r>
              <a:rPr kumimoji="1" lang="en" altLang="zh-CN" sz="11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100" dirty="0">
                <a:solidFill>
                  <a:srgbClr val="1E344D"/>
                </a:solidFill>
                <a:latin typeface="Alibaba PuHuiTi" pitchFamily="18" charset="-122"/>
                <a:ea typeface="Alibaba PuHuiTi" pitchFamily="18" charset="-122"/>
                <a:cs typeface="Alibaba PuHuiTi" pitchFamily="18" charset="-122"/>
              </a:rPr>
              <a:t>.</a:t>
            </a:r>
            <a:endParaRPr kumimoji="1" lang="zh-CN" altLang="en-US" sz="1100" dirty="0">
              <a:solidFill>
                <a:srgbClr val="1E344D"/>
              </a:solidFill>
              <a:latin typeface="Alibaba PuHuiTi" pitchFamily="18" charset="-122"/>
              <a:ea typeface="Alibaba PuHuiTi" pitchFamily="18" charset="-122"/>
              <a:cs typeface="Alibaba PuHuiTi" pitchFamily="18" charset="-122"/>
            </a:endParaRPr>
          </a:p>
        </p:txBody>
      </p:sp>
      <p:sp>
        <p:nvSpPr>
          <p:cNvPr id="202" name="三角形 201">
            <a:extLst>
              <a:ext uri="{FF2B5EF4-FFF2-40B4-BE49-F238E27FC236}">
                <a16:creationId xmlns:a16="http://schemas.microsoft.com/office/drawing/2014/main" id="{0511B02D-A65B-B48B-4B31-EBE041E4E1DA}"/>
              </a:ext>
            </a:extLst>
          </p:cNvPr>
          <p:cNvSpPr/>
          <p:nvPr/>
        </p:nvSpPr>
        <p:spPr>
          <a:xfrm rot="5400000">
            <a:off x="6360287" y="966489"/>
            <a:ext cx="520863" cy="578734"/>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4" name="文本框 203">
            <a:extLst>
              <a:ext uri="{FF2B5EF4-FFF2-40B4-BE49-F238E27FC236}">
                <a16:creationId xmlns:a16="http://schemas.microsoft.com/office/drawing/2014/main" id="{C13C381B-97CF-1DC3-34FB-2F110D4E866E}"/>
              </a:ext>
            </a:extLst>
          </p:cNvPr>
          <p:cNvSpPr txBox="1"/>
          <p:nvPr/>
        </p:nvSpPr>
        <p:spPr>
          <a:xfrm>
            <a:off x="7196861" y="1112109"/>
            <a:ext cx="4780955" cy="307777"/>
          </a:xfrm>
          <a:prstGeom prst="rect">
            <a:avLst/>
          </a:prstGeom>
          <a:noFill/>
        </p:spPr>
        <p:txBody>
          <a:bodyPr wrap="square">
            <a:spAutoFit/>
          </a:bodyPr>
          <a:lstStyle/>
          <a:p>
            <a:r>
              <a:rPr kumimoji="1" lang="en" altLang="zh-CN" sz="1400" i="1"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lang="zh-CN" altLang="en-US" sz="1400" i="1" dirty="0">
              <a:solidFill>
                <a:schemeClr val="bg1"/>
              </a:solidFill>
            </a:endParaRPr>
          </a:p>
        </p:txBody>
      </p:sp>
      <p:cxnSp>
        <p:nvCxnSpPr>
          <p:cNvPr id="207" name="直线连接符 206">
            <a:extLst>
              <a:ext uri="{FF2B5EF4-FFF2-40B4-BE49-F238E27FC236}">
                <a16:creationId xmlns:a16="http://schemas.microsoft.com/office/drawing/2014/main" id="{F92D564F-E691-620B-6DC5-1FFCF8049D15}"/>
              </a:ext>
            </a:extLst>
          </p:cNvPr>
          <p:cNvCxnSpPr>
            <a:cxnSpLocks/>
          </p:cNvCxnSpPr>
          <p:nvPr/>
        </p:nvCxnSpPr>
        <p:spPr>
          <a:xfrm>
            <a:off x="6585995" y="1759352"/>
            <a:ext cx="0" cy="1569636"/>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208" name="燕尾形 207">
            <a:extLst>
              <a:ext uri="{FF2B5EF4-FFF2-40B4-BE49-F238E27FC236}">
                <a16:creationId xmlns:a16="http://schemas.microsoft.com/office/drawing/2014/main" id="{78540707-B82F-9A18-6AF9-3AD30CAD7015}"/>
              </a:ext>
            </a:extLst>
          </p:cNvPr>
          <p:cNvSpPr/>
          <p:nvPr/>
        </p:nvSpPr>
        <p:spPr>
          <a:xfrm>
            <a:off x="6504971" y="3482713"/>
            <a:ext cx="231494" cy="763929"/>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cxnSp>
        <p:nvCxnSpPr>
          <p:cNvPr id="209" name="直线连接符 208">
            <a:extLst>
              <a:ext uri="{FF2B5EF4-FFF2-40B4-BE49-F238E27FC236}">
                <a16:creationId xmlns:a16="http://schemas.microsoft.com/office/drawing/2014/main" id="{2AE89F04-4FB9-2EC6-4CC1-5BBFBCC6ECAE}"/>
              </a:ext>
            </a:extLst>
          </p:cNvPr>
          <p:cNvCxnSpPr>
            <a:cxnSpLocks/>
          </p:cNvCxnSpPr>
          <p:nvPr/>
        </p:nvCxnSpPr>
        <p:spPr>
          <a:xfrm>
            <a:off x="6585995" y="4386263"/>
            <a:ext cx="0" cy="2107134"/>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304" name="文本框 303">
            <a:extLst>
              <a:ext uri="{FF2B5EF4-FFF2-40B4-BE49-F238E27FC236}">
                <a16:creationId xmlns:a16="http://schemas.microsoft.com/office/drawing/2014/main" id="{8E8D143F-FB41-36AA-4585-31AA3F24F656}"/>
              </a:ext>
            </a:extLst>
          </p:cNvPr>
          <p:cNvSpPr txBox="1"/>
          <p:nvPr/>
        </p:nvSpPr>
        <p:spPr>
          <a:xfrm>
            <a:off x="8068538" y="1755648"/>
            <a:ext cx="819429" cy="400110"/>
          </a:xfrm>
          <a:prstGeom prst="rect">
            <a:avLst/>
          </a:prstGeom>
          <a:noFill/>
          <a:ln>
            <a:solidFill>
              <a:srgbClr val="1E344D"/>
            </a:solidFill>
          </a:ln>
        </p:spPr>
        <p:txBody>
          <a:bodyPr wrap="square">
            <a:spAutoFit/>
          </a:bodyPr>
          <a:lstStyle/>
          <a:p>
            <a:pPr algn="ctr"/>
            <a:r>
              <a:rPr kumimoji="1" lang="en" altLang="zh-CN" sz="1000" b="1" dirty="0">
                <a:latin typeface="Alibaba PuHuiTi" pitchFamily="18" charset="-122"/>
                <a:ea typeface="Alibaba PuHuiTi" pitchFamily="18" charset="-122"/>
                <a:cs typeface="Alibaba PuHuiTi" pitchFamily="18" charset="-122"/>
              </a:rPr>
              <a:t>Complete</a:t>
            </a:r>
          </a:p>
          <a:p>
            <a:pPr algn="ctr"/>
            <a:r>
              <a:rPr kumimoji="1" lang="en" altLang="zh-CN" sz="1000" b="1" dirty="0">
                <a:latin typeface="Alibaba PuHuiTi" pitchFamily="18" charset="-122"/>
                <a:ea typeface="Alibaba PuHuiTi" pitchFamily="18" charset="-122"/>
                <a:cs typeface="Alibaba PuHuiTi" pitchFamily="18" charset="-122"/>
              </a:rPr>
              <a:t> project</a:t>
            </a:r>
            <a:endParaRPr lang="zh-CN" altLang="en-US" sz="1000" b="1" dirty="0">
              <a:latin typeface="Alibaba PuHuiTi" pitchFamily="18" charset="-122"/>
              <a:ea typeface="Alibaba PuHuiTi" pitchFamily="18" charset="-122"/>
              <a:cs typeface="Alibaba PuHuiTi" pitchFamily="18" charset="-122"/>
            </a:endParaRPr>
          </a:p>
        </p:txBody>
      </p:sp>
      <p:sp>
        <p:nvSpPr>
          <p:cNvPr id="309" name="文本框 308">
            <a:extLst>
              <a:ext uri="{FF2B5EF4-FFF2-40B4-BE49-F238E27FC236}">
                <a16:creationId xmlns:a16="http://schemas.microsoft.com/office/drawing/2014/main" id="{3B358A8A-DDFE-09D2-2B0B-4F14C3063069}"/>
              </a:ext>
            </a:extLst>
          </p:cNvPr>
          <p:cNvSpPr txBox="1"/>
          <p:nvPr/>
        </p:nvSpPr>
        <p:spPr>
          <a:xfrm>
            <a:off x="6895230" y="2312702"/>
            <a:ext cx="1206779"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0" name="文本框 309">
            <a:extLst>
              <a:ext uri="{FF2B5EF4-FFF2-40B4-BE49-F238E27FC236}">
                <a16:creationId xmlns:a16="http://schemas.microsoft.com/office/drawing/2014/main" id="{BF349669-EE4A-5249-1DA7-87C0E6FB74C4}"/>
              </a:ext>
            </a:extLst>
          </p:cNvPr>
          <p:cNvSpPr txBox="1"/>
          <p:nvPr/>
        </p:nvSpPr>
        <p:spPr>
          <a:xfrm>
            <a:off x="6927052" y="2547170"/>
            <a:ext cx="969095" cy="261610"/>
          </a:xfrm>
          <a:prstGeom prst="rect">
            <a:avLst/>
          </a:prstGeom>
          <a:noFill/>
        </p:spPr>
        <p:txBody>
          <a:bodyPr wrap="square">
            <a:spAutoFit/>
          </a:bodyPr>
          <a:lstStyle/>
          <a:p>
            <a:r>
              <a:rPr kumimoji="1" lang="en" altLang="zh-CN" sz="1100" b="1" dirty="0">
                <a:solidFill>
                  <a:srgbClr val="1E344D"/>
                </a:solidFill>
                <a:latin typeface="Alibaba PuHuiTi" pitchFamily="18" charset="-122"/>
                <a:ea typeface="Alibaba PuHuiTi" pitchFamily="18" charset="-122"/>
                <a:cs typeface="Alibaba PuHuiTi" pitchFamily="18" charset="-122"/>
              </a:rPr>
              <a:t>main title</a:t>
            </a:r>
            <a:endParaRPr lang="zh-CN" altLang="en-US" sz="1100" b="1" dirty="0">
              <a:solidFill>
                <a:srgbClr val="1E344D"/>
              </a:solidFill>
              <a:latin typeface="Alibaba PuHuiTi" pitchFamily="18" charset="-122"/>
              <a:ea typeface="Alibaba PuHuiTi" pitchFamily="18" charset="-122"/>
              <a:cs typeface="Alibaba PuHuiTi" pitchFamily="18" charset="-122"/>
            </a:endParaRPr>
          </a:p>
        </p:txBody>
      </p:sp>
      <p:cxnSp>
        <p:nvCxnSpPr>
          <p:cNvPr id="312" name="直线连接符 311">
            <a:extLst>
              <a:ext uri="{FF2B5EF4-FFF2-40B4-BE49-F238E27FC236}">
                <a16:creationId xmlns:a16="http://schemas.microsoft.com/office/drawing/2014/main" id="{45835CCE-1415-00EC-281D-69D4DC942909}"/>
              </a:ext>
            </a:extLst>
          </p:cNvPr>
          <p:cNvCxnSpPr/>
          <p:nvPr/>
        </p:nvCxnSpPr>
        <p:spPr>
          <a:xfrm>
            <a:off x="6921795" y="2243470"/>
            <a:ext cx="4976038"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13" name="直线连接符 312">
            <a:extLst>
              <a:ext uri="{FF2B5EF4-FFF2-40B4-BE49-F238E27FC236}">
                <a16:creationId xmlns:a16="http://schemas.microsoft.com/office/drawing/2014/main" id="{68722725-9BF0-5F2E-45D4-77BBE8650238}"/>
              </a:ext>
            </a:extLst>
          </p:cNvPr>
          <p:cNvCxnSpPr>
            <a:cxnSpLocks/>
          </p:cNvCxnSpPr>
          <p:nvPr/>
        </p:nvCxnSpPr>
        <p:spPr>
          <a:xfrm>
            <a:off x="6921795" y="2840454"/>
            <a:ext cx="1180214"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316" name="文本框 315">
            <a:extLst>
              <a:ext uri="{FF2B5EF4-FFF2-40B4-BE49-F238E27FC236}">
                <a16:creationId xmlns:a16="http://schemas.microsoft.com/office/drawing/2014/main" id="{37F59484-2041-FE0B-BD0A-B96330111153}"/>
              </a:ext>
            </a:extLst>
          </p:cNvPr>
          <p:cNvSpPr txBox="1"/>
          <p:nvPr/>
        </p:nvSpPr>
        <p:spPr>
          <a:xfrm>
            <a:off x="6895230" y="2983899"/>
            <a:ext cx="1206779"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7" name="文本框 316">
            <a:extLst>
              <a:ext uri="{FF2B5EF4-FFF2-40B4-BE49-F238E27FC236}">
                <a16:creationId xmlns:a16="http://schemas.microsoft.com/office/drawing/2014/main" id="{3F26CA8C-DAF5-79E3-132E-0BE2711A0304}"/>
              </a:ext>
            </a:extLst>
          </p:cNvPr>
          <p:cNvSpPr txBox="1"/>
          <p:nvPr/>
        </p:nvSpPr>
        <p:spPr>
          <a:xfrm>
            <a:off x="6927052" y="3218367"/>
            <a:ext cx="969095" cy="261610"/>
          </a:xfrm>
          <a:prstGeom prst="rect">
            <a:avLst/>
          </a:prstGeom>
          <a:noFill/>
        </p:spPr>
        <p:txBody>
          <a:bodyPr wrap="square">
            <a:spAutoFit/>
          </a:bodyPr>
          <a:lstStyle/>
          <a:p>
            <a:r>
              <a:rPr kumimoji="1" lang="en" altLang="zh-CN" sz="1100" b="1" dirty="0">
                <a:solidFill>
                  <a:srgbClr val="1E344D"/>
                </a:solidFill>
                <a:latin typeface="Alibaba PuHuiTi" pitchFamily="18" charset="-122"/>
                <a:ea typeface="Alibaba PuHuiTi" pitchFamily="18" charset="-122"/>
                <a:cs typeface="Alibaba PuHuiTi" pitchFamily="18" charset="-122"/>
              </a:rPr>
              <a:t>main title</a:t>
            </a:r>
            <a:endParaRPr lang="zh-CN" altLang="en-US" sz="1100" b="1" dirty="0">
              <a:solidFill>
                <a:srgbClr val="1E344D"/>
              </a:solidFill>
              <a:latin typeface="Alibaba PuHuiTi" pitchFamily="18" charset="-122"/>
              <a:ea typeface="Alibaba PuHuiTi" pitchFamily="18" charset="-122"/>
              <a:cs typeface="Alibaba PuHuiTi" pitchFamily="18" charset="-122"/>
            </a:endParaRPr>
          </a:p>
        </p:txBody>
      </p:sp>
      <p:sp>
        <p:nvSpPr>
          <p:cNvPr id="318" name="文本框 317">
            <a:extLst>
              <a:ext uri="{FF2B5EF4-FFF2-40B4-BE49-F238E27FC236}">
                <a16:creationId xmlns:a16="http://schemas.microsoft.com/office/drawing/2014/main" id="{53B88E4C-7BF3-FC58-2681-3513F20A3F06}"/>
              </a:ext>
            </a:extLst>
          </p:cNvPr>
          <p:cNvSpPr txBox="1"/>
          <p:nvPr/>
        </p:nvSpPr>
        <p:spPr>
          <a:xfrm>
            <a:off x="8220799" y="236042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1.2</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19" name="文本框 318">
            <a:extLst>
              <a:ext uri="{FF2B5EF4-FFF2-40B4-BE49-F238E27FC236}">
                <a16:creationId xmlns:a16="http://schemas.microsoft.com/office/drawing/2014/main" id="{6F290126-E4A7-02D4-D7AA-AADA5D9CFC52}"/>
              </a:ext>
            </a:extLst>
          </p:cNvPr>
          <p:cNvSpPr txBox="1"/>
          <p:nvPr/>
        </p:nvSpPr>
        <p:spPr>
          <a:xfrm>
            <a:off x="10037798" y="236042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1.9</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20" name="文本框 319">
            <a:extLst>
              <a:ext uri="{FF2B5EF4-FFF2-40B4-BE49-F238E27FC236}">
                <a16:creationId xmlns:a16="http://schemas.microsoft.com/office/drawing/2014/main" id="{E4ACC747-E8E5-B8FD-0715-F235C0D39456}"/>
              </a:ext>
            </a:extLst>
          </p:cNvPr>
          <p:cNvSpPr txBox="1"/>
          <p:nvPr/>
        </p:nvSpPr>
        <p:spPr>
          <a:xfrm>
            <a:off x="11002332" y="236042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0.7</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21" name="文本框 320">
            <a:extLst>
              <a:ext uri="{FF2B5EF4-FFF2-40B4-BE49-F238E27FC236}">
                <a16:creationId xmlns:a16="http://schemas.microsoft.com/office/drawing/2014/main" id="{E7AE5A44-B7DC-D490-A358-488EAAB387D0}"/>
              </a:ext>
            </a:extLst>
          </p:cNvPr>
          <p:cNvSpPr txBox="1"/>
          <p:nvPr/>
        </p:nvSpPr>
        <p:spPr>
          <a:xfrm>
            <a:off x="8220799" y="288445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2.0</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22" name="文本框 321">
            <a:extLst>
              <a:ext uri="{FF2B5EF4-FFF2-40B4-BE49-F238E27FC236}">
                <a16:creationId xmlns:a16="http://schemas.microsoft.com/office/drawing/2014/main" id="{0798AC8C-A46E-5634-17EA-662D4AEE7239}"/>
              </a:ext>
            </a:extLst>
          </p:cNvPr>
          <p:cNvSpPr txBox="1"/>
          <p:nvPr/>
        </p:nvSpPr>
        <p:spPr>
          <a:xfrm>
            <a:off x="10037798" y="288445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2.2</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23" name="文本框 322">
            <a:extLst>
              <a:ext uri="{FF2B5EF4-FFF2-40B4-BE49-F238E27FC236}">
                <a16:creationId xmlns:a16="http://schemas.microsoft.com/office/drawing/2014/main" id="{C1BD07E3-10B9-D252-B6A1-69C34E058247}"/>
              </a:ext>
            </a:extLst>
          </p:cNvPr>
          <p:cNvSpPr txBox="1"/>
          <p:nvPr/>
        </p:nvSpPr>
        <p:spPr>
          <a:xfrm>
            <a:off x="11002332" y="288445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1.9</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28" name="椭圆 327">
            <a:extLst>
              <a:ext uri="{FF2B5EF4-FFF2-40B4-BE49-F238E27FC236}">
                <a16:creationId xmlns:a16="http://schemas.microsoft.com/office/drawing/2014/main" id="{4621D0A8-510E-6846-A705-96456F24A029}"/>
              </a:ext>
            </a:extLst>
          </p:cNvPr>
          <p:cNvSpPr/>
          <p:nvPr/>
        </p:nvSpPr>
        <p:spPr>
          <a:xfrm>
            <a:off x="8377077" y="3518046"/>
            <a:ext cx="361507" cy="361507"/>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9" name="下箭头 328">
            <a:extLst>
              <a:ext uri="{FF2B5EF4-FFF2-40B4-BE49-F238E27FC236}">
                <a16:creationId xmlns:a16="http://schemas.microsoft.com/office/drawing/2014/main" id="{FD71E1D0-69A4-3BF7-A40E-A2F9BE261674}"/>
              </a:ext>
            </a:extLst>
          </p:cNvPr>
          <p:cNvSpPr/>
          <p:nvPr/>
        </p:nvSpPr>
        <p:spPr>
          <a:xfrm>
            <a:off x="8442615" y="323386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0" name="椭圆 329">
            <a:extLst>
              <a:ext uri="{FF2B5EF4-FFF2-40B4-BE49-F238E27FC236}">
                <a16:creationId xmlns:a16="http://schemas.microsoft.com/office/drawing/2014/main" id="{9514AA47-2844-3EC0-4C65-116E00FD22A0}"/>
              </a:ext>
            </a:extLst>
          </p:cNvPr>
          <p:cNvSpPr/>
          <p:nvPr/>
        </p:nvSpPr>
        <p:spPr>
          <a:xfrm>
            <a:off x="10173347" y="3518046"/>
            <a:ext cx="361507" cy="361507"/>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1" name="下箭头 330">
            <a:extLst>
              <a:ext uri="{FF2B5EF4-FFF2-40B4-BE49-F238E27FC236}">
                <a16:creationId xmlns:a16="http://schemas.microsoft.com/office/drawing/2014/main" id="{B674AFCE-4001-1C56-0362-95340057EAB4}"/>
              </a:ext>
            </a:extLst>
          </p:cNvPr>
          <p:cNvSpPr/>
          <p:nvPr/>
        </p:nvSpPr>
        <p:spPr>
          <a:xfrm>
            <a:off x="10238885" y="323386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2" name="椭圆 331">
            <a:extLst>
              <a:ext uri="{FF2B5EF4-FFF2-40B4-BE49-F238E27FC236}">
                <a16:creationId xmlns:a16="http://schemas.microsoft.com/office/drawing/2014/main" id="{8BB5E993-7C84-410B-99B5-53A921A3F67B}"/>
              </a:ext>
            </a:extLst>
          </p:cNvPr>
          <p:cNvSpPr/>
          <p:nvPr/>
        </p:nvSpPr>
        <p:spPr>
          <a:xfrm>
            <a:off x="11174618" y="3518046"/>
            <a:ext cx="361507" cy="361507"/>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3" name="下箭头 332">
            <a:extLst>
              <a:ext uri="{FF2B5EF4-FFF2-40B4-BE49-F238E27FC236}">
                <a16:creationId xmlns:a16="http://schemas.microsoft.com/office/drawing/2014/main" id="{B46F06ED-721C-58C1-0E3D-9805D1756C99}"/>
              </a:ext>
            </a:extLst>
          </p:cNvPr>
          <p:cNvSpPr/>
          <p:nvPr/>
        </p:nvSpPr>
        <p:spPr>
          <a:xfrm>
            <a:off x="11240156" y="323386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5" name="文本框 334">
            <a:extLst>
              <a:ext uri="{FF2B5EF4-FFF2-40B4-BE49-F238E27FC236}">
                <a16:creationId xmlns:a16="http://schemas.microsoft.com/office/drawing/2014/main" id="{1484D424-C946-9562-EC14-048C7CB1DB87}"/>
              </a:ext>
            </a:extLst>
          </p:cNvPr>
          <p:cNvSpPr txBox="1"/>
          <p:nvPr/>
        </p:nvSpPr>
        <p:spPr>
          <a:xfrm>
            <a:off x="9082112" y="2360428"/>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1.9</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36" name="文本框 335">
            <a:extLst>
              <a:ext uri="{FF2B5EF4-FFF2-40B4-BE49-F238E27FC236}">
                <a16:creationId xmlns:a16="http://schemas.microsoft.com/office/drawing/2014/main" id="{BE68B294-FEB1-2A79-AC67-51BCCE36EB05}"/>
              </a:ext>
            </a:extLst>
          </p:cNvPr>
          <p:cNvSpPr txBox="1"/>
          <p:nvPr/>
        </p:nvSpPr>
        <p:spPr>
          <a:xfrm>
            <a:off x="9082112" y="2884457"/>
            <a:ext cx="664476" cy="307777"/>
          </a:xfrm>
          <a:prstGeom prst="rect">
            <a:avLst/>
          </a:prstGeom>
          <a:noFill/>
        </p:spPr>
        <p:txBody>
          <a:bodyPr wrap="square" rtlCol="0">
            <a:spAutoFit/>
          </a:bodyPr>
          <a:lstStyle/>
          <a:p>
            <a:pPr algn="ctr"/>
            <a:r>
              <a:rPr lang="en-US" altLang="zh-CN" sz="1400" b="1" dirty="0">
                <a:solidFill>
                  <a:srgbClr val="1E344D"/>
                </a:solidFill>
                <a:latin typeface="Alibaba PuHuiTi" pitchFamily="18" charset="-122"/>
                <a:ea typeface="Alibaba PuHuiTi" pitchFamily="18" charset="-122"/>
                <a:cs typeface="Alibaba PuHuiTi" pitchFamily="18" charset="-122"/>
              </a:rPr>
              <a:t>2.2</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37" name="椭圆 336">
            <a:extLst>
              <a:ext uri="{FF2B5EF4-FFF2-40B4-BE49-F238E27FC236}">
                <a16:creationId xmlns:a16="http://schemas.microsoft.com/office/drawing/2014/main" id="{431BF515-41BD-1EEF-3473-9C879AE5EB9A}"/>
              </a:ext>
            </a:extLst>
          </p:cNvPr>
          <p:cNvSpPr/>
          <p:nvPr/>
        </p:nvSpPr>
        <p:spPr>
          <a:xfrm>
            <a:off x="9217661" y="3518046"/>
            <a:ext cx="361507" cy="361507"/>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8" name="下箭头 337">
            <a:extLst>
              <a:ext uri="{FF2B5EF4-FFF2-40B4-BE49-F238E27FC236}">
                <a16:creationId xmlns:a16="http://schemas.microsoft.com/office/drawing/2014/main" id="{6ABB7AC5-3870-CFA6-2636-F32631C0BF3A}"/>
              </a:ext>
            </a:extLst>
          </p:cNvPr>
          <p:cNvSpPr/>
          <p:nvPr/>
        </p:nvSpPr>
        <p:spPr>
          <a:xfrm>
            <a:off x="9283199" y="3233865"/>
            <a:ext cx="233916" cy="212651"/>
          </a:xfrm>
          <a:prstGeom prst="down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9" name="文本框 338">
            <a:extLst>
              <a:ext uri="{FF2B5EF4-FFF2-40B4-BE49-F238E27FC236}">
                <a16:creationId xmlns:a16="http://schemas.microsoft.com/office/drawing/2014/main" id="{22F93C32-0F18-250C-738A-94702E25B0D6}"/>
              </a:ext>
            </a:extLst>
          </p:cNvPr>
          <p:cNvSpPr txBox="1"/>
          <p:nvPr/>
        </p:nvSpPr>
        <p:spPr>
          <a:xfrm>
            <a:off x="8226565" y="3571065"/>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+0.8</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340" name="文本框 339">
            <a:extLst>
              <a:ext uri="{FF2B5EF4-FFF2-40B4-BE49-F238E27FC236}">
                <a16:creationId xmlns:a16="http://schemas.microsoft.com/office/drawing/2014/main" id="{43437C64-BC04-160D-249C-6FBBE32521E2}"/>
              </a:ext>
            </a:extLst>
          </p:cNvPr>
          <p:cNvSpPr txBox="1"/>
          <p:nvPr/>
        </p:nvSpPr>
        <p:spPr>
          <a:xfrm>
            <a:off x="9048328" y="3571065"/>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+0.3</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341" name="文本框 340">
            <a:extLst>
              <a:ext uri="{FF2B5EF4-FFF2-40B4-BE49-F238E27FC236}">
                <a16:creationId xmlns:a16="http://schemas.microsoft.com/office/drawing/2014/main" id="{89AF133E-29E0-131C-89D6-A5207311F4C1}"/>
              </a:ext>
            </a:extLst>
          </p:cNvPr>
          <p:cNvSpPr txBox="1"/>
          <p:nvPr/>
        </p:nvSpPr>
        <p:spPr>
          <a:xfrm>
            <a:off x="10031040" y="3562598"/>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+0.3</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342" name="文本框 341">
            <a:extLst>
              <a:ext uri="{FF2B5EF4-FFF2-40B4-BE49-F238E27FC236}">
                <a16:creationId xmlns:a16="http://schemas.microsoft.com/office/drawing/2014/main" id="{016987D5-5915-F34A-9C97-27C75859FD2C}"/>
              </a:ext>
            </a:extLst>
          </p:cNvPr>
          <p:cNvSpPr txBox="1"/>
          <p:nvPr/>
        </p:nvSpPr>
        <p:spPr>
          <a:xfrm>
            <a:off x="11030684" y="3562598"/>
            <a:ext cx="664476" cy="276999"/>
          </a:xfrm>
          <a:prstGeom prst="rect">
            <a:avLst/>
          </a:prstGeom>
          <a:noFill/>
        </p:spPr>
        <p:txBody>
          <a:bodyPr wrap="square" rtlCol="0">
            <a:spAutoFit/>
          </a:bodyPr>
          <a:lstStyle/>
          <a:p>
            <a:pPr algn="ctr"/>
            <a:r>
              <a:rPr lang="en-US" altLang="zh-CN" sz="1200" b="1" dirty="0">
                <a:solidFill>
                  <a:schemeClr val="bg1"/>
                </a:solidFill>
                <a:latin typeface="Alibaba PuHuiTi" pitchFamily="18" charset="-122"/>
                <a:ea typeface="Alibaba PuHuiTi" pitchFamily="18" charset="-122"/>
                <a:cs typeface="Alibaba PuHuiTi" pitchFamily="18" charset="-122"/>
              </a:rPr>
              <a:t>+1.2</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cxnSp>
        <p:nvCxnSpPr>
          <p:cNvPr id="343" name="直线连接符 342">
            <a:extLst>
              <a:ext uri="{FF2B5EF4-FFF2-40B4-BE49-F238E27FC236}">
                <a16:creationId xmlns:a16="http://schemas.microsoft.com/office/drawing/2014/main" id="{75001A7E-E37D-5141-C6C7-9641D819DFA8}"/>
              </a:ext>
            </a:extLst>
          </p:cNvPr>
          <p:cNvCxnSpPr>
            <a:cxnSpLocks/>
          </p:cNvCxnSpPr>
          <p:nvPr/>
        </p:nvCxnSpPr>
        <p:spPr>
          <a:xfrm>
            <a:off x="6921795" y="4365104"/>
            <a:ext cx="2069805"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344" name="燕尾形 343">
            <a:extLst>
              <a:ext uri="{FF2B5EF4-FFF2-40B4-BE49-F238E27FC236}">
                <a16:creationId xmlns:a16="http://schemas.microsoft.com/office/drawing/2014/main" id="{6425F828-B4EC-76DF-3518-D9972E8064F2}"/>
              </a:ext>
            </a:extLst>
          </p:cNvPr>
          <p:cNvSpPr/>
          <p:nvPr/>
        </p:nvSpPr>
        <p:spPr>
          <a:xfrm rot="5400000">
            <a:off x="9336112" y="4017806"/>
            <a:ext cx="231494" cy="763929"/>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cxnSp>
        <p:nvCxnSpPr>
          <p:cNvPr id="347" name="直线连接符 346">
            <a:extLst>
              <a:ext uri="{FF2B5EF4-FFF2-40B4-BE49-F238E27FC236}">
                <a16:creationId xmlns:a16="http://schemas.microsoft.com/office/drawing/2014/main" id="{1465BDD0-DA9F-9242-F615-3945104DE335}"/>
              </a:ext>
            </a:extLst>
          </p:cNvPr>
          <p:cNvCxnSpPr>
            <a:cxnSpLocks/>
          </p:cNvCxnSpPr>
          <p:nvPr/>
        </p:nvCxnSpPr>
        <p:spPr>
          <a:xfrm>
            <a:off x="9912424" y="4365104"/>
            <a:ext cx="2069805" cy="0"/>
          </a:xfrm>
          <a:prstGeom prst="line">
            <a:avLst/>
          </a:prstGeom>
          <a:ln w="15875">
            <a:solidFill>
              <a:srgbClr val="1E344D"/>
            </a:solidFill>
          </a:ln>
        </p:spPr>
        <p:style>
          <a:lnRef idx="1">
            <a:schemeClr val="accent1"/>
          </a:lnRef>
          <a:fillRef idx="0">
            <a:schemeClr val="accent1"/>
          </a:fillRef>
          <a:effectRef idx="0">
            <a:schemeClr val="accent1"/>
          </a:effectRef>
          <a:fontRef idx="minor">
            <a:schemeClr val="tx1"/>
          </a:fontRef>
        </p:style>
      </p:cxnSp>
      <p:sp>
        <p:nvSpPr>
          <p:cNvPr id="348" name="文本框 347">
            <a:extLst>
              <a:ext uri="{FF2B5EF4-FFF2-40B4-BE49-F238E27FC236}">
                <a16:creationId xmlns:a16="http://schemas.microsoft.com/office/drawing/2014/main" id="{6685D019-D956-9244-5521-1CC0E414AD27}"/>
              </a:ext>
            </a:extLst>
          </p:cNvPr>
          <p:cNvSpPr txBox="1"/>
          <p:nvPr/>
        </p:nvSpPr>
        <p:spPr>
          <a:xfrm>
            <a:off x="3330769" y="2438400"/>
            <a:ext cx="2716464" cy="523220"/>
          </a:xfrm>
          <a:prstGeom prst="rect">
            <a:avLst/>
          </a:prstGeom>
          <a:noFill/>
        </p:spPr>
        <p:txBody>
          <a:bodyPr wrap="square">
            <a:spAutoFit/>
          </a:bodyPr>
          <a:lstStyle/>
          <a:p>
            <a:pPr algn="r"/>
            <a:r>
              <a:rPr kumimoji="1" lang="en" altLang="zh-CN" sz="14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400" b="1" dirty="0">
              <a:solidFill>
                <a:srgbClr val="1E344D"/>
              </a:solidFill>
            </a:endParaRPr>
          </a:p>
        </p:txBody>
      </p:sp>
      <p:sp>
        <p:nvSpPr>
          <p:cNvPr id="187" name="椭圆 186">
            <a:extLst>
              <a:ext uri="{FF2B5EF4-FFF2-40B4-BE49-F238E27FC236}">
                <a16:creationId xmlns:a16="http://schemas.microsoft.com/office/drawing/2014/main" id="{6B745780-5ED1-4BF7-F1E3-5FF68597AA47}"/>
              </a:ext>
            </a:extLst>
          </p:cNvPr>
          <p:cNvSpPr/>
          <p:nvPr/>
        </p:nvSpPr>
        <p:spPr>
          <a:xfrm>
            <a:off x="2215434" y="3236850"/>
            <a:ext cx="501383" cy="50138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8" name="椭圆 187">
            <a:extLst>
              <a:ext uri="{FF2B5EF4-FFF2-40B4-BE49-F238E27FC236}">
                <a16:creationId xmlns:a16="http://schemas.microsoft.com/office/drawing/2014/main" id="{EB5A4A09-4BD8-A39B-23A0-1B557EE6961B}"/>
              </a:ext>
            </a:extLst>
          </p:cNvPr>
          <p:cNvSpPr/>
          <p:nvPr/>
        </p:nvSpPr>
        <p:spPr>
          <a:xfrm>
            <a:off x="1608355" y="4163214"/>
            <a:ext cx="501383" cy="50138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9" name="椭圆 188">
            <a:extLst>
              <a:ext uri="{FF2B5EF4-FFF2-40B4-BE49-F238E27FC236}">
                <a16:creationId xmlns:a16="http://schemas.microsoft.com/office/drawing/2014/main" id="{BA94D535-27A8-19E9-D2EE-87C47C58070E}"/>
              </a:ext>
            </a:extLst>
          </p:cNvPr>
          <p:cNvSpPr/>
          <p:nvPr/>
        </p:nvSpPr>
        <p:spPr>
          <a:xfrm>
            <a:off x="4102926" y="5520123"/>
            <a:ext cx="572435" cy="572435"/>
          </a:xfrm>
          <a:prstGeom prst="ellipse">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0" name="椭圆 189">
            <a:extLst>
              <a:ext uri="{FF2B5EF4-FFF2-40B4-BE49-F238E27FC236}">
                <a16:creationId xmlns:a16="http://schemas.microsoft.com/office/drawing/2014/main" id="{0053B6F5-A25A-A687-D569-3D5B05CE9E44}"/>
              </a:ext>
            </a:extLst>
          </p:cNvPr>
          <p:cNvSpPr/>
          <p:nvPr/>
        </p:nvSpPr>
        <p:spPr>
          <a:xfrm>
            <a:off x="3707152" y="5252230"/>
            <a:ext cx="572435" cy="572435"/>
          </a:xfrm>
          <a:prstGeom prst="ellipse">
            <a:avLst/>
          </a:prstGeom>
          <a:solidFill>
            <a:srgbClr val="BB3023"/>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1" name="椭圆 190">
            <a:extLst>
              <a:ext uri="{FF2B5EF4-FFF2-40B4-BE49-F238E27FC236}">
                <a16:creationId xmlns:a16="http://schemas.microsoft.com/office/drawing/2014/main" id="{7E5A0BB4-A67E-E96A-C67B-4A25953E5A1D}"/>
              </a:ext>
            </a:extLst>
          </p:cNvPr>
          <p:cNvSpPr/>
          <p:nvPr/>
        </p:nvSpPr>
        <p:spPr>
          <a:xfrm>
            <a:off x="4799856" y="5229200"/>
            <a:ext cx="572435" cy="572435"/>
          </a:xfrm>
          <a:prstGeom prst="ellipse">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9" name="文本框 348">
            <a:extLst>
              <a:ext uri="{FF2B5EF4-FFF2-40B4-BE49-F238E27FC236}">
                <a16:creationId xmlns:a16="http://schemas.microsoft.com/office/drawing/2014/main" id="{E88898A6-3B5A-4328-BD51-6CB7BC551C4F}"/>
              </a:ext>
            </a:extLst>
          </p:cNvPr>
          <p:cNvSpPr txBox="1"/>
          <p:nvPr/>
        </p:nvSpPr>
        <p:spPr>
          <a:xfrm>
            <a:off x="8995174" y="1755648"/>
            <a:ext cx="819429" cy="400110"/>
          </a:xfrm>
          <a:prstGeom prst="rect">
            <a:avLst/>
          </a:prstGeom>
          <a:noFill/>
          <a:ln>
            <a:solidFill>
              <a:srgbClr val="1E344D"/>
            </a:solidFill>
          </a:ln>
        </p:spPr>
        <p:txBody>
          <a:bodyPr wrap="square">
            <a:spAutoFit/>
          </a:bodyPr>
          <a:lstStyle/>
          <a:p>
            <a:pPr algn="ctr"/>
            <a:r>
              <a:rPr kumimoji="1" lang="en" altLang="zh-CN" sz="1000" b="1" dirty="0">
                <a:latin typeface="Alibaba PuHuiTi" pitchFamily="18" charset="-122"/>
                <a:ea typeface="Alibaba PuHuiTi" pitchFamily="18" charset="-122"/>
                <a:cs typeface="Alibaba PuHuiTi" pitchFamily="18" charset="-122"/>
              </a:rPr>
              <a:t>Complete</a:t>
            </a:r>
          </a:p>
          <a:p>
            <a:pPr algn="ctr"/>
            <a:r>
              <a:rPr kumimoji="1" lang="en" altLang="zh-CN" sz="1000" b="1" dirty="0">
                <a:latin typeface="Alibaba PuHuiTi" pitchFamily="18" charset="-122"/>
                <a:ea typeface="Alibaba PuHuiTi" pitchFamily="18" charset="-122"/>
                <a:cs typeface="Alibaba PuHuiTi" pitchFamily="18" charset="-122"/>
              </a:rPr>
              <a:t> project</a:t>
            </a:r>
            <a:endParaRPr lang="zh-CN" altLang="en-US" sz="1000" b="1" dirty="0">
              <a:latin typeface="Alibaba PuHuiTi" pitchFamily="18" charset="-122"/>
              <a:ea typeface="Alibaba PuHuiTi" pitchFamily="18" charset="-122"/>
              <a:cs typeface="Alibaba PuHuiTi" pitchFamily="18" charset="-122"/>
            </a:endParaRPr>
          </a:p>
        </p:txBody>
      </p:sp>
      <p:sp>
        <p:nvSpPr>
          <p:cNvPr id="350" name="文本框 349">
            <a:extLst>
              <a:ext uri="{FF2B5EF4-FFF2-40B4-BE49-F238E27FC236}">
                <a16:creationId xmlns:a16="http://schemas.microsoft.com/office/drawing/2014/main" id="{2B806756-6CCF-B8DB-2E2A-2ACB97BBC9D4}"/>
              </a:ext>
            </a:extLst>
          </p:cNvPr>
          <p:cNvSpPr txBox="1"/>
          <p:nvPr/>
        </p:nvSpPr>
        <p:spPr>
          <a:xfrm>
            <a:off x="9925259" y="1755648"/>
            <a:ext cx="819429" cy="400110"/>
          </a:xfrm>
          <a:prstGeom prst="rect">
            <a:avLst/>
          </a:prstGeom>
          <a:noFill/>
          <a:ln>
            <a:solidFill>
              <a:srgbClr val="1E344D"/>
            </a:solidFill>
          </a:ln>
        </p:spPr>
        <p:txBody>
          <a:bodyPr wrap="square">
            <a:spAutoFit/>
          </a:bodyPr>
          <a:lstStyle/>
          <a:p>
            <a:pPr algn="ctr"/>
            <a:r>
              <a:rPr kumimoji="1" lang="en" altLang="zh-CN" sz="1000" b="1" dirty="0">
                <a:latin typeface="Alibaba PuHuiTi" pitchFamily="18" charset="-122"/>
                <a:ea typeface="Alibaba PuHuiTi" pitchFamily="18" charset="-122"/>
                <a:cs typeface="Alibaba PuHuiTi" pitchFamily="18" charset="-122"/>
              </a:rPr>
              <a:t>Complete</a:t>
            </a:r>
          </a:p>
          <a:p>
            <a:pPr algn="ctr"/>
            <a:r>
              <a:rPr kumimoji="1" lang="en" altLang="zh-CN" sz="1000" b="1" dirty="0">
                <a:latin typeface="Alibaba PuHuiTi" pitchFamily="18" charset="-122"/>
                <a:ea typeface="Alibaba PuHuiTi" pitchFamily="18" charset="-122"/>
                <a:cs typeface="Alibaba PuHuiTi" pitchFamily="18" charset="-122"/>
              </a:rPr>
              <a:t> project</a:t>
            </a:r>
            <a:endParaRPr lang="zh-CN" altLang="en-US" sz="1000" b="1" dirty="0">
              <a:latin typeface="Alibaba PuHuiTi" pitchFamily="18" charset="-122"/>
              <a:ea typeface="Alibaba PuHuiTi" pitchFamily="18" charset="-122"/>
              <a:cs typeface="Alibaba PuHuiTi" pitchFamily="18" charset="-122"/>
            </a:endParaRPr>
          </a:p>
        </p:txBody>
      </p:sp>
      <p:sp>
        <p:nvSpPr>
          <p:cNvPr id="351" name="文本框 350">
            <a:extLst>
              <a:ext uri="{FF2B5EF4-FFF2-40B4-BE49-F238E27FC236}">
                <a16:creationId xmlns:a16="http://schemas.microsoft.com/office/drawing/2014/main" id="{7F14270A-AFC4-CF84-6B7D-87F62434514C}"/>
              </a:ext>
            </a:extLst>
          </p:cNvPr>
          <p:cNvSpPr txBox="1"/>
          <p:nvPr/>
        </p:nvSpPr>
        <p:spPr>
          <a:xfrm>
            <a:off x="10848528" y="1755648"/>
            <a:ext cx="819429" cy="400110"/>
          </a:xfrm>
          <a:prstGeom prst="rect">
            <a:avLst/>
          </a:prstGeom>
          <a:noFill/>
          <a:ln>
            <a:solidFill>
              <a:srgbClr val="1E344D"/>
            </a:solidFill>
          </a:ln>
        </p:spPr>
        <p:txBody>
          <a:bodyPr wrap="square">
            <a:spAutoFit/>
          </a:bodyPr>
          <a:lstStyle/>
          <a:p>
            <a:pPr algn="ctr"/>
            <a:r>
              <a:rPr kumimoji="1" lang="en" altLang="zh-CN" sz="1000" b="1" dirty="0">
                <a:latin typeface="Alibaba PuHuiTi" pitchFamily="18" charset="-122"/>
                <a:ea typeface="Alibaba PuHuiTi" pitchFamily="18" charset="-122"/>
                <a:cs typeface="Alibaba PuHuiTi" pitchFamily="18" charset="-122"/>
              </a:rPr>
              <a:t>Complete</a:t>
            </a:r>
          </a:p>
          <a:p>
            <a:pPr algn="ctr"/>
            <a:r>
              <a:rPr kumimoji="1" lang="en" altLang="zh-CN" sz="1000" b="1" dirty="0">
                <a:latin typeface="Alibaba PuHuiTi" pitchFamily="18" charset="-122"/>
                <a:ea typeface="Alibaba PuHuiTi" pitchFamily="18" charset="-122"/>
                <a:cs typeface="Alibaba PuHuiTi" pitchFamily="18" charset="-122"/>
              </a:rPr>
              <a:t> project</a:t>
            </a:r>
            <a:endParaRPr lang="zh-CN" altLang="en-US" sz="1000" b="1" dirty="0">
              <a:latin typeface="Alibaba PuHuiTi" pitchFamily="18" charset="-122"/>
              <a:ea typeface="Alibaba PuHuiTi" pitchFamily="18" charset="-122"/>
              <a:cs typeface="Alibaba PuHuiTi" pitchFamily="18" charset="-122"/>
            </a:endParaRPr>
          </a:p>
        </p:txBody>
      </p:sp>
      <p:graphicFrame>
        <p:nvGraphicFramePr>
          <p:cNvPr id="352" name="图表 351">
            <a:extLst>
              <a:ext uri="{FF2B5EF4-FFF2-40B4-BE49-F238E27FC236}">
                <a16:creationId xmlns:a16="http://schemas.microsoft.com/office/drawing/2014/main" id="{85D2773A-9DA3-DD85-FCF5-216DE7D84EA8}"/>
              </a:ext>
            </a:extLst>
          </p:cNvPr>
          <p:cNvGraphicFramePr/>
          <p:nvPr>
            <p:extLst>
              <p:ext uri="{D42A27DB-BD31-4B8C-83A1-F6EECF244321}">
                <p14:modId xmlns:p14="http://schemas.microsoft.com/office/powerpoint/2010/main" val="1624133766"/>
              </p:ext>
            </p:extLst>
          </p:nvPr>
        </p:nvGraphicFramePr>
        <p:xfrm>
          <a:off x="7037789" y="4739833"/>
          <a:ext cx="4692249" cy="1946718"/>
        </p:xfrm>
        <a:graphic>
          <a:graphicData uri="http://schemas.openxmlformats.org/drawingml/2006/chart">
            <c:chart xmlns:c="http://schemas.openxmlformats.org/drawingml/2006/chart" xmlns:r="http://schemas.openxmlformats.org/officeDocument/2006/relationships" r:id="rId3"/>
          </a:graphicData>
        </a:graphic>
      </p:graphicFrame>
      <p:sp>
        <p:nvSpPr>
          <p:cNvPr id="353" name="文本框 352">
            <a:extLst>
              <a:ext uri="{FF2B5EF4-FFF2-40B4-BE49-F238E27FC236}">
                <a16:creationId xmlns:a16="http://schemas.microsoft.com/office/drawing/2014/main" id="{9E818A2D-7B7B-5CD0-AB18-120F68856D8D}"/>
              </a:ext>
            </a:extLst>
          </p:cNvPr>
          <p:cNvSpPr txBox="1"/>
          <p:nvPr/>
        </p:nvSpPr>
        <p:spPr>
          <a:xfrm>
            <a:off x="9106048" y="4623991"/>
            <a:ext cx="2716464" cy="430887"/>
          </a:xfrm>
          <a:prstGeom prst="rect">
            <a:avLst/>
          </a:prstGeom>
          <a:noFill/>
        </p:spPr>
        <p:txBody>
          <a:bodyPr wrap="square">
            <a:spAutoFit/>
          </a:bodyPr>
          <a:lstStyle/>
          <a:p>
            <a:pPr algn="r"/>
            <a:r>
              <a:rPr kumimoji="1" lang="en" altLang="zh-CN" sz="1100" b="1"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lang="zh-CN" altLang="en-US" sz="1100" b="1" dirty="0">
              <a:solidFill>
                <a:srgbClr val="1E344D"/>
              </a:solidFill>
            </a:endParaRPr>
          </a:p>
        </p:txBody>
      </p:sp>
    </p:spTree>
    <p:extLst>
      <p:ext uri="{BB962C8B-B14F-4D97-AF65-F5344CB8AC3E}">
        <p14:creationId xmlns:p14="http://schemas.microsoft.com/office/powerpoint/2010/main" val="372911375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组合 28">
            <a:extLst>
              <a:ext uri="{FF2B5EF4-FFF2-40B4-BE49-F238E27FC236}">
                <a16:creationId xmlns:a16="http://schemas.microsoft.com/office/drawing/2014/main" id="{6F1F630C-E0F5-2060-A70E-BCD6BBB891D6}"/>
              </a:ext>
            </a:extLst>
          </p:cNvPr>
          <p:cNvGrpSpPr/>
          <p:nvPr/>
        </p:nvGrpSpPr>
        <p:grpSpPr>
          <a:xfrm rot="10800000">
            <a:off x="3621742" y="1228698"/>
            <a:ext cx="2856603" cy="5209954"/>
            <a:chOff x="4416710" y="1265274"/>
            <a:chExt cx="2856603" cy="5209954"/>
          </a:xfrm>
        </p:grpSpPr>
        <p:sp>
          <p:nvSpPr>
            <p:cNvPr id="25" name="梯形 24">
              <a:extLst>
                <a:ext uri="{FF2B5EF4-FFF2-40B4-BE49-F238E27FC236}">
                  <a16:creationId xmlns:a16="http://schemas.microsoft.com/office/drawing/2014/main" id="{8835A6CE-2E5C-7F1B-DB1A-687CEB28BEDF}"/>
                </a:ext>
              </a:extLst>
            </p:cNvPr>
            <p:cNvSpPr/>
            <p:nvPr/>
          </p:nvSpPr>
          <p:spPr>
            <a:xfrm>
              <a:off x="4433132" y="1519487"/>
              <a:ext cx="2840181" cy="4530437"/>
            </a:xfrm>
            <a:prstGeom prst="trapezoid">
              <a:avLst/>
            </a:prstGeom>
            <a:solidFill>
              <a:srgbClr val="1E344D">
                <a:alpha val="21119"/>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椭圆 25">
              <a:extLst>
                <a:ext uri="{FF2B5EF4-FFF2-40B4-BE49-F238E27FC236}">
                  <a16:creationId xmlns:a16="http://schemas.microsoft.com/office/drawing/2014/main" id="{F294B924-2292-A580-AEB5-78B2183910EF}"/>
                </a:ext>
              </a:extLst>
            </p:cNvPr>
            <p:cNvSpPr/>
            <p:nvPr/>
          </p:nvSpPr>
          <p:spPr>
            <a:xfrm rot="10800000">
              <a:off x="4687580" y="3969404"/>
              <a:ext cx="2317968" cy="708921"/>
            </a:xfrm>
            <a:prstGeom prst="ellipse">
              <a:avLst/>
            </a:prstGeom>
            <a:solidFill>
              <a:srgbClr val="BB3023"/>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7" name="椭圆 26">
              <a:extLst>
                <a:ext uri="{FF2B5EF4-FFF2-40B4-BE49-F238E27FC236}">
                  <a16:creationId xmlns:a16="http://schemas.microsoft.com/office/drawing/2014/main" id="{8CCB0534-042A-C45D-0B0F-2F7490D06D39}"/>
                </a:ext>
              </a:extLst>
            </p:cNvPr>
            <p:cNvSpPr/>
            <p:nvPr/>
          </p:nvSpPr>
          <p:spPr>
            <a:xfrm rot="10800000">
              <a:off x="4923108" y="2527960"/>
              <a:ext cx="1863978" cy="555482"/>
            </a:xfrm>
            <a:prstGeom prst="ellipse">
              <a:avLst/>
            </a:prstGeom>
            <a:solidFill>
              <a:srgbClr val="BB3023"/>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椭圆 27">
              <a:extLst>
                <a:ext uri="{FF2B5EF4-FFF2-40B4-BE49-F238E27FC236}">
                  <a16:creationId xmlns:a16="http://schemas.microsoft.com/office/drawing/2014/main" id="{1018B5A4-212A-E9E4-1349-122C39BF88E3}"/>
                </a:ext>
              </a:extLst>
            </p:cNvPr>
            <p:cNvSpPr/>
            <p:nvPr/>
          </p:nvSpPr>
          <p:spPr>
            <a:xfrm rot="10800000">
              <a:off x="5138335" y="1265274"/>
              <a:ext cx="1425498" cy="572546"/>
            </a:xfrm>
            <a:prstGeom prst="ellipse">
              <a:avLst/>
            </a:prstGeom>
            <a:solidFill>
              <a:srgbClr val="BB3023"/>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椭圆 22">
              <a:extLst>
                <a:ext uri="{FF2B5EF4-FFF2-40B4-BE49-F238E27FC236}">
                  <a16:creationId xmlns:a16="http://schemas.microsoft.com/office/drawing/2014/main" id="{41ECE3BC-A197-6143-70EA-03B57EF49D18}"/>
                </a:ext>
              </a:extLst>
            </p:cNvPr>
            <p:cNvSpPr/>
            <p:nvPr/>
          </p:nvSpPr>
          <p:spPr>
            <a:xfrm rot="10800000">
              <a:off x="4416710" y="5628955"/>
              <a:ext cx="2856089" cy="846273"/>
            </a:xfrm>
            <a:prstGeom prst="ellipse">
              <a:avLst/>
            </a:prstGeom>
            <a:solidFill>
              <a:srgbClr val="BB3023"/>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0" name="文本框 29">
            <a:extLst>
              <a:ext uri="{FF2B5EF4-FFF2-40B4-BE49-F238E27FC236}">
                <a16:creationId xmlns:a16="http://schemas.microsoft.com/office/drawing/2014/main" id="{E3EAD03F-9B79-B1CC-DD66-F7EE6C5C3820}"/>
              </a:ext>
            </a:extLst>
          </p:cNvPr>
          <p:cNvSpPr txBox="1"/>
          <p:nvPr/>
        </p:nvSpPr>
        <p:spPr>
          <a:xfrm>
            <a:off x="4458214" y="6015032"/>
            <a:ext cx="1285537" cy="230832"/>
          </a:xfrm>
          <a:prstGeom prst="rect">
            <a:avLst/>
          </a:prstGeom>
          <a:noFill/>
        </p:spPr>
        <p:txBody>
          <a:bodyPr wrap="square" rtlCol="0">
            <a:spAutoFit/>
          </a:bodyPr>
          <a:lstStyle/>
          <a:p>
            <a:pPr algn="l"/>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Scheme </a:t>
            </a:r>
            <a:r>
              <a:rPr kumimoji="1" lang="en-US" altLang="zh-CN" sz="900" dirty="0">
                <a:solidFill>
                  <a:schemeClr val="bg1"/>
                </a:solidFill>
                <a:latin typeface="Alibaba PuHuiTi Medium" pitchFamily="18" charset="-122"/>
                <a:ea typeface="Alibaba PuHuiTi Medium" pitchFamily="18" charset="-122"/>
                <a:cs typeface="Alibaba PuHuiTi Medium" pitchFamily="18" charset="-122"/>
              </a:rPr>
              <a:t>4</a:t>
            </a: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 content</a:t>
            </a:r>
            <a:endParaRPr kumimoji="1" lang="zh-CN" altLang="en-US"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36861768-60EC-45C7-872E-21D4795EF935}"/>
              </a:ext>
            </a:extLst>
          </p:cNvPr>
          <p:cNvSpPr txBox="1"/>
          <p:nvPr/>
        </p:nvSpPr>
        <p:spPr>
          <a:xfrm>
            <a:off x="4334109" y="4750412"/>
            <a:ext cx="1498861" cy="276999"/>
          </a:xfrm>
          <a:prstGeom prst="rect">
            <a:avLst/>
          </a:prstGeom>
          <a:noFill/>
        </p:spPr>
        <p:txBody>
          <a:bodyPr wrap="square" rtlCol="0">
            <a:spAutoFit/>
          </a:bodyPr>
          <a:lstStyle/>
          <a:p>
            <a:pPr algn="l"/>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Scheme </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 content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F195FD3D-E1DF-292B-BE1A-66BBA8D8FA2C}"/>
              </a:ext>
            </a:extLst>
          </p:cNvPr>
          <p:cNvSpPr txBox="1"/>
          <p:nvPr/>
        </p:nvSpPr>
        <p:spPr>
          <a:xfrm>
            <a:off x="4118481" y="3179174"/>
            <a:ext cx="2010497" cy="338554"/>
          </a:xfrm>
          <a:prstGeom prst="rect">
            <a:avLst/>
          </a:prstGeom>
          <a:noFill/>
        </p:spPr>
        <p:txBody>
          <a:bodyPr wrap="square" rtlCol="0">
            <a:spAutoFit/>
          </a:bodyPr>
          <a:lstStyle/>
          <a:p>
            <a:pPr algn="l"/>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Scheme </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a:t>
            </a:r>
            <a:r>
              <a:rPr kumimoji="1" lang="zh-CN" altLang="en-US" sz="1600"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content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E2DA6E62-3998-57BD-9B57-978561C98C30}"/>
              </a:ext>
            </a:extLst>
          </p:cNvPr>
          <p:cNvSpPr txBox="1"/>
          <p:nvPr/>
        </p:nvSpPr>
        <p:spPr>
          <a:xfrm>
            <a:off x="3988968" y="1458165"/>
            <a:ext cx="2246167" cy="369332"/>
          </a:xfrm>
          <a:prstGeom prst="rect">
            <a:avLst/>
          </a:prstGeom>
          <a:noFill/>
        </p:spPr>
        <p:txBody>
          <a:bodyPr wrap="square" rtlCol="0">
            <a:spAutoFit/>
          </a:bodyPr>
          <a:lstStyle/>
          <a:p>
            <a:pPr algn="l"/>
            <a:r>
              <a:rPr kumimoji="1" lang="en" altLang="zh-CN" dirty="0">
                <a:solidFill>
                  <a:schemeClr val="bg1"/>
                </a:solidFill>
                <a:latin typeface="Alibaba PuHuiTi Medium" pitchFamily="18" charset="-122"/>
                <a:ea typeface="Alibaba PuHuiTi Medium" pitchFamily="18" charset="-122"/>
                <a:cs typeface="Alibaba PuHuiTi Medium" pitchFamily="18" charset="-122"/>
              </a:rPr>
              <a:t>Scheme</a:t>
            </a:r>
            <a:r>
              <a:rPr kumimoji="1" lang="zh-CN" altLang="en-US"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dirty="0">
                <a:solidFill>
                  <a:schemeClr val="bg1"/>
                </a:solidFill>
                <a:latin typeface="Alibaba PuHuiTi Medium" pitchFamily="18" charset="-122"/>
                <a:ea typeface="Alibaba PuHuiTi Medium" pitchFamily="18" charset="-122"/>
                <a:cs typeface="Alibaba PuHuiTi Medium" pitchFamily="18" charset="-122"/>
              </a:rPr>
              <a:t>1</a:t>
            </a:r>
            <a:r>
              <a:rPr kumimoji="1" lang="zh-CN" altLang="en-US" dirty="0">
                <a:solidFill>
                  <a:schemeClr val="bg1"/>
                </a:solidFill>
                <a:latin typeface="Alibaba PuHuiTi Medium" pitchFamily="18" charset="-122"/>
                <a:ea typeface="Alibaba PuHuiTi Medium" pitchFamily="18" charset="-122"/>
                <a:cs typeface="Alibaba PuHuiTi Medium" pitchFamily="18" charset="-122"/>
              </a:rPr>
              <a:t> </a:t>
            </a:r>
            <a:r>
              <a:rPr kumimoji="1" lang="en" altLang="zh-CN" dirty="0">
                <a:solidFill>
                  <a:schemeClr val="bg1"/>
                </a:solidFill>
                <a:latin typeface="Alibaba PuHuiTi Medium" pitchFamily="18" charset="-122"/>
                <a:ea typeface="Alibaba PuHuiTi Medium" pitchFamily="18" charset="-122"/>
                <a:cs typeface="Alibaba PuHuiTi Medium" pitchFamily="18" charset="-122"/>
              </a:rPr>
              <a:t>content</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5" name="下箭头 54">
            <a:extLst>
              <a:ext uri="{FF2B5EF4-FFF2-40B4-BE49-F238E27FC236}">
                <a16:creationId xmlns:a16="http://schemas.microsoft.com/office/drawing/2014/main" id="{A1839C8D-D7A3-367D-6214-3CA1E1B329C8}"/>
              </a:ext>
            </a:extLst>
          </p:cNvPr>
          <p:cNvSpPr/>
          <p:nvPr/>
        </p:nvSpPr>
        <p:spPr>
          <a:xfrm>
            <a:off x="4835365" y="2059725"/>
            <a:ext cx="457200" cy="448733"/>
          </a:xfrm>
          <a:prstGeom prst="down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下箭头 55">
            <a:extLst>
              <a:ext uri="{FF2B5EF4-FFF2-40B4-BE49-F238E27FC236}">
                <a16:creationId xmlns:a16="http://schemas.microsoft.com/office/drawing/2014/main" id="{BE7759A1-7AFD-1B3D-616D-9E345CE6EAFB}"/>
              </a:ext>
            </a:extLst>
          </p:cNvPr>
          <p:cNvSpPr/>
          <p:nvPr/>
        </p:nvSpPr>
        <p:spPr>
          <a:xfrm>
            <a:off x="4835365" y="3682881"/>
            <a:ext cx="457200" cy="448733"/>
          </a:xfrm>
          <a:prstGeom prst="down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 name="下箭头 56">
            <a:extLst>
              <a:ext uri="{FF2B5EF4-FFF2-40B4-BE49-F238E27FC236}">
                <a16:creationId xmlns:a16="http://schemas.microsoft.com/office/drawing/2014/main" id="{2E798F83-19E3-D89A-662E-165F6C79AD9E}"/>
              </a:ext>
            </a:extLst>
          </p:cNvPr>
          <p:cNvSpPr/>
          <p:nvPr/>
        </p:nvSpPr>
        <p:spPr>
          <a:xfrm>
            <a:off x="4835365" y="5151728"/>
            <a:ext cx="457200" cy="448733"/>
          </a:xfrm>
          <a:prstGeom prst="down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4" name="文本框 203">
            <a:extLst>
              <a:ext uri="{FF2B5EF4-FFF2-40B4-BE49-F238E27FC236}">
                <a16:creationId xmlns:a16="http://schemas.microsoft.com/office/drawing/2014/main" id="{AF175E29-B9FC-CA43-69B8-ACFAA1E3892A}"/>
              </a:ext>
            </a:extLst>
          </p:cNvPr>
          <p:cNvSpPr txBox="1"/>
          <p:nvPr/>
        </p:nvSpPr>
        <p:spPr>
          <a:xfrm>
            <a:off x="6857668" y="1434631"/>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05" name="直线连接符 204">
            <a:extLst>
              <a:ext uri="{FF2B5EF4-FFF2-40B4-BE49-F238E27FC236}">
                <a16:creationId xmlns:a16="http://schemas.microsoft.com/office/drawing/2014/main" id="{3DD78B4F-FF2F-6214-5FB5-3FD5B00B03BB}"/>
              </a:ext>
            </a:extLst>
          </p:cNvPr>
          <p:cNvCxnSpPr/>
          <p:nvPr/>
        </p:nvCxnSpPr>
        <p:spPr>
          <a:xfrm>
            <a:off x="7448424" y="1545217"/>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06" name="圆角矩形 205">
            <a:extLst>
              <a:ext uri="{FF2B5EF4-FFF2-40B4-BE49-F238E27FC236}">
                <a16:creationId xmlns:a16="http://schemas.microsoft.com/office/drawing/2014/main" id="{3E395B70-731C-CBEF-E902-3C13E6F1BF6D}"/>
              </a:ext>
            </a:extLst>
          </p:cNvPr>
          <p:cNvSpPr/>
          <p:nvPr/>
        </p:nvSpPr>
        <p:spPr>
          <a:xfrm>
            <a:off x="8722154" y="1499211"/>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07" name="文本框 206">
            <a:extLst>
              <a:ext uri="{FF2B5EF4-FFF2-40B4-BE49-F238E27FC236}">
                <a16:creationId xmlns:a16="http://schemas.microsoft.com/office/drawing/2014/main" id="{162B7FCA-9A24-5A00-4C43-0154740626DD}"/>
              </a:ext>
            </a:extLst>
          </p:cNvPr>
          <p:cNvSpPr txBox="1"/>
          <p:nvPr/>
        </p:nvSpPr>
        <p:spPr>
          <a:xfrm>
            <a:off x="8232502" y="1443029"/>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08" name="文本框 207">
            <a:extLst>
              <a:ext uri="{FF2B5EF4-FFF2-40B4-BE49-F238E27FC236}">
                <a16:creationId xmlns:a16="http://schemas.microsoft.com/office/drawing/2014/main" id="{B4BB4FDB-A8B6-BDDF-5862-D840A645766B}"/>
              </a:ext>
            </a:extLst>
          </p:cNvPr>
          <p:cNvSpPr txBox="1"/>
          <p:nvPr/>
        </p:nvSpPr>
        <p:spPr>
          <a:xfrm>
            <a:off x="11343284" y="1438216"/>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09" name="文本框 208">
            <a:extLst>
              <a:ext uri="{FF2B5EF4-FFF2-40B4-BE49-F238E27FC236}">
                <a16:creationId xmlns:a16="http://schemas.microsoft.com/office/drawing/2014/main" id="{D7C57E18-8946-25FC-784D-78A86EF38E82}"/>
              </a:ext>
            </a:extLst>
          </p:cNvPr>
          <p:cNvSpPr txBox="1"/>
          <p:nvPr/>
        </p:nvSpPr>
        <p:spPr>
          <a:xfrm>
            <a:off x="6857668" y="1683973"/>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10" name="直线连接符 209">
            <a:extLst>
              <a:ext uri="{FF2B5EF4-FFF2-40B4-BE49-F238E27FC236}">
                <a16:creationId xmlns:a16="http://schemas.microsoft.com/office/drawing/2014/main" id="{6E7335A2-E787-B0D8-6445-E0AB44757356}"/>
              </a:ext>
            </a:extLst>
          </p:cNvPr>
          <p:cNvCxnSpPr/>
          <p:nvPr/>
        </p:nvCxnSpPr>
        <p:spPr>
          <a:xfrm>
            <a:off x="7448424" y="1794559"/>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11" name="圆角矩形 210">
            <a:extLst>
              <a:ext uri="{FF2B5EF4-FFF2-40B4-BE49-F238E27FC236}">
                <a16:creationId xmlns:a16="http://schemas.microsoft.com/office/drawing/2014/main" id="{437A1506-8336-99EF-4C72-941868579A4C}"/>
              </a:ext>
            </a:extLst>
          </p:cNvPr>
          <p:cNvSpPr/>
          <p:nvPr/>
        </p:nvSpPr>
        <p:spPr>
          <a:xfrm>
            <a:off x="8722154" y="1748553"/>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12" name="文本框 211">
            <a:extLst>
              <a:ext uri="{FF2B5EF4-FFF2-40B4-BE49-F238E27FC236}">
                <a16:creationId xmlns:a16="http://schemas.microsoft.com/office/drawing/2014/main" id="{E424C26B-576D-45A0-B6A2-08C3B00BE818}"/>
              </a:ext>
            </a:extLst>
          </p:cNvPr>
          <p:cNvSpPr txBox="1"/>
          <p:nvPr/>
        </p:nvSpPr>
        <p:spPr>
          <a:xfrm>
            <a:off x="8232502" y="1692371"/>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13" name="文本框 212">
            <a:extLst>
              <a:ext uri="{FF2B5EF4-FFF2-40B4-BE49-F238E27FC236}">
                <a16:creationId xmlns:a16="http://schemas.microsoft.com/office/drawing/2014/main" id="{265AD36C-04AC-8686-8CF4-C770AEB42B79}"/>
              </a:ext>
            </a:extLst>
          </p:cNvPr>
          <p:cNvSpPr txBox="1"/>
          <p:nvPr/>
        </p:nvSpPr>
        <p:spPr>
          <a:xfrm>
            <a:off x="11343284" y="1687558"/>
            <a:ext cx="54854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14" name="文本框 213">
            <a:extLst>
              <a:ext uri="{FF2B5EF4-FFF2-40B4-BE49-F238E27FC236}">
                <a16:creationId xmlns:a16="http://schemas.microsoft.com/office/drawing/2014/main" id="{C7F22412-96FA-E50E-90CE-4B8C26880C33}"/>
              </a:ext>
            </a:extLst>
          </p:cNvPr>
          <p:cNvSpPr txBox="1"/>
          <p:nvPr/>
        </p:nvSpPr>
        <p:spPr>
          <a:xfrm>
            <a:off x="6857668" y="1933315"/>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15" name="直线连接符 214">
            <a:extLst>
              <a:ext uri="{FF2B5EF4-FFF2-40B4-BE49-F238E27FC236}">
                <a16:creationId xmlns:a16="http://schemas.microsoft.com/office/drawing/2014/main" id="{7E45CA42-34B9-DA2D-8568-2F1EE45175CD}"/>
              </a:ext>
            </a:extLst>
          </p:cNvPr>
          <p:cNvCxnSpPr/>
          <p:nvPr/>
        </p:nvCxnSpPr>
        <p:spPr>
          <a:xfrm>
            <a:off x="7448424" y="2043901"/>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16" name="圆角矩形 215">
            <a:extLst>
              <a:ext uri="{FF2B5EF4-FFF2-40B4-BE49-F238E27FC236}">
                <a16:creationId xmlns:a16="http://schemas.microsoft.com/office/drawing/2014/main" id="{C86A1E32-7BCB-CCED-D2C7-62FEAC3760A4}"/>
              </a:ext>
            </a:extLst>
          </p:cNvPr>
          <p:cNvSpPr/>
          <p:nvPr/>
        </p:nvSpPr>
        <p:spPr>
          <a:xfrm>
            <a:off x="8722154" y="1997895"/>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17" name="文本框 216">
            <a:extLst>
              <a:ext uri="{FF2B5EF4-FFF2-40B4-BE49-F238E27FC236}">
                <a16:creationId xmlns:a16="http://schemas.microsoft.com/office/drawing/2014/main" id="{08A39C46-D0FD-E544-D98F-780CDBBF9B54}"/>
              </a:ext>
            </a:extLst>
          </p:cNvPr>
          <p:cNvSpPr txBox="1"/>
          <p:nvPr/>
        </p:nvSpPr>
        <p:spPr>
          <a:xfrm>
            <a:off x="8232502" y="1941713"/>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18" name="文本框 217">
            <a:extLst>
              <a:ext uri="{FF2B5EF4-FFF2-40B4-BE49-F238E27FC236}">
                <a16:creationId xmlns:a16="http://schemas.microsoft.com/office/drawing/2014/main" id="{FDC3564C-7371-8708-C978-E97AAD57B61A}"/>
              </a:ext>
            </a:extLst>
          </p:cNvPr>
          <p:cNvSpPr txBox="1"/>
          <p:nvPr/>
        </p:nvSpPr>
        <p:spPr>
          <a:xfrm>
            <a:off x="11343284" y="1936900"/>
            <a:ext cx="54854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60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19" name="文本框 218">
            <a:extLst>
              <a:ext uri="{FF2B5EF4-FFF2-40B4-BE49-F238E27FC236}">
                <a16:creationId xmlns:a16="http://schemas.microsoft.com/office/drawing/2014/main" id="{CEC326DD-E9A4-89E6-42B8-28310A981555}"/>
              </a:ext>
            </a:extLst>
          </p:cNvPr>
          <p:cNvSpPr txBox="1"/>
          <p:nvPr/>
        </p:nvSpPr>
        <p:spPr>
          <a:xfrm>
            <a:off x="6857668" y="2182657"/>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20" name="直线连接符 219">
            <a:extLst>
              <a:ext uri="{FF2B5EF4-FFF2-40B4-BE49-F238E27FC236}">
                <a16:creationId xmlns:a16="http://schemas.microsoft.com/office/drawing/2014/main" id="{C303280C-7615-0A47-40C1-EF002A6A1729}"/>
              </a:ext>
            </a:extLst>
          </p:cNvPr>
          <p:cNvCxnSpPr/>
          <p:nvPr/>
        </p:nvCxnSpPr>
        <p:spPr>
          <a:xfrm>
            <a:off x="7448424" y="2293243"/>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21" name="圆角矩形 220">
            <a:extLst>
              <a:ext uri="{FF2B5EF4-FFF2-40B4-BE49-F238E27FC236}">
                <a16:creationId xmlns:a16="http://schemas.microsoft.com/office/drawing/2014/main" id="{A3A6521B-A6CC-5F48-5D59-17B9A64D48E3}"/>
              </a:ext>
            </a:extLst>
          </p:cNvPr>
          <p:cNvSpPr/>
          <p:nvPr/>
        </p:nvSpPr>
        <p:spPr>
          <a:xfrm>
            <a:off x="8722154" y="2247237"/>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22" name="文本框 221">
            <a:extLst>
              <a:ext uri="{FF2B5EF4-FFF2-40B4-BE49-F238E27FC236}">
                <a16:creationId xmlns:a16="http://schemas.microsoft.com/office/drawing/2014/main" id="{28E13F61-2F4A-5684-29E7-444C0D0E610E}"/>
              </a:ext>
            </a:extLst>
          </p:cNvPr>
          <p:cNvSpPr txBox="1"/>
          <p:nvPr/>
        </p:nvSpPr>
        <p:spPr>
          <a:xfrm>
            <a:off x="8232502" y="2191055"/>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23" name="文本框 222">
            <a:extLst>
              <a:ext uri="{FF2B5EF4-FFF2-40B4-BE49-F238E27FC236}">
                <a16:creationId xmlns:a16="http://schemas.microsoft.com/office/drawing/2014/main" id="{247B8457-C62D-46BE-A86D-935B43D59F97}"/>
              </a:ext>
            </a:extLst>
          </p:cNvPr>
          <p:cNvSpPr txBox="1"/>
          <p:nvPr/>
        </p:nvSpPr>
        <p:spPr>
          <a:xfrm>
            <a:off x="11343284" y="2186242"/>
            <a:ext cx="54854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70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24" name="文本框 223">
            <a:extLst>
              <a:ext uri="{FF2B5EF4-FFF2-40B4-BE49-F238E27FC236}">
                <a16:creationId xmlns:a16="http://schemas.microsoft.com/office/drawing/2014/main" id="{A4AB666E-F56C-3A4C-0D67-57943B759BC4}"/>
              </a:ext>
            </a:extLst>
          </p:cNvPr>
          <p:cNvSpPr txBox="1"/>
          <p:nvPr/>
        </p:nvSpPr>
        <p:spPr>
          <a:xfrm>
            <a:off x="6857668" y="2431999"/>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25" name="直线连接符 224">
            <a:extLst>
              <a:ext uri="{FF2B5EF4-FFF2-40B4-BE49-F238E27FC236}">
                <a16:creationId xmlns:a16="http://schemas.microsoft.com/office/drawing/2014/main" id="{DA574E31-F056-F32F-80A9-711F07F8C1F5}"/>
              </a:ext>
            </a:extLst>
          </p:cNvPr>
          <p:cNvCxnSpPr/>
          <p:nvPr/>
        </p:nvCxnSpPr>
        <p:spPr>
          <a:xfrm>
            <a:off x="7448424" y="2542585"/>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26" name="圆角矩形 225">
            <a:extLst>
              <a:ext uri="{FF2B5EF4-FFF2-40B4-BE49-F238E27FC236}">
                <a16:creationId xmlns:a16="http://schemas.microsoft.com/office/drawing/2014/main" id="{D997C4CA-DA04-AEC3-AE2B-921DAF4D3898}"/>
              </a:ext>
            </a:extLst>
          </p:cNvPr>
          <p:cNvSpPr/>
          <p:nvPr/>
        </p:nvSpPr>
        <p:spPr>
          <a:xfrm>
            <a:off x="8722154" y="2496579"/>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27" name="文本框 226">
            <a:extLst>
              <a:ext uri="{FF2B5EF4-FFF2-40B4-BE49-F238E27FC236}">
                <a16:creationId xmlns:a16="http://schemas.microsoft.com/office/drawing/2014/main" id="{7D3B0B08-0C1A-AE61-02AD-E56A89A33720}"/>
              </a:ext>
            </a:extLst>
          </p:cNvPr>
          <p:cNvSpPr txBox="1"/>
          <p:nvPr/>
        </p:nvSpPr>
        <p:spPr>
          <a:xfrm>
            <a:off x="8232502" y="2440397"/>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28" name="文本框 227">
            <a:extLst>
              <a:ext uri="{FF2B5EF4-FFF2-40B4-BE49-F238E27FC236}">
                <a16:creationId xmlns:a16="http://schemas.microsoft.com/office/drawing/2014/main" id="{0AD38499-9E22-54F2-B333-871AF90EA571}"/>
              </a:ext>
            </a:extLst>
          </p:cNvPr>
          <p:cNvSpPr txBox="1"/>
          <p:nvPr/>
        </p:nvSpPr>
        <p:spPr>
          <a:xfrm>
            <a:off x="11343284" y="2435584"/>
            <a:ext cx="54854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29" name="文本框 228">
            <a:extLst>
              <a:ext uri="{FF2B5EF4-FFF2-40B4-BE49-F238E27FC236}">
                <a16:creationId xmlns:a16="http://schemas.microsoft.com/office/drawing/2014/main" id="{A8D50093-9DD5-7C8F-A471-4CA71EB23A18}"/>
              </a:ext>
            </a:extLst>
          </p:cNvPr>
          <p:cNvSpPr txBox="1"/>
          <p:nvPr/>
        </p:nvSpPr>
        <p:spPr>
          <a:xfrm>
            <a:off x="6857668" y="2681341"/>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30" name="直线连接符 229">
            <a:extLst>
              <a:ext uri="{FF2B5EF4-FFF2-40B4-BE49-F238E27FC236}">
                <a16:creationId xmlns:a16="http://schemas.microsoft.com/office/drawing/2014/main" id="{347791DF-5B88-314E-7E19-D85FCD94B52B}"/>
              </a:ext>
            </a:extLst>
          </p:cNvPr>
          <p:cNvCxnSpPr/>
          <p:nvPr/>
        </p:nvCxnSpPr>
        <p:spPr>
          <a:xfrm>
            <a:off x="7448424" y="2791927"/>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31" name="圆角矩形 230">
            <a:extLst>
              <a:ext uri="{FF2B5EF4-FFF2-40B4-BE49-F238E27FC236}">
                <a16:creationId xmlns:a16="http://schemas.microsoft.com/office/drawing/2014/main" id="{4D34D10F-D7F9-9986-1ABF-DB9691AE853B}"/>
              </a:ext>
            </a:extLst>
          </p:cNvPr>
          <p:cNvSpPr/>
          <p:nvPr/>
        </p:nvSpPr>
        <p:spPr>
          <a:xfrm>
            <a:off x="8722154" y="2745921"/>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32" name="文本框 231">
            <a:extLst>
              <a:ext uri="{FF2B5EF4-FFF2-40B4-BE49-F238E27FC236}">
                <a16:creationId xmlns:a16="http://schemas.microsoft.com/office/drawing/2014/main" id="{A53DA596-59A2-47E8-0FB7-5D266046B84E}"/>
              </a:ext>
            </a:extLst>
          </p:cNvPr>
          <p:cNvSpPr txBox="1"/>
          <p:nvPr/>
        </p:nvSpPr>
        <p:spPr>
          <a:xfrm>
            <a:off x="8232502" y="2689739"/>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33" name="文本框 232">
            <a:extLst>
              <a:ext uri="{FF2B5EF4-FFF2-40B4-BE49-F238E27FC236}">
                <a16:creationId xmlns:a16="http://schemas.microsoft.com/office/drawing/2014/main" id="{8D084D0D-6017-9C27-BFB8-D5480558BD9F}"/>
              </a:ext>
            </a:extLst>
          </p:cNvPr>
          <p:cNvSpPr txBox="1"/>
          <p:nvPr/>
        </p:nvSpPr>
        <p:spPr>
          <a:xfrm>
            <a:off x="11343284" y="2684926"/>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34" name="文本框 233">
            <a:extLst>
              <a:ext uri="{FF2B5EF4-FFF2-40B4-BE49-F238E27FC236}">
                <a16:creationId xmlns:a16="http://schemas.microsoft.com/office/drawing/2014/main" id="{7AB1881D-1190-53B9-CECF-569F9F4C2E24}"/>
              </a:ext>
            </a:extLst>
          </p:cNvPr>
          <p:cNvSpPr txBox="1"/>
          <p:nvPr/>
        </p:nvSpPr>
        <p:spPr>
          <a:xfrm>
            <a:off x="6857668" y="3180025"/>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35" name="直线连接符 234">
            <a:extLst>
              <a:ext uri="{FF2B5EF4-FFF2-40B4-BE49-F238E27FC236}">
                <a16:creationId xmlns:a16="http://schemas.microsoft.com/office/drawing/2014/main" id="{59292F12-5139-5A43-C011-B096ACB34670}"/>
              </a:ext>
            </a:extLst>
          </p:cNvPr>
          <p:cNvCxnSpPr/>
          <p:nvPr/>
        </p:nvCxnSpPr>
        <p:spPr>
          <a:xfrm>
            <a:off x="7448424" y="3290611"/>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36" name="圆角矩形 235">
            <a:extLst>
              <a:ext uri="{FF2B5EF4-FFF2-40B4-BE49-F238E27FC236}">
                <a16:creationId xmlns:a16="http://schemas.microsoft.com/office/drawing/2014/main" id="{CB732C6A-2242-DEB7-2D83-B550D80FDBE0}"/>
              </a:ext>
            </a:extLst>
          </p:cNvPr>
          <p:cNvSpPr/>
          <p:nvPr/>
        </p:nvSpPr>
        <p:spPr>
          <a:xfrm>
            <a:off x="8722154" y="3244605"/>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37" name="文本框 236">
            <a:extLst>
              <a:ext uri="{FF2B5EF4-FFF2-40B4-BE49-F238E27FC236}">
                <a16:creationId xmlns:a16="http://schemas.microsoft.com/office/drawing/2014/main" id="{36FC41AF-7EB6-838B-2EA8-CB26004C15B2}"/>
              </a:ext>
            </a:extLst>
          </p:cNvPr>
          <p:cNvSpPr txBox="1"/>
          <p:nvPr/>
        </p:nvSpPr>
        <p:spPr>
          <a:xfrm>
            <a:off x="8232502" y="3188423"/>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38" name="文本框 237">
            <a:extLst>
              <a:ext uri="{FF2B5EF4-FFF2-40B4-BE49-F238E27FC236}">
                <a16:creationId xmlns:a16="http://schemas.microsoft.com/office/drawing/2014/main" id="{14855CB1-2F91-8A88-A09D-9F5BC0A67ED0}"/>
              </a:ext>
            </a:extLst>
          </p:cNvPr>
          <p:cNvSpPr txBox="1"/>
          <p:nvPr/>
        </p:nvSpPr>
        <p:spPr>
          <a:xfrm>
            <a:off x="11343284" y="3183610"/>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223</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39" name="文本框 238">
            <a:extLst>
              <a:ext uri="{FF2B5EF4-FFF2-40B4-BE49-F238E27FC236}">
                <a16:creationId xmlns:a16="http://schemas.microsoft.com/office/drawing/2014/main" id="{63349CDB-88A3-06A4-2B87-163B0A5F4571}"/>
              </a:ext>
            </a:extLst>
          </p:cNvPr>
          <p:cNvSpPr txBox="1"/>
          <p:nvPr/>
        </p:nvSpPr>
        <p:spPr>
          <a:xfrm>
            <a:off x="6857668" y="3678709"/>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40" name="直线连接符 239">
            <a:extLst>
              <a:ext uri="{FF2B5EF4-FFF2-40B4-BE49-F238E27FC236}">
                <a16:creationId xmlns:a16="http://schemas.microsoft.com/office/drawing/2014/main" id="{3473363A-0E05-EF3A-E87B-53C14F3480A1}"/>
              </a:ext>
            </a:extLst>
          </p:cNvPr>
          <p:cNvCxnSpPr/>
          <p:nvPr/>
        </p:nvCxnSpPr>
        <p:spPr>
          <a:xfrm>
            <a:off x="7448424" y="3789295"/>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41" name="圆角矩形 240">
            <a:extLst>
              <a:ext uri="{FF2B5EF4-FFF2-40B4-BE49-F238E27FC236}">
                <a16:creationId xmlns:a16="http://schemas.microsoft.com/office/drawing/2014/main" id="{DE5552F4-DFE7-12E8-FD57-18EACE023882}"/>
              </a:ext>
            </a:extLst>
          </p:cNvPr>
          <p:cNvSpPr/>
          <p:nvPr/>
        </p:nvSpPr>
        <p:spPr>
          <a:xfrm>
            <a:off x="8722154" y="3743289"/>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42" name="文本框 241">
            <a:extLst>
              <a:ext uri="{FF2B5EF4-FFF2-40B4-BE49-F238E27FC236}">
                <a16:creationId xmlns:a16="http://schemas.microsoft.com/office/drawing/2014/main" id="{A14B6799-5045-4A30-6548-A3DE21452835}"/>
              </a:ext>
            </a:extLst>
          </p:cNvPr>
          <p:cNvSpPr txBox="1"/>
          <p:nvPr/>
        </p:nvSpPr>
        <p:spPr>
          <a:xfrm>
            <a:off x="8232502" y="3687107"/>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43" name="文本框 242">
            <a:extLst>
              <a:ext uri="{FF2B5EF4-FFF2-40B4-BE49-F238E27FC236}">
                <a16:creationId xmlns:a16="http://schemas.microsoft.com/office/drawing/2014/main" id="{B8E6492E-0700-31D1-1216-EC8A13E3ED56}"/>
              </a:ext>
            </a:extLst>
          </p:cNvPr>
          <p:cNvSpPr txBox="1"/>
          <p:nvPr/>
        </p:nvSpPr>
        <p:spPr>
          <a:xfrm>
            <a:off x="11343284" y="3682294"/>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44" name="文本框 243">
            <a:extLst>
              <a:ext uri="{FF2B5EF4-FFF2-40B4-BE49-F238E27FC236}">
                <a16:creationId xmlns:a16="http://schemas.microsoft.com/office/drawing/2014/main" id="{372FCDDF-E126-6FE3-94BC-588EB842E3A4}"/>
              </a:ext>
            </a:extLst>
          </p:cNvPr>
          <p:cNvSpPr txBox="1"/>
          <p:nvPr/>
        </p:nvSpPr>
        <p:spPr>
          <a:xfrm>
            <a:off x="6857668" y="2930683"/>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45" name="直线连接符 244">
            <a:extLst>
              <a:ext uri="{FF2B5EF4-FFF2-40B4-BE49-F238E27FC236}">
                <a16:creationId xmlns:a16="http://schemas.microsoft.com/office/drawing/2014/main" id="{218B5EB3-A984-5431-4201-049EDE9389CF}"/>
              </a:ext>
            </a:extLst>
          </p:cNvPr>
          <p:cNvCxnSpPr/>
          <p:nvPr/>
        </p:nvCxnSpPr>
        <p:spPr>
          <a:xfrm>
            <a:off x="7448424" y="3041269"/>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46" name="圆角矩形 245">
            <a:extLst>
              <a:ext uri="{FF2B5EF4-FFF2-40B4-BE49-F238E27FC236}">
                <a16:creationId xmlns:a16="http://schemas.microsoft.com/office/drawing/2014/main" id="{476F7E02-A5EF-FDB2-154A-C1A15D5C8E26}"/>
              </a:ext>
            </a:extLst>
          </p:cNvPr>
          <p:cNvSpPr/>
          <p:nvPr/>
        </p:nvSpPr>
        <p:spPr>
          <a:xfrm>
            <a:off x="8722154" y="2995263"/>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47" name="文本框 246">
            <a:extLst>
              <a:ext uri="{FF2B5EF4-FFF2-40B4-BE49-F238E27FC236}">
                <a16:creationId xmlns:a16="http://schemas.microsoft.com/office/drawing/2014/main" id="{8DCAB2FD-A92F-22AE-E968-269347CBBD51}"/>
              </a:ext>
            </a:extLst>
          </p:cNvPr>
          <p:cNvSpPr txBox="1"/>
          <p:nvPr/>
        </p:nvSpPr>
        <p:spPr>
          <a:xfrm>
            <a:off x="8232502" y="2939081"/>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48" name="文本框 247">
            <a:extLst>
              <a:ext uri="{FF2B5EF4-FFF2-40B4-BE49-F238E27FC236}">
                <a16:creationId xmlns:a16="http://schemas.microsoft.com/office/drawing/2014/main" id="{F4971A0C-B94B-FCDF-8D73-3AEC3B84AF43}"/>
              </a:ext>
            </a:extLst>
          </p:cNvPr>
          <p:cNvSpPr txBox="1"/>
          <p:nvPr/>
        </p:nvSpPr>
        <p:spPr>
          <a:xfrm>
            <a:off x="11343284" y="2934268"/>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378</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49" name="文本框 248">
            <a:extLst>
              <a:ext uri="{FF2B5EF4-FFF2-40B4-BE49-F238E27FC236}">
                <a16:creationId xmlns:a16="http://schemas.microsoft.com/office/drawing/2014/main" id="{5197A1AF-67D5-8941-21F8-E1F360E9A6A3}"/>
              </a:ext>
            </a:extLst>
          </p:cNvPr>
          <p:cNvSpPr txBox="1"/>
          <p:nvPr/>
        </p:nvSpPr>
        <p:spPr>
          <a:xfrm>
            <a:off x="6857668" y="3429367"/>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50" name="直线连接符 249">
            <a:extLst>
              <a:ext uri="{FF2B5EF4-FFF2-40B4-BE49-F238E27FC236}">
                <a16:creationId xmlns:a16="http://schemas.microsoft.com/office/drawing/2014/main" id="{F3140891-C8F9-973E-6F8B-BA2C26DDCF2B}"/>
              </a:ext>
            </a:extLst>
          </p:cNvPr>
          <p:cNvCxnSpPr/>
          <p:nvPr/>
        </p:nvCxnSpPr>
        <p:spPr>
          <a:xfrm>
            <a:off x="7448424" y="3539953"/>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51" name="圆角矩形 250">
            <a:extLst>
              <a:ext uri="{FF2B5EF4-FFF2-40B4-BE49-F238E27FC236}">
                <a16:creationId xmlns:a16="http://schemas.microsoft.com/office/drawing/2014/main" id="{B6C7330D-98F4-0E93-6DB7-1FD21AC242D8}"/>
              </a:ext>
            </a:extLst>
          </p:cNvPr>
          <p:cNvSpPr/>
          <p:nvPr/>
        </p:nvSpPr>
        <p:spPr>
          <a:xfrm>
            <a:off x="8722154" y="3493947"/>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52" name="文本框 251">
            <a:extLst>
              <a:ext uri="{FF2B5EF4-FFF2-40B4-BE49-F238E27FC236}">
                <a16:creationId xmlns:a16="http://schemas.microsoft.com/office/drawing/2014/main" id="{9A9C6A70-F8F5-2A8A-B269-751A0EBBE116}"/>
              </a:ext>
            </a:extLst>
          </p:cNvPr>
          <p:cNvSpPr txBox="1"/>
          <p:nvPr/>
        </p:nvSpPr>
        <p:spPr>
          <a:xfrm>
            <a:off x="8232502" y="3437765"/>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53" name="文本框 252">
            <a:extLst>
              <a:ext uri="{FF2B5EF4-FFF2-40B4-BE49-F238E27FC236}">
                <a16:creationId xmlns:a16="http://schemas.microsoft.com/office/drawing/2014/main" id="{2F8DF819-B79E-8FF7-19B9-502198FD8AF0}"/>
              </a:ext>
            </a:extLst>
          </p:cNvPr>
          <p:cNvSpPr txBox="1"/>
          <p:nvPr/>
        </p:nvSpPr>
        <p:spPr>
          <a:xfrm>
            <a:off x="11343284" y="3432952"/>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54" name="文本框 253">
            <a:extLst>
              <a:ext uri="{FF2B5EF4-FFF2-40B4-BE49-F238E27FC236}">
                <a16:creationId xmlns:a16="http://schemas.microsoft.com/office/drawing/2014/main" id="{496F1580-62A9-C47F-A8AE-57BB5DF6D1B1}"/>
              </a:ext>
            </a:extLst>
          </p:cNvPr>
          <p:cNvSpPr txBox="1"/>
          <p:nvPr/>
        </p:nvSpPr>
        <p:spPr>
          <a:xfrm>
            <a:off x="6857668" y="3928051"/>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55" name="直线连接符 254">
            <a:extLst>
              <a:ext uri="{FF2B5EF4-FFF2-40B4-BE49-F238E27FC236}">
                <a16:creationId xmlns:a16="http://schemas.microsoft.com/office/drawing/2014/main" id="{5AFAD283-5F02-5906-680E-BB188BAD0436}"/>
              </a:ext>
            </a:extLst>
          </p:cNvPr>
          <p:cNvCxnSpPr/>
          <p:nvPr/>
        </p:nvCxnSpPr>
        <p:spPr>
          <a:xfrm>
            <a:off x="7448424" y="4038637"/>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56" name="圆角矩形 255">
            <a:extLst>
              <a:ext uri="{FF2B5EF4-FFF2-40B4-BE49-F238E27FC236}">
                <a16:creationId xmlns:a16="http://schemas.microsoft.com/office/drawing/2014/main" id="{1145A448-D038-3E44-6AA9-4F119A3A1E52}"/>
              </a:ext>
            </a:extLst>
          </p:cNvPr>
          <p:cNvSpPr/>
          <p:nvPr/>
        </p:nvSpPr>
        <p:spPr>
          <a:xfrm>
            <a:off x="8722154" y="3992631"/>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57" name="文本框 256">
            <a:extLst>
              <a:ext uri="{FF2B5EF4-FFF2-40B4-BE49-F238E27FC236}">
                <a16:creationId xmlns:a16="http://schemas.microsoft.com/office/drawing/2014/main" id="{B24C75E7-A2AC-6E15-EE6C-EEDF5A33C61A}"/>
              </a:ext>
            </a:extLst>
          </p:cNvPr>
          <p:cNvSpPr txBox="1"/>
          <p:nvPr/>
        </p:nvSpPr>
        <p:spPr>
          <a:xfrm>
            <a:off x="8232502" y="3936449"/>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58" name="文本框 257">
            <a:extLst>
              <a:ext uri="{FF2B5EF4-FFF2-40B4-BE49-F238E27FC236}">
                <a16:creationId xmlns:a16="http://schemas.microsoft.com/office/drawing/2014/main" id="{F3FC457F-D0BD-3394-78DB-77D016B16F95}"/>
              </a:ext>
            </a:extLst>
          </p:cNvPr>
          <p:cNvSpPr txBox="1"/>
          <p:nvPr/>
        </p:nvSpPr>
        <p:spPr>
          <a:xfrm>
            <a:off x="11343284" y="3931636"/>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444</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59" name="文本框 258">
            <a:extLst>
              <a:ext uri="{FF2B5EF4-FFF2-40B4-BE49-F238E27FC236}">
                <a16:creationId xmlns:a16="http://schemas.microsoft.com/office/drawing/2014/main" id="{8EC7093E-2FE1-619E-8B2D-A4E99B23FAF1}"/>
              </a:ext>
            </a:extLst>
          </p:cNvPr>
          <p:cNvSpPr txBox="1"/>
          <p:nvPr/>
        </p:nvSpPr>
        <p:spPr>
          <a:xfrm>
            <a:off x="6857668" y="4177393"/>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60" name="直线连接符 259">
            <a:extLst>
              <a:ext uri="{FF2B5EF4-FFF2-40B4-BE49-F238E27FC236}">
                <a16:creationId xmlns:a16="http://schemas.microsoft.com/office/drawing/2014/main" id="{43A00586-FD49-E091-1267-21F5CBA313D4}"/>
              </a:ext>
            </a:extLst>
          </p:cNvPr>
          <p:cNvCxnSpPr/>
          <p:nvPr/>
        </p:nvCxnSpPr>
        <p:spPr>
          <a:xfrm>
            <a:off x="7448424" y="4287979"/>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61" name="圆角矩形 260">
            <a:extLst>
              <a:ext uri="{FF2B5EF4-FFF2-40B4-BE49-F238E27FC236}">
                <a16:creationId xmlns:a16="http://schemas.microsoft.com/office/drawing/2014/main" id="{DBBB3E96-1602-0AF4-B0E3-01EEC96EB3F9}"/>
              </a:ext>
            </a:extLst>
          </p:cNvPr>
          <p:cNvSpPr/>
          <p:nvPr/>
        </p:nvSpPr>
        <p:spPr>
          <a:xfrm>
            <a:off x="8722154" y="4241973"/>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62" name="文本框 261">
            <a:extLst>
              <a:ext uri="{FF2B5EF4-FFF2-40B4-BE49-F238E27FC236}">
                <a16:creationId xmlns:a16="http://schemas.microsoft.com/office/drawing/2014/main" id="{1F91BFFA-8E12-C086-F166-9B970A7B9F2B}"/>
              </a:ext>
            </a:extLst>
          </p:cNvPr>
          <p:cNvSpPr txBox="1"/>
          <p:nvPr/>
        </p:nvSpPr>
        <p:spPr>
          <a:xfrm>
            <a:off x="8232502" y="4185791"/>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63" name="文本框 262">
            <a:extLst>
              <a:ext uri="{FF2B5EF4-FFF2-40B4-BE49-F238E27FC236}">
                <a16:creationId xmlns:a16="http://schemas.microsoft.com/office/drawing/2014/main" id="{EA46254D-510D-C4A3-E29D-738E3DA5950D}"/>
              </a:ext>
            </a:extLst>
          </p:cNvPr>
          <p:cNvSpPr txBox="1"/>
          <p:nvPr/>
        </p:nvSpPr>
        <p:spPr>
          <a:xfrm>
            <a:off x="11343284" y="4180978"/>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64" name="文本框 263">
            <a:extLst>
              <a:ext uri="{FF2B5EF4-FFF2-40B4-BE49-F238E27FC236}">
                <a16:creationId xmlns:a16="http://schemas.microsoft.com/office/drawing/2014/main" id="{DEF4DF29-2F02-CD2F-9875-994524EB07C3}"/>
              </a:ext>
            </a:extLst>
          </p:cNvPr>
          <p:cNvSpPr txBox="1"/>
          <p:nvPr/>
        </p:nvSpPr>
        <p:spPr>
          <a:xfrm>
            <a:off x="6857668" y="4426735"/>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65" name="直线连接符 264">
            <a:extLst>
              <a:ext uri="{FF2B5EF4-FFF2-40B4-BE49-F238E27FC236}">
                <a16:creationId xmlns:a16="http://schemas.microsoft.com/office/drawing/2014/main" id="{6A971CF8-4B64-22FD-9A4A-0E246129B37A}"/>
              </a:ext>
            </a:extLst>
          </p:cNvPr>
          <p:cNvCxnSpPr/>
          <p:nvPr/>
        </p:nvCxnSpPr>
        <p:spPr>
          <a:xfrm>
            <a:off x="7448424" y="4537321"/>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66" name="圆角矩形 265">
            <a:extLst>
              <a:ext uri="{FF2B5EF4-FFF2-40B4-BE49-F238E27FC236}">
                <a16:creationId xmlns:a16="http://schemas.microsoft.com/office/drawing/2014/main" id="{1D0F459D-81ED-B117-1A56-E7A48E1EC14B}"/>
              </a:ext>
            </a:extLst>
          </p:cNvPr>
          <p:cNvSpPr/>
          <p:nvPr/>
        </p:nvSpPr>
        <p:spPr>
          <a:xfrm>
            <a:off x="8722154" y="4491315"/>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67" name="文本框 266">
            <a:extLst>
              <a:ext uri="{FF2B5EF4-FFF2-40B4-BE49-F238E27FC236}">
                <a16:creationId xmlns:a16="http://schemas.microsoft.com/office/drawing/2014/main" id="{4A3457C5-E7A6-C4B8-3F77-C529A838BBFB}"/>
              </a:ext>
            </a:extLst>
          </p:cNvPr>
          <p:cNvSpPr txBox="1"/>
          <p:nvPr/>
        </p:nvSpPr>
        <p:spPr>
          <a:xfrm>
            <a:off x="8232502" y="4435133"/>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68" name="文本框 267">
            <a:extLst>
              <a:ext uri="{FF2B5EF4-FFF2-40B4-BE49-F238E27FC236}">
                <a16:creationId xmlns:a16="http://schemas.microsoft.com/office/drawing/2014/main" id="{4029011E-67EE-EB81-9D91-249A4D38684F}"/>
              </a:ext>
            </a:extLst>
          </p:cNvPr>
          <p:cNvSpPr txBox="1"/>
          <p:nvPr/>
        </p:nvSpPr>
        <p:spPr>
          <a:xfrm>
            <a:off x="11343284" y="4430320"/>
            <a:ext cx="54854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88</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69" name="文本框 268">
            <a:extLst>
              <a:ext uri="{FF2B5EF4-FFF2-40B4-BE49-F238E27FC236}">
                <a16:creationId xmlns:a16="http://schemas.microsoft.com/office/drawing/2014/main" id="{DEBC3C82-E3AC-0375-F2CE-6B985C6325F4}"/>
              </a:ext>
            </a:extLst>
          </p:cNvPr>
          <p:cNvSpPr txBox="1"/>
          <p:nvPr/>
        </p:nvSpPr>
        <p:spPr>
          <a:xfrm>
            <a:off x="6849946" y="4676076"/>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70" name="直线连接符 269">
            <a:extLst>
              <a:ext uri="{FF2B5EF4-FFF2-40B4-BE49-F238E27FC236}">
                <a16:creationId xmlns:a16="http://schemas.microsoft.com/office/drawing/2014/main" id="{02F7D04D-62B7-FECA-B1CA-8AB6E2E54C0F}"/>
              </a:ext>
            </a:extLst>
          </p:cNvPr>
          <p:cNvCxnSpPr/>
          <p:nvPr/>
        </p:nvCxnSpPr>
        <p:spPr>
          <a:xfrm>
            <a:off x="7440702" y="4786662"/>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71" name="圆角矩形 270">
            <a:extLst>
              <a:ext uri="{FF2B5EF4-FFF2-40B4-BE49-F238E27FC236}">
                <a16:creationId xmlns:a16="http://schemas.microsoft.com/office/drawing/2014/main" id="{D294A037-4CAF-7FC0-F941-8554CDA4AD86}"/>
              </a:ext>
            </a:extLst>
          </p:cNvPr>
          <p:cNvSpPr/>
          <p:nvPr/>
        </p:nvSpPr>
        <p:spPr>
          <a:xfrm>
            <a:off x="8714432" y="4740656"/>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72" name="文本框 271">
            <a:extLst>
              <a:ext uri="{FF2B5EF4-FFF2-40B4-BE49-F238E27FC236}">
                <a16:creationId xmlns:a16="http://schemas.microsoft.com/office/drawing/2014/main" id="{8C52FB76-3D14-6E36-EEA3-A4159534AFE2}"/>
              </a:ext>
            </a:extLst>
          </p:cNvPr>
          <p:cNvSpPr txBox="1"/>
          <p:nvPr/>
        </p:nvSpPr>
        <p:spPr>
          <a:xfrm>
            <a:off x="8224780" y="4684474"/>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73" name="文本框 272">
            <a:extLst>
              <a:ext uri="{FF2B5EF4-FFF2-40B4-BE49-F238E27FC236}">
                <a16:creationId xmlns:a16="http://schemas.microsoft.com/office/drawing/2014/main" id="{3D42CF5C-4313-4277-56D1-E9D8A39A97F7}"/>
              </a:ext>
            </a:extLst>
          </p:cNvPr>
          <p:cNvSpPr txBox="1"/>
          <p:nvPr/>
        </p:nvSpPr>
        <p:spPr>
          <a:xfrm>
            <a:off x="11335562" y="4679661"/>
            <a:ext cx="54854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11</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74" name="文本框 273">
            <a:extLst>
              <a:ext uri="{FF2B5EF4-FFF2-40B4-BE49-F238E27FC236}">
                <a16:creationId xmlns:a16="http://schemas.microsoft.com/office/drawing/2014/main" id="{7A0A16DF-3931-77CD-25FD-D709323ABEF3}"/>
              </a:ext>
            </a:extLst>
          </p:cNvPr>
          <p:cNvSpPr txBox="1"/>
          <p:nvPr/>
        </p:nvSpPr>
        <p:spPr>
          <a:xfrm>
            <a:off x="6849946" y="4925418"/>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75" name="直线连接符 274">
            <a:extLst>
              <a:ext uri="{FF2B5EF4-FFF2-40B4-BE49-F238E27FC236}">
                <a16:creationId xmlns:a16="http://schemas.microsoft.com/office/drawing/2014/main" id="{40E1814F-D501-F2EA-6AE2-9395DAB0592F}"/>
              </a:ext>
            </a:extLst>
          </p:cNvPr>
          <p:cNvCxnSpPr/>
          <p:nvPr/>
        </p:nvCxnSpPr>
        <p:spPr>
          <a:xfrm>
            <a:off x="7440702" y="5036004"/>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76" name="圆角矩形 275">
            <a:extLst>
              <a:ext uri="{FF2B5EF4-FFF2-40B4-BE49-F238E27FC236}">
                <a16:creationId xmlns:a16="http://schemas.microsoft.com/office/drawing/2014/main" id="{B137D17D-E73F-4556-4604-40645494395D}"/>
              </a:ext>
            </a:extLst>
          </p:cNvPr>
          <p:cNvSpPr/>
          <p:nvPr/>
        </p:nvSpPr>
        <p:spPr>
          <a:xfrm>
            <a:off x="8714432" y="4989998"/>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77" name="文本框 276">
            <a:extLst>
              <a:ext uri="{FF2B5EF4-FFF2-40B4-BE49-F238E27FC236}">
                <a16:creationId xmlns:a16="http://schemas.microsoft.com/office/drawing/2014/main" id="{1FEB84DA-BA71-2D05-D407-3EDE7ADD8EEB}"/>
              </a:ext>
            </a:extLst>
          </p:cNvPr>
          <p:cNvSpPr txBox="1"/>
          <p:nvPr/>
        </p:nvSpPr>
        <p:spPr>
          <a:xfrm>
            <a:off x="8224780" y="4933816"/>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78" name="文本框 277">
            <a:extLst>
              <a:ext uri="{FF2B5EF4-FFF2-40B4-BE49-F238E27FC236}">
                <a16:creationId xmlns:a16="http://schemas.microsoft.com/office/drawing/2014/main" id="{BB9DC8A9-9971-A01F-C743-8FF1260C4E14}"/>
              </a:ext>
            </a:extLst>
          </p:cNvPr>
          <p:cNvSpPr txBox="1"/>
          <p:nvPr/>
        </p:nvSpPr>
        <p:spPr>
          <a:xfrm>
            <a:off x="11335562" y="4929003"/>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120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79" name="文本框 278">
            <a:extLst>
              <a:ext uri="{FF2B5EF4-FFF2-40B4-BE49-F238E27FC236}">
                <a16:creationId xmlns:a16="http://schemas.microsoft.com/office/drawing/2014/main" id="{95442D4A-55C5-8857-FBFC-43E3F7930D48}"/>
              </a:ext>
            </a:extLst>
          </p:cNvPr>
          <p:cNvSpPr txBox="1"/>
          <p:nvPr/>
        </p:nvSpPr>
        <p:spPr>
          <a:xfrm>
            <a:off x="6849946" y="5174760"/>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80" name="直线连接符 279">
            <a:extLst>
              <a:ext uri="{FF2B5EF4-FFF2-40B4-BE49-F238E27FC236}">
                <a16:creationId xmlns:a16="http://schemas.microsoft.com/office/drawing/2014/main" id="{E1262238-0759-76F6-FE35-8222C49C2AD6}"/>
              </a:ext>
            </a:extLst>
          </p:cNvPr>
          <p:cNvCxnSpPr/>
          <p:nvPr/>
        </p:nvCxnSpPr>
        <p:spPr>
          <a:xfrm>
            <a:off x="7440702" y="5285346"/>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81" name="圆角矩形 280">
            <a:extLst>
              <a:ext uri="{FF2B5EF4-FFF2-40B4-BE49-F238E27FC236}">
                <a16:creationId xmlns:a16="http://schemas.microsoft.com/office/drawing/2014/main" id="{3521FCD0-C83C-66CE-DE88-21970B56857A}"/>
              </a:ext>
            </a:extLst>
          </p:cNvPr>
          <p:cNvSpPr/>
          <p:nvPr/>
        </p:nvSpPr>
        <p:spPr>
          <a:xfrm>
            <a:off x="8714432" y="5239340"/>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82" name="文本框 281">
            <a:extLst>
              <a:ext uri="{FF2B5EF4-FFF2-40B4-BE49-F238E27FC236}">
                <a16:creationId xmlns:a16="http://schemas.microsoft.com/office/drawing/2014/main" id="{0F64B160-863B-71E3-CE3D-A240F567BB85}"/>
              </a:ext>
            </a:extLst>
          </p:cNvPr>
          <p:cNvSpPr txBox="1"/>
          <p:nvPr/>
        </p:nvSpPr>
        <p:spPr>
          <a:xfrm>
            <a:off x="8224780" y="5183158"/>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83" name="文本框 282">
            <a:extLst>
              <a:ext uri="{FF2B5EF4-FFF2-40B4-BE49-F238E27FC236}">
                <a16:creationId xmlns:a16="http://schemas.microsoft.com/office/drawing/2014/main" id="{B1EC7762-CEA9-8D7D-60E5-67E338AB1A77}"/>
              </a:ext>
            </a:extLst>
          </p:cNvPr>
          <p:cNvSpPr txBox="1"/>
          <p:nvPr/>
        </p:nvSpPr>
        <p:spPr>
          <a:xfrm>
            <a:off x="11335562" y="5178345"/>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450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84" name="文本框 283">
            <a:extLst>
              <a:ext uri="{FF2B5EF4-FFF2-40B4-BE49-F238E27FC236}">
                <a16:creationId xmlns:a16="http://schemas.microsoft.com/office/drawing/2014/main" id="{67E56D3D-57DB-30F5-90A6-0A54FD102503}"/>
              </a:ext>
            </a:extLst>
          </p:cNvPr>
          <p:cNvSpPr txBox="1"/>
          <p:nvPr/>
        </p:nvSpPr>
        <p:spPr>
          <a:xfrm>
            <a:off x="6849946" y="5424095"/>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285" name="直线连接符 284">
            <a:extLst>
              <a:ext uri="{FF2B5EF4-FFF2-40B4-BE49-F238E27FC236}">
                <a16:creationId xmlns:a16="http://schemas.microsoft.com/office/drawing/2014/main" id="{07EBBD3A-1BB6-03AE-601D-1C6CBCAF40F8}"/>
              </a:ext>
            </a:extLst>
          </p:cNvPr>
          <p:cNvCxnSpPr/>
          <p:nvPr/>
        </p:nvCxnSpPr>
        <p:spPr>
          <a:xfrm>
            <a:off x="7440702" y="5534681"/>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86" name="圆角矩形 285">
            <a:extLst>
              <a:ext uri="{FF2B5EF4-FFF2-40B4-BE49-F238E27FC236}">
                <a16:creationId xmlns:a16="http://schemas.microsoft.com/office/drawing/2014/main" id="{A4CC8BAA-58FC-4914-C1A2-64C770CF1314}"/>
              </a:ext>
            </a:extLst>
          </p:cNvPr>
          <p:cNvSpPr/>
          <p:nvPr/>
        </p:nvSpPr>
        <p:spPr>
          <a:xfrm>
            <a:off x="8714432" y="5488675"/>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87" name="文本框 286">
            <a:extLst>
              <a:ext uri="{FF2B5EF4-FFF2-40B4-BE49-F238E27FC236}">
                <a16:creationId xmlns:a16="http://schemas.microsoft.com/office/drawing/2014/main" id="{89B443A9-40CA-B65A-17E8-A7E7A50CAC4A}"/>
              </a:ext>
            </a:extLst>
          </p:cNvPr>
          <p:cNvSpPr txBox="1"/>
          <p:nvPr/>
        </p:nvSpPr>
        <p:spPr>
          <a:xfrm>
            <a:off x="8224780" y="5432493"/>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88" name="文本框 287">
            <a:extLst>
              <a:ext uri="{FF2B5EF4-FFF2-40B4-BE49-F238E27FC236}">
                <a16:creationId xmlns:a16="http://schemas.microsoft.com/office/drawing/2014/main" id="{DE6B3990-A120-86D4-83C0-EB4AF75C5080}"/>
              </a:ext>
            </a:extLst>
          </p:cNvPr>
          <p:cNvSpPr txBox="1"/>
          <p:nvPr/>
        </p:nvSpPr>
        <p:spPr>
          <a:xfrm>
            <a:off x="11335562" y="5427680"/>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89" name="右大括号 288">
            <a:extLst>
              <a:ext uri="{FF2B5EF4-FFF2-40B4-BE49-F238E27FC236}">
                <a16:creationId xmlns:a16="http://schemas.microsoft.com/office/drawing/2014/main" id="{738C11F7-8E00-11E0-489E-D4A5F45589DA}"/>
              </a:ext>
            </a:extLst>
          </p:cNvPr>
          <p:cNvSpPr/>
          <p:nvPr/>
        </p:nvSpPr>
        <p:spPr>
          <a:xfrm flipH="1">
            <a:off x="6304546" y="1362045"/>
            <a:ext cx="718653" cy="4815271"/>
          </a:xfrm>
          <a:prstGeom prst="rightBrace">
            <a:avLst>
              <a:gd name="adj1" fmla="val 135869"/>
              <a:gd name="adj2" fmla="val 42189"/>
            </a:avLst>
          </a:prstGeom>
          <a:ln w="25400" cap="rnd">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solidFill>
                <a:srgbClr val="212121"/>
              </a:solidFill>
            </a:endParaRPr>
          </a:p>
        </p:txBody>
      </p:sp>
      <p:sp>
        <p:nvSpPr>
          <p:cNvPr id="290" name="文本框 289">
            <a:extLst>
              <a:ext uri="{FF2B5EF4-FFF2-40B4-BE49-F238E27FC236}">
                <a16:creationId xmlns:a16="http://schemas.microsoft.com/office/drawing/2014/main" id="{90ADC712-4EAC-A813-9986-36F66630C08A}"/>
              </a:ext>
            </a:extLst>
          </p:cNvPr>
          <p:cNvSpPr txBox="1"/>
          <p:nvPr/>
        </p:nvSpPr>
        <p:spPr>
          <a:xfrm>
            <a:off x="8655988" y="1221271"/>
            <a:ext cx="40267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ATL</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91" name="文本框 290">
            <a:extLst>
              <a:ext uri="{FF2B5EF4-FFF2-40B4-BE49-F238E27FC236}">
                <a16:creationId xmlns:a16="http://schemas.microsoft.com/office/drawing/2014/main" id="{569654F8-3B24-D2BC-AE31-2F64EC931E99}"/>
              </a:ext>
            </a:extLst>
          </p:cNvPr>
          <p:cNvSpPr txBox="1"/>
          <p:nvPr/>
        </p:nvSpPr>
        <p:spPr>
          <a:xfrm>
            <a:off x="10882394" y="1221271"/>
            <a:ext cx="42832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ATH</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92" name="文本框 291">
            <a:extLst>
              <a:ext uri="{FF2B5EF4-FFF2-40B4-BE49-F238E27FC236}">
                <a16:creationId xmlns:a16="http://schemas.microsoft.com/office/drawing/2014/main" id="{4EEA0C7F-9FFD-7A5A-046D-7A999AA753AB}"/>
              </a:ext>
            </a:extLst>
          </p:cNvPr>
          <p:cNvSpPr txBox="1"/>
          <p:nvPr/>
        </p:nvSpPr>
        <p:spPr>
          <a:xfrm>
            <a:off x="9578754" y="1221271"/>
            <a:ext cx="960519"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Current</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price</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93" name="椭圆 292">
            <a:extLst>
              <a:ext uri="{FF2B5EF4-FFF2-40B4-BE49-F238E27FC236}">
                <a16:creationId xmlns:a16="http://schemas.microsoft.com/office/drawing/2014/main" id="{A7873EC0-02C5-DCE1-0A7B-15E286CB233B}"/>
              </a:ext>
            </a:extLst>
          </p:cNvPr>
          <p:cNvSpPr/>
          <p:nvPr/>
        </p:nvSpPr>
        <p:spPr>
          <a:xfrm>
            <a:off x="10498666" y="1490133"/>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4" name="椭圆 293">
            <a:extLst>
              <a:ext uri="{FF2B5EF4-FFF2-40B4-BE49-F238E27FC236}">
                <a16:creationId xmlns:a16="http://schemas.microsoft.com/office/drawing/2014/main" id="{79593445-F7B9-7671-2FEC-D783BE83F850}"/>
              </a:ext>
            </a:extLst>
          </p:cNvPr>
          <p:cNvSpPr/>
          <p:nvPr/>
        </p:nvSpPr>
        <p:spPr>
          <a:xfrm>
            <a:off x="9069494" y="1739197"/>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5" name="椭圆 294">
            <a:extLst>
              <a:ext uri="{FF2B5EF4-FFF2-40B4-BE49-F238E27FC236}">
                <a16:creationId xmlns:a16="http://schemas.microsoft.com/office/drawing/2014/main" id="{F3ABD4E2-2383-E331-0E04-720B6C6E7087}"/>
              </a:ext>
            </a:extLst>
          </p:cNvPr>
          <p:cNvSpPr/>
          <p:nvPr/>
        </p:nvSpPr>
        <p:spPr>
          <a:xfrm>
            <a:off x="9958990" y="1995479"/>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6" name="椭圆 295">
            <a:extLst>
              <a:ext uri="{FF2B5EF4-FFF2-40B4-BE49-F238E27FC236}">
                <a16:creationId xmlns:a16="http://schemas.microsoft.com/office/drawing/2014/main" id="{1016E595-E8AC-D398-4DCF-9616122204BA}"/>
              </a:ext>
            </a:extLst>
          </p:cNvPr>
          <p:cNvSpPr/>
          <p:nvPr/>
        </p:nvSpPr>
        <p:spPr>
          <a:xfrm>
            <a:off x="10240672" y="2493185"/>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7" name="椭圆 296">
            <a:extLst>
              <a:ext uri="{FF2B5EF4-FFF2-40B4-BE49-F238E27FC236}">
                <a16:creationId xmlns:a16="http://schemas.microsoft.com/office/drawing/2014/main" id="{45103E4F-9D12-94D0-4700-ABEE97CC53C8}"/>
              </a:ext>
            </a:extLst>
          </p:cNvPr>
          <p:cNvSpPr/>
          <p:nvPr/>
        </p:nvSpPr>
        <p:spPr>
          <a:xfrm>
            <a:off x="9730266" y="2988733"/>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8" name="椭圆 297">
            <a:extLst>
              <a:ext uri="{FF2B5EF4-FFF2-40B4-BE49-F238E27FC236}">
                <a16:creationId xmlns:a16="http://schemas.microsoft.com/office/drawing/2014/main" id="{30C9DB56-0087-440F-07EF-40168F959E1F}"/>
              </a:ext>
            </a:extLst>
          </p:cNvPr>
          <p:cNvSpPr/>
          <p:nvPr/>
        </p:nvSpPr>
        <p:spPr>
          <a:xfrm>
            <a:off x="10751078" y="2747309"/>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9" name="椭圆 298">
            <a:extLst>
              <a:ext uri="{FF2B5EF4-FFF2-40B4-BE49-F238E27FC236}">
                <a16:creationId xmlns:a16="http://schemas.microsoft.com/office/drawing/2014/main" id="{0E2D70BA-C0DB-1F00-17AC-28DE1DAFC3A9}"/>
              </a:ext>
            </a:extLst>
          </p:cNvPr>
          <p:cNvSpPr/>
          <p:nvPr/>
        </p:nvSpPr>
        <p:spPr>
          <a:xfrm>
            <a:off x="10119898" y="3484281"/>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0" name="椭圆 299">
            <a:extLst>
              <a:ext uri="{FF2B5EF4-FFF2-40B4-BE49-F238E27FC236}">
                <a16:creationId xmlns:a16="http://schemas.microsoft.com/office/drawing/2014/main" id="{A2065477-4AAB-B75F-FF48-C88A66622C09}"/>
              </a:ext>
            </a:extLst>
          </p:cNvPr>
          <p:cNvSpPr/>
          <p:nvPr/>
        </p:nvSpPr>
        <p:spPr>
          <a:xfrm>
            <a:off x="9435884" y="3245015"/>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1" name="椭圆 300">
            <a:extLst>
              <a:ext uri="{FF2B5EF4-FFF2-40B4-BE49-F238E27FC236}">
                <a16:creationId xmlns:a16="http://schemas.microsoft.com/office/drawing/2014/main" id="{89A6474E-9CF1-D202-C2B0-A330662FEACD}"/>
              </a:ext>
            </a:extLst>
          </p:cNvPr>
          <p:cNvSpPr/>
          <p:nvPr/>
        </p:nvSpPr>
        <p:spPr>
          <a:xfrm>
            <a:off x="10018298" y="3780821"/>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2" name="椭圆 301">
            <a:extLst>
              <a:ext uri="{FF2B5EF4-FFF2-40B4-BE49-F238E27FC236}">
                <a16:creationId xmlns:a16="http://schemas.microsoft.com/office/drawing/2014/main" id="{F8F13BE1-7DAC-7D68-2003-97CD6D42269C}"/>
              </a:ext>
            </a:extLst>
          </p:cNvPr>
          <p:cNvSpPr/>
          <p:nvPr/>
        </p:nvSpPr>
        <p:spPr>
          <a:xfrm>
            <a:off x="10954402" y="3996845"/>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3" name="椭圆 302">
            <a:extLst>
              <a:ext uri="{FF2B5EF4-FFF2-40B4-BE49-F238E27FC236}">
                <a16:creationId xmlns:a16="http://schemas.microsoft.com/office/drawing/2014/main" id="{BFC5C46C-58E4-B910-C2C6-E018DC0D22D0}"/>
              </a:ext>
            </a:extLst>
          </p:cNvPr>
          <p:cNvSpPr/>
          <p:nvPr/>
        </p:nvSpPr>
        <p:spPr>
          <a:xfrm>
            <a:off x="10594362" y="4238269"/>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4" name="椭圆 303">
            <a:extLst>
              <a:ext uri="{FF2B5EF4-FFF2-40B4-BE49-F238E27FC236}">
                <a16:creationId xmlns:a16="http://schemas.microsoft.com/office/drawing/2014/main" id="{98991D55-2218-9AC8-3737-1109D5A5C621}"/>
              </a:ext>
            </a:extLst>
          </p:cNvPr>
          <p:cNvSpPr/>
          <p:nvPr/>
        </p:nvSpPr>
        <p:spPr>
          <a:xfrm>
            <a:off x="10986152" y="4481851"/>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5" name="椭圆 304">
            <a:extLst>
              <a:ext uri="{FF2B5EF4-FFF2-40B4-BE49-F238E27FC236}">
                <a16:creationId xmlns:a16="http://schemas.microsoft.com/office/drawing/2014/main" id="{25D9C798-89EE-CAC3-3AE6-6637FD61C157}"/>
              </a:ext>
            </a:extLst>
          </p:cNvPr>
          <p:cNvSpPr/>
          <p:nvPr/>
        </p:nvSpPr>
        <p:spPr>
          <a:xfrm>
            <a:off x="8984786" y="4742325"/>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6" name="椭圆 305">
            <a:extLst>
              <a:ext uri="{FF2B5EF4-FFF2-40B4-BE49-F238E27FC236}">
                <a16:creationId xmlns:a16="http://schemas.microsoft.com/office/drawing/2014/main" id="{F12693A3-7C80-211F-4897-005503F188F9}"/>
              </a:ext>
            </a:extLst>
          </p:cNvPr>
          <p:cNvSpPr/>
          <p:nvPr/>
        </p:nvSpPr>
        <p:spPr>
          <a:xfrm>
            <a:off x="9243102" y="4983749"/>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7" name="椭圆 306">
            <a:extLst>
              <a:ext uri="{FF2B5EF4-FFF2-40B4-BE49-F238E27FC236}">
                <a16:creationId xmlns:a16="http://schemas.microsoft.com/office/drawing/2014/main" id="{7CDEBCFD-49D9-DA62-0A1C-9CA8570F67C3}"/>
              </a:ext>
            </a:extLst>
          </p:cNvPr>
          <p:cNvSpPr/>
          <p:nvPr/>
        </p:nvSpPr>
        <p:spPr>
          <a:xfrm>
            <a:off x="10090306" y="5220981"/>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8" name="椭圆 307">
            <a:extLst>
              <a:ext uri="{FF2B5EF4-FFF2-40B4-BE49-F238E27FC236}">
                <a16:creationId xmlns:a16="http://schemas.microsoft.com/office/drawing/2014/main" id="{ECCAD219-8947-D897-32EE-9EE535CBF471}"/>
              </a:ext>
            </a:extLst>
          </p:cNvPr>
          <p:cNvSpPr/>
          <p:nvPr/>
        </p:nvSpPr>
        <p:spPr>
          <a:xfrm>
            <a:off x="10869694" y="5468755"/>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9" name="椭圆 308">
            <a:extLst>
              <a:ext uri="{FF2B5EF4-FFF2-40B4-BE49-F238E27FC236}">
                <a16:creationId xmlns:a16="http://schemas.microsoft.com/office/drawing/2014/main" id="{C3045F9B-4988-2342-58A7-1A19DE39B0C5}"/>
              </a:ext>
            </a:extLst>
          </p:cNvPr>
          <p:cNvSpPr/>
          <p:nvPr/>
        </p:nvSpPr>
        <p:spPr>
          <a:xfrm>
            <a:off x="10162314" y="2236903"/>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0" name="文本框 309">
            <a:extLst>
              <a:ext uri="{FF2B5EF4-FFF2-40B4-BE49-F238E27FC236}">
                <a16:creationId xmlns:a16="http://schemas.microsoft.com/office/drawing/2014/main" id="{0F822C2C-96B1-DAFA-20BF-AC0CC0CAE5EF}"/>
              </a:ext>
            </a:extLst>
          </p:cNvPr>
          <p:cNvSpPr txBox="1"/>
          <p:nvPr/>
        </p:nvSpPr>
        <p:spPr>
          <a:xfrm>
            <a:off x="6849946" y="5667373"/>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311" name="直线连接符 310">
            <a:extLst>
              <a:ext uri="{FF2B5EF4-FFF2-40B4-BE49-F238E27FC236}">
                <a16:creationId xmlns:a16="http://schemas.microsoft.com/office/drawing/2014/main" id="{1A5BF8BA-8977-A3F7-2ECB-84745D378B8A}"/>
              </a:ext>
            </a:extLst>
          </p:cNvPr>
          <p:cNvCxnSpPr/>
          <p:nvPr/>
        </p:nvCxnSpPr>
        <p:spPr>
          <a:xfrm>
            <a:off x="7440702" y="5777959"/>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12" name="圆角矩形 311">
            <a:extLst>
              <a:ext uri="{FF2B5EF4-FFF2-40B4-BE49-F238E27FC236}">
                <a16:creationId xmlns:a16="http://schemas.microsoft.com/office/drawing/2014/main" id="{D1B661CE-F7E5-4E25-2742-6D90E7442769}"/>
              </a:ext>
            </a:extLst>
          </p:cNvPr>
          <p:cNvSpPr/>
          <p:nvPr/>
        </p:nvSpPr>
        <p:spPr>
          <a:xfrm>
            <a:off x="8714432" y="5731953"/>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3" name="文本框 312">
            <a:extLst>
              <a:ext uri="{FF2B5EF4-FFF2-40B4-BE49-F238E27FC236}">
                <a16:creationId xmlns:a16="http://schemas.microsoft.com/office/drawing/2014/main" id="{97E35613-AE50-AB85-225D-5B814A38E5A3}"/>
              </a:ext>
            </a:extLst>
          </p:cNvPr>
          <p:cNvSpPr txBox="1"/>
          <p:nvPr/>
        </p:nvSpPr>
        <p:spPr>
          <a:xfrm>
            <a:off x="8224780" y="5675771"/>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14" name="文本框 313">
            <a:extLst>
              <a:ext uri="{FF2B5EF4-FFF2-40B4-BE49-F238E27FC236}">
                <a16:creationId xmlns:a16="http://schemas.microsoft.com/office/drawing/2014/main" id="{A2CA526C-125E-203B-D50C-796B65F8D366}"/>
              </a:ext>
            </a:extLst>
          </p:cNvPr>
          <p:cNvSpPr txBox="1"/>
          <p:nvPr/>
        </p:nvSpPr>
        <p:spPr>
          <a:xfrm>
            <a:off x="11335562" y="5670958"/>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15" name="椭圆 314">
            <a:extLst>
              <a:ext uri="{FF2B5EF4-FFF2-40B4-BE49-F238E27FC236}">
                <a16:creationId xmlns:a16="http://schemas.microsoft.com/office/drawing/2014/main" id="{58282C05-F354-65AD-99F4-798313D53A7B}"/>
              </a:ext>
            </a:extLst>
          </p:cNvPr>
          <p:cNvSpPr/>
          <p:nvPr/>
        </p:nvSpPr>
        <p:spPr>
          <a:xfrm>
            <a:off x="10009082" y="5712033"/>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6" name="文本框 315">
            <a:extLst>
              <a:ext uri="{FF2B5EF4-FFF2-40B4-BE49-F238E27FC236}">
                <a16:creationId xmlns:a16="http://schemas.microsoft.com/office/drawing/2014/main" id="{E9CCC0D0-F15E-2B8C-5870-A7349BCD359E}"/>
              </a:ext>
            </a:extLst>
          </p:cNvPr>
          <p:cNvSpPr txBox="1"/>
          <p:nvPr/>
        </p:nvSpPr>
        <p:spPr>
          <a:xfrm>
            <a:off x="6849946" y="5902005"/>
            <a:ext cx="59663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317" name="直线连接符 316">
            <a:extLst>
              <a:ext uri="{FF2B5EF4-FFF2-40B4-BE49-F238E27FC236}">
                <a16:creationId xmlns:a16="http://schemas.microsoft.com/office/drawing/2014/main" id="{B42EEB97-E4CB-43A1-43F3-AF7C8B1B933C}"/>
              </a:ext>
            </a:extLst>
          </p:cNvPr>
          <p:cNvCxnSpPr/>
          <p:nvPr/>
        </p:nvCxnSpPr>
        <p:spPr>
          <a:xfrm>
            <a:off x="7440702" y="6012591"/>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18" name="圆角矩形 317">
            <a:extLst>
              <a:ext uri="{FF2B5EF4-FFF2-40B4-BE49-F238E27FC236}">
                <a16:creationId xmlns:a16="http://schemas.microsoft.com/office/drawing/2014/main" id="{62B092DC-D05D-3988-1269-056B01A7677F}"/>
              </a:ext>
            </a:extLst>
          </p:cNvPr>
          <p:cNvSpPr/>
          <p:nvPr/>
        </p:nvSpPr>
        <p:spPr>
          <a:xfrm>
            <a:off x="8714432" y="5966585"/>
            <a:ext cx="2657231" cy="85970"/>
          </a:xfrm>
          <a:prstGeom prst="roundRect">
            <a:avLst>
              <a:gd name="adj" fmla="val 50000"/>
            </a:avLst>
          </a:prstGeom>
          <a:gradFill>
            <a:gsLst>
              <a:gs pos="0">
                <a:srgbClr val="1E344D"/>
              </a:gs>
              <a:gs pos="99000">
                <a:srgbClr val="4F668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9" name="文本框 318">
            <a:extLst>
              <a:ext uri="{FF2B5EF4-FFF2-40B4-BE49-F238E27FC236}">
                <a16:creationId xmlns:a16="http://schemas.microsoft.com/office/drawing/2014/main" id="{58979778-F6DF-F83A-399F-F8180FCC2708}"/>
              </a:ext>
            </a:extLst>
          </p:cNvPr>
          <p:cNvSpPr txBox="1"/>
          <p:nvPr/>
        </p:nvSpPr>
        <p:spPr>
          <a:xfrm>
            <a:off x="8224780" y="5910403"/>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20" name="文本框 319">
            <a:extLst>
              <a:ext uri="{FF2B5EF4-FFF2-40B4-BE49-F238E27FC236}">
                <a16:creationId xmlns:a16="http://schemas.microsoft.com/office/drawing/2014/main" id="{0DC83BA8-F50B-80CB-3FE7-95BAEEE02945}"/>
              </a:ext>
            </a:extLst>
          </p:cNvPr>
          <p:cNvSpPr txBox="1"/>
          <p:nvPr/>
        </p:nvSpPr>
        <p:spPr>
          <a:xfrm>
            <a:off x="11335562" y="5905590"/>
            <a:ext cx="607859"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510</a:t>
            </a:r>
            <a:r>
              <a:rPr kumimoji="1" lang="zh-CN" altLang="en-US" sz="800" dirty="0">
                <a:solidFill>
                  <a:srgbClr val="212121"/>
                </a:solidFill>
                <a:latin typeface="Alibaba PuHuiTi" pitchFamily="18" charset="-122"/>
                <a:ea typeface="Alibaba PuHuiTi" pitchFamily="18" charset="-122"/>
                <a:cs typeface="Alibaba PuHuiTi" pitchFamily="18" charset="-122"/>
              </a:rPr>
              <a:t>，</a:t>
            </a:r>
            <a:r>
              <a:rPr kumimoji="1" lang="en-US" altLang="zh-CN" sz="800" dirty="0">
                <a:solidFill>
                  <a:srgbClr val="212121"/>
                </a:solidFill>
                <a:latin typeface="Alibaba PuHuiTi" pitchFamily="18" charset="-122"/>
                <a:ea typeface="Alibaba PuHuiTi" pitchFamily="18" charset="-122"/>
                <a:cs typeface="Alibaba PuHuiTi" pitchFamily="18" charset="-122"/>
              </a:rPr>
              <a:t>6%</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21" name="椭圆 320">
            <a:extLst>
              <a:ext uri="{FF2B5EF4-FFF2-40B4-BE49-F238E27FC236}">
                <a16:creationId xmlns:a16="http://schemas.microsoft.com/office/drawing/2014/main" id="{60D54975-3B2F-32E8-FE46-F0781AA81C75}"/>
              </a:ext>
            </a:extLst>
          </p:cNvPr>
          <p:cNvSpPr/>
          <p:nvPr/>
        </p:nvSpPr>
        <p:spPr>
          <a:xfrm>
            <a:off x="10869694" y="5946665"/>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35" name="文本框 334">
            <a:extLst>
              <a:ext uri="{FF2B5EF4-FFF2-40B4-BE49-F238E27FC236}">
                <a16:creationId xmlns:a16="http://schemas.microsoft.com/office/drawing/2014/main" id="{03C70D72-816A-0301-209B-923E8C87738C}"/>
              </a:ext>
            </a:extLst>
          </p:cNvPr>
          <p:cNvSpPr txBox="1"/>
          <p:nvPr/>
        </p:nvSpPr>
        <p:spPr>
          <a:xfrm>
            <a:off x="471527" y="1082943"/>
            <a:ext cx="3516010" cy="338554"/>
          </a:xfrm>
          <a:prstGeom prst="rect">
            <a:avLst/>
          </a:prstGeom>
          <a:noFill/>
        </p:spPr>
        <p:txBody>
          <a:bodyPr wrap="square">
            <a:spAutoFit/>
          </a:bodyPr>
          <a:lstStyle/>
          <a:p>
            <a:r>
              <a:rPr lang="zh-CN" altLang="en-US" sz="1600" b="1" dirty="0">
                <a:solidFill>
                  <a:srgbClr val="1E344D"/>
                </a:solidFill>
                <a:latin typeface="Alibaba PuHuiTi" pitchFamily="18" charset="-122"/>
                <a:ea typeface="Alibaba PuHuiTi" pitchFamily="18" charset="-122"/>
                <a:cs typeface="Alibaba PuHuiTi" pitchFamily="18" charset="-122"/>
              </a:rPr>
              <a:t>important headline</a:t>
            </a:r>
          </a:p>
        </p:txBody>
      </p:sp>
      <p:sp>
        <p:nvSpPr>
          <p:cNvPr id="337" name="文本框 336">
            <a:extLst>
              <a:ext uri="{FF2B5EF4-FFF2-40B4-BE49-F238E27FC236}">
                <a16:creationId xmlns:a16="http://schemas.microsoft.com/office/drawing/2014/main" id="{51D0A4D6-F172-788F-D1A1-FBB770463BC9}"/>
              </a:ext>
            </a:extLst>
          </p:cNvPr>
          <p:cNvSpPr txBox="1"/>
          <p:nvPr/>
        </p:nvSpPr>
        <p:spPr>
          <a:xfrm>
            <a:off x="441115" y="1432214"/>
            <a:ext cx="3152520" cy="307777"/>
          </a:xfrm>
          <a:prstGeom prst="rect">
            <a:avLst/>
          </a:prstGeom>
          <a:noFill/>
        </p:spPr>
        <p:txBody>
          <a:bodyPr wrap="square">
            <a:spAutoFit/>
          </a:bodyPr>
          <a:lstStyle/>
          <a:p>
            <a:r>
              <a:rPr kumimoji="1" lang="en" altLang="zh-CN" sz="1400" b="1"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400" b="1" dirty="0">
                <a:solidFill>
                  <a:srgbClr val="1E344D"/>
                </a:solidFill>
                <a:latin typeface="Alibaba PuHuiTi" pitchFamily="18" charset="-122"/>
                <a:ea typeface="Alibaba PuHuiTi" pitchFamily="18" charset="-122"/>
                <a:cs typeface="Alibaba PuHuiTi" pitchFamily="18" charset="-122"/>
              </a:rPr>
              <a:t>:</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graphicFrame>
        <p:nvGraphicFramePr>
          <p:cNvPr id="338" name="图表 337">
            <a:extLst>
              <a:ext uri="{FF2B5EF4-FFF2-40B4-BE49-F238E27FC236}">
                <a16:creationId xmlns:a16="http://schemas.microsoft.com/office/drawing/2014/main" id="{F1083365-5635-2B67-2025-220625B10E75}"/>
              </a:ext>
            </a:extLst>
          </p:cNvPr>
          <p:cNvGraphicFramePr/>
          <p:nvPr>
            <p:extLst>
              <p:ext uri="{D42A27DB-BD31-4B8C-83A1-F6EECF244321}">
                <p14:modId xmlns:p14="http://schemas.microsoft.com/office/powerpoint/2010/main" val="1154185378"/>
              </p:ext>
            </p:extLst>
          </p:nvPr>
        </p:nvGraphicFramePr>
        <p:xfrm>
          <a:off x="487311" y="1988349"/>
          <a:ext cx="2600501" cy="2871056"/>
        </p:xfrm>
        <a:graphic>
          <a:graphicData uri="http://schemas.openxmlformats.org/drawingml/2006/chart">
            <c:chart xmlns:c="http://schemas.openxmlformats.org/drawingml/2006/chart" xmlns:r="http://schemas.openxmlformats.org/officeDocument/2006/relationships" r:id="rId3"/>
          </a:graphicData>
        </a:graphic>
      </p:graphicFrame>
      <p:cxnSp>
        <p:nvCxnSpPr>
          <p:cNvPr id="342" name="直线连接符 341">
            <a:extLst>
              <a:ext uri="{FF2B5EF4-FFF2-40B4-BE49-F238E27FC236}">
                <a16:creationId xmlns:a16="http://schemas.microsoft.com/office/drawing/2014/main" id="{01EABD3D-58A1-B91A-5FD1-ECC938305BAA}"/>
              </a:ext>
            </a:extLst>
          </p:cNvPr>
          <p:cNvCxnSpPr>
            <a:cxnSpLocks/>
          </p:cNvCxnSpPr>
          <p:nvPr/>
        </p:nvCxnSpPr>
        <p:spPr>
          <a:xfrm>
            <a:off x="527070" y="1822298"/>
            <a:ext cx="2353224"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sp>
        <p:nvSpPr>
          <p:cNvPr id="355" name="三角形 354">
            <a:extLst>
              <a:ext uri="{FF2B5EF4-FFF2-40B4-BE49-F238E27FC236}">
                <a16:creationId xmlns:a16="http://schemas.microsoft.com/office/drawing/2014/main" id="{FB6C1854-35BC-1ECB-3148-623BF18D5640}"/>
              </a:ext>
            </a:extLst>
          </p:cNvPr>
          <p:cNvSpPr/>
          <p:nvPr/>
        </p:nvSpPr>
        <p:spPr>
          <a:xfrm rot="10800000">
            <a:off x="1548410" y="4858075"/>
            <a:ext cx="438080" cy="249680"/>
          </a:xfrm>
          <a:prstGeom prst="triangle">
            <a:avLst>
              <a:gd name="adj" fmla="val 50000"/>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6" name="文本框 355">
            <a:extLst>
              <a:ext uri="{FF2B5EF4-FFF2-40B4-BE49-F238E27FC236}">
                <a16:creationId xmlns:a16="http://schemas.microsoft.com/office/drawing/2014/main" id="{F8862128-3EDD-400A-BDC3-87BDA1D5B8D1}"/>
              </a:ext>
            </a:extLst>
          </p:cNvPr>
          <p:cNvSpPr txBox="1"/>
          <p:nvPr/>
        </p:nvSpPr>
        <p:spPr>
          <a:xfrm>
            <a:off x="639994" y="5258132"/>
            <a:ext cx="2147759" cy="307777"/>
          </a:xfrm>
          <a:prstGeom prst="rect">
            <a:avLst/>
          </a:prstGeom>
          <a:noFill/>
        </p:spPr>
        <p:txBody>
          <a:bodyPr wrap="square">
            <a:spAutoFit/>
          </a:bodyPr>
          <a:lstStyle/>
          <a:p>
            <a:r>
              <a:rPr kumimoji="1" lang="en" altLang="zh-CN" sz="1400" b="1"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400" b="1" dirty="0">
                <a:solidFill>
                  <a:srgbClr val="1E344D"/>
                </a:solidFill>
                <a:latin typeface="Alibaba PuHuiTi" pitchFamily="18" charset="-122"/>
                <a:ea typeface="Alibaba PuHuiTi" pitchFamily="18" charset="-122"/>
                <a:cs typeface="Alibaba PuHuiTi" pitchFamily="18" charset="-122"/>
              </a:rPr>
              <a:t>:</a:t>
            </a:r>
            <a:endParaRPr lang="zh-CN" altLang="en-US" sz="1400" b="1" dirty="0">
              <a:solidFill>
                <a:srgbClr val="1E344D"/>
              </a:solidFill>
              <a:latin typeface="Alibaba PuHuiTi" pitchFamily="18" charset="-122"/>
              <a:ea typeface="Alibaba PuHuiTi" pitchFamily="18" charset="-122"/>
              <a:cs typeface="Alibaba PuHuiTi" pitchFamily="18" charset="-122"/>
            </a:endParaRPr>
          </a:p>
        </p:txBody>
      </p:sp>
      <p:sp>
        <p:nvSpPr>
          <p:cNvPr id="357" name="文本框 356">
            <a:extLst>
              <a:ext uri="{FF2B5EF4-FFF2-40B4-BE49-F238E27FC236}">
                <a16:creationId xmlns:a16="http://schemas.microsoft.com/office/drawing/2014/main" id="{DDCDC1BF-96F8-B100-0A41-B3A73D334208}"/>
              </a:ext>
            </a:extLst>
          </p:cNvPr>
          <p:cNvSpPr txBox="1"/>
          <p:nvPr/>
        </p:nvSpPr>
        <p:spPr>
          <a:xfrm>
            <a:off x="649568" y="5573209"/>
            <a:ext cx="3008031" cy="461665"/>
          </a:xfrm>
          <a:prstGeom prst="rect">
            <a:avLst/>
          </a:prstGeom>
          <a:noFill/>
        </p:spPr>
        <p:txBody>
          <a:bodyPr wrap="square" rtlCol="0">
            <a:spAutoFit/>
          </a:bodyPr>
          <a:lstStyle/>
          <a:p>
            <a:pPr algn="just"/>
            <a:r>
              <a:rPr kumimoji="1" lang="en-US" altLang="zh-CN" sz="1200" dirty="0">
                <a:solidFill>
                  <a:srgbClr val="1E344D"/>
                </a:solidFill>
                <a:latin typeface="Alibaba PuHuiTi" pitchFamily="18" charset="-122"/>
                <a:ea typeface="Alibaba PuHuiTi" pitchFamily="18" charset="-122"/>
                <a:cs typeface="Alibaba PuHuiTi" pitchFamily="18" charset="-122"/>
              </a:rPr>
              <a:t>-</a:t>
            </a:r>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358" name="文本框 357">
            <a:extLst>
              <a:ext uri="{FF2B5EF4-FFF2-40B4-BE49-F238E27FC236}">
                <a16:creationId xmlns:a16="http://schemas.microsoft.com/office/drawing/2014/main" id="{F176DB0E-D121-399D-D2FE-49964D4119AF}"/>
              </a:ext>
            </a:extLst>
          </p:cNvPr>
          <p:cNvSpPr txBox="1"/>
          <p:nvPr/>
        </p:nvSpPr>
        <p:spPr>
          <a:xfrm>
            <a:off x="649568" y="6051804"/>
            <a:ext cx="3008031" cy="461665"/>
          </a:xfrm>
          <a:prstGeom prst="rect">
            <a:avLst/>
          </a:prstGeom>
          <a:noFill/>
        </p:spPr>
        <p:txBody>
          <a:bodyPr wrap="square" rtlCol="0">
            <a:spAutoFit/>
          </a:bodyPr>
          <a:lstStyle/>
          <a:p>
            <a:pPr algn="just"/>
            <a:r>
              <a:rPr kumimoji="1" lang="en-US" altLang="zh-CN" sz="1200" dirty="0">
                <a:solidFill>
                  <a:srgbClr val="1E344D"/>
                </a:solidFill>
                <a:latin typeface="Alibaba PuHuiTi" pitchFamily="18" charset="-122"/>
                <a:ea typeface="Alibaba PuHuiTi" pitchFamily="18" charset="-122"/>
                <a:cs typeface="Alibaba PuHuiTi" pitchFamily="18" charset="-122"/>
              </a:rPr>
              <a:t>-</a:t>
            </a:r>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359" name="椭圆 358">
            <a:extLst>
              <a:ext uri="{FF2B5EF4-FFF2-40B4-BE49-F238E27FC236}">
                <a16:creationId xmlns:a16="http://schemas.microsoft.com/office/drawing/2014/main" id="{73F20DB6-CE67-D183-3182-1297C20D5517}"/>
              </a:ext>
            </a:extLst>
          </p:cNvPr>
          <p:cNvSpPr/>
          <p:nvPr/>
        </p:nvSpPr>
        <p:spPr>
          <a:xfrm>
            <a:off x="940865" y="2753777"/>
            <a:ext cx="485697" cy="328722"/>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0" name="文本框 359">
            <a:extLst>
              <a:ext uri="{FF2B5EF4-FFF2-40B4-BE49-F238E27FC236}">
                <a16:creationId xmlns:a16="http://schemas.microsoft.com/office/drawing/2014/main" id="{1191A012-3650-87F6-823A-DA0F343907DF}"/>
              </a:ext>
            </a:extLst>
          </p:cNvPr>
          <p:cNvSpPr txBox="1"/>
          <p:nvPr/>
        </p:nvSpPr>
        <p:spPr>
          <a:xfrm>
            <a:off x="906073" y="2779061"/>
            <a:ext cx="600723" cy="276999"/>
          </a:xfrm>
          <a:prstGeom prst="rect">
            <a:avLst/>
          </a:prstGeom>
          <a:noFill/>
        </p:spPr>
        <p:txBody>
          <a:bodyPr wrap="square" rtlCol="0">
            <a:spAutoFit/>
          </a:bodyPr>
          <a:lstStyle/>
          <a:p>
            <a:r>
              <a:rPr kumimoji="1" lang="en-US" altLang="zh-CN" sz="12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2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61" name="椭圆 360">
            <a:extLst>
              <a:ext uri="{FF2B5EF4-FFF2-40B4-BE49-F238E27FC236}">
                <a16:creationId xmlns:a16="http://schemas.microsoft.com/office/drawing/2014/main" id="{4F79419D-D35C-0BF2-258E-690E62DA5131}"/>
              </a:ext>
            </a:extLst>
          </p:cNvPr>
          <p:cNvSpPr/>
          <p:nvPr/>
        </p:nvSpPr>
        <p:spPr>
          <a:xfrm>
            <a:off x="1972955" y="2753777"/>
            <a:ext cx="485697" cy="328722"/>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2" name="文本框 361">
            <a:extLst>
              <a:ext uri="{FF2B5EF4-FFF2-40B4-BE49-F238E27FC236}">
                <a16:creationId xmlns:a16="http://schemas.microsoft.com/office/drawing/2014/main" id="{CB75E1B7-1F00-1109-60FB-13DE314D507F}"/>
              </a:ext>
            </a:extLst>
          </p:cNvPr>
          <p:cNvSpPr txBox="1"/>
          <p:nvPr/>
        </p:nvSpPr>
        <p:spPr>
          <a:xfrm>
            <a:off x="1938162" y="2779061"/>
            <a:ext cx="600723" cy="276999"/>
          </a:xfrm>
          <a:prstGeom prst="rect">
            <a:avLst/>
          </a:prstGeom>
          <a:noFill/>
        </p:spPr>
        <p:txBody>
          <a:bodyPr wrap="square" rtlCol="0">
            <a:spAutoFit/>
          </a:bodyPr>
          <a:lstStyle/>
          <a:p>
            <a:r>
              <a:rPr kumimoji="1" lang="en-US" altLang="zh-CN" sz="12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2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D35C5BFC-1C51-B256-FE8C-F159A1515735}"/>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232A461C-F614-1475-DD08-6BA8DDC9AEE7}"/>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5" name="直线连接符 4">
            <a:extLst>
              <a:ext uri="{FF2B5EF4-FFF2-40B4-BE49-F238E27FC236}">
                <a16:creationId xmlns:a16="http://schemas.microsoft.com/office/drawing/2014/main" id="{D70F15D3-9814-9CDA-414D-14E695D6E0DD}"/>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3E746010-80A0-67C3-3A77-A3240BD2AD93}"/>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D7C7F226-7782-6492-6F0C-AD0B9159BE9B}"/>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B8E5B801-30F6-1B78-9136-2C0E5825DED8}"/>
              </a:ext>
            </a:extLst>
          </p:cNvPr>
          <p:cNvGrpSpPr/>
          <p:nvPr/>
        </p:nvGrpSpPr>
        <p:grpSpPr>
          <a:xfrm>
            <a:off x="2212826" y="287981"/>
            <a:ext cx="356205" cy="355288"/>
            <a:chOff x="2323294" y="287981"/>
            <a:chExt cx="356205" cy="355288"/>
          </a:xfrm>
        </p:grpSpPr>
        <p:sp>
          <p:nvSpPr>
            <p:cNvPr id="10" name="Google Shape;7166;p80">
              <a:extLst>
                <a:ext uri="{FF2B5EF4-FFF2-40B4-BE49-F238E27FC236}">
                  <a16:creationId xmlns:a16="http://schemas.microsoft.com/office/drawing/2014/main" id="{6AE4092E-257E-5E21-B1DE-621DFF83B8A8}"/>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7;p80">
              <a:extLst>
                <a:ext uri="{FF2B5EF4-FFF2-40B4-BE49-F238E27FC236}">
                  <a16:creationId xmlns:a16="http://schemas.microsoft.com/office/drawing/2014/main" id="{EC41D69F-69B1-0892-C16D-1CD3EAB9C4C3}"/>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8;p80">
              <a:extLst>
                <a:ext uri="{FF2B5EF4-FFF2-40B4-BE49-F238E27FC236}">
                  <a16:creationId xmlns:a16="http://schemas.microsoft.com/office/drawing/2014/main" id="{951CE231-B30C-1523-12A1-C80D65A18518}"/>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169;p80">
              <a:extLst>
                <a:ext uri="{FF2B5EF4-FFF2-40B4-BE49-F238E27FC236}">
                  <a16:creationId xmlns:a16="http://schemas.microsoft.com/office/drawing/2014/main" id="{87F4250B-8929-0066-545C-13A097BC82C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94416866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Google Shape;3615;p71">
            <a:extLst>
              <a:ext uri="{FF2B5EF4-FFF2-40B4-BE49-F238E27FC236}">
                <a16:creationId xmlns:a16="http://schemas.microsoft.com/office/drawing/2014/main" id="{6EA1EDAF-00F9-6758-C86D-3CEB14E5D387}"/>
              </a:ext>
            </a:extLst>
          </p:cNvPr>
          <p:cNvSpPr/>
          <p:nvPr/>
        </p:nvSpPr>
        <p:spPr>
          <a:xfrm>
            <a:off x="8634577" y="1085575"/>
            <a:ext cx="3033632" cy="2766980"/>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1E344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 name="Google Shape;3616;p71">
            <a:extLst>
              <a:ext uri="{FF2B5EF4-FFF2-40B4-BE49-F238E27FC236}">
                <a16:creationId xmlns:a16="http://schemas.microsoft.com/office/drawing/2014/main" id="{747001FE-D223-AF9E-C681-6C5A756F6B63}"/>
              </a:ext>
            </a:extLst>
          </p:cNvPr>
          <p:cNvGrpSpPr/>
          <p:nvPr/>
        </p:nvGrpSpPr>
        <p:grpSpPr>
          <a:xfrm>
            <a:off x="8729288" y="1086073"/>
            <a:ext cx="2525789" cy="2512323"/>
            <a:chOff x="6669657" y="3716715"/>
            <a:chExt cx="466779" cy="464290"/>
          </a:xfrm>
          <a:solidFill>
            <a:srgbClr val="4F6682"/>
          </a:solidFill>
        </p:grpSpPr>
        <p:sp>
          <p:nvSpPr>
            <p:cNvPr id="5" name="Google Shape;3617;p71">
              <a:extLst>
                <a:ext uri="{FF2B5EF4-FFF2-40B4-BE49-F238E27FC236}">
                  <a16:creationId xmlns:a16="http://schemas.microsoft.com/office/drawing/2014/main" id="{EE77EFC5-6C7E-3F81-703E-583FC7DE4E53}"/>
                </a:ext>
              </a:extLst>
            </p:cNvPr>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 name="Google Shape;3618;p71">
              <a:extLst>
                <a:ext uri="{FF2B5EF4-FFF2-40B4-BE49-F238E27FC236}">
                  <a16:creationId xmlns:a16="http://schemas.microsoft.com/office/drawing/2014/main" id="{3152D1E8-F5D4-BB62-2228-7466CA2F4071}"/>
                </a:ext>
              </a:extLst>
            </p:cNvPr>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 name="Google Shape;3619;p71">
              <a:extLst>
                <a:ext uri="{FF2B5EF4-FFF2-40B4-BE49-F238E27FC236}">
                  <a16:creationId xmlns:a16="http://schemas.microsoft.com/office/drawing/2014/main" id="{F8D62DC6-C208-25EA-319B-D7ABA0B8D701}"/>
                </a:ext>
              </a:extLst>
            </p:cNvPr>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 name="Google Shape;3620;p71">
              <a:extLst>
                <a:ext uri="{FF2B5EF4-FFF2-40B4-BE49-F238E27FC236}">
                  <a16:creationId xmlns:a16="http://schemas.microsoft.com/office/drawing/2014/main" id="{E2D97315-765A-85E4-EDC3-223C71221F09}"/>
                </a:ext>
              </a:extLst>
            </p:cNvPr>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 name="Google Shape;3621;p71">
              <a:extLst>
                <a:ext uri="{FF2B5EF4-FFF2-40B4-BE49-F238E27FC236}">
                  <a16:creationId xmlns:a16="http://schemas.microsoft.com/office/drawing/2014/main" id="{55AC41BE-A508-BFA6-6DD7-BFA3C7650F91}"/>
                </a:ext>
              </a:extLst>
            </p:cNvPr>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 name="Google Shape;3622;p71">
              <a:extLst>
                <a:ext uri="{FF2B5EF4-FFF2-40B4-BE49-F238E27FC236}">
                  <a16:creationId xmlns:a16="http://schemas.microsoft.com/office/drawing/2014/main" id="{D79EFDA6-B26D-428C-BF33-2063FDF57416}"/>
                </a:ext>
              </a:extLst>
            </p:cNvPr>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 name="Google Shape;3623;p71">
              <a:extLst>
                <a:ext uri="{FF2B5EF4-FFF2-40B4-BE49-F238E27FC236}">
                  <a16:creationId xmlns:a16="http://schemas.microsoft.com/office/drawing/2014/main" id="{71F7E674-B91A-B81C-FD6C-D0D8263C1BE5}"/>
                </a:ext>
              </a:extLst>
            </p:cNvPr>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 name="Google Shape;3624;p71">
              <a:extLst>
                <a:ext uri="{FF2B5EF4-FFF2-40B4-BE49-F238E27FC236}">
                  <a16:creationId xmlns:a16="http://schemas.microsoft.com/office/drawing/2014/main" id="{7BE4B9C1-0D3A-994F-5401-2013EAD45485}"/>
                </a:ext>
              </a:extLst>
            </p:cNvPr>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 name="Google Shape;3625;p71">
              <a:extLst>
                <a:ext uri="{FF2B5EF4-FFF2-40B4-BE49-F238E27FC236}">
                  <a16:creationId xmlns:a16="http://schemas.microsoft.com/office/drawing/2014/main" id="{D5CEE2A6-4067-8602-9FF1-E092C98EAF08}"/>
                </a:ext>
              </a:extLst>
            </p:cNvPr>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 name="Google Shape;3626;p71">
              <a:extLst>
                <a:ext uri="{FF2B5EF4-FFF2-40B4-BE49-F238E27FC236}">
                  <a16:creationId xmlns:a16="http://schemas.microsoft.com/office/drawing/2014/main" id="{81A6487A-381B-04AB-72BF-3677478D3AE4}"/>
                </a:ext>
              </a:extLst>
            </p:cNvPr>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 name="Google Shape;3627;p71">
              <a:extLst>
                <a:ext uri="{FF2B5EF4-FFF2-40B4-BE49-F238E27FC236}">
                  <a16:creationId xmlns:a16="http://schemas.microsoft.com/office/drawing/2014/main" id="{C2B3899C-AF4F-08C3-6618-EABA06263449}"/>
                </a:ext>
              </a:extLst>
            </p:cNvPr>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 name="Google Shape;3628;p71">
              <a:extLst>
                <a:ext uri="{FF2B5EF4-FFF2-40B4-BE49-F238E27FC236}">
                  <a16:creationId xmlns:a16="http://schemas.microsoft.com/office/drawing/2014/main" id="{44D1C646-1102-C66B-AE13-AF66E7B81BB0}"/>
                </a:ext>
              </a:extLst>
            </p:cNvPr>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 name="Google Shape;3629;p71">
              <a:extLst>
                <a:ext uri="{FF2B5EF4-FFF2-40B4-BE49-F238E27FC236}">
                  <a16:creationId xmlns:a16="http://schemas.microsoft.com/office/drawing/2014/main" id="{A4E9ACD9-7695-BF73-E0F9-4C0AC7CFED8B}"/>
                </a:ext>
              </a:extLst>
            </p:cNvPr>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8" name="文本框 17">
            <a:extLst>
              <a:ext uri="{FF2B5EF4-FFF2-40B4-BE49-F238E27FC236}">
                <a16:creationId xmlns:a16="http://schemas.microsoft.com/office/drawing/2014/main" id="{EBC6374E-A415-1CC8-784A-93E6861812EE}"/>
              </a:ext>
            </a:extLst>
          </p:cNvPr>
          <p:cNvSpPr txBox="1"/>
          <p:nvPr/>
        </p:nvSpPr>
        <p:spPr>
          <a:xfrm>
            <a:off x="533400" y="1244600"/>
            <a:ext cx="8813800" cy="1767792"/>
          </a:xfrm>
          <a:prstGeom prst="rect">
            <a:avLst/>
          </a:prstGeom>
          <a:noFill/>
        </p:spPr>
        <p:txBody>
          <a:bodyPr wrap="square" rtlCol="0">
            <a:spAutoFit/>
          </a:bodyPr>
          <a:lstStyle/>
          <a:p>
            <a:pPr algn="l">
              <a:lnSpc>
                <a:spcPts val="6500"/>
              </a:lnSpc>
            </a:pPr>
            <a:r>
              <a:rPr kumimoji="1" lang="en" altLang="zh-CN" sz="6000" dirty="0">
                <a:solidFill>
                  <a:srgbClr val="1E344D"/>
                </a:solidFill>
                <a:latin typeface="Alibaba PuHuiTi Medium" pitchFamily="18" charset="-122"/>
                <a:ea typeface="Alibaba PuHuiTi Medium" pitchFamily="18" charset="-122"/>
                <a:cs typeface="Alibaba PuHuiTi Medium" pitchFamily="18" charset="-122"/>
              </a:rPr>
              <a:t>Fill In Your Important Headline Here</a:t>
            </a:r>
            <a:endParaRPr kumimoji="1" lang="zh-CN" altLang="en-US" sz="6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D6235205-0260-2F8E-F33F-53CB773518B7}"/>
              </a:ext>
            </a:extLst>
          </p:cNvPr>
          <p:cNvSpPr txBox="1"/>
          <p:nvPr/>
        </p:nvSpPr>
        <p:spPr>
          <a:xfrm>
            <a:off x="491836" y="3017347"/>
            <a:ext cx="7737764" cy="954107"/>
          </a:xfrm>
          <a:prstGeom prst="rect">
            <a:avLst/>
          </a:prstGeom>
          <a:noFill/>
        </p:spPr>
        <p:txBody>
          <a:bodyPr wrap="square" rtlCol="0">
            <a:spAutoFit/>
          </a:bodyPr>
          <a:lstStyle/>
          <a:p>
            <a:r>
              <a:rPr kumimoji="1" lang="en" altLang="zh-CN" sz="14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BB3023"/>
                </a:solidFill>
                <a:latin typeface="Alibaba PuHuiTi" pitchFamily="18" charset="-122"/>
                <a:ea typeface="Alibaba PuHuiTi" pitchFamily="18" charset="-122"/>
                <a:cs typeface="Alibaba PuHuiTi" pitchFamily="18" charset="-122"/>
              </a:rPr>
              <a:t>.</a:t>
            </a:r>
            <a:r>
              <a:rPr kumimoji="1" lang="en" altLang="zh-CN" sz="1400" dirty="0">
                <a:solidFill>
                  <a:srgbClr val="BB3023"/>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BB3023"/>
                </a:solidFill>
                <a:latin typeface="Alibaba PuHuiTi" pitchFamily="18" charset="-122"/>
                <a:ea typeface="Alibaba PuHuiTi" pitchFamily="18" charset="-122"/>
                <a:cs typeface="Alibaba PuHuiTi" pitchFamily="18" charset="-122"/>
              </a:rPr>
              <a:t>.</a:t>
            </a:r>
            <a:r>
              <a:rPr kumimoji="1" lang="en" altLang="zh-CN" sz="1400" dirty="0">
                <a:solidFill>
                  <a:srgbClr val="BB3023"/>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BB3023"/>
                </a:solidFill>
                <a:latin typeface="Alibaba PuHuiTi" pitchFamily="18" charset="-122"/>
                <a:ea typeface="Alibaba PuHuiTi" pitchFamily="18" charset="-122"/>
                <a:cs typeface="Alibaba PuHuiTi" pitchFamily="18" charset="-122"/>
              </a:rPr>
              <a:t>.</a:t>
            </a:r>
            <a:endParaRPr kumimoji="1" lang="zh-CN" altLang="en-US" sz="1400" dirty="0">
              <a:solidFill>
                <a:srgbClr val="BB3023"/>
              </a:solidFill>
              <a:latin typeface="Alibaba PuHuiTi" pitchFamily="18" charset="-122"/>
              <a:ea typeface="Alibaba PuHuiTi" pitchFamily="18" charset="-122"/>
              <a:cs typeface="Alibaba PuHuiTi" pitchFamily="18" charset="-122"/>
            </a:endParaRPr>
          </a:p>
          <a:p>
            <a:endParaRPr kumimoji="1" lang="zh-CN" altLang="en-US" sz="1400" dirty="0">
              <a:solidFill>
                <a:srgbClr val="BB3023"/>
              </a:solidFill>
              <a:latin typeface="Alibaba PuHuiTi" pitchFamily="18" charset="-122"/>
              <a:ea typeface="Alibaba PuHuiTi" pitchFamily="18" charset="-122"/>
              <a:cs typeface="Alibaba PuHuiTi" pitchFamily="18" charset="-122"/>
            </a:endParaRPr>
          </a:p>
          <a:p>
            <a:endParaRPr kumimoji="1" lang="zh-CN" altLang="en-US" sz="1400" dirty="0">
              <a:solidFill>
                <a:srgbClr val="BB3023"/>
              </a:solidFill>
              <a:latin typeface="Alibaba PuHuiTi" pitchFamily="18" charset="-122"/>
              <a:ea typeface="Alibaba PuHuiTi" pitchFamily="18" charset="-122"/>
              <a:cs typeface="Alibaba PuHuiTi" pitchFamily="18" charset="-122"/>
            </a:endParaRPr>
          </a:p>
        </p:txBody>
      </p:sp>
      <p:sp>
        <p:nvSpPr>
          <p:cNvPr id="20" name="泪珠形 19">
            <a:extLst>
              <a:ext uri="{FF2B5EF4-FFF2-40B4-BE49-F238E27FC236}">
                <a16:creationId xmlns:a16="http://schemas.microsoft.com/office/drawing/2014/main" id="{CFA1F865-6E2E-B70C-942B-C2D3552F81E1}"/>
              </a:ext>
            </a:extLst>
          </p:cNvPr>
          <p:cNvSpPr/>
          <p:nvPr/>
        </p:nvSpPr>
        <p:spPr>
          <a:xfrm rot="8100000">
            <a:off x="9990852" y="1344014"/>
            <a:ext cx="485214" cy="485214"/>
          </a:xfrm>
          <a:prstGeom prst="teardrop">
            <a:avLst>
              <a:gd name="adj" fmla="val 140346"/>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圆角矩形 31">
            <a:extLst>
              <a:ext uri="{FF2B5EF4-FFF2-40B4-BE49-F238E27FC236}">
                <a16:creationId xmlns:a16="http://schemas.microsoft.com/office/drawing/2014/main" id="{DAA5970A-497D-1502-BDB3-6739A45F1397}"/>
              </a:ext>
            </a:extLst>
          </p:cNvPr>
          <p:cNvSpPr/>
          <p:nvPr/>
        </p:nvSpPr>
        <p:spPr>
          <a:xfrm>
            <a:off x="617593" y="4362958"/>
            <a:ext cx="374017" cy="2172864"/>
          </a:xfrm>
          <a:prstGeom prst="roundRect">
            <a:avLst>
              <a:gd name="adj" fmla="val 50000"/>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33" name="圆角矩形 32">
            <a:extLst>
              <a:ext uri="{FF2B5EF4-FFF2-40B4-BE49-F238E27FC236}">
                <a16:creationId xmlns:a16="http://schemas.microsoft.com/office/drawing/2014/main" id="{B1D7220B-FE29-8D8D-C7C2-7715881B779B}"/>
              </a:ext>
            </a:extLst>
          </p:cNvPr>
          <p:cNvSpPr/>
          <p:nvPr/>
        </p:nvSpPr>
        <p:spPr>
          <a:xfrm>
            <a:off x="650207" y="5109883"/>
            <a:ext cx="291087" cy="1360784"/>
          </a:xfrm>
          <a:prstGeom prst="roundRect">
            <a:avLst>
              <a:gd name="adj" fmla="val 50000"/>
            </a:avLst>
          </a:prstGeom>
          <a:solidFill>
            <a:srgbClr val="BB30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34" name="文本框 33">
            <a:extLst>
              <a:ext uri="{FF2B5EF4-FFF2-40B4-BE49-F238E27FC236}">
                <a16:creationId xmlns:a16="http://schemas.microsoft.com/office/drawing/2014/main" id="{39C9346B-9D6D-9235-51A3-A1A484E825CA}"/>
              </a:ext>
            </a:extLst>
          </p:cNvPr>
          <p:cNvSpPr txBox="1"/>
          <p:nvPr/>
        </p:nvSpPr>
        <p:spPr>
          <a:xfrm>
            <a:off x="1079672" y="4618675"/>
            <a:ext cx="2844710" cy="1015663"/>
          </a:xfrm>
          <a:prstGeom prst="rect">
            <a:avLst/>
          </a:prstGeom>
          <a:noFill/>
        </p:spPr>
        <p:txBody>
          <a:bodyPr wrap="square" rtlCol="0">
            <a:spAutoFit/>
          </a:bodyPr>
          <a:lstStyle/>
          <a:p>
            <a:pPr algn="l"/>
            <a:r>
              <a:rPr kumimoji="1" lang="en-US" altLang="zh-CN" sz="6000" b="1" i="1" dirty="0">
                <a:solidFill>
                  <a:srgbClr val="1E344D"/>
                </a:solidFill>
                <a:latin typeface="Alibaba PuHuiTi Medium" pitchFamily="18" charset="-122"/>
                <a:ea typeface="Alibaba PuHuiTi Medium" pitchFamily="18" charset="-122"/>
                <a:cs typeface="Alibaba PuHuiTi Medium" pitchFamily="18" charset="-122"/>
              </a:rPr>
              <a:t>65</a:t>
            </a:r>
            <a:r>
              <a:rPr kumimoji="1" lang="en-US" altLang="zh-CN" sz="6000" i="1" dirty="0">
                <a:solidFill>
                  <a:srgbClr val="1E344D"/>
                </a:solidFill>
                <a:latin typeface="Alibaba PuHuiTi" pitchFamily="18" charset="-122"/>
                <a:ea typeface="Alibaba PuHuiTi" pitchFamily="18" charset="-122"/>
                <a:cs typeface="Alibaba PuHuiTi" pitchFamily="18" charset="-122"/>
              </a:rPr>
              <a:t>%</a:t>
            </a:r>
            <a:endParaRPr kumimoji="1" lang="zh-CN" altLang="en-US" sz="6000" i="1" dirty="0">
              <a:solidFill>
                <a:srgbClr val="1E344D"/>
              </a:solidFill>
              <a:latin typeface="Alibaba PuHuiTi" pitchFamily="18" charset="-122"/>
              <a:ea typeface="Alibaba PuHuiTi" pitchFamily="18" charset="-122"/>
              <a:cs typeface="Alibaba PuHuiTi" pitchFamily="18" charset="-122"/>
            </a:endParaRPr>
          </a:p>
        </p:txBody>
      </p:sp>
      <p:sp>
        <p:nvSpPr>
          <p:cNvPr id="35" name="文本框 34">
            <a:extLst>
              <a:ext uri="{FF2B5EF4-FFF2-40B4-BE49-F238E27FC236}">
                <a16:creationId xmlns:a16="http://schemas.microsoft.com/office/drawing/2014/main" id="{710BAA8C-47A5-DCE6-F595-5A66350B287C}"/>
              </a:ext>
            </a:extLst>
          </p:cNvPr>
          <p:cNvSpPr txBox="1"/>
          <p:nvPr/>
        </p:nvSpPr>
        <p:spPr>
          <a:xfrm>
            <a:off x="1162899" y="5552331"/>
            <a:ext cx="2143228" cy="830997"/>
          </a:xfrm>
          <a:prstGeom prst="rect">
            <a:avLst/>
          </a:prstGeom>
          <a:noFill/>
        </p:spPr>
        <p:txBody>
          <a:bodyPr wrap="square" rtlCol="0">
            <a:spAutoFit/>
          </a:bodyPr>
          <a:lstStyle/>
          <a:p>
            <a:r>
              <a:rPr kumimoji="1" lang="en" altLang="zh-CN" sz="1600" i="1"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i="1" dirty="0">
                <a:solidFill>
                  <a:srgbClr val="1E344D"/>
                </a:solidFill>
                <a:latin typeface="Alibaba PuHuiTi" pitchFamily="18" charset="-122"/>
                <a:ea typeface="Alibaba PuHuiTi" pitchFamily="18" charset="-122"/>
                <a:cs typeface="Alibaba PuHuiTi" pitchFamily="18" charset="-122"/>
              </a:rPr>
              <a:t>.</a:t>
            </a:r>
            <a:endParaRPr kumimoji="1" lang="zh-CN" altLang="en-US" sz="1600" i="1" dirty="0">
              <a:solidFill>
                <a:srgbClr val="1E344D"/>
              </a:solidFill>
              <a:latin typeface="Alibaba PuHuiTi" pitchFamily="18" charset="-122"/>
              <a:ea typeface="Alibaba PuHuiTi" pitchFamily="18" charset="-122"/>
              <a:cs typeface="Alibaba PuHuiTi" pitchFamily="18" charset="-122"/>
            </a:endParaRPr>
          </a:p>
        </p:txBody>
      </p:sp>
      <p:sp>
        <p:nvSpPr>
          <p:cNvPr id="36" name="圆角矩形 35">
            <a:extLst>
              <a:ext uri="{FF2B5EF4-FFF2-40B4-BE49-F238E27FC236}">
                <a16:creationId xmlns:a16="http://schemas.microsoft.com/office/drawing/2014/main" id="{06C743DB-1874-446D-3622-D89F24FC10CD}"/>
              </a:ext>
            </a:extLst>
          </p:cNvPr>
          <p:cNvSpPr/>
          <p:nvPr/>
        </p:nvSpPr>
        <p:spPr>
          <a:xfrm>
            <a:off x="3465773" y="4362958"/>
            <a:ext cx="374017" cy="2172864"/>
          </a:xfrm>
          <a:prstGeom prst="roundRect">
            <a:avLst>
              <a:gd name="adj" fmla="val 50000"/>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37" name="圆角矩形 36">
            <a:extLst>
              <a:ext uri="{FF2B5EF4-FFF2-40B4-BE49-F238E27FC236}">
                <a16:creationId xmlns:a16="http://schemas.microsoft.com/office/drawing/2014/main" id="{23C5767B-79FD-40FF-7B50-20EA17B5B2D2}"/>
              </a:ext>
            </a:extLst>
          </p:cNvPr>
          <p:cNvSpPr/>
          <p:nvPr/>
        </p:nvSpPr>
        <p:spPr>
          <a:xfrm>
            <a:off x="3498388" y="5775159"/>
            <a:ext cx="303592" cy="695508"/>
          </a:xfrm>
          <a:prstGeom prst="roundRect">
            <a:avLst>
              <a:gd name="adj" fmla="val 50000"/>
            </a:avLst>
          </a:prstGeom>
          <a:solidFill>
            <a:srgbClr val="BB30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38" name="文本框 37">
            <a:extLst>
              <a:ext uri="{FF2B5EF4-FFF2-40B4-BE49-F238E27FC236}">
                <a16:creationId xmlns:a16="http://schemas.microsoft.com/office/drawing/2014/main" id="{DA12C607-0B44-45A7-8192-EA1E0884F5DA}"/>
              </a:ext>
            </a:extLst>
          </p:cNvPr>
          <p:cNvSpPr txBox="1"/>
          <p:nvPr/>
        </p:nvSpPr>
        <p:spPr>
          <a:xfrm>
            <a:off x="3927852" y="4618675"/>
            <a:ext cx="2844710" cy="1015663"/>
          </a:xfrm>
          <a:prstGeom prst="rect">
            <a:avLst/>
          </a:prstGeom>
          <a:noFill/>
        </p:spPr>
        <p:txBody>
          <a:bodyPr wrap="square" rtlCol="0">
            <a:spAutoFit/>
          </a:bodyPr>
          <a:lstStyle/>
          <a:p>
            <a:pPr algn="l"/>
            <a:r>
              <a:rPr kumimoji="1" lang="en-US" altLang="zh-CN" sz="6000" b="1" i="1" dirty="0">
                <a:solidFill>
                  <a:srgbClr val="1E344D"/>
                </a:solidFill>
                <a:latin typeface="Alibaba PuHuiTi Medium" pitchFamily="18" charset="-122"/>
                <a:ea typeface="Alibaba PuHuiTi Medium" pitchFamily="18" charset="-122"/>
                <a:cs typeface="Alibaba PuHuiTi Medium" pitchFamily="18" charset="-122"/>
              </a:rPr>
              <a:t>30</a:t>
            </a:r>
            <a:r>
              <a:rPr kumimoji="1" lang="en-US" altLang="zh-CN" sz="6000" i="1" dirty="0">
                <a:solidFill>
                  <a:srgbClr val="1E344D"/>
                </a:solidFill>
                <a:latin typeface="Alibaba PuHuiTi" pitchFamily="18" charset="-122"/>
                <a:ea typeface="Alibaba PuHuiTi" pitchFamily="18" charset="-122"/>
                <a:cs typeface="Alibaba PuHuiTi" pitchFamily="18" charset="-122"/>
              </a:rPr>
              <a:t>%</a:t>
            </a:r>
            <a:endParaRPr kumimoji="1" lang="zh-CN" altLang="en-US" sz="6000" i="1" dirty="0">
              <a:solidFill>
                <a:srgbClr val="1E344D"/>
              </a:solidFill>
              <a:latin typeface="Alibaba PuHuiTi" pitchFamily="18" charset="-122"/>
              <a:ea typeface="Alibaba PuHuiTi" pitchFamily="18" charset="-122"/>
              <a:cs typeface="Alibaba PuHuiTi" pitchFamily="18" charset="-122"/>
            </a:endParaRPr>
          </a:p>
        </p:txBody>
      </p:sp>
      <p:sp>
        <p:nvSpPr>
          <p:cNvPr id="39" name="文本框 38">
            <a:extLst>
              <a:ext uri="{FF2B5EF4-FFF2-40B4-BE49-F238E27FC236}">
                <a16:creationId xmlns:a16="http://schemas.microsoft.com/office/drawing/2014/main" id="{74765148-100E-856F-A62C-A08D45A7F161}"/>
              </a:ext>
            </a:extLst>
          </p:cNvPr>
          <p:cNvSpPr txBox="1"/>
          <p:nvPr/>
        </p:nvSpPr>
        <p:spPr>
          <a:xfrm>
            <a:off x="4011079" y="5552331"/>
            <a:ext cx="2143228" cy="830997"/>
          </a:xfrm>
          <a:prstGeom prst="rect">
            <a:avLst/>
          </a:prstGeom>
          <a:noFill/>
        </p:spPr>
        <p:txBody>
          <a:bodyPr wrap="square" rtlCol="0">
            <a:spAutoFit/>
          </a:bodyPr>
          <a:lstStyle/>
          <a:p>
            <a:r>
              <a:rPr kumimoji="1" lang="en" altLang="zh-CN" sz="1600" i="1"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i="1" dirty="0">
                <a:solidFill>
                  <a:srgbClr val="1E344D"/>
                </a:solidFill>
                <a:latin typeface="Alibaba PuHuiTi" pitchFamily="18" charset="-122"/>
                <a:ea typeface="Alibaba PuHuiTi" pitchFamily="18" charset="-122"/>
                <a:cs typeface="Alibaba PuHuiTi" pitchFamily="18" charset="-122"/>
              </a:rPr>
              <a:t>.</a:t>
            </a:r>
            <a:endParaRPr kumimoji="1" lang="zh-CN" altLang="en-US" sz="1600" i="1" dirty="0">
              <a:solidFill>
                <a:srgbClr val="1E344D"/>
              </a:solidFill>
              <a:latin typeface="Alibaba PuHuiTi" pitchFamily="18" charset="-122"/>
              <a:ea typeface="Alibaba PuHuiTi" pitchFamily="18" charset="-122"/>
              <a:cs typeface="Alibaba PuHuiTi" pitchFamily="18" charset="-122"/>
            </a:endParaRPr>
          </a:p>
        </p:txBody>
      </p:sp>
      <p:sp>
        <p:nvSpPr>
          <p:cNvPr id="40" name="圆角矩形 39">
            <a:extLst>
              <a:ext uri="{FF2B5EF4-FFF2-40B4-BE49-F238E27FC236}">
                <a16:creationId xmlns:a16="http://schemas.microsoft.com/office/drawing/2014/main" id="{E2DA9646-2FC3-2D2D-401F-94E37BCDBA8B}"/>
              </a:ext>
            </a:extLst>
          </p:cNvPr>
          <p:cNvSpPr/>
          <p:nvPr/>
        </p:nvSpPr>
        <p:spPr>
          <a:xfrm>
            <a:off x="6175492" y="4362958"/>
            <a:ext cx="374017" cy="2172864"/>
          </a:xfrm>
          <a:prstGeom prst="roundRect">
            <a:avLst>
              <a:gd name="adj" fmla="val 50000"/>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41" name="圆角矩形 40">
            <a:extLst>
              <a:ext uri="{FF2B5EF4-FFF2-40B4-BE49-F238E27FC236}">
                <a16:creationId xmlns:a16="http://schemas.microsoft.com/office/drawing/2014/main" id="{D1BEFD04-D3FF-836A-51C6-0D9DE824A080}"/>
              </a:ext>
            </a:extLst>
          </p:cNvPr>
          <p:cNvSpPr/>
          <p:nvPr/>
        </p:nvSpPr>
        <p:spPr>
          <a:xfrm>
            <a:off x="6208107" y="4551679"/>
            <a:ext cx="294294" cy="1939307"/>
          </a:xfrm>
          <a:prstGeom prst="roundRect">
            <a:avLst>
              <a:gd name="adj" fmla="val 50000"/>
            </a:avLst>
          </a:prstGeom>
          <a:solidFill>
            <a:srgbClr val="BB30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42" name="文本框 41">
            <a:extLst>
              <a:ext uri="{FF2B5EF4-FFF2-40B4-BE49-F238E27FC236}">
                <a16:creationId xmlns:a16="http://schemas.microsoft.com/office/drawing/2014/main" id="{EB1109F2-7CD8-0871-21E1-A978D5C1DD04}"/>
              </a:ext>
            </a:extLst>
          </p:cNvPr>
          <p:cNvSpPr txBox="1"/>
          <p:nvPr/>
        </p:nvSpPr>
        <p:spPr>
          <a:xfrm>
            <a:off x="6637571" y="4618675"/>
            <a:ext cx="2844710" cy="1015663"/>
          </a:xfrm>
          <a:prstGeom prst="rect">
            <a:avLst/>
          </a:prstGeom>
          <a:noFill/>
        </p:spPr>
        <p:txBody>
          <a:bodyPr wrap="square" rtlCol="0">
            <a:spAutoFit/>
          </a:bodyPr>
          <a:lstStyle/>
          <a:p>
            <a:pPr algn="l"/>
            <a:r>
              <a:rPr kumimoji="1" lang="en-US" altLang="zh-CN" sz="6000" b="1" i="1" dirty="0">
                <a:solidFill>
                  <a:srgbClr val="1E344D"/>
                </a:solidFill>
                <a:latin typeface="Alibaba PuHuiTi Medium" pitchFamily="18" charset="-122"/>
                <a:ea typeface="Alibaba PuHuiTi Medium" pitchFamily="18" charset="-122"/>
                <a:cs typeface="Alibaba PuHuiTi Medium" pitchFamily="18" charset="-122"/>
              </a:rPr>
              <a:t>97</a:t>
            </a:r>
            <a:r>
              <a:rPr kumimoji="1" lang="en-US" altLang="zh-CN" sz="6000" i="1" dirty="0">
                <a:solidFill>
                  <a:srgbClr val="1E344D"/>
                </a:solidFill>
                <a:latin typeface="Alibaba PuHuiTi" pitchFamily="18" charset="-122"/>
                <a:ea typeface="Alibaba PuHuiTi" pitchFamily="18" charset="-122"/>
                <a:cs typeface="Alibaba PuHuiTi" pitchFamily="18" charset="-122"/>
              </a:rPr>
              <a:t>%</a:t>
            </a:r>
            <a:endParaRPr kumimoji="1" lang="zh-CN" altLang="en-US" sz="6000" i="1" dirty="0">
              <a:solidFill>
                <a:srgbClr val="1E344D"/>
              </a:solidFill>
              <a:latin typeface="Alibaba PuHuiTi" pitchFamily="18" charset="-122"/>
              <a:ea typeface="Alibaba PuHuiTi" pitchFamily="18" charset="-122"/>
              <a:cs typeface="Alibaba PuHuiTi" pitchFamily="18" charset="-122"/>
            </a:endParaRPr>
          </a:p>
        </p:txBody>
      </p:sp>
      <p:sp>
        <p:nvSpPr>
          <p:cNvPr id="43" name="文本框 42">
            <a:extLst>
              <a:ext uri="{FF2B5EF4-FFF2-40B4-BE49-F238E27FC236}">
                <a16:creationId xmlns:a16="http://schemas.microsoft.com/office/drawing/2014/main" id="{3533FA4D-3316-0FCB-6E95-EEAFB95D2573}"/>
              </a:ext>
            </a:extLst>
          </p:cNvPr>
          <p:cNvSpPr txBox="1"/>
          <p:nvPr/>
        </p:nvSpPr>
        <p:spPr>
          <a:xfrm>
            <a:off x="6720798" y="5552331"/>
            <a:ext cx="2143228" cy="830997"/>
          </a:xfrm>
          <a:prstGeom prst="rect">
            <a:avLst/>
          </a:prstGeom>
          <a:noFill/>
        </p:spPr>
        <p:txBody>
          <a:bodyPr wrap="square" rtlCol="0">
            <a:spAutoFit/>
          </a:bodyPr>
          <a:lstStyle/>
          <a:p>
            <a:r>
              <a:rPr kumimoji="1" lang="en" altLang="zh-CN" sz="1600" i="1"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i="1" dirty="0">
                <a:solidFill>
                  <a:srgbClr val="1E344D"/>
                </a:solidFill>
                <a:latin typeface="Alibaba PuHuiTi" pitchFamily="18" charset="-122"/>
                <a:ea typeface="Alibaba PuHuiTi" pitchFamily="18" charset="-122"/>
                <a:cs typeface="Alibaba PuHuiTi" pitchFamily="18" charset="-122"/>
              </a:rPr>
              <a:t>.</a:t>
            </a:r>
            <a:endParaRPr kumimoji="1" lang="zh-CN" altLang="en-US" sz="1600" i="1" dirty="0">
              <a:solidFill>
                <a:srgbClr val="1E344D"/>
              </a:solidFill>
              <a:latin typeface="Alibaba PuHuiTi" pitchFamily="18" charset="-122"/>
              <a:ea typeface="Alibaba PuHuiTi" pitchFamily="18" charset="-122"/>
              <a:cs typeface="Alibaba PuHuiTi" pitchFamily="18" charset="-122"/>
            </a:endParaRPr>
          </a:p>
        </p:txBody>
      </p:sp>
      <p:sp>
        <p:nvSpPr>
          <p:cNvPr id="44" name="圆角矩形 43">
            <a:extLst>
              <a:ext uri="{FF2B5EF4-FFF2-40B4-BE49-F238E27FC236}">
                <a16:creationId xmlns:a16="http://schemas.microsoft.com/office/drawing/2014/main" id="{2CAD66B0-8EFA-7662-00FC-DEFD48EA7587}"/>
              </a:ext>
            </a:extLst>
          </p:cNvPr>
          <p:cNvSpPr/>
          <p:nvPr/>
        </p:nvSpPr>
        <p:spPr>
          <a:xfrm>
            <a:off x="8885211" y="4362958"/>
            <a:ext cx="374017" cy="2172864"/>
          </a:xfrm>
          <a:prstGeom prst="roundRect">
            <a:avLst>
              <a:gd name="adj" fmla="val 50000"/>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45" name="圆角矩形 44">
            <a:extLst>
              <a:ext uri="{FF2B5EF4-FFF2-40B4-BE49-F238E27FC236}">
                <a16:creationId xmlns:a16="http://schemas.microsoft.com/office/drawing/2014/main" id="{5DCBCAA7-91B9-4C06-0711-56FDB8CDDF85}"/>
              </a:ext>
            </a:extLst>
          </p:cNvPr>
          <p:cNvSpPr/>
          <p:nvPr/>
        </p:nvSpPr>
        <p:spPr>
          <a:xfrm>
            <a:off x="8917826" y="5614738"/>
            <a:ext cx="306386" cy="855929"/>
          </a:xfrm>
          <a:prstGeom prst="roundRect">
            <a:avLst>
              <a:gd name="adj" fmla="val 50000"/>
            </a:avLst>
          </a:prstGeom>
          <a:solidFill>
            <a:srgbClr val="BB30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400">
              <a:solidFill>
                <a:srgbClr val="1E344D"/>
              </a:solidFill>
            </a:endParaRPr>
          </a:p>
        </p:txBody>
      </p:sp>
      <p:sp>
        <p:nvSpPr>
          <p:cNvPr id="46" name="文本框 45">
            <a:extLst>
              <a:ext uri="{FF2B5EF4-FFF2-40B4-BE49-F238E27FC236}">
                <a16:creationId xmlns:a16="http://schemas.microsoft.com/office/drawing/2014/main" id="{6B221FBA-4D61-01C5-F11B-F8630CCD760A}"/>
              </a:ext>
            </a:extLst>
          </p:cNvPr>
          <p:cNvSpPr txBox="1"/>
          <p:nvPr/>
        </p:nvSpPr>
        <p:spPr>
          <a:xfrm>
            <a:off x="9347290" y="4618675"/>
            <a:ext cx="2844710" cy="1015663"/>
          </a:xfrm>
          <a:prstGeom prst="rect">
            <a:avLst/>
          </a:prstGeom>
          <a:noFill/>
        </p:spPr>
        <p:txBody>
          <a:bodyPr wrap="square" rtlCol="0">
            <a:spAutoFit/>
          </a:bodyPr>
          <a:lstStyle/>
          <a:p>
            <a:pPr algn="l"/>
            <a:r>
              <a:rPr kumimoji="1" lang="en-US" altLang="zh-CN" sz="6000" b="1" i="1" dirty="0">
                <a:solidFill>
                  <a:srgbClr val="1E344D"/>
                </a:solidFill>
                <a:latin typeface="Alibaba PuHuiTi Medium" pitchFamily="18" charset="-122"/>
                <a:ea typeface="Alibaba PuHuiTi Medium" pitchFamily="18" charset="-122"/>
                <a:cs typeface="Alibaba PuHuiTi Medium" pitchFamily="18" charset="-122"/>
              </a:rPr>
              <a:t>41</a:t>
            </a:r>
            <a:r>
              <a:rPr kumimoji="1" lang="en-US" altLang="zh-CN" sz="6000" i="1" dirty="0">
                <a:solidFill>
                  <a:srgbClr val="1E344D"/>
                </a:solidFill>
                <a:latin typeface="Alibaba PuHuiTi" pitchFamily="18" charset="-122"/>
                <a:ea typeface="Alibaba PuHuiTi" pitchFamily="18" charset="-122"/>
                <a:cs typeface="Alibaba PuHuiTi" pitchFamily="18" charset="-122"/>
              </a:rPr>
              <a:t>%</a:t>
            </a:r>
            <a:endParaRPr kumimoji="1" lang="zh-CN" altLang="en-US" sz="6000" i="1" dirty="0">
              <a:solidFill>
                <a:srgbClr val="1E344D"/>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A608CEE2-880D-7810-546A-69C5D6300A39}"/>
              </a:ext>
            </a:extLst>
          </p:cNvPr>
          <p:cNvSpPr txBox="1"/>
          <p:nvPr/>
        </p:nvSpPr>
        <p:spPr>
          <a:xfrm>
            <a:off x="9430517" y="5552331"/>
            <a:ext cx="2143228" cy="830997"/>
          </a:xfrm>
          <a:prstGeom prst="rect">
            <a:avLst/>
          </a:prstGeom>
          <a:noFill/>
        </p:spPr>
        <p:txBody>
          <a:bodyPr wrap="square" rtlCol="0">
            <a:spAutoFit/>
          </a:bodyPr>
          <a:lstStyle/>
          <a:p>
            <a:r>
              <a:rPr kumimoji="1" lang="en" altLang="zh-CN" sz="1600" i="1"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i="1" dirty="0">
                <a:solidFill>
                  <a:srgbClr val="1E344D"/>
                </a:solidFill>
                <a:latin typeface="Alibaba PuHuiTi" pitchFamily="18" charset="-122"/>
                <a:ea typeface="Alibaba PuHuiTi" pitchFamily="18" charset="-122"/>
                <a:cs typeface="Alibaba PuHuiTi" pitchFamily="18" charset="-122"/>
              </a:rPr>
              <a:t>.</a:t>
            </a:r>
            <a:endParaRPr kumimoji="1" lang="zh-CN" altLang="en-US" sz="1600" i="1" dirty="0">
              <a:solidFill>
                <a:srgbClr val="1E344D"/>
              </a:solidFill>
              <a:latin typeface="Alibaba PuHuiTi" pitchFamily="18" charset="-122"/>
              <a:ea typeface="Alibaba PuHuiTi" pitchFamily="18" charset="-122"/>
              <a:cs typeface="Alibaba PuHuiTi" pitchFamily="18" charset="-122"/>
            </a:endParaRPr>
          </a:p>
        </p:txBody>
      </p:sp>
      <p:sp>
        <p:nvSpPr>
          <p:cNvPr id="48" name="椭圆 47">
            <a:extLst>
              <a:ext uri="{FF2B5EF4-FFF2-40B4-BE49-F238E27FC236}">
                <a16:creationId xmlns:a16="http://schemas.microsoft.com/office/drawing/2014/main" id="{FC4BD192-FB81-75C1-7E8B-B7F6C25EE7C5}"/>
              </a:ext>
            </a:extLst>
          </p:cNvPr>
          <p:cNvSpPr/>
          <p:nvPr/>
        </p:nvSpPr>
        <p:spPr>
          <a:xfrm>
            <a:off x="10130649" y="1460728"/>
            <a:ext cx="216076" cy="216076"/>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 name="文本框 48">
            <a:extLst>
              <a:ext uri="{FF2B5EF4-FFF2-40B4-BE49-F238E27FC236}">
                <a16:creationId xmlns:a16="http://schemas.microsoft.com/office/drawing/2014/main" id="{1A087945-628B-C1CA-488B-DF3BABF7402D}"/>
              </a:ext>
            </a:extLst>
          </p:cNvPr>
          <p:cNvSpPr txBox="1"/>
          <p:nvPr/>
        </p:nvSpPr>
        <p:spPr>
          <a:xfrm>
            <a:off x="491836" y="3585389"/>
            <a:ext cx="7737764" cy="523220"/>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265438721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图表 3">
            <a:extLst>
              <a:ext uri="{FF2B5EF4-FFF2-40B4-BE49-F238E27FC236}">
                <a16:creationId xmlns:a16="http://schemas.microsoft.com/office/drawing/2014/main" id="{8B7E7046-02AD-4BED-B188-679E0C9D3813}"/>
              </a:ext>
            </a:extLst>
          </p:cNvPr>
          <p:cNvGraphicFramePr/>
          <p:nvPr/>
        </p:nvGraphicFramePr>
        <p:xfrm>
          <a:off x="699477" y="480645"/>
          <a:ext cx="9893300" cy="67183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图表 2">
            <a:extLst>
              <a:ext uri="{FF2B5EF4-FFF2-40B4-BE49-F238E27FC236}">
                <a16:creationId xmlns:a16="http://schemas.microsoft.com/office/drawing/2014/main" id="{0B18E098-0E5D-8B75-9A7D-E3D0CFF0E336}"/>
              </a:ext>
            </a:extLst>
          </p:cNvPr>
          <p:cNvGraphicFramePr/>
          <p:nvPr/>
        </p:nvGraphicFramePr>
        <p:xfrm>
          <a:off x="255114" y="962967"/>
          <a:ext cx="11697399" cy="5689925"/>
        </p:xfrm>
        <a:graphic>
          <a:graphicData uri="http://schemas.openxmlformats.org/drawingml/2006/chart">
            <c:chart xmlns:c="http://schemas.openxmlformats.org/drawingml/2006/chart" xmlns:r="http://schemas.openxmlformats.org/officeDocument/2006/relationships" r:id="rId4"/>
          </a:graphicData>
        </a:graphic>
      </p:graphicFrame>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椭圆 4">
            <a:extLst>
              <a:ext uri="{FF2B5EF4-FFF2-40B4-BE49-F238E27FC236}">
                <a16:creationId xmlns:a16="http://schemas.microsoft.com/office/drawing/2014/main" id="{ACA36B60-B669-5B9F-5C11-6BEED88693D7}"/>
              </a:ext>
            </a:extLst>
          </p:cNvPr>
          <p:cNvSpPr/>
          <p:nvPr/>
        </p:nvSpPr>
        <p:spPr>
          <a:xfrm>
            <a:off x="3868615" y="2649416"/>
            <a:ext cx="2227383" cy="2227383"/>
          </a:xfrm>
          <a:prstGeom prst="ellipse">
            <a:avLst/>
          </a:prstGeom>
          <a:solidFill>
            <a:srgbClr val="BB3023"/>
          </a:solidFill>
          <a:ln w="349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a:extLst>
              <a:ext uri="{FF2B5EF4-FFF2-40B4-BE49-F238E27FC236}">
                <a16:creationId xmlns:a16="http://schemas.microsoft.com/office/drawing/2014/main" id="{6CD8A0B2-0E7A-441F-52BC-21DC1D5E0126}"/>
              </a:ext>
            </a:extLst>
          </p:cNvPr>
          <p:cNvSpPr txBox="1"/>
          <p:nvPr/>
        </p:nvSpPr>
        <p:spPr>
          <a:xfrm>
            <a:off x="4174608" y="2983404"/>
            <a:ext cx="1708422" cy="261610"/>
          </a:xfrm>
          <a:prstGeom prst="rect">
            <a:avLst/>
          </a:prstGeom>
          <a:noFill/>
        </p:spPr>
        <p:txBody>
          <a:bodyPr wrap="square" rtlCol="0">
            <a:spAutoFit/>
          </a:bodyPr>
          <a:lstStyle/>
          <a:p>
            <a:pPr algn="l"/>
            <a:r>
              <a:rPr kumimoji="1" lang="en" altLang="zh-CN" sz="11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0EC61D46-DA68-6DC5-78A1-6D26265F0228}"/>
              </a:ext>
            </a:extLst>
          </p:cNvPr>
          <p:cNvSpPr txBox="1"/>
          <p:nvPr/>
        </p:nvSpPr>
        <p:spPr>
          <a:xfrm>
            <a:off x="4058299" y="3229248"/>
            <a:ext cx="1821801" cy="600164"/>
          </a:xfrm>
          <a:prstGeom prst="rect">
            <a:avLst/>
          </a:prstGeom>
          <a:noFill/>
        </p:spPr>
        <p:txBody>
          <a:bodyPr wrap="square" rtlCol="0">
            <a:spAutoFit/>
          </a:bodyPr>
          <a:lstStyle/>
          <a:p>
            <a:pPr algn="ctr"/>
            <a:r>
              <a:rPr kumimoji="1" lang="en" altLang="zh-CN" sz="11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solidFill>
                  <a:schemeClr val="bg1"/>
                </a:solidFill>
                <a:latin typeface="Alibaba PuHuiTi" pitchFamily="18" charset="-122"/>
                <a:ea typeface="Alibaba PuHuiTi" pitchFamily="18" charset="-122"/>
                <a:cs typeface="Alibaba PuHuiTi" pitchFamily="18" charset="-122"/>
              </a:rPr>
              <a:t>.</a:t>
            </a:r>
            <a:endParaRPr kumimoji="1" lang="zh-CN" altLang="en-US" sz="1100" dirty="0">
              <a:solidFill>
                <a:schemeClr val="bg1"/>
              </a:solidFill>
              <a:latin typeface="Alibaba PuHuiTi" pitchFamily="18" charset="-122"/>
              <a:ea typeface="Alibaba PuHuiTi" pitchFamily="18" charset="-122"/>
              <a:cs typeface="Alibaba PuHuiTi" pitchFamily="18" charset="-122"/>
            </a:endParaRPr>
          </a:p>
        </p:txBody>
      </p:sp>
      <p:sp>
        <p:nvSpPr>
          <p:cNvPr id="9" name="文本框 8">
            <a:extLst>
              <a:ext uri="{FF2B5EF4-FFF2-40B4-BE49-F238E27FC236}">
                <a16:creationId xmlns:a16="http://schemas.microsoft.com/office/drawing/2014/main" id="{50688D11-C0B3-1DAE-0EBF-0311EF4738EF}"/>
              </a:ext>
            </a:extLst>
          </p:cNvPr>
          <p:cNvSpPr txBox="1"/>
          <p:nvPr/>
        </p:nvSpPr>
        <p:spPr>
          <a:xfrm>
            <a:off x="4174608" y="3797548"/>
            <a:ext cx="1708422" cy="261610"/>
          </a:xfrm>
          <a:prstGeom prst="rect">
            <a:avLst/>
          </a:prstGeom>
          <a:noFill/>
        </p:spPr>
        <p:txBody>
          <a:bodyPr wrap="square" rtlCol="0">
            <a:spAutoFit/>
          </a:bodyPr>
          <a:lstStyle/>
          <a:p>
            <a:pPr algn="l"/>
            <a:r>
              <a:rPr kumimoji="1" lang="en" altLang="zh-CN" sz="11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96B4AA3D-B7A3-CAF5-6E4C-B522D1DAB3F6}"/>
              </a:ext>
            </a:extLst>
          </p:cNvPr>
          <p:cNvSpPr txBox="1"/>
          <p:nvPr/>
        </p:nvSpPr>
        <p:spPr>
          <a:xfrm>
            <a:off x="4058299" y="4038972"/>
            <a:ext cx="1821801" cy="600164"/>
          </a:xfrm>
          <a:prstGeom prst="rect">
            <a:avLst/>
          </a:prstGeom>
          <a:noFill/>
        </p:spPr>
        <p:txBody>
          <a:bodyPr wrap="square" rtlCol="0">
            <a:spAutoFit/>
          </a:bodyPr>
          <a:lstStyle/>
          <a:p>
            <a:pPr algn="ctr"/>
            <a:r>
              <a:rPr kumimoji="1" lang="en" altLang="zh-CN" sz="11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solidFill>
                  <a:schemeClr val="bg1"/>
                </a:solidFill>
                <a:latin typeface="Alibaba PuHuiTi" pitchFamily="18" charset="-122"/>
                <a:ea typeface="Alibaba PuHuiTi" pitchFamily="18" charset="-122"/>
                <a:cs typeface="Alibaba PuHuiTi" pitchFamily="18" charset="-122"/>
              </a:rPr>
              <a:t>.</a:t>
            </a:r>
            <a:endParaRPr kumimoji="1" lang="zh-CN" altLang="en-US" sz="1100" dirty="0">
              <a:solidFill>
                <a:schemeClr val="bg1"/>
              </a:solidFill>
              <a:latin typeface="Alibaba PuHuiTi" pitchFamily="18" charset="-122"/>
              <a:ea typeface="Alibaba PuHuiTi" pitchFamily="18" charset="-122"/>
              <a:cs typeface="Alibaba PuHuiTi" pitchFamily="18" charset="-122"/>
            </a:endParaRPr>
          </a:p>
        </p:txBody>
      </p:sp>
      <p:sp>
        <p:nvSpPr>
          <p:cNvPr id="13" name="文本框 12">
            <a:extLst>
              <a:ext uri="{FF2B5EF4-FFF2-40B4-BE49-F238E27FC236}">
                <a16:creationId xmlns:a16="http://schemas.microsoft.com/office/drawing/2014/main" id="{F9211FC8-0359-FB20-1E72-BD999FDBF25F}"/>
              </a:ext>
            </a:extLst>
          </p:cNvPr>
          <p:cNvSpPr txBox="1"/>
          <p:nvPr/>
        </p:nvSpPr>
        <p:spPr>
          <a:xfrm>
            <a:off x="1741364" y="2209056"/>
            <a:ext cx="824036" cy="400110"/>
          </a:xfrm>
          <a:prstGeom prst="rect">
            <a:avLst/>
          </a:prstGeom>
          <a:noFill/>
        </p:spPr>
        <p:txBody>
          <a:bodyPr wrap="square" rtlCol="0">
            <a:spAutoFit/>
          </a:bodyPr>
          <a:lstStyle/>
          <a:p>
            <a:pPr algn="l"/>
            <a:r>
              <a:rPr kumimoji="1" lang="en-US" altLang="zh-CN" sz="2000" b="1" dirty="0">
                <a:solidFill>
                  <a:srgbClr val="BB3023"/>
                </a:solidFill>
                <a:latin typeface="Alibaba PuHuiTi Medium" pitchFamily="18" charset="-122"/>
                <a:ea typeface="Alibaba PuHuiTi Medium" pitchFamily="18" charset="-122"/>
                <a:cs typeface="Alibaba PuHuiTi Medium" pitchFamily="18" charset="-122"/>
              </a:rPr>
              <a:t>46%</a:t>
            </a:r>
            <a:endParaRPr kumimoji="1" lang="zh-CN" altLang="en-US" sz="2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DE32855A-3D94-4227-DF0C-A2B908411C41}"/>
              </a:ext>
            </a:extLst>
          </p:cNvPr>
          <p:cNvSpPr txBox="1"/>
          <p:nvPr/>
        </p:nvSpPr>
        <p:spPr>
          <a:xfrm>
            <a:off x="1155155" y="2569200"/>
            <a:ext cx="1821801" cy="600164"/>
          </a:xfrm>
          <a:prstGeom prst="rect">
            <a:avLst/>
          </a:prstGeom>
          <a:noFill/>
        </p:spPr>
        <p:txBody>
          <a:bodyPr wrap="square" rtlCol="0">
            <a:spAutoFit/>
          </a:bodyPr>
          <a:lstStyle/>
          <a:p>
            <a:pPr algn="ctr"/>
            <a:r>
              <a:rPr kumimoji="1" lang="en" altLang="zh-CN" sz="11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solidFill>
                  <a:srgbClr val="BB3023"/>
                </a:solidFill>
                <a:latin typeface="Alibaba PuHuiTi" pitchFamily="18" charset="-122"/>
                <a:ea typeface="Alibaba PuHuiTi" pitchFamily="18" charset="-122"/>
                <a:cs typeface="Alibaba PuHuiTi" pitchFamily="18" charset="-122"/>
              </a:rPr>
              <a:t>.</a:t>
            </a:r>
            <a:endParaRPr kumimoji="1" lang="zh-CN" altLang="en-US" sz="1100" dirty="0">
              <a:solidFill>
                <a:srgbClr val="BB3023"/>
              </a:solidFill>
              <a:latin typeface="Alibaba PuHuiTi" pitchFamily="18" charset="-122"/>
              <a:ea typeface="Alibaba PuHuiTi" pitchFamily="18" charset="-122"/>
              <a:cs typeface="Alibaba PuHuiTi" pitchFamily="18" charset="-122"/>
            </a:endParaRPr>
          </a:p>
        </p:txBody>
      </p:sp>
      <p:sp>
        <p:nvSpPr>
          <p:cNvPr id="16" name="文本框 15">
            <a:extLst>
              <a:ext uri="{FF2B5EF4-FFF2-40B4-BE49-F238E27FC236}">
                <a16:creationId xmlns:a16="http://schemas.microsoft.com/office/drawing/2014/main" id="{730532DE-6A0B-222B-AB76-85BC24AF2483}"/>
              </a:ext>
            </a:extLst>
          </p:cNvPr>
          <p:cNvSpPr txBox="1"/>
          <p:nvPr/>
        </p:nvSpPr>
        <p:spPr>
          <a:xfrm>
            <a:off x="7879556" y="1908696"/>
            <a:ext cx="1821801" cy="600164"/>
          </a:xfrm>
          <a:prstGeom prst="rect">
            <a:avLst/>
          </a:prstGeom>
          <a:noFill/>
        </p:spPr>
        <p:txBody>
          <a:bodyPr wrap="square" rtlCol="0">
            <a:spAutoFit/>
          </a:bodyPr>
          <a:lstStyle/>
          <a:p>
            <a:pPr algn="ctr"/>
            <a:r>
              <a:rPr kumimoji="1" lang="en" altLang="zh-CN" sz="1100" dirty="0">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latin typeface="Alibaba PuHuiTi" pitchFamily="18" charset="-122"/>
                <a:ea typeface="Alibaba PuHuiTi" pitchFamily="18" charset="-122"/>
                <a:cs typeface="Alibaba PuHuiTi" pitchFamily="18" charset="-122"/>
              </a:rPr>
              <a:t>.</a:t>
            </a:r>
            <a:endParaRPr kumimoji="1" lang="zh-CN" altLang="en-US" sz="1100" dirty="0">
              <a:latin typeface="Alibaba PuHuiTi" pitchFamily="18" charset="-122"/>
              <a:ea typeface="Alibaba PuHuiTi" pitchFamily="18" charset="-122"/>
              <a:cs typeface="Alibaba PuHuiTi" pitchFamily="18" charset="-122"/>
            </a:endParaRPr>
          </a:p>
        </p:txBody>
      </p:sp>
      <p:sp>
        <p:nvSpPr>
          <p:cNvPr id="17" name="文本框 16">
            <a:extLst>
              <a:ext uri="{FF2B5EF4-FFF2-40B4-BE49-F238E27FC236}">
                <a16:creationId xmlns:a16="http://schemas.microsoft.com/office/drawing/2014/main" id="{D206BF34-4C33-32A1-AAE6-74A658E2968F}"/>
              </a:ext>
            </a:extLst>
          </p:cNvPr>
          <p:cNvSpPr txBox="1"/>
          <p:nvPr/>
        </p:nvSpPr>
        <p:spPr>
          <a:xfrm>
            <a:off x="8349332" y="1556792"/>
            <a:ext cx="824036" cy="400110"/>
          </a:xfrm>
          <a:prstGeom prst="rect">
            <a:avLst/>
          </a:prstGeom>
          <a:noFill/>
        </p:spPr>
        <p:txBody>
          <a:bodyPr wrap="square" rtlCol="0">
            <a:spAutoFit/>
          </a:bodyPr>
          <a:lstStyle/>
          <a:p>
            <a:pPr algn="l"/>
            <a:r>
              <a:rPr kumimoji="1" lang="en-US" altLang="zh-CN" sz="2000" b="1" dirty="0">
                <a:solidFill>
                  <a:srgbClr val="1E344D"/>
                </a:solidFill>
                <a:latin typeface="Alibaba PuHuiTi Medium" pitchFamily="18" charset="-122"/>
                <a:ea typeface="Alibaba PuHuiTi Medium" pitchFamily="18" charset="-122"/>
                <a:cs typeface="Alibaba PuHuiTi Medium" pitchFamily="18" charset="-122"/>
              </a:rPr>
              <a:t>8%</a:t>
            </a:r>
            <a:endParaRPr kumimoji="1" lang="zh-CN" altLang="en-US" sz="2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E2854EE3-5B98-641D-D53F-A4B9D33C06B8}"/>
              </a:ext>
            </a:extLst>
          </p:cNvPr>
          <p:cNvSpPr txBox="1"/>
          <p:nvPr/>
        </p:nvSpPr>
        <p:spPr>
          <a:xfrm>
            <a:off x="1608726" y="3537599"/>
            <a:ext cx="824036" cy="400110"/>
          </a:xfrm>
          <a:prstGeom prst="rect">
            <a:avLst/>
          </a:prstGeom>
          <a:noFill/>
        </p:spPr>
        <p:txBody>
          <a:bodyPr wrap="square" rtlCol="0">
            <a:spAutoFit/>
          </a:bodyPr>
          <a:lstStyle/>
          <a:p>
            <a:pPr algn="l"/>
            <a:r>
              <a:rPr kumimoji="1" lang="en-US" altLang="zh-CN" sz="2000" b="1" dirty="0">
                <a:solidFill>
                  <a:srgbClr val="BB3023"/>
                </a:solidFill>
                <a:latin typeface="Alibaba PuHuiTi Medium" pitchFamily="18" charset="-122"/>
                <a:ea typeface="Alibaba PuHuiTi Medium" pitchFamily="18" charset="-122"/>
                <a:cs typeface="Alibaba PuHuiTi Medium" pitchFamily="18" charset="-122"/>
              </a:rPr>
              <a:t>34%</a:t>
            </a:r>
            <a:endParaRPr kumimoji="1" lang="zh-CN" altLang="en-US" sz="2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72303BAE-BB1D-B64F-9FF3-549F482CB1F4}"/>
              </a:ext>
            </a:extLst>
          </p:cNvPr>
          <p:cNvSpPr txBox="1"/>
          <p:nvPr/>
        </p:nvSpPr>
        <p:spPr>
          <a:xfrm>
            <a:off x="1022517" y="3897743"/>
            <a:ext cx="1821801" cy="600164"/>
          </a:xfrm>
          <a:prstGeom prst="rect">
            <a:avLst/>
          </a:prstGeom>
          <a:noFill/>
        </p:spPr>
        <p:txBody>
          <a:bodyPr wrap="square" rtlCol="0">
            <a:spAutoFit/>
          </a:bodyPr>
          <a:lstStyle/>
          <a:p>
            <a:pPr algn="ctr"/>
            <a:r>
              <a:rPr kumimoji="1" lang="en" altLang="zh-CN" sz="11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solidFill>
                  <a:srgbClr val="BB3023"/>
                </a:solidFill>
                <a:latin typeface="Alibaba PuHuiTi" pitchFamily="18" charset="-122"/>
                <a:ea typeface="Alibaba PuHuiTi" pitchFamily="18" charset="-122"/>
                <a:cs typeface="Alibaba PuHuiTi" pitchFamily="18" charset="-122"/>
              </a:rPr>
              <a:t>.</a:t>
            </a:r>
            <a:endParaRPr kumimoji="1" lang="zh-CN" altLang="en-US" sz="1100" dirty="0">
              <a:solidFill>
                <a:srgbClr val="BB3023"/>
              </a:solidFill>
              <a:latin typeface="Alibaba PuHuiTi" pitchFamily="18" charset="-122"/>
              <a:ea typeface="Alibaba PuHuiTi" pitchFamily="18" charset="-122"/>
              <a:cs typeface="Alibaba PuHuiTi" pitchFamily="18" charset="-122"/>
            </a:endParaRPr>
          </a:p>
        </p:txBody>
      </p:sp>
      <p:sp>
        <p:nvSpPr>
          <p:cNvPr id="20" name="文本框 19">
            <a:extLst>
              <a:ext uri="{FF2B5EF4-FFF2-40B4-BE49-F238E27FC236}">
                <a16:creationId xmlns:a16="http://schemas.microsoft.com/office/drawing/2014/main" id="{1F8A750F-1788-AE7F-0122-42BAA71FF166}"/>
              </a:ext>
            </a:extLst>
          </p:cNvPr>
          <p:cNvSpPr txBox="1"/>
          <p:nvPr/>
        </p:nvSpPr>
        <p:spPr>
          <a:xfrm>
            <a:off x="8610118" y="3038979"/>
            <a:ext cx="1821801" cy="600164"/>
          </a:xfrm>
          <a:prstGeom prst="rect">
            <a:avLst/>
          </a:prstGeom>
          <a:noFill/>
        </p:spPr>
        <p:txBody>
          <a:bodyPr wrap="square" rtlCol="0">
            <a:spAutoFit/>
          </a:bodyPr>
          <a:lstStyle/>
          <a:p>
            <a:pPr algn="ctr"/>
            <a:r>
              <a:rPr kumimoji="1" lang="en" altLang="zh-CN" sz="1100" dirty="0">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latin typeface="Alibaba PuHuiTi" pitchFamily="18" charset="-122"/>
                <a:ea typeface="Alibaba PuHuiTi" pitchFamily="18" charset="-122"/>
                <a:cs typeface="Alibaba PuHuiTi" pitchFamily="18" charset="-122"/>
              </a:rPr>
              <a:t>.</a:t>
            </a:r>
            <a:endParaRPr kumimoji="1" lang="zh-CN" altLang="en-US" sz="1100" dirty="0">
              <a:latin typeface="Alibaba PuHuiTi" pitchFamily="18" charset="-122"/>
              <a:ea typeface="Alibaba PuHuiTi" pitchFamily="18" charset="-122"/>
              <a:cs typeface="Alibaba PuHuiTi" pitchFamily="18" charset="-122"/>
            </a:endParaRPr>
          </a:p>
        </p:txBody>
      </p:sp>
      <p:sp>
        <p:nvSpPr>
          <p:cNvPr id="21" name="文本框 20">
            <a:extLst>
              <a:ext uri="{FF2B5EF4-FFF2-40B4-BE49-F238E27FC236}">
                <a16:creationId xmlns:a16="http://schemas.microsoft.com/office/drawing/2014/main" id="{DAFE9106-B80E-4689-B514-800813E27AE0}"/>
              </a:ext>
            </a:extLst>
          </p:cNvPr>
          <p:cNvSpPr txBox="1"/>
          <p:nvPr/>
        </p:nvSpPr>
        <p:spPr>
          <a:xfrm>
            <a:off x="9079894" y="2687075"/>
            <a:ext cx="824036" cy="400110"/>
          </a:xfrm>
          <a:prstGeom prst="rect">
            <a:avLst/>
          </a:prstGeom>
          <a:noFill/>
        </p:spPr>
        <p:txBody>
          <a:bodyPr wrap="square" rtlCol="0">
            <a:spAutoFit/>
          </a:bodyPr>
          <a:lstStyle/>
          <a:p>
            <a:pPr algn="l"/>
            <a:r>
              <a:rPr kumimoji="1" lang="en-US" altLang="zh-CN" sz="2000" b="1" dirty="0">
                <a:solidFill>
                  <a:srgbClr val="1E344D"/>
                </a:solidFill>
                <a:latin typeface="Alibaba PuHuiTi Medium" pitchFamily="18" charset="-122"/>
                <a:ea typeface="Alibaba PuHuiTi Medium" pitchFamily="18" charset="-122"/>
                <a:cs typeface="Alibaba PuHuiTi Medium" pitchFamily="18" charset="-122"/>
              </a:rPr>
              <a:t>22%</a:t>
            </a:r>
            <a:endParaRPr kumimoji="1" lang="zh-CN" altLang="en-US" sz="2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6" name="文本框 35">
            <a:extLst>
              <a:ext uri="{FF2B5EF4-FFF2-40B4-BE49-F238E27FC236}">
                <a16:creationId xmlns:a16="http://schemas.microsoft.com/office/drawing/2014/main" id="{E832107F-27ED-4D1B-079B-2C1FCE316805}"/>
              </a:ext>
            </a:extLst>
          </p:cNvPr>
          <p:cNvSpPr txBox="1"/>
          <p:nvPr/>
        </p:nvSpPr>
        <p:spPr>
          <a:xfrm>
            <a:off x="6293539" y="4662240"/>
            <a:ext cx="1006671" cy="430887"/>
          </a:xfrm>
          <a:prstGeom prst="rect">
            <a:avLst/>
          </a:prstGeom>
          <a:noFill/>
        </p:spPr>
        <p:txBody>
          <a:bodyPr wrap="square" rtlCol="0">
            <a:spAutoFit/>
          </a:bodyPr>
          <a:lstStyle/>
          <a:p>
            <a:pPr algn="l"/>
            <a:r>
              <a:rPr kumimoji="1" lang="en" altLang="zh-CN" sz="1100" b="1" dirty="0">
                <a:solidFill>
                  <a:srgbClr val="1E344D"/>
                </a:solidFill>
                <a:latin typeface="Alibaba PuHuiTi Medium" pitchFamily="18" charset="-122"/>
                <a:ea typeface="Alibaba PuHuiTi Medium" pitchFamily="18" charset="-122"/>
                <a:cs typeface="Alibaba PuHuiTi Medium" pitchFamily="18" charset="-122"/>
              </a:rPr>
              <a:t>Important </a:t>
            </a:r>
          </a:p>
          <a:p>
            <a:pPr algn="l"/>
            <a:r>
              <a:rPr kumimoji="1" lang="en" altLang="zh-CN" sz="1100" b="1"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1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7" name="文本框 36">
            <a:extLst>
              <a:ext uri="{FF2B5EF4-FFF2-40B4-BE49-F238E27FC236}">
                <a16:creationId xmlns:a16="http://schemas.microsoft.com/office/drawing/2014/main" id="{E4DB7CAD-4EDA-5D30-8B8F-F8C122C05F01}"/>
              </a:ext>
            </a:extLst>
          </p:cNvPr>
          <p:cNvSpPr txBox="1"/>
          <p:nvPr/>
        </p:nvSpPr>
        <p:spPr>
          <a:xfrm>
            <a:off x="5186658" y="5313255"/>
            <a:ext cx="989290" cy="430887"/>
          </a:xfrm>
          <a:prstGeom prst="rect">
            <a:avLst/>
          </a:prstGeom>
          <a:noFill/>
        </p:spPr>
        <p:txBody>
          <a:bodyPr wrap="square" rtlCol="0">
            <a:spAutoFit/>
          </a:bodyPr>
          <a:lstStyle/>
          <a:p>
            <a:pPr algn="l"/>
            <a:r>
              <a:rPr kumimoji="1" lang="en" altLang="zh-CN" sz="1100" b="1" dirty="0">
                <a:solidFill>
                  <a:srgbClr val="1E344D"/>
                </a:solidFill>
                <a:latin typeface="Alibaba PuHuiTi Medium" pitchFamily="18" charset="-122"/>
                <a:ea typeface="Alibaba PuHuiTi Medium" pitchFamily="18" charset="-122"/>
                <a:cs typeface="Alibaba PuHuiTi Medium" pitchFamily="18" charset="-122"/>
              </a:rPr>
              <a:t>Important</a:t>
            </a:r>
          </a:p>
          <a:p>
            <a:pPr algn="l"/>
            <a:r>
              <a:rPr kumimoji="1" lang="en" altLang="zh-CN" sz="1100" b="1" dirty="0">
                <a:solidFill>
                  <a:srgbClr val="1E344D"/>
                </a:solidFill>
                <a:latin typeface="Alibaba PuHuiTi Medium" pitchFamily="18" charset="-122"/>
                <a:ea typeface="Alibaba PuHuiTi Medium" pitchFamily="18" charset="-122"/>
                <a:cs typeface="Alibaba PuHuiTi Medium" pitchFamily="18" charset="-122"/>
              </a:rPr>
              <a:t> Headlines</a:t>
            </a:r>
            <a:endParaRPr kumimoji="1" lang="zh-CN" altLang="en-US" sz="11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4410B269-AD3D-9DC9-97C2-94B23E33621A}"/>
              </a:ext>
            </a:extLst>
          </p:cNvPr>
          <p:cNvSpPr txBox="1"/>
          <p:nvPr/>
        </p:nvSpPr>
        <p:spPr>
          <a:xfrm>
            <a:off x="5879976" y="2276872"/>
            <a:ext cx="1006671" cy="430887"/>
          </a:xfrm>
          <a:prstGeom prst="rect">
            <a:avLst/>
          </a:prstGeom>
          <a:noFill/>
        </p:spPr>
        <p:txBody>
          <a:bodyPr wrap="square" rtlCol="0">
            <a:spAutoFit/>
          </a:bodyPr>
          <a:lstStyle/>
          <a:p>
            <a:pPr algn="l"/>
            <a:r>
              <a:rPr kumimoji="1" lang="en" altLang="zh-CN" sz="1100" b="1" dirty="0">
                <a:solidFill>
                  <a:srgbClr val="1E344D"/>
                </a:solidFill>
                <a:latin typeface="Alibaba PuHuiTi Medium" pitchFamily="18" charset="-122"/>
                <a:ea typeface="Alibaba PuHuiTi Medium" pitchFamily="18" charset="-122"/>
                <a:cs typeface="Alibaba PuHuiTi Medium" pitchFamily="18" charset="-122"/>
              </a:rPr>
              <a:t>Important </a:t>
            </a:r>
          </a:p>
          <a:p>
            <a:pPr algn="l"/>
            <a:r>
              <a:rPr kumimoji="1" lang="en" altLang="zh-CN" sz="1100" b="1" dirty="0">
                <a:solidFill>
                  <a:srgbClr val="1E344D"/>
                </a:solidFill>
                <a:latin typeface="Alibaba PuHuiTi Medium" pitchFamily="18" charset="-122"/>
                <a:ea typeface="Alibaba PuHuiTi Medium" pitchFamily="18" charset="-122"/>
                <a:cs typeface="Alibaba PuHuiTi Medium" pitchFamily="18" charset="-122"/>
              </a:rPr>
              <a:t>Headlines</a:t>
            </a:r>
            <a:endParaRPr kumimoji="1" lang="zh-CN" altLang="en-US" sz="11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883B3286-23CE-9053-B755-624A7DE90938}"/>
              </a:ext>
            </a:extLst>
          </p:cNvPr>
          <p:cNvSpPr txBox="1"/>
          <p:nvPr/>
        </p:nvSpPr>
        <p:spPr>
          <a:xfrm>
            <a:off x="6384032" y="4221088"/>
            <a:ext cx="824036" cy="400110"/>
          </a:xfrm>
          <a:prstGeom prst="rect">
            <a:avLst/>
          </a:prstGeom>
          <a:noFill/>
        </p:spPr>
        <p:txBody>
          <a:bodyPr wrap="square" rtlCol="0">
            <a:spAutoFit/>
          </a:bodyPr>
          <a:lstStyle/>
          <a:p>
            <a:pPr algn="l"/>
            <a:r>
              <a:rPr kumimoji="1" lang="en-US" altLang="zh-CN" sz="2000" b="1" dirty="0">
                <a:solidFill>
                  <a:srgbClr val="1E344D"/>
                </a:solidFill>
                <a:latin typeface="Alibaba PuHuiTi Medium" pitchFamily="18" charset="-122"/>
                <a:ea typeface="Alibaba PuHuiTi Medium" pitchFamily="18" charset="-122"/>
                <a:cs typeface="Alibaba PuHuiTi Medium" pitchFamily="18" charset="-122"/>
              </a:rPr>
              <a:t>16%</a:t>
            </a:r>
            <a:endParaRPr kumimoji="1" lang="zh-CN" altLang="en-US" sz="2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403864C6-F35A-FBD7-A565-DB058A016805}"/>
              </a:ext>
            </a:extLst>
          </p:cNvPr>
          <p:cNvSpPr txBox="1"/>
          <p:nvPr/>
        </p:nvSpPr>
        <p:spPr>
          <a:xfrm>
            <a:off x="5951984" y="1988840"/>
            <a:ext cx="824036" cy="400110"/>
          </a:xfrm>
          <a:prstGeom prst="rect">
            <a:avLst/>
          </a:prstGeom>
          <a:noFill/>
        </p:spPr>
        <p:txBody>
          <a:bodyPr wrap="square" rtlCol="0">
            <a:spAutoFit/>
          </a:bodyPr>
          <a:lstStyle/>
          <a:p>
            <a:pPr algn="l"/>
            <a:r>
              <a:rPr kumimoji="1" lang="en-US" altLang="zh-CN" sz="2000" b="1" dirty="0">
                <a:solidFill>
                  <a:srgbClr val="1E344D"/>
                </a:solidFill>
                <a:latin typeface="Alibaba PuHuiTi Medium" pitchFamily="18" charset="-122"/>
                <a:ea typeface="Alibaba PuHuiTi Medium" pitchFamily="18" charset="-122"/>
                <a:cs typeface="Alibaba PuHuiTi Medium" pitchFamily="18" charset="-122"/>
              </a:rPr>
              <a:t>36%</a:t>
            </a:r>
            <a:endParaRPr kumimoji="1" lang="zh-CN" altLang="en-US" sz="2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2" name="文本框 41">
            <a:extLst>
              <a:ext uri="{FF2B5EF4-FFF2-40B4-BE49-F238E27FC236}">
                <a16:creationId xmlns:a16="http://schemas.microsoft.com/office/drawing/2014/main" id="{8A57E227-61A7-7E41-6755-CCCA13FDFBCF}"/>
              </a:ext>
            </a:extLst>
          </p:cNvPr>
          <p:cNvSpPr txBox="1"/>
          <p:nvPr/>
        </p:nvSpPr>
        <p:spPr>
          <a:xfrm>
            <a:off x="8534288" y="4319412"/>
            <a:ext cx="1821801" cy="600164"/>
          </a:xfrm>
          <a:prstGeom prst="rect">
            <a:avLst/>
          </a:prstGeom>
          <a:noFill/>
        </p:spPr>
        <p:txBody>
          <a:bodyPr wrap="square" rtlCol="0">
            <a:spAutoFit/>
          </a:bodyPr>
          <a:lstStyle/>
          <a:p>
            <a:pPr algn="ctr"/>
            <a:r>
              <a:rPr kumimoji="1" lang="en" altLang="zh-CN" sz="1100" dirty="0">
                <a:latin typeface="Alibaba PuHuiTi" pitchFamily="18" charset="-122"/>
                <a:ea typeface="Alibaba PuHuiTi" pitchFamily="18" charset="-122"/>
                <a:cs typeface="Alibaba PuHuiTi" pitchFamily="18" charset="-122"/>
              </a:rPr>
              <a:t>Here you can write the case that you think is correct</a:t>
            </a:r>
            <a:r>
              <a:rPr kumimoji="1" lang="en-US" altLang="zh-CN" sz="1100" dirty="0">
                <a:latin typeface="Alibaba PuHuiTi" pitchFamily="18" charset="-122"/>
                <a:ea typeface="Alibaba PuHuiTi" pitchFamily="18" charset="-122"/>
                <a:cs typeface="Alibaba PuHuiTi" pitchFamily="18" charset="-122"/>
              </a:rPr>
              <a:t>.</a:t>
            </a:r>
            <a:endParaRPr kumimoji="1" lang="zh-CN" altLang="en-US" sz="1100" dirty="0">
              <a:latin typeface="Alibaba PuHuiTi" pitchFamily="18" charset="-122"/>
              <a:ea typeface="Alibaba PuHuiTi" pitchFamily="18" charset="-122"/>
              <a:cs typeface="Alibaba PuHuiTi" pitchFamily="18" charset="-122"/>
            </a:endParaRPr>
          </a:p>
        </p:txBody>
      </p:sp>
      <p:sp>
        <p:nvSpPr>
          <p:cNvPr id="43" name="文本框 42">
            <a:extLst>
              <a:ext uri="{FF2B5EF4-FFF2-40B4-BE49-F238E27FC236}">
                <a16:creationId xmlns:a16="http://schemas.microsoft.com/office/drawing/2014/main" id="{2206E25D-516F-A9B0-D9B5-B35583E9C1AD}"/>
              </a:ext>
            </a:extLst>
          </p:cNvPr>
          <p:cNvSpPr txBox="1"/>
          <p:nvPr/>
        </p:nvSpPr>
        <p:spPr>
          <a:xfrm>
            <a:off x="9004064" y="3967508"/>
            <a:ext cx="824036" cy="400110"/>
          </a:xfrm>
          <a:prstGeom prst="rect">
            <a:avLst/>
          </a:prstGeom>
          <a:noFill/>
        </p:spPr>
        <p:txBody>
          <a:bodyPr wrap="square" rtlCol="0">
            <a:spAutoFit/>
          </a:bodyPr>
          <a:lstStyle/>
          <a:p>
            <a:pPr algn="l"/>
            <a:r>
              <a:rPr kumimoji="1" lang="en-US" altLang="zh-CN" sz="2000" b="1" dirty="0">
                <a:solidFill>
                  <a:srgbClr val="1E344D"/>
                </a:solidFill>
                <a:latin typeface="Alibaba PuHuiTi Medium" pitchFamily="18" charset="-122"/>
                <a:ea typeface="Alibaba PuHuiTi Medium" pitchFamily="18" charset="-122"/>
                <a:cs typeface="Alibaba PuHuiTi Medium" pitchFamily="18" charset="-122"/>
              </a:rPr>
              <a:t>24%</a:t>
            </a:r>
            <a:endParaRPr kumimoji="1" lang="zh-CN" altLang="en-US" sz="2000" b="1" dirty="0">
              <a:solidFill>
                <a:srgbClr val="1E344D"/>
              </a:solidFill>
              <a:latin typeface="Alibaba PuHuiTi Medium" pitchFamily="18" charset="-122"/>
              <a:ea typeface="Alibaba PuHuiTi Medium" pitchFamily="18" charset="-122"/>
              <a:cs typeface="Alibaba PuHuiTi Medium" pitchFamily="18" charset="-122"/>
            </a:endParaRPr>
          </a:p>
        </p:txBody>
      </p:sp>
      <p:graphicFrame>
        <p:nvGraphicFramePr>
          <p:cNvPr id="44" name="图表 43">
            <a:extLst>
              <a:ext uri="{FF2B5EF4-FFF2-40B4-BE49-F238E27FC236}">
                <a16:creationId xmlns:a16="http://schemas.microsoft.com/office/drawing/2014/main" id="{C2CBD60B-0EBD-06C6-A245-BFCFA065F43E}"/>
              </a:ext>
            </a:extLst>
          </p:cNvPr>
          <p:cNvGraphicFramePr/>
          <p:nvPr/>
        </p:nvGraphicFramePr>
        <p:xfrm>
          <a:off x="454215" y="4865274"/>
          <a:ext cx="1987440" cy="177501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 name="图表 44">
            <a:extLst>
              <a:ext uri="{FF2B5EF4-FFF2-40B4-BE49-F238E27FC236}">
                <a16:creationId xmlns:a16="http://schemas.microsoft.com/office/drawing/2014/main" id="{7CDA83D2-03C7-F1DD-AD67-AC1D9342B452}"/>
              </a:ext>
            </a:extLst>
          </p:cNvPr>
          <p:cNvGraphicFramePr/>
          <p:nvPr/>
        </p:nvGraphicFramePr>
        <p:xfrm>
          <a:off x="8778852" y="5050263"/>
          <a:ext cx="3222812" cy="1633566"/>
        </p:xfrm>
        <a:graphic>
          <a:graphicData uri="http://schemas.openxmlformats.org/drawingml/2006/chart">
            <c:chart xmlns:c="http://schemas.openxmlformats.org/drawingml/2006/chart" xmlns:r="http://schemas.openxmlformats.org/officeDocument/2006/relationships" r:id="rId6"/>
          </a:graphicData>
        </a:graphic>
      </p:graphicFrame>
      <p:sp>
        <p:nvSpPr>
          <p:cNvPr id="46" name="五边形 45">
            <a:extLst>
              <a:ext uri="{FF2B5EF4-FFF2-40B4-BE49-F238E27FC236}">
                <a16:creationId xmlns:a16="http://schemas.microsoft.com/office/drawing/2014/main" id="{373FCFBD-2446-036F-7349-881474EDD30C}"/>
              </a:ext>
            </a:extLst>
          </p:cNvPr>
          <p:cNvSpPr/>
          <p:nvPr/>
        </p:nvSpPr>
        <p:spPr>
          <a:xfrm flipH="1">
            <a:off x="10503941" y="1443385"/>
            <a:ext cx="1379169" cy="316519"/>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 name="五边形 46">
            <a:extLst>
              <a:ext uri="{FF2B5EF4-FFF2-40B4-BE49-F238E27FC236}">
                <a16:creationId xmlns:a16="http://schemas.microsoft.com/office/drawing/2014/main" id="{D8048455-391B-F690-8B1C-5B0BB2A4E612}"/>
              </a:ext>
            </a:extLst>
          </p:cNvPr>
          <p:cNvSpPr/>
          <p:nvPr/>
        </p:nvSpPr>
        <p:spPr>
          <a:xfrm flipH="1">
            <a:off x="10171981" y="1035146"/>
            <a:ext cx="1711129" cy="317865"/>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文本框 47">
            <a:extLst>
              <a:ext uri="{FF2B5EF4-FFF2-40B4-BE49-F238E27FC236}">
                <a16:creationId xmlns:a16="http://schemas.microsoft.com/office/drawing/2014/main" id="{0A76B9AC-051D-A0D6-27D5-2D5795247FAD}"/>
              </a:ext>
            </a:extLst>
          </p:cNvPr>
          <p:cNvSpPr txBox="1"/>
          <p:nvPr/>
        </p:nvSpPr>
        <p:spPr>
          <a:xfrm>
            <a:off x="258021" y="1236570"/>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955FF0CA-CC94-7246-E4C9-ABB61E20D3EC}"/>
              </a:ext>
            </a:extLst>
          </p:cNvPr>
          <p:cNvSpPr txBox="1"/>
          <p:nvPr/>
        </p:nvSpPr>
        <p:spPr>
          <a:xfrm>
            <a:off x="274374" y="900647"/>
            <a:ext cx="1620078" cy="461665"/>
          </a:xfrm>
          <a:prstGeom prst="rect">
            <a:avLst/>
          </a:prstGeom>
          <a:noFill/>
        </p:spPr>
        <p:txBody>
          <a:bodyPr wrap="square">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0" name="文本框 49">
            <a:extLst>
              <a:ext uri="{FF2B5EF4-FFF2-40B4-BE49-F238E27FC236}">
                <a16:creationId xmlns:a16="http://schemas.microsoft.com/office/drawing/2014/main" id="{EB7620ED-1285-E5B9-74E8-A098F0362FAF}"/>
              </a:ext>
            </a:extLst>
          </p:cNvPr>
          <p:cNvSpPr txBox="1"/>
          <p:nvPr/>
        </p:nvSpPr>
        <p:spPr>
          <a:xfrm>
            <a:off x="10795595" y="1438323"/>
            <a:ext cx="1160578" cy="307777"/>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48556579-4A80-7EC0-B268-DA33A0085637}"/>
              </a:ext>
            </a:extLst>
          </p:cNvPr>
          <p:cNvSpPr txBox="1"/>
          <p:nvPr/>
        </p:nvSpPr>
        <p:spPr>
          <a:xfrm>
            <a:off x="10374686" y="1025372"/>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chemeClr val="bg1"/>
                </a:solidFill>
                <a:latin typeface="Alibaba PuHuiTi Medium" pitchFamily="18" charset="-122"/>
                <a:ea typeface="Alibaba PuHuiTi Medium" pitchFamily="18" charset="-122"/>
                <a:cs typeface="Alibaba PuHuiTi Medium" pitchFamily="18" charset="-122"/>
              </a:rPr>
              <a:t>I</a:t>
            </a:r>
            <a:r>
              <a:rPr lang="zh-CN" altLang="en-US" sz="1400" dirty="0">
                <a:solidFill>
                  <a:schemeClr val="bg1"/>
                </a:solidFill>
                <a:latin typeface="Alibaba PuHuiTi Medium" pitchFamily="18" charset="-122"/>
                <a:ea typeface="Alibaba PuHuiTi Medium" pitchFamily="18" charset="-122"/>
                <a:cs typeface="Alibaba PuHuiTi Medium" pitchFamily="18" charset="-122"/>
              </a:rPr>
              <a:t>mportant data</a:t>
            </a:r>
          </a:p>
        </p:txBody>
      </p:sp>
    </p:spTree>
    <p:extLst>
      <p:ext uri="{BB962C8B-B14F-4D97-AF65-F5344CB8AC3E}">
        <p14:creationId xmlns:p14="http://schemas.microsoft.com/office/powerpoint/2010/main" val="391333515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矩形 1">
            <a:extLst>
              <a:ext uri="{FF2B5EF4-FFF2-40B4-BE49-F238E27FC236}">
                <a16:creationId xmlns:a16="http://schemas.microsoft.com/office/drawing/2014/main" id="{4376444D-A46D-91E7-2E19-6D0723594ED7}"/>
              </a:ext>
            </a:extLst>
          </p:cNvPr>
          <p:cNvSpPr/>
          <p:nvPr/>
        </p:nvSpPr>
        <p:spPr>
          <a:xfrm>
            <a:off x="6336631" y="1572126"/>
            <a:ext cx="4748463" cy="1652337"/>
          </a:xfrm>
          <a:prstGeom prst="rect">
            <a:avLst/>
          </a:prstGeom>
          <a:no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矩形 5">
            <a:extLst>
              <a:ext uri="{FF2B5EF4-FFF2-40B4-BE49-F238E27FC236}">
                <a16:creationId xmlns:a16="http://schemas.microsoft.com/office/drawing/2014/main" id="{B06DF8C9-9218-50E2-2F88-9CE3BB1DB40C}"/>
              </a:ext>
            </a:extLst>
          </p:cNvPr>
          <p:cNvSpPr/>
          <p:nvPr/>
        </p:nvSpPr>
        <p:spPr>
          <a:xfrm>
            <a:off x="7896200" y="3501008"/>
            <a:ext cx="2643463" cy="685981"/>
          </a:xfrm>
          <a:prstGeom prst="rect">
            <a:avLst/>
          </a:prstGeom>
          <a:no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矩形 10">
            <a:extLst>
              <a:ext uri="{FF2B5EF4-FFF2-40B4-BE49-F238E27FC236}">
                <a16:creationId xmlns:a16="http://schemas.microsoft.com/office/drawing/2014/main" id="{C5299B16-4EFA-0D6A-2806-DFF495362C23}"/>
              </a:ext>
            </a:extLst>
          </p:cNvPr>
          <p:cNvSpPr/>
          <p:nvPr/>
        </p:nvSpPr>
        <p:spPr>
          <a:xfrm>
            <a:off x="8976320" y="4653136"/>
            <a:ext cx="2140859" cy="1410780"/>
          </a:xfrm>
          <a:prstGeom prst="rect">
            <a:avLst/>
          </a:prstGeom>
          <a:no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矩形 11">
            <a:extLst>
              <a:ext uri="{FF2B5EF4-FFF2-40B4-BE49-F238E27FC236}">
                <a16:creationId xmlns:a16="http://schemas.microsoft.com/office/drawing/2014/main" id="{DCBA27CB-9D14-DA0E-FC58-EF934D0636DD}"/>
              </a:ext>
            </a:extLst>
          </p:cNvPr>
          <p:cNvSpPr/>
          <p:nvPr/>
        </p:nvSpPr>
        <p:spPr>
          <a:xfrm>
            <a:off x="5630779" y="3501008"/>
            <a:ext cx="1844842" cy="1969350"/>
          </a:xfrm>
          <a:prstGeom prst="rect">
            <a:avLst/>
          </a:prstGeom>
          <a:no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矩形 14">
            <a:extLst>
              <a:ext uri="{FF2B5EF4-FFF2-40B4-BE49-F238E27FC236}">
                <a16:creationId xmlns:a16="http://schemas.microsoft.com/office/drawing/2014/main" id="{A4877B39-B28B-EC70-5F08-BACEF39FE644}"/>
              </a:ext>
            </a:extLst>
          </p:cNvPr>
          <p:cNvSpPr/>
          <p:nvPr/>
        </p:nvSpPr>
        <p:spPr>
          <a:xfrm>
            <a:off x="2135559" y="3429000"/>
            <a:ext cx="2869577" cy="1094874"/>
          </a:xfrm>
          <a:prstGeom prst="rect">
            <a:avLst/>
          </a:prstGeom>
          <a:no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矩形 31">
            <a:extLst>
              <a:ext uri="{FF2B5EF4-FFF2-40B4-BE49-F238E27FC236}">
                <a16:creationId xmlns:a16="http://schemas.microsoft.com/office/drawing/2014/main" id="{2764B41F-6A9B-0313-A6B3-03582E6DEA36}"/>
              </a:ext>
            </a:extLst>
          </p:cNvPr>
          <p:cNvSpPr/>
          <p:nvPr/>
        </p:nvSpPr>
        <p:spPr>
          <a:xfrm>
            <a:off x="1055440" y="5301208"/>
            <a:ext cx="3564686" cy="746666"/>
          </a:xfrm>
          <a:prstGeom prst="rect">
            <a:avLst/>
          </a:prstGeom>
          <a:noFill/>
          <a:ln w="412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33" name="直线连接符 32">
            <a:extLst>
              <a:ext uri="{FF2B5EF4-FFF2-40B4-BE49-F238E27FC236}">
                <a16:creationId xmlns:a16="http://schemas.microsoft.com/office/drawing/2014/main" id="{90345DB6-B41E-AC89-B6AD-755CF88DC978}"/>
              </a:ext>
            </a:extLst>
          </p:cNvPr>
          <p:cNvCxnSpPr>
            <a:cxnSpLocks/>
          </p:cNvCxnSpPr>
          <p:nvPr/>
        </p:nvCxnSpPr>
        <p:spPr>
          <a:xfrm>
            <a:off x="5630779" y="1806993"/>
            <a:ext cx="0" cy="770021"/>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4" name="直线连接符 33">
            <a:extLst>
              <a:ext uri="{FF2B5EF4-FFF2-40B4-BE49-F238E27FC236}">
                <a16:creationId xmlns:a16="http://schemas.microsoft.com/office/drawing/2014/main" id="{58556CB3-CD26-9B70-EEF8-A56E918B9622}"/>
              </a:ext>
            </a:extLst>
          </p:cNvPr>
          <p:cNvCxnSpPr>
            <a:cxnSpLocks/>
          </p:cNvCxnSpPr>
          <p:nvPr/>
        </p:nvCxnSpPr>
        <p:spPr>
          <a:xfrm>
            <a:off x="5646821" y="2175962"/>
            <a:ext cx="689810" cy="8021"/>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5" name="直线连接符 34">
            <a:extLst>
              <a:ext uri="{FF2B5EF4-FFF2-40B4-BE49-F238E27FC236}">
                <a16:creationId xmlns:a16="http://schemas.microsoft.com/office/drawing/2014/main" id="{4112F2B0-B865-B875-BCF1-3EBEF9E6C2A8}"/>
              </a:ext>
            </a:extLst>
          </p:cNvPr>
          <p:cNvCxnSpPr>
            <a:cxnSpLocks/>
          </p:cNvCxnSpPr>
          <p:nvPr/>
        </p:nvCxnSpPr>
        <p:spPr>
          <a:xfrm>
            <a:off x="5015880" y="4005064"/>
            <a:ext cx="630941" cy="0"/>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8" name="直线连接符 37">
            <a:extLst>
              <a:ext uri="{FF2B5EF4-FFF2-40B4-BE49-F238E27FC236}">
                <a16:creationId xmlns:a16="http://schemas.microsoft.com/office/drawing/2014/main" id="{09C625C2-A0E4-6C90-BA97-CD18FE84450E}"/>
              </a:ext>
            </a:extLst>
          </p:cNvPr>
          <p:cNvCxnSpPr>
            <a:cxnSpLocks/>
            <a:stCxn id="32" idx="3"/>
          </p:cNvCxnSpPr>
          <p:nvPr/>
        </p:nvCxnSpPr>
        <p:spPr>
          <a:xfrm>
            <a:off x="4620126" y="5674541"/>
            <a:ext cx="4358842" cy="14139"/>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2" name="直线连接符 51">
            <a:extLst>
              <a:ext uri="{FF2B5EF4-FFF2-40B4-BE49-F238E27FC236}">
                <a16:creationId xmlns:a16="http://schemas.microsoft.com/office/drawing/2014/main" id="{1C2AC690-5689-B200-47AE-71C3E2B9F957}"/>
              </a:ext>
            </a:extLst>
          </p:cNvPr>
          <p:cNvCxnSpPr>
            <a:cxnSpLocks/>
          </p:cNvCxnSpPr>
          <p:nvPr/>
        </p:nvCxnSpPr>
        <p:spPr>
          <a:xfrm>
            <a:off x="1487488" y="4005064"/>
            <a:ext cx="615632" cy="0"/>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3" name="直线连接符 52">
            <a:extLst>
              <a:ext uri="{FF2B5EF4-FFF2-40B4-BE49-F238E27FC236}">
                <a16:creationId xmlns:a16="http://schemas.microsoft.com/office/drawing/2014/main" id="{E3CB5DE2-3BDB-BFD2-D374-CF2A0C0CA62E}"/>
              </a:ext>
            </a:extLst>
          </p:cNvPr>
          <p:cNvCxnSpPr>
            <a:cxnSpLocks/>
          </p:cNvCxnSpPr>
          <p:nvPr/>
        </p:nvCxnSpPr>
        <p:spPr>
          <a:xfrm>
            <a:off x="1487488" y="4005064"/>
            <a:ext cx="0" cy="1307600"/>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4" name="直线连接符 53">
            <a:extLst>
              <a:ext uri="{FF2B5EF4-FFF2-40B4-BE49-F238E27FC236}">
                <a16:creationId xmlns:a16="http://schemas.microsoft.com/office/drawing/2014/main" id="{C1D823B2-5B46-E190-1CC1-C050F8E8BA22}"/>
              </a:ext>
            </a:extLst>
          </p:cNvPr>
          <p:cNvCxnSpPr>
            <a:cxnSpLocks/>
          </p:cNvCxnSpPr>
          <p:nvPr/>
        </p:nvCxnSpPr>
        <p:spPr>
          <a:xfrm>
            <a:off x="7056348" y="2996952"/>
            <a:ext cx="2007441"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5" name="直线连接符 54">
            <a:extLst>
              <a:ext uri="{FF2B5EF4-FFF2-40B4-BE49-F238E27FC236}">
                <a16:creationId xmlns:a16="http://schemas.microsoft.com/office/drawing/2014/main" id="{5DAF5E77-2D7E-52A5-CF71-F741A8F08CF1}"/>
              </a:ext>
            </a:extLst>
          </p:cNvPr>
          <p:cNvCxnSpPr>
            <a:cxnSpLocks/>
          </p:cNvCxnSpPr>
          <p:nvPr/>
        </p:nvCxnSpPr>
        <p:spPr>
          <a:xfrm>
            <a:off x="8616280" y="4005064"/>
            <a:ext cx="1498104"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6" name="直线连接符 55">
            <a:extLst>
              <a:ext uri="{FF2B5EF4-FFF2-40B4-BE49-F238E27FC236}">
                <a16:creationId xmlns:a16="http://schemas.microsoft.com/office/drawing/2014/main" id="{433EF86F-CE8C-ED4D-FDC8-5A4FAE346F2A}"/>
              </a:ext>
            </a:extLst>
          </p:cNvPr>
          <p:cNvCxnSpPr>
            <a:cxnSpLocks/>
          </p:cNvCxnSpPr>
          <p:nvPr/>
        </p:nvCxnSpPr>
        <p:spPr>
          <a:xfrm>
            <a:off x="6384032" y="5273824"/>
            <a:ext cx="830584"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7" name="直线连接符 56">
            <a:extLst>
              <a:ext uri="{FF2B5EF4-FFF2-40B4-BE49-F238E27FC236}">
                <a16:creationId xmlns:a16="http://schemas.microsoft.com/office/drawing/2014/main" id="{F36B81E1-B7AA-DB6D-DCC3-A7F2C81D696D}"/>
              </a:ext>
            </a:extLst>
          </p:cNvPr>
          <p:cNvCxnSpPr>
            <a:cxnSpLocks/>
          </p:cNvCxnSpPr>
          <p:nvPr/>
        </p:nvCxnSpPr>
        <p:spPr>
          <a:xfrm>
            <a:off x="9624392" y="5517232"/>
            <a:ext cx="1211248"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8" name="直线连接符 57">
            <a:extLst>
              <a:ext uri="{FF2B5EF4-FFF2-40B4-BE49-F238E27FC236}">
                <a16:creationId xmlns:a16="http://schemas.microsoft.com/office/drawing/2014/main" id="{E211D8AB-0C3A-51EF-71D4-9071B8BBF313}"/>
              </a:ext>
            </a:extLst>
          </p:cNvPr>
          <p:cNvCxnSpPr>
            <a:cxnSpLocks/>
          </p:cNvCxnSpPr>
          <p:nvPr/>
        </p:nvCxnSpPr>
        <p:spPr>
          <a:xfrm>
            <a:off x="2855640" y="4005064"/>
            <a:ext cx="1787312"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E7D2FDB1-E68F-AE70-1BE7-79F54C960561}"/>
              </a:ext>
            </a:extLst>
          </p:cNvPr>
          <p:cNvCxnSpPr>
            <a:cxnSpLocks/>
          </p:cNvCxnSpPr>
          <p:nvPr/>
        </p:nvCxnSpPr>
        <p:spPr>
          <a:xfrm>
            <a:off x="1775520" y="5733256"/>
            <a:ext cx="1787312" cy="0"/>
          </a:xfrm>
          <a:prstGeom prst="line">
            <a:avLst/>
          </a:prstGeom>
          <a:ln w="1905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0" name="直线连接符 59">
            <a:extLst>
              <a:ext uri="{FF2B5EF4-FFF2-40B4-BE49-F238E27FC236}">
                <a16:creationId xmlns:a16="http://schemas.microsoft.com/office/drawing/2014/main" id="{5DC7D2B0-631A-87C5-AB8D-24BCD3CA38BA}"/>
              </a:ext>
            </a:extLst>
          </p:cNvPr>
          <p:cNvCxnSpPr>
            <a:cxnSpLocks/>
          </p:cNvCxnSpPr>
          <p:nvPr/>
        </p:nvCxnSpPr>
        <p:spPr>
          <a:xfrm>
            <a:off x="1055440" y="1806993"/>
            <a:ext cx="0" cy="770021"/>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sp>
        <p:nvSpPr>
          <p:cNvPr id="61" name="L 形 60">
            <a:extLst>
              <a:ext uri="{FF2B5EF4-FFF2-40B4-BE49-F238E27FC236}">
                <a16:creationId xmlns:a16="http://schemas.microsoft.com/office/drawing/2014/main" id="{CF1EC61B-50BF-1900-54D8-F9EE786627AB}"/>
              </a:ext>
            </a:extLst>
          </p:cNvPr>
          <p:cNvSpPr/>
          <p:nvPr/>
        </p:nvSpPr>
        <p:spPr>
          <a:xfrm rot="5400000">
            <a:off x="342900" y="1001806"/>
            <a:ext cx="800100" cy="880782"/>
          </a:xfrm>
          <a:prstGeom prst="corner">
            <a:avLst>
              <a:gd name="adj1" fmla="val 20370"/>
              <a:gd name="adj2" fmla="val 2037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L 形 61">
            <a:extLst>
              <a:ext uri="{FF2B5EF4-FFF2-40B4-BE49-F238E27FC236}">
                <a16:creationId xmlns:a16="http://schemas.microsoft.com/office/drawing/2014/main" id="{59F86121-3D85-EA3F-FF42-AEFD7DB5DBC4}"/>
              </a:ext>
            </a:extLst>
          </p:cNvPr>
          <p:cNvSpPr/>
          <p:nvPr/>
        </p:nvSpPr>
        <p:spPr>
          <a:xfrm rot="16200000">
            <a:off x="11078838" y="5825893"/>
            <a:ext cx="800100" cy="770129"/>
          </a:xfrm>
          <a:prstGeom prst="corner">
            <a:avLst>
              <a:gd name="adj1" fmla="val 20370"/>
              <a:gd name="adj2" fmla="val 23731"/>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文本框 62">
            <a:extLst>
              <a:ext uri="{FF2B5EF4-FFF2-40B4-BE49-F238E27FC236}">
                <a16:creationId xmlns:a16="http://schemas.microsoft.com/office/drawing/2014/main" id="{2D57C31D-5549-7AC0-53F3-B006C2790038}"/>
              </a:ext>
            </a:extLst>
          </p:cNvPr>
          <p:cNvSpPr txBox="1"/>
          <p:nvPr/>
        </p:nvSpPr>
        <p:spPr>
          <a:xfrm>
            <a:off x="1200484" y="1470109"/>
            <a:ext cx="4475747" cy="1446550"/>
          </a:xfrm>
          <a:prstGeom prst="rect">
            <a:avLst/>
          </a:prstGeom>
          <a:noFill/>
        </p:spPr>
        <p:txBody>
          <a:bodyPr wrap="square" rtlCol="0">
            <a:spAutoFit/>
          </a:bodyPr>
          <a:lstStyle/>
          <a:p>
            <a:pPr algn="l"/>
            <a:r>
              <a:rPr kumimoji="1" lang="en" altLang="zh-CN" sz="8800" spc="-150" dirty="0">
                <a:solidFill>
                  <a:srgbClr val="BB3023"/>
                </a:solidFill>
                <a:latin typeface="Alibaba PuHuiTi Medium" pitchFamily="18" charset="-122"/>
                <a:ea typeface="Alibaba PuHuiTi Medium" pitchFamily="18" charset="-122"/>
                <a:cs typeface="Alibaba PuHuiTi Medium" pitchFamily="18" charset="-122"/>
              </a:rPr>
              <a:t>Agenda</a:t>
            </a:r>
            <a:endParaRPr kumimoji="1" lang="zh-CN" altLang="en-US" sz="8800" spc="-1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6E0C87ED-1310-B408-80F4-A7ED1EA784D7}"/>
              </a:ext>
            </a:extLst>
          </p:cNvPr>
          <p:cNvSpPr txBox="1"/>
          <p:nvPr/>
        </p:nvSpPr>
        <p:spPr>
          <a:xfrm>
            <a:off x="6420679" y="2286000"/>
            <a:ext cx="635110" cy="1015663"/>
          </a:xfrm>
          <a:prstGeom prst="rect">
            <a:avLst/>
          </a:prstGeom>
          <a:noFill/>
        </p:spPr>
        <p:txBody>
          <a:bodyPr wrap="none" rtlCol="0">
            <a:spAutoFit/>
          </a:bodyPr>
          <a:lstStyle/>
          <a:p>
            <a:pPr algn="l"/>
            <a:r>
              <a:rPr kumimoji="1" lang="en-US" altLang="zh-CN" sz="6000" dirty="0">
                <a:solidFill>
                  <a:srgbClr val="BB3023"/>
                </a:solidFill>
                <a:latin typeface="Alibaba PuHuiTi Medium" pitchFamily="18" charset="-122"/>
                <a:ea typeface="Alibaba PuHuiTi Medium" pitchFamily="18" charset="-122"/>
                <a:cs typeface="Alibaba PuHuiTi Medium" pitchFamily="18" charset="-122"/>
              </a:rPr>
              <a:t>1</a:t>
            </a:r>
            <a:endParaRPr kumimoji="1" lang="zh-CN" altLang="en-US" sz="6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F2346EC5-C682-6D24-6E33-DCFC0B87FE4D}"/>
              </a:ext>
            </a:extLst>
          </p:cNvPr>
          <p:cNvSpPr txBox="1"/>
          <p:nvPr/>
        </p:nvSpPr>
        <p:spPr>
          <a:xfrm>
            <a:off x="8086515" y="3470179"/>
            <a:ext cx="514885" cy="769441"/>
          </a:xfrm>
          <a:prstGeom prst="rect">
            <a:avLst/>
          </a:prstGeom>
          <a:noFill/>
        </p:spPr>
        <p:txBody>
          <a:bodyPr wrap="none" rtlCol="0">
            <a:spAutoFit/>
          </a:bodyPr>
          <a:lstStyle/>
          <a:p>
            <a:pPr algn="l"/>
            <a:r>
              <a:rPr kumimoji="1" lang="en-US" altLang="zh-CN" sz="4400" dirty="0">
                <a:solidFill>
                  <a:srgbClr val="BB3023"/>
                </a:solidFill>
                <a:latin typeface="Alibaba PuHuiTi Medium" pitchFamily="18" charset="-122"/>
                <a:ea typeface="Alibaba PuHuiTi Medium" pitchFamily="18" charset="-122"/>
                <a:cs typeface="Alibaba PuHuiTi Medium" pitchFamily="18" charset="-122"/>
              </a:rPr>
              <a:t>2</a:t>
            </a:r>
            <a:endParaRPr kumimoji="1" lang="zh-CN" altLang="en-US" sz="4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0853E52B-F89A-9A8F-C682-A148AB04094F}"/>
              </a:ext>
            </a:extLst>
          </p:cNvPr>
          <p:cNvSpPr txBox="1"/>
          <p:nvPr/>
        </p:nvSpPr>
        <p:spPr>
          <a:xfrm>
            <a:off x="5827846" y="4558613"/>
            <a:ext cx="590226" cy="923330"/>
          </a:xfrm>
          <a:prstGeom prst="rect">
            <a:avLst/>
          </a:prstGeom>
          <a:noFill/>
        </p:spPr>
        <p:txBody>
          <a:bodyPr wrap="none" rtlCol="0">
            <a:spAutoFit/>
          </a:bodyPr>
          <a:lstStyle/>
          <a:p>
            <a:pPr algn="l"/>
            <a:r>
              <a:rPr kumimoji="1" lang="en-US" altLang="zh-CN" sz="5400" dirty="0">
                <a:solidFill>
                  <a:srgbClr val="BB3023"/>
                </a:solidFill>
                <a:latin typeface="Alibaba PuHuiTi Medium" pitchFamily="18" charset="-122"/>
                <a:ea typeface="Alibaba PuHuiTi Medium" pitchFamily="18" charset="-122"/>
                <a:cs typeface="Alibaba PuHuiTi Medium" pitchFamily="18" charset="-122"/>
              </a:rPr>
              <a:t>3</a:t>
            </a:r>
            <a:endParaRPr kumimoji="1" lang="zh-CN" altLang="en-US" sz="5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BBCBE63F-B503-4A54-DA23-842CDDB6E144}"/>
              </a:ext>
            </a:extLst>
          </p:cNvPr>
          <p:cNvSpPr txBox="1"/>
          <p:nvPr/>
        </p:nvSpPr>
        <p:spPr>
          <a:xfrm>
            <a:off x="2351584" y="3573016"/>
            <a:ext cx="514885" cy="769441"/>
          </a:xfrm>
          <a:prstGeom prst="rect">
            <a:avLst/>
          </a:prstGeom>
          <a:noFill/>
        </p:spPr>
        <p:txBody>
          <a:bodyPr wrap="none" rtlCol="0">
            <a:spAutoFit/>
          </a:bodyPr>
          <a:lstStyle/>
          <a:p>
            <a:pPr algn="l"/>
            <a:r>
              <a:rPr kumimoji="1" lang="en-US" altLang="zh-CN" sz="4400"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4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8" name="文本框 67">
            <a:extLst>
              <a:ext uri="{FF2B5EF4-FFF2-40B4-BE49-F238E27FC236}">
                <a16:creationId xmlns:a16="http://schemas.microsoft.com/office/drawing/2014/main" id="{AAED389C-5276-28D9-A815-F89C98BAA97D}"/>
              </a:ext>
            </a:extLst>
          </p:cNvPr>
          <p:cNvSpPr txBox="1"/>
          <p:nvPr/>
        </p:nvSpPr>
        <p:spPr>
          <a:xfrm>
            <a:off x="1231178" y="5333292"/>
            <a:ext cx="514885" cy="769441"/>
          </a:xfrm>
          <a:prstGeom prst="rect">
            <a:avLst/>
          </a:prstGeom>
          <a:noFill/>
        </p:spPr>
        <p:txBody>
          <a:bodyPr wrap="none" rtlCol="0">
            <a:spAutoFit/>
          </a:bodyPr>
          <a:lstStyle/>
          <a:p>
            <a:pPr algn="l"/>
            <a:r>
              <a:rPr kumimoji="1" lang="en-US" altLang="zh-CN" sz="4400" dirty="0">
                <a:solidFill>
                  <a:srgbClr val="BB3023"/>
                </a:solidFill>
                <a:latin typeface="Alibaba PuHuiTi Medium" pitchFamily="18" charset="-122"/>
                <a:ea typeface="Alibaba PuHuiTi Medium" pitchFamily="18" charset="-122"/>
                <a:cs typeface="Alibaba PuHuiTi Medium" pitchFamily="18" charset="-122"/>
              </a:rPr>
              <a:t>5</a:t>
            </a:r>
            <a:endParaRPr kumimoji="1" lang="zh-CN" altLang="en-US" sz="4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C55E886C-7BD4-7A8E-5488-EC6CB1CBAD4B}"/>
              </a:ext>
            </a:extLst>
          </p:cNvPr>
          <p:cNvSpPr txBox="1"/>
          <p:nvPr/>
        </p:nvSpPr>
        <p:spPr>
          <a:xfrm>
            <a:off x="9120336" y="5085184"/>
            <a:ext cx="590226" cy="923330"/>
          </a:xfrm>
          <a:prstGeom prst="rect">
            <a:avLst/>
          </a:prstGeom>
          <a:noFill/>
        </p:spPr>
        <p:txBody>
          <a:bodyPr wrap="none" rtlCol="0">
            <a:spAutoFit/>
          </a:bodyPr>
          <a:lstStyle/>
          <a:p>
            <a:pPr algn="l"/>
            <a:r>
              <a:rPr kumimoji="1" lang="en-US" altLang="zh-CN" sz="5400" dirty="0">
                <a:solidFill>
                  <a:srgbClr val="BB3023"/>
                </a:solidFill>
                <a:latin typeface="Alibaba PuHuiTi Medium" pitchFamily="18" charset="-122"/>
                <a:ea typeface="Alibaba PuHuiTi Medium" pitchFamily="18" charset="-122"/>
                <a:cs typeface="Alibaba PuHuiTi Medium" pitchFamily="18" charset="-122"/>
              </a:rPr>
              <a:t>6</a:t>
            </a:r>
            <a:endParaRPr kumimoji="1" lang="zh-CN" altLang="en-US" sz="5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AA760D85-78D8-FB64-96A7-D5A3F05E3D5A}"/>
              </a:ext>
            </a:extLst>
          </p:cNvPr>
          <p:cNvSpPr txBox="1"/>
          <p:nvPr/>
        </p:nvSpPr>
        <p:spPr>
          <a:xfrm rot="5400000" flipV="1">
            <a:off x="7565609" y="3910971"/>
            <a:ext cx="222239" cy="191343"/>
          </a:xfrm>
          <a:custGeom>
            <a:avLst/>
            <a:gdLst/>
            <a:ahLst/>
            <a:cxnLst/>
            <a:rect l="l" t="t" r="r" b="b"/>
            <a:pathLst>
              <a:path w="701724" h="604168">
                <a:moveTo>
                  <a:pt x="289247" y="0"/>
                </a:moveTo>
                <a:lnTo>
                  <a:pt x="412477" y="0"/>
                </a:lnTo>
                <a:lnTo>
                  <a:pt x="701724" y="604168"/>
                </a:lnTo>
                <a:lnTo>
                  <a:pt x="571648" y="604168"/>
                </a:lnTo>
                <a:lnTo>
                  <a:pt x="350862" y="117239"/>
                </a:lnTo>
                <a:lnTo>
                  <a:pt x="130075" y="604168"/>
                </a:lnTo>
                <a:lnTo>
                  <a:pt x="0" y="604168"/>
                </a:lnTo>
                <a:close/>
              </a:path>
            </a:pathLst>
          </a:custGeom>
          <a:solidFill>
            <a:srgbClr val="1E344D"/>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kumimoji="1" lang="zh-CN" altLang="en-US" sz="13800" dirty="0">
              <a:solidFill>
                <a:srgbClr val="212121"/>
              </a:solidFill>
              <a:latin typeface="Alibaba PuHuiTi Medium" pitchFamily="18" charset="-122"/>
              <a:ea typeface="Alibaba PuHuiTi Medium" pitchFamily="18" charset="-122"/>
              <a:cs typeface="Alibaba PuHuiTi Medium" pitchFamily="18" charset="-122"/>
            </a:endParaRPr>
          </a:p>
        </p:txBody>
      </p:sp>
      <p:cxnSp>
        <p:nvCxnSpPr>
          <p:cNvPr id="71" name="直线连接符 70">
            <a:extLst>
              <a:ext uri="{FF2B5EF4-FFF2-40B4-BE49-F238E27FC236}">
                <a16:creationId xmlns:a16="http://schemas.microsoft.com/office/drawing/2014/main" id="{40D1CAF7-E80D-42C6-ED82-59C365804CA4}"/>
              </a:ext>
            </a:extLst>
          </p:cNvPr>
          <p:cNvCxnSpPr>
            <a:cxnSpLocks/>
          </p:cNvCxnSpPr>
          <p:nvPr/>
        </p:nvCxnSpPr>
        <p:spPr>
          <a:xfrm>
            <a:off x="9264352" y="3212976"/>
            <a:ext cx="0" cy="294153"/>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sp>
        <p:nvSpPr>
          <p:cNvPr id="72" name="文本框 71">
            <a:extLst>
              <a:ext uri="{FF2B5EF4-FFF2-40B4-BE49-F238E27FC236}">
                <a16:creationId xmlns:a16="http://schemas.microsoft.com/office/drawing/2014/main" id="{D991E25C-D7DA-3629-5927-5FC59D98ADEB}"/>
              </a:ext>
            </a:extLst>
          </p:cNvPr>
          <p:cNvSpPr txBox="1"/>
          <p:nvPr/>
        </p:nvSpPr>
        <p:spPr>
          <a:xfrm flipV="1">
            <a:off x="9348991" y="3309757"/>
            <a:ext cx="278459" cy="119214"/>
          </a:xfrm>
          <a:custGeom>
            <a:avLst/>
            <a:gdLst/>
            <a:ahLst/>
            <a:cxnLst/>
            <a:rect l="l" t="t" r="r" b="b"/>
            <a:pathLst>
              <a:path w="701724" h="604168">
                <a:moveTo>
                  <a:pt x="289247" y="0"/>
                </a:moveTo>
                <a:lnTo>
                  <a:pt x="412477" y="0"/>
                </a:lnTo>
                <a:lnTo>
                  <a:pt x="701724" y="604168"/>
                </a:lnTo>
                <a:lnTo>
                  <a:pt x="571648" y="604168"/>
                </a:lnTo>
                <a:lnTo>
                  <a:pt x="350862" y="117239"/>
                </a:lnTo>
                <a:lnTo>
                  <a:pt x="130075" y="604168"/>
                </a:lnTo>
                <a:lnTo>
                  <a:pt x="0" y="604168"/>
                </a:lnTo>
                <a:close/>
              </a:path>
            </a:pathLst>
          </a:custGeom>
          <a:solidFill>
            <a:srgbClr val="1E344D"/>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kumimoji="1" lang="zh-CN" altLang="en-US" sz="13800" dirty="0">
              <a:solidFill>
                <a:srgbClr val="212121"/>
              </a:solidFill>
              <a:latin typeface="Alibaba PuHuiTi Medium" pitchFamily="18" charset="-122"/>
              <a:ea typeface="Alibaba PuHuiTi Medium" pitchFamily="18" charset="-122"/>
              <a:cs typeface="Alibaba PuHuiTi Medium" pitchFamily="18" charset="-122"/>
            </a:endParaRPr>
          </a:p>
        </p:txBody>
      </p:sp>
      <p:cxnSp>
        <p:nvCxnSpPr>
          <p:cNvPr id="73" name="直线连接符 72">
            <a:extLst>
              <a:ext uri="{FF2B5EF4-FFF2-40B4-BE49-F238E27FC236}">
                <a16:creationId xmlns:a16="http://schemas.microsoft.com/office/drawing/2014/main" id="{53389DB0-9DAC-2DFC-ADC4-861367DBC521}"/>
              </a:ext>
            </a:extLst>
          </p:cNvPr>
          <p:cNvCxnSpPr>
            <a:cxnSpLocks/>
          </p:cNvCxnSpPr>
          <p:nvPr/>
        </p:nvCxnSpPr>
        <p:spPr>
          <a:xfrm>
            <a:off x="7488936" y="3789040"/>
            <a:ext cx="390133" cy="0"/>
          </a:xfrm>
          <a:prstGeom prst="line">
            <a:avLst/>
          </a:prstGeom>
          <a:ln w="38100">
            <a:solidFill>
              <a:srgbClr val="1E344D"/>
            </a:solidFill>
          </a:ln>
        </p:spPr>
        <p:style>
          <a:lnRef idx="1">
            <a:schemeClr val="accent1"/>
          </a:lnRef>
          <a:fillRef idx="0">
            <a:schemeClr val="accent1"/>
          </a:fillRef>
          <a:effectRef idx="0">
            <a:schemeClr val="accent1"/>
          </a:effectRef>
          <a:fontRef idx="minor">
            <a:schemeClr val="tx1"/>
          </a:fontRef>
        </p:style>
      </p:cxnSp>
      <p:sp>
        <p:nvSpPr>
          <p:cNvPr id="74" name="文本框 73">
            <a:extLst>
              <a:ext uri="{FF2B5EF4-FFF2-40B4-BE49-F238E27FC236}">
                <a16:creationId xmlns:a16="http://schemas.microsoft.com/office/drawing/2014/main" id="{EA98A042-3BD9-7C21-8B87-6898636CB4BB}"/>
              </a:ext>
            </a:extLst>
          </p:cNvPr>
          <p:cNvSpPr txBox="1"/>
          <p:nvPr/>
        </p:nvSpPr>
        <p:spPr>
          <a:xfrm rot="5400000" flipV="1">
            <a:off x="5144448" y="4092520"/>
            <a:ext cx="222239" cy="191343"/>
          </a:xfrm>
          <a:custGeom>
            <a:avLst/>
            <a:gdLst/>
            <a:ahLst/>
            <a:cxnLst/>
            <a:rect l="l" t="t" r="r" b="b"/>
            <a:pathLst>
              <a:path w="701724" h="604168">
                <a:moveTo>
                  <a:pt x="289247" y="0"/>
                </a:moveTo>
                <a:lnTo>
                  <a:pt x="412477" y="0"/>
                </a:lnTo>
                <a:lnTo>
                  <a:pt x="701724" y="604168"/>
                </a:lnTo>
                <a:lnTo>
                  <a:pt x="571648" y="604168"/>
                </a:lnTo>
                <a:lnTo>
                  <a:pt x="350862" y="117239"/>
                </a:lnTo>
                <a:lnTo>
                  <a:pt x="130075" y="604168"/>
                </a:lnTo>
                <a:lnTo>
                  <a:pt x="0" y="604168"/>
                </a:lnTo>
                <a:close/>
              </a:path>
            </a:pathLst>
          </a:custGeom>
          <a:solidFill>
            <a:srgbClr val="1E344D"/>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kumimoji="1" lang="zh-CN" altLang="en-US" sz="138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75" name="文本框 74">
            <a:extLst>
              <a:ext uri="{FF2B5EF4-FFF2-40B4-BE49-F238E27FC236}">
                <a16:creationId xmlns:a16="http://schemas.microsoft.com/office/drawing/2014/main" id="{61829FCB-0175-D4DF-0307-0F6B5CF56C13}"/>
              </a:ext>
            </a:extLst>
          </p:cNvPr>
          <p:cNvSpPr txBox="1"/>
          <p:nvPr/>
        </p:nvSpPr>
        <p:spPr>
          <a:xfrm rot="5400000" flipV="1">
            <a:off x="1688064" y="4092520"/>
            <a:ext cx="222239" cy="191343"/>
          </a:xfrm>
          <a:custGeom>
            <a:avLst/>
            <a:gdLst/>
            <a:ahLst/>
            <a:cxnLst/>
            <a:rect l="l" t="t" r="r" b="b"/>
            <a:pathLst>
              <a:path w="701724" h="604168">
                <a:moveTo>
                  <a:pt x="289247" y="0"/>
                </a:moveTo>
                <a:lnTo>
                  <a:pt x="412477" y="0"/>
                </a:lnTo>
                <a:lnTo>
                  <a:pt x="701724" y="604168"/>
                </a:lnTo>
                <a:lnTo>
                  <a:pt x="571648" y="604168"/>
                </a:lnTo>
                <a:lnTo>
                  <a:pt x="350862" y="117239"/>
                </a:lnTo>
                <a:lnTo>
                  <a:pt x="130075" y="604168"/>
                </a:lnTo>
                <a:lnTo>
                  <a:pt x="0" y="604168"/>
                </a:lnTo>
                <a:close/>
              </a:path>
            </a:pathLst>
          </a:custGeom>
          <a:solidFill>
            <a:srgbClr val="1E344D"/>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kumimoji="1" lang="zh-CN" altLang="en-US" sz="138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76" name="文本框 75">
            <a:extLst>
              <a:ext uri="{FF2B5EF4-FFF2-40B4-BE49-F238E27FC236}">
                <a16:creationId xmlns:a16="http://schemas.microsoft.com/office/drawing/2014/main" id="{1BDDB86F-CE40-EC55-7F47-C0767023AB06}"/>
              </a:ext>
            </a:extLst>
          </p:cNvPr>
          <p:cNvSpPr txBox="1"/>
          <p:nvPr/>
        </p:nvSpPr>
        <p:spPr>
          <a:xfrm rot="5400000">
            <a:off x="4804971" y="5813940"/>
            <a:ext cx="222239" cy="137319"/>
          </a:xfrm>
          <a:custGeom>
            <a:avLst/>
            <a:gdLst/>
            <a:ahLst/>
            <a:cxnLst/>
            <a:rect l="l" t="t" r="r" b="b"/>
            <a:pathLst>
              <a:path w="701724" h="604168">
                <a:moveTo>
                  <a:pt x="289247" y="0"/>
                </a:moveTo>
                <a:lnTo>
                  <a:pt x="412477" y="0"/>
                </a:lnTo>
                <a:lnTo>
                  <a:pt x="701724" y="604168"/>
                </a:lnTo>
                <a:lnTo>
                  <a:pt x="571648" y="604168"/>
                </a:lnTo>
                <a:lnTo>
                  <a:pt x="350862" y="117239"/>
                </a:lnTo>
                <a:lnTo>
                  <a:pt x="130075" y="604168"/>
                </a:lnTo>
                <a:lnTo>
                  <a:pt x="0" y="604168"/>
                </a:lnTo>
                <a:close/>
              </a:path>
            </a:pathLst>
          </a:custGeom>
          <a:solidFill>
            <a:srgbClr val="1E344D"/>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kumimoji="1" lang="zh-CN" altLang="en-US" sz="138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77" name="文本框 76">
            <a:extLst>
              <a:ext uri="{FF2B5EF4-FFF2-40B4-BE49-F238E27FC236}">
                <a16:creationId xmlns:a16="http://schemas.microsoft.com/office/drawing/2014/main" id="{83DD8C8E-0FF9-7B92-80FA-A095ABD8600D}"/>
              </a:ext>
            </a:extLst>
          </p:cNvPr>
          <p:cNvSpPr txBox="1"/>
          <p:nvPr/>
        </p:nvSpPr>
        <p:spPr>
          <a:xfrm>
            <a:off x="6978316" y="2550695"/>
            <a:ext cx="2100255" cy="369332"/>
          </a:xfrm>
          <a:prstGeom prst="rect">
            <a:avLst/>
          </a:prstGeom>
          <a:noFill/>
        </p:spPr>
        <p:txBody>
          <a:bodyPr wrap="none" rtlCol="0">
            <a:spAutoFit/>
          </a:bodyPr>
          <a:lstStyle/>
          <a:p>
            <a:pPr algn="l"/>
            <a:r>
              <a:rPr kumimoji="1" lang="en" altLang="zh-CN" dirty="0">
                <a:solidFill>
                  <a:srgbClr val="1E344D"/>
                </a:solidFill>
                <a:latin typeface="Alibaba PuHuiTi Medium" pitchFamily="18" charset="-122"/>
                <a:ea typeface="Alibaba PuHuiTi Medium" pitchFamily="18" charset="-122"/>
                <a:cs typeface="Alibaba PuHuiTi Medium" pitchFamily="18" charset="-122"/>
              </a:rPr>
              <a:t>Important events</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8" name="文本框 77">
            <a:extLst>
              <a:ext uri="{FF2B5EF4-FFF2-40B4-BE49-F238E27FC236}">
                <a16:creationId xmlns:a16="http://schemas.microsoft.com/office/drawing/2014/main" id="{796E9CF7-E09F-146D-BB2D-9651386BF728}"/>
              </a:ext>
            </a:extLst>
          </p:cNvPr>
          <p:cNvSpPr txBox="1"/>
          <p:nvPr/>
        </p:nvSpPr>
        <p:spPr>
          <a:xfrm>
            <a:off x="8577827" y="1721434"/>
            <a:ext cx="2392071" cy="738664"/>
          </a:xfrm>
          <a:prstGeom prst="rect">
            <a:avLst/>
          </a:prstGeom>
          <a:noFill/>
        </p:spPr>
        <p:txBody>
          <a:bodyPr wrap="square" rtlCol="0">
            <a:spAutoFit/>
          </a:bodyPr>
          <a:lstStyle/>
          <a:p>
            <a:pPr algn="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79" name="文本框 78">
            <a:extLst>
              <a:ext uri="{FF2B5EF4-FFF2-40B4-BE49-F238E27FC236}">
                <a16:creationId xmlns:a16="http://schemas.microsoft.com/office/drawing/2014/main" id="{D0849828-4BDE-E654-085A-C8D1FF96B404}"/>
              </a:ext>
            </a:extLst>
          </p:cNvPr>
          <p:cNvSpPr txBox="1"/>
          <p:nvPr/>
        </p:nvSpPr>
        <p:spPr>
          <a:xfrm>
            <a:off x="8512188" y="3709192"/>
            <a:ext cx="1670650"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events</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0" name="文本框 79">
            <a:extLst>
              <a:ext uri="{FF2B5EF4-FFF2-40B4-BE49-F238E27FC236}">
                <a16:creationId xmlns:a16="http://schemas.microsoft.com/office/drawing/2014/main" id="{226D42E8-04F4-E1C3-7AC1-241F632FA88C}"/>
              </a:ext>
            </a:extLst>
          </p:cNvPr>
          <p:cNvSpPr txBox="1"/>
          <p:nvPr/>
        </p:nvSpPr>
        <p:spPr>
          <a:xfrm>
            <a:off x="9552747" y="4845278"/>
            <a:ext cx="1361270" cy="646331"/>
          </a:xfrm>
          <a:prstGeom prst="rect">
            <a:avLst/>
          </a:prstGeom>
          <a:noFill/>
        </p:spPr>
        <p:txBody>
          <a:bodyPr wrap="none" rtlCol="0">
            <a:spAutoFit/>
          </a:bodyPr>
          <a:lstStyle/>
          <a:p>
            <a:pPr algn="l"/>
            <a:r>
              <a:rPr kumimoji="1" lang="en" altLang="zh-CN" dirty="0">
                <a:solidFill>
                  <a:srgbClr val="1E344D"/>
                </a:solidFill>
                <a:latin typeface="Alibaba PuHuiTi Medium" pitchFamily="18" charset="-122"/>
                <a:ea typeface="Alibaba PuHuiTi Medium" pitchFamily="18" charset="-122"/>
                <a:cs typeface="Alibaba PuHuiTi Medium" pitchFamily="18" charset="-122"/>
              </a:rPr>
              <a:t>Important </a:t>
            </a:r>
          </a:p>
          <a:p>
            <a:pPr algn="l"/>
            <a:r>
              <a:rPr kumimoji="1" lang="en" altLang="zh-CN" dirty="0">
                <a:solidFill>
                  <a:srgbClr val="1E344D"/>
                </a:solidFill>
                <a:latin typeface="Alibaba PuHuiTi Medium" pitchFamily="18" charset="-122"/>
                <a:ea typeface="Alibaba PuHuiTi Medium" pitchFamily="18" charset="-122"/>
                <a:cs typeface="Alibaba PuHuiTi Medium" pitchFamily="18" charset="-122"/>
              </a:rPr>
              <a:t>events</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1" name="文本框 80">
            <a:extLst>
              <a:ext uri="{FF2B5EF4-FFF2-40B4-BE49-F238E27FC236}">
                <a16:creationId xmlns:a16="http://schemas.microsoft.com/office/drawing/2014/main" id="{835C8616-6E85-D3A2-8C77-4DA103C13F1A}"/>
              </a:ext>
            </a:extLst>
          </p:cNvPr>
          <p:cNvSpPr txBox="1"/>
          <p:nvPr/>
        </p:nvSpPr>
        <p:spPr>
          <a:xfrm>
            <a:off x="9594849" y="5518484"/>
            <a:ext cx="1474204" cy="507831"/>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900" dirty="0">
                <a:solidFill>
                  <a:srgbClr val="1E344D"/>
                </a:solidFill>
                <a:latin typeface="Alibaba PuHuiTi" pitchFamily="18" charset="-122"/>
                <a:ea typeface="Alibaba PuHuiTi" pitchFamily="18" charset="-122"/>
                <a:cs typeface="Alibaba PuHuiTi" pitchFamily="18" charset="-122"/>
              </a:rPr>
              <a: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82" name="文本框 81">
            <a:extLst>
              <a:ext uri="{FF2B5EF4-FFF2-40B4-BE49-F238E27FC236}">
                <a16:creationId xmlns:a16="http://schemas.microsoft.com/office/drawing/2014/main" id="{816DC935-F43A-B660-DC25-AA0D4F97B334}"/>
              </a:ext>
            </a:extLst>
          </p:cNvPr>
          <p:cNvSpPr txBox="1"/>
          <p:nvPr/>
        </p:nvSpPr>
        <p:spPr>
          <a:xfrm>
            <a:off x="6312024" y="4749389"/>
            <a:ext cx="966931" cy="461665"/>
          </a:xfrm>
          <a:prstGeom prst="rect">
            <a:avLst/>
          </a:prstGeom>
          <a:noFill/>
        </p:spPr>
        <p:txBody>
          <a:bodyPr wrap="none" rtlCol="0">
            <a:spAutoFit/>
          </a:bodyPr>
          <a:lstStyle/>
          <a:p>
            <a:pPr algn="l"/>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Important </a:t>
            </a:r>
          </a:p>
          <a:p>
            <a:pPr algn="l"/>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events</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3" name="文本框 82">
            <a:extLst>
              <a:ext uri="{FF2B5EF4-FFF2-40B4-BE49-F238E27FC236}">
                <a16:creationId xmlns:a16="http://schemas.microsoft.com/office/drawing/2014/main" id="{CE29A09A-4A53-880C-6213-F0CCD875C187}"/>
              </a:ext>
            </a:extLst>
          </p:cNvPr>
          <p:cNvSpPr txBox="1"/>
          <p:nvPr/>
        </p:nvSpPr>
        <p:spPr>
          <a:xfrm>
            <a:off x="5681083" y="3621142"/>
            <a:ext cx="1634117" cy="954107"/>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84" name="文本框 83">
            <a:extLst>
              <a:ext uri="{FF2B5EF4-FFF2-40B4-BE49-F238E27FC236}">
                <a16:creationId xmlns:a16="http://schemas.microsoft.com/office/drawing/2014/main" id="{E7439977-CA49-E321-C06B-DEC778D92E74}"/>
              </a:ext>
            </a:extLst>
          </p:cNvPr>
          <p:cNvSpPr txBox="1"/>
          <p:nvPr/>
        </p:nvSpPr>
        <p:spPr>
          <a:xfrm>
            <a:off x="1735233" y="5445224"/>
            <a:ext cx="1670650"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events</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5" name="文本框 84">
            <a:extLst>
              <a:ext uri="{FF2B5EF4-FFF2-40B4-BE49-F238E27FC236}">
                <a16:creationId xmlns:a16="http://schemas.microsoft.com/office/drawing/2014/main" id="{5531B629-ABB0-B0A9-6EBB-782DBBD2ED27}"/>
              </a:ext>
            </a:extLst>
          </p:cNvPr>
          <p:cNvSpPr txBox="1"/>
          <p:nvPr/>
        </p:nvSpPr>
        <p:spPr>
          <a:xfrm>
            <a:off x="1574811" y="5759116"/>
            <a:ext cx="3077399" cy="230832"/>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900" dirty="0">
                <a:solidFill>
                  <a:srgbClr val="1E344D"/>
                </a:solidFill>
                <a:latin typeface="Alibaba PuHuiTi" pitchFamily="18" charset="-122"/>
                <a:ea typeface="Alibaba PuHuiTi" pitchFamily="18" charset="-122"/>
                <a:cs typeface="Alibaba PuHuiTi" pitchFamily="18" charset="-122"/>
              </a:rPr>
              <a: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86" name="文本框 85">
            <a:extLst>
              <a:ext uri="{FF2B5EF4-FFF2-40B4-BE49-F238E27FC236}">
                <a16:creationId xmlns:a16="http://schemas.microsoft.com/office/drawing/2014/main" id="{3CDF33C3-CFDC-6B5D-2137-500C167D3E42}"/>
              </a:ext>
            </a:extLst>
          </p:cNvPr>
          <p:cNvSpPr txBox="1"/>
          <p:nvPr/>
        </p:nvSpPr>
        <p:spPr>
          <a:xfrm>
            <a:off x="2855640" y="3645024"/>
            <a:ext cx="1887055"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Important events</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7" name="文本框 86">
            <a:extLst>
              <a:ext uri="{FF2B5EF4-FFF2-40B4-BE49-F238E27FC236}">
                <a16:creationId xmlns:a16="http://schemas.microsoft.com/office/drawing/2014/main" id="{187C873A-E90A-0EE4-C0E1-77A8AEEA0189}"/>
              </a:ext>
            </a:extLst>
          </p:cNvPr>
          <p:cNvSpPr txBox="1"/>
          <p:nvPr/>
        </p:nvSpPr>
        <p:spPr>
          <a:xfrm>
            <a:off x="2927648" y="4077072"/>
            <a:ext cx="1965194" cy="369332"/>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900" dirty="0">
                <a:solidFill>
                  <a:srgbClr val="1E344D"/>
                </a:solidFill>
                <a:latin typeface="Alibaba PuHuiTi" pitchFamily="18" charset="-122"/>
                <a:ea typeface="Alibaba PuHuiTi" pitchFamily="18" charset="-122"/>
                <a:cs typeface="Alibaba PuHuiTi" pitchFamily="18" charset="-122"/>
              </a:rPr>
              <a: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88" name="矩形 87">
            <a:extLst>
              <a:ext uri="{FF2B5EF4-FFF2-40B4-BE49-F238E27FC236}">
                <a16:creationId xmlns:a16="http://schemas.microsoft.com/office/drawing/2014/main" id="{B96898FE-6972-1225-50E8-3D30FFB98873}"/>
              </a:ext>
            </a:extLst>
          </p:cNvPr>
          <p:cNvSpPr/>
          <p:nvPr/>
        </p:nvSpPr>
        <p:spPr>
          <a:xfrm>
            <a:off x="3625517" y="4780547"/>
            <a:ext cx="914400" cy="7700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9" name="矩形 88">
            <a:extLst>
              <a:ext uri="{FF2B5EF4-FFF2-40B4-BE49-F238E27FC236}">
                <a16:creationId xmlns:a16="http://schemas.microsoft.com/office/drawing/2014/main" id="{4D931A8D-A790-6C7A-73A6-ECD1E43409D3}"/>
              </a:ext>
            </a:extLst>
          </p:cNvPr>
          <p:cNvSpPr/>
          <p:nvPr/>
        </p:nvSpPr>
        <p:spPr>
          <a:xfrm>
            <a:off x="1844842" y="3035425"/>
            <a:ext cx="672026" cy="6863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0" name="矩形 89">
            <a:extLst>
              <a:ext uri="{FF2B5EF4-FFF2-40B4-BE49-F238E27FC236}">
                <a16:creationId xmlns:a16="http://schemas.microsoft.com/office/drawing/2014/main" id="{76442FAA-1E5B-DCFA-A2F3-642EEF0E97C3}"/>
              </a:ext>
            </a:extLst>
          </p:cNvPr>
          <p:cNvSpPr/>
          <p:nvPr/>
        </p:nvSpPr>
        <p:spPr>
          <a:xfrm>
            <a:off x="7144835" y="4361619"/>
            <a:ext cx="770021" cy="7700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1" name="矩形 90">
            <a:extLst>
              <a:ext uri="{FF2B5EF4-FFF2-40B4-BE49-F238E27FC236}">
                <a16:creationId xmlns:a16="http://schemas.microsoft.com/office/drawing/2014/main" id="{EBF4F553-3F84-EE4D-97D3-9DCE1C39908C}"/>
              </a:ext>
            </a:extLst>
          </p:cNvPr>
          <p:cNvSpPr/>
          <p:nvPr/>
        </p:nvSpPr>
        <p:spPr>
          <a:xfrm>
            <a:off x="10361459" y="3561348"/>
            <a:ext cx="691552" cy="5454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2" name="矩形 91">
            <a:extLst>
              <a:ext uri="{FF2B5EF4-FFF2-40B4-BE49-F238E27FC236}">
                <a16:creationId xmlns:a16="http://schemas.microsoft.com/office/drawing/2014/main" id="{A4D73A62-55BF-3187-1452-03A72B95DEDB}"/>
              </a:ext>
            </a:extLst>
          </p:cNvPr>
          <p:cNvSpPr/>
          <p:nvPr/>
        </p:nvSpPr>
        <p:spPr>
          <a:xfrm>
            <a:off x="10890848" y="4764505"/>
            <a:ext cx="770021" cy="8224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3" name="矩形 92">
            <a:extLst>
              <a:ext uri="{FF2B5EF4-FFF2-40B4-BE49-F238E27FC236}">
                <a16:creationId xmlns:a16="http://schemas.microsoft.com/office/drawing/2014/main" id="{C7E7C2C8-FDA2-F771-8148-4376A960D2B8}"/>
              </a:ext>
            </a:extLst>
          </p:cNvPr>
          <p:cNvSpPr/>
          <p:nvPr/>
        </p:nvSpPr>
        <p:spPr>
          <a:xfrm>
            <a:off x="6737684" y="1194357"/>
            <a:ext cx="1138990" cy="7700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94" name="Google Shape;8079;p82">
            <a:extLst>
              <a:ext uri="{FF2B5EF4-FFF2-40B4-BE49-F238E27FC236}">
                <a16:creationId xmlns:a16="http://schemas.microsoft.com/office/drawing/2014/main" id="{9758324B-8F27-BA2A-2D46-192AD13EC002}"/>
              </a:ext>
            </a:extLst>
          </p:cNvPr>
          <p:cNvGrpSpPr/>
          <p:nvPr/>
        </p:nvGrpSpPr>
        <p:grpSpPr>
          <a:xfrm>
            <a:off x="6983214" y="1152530"/>
            <a:ext cx="765123" cy="727767"/>
            <a:chOff x="-6690625" y="3631325"/>
            <a:chExt cx="307225" cy="292225"/>
          </a:xfrm>
          <a:solidFill>
            <a:srgbClr val="1E344D"/>
          </a:solidFill>
        </p:grpSpPr>
        <p:sp>
          <p:nvSpPr>
            <p:cNvPr id="95" name="Google Shape;8080;p82">
              <a:extLst>
                <a:ext uri="{FF2B5EF4-FFF2-40B4-BE49-F238E27FC236}">
                  <a16:creationId xmlns:a16="http://schemas.microsoft.com/office/drawing/2014/main" id="{6F13E55B-FF68-1A44-3FC2-249E1652428B}"/>
                </a:ext>
              </a:extLst>
            </p:cNvPr>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 name="Google Shape;8081;p82">
              <a:extLst>
                <a:ext uri="{FF2B5EF4-FFF2-40B4-BE49-F238E27FC236}">
                  <a16:creationId xmlns:a16="http://schemas.microsoft.com/office/drawing/2014/main" id="{3CFC476C-E407-6C09-1301-B1E8BB485B6D}"/>
                </a:ext>
              </a:extLst>
            </p:cNvPr>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 name="Google Shape;8082;p82">
              <a:extLst>
                <a:ext uri="{FF2B5EF4-FFF2-40B4-BE49-F238E27FC236}">
                  <a16:creationId xmlns:a16="http://schemas.microsoft.com/office/drawing/2014/main" id="{327FFC72-6015-F0A8-EF52-78D2F717B397}"/>
                </a:ext>
              </a:extLst>
            </p:cNvPr>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 name="Google Shape;8083;p82">
              <a:extLst>
                <a:ext uri="{FF2B5EF4-FFF2-40B4-BE49-F238E27FC236}">
                  <a16:creationId xmlns:a16="http://schemas.microsoft.com/office/drawing/2014/main" id="{AE6F6C10-777E-1CB5-5738-E32FEB404E34}"/>
                </a:ext>
              </a:extLst>
            </p:cNvPr>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 name="Google Shape;8084;p82">
              <a:extLst>
                <a:ext uri="{FF2B5EF4-FFF2-40B4-BE49-F238E27FC236}">
                  <a16:creationId xmlns:a16="http://schemas.microsoft.com/office/drawing/2014/main" id="{0B4D858F-CE41-7D54-D776-F101748CFC7C}"/>
                </a:ext>
              </a:extLst>
            </p:cNvPr>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00" name="Google Shape;8306;p82">
            <a:extLst>
              <a:ext uri="{FF2B5EF4-FFF2-40B4-BE49-F238E27FC236}">
                <a16:creationId xmlns:a16="http://schemas.microsoft.com/office/drawing/2014/main" id="{B8405D6B-EC93-AE68-6F62-8655E9C31DEF}"/>
              </a:ext>
            </a:extLst>
          </p:cNvPr>
          <p:cNvGrpSpPr/>
          <p:nvPr/>
        </p:nvGrpSpPr>
        <p:grpSpPr>
          <a:xfrm>
            <a:off x="10348924" y="3481627"/>
            <a:ext cx="564105" cy="565545"/>
            <a:chOff x="-1591550" y="3597475"/>
            <a:chExt cx="293825" cy="294575"/>
          </a:xfrm>
          <a:solidFill>
            <a:srgbClr val="BB3023"/>
          </a:solidFill>
        </p:grpSpPr>
        <p:sp>
          <p:nvSpPr>
            <p:cNvPr id="101" name="Google Shape;8307;p82">
              <a:extLst>
                <a:ext uri="{FF2B5EF4-FFF2-40B4-BE49-F238E27FC236}">
                  <a16:creationId xmlns:a16="http://schemas.microsoft.com/office/drawing/2014/main" id="{FC67848F-3183-504B-0114-A4DE88192ABF}"/>
                </a:ext>
              </a:extLst>
            </p:cNvPr>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2" name="Google Shape;8308;p82">
              <a:extLst>
                <a:ext uri="{FF2B5EF4-FFF2-40B4-BE49-F238E27FC236}">
                  <a16:creationId xmlns:a16="http://schemas.microsoft.com/office/drawing/2014/main" id="{D9ADACF5-6581-8E28-FE01-033B0B015581}"/>
                </a:ext>
              </a:extLst>
            </p:cNvPr>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3" name="Google Shape;8309;p82">
              <a:extLst>
                <a:ext uri="{FF2B5EF4-FFF2-40B4-BE49-F238E27FC236}">
                  <a16:creationId xmlns:a16="http://schemas.microsoft.com/office/drawing/2014/main" id="{C9E1B0D1-0401-D314-CFAD-D5FDC7B326A1}"/>
                </a:ext>
              </a:extLst>
            </p:cNvPr>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04" name="Google Shape;5344;p76">
            <a:extLst>
              <a:ext uri="{FF2B5EF4-FFF2-40B4-BE49-F238E27FC236}">
                <a16:creationId xmlns:a16="http://schemas.microsoft.com/office/drawing/2014/main" id="{89C266AB-1BE8-F5E4-27AE-8E1AE597CCD3}"/>
              </a:ext>
            </a:extLst>
          </p:cNvPr>
          <p:cNvGrpSpPr/>
          <p:nvPr/>
        </p:nvGrpSpPr>
        <p:grpSpPr>
          <a:xfrm>
            <a:off x="3753947" y="4812633"/>
            <a:ext cx="643644" cy="643644"/>
            <a:chOff x="900750" y="1436075"/>
            <a:chExt cx="481825" cy="481825"/>
          </a:xfrm>
          <a:solidFill>
            <a:srgbClr val="1E344D"/>
          </a:solidFill>
        </p:grpSpPr>
        <p:sp>
          <p:nvSpPr>
            <p:cNvPr id="105" name="Google Shape;5345;p76">
              <a:extLst>
                <a:ext uri="{FF2B5EF4-FFF2-40B4-BE49-F238E27FC236}">
                  <a16:creationId xmlns:a16="http://schemas.microsoft.com/office/drawing/2014/main" id="{7E2F77A4-06AF-DE04-DCE9-6183B9C98F34}"/>
                </a:ext>
              </a:extLst>
            </p:cNvPr>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106" name="Google Shape;5346;p76">
              <a:extLst>
                <a:ext uri="{FF2B5EF4-FFF2-40B4-BE49-F238E27FC236}">
                  <a16:creationId xmlns:a16="http://schemas.microsoft.com/office/drawing/2014/main" id="{DE9C7D85-509E-4FDD-1ABB-492E957177C6}"/>
                </a:ext>
              </a:extLst>
            </p:cNvPr>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107" name="Google Shape;5347;p76">
              <a:extLst>
                <a:ext uri="{FF2B5EF4-FFF2-40B4-BE49-F238E27FC236}">
                  <a16:creationId xmlns:a16="http://schemas.microsoft.com/office/drawing/2014/main" id="{96C28960-9F6C-1DB8-356D-84A2592EDCF6}"/>
                </a:ext>
              </a:extLst>
            </p:cNvPr>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108" name="Google Shape;5348;p76">
              <a:extLst>
                <a:ext uri="{FF2B5EF4-FFF2-40B4-BE49-F238E27FC236}">
                  <a16:creationId xmlns:a16="http://schemas.microsoft.com/office/drawing/2014/main" id="{112E1199-843C-F342-EAC9-C44AF2B5D278}"/>
                </a:ext>
              </a:extLst>
            </p:cNvPr>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109" name="Google Shape;7627;p80">
            <a:extLst>
              <a:ext uri="{FF2B5EF4-FFF2-40B4-BE49-F238E27FC236}">
                <a16:creationId xmlns:a16="http://schemas.microsoft.com/office/drawing/2014/main" id="{6504F56D-B511-2B1F-B7E6-1E5C0312FD23}"/>
              </a:ext>
            </a:extLst>
          </p:cNvPr>
          <p:cNvGrpSpPr/>
          <p:nvPr/>
        </p:nvGrpSpPr>
        <p:grpSpPr>
          <a:xfrm>
            <a:off x="7283568" y="4344728"/>
            <a:ext cx="705401" cy="656967"/>
            <a:chOff x="-11295075" y="4092875"/>
            <a:chExt cx="355250" cy="330825"/>
          </a:xfrm>
          <a:solidFill>
            <a:srgbClr val="1E344D"/>
          </a:solidFill>
        </p:grpSpPr>
        <p:sp>
          <p:nvSpPr>
            <p:cNvPr id="110" name="Google Shape;7628;p80">
              <a:extLst>
                <a:ext uri="{FF2B5EF4-FFF2-40B4-BE49-F238E27FC236}">
                  <a16:creationId xmlns:a16="http://schemas.microsoft.com/office/drawing/2014/main" id="{2468A479-BA98-7EBF-36CF-F45FBEF8E6AE}"/>
                </a:ext>
              </a:extLst>
            </p:cNvPr>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1" name="Google Shape;7629;p80">
              <a:extLst>
                <a:ext uri="{FF2B5EF4-FFF2-40B4-BE49-F238E27FC236}">
                  <a16:creationId xmlns:a16="http://schemas.microsoft.com/office/drawing/2014/main" id="{10F77BA0-93D1-5186-4988-6A4108824D8A}"/>
                </a:ext>
              </a:extLst>
            </p:cNvPr>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2" name="Google Shape;7630;p80">
              <a:extLst>
                <a:ext uri="{FF2B5EF4-FFF2-40B4-BE49-F238E27FC236}">
                  <a16:creationId xmlns:a16="http://schemas.microsoft.com/office/drawing/2014/main" id="{90C88FC2-8E9C-0BF0-F5B7-7BFA8C6BA4C6}"/>
                </a:ext>
              </a:extLst>
            </p:cNvPr>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3" name="Google Shape;7631;p80">
              <a:extLst>
                <a:ext uri="{FF2B5EF4-FFF2-40B4-BE49-F238E27FC236}">
                  <a16:creationId xmlns:a16="http://schemas.microsoft.com/office/drawing/2014/main" id="{897D2A35-23A0-80D4-48DF-25DCA64A8E9F}"/>
                </a:ext>
              </a:extLst>
            </p:cNvPr>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4" name="Google Shape;7632;p80">
              <a:extLst>
                <a:ext uri="{FF2B5EF4-FFF2-40B4-BE49-F238E27FC236}">
                  <a16:creationId xmlns:a16="http://schemas.microsoft.com/office/drawing/2014/main" id="{13A5149F-AB47-BDD2-08DE-DB1556AD3098}"/>
                </a:ext>
              </a:extLst>
            </p:cNvPr>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15" name="Google Shape;6144;p78">
            <a:extLst>
              <a:ext uri="{FF2B5EF4-FFF2-40B4-BE49-F238E27FC236}">
                <a16:creationId xmlns:a16="http://schemas.microsoft.com/office/drawing/2014/main" id="{C0D2B25A-8D1A-779C-40C3-9881FF55ED10}"/>
              </a:ext>
            </a:extLst>
          </p:cNvPr>
          <p:cNvSpPr/>
          <p:nvPr/>
        </p:nvSpPr>
        <p:spPr>
          <a:xfrm>
            <a:off x="1948310" y="3090702"/>
            <a:ext cx="492111" cy="486673"/>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1E344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16" name="Google Shape;6443;p78">
            <a:extLst>
              <a:ext uri="{FF2B5EF4-FFF2-40B4-BE49-F238E27FC236}">
                <a16:creationId xmlns:a16="http://schemas.microsoft.com/office/drawing/2014/main" id="{A0E9C8FC-83A3-B476-CE88-BDEC88900361}"/>
              </a:ext>
            </a:extLst>
          </p:cNvPr>
          <p:cNvGrpSpPr/>
          <p:nvPr/>
        </p:nvGrpSpPr>
        <p:grpSpPr>
          <a:xfrm>
            <a:off x="10872887" y="4836069"/>
            <a:ext cx="581176" cy="618223"/>
            <a:chOff x="5364750" y="3235150"/>
            <a:chExt cx="277275" cy="294950"/>
          </a:xfrm>
          <a:solidFill>
            <a:srgbClr val="1E344D"/>
          </a:solidFill>
        </p:grpSpPr>
        <p:sp>
          <p:nvSpPr>
            <p:cNvPr id="117" name="Google Shape;6444;p78">
              <a:extLst>
                <a:ext uri="{FF2B5EF4-FFF2-40B4-BE49-F238E27FC236}">
                  <a16:creationId xmlns:a16="http://schemas.microsoft.com/office/drawing/2014/main" id="{E9FB7C98-5140-8A88-8D75-A4CB425B6D86}"/>
                </a:ext>
              </a:extLst>
            </p:cNvPr>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8" name="Google Shape;6445;p78">
              <a:extLst>
                <a:ext uri="{FF2B5EF4-FFF2-40B4-BE49-F238E27FC236}">
                  <a16:creationId xmlns:a16="http://schemas.microsoft.com/office/drawing/2014/main" id="{0E711A26-09F3-143C-12AF-D29AE5E48BB6}"/>
                </a:ext>
              </a:extLst>
            </p:cNvPr>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19" name="Google Shape;6446;p78">
              <a:extLst>
                <a:ext uri="{FF2B5EF4-FFF2-40B4-BE49-F238E27FC236}">
                  <a16:creationId xmlns:a16="http://schemas.microsoft.com/office/drawing/2014/main" id="{205AF8BE-B9CF-8C02-125E-97BBA8DA77B0}"/>
                </a:ext>
              </a:extLst>
            </p:cNvPr>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0" name="Google Shape;6447;p78">
              <a:extLst>
                <a:ext uri="{FF2B5EF4-FFF2-40B4-BE49-F238E27FC236}">
                  <a16:creationId xmlns:a16="http://schemas.microsoft.com/office/drawing/2014/main" id="{DF6C42FA-04A9-87A3-9E06-20641C34F9F9}"/>
                </a:ext>
              </a:extLst>
            </p:cNvPr>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1" name="Google Shape;6448;p78">
              <a:extLst>
                <a:ext uri="{FF2B5EF4-FFF2-40B4-BE49-F238E27FC236}">
                  <a16:creationId xmlns:a16="http://schemas.microsoft.com/office/drawing/2014/main" id="{66801742-757D-0865-20A6-75DC5E108DB8}"/>
                </a:ext>
              </a:extLst>
            </p:cNvPr>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2" name="Google Shape;6449;p78">
              <a:extLst>
                <a:ext uri="{FF2B5EF4-FFF2-40B4-BE49-F238E27FC236}">
                  <a16:creationId xmlns:a16="http://schemas.microsoft.com/office/drawing/2014/main" id="{E1EB76C0-F57E-4046-5F0E-8BE80330D3F2}"/>
                </a:ext>
              </a:extLst>
            </p:cNvPr>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3" name="Google Shape;6450;p78">
              <a:extLst>
                <a:ext uri="{FF2B5EF4-FFF2-40B4-BE49-F238E27FC236}">
                  <a16:creationId xmlns:a16="http://schemas.microsoft.com/office/drawing/2014/main" id="{A3A2DF94-EC9B-DFB8-C8B6-48E7B24AAF82}"/>
                </a:ext>
              </a:extLst>
            </p:cNvPr>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24" name="Google Shape;6451;p78">
              <a:extLst>
                <a:ext uri="{FF2B5EF4-FFF2-40B4-BE49-F238E27FC236}">
                  <a16:creationId xmlns:a16="http://schemas.microsoft.com/office/drawing/2014/main" id="{1D796392-B1A2-7867-E944-C36840D955A0}"/>
                </a:ext>
              </a:extLst>
            </p:cNvPr>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Tree>
    <p:extLst>
      <p:ext uri="{BB962C8B-B14F-4D97-AF65-F5344CB8AC3E}">
        <p14:creationId xmlns:p14="http://schemas.microsoft.com/office/powerpoint/2010/main" val="53356892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 name="Group 3">
            <a:extLst>
              <a:ext uri="{FF2B5EF4-FFF2-40B4-BE49-F238E27FC236}">
                <a16:creationId xmlns:a16="http://schemas.microsoft.com/office/drawing/2014/main" id="{1DE1875C-F58F-9B07-B7E5-F9F6492ABD0E}"/>
              </a:ext>
            </a:extLst>
          </p:cNvPr>
          <p:cNvGrpSpPr/>
          <p:nvPr/>
        </p:nvGrpSpPr>
        <p:grpSpPr>
          <a:xfrm>
            <a:off x="6122283" y="1647315"/>
            <a:ext cx="5550139" cy="4373217"/>
            <a:chOff x="6097266" y="1718655"/>
            <a:chExt cx="2666145" cy="2100783"/>
          </a:xfrm>
          <a:solidFill>
            <a:srgbClr val="1E344D">
              <a:alpha val="28412"/>
            </a:srgbClr>
          </a:solidFill>
        </p:grpSpPr>
        <p:grpSp>
          <p:nvGrpSpPr>
            <p:cNvPr id="166" name="Graphic 11">
              <a:extLst>
                <a:ext uri="{FF2B5EF4-FFF2-40B4-BE49-F238E27FC236}">
                  <a16:creationId xmlns:a16="http://schemas.microsoft.com/office/drawing/2014/main" id="{10A4A742-2F08-2069-68D2-06D8548BAB64}"/>
                </a:ext>
              </a:extLst>
            </p:cNvPr>
            <p:cNvGrpSpPr/>
            <p:nvPr/>
          </p:nvGrpSpPr>
          <p:grpSpPr>
            <a:xfrm>
              <a:off x="8300669" y="2982486"/>
              <a:ext cx="51396" cy="65250"/>
              <a:chOff x="6244733" y="2534073"/>
              <a:chExt cx="98675" cy="125273"/>
            </a:xfrm>
            <a:grpFill/>
          </p:grpSpPr>
          <p:sp>
            <p:nvSpPr>
              <p:cNvPr id="248" name="Freeform 965">
                <a:extLst>
                  <a:ext uri="{FF2B5EF4-FFF2-40B4-BE49-F238E27FC236}">
                    <a16:creationId xmlns:a16="http://schemas.microsoft.com/office/drawing/2014/main" id="{87F03F6C-9E20-CC60-FDE9-CA150AD216F4}"/>
                  </a:ext>
                </a:extLst>
              </p:cNvPr>
              <p:cNvSpPr/>
              <p:nvPr/>
            </p:nvSpPr>
            <p:spPr>
              <a:xfrm>
                <a:off x="6258700" y="2534073"/>
                <a:ext cx="72525" cy="34749"/>
              </a:xfrm>
              <a:custGeom>
                <a:avLst/>
                <a:gdLst>
                  <a:gd name="connsiteX0" fmla="*/ 54857 w 72525"/>
                  <a:gd name="connsiteY0" fmla="*/ 34178 h 34749"/>
                  <a:gd name="connsiteX1" fmla="*/ 58626 w 72525"/>
                  <a:gd name="connsiteY1" fmla="*/ 34750 h 34749"/>
                  <a:gd name="connsiteX2" fmla="*/ 68184 w 72525"/>
                  <a:gd name="connsiteY2" fmla="*/ 34750 h 34749"/>
                  <a:gd name="connsiteX3" fmla="*/ 72525 w 72525"/>
                  <a:gd name="connsiteY3" fmla="*/ 31857 h 34749"/>
                  <a:gd name="connsiteX4" fmla="*/ 72525 w 72525"/>
                  <a:gd name="connsiteY4" fmla="*/ 30410 h 34749"/>
                  <a:gd name="connsiteX5" fmla="*/ 68756 w 72525"/>
                  <a:gd name="connsiteY5" fmla="*/ 26071 h 34749"/>
                  <a:gd name="connsiteX6" fmla="*/ 63371 w 72525"/>
                  <a:gd name="connsiteY6" fmla="*/ 24322 h 34749"/>
                  <a:gd name="connsiteX7" fmla="*/ 59467 w 72525"/>
                  <a:gd name="connsiteY7" fmla="*/ 24322 h 34749"/>
                  <a:gd name="connsiteX8" fmla="*/ 54554 w 72525"/>
                  <a:gd name="connsiteY8" fmla="*/ 22303 h 34749"/>
                  <a:gd name="connsiteX9" fmla="*/ 46140 w 72525"/>
                  <a:gd name="connsiteY9" fmla="*/ 17089 h 34749"/>
                  <a:gd name="connsiteX10" fmla="*/ 35135 w 72525"/>
                  <a:gd name="connsiteY10" fmla="*/ 11875 h 34749"/>
                  <a:gd name="connsiteX11" fmla="*/ 29044 w 72525"/>
                  <a:gd name="connsiteY11" fmla="*/ 5786 h 34749"/>
                  <a:gd name="connsiteX12" fmla="*/ 17736 w 72525"/>
                  <a:gd name="connsiteY12" fmla="*/ 0 h 34749"/>
                  <a:gd name="connsiteX13" fmla="*/ 10769 w 72525"/>
                  <a:gd name="connsiteY13" fmla="*/ 0 h 34749"/>
                  <a:gd name="connsiteX14" fmla="*/ 2928 w 72525"/>
                  <a:gd name="connsiteY14" fmla="*/ 4070 h 34749"/>
                  <a:gd name="connsiteX15" fmla="*/ 1178 w 72525"/>
                  <a:gd name="connsiteY15" fmla="*/ 9285 h 34749"/>
                  <a:gd name="connsiteX16" fmla="*/ 0 w 72525"/>
                  <a:gd name="connsiteY16" fmla="*/ 15373 h 34749"/>
                  <a:gd name="connsiteX17" fmla="*/ 4913 w 72525"/>
                  <a:gd name="connsiteY17" fmla="*/ 19444 h 34749"/>
                  <a:gd name="connsiteX18" fmla="*/ 10130 w 72525"/>
                  <a:gd name="connsiteY18" fmla="*/ 21462 h 34749"/>
                  <a:gd name="connsiteX19" fmla="*/ 14774 w 72525"/>
                  <a:gd name="connsiteY19" fmla="*/ 23783 h 34749"/>
                  <a:gd name="connsiteX20" fmla="*/ 24332 w 72525"/>
                  <a:gd name="connsiteY20" fmla="*/ 24961 h 34749"/>
                  <a:gd name="connsiteX21" fmla="*/ 30693 w 72525"/>
                  <a:gd name="connsiteY21" fmla="*/ 26710 h 34749"/>
                  <a:gd name="connsiteX22" fmla="*/ 33587 w 72525"/>
                  <a:gd name="connsiteY22" fmla="*/ 29031 h 34749"/>
                  <a:gd name="connsiteX23" fmla="*/ 39073 w 72525"/>
                  <a:gd name="connsiteY23" fmla="*/ 29334 h 34749"/>
                  <a:gd name="connsiteX24" fmla="*/ 41395 w 72525"/>
                  <a:gd name="connsiteY24" fmla="*/ 30478 h 34749"/>
                  <a:gd name="connsiteX25" fmla="*/ 46914 w 72525"/>
                  <a:gd name="connsiteY25" fmla="*/ 33101 h 34749"/>
                  <a:gd name="connsiteX26" fmla="*/ 54857 w 72525"/>
                  <a:gd name="connsiteY26" fmla="*/ 34178 h 3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525" h="34749">
                    <a:moveTo>
                      <a:pt x="54857" y="34178"/>
                    </a:moveTo>
                    <a:lnTo>
                      <a:pt x="58626" y="34750"/>
                    </a:lnTo>
                    <a:lnTo>
                      <a:pt x="68184" y="34750"/>
                    </a:lnTo>
                    <a:lnTo>
                      <a:pt x="72525" y="31857"/>
                    </a:lnTo>
                    <a:lnTo>
                      <a:pt x="72525" y="30410"/>
                    </a:lnTo>
                    <a:lnTo>
                      <a:pt x="68756" y="26071"/>
                    </a:lnTo>
                    <a:lnTo>
                      <a:pt x="63371" y="24322"/>
                    </a:lnTo>
                    <a:lnTo>
                      <a:pt x="59467" y="24322"/>
                    </a:lnTo>
                    <a:lnTo>
                      <a:pt x="54554" y="22303"/>
                    </a:lnTo>
                    <a:lnTo>
                      <a:pt x="46140" y="17089"/>
                    </a:lnTo>
                    <a:lnTo>
                      <a:pt x="35135" y="11875"/>
                    </a:lnTo>
                    <a:cubicBezTo>
                      <a:pt x="35135" y="11875"/>
                      <a:pt x="30222" y="6661"/>
                      <a:pt x="29044" y="5786"/>
                    </a:cubicBezTo>
                    <a:cubicBezTo>
                      <a:pt x="27899" y="4911"/>
                      <a:pt x="17736" y="0"/>
                      <a:pt x="17736" y="0"/>
                    </a:cubicBezTo>
                    <a:lnTo>
                      <a:pt x="10769" y="0"/>
                    </a:lnTo>
                    <a:lnTo>
                      <a:pt x="2928" y="4070"/>
                    </a:lnTo>
                    <a:lnTo>
                      <a:pt x="1178" y="9285"/>
                    </a:lnTo>
                    <a:lnTo>
                      <a:pt x="0" y="15373"/>
                    </a:lnTo>
                    <a:lnTo>
                      <a:pt x="4913" y="19444"/>
                    </a:lnTo>
                    <a:lnTo>
                      <a:pt x="10130" y="21462"/>
                    </a:lnTo>
                    <a:lnTo>
                      <a:pt x="14774" y="23783"/>
                    </a:lnTo>
                    <a:lnTo>
                      <a:pt x="24332" y="24961"/>
                    </a:lnTo>
                    <a:lnTo>
                      <a:pt x="30693" y="26710"/>
                    </a:lnTo>
                    <a:lnTo>
                      <a:pt x="33587" y="29031"/>
                    </a:lnTo>
                    <a:lnTo>
                      <a:pt x="39073" y="29334"/>
                    </a:lnTo>
                    <a:lnTo>
                      <a:pt x="41395" y="30478"/>
                    </a:lnTo>
                    <a:lnTo>
                      <a:pt x="46914" y="33101"/>
                    </a:lnTo>
                    <a:lnTo>
                      <a:pt x="54857" y="34178"/>
                    </a:lnTo>
                    <a:close/>
                  </a:path>
                </a:pathLst>
              </a:custGeom>
              <a:grpFill/>
              <a:ln w="6350" cap="flat">
                <a:solidFill>
                  <a:schemeClr val="bg1"/>
                </a:solidFill>
                <a:prstDash val="solid"/>
                <a:miter/>
              </a:ln>
            </p:spPr>
            <p:txBody>
              <a:bodyPr rtlCol="0" anchor="ctr"/>
              <a:lstStyle/>
              <a:p>
                <a:endParaRPr lang="en-US"/>
              </a:p>
            </p:txBody>
          </p:sp>
          <p:sp>
            <p:nvSpPr>
              <p:cNvPr id="249" name="Freeform 966">
                <a:extLst>
                  <a:ext uri="{FF2B5EF4-FFF2-40B4-BE49-F238E27FC236}">
                    <a16:creationId xmlns:a16="http://schemas.microsoft.com/office/drawing/2014/main" id="{B81B6086-5A26-9F8D-A7A7-8097867D54BF}"/>
                  </a:ext>
                </a:extLst>
              </p:cNvPr>
              <p:cNvSpPr/>
              <p:nvPr/>
            </p:nvSpPr>
            <p:spPr>
              <a:xfrm>
                <a:off x="6295013" y="2571278"/>
                <a:ext cx="18846" cy="13186"/>
              </a:xfrm>
              <a:custGeom>
                <a:avLst/>
                <a:gdLst>
                  <a:gd name="connsiteX0" fmla="*/ 3399 w 18846"/>
                  <a:gd name="connsiteY0" fmla="*/ 8275 h 13186"/>
                  <a:gd name="connsiteX1" fmla="*/ 8077 w 18846"/>
                  <a:gd name="connsiteY1" fmla="*/ 9419 h 13186"/>
                  <a:gd name="connsiteX2" fmla="*/ 11443 w 18846"/>
                  <a:gd name="connsiteY2" fmla="*/ 10563 h 13186"/>
                  <a:gd name="connsiteX3" fmla="*/ 16154 w 18846"/>
                  <a:gd name="connsiteY3" fmla="*/ 13187 h 13186"/>
                  <a:gd name="connsiteX4" fmla="*/ 18846 w 18846"/>
                  <a:gd name="connsiteY4" fmla="*/ 12312 h 13186"/>
                  <a:gd name="connsiteX5" fmla="*/ 18846 w 18846"/>
                  <a:gd name="connsiteY5" fmla="*/ 10563 h 13186"/>
                  <a:gd name="connsiteX6" fmla="*/ 18846 w 18846"/>
                  <a:gd name="connsiteY6" fmla="*/ 7098 h 13186"/>
                  <a:gd name="connsiteX7" fmla="*/ 17097 w 18846"/>
                  <a:gd name="connsiteY7" fmla="*/ 4945 h 13186"/>
                  <a:gd name="connsiteX8" fmla="*/ 12183 w 18846"/>
                  <a:gd name="connsiteY8" fmla="*/ 2321 h 13186"/>
                  <a:gd name="connsiteX9" fmla="*/ 7101 w 18846"/>
                  <a:gd name="connsiteY9" fmla="*/ 0 h 13186"/>
                  <a:gd name="connsiteX10" fmla="*/ 2457 w 18846"/>
                  <a:gd name="connsiteY10" fmla="*/ 1009 h 13186"/>
                  <a:gd name="connsiteX11" fmla="*/ 0 w 18846"/>
                  <a:gd name="connsiteY11" fmla="*/ 4777 h 13186"/>
                  <a:gd name="connsiteX12" fmla="*/ 1750 w 18846"/>
                  <a:gd name="connsiteY12" fmla="*/ 6593 h 1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46" h="13186">
                    <a:moveTo>
                      <a:pt x="3399" y="8275"/>
                    </a:moveTo>
                    <a:lnTo>
                      <a:pt x="8077" y="9419"/>
                    </a:lnTo>
                    <a:lnTo>
                      <a:pt x="11443" y="10563"/>
                    </a:lnTo>
                    <a:lnTo>
                      <a:pt x="16154" y="13187"/>
                    </a:lnTo>
                    <a:lnTo>
                      <a:pt x="18846" y="12312"/>
                    </a:lnTo>
                    <a:lnTo>
                      <a:pt x="18846" y="10563"/>
                    </a:lnTo>
                    <a:lnTo>
                      <a:pt x="18846" y="7098"/>
                    </a:lnTo>
                    <a:lnTo>
                      <a:pt x="17097" y="4945"/>
                    </a:lnTo>
                    <a:lnTo>
                      <a:pt x="12183" y="2321"/>
                    </a:lnTo>
                    <a:lnTo>
                      <a:pt x="7101" y="0"/>
                    </a:lnTo>
                    <a:lnTo>
                      <a:pt x="2457" y="1009"/>
                    </a:lnTo>
                    <a:lnTo>
                      <a:pt x="0" y="4777"/>
                    </a:lnTo>
                    <a:lnTo>
                      <a:pt x="1750" y="6593"/>
                    </a:lnTo>
                    <a:close/>
                  </a:path>
                </a:pathLst>
              </a:custGeom>
              <a:grpFill/>
              <a:ln w="6350" cap="flat">
                <a:solidFill>
                  <a:schemeClr val="bg1"/>
                </a:solidFill>
                <a:prstDash val="solid"/>
                <a:miter/>
              </a:ln>
            </p:spPr>
            <p:txBody>
              <a:bodyPr rtlCol="0" anchor="ctr"/>
              <a:lstStyle/>
              <a:p>
                <a:endParaRPr lang="en-US"/>
              </a:p>
            </p:txBody>
          </p:sp>
          <p:sp>
            <p:nvSpPr>
              <p:cNvPr id="250" name="Freeform 967">
                <a:extLst>
                  <a:ext uri="{FF2B5EF4-FFF2-40B4-BE49-F238E27FC236}">
                    <a16:creationId xmlns:a16="http://schemas.microsoft.com/office/drawing/2014/main" id="{8E9ED9E6-FF9B-7180-B80C-C6A6F859BAAE}"/>
                  </a:ext>
                </a:extLst>
              </p:cNvPr>
              <p:cNvSpPr/>
              <p:nvPr/>
            </p:nvSpPr>
            <p:spPr>
              <a:xfrm>
                <a:off x="6316687" y="2576964"/>
                <a:ext cx="5855" cy="9587"/>
              </a:xfrm>
              <a:custGeom>
                <a:avLst/>
                <a:gdLst>
                  <a:gd name="connsiteX0" fmla="*/ 0 w 5855"/>
                  <a:gd name="connsiteY0" fmla="*/ 5584 h 9587"/>
                  <a:gd name="connsiteX1" fmla="*/ 3365 w 5855"/>
                  <a:gd name="connsiteY1" fmla="*/ 8645 h 9587"/>
                  <a:gd name="connsiteX2" fmla="*/ 5116 w 5855"/>
                  <a:gd name="connsiteY2" fmla="*/ 9587 h 9587"/>
                  <a:gd name="connsiteX3" fmla="*/ 5856 w 5855"/>
                  <a:gd name="connsiteY3" fmla="*/ 7502 h 9587"/>
                  <a:gd name="connsiteX4" fmla="*/ 5856 w 5855"/>
                  <a:gd name="connsiteY4" fmla="*/ 3162 h 9587"/>
                  <a:gd name="connsiteX5" fmla="*/ 5856 w 5855"/>
                  <a:gd name="connsiteY5" fmla="*/ 1413 h 9587"/>
                  <a:gd name="connsiteX6" fmla="*/ 4812 w 5855"/>
                  <a:gd name="connsiteY6" fmla="*/ 269 h 9587"/>
                  <a:gd name="connsiteX7" fmla="*/ 3399 w 5855"/>
                  <a:gd name="connsiteY7" fmla="*/ 0 h 9587"/>
                  <a:gd name="connsiteX8" fmla="*/ 2120 w 5855"/>
                  <a:gd name="connsiteY8" fmla="*/ 269 h 9587"/>
                  <a:gd name="connsiteX9" fmla="*/ 1110 w 5855"/>
                  <a:gd name="connsiteY9" fmla="*/ 1144 h 9587"/>
                  <a:gd name="connsiteX10" fmla="*/ 538 w 5855"/>
                  <a:gd name="connsiteY10" fmla="*/ 2220 h 9587"/>
                  <a:gd name="connsiteX11" fmla="*/ 404 w 5855"/>
                  <a:gd name="connsiteY11" fmla="*/ 3835 h 9587"/>
                  <a:gd name="connsiteX12" fmla="*/ 0 w 5855"/>
                  <a:gd name="connsiteY12" fmla="*/ 5584 h 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55" h="9587">
                    <a:moveTo>
                      <a:pt x="0" y="5584"/>
                    </a:moveTo>
                    <a:lnTo>
                      <a:pt x="3365" y="8645"/>
                    </a:lnTo>
                    <a:lnTo>
                      <a:pt x="5116" y="9587"/>
                    </a:lnTo>
                    <a:lnTo>
                      <a:pt x="5856" y="7502"/>
                    </a:lnTo>
                    <a:lnTo>
                      <a:pt x="5856" y="3162"/>
                    </a:lnTo>
                    <a:lnTo>
                      <a:pt x="5856" y="1413"/>
                    </a:lnTo>
                    <a:lnTo>
                      <a:pt x="4812" y="269"/>
                    </a:lnTo>
                    <a:lnTo>
                      <a:pt x="3399" y="0"/>
                    </a:lnTo>
                    <a:lnTo>
                      <a:pt x="2120" y="269"/>
                    </a:lnTo>
                    <a:lnTo>
                      <a:pt x="1110" y="1144"/>
                    </a:lnTo>
                    <a:cubicBezTo>
                      <a:pt x="1110" y="1144"/>
                      <a:pt x="538" y="2086"/>
                      <a:pt x="538" y="2220"/>
                    </a:cubicBezTo>
                    <a:cubicBezTo>
                      <a:pt x="538" y="2355"/>
                      <a:pt x="404" y="3835"/>
                      <a:pt x="404" y="3835"/>
                    </a:cubicBezTo>
                    <a:lnTo>
                      <a:pt x="0" y="5584"/>
                    </a:lnTo>
                    <a:close/>
                  </a:path>
                </a:pathLst>
              </a:custGeom>
              <a:grpFill/>
              <a:ln w="6350" cap="flat">
                <a:solidFill>
                  <a:schemeClr val="bg1"/>
                </a:solidFill>
                <a:prstDash val="solid"/>
                <a:miter/>
              </a:ln>
            </p:spPr>
            <p:txBody>
              <a:bodyPr rtlCol="0" anchor="ctr"/>
              <a:lstStyle/>
              <a:p>
                <a:endParaRPr lang="en-US"/>
              </a:p>
            </p:txBody>
          </p:sp>
          <p:sp>
            <p:nvSpPr>
              <p:cNvPr id="251" name="Freeform 968">
                <a:extLst>
                  <a:ext uri="{FF2B5EF4-FFF2-40B4-BE49-F238E27FC236}">
                    <a16:creationId xmlns:a16="http://schemas.microsoft.com/office/drawing/2014/main" id="{A8ADE804-5EC4-57A9-B0ED-02120999DD7B}"/>
                  </a:ext>
                </a:extLst>
              </p:cNvPr>
              <p:cNvSpPr/>
              <p:nvPr/>
            </p:nvSpPr>
            <p:spPr>
              <a:xfrm>
                <a:off x="6244733" y="2575786"/>
                <a:ext cx="98675" cy="83560"/>
              </a:xfrm>
              <a:custGeom>
                <a:avLst/>
                <a:gdLst>
                  <a:gd name="connsiteX0" fmla="*/ 12587 w 98675"/>
                  <a:gd name="connsiteY0" fmla="*/ 69533 h 83560"/>
                  <a:gd name="connsiteX1" fmla="*/ 19553 w 98675"/>
                  <a:gd name="connsiteY1" fmla="*/ 69533 h 83560"/>
                  <a:gd name="connsiteX2" fmla="*/ 24635 w 98675"/>
                  <a:gd name="connsiteY2" fmla="*/ 71686 h 83560"/>
                  <a:gd name="connsiteX3" fmla="*/ 27092 w 98675"/>
                  <a:gd name="connsiteY3" fmla="*/ 74310 h 83560"/>
                  <a:gd name="connsiteX4" fmla="*/ 32881 w 98675"/>
                  <a:gd name="connsiteY4" fmla="*/ 73570 h 83560"/>
                  <a:gd name="connsiteX5" fmla="*/ 34765 w 98675"/>
                  <a:gd name="connsiteY5" fmla="*/ 71922 h 83560"/>
                  <a:gd name="connsiteX6" fmla="*/ 37828 w 98675"/>
                  <a:gd name="connsiteY6" fmla="*/ 76328 h 83560"/>
                  <a:gd name="connsiteX7" fmla="*/ 37828 w 98675"/>
                  <a:gd name="connsiteY7" fmla="*/ 79087 h 83560"/>
                  <a:gd name="connsiteX8" fmla="*/ 40991 w 98675"/>
                  <a:gd name="connsiteY8" fmla="*/ 80802 h 83560"/>
                  <a:gd name="connsiteX9" fmla="*/ 45804 w 98675"/>
                  <a:gd name="connsiteY9" fmla="*/ 83561 h 83560"/>
                  <a:gd name="connsiteX10" fmla="*/ 50280 w 98675"/>
                  <a:gd name="connsiteY10" fmla="*/ 79221 h 83560"/>
                  <a:gd name="connsiteX11" fmla="*/ 54049 w 98675"/>
                  <a:gd name="connsiteY11" fmla="*/ 77472 h 83560"/>
                  <a:gd name="connsiteX12" fmla="*/ 56809 w 98675"/>
                  <a:gd name="connsiteY12" fmla="*/ 75151 h 83560"/>
                  <a:gd name="connsiteX13" fmla="*/ 61453 w 98675"/>
                  <a:gd name="connsiteY13" fmla="*/ 72830 h 83560"/>
                  <a:gd name="connsiteX14" fmla="*/ 66939 w 98675"/>
                  <a:gd name="connsiteY14" fmla="*/ 72056 h 83560"/>
                  <a:gd name="connsiteX15" fmla="*/ 71954 w 98675"/>
                  <a:gd name="connsiteY15" fmla="*/ 71249 h 83560"/>
                  <a:gd name="connsiteX16" fmla="*/ 78684 w 98675"/>
                  <a:gd name="connsiteY16" fmla="*/ 71249 h 83560"/>
                  <a:gd name="connsiteX17" fmla="*/ 83329 w 98675"/>
                  <a:gd name="connsiteY17" fmla="*/ 69533 h 83560"/>
                  <a:gd name="connsiteX18" fmla="*/ 87367 w 98675"/>
                  <a:gd name="connsiteY18" fmla="*/ 69533 h 83560"/>
                  <a:gd name="connsiteX19" fmla="*/ 92584 w 98675"/>
                  <a:gd name="connsiteY19" fmla="*/ 69533 h 83560"/>
                  <a:gd name="connsiteX20" fmla="*/ 96286 w 98675"/>
                  <a:gd name="connsiteY20" fmla="*/ 67784 h 83560"/>
                  <a:gd name="connsiteX21" fmla="*/ 98675 w 98675"/>
                  <a:gd name="connsiteY21" fmla="*/ 64453 h 83560"/>
                  <a:gd name="connsiteX22" fmla="*/ 98675 w 98675"/>
                  <a:gd name="connsiteY22" fmla="*/ 59946 h 83560"/>
                  <a:gd name="connsiteX23" fmla="*/ 97531 w 98675"/>
                  <a:gd name="connsiteY23" fmla="*/ 54597 h 83560"/>
                  <a:gd name="connsiteX24" fmla="*/ 96353 w 98675"/>
                  <a:gd name="connsiteY24" fmla="*/ 50392 h 83560"/>
                  <a:gd name="connsiteX25" fmla="*/ 92314 w 98675"/>
                  <a:gd name="connsiteY25" fmla="*/ 41982 h 83560"/>
                  <a:gd name="connsiteX26" fmla="*/ 86492 w 98675"/>
                  <a:gd name="connsiteY26" fmla="*/ 34178 h 83560"/>
                  <a:gd name="connsiteX27" fmla="*/ 81881 w 98675"/>
                  <a:gd name="connsiteY27" fmla="*/ 27786 h 83560"/>
                  <a:gd name="connsiteX28" fmla="*/ 74208 w 98675"/>
                  <a:gd name="connsiteY28" fmla="*/ 20991 h 83560"/>
                  <a:gd name="connsiteX29" fmla="*/ 66501 w 98675"/>
                  <a:gd name="connsiteY29" fmla="*/ 15474 h 83560"/>
                  <a:gd name="connsiteX30" fmla="*/ 57516 w 98675"/>
                  <a:gd name="connsiteY30" fmla="*/ 10765 h 83560"/>
                  <a:gd name="connsiteX31" fmla="*/ 53174 w 98675"/>
                  <a:gd name="connsiteY31" fmla="*/ 8679 h 83560"/>
                  <a:gd name="connsiteX32" fmla="*/ 46948 w 98675"/>
                  <a:gd name="connsiteY32" fmla="*/ 5988 h 83560"/>
                  <a:gd name="connsiteX33" fmla="*/ 40991 w 98675"/>
                  <a:gd name="connsiteY33" fmla="*/ 2018 h 83560"/>
                  <a:gd name="connsiteX34" fmla="*/ 37390 w 98675"/>
                  <a:gd name="connsiteY34" fmla="*/ 0 h 83560"/>
                  <a:gd name="connsiteX35" fmla="*/ 33452 w 98675"/>
                  <a:gd name="connsiteY35" fmla="*/ 0 h 83560"/>
                  <a:gd name="connsiteX36" fmla="*/ 25510 w 98675"/>
                  <a:gd name="connsiteY36" fmla="*/ 1177 h 83560"/>
                  <a:gd name="connsiteX37" fmla="*/ 19553 w 98675"/>
                  <a:gd name="connsiteY37" fmla="*/ 4474 h 83560"/>
                  <a:gd name="connsiteX38" fmla="*/ 14774 w 98675"/>
                  <a:gd name="connsiteY38" fmla="*/ 10765 h 83560"/>
                  <a:gd name="connsiteX39" fmla="*/ 11745 w 98675"/>
                  <a:gd name="connsiteY39" fmla="*/ 14599 h 83560"/>
                  <a:gd name="connsiteX40" fmla="*/ 11745 w 98675"/>
                  <a:gd name="connsiteY40" fmla="*/ 18233 h 83560"/>
                  <a:gd name="connsiteX41" fmla="*/ 16087 w 98675"/>
                  <a:gd name="connsiteY41" fmla="*/ 21294 h 83560"/>
                  <a:gd name="connsiteX42" fmla="*/ 14067 w 98675"/>
                  <a:gd name="connsiteY42" fmla="*/ 23581 h 83560"/>
                  <a:gd name="connsiteX43" fmla="*/ 9861 w 98675"/>
                  <a:gd name="connsiteY43" fmla="*/ 26643 h 83560"/>
                  <a:gd name="connsiteX44" fmla="*/ 11005 w 98675"/>
                  <a:gd name="connsiteY44" fmla="*/ 33740 h 83560"/>
                  <a:gd name="connsiteX45" fmla="*/ 9861 w 98675"/>
                  <a:gd name="connsiteY45" fmla="*/ 36196 h 83560"/>
                  <a:gd name="connsiteX46" fmla="*/ 6091 w 98675"/>
                  <a:gd name="connsiteY46" fmla="*/ 39527 h 83560"/>
                  <a:gd name="connsiteX47" fmla="*/ 2457 w 98675"/>
                  <a:gd name="connsiteY47" fmla="*/ 43866 h 83560"/>
                  <a:gd name="connsiteX48" fmla="*/ 0 w 98675"/>
                  <a:gd name="connsiteY48" fmla="*/ 47365 h 83560"/>
                  <a:gd name="connsiteX49" fmla="*/ 7370 w 98675"/>
                  <a:gd name="connsiteY49" fmla="*/ 48374 h 83560"/>
                  <a:gd name="connsiteX50" fmla="*/ 10433 w 98675"/>
                  <a:gd name="connsiteY50" fmla="*/ 51973 h 83560"/>
                  <a:gd name="connsiteX51" fmla="*/ 10130 w 98675"/>
                  <a:gd name="connsiteY51" fmla="*/ 55606 h 83560"/>
                  <a:gd name="connsiteX52" fmla="*/ 10702 w 98675"/>
                  <a:gd name="connsiteY52" fmla="*/ 59239 h 83560"/>
                  <a:gd name="connsiteX53" fmla="*/ 8245 w 98675"/>
                  <a:gd name="connsiteY53" fmla="*/ 62267 h 83560"/>
                  <a:gd name="connsiteX54" fmla="*/ 8986 w 98675"/>
                  <a:gd name="connsiteY54" fmla="*/ 65463 h 83560"/>
                  <a:gd name="connsiteX55" fmla="*/ 9693 w 98675"/>
                  <a:gd name="connsiteY55" fmla="*/ 69096 h 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675" h="83560">
                    <a:moveTo>
                      <a:pt x="12587" y="69533"/>
                    </a:moveTo>
                    <a:lnTo>
                      <a:pt x="19553" y="69533"/>
                    </a:lnTo>
                    <a:lnTo>
                      <a:pt x="24635" y="71686"/>
                    </a:lnTo>
                    <a:lnTo>
                      <a:pt x="27092" y="74310"/>
                    </a:lnTo>
                    <a:lnTo>
                      <a:pt x="32881" y="73570"/>
                    </a:lnTo>
                    <a:lnTo>
                      <a:pt x="34765" y="71922"/>
                    </a:lnTo>
                    <a:lnTo>
                      <a:pt x="37828" y="76328"/>
                    </a:lnTo>
                    <a:lnTo>
                      <a:pt x="37828" y="79087"/>
                    </a:lnTo>
                    <a:lnTo>
                      <a:pt x="40991" y="80802"/>
                    </a:lnTo>
                    <a:lnTo>
                      <a:pt x="45804" y="83561"/>
                    </a:lnTo>
                    <a:lnTo>
                      <a:pt x="50280" y="79221"/>
                    </a:lnTo>
                    <a:lnTo>
                      <a:pt x="54049" y="77472"/>
                    </a:lnTo>
                    <a:lnTo>
                      <a:pt x="56809" y="75151"/>
                    </a:lnTo>
                    <a:lnTo>
                      <a:pt x="61453" y="72830"/>
                    </a:lnTo>
                    <a:lnTo>
                      <a:pt x="66939" y="72056"/>
                    </a:lnTo>
                    <a:lnTo>
                      <a:pt x="71954" y="71249"/>
                    </a:lnTo>
                    <a:lnTo>
                      <a:pt x="78684" y="71249"/>
                    </a:lnTo>
                    <a:lnTo>
                      <a:pt x="83329" y="69533"/>
                    </a:lnTo>
                    <a:lnTo>
                      <a:pt x="87367" y="69533"/>
                    </a:lnTo>
                    <a:lnTo>
                      <a:pt x="92584" y="69533"/>
                    </a:lnTo>
                    <a:lnTo>
                      <a:pt x="96286" y="67784"/>
                    </a:lnTo>
                    <a:lnTo>
                      <a:pt x="98675" y="64453"/>
                    </a:lnTo>
                    <a:lnTo>
                      <a:pt x="98675" y="59946"/>
                    </a:lnTo>
                    <a:lnTo>
                      <a:pt x="97531" y="54597"/>
                    </a:lnTo>
                    <a:lnTo>
                      <a:pt x="96353" y="50392"/>
                    </a:lnTo>
                    <a:lnTo>
                      <a:pt x="92314" y="41982"/>
                    </a:lnTo>
                    <a:lnTo>
                      <a:pt x="86492" y="34178"/>
                    </a:lnTo>
                    <a:lnTo>
                      <a:pt x="81881" y="27786"/>
                    </a:lnTo>
                    <a:lnTo>
                      <a:pt x="74208" y="20991"/>
                    </a:lnTo>
                    <a:lnTo>
                      <a:pt x="66501" y="15474"/>
                    </a:lnTo>
                    <a:lnTo>
                      <a:pt x="57516" y="10765"/>
                    </a:lnTo>
                    <a:lnTo>
                      <a:pt x="53174" y="8679"/>
                    </a:lnTo>
                    <a:lnTo>
                      <a:pt x="46948" y="5988"/>
                    </a:lnTo>
                    <a:lnTo>
                      <a:pt x="40991" y="2018"/>
                    </a:lnTo>
                    <a:lnTo>
                      <a:pt x="37390" y="0"/>
                    </a:lnTo>
                    <a:lnTo>
                      <a:pt x="33452" y="0"/>
                    </a:lnTo>
                    <a:lnTo>
                      <a:pt x="25510" y="1177"/>
                    </a:lnTo>
                    <a:lnTo>
                      <a:pt x="19553" y="4474"/>
                    </a:lnTo>
                    <a:lnTo>
                      <a:pt x="14774" y="10765"/>
                    </a:lnTo>
                    <a:lnTo>
                      <a:pt x="11745" y="14599"/>
                    </a:lnTo>
                    <a:lnTo>
                      <a:pt x="11745" y="18233"/>
                    </a:lnTo>
                    <a:lnTo>
                      <a:pt x="16087" y="21294"/>
                    </a:lnTo>
                    <a:lnTo>
                      <a:pt x="14067" y="23581"/>
                    </a:lnTo>
                    <a:lnTo>
                      <a:pt x="9861" y="26643"/>
                    </a:lnTo>
                    <a:lnTo>
                      <a:pt x="11005" y="33740"/>
                    </a:lnTo>
                    <a:lnTo>
                      <a:pt x="9861" y="36196"/>
                    </a:lnTo>
                    <a:lnTo>
                      <a:pt x="6091" y="39527"/>
                    </a:lnTo>
                    <a:lnTo>
                      <a:pt x="2457" y="43866"/>
                    </a:lnTo>
                    <a:lnTo>
                      <a:pt x="0" y="47365"/>
                    </a:lnTo>
                    <a:lnTo>
                      <a:pt x="7370" y="48374"/>
                    </a:lnTo>
                    <a:lnTo>
                      <a:pt x="10433" y="51973"/>
                    </a:lnTo>
                    <a:lnTo>
                      <a:pt x="10130" y="55606"/>
                    </a:lnTo>
                    <a:lnTo>
                      <a:pt x="10702" y="59239"/>
                    </a:lnTo>
                    <a:lnTo>
                      <a:pt x="8245" y="62267"/>
                    </a:lnTo>
                    <a:lnTo>
                      <a:pt x="8986" y="65463"/>
                    </a:lnTo>
                    <a:lnTo>
                      <a:pt x="9693" y="69096"/>
                    </a:lnTo>
                    <a:close/>
                  </a:path>
                </a:pathLst>
              </a:custGeom>
              <a:solidFill>
                <a:srgbClr val="BB3023"/>
              </a:solidFill>
              <a:ln w="6350" cap="flat">
                <a:solidFill>
                  <a:schemeClr val="bg1"/>
                </a:solidFill>
                <a:prstDash val="solid"/>
                <a:miter/>
              </a:ln>
            </p:spPr>
            <p:txBody>
              <a:bodyPr rtlCol="0" anchor="ctr"/>
              <a:lstStyle/>
              <a:p>
                <a:endParaRPr lang="en-US"/>
              </a:p>
            </p:txBody>
          </p:sp>
        </p:grpSp>
        <p:sp>
          <p:nvSpPr>
            <p:cNvPr id="167" name="Freeform 884">
              <a:extLst>
                <a:ext uri="{FF2B5EF4-FFF2-40B4-BE49-F238E27FC236}">
                  <a16:creationId xmlns:a16="http://schemas.microsoft.com/office/drawing/2014/main" id="{0DFCCF18-D8B6-7578-EE52-2DB7B2391E7D}"/>
                </a:ext>
              </a:extLst>
            </p:cNvPr>
            <p:cNvSpPr/>
            <p:nvPr/>
          </p:nvSpPr>
          <p:spPr>
            <a:xfrm>
              <a:off x="8056836" y="2798702"/>
              <a:ext cx="288901" cy="251855"/>
            </a:xfrm>
            <a:custGeom>
              <a:avLst/>
              <a:gdLst>
                <a:gd name="connsiteX0" fmla="*/ 474226 w 554660"/>
                <a:gd name="connsiteY0" fmla="*/ 434086 h 483536"/>
                <a:gd name="connsiteX1" fmla="*/ 477996 w 554660"/>
                <a:gd name="connsiteY1" fmla="*/ 430756 h 483536"/>
                <a:gd name="connsiteX2" fmla="*/ 479140 w 554660"/>
                <a:gd name="connsiteY2" fmla="*/ 428300 h 483536"/>
                <a:gd name="connsiteX3" fmla="*/ 477996 w 554660"/>
                <a:gd name="connsiteY3" fmla="*/ 421202 h 483536"/>
                <a:gd name="connsiteX4" fmla="*/ 482203 w 554660"/>
                <a:gd name="connsiteY4" fmla="*/ 418174 h 483536"/>
                <a:gd name="connsiteX5" fmla="*/ 484222 w 554660"/>
                <a:gd name="connsiteY5" fmla="*/ 415853 h 483536"/>
                <a:gd name="connsiteX6" fmla="*/ 479881 w 554660"/>
                <a:gd name="connsiteY6" fmla="*/ 412826 h 483536"/>
                <a:gd name="connsiteX7" fmla="*/ 479881 w 554660"/>
                <a:gd name="connsiteY7" fmla="*/ 409193 h 483536"/>
                <a:gd name="connsiteX8" fmla="*/ 482910 w 554660"/>
                <a:gd name="connsiteY8" fmla="*/ 405358 h 483536"/>
                <a:gd name="connsiteX9" fmla="*/ 487688 w 554660"/>
                <a:gd name="connsiteY9" fmla="*/ 399067 h 483536"/>
                <a:gd name="connsiteX10" fmla="*/ 493645 w 554660"/>
                <a:gd name="connsiteY10" fmla="*/ 395770 h 483536"/>
                <a:gd name="connsiteX11" fmla="*/ 501621 w 554660"/>
                <a:gd name="connsiteY11" fmla="*/ 394593 h 483536"/>
                <a:gd name="connsiteX12" fmla="*/ 504246 w 554660"/>
                <a:gd name="connsiteY12" fmla="*/ 394593 h 483536"/>
                <a:gd name="connsiteX13" fmla="*/ 504246 w 554660"/>
                <a:gd name="connsiteY13" fmla="*/ 394526 h 483536"/>
                <a:gd name="connsiteX14" fmla="*/ 494352 w 554660"/>
                <a:gd name="connsiteY14" fmla="*/ 385746 h 483536"/>
                <a:gd name="connsiteX15" fmla="*/ 489136 w 554660"/>
                <a:gd name="connsiteY15" fmla="*/ 380532 h 483536"/>
                <a:gd name="connsiteX16" fmla="*/ 485265 w 554660"/>
                <a:gd name="connsiteY16" fmla="*/ 375553 h 483536"/>
                <a:gd name="connsiteX17" fmla="*/ 482135 w 554660"/>
                <a:gd name="connsiteY17" fmla="*/ 372727 h 483536"/>
                <a:gd name="connsiteX18" fmla="*/ 477356 w 554660"/>
                <a:gd name="connsiteY18" fmla="*/ 367950 h 483536"/>
                <a:gd name="connsiteX19" fmla="*/ 474866 w 554660"/>
                <a:gd name="connsiteY19" fmla="*/ 367076 h 483536"/>
                <a:gd name="connsiteX20" fmla="*/ 471400 w 554660"/>
                <a:gd name="connsiteY20" fmla="*/ 366302 h 483536"/>
                <a:gd name="connsiteX21" fmla="*/ 465745 w 554660"/>
                <a:gd name="connsiteY21" fmla="*/ 366302 h 483536"/>
                <a:gd name="connsiteX22" fmla="*/ 458880 w 554660"/>
                <a:gd name="connsiteY22" fmla="*/ 365427 h 483536"/>
                <a:gd name="connsiteX23" fmla="*/ 450063 w 554660"/>
                <a:gd name="connsiteY23" fmla="*/ 363813 h 483536"/>
                <a:gd name="connsiteX24" fmla="*/ 446461 w 554660"/>
                <a:gd name="connsiteY24" fmla="*/ 361323 h 483536"/>
                <a:gd name="connsiteX25" fmla="*/ 443971 w 554660"/>
                <a:gd name="connsiteY25" fmla="*/ 358498 h 483536"/>
                <a:gd name="connsiteX26" fmla="*/ 446461 w 554660"/>
                <a:gd name="connsiteY26" fmla="*/ 356210 h 483536"/>
                <a:gd name="connsiteX27" fmla="*/ 449188 w 554660"/>
                <a:gd name="connsiteY27" fmla="*/ 354696 h 483536"/>
                <a:gd name="connsiteX28" fmla="*/ 454067 w 554660"/>
                <a:gd name="connsiteY28" fmla="*/ 351433 h 483536"/>
                <a:gd name="connsiteX29" fmla="*/ 457231 w 554660"/>
                <a:gd name="connsiteY29" fmla="*/ 351433 h 483536"/>
                <a:gd name="connsiteX30" fmla="*/ 461034 w 554660"/>
                <a:gd name="connsiteY30" fmla="*/ 352846 h 483536"/>
                <a:gd name="connsiteX31" fmla="*/ 465174 w 554660"/>
                <a:gd name="connsiteY31" fmla="*/ 354158 h 483536"/>
                <a:gd name="connsiteX32" fmla="*/ 474731 w 554660"/>
                <a:gd name="connsiteY32" fmla="*/ 355235 h 483536"/>
                <a:gd name="connsiteX33" fmla="*/ 476044 w 554660"/>
                <a:gd name="connsiteY33" fmla="*/ 354259 h 483536"/>
                <a:gd name="connsiteX34" fmla="*/ 480284 w 554660"/>
                <a:gd name="connsiteY34" fmla="*/ 351837 h 483536"/>
                <a:gd name="connsiteX35" fmla="*/ 483650 w 554660"/>
                <a:gd name="connsiteY35" fmla="*/ 351131 h 483536"/>
                <a:gd name="connsiteX36" fmla="*/ 487688 w 554660"/>
                <a:gd name="connsiteY36" fmla="*/ 351131 h 483536"/>
                <a:gd name="connsiteX37" fmla="*/ 493140 w 554660"/>
                <a:gd name="connsiteY37" fmla="*/ 347666 h 483536"/>
                <a:gd name="connsiteX38" fmla="*/ 499871 w 554660"/>
                <a:gd name="connsiteY38" fmla="*/ 347666 h 483536"/>
                <a:gd name="connsiteX39" fmla="*/ 506165 w 554660"/>
                <a:gd name="connsiteY39" fmla="*/ 349617 h 483536"/>
                <a:gd name="connsiteX40" fmla="*/ 511381 w 554660"/>
                <a:gd name="connsiteY40" fmla="*/ 351030 h 483536"/>
                <a:gd name="connsiteX41" fmla="*/ 516934 w 554660"/>
                <a:gd name="connsiteY41" fmla="*/ 355268 h 483536"/>
                <a:gd name="connsiteX42" fmla="*/ 523901 w 554660"/>
                <a:gd name="connsiteY42" fmla="*/ 359070 h 483536"/>
                <a:gd name="connsiteX43" fmla="*/ 531507 w 554660"/>
                <a:gd name="connsiteY43" fmla="*/ 362333 h 483536"/>
                <a:gd name="connsiteX44" fmla="*/ 537261 w 554660"/>
                <a:gd name="connsiteY44" fmla="*/ 363947 h 483536"/>
                <a:gd name="connsiteX45" fmla="*/ 543017 w 554660"/>
                <a:gd name="connsiteY45" fmla="*/ 364586 h 483536"/>
                <a:gd name="connsiteX46" fmla="*/ 549646 w 554660"/>
                <a:gd name="connsiteY46" fmla="*/ 364385 h 483536"/>
                <a:gd name="connsiteX47" fmla="*/ 553786 w 554660"/>
                <a:gd name="connsiteY47" fmla="*/ 362871 h 483536"/>
                <a:gd name="connsiteX48" fmla="*/ 554661 w 554660"/>
                <a:gd name="connsiteY48" fmla="*/ 359070 h 483536"/>
                <a:gd name="connsiteX49" fmla="*/ 552373 w 554660"/>
                <a:gd name="connsiteY49" fmla="*/ 353855 h 483536"/>
                <a:gd name="connsiteX50" fmla="*/ 547358 w 554660"/>
                <a:gd name="connsiteY50" fmla="*/ 343763 h 483536"/>
                <a:gd name="connsiteX51" fmla="*/ 541603 w 554660"/>
                <a:gd name="connsiteY51" fmla="*/ 332461 h 483536"/>
                <a:gd name="connsiteX52" fmla="*/ 534872 w 554660"/>
                <a:gd name="connsiteY52" fmla="*/ 325598 h 483536"/>
                <a:gd name="connsiteX53" fmla="*/ 526930 w 554660"/>
                <a:gd name="connsiteY53" fmla="*/ 321158 h 483536"/>
                <a:gd name="connsiteX54" fmla="*/ 516732 w 554660"/>
                <a:gd name="connsiteY54" fmla="*/ 317693 h 483536"/>
                <a:gd name="connsiteX55" fmla="*/ 510203 w 554660"/>
                <a:gd name="connsiteY55" fmla="*/ 316280 h 483536"/>
                <a:gd name="connsiteX56" fmla="*/ 501823 w 554660"/>
                <a:gd name="connsiteY56" fmla="*/ 313555 h 483536"/>
                <a:gd name="connsiteX57" fmla="*/ 497414 w 554660"/>
                <a:gd name="connsiteY57" fmla="*/ 310527 h 483536"/>
                <a:gd name="connsiteX58" fmla="*/ 495496 w 554660"/>
                <a:gd name="connsiteY58" fmla="*/ 308778 h 483536"/>
                <a:gd name="connsiteX59" fmla="*/ 495496 w 554660"/>
                <a:gd name="connsiteY59" fmla="*/ 287720 h 483536"/>
                <a:gd name="connsiteX60" fmla="*/ 493544 w 554660"/>
                <a:gd name="connsiteY60" fmla="*/ 283818 h 483536"/>
                <a:gd name="connsiteX61" fmla="*/ 488967 w 554660"/>
                <a:gd name="connsiteY61" fmla="*/ 281429 h 483536"/>
                <a:gd name="connsiteX62" fmla="*/ 485064 w 554660"/>
                <a:gd name="connsiteY62" fmla="*/ 277830 h 483536"/>
                <a:gd name="connsiteX63" fmla="*/ 478097 w 554660"/>
                <a:gd name="connsiteY63" fmla="*/ 275374 h 483536"/>
                <a:gd name="connsiteX64" fmla="*/ 472678 w 554660"/>
                <a:gd name="connsiteY64" fmla="*/ 274668 h 483536"/>
                <a:gd name="connsiteX65" fmla="*/ 465072 w 554660"/>
                <a:gd name="connsiteY65" fmla="*/ 274668 h 483536"/>
                <a:gd name="connsiteX66" fmla="*/ 460293 w 554660"/>
                <a:gd name="connsiteY66" fmla="*/ 273894 h 483536"/>
                <a:gd name="connsiteX67" fmla="*/ 452890 w 554660"/>
                <a:gd name="connsiteY67" fmla="*/ 273356 h 483536"/>
                <a:gd name="connsiteX68" fmla="*/ 447336 w 554660"/>
                <a:gd name="connsiteY68" fmla="*/ 271607 h 483536"/>
                <a:gd name="connsiteX69" fmla="*/ 444510 w 554660"/>
                <a:gd name="connsiteY69" fmla="*/ 267267 h 483536"/>
                <a:gd name="connsiteX70" fmla="*/ 443971 w 554660"/>
                <a:gd name="connsiteY70" fmla="*/ 262154 h 483536"/>
                <a:gd name="connsiteX71" fmla="*/ 441582 w 554660"/>
                <a:gd name="connsiteY71" fmla="*/ 255628 h 483536"/>
                <a:gd name="connsiteX72" fmla="*/ 440707 w 554660"/>
                <a:gd name="connsiteY72" fmla="*/ 251187 h 483536"/>
                <a:gd name="connsiteX73" fmla="*/ 437678 w 554660"/>
                <a:gd name="connsiteY73" fmla="*/ 248698 h 483536"/>
                <a:gd name="connsiteX74" fmla="*/ 436163 w 554660"/>
                <a:gd name="connsiteY74" fmla="*/ 245334 h 483536"/>
                <a:gd name="connsiteX75" fmla="*/ 439730 w 554660"/>
                <a:gd name="connsiteY75" fmla="*/ 239918 h 483536"/>
                <a:gd name="connsiteX76" fmla="*/ 441245 w 554660"/>
                <a:gd name="connsiteY76" fmla="*/ 235040 h 483536"/>
                <a:gd name="connsiteX77" fmla="*/ 440808 w 554660"/>
                <a:gd name="connsiteY77" fmla="*/ 233089 h 483536"/>
                <a:gd name="connsiteX78" fmla="*/ 440471 w 554660"/>
                <a:gd name="connsiteY78" fmla="*/ 227438 h 483536"/>
                <a:gd name="connsiteX79" fmla="*/ 439159 w 554660"/>
                <a:gd name="connsiteY79" fmla="*/ 223737 h 483536"/>
                <a:gd name="connsiteX80" fmla="*/ 436668 w 554660"/>
                <a:gd name="connsiteY80" fmla="*/ 219835 h 483536"/>
                <a:gd name="connsiteX81" fmla="*/ 433202 w 554660"/>
                <a:gd name="connsiteY81" fmla="*/ 215058 h 483536"/>
                <a:gd name="connsiteX82" fmla="*/ 427177 w 554660"/>
                <a:gd name="connsiteY82" fmla="*/ 210382 h 483536"/>
                <a:gd name="connsiteX83" fmla="*/ 424182 w 554660"/>
                <a:gd name="connsiteY83" fmla="*/ 206480 h 483536"/>
                <a:gd name="connsiteX84" fmla="*/ 424182 w 554660"/>
                <a:gd name="connsiteY84" fmla="*/ 200829 h 483536"/>
                <a:gd name="connsiteX85" fmla="*/ 424182 w 554660"/>
                <a:gd name="connsiteY85" fmla="*/ 197364 h 483536"/>
                <a:gd name="connsiteX86" fmla="*/ 421557 w 554660"/>
                <a:gd name="connsiteY86" fmla="*/ 192251 h 483536"/>
                <a:gd name="connsiteX87" fmla="*/ 419269 w 554660"/>
                <a:gd name="connsiteY87" fmla="*/ 189324 h 483536"/>
                <a:gd name="connsiteX88" fmla="*/ 415197 w 554660"/>
                <a:gd name="connsiteY88" fmla="*/ 185422 h 483536"/>
                <a:gd name="connsiteX89" fmla="*/ 413716 w 554660"/>
                <a:gd name="connsiteY89" fmla="*/ 180107 h 483536"/>
                <a:gd name="connsiteX90" fmla="*/ 413716 w 554660"/>
                <a:gd name="connsiteY90" fmla="*/ 174792 h 483536"/>
                <a:gd name="connsiteX91" fmla="*/ 411663 w 554660"/>
                <a:gd name="connsiteY91" fmla="*/ 170015 h 483536"/>
                <a:gd name="connsiteX92" fmla="*/ 409071 w 554660"/>
                <a:gd name="connsiteY92" fmla="*/ 166314 h 483536"/>
                <a:gd name="connsiteX93" fmla="*/ 406783 w 554660"/>
                <a:gd name="connsiteY93" fmla="*/ 162278 h 483536"/>
                <a:gd name="connsiteX94" fmla="*/ 401667 w 554660"/>
                <a:gd name="connsiteY94" fmla="*/ 154002 h 483536"/>
                <a:gd name="connsiteX95" fmla="*/ 397763 w 554660"/>
                <a:gd name="connsiteY95" fmla="*/ 147375 h 483536"/>
                <a:gd name="connsiteX96" fmla="*/ 394499 w 554660"/>
                <a:gd name="connsiteY96" fmla="*/ 139773 h 483536"/>
                <a:gd name="connsiteX97" fmla="*/ 391773 w 554660"/>
                <a:gd name="connsiteY97" fmla="*/ 135736 h 483536"/>
                <a:gd name="connsiteX98" fmla="*/ 389383 w 554660"/>
                <a:gd name="connsiteY98" fmla="*/ 132910 h 483536"/>
                <a:gd name="connsiteX99" fmla="*/ 389383 w 554660"/>
                <a:gd name="connsiteY99" fmla="*/ 126081 h 483536"/>
                <a:gd name="connsiteX100" fmla="*/ 388508 w 554660"/>
                <a:gd name="connsiteY100" fmla="*/ 117167 h 483536"/>
                <a:gd name="connsiteX101" fmla="*/ 386321 w 554660"/>
                <a:gd name="connsiteY101" fmla="*/ 111078 h 483536"/>
                <a:gd name="connsiteX102" fmla="*/ 385008 w 554660"/>
                <a:gd name="connsiteY102" fmla="*/ 105662 h 483536"/>
                <a:gd name="connsiteX103" fmla="*/ 375989 w 554660"/>
                <a:gd name="connsiteY103" fmla="*/ 89145 h 483536"/>
                <a:gd name="connsiteX104" fmla="*/ 372085 w 554660"/>
                <a:gd name="connsiteY104" fmla="*/ 81206 h 483536"/>
                <a:gd name="connsiteX105" fmla="*/ 361012 w 554660"/>
                <a:gd name="connsiteY105" fmla="*/ 73604 h 483536"/>
                <a:gd name="connsiteX106" fmla="*/ 343176 w 554660"/>
                <a:gd name="connsiteY106" fmla="*/ 63713 h 483536"/>
                <a:gd name="connsiteX107" fmla="*/ 333921 w 554660"/>
                <a:gd name="connsiteY107" fmla="*/ 62301 h 483536"/>
                <a:gd name="connsiteX108" fmla="*/ 324228 w 554660"/>
                <a:gd name="connsiteY108" fmla="*/ 61426 h 483536"/>
                <a:gd name="connsiteX109" fmla="*/ 318574 w 554660"/>
                <a:gd name="connsiteY109" fmla="*/ 57288 h 483536"/>
                <a:gd name="connsiteX110" fmla="*/ 312045 w 554660"/>
                <a:gd name="connsiteY110" fmla="*/ 56414 h 483536"/>
                <a:gd name="connsiteX111" fmla="*/ 305954 w 554660"/>
                <a:gd name="connsiteY111" fmla="*/ 55337 h 483536"/>
                <a:gd name="connsiteX112" fmla="*/ 300636 w 554660"/>
                <a:gd name="connsiteY112" fmla="*/ 50459 h 483536"/>
                <a:gd name="connsiteX113" fmla="*/ 294343 w 554660"/>
                <a:gd name="connsiteY113" fmla="*/ 43395 h 483536"/>
                <a:gd name="connsiteX114" fmla="*/ 289766 w 554660"/>
                <a:gd name="connsiteY114" fmla="*/ 39695 h 483536"/>
                <a:gd name="connsiteX115" fmla="*/ 281083 w 554660"/>
                <a:gd name="connsiteY115" fmla="*/ 33068 h 483536"/>
                <a:gd name="connsiteX116" fmla="*/ 271525 w 554660"/>
                <a:gd name="connsiteY116" fmla="*/ 32294 h 483536"/>
                <a:gd name="connsiteX117" fmla="*/ 264626 w 554660"/>
                <a:gd name="connsiteY117" fmla="*/ 31756 h 483536"/>
                <a:gd name="connsiteX118" fmla="*/ 262405 w 554660"/>
                <a:gd name="connsiteY118" fmla="*/ 26004 h 483536"/>
                <a:gd name="connsiteX119" fmla="*/ 262405 w 554660"/>
                <a:gd name="connsiteY119" fmla="*/ 20016 h 483536"/>
                <a:gd name="connsiteX120" fmla="*/ 262405 w 554660"/>
                <a:gd name="connsiteY120" fmla="*/ 13052 h 483536"/>
                <a:gd name="connsiteX121" fmla="*/ 265568 w 554660"/>
                <a:gd name="connsiteY121" fmla="*/ 8175 h 483536"/>
                <a:gd name="connsiteX122" fmla="*/ 270246 w 554660"/>
                <a:gd name="connsiteY122" fmla="*/ 4575 h 483536"/>
                <a:gd name="connsiteX123" fmla="*/ 271996 w 554660"/>
                <a:gd name="connsiteY123" fmla="*/ 3263 h 483536"/>
                <a:gd name="connsiteX124" fmla="*/ 273410 w 554660"/>
                <a:gd name="connsiteY124" fmla="*/ 1615 h 483536"/>
                <a:gd name="connsiteX125" fmla="*/ 271458 w 554660"/>
                <a:gd name="connsiteY125" fmla="*/ 0 h 483536"/>
                <a:gd name="connsiteX126" fmla="*/ 261563 w 554660"/>
                <a:gd name="connsiteY126" fmla="*/ 0 h 483536"/>
                <a:gd name="connsiteX127" fmla="*/ 252645 w 554660"/>
                <a:gd name="connsiteY127" fmla="*/ 1413 h 483536"/>
                <a:gd name="connsiteX128" fmla="*/ 247866 w 554660"/>
                <a:gd name="connsiteY128" fmla="*/ 5113 h 483536"/>
                <a:gd name="connsiteX129" fmla="*/ 241875 w 554660"/>
                <a:gd name="connsiteY129" fmla="*/ 7939 h 483536"/>
                <a:gd name="connsiteX130" fmla="*/ 235784 w 554660"/>
                <a:gd name="connsiteY130" fmla="*/ 9352 h 483536"/>
                <a:gd name="connsiteX131" fmla="*/ 226865 w 554660"/>
                <a:gd name="connsiteY131" fmla="*/ 10126 h 483536"/>
                <a:gd name="connsiteX132" fmla="*/ 224510 w 554660"/>
                <a:gd name="connsiteY132" fmla="*/ 15575 h 483536"/>
                <a:gd name="connsiteX133" fmla="*/ 224139 w 554660"/>
                <a:gd name="connsiteY133" fmla="*/ 19276 h 483536"/>
                <a:gd name="connsiteX134" fmla="*/ 224139 w 554660"/>
                <a:gd name="connsiteY134" fmla="*/ 25263 h 483536"/>
                <a:gd name="connsiteX135" fmla="*/ 223500 w 554660"/>
                <a:gd name="connsiteY135" fmla="*/ 29065 h 483536"/>
                <a:gd name="connsiteX136" fmla="*/ 222187 w 554660"/>
                <a:gd name="connsiteY136" fmla="*/ 34279 h 483536"/>
                <a:gd name="connsiteX137" fmla="*/ 218586 w 554660"/>
                <a:gd name="connsiteY137" fmla="*/ 38854 h 483536"/>
                <a:gd name="connsiteX138" fmla="*/ 217610 w 554660"/>
                <a:gd name="connsiteY138" fmla="*/ 44842 h 483536"/>
                <a:gd name="connsiteX139" fmla="*/ 219461 w 554660"/>
                <a:gd name="connsiteY139" fmla="*/ 48441 h 483536"/>
                <a:gd name="connsiteX140" fmla="*/ 215995 w 554660"/>
                <a:gd name="connsiteY140" fmla="*/ 50729 h 483536"/>
                <a:gd name="connsiteX141" fmla="*/ 205226 w 554660"/>
                <a:gd name="connsiteY141" fmla="*/ 51368 h 483536"/>
                <a:gd name="connsiteX142" fmla="*/ 199672 w 554660"/>
                <a:gd name="connsiteY142" fmla="*/ 52680 h 483536"/>
                <a:gd name="connsiteX143" fmla="*/ 196071 w 554660"/>
                <a:gd name="connsiteY143" fmla="*/ 59845 h 483536"/>
                <a:gd name="connsiteX144" fmla="*/ 194658 w 554660"/>
                <a:gd name="connsiteY144" fmla="*/ 65160 h 483536"/>
                <a:gd name="connsiteX145" fmla="*/ 196307 w 554660"/>
                <a:gd name="connsiteY145" fmla="*/ 74075 h 483536"/>
                <a:gd name="connsiteX146" fmla="*/ 194658 w 554660"/>
                <a:gd name="connsiteY146" fmla="*/ 79289 h 483536"/>
                <a:gd name="connsiteX147" fmla="*/ 189980 w 554660"/>
                <a:gd name="connsiteY147" fmla="*/ 85714 h 483536"/>
                <a:gd name="connsiteX148" fmla="*/ 184427 w 554660"/>
                <a:gd name="connsiteY148" fmla="*/ 89179 h 483536"/>
                <a:gd name="connsiteX149" fmla="*/ 175609 w 554660"/>
                <a:gd name="connsiteY149" fmla="*/ 92105 h 483536"/>
                <a:gd name="connsiteX150" fmla="*/ 169417 w 554660"/>
                <a:gd name="connsiteY150" fmla="*/ 89919 h 483536"/>
                <a:gd name="connsiteX151" fmla="*/ 162989 w 554660"/>
                <a:gd name="connsiteY151" fmla="*/ 80903 h 483536"/>
                <a:gd name="connsiteX152" fmla="*/ 163629 w 554660"/>
                <a:gd name="connsiteY152" fmla="*/ 75454 h 483536"/>
                <a:gd name="connsiteX153" fmla="*/ 162989 w 554660"/>
                <a:gd name="connsiteY153" fmla="*/ 69802 h 483536"/>
                <a:gd name="connsiteX154" fmla="*/ 159186 w 554660"/>
                <a:gd name="connsiteY154" fmla="*/ 64386 h 483536"/>
                <a:gd name="connsiteX155" fmla="*/ 155383 w 554660"/>
                <a:gd name="connsiteY155" fmla="*/ 61897 h 483536"/>
                <a:gd name="connsiteX156" fmla="*/ 148652 w 554660"/>
                <a:gd name="connsiteY156" fmla="*/ 59408 h 483536"/>
                <a:gd name="connsiteX157" fmla="*/ 143436 w 554660"/>
                <a:gd name="connsiteY157" fmla="*/ 60282 h 483536"/>
                <a:gd name="connsiteX158" fmla="*/ 136907 w 554660"/>
                <a:gd name="connsiteY158" fmla="*/ 64723 h 483536"/>
                <a:gd name="connsiteX159" fmla="*/ 136368 w 554660"/>
                <a:gd name="connsiteY159" fmla="*/ 69399 h 483536"/>
                <a:gd name="connsiteX160" fmla="*/ 134854 w 554660"/>
                <a:gd name="connsiteY160" fmla="*/ 76362 h 483536"/>
                <a:gd name="connsiteX161" fmla="*/ 130950 w 554660"/>
                <a:gd name="connsiteY161" fmla="*/ 81677 h 483536"/>
                <a:gd name="connsiteX162" fmla="*/ 125834 w 554660"/>
                <a:gd name="connsiteY162" fmla="*/ 82552 h 483536"/>
                <a:gd name="connsiteX163" fmla="*/ 119406 w 554660"/>
                <a:gd name="connsiteY163" fmla="*/ 83628 h 483536"/>
                <a:gd name="connsiteX164" fmla="*/ 113315 w 554660"/>
                <a:gd name="connsiteY164" fmla="*/ 85041 h 483536"/>
                <a:gd name="connsiteX165" fmla="*/ 107762 w 554660"/>
                <a:gd name="connsiteY165" fmla="*/ 83965 h 483536"/>
                <a:gd name="connsiteX166" fmla="*/ 104598 w 554660"/>
                <a:gd name="connsiteY166" fmla="*/ 80601 h 483536"/>
                <a:gd name="connsiteX167" fmla="*/ 93627 w 554660"/>
                <a:gd name="connsiteY167" fmla="*/ 72897 h 483536"/>
                <a:gd name="connsiteX168" fmla="*/ 86661 w 554660"/>
                <a:gd name="connsiteY168" fmla="*/ 76598 h 483536"/>
                <a:gd name="connsiteX169" fmla="*/ 86661 w 554660"/>
                <a:gd name="connsiteY169" fmla="*/ 82686 h 483536"/>
                <a:gd name="connsiteX170" fmla="*/ 84338 w 554660"/>
                <a:gd name="connsiteY170" fmla="*/ 86454 h 483536"/>
                <a:gd name="connsiteX171" fmla="*/ 78247 w 554660"/>
                <a:gd name="connsiteY171" fmla="*/ 91365 h 483536"/>
                <a:gd name="connsiteX172" fmla="*/ 73905 w 554660"/>
                <a:gd name="connsiteY172" fmla="*/ 86454 h 483536"/>
                <a:gd name="connsiteX173" fmla="*/ 70574 w 554660"/>
                <a:gd name="connsiteY173" fmla="*/ 84436 h 483536"/>
                <a:gd name="connsiteX174" fmla="*/ 64044 w 554660"/>
                <a:gd name="connsiteY174" fmla="*/ 77203 h 483536"/>
                <a:gd name="connsiteX175" fmla="*/ 64044 w 554660"/>
                <a:gd name="connsiteY175" fmla="*/ 67077 h 483536"/>
                <a:gd name="connsiteX176" fmla="*/ 64044 w 554660"/>
                <a:gd name="connsiteY176" fmla="*/ 58399 h 483536"/>
                <a:gd name="connsiteX177" fmla="*/ 59400 w 554660"/>
                <a:gd name="connsiteY177" fmla="*/ 55203 h 483536"/>
                <a:gd name="connsiteX178" fmla="*/ 56237 w 554660"/>
                <a:gd name="connsiteY178" fmla="*/ 47970 h 483536"/>
                <a:gd name="connsiteX179" fmla="*/ 52467 w 554660"/>
                <a:gd name="connsiteY179" fmla="*/ 45077 h 483536"/>
                <a:gd name="connsiteX180" fmla="*/ 42910 w 554660"/>
                <a:gd name="connsiteY180" fmla="*/ 42184 h 483536"/>
                <a:gd name="connsiteX181" fmla="*/ 29582 w 554660"/>
                <a:gd name="connsiteY181" fmla="*/ 40166 h 483536"/>
                <a:gd name="connsiteX182" fmla="*/ 17096 w 554660"/>
                <a:gd name="connsiteY182" fmla="*/ 41310 h 483536"/>
                <a:gd name="connsiteX183" fmla="*/ 11308 w 554660"/>
                <a:gd name="connsiteY183" fmla="*/ 45952 h 483536"/>
                <a:gd name="connsiteX184" fmla="*/ 6529 w 554660"/>
                <a:gd name="connsiteY184" fmla="*/ 49417 h 483536"/>
                <a:gd name="connsiteX185" fmla="*/ 1447 w 554660"/>
                <a:gd name="connsiteY185" fmla="*/ 58399 h 483536"/>
                <a:gd name="connsiteX186" fmla="*/ 1447 w 554660"/>
                <a:gd name="connsiteY186" fmla="*/ 63613 h 483536"/>
                <a:gd name="connsiteX187" fmla="*/ 0 w 554660"/>
                <a:gd name="connsiteY187" fmla="*/ 69399 h 483536"/>
                <a:gd name="connsiteX188" fmla="*/ 4341 w 554660"/>
                <a:gd name="connsiteY188" fmla="*/ 73738 h 483536"/>
                <a:gd name="connsiteX189" fmla="*/ 7808 w 554660"/>
                <a:gd name="connsiteY189" fmla="*/ 77203 h 483536"/>
                <a:gd name="connsiteX190" fmla="*/ 22582 w 554660"/>
                <a:gd name="connsiteY190" fmla="*/ 86488 h 483536"/>
                <a:gd name="connsiteX191" fmla="*/ 30423 w 554660"/>
                <a:gd name="connsiteY191" fmla="*/ 90827 h 483536"/>
                <a:gd name="connsiteX192" fmla="*/ 37390 w 554660"/>
                <a:gd name="connsiteY192" fmla="*/ 91702 h 483536"/>
                <a:gd name="connsiteX193" fmla="*/ 44054 w 554660"/>
                <a:gd name="connsiteY193" fmla="*/ 96613 h 483536"/>
                <a:gd name="connsiteX194" fmla="*/ 48967 w 554660"/>
                <a:gd name="connsiteY194" fmla="*/ 100953 h 483536"/>
                <a:gd name="connsiteX195" fmla="*/ 54487 w 554660"/>
                <a:gd name="connsiteY195" fmla="*/ 100953 h 483536"/>
                <a:gd name="connsiteX196" fmla="*/ 58559 w 554660"/>
                <a:gd name="connsiteY196" fmla="*/ 109060 h 483536"/>
                <a:gd name="connsiteX197" fmla="*/ 64044 w 554660"/>
                <a:gd name="connsiteY197" fmla="*/ 119185 h 483536"/>
                <a:gd name="connsiteX198" fmla="*/ 70439 w 554660"/>
                <a:gd name="connsiteY198" fmla="*/ 119488 h 483536"/>
                <a:gd name="connsiteX199" fmla="*/ 71886 w 554660"/>
                <a:gd name="connsiteY199" fmla="*/ 123827 h 483536"/>
                <a:gd name="connsiteX200" fmla="*/ 76800 w 554660"/>
                <a:gd name="connsiteY200" fmla="*/ 129614 h 483536"/>
                <a:gd name="connsiteX201" fmla="*/ 83194 w 554660"/>
                <a:gd name="connsiteY201" fmla="*/ 132069 h 483536"/>
                <a:gd name="connsiteX202" fmla="*/ 97093 w 554660"/>
                <a:gd name="connsiteY202" fmla="*/ 132204 h 483536"/>
                <a:gd name="connsiteX203" fmla="*/ 108401 w 554660"/>
                <a:gd name="connsiteY203" fmla="*/ 132204 h 483536"/>
                <a:gd name="connsiteX204" fmla="*/ 117387 w 554660"/>
                <a:gd name="connsiteY204" fmla="*/ 133650 h 483536"/>
                <a:gd name="connsiteX205" fmla="*/ 123748 w 554660"/>
                <a:gd name="connsiteY205" fmla="*/ 140614 h 483536"/>
                <a:gd name="connsiteX206" fmla="*/ 128089 w 554660"/>
                <a:gd name="connsiteY206" fmla="*/ 144953 h 483536"/>
                <a:gd name="connsiteX207" fmla="*/ 132565 w 554660"/>
                <a:gd name="connsiteY207" fmla="*/ 150739 h 483536"/>
                <a:gd name="connsiteX208" fmla="*/ 133575 w 554660"/>
                <a:gd name="connsiteY208" fmla="*/ 154507 h 483536"/>
                <a:gd name="connsiteX209" fmla="*/ 133575 w 554660"/>
                <a:gd name="connsiteY209" fmla="*/ 164363 h 483536"/>
                <a:gd name="connsiteX210" fmla="*/ 136469 w 554660"/>
                <a:gd name="connsiteY210" fmla="*/ 168434 h 483536"/>
                <a:gd name="connsiteX211" fmla="*/ 145724 w 554660"/>
                <a:gd name="connsiteY211" fmla="*/ 168434 h 483536"/>
                <a:gd name="connsiteX212" fmla="*/ 152388 w 554660"/>
                <a:gd name="connsiteY212" fmla="*/ 164969 h 483536"/>
                <a:gd name="connsiteX213" fmla="*/ 157032 w 554660"/>
                <a:gd name="connsiteY213" fmla="*/ 160898 h 483536"/>
                <a:gd name="connsiteX214" fmla="*/ 162249 w 554660"/>
                <a:gd name="connsiteY214" fmla="*/ 163522 h 483536"/>
                <a:gd name="connsiteX215" fmla="*/ 171806 w 554660"/>
                <a:gd name="connsiteY215" fmla="*/ 165272 h 483536"/>
                <a:gd name="connsiteX216" fmla="*/ 179042 w 554660"/>
                <a:gd name="connsiteY216" fmla="*/ 166146 h 483536"/>
                <a:gd name="connsiteX217" fmla="*/ 178167 w 554660"/>
                <a:gd name="connsiteY217" fmla="*/ 173984 h 483536"/>
                <a:gd name="connsiteX218" fmla="*/ 174095 w 554660"/>
                <a:gd name="connsiteY218" fmla="*/ 179501 h 483536"/>
                <a:gd name="connsiteX219" fmla="*/ 173523 w 554660"/>
                <a:gd name="connsiteY219" fmla="*/ 184413 h 483536"/>
                <a:gd name="connsiteX220" fmla="*/ 171504 w 554660"/>
                <a:gd name="connsiteY220" fmla="*/ 190804 h 483536"/>
                <a:gd name="connsiteX221" fmla="*/ 167432 w 554660"/>
                <a:gd name="connsiteY221" fmla="*/ 197465 h 483536"/>
                <a:gd name="connsiteX222" fmla="*/ 164840 w 554660"/>
                <a:gd name="connsiteY222" fmla="*/ 202107 h 483536"/>
                <a:gd name="connsiteX223" fmla="*/ 162821 w 554660"/>
                <a:gd name="connsiteY223" fmla="*/ 209070 h 483536"/>
                <a:gd name="connsiteX224" fmla="*/ 161071 w 554660"/>
                <a:gd name="connsiteY224" fmla="*/ 222694 h 483536"/>
                <a:gd name="connsiteX225" fmla="*/ 161340 w 554660"/>
                <a:gd name="connsiteY225" fmla="*/ 224444 h 483536"/>
                <a:gd name="connsiteX226" fmla="*/ 165681 w 554660"/>
                <a:gd name="connsiteY226" fmla="*/ 229355 h 483536"/>
                <a:gd name="connsiteX227" fmla="*/ 176114 w 554660"/>
                <a:gd name="connsiteY227" fmla="*/ 228481 h 483536"/>
                <a:gd name="connsiteX228" fmla="*/ 183081 w 554660"/>
                <a:gd name="connsiteY228" fmla="*/ 226159 h 483536"/>
                <a:gd name="connsiteX229" fmla="*/ 185403 w 554660"/>
                <a:gd name="connsiteY229" fmla="*/ 235713 h 483536"/>
                <a:gd name="connsiteX230" fmla="*/ 189475 w 554660"/>
                <a:gd name="connsiteY230" fmla="*/ 244392 h 483536"/>
                <a:gd name="connsiteX231" fmla="*/ 192672 w 554660"/>
                <a:gd name="connsiteY231" fmla="*/ 252802 h 483536"/>
                <a:gd name="connsiteX232" fmla="*/ 191797 w 554660"/>
                <a:gd name="connsiteY232" fmla="*/ 260606 h 483536"/>
                <a:gd name="connsiteX233" fmla="*/ 194692 w 554660"/>
                <a:gd name="connsiteY233" fmla="*/ 268713 h 483536"/>
                <a:gd name="connsiteX234" fmla="*/ 205697 w 554660"/>
                <a:gd name="connsiteY234" fmla="*/ 277123 h 483536"/>
                <a:gd name="connsiteX235" fmla="*/ 211485 w 554660"/>
                <a:gd name="connsiteY235" fmla="*/ 277998 h 483536"/>
                <a:gd name="connsiteX236" fmla="*/ 220168 w 554660"/>
                <a:gd name="connsiteY236" fmla="*/ 275980 h 483536"/>
                <a:gd name="connsiteX237" fmla="*/ 227404 w 554660"/>
                <a:gd name="connsiteY237" fmla="*/ 276282 h 483536"/>
                <a:gd name="connsiteX238" fmla="*/ 234067 w 554660"/>
                <a:gd name="connsiteY238" fmla="*/ 275980 h 483536"/>
                <a:gd name="connsiteX239" fmla="*/ 239284 w 554660"/>
                <a:gd name="connsiteY239" fmla="*/ 273087 h 483536"/>
                <a:gd name="connsiteX240" fmla="*/ 241034 w 554660"/>
                <a:gd name="connsiteY240" fmla="*/ 266998 h 483536"/>
                <a:gd name="connsiteX241" fmla="*/ 245106 w 554660"/>
                <a:gd name="connsiteY241" fmla="*/ 261481 h 483536"/>
                <a:gd name="connsiteX242" fmla="*/ 245409 w 554660"/>
                <a:gd name="connsiteY242" fmla="*/ 250750 h 483536"/>
                <a:gd name="connsiteX243" fmla="*/ 248000 w 554660"/>
                <a:gd name="connsiteY243" fmla="*/ 244661 h 483536"/>
                <a:gd name="connsiteX244" fmla="*/ 256111 w 554660"/>
                <a:gd name="connsiteY244" fmla="*/ 242340 h 483536"/>
                <a:gd name="connsiteX245" fmla="*/ 261631 w 554660"/>
                <a:gd name="connsiteY245" fmla="*/ 248731 h 483536"/>
                <a:gd name="connsiteX246" fmla="*/ 269438 w 554660"/>
                <a:gd name="connsiteY246" fmla="*/ 255392 h 483536"/>
                <a:gd name="connsiteX247" fmla="*/ 281319 w 554660"/>
                <a:gd name="connsiteY247" fmla="*/ 261481 h 483536"/>
                <a:gd name="connsiteX248" fmla="*/ 287982 w 554660"/>
                <a:gd name="connsiteY248" fmla="*/ 266123 h 483536"/>
                <a:gd name="connsiteX249" fmla="*/ 286232 w 554660"/>
                <a:gd name="connsiteY249" fmla="*/ 277426 h 483536"/>
                <a:gd name="connsiteX250" fmla="*/ 283607 w 554660"/>
                <a:gd name="connsiteY250" fmla="*/ 281194 h 483536"/>
                <a:gd name="connsiteX251" fmla="*/ 285054 w 554660"/>
                <a:gd name="connsiteY251" fmla="*/ 289032 h 483536"/>
                <a:gd name="connsiteX252" fmla="*/ 286501 w 554660"/>
                <a:gd name="connsiteY252" fmla="*/ 294818 h 483536"/>
                <a:gd name="connsiteX253" fmla="*/ 281588 w 554660"/>
                <a:gd name="connsiteY253" fmla="*/ 300335 h 483536"/>
                <a:gd name="connsiteX254" fmla="*/ 274352 w 554660"/>
                <a:gd name="connsiteY254" fmla="*/ 304102 h 483536"/>
                <a:gd name="connsiteX255" fmla="*/ 268563 w 554660"/>
                <a:gd name="connsiteY255" fmla="*/ 299191 h 483536"/>
                <a:gd name="connsiteX256" fmla="*/ 260722 w 554660"/>
                <a:gd name="connsiteY256" fmla="*/ 298888 h 483536"/>
                <a:gd name="connsiteX257" fmla="*/ 252039 w 554660"/>
                <a:gd name="connsiteY257" fmla="*/ 297442 h 483536"/>
                <a:gd name="connsiteX258" fmla="*/ 247698 w 554660"/>
                <a:gd name="connsiteY258" fmla="*/ 292530 h 483536"/>
                <a:gd name="connsiteX259" fmla="*/ 239587 w 554660"/>
                <a:gd name="connsiteY259" fmla="*/ 289335 h 483536"/>
                <a:gd name="connsiteX260" fmla="*/ 234101 w 554660"/>
                <a:gd name="connsiteY260" fmla="*/ 293977 h 483536"/>
                <a:gd name="connsiteX261" fmla="*/ 233529 w 554660"/>
                <a:gd name="connsiteY261" fmla="*/ 301512 h 483536"/>
                <a:gd name="connsiteX262" fmla="*/ 236423 w 554660"/>
                <a:gd name="connsiteY262" fmla="*/ 311066 h 483536"/>
                <a:gd name="connsiteX263" fmla="*/ 237568 w 554660"/>
                <a:gd name="connsiteY263" fmla="*/ 317457 h 483536"/>
                <a:gd name="connsiteX264" fmla="*/ 236693 w 554660"/>
                <a:gd name="connsiteY264" fmla="*/ 327314 h 483536"/>
                <a:gd name="connsiteX265" fmla="*/ 233798 w 554660"/>
                <a:gd name="connsiteY265" fmla="*/ 331384 h 483536"/>
                <a:gd name="connsiteX266" fmla="*/ 232351 w 554660"/>
                <a:gd name="connsiteY266" fmla="*/ 336598 h 483536"/>
                <a:gd name="connsiteX267" fmla="*/ 228010 w 554660"/>
                <a:gd name="connsiteY267" fmla="*/ 338045 h 483536"/>
                <a:gd name="connsiteX268" fmla="*/ 222490 w 554660"/>
                <a:gd name="connsiteY268" fmla="*/ 338617 h 483536"/>
                <a:gd name="connsiteX269" fmla="*/ 217846 w 554660"/>
                <a:gd name="connsiteY269" fmla="*/ 345008 h 483536"/>
                <a:gd name="connsiteX270" fmla="*/ 216096 w 554660"/>
                <a:gd name="connsiteY270" fmla="*/ 353115 h 483536"/>
                <a:gd name="connsiteX271" fmla="*/ 211183 w 554660"/>
                <a:gd name="connsiteY271" fmla="*/ 361222 h 483536"/>
                <a:gd name="connsiteX272" fmla="*/ 208860 w 554660"/>
                <a:gd name="connsiteY272" fmla="*/ 367009 h 483536"/>
                <a:gd name="connsiteX273" fmla="*/ 214649 w 554660"/>
                <a:gd name="connsiteY273" fmla="*/ 370473 h 483536"/>
                <a:gd name="connsiteX274" fmla="*/ 219865 w 554660"/>
                <a:gd name="connsiteY274" fmla="*/ 373366 h 483536"/>
                <a:gd name="connsiteX275" fmla="*/ 224510 w 554660"/>
                <a:gd name="connsiteY275" fmla="*/ 379152 h 483536"/>
                <a:gd name="connsiteX276" fmla="*/ 226832 w 554660"/>
                <a:gd name="connsiteY276" fmla="*/ 389581 h 483536"/>
                <a:gd name="connsiteX277" fmla="*/ 229726 w 554660"/>
                <a:gd name="connsiteY277" fmla="*/ 394795 h 483536"/>
                <a:gd name="connsiteX278" fmla="*/ 238712 w 554660"/>
                <a:gd name="connsiteY278" fmla="*/ 395030 h 483536"/>
                <a:gd name="connsiteX279" fmla="*/ 249145 w 554660"/>
                <a:gd name="connsiteY279" fmla="*/ 396578 h 483536"/>
                <a:gd name="connsiteX280" fmla="*/ 259578 w 554660"/>
                <a:gd name="connsiteY280" fmla="*/ 396578 h 483536"/>
                <a:gd name="connsiteX281" fmla="*/ 261328 w 554660"/>
                <a:gd name="connsiteY281" fmla="*/ 401792 h 483536"/>
                <a:gd name="connsiteX282" fmla="*/ 262472 w 554660"/>
                <a:gd name="connsiteY282" fmla="*/ 408183 h 483536"/>
                <a:gd name="connsiteX283" fmla="*/ 263650 w 554660"/>
                <a:gd name="connsiteY283" fmla="*/ 413700 h 483536"/>
                <a:gd name="connsiteX284" fmla="*/ 260452 w 554660"/>
                <a:gd name="connsiteY284" fmla="*/ 421505 h 483536"/>
                <a:gd name="connsiteX285" fmla="*/ 255236 w 554660"/>
                <a:gd name="connsiteY285" fmla="*/ 425844 h 483536"/>
                <a:gd name="connsiteX286" fmla="*/ 247698 w 554660"/>
                <a:gd name="connsiteY286" fmla="*/ 433077 h 483536"/>
                <a:gd name="connsiteX287" fmla="*/ 249717 w 554660"/>
                <a:gd name="connsiteY287" fmla="*/ 438863 h 483536"/>
                <a:gd name="connsiteX288" fmla="*/ 252914 w 554660"/>
                <a:gd name="connsiteY288" fmla="*/ 442193 h 483536"/>
                <a:gd name="connsiteX289" fmla="*/ 261328 w 554660"/>
                <a:gd name="connsiteY289" fmla="*/ 446970 h 483536"/>
                <a:gd name="connsiteX290" fmla="*/ 270011 w 554660"/>
                <a:gd name="connsiteY290" fmla="*/ 446970 h 483536"/>
                <a:gd name="connsiteX291" fmla="*/ 277112 w 554660"/>
                <a:gd name="connsiteY291" fmla="*/ 444952 h 483536"/>
                <a:gd name="connsiteX292" fmla="*/ 284785 w 554660"/>
                <a:gd name="connsiteY292" fmla="*/ 441756 h 483536"/>
                <a:gd name="connsiteX293" fmla="*/ 292020 w 554660"/>
                <a:gd name="connsiteY293" fmla="*/ 440881 h 483536"/>
                <a:gd name="connsiteX294" fmla="*/ 299862 w 554660"/>
                <a:gd name="connsiteY294" fmla="*/ 438829 h 483536"/>
                <a:gd name="connsiteX295" fmla="*/ 310867 w 554660"/>
                <a:gd name="connsiteY295" fmla="*/ 436542 h 483536"/>
                <a:gd name="connsiteX296" fmla="*/ 315209 w 554660"/>
                <a:gd name="connsiteY296" fmla="*/ 436542 h 483536"/>
                <a:gd name="connsiteX297" fmla="*/ 316084 w 554660"/>
                <a:gd name="connsiteY297" fmla="*/ 444649 h 483536"/>
                <a:gd name="connsiteX298" fmla="*/ 316656 w 554660"/>
                <a:gd name="connsiteY298" fmla="*/ 449863 h 483536"/>
                <a:gd name="connsiteX299" fmla="*/ 326786 w 554660"/>
                <a:gd name="connsiteY299" fmla="*/ 448685 h 483536"/>
                <a:gd name="connsiteX300" fmla="*/ 334055 w 554660"/>
                <a:gd name="connsiteY300" fmla="*/ 446667 h 483536"/>
                <a:gd name="connsiteX301" fmla="*/ 337825 w 554660"/>
                <a:gd name="connsiteY301" fmla="*/ 453631 h 483536"/>
                <a:gd name="connsiteX302" fmla="*/ 342738 w 554660"/>
                <a:gd name="connsiteY302" fmla="*/ 447273 h 483536"/>
                <a:gd name="connsiteX303" fmla="*/ 349704 w 554660"/>
                <a:gd name="connsiteY303" fmla="*/ 444380 h 483536"/>
                <a:gd name="connsiteX304" fmla="*/ 360440 w 554660"/>
                <a:gd name="connsiteY304" fmla="*/ 443808 h 483536"/>
                <a:gd name="connsiteX305" fmla="*/ 367676 w 554660"/>
                <a:gd name="connsiteY305" fmla="*/ 448450 h 483536"/>
                <a:gd name="connsiteX306" fmla="*/ 375787 w 554660"/>
                <a:gd name="connsiteY306" fmla="*/ 455985 h 483536"/>
                <a:gd name="connsiteX307" fmla="*/ 380128 w 554660"/>
                <a:gd name="connsiteY307" fmla="*/ 460897 h 483536"/>
                <a:gd name="connsiteX308" fmla="*/ 384200 w 554660"/>
                <a:gd name="connsiteY308" fmla="*/ 463218 h 483536"/>
                <a:gd name="connsiteX309" fmla="*/ 388542 w 554660"/>
                <a:gd name="connsiteY309" fmla="*/ 466985 h 483536"/>
                <a:gd name="connsiteX310" fmla="*/ 398975 w 554660"/>
                <a:gd name="connsiteY310" fmla="*/ 469576 h 483536"/>
                <a:gd name="connsiteX311" fmla="*/ 412605 w 554660"/>
                <a:gd name="connsiteY311" fmla="*/ 469576 h 483536"/>
                <a:gd name="connsiteX312" fmla="*/ 417249 w 554660"/>
                <a:gd name="connsiteY312" fmla="*/ 468432 h 483536"/>
                <a:gd name="connsiteX313" fmla="*/ 421019 w 554660"/>
                <a:gd name="connsiteY313" fmla="*/ 472502 h 483536"/>
                <a:gd name="connsiteX314" fmla="*/ 424216 w 554660"/>
                <a:gd name="connsiteY314" fmla="*/ 479466 h 483536"/>
                <a:gd name="connsiteX315" fmla="*/ 425091 w 554660"/>
                <a:gd name="connsiteY315" fmla="*/ 483536 h 483536"/>
                <a:gd name="connsiteX316" fmla="*/ 431754 w 554660"/>
                <a:gd name="connsiteY316" fmla="*/ 483536 h 483536"/>
                <a:gd name="connsiteX317" fmla="*/ 432629 w 554660"/>
                <a:gd name="connsiteY317" fmla="*/ 476875 h 483536"/>
                <a:gd name="connsiteX318" fmla="*/ 436096 w 554660"/>
                <a:gd name="connsiteY318" fmla="*/ 473411 h 483536"/>
                <a:gd name="connsiteX319" fmla="*/ 443937 w 554660"/>
                <a:gd name="connsiteY319" fmla="*/ 472839 h 483536"/>
                <a:gd name="connsiteX320" fmla="*/ 446260 w 554660"/>
                <a:gd name="connsiteY320" fmla="*/ 466178 h 483536"/>
                <a:gd name="connsiteX321" fmla="*/ 446832 w 554660"/>
                <a:gd name="connsiteY321" fmla="*/ 461267 h 483536"/>
                <a:gd name="connsiteX322" fmla="*/ 444510 w 554660"/>
                <a:gd name="connsiteY322" fmla="*/ 454034 h 483536"/>
                <a:gd name="connsiteX323" fmla="*/ 447976 w 554660"/>
                <a:gd name="connsiteY323" fmla="*/ 449997 h 483536"/>
                <a:gd name="connsiteX324" fmla="*/ 454942 w 554660"/>
                <a:gd name="connsiteY324" fmla="*/ 444783 h 483536"/>
                <a:gd name="connsiteX325" fmla="*/ 462481 w 554660"/>
                <a:gd name="connsiteY325" fmla="*/ 444514 h 483536"/>
                <a:gd name="connsiteX326" fmla="*/ 467832 w 554660"/>
                <a:gd name="connsiteY326" fmla="*/ 442328 h 483536"/>
                <a:gd name="connsiteX327" fmla="*/ 470289 w 554660"/>
                <a:gd name="connsiteY327" fmla="*/ 438863 h 483536"/>
                <a:gd name="connsiteX328" fmla="*/ 474226 w 554660"/>
                <a:gd name="connsiteY328" fmla="*/ 434086 h 48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554660" h="483536">
                  <a:moveTo>
                    <a:pt x="474226" y="434086"/>
                  </a:moveTo>
                  <a:lnTo>
                    <a:pt x="477996" y="430756"/>
                  </a:lnTo>
                  <a:lnTo>
                    <a:pt x="479140" y="428300"/>
                  </a:lnTo>
                  <a:lnTo>
                    <a:pt x="477996" y="421202"/>
                  </a:lnTo>
                  <a:lnTo>
                    <a:pt x="482203" y="418174"/>
                  </a:lnTo>
                  <a:lnTo>
                    <a:pt x="484222" y="415853"/>
                  </a:lnTo>
                  <a:lnTo>
                    <a:pt x="479881" y="412826"/>
                  </a:lnTo>
                  <a:lnTo>
                    <a:pt x="479881" y="409193"/>
                  </a:lnTo>
                  <a:lnTo>
                    <a:pt x="482910" y="405358"/>
                  </a:lnTo>
                  <a:lnTo>
                    <a:pt x="487688" y="399067"/>
                  </a:lnTo>
                  <a:lnTo>
                    <a:pt x="493645" y="395770"/>
                  </a:lnTo>
                  <a:lnTo>
                    <a:pt x="501621" y="394593"/>
                  </a:lnTo>
                  <a:lnTo>
                    <a:pt x="504246" y="394593"/>
                  </a:lnTo>
                  <a:lnTo>
                    <a:pt x="504246" y="394526"/>
                  </a:lnTo>
                  <a:lnTo>
                    <a:pt x="494352" y="385746"/>
                  </a:lnTo>
                  <a:lnTo>
                    <a:pt x="489136" y="380532"/>
                  </a:lnTo>
                  <a:lnTo>
                    <a:pt x="485265" y="375553"/>
                  </a:lnTo>
                  <a:lnTo>
                    <a:pt x="482135" y="372727"/>
                  </a:lnTo>
                  <a:lnTo>
                    <a:pt x="477356" y="367950"/>
                  </a:lnTo>
                  <a:lnTo>
                    <a:pt x="474866" y="367076"/>
                  </a:lnTo>
                  <a:cubicBezTo>
                    <a:pt x="474866" y="367076"/>
                    <a:pt x="471736" y="366437"/>
                    <a:pt x="471400" y="366302"/>
                  </a:cubicBezTo>
                  <a:cubicBezTo>
                    <a:pt x="471063" y="366201"/>
                    <a:pt x="465745" y="366302"/>
                    <a:pt x="465745" y="366302"/>
                  </a:cubicBezTo>
                  <a:cubicBezTo>
                    <a:pt x="465745" y="366302"/>
                    <a:pt x="461269" y="365427"/>
                    <a:pt x="458880" y="365427"/>
                  </a:cubicBezTo>
                  <a:cubicBezTo>
                    <a:pt x="456490" y="365427"/>
                    <a:pt x="450063" y="363813"/>
                    <a:pt x="450063" y="363813"/>
                  </a:cubicBezTo>
                  <a:lnTo>
                    <a:pt x="446461" y="361323"/>
                  </a:lnTo>
                  <a:lnTo>
                    <a:pt x="443971" y="358498"/>
                  </a:lnTo>
                  <a:cubicBezTo>
                    <a:pt x="443971" y="358498"/>
                    <a:pt x="446058" y="356311"/>
                    <a:pt x="446461" y="356210"/>
                  </a:cubicBezTo>
                  <a:cubicBezTo>
                    <a:pt x="446899" y="356109"/>
                    <a:pt x="448211" y="355134"/>
                    <a:pt x="449188" y="354696"/>
                  </a:cubicBezTo>
                  <a:cubicBezTo>
                    <a:pt x="450163" y="354259"/>
                    <a:pt x="453765" y="351433"/>
                    <a:pt x="454067" y="351433"/>
                  </a:cubicBezTo>
                  <a:cubicBezTo>
                    <a:pt x="454370" y="351433"/>
                    <a:pt x="456457" y="351332"/>
                    <a:pt x="457231" y="351433"/>
                  </a:cubicBezTo>
                  <a:cubicBezTo>
                    <a:pt x="458005" y="351534"/>
                    <a:pt x="459957" y="351972"/>
                    <a:pt x="461034" y="352846"/>
                  </a:cubicBezTo>
                  <a:cubicBezTo>
                    <a:pt x="462111" y="353721"/>
                    <a:pt x="463524" y="353822"/>
                    <a:pt x="465174" y="354158"/>
                  </a:cubicBezTo>
                  <a:cubicBezTo>
                    <a:pt x="466823" y="354494"/>
                    <a:pt x="474731" y="355235"/>
                    <a:pt x="474731" y="355235"/>
                  </a:cubicBezTo>
                  <a:cubicBezTo>
                    <a:pt x="474731" y="355235"/>
                    <a:pt x="475606" y="354360"/>
                    <a:pt x="476044" y="354259"/>
                  </a:cubicBezTo>
                  <a:cubicBezTo>
                    <a:pt x="476481" y="354158"/>
                    <a:pt x="478972" y="352005"/>
                    <a:pt x="480284" y="351837"/>
                  </a:cubicBezTo>
                  <a:cubicBezTo>
                    <a:pt x="481597" y="351669"/>
                    <a:pt x="482910" y="351131"/>
                    <a:pt x="483650" y="351131"/>
                  </a:cubicBezTo>
                  <a:cubicBezTo>
                    <a:pt x="484424" y="351131"/>
                    <a:pt x="487688" y="351131"/>
                    <a:pt x="487688" y="351131"/>
                  </a:cubicBezTo>
                  <a:lnTo>
                    <a:pt x="493140" y="347666"/>
                  </a:lnTo>
                  <a:lnTo>
                    <a:pt x="499871" y="347666"/>
                  </a:lnTo>
                  <a:cubicBezTo>
                    <a:pt x="499871" y="347666"/>
                    <a:pt x="505862" y="349516"/>
                    <a:pt x="506165" y="349617"/>
                  </a:cubicBezTo>
                  <a:cubicBezTo>
                    <a:pt x="506501" y="349718"/>
                    <a:pt x="510944" y="351030"/>
                    <a:pt x="511381" y="351030"/>
                  </a:cubicBezTo>
                  <a:cubicBezTo>
                    <a:pt x="511819" y="351030"/>
                    <a:pt x="516934" y="355268"/>
                    <a:pt x="516934" y="355268"/>
                  </a:cubicBezTo>
                  <a:lnTo>
                    <a:pt x="523901" y="359070"/>
                  </a:lnTo>
                  <a:lnTo>
                    <a:pt x="531507" y="362333"/>
                  </a:lnTo>
                  <a:lnTo>
                    <a:pt x="537261" y="363947"/>
                  </a:lnTo>
                  <a:cubicBezTo>
                    <a:pt x="537261" y="363947"/>
                    <a:pt x="542478" y="364586"/>
                    <a:pt x="543017" y="364586"/>
                  </a:cubicBezTo>
                  <a:cubicBezTo>
                    <a:pt x="543555" y="364586"/>
                    <a:pt x="549646" y="364385"/>
                    <a:pt x="549646" y="364385"/>
                  </a:cubicBezTo>
                  <a:lnTo>
                    <a:pt x="553786" y="362871"/>
                  </a:lnTo>
                  <a:lnTo>
                    <a:pt x="554661" y="359070"/>
                  </a:lnTo>
                  <a:lnTo>
                    <a:pt x="552373" y="353855"/>
                  </a:lnTo>
                  <a:lnTo>
                    <a:pt x="547358" y="343763"/>
                  </a:lnTo>
                  <a:lnTo>
                    <a:pt x="541603" y="332461"/>
                  </a:lnTo>
                  <a:lnTo>
                    <a:pt x="534872" y="325598"/>
                  </a:lnTo>
                  <a:cubicBezTo>
                    <a:pt x="534872" y="325598"/>
                    <a:pt x="527805" y="321360"/>
                    <a:pt x="526930" y="321158"/>
                  </a:cubicBezTo>
                  <a:cubicBezTo>
                    <a:pt x="526055" y="320922"/>
                    <a:pt x="516732" y="317693"/>
                    <a:pt x="516732" y="317693"/>
                  </a:cubicBezTo>
                  <a:lnTo>
                    <a:pt x="510203" y="316280"/>
                  </a:lnTo>
                  <a:lnTo>
                    <a:pt x="501823" y="313555"/>
                  </a:lnTo>
                  <a:lnTo>
                    <a:pt x="497414" y="310527"/>
                  </a:lnTo>
                  <a:lnTo>
                    <a:pt x="495496" y="308778"/>
                  </a:lnTo>
                  <a:lnTo>
                    <a:pt x="495496" y="287720"/>
                  </a:lnTo>
                  <a:lnTo>
                    <a:pt x="493544" y="283818"/>
                  </a:lnTo>
                  <a:lnTo>
                    <a:pt x="488967" y="281429"/>
                  </a:lnTo>
                  <a:lnTo>
                    <a:pt x="485064" y="277830"/>
                  </a:lnTo>
                  <a:lnTo>
                    <a:pt x="478097" y="275374"/>
                  </a:lnTo>
                  <a:cubicBezTo>
                    <a:pt x="478097" y="275374"/>
                    <a:pt x="473116" y="274668"/>
                    <a:pt x="472678" y="274668"/>
                  </a:cubicBezTo>
                  <a:cubicBezTo>
                    <a:pt x="472241" y="274668"/>
                    <a:pt x="465072" y="274668"/>
                    <a:pt x="465072" y="274668"/>
                  </a:cubicBezTo>
                  <a:lnTo>
                    <a:pt x="460293" y="273894"/>
                  </a:lnTo>
                  <a:cubicBezTo>
                    <a:pt x="460293" y="273894"/>
                    <a:pt x="453327" y="273356"/>
                    <a:pt x="452890" y="273356"/>
                  </a:cubicBezTo>
                  <a:cubicBezTo>
                    <a:pt x="452452" y="273356"/>
                    <a:pt x="447673" y="272044"/>
                    <a:pt x="447336" y="271607"/>
                  </a:cubicBezTo>
                  <a:cubicBezTo>
                    <a:pt x="447000" y="271169"/>
                    <a:pt x="444711" y="268781"/>
                    <a:pt x="444510" y="267267"/>
                  </a:cubicBezTo>
                  <a:cubicBezTo>
                    <a:pt x="444274" y="265753"/>
                    <a:pt x="443971" y="262154"/>
                    <a:pt x="443971" y="262154"/>
                  </a:cubicBezTo>
                  <a:lnTo>
                    <a:pt x="441582" y="255628"/>
                  </a:lnTo>
                  <a:lnTo>
                    <a:pt x="440707" y="251187"/>
                  </a:lnTo>
                  <a:cubicBezTo>
                    <a:pt x="440707" y="251187"/>
                    <a:pt x="438081" y="249438"/>
                    <a:pt x="437678" y="248698"/>
                  </a:cubicBezTo>
                  <a:cubicBezTo>
                    <a:pt x="437240" y="247924"/>
                    <a:pt x="435625" y="246310"/>
                    <a:pt x="436163" y="245334"/>
                  </a:cubicBezTo>
                  <a:cubicBezTo>
                    <a:pt x="436701" y="244358"/>
                    <a:pt x="439730" y="239918"/>
                    <a:pt x="439730" y="239918"/>
                  </a:cubicBezTo>
                  <a:lnTo>
                    <a:pt x="441245" y="235040"/>
                  </a:lnTo>
                  <a:cubicBezTo>
                    <a:pt x="441245" y="235040"/>
                    <a:pt x="440808" y="233425"/>
                    <a:pt x="440808" y="233089"/>
                  </a:cubicBezTo>
                  <a:cubicBezTo>
                    <a:pt x="440808" y="232753"/>
                    <a:pt x="440471" y="227976"/>
                    <a:pt x="440471" y="227438"/>
                  </a:cubicBezTo>
                  <a:cubicBezTo>
                    <a:pt x="440471" y="226899"/>
                    <a:pt x="439159" y="224175"/>
                    <a:pt x="439159" y="223737"/>
                  </a:cubicBezTo>
                  <a:cubicBezTo>
                    <a:pt x="439159" y="223300"/>
                    <a:pt x="436971" y="221147"/>
                    <a:pt x="436668" y="219835"/>
                  </a:cubicBezTo>
                  <a:cubicBezTo>
                    <a:pt x="436365" y="218523"/>
                    <a:pt x="433202" y="215058"/>
                    <a:pt x="433202" y="215058"/>
                  </a:cubicBezTo>
                  <a:lnTo>
                    <a:pt x="427177" y="210382"/>
                  </a:lnTo>
                  <a:lnTo>
                    <a:pt x="424182" y="206480"/>
                  </a:lnTo>
                  <a:lnTo>
                    <a:pt x="424182" y="200829"/>
                  </a:lnTo>
                  <a:lnTo>
                    <a:pt x="424182" y="197364"/>
                  </a:lnTo>
                  <a:lnTo>
                    <a:pt x="421557" y="192251"/>
                  </a:lnTo>
                  <a:lnTo>
                    <a:pt x="419269" y="189324"/>
                  </a:lnTo>
                  <a:lnTo>
                    <a:pt x="415197" y="185422"/>
                  </a:lnTo>
                  <a:lnTo>
                    <a:pt x="413716" y="180107"/>
                  </a:lnTo>
                  <a:lnTo>
                    <a:pt x="413716" y="174792"/>
                  </a:lnTo>
                  <a:lnTo>
                    <a:pt x="411663" y="170015"/>
                  </a:lnTo>
                  <a:lnTo>
                    <a:pt x="409071" y="166314"/>
                  </a:lnTo>
                  <a:lnTo>
                    <a:pt x="406783" y="162278"/>
                  </a:lnTo>
                  <a:lnTo>
                    <a:pt x="401667" y="154002"/>
                  </a:lnTo>
                  <a:cubicBezTo>
                    <a:pt x="401667" y="154002"/>
                    <a:pt x="397763" y="147813"/>
                    <a:pt x="397763" y="147375"/>
                  </a:cubicBezTo>
                  <a:cubicBezTo>
                    <a:pt x="397763" y="146938"/>
                    <a:pt x="394499" y="139773"/>
                    <a:pt x="394499" y="139773"/>
                  </a:cubicBezTo>
                  <a:lnTo>
                    <a:pt x="391773" y="135736"/>
                  </a:lnTo>
                  <a:lnTo>
                    <a:pt x="389383" y="132910"/>
                  </a:lnTo>
                  <a:lnTo>
                    <a:pt x="389383" y="126081"/>
                  </a:lnTo>
                  <a:lnTo>
                    <a:pt x="388508" y="117167"/>
                  </a:lnTo>
                  <a:lnTo>
                    <a:pt x="386321" y="111078"/>
                  </a:lnTo>
                  <a:lnTo>
                    <a:pt x="385008" y="105662"/>
                  </a:lnTo>
                  <a:lnTo>
                    <a:pt x="375989" y="89145"/>
                  </a:lnTo>
                  <a:lnTo>
                    <a:pt x="372085" y="81206"/>
                  </a:lnTo>
                  <a:lnTo>
                    <a:pt x="361012" y="73604"/>
                  </a:lnTo>
                  <a:lnTo>
                    <a:pt x="343176" y="63713"/>
                  </a:lnTo>
                  <a:lnTo>
                    <a:pt x="333921" y="62301"/>
                  </a:lnTo>
                  <a:lnTo>
                    <a:pt x="324228" y="61426"/>
                  </a:lnTo>
                  <a:lnTo>
                    <a:pt x="318574" y="57288"/>
                  </a:lnTo>
                  <a:lnTo>
                    <a:pt x="312045" y="56414"/>
                  </a:lnTo>
                  <a:cubicBezTo>
                    <a:pt x="312045" y="56414"/>
                    <a:pt x="307165" y="56077"/>
                    <a:pt x="305954" y="55337"/>
                  </a:cubicBezTo>
                  <a:cubicBezTo>
                    <a:pt x="304776" y="54564"/>
                    <a:pt x="301074" y="51099"/>
                    <a:pt x="300636" y="50459"/>
                  </a:cubicBezTo>
                  <a:cubicBezTo>
                    <a:pt x="300199" y="49820"/>
                    <a:pt x="295622" y="44169"/>
                    <a:pt x="294343" y="43395"/>
                  </a:cubicBezTo>
                  <a:cubicBezTo>
                    <a:pt x="293030" y="42622"/>
                    <a:pt x="289766" y="39695"/>
                    <a:pt x="289766" y="39695"/>
                  </a:cubicBezTo>
                  <a:lnTo>
                    <a:pt x="281083" y="33068"/>
                  </a:lnTo>
                  <a:lnTo>
                    <a:pt x="271525" y="32294"/>
                  </a:lnTo>
                  <a:lnTo>
                    <a:pt x="264626" y="31756"/>
                  </a:lnTo>
                  <a:cubicBezTo>
                    <a:pt x="264626" y="31756"/>
                    <a:pt x="262405" y="26340"/>
                    <a:pt x="262405" y="26004"/>
                  </a:cubicBezTo>
                  <a:cubicBezTo>
                    <a:pt x="262405" y="25667"/>
                    <a:pt x="262405" y="20016"/>
                    <a:pt x="262405" y="20016"/>
                  </a:cubicBezTo>
                  <a:lnTo>
                    <a:pt x="262405" y="13052"/>
                  </a:lnTo>
                  <a:cubicBezTo>
                    <a:pt x="262405" y="13052"/>
                    <a:pt x="265130" y="8376"/>
                    <a:pt x="265568" y="8175"/>
                  </a:cubicBezTo>
                  <a:cubicBezTo>
                    <a:pt x="266006" y="7973"/>
                    <a:pt x="270246" y="4575"/>
                    <a:pt x="270246" y="4575"/>
                  </a:cubicBezTo>
                  <a:lnTo>
                    <a:pt x="271996" y="3263"/>
                  </a:lnTo>
                  <a:lnTo>
                    <a:pt x="273410" y="1615"/>
                  </a:lnTo>
                  <a:lnTo>
                    <a:pt x="271458" y="0"/>
                  </a:lnTo>
                  <a:lnTo>
                    <a:pt x="261563" y="0"/>
                  </a:lnTo>
                  <a:lnTo>
                    <a:pt x="252645" y="1413"/>
                  </a:lnTo>
                  <a:lnTo>
                    <a:pt x="247866" y="5113"/>
                  </a:lnTo>
                  <a:lnTo>
                    <a:pt x="241875" y="7939"/>
                  </a:lnTo>
                  <a:cubicBezTo>
                    <a:pt x="241875" y="7939"/>
                    <a:pt x="236221" y="9150"/>
                    <a:pt x="235784" y="9352"/>
                  </a:cubicBezTo>
                  <a:cubicBezTo>
                    <a:pt x="235346" y="9554"/>
                    <a:pt x="226865" y="10126"/>
                    <a:pt x="226865" y="10126"/>
                  </a:cubicBezTo>
                  <a:lnTo>
                    <a:pt x="224510" y="15575"/>
                  </a:lnTo>
                  <a:cubicBezTo>
                    <a:pt x="224510" y="15575"/>
                    <a:pt x="224139" y="18838"/>
                    <a:pt x="224139" y="19276"/>
                  </a:cubicBezTo>
                  <a:cubicBezTo>
                    <a:pt x="224139" y="19713"/>
                    <a:pt x="224139" y="25263"/>
                    <a:pt x="224139" y="25263"/>
                  </a:cubicBezTo>
                  <a:lnTo>
                    <a:pt x="223500" y="29065"/>
                  </a:lnTo>
                  <a:lnTo>
                    <a:pt x="222187" y="34279"/>
                  </a:lnTo>
                  <a:lnTo>
                    <a:pt x="218586" y="38854"/>
                  </a:lnTo>
                  <a:lnTo>
                    <a:pt x="217610" y="44842"/>
                  </a:lnTo>
                  <a:lnTo>
                    <a:pt x="219461" y="48441"/>
                  </a:lnTo>
                  <a:lnTo>
                    <a:pt x="215995" y="50729"/>
                  </a:lnTo>
                  <a:cubicBezTo>
                    <a:pt x="215995" y="50729"/>
                    <a:pt x="206000" y="51166"/>
                    <a:pt x="205226" y="51368"/>
                  </a:cubicBezTo>
                  <a:cubicBezTo>
                    <a:pt x="204452" y="51570"/>
                    <a:pt x="199672" y="52680"/>
                    <a:pt x="199672" y="52680"/>
                  </a:cubicBezTo>
                  <a:lnTo>
                    <a:pt x="196071" y="59845"/>
                  </a:lnTo>
                  <a:lnTo>
                    <a:pt x="194658" y="65160"/>
                  </a:lnTo>
                  <a:lnTo>
                    <a:pt x="196307" y="74075"/>
                  </a:lnTo>
                  <a:cubicBezTo>
                    <a:pt x="196307" y="74075"/>
                    <a:pt x="194893" y="78952"/>
                    <a:pt x="194658" y="79289"/>
                  </a:cubicBezTo>
                  <a:cubicBezTo>
                    <a:pt x="194456" y="79625"/>
                    <a:pt x="189980" y="85714"/>
                    <a:pt x="189980" y="85714"/>
                  </a:cubicBezTo>
                  <a:cubicBezTo>
                    <a:pt x="189980" y="85714"/>
                    <a:pt x="185100" y="88977"/>
                    <a:pt x="184427" y="89179"/>
                  </a:cubicBezTo>
                  <a:cubicBezTo>
                    <a:pt x="183788" y="89414"/>
                    <a:pt x="175609" y="92105"/>
                    <a:pt x="175609" y="92105"/>
                  </a:cubicBezTo>
                  <a:lnTo>
                    <a:pt x="169417" y="89919"/>
                  </a:lnTo>
                  <a:lnTo>
                    <a:pt x="162989" y="80903"/>
                  </a:lnTo>
                  <a:cubicBezTo>
                    <a:pt x="162989" y="80903"/>
                    <a:pt x="163629" y="75891"/>
                    <a:pt x="163629" y="75454"/>
                  </a:cubicBezTo>
                  <a:cubicBezTo>
                    <a:pt x="163629" y="75017"/>
                    <a:pt x="162652" y="70341"/>
                    <a:pt x="162989" y="69802"/>
                  </a:cubicBezTo>
                  <a:cubicBezTo>
                    <a:pt x="163325" y="69264"/>
                    <a:pt x="159186" y="64386"/>
                    <a:pt x="159186" y="64386"/>
                  </a:cubicBezTo>
                  <a:cubicBezTo>
                    <a:pt x="159186" y="64386"/>
                    <a:pt x="156023" y="62200"/>
                    <a:pt x="155383" y="61897"/>
                  </a:cubicBezTo>
                  <a:cubicBezTo>
                    <a:pt x="154744" y="61561"/>
                    <a:pt x="148652" y="59408"/>
                    <a:pt x="148652" y="59408"/>
                  </a:cubicBezTo>
                  <a:lnTo>
                    <a:pt x="143436" y="60282"/>
                  </a:lnTo>
                  <a:lnTo>
                    <a:pt x="136907" y="64723"/>
                  </a:lnTo>
                  <a:lnTo>
                    <a:pt x="136368" y="69399"/>
                  </a:lnTo>
                  <a:lnTo>
                    <a:pt x="134854" y="76362"/>
                  </a:lnTo>
                  <a:lnTo>
                    <a:pt x="130950" y="81677"/>
                  </a:lnTo>
                  <a:cubicBezTo>
                    <a:pt x="130950" y="81677"/>
                    <a:pt x="126272" y="82552"/>
                    <a:pt x="125834" y="82552"/>
                  </a:cubicBezTo>
                  <a:cubicBezTo>
                    <a:pt x="125397" y="82552"/>
                    <a:pt x="119844" y="83325"/>
                    <a:pt x="119406" y="83628"/>
                  </a:cubicBezTo>
                  <a:cubicBezTo>
                    <a:pt x="118969" y="83965"/>
                    <a:pt x="113315" y="85041"/>
                    <a:pt x="113315" y="85041"/>
                  </a:cubicBezTo>
                  <a:cubicBezTo>
                    <a:pt x="113315" y="85041"/>
                    <a:pt x="108099" y="84066"/>
                    <a:pt x="107762" y="83965"/>
                  </a:cubicBezTo>
                  <a:cubicBezTo>
                    <a:pt x="107425" y="83864"/>
                    <a:pt x="104598" y="80601"/>
                    <a:pt x="104598" y="80601"/>
                  </a:cubicBezTo>
                  <a:lnTo>
                    <a:pt x="93627" y="72897"/>
                  </a:lnTo>
                  <a:lnTo>
                    <a:pt x="86661" y="76598"/>
                  </a:lnTo>
                  <a:lnTo>
                    <a:pt x="86661" y="82686"/>
                  </a:lnTo>
                  <a:lnTo>
                    <a:pt x="84338" y="86454"/>
                  </a:lnTo>
                  <a:lnTo>
                    <a:pt x="78247" y="91365"/>
                  </a:lnTo>
                  <a:lnTo>
                    <a:pt x="73905" y="86454"/>
                  </a:lnTo>
                  <a:lnTo>
                    <a:pt x="70574" y="84436"/>
                  </a:lnTo>
                  <a:lnTo>
                    <a:pt x="64044" y="77203"/>
                  </a:lnTo>
                  <a:lnTo>
                    <a:pt x="64044" y="67077"/>
                  </a:lnTo>
                  <a:lnTo>
                    <a:pt x="64044" y="58399"/>
                  </a:lnTo>
                  <a:lnTo>
                    <a:pt x="59400" y="55203"/>
                  </a:lnTo>
                  <a:lnTo>
                    <a:pt x="56237" y="47970"/>
                  </a:lnTo>
                  <a:cubicBezTo>
                    <a:pt x="56237" y="47970"/>
                    <a:pt x="53612" y="45649"/>
                    <a:pt x="52467" y="45077"/>
                  </a:cubicBezTo>
                  <a:cubicBezTo>
                    <a:pt x="51323" y="44505"/>
                    <a:pt x="42910" y="42184"/>
                    <a:pt x="42910" y="42184"/>
                  </a:cubicBezTo>
                  <a:lnTo>
                    <a:pt x="29582" y="40166"/>
                  </a:lnTo>
                  <a:lnTo>
                    <a:pt x="17096" y="41310"/>
                  </a:lnTo>
                  <a:lnTo>
                    <a:pt x="11308" y="45952"/>
                  </a:lnTo>
                  <a:lnTo>
                    <a:pt x="6529" y="49417"/>
                  </a:lnTo>
                  <a:lnTo>
                    <a:pt x="1447" y="58399"/>
                  </a:lnTo>
                  <a:lnTo>
                    <a:pt x="1447" y="63613"/>
                  </a:lnTo>
                  <a:lnTo>
                    <a:pt x="0" y="69399"/>
                  </a:lnTo>
                  <a:lnTo>
                    <a:pt x="4341" y="73738"/>
                  </a:lnTo>
                  <a:lnTo>
                    <a:pt x="7808" y="77203"/>
                  </a:lnTo>
                  <a:lnTo>
                    <a:pt x="22582" y="86488"/>
                  </a:lnTo>
                  <a:lnTo>
                    <a:pt x="30423" y="90827"/>
                  </a:lnTo>
                  <a:lnTo>
                    <a:pt x="37390" y="91702"/>
                  </a:lnTo>
                  <a:lnTo>
                    <a:pt x="44054" y="96613"/>
                  </a:lnTo>
                  <a:lnTo>
                    <a:pt x="48967" y="100953"/>
                  </a:lnTo>
                  <a:lnTo>
                    <a:pt x="54487" y="100953"/>
                  </a:lnTo>
                  <a:lnTo>
                    <a:pt x="58559" y="109060"/>
                  </a:lnTo>
                  <a:lnTo>
                    <a:pt x="64044" y="119185"/>
                  </a:lnTo>
                  <a:lnTo>
                    <a:pt x="70439" y="119488"/>
                  </a:lnTo>
                  <a:lnTo>
                    <a:pt x="71886" y="123827"/>
                  </a:lnTo>
                  <a:lnTo>
                    <a:pt x="76800" y="129614"/>
                  </a:lnTo>
                  <a:lnTo>
                    <a:pt x="83194" y="132069"/>
                  </a:lnTo>
                  <a:lnTo>
                    <a:pt x="97093" y="132204"/>
                  </a:lnTo>
                  <a:lnTo>
                    <a:pt x="108401" y="132204"/>
                  </a:lnTo>
                  <a:lnTo>
                    <a:pt x="117387" y="133650"/>
                  </a:lnTo>
                  <a:lnTo>
                    <a:pt x="123748" y="140614"/>
                  </a:lnTo>
                  <a:lnTo>
                    <a:pt x="128089" y="144953"/>
                  </a:lnTo>
                  <a:lnTo>
                    <a:pt x="132565" y="150739"/>
                  </a:lnTo>
                  <a:lnTo>
                    <a:pt x="133575" y="154507"/>
                  </a:lnTo>
                  <a:lnTo>
                    <a:pt x="133575" y="164363"/>
                  </a:lnTo>
                  <a:lnTo>
                    <a:pt x="136469" y="168434"/>
                  </a:lnTo>
                  <a:cubicBezTo>
                    <a:pt x="136469" y="168434"/>
                    <a:pt x="144580" y="168737"/>
                    <a:pt x="145724" y="168434"/>
                  </a:cubicBezTo>
                  <a:cubicBezTo>
                    <a:pt x="146902" y="168131"/>
                    <a:pt x="152388" y="164969"/>
                    <a:pt x="152388" y="164969"/>
                  </a:cubicBezTo>
                  <a:lnTo>
                    <a:pt x="157032" y="160898"/>
                  </a:lnTo>
                  <a:lnTo>
                    <a:pt x="162249" y="163522"/>
                  </a:lnTo>
                  <a:lnTo>
                    <a:pt x="171806" y="165272"/>
                  </a:lnTo>
                  <a:lnTo>
                    <a:pt x="179042" y="166146"/>
                  </a:lnTo>
                  <a:lnTo>
                    <a:pt x="178167" y="173984"/>
                  </a:lnTo>
                  <a:lnTo>
                    <a:pt x="174095" y="179501"/>
                  </a:lnTo>
                  <a:lnTo>
                    <a:pt x="173523" y="184413"/>
                  </a:lnTo>
                  <a:lnTo>
                    <a:pt x="171504" y="190804"/>
                  </a:lnTo>
                  <a:lnTo>
                    <a:pt x="167432" y="197465"/>
                  </a:lnTo>
                  <a:lnTo>
                    <a:pt x="164840" y="202107"/>
                  </a:lnTo>
                  <a:lnTo>
                    <a:pt x="162821" y="209070"/>
                  </a:lnTo>
                  <a:lnTo>
                    <a:pt x="161071" y="222694"/>
                  </a:lnTo>
                  <a:lnTo>
                    <a:pt x="161340" y="224444"/>
                  </a:lnTo>
                  <a:lnTo>
                    <a:pt x="165681" y="229355"/>
                  </a:lnTo>
                  <a:lnTo>
                    <a:pt x="176114" y="228481"/>
                  </a:lnTo>
                  <a:lnTo>
                    <a:pt x="183081" y="226159"/>
                  </a:lnTo>
                  <a:lnTo>
                    <a:pt x="185403" y="235713"/>
                  </a:lnTo>
                  <a:lnTo>
                    <a:pt x="189475" y="244392"/>
                  </a:lnTo>
                  <a:lnTo>
                    <a:pt x="192672" y="252802"/>
                  </a:lnTo>
                  <a:lnTo>
                    <a:pt x="191797" y="260606"/>
                  </a:lnTo>
                  <a:cubicBezTo>
                    <a:pt x="191797" y="260606"/>
                    <a:pt x="193547" y="268713"/>
                    <a:pt x="194692" y="268713"/>
                  </a:cubicBezTo>
                  <a:cubicBezTo>
                    <a:pt x="195836" y="268713"/>
                    <a:pt x="205697" y="277123"/>
                    <a:pt x="205697" y="277123"/>
                  </a:cubicBezTo>
                  <a:lnTo>
                    <a:pt x="211485" y="277998"/>
                  </a:lnTo>
                  <a:lnTo>
                    <a:pt x="220168" y="275980"/>
                  </a:lnTo>
                  <a:lnTo>
                    <a:pt x="227404" y="276282"/>
                  </a:lnTo>
                  <a:lnTo>
                    <a:pt x="234067" y="275980"/>
                  </a:lnTo>
                  <a:lnTo>
                    <a:pt x="239284" y="273087"/>
                  </a:lnTo>
                  <a:lnTo>
                    <a:pt x="241034" y="266998"/>
                  </a:lnTo>
                  <a:lnTo>
                    <a:pt x="245106" y="261481"/>
                  </a:lnTo>
                  <a:lnTo>
                    <a:pt x="245409" y="250750"/>
                  </a:lnTo>
                  <a:cubicBezTo>
                    <a:pt x="245409" y="250750"/>
                    <a:pt x="245981" y="245839"/>
                    <a:pt x="248000" y="244661"/>
                  </a:cubicBezTo>
                  <a:cubicBezTo>
                    <a:pt x="250020" y="243517"/>
                    <a:pt x="256111" y="242340"/>
                    <a:pt x="256111" y="242340"/>
                  </a:cubicBezTo>
                  <a:lnTo>
                    <a:pt x="261631" y="248731"/>
                  </a:lnTo>
                  <a:lnTo>
                    <a:pt x="269438" y="255392"/>
                  </a:lnTo>
                  <a:lnTo>
                    <a:pt x="281319" y="261481"/>
                  </a:lnTo>
                  <a:lnTo>
                    <a:pt x="287982" y="266123"/>
                  </a:lnTo>
                  <a:lnTo>
                    <a:pt x="286232" y="277426"/>
                  </a:lnTo>
                  <a:lnTo>
                    <a:pt x="283607" y="281194"/>
                  </a:lnTo>
                  <a:lnTo>
                    <a:pt x="285054" y="289032"/>
                  </a:lnTo>
                  <a:lnTo>
                    <a:pt x="286501" y="294818"/>
                  </a:lnTo>
                  <a:lnTo>
                    <a:pt x="281588" y="300335"/>
                  </a:lnTo>
                  <a:lnTo>
                    <a:pt x="274352" y="304102"/>
                  </a:lnTo>
                  <a:lnTo>
                    <a:pt x="268563" y="299191"/>
                  </a:lnTo>
                  <a:lnTo>
                    <a:pt x="260722" y="298888"/>
                  </a:lnTo>
                  <a:lnTo>
                    <a:pt x="252039" y="297442"/>
                  </a:lnTo>
                  <a:cubicBezTo>
                    <a:pt x="252039" y="297442"/>
                    <a:pt x="248842" y="293371"/>
                    <a:pt x="247698" y="292530"/>
                  </a:cubicBezTo>
                  <a:cubicBezTo>
                    <a:pt x="246553" y="291689"/>
                    <a:pt x="239587" y="289335"/>
                    <a:pt x="239587" y="289335"/>
                  </a:cubicBezTo>
                  <a:lnTo>
                    <a:pt x="234101" y="293977"/>
                  </a:lnTo>
                  <a:lnTo>
                    <a:pt x="233529" y="301512"/>
                  </a:lnTo>
                  <a:lnTo>
                    <a:pt x="236423" y="311066"/>
                  </a:lnTo>
                  <a:lnTo>
                    <a:pt x="237568" y="317457"/>
                  </a:lnTo>
                  <a:cubicBezTo>
                    <a:pt x="237568" y="317457"/>
                    <a:pt x="238139" y="326439"/>
                    <a:pt x="236693" y="327314"/>
                  </a:cubicBezTo>
                  <a:cubicBezTo>
                    <a:pt x="235245" y="328188"/>
                    <a:pt x="233798" y="331384"/>
                    <a:pt x="233798" y="331384"/>
                  </a:cubicBezTo>
                  <a:lnTo>
                    <a:pt x="232351" y="336598"/>
                  </a:lnTo>
                  <a:lnTo>
                    <a:pt x="228010" y="338045"/>
                  </a:lnTo>
                  <a:lnTo>
                    <a:pt x="222490" y="338617"/>
                  </a:lnTo>
                  <a:lnTo>
                    <a:pt x="217846" y="345008"/>
                  </a:lnTo>
                  <a:lnTo>
                    <a:pt x="216096" y="353115"/>
                  </a:lnTo>
                  <a:lnTo>
                    <a:pt x="211183" y="361222"/>
                  </a:lnTo>
                  <a:lnTo>
                    <a:pt x="208860" y="367009"/>
                  </a:lnTo>
                  <a:lnTo>
                    <a:pt x="214649" y="370473"/>
                  </a:lnTo>
                  <a:lnTo>
                    <a:pt x="219865" y="373366"/>
                  </a:lnTo>
                  <a:lnTo>
                    <a:pt x="224510" y="379152"/>
                  </a:lnTo>
                  <a:lnTo>
                    <a:pt x="226832" y="389581"/>
                  </a:lnTo>
                  <a:cubicBezTo>
                    <a:pt x="226832" y="389581"/>
                    <a:pt x="228582" y="395636"/>
                    <a:pt x="229726" y="394795"/>
                  </a:cubicBezTo>
                  <a:cubicBezTo>
                    <a:pt x="230870" y="393954"/>
                    <a:pt x="238712" y="395030"/>
                    <a:pt x="238712" y="395030"/>
                  </a:cubicBezTo>
                  <a:lnTo>
                    <a:pt x="249145" y="396578"/>
                  </a:lnTo>
                  <a:lnTo>
                    <a:pt x="259578" y="396578"/>
                  </a:lnTo>
                  <a:lnTo>
                    <a:pt x="261328" y="401792"/>
                  </a:lnTo>
                  <a:lnTo>
                    <a:pt x="262472" y="408183"/>
                  </a:lnTo>
                  <a:lnTo>
                    <a:pt x="263650" y="413700"/>
                  </a:lnTo>
                  <a:lnTo>
                    <a:pt x="260452" y="421505"/>
                  </a:lnTo>
                  <a:lnTo>
                    <a:pt x="255236" y="425844"/>
                  </a:lnTo>
                  <a:lnTo>
                    <a:pt x="247698" y="433077"/>
                  </a:lnTo>
                  <a:lnTo>
                    <a:pt x="249717" y="438863"/>
                  </a:lnTo>
                  <a:lnTo>
                    <a:pt x="252914" y="442193"/>
                  </a:lnTo>
                  <a:lnTo>
                    <a:pt x="261328" y="446970"/>
                  </a:lnTo>
                  <a:lnTo>
                    <a:pt x="270011" y="446970"/>
                  </a:lnTo>
                  <a:lnTo>
                    <a:pt x="277112" y="444952"/>
                  </a:lnTo>
                  <a:lnTo>
                    <a:pt x="284785" y="441756"/>
                  </a:lnTo>
                  <a:lnTo>
                    <a:pt x="292020" y="440881"/>
                  </a:lnTo>
                  <a:lnTo>
                    <a:pt x="299862" y="438829"/>
                  </a:lnTo>
                  <a:lnTo>
                    <a:pt x="310867" y="436542"/>
                  </a:lnTo>
                  <a:lnTo>
                    <a:pt x="315209" y="436542"/>
                  </a:lnTo>
                  <a:lnTo>
                    <a:pt x="316084" y="444649"/>
                  </a:lnTo>
                  <a:lnTo>
                    <a:pt x="316656" y="449863"/>
                  </a:lnTo>
                  <a:lnTo>
                    <a:pt x="326786" y="448685"/>
                  </a:lnTo>
                  <a:lnTo>
                    <a:pt x="334055" y="446667"/>
                  </a:lnTo>
                  <a:cubicBezTo>
                    <a:pt x="334055" y="446667"/>
                    <a:pt x="337522" y="454505"/>
                    <a:pt x="337825" y="453631"/>
                  </a:cubicBezTo>
                  <a:cubicBezTo>
                    <a:pt x="338127" y="452756"/>
                    <a:pt x="342738" y="447273"/>
                    <a:pt x="342738" y="447273"/>
                  </a:cubicBezTo>
                  <a:lnTo>
                    <a:pt x="349704" y="444380"/>
                  </a:lnTo>
                  <a:lnTo>
                    <a:pt x="360440" y="443808"/>
                  </a:lnTo>
                  <a:lnTo>
                    <a:pt x="367676" y="448450"/>
                  </a:lnTo>
                  <a:lnTo>
                    <a:pt x="375787" y="455985"/>
                  </a:lnTo>
                  <a:lnTo>
                    <a:pt x="380128" y="460897"/>
                  </a:lnTo>
                  <a:lnTo>
                    <a:pt x="384200" y="463218"/>
                  </a:lnTo>
                  <a:lnTo>
                    <a:pt x="388542" y="466985"/>
                  </a:lnTo>
                  <a:lnTo>
                    <a:pt x="398975" y="469576"/>
                  </a:lnTo>
                  <a:lnTo>
                    <a:pt x="412605" y="469576"/>
                  </a:lnTo>
                  <a:lnTo>
                    <a:pt x="417249" y="468432"/>
                  </a:lnTo>
                  <a:lnTo>
                    <a:pt x="421019" y="472502"/>
                  </a:lnTo>
                  <a:lnTo>
                    <a:pt x="424216" y="479466"/>
                  </a:lnTo>
                  <a:lnTo>
                    <a:pt x="425091" y="483536"/>
                  </a:lnTo>
                  <a:lnTo>
                    <a:pt x="431754" y="483536"/>
                  </a:lnTo>
                  <a:lnTo>
                    <a:pt x="432629" y="476875"/>
                  </a:lnTo>
                  <a:lnTo>
                    <a:pt x="436096" y="473411"/>
                  </a:lnTo>
                  <a:lnTo>
                    <a:pt x="443937" y="472839"/>
                  </a:lnTo>
                  <a:lnTo>
                    <a:pt x="446260" y="466178"/>
                  </a:lnTo>
                  <a:lnTo>
                    <a:pt x="446832" y="461267"/>
                  </a:lnTo>
                  <a:lnTo>
                    <a:pt x="444510" y="454034"/>
                  </a:lnTo>
                  <a:lnTo>
                    <a:pt x="447976" y="449997"/>
                  </a:lnTo>
                  <a:lnTo>
                    <a:pt x="454942" y="444783"/>
                  </a:lnTo>
                  <a:lnTo>
                    <a:pt x="462481" y="444514"/>
                  </a:lnTo>
                  <a:lnTo>
                    <a:pt x="467832" y="442328"/>
                  </a:lnTo>
                  <a:lnTo>
                    <a:pt x="470289" y="438863"/>
                  </a:lnTo>
                  <a:lnTo>
                    <a:pt x="474226" y="434086"/>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168" name="Graphic 11">
              <a:extLst>
                <a:ext uri="{FF2B5EF4-FFF2-40B4-BE49-F238E27FC236}">
                  <a16:creationId xmlns:a16="http://schemas.microsoft.com/office/drawing/2014/main" id="{08D9D70B-4AE6-F2AE-0A94-4E52411E5A78}"/>
                </a:ext>
              </a:extLst>
            </p:cNvPr>
            <p:cNvGrpSpPr/>
            <p:nvPr/>
          </p:nvGrpSpPr>
          <p:grpSpPr>
            <a:xfrm>
              <a:off x="8160908" y="3028866"/>
              <a:ext cx="222219" cy="234106"/>
              <a:chOff x="5976405" y="2623117"/>
              <a:chExt cx="426638" cy="449459"/>
            </a:xfrm>
            <a:grpFill/>
          </p:grpSpPr>
          <p:sp>
            <p:nvSpPr>
              <p:cNvPr id="233" name="Freeform 950">
                <a:extLst>
                  <a:ext uri="{FF2B5EF4-FFF2-40B4-BE49-F238E27FC236}">
                    <a16:creationId xmlns:a16="http://schemas.microsoft.com/office/drawing/2014/main" id="{AC13BABB-5B1D-F7B2-E614-14BB7022AC0F}"/>
                  </a:ext>
                </a:extLst>
              </p:cNvPr>
              <p:cNvSpPr/>
              <p:nvPr/>
            </p:nvSpPr>
            <p:spPr>
              <a:xfrm>
                <a:off x="6350375" y="2836493"/>
                <a:ext cx="6966" cy="8443"/>
              </a:xfrm>
              <a:custGeom>
                <a:avLst/>
                <a:gdLst>
                  <a:gd name="connsiteX0" fmla="*/ 2389 w 6966"/>
                  <a:gd name="connsiteY0" fmla="*/ 7199 h 8443"/>
                  <a:gd name="connsiteX1" fmla="*/ 4442 w 6966"/>
                  <a:gd name="connsiteY1" fmla="*/ 8444 h 8443"/>
                  <a:gd name="connsiteX2" fmla="*/ 6966 w 6966"/>
                  <a:gd name="connsiteY2" fmla="*/ 6223 h 8443"/>
                  <a:gd name="connsiteX3" fmla="*/ 6966 w 6966"/>
                  <a:gd name="connsiteY3" fmla="*/ 4373 h 8443"/>
                  <a:gd name="connsiteX4" fmla="*/ 6966 w 6966"/>
                  <a:gd name="connsiteY4" fmla="*/ 875 h 8443"/>
                  <a:gd name="connsiteX5" fmla="*/ 5856 w 6966"/>
                  <a:gd name="connsiteY5" fmla="*/ 0 h 8443"/>
                  <a:gd name="connsiteX6" fmla="*/ 0 w 6966"/>
                  <a:gd name="connsiteY6" fmla="*/ 0 h 8443"/>
                  <a:gd name="connsiteX7" fmla="*/ 0 w 6966"/>
                  <a:gd name="connsiteY7" fmla="*/ 875 h 8443"/>
                  <a:gd name="connsiteX8" fmla="*/ 1582 w 6966"/>
                  <a:gd name="connsiteY8" fmla="*/ 2186 h 8443"/>
                  <a:gd name="connsiteX9" fmla="*/ 1279 w 6966"/>
                  <a:gd name="connsiteY9" fmla="*/ 4070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6" h="8443">
                    <a:moveTo>
                      <a:pt x="2389" y="7199"/>
                    </a:moveTo>
                    <a:lnTo>
                      <a:pt x="4442" y="8444"/>
                    </a:lnTo>
                    <a:lnTo>
                      <a:pt x="6966" y="6223"/>
                    </a:lnTo>
                    <a:lnTo>
                      <a:pt x="6966" y="4373"/>
                    </a:lnTo>
                    <a:lnTo>
                      <a:pt x="6966" y="875"/>
                    </a:lnTo>
                    <a:lnTo>
                      <a:pt x="5856" y="0"/>
                    </a:lnTo>
                    <a:lnTo>
                      <a:pt x="0" y="0"/>
                    </a:lnTo>
                    <a:lnTo>
                      <a:pt x="0" y="875"/>
                    </a:lnTo>
                    <a:lnTo>
                      <a:pt x="1582" y="2186"/>
                    </a:lnTo>
                    <a:lnTo>
                      <a:pt x="1279" y="4070"/>
                    </a:lnTo>
                    <a:close/>
                  </a:path>
                </a:pathLst>
              </a:custGeom>
              <a:grpFill/>
              <a:ln w="6350" cap="flat">
                <a:solidFill>
                  <a:schemeClr val="bg1"/>
                </a:solidFill>
                <a:prstDash val="solid"/>
                <a:miter/>
              </a:ln>
            </p:spPr>
            <p:txBody>
              <a:bodyPr rtlCol="0" anchor="ctr"/>
              <a:lstStyle/>
              <a:p>
                <a:endParaRPr lang="en-US"/>
              </a:p>
            </p:txBody>
          </p:sp>
          <p:sp>
            <p:nvSpPr>
              <p:cNvPr id="234" name="Freeform 951">
                <a:extLst>
                  <a:ext uri="{FF2B5EF4-FFF2-40B4-BE49-F238E27FC236}">
                    <a16:creationId xmlns:a16="http://schemas.microsoft.com/office/drawing/2014/main" id="{9140A1B6-EE9E-7E95-FCD4-2A4A8190A2DE}"/>
                  </a:ext>
                </a:extLst>
              </p:cNvPr>
              <p:cNvSpPr/>
              <p:nvPr/>
            </p:nvSpPr>
            <p:spPr>
              <a:xfrm>
                <a:off x="6339942" y="2834038"/>
                <a:ext cx="8615" cy="6559"/>
              </a:xfrm>
              <a:custGeom>
                <a:avLst/>
                <a:gdLst>
                  <a:gd name="connsiteX0" fmla="*/ 4846 w 8615"/>
                  <a:gd name="connsiteY0" fmla="*/ 5618 h 6559"/>
                  <a:gd name="connsiteX1" fmla="*/ 6462 w 8615"/>
                  <a:gd name="connsiteY1" fmla="*/ 6560 h 6559"/>
                  <a:gd name="connsiteX2" fmla="*/ 8616 w 8615"/>
                  <a:gd name="connsiteY2" fmla="*/ 3566 h 6559"/>
                  <a:gd name="connsiteX3" fmla="*/ 5688 w 8615"/>
                  <a:gd name="connsiteY3" fmla="*/ 707 h 6559"/>
                  <a:gd name="connsiteX4" fmla="*/ 0 w 8615"/>
                  <a:gd name="connsiteY4" fmla="*/ 0 h 6559"/>
                  <a:gd name="connsiteX5" fmla="*/ 0 w 8615"/>
                  <a:gd name="connsiteY5" fmla="*/ 1615 h 6559"/>
                  <a:gd name="connsiteX6" fmla="*/ 2760 w 8615"/>
                  <a:gd name="connsiteY6" fmla="*/ 4777 h 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5" h="6559">
                    <a:moveTo>
                      <a:pt x="4846" y="5618"/>
                    </a:moveTo>
                    <a:lnTo>
                      <a:pt x="6462" y="6560"/>
                    </a:lnTo>
                    <a:lnTo>
                      <a:pt x="8616" y="3566"/>
                    </a:lnTo>
                    <a:lnTo>
                      <a:pt x="5688" y="707"/>
                    </a:lnTo>
                    <a:lnTo>
                      <a:pt x="0" y="0"/>
                    </a:lnTo>
                    <a:lnTo>
                      <a:pt x="0" y="1615"/>
                    </a:lnTo>
                    <a:lnTo>
                      <a:pt x="2760" y="4777"/>
                    </a:lnTo>
                    <a:close/>
                  </a:path>
                </a:pathLst>
              </a:custGeom>
              <a:grpFill/>
              <a:ln w="6350" cap="flat">
                <a:solidFill>
                  <a:schemeClr val="bg1"/>
                </a:solidFill>
                <a:prstDash val="solid"/>
                <a:miter/>
              </a:ln>
            </p:spPr>
            <p:txBody>
              <a:bodyPr rtlCol="0" anchor="ctr"/>
              <a:lstStyle/>
              <a:p>
                <a:endParaRPr lang="en-US"/>
              </a:p>
            </p:txBody>
          </p:sp>
          <p:sp>
            <p:nvSpPr>
              <p:cNvPr id="235" name="Freeform 952">
                <a:extLst>
                  <a:ext uri="{FF2B5EF4-FFF2-40B4-BE49-F238E27FC236}">
                    <a16:creationId xmlns:a16="http://schemas.microsoft.com/office/drawing/2014/main" id="{583B89EE-0709-44C8-0BEC-1D070F5B3F60}"/>
                  </a:ext>
                </a:extLst>
              </p:cNvPr>
              <p:cNvSpPr/>
              <p:nvPr/>
            </p:nvSpPr>
            <p:spPr>
              <a:xfrm>
                <a:off x="5976405" y="2623117"/>
                <a:ext cx="401801" cy="449459"/>
              </a:xfrm>
              <a:custGeom>
                <a:avLst/>
                <a:gdLst>
                  <a:gd name="connsiteX0" fmla="*/ 401196 w 401801"/>
                  <a:gd name="connsiteY0" fmla="*/ 126317 h 449459"/>
                  <a:gd name="connsiteX1" fmla="*/ 400186 w 401801"/>
                  <a:gd name="connsiteY1" fmla="*/ 124567 h 449459"/>
                  <a:gd name="connsiteX2" fmla="*/ 397494 w 401801"/>
                  <a:gd name="connsiteY2" fmla="*/ 123693 h 449459"/>
                  <a:gd name="connsiteX3" fmla="*/ 393388 w 401801"/>
                  <a:gd name="connsiteY3" fmla="*/ 123390 h 449459"/>
                  <a:gd name="connsiteX4" fmla="*/ 384167 w 401801"/>
                  <a:gd name="connsiteY4" fmla="*/ 124265 h 449459"/>
                  <a:gd name="connsiteX5" fmla="*/ 379859 w 401801"/>
                  <a:gd name="connsiteY5" fmla="*/ 123390 h 449459"/>
                  <a:gd name="connsiteX6" fmla="*/ 375383 w 401801"/>
                  <a:gd name="connsiteY6" fmla="*/ 122650 h 449459"/>
                  <a:gd name="connsiteX7" fmla="*/ 371917 w 401801"/>
                  <a:gd name="connsiteY7" fmla="*/ 121506 h 449459"/>
                  <a:gd name="connsiteX8" fmla="*/ 365994 w 401801"/>
                  <a:gd name="connsiteY8" fmla="*/ 120194 h 449459"/>
                  <a:gd name="connsiteX9" fmla="*/ 361787 w 401801"/>
                  <a:gd name="connsiteY9" fmla="*/ 119623 h 449459"/>
                  <a:gd name="connsiteX10" fmla="*/ 357748 w 401801"/>
                  <a:gd name="connsiteY10" fmla="*/ 116999 h 449459"/>
                  <a:gd name="connsiteX11" fmla="*/ 354416 w 401801"/>
                  <a:gd name="connsiteY11" fmla="*/ 115418 h 449459"/>
                  <a:gd name="connsiteX12" fmla="*/ 349637 w 401801"/>
                  <a:gd name="connsiteY12" fmla="*/ 112524 h 449459"/>
                  <a:gd name="connsiteX13" fmla="*/ 345868 w 401801"/>
                  <a:gd name="connsiteY13" fmla="*/ 110338 h 449459"/>
                  <a:gd name="connsiteX14" fmla="*/ 344858 w 401801"/>
                  <a:gd name="connsiteY14" fmla="*/ 108589 h 449459"/>
                  <a:gd name="connsiteX15" fmla="*/ 341089 w 401801"/>
                  <a:gd name="connsiteY15" fmla="*/ 105830 h 449459"/>
                  <a:gd name="connsiteX16" fmla="*/ 337454 w 401801"/>
                  <a:gd name="connsiteY16" fmla="*/ 103072 h 449459"/>
                  <a:gd name="connsiteX17" fmla="*/ 334997 w 401801"/>
                  <a:gd name="connsiteY17" fmla="*/ 101760 h 449459"/>
                  <a:gd name="connsiteX18" fmla="*/ 333247 w 401801"/>
                  <a:gd name="connsiteY18" fmla="*/ 100011 h 449459"/>
                  <a:gd name="connsiteX19" fmla="*/ 331498 w 401801"/>
                  <a:gd name="connsiteY19" fmla="*/ 96377 h 449459"/>
                  <a:gd name="connsiteX20" fmla="*/ 330050 w 401801"/>
                  <a:gd name="connsiteY20" fmla="*/ 94056 h 449459"/>
                  <a:gd name="connsiteX21" fmla="*/ 328435 w 401801"/>
                  <a:gd name="connsiteY21" fmla="*/ 92172 h 449459"/>
                  <a:gd name="connsiteX22" fmla="*/ 324968 w 401801"/>
                  <a:gd name="connsiteY22" fmla="*/ 87833 h 449459"/>
                  <a:gd name="connsiteX23" fmla="*/ 322781 w 401801"/>
                  <a:gd name="connsiteY23" fmla="*/ 88136 h 449459"/>
                  <a:gd name="connsiteX24" fmla="*/ 318574 w 401801"/>
                  <a:gd name="connsiteY24" fmla="*/ 88136 h 449459"/>
                  <a:gd name="connsiteX25" fmla="*/ 310464 w 401801"/>
                  <a:gd name="connsiteY25" fmla="*/ 88136 h 449459"/>
                  <a:gd name="connsiteX26" fmla="*/ 304507 w 401801"/>
                  <a:gd name="connsiteY26" fmla="*/ 88136 h 449459"/>
                  <a:gd name="connsiteX27" fmla="*/ 300030 w 401801"/>
                  <a:gd name="connsiteY27" fmla="*/ 88136 h 449459"/>
                  <a:gd name="connsiteX28" fmla="*/ 294679 w 401801"/>
                  <a:gd name="connsiteY28" fmla="*/ 89313 h 449459"/>
                  <a:gd name="connsiteX29" fmla="*/ 291920 w 401801"/>
                  <a:gd name="connsiteY29" fmla="*/ 93215 h 449459"/>
                  <a:gd name="connsiteX30" fmla="*/ 288891 w 401801"/>
                  <a:gd name="connsiteY30" fmla="*/ 96176 h 449459"/>
                  <a:gd name="connsiteX31" fmla="*/ 286703 w 401801"/>
                  <a:gd name="connsiteY31" fmla="*/ 99237 h 449459"/>
                  <a:gd name="connsiteX32" fmla="*/ 284246 w 401801"/>
                  <a:gd name="connsiteY32" fmla="*/ 101659 h 449459"/>
                  <a:gd name="connsiteX33" fmla="*/ 281217 w 401801"/>
                  <a:gd name="connsiteY33" fmla="*/ 104518 h 449459"/>
                  <a:gd name="connsiteX34" fmla="*/ 279198 w 401801"/>
                  <a:gd name="connsiteY34" fmla="*/ 105796 h 449459"/>
                  <a:gd name="connsiteX35" fmla="*/ 274722 w 401801"/>
                  <a:gd name="connsiteY35" fmla="*/ 106671 h 449459"/>
                  <a:gd name="connsiteX36" fmla="*/ 270818 w 401801"/>
                  <a:gd name="connsiteY36" fmla="*/ 108690 h 449459"/>
                  <a:gd name="connsiteX37" fmla="*/ 265164 w 401801"/>
                  <a:gd name="connsiteY37" fmla="*/ 108824 h 449459"/>
                  <a:gd name="connsiteX38" fmla="*/ 261395 w 401801"/>
                  <a:gd name="connsiteY38" fmla="*/ 110405 h 449459"/>
                  <a:gd name="connsiteX39" fmla="*/ 257323 w 401801"/>
                  <a:gd name="connsiteY39" fmla="*/ 112726 h 449459"/>
                  <a:gd name="connsiteX40" fmla="*/ 253688 w 401801"/>
                  <a:gd name="connsiteY40" fmla="*/ 111549 h 449459"/>
                  <a:gd name="connsiteX41" fmla="*/ 251501 w 401801"/>
                  <a:gd name="connsiteY41" fmla="*/ 109228 h 449459"/>
                  <a:gd name="connsiteX42" fmla="*/ 248606 w 401801"/>
                  <a:gd name="connsiteY42" fmla="*/ 103442 h 449459"/>
                  <a:gd name="connsiteX43" fmla="*/ 248169 w 401801"/>
                  <a:gd name="connsiteY43" fmla="*/ 97218 h 449459"/>
                  <a:gd name="connsiteX44" fmla="*/ 247294 w 401801"/>
                  <a:gd name="connsiteY44" fmla="*/ 95032 h 449459"/>
                  <a:gd name="connsiteX45" fmla="*/ 243962 w 401801"/>
                  <a:gd name="connsiteY45" fmla="*/ 92576 h 449459"/>
                  <a:gd name="connsiteX46" fmla="*/ 240058 w 401801"/>
                  <a:gd name="connsiteY46" fmla="*/ 90995 h 449459"/>
                  <a:gd name="connsiteX47" fmla="*/ 235851 w 401801"/>
                  <a:gd name="connsiteY47" fmla="*/ 91702 h 449459"/>
                  <a:gd name="connsiteX48" fmla="*/ 230769 w 401801"/>
                  <a:gd name="connsiteY48" fmla="*/ 94325 h 449459"/>
                  <a:gd name="connsiteX49" fmla="*/ 227707 w 401801"/>
                  <a:gd name="connsiteY49" fmla="*/ 97656 h 449459"/>
                  <a:gd name="connsiteX50" fmla="*/ 223500 w 401801"/>
                  <a:gd name="connsiteY50" fmla="*/ 99977 h 449459"/>
                  <a:gd name="connsiteX51" fmla="*/ 220471 w 401801"/>
                  <a:gd name="connsiteY51" fmla="*/ 97656 h 449459"/>
                  <a:gd name="connsiteX52" fmla="*/ 223365 w 401801"/>
                  <a:gd name="connsiteY52" fmla="*/ 93585 h 449459"/>
                  <a:gd name="connsiteX53" fmla="*/ 226394 w 401801"/>
                  <a:gd name="connsiteY53" fmla="*/ 91567 h 449459"/>
                  <a:gd name="connsiteX54" fmla="*/ 231745 w 401801"/>
                  <a:gd name="connsiteY54" fmla="*/ 88977 h 449459"/>
                  <a:gd name="connsiteX55" fmla="*/ 235515 w 401801"/>
                  <a:gd name="connsiteY55" fmla="*/ 87968 h 449459"/>
                  <a:gd name="connsiteX56" fmla="*/ 238409 w 401801"/>
                  <a:gd name="connsiteY56" fmla="*/ 86387 h 449459"/>
                  <a:gd name="connsiteX57" fmla="*/ 241606 w 401801"/>
                  <a:gd name="connsiteY57" fmla="*/ 85747 h 449459"/>
                  <a:gd name="connsiteX58" fmla="*/ 245510 w 401801"/>
                  <a:gd name="connsiteY58" fmla="*/ 84671 h 449459"/>
                  <a:gd name="connsiteX59" fmla="*/ 251299 w 401801"/>
                  <a:gd name="connsiteY59" fmla="*/ 84671 h 449459"/>
                  <a:gd name="connsiteX60" fmla="*/ 253318 w 401801"/>
                  <a:gd name="connsiteY60" fmla="*/ 84368 h 449459"/>
                  <a:gd name="connsiteX61" fmla="*/ 257087 w 401801"/>
                  <a:gd name="connsiteY61" fmla="*/ 85680 h 449459"/>
                  <a:gd name="connsiteX62" fmla="*/ 260991 w 401801"/>
                  <a:gd name="connsiteY62" fmla="*/ 86925 h 449459"/>
                  <a:gd name="connsiteX63" fmla="*/ 268395 w 401801"/>
                  <a:gd name="connsiteY63" fmla="*/ 86958 h 449459"/>
                  <a:gd name="connsiteX64" fmla="*/ 272467 w 401801"/>
                  <a:gd name="connsiteY64" fmla="*/ 86319 h 449459"/>
                  <a:gd name="connsiteX65" fmla="*/ 276809 w 401801"/>
                  <a:gd name="connsiteY65" fmla="*/ 84267 h 449459"/>
                  <a:gd name="connsiteX66" fmla="*/ 278121 w 401801"/>
                  <a:gd name="connsiteY66" fmla="*/ 81509 h 449459"/>
                  <a:gd name="connsiteX67" fmla="*/ 278996 w 401801"/>
                  <a:gd name="connsiteY67" fmla="*/ 79053 h 449459"/>
                  <a:gd name="connsiteX68" fmla="*/ 280578 w 401801"/>
                  <a:gd name="connsiteY68" fmla="*/ 73536 h 449459"/>
                  <a:gd name="connsiteX69" fmla="*/ 281588 w 401801"/>
                  <a:gd name="connsiteY69" fmla="*/ 71350 h 449459"/>
                  <a:gd name="connsiteX70" fmla="*/ 283910 w 401801"/>
                  <a:gd name="connsiteY70" fmla="*/ 67885 h 449459"/>
                  <a:gd name="connsiteX71" fmla="*/ 286535 w 401801"/>
                  <a:gd name="connsiteY71" fmla="*/ 63982 h 449459"/>
                  <a:gd name="connsiteX72" fmla="*/ 290170 w 401801"/>
                  <a:gd name="connsiteY72" fmla="*/ 60787 h 449459"/>
                  <a:gd name="connsiteX73" fmla="*/ 293501 w 401801"/>
                  <a:gd name="connsiteY73" fmla="*/ 55875 h 449459"/>
                  <a:gd name="connsiteX74" fmla="*/ 300300 w 401801"/>
                  <a:gd name="connsiteY74" fmla="*/ 50661 h 449459"/>
                  <a:gd name="connsiteX75" fmla="*/ 304069 w 401801"/>
                  <a:gd name="connsiteY75" fmla="*/ 47465 h 449459"/>
                  <a:gd name="connsiteX76" fmla="*/ 310160 w 401801"/>
                  <a:gd name="connsiteY76" fmla="*/ 40233 h 449459"/>
                  <a:gd name="connsiteX77" fmla="*/ 311776 w 401801"/>
                  <a:gd name="connsiteY77" fmla="*/ 37340 h 449459"/>
                  <a:gd name="connsiteX78" fmla="*/ 314098 w 401801"/>
                  <a:gd name="connsiteY78" fmla="*/ 36196 h 449459"/>
                  <a:gd name="connsiteX79" fmla="*/ 308444 w 401801"/>
                  <a:gd name="connsiteY79" fmla="*/ 33438 h 449459"/>
                  <a:gd name="connsiteX80" fmla="*/ 304372 w 401801"/>
                  <a:gd name="connsiteY80" fmla="*/ 31688 h 449459"/>
                  <a:gd name="connsiteX81" fmla="*/ 304372 w 401801"/>
                  <a:gd name="connsiteY81" fmla="*/ 28930 h 449459"/>
                  <a:gd name="connsiteX82" fmla="*/ 302184 w 401801"/>
                  <a:gd name="connsiteY82" fmla="*/ 24523 h 449459"/>
                  <a:gd name="connsiteX83" fmla="*/ 300737 w 401801"/>
                  <a:gd name="connsiteY83" fmla="*/ 26205 h 449459"/>
                  <a:gd name="connsiteX84" fmla="*/ 295151 w 401801"/>
                  <a:gd name="connsiteY84" fmla="*/ 26945 h 449459"/>
                  <a:gd name="connsiteX85" fmla="*/ 292795 w 401801"/>
                  <a:gd name="connsiteY85" fmla="*/ 25196 h 449459"/>
                  <a:gd name="connsiteX86" fmla="*/ 287847 w 401801"/>
                  <a:gd name="connsiteY86" fmla="*/ 23884 h 449459"/>
                  <a:gd name="connsiteX87" fmla="*/ 280881 w 401801"/>
                  <a:gd name="connsiteY87" fmla="*/ 23884 h 449459"/>
                  <a:gd name="connsiteX88" fmla="*/ 277987 w 401801"/>
                  <a:gd name="connsiteY88" fmla="*/ 22572 h 449459"/>
                  <a:gd name="connsiteX89" fmla="*/ 277280 w 401801"/>
                  <a:gd name="connsiteY89" fmla="*/ 18502 h 449459"/>
                  <a:gd name="connsiteX90" fmla="*/ 276573 w 401801"/>
                  <a:gd name="connsiteY90" fmla="*/ 15104 h 449459"/>
                  <a:gd name="connsiteX91" fmla="*/ 279030 w 401801"/>
                  <a:gd name="connsiteY91" fmla="*/ 11942 h 449459"/>
                  <a:gd name="connsiteX92" fmla="*/ 278458 w 401801"/>
                  <a:gd name="connsiteY92" fmla="*/ 8275 h 449459"/>
                  <a:gd name="connsiteX93" fmla="*/ 278761 w 401801"/>
                  <a:gd name="connsiteY93" fmla="*/ 4642 h 449459"/>
                  <a:gd name="connsiteX94" fmla="*/ 275698 w 401801"/>
                  <a:gd name="connsiteY94" fmla="*/ 1009 h 449459"/>
                  <a:gd name="connsiteX95" fmla="*/ 268294 w 401801"/>
                  <a:gd name="connsiteY95" fmla="*/ 0 h 449459"/>
                  <a:gd name="connsiteX96" fmla="*/ 262943 w 401801"/>
                  <a:gd name="connsiteY96" fmla="*/ 2153 h 449459"/>
                  <a:gd name="connsiteX97" fmla="*/ 255404 w 401801"/>
                  <a:gd name="connsiteY97" fmla="*/ 2456 h 449459"/>
                  <a:gd name="connsiteX98" fmla="*/ 248438 w 401801"/>
                  <a:gd name="connsiteY98" fmla="*/ 7670 h 449459"/>
                  <a:gd name="connsiteX99" fmla="*/ 244971 w 401801"/>
                  <a:gd name="connsiteY99" fmla="*/ 11707 h 449459"/>
                  <a:gd name="connsiteX100" fmla="*/ 247294 w 401801"/>
                  <a:gd name="connsiteY100" fmla="*/ 18939 h 449459"/>
                  <a:gd name="connsiteX101" fmla="*/ 246722 w 401801"/>
                  <a:gd name="connsiteY101" fmla="*/ 23850 h 449459"/>
                  <a:gd name="connsiteX102" fmla="*/ 244400 w 401801"/>
                  <a:gd name="connsiteY102" fmla="*/ 30511 h 449459"/>
                  <a:gd name="connsiteX103" fmla="*/ 236558 w 401801"/>
                  <a:gd name="connsiteY103" fmla="*/ 31083 h 449459"/>
                  <a:gd name="connsiteX104" fmla="*/ 233092 w 401801"/>
                  <a:gd name="connsiteY104" fmla="*/ 35422 h 449459"/>
                  <a:gd name="connsiteX105" fmla="*/ 232217 w 401801"/>
                  <a:gd name="connsiteY105" fmla="*/ 42958 h 449459"/>
                  <a:gd name="connsiteX106" fmla="*/ 225553 w 401801"/>
                  <a:gd name="connsiteY106" fmla="*/ 42958 h 449459"/>
                  <a:gd name="connsiteX107" fmla="*/ 224678 w 401801"/>
                  <a:gd name="connsiteY107" fmla="*/ 38046 h 449459"/>
                  <a:gd name="connsiteX108" fmla="*/ 221481 w 401801"/>
                  <a:gd name="connsiteY108" fmla="*/ 30646 h 449459"/>
                  <a:gd name="connsiteX109" fmla="*/ 217711 w 401801"/>
                  <a:gd name="connsiteY109" fmla="*/ 27248 h 449459"/>
                  <a:gd name="connsiteX110" fmla="*/ 213067 w 401801"/>
                  <a:gd name="connsiteY110" fmla="*/ 29064 h 449459"/>
                  <a:gd name="connsiteX111" fmla="*/ 199437 w 401801"/>
                  <a:gd name="connsiteY111" fmla="*/ 29064 h 449459"/>
                  <a:gd name="connsiteX112" fmla="*/ 189004 w 401801"/>
                  <a:gd name="connsiteY112" fmla="*/ 25600 h 449459"/>
                  <a:gd name="connsiteX113" fmla="*/ 184663 w 401801"/>
                  <a:gd name="connsiteY113" fmla="*/ 21395 h 449459"/>
                  <a:gd name="connsiteX114" fmla="*/ 180590 w 401801"/>
                  <a:gd name="connsiteY114" fmla="*/ 18872 h 449459"/>
                  <a:gd name="connsiteX115" fmla="*/ 176249 w 401801"/>
                  <a:gd name="connsiteY115" fmla="*/ 13826 h 449459"/>
                  <a:gd name="connsiteX116" fmla="*/ 168138 w 401801"/>
                  <a:gd name="connsiteY116" fmla="*/ 6257 h 449459"/>
                  <a:gd name="connsiteX117" fmla="*/ 160902 w 401801"/>
                  <a:gd name="connsiteY117" fmla="*/ 1581 h 449459"/>
                  <a:gd name="connsiteX118" fmla="*/ 150167 w 401801"/>
                  <a:gd name="connsiteY118" fmla="*/ 2153 h 449459"/>
                  <a:gd name="connsiteX119" fmla="*/ 143200 w 401801"/>
                  <a:gd name="connsiteY119" fmla="*/ 5046 h 449459"/>
                  <a:gd name="connsiteX120" fmla="*/ 138287 w 401801"/>
                  <a:gd name="connsiteY120" fmla="*/ 11404 h 449459"/>
                  <a:gd name="connsiteX121" fmla="*/ 136638 w 401801"/>
                  <a:gd name="connsiteY121" fmla="*/ 10563 h 449459"/>
                  <a:gd name="connsiteX122" fmla="*/ 135661 w 401801"/>
                  <a:gd name="connsiteY122" fmla="*/ 10832 h 449459"/>
                  <a:gd name="connsiteX123" fmla="*/ 135661 w 401801"/>
                  <a:gd name="connsiteY123" fmla="*/ 19511 h 449459"/>
                  <a:gd name="connsiteX124" fmla="*/ 134349 w 401801"/>
                  <a:gd name="connsiteY124" fmla="*/ 36163 h 449459"/>
                  <a:gd name="connsiteX125" fmla="*/ 130882 w 401801"/>
                  <a:gd name="connsiteY125" fmla="*/ 43832 h 449459"/>
                  <a:gd name="connsiteX126" fmla="*/ 125229 w 401801"/>
                  <a:gd name="connsiteY126" fmla="*/ 53823 h 449459"/>
                  <a:gd name="connsiteX127" fmla="*/ 125229 w 401801"/>
                  <a:gd name="connsiteY127" fmla="*/ 64689 h 449459"/>
                  <a:gd name="connsiteX128" fmla="*/ 119574 w 401801"/>
                  <a:gd name="connsiteY128" fmla="*/ 69028 h 449459"/>
                  <a:gd name="connsiteX129" fmla="*/ 112171 w 401801"/>
                  <a:gd name="connsiteY129" fmla="*/ 69028 h 449459"/>
                  <a:gd name="connsiteX130" fmla="*/ 105641 w 401801"/>
                  <a:gd name="connsiteY130" fmla="*/ 76833 h 449459"/>
                  <a:gd name="connsiteX131" fmla="*/ 112372 w 401801"/>
                  <a:gd name="connsiteY131" fmla="*/ 83796 h 449459"/>
                  <a:gd name="connsiteX132" fmla="*/ 116512 w 401801"/>
                  <a:gd name="connsiteY132" fmla="*/ 89010 h 449459"/>
                  <a:gd name="connsiteX133" fmla="*/ 116512 w 401801"/>
                  <a:gd name="connsiteY133" fmla="*/ 97689 h 449459"/>
                  <a:gd name="connsiteX134" fmla="*/ 113483 w 401801"/>
                  <a:gd name="connsiteY134" fmla="*/ 105292 h 449459"/>
                  <a:gd name="connsiteX135" fmla="*/ 103488 w 401801"/>
                  <a:gd name="connsiteY135" fmla="*/ 108992 h 449459"/>
                  <a:gd name="connsiteX136" fmla="*/ 91305 w 401801"/>
                  <a:gd name="connsiteY136" fmla="*/ 108992 h 449459"/>
                  <a:gd name="connsiteX137" fmla="*/ 80872 w 401801"/>
                  <a:gd name="connsiteY137" fmla="*/ 108992 h 449459"/>
                  <a:gd name="connsiteX138" fmla="*/ 77102 w 401801"/>
                  <a:gd name="connsiteY138" fmla="*/ 103778 h 449459"/>
                  <a:gd name="connsiteX139" fmla="*/ 73030 w 401801"/>
                  <a:gd name="connsiteY139" fmla="*/ 103778 h 449459"/>
                  <a:gd name="connsiteX140" fmla="*/ 73030 w 401801"/>
                  <a:gd name="connsiteY140" fmla="*/ 120295 h 449459"/>
                  <a:gd name="connsiteX141" fmla="*/ 73030 w 401801"/>
                  <a:gd name="connsiteY141" fmla="*/ 128974 h 449459"/>
                  <a:gd name="connsiteX142" fmla="*/ 76665 w 401801"/>
                  <a:gd name="connsiteY142" fmla="*/ 134188 h 449459"/>
                  <a:gd name="connsiteX143" fmla="*/ 79559 w 401801"/>
                  <a:gd name="connsiteY143" fmla="*/ 144179 h 449459"/>
                  <a:gd name="connsiteX144" fmla="*/ 73468 w 401801"/>
                  <a:gd name="connsiteY144" fmla="*/ 159385 h 449459"/>
                  <a:gd name="connsiteX145" fmla="*/ 67814 w 401801"/>
                  <a:gd name="connsiteY145" fmla="*/ 162446 h 449459"/>
                  <a:gd name="connsiteX146" fmla="*/ 67814 w 401801"/>
                  <a:gd name="connsiteY146" fmla="*/ 170687 h 449459"/>
                  <a:gd name="connsiteX147" fmla="*/ 64785 w 401801"/>
                  <a:gd name="connsiteY147" fmla="*/ 176574 h 449459"/>
                  <a:gd name="connsiteX148" fmla="*/ 55227 w 401801"/>
                  <a:gd name="connsiteY148" fmla="*/ 181789 h 449459"/>
                  <a:gd name="connsiteX149" fmla="*/ 50448 w 401801"/>
                  <a:gd name="connsiteY149" fmla="*/ 184816 h 449459"/>
                  <a:gd name="connsiteX150" fmla="*/ 46847 w 401801"/>
                  <a:gd name="connsiteY150" fmla="*/ 189828 h 449459"/>
                  <a:gd name="connsiteX151" fmla="*/ 41025 w 401801"/>
                  <a:gd name="connsiteY151" fmla="*/ 194403 h 449459"/>
                  <a:gd name="connsiteX152" fmla="*/ 36279 w 401801"/>
                  <a:gd name="connsiteY152" fmla="*/ 201804 h 449459"/>
                  <a:gd name="connsiteX153" fmla="*/ 30222 w 401801"/>
                  <a:gd name="connsiteY153" fmla="*/ 205504 h 449459"/>
                  <a:gd name="connsiteX154" fmla="*/ 23255 w 401801"/>
                  <a:gd name="connsiteY154" fmla="*/ 211358 h 449459"/>
                  <a:gd name="connsiteX155" fmla="*/ 19116 w 401801"/>
                  <a:gd name="connsiteY155" fmla="*/ 215697 h 449459"/>
                  <a:gd name="connsiteX156" fmla="*/ 17601 w 401801"/>
                  <a:gd name="connsiteY156" fmla="*/ 222425 h 449459"/>
                  <a:gd name="connsiteX157" fmla="*/ 15414 w 401801"/>
                  <a:gd name="connsiteY157" fmla="*/ 226126 h 449459"/>
                  <a:gd name="connsiteX158" fmla="*/ 7808 w 401801"/>
                  <a:gd name="connsiteY158" fmla="*/ 227639 h 449459"/>
                  <a:gd name="connsiteX159" fmla="*/ 3466 w 401801"/>
                  <a:gd name="connsiteY159" fmla="*/ 231979 h 449459"/>
                  <a:gd name="connsiteX160" fmla="*/ 3466 w 401801"/>
                  <a:gd name="connsiteY160" fmla="*/ 240254 h 449459"/>
                  <a:gd name="connsiteX161" fmla="*/ 0 w 401801"/>
                  <a:gd name="connsiteY161" fmla="*/ 242643 h 449459"/>
                  <a:gd name="connsiteX162" fmla="*/ 3466 w 401801"/>
                  <a:gd name="connsiteY162" fmla="*/ 254383 h 449459"/>
                  <a:gd name="connsiteX163" fmla="*/ 9322 w 401801"/>
                  <a:gd name="connsiteY163" fmla="*/ 260472 h 449459"/>
                  <a:gd name="connsiteX164" fmla="*/ 20731 w 401801"/>
                  <a:gd name="connsiteY164" fmla="*/ 267839 h 449459"/>
                  <a:gd name="connsiteX165" fmla="*/ 29279 w 401801"/>
                  <a:gd name="connsiteY165" fmla="*/ 276518 h 449459"/>
                  <a:gd name="connsiteX166" fmla="*/ 37996 w 401801"/>
                  <a:gd name="connsiteY166" fmla="*/ 287383 h 449459"/>
                  <a:gd name="connsiteX167" fmla="*/ 45838 w 401801"/>
                  <a:gd name="connsiteY167" fmla="*/ 297610 h 449459"/>
                  <a:gd name="connsiteX168" fmla="*/ 45198 w 401801"/>
                  <a:gd name="connsiteY168" fmla="*/ 308913 h 449459"/>
                  <a:gd name="connsiteX169" fmla="*/ 47823 w 401801"/>
                  <a:gd name="connsiteY169" fmla="*/ 319778 h 449459"/>
                  <a:gd name="connsiteX170" fmla="*/ 54116 w 401801"/>
                  <a:gd name="connsiteY170" fmla="*/ 325867 h 449459"/>
                  <a:gd name="connsiteX171" fmla="*/ 51087 w 401801"/>
                  <a:gd name="connsiteY171" fmla="*/ 337170 h 449459"/>
                  <a:gd name="connsiteX172" fmla="*/ 47823 w 401801"/>
                  <a:gd name="connsiteY172" fmla="*/ 344133 h 449459"/>
                  <a:gd name="connsiteX173" fmla="*/ 54352 w 401801"/>
                  <a:gd name="connsiteY173" fmla="*/ 346320 h 449459"/>
                  <a:gd name="connsiteX174" fmla="*/ 62395 w 401801"/>
                  <a:gd name="connsiteY174" fmla="*/ 343494 h 449459"/>
                  <a:gd name="connsiteX175" fmla="*/ 72828 w 401801"/>
                  <a:gd name="connsiteY175" fmla="*/ 339357 h 449459"/>
                  <a:gd name="connsiteX176" fmla="*/ 79997 w 401801"/>
                  <a:gd name="connsiteY176" fmla="*/ 338482 h 449459"/>
                  <a:gd name="connsiteX177" fmla="*/ 86963 w 401801"/>
                  <a:gd name="connsiteY177" fmla="*/ 346320 h 449459"/>
                  <a:gd name="connsiteX178" fmla="*/ 85886 w 401801"/>
                  <a:gd name="connsiteY178" fmla="*/ 355874 h 449459"/>
                  <a:gd name="connsiteX179" fmla="*/ 82184 w 401801"/>
                  <a:gd name="connsiteY179" fmla="*/ 363039 h 449459"/>
                  <a:gd name="connsiteX180" fmla="*/ 81107 w 401801"/>
                  <a:gd name="connsiteY180" fmla="*/ 372391 h 449459"/>
                  <a:gd name="connsiteX181" fmla="*/ 90026 w 401801"/>
                  <a:gd name="connsiteY181" fmla="*/ 385645 h 449459"/>
                  <a:gd name="connsiteX182" fmla="*/ 94603 w 401801"/>
                  <a:gd name="connsiteY182" fmla="*/ 395434 h 449459"/>
                  <a:gd name="connsiteX183" fmla="*/ 97665 w 401801"/>
                  <a:gd name="connsiteY183" fmla="*/ 404113 h 449459"/>
                  <a:gd name="connsiteX184" fmla="*/ 100694 w 401801"/>
                  <a:gd name="connsiteY184" fmla="*/ 413465 h 449459"/>
                  <a:gd name="connsiteX185" fmla="*/ 100896 w 401801"/>
                  <a:gd name="connsiteY185" fmla="*/ 423254 h 449459"/>
                  <a:gd name="connsiteX186" fmla="*/ 102209 w 401801"/>
                  <a:gd name="connsiteY186" fmla="*/ 429343 h 449459"/>
                  <a:gd name="connsiteX187" fmla="*/ 109377 w 401801"/>
                  <a:gd name="connsiteY187" fmla="*/ 431933 h 449459"/>
                  <a:gd name="connsiteX188" fmla="*/ 116344 w 401801"/>
                  <a:gd name="connsiteY188" fmla="*/ 429343 h 449459"/>
                  <a:gd name="connsiteX189" fmla="*/ 120921 w 401801"/>
                  <a:gd name="connsiteY189" fmla="*/ 427392 h 449459"/>
                  <a:gd name="connsiteX190" fmla="*/ 130916 w 401801"/>
                  <a:gd name="connsiteY190" fmla="*/ 426954 h 449459"/>
                  <a:gd name="connsiteX191" fmla="*/ 132868 w 401801"/>
                  <a:gd name="connsiteY191" fmla="*/ 431966 h 449459"/>
                  <a:gd name="connsiteX192" fmla="*/ 133507 w 401801"/>
                  <a:gd name="connsiteY192" fmla="*/ 436743 h 449459"/>
                  <a:gd name="connsiteX193" fmla="*/ 140474 w 401801"/>
                  <a:gd name="connsiteY193" fmla="*/ 436743 h 449459"/>
                  <a:gd name="connsiteX194" fmla="*/ 145253 w 401801"/>
                  <a:gd name="connsiteY194" fmla="*/ 433716 h 449459"/>
                  <a:gd name="connsiteX195" fmla="*/ 151345 w 401801"/>
                  <a:gd name="connsiteY195" fmla="*/ 425878 h 449459"/>
                  <a:gd name="connsiteX196" fmla="*/ 151345 w 401801"/>
                  <a:gd name="connsiteY196" fmla="*/ 422850 h 449459"/>
                  <a:gd name="connsiteX197" fmla="*/ 155922 w 401801"/>
                  <a:gd name="connsiteY197" fmla="*/ 419587 h 449459"/>
                  <a:gd name="connsiteX198" fmla="*/ 160499 w 401801"/>
                  <a:gd name="connsiteY198" fmla="*/ 418511 h 449459"/>
                  <a:gd name="connsiteX199" fmla="*/ 164638 w 401801"/>
                  <a:gd name="connsiteY199" fmla="*/ 411985 h 449459"/>
                  <a:gd name="connsiteX200" fmla="*/ 166489 w 401801"/>
                  <a:gd name="connsiteY200" fmla="*/ 406569 h 449459"/>
                  <a:gd name="connsiteX201" fmla="*/ 169148 w 401801"/>
                  <a:gd name="connsiteY201" fmla="*/ 403945 h 449459"/>
                  <a:gd name="connsiteX202" fmla="*/ 175273 w 401801"/>
                  <a:gd name="connsiteY202" fmla="*/ 402868 h 449459"/>
                  <a:gd name="connsiteX203" fmla="*/ 179412 w 401801"/>
                  <a:gd name="connsiteY203" fmla="*/ 409832 h 449459"/>
                  <a:gd name="connsiteX204" fmla="*/ 181364 w 401801"/>
                  <a:gd name="connsiteY204" fmla="*/ 418746 h 449459"/>
                  <a:gd name="connsiteX205" fmla="*/ 185706 w 401801"/>
                  <a:gd name="connsiteY205" fmla="*/ 426349 h 449459"/>
                  <a:gd name="connsiteX206" fmla="*/ 189172 w 401801"/>
                  <a:gd name="connsiteY206" fmla="*/ 433312 h 449459"/>
                  <a:gd name="connsiteX207" fmla="*/ 191764 w 401801"/>
                  <a:gd name="connsiteY207" fmla="*/ 438762 h 449459"/>
                  <a:gd name="connsiteX208" fmla="*/ 198091 w 401801"/>
                  <a:gd name="connsiteY208" fmla="*/ 440511 h 449459"/>
                  <a:gd name="connsiteX209" fmla="*/ 205259 w 401801"/>
                  <a:gd name="connsiteY209" fmla="*/ 439435 h 449459"/>
                  <a:gd name="connsiteX210" fmla="*/ 211990 w 401801"/>
                  <a:gd name="connsiteY210" fmla="*/ 437685 h 449459"/>
                  <a:gd name="connsiteX211" fmla="*/ 215692 w 401801"/>
                  <a:gd name="connsiteY211" fmla="*/ 432269 h 449459"/>
                  <a:gd name="connsiteX212" fmla="*/ 220908 w 401801"/>
                  <a:gd name="connsiteY212" fmla="*/ 425541 h 449459"/>
                  <a:gd name="connsiteX213" fmla="*/ 227202 w 401801"/>
                  <a:gd name="connsiteY213" fmla="*/ 422278 h 449459"/>
                  <a:gd name="connsiteX214" fmla="*/ 238072 w 401801"/>
                  <a:gd name="connsiteY214" fmla="*/ 420764 h 449459"/>
                  <a:gd name="connsiteX215" fmla="*/ 248068 w 401801"/>
                  <a:gd name="connsiteY215" fmla="*/ 422514 h 449459"/>
                  <a:gd name="connsiteX216" fmla="*/ 251097 w 401801"/>
                  <a:gd name="connsiteY216" fmla="*/ 426853 h 449459"/>
                  <a:gd name="connsiteX217" fmla="*/ 251299 w 401801"/>
                  <a:gd name="connsiteY217" fmla="*/ 432269 h 449459"/>
                  <a:gd name="connsiteX218" fmla="*/ 253890 w 401801"/>
                  <a:gd name="connsiteY218" fmla="*/ 438795 h 449459"/>
                  <a:gd name="connsiteX219" fmla="*/ 253890 w 401801"/>
                  <a:gd name="connsiteY219" fmla="*/ 443808 h 449459"/>
                  <a:gd name="connsiteX220" fmla="*/ 258904 w 401801"/>
                  <a:gd name="connsiteY220" fmla="*/ 447710 h 449459"/>
                  <a:gd name="connsiteX221" fmla="*/ 261092 w 401801"/>
                  <a:gd name="connsiteY221" fmla="*/ 449459 h 449459"/>
                  <a:gd name="connsiteX222" fmla="*/ 264895 w 401801"/>
                  <a:gd name="connsiteY222" fmla="*/ 447508 h 449459"/>
                  <a:gd name="connsiteX223" fmla="*/ 269573 w 401801"/>
                  <a:gd name="connsiteY223" fmla="*/ 445759 h 449459"/>
                  <a:gd name="connsiteX224" fmla="*/ 269573 w 401801"/>
                  <a:gd name="connsiteY224" fmla="*/ 440343 h 449459"/>
                  <a:gd name="connsiteX225" fmla="*/ 269371 w 401801"/>
                  <a:gd name="connsiteY225" fmla="*/ 432303 h 449459"/>
                  <a:gd name="connsiteX226" fmla="*/ 267621 w 401801"/>
                  <a:gd name="connsiteY226" fmla="*/ 426012 h 449459"/>
                  <a:gd name="connsiteX227" fmla="*/ 268496 w 401801"/>
                  <a:gd name="connsiteY227" fmla="*/ 421437 h 449459"/>
                  <a:gd name="connsiteX228" fmla="*/ 271222 w 401801"/>
                  <a:gd name="connsiteY228" fmla="*/ 423826 h 449459"/>
                  <a:gd name="connsiteX229" fmla="*/ 274319 w 401801"/>
                  <a:gd name="connsiteY229" fmla="*/ 425340 h 449459"/>
                  <a:gd name="connsiteX230" fmla="*/ 274453 w 401801"/>
                  <a:gd name="connsiteY230" fmla="*/ 423388 h 449459"/>
                  <a:gd name="connsiteX231" fmla="*/ 274789 w 401801"/>
                  <a:gd name="connsiteY231" fmla="*/ 421000 h 449459"/>
                  <a:gd name="connsiteX232" fmla="*/ 274789 w 401801"/>
                  <a:gd name="connsiteY232" fmla="*/ 419486 h 449459"/>
                  <a:gd name="connsiteX233" fmla="*/ 276539 w 401801"/>
                  <a:gd name="connsiteY233" fmla="*/ 416425 h 449459"/>
                  <a:gd name="connsiteX234" fmla="*/ 276539 w 401801"/>
                  <a:gd name="connsiteY234" fmla="*/ 414272 h 449459"/>
                  <a:gd name="connsiteX235" fmla="*/ 275664 w 401801"/>
                  <a:gd name="connsiteY235" fmla="*/ 407981 h 449459"/>
                  <a:gd name="connsiteX236" fmla="*/ 273713 w 401801"/>
                  <a:gd name="connsiteY236" fmla="*/ 403844 h 449459"/>
                  <a:gd name="connsiteX237" fmla="*/ 271525 w 401801"/>
                  <a:gd name="connsiteY237" fmla="*/ 400782 h 449459"/>
                  <a:gd name="connsiteX238" fmla="*/ 272703 w 401801"/>
                  <a:gd name="connsiteY238" fmla="*/ 397721 h 449459"/>
                  <a:gd name="connsiteX239" fmla="*/ 275160 w 401801"/>
                  <a:gd name="connsiteY239" fmla="*/ 396006 h 449459"/>
                  <a:gd name="connsiteX240" fmla="*/ 276506 w 401801"/>
                  <a:gd name="connsiteY240" fmla="*/ 392743 h 449459"/>
                  <a:gd name="connsiteX241" fmla="*/ 276506 w 401801"/>
                  <a:gd name="connsiteY241" fmla="*/ 389917 h 449459"/>
                  <a:gd name="connsiteX242" fmla="*/ 276506 w 401801"/>
                  <a:gd name="connsiteY242" fmla="*/ 382953 h 449459"/>
                  <a:gd name="connsiteX243" fmla="*/ 275631 w 401801"/>
                  <a:gd name="connsiteY243" fmla="*/ 380902 h 449459"/>
                  <a:gd name="connsiteX244" fmla="*/ 281049 w 401801"/>
                  <a:gd name="connsiteY244" fmla="*/ 380363 h 449459"/>
                  <a:gd name="connsiteX245" fmla="*/ 284314 w 401801"/>
                  <a:gd name="connsiteY245" fmla="*/ 380363 h 449459"/>
                  <a:gd name="connsiteX246" fmla="*/ 286939 w 401801"/>
                  <a:gd name="connsiteY246" fmla="*/ 377739 h 449459"/>
                  <a:gd name="connsiteX247" fmla="*/ 286939 w 401801"/>
                  <a:gd name="connsiteY247" fmla="*/ 374174 h 449459"/>
                  <a:gd name="connsiteX248" fmla="*/ 290203 w 401801"/>
                  <a:gd name="connsiteY248" fmla="*/ 369397 h 449459"/>
                  <a:gd name="connsiteX249" fmla="*/ 293468 w 401801"/>
                  <a:gd name="connsiteY249" fmla="*/ 363745 h 449459"/>
                  <a:gd name="connsiteX250" fmla="*/ 292155 w 401801"/>
                  <a:gd name="connsiteY250" fmla="*/ 358094 h 449459"/>
                  <a:gd name="connsiteX251" fmla="*/ 291179 w 401801"/>
                  <a:gd name="connsiteY251" fmla="*/ 355470 h 449459"/>
                  <a:gd name="connsiteX252" fmla="*/ 287545 w 401801"/>
                  <a:gd name="connsiteY252" fmla="*/ 354595 h 449459"/>
                  <a:gd name="connsiteX253" fmla="*/ 281285 w 401801"/>
                  <a:gd name="connsiteY253" fmla="*/ 352644 h 449459"/>
                  <a:gd name="connsiteX254" fmla="*/ 280006 w 401801"/>
                  <a:gd name="connsiteY254" fmla="*/ 350256 h 449459"/>
                  <a:gd name="connsiteX255" fmla="*/ 280006 w 401801"/>
                  <a:gd name="connsiteY255" fmla="*/ 348069 h 449459"/>
                  <a:gd name="connsiteX256" fmla="*/ 283270 w 401801"/>
                  <a:gd name="connsiteY256" fmla="*/ 346993 h 449459"/>
                  <a:gd name="connsiteX257" fmla="*/ 286535 w 401801"/>
                  <a:gd name="connsiteY257" fmla="*/ 346555 h 449459"/>
                  <a:gd name="connsiteX258" fmla="*/ 289564 w 401801"/>
                  <a:gd name="connsiteY258" fmla="*/ 348069 h 449459"/>
                  <a:gd name="connsiteX259" fmla="*/ 291852 w 401801"/>
                  <a:gd name="connsiteY259" fmla="*/ 348507 h 449459"/>
                  <a:gd name="connsiteX260" fmla="*/ 296261 w 401801"/>
                  <a:gd name="connsiteY260" fmla="*/ 350996 h 449459"/>
                  <a:gd name="connsiteX261" fmla="*/ 301545 w 401801"/>
                  <a:gd name="connsiteY261" fmla="*/ 352409 h 449459"/>
                  <a:gd name="connsiteX262" fmla="*/ 305247 w 401801"/>
                  <a:gd name="connsiteY262" fmla="*/ 352409 h 449459"/>
                  <a:gd name="connsiteX263" fmla="*/ 306122 w 401801"/>
                  <a:gd name="connsiteY263" fmla="*/ 346757 h 449459"/>
                  <a:gd name="connsiteX264" fmla="*/ 306122 w 401801"/>
                  <a:gd name="connsiteY264" fmla="*/ 342855 h 449459"/>
                  <a:gd name="connsiteX265" fmla="*/ 306122 w 401801"/>
                  <a:gd name="connsiteY265" fmla="*/ 335892 h 449459"/>
                  <a:gd name="connsiteX266" fmla="*/ 308511 w 401801"/>
                  <a:gd name="connsiteY266" fmla="*/ 332427 h 449459"/>
                  <a:gd name="connsiteX267" fmla="*/ 310901 w 401801"/>
                  <a:gd name="connsiteY267" fmla="*/ 330274 h 449459"/>
                  <a:gd name="connsiteX268" fmla="*/ 313728 w 401801"/>
                  <a:gd name="connsiteY268" fmla="*/ 329399 h 449459"/>
                  <a:gd name="connsiteX269" fmla="*/ 316218 w 401801"/>
                  <a:gd name="connsiteY269" fmla="*/ 325934 h 449459"/>
                  <a:gd name="connsiteX270" fmla="*/ 318877 w 401801"/>
                  <a:gd name="connsiteY270" fmla="*/ 324622 h 449459"/>
                  <a:gd name="connsiteX271" fmla="*/ 320863 w 401801"/>
                  <a:gd name="connsiteY271" fmla="*/ 320922 h 449459"/>
                  <a:gd name="connsiteX272" fmla="*/ 317834 w 401801"/>
                  <a:gd name="connsiteY272" fmla="*/ 317895 h 449459"/>
                  <a:gd name="connsiteX273" fmla="*/ 312954 w 401801"/>
                  <a:gd name="connsiteY273" fmla="*/ 315506 h 449459"/>
                  <a:gd name="connsiteX274" fmla="*/ 309588 w 401801"/>
                  <a:gd name="connsiteY274" fmla="*/ 315069 h 449459"/>
                  <a:gd name="connsiteX275" fmla="*/ 309588 w 401801"/>
                  <a:gd name="connsiteY275" fmla="*/ 313319 h 449459"/>
                  <a:gd name="connsiteX276" fmla="*/ 311776 w 401801"/>
                  <a:gd name="connsiteY276" fmla="*/ 310494 h 449459"/>
                  <a:gd name="connsiteX277" fmla="*/ 314165 w 401801"/>
                  <a:gd name="connsiteY277" fmla="*/ 309619 h 449459"/>
                  <a:gd name="connsiteX278" fmla="*/ 318305 w 401801"/>
                  <a:gd name="connsiteY278" fmla="*/ 307432 h 449459"/>
                  <a:gd name="connsiteX279" fmla="*/ 320795 w 401801"/>
                  <a:gd name="connsiteY279" fmla="*/ 306625 h 449459"/>
                  <a:gd name="connsiteX280" fmla="*/ 323319 w 401801"/>
                  <a:gd name="connsiteY280" fmla="*/ 307702 h 449459"/>
                  <a:gd name="connsiteX281" fmla="*/ 324800 w 401801"/>
                  <a:gd name="connsiteY281" fmla="*/ 309720 h 449459"/>
                  <a:gd name="connsiteX282" fmla="*/ 325238 w 401801"/>
                  <a:gd name="connsiteY282" fmla="*/ 313353 h 449459"/>
                  <a:gd name="connsiteX283" fmla="*/ 325238 w 401801"/>
                  <a:gd name="connsiteY283" fmla="*/ 316683 h 449459"/>
                  <a:gd name="connsiteX284" fmla="*/ 325238 w 401801"/>
                  <a:gd name="connsiteY284" fmla="*/ 320216 h 449459"/>
                  <a:gd name="connsiteX285" fmla="*/ 325238 w 401801"/>
                  <a:gd name="connsiteY285" fmla="*/ 323680 h 449459"/>
                  <a:gd name="connsiteX286" fmla="*/ 323218 w 401801"/>
                  <a:gd name="connsiteY286" fmla="*/ 326506 h 449459"/>
                  <a:gd name="connsiteX287" fmla="*/ 321637 w 401801"/>
                  <a:gd name="connsiteY287" fmla="*/ 328693 h 449459"/>
                  <a:gd name="connsiteX288" fmla="*/ 320829 w 401801"/>
                  <a:gd name="connsiteY288" fmla="*/ 331956 h 449459"/>
                  <a:gd name="connsiteX289" fmla="*/ 319920 w 401801"/>
                  <a:gd name="connsiteY289" fmla="*/ 336026 h 449459"/>
                  <a:gd name="connsiteX290" fmla="*/ 321132 w 401801"/>
                  <a:gd name="connsiteY290" fmla="*/ 338785 h 449459"/>
                  <a:gd name="connsiteX291" fmla="*/ 322478 w 401801"/>
                  <a:gd name="connsiteY291" fmla="*/ 341678 h 449459"/>
                  <a:gd name="connsiteX292" fmla="*/ 324968 w 401801"/>
                  <a:gd name="connsiteY292" fmla="*/ 341913 h 449459"/>
                  <a:gd name="connsiteX293" fmla="*/ 327358 w 401801"/>
                  <a:gd name="connsiteY293" fmla="*/ 342048 h 449459"/>
                  <a:gd name="connsiteX294" fmla="*/ 329545 w 401801"/>
                  <a:gd name="connsiteY294" fmla="*/ 340366 h 449459"/>
                  <a:gd name="connsiteX295" fmla="*/ 331363 w 401801"/>
                  <a:gd name="connsiteY295" fmla="*/ 338415 h 449459"/>
                  <a:gd name="connsiteX296" fmla="*/ 333618 w 401801"/>
                  <a:gd name="connsiteY296" fmla="*/ 336329 h 449459"/>
                  <a:gd name="connsiteX297" fmla="*/ 336882 w 401801"/>
                  <a:gd name="connsiteY297" fmla="*/ 334748 h 449459"/>
                  <a:gd name="connsiteX298" fmla="*/ 340517 w 401801"/>
                  <a:gd name="connsiteY298" fmla="*/ 332629 h 449459"/>
                  <a:gd name="connsiteX299" fmla="*/ 344421 w 401801"/>
                  <a:gd name="connsiteY299" fmla="*/ 332124 h 449459"/>
                  <a:gd name="connsiteX300" fmla="*/ 349637 w 401801"/>
                  <a:gd name="connsiteY300" fmla="*/ 333436 h 449459"/>
                  <a:gd name="connsiteX301" fmla="*/ 353979 w 401801"/>
                  <a:gd name="connsiteY301" fmla="*/ 330846 h 449459"/>
                  <a:gd name="connsiteX302" fmla="*/ 353407 w 401801"/>
                  <a:gd name="connsiteY302" fmla="*/ 325766 h 449459"/>
                  <a:gd name="connsiteX303" fmla="*/ 350512 w 401801"/>
                  <a:gd name="connsiteY303" fmla="*/ 321124 h 449459"/>
                  <a:gd name="connsiteX304" fmla="*/ 346945 w 401801"/>
                  <a:gd name="connsiteY304" fmla="*/ 318803 h 449459"/>
                  <a:gd name="connsiteX305" fmla="*/ 344421 w 401801"/>
                  <a:gd name="connsiteY305" fmla="*/ 315472 h 449459"/>
                  <a:gd name="connsiteX306" fmla="*/ 344421 w 401801"/>
                  <a:gd name="connsiteY306" fmla="*/ 309821 h 449459"/>
                  <a:gd name="connsiteX307" fmla="*/ 346003 w 401801"/>
                  <a:gd name="connsiteY307" fmla="*/ 309821 h 449459"/>
                  <a:gd name="connsiteX308" fmla="*/ 350782 w 401801"/>
                  <a:gd name="connsiteY308" fmla="*/ 308946 h 449459"/>
                  <a:gd name="connsiteX309" fmla="*/ 353979 w 401801"/>
                  <a:gd name="connsiteY309" fmla="*/ 308946 h 449459"/>
                  <a:gd name="connsiteX310" fmla="*/ 359498 w 401801"/>
                  <a:gd name="connsiteY310" fmla="*/ 309384 h 449459"/>
                  <a:gd name="connsiteX311" fmla="*/ 362258 w 401801"/>
                  <a:gd name="connsiteY311" fmla="*/ 314295 h 449459"/>
                  <a:gd name="connsiteX312" fmla="*/ 363133 w 401801"/>
                  <a:gd name="connsiteY312" fmla="*/ 319745 h 449459"/>
                  <a:gd name="connsiteX313" fmla="*/ 364445 w 401801"/>
                  <a:gd name="connsiteY313" fmla="*/ 321225 h 449459"/>
                  <a:gd name="connsiteX314" fmla="*/ 365320 w 401801"/>
                  <a:gd name="connsiteY314" fmla="*/ 319106 h 449459"/>
                  <a:gd name="connsiteX315" fmla="*/ 365320 w 401801"/>
                  <a:gd name="connsiteY315" fmla="*/ 313319 h 449459"/>
                  <a:gd name="connsiteX316" fmla="*/ 368585 w 401801"/>
                  <a:gd name="connsiteY316" fmla="*/ 309417 h 449459"/>
                  <a:gd name="connsiteX317" fmla="*/ 370537 w 401801"/>
                  <a:gd name="connsiteY317" fmla="*/ 305078 h 449459"/>
                  <a:gd name="connsiteX318" fmla="*/ 370537 w 401801"/>
                  <a:gd name="connsiteY318" fmla="*/ 301176 h 449459"/>
                  <a:gd name="connsiteX319" fmla="*/ 365758 w 401801"/>
                  <a:gd name="connsiteY319" fmla="*/ 298417 h 449459"/>
                  <a:gd name="connsiteX320" fmla="*/ 362864 w 401801"/>
                  <a:gd name="connsiteY320" fmla="*/ 294347 h 449459"/>
                  <a:gd name="connsiteX321" fmla="*/ 360171 w 401801"/>
                  <a:gd name="connsiteY321" fmla="*/ 289570 h 449459"/>
                  <a:gd name="connsiteX322" fmla="*/ 356806 w 401801"/>
                  <a:gd name="connsiteY322" fmla="*/ 280891 h 449459"/>
                  <a:gd name="connsiteX323" fmla="*/ 353238 w 401801"/>
                  <a:gd name="connsiteY323" fmla="*/ 275811 h 449459"/>
                  <a:gd name="connsiteX324" fmla="*/ 348762 w 401801"/>
                  <a:gd name="connsiteY324" fmla="*/ 270294 h 449459"/>
                  <a:gd name="connsiteX325" fmla="*/ 348055 w 401801"/>
                  <a:gd name="connsiteY325" fmla="*/ 266830 h 449459"/>
                  <a:gd name="connsiteX326" fmla="*/ 349806 w 401801"/>
                  <a:gd name="connsiteY326" fmla="*/ 263062 h 449459"/>
                  <a:gd name="connsiteX327" fmla="*/ 353710 w 401801"/>
                  <a:gd name="connsiteY327" fmla="*/ 261178 h 449459"/>
                  <a:gd name="connsiteX328" fmla="*/ 357479 w 401801"/>
                  <a:gd name="connsiteY328" fmla="*/ 259597 h 449459"/>
                  <a:gd name="connsiteX329" fmla="*/ 361955 w 401801"/>
                  <a:gd name="connsiteY329" fmla="*/ 258722 h 449459"/>
                  <a:gd name="connsiteX330" fmla="*/ 363705 w 401801"/>
                  <a:gd name="connsiteY330" fmla="*/ 255829 h 449459"/>
                  <a:gd name="connsiteX331" fmla="*/ 365455 w 401801"/>
                  <a:gd name="connsiteY331" fmla="*/ 253508 h 449459"/>
                  <a:gd name="connsiteX332" fmla="*/ 366768 w 401801"/>
                  <a:gd name="connsiteY332" fmla="*/ 252062 h 449459"/>
                  <a:gd name="connsiteX333" fmla="*/ 368787 w 401801"/>
                  <a:gd name="connsiteY333" fmla="*/ 249169 h 449459"/>
                  <a:gd name="connsiteX334" fmla="*/ 368046 w 401801"/>
                  <a:gd name="connsiteY334" fmla="*/ 245704 h 449459"/>
                  <a:gd name="connsiteX335" fmla="*/ 365152 w 401801"/>
                  <a:gd name="connsiteY335" fmla="*/ 243517 h 449459"/>
                  <a:gd name="connsiteX336" fmla="*/ 359363 w 401801"/>
                  <a:gd name="connsiteY336" fmla="*/ 242374 h 449459"/>
                  <a:gd name="connsiteX337" fmla="*/ 356032 w 401801"/>
                  <a:gd name="connsiteY337" fmla="*/ 241499 h 449459"/>
                  <a:gd name="connsiteX338" fmla="*/ 351959 w 401801"/>
                  <a:gd name="connsiteY338" fmla="*/ 238740 h 449459"/>
                  <a:gd name="connsiteX339" fmla="*/ 353407 w 401801"/>
                  <a:gd name="connsiteY339" fmla="*/ 237866 h 449459"/>
                  <a:gd name="connsiteX340" fmla="*/ 354551 w 401801"/>
                  <a:gd name="connsiteY340" fmla="*/ 238236 h 449459"/>
                  <a:gd name="connsiteX341" fmla="*/ 359330 w 401801"/>
                  <a:gd name="connsiteY341" fmla="*/ 239481 h 449459"/>
                  <a:gd name="connsiteX342" fmla="*/ 364412 w 401801"/>
                  <a:gd name="connsiteY342" fmla="*/ 239481 h 449459"/>
                  <a:gd name="connsiteX343" fmla="*/ 369628 w 401801"/>
                  <a:gd name="connsiteY343" fmla="*/ 239481 h 449459"/>
                  <a:gd name="connsiteX344" fmla="*/ 371210 w 401801"/>
                  <a:gd name="connsiteY344" fmla="*/ 236453 h 449459"/>
                  <a:gd name="connsiteX345" fmla="*/ 371345 w 401801"/>
                  <a:gd name="connsiteY345" fmla="*/ 232248 h 449459"/>
                  <a:gd name="connsiteX346" fmla="*/ 368450 w 401801"/>
                  <a:gd name="connsiteY346" fmla="*/ 228850 h 449459"/>
                  <a:gd name="connsiteX347" fmla="*/ 368753 w 401801"/>
                  <a:gd name="connsiteY347" fmla="*/ 226899 h 449459"/>
                  <a:gd name="connsiteX348" fmla="*/ 368753 w 401801"/>
                  <a:gd name="connsiteY348" fmla="*/ 222997 h 449459"/>
                  <a:gd name="connsiteX349" fmla="*/ 370503 w 401801"/>
                  <a:gd name="connsiteY349" fmla="*/ 220407 h 449459"/>
                  <a:gd name="connsiteX350" fmla="*/ 367407 w 401801"/>
                  <a:gd name="connsiteY350" fmla="*/ 220407 h 449459"/>
                  <a:gd name="connsiteX351" fmla="*/ 365152 w 401801"/>
                  <a:gd name="connsiteY351" fmla="*/ 222156 h 449459"/>
                  <a:gd name="connsiteX352" fmla="*/ 362695 w 401801"/>
                  <a:gd name="connsiteY352" fmla="*/ 222156 h 449459"/>
                  <a:gd name="connsiteX353" fmla="*/ 359498 w 401801"/>
                  <a:gd name="connsiteY353" fmla="*/ 220340 h 449459"/>
                  <a:gd name="connsiteX354" fmla="*/ 356166 w 401801"/>
                  <a:gd name="connsiteY354" fmla="*/ 220407 h 449459"/>
                  <a:gd name="connsiteX355" fmla="*/ 352262 w 401801"/>
                  <a:gd name="connsiteY355" fmla="*/ 220407 h 449459"/>
                  <a:gd name="connsiteX356" fmla="*/ 348628 w 401801"/>
                  <a:gd name="connsiteY356" fmla="*/ 219835 h 449459"/>
                  <a:gd name="connsiteX357" fmla="*/ 343411 w 401801"/>
                  <a:gd name="connsiteY357" fmla="*/ 219700 h 449459"/>
                  <a:gd name="connsiteX358" fmla="*/ 340652 w 401801"/>
                  <a:gd name="connsiteY358" fmla="*/ 218187 h 449459"/>
                  <a:gd name="connsiteX359" fmla="*/ 339642 w 401801"/>
                  <a:gd name="connsiteY359" fmla="*/ 213443 h 449459"/>
                  <a:gd name="connsiteX360" fmla="*/ 342839 w 401801"/>
                  <a:gd name="connsiteY360" fmla="*/ 208768 h 449459"/>
                  <a:gd name="connsiteX361" fmla="*/ 345296 w 401801"/>
                  <a:gd name="connsiteY361" fmla="*/ 206715 h 449459"/>
                  <a:gd name="connsiteX362" fmla="*/ 348190 w 401801"/>
                  <a:gd name="connsiteY362" fmla="*/ 203217 h 449459"/>
                  <a:gd name="connsiteX363" fmla="*/ 348459 w 401801"/>
                  <a:gd name="connsiteY363" fmla="*/ 197700 h 449459"/>
                  <a:gd name="connsiteX364" fmla="*/ 348594 w 401801"/>
                  <a:gd name="connsiteY364" fmla="*/ 196085 h 449459"/>
                  <a:gd name="connsiteX365" fmla="*/ 350344 w 401801"/>
                  <a:gd name="connsiteY365" fmla="*/ 196085 h 449459"/>
                  <a:gd name="connsiteX366" fmla="*/ 352229 w 401801"/>
                  <a:gd name="connsiteY366" fmla="*/ 196085 h 449459"/>
                  <a:gd name="connsiteX367" fmla="*/ 354854 w 401801"/>
                  <a:gd name="connsiteY367" fmla="*/ 195076 h 449459"/>
                  <a:gd name="connsiteX368" fmla="*/ 354854 w 401801"/>
                  <a:gd name="connsiteY368" fmla="*/ 198844 h 449459"/>
                  <a:gd name="connsiteX369" fmla="*/ 354854 w 401801"/>
                  <a:gd name="connsiteY369" fmla="*/ 202174 h 449459"/>
                  <a:gd name="connsiteX370" fmla="*/ 354854 w 401801"/>
                  <a:gd name="connsiteY370" fmla="*/ 205639 h 449459"/>
                  <a:gd name="connsiteX371" fmla="*/ 356873 w 401801"/>
                  <a:gd name="connsiteY371" fmla="*/ 206076 h 449459"/>
                  <a:gd name="connsiteX372" fmla="*/ 359767 w 401801"/>
                  <a:gd name="connsiteY372" fmla="*/ 206379 h 449459"/>
                  <a:gd name="connsiteX373" fmla="*/ 362594 w 401801"/>
                  <a:gd name="connsiteY373" fmla="*/ 206682 h 449459"/>
                  <a:gd name="connsiteX374" fmla="*/ 364715 w 401801"/>
                  <a:gd name="connsiteY374" fmla="*/ 206379 h 449459"/>
                  <a:gd name="connsiteX375" fmla="*/ 367239 w 401801"/>
                  <a:gd name="connsiteY375" fmla="*/ 205504 h 449459"/>
                  <a:gd name="connsiteX376" fmla="*/ 368988 w 401801"/>
                  <a:gd name="connsiteY376" fmla="*/ 203755 h 449459"/>
                  <a:gd name="connsiteX377" fmla="*/ 369864 w 401801"/>
                  <a:gd name="connsiteY377" fmla="*/ 201165 h 449459"/>
                  <a:gd name="connsiteX378" fmla="*/ 369729 w 401801"/>
                  <a:gd name="connsiteY378" fmla="*/ 197835 h 449459"/>
                  <a:gd name="connsiteX379" fmla="*/ 368719 w 401801"/>
                  <a:gd name="connsiteY379" fmla="*/ 195514 h 449459"/>
                  <a:gd name="connsiteX380" fmla="*/ 368719 w 401801"/>
                  <a:gd name="connsiteY380" fmla="*/ 191746 h 449459"/>
                  <a:gd name="connsiteX381" fmla="*/ 370873 w 401801"/>
                  <a:gd name="connsiteY381" fmla="*/ 189997 h 449459"/>
                  <a:gd name="connsiteX382" fmla="*/ 370806 w 401801"/>
                  <a:gd name="connsiteY382" fmla="*/ 187675 h 449459"/>
                  <a:gd name="connsiteX383" fmla="*/ 372287 w 401801"/>
                  <a:gd name="connsiteY383" fmla="*/ 187238 h 449459"/>
                  <a:gd name="connsiteX384" fmla="*/ 373095 w 401801"/>
                  <a:gd name="connsiteY384" fmla="*/ 187373 h 449459"/>
                  <a:gd name="connsiteX385" fmla="*/ 374508 w 401801"/>
                  <a:gd name="connsiteY385" fmla="*/ 188819 h 449459"/>
                  <a:gd name="connsiteX386" fmla="*/ 376090 w 401801"/>
                  <a:gd name="connsiteY386" fmla="*/ 189963 h 449459"/>
                  <a:gd name="connsiteX387" fmla="*/ 374912 w 401801"/>
                  <a:gd name="connsiteY387" fmla="*/ 196489 h 449459"/>
                  <a:gd name="connsiteX388" fmla="*/ 373902 w 401801"/>
                  <a:gd name="connsiteY388" fmla="*/ 198810 h 449459"/>
                  <a:gd name="connsiteX389" fmla="*/ 373902 w 401801"/>
                  <a:gd name="connsiteY389" fmla="*/ 202140 h 449459"/>
                  <a:gd name="connsiteX390" fmla="*/ 376224 w 401801"/>
                  <a:gd name="connsiteY390" fmla="*/ 206480 h 449459"/>
                  <a:gd name="connsiteX391" fmla="*/ 378984 w 401801"/>
                  <a:gd name="connsiteY391" fmla="*/ 208229 h 449459"/>
                  <a:gd name="connsiteX392" fmla="*/ 381744 w 401801"/>
                  <a:gd name="connsiteY392" fmla="*/ 208229 h 449459"/>
                  <a:gd name="connsiteX393" fmla="*/ 383124 w 401801"/>
                  <a:gd name="connsiteY393" fmla="*/ 206480 h 449459"/>
                  <a:gd name="connsiteX394" fmla="*/ 384369 w 401801"/>
                  <a:gd name="connsiteY394" fmla="*/ 206480 h 449459"/>
                  <a:gd name="connsiteX395" fmla="*/ 384369 w 401801"/>
                  <a:gd name="connsiteY395" fmla="*/ 209104 h 449459"/>
                  <a:gd name="connsiteX396" fmla="*/ 386994 w 401801"/>
                  <a:gd name="connsiteY396" fmla="*/ 212434 h 449459"/>
                  <a:gd name="connsiteX397" fmla="*/ 388441 w 401801"/>
                  <a:gd name="connsiteY397" fmla="*/ 211291 h 449459"/>
                  <a:gd name="connsiteX398" fmla="*/ 390629 w 401801"/>
                  <a:gd name="connsiteY398" fmla="*/ 209541 h 449459"/>
                  <a:gd name="connsiteX399" fmla="*/ 391335 w 401801"/>
                  <a:gd name="connsiteY399" fmla="*/ 206480 h 449459"/>
                  <a:gd name="connsiteX400" fmla="*/ 391335 w 401801"/>
                  <a:gd name="connsiteY400" fmla="*/ 203890 h 449459"/>
                  <a:gd name="connsiteX401" fmla="*/ 391032 w 401801"/>
                  <a:gd name="connsiteY401" fmla="*/ 200559 h 449459"/>
                  <a:gd name="connsiteX402" fmla="*/ 391167 w 401801"/>
                  <a:gd name="connsiteY402" fmla="*/ 194605 h 449459"/>
                  <a:gd name="connsiteX403" fmla="*/ 391235 w 401801"/>
                  <a:gd name="connsiteY403" fmla="*/ 190838 h 449459"/>
                  <a:gd name="connsiteX404" fmla="*/ 389619 w 401801"/>
                  <a:gd name="connsiteY404" fmla="*/ 186363 h 449459"/>
                  <a:gd name="connsiteX405" fmla="*/ 389383 w 401801"/>
                  <a:gd name="connsiteY405" fmla="*/ 183740 h 449459"/>
                  <a:gd name="connsiteX406" fmla="*/ 386792 w 401801"/>
                  <a:gd name="connsiteY406" fmla="*/ 181284 h 449459"/>
                  <a:gd name="connsiteX407" fmla="*/ 385951 w 401801"/>
                  <a:gd name="connsiteY407" fmla="*/ 178256 h 449459"/>
                  <a:gd name="connsiteX408" fmla="*/ 387835 w 401801"/>
                  <a:gd name="connsiteY408" fmla="*/ 176507 h 449459"/>
                  <a:gd name="connsiteX409" fmla="*/ 388710 w 401801"/>
                  <a:gd name="connsiteY409" fmla="*/ 173480 h 449459"/>
                  <a:gd name="connsiteX410" fmla="*/ 388576 w 401801"/>
                  <a:gd name="connsiteY410" fmla="*/ 169846 h 449459"/>
                  <a:gd name="connsiteX411" fmla="*/ 386691 w 401801"/>
                  <a:gd name="connsiteY411" fmla="*/ 167088 h 449459"/>
                  <a:gd name="connsiteX412" fmla="*/ 384369 w 401801"/>
                  <a:gd name="connsiteY412" fmla="*/ 165507 h 449459"/>
                  <a:gd name="connsiteX413" fmla="*/ 384369 w 401801"/>
                  <a:gd name="connsiteY413" fmla="*/ 163926 h 449459"/>
                  <a:gd name="connsiteX414" fmla="*/ 387128 w 401801"/>
                  <a:gd name="connsiteY414" fmla="*/ 160898 h 449459"/>
                  <a:gd name="connsiteX415" fmla="*/ 387869 w 401801"/>
                  <a:gd name="connsiteY415" fmla="*/ 159317 h 449459"/>
                  <a:gd name="connsiteX416" fmla="*/ 387802 w 401801"/>
                  <a:gd name="connsiteY416" fmla="*/ 156424 h 449459"/>
                  <a:gd name="connsiteX417" fmla="*/ 387330 w 401801"/>
                  <a:gd name="connsiteY417" fmla="*/ 155247 h 449459"/>
                  <a:gd name="connsiteX418" fmla="*/ 384773 w 401801"/>
                  <a:gd name="connsiteY418" fmla="*/ 155112 h 449459"/>
                  <a:gd name="connsiteX419" fmla="*/ 381037 w 401801"/>
                  <a:gd name="connsiteY419" fmla="*/ 154978 h 449459"/>
                  <a:gd name="connsiteX420" fmla="*/ 374676 w 401801"/>
                  <a:gd name="connsiteY420" fmla="*/ 155718 h 449459"/>
                  <a:gd name="connsiteX421" fmla="*/ 371782 w 401801"/>
                  <a:gd name="connsiteY421" fmla="*/ 158039 h 449459"/>
                  <a:gd name="connsiteX422" fmla="*/ 369460 w 401801"/>
                  <a:gd name="connsiteY422" fmla="*/ 162816 h 449459"/>
                  <a:gd name="connsiteX423" fmla="*/ 368585 w 401801"/>
                  <a:gd name="connsiteY423" fmla="*/ 166281 h 449459"/>
                  <a:gd name="connsiteX424" fmla="*/ 368147 w 401801"/>
                  <a:gd name="connsiteY424" fmla="*/ 169308 h 449459"/>
                  <a:gd name="connsiteX425" fmla="*/ 364378 w 401801"/>
                  <a:gd name="connsiteY425" fmla="*/ 169611 h 449459"/>
                  <a:gd name="connsiteX426" fmla="*/ 359599 w 401801"/>
                  <a:gd name="connsiteY426" fmla="*/ 169745 h 449459"/>
                  <a:gd name="connsiteX427" fmla="*/ 355830 w 401801"/>
                  <a:gd name="connsiteY427" fmla="*/ 170048 h 449459"/>
                  <a:gd name="connsiteX428" fmla="*/ 352801 w 401801"/>
                  <a:gd name="connsiteY428" fmla="*/ 171057 h 449459"/>
                  <a:gd name="connsiteX429" fmla="*/ 348459 w 401801"/>
                  <a:gd name="connsiteY429" fmla="*/ 173379 h 449459"/>
                  <a:gd name="connsiteX430" fmla="*/ 346305 w 401801"/>
                  <a:gd name="connsiteY430" fmla="*/ 174522 h 449459"/>
                  <a:gd name="connsiteX431" fmla="*/ 342671 w 401801"/>
                  <a:gd name="connsiteY431" fmla="*/ 175834 h 449459"/>
                  <a:gd name="connsiteX432" fmla="*/ 340483 w 401801"/>
                  <a:gd name="connsiteY432" fmla="*/ 177853 h 449459"/>
                  <a:gd name="connsiteX433" fmla="*/ 337589 w 401801"/>
                  <a:gd name="connsiteY433" fmla="*/ 178425 h 449459"/>
                  <a:gd name="connsiteX434" fmla="*/ 337151 w 401801"/>
                  <a:gd name="connsiteY434" fmla="*/ 177415 h 449459"/>
                  <a:gd name="connsiteX435" fmla="*/ 336849 w 401801"/>
                  <a:gd name="connsiteY435" fmla="*/ 174825 h 449459"/>
                  <a:gd name="connsiteX436" fmla="*/ 337724 w 401801"/>
                  <a:gd name="connsiteY436" fmla="*/ 172067 h 449459"/>
                  <a:gd name="connsiteX437" fmla="*/ 339036 w 401801"/>
                  <a:gd name="connsiteY437" fmla="*/ 170486 h 449459"/>
                  <a:gd name="connsiteX438" fmla="*/ 341190 w 401801"/>
                  <a:gd name="connsiteY438" fmla="*/ 169611 h 449459"/>
                  <a:gd name="connsiteX439" fmla="*/ 343815 w 401801"/>
                  <a:gd name="connsiteY439" fmla="*/ 168165 h 449459"/>
                  <a:gd name="connsiteX440" fmla="*/ 346406 w 401801"/>
                  <a:gd name="connsiteY440" fmla="*/ 166853 h 449459"/>
                  <a:gd name="connsiteX441" fmla="*/ 351488 w 401801"/>
                  <a:gd name="connsiteY441" fmla="*/ 165978 h 449459"/>
                  <a:gd name="connsiteX442" fmla="*/ 355392 w 401801"/>
                  <a:gd name="connsiteY442" fmla="*/ 165843 h 449459"/>
                  <a:gd name="connsiteX443" fmla="*/ 357849 w 401801"/>
                  <a:gd name="connsiteY443" fmla="*/ 162513 h 449459"/>
                  <a:gd name="connsiteX444" fmla="*/ 359296 w 401801"/>
                  <a:gd name="connsiteY444" fmla="*/ 160192 h 449459"/>
                  <a:gd name="connsiteX445" fmla="*/ 364075 w 401801"/>
                  <a:gd name="connsiteY445" fmla="*/ 157299 h 449459"/>
                  <a:gd name="connsiteX446" fmla="*/ 365522 w 401801"/>
                  <a:gd name="connsiteY446" fmla="*/ 155718 h 449459"/>
                  <a:gd name="connsiteX447" fmla="*/ 367272 w 401801"/>
                  <a:gd name="connsiteY447" fmla="*/ 153094 h 449459"/>
                  <a:gd name="connsiteX448" fmla="*/ 369292 w 401801"/>
                  <a:gd name="connsiteY448" fmla="*/ 150066 h 449459"/>
                  <a:gd name="connsiteX449" fmla="*/ 371614 w 401801"/>
                  <a:gd name="connsiteY449" fmla="*/ 146871 h 449459"/>
                  <a:gd name="connsiteX450" fmla="*/ 373364 w 401801"/>
                  <a:gd name="connsiteY450" fmla="*/ 143103 h 449459"/>
                  <a:gd name="connsiteX451" fmla="*/ 376998 w 401801"/>
                  <a:gd name="connsiteY451" fmla="*/ 140075 h 449459"/>
                  <a:gd name="connsiteX452" fmla="*/ 379758 w 401801"/>
                  <a:gd name="connsiteY452" fmla="*/ 137182 h 449459"/>
                  <a:gd name="connsiteX453" fmla="*/ 382955 w 401801"/>
                  <a:gd name="connsiteY453" fmla="*/ 134727 h 449459"/>
                  <a:gd name="connsiteX454" fmla="*/ 387903 w 401801"/>
                  <a:gd name="connsiteY454" fmla="*/ 133583 h 449459"/>
                  <a:gd name="connsiteX455" fmla="*/ 393119 w 401801"/>
                  <a:gd name="connsiteY455" fmla="*/ 133280 h 449459"/>
                  <a:gd name="connsiteX456" fmla="*/ 398470 w 401801"/>
                  <a:gd name="connsiteY456" fmla="*/ 132977 h 449459"/>
                  <a:gd name="connsiteX457" fmla="*/ 400355 w 401801"/>
                  <a:gd name="connsiteY457" fmla="*/ 132675 h 449459"/>
                  <a:gd name="connsiteX458" fmla="*/ 401297 w 401801"/>
                  <a:gd name="connsiteY458" fmla="*/ 131363 h 449459"/>
                  <a:gd name="connsiteX459" fmla="*/ 401802 w 401801"/>
                  <a:gd name="connsiteY459" fmla="*/ 130051 h 449459"/>
                  <a:gd name="connsiteX460" fmla="*/ 401802 w 401801"/>
                  <a:gd name="connsiteY460" fmla="*/ 127460 h 449459"/>
                  <a:gd name="connsiteX461" fmla="*/ 401196 w 401801"/>
                  <a:gd name="connsiteY461" fmla="*/ 126317 h 4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401801" h="449459">
                    <a:moveTo>
                      <a:pt x="401196" y="126317"/>
                    </a:moveTo>
                    <a:lnTo>
                      <a:pt x="400186" y="124567"/>
                    </a:lnTo>
                    <a:cubicBezTo>
                      <a:pt x="400186" y="124567"/>
                      <a:pt x="398100" y="123996"/>
                      <a:pt x="397494" y="123693"/>
                    </a:cubicBezTo>
                    <a:cubicBezTo>
                      <a:pt x="396922" y="123390"/>
                      <a:pt x="393388" y="123390"/>
                      <a:pt x="393388" y="123390"/>
                    </a:cubicBezTo>
                    <a:lnTo>
                      <a:pt x="384167" y="124265"/>
                    </a:lnTo>
                    <a:lnTo>
                      <a:pt x="379859" y="123390"/>
                    </a:lnTo>
                    <a:lnTo>
                      <a:pt x="375383" y="122650"/>
                    </a:lnTo>
                    <a:lnTo>
                      <a:pt x="371917" y="121506"/>
                    </a:lnTo>
                    <a:lnTo>
                      <a:pt x="365994" y="120194"/>
                    </a:lnTo>
                    <a:lnTo>
                      <a:pt x="361787" y="119623"/>
                    </a:lnTo>
                    <a:lnTo>
                      <a:pt x="357748" y="116999"/>
                    </a:lnTo>
                    <a:lnTo>
                      <a:pt x="354416" y="115418"/>
                    </a:lnTo>
                    <a:lnTo>
                      <a:pt x="349637" y="112524"/>
                    </a:lnTo>
                    <a:lnTo>
                      <a:pt x="345868" y="110338"/>
                    </a:lnTo>
                    <a:lnTo>
                      <a:pt x="344858" y="108589"/>
                    </a:lnTo>
                    <a:lnTo>
                      <a:pt x="341089" y="105830"/>
                    </a:lnTo>
                    <a:lnTo>
                      <a:pt x="337454" y="103072"/>
                    </a:lnTo>
                    <a:lnTo>
                      <a:pt x="334997" y="101760"/>
                    </a:lnTo>
                    <a:lnTo>
                      <a:pt x="333247" y="100011"/>
                    </a:lnTo>
                    <a:lnTo>
                      <a:pt x="331498" y="96377"/>
                    </a:lnTo>
                    <a:lnTo>
                      <a:pt x="330050" y="94056"/>
                    </a:lnTo>
                    <a:lnTo>
                      <a:pt x="328435" y="92172"/>
                    </a:lnTo>
                    <a:lnTo>
                      <a:pt x="324968" y="87833"/>
                    </a:lnTo>
                    <a:lnTo>
                      <a:pt x="322781" y="88136"/>
                    </a:lnTo>
                    <a:cubicBezTo>
                      <a:pt x="322781" y="88136"/>
                      <a:pt x="319752" y="88136"/>
                      <a:pt x="318574" y="88136"/>
                    </a:cubicBezTo>
                    <a:cubicBezTo>
                      <a:pt x="317396" y="88136"/>
                      <a:pt x="310464" y="88136"/>
                      <a:pt x="310464" y="88136"/>
                    </a:cubicBezTo>
                    <a:cubicBezTo>
                      <a:pt x="310464" y="88136"/>
                      <a:pt x="305382" y="88136"/>
                      <a:pt x="304507" y="88136"/>
                    </a:cubicBezTo>
                    <a:cubicBezTo>
                      <a:pt x="303632" y="88136"/>
                      <a:pt x="300030" y="88136"/>
                      <a:pt x="300030" y="88136"/>
                    </a:cubicBezTo>
                    <a:lnTo>
                      <a:pt x="294679" y="89313"/>
                    </a:lnTo>
                    <a:lnTo>
                      <a:pt x="291920" y="93215"/>
                    </a:lnTo>
                    <a:lnTo>
                      <a:pt x="288891" y="96176"/>
                    </a:lnTo>
                    <a:lnTo>
                      <a:pt x="286703" y="99237"/>
                    </a:lnTo>
                    <a:lnTo>
                      <a:pt x="284246" y="101659"/>
                    </a:lnTo>
                    <a:lnTo>
                      <a:pt x="281217" y="104518"/>
                    </a:lnTo>
                    <a:lnTo>
                      <a:pt x="279198" y="105796"/>
                    </a:lnTo>
                    <a:lnTo>
                      <a:pt x="274722" y="106671"/>
                    </a:lnTo>
                    <a:lnTo>
                      <a:pt x="270818" y="108690"/>
                    </a:lnTo>
                    <a:lnTo>
                      <a:pt x="265164" y="108824"/>
                    </a:lnTo>
                    <a:lnTo>
                      <a:pt x="261395" y="110405"/>
                    </a:lnTo>
                    <a:lnTo>
                      <a:pt x="257323" y="112726"/>
                    </a:lnTo>
                    <a:lnTo>
                      <a:pt x="253688" y="111549"/>
                    </a:lnTo>
                    <a:cubicBezTo>
                      <a:pt x="253688" y="111549"/>
                      <a:pt x="252376" y="111112"/>
                      <a:pt x="251501" y="109228"/>
                    </a:cubicBezTo>
                    <a:cubicBezTo>
                      <a:pt x="250626" y="107344"/>
                      <a:pt x="248741" y="104014"/>
                      <a:pt x="248606" y="103442"/>
                    </a:cubicBezTo>
                    <a:cubicBezTo>
                      <a:pt x="248472" y="102870"/>
                      <a:pt x="248169" y="97218"/>
                      <a:pt x="248169" y="97218"/>
                    </a:cubicBezTo>
                    <a:cubicBezTo>
                      <a:pt x="248169" y="97218"/>
                      <a:pt x="248472" y="95907"/>
                      <a:pt x="247294" y="95032"/>
                    </a:cubicBezTo>
                    <a:cubicBezTo>
                      <a:pt x="246149" y="94157"/>
                      <a:pt x="243962" y="92576"/>
                      <a:pt x="243962" y="92576"/>
                    </a:cubicBezTo>
                    <a:lnTo>
                      <a:pt x="240058" y="90995"/>
                    </a:lnTo>
                    <a:cubicBezTo>
                      <a:pt x="240058" y="90995"/>
                      <a:pt x="236423" y="91567"/>
                      <a:pt x="235851" y="91702"/>
                    </a:cubicBezTo>
                    <a:cubicBezTo>
                      <a:pt x="235279" y="91836"/>
                      <a:pt x="230769" y="94325"/>
                      <a:pt x="230769" y="94325"/>
                    </a:cubicBezTo>
                    <a:lnTo>
                      <a:pt x="227707" y="97656"/>
                    </a:lnTo>
                    <a:lnTo>
                      <a:pt x="223500" y="99977"/>
                    </a:lnTo>
                    <a:lnTo>
                      <a:pt x="220471" y="97656"/>
                    </a:lnTo>
                    <a:cubicBezTo>
                      <a:pt x="220471" y="97656"/>
                      <a:pt x="222658" y="93888"/>
                      <a:pt x="223365" y="93585"/>
                    </a:cubicBezTo>
                    <a:cubicBezTo>
                      <a:pt x="224072" y="93283"/>
                      <a:pt x="224812" y="92004"/>
                      <a:pt x="226394" y="91567"/>
                    </a:cubicBezTo>
                    <a:cubicBezTo>
                      <a:pt x="227976" y="91130"/>
                      <a:pt x="231745" y="88977"/>
                      <a:pt x="231745" y="88977"/>
                    </a:cubicBezTo>
                    <a:cubicBezTo>
                      <a:pt x="231745" y="88977"/>
                      <a:pt x="234942" y="88102"/>
                      <a:pt x="235515" y="87968"/>
                    </a:cubicBezTo>
                    <a:cubicBezTo>
                      <a:pt x="236087" y="87833"/>
                      <a:pt x="236827" y="86824"/>
                      <a:pt x="238409" y="86387"/>
                    </a:cubicBezTo>
                    <a:cubicBezTo>
                      <a:pt x="240024" y="85949"/>
                      <a:pt x="240428" y="86017"/>
                      <a:pt x="241606" y="85747"/>
                    </a:cubicBezTo>
                    <a:cubicBezTo>
                      <a:pt x="242751" y="85445"/>
                      <a:pt x="242616" y="84671"/>
                      <a:pt x="245510" y="84671"/>
                    </a:cubicBezTo>
                    <a:cubicBezTo>
                      <a:pt x="248404" y="84671"/>
                      <a:pt x="251299" y="84671"/>
                      <a:pt x="251299" y="84671"/>
                    </a:cubicBezTo>
                    <a:cubicBezTo>
                      <a:pt x="251299" y="84671"/>
                      <a:pt x="251871" y="83796"/>
                      <a:pt x="253318" y="84368"/>
                    </a:cubicBezTo>
                    <a:cubicBezTo>
                      <a:pt x="254765" y="84940"/>
                      <a:pt x="257087" y="85680"/>
                      <a:pt x="257087" y="85680"/>
                    </a:cubicBezTo>
                    <a:cubicBezTo>
                      <a:pt x="257087" y="85680"/>
                      <a:pt x="260419" y="86925"/>
                      <a:pt x="260991" y="86925"/>
                    </a:cubicBezTo>
                    <a:cubicBezTo>
                      <a:pt x="261563" y="86925"/>
                      <a:pt x="268395" y="86958"/>
                      <a:pt x="268395" y="86958"/>
                    </a:cubicBezTo>
                    <a:lnTo>
                      <a:pt x="272467" y="86319"/>
                    </a:lnTo>
                    <a:lnTo>
                      <a:pt x="276809" y="84267"/>
                    </a:lnTo>
                    <a:lnTo>
                      <a:pt x="278121" y="81509"/>
                    </a:lnTo>
                    <a:cubicBezTo>
                      <a:pt x="278121" y="81509"/>
                      <a:pt x="278693" y="79625"/>
                      <a:pt x="278996" y="79053"/>
                    </a:cubicBezTo>
                    <a:cubicBezTo>
                      <a:pt x="279299" y="78481"/>
                      <a:pt x="280578" y="73536"/>
                      <a:pt x="280578" y="73536"/>
                    </a:cubicBezTo>
                    <a:lnTo>
                      <a:pt x="281588" y="71350"/>
                    </a:lnTo>
                    <a:cubicBezTo>
                      <a:pt x="281588" y="71350"/>
                      <a:pt x="283775" y="68322"/>
                      <a:pt x="283910" y="67885"/>
                    </a:cubicBezTo>
                    <a:cubicBezTo>
                      <a:pt x="284044" y="67447"/>
                      <a:pt x="286535" y="63982"/>
                      <a:pt x="286535" y="63982"/>
                    </a:cubicBezTo>
                    <a:lnTo>
                      <a:pt x="290170" y="60787"/>
                    </a:lnTo>
                    <a:lnTo>
                      <a:pt x="293501" y="55875"/>
                    </a:lnTo>
                    <a:lnTo>
                      <a:pt x="300300" y="50661"/>
                    </a:lnTo>
                    <a:cubicBezTo>
                      <a:pt x="300300" y="50661"/>
                      <a:pt x="303497" y="47903"/>
                      <a:pt x="304069" y="47465"/>
                    </a:cubicBezTo>
                    <a:cubicBezTo>
                      <a:pt x="304641" y="47028"/>
                      <a:pt x="310160" y="40233"/>
                      <a:pt x="310160" y="40233"/>
                    </a:cubicBezTo>
                    <a:lnTo>
                      <a:pt x="311776" y="37340"/>
                    </a:lnTo>
                    <a:lnTo>
                      <a:pt x="314098" y="36196"/>
                    </a:lnTo>
                    <a:lnTo>
                      <a:pt x="308444" y="33438"/>
                    </a:lnTo>
                    <a:lnTo>
                      <a:pt x="304372" y="31688"/>
                    </a:lnTo>
                    <a:lnTo>
                      <a:pt x="304372" y="28930"/>
                    </a:lnTo>
                    <a:lnTo>
                      <a:pt x="302184" y="24523"/>
                    </a:lnTo>
                    <a:lnTo>
                      <a:pt x="300737" y="26205"/>
                    </a:lnTo>
                    <a:lnTo>
                      <a:pt x="295151" y="26945"/>
                    </a:lnTo>
                    <a:lnTo>
                      <a:pt x="292795" y="25196"/>
                    </a:lnTo>
                    <a:lnTo>
                      <a:pt x="287847" y="23884"/>
                    </a:lnTo>
                    <a:lnTo>
                      <a:pt x="280881" y="23884"/>
                    </a:lnTo>
                    <a:lnTo>
                      <a:pt x="277987" y="22572"/>
                    </a:lnTo>
                    <a:lnTo>
                      <a:pt x="277280" y="18502"/>
                    </a:lnTo>
                    <a:lnTo>
                      <a:pt x="276573" y="15104"/>
                    </a:lnTo>
                    <a:lnTo>
                      <a:pt x="279030" y="11942"/>
                    </a:lnTo>
                    <a:lnTo>
                      <a:pt x="278458" y="8275"/>
                    </a:lnTo>
                    <a:lnTo>
                      <a:pt x="278761" y="4642"/>
                    </a:lnTo>
                    <a:lnTo>
                      <a:pt x="275698" y="1009"/>
                    </a:lnTo>
                    <a:lnTo>
                      <a:pt x="268294" y="0"/>
                    </a:lnTo>
                    <a:lnTo>
                      <a:pt x="262943" y="2153"/>
                    </a:lnTo>
                    <a:lnTo>
                      <a:pt x="255404" y="2456"/>
                    </a:lnTo>
                    <a:lnTo>
                      <a:pt x="248438" y="7670"/>
                    </a:lnTo>
                    <a:lnTo>
                      <a:pt x="244971" y="11707"/>
                    </a:lnTo>
                    <a:lnTo>
                      <a:pt x="247294" y="18939"/>
                    </a:lnTo>
                    <a:lnTo>
                      <a:pt x="246722" y="23850"/>
                    </a:lnTo>
                    <a:lnTo>
                      <a:pt x="244400" y="30511"/>
                    </a:lnTo>
                    <a:lnTo>
                      <a:pt x="236558" y="31083"/>
                    </a:lnTo>
                    <a:lnTo>
                      <a:pt x="233092" y="35422"/>
                    </a:lnTo>
                    <a:lnTo>
                      <a:pt x="232217" y="42958"/>
                    </a:lnTo>
                    <a:lnTo>
                      <a:pt x="225553" y="42958"/>
                    </a:lnTo>
                    <a:lnTo>
                      <a:pt x="224678" y="38046"/>
                    </a:lnTo>
                    <a:lnTo>
                      <a:pt x="221481" y="30646"/>
                    </a:lnTo>
                    <a:lnTo>
                      <a:pt x="217711" y="27248"/>
                    </a:lnTo>
                    <a:lnTo>
                      <a:pt x="213067" y="29064"/>
                    </a:lnTo>
                    <a:lnTo>
                      <a:pt x="199437" y="29064"/>
                    </a:lnTo>
                    <a:lnTo>
                      <a:pt x="189004" y="25600"/>
                    </a:lnTo>
                    <a:lnTo>
                      <a:pt x="184663" y="21395"/>
                    </a:lnTo>
                    <a:lnTo>
                      <a:pt x="180590" y="18872"/>
                    </a:lnTo>
                    <a:lnTo>
                      <a:pt x="176249" y="13826"/>
                    </a:lnTo>
                    <a:lnTo>
                      <a:pt x="168138" y="6257"/>
                    </a:lnTo>
                    <a:lnTo>
                      <a:pt x="160902" y="1581"/>
                    </a:lnTo>
                    <a:lnTo>
                      <a:pt x="150167" y="2153"/>
                    </a:lnTo>
                    <a:lnTo>
                      <a:pt x="143200" y="5046"/>
                    </a:lnTo>
                    <a:cubicBezTo>
                      <a:pt x="143200" y="5046"/>
                      <a:pt x="138556" y="10563"/>
                      <a:pt x="138287" y="11404"/>
                    </a:cubicBezTo>
                    <a:cubicBezTo>
                      <a:pt x="138219" y="11639"/>
                      <a:pt x="137041" y="11236"/>
                      <a:pt x="136638" y="10563"/>
                    </a:cubicBezTo>
                    <a:lnTo>
                      <a:pt x="135661" y="10832"/>
                    </a:lnTo>
                    <a:lnTo>
                      <a:pt x="135661" y="19511"/>
                    </a:lnTo>
                    <a:lnTo>
                      <a:pt x="134349" y="36163"/>
                    </a:lnTo>
                    <a:lnTo>
                      <a:pt x="130882" y="43832"/>
                    </a:lnTo>
                    <a:lnTo>
                      <a:pt x="125229" y="53823"/>
                    </a:lnTo>
                    <a:lnTo>
                      <a:pt x="125229" y="64689"/>
                    </a:lnTo>
                    <a:lnTo>
                      <a:pt x="119574" y="69028"/>
                    </a:lnTo>
                    <a:lnTo>
                      <a:pt x="112171" y="69028"/>
                    </a:lnTo>
                    <a:cubicBezTo>
                      <a:pt x="112171" y="69028"/>
                      <a:pt x="106079" y="74243"/>
                      <a:pt x="105641" y="76833"/>
                    </a:cubicBezTo>
                    <a:cubicBezTo>
                      <a:pt x="105204" y="79457"/>
                      <a:pt x="112372" y="83796"/>
                      <a:pt x="112372" y="83796"/>
                    </a:cubicBezTo>
                    <a:lnTo>
                      <a:pt x="116512" y="89010"/>
                    </a:lnTo>
                    <a:lnTo>
                      <a:pt x="116512" y="97689"/>
                    </a:lnTo>
                    <a:lnTo>
                      <a:pt x="113483" y="105292"/>
                    </a:lnTo>
                    <a:lnTo>
                      <a:pt x="103488" y="108992"/>
                    </a:lnTo>
                    <a:lnTo>
                      <a:pt x="91305" y="108992"/>
                    </a:lnTo>
                    <a:lnTo>
                      <a:pt x="80872" y="108992"/>
                    </a:lnTo>
                    <a:lnTo>
                      <a:pt x="77102" y="103778"/>
                    </a:lnTo>
                    <a:lnTo>
                      <a:pt x="73030" y="103778"/>
                    </a:lnTo>
                    <a:lnTo>
                      <a:pt x="73030" y="120295"/>
                    </a:lnTo>
                    <a:lnTo>
                      <a:pt x="73030" y="128974"/>
                    </a:lnTo>
                    <a:lnTo>
                      <a:pt x="76665" y="134188"/>
                    </a:lnTo>
                    <a:lnTo>
                      <a:pt x="79559" y="144179"/>
                    </a:lnTo>
                    <a:lnTo>
                      <a:pt x="73468" y="159385"/>
                    </a:lnTo>
                    <a:lnTo>
                      <a:pt x="67814" y="162446"/>
                    </a:lnTo>
                    <a:lnTo>
                      <a:pt x="67814" y="170687"/>
                    </a:lnTo>
                    <a:lnTo>
                      <a:pt x="64785" y="176574"/>
                    </a:lnTo>
                    <a:lnTo>
                      <a:pt x="55227" y="181789"/>
                    </a:lnTo>
                    <a:lnTo>
                      <a:pt x="50448" y="184816"/>
                    </a:lnTo>
                    <a:lnTo>
                      <a:pt x="46847" y="189828"/>
                    </a:lnTo>
                    <a:lnTo>
                      <a:pt x="41025" y="194403"/>
                    </a:lnTo>
                    <a:lnTo>
                      <a:pt x="36279" y="201804"/>
                    </a:lnTo>
                    <a:cubicBezTo>
                      <a:pt x="36279" y="201804"/>
                      <a:pt x="31063" y="205269"/>
                      <a:pt x="30222" y="205504"/>
                    </a:cubicBezTo>
                    <a:cubicBezTo>
                      <a:pt x="29347" y="205706"/>
                      <a:pt x="23255" y="211358"/>
                      <a:pt x="23255" y="211358"/>
                    </a:cubicBezTo>
                    <a:lnTo>
                      <a:pt x="19116" y="215697"/>
                    </a:lnTo>
                    <a:lnTo>
                      <a:pt x="17601" y="222425"/>
                    </a:lnTo>
                    <a:lnTo>
                      <a:pt x="15414" y="226126"/>
                    </a:lnTo>
                    <a:lnTo>
                      <a:pt x="7808" y="227639"/>
                    </a:lnTo>
                    <a:lnTo>
                      <a:pt x="3466" y="231979"/>
                    </a:lnTo>
                    <a:lnTo>
                      <a:pt x="3466" y="240254"/>
                    </a:lnTo>
                    <a:lnTo>
                      <a:pt x="0" y="242643"/>
                    </a:lnTo>
                    <a:lnTo>
                      <a:pt x="3466" y="254383"/>
                    </a:lnTo>
                    <a:lnTo>
                      <a:pt x="9322" y="260472"/>
                    </a:lnTo>
                    <a:lnTo>
                      <a:pt x="20731" y="267839"/>
                    </a:lnTo>
                    <a:lnTo>
                      <a:pt x="29279" y="276518"/>
                    </a:lnTo>
                    <a:lnTo>
                      <a:pt x="37996" y="287383"/>
                    </a:lnTo>
                    <a:lnTo>
                      <a:pt x="45838" y="297610"/>
                    </a:lnTo>
                    <a:lnTo>
                      <a:pt x="45198" y="308913"/>
                    </a:lnTo>
                    <a:lnTo>
                      <a:pt x="47823" y="319778"/>
                    </a:lnTo>
                    <a:lnTo>
                      <a:pt x="54116" y="325867"/>
                    </a:lnTo>
                    <a:lnTo>
                      <a:pt x="51087" y="337170"/>
                    </a:lnTo>
                    <a:lnTo>
                      <a:pt x="47823" y="344133"/>
                    </a:lnTo>
                    <a:cubicBezTo>
                      <a:pt x="47823" y="344133"/>
                      <a:pt x="53679" y="346522"/>
                      <a:pt x="54352" y="346320"/>
                    </a:cubicBezTo>
                    <a:cubicBezTo>
                      <a:pt x="54991" y="346085"/>
                      <a:pt x="62395" y="343494"/>
                      <a:pt x="62395" y="343494"/>
                    </a:cubicBezTo>
                    <a:lnTo>
                      <a:pt x="72828" y="339357"/>
                    </a:lnTo>
                    <a:lnTo>
                      <a:pt x="79997" y="338482"/>
                    </a:lnTo>
                    <a:lnTo>
                      <a:pt x="86963" y="346320"/>
                    </a:lnTo>
                    <a:lnTo>
                      <a:pt x="85886" y="355874"/>
                    </a:lnTo>
                    <a:lnTo>
                      <a:pt x="82184" y="363039"/>
                    </a:lnTo>
                    <a:lnTo>
                      <a:pt x="81107" y="372391"/>
                    </a:lnTo>
                    <a:lnTo>
                      <a:pt x="90026" y="385645"/>
                    </a:lnTo>
                    <a:lnTo>
                      <a:pt x="94603" y="395434"/>
                    </a:lnTo>
                    <a:lnTo>
                      <a:pt x="97665" y="404113"/>
                    </a:lnTo>
                    <a:lnTo>
                      <a:pt x="100694" y="413465"/>
                    </a:lnTo>
                    <a:lnTo>
                      <a:pt x="100896" y="423254"/>
                    </a:lnTo>
                    <a:lnTo>
                      <a:pt x="102209" y="429343"/>
                    </a:lnTo>
                    <a:cubicBezTo>
                      <a:pt x="102209" y="429343"/>
                      <a:pt x="108738" y="431933"/>
                      <a:pt x="109377" y="431933"/>
                    </a:cubicBezTo>
                    <a:cubicBezTo>
                      <a:pt x="110017" y="431933"/>
                      <a:pt x="115469" y="429343"/>
                      <a:pt x="116344" y="429343"/>
                    </a:cubicBezTo>
                    <a:cubicBezTo>
                      <a:pt x="117219" y="429343"/>
                      <a:pt x="117420" y="427829"/>
                      <a:pt x="120921" y="427392"/>
                    </a:cubicBezTo>
                    <a:cubicBezTo>
                      <a:pt x="124387" y="426954"/>
                      <a:pt x="130916" y="426954"/>
                      <a:pt x="130916" y="426954"/>
                    </a:cubicBezTo>
                    <a:lnTo>
                      <a:pt x="132868" y="431966"/>
                    </a:lnTo>
                    <a:cubicBezTo>
                      <a:pt x="132868" y="431966"/>
                      <a:pt x="132868" y="436541"/>
                      <a:pt x="133507" y="436743"/>
                    </a:cubicBezTo>
                    <a:cubicBezTo>
                      <a:pt x="134147" y="436945"/>
                      <a:pt x="139599" y="437382"/>
                      <a:pt x="140474" y="436743"/>
                    </a:cubicBezTo>
                    <a:cubicBezTo>
                      <a:pt x="141349" y="436104"/>
                      <a:pt x="144378" y="434153"/>
                      <a:pt x="145253" y="433716"/>
                    </a:cubicBezTo>
                    <a:cubicBezTo>
                      <a:pt x="146128" y="433278"/>
                      <a:pt x="151345" y="427627"/>
                      <a:pt x="151345" y="425878"/>
                    </a:cubicBezTo>
                    <a:cubicBezTo>
                      <a:pt x="151345" y="424128"/>
                      <a:pt x="151345" y="422850"/>
                      <a:pt x="151345" y="422850"/>
                    </a:cubicBezTo>
                    <a:lnTo>
                      <a:pt x="155922" y="419587"/>
                    </a:lnTo>
                    <a:cubicBezTo>
                      <a:pt x="155922" y="419587"/>
                      <a:pt x="159623" y="418511"/>
                      <a:pt x="160499" y="418511"/>
                    </a:cubicBezTo>
                    <a:cubicBezTo>
                      <a:pt x="161374" y="418511"/>
                      <a:pt x="164638" y="411985"/>
                      <a:pt x="164638" y="411985"/>
                    </a:cubicBezTo>
                    <a:lnTo>
                      <a:pt x="166489" y="406569"/>
                    </a:lnTo>
                    <a:lnTo>
                      <a:pt x="169148" y="403945"/>
                    </a:lnTo>
                    <a:lnTo>
                      <a:pt x="175273" y="402868"/>
                    </a:lnTo>
                    <a:lnTo>
                      <a:pt x="179412" y="409832"/>
                    </a:lnTo>
                    <a:lnTo>
                      <a:pt x="181364" y="418746"/>
                    </a:lnTo>
                    <a:lnTo>
                      <a:pt x="185706" y="426349"/>
                    </a:lnTo>
                    <a:lnTo>
                      <a:pt x="189172" y="433312"/>
                    </a:lnTo>
                    <a:lnTo>
                      <a:pt x="191764" y="438762"/>
                    </a:lnTo>
                    <a:lnTo>
                      <a:pt x="198091" y="440511"/>
                    </a:lnTo>
                    <a:cubicBezTo>
                      <a:pt x="198091" y="440511"/>
                      <a:pt x="204620" y="439636"/>
                      <a:pt x="205259" y="439435"/>
                    </a:cubicBezTo>
                    <a:cubicBezTo>
                      <a:pt x="205899" y="439233"/>
                      <a:pt x="211990" y="437685"/>
                      <a:pt x="211990" y="437685"/>
                    </a:cubicBezTo>
                    <a:lnTo>
                      <a:pt x="215692" y="432269"/>
                    </a:lnTo>
                    <a:lnTo>
                      <a:pt x="220908" y="425541"/>
                    </a:lnTo>
                    <a:cubicBezTo>
                      <a:pt x="220908" y="425541"/>
                      <a:pt x="226562" y="422514"/>
                      <a:pt x="227202" y="422278"/>
                    </a:cubicBezTo>
                    <a:cubicBezTo>
                      <a:pt x="227841" y="422076"/>
                      <a:pt x="238072" y="420764"/>
                      <a:pt x="238072" y="420764"/>
                    </a:cubicBezTo>
                    <a:lnTo>
                      <a:pt x="248068" y="422514"/>
                    </a:lnTo>
                    <a:cubicBezTo>
                      <a:pt x="248068" y="422514"/>
                      <a:pt x="250457" y="426214"/>
                      <a:pt x="251097" y="426853"/>
                    </a:cubicBezTo>
                    <a:cubicBezTo>
                      <a:pt x="251736" y="427492"/>
                      <a:pt x="251299" y="432269"/>
                      <a:pt x="251299" y="432269"/>
                    </a:cubicBezTo>
                    <a:lnTo>
                      <a:pt x="253890" y="438795"/>
                    </a:lnTo>
                    <a:lnTo>
                      <a:pt x="253890" y="443808"/>
                    </a:lnTo>
                    <a:lnTo>
                      <a:pt x="258904" y="447710"/>
                    </a:lnTo>
                    <a:lnTo>
                      <a:pt x="261092" y="449459"/>
                    </a:lnTo>
                    <a:lnTo>
                      <a:pt x="264895" y="447508"/>
                    </a:lnTo>
                    <a:lnTo>
                      <a:pt x="269573" y="445759"/>
                    </a:lnTo>
                    <a:lnTo>
                      <a:pt x="269573" y="440343"/>
                    </a:lnTo>
                    <a:lnTo>
                      <a:pt x="269371" y="432303"/>
                    </a:lnTo>
                    <a:lnTo>
                      <a:pt x="267621" y="426012"/>
                    </a:lnTo>
                    <a:lnTo>
                      <a:pt x="268496" y="421437"/>
                    </a:lnTo>
                    <a:lnTo>
                      <a:pt x="271222" y="423826"/>
                    </a:lnTo>
                    <a:lnTo>
                      <a:pt x="274319" y="425340"/>
                    </a:lnTo>
                    <a:lnTo>
                      <a:pt x="274453" y="423388"/>
                    </a:lnTo>
                    <a:lnTo>
                      <a:pt x="274789" y="421000"/>
                    </a:lnTo>
                    <a:lnTo>
                      <a:pt x="274789" y="419486"/>
                    </a:lnTo>
                    <a:lnTo>
                      <a:pt x="276539" y="416425"/>
                    </a:lnTo>
                    <a:lnTo>
                      <a:pt x="276539" y="414272"/>
                    </a:lnTo>
                    <a:lnTo>
                      <a:pt x="275664" y="407981"/>
                    </a:lnTo>
                    <a:lnTo>
                      <a:pt x="273713" y="403844"/>
                    </a:lnTo>
                    <a:lnTo>
                      <a:pt x="271525" y="400782"/>
                    </a:lnTo>
                    <a:lnTo>
                      <a:pt x="272703" y="397721"/>
                    </a:lnTo>
                    <a:lnTo>
                      <a:pt x="275160" y="396006"/>
                    </a:lnTo>
                    <a:lnTo>
                      <a:pt x="276506" y="392743"/>
                    </a:lnTo>
                    <a:lnTo>
                      <a:pt x="276506" y="389917"/>
                    </a:lnTo>
                    <a:lnTo>
                      <a:pt x="276506" y="382953"/>
                    </a:lnTo>
                    <a:lnTo>
                      <a:pt x="275631" y="380902"/>
                    </a:lnTo>
                    <a:lnTo>
                      <a:pt x="281049" y="380363"/>
                    </a:lnTo>
                    <a:lnTo>
                      <a:pt x="284314" y="380363"/>
                    </a:lnTo>
                    <a:lnTo>
                      <a:pt x="286939" y="377739"/>
                    </a:lnTo>
                    <a:lnTo>
                      <a:pt x="286939" y="374174"/>
                    </a:lnTo>
                    <a:lnTo>
                      <a:pt x="290203" y="369397"/>
                    </a:lnTo>
                    <a:lnTo>
                      <a:pt x="293468" y="363745"/>
                    </a:lnTo>
                    <a:lnTo>
                      <a:pt x="292155" y="358094"/>
                    </a:lnTo>
                    <a:lnTo>
                      <a:pt x="291179" y="355470"/>
                    </a:lnTo>
                    <a:lnTo>
                      <a:pt x="287545" y="354595"/>
                    </a:lnTo>
                    <a:lnTo>
                      <a:pt x="281285" y="352644"/>
                    </a:lnTo>
                    <a:lnTo>
                      <a:pt x="280006" y="350256"/>
                    </a:lnTo>
                    <a:lnTo>
                      <a:pt x="280006" y="348069"/>
                    </a:lnTo>
                    <a:lnTo>
                      <a:pt x="283270" y="346993"/>
                    </a:lnTo>
                    <a:lnTo>
                      <a:pt x="286535" y="346555"/>
                    </a:lnTo>
                    <a:lnTo>
                      <a:pt x="289564" y="348069"/>
                    </a:lnTo>
                    <a:lnTo>
                      <a:pt x="291852" y="348507"/>
                    </a:lnTo>
                    <a:cubicBezTo>
                      <a:pt x="291852" y="348507"/>
                      <a:pt x="295386" y="350996"/>
                      <a:pt x="296261" y="350996"/>
                    </a:cubicBezTo>
                    <a:cubicBezTo>
                      <a:pt x="297136" y="350996"/>
                      <a:pt x="301545" y="352409"/>
                      <a:pt x="301545" y="352409"/>
                    </a:cubicBezTo>
                    <a:lnTo>
                      <a:pt x="305247" y="352409"/>
                    </a:lnTo>
                    <a:lnTo>
                      <a:pt x="306122" y="346757"/>
                    </a:lnTo>
                    <a:lnTo>
                      <a:pt x="306122" y="342855"/>
                    </a:lnTo>
                    <a:lnTo>
                      <a:pt x="306122" y="335892"/>
                    </a:lnTo>
                    <a:lnTo>
                      <a:pt x="308511" y="332427"/>
                    </a:lnTo>
                    <a:lnTo>
                      <a:pt x="310901" y="330274"/>
                    </a:lnTo>
                    <a:lnTo>
                      <a:pt x="313728" y="329399"/>
                    </a:lnTo>
                    <a:lnTo>
                      <a:pt x="316218" y="325934"/>
                    </a:lnTo>
                    <a:lnTo>
                      <a:pt x="318877" y="324622"/>
                    </a:lnTo>
                    <a:lnTo>
                      <a:pt x="320863" y="320922"/>
                    </a:lnTo>
                    <a:lnTo>
                      <a:pt x="317834" y="317895"/>
                    </a:lnTo>
                    <a:lnTo>
                      <a:pt x="312954" y="315506"/>
                    </a:lnTo>
                    <a:lnTo>
                      <a:pt x="309588" y="315069"/>
                    </a:lnTo>
                    <a:lnTo>
                      <a:pt x="309588" y="313319"/>
                    </a:lnTo>
                    <a:lnTo>
                      <a:pt x="311776" y="310494"/>
                    </a:lnTo>
                    <a:lnTo>
                      <a:pt x="314165" y="309619"/>
                    </a:lnTo>
                    <a:lnTo>
                      <a:pt x="318305" y="307432"/>
                    </a:lnTo>
                    <a:lnTo>
                      <a:pt x="320795" y="306625"/>
                    </a:lnTo>
                    <a:lnTo>
                      <a:pt x="323319" y="307702"/>
                    </a:lnTo>
                    <a:lnTo>
                      <a:pt x="324800" y="309720"/>
                    </a:lnTo>
                    <a:lnTo>
                      <a:pt x="325238" y="313353"/>
                    </a:lnTo>
                    <a:lnTo>
                      <a:pt x="325238" y="316683"/>
                    </a:lnTo>
                    <a:lnTo>
                      <a:pt x="325238" y="320216"/>
                    </a:lnTo>
                    <a:lnTo>
                      <a:pt x="325238" y="323680"/>
                    </a:lnTo>
                    <a:lnTo>
                      <a:pt x="323218" y="326506"/>
                    </a:lnTo>
                    <a:lnTo>
                      <a:pt x="321637" y="328693"/>
                    </a:lnTo>
                    <a:lnTo>
                      <a:pt x="320829" y="331956"/>
                    </a:lnTo>
                    <a:lnTo>
                      <a:pt x="319920" y="336026"/>
                    </a:lnTo>
                    <a:lnTo>
                      <a:pt x="321132" y="338785"/>
                    </a:lnTo>
                    <a:lnTo>
                      <a:pt x="322478" y="341678"/>
                    </a:lnTo>
                    <a:lnTo>
                      <a:pt x="324968" y="341913"/>
                    </a:lnTo>
                    <a:lnTo>
                      <a:pt x="327358" y="342048"/>
                    </a:lnTo>
                    <a:lnTo>
                      <a:pt x="329545" y="340366"/>
                    </a:lnTo>
                    <a:cubicBezTo>
                      <a:pt x="329545" y="340366"/>
                      <a:pt x="331127" y="338482"/>
                      <a:pt x="331363" y="338415"/>
                    </a:cubicBezTo>
                    <a:cubicBezTo>
                      <a:pt x="331565" y="338347"/>
                      <a:pt x="333113" y="336531"/>
                      <a:pt x="333618" y="336329"/>
                    </a:cubicBezTo>
                    <a:cubicBezTo>
                      <a:pt x="334122" y="336127"/>
                      <a:pt x="336882" y="334748"/>
                      <a:pt x="336882" y="334748"/>
                    </a:cubicBezTo>
                    <a:lnTo>
                      <a:pt x="340517" y="332629"/>
                    </a:lnTo>
                    <a:lnTo>
                      <a:pt x="344421" y="332124"/>
                    </a:lnTo>
                    <a:lnTo>
                      <a:pt x="349637" y="333436"/>
                    </a:lnTo>
                    <a:lnTo>
                      <a:pt x="353979" y="330846"/>
                    </a:lnTo>
                    <a:lnTo>
                      <a:pt x="353407" y="325766"/>
                    </a:lnTo>
                    <a:lnTo>
                      <a:pt x="350512" y="321124"/>
                    </a:lnTo>
                    <a:lnTo>
                      <a:pt x="346945" y="318803"/>
                    </a:lnTo>
                    <a:lnTo>
                      <a:pt x="344421" y="315472"/>
                    </a:lnTo>
                    <a:lnTo>
                      <a:pt x="344421" y="309821"/>
                    </a:lnTo>
                    <a:lnTo>
                      <a:pt x="346003" y="309821"/>
                    </a:lnTo>
                    <a:lnTo>
                      <a:pt x="350782" y="308946"/>
                    </a:lnTo>
                    <a:lnTo>
                      <a:pt x="353979" y="308946"/>
                    </a:lnTo>
                    <a:lnTo>
                      <a:pt x="359498" y="309384"/>
                    </a:lnTo>
                    <a:lnTo>
                      <a:pt x="362258" y="314295"/>
                    </a:lnTo>
                    <a:lnTo>
                      <a:pt x="363133" y="319745"/>
                    </a:lnTo>
                    <a:lnTo>
                      <a:pt x="364445" y="321225"/>
                    </a:lnTo>
                    <a:lnTo>
                      <a:pt x="365320" y="319106"/>
                    </a:lnTo>
                    <a:lnTo>
                      <a:pt x="365320" y="313319"/>
                    </a:lnTo>
                    <a:cubicBezTo>
                      <a:pt x="365320" y="313319"/>
                      <a:pt x="368450" y="309855"/>
                      <a:pt x="368585" y="309417"/>
                    </a:cubicBezTo>
                    <a:cubicBezTo>
                      <a:pt x="368719" y="308980"/>
                      <a:pt x="370537" y="305078"/>
                      <a:pt x="370537" y="305078"/>
                    </a:cubicBezTo>
                    <a:lnTo>
                      <a:pt x="370537" y="301176"/>
                    </a:lnTo>
                    <a:lnTo>
                      <a:pt x="365758" y="298417"/>
                    </a:lnTo>
                    <a:cubicBezTo>
                      <a:pt x="365758" y="298417"/>
                      <a:pt x="363301" y="294784"/>
                      <a:pt x="362864" y="294347"/>
                    </a:cubicBezTo>
                    <a:cubicBezTo>
                      <a:pt x="362426" y="293909"/>
                      <a:pt x="360171" y="289570"/>
                      <a:pt x="360171" y="289570"/>
                    </a:cubicBezTo>
                    <a:lnTo>
                      <a:pt x="356806" y="280891"/>
                    </a:lnTo>
                    <a:lnTo>
                      <a:pt x="353238" y="275811"/>
                    </a:lnTo>
                    <a:lnTo>
                      <a:pt x="348762" y="270294"/>
                    </a:lnTo>
                    <a:lnTo>
                      <a:pt x="348055" y="266830"/>
                    </a:lnTo>
                    <a:lnTo>
                      <a:pt x="349806" y="263062"/>
                    </a:lnTo>
                    <a:lnTo>
                      <a:pt x="353710" y="261178"/>
                    </a:lnTo>
                    <a:lnTo>
                      <a:pt x="357479" y="259597"/>
                    </a:lnTo>
                    <a:lnTo>
                      <a:pt x="361955" y="258722"/>
                    </a:lnTo>
                    <a:lnTo>
                      <a:pt x="363705" y="255829"/>
                    </a:lnTo>
                    <a:lnTo>
                      <a:pt x="365455" y="253508"/>
                    </a:lnTo>
                    <a:lnTo>
                      <a:pt x="366768" y="252062"/>
                    </a:lnTo>
                    <a:lnTo>
                      <a:pt x="368787" y="249169"/>
                    </a:lnTo>
                    <a:lnTo>
                      <a:pt x="368046" y="245704"/>
                    </a:lnTo>
                    <a:lnTo>
                      <a:pt x="365152" y="243517"/>
                    </a:lnTo>
                    <a:lnTo>
                      <a:pt x="359363" y="242374"/>
                    </a:lnTo>
                    <a:cubicBezTo>
                      <a:pt x="359363" y="242374"/>
                      <a:pt x="356469" y="241936"/>
                      <a:pt x="356032" y="241499"/>
                    </a:cubicBezTo>
                    <a:cubicBezTo>
                      <a:pt x="355594" y="241062"/>
                      <a:pt x="351959" y="238740"/>
                      <a:pt x="351959" y="238740"/>
                    </a:cubicBezTo>
                    <a:lnTo>
                      <a:pt x="353407" y="237866"/>
                    </a:lnTo>
                    <a:lnTo>
                      <a:pt x="354551" y="238236"/>
                    </a:lnTo>
                    <a:lnTo>
                      <a:pt x="359330" y="239481"/>
                    </a:lnTo>
                    <a:lnTo>
                      <a:pt x="364412" y="239481"/>
                    </a:lnTo>
                    <a:lnTo>
                      <a:pt x="369628" y="239481"/>
                    </a:lnTo>
                    <a:lnTo>
                      <a:pt x="371210" y="236453"/>
                    </a:lnTo>
                    <a:lnTo>
                      <a:pt x="371345" y="232248"/>
                    </a:lnTo>
                    <a:lnTo>
                      <a:pt x="368450" y="228850"/>
                    </a:lnTo>
                    <a:lnTo>
                      <a:pt x="368753" y="226899"/>
                    </a:lnTo>
                    <a:lnTo>
                      <a:pt x="368753" y="222997"/>
                    </a:lnTo>
                    <a:lnTo>
                      <a:pt x="370503" y="220407"/>
                    </a:lnTo>
                    <a:lnTo>
                      <a:pt x="367407" y="220407"/>
                    </a:lnTo>
                    <a:lnTo>
                      <a:pt x="365152" y="222156"/>
                    </a:lnTo>
                    <a:lnTo>
                      <a:pt x="362695" y="222156"/>
                    </a:lnTo>
                    <a:lnTo>
                      <a:pt x="359498" y="220340"/>
                    </a:lnTo>
                    <a:lnTo>
                      <a:pt x="356166" y="220407"/>
                    </a:lnTo>
                    <a:lnTo>
                      <a:pt x="352262" y="220407"/>
                    </a:lnTo>
                    <a:lnTo>
                      <a:pt x="348628" y="219835"/>
                    </a:lnTo>
                    <a:lnTo>
                      <a:pt x="343411" y="219700"/>
                    </a:lnTo>
                    <a:lnTo>
                      <a:pt x="340652" y="218187"/>
                    </a:lnTo>
                    <a:lnTo>
                      <a:pt x="339642" y="213443"/>
                    </a:lnTo>
                    <a:lnTo>
                      <a:pt x="342839" y="208768"/>
                    </a:lnTo>
                    <a:lnTo>
                      <a:pt x="345296" y="206715"/>
                    </a:lnTo>
                    <a:lnTo>
                      <a:pt x="348190" y="203217"/>
                    </a:lnTo>
                    <a:lnTo>
                      <a:pt x="348459" y="197700"/>
                    </a:lnTo>
                    <a:lnTo>
                      <a:pt x="348594" y="196085"/>
                    </a:lnTo>
                    <a:lnTo>
                      <a:pt x="350344" y="196085"/>
                    </a:lnTo>
                    <a:lnTo>
                      <a:pt x="352229" y="196085"/>
                    </a:lnTo>
                    <a:lnTo>
                      <a:pt x="354854" y="195076"/>
                    </a:lnTo>
                    <a:lnTo>
                      <a:pt x="354854" y="198844"/>
                    </a:lnTo>
                    <a:lnTo>
                      <a:pt x="354854" y="202174"/>
                    </a:lnTo>
                    <a:lnTo>
                      <a:pt x="354854" y="205639"/>
                    </a:lnTo>
                    <a:lnTo>
                      <a:pt x="356873" y="206076"/>
                    </a:lnTo>
                    <a:lnTo>
                      <a:pt x="359767" y="206379"/>
                    </a:lnTo>
                    <a:lnTo>
                      <a:pt x="362594" y="206682"/>
                    </a:lnTo>
                    <a:lnTo>
                      <a:pt x="364715" y="206379"/>
                    </a:lnTo>
                    <a:lnTo>
                      <a:pt x="367239" y="205504"/>
                    </a:lnTo>
                    <a:lnTo>
                      <a:pt x="368988" y="203755"/>
                    </a:lnTo>
                    <a:lnTo>
                      <a:pt x="369864" y="201165"/>
                    </a:lnTo>
                    <a:lnTo>
                      <a:pt x="369729" y="197835"/>
                    </a:lnTo>
                    <a:lnTo>
                      <a:pt x="368719" y="195514"/>
                    </a:lnTo>
                    <a:lnTo>
                      <a:pt x="368719" y="191746"/>
                    </a:lnTo>
                    <a:lnTo>
                      <a:pt x="370873" y="189997"/>
                    </a:lnTo>
                    <a:lnTo>
                      <a:pt x="370806" y="187675"/>
                    </a:lnTo>
                    <a:lnTo>
                      <a:pt x="372287" y="187238"/>
                    </a:lnTo>
                    <a:lnTo>
                      <a:pt x="373095" y="187373"/>
                    </a:lnTo>
                    <a:lnTo>
                      <a:pt x="374508" y="188819"/>
                    </a:lnTo>
                    <a:cubicBezTo>
                      <a:pt x="374508" y="188819"/>
                      <a:pt x="375652" y="189694"/>
                      <a:pt x="376090" y="189963"/>
                    </a:cubicBezTo>
                    <a:cubicBezTo>
                      <a:pt x="376527" y="190266"/>
                      <a:pt x="374912" y="196489"/>
                      <a:pt x="374912" y="196489"/>
                    </a:cubicBezTo>
                    <a:lnTo>
                      <a:pt x="373902" y="198810"/>
                    </a:lnTo>
                    <a:lnTo>
                      <a:pt x="373902" y="202140"/>
                    </a:lnTo>
                    <a:lnTo>
                      <a:pt x="376224" y="206480"/>
                    </a:lnTo>
                    <a:lnTo>
                      <a:pt x="378984" y="208229"/>
                    </a:lnTo>
                    <a:lnTo>
                      <a:pt x="381744" y="208229"/>
                    </a:lnTo>
                    <a:lnTo>
                      <a:pt x="383124" y="206480"/>
                    </a:lnTo>
                    <a:lnTo>
                      <a:pt x="384369" y="206480"/>
                    </a:lnTo>
                    <a:lnTo>
                      <a:pt x="384369" y="209104"/>
                    </a:lnTo>
                    <a:lnTo>
                      <a:pt x="386994" y="212434"/>
                    </a:lnTo>
                    <a:lnTo>
                      <a:pt x="388441" y="211291"/>
                    </a:lnTo>
                    <a:lnTo>
                      <a:pt x="390629" y="209541"/>
                    </a:lnTo>
                    <a:lnTo>
                      <a:pt x="391335" y="206480"/>
                    </a:lnTo>
                    <a:lnTo>
                      <a:pt x="391335" y="203890"/>
                    </a:lnTo>
                    <a:lnTo>
                      <a:pt x="391032" y="200559"/>
                    </a:lnTo>
                    <a:lnTo>
                      <a:pt x="391167" y="194605"/>
                    </a:lnTo>
                    <a:lnTo>
                      <a:pt x="391235" y="190838"/>
                    </a:lnTo>
                    <a:lnTo>
                      <a:pt x="389619" y="186363"/>
                    </a:lnTo>
                    <a:lnTo>
                      <a:pt x="389383" y="183740"/>
                    </a:lnTo>
                    <a:lnTo>
                      <a:pt x="386792" y="181284"/>
                    </a:lnTo>
                    <a:lnTo>
                      <a:pt x="385951" y="178256"/>
                    </a:lnTo>
                    <a:lnTo>
                      <a:pt x="387835" y="176507"/>
                    </a:lnTo>
                    <a:lnTo>
                      <a:pt x="388710" y="173480"/>
                    </a:lnTo>
                    <a:lnTo>
                      <a:pt x="388576" y="169846"/>
                    </a:lnTo>
                    <a:lnTo>
                      <a:pt x="386691" y="167088"/>
                    </a:lnTo>
                    <a:cubicBezTo>
                      <a:pt x="386691" y="167088"/>
                      <a:pt x="384369" y="165944"/>
                      <a:pt x="384369" y="165507"/>
                    </a:cubicBezTo>
                    <a:cubicBezTo>
                      <a:pt x="384369" y="165070"/>
                      <a:pt x="384369" y="163926"/>
                      <a:pt x="384369" y="163926"/>
                    </a:cubicBezTo>
                    <a:lnTo>
                      <a:pt x="387128" y="160898"/>
                    </a:lnTo>
                    <a:lnTo>
                      <a:pt x="387869" y="159317"/>
                    </a:lnTo>
                    <a:lnTo>
                      <a:pt x="387802" y="156424"/>
                    </a:lnTo>
                    <a:lnTo>
                      <a:pt x="387330" y="155247"/>
                    </a:lnTo>
                    <a:lnTo>
                      <a:pt x="384773" y="155112"/>
                    </a:lnTo>
                    <a:lnTo>
                      <a:pt x="381037" y="154978"/>
                    </a:lnTo>
                    <a:lnTo>
                      <a:pt x="374676" y="155718"/>
                    </a:lnTo>
                    <a:cubicBezTo>
                      <a:pt x="374676" y="155718"/>
                      <a:pt x="372220" y="157467"/>
                      <a:pt x="371782" y="158039"/>
                    </a:cubicBezTo>
                    <a:cubicBezTo>
                      <a:pt x="371345" y="158611"/>
                      <a:pt x="369460" y="162816"/>
                      <a:pt x="369460" y="162816"/>
                    </a:cubicBezTo>
                    <a:cubicBezTo>
                      <a:pt x="369460" y="162816"/>
                      <a:pt x="368753" y="165709"/>
                      <a:pt x="368585" y="166281"/>
                    </a:cubicBezTo>
                    <a:cubicBezTo>
                      <a:pt x="368450" y="166853"/>
                      <a:pt x="368147" y="169308"/>
                      <a:pt x="368147" y="169308"/>
                    </a:cubicBezTo>
                    <a:lnTo>
                      <a:pt x="364378" y="169611"/>
                    </a:lnTo>
                    <a:lnTo>
                      <a:pt x="359599" y="169745"/>
                    </a:lnTo>
                    <a:lnTo>
                      <a:pt x="355830" y="170048"/>
                    </a:lnTo>
                    <a:lnTo>
                      <a:pt x="352801" y="171057"/>
                    </a:lnTo>
                    <a:lnTo>
                      <a:pt x="348459" y="173379"/>
                    </a:lnTo>
                    <a:lnTo>
                      <a:pt x="346305" y="174522"/>
                    </a:lnTo>
                    <a:lnTo>
                      <a:pt x="342671" y="175834"/>
                    </a:lnTo>
                    <a:lnTo>
                      <a:pt x="340483" y="177853"/>
                    </a:lnTo>
                    <a:lnTo>
                      <a:pt x="337589" y="178425"/>
                    </a:lnTo>
                    <a:cubicBezTo>
                      <a:pt x="337589" y="178425"/>
                      <a:pt x="337151" y="177987"/>
                      <a:pt x="337151" y="177415"/>
                    </a:cubicBezTo>
                    <a:cubicBezTo>
                      <a:pt x="337151" y="176844"/>
                      <a:pt x="336714" y="175397"/>
                      <a:pt x="336849" y="174825"/>
                    </a:cubicBezTo>
                    <a:cubicBezTo>
                      <a:pt x="336983" y="174253"/>
                      <a:pt x="337724" y="172067"/>
                      <a:pt x="337724" y="172067"/>
                    </a:cubicBezTo>
                    <a:cubicBezTo>
                      <a:pt x="337724" y="172067"/>
                      <a:pt x="338026" y="171192"/>
                      <a:pt x="339036" y="170486"/>
                    </a:cubicBezTo>
                    <a:cubicBezTo>
                      <a:pt x="340046" y="169745"/>
                      <a:pt x="340786" y="169914"/>
                      <a:pt x="341190" y="169611"/>
                    </a:cubicBezTo>
                    <a:cubicBezTo>
                      <a:pt x="341628" y="169308"/>
                      <a:pt x="343075" y="168602"/>
                      <a:pt x="343815" y="168165"/>
                    </a:cubicBezTo>
                    <a:cubicBezTo>
                      <a:pt x="344522" y="167727"/>
                      <a:pt x="345835" y="166853"/>
                      <a:pt x="346406" y="166853"/>
                    </a:cubicBezTo>
                    <a:cubicBezTo>
                      <a:pt x="346979" y="166853"/>
                      <a:pt x="351488" y="165978"/>
                      <a:pt x="351488" y="165978"/>
                    </a:cubicBezTo>
                    <a:cubicBezTo>
                      <a:pt x="351488" y="165978"/>
                      <a:pt x="354820" y="166113"/>
                      <a:pt x="355392" y="165843"/>
                    </a:cubicBezTo>
                    <a:cubicBezTo>
                      <a:pt x="355964" y="165541"/>
                      <a:pt x="357849" y="162513"/>
                      <a:pt x="357849" y="162513"/>
                    </a:cubicBezTo>
                    <a:lnTo>
                      <a:pt x="359296" y="160192"/>
                    </a:lnTo>
                    <a:lnTo>
                      <a:pt x="364075" y="157299"/>
                    </a:lnTo>
                    <a:lnTo>
                      <a:pt x="365522" y="155718"/>
                    </a:lnTo>
                    <a:lnTo>
                      <a:pt x="367272" y="153094"/>
                    </a:lnTo>
                    <a:lnTo>
                      <a:pt x="369292" y="150066"/>
                    </a:lnTo>
                    <a:lnTo>
                      <a:pt x="371614" y="146871"/>
                    </a:lnTo>
                    <a:lnTo>
                      <a:pt x="373364" y="143103"/>
                    </a:lnTo>
                    <a:lnTo>
                      <a:pt x="376998" y="140075"/>
                    </a:lnTo>
                    <a:lnTo>
                      <a:pt x="379758" y="137182"/>
                    </a:lnTo>
                    <a:lnTo>
                      <a:pt x="382955" y="134727"/>
                    </a:lnTo>
                    <a:lnTo>
                      <a:pt x="387903" y="133583"/>
                    </a:lnTo>
                    <a:lnTo>
                      <a:pt x="393119" y="133280"/>
                    </a:lnTo>
                    <a:lnTo>
                      <a:pt x="398470" y="132977"/>
                    </a:lnTo>
                    <a:lnTo>
                      <a:pt x="400355" y="132675"/>
                    </a:lnTo>
                    <a:lnTo>
                      <a:pt x="401297" y="131363"/>
                    </a:lnTo>
                    <a:lnTo>
                      <a:pt x="401802" y="130051"/>
                    </a:lnTo>
                    <a:lnTo>
                      <a:pt x="401802" y="127460"/>
                    </a:lnTo>
                    <a:lnTo>
                      <a:pt x="401196" y="126317"/>
                    </a:lnTo>
                    <a:close/>
                  </a:path>
                </a:pathLst>
              </a:custGeom>
              <a:solidFill>
                <a:srgbClr val="BB3023"/>
              </a:solidFill>
              <a:ln w="6350" cap="flat">
                <a:solidFill>
                  <a:schemeClr val="bg1"/>
                </a:solidFill>
                <a:prstDash val="solid"/>
                <a:miter/>
              </a:ln>
            </p:spPr>
            <p:txBody>
              <a:bodyPr rtlCol="0" anchor="ctr"/>
              <a:lstStyle/>
              <a:p>
                <a:endParaRPr lang="en-US"/>
              </a:p>
            </p:txBody>
          </p:sp>
          <p:sp>
            <p:nvSpPr>
              <p:cNvPr id="236" name="Freeform 953">
                <a:extLst>
                  <a:ext uri="{FF2B5EF4-FFF2-40B4-BE49-F238E27FC236}">
                    <a16:creationId xmlns:a16="http://schemas.microsoft.com/office/drawing/2014/main" id="{301647EF-A2A7-22A1-A959-23130C33BD9C}"/>
                  </a:ext>
                </a:extLst>
              </p:cNvPr>
              <p:cNvSpPr/>
              <p:nvPr/>
            </p:nvSpPr>
            <p:spPr>
              <a:xfrm>
                <a:off x="6346774" y="2731067"/>
                <a:ext cx="10166" cy="9856"/>
              </a:xfrm>
              <a:custGeom>
                <a:avLst/>
                <a:gdLst>
                  <a:gd name="connsiteX0" fmla="*/ 1346 w 10166"/>
                  <a:gd name="connsiteY0" fmla="*/ 7535 h 9856"/>
                  <a:gd name="connsiteX1" fmla="*/ 4173 w 10166"/>
                  <a:gd name="connsiteY1" fmla="*/ 9856 h 9856"/>
                  <a:gd name="connsiteX2" fmla="*/ 6192 w 10166"/>
                  <a:gd name="connsiteY2" fmla="*/ 9856 h 9856"/>
                  <a:gd name="connsiteX3" fmla="*/ 8649 w 10166"/>
                  <a:gd name="connsiteY3" fmla="*/ 8275 h 9856"/>
                  <a:gd name="connsiteX4" fmla="*/ 10164 w 10166"/>
                  <a:gd name="connsiteY4" fmla="*/ 7132 h 9856"/>
                  <a:gd name="connsiteX5" fmla="*/ 10164 w 10166"/>
                  <a:gd name="connsiteY5" fmla="*/ 5181 h 9856"/>
                  <a:gd name="connsiteX6" fmla="*/ 8919 w 10166"/>
                  <a:gd name="connsiteY6" fmla="*/ 2893 h 9856"/>
                  <a:gd name="connsiteX7" fmla="*/ 6159 w 10166"/>
                  <a:gd name="connsiteY7" fmla="*/ 605 h 9856"/>
                  <a:gd name="connsiteX8" fmla="*/ 3702 w 10166"/>
                  <a:gd name="connsiteY8" fmla="*/ 0 h 9856"/>
                  <a:gd name="connsiteX9" fmla="*/ 1986 w 10166"/>
                  <a:gd name="connsiteY9" fmla="*/ 1076 h 9856"/>
                  <a:gd name="connsiteX10" fmla="*/ 370 w 10166"/>
                  <a:gd name="connsiteY10" fmla="*/ 2960 h 9856"/>
                  <a:gd name="connsiteX11" fmla="*/ 0 w 10166"/>
                  <a:gd name="connsiteY11" fmla="*/ 5046 h 9856"/>
                  <a:gd name="connsiteX12" fmla="*/ 1346 w 10166"/>
                  <a:gd name="connsiteY12" fmla="*/ 7535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66" h="9856">
                    <a:moveTo>
                      <a:pt x="1346" y="7535"/>
                    </a:moveTo>
                    <a:lnTo>
                      <a:pt x="4173" y="9856"/>
                    </a:lnTo>
                    <a:lnTo>
                      <a:pt x="6192" y="9856"/>
                    </a:lnTo>
                    <a:lnTo>
                      <a:pt x="8649" y="8275"/>
                    </a:lnTo>
                    <a:lnTo>
                      <a:pt x="10164" y="7132"/>
                    </a:lnTo>
                    <a:cubicBezTo>
                      <a:pt x="10164" y="7132"/>
                      <a:pt x="10096" y="5483"/>
                      <a:pt x="10164" y="5181"/>
                    </a:cubicBezTo>
                    <a:cubicBezTo>
                      <a:pt x="10231" y="4878"/>
                      <a:pt x="8919" y="2893"/>
                      <a:pt x="8919" y="2893"/>
                    </a:cubicBezTo>
                    <a:lnTo>
                      <a:pt x="6159" y="605"/>
                    </a:lnTo>
                    <a:lnTo>
                      <a:pt x="3702" y="0"/>
                    </a:lnTo>
                    <a:lnTo>
                      <a:pt x="1986" y="1076"/>
                    </a:lnTo>
                    <a:lnTo>
                      <a:pt x="370" y="2960"/>
                    </a:lnTo>
                    <a:lnTo>
                      <a:pt x="0" y="5046"/>
                    </a:lnTo>
                    <a:lnTo>
                      <a:pt x="1346" y="7535"/>
                    </a:lnTo>
                    <a:close/>
                  </a:path>
                </a:pathLst>
              </a:custGeom>
              <a:grpFill/>
              <a:ln w="6350" cap="flat">
                <a:solidFill>
                  <a:schemeClr val="bg1"/>
                </a:solidFill>
                <a:prstDash val="solid"/>
                <a:miter/>
              </a:ln>
            </p:spPr>
            <p:txBody>
              <a:bodyPr rtlCol="0" anchor="ctr"/>
              <a:lstStyle/>
              <a:p>
                <a:endParaRPr lang="en-US"/>
              </a:p>
            </p:txBody>
          </p:sp>
          <p:sp>
            <p:nvSpPr>
              <p:cNvPr id="237" name="Freeform 954">
                <a:extLst>
                  <a:ext uri="{FF2B5EF4-FFF2-40B4-BE49-F238E27FC236}">
                    <a16:creationId xmlns:a16="http://schemas.microsoft.com/office/drawing/2014/main" id="{F17BD00D-413F-AB5F-EEEF-ACA83C166E8D}"/>
                  </a:ext>
                </a:extLst>
              </p:cNvPr>
              <p:cNvSpPr/>
              <p:nvPr/>
            </p:nvSpPr>
            <p:spPr>
              <a:xfrm>
                <a:off x="6354346" y="2718372"/>
                <a:ext cx="41664" cy="22988"/>
              </a:xfrm>
              <a:custGeom>
                <a:avLst/>
                <a:gdLst>
                  <a:gd name="connsiteX0" fmla="*/ 5722 w 41664"/>
                  <a:gd name="connsiteY0" fmla="*/ 13536 h 22988"/>
                  <a:gd name="connsiteX1" fmla="*/ 8313 w 41664"/>
                  <a:gd name="connsiteY1" fmla="*/ 15353 h 22988"/>
                  <a:gd name="connsiteX2" fmla="*/ 11005 w 41664"/>
                  <a:gd name="connsiteY2" fmla="*/ 17808 h 22988"/>
                  <a:gd name="connsiteX3" fmla="*/ 14842 w 41664"/>
                  <a:gd name="connsiteY3" fmla="*/ 18818 h 22988"/>
                  <a:gd name="connsiteX4" fmla="*/ 18039 w 41664"/>
                  <a:gd name="connsiteY4" fmla="*/ 19322 h 22988"/>
                  <a:gd name="connsiteX5" fmla="*/ 21808 w 41664"/>
                  <a:gd name="connsiteY5" fmla="*/ 19322 h 22988"/>
                  <a:gd name="connsiteX6" fmla="*/ 26823 w 41664"/>
                  <a:gd name="connsiteY6" fmla="*/ 19322 h 22988"/>
                  <a:gd name="connsiteX7" fmla="*/ 28977 w 41664"/>
                  <a:gd name="connsiteY7" fmla="*/ 19961 h 22988"/>
                  <a:gd name="connsiteX8" fmla="*/ 30861 w 41664"/>
                  <a:gd name="connsiteY8" fmla="*/ 21475 h 22988"/>
                  <a:gd name="connsiteX9" fmla="*/ 33385 w 41664"/>
                  <a:gd name="connsiteY9" fmla="*/ 22283 h 22988"/>
                  <a:gd name="connsiteX10" fmla="*/ 35640 w 41664"/>
                  <a:gd name="connsiteY10" fmla="*/ 22989 h 22988"/>
                  <a:gd name="connsiteX11" fmla="*/ 41093 w 41664"/>
                  <a:gd name="connsiteY11" fmla="*/ 22686 h 22988"/>
                  <a:gd name="connsiteX12" fmla="*/ 41664 w 41664"/>
                  <a:gd name="connsiteY12" fmla="*/ 19558 h 22988"/>
                  <a:gd name="connsiteX13" fmla="*/ 41159 w 41664"/>
                  <a:gd name="connsiteY13" fmla="*/ 16631 h 22988"/>
                  <a:gd name="connsiteX14" fmla="*/ 39275 w 41664"/>
                  <a:gd name="connsiteY14" fmla="*/ 12897 h 22988"/>
                  <a:gd name="connsiteX15" fmla="*/ 39410 w 41664"/>
                  <a:gd name="connsiteY15" fmla="*/ 9264 h 22988"/>
                  <a:gd name="connsiteX16" fmla="*/ 37222 w 41664"/>
                  <a:gd name="connsiteY16" fmla="*/ 6640 h 22988"/>
                  <a:gd name="connsiteX17" fmla="*/ 33385 w 41664"/>
                  <a:gd name="connsiteY17" fmla="*/ 4824 h 22988"/>
                  <a:gd name="connsiteX18" fmla="*/ 30626 w 41664"/>
                  <a:gd name="connsiteY18" fmla="*/ 5126 h 22988"/>
                  <a:gd name="connsiteX19" fmla="*/ 27631 w 41664"/>
                  <a:gd name="connsiteY19" fmla="*/ 5765 h 22988"/>
                  <a:gd name="connsiteX20" fmla="*/ 22919 w 41664"/>
                  <a:gd name="connsiteY20" fmla="*/ 4016 h 22988"/>
                  <a:gd name="connsiteX21" fmla="*/ 18005 w 41664"/>
                  <a:gd name="connsiteY21" fmla="*/ 2267 h 22988"/>
                  <a:gd name="connsiteX22" fmla="*/ 14606 w 41664"/>
                  <a:gd name="connsiteY22" fmla="*/ 753 h 22988"/>
                  <a:gd name="connsiteX23" fmla="*/ 8582 w 41664"/>
                  <a:gd name="connsiteY23" fmla="*/ 13 h 22988"/>
                  <a:gd name="connsiteX24" fmla="*/ 6125 w 41664"/>
                  <a:gd name="connsiteY24" fmla="*/ 13 h 22988"/>
                  <a:gd name="connsiteX25" fmla="*/ 2087 w 41664"/>
                  <a:gd name="connsiteY25" fmla="*/ 820 h 22988"/>
                  <a:gd name="connsiteX26" fmla="*/ 0 w 41664"/>
                  <a:gd name="connsiteY26" fmla="*/ 3444 h 22988"/>
                  <a:gd name="connsiteX27" fmla="*/ 1245 w 41664"/>
                  <a:gd name="connsiteY27" fmla="*/ 6909 h 22988"/>
                  <a:gd name="connsiteX28" fmla="*/ 1986 w 41664"/>
                  <a:gd name="connsiteY28" fmla="*/ 9600 h 22988"/>
                  <a:gd name="connsiteX29" fmla="*/ 3668 w 41664"/>
                  <a:gd name="connsiteY29" fmla="*/ 12493 h 22988"/>
                  <a:gd name="connsiteX30" fmla="*/ 5722 w 41664"/>
                  <a:gd name="connsiteY30" fmla="*/ 13536 h 2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664" h="22988">
                    <a:moveTo>
                      <a:pt x="5722" y="13536"/>
                    </a:moveTo>
                    <a:lnTo>
                      <a:pt x="8313" y="15353"/>
                    </a:lnTo>
                    <a:lnTo>
                      <a:pt x="11005" y="17808"/>
                    </a:lnTo>
                    <a:lnTo>
                      <a:pt x="14842" y="18818"/>
                    </a:lnTo>
                    <a:lnTo>
                      <a:pt x="18039" y="19322"/>
                    </a:lnTo>
                    <a:cubicBezTo>
                      <a:pt x="18039" y="19322"/>
                      <a:pt x="21573" y="19188"/>
                      <a:pt x="21808" y="19322"/>
                    </a:cubicBezTo>
                    <a:cubicBezTo>
                      <a:pt x="22044" y="19457"/>
                      <a:pt x="26823" y="19322"/>
                      <a:pt x="26823" y="19322"/>
                    </a:cubicBezTo>
                    <a:lnTo>
                      <a:pt x="28977" y="19961"/>
                    </a:lnTo>
                    <a:lnTo>
                      <a:pt x="30861" y="21475"/>
                    </a:lnTo>
                    <a:lnTo>
                      <a:pt x="33385" y="22283"/>
                    </a:lnTo>
                    <a:lnTo>
                      <a:pt x="35640" y="22989"/>
                    </a:lnTo>
                    <a:lnTo>
                      <a:pt x="41093" y="22686"/>
                    </a:lnTo>
                    <a:cubicBezTo>
                      <a:pt x="41093" y="22686"/>
                      <a:pt x="41664" y="19860"/>
                      <a:pt x="41664" y="19558"/>
                    </a:cubicBezTo>
                    <a:cubicBezTo>
                      <a:pt x="41664" y="19255"/>
                      <a:pt x="41294" y="18044"/>
                      <a:pt x="41159" y="16631"/>
                    </a:cubicBezTo>
                    <a:cubicBezTo>
                      <a:pt x="41025" y="15218"/>
                      <a:pt x="39342" y="13200"/>
                      <a:pt x="39275" y="12897"/>
                    </a:cubicBezTo>
                    <a:cubicBezTo>
                      <a:pt x="39208" y="12594"/>
                      <a:pt x="39410" y="9264"/>
                      <a:pt x="39410" y="9264"/>
                    </a:cubicBezTo>
                    <a:lnTo>
                      <a:pt x="37222" y="6640"/>
                    </a:lnTo>
                    <a:lnTo>
                      <a:pt x="33385" y="4824"/>
                    </a:lnTo>
                    <a:cubicBezTo>
                      <a:pt x="33385" y="4824"/>
                      <a:pt x="31299" y="5059"/>
                      <a:pt x="30626" y="5126"/>
                    </a:cubicBezTo>
                    <a:cubicBezTo>
                      <a:pt x="29986" y="5194"/>
                      <a:pt x="27631" y="5765"/>
                      <a:pt x="27631" y="5765"/>
                    </a:cubicBezTo>
                    <a:lnTo>
                      <a:pt x="22919" y="4016"/>
                    </a:lnTo>
                    <a:lnTo>
                      <a:pt x="18005" y="2267"/>
                    </a:lnTo>
                    <a:cubicBezTo>
                      <a:pt x="18005" y="2267"/>
                      <a:pt x="14875" y="753"/>
                      <a:pt x="14606" y="753"/>
                    </a:cubicBezTo>
                    <a:cubicBezTo>
                      <a:pt x="14337" y="753"/>
                      <a:pt x="8582" y="13"/>
                      <a:pt x="8582" y="13"/>
                    </a:cubicBezTo>
                    <a:cubicBezTo>
                      <a:pt x="8582" y="13"/>
                      <a:pt x="6394" y="148"/>
                      <a:pt x="6125" y="13"/>
                    </a:cubicBezTo>
                    <a:cubicBezTo>
                      <a:pt x="5856" y="-122"/>
                      <a:pt x="2087" y="820"/>
                      <a:pt x="2087" y="820"/>
                    </a:cubicBezTo>
                    <a:lnTo>
                      <a:pt x="0" y="3444"/>
                    </a:lnTo>
                    <a:lnTo>
                      <a:pt x="1245" y="6909"/>
                    </a:lnTo>
                    <a:cubicBezTo>
                      <a:pt x="1245" y="6909"/>
                      <a:pt x="1683" y="9365"/>
                      <a:pt x="1986" y="9600"/>
                    </a:cubicBezTo>
                    <a:cubicBezTo>
                      <a:pt x="2289" y="9802"/>
                      <a:pt x="3668" y="12493"/>
                      <a:pt x="3668" y="12493"/>
                    </a:cubicBezTo>
                    <a:lnTo>
                      <a:pt x="5722" y="13536"/>
                    </a:lnTo>
                    <a:close/>
                  </a:path>
                </a:pathLst>
              </a:custGeom>
              <a:grpFill/>
              <a:ln w="6350" cap="flat">
                <a:solidFill>
                  <a:schemeClr val="bg1"/>
                </a:solidFill>
                <a:prstDash val="solid"/>
                <a:miter/>
              </a:ln>
            </p:spPr>
            <p:txBody>
              <a:bodyPr rtlCol="0" anchor="ctr"/>
              <a:lstStyle/>
              <a:p>
                <a:endParaRPr lang="en-US"/>
              </a:p>
            </p:txBody>
          </p:sp>
          <p:sp>
            <p:nvSpPr>
              <p:cNvPr id="238" name="Freeform 955">
                <a:extLst>
                  <a:ext uri="{FF2B5EF4-FFF2-40B4-BE49-F238E27FC236}">
                    <a16:creationId xmlns:a16="http://schemas.microsoft.com/office/drawing/2014/main" id="{350F512C-B269-0A1C-26A9-D368A7DE74E2}"/>
                  </a:ext>
                </a:extLst>
              </p:cNvPr>
              <p:cNvSpPr/>
              <p:nvPr/>
            </p:nvSpPr>
            <p:spPr>
              <a:xfrm>
                <a:off x="6373630" y="2712733"/>
                <a:ext cx="7605" cy="5786"/>
              </a:xfrm>
              <a:custGeom>
                <a:avLst/>
                <a:gdLst>
                  <a:gd name="connsiteX0" fmla="*/ 1885 w 7605"/>
                  <a:gd name="connsiteY0" fmla="*/ 5786 h 5786"/>
                  <a:gd name="connsiteX1" fmla="*/ 4779 w 7605"/>
                  <a:gd name="connsiteY1" fmla="*/ 5147 h 5786"/>
                  <a:gd name="connsiteX2" fmla="*/ 6293 w 7605"/>
                  <a:gd name="connsiteY2" fmla="*/ 4642 h 5786"/>
                  <a:gd name="connsiteX3" fmla="*/ 7606 w 7605"/>
                  <a:gd name="connsiteY3" fmla="*/ 2456 h 5786"/>
                  <a:gd name="connsiteX4" fmla="*/ 5149 w 7605"/>
                  <a:gd name="connsiteY4" fmla="*/ 0 h 5786"/>
                  <a:gd name="connsiteX5" fmla="*/ 1548 w 7605"/>
                  <a:gd name="connsiteY5" fmla="*/ 572 h 5786"/>
                  <a:gd name="connsiteX6" fmla="*/ 0 w 7605"/>
                  <a:gd name="connsiteY6" fmla="*/ 2388 h 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5" h="5786">
                    <a:moveTo>
                      <a:pt x="1885" y="5786"/>
                    </a:moveTo>
                    <a:lnTo>
                      <a:pt x="4779" y="5147"/>
                    </a:lnTo>
                    <a:lnTo>
                      <a:pt x="6293" y="4642"/>
                    </a:lnTo>
                    <a:lnTo>
                      <a:pt x="7606" y="2456"/>
                    </a:lnTo>
                    <a:lnTo>
                      <a:pt x="5149" y="0"/>
                    </a:lnTo>
                    <a:lnTo>
                      <a:pt x="1548" y="572"/>
                    </a:lnTo>
                    <a:lnTo>
                      <a:pt x="0" y="2388"/>
                    </a:lnTo>
                    <a:close/>
                  </a:path>
                </a:pathLst>
              </a:custGeom>
              <a:grpFill/>
              <a:ln w="6350" cap="flat">
                <a:solidFill>
                  <a:schemeClr val="bg1"/>
                </a:solidFill>
                <a:prstDash val="solid"/>
                <a:miter/>
              </a:ln>
            </p:spPr>
            <p:txBody>
              <a:bodyPr rtlCol="0" anchor="ctr"/>
              <a:lstStyle/>
              <a:p>
                <a:endParaRPr lang="en-US"/>
              </a:p>
            </p:txBody>
          </p:sp>
          <p:sp>
            <p:nvSpPr>
              <p:cNvPr id="239" name="Freeform 956">
                <a:extLst>
                  <a:ext uri="{FF2B5EF4-FFF2-40B4-BE49-F238E27FC236}">
                    <a16:creationId xmlns:a16="http://schemas.microsoft.com/office/drawing/2014/main" id="{7768C783-E6AF-66C0-9B9D-7ADC631C4086}"/>
                  </a:ext>
                </a:extLst>
              </p:cNvPr>
              <p:cNvSpPr/>
              <p:nvPr/>
            </p:nvSpPr>
            <p:spPr>
              <a:xfrm>
                <a:off x="6387630" y="2700993"/>
                <a:ext cx="7605" cy="6727"/>
              </a:xfrm>
              <a:custGeom>
                <a:avLst/>
                <a:gdLst>
                  <a:gd name="connsiteX0" fmla="*/ 3332 w 7605"/>
                  <a:gd name="connsiteY0" fmla="*/ 6728 h 6727"/>
                  <a:gd name="connsiteX1" fmla="*/ 5923 w 7605"/>
                  <a:gd name="connsiteY1" fmla="*/ 5651 h 6727"/>
                  <a:gd name="connsiteX2" fmla="*/ 7606 w 7605"/>
                  <a:gd name="connsiteY2" fmla="*/ 2893 h 6727"/>
                  <a:gd name="connsiteX3" fmla="*/ 5452 w 7605"/>
                  <a:gd name="connsiteY3" fmla="*/ 0 h 6727"/>
                  <a:gd name="connsiteX4" fmla="*/ 2726 w 7605"/>
                  <a:gd name="connsiteY4" fmla="*/ 1009 h 6727"/>
                  <a:gd name="connsiteX5" fmla="*/ 0 w 7605"/>
                  <a:gd name="connsiteY5" fmla="*/ 5012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5" h="6727">
                    <a:moveTo>
                      <a:pt x="3332" y="6728"/>
                    </a:moveTo>
                    <a:lnTo>
                      <a:pt x="5923" y="5651"/>
                    </a:lnTo>
                    <a:lnTo>
                      <a:pt x="7606" y="2893"/>
                    </a:lnTo>
                    <a:lnTo>
                      <a:pt x="5452" y="0"/>
                    </a:lnTo>
                    <a:lnTo>
                      <a:pt x="2726" y="1009"/>
                    </a:lnTo>
                    <a:lnTo>
                      <a:pt x="0" y="5012"/>
                    </a:lnTo>
                    <a:close/>
                  </a:path>
                </a:pathLst>
              </a:custGeom>
              <a:grpFill/>
              <a:ln w="6350" cap="flat">
                <a:solidFill>
                  <a:schemeClr val="bg1"/>
                </a:solidFill>
                <a:prstDash val="solid"/>
                <a:miter/>
              </a:ln>
            </p:spPr>
            <p:txBody>
              <a:bodyPr rtlCol="0" anchor="ctr"/>
              <a:lstStyle/>
              <a:p>
                <a:endParaRPr lang="en-US"/>
              </a:p>
            </p:txBody>
          </p:sp>
          <p:sp>
            <p:nvSpPr>
              <p:cNvPr id="240" name="Freeform 957">
                <a:extLst>
                  <a:ext uri="{FF2B5EF4-FFF2-40B4-BE49-F238E27FC236}">
                    <a16:creationId xmlns:a16="http://schemas.microsoft.com/office/drawing/2014/main" id="{C88331E8-D1F7-195E-16EE-BC1757D31807}"/>
                  </a:ext>
                </a:extLst>
              </p:cNvPr>
              <p:cNvSpPr/>
              <p:nvPr/>
            </p:nvSpPr>
            <p:spPr>
              <a:xfrm>
                <a:off x="6350375" y="2694332"/>
                <a:ext cx="32813" cy="15479"/>
              </a:xfrm>
              <a:custGeom>
                <a:avLst/>
                <a:gdLst>
                  <a:gd name="connsiteX0" fmla="*/ 32510 w 32813"/>
                  <a:gd name="connsiteY0" fmla="*/ 13759 h 15479"/>
                  <a:gd name="connsiteX1" fmla="*/ 29649 w 32813"/>
                  <a:gd name="connsiteY1" fmla="*/ 10327 h 15479"/>
                  <a:gd name="connsiteX2" fmla="*/ 27799 w 32813"/>
                  <a:gd name="connsiteY2" fmla="*/ 7266 h 15479"/>
                  <a:gd name="connsiteX3" fmla="*/ 27799 w 32813"/>
                  <a:gd name="connsiteY3" fmla="*/ 2254 h 15479"/>
                  <a:gd name="connsiteX4" fmla="*/ 27731 w 32813"/>
                  <a:gd name="connsiteY4" fmla="*/ 1446 h 15479"/>
                  <a:gd name="connsiteX5" fmla="*/ 26620 w 32813"/>
                  <a:gd name="connsiteY5" fmla="*/ 0 h 15479"/>
                  <a:gd name="connsiteX6" fmla="*/ 22380 w 32813"/>
                  <a:gd name="connsiteY6" fmla="*/ 1446 h 15479"/>
                  <a:gd name="connsiteX7" fmla="*/ 21101 w 32813"/>
                  <a:gd name="connsiteY7" fmla="*/ 2590 h 15479"/>
                  <a:gd name="connsiteX8" fmla="*/ 18342 w 32813"/>
                  <a:gd name="connsiteY8" fmla="*/ 2153 h 15479"/>
                  <a:gd name="connsiteX9" fmla="*/ 16693 w 32813"/>
                  <a:gd name="connsiteY9" fmla="*/ 1480 h 15479"/>
                  <a:gd name="connsiteX10" fmla="*/ 13394 w 32813"/>
                  <a:gd name="connsiteY10" fmla="*/ 1379 h 15479"/>
                  <a:gd name="connsiteX11" fmla="*/ 9558 w 32813"/>
                  <a:gd name="connsiteY11" fmla="*/ 1379 h 15479"/>
                  <a:gd name="connsiteX12" fmla="*/ 7606 w 32813"/>
                  <a:gd name="connsiteY12" fmla="*/ 3196 h 15479"/>
                  <a:gd name="connsiteX13" fmla="*/ 4375 w 32813"/>
                  <a:gd name="connsiteY13" fmla="*/ 4777 h 15479"/>
                  <a:gd name="connsiteX14" fmla="*/ 0 w 32813"/>
                  <a:gd name="connsiteY14" fmla="*/ 8679 h 15479"/>
                  <a:gd name="connsiteX15" fmla="*/ 0 w 32813"/>
                  <a:gd name="connsiteY15" fmla="*/ 12649 h 15479"/>
                  <a:gd name="connsiteX16" fmla="*/ 3130 w 32813"/>
                  <a:gd name="connsiteY16" fmla="*/ 12783 h 15479"/>
                  <a:gd name="connsiteX17" fmla="*/ 6765 w 32813"/>
                  <a:gd name="connsiteY17" fmla="*/ 12480 h 15479"/>
                  <a:gd name="connsiteX18" fmla="*/ 9962 w 32813"/>
                  <a:gd name="connsiteY18" fmla="*/ 11471 h 15479"/>
                  <a:gd name="connsiteX19" fmla="*/ 15952 w 32813"/>
                  <a:gd name="connsiteY19" fmla="*/ 10597 h 15479"/>
                  <a:gd name="connsiteX20" fmla="*/ 18241 w 32813"/>
                  <a:gd name="connsiteY20" fmla="*/ 10832 h 15479"/>
                  <a:gd name="connsiteX21" fmla="*/ 22178 w 32813"/>
                  <a:gd name="connsiteY21" fmla="*/ 13725 h 15479"/>
                  <a:gd name="connsiteX22" fmla="*/ 26015 w 32813"/>
                  <a:gd name="connsiteY22" fmla="*/ 14667 h 15479"/>
                  <a:gd name="connsiteX23" fmla="*/ 28270 w 32813"/>
                  <a:gd name="connsiteY23" fmla="*/ 14970 h 15479"/>
                  <a:gd name="connsiteX24" fmla="*/ 31299 w 32813"/>
                  <a:gd name="connsiteY24" fmla="*/ 15474 h 15479"/>
                  <a:gd name="connsiteX25" fmla="*/ 32813 w 32813"/>
                  <a:gd name="connsiteY25" fmla="*/ 14398 h 15479"/>
                  <a:gd name="connsiteX26" fmla="*/ 32510 w 32813"/>
                  <a:gd name="connsiteY26" fmla="*/ 13759 h 1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13" h="15479">
                    <a:moveTo>
                      <a:pt x="32510" y="13759"/>
                    </a:moveTo>
                    <a:cubicBezTo>
                      <a:pt x="32443" y="13523"/>
                      <a:pt x="29649" y="10327"/>
                      <a:pt x="29649" y="10327"/>
                    </a:cubicBezTo>
                    <a:lnTo>
                      <a:pt x="27799" y="7266"/>
                    </a:lnTo>
                    <a:lnTo>
                      <a:pt x="27799" y="2254"/>
                    </a:lnTo>
                    <a:lnTo>
                      <a:pt x="27731" y="1446"/>
                    </a:lnTo>
                    <a:lnTo>
                      <a:pt x="26620" y="0"/>
                    </a:lnTo>
                    <a:lnTo>
                      <a:pt x="22380" y="1446"/>
                    </a:lnTo>
                    <a:lnTo>
                      <a:pt x="21101" y="2590"/>
                    </a:lnTo>
                    <a:lnTo>
                      <a:pt x="18342" y="2153"/>
                    </a:lnTo>
                    <a:lnTo>
                      <a:pt x="16693" y="1480"/>
                    </a:lnTo>
                    <a:lnTo>
                      <a:pt x="13394" y="1379"/>
                    </a:lnTo>
                    <a:lnTo>
                      <a:pt x="9558" y="1379"/>
                    </a:lnTo>
                    <a:cubicBezTo>
                      <a:pt x="9558" y="1379"/>
                      <a:pt x="7673" y="2893"/>
                      <a:pt x="7606" y="3196"/>
                    </a:cubicBezTo>
                    <a:cubicBezTo>
                      <a:pt x="7539" y="3498"/>
                      <a:pt x="4678" y="4440"/>
                      <a:pt x="4375" y="4777"/>
                    </a:cubicBezTo>
                    <a:cubicBezTo>
                      <a:pt x="4106" y="5147"/>
                      <a:pt x="0" y="8679"/>
                      <a:pt x="0" y="8679"/>
                    </a:cubicBezTo>
                    <a:lnTo>
                      <a:pt x="0" y="12649"/>
                    </a:lnTo>
                    <a:lnTo>
                      <a:pt x="3130" y="12783"/>
                    </a:lnTo>
                    <a:lnTo>
                      <a:pt x="6765" y="12480"/>
                    </a:lnTo>
                    <a:lnTo>
                      <a:pt x="9962" y="11471"/>
                    </a:lnTo>
                    <a:lnTo>
                      <a:pt x="15952" y="10597"/>
                    </a:lnTo>
                    <a:lnTo>
                      <a:pt x="18241" y="10832"/>
                    </a:lnTo>
                    <a:lnTo>
                      <a:pt x="22178" y="13725"/>
                    </a:lnTo>
                    <a:cubicBezTo>
                      <a:pt x="22178" y="13725"/>
                      <a:pt x="25745" y="14667"/>
                      <a:pt x="26015" y="14667"/>
                    </a:cubicBezTo>
                    <a:cubicBezTo>
                      <a:pt x="26318" y="14667"/>
                      <a:pt x="28270" y="14970"/>
                      <a:pt x="28270" y="14970"/>
                    </a:cubicBezTo>
                    <a:cubicBezTo>
                      <a:pt x="28270" y="14970"/>
                      <a:pt x="31097" y="15541"/>
                      <a:pt x="31299" y="15474"/>
                    </a:cubicBezTo>
                    <a:cubicBezTo>
                      <a:pt x="31534" y="15407"/>
                      <a:pt x="32813" y="14398"/>
                      <a:pt x="32813" y="14398"/>
                    </a:cubicBezTo>
                    <a:lnTo>
                      <a:pt x="32510" y="13759"/>
                    </a:lnTo>
                    <a:close/>
                  </a:path>
                </a:pathLst>
              </a:custGeom>
              <a:grpFill/>
              <a:ln w="6350" cap="flat">
                <a:solidFill>
                  <a:schemeClr val="bg1"/>
                </a:solidFill>
                <a:prstDash val="solid"/>
                <a:miter/>
              </a:ln>
            </p:spPr>
            <p:txBody>
              <a:bodyPr rtlCol="0" anchor="ctr"/>
              <a:lstStyle/>
              <a:p>
                <a:endParaRPr lang="en-US"/>
              </a:p>
            </p:txBody>
          </p:sp>
          <p:sp>
            <p:nvSpPr>
              <p:cNvPr id="241" name="Freeform 958">
                <a:extLst>
                  <a:ext uri="{FF2B5EF4-FFF2-40B4-BE49-F238E27FC236}">
                    <a16:creationId xmlns:a16="http://schemas.microsoft.com/office/drawing/2014/main" id="{F48EE8B1-CA2E-EE90-ABF4-7872FC31C2F2}"/>
                  </a:ext>
                </a:extLst>
              </p:cNvPr>
              <p:cNvSpPr/>
              <p:nvPr/>
            </p:nvSpPr>
            <p:spPr>
              <a:xfrm>
                <a:off x="6397323" y="2737492"/>
                <a:ext cx="5721" cy="12379"/>
              </a:xfrm>
              <a:custGeom>
                <a:avLst/>
                <a:gdLst>
                  <a:gd name="connsiteX0" fmla="*/ 0 w 5721"/>
                  <a:gd name="connsiteY0" fmla="*/ 9486 h 12379"/>
                  <a:gd name="connsiteX1" fmla="*/ 0 w 5721"/>
                  <a:gd name="connsiteY1" fmla="*/ 6021 h 12379"/>
                  <a:gd name="connsiteX2" fmla="*/ 0 w 5721"/>
                  <a:gd name="connsiteY2" fmla="*/ 2557 h 12379"/>
                  <a:gd name="connsiteX3" fmla="*/ 1750 w 5721"/>
                  <a:gd name="connsiteY3" fmla="*/ 1177 h 12379"/>
                  <a:gd name="connsiteX4" fmla="*/ 3904 w 5721"/>
                  <a:gd name="connsiteY4" fmla="*/ 0 h 12379"/>
                  <a:gd name="connsiteX5" fmla="*/ 4409 w 5721"/>
                  <a:gd name="connsiteY5" fmla="*/ 1682 h 12379"/>
                  <a:gd name="connsiteX6" fmla="*/ 5217 w 5721"/>
                  <a:gd name="connsiteY6" fmla="*/ 3902 h 12379"/>
                  <a:gd name="connsiteX7" fmla="*/ 5217 w 5721"/>
                  <a:gd name="connsiteY7" fmla="*/ 6021 h 12379"/>
                  <a:gd name="connsiteX8" fmla="*/ 5217 w 5721"/>
                  <a:gd name="connsiteY8" fmla="*/ 9486 h 12379"/>
                  <a:gd name="connsiteX9" fmla="*/ 5721 w 5721"/>
                  <a:gd name="connsiteY9" fmla="*/ 12043 h 12379"/>
                  <a:gd name="connsiteX10" fmla="*/ 3029 w 5721"/>
                  <a:gd name="connsiteY10" fmla="*/ 12379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1" h="12379">
                    <a:moveTo>
                      <a:pt x="0" y="9486"/>
                    </a:moveTo>
                    <a:lnTo>
                      <a:pt x="0" y="6021"/>
                    </a:lnTo>
                    <a:lnTo>
                      <a:pt x="0" y="2557"/>
                    </a:lnTo>
                    <a:lnTo>
                      <a:pt x="1750" y="1177"/>
                    </a:lnTo>
                    <a:lnTo>
                      <a:pt x="3904" y="0"/>
                    </a:lnTo>
                    <a:lnTo>
                      <a:pt x="4409" y="1682"/>
                    </a:lnTo>
                    <a:lnTo>
                      <a:pt x="5217" y="3902"/>
                    </a:lnTo>
                    <a:lnTo>
                      <a:pt x="5217" y="6021"/>
                    </a:lnTo>
                    <a:lnTo>
                      <a:pt x="5217" y="9486"/>
                    </a:lnTo>
                    <a:lnTo>
                      <a:pt x="5721" y="12043"/>
                    </a:lnTo>
                    <a:lnTo>
                      <a:pt x="3029" y="12379"/>
                    </a:lnTo>
                    <a:close/>
                  </a:path>
                </a:pathLst>
              </a:custGeom>
              <a:grpFill/>
              <a:ln w="6350" cap="flat">
                <a:solidFill>
                  <a:schemeClr val="bg1"/>
                </a:solidFill>
                <a:prstDash val="solid"/>
                <a:miter/>
              </a:ln>
            </p:spPr>
            <p:txBody>
              <a:bodyPr rtlCol="0" anchor="ctr"/>
              <a:lstStyle/>
              <a:p>
                <a:endParaRPr lang="en-US"/>
              </a:p>
            </p:txBody>
          </p:sp>
          <p:sp>
            <p:nvSpPr>
              <p:cNvPr id="242" name="Freeform 959">
                <a:extLst>
                  <a:ext uri="{FF2B5EF4-FFF2-40B4-BE49-F238E27FC236}">
                    <a16:creationId xmlns:a16="http://schemas.microsoft.com/office/drawing/2014/main" id="{1ECBD00A-0ED7-784B-E5D3-485AEA2282DA}"/>
                  </a:ext>
                </a:extLst>
              </p:cNvPr>
              <p:cNvSpPr/>
              <p:nvPr/>
            </p:nvSpPr>
            <p:spPr>
              <a:xfrm>
                <a:off x="6390357" y="2746676"/>
                <a:ext cx="4408" cy="3811"/>
              </a:xfrm>
              <a:custGeom>
                <a:avLst/>
                <a:gdLst>
                  <a:gd name="connsiteX0" fmla="*/ 0 w 4408"/>
                  <a:gd name="connsiteY0" fmla="*/ 2691 h 3811"/>
                  <a:gd name="connsiteX1" fmla="*/ 2995 w 4408"/>
                  <a:gd name="connsiteY1" fmla="*/ 3768 h 3811"/>
                  <a:gd name="connsiteX2" fmla="*/ 4409 w 4408"/>
                  <a:gd name="connsiteY2" fmla="*/ 2691 h 3811"/>
                  <a:gd name="connsiteX3" fmla="*/ 3365 w 4408"/>
                  <a:gd name="connsiteY3" fmla="*/ 0 h 3811"/>
                  <a:gd name="connsiteX4" fmla="*/ 0 w 4408"/>
                  <a:gd name="connsiteY4" fmla="*/ 1144 h 3811"/>
                  <a:gd name="connsiteX5" fmla="*/ 0 w 4408"/>
                  <a:gd name="connsiteY5" fmla="*/ 2691 h 3811"/>
                  <a:gd name="connsiteX6" fmla="*/ 0 w 4408"/>
                  <a:gd name="connsiteY6" fmla="*/ 2691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8" h="3811">
                    <a:moveTo>
                      <a:pt x="0" y="2691"/>
                    </a:moveTo>
                    <a:cubicBezTo>
                      <a:pt x="0" y="2691"/>
                      <a:pt x="2995" y="4070"/>
                      <a:pt x="2995" y="3768"/>
                    </a:cubicBezTo>
                    <a:cubicBezTo>
                      <a:pt x="2995" y="3465"/>
                      <a:pt x="4409" y="2691"/>
                      <a:pt x="4409" y="2691"/>
                    </a:cubicBezTo>
                    <a:lnTo>
                      <a:pt x="3365" y="0"/>
                    </a:lnTo>
                    <a:lnTo>
                      <a:pt x="0" y="1144"/>
                    </a:lnTo>
                    <a:lnTo>
                      <a:pt x="0" y="2691"/>
                    </a:lnTo>
                    <a:lnTo>
                      <a:pt x="0" y="2691"/>
                    </a:lnTo>
                    <a:close/>
                  </a:path>
                </a:pathLst>
              </a:custGeom>
              <a:grpFill/>
              <a:ln w="6350" cap="flat">
                <a:solidFill>
                  <a:schemeClr val="bg1"/>
                </a:solidFill>
                <a:prstDash val="solid"/>
                <a:miter/>
              </a:ln>
            </p:spPr>
            <p:txBody>
              <a:bodyPr rtlCol="0" anchor="ctr"/>
              <a:lstStyle/>
              <a:p>
                <a:endParaRPr lang="en-US"/>
              </a:p>
            </p:txBody>
          </p:sp>
          <p:sp>
            <p:nvSpPr>
              <p:cNvPr id="243" name="Freeform 960">
                <a:extLst>
                  <a:ext uri="{FF2B5EF4-FFF2-40B4-BE49-F238E27FC236}">
                    <a16:creationId xmlns:a16="http://schemas.microsoft.com/office/drawing/2014/main" id="{CF1B0485-0879-F3AD-1A48-1572FB7861AA}"/>
                  </a:ext>
                </a:extLst>
              </p:cNvPr>
              <p:cNvSpPr/>
              <p:nvPr/>
            </p:nvSpPr>
            <p:spPr>
              <a:xfrm>
                <a:off x="6386890" y="2754211"/>
                <a:ext cx="9973" cy="11673"/>
              </a:xfrm>
              <a:custGeom>
                <a:avLst/>
                <a:gdLst>
                  <a:gd name="connsiteX0" fmla="*/ 2726 w 9973"/>
                  <a:gd name="connsiteY0" fmla="*/ 841 h 11673"/>
                  <a:gd name="connsiteX1" fmla="*/ 1413 w 9973"/>
                  <a:gd name="connsiteY1" fmla="*/ 4070 h 11673"/>
                  <a:gd name="connsiteX2" fmla="*/ 0 w 9973"/>
                  <a:gd name="connsiteY2" fmla="*/ 6089 h 11673"/>
                  <a:gd name="connsiteX3" fmla="*/ 0 w 9973"/>
                  <a:gd name="connsiteY3" fmla="*/ 8410 h 11673"/>
                  <a:gd name="connsiteX4" fmla="*/ 1851 w 9973"/>
                  <a:gd name="connsiteY4" fmla="*/ 11034 h 11673"/>
                  <a:gd name="connsiteX5" fmla="*/ 4342 w 9973"/>
                  <a:gd name="connsiteY5" fmla="*/ 11673 h 11673"/>
                  <a:gd name="connsiteX6" fmla="*/ 5923 w 9973"/>
                  <a:gd name="connsiteY6" fmla="*/ 10933 h 11673"/>
                  <a:gd name="connsiteX7" fmla="*/ 7707 w 9973"/>
                  <a:gd name="connsiteY7" fmla="*/ 10193 h 11673"/>
                  <a:gd name="connsiteX8" fmla="*/ 9053 w 9973"/>
                  <a:gd name="connsiteY8" fmla="*/ 8107 h 11673"/>
                  <a:gd name="connsiteX9" fmla="*/ 9962 w 9973"/>
                  <a:gd name="connsiteY9" fmla="*/ 5786 h 11673"/>
                  <a:gd name="connsiteX10" fmla="*/ 7740 w 9973"/>
                  <a:gd name="connsiteY10" fmla="*/ 2456 h 11673"/>
                  <a:gd name="connsiteX11" fmla="*/ 5587 w 9973"/>
                  <a:gd name="connsiteY11" fmla="*/ 437 h 11673"/>
                  <a:gd name="connsiteX12" fmla="*/ 3702 w 9973"/>
                  <a:gd name="connsiteY12" fmla="*/ 0 h 11673"/>
                  <a:gd name="connsiteX13" fmla="*/ 2726 w 9973"/>
                  <a:gd name="connsiteY13" fmla="*/ 841 h 1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73" h="11673">
                    <a:moveTo>
                      <a:pt x="2726" y="841"/>
                    </a:moveTo>
                    <a:lnTo>
                      <a:pt x="1413" y="4070"/>
                    </a:lnTo>
                    <a:lnTo>
                      <a:pt x="0" y="6089"/>
                    </a:lnTo>
                    <a:lnTo>
                      <a:pt x="0" y="8410"/>
                    </a:lnTo>
                    <a:lnTo>
                      <a:pt x="1851" y="11034"/>
                    </a:lnTo>
                    <a:lnTo>
                      <a:pt x="4342" y="11673"/>
                    </a:lnTo>
                    <a:lnTo>
                      <a:pt x="5923" y="10933"/>
                    </a:lnTo>
                    <a:cubicBezTo>
                      <a:pt x="5923" y="10933"/>
                      <a:pt x="7471" y="10294"/>
                      <a:pt x="7707" y="10193"/>
                    </a:cubicBezTo>
                    <a:cubicBezTo>
                      <a:pt x="7909" y="10126"/>
                      <a:pt x="9053" y="8376"/>
                      <a:pt x="9053" y="8107"/>
                    </a:cubicBezTo>
                    <a:cubicBezTo>
                      <a:pt x="9053" y="7804"/>
                      <a:pt x="10096" y="6089"/>
                      <a:pt x="9962" y="5786"/>
                    </a:cubicBezTo>
                    <a:cubicBezTo>
                      <a:pt x="9827" y="5483"/>
                      <a:pt x="7740" y="2456"/>
                      <a:pt x="7740" y="2456"/>
                    </a:cubicBezTo>
                    <a:lnTo>
                      <a:pt x="5587" y="437"/>
                    </a:lnTo>
                    <a:lnTo>
                      <a:pt x="3702" y="0"/>
                    </a:lnTo>
                    <a:lnTo>
                      <a:pt x="2726" y="841"/>
                    </a:lnTo>
                    <a:close/>
                  </a:path>
                </a:pathLst>
              </a:custGeom>
              <a:grpFill/>
              <a:ln w="6350" cap="flat">
                <a:solidFill>
                  <a:schemeClr val="bg1"/>
                </a:solidFill>
                <a:prstDash val="solid"/>
                <a:miter/>
              </a:ln>
            </p:spPr>
            <p:txBody>
              <a:bodyPr rtlCol="0" anchor="ctr"/>
              <a:lstStyle/>
              <a:p>
                <a:endParaRPr lang="en-US"/>
              </a:p>
            </p:txBody>
          </p:sp>
          <p:sp>
            <p:nvSpPr>
              <p:cNvPr id="244" name="Freeform 961">
                <a:extLst>
                  <a:ext uri="{FF2B5EF4-FFF2-40B4-BE49-F238E27FC236}">
                    <a16:creationId xmlns:a16="http://schemas.microsoft.com/office/drawing/2014/main" id="{25DB45A4-7AF5-C7DE-55EF-4E0297494327}"/>
                  </a:ext>
                </a:extLst>
              </p:cNvPr>
              <p:cNvSpPr/>
              <p:nvPr/>
            </p:nvSpPr>
            <p:spPr>
              <a:xfrm>
                <a:off x="6369457" y="2761141"/>
                <a:ext cx="13933" cy="13893"/>
              </a:xfrm>
              <a:custGeom>
                <a:avLst/>
                <a:gdLst>
                  <a:gd name="connsiteX0" fmla="*/ 4712 w 13933"/>
                  <a:gd name="connsiteY0" fmla="*/ 0 h 13893"/>
                  <a:gd name="connsiteX1" fmla="*/ 7942 w 13933"/>
                  <a:gd name="connsiteY1" fmla="*/ 1144 h 13893"/>
                  <a:gd name="connsiteX2" fmla="*/ 10029 w 13933"/>
                  <a:gd name="connsiteY2" fmla="*/ 3633 h 13893"/>
                  <a:gd name="connsiteX3" fmla="*/ 11880 w 13933"/>
                  <a:gd name="connsiteY3" fmla="*/ 6392 h 13893"/>
                  <a:gd name="connsiteX4" fmla="*/ 13933 w 13933"/>
                  <a:gd name="connsiteY4" fmla="*/ 9722 h 13893"/>
                  <a:gd name="connsiteX5" fmla="*/ 13933 w 13933"/>
                  <a:gd name="connsiteY5" fmla="*/ 11909 h 13893"/>
                  <a:gd name="connsiteX6" fmla="*/ 13125 w 13933"/>
                  <a:gd name="connsiteY6" fmla="*/ 13591 h 13893"/>
                  <a:gd name="connsiteX7" fmla="*/ 11039 w 13933"/>
                  <a:gd name="connsiteY7" fmla="*/ 13893 h 13893"/>
                  <a:gd name="connsiteX8" fmla="*/ 8212 w 13933"/>
                  <a:gd name="connsiteY8" fmla="*/ 13153 h 13893"/>
                  <a:gd name="connsiteX9" fmla="*/ 6428 w 13933"/>
                  <a:gd name="connsiteY9" fmla="*/ 10765 h 13893"/>
                  <a:gd name="connsiteX10" fmla="*/ 3669 w 13933"/>
                  <a:gd name="connsiteY10" fmla="*/ 7939 h 13893"/>
                  <a:gd name="connsiteX11" fmla="*/ 0 w 13933"/>
                  <a:gd name="connsiteY11" fmla="*/ 4743 h 13893"/>
                  <a:gd name="connsiteX12" fmla="*/ 741 w 13933"/>
                  <a:gd name="connsiteY12" fmla="*/ 2557 h 13893"/>
                  <a:gd name="connsiteX13" fmla="*/ 2322 w 13933"/>
                  <a:gd name="connsiteY13" fmla="*/ 471 h 13893"/>
                  <a:gd name="connsiteX14" fmla="*/ 4712 w 13933"/>
                  <a:gd name="connsiteY14" fmla="*/ 0 h 1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33" h="13893">
                    <a:moveTo>
                      <a:pt x="4712" y="0"/>
                    </a:moveTo>
                    <a:lnTo>
                      <a:pt x="7942" y="1144"/>
                    </a:lnTo>
                    <a:lnTo>
                      <a:pt x="10029" y="3633"/>
                    </a:lnTo>
                    <a:lnTo>
                      <a:pt x="11880" y="6392"/>
                    </a:lnTo>
                    <a:lnTo>
                      <a:pt x="13933" y="9722"/>
                    </a:lnTo>
                    <a:lnTo>
                      <a:pt x="13933" y="11909"/>
                    </a:lnTo>
                    <a:lnTo>
                      <a:pt x="13125" y="13591"/>
                    </a:lnTo>
                    <a:lnTo>
                      <a:pt x="11039" y="13893"/>
                    </a:lnTo>
                    <a:lnTo>
                      <a:pt x="8212" y="13153"/>
                    </a:lnTo>
                    <a:cubicBezTo>
                      <a:pt x="8212" y="13153"/>
                      <a:pt x="6428" y="10967"/>
                      <a:pt x="6428" y="10765"/>
                    </a:cubicBezTo>
                    <a:cubicBezTo>
                      <a:pt x="6428" y="10563"/>
                      <a:pt x="3870" y="8074"/>
                      <a:pt x="3669" y="7939"/>
                    </a:cubicBezTo>
                    <a:cubicBezTo>
                      <a:pt x="3467" y="7804"/>
                      <a:pt x="0" y="4743"/>
                      <a:pt x="0" y="4743"/>
                    </a:cubicBezTo>
                    <a:cubicBezTo>
                      <a:pt x="0" y="4743"/>
                      <a:pt x="505" y="2725"/>
                      <a:pt x="741" y="2557"/>
                    </a:cubicBezTo>
                    <a:cubicBezTo>
                      <a:pt x="942" y="2422"/>
                      <a:pt x="2322" y="471"/>
                      <a:pt x="2322" y="471"/>
                    </a:cubicBezTo>
                    <a:lnTo>
                      <a:pt x="4712" y="0"/>
                    </a:lnTo>
                    <a:close/>
                  </a:path>
                </a:pathLst>
              </a:custGeom>
              <a:grpFill/>
              <a:ln w="6350" cap="flat">
                <a:solidFill>
                  <a:schemeClr val="bg1"/>
                </a:solidFill>
                <a:prstDash val="solid"/>
                <a:miter/>
              </a:ln>
            </p:spPr>
            <p:txBody>
              <a:bodyPr rtlCol="0" anchor="ctr"/>
              <a:lstStyle/>
              <a:p>
                <a:endParaRPr lang="en-US"/>
              </a:p>
            </p:txBody>
          </p:sp>
          <p:sp>
            <p:nvSpPr>
              <p:cNvPr id="245" name="Freeform 962">
                <a:extLst>
                  <a:ext uri="{FF2B5EF4-FFF2-40B4-BE49-F238E27FC236}">
                    <a16:creationId xmlns:a16="http://schemas.microsoft.com/office/drawing/2014/main" id="{2034FBAB-6257-0028-3337-517CB87DD9AE}"/>
                  </a:ext>
                </a:extLst>
              </p:cNvPr>
              <p:cNvSpPr/>
              <p:nvPr/>
            </p:nvSpPr>
            <p:spPr>
              <a:xfrm>
                <a:off x="6383860" y="2679295"/>
                <a:ext cx="13462" cy="7737"/>
              </a:xfrm>
              <a:custGeom>
                <a:avLst/>
                <a:gdLst>
                  <a:gd name="connsiteX0" fmla="*/ 5251 w 13462"/>
                  <a:gd name="connsiteY0" fmla="*/ 6257 h 7737"/>
                  <a:gd name="connsiteX1" fmla="*/ 10367 w 13462"/>
                  <a:gd name="connsiteY1" fmla="*/ 7737 h 7737"/>
                  <a:gd name="connsiteX2" fmla="*/ 13463 w 13462"/>
                  <a:gd name="connsiteY2" fmla="*/ 7737 h 7737"/>
                  <a:gd name="connsiteX3" fmla="*/ 13463 w 13462"/>
                  <a:gd name="connsiteY3" fmla="*/ 5349 h 7737"/>
                  <a:gd name="connsiteX4" fmla="*/ 13463 w 13462"/>
                  <a:gd name="connsiteY4" fmla="*/ 3398 h 7737"/>
                  <a:gd name="connsiteX5" fmla="*/ 12218 w 13462"/>
                  <a:gd name="connsiteY5" fmla="*/ 1514 h 7737"/>
                  <a:gd name="connsiteX6" fmla="*/ 7742 w 13462"/>
                  <a:gd name="connsiteY6" fmla="*/ 0 h 7737"/>
                  <a:gd name="connsiteX7" fmla="*/ 3165 w 13462"/>
                  <a:gd name="connsiteY7" fmla="*/ 1144 h 7737"/>
                  <a:gd name="connsiteX8" fmla="*/ 1 w 13462"/>
                  <a:gd name="connsiteY8" fmla="*/ 2994 h 7737"/>
                  <a:gd name="connsiteX9" fmla="*/ 3165 w 13462"/>
                  <a:gd name="connsiteY9" fmla="*/ 5719 h 7737"/>
                  <a:gd name="connsiteX10" fmla="*/ 5251 w 13462"/>
                  <a:gd name="connsiteY10" fmla="*/ 625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2" h="7737">
                    <a:moveTo>
                      <a:pt x="5251" y="6257"/>
                    </a:moveTo>
                    <a:lnTo>
                      <a:pt x="10367" y="7737"/>
                    </a:lnTo>
                    <a:lnTo>
                      <a:pt x="13463" y="7737"/>
                    </a:lnTo>
                    <a:lnTo>
                      <a:pt x="13463" y="5349"/>
                    </a:lnTo>
                    <a:lnTo>
                      <a:pt x="13463" y="3398"/>
                    </a:lnTo>
                    <a:lnTo>
                      <a:pt x="12218" y="1514"/>
                    </a:lnTo>
                    <a:lnTo>
                      <a:pt x="7742" y="0"/>
                    </a:lnTo>
                    <a:cubicBezTo>
                      <a:pt x="7742" y="0"/>
                      <a:pt x="3400" y="1076"/>
                      <a:pt x="3165" y="1144"/>
                    </a:cubicBezTo>
                    <a:cubicBezTo>
                      <a:pt x="2963" y="1211"/>
                      <a:pt x="-66" y="2153"/>
                      <a:pt x="1" y="2994"/>
                    </a:cubicBezTo>
                    <a:cubicBezTo>
                      <a:pt x="68" y="3835"/>
                      <a:pt x="3165" y="5719"/>
                      <a:pt x="3165" y="5719"/>
                    </a:cubicBezTo>
                    <a:lnTo>
                      <a:pt x="5251" y="6257"/>
                    </a:lnTo>
                    <a:close/>
                  </a:path>
                </a:pathLst>
              </a:custGeom>
              <a:grpFill/>
              <a:ln w="6350" cap="flat">
                <a:solidFill>
                  <a:schemeClr val="bg1"/>
                </a:solidFill>
                <a:prstDash val="solid"/>
                <a:miter/>
              </a:ln>
            </p:spPr>
            <p:txBody>
              <a:bodyPr rtlCol="0" anchor="ctr"/>
              <a:lstStyle/>
              <a:p>
                <a:endParaRPr lang="en-US"/>
              </a:p>
            </p:txBody>
          </p:sp>
          <p:sp>
            <p:nvSpPr>
              <p:cNvPr id="246" name="Freeform 963">
                <a:extLst>
                  <a:ext uri="{FF2B5EF4-FFF2-40B4-BE49-F238E27FC236}">
                    <a16:creationId xmlns:a16="http://schemas.microsoft.com/office/drawing/2014/main" id="{5080BF36-7BAD-02F9-7032-882A421FE0BA}"/>
                  </a:ext>
                </a:extLst>
              </p:cNvPr>
              <p:cNvSpPr/>
              <p:nvPr/>
            </p:nvSpPr>
            <p:spPr>
              <a:xfrm>
                <a:off x="6293506" y="2985046"/>
                <a:ext cx="6636" cy="17013"/>
              </a:xfrm>
              <a:custGeom>
                <a:avLst/>
                <a:gdLst>
                  <a:gd name="connsiteX0" fmla="*/ 4637 w 6636"/>
                  <a:gd name="connsiteY0" fmla="*/ 0 h 17013"/>
                  <a:gd name="connsiteX1" fmla="*/ 2584 w 6636"/>
                  <a:gd name="connsiteY1" fmla="*/ 6055 h 17013"/>
                  <a:gd name="connsiteX2" fmla="*/ 26 w 6636"/>
                  <a:gd name="connsiteY2" fmla="*/ 11337 h 17013"/>
                  <a:gd name="connsiteX3" fmla="*/ 1439 w 6636"/>
                  <a:gd name="connsiteY3" fmla="*/ 16652 h 17013"/>
                  <a:gd name="connsiteX4" fmla="*/ 6420 w 6636"/>
                  <a:gd name="connsiteY4" fmla="*/ 16618 h 17013"/>
                  <a:gd name="connsiteX5" fmla="*/ 6353 w 6636"/>
                  <a:gd name="connsiteY5" fmla="*/ 12682 h 17013"/>
                  <a:gd name="connsiteX6" fmla="*/ 6454 w 6636"/>
                  <a:gd name="connsiteY6" fmla="*/ 10058 h 17013"/>
                  <a:gd name="connsiteX7" fmla="*/ 6454 w 6636"/>
                  <a:gd name="connsiteY7" fmla="*/ 5281 h 17013"/>
                  <a:gd name="connsiteX8" fmla="*/ 4637 w 6636"/>
                  <a:gd name="connsiteY8" fmla="*/ 0 h 1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6" h="17013">
                    <a:moveTo>
                      <a:pt x="4637" y="0"/>
                    </a:moveTo>
                    <a:lnTo>
                      <a:pt x="2584" y="6055"/>
                    </a:lnTo>
                    <a:lnTo>
                      <a:pt x="26" y="11337"/>
                    </a:lnTo>
                    <a:cubicBezTo>
                      <a:pt x="26" y="11337"/>
                      <a:pt x="-311" y="16214"/>
                      <a:pt x="1439" y="16652"/>
                    </a:cubicBezTo>
                    <a:cubicBezTo>
                      <a:pt x="3189" y="17089"/>
                      <a:pt x="6286" y="17190"/>
                      <a:pt x="6420" y="16618"/>
                    </a:cubicBezTo>
                    <a:cubicBezTo>
                      <a:pt x="6555" y="16046"/>
                      <a:pt x="5781" y="13994"/>
                      <a:pt x="6353" y="12682"/>
                    </a:cubicBezTo>
                    <a:cubicBezTo>
                      <a:pt x="6925" y="11370"/>
                      <a:pt x="6454" y="11068"/>
                      <a:pt x="6454" y="10058"/>
                    </a:cubicBezTo>
                    <a:cubicBezTo>
                      <a:pt x="6454" y="9049"/>
                      <a:pt x="6454" y="5281"/>
                      <a:pt x="6454" y="5281"/>
                    </a:cubicBezTo>
                    <a:lnTo>
                      <a:pt x="4637" y="0"/>
                    </a:lnTo>
                    <a:close/>
                  </a:path>
                </a:pathLst>
              </a:custGeom>
              <a:grpFill/>
              <a:ln w="6350" cap="flat">
                <a:solidFill>
                  <a:schemeClr val="bg1"/>
                </a:solidFill>
                <a:prstDash val="solid"/>
                <a:miter/>
              </a:ln>
            </p:spPr>
            <p:txBody>
              <a:bodyPr rtlCol="0" anchor="ctr"/>
              <a:lstStyle/>
              <a:p>
                <a:endParaRPr lang="en-US"/>
              </a:p>
            </p:txBody>
          </p:sp>
          <p:sp>
            <p:nvSpPr>
              <p:cNvPr id="247" name="Freeform 964">
                <a:extLst>
                  <a:ext uri="{FF2B5EF4-FFF2-40B4-BE49-F238E27FC236}">
                    <a16:creationId xmlns:a16="http://schemas.microsoft.com/office/drawing/2014/main" id="{F258DD4F-E641-582D-B030-DADA47001616}"/>
                  </a:ext>
                </a:extLst>
              </p:cNvPr>
              <p:cNvSpPr/>
              <p:nvPr/>
            </p:nvSpPr>
            <p:spPr>
              <a:xfrm>
                <a:off x="6303999" y="2993355"/>
                <a:ext cx="8514" cy="10024"/>
              </a:xfrm>
              <a:custGeom>
                <a:avLst/>
                <a:gdLst>
                  <a:gd name="connsiteX0" fmla="*/ 1009 w 8514"/>
                  <a:gd name="connsiteY0" fmla="*/ 1615 h 10024"/>
                  <a:gd name="connsiteX1" fmla="*/ 0 w 8514"/>
                  <a:gd name="connsiteY1" fmla="*/ 6257 h 10024"/>
                  <a:gd name="connsiteX2" fmla="*/ 2591 w 8514"/>
                  <a:gd name="connsiteY2" fmla="*/ 10025 h 10024"/>
                  <a:gd name="connsiteX3" fmla="*/ 5486 w 8514"/>
                  <a:gd name="connsiteY3" fmla="*/ 10025 h 10024"/>
                  <a:gd name="connsiteX4" fmla="*/ 8515 w 8514"/>
                  <a:gd name="connsiteY4" fmla="*/ 3633 h 10024"/>
                  <a:gd name="connsiteX5" fmla="*/ 4241 w 8514"/>
                  <a:gd name="connsiteY5" fmla="*/ 0 h 10024"/>
                  <a:gd name="connsiteX6" fmla="*/ 1009 w 8514"/>
                  <a:gd name="connsiteY6" fmla="*/ 1615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4" h="10024">
                    <a:moveTo>
                      <a:pt x="1009" y="1615"/>
                    </a:moveTo>
                    <a:lnTo>
                      <a:pt x="0" y="6257"/>
                    </a:lnTo>
                    <a:cubicBezTo>
                      <a:pt x="0" y="6257"/>
                      <a:pt x="2188" y="10025"/>
                      <a:pt x="2591" y="10025"/>
                    </a:cubicBezTo>
                    <a:cubicBezTo>
                      <a:pt x="3029" y="10025"/>
                      <a:pt x="5486" y="10025"/>
                      <a:pt x="5486" y="10025"/>
                    </a:cubicBezTo>
                    <a:lnTo>
                      <a:pt x="8515" y="3633"/>
                    </a:lnTo>
                    <a:lnTo>
                      <a:pt x="4241" y="0"/>
                    </a:lnTo>
                    <a:lnTo>
                      <a:pt x="1009" y="1615"/>
                    </a:lnTo>
                    <a:close/>
                  </a:path>
                </a:pathLst>
              </a:custGeom>
              <a:grpFill/>
              <a:ln w="6350" cap="flat">
                <a:solidFill>
                  <a:schemeClr val="bg1"/>
                </a:solidFill>
                <a:prstDash val="solid"/>
                <a:miter/>
              </a:ln>
            </p:spPr>
            <p:txBody>
              <a:bodyPr rtlCol="0" anchor="ctr"/>
              <a:lstStyle/>
              <a:p>
                <a:endParaRPr lang="en-US"/>
              </a:p>
            </p:txBody>
          </p:sp>
        </p:grpSp>
        <p:grpSp>
          <p:nvGrpSpPr>
            <p:cNvPr id="169" name="Graphic 11">
              <a:extLst>
                <a:ext uri="{FF2B5EF4-FFF2-40B4-BE49-F238E27FC236}">
                  <a16:creationId xmlns:a16="http://schemas.microsoft.com/office/drawing/2014/main" id="{A828EDEA-F069-B94C-126E-E8E20F69B095}"/>
                </a:ext>
              </a:extLst>
            </p:cNvPr>
            <p:cNvGrpSpPr/>
            <p:nvPr/>
          </p:nvGrpSpPr>
          <p:grpSpPr>
            <a:xfrm>
              <a:off x="8062252" y="3205115"/>
              <a:ext cx="235051" cy="285269"/>
              <a:chOff x="5786997" y="2961498"/>
              <a:chExt cx="451274" cy="547687"/>
            </a:xfrm>
            <a:grpFill/>
          </p:grpSpPr>
          <p:sp>
            <p:nvSpPr>
              <p:cNvPr id="227" name="Freeform 944">
                <a:extLst>
                  <a:ext uri="{FF2B5EF4-FFF2-40B4-BE49-F238E27FC236}">
                    <a16:creationId xmlns:a16="http://schemas.microsoft.com/office/drawing/2014/main" id="{DA7A22D1-F418-C4CE-CCB2-E9DD10A43B21}"/>
                  </a:ext>
                </a:extLst>
              </p:cNvPr>
              <p:cNvSpPr/>
              <p:nvPr/>
            </p:nvSpPr>
            <p:spPr>
              <a:xfrm>
                <a:off x="5786997" y="2961498"/>
                <a:ext cx="451274" cy="536619"/>
              </a:xfrm>
              <a:custGeom>
                <a:avLst/>
                <a:gdLst>
                  <a:gd name="connsiteX0" fmla="*/ 451005 w 451274"/>
                  <a:gd name="connsiteY0" fmla="*/ 110977 h 536619"/>
                  <a:gd name="connsiteX1" fmla="*/ 449255 w 451274"/>
                  <a:gd name="connsiteY1" fmla="*/ 109228 h 536619"/>
                  <a:gd name="connsiteX2" fmla="*/ 445116 w 451274"/>
                  <a:gd name="connsiteY2" fmla="*/ 105326 h 536619"/>
                  <a:gd name="connsiteX3" fmla="*/ 445116 w 451274"/>
                  <a:gd name="connsiteY3" fmla="*/ 100313 h 536619"/>
                  <a:gd name="connsiteX4" fmla="*/ 441649 w 451274"/>
                  <a:gd name="connsiteY4" fmla="*/ 93787 h 536619"/>
                  <a:gd name="connsiteX5" fmla="*/ 440572 w 451274"/>
                  <a:gd name="connsiteY5" fmla="*/ 88371 h 536619"/>
                  <a:gd name="connsiteX6" fmla="*/ 437510 w 451274"/>
                  <a:gd name="connsiteY6" fmla="*/ 84032 h 536619"/>
                  <a:gd name="connsiteX7" fmla="*/ 427514 w 451274"/>
                  <a:gd name="connsiteY7" fmla="*/ 82283 h 536619"/>
                  <a:gd name="connsiteX8" fmla="*/ 416643 w 451274"/>
                  <a:gd name="connsiteY8" fmla="*/ 83796 h 536619"/>
                  <a:gd name="connsiteX9" fmla="*/ 410350 w 451274"/>
                  <a:gd name="connsiteY9" fmla="*/ 87059 h 536619"/>
                  <a:gd name="connsiteX10" fmla="*/ 405134 w 451274"/>
                  <a:gd name="connsiteY10" fmla="*/ 93787 h 536619"/>
                  <a:gd name="connsiteX11" fmla="*/ 401432 w 451274"/>
                  <a:gd name="connsiteY11" fmla="*/ 99203 h 536619"/>
                  <a:gd name="connsiteX12" fmla="*/ 394701 w 451274"/>
                  <a:gd name="connsiteY12" fmla="*/ 100953 h 536619"/>
                  <a:gd name="connsiteX13" fmla="*/ 387533 w 451274"/>
                  <a:gd name="connsiteY13" fmla="*/ 102029 h 536619"/>
                  <a:gd name="connsiteX14" fmla="*/ 381206 w 451274"/>
                  <a:gd name="connsiteY14" fmla="*/ 100280 h 536619"/>
                  <a:gd name="connsiteX15" fmla="*/ 378580 w 451274"/>
                  <a:gd name="connsiteY15" fmla="*/ 94830 h 536619"/>
                  <a:gd name="connsiteX16" fmla="*/ 375114 w 451274"/>
                  <a:gd name="connsiteY16" fmla="*/ 87867 h 536619"/>
                  <a:gd name="connsiteX17" fmla="*/ 370772 w 451274"/>
                  <a:gd name="connsiteY17" fmla="*/ 80264 h 536619"/>
                  <a:gd name="connsiteX18" fmla="*/ 368820 w 451274"/>
                  <a:gd name="connsiteY18" fmla="*/ 71350 h 536619"/>
                  <a:gd name="connsiteX19" fmla="*/ 364681 w 451274"/>
                  <a:gd name="connsiteY19" fmla="*/ 64386 h 536619"/>
                  <a:gd name="connsiteX20" fmla="*/ 358589 w 451274"/>
                  <a:gd name="connsiteY20" fmla="*/ 65463 h 536619"/>
                  <a:gd name="connsiteX21" fmla="*/ 355965 w 451274"/>
                  <a:gd name="connsiteY21" fmla="*/ 68087 h 536619"/>
                  <a:gd name="connsiteX22" fmla="*/ 354214 w 451274"/>
                  <a:gd name="connsiteY22" fmla="*/ 73503 h 536619"/>
                  <a:gd name="connsiteX23" fmla="*/ 350310 w 451274"/>
                  <a:gd name="connsiteY23" fmla="*/ 80029 h 536619"/>
                  <a:gd name="connsiteX24" fmla="*/ 346171 w 451274"/>
                  <a:gd name="connsiteY24" fmla="*/ 81105 h 536619"/>
                  <a:gd name="connsiteX25" fmla="*/ 342469 w 451274"/>
                  <a:gd name="connsiteY25" fmla="*/ 84368 h 536619"/>
                  <a:gd name="connsiteX26" fmla="*/ 342469 w 451274"/>
                  <a:gd name="connsiteY26" fmla="*/ 87396 h 536619"/>
                  <a:gd name="connsiteX27" fmla="*/ 335502 w 451274"/>
                  <a:gd name="connsiteY27" fmla="*/ 95234 h 536619"/>
                  <a:gd name="connsiteX28" fmla="*/ 329849 w 451274"/>
                  <a:gd name="connsiteY28" fmla="*/ 98261 h 536619"/>
                  <a:gd name="connsiteX29" fmla="*/ 322882 w 451274"/>
                  <a:gd name="connsiteY29" fmla="*/ 98261 h 536619"/>
                  <a:gd name="connsiteX30" fmla="*/ 322243 w 451274"/>
                  <a:gd name="connsiteY30" fmla="*/ 93485 h 536619"/>
                  <a:gd name="connsiteX31" fmla="*/ 320290 w 451274"/>
                  <a:gd name="connsiteY31" fmla="*/ 88472 h 536619"/>
                  <a:gd name="connsiteX32" fmla="*/ 310295 w 451274"/>
                  <a:gd name="connsiteY32" fmla="*/ 88910 h 536619"/>
                  <a:gd name="connsiteX33" fmla="*/ 305718 w 451274"/>
                  <a:gd name="connsiteY33" fmla="*/ 90861 h 536619"/>
                  <a:gd name="connsiteX34" fmla="*/ 298752 w 451274"/>
                  <a:gd name="connsiteY34" fmla="*/ 93451 h 536619"/>
                  <a:gd name="connsiteX35" fmla="*/ 291583 w 451274"/>
                  <a:gd name="connsiteY35" fmla="*/ 90861 h 536619"/>
                  <a:gd name="connsiteX36" fmla="*/ 290271 w 451274"/>
                  <a:gd name="connsiteY36" fmla="*/ 84772 h 536619"/>
                  <a:gd name="connsiteX37" fmla="*/ 290069 w 451274"/>
                  <a:gd name="connsiteY37" fmla="*/ 74983 h 536619"/>
                  <a:gd name="connsiteX38" fmla="*/ 287040 w 451274"/>
                  <a:gd name="connsiteY38" fmla="*/ 65631 h 536619"/>
                  <a:gd name="connsiteX39" fmla="*/ 283977 w 451274"/>
                  <a:gd name="connsiteY39" fmla="*/ 56952 h 536619"/>
                  <a:gd name="connsiteX40" fmla="*/ 279400 w 451274"/>
                  <a:gd name="connsiteY40" fmla="*/ 47163 h 536619"/>
                  <a:gd name="connsiteX41" fmla="*/ 270482 w 451274"/>
                  <a:gd name="connsiteY41" fmla="*/ 33909 h 536619"/>
                  <a:gd name="connsiteX42" fmla="*/ 271559 w 451274"/>
                  <a:gd name="connsiteY42" fmla="*/ 24557 h 536619"/>
                  <a:gd name="connsiteX43" fmla="*/ 275261 w 451274"/>
                  <a:gd name="connsiteY43" fmla="*/ 17392 h 536619"/>
                  <a:gd name="connsiteX44" fmla="*/ 276338 w 451274"/>
                  <a:gd name="connsiteY44" fmla="*/ 7838 h 536619"/>
                  <a:gd name="connsiteX45" fmla="*/ 269371 w 451274"/>
                  <a:gd name="connsiteY45" fmla="*/ 0 h 536619"/>
                  <a:gd name="connsiteX46" fmla="*/ 262203 w 451274"/>
                  <a:gd name="connsiteY46" fmla="*/ 875 h 536619"/>
                  <a:gd name="connsiteX47" fmla="*/ 251770 w 451274"/>
                  <a:gd name="connsiteY47" fmla="*/ 5012 h 536619"/>
                  <a:gd name="connsiteX48" fmla="*/ 243726 w 451274"/>
                  <a:gd name="connsiteY48" fmla="*/ 7838 h 536619"/>
                  <a:gd name="connsiteX49" fmla="*/ 237197 w 451274"/>
                  <a:gd name="connsiteY49" fmla="*/ 5651 h 536619"/>
                  <a:gd name="connsiteX50" fmla="*/ 233496 w 451274"/>
                  <a:gd name="connsiteY50" fmla="*/ 6089 h 536619"/>
                  <a:gd name="connsiteX51" fmla="*/ 231981 w 451274"/>
                  <a:gd name="connsiteY51" fmla="*/ 7603 h 536619"/>
                  <a:gd name="connsiteX52" fmla="*/ 233496 w 451274"/>
                  <a:gd name="connsiteY52" fmla="*/ 13019 h 536619"/>
                  <a:gd name="connsiteX53" fmla="*/ 234135 w 451274"/>
                  <a:gd name="connsiteY53" fmla="*/ 16921 h 536619"/>
                  <a:gd name="connsiteX54" fmla="*/ 233697 w 451274"/>
                  <a:gd name="connsiteY54" fmla="*/ 24322 h 536619"/>
                  <a:gd name="connsiteX55" fmla="*/ 233260 w 451274"/>
                  <a:gd name="connsiteY55" fmla="*/ 24322 h 536619"/>
                  <a:gd name="connsiteX56" fmla="*/ 229995 w 451274"/>
                  <a:gd name="connsiteY56" fmla="*/ 25835 h 536619"/>
                  <a:gd name="connsiteX57" fmla="*/ 225014 w 451274"/>
                  <a:gd name="connsiteY57" fmla="*/ 29536 h 536619"/>
                  <a:gd name="connsiteX58" fmla="*/ 220000 w 451274"/>
                  <a:gd name="connsiteY58" fmla="*/ 29536 h 536619"/>
                  <a:gd name="connsiteX59" fmla="*/ 214582 w 451274"/>
                  <a:gd name="connsiteY59" fmla="*/ 32361 h 536619"/>
                  <a:gd name="connsiteX60" fmla="*/ 212832 w 451274"/>
                  <a:gd name="connsiteY60" fmla="*/ 33673 h 536619"/>
                  <a:gd name="connsiteX61" fmla="*/ 211754 w 451274"/>
                  <a:gd name="connsiteY61" fmla="*/ 39089 h 536619"/>
                  <a:gd name="connsiteX62" fmla="*/ 208726 w 451274"/>
                  <a:gd name="connsiteY62" fmla="*/ 41915 h 536619"/>
                  <a:gd name="connsiteX63" fmla="*/ 205697 w 451274"/>
                  <a:gd name="connsiteY63" fmla="*/ 40166 h 536619"/>
                  <a:gd name="connsiteX64" fmla="*/ 202634 w 451274"/>
                  <a:gd name="connsiteY64" fmla="*/ 37777 h 536619"/>
                  <a:gd name="connsiteX65" fmla="*/ 195466 w 451274"/>
                  <a:gd name="connsiteY65" fmla="*/ 41915 h 536619"/>
                  <a:gd name="connsiteX66" fmla="*/ 185235 w 451274"/>
                  <a:gd name="connsiteY66" fmla="*/ 46927 h 536619"/>
                  <a:gd name="connsiteX67" fmla="*/ 179816 w 451274"/>
                  <a:gd name="connsiteY67" fmla="*/ 52141 h 536619"/>
                  <a:gd name="connsiteX68" fmla="*/ 176788 w 451274"/>
                  <a:gd name="connsiteY68" fmla="*/ 55405 h 536619"/>
                  <a:gd name="connsiteX69" fmla="*/ 170932 w 451274"/>
                  <a:gd name="connsiteY69" fmla="*/ 58230 h 536619"/>
                  <a:gd name="connsiteX70" fmla="*/ 167667 w 451274"/>
                  <a:gd name="connsiteY70" fmla="*/ 60181 h 536619"/>
                  <a:gd name="connsiteX71" fmla="*/ 161576 w 451274"/>
                  <a:gd name="connsiteY71" fmla="*/ 59307 h 536619"/>
                  <a:gd name="connsiteX72" fmla="*/ 158109 w 451274"/>
                  <a:gd name="connsiteY72" fmla="*/ 53016 h 536619"/>
                  <a:gd name="connsiteX73" fmla="*/ 157234 w 451274"/>
                  <a:gd name="connsiteY73" fmla="*/ 47566 h 536619"/>
                  <a:gd name="connsiteX74" fmla="*/ 152017 w 451274"/>
                  <a:gd name="connsiteY74" fmla="*/ 45178 h 536619"/>
                  <a:gd name="connsiteX75" fmla="*/ 150268 w 451274"/>
                  <a:gd name="connsiteY75" fmla="*/ 45178 h 536619"/>
                  <a:gd name="connsiteX76" fmla="*/ 147676 w 451274"/>
                  <a:gd name="connsiteY76" fmla="*/ 48004 h 536619"/>
                  <a:gd name="connsiteX77" fmla="*/ 145287 w 451274"/>
                  <a:gd name="connsiteY77" fmla="*/ 50392 h 536619"/>
                  <a:gd name="connsiteX78" fmla="*/ 140508 w 451274"/>
                  <a:gd name="connsiteY78" fmla="*/ 53218 h 536619"/>
                  <a:gd name="connsiteX79" fmla="*/ 135291 w 451274"/>
                  <a:gd name="connsiteY79" fmla="*/ 54967 h 536619"/>
                  <a:gd name="connsiteX80" fmla="*/ 131589 w 451274"/>
                  <a:gd name="connsiteY80" fmla="*/ 58028 h 536619"/>
                  <a:gd name="connsiteX81" fmla="*/ 130950 w 451274"/>
                  <a:gd name="connsiteY81" fmla="*/ 60215 h 536619"/>
                  <a:gd name="connsiteX82" fmla="*/ 130513 w 451274"/>
                  <a:gd name="connsiteY82" fmla="*/ 67380 h 536619"/>
                  <a:gd name="connsiteX83" fmla="*/ 127685 w 451274"/>
                  <a:gd name="connsiteY83" fmla="*/ 71955 h 536619"/>
                  <a:gd name="connsiteX84" fmla="*/ 120719 w 451274"/>
                  <a:gd name="connsiteY84" fmla="*/ 77169 h 536619"/>
                  <a:gd name="connsiteX85" fmla="*/ 115502 w 451274"/>
                  <a:gd name="connsiteY85" fmla="*/ 79558 h 536619"/>
                  <a:gd name="connsiteX86" fmla="*/ 107896 w 451274"/>
                  <a:gd name="connsiteY86" fmla="*/ 83460 h 536619"/>
                  <a:gd name="connsiteX87" fmla="*/ 103757 w 451274"/>
                  <a:gd name="connsiteY87" fmla="*/ 87598 h 536619"/>
                  <a:gd name="connsiteX88" fmla="*/ 102680 w 451274"/>
                  <a:gd name="connsiteY88" fmla="*/ 92173 h 536619"/>
                  <a:gd name="connsiteX89" fmla="*/ 101368 w 451274"/>
                  <a:gd name="connsiteY89" fmla="*/ 95436 h 536619"/>
                  <a:gd name="connsiteX90" fmla="*/ 107661 w 451274"/>
                  <a:gd name="connsiteY90" fmla="*/ 98901 h 536619"/>
                  <a:gd name="connsiteX91" fmla="*/ 111565 w 451274"/>
                  <a:gd name="connsiteY91" fmla="*/ 100852 h 536619"/>
                  <a:gd name="connsiteX92" fmla="*/ 113752 w 451274"/>
                  <a:gd name="connsiteY92" fmla="*/ 104989 h 536619"/>
                  <a:gd name="connsiteX93" fmla="*/ 113551 w 451274"/>
                  <a:gd name="connsiteY93" fmla="*/ 110843 h 536619"/>
                  <a:gd name="connsiteX94" fmla="*/ 115940 w 451274"/>
                  <a:gd name="connsiteY94" fmla="*/ 114745 h 536619"/>
                  <a:gd name="connsiteX95" fmla="*/ 119204 w 451274"/>
                  <a:gd name="connsiteY95" fmla="*/ 115821 h 536619"/>
                  <a:gd name="connsiteX96" fmla="*/ 121594 w 451274"/>
                  <a:gd name="connsiteY96" fmla="*/ 120834 h 536619"/>
                  <a:gd name="connsiteX97" fmla="*/ 121594 w 451274"/>
                  <a:gd name="connsiteY97" fmla="*/ 124971 h 536619"/>
                  <a:gd name="connsiteX98" fmla="*/ 118666 w 451274"/>
                  <a:gd name="connsiteY98" fmla="*/ 129748 h 536619"/>
                  <a:gd name="connsiteX99" fmla="*/ 114627 w 451274"/>
                  <a:gd name="connsiteY99" fmla="*/ 133650 h 536619"/>
                  <a:gd name="connsiteX100" fmla="*/ 112238 w 451274"/>
                  <a:gd name="connsiteY100" fmla="*/ 139302 h 536619"/>
                  <a:gd name="connsiteX101" fmla="*/ 109646 w 451274"/>
                  <a:gd name="connsiteY101" fmla="*/ 144516 h 536619"/>
                  <a:gd name="connsiteX102" fmla="*/ 106820 w 451274"/>
                  <a:gd name="connsiteY102" fmla="*/ 146904 h 536619"/>
                  <a:gd name="connsiteX103" fmla="*/ 100526 w 451274"/>
                  <a:gd name="connsiteY103" fmla="*/ 153430 h 536619"/>
                  <a:gd name="connsiteX104" fmla="*/ 93997 w 451274"/>
                  <a:gd name="connsiteY104" fmla="*/ 154069 h 536619"/>
                  <a:gd name="connsiteX105" fmla="*/ 84877 w 451274"/>
                  <a:gd name="connsiteY105" fmla="*/ 155146 h 536619"/>
                  <a:gd name="connsiteX106" fmla="*/ 73804 w 451274"/>
                  <a:gd name="connsiteY106" fmla="*/ 162749 h 536619"/>
                  <a:gd name="connsiteX107" fmla="*/ 69463 w 451274"/>
                  <a:gd name="connsiteY107" fmla="*/ 168165 h 536619"/>
                  <a:gd name="connsiteX108" fmla="*/ 64684 w 451274"/>
                  <a:gd name="connsiteY108" fmla="*/ 172504 h 536619"/>
                  <a:gd name="connsiteX109" fmla="*/ 60780 w 451274"/>
                  <a:gd name="connsiteY109" fmla="*/ 180544 h 536619"/>
                  <a:gd name="connsiteX110" fmla="*/ 58593 w 451274"/>
                  <a:gd name="connsiteY110" fmla="*/ 183370 h 536619"/>
                  <a:gd name="connsiteX111" fmla="*/ 54689 w 451274"/>
                  <a:gd name="connsiteY111" fmla="*/ 185556 h 536619"/>
                  <a:gd name="connsiteX112" fmla="*/ 55126 w 451274"/>
                  <a:gd name="connsiteY112" fmla="*/ 191847 h 536619"/>
                  <a:gd name="connsiteX113" fmla="*/ 59703 w 451274"/>
                  <a:gd name="connsiteY113" fmla="*/ 195547 h 536619"/>
                  <a:gd name="connsiteX114" fmla="*/ 63170 w 451274"/>
                  <a:gd name="connsiteY114" fmla="*/ 203150 h 536619"/>
                  <a:gd name="connsiteX115" fmla="*/ 67747 w 451274"/>
                  <a:gd name="connsiteY115" fmla="*/ 209003 h 536619"/>
                  <a:gd name="connsiteX116" fmla="*/ 72088 w 451274"/>
                  <a:gd name="connsiteY116" fmla="*/ 215092 h 536619"/>
                  <a:gd name="connsiteX117" fmla="*/ 72728 w 451274"/>
                  <a:gd name="connsiteY117" fmla="*/ 220945 h 536619"/>
                  <a:gd name="connsiteX118" fmla="*/ 69699 w 451274"/>
                  <a:gd name="connsiteY118" fmla="*/ 225924 h 536619"/>
                  <a:gd name="connsiteX119" fmla="*/ 63843 w 451274"/>
                  <a:gd name="connsiteY119" fmla="*/ 228951 h 536619"/>
                  <a:gd name="connsiteX120" fmla="*/ 60578 w 451274"/>
                  <a:gd name="connsiteY120" fmla="*/ 231777 h 536619"/>
                  <a:gd name="connsiteX121" fmla="*/ 53410 w 451274"/>
                  <a:gd name="connsiteY121" fmla="*/ 236117 h 536619"/>
                  <a:gd name="connsiteX122" fmla="*/ 49708 w 451274"/>
                  <a:gd name="connsiteY122" fmla="*/ 241331 h 536619"/>
                  <a:gd name="connsiteX123" fmla="*/ 46881 w 451274"/>
                  <a:gd name="connsiteY123" fmla="*/ 247621 h 536619"/>
                  <a:gd name="connsiteX124" fmla="*/ 46881 w 451274"/>
                  <a:gd name="connsiteY124" fmla="*/ 250884 h 536619"/>
                  <a:gd name="connsiteX125" fmla="*/ 49506 w 451274"/>
                  <a:gd name="connsiteY125" fmla="*/ 255459 h 536619"/>
                  <a:gd name="connsiteX126" fmla="*/ 54722 w 451274"/>
                  <a:gd name="connsiteY126" fmla="*/ 255459 h 536619"/>
                  <a:gd name="connsiteX127" fmla="*/ 60376 w 451274"/>
                  <a:gd name="connsiteY127" fmla="*/ 255459 h 536619"/>
                  <a:gd name="connsiteX128" fmla="*/ 63203 w 451274"/>
                  <a:gd name="connsiteY128" fmla="*/ 257511 h 536619"/>
                  <a:gd name="connsiteX129" fmla="*/ 61891 w 451274"/>
                  <a:gd name="connsiteY129" fmla="*/ 261548 h 536619"/>
                  <a:gd name="connsiteX130" fmla="*/ 57112 w 451274"/>
                  <a:gd name="connsiteY130" fmla="*/ 264374 h 536619"/>
                  <a:gd name="connsiteX131" fmla="*/ 54958 w 451274"/>
                  <a:gd name="connsiteY131" fmla="*/ 265888 h 536619"/>
                  <a:gd name="connsiteX132" fmla="*/ 53006 w 451274"/>
                  <a:gd name="connsiteY132" fmla="*/ 268713 h 536619"/>
                  <a:gd name="connsiteX133" fmla="*/ 50179 w 451274"/>
                  <a:gd name="connsiteY133" fmla="*/ 274163 h 536619"/>
                  <a:gd name="connsiteX134" fmla="*/ 47352 w 451274"/>
                  <a:gd name="connsiteY134" fmla="*/ 279579 h 536619"/>
                  <a:gd name="connsiteX135" fmla="*/ 42775 w 451274"/>
                  <a:gd name="connsiteY135" fmla="*/ 282842 h 536619"/>
                  <a:gd name="connsiteX136" fmla="*/ 36044 w 451274"/>
                  <a:gd name="connsiteY136" fmla="*/ 287182 h 536619"/>
                  <a:gd name="connsiteX137" fmla="*/ 32342 w 451274"/>
                  <a:gd name="connsiteY137" fmla="*/ 288056 h 536619"/>
                  <a:gd name="connsiteX138" fmla="*/ 28203 w 451274"/>
                  <a:gd name="connsiteY138" fmla="*/ 291084 h 536619"/>
                  <a:gd name="connsiteX139" fmla="*/ 26049 w 451274"/>
                  <a:gd name="connsiteY139" fmla="*/ 296096 h 536619"/>
                  <a:gd name="connsiteX140" fmla="*/ 27361 w 451274"/>
                  <a:gd name="connsiteY140" fmla="*/ 301310 h 536619"/>
                  <a:gd name="connsiteX141" fmla="*/ 23895 w 451274"/>
                  <a:gd name="connsiteY141" fmla="*/ 310427 h 536619"/>
                  <a:gd name="connsiteX142" fmla="*/ 18241 w 451274"/>
                  <a:gd name="connsiteY142" fmla="*/ 313690 h 536619"/>
                  <a:gd name="connsiteX143" fmla="*/ 18443 w 451274"/>
                  <a:gd name="connsiteY143" fmla="*/ 320216 h 536619"/>
                  <a:gd name="connsiteX144" fmla="*/ 20193 w 451274"/>
                  <a:gd name="connsiteY144" fmla="*/ 325665 h 536619"/>
                  <a:gd name="connsiteX145" fmla="*/ 18039 w 451274"/>
                  <a:gd name="connsiteY145" fmla="*/ 331519 h 536619"/>
                  <a:gd name="connsiteX146" fmla="*/ 16928 w 451274"/>
                  <a:gd name="connsiteY146" fmla="*/ 342149 h 536619"/>
                  <a:gd name="connsiteX147" fmla="*/ 13899 w 451274"/>
                  <a:gd name="connsiteY147" fmla="*/ 354091 h 536619"/>
                  <a:gd name="connsiteX148" fmla="*/ 10635 w 451274"/>
                  <a:gd name="connsiteY148" fmla="*/ 361693 h 536619"/>
                  <a:gd name="connsiteX149" fmla="*/ 0 w 451274"/>
                  <a:gd name="connsiteY149" fmla="*/ 369296 h 536619"/>
                  <a:gd name="connsiteX150" fmla="*/ 0 w 451274"/>
                  <a:gd name="connsiteY150" fmla="*/ 376899 h 536619"/>
                  <a:gd name="connsiteX151" fmla="*/ 6966 w 451274"/>
                  <a:gd name="connsiteY151" fmla="*/ 383189 h 536619"/>
                  <a:gd name="connsiteX152" fmla="*/ 6966 w 451274"/>
                  <a:gd name="connsiteY152" fmla="*/ 390590 h 536619"/>
                  <a:gd name="connsiteX153" fmla="*/ 8919 w 451274"/>
                  <a:gd name="connsiteY153" fmla="*/ 400783 h 536619"/>
                  <a:gd name="connsiteX154" fmla="*/ 20664 w 451274"/>
                  <a:gd name="connsiteY154" fmla="*/ 407746 h 536619"/>
                  <a:gd name="connsiteX155" fmla="*/ 31736 w 451274"/>
                  <a:gd name="connsiteY155" fmla="*/ 412523 h 536619"/>
                  <a:gd name="connsiteX156" fmla="*/ 40015 w 451274"/>
                  <a:gd name="connsiteY156" fmla="*/ 412960 h 536619"/>
                  <a:gd name="connsiteX157" fmla="*/ 45905 w 451274"/>
                  <a:gd name="connsiteY157" fmla="*/ 410135 h 536619"/>
                  <a:gd name="connsiteX158" fmla="*/ 53073 w 451274"/>
                  <a:gd name="connsiteY158" fmla="*/ 408183 h 536619"/>
                  <a:gd name="connsiteX159" fmla="*/ 61319 w 451274"/>
                  <a:gd name="connsiteY159" fmla="*/ 410370 h 536619"/>
                  <a:gd name="connsiteX160" fmla="*/ 61319 w 451274"/>
                  <a:gd name="connsiteY160" fmla="*/ 413835 h 536619"/>
                  <a:gd name="connsiteX161" fmla="*/ 65660 w 451274"/>
                  <a:gd name="connsiteY161" fmla="*/ 418612 h 536619"/>
                  <a:gd name="connsiteX162" fmla="*/ 68925 w 451274"/>
                  <a:gd name="connsiteY162" fmla="*/ 424028 h 536619"/>
                  <a:gd name="connsiteX163" fmla="*/ 75218 w 451274"/>
                  <a:gd name="connsiteY163" fmla="*/ 428805 h 536619"/>
                  <a:gd name="connsiteX164" fmla="*/ 78920 w 451274"/>
                  <a:gd name="connsiteY164" fmla="*/ 431832 h 536619"/>
                  <a:gd name="connsiteX165" fmla="*/ 85213 w 451274"/>
                  <a:gd name="connsiteY165" fmla="*/ 428805 h 536619"/>
                  <a:gd name="connsiteX166" fmla="*/ 90228 w 451274"/>
                  <a:gd name="connsiteY166" fmla="*/ 424465 h 536619"/>
                  <a:gd name="connsiteX167" fmla="*/ 95882 w 451274"/>
                  <a:gd name="connsiteY167" fmla="*/ 420125 h 536619"/>
                  <a:gd name="connsiteX168" fmla="*/ 99146 w 451274"/>
                  <a:gd name="connsiteY168" fmla="*/ 416223 h 536619"/>
                  <a:gd name="connsiteX169" fmla="*/ 103925 w 451274"/>
                  <a:gd name="connsiteY169" fmla="*/ 418612 h 536619"/>
                  <a:gd name="connsiteX170" fmla="*/ 104363 w 451274"/>
                  <a:gd name="connsiteY170" fmla="*/ 421437 h 536619"/>
                  <a:gd name="connsiteX171" fmla="*/ 104363 w 451274"/>
                  <a:gd name="connsiteY171" fmla="*/ 426652 h 536619"/>
                  <a:gd name="connsiteX172" fmla="*/ 99146 w 451274"/>
                  <a:gd name="connsiteY172" fmla="*/ 431866 h 536619"/>
                  <a:gd name="connsiteX173" fmla="*/ 99146 w 451274"/>
                  <a:gd name="connsiteY173" fmla="*/ 440343 h 536619"/>
                  <a:gd name="connsiteX174" fmla="*/ 106113 w 451274"/>
                  <a:gd name="connsiteY174" fmla="*/ 445557 h 536619"/>
                  <a:gd name="connsiteX175" fmla="*/ 111969 w 451274"/>
                  <a:gd name="connsiteY175" fmla="*/ 454236 h 536619"/>
                  <a:gd name="connsiteX176" fmla="*/ 115872 w 451274"/>
                  <a:gd name="connsiteY176" fmla="*/ 462478 h 536619"/>
                  <a:gd name="connsiteX177" fmla="*/ 117825 w 451274"/>
                  <a:gd name="connsiteY177" fmla="*/ 466178 h 536619"/>
                  <a:gd name="connsiteX178" fmla="*/ 121728 w 451274"/>
                  <a:gd name="connsiteY178" fmla="*/ 470955 h 536619"/>
                  <a:gd name="connsiteX179" fmla="*/ 123478 w 451274"/>
                  <a:gd name="connsiteY179" fmla="*/ 478793 h 536619"/>
                  <a:gd name="connsiteX180" fmla="*/ 123478 w 451274"/>
                  <a:gd name="connsiteY180" fmla="*/ 484007 h 536619"/>
                  <a:gd name="connsiteX181" fmla="*/ 123478 w 451274"/>
                  <a:gd name="connsiteY181" fmla="*/ 489659 h 536619"/>
                  <a:gd name="connsiteX182" fmla="*/ 126406 w 451274"/>
                  <a:gd name="connsiteY182" fmla="*/ 497699 h 536619"/>
                  <a:gd name="connsiteX183" fmla="*/ 126070 w 451274"/>
                  <a:gd name="connsiteY183" fmla="*/ 502711 h 536619"/>
                  <a:gd name="connsiteX184" fmla="*/ 128695 w 451274"/>
                  <a:gd name="connsiteY184" fmla="*/ 509002 h 536619"/>
                  <a:gd name="connsiteX185" fmla="*/ 130209 w 451274"/>
                  <a:gd name="connsiteY185" fmla="*/ 516604 h 536619"/>
                  <a:gd name="connsiteX186" fmla="*/ 132801 w 451274"/>
                  <a:gd name="connsiteY186" fmla="*/ 524442 h 536619"/>
                  <a:gd name="connsiteX187" fmla="*/ 136940 w 451274"/>
                  <a:gd name="connsiteY187" fmla="*/ 529656 h 536619"/>
                  <a:gd name="connsiteX188" fmla="*/ 144546 w 451274"/>
                  <a:gd name="connsiteY188" fmla="*/ 536620 h 536619"/>
                  <a:gd name="connsiteX189" fmla="*/ 148686 w 451274"/>
                  <a:gd name="connsiteY189" fmla="*/ 535543 h 536619"/>
                  <a:gd name="connsiteX190" fmla="*/ 153700 w 451274"/>
                  <a:gd name="connsiteY190" fmla="*/ 532516 h 536619"/>
                  <a:gd name="connsiteX191" fmla="*/ 154777 w 451274"/>
                  <a:gd name="connsiteY191" fmla="*/ 531002 h 536619"/>
                  <a:gd name="connsiteX192" fmla="*/ 154777 w 451274"/>
                  <a:gd name="connsiteY192" fmla="*/ 527537 h 536619"/>
                  <a:gd name="connsiteX193" fmla="*/ 154777 w 451274"/>
                  <a:gd name="connsiteY193" fmla="*/ 521448 h 536619"/>
                  <a:gd name="connsiteX194" fmla="*/ 156191 w 451274"/>
                  <a:gd name="connsiteY194" fmla="*/ 516671 h 536619"/>
                  <a:gd name="connsiteX195" fmla="*/ 158244 w 451274"/>
                  <a:gd name="connsiteY195" fmla="*/ 519261 h 536619"/>
                  <a:gd name="connsiteX196" fmla="*/ 166927 w 451274"/>
                  <a:gd name="connsiteY196" fmla="*/ 518824 h 536619"/>
                  <a:gd name="connsiteX197" fmla="*/ 170393 w 451274"/>
                  <a:gd name="connsiteY197" fmla="*/ 517075 h 536619"/>
                  <a:gd name="connsiteX198" fmla="*/ 177562 w 451274"/>
                  <a:gd name="connsiteY198" fmla="*/ 513374 h 536619"/>
                  <a:gd name="connsiteX199" fmla="*/ 177763 w 451274"/>
                  <a:gd name="connsiteY199" fmla="*/ 509909 h 536619"/>
                  <a:gd name="connsiteX200" fmla="*/ 175374 w 451274"/>
                  <a:gd name="connsiteY200" fmla="*/ 507084 h 536619"/>
                  <a:gd name="connsiteX201" fmla="*/ 174061 w 451274"/>
                  <a:gd name="connsiteY201" fmla="*/ 503821 h 536619"/>
                  <a:gd name="connsiteX202" fmla="*/ 169047 w 451274"/>
                  <a:gd name="connsiteY202" fmla="*/ 501231 h 536619"/>
                  <a:gd name="connsiteX203" fmla="*/ 178167 w 451274"/>
                  <a:gd name="connsiteY203" fmla="*/ 500154 h 536619"/>
                  <a:gd name="connsiteX204" fmla="*/ 182509 w 451274"/>
                  <a:gd name="connsiteY204" fmla="*/ 501466 h 536619"/>
                  <a:gd name="connsiteX205" fmla="*/ 187725 w 451274"/>
                  <a:gd name="connsiteY205" fmla="*/ 504931 h 536619"/>
                  <a:gd name="connsiteX206" fmla="*/ 187725 w 451274"/>
                  <a:gd name="connsiteY206" fmla="*/ 513610 h 536619"/>
                  <a:gd name="connsiteX207" fmla="*/ 187725 w 451274"/>
                  <a:gd name="connsiteY207" fmla="*/ 518387 h 536619"/>
                  <a:gd name="connsiteX208" fmla="*/ 188600 w 451274"/>
                  <a:gd name="connsiteY208" fmla="*/ 521414 h 536619"/>
                  <a:gd name="connsiteX209" fmla="*/ 192740 w 451274"/>
                  <a:gd name="connsiteY209" fmla="*/ 521414 h 536619"/>
                  <a:gd name="connsiteX210" fmla="*/ 194692 w 451274"/>
                  <a:gd name="connsiteY210" fmla="*/ 517075 h 536619"/>
                  <a:gd name="connsiteX211" fmla="*/ 194692 w 451274"/>
                  <a:gd name="connsiteY211" fmla="*/ 513610 h 536619"/>
                  <a:gd name="connsiteX212" fmla="*/ 196004 w 451274"/>
                  <a:gd name="connsiteY212" fmla="*/ 509473 h 536619"/>
                  <a:gd name="connsiteX213" fmla="*/ 194692 w 451274"/>
                  <a:gd name="connsiteY213" fmla="*/ 506646 h 536619"/>
                  <a:gd name="connsiteX214" fmla="*/ 194692 w 451274"/>
                  <a:gd name="connsiteY214" fmla="*/ 503384 h 536619"/>
                  <a:gd name="connsiteX215" fmla="*/ 194692 w 451274"/>
                  <a:gd name="connsiteY215" fmla="*/ 494906 h 536619"/>
                  <a:gd name="connsiteX216" fmla="*/ 196879 w 451274"/>
                  <a:gd name="connsiteY216" fmla="*/ 491441 h 536619"/>
                  <a:gd name="connsiteX217" fmla="*/ 199908 w 451274"/>
                  <a:gd name="connsiteY217" fmla="*/ 486227 h 536619"/>
                  <a:gd name="connsiteX218" fmla="*/ 203374 w 451274"/>
                  <a:gd name="connsiteY218" fmla="*/ 486025 h 536619"/>
                  <a:gd name="connsiteX219" fmla="*/ 203374 w 451274"/>
                  <a:gd name="connsiteY219" fmla="*/ 488414 h 536619"/>
                  <a:gd name="connsiteX220" fmla="*/ 202836 w 451274"/>
                  <a:gd name="connsiteY220" fmla="*/ 494065 h 536619"/>
                  <a:gd name="connsiteX221" fmla="*/ 202062 w 451274"/>
                  <a:gd name="connsiteY221" fmla="*/ 500154 h 536619"/>
                  <a:gd name="connsiteX222" fmla="*/ 204687 w 451274"/>
                  <a:gd name="connsiteY222" fmla="*/ 502778 h 536619"/>
                  <a:gd name="connsiteX223" fmla="*/ 208154 w 451274"/>
                  <a:gd name="connsiteY223" fmla="*/ 498640 h 536619"/>
                  <a:gd name="connsiteX224" fmla="*/ 214447 w 451274"/>
                  <a:gd name="connsiteY224" fmla="*/ 492989 h 536619"/>
                  <a:gd name="connsiteX225" fmla="*/ 217274 w 451274"/>
                  <a:gd name="connsiteY225" fmla="*/ 487775 h 536619"/>
                  <a:gd name="connsiteX226" fmla="*/ 217274 w 451274"/>
                  <a:gd name="connsiteY226" fmla="*/ 481047 h 536619"/>
                  <a:gd name="connsiteX227" fmla="*/ 218250 w 451274"/>
                  <a:gd name="connsiteY227" fmla="*/ 474958 h 536619"/>
                  <a:gd name="connsiteX228" fmla="*/ 217038 w 451274"/>
                  <a:gd name="connsiteY228" fmla="*/ 472368 h 536619"/>
                  <a:gd name="connsiteX229" fmla="*/ 222894 w 451274"/>
                  <a:gd name="connsiteY229" fmla="*/ 471056 h 536619"/>
                  <a:gd name="connsiteX230" fmla="*/ 231173 w 451274"/>
                  <a:gd name="connsiteY230" fmla="*/ 471056 h 536619"/>
                  <a:gd name="connsiteX231" fmla="*/ 235750 w 451274"/>
                  <a:gd name="connsiteY231" fmla="*/ 467355 h 536619"/>
                  <a:gd name="connsiteX232" fmla="*/ 237500 w 451274"/>
                  <a:gd name="connsiteY232" fmla="*/ 463218 h 536619"/>
                  <a:gd name="connsiteX233" fmla="*/ 238375 w 451274"/>
                  <a:gd name="connsiteY233" fmla="*/ 457566 h 536619"/>
                  <a:gd name="connsiteX234" fmla="*/ 237298 w 451274"/>
                  <a:gd name="connsiteY234" fmla="*/ 453866 h 536619"/>
                  <a:gd name="connsiteX235" fmla="*/ 233597 w 451274"/>
                  <a:gd name="connsiteY235" fmla="*/ 453866 h 536619"/>
                  <a:gd name="connsiteX236" fmla="*/ 233394 w 451274"/>
                  <a:gd name="connsiteY236" fmla="*/ 449728 h 536619"/>
                  <a:gd name="connsiteX237" fmla="*/ 229255 w 451274"/>
                  <a:gd name="connsiteY237" fmla="*/ 446028 h 536619"/>
                  <a:gd name="connsiteX238" fmla="*/ 229693 w 451274"/>
                  <a:gd name="connsiteY238" fmla="*/ 441890 h 536619"/>
                  <a:gd name="connsiteX239" fmla="*/ 230130 w 451274"/>
                  <a:gd name="connsiteY239" fmla="*/ 438863 h 536619"/>
                  <a:gd name="connsiteX240" fmla="*/ 228817 w 451274"/>
                  <a:gd name="connsiteY240" fmla="*/ 435600 h 536619"/>
                  <a:gd name="connsiteX241" fmla="*/ 226866 w 451274"/>
                  <a:gd name="connsiteY241" fmla="*/ 432337 h 536619"/>
                  <a:gd name="connsiteX242" fmla="*/ 222962 w 451274"/>
                  <a:gd name="connsiteY242" fmla="*/ 427123 h 536619"/>
                  <a:gd name="connsiteX243" fmla="*/ 226462 w 451274"/>
                  <a:gd name="connsiteY243" fmla="*/ 424532 h 536619"/>
                  <a:gd name="connsiteX244" fmla="*/ 230164 w 451274"/>
                  <a:gd name="connsiteY244" fmla="*/ 423658 h 536619"/>
                  <a:gd name="connsiteX245" fmla="*/ 234303 w 451274"/>
                  <a:gd name="connsiteY245" fmla="*/ 423859 h 536619"/>
                  <a:gd name="connsiteX246" fmla="*/ 235380 w 451274"/>
                  <a:gd name="connsiteY246" fmla="*/ 428434 h 536619"/>
                  <a:gd name="connsiteX247" fmla="*/ 235380 w 451274"/>
                  <a:gd name="connsiteY247" fmla="*/ 435162 h 536619"/>
                  <a:gd name="connsiteX248" fmla="*/ 237332 w 451274"/>
                  <a:gd name="connsiteY248" fmla="*/ 439939 h 536619"/>
                  <a:gd name="connsiteX249" fmla="*/ 240798 w 451274"/>
                  <a:gd name="connsiteY249" fmla="*/ 439939 h 536619"/>
                  <a:gd name="connsiteX250" fmla="*/ 247529 w 451274"/>
                  <a:gd name="connsiteY250" fmla="*/ 438964 h 536619"/>
                  <a:gd name="connsiteX251" fmla="*/ 248169 w 451274"/>
                  <a:gd name="connsiteY251" fmla="*/ 435600 h 536619"/>
                  <a:gd name="connsiteX252" fmla="*/ 244702 w 451274"/>
                  <a:gd name="connsiteY252" fmla="*/ 429511 h 536619"/>
                  <a:gd name="connsiteX253" fmla="*/ 241875 w 451274"/>
                  <a:gd name="connsiteY253" fmla="*/ 425609 h 536619"/>
                  <a:gd name="connsiteX254" fmla="*/ 239924 w 451274"/>
                  <a:gd name="connsiteY254" fmla="*/ 419318 h 536619"/>
                  <a:gd name="connsiteX255" fmla="*/ 237971 w 451274"/>
                  <a:gd name="connsiteY255" fmla="*/ 413028 h 536619"/>
                  <a:gd name="connsiteX256" fmla="*/ 242313 w 451274"/>
                  <a:gd name="connsiteY256" fmla="*/ 417165 h 536619"/>
                  <a:gd name="connsiteX257" fmla="*/ 249919 w 451274"/>
                  <a:gd name="connsiteY257" fmla="*/ 424330 h 536619"/>
                  <a:gd name="connsiteX258" fmla="*/ 255371 w 451274"/>
                  <a:gd name="connsiteY258" fmla="*/ 423691 h 536619"/>
                  <a:gd name="connsiteX259" fmla="*/ 260587 w 451274"/>
                  <a:gd name="connsiteY259" fmla="*/ 420865 h 536619"/>
                  <a:gd name="connsiteX260" fmla="*/ 268833 w 451274"/>
                  <a:gd name="connsiteY260" fmla="*/ 420865 h 536619"/>
                  <a:gd name="connsiteX261" fmla="*/ 271222 w 451274"/>
                  <a:gd name="connsiteY261" fmla="*/ 421942 h 536619"/>
                  <a:gd name="connsiteX262" fmla="*/ 279266 w 451274"/>
                  <a:gd name="connsiteY262" fmla="*/ 425642 h 536619"/>
                  <a:gd name="connsiteX263" fmla="*/ 285794 w 451274"/>
                  <a:gd name="connsiteY263" fmla="*/ 427593 h 536619"/>
                  <a:gd name="connsiteX264" fmla="*/ 293199 w 451274"/>
                  <a:gd name="connsiteY264" fmla="*/ 425205 h 536619"/>
                  <a:gd name="connsiteX265" fmla="*/ 293838 w 451274"/>
                  <a:gd name="connsiteY265" fmla="*/ 419789 h 536619"/>
                  <a:gd name="connsiteX266" fmla="*/ 294915 w 451274"/>
                  <a:gd name="connsiteY266" fmla="*/ 413700 h 536619"/>
                  <a:gd name="connsiteX267" fmla="*/ 299492 w 451274"/>
                  <a:gd name="connsiteY267" fmla="*/ 408923 h 536619"/>
                  <a:gd name="connsiteX268" fmla="*/ 302756 w 451274"/>
                  <a:gd name="connsiteY268" fmla="*/ 407847 h 536619"/>
                  <a:gd name="connsiteX269" fmla="*/ 305583 w 451274"/>
                  <a:gd name="connsiteY269" fmla="*/ 405021 h 536619"/>
                  <a:gd name="connsiteX270" fmla="*/ 306223 w 451274"/>
                  <a:gd name="connsiteY270" fmla="*/ 400446 h 536619"/>
                  <a:gd name="connsiteX271" fmla="*/ 303194 w 451274"/>
                  <a:gd name="connsiteY271" fmla="*/ 396746 h 536619"/>
                  <a:gd name="connsiteX272" fmla="*/ 294511 w 451274"/>
                  <a:gd name="connsiteY272" fmla="*/ 395669 h 536619"/>
                  <a:gd name="connsiteX273" fmla="*/ 292122 w 451274"/>
                  <a:gd name="connsiteY273" fmla="*/ 392205 h 536619"/>
                  <a:gd name="connsiteX274" fmla="*/ 292122 w 451274"/>
                  <a:gd name="connsiteY274" fmla="*/ 389614 h 536619"/>
                  <a:gd name="connsiteX275" fmla="*/ 299963 w 451274"/>
                  <a:gd name="connsiteY275" fmla="*/ 389614 h 536619"/>
                  <a:gd name="connsiteX276" fmla="*/ 305180 w 451274"/>
                  <a:gd name="connsiteY276" fmla="*/ 389614 h 536619"/>
                  <a:gd name="connsiteX277" fmla="*/ 310396 w 451274"/>
                  <a:gd name="connsiteY277" fmla="*/ 386150 h 536619"/>
                  <a:gd name="connsiteX278" fmla="*/ 322579 w 451274"/>
                  <a:gd name="connsiteY278" fmla="*/ 386150 h 536619"/>
                  <a:gd name="connsiteX279" fmla="*/ 327594 w 451274"/>
                  <a:gd name="connsiteY279" fmla="*/ 386150 h 536619"/>
                  <a:gd name="connsiteX280" fmla="*/ 330623 w 451274"/>
                  <a:gd name="connsiteY280" fmla="*/ 381810 h 536619"/>
                  <a:gd name="connsiteX281" fmla="*/ 331296 w 451274"/>
                  <a:gd name="connsiteY281" fmla="*/ 372256 h 536619"/>
                  <a:gd name="connsiteX282" fmla="*/ 326719 w 451274"/>
                  <a:gd name="connsiteY282" fmla="*/ 367244 h 536619"/>
                  <a:gd name="connsiteX283" fmla="*/ 322579 w 451274"/>
                  <a:gd name="connsiteY283" fmla="*/ 365293 h 536619"/>
                  <a:gd name="connsiteX284" fmla="*/ 316488 w 451274"/>
                  <a:gd name="connsiteY284" fmla="*/ 365293 h 536619"/>
                  <a:gd name="connsiteX285" fmla="*/ 316488 w 451274"/>
                  <a:gd name="connsiteY285" fmla="*/ 360079 h 536619"/>
                  <a:gd name="connsiteX286" fmla="*/ 318541 w 451274"/>
                  <a:gd name="connsiteY286" fmla="*/ 355100 h 536619"/>
                  <a:gd name="connsiteX287" fmla="*/ 319954 w 451274"/>
                  <a:gd name="connsiteY287" fmla="*/ 350525 h 536619"/>
                  <a:gd name="connsiteX288" fmla="*/ 319954 w 451274"/>
                  <a:gd name="connsiteY288" fmla="*/ 345984 h 536619"/>
                  <a:gd name="connsiteX289" fmla="*/ 322680 w 451274"/>
                  <a:gd name="connsiteY289" fmla="*/ 343360 h 536619"/>
                  <a:gd name="connsiteX290" fmla="*/ 326921 w 451274"/>
                  <a:gd name="connsiteY290" fmla="*/ 343595 h 536619"/>
                  <a:gd name="connsiteX291" fmla="*/ 326921 w 451274"/>
                  <a:gd name="connsiteY291" fmla="*/ 348809 h 536619"/>
                  <a:gd name="connsiteX292" fmla="*/ 326921 w 451274"/>
                  <a:gd name="connsiteY292" fmla="*/ 354259 h 536619"/>
                  <a:gd name="connsiteX293" fmla="*/ 331599 w 451274"/>
                  <a:gd name="connsiteY293" fmla="*/ 358599 h 536619"/>
                  <a:gd name="connsiteX294" fmla="*/ 337151 w 451274"/>
                  <a:gd name="connsiteY294" fmla="*/ 357085 h 536619"/>
                  <a:gd name="connsiteX295" fmla="*/ 338901 w 451274"/>
                  <a:gd name="connsiteY295" fmla="*/ 355571 h 536619"/>
                  <a:gd name="connsiteX296" fmla="*/ 338700 w 451274"/>
                  <a:gd name="connsiteY296" fmla="*/ 347531 h 536619"/>
                  <a:gd name="connsiteX297" fmla="*/ 339575 w 451274"/>
                  <a:gd name="connsiteY297" fmla="*/ 344268 h 536619"/>
                  <a:gd name="connsiteX298" fmla="*/ 342200 w 451274"/>
                  <a:gd name="connsiteY298" fmla="*/ 342317 h 536619"/>
                  <a:gd name="connsiteX299" fmla="*/ 346541 w 451274"/>
                  <a:gd name="connsiteY299" fmla="*/ 344705 h 536619"/>
                  <a:gd name="connsiteX300" fmla="*/ 350681 w 451274"/>
                  <a:gd name="connsiteY300" fmla="*/ 347531 h 536619"/>
                  <a:gd name="connsiteX301" fmla="*/ 354585 w 451274"/>
                  <a:gd name="connsiteY301" fmla="*/ 346455 h 536619"/>
                  <a:gd name="connsiteX302" fmla="*/ 357849 w 451274"/>
                  <a:gd name="connsiteY302" fmla="*/ 341240 h 536619"/>
                  <a:gd name="connsiteX303" fmla="*/ 359801 w 451274"/>
                  <a:gd name="connsiteY303" fmla="*/ 337776 h 536619"/>
                  <a:gd name="connsiteX304" fmla="*/ 357412 w 451274"/>
                  <a:gd name="connsiteY304" fmla="*/ 332360 h 536619"/>
                  <a:gd name="connsiteX305" fmla="*/ 347181 w 451274"/>
                  <a:gd name="connsiteY305" fmla="*/ 332360 h 536619"/>
                  <a:gd name="connsiteX306" fmla="*/ 339575 w 451274"/>
                  <a:gd name="connsiteY306" fmla="*/ 326069 h 536619"/>
                  <a:gd name="connsiteX307" fmla="*/ 337185 w 451274"/>
                  <a:gd name="connsiteY307" fmla="*/ 320855 h 536619"/>
                  <a:gd name="connsiteX308" fmla="*/ 338262 w 451274"/>
                  <a:gd name="connsiteY308" fmla="*/ 316717 h 536619"/>
                  <a:gd name="connsiteX309" fmla="*/ 342839 w 451274"/>
                  <a:gd name="connsiteY309" fmla="*/ 316717 h 536619"/>
                  <a:gd name="connsiteX310" fmla="*/ 348291 w 451274"/>
                  <a:gd name="connsiteY310" fmla="*/ 318904 h 536619"/>
                  <a:gd name="connsiteX311" fmla="*/ 353710 w 451274"/>
                  <a:gd name="connsiteY311" fmla="*/ 321292 h 536619"/>
                  <a:gd name="connsiteX312" fmla="*/ 356536 w 451274"/>
                  <a:gd name="connsiteY312" fmla="*/ 321057 h 536619"/>
                  <a:gd name="connsiteX313" fmla="*/ 356536 w 451274"/>
                  <a:gd name="connsiteY313" fmla="*/ 311503 h 536619"/>
                  <a:gd name="connsiteX314" fmla="*/ 361113 w 451274"/>
                  <a:gd name="connsiteY314" fmla="*/ 303026 h 536619"/>
                  <a:gd name="connsiteX315" fmla="*/ 364378 w 451274"/>
                  <a:gd name="connsiteY315" fmla="*/ 305650 h 536619"/>
                  <a:gd name="connsiteX316" fmla="*/ 368282 w 451274"/>
                  <a:gd name="connsiteY316" fmla="*/ 309787 h 536619"/>
                  <a:gd name="connsiteX317" fmla="*/ 371984 w 451274"/>
                  <a:gd name="connsiteY317" fmla="*/ 315002 h 536619"/>
                  <a:gd name="connsiteX318" fmla="*/ 371547 w 451274"/>
                  <a:gd name="connsiteY318" fmla="*/ 320014 h 536619"/>
                  <a:gd name="connsiteX319" fmla="*/ 378278 w 451274"/>
                  <a:gd name="connsiteY319" fmla="*/ 327179 h 536619"/>
                  <a:gd name="connsiteX320" fmla="*/ 388071 w 451274"/>
                  <a:gd name="connsiteY320" fmla="*/ 327179 h 536619"/>
                  <a:gd name="connsiteX321" fmla="*/ 390662 w 451274"/>
                  <a:gd name="connsiteY321" fmla="*/ 324555 h 536619"/>
                  <a:gd name="connsiteX322" fmla="*/ 389350 w 451274"/>
                  <a:gd name="connsiteY322" fmla="*/ 318702 h 536619"/>
                  <a:gd name="connsiteX323" fmla="*/ 385884 w 451274"/>
                  <a:gd name="connsiteY323" fmla="*/ 308913 h 536619"/>
                  <a:gd name="connsiteX324" fmla="*/ 381542 w 451274"/>
                  <a:gd name="connsiteY324" fmla="*/ 304338 h 536619"/>
                  <a:gd name="connsiteX325" fmla="*/ 376527 w 451274"/>
                  <a:gd name="connsiteY325" fmla="*/ 297610 h 536619"/>
                  <a:gd name="connsiteX326" fmla="*/ 383898 w 451274"/>
                  <a:gd name="connsiteY326" fmla="*/ 297610 h 536619"/>
                  <a:gd name="connsiteX327" fmla="*/ 388475 w 451274"/>
                  <a:gd name="connsiteY327" fmla="*/ 295457 h 536619"/>
                  <a:gd name="connsiteX328" fmla="*/ 387600 w 451274"/>
                  <a:gd name="connsiteY328" fmla="*/ 289166 h 536619"/>
                  <a:gd name="connsiteX329" fmla="*/ 386725 w 451274"/>
                  <a:gd name="connsiteY329" fmla="*/ 283952 h 536619"/>
                  <a:gd name="connsiteX330" fmla="*/ 384335 w 451274"/>
                  <a:gd name="connsiteY330" fmla="*/ 275273 h 536619"/>
                  <a:gd name="connsiteX331" fmla="*/ 384537 w 451274"/>
                  <a:gd name="connsiteY331" fmla="*/ 268747 h 536619"/>
                  <a:gd name="connsiteX332" fmla="*/ 385177 w 451274"/>
                  <a:gd name="connsiteY332" fmla="*/ 266359 h 536619"/>
                  <a:gd name="connsiteX333" fmla="*/ 396249 w 451274"/>
                  <a:gd name="connsiteY333" fmla="*/ 266359 h 536619"/>
                  <a:gd name="connsiteX334" fmla="*/ 399749 w 451274"/>
                  <a:gd name="connsiteY334" fmla="*/ 262759 h 536619"/>
                  <a:gd name="connsiteX335" fmla="*/ 398672 w 451274"/>
                  <a:gd name="connsiteY335" fmla="*/ 257444 h 536619"/>
                  <a:gd name="connsiteX336" fmla="*/ 395206 w 451274"/>
                  <a:gd name="connsiteY336" fmla="*/ 251355 h 536619"/>
                  <a:gd name="connsiteX337" fmla="*/ 388677 w 451274"/>
                  <a:gd name="connsiteY337" fmla="*/ 248967 h 536619"/>
                  <a:gd name="connsiteX338" fmla="*/ 379994 w 451274"/>
                  <a:gd name="connsiteY338" fmla="*/ 248967 h 536619"/>
                  <a:gd name="connsiteX339" fmla="*/ 372826 w 451274"/>
                  <a:gd name="connsiteY339" fmla="*/ 248967 h 536619"/>
                  <a:gd name="connsiteX340" fmla="*/ 373902 w 451274"/>
                  <a:gd name="connsiteY340" fmla="*/ 245368 h 536619"/>
                  <a:gd name="connsiteX341" fmla="*/ 380869 w 451274"/>
                  <a:gd name="connsiteY341" fmla="*/ 238539 h 536619"/>
                  <a:gd name="connsiteX342" fmla="*/ 383696 w 451274"/>
                  <a:gd name="connsiteY342" fmla="*/ 234401 h 536619"/>
                  <a:gd name="connsiteX343" fmla="*/ 384571 w 451274"/>
                  <a:gd name="connsiteY343" fmla="*/ 225924 h 536619"/>
                  <a:gd name="connsiteX344" fmla="*/ 388273 w 451274"/>
                  <a:gd name="connsiteY344" fmla="*/ 220272 h 536619"/>
                  <a:gd name="connsiteX345" fmla="*/ 395441 w 451274"/>
                  <a:gd name="connsiteY345" fmla="*/ 218759 h 536619"/>
                  <a:gd name="connsiteX346" fmla="*/ 401095 w 451274"/>
                  <a:gd name="connsiteY346" fmla="*/ 216370 h 536619"/>
                  <a:gd name="connsiteX347" fmla="*/ 405639 w 451274"/>
                  <a:gd name="connsiteY347" fmla="*/ 216370 h 536619"/>
                  <a:gd name="connsiteX348" fmla="*/ 410417 w 451274"/>
                  <a:gd name="connsiteY348" fmla="*/ 213545 h 536619"/>
                  <a:gd name="connsiteX349" fmla="*/ 411730 w 451274"/>
                  <a:gd name="connsiteY349" fmla="*/ 207893 h 536619"/>
                  <a:gd name="connsiteX350" fmla="*/ 407591 w 451274"/>
                  <a:gd name="connsiteY350" fmla="*/ 203755 h 536619"/>
                  <a:gd name="connsiteX351" fmla="*/ 402811 w 451274"/>
                  <a:gd name="connsiteY351" fmla="*/ 202881 h 536619"/>
                  <a:gd name="connsiteX352" fmla="*/ 398033 w 451274"/>
                  <a:gd name="connsiteY352" fmla="*/ 204193 h 536619"/>
                  <a:gd name="connsiteX353" fmla="*/ 394768 w 451274"/>
                  <a:gd name="connsiteY353" fmla="*/ 207893 h 536619"/>
                  <a:gd name="connsiteX354" fmla="*/ 391706 w 451274"/>
                  <a:gd name="connsiteY354" fmla="*/ 211593 h 536619"/>
                  <a:gd name="connsiteX355" fmla="*/ 388677 w 451274"/>
                  <a:gd name="connsiteY355" fmla="*/ 213545 h 536619"/>
                  <a:gd name="connsiteX356" fmla="*/ 385782 w 451274"/>
                  <a:gd name="connsiteY356" fmla="*/ 211291 h 536619"/>
                  <a:gd name="connsiteX357" fmla="*/ 380869 w 451274"/>
                  <a:gd name="connsiteY357" fmla="*/ 208969 h 536619"/>
                  <a:gd name="connsiteX358" fmla="*/ 375652 w 451274"/>
                  <a:gd name="connsiteY358" fmla="*/ 204058 h 536619"/>
                  <a:gd name="connsiteX359" fmla="*/ 374777 w 451274"/>
                  <a:gd name="connsiteY359" fmla="*/ 200593 h 536619"/>
                  <a:gd name="connsiteX360" fmla="*/ 378244 w 451274"/>
                  <a:gd name="connsiteY360" fmla="*/ 198272 h 536619"/>
                  <a:gd name="connsiteX361" fmla="*/ 379994 w 451274"/>
                  <a:gd name="connsiteY361" fmla="*/ 196826 h 536619"/>
                  <a:gd name="connsiteX362" fmla="*/ 383191 w 451274"/>
                  <a:gd name="connsiteY362" fmla="*/ 196826 h 536619"/>
                  <a:gd name="connsiteX363" fmla="*/ 386388 w 451274"/>
                  <a:gd name="connsiteY363" fmla="*/ 200459 h 536619"/>
                  <a:gd name="connsiteX364" fmla="*/ 390461 w 451274"/>
                  <a:gd name="connsiteY364" fmla="*/ 202040 h 536619"/>
                  <a:gd name="connsiteX365" fmla="*/ 395374 w 451274"/>
                  <a:gd name="connsiteY365" fmla="*/ 202040 h 536619"/>
                  <a:gd name="connsiteX366" fmla="*/ 398268 w 451274"/>
                  <a:gd name="connsiteY366" fmla="*/ 199416 h 536619"/>
                  <a:gd name="connsiteX367" fmla="*/ 398268 w 451274"/>
                  <a:gd name="connsiteY367" fmla="*/ 193899 h 536619"/>
                  <a:gd name="connsiteX368" fmla="*/ 395509 w 451274"/>
                  <a:gd name="connsiteY368" fmla="*/ 190703 h 536619"/>
                  <a:gd name="connsiteX369" fmla="*/ 391302 w 451274"/>
                  <a:gd name="connsiteY369" fmla="*/ 185489 h 536619"/>
                  <a:gd name="connsiteX370" fmla="*/ 391302 w 451274"/>
                  <a:gd name="connsiteY370" fmla="*/ 182865 h 536619"/>
                  <a:gd name="connsiteX371" fmla="*/ 385580 w 451274"/>
                  <a:gd name="connsiteY371" fmla="*/ 179400 h 536619"/>
                  <a:gd name="connsiteX372" fmla="*/ 379119 w 451274"/>
                  <a:gd name="connsiteY372" fmla="*/ 178526 h 536619"/>
                  <a:gd name="connsiteX373" fmla="*/ 379119 w 451274"/>
                  <a:gd name="connsiteY373" fmla="*/ 177651 h 536619"/>
                  <a:gd name="connsiteX374" fmla="*/ 381878 w 451274"/>
                  <a:gd name="connsiteY374" fmla="*/ 175330 h 536619"/>
                  <a:gd name="connsiteX375" fmla="*/ 383460 w 451274"/>
                  <a:gd name="connsiteY375" fmla="*/ 172437 h 536619"/>
                  <a:gd name="connsiteX376" fmla="*/ 377941 w 451274"/>
                  <a:gd name="connsiteY376" fmla="*/ 172437 h 536619"/>
                  <a:gd name="connsiteX377" fmla="*/ 372152 w 451274"/>
                  <a:gd name="connsiteY377" fmla="*/ 169813 h 536619"/>
                  <a:gd name="connsiteX378" fmla="*/ 369527 w 451274"/>
                  <a:gd name="connsiteY378" fmla="*/ 165743 h 536619"/>
                  <a:gd name="connsiteX379" fmla="*/ 371849 w 451274"/>
                  <a:gd name="connsiteY379" fmla="*/ 162547 h 536619"/>
                  <a:gd name="connsiteX380" fmla="*/ 376763 w 451274"/>
                  <a:gd name="connsiteY380" fmla="*/ 165743 h 536619"/>
                  <a:gd name="connsiteX381" fmla="*/ 383730 w 451274"/>
                  <a:gd name="connsiteY381" fmla="*/ 168064 h 536619"/>
                  <a:gd name="connsiteX382" fmla="*/ 384032 w 451274"/>
                  <a:gd name="connsiteY382" fmla="*/ 165743 h 536619"/>
                  <a:gd name="connsiteX383" fmla="*/ 382585 w 451274"/>
                  <a:gd name="connsiteY383" fmla="*/ 162850 h 536619"/>
                  <a:gd name="connsiteX384" fmla="*/ 382585 w 451274"/>
                  <a:gd name="connsiteY384" fmla="*/ 157938 h 536619"/>
                  <a:gd name="connsiteX385" fmla="*/ 385042 w 451274"/>
                  <a:gd name="connsiteY385" fmla="*/ 158207 h 536619"/>
                  <a:gd name="connsiteX386" fmla="*/ 386927 w 451274"/>
                  <a:gd name="connsiteY386" fmla="*/ 158779 h 536619"/>
                  <a:gd name="connsiteX387" fmla="*/ 390124 w 451274"/>
                  <a:gd name="connsiteY387" fmla="*/ 156458 h 536619"/>
                  <a:gd name="connsiteX388" fmla="*/ 394768 w 451274"/>
                  <a:gd name="connsiteY388" fmla="*/ 157602 h 536619"/>
                  <a:gd name="connsiteX389" fmla="*/ 394768 w 451274"/>
                  <a:gd name="connsiteY389" fmla="*/ 164565 h 536619"/>
                  <a:gd name="connsiteX390" fmla="*/ 394768 w 451274"/>
                  <a:gd name="connsiteY390" fmla="*/ 170654 h 536619"/>
                  <a:gd name="connsiteX391" fmla="*/ 401735 w 451274"/>
                  <a:gd name="connsiteY391" fmla="*/ 170654 h 536619"/>
                  <a:gd name="connsiteX392" fmla="*/ 405201 w 451274"/>
                  <a:gd name="connsiteY392" fmla="*/ 169645 h 536619"/>
                  <a:gd name="connsiteX393" fmla="*/ 406648 w 451274"/>
                  <a:gd name="connsiteY393" fmla="*/ 166314 h 536619"/>
                  <a:gd name="connsiteX394" fmla="*/ 408667 w 451274"/>
                  <a:gd name="connsiteY394" fmla="*/ 160528 h 536619"/>
                  <a:gd name="connsiteX395" fmla="*/ 410990 w 451274"/>
                  <a:gd name="connsiteY395" fmla="*/ 159082 h 536619"/>
                  <a:gd name="connsiteX396" fmla="*/ 412740 w 451274"/>
                  <a:gd name="connsiteY396" fmla="*/ 159654 h 536619"/>
                  <a:gd name="connsiteX397" fmla="*/ 415062 w 451274"/>
                  <a:gd name="connsiteY397" fmla="*/ 162278 h 536619"/>
                  <a:gd name="connsiteX398" fmla="*/ 414490 w 451274"/>
                  <a:gd name="connsiteY398" fmla="*/ 164868 h 536619"/>
                  <a:gd name="connsiteX399" fmla="*/ 413918 w 451274"/>
                  <a:gd name="connsiteY399" fmla="*/ 167189 h 536619"/>
                  <a:gd name="connsiteX400" fmla="*/ 411293 w 451274"/>
                  <a:gd name="connsiteY400" fmla="*/ 170957 h 536619"/>
                  <a:gd name="connsiteX401" fmla="*/ 408095 w 451274"/>
                  <a:gd name="connsiteY401" fmla="*/ 173547 h 536619"/>
                  <a:gd name="connsiteX402" fmla="*/ 404326 w 451274"/>
                  <a:gd name="connsiteY402" fmla="*/ 177886 h 536619"/>
                  <a:gd name="connsiteX403" fmla="*/ 401701 w 451274"/>
                  <a:gd name="connsiteY403" fmla="*/ 183673 h 536619"/>
                  <a:gd name="connsiteX404" fmla="*/ 401701 w 451274"/>
                  <a:gd name="connsiteY404" fmla="*/ 185994 h 536619"/>
                  <a:gd name="connsiteX405" fmla="*/ 404461 w 451274"/>
                  <a:gd name="connsiteY405" fmla="*/ 190636 h 536619"/>
                  <a:gd name="connsiteX406" fmla="*/ 411562 w 451274"/>
                  <a:gd name="connsiteY406" fmla="*/ 187171 h 536619"/>
                  <a:gd name="connsiteX407" fmla="*/ 423745 w 451274"/>
                  <a:gd name="connsiteY407" fmla="*/ 181385 h 536619"/>
                  <a:gd name="connsiteX408" fmla="*/ 428389 w 451274"/>
                  <a:gd name="connsiteY408" fmla="*/ 174422 h 536619"/>
                  <a:gd name="connsiteX409" fmla="*/ 430409 w 451274"/>
                  <a:gd name="connsiteY409" fmla="*/ 168333 h 536619"/>
                  <a:gd name="connsiteX410" fmla="*/ 422567 w 451274"/>
                  <a:gd name="connsiteY410" fmla="*/ 159351 h 536619"/>
                  <a:gd name="connsiteX411" fmla="*/ 418797 w 451274"/>
                  <a:gd name="connsiteY411" fmla="*/ 152690 h 536619"/>
                  <a:gd name="connsiteX412" fmla="*/ 420817 w 451274"/>
                  <a:gd name="connsiteY412" fmla="*/ 147173 h 536619"/>
                  <a:gd name="connsiteX413" fmla="*/ 420817 w 451274"/>
                  <a:gd name="connsiteY413" fmla="*/ 142834 h 536619"/>
                  <a:gd name="connsiteX414" fmla="*/ 425158 w 451274"/>
                  <a:gd name="connsiteY414" fmla="*/ 140815 h 536619"/>
                  <a:gd name="connsiteX415" fmla="*/ 430375 w 451274"/>
                  <a:gd name="connsiteY415" fmla="*/ 141118 h 536619"/>
                  <a:gd name="connsiteX416" fmla="*/ 433841 w 451274"/>
                  <a:gd name="connsiteY416" fmla="*/ 142868 h 536619"/>
                  <a:gd name="connsiteX417" fmla="*/ 437611 w 451274"/>
                  <a:gd name="connsiteY417" fmla="*/ 142868 h 536619"/>
                  <a:gd name="connsiteX418" fmla="*/ 438890 w 451274"/>
                  <a:gd name="connsiteY418" fmla="*/ 139537 h 536619"/>
                  <a:gd name="connsiteX419" fmla="*/ 437307 w 451274"/>
                  <a:gd name="connsiteY419" fmla="*/ 135904 h 536619"/>
                  <a:gd name="connsiteX420" fmla="*/ 436736 w 451274"/>
                  <a:gd name="connsiteY420" fmla="*/ 133011 h 536619"/>
                  <a:gd name="connsiteX421" fmla="*/ 435288 w 451274"/>
                  <a:gd name="connsiteY421" fmla="*/ 124904 h 536619"/>
                  <a:gd name="connsiteX422" fmla="*/ 438890 w 451274"/>
                  <a:gd name="connsiteY422" fmla="*/ 123155 h 536619"/>
                  <a:gd name="connsiteX423" fmla="*/ 444846 w 451274"/>
                  <a:gd name="connsiteY423" fmla="*/ 120834 h 536619"/>
                  <a:gd name="connsiteX424" fmla="*/ 446293 w 451274"/>
                  <a:gd name="connsiteY424" fmla="*/ 115922 h 536619"/>
                  <a:gd name="connsiteX425" fmla="*/ 441952 w 451274"/>
                  <a:gd name="connsiteY425" fmla="*/ 111583 h 536619"/>
                  <a:gd name="connsiteX426" fmla="*/ 439058 w 451274"/>
                  <a:gd name="connsiteY426" fmla="*/ 108118 h 536619"/>
                  <a:gd name="connsiteX427" fmla="*/ 433841 w 451274"/>
                  <a:gd name="connsiteY427" fmla="*/ 108118 h 536619"/>
                  <a:gd name="connsiteX428" fmla="*/ 426875 w 451274"/>
                  <a:gd name="connsiteY428" fmla="*/ 106369 h 536619"/>
                  <a:gd name="connsiteX429" fmla="*/ 426572 w 451274"/>
                  <a:gd name="connsiteY429" fmla="*/ 106369 h 536619"/>
                  <a:gd name="connsiteX430" fmla="*/ 429466 w 451274"/>
                  <a:gd name="connsiteY430" fmla="*/ 101154 h 536619"/>
                  <a:gd name="connsiteX431" fmla="*/ 438721 w 451274"/>
                  <a:gd name="connsiteY431" fmla="*/ 102904 h 536619"/>
                  <a:gd name="connsiteX432" fmla="*/ 443635 w 451274"/>
                  <a:gd name="connsiteY432" fmla="*/ 108690 h 536619"/>
                  <a:gd name="connsiteX433" fmla="*/ 447673 w 451274"/>
                  <a:gd name="connsiteY433" fmla="*/ 111583 h 536619"/>
                  <a:gd name="connsiteX434" fmla="*/ 451139 w 451274"/>
                  <a:gd name="connsiteY434" fmla="*/ 111583 h 536619"/>
                  <a:gd name="connsiteX435" fmla="*/ 451274 w 451274"/>
                  <a:gd name="connsiteY435" fmla="*/ 111011 h 536619"/>
                  <a:gd name="connsiteX436" fmla="*/ 451005 w 451274"/>
                  <a:gd name="connsiteY436" fmla="*/ 110977 h 53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451274" h="536619">
                    <a:moveTo>
                      <a:pt x="451005" y="110977"/>
                    </a:moveTo>
                    <a:lnTo>
                      <a:pt x="449255" y="109228"/>
                    </a:lnTo>
                    <a:lnTo>
                      <a:pt x="445116" y="105326"/>
                    </a:lnTo>
                    <a:lnTo>
                      <a:pt x="445116" y="100313"/>
                    </a:lnTo>
                    <a:lnTo>
                      <a:pt x="441649" y="93787"/>
                    </a:lnTo>
                    <a:cubicBezTo>
                      <a:pt x="441649" y="93787"/>
                      <a:pt x="441211" y="89011"/>
                      <a:pt x="440572" y="88371"/>
                    </a:cubicBezTo>
                    <a:cubicBezTo>
                      <a:pt x="439899" y="87732"/>
                      <a:pt x="437510" y="84032"/>
                      <a:pt x="437510" y="84032"/>
                    </a:cubicBezTo>
                    <a:lnTo>
                      <a:pt x="427514" y="82283"/>
                    </a:lnTo>
                    <a:cubicBezTo>
                      <a:pt x="427514" y="82283"/>
                      <a:pt x="417283" y="83595"/>
                      <a:pt x="416643" y="83796"/>
                    </a:cubicBezTo>
                    <a:cubicBezTo>
                      <a:pt x="416004" y="83998"/>
                      <a:pt x="410350" y="87059"/>
                      <a:pt x="410350" y="87059"/>
                    </a:cubicBezTo>
                    <a:lnTo>
                      <a:pt x="405134" y="93787"/>
                    </a:lnTo>
                    <a:lnTo>
                      <a:pt x="401432" y="99203"/>
                    </a:lnTo>
                    <a:cubicBezTo>
                      <a:pt x="401432" y="99203"/>
                      <a:pt x="395340" y="100717"/>
                      <a:pt x="394701" y="100953"/>
                    </a:cubicBezTo>
                    <a:cubicBezTo>
                      <a:pt x="394028" y="101188"/>
                      <a:pt x="387533" y="102029"/>
                      <a:pt x="387533" y="102029"/>
                    </a:cubicBezTo>
                    <a:lnTo>
                      <a:pt x="381206" y="100280"/>
                    </a:lnTo>
                    <a:lnTo>
                      <a:pt x="378580" y="94830"/>
                    </a:lnTo>
                    <a:lnTo>
                      <a:pt x="375114" y="87867"/>
                    </a:lnTo>
                    <a:lnTo>
                      <a:pt x="370772" y="80264"/>
                    </a:lnTo>
                    <a:lnTo>
                      <a:pt x="368820" y="71350"/>
                    </a:lnTo>
                    <a:lnTo>
                      <a:pt x="364681" y="64386"/>
                    </a:lnTo>
                    <a:lnTo>
                      <a:pt x="358589" y="65463"/>
                    </a:lnTo>
                    <a:lnTo>
                      <a:pt x="355965" y="68087"/>
                    </a:lnTo>
                    <a:lnTo>
                      <a:pt x="354214" y="73503"/>
                    </a:lnTo>
                    <a:cubicBezTo>
                      <a:pt x="354214" y="73503"/>
                      <a:pt x="351185" y="80029"/>
                      <a:pt x="350310" y="80029"/>
                    </a:cubicBezTo>
                    <a:cubicBezTo>
                      <a:pt x="349435" y="80029"/>
                      <a:pt x="346171" y="81105"/>
                      <a:pt x="346171" y="81105"/>
                    </a:cubicBezTo>
                    <a:lnTo>
                      <a:pt x="342469" y="84368"/>
                    </a:lnTo>
                    <a:cubicBezTo>
                      <a:pt x="342469" y="84368"/>
                      <a:pt x="342469" y="85680"/>
                      <a:pt x="342469" y="87396"/>
                    </a:cubicBezTo>
                    <a:cubicBezTo>
                      <a:pt x="342469" y="89145"/>
                      <a:pt x="336377" y="94796"/>
                      <a:pt x="335502" y="95234"/>
                    </a:cubicBezTo>
                    <a:cubicBezTo>
                      <a:pt x="334627" y="95671"/>
                      <a:pt x="330724" y="97622"/>
                      <a:pt x="329849" y="98261"/>
                    </a:cubicBezTo>
                    <a:cubicBezTo>
                      <a:pt x="328974" y="98901"/>
                      <a:pt x="323555" y="98463"/>
                      <a:pt x="322882" y="98261"/>
                    </a:cubicBezTo>
                    <a:cubicBezTo>
                      <a:pt x="322243" y="98060"/>
                      <a:pt x="322243" y="93485"/>
                      <a:pt x="322243" y="93485"/>
                    </a:cubicBezTo>
                    <a:lnTo>
                      <a:pt x="320290" y="88472"/>
                    </a:lnTo>
                    <a:cubicBezTo>
                      <a:pt x="320290" y="88472"/>
                      <a:pt x="313762" y="88472"/>
                      <a:pt x="310295" y="88910"/>
                    </a:cubicBezTo>
                    <a:cubicBezTo>
                      <a:pt x="306829" y="89347"/>
                      <a:pt x="306593" y="90861"/>
                      <a:pt x="305718" y="90861"/>
                    </a:cubicBezTo>
                    <a:cubicBezTo>
                      <a:pt x="304843" y="90861"/>
                      <a:pt x="299425" y="93451"/>
                      <a:pt x="298752" y="93451"/>
                    </a:cubicBezTo>
                    <a:cubicBezTo>
                      <a:pt x="298112" y="93451"/>
                      <a:pt x="291583" y="90861"/>
                      <a:pt x="291583" y="90861"/>
                    </a:cubicBezTo>
                    <a:lnTo>
                      <a:pt x="290271" y="84772"/>
                    </a:lnTo>
                    <a:lnTo>
                      <a:pt x="290069" y="74983"/>
                    </a:lnTo>
                    <a:lnTo>
                      <a:pt x="287040" y="65631"/>
                    </a:lnTo>
                    <a:lnTo>
                      <a:pt x="283977" y="56952"/>
                    </a:lnTo>
                    <a:lnTo>
                      <a:pt x="279400" y="47163"/>
                    </a:lnTo>
                    <a:lnTo>
                      <a:pt x="270482" y="33909"/>
                    </a:lnTo>
                    <a:lnTo>
                      <a:pt x="271559" y="24557"/>
                    </a:lnTo>
                    <a:lnTo>
                      <a:pt x="275261" y="17392"/>
                    </a:lnTo>
                    <a:lnTo>
                      <a:pt x="276338" y="7838"/>
                    </a:lnTo>
                    <a:lnTo>
                      <a:pt x="269371" y="0"/>
                    </a:lnTo>
                    <a:lnTo>
                      <a:pt x="262203" y="875"/>
                    </a:lnTo>
                    <a:lnTo>
                      <a:pt x="251770" y="5012"/>
                    </a:lnTo>
                    <a:cubicBezTo>
                      <a:pt x="251770" y="5012"/>
                      <a:pt x="244366" y="7603"/>
                      <a:pt x="243726" y="7838"/>
                    </a:cubicBezTo>
                    <a:cubicBezTo>
                      <a:pt x="243087" y="8040"/>
                      <a:pt x="237197" y="5651"/>
                      <a:pt x="237197" y="5651"/>
                    </a:cubicBezTo>
                    <a:lnTo>
                      <a:pt x="233496" y="6089"/>
                    </a:lnTo>
                    <a:lnTo>
                      <a:pt x="231981" y="7603"/>
                    </a:lnTo>
                    <a:lnTo>
                      <a:pt x="233496" y="13019"/>
                    </a:lnTo>
                    <a:lnTo>
                      <a:pt x="234135" y="16921"/>
                    </a:lnTo>
                    <a:lnTo>
                      <a:pt x="233697" y="24322"/>
                    </a:lnTo>
                    <a:lnTo>
                      <a:pt x="233260" y="24322"/>
                    </a:lnTo>
                    <a:lnTo>
                      <a:pt x="229995" y="25835"/>
                    </a:lnTo>
                    <a:lnTo>
                      <a:pt x="225014" y="29536"/>
                    </a:lnTo>
                    <a:cubicBezTo>
                      <a:pt x="225014" y="29536"/>
                      <a:pt x="220875" y="29536"/>
                      <a:pt x="220000" y="29536"/>
                    </a:cubicBezTo>
                    <a:cubicBezTo>
                      <a:pt x="219125" y="29536"/>
                      <a:pt x="214582" y="32361"/>
                      <a:pt x="214582" y="32361"/>
                    </a:cubicBezTo>
                    <a:lnTo>
                      <a:pt x="212832" y="33673"/>
                    </a:lnTo>
                    <a:lnTo>
                      <a:pt x="211754" y="39089"/>
                    </a:lnTo>
                    <a:lnTo>
                      <a:pt x="208726" y="41915"/>
                    </a:lnTo>
                    <a:lnTo>
                      <a:pt x="205697" y="40166"/>
                    </a:lnTo>
                    <a:lnTo>
                      <a:pt x="202634" y="37777"/>
                    </a:lnTo>
                    <a:lnTo>
                      <a:pt x="195466" y="41915"/>
                    </a:lnTo>
                    <a:cubicBezTo>
                      <a:pt x="195466" y="41915"/>
                      <a:pt x="186110" y="46490"/>
                      <a:pt x="185235" y="46927"/>
                    </a:cubicBezTo>
                    <a:cubicBezTo>
                      <a:pt x="184360" y="47365"/>
                      <a:pt x="179816" y="52141"/>
                      <a:pt x="179816" y="52141"/>
                    </a:cubicBezTo>
                    <a:lnTo>
                      <a:pt x="176788" y="55405"/>
                    </a:lnTo>
                    <a:lnTo>
                      <a:pt x="170932" y="58230"/>
                    </a:lnTo>
                    <a:lnTo>
                      <a:pt x="167667" y="60181"/>
                    </a:lnTo>
                    <a:lnTo>
                      <a:pt x="161576" y="59307"/>
                    </a:lnTo>
                    <a:lnTo>
                      <a:pt x="158109" y="53016"/>
                    </a:lnTo>
                    <a:lnTo>
                      <a:pt x="157234" y="47566"/>
                    </a:lnTo>
                    <a:lnTo>
                      <a:pt x="152017" y="45178"/>
                    </a:lnTo>
                    <a:lnTo>
                      <a:pt x="150268" y="45178"/>
                    </a:lnTo>
                    <a:lnTo>
                      <a:pt x="147676" y="48004"/>
                    </a:lnTo>
                    <a:lnTo>
                      <a:pt x="145287" y="50392"/>
                    </a:lnTo>
                    <a:lnTo>
                      <a:pt x="140508" y="53218"/>
                    </a:lnTo>
                    <a:lnTo>
                      <a:pt x="135291" y="54967"/>
                    </a:lnTo>
                    <a:lnTo>
                      <a:pt x="131589" y="58028"/>
                    </a:lnTo>
                    <a:lnTo>
                      <a:pt x="130950" y="60215"/>
                    </a:lnTo>
                    <a:lnTo>
                      <a:pt x="130513" y="67380"/>
                    </a:lnTo>
                    <a:lnTo>
                      <a:pt x="127685" y="71955"/>
                    </a:lnTo>
                    <a:lnTo>
                      <a:pt x="120719" y="77169"/>
                    </a:lnTo>
                    <a:lnTo>
                      <a:pt x="115502" y="79558"/>
                    </a:lnTo>
                    <a:cubicBezTo>
                      <a:pt x="115502" y="79558"/>
                      <a:pt x="108536" y="83258"/>
                      <a:pt x="107896" y="83460"/>
                    </a:cubicBezTo>
                    <a:cubicBezTo>
                      <a:pt x="107223" y="83662"/>
                      <a:pt x="103757" y="87598"/>
                      <a:pt x="103757" y="87598"/>
                    </a:cubicBezTo>
                    <a:lnTo>
                      <a:pt x="102680" y="92173"/>
                    </a:lnTo>
                    <a:lnTo>
                      <a:pt x="101368" y="95436"/>
                    </a:lnTo>
                    <a:lnTo>
                      <a:pt x="107661" y="98901"/>
                    </a:lnTo>
                    <a:lnTo>
                      <a:pt x="111565" y="100852"/>
                    </a:lnTo>
                    <a:lnTo>
                      <a:pt x="113752" y="104989"/>
                    </a:lnTo>
                    <a:cubicBezTo>
                      <a:pt x="113752" y="104989"/>
                      <a:pt x="113551" y="109766"/>
                      <a:pt x="113551" y="110843"/>
                    </a:cubicBezTo>
                    <a:cubicBezTo>
                      <a:pt x="113551" y="111919"/>
                      <a:pt x="115940" y="114745"/>
                      <a:pt x="115940" y="114745"/>
                    </a:cubicBezTo>
                    <a:lnTo>
                      <a:pt x="119204" y="115821"/>
                    </a:lnTo>
                    <a:lnTo>
                      <a:pt x="121594" y="120834"/>
                    </a:lnTo>
                    <a:lnTo>
                      <a:pt x="121594" y="124971"/>
                    </a:lnTo>
                    <a:lnTo>
                      <a:pt x="118666" y="129748"/>
                    </a:lnTo>
                    <a:lnTo>
                      <a:pt x="114627" y="133650"/>
                    </a:lnTo>
                    <a:lnTo>
                      <a:pt x="112238" y="139302"/>
                    </a:lnTo>
                    <a:lnTo>
                      <a:pt x="109646" y="144516"/>
                    </a:lnTo>
                    <a:lnTo>
                      <a:pt x="106820" y="146904"/>
                    </a:lnTo>
                    <a:lnTo>
                      <a:pt x="100526" y="153430"/>
                    </a:lnTo>
                    <a:lnTo>
                      <a:pt x="93997" y="154069"/>
                    </a:lnTo>
                    <a:lnTo>
                      <a:pt x="84877" y="155146"/>
                    </a:lnTo>
                    <a:lnTo>
                      <a:pt x="73804" y="162749"/>
                    </a:lnTo>
                    <a:lnTo>
                      <a:pt x="69463" y="168165"/>
                    </a:lnTo>
                    <a:lnTo>
                      <a:pt x="64684" y="172504"/>
                    </a:lnTo>
                    <a:lnTo>
                      <a:pt x="60780" y="180544"/>
                    </a:lnTo>
                    <a:lnTo>
                      <a:pt x="58593" y="183370"/>
                    </a:lnTo>
                    <a:lnTo>
                      <a:pt x="54689" y="185556"/>
                    </a:lnTo>
                    <a:lnTo>
                      <a:pt x="55126" y="191847"/>
                    </a:lnTo>
                    <a:lnTo>
                      <a:pt x="59703" y="195547"/>
                    </a:lnTo>
                    <a:lnTo>
                      <a:pt x="63170" y="203150"/>
                    </a:lnTo>
                    <a:lnTo>
                      <a:pt x="67747" y="209003"/>
                    </a:lnTo>
                    <a:cubicBezTo>
                      <a:pt x="67747" y="209003"/>
                      <a:pt x="71886" y="214453"/>
                      <a:pt x="72088" y="215092"/>
                    </a:cubicBezTo>
                    <a:cubicBezTo>
                      <a:pt x="72290" y="215731"/>
                      <a:pt x="72728" y="220945"/>
                      <a:pt x="72728" y="220945"/>
                    </a:cubicBezTo>
                    <a:lnTo>
                      <a:pt x="69699" y="225924"/>
                    </a:lnTo>
                    <a:lnTo>
                      <a:pt x="63843" y="228951"/>
                    </a:lnTo>
                    <a:lnTo>
                      <a:pt x="60578" y="231777"/>
                    </a:lnTo>
                    <a:cubicBezTo>
                      <a:pt x="60578" y="231777"/>
                      <a:pt x="54049" y="236117"/>
                      <a:pt x="53410" y="236117"/>
                    </a:cubicBezTo>
                    <a:cubicBezTo>
                      <a:pt x="52770" y="236117"/>
                      <a:pt x="49708" y="241331"/>
                      <a:pt x="49708" y="241331"/>
                    </a:cubicBezTo>
                    <a:lnTo>
                      <a:pt x="46881" y="247621"/>
                    </a:lnTo>
                    <a:lnTo>
                      <a:pt x="46881" y="250884"/>
                    </a:lnTo>
                    <a:lnTo>
                      <a:pt x="49506" y="255459"/>
                    </a:lnTo>
                    <a:lnTo>
                      <a:pt x="54722" y="255459"/>
                    </a:lnTo>
                    <a:lnTo>
                      <a:pt x="60376" y="255459"/>
                    </a:lnTo>
                    <a:lnTo>
                      <a:pt x="63203" y="257511"/>
                    </a:lnTo>
                    <a:lnTo>
                      <a:pt x="61891" y="261548"/>
                    </a:lnTo>
                    <a:lnTo>
                      <a:pt x="57112" y="264374"/>
                    </a:lnTo>
                    <a:lnTo>
                      <a:pt x="54958" y="265888"/>
                    </a:lnTo>
                    <a:lnTo>
                      <a:pt x="53006" y="268713"/>
                    </a:lnTo>
                    <a:lnTo>
                      <a:pt x="50179" y="274163"/>
                    </a:lnTo>
                    <a:lnTo>
                      <a:pt x="47352" y="279579"/>
                    </a:lnTo>
                    <a:lnTo>
                      <a:pt x="42775" y="282842"/>
                    </a:lnTo>
                    <a:cubicBezTo>
                      <a:pt x="42775" y="282842"/>
                      <a:pt x="36885" y="286744"/>
                      <a:pt x="36044" y="287182"/>
                    </a:cubicBezTo>
                    <a:cubicBezTo>
                      <a:pt x="35169" y="287619"/>
                      <a:pt x="32342" y="288056"/>
                      <a:pt x="32342" y="288056"/>
                    </a:cubicBezTo>
                    <a:lnTo>
                      <a:pt x="28203" y="291084"/>
                    </a:lnTo>
                    <a:lnTo>
                      <a:pt x="26049" y="296096"/>
                    </a:lnTo>
                    <a:lnTo>
                      <a:pt x="27361" y="301310"/>
                    </a:lnTo>
                    <a:lnTo>
                      <a:pt x="23895" y="310427"/>
                    </a:lnTo>
                    <a:cubicBezTo>
                      <a:pt x="23895" y="310427"/>
                      <a:pt x="18880" y="313454"/>
                      <a:pt x="18241" y="313690"/>
                    </a:cubicBezTo>
                    <a:cubicBezTo>
                      <a:pt x="17568" y="313891"/>
                      <a:pt x="18443" y="320216"/>
                      <a:pt x="18443" y="320216"/>
                    </a:cubicBezTo>
                    <a:lnTo>
                      <a:pt x="20193" y="325665"/>
                    </a:lnTo>
                    <a:lnTo>
                      <a:pt x="18039" y="331519"/>
                    </a:lnTo>
                    <a:lnTo>
                      <a:pt x="16928" y="342149"/>
                    </a:lnTo>
                    <a:lnTo>
                      <a:pt x="13899" y="354091"/>
                    </a:lnTo>
                    <a:lnTo>
                      <a:pt x="10635" y="361693"/>
                    </a:lnTo>
                    <a:lnTo>
                      <a:pt x="0" y="369296"/>
                    </a:lnTo>
                    <a:lnTo>
                      <a:pt x="0" y="376899"/>
                    </a:lnTo>
                    <a:lnTo>
                      <a:pt x="6966" y="383189"/>
                    </a:lnTo>
                    <a:lnTo>
                      <a:pt x="6966" y="390590"/>
                    </a:lnTo>
                    <a:lnTo>
                      <a:pt x="8919" y="400783"/>
                    </a:lnTo>
                    <a:lnTo>
                      <a:pt x="20664" y="407746"/>
                    </a:lnTo>
                    <a:lnTo>
                      <a:pt x="31736" y="412523"/>
                    </a:lnTo>
                    <a:lnTo>
                      <a:pt x="40015" y="412960"/>
                    </a:lnTo>
                    <a:lnTo>
                      <a:pt x="45905" y="410135"/>
                    </a:lnTo>
                    <a:lnTo>
                      <a:pt x="53073" y="408183"/>
                    </a:lnTo>
                    <a:cubicBezTo>
                      <a:pt x="53073" y="408183"/>
                      <a:pt x="60679" y="409697"/>
                      <a:pt x="61319" y="410370"/>
                    </a:cubicBezTo>
                    <a:cubicBezTo>
                      <a:pt x="61958" y="411009"/>
                      <a:pt x="61319" y="413835"/>
                      <a:pt x="61319" y="413835"/>
                    </a:cubicBezTo>
                    <a:cubicBezTo>
                      <a:pt x="61319" y="413835"/>
                      <a:pt x="64819" y="418612"/>
                      <a:pt x="65660" y="418612"/>
                    </a:cubicBezTo>
                    <a:cubicBezTo>
                      <a:pt x="66535" y="418612"/>
                      <a:pt x="68925" y="424028"/>
                      <a:pt x="68925" y="424028"/>
                    </a:cubicBezTo>
                    <a:cubicBezTo>
                      <a:pt x="68925" y="424028"/>
                      <a:pt x="74579" y="428367"/>
                      <a:pt x="75218" y="428805"/>
                    </a:cubicBezTo>
                    <a:cubicBezTo>
                      <a:pt x="75858" y="429242"/>
                      <a:pt x="78920" y="431832"/>
                      <a:pt x="78920" y="431832"/>
                    </a:cubicBezTo>
                    <a:lnTo>
                      <a:pt x="85213" y="428805"/>
                    </a:lnTo>
                    <a:lnTo>
                      <a:pt x="90228" y="424465"/>
                    </a:lnTo>
                    <a:lnTo>
                      <a:pt x="95882" y="420125"/>
                    </a:lnTo>
                    <a:lnTo>
                      <a:pt x="99146" y="416223"/>
                    </a:lnTo>
                    <a:lnTo>
                      <a:pt x="103925" y="418612"/>
                    </a:lnTo>
                    <a:lnTo>
                      <a:pt x="104363" y="421437"/>
                    </a:lnTo>
                    <a:lnTo>
                      <a:pt x="104363" y="426652"/>
                    </a:lnTo>
                    <a:lnTo>
                      <a:pt x="99146" y="431866"/>
                    </a:lnTo>
                    <a:lnTo>
                      <a:pt x="99146" y="440343"/>
                    </a:lnTo>
                    <a:lnTo>
                      <a:pt x="106113" y="445557"/>
                    </a:lnTo>
                    <a:lnTo>
                      <a:pt x="111969" y="454236"/>
                    </a:lnTo>
                    <a:cubicBezTo>
                      <a:pt x="111969" y="454236"/>
                      <a:pt x="115872" y="461200"/>
                      <a:pt x="115872" y="462478"/>
                    </a:cubicBezTo>
                    <a:cubicBezTo>
                      <a:pt x="115872" y="463790"/>
                      <a:pt x="117589" y="465505"/>
                      <a:pt x="117825" y="466178"/>
                    </a:cubicBezTo>
                    <a:cubicBezTo>
                      <a:pt x="118060" y="466817"/>
                      <a:pt x="121728" y="470955"/>
                      <a:pt x="121728" y="470955"/>
                    </a:cubicBezTo>
                    <a:lnTo>
                      <a:pt x="123478" y="478793"/>
                    </a:lnTo>
                    <a:lnTo>
                      <a:pt x="123478" y="484007"/>
                    </a:lnTo>
                    <a:lnTo>
                      <a:pt x="123478" y="489659"/>
                    </a:lnTo>
                    <a:cubicBezTo>
                      <a:pt x="123478" y="489659"/>
                      <a:pt x="125767" y="496824"/>
                      <a:pt x="126406" y="497699"/>
                    </a:cubicBezTo>
                    <a:cubicBezTo>
                      <a:pt x="127046" y="498573"/>
                      <a:pt x="126070" y="502711"/>
                      <a:pt x="126070" y="502711"/>
                    </a:cubicBezTo>
                    <a:lnTo>
                      <a:pt x="128695" y="509002"/>
                    </a:lnTo>
                    <a:cubicBezTo>
                      <a:pt x="128695" y="509002"/>
                      <a:pt x="130209" y="515729"/>
                      <a:pt x="130209" y="516604"/>
                    </a:cubicBezTo>
                    <a:cubicBezTo>
                      <a:pt x="130209" y="517478"/>
                      <a:pt x="132801" y="524442"/>
                      <a:pt x="132801" y="524442"/>
                    </a:cubicBezTo>
                    <a:lnTo>
                      <a:pt x="136940" y="529656"/>
                    </a:lnTo>
                    <a:lnTo>
                      <a:pt x="144546" y="536620"/>
                    </a:lnTo>
                    <a:lnTo>
                      <a:pt x="148686" y="535543"/>
                    </a:lnTo>
                    <a:lnTo>
                      <a:pt x="153700" y="532516"/>
                    </a:lnTo>
                    <a:lnTo>
                      <a:pt x="154777" y="531002"/>
                    </a:lnTo>
                    <a:lnTo>
                      <a:pt x="154777" y="527537"/>
                    </a:lnTo>
                    <a:lnTo>
                      <a:pt x="154777" y="521448"/>
                    </a:lnTo>
                    <a:lnTo>
                      <a:pt x="156191" y="516671"/>
                    </a:lnTo>
                    <a:lnTo>
                      <a:pt x="158244" y="519261"/>
                    </a:lnTo>
                    <a:lnTo>
                      <a:pt x="166927" y="518824"/>
                    </a:lnTo>
                    <a:lnTo>
                      <a:pt x="170393" y="517075"/>
                    </a:lnTo>
                    <a:lnTo>
                      <a:pt x="177562" y="513374"/>
                    </a:lnTo>
                    <a:lnTo>
                      <a:pt x="177763" y="509909"/>
                    </a:lnTo>
                    <a:lnTo>
                      <a:pt x="175374" y="507084"/>
                    </a:lnTo>
                    <a:lnTo>
                      <a:pt x="174061" y="503821"/>
                    </a:lnTo>
                    <a:lnTo>
                      <a:pt x="169047" y="501231"/>
                    </a:lnTo>
                    <a:lnTo>
                      <a:pt x="178167" y="500154"/>
                    </a:lnTo>
                    <a:lnTo>
                      <a:pt x="182509" y="501466"/>
                    </a:lnTo>
                    <a:lnTo>
                      <a:pt x="187725" y="504931"/>
                    </a:lnTo>
                    <a:lnTo>
                      <a:pt x="187725" y="513610"/>
                    </a:lnTo>
                    <a:lnTo>
                      <a:pt x="187725" y="518387"/>
                    </a:lnTo>
                    <a:lnTo>
                      <a:pt x="188600" y="521414"/>
                    </a:lnTo>
                    <a:lnTo>
                      <a:pt x="192740" y="521414"/>
                    </a:lnTo>
                    <a:lnTo>
                      <a:pt x="194692" y="517075"/>
                    </a:lnTo>
                    <a:lnTo>
                      <a:pt x="194692" y="513610"/>
                    </a:lnTo>
                    <a:lnTo>
                      <a:pt x="196004" y="509473"/>
                    </a:lnTo>
                    <a:lnTo>
                      <a:pt x="194692" y="506646"/>
                    </a:lnTo>
                    <a:lnTo>
                      <a:pt x="194692" y="503384"/>
                    </a:lnTo>
                    <a:lnTo>
                      <a:pt x="194692" y="494906"/>
                    </a:lnTo>
                    <a:lnTo>
                      <a:pt x="196879" y="491441"/>
                    </a:lnTo>
                    <a:lnTo>
                      <a:pt x="199908" y="486227"/>
                    </a:lnTo>
                    <a:lnTo>
                      <a:pt x="203374" y="486025"/>
                    </a:lnTo>
                    <a:lnTo>
                      <a:pt x="203374" y="488414"/>
                    </a:lnTo>
                    <a:lnTo>
                      <a:pt x="202836" y="494065"/>
                    </a:lnTo>
                    <a:lnTo>
                      <a:pt x="202062" y="500154"/>
                    </a:lnTo>
                    <a:lnTo>
                      <a:pt x="204687" y="502778"/>
                    </a:lnTo>
                    <a:lnTo>
                      <a:pt x="208154" y="498640"/>
                    </a:lnTo>
                    <a:lnTo>
                      <a:pt x="214447" y="492989"/>
                    </a:lnTo>
                    <a:lnTo>
                      <a:pt x="217274" y="487775"/>
                    </a:lnTo>
                    <a:lnTo>
                      <a:pt x="217274" y="481047"/>
                    </a:lnTo>
                    <a:lnTo>
                      <a:pt x="218250" y="474958"/>
                    </a:lnTo>
                    <a:lnTo>
                      <a:pt x="217038" y="472368"/>
                    </a:lnTo>
                    <a:lnTo>
                      <a:pt x="222894" y="471056"/>
                    </a:lnTo>
                    <a:cubicBezTo>
                      <a:pt x="222894" y="471056"/>
                      <a:pt x="230500" y="471258"/>
                      <a:pt x="231173" y="471056"/>
                    </a:cubicBezTo>
                    <a:cubicBezTo>
                      <a:pt x="231813" y="470820"/>
                      <a:pt x="235077" y="468028"/>
                      <a:pt x="235750" y="467355"/>
                    </a:cubicBezTo>
                    <a:cubicBezTo>
                      <a:pt x="236390" y="466716"/>
                      <a:pt x="237500" y="463218"/>
                      <a:pt x="237500" y="463218"/>
                    </a:cubicBezTo>
                    <a:lnTo>
                      <a:pt x="238375" y="457566"/>
                    </a:lnTo>
                    <a:lnTo>
                      <a:pt x="237298" y="453866"/>
                    </a:lnTo>
                    <a:lnTo>
                      <a:pt x="233597" y="453866"/>
                    </a:lnTo>
                    <a:lnTo>
                      <a:pt x="233394" y="449728"/>
                    </a:lnTo>
                    <a:lnTo>
                      <a:pt x="229255" y="446028"/>
                    </a:lnTo>
                    <a:lnTo>
                      <a:pt x="229693" y="441890"/>
                    </a:lnTo>
                    <a:lnTo>
                      <a:pt x="230130" y="438863"/>
                    </a:lnTo>
                    <a:lnTo>
                      <a:pt x="228817" y="435600"/>
                    </a:lnTo>
                    <a:lnTo>
                      <a:pt x="226866" y="432337"/>
                    </a:lnTo>
                    <a:lnTo>
                      <a:pt x="222962" y="427123"/>
                    </a:lnTo>
                    <a:lnTo>
                      <a:pt x="226462" y="424532"/>
                    </a:lnTo>
                    <a:lnTo>
                      <a:pt x="230164" y="423658"/>
                    </a:lnTo>
                    <a:cubicBezTo>
                      <a:pt x="230164" y="423658"/>
                      <a:pt x="231914" y="423456"/>
                      <a:pt x="234303" y="423859"/>
                    </a:cubicBezTo>
                    <a:cubicBezTo>
                      <a:pt x="236693" y="424297"/>
                      <a:pt x="234942" y="427762"/>
                      <a:pt x="235380" y="428434"/>
                    </a:cubicBezTo>
                    <a:cubicBezTo>
                      <a:pt x="235817" y="429074"/>
                      <a:pt x="235380" y="432572"/>
                      <a:pt x="235380" y="435162"/>
                    </a:cubicBezTo>
                    <a:cubicBezTo>
                      <a:pt x="235380" y="437786"/>
                      <a:pt x="237332" y="439939"/>
                      <a:pt x="237332" y="439939"/>
                    </a:cubicBezTo>
                    <a:lnTo>
                      <a:pt x="240798" y="439939"/>
                    </a:lnTo>
                    <a:cubicBezTo>
                      <a:pt x="240798" y="439939"/>
                      <a:pt x="245813" y="440040"/>
                      <a:pt x="247529" y="438964"/>
                    </a:cubicBezTo>
                    <a:cubicBezTo>
                      <a:pt x="249246" y="437887"/>
                      <a:pt x="248169" y="435600"/>
                      <a:pt x="248169" y="435600"/>
                    </a:cubicBezTo>
                    <a:lnTo>
                      <a:pt x="244702" y="429511"/>
                    </a:lnTo>
                    <a:lnTo>
                      <a:pt x="241875" y="425609"/>
                    </a:lnTo>
                    <a:lnTo>
                      <a:pt x="239924" y="419318"/>
                    </a:lnTo>
                    <a:lnTo>
                      <a:pt x="237971" y="413028"/>
                    </a:lnTo>
                    <a:lnTo>
                      <a:pt x="242313" y="417165"/>
                    </a:lnTo>
                    <a:cubicBezTo>
                      <a:pt x="242313" y="417165"/>
                      <a:pt x="249481" y="423691"/>
                      <a:pt x="249919" y="424330"/>
                    </a:cubicBezTo>
                    <a:cubicBezTo>
                      <a:pt x="250356" y="424970"/>
                      <a:pt x="255371" y="423691"/>
                      <a:pt x="255371" y="423691"/>
                    </a:cubicBezTo>
                    <a:lnTo>
                      <a:pt x="260587" y="420865"/>
                    </a:lnTo>
                    <a:cubicBezTo>
                      <a:pt x="260587" y="420865"/>
                      <a:pt x="265602" y="420428"/>
                      <a:pt x="268833" y="420865"/>
                    </a:cubicBezTo>
                    <a:cubicBezTo>
                      <a:pt x="272097" y="421303"/>
                      <a:pt x="271222" y="421942"/>
                      <a:pt x="271222" y="421942"/>
                    </a:cubicBezTo>
                    <a:cubicBezTo>
                      <a:pt x="271222" y="421942"/>
                      <a:pt x="278626" y="425642"/>
                      <a:pt x="279266" y="425642"/>
                    </a:cubicBezTo>
                    <a:cubicBezTo>
                      <a:pt x="279905" y="425642"/>
                      <a:pt x="285794" y="427593"/>
                      <a:pt x="285794" y="427593"/>
                    </a:cubicBezTo>
                    <a:cubicBezTo>
                      <a:pt x="285794" y="427593"/>
                      <a:pt x="292963" y="425844"/>
                      <a:pt x="293199" y="425205"/>
                    </a:cubicBezTo>
                    <a:cubicBezTo>
                      <a:pt x="293400" y="424566"/>
                      <a:pt x="293838" y="419789"/>
                      <a:pt x="293838" y="419789"/>
                    </a:cubicBezTo>
                    <a:lnTo>
                      <a:pt x="294915" y="413700"/>
                    </a:lnTo>
                    <a:lnTo>
                      <a:pt x="299492" y="408923"/>
                    </a:lnTo>
                    <a:lnTo>
                      <a:pt x="302756" y="407847"/>
                    </a:lnTo>
                    <a:lnTo>
                      <a:pt x="305583" y="405021"/>
                    </a:lnTo>
                    <a:lnTo>
                      <a:pt x="306223" y="400446"/>
                    </a:lnTo>
                    <a:lnTo>
                      <a:pt x="303194" y="396746"/>
                    </a:lnTo>
                    <a:lnTo>
                      <a:pt x="294511" y="395669"/>
                    </a:lnTo>
                    <a:lnTo>
                      <a:pt x="292122" y="392205"/>
                    </a:lnTo>
                    <a:lnTo>
                      <a:pt x="292122" y="389614"/>
                    </a:lnTo>
                    <a:lnTo>
                      <a:pt x="299963" y="389614"/>
                    </a:lnTo>
                    <a:lnTo>
                      <a:pt x="305180" y="389614"/>
                    </a:lnTo>
                    <a:lnTo>
                      <a:pt x="310396" y="386150"/>
                    </a:lnTo>
                    <a:lnTo>
                      <a:pt x="322579" y="386150"/>
                    </a:lnTo>
                    <a:lnTo>
                      <a:pt x="327594" y="386150"/>
                    </a:lnTo>
                    <a:lnTo>
                      <a:pt x="330623" y="381810"/>
                    </a:lnTo>
                    <a:lnTo>
                      <a:pt x="331296" y="372256"/>
                    </a:lnTo>
                    <a:lnTo>
                      <a:pt x="326719" y="367244"/>
                    </a:lnTo>
                    <a:lnTo>
                      <a:pt x="322579" y="365293"/>
                    </a:lnTo>
                    <a:lnTo>
                      <a:pt x="316488" y="365293"/>
                    </a:lnTo>
                    <a:lnTo>
                      <a:pt x="316488" y="360079"/>
                    </a:lnTo>
                    <a:lnTo>
                      <a:pt x="318541" y="355100"/>
                    </a:lnTo>
                    <a:lnTo>
                      <a:pt x="319954" y="350525"/>
                    </a:lnTo>
                    <a:lnTo>
                      <a:pt x="319954" y="345984"/>
                    </a:lnTo>
                    <a:lnTo>
                      <a:pt x="322680" y="343360"/>
                    </a:lnTo>
                    <a:lnTo>
                      <a:pt x="326921" y="343595"/>
                    </a:lnTo>
                    <a:lnTo>
                      <a:pt x="326921" y="348809"/>
                    </a:lnTo>
                    <a:lnTo>
                      <a:pt x="326921" y="354259"/>
                    </a:lnTo>
                    <a:lnTo>
                      <a:pt x="331599" y="358599"/>
                    </a:lnTo>
                    <a:lnTo>
                      <a:pt x="337151" y="357085"/>
                    </a:lnTo>
                    <a:lnTo>
                      <a:pt x="338901" y="355571"/>
                    </a:lnTo>
                    <a:lnTo>
                      <a:pt x="338700" y="347531"/>
                    </a:lnTo>
                    <a:lnTo>
                      <a:pt x="339575" y="344268"/>
                    </a:lnTo>
                    <a:lnTo>
                      <a:pt x="342200" y="342317"/>
                    </a:lnTo>
                    <a:cubicBezTo>
                      <a:pt x="342200" y="342317"/>
                      <a:pt x="345902" y="344504"/>
                      <a:pt x="346541" y="344705"/>
                    </a:cubicBezTo>
                    <a:cubicBezTo>
                      <a:pt x="347181" y="344907"/>
                      <a:pt x="350681" y="347531"/>
                      <a:pt x="350681" y="347531"/>
                    </a:cubicBezTo>
                    <a:lnTo>
                      <a:pt x="354585" y="346455"/>
                    </a:lnTo>
                    <a:lnTo>
                      <a:pt x="357849" y="341240"/>
                    </a:lnTo>
                    <a:lnTo>
                      <a:pt x="359801" y="337776"/>
                    </a:lnTo>
                    <a:lnTo>
                      <a:pt x="357412" y="332360"/>
                    </a:lnTo>
                    <a:lnTo>
                      <a:pt x="347181" y="332360"/>
                    </a:lnTo>
                    <a:lnTo>
                      <a:pt x="339575" y="326069"/>
                    </a:lnTo>
                    <a:lnTo>
                      <a:pt x="337185" y="320855"/>
                    </a:lnTo>
                    <a:lnTo>
                      <a:pt x="338262" y="316717"/>
                    </a:lnTo>
                    <a:lnTo>
                      <a:pt x="342839" y="316717"/>
                    </a:lnTo>
                    <a:lnTo>
                      <a:pt x="348291" y="318904"/>
                    </a:lnTo>
                    <a:lnTo>
                      <a:pt x="353710" y="321292"/>
                    </a:lnTo>
                    <a:lnTo>
                      <a:pt x="356536" y="321057"/>
                    </a:lnTo>
                    <a:lnTo>
                      <a:pt x="356536" y="311503"/>
                    </a:lnTo>
                    <a:lnTo>
                      <a:pt x="361113" y="303026"/>
                    </a:lnTo>
                    <a:lnTo>
                      <a:pt x="364378" y="305650"/>
                    </a:lnTo>
                    <a:lnTo>
                      <a:pt x="368282" y="309787"/>
                    </a:lnTo>
                    <a:lnTo>
                      <a:pt x="371984" y="315002"/>
                    </a:lnTo>
                    <a:lnTo>
                      <a:pt x="371547" y="320014"/>
                    </a:lnTo>
                    <a:lnTo>
                      <a:pt x="378278" y="327179"/>
                    </a:lnTo>
                    <a:lnTo>
                      <a:pt x="388071" y="327179"/>
                    </a:lnTo>
                    <a:lnTo>
                      <a:pt x="390662" y="324555"/>
                    </a:lnTo>
                    <a:lnTo>
                      <a:pt x="389350" y="318702"/>
                    </a:lnTo>
                    <a:lnTo>
                      <a:pt x="385884" y="308913"/>
                    </a:lnTo>
                    <a:lnTo>
                      <a:pt x="381542" y="304338"/>
                    </a:lnTo>
                    <a:lnTo>
                      <a:pt x="376527" y="297610"/>
                    </a:lnTo>
                    <a:lnTo>
                      <a:pt x="383898" y="297610"/>
                    </a:lnTo>
                    <a:lnTo>
                      <a:pt x="388475" y="295457"/>
                    </a:lnTo>
                    <a:lnTo>
                      <a:pt x="387600" y="289166"/>
                    </a:lnTo>
                    <a:lnTo>
                      <a:pt x="386725" y="283952"/>
                    </a:lnTo>
                    <a:lnTo>
                      <a:pt x="384335" y="275273"/>
                    </a:lnTo>
                    <a:lnTo>
                      <a:pt x="384537" y="268747"/>
                    </a:lnTo>
                    <a:lnTo>
                      <a:pt x="385177" y="266359"/>
                    </a:lnTo>
                    <a:cubicBezTo>
                      <a:pt x="385177" y="266359"/>
                      <a:pt x="394970" y="266359"/>
                      <a:pt x="396249" y="266359"/>
                    </a:cubicBezTo>
                    <a:cubicBezTo>
                      <a:pt x="397562" y="266359"/>
                      <a:pt x="399749" y="262759"/>
                      <a:pt x="399749" y="262759"/>
                    </a:cubicBezTo>
                    <a:lnTo>
                      <a:pt x="398672" y="257444"/>
                    </a:lnTo>
                    <a:lnTo>
                      <a:pt x="395206" y="251355"/>
                    </a:lnTo>
                    <a:lnTo>
                      <a:pt x="388677" y="248967"/>
                    </a:lnTo>
                    <a:lnTo>
                      <a:pt x="379994" y="248967"/>
                    </a:lnTo>
                    <a:lnTo>
                      <a:pt x="372826" y="248967"/>
                    </a:lnTo>
                    <a:lnTo>
                      <a:pt x="373902" y="245368"/>
                    </a:lnTo>
                    <a:lnTo>
                      <a:pt x="380869" y="238539"/>
                    </a:lnTo>
                    <a:lnTo>
                      <a:pt x="383696" y="234401"/>
                    </a:lnTo>
                    <a:lnTo>
                      <a:pt x="384571" y="225924"/>
                    </a:lnTo>
                    <a:lnTo>
                      <a:pt x="388273" y="220272"/>
                    </a:lnTo>
                    <a:lnTo>
                      <a:pt x="395441" y="218759"/>
                    </a:lnTo>
                    <a:cubicBezTo>
                      <a:pt x="395441" y="218759"/>
                      <a:pt x="400220" y="217245"/>
                      <a:pt x="401095" y="216370"/>
                    </a:cubicBezTo>
                    <a:cubicBezTo>
                      <a:pt x="401970" y="215495"/>
                      <a:pt x="405639" y="216370"/>
                      <a:pt x="405639" y="216370"/>
                    </a:cubicBezTo>
                    <a:lnTo>
                      <a:pt x="410417" y="213545"/>
                    </a:lnTo>
                    <a:lnTo>
                      <a:pt x="411730" y="207893"/>
                    </a:lnTo>
                    <a:lnTo>
                      <a:pt x="407591" y="203755"/>
                    </a:lnTo>
                    <a:lnTo>
                      <a:pt x="402811" y="202881"/>
                    </a:lnTo>
                    <a:lnTo>
                      <a:pt x="398033" y="204193"/>
                    </a:lnTo>
                    <a:lnTo>
                      <a:pt x="394768" y="207893"/>
                    </a:lnTo>
                    <a:lnTo>
                      <a:pt x="391706" y="211593"/>
                    </a:lnTo>
                    <a:lnTo>
                      <a:pt x="388677" y="213545"/>
                    </a:lnTo>
                    <a:lnTo>
                      <a:pt x="385782" y="211291"/>
                    </a:lnTo>
                    <a:lnTo>
                      <a:pt x="380869" y="208969"/>
                    </a:lnTo>
                    <a:lnTo>
                      <a:pt x="375652" y="204058"/>
                    </a:lnTo>
                    <a:lnTo>
                      <a:pt x="374777" y="200593"/>
                    </a:lnTo>
                    <a:lnTo>
                      <a:pt x="378244" y="198272"/>
                    </a:lnTo>
                    <a:lnTo>
                      <a:pt x="379994" y="196826"/>
                    </a:lnTo>
                    <a:lnTo>
                      <a:pt x="383191" y="196826"/>
                    </a:lnTo>
                    <a:lnTo>
                      <a:pt x="386388" y="200459"/>
                    </a:lnTo>
                    <a:lnTo>
                      <a:pt x="390461" y="202040"/>
                    </a:lnTo>
                    <a:lnTo>
                      <a:pt x="395374" y="202040"/>
                    </a:lnTo>
                    <a:lnTo>
                      <a:pt x="398268" y="199416"/>
                    </a:lnTo>
                    <a:lnTo>
                      <a:pt x="398268" y="193899"/>
                    </a:lnTo>
                    <a:lnTo>
                      <a:pt x="395509" y="190703"/>
                    </a:lnTo>
                    <a:lnTo>
                      <a:pt x="391302" y="185489"/>
                    </a:lnTo>
                    <a:lnTo>
                      <a:pt x="391302" y="182865"/>
                    </a:lnTo>
                    <a:cubicBezTo>
                      <a:pt x="391302" y="182865"/>
                      <a:pt x="387600" y="179669"/>
                      <a:pt x="385580" y="179400"/>
                    </a:cubicBezTo>
                    <a:cubicBezTo>
                      <a:pt x="383561" y="179097"/>
                      <a:pt x="379119" y="178526"/>
                      <a:pt x="379119" y="178526"/>
                    </a:cubicBezTo>
                    <a:lnTo>
                      <a:pt x="379119" y="177651"/>
                    </a:lnTo>
                    <a:lnTo>
                      <a:pt x="381878" y="175330"/>
                    </a:lnTo>
                    <a:lnTo>
                      <a:pt x="383460" y="172437"/>
                    </a:lnTo>
                    <a:lnTo>
                      <a:pt x="377941" y="172437"/>
                    </a:lnTo>
                    <a:lnTo>
                      <a:pt x="372152" y="169813"/>
                    </a:lnTo>
                    <a:lnTo>
                      <a:pt x="369527" y="165743"/>
                    </a:lnTo>
                    <a:lnTo>
                      <a:pt x="371849" y="162547"/>
                    </a:lnTo>
                    <a:lnTo>
                      <a:pt x="376763" y="165743"/>
                    </a:lnTo>
                    <a:lnTo>
                      <a:pt x="383730" y="168064"/>
                    </a:lnTo>
                    <a:lnTo>
                      <a:pt x="384032" y="165743"/>
                    </a:lnTo>
                    <a:lnTo>
                      <a:pt x="382585" y="162850"/>
                    </a:lnTo>
                    <a:lnTo>
                      <a:pt x="382585" y="157938"/>
                    </a:lnTo>
                    <a:lnTo>
                      <a:pt x="385042" y="158207"/>
                    </a:lnTo>
                    <a:lnTo>
                      <a:pt x="386927" y="158779"/>
                    </a:lnTo>
                    <a:lnTo>
                      <a:pt x="390124" y="156458"/>
                    </a:lnTo>
                    <a:lnTo>
                      <a:pt x="394768" y="157602"/>
                    </a:lnTo>
                    <a:lnTo>
                      <a:pt x="394768" y="164565"/>
                    </a:lnTo>
                    <a:lnTo>
                      <a:pt x="394768" y="170654"/>
                    </a:lnTo>
                    <a:lnTo>
                      <a:pt x="401735" y="170654"/>
                    </a:lnTo>
                    <a:lnTo>
                      <a:pt x="405201" y="169645"/>
                    </a:lnTo>
                    <a:lnTo>
                      <a:pt x="406648" y="166314"/>
                    </a:lnTo>
                    <a:lnTo>
                      <a:pt x="408667" y="160528"/>
                    </a:lnTo>
                    <a:lnTo>
                      <a:pt x="410990" y="159082"/>
                    </a:lnTo>
                    <a:lnTo>
                      <a:pt x="412740" y="159654"/>
                    </a:lnTo>
                    <a:lnTo>
                      <a:pt x="415062" y="162278"/>
                    </a:lnTo>
                    <a:lnTo>
                      <a:pt x="414490" y="164868"/>
                    </a:lnTo>
                    <a:lnTo>
                      <a:pt x="413918" y="167189"/>
                    </a:lnTo>
                    <a:lnTo>
                      <a:pt x="411293" y="170957"/>
                    </a:lnTo>
                    <a:lnTo>
                      <a:pt x="408095" y="173547"/>
                    </a:lnTo>
                    <a:lnTo>
                      <a:pt x="404326" y="177886"/>
                    </a:lnTo>
                    <a:lnTo>
                      <a:pt x="401701" y="183673"/>
                    </a:lnTo>
                    <a:lnTo>
                      <a:pt x="401701" y="185994"/>
                    </a:lnTo>
                    <a:lnTo>
                      <a:pt x="404461" y="190636"/>
                    </a:lnTo>
                    <a:lnTo>
                      <a:pt x="411562" y="187171"/>
                    </a:lnTo>
                    <a:cubicBezTo>
                      <a:pt x="411562" y="187171"/>
                      <a:pt x="422870" y="181654"/>
                      <a:pt x="423745" y="181385"/>
                    </a:cubicBezTo>
                    <a:cubicBezTo>
                      <a:pt x="424620" y="181082"/>
                      <a:pt x="428389" y="174422"/>
                      <a:pt x="428389" y="174422"/>
                    </a:cubicBezTo>
                    <a:lnTo>
                      <a:pt x="430409" y="168333"/>
                    </a:lnTo>
                    <a:lnTo>
                      <a:pt x="422567" y="159351"/>
                    </a:lnTo>
                    <a:lnTo>
                      <a:pt x="418797" y="152690"/>
                    </a:lnTo>
                    <a:lnTo>
                      <a:pt x="420817" y="147173"/>
                    </a:lnTo>
                    <a:lnTo>
                      <a:pt x="420817" y="142834"/>
                    </a:lnTo>
                    <a:lnTo>
                      <a:pt x="425158" y="140815"/>
                    </a:lnTo>
                    <a:lnTo>
                      <a:pt x="430375" y="141118"/>
                    </a:lnTo>
                    <a:lnTo>
                      <a:pt x="433841" y="142868"/>
                    </a:lnTo>
                    <a:lnTo>
                      <a:pt x="437611" y="142868"/>
                    </a:lnTo>
                    <a:lnTo>
                      <a:pt x="438890" y="139537"/>
                    </a:lnTo>
                    <a:lnTo>
                      <a:pt x="437307" y="135904"/>
                    </a:lnTo>
                    <a:lnTo>
                      <a:pt x="436736" y="133011"/>
                    </a:lnTo>
                    <a:lnTo>
                      <a:pt x="435288" y="124904"/>
                    </a:lnTo>
                    <a:cubicBezTo>
                      <a:pt x="435288" y="124904"/>
                      <a:pt x="436736" y="123155"/>
                      <a:pt x="438890" y="123155"/>
                    </a:cubicBezTo>
                    <a:cubicBezTo>
                      <a:pt x="441077" y="123155"/>
                      <a:pt x="444846" y="120834"/>
                      <a:pt x="444846" y="120834"/>
                    </a:cubicBezTo>
                    <a:lnTo>
                      <a:pt x="446293" y="115922"/>
                    </a:lnTo>
                    <a:lnTo>
                      <a:pt x="441952" y="111583"/>
                    </a:lnTo>
                    <a:lnTo>
                      <a:pt x="439058" y="108118"/>
                    </a:lnTo>
                    <a:lnTo>
                      <a:pt x="433841" y="108118"/>
                    </a:lnTo>
                    <a:lnTo>
                      <a:pt x="426875" y="106369"/>
                    </a:lnTo>
                    <a:lnTo>
                      <a:pt x="426572" y="106369"/>
                    </a:lnTo>
                    <a:lnTo>
                      <a:pt x="429466" y="101154"/>
                    </a:lnTo>
                    <a:lnTo>
                      <a:pt x="438721" y="102904"/>
                    </a:lnTo>
                    <a:lnTo>
                      <a:pt x="443635" y="108690"/>
                    </a:lnTo>
                    <a:lnTo>
                      <a:pt x="447673" y="111583"/>
                    </a:lnTo>
                    <a:lnTo>
                      <a:pt x="451139" y="111583"/>
                    </a:lnTo>
                    <a:lnTo>
                      <a:pt x="451274" y="111011"/>
                    </a:lnTo>
                    <a:lnTo>
                      <a:pt x="451005" y="110977"/>
                    </a:lnTo>
                    <a:close/>
                  </a:path>
                </a:pathLst>
              </a:custGeom>
              <a:grpFill/>
              <a:ln w="6350" cap="flat">
                <a:solidFill>
                  <a:schemeClr val="bg1"/>
                </a:solidFill>
                <a:prstDash val="solid"/>
                <a:miter/>
              </a:ln>
            </p:spPr>
            <p:txBody>
              <a:bodyPr rtlCol="0" anchor="ctr"/>
              <a:lstStyle/>
              <a:p>
                <a:endParaRPr lang="en-US"/>
              </a:p>
            </p:txBody>
          </p:sp>
          <p:sp>
            <p:nvSpPr>
              <p:cNvPr id="228" name="Freeform 945">
                <a:extLst>
                  <a:ext uri="{FF2B5EF4-FFF2-40B4-BE49-F238E27FC236}">
                    <a16:creationId xmlns:a16="http://schemas.microsoft.com/office/drawing/2014/main" id="{D072A5BB-90F1-328E-517D-09966BE20418}"/>
                  </a:ext>
                </a:extLst>
              </p:cNvPr>
              <p:cNvSpPr/>
              <p:nvPr/>
            </p:nvSpPr>
            <p:spPr>
              <a:xfrm>
                <a:off x="6194083" y="3181973"/>
                <a:ext cx="7168" cy="7804"/>
              </a:xfrm>
              <a:custGeom>
                <a:avLst/>
                <a:gdLst>
                  <a:gd name="connsiteX0" fmla="*/ 1952 w 7168"/>
                  <a:gd name="connsiteY0" fmla="*/ 6291 h 7804"/>
                  <a:gd name="connsiteX1" fmla="*/ 4543 w 7168"/>
                  <a:gd name="connsiteY1" fmla="*/ 7804 h 7804"/>
                  <a:gd name="connsiteX2" fmla="*/ 6092 w 7168"/>
                  <a:gd name="connsiteY2" fmla="*/ 7064 h 7804"/>
                  <a:gd name="connsiteX3" fmla="*/ 7168 w 7168"/>
                  <a:gd name="connsiteY3" fmla="*/ 4575 h 7804"/>
                  <a:gd name="connsiteX4" fmla="*/ 6092 w 7168"/>
                  <a:gd name="connsiteY4" fmla="*/ 874 h 7804"/>
                  <a:gd name="connsiteX5" fmla="*/ 1952 w 7168"/>
                  <a:gd name="connsiteY5" fmla="*/ 0 h 7804"/>
                  <a:gd name="connsiteX6" fmla="*/ 0 w 7168"/>
                  <a:gd name="connsiteY6" fmla="*/ 2624 h 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8" h="7804">
                    <a:moveTo>
                      <a:pt x="1952" y="6291"/>
                    </a:moveTo>
                    <a:lnTo>
                      <a:pt x="4543" y="7804"/>
                    </a:lnTo>
                    <a:lnTo>
                      <a:pt x="6092" y="7064"/>
                    </a:lnTo>
                    <a:lnTo>
                      <a:pt x="7168" y="4575"/>
                    </a:lnTo>
                    <a:lnTo>
                      <a:pt x="6092" y="874"/>
                    </a:lnTo>
                    <a:lnTo>
                      <a:pt x="1952" y="0"/>
                    </a:lnTo>
                    <a:lnTo>
                      <a:pt x="0" y="2624"/>
                    </a:lnTo>
                    <a:close/>
                  </a:path>
                </a:pathLst>
              </a:custGeom>
              <a:grpFill/>
              <a:ln w="6350" cap="flat">
                <a:solidFill>
                  <a:schemeClr val="bg1"/>
                </a:solidFill>
                <a:prstDash val="solid"/>
                <a:miter/>
              </a:ln>
            </p:spPr>
            <p:txBody>
              <a:bodyPr rtlCol="0" anchor="ctr"/>
              <a:lstStyle/>
              <a:p>
                <a:endParaRPr lang="en-US"/>
              </a:p>
            </p:txBody>
          </p:sp>
          <p:sp>
            <p:nvSpPr>
              <p:cNvPr id="229" name="Freeform 946">
                <a:extLst>
                  <a:ext uri="{FF2B5EF4-FFF2-40B4-BE49-F238E27FC236}">
                    <a16:creationId xmlns:a16="http://schemas.microsoft.com/office/drawing/2014/main" id="{07C67702-F360-8CEC-4A0A-1E5A63C11597}"/>
                  </a:ext>
                </a:extLst>
              </p:cNvPr>
              <p:cNvSpPr/>
              <p:nvPr/>
            </p:nvSpPr>
            <p:spPr>
              <a:xfrm>
                <a:off x="6191256" y="3189777"/>
                <a:ext cx="3466" cy="3061"/>
              </a:xfrm>
              <a:custGeom>
                <a:avLst/>
                <a:gdLst>
                  <a:gd name="connsiteX0" fmla="*/ 3467 w 3466"/>
                  <a:gd name="connsiteY0" fmla="*/ 3061 h 3061"/>
                  <a:gd name="connsiteX1" fmla="*/ 0 w 3466"/>
                  <a:gd name="connsiteY1" fmla="*/ 3061 h 3061"/>
                  <a:gd name="connsiteX2" fmla="*/ 0 w 3466"/>
                  <a:gd name="connsiteY2" fmla="*/ 0 h 3061"/>
                  <a:gd name="connsiteX3" fmla="*/ 2827 w 3466"/>
                  <a:gd name="connsiteY3" fmla="*/ 0 h 3061"/>
                </a:gdLst>
                <a:ahLst/>
                <a:cxnLst>
                  <a:cxn ang="0">
                    <a:pos x="connsiteX0" y="connsiteY0"/>
                  </a:cxn>
                  <a:cxn ang="0">
                    <a:pos x="connsiteX1" y="connsiteY1"/>
                  </a:cxn>
                  <a:cxn ang="0">
                    <a:pos x="connsiteX2" y="connsiteY2"/>
                  </a:cxn>
                  <a:cxn ang="0">
                    <a:pos x="connsiteX3" y="connsiteY3"/>
                  </a:cxn>
                </a:cxnLst>
                <a:rect l="l" t="t" r="r" b="b"/>
                <a:pathLst>
                  <a:path w="3466" h="3061">
                    <a:moveTo>
                      <a:pt x="3467" y="3061"/>
                    </a:moveTo>
                    <a:lnTo>
                      <a:pt x="0" y="3061"/>
                    </a:lnTo>
                    <a:lnTo>
                      <a:pt x="0" y="0"/>
                    </a:lnTo>
                    <a:lnTo>
                      <a:pt x="2827" y="0"/>
                    </a:lnTo>
                    <a:close/>
                  </a:path>
                </a:pathLst>
              </a:custGeom>
              <a:grpFill/>
              <a:ln w="6350" cap="flat">
                <a:solidFill>
                  <a:schemeClr val="bg1"/>
                </a:solidFill>
                <a:prstDash val="solid"/>
                <a:miter/>
              </a:ln>
            </p:spPr>
            <p:txBody>
              <a:bodyPr rtlCol="0" anchor="ctr"/>
              <a:lstStyle/>
              <a:p>
                <a:endParaRPr lang="en-US"/>
              </a:p>
            </p:txBody>
          </p:sp>
          <p:sp>
            <p:nvSpPr>
              <p:cNvPr id="230" name="Freeform 947">
                <a:extLst>
                  <a:ext uri="{FF2B5EF4-FFF2-40B4-BE49-F238E27FC236}">
                    <a16:creationId xmlns:a16="http://schemas.microsoft.com/office/drawing/2014/main" id="{F5214752-9E5D-7F6D-E1D2-9B63A9E7498A}"/>
                  </a:ext>
                </a:extLst>
              </p:cNvPr>
              <p:cNvSpPr/>
              <p:nvPr/>
            </p:nvSpPr>
            <p:spPr>
              <a:xfrm>
                <a:off x="6178232" y="3255408"/>
                <a:ext cx="23457" cy="25767"/>
              </a:xfrm>
              <a:custGeom>
                <a:avLst/>
                <a:gdLst>
                  <a:gd name="connsiteX0" fmla="*/ 12587 w 23457"/>
                  <a:gd name="connsiteY0" fmla="*/ 0 h 25767"/>
                  <a:gd name="connsiteX1" fmla="*/ 15616 w 23457"/>
                  <a:gd name="connsiteY1" fmla="*/ 2052 h 25767"/>
                  <a:gd name="connsiteX2" fmla="*/ 16491 w 23457"/>
                  <a:gd name="connsiteY2" fmla="*/ 5214 h 25767"/>
                  <a:gd name="connsiteX3" fmla="*/ 23457 w 23457"/>
                  <a:gd name="connsiteY3" fmla="*/ 5214 h 25767"/>
                  <a:gd name="connsiteX4" fmla="*/ 23020 w 23457"/>
                  <a:gd name="connsiteY4" fmla="*/ 10866 h 25767"/>
                  <a:gd name="connsiteX5" fmla="*/ 19015 w 23457"/>
                  <a:gd name="connsiteY5" fmla="*/ 13691 h 25767"/>
                  <a:gd name="connsiteX6" fmla="*/ 15649 w 23457"/>
                  <a:gd name="connsiteY6" fmla="*/ 20857 h 25767"/>
                  <a:gd name="connsiteX7" fmla="*/ 15649 w 23457"/>
                  <a:gd name="connsiteY7" fmla="*/ 25196 h 25767"/>
                  <a:gd name="connsiteX8" fmla="*/ 13899 w 23457"/>
                  <a:gd name="connsiteY8" fmla="*/ 25196 h 25767"/>
                  <a:gd name="connsiteX9" fmla="*/ 10433 w 23457"/>
                  <a:gd name="connsiteY9" fmla="*/ 25196 h 25767"/>
                  <a:gd name="connsiteX10" fmla="*/ 5856 w 23457"/>
                  <a:gd name="connsiteY10" fmla="*/ 20857 h 25767"/>
                  <a:gd name="connsiteX11" fmla="*/ 5856 w 23457"/>
                  <a:gd name="connsiteY11" fmla="*/ 17156 h 25767"/>
                  <a:gd name="connsiteX12" fmla="*/ 5654 w 23457"/>
                  <a:gd name="connsiteY12" fmla="*/ 15407 h 25767"/>
                  <a:gd name="connsiteX13" fmla="*/ 0 w 23457"/>
                  <a:gd name="connsiteY13" fmla="*/ 12750 h 25767"/>
                  <a:gd name="connsiteX14" fmla="*/ 0 w 23457"/>
                  <a:gd name="connsiteY14" fmla="*/ 11269 h 25767"/>
                  <a:gd name="connsiteX15" fmla="*/ 1952 w 23457"/>
                  <a:gd name="connsiteY15" fmla="*/ 6492 h 25767"/>
                  <a:gd name="connsiteX16" fmla="*/ 5856 w 23457"/>
                  <a:gd name="connsiteY16" fmla="*/ 3229 h 25767"/>
                  <a:gd name="connsiteX17" fmla="*/ 6731 w 23457"/>
                  <a:gd name="connsiteY17" fmla="*/ 3028 h 25767"/>
                  <a:gd name="connsiteX18" fmla="*/ 8683 w 23457"/>
                  <a:gd name="connsiteY18" fmla="*/ 0 h 25767"/>
                  <a:gd name="connsiteX19" fmla="*/ 12587 w 23457"/>
                  <a:gd name="connsiteY19" fmla="*/ 0 h 2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57" h="25767">
                    <a:moveTo>
                      <a:pt x="12587" y="0"/>
                    </a:moveTo>
                    <a:lnTo>
                      <a:pt x="15616" y="2052"/>
                    </a:lnTo>
                    <a:lnTo>
                      <a:pt x="16491" y="5214"/>
                    </a:lnTo>
                    <a:lnTo>
                      <a:pt x="23457" y="5214"/>
                    </a:lnTo>
                    <a:lnTo>
                      <a:pt x="23020" y="10866"/>
                    </a:lnTo>
                    <a:lnTo>
                      <a:pt x="19015" y="13691"/>
                    </a:lnTo>
                    <a:lnTo>
                      <a:pt x="15649" y="20857"/>
                    </a:lnTo>
                    <a:lnTo>
                      <a:pt x="15649" y="25196"/>
                    </a:lnTo>
                    <a:cubicBezTo>
                      <a:pt x="15649" y="25196"/>
                      <a:pt x="14572" y="24557"/>
                      <a:pt x="13899" y="25196"/>
                    </a:cubicBezTo>
                    <a:cubicBezTo>
                      <a:pt x="13260" y="25835"/>
                      <a:pt x="12149" y="26071"/>
                      <a:pt x="10433" y="25196"/>
                    </a:cubicBezTo>
                    <a:cubicBezTo>
                      <a:pt x="8683" y="24322"/>
                      <a:pt x="5856" y="20857"/>
                      <a:pt x="5856" y="20857"/>
                    </a:cubicBezTo>
                    <a:cubicBezTo>
                      <a:pt x="5856" y="20857"/>
                      <a:pt x="6058" y="17829"/>
                      <a:pt x="5856" y="17156"/>
                    </a:cubicBezTo>
                    <a:cubicBezTo>
                      <a:pt x="5654" y="16517"/>
                      <a:pt x="5654" y="15407"/>
                      <a:pt x="5654" y="15407"/>
                    </a:cubicBezTo>
                    <a:lnTo>
                      <a:pt x="0" y="12750"/>
                    </a:lnTo>
                    <a:lnTo>
                      <a:pt x="0" y="11269"/>
                    </a:lnTo>
                    <a:cubicBezTo>
                      <a:pt x="0" y="11269"/>
                      <a:pt x="1313" y="6694"/>
                      <a:pt x="1952" y="6492"/>
                    </a:cubicBezTo>
                    <a:cubicBezTo>
                      <a:pt x="2591" y="6291"/>
                      <a:pt x="4981" y="3667"/>
                      <a:pt x="5856" y="3229"/>
                    </a:cubicBezTo>
                    <a:cubicBezTo>
                      <a:pt x="6731" y="2792"/>
                      <a:pt x="6731" y="3028"/>
                      <a:pt x="6731" y="3028"/>
                    </a:cubicBezTo>
                    <a:lnTo>
                      <a:pt x="8683" y="0"/>
                    </a:lnTo>
                    <a:lnTo>
                      <a:pt x="12587" y="0"/>
                    </a:lnTo>
                    <a:close/>
                  </a:path>
                </a:pathLst>
              </a:custGeom>
              <a:grpFill/>
              <a:ln w="6350" cap="flat">
                <a:solidFill>
                  <a:schemeClr val="bg1"/>
                </a:solidFill>
                <a:prstDash val="solid"/>
                <a:miter/>
              </a:ln>
            </p:spPr>
            <p:txBody>
              <a:bodyPr rtlCol="0" anchor="ctr"/>
              <a:lstStyle/>
              <a:p>
                <a:endParaRPr lang="en-US"/>
              </a:p>
            </p:txBody>
          </p:sp>
          <p:sp>
            <p:nvSpPr>
              <p:cNvPr id="231" name="Freeform 948">
                <a:extLst>
                  <a:ext uri="{FF2B5EF4-FFF2-40B4-BE49-F238E27FC236}">
                    <a16:creationId xmlns:a16="http://schemas.microsoft.com/office/drawing/2014/main" id="{5C987BB9-9A68-CC58-EF17-F061F6ACB6B5}"/>
                  </a:ext>
                </a:extLst>
              </p:cNvPr>
              <p:cNvSpPr/>
              <p:nvPr/>
            </p:nvSpPr>
            <p:spPr>
              <a:xfrm>
                <a:off x="6151476" y="3302335"/>
                <a:ext cx="14539" cy="11134"/>
              </a:xfrm>
              <a:custGeom>
                <a:avLst/>
                <a:gdLst>
                  <a:gd name="connsiteX0" fmla="*/ 4779 w 14539"/>
                  <a:gd name="connsiteY0" fmla="*/ 0 h 11134"/>
                  <a:gd name="connsiteX1" fmla="*/ 8683 w 14539"/>
                  <a:gd name="connsiteY1" fmla="*/ 1514 h 11134"/>
                  <a:gd name="connsiteX2" fmla="*/ 14539 w 14539"/>
                  <a:gd name="connsiteY2" fmla="*/ 4104 h 11134"/>
                  <a:gd name="connsiteX3" fmla="*/ 13024 w 14539"/>
                  <a:gd name="connsiteY3" fmla="*/ 9655 h 11134"/>
                  <a:gd name="connsiteX4" fmla="*/ 9659 w 14539"/>
                  <a:gd name="connsiteY4" fmla="*/ 11135 h 11134"/>
                  <a:gd name="connsiteX5" fmla="*/ 6058 w 14539"/>
                  <a:gd name="connsiteY5" fmla="*/ 7636 h 11134"/>
                  <a:gd name="connsiteX6" fmla="*/ 2154 w 14539"/>
                  <a:gd name="connsiteY6" fmla="*/ 3700 h 11134"/>
                  <a:gd name="connsiteX7" fmla="*/ 0 w 14539"/>
                  <a:gd name="connsiteY7" fmla="*/ 875 h 11134"/>
                  <a:gd name="connsiteX8" fmla="*/ 1952 w 14539"/>
                  <a:gd name="connsiteY8" fmla="*/ 0 h 11134"/>
                  <a:gd name="connsiteX9" fmla="*/ 4779 w 14539"/>
                  <a:gd name="connsiteY9" fmla="*/ 0 h 11134"/>
                  <a:gd name="connsiteX10" fmla="*/ 4779 w 14539"/>
                  <a:gd name="connsiteY10" fmla="*/ 0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39" h="11134">
                    <a:moveTo>
                      <a:pt x="4779" y="0"/>
                    </a:moveTo>
                    <a:lnTo>
                      <a:pt x="8683" y="1514"/>
                    </a:lnTo>
                    <a:lnTo>
                      <a:pt x="14539" y="4104"/>
                    </a:lnTo>
                    <a:lnTo>
                      <a:pt x="13024" y="9655"/>
                    </a:lnTo>
                    <a:lnTo>
                      <a:pt x="9659" y="11135"/>
                    </a:lnTo>
                    <a:cubicBezTo>
                      <a:pt x="9659" y="11135"/>
                      <a:pt x="6933" y="7636"/>
                      <a:pt x="6058" y="7636"/>
                    </a:cubicBezTo>
                    <a:cubicBezTo>
                      <a:pt x="5183" y="7636"/>
                      <a:pt x="2154" y="3700"/>
                      <a:pt x="2154" y="3700"/>
                    </a:cubicBezTo>
                    <a:lnTo>
                      <a:pt x="0" y="875"/>
                    </a:lnTo>
                    <a:lnTo>
                      <a:pt x="1952" y="0"/>
                    </a:lnTo>
                    <a:lnTo>
                      <a:pt x="4779" y="0"/>
                    </a:lnTo>
                    <a:lnTo>
                      <a:pt x="4779" y="0"/>
                    </a:lnTo>
                    <a:close/>
                  </a:path>
                </a:pathLst>
              </a:custGeom>
              <a:grpFill/>
              <a:ln w="6350" cap="flat">
                <a:solidFill>
                  <a:schemeClr val="bg1"/>
                </a:solidFill>
                <a:prstDash val="solid"/>
                <a:miter/>
              </a:ln>
            </p:spPr>
            <p:txBody>
              <a:bodyPr rtlCol="0" anchor="ctr"/>
              <a:lstStyle/>
              <a:p>
                <a:endParaRPr lang="en-US"/>
              </a:p>
            </p:txBody>
          </p:sp>
          <p:sp>
            <p:nvSpPr>
              <p:cNvPr id="232" name="Freeform 949">
                <a:extLst>
                  <a:ext uri="{FF2B5EF4-FFF2-40B4-BE49-F238E27FC236}">
                    <a16:creationId xmlns:a16="http://schemas.microsoft.com/office/drawing/2014/main" id="{309B7B33-F9F5-9945-EF23-3DAD734F5614}"/>
                  </a:ext>
                </a:extLst>
              </p:cNvPr>
              <p:cNvSpPr/>
              <p:nvPr/>
            </p:nvSpPr>
            <p:spPr>
              <a:xfrm>
                <a:off x="5947799" y="3484864"/>
                <a:ext cx="28269" cy="24321"/>
              </a:xfrm>
              <a:custGeom>
                <a:avLst/>
                <a:gdLst>
                  <a:gd name="connsiteX0" fmla="*/ 10635 w 28269"/>
                  <a:gd name="connsiteY0" fmla="*/ 24322 h 24321"/>
                  <a:gd name="connsiteX1" fmla="*/ 14774 w 28269"/>
                  <a:gd name="connsiteY1" fmla="*/ 20419 h 24321"/>
                  <a:gd name="connsiteX2" fmla="*/ 14774 w 28269"/>
                  <a:gd name="connsiteY2" fmla="*/ 17358 h 24321"/>
                  <a:gd name="connsiteX3" fmla="*/ 17399 w 28269"/>
                  <a:gd name="connsiteY3" fmla="*/ 17358 h 24321"/>
                  <a:gd name="connsiteX4" fmla="*/ 23895 w 28269"/>
                  <a:gd name="connsiteY4" fmla="*/ 13456 h 24321"/>
                  <a:gd name="connsiteX5" fmla="*/ 28270 w 28269"/>
                  <a:gd name="connsiteY5" fmla="*/ 9991 h 24321"/>
                  <a:gd name="connsiteX6" fmla="*/ 24332 w 28269"/>
                  <a:gd name="connsiteY6" fmla="*/ 5416 h 24321"/>
                  <a:gd name="connsiteX7" fmla="*/ 19553 w 28269"/>
                  <a:gd name="connsiteY7" fmla="*/ 1716 h 24321"/>
                  <a:gd name="connsiteX8" fmla="*/ 13899 w 28269"/>
                  <a:gd name="connsiteY8" fmla="*/ 1716 h 24321"/>
                  <a:gd name="connsiteX9" fmla="*/ 11072 w 28269"/>
                  <a:gd name="connsiteY9" fmla="*/ 0 h 24321"/>
                  <a:gd name="connsiteX10" fmla="*/ 0 w 28269"/>
                  <a:gd name="connsiteY10" fmla="*/ 0 h 24321"/>
                  <a:gd name="connsiteX11" fmla="*/ 4341 w 28269"/>
                  <a:gd name="connsiteY11" fmla="*/ 6930 h 24321"/>
                  <a:gd name="connsiteX12" fmla="*/ 4341 w 28269"/>
                  <a:gd name="connsiteY12" fmla="*/ 13019 h 24321"/>
                  <a:gd name="connsiteX13" fmla="*/ 4341 w 28269"/>
                  <a:gd name="connsiteY13" fmla="*/ 18233 h 24321"/>
                  <a:gd name="connsiteX14" fmla="*/ 5654 w 28269"/>
                  <a:gd name="connsiteY14" fmla="*/ 20419 h 2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69" h="24321">
                    <a:moveTo>
                      <a:pt x="10635" y="24322"/>
                    </a:moveTo>
                    <a:lnTo>
                      <a:pt x="14774" y="20419"/>
                    </a:lnTo>
                    <a:lnTo>
                      <a:pt x="14774" y="17358"/>
                    </a:lnTo>
                    <a:lnTo>
                      <a:pt x="17399" y="17358"/>
                    </a:lnTo>
                    <a:lnTo>
                      <a:pt x="23895" y="13456"/>
                    </a:lnTo>
                    <a:lnTo>
                      <a:pt x="28270" y="9991"/>
                    </a:lnTo>
                    <a:lnTo>
                      <a:pt x="24332" y="5416"/>
                    </a:lnTo>
                    <a:lnTo>
                      <a:pt x="19553" y="1716"/>
                    </a:lnTo>
                    <a:lnTo>
                      <a:pt x="13899" y="1716"/>
                    </a:lnTo>
                    <a:lnTo>
                      <a:pt x="11072" y="0"/>
                    </a:lnTo>
                    <a:lnTo>
                      <a:pt x="0" y="0"/>
                    </a:lnTo>
                    <a:lnTo>
                      <a:pt x="4341" y="6930"/>
                    </a:lnTo>
                    <a:lnTo>
                      <a:pt x="4341" y="13019"/>
                    </a:lnTo>
                    <a:lnTo>
                      <a:pt x="4341" y="18233"/>
                    </a:lnTo>
                    <a:lnTo>
                      <a:pt x="5654" y="20419"/>
                    </a:lnTo>
                    <a:close/>
                  </a:path>
                </a:pathLst>
              </a:custGeom>
              <a:grpFill/>
              <a:ln w="6350" cap="flat">
                <a:solidFill>
                  <a:schemeClr val="bg1"/>
                </a:solidFill>
                <a:prstDash val="solid"/>
                <a:miter/>
              </a:ln>
            </p:spPr>
            <p:txBody>
              <a:bodyPr rtlCol="0" anchor="ctr"/>
              <a:lstStyle/>
              <a:p>
                <a:endParaRPr lang="en-US"/>
              </a:p>
            </p:txBody>
          </p:sp>
        </p:grpSp>
        <p:sp>
          <p:nvSpPr>
            <p:cNvPr id="170" name="Freeform 887">
              <a:extLst>
                <a:ext uri="{FF2B5EF4-FFF2-40B4-BE49-F238E27FC236}">
                  <a16:creationId xmlns:a16="http://schemas.microsoft.com/office/drawing/2014/main" id="{71502499-4661-2D0B-8FB1-367C71B612A7}"/>
                </a:ext>
              </a:extLst>
            </p:cNvPr>
            <p:cNvSpPr/>
            <p:nvPr/>
          </p:nvSpPr>
          <p:spPr>
            <a:xfrm>
              <a:off x="7987017" y="2835953"/>
              <a:ext cx="245586" cy="305313"/>
            </a:xfrm>
            <a:custGeom>
              <a:avLst/>
              <a:gdLst>
                <a:gd name="connsiteX0" fmla="*/ 342638 w 471500"/>
                <a:gd name="connsiteY0" fmla="*/ 573051 h 586170"/>
                <a:gd name="connsiteX1" fmla="*/ 344388 w 471500"/>
                <a:gd name="connsiteY1" fmla="*/ 580015 h 586170"/>
                <a:gd name="connsiteX2" fmla="*/ 344388 w 471500"/>
                <a:gd name="connsiteY2" fmla="*/ 582908 h 586170"/>
                <a:gd name="connsiteX3" fmla="*/ 353070 w 471500"/>
                <a:gd name="connsiteY3" fmla="*/ 586171 h 586170"/>
                <a:gd name="connsiteX4" fmla="*/ 357210 w 471500"/>
                <a:gd name="connsiteY4" fmla="*/ 581831 h 586170"/>
                <a:gd name="connsiteX5" fmla="*/ 364177 w 471500"/>
                <a:gd name="connsiteY5" fmla="*/ 575978 h 586170"/>
                <a:gd name="connsiteX6" fmla="*/ 370268 w 471500"/>
                <a:gd name="connsiteY6" fmla="*/ 572277 h 586170"/>
                <a:gd name="connsiteX7" fmla="*/ 375047 w 471500"/>
                <a:gd name="connsiteY7" fmla="*/ 564877 h 586170"/>
                <a:gd name="connsiteX8" fmla="*/ 380936 w 471500"/>
                <a:gd name="connsiteY8" fmla="*/ 560302 h 586170"/>
                <a:gd name="connsiteX9" fmla="*/ 384638 w 471500"/>
                <a:gd name="connsiteY9" fmla="*/ 555289 h 586170"/>
                <a:gd name="connsiteX10" fmla="*/ 389619 w 471500"/>
                <a:gd name="connsiteY10" fmla="*/ 552262 h 586170"/>
                <a:gd name="connsiteX11" fmla="*/ 399614 w 471500"/>
                <a:gd name="connsiteY11" fmla="*/ 547048 h 586170"/>
                <a:gd name="connsiteX12" fmla="*/ 403519 w 471500"/>
                <a:gd name="connsiteY12" fmla="*/ 541161 h 586170"/>
                <a:gd name="connsiteX13" fmla="*/ 403519 w 471500"/>
                <a:gd name="connsiteY13" fmla="*/ 532919 h 586170"/>
                <a:gd name="connsiteX14" fmla="*/ 408533 w 471500"/>
                <a:gd name="connsiteY14" fmla="*/ 529858 h 586170"/>
                <a:gd name="connsiteX15" fmla="*/ 413951 w 471500"/>
                <a:gd name="connsiteY15" fmla="*/ 514653 h 586170"/>
                <a:gd name="connsiteX16" fmla="*/ 411495 w 471500"/>
                <a:gd name="connsiteY16" fmla="*/ 504662 h 586170"/>
                <a:gd name="connsiteX17" fmla="*/ 408735 w 471500"/>
                <a:gd name="connsiteY17" fmla="*/ 499448 h 586170"/>
                <a:gd name="connsiteX18" fmla="*/ 408735 w 471500"/>
                <a:gd name="connsiteY18" fmla="*/ 490769 h 586170"/>
                <a:gd name="connsiteX19" fmla="*/ 408735 w 471500"/>
                <a:gd name="connsiteY19" fmla="*/ 474689 h 586170"/>
                <a:gd name="connsiteX20" fmla="*/ 411495 w 471500"/>
                <a:gd name="connsiteY20" fmla="*/ 474252 h 586170"/>
                <a:gd name="connsiteX21" fmla="*/ 414826 w 471500"/>
                <a:gd name="connsiteY21" fmla="*/ 477716 h 586170"/>
                <a:gd name="connsiteX22" fmla="*/ 425259 w 471500"/>
                <a:gd name="connsiteY22" fmla="*/ 477716 h 586170"/>
                <a:gd name="connsiteX23" fmla="*/ 437442 w 471500"/>
                <a:gd name="connsiteY23" fmla="*/ 477716 h 586170"/>
                <a:gd name="connsiteX24" fmla="*/ 448313 w 471500"/>
                <a:gd name="connsiteY24" fmla="*/ 474891 h 586170"/>
                <a:gd name="connsiteX25" fmla="*/ 452217 w 471500"/>
                <a:gd name="connsiteY25" fmla="*/ 468163 h 586170"/>
                <a:gd name="connsiteX26" fmla="*/ 452217 w 471500"/>
                <a:gd name="connsiteY26" fmla="*/ 459484 h 586170"/>
                <a:gd name="connsiteX27" fmla="*/ 447202 w 471500"/>
                <a:gd name="connsiteY27" fmla="*/ 453832 h 586170"/>
                <a:gd name="connsiteX28" fmla="*/ 439596 w 471500"/>
                <a:gd name="connsiteY28" fmla="*/ 446432 h 586170"/>
                <a:gd name="connsiteX29" fmla="*/ 446125 w 471500"/>
                <a:gd name="connsiteY29" fmla="*/ 437753 h 586170"/>
                <a:gd name="connsiteX30" fmla="*/ 453529 w 471500"/>
                <a:gd name="connsiteY30" fmla="*/ 437753 h 586170"/>
                <a:gd name="connsiteX31" fmla="*/ 460933 w 471500"/>
                <a:gd name="connsiteY31" fmla="*/ 435129 h 586170"/>
                <a:gd name="connsiteX32" fmla="*/ 460933 w 471500"/>
                <a:gd name="connsiteY32" fmla="*/ 424263 h 586170"/>
                <a:gd name="connsiteX33" fmla="*/ 466150 w 471500"/>
                <a:gd name="connsiteY33" fmla="*/ 414272 h 586170"/>
                <a:gd name="connsiteX34" fmla="*/ 469212 w 471500"/>
                <a:gd name="connsiteY34" fmla="*/ 406602 h 586170"/>
                <a:gd name="connsiteX35" fmla="*/ 471400 w 471500"/>
                <a:gd name="connsiteY35" fmla="*/ 389951 h 586170"/>
                <a:gd name="connsiteX36" fmla="*/ 471400 w 471500"/>
                <a:gd name="connsiteY36" fmla="*/ 381272 h 586170"/>
                <a:gd name="connsiteX37" fmla="*/ 471501 w 471500"/>
                <a:gd name="connsiteY37" fmla="*/ 381003 h 586170"/>
                <a:gd name="connsiteX38" fmla="*/ 468506 w 471500"/>
                <a:gd name="connsiteY38" fmla="*/ 374880 h 586170"/>
                <a:gd name="connsiteX39" fmla="*/ 461236 w 471500"/>
                <a:gd name="connsiteY39" fmla="*/ 376899 h 586170"/>
                <a:gd name="connsiteX40" fmla="*/ 451106 w 471500"/>
                <a:gd name="connsiteY40" fmla="*/ 378076 h 586170"/>
                <a:gd name="connsiteX41" fmla="*/ 450534 w 471500"/>
                <a:gd name="connsiteY41" fmla="*/ 372862 h 586170"/>
                <a:gd name="connsiteX42" fmla="*/ 449659 w 471500"/>
                <a:gd name="connsiteY42" fmla="*/ 364755 h 586170"/>
                <a:gd name="connsiteX43" fmla="*/ 445318 w 471500"/>
                <a:gd name="connsiteY43" fmla="*/ 364755 h 586170"/>
                <a:gd name="connsiteX44" fmla="*/ 434313 w 471500"/>
                <a:gd name="connsiteY44" fmla="*/ 367042 h 586170"/>
                <a:gd name="connsiteX45" fmla="*/ 426471 w 471500"/>
                <a:gd name="connsiteY45" fmla="*/ 369094 h 586170"/>
                <a:gd name="connsiteX46" fmla="*/ 419235 w 471500"/>
                <a:gd name="connsiteY46" fmla="*/ 369969 h 586170"/>
                <a:gd name="connsiteX47" fmla="*/ 411562 w 471500"/>
                <a:gd name="connsiteY47" fmla="*/ 373164 h 586170"/>
                <a:gd name="connsiteX48" fmla="*/ 404461 w 471500"/>
                <a:gd name="connsiteY48" fmla="*/ 375183 h 586170"/>
                <a:gd name="connsiteX49" fmla="*/ 395778 w 471500"/>
                <a:gd name="connsiteY49" fmla="*/ 375183 h 586170"/>
                <a:gd name="connsiteX50" fmla="*/ 387364 w 471500"/>
                <a:gd name="connsiteY50" fmla="*/ 370406 h 586170"/>
                <a:gd name="connsiteX51" fmla="*/ 384167 w 471500"/>
                <a:gd name="connsiteY51" fmla="*/ 367076 h 586170"/>
                <a:gd name="connsiteX52" fmla="*/ 382148 w 471500"/>
                <a:gd name="connsiteY52" fmla="*/ 361290 h 586170"/>
                <a:gd name="connsiteX53" fmla="*/ 389687 w 471500"/>
                <a:gd name="connsiteY53" fmla="*/ 354057 h 586170"/>
                <a:gd name="connsiteX54" fmla="*/ 394903 w 471500"/>
                <a:gd name="connsiteY54" fmla="*/ 349718 h 586170"/>
                <a:gd name="connsiteX55" fmla="*/ 398100 w 471500"/>
                <a:gd name="connsiteY55" fmla="*/ 341913 h 586170"/>
                <a:gd name="connsiteX56" fmla="*/ 396922 w 471500"/>
                <a:gd name="connsiteY56" fmla="*/ 336396 h 586170"/>
                <a:gd name="connsiteX57" fmla="*/ 395778 w 471500"/>
                <a:gd name="connsiteY57" fmla="*/ 330005 h 586170"/>
                <a:gd name="connsiteX58" fmla="*/ 394028 w 471500"/>
                <a:gd name="connsiteY58" fmla="*/ 324791 h 586170"/>
                <a:gd name="connsiteX59" fmla="*/ 383595 w 471500"/>
                <a:gd name="connsiteY59" fmla="*/ 324791 h 586170"/>
                <a:gd name="connsiteX60" fmla="*/ 373162 w 471500"/>
                <a:gd name="connsiteY60" fmla="*/ 323243 h 586170"/>
                <a:gd name="connsiteX61" fmla="*/ 364177 w 471500"/>
                <a:gd name="connsiteY61" fmla="*/ 323008 h 586170"/>
                <a:gd name="connsiteX62" fmla="*/ 361282 w 471500"/>
                <a:gd name="connsiteY62" fmla="*/ 317794 h 586170"/>
                <a:gd name="connsiteX63" fmla="*/ 358960 w 471500"/>
                <a:gd name="connsiteY63" fmla="*/ 307365 h 586170"/>
                <a:gd name="connsiteX64" fmla="*/ 354316 w 471500"/>
                <a:gd name="connsiteY64" fmla="*/ 301579 h 586170"/>
                <a:gd name="connsiteX65" fmla="*/ 349099 w 471500"/>
                <a:gd name="connsiteY65" fmla="*/ 298686 h 586170"/>
                <a:gd name="connsiteX66" fmla="*/ 343310 w 471500"/>
                <a:gd name="connsiteY66" fmla="*/ 295221 h 586170"/>
                <a:gd name="connsiteX67" fmla="*/ 345633 w 471500"/>
                <a:gd name="connsiteY67" fmla="*/ 289436 h 586170"/>
                <a:gd name="connsiteX68" fmla="*/ 350546 w 471500"/>
                <a:gd name="connsiteY68" fmla="*/ 281328 h 586170"/>
                <a:gd name="connsiteX69" fmla="*/ 352296 w 471500"/>
                <a:gd name="connsiteY69" fmla="*/ 273221 h 586170"/>
                <a:gd name="connsiteX70" fmla="*/ 356941 w 471500"/>
                <a:gd name="connsiteY70" fmla="*/ 266830 h 586170"/>
                <a:gd name="connsiteX71" fmla="*/ 362460 w 471500"/>
                <a:gd name="connsiteY71" fmla="*/ 266258 h 586170"/>
                <a:gd name="connsiteX72" fmla="*/ 366801 w 471500"/>
                <a:gd name="connsiteY72" fmla="*/ 264811 h 586170"/>
                <a:gd name="connsiteX73" fmla="*/ 368249 w 471500"/>
                <a:gd name="connsiteY73" fmla="*/ 259597 h 586170"/>
                <a:gd name="connsiteX74" fmla="*/ 371143 w 471500"/>
                <a:gd name="connsiteY74" fmla="*/ 255527 h 586170"/>
                <a:gd name="connsiteX75" fmla="*/ 372018 w 471500"/>
                <a:gd name="connsiteY75" fmla="*/ 245670 h 586170"/>
                <a:gd name="connsiteX76" fmla="*/ 370874 w 471500"/>
                <a:gd name="connsiteY76" fmla="*/ 239279 h 586170"/>
                <a:gd name="connsiteX77" fmla="*/ 367979 w 471500"/>
                <a:gd name="connsiteY77" fmla="*/ 229725 h 586170"/>
                <a:gd name="connsiteX78" fmla="*/ 368551 w 471500"/>
                <a:gd name="connsiteY78" fmla="*/ 222190 h 586170"/>
                <a:gd name="connsiteX79" fmla="*/ 374037 w 471500"/>
                <a:gd name="connsiteY79" fmla="*/ 217548 h 586170"/>
                <a:gd name="connsiteX80" fmla="*/ 382148 w 471500"/>
                <a:gd name="connsiteY80" fmla="*/ 220743 h 586170"/>
                <a:gd name="connsiteX81" fmla="*/ 386489 w 471500"/>
                <a:gd name="connsiteY81" fmla="*/ 225655 h 586170"/>
                <a:gd name="connsiteX82" fmla="*/ 395172 w 471500"/>
                <a:gd name="connsiteY82" fmla="*/ 227101 h 586170"/>
                <a:gd name="connsiteX83" fmla="*/ 403014 w 471500"/>
                <a:gd name="connsiteY83" fmla="*/ 227404 h 586170"/>
                <a:gd name="connsiteX84" fmla="*/ 408802 w 471500"/>
                <a:gd name="connsiteY84" fmla="*/ 232315 h 586170"/>
                <a:gd name="connsiteX85" fmla="*/ 416038 w 471500"/>
                <a:gd name="connsiteY85" fmla="*/ 228548 h 586170"/>
                <a:gd name="connsiteX86" fmla="*/ 420952 w 471500"/>
                <a:gd name="connsiteY86" fmla="*/ 223031 h 586170"/>
                <a:gd name="connsiteX87" fmla="*/ 419504 w 471500"/>
                <a:gd name="connsiteY87" fmla="*/ 217245 h 586170"/>
                <a:gd name="connsiteX88" fmla="*/ 418057 w 471500"/>
                <a:gd name="connsiteY88" fmla="*/ 209407 h 586170"/>
                <a:gd name="connsiteX89" fmla="*/ 420682 w 471500"/>
                <a:gd name="connsiteY89" fmla="*/ 205639 h 586170"/>
                <a:gd name="connsiteX90" fmla="*/ 422432 w 471500"/>
                <a:gd name="connsiteY90" fmla="*/ 194336 h 586170"/>
                <a:gd name="connsiteX91" fmla="*/ 415769 w 471500"/>
                <a:gd name="connsiteY91" fmla="*/ 189694 h 586170"/>
                <a:gd name="connsiteX92" fmla="*/ 403889 w 471500"/>
                <a:gd name="connsiteY92" fmla="*/ 183605 h 586170"/>
                <a:gd name="connsiteX93" fmla="*/ 396081 w 471500"/>
                <a:gd name="connsiteY93" fmla="*/ 176945 h 586170"/>
                <a:gd name="connsiteX94" fmla="*/ 390562 w 471500"/>
                <a:gd name="connsiteY94" fmla="*/ 170553 h 586170"/>
                <a:gd name="connsiteX95" fmla="*/ 382451 w 471500"/>
                <a:gd name="connsiteY95" fmla="*/ 172874 h 586170"/>
                <a:gd name="connsiteX96" fmla="*/ 379859 w 471500"/>
                <a:gd name="connsiteY96" fmla="*/ 178963 h 586170"/>
                <a:gd name="connsiteX97" fmla="*/ 379556 w 471500"/>
                <a:gd name="connsiteY97" fmla="*/ 189694 h 586170"/>
                <a:gd name="connsiteX98" fmla="*/ 375484 w 471500"/>
                <a:gd name="connsiteY98" fmla="*/ 195211 h 586170"/>
                <a:gd name="connsiteX99" fmla="*/ 373734 w 471500"/>
                <a:gd name="connsiteY99" fmla="*/ 201300 h 586170"/>
                <a:gd name="connsiteX100" fmla="*/ 368518 w 471500"/>
                <a:gd name="connsiteY100" fmla="*/ 204193 h 586170"/>
                <a:gd name="connsiteX101" fmla="*/ 361854 w 471500"/>
                <a:gd name="connsiteY101" fmla="*/ 204495 h 586170"/>
                <a:gd name="connsiteX102" fmla="*/ 354618 w 471500"/>
                <a:gd name="connsiteY102" fmla="*/ 204193 h 586170"/>
                <a:gd name="connsiteX103" fmla="*/ 345936 w 471500"/>
                <a:gd name="connsiteY103" fmla="*/ 206211 h 586170"/>
                <a:gd name="connsiteX104" fmla="*/ 340147 w 471500"/>
                <a:gd name="connsiteY104" fmla="*/ 205336 h 586170"/>
                <a:gd name="connsiteX105" fmla="*/ 329142 w 471500"/>
                <a:gd name="connsiteY105" fmla="*/ 196927 h 586170"/>
                <a:gd name="connsiteX106" fmla="*/ 326248 w 471500"/>
                <a:gd name="connsiteY106" fmla="*/ 188819 h 586170"/>
                <a:gd name="connsiteX107" fmla="*/ 327123 w 471500"/>
                <a:gd name="connsiteY107" fmla="*/ 181015 h 586170"/>
                <a:gd name="connsiteX108" fmla="*/ 323925 w 471500"/>
                <a:gd name="connsiteY108" fmla="*/ 172605 h 586170"/>
                <a:gd name="connsiteX109" fmla="*/ 319853 w 471500"/>
                <a:gd name="connsiteY109" fmla="*/ 163926 h 586170"/>
                <a:gd name="connsiteX110" fmla="*/ 317531 w 471500"/>
                <a:gd name="connsiteY110" fmla="*/ 154372 h 586170"/>
                <a:gd name="connsiteX111" fmla="*/ 310565 w 471500"/>
                <a:gd name="connsiteY111" fmla="*/ 156693 h 586170"/>
                <a:gd name="connsiteX112" fmla="*/ 300132 w 471500"/>
                <a:gd name="connsiteY112" fmla="*/ 157568 h 586170"/>
                <a:gd name="connsiteX113" fmla="*/ 295790 w 471500"/>
                <a:gd name="connsiteY113" fmla="*/ 152657 h 586170"/>
                <a:gd name="connsiteX114" fmla="*/ 295521 w 471500"/>
                <a:gd name="connsiteY114" fmla="*/ 150908 h 586170"/>
                <a:gd name="connsiteX115" fmla="*/ 297271 w 471500"/>
                <a:gd name="connsiteY115" fmla="*/ 137283 h 586170"/>
                <a:gd name="connsiteX116" fmla="*/ 299290 w 471500"/>
                <a:gd name="connsiteY116" fmla="*/ 130320 h 586170"/>
                <a:gd name="connsiteX117" fmla="*/ 301882 w 471500"/>
                <a:gd name="connsiteY117" fmla="*/ 125678 h 586170"/>
                <a:gd name="connsiteX118" fmla="*/ 305954 w 471500"/>
                <a:gd name="connsiteY118" fmla="*/ 119017 h 586170"/>
                <a:gd name="connsiteX119" fmla="*/ 307973 w 471500"/>
                <a:gd name="connsiteY119" fmla="*/ 112626 h 586170"/>
                <a:gd name="connsiteX120" fmla="*/ 308545 w 471500"/>
                <a:gd name="connsiteY120" fmla="*/ 107714 h 586170"/>
                <a:gd name="connsiteX121" fmla="*/ 312617 w 471500"/>
                <a:gd name="connsiteY121" fmla="*/ 102197 h 586170"/>
                <a:gd name="connsiteX122" fmla="*/ 313493 w 471500"/>
                <a:gd name="connsiteY122" fmla="*/ 94359 h 586170"/>
                <a:gd name="connsiteX123" fmla="*/ 306257 w 471500"/>
                <a:gd name="connsiteY123" fmla="*/ 93485 h 586170"/>
                <a:gd name="connsiteX124" fmla="*/ 296699 w 471500"/>
                <a:gd name="connsiteY124" fmla="*/ 91735 h 586170"/>
                <a:gd name="connsiteX125" fmla="*/ 291482 w 471500"/>
                <a:gd name="connsiteY125" fmla="*/ 89111 h 586170"/>
                <a:gd name="connsiteX126" fmla="*/ 286838 w 471500"/>
                <a:gd name="connsiteY126" fmla="*/ 93182 h 586170"/>
                <a:gd name="connsiteX127" fmla="*/ 280174 w 471500"/>
                <a:gd name="connsiteY127" fmla="*/ 96647 h 586170"/>
                <a:gd name="connsiteX128" fmla="*/ 270919 w 471500"/>
                <a:gd name="connsiteY128" fmla="*/ 96647 h 586170"/>
                <a:gd name="connsiteX129" fmla="*/ 268025 w 471500"/>
                <a:gd name="connsiteY129" fmla="*/ 92576 h 586170"/>
                <a:gd name="connsiteX130" fmla="*/ 268025 w 471500"/>
                <a:gd name="connsiteY130" fmla="*/ 82720 h 586170"/>
                <a:gd name="connsiteX131" fmla="*/ 267015 w 471500"/>
                <a:gd name="connsiteY131" fmla="*/ 78952 h 586170"/>
                <a:gd name="connsiteX132" fmla="*/ 262539 w 471500"/>
                <a:gd name="connsiteY132" fmla="*/ 73166 h 586170"/>
                <a:gd name="connsiteX133" fmla="*/ 258198 w 471500"/>
                <a:gd name="connsiteY133" fmla="*/ 68827 h 586170"/>
                <a:gd name="connsiteX134" fmla="*/ 251838 w 471500"/>
                <a:gd name="connsiteY134" fmla="*/ 61863 h 586170"/>
                <a:gd name="connsiteX135" fmla="*/ 242852 w 471500"/>
                <a:gd name="connsiteY135" fmla="*/ 60417 h 586170"/>
                <a:gd name="connsiteX136" fmla="*/ 231544 w 471500"/>
                <a:gd name="connsiteY136" fmla="*/ 60417 h 586170"/>
                <a:gd name="connsiteX137" fmla="*/ 217644 w 471500"/>
                <a:gd name="connsiteY137" fmla="*/ 60282 h 586170"/>
                <a:gd name="connsiteX138" fmla="*/ 211250 w 471500"/>
                <a:gd name="connsiteY138" fmla="*/ 57827 h 586170"/>
                <a:gd name="connsiteX139" fmla="*/ 206336 w 471500"/>
                <a:gd name="connsiteY139" fmla="*/ 52041 h 586170"/>
                <a:gd name="connsiteX140" fmla="*/ 204889 w 471500"/>
                <a:gd name="connsiteY140" fmla="*/ 47701 h 586170"/>
                <a:gd name="connsiteX141" fmla="*/ 198495 w 471500"/>
                <a:gd name="connsiteY141" fmla="*/ 47398 h 586170"/>
                <a:gd name="connsiteX142" fmla="*/ 193009 w 471500"/>
                <a:gd name="connsiteY142" fmla="*/ 37273 h 586170"/>
                <a:gd name="connsiteX143" fmla="*/ 188937 w 471500"/>
                <a:gd name="connsiteY143" fmla="*/ 29166 h 586170"/>
                <a:gd name="connsiteX144" fmla="*/ 183417 w 471500"/>
                <a:gd name="connsiteY144" fmla="*/ 29166 h 586170"/>
                <a:gd name="connsiteX145" fmla="*/ 178504 w 471500"/>
                <a:gd name="connsiteY145" fmla="*/ 24826 h 586170"/>
                <a:gd name="connsiteX146" fmla="*/ 171840 w 471500"/>
                <a:gd name="connsiteY146" fmla="*/ 19915 h 586170"/>
                <a:gd name="connsiteX147" fmla="*/ 164874 w 471500"/>
                <a:gd name="connsiteY147" fmla="*/ 19040 h 586170"/>
                <a:gd name="connsiteX148" fmla="*/ 157032 w 471500"/>
                <a:gd name="connsiteY148" fmla="*/ 14701 h 586170"/>
                <a:gd name="connsiteX149" fmla="*/ 142258 w 471500"/>
                <a:gd name="connsiteY149" fmla="*/ 5416 h 586170"/>
                <a:gd name="connsiteX150" fmla="*/ 138791 w 471500"/>
                <a:gd name="connsiteY150" fmla="*/ 1951 h 586170"/>
                <a:gd name="connsiteX151" fmla="*/ 136840 w 471500"/>
                <a:gd name="connsiteY151" fmla="*/ 0 h 586170"/>
                <a:gd name="connsiteX152" fmla="*/ 135325 w 471500"/>
                <a:gd name="connsiteY152" fmla="*/ 976 h 586170"/>
                <a:gd name="connsiteX153" fmla="*/ 129166 w 471500"/>
                <a:gd name="connsiteY153" fmla="*/ 2859 h 586170"/>
                <a:gd name="connsiteX154" fmla="*/ 120248 w 471500"/>
                <a:gd name="connsiteY154" fmla="*/ 6156 h 586170"/>
                <a:gd name="connsiteX155" fmla="*/ 114594 w 471500"/>
                <a:gd name="connsiteY155" fmla="*/ 8343 h 586170"/>
                <a:gd name="connsiteX156" fmla="*/ 108570 w 471500"/>
                <a:gd name="connsiteY156" fmla="*/ 8343 h 586170"/>
                <a:gd name="connsiteX157" fmla="*/ 109108 w 471500"/>
                <a:gd name="connsiteY157" fmla="*/ 9655 h 586170"/>
                <a:gd name="connsiteX158" fmla="*/ 116647 w 471500"/>
                <a:gd name="connsiteY158" fmla="*/ 26104 h 586170"/>
                <a:gd name="connsiteX159" fmla="*/ 124825 w 471500"/>
                <a:gd name="connsiteY159" fmla="*/ 35053 h 586170"/>
                <a:gd name="connsiteX160" fmla="*/ 137647 w 471500"/>
                <a:gd name="connsiteY160" fmla="*/ 38787 h 586170"/>
                <a:gd name="connsiteX161" fmla="*/ 137647 w 471500"/>
                <a:gd name="connsiteY161" fmla="*/ 45750 h 586170"/>
                <a:gd name="connsiteX162" fmla="*/ 143167 w 471500"/>
                <a:gd name="connsiteY162" fmla="*/ 43429 h 586170"/>
                <a:gd name="connsiteX163" fmla="*/ 149393 w 471500"/>
                <a:gd name="connsiteY163" fmla="*/ 41108 h 586170"/>
                <a:gd name="connsiteX164" fmla="*/ 153297 w 471500"/>
                <a:gd name="connsiteY164" fmla="*/ 41680 h 586170"/>
                <a:gd name="connsiteX165" fmla="*/ 153297 w 471500"/>
                <a:gd name="connsiteY165" fmla="*/ 47466 h 586170"/>
                <a:gd name="connsiteX166" fmla="*/ 153297 w 471500"/>
                <a:gd name="connsiteY166" fmla="*/ 54429 h 586170"/>
                <a:gd name="connsiteX167" fmla="*/ 155922 w 471500"/>
                <a:gd name="connsiteY167" fmla="*/ 64285 h 586170"/>
                <a:gd name="connsiteX168" fmla="*/ 157941 w 471500"/>
                <a:gd name="connsiteY168" fmla="*/ 69802 h 586170"/>
                <a:gd name="connsiteX169" fmla="*/ 163730 w 471500"/>
                <a:gd name="connsiteY169" fmla="*/ 76463 h 586170"/>
                <a:gd name="connsiteX170" fmla="*/ 163730 w 471500"/>
                <a:gd name="connsiteY170" fmla="*/ 82249 h 586170"/>
                <a:gd name="connsiteX171" fmla="*/ 163730 w 471500"/>
                <a:gd name="connsiteY171" fmla="*/ 84873 h 586170"/>
                <a:gd name="connsiteX172" fmla="*/ 159388 w 471500"/>
                <a:gd name="connsiteY172" fmla="*/ 84873 h 586170"/>
                <a:gd name="connsiteX173" fmla="*/ 155922 w 471500"/>
                <a:gd name="connsiteY173" fmla="*/ 84873 h 586170"/>
                <a:gd name="connsiteX174" fmla="*/ 153600 w 471500"/>
                <a:gd name="connsiteY174" fmla="*/ 88069 h 586170"/>
                <a:gd name="connsiteX175" fmla="*/ 150403 w 471500"/>
                <a:gd name="connsiteY175" fmla="*/ 93014 h 586170"/>
                <a:gd name="connsiteX176" fmla="*/ 143739 w 471500"/>
                <a:gd name="connsiteY176" fmla="*/ 97084 h 586170"/>
                <a:gd name="connsiteX177" fmla="*/ 136200 w 471500"/>
                <a:gd name="connsiteY177" fmla="*/ 101592 h 586170"/>
                <a:gd name="connsiteX178" fmla="*/ 130412 w 471500"/>
                <a:gd name="connsiteY178" fmla="*/ 105797 h 586170"/>
                <a:gd name="connsiteX179" fmla="*/ 124623 w 471500"/>
                <a:gd name="connsiteY179" fmla="*/ 105797 h 586170"/>
                <a:gd name="connsiteX180" fmla="*/ 117657 w 471500"/>
                <a:gd name="connsiteY180" fmla="*/ 105797 h 586170"/>
                <a:gd name="connsiteX181" fmla="*/ 115032 w 471500"/>
                <a:gd name="connsiteY181" fmla="*/ 100583 h 586170"/>
                <a:gd name="connsiteX182" fmla="*/ 113012 w 471500"/>
                <a:gd name="connsiteY182" fmla="*/ 92173 h 586170"/>
                <a:gd name="connsiteX183" fmla="*/ 110993 w 471500"/>
                <a:gd name="connsiteY183" fmla="*/ 86959 h 586170"/>
                <a:gd name="connsiteX184" fmla="*/ 104632 w 471500"/>
                <a:gd name="connsiteY184" fmla="*/ 82619 h 586170"/>
                <a:gd name="connsiteX185" fmla="*/ 101132 w 471500"/>
                <a:gd name="connsiteY185" fmla="*/ 78279 h 586170"/>
                <a:gd name="connsiteX186" fmla="*/ 97935 w 471500"/>
                <a:gd name="connsiteY186" fmla="*/ 73940 h 586170"/>
                <a:gd name="connsiteX187" fmla="*/ 89521 w 471500"/>
                <a:gd name="connsiteY187" fmla="*/ 74815 h 586170"/>
                <a:gd name="connsiteX188" fmla="*/ 84305 w 471500"/>
                <a:gd name="connsiteY188" fmla="*/ 71350 h 586170"/>
                <a:gd name="connsiteX189" fmla="*/ 76194 w 471500"/>
                <a:gd name="connsiteY189" fmla="*/ 68154 h 586170"/>
                <a:gd name="connsiteX190" fmla="*/ 68083 w 471500"/>
                <a:gd name="connsiteY190" fmla="*/ 68726 h 586170"/>
                <a:gd name="connsiteX191" fmla="*/ 66064 w 471500"/>
                <a:gd name="connsiteY191" fmla="*/ 75689 h 586170"/>
                <a:gd name="connsiteX192" fmla="*/ 64617 w 471500"/>
                <a:gd name="connsiteY192" fmla="*/ 82922 h 586170"/>
                <a:gd name="connsiteX193" fmla="*/ 64617 w 471500"/>
                <a:gd name="connsiteY193" fmla="*/ 92778 h 586170"/>
                <a:gd name="connsiteX194" fmla="*/ 67511 w 471500"/>
                <a:gd name="connsiteY194" fmla="*/ 95368 h 586170"/>
                <a:gd name="connsiteX195" fmla="*/ 68386 w 471500"/>
                <a:gd name="connsiteY195" fmla="*/ 100583 h 586170"/>
                <a:gd name="connsiteX196" fmla="*/ 66939 w 471500"/>
                <a:gd name="connsiteY196" fmla="*/ 104350 h 586170"/>
                <a:gd name="connsiteX197" fmla="*/ 64617 w 471500"/>
                <a:gd name="connsiteY197" fmla="*/ 105797 h 586170"/>
                <a:gd name="connsiteX198" fmla="*/ 64617 w 471500"/>
                <a:gd name="connsiteY198" fmla="*/ 110136 h 586170"/>
                <a:gd name="connsiteX199" fmla="*/ 67511 w 471500"/>
                <a:gd name="connsiteY199" fmla="*/ 114778 h 586170"/>
                <a:gd name="connsiteX200" fmla="*/ 68386 w 471500"/>
                <a:gd name="connsiteY200" fmla="*/ 121742 h 586170"/>
                <a:gd name="connsiteX201" fmla="*/ 68083 w 471500"/>
                <a:gd name="connsiteY201" fmla="*/ 128403 h 586170"/>
                <a:gd name="connsiteX202" fmla="*/ 58525 w 471500"/>
                <a:gd name="connsiteY202" fmla="*/ 128403 h 586170"/>
                <a:gd name="connsiteX203" fmla="*/ 53309 w 471500"/>
                <a:gd name="connsiteY203" fmla="*/ 128403 h 586170"/>
                <a:gd name="connsiteX204" fmla="*/ 47520 w 471500"/>
                <a:gd name="connsiteY204" fmla="*/ 134491 h 586170"/>
                <a:gd name="connsiteX205" fmla="*/ 43751 w 471500"/>
                <a:gd name="connsiteY205" fmla="*/ 139706 h 586170"/>
                <a:gd name="connsiteX206" fmla="*/ 43751 w 471500"/>
                <a:gd name="connsiteY206" fmla="*/ 148385 h 586170"/>
                <a:gd name="connsiteX207" fmla="*/ 47823 w 471500"/>
                <a:gd name="connsiteY207" fmla="*/ 154171 h 586170"/>
                <a:gd name="connsiteX208" fmla="*/ 48698 w 471500"/>
                <a:gd name="connsiteY208" fmla="*/ 157938 h 586170"/>
                <a:gd name="connsiteX209" fmla="*/ 49270 w 471500"/>
                <a:gd name="connsiteY209" fmla="*/ 164902 h 586170"/>
                <a:gd name="connsiteX210" fmla="*/ 48395 w 471500"/>
                <a:gd name="connsiteY210" fmla="*/ 172134 h 586170"/>
                <a:gd name="connsiteX211" fmla="*/ 46679 w 471500"/>
                <a:gd name="connsiteY211" fmla="*/ 176171 h 586170"/>
                <a:gd name="connsiteX212" fmla="*/ 40588 w 471500"/>
                <a:gd name="connsiteY212" fmla="*/ 178189 h 586170"/>
                <a:gd name="connsiteX213" fmla="*/ 31029 w 471500"/>
                <a:gd name="connsiteY213" fmla="*/ 187171 h 586170"/>
                <a:gd name="connsiteX214" fmla="*/ 20294 w 471500"/>
                <a:gd name="connsiteY214" fmla="*/ 188920 h 586170"/>
                <a:gd name="connsiteX215" fmla="*/ 11611 w 471500"/>
                <a:gd name="connsiteY215" fmla="*/ 184009 h 586170"/>
                <a:gd name="connsiteX216" fmla="*/ 6967 w 471500"/>
                <a:gd name="connsiteY216" fmla="*/ 178795 h 586170"/>
                <a:gd name="connsiteX217" fmla="*/ 2322 w 471500"/>
                <a:gd name="connsiteY217" fmla="*/ 178223 h 586170"/>
                <a:gd name="connsiteX218" fmla="*/ 0 w 471500"/>
                <a:gd name="connsiteY218" fmla="*/ 182562 h 586170"/>
                <a:gd name="connsiteX219" fmla="*/ 3197 w 471500"/>
                <a:gd name="connsiteY219" fmla="*/ 188920 h 586170"/>
                <a:gd name="connsiteX220" fmla="*/ 3769 w 471500"/>
                <a:gd name="connsiteY220" fmla="*/ 192991 h 586170"/>
                <a:gd name="connsiteX221" fmla="*/ 4947 w 471500"/>
                <a:gd name="connsiteY221" fmla="*/ 201670 h 586170"/>
                <a:gd name="connsiteX222" fmla="*/ 9861 w 471500"/>
                <a:gd name="connsiteY222" fmla="*/ 208028 h 586170"/>
                <a:gd name="connsiteX223" fmla="*/ 23760 w 471500"/>
                <a:gd name="connsiteY223" fmla="*/ 209777 h 586170"/>
                <a:gd name="connsiteX224" fmla="*/ 31299 w 471500"/>
                <a:gd name="connsiteY224" fmla="*/ 211795 h 586170"/>
                <a:gd name="connsiteX225" fmla="*/ 36212 w 471500"/>
                <a:gd name="connsiteY225" fmla="*/ 224847 h 586170"/>
                <a:gd name="connsiteX226" fmla="*/ 42001 w 471500"/>
                <a:gd name="connsiteY226" fmla="*/ 240490 h 586170"/>
                <a:gd name="connsiteX227" fmla="*/ 42001 w 471500"/>
                <a:gd name="connsiteY227" fmla="*/ 250918 h 586170"/>
                <a:gd name="connsiteX228" fmla="*/ 48968 w 471500"/>
                <a:gd name="connsiteY228" fmla="*/ 256435 h 586170"/>
                <a:gd name="connsiteX229" fmla="*/ 60275 w 471500"/>
                <a:gd name="connsiteY229" fmla="*/ 251793 h 586170"/>
                <a:gd name="connsiteX230" fmla="*/ 63472 w 471500"/>
                <a:gd name="connsiteY230" fmla="*/ 249774 h 586170"/>
                <a:gd name="connsiteX231" fmla="*/ 71011 w 471500"/>
                <a:gd name="connsiteY231" fmla="*/ 252095 h 586170"/>
                <a:gd name="connsiteX232" fmla="*/ 78819 w 471500"/>
                <a:gd name="connsiteY232" fmla="*/ 258756 h 586170"/>
                <a:gd name="connsiteX233" fmla="*/ 85483 w 471500"/>
                <a:gd name="connsiteY233" fmla="*/ 258756 h 586170"/>
                <a:gd name="connsiteX234" fmla="*/ 89824 w 471500"/>
                <a:gd name="connsiteY234" fmla="*/ 255291 h 586170"/>
                <a:gd name="connsiteX235" fmla="*/ 95613 w 471500"/>
                <a:gd name="connsiteY235" fmla="*/ 251254 h 586170"/>
                <a:gd name="connsiteX236" fmla="*/ 100526 w 471500"/>
                <a:gd name="connsiteY236" fmla="*/ 252129 h 586170"/>
                <a:gd name="connsiteX237" fmla="*/ 104868 w 471500"/>
                <a:gd name="connsiteY237" fmla="*/ 261380 h 586170"/>
                <a:gd name="connsiteX238" fmla="*/ 106315 w 471500"/>
                <a:gd name="connsiteY238" fmla="*/ 270665 h 586170"/>
                <a:gd name="connsiteX239" fmla="*/ 105743 w 471500"/>
                <a:gd name="connsiteY239" fmla="*/ 284289 h 586170"/>
                <a:gd name="connsiteX240" fmla="*/ 108065 w 471500"/>
                <a:gd name="connsiteY240" fmla="*/ 306895 h 586170"/>
                <a:gd name="connsiteX241" fmla="*/ 108368 w 471500"/>
                <a:gd name="connsiteY241" fmla="*/ 321090 h 586170"/>
                <a:gd name="connsiteX242" fmla="*/ 101704 w 471500"/>
                <a:gd name="connsiteY242" fmla="*/ 326607 h 586170"/>
                <a:gd name="connsiteX243" fmla="*/ 99685 w 471500"/>
                <a:gd name="connsiteY243" fmla="*/ 328626 h 586170"/>
                <a:gd name="connsiteX244" fmla="*/ 93896 w 471500"/>
                <a:gd name="connsiteY244" fmla="*/ 332393 h 586170"/>
                <a:gd name="connsiteX245" fmla="*/ 85214 w 471500"/>
                <a:gd name="connsiteY245" fmla="*/ 336161 h 586170"/>
                <a:gd name="connsiteX246" fmla="*/ 79122 w 471500"/>
                <a:gd name="connsiteY246" fmla="*/ 337910 h 586170"/>
                <a:gd name="connsiteX247" fmla="*/ 73031 w 471500"/>
                <a:gd name="connsiteY247" fmla="*/ 341106 h 586170"/>
                <a:gd name="connsiteX248" fmla="*/ 70406 w 471500"/>
                <a:gd name="connsiteY248" fmla="*/ 348069 h 586170"/>
                <a:gd name="connsiteX249" fmla="*/ 63439 w 471500"/>
                <a:gd name="connsiteY249" fmla="*/ 360516 h 586170"/>
                <a:gd name="connsiteX250" fmla="*/ 63136 w 471500"/>
                <a:gd name="connsiteY250" fmla="*/ 368051 h 586170"/>
                <a:gd name="connsiteX251" fmla="*/ 61386 w 471500"/>
                <a:gd name="connsiteY251" fmla="*/ 372122 h 586170"/>
                <a:gd name="connsiteX252" fmla="*/ 58189 w 471500"/>
                <a:gd name="connsiteY252" fmla="*/ 376899 h 586170"/>
                <a:gd name="connsiteX253" fmla="*/ 59064 w 471500"/>
                <a:gd name="connsiteY253" fmla="*/ 382247 h 586170"/>
                <a:gd name="connsiteX254" fmla="*/ 65458 w 471500"/>
                <a:gd name="connsiteY254" fmla="*/ 382247 h 586170"/>
                <a:gd name="connsiteX255" fmla="*/ 67208 w 471500"/>
                <a:gd name="connsiteY255" fmla="*/ 382247 h 586170"/>
                <a:gd name="connsiteX256" fmla="*/ 72862 w 471500"/>
                <a:gd name="connsiteY256" fmla="*/ 387764 h 586170"/>
                <a:gd name="connsiteX257" fmla="*/ 75016 w 471500"/>
                <a:gd name="connsiteY257" fmla="*/ 392104 h 586170"/>
                <a:gd name="connsiteX258" fmla="*/ 75016 w 471500"/>
                <a:gd name="connsiteY258" fmla="*/ 397015 h 586170"/>
                <a:gd name="connsiteX259" fmla="*/ 81814 w 471500"/>
                <a:gd name="connsiteY259" fmla="*/ 401354 h 586170"/>
                <a:gd name="connsiteX260" fmla="*/ 84574 w 471500"/>
                <a:gd name="connsiteY260" fmla="*/ 401354 h 586170"/>
                <a:gd name="connsiteX261" fmla="*/ 87199 w 471500"/>
                <a:gd name="connsiteY261" fmla="*/ 397284 h 586170"/>
                <a:gd name="connsiteX262" fmla="*/ 89824 w 471500"/>
                <a:gd name="connsiteY262" fmla="*/ 395266 h 586170"/>
                <a:gd name="connsiteX263" fmla="*/ 96488 w 471500"/>
                <a:gd name="connsiteY263" fmla="*/ 397890 h 586170"/>
                <a:gd name="connsiteX264" fmla="*/ 100257 w 471500"/>
                <a:gd name="connsiteY264" fmla="*/ 403541 h 586170"/>
                <a:gd name="connsiteX265" fmla="*/ 104599 w 471500"/>
                <a:gd name="connsiteY265" fmla="*/ 406602 h 586170"/>
                <a:gd name="connsiteX266" fmla="*/ 110690 w 471500"/>
                <a:gd name="connsiteY266" fmla="*/ 406602 h 586170"/>
                <a:gd name="connsiteX267" fmla="*/ 114156 w 471500"/>
                <a:gd name="connsiteY267" fmla="*/ 406602 h 586170"/>
                <a:gd name="connsiteX268" fmla="*/ 118229 w 471500"/>
                <a:gd name="connsiteY268" fmla="*/ 411951 h 586170"/>
                <a:gd name="connsiteX269" fmla="*/ 119373 w 471500"/>
                <a:gd name="connsiteY269" fmla="*/ 417031 h 586170"/>
                <a:gd name="connsiteX270" fmla="*/ 124589 w 471500"/>
                <a:gd name="connsiteY270" fmla="*/ 417031 h 586170"/>
                <a:gd name="connsiteX271" fmla="*/ 128359 w 471500"/>
                <a:gd name="connsiteY271" fmla="*/ 419352 h 586170"/>
                <a:gd name="connsiteX272" fmla="*/ 127484 w 471500"/>
                <a:gd name="connsiteY272" fmla="*/ 422245 h 586170"/>
                <a:gd name="connsiteX273" fmla="*/ 122839 w 471500"/>
                <a:gd name="connsiteY273" fmla="*/ 425710 h 586170"/>
                <a:gd name="connsiteX274" fmla="*/ 117926 w 471500"/>
                <a:gd name="connsiteY274" fmla="*/ 429780 h 586170"/>
                <a:gd name="connsiteX275" fmla="*/ 113854 w 471500"/>
                <a:gd name="connsiteY275" fmla="*/ 432673 h 586170"/>
                <a:gd name="connsiteX276" fmla="*/ 108940 w 471500"/>
                <a:gd name="connsiteY276" fmla="*/ 432673 h 586170"/>
                <a:gd name="connsiteX277" fmla="*/ 110084 w 471500"/>
                <a:gd name="connsiteY277" fmla="*/ 437584 h 586170"/>
                <a:gd name="connsiteX278" fmla="*/ 109512 w 471500"/>
                <a:gd name="connsiteY278" fmla="*/ 443101 h 586170"/>
                <a:gd name="connsiteX279" fmla="*/ 107493 w 471500"/>
                <a:gd name="connsiteY279" fmla="*/ 448887 h 586170"/>
                <a:gd name="connsiteX280" fmla="*/ 103724 w 471500"/>
                <a:gd name="connsiteY280" fmla="*/ 452083 h 586170"/>
                <a:gd name="connsiteX281" fmla="*/ 103454 w 471500"/>
                <a:gd name="connsiteY281" fmla="*/ 458744 h 586170"/>
                <a:gd name="connsiteX282" fmla="*/ 108099 w 471500"/>
                <a:gd name="connsiteY282" fmla="*/ 464832 h 586170"/>
                <a:gd name="connsiteX283" fmla="*/ 112440 w 471500"/>
                <a:gd name="connsiteY283" fmla="*/ 470047 h 586170"/>
                <a:gd name="connsiteX284" fmla="*/ 115772 w 471500"/>
                <a:gd name="connsiteY284" fmla="*/ 474117 h 586170"/>
                <a:gd name="connsiteX285" fmla="*/ 118531 w 471500"/>
                <a:gd name="connsiteY285" fmla="*/ 477582 h 586170"/>
                <a:gd name="connsiteX286" fmla="*/ 118531 w 471500"/>
                <a:gd name="connsiteY286" fmla="*/ 482224 h 586170"/>
                <a:gd name="connsiteX287" fmla="*/ 120854 w 471500"/>
                <a:gd name="connsiteY287" fmla="*/ 489457 h 586170"/>
                <a:gd name="connsiteX288" fmla="*/ 116209 w 471500"/>
                <a:gd name="connsiteY288" fmla="*/ 493527 h 586170"/>
                <a:gd name="connsiteX289" fmla="*/ 119104 w 471500"/>
                <a:gd name="connsiteY289" fmla="*/ 496723 h 586170"/>
                <a:gd name="connsiteX290" fmla="*/ 124017 w 471500"/>
                <a:gd name="connsiteY290" fmla="*/ 498169 h 586170"/>
                <a:gd name="connsiteX291" fmla="*/ 128090 w 471500"/>
                <a:gd name="connsiteY291" fmla="*/ 500793 h 586170"/>
                <a:gd name="connsiteX292" fmla="*/ 132734 w 471500"/>
                <a:gd name="connsiteY292" fmla="*/ 508026 h 586170"/>
                <a:gd name="connsiteX293" fmla="*/ 134484 w 471500"/>
                <a:gd name="connsiteY293" fmla="*/ 512096 h 586170"/>
                <a:gd name="connsiteX294" fmla="*/ 136806 w 471500"/>
                <a:gd name="connsiteY294" fmla="*/ 518454 h 586170"/>
                <a:gd name="connsiteX295" fmla="*/ 138253 w 471500"/>
                <a:gd name="connsiteY295" fmla="*/ 523668 h 586170"/>
                <a:gd name="connsiteX296" fmla="*/ 138556 w 471500"/>
                <a:gd name="connsiteY296" fmla="*/ 528580 h 586170"/>
                <a:gd name="connsiteX297" fmla="*/ 138253 w 471500"/>
                <a:gd name="connsiteY297" fmla="*/ 534097 h 586170"/>
                <a:gd name="connsiteX298" fmla="*/ 138556 w 471500"/>
                <a:gd name="connsiteY298" fmla="*/ 539614 h 586170"/>
                <a:gd name="connsiteX299" fmla="*/ 144075 w 471500"/>
                <a:gd name="connsiteY299" fmla="*/ 548023 h 586170"/>
                <a:gd name="connsiteX300" fmla="*/ 144345 w 471500"/>
                <a:gd name="connsiteY300" fmla="*/ 552497 h 586170"/>
                <a:gd name="connsiteX301" fmla="*/ 145792 w 471500"/>
                <a:gd name="connsiteY301" fmla="*/ 557846 h 586170"/>
                <a:gd name="connsiteX302" fmla="*/ 152455 w 471500"/>
                <a:gd name="connsiteY302" fmla="*/ 557846 h 586170"/>
                <a:gd name="connsiteX303" fmla="*/ 161138 w 471500"/>
                <a:gd name="connsiteY303" fmla="*/ 555256 h 586170"/>
                <a:gd name="connsiteX304" fmla="*/ 166927 w 471500"/>
                <a:gd name="connsiteY304" fmla="*/ 552632 h 586170"/>
                <a:gd name="connsiteX305" fmla="*/ 173893 w 471500"/>
                <a:gd name="connsiteY305" fmla="*/ 549436 h 586170"/>
                <a:gd name="connsiteX306" fmla="*/ 177965 w 471500"/>
                <a:gd name="connsiteY306" fmla="*/ 544222 h 586170"/>
                <a:gd name="connsiteX307" fmla="*/ 183754 w 471500"/>
                <a:gd name="connsiteY307" fmla="*/ 538436 h 586170"/>
                <a:gd name="connsiteX308" fmla="*/ 187826 w 471500"/>
                <a:gd name="connsiteY308" fmla="*/ 534971 h 586170"/>
                <a:gd name="connsiteX309" fmla="*/ 190721 w 471500"/>
                <a:gd name="connsiteY309" fmla="*/ 531506 h 586170"/>
                <a:gd name="connsiteX310" fmla="*/ 189577 w 471500"/>
                <a:gd name="connsiteY310" fmla="*/ 524274 h 586170"/>
                <a:gd name="connsiteX311" fmla="*/ 193043 w 471500"/>
                <a:gd name="connsiteY311" fmla="*/ 521953 h 586170"/>
                <a:gd name="connsiteX312" fmla="*/ 197115 w 471500"/>
                <a:gd name="connsiteY312" fmla="*/ 521650 h 586170"/>
                <a:gd name="connsiteX313" fmla="*/ 205663 w 471500"/>
                <a:gd name="connsiteY313" fmla="*/ 520775 h 586170"/>
                <a:gd name="connsiteX314" fmla="*/ 208995 w 471500"/>
                <a:gd name="connsiteY314" fmla="*/ 524240 h 586170"/>
                <a:gd name="connsiteX315" fmla="*/ 208995 w 471500"/>
                <a:gd name="connsiteY315" fmla="*/ 527436 h 586170"/>
                <a:gd name="connsiteX316" fmla="*/ 214952 w 471500"/>
                <a:gd name="connsiteY316" fmla="*/ 532347 h 586170"/>
                <a:gd name="connsiteX317" fmla="*/ 219428 w 471500"/>
                <a:gd name="connsiteY317" fmla="*/ 536115 h 586170"/>
                <a:gd name="connsiteX318" fmla="*/ 219428 w 471500"/>
                <a:gd name="connsiteY318" fmla="*/ 543078 h 586170"/>
                <a:gd name="connsiteX319" fmla="*/ 212764 w 471500"/>
                <a:gd name="connsiteY319" fmla="*/ 547721 h 586170"/>
                <a:gd name="connsiteX320" fmla="*/ 209567 w 471500"/>
                <a:gd name="connsiteY320" fmla="*/ 551488 h 586170"/>
                <a:gd name="connsiteX321" fmla="*/ 204351 w 471500"/>
                <a:gd name="connsiteY321" fmla="*/ 554381 h 586170"/>
                <a:gd name="connsiteX322" fmla="*/ 199134 w 471500"/>
                <a:gd name="connsiteY322" fmla="*/ 557846 h 586170"/>
                <a:gd name="connsiteX323" fmla="*/ 198562 w 471500"/>
                <a:gd name="connsiteY323" fmla="*/ 562186 h 586170"/>
                <a:gd name="connsiteX324" fmla="*/ 198562 w 471500"/>
                <a:gd name="connsiteY324" fmla="*/ 565651 h 586170"/>
                <a:gd name="connsiteX325" fmla="*/ 200009 w 471500"/>
                <a:gd name="connsiteY325" fmla="*/ 570293 h 586170"/>
                <a:gd name="connsiteX326" fmla="*/ 202601 w 471500"/>
                <a:gd name="connsiteY326" fmla="*/ 573926 h 586170"/>
                <a:gd name="connsiteX327" fmla="*/ 206673 w 471500"/>
                <a:gd name="connsiteY327" fmla="*/ 576953 h 586170"/>
                <a:gd name="connsiteX328" fmla="*/ 213336 w 471500"/>
                <a:gd name="connsiteY328" fmla="*/ 576953 h 586170"/>
                <a:gd name="connsiteX329" fmla="*/ 218553 w 471500"/>
                <a:gd name="connsiteY329" fmla="*/ 576953 h 586170"/>
                <a:gd name="connsiteX330" fmla="*/ 222894 w 471500"/>
                <a:gd name="connsiteY330" fmla="*/ 572042 h 586170"/>
                <a:gd name="connsiteX331" fmla="*/ 226092 w 471500"/>
                <a:gd name="connsiteY331" fmla="*/ 568846 h 586170"/>
                <a:gd name="connsiteX332" fmla="*/ 237097 w 471500"/>
                <a:gd name="connsiteY332" fmla="*/ 565381 h 586170"/>
                <a:gd name="connsiteX333" fmla="*/ 238241 w 471500"/>
                <a:gd name="connsiteY333" fmla="*/ 562186 h 586170"/>
                <a:gd name="connsiteX334" fmla="*/ 240260 w 471500"/>
                <a:gd name="connsiteY334" fmla="*/ 557543 h 586170"/>
                <a:gd name="connsiteX335" fmla="*/ 240260 w 471500"/>
                <a:gd name="connsiteY335" fmla="*/ 553473 h 586170"/>
                <a:gd name="connsiteX336" fmla="*/ 240260 w 471500"/>
                <a:gd name="connsiteY336" fmla="*/ 547956 h 586170"/>
                <a:gd name="connsiteX337" fmla="*/ 237366 w 471500"/>
                <a:gd name="connsiteY337" fmla="*/ 543045 h 586170"/>
                <a:gd name="connsiteX338" fmla="*/ 241034 w 471500"/>
                <a:gd name="connsiteY338" fmla="*/ 538705 h 586170"/>
                <a:gd name="connsiteX339" fmla="*/ 244904 w 471500"/>
                <a:gd name="connsiteY339" fmla="*/ 536384 h 586170"/>
                <a:gd name="connsiteX340" fmla="*/ 246655 w 471500"/>
                <a:gd name="connsiteY340" fmla="*/ 534635 h 586170"/>
                <a:gd name="connsiteX341" fmla="*/ 251568 w 471500"/>
                <a:gd name="connsiteY341" fmla="*/ 534938 h 586170"/>
                <a:gd name="connsiteX342" fmla="*/ 256212 w 471500"/>
                <a:gd name="connsiteY342" fmla="*/ 541026 h 586170"/>
                <a:gd name="connsiteX343" fmla="*/ 258804 w 471500"/>
                <a:gd name="connsiteY343" fmla="*/ 544794 h 586170"/>
                <a:gd name="connsiteX344" fmla="*/ 265770 w 471500"/>
                <a:gd name="connsiteY344" fmla="*/ 545669 h 586170"/>
                <a:gd name="connsiteX345" fmla="*/ 269405 w 471500"/>
                <a:gd name="connsiteY345" fmla="*/ 544794 h 586170"/>
                <a:gd name="connsiteX346" fmla="*/ 271593 w 471500"/>
                <a:gd name="connsiteY346" fmla="*/ 547384 h 586170"/>
                <a:gd name="connsiteX347" fmla="*/ 271593 w 471500"/>
                <a:gd name="connsiteY347" fmla="*/ 549974 h 586170"/>
                <a:gd name="connsiteX348" fmla="*/ 271593 w 471500"/>
                <a:gd name="connsiteY348" fmla="*/ 556938 h 586170"/>
                <a:gd name="connsiteX349" fmla="*/ 273780 w 471500"/>
                <a:gd name="connsiteY349" fmla="*/ 562152 h 586170"/>
                <a:gd name="connsiteX350" fmla="*/ 278559 w 471500"/>
                <a:gd name="connsiteY350" fmla="*/ 563599 h 586170"/>
                <a:gd name="connsiteX351" fmla="*/ 278559 w 471500"/>
                <a:gd name="connsiteY351" fmla="*/ 565617 h 586170"/>
                <a:gd name="connsiteX352" fmla="*/ 284348 w 471500"/>
                <a:gd name="connsiteY352" fmla="*/ 567938 h 586170"/>
                <a:gd name="connsiteX353" fmla="*/ 289261 w 471500"/>
                <a:gd name="connsiteY353" fmla="*/ 569956 h 586170"/>
                <a:gd name="connsiteX354" fmla="*/ 297372 w 471500"/>
                <a:gd name="connsiteY354" fmla="*/ 570259 h 586170"/>
                <a:gd name="connsiteX355" fmla="*/ 308377 w 471500"/>
                <a:gd name="connsiteY355" fmla="*/ 571134 h 586170"/>
                <a:gd name="connsiteX356" fmla="*/ 320829 w 471500"/>
                <a:gd name="connsiteY356" fmla="*/ 573152 h 586170"/>
                <a:gd name="connsiteX357" fmla="*/ 328671 w 471500"/>
                <a:gd name="connsiteY357" fmla="*/ 573724 h 586170"/>
                <a:gd name="connsiteX358" fmla="*/ 337657 w 471500"/>
                <a:gd name="connsiteY358" fmla="*/ 572277 h 586170"/>
                <a:gd name="connsiteX359" fmla="*/ 342638 w 471500"/>
                <a:gd name="connsiteY359" fmla="*/ 573051 h 58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471500" h="586170">
                  <a:moveTo>
                    <a:pt x="342638" y="573051"/>
                  </a:moveTo>
                  <a:lnTo>
                    <a:pt x="344388" y="580015"/>
                  </a:lnTo>
                  <a:lnTo>
                    <a:pt x="344388" y="582908"/>
                  </a:lnTo>
                  <a:lnTo>
                    <a:pt x="353070" y="586171"/>
                  </a:lnTo>
                  <a:lnTo>
                    <a:pt x="357210" y="581831"/>
                  </a:lnTo>
                  <a:cubicBezTo>
                    <a:pt x="357210" y="581831"/>
                    <a:pt x="363301" y="576180"/>
                    <a:pt x="364177" y="575978"/>
                  </a:cubicBezTo>
                  <a:cubicBezTo>
                    <a:pt x="365051" y="575776"/>
                    <a:pt x="370268" y="572277"/>
                    <a:pt x="370268" y="572277"/>
                  </a:cubicBezTo>
                  <a:lnTo>
                    <a:pt x="375047" y="564877"/>
                  </a:lnTo>
                  <a:lnTo>
                    <a:pt x="380936" y="560302"/>
                  </a:lnTo>
                  <a:lnTo>
                    <a:pt x="384638" y="555289"/>
                  </a:lnTo>
                  <a:lnTo>
                    <a:pt x="389619" y="552262"/>
                  </a:lnTo>
                  <a:lnTo>
                    <a:pt x="399614" y="547048"/>
                  </a:lnTo>
                  <a:lnTo>
                    <a:pt x="403519" y="541161"/>
                  </a:lnTo>
                  <a:lnTo>
                    <a:pt x="403519" y="532919"/>
                  </a:lnTo>
                  <a:lnTo>
                    <a:pt x="408533" y="529858"/>
                  </a:lnTo>
                  <a:lnTo>
                    <a:pt x="413951" y="514653"/>
                  </a:lnTo>
                  <a:lnTo>
                    <a:pt x="411495" y="504662"/>
                  </a:lnTo>
                  <a:lnTo>
                    <a:pt x="408735" y="499448"/>
                  </a:lnTo>
                  <a:lnTo>
                    <a:pt x="408735" y="490769"/>
                  </a:lnTo>
                  <a:lnTo>
                    <a:pt x="408735" y="474689"/>
                  </a:lnTo>
                  <a:lnTo>
                    <a:pt x="411495" y="474252"/>
                  </a:lnTo>
                  <a:lnTo>
                    <a:pt x="414826" y="477716"/>
                  </a:lnTo>
                  <a:lnTo>
                    <a:pt x="425259" y="477716"/>
                  </a:lnTo>
                  <a:lnTo>
                    <a:pt x="437442" y="477716"/>
                  </a:lnTo>
                  <a:lnTo>
                    <a:pt x="448313" y="474891"/>
                  </a:lnTo>
                  <a:lnTo>
                    <a:pt x="452217" y="468163"/>
                  </a:lnTo>
                  <a:lnTo>
                    <a:pt x="452217" y="459484"/>
                  </a:lnTo>
                  <a:lnTo>
                    <a:pt x="447202" y="453832"/>
                  </a:lnTo>
                  <a:cubicBezTo>
                    <a:pt x="447202" y="453832"/>
                    <a:pt x="439159" y="449055"/>
                    <a:pt x="439596" y="446432"/>
                  </a:cubicBezTo>
                  <a:cubicBezTo>
                    <a:pt x="440034" y="443841"/>
                    <a:pt x="446125" y="437753"/>
                    <a:pt x="446125" y="437753"/>
                  </a:cubicBezTo>
                  <a:lnTo>
                    <a:pt x="453529" y="437753"/>
                  </a:lnTo>
                  <a:lnTo>
                    <a:pt x="460933" y="435129"/>
                  </a:lnTo>
                  <a:lnTo>
                    <a:pt x="460933" y="424263"/>
                  </a:lnTo>
                  <a:lnTo>
                    <a:pt x="466150" y="414272"/>
                  </a:lnTo>
                  <a:lnTo>
                    <a:pt x="469212" y="406602"/>
                  </a:lnTo>
                  <a:lnTo>
                    <a:pt x="471400" y="389951"/>
                  </a:lnTo>
                  <a:lnTo>
                    <a:pt x="471400" y="381272"/>
                  </a:lnTo>
                  <a:lnTo>
                    <a:pt x="471501" y="381003"/>
                  </a:lnTo>
                  <a:cubicBezTo>
                    <a:pt x="470390" y="379119"/>
                    <a:pt x="468506" y="374880"/>
                    <a:pt x="468506" y="374880"/>
                  </a:cubicBezTo>
                  <a:lnTo>
                    <a:pt x="461236" y="376899"/>
                  </a:lnTo>
                  <a:lnTo>
                    <a:pt x="451106" y="378076"/>
                  </a:lnTo>
                  <a:lnTo>
                    <a:pt x="450534" y="372862"/>
                  </a:lnTo>
                  <a:lnTo>
                    <a:pt x="449659" y="364755"/>
                  </a:lnTo>
                  <a:lnTo>
                    <a:pt x="445318" y="364755"/>
                  </a:lnTo>
                  <a:lnTo>
                    <a:pt x="434313" y="367042"/>
                  </a:lnTo>
                  <a:lnTo>
                    <a:pt x="426471" y="369094"/>
                  </a:lnTo>
                  <a:lnTo>
                    <a:pt x="419235" y="369969"/>
                  </a:lnTo>
                  <a:lnTo>
                    <a:pt x="411562" y="373164"/>
                  </a:lnTo>
                  <a:lnTo>
                    <a:pt x="404461" y="375183"/>
                  </a:lnTo>
                  <a:lnTo>
                    <a:pt x="395778" y="375183"/>
                  </a:lnTo>
                  <a:lnTo>
                    <a:pt x="387364" y="370406"/>
                  </a:lnTo>
                  <a:lnTo>
                    <a:pt x="384167" y="367076"/>
                  </a:lnTo>
                  <a:lnTo>
                    <a:pt x="382148" y="361290"/>
                  </a:lnTo>
                  <a:lnTo>
                    <a:pt x="389687" y="354057"/>
                  </a:lnTo>
                  <a:lnTo>
                    <a:pt x="394903" y="349718"/>
                  </a:lnTo>
                  <a:lnTo>
                    <a:pt x="398100" y="341913"/>
                  </a:lnTo>
                  <a:lnTo>
                    <a:pt x="396922" y="336396"/>
                  </a:lnTo>
                  <a:lnTo>
                    <a:pt x="395778" y="330005"/>
                  </a:lnTo>
                  <a:lnTo>
                    <a:pt x="394028" y="324791"/>
                  </a:lnTo>
                  <a:lnTo>
                    <a:pt x="383595" y="324791"/>
                  </a:lnTo>
                  <a:lnTo>
                    <a:pt x="373162" y="323243"/>
                  </a:lnTo>
                  <a:cubicBezTo>
                    <a:pt x="373162" y="323243"/>
                    <a:pt x="365321" y="322167"/>
                    <a:pt x="364177" y="323008"/>
                  </a:cubicBezTo>
                  <a:cubicBezTo>
                    <a:pt x="363032" y="323849"/>
                    <a:pt x="361282" y="317794"/>
                    <a:pt x="361282" y="317794"/>
                  </a:cubicBezTo>
                  <a:lnTo>
                    <a:pt x="358960" y="307365"/>
                  </a:lnTo>
                  <a:lnTo>
                    <a:pt x="354316" y="301579"/>
                  </a:lnTo>
                  <a:lnTo>
                    <a:pt x="349099" y="298686"/>
                  </a:lnTo>
                  <a:lnTo>
                    <a:pt x="343310" y="295221"/>
                  </a:lnTo>
                  <a:lnTo>
                    <a:pt x="345633" y="289436"/>
                  </a:lnTo>
                  <a:lnTo>
                    <a:pt x="350546" y="281328"/>
                  </a:lnTo>
                  <a:lnTo>
                    <a:pt x="352296" y="273221"/>
                  </a:lnTo>
                  <a:lnTo>
                    <a:pt x="356941" y="266830"/>
                  </a:lnTo>
                  <a:lnTo>
                    <a:pt x="362460" y="266258"/>
                  </a:lnTo>
                  <a:lnTo>
                    <a:pt x="366801" y="264811"/>
                  </a:lnTo>
                  <a:lnTo>
                    <a:pt x="368249" y="259597"/>
                  </a:lnTo>
                  <a:cubicBezTo>
                    <a:pt x="368249" y="259597"/>
                    <a:pt x="369696" y="256401"/>
                    <a:pt x="371143" y="255527"/>
                  </a:cubicBezTo>
                  <a:cubicBezTo>
                    <a:pt x="372590" y="254652"/>
                    <a:pt x="372018" y="245670"/>
                    <a:pt x="372018" y="245670"/>
                  </a:cubicBezTo>
                  <a:lnTo>
                    <a:pt x="370874" y="239279"/>
                  </a:lnTo>
                  <a:lnTo>
                    <a:pt x="367979" y="229725"/>
                  </a:lnTo>
                  <a:lnTo>
                    <a:pt x="368551" y="222190"/>
                  </a:lnTo>
                  <a:lnTo>
                    <a:pt x="374037" y="217548"/>
                  </a:lnTo>
                  <a:cubicBezTo>
                    <a:pt x="374037" y="217548"/>
                    <a:pt x="381004" y="219869"/>
                    <a:pt x="382148" y="220743"/>
                  </a:cubicBezTo>
                  <a:cubicBezTo>
                    <a:pt x="383292" y="221618"/>
                    <a:pt x="386489" y="225655"/>
                    <a:pt x="386489" y="225655"/>
                  </a:cubicBezTo>
                  <a:lnTo>
                    <a:pt x="395172" y="227101"/>
                  </a:lnTo>
                  <a:lnTo>
                    <a:pt x="403014" y="227404"/>
                  </a:lnTo>
                  <a:lnTo>
                    <a:pt x="408802" y="232315"/>
                  </a:lnTo>
                  <a:lnTo>
                    <a:pt x="416038" y="228548"/>
                  </a:lnTo>
                  <a:lnTo>
                    <a:pt x="420952" y="223031"/>
                  </a:lnTo>
                  <a:lnTo>
                    <a:pt x="419504" y="217245"/>
                  </a:lnTo>
                  <a:lnTo>
                    <a:pt x="418057" y="209407"/>
                  </a:lnTo>
                  <a:lnTo>
                    <a:pt x="420682" y="205639"/>
                  </a:lnTo>
                  <a:lnTo>
                    <a:pt x="422432" y="194336"/>
                  </a:lnTo>
                  <a:lnTo>
                    <a:pt x="415769" y="189694"/>
                  </a:lnTo>
                  <a:lnTo>
                    <a:pt x="403889" y="183605"/>
                  </a:lnTo>
                  <a:lnTo>
                    <a:pt x="396081" y="176945"/>
                  </a:lnTo>
                  <a:lnTo>
                    <a:pt x="390562" y="170553"/>
                  </a:lnTo>
                  <a:cubicBezTo>
                    <a:pt x="390562" y="170553"/>
                    <a:pt x="384470" y="171730"/>
                    <a:pt x="382451" y="172874"/>
                  </a:cubicBezTo>
                  <a:cubicBezTo>
                    <a:pt x="380432" y="174018"/>
                    <a:pt x="379859" y="178963"/>
                    <a:pt x="379859" y="178963"/>
                  </a:cubicBezTo>
                  <a:lnTo>
                    <a:pt x="379556" y="189694"/>
                  </a:lnTo>
                  <a:lnTo>
                    <a:pt x="375484" y="195211"/>
                  </a:lnTo>
                  <a:lnTo>
                    <a:pt x="373734" y="201300"/>
                  </a:lnTo>
                  <a:lnTo>
                    <a:pt x="368518" y="204193"/>
                  </a:lnTo>
                  <a:lnTo>
                    <a:pt x="361854" y="204495"/>
                  </a:lnTo>
                  <a:lnTo>
                    <a:pt x="354618" y="204193"/>
                  </a:lnTo>
                  <a:lnTo>
                    <a:pt x="345936" y="206211"/>
                  </a:lnTo>
                  <a:lnTo>
                    <a:pt x="340147" y="205336"/>
                  </a:lnTo>
                  <a:cubicBezTo>
                    <a:pt x="340147" y="205336"/>
                    <a:pt x="330286" y="196927"/>
                    <a:pt x="329142" y="196927"/>
                  </a:cubicBezTo>
                  <a:cubicBezTo>
                    <a:pt x="327998" y="196927"/>
                    <a:pt x="326248" y="188819"/>
                    <a:pt x="326248" y="188819"/>
                  </a:cubicBezTo>
                  <a:lnTo>
                    <a:pt x="327123" y="181015"/>
                  </a:lnTo>
                  <a:lnTo>
                    <a:pt x="323925" y="172605"/>
                  </a:lnTo>
                  <a:lnTo>
                    <a:pt x="319853" y="163926"/>
                  </a:lnTo>
                  <a:lnTo>
                    <a:pt x="317531" y="154372"/>
                  </a:lnTo>
                  <a:lnTo>
                    <a:pt x="310565" y="156693"/>
                  </a:lnTo>
                  <a:lnTo>
                    <a:pt x="300132" y="157568"/>
                  </a:lnTo>
                  <a:lnTo>
                    <a:pt x="295790" y="152657"/>
                  </a:lnTo>
                  <a:lnTo>
                    <a:pt x="295521" y="150908"/>
                  </a:lnTo>
                  <a:lnTo>
                    <a:pt x="297271" y="137283"/>
                  </a:lnTo>
                  <a:lnTo>
                    <a:pt x="299290" y="130320"/>
                  </a:lnTo>
                  <a:lnTo>
                    <a:pt x="301882" y="125678"/>
                  </a:lnTo>
                  <a:lnTo>
                    <a:pt x="305954" y="119017"/>
                  </a:lnTo>
                  <a:lnTo>
                    <a:pt x="307973" y="112626"/>
                  </a:lnTo>
                  <a:lnTo>
                    <a:pt x="308545" y="107714"/>
                  </a:lnTo>
                  <a:lnTo>
                    <a:pt x="312617" y="102197"/>
                  </a:lnTo>
                  <a:lnTo>
                    <a:pt x="313493" y="94359"/>
                  </a:lnTo>
                  <a:lnTo>
                    <a:pt x="306257" y="93485"/>
                  </a:lnTo>
                  <a:lnTo>
                    <a:pt x="296699" y="91735"/>
                  </a:lnTo>
                  <a:lnTo>
                    <a:pt x="291482" y="89111"/>
                  </a:lnTo>
                  <a:lnTo>
                    <a:pt x="286838" y="93182"/>
                  </a:lnTo>
                  <a:cubicBezTo>
                    <a:pt x="286838" y="93182"/>
                    <a:pt x="281319" y="96378"/>
                    <a:pt x="280174" y="96647"/>
                  </a:cubicBezTo>
                  <a:cubicBezTo>
                    <a:pt x="279030" y="96949"/>
                    <a:pt x="270919" y="96647"/>
                    <a:pt x="270919" y="96647"/>
                  </a:cubicBezTo>
                  <a:lnTo>
                    <a:pt x="268025" y="92576"/>
                  </a:lnTo>
                  <a:lnTo>
                    <a:pt x="268025" y="82720"/>
                  </a:lnTo>
                  <a:lnTo>
                    <a:pt x="267015" y="78952"/>
                  </a:lnTo>
                  <a:lnTo>
                    <a:pt x="262539" y="73166"/>
                  </a:lnTo>
                  <a:lnTo>
                    <a:pt x="258198" y="68827"/>
                  </a:lnTo>
                  <a:lnTo>
                    <a:pt x="251838" y="61863"/>
                  </a:lnTo>
                  <a:lnTo>
                    <a:pt x="242852" y="60417"/>
                  </a:lnTo>
                  <a:lnTo>
                    <a:pt x="231544" y="60417"/>
                  </a:lnTo>
                  <a:lnTo>
                    <a:pt x="217644" y="60282"/>
                  </a:lnTo>
                  <a:lnTo>
                    <a:pt x="211250" y="57827"/>
                  </a:lnTo>
                  <a:lnTo>
                    <a:pt x="206336" y="52041"/>
                  </a:lnTo>
                  <a:lnTo>
                    <a:pt x="204889" y="47701"/>
                  </a:lnTo>
                  <a:lnTo>
                    <a:pt x="198495" y="47398"/>
                  </a:lnTo>
                  <a:lnTo>
                    <a:pt x="193009" y="37273"/>
                  </a:lnTo>
                  <a:lnTo>
                    <a:pt x="188937" y="29166"/>
                  </a:lnTo>
                  <a:lnTo>
                    <a:pt x="183417" y="29166"/>
                  </a:lnTo>
                  <a:lnTo>
                    <a:pt x="178504" y="24826"/>
                  </a:lnTo>
                  <a:lnTo>
                    <a:pt x="171840" y="19915"/>
                  </a:lnTo>
                  <a:lnTo>
                    <a:pt x="164874" y="19040"/>
                  </a:lnTo>
                  <a:lnTo>
                    <a:pt x="157032" y="14701"/>
                  </a:lnTo>
                  <a:lnTo>
                    <a:pt x="142258" y="5416"/>
                  </a:lnTo>
                  <a:lnTo>
                    <a:pt x="138791" y="1951"/>
                  </a:lnTo>
                  <a:lnTo>
                    <a:pt x="136840" y="0"/>
                  </a:lnTo>
                  <a:lnTo>
                    <a:pt x="135325" y="976"/>
                  </a:lnTo>
                  <a:lnTo>
                    <a:pt x="129166" y="2859"/>
                  </a:lnTo>
                  <a:lnTo>
                    <a:pt x="120248" y="6156"/>
                  </a:lnTo>
                  <a:lnTo>
                    <a:pt x="114594" y="8343"/>
                  </a:lnTo>
                  <a:lnTo>
                    <a:pt x="108570" y="8343"/>
                  </a:lnTo>
                  <a:lnTo>
                    <a:pt x="109108" y="9655"/>
                  </a:lnTo>
                  <a:lnTo>
                    <a:pt x="116647" y="26104"/>
                  </a:lnTo>
                  <a:lnTo>
                    <a:pt x="124825" y="35053"/>
                  </a:lnTo>
                  <a:lnTo>
                    <a:pt x="137647" y="38787"/>
                  </a:lnTo>
                  <a:lnTo>
                    <a:pt x="137647" y="45750"/>
                  </a:lnTo>
                  <a:lnTo>
                    <a:pt x="143167" y="43429"/>
                  </a:lnTo>
                  <a:lnTo>
                    <a:pt x="149393" y="41108"/>
                  </a:lnTo>
                  <a:lnTo>
                    <a:pt x="153297" y="41680"/>
                  </a:lnTo>
                  <a:lnTo>
                    <a:pt x="153297" y="47466"/>
                  </a:lnTo>
                  <a:lnTo>
                    <a:pt x="153297" y="54429"/>
                  </a:lnTo>
                  <a:lnTo>
                    <a:pt x="155922" y="64285"/>
                  </a:lnTo>
                  <a:lnTo>
                    <a:pt x="157941" y="69802"/>
                  </a:lnTo>
                  <a:lnTo>
                    <a:pt x="163730" y="76463"/>
                  </a:lnTo>
                  <a:lnTo>
                    <a:pt x="163730" y="82249"/>
                  </a:lnTo>
                  <a:lnTo>
                    <a:pt x="163730" y="84873"/>
                  </a:lnTo>
                  <a:lnTo>
                    <a:pt x="159388" y="84873"/>
                  </a:lnTo>
                  <a:lnTo>
                    <a:pt x="155922" y="84873"/>
                  </a:lnTo>
                  <a:lnTo>
                    <a:pt x="153600" y="88069"/>
                  </a:lnTo>
                  <a:lnTo>
                    <a:pt x="150403" y="93014"/>
                  </a:lnTo>
                  <a:lnTo>
                    <a:pt x="143739" y="97084"/>
                  </a:lnTo>
                  <a:lnTo>
                    <a:pt x="136200" y="101592"/>
                  </a:lnTo>
                  <a:lnTo>
                    <a:pt x="130412" y="105797"/>
                  </a:lnTo>
                  <a:lnTo>
                    <a:pt x="124623" y="105797"/>
                  </a:lnTo>
                  <a:lnTo>
                    <a:pt x="117657" y="105797"/>
                  </a:lnTo>
                  <a:lnTo>
                    <a:pt x="115032" y="100583"/>
                  </a:lnTo>
                  <a:lnTo>
                    <a:pt x="113012" y="92173"/>
                  </a:lnTo>
                  <a:lnTo>
                    <a:pt x="110993" y="86959"/>
                  </a:lnTo>
                  <a:lnTo>
                    <a:pt x="104632" y="82619"/>
                  </a:lnTo>
                  <a:lnTo>
                    <a:pt x="101132" y="78279"/>
                  </a:lnTo>
                  <a:lnTo>
                    <a:pt x="97935" y="73940"/>
                  </a:lnTo>
                  <a:lnTo>
                    <a:pt x="89521" y="74815"/>
                  </a:lnTo>
                  <a:lnTo>
                    <a:pt x="84305" y="71350"/>
                  </a:lnTo>
                  <a:lnTo>
                    <a:pt x="76194" y="68154"/>
                  </a:lnTo>
                  <a:lnTo>
                    <a:pt x="68083" y="68726"/>
                  </a:lnTo>
                  <a:lnTo>
                    <a:pt x="66064" y="75689"/>
                  </a:lnTo>
                  <a:lnTo>
                    <a:pt x="64617" y="82922"/>
                  </a:lnTo>
                  <a:lnTo>
                    <a:pt x="64617" y="92778"/>
                  </a:lnTo>
                  <a:lnTo>
                    <a:pt x="67511" y="95368"/>
                  </a:lnTo>
                  <a:lnTo>
                    <a:pt x="68386" y="100583"/>
                  </a:lnTo>
                  <a:lnTo>
                    <a:pt x="66939" y="104350"/>
                  </a:lnTo>
                  <a:lnTo>
                    <a:pt x="64617" y="105797"/>
                  </a:lnTo>
                  <a:lnTo>
                    <a:pt x="64617" y="110136"/>
                  </a:lnTo>
                  <a:lnTo>
                    <a:pt x="67511" y="114778"/>
                  </a:lnTo>
                  <a:lnTo>
                    <a:pt x="68386" y="121742"/>
                  </a:lnTo>
                  <a:lnTo>
                    <a:pt x="68083" y="128403"/>
                  </a:lnTo>
                  <a:lnTo>
                    <a:pt x="58525" y="128403"/>
                  </a:lnTo>
                  <a:lnTo>
                    <a:pt x="53309" y="128403"/>
                  </a:lnTo>
                  <a:lnTo>
                    <a:pt x="47520" y="134491"/>
                  </a:lnTo>
                  <a:lnTo>
                    <a:pt x="43751" y="139706"/>
                  </a:lnTo>
                  <a:lnTo>
                    <a:pt x="43751" y="148385"/>
                  </a:lnTo>
                  <a:lnTo>
                    <a:pt x="47823" y="154171"/>
                  </a:lnTo>
                  <a:lnTo>
                    <a:pt x="48698" y="157938"/>
                  </a:lnTo>
                  <a:lnTo>
                    <a:pt x="49270" y="164902"/>
                  </a:lnTo>
                  <a:lnTo>
                    <a:pt x="48395" y="172134"/>
                  </a:lnTo>
                  <a:cubicBezTo>
                    <a:pt x="48395" y="172134"/>
                    <a:pt x="48093" y="175599"/>
                    <a:pt x="46679" y="176171"/>
                  </a:cubicBezTo>
                  <a:cubicBezTo>
                    <a:pt x="45232" y="176743"/>
                    <a:pt x="41463" y="177920"/>
                    <a:pt x="40588" y="178189"/>
                  </a:cubicBezTo>
                  <a:cubicBezTo>
                    <a:pt x="39713" y="178492"/>
                    <a:pt x="31029" y="187171"/>
                    <a:pt x="31029" y="187171"/>
                  </a:cubicBezTo>
                  <a:lnTo>
                    <a:pt x="20294" y="188920"/>
                  </a:lnTo>
                  <a:lnTo>
                    <a:pt x="11611" y="184009"/>
                  </a:lnTo>
                  <a:lnTo>
                    <a:pt x="6967" y="178795"/>
                  </a:lnTo>
                  <a:lnTo>
                    <a:pt x="2322" y="178223"/>
                  </a:lnTo>
                  <a:lnTo>
                    <a:pt x="0" y="182562"/>
                  </a:lnTo>
                  <a:lnTo>
                    <a:pt x="3197" y="188920"/>
                  </a:lnTo>
                  <a:lnTo>
                    <a:pt x="3769" y="192991"/>
                  </a:lnTo>
                  <a:lnTo>
                    <a:pt x="4947" y="201670"/>
                  </a:lnTo>
                  <a:lnTo>
                    <a:pt x="9861" y="208028"/>
                  </a:lnTo>
                  <a:lnTo>
                    <a:pt x="23760" y="209777"/>
                  </a:lnTo>
                  <a:lnTo>
                    <a:pt x="31299" y="211795"/>
                  </a:lnTo>
                  <a:lnTo>
                    <a:pt x="36212" y="224847"/>
                  </a:lnTo>
                  <a:lnTo>
                    <a:pt x="42001" y="240490"/>
                  </a:lnTo>
                  <a:lnTo>
                    <a:pt x="42001" y="250918"/>
                  </a:lnTo>
                  <a:cubicBezTo>
                    <a:pt x="42001" y="250918"/>
                    <a:pt x="46342" y="258756"/>
                    <a:pt x="48968" y="256435"/>
                  </a:cubicBezTo>
                  <a:cubicBezTo>
                    <a:pt x="51559" y="254114"/>
                    <a:pt x="59098" y="252095"/>
                    <a:pt x="60275" y="251793"/>
                  </a:cubicBezTo>
                  <a:cubicBezTo>
                    <a:pt x="61453" y="251490"/>
                    <a:pt x="63472" y="249774"/>
                    <a:pt x="63472" y="249774"/>
                  </a:cubicBezTo>
                  <a:lnTo>
                    <a:pt x="71011" y="252095"/>
                  </a:lnTo>
                  <a:cubicBezTo>
                    <a:pt x="71011" y="252095"/>
                    <a:pt x="77675" y="258453"/>
                    <a:pt x="78819" y="258756"/>
                  </a:cubicBezTo>
                  <a:cubicBezTo>
                    <a:pt x="79963" y="259059"/>
                    <a:pt x="84339" y="257882"/>
                    <a:pt x="85483" y="258756"/>
                  </a:cubicBezTo>
                  <a:cubicBezTo>
                    <a:pt x="86661" y="259631"/>
                    <a:pt x="89252" y="256132"/>
                    <a:pt x="89824" y="255291"/>
                  </a:cubicBezTo>
                  <a:cubicBezTo>
                    <a:pt x="90396" y="254417"/>
                    <a:pt x="95613" y="251254"/>
                    <a:pt x="95613" y="251254"/>
                  </a:cubicBezTo>
                  <a:lnTo>
                    <a:pt x="100526" y="252129"/>
                  </a:lnTo>
                  <a:lnTo>
                    <a:pt x="104868" y="261380"/>
                  </a:lnTo>
                  <a:lnTo>
                    <a:pt x="106315" y="270665"/>
                  </a:lnTo>
                  <a:lnTo>
                    <a:pt x="105743" y="284289"/>
                  </a:lnTo>
                  <a:lnTo>
                    <a:pt x="108065" y="306895"/>
                  </a:lnTo>
                  <a:lnTo>
                    <a:pt x="108368" y="321090"/>
                  </a:lnTo>
                  <a:lnTo>
                    <a:pt x="101704" y="326607"/>
                  </a:lnTo>
                  <a:lnTo>
                    <a:pt x="99685" y="328626"/>
                  </a:lnTo>
                  <a:lnTo>
                    <a:pt x="93896" y="332393"/>
                  </a:lnTo>
                  <a:lnTo>
                    <a:pt x="85214" y="336161"/>
                  </a:lnTo>
                  <a:lnTo>
                    <a:pt x="79122" y="337910"/>
                  </a:lnTo>
                  <a:lnTo>
                    <a:pt x="73031" y="341106"/>
                  </a:lnTo>
                  <a:lnTo>
                    <a:pt x="70406" y="348069"/>
                  </a:lnTo>
                  <a:lnTo>
                    <a:pt x="63439" y="360516"/>
                  </a:lnTo>
                  <a:lnTo>
                    <a:pt x="63136" y="368051"/>
                  </a:lnTo>
                  <a:lnTo>
                    <a:pt x="61386" y="372122"/>
                  </a:lnTo>
                  <a:lnTo>
                    <a:pt x="58189" y="376899"/>
                  </a:lnTo>
                  <a:lnTo>
                    <a:pt x="59064" y="382247"/>
                  </a:lnTo>
                  <a:lnTo>
                    <a:pt x="65458" y="382247"/>
                  </a:lnTo>
                  <a:lnTo>
                    <a:pt x="67208" y="382247"/>
                  </a:lnTo>
                  <a:lnTo>
                    <a:pt x="72862" y="387764"/>
                  </a:lnTo>
                  <a:lnTo>
                    <a:pt x="75016" y="392104"/>
                  </a:lnTo>
                  <a:lnTo>
                    <a:pt x="75016" y="397015"/>
                  </a:lnTo>
                  <a:lnTo>
                    <a:pt x="81814" y="401354"/>
                  </a:lnTo>
                  <a:lnTo>
                    <a:pt x="84574" y="401354"/>
                  </a:lnTo>
                  <a:lnTo>
                    <a:pt x="87199" y="397284"/>
                  </a:lnTo>
                  <a:lnTo>
                    <a:pt x="89824" y="395266"/>
                  </a:lnTo>
                  <a:lnTo>
                    <a:pt x="96488" y="397890"/>
                  </a:lnTo>
                  <a:lnTo>
                    <a:pt x="100257" y="403541"/>
                  </a:lnTo>
                  <a:lnTo>
                    <a:pt x="104599" y="406602"/>
                  </a:lnTo>
                  <a:lnTo>
                    <a:pt x="110690" y="406602"/>
                  </a:lnTo>
                  <a:lnTo>
                    <a:pt x="114156" y="406602"/>
                  </a:lnTo>
                  <a:lnTo>
                    <a:pt x="118229" y="411951"/>
                  </a:lnTo>
                  <a:cubicBezTo>
                    <a:pt x="119979" y="411379"/>
                    <a:pt x="119373" y="417031"/>
                    <a:pt x="119373" y="417031"/>
                  </a:cubicBezTo>
                  <a:lnTo>
                    <a:pt x="124589" y="417031"/>
                  </a:lnTo>
                  <a:lnTo>
                    <a:pt x="128359" y="419352"/>
                  </a:lnTo>
                  <a:lnTo>
                    <a:pt x="127484" y="422245"/>
                  </a:lnTo>
                  <a:lnTo>
                    <a:pt x="122839" y="425710"/>
                  </a:lnTo>
                  <a:lnTo>
                    <a:pt x="117926" y="429780"/>
                  </a:lnTo>
                  <a:lnTo>
                    <a:pt x="113854" y="432673"/>
                  </a:lnTo>
                  <a:lnTo>
                    <a:pt x="108940" y="432673"/>
                  </a:lnTo>
                  <a:lnTo>
                    <a:pt x="110084" y="437584"/>
                  </a:lnTo>
                  <a:lnTo>
                    <a:pt x="109512" y="443101"/>
                  </a:lnTo>
                  <a:lnTo>
                    <a:pt x="107493" y="448887"/>
                  </a:lnTo>
                  <a:lnTo>
                    <a:pt x="103724" y="452083"/>
                  </a:lnTo>
                  <a:lnTo>
                    <a:pt x="103454" y="458744"/>
                  </a:lnTo>
                  <a:lnTo>
                    <a:pt x="108099" y="464832"/>
                  </a:lnTo>
                  <a:lnTo>
                    <a:pt x="112440" y="470047"/>
                  </a:lnTo>
                  <a:lnTo>
                    <a:pt x="115772" y="474117"/>
                  </a:lnTo>
                  <a:lnTo>
                    <a:pt x="118531" y="477582"/>
                  </a:lnTo>
                  <a:lnTo>
                    <a:pt x="118531" y="482224"/>
                  </a:lnTo>
                  <a:lnTo>
                    <a:pt x="120854" y="489457"/>
                  </a:lnTo>
                  <a:lnTo>
                    <a:pt x="116209" y="493527"/>
                  </a:lnTo>
                  <a:lnTo>
                    <a:pt x="119104" y="496723"/>
                  </a:lnTo>
                  <a:lnTo>
                    <a:pt x="124017" y="498169"/>
                  </a:lnTo>
                  <a:lnTo>
                    <a:pt x="128090" y="500793"/>
                  </a:lnTo>
                  <a:lnTo>
                    <a:pt x="132734" y="508026"/>
                  </a:lnTo>
                  <a:lnTo>
                    <a:pt x="134484" y="512096"/>
                  </a:lnTo>
                  <a:lnTo>
                    <a:pt x="136806" y="518454"/>
                  </a:lnTo>
                  <a:lnTo>
                    <a:pt x="138253" y="523668"/>
                  </a:lnTo>
                  <a:lnTo>
                    <a:pt x="138556" y="528580"/>
                  </a:lnTo>
                  <a:lnTo>
                    <a:pt x="138253" y="534097"/>
                  </a:lnTo>
                  <a:lnTo>
                    <a:pt x="138556" y="539614"/>
                  </a:lnTo>
                  <a:lnTo>
                    <a:pt x="144075" y="548023"/>
                  </a:lnTo>
                  <a:lnTo>
                    <a:pt x="144345" y="552497"/>
                  </a:lnTo>
                  <a:lnTo>
                    <a:pt x="145792" y="557846"/>
                  </a:lnTo>
                  <a:lnTo>
                    <a:pt x="152455" y="557846"/>
                  </a:lnTo>
                  <a:lnTo>
                    <a:pt x="161138" y="555256"/>
                  </a:lnTo>
                  <a:cubicBezTo>
                    <a:pt x="161138" y="555256"/>
                    <a:pt x="165210" y="552632"/>
                    <a:pt x="166927" y="552632"/>
                  </a:cubicBezTo>
                  <a:cubicBezTo>
                    <a:pt x="168677" y="552632"/>
                    <a:pt x="173893" y="549436"/>
                    <a:pt x="173893" y="549436"/>
                  </a:cubicBezTo>
                  <a:cubicBezTo>
                    <a:pt x="173893" y="549436"/>
                    <a:pt x="177663" y="545097"/>
                    <a:pt x="177965" y="544222"/>
                  </a:cubicBezTo>
                  <a:cubicBezTo>
                    <a:pt x="178268" y="543347"/>
                    <a:pt x="183754" y="538436"/>
                    <a:pt x="183754" y="538436"/>
                  </a:cubicBezTo>
                  <a:lnTo>
                    <a:pt x="187826" y="534971"/>
                  </a:lnTo>
                  <a:lnTo>
                    <a:pt x="190721" y="531506"/>
                  </a:lnTo>
                  <a:lnTo>
                    <a:pt x="189577" y="524274"/>
                  </a:lnTo>
                  <a:lnTo>
                    <a:pt x="193043" y="521953"/>
                  </a:lnTo>
                  <a:lnTo>
                    <a:pt x="197115" y="521650"/>
                  </a:lnTo>
                  <a:lnTo>
                    <a:pt x="205663" y="520775"/>
                  </a:lnTo>
                  <a:lnTo>
                    <a:pt x="208995" y="524240"/>
                  </a:lnTo>
                  <a:lnTo>
                    <a:pt x="208995" y="527436"/>
                  </a:lnTo>
                  <a:lnTo>
                    <a:pt x="214952" y="532347"/>
                  </a:lnTo>
                  <a:lnTo>
                    <a:pt x="219428" y="536115"/>
                  </a:lnTo>
                  <a:lnTo>
                    <a:pt x="219428" y="543078"/>
                  </a:lnTo>
                  <a:lnTo>
                    <a:pt x="212764" y="547721"/>
                  </a:lnTo>
                  <a:lnTo>
                    <a:pt x="209567" y="551488"/>
                  </a:lnTo>
                  <a:lnTo>
                    <a:pt x="204351" y="554381"/>
                  </a:lnTo>
                  <a:lnTo>
                    <a:pt x="199134" y="557846"/>
                  </a:lnTo>
                  <a:lnTo>
                    <a:pt x="198562" y="562186"/>
                  </a:lnTo>
                  <a:lnTo>
                    <a:pt x="198562" y="565651"/>
                  </a:lnTo>
                  <a:lnTo>
                    <a:pt x="200009" y="570293"/>
                  </a:lnTo>
                  <a:lnTo>
                    <a:pt x="202601" y="573926"/>
                  </a:lnTo>
                  <a:lnTo>
                    <a:pt x="206673" y="576953"/>
                  </a:lnTo>
                  <a:lnTo>
                    <a:pt x="213336" y="576953"/>
                  </a:lnTo>
                  <a:lnTo>
                    <a:pt x="218553" y="576953"/>
                  </a:lnTo>
                  <a:lnTo>
                    <a:pt x="222894" y="572042"/>
                  </a:lnTo>
                  <a:lnTo>
                    <a:pt x="226092" y="568846"/>
                  </a:lnTo>
                  <a:lnTo>
                    <a:pt x="237097" y="565381"/>
                  </a:lnTo>
                  <a:lnTo>
                    <a:pt x="238241" y="562186"/>
                  </a:lnTo>
                  <a:lnTo>
                    <a:pt x="240260" y="557543"/>
                  </a:lnTo>
                  <a:lnTo>
                    <a:pt x="240260" y="553473"/>
                  </a:lnTo>
                  <a:cubicBezTo>
                    <a:pt x="240260" y="553473"/>
                    <a:pt x="242010" y="549133"/>
                    <a:pt x="240260" y="547956"/>
                  </a:cubicBezTo>
                  <a:cubicBezTo>
                    <a:pt x="238510" y="546812"/>
                    <a:pt x="237366" y="543045"/>
                    <a:pt x="237366" y="543045"/>
                  </a:cubicBezTo>
                  <a:lnTo>
                    <a:pt x="241034" y="538705"/>
                  </a:lnTo>
                  <a:lnTo>
                    <a:pt x="244904" y="536384"/>
                  </a:lnTo>
                  <a:lnTo>
                    <a:pt x="246655" y="534635"/>
                  </a:lnTo>
                  <a:lnTo>
                    <a:pt x="251568" y="534938"/>
                  </a:lnTo>
                  <a:lnTo>
                    <a:pt x="256212" y="541026"/>
                  </a:lnTo>
                  <a:lnTo>
                    <a:pt x="258804" y="544794"/>
                  </a:lnTo>
                  <a:lnTo>
                    <a:pt x="265770" y="545669"/>
                  </a:lnTo>
                  <a:lnTo>
                    <a:pt x="269405" y="544794"/>
                  </a:lnTo>
                  <a:lnTo>
                    <a:pt x="271593" y="547384"/>
                  </a:lnTo>
                  <a:lnTo>
                    <a:pt x="271593" y="549974"/>
                  </a:lnTo>
                  <a:lnTo>
                    <a:pt x="271593" y="556938"/>
                  </a:lnTo>
                  <a:lnTo>
                    <a:pt x="273780" y="562152"/>
                  </a:lnTo>
                  <a:lnTo>
                    <a:pt x="278559" y="563599"/>
                  </a:lnTo>
                  <a:lnTo>
                    <a:pt x="278559" y="565617"/>
                  </a:lnTo>
                  <a:lnTo>
                    <a:pt x="284348" y="567938"/>
                  </a:lnTo>
                  <a:lnTo>
                    <a:pt x="289261" y="569956"/>
                  </a:lnTo>
                  <a:lnTo>
                    <a:pt x="297372" y="570259"/>
                  </a:lnTo>
                  <a:lnTo>
                    <a:pt x="308377" y="571134"/>
                  </a:lnTo>
                  <a:lnTo>
                    <a:pt x="320829" y="573152"/>
                  </a:lnTo>
                  <a:lnTo>
                    <a:pt x="328671" y="573724"/>
                  </a:lnTo>
                  <a:lnTo>
                    <a:pt x="337657" y="572277"/>
                  </a:lnTo>
                  <a:lnTo>
                    <a:pt x="342638" y="573051"/>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171" name="Graphic 11">
              <a:extLst>
                <a:ext uri="{FF2B5EF4-FFF2-40B4-BE49-F238E27FC236}">
                  <a16:creationId xmlns:a16="http://schemas.microsoft.com/office/drawing/2014/main" id="{7FDE76DA-80DB-1D2F-BD89-681AED52EBFC}"/>
                </a:ext>
              </a:extLst>
            </p:cNvPr>
            <p:cNvGrpSpPr/>
            <p:nvPr/>
          </p:nvGrpSpPr>
          <p:grpSpPr>
            <a:xfrm>
              <a:off x="7727196" y="3385710"/>
              <a:ext cx="413482" cy="314600"/>
              <a:chOff x="5143724" y="3308222"/>
              <a:chExt cx="793844" cy="603999"/>
            </a:xfrm>
            <a:grpFill/>
          </p:grpSpPr>
          <p:sp>
            <p:nvSpPr>
              <p:cNvPr id="217" name="Freeform 934">
                <a:extLst>
                  <a:ext uri="{FF2B5EF4-FFF2-40B4-BE49-F238E27FC236}">
                    <a16:creationId xmlns:a16="http://schemas.microsoft.com/office/drawing/2014/main" id="{8B37A586-0D8B-D464-2C79-C6898F0586AF}"/>
                  </a:ext>
                </a:extLst>
              </p:cNvPr>
              <p:cNvSpPr/>
              <p:nvPr/>
            </p:nvSpPr>
            <p:spPr>
              <a:xfrm>
                <a:off x="5143724" y="3308222"/>
                <a:ext cx="787079" cy="603999"/>
              </a:xfrm>
              <a:custGeom>
                <a:avLst/>
                <a:gdLst>
                  <a:gd name="connsiteX0" fmla="*/ 780147 w 787079"/>
                  <a:gd name="connsiteY0" fmla="*/ 183168 h 603999"/>
                  <a:gd name="connsiteX1" fmla="*/ 776007 w 787079"/>
                  <a:gd name="connsiteY1" fmla="*/ 177954 h 603999"/>
                  <a:gd name="connsiteX2" fmla="*/ 773416 w 787079"/>
                  <a:gd name="connsiteY2" fmla="*/ 170116 h 603999"/>
                  <a:gd name="connsiteX3" fmla="*/ 771901 w 787079"/>
                  <a:gd name="connsiteY3" fmla="*/ 162513 h 603999"/>
                  <a:gd name="connsiteX4" fmla="*/ 769276 w 787079"/>
                  <a:gd name="connsiteY4" fmla="*/ 156222 h 603999"/>
                  <a:gd name="connsiteX5" fmla="*/ 769613 w 787079"/>
                  <a:gd name="connsiteY5" fmla="*/ 151210 h 603999"/>
                  <a:gd name="connsiteX6" fmla="*/ 766685 w 787079"/>
                  <a:gd name="connsiteY6" fmla="*/ 143170 h 603999"/>
                  <a:gd name="connsiteX7" fmla="*/ 766685 w 787079"/>
                  <a:gd name="connsiteY7" fmla="*/ 137519 h 603999"/>
                  <a:gd name="connsiteX8" fmla="*/ 766685 w 787079"/>
                  <a:gd name="connsiteY8" fmla="*/ 132305 h 603999"/>
                  <a:gd name="connsiteX9" fmla="*/ 764935 w 787079"/>
                  <a:gd name="connsiteY9" fmla="*/ 124467 h 603999"/>
                  <a:gd name="connsiteX10" fmla="*/ 761031 w 787079"/>
                  <a:gd name="connsiteY10" fmla="*/ 119690 h 603999"/>
                  <a:gd name="connsiteX11" fmla="*/ 759079 w 787079"/>
                  <a:gd name="connsiteY11" fmla="*/ 115989 h 603999"/>
                  <a:gd name="connsiteX12" fmla="*/ 755175 w 787079"/>
                  <a:gd name="connsiteY12" fmla="*/ 107748 h 603999"/>
                  <a:gd name="connsiteX13" fmla="*/ 749319 w 787079"/>
                  <a:gd name="connsiteY13" fmla="*/ 99069 h 603999"/>
                  <a:gd name="connsiteX14" fmla="*/ 742353 w 787079"/>
                  <a:gd name="connsiteY14" fmla="*/ 93855 h 603999"/>
                  <a:gd name="connsiteX15" fmla="*/ 742353 w 787079"/>
                  <a:gd name="connsiteY15" fmla="*/ 85377 h 603999"/>
                  <a:gd name="connsiteX16" fmla="*/ 747569 w 787079"/>
                  <a:gd name="connsiteY16" fmla="*/ 80163 h 603999"/>
                  <a:gd name="connsiteX17" fmla="*/ 747569 w 787079"/>
                  <a:gd name="connsiteY17" fmla="*/ 74949 h 603999"/>
                  <a:gd name="connsiteX18" fmla="*/ 747132 w 787079"/>
                  <a:gd name="connsiteY18" fmla="*/ 72123 h 603999"/>
                  <a:gd name="connsiteX19" fmla="*/ 742353 w 787079"/>
                  <a:gd name="connsiteY19" fmla="*/ 69735 h 603999"/>
                  <a:gd name="connsiteX20" fmla="*/ 739088 w 787079"/>
                  <a:gd name="connsiteY20" fmla="*/ 73637 h 603999"/>
                  <a:gd name="connsiteX21" fmla="*/ 733434 w 787079"/>
                  <a:gd name="connsiteY21" fmla="*/ 77977 h 603999"/>
                  <a:gd name="connsiteX22" fmla="*/ 728420 w 787079"/>
                  <a:gd name="connsiteY22" fmla="*/ 82316 h 603999"/>
                  <a:gd name="connsiteX23" fmla="*/ 722126 w 787079"/>
                  <a:gd name="connsiteY23" fmla="*/ 85344 h 603999"/>
                  <a:gd name="connsiteX24" fmla="*/ 718424 w 787079"/>
                  <a:gd name="connsiteY24" fmla="*/ 82316 h 603999"/>
                  <a:gd name="connsiteX25" fmla="*/ 712131 w 787079"/>
                  <a:gd name="connsiteY25" fmla="*/ 77539 h 603999"/>
                  <a:gd name="connsiteX26" fmla="*/ 708866 w 787079"/>
                  <a:gd name="connsiteY26" fmla="*/ 72123 h 603999"/>
                  <a:gd name="connsiteX27" fmla="*/ 704525 w 787079"/>
                  <a:gd name="connsiteY27" fmla="*/ 67347 h 603999"/>
                  <a:gd name="connsiteX28" fmla="*/ 704525 w 787079"/>
                  <a:gd name="connsiteY28" fmla="*/ 63882 h 603999"/>
                  <a:gd name="connsiteX29" fmla="*/ 696280 w 787079"/>
                  <a:gd name="connsiteY29" fmla="*/ 61695 h 603999"/>
                  <a:gd name="connsiteX30" fmla="*/ 689111 w 787079"/>
                  <a:gd name="connsiteY30" fmla="*/ 63646 h 603999"/>
                  <a:gd name="connsiteX31" fmla="*/ 683222 w 787079"/>
                  <a:gd name="connsiteY31" fmla="*/ 66472 h 603999"/>
                  <a:gd name="connsiteX32" fmla="*/ 674943 w 787079"/>
                  <a:gd name="connsiteY32" fmla="*/ 66035 h 603999"/>
                  <a:gd name="connsiteX33" fmla="*/ 663870 w 787079"/>
                  <a:gd name="connsiteY33" fmla="*/ 61258 h 603999"/>
                  <a:gd name="connsiteX34" fmla="*/ 652125 w 787079"/>
                  <a:gd name="connsiteY34" fmla="*/ 54294 h 603999"/>
                  <a:gd name="connsiteX35" fmla="*/ 648288 w 787079"/>
                  <a:gd name="connsiteY35" fmla="*/ 56986 h 603999"/>
                  <a:gd name="connsiteX36" fmla="*/ 646403 w 787079"/>
                  <a:gd name="connsiteY36" fmla="*/ 59307 h 603999"/>
                  <a:gd name="connsiteX37" fmla="*/ 643206 w 787079"/>
                  <a:gd name="connsiteY37" fmla="*/ 61493 h 603999"/>
                  <a:gd name="connsiteX38" fmla="*/ 641894 w 787079"/>
                  <a:gd name="connsiteY38" fmla="*/ 63680 h 603999"/>
                  <a:gd name="connsiteX39" fmla="*/ 637990 w 787079"/>
                  <a:gd name="connsiteY39" fmla="*/ 66136 h 603999"/>
                  <a:gd name="connsiteX40" fmla="*/ 635668 w 787079"/>
                  <a:gd name="connsiteY40" fmla="*/ 69163 h 603999"/>
                  <a:gd name="connsiteX41" fmla="*/ 634220 w 787079"/>
                  <a:gd name="connsiteY41" fmla="*/ 74512 h 603999"/>
                  <a:gd name="connsiteX42" fmla="*/ 637283 w 787079"/>
                  <a:gd name="connsiteY42" fmla="*/ 78414 h 603999"/>
                  <a:gd name="connsiteX43" fmla="*/ 639033 w 787079"/>
                  <a:gd name="connsiteY43" fmla="*/ 81038 h 603999"/>
                  <a:gd name="connsiteX44" fmla="*/ 643812 w 787079"/>
                  <a:gd name="connsiteY44" fmla="*/ 86252 h 603999"/>
                  <a:gd name="connsiteX45" fmla="*/ 644250 w 787079"/>
                  <a:gd name="connsiteY45" fmla="*/ 91466 h 603999"/>
                  <a:gd name="connsiteX46" fmla="*/ 643947 w 787079"/>
                  <a:gd name="connsiteY46" fmla="*/ 94494 h 603999"/>
                  <a:gd name="connsiteX47" fmla="*/ 642365 w 787079"/>
                  <a:gd name="connsiteY47" fmla="*/ 98833 h 603999"/>
                  <a:gd name="connsiteX48" fmla="*/ 639471 w 787079"/>
                  <a:gd name="connsiteY48" fmla="*/ 100280 h 603999"/>
                  <a:gd name="connsiteX49" fmla="*/ 635701 w 787079"/>
                  <a:gd name="connsiteY49" fmla="*/ 99405 h 603999"/>
                  <a:gd name="connsiteX50" fmla="*/ 630788 w 787079"/>
                  <a:gd name="connsiteY50" fmla="*/ 97387 h 603999"/>
                  <a:gd name="connsiteX51" fmla="*/ 627456 w 787079"/>
                  <a:gd name="connsiteY51" fmla="*/ 96378 h 603999"/>
                  <a:gd name="connsiteX52" fmla="*/ 623821 w 787079"/>
                  <a:gd name="connsiteY52" fmla="*/ 94191 h 603999"/>
                  <a:gd name="connsiteX53" fmla="*/ 620927 w 787079"/>
                  <a:gd name="connsiteY53" fmla="*/ 91433 h 603999"/>
                  <a:gd name="connsiteX54" fmla="*/ 614970 w 787079"/>
                  <a:gd name="connsiteY54" fmla="*/ 85041 h 603999"/>
                  <a:gd name="connsiteX55" fmla="*/ 608879 w 787079"/>
                  <a:gd name="connsiteY55" fmla="*/ 79692 h 603999"/>
                  <a:gd name="connsiteX56" fmla="*/ 604100 w 787079"/>
                  <a:gd name="connsiteY56" fmla="*/ 75790 h 603999"/>
                  <a:gd name="connsiteX57" fmla="*/ 598883 w 787079"/>
                  <a:gd name="connsiteY57" fmla="*/ 75790 h 603999"/>
                  <a:gd name="connsiteX58" fmla="*/ 597571 w 787079"/>
                  <a:gd name="connsiteY58" fmla="*/ 76867 h 603999"/>
                  <a:gd name="connsiteX59" fmla="*/ 591479 w 787079"/>
                  <a:gd name="connsiteY59" fmla="*/ 79558 h 603999"/>
                  <a:gd name="connsiteX60" fmla="*/ 589157 w 787079"/>
                  <a:gd name="connsiteY60" fmla="*/ 81879 h 603999"/>
                  <a:gd name="connsiteX61" fmla="*/ 584681 w 787079"/>
                  <a:gd name="connsiteY61" fmla="*/ 83897 h 603999"/>
                  <a:gd name="connsiteX62" fmla="*/ 581181 w 787079"/>
                  <a:gd name="connsiteY62" fmla="*/ 84032 h 603999"/>
                  <a:gd name="connsiteX63" fmla="*/ 577411 w 787079"/>
                  <a:gd name="connsiteY63" fmla="*/ 83897 h 603999"/>
                  <a:gd name="connsiteX64" fmla="*/ 572330 w 787079"/>
                  <a:gd name="connsiteY64" fmla="*/ 84200 h 603999"/>
                  <a:gd name="connsiteX65" fmla="*/ 570142 w 787079"/>
                  <a:gd name="connsiteY65" fmla="*/ 84503 h 603999"/>
                  <a:gd name="connsiteX66" fmla="*/ 566104 w 787079"/>
                  <a:gd name="connsiteY66" fmla="*/ 85680 h 603999"/>
                  <a:gd name="connsiteX67" fmla="*/ 564084 w 787079"/>
                  <a:gd name="connsiteY67" fmla="*/ 88001 h 603999"/>
                  <a:gd name="connsiteX68" fmla="*/ 561628 w 787079"/>
                  <a:gd name="connsiteY68" fmla="*/ 88001 h 603999"/>
                  <a:gd name="connsiteX69" fmla="*/ 556983 w 787079"/>
                  <a:gd name="connsiteY69" fmla="*/ 88741 h 603999"/>
                  <a:gd name="connsiteX70" fmla="*/ 554224 w 787079"/>
                  <a:gd name="connsiteY70" fmla="*/ 91063 h 603999"/>
                  <a:gd name="connsiteX71" fmla="*/ 552777 w 787079"/>
                  <a:gd name="connsiteY71" fmla="*/ 92375 h 603999"/>
                  <a:gd name="connsiteX72" fmla="*/ 552777 w 787079"/>
                  <a:gd name="connsiteY72" fmla="*/ 95267 h 603999"/>
                  <a:gd name="connsiteX73" fmla="*/ 552272 w 787079"/>
                  <a:gd name="connsiteY73" fmla="*/ 98160 h 603999"/>
                  <a:gd name="connsiteX74" fmla="*/ 549882 w 787079"/>
                  <a:gd name="connsiteY74" fmla="*/ 100616 h 603999"/>
                  <a:gd name="connsiteX75" fmla="*/ 545675 w 787079"/>
                  <a:gd name="connsiteY75" fmla="*/ 100751 h 603999"/>
                  <a:gd name="connsiteX76" fmla="*/ 543656 w 787079"/>
                  <a:gd name="connsiteY76" fmla="*/ 99439 h 603999"/>
                  <a:gd name="connsiteX77" fmla="*/ 539752 w 787079"/>
                  <a:gd name="connsiteY77" fmla="*/ 98732 h 603999"/>
                  <a:gd name="connsiteX78" fmla="*/ 537733 w 787079"/>
                  <a:gd name="connsiteY78" fmla="*/ 99170 h 603999"/>
                  <a:gd name="connsiteX79" fmla="*/ 536151 w 787079"/>
                  <a:gd name="connsiteY79" fmla="*/ 100482 h 603999"/>
                  <a:gd name="connsiteX80" fmla="*/ 533391 w 787079"/>
                  <a:gd name="connsiteY80" fmla="*/ 102500 h 603999"/>
                  <a:gd name="connsiteX81" fmla="*/ 530362 w 787079"/>
                  <a:gd name="connsiteY81" fmla="*/ 102365 h 603999"/>
                  <a:gd name="connsiteX82" fmla="*/ 526459 w 787079"/>
                  <a:gd name="connsiteY82" fmla="*/ 101356 h 603999"/>
                  <a:gd name="connsiteX83" fmla="*/ 524002 w 787079"/>
                  <a:gd name="connsiteY83" fmla="*/ 103543 h 603999"/>
                  <a:gd name="connsiteX84" fmla="*/ 521680 w 787079"/>
                  <a:gd name="connsiteY84" fmla="*/ 104855 h 603999"/>
                  <a:gd name="connsiteX85" fmla="*/ 518348 w 787079"/>
                  <a:gd name="connsiteY85" fmla="*/ 106167 h 603999"/>
                  <a:gd name="connsiteX86" fmla="*/ 510237 w 787079"/>
                  <a:gd name="connsiteY86" fmla="*/ 107041 h 603999"/>
                  <a:gd name="connsiteX87" fmla="*/ 504886 w 787079"/>
                  <a:gd name="connsiteY87" fmla="*/ 107916 h 603999"/>
                  <a:gd name="connsiteX88" fmla="*/ 499535 w 787079"/>
                  <a:gd name="connsiteY88" fmla="*/ 108219 h 603999"/>
                  <a:gd name="connsiteX89" fmla="*/ 492299 w 787079"/>
                  <a:gd name="connsiteY89" fmla="*/ 104148 h 603999"/>
                  <a:gd name="connsiteX90" fmla="*/ 489405 w 787079"/>
                  <a:gd name="connsiteY90" fmla="*/ 103005 h 603999"/>
                  <a:gd name="connsiteX91" fmla="*/ 487655 w 787079"/>
                  <a:gd name="connsiteY91" fmla="*/ 101995 h 603999"/>
                  <a:gd name="connsiteX92" fmla="*/ 481866 w 787079"/>
                  <a:gd name="connsiteY92" fmla="*/ 98968 h 603999"/>
                  <a:gd name="connsiteX93" fmla="*/ 477962 w 787079"/>
                  <a:gd name="connsiteY93" fmla="*/ 96949 h 603999"/>
                  <a:gd name="connsiteX94" fmla="*/ 476246 w 787079"/>
                  <a:gd name="connsiteY94" fmla="*/ 93316 h 603999"/>
                  <a:gd name="connsiteX95" fmla="*/ 478837 w 787079"/>
                  <a:gd name="connsiteY95" fmla="*/ 90423 h 603999"/>
                  <a:gd name="connsiteX96" fmla="*/ 482169 w 787079"/>
                  <a:gd name="connsiteY96" fmla="*/ 89111 h 603999"/>
                  <a:gd name="connsiteX97" fmla="*/ 486241 w 787079"/>
                  <a:gd name="connsiteY97" fmla="*/ 87665 h 603999"/>
                  <a:gd name="connsiteX98" fmla="*/ 489708 w 787079"/>
                  <a:gd name="connsiteY98" fmla="*/ 84469 h 603999"/>
                  <a:gd name="connsiteX99" fmla="*/ 491727 w 787079"/>
                  <a:gd name="connsiteY99" fmla="*/ 81879 h 603999"/>
                  <a:gd name="connsiteX100" fmla="*/ 495631 w 787079"/>
                  <a:gd name="connsiteY100" fmla="*/ 77371 h 603999"/>
                  <a:gd name="connsiteX101" fmla="*/ 498088 w 787079"/>
                  <a:gd name="connsiteY101" fmla="*/ 68524 h 603999"/>
                  <a:gd name="connsiteX102" fmla="*/ 497953 w 787079"/>
                  <a:gd name="connsiteY102" fmla="*/ 66943 h 603999"/>
                  <a:gd name="connsiteX103" fmla="*/ 498391 w 787079"/>
                  <a:gd name="connsiteY103" fmla="*/ 63613 h 603999"/>
                  <a:gd name="connsiteX104" fmla="*/ 499266 w 787079"/>
                  <a:gd name="connsiteY104" fmla="*/ 60282 h 603999"/>
                  <a:gd name="connsiteX105" fmla="*/ 503910 w 787079"/>
                  <a:gd name="connsiteY105" fmla="*/ 56515 h 603999"/>
                  <a:gd name="connsiteX106" fmla="*/ 506064 w 787079"/>
                  <a:gd name="connsiteY106" fmla="*/ 53924 h 603999"/>
                  <a:gd name="connsiteX107" fmla="*/ 509968 w 787079"/>
                  <a:gd name="connsiteY107" fmla="*/ 49854 h 603999"/>
                  <a:gd name="connsiteX108" fmla="*/ 513434 w 787079"/>
                  <a:gd name="connsiteY108" fmla="*/ 47398 h 603999"/>
                  <a:gd name="connsiteX109" fmla="*/ 515184 w 787079"/>
                  <a:gd name="connsiteY109" fmla="*/ 46961 h 603999"/>
                  <a:gd name="connsiteX110" fmla="*/ 522588 w 787079"/>
                  <a:gd name="connsiteY110" fmla="*/ 44068 h 603999"/>
                  <a:gd name="connsiteX111" fmla="*/ 524204 w 787079"/>
                  <a:gd name="connsiteY111" fmla="*/ 42319 h 603999"/>
                  <a:gd name="connsiteX112" fmla="*/ 528545 w 787079"/>
                  <a:gd name="connsiteY112" fmla="*/ 39863 h 603999"/>
                  <a:gd name="connsiteX113" fmla="*/ 529420 w 787079"/>
                  <a:gd name="connsiteY113" fmla="*/ 38551 h 603999"/>
                  <a:gd name="connsiteX114" fmla="*/ 528848 w 787079"/>
                  <a:gd name="connsiteY114" fmla="*/ 35793 h 603999"/>
                  <a:gd name="connsiteX115" fmla="*/ 527536 w 787079"/>
                  <a:gd name="connsiteY115" fmla="*/ 32765 h 603999"/>
                  <a:gd name="connsiteX116" fmla="*/ 527098 w 787079"/>
                  <a:gd name="connsiteY116" fmla="*/ 30444 h 603999"/>
                  <a:gd name="connsiteX117" fmla="*/ 527805 w 787079"/>
                  <a:gd name="connsiteY117" fmla="*/ 28257 h 603999"/>
                  <a:gd name="connsiteX118" fmla="*/ 527233 w 787079"/>
                  <a:gd name="connsiteY118" fmla="*/ 24355 h 603999"/>
                  <a:gd name="connsiteX119" fmla="*/ 524910 w 787079"/>
                  <a:gd name="connsiteY119" fmla="*/ 20722 h 603999"/>
                  <a:gd name="connsiteX120" fmla="*/ 522891 w 787079"/>
                  <a:gd name="connsiteY120" fmla="*/ 17964 h 603999"/>
                  <a:gd name="connsiteX121" fmla="*/ 520132 w 787079"/>
                  <a:gd name="connsiteY121" fmla="*/ 15643 h 603999"/>
                  <a:gd name="connsiteX122" fmla="*/ 516228 w 787079"/>
                  <a:gd name="connsiteY122" fmla="*/ 11572 h 603999"/>
                  <a:gd name="connsiteX123" fmla="*/ 512761 w 787079"/>
                  <a:gd name="connsiteY123" fmla="*/ 9991 h 603999"/>
                  <a:gd name="connsiteX124" fmla="*/ 508554 w 787079"/>
                  <a:gd name="connsiteY124" fmla="*/ 6223 h 603999"/>
                  <a:gd name="connsiteX125" fmla="*/ 506973 w 787079"/>
                  <a:gd name="connsiteY125" fmla="*/ 6795 h 603999"/>
                  <a:gd name="connsiteX126" fmla="*/ 504516 w 787079"/>
                  <a:gd name="connsiteY126" fmla="*/ 8376 h 603999"/>
                  <a:gd name="connsiteX127" fmla="*/ 501756 w 787079"/>
                  <a:gd name="connsiteY127" fmla="*/ 11572 h 603999"/>
                  <a:gd name="connsiteX128" fmla="*/ 496977 w 787079"/>
                  <a:gd name="connsiteY128" fmla="*/ 14465 h 603999"/>
                  <a:gd name="connsiteX129" fmla="*/ 492905 w 787079"/>
                  <a:gd name="connsiteY129" fmla="*/ 17930 h 603999"/>
                  <a:gd name="connsiteX130" fmla="*/ 488698 w 787079"/>
                  <a:gd name="connsiteY130" fmla="*/ 19242 h 603999"/>
                  <a:gd name="connsiteX131" fmla="*/ 486679 w 787079"/>
                  <a:gd name="connsiteY131" fmla="*/ 18098 h 603999"/>
                  <a:gd name="connsiteX132" fmla="*/ 480890 w 787079"/>
                  <a:gd name="connsiteY132" fmla="*/ 12884 h 603999"/>
                  <a:gd name="connsiteX133" fmla="*/ 477255 w 787079"/>
                  <a:gd name="connsiteY133" fmla="*/ 11707 h 603999"/>
                  <a:gd name="connsiteX134" fmla="*/ 474361 w 787079"/>
                  <a:gd name="connsiteY134" fmla="*/ 13725 h 603999"/>
                  <a:gd name="connsiteX135" fmla="*/ 471164 w 787079"/>
                  <a:gd name="connsiteY135" fmla="*/ 17055 h 603999"/>
                  <a:gd name="connsiteX136" fmla="*/ 465948 w 787079"/>
                  <a:gd name="connsiteY136" fmla="*/ 23279 h 603999"/>
                  <a:gd name="connsiteX137" fmla="*/ 460731 w 787079"/>
                  <a:gd name="connsiteY137" fmla="*/ 23144 h 603999"/>
                  <a:gd name="connsiteX138" fmla="*/ 458712 w 787079"/>
                  <a:gd name="connsiteY138" fmla="*/ 19074 h 603999"/>
                  <a:gd name="connsiteX139" fmla="*/ 459722 w 787079"/>
                  <a:gd name="connsiteY139" fmla="*/ 18199 h 603999"/>
                  <a:gd name="connsiteX140" fmla="*/ 458275 w 787079"/>
                  <a:gd name="connsiteY140" fmla="*/ 11101 h 603999"/>
                  <a:gd name="connsiteX141" fmla="*/ 451611 w 787079"/>
                  <a:gd name="connsiteY141" fmla="*/ 6627 h 603999"/>
                  <a:gd name="connsiteX142" fmla="*/ 446697 w 787079"/>
                  <a:gd name="connsiteY142" fmla="*/ 6324 h 603999"/>
                  <a:gd name="connsiteX143" fmla="*/ 444375 w 787079"/>
                  <a:gd name="connsiteY143" fmla="*/ 9217 h 603999"/>
                  <a:gd name="connsiteX144" fmla="*/ 442793 w 787079"/>
                  <a:gd name="connsiteY144" fmla="*/ 10967 h 603999"/>
                  <a:gd name="connsiteX145" fmla="*/ 439461 w 787079"/>
                  <a:gd name="connsiteY145" fmla="*/ 12850 h 603999"/>
                  <a:gd name="connsiteX146" fmla="*/ 435692 w 787079"/>
                  <a:gd name="connsiteY146" fmla="*/ 15441 h 603999"/>
                  <a:gd name="connsiteX147" fmla="*/ 433808 w 787079"/>
                  <a:gd name="connsiteY147" fmla="*/ 16752 h 603999"/>
                  <a:gd name="connsiteX148" fmla="*/ 426437 w 787079"/>
                  <a:gd name="connsiteY148" fmla="*/ 16752 h 603999"/>
                  <a:gd name="connsiteX149" fmla="*/ 422365 w 787079"/>
                  <a:gd name="connsiteY149" fmla="*/ 17762 h 603999"/>
                  <a:gd name="connsiteX150" fmla="*/ 417283 w 787079"/>
                  <a:gd name="connsiteY150" fmla="*/ 19343 h 603999"/>
                  <a:gd name="connsiteX151" fmla="*/ 409879 w 787079"/>
                  <a:gd name="connsiteY151" fmla="*/ 18031 h 603999"/>
                  <a:gd name="connsiteX152" fmla="*/ 403081 w 787079"/>
                  <a:gd name="connsiteY152" fmla="*/ 17593 h 603999"/>
                  <a:gd name="connsiteX153" fmla="*/ 397999 w 787079"/>
                  <a:gd name="connsiteY153" fmla="*/ 17156 h 603999"/>
                  <a:gd name="connsiteX154" fmla="*/ 392042 w 787079"/>
                  <a:gd name="connsiteY154" fmla="*/ 14566 h 603999"/>
                  <a:gd name="connsiteX155" fmla="*/ 388273 w 787079"/>
                  <a:gd name="connsiteY155" fmla="*/ 10933 h 603999"/>
                  <a:gd name="connsiteX156" fmla="*/ 386388 w 787079"/>
                  <a:gd name="connsiteY156" fmla="*/ 7165 h 603999"/>
                  <a:gd name="connsiteX157" fmla="*/ 383931 w 787079"/>
                  <a:gd name="connsiteY157" fmla="*/ 2826 h 603999"/>
                  <a:gd name="connsiteX158" fmla="*/ 381172 w 787079"/>
                  <a:gd name="connsiteY158" fmla="*/ 0 h 603999"/>
                  <a:gd name="connsiteX159" fmla="*/ 377268 w 787079"/>
                  <a:gd name="connsiteY159" fmla="*/ 67 h 603999"/>
                  <a:gd name="connsiteX160" fmla="*/ 371042 w 787079"/>
                  <a:gd name="connsiteY160" fmla="*/ 67 h 603999"/>
                  <a:gd name="connsiteX161" fmla="*/ 368450 w 787079"/>
                  <a:gd name="connsiteY161" fmla="*/ 2388 h 603999"/>
                  <a:gd name="connsiteX162" fmla="*/ 365825 w 787079"/>
                  <a:gd name="connsiteY162" fmla="*/ 9049 h 603999"/>
                  <a:gd name="connsiteX163" fmla="*/ 364378 w 787079"/>
                  <a:gd name="connsiteY163" fmla="*/ 12817 h 603999"/>
                  <a:gd name="connsiteX164" fmla="*/ 359162 w 787079"/>
                  <a:gd name="connsiteY164" fmla="*/ 18031 h 603999"/>
                  <a:gd name="connsiteX165" fmla="*/ 355695 w 787079"/>
                  <a:gd name="connsiteY165" fmla="*/ 19343 h 603999"/>
                  <a:gd name="connsiteX166" fmla="*/ 354113 w 787079"/>
                  <a:gd name="connsiteY166" fmla="*/ 20083 h 603999"/>
                  <a:gd name="connsiteX167" fmla="*/ 351354 w 787079"/>
                  <a:gd name="connsiteY167" fmla="*/ 21832 h 603999"/>
                  <a:gd name="connsiteX168" fmla="*/ 347585 w 787079"/>
                  <a:gd name="connsiteY168" fmla="*/ 23851 h 603999"/>
                  <a:gd name="connsiteX169" fmla="*/ 344690 w 787079"/>
                  <a:gd name="connsiteY169" fmla="*/ 23851 h 603999"/>
                  <a:gd name="connsiteX170" fmla="*/ 342065 w 787079"/>
                  <a:gd name="connsiteY170" fmla="*/ 25162 h 603999"/>
                  <a:gd name="connsiteX171" fmla="*/ 339743 w 787079"/>
                  <a:gd name="connsiteY171" fmla="*/ 26609 h 603999"/>
                  <a:gd name="connsiteX172" fmla="*/ 340618 w 787079"/>
                  <a:gd name="connsiteY172" fmla="*/ 29805 h 603999"/>
                  <a:gd name="connsiteX173" fmla="*/ 342065 w 787079"/>
                  <a:gd name="connsiteY173" fmla="*/ 31251 h 603999"/>
                  <a:gd name="connsiteX174" fmla="*/ 350041 w 787079"/>
                  <a:gd name="connsiteY174" fmla="*/ 35153 h 603999"/>
                  <a:gd name="connsiteX175" fmla="*/ 351791 w 787079"/>
                  <a:gd name="connsiteY175" fmla="*/ 37340 h 603999"/>
                  <a:gd name="connsiteX176" fmla="*/ 350647 w 787079"/>
                  <a:gd name="connsiteY176" fmla="*/ 39089 h 603999"/>
                  <a:gd name="connsiteX177" fmla="*/ 348762 w 787079"/>
                  <a:gd name="connsiteY177" fmla="*/ 41276 h 603999"/>
                  <a:gd name="connsiteX178" fmla="*/ 346878 w 787079"/>
                  <a:gd name="connsiteY178" fmla="*/ 42453 h 603999"/>
                  <a:gd name="connsiteX179" fmla="*/ 347753 w 787079"/>
                  <a:gd name="connsiteY179" fmla="*/ 45481 h 603999"/>
                  <a:gd name="connsiteX180" fmla="*/ 348325 w 787079"/>
                  <a:gd name="connsiteY180" fmla="*/ 46927 h 603999"/>
                  <a:gd name="connsiteX181" fmla="*/ 350344 w 787079"/>
                  <a:gd name="connsiteY181" fmla="*/ 50258 h 603999"/>
                  <a:gd name="connsiteX182" fmla="*/ 349604 w 787079"/>
                  <a:gd name="connsiteY182" fmla="*/ 53016 h 603999"/>
                  <a:gd name="connsiteX183" fmla="*/ 349166 w 787079"/>
                  <a:gd name="connsiteY183" fmla="*/ 55203 h 603999"/>
                  <a:gd name="connsiteX184" fmla="*/ 349604 w 787079"/>
                  <a:gd name="connsiteY184" fmla="*/ 57793 h 603999"/>
                  <a:gd name="connsiteX185" fmla="*/ 352801 w 787079"/>
                  <a:gd name="connsiteY185" fmla="*/ 61998 h 603999"/>
                  <a:gd name="connsiteX186" fmla="*/ 352498 w 787079"/>
                  <a:gd name="connsiteY186" fmla="*/ 65194 h 603999"/>
                  <a:gd name="connsiteX187" fmla="*/ 351185 w 787079"/>
                  <a:gd name="connsiteY187" fmla="*/ 67649 h 603999"/>
                  <a:gd name="connsiteX188" fmla="*/ 347113 w 787079"/>
                  <a:gd name="connsiteY188" fmla="*/ 68221 h 603999"/>
                  <a:gd name="connsiteX189" fmla="*/ 344084 w 787079"/>
                  <a:gd name="connsiteY189" fmla="*/ 68524 h 603999"/>
                  <a:gd name="connsiteX190" fmla="*/ 340618 w 787079"/>
                  <a:gd name="connsiteY190" fmla="*/ 70542 h 603999"/>
                  <a:gd name="connsiteX191" fmla="*/ 336142 w 787079"/>
                  <a:gd name="connsiteY191" fmla="*/ 71552 h 603999"/>
                  <a:gd name="connsiteX192" fmla="*/ 330791 w 787079"/>
                  <a:gd name="connsiteY192" fmla="*/ 68928 h 603999"/>
                  <a:gd name="connsiteX193" fmla="*/ 326315 w 787079"/>
                  <a:gd name="connsiteY193" fmla="*/ 62536 h 603999"/>
                  <a:gd name="connsiteX194" fmla="*/ 322545 w 787079"/>
                  <a:gd name="connsiteY194" fmla="*/ 56750 h 603999"/>
                  <a:gd name="connsiteX195" fmla="*/ 317901 w 787079"/>
                  <a:gd name="connsiteY195" fmla="*/ 52108 h 603999"/>
                  <a:gd name="connsiteX196" fmla="*/ 311675 w 787079"/>
                  <a:gd name="connsiteY196" fmla="*/ 45885 h 603999"/>
                  <a:gd name="connsiteX197" fmla="*/ 304843 w 787079"/>
                  <a:gd name="connsiteY197" fmla="*/ 44573 h 603999"/>
                  <a:gd name="connsiteX198" fmla="*/ 300939 w 787079"/>
                  <a:gd name="connsiteY198" fmla="*/ 42823 h 603999"/>
                  <a:gd name="connsiteX199" fmla="*/ 295420 w 787079"/>
                  <a:gd name="connsiteY199" fmla="*/ 41242 h 603999"/>
                  <a:gd name="connsiteX200" fmla="*/ 293838 w 787079"/>
                  <a:gd name="connsiteY200" fmla="*/ 42823 h 603999"/>
                  <a:gd name="connsiteX201" fmla="*/ 290809 w 787079"/>
                  <a:gd name="connsiteY201" fmla="*/ 44135 h 603999"/>
                  <a:gd name="connsiteX202" fmla="*/ 285155 w 787079"/>
                  <a:gd name="connsiteY202" fmla="*/ 44135 h 603999"/>
                  <a:gd name="connsiteX203" fmla="*/ 284280 w 787079"/>
                  <a:gd name="connsiteY203" fmla="*/ 42823 h 603999"/>
                  <a:gd name="connsiteX204" fmla="*/ 275597 w 787079"/>
                  <a:gd name="connsiteY204" fmla="*/ 42823 h 603999"/>
                  <a:gd name="connsiteX205" fmla="*/ 268227 w 787079"/>
                  <a:gd name="connsiteY205" fmla="*/ 42823 h 603999"/>
                  <a:gd name="connsiteX206" fmla="*/ 266342 w 787079"/>
                  <a:gd name="connsiteY206" fmla="*/ 43900 h 603999"/>
                  <a:gd name="connsiteX207" fmla="*/ 262270 w 787079"/>
                  <a:gd name="connsiteY207" fmla="*/ 44976 h 603999"/>
                  <a:gd name="connsiteX208" fmla="*/ 260688 w 787079"/>
                  <a:gd name="connsiteY208" fmla="*/ 45851 h 603999"/>
                  <a:gd name="connsiteX209" fmla="*/ 259982 w 787079"/>
                  <a:gd name="connsiteY209" fmla="*/ 47432 h 603999"/>
                  <a:gd name="connsiteX210" fmla="*/ 262136 w 787079"/>
                  <a:gd name="connsiteY210" fmla="*/ 49013 h 603999"/>
                  <a:gd name="connsiteX211" fmla="*/ 262573 w 787079"/>
                  <a:gd name="connsiteY211" fmla="*/ 54093 h 603999"/>
                  <a:gd name="connsiteX212" fmla="*/ 262573 w 787079"/>
                  <a:gd name="connsiteY212" fmla="*/ 56548 h 603999"/>
                  <a:gd name="connsiteX213" fmla="*/ 262573 w 787079"/>
                  <a:gd name="connsiteY213" fmla="*/ 59307 h 603999"/>
                  <a:gd name="connsiteX214" fmla="*/ 262573 w 787079"/>
                  <a:gd name="connsiteY214" fmla="*/ 61493 h 603999"/>
                  <a:gd name="connsiteX215" fmla="*/ 261866 w 787079"/>
                  <a:gd name="connsiteY215" fmla="*/ 64083 h 603999"/>
                  <a:gd name="connsiteX216" fmla="*/ 259982 w 787079"/>
                  <a:gd name="connsiteY216" fmla="*/ 65227 h 603999"/>
                  <a:gd name="connsiteX217" fmla="*/ 258972 w 787079"/>
                  <a:gd name="connsiteY217" fmla="*/ 67986 h 603999"/>
                  <a:gd name="connsiteX218" fmla="*/ 260116 w 787079"/>
                  <a:gd name="connsiteY218" fmla="*/ 69870 h 603999"/>
                  <a:gd name="connsiteX219" fmla="*/ 263886 w 787079"/>
                  <a:gd name="connsiteY219" fmla="*/ 72460 h 603999"/>
                  <a:gd name="connsiteX220" fmla="*/ 265333 w 787079"/>
                  <a:gd name="connsiteY220" fmla="*/ 75656 h 603999"/>
                  <a:gd name="connsiteX221" fmla="*/ 265198 w 787079"/>
                  <a:gd name="connsiteY221" fmla="*/ 77842 h 603999"/>
                  <a:gd name="connsiteX222" fmla="*/ 265064 w 787079"/>
                  <a:gd name="connsiteY222" fmla="*/ 79289 h 603999"/>
                  <a:gd name="connsiteX223" fmla="*/ 263919 w 787079"/>
                  <a:gd name="connsiteY223" fmla="*/ 80601 h 603999"/>
                  <a:gd name="connsiteX224" fmla="*/ 263482 w 787079"/>
                  <a:gd name="connsiteY224" fmla="*/ 82754 h 603999"/>
                  <a:gd name="connsiteX225" fmla="*/ 261159 w 787079"/>
                  <a:gd name="connsiteY225" fmla="*/ 82754 h 603999"/>
                  <a:gd name="connsiteX226" fmla="*/ 258400 w 787079"/>
                  <a:gd name="connsiteY226" fmla="*/ 83628 h 603999"/>
                  <a:gd name="connsiteX227" fmla="*/ 254496 w 787079"/>
                  <a:gd name="connsiteY227" fmla="*/ 85815 h 603999"/>
                  <a:gd name="connsiteX228" fmla="*/ 251467 w 787079"/>
                  <a:gd name="connsiteY228" fmla="*/ 87396 h 603999"/>
                  <a:gd name="connsiteX229" fmla="*/ 247832 w 787079"/>
                  <a:gd name="connsiteY229" fmla="*/ 91029 h 603999"/>
                  <a:gd name="connsiteX230" fmla="*/ 244635 w 787079"/>
                  <a:gd name="connsiteY230" fmla="*/ 94225 h 603999"/>
                  <a:gd name="connsiteX231" fmla="*/ 242751 w 787079"/>
                  <a:gd name="connsiteY231" fmla="*/ 97252 h 603999"/>
                  <a:gd name="connsiteX232" fmla="*/ 241606 w 787079"/>
                  <a:gd name="connsiteY232" fmla="*/ 100280 h 603999"/>
                  <a:gd name="connsiteX233" fmla="*/ 242178 w 787079"/>
                  <a:gd name="connsiteY233" fmla="*/ 103913 h 603999"/>
                  <a:gd name="connsiteX234" fmla="*/ 243491 w 787079"/>
                  <a:gd name="connsiteY234" fmla="*/ 106671 h 603999"/>
                  <a:gd name="connsiteX235" fmla="*/ 245376 w 787079"/>
                  <a:gd name="connsiteY235" fmla="*/ 109564 h 603999"/>
                  <a:gd name="connsiteX236" fmla="*/ 251164 w 787079"/>
                  <a:gd name="connsiteY236" fmla="*/ 114038 h 603999"/>
                  <a:gd name="connsiteX237" fmla="*/ 251736 w 787079"/>
                  <a:gd name="connsiteY237" fmla="*/ 119118 h 603999"/>
                  <a:gd name="connsiteX238" fmla="*/ 251433 w 787079"/>
                  <a:gd name="connsiteY238" fmla="*/ 124197 h 603999"/>
                  <a:gd name="connsiteX239" fmla="*/ 253621 w 787079"/>
                  <a:gd name="connsiteY239" fmla="*/ 130286 h 603999"/>
                  <a:gd name="connsiteX240" fmla="*/ 255506 w 787079"/>
                  <a:gd name="connsiteY240" fmla="*/ 135501 h 603999"/>
                  <a:gd name="connsiteX241" fmla="*/ 252611 w 787079"/>
                  <a:gd name="connsiteY241" fmla="*/ 141152 h 603999"/>
                  <a:gd name="connsiteX242" fmla="*/ 247092 w 787079"/>
                  <a:gd name="connsiteY242" fmla="*/ 143170 h 603999"/>
                  <a:gd name="connsiteX243" fmla="*/ 241303 w 787079"/>
                  <a:gd name="connsiteY243" fmla="*/ 144751 h 603999"/>
                  <a:gd name="connsiteX244" fmla="*/ 235649 w 787079"/>
                  <a:gd name="connsiteY244" fmla="*/ 149226 h 603999"/>
                  <a:gd name="connsiteX245" fmla="*/ 235212 w 787079"/>
                  <a:gd name="connsiteY245" fmla="*/ 154877 h 603999"/>
                  <a:gd name="connsiteX246" fmla="*/ 237803 w 787079"/>
                  <a:gd name="connsiteY246" fmla="*/ 163421 h 603999"/>
                  <a:gd name="connsiteX247" fmla="*/ 239116 w 787079"/>
                  <a:gd name="connsiteY247" fmla="*/ 167054 h 603999"/>
                  <a:gd name="connsiteX248" fmla="*/ 244770 w 787079"/>
                  <a:gd name="connsiteY248" fmla="*/ 174455 h 603999"/>
                  <a:gd name="connsiteX249" fmla="*/ 244635 w 787079"/>
                  <a:gd name="connsiteY249" fmla="*/ 178795 h 603999"/>
                  <a:gd name="connsiteX250" fmla="*/ 242010 w 787079"/>
                  <a:gd name="connsiteY250" fmla="*/ 180107 h 603999"/>
                  <a:gd name="connsiteX251" fmla="*/ 236221 w 787079"/>
                  <a:gd name="connsiteY251" fmla="*/ 182428 h 603999"/>
                  <a:gd name="connsiteX252" fmla="*/ 229120 w 787079"/>
                  <a:gd name="connsiteY252" fmla="*/ 187776 h 603999"/>
                  <a:gd name="connsiteX253" fmla="*/ 226226 w 787079"/>
                  <a:gd name="connsiteY253" fmla="*/ 186464 h 603999"/>
                  <a:gd name="connsiteX254" fmla="*/ 220707 w 787079"/>
                  <a:gd name="connsiteY254" fmla="*/ 186464 h 603999"/>
                  <a:gd name="connsiteX255" fmla="*/ 212899 w 787079"/>
                  <a:gd name="connsiteY255" fmla="*/ 191241 h 603999"/>
                  <a:gd name="connsiteX256" fmla="*/ 209399 w 787079"/>
                  <a:gd name="connsiteY256" fmla="*/ 198474 h 603999"/>
                  <a:gd name="connsiteX257" fmla="*/ 216062 w 787079"/>
                  <a:gd name="connsiteY257" fmla="*/ 203823 h 603999"/>
                  <a:gd name="connsiteX258" fmla="*/ 217947 w 787079"/>
                  <a:gd name="connsiteY258" fmla="*/ 207590 h 603999"/>
                  <a:gd name="connsiteX259" fmla="*/ 215625 w 787079"/>
                  <a:gd name="connsiteY259" fmla="*/ 212670 h 603999"/>
                  <a:gd name="connsiteX260" fmla="*/ 212159 w 787079"/>
                  <a:gd name="connsiteY260" fmla="*/ 215698 h 603999"/>
                  <a:gd name="connsiteX261" fmla="*/ 208389 w 787079"/>
                  <a:gd name="connsiteY261" fmla="*/ 216841 h 603999"/>
                  <a:gd name="connsiteX262" fmla="*/ 204048 w 787079"/>
                  <a:gd name="connsiteY262" fmla="*/ 217547 h 603999"/>
                  <a:gd name="connsiteX263" fmla="*/ 198091 w 787079"/>
                  <a:gd name="connsiteY263" fmla="*/ 221181 h 603999"/>
                  <a:gd name="connsiteX264" fmla="*/ 193749 w 787079"/>
                  <a:gd name="connsiteY264" fmla="*/ 226260 h 603999"/>
                  <a:gd name="connsiteX265" fmla="*/ 192740 w 787079"/>
                  <a:gd name="connsiteY265" fmla="*/ 227269 h 603999"/>
                  <a:gd name="connsiteX266" fmla="*/ 187826 w 787079"/>
                  <a:gd name="connsiteY266" fmla="*/ 229591 h 603999"/>
                  <a:gd name="connsiteX267" fmla="*/ 187826 w 787079"/>
                  <a:gd name="connsiteY267" fmla="*/ 234367 h 603999"/>
                  <a:gd name="connsiteX268" fmla="*/ 187557 w 787079"/>
                  <a:gd name="connsiteY268" fmla="*/ 238438 h 603999"/>
                  <a:gd name="connsiteX269" fmla="*/ 188264 w 787079"/>
                  <a:gd name="connsiteY269" fmla="*/ 246107 h 603999"/>
                  <a:gd name="connsiteX270" fmla="*/ 187254 w 787079"/>
                  <a:gd name="connsiteY270" fmla="*/ 248731 h 603999"/>
                  <a:gd name="connsiteX271" fmla="*/ 184360 w 787079"/>
                  <a:gd name="connsiteY271" fmla="*/ 252364 h 603999"/>
                  <a:gd name="connsiteX272" fmla="*/ 184360 w 787079"/>
                  <a:gd name="connsiteY272" fmla="*/ 255998 h 603999"/>
                  <a:gd name="connsiteX273" fmla="*/ 186817 w 787079"/>
                  <a:gd name="connsiteY273" fmla="*/ 259328 h 603999"/>
                  <a:gd name="connsiteX274" fmla="*/ 188398 w 787079"/>
                  <a:gd name="connsiteY274" fmla="*/ 262221 h 603999"/>
                  <a:gd name="connsiteX275" fmla="*/ 188836 w 787079"/>
                  <a:gd name="connsiteY275" fmla="*/ 269756 h 603999"/>
                  <a:gd name="connsiteX276" fmla="*/ 190418 w 787079"/>
                  <a:gd name="connsiteY276" fmla="*/ 274264 h 603999"/>
                  <a:gd name="connsiteX277" fmla="*/ 193043 w 787079"/>
                  <a:gd name="connsiteY277" fmla="*/ 278335 h 603999"/>
                  <a:gd name="connsiteX278" fmla="*/ 192302 w 787079"/>
                  <a:gd name="connsiteY278" fmla="*/ 287013 h 603999"/>
                  <a:gd name="connsiteX279" fmla="*/ 185504 w 787079"/>
                  <a:gd name="connsiteY279" fmla="*/ 293539 h 603999"/>
                  <a:gd name="connsiteX280" fmla="*/ 184629 w 787079"/>
                  <a:gd name="connsiteY280" fmla="*/ 299056 h 603999"/>
                  <a:gd name="connsiteX281" fmla="*/ 182172 w 787079"/>
                  <a:gd name="connsiteY281" fmla="*/ 302252 h 603999"/>
                  <a:gd name="connsiteX282" fmla="*/ 179850 w 787079"/>
                  <a:gd name="connsiteY282" fmla="*/ 304573 h 603999"/>
                  <a:gd name="connsiteX283" fmla="*/ 175509 w 787079"/>
                  <a:gd name="connsiteY283" fmla="*/ 307903 h 603999"/>
                  <a:gd name="connsiteX284" fmla="*/ 175071 w 787079"/>
                  <a:gd name="connsiteY284" fmla="*/ 310090 h 603999"/>
                  <a:gd name="connsiteX285" fmla="*/ 172009 w 787079"/>
                  <a:gd name="connsiteY285" fmla="*/ 312849 h 603999"/>
                  <a:gd name="connsiteX286" fmla="*/ 169989 w 787079"/>
                  <a:gd name="connsiteY286" fmla="*/ 314026 h 603999"/>
                  <a:gd name="connsiteX287" fmla="*/ 167532 w 787079"/>
                  <a:gd name="connsiteY287" fmla="*/ 314732 h 603999"/>
                  <a:gd name="connsiteX288" fmla="*/ 163023 w 787079"/>
                  <a:gd name="connsiteY288" fmla="*/ 316482 h 603999"/>
                  <a:gd name="connsiteX289" fmla="*/ 159994 w 787079"/>
                  <a:gd name="connsiteY289" fmla="*/ 318063 h 603999"/>
                  <a:gd name="connsiteX290" fmla="*/ 157672 w 787079"/>
                  <a:gd name="connsiteY290" fmla="*/ 318937 h 603999"/>
                  <a:gd name="connsiteX291" fmla="*/ 156662 w 787079"/>
                  <a:gd name="connsiteY291" fmla="*/ 321999 h 603999"/>
                  <a:gd name="connsiteX292" fmla="*/ 155215 w 787079"/>
                  <a:gd name="connsiteY292" fmla="*/ 323580 h 603999"/>
                  <a:gd name="connsiteX293" fmla="*/ 152893 w 787079"/>
                  <a:gd name="connsiteY293" fmla="*/ 326204 h 603999"/>
                  <a:gd name="connsiteX294" fmla="*/ 148820 w 787079"/>
                  <a:gd name="connsiteY294" fmla="*/ 327347 h 603999"/>
                  <a:gd name="connsiteX295" fmla="*/ 143604 w 787079"/>
                  <a:gd name="connsiteY295" fmla="*/ 328222 h 603999"/>
                  <a:gd name="connsiteX296" fmla="*/ 139700 w 787079"/>
                  <a:gd name="connsiteY296" fmla="*/ 331115 h 603999"/>
                  <a:gd name="connsiteX297" fmla="*/ 133609 w 787079"/>
                  <a:gd name="connsiteY297" fmla="*/ 332730 h 603999"/>
                  <a:gd name="connsiteX298" fmla="*/ 127652 w 787079"/>
                  <a:gd name="connsiteY298" fmla="*/ 334748 h 603999"/>
                  <a:gd name="connsiteX299" fmla="*/ 123883 w 787079"/>
                  <a:gd name="connsiteY299" fmla="*/ 339390 h 603999"/>
                  <a:gd name="connsiteX300" fmla="*/ 120988 w 787079"/>
                  <a:gd name="connsiteY300" fmla="*/ 347060 h 603999"/>
                  <a:gd name="connsiteX301" fmla="*/ 118969 w 787079"/>
                  <a:gd name="connsiteY301" fmla="*/ 348809 h 603999"/>
                  <a:gd name="connsiteX302" fmla="*/ 118834 w 787079"/>
                  <a:gd name="connsiteY302" fmla="*/ 352846 h 603999"/>
                  <a:gd name="connsiteX303" fmla="*/ 122469 w 787079"/>
                  <a:gd name="connsiteY303" fmla="*/ 359944 h 603999"/>
                  <a:gd name="connsiteX304" fmla="*/ 123916 w 787079"/>
                  <a:gd name="connsiteY304" fmla="*/ 364587 h 603999"/>
                  <a:gd name="connsiteX305" fmla="*/ 122604 w 787079"/>
                  <a:gd name="connsiteY305" fmla="*/ 367042 h 603999"/>
                  <a:gd name="connsiteX306" fmla="*/ 119575 w 787079"/>
                  <a:gd name="connsiteY306" fmla="*/ 366470 h 603999"/>
                  <a:gd name="connsiteX307" fmla="*/ 114796 w 787079"/>
                  <a:gd name="connsiteY307" fmla="*/ 365024 h 603999"/>
                  <a:gd name="connsiteX308" fmla="*/ 111464 w 787079"/>
                  <a:gd name="connsiteY308" fmla="*/ 365024 h 603999"/>
                  <a:gd name="connsiteX309" fmla="*/ 108704 w 787079"/>
                  <a:gd name="connsiteY309" fmla="*/ 367210 h 603999"/>
                  <a:gd name="connsiteX310" fmla="*/ 108839 w 787079"/>
                  <a:gd name="connsiteY310" fmla="*/ 371685 h 603999"/>
                  <a:gd name="connsiteX311" fmla="*/ 115065 w 787079"/>
                  <a:gd name="connsiteY311" fmla="*/ 375755 h 603999"/>
                  <a:gd name="connsiteX312" fmla="*/ 111430 w 787079"/>
                  <a:gd name="connsiteY312" fmla="*/ 377638 h 603999"/>
                  <a:gd name="connsiteX313" fmla="*/ 107089 w 787079"/>
                  <a:gd name="connsiteY313" fmla="*/ 379388 h 603999"/>
                  <a:gd name="connsiteX314" fmla="*/ 99416 w 787079"/>
                  <a:gd name="connsiteY314" fmla="*/ 382146 h 603999"/>
                  <a:gd name="connsiteX315" fmla="*/ 97262 w 787079"/>
                  <a:gd name="connsiteY315" fmla="*/ 385342 h 603999"/>
                  <a:gd name="connsiteX316" fmla="*/ 90733 w 787079"/>
                  <a:gd name="connsiteY316" fmla="*/ 384030 h 603999"/>
                  <a:gd name="connsiteX317" fmla="*/ 84944 w 787079"/>
                  <a:gd name="connsiteY317" fmla="*/ 379825 h 603999"/>
                  <a:gd name="connsiteX318" fmla="*/ 78718 w 787079"/>
                  <a:gd name="connsiteY318" fmla="*/ 379522 h 603999"/>
                  <a:gd name="connsiteX319" fmla="*/ 75386 w 787079"/>
                  <a:gd name="connsiteY319" fmla="*/ 381709 h 603999"/>
                  <a:gd name="connsiteX320" fmla="*/ 75521 w 787079"/>
                  <a:gd name="connsiteY320" fmla="*/ 387495 h 603999"/>
                  <a:gd name="connsiteX321" fmla="*/ 79290 w 787079"/>
                  <a:gd name="connsiteY321" fmla="*/ 394593 h 603999"/>
                  <a:gd name="connsiteX322" fmla="*/ 85516 w 787079"/>
                  <a:gd name="connsiteY322" fmla="*/ 401691 h 603999"/>
                  <a:gd name="connsiteX323" fmla="*/ 84944 w 787079"/>
                  <a:gd name="connsiteY323" fmla="*/ 407780 h 603999"/>
                  <a:gd name="connsiteX324" fmla="*/ 79593 w 787079"/>
                  <a:gd name="connsiteY324" fmla="*/ 410235 h 603999"/>
                  <a:gd name="connsiteX325" fmla="*/ 72054 w 787079"/>
                  <a:gd name="connsiteY325" fmla="*/ 409663 h 603999"/>
                  <a:gd name="connsiteX326" fmla="*/ 64651 w 787079"/>
                  <a:gd name="connsiteY326" fmla="*/ 410807 h 603999"/>
                  <a:gd name="connsiteX327" fmla="*/ 57246 w 787079"/>
                  <a:gd name="connsiteY327" fmla="*/ 412119 h 603999"/>
                  <a:gd name="connsiteX328" fmla="*/ 50145 w 787079"/>
                  <a:gd name="connsiteY328" fmla="*/ 413431 h 603999"/>
                  <a:gd name="connsiteX329" fmla="*/ 44626 w 787079"/>
                  <a:gd name="connsiteY329" fmla="*/ 413566 h 603999"/>
                  <a:gd name="connsiteX330" fmla="*/ 38400 w 787079"/>
                  <a:gd name="connsiteY330" fmla="*/ 415012 h 603999"/>
                  <a:gd name="connsiteX331" fmla="*/ 34058 w 787079"/>
                  <a:gd name="connsiteY331" fmla="*/ 417636 h 603999"/>
                  <a:gd name="connsiteX332" fmla="*/ 31029 w 787079"/>
                  <a:gd name="connsiteY332" fmla="*/ 422985 h 603999"/>
                  <a:gd name="connsiteX333" fmla="*/ 34058 w 787079"/>
                  <a:gd name="connsiteY333" fmla="*/ 426887 h 603999"/>
                  <a:gd name="connsiteX334" fmla="*/ 35203 w 787079"/>
                  <a:gd name="connsiteY334" fmla="*/ 432404 h 603999"/>
                  <a:gd name="connsiteX335" fmla="*/ 31871 w 787079"/>
                  <a:gd name="connsiteY335" fmla="*/ 439199 h 603999"/>
                  <a:gd name="connsiteX336" fmla="*/ 23457 w 787079"/>
                  <a:gd name="connsiteY336" fmla="*/ 440948 h 603999"/>
                  <a:gd name="connsiteX337" fmla="*/ 17097 w 787079"/>
                  <a:gd name="connsiteY337" fmla="*/ 440948 h 603999"/>
                  <a:gd name="connsiteX338" fmla="*/ 12890 w 787079"/>
                  <a:gd name="connsiteY338" fmla="*/ 443034 h 603999"/>
                  <a:gd name="connsiteX339" fmla="*/ 9995 w 787079"/>
                  <a:gd name="connsiteY339" fmla="*/ 446734 h 603999"/>
                  <a:gd name="connsiteX340" fmla="*/ 7539 w 787079"/>
                  <a:gd name="connsiteY340" fmla="*/ 451377 h 603999"/>
                  <a:gd name="connsiteX341" fmla="*/ 5957 w 787079"/>
                  <a:gd name="connsiteY341" fmla="*/ 454270 h 603999"/>
                  <a:gd name="connsiteX342" fmla="*/ 4947 w 787079"/>
                  <a:gd name="connsiteY342" fmla="*/ 457163 h 603999"/>
                  <a:gd name="connsiteX343" fmla="*/ 7404 w 787079"/>
                  <a:gd name="connsiteY343" fmla="*/ 460055 h 603999"/>
                  <a:gd name="connsiteX344" fmla="*/ 11308 w 787079"/>
                  <a:gd name="connsiteY344" fmla="*/ 461805 h 603999"/>
                  <a:gd name="connsiteX345" fmla="*/ 13933 w 787079"/>
                  <a:gd name="connsiteY345" fmla="*/ 461805 h 603999"/>
                  <a:gd name="connsiteX346" fmla="*/ 20462 w 787079"/>
                  <a:gd name="connsiteY346" fmla="*/ 463554 h 603999"/>
                  <a:gd name="connsiteX347" fmla="*/ 23928 w 787079"/>
                  <a:gd name="connsiteY347" fmla="*/ 464563 h 603999"/>
                  <a:gd name="connsiteX348" fmla="*/ 25813 w 787079"/>
                  <a:gd name="connsiteY348" fmla="*/ 468634 h 603999"/>
                  <a:gd name="connsiteX349" fmla="*/ 28001 w 787079"/>
                  <a:gd name="connsiteY349" fmla="*/ 470955 h 603999"/>
                  <a:gd name="connsiteX350" fmla="*/ 27429 w 787079"/>
                  <a:gd name="connsiteY350" fmla="*/ 474151 h 603999"/>
                  <a:gd name="connsiteX351" fmla="*/ 23222 w 787079"/>
                  <a:gd name="connsiteY351" fmla="*/ 475732 h 603999"/>
                  <a:gd name="connsiteX352" fmla="*/ 20630 w 787079"/>
                  <a:gd name="connsiteY352" fmla="*/ 476875 h 603999"/>
                  <a:gd name="connsiteX353" fmla="*/ 15111 w 787079"/>
                  <a:gd name="connsiteY353" fmla="*/ 479062 h 603999"/>
                  <a:gd name="connsiteX354" fmla="*/ 11039 w 787079"/>
                  <a:gd name="connsiteY354" fmla="*/ 482392 h 603999"/>
                  <a:gd name="connsiteX355" fmla="*/ 7842 w 787079"/>
                  <a:gd name="connsiteY355" fmla="*/ 485588 h 603999"/>
                  <a:gd name="connsiteX356" fmla="*/ 6394 w 787079"/>
                  <a:gd name="connsiteY356" fmla="*/ 491239 h 603999"/>
                  <a:gd name="connsiteX357" fmla="*/ 4072 w 787079"/>
                  <a:gd name="connsiteY357" fmla="*/ 497026 h 603999"/>
                  <a:gd name="connsiteX358" fmla="*/ 2760 w 787079"/>
                  <a:gd name="connsiteY358" fmla="*/ 503417 h 603999"/>
                  <a:gd name="connsiteX359" fmla="*/ 1885 w 787079"/>
                  <a:gd name="connsiteY359" fmla="*/ 509943 h 603999"/>
                  <a:gd name="connsiteX360" fmla="*/ 2019 w 787079"/>
                  <a:gd name="connsiteY360" fmla="*/ 516167 h 603999"/>
                  <a:gd name="connsiteX361" fmla="*/ 0 w 787079"/>
                  <a:gd name="connsiteY361" fmla="*/ 525283 h 603999"/>
                  <a:gd name="connsiteX362" fmla="*/ 0 w 787079"/>
                  <a:gd name="connsiteY362" fmla="*/ 530800 h 603999"/>
                  <a:gd name="connsiteX363" fmla="*/ 1649 w 787079"/>
                  <a:gd name="connsiteY363" fmla="*/ 535879 h 603999"/>
                  <a:gd name="connsiteX364" fmla="*/ 4476 w 787079"/>
                  <a:gd name="connsiteY364" fmla="*/ 538772 h 603999"/>
                  <a:gd name="connsiteX365" fmla="*/ 7101 w 787079"/>
                  <a:gd name="connsiteY365" fmla="*/ 543247 h 603999"/>
                  <a:gd name="connsiteX366" fmla="*/ 8111 w 787079"/>
                  <a:gd name="connsiteY366" fmla="*/ 548764 h 603999"/>
                  <a:gd name="connsiteX367" fmla="*/ 12149 w 787079"/>
                  <a:gd name="connsiteY367" fmla="*/ 549033 h 603999"/>
                  <a:gd name="connsiteX368" fmla="*/ 17500 w 787079"/>
                  <a:gd name="connsiteY368" fmla="*/ 550042 h 603999"/>
                  <a:gd name="connsiteX369" fmla="*/ 18241 w 787079"/>
                  <a:gd name="connsiteY369" fmla="*/ 552800 h 603999"/>
                  <a:gd name="connsiteX370" fmla="*/ 14606 w 787079"/>
                  <a:gd name="connsiteY370" fmla="*/ 553675 h 603999"/>
                  <a:gd name="connsiteX371" fmla="*/ 11577 w 787079"/>
                  <a:gd name="connsiteY371" fmla="*/ 555693 h 603999"/>
                  <a:gd name="connsiteX372" fmla="*/ 8683 w 787079"/>
                  <a:gd name="connsiteY372" fmla="*/ 558149 h 603999"/>
                  <a:gd name="connsiteX373" fmla="*/ 8111 w 787079"/>
                  <a:gd name="connsiteY373" fmla="*/ 560167 h 603999"/>
                  <a:gd name="connsiteX374" fmla="*/ 12149 w 787079"/>
                  <a:gd name="connsiteY374" fmla="*/ 562926 h 603999"/>
                  <a:gd name="connsiteX375" fmla="*/ 14034 w 787079"/>
                  <a:gd name="connsiteY375" fmla="*/ 568005 h 603999"/>
                  <a:gd name="connsiteX376" fmla="*/ 16625 w 787079"/>
                  <a:gd name="connsiteY376" fmla="*/ 572782 h 603999"/>
                  <a:gd name="connsiteX377" fmla="*/ 17366 w 787079"/>
                  <a:gd name="connsiteY377" fmla="*/ 574363 h 603999"/>
                  <a:gd name="connsiteX378" fmla="*/ 20428 w 787079"/>
                  <a:gd name="connsiteY378" fmla="*/ 576819 h 603999"/>
                  <a:gd name="connsiteX379" fmla="*/ 23188 w 787079"/>
                  <a:gd name="connsiteY379" fmla="*/ 578568 h 603999"/>
                  <a:gd name="connsiteX380" fmla="*/ 24500 w 787079"/>
                  <a:gd name="connsiteY380" fmla="*/ 578434 h 603999"/>
                  <a:gd name="connsiteX381" fmla="*/ 26654 w 787079"/>
                  <a:gd name="connsiteY381" fmla="*/ 575978 h 603999"/>
                  <a:gd name="connsiteX382" fmla="*/ 28404 w 787079"/>
                  <a:gd name="connsiteY382" fmla="*/ 573960 h 603999"/>
                  <a:gd name="connsiteX383" fmla="*/ 31029 w 787079"/>
                  <a:gd name="connsiteY383" fmla="*/ 577155 h 603999"/>
                  <a:gd name="connsiteX384" fmla="*/ 33924 w 787079"/>
                  <a:gd name="connsiteY384" fmla="*/ 579611 h 603999"/>
                  <a:gd name="connsiteX385" fmla="*/ 34664 w 787079"/>
                  <a:gd name="connsiteY385" fmla="*/ 580620 h 603999"/>
                  <a:gd name="connsiteX386" fmla="*/ 37558 w 787079"/>
                  <a:gd name="connsiteY386" fmla="*/ 583379 h 603999"/>
                  <a:gd name="connsiteX387" fmla="*/ 37693 w 787079"/>
                  <a:gd name="connsiteY387" fmla="*/ 585700 h 603999"/>
                  <a:gd name="connsiteX388" fmla="*/ 37121 w 787079"/>
                  <a:gd name="connsiteY388" fmla="*/ 587752 h 603999"/>
                  <a:gd name="connsiteX389" fmla="*/ 34092 w 787079"/>
                  <a:gd name="connsiteY389" fmla="*/ 589333 h 603999"/>
                  <a:gd name="connsiteX390" fmla="*/ 31904 w 787079"/>
                  <a:gd name="connsiteY390" fmla="*/ 588593 h 603999"/>
                  <a:gd name="connsiteX391" fmla="*/ 29145 w 787079"/>
                  <a:gd name="connsiteY391" fmla="*/ 586271 h 603999"/>
                  <a:gd name="connsiteX392" fmla="*/ 25510 w 787079"/>
                  <a:gd name="connsiteY392" fmla="*/ 586137 h 603999"/>
                  <a:gd name="connsiteX393" fmla="*/ 24063 w 787079"/>
                  <a:gd name="connsiteY393" fmla="*/ 587012 h 603999"/>
                  <a:gd name="connsiteX394" fmla="*/ 22616 w 787079"/>
                  <a:gd name="connsiteY394" fmla="*/ 589635 h 603999"/>
                  <a:gd name="connsiteX395" fmla="*/ 22616 w 787079"/>
                  <a:gd name="connsiteY395" fmla="*/ 592663 h 603999"/>
                  <a:gd name="connsiteX396" fmla="*/ 23154 w 787079"/>
                  <a:gd name="connsiteY396" fmla="*/ 600468 h 603999"/>
                  <a:gd name="connsiteX397" fmla="*/ 23491 w 787079"/>
                  <a:gd name="connsiteY397" fmla="*/ 602351 h 603999"/>
                  <a:gd name="connsiteX398" fmla="*/ 27126 w 787079"/>
                  <a:gd name="connsiteY398" fmla="*/ 603966 h 603999"/>
                  <a:gd name="connsiteX399" fmla="*/ 29313 w 787079"/>
                  <a:gd name="connsiteY399" fmla="*/ 603226 h 603999"/>
                  <a:gd name="connsiteX400" fmla="*/ 33217 w 787079"/>
                  <a:gd name="connsiteY400" fmla="*/ 599761 h 603999"/>
                  <a:gd name="connsiteX401" fmla="*/ 39174 w 787079"/>
                  <a:gd name="connsiteY401" fmla="*/ 599189 h 603999"/>
                  <a:gd name="connsiteX402" fmla="*/ 42943 w 787079"/>
                  <a:gd name="connsiteY402" fmla="*/ 599189 h 603999"/>
                  <a:gd name="connsiteX403" fmla="*/ 45972 w 787079"/>
                  <a:gd name="connsiteY403" fmla="*/ 600501 h 603999"/>
                  <a:gd name="connsiteX404" fmla="*/ 46713 w 787079"/>
                  <a:gd name="connsiteY404" fmla="*/ 601073 h 603999"/>
                  <a:gd name="connsiteX405" fmla="*/ 51054 w 787079"/>
                  <a:gd name="connsiteY405" fmla="*/ 603832 h 603999"/>
                  <a:gd name="connsiteX406" fmla="*/ 54520 w 787079"/>
                  <a:gd name="connsiteY406" fmla="*/ 603832 h 603999"/>
                  <a:gd name="connsiteX407" fmla="*/ 58020 w 787079"/>
                  <a:gd name="connsiteY407" fmla="*/ 601645 h 603999"/>
                  <a:gd name="connsiteX408" fmla="*/ 62497 w 787079"/>
                  <a:gd name="connsiteY408" fmla="*/ 600064 h 603999"/>
                  <a:gd name="connsiteX409" fmla="*/ 69463 w 787079"/>
                  <a:gd name="connsiteY409" fmla="*/ 598752 h 603999"/>
                  <a:gd name="connsiteX410" fmla="*/ 74680 w 787079"/>
                  <a:gd name="connsiteY410" fmla="*/ 597440 h 603999"/>
                  <a:gd name="connsiteX411" fmla="*/ 78449 w 787079"/>
                  <a:gd name="connsiteY411" fmla="*/ 594412 h 603999"/>
                  <a:gd name="connsiteX412" fmla="*/ 83531 w 787079"/>
                  <a:gd name="connsiteY412" fmla="*/ 592528 h 603999"/>
                  <a:gd name="connsiteX413" fmla="*/ 87165 w 787079"/>
                  <a:gd name="connsiteY413" fmla="*/ 587886 h 603999"/>
                  <a:gd name="connsiteX414" fmla="*/ 89622 w 787079"/>
                  <a:gd name="connsiteY414" fmla="*/ 581966 h 603999"/>
                  <a:gd name="connsiteX415" fmla="*/ 90935 w 787079"/>
                  <a:gd name="connsiteY415" fmla="*/ 577761 h 603999"/>
                  <a:gd name="connsiteX416" fmla="*/ 93391 w 787079"/>
                  <a:gd name="connsiteY416" fmla="*/ 572109 h 603999"/>
                  <a:gd name="connsiteX417" fmla="*/ 91069 w 787079"/>
                  <a:gd name="connsiteY417" fmla="*/ 568342 h 603999"/>
                  <a:gd name="connsiteX418" fmla="*/ 87738 w 787079"/>
                  <a:gd name="connsiteY418" fmla="*/ 563868 h 603999"/>
                  <a:gd name="connsiteX419" fmla="*/ 86156 w 787079"/>
                  <a:gd name="connsiteY419" fmla="*/ 559393 h 603999"/>
                  <a:gd name="connsiteX420" fmla="*/ 84406 w 787079"/>
                  <a:gd name="connsiteY420" fmla="*/ 557947 h 603999"/>
                  <a:gd name="connsiteX421" fmla="*/ 81074 w 787079"/>
                  <a:gd name="connsiteY421" fmla="*/ 559393 h 603999"/>
                  <a:gd name="connsiteX422" fmla="*/ 79189 w 787079"/>
                  <a:gd name="connsiteY422" fmla="*/ 556938 h 603999"/>
                  <a:gd name="connsiteX423" fmla="*/ 77742 w 787079"/>
                  <a:gd name="connsiteY423" fmla="*/ 554347 h 603999"/>
                  <a:gd name="connsiteX424" fmla="*/ 76867 w 787079"/>
                  <a:gd name="connsiteY424" fmla="*/ 554617 h 603999"/>
                  <a:gd name="connsiteX425" fmla="*/ 73973 w 787079"/>
                  <a:gd name="connsiteY425" fmla="*/ 555760 h 603999"/>
                  <a:gd name="connsiteX426" fmla="*/ 71078 w 787079"/>
                  <a:gd name="connsiteY426" fmla="*/ 555760 h 603999"/>
                  <a:gd name="connsiteX427" fmla="*/ 70069 w 787079"/>
                  <a:gd name="connsiteY427" fmla="*/ 552935 h 603999"/>
                  <a:gd name="connsiteX428" fmla="*/ 69328 w 787079"/>
                  <a:gd name="connsiteY428" fmla="*/ 550681 h 603999"/>
                  <a:gd name="connsiteX429" fmla="*/ 70473 w 787079"/>
                  <a:gd name="connsiteY429" fmla="*/ 547048 h 603999"/>
                  <a:gd name="connsiteX430" fmla="*/ 72223 w 787079"/>
                  <a:gd name="connsiteY430" fmla="*/ 547048 h 603999"/>
                  <a:gd name="connsiteX431" fmla="*/ 75992 w 787079"/>
                  <a:gd name="connsiteY431" fmla="*/ 547048 h 603999"/>
                  <a:gd name="connsiteX432" fmla="*/ 77574 w 787079"/>
                  <a:gd name="connsiteY432" fmla="*/ 545736 h 603999"/>
                  <a:gd name="connsiteX433" fmla="*/ 77002 w 787079"/>
                  <a:gd name="connsiteY433" fmla="*/ 543549 h 603999"/>
                  <a:gd name="connsiteX434" fmla="*/ 76564 w 787079"/>
                  <a:gd name="connsiteY434" fmla="*/ 540084 h 603999"/>
                  <a:gd name="connsiteX435" fmla="*/ 74982 w 787079"/>
                  <a:gd name="connsiteY435" fmla="*/ 538201 h 603999"/>
                  <a:gd name="connsiteX436" fmla="*/ 72660 w 787079"/>
                  <a:gd name="connsiteY436" fmla="*/ 535005 h 603999"/>
                  <a:gd name="connsiteX437" fmla="*/ 71482 w 787079"/>
                  <a:gd name="connsiteY437" fmla="*/ 534197 h 603999"/>
                  <a:gd name="connsiteX438" fmla="*/ 67578 w 787079"/>
                  <a:gd name="connsiteY438" fmla="*/ 534130 h 603999"/>
                  <a:gd name="connsiteX439" fmla="*/ 63102 w 787079"/>
                  <a:gd name="connsiteY439" fmla="*/ 534130 h 603999"/>
                  <a:gd name="connsiteX440" fmla="*/ 59905 w 787079"/>
                  <a:gd name="connsiteY440" fmla="*/ 531506 h 603999"/>
                  <a:gd name="connsiteX441" fmla="*/ 56439 w 787079"/>
                  <a:gd name="connsiteY441" fmla="*/ 528613 h 603999"/>
                  <a:gd name="connsiteX442" fmla="*/ 53847 w 787079"/>
                  <a:gd name="connsiteY442" fmla="*/ 525417 h 603999"/>
                  <a:gd name="connsiteX443" fmla="*/ 52838 w 787079"/>
                  <a:gd name="connsiteY443" fmla="*/ 522659 h 603999"/>
                  <a:gd name="connsiteX444" fmla="*/ 52265 w 787079"/>
                  <a:gd name="connsiteY444" fmla="*/ 521785 h 603999"/>
                  <a:gd name="connsiteX445" fmla="*/ 52265 w 787079"/>
                  <a:gd name="connsiteY445" fmla="*/ 518892 h 603999"/>
                  <a:gd name="connsiteX446" fmla="*/ 52703 w 787079"/>
                  <a:gd name="connsiteY446" fmla="*/ 517008 h 603999"/>
                  <a:gd name="connsiteX447" fmla="*/ 55025 w 787079"/>
                  <a:gd name="connsiteY447" fmla="*/ 514115 h 603999"/>
                  <a:gd name="connsiteX448" fmla="*/ 58054 w 787079"/>
                  <a:gd name="connsiteY448" fmla="*/ 511356 h 603999"/>
                  <a:gd name="connsiteX449" fmla="*/ 61958 w 787079"/>
                  <a:gd name="connsiteY449" fmla="*/ 509910 h 603999"/>
                  <a:gd name="connsiteX450" fmla="*/ 68487 w 787079"/>
                  <a:gd name="connsiteY450" fmla="*/ 508329 h 603999"/>
                  <a:gd name="connsiteX451" fmla="*/ 68622 w 787079"/>
                  <a:gd name="connsiteY451" fmla="*/ 511524 h 603999"/>
                  <a:gd name="connsiteX452" fmla="*/ 64852 w 787079"/>
                  <a:gd name="connsiteY452" fmla="*/ 515595 h 603999"/>
                  <a:gd name="connsiteX453" fmla="*/ 67006 w 787079"/>
                  <a:gd name="connsiteY453" fmla="*/ 517479 h 603999"/>
                  <a:gd name="connsiteX454" fmla="*/ 71785 w 787079"/>
                  <a:gd name="connsiteY454" fmla="*/ 517479 h 603999"/>
                  <a:gd name="connsiteX455" fmla="*/ 74545 w 787079"/>
                  <a:gd name="connsiteY455" fmla="*/ 516335 h 603999"/>
                  <a:gd name="connsiteX456" fmla="*/ 77742 w 787079"/>
                  <a:gd name="connsiteY456" fmla="*/ 515460 h 603999"/>
                  <a:gd name="connsiteX457" fmla="*/ 82252 w 787079"/>
                  <a:gd name="connsiteY457" fmla="*/ 518051 h 603999"/>
                  <a:gd name="connsiteX458" fmla="*/ 85718 w 787079"/>
                  <a:gd name="connsiteY458" fmla="*/ 520944 h 603999"/>
                  <a:gd name="connsiteX459" fmla="*/ 91372 w 787079"/>
                  <a:gd name="connsiteY459" fmla="*/ 522659 h 603999"/>
                  <a:gd name="connsiteX460" fmla="*/ 95714 w 787079"/>
                  <a:gd name="connsiteY460" fmla="*/ 522659 h 603999"/>
                  <a:gd name="connsiteX461" fmla="*/ 96016 w 787079"/>
                  <a:gd name="connsiteY461" fmla="*/ 519463 h 603999"/>
                  <a:gd name="connsiteX462" fmla="*/ 96891 w 787079"/>
                  <a:gd name="connsiteY462" fmla="*/ 516570 h 603999"/>
                  <a:gd name="connsiteX463" fmla="*/ 97026 w 787079"/>
                  <a:gd name="connsiteY463" fmla="*/ 513946 h 603999"/>
                  <a:gd name="connsiteX464" fmla="*/ 96319 w 787079"/>
                  <a:gd name="connsiteY464" fmla="*/ 511928 h 603999"/>
                  <a:gd name="connsiteX465" fmla="*/ 94267 w 787079"/>
                  <a:gd name="connsiteY465" fmla="*/ 510179 h 603999"/>
                  <a:gd name="connsiteX466" fmla="*/ 91675 w 787079"/>
                  <a:gd name="connsiteY466" fmla="*/ 508295 h 603999"/>
                  <a:gd name="connsiteX467" fmla="*/ 89050 w 787079"/>
                  <a:gd name="connsiteY467" fmla="*/ 507151 h 603999"/>
                  <a:gd name="connsiteX468" fmla="*/ 85415 w 787079"/>
                  <a:gd name="connsiteY468" fmla="*/ 504527 h 603999"/>
                  <a:gd name="connsiteX469" fmla="*/ 83396 w 787079"/>
                  <a:gd name="connsiteY469" fmla="*/ 503383 h 603999"/>
                  <a:gd name="connsiteX470" fmla="*/ 79761 w 787079"/>
                  <a:gd name="connsiteY470" fmla="*/ 502206 h 603999"/>
                  <a:gd name="connsiteX471" fmla="*/ 80636 w 787079"/>
                  <a:gd name="connsiteY471" fmla="*/ 500760 h 603999"/>
                  <a:gd name="connsiteX472" fmla="*/ 81713 w 787079"/>
                  <a:gd name="connsiteY472" fmla="*/ 499448 h 603999"/>
                  <a:gd name="connsiteX473" fmla="*/ 81814 w 787079"/>
                  <a:gd name="connsiteY473" fmla="*/ 495680 h 603999"/>
                  <a:gd name="connsiteX474" fmla="*/ 81814 w 787079"/>
                  <a:gd name="connsiteY474" fmla="*/ 490331 h 603999"/>
                  <a:gd name="connsiteX475" fmla="*/ 81882 w 787079"/>
                  <a:gd name="connsiteY475" fmla="*/ 486698 h 603999"/>
                  <a:gd name="connsiteX476" fmla="*/ 81814 w 787079"/>
                  <a:gd name="connsiteY476" fmla="*/ 481787 h 603999"/>
                  <a:gd name="connsiteX477" fmla="*/ 81814 w 787079"/>
                  <a:gd name="connsiteY477" fmla="*/ 478322 h 603999"/>
                  <a:gd name="connsiteX478" fmla="*/ 84002 w 787079"/>
                  <a:gd name="connsiteY478" fmla="*/ 478457 h 603999"/>
                  <a:gd name="connsiteX479" fmla="*/ 87636 w 787079"/>
                  <a:gd name="connsiteY479" fmla="*/ 482090 h 603999"/>
                  <a:gd name="connsiteX480" fmla="*/ 89959 w 787079"/>
                  <a:gd name="connsiteY480" fmla="*/ 486295 h 603999"/>
                  <a:gd name="connsiteX481" fmla="*/ 89084 w 787079"/>
                  <a:gd name="connsiteY481" fmla="*/ 491643 h 603999"/>
                  <a:gd name="connsiteX482" fmla="*/ 89084 w 787079"/>
                  <a:gd name="connsiteY482" fmla="*/ 495108 h 603999"/>
                  <a:gd name="connsiteX483" fmla="*/ 91271 w 787079"/>
                  <a:gd name="connsiteY483" fmla="*/ 497295 h 603999"/>
                  <a:gd name="connsiteX484" fmla="*/ 94738 w 787079"/>
                  <a:gd name="connsiteY484" fmla="*/ 503653 h 603999"/>
                  <a:gd name="connsiteX485" fmla="*/ 98945 w 787079"/>
                  <a:gd name="connsiteY485" fmla="*/ 505099 h 603999"/>
                  <a:gd name="connsiteX486" fmla="*/ 101267 w 787079"/>
                  <a:gd name="connsiteY486" fmla="*/ 504224 h 603999"/>
                  <a:gd name="connsiteX487" fmla="*/ 102848 w 787079"/>
                  <a:gd name="connsiteY487" fmla="*/ 502475 h 603999"/>
                  <a:gd name="connsiteX488" fmla="*/ 104430 w 787079"/>
                  <a:gd name="connsiteY488" fmla="*/ 500894 h 603999"/>
                  <a:gd name="connsiteX489" fmla="*/ 104430 w 787079"/>
                  <a:gd name="connsiteY489" fmla="*/ 497429 h 603999"/>
                  <a:gd name="connsiteX490" fmla="*/ 104430 w 787079"/>
                  <a:gd name="connsiteY490" fmla="*/ 492215 h 603999"/>
                  <a:gd name="connsiteX491" fmla="*/ 104430 w 787079"/>
                  <a:gd name="connsiteY491" fmla="*/ 488750 h 603999"/>
                  <a:gd name="connsiteX492" fmla="*/ 104430 w 787079"/>
                  <a:gd name="connsiteY492" fmla="*/ 482662 h 603999"/>
                  <a:gd name="connsiteX493" fmla="*/ 107325 w 787079"/>
                  <a:gd name="connsiteY493" fmla="*/ 480206 h 603999"/>
                  <a:gd name="connsiteX494" fmla="*/ 108772 w 787079"/>
                  <a:gd name="connsiteY494" fmla="*/ 482662 h 603999"/>
                  <a:gd name="connsiteX495" fmla="*/ 113719 w 787079"/>
                  <a:gd name="connsiteY495" fmla="*/ 482662 h 603999"/>
                  <a:gd name="connsiteX496" fmla="*/ 115603 w 787079"/>
                  <a:gd name="connsiteY496" fmla="*/ 479634 h 603999"/>
                  <a:gd name="connsiteX497" fmla="*/ 116478 w 787079"/>
                  <a:gd name="connsiteY497" fmla="*/ 476741 h 603999"/>
                  <a:gd name="connsiteX498" fmla="*/ 118060 w 787079"/>
                  <a:gd name="connsiteY498" fmla="*/ 471964 h 603999"/>
                  <a:gd name="connsiteX499" fmla="*/ 124589 w 787079"/>
                  <a:gd name="connsiteY499" fmla="*/ 468499 h 603999"/>
                  <a:gd name="connsiteX500" fmla="*/ 133138 w 787079"/>
                  <a:gd name="connsiteY500" fmla="*/ 468768 h 603999"/>
                  <a:gd name="connsiteX501" fmla="*/ 139094 w 787079"/>
                  <a:gd name="connsiteY501" fmla="*/ 468768 h 603999"/>
                  <a:gd name="connsiteX502" fmla="*/ 144883 w 787079"/>
                  <a:gd name="connsiteY502" fmla="*/ 469273 h 603999"/>
                  <a:gd name="connsiteX503" fmla="*/ 149224 w 787079"/>
                  <a:gd name="connsiteY503" fmla="*/ 467019 h 603999"/>
                  <a:gd name="connsiteX504" fmla="*/ 156898 w 787079"/>
                  <a:gd name="connsiteY504" fmla="*/ 465270 h 603999"/>
                  <a:gd name="connsiteX505" fmla="*/ 160801 w 787079"/>
                  <a:gd name="connsiteY505" fmla="*/ 464260 h 603999"/>
                  <a:gd name="connsiteX506" fmla="*/ 164268 w 787079"/>
                  <a:gd name="connsiteY506" fmla="*/ 463117 h 603999"/>
                  <a:gd name="connsiteX507" fmla="*/ 163561 w 787079"/>
                  <a:gd name="connsiteY507" fmla="*/ 459214 h 603999"/>
                  <a:gd name="connsiteX508" fmla="*/ 163561 w 787079"/>
                  <a:gd name="connsiteY508" fmla="*/ 457903 h 603999"/>
                  <a:gd name="connsiteX509" fmla="*/ 167263 w 787079"/>
                  <a:gd name="connsiteY509" fmla="*/ 457331 h 603999"/>
                  <a:gd name="connsiteX510" fmla="*/ 169787 w 787079"/>
                  <a:gd name="connsiteY510" fmla="*/ 458643 h 603999"/>
                  <a:gd name="connsiteX511" fmla="*/ 170528 w 787079"/>
                  <a:gd name="connsiteY511" fmla="*/ 460964 h 603999"/>
                  <a:gd name="connsiteX512" fmla="*/ 170528 w 787079"/>
                  <a:gd name="connsiteY512" fmla="*/ 465034 h 603999"/>
                  <a:gd name="connsiteX513" fmla="*/ 171470 w 787079"/>
                  <a:gd name="connsiteY513" fmla="*/ 469677 h 603999"/>
                  <a:gd name="connsiteX514" fmla="*/ 175038 w 787079"/>
                  <a:gd name="connsiteY514" fmla="*/ 470686 h 603999"/>
                  <a:gd name="connsiteX515" fmla="*/ 177225 w 787079"/>
                  <a:gd name="connsiteY515" fmla="*/ 466783 h 603999"/>
                  <a:gd name="connsiteX516" fmla="*/ 178235 w 787079"/>
                  <a:gd name="connsiteY516" fmla="*/ 464160 h 603999"/>
                  <a:gd name="connsiteX517" fmla="*/ 181432 w 787079"/>
                  <a:gd name="connsiteY517" fmla="*/ 461838 h 603999"/>
                  <a:gd name="connsiteX518" fmla="*/ 186783 w 787079"/>
                  <a:gd name="connsiteY518" fmla="*/ 460089 h 603999"/>
                  <a:gd name="connsiteX519" fmla="*/ 188398 w 787079"/>
                  <a:gd name="connsiteY519" fmla="*/ 457331 h 603999"/>
                  <a:gd name="connsiteX520" fmla="*/ 189845 w 787079"/>
                  <a:gd name="connsiteY520" fmla="*/ 454135 h 603999"/>
                  <a:gd name="connsiteX521" fmla="*/ 190418 w 787079"/>
                  <a:gd name="connsiteY521" fmla="*/ 452520 h 603999"/>
                  <a:gd name="connsiteX522" fmla="*/ 195197 w 787079"/>
                  <a:gd name="connsiteY522" fmla="*/ 453967 h 603999"/>
                  <a:gd name="connsiteX523" fmla="*/ 200278 w 787079"/>
                  <a:gd name="connsiteY523" fmla="*/ 456423 h 603999"/>
                  <a:gd name="connsiteX524" fmla="*/ 206235 w 787079"/>
                  <a:gd name="connsiteY524" fmla="*/ 460022 h 603999"/>
                  <a:gd name="connsiteX525" fmla="*/ 210005 w 787079"/>
                  <a:gd name="connsiteY525" fmla="*/ 460022 h 603999"/>
                  <a:gd name="connsiteX526" fmla="*/ 217543 w 787079"/>
                  <a:gd name="connsiteY526" fmla="*/ 457196 h 603999"/>
                  <a:gd name="connsiteX527" fmla="*/ 218284 w 787079"/>
                  <a:gd name="connsiteY527" fmla="*/ 453664 h 603999"/>
                  <a:gd name="connsiteX528" fmla="*/ 220740 w 787079"/>
                  <a:gd name="connsiteY528" fmla="*/ 450771 h 603999"/>
                  <a:gd name="connsiteX529" fmla="*/ 223063 w 787079"/>
                  <a:gd name="connsiteY529" fmla="*/ 447575 h 603999"/>
                  <a:gd name="connsiteX530" fmla="*/ 225250 w 787079"/>
                  <a:gd name="connsiteY530" fmla="*/ 444380 h 603999"/>
                  <a:gd name="connsiteX531" fmla="*/ 224947 w 787079"/>
                  <a:gd name="connsiteY531" fmla="*/ 442799 h 603999"/>
                  <a:gd name="connsiteX532" fmla="*/ 223635 w 787079"/>
                  <a:gd name="connsiteY532" fmla="*/ 439165 h 603999"/>
                  <a:gd name="connsiteX533" fmla="*/ 219562 w 787079"/>
                  <a:gd name="connsiteY533" fmla="*/ 434389 h 603999"/>
                  <a:gd name="connsiteX534" fmla="*/ 217543 w 787079"/>
                  <a:gd name="connsiteY534" fmla="*/ 430049 h 603999"/>
                  <a:gd name="connsiteX535" fmla="*/ 220135 w 787079"/>
                  <a:gd name="connsiteY535" fmla="*/ 429747 h 603999"/>
                  <a:gd name="connsiteX536" fmla="*/ 223029 w 787079"/>
                  <a:gd name="connsiteY536" fmla="*/ 429443 h 603999"/>
                  <a:gd name="connsiteX537" fmla="*/ 226664 w 787079"/>
                  <a:gd name="connsiteY537" fmla="*/ 428737 h 603999"/>
                  <a:gd name="connsiteX538" fmla="*/ 228111 w 787079"/>
                  <a:gd name="connsiteY538" fmla="*/ 427156 h 603999"/>
                  <a:gd name="connsiteX539" fmla="*/ 232183 w 787079"/>
                  <a:gd name="connsiteY539" fmla="*/ 426282 h 603999"/>
                  <a:gd name="connsiteX540" fmla="*/ 234774 w 787079"/>
                  <a:gd name="connsiteY540" fmla="*/ 426416 h 603999"/>
                  <a:gd name="connsiteX541" fmla="*/ 236356 w 787079"/>
                  <a:gd name="connsiteY541" fmla="*/ 429006 h 603999"/>
                  <a:gd name="connsiteX542" fmla="*/ 234774 w 787079"/>
                  <a:gd name="connsiteY542" fmla="*/ 432908 h 603999"/>
                  <a:gd name="connsiteX543" fmla="*/ 234337 w 787079"/>
                  <a:gd name="connsiteY543" fmla="*/ 435230 h 603999"/>
                  <a:gd name="connsiteX544" fmla="*/ 234068 w 787079"/>
                  <a:gd name="connsiteY544" fmla="*/ 439435 h 603999"/>
                  <a:gd name="connsiteX545" fmla="*/ 233193 w 787079"/>
                  <a:gd name="connsiteY545" fmla="*/ 441756 h 603999"/>
                  <a:gd name="connsiteX546" fmla="*/ 233193 w 787079"/>
                  <a:gd name="connsiteY546" fmla="*/ 445086 h 603999"/>
                  <a:gd name="connsiteX547" fmla="*/ 234269 w 787079"/>
                  <a:gd name="connsiteY547" fmla="*/ 448988 h 603999"/>
                  <a:gd name="connsiteX548" fmla="*/ 236794 w 787079"/>
                  <a:gd name="connsiteY548" fmla="*/ 451612 h 603999"/>
                  <a:gd name="connsiteX549" fmla="*/ 241000 w 787079"/>
                  <a:gd name="connsiteY549" fmla="*/ 453631 h 603999"/>
                  <a:gd name="connsiteX550" fmla="*/ 245780 w 787079"/>
                  <a:gd name="connsiteY550" fmla="*/ 452756 h 603999"/>
                  <a:gd name="connsiteX551" fmla="*/ 247799 w 787079"/>
                  <a:gd name="connsiteY551" fmla="*/ 448686 h 603999"/>
                  <a:gd name="connsiteX552" fmla="*/ 251265 w 787079"/>
                  <a:gd name="connsiteY552" fmla="*/ 446230 h 603999"/>
                  <a:gd name="connsiteX553" fmla="*/ 251837 w 787079"/>
                  <a:gd name="connsiteY553" fmla="*/ 440578 h 603999"/>
                  <a:gd name="connsiteX554" fmla="*/ 251703 w 787079"/>
                  <a:gd name="connsiteY554" fmla="*/ 434489 h 603999"/>
                  <a:gd name="connsiteX555" fmla="*/ 251130 w 787079"/>
                  <a:gd name="connsiteY555" fmla="*/ 432303 h 603999"/>
                  <a:gd name="connsiteX556" fmla="*/ 247933 w 787079"/>
                  <a:gd name="connsiteY556" fmla="*/ 428266 h 603999"/>
                  <a:gd name="connsiteX557" fmla="*/ 244029 w 787079"/>
                  <a:gd name="connsiteY557" fmla="*/ 422918 h 603999"/>
                  <a:gd name="connsiteX558" fmla="*/ 246049 w 787079"/>
                  <a:gd name="connsiteY558" fmla="*/ 420025 h 603999"/>
                  <a:gd name="connsiteX559" fmla="*/ 249515 w 787079"/>
                  <a:gd name="connsiteY559" fmla="*/ 420159 h 603999"/>
                  <a:gd name="connsiteX560" fmla="*/ 253587 w 787079"/>
                  <a:gd name="connsiteY560" fmla="*/ 420025 h 603999"/>
                  <a:gd name="connsiteX561" fmla="*/ 255035 w 787079"/>
                  <a:gd name="connsiteY561" fmla="*/ 422043 h 603999"/>
                  <a:gd name="connsiteX562" fmla="*/ 262438 w 787079"/>
                  <a:gd name="connsiteY562" fmla="*/ 423355 h 603999"/>
                  <a:gd name="connsiteX563" fmla="*/ 266510 w 787079"/>
                  <a:gd name="connsiteY563" fmla="*/ 420159 h 603999"/>
                  <a:gd name="connsiteX564" fmla="*/ 269270 w 787079"/>
                  <a:gd name="connsiteY564" fmla="*/ 417973 h 603999"/>
                  <a:gd name="connsiteX565" fmla="*/ 273915 w 787079"/>
                  <a:gd name="connsiteY565" fmla="*/ 416829 h 603999"/>
                  <a:gd name="connsiteX566" fmla="*/ 274621 w 787079"/>
                  <a:gd name="connsiteY566" fmla="*/ 419587 h 603999"/>
                  <a:gd name="connsiteX567" fmla="*/ 273040 w 787079"/>
                  <a:gd name="connsiteY567" fmla="*/ 425508 h 603999"/>
                  <a:gd name="connsiteX568" fmla="*/ 271896 w 787079"/>
                  <a:gd name="connsiteY568" fmla="*/ 429410 h 603999"/>
                  <a:gd name="connsiteX569" fmla="*/ 272905 w 787079"/>
                  <a:gd name="connsiteY569" fmla="*/ 432875 h 603999"/>
                  <a:gd name="connsiteX570" fmla="*/ 277549 w 787079"/>
                  <a:gd name="connsiteY570" fmla="*/ 433884 h 603999"/>
                  <a:gd name="connsiteX571" fmla="*/ 283641 w 787079"/>
                  <a:gd name="connsiteY571" fmla="*/ 433884 h 603999"/>
                  <a:gd name="connsiteX572" fmla="*/ 287982 w 787079"/>
                  <a:gd name="connsiteY572" fmla="*/ 432875 h 603999"/>
                  <a:gd name="connsiteX573" fmla="*/ 290877 w 787079"/>
                  <a:gd name="connsiteY573" fmla="*/ 429242 h 603999"/>
                  <a:gd name="connsiteX574" fmla="*/ 293333 w 787079"/>
                  <a:gd name="connsiteY574" fmla="*/ 425037 h 603999"/>
                  <a:gd name="connsiteX575" fmla="*/ 294780 w 787079"/>
                  <a:gd name="connsiteY575" fmla="*/ 423456 h 603999"/>
                  <a:gd name="connsiteX576" fmla="*/ 296228 w 787079"/>
                  <a:gd name="connsiteY576" fmla="*/ 419823 h 603999"/>
                  <a:gd name="connsiteX577" fmla="*/ 296497 w 787079"/>
                  <a:gd name="connsiteY577" fmla="*/ 414777 h 603999"/>
                  <a:gd name="connsiteX578" fmla="*/ 293468 w 787079"/>
                  <a:gd name="connsiteY578" fmla="*/ 409697 h 603999"/>
                  <a:gd name="connsiteX579" fmla="*/ 292761 w 787079"/>
                  <a:gd name="connsiteY579" fmla="*/ 406232 h 603999"/>
                  <a:gd name="connsiteX580" fmla="*/ 289429 w 787079"/>
                  <a:gd name="connsiteY580" fmla="*/ 402902 h 603999"/>
                  <a:gd name="connsiteX581" fmla="*/ 288723 w 787079"/>
                  <a:gd name="connsiteY581" fmla="*/ 397688 h 603999"/>
                  <a:gd name="connsiteX582" fmla="*/ 289598 w 787079"/>
                  <a:gd name="connsiteY582" fmla="*/ 393617 h 603999"/>
                  <a:gd name="connsiteX583" fmla="*/ 294074 w 787079"/>
                  <a:gd name="connsiteY583" fmla="*/ 398259 h 603999"/>
                  <a:gd name="connsiteX584" fmla="*/ 294074 w 787079"/>
                  <a:gd name="connsiteY584" fmla="*/ 401724 h 603999"/>
                  <a:gd name="connsiteX585" fmla="*/ 297103 w 787079"/>
                  <a:gd name="connsiteY585" fmla="*/ 404046 h 603999"/>
                  <a:gd name="connsiteX586" fmla="*/ 300435 w 787079"/>
                  <a:gd name="connsiteY586" fmla="*/ 406064 h 603999"/>
                  <a:gd name="connsiteX587" fmla="*/ 303632 w 787079"/>
                  <a:gd name="connsiteY587" fmla="*/ 408385 h 603999"/>
                  <a:gd name="connsiteX588" fmla="*/ 302319 w 787079"/>
                  <a:gd name="connsiteY588" fmla="*/ 410269 h 603999"/>
                  <a:gd name="connsiteX589" fmla="*/ 300435 w 787079"/>
                  <a:gd name="connsiteY589" fmla="*/ 415046 h 603999"/>
                  <a:gd name="connsiteX590" fmla="*/ 302319 w 787079"/>
                  <a:gd name="connsiteY590" fmla="*/ 420563 h 603999"/>
                  <a:gd name="connsiteX591" fmla="*/ 308848 w 787079"/>
                  <a:gd name="connsiteY591" fmla="*/ 425071 h 603999"/>
                  <a:gd name="connsiteX592" fmla="*/ 314939 w 787079"/>
                  <a:gd name="connsiteY592" fmla="*/ 424330 h 603999"/>
                  <a:gd name="connsiteX593" fmla="*/ 319146 w 787079"/>
                  <a:gd name="connsiteY593" fmla="*/ 420697 h 603999"/>
                  <a:gd name="connsiteX594" fmla="*/ 324094 w 787079"/>
                  <a:gd name="connsiteY594" fmla="*/ 417502 h 603999"/>
                  <a:gd name="connsiteX595" fmla="*/ 326988 w 787079"/>
                  <a:gd name="connsiteY595" fmla="*/ 414609 h 603999"/>
                  <a:gd name="connsiteX596" fmla="*/ 329007 w 787079"/>
                  <a:gd name="connsiteY596" fmla="*/ 410841 h 603999"/>
                  <a:gd name="connsiteX597" fmla="*/ 330454 w 787079"/>
                  <a:gd name="connsiteY597" fmla="*/ 406064 h 603999"/>
                  <a:gd name="connsiteX598" fmla="*/ 332204 w 787079"/>
                  <a:gd name="connsiteY598" fmla="*/ 401287 h 603999"/>
                  <a:gd name="connsiteX599" fmla="*/ 334527 w 787079"/>
                  <a:gd name="connsiteY599" fmla="*/ 397957 h 603999"/>
                  <a:gd name="connsiteX600" fmla="*/ 336411 w 787079"/>
                  <a:gd name="connsiteY600" fmla="*/ 397385 h 603999"/>
                  <a:gd name="connsiteX601" fmla="*/ 341190 w 787079"/>
                  <a:gd name="connsiteY601" fmla="*/ 402464 h 603999"/>
                  <a:gd name="connsiteX602" fmla="*/ 341190 w 787079"/>
                  <a:gd name="connsiteY602" fmla="*/ 407813 h 603999"/>
                  <a:gd name="connsiteX603" fmla="*/ 341930 w 787079"/>
                  <a:gd name="connsiteY603" fmla="*/ 411715 h 603999"/>
                  <a:gd name="connsiteX604" fmla="*/ 348291 w 787079"/>
                  <a:gd name="connsiteY604" fmla="*/ 416055 h 603999"/>
                  <a:gd name="connsiteX605" fmla="*/ 353373 w 787079"/>
                  <a:gd name="connsiteY605" fmla="*/ 415315 h 603999"/>
                  <a:gd name="connsiteX606" fmla="*/ 360474 w 787079"/>
                  <a:gd name="connsiteY606" fmla="*/ 416055 h 603999"/>
                  <a:gd name="connsiteX607" fmla="*/ 362662 w 787079"/>
                  <a:gd name="connsiteY607" fmla="*/ 415315 h 603999"/>
                  <a:gd name="connsiteX608" fmla="*/ 364412 w 787079"/>
                  <a:gd name="connsiteY608" fmla="*/ 412859 h 603999"/>
                  <a:gd name="connsiteX609" fmla="*/ 360508 w 787079"/>
                  <a:gd name="connsiteY609" fmla="*/ 410101 h 603999"/>
                  <a:gd name="connsiteX610" fmla="*/ 361383 w 787079"/>
                  <a:gd name="connsiteY610" fmla="*/ 406905 h 603999"/>
                  <a:gd name="connsiteX611" fmla="*/ 363133 w 787079"/>
                  <a:gd name="connsiteY611" fmla="*/ 403272 h 603999"/>
                  <a:gd name="connsiteX612" fmla="*/ 364446 w 787079"/>
                  <a:gd name="connsiteY612" fmla="*/ 402128 h 603999"/>
                  <a:gd name="connsiteX613" fmla="*/ 366330 w 787079"/>
                  <a:gd name="connsiteY613" fmla="*/ 402868 h 603999"/>
                  <a:gd name="connsiteX614" fmla="*/ 367912 w 787079"/>
                  <a:gd name="connsiteY614" fmla="*/ 405055 h 603999"/>
                  <a:gd name="connsiteX615" fmla="*/ 373297 w 787079"/>
                  <a:gd name="connsiteY615" fmla="*/ 405055 h 603999"/>
                  <a:gd name="connsiteX616" fmla="*/ 374744 w 787079"/>
                  <a:gd name="connsiteY616" fmla="*/ 405055 h 603999"/>
                  <a:gd name="connsiteX617" fmla="*/ 377806 w 787079"/>
                  <a:gd name="connsiteY617" fmla="*/ 401590 h 603999"/>
                  <a:gd name="connsiteX618" fmla="*/ 381576 w 787079"/>
                  <a:gd name="connsiteY618" fmla="*/ 398529 h 603999"/>
                  <a:gd name="connsiteX619" fmla="*/ 382888 w 787079"/>
                  <a:gd name="connsiteY619" fmla="*/ 393752 h 603999"/>
                  <a:gd name="connsiteX620" fmla="*/ 386523 w 787079"/>
                  <a:gd name="connsiteY620" fmla="*/ 390556 h 603999"/>
                  <a:gd name="connsiteX621" fmla="*/ 388980 w 787079"/>
                  <a:gd name="connsiteY621" fmla="*/ 387798 h 603999"/>
                  <a:gd name="connsiteX622" fmla="*/ 391436 w 787079"/>
                  <a:gd name="connsiteY622" fmla="*/ 384165 h 603999"/>
                  <a:gd name="connsiteX623" fmla="*/ 393321 w 787079"/>
                  <a:gd name="connsiteY623" fmla="*/ 380700 h 603999"/>
                  <a:gd name="connsiteX624" fmla="*/ 394903 w 787079"/>
                  <a:gd name="connsiteY624" fmla="*/ 378076 h 603999"/>
                  <a:gd name="connsiteX625" fmla="*/ 394465 w 787079"/>
                  <a:gd name="connsiteY625" fmla="*/ 373433 h 603999"/>
                  <a:gd name="connsiteX626" fmla="*/ 394331 w 787079"/>
                  <a:gd name="connsiteY626" fmla="*/ 370238 h 603999"/>
                  <a:gd name="connsiteX627" fmla="*/ 391706 w 787079"/>
                  <a:gd name="connsiteY627" fmla="*/ 366168 h 603999"/>
                  <a:gd name="connsiteX628" fmla="*/ 390696 w 787079"/>
                  <a:gd name="connsiteY628" fmla="*/ 361256 h 603999"/>
                  <a:gd name="connsiteX629" fmla="*/ 396922 w 787079"/>
                  <a:gd name="connsiteY629" fmla="*/ 363140 h 603999"/>
                  <a:gd name="connsiteX630" fmla="*/ 395913 w 787079"/>
                  <a:gd name="connsiteY630" fmla="*/ 366033 h 603999"/>
                  <a:gd name="connsiteX631" fmla="*/ 399110 w 787079"/>
                  <a:gd name="connsiteY631" fmla="*/ 368926 h 603999"/>
                  <a:gd name="connsiteX632" fmla="*/ 401566 w 787079"/>
                  <a:gd name="connsiteY632" fmla="*/ 370810 h 603999"/>
                  <a:gd name="connsiteX633" fmla="*/ 403451 w 787079"/>
                  <a:gd name="connsiteY633" fmla="*/ 375015 h 603999"/>
                  <a:gd name="connsiteX634" fmla="*/ 407523 w 787079"/>
                  <a:gd name="connsiteY634" fmla="*/ 379522 h 603999"/>
                  <a:gd name="connsiteX635" fmla="*/ 407086 w 787079"/>
                  <a:gd name="connsiteY635" fmla="*/ 381978 h 603999"/>
                  <a:gd name="connsiteX636" fmla="*/ 409846 w 787079"/>
                  <a:gd name="connsiteY636" fmla="*/ 385174 h 603999"/>
                  <a:gd name="connsiteX637" fmla="*/ 414759 w 787079"/>
                  <a:gd name="connsiteY637" fmla="*/ 385174 h 603999"/>
                  <a:gd name="connsiteX638" fmla="*/ 418831 w 787079"/>
                  <a:gd name="connsiteY638" fmla="*/ 383223 h 603999"/>
                  <a:gd name="connsiteX639" fmla="*/ 420851 w 787079"/>
                  <a:gd name="connsiteY639" fmla="*/ 380969 h 603999"/>
                  <a:gd name="connsiteX640" fmla="*/ 419976 w 787079"/>
                  <a:gd name="connsiteY640" fmla="*/ 377773 h 603999"/>
                  <a:gd name="connsiteX641" fmla="*/ 417788 w 787079"/>
                  <a:gd name="connsiteY641" fmla="*/ 375015 h 603999"/>
                  <a:gd name="connsiteX642" fmla="*/ 417519 w 787079"/>
                  <a:gd name="connsiteY642" fmla="*/ 372828 h 603999"/>
                  <a:gd name="connsiteX643" fmla="*/ 421153 w 787079"/>
                  <a:gd name="connsiteY643" fmla="*/ 370810 h 603999"/>
                  <a:gd name="connsiteX644" fmla="*/ 421423 w 787079"/>
                  <a:gd name="connsiteY644" fmla="*/ 367345 h 603999"/>
                  <a:gd name="connsiteX645" fmla="*/ 421557 w 787079"/>
                  <a:gd name="connsiteY645" fmla="*/ 361122 h 603999"/>
                  <a:gd name="connsiteX646" fmla="*/ 420380 w 787079"/>
                  <a:gd name="connsiteY646" fmla="*/ 351265 h 603999"/>
                  <a:gd name="connsiteX647" fmla="*/ 420817 w 787079"/>
                  <a:gd name="connsiteY647" fmla="*/ 347060 h 603999"/>
                  <a:gd name="connsiteX648" fmla="*/ 418797 w 787079"/>
                  <a:gd name="connsiteY648" fmla="*/ 343595 h 603999"/>
                  <a:gd name="connsiteX649" fmla="*/ 415600 w 787079"/>
                  <a:gd name="connsiteY649" fmla="*/ 340131 h 603999"/>
                  <a:gd name="connsiteX650" fmla="*/ 415028 w 787079"/>
                  <a:gd name="connsiteY650" fmla="*/ 335354 h 603999"/>
                  <a:gd name="connsiteX651" fmla="*/ 415466 w 787079"/>
                  <a:gd name="connsiteY651" fmla="*/ 330711 h 603999"/>
                  <a:gd name="connsiteX652" fmla="*/ 414322 w 787079"/>
                  <a:gd name="connsiteY652" fmla="*/ 326944 h 603999"/>
                  <a:gd name="connsiteX653" fmla="*/ 410687 w 787079"/>
                  <a:gd name="connsiteY653" fmla="*/ 324488 h 603999"/>
                  <a:gd name="connsiteX654" fmla="*/ 404730 w 787079"/>
                  <a:gd name="connsiteY654" fmla="*/ 320586 h 603999"/>
                  <a:gd name="connsiteX655" fmla="*/ 401836 w 787079"/>
                  <a:gd name="connsiteY655" fmla="*/ 316515 h 603999"/>
                  <a:gd name="connsiteX656" fmla="*/ 400220 w 787079"/>
                  <a:gd name="connsiteY656" fmla="*/ 313050 h 603999"/>
                  <a:gd name="connsiteX657" fmla="*/ 400220 w 787079"/>
                  <a:gd name="connsiteY657" fmla="*/ 311301 h 603999"/>
                  <a:gd name="connsiteX658" fmla="*/ 405235 w 787079"/>
                  <a:gd name="connsiteY658" fmla="*/ 315069 h 603999"/>
                  <a:gd name="connsiteX659" fmla="*/ 410519 w 787079"/>
                  <a:gd name="connsiteY659" fmla="*/ 317087 h 603999"/>
                  <a:gd name="connsiteX660" fmla="*/ 413548 w 787079"/>
                  <a:gd name="connsiteY660" fmla="*/ 318836 h 603999"/>
                  <a:gd name="connsiteX661" fmla="*/ 417317 w 787079"/>
                  <a:gd name="connsiteY661" fmla="*/ 318971 h 603999"/>
                  <a:gd name="connsiteX662" fmla="*/ 419067 w 787079"/>
                  <a:gd name="connsiteY662" fmla="*/ 317524 h 603999"/>
                  <a:gd name="connsiteX663" fmla="*/ 419336 w 787079"/>
                  <a:gd name="connsiteY663" fmla="*/ 313050 h 603999"/>
                  <a:gd name="connsiteX664" fmla="*/ 419336 w 787079"/>
                  <a:gd name="connsiteY664" fmla="*/ 307265 h 603999"/>
                  <a:gd name="connsiteX665" fmla="*/ 416879 w 787079"/>
                  <a:gd name="connsiteY665" fmla="*/ 303934 h 603999"/>
                  <a:gd name="connsiteX666" fmla="*/ 412538 w 787079"/>
                  <a:gd name="connsiteY666" fmla="*/ 300604 h 603999"/>
                  <a:gd name="connsiteX667" fmla="*/ 408197 w 787079"/>
                  <a:gd name="connsiteY667" fmla="*/ 295962 h 603999"/>
                  <a:gd name="connsiteX668" fmla="*/ 403720 w 787079"/>
                  <a:gd name="connsiteY668" fmla="*/ 290445 h 603999"/>
                  <a:gd name="connsiteX669" fmla="*/ 403720 w 787079"/>
                  <a:gd name="connsiteY669" fmla="*/ 286980 h 603999"/>
                  <a:gd name="connsiteX670" fmla="*/ 403720 w 787079"/>
                  <a:gd name="connsiteY670" fmla="*/ 281765 h 603999"/>
                  <a:gd name="connsiteX671" fmla="*/ 405672 w 787079"/>
                  <a:gd name="connsiteY671" fmla="*/ 280622 h 603999"/>
                  <a:gd name="connsiteX672" fmla="*/ 410687 w 787079"/>
                  <a:gd name="connsiteY672" fmla="*/ 286408 h 603999"/>
                  <a:gd name="connsiteX673" fmla="*/ 413009 w 787079"/>
                  <a:gd name="connsiteY673" fmla="*/ 291487 h 603999"/>
                  <a:gd name="connsiteX674" fmla="*/ 417519 w 787079"/>
                  <a:gd name="connsiteY674" fmla="*/ 296702 h 603999"/>
                  <a:gd name="connsiteX675" fmla="*/ 421725 w 787079"/>
                  <a:gd name="connsiteY675" fmla="*/ 301041 h 603999"/>
                  <a:gd name="connsiteX676" fmla="*/ 425360 w 787079"/>
                  <a:gd name="connsiteY676" fmla="*/ 306390 h 603999"/>
                  <a:gd name="connsiteX677" fmla="*/ 426673 w 787079"/>
                  <a:gd name="connsiteY677" fmla="*/ 308139 h 603999"/>
                  <a:gd name="connsiteX678" fmla="*/ 432327 w 787079"/>
                  <a:gd name="connsiteY678" fmla="*/ 309283 h 603999"/>
                  <a:gd name="connsiteX679" fmla="*/ 433774 w 787079"/>
                  <a:gd name="connsiteY679" fmla="*/ 311032 h 603999"/>
                  <a:gd name="connsiteX680" fmla="*/ 436837 w 787079"/>
                  <a:gd name="connsiteY680" fmla="*/ 316818 h 603999"/>
                  <a:gd name="connsiteX681" fmla="*/ 438586 w 787079"/>
                  <a:gd name="connsiteY681" fmla="*/ 321326 h 603999"/>
                  <a:gd name="connsiteX682" fmla="*/ 442188 w 787079"/>
                  <a:gd name="connsiteY682" fmla="*/ 328424 h 603999"/>
                  <a:gd name="connsiteX683" fmla="*/ 443500 w 787079"/>
                  <a:gd name="connsiteY683" fmla="*/ 331317 h 603999"/>
                  <a:gd name="connsiteX684" fmla="*/ 444813 w 787079"/>
                  <a:gd name="connsiteY684" fmla="*/ 334647 h 603999"/>
                  <a:gd name="connsiteX685" fmla="*/ 446866 w 787079"/>
                  <a:gd name="connsiteY685" fmla="*/ 337406 h 603999"/>
                  <a:gd name="connsiteX686" fmla="*/ 449895 w 787079"/>
                  <a:gd name="connsiteY686" fmla="*/ 338280 h 603999"/>
                  <a:gd name="connsiteX687" fmla="*/ 455246 w 787079"/>
                  <a:gd name="connsiteY687" fmla="*/ 338280 h 603999"/>
                  <a:gd name="connsiteX688" fmla="*/ 458005 w 787079"/>
                  <a:gd name="connsiteY688" fmla="*/ 337406 h 603999"/>
                  <a:gd name="connsiteX689" fmla="*/ 462347 w 787079"/>
                  <a:gd name="connsiteY689" fmla="*/ 336397 h 603999"/>
                  <a:gd name="connsiteX690" fmla="*/ 466116 w 787079"/>
                  <a:gd name="connsiteY690" fmla="*/ 335959 h 603999"/>
                  <a:gd name="connsiteX691" fmla="*/ 468135 w 787079"/>
                  <a:gd name="connsiteY691" fmla="*/ 334647 h 603999"/>
                  <a:gd name="connsiteX692" fmla="*/ 470895 w 787079"/>
                  <a:gd name="connsiteY692" fmla="*/ 331451 h 603999"/>
                  <a:gd name="connsiteX693" fmla="*/ 474227 w 787079"/>
                  <a:gd name="connsiteY693" fmla="*/ 329568 h 603999"/>
                  <a:gd name="connsiteX694" fmla="*/ 480453 w 787079"/>
                  <a:gd name="connsiteY694" fmla="*/ 329568 h 603999"/>
                  <a:gd name="connsiteX695" fmla="*/ 484525 w 787079"/>
                  <a:gd name="connsiteY695" fmla="*/ 329332 h 603999"/>
                  <a:gd name="connsiteX696" fmla="*/ 487116 w 787079"/>
                  <a:gd name="connsiteY696" fmla="*/ 329837 h 603999"/>
                  <a:gd name="connsiteX697" fmla="*/ 491761 w 787079"/>
                  <a:gd name="connsiteY697" fmla="*/ 329971 h 603999"/>
                  <a:gd name="connsiteX698" fmla="*/ 493646 w 787079"/>
                  <a:gd name="connsiteY698" fmla="*/ 327213 h 603999"/>
                  <a:gd name="connsiteX699" fmla="*/ 498997 w 787079"/>
                  <a:gd name="connsiteY699" fmla="*/ 326775 h 603999"/>
                  <a:gd name="connsiteX700" fmla="*/ 504650 w 787079"/>
                  <a:gd name="connsiteY700" fmla="*/ 328087 h 603999"/>
                  <a:gd name="connsiteX701" fmla="*/ 508252 w 787079"/>
                  <a:gd name="connsiteY701" fmla="*/ 331855 h 603999"/>
                  <a:gd name="connsiteX702" fmla="*/ 510877 w 787079"/>
                  <a:gd name="connsiteY702" fmla="*/ 334883 h 603999"/>
                  <a:gd name="connsiteX703" fmla="*/ 514646 w 787079"/>
                  <a:gd name="connsiteY703" fmla="*/ 338785 h 603999"/>
                  <a:gd name="connsiteX704" fmla="*/ 519559 w 787079"/>
                  <a:gd name="connsiteY704" fmla="*/ 337036 h 603999"/>
                  <a:gd name="connsiteX705" fmla="*/ 523194 w 787079"/>
                  <a:gd name="connsiteY705" fmla="*/ 335724 h 603999"/>
                  <a:gd name="connsiteX706" fmla="*/ 525819 w 787079"/>
                  <a:gd name="connsiteY706" fmla="*/ 333537 h 603999"/>
                  <a:gd name="connsiteX707" fmla="*/ 525684 w 787079"/>
                  <a:gd name="connsiteY707" fmla="*/ 329769 h 603999"/>
                  <a:gd name="connsiteX708" fmla="*/ 523362 w 787079"/>
                  <a:gd name="connsiteY708" fmla="*/ 325867 h 603999"/>
                  <a:gd name="connsiteX709" fmla="*/ 519458 w 787079"/>
                  <a:gd name="connsiteY709" fmla="*/ 322537 h 603999"/>
                  <a:gd name="connsiteX710" fmla="*/ 515252 w 787079"/>
                  <a:gd name="connsiteY710" fmla="*/ 319341 h 603999"/>
                  <a:gd name="connsiteX711" fmla="*/ 512357 w 787079"/>
                  <a:gd name="connsiteY711" fmla="*/ 313690 h 603999"/>
                  <a:gd name="connsiteX712" fmla="*/ 514511 w 787079"/>
                  <a:gd name="connsiteY712" fmla="*/ 309182 h 603999"/>
                  <a:gd name="connsiteX713" fmla="*/ 517540 w 787079"/>
                  <a:gd name="connsiteY713" fmla="*/ 306995 h 603999"/>
                  <a:gd name="connsiteX714" fmla="*/ 523194 w 787079"/>
                  <a:gd name="connsiteY714" fmla="*/ 305986 h 603999"/>
                  <a:gd name="connsiteX715" fmla="*/ 528983 w 787079"/>
                  <a:gd name="connsiteY715" fmla="*/ 303362 h 603999"/>
                  <a:gd name="connsiteX716" fmla="*/ 532449 w 787079"/>
                  <a:gd name="connsiteY716" fmla="*/ 299729 h 603999"/>
                  <a:gd name="connsiteX717" fmla="*/ 535343 w 787079"/>
                  <a:gd name="connsiteY717" fmla="*/ 296533 h 603999"/>
                  <a:gd name="connsiteX718" fmla="*/ 543454 w 787079"/>
                  <a:gd name="connsiteY718" fmla="*/ 296971 h 603999"/>
                  <a:gd name="connsiteX719" fmla="*/ 544329 w 787079"/>
                  <a:gd name="connsiteY719" fmla="*/ 302488 h 603999"/>
                  <a:gd name="connsiteX720" fmla="*/ 544901 w 787079"/>
                  <a:gd name="connsiteY720" fmla="*/ 306558 h 603999"/>
                  <a:gd name="connsiteX721" fmla="*/ 542142 w 787079"/>
                  <a:gd name="connsiteY721" fmla="*/ 309148 h 603999"/>
                  <a:gd name="connsiteX722" fmla="*/ 538945 w 787079"/>
                  <a:gd name="connsiteY722" fmla="*/ 312781 h 603999"/>
                  <a:gd name="connsiteX723" fmla="*/ 536488 w 787079"/>
                  <a:gd name="connsiteY723" fmla="*/ 316852 h 603999"/>
                  <a:gd name="connsiteX724" fmla="*/ 536488 w 787079"/>
                  <a:gd name="connsiteY724" fmla="*/ 320922 h 603999"/>
                  <a:gd name="connsiteX725" fmla="*/ 539247 w 787079"/>
                  <a:gd name="connsiteY725" fmla="*/ 323546 h 603999"/>
                  <a:gd name="connsiteX726" fmla="*/ 544026 w 787079"/>
                  <a:gd name="connsiteY726" fmla="*/ 325127 h 603999"/>
                  <a:gd name="connsiteX727" fmla="*/ 549108 w 787079"/>
                  <a:gd name="connsiteY727" fmla="*/ 326271 h 603999"/>
                  <a:gd name="connsiteX728" fmla="*/ 553753 w 787079"/>
                  <a:gd name="connsiteY728" fmla="*/ 328289 h 603999"/>
                  <a:gd name="connsiteX729" fmla="*/ 556815 w 787079"/>
                  <a:gd name="connsiteY729" fmla="*/ 326843 h 603999"/>
                  <a:gd name="connsiteX730" fmla="*/ 558969 w 787079"/>
                  <a:gd name="connsiteY730" fmla="*/ 323815 h 603999"/>
                  <a:gd name="connsiteX731" fmla="*/ 558531 w 787079"/>
                  <a:gd name="connsiteY731" fmla="*/ 318601 h 603999"/>
                  <a:gd name="connsiteX732" fmla="*/ 558094 w 787079"/>
                  <a:gd name="connsiteY732" fmla="*/ 316414 h 603999"/>
                  <a:gd name="connsiteX733" fmla="*/ 554628 w 787079"/>
                  <a:gd name="connsiteY733" fmla="*/ 309889 h 603999"/>
                  <a:gd name="connsiteX734" fmla="*/ 552440 w 787079"/>
                  <a:gd name="connsiteY734" fmla="*/ 308139 h 603999"/>
                  <a:gd name="connsiteX735" fmla="*/ 555032 w 787079"/>
                  <a:gd name="connsiteY735" fmla="*/ 304674 h 603999"/>
                  <a:gd name="connsiteX736" fmla="*/ 557185 w 787079"/>
                  <a:gd name="connsiteY736" fmla="*/ 306424 h 603999"/>
                  <a:gd name="connsiteX737" fmla="*/ 560248 w 787079"/>
                  <a:gd name="connsiteY737" fmla="*/ 309889 h 603999"/>
                  <a:gd name="connsiteX738" fmla="*/ 562839 w 787079"/>
                  <a:gd name="connsiteY738" fmla="*/ 312041 h 603999"/>
                  <a:gd name="connsiteX739" fmla="*/ 564589 w 787079"/>
                  <a:gd name="connsiteY739" fmla="*/ 312041 h 603999"/>
                  <a:gd name="connsiteX740" fmla="*/ 567181 w 787079"/>
                  <a:gd name="connsiteY740" fmla="*/ 312041 h 603999"/>
                  <a:gd name="connsiteX741" fmla="*/ 567181 w 787079"/>
                  <a:gd name="connsiteY741" fmla="*/ 307702 h 603999"/>
                  <a:gd name="connsiteX742" fmla="*/ 567181 w 787079"/>
                  <a:gd name="connsiteY742" fmla="*/ 304237 h 603999"/>
                  <a:gd name="connsiteX743" fmla="*/ 567181 w 787079"/>
                  <a:gd name="connsiteY743" fmla="*/ 300772 h 603999"/>
                  <a:gd name="connsiteX744" fmla="*/ 567181 w 787079"/>
                  <a:gd name="connsiteY744" fmla="*/ 298182 h 603999"/>
                  <a:gd name="connsiteX745" fmla="*/ 573474 w 787079"/>
                  <a:gd name="connsiteY745" fmla="*/ 296870 h 603999"/>
                  <a:gd name="connsiteX746" fmla="*/ 579768 w 787079"/>
                  <a:gd name="connsiteY746" fmla="*/ 295995 h 603999"/>
                  <a:gd name="connsiteX747" fmla="*/ 584984 w 787079"/>
                  <a:gd name="connsiteY747" fmla="*/ 292093 h 603999"/>
                  <a:gd name="connsiteX748" fmla="*/ 588450 w 787079"/>
                  <a:gd name="connsiteY748" fmla="*/ 291218 h 603999"/>
                  <a:gd name="connsiteX749" fmla="*/ 593229 w 787079"/>
                  <a:gd name="connsiteY749" fmla="*/ 286879 h 603999"/>
                  <a:gd name="connsiteX750" fmla="*/ 596696 w 787079"/>
                  <a:gd name="connsiteY750" fmla="*/ 288628 h 603999"/>
                  <a:gd name="connsiteX751" fmla="*/ 596696 w 787079"/>
                  <a:gd name="connsiteY751" fmla="*/ 290377 h 603999"/>
                  <a:gd name="connsiteX752" fmla="*/ 593229 w 787079"/>
                  <a:gd name="connsiteY752" fmla="*/ 292127 h 603999"/>
                  <a:gd name="connsiteX753" fmla="*/ 593229 w 787079"/>
                  <a:gd name="connsiteY753" fmla="*/ 293876 h 603999"/>
                  <a:gd name="connsiteX754" fmla="*/ 593229 w 787079"/>
                  <a:gd name="connsiteY754" fmla="*/ 299090 h 603999"/>
                  <a:gd name="connsiteX755" fmla="*/ 595619 w 787079"/>
                  <a:gd name="connsiteY755" fmla="*/ 305179 h 603999"/>
                  <a:gd name="connsiteX756" fmla="*/ 602350 w 787079"/>
                  <a:gd name="connsiteY756" fmla="*/ 306491 h 603999"/>
                  <a:gd name="connsiteX757" fmla="*/ 609316 w 787079"/>
                  <a:gd name="connsiteY757" fmla="*/ 307668 h 603999"/>
                  <a:gd name="connsiteX758" fmla="*/ 616720 w 787079"/>
                  <a:gd name="connsiteY758" fmla="*/ 310393 h 603999"/>
                  <a:gd name="connsiteX759" fmla="*/ 625403 w 787079"/>
                  <a:gd name="connsiteY759" fmla="*/ 310393 h 603999"/>
                  <a:gd name="connsiteX760" fmla="*/ 630182 w 787079"/>
                  <a:gd name="connsiteY760" fmla="*/ 307769 h 603999"/>
                  <a:gd name="connsiteX761" fmla="*/ 628432 w 787079"/>
                  <a:gd name="connsiteY761" fmla="*/ 299931 h 603999"/>
                  <a:gd name="connsiteX762" fmla="*/ 626682 w 787079"/>
                  <a:gd name="connsiteY762" fmla="*/ 297744 h 603999"/>
                  <a:gd name="connsiteX763" fmla="*/ 621903 w 787079"/>
                  <a:gd name="connsiteY763" fmla="*/ 292093 h 603999"/>
                  <a:gd name="connsiteX764" fmla="*/ 617562 w 787079"/>
                  <a:gd name="connsiteY764" fmla="*/ 288628 h 603999"/>
                  <a:gd name="connsiteX765" fmla="*/ 617562 w 787079"/>
                  <a:gd name="connsiteY765" fmla="*/ 284288 h 603999"/>
                  <a:gd name="connsiteX766" fmla="*/ 621466 w 787079"/>
                  <a:gd name="connsiteY766" fmla="*/ 282977 h 603999"/>
                  <a:gd name="connsiteX767" fmla="*/ 628869 w 787079"/>
                  <a:gd name="connsiteY767" fmla="*/ 284726 h 603999"/>
                  <a:gd name="connsiteX768" fmla="*/ 631057 w 787079"/>
                  <a:gd name="connsiteY768" fmla="*/ 282539 h 603999"/>
                  <a:gd name="connsiteX769" fmla="*/ 633649 w 787079"/>
                  <a:gd name="connsiteY769" fmla="*/ 277762 h 603999"/>
                  <a:gd name="connsiteX770" fmla="*/ 636711 w 787079"/>
                  <a:gd name="connsiteY770" fmla="*/ 278200 h 603999"/>
                  <a:gd name="connsiteX771" fmla="*/ 636711 w 787079"/>
                  <a:gd name="connsiteY771" fmla="*/ 281665 h 603999"/>
                  <a:gd name="connsiteX772" fmla="*/ 636711 w 787079"/>
                  <a:gd name="connsiteY772" fmla="*/ 287316 h 603999"/>
                  <a:gd name="connsiteX773" fmla="*/ 643240 w 787079"/>
                  <a:gd name="connsiteY773" fmla="*/ 293842 h 603999"/>
                  <a:gd name="connsiteX774" fmla="*/ 650610 w 787079"/>
                  <a:gd name="connsiteY774" fmla="*/ 299931 h 603999"/>
                  <a:gd name="connsiteX775" fmla="*/ 659327 w 787079"/>
                  <a:gd name="connsiteY775" fmla="*/ 294280 h 603999"/>
                  <a:gd name="connsiteX776" fmla="*/ 665418 w 787079"/>
                  <a:gd name="connsiteY776" fmla="*/ 289940 h 603999"/>
                  <a:gd name="connsiteX777" fmla="*/ 671072 w 787079"/>
                  <a:gd name="connsiteY777" fmla="*/ 286038 h 603999"/>
                  <a:gd name="connsiteX778" fmla="*/ 673260 w 787079"/>
                  <a:gd name="connsiteY778" fmla="*/ 283447 h 603999"/>
                  <a:gd name="connsiteX779" fmla="*/ 673260 w 787079"/>
                  <a:gd name="connsiteY779" fmla="*/ 279983 h 603999"/>
                  <a:gd name="connsiteX780" fmla="*/ 673260 w 787079"/>
                  <a:gd name="connsiteY780" fmla="*/ 274399 h 603999"/>
                  <a:gd name="connsiteX781" fmla="*/ 678476 w 787079"/>
                  <a:gd name="connsiteY781" fmla="*/ 276585 h 603999"/>
                  <a:gd name="connsiteX782" fmla="*/ 678476 w 787079"/>
                  <a:gd name="connsiteY782" fmla="*/ 282674 h 603999"/>
                  <a:gd name="connsiteX783" fmla="*/ 683491 w 787079"/>
                  <a:gd name="connsiteY783" fmla="*/ 286139 h 603999"/>
                  <a:gd name="connsiteX784" fmla="*/ 688943 w 787079"/>
                  <a:gd name="connsiteY784" fmla="*/ 282674 h 603999"/>
                  <a:gd name="connsiteX785" fmla="*/ 694159 w 787079"/>
                  <a:gd name="connsiteY785" fmla="*/ 276148 h 603999"/>
                  <a:gd name="connsiteX786" fmla="*/ 698501 w 787079"/>
                  <a:gd name="connsiteY786" fmla="*/ 270496 h 603999"/>
                  <a:gd name="connsiteX787" fmla="*/ 700251 w 787079"/>
                  <a:gd name="connsiteY787" fmla="*/ 270496 h 603999"/>
                  <a:gd name="connsiteX788" fmla="*/ 710684 w 787079"/>
                  <a:gd name="connsiteY788" fmla="*/ 268747 h 603999"/>
                  <a:gd name="connsiteX789" fmla="*/ 720242 w 787079"/>
                  <a:gd name="connsiteY789" fmla="*/ 268747 h 603999"/>
                  <a:gd name="connsiteX790" fmla="*/ 727208 w 787079"/>
                  <a:gd name="connsiteY790" fmla="*/ 262658 h 603999"/>
                  <a:gd name="connsiteX791" fmla="*/ 727208 w 787079"/>
                  <a:gd name="connsiteY791" fmla="*/ 257444 h 603999"/>
                  <a:gd name="connsiteX792" fmla="*/ 727208 w 787079"/>
                  <a:gd name="connsiteY792" fmla="*/ 246578 h 603999"/>
                  <a:gd name="connsiteX793" fmla="*/ 733300 w 787079"/>
                  <a:gd name="connsiteY793" fmla="*/ 240927 h 603999"/>
                  <a:gd name="connsiteX794" fmla="*/ 744170 w 787079"/>
                  <a:gd name="connsiteY794" fmla="*/ 240927 h 603999"/>
                  <a:gd name="connsiteX795" fmla="*/ 751574 w 787079"/>
                  <a:gd name="connsiteY795" fmla="*/ 237900 h 603999"/>
                  <a:gd name="connsiteX796" fmla="*/ 748949 w 787079"/>
                  <a:gd name="connsiteY796" fmla="*/ 232248 h 603999"/>
                  <a:gd name="connsiteX797" fmla="*/ 745920 w 787079"/>
                  <a:gd name="connsiteY797" fmla="*/ 232248 h 603999"/>
                  <a:gd name="connsiteX798" fmla="*/ 745483 w 787079"/>
                  <a:gd name="connsiteY798" fmla="*/ 225722 h 603999"/>
                  <a:gd name="connsiteX799" fmla="*/ 740704 w 787079"/>
                  <a:gd name="connsiteY799" fmla="*/ 222257 h 603999"/>
                  <a:gd name="connsiteX800" fmla="*/ 748545 w 787079"/>
                  <a:gd name="connsiteY800" fmla="*/ 217480 h 603999"/>
                  <a:gd name="connsiteX801" fmla="*/ 750699 w 787079"/>
                  <a:gd name="connsiteY801" fmla="*/ 225318 h 603999"/>
                  <a:gd name="connsiteX802" fmla="*/ 756791 w 787079"/>
                  <a:gd name="connsiteY802" fmla="*/ 225318 h 603999"/>
                  <a:gd name="connsiteX803" fmla="*/ 756791 w 787079"/>
                  <a:gd name="connsiteY803" fmla="*/ 218355 h 603999"/>
                  <a:gd name="connsiteX804" fmla="*/ 764598 w 787079"/>
                  <a:gd name="connsiteY804" fmla="*/ 218355 h 603999"/>
                  <a:gd name="connsiteX805" fmla="*/ 767190 w 787079"/>
                  <a:gd name="connsiteY805" fmla="*/ 212266 h 603999"/>
                  <a:gd name="connsiteX806" fmla="*/ 767190 w 787079"/>
                  <a:gd name="connsiteY806" fmla="*/ 205303 h 603999"/>
                  <a:gd name="connsiteX807" fmla="*/ 767190 w 787079"/>
                  <a:gd name="connsiteY807" fmla="*/ 200963 h 603999"/>
                  <a:gd name="connsiteX808" fmla="*/ 769815 w 787079"/>
                  <a:gd name="connsiteY808" fmla="*/ 195749 h 603999"/>
                  <a:gd name="connsiteX809" fmla="*/ 776781 w 787079"/>
                  <a:gd name="connsiteY809" fmla="*/ 195749 h 603999"/>
                  <a:gd name="connsiteX810" fmla="*/ 784623 w 787079"/>
                  <a:gd name="connsiteY810" fmla="*/ 195749 h 603999"/>
                  <a:gd name="connsiteX811" fmla="*/ 784623 w 787079"/>
                  <a:gd name="connsiteY811" fmla="*/ 193159 h 603999"/>
                  <a:gd name="connsiteX812" fmla="*/ 787080 w 787079"/>
                  <a:gd name="connsiteY812" fmla="*/ 188987 h 603999"/>
                  <a:gd name="connsiteX813" fmla="*/ 780147 w 787079"/>
                  <a:gd name="connsiteY813" fmla="*/ 183168 h 60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Lst>
                <a:rect l="l" t="t" r="r" b="b"/>
                <a:pathLst>
                  <a:path w="787079" h="603999">
                    <a:moveTo>
                      <a:pt x="780147" y="183168"/>
                    </a:moveTo>
                    <a:lnTo>
                      <a:pt x="776007" y="177954"/>
                    </a:lnTo>
                    <a:cubicBezTo>
                      <a:pt x="776007" y="177954"/>
                      <a:pt x="773416" y="170990"/>
                      <a:pt x="773416" y="170116"/>
                    </a:cubicBezTo>
                    <a:cubicBezTo>
                      <a:pt x="773416" y="169241"/>
                      <a:pt x="771901" y="162513"/>
                      <a:pt x="771901" y="162513"/>
                    </a:cubicBezTo>
                    <a:lnTo>
                      <a:pt x="769276" y="156222"/>
                    </a:lnTo>
                    <a:cubicBezTo>
                      <a:pt x="769276" y="156222"/>
                      <a:pt x="770252" y="152085"/>
                      <a:pt x="769613" y="151210"/>
                    </a:cubicBezTo>
                    <a:cubicBezTo>
                      <a:pt x="768974" y="150336"/>
                      <a:pt x="766685" y="143170"/>
                      <a:pt x="766685" y="143170"/>
                    </a:cubicBezTo>
                    <a:lnTo>
                      <a:pt x="766685" y="137519"/>
                    </a:lnTo>
                    <a:lnTo>
                      <a:pt x="766685" y="132305"/>
                    </a:lnTo>
                    <a:lnTo>
                      <a:pt x="764935" y="124467"/>
                    </a:lnTo>
                    <a:cubicBezTo>
                      <a:pt x="764935" y="124467"/>
                      <a:pt x="761233" y="120329"/>
                      <a:pt x="761031" y="119690"/>
                    </a:cubicBezTo>
                    <a:cubicBezTo>
                      <a:pt x="760795" y="119051"/>
                      <a:pt x="759079" y="117301"/>
                      <a:pt x="759079" y="115989"/>
                    </a:cubicBezTo>
                    <a:cubicBezTo>
                      <a:pt x="759079" y="114678"/>
                      <a:pt x="755175" y="107748"/>
                      <a:pt x="755175" y="107748"/>
                    </a:cubicBezTo>
                    <a:lnTo>
                      <a:pt x="749319" y="99069"/>
                    </a:lnTo>
                    <a:lnTo>
                      <a:pt x="742353" y="93855"/>
                    </a:lnTo>
                    <a:lnTo>
                      <a:pt x="742353" y="85377"/>
                    </a:lnTo>
                    <a:lnTo>
                      <a:pt x="747569" y="80163"/>
                    </a:lnTo>
                    <a:lnTo>
                      <a:pt x="747569" y="74949"/>
                    </a:lnTo>
                    <a:lnTo>
                      <a:pt x="747132" y="72123"/>
                    </a:lnTo>
                    <a:lnTo>
                      <a:pt x="742353" y="69735"/>
                    </a:lnTo>
                    <a:lnTo>
                      <a:pt x="739088" y="73637"/>
                    </a:lnTo>
                    <a:lnTo>
                      <a:pt x="733434" y="77977"/>
                    </a:lnTo>
                    <a:lnTo>
                      <a:pt x="728420" y="82316"/>
                    </a:lnTo>
                    <a:lnTo>
                      <a:pt x="722126" y="85344"/>
                    </a:lnTo>
                    <a:cubicBezTo>
                      <a:pt x="722126" y="85344"/>
                      <a:pt x="719098" y="82720"/>
                      <a:pt x="718424" y="82316"/>
                    </a:cubicBezTo>
                    <a:cubicBezTo>
                      <a:pt x="717785" y="81879"/>
                      <a:pt x="712131" y="77539"/>
                      <a:pt x="712131" y="77539"/>
                    </a:cubicBezTo>
                    <a:cubicBezTo>
                      <a:pt x="712131" y="77539"/>
                      <a:pt x="709742" y="72123"/>
                      <a:pt x="708866" y="72123"/>
                    </a:cubicBezTo>
                    <a:cubicBezTo>
                      <a:pt x="707991" y="72123"/>
                      <a:pt x="704525" y="67347"/>
                      <a:pt x="704525" y="67347"/>
                    </a:cubicBezTo>
                    <a:cubicBezTo>
                      <a:pt x="704525" y="67347"/>
                      <a:pt x="705165" y="64521"/>
                      <a:pt x="704525" y="63882"/>
                    </a:cubicBezTo>
                    <a:cubicBezTo>
                      <a:pt x="703886" y="63242"/>
                      <a:pt x="696280" y="61695"/>
                      <a:pt x="696280" y="61695"/>
                    </a:cubicBezTo>
                    <a:lnTo>
                      <a:pt x="689111" y="63646"/>
                    </a:lnTo>
                    <a:lnTo>
                      <a:pt x="683222" y="66472"/>
                    </a:lnTo>
                    <a:lnTo>
                      <a:pt x="674943" y="66035"/>
                    </a:lnTo>
                    <a:lnTo>
                      <a:pt x="663870" y="61258"/>
                    </a:lnTo>
                    <a:lnTo>
                      <a:pt x="652125" y="54294"/>
                    </a:lnTo>
                    <a:lnTo>
                      <a:pt x="648288" y="56986"/>
                    </a:lnTo>
                    <a:cubicBezTo>
                      <a:pt x="648288" y="56986"/>
                      <a:pt x="646841" y="59172"/>
                      <a:pt x="646403" y="59307"/>
                    </a:cubicBezTo>
                    <a:cubicBezTo>
                      <a:pt x="645966" y="59441"/>
                      <a:pt x="643206" y="61493"/>
                      <a:pt x="643206" y="61493"/>
                    </a:cubicBezTo>
                    <a:lnTo>
                      <a:pt x="641894" y="63680"/>
                    </a:lnTo>
                    <a:lnTo>
                      <a:pt x="637990" y="66136"/>
                    </a:lnTo>
                    <a:cubicBezTo>
                      <a:pt x="637990" y="66136"/>
                      <a:pt x="635971" y="68759"/>
                      <a:pt x="635668" y="69163"/>
                    </a:cubicBezTo>
                    <a:cubicBezTo>
                      <a:pt x="635365" y="69600"/>
                      <a:pt x="634355" y="73368"/>
                      <a:pt x="634220" y="74512"/>
                    </a:cubicBezTo>
                    <a:cubicBezTo>
                      <a:pt x="634086" y="75656"/>
                      <a:pt x="635803" y="76833"/>
                      <a:pt x="637283" y="78414"/>
                    </a:cubicBezTo>
                    <a:cubicBezTo>
                      <a:pt x="638730" y="79995"/>
                      <a:pt x="639033" y="81038"/>
                      <a:pt x="639033" y="81038"/>
                    </a:cubicBezTo>
                    <a:lnTo>
                      <a:pt x="643812" y="86252"/>
                    </a:lnTo>
                    <a:cubicBezTo>
                      <a:pt x="643812" y="86252"/>
                      <a:pt x="644250" y="90592"/>
                      <a:pt x="644250" y="91466"/>
                    </a:cubicBezTo>
                    <a:cubicBezTo>
                      <a:pt x="644250" y="92341"/>
                      <a:pt x="644250" y="93787"/>
                      <a:pt x="643947" y="94494"/>
                    </a:cubicBezTo>
                    <a:cubicBezTo>
                      <a:pt x="643644" y="95234"/>
                      <a:pt x="642365" y="98833"/>
                      <a:pt x="642365" y="98833"/>
                    </a:cubicBezTo>
                    <a:lnTo>
                      <a:pt x="639471" y="100280"/>
                    </a:lnTo>
                    <a:cubicBezTo>
                      <a:pt x="639471" y="100280"/>
                      <a:pt x="636846" y="100414"/>
                      <a:pt x="635701" y="99405"/>
                    </a:cubicBezTo>
                    <a:cubicBezTo>
                      <a:pt x="634557" y="98396"/>
                      <a:pt x="631360" y="97387"/>
                      <a:pt x="630788" y="97387"/>
                    </a:cubicBezTo>
                    <a:cubicBezTo>
                      <a:pt x="630216" y="97387"/>
                      <a:pt x="628028" y="96680"/>
                      <a:pt x="627456" y="96378"/>
                    </a:cubicBezTo>
                    <a:cubicBezTo>
                      <a:pt x="626884" y="96075"/>
                      <a:pt x="623821" y="94191"/>
                      <a:pt x="623821" y="94191"/>
                    </a:cubicBezTo>
                    <a:cubicBezTo>
                      <a:pt x="623821" y="94191"/>
                      <a:pt x="621196" y="92173"/>
                      <a:pt x="620927" y="91433"/>
                    </a:cubicBezTo>
                    <a:cubicBezTo>
                      <a:pt x="620624" y="90726"/>
                      <a:pt x="614970" y="85041"/>
                      <a:pt x="614970" y="85041"/>
                    </a:cubicBezTo>
                    <a:lnTo>
                      <a:pt x="608879" y="79692"/>
                    </a:lnTo>
                    <a:lnTo>
                      <a:pt x="604100" y="75790"/>
                    </a:lnTo>
                    <a:lnTo>
                      <a:pt x="598883" y="75790"/>
                    </a:lnTo>
                    <a:lnTo>
                      <a:pt x="597571" y="76867"/>
                    </a:lnTo>
                    <a:lnTo>
                      <a:pt x="591479" y="79558"/>
                    </a:lnTo>
                    <a:cubicBezTo>
                      <a:pt x="591479" y="79558"/>
                      <a:pt x="590167" y="81744"/>
                      <a:pt x="589157" y="81879"/>
                    </a:cubicBezTo>
                    <a:cubicBezTo>
                      <a:pt x="588148" y="82013"/>
                      <a:pt x="585825" y="83763"/>
                      <a:pt x="584681" y="83897"/>
                    </a:cubicBezTo>
                    <a:cubicBezTo>
                      <a:pt x="583537" y="84032"/>
                      <a:pt x="583368" y="84335"/>
                      <a:pt x="581181" y="84032"/>
                    </a:cubicBezTo>
                    <a:cubicBezTo>
                      <a:pt x="579027" y="83729"/>
                      <a:pt x="578724" y="83897"/>
                      <a:pt x="577411" y="83897"/>
                    </a:cubicBezTo>
                    <a:cubicBezTo>
                      <a:pt x="576099" y="83897"/>
                      <a:pt x="573642" y="84200"/>
                      <a:pt x="572330" y="84200"/>
                    </a:cubicBezTo>
                    <a:cubicBezTo>
                      <a:pt x="571017" y="84200"/>
                      <a:pt x="570748" y="84503"/>
                      <a:pt x="570142" y="84503"/>
                    </a:cubicBezTo>
                    <a:cubicBezTo>
                      <a:pt x="569570" y="84503"/>
                      <a:pt x="567382" y="85680"/>
                      <a:pt x="566104" y="85680"/>
                    </a:cubicBezTo>
                    <a:cubicBezTo>
                      <a:pt x="564791" y="85680"/>
                      <a:pt x="564084" y="88001"/>
                      <a:pt x="564084" y="88001"/>
                    </a:cubicBezTo>
                    <a:lnTo>
                      <a:pt x="561628" y="88001"/>
                    </a:lnTo>
                    <a:lnTo>
                      <a:pt x="556983" y="88741"/>
                    </a:lnTo>
                    <a:lnTo>
                      <a:pt x="554224" y="91063"/>
                    </a:lnTo>
                    <a:lnTo>
                      <a:pt x="552777" y="92375"/>
                    </a:lnTo>
                    <a:lnTo>
                      <a:pt x="552777" y="95267"/>
                    </a:lnTo>
                    <a:lnTo>
                      <a:pt x="552272" y="98160"/>
                    </a:lnTo>
                    <a:lnTo>
                      <a:pt x="549882" y="100616"/>
                    </a:lnTo>
                    <a:lnTo>
                      <a:pt x="545675" y="100751"/>
                    </a:lnTo>
                    <a:cubicBezTo>
                      <a:pt x="545675" y="100751"/>
                      <a:pt x="545675" y="100751"/>
                      <a:pt x="543656" y="99439"/>
                    </a:cubicBezTo>
                    <a:cubicBezTo>
                      <a:pt x="541637" y="98127"/>
                      <a:pt x="540627" y="98867"/>
                      <a:pt x="539752" y="98732"/>
                    </a:cubicBezTo>
                    <a:cubicBezTo>
                      <a:pt x="538877" y="98598"/>
                      <a:pt x="537733" y="99170"/>
                      <a:pt x="537733" y="99170"/>
                    </a:cubicBezTo>
                    <a:lnTo>
                      <a:pt x="536151" y="100482"/>
                    </a:lnTo>
                    <a:lnTo>
                      <a:pt x="533391" y="102500"/>
                    </a:lnTo>
                    <a:lnTo>
                      <a:pt x="530362" y="102365"/>
                    </a:lnTo>
                    <a:lnTo>
                      <a:pt x="526459" y="101356"/>
                    </a:lnTo>
                    <a:cubicBezTo>
                      <a:pt x="526459" y="101356"/>
                      <a:pt x="524574" y="103543"/>
                      <a:pt x="524002" y="103543"/>
                    </a:cubicBezTo>
                    <a:cubicBezTo>
                      <a:pt x="523430" y="103543"/>
                      <a:pt x="521680" y="104855"/>
                      <a:pt x="521680" y="104855"/>
                    </a:cubicBezTo>
                    <a:cubicBezTo>
                      <a:pt x="521680" y="104855"/>
                      <a:pt x="519088" y="105864"/>
                      <a:pt x="518348" y="106167"/>
                    </a:cubicBezTo>
                    <a:cubicBezTo>
                      <a:pt x="517608" y="106470"/>
                      <a:pt x="510237" y="107041"/>
                      <a:pt x="510237" y="107041"/>
                    </a:cubicBezTo>
                    <a:cubicBezTo>
                      <a:pt x="510237" y="107041"/>
                      <a:pt x="506030" y="107613"/>
                      <a:pt x="504886" y="107916"/>
                    </a:cubicBezTo>
                    <a:cubicBezTo>
                      <a:pt x="503708" y="108219"/>
                      <a:pt x="499535" y="108219"/>
                      <a:pt x="499535" y="108219"/>
                    </a:cubicBezTo>
                    <a:lnTo>
                      <a:pt x="492299" y="104148"/>
                    </a:lnTo>
                    <a:lnTo>
                      <a:pt x="489405" y="103005"/>
                    </a:lnTo>
                    <a:lnTo>
                      <a:pt x="487655" y="101995"/>
                    </a:lnTo>
                    <a:cubicBezTo>
                      <a:pt x="487655" y="101995"/>
                      <a:pt x="482304" y="99102"/>
                      <a:pt x="481866" y="98968"/>
                    </a:cubicBezTo>
                    <a:cubicBezTo>
                      <a:pt x="481429" y="98833"/>
                      <a:pt x="478400" y="97084"/>
                      <a:pt x="477962" y="96949"/>
                    </a:cubicBezTo>
                    <a:cubicBezTo>
                      <a:pt x="477525" y="96815"/>
                      <a:pt x="476246" y="93888"/>
                      <a:pt x="476246" y="93316"/>
                    </a:cubicBezTo>
                    <a:cubicBezTo>
                      <a:pt x="476246" y="92744"/>
                      <a:pt x="478703" y="90995"/>
                      <a:pt x="478837" y="90423"/>
                    </a:cubicBezTo>
                    <a:cubicBezTo>
                      <a:pt x="478972" y="89852"/>
                      <a:pt x="482035" y="89549"/>
                      <a:pt x="482169" y="89111"/>
                    </a:cubicBezTo>
                    <a:cubicBezTo>
                      <a:pt x="482304" y="88674"/>
                      <a:pt x="486241" y="87665"/>
                      <a:pt x="486241" y="87665"/>
                    </a:cubicBezTo>
                    <a:lnTo>
                      <a:pt x="489708" y="84469"/>
                    </a:lnTo>
                    <a:lnTo>
                      <a:pt x="491727" y="81879"/>
                    </a:lnTo>
                    <a:lnTo>
                      <a:pt x="495631" y="77371"/>
                    </a:lnTo>
                    <a:cubicBezTo>
                      <a:pt x="495631" y="77371"/>
                      <a:pt x="498391" y="68961"/>
                      <a:pt x="498088" y="68524"/>
                    </a:cubicBezTo>
                    <a:cubicBezTo>
                      <a:pt x="497785" y="68087"/>
                      <a:pt x="497953" y="66943"/>
                      <a:pt x="497953" y="66943"/>
                    </a:cubicBezTo>
                    <a:cubicBezTo>
                      <a:pt x="497953" y="66943"/>
                      <a:pt x="498088" y="64319"/>
                      <a:pt x="498391" y="63613"/>
                    </a:cubicBezTo>
                    <a:cubicBezTo>
                      <a:pt x="498694" y="62872"/>
                      <a:pt x="499266" y="60282"/>
                      <a:pt x="499266" y="60282"/>
                    </a:cubicBezTo>
                    <a:cubicBezTo>
                      <a:pt x="499266" y="60282"/>
                      <a:pt x="502901" y="58398"/>
                      <a:pt x="503910" y="56515"/>
                    </a:cubicBezTo>
                    <a:cubicBezTo>
                      <a:pt x="504920" y="54631"/>
                      <a:pt x="506064" y="54496"/>
                      <a:pt x="506064" y="53924"/>
                    </a:cubicBezTo>
                    <a:cubicBezTo>
                      <a:pt x="506064" y="53352"/>
                      <a:pt x="509530" y="50459"/>
                      <a:pt x="509968" y="49854"/>
                    </a:cubicBezTo>
                    <a:cubicBezTo>
                      <a:pt x="510406" y="49282"/>
                      <a:pt x="513030" y="47667"/>
                      <a:pt x="513434" y="47398"/>
                    </a:cubicBezTo>
                    <a:cubicBezTo>
                      <a:pt x="513872" y="47095"/>
                      <a:pt x="515184" y="46961"/>
                      <a:pt x="515184" y="46961"/>
                    </a:cubicBezTo>
                    <a:cubicBezTo>
                      <a:pt x="515184" y="46961"/>
                      <a:pt x="521982" y="44371"/>
                      <a:pt x="522588" y="44068"/>
                    </a:cubicBezTo>
                    <a:cubicBezTo>
                      <a:pt x="523160" y="43765"/>
                      <a:pt x="524204" y="42319"/>
                      <a:pt x="524204" y="42319"/>
                    </a:cubicBezTo>
                    <a:cubicBezTo>
                      <a:pt x="524204" y="42319"/>
                      <a:pt x="528108" y="40300"/>
                      <a:pt x="528545" y="39863"/>
                    </a:cubicBezTo>
                    <a:cubicBezTo>
                      <a:pt x="528983" y="39426"/>
                      <a:pt x="529420" y="38551"/>
                      <a:pt x="529420" y="38551"/>
                    </a:cubicBezTo>
                    <a:cubicBezTo>
                      <a:pt x="529420" y="38551"/>
                      <a:pt x="528983" y="36533"/>
                      <a:pt x="528848" y="35793"/>
                    </a:cubicBezTo>
                    <a:cubicBezTo>
                      <a:pt x="528713" y="35052"/>
                      <a:pt x="528142" y="34211"/>
                      <a:pt x="527536" y="32765"/>
                    </a:cubicBezTo>
                    <a:cubicBezTo>
                      <a:pt x="526963" y="31318"/>
                      <a:pt x="527098" y="30444"/>
                      <a:pt x="527098" y="30444"/>
                    </a:cubicBezTo>
                    <a:cubicBezTo>
                      <a:pt x="527098" y="30444"/>
                      <a:pt x="527805" y="28695"/>
                      <a:pt x="527805" y="28257"/>
                    </a:cubicBezTo>
                    <a:cubicBezTo>
                      <a:pt x="527805" y="27820"/>
                      <a:pt x="527233" y="24355"/>
                      <a:pt x="527233" y="24355"/>
                    </a:cubicBezTo>
                    <a:cubicBezTo>
                      <a:pt x="527233" y="24355"/>
                      <a:pt x="525213" y="21462"/>
                      <a:pt x="524910" y="20722"/>
                    </a:cubicBezTo>
                    <a:cubicBezTo>
                      <a:pt x="524608" y="20016"/>
                      <a:pt x="523329" y="18704"/>
                      <a:pt x="522891" y="17964"/>
                    </a:cubicBezTo>
                    <a:cubicBezTo>
                      <a:pt x="522454" y="17257"/>
                      <a:pt x="520132" y="15643"/>
                      <a:pt x="520132" y="15643"/>
                    </a:cubicBezTo>
                    <a:lnTo>
                      <a:pt x="516228" y="11572"/>
                    </a:lnTo>
                    <a:lnTo>
                      <a:pt x="512761" y="9991"/>
                    </a:lnTo>
                    <a:cubicBezTo>
                      <a:pt x="512761" y="9991"/>
                      <a:pt x="508992" y="6223"/>
                      <a:pt x="508554" y="6223"/>
                    </a:cubicBezTo>
                    <a:cubicBezTo>
                      <a:pt x="508117" y="6223"/>
                      <a:pt x="506973" y="6795"/>
                      <a:pt x="506973" y="6795"/>
                    </a:cubicBezTo>
                    <a:cubicBezTo>
                      <a:pt x="506973" y="6795"/>
                      <a:pt x="504953" y="8376"/>
                      <a:pt x="504516" y="8376"/>
                    </a:cubicBezTo>
                    <a:cubicBezTo>
                      <a:pt x="504078" y="8376"/>
                      <a:pt x="502328" y="11404"/>
                      <a:pt x="501756" y="11572"/>
                    </a:cubicBezTo>
                    <a:cubicBezTo>
                      <a:pt x="501184" y="11707"/>
                      <a:pt x="497415" y="14331"/>
                      <a:pt x="496977" y="14465"/>
                    </a:cubicBezTo>
                    <a:cubicBezTo>
                      <a:pt x="496540" y="14600"/>
                      <a:pt x="493646" y="17661"/>
                      <a:pt x="492905" y="17930"/>
                    </a:cubicBezTo>
                    <a:cubicBezTo>
                      <a:pt x="492165" y="18233"/>
                      <a:pt x="488698" y="19242"/>
                      <a:pt x="488698" y="19242"/>
                    </a:cubicBezTo>
                    <a:lnTo>
                      <a:pt x="486679" y="18098"/>
                    </a:lnTo>
                    <a:cubicBezTo>
                      <a:pt x="486679" y="18098"/>
                      <a:pt x="481328" y="13321"/>
                      <a:pt x="480890" y="12884"/>
                    </a:cubicBezTo>
                    <a:cubicBezTo>
                      <a:pt x="480453" y="12447"/>
                      <a:pt x="477828" y="11707"/>
                      <a:pt x="477255" y="11707"/>
                    </a:cubicBezTo>
                    <a:cubicBezTo>
                      <a:pt x="476684" y="11707"/>
                      <a:pt x="474361" y="13725"/>
                      <a:pt x="474361" y="13725"/>
                    </a:cubicBezTo>
                    <a:cubicBezTo>
                      <a:pt x="474361" y="13725"/>
                      <a:pt x="471736" y="16921"/>
                      <a:pt x="471164" y="17055"/>
                    </a:cubicBezTo>
                    <a:cubicBezTo>
                      <a:pt x="470592" y="17190"/>
                      <a:pt x="465948" y="23279"/>
                      <a:pt x="465948" y="23279"/>
                    </a:cubicBezTo>
                    <a:lnTo>
                      <a:pt x="460731" y="23144"/>
                    </a:lnTo>
                    <a:lnTo>
                      <a:pt x="458712" y="19074"/>
                    </a:lnTo>
                    <a:lnTo>
                      <a:pt x="459722" y="18199"/>
                    </a:lnTo>
                    <a:lnTo>
                      <a:pt x="458275" y="11101"/>
                    </a:lnTo>
                    <a:lnTo>
                      <a:pt x="451611" y="6627"/>
                    </a:lnTo>
                    <a:lnTo>
                      <a:pt x="446697" y="6324"/>
                    </a:lnTo>
                    <a:cubicBezTo>
                      <a:pt x="446697" y="6324"/>
                      <a:pt x="445116" y="8645"/>
                      <a:pt x="444375" y="9217"/>
                    </a:cubicBezTo>
                    <a:cubicBezTo>
                      <a:pt x="443668" y="9789"/>
                      <a:pt x="442793" y="10967"/>
                      <a:pt x="442793" y="10967"/>
                    </a:cubicBezTo>
                    <a:cubicBezTo>
                      <a:pt x="442793" y="10967"/>
                      <a:pt x="439899" y="12716"/>
                      <a:pt x="439461" y="12850"/>
                    </a:cubicBezTo>
                    <a:cubicBezTo>
                      <a:pt x="439024" y="12985"/>
                      <a:pt x="437139" y="15172"/>
                      <a:pt x="435692" y="15441"/>
                    </a:cubicBezTo>
                    <a:cubicBezTo>
                      <a:pt x="434245" y="15743"/>
                      <a:pt x="433808" y="16752"/>
                      <a:pt x="433808" y="16752"/>
                    </a:cubicBezTo>
                    <a:cubicBezTo>
                      <a:pt x="433808" y="16752"/>
                      <a:pt x="427009" y="16752"/>
                      <a:pt x="426437" y="16752"/>
                    </a:cubicBezTo>
                    <a:cubicBezTo>
                      <a:pt x="425865" y="16752"/>
                      <a:pt x="422365" y="17762"/>
                      <a:pt x="422365" y="17762"/>
                    </a:cubicBezTo>
                    <a:lnTo>
                      <a:pt x="417283" y="19343"/>
                    </a:lnTo>
                    <a:lnTo>
                      <a:pt x="409879" y="18031"/>
                    </a:lnTo>
                    <a:cubicBezTo>
                      <a:pt x="409879" y="18031"/>
                      <a:pt x="404225" y="17896"/>
                      <a:pt x="403081" y="17593"/>
                    </a:cubicBezTo>
                    <a:cubicBezTo>
                      <a:pt x="401937" y="17291"/>
                      <a:pt x="398437" y="17156"/>
                      <a:pt x="397999" y="17156"/>
                    </a:cubicBezTo>
                    <a:cubicBezTo>
                      <a:pt x="397562" y="17156"/>
                      <a:pt x="392042" y="14566"/>
                      <a:pt x="392042" y="14566"/>
                    </a:cubicBezTo>
                    <a:cubicBezTo>
                      <a:pt x="392042" y="14566"/>
                      <a:pt x="388576" y="11370"/>
                      <a:pt x="388273" y="10933"/>
                    </a:cubicBezTo>
                    <a:cubicBezTo>
                      <a:pt x="387970" y="10496"/>
                      <a:pt x="386388" y="7603"/>
                      <a:pt x="386388" y="7165"/>
                    </a:cubicBezTo>
                    <a:cubicBezTo>
                      <a:pt x="386388" y="6728"/>
                      <a:pt x="384201" y="3263"/>
                      <a:pt x="383931" y="2826"/>
                    </a:cubicBezTo>
                    <a:cubicBezTo>
                      <a:pt x="383662" y="2388"/>
                      <a:pt x="381172" y="0"/>
                      <a:pt x="381172" y="0"/>
                    </a:cubicBezTo>
                    <a:cubicBezTo>
                      <a:pt x="381172" y="0"/>
                      <a:pt x="379287" y="202"/>
                      <a:pt x="377268" y="67"/>
                    </a:cubicBezTo>
                    <a:cubicBezTo>
                      <a:pt x="375249" y="-67"/>
                      <a:pt x="371614" y="67"/>
                      <a:pt x="371042" y="67"/>
                    </a:cubicBezTo>
                    <a:cubicBezTo>
                      <a:pt x="370469" y="67"/>
                      <a:pt x="368450" y="2388"/>
                      <a:pt x="368450" y="2388"/>
                    </a:cubicBezTo>
                    <a:cubicBezTo>
                      <a:pt x="368450" y="2388"/>
                      <a:pt x="365825" y="8477"/>
                      <a:pt x="365825" y="9049"/>
                    </a:cubicBezTo>
                    <a:cubicBezTo>
                      <a:pt x="365825" y="9621"/>
                      <a:pt x="364378" y="12817"/>
                      <a:pt x="364378" y="12817"/>
                    </a:cubicBezTo>
                    <a:lnTo>
                      <a:pt x="359162" y="18031"/>
                    </a:lnTo>
                    <a:lnTo>
                      <a:pt x="355695" y="19343"/>
                    </a:lnTo>
                    <a:cubicBezTo>
                      <a:pt x="355695" y="19343"/>
                      <a:pt x="354551" y="19915"/>
                      <a:pt x="354113" y="20083"/>
                    </a:cubicBezTo>
                    <a:cubicBezTo>
                      <a:pt x="353676" y="20217"/>
                      <a:pt x="351354" y="21832"/>
                      <a:pt x="351354" y="21832"/>
                    </a:cubicBezTo>
                    <a:cubicBezTo>
                      <a:pt x="351354" y="21832"/>
                      <a:pt x="348022" y="23716"/>
                      <a:pt x="347585" y="23851"/>
                    </a:cubicBezTo>
                    <a:cubicBezTo>
                      <a:pt x="347147" y="23985"/>
                      <a:pt x="345565" y="23851"/>
                      <a:pt x="344690" y="23851"/>
                    </a:cubicBezTo>
                    <a:cubicBezTo>
                      <a:pt x="343815" y="23851"/>
                      <a:pt x="342503" y="24725"/>
                      <a:pt x="342065" y="25162"/>
                    </a:cubicBezTo>
                    <a:cubicBezTo>
                      <a:pt x="341628" y="25600"/>
                      <a:pt x="339743" y="26609"/>
                      <a:pt x="339743" y="26609"/>
                    </a:cubicBezTo>
                    <a:lnTo>
                      <a:pt x="340618" y="29805"/>
                    </a:lnTo>
                    <a:lnTo>
                      <a:pt x="342065" y="31251"/>
                    </a:lnTo>
                    <a:cubicBezTo>
                      <a:pt x="342065" y="31251"/>
                      <a:pt x="349032" y="35019"/>
                      <a:pt x="350041" y="35153"/>
                    </a:cubicBezTo>
                    <a:cubicBezTo>
                      <a:pt x="351051" y="35288"/>
                      <a:pt x="351791" y="37340"/>
                      <a:pt x="351791" y="37340"/>
                    </a:cubicBezTo>
                    <a:lnTo>
                      <a:pt x="350647" y="39089"/>
                    </a:lnTo>
                    <a:lnTo>
                      <a:pt x="348762" y="41276"/>
                    </a:lnTo>
                    <a:lnTo>
                      <a:pt x="346878" y="42453"/>
                    </a:lnTo>
                    <a:lnTo>
                      <a:pt x="347753" y="45481"/>
                    </a:lnTo>
                    <a:lnTo>
                      <a:pt x="348325" y="46927"/>
                    </a:lnTo>
                    <a:lnTo>
                      <a:pt x="350344" y="50258"/>
                    </a:lnTo>
                    <a:lnTo>
                      <a:pt x="349604" y="53016"/>
                    </a:lnTo>
                    <a:cubicBezTo>
                      <a:pt x="349604" y="53016"/>
                      <a:pt x="349166" y="54765"/>
                      <a:pt x="349166" y="55203"/>
                    </a:cubicBezTo>
                    <a:cubicBezTo>
                      <a:pt x="349166" y="55640"/>
                      <a:pt x="349604" y="57793"/>
                      <a:pt x="349604" y="57793"/>
                    </a:cubicBezTo>
                    <a:cubicBezTo>
                      <a:pt x="349604" y="57793"/>
                      <a:pt x="352363" y="61695"/>
                      <a:pt x="352801" y="61998"/>
                    </a:cubicBezTo>
                    <a:cubicBezTo>
                      <a:pt x="353238" y="62301"/>
                      <a:pt x="352498" y="65194"/>
                      <a:pt x="352498" y="65194"/>
                    </a:cubicBezTo>
                    <a:lnTo>
                      <a:pt x="351185" y="67649"/>
                    </a:lnTo>
                    <a:cubicBezTo>
                      <a:pt x="351185" y="67649"/>
                      <a:pt x="347719" y="68221"/>
                      <a:pt x="347113" y="68221"/>
                    </a:cubicBezTo>
                    <a:cubicBezTo>
                      <a:pt x="346541" y="68221"/>
                      <a:pt x="344084" y="68524"/>
                      <a:pt x="344084" y="68524"/>
                    </a:cubicBezTo>
                    <a:cubicBezTo>
                      <a:pt x="344084" y="68524"/>
                      <a:pt x="341762" y="70273"/>
                      <a:pt x="340618" y="70542"/>
                    </a:cubicBezTo>
                    <a:cubicBezTo>
                      <a:pt x="339474" y="70845"/>
                      <a:pt x="336142" y="71552"/>
                      <a:pt x="336142" y="71552"/>
                    </a:cubicBezTo>
                    <a:lnTo>
                      <a:pt x="330791" y="68928"/>
                    </a:lnTo>
                    <a:lnTo>
                      <a:pt x="326315" y="62536"/>
                    </a:lnTo>
                    <a:lnTo>
                      <a:pt x="322545" y="56750"/>
                    </a:lnTo>
                    <a:lnTo>
                      <a:pt x="317901" y="52108"/>
                    </a:lnTo>
                    <a:lnTo>
                      <a:pt x="311675" y="45885"/>
                    </a:lnTo>
                    <a:lnTo>
                      <a:pt x="304843" y="44573"/>
                    </a:lnTo>
                    <a:lnTo>
                      <a:pt x="300939" y="42823"/>
                    </a:lnTo>
                    <a:lnTo>
                      <a:pt x="295420" y="41242"/>
                    </a:lnTo>
                    <a:lnTo>
                      <a:pt x="293838" y="42823"/>
                    </a:lnTo>
                    <a:cubicBezTo>
                      <a:pt x="293838" y="42823"/>
                      <a:pt x="291381" y="43967"/>
                      <a:pt x="290809" y="44135"/>
                    </a:cubicBezTo>
                    <a:cubicBezTo>
                      <a:pt x="290237" y="44270"/>
                      <a:pt x="285155" y="44135"/>
                      <a:pt x="285155" y="44135"/>
                    </a:cubicBezTo>
                    <a:lnTo>
                      <a:pt x="284280" y="42823"/>
                    </a:lnTo>
                    <a:lnTo>
                      <a:pt x="275597" y="42823"/>
                    </a:lnTo>
                    <a:lnTo>
                      <a:pt x="268227" y="42823"/>
                    </a:lnTo>
                    <a:lnTo>
                      <a:pt x="266342" y="43900"/>
                    </a:lnTo>
                    <a:lnTo>
                      <a:pt x="262270" y="44976"/>
                    </a:lnTo>
                    <a:lnTo>
                      <a:pt x="260688" y="45851"/>
                    </a:lnTo>
                    <a:lnTo>
                      <a:pt x="259982" y="47432"/>
                    </a:lnTo>
                    <a:lnTo>
                      <a:pt x="262136" y="49013"/>
                    </a:lnTo>
                    <a:lnTo>
                      <a:pt x="262573" y="54093"/>
                    </a:lnTo>
                    <a:lnTo>
                      <a:pt x="262573" y="56548"/>
                    </a:lnTo>
                    <a:lnTo>
                      <a:pt x="262573" y="59307"/>
                    </a:lnTo>
                    <a:lnTo>
                      <a:pt x="262573" y="61493"/>
                    </a:lnTo>
                    <a:lnTo>
                      <a:pt x="261866" y="64083"/>
                    </a:lnTo>
                    <a:lnTo>
                      <a:pt x="259982" y="65227"/>
                    </a:lnTo>
                    <a:lnTo>
                      <a:pt x="258972" y="67986"/>
                    </a:lnTo>
                    <a:lnTo>
                      <a:pt x="260116" y="69870"/>
                    </a:lnTo>
                    <a:lnTo>
                      <a:pt x="263886" y="72460"/>
                    </a:lnTo>
                    <a:lnTo>
                      <a:pt x="265333" y="75656"/>
                    </a:lnTo>
                    <a:lnTo>
                      <a:pt x="265198" y="77842"/>
                    </a:lnTo>
                    <a:lnTo>
                      <a:pt x="265064" y="79289"/>
                    </a:lnTo>
                    <a:lnTo>
                      <a:pt x="263919" y="80601"/>
                    </a:lnTo>
                    <a:lnTo>
                      <a:pt x="263482" y="82754"/>
                    </a:lnTo>
                    <a:lnTo>
                      <a:pt x="261159" y="82754"/>
                    </a:lnTo>
                    <a:lnTo>
                      <a:pt x="258400" y="83628"/>
                    </a:lnTo>
                    <a:lnTo>
                      <a:pt x="254496" y="85815"/>
                    </a:lnTo>
                    <a:lnTo>
                      <a:pt x="251467" y="87396"/>
                    </a:lnTo>
                    <a:lnTo>
                      <a:pt x="247832" y="91029"/>
                    </a:lnTo>
                    <a:lnTo>
                      <a:pt x="244635" y="94225"/>
                    </a:lnTo>
                    <a:lnTo>
                      <a:pt x="242751" y="97252"/>
                    </a:lnTo>
                    <a:lnTo>
                      <a:pt x="241606" y="100280"/>
                    </a:lnTo>
                    <a:lnTo>
                      <a:pt x="242178" y="103913"/>
                    </a:lnTo>
                    <a:lnTo>
                      <a:pt x="243491" y="106671"/>
                    </a:lnTo>
                    <a:lnTo>
                      <a:pt x="245376" y="109564"/>
                    </a:lnTo>
                    <a:lnTo>
                      <a:pt x="251164" y="114038"/>
                    </a:lnTo>
                    <a:lnTo>
                      <a:pt x="251736" y="119118"/>
                    </a:lnTo>
                    <a:lnTo>
                      <a:pt x="251433" y="124197"/>
                    </a:lnTo>
                    <a:lnTo>
                      <a:pt x="253621" y="130286"/>
                    </a:lnTo>
                    <a:lnTo>
                      <a:pt x="255506" y="135501"/>
                    </a:lnTo>
                    <a:lnTo>
                      <a:pt x="252611" y="141152"/>
                    </a:lnTo>
                    <a:lnTo>
                      <a:pt x="247092" y="143170"/>
                    </a:lnTo>
                    <a:lnTo>
                      <a:pt x="241303" y="144751"/>
                    </a:lnTo>
                    <a:lnTo>
                      <a:pt x="235649" y="149226"/>
                    </a:lnTo>
                    <a:lnTo>
                      <a:pt x="235212" y="154877"/>
                    </a:lnTo>
                    <a:cubicBezTo>
                      <a:pt x="235212" y="154877"/>
                      <a:pt x="237803" y="162849"/>
                      <a:pt x="237803" y="163421"/>
                    </a:cubicBezTo>
                    <a:cubicBezTo>
                      <a:pt x="237803" y="163993"/>
                      <a:pt x="239116" y="167054"/>
                      <a:pt x="239116" y="167054"/>
                    </a:cubicBezTo>
                    <a:cubicBezTo>
                      <a:pt x="239116" y="167054"/>
                      <a:pt x="243895" y="172841"/>
                      <a:pt x="244770" y="174455"/>
                    </a:cubicBezTo>
                    <a:cubicBezTo>
                      <a:pt x="245645" y="176036"/>
                      <a:pt x="244635" y="178795"/>
                      <a:pt x="244635" y="178795"/>
                    </a:cubicBezTo>
                    <a:cubicBezTo>
                      <a:pt x="244635" y="178795"/>
                      <a:pt x="243626" y="179804"/>
                      <a:pt x="242010" y="180107"/>
                    </a:cubicBezTo>
                    <a:cubicBezTo>
                      <a:pt x="240428" y="180410"/>
                      <a:pt x="236928" y="182428"/>
                      <a:pt x="236221" y="182428"/>
                    </a:cubicBezTo>
                    <a:cubicBezTo>
                      <a:pt x="235481" y="182428"/>
                      <a:pt x="229120" y="187776"/>
                      <a:pt x="229120" y="187776"/>
                    </a:cubicBezTo>
                    <a:lnTo>
                      <a:pt x="226226" y="186464"/>
                    </a:lnTo>
                    <a:cubicBezTo>
                      <a:pt x="226226" y="186464"/>
                      <a:pt x="222322" y="186330"/>
                      <a:pt x="220707" y="186464"/>
                    </a:cubicBezTo>
                    <a:cubicBezTo>
                      <a:pt x="219125" y="186599"/>
                      <a:pt x="213740" y="190938"/>
                      <a:pt x="212899" y="191241"/>
                    </a:cubicBezTo>
                    <a:cubicBezTo>
                      <a:pt x="212024" y="191544"/>
                      <a:pt x="209399" y="198474"/>
                      <a:pt x="209399" y="198474"/>
                    </a:cubicBezTo>
                    <a:lnTo>
                      <a:pt x="216062" y="203823"/>
                    </a:lnTo>
                    <a:lnTo>
                      <a:pt x="217947" y="207590"/>
                    </a:lnTo>
                    <a:cubicBezTo>
                      <a:pt x="217947" y="207590"/>
                      <a:pt x="216365" y="212670"/>
                      <a:pt x="215625" y="212670"/>
                    </a:cubicBezTo>
                    <a:cubicBezTo>
                      <a:pt x="214918" y="212670"/>
                      <a:pt x="213303" y="215428"/>
                      <a:pt x="212159" y="215698"/>
                    </a:cubicBezTo>
                    <a:cubicBezTo>
                      <a:pt x="211014" y="216000"/>
                      <a:pt x="208389" y="216841"/>
                      <a:pt x="208389" y="216841"/>
                    </a:cubicBezTo>
                    <a:lnTo>
                      <a:pt x="204048" y="217547"/>
                    </a:lnTo>
                    <a:cubicBezTo>
                      <a:pt x="204048" y="217547"/>
                      <a:pt x="198831" y="221181"/>
                      <a:pt x="198091" y="221181"/>
                    </a:cubicBezTo>
                    <a:cubicBezTo>
                      <a:pt x="197351" y="221181"/>
                      <a:pt x="194894" y="225823"/>
                      <a:pt x="193749" y="226260"/>
                    </a:cubicBezTo>
                    <a:cubicBezTo>
                      <a:pt x="192571" y="226697"/>
                      <a:pt x="192740" y="227269"/>
                      <a:pt x="192740" y="227269"/>
                    </a:cubicBezTo>
                    <a:lnTo>
                      <a:pt x="187826" y="229591"/>
                    </a:lnTo>
                    <a:lnTo>
                      <a:pt x="187826" y="234367"/>
                    </a:lnTo>
                    <a:lnTo>
                      <a:pt x="187557" y="238438"/>
                    </a:lnTo>
                    <a:cubicBezTo>
                      <a:pt x="187557" y="238438"/>
                      <a:pt x="188432" y="245670"/>
                      <a:pt x="188264" y="246107"/>
                    </a:cubicBezTo>
                    <a:cubicBezTo>
                      <a:pt x="188129" y="246545"/>
                      <a:pt x="187826" y="248429"/>
                      <a:pt x="187254" y="248731"/>
                    </a:cubicBezTo>
                    <a:cubicBezTo>
                      <a:pt x="186682" y="249034"/>
                      <a:pt x="185235" y="251322"/>
                      <a:pt x="184360" y="252364"/>
                    </a:cubicBezTo>
                    <a:cubicBezTo>
                      <a:pt x="183485" y="253374"/>
                      <a:pt x="184360" y="254988"/>
                      <a:pt x="184360" y="255998"/>
                    </a:cubicBezTo>
                    <a:cubicBezTo>
                      <a:pt x="184360" y="257007"/>
                      <a:pt x="186817" y="259328"/>
                      <a:pt x="186817" y="259328"/>
                    </a:cubicBezTo>
                    <a:cubicBezTo>
                      <a:pt x="186817" y="259328"/>
                      <a:pt x="188398" y="261784"/>
                      <a:pt x="188398" y="262221"/>
                    </a:cubicBezTo>
                    <a:cubicBezTo>
                      <a:pt x="188398" y="262658"/>
                      <a:pt x="188836" y="268579"/>
                      <a:pt x="188836" y="269756"/>
                    </a:cubicBezTo>
                    <a:cubicBezTo>
                      <a:pt x="188836" y="270900"/>
                      <a:pt x="190418" y="273827"/>
                      <a:pt x="190418" y="274264"/>
                    </a:cubicBezTo>
                    <a:cubicBezTo>
                      <a:pt x="190418" y="274701"/>
                      <a:pt x="193043" y="278335"/>
                      <a:pt x="193043" y="278335"/>
                    </a:cubicBezTo>
                    <a:lnTo>
                      <a:pt x="192302" y="287013"/>
                    </a:lnTo>
                    <a:lnTo>
                      <a:pt x="185504" y="293539"/>
                    </a:lnTo>
                    <a:lnTo>
                      <a:pt x="184629" y="299056"/>
                    </a:lnTo>
                    <a:lnTo>
                      <a:pt x="182172" y="302252"/>
                    </a:lnTo>
                    <a:lnTo>
                      <a:pt x="179850" y="304573"/>
                    </a:lnTo>
                    <a:lnTo>
                      <a:pt x="175509" y="307903"/>
                    </a:lnTo>
                    <a:lnTo>
                      <a:pt x="175071" y="310090"/>
                    </a:lnTo>
                    <a:lnTo>
                      <a:pt x="172009" y="312849"/>
                    </a:lnTo>
                    <a:cubicBezTo>
                      <a:pt x="172009" y="312849"/>
                      <a:pt x="171133" y="313420"/>
                      <a:pt x="169989" y="314026"/>
                    </a:cubicBezTo>
                    <a:cubicBezTo>
                      <a:pt x="168845" y="314598"/>
                      <a:pt x="167532" y="314732"/>
                      <a:pt x="167532" y="314732"/>
                    </a:cubicBezTo>
                    <a:cubicBezTo>
                      <a:pt x="167532" y="314732"/>
                      <a:pt x="164773" y="316044"/>
                      <a:pt x="163023" y="316482"/>
                    </a:cubicBezTo>
                    <a:cubicBezTo>
                      <a:pt x="161273" y="316919"/>
                      <a:pt x="159994" y="318063"/>
                      <a:pt x="159994" y="318063"/>
                    </a:cubicBezTo>
                    <a:lnTo>
                      <a:pt x="157672" y="318937"/>
                    </a:lnTo>
                    <a:lnTo>
                      <a:pt x="156662" y="321999"/>
                    </a:lnTo>
                    <a:lnTo>
                      <a:pt x="155215" y="323580"/>
                    </a:lnTo>
                    <a:lnTo>
                      <a:pt x="152893" y="326204"/>
                    </a:lnTo>
                    <a:cubicBezTo>
                      <a:pt x="152893" y="326204"/>
                      <a:pt x="149426" y="327347"/>
                      <a:pt x="148820" y="327347"/>
                    </a:cubicBezTo>
                    <a:cubicBezTo>
                      <a:pt x="148248" y="327347"/>
                      <a:pt x="144042" y="328054"/>
                      <a:pt x="143604" y="328222"/>
                    </a:cubicBezTo>
                    <a:cubicBezTo>
                      <a:pt x="143167" y="328357"/>
                      <a:pt x="139700" y="331115"/>
                      <a:pt x="139700" y="331115"/>
                    </a:cubicBezTo>
                    <a:lnTo>
                      <a:pt x="133609" y="332730"/>
                    </a:lnTo>
                    <a:lnTo>
                      <a:pt x="127652" y="334748"/>
                    </a:lnTo>
                    <a:lnTo>
                      <a:pt x="123883" y="339390"/>
                    </a:lnTo>
                    <a:lnTo>
                      <a:pt x="120988" y="347060"/>
                    </a:lnTo>
                    <a:lnTo>
                      <a:pt x="118969" y="348809"/>
                    </a:lnTo>
                    <a:lnTo>
                      <a:pt x="118834" y="352846"/>
                    </a:lnTo>
                    <a:cubicBezTo>
                      <a:pt x="118834" y="352846"/>
                      <a:pt x="122301" y="359372"/>
                      <a:pt x="122469" y="359944"/>
                    </a:cubicBezTo>
                    <a:cubicBezTo>
                      <a:pt x="122604" y="360516"/>
                      <a:pt x="123916" y="364587"/>
                      <a:pt x="123916" y="364587"/>
                    </a:cubicBezTo>
                    <a:lnTo>
                      <a:pt x="122604" y="367042"/>
                    </a:lnTo>
                    <a:lnTo>
                      <a:pt x="119575" y="366470"/>
                    </a:lnTo>
                    <a:cubicBezTo>
                      <a:pt x="119575" y="366470"/>
                      <a:pt x="116512" y="365158"/>
                      <a:pt x="114796" y="365024"/>
                    </a:cubicBezTo>
                    <a:cubicBezTo>
                      <a:pt x="113046" y="364889"/>
                      <a:pt x="112036" y="365024"/>
                      <a:pt x="111464" y="365024"/>
                    </a:cubicBezTo>
                    <a:cubicBezTo>
                      <a:pt x="110892" y="365024"/>
                      <a:pt x="108704" y="367210"/>
                      <a:pt x="108704" y="367210"/>
                    </a:cubicBezTo>
                    <a:lnTo>
                      <a:pt x="108839" y="371685"/>
                    </a:lnTo>
                    <a:lnTo>
                      <a:pt x="115065" y="375755"/>
                    </a:lnTo>
                    <a:lnTo>
                      <a:pt x="111430" y="377638"/>
                    </a:lnTo>
                    <a:lnTo>
                      <a:pt x="107089" y="379388"/>
                    </a:lnTo>
                    <a:lnTo>
                      <a:pt x="99416" y="382146"/>
                    </a:lnTo>
                    <a:lnTo>
                      <a:pt x="97262" y="385342"/>
                    </a:lnTo>
                    <a:lnTo>
                      <a:pt x="90733" y="384030"/>
                    </a:lnTo>
                    <a:lnTo>
                      <a:pt x="84944" y="379825"/>
                    </a:lnTo>
                    <a:lnTo>
                      <a:pt x="78718" y="379522"/>
                    </a:lnTo>
                    <a:lnTo>
                      <a:pt x="75386" y="381709"/>
                    </a:lnTo>
                    <a:cubicBezTo>
                      <a:pt x="75386" y="381709"/>
                      <a:pt x="75521" y="386789"/>
                      <a:pt x="75521" y="387495"/>
                    </a:cubicBezTo>
                    <a:cubicBezTo>
                      <a:pt x="75521" y="388201"/>
                      <a:pt x="79290" y="394593"/>
                      <a:pt x="79290" y="394593"/>
                    </a:cubicBezTo>
                    <a:lnTo>
                      <a:pt x="85516" y="401691"/>
                    </a:lnTo>
                    <a:lnTo>
                      <a:pt x="84944" y="407780"/>
                    </a:lnTo>
                    <a:lnTo>
                      <a:pt x="79593" y="410235"/>
                    </a:lnTo>
                    <a:lnTo>
                      <a:pt x="72054" y="409663"/>
                    </a:lnTo>
                    <a:cubicBezTo>
                      <a:pt x="72054" y="409663"/>
                      <a:pt x="65256" y="410807"/>
                      <a:pt x="64651" y="410807"/>
                    </a:cubicBezTo>
                    <a:cubicBezTo>
                      <a:pt x="64078" y="410807"/>
                      <a:pt x="57246" y="412119"/>
                      <a:pt x="57246" y="412119"/>
                    </a:cubicBezTo>
                    <a:lnTo>
                      <a:pt x="50145" y="413431"/>
                    </a:lnTo>
                    <a:lnTo>
                      <a:pt x="44626" y="413566"/>
                    </a:lnTo>
                    <a:lnTo>
                      <a:pt x="38400" y="415012"/>
                    </a:lnTo>
                    <a:lnTo>
                      <a:pt x="34058" y="417636"/>
                    </a:lnTo>
                    <a:lnTo>
                      <a:pt x="31029" y="422985"/>
                    </a:lnTo>
                    <a:lnTo>
                      <a:pt x="34058" y="426887"/>
                    </a:lnTo>
                    <a:lnTo>
                      <a:pt x="35203" y="432404"/>
                    </a:lnTo>
                    <a:lnTo>
                      <a:pt x="31871" y="439199"/>
                    </a:lnTo>
                    <a:lnTo>
                      <a:pt x="23457" y="440948"/>
                    </a:lnTo>
                    <a:cubicBezTo>
                      <a:pt x="23457" y="440948"/>
                      <a:pt x="17669" y="440948"/>
                      <a:pt x="17097" y="440948"/>
                    </a:cubicBezTo>
                    <a:cubicBezTo>
                      <a:pt x="16524" y="440948"/>
                      <a:pt x="12890" y="443034"/>
                      <a:pt x="12890" y="443034"/>
                    </a:cubicBezTo>
                    <a:lnTo>
                      <a:pt x="9995" y="446734"/>
                    </a:lnTo>
                    <a:lnTo>
                      <a:pt x="7539" y="451377"/>
                    </a:lnTo>
                    <a:lnTo>
                      <a:pt x="5957" y="454270"/>
                    </a:lnTo>
                    <a:lnTo>
                      <a:pt x="4947" y="457163"/>
                    </a:lnTo>
                    <a:lnTo>
                      <a:pt x="7404" y="460055"/>
                    </a:lnTo>
                    <a:lnTo>
                      <a:pt x="11308" y="461805"/>
                    </a:lnTo>
                    <a:lnTo>
                      <a:pt x="13933" y="461805"/>
                    </a:lnTo>
                    <a:lnTo>
                      <a:pt x="20462" y="463554"/>
                    </a:lnTo>
                    <a:lnTo>
                      <a:pt x="23928" y="464563"/>
                    </a:lnTo>
                    <a:lnTo>
                      <a:pt x="25813" y="468634"/>
                    </a:lnTo>
                    <a:lnTo>
                      <a:pt x="28001" y="470955"/>
                    </a:lnTo>
                    <a:lnTo>
                      <a:pt x="27429" y="474151"/>
                    </a:lnTo>
                    <a:lnTo>
                      <a:pt x="23222" y="475732"/>
                    </a:lnTo>
                    <a:lnTo>
                      <a:pt x="20630" y="476875"/>
                    </a:lnTo>
                    <a:lnTo>
                      <a:pt x="15111" y="479062"/>
                    </a:lnTo>
                    <a:lnTo>
                      <a:pt x="11039" y="482392"/>
                    </a:lnTo>
                    <a:lnTo>
                      <a:pt x="7842" y="485588"/>
                    </a:lnTo>
                    <a:lnTo>
                      <a:pt x="6394" y="491239"/>
                    </a:lnTo>
                    <a:lnTo>
                      <a:pt x="4072" y="497026"/>
                    </a:lnTo>
                    <a:lnTo>
                      <a:pt x="2760" y="503417"/>
                    </a:lnTo>
                    <a:lnTo>
                      <a:pt x="1885" y="509943"/>
                    </a:lnTo>
                    <a:lnTo>
                      <a:pt x="2019" y="516167"/>
                    </a:lnTo>
                    <a:lnTo>
                      <a:pt x="0" y="525283"/>
                    </a:lnTo>
                    <a:lnTo>
                      <a:pt x="0" y="530800"/>
                    </a:lnTo>
                    <a:lnTo>
                      <a:pt x="1649" y="535879"/>
                    </a:lnTo>
                    <a:lnTo>
                      <a:pt x="4476" y="538772"/>
                    </a:lnTo>
                    <a:lnTo>
                      <a:pt x="7101" y="543247"/>
                    </a:lnTo>
                    <a:lnTo>
                      <a:pt x="8111" y="548764"/>
                    </a:lnTo>
                    <a:lnTo>
                      <a:pt x="12149" y="549033"/>
                    </a:lnTo>
                    <a:lnTo>
                      <a:pt x="17500" y="550042"/>
                    </a:lnTo>
                    <a:lnTo>
                      <a:pt x="18241" y="552800"/>
                    </a:lnTo>
                    <a:cubicBezTo>
                      <a:pt x="18241" y="552800"/>
                      <a:pt x="15178" y="553405"/>
                      <a:pt x="14606" y="553675"/>
                    </a:cubicBezTo>
                    <a:cubicBezTo>
                      <a:pt x="14034" y="553977"/>
                      <a:pt x="11577" y="555693"/>
                      <a:pt x="11577" y="555693"/>
                    </a:cubicBezTo>
                    <a:lnTo>
                      <a:pt x="8683" y="558149"/>
                    </a:lnTo>
                    <a:lnTo>
                      <a:pt x="8111" y="560167"/>
                    </a:lnTo>
                    <a:lnTo>
                      <a:pt x="12149" y="562926"/>
                    </a:lnTo>
                    <a:lnTo>
                      <a:pt x="14034" y="568005"/>
                    </a:lnTo>
                    <a:cubicBezTo>
                      <a:pt x="14034" y="568005"/>
                      <a:pt x="16053" y="571773"/>
                      <a:pt x="16625" y="572782"/>
                    </a:cubicBezTo>
                    <a:cubicBezTo>
                      <a:pt x="17231" y="573791"/>
                      <a:pt x="17366" y="574363"/>
                      <a:pt x="17366" y="574363"/>
                    </a:cubicBezTo>
                    <a:lnTo>
                      <a:pt x="20428" y="576819"/>
                    </a:lnTo>
                    <a:lnTo>
                      <a:pt x="23188" y="578568"/>
                    </a:lnTo>
                    <a:lnTo>
                      <a:pt x="24500" y="578434"/>
                    </a:lnTo>
                    <a:cubicBezTo>
                      <a:pt x="24500" y="578434"/>
                      <a:pt x="26520" y="576415"/>
                      <a:pt x="26654" y="575978"/>
                    </a:cubicBezTo>
                    <a:cubicBezTo>
                      <a:pt x="26789" y="575541"/>
                      <a:pt x="28404" y="573960"/>
                      <a:pt x="28404" y="573960"/>
                    </a:cubicBezTo>
                    <a:lnTo>
                      <a:pt x="31029" y="577155"/>
                    </a:lnTo>
                    <a:lnTo>
                      <a:pt x="33924" y="579611"/>
                    </a:lnTo>
                    <a:lnTo>
                      <a:pt x="34664" y="580620"/>
                    </a:lnTo>
                    <a:lnTo>
                      <a:pt x="37558" y="583379"/>
                    </a:lnTo>
                    <a:lnTo>
                      <a:pt x="37693" y="585700"/>
                    </a:lnTo>
                    <a:lnTo>
                      <a:pt x="37121" y="587752"/>
                    </a:lnTo>
                    <a:cubicBezTo>
                      <a:pt x="37121" y="587752"/>
                      <a:pt x="34664" y="589333"/>
                      <a:pt x="34092" y="589333"/>
                    </a:cubicBezTo>
                    <a:cubicBezTo>
                      <a:pt x="33520" y="589333"/>
                      <a:pt x="31904" y="588593"/>
                      <a:pt x="31904" y="588593"/>
                    </a:cubicBezTo>
                    <a:lnTo>
                      <a:pt x="29145" y="586271"/>
                    </a:lnTo>
                    <a:lnTo>
                      <a:pt x="25510" y="586137"/>
                    </a:lnTo>
                    <a:lnTo>
                      <a:pt x="24063" y="587012"/>
                    </a:lnTo>
                    <a:lnTo>
                      <a:pt x="22616" y="589635"/>
                    </a:lnTo>
                    <a:lnTo>
                      <a:pt x="22616" y="592663"/>
                    </a:lnTo>
                    <a:cubicBezTo>
                      <a:pt x="22616" y="592663"/>
                      <a:pt x="23592" y="598617"/>
                      <a:pt x="23154" y="600468"/>
                    </a:cubicBezTo>
                    <a:cubicBezTo>
                      <a:pt x="22717" y="602351"/>
                      <a:pt x="23491" y="602351"/>
                      <a:pt x="23491" y="602351"/>
                    </a:cubicBezTo>
                    <a:lnTo>
                      <a:pt x="27126" y="603966"/>
                    </a:lnTo>
                    <a:cubicBezTo>
                      <a:pt x="27126" y="603966"/>
                      <a:pt x="28842" y="603226"/>
                      <a:pt x="29313" y="603226"/>
                    </a:cubicBezTo>
                    <a:cubicBezTo>
                      <a:pt x="29751" y="603226"/>
                      <a:pt x="32948" y="600165"/>
                      <a:pt x="33217" y="599761"/>
                    </a:cubicBezTo>
                    <a:cubicBezTo>
                      <a:pt x="33520" y="599324"/>
                      <a:pt x="39174" y="599189"/>
                      <a:pt x="39174" y="599189"/>
                    </a:cubicBezTo>
                    <a:lnTo>
                      <a:pt x="42943" y="599189"/>
                    </a:lnTo>
                    <a:lnTo>
                      <a:pt x="45972" y="600501"/>
                    </a:lnTo>
                    <a:lnTo>
                      <a:pt x="46713" y="601073"/>
                    </a:lnTo>
                    <a:cubicBezTo>
                      <a:pt x="46713" y="601073"/>
                      <a:pt x="50482" y="603966"/>
                      <a:pt x="51054" y="603832"/>
                    </a:cubicBezTo>
                    <a:cubicBezTo>
                      <a:pt x="51626" y="603697"/>
                      <a:pt x="53948" y="604269"/>
                      <a:pt x="54520" y="603832"/>
                    </a:cubicBezTo>
                    <a:cubicBezTo>
                      <a:pt x="55093" y="603394"/>
                      <a:pt x="58020" y="601645"/>
                      <a:pt x="58020" y="601645"/>
                    </a:cubicBezTo>
                    <a:lnTo>
                      <a:pt x="62497" y="600064"/>
                    </a:lnTo>
                    <a:cubicBezTo>
                      <a:pt x="62497" y="600064"/>
                      <a:pt x="68857" y="598752"/>
                      <a:pt x="69463" y="598752"/>
                    </a:cubicBezTo>
                    <a:cubicBezTo>
                      <a:pt x="70035" y="598752"/>
                      <a:pt x="74107" y="597743"/>
                      <a:pt x="74680" y="597440"/>
                    </a:cubicBezTo>
                    <a:cubicBezTo>
                      <a:pt x="75252" y="597137"/>
                      <a:pt x="78449" y="594412"/>
                      <a:pt x="78449" y="594412"/>
                    </a:cubicBezTo>
                    <a:lnTo>
                      <a:pt x="83531" y="592528"/>
                    </a:lnTo>
                    <a:cubicBezTo>
                      <a:pt x="83531" y="592528"/>
                      <a:pt x="86862" y="588323"/>
                      <a:pt x="87165" y="587886"/>
                    </a:cubicBezTo>
                    <a:cubicBezTo>
                      <a:pt x="87468" y="587449"/>
                      <a:pt x="89622" y="581966"/>
                      <a:pt x="89622" y="581966"/>
                    </a:cubicBezTo>
                    <a:lnTo>
                      <a:pt x="90935" y="577761"/>
                    </a:lnTo>
                    <a:lnTo>
                      <a:pt x="93391" y="572109"/>
                    </a:lnTo>
                    <a:lnTo>
                      <a:pt x="91069" y="568342"/>
                    </a:lnTo>
                    <a:lnTo>
                      <a:pt x="87738" y="563868"/>
                    </a:lnTo>
                    <a:lnTo>
                      <a:pt x="86156" y="559393"/>
                    </a:lnTo>
                    <a:lnTo>
                      <a:pt x="84406" y="557947"/>
                    </a:lnTo>
                    <a:lnTo>
                      <a:pt x="81074" y="559393"/>
                    </a:lnTo>
                    <a:lnTo>
                      <a:pt x="79189" y="556938"/>
                    </a:lnTo>
                    <a:lnTo>
                      <a:pt x="77742" y="554347"/>
                    </a:lnTo>
                    <a:lnTo>
                      <a:pt x="76867" y="554617"/>
                    </a:lnTo>
                    <a:lnTo>
                      <a:pt x="73973" y="555760"/>
                    </a:lnTo>
                    <a:lnTo>
                      <a:pt x="71078" y="555760"/>
                    </a:lnTo>
                    <a:lnTo>
                      <a:pt x="70069" y="552935"/>
                    </a:lnTo>
                    <a:lnTo>
                      <a:pt x="69328" y="550681"/>
                    </a:lnTo>
                    <a:lnTo>
                      <a:pt x="70473" y="547048"/>
                    </a:lnTo>
                    <a:lnTo>
                      <a:pt x="72223" y="547048"/>
                    </a:lnTo>
                    <a:lnTo>
                      <a:pt x="75992" y="547048"/>
                    </a:lnTo>
                    <a:lnTo>
                      <a:pt x="77574" y="545736"/>
                    </a:lnTo>
                    <a:lnTo>
                      <a:pt x="77002" y="543549"/>
                    </a:lnTo>
                    <a:lnTo>
                      <a:pt x="76564" y="540084"/>
                    </a:lnTo>
                    <a:lnTo>
                      <a:pt x="74982" y="538201"/>
                    </a:lnTo>
                    <a:lnTo>
                      <a:pt x="72660" y="535005"/>
                    </a:lnTo>
                    <a:lnTo>
                      <a:pt x="71482" y="534197"/>
                    </a:lnTo>
                    <a:cubicBezTo>
                      <a:pt x="71482" y="534197"/>
                      <a:pt x="68723" y="533996"/>
                      <a:pt x="67578" y="534130"/>
                    </a:cubicBezTo>
                    <a:cubicBezTo>
                      <a:pt x="66434" y="534265"/>
                      <a:pt x="63102" y="534130"/>
                      <a:pt x="63102" y="534130"/>
                    </a:cubicBezTo>
                    <a:lnTo>
                      <a:pt x="59905" y="531506"/>
                    </a:lnTo>
                    <a:lnTo>
                      <a:pt x="56439" y="528613"/>
                    </a:lnTo>
                    <a:cubicBezTo>
                      <a:pt x="56439" y="528613"/>
                      <a:pt x="54117" y="525990"/>
                      <a:pt x="53847" y="525417"/>
                    </a:cubicBezTo>
                    <a:cubicBezTo>
                      <a:pt x="53544" y="524845"/>
                      <a:pt x="52838" y="522659"/>
                      <a:pt x="52838" y="522659"/>
                    </a:cubicBezTo>
                    <a:lnTo>
                      <a:pt x="52265" y="521785"/>
                    </a:lnTo>
                    <a:lnTo>
                      <a:pt x="52265" y="518892"/>
                    </a:lnTo>
                    <a:lnTo>
                      <a:pt x="52703" y="517008"/>
                    </a:lnTo>
                    <a:lnTo>
                      <a:pt x="55025" y="514115"/>
                    </a:lnTo>
                    <a:lnTo>
                      <a:pt x="58054" y="511356"/>
                    </a:lnTo>
                    <a:lnTo>
                      <a:pt x="61958" y="509910"/>
                    </a:lnTo>
                    <a:cubicBezTo>
                      <a:pt x="61958" y="509910"/>
                      <a:pt x="66030" y="508766"/>
                      <a:pt x="68487" y="508329"/>
                    </a:cubicBezTo>
                    <a:cubicBezTo>
                      <a:pt x="70944" y="507891"/>
                      <a:pt x="68622" y="511524"/>
                      <a:pt x="68622" y="511524"/>
                    </a:cubicBezTo>
                    <a:cubicBezTo>
                      <a:pt x="68622" y="511524"/>
                      <a:pt x="65290" y="515292"/>
                      <a:pt x="64852" y="515595"/>
                    </a:cubicBezTo>
                    <a:cubicBezTo>
                      <a:pt x="64415" y="515898"/>
                      <a:pt x="67006" y="517479"/>
                      <a:pt x="67006" y="517479"/>
                    </a:cubicBezTo>
                    <a:lnTo>
                      <a:pt x="71785" y="517479"/>
                    </a:lnTo>
                    <a:lnTo>
                      <a:pt x="74545" y="516335"/>
                    </a:lnTo>
                    <a:lnTo>
                      <a:pt x="77742" y="515460"/>
                    </a:lnTo>
                    <a:lnTo>
                      <a:pt x="82252" y="518051"/>
                    </a:lnTo>
                    <a:lnTo>
                      <a:pt x="85718" y="520944"/>
                    </a:lnTo>
                    <a:lnTo>
                      <a:pt x="91372" y="522659"/>
                    </a:lnTo>
                    <a:lnTo>
                      <a:pt x="95714" y="522659"/>
                    </a:lnTo>
                    <a:lnTo>
                      <a:pt x="96016" y="519463"/>
                    </a:lnTo>
                    <a:lnTo>
                      <a:pt x="96891" y="516570"/>
                    </a:lnTo>
                    <a:lnTo>
                      <a:pt x="97026" y="513946"/>
                    </a:lnTo>
                    <a:lnTo>
                      <a:pt x="96319" y="511928"/>
                    </a:lnTo>
                    <a:lnTo>
                      <a:pt x="94267" y="510179"/>
                    </a:lnTo>
                    <a:cubicBezTo>
                      <a:pt x="94267" y="510179"/>
                      <a:pt x="91944" y="508867"/>
                      <a:pt x="91675" y="508295"/>
                    </a:cubicBezTo>
                    <a:cubicBezTo>
                      <a:pt x="91372" y="507723"/>
                      <a:pt x="90531" y="508160"/>
                      <a:pt x="89050" y="507151"/>
                    </a:cubicBezTo>
                    <a:cubicBezTo>
                      <a:pt x="87603" y="506142"/>
                      <a:pt x="86021" y="504830"/>
                      <a:pt x="85415" y="504527"/>
                    </a:cubicBezTo>
                    <a:cubicBezTo>
                      <a:pt x="84843" y="504258"/>
                      <a:pt x="83396" y="503383"/>
                      <a:pt x="83396" y="503383"/>
                    </a:cubicBezTo>
                    <a:lnTo>
                      <a:pt x="79761" y="502206"/>
                    </a:lnTo>
                    <a:lnTo>
                      <a:pt x="80636" y="500760"/>
                    </a:lnTo>
                    <a:lnTo>
                      <a:pt x="81713" y="499448"/>
                    </a:lnTo>
                    <a:lnTo>
                      <a:pt x="81814" y="495680"/>
                    </a:lnTo>
                    <a:lnTo>
                      <a:pt x="81814" y="490331"/>
                    </a:lnTo>
                    <a:cubicBezTo>
                      <a:pt x="81814" y="490331"/>
                      <a:pt x="82184" y="487270"/>
                      <a:pt x="81882" y="486698"/>
                    </a:cubicBezTo>
                    <a:cubicBezTo>
                      <a:pt x="81579" y="486126"/>
                      <a:pt x="81814" y="481787"/>
                      <a:pt x="81814" y="481787"/>
                    </a:cubicBezTo>
                    <a:lnTo>
                      <a:pt x="81814" y="478322"/>
                    </a:lnTo>
                    <a:lnTo>
                      <a:pt x="84002" y="478457"/>
                    </a:lnTo>
                    <a:lnTo>
                      <a:pt x="87636" y="482090"/>
                    </a:lnTo>
                    <a:cubicBezTo>
                      <a:pt x="87636" y="482090"/>
                      <a:pt x="89959" y="485723"/>
                      <a:pt x="89959" y="486295"/>
                    </a:cubicBezTo>
                    <a:cubicBezTo>
                      <a:pt x="89959" y="486867"/>
                      <a:pt x="89521" y="491206"/>
                      <a:pt x="89084" y="491643"/>
                    </a:cubicBezTo>
                    <a:cubicBezTo>
                      <a:pt x="88646" y="492080"/>
                      <a:pt x="89252" y="494671"/>
                      <a:pt x="89084" y="495108"/>
                    </a:cubicBezTo>
                    <a:cubicBezTo>
                      <a:pt x="88949" y="495545"/>
                      <a:pt x="91271" y="497295"/>
                      <a:pt x="91271" y="497295"/>
                    </a:cubicBezTo>
                    <a:lnTo>
                      <a:pt x="94738" y="503653"/>
                    </a:lnTo>
                    <a:cubicBezTo>
                      <a:pt x="94738" y="503653"/>
                      <a:pt x="98372" y="505099"/>
                      <a:pt x="98945" y="505099"/>
                    </a:cubicBezTo>
                    <a:cubicBezTo>
                      <a:pt x="99517" y="505099"/>
                      <a:pt x="101267" y="504662"/>
                      <a:pt x="101267" y="504224"/>
                    </a:cubicBezTo>
                    <a:cubicBezTo>
                      <a:pt x="101267" y="503787"/>
                      <a:pt x="102848" y="502475"/>
                      <a:pt x="102848" y="502475"/>
                    </a:cubicBezTo>
                    <a:lnTo>
                      <a:pt x="104430" y="500894"/>
                    </a:lnTo>
                    <a:lnTo>
                      <a:pt x="104430" y="497429"/>
                    </a:lnTo>
                    <a:lnTo>
                      <a:pt x="104430" y="492215"/>
                    </a:lnTo>
                    <a:lnTo>
                      <a:pt x="104430" y="488750"/>
                    </a:lnTo>
                    <a:lnTo>
                      <a:pt x="104430" y="482662"/>
                    </a:lnTo>
                    <a:lnTo>
                      <a:pt x="107325" y="480206"/>
                    </a:lnTo>
                    <a:lnTo>
                      <a:pt x="108772" y="482662"/>
                    </a:lnTo>
                    <a:lnTo>
                      <a:pt x="113719" y="482662"/>
                    </a:lnTo>
                    <a:lnTo>
                      <a:pt x="115603" y="479634"/>
                    </a:lnTo>
                    <a:lnTo>
                      <a:pt x="116478" y="476741"/>
                    </a:lnTo>
                    <a:lnTo>
                      <a:pt x="118060" y="471964"/>
                    </a:lnTo>
                    <a:lnTo>
                      <a:pt x="124589" y="468499"/>
                    </a:lnTo>
                    <a:lnTo>
                      <a:pt x="133138" y="468768"/>
                    </a:lnTo>
                    <a:lnTo>
                      <a:pt x="139094" y="468768"/>
                    </a:lnTo>
                    <a:lnTo>
                      <a:pt x="144883" y="469273"/>
                    </a:lnTo>
                    <a:lnTo>
                      <a:pt x="149224" y="467019"/>
                    </a:lnTo>
                    <a:lnTo>
                      <a:pt x="156898" y="465270"/>
                    </a:lnTo>
                    <a:lnTo>
                      <a:pt x="160801" y="464260"/>
                    </a:lnTo>
                    <a:lnTo>
                      <a:pt x="164268" y="463117"/>
                    </a:lnTo>
                    <a:lnTo>
                      <a:pt x="163561" y="459214"/>
                    </a:lnTo>
                    <a:lnTo>
                      <a:pt x="163561" y="457903"/>
                    </a:lnTo>
                    <a:lnTo>
                      <a:pt x="167263" y="457331"/>
                    </a:lnTo>
                    <a:lnTo>
                      <a:pt x="169787" y="458643"/>
                    </a:lnTo>
                    <a:lnTo>
                      <a:pt x="170528" y="460964"/>
                    </a:lnTo>
                    <a:lnTo>
                      <a:pt x="170528" y="465034"/>
                    </a:lnTo>
                    <a:lnTo>
                      <a:pt x="171470" y="469677"/>
                    </a:lnTo>
                    <a:lnTo>
                      <a:pt x="175038" y="470686"/>
                    </a:lnTo>
                    <a:cubicBezTo>
                      <a:pt x="175038" y="470686"/>
                      <a:pt x="177057" y="467221"/>
                      <a:pt x="177225" y="466783"/>
                    </a:cubicBezTo>
                    <a:cubicBezTo>
                      <a:pt x="177360" y="466346"/>
                      <a:pt x="178235" y="464160"/>
                      <a:pt x="178235" y="464160"/>
                    </a:cubicBezTo>
                    <a:lnTo>
                      <a:pt x="181432" y="461838"/>
                    </a:lnTo>
                    <a:lnTo>
                      <a:pt x="186783" y="460089"/>
                    </a:lnTo>
                    <a:lnTo>
                      <a:pt x="188398" y="457331"/>
                    </a:lnTo>
                    <a:lnTo>
                      <a:pt x="189845" y="454135"/>
                    </a:lnTo>
                    <a:lnTo>
                      <a:pt x="190418" y="452520"/>
                    </a:lnTo>
                    <a:lnTo>
                      <a:pt x="195197" y="453967"/>
                    </a:lnTo>
                    <a:lnTo>
                      <a:pt x="200278" y="456423"/>
                    </a:lnTo>
                    <a:lnTo>
                      <a:pt x="206235" y="460022"/>
                    </a:lnTo>
                    <a:lnTo>
                      <a:pt x="210005" y="460022"/>
                    </a:lnTo>
                    <a:lnTo>
                      <a:pt x="217543" y="457196"/>
                    </a:lnTo>
                    <a:lnTo>
                      <a:pt x="218284" y="453664"/>
                    </a:lnTo>
                    <a:cubicBezTo>
                      <a:pt x="218284" y="453664"/>
                      <a:pt x="220740" y="451209"/>
                      <a:pt x="220740" y="450771"/>
                    </a:cubicBezTo>
                    <a:cubicBezTo>
                      <a:pt x="220740" y="450334"/>
                      <a:pt x="223063" y="447575"/>
                      <a:pt x="223063" y="447575"/>
                    </a:cubicBezTo>
                    <a:lnTo>
                      <a:pt x="225250" y="444380"/>
                    </a:lnTo>
                    <a:lnTo>
                      <a:pt x="224947" y="442799"/>
                    </a:lnTo>
                    <a:lnTo>
                      <a:pt x="223635" y="439165"/>
                    </a:lnTo>
                    <a:lnTo>
                      <a:pt x="219562" y="434389"/>
                    </a:lnTo>
                    <a:lnTo>
                      <a:pt x="217543" y="430049"/>
                    </a:lnTo>
                    <a:lnTo>
                      <a:pt x="220135" y="429747"/>
                    </a:lnTo>
                    <a:lnTo>
                      <a:pt x="223029" y="429443"/>
                    </a:lnTo>
                    <a:cubicBezTo>
                      <a:pt x="223029" y="429443"/>
                      <a:pt x="226226" y="429006"/>
                      <a:pt x="226664" y="428737"/>
                    </a:cubicBezTo>
                    <a:cubicBezTo>
                      <a:pt x="227101" y="428435"/>
                      <a:pt x="228111" y="427156"/>
                      <a:pt x="228111" y="427156"/>
                    </a:cubicBezTo>
                    <a:lnTo>
                      <a:pt x="232183" y="426282"/>
                    </a:lnTo>
                    <a:lnTo>
                      <a:pt x="234774" y="426416"/>
                    </a:lnTo>
                    <a:lnTo>
                      <a:pt x="236356" y="429006"/>
                    </a:lnTo>
                    <a:lnTo>
                      <a:pt x="234774" y="432908"/>
                    </a:lnTo>
                    <a:lnTo>
                      <a:pt x="234337" y="435230"/>
                    </a:lnTo>
                    <a:lnTo>
                      <a:pt x="234068" y="439435"/>
                    </a:lnTo>
                    <a:lnTo>
                      <a:pt x="233193" y="441756"/>
                    </a:lnTo>
                    <a:lnTo>
                      <a:pt x="233193" y="445086"/>
                    </a:lnTo>
                    <a:lnTo>
                      <a:pt x="234269" y="448988"/>
                    </a:lnTo>
                    <a:lnTo>
                      <a:pt x="236794" y="451612"/>
                    </a:lnTo>
                    <a:lnTo>
                      <a:pt x="241000" y="453631"/>
                    </a:lnTo>
                    <a:lnTo>
                      <a:pt x="245780" y="452756"/>
                    </a:lnTo>
                    <a:lnTo>
                      <a:pt x="247799" y="448686"/>
                    </a:lnTo>
                    <a:lnTo>
                      <a:pt x="251265" y="446230"/>
                    </a:lnTo>
                    <a:cubicBezTo>
                      <a:pt x="251265" y="446230"/>
                      <a:pt x="251568" y="441150"/>
                      <a:pt x="251837" y="440578"/>
                    </a:cubicBezTo>
                    <a:cubicBezTo>
                      <a:pt x="252107" y="440006"/>
                      <a:pt x="251703" y="434489"/>
                      <a:pt x="251703" y="434489"/>
                    </a:cubicBezTo>
                    <a:lnTo>
                      <a:pt x="251130" y="432303"/>
                    </a:lnTo>
                    <a:lnTo>
                      <a:pt x="247933" y="428266"/>
                    </a:lnTo>
                    <a:lnTo>
                      <a:pt x="244029" y="422918"/>
                    </a:lnTo>
                    <a:lnTo>
                      <a:pt x="246049" y="420025"/>
                    </a:lnTo>
                    <a:lnTo>
                      <a:pt x="249515" y="420159"/>
                    </a:lnTo>
                    <a:lnTo>
                      <a:pt x="253587" y="420025"/>
                    </a:lnTo>
                    <a:lnTo>
                      <a:pt x="255035" y="422043"/>
                    </a:lnTo>
                    <a:lnTo>
                      <a:pt x="262438" y="423355"/>
                    </a:lnTo>
                    <a:lnTo>
                      <a:pt x="266510" y="420159"/>
                    </a:lnTo>
                    <a:lnTo>
                      <a:pt x="269270" y="417973"/>
                    </a:lnTo>
                    <a:lnTo>
                      <a:pt x="273915" y="416829"/>
                    </a:lnTo>
                    <a:lnTo>
                      <a:pt x="274621" y="419587"/>
                    </a:lnTo>
                    <a:lnTo>
                      <a:pt x="273040" y="425508"/>
                    </a:lnTo>
                    <a:lnTo>
                      <a:pt x="271896" y="429410"/>
                    </a:lnTo>
                    <a:lnTo>
                      <a:pt x="272905" y="432875"/>
                    </a:lnTo>
                    <a:lnTo>
                      <a:pt x="277549" y="433884"/>
                    </a:lnTo>
                    <a:lnTo>
                      <a:pt x="283641" y="433884"/>
                    </a:lnTo>
                    <a:lnTo>
                      <a:pt x="287982" y="432875"/>
                    </a:lnTo>
                    <a:lnTo>
                      <a:pt x="290877" y="429242"/>
                    </a:lnTo>
                    <a:lnTo>
                      <a:pt x="293333" y="425037"/>
                    </a:lnTo>
                    <a:lnTo>
                      <a:pt x="294780" y="423456"/>
                    </a:lnTo>
                    <a:lnTo>
                      <a:pt x="296228" y="419823"/>
                    </a:lnTo>
                    <a:lnTo>
                      <a:pt x="296497" y="414777"/>
                    </a:lnTo>
                    <a:lnTo>
                      <a:pt x="293468" y="409697"/>
                    </a:lnTo>
                    <a:lnTo>
                      <a:pt x="292761" y="406232"/>
                    </a:lnTo>
                    <a:lnTo>
                      <a:pt x="289429" y="402902"/>
                    </a:lnTo>
                    <a:lnTo>
                      <a:pt x="288723" y="397688"/>
                    </a:lnTo>
                    <a:lnTo>
                      <a:pt x="289598" y="393617"/>
                    </a:lnTo>
                    <a:lnTo>
                      <a:pt x="294074" y="398259"/>
                    </a:lnTo>
                    <a:lnTo>
                      <a:pt x="294074" y="401724"/>
                    </a:lnTo>
                    <a:lnTo>
                      <a:pt x="297103" y="404046"/>
                    </a:lnTo>
                    <a:lnTo>
                      <a:pt x="300435" y="406064"/>
                    </a:lnTo>
                    <a:lnTo>
                      <a:pt x="303632" y="408385"/>
                    </a:lnTo>
                    <a:lnTo>
                      <a:pt x="302319" y="410269"/>
                    </a:lnTo>
                    <a:lnTo>
                      <a:pt x="300435" y="415046"/>
                    </a:lnTo>
                    <a:lnTo>
                      <a:pt x="302319" y="420563"/>
                    </a:lnTo>
                    <a:lnTo>
                      <a:pt x="308848" y="425071"/>
                    </a:lnTo>
                    <a:lnTo>
                      <a:pt x="314939" y="424330"/>
                    </a:lnTo>
                    <a:lnTo>
                      <a:pt x="319146" y="420697"/>
                    </a:lnTo>
                    <a:cubicBezTo>
                      <a:pt x="319146" y="420697"/>
                      <a:pt x="323623" y="417939"/>
                      <a:pt x="324094" y="417502"/>
                    </a:cubicBezTo>
                    <a:cubicBezTo>
                      <a:pt x="324531" y="417064"/>
                      <a:pt x="326416" y="415450"/>
                      <a:pt x="326988" y="414609"/>
                    </a:cubicBezTo>
                    <a:cubicBezTo>
                      <a:pt x="327560" y="413734"/>
                      <a:pt x="329007" y="410841"/>
                      <a:pt x="329007" y="410841"/>
                    </a:cubicBezTo>
                    <a:lnTo>
                      <a:pt x="330454" y="406064"/>
                    </a:lnTo>
                    <a:lnTo>
                      <a:pt x="332204" y="401287"/>
                    </a:lnTo>
                    <a:lnTo>
                      <a:pt x="334527" y="397957"/>
                    </a:lnTo>
                    <a:lnTo>
                      <a:pt x="336411" y="397385"/>
                    </a:lnTo>
                    <a:cubicBezTo>
                      <a:pt x="336411" y="397385"/>
                      <a:pt x="340618" y="401859"/>
                      <a:pt x="341190" y="402464"/>
                    </a:cubicBezTo>
                    <a:cubicBezTo>
                      <a:pt x="341762" y="403036"/>
                      <a:pt x="341055" y="405492"/>
                      <a:pt x="341190" y="407813"/>
                    </a:cubicBezTo>
                    <a:cubicBezTo>
                      <a:pt x="341325" y="410134"/>
                      <a:pt x="341930" y="411715"/>
                      <a:pt x="341930" y="411715"/>
                    </a:cubicBezTo>
                    <a:cubicBezTo>
                      <a:pt x="341930" y="411715"/>
                      <a:pt x="347416" y="416358"/>
                      <a:pt x="348291" y="416055"/>
                    </a:cubicBezTo>
                    <a:cubicBezTo>
                      <a:pt x="349166" y="415752"/>
                      <a:pt x="353373" y="415315"/>
                      <a:pt x="353373" y="415315"/>
                    </a:cubicBezTo>
                    <a:lnTo>
                      <a:pt x="360474" y="416055"/>
                    </a:lnTo>
                    <a:cubicBezTo>
                      <a:pt x="360474" y="416055"/>
                      <a:pt x="362662" y="415752"/>
                      <a:pt x="362662" y="415315"/>
                    </a:cubicBezTo>
                    <a:cubicBezTo>
                      <a:pt x="362662" y="414878"/>
                      <a:pt x="364412" y="412859"/>
                      <a:pt x="364412" y="412859"/>
                    </a:cubicBezTo>
                    <a:lnTo>
                      <a:pt x="360508" y="410101"/>
                    </a:lnTo>
                    <a:lnTo>
                      <a:pt x="361383" y="406905"/>
                    </a:lnTo>
                    <a:cubicBezTo>
                      <a:pt x="361383" y="406905"/>
                      <a:pt x="363133" y="403877"/>
                      <a:pt x="363133" y="403272"/>
                    </a:cubicBezTo>
                    <a:cubicBezTo>
                      <a:pt x="363133" y="402700"/>
                      <a:pt x="364446" y="402128"/>
                      <a:pt x="364446" y="402128"/>
                    </a:cubicBezTo>
                    <a:lnTo>
                      <a:pt x="366330" y="402868"/>
                    </a:lnTo>
                    <a:lnTo>
                      <a:pt x="367912" y="405055"/>
                    </a:lnTo>
                    <a:cubicBezTo>
                      <a:pt x="367912" y="405055"/>
                      <a:pt x="372691" y="405627"/>
                      <a:pt x="373297" y="405055"/>
                    </a:cubicBezTo>
                    <a:cubicBezTo>
                      <a:pt x="373869" y="404483"/>
                      <a:pt x="374744" y="405055"/>
                      <a:pt x="374744" y="405055"/>
                    </a:cubicBezTo>
                    <a:cubicBezTo>
                      <a:pt x="374744" y="405055"/>
                      <a:pt x="377638" y="402027"/>
                      <a:pt x="377806" y="401590"/>
                    </a:cubicBezTo>
                    <a:cubicBezTo>
                      <a:pt x="377941" y="401153"/>
                      <a:pt x="381138" y="399269"/>
                      <a:pt x="381576" y="398529"/>
                    </a:cubicBezTo>
                    <a:cubicBezTo>
                      <a:pt x="382013" y="397822"/>
                      <a:pt x="382888" y="393752"/>
                      <a:pt x="382888" y="393752"/>
                    </a:cubicBezTo>
                    <a:lnTo>
                      <a:pt x="386523" y="390556"/>
                    </a:lnTo>
                    <a:lnTo>
                      <a:pt x="388980" y="387798"/>
                    </a:lnTo>
                    <a:lnTo>
                      <a:pt x="391436" y="384165"/>
                    </a:lnTo>
                    <a:lnTo>
                      <a:pt x="393321" y="380700"/>
                    </a:lnTo>
                    <a:lnTo>
                      <a:pt x="394903" y="378076"/>
                    </a:lnTo>
                    <a:lnTo>
                      <a:pt x="394465" y="373433"/>
                    </a:lnTo>
                    <a:lnTo>
                      <a:pt x="394331" y="370238"/>
                    </a:lnTo>
                    <a:lnTo>
                      <a:pt x="391706" y="366168"/>
                    </a:lnTo>
                    <a:lnTo>
                      <a:pt x="390696" y="361256"/>
                    </a:lnTo>
                    <a:lnTo>
                      <a:pt x="396922" y="363140"/>
                    </a:lnTo>
                    <a:lnTo>
                      <a:pt x="395913" y="366033"/>
                    </a:lnTo>
                    <a:lnTo>
                      <a:pt x="399110" y="368926"/>
                    </a:lnTo>
                    <a:lnTo>
                      <a:pt x="401566" y="370810"/>
                    </a:lnTo>
                    <a:lnTo>
                      <a:pt x="403451" y="375015"/>
                    </a:lnTo>
                    <a:lnTo>
                      <a:pt x="407523" y="379522"/>
                    </a:lnTo>
                    <a:lnTo>
                      <a:pt x="407086" y="381978"/>
                    </a:lnTo>
                    <a:lnTo>
                      <a:pt x="409846" y="385174"/>
                    </a:lnTo>
                    <a:lnTo>
                      <a:pt x="414759" y="385174"/>
                    </a:lnTo>
                    <a:lnTo>
                      <a:pt x="418831" y="383223"/>
                    </a:lnTo>
                    <a:lnTo>
                      <a:pt x="420851" y="380969"/>
                    </a:lnTo>
                    <a:lnTo>
                      <a:pt x="419976" y="377773"/>
                    </a:lnTo>
                    <a:lnTo>
                      <a:pt x="417788" y="375015"/>
                    </a:lnTo>
                    <a:lnTo>
                      <a:pt x="417519" y="372828"/>
                    </a:lnTo>
                    <a:lnTo>
                      <a:pt x="421153" y="370810"/>
                    </a:lnTo>
                    <a:lnTo>
                      <a:pt x="421423" y="367345"/>
                    </a:lnTo>
                    <a:lnTo>
                      <a:pt x="421557" y="361122"/>
                    </a:lnTo>
                    <a:lnTo>
                      <a:pt x="420380" y="351265"/>
                    </a:lnTo>
                    <a:lnTo>
                      <a:pt x="420817" y="347060"/>
                    </a:lnTo>
                    <a:lnTo>
                      <a:pt x="418797" y="343595"/>
                    </a:lnTo>
                    <a:lnTo>
                      <a:pt x="415600" y="340131"/>
                    </a:lnTo>
                    <a:lnTo>
                      <a:pt x="415028" y="335354"/>
                    </a:lnTo>
                    <a:lnTo>
                      <a:pt x="415466" y="330711"/>
                    </a:lnTo>
                    <a:lnTo>
                      <a:pt x="414322" y="326944"/>
                    </a:lnTo>
                    <a:lnTo>
                      <a:pt x="410687" y="324488"/>
                    </a:lnTo>
                    <a:cubicBezTo>
                      <a:pt x="410687" y="324488"/>
                      <a:pt x="405168" y="320855"/>
                      <a:pt x="404730" y="320586"/>
                    </a:cubicBezTo>
                    <a:cubicBezTo>
                      <a:pt x="404293" y="320283"/>
                      <a:pt x="401836" y="316515"/>
                      <a:pt x="401836" y="316515"/>
                    </a:cubicBezTo>
                    <a:lnTo>
                      <a:pt x="400220" y="313050"/>
                    </a:lnTo>
                    <a:lnTo>
                      <a:pt x="400220" y="311301"/>
                    </a:lnTo>
                    <a:lnTo>
                      <a:pt x="405235" y="315069"/>
                    </a:lnTo>
                    <a:lnTo>
                      <a:pt x="410519" y="317087"/>
                    </a:lnTo>
                    <a:lnTo>
                      <a:pt x="413548" y="318836"/>
                    </a:lnTo>
                    <a:lnTo>
                      <a:pt x="417317" y="318971"/>
                    </a:lnTo>
                    <a:lnTo>
                      <a:pt x="419067" y="317524"/>
                    </a:lnTo>
                    <a:lnTo>
                      <a:pt x="419336" y="313050"/>
                    </a:lnTo>
                    <a:lnTo>
                      <a:pt x="419336" y="307265"/>
                    </a:lnTo>
                    <a:lnTo>
                      <a:pt x="416879" y="303934"/>
                    </a:lnTo>
                    <a:lnTo>
                      <a:pt x="412538" y="300604"/>
                    </a:lnTo>
                    <a:lnTo>
                      <a:pt x="408197" y="295962"/>
                    </a:lnTo>
                    <a:lnTo>
                      <a:pt x="403720" y="290445"/>
                    </a:lnTo>
                    <a:lnTo>
                      <a:pt x="403720" y="286980"/>
                    </a:lnTo>
                    <a:lnTo>
                      <a:pt x="403720" y="281765"/>
                    </a:lnTo>
                    <a:lnTo>
                      <a:pt x="405672" y="280622"/>
                    </a:lnTo>
                    <a:cubicBezTo>
                      <a:pt x="405672" y="280622"/>
                      <a:pt x="410081" y="285970"/>
                      <a:pt x="410687" y="286408"/>
                    </a:cubicBezTo>
                    <a:cubicBezTo>
                      <a:pt x="411259" y="286845"/>
                      <a:pt x="413009" y="291487"/>
                      <a:pt x="413009" y="291487"/>
                    </a:cubicBezTo>
                    <a:lnTo>
                      <a:pt x="417519" y="296702"/>
                    </a:lnTo>
                    <a:lnTo>
                      <a:pt x="421725" y="301041"/>
                    </a:lnTo>
                    <a:lnTo>
                      <a:pt x="425360" y="306390"/>
                    </a:lnTo>
                    <a:lnTo>
                      <a:pt x="426673" y="308139"/>
                    </a:lnTo>
                    <a:lnTo>
                      <a:pt x="432327" y="309283"/>
                    </a:lnTo>
                    <a:lnTo>
                      <a:pt x="433774" y="311032"/>
                    </a:lnTo>
                    <a:cubicBezTo>
                      <a:pt x="433774" y="311032"/>
                      <a:pt x="436533" y="316246"/>
                      <a:pt x="436837" y="316818"/>
                    </a:cubicBezTo>
                    <a:cubicBezTo>
                      <a:pt x="437106" y="317390"/>
                      <a:pt x="438586" y="321326"/>
                      <a:pt x="438586" y="321326"/>
                    </a:cubicBezTo>
                    <a:cubicBezTo>
                      <a:pt x="438586" y="321326"/>
                      <a:pt x="441918" y="326977"/>
                      <a:pt x="442188" y="328424"/>
                    </a:cubicBezTo>
                    <a:cubicBezTo>
                      <a:pt x="442490" y="329870"/>
                      <a:pt x="443500" y="331317"/>
                      <a:pt x="443500" y="331317"/>
                    </a:cubicBezTo>
                    <a:cubicBezTo>
                      <a:pt x="443500" y="331317"/>
                      <a:pt x="444678" y="334210"/>
                      <a:pt x="444813" y="334647"/>
                    </a:cubicBezTo>
                    <a:cubicBezTo>
                      <a:pt x="444947" y="335085"/>
                      <a:pt x="446866" y="337406"/>
                      <a:pt x="446866" y="337406"/>
                    </a:cubicBezTo>
                    <a:lnTo>
                      <a:pt x="449895" y="338280"/>
                    </a:lnTo>
                    <a:lnTo>
                      <a:pt x="455246" y="338280"/>
                    </a:lnTo>
                    <a:cubicBezTo>
                      <a:pt x="455246" y="338280"/>
                      <a:pt x="457568" y="337708"/>
                      <a:pt x="458005" y="337406"/>
                    </a:cubicBezTo>
                    <a:cubicBezTo>
                      <a:pt x="458443" y="337103"/>
                      <a:pt x="462347" y="336397"/>
                      <a:pt x="462347" y="336397"/>
                    </a:cubicBezTo>
                    <a:lnTo>
                      <a:pt x="466116" y="335959"/>
                    </a:lnTo>
                    <a:lnTo>
                      <a:pt x="468135" y="334647"/>
                    </a:lnTo>
                    <a:lnTo>
                      <a:pt x="470895" y="331451"/>
                    </a:lnTo>
                    <a:lnTo>
                      <a:pt x="474227" y="329568"/>
                    </a:lnTo>
                    <a:lnTo>
                      <a:pt x="480453" y="329568"/>
                    </a:lnTo>
                    <a:lnTo>
                      <a:pt x="484525" y="329332"/>
                    </a:lnTo>
                    <a:lnTo>
                      <a:pt x="487116" y="329837"/>
                    </a:lnTo>
                    <a:lnTo>
                      <a:pt x="491761" y="329971"/>
                    </a:lnTo>
                    <a:lnTo>
                      <a:pt x="493646" y="327213"/>
                    </a:lnTo>
                    <a:lnTo>
                      <a:pt x="498997" y="326775"/>
                    </a:lnTo>
                    <a:lnTo>
                      <a:pt x="504650" y="328087"/>
                    </a:lnTo>
                    <a:lnTo>
                      <a:pt x="508252" y="331855"/>
                    </a:lnTo>
                    <a:lnTo>
                      <a:pt x="510877" y="334883"/>
                    </a:lnTo>
                    <a:lnTo>
                      <a:pt x="514646" y="338785"/>
                    </a:lnTo>
                    <a:lnTo>
                      <a:pt x="519559" y="337036"/>
                    </a:lnTo>
                    <a:lnTo>
                      <a:pt x="523194" y="335724"/>
                    </a:lnTo>
                    <a:lnTo>
                      <a:pt x="525819" y="333537"/>
                    </a:lnTo>
                    <a:lnTo>
                      <a:pt x="525684" y="329769"/>
                    </a:lnTo>
                    <a:lnTo>
                      <a:pt x="523362" y="325867"/>
                    </a:lnTo>
                    <a:lnTo>
                      <a:pt x="519458" y="322537"/>
                    </a:lnTo>
                    <a:lnTo>
                      <a:pt x="515252" y="319341"/>
                    </a:lnTo>
                    <a:lnTo>
                      <a:pt x="512357" y="313690"/>
                    </a:lnTo>
                    <a:lnTo>
                      <a:pt x="514511" y="309182"/>
                    </a:lnTo>
                    <a:lnTo>
                      <a:pt x="517540" y="306995"/>
                    </a:lnTo>
                    <a:lnTo>
                      <a:pt x="523194" y="305986"/>
                    </a:lnTo>
                    <a:lnTo>
                      <a:pt x="528983" y="303362"/>
                    </a:lnTo>
                    <a:lnTo>
                      <a:pt x="532449" y="299729"/>
                    </a:lnTo>
                    <a:lnTo>
                      <a:pt x="535343" y="296533"/>
                    </a:lnTo>
                    <a:lnTo>
                      <a:pt x="543454" y="296971"/>
                    </a:lnTo>
                    <a:lnTo>
                      <a:pt x="544329" y="302488"/>
                    </a:lnTo>
                    <a:lnTo>
                      <a:pt x="544901" y="306558"/>
                    </a:lnTo>
                    <a:lnTo>
                      <a:pt x="542142" y="309148"/>
                    </a:lnTo>
                    <a:lnTo>
                      <a:pt x="538945" y="312781"/>
                    </a:lnTo>
                    <a:cubicBezTo>
                      <a:pt x="538945" y="312781"/>
                      <a:pt x="537060" y="316246"/>
                      <a:pt x="536488" y="316852"/>
                    </a:cubicBezTo>
                    <a:cubicBezTo>
                      <a:pt x="535916" y="317457"/>
                      <a:pt x="536488" y="320922"/>
                      <a:pt x="536488" y="320922"/>
                    </a:cubicBezTo>
                    <a:lnTo>
                      <a:pt x="539247" y="323546"/>
                    </a:lnTo>
                    <a:lnTo>
                      <a:pt x="544026" y="325127"/>
                    </a:lnTo>
                    <a:lnTo>
                      <a:pt x="549108" y="326271"/>
                    </a:lnTo>
                    <a:lnTo>
                      <a:pt x="553753" y="328289"/>
                    </a:lnTo>
                    <a:lnTo>
                      <a:pt x="556815" y="326843"/>
                    </a:lnTo>
                    <a:lnTo>
                      <a:pt x="558969" y="323815"/>
                    </a:lnTo>
                    <a:lnTo>
                      <a:pt x="558531" y="318601"/>
                    </a:lnTo>
                    <a:lnTo>
                      <a:pt x="558094" y="316414"/>
                    </a:lnTo>
                    <a:lnTo>
                      <a:pt x="554628" y="309889"/>
                    </a:lnTo>
                    <a:lnTo>
                      <a:pt x="552440" y="308139"/>
                    </a:lnTo>
                    <a:lnTo>
                      <a:pt x="555032" y="304674"/>
                    </a:lnTo>
                    <a:lnTo>
                      <a:pt x="557185" y="306424"/>
                    </a:lnTo>
                    <a:lnTo>
                      <a:pt x="560248" y="309889"/>
                    </a:lnTo>
                    <a:lnTo>
                      <a:pt x="562839" y="312041"/>
                    </a:lnTo>
                    <a:lnTo>
                      <a:pt x="564589" y="312041"/>
                    </a:lnTo>
                    <a:lnTo>
                      <a:pt x="567181" y="312041"/>
                    </a:lnTo>
                    <a:lnTo>
                      <a:pt x="567181" y="307702"/>
                    </a:lnTo>
                    <a:lnTo>
                      <a:pt x="567181" y="304237"/>
                    </a:lnTo>
                    <a:lnTo>
                      <a:pt x="567181" y="300772"/>
                    </a:lnTo>
                    <a:lnTo>
                      <a:pt x="567181" y="298182"/>
                    </a:lnTo>
                    <a:lnTo>
                      <a:pt x="573474" y="296870"/>
                    </a:lnTo>
                    <a:lnTo>
                      <a:pt x="579768" y="295995"/>
                    </a:lnTo>
                    <a:lnTo>
                      <a:pt x="584984" y="292093"/>
                    </a:lnTo>
                    <a:lnTo>
                      <a:pt x="588450" y="291218"/>
                    </a:lnTo>
                    <a:lnTo>
                      <a:pt x="593229" y="286879"/>
                    </a:lnTo>
                    <a:lnTo>
                      <a:pt x="596696" y="288628"/>
                    </a:lnTo>
                    <a:lnTo>
                      <a:pt x="596696" y="290377"/>
                    </a:lnTo>
                    <a:lnTo>
                      <a:pt x="593229" y="292127"/>
                    </a:lnTo>
                    <a:lnTo>
                      <a:pt x="593229" y="293876"/>
                    </a:lnTo>
                    <a:lnTo>
                      <a:pt x="593229" y="299090"/>
                    </a:lnTo>
                    <a:lnTo>
                      <a:pt x="595619" y="305179"/>
                    </a:lnTo>
                    <a:lnTo>
                      <a:pt x="602350" y="306491"/>
                    </a:lnTo>
                    <a:lnTo>
                      <a:pt x="609316" y="307668"/>
                    </a:lnTo>
                    <a:lnTo>
                      <a:pt x="616720" y="310393"/>
                    </a:lnTo>
                    <a:lnTo>
                      <a:pt x="625403" y="310393"/>
                    </a:lnTo>
                    <a:lnTo>
                      <a:pt x="630182" y="307769"/>
                    </a:lnTo>
                    <a:lnTo>
                      <a:pt x="628432" y="299931"/>
                    </a:lnTo>
                    <a:lnTo>
                      <a:pt x="626682" y="297744"/>
                    </a:lnTo>
                    <a:lnTo>
                      <a:pt x="621903" y="292093"/>
                    </a:lnTo>
                    <a:lnTo>
                      <a:pt x="617562" y="288628"/>
                    </a:lnTo>
                    <a:lnTo>
                      <a:pt x="617562" y="284288"/>
                    </a:lnTo>
                    <a:lnTo>
                      <a:pt x="621466" y="282977"/>
                    </a:lnTo>
                    <a:lnTo>
                      <a:pt x="628869" y="284726"/>
                    </a:lnTo>
                    <a:lnTo>
                      <a:pt x="631057" y="282539"/>
                    </a:lnTo>
                    <a:lnTo>
                      <a:pt x="633649" y="277762"/>
                    </a:lnTo>
                    <a:lnTo>
                      <a:pt x="636711" y="278200"/>
                    </a:lnTo>
                    <a:lnTo>
                      <a:pt x="636711" y="281665"/>
                    </a:lnTo>
                    <a:lnTo>
                      <a:pt x="636711" y="287316"/>
                    </a:lnTo>
                    <a:lnTo>
                      <a:pt x="643240" y="293842"/>
                    </a:lnTo>
                    <a:lnTo>
                      <a:pt x="650610" y="299931"/>
                    </a:lnTo>
                    <a:lnTo>
                      <a:pt x="659327" y="294280"/>
                    </a:lnTo>
                    <a:lnTo>
                      <a:pt x="665418" y="289940"/>
                    </a:lnTo>
                    <a:lnTo>
                      <a:pt x="671072" y="286038"/>
                    </a:lnTo>
                    <a:lnTo>
                      <a:pt x="673260" y="283447"/>
                    </a:lnTo>
                    <a:lnTo>
                      <a:pt x="673260" y="279983"/>
                    </a:lnTo>
                    <a:lnTo>
                      <a:pt x="673260" y="274399"/>
                    </a:lnTo>
                    <a:lnTo>
                      <a:pt x="678476" y="276585"/>
                    </a:lnTo>
                    <a:lnTo>
                      <a:pt x="678476" y="282674"/>
                    </a:lnTo>
                    <a:lnTo>
                      <a:pt x="683491" y="286139"/>
                    </a:lnTo>
                    <a:lnTo>
                      <a:pt x="688943" y="282674"/>
                    </a:lnTo>
                    <a:lnTo>
                      <a:pt x="694159" y="276148"/>
                    </a:lnTo>
                    <a:lnTo>
                      <a:pt x="698501" y="270496"/>
                    </a:lnTo>
                    <a:lnTo>
                      <a:pt x="700251" y="270496"/>
                    </a:lnTo>
                    <a:lnTo>
                      <a:pt x="710684" y="268747"/>
                    </a:lnTo>
                    <a:lnTo>
                      <a:pt x="720242" y="268747"/>
                    </a:lnTo>
                    <a:lnTo>
                      <a:pt x="727208" y="262658"/>
                    </a:lnTo>
                    <a:lnTo>
                      <a:pt x="727208" y="257444"/>
                    </a:lnTo>
                    <a:lnTo>
                      <a:pt x="727208" y="246578"/>
                    </a:lnTo>
                    <a:lnTo>
                      <a:pt x="733300" y="240927"/>
                    </a:lnTo>
                    <a:lnTo>
                      <a:pt x="744170" y="240927"/>
                    </a:lnTo>
                    <a:lnTo>
                      <a:pt x="751574" y="237900"/>
                    </a:lnTo>
                    <a:lnTo>
                      <a:pt x="748949" y="232248"/>
                    </a:lnTo>
                    <a:lnTo>
                      <a:pt x="745920" y="232248"/>
                    </a:lnTo>
                    <a:lnTo>
                      <a:pt x="745483" y="225722"/>
                    </a:lnTo>
                    <a:lnTo>
                      <a:pt x="740704" y="222257"/>
                    </a:lnTo>
                    <a:lnTo>
                      <a:pt x="748545" y="217480"/>
                    </a:lnTo>
                    <a:lnTo>
                      <a:pt x="750699" y="225318"/>
                    </a:lnTo>
                    <a:lnTo>
                      <a:pt x="756791" y="225318"/>
                    </a:lnTo>
                    <a:lnTo>
                      <a:pt x="756791" y="218355"/>
                    </a:lnTo>
                    <a:lnTo>
                      <a:pt x="764598" y="218355"/>
                    </a:lnTo>
                    <a:lnTo>
                      <a:pt x="767190" y="212266"/>
                    </a:lnTo>
                    <a:lnTo>
                      <a:pt x="767190" y="205303"/>
                    </a:lnTo>
                    <a:lnTo>
                      <a:pt x="767190" y="200963"/>
                    </a:lnTo>
                    <a:lnTo>
                      <a:pt x="769815" y="195749"/>
                    </a:lnTo>
                    <a:lnTo>
                      <a:pt x="776781" y="195749"/>
                    </a:lnTo>
                    <a:lnTo>
                      <a:pt x="784623" y="195749"/>
                    </a:lnTo>
                    <a:lnTo>
                      <a:pt x="784623" y="193159"/>
                    </a:lnTo>
                    <a:lnTo>
                      <a:pt x="787080" y="188987"/>
                    </a:lnTo>
                    <a:lnTo>
                      <a:pt x="780147" y="183168"/>
                    </a:lnTo>
                    <a:close/>
                  </a:path>
                </a:pathLst>
              </a:custGeom>
              <a:grpFill/>
              <a:ln w="6350" cap="flat">
                <a:solidFill>
                  <a:schemeClr val="bg1"/>
                </a:solidFill>
                <a:prstDash val="solid"/>
                <a:miter/>
              </a:ln>
            </p:spPr>
            <p:txBody>
              <a:bodyPr rtlCol="0" anchor="ctr"/>
              <a:lstStyle/>
              <a:p>
                <a:endParaRPr lang="en-US"/>
              </a:p>
            </p:txBody>
          </p:sp>
          <p:sp>
            <p:nvSpPr>
              <p:cNvPr id="218" name="Freeform 935">
                <a:extLst>
                  <a:ext uri="{FF2B5EF4-FFF2-40B4-BE49-F238E27FC236}">
                    <a16:creationId xmlns:a16="http://schemas.microsoft.com/office/drawing/2014/main" id="{8D81D4D1-40FA-B067-E2D1-28E84E7A7668}"/>
                  </a:ext>
                </a:extLst>
              </p:cNvPr>
              <p:cNvSpPr/>
              <p:nvPr/>
            </p:nvSpPr>
            <p:spPr>
              <a:xfrm>
                <a:off x="5379137" y="3766461"/>
                <a:ext cx="7841" cy="6761"/>
              </a:xfrm>
              <a:custGeom>
                <a:avLst/>
                <a:gdLst>
                  <a:gd name="connsiteX0" fmla="*/ 1414 w 7841"/>
                  <a:gd name="connsiteY0" fmla="*/ 4878 h 6761"/>
                  <a:gd name="connsiteX1" fmla="*/ 4846 w 7841"/>
                  <a:gd name="connsiteY1" fmla="*/ 6762 h 6761"/>
                  <a:gd name="connsiteX2" fmla="*/ 7842 w 7841"/>
                  <a:gd name="connsiteY2" fmla="*/ 5416 h 6761"/>
                  <a:gd name="connsiteX3" fmla="*/ 7842 w 7841"/>
                  <a:gd name="connsiteY3" fmla="*/ 2590 h 6761"/>
                  <a:gd name="connsiteX4" fmla="*/ 6092 w 7841"/>
                  <a:gd name="connsiteY4" fmla="*/ 0 h 6761"/>
                  <a:gd name="connsiteX5" fmla="*/ 1750 w 7841"/>
                  <a:gd name="connsiteY5" fmla="*/ 0 h 6761"/>
                  <a:gd name="connsiteX6" fmla="*/ 0 w 7841"/>
                  <a:gd name="connsiteY6" fmla="*/ 2153 h 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1" h="6761">
                    <a:moveTo>
                      <a:pt x="1414" y="4878"/>
                    </a:moveTo>
                    <a:lnTo>
                      <a:pt x="4846" y="6762"/>
                    </a:lnTo>
                    <a:lnTo>
                      <a:pt x="7842" y="5416"/>
                    </a:lnTo>
                    <a:lnTo>
                      <a:pt x="7842" y="2590"/>
                    </a:lnTo>
                    <a:lnTo>
                      <a:pt x="6092" y="0"/>
                    </a:lnTo>
                    <a:lnTo>
                      <a:pt x="1750" y="0"/>
                    </a:lnTo>
                    <a:lnTo>
                      <a:pt x="0" y="2153"/>
                    </a:lnTo>
                    <a:close/>
                  </a:path>
                </a:pathLst>
              </a:custGeom>
              <a:grpFill/>
              <a:ln w="6350" cap="flat">
                <a:solidFill>
                  <a:schemeClr val="bg1"/>
                </a:solidFill>
                <a:prstDash val="solid"/>
                <a:miter/>
              </a:ln>
            </p:spPr>
            <p:txBody>
              <a:bodyPr rtlCol="0" anchor="ctr"/>
              <a:lstStyle/>
              <a:p>
                <a:endParaRPr lang="en-US"/>
              </a:p>
            </p:txBody>
          </p:sp>
          <p:sp>
            <p:nvSpPr>
              <p:cNvPr id="219" name="Freeform 936">
                <a:extLst>
                  <a:ext uri="{FF2B5EF4-FFF2-40B4-BE49-F238E27FC236}">
                    <a16:creationId xmlns:a16="http://schemas.microsoft.com/office/drawing/2014/main" id="{656DB923-BD9A-C04A-4402-D1939794F209}"/>
                  </a:ext>
                </a:extLst>
              </p:cNvPr>
              <p:cNvSpPr/>
              <p:nvPr/>
            </p:nvSpPr>
            <p:spPr>
              <a:xfrm>
                <a:off x="5440658" y="3744730"/>
                <a:ext cx="3701" cy="3902"/>
              </a:xfrm>
              <a:custGeom>
                <a:avLst/>
                <a:gdLst>
                  <a:gd name="connsiteX0" fmla="*/ 3702 w 3701"/>
                  <a:gd name="connsiteY0" fmla="*/ 1716 h 3902"/>
                  <a:gd name="connsiteX1" fmla="*/ 3702 w 3701"/>
                  <a:gd name="connsiteY1" fmla="*/ 0 h 3902"/>
                  <a:gd name="connsiteX2" fmla="*/ 0 w 3701"/>
                  <a:gd name="connsiteY2" fmla="*/ 1716 h 3902"/>
                  <a:gd name="connsiteX3" fmla="*/ 1851 w 3701"/>
                  <a:gd name="connsiteY3" fmla="*/ 3902 h 3902"/>
                </a:gdLst>
                <a:ahLst/>
                <a:cxnLst>
                  <a:cxn ang="0">
                    <a:pos x="connsiteX0" y="connsiteY0"/>
                  </a:cxn>
                  <a:cxn ang="0">
                    <a:pos x="connsiteX1" y="connsiteY1"/>
                  </a:cxn>
                  <a:cxn ang="0">
                    <a:pos x="connsiteX2" y="connsiteY2"/>
                  </a:cxn>
                  <a:cxn ang="0">
                    <a:pos x="connsiteX3" y="connsiteY3"/>
                  </a:cxn>
                </a:cxnLst>
                <a:rect l="l" t="t" r="r" b="b"/>
                <a:pathLst>
                  <a:path w="3701" h="3902">
                    <a:moveTo>
                      <a:pt x="3702" y="1716"/>
                    </a:moveTo>
                    <a:lnTo>
                      <a:pt x="3702" y="0"/>
                    </a:lnTo>
                    <a:lnTo>
                      <a:pt x="0" y="1716"/>
                    </a:lnTo>
                    <a:lnTo>
                      <a:pt x="1851" y="3902"/>
                    </a:lnTo>
                    <a:close/>
                  </a:path>
                </a:pathLst>
              </a:custGeom>
              <a:grpFill/>
              <a:ln w="6350" cap="flat">
                <a:solidFill>
                  <a:schemeClr val="bg1"/>
                </a:solidFill>
                <a:prstDash val="solid"/>
                <a:miter/>
              </a:ln>
            </p:spPr>
            <p:txBody>
              <a:bodyPr rtlCol="0" anchor="ctr"/>
              <a:lstStyle/>
              <a:p>
                <a:endParaRPr lang="en-US"/>
              </a:p>
            </p:txBody>
          </p:sp>
          <p:sp>
            <p:nvSpPr>
              <p:cNvPr id="220" name="Freeform 937">
                <a:extLst>
                  <a:ext uri="{FF2B5EF4-FFF2-40B4-BE49-F238E27FC236}">
                    <a16:creationId xmlns:a16="http://schemas.microsoft.com/office/drawing/2014/main" id="{31C28D8A-0579-5FF2-5DFD-8697579BDDA4}"/>
                  </a:ext>
                </a:extLst>
              </p:cNvPr>
              <p:cNvSpPr/>
              <p:nvPr/>
            </p:nvSpPr>
            <p:spPr>
              <a:xfrm>
                <a:off x="5451326" y="3743822"/>
                <a:ext cx="10466" cy="8712"/>
              </a:xfrm>
              <a:custGeom>
                <a:avLst/>
                <a:gdLst>
                  <a:gd name="connsiteX0" fmla="*/ 0 w 10466"/>
                  <a:gd name="connsiteY0" fmla="*/ 4373 h 8712"/>
                  <a:gd name="connsiteX1" fmla="*/ 0 w 10466"/>
                  <a:gd name="connsiteY1" fmla="*/ 8713 h 8712"/>
                  <a:gd name="connsiteX2" fmla="*/ 3062 w 10466"/>
                  <a:gd name="connsiteY2" fmla="*/ 8713 h 8712"/>
                  <a:gd name="connsiteX3" fmla="*/ 6327 w 10466"/>
                  <a:gd name="connsiteY3" fmla="*/ 6526 h 8712"/>
                  <a:gd name="connsiteX4" fmla="*/ 8615 w 10466"/>
                  <a:gd name="connsiteY4" fmla="*/ 4777 h 8712"/>
                  <a:gd name="connsiteX5" fmla="*/ 10467 w 10466"/>
                  <a:gd name="connsiteY5" fmla="*/ 2826 h 8712"/>
                  <a:gd name="connsiteX6" fmla="*/ 10467 w 10466"/>
                  <a:gd name="connsiteY6" fmla="*/ 875 h 8712"/>
                  <a:gd name="connsiteX7" fmla="*/ 10467 w 10466"/>
                  <a:gd name="connsiteY7" fmla="*/ 0 h 8712"/>
                  <a:gd name="connsiteX8" fmla="*/ 4375 w 10466"/>
                  <a:gd name="connsiteY8" fmla="*/ 0 h 8712"/>
                  <a:gd name="connsiteX9" fmla="*/ 2625 w 10466"/>
                  <a:gd name="connsiteY9" fmla="*/ 0 h 8712"/>
                  <a:gd name="connsiteX10" fmla="*/ 2423 w 10466"/>
                  <a:gd name="connsiteY10" fmla="*/ 2826 h 8712"/>
                  <a:gd name="connsiteX11" fmla="*/ 0 w 10466"/>
                  <a:gd name="connsiteY11" fmla="*/ 4373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66" h="8712">
                    <a:moveTo>
                      <a:pt x="0" y="4373"/>
                    </a:moveTo>
                    <a:lnTo>
                      <a:pt x="0" y="8713"/>
                    </a:lnTo>
                    <a:lnTo>
                      <a:pt x="3062" y="8713"/>
                    </a:lnTo>
                    <a:cubicBezTo>
                      <a:pt x="3062" y="8713"/>
                      <a:pt x="5452" y="5887"/>
                      <a:pt x="6327" y="6526"/>
                    </a:cubicBezTo>
                    <a:cubicBezTo>
                      <a:pt x="7202" y="7199"/>
                      <a:pt x="8615" y="4777"/>
                      <a:pt x="8615" y="4777"/>
                    </a:cubicBezTo>
                    <a:lnTo>
                      <a:pt x="10467" y="2826"/>
                    </a:lnTo>
                    <a:lnTo>
                      <a:pt x="10467" y="875"/>
                    </a:lnTo>
                    <a:lnTo>
                      <a:pt x="10467" y="0"/>
                    </a:lnTo>
                    <a:lnTo>
                      <a:pt x="4375" y="0"/>
                    </a:lnTo>
                    <a:lnTo>
                      <a:pt x="2625" y="0"/>
                    </a:lnTo>
                    <a:lnTo>
                      <a:pt x="2423" y="2826"/>
                    </a:lnTo>
                    <a:lnTo>
                      <a:pt x="0" y="4373"/>
                    </a:lnTo>
                    <a:close/>
                  </a:path>
                </a:pathLst>
              </a:custGeom>
              <a:grpFill/>
              <a:ln w="6350" cap="flat">
                <a:solidFill>
                  <a:schemeClr val="bg1"/>
                </a:solidFill>
                <a:prstDash val="solid"/>
                <a:miter/>
              </a:ln>
            </p:spPr>
            <p:txBody>
              <a:bodyPr rtlCol="0" anchor="ctr"/>
              <a:lstStyle/>
              <a:p>
                <a:endParaRPr lang="en-US"/>
              </a:p>
            </p:txBody>
          </p:sp>
          <p:sp>
            <p:nvSpPr>
              <p:cNvPr id="221" name="Freeform 938">
                <a:extLst>
                  <a:ext uri="{FF2B5EF4-FFF2-40B4-BE49-F238E27FC236}">
                    <a16:creationId xmlns:a16="http://schemas.microsoft.com/office/drawing/2014/main" id="{2838C3B6-2247-4FD0-DA65-CB5461ECCB32}"/>
                  </a:ext>
                </a:extLst>
              </p:cNvPr>
              <p:cNvSpPr/>
              <p:nvPr/>
            </p:nvSpPr>
            <p:spPr>
              <a:xfrm>
                <a:off x="5469803" y="3733427"/>
                <a:ext cx="18038" cy="22572"/>
              </a:xfrm>
              <a:custGeom>
                <a:avLst/>
                <a:gdLst>
                  <a:gd name="connsiteX0" fmla="*/ 2692 w 18038"/>
                  <a:gd name="connsiteY0" fmla="*/ 17257 h 22572"/>
                  <a:gd name="connsiteX1" fmla="*/ 6226 w 18038"/>
                  <a:gd name="connsiteY1" fmla="*/ 20789 h 22572"/>
                  <a:gd name="connsiteX2" fmla="*/ 7808 w 18038"/>
                  <a:gd name="connsiteY2" fmla="*/ 22572 h 22572"/>
                  <a:gd name="connsiteX3" fmla="*/ 10197 w 18038"/>
                  <a:gd name="connsiteY3" fmla="*/ 22572 h 22572"/>
                  <a:gd name="connsiteX4" fmla="*/ 11510 w 18038"/>
                  <a:gd name="connsiteY4" fmla="*/ 19713 h 22572"/>
                  <a:gd name="connsiteX5" fmla="*/ 10197 w 18038"/>
                  <a:gd name="connsiteY5" fmla="*/ 15205 h 22572"/>
                  <a:gd name="connsiteX6" fmla="*/ 11510 w 18038"/>
                  <a:gd name="connsiteY6" fmla="*/ 13254 h 22572"/>
                  <a:gd name="connsiteX7" fmla="*/ 13899 w 18038"/>
                  <a:gd name="connsiteY7" fmla="*/ 10866 h 22572"/>
                  <a:gd name="connsiteX8" fmla="*/ 16962 w 18038"/>
                  <a:gd name="connsiteY8" fmla="*/ 6930 h 22572"/>
                  <a:gd name="connsiteX9" fmla="*/ 18039 w 18038"/>
                  <a:gd name="connsiteY9" fmla="*/ 6930 h 22572"/>
                  <a:gd name="connsiteX10" fmla="*/ 18039 w 18038"/>
                  <a:gd name="connsiteY10" fmla="*/ 2590 h 22572"/>
                  <a:gd name="connsiteX11" fmla="*/ 16087 w 18038"/>
                  <a:gd name="connsiteY11" fmla="*/ 0 h 22572"/>
                  <a:gd name="connsiteX12" fmla="*/ 11947 w 18038"/>
                  <a:gd name="connsiteY12" fmla="*/ 0 h 22572"/>
                  <a:gd name="connsiteX13" fmla="*/ 8481 w 18038"/>
                  <a:gd name="connsiteY13" fmla="*/ 0 h 22572"/>
                  <a:gd name="connsiteX14" fmla="*/ 6091 w 18038"/>
                  <a:gd name="connsiteY14" fmla="*/ 2590 h 22572"/>
                  <a:gd name="connsiteX15" fmla="*/ 4981 w 18038"/>
                  <a:gd name="connsiteY15" fmla="*/ 6291 h 22572"/>
                  <a:gd name="connsiteX16" fmla="*/ 2692 w 18038"/>
                  <a:gd name="connsiteY16" fmla="*/ 10429 h 22572"/>
                  <a:gd name="connsiteX17" fmla="*/ 0 w 18038"/>
                  <a:gd name="connsiteY17" fmla="*/ 11303 h 22572"/>
                  <a:gd name="connsiteX18" fmla="*/ 1313 w 18038"/>
                  <a:gd name="connsiteY18" fmla="*/ 13254 h 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38" h="22572">
                    <a:moveTo>
                      <a:pt x="2692" y="17257"/>
                    </a:moveTo>
                    <a:lnTo>
                      <a:pt x="6226" y="20789"/>
                    </a:lnTo>
                    <a:lnTo>
                      <a:pt x="7808" y="22572"/>
                    </a:lnTo>
                    <a:lnTo>
                      <a:pt x="10197" y="22572"/>
                    </a:lnTo>
                    <a:lnTo>
                      <a:pt x="11510" y="19713"/>
                    </a:lnTo>
                    <a:lnTo>
                      <a:pt x="10197" y="15205"/>
                    </a:lnTo>
                    <a:lnTo>
                      <a:pt x="11510" y="13254"/>
                    </a:lnTo>
                    <a:lnTo>
                      <a:pt x="13899" y="10866"/>
                    </a:lnTo>
                    <a:lnTo>
                      <a:pt x="16962" y="6930"/>
                    </a:lnTo>
                    <a:lnTo>
                      <a:pt x="18039" y="6930"/>
                    </a:lnTo>
                    <a:lnTo>
                      <a:pt x="18039" y="2590"/>
                    </a:lnTo>
                    <a:lnTo>
                      <a:pt x="16087" y="0"/>
                    </a:lnTo>
                    <a:lnTo>
                      <a:pt x="11947" y="0"/>
                    </a:lnTo>
                    <a:lnTo>
                      <a:pt x="8481" y="0"/>
                    </a:lnTo>
                    <a:lnTo>
                      <a:pt x="6091" y="2590"/>
                    </a:lnTo>
                    <a:lnTo>
                      <a:pt x="4981" y="6291"/>
                    </a:lnTo>
                    <a:lnTo>
                      <a:pt x="2692" y="10429"/>
                    </a:lnTo>
                    <a:lnTo>
                      <a:pt x="0" y="11303"/>
                    </a:lnTo>
                    <a:lnTo>
                      <a:pt x="1313" y="13254"/>
                    </a:lnTo>
                    <a:close/>
                  </a:path>
                </a:pathLst>
              </a:custGeom>
              <a:grpFill/>
              <a:ln w="6350" cap="flat">
                <a:solidFill>
                  <a:schemeClr val="bg1"/>
                </a:solidFill>
                <a:prstDash val="solid"/>
                <a:miter/>
              </a:ln>
            </p:spPr>
            <p:txBody>
              <a:bodyPr rtlCol="0" anchor="ctr"/>
              <a:lstStyle/>
              <a:p>
                <a:endParaRPr lang="en-US"/>
              </a:p>
            </p:txBody>
          </p:sp>
          <p:sp>
            <p:nvSpPr>
              <p:cNvPr id="222" name="Freeform 939">
                <a:extLst>
                  <a:ext uri="{FF2B5EF4-FFF2-40B4-BE49-F238E27FC236}">
                    <a16:creationId xmlns:a16="http://schemas.microsoft.com/office/drawing/2014/main" id="{B0E67E66-8064-9DDE-CD5F-6D68AB3C003F}"/>
                  </a:ext>
                </a:extLst>
              </p:cNvPr>
              <p:cNvSpPr/>
              <p:nvPr/>
            </p:nvSpPr>
            <p:spPr>
              <a:xfrm>
                <a:off x="5489592" y="3748632"/>
                <a:ext cx="3668" cy="5920"/>
              </a:xfrm>
              <a:custGeom>
                <a:avLst/>
                <a:gdLst>
                  <a:gd name="connsiteX0" fmla="*/ 0 w 3668"/>
                  <a:gd name="connsiteY0" fmla="*/ 5921 h 5920"/>
                  <a:gd name="connsiteX1" fmla="*/ 3668 w 3668"/>
                  <a:gd name="connsiteY1" fmla="*/ 3936 h 5920"/>
                  <a:gd name="connsiteX2" fmla="*/ 0 w 3668"/>
                  <a:gd name="connsiteY2" fmla="*/ 0 h 5920"/>
                  <a:gd name="connsiteX3" fmla="*/ 0 w 3668"/>
                  <a:gd name="connsiteY3" fmla="*/ 3028 h 5920"/>
                </a:gdLst>
                <a:ahLst/>
                <a:cxnLst>
                  <a:cxn ang="0">
                    <a:pos x="connsiteX0" y="connsiteY0"/>
                  </a:cxn>
                  <a:cxn ang="0">
                    <a:pos x="connsiteX1" y="connsiteY1"/>
                  </a:cxn>
                  <a:cxn ang="0">
                    <a:pos x="connsiteX2" y="connsiteY2"/>
                  </a:cxn>
                  <a:cxn ang="0">
                    <a:pos x="connsiteX3" y="connsiteY3"/>
                  </a:cxn>
                </a:cxnLst>
                <a:rect l="l" t="t" r="r" b="b"/>
                <a:pathLst>
                  <a:path w="3668" h="5920">
                    <a:moveTo>
                      <a:pt x="0" y="5921"/>
                    </a:moveTo>
                    <a:lnTo>
                      <a:pt x="3668" y="3936"/>
                    </a:lnTo>
                    <a:lnTo>
                      <a:pt x="0" y="0"/>
                    </a:lnTo>
                    <a:lnTo>
                      <a:pt x="0" y="3028"/>
                    </a:lnTo>
                    <a:close/>
                  </a:path>
                </a:pathLst>
              </a:custGeom>
              <a:grpFill/>
              <a:ln w="6350" cap="flat">
                <a:solidFill>
                  <a:schemeClr val="bg1"/>
                </a:solidFill>
                <a:prstDash val="solid"/>
                <a:miter/>
              </a:ln>
            </p:spPr>
            <p:txBody>
              <a:bodyPr rtlCol="0" anchor="ctr"/>
              <a:lstStyle/>
              <a:p>
                <a:endParaRPr lang="en-US"/>
              </a:p>
            </p:txBody>
          </p:sp>
          <p:sp>
            <p:nvSpPr>
              <p:cNvPr id="223" name="Freeform 940">
                <a:extLst>
                  <a:ext uri="{FF2B5EF4-FFF2-40B4-BE49-F238E27FC236}">
                    <a16:creationId xmlns:a16="http://schemas.microsoft.com/office/drawing/2014/main" id="{D44F33EF-EE3F-0F60-88E5-B84AE644C00B}"/>
                  </a:ext>
                </a:extLst>
              </p:cNvPr>
              <p:cNvSpPr/>
              <p:nvPr/>
            </p:nvSpPr>
            <p:spPr>
              <a:xfrm>
                <a:off x="5514799" y="3717852"/>
                <a:ext cx="7740" cy="5146"/>
              </a:xfrm>
              <a:custGeom>
                <a:avLst/>
                <a:gdLst>
                  <a:gd name="connsiteX0" fmla="*/ 0 w 7740"/>
                  <a:gd name="connsiteY0" fmla="*/ 5147 h 5146"/>
                  <a:gd name="connsiteX1" fmla="*/ 3467 w 7740"/>
                  <a:gd name="connsiteY1" fmla="*/ 5147 h 5146"/>
                  <a:gd name="connsiteX2" fmla="*/ 5216 w 7740"/>
                  <a:gd name="connsiteY2" fmla="*/ 5147 h 5146"/>
                  <a:gd name="connsiteX3" fmla="*/ 6933 w 7740"/>
                  <a:gd name="connsiteY3" fmla="*/ 3667 h 5146"/>
                  <a:gd name="connsiteX4" fmla="*/ 7740 w 7740"/>
                  <a:gd name="connsiteY4" fmla="*/ 1817 h 5146"/>
                  <a:gd name="connsiteX5" fmla="*/ 6798 w 7740"/>
                  <a:gd name="connsiteY5" fmla="*/ 404 h 5146"/>
                  <a:gd name="connsiteX6" fmla="*/ 3837 w 7740"/>
                  <a:gd name="connsiteY6" fmla="*/ 0 h 5146"/>
                  <a:gd name="connsiteX7" fmla="*/ 2457 w 7740"/>
                  <a:gd name="connsiteY7" fmla="*/ 505 h 5146"/>
                  <a:gd name="connsiteX8" fmla="*/ 1380 w 7740"/>
                  <a:gd name="connsiteY8" fmla="*/ 1985 h 5146"/>
                  <a:gd name="connsiteX9" fmla="*/ 774 w 7740"/>
                  <a:gd name="connsiteY9" fmla="*/ 3230 h 5146"/>
                  <a:gd name="connsiteX10" fmla="*/ 0 w 7740"/>
                  <a:gd name="connsiteY10" fmla="*/ 5147 h 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40" h="5146">
                    <a:moveTo>
                      <a:pt x="0" y="5147"/>
                    </a:moveTo>
                    <a:lnTo>
                      <a:pt x="3467" y="5147"/>
                    </a:lnTo>
                    <a:lnTo>
                      <a:pt x="5216" y="5147"/>
                    </a:lnTo>
                    <a:cubicBezTo>
                      <a:pt x="5216" y="5147"/>
                      <a:pt x="6798" y="3734"/>
                      <a:pt x="6933" y="3667"/>
                    </a:cubicBezTo>
                    <a:cubicBezTo>
                      <a:pt x="7101" y="3633"/>
                      <a:pt x="7740" y="1817"/>
                      <a:pt x="7740" y="1817"/>
                    </a:cubicBezTo>
                    <a:lnTo>
                      <a:pt x="6798" y="404"/>
                    </a:lnTo>
                    <a:lnTo>
                      <a:pt x="3837" y="0"/>
                    </a:lnTo>
                    <a:lnTo>
                      <a:pt x="2457" y="505"/>
                    </a:lnTo>
                    <a:lnTo>
                      <a:pt x="1380" y="1985"/>
                    </a:lnTo>
                    <a:lnTo>
                      <a:pt x="774" y="3230"/>
                    </a:lnTo>
                    <a:lnTo>
                      <a:pt x="0" y="5147"/>
                    </a:lnTo>
                    <a:close/>
                  </a:path>
                </a:pathLst>
              </a:custGeom>
              <a:grpFill/>
              <a:ln w="6350" cap="flat">
                <a:solidFill>
                  <a:schemeClr val="bg1"/>
                </a:solidFill>
                <a:prstDash val="solid"/>
                <a:miter/>
              </a:ln>
            </p:spPr>
            <p:txBody>
              <a:bodyPr rtlCol="0" anchor="ctr"/>
              <a:lstStyle/>
              <a:p>
                <a:endParaRPr lang="en-US"/>
              </a:p>
            </p:txBody>
          </p:sp>
          <p:sp>
            <p:nvSpPr>
              <p:cNvPr id="224" name="Freeform 941">
                <a:extLst>
                  <a:ext uri="{FF2B5EF4-FFF2-40B4-BE49-F238E27FC236}">
                    <a16:creationId xmlns:a16="http://schemas.microsoft.com/office/drawing/2014/main" id="{689E263A-D3F6-CD6D-EF28-D8CDCF2DB7E7}"/>
                  </a:ext>
                </a:extLst>
              </p:cNvPr>
              <p:cNvSpPr/>
              <p:nvPr/>
            </p:nvSpPr>
            <p:spPr>
              <a:xfrm>
                <a:off x="5920808" y="3516149"/>
                <a:ext cx="16759" cy="13994"/>
              </a:xfrm>
              <a:custGeom>
                <a:avLst/>
                <a:gdLst>
                  <a:gd name="connsiteX0" fmla="*/ 34 w 16759"/>
                  <a:gd name="connsiteY0" fmla="*/ 9621 h 13994"/>
                  <a:gd name="connsiteX1" fmla="*/ 7707 w 16759"/>
                  <a:gd name="connsiteY1" fmla="*/ 13994 h 13994"/>
                  <a:gd name="connsiteX2" fmla="*/ 12486 w 16759"/>
                  <a:gd name="connsiteY2" fmla="*/ 11841 h 13994"/>
                  <a:gd name="connsiteX3" fmla="*/ 16760 w 16759"/>
                  <a:gd name="connsiteY3" fmla="*/ 5853 h 13994"/>
                  <a:gd name="connsiteX4" fmla="*/ 14942 w 16759"/>
                  <a:gd name="connsiteY4" fmla="*/ 0 h 13994"/>
                  <a:gd name="connsiteX5" fmla="*/ 6091 w 16759"/>
                  <a:gd name="connsiteY5" fmla="*/ 0 h 13994"/>
                  <a:gd name="connsiteX6" fmla="*/ 1548 w 16759"/>
                  <a:gd name="connsiteY6" fmla="*/ 4205 h 13994"/>
                  <a:gd name="connsiteX7" fmla="*/ 0 w 16759"/>
                  <a:gd name="connsiteY7" fmla="*/ 8275 h 13994"/>
                  <a:gd name="connsiteX8" fmla="*/ 0 w 16759"/>
                  <a:gd name="connsiteY8" fmla="*/ 9621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9" h="13994">
                    <a:moveTo>
                      <a:pt x="34" y="9621"/>
                    </a:moveTo>
                    <a:lnTo>
                      <a:pt x="7707" y="13994"/>
                    </a:lnTo>
                    <a:cubicBezTo>
                      <a:pt x="7707" y="13994"/>
                      <a:pt x="12217" y="12413"/>
                      <a:pt x="12486" y="11841"/>
                    </a:cubicBezTo>
                    <a:cubicBezTo>
                      <a:pt x="12755" y="11269"/>
                      <a:pt x="16760" y="6560"/>
                      <a:pt x="16760" y="5853"/>
                    </a:cubicBezTo>
                    <a:cubicBezTo>
                      <a:pt x="16760" y="5113"/>
                      <a:pt x="14942" y="0"/>
                      <a:pt x="14942" y="0"/>
                    </a:cubicBezTo>
                    <a:lnTo>
                      <a:pt x="6091" y="0"/>
                    </a:lnTo>
                    <a:lnTo>
                      <a:pt x="1548" y="4205"/>
                    </a:lnTo>
                    <a:lnTo>
                      <a:pt x="0" y="8275"/>
                    </a:lnTo>
                    <a:lnTo>
                      <a:pt x="0" y="9621"/>
                    </a:lnTo>
                    <a:close/>
                  </a:path>
                </a:pathLst>
              </a:custGeom>
              <a:grpFill/>
              <a:ln w="6350" cap="flat">
                <a:solidFill>
                  <a:schemeClr val="bg1"/>
                </a:solidFill>
                <a:prstDash val="solid"/>
                <a:miter/>
              </a:ln>
            </p:spPr>
            <p:txBody>
              <a:bodyPr rtlCol="0" anchor="ctr"/>
              <a:lstStyle/>
              <a:p>
                <a:endParaRPr lang="en-US"/>
              </a:p>
            </p:txBody>
          </p:sp>
          <p:sp>
            <p:nvSpPr>
              <p:cNvPr id="225" name="Freeform 942">
                <a:extLst>
                  <a:ext uri="{FF2B5EF4-FFF2-40B4-BE49-F238E27FC236}">
                    <a16:creationId xmlns:a16="http://schemas.microsoft.com/office/drawing/2014/main" id="{D398DDCF-E4CE-5149-255C-BD078287E245}"/>
                  </a:ext>
                </a:extLst>
              </p:cNvPr>
              <p:cNvSpPr/>
              <p:nvPr/>
            </p:nvSpPr>
            <p:spPr>
              <a:xfrm>
                <a:off x="5238865" y="3831621"/>
                <a:ext cx="8985" cy="11235"/>
              </a:xfrm>
              <a:custGeom>
                <a:avLst/>
                <a:gdLst>
                  <a:gd name="connsiteX0" fmla="*/ 1615 w 8985"/>
                  <a:gd name="connsiteY0" fmla="*/ 5651 h 11235"/>
                  <a:gd name="connsiteX1" fmla="*/ 6899 w 8985"/>
                  <a:gd name="connsiteY1" fmla="*/ 11236 h 11235"/>
                  <a:gd name="connsiteX2" fmla="*/ 8986 w 8985"/>
                  <a:gd name="connsiteY2" fmla="*/ 8107 h 11235"/>
                  <a:gd name="connsiteX3" fmla="*/ 8986 w 8985"/>
                  <a:gd name="connsiteY3" fmla="*/ 1749 h 11235"/>
                  <a:gd name="connsiteX4" fmla="*/ 2894 w 8985"/>
                  <a:gd name="connsiteY4" fmla="*/ 0 h 11235"/>
                  <a:gd name="connsiteX5" fmla="*/ 0 w 8985"/>
                  <a:gd name="connsiteY5" fmla="*/ 5618 h 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5" h="11235">
                    <a:moveTo>
                      <a:pt x="1615" y="5651"/>
                    </a:moveTo>
                    <a:lnTo>
                      <a:pt x="6899" y="11236"/>
                    </a:lnTo>
                    <a:lnTo>
                      <a:pt x="8986" y="8107"/>
                    </a:lnTo>
                    <a:lnTo>
                      <a:pt x="8986" y="1749"/>
                    </a:lnTo>
                    <a:lnTo>
                      <a:pt x="2894" y="0"/>
                    </a:lnTo>
                    <a:lnTo>
                      <a:pt x="0" y="5618"/>
                    </a:lnTo>
                    <a:close/>
                  </a:path>
                </a:pathLst>
              </a:custGeom>
              <a:grpFill/>
              <a:ln w="6350" cap="flat">
                <a:solidFill>
                  <a:schemeClr val="bg1"/>
                </a:solidFill>
                <a:prstDash val="solid"/>
                <a:miter/>
              </a:ln>
            </p:spPr>
            <p:txBody>
              <a:bodyPr rtlCol="0" anchor="ctr"/>
              <a:lstStyle/>
              <a:p>
                <a:endParaRPr lang="en-US"/>
              </a:p>
            </p:txBody>
          </p:sp>
          <p:sp>
            <p:nvSpPr>
              <p:cNvPr id="226" name="Freeform 943">
                <a:extLst>
                  <a:ext uri="{FF2B5EF4-FFF2-40B4-BE49-F238E27FC236}">
                    <a16:creationId xmlns:a16="http://schemas.microsoft.com/office/drawing/2014/main" id="{0D0A7BA9-291B-1570-34B4-D2582B595672}"/>
                  </a:ext>
                </a:extLst>
              </p:cNvPr>
              <p:cNvSpPr/>
              <p:nvPr/>
            </p:nvSpPr>
            <p:spPr>
              <a:xfrm>
                <a:off x="5235668" y="3866404"/>
                <a:ext cx="3870" cy="6088"/>
              </a:xfrm>
              <a:custGeom>
                <a:avLst/>
                <a:gdLst>
                  <a:gd name="connsiteX0" fmla="*/ 0 w 3870"/>
                  <a:gd name="connsiteY0" fmla="*/ 0 h 6088"/>
                  <a:gd name="connsiteX1" fmla="*/ 0 w 3870"/>
                  <a:gd name="connsiteY1" fmla="*/ 3465 h 6088"/>
                  <a:gd name="connsiteX2" fmla="*/ 740 w 3870"/>
                  <a:gd name="connsiteY2" fmla="*/ 6089 h 6088"/>
                  <a:gd name="connsiteX3" fmla="*/ 2625 w 3870"/>
                  <a:gd name="connsiteY3" fmla="*/ 6089 h 6088"/>
                  <a:gd name="connsiteX4" fmla="*/ 3500 w 3870"/>
                  <a:gd name="connsiteY4" fmla="*/ 4171 h 6088"/>
                  <a:gd name="connsiteX5" fmla="*/ 3870 w 3870"/>
                  <a:gd name="connsiteY5" fmla="*/ 3028 h 6088"/>
                  <a:gd name="connsiteX6" fmla="*/ 3197 w 3870"/>
                  <a:gd name="connsiteY6" fmla="*/ 1077 h 6088"/>
                  <a:gd name="connsiteX7" fmla="*/ 2255 w 3870"/>
                  <a:gd name="connsiteY7" fmla="*/ 572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 h="6088">
                    <a:moveTo>
                      <a:pt x="0" y="0"/>
                    </a:moveTo>
                    <a:lnTo>
                      <a:pt x="0" y="3465"/>
                    </a:lnTo>
                    <a:lnTo>
                      <a:pt x="740" y="6089"/>
                    </a:lnTo>
                    <a:lnTo>
                      <a:pt x="2625" y="6089"/>
                    </a:lnTo>
                    <a:lnTo>
                      <a:pt x="3500" y="4171"/>
                    </a:lnTo>
                    <a:lnTo>
                      <a:pt x="3870" y="3028"/>
                    </a:lnTo>
                    <a:lnTo>
                      <a:pt x="3197" y="1077"/>
                    </a:lnTo>
                    <a:lnTo>
                      <a:pt x="2255" y="572"/>
                    </a:lnTo>
                    <a:close/>
                  </a:path>
                </a:pathLst>
              </a:custGeom>
              <a:grpFill/>
              <a:ln w="6350" cap="flat">
                <a:solidFill>
                  <a:schemeClr val="bg1"/>
                </a:solidFill>
                <a:prstDash val="solid"/>
                <a:miter/>
              </a:ln>
            </p:spPr>
            <p:txBody>
              <a:bodyPr rtlCol="0" anchor="ctr"/>
              <a:lstStyle/>
              <a:p>
                <a:endParaRPr lang="en-US"/>
              </a:p>
            </p:txBody>
          </p:sp>
        </p:grpSp>
        <p:sp>
          <p:nvSpPr>
            <p:cNvPr id="172" name="Freeform 889">
              <a:extLst>
                <a:ext uri="{FF2B5EF4-FFF2-40B4-BE49-F238E27FC236}">
                  <a16:creationId xmlns:a16="http://schemas.microsoft.com/office/drawing/2014/main" id="{E9427E54-135B-00CC-271F-E861991E292E}"/>
                </a:ext>
              </a:extLst>
            </p:cNvPr>
            <p:cNvSpPr/>
            <p:nvPr/>
          </p:nvSpPr>
          <p:spPr>
            <a:xfrm>
              <a:off x="7450776" y="3336519"/>
              <a:ext cx="409397" cy="292566"/>
            </a:xfrm>
            <a:custGeom>
              <a:avLst/>
              <a:gdLst>
                <a:gd name="connsiteX0" fmla="*/ 537464 w 786002"/>
                <a:gd name="connsiteY0" fmla="*/ 558770 h 561696"/>
                <a:gd name="connsiteX1" fmla="*/ 537464 w 786002"/>
                <a:gd name="connsiteY1" fmla="*/ 555305 h 561696"/>
                <a:gd name="connsiteX2" fmla="*/ 538877 w 786002"/>
                <a:gd name="connsiteY2" fmla="*/ 554868 h 561696"/>
                <a:gd name="connsiteX3" fmla="*/ 537901 w 786002"/>
                <a:gd name="connsiteY3" fmla="*/ 554430 h 561696"/>
                <a:gd name="connsiteX4" fmla="*/ 535444 w 786002"/>
                <a:gd name="connsiteY4" fmla="*/ 551537 h 561696"/>
                <a:gd name="connsiteX5" fmla="*/ 536454 w 786002"/>
                <a:gd name="connsiteY5" fmla="*/ 548644 h 561696"/>
                <a:gd name="connsiteX6" fmla="*/ 538036 w 786002"/>
                <a:gd name="connsiteY6" fmla="*/ 545751 h 561696"/>
                <a:gd name="connsiteX7" fmla="*/ 540493 w 786002"/>
                <a:gd name="connsiteY7" fmla="*/ 541109 h 561696"/>
                <a:gd name="connsiteX8" fmla="*/ 543387 w 786002"/>
                <a:gd name="connsiteY8" fmla="*/ 537408 h 561696"/>
                <a:gd name="connsiteX9" fmla="*/ 547594 w 786002"/>
                <a:gd name="connsiteY9" fmla="*/ 535323 h 561696"/>
                <a:gd name="connsiteX10" fmla="*/ 553954 w 786002"/>
                <a:gd name="connsiteY10" fmla="*/ 535323 h 561696"/>
                <a:gd name="connsiteX11" fmla="*/ 562368 w 786002"/>
                <a:gd name="connsiteY11" fmla="*/ 533573 h 561696"/>
                <a:gd name="connsiteX12" fmla="*/ 565700 w 786002"/>
                <a:gd name="connsiteY12" fmla="*/ 526778 h 561696"/>
                <a:gd name="connsiteX13" fmla="*/ 564556 w 786002"/>
                <a:gd name="connsiteY13" fmla="*/ 521262 h 561696"/>
                <a:gd name="connsiteX14" fmla="*/ 561527 w 786002"/>
                <a:gd name="connsiteY14" fmla="*/ 517359 h 561696"/>
                <a:gd name="connsiteX15" fmla="*/ 564556 w 786002"/>
                <a:gd name="connsiteY15" fmla="*/ 512011 h 561696"/>
                <a:gd name="connsiteX16" fmla="*/ 568897 w 786002"/>
                <a:gd name="connsiteY16" fmla="*/ 509387 h 561696"/>
                <a:gd name="connsiteX17" fmla="*/ 575123 w 786002"/>
                <a:gd name="connsiteY17" fmla="*/ 507940 h 561696"/>
                <a:gd name="connsiteX18" fmla="*/ 580642 w 786002"/>
                <a:gd name="connsiteY18" fmla="*/ 507806 h 561696"/>
                <a:gd name="connsiteX19" fmla="*/ 587744 w 786002"/>
                <a:gd name="connsiteY19" fmla="*/ 506494 h 561696"/>
                <a:gd name="connsiteX20" fmla="*/ 595148 w 786002"/>
                <a:gd name="connsiteY20" fmla="*/ 505182 h 561696"/>
                <a:gd name="connsiteX21" fmla="*/ 602552 w 786002"/>
                <a:gd name="connsiteY21" fmla="*/ 504038 h 561696"/>
                <a:gd name="connsiteX22" fmla="*/ 610090 w 786002"/>
                <a:gd name="connsiteY22" fmla="*/ 504610 h 561696"/>
                <a:gd name="connsiteX23" fmla="*/ 615441 w 786002"/>
                <a:gd name="connsiteY23" fmla="*/ 502154 h 561696"/>
                <a:gd name="connsiteX24" fmla="*/ 616013 w 786002"/>
                <a:gd name="connsiteY24" fmla="*/ 496065 h 561696"/>
                <a:gd name="connsiteX25" fmla="*/ 609787 w 786002"/>
                <a:gd name="connsiteY25" fmla="*/ 488967 h 561696"/>
                <a:gd name="connsiteX26" fmla="*/ 606018 w 786002"/>
                <a:gd name="connsiteY26" fmla="*/ 481869 h 561696"/>
                <a:gd name="connsiteX27" fmla="*/ 605883 w 786002"/>
                <a:gd name="connsiteY27" fmla="*/ 476083 h 561696"/>
                <a:gd name="connsiteX28" fmla="*/ 609215 w 786002"/>
                <a:gd name="connsiteY28" fmla="*/ 473897 h 561696"/>
                <a:gd name="connsiteX29" fmla="*/ 615441 w 786002"/>
                <a:gd name="connsiteY29" fmla="*/ 474199 h 561696"/>
                <a:gd name="connsiteX30" fmla="*/ 621230 w 786002"/>
                <a:gd name="connsiteY30" fmla="*/ 478404 h 561696"/>
                <a:gd name="connsiteX31" fmla="*/ 627759 w 786002"/>
                <a:gd name="connsiteY31" fmla="*/ 479716 h 561696"/>
                <a:gd name="connsiteX32" fmla="*/ 629913 w 786002"/>
                <a:gd name="connsiteY32" fmla="*/ 476521 h 561696"/>
                <a:gd name="connsiteX33" fmla="*/ 637586 w 786002"/>
                <a:gd name="connsiteY33" fmla="*/ 473762 h 561696"/>
                <a:gd name="connsiteX34" fmla="*/ 641927 w 786002"/>
                <a:gd name="connsiteY34" fmla="*/ 472013 h 561696"/>
                <a:gd name="connsiteX35" fmla="*/ 645562 w 786002"/>
                <a:gd name="connsiteY35" fmla="*/ 470129 h 561696"/>
                <a:gd name="connsiteX36" fmla="*/ 639336 w 786002"/>
                <a:gd name="connsiteY36" fmla="*/ 466059 h 561696"/>
                <a:gd name="connsiteX37" fmla="*/ 639201 w 786002"/>
                <a:gd name="connsiteY37" fmla="*/ 461585 h 561696"/>
                <a:gd name="connsiteX38" fmla="*/ 641961 w 786002"/>
                <a:gd name="connsiteY38" fmla="*/ 459398 h 561696"/>
                <a:gd name="connsiteX39" fmla="*/ 645293 w 786002"/>
                <a:gd name="connsiteY39" fmla="*/ 459398 h 561696"/>
                <a:gd name="connsiteX40" fmla="*/ 650072 w 786002"/>
                <a:gd name="connsiteY40" fmla="*/ 460845 h 561696"/>
                <a:gd name="connsiteX41" fmla="*/ 653101 w 786002"/>
                <a:gd name="connsiteY41" fmla="*/ 461417 h 561696"/>
                <a:gd name="connsiteX42" fmla="*/ 654413 w 786002"/>
                <a:gd name="connsiteY42" fmla="*/ 458961 h 561696"/>
                <a:gd name="connsiteX43" fmla="*/ 652966 w 786002"/>
                <a:gd name="connsiteY43" fmla="*/ 454319 h 561696"/>
                <a:gd name="connsiteX44" fmla="*/ 649332 w 786002"/>
                <a:gd name="connsiteY44" fmla="*/ 447221 h 561696"/>
                <a:gd name="connsiteX45" fmla="*/ 649466 w 786002"/>
                <a:gd name="connsiteY45" fmla="*/ 443184 h 561696"/>
                <a:gd name="connsiteX46" fmla="*/ 651485 w 786002"/>
                <a:gd name="connsiteY46" fmla="*/ 441434 h 561696"/>
                <a:gd name="connsiteX47" fmla="*/ 654380 w 786002"/>
                <a:gd name="connsiteY47" fmla="*/ 433765 h 561696"/>
                <a:gd name="connsiteX48" fmla="*/ 658149 w 786002"/>
                <a:gd name="connsiteY48" fmla="*/ 429123 h 561696"/>
                <a:gd name="connsiteX49" fmla="*/ 664106 w 786002"/>
                <a:gd name="connsiteY49" fmla="*/ 427104 h 561696"/>
                <a:gd name="connsiteX50" fmla="*/ 670197 w 786002"/>
                <a:gd name="connsiteY50" fmla="*/ 425489 h 561696"/>
                <a:gd name="connsiteX51" fmla="*/ 674101 w 786002"/>
                <a:gd name="connsiteY51" fmla="*/ 422596 h 561696"/>
                <a:gd name="connsiteX52" fmla="*/ 679318 w 786002"/>
                <a:gd name="connsiteY52" fmla="*/ 421722 h 561696"/>
                <a:gd name="connsiteX53" fmla="*/ 683390 w 786002"/>
                <a:gd name="connsiteY53" fmla="*/ 420578 h 561696"/>
                <a:gd name="connsiteX54" fmla="*/ 685712 w 786002"/>
                <a:gd name="connsiteY54" fmla="*/ 417954 h 561696"/>
                <a:gd name="connsiteX55" fmla="*/ 687159 w 786002"/>
                <a:gd name="connsiteY55" fmla="*/ 416373 h 561696"/>
                <a:gd name="connsiteX56" fmla="*/ 688169 w 786002"/>
                <a:gd name="connsiteY56" fmla="*/ 413312 h 561696"/>
                <a:gd name="connsiteX57" fmla="*/ 690491 w 786002"/>
                <a:gd name="connsiteY57" fmla="*/ 412437 h 561696"/>
                <a:gd name="connsiteX58" fmla="*/ 693520 w 786002"/>
                <a:gd name="connsiteY58" fmla="*/ 410856 h 561696"/>
                <a:gd name="connsiteX59" fmla="*/ 698030 w 786002"/>
                <a:gd name="connsiteY59" fmla="*/ 409107 h 561696"/>
                <a:gd name="connsiteX60" fmla="*/ 700487 w 786002"/>
                <a:gd name="connsiteY60" fmla="*/ 408401 h 561696"/>
                <a:gd name="connsiteX61" fmla="*/ 702506 w 786002"/>
                <a:gd name="connsiteY61" fmla="*/ 407223 h 561696"/>
                <a:gd name="connsiteX62" fmla="*/ 705568 w 786002"/>
                <a:gd name="connsiteY62" fmla="*/ 404465 h 561696"/>
                <a:gd name="connsiteX63" fmla="*/ 706006 w 786002"/>
                <a:gd name="connsiteY63" fmla="*/ 402278 h 561696"/>
                <a:gd name="connsiteX64" fmla="*/ 710347 w 786002"/>
                <a:gd name="connsiteY64" fmla="*/ 398948 h 561696"/>
                <a:gd name="connsiteX65" fmla="*/ 712669 w 786002"/>
                <a:gd name="connsiteY65" fmla="*/ 396627 h 561696"/>
                <a:gd name="connsiteX66" fmla="*/ 715126 w 786002"/>
                <a:gd name="connsiteY66" fmla="*/ 393431 h 561696"/>
                <a:gd name="connsiteX67" fmla="*/ 716001 w 786002"/>
                <a:gd name="connsiteY67" fmla="*/ 387914 h 561696"/>
                <a:gd name="connsiteX68" fmla="*/ 722800 w 786002"/>
                <a:gd name="connsiteY68" fmla="*/ 381388 h 561696"/>
                <a:gd name="connsiteX69" fmla="*/ 723540 w 786002"/>
                <a:gd name="connsiteY69" fmla="*/ 372709 h 561696"/>
                <a:gd name="connsiteX70" fmla="*/ 720915 w 786002"/>
                <a:gd name="connsiteY70" fmla="*/ 368638 h 561696"/>
                <a:gd name="connsiteX71" fmla="*/ 719333 w 786002"/>
                <a:gd name="connsiteY71" fmla="*/ 364131 h 561696"/>
                <a:gd name="connsiteX72" fmla="*/ 718895 w 786002"/>
                <a:gd name="connsiteY72" fmla="*/ 356595 h 561696"/>
                <a:gd name="connsiteX73" fmla="*/ 717314 w 786002"/>
                <a:gd name="connsiteY73" fmla="*/ 353702 h 561696"/>
                <a:gd name="connsiteX74" fmla="*/ 714857 w 786002"/>
                <a:gd name="connsiteY74" fmla="*/ 350372 h 561696"/>
                <a:gd name="connsiteX75" fmla="*/ 714857 w 786002"/>
                <a:gd name="connsiteY75" fmla="*/ 346739 h 561696"/>
                <a:gd name="connsiteX76" fmla="*/ 717751 w 786002"/>
                <a:gd name="connsiteY76" fmla="*/ 343106 h 561696"/>
                <a:gd name="connsiteX77" fmla="*/ 718761 w 786002"/>
                <a:gd name="connsiteY77" fmla="*/ 340482 h 561696"/>
                <a:gd name="connsiteX78" fmla="*/ 718054 w 786002"/>
                <a:gd name="connsiteY78" fmla="*/ 332812 h 561696"/>
                <a:gd name="connsiteX79" fmla="*/ 718323 w 786002"/>
                <a:gd name="connsiteY79" fmla="*/ 328742 h 561696"/>
                <a:gd name="connsiteX80" fmla="*/ 718323 w 786002"/>
                <a:gd name="connsiteY80" fmla="*/ 323965 h 561696"/>
                <a:gd name="connsiteX81" fmla="*/ 723237 w 786002"/>
                <a:gd name="connsiteY81" fmla="*/ 321644 h 561696"/>
                <a:gd name="connsiteX82" fmla="*/ 724247 w 786002"/>
                <a:gd name="connsiteY82" fmla="*/ 320635 h 561696"/>
                <a:gd name="connsiteX83" fmla="*/ 728588 w 786002"/>
                <a:gd name="connsiteY83" fmla="*/ 315555 h 561696"/>
                <a:gd name="connsiteX84" fmla="*/ 734545 w 786002"/>
                <a:gd name="connsiteY84" fmla="*/ 311922 h 561696"/>
                <a:gd name="connsiteX85" fmla="*/ 738886 w 786002"/>
                <a:gd name="connsiteY85" fmla="*/ 311216 h 561696"/>
                <a:gd name="connsiteX86" fmla="*/ 742656 w 786002"/>
                <a:gd name="connsiteY86" fmla="*/ 310072 h 561696"/>
                <a:gd name="connsiteX87" fmla="*/ 746122 w 786002"/>
                <a:gd name="connsiteY87" fmla="*/ 307044 h 561696"/>
                <a:gd name="connsiteX88" fmla="*/ 748444 w 786002"/>
                <a:gd name="connsiteY88" fmla="*/ 301965 h 561696"/>
                <a:gd name="connsiteX89" fmla="*/ 746560 w 786002"/>
                <a:gd name="connsiteY89" fmla="*/ 298197 h 561696"/>
                <a:gd name="connsiteX90" fmla="*/ 739896 w 786002"/>
                <a:gd name="connsiteY90" fmla="*/ 292848 h 561696"/>
                <a:gd name="connsiteX91" fmla="*/ 743396 w 786002"/>
                <a:gd name="connsiteY91" fmla="*/ 285616 h 561696"/>
                <a:gd name="connsiteX92" fmla="*/ 751204 w 786002"/>
                <a:gd name="connsiteY92" fmla="*/ 280839 h 561696"/>
                <a:gd name="connsiteX93" fmla="*/ 756723 w 786002"/>
                <a:gd name="connsiteY93" fmla="*/ 280839 h 561696"/>
                <a:gd name="connsiteX94" fmla="*/ 759618 w 786002"/>
                <a:gd name="connsiteY94" fmla="*/ 282151 h 561696"/>
                <a:gd name="connsiteX95" fmla="*/ 766719 w 786002"/>
                <a:gd name="connsiteY95" fmla="*/ 276802 h 561696"/>
                <a:gd name="connsiteX96" fmla="*/ 772507 w 786002"/>
                <a:gd name="connsiteY96" fmla="*/ 274481 h 561696"/>
                <a:gd name="connsiteX97" fmla="*/ 775132 w 786002"/>
                <a:gd name="connsiteY97" fmla="*/ 273169 h 561696"/>
                <a:gd name="connsiteX98" fmla="*/ 775267 w 786002"/>
                <a:gd name="connsiteY98" fmla="*/ 268830 h 561696"/>
                <a:gd name="connsiteX99" fmla="*/ 769613 w 786002"/>
                <a:gd name="connsiteY99" fmla="*/ 261429 h 561696"/>
                <a:gd name="connsiteX100" fmla="*/ 768300 w 786002"/>
                <a:gd name="connsiteY100" fmla="*/ 257796 h 561696"/>
                <a:gd name="connsiteX101" fmla="*/ 765709 w 786002"/>
                <a:gd name="connsiteY101" fmla="*/ 249251 h 561696"/>
                <a:gd name="connsiteX102" fmla="*/ 766146 w 786002"/>
                <a:gd name="connsiteY102" fmla="*/ 243600 h 561696"/>
                <a:gd name="connsiteX103" fmla="*/ 771801 w 786002"/>
                <a:gd name="connsiteY103" fmla="*/ 239126 h 561696"/>
                <a:gd name="connsiteX104" fmla="*/ 777589 w 786002"/>
                <a:gd name="connsiteY104" fmla="*/ 237545 h 561696"/>
                <a:gd name="connsiteX105" fmla="*/ 783108 w 786002"/>
                <a:gd name="connsiteY105" fmla="*/ 235526 h 561696"/>
                <a:gd name="connsiteX106" fmla="*/ 786003 w 786002"/>
                <a:gd name="connsiteY106" fmla="*/ 229875 h 561696"/>
                <a:gd name="connsiteX107" fmla="*/ 784118 w 786002"/>
                <a:gd name="connsiteY107" fmla="*/ 224661 h 561696"/>
                <a:gd name="connsiteX108" fmla="*/ 781931 w 786002"/>
                <a:gd name="connsiteY108" fmla="*/ 218572 h 561696"/>
                <a:gd name="connsiteX109" fmla="*/ 782233 w 786002"/>
                <a:gd name="connsiteY109" fmla="*/ 213492 h 561696"/>
                <a:gd name="connsiteX110" fmla="*/ 781661 w 786002"/>
                <a:gd name="connsiteY110" fmla="*/ 208413 h 561696"/>
                <a:gd name="connsiteX111" fmla="*/ 775873 w 786002"/>
                <a:gd name="connsiteY111" fmla="*/ 203939 h 561696"/>
                <a:gd name="connsiteX112" fmla="*/ 773988 w 786002"/>
                <a:gd name="connsiteY112" fmla="*/ 201046 h 561696"/>
                <a:gd name="connsiteX113" fmla="*/ 772676 w 786002"/>
                <a:gd name="connsiteY113" fmla="*/ 198287 h 561696"/>
                <a:gd name="connsiteX114" fmla="*/ 772103 w 786002"/>
                <a:gd name="connsiteY114" fmla="*/ 194654 h 561696"/>
                <a:gd name="connsiteX115" fmla="*/ 773248 w 786002"/>
                <a:gd name="connsiteY115" fmla="*/ 191627 h 561696"/>
                <a:gd name="connsiteX116" fmla="*/ 775132 w 786002"/>
                <a:gd name="connsiteY116" fmla="*/ 188599 h 561696"/>
                <a:gd name="connsiteX117" fmla="*/ 778329 w 786002"/>
                <a:gd name="connsiteY117" fmla="*/ 185403 h 561696"/>
                <a:gd name="connsiteX118" fmla="*/ 781964 w 786002"/>
                <a:gd name="connsiteY118" fmla="*/ 181770 h 561696"/>
                <a:gd name="connsiteX119" fmla="*/ 778633 w 786002"/>
                <a:gd name="connsiteY119" fmla="*/ 181030 h 561696"/>
                <a:gd name="connsiteX120" fmla="*/ 774863 w 786002"/>
                <a:gd name="connsiteY120" fmla="*/ 181602 h 561696"/>
                <a:gd name="connsiteX121" fmla="*/ 770219 w 786002"/>
                <a:gd name="connsiteY121" fmla="*/ 182174 h 561696"/>
                <a:gd name="connsiteX122" fmla="*/ 765575 w 786002"/>
                <a:gd name="connsiteY122" fmla="*/ 181165 h 561696"/>
                <a:gd name="connsiteX123" fmla="*/ 761368 w 786002"/>
                <a:gd name="connsiteY123" fmla="*/ 180862 h 561696"/>
                <a:gd name="connsiteX124" fmla="*/ 757733 w 786002"/>
                <a:gd name="connsiteY124" fmla="*/ 180727 h 561696"/>
                <a:gd name="connsiteX125" fmla="*/ 754401 w 786002"/>
                <a:gd name="connsiteY125" fmla="*/ 180727 h 561696"/>
                <a:gd name="connsiteX126" fmla="*/ 750766 w 786002"/>
                <a:gd name="connsiteY126" fmla="*/ 181737 h 561696"/>
                <a:gd name="connsiteX127" fmla="*/ 746122 w 786002"/>
                <a:gd name="connsiteY127" fmla="*/ 183318 h 561696"/>
                <a:gd name="connsiteX128" fmla="*/ 742218 w 786002"/>
                <a:gd name="connsiteY128" fmla="*/ 186345 h 561696"/>
                <a:gd name="connsiteX129" fmla="*/ 738314 w 786002"/>
                <a:gd name="connsiteY129" fmla="*/ 187926 h 561696"/>
                <a:gd name="connsiteX130" fmla="*/ 733098 w 786002"/>
                <a:gd name="connsiteY130" fmla="*/ 191694 h 561696"/>
                <a:gd name="connsiteX131" fmla="*/ 729631 w 786002"/>
                <a:gd name="connsiteY131" fmla="*/ 191694 h 561696"/>
                <a:gd name="connsiteX132" fmla="*/ 728050 w 786002"/>
                <a:gd name="connsiteY132" fmla="*/ 190819 h 561696"/>
                <a:gd name="connsiteX133" fmla="*/ 723708 w 786002"/>
                <a:gd name="connsiteY133" fmla="*/ 188633 h 561696"/>
                <a:gd name="connsiteX134" fmla="*/ 719939 w 786002"/>
                <a:gd name="connsiteY134" fmla="*/ 186312 h 561696"/>
                <a:gd name="connsiteX135" fmla="*/ 719064 w 786002"/>
                <a:gd name="connsiteY135" fmla="*/ 183856 h 561696"/>
                <a:gd name="connsiteX136" fmla="*/ 719501 w 786002"/>
                <a:gd name="connsiteY136" fmla="*/ 181097 h 561696"/>
                <a:gd name="connsiteX137" fmla="*/ 719636 w 786002"/>
                <a:gd name="connsiteY137" fmla="*/ 175177 h 561696"/>
                <a:gd name="connsiteX138" fmla="*/ 720074 w 786002"/>
                <a:gd name="connsiteY138" fmla="*/ 170669 h 561696"/>
                <a:gd name="connsiteX139" fmla="*/ 719939 w 786002"/>
                <a:gd name="connsiteY139" fmla="*/ 167339 h 561696"/>
                <a:gd name="connsiteX140" fmla="*/ 720074 w 786002"/>
                <a:gd name="connsiteY140" fmla="*/ 164143 h 561696"/>
                <a:gd name="connsiteX141" fmla="*/ 720074 w 786002"/>
                <a:gd name="connsiteY141" fmla="*/ 161519 h 561696"/>
                <a:gd name="connsiteX142" fmla="*/ 720646 w 786002"/>
                <a:gd name="connsiteY142" fmla="*/ 155565 h 561696"/>
                <a:gd name="connsiteX143" fmla="*/ 720074 w 786002"/>
                <a:gd name="connsiteY143" fmla="*/ 151797 h 561696"/>
                <a:gd name="connsiteX144" fmla="*/ 720074 w 786002"/>
                <a:gd name="connsiteY144" fmla="*/ 148602 h 561696"/>
                <a:gd name="connsiteX145" fmla="*/ 718761 w 786002"/>
                <a:gd name="connsiteY145" fmla="*/ 144094 h 561696"/>
                <a:gd name="connsiteX146" fmla="*/ 717011 w 786002"/>
                <a:gd name="connsiteY146" fmla="*/ 143219 h 561696"/>
                <a:gd name="connsiteX147" fmla="*/ 713107 w 786002"/>
                <a:gd name="connsiteY147" fmla="*/ 142076 h 561696"/>
                <a:gd name="connsiteX148" fmla="*/ 708765 w 786002"/>
                <a:gd name="connsiteY148" fmla="*/ 141504 h 561696"/>
                <a:gd name="connsiteX149" fmla="*/ 705299 w 786002"/>
                <a:gd name="connsiteY149" fmla="*/ 142244 h 561696"/>
                <a:gd name="connsiteX150" fmla="*/ 702539 w 786002"/>
                <a:gd name="connsiteY150" fmla="*/ 142244 h 561696"/>
                <a:gd name="connsiteX151" fmla="*/ 700352 w 786002"/>
                <a:gd name="connsiteY151" fmla="*/ 143993 h 561696"/>
                <a:gd name="connsiteX152" fmla="*/ 699208 w 786002"/>
                <a:gd name="connsiteY152" fmla="*/ 145170 h 561696"/>
                <a:gd name="connsiteX153" fmla="*/ 697054 w 786002"/>
                <a:gd name="connsiteY153" fmla="*/ 147626 h 561696"/>
                <a:gd name="connsiteX154" fmla="*/ 693587 w 786002"/>
                <a:gd name="connsiteY154" fmla="*/ 149813 h 561696"/>
                <a:gd name="connsiteX155" fmla="*/ 690693 w 786002"/>
                <a:gd name="connsiteY155" fmla="*/ 151562 h 561696"/>
                <a:gd name="connsiteX156" fmla="*/ 688068 w 786002"/>
                <a:gd name="connsiteY156" fmla="*/ 154589 h 561696"/>
                <a:gd name="connsiteX157" fmla="*/ 688203 w 786002"/>
                <a:gd name="connsiteY157" fmla="*/ 159501 h 561696"/>
                <a:gd name="connsiteX158" fmla="*/ 688068 w 786002"/>
                <a:gd name="connsiteY158" fmla="*/ 162091 h 561696"/>
                <a:gd name="connsiteX159" fmla="*/ 685746 w 786002"/>
                <a:gd name="connsiteY159" fmla="*/ 166565 h 561696"/>
                <a:gd name="connsiteX160" fmla="*/ 680529 w 786002"/>
                <a:gd name="connsiteY160" fmla="*/ 167742 h 561696"/>
                <a:gd name="connsiteX161" fmla="*/ 675178 w 786002"/>
                <a:gd name="connsiteY161" fmla="*/ 165724 h 561696"/>
                <a:gd name="connsiteX162" fmla="*/ 672284 w 786002"/>
                <a:gd name="connsiteY162" fmla="*/ 162394 h 561696"/>
                <a:gd name="connsiteX163" fmla="*/ 671409 w 786002"/>
                <a:gd name="connsiteY163" fmla="*/ 158929 h 561696"/>
                <a:gd name="connsiteX164" fmla="*/ 671274 w 786002"/>
                <a:gd name="connsiteY164" fmla="*/ 155027 h 561696"/>
                <a:gd name="connsiteX165" fmla="*/ 670837 w 786002"/>
                <a:gd name="connsiteY165" fmla="*/ 151999 h 561696"/>
                <a:gd name="connsiteX166" fmla="*/ 670702 w 786002"/>
                <a:gd name="connsiteY166" fmla="*/ 148097 h 561696"/>
                <a:gd name="connsiteX167" fmla="*/ 671005 w 786002"/>
                <a:gd name="connsiteY167" fmla="*/ 143758 h 561696"/>
                <a:gd name="connsiteX168" fmla="*/ 676087 w 786002"/>
                <a:gd name="connsiteY168" fmla="*/ 137534 h 561696"/>
                <a:gd name="connsiteX169" fmla="*/ 676524 w 786002"/>
                <a:gd name="connsiteY169" fmla="*/ 137400 h 561696"/>
                <a:gd name="connsiteX170" fmla="*/ 677669 w 786002"/>
                <a:gd name="connsiteY170" fmla="*/ 134069 h 561696"/>
                <a:gd name="connsiteX171" fmla="*/ 681741 w 786002"/>
                <a:gd name="connsiteY171" fmla="*/ 131311 h 561696"/>
                <a:gd name="connsiteX172" fmla="*/ 683053 w 786002"/>
                <a:gd name="connsiteY172" fmla="*/ 130167 h 561696"/>
                <a:gd name="connsiteX173" fmla="*/ 688842 w 786002"/>
                <a:gd name="connsiteY173" fmla="*/ 128283 h 561696"/>
                <a:gd name="connsiteX174" fmla="*/ 688707 w 786002"/>
                <a:gd name="connsiteY174" fmla="*/ 125828 h 561696"/>
                <a:gd name="connsiteX175" fmla="*/ 688842 w 786002"/>
                <a:gd name="connsiteY175" fmla="*/ 123237 h 561696"/>
                <a:gd name="connsiteX176" fmla="*/ 689145 w 786002"/>
                <a:gd name="connsiteY176" fmla="*/ 121353 h 561696"/>
                <a:gd name="connsiteX177" fmla="*/ 691030 w 786002"/>
                <a:gd name="connsiteY177" fmla="*/ 118326 h 561696"/>
                <a:gd name="connsiteX178" fmla="*/ 691332 w 786002"/>
                <a:gd name="connsiteY178" fmla="*/ 117889 h 561696"/>
                <a:gd name="connsiteX179" fmla="*/ 695236 w 786002"/>
                <a:gd name="connsiteY179" fmla="*/ 116005 h 561696"/>
                <a:gd name="connsiteX180" fmla="*/ 697693 w 786002"/>
                <a:gd name="connsiteY180" fmla="*/ 113684 h 561696"/>
                <a:gd name="connsiteX181" fmla="*/ 699578 w 786002"/>
                <a:gd name="connsiteY181" fmla="*/ 111800 h 561696"/>
                <a:gd name="connsiteX182" fmla="*/ 701765 w 786002"/>
                <a:gd name="connsiteY182" fmla="*/ 111228 h 561696"/>
                <a:gd name="connsiteX183" fmla="*/ 704660 w 786002"/>
                <a:gd name="connsiteY183" fmla="*/ 109647 h 561696"/>
                <a:gd name="connsiteX184" fmla="*/ 706241 w 786002"/>
                <a:gd name="connsiteY184" fmla="*/ 107628 h 561696"/>
                <a:gd name="connsiteX185" fmla="*/ 706814 w 786002"/>
                <a:gd name="connsiteY185" fmla="*/ 106047 h 561696"/>
                <a:gd name="connsiteX186" fmla="*/ 707823 w 786002"/>
                <a:gd name="connsiteY186" fmla="*/ 101405 h 561696"/>
                <a:gd name="connsiteX187" fmla="*/ 708530 w 786002"/>
                <a:gd name="connsiteY187" fmla="*/ 95888 h 561696"/>
                <a:gd name="connsiteX188" fmla="*/ 705636 w 786002"/>
                <a:gd name="connsiteY188" fmla="*/ 85157 h 561696"/>
                <a:gd name="connsiteX189" fmla="*/ 706208 w 786002"/>
                <a:gd name="connsiteY189" fmla="*/ 80818 h 561696"/>
                <a:gd name="connsiteX190" fmla="*/ 706645 w 786002"/>
                <a:gd name="connsiteY190" fmla="*/ 77050 h 561696"/>
                <a:gd name="connsiteX191" fmla="*/ 708833 w 786002"/>
                <a:gd name="connsiteY191" fmla="*/ 74022 h 561696"/>
                <a:gd name="connsiteX192" fmla="*/ 710583 w 786002"/>
                <a:gd name="connsiteY192" fmla="*/ 71399 h 561696"/>
                <a:gd name="connsiteX193" fmla="*/ 712468 w 786002"/>
                <a:gd name="connsiteY193" fmla="*/ 69380 h 561696"/>
                <a:gd name="connsiteX194" fmla="*/ 714790 w 786002"/>
                <a:gd name="connsiteY194" fmla="*/ 67799 h 561696"/>
                <a:gd name="connsiteX195" fmla="*/ 716371 w 786002"/>
                <a:gd name="connsiteY195" fmla="*/ 67059 h 561696"/>
                <a:gd name="connsiteX196" fmla="*/ 717987 w 786002"/>
                <a:gd name="connsiteY196" fmla="*/ 66353 h 561696"/>
                <a:gd name="connsiteX197" fmla="*/ 719434 w 786002"/>
                <a:gd name="connsiteY197" fmla="*/ 64166 h 561696"/>
                <a:gd name="connsiteX198" fmla="*/ 721891 w 786002"/>
                <a:gd name="connsiteY198" fmla="*/ 61542 h 561696"/>
                <a:gd name="connsiteX199" fmla="*/ 721891 w 786002"/>
                <a:gd name="connsiteY199" fmla="*/ 57472 h 561696"/>
                <a:gd name="connsiteX200" fmla="*/ 719939 w 786002"/>
                <a:gd name="connsiteY200" fmla="*/ 55722 h 561696"/>
                <a:gd name="connsiteX201" fmla="*/ 717549 w 786002"/>
                <a:gd name="connsiteY201" fmla="*/ 54579 h 561696"/>
                <a:gd name="connsiteX202" fmla="*/ 715227 w 786002"/>
                <a:gd name="connsiteY202" fmla="*/ 54007 h 561696"/>
                <a:gd name="connsiteX203" fmla="*/ 712468 w 786002"/>
                <a:gd name="connsiteY203" fmla="*/ 54007 h 561696"/>
                <a:gd name="connsiteX204" fmla="*/ 710145 w 786002"/>
                <a:gd name="connsiteY204" fmla="*/ 53872 h 561696"/>
                <a:gd name="connsiteX205" fmla="*/ 706241 w 786002"/>
                <a:gd name="connsiteY205" fmla="*/ 54310 h 561696"/>
                <a:gd name="connsiteX206" fmla="*/ 704222 w 786002"/>
                <a:gd name="connsiteY206" fmla="*/ 54747 h 561696"/>
                <a:gd name="connsiteX207" fmla="*/ 701025 w 786002"/>
                <a:gd name="connsiteY207" fmla="*/ 55891 h 561696"/>
                <a:gd name="connsiteX208" fmla="*/ 698265 w 786002"/>
                <a:gd name="connsiteY208" fmla="*/ 55016 h 561696"/>
                <a:gd name="connsiteX209" fmla="*/ 696381 w 786002"/>
                <a:gd name="connsiteY209" fmla="*/ 52392 h 561696"/>
                <a:gd name="connsiteX210" fmla="*/ 694933 w 786002"/>
                <a:gd name="connsiteY210" fmla="*/ 50206 h 561696"/>
                <a:gd name="connsiteX211" fmla="*/ 693789 w 786002"/>
                <a:gd name="connsiteY211" fmla="*/ 48456 h 561696"/>
                <a:gd name="connsiteX212" fmla="*/ 693520 w 786002"/>
                <a:gd name="connsiteY212" fmla="*/ 44823 h 561696"/>
                <a:gd name="connsiteX213" fmla="*/ 695102 w 786002"/>
                <a:gd name="connsiteY213" fmla="*/ 40484 h 561696"/>
                <a:gd name="connsiteX214" fmla="*/ 697121 w 786002"/>
                <a:gd name="connsiteY214" fmla="*/ 37591 h 561696"/>
                <a:gd name="connsiteX215" fmla="*/ 698131 w 786002"/>
                <a:gd name="connsiteY215" fmla="*/ 35572 h 561696"/>
                <a:gd name="connsiteX216" fmla="*/ 700285 w 786002"/>
                <a:gd name="connsiteY216" fmla="*/ 32511 h 561696"/>
                <a:gd name="connsiteX217" fmla="*/ 700015 w 786002"/>
                <a:gd name="connsiteY217" fmla="*/ 31065 h 561696"/>
                <a:gd name="connsiteX218" fmla="*/ 699578 w 786002"/>
                <a:gd name="connsiteY218" fmla="*/ 28037 h 561696"/>
                <a:gd name="connsiteX219" fmla="*/ 699275 w 786002"/>
                <a:gd name="connsiteY219" fmla="*/ 25279 h 561696"/>
                <a:gd name="connsiteX220" fmla="*/ 700150 w 786002"/>
                <a:gd name="connsiteY220" fmla="*/ 22251 h 561696"/>
                <a:gd name="connsiteX221" fmla="*/ 701025 w 786002"/>
                <a:gd name="connsiteY221" fmla="*/ 18046 h 561696"/>
                <a:gd name="connsiteX222" fmla="*/ 701025 w 786002"/>
                <a:gd name="connsiteY222" fmla="*/ 14144 h 561696"/>
                <a:gd name="connsiteX223" fmla="*/ 699510 w 786002"/>
                <a:gd name="connsiteY223" fmla="*/ 11957 h 561696"/>
                <a:gd name="connsiteX224" fmla="*/ 696852 w 786002"/>
                <a:gd name="connsiteY224" fmla="*/ 8930 h 561696"/>
                <a:gd name="connsiteX225" fmla="*/ 693789 w 786002"/>
                <a:gd name="connsiteY225" fmla="*/ 6306 h 561696"/>
                <a:gd name="connsiteX226" fmla="*/ 690020 w 786002"/>
                <a:gd name="connsiteY226" fmla="*/ 7181 h 561696"/>
                <a:gd name="connsiteX227" fmla="*/ 688270 w 786002"/>
                <a:gd name="connsiteY227" fmla="*/ 8930 h 561696"/>
                <a:gd name="connsiteX228" fmla="*/ 684669 w 786002"/>
                <a:gd name="connsiteY228" fmla="*/ 9064 h 561696"/>
                <a:gd name="connsiteX229" fmla="*/ 678712 w 786002"/>
                <a:gd name="connsiteY229" fmla="*/ 6609 h 561696"/>
                <a:gd name="connsiteX230" fmla="*/ 676524 w 786002"/>
                <a:gd name="connsiteY230" fmla="*/ 4590 h 561696"/>
                <a:gd name="connsiteX231" fmla="*/ 673495 w 786002"/>
                <a:gd name="connsiteY231" fmla="*/ 2572 h 561696"/>
                <a:gd name="connsiteX232" fmla="*/ 670601 w 786002"/>
                <a:gd name="connsiteY232" fmla="*/ 116 h 561696"/>
                <a:gd name="connsiteX233" fmla="*/ 668582 w 786002"/>
                <a:gd name="connsiteY233" fmla="*/ 1428 h 561696"/>
                <a:gd name="connsiteX234" fmla="*/ 668010 w 786002"/>
                <a:gd name="connsiteY234" fmla="*/ 2303 h 561696"/>
                <a:gd name="connsiteX235" fmla="*/ 666697 w 786002"/>
                <a:gd name="connsiteY235" fmla="*/ 4759 h 561696"/>
                <a:gd name="connsiteX236" fmla="*/ 665519 w 786002"/>
                <a:gd name="connsiteY236" fmla="*/ 8089 h 561696"/>
                <a:gd name="connsiteX237" fmla="*/ 664813 w 786002"/>
                <a:gd name="connsiteY237" fmla="*/ 10107 h 561696"/>
                <a:gd name="connsiteX238" fmla="*/ 663063 w 786002"/>
                <a:gd name="connsiteY238" fmla="*/ 12294 h 561696"/>
                <a:gd name="connsiteX239" fmla="*/ 659865 w 786002"/>
                <a:gd name="connsiteY239" fmla="*/ 14312 h 561696"/>
                <a:gd name="connsiteX240" fmla="*/ 654077 w 786002"/>
                <a:gd name="connsiteY240" fmla="*/ 14615 h 561696"/>
                <a:gd name="connsiteX241" fmla="*/ 651889 w 786002"/>
                <a:gd name="connsiteY241" fmla="*/ 13606 h 561696"/>
                <a:gd name="connsiteX242" fmla="*/ 646538 w 786002"/>
                <a:gd name="connsiteY242" fmla="*/ 8257 h 561696"/>
                <a:gd name="connsiteX243" fmla="*/ 644519 w 786002"/>
                <a:gd name="connsiteY243" fmla="*/ 6811 h 561696"/>
                <a:gd name="connsiteX244" fmla="*/ 641322 w 786002"/>
                <a:gd name="connsiteY244" fmla="*/ 6811 h 561696"/>
                <a:gd name="connsiteX245" fmla="*/ 637687 w 786002"/>
                <a:gd name="connsiteY245" fmla="*/ 8627 h 561696"/>
                <a:gd name="connsiteX246" fmla="*/ 629711 w 786002"/>
                <a:gd name="connsiteY246" fmla="*/ 9569 h 561696"/>
                <a:gd name="connsiteX247" fmla="*/ 628836 w 786002"/>
                <a:gd name="connsiteY247" fmla="*/ 14346 h 561696"/>
                <a:gd name="connsiteX248" fmla="*/ 627389 w 786002"/>
                <a:gd name="connsiteY248" fmla="*/ 17811 h 561696"/>
                <a:gd name="connsiteX249" fmla="*/ 623922 w 786002"/>
                <a:gd name="connsiteY249" fmla="*/ 20838 h 561696"/>
                <a:gd name="connsiteX250" fmla="*/ 620288 w 786002"/>
                <a:gd name="connsiteY250" fmla="*/ 22857 h 561696"/>
                <a:gd name="connsiteX251" fmla="*/ 617965 w 786002"/>
                <a:gd name="connsiteY251" fmla="*/ 25480 h 561696"/>
                <a:gd name="connsiteX252" fmla="*/ 616081 w 786002"/>
                <a:gd name="connsiteY252" fmla="*/ 26490 h 561696"/>
                <a:gd name="connsiteX253" fmla="*/ 613893 w 786002"/>
                <a:gd name="connsiteY253" fmla="*/ 27936 h 561696"/>
                <a:gd name="connsiteX254" fmla="*/ 612143 w 786002"/>
                <a:gd name="connsiteY254" fmla="*/ 29685 h 561696"/>
                <a:gd name="connsiteX255" fmla="*/ 610561 w 786002"/>
                <a:gd name="connsiteY255" fmla="*/ 32444 h 561696"/>
                <a:gd name="connsiteX256" fmla="*/ 609686 w 786002"/>
                <a:gd name="connsiteY256" fmla="*/ 35640 h 561696"/>
                <a:gd name="connsiteX257" fmla="*/ 608239 w 786002"/>
                <a:gd name="connsiteY257" fmla="*/ 38095 h 561696"/>
                <a:gd name="connsiteX258" fmla="*/ 607364 w 786002"/>
                <a:gd name="connsiteY258" fmla="*/ 43007 h 561696"/>
                <a:gd name="connsiteX259" fmla="*/ 605648 w 786002"/>
                <a:gd name="connsiteY259" fmla="*/ 45328 h 561696"/>
                <a:gd name="connsiteX260" fmla="*/ 602451 w 786002"/>
                <a:gd name="connsiteY260" fmla="*/ 45631 h 561696"/>
                <a:gd name="connsiteX261" fmla="*/ 600566 w 786002"/>
                <a:gd name="connsiteY261" fmla="*/ 43040 h 561696"/>
                <a:gd name="connsiteX262" fmla="*/ 599388 w 786002"/>
                <a:gd name="connsiteY262" fmla="*/ 40585 h 561696"/>
                <a:gd name="connsiteX263" fmla="*/ 598076 w 786002"/>
                <a:gd name="connsiteY263" fmla="*/ 38701 h 561696"/>
                <a:gd name="connsiteX264" fmla="*/ 594609 w 786002"/>
                <a:gd name="connsiteY264" fmla="*/ 37254 h 561696"/>
                <a:gd name="connsiteX265" fmla="*/ 592724 w 786002"/>
                <a:gd name="connsiteY265" fmla="*/ 37389 h 561696"/>
                <a:gd name="connsiteX266" fmla="*/ 591580 w 786002"/>
                <a:gd name="connsiteY266" fmla="*/ 38970 h 561696"/>
                <a:gd name="connsiteX267" fmla="*/ 586061 w 786002"/>
                <a:gd name="connsiteY267" fmla="*/ 41426 h 561696"/>
                <a:gd name="connsiteX268" fmla="*/ 583604 w 786002"/>
                <a:gd name="connsiteY268" fmla="*/ 38230 h 561696"/>
                <a:gd name="connsiteX269" fmla="*/ 582729 w 786002"/>
                <a:gd name="connsiteY269" fmla="*/ 33722 h 561696"/>
                <a:gd name="connsiteX270" fmla="*/ 582729 w 786002"/>
                <a:gd name="connsiteY270" fmla="*/ 27062 h 561696"/>
                <a:gd name="connsiteX271" fmla="*/ 574181 w 786002"/>
                <a:gd name="connsiteY271" fmla="*/ 23866 h 561696"/>
                <a:gd name="connsiteX272" fmla="*/ 571859 w 786002"/>
                <a:gd name="connsiteY272" fmla="*/ 22857 h 561696"/>
                <a:gd name="connsiteX273" fmla="*/ 567080 w 786002"/>
                <a:gd name="connsiteY273" fmla="*/ 24606 h 561696"/>
                <a:gd name="connsiteX274" fmla="*/ 561863 w 786002"/>
                <a:gd name="connsiteY274" fmla="*/ 29080 h 561696"/>
                <a:gd name="connsiteX275" fmla="*/ 560281 w 786002"/>
                <a:gd name="connsiteY275" fmla="*/ 31401 h 561696"/>
                <a:gd name="connsiteX276" fmla="*/ 560281 w 786002"/>
                <a:gd name="connsiteY276" fmla="*/ 37860 h 561696"/>
                <a:gd name="connsiteX277" fmla="*/ 559272 w 786002"/>
                <a:gd name="connsiteY277" fmla="*/ 40215 h 561696"/>
                <a:gd name="connsiteX278" fmla="*/ 557690 w 786002"/>
                <a:gd name="connsiteY278" fmla="*/ 41527 h 561696"/>
                <a:gd name="connsiteX279" fmla="*/ 554055 w 786002"/>
                <a:gd name="connsiteY279" fmla="*/ 45429 h 561696"/>
                <a:gd name="connsiteX280" fmla="*/ 553483 w 786002"/>
                <a:gd name="connsiteY280" fmla="*/ 46001 h 561696"/>
                <a:gd name="connsiteX281" fmla="*/ 553887 w 786002"/>
                <a:gd name="connsiteY281" fmla="*/ 50643 h 561696"/>
                <a:gd name="connsiteX282" fmla="*/ 554156 w 786002"/>
                <a:gd name="connsiteY282" fmla="*/ 51518 h 561696"/>
                <a:gd name="connsiteX283" fmla="*/ 555334 w 786002"/>
                <a:gd name="connsiteY283" fmla="*/ 53704 h 561696"/>
                <a:gd name="connsiteX284" fmla="*/ 556007 w 786002"/>
                <a:gd name="connsiteY284" fmla="*/ 54377 h 561696"/>
                <a:gd name="connsiteX285" fmla="*/ 554459 w 786002"/>
                <a:gd name="connsiteY285" fmla="*/ 57304 h 561696"/>
                <a:gd name="connsiteX286" fmla="*/ 552272 w 786002"/>
                <a:gd name="connsiteY286" fmla="*/ 58178 h 561696"/>
                <a:gd name="connsiteX287" fmla="*/ 547190 w 786002"/>
                <a:gd name="connsiteY287" fmla="*/ 58616 h 561696"/>
                <a:gd name="connsiteX288" fmla="*/ 540829 w 786002"/>
                <a:gd name="connsiteY288" fmla="*/ 57304 h 561696"/>
                <a:gd name="connsiteX289" fmla="*/ 538069 w 786002"/>
                <a:gd name="connsiteY289" fmla="*/ 53671 h 561696"/>
                <a:gd name="connsiteX290" fmla="*/ 539954 w 786002"/>
                <a:gd name="connsiteY290" fmla="*/ 50912 h 561696"/>
                <a:gd name="connsiteX291" fmla="*/ 544868 w 786002"/>
                <a:gd name="connsiteY291" fmla="*/ 47010 h 561696"/>
                <a:gd name="connsiteX292" fmla="*/ 543993 w 786002"/>
                <a:gd name="connsiteY292" fmla="*/ 43680 h 561696"/>
                <a:gd name="connsiteX293" fmla="*/ 538473 w 786002"/>
                <a:gd name="connsiteY293" fmla="*/ 41493 h 561696"/>
                <a:gd name="connsiteX294" fmla="*/ 535848 w 786002"/>
                <a:gd name="connsiteY294" fmla="*/ 39306 h 561696"/>
                <a:gd name="connsiteX295" fmla="*/ 531507 w 786002"/>
                <a:gd name="connsiteY295" fmla="*/ 41493 h 561696"/>
                <a:gd name="connsiteX296" fmla="*/ 526997 w 786002"/>
                <a:gd name="connsiteY296" fmla="*/ 41627 h 561696"/>
                <a:gd name="connsiteX297" fmla="*/ 524540 w 786002"/>
                <a:gd name="connsiteY297" fmla="*/ 40753 h 561696"/>
                <a:gd name="connsiteX298" fmla="*/ 523665 w 786002"/>
                <a:gd name="connsiteY298" fmla="*/ 37995 h 561696"/>
                <a:gd name="connsiteX299" fmla="*/ 519189 w 786002"/>
                <a:gd name="connsiteY299" fmla="*/ 37995 h 561696"/>
                <a:gd name="connsiteX300" fmla="*/ 516598 w 786002"/>
                <a:gd name="connsiteY300" fmla="*/ 37995 h 561696"/>
                <a:gd name="connsiteX301" fmla="*/ 514276 w 786002"/>
                <a:gd name="connsiteY301" fmla="*/ 39138 h 561696"/>
                <a:gd name="connsiteX302" fmla="*/ 513973 w 786002"/>
                <a:gd name="connsiteY302" fmla="*/ 46371 h 561696"/>
                <a:gd name="connsiteX303" fmla="*/ 511785 w 786002"/>
                <a:gd name="connsiteY303" fmla="*/ 49129 h 561696"/>
                <a:gd name="connsiteX304" fmla="*/ 508891 w 786002"/>
                <a:gd name="connsiteY304" fmla="*/ 52325 h 561696"/>
                <a:gd name="connsiteX305" fmla="*/ 506737 w 786002"/>
                <a:gd name="connsiteY305" fmla="*/ 55790 h 561696"/>
                <a:gd name="connsiteX306" fmla="*/ 505593 w 786002"/>
                <a:gd name="connsiteY306" fmla="*/ 58986 h 561696"/>
                <a:gd name="connsiteX307" fmla="*/ 505021 w 786002"/>
                <a:gd name="connsiteY307" fmla="*/ 60869 h 561696"/>
                <a:gd name="connsiteX308" fmla="*/ 502698 w 786002"/>
                <a:gd name="connsiteY308" fmla="*/ 62181 h 561696"/>
                <a:gd name="connsiteX309" fmla="*/ 501386 w 786002"/>
                <a:gd name="connsiteY309" fmla="*/ 64065 h 561696"/>
                <a:gd name="connsiteX310" fmla="*/ 501689 w 786002"/>
                <a:gd name="connsiteY310" fmla="*/ 64940 h 561696"/>
                <a:gd name="connsiteX311" fmla="*/ 503439 w 786002"/>
                <a:gd name="connsiteY311" fmla="*/ 66958 h 561696"/>
                <a:gd name="connsiteX312" fmla="*/ 503574 w 786002"/>
                <a:gd name="connsiteY312" fmla="*/ 67967 h 561696"/>
                <a:gd name="connsiteX313" fmla="*/ 503708 w 786002"/>
                <a:gd name="connsiteY313" fmla="*/ 70154 h 561696"/>
                <a:gd name="connsiteX314" fmla="*/ 502698 w 786002"/>
                <a:gd name="connsiteY314" fmla="*/ 70591 h 561696"/>
                <a:gd name="connsiteX315" fmla="*/ 501386 w 786002"/>
                <a:gd name="connsiteY315" fmla="*/ 73350 h 561696"/>
                <a:gd name="connsiteX316" fmla="*/ 498357 w 786002"/>
                <a:gd name="connsiteY316" fmla="*/ 73787 h 561696"/>
                <a:gd name="connsiteX317" fmla="*/ 494722 w 786002"/>
                <a:gd name="connsiteY317" fmla="*/ 73215 h 561696"/>
                <a:gd name="connsiteX318" fmla="*/ 491088 w 786002"/>
                <a:gd name="connsiteY318" fmla="*/ 72778 h 561696"/>
                <a:gd name="connsiteX319" fmla="*/ 488765 w 786002"/>
                <a:gd name="connsiteY319" fmla="*/ 72038 h 561696"/>
                <a:gd name="connsiteX320" fmla="*/ 486881 w 786002"/>
                <a:gd name="connsiteY320" fmla="*/ 71028 h 561696"/>
                <a:gd name="connsiteX321" fmla="*/ 484996 w 786002"/>
                <a:gd name="connsiteY321" fmla="*/ 69145 h 561696"/>
                <a:gd name="connsiteX322" fmla="*/ 482809 w 786002"/>
                <a:gd name="connsiteY322" fmla="*/ 66386 h 561696"/>
                <a:gd name="connsiteX323" fmla="*/ 482102 w 786002"/>
                <a:gd name="connsiteY323" fmla="*/ 64940 h 561696"/>
                <a:gd name="connsiteX324" fmla="*/ 480924 w 786002"/>
                <a:gd name="connsiteY324" fmla="*/ 64065 h 561696"/>
                <a:gd name="connsiteX325" fmla="*/ 478770 w 786002"/>
                <a:gd name="connsiteY325" fmla="*/ 64065 h 561696"/>
                <a:gd name="connsiteX326" fmla="*/ 476717 w 786002"/>
                <a:gd name="connsiteY326" fmla="*/ 64637 h 561696"/>
                <a:gd name="connsiteX327" fmla="*/ 475135 w 786002"/>
                <a:gd name="connsiteY327" fmla="*/ 65512 h 561696"/>
                <a:gd name="connsiteX328" fmla="*/ 472376 w 786002"/>
                <a:gd name="connsiteY328" fmla="*/ 67261 h 561696"/>
                <a:gd name="connsiteX329" fmla="*/ 470929 w 786002"/>
                <a:gd name="connsiteY329" fmla="*/ 68136 h 561696"/>
                <a:gd name="connsiteX330" fmla="*/ 466587 w 786002"/>
                <a:gd name="connsiteY330" fmla="*/ 70457 h 561696"/>
                <a:gd name="connsiteX331" fmla="*/ 464433 w 786002"/>
                <a:gd name="connsiteY331" fmla="*/ 71769 h 561696"/>
                <a:gd name="connsiteX332" fmla="*/ 462851 w 786002"/>
                <a:gd name="connsiteY332" fmla="*/ 72778 h 561696"/>
                <a:gd name="connsiteX333" fmla="*/ 461404 w 786002"/>
                <a:gd name="connsiteY333" fmla="*/ 74090 h 561696"/>
                <a:gd name="connsiteX334" fmla="*/ 459957 w 786002"/>
                <a:gd name="connsiteY334" fmla="*/ 75402 h 561696"/>
                <a:gd name="connsiteX335" fmla="*/ 459217 w 786002"/>
                <a:gd name="connsiteY335" fmla="*/ 77151 h 561696"/>
                <a:gd name="connsiteX336" fmla="*/ 459217 w 786002"/>
                <a:gd name="connsiteY336" fmla="*/ 78463 h 561696"/>
                <a:gd name="connsiteX337" fmla="*/ 461034 w 786002"/>
                <a:gd name="connsiteY337" fmla="*/ 79035 h 561696"/>
                <a:gd name="connsiteX338" fmla="*/ 462986 w 786002"/>
                <a:gd name="connsiteY338" fmla="*/ 78732 h 561696"/>
                <a:gd name="connsiteX339" fmla="*/ 466621 w 786002"/>
                <a:gd name="connsiteY339" fmla="*/ 77857 h 561696"/>
                <a:gd name="connsiteX340" fmla="*/ 470828 w 786002"/>
                <a:gd name="connsiteY340" fmla="*/ 78867 h 561696"/>
                <a:gd name="connsiteX341" fmla="*/ 471703 w 786002"/>
                <a:gd name="connsiteY341" fmla="*/ 81457 h 561696"/>
                <a:gd name="connsiteX342" fmla="*/ 471837 w 786002"/>
                <a:gd name="connsiteY342" fmla="*/ 84484 h 561696"/>
                <a:gd name="connsiteX343" fmla="*/ 470659 w 786002"/>
                <a:gd name="connsiteY343" fmla="*/ 88689 h 561696"/>
                <a:gd name="connsiteX344" fmla="*/ 468909 w 786002"/>
                <a:gd name="connsiteY344" fmla="*/ 91717 h 561696"/>
                <a:gd name="connsiteX345" fmla="*/ 467765 w 786002"/>
                <a:gd name="connsiteY345" fmla="*/ 92289 h 561696"/>
                <a:gd name="connsiteX346" fmla="*/ 463861 w 786002"/>
                <a:gd name="connsiteY346" fmla="*/ 96494 h 561696"/>
                <a:gd name="connsiteX347" fmla="*/ 458510 w 786002"/>
                <a:gd name="connsiteY347" fmla="*/ 96931 h 561696"/>
                <a:gd name="connsiteX348" fmla="*/ 454034 w 786002"/>
                <a:gd name="connsiteY348" fmla="*/ 96797 h 561696"/>
                <a:gd name="connsiteX349" fmla="*/ 449390 w 786002"/>
                <a:gd name="connsiteY349" fmla="*/ 92322 h 561696"/>
                <a:gd name="connsiteX350" fmla="*/ 449524 w 786002"/>
                <a:gd name="connsiteY350" fmla="*/ 88252 h 561696"/>
                <a:gd name="connsiteX351" fmla="*/ 448212 w 786002"/>
                <a:gd name="connsiteY351" fmla="*/ 85796 h 561696"/>
                <a:gd name="connsiteX352" fmla="*/ 445317 w 786002"/>
                <a:gd name="connsiteY352" fmla="*/ 84484 h 561696"/>
                <a:gd name="connsiteX353" fmla="*/ 443433 w 786002"/>
                <a:gd name="connsiteY353" fmla="*/ 85359 h 561696"/>
                <a:gd name="connsiteX354" fmla="*/ 442120 w 786002"/>
                <a:gd name="connsiteY354" fmla="*/ 86099 h 561696"/>
                <a:gd name="connsiteX355" fmla="*/ 436769 w 786002"/>
                <a:gd name="connsiteY355" fmla="*/ 92020 h 561696"/>
                <a:gd name="connsiteX356" fmla="*/ 436635 w 786002"/>
                <a:gd name="connsiteY356" fmla="*/ 95922 h 561696"/>
                <a:gd name="connsiteX357" fmla="*/ 433875 w 786002"/>
                <a:gd name="connsiteY357" fmla="*/ 98243 h 561696"/>
                <a:gd name="connsiteX358" fmla="*/ 431687 w 786002"/>
                <a:gd name="connsiteY358" fmla="*/ 100261 h 561696"/>
                <a:gd name="connsiteX359" fmla="*/ 429937 w 786002"/>
                <a:gd name="connsiteY359" fmla="*/ 102448 h 561696"/>
                <a:gd name="connsiteX360" fmla="*/ 429634 w 786002"/>
                <a:gd name="connsiteY360" fmla="*/ 106653 h 561696"/>
                <a:gd name="connsiteX361" fmla="*/ 429634 w 786002"/>
                <a:gd name="connsiteY361" fmla="*/ 109714 h 561696"/>
                <a:gd name="connsiteX362" fmla="*/ 429769 w 786002"/>
                <a:gd name="connsiteY362" fmla="*/ 112035 h 561696"/>
                <a:gd name="connsiteX363" fmla="*/ 429197 w 786002"/>
                <a:gd name="connsiteY363" fmla="*/ 115803 h 561696"/>
                <a:gd name="connsiteX364" fmla="*/ 428322 w 786002"/>
                <a:gd name="connsiteY364" fmla="*/ 118427 h 561696"/>
                <a:gd name="connsiteX365" fmla="*/ 425562 w 786002"/>
                <a:gd name="connsiteY365" fmla="*/ 118999 h 561696"/>
                <a:gd name="connsiteX366" fmla="*/ 424250 w 786002"/>
                <a:gd name="connsiteY366" fmla="*/ 118427 h 561696"/>
                <a:gd name="connsiteX367" fmla="*/ 421793 w 786002"/>
                <a:gd name="connsiteY367" fmla="*/ 114659 h 561696"/>
                <a:gd name="connsiteX368" fmla="*/ 420783 w 786002"/>
                <a:gd name="connsiteY368" fmla="*/ 111463 h 561696"/>
                <a:gd name="connsiteX369" fmla="*/ 417149 w 786002"/>
                <a:gd name="connsiteY369" fmla="*/ 109580 h 561696"/>
                <a:gd name="connsiteX370" fmla="*/ 414389 w 786002"/>
                <a:gd name="connsiteY370" fmla="*/ 106821 h 561696"/>
                <a:gd name="connsiteX371" fmla="*/ 408735 w 786002"/>
                <a:gd name="connsiteY371" fmla="*/ 102919 h 561696"/>
                <a:gd name="connsiteX372" fmla="*/ 403216 w 786002"/>
                <a:gd name="connsiteY372" fmla="*/ 99017 h 561696"/>
                <a:gd name="connsiteX373" fmla="*/ 398302 w 786002"/>
                <a:gd name="connsiteY373" fmla="*/ 96258 h 561696"/>
                <a:gd name="connsiteX374" fmla="*/ 390898 w 786002"/>
                <a:gd name="connsiteY374" fmla="*/ 99454 h 561696"/>
                <a:gd name="connsiteX375" fmla="*/ 385681 w 786002"/>
                <a:gd name="connsiteY375" fmla="*/ 103962 h 561696"/>
                <a:gd name="connsiteX376" fmla="*/ 382484 w 786002"/>
                <a:gd name="connsiteY376" fmla="*/ 108739 h 561696"/>
                <a:gd name="connsiteX377" fmla="*/ 381172 w 786002"/>
                <a:gd name="connsiteY377" fmla="*/ 110925 h 561696"/>
                <a:gd name="connsiteX378" fmla="*/ 379994 w 786002"/>
                <a:gd name="connsiteY378" fmla="*/ 116005 h 561696"/>
                <a:gd name="connsiteX379" fmla="*/ 380129 w 786002"/>
                <a:gd name="connsiteY379" fmla="*/ 119772 h 561696"/>
                <a:gd name="connsiteX380" fmla="*/ 381138 w 786002"/>
                <a:gd name="connsiteY380" fmla="*/ 124280 h 561696"/>
                <a:gd name="connsiteX381" fmla="*/ 380263 w 786002"/>
                <a:gd name="connsiteY381" fmla="*/ 127913 h 561696"/>
                <a:gd name="connsiteX382" fmla="*/ 376359 w 786002"/>
                <a:gd name="connsiteY382" fmla="*/ 131378 h 561696"/>
                <a:gd name="connsiteX383" fmla="*/ 373027 w 786002"/>
                <a:gd name="connsiteY383" fmla="*/ 134574 h 561696"/>
                <a:gd name="connsiteX384" fmla="*/ 367373 w 786002"/>
                <a:gd name="connsiteY384" fmla="*/ 136458 h 561696"/>
                <a:gd name="connsiteX385" fmla="*/ 361585 w 786002"/>
                <a:gd name="connsiteY385" fmla="*/ 137198 h 561696"/>
                <a:gd name="connsiteX386" fmla="*/ 354921 w 786002"/>
                <a:gd name="connsiteY386" fmla="*/ 138510 h 561696"/>
                <a:gd name="connsiteX387" fmla="*/ 351455 w 786002"/>
                <a:gd name="connsiteY387" fmla="*/ 139216 h 561696"/>
                <a:gd name="connsiteX388" fmla="*/ 348258 w 786002"/>
                <a:gd name="connsiteY388" fmla="*/ 138644 h 561696"/>
                <a:gd name="connsiteX389" fmla="*/ 343613 w 786002"/>
                <a:gd name="connsiteY389" fmla="*/ 137063 h 561696"/>
                <a:gd name="connsiteX390" fmla="*/ 340281 w 786002"/>
                <a:gd name="connsiteY390" fmla="*/ 135751 h 561696"/>
                <a:gd name="connsiteX391" fmla="*/ 337690 w 786002"/>
                <a:gd name="connsiteY391" fmla="*/ 131849 h 561696"/>
                <a:gd name="connsiteX392" fmla="*/ 336108 w 786002"/>
                <a:gd name="connsiteY392" fmla="*/ 128216 h 561696"/>
                <a:gd name="connsiteX393" fmla="*/ 335233 w 786002"/>
                <a:gd name="connsiteY393" fmla="*/ 124314 h 561696"/>
                <a:gd name="connsiteX394" fmla="*/ 329579 w 786002"/>
                <a:gd name="connsiteY394" fmla="*/ 121993 h 561696"/>
                <a:gd name="connsiteX395" fmla="*/ 328132 w 786002"/>
                <a:gd name="connsiteY395" fmla="*/ 122867 h 561696"/>
                <a:gd name="connsiteX396" fmla="*/ 325541 w 786002"/>
                <a:gd name="connsiteY396" fmla="*/ 125626 h 561696"/>
                <a:gd name="connsiteX397" fmla="*/ 321637 w 786002"/>
                <a:gd name="connsiteY397" fmla="*/ 127644 h 561696"/>
                <a:gd name="connsiteX398" fmla="*/ 318743 w 786002"/>
                <a:gd name="connsiteY398" fmla="*/ 128081 h 561696"/>
                <a:gd name="connsiteX399" fmla="*/ 315108 w 786002"/>
                <a:gd name="connsiteY399" fmla="*/ 128519 h 561696"/>
                <a:gd name="connsiteX400" fmla="*/ 311473 w 786002"/>
                <a:gd name="connsiteY400" fmla="*/ 127644 h 561696"/>
                <a:gd name="connsiteX401" fmla="*/ 308579 w 786002"/>
                <a:gd name="connsiteY401" fmla="*/ 122733 h 561696"/>
                <a:gd name="connsiteX402" fmla="*/ 308713 w 786002"/>
                <a:gd name="connsiteY402" fmla="*/ 116779 h 561696"/>
                <a:gd name="connsiteX403" fmla="*/ 301747 w 786002"/>
                <a:gd name="connsiteY403" fmla="*/ 111127 h 561696"/>
                <a:gd name="connsiteX404" fmla="*/ 300569 w 786002"/>
                <a:gd name="connsiteY404" fmla="*/ 105038 h 561696"/>
                <a:gd name="connsiteX405" fmla="*/ 298112 w 786002"/>
                <a:gd name="connsiteY405" fmla="*/ 99118 h 561696"/>
                <a:gd name="connsiteX406" fmla="*/ 293199 w 786002"/>
                <a:gd name="connsiteY406" fmla="*/ 93769 h 561696"/>
                <a:gd name="connsiteX407" fmla="*/ 289732 w 786002"/>
                <a:gd name="connsiteY407" fmla="*/ 90001 h 561696"/>
                <a:gd name="connsiteX408" fmla="*/ 287107 w 786002"/>
                <a:gd name="connsiteY408" fmla="*/ 89261 h 561696"/>
                <a:gd name="connsiteX409" fmla="*/ 280578 w 786002"/>
                <a:gd name="connsiteY409" fmla="*/ 89261 h 561696"/>
                <a:gd name="connsiteX410" fmla="*/ 273612 w 786002"/>
                <a:gd name="connsiteY410" fmla="*/ 92020 h 561696"/>
                <a:gd name="connsiteX411" fmla="*/ 268698 w 786002"/>
                <a:gd name="connsiteY411" fmla="*/ 95350 h 561696"/>
                <a:gd name="connsiteX412" fmla="*/ 266073 w 786002"/>
                <a:gd name="connsiteY412" fmla="*/ 98680 h 561696"/>
                <a:gd name="connsiteX413" fmla="*/ 261563 w 786002"/>
                <a:gd name="connsiteY413" fmla="*/ 102145 h 561696"/>
                <a:gd name="connsiteX414" fmla="*/ 260823 w 786002"/>
                <a:gd name="connsiteY414" fmla="*/ 106485 h 561696"/>
                <a:gd name="connsiteX415" fmla="*/ 262573 w 786002"/>
                <a:gd name="connsiteY415" fmla="*/ 110824 h 561696"/>
                <a:gd name="connsiteX416" fmla="*/ 263885 w 786002"/>
                <a:gd name="connsiteY416" fmla="*/ 113583 h 561696"/>
                <a:gd name="connsiteX417" fmla="*/ 264020 w 786002"/>
                <a:gd name="connsiteY417" fmla="*/ 118057 h 561696"/>
                <a:gd name="connsiteX418" fmla="*/ 263583 w 786002"/>
                <a:gd name="connsiteY418" fmla="*/ 122396 h 561696"/>
                <a:gd name="connsiteX419" fmla="*/ 261261 w 786002"/>
                <a:gd name="connsiteY419" fmla="*/ 125424 h 561696"/>
                <a:gd name="connsiteX420" fmla="*/ 256044 w 786002"/>
                <a:gd name="connsiteY420" fmla="*/ 130504 h 561696"/>
                <a:gd name="connsiteX421" fmla="*/ 254597 w 786002"/>
                <a:gd name="connsiteY421" fmla="*/ 131244 h 561696"/>
                <a:gd name="connsiteX422" fmla="*/ 252140 w 786002"/>
                <a:gd name="connsiteY422" fmla="*/ 133262 h 561696"/>
                <a:gd name="connsiteX423" fmla="*/ 243592 w 786002"/>
                <a:gd name="connsiteY423" fmla="*/ 134002 h 561696"/>
                <a:gd name="connsiteX424" fmla="*/ 235481 w 786002"/>
                <a:gd name="connsiteY424" fmla="*/ 135146 h 561696"/>
                <a:gd name="connsiteX425" fmla="*/ 231274 w 786002"/>
                <a:gd name="connsiteY425" fmla="*/ 135146 h 561696"/>
                <a:gd name="connsiteX426" fmla="*/ 228952 w 786002"/>
                <a:gd name="connsiteY426" fmla="*/ 136895 h 561696"/>
                <a:gd name="connsiteX427" fmla="*/ 223298 w 786002"/>
                <a:gd name="connsiteY427" fmla="*/ 140663 h 561696"/>
                <a:gd name="connsiteX428" fmla="*/ 219966 w 786002"/>
                <a:gd name="connsiteY428" fmla="*/ 142546 h 561696"/>
                <a:gd name="connsiteX429" fmla="*/ 217375 w 786002"/>
                <a:gd name="connsiteY429" fmla="*/ 143556 h 561696"/>
                <a:gd name="connsiteX430" fmla="*/ 212731 w 786002"/>
                <a:gd name="connsiteY430" fmla="*/ 145305 h 561696"/>
                <a:gd name="connsiteX431" fmla="*/ 206639 w 786002"/>
                <a:gd name="connsiteY431" fmla="*/ 148770 h 561696"/>
                <a:gd name="connsiteX432" fmla="*/ 204317 w 786002"/>
                <a:gd name="connsiteY432" fmla="*/ 150216 h 561696"/>
                <a:gd name="connsiteX433" fmla="*/ 201995 w 786002"/>
                <a:gd name="connsiteY433" fmla="*/ 152672 h 561696"/>
                <a:gd name="connsiteX434" fmla="*/ 198528 w 786002"/>
                <a:gd name="connsiteY434" fmla="*/ 155128 h 561696"/>
                <a:gd name="connsiteX435" fmla="*/ 187086 w 786002"/>
                <a:gd name="connsiteY435" fmla="*/ 155430 h 561696"/>
                <a:gd name="connsiteX436" fmla="*/ 182307 w 786002"/>
                <a:gd name="connsiteY436" fmla="*/ 156002 h 561696"/>
                <a:gd name="connsiteX437" fmla="*/ 179985 w 786002"/>
                <a:gd name="connsiteY437" fmla="*/ 157449 h 561696"/>
                <a:gd name="connsiteX438" fmla="*/ 178538 w 786002"/>
                <a:gd name="connsiteY438" fmla="*/ 161217 h 561696"/>
                <a:gd name="connsiteX439" fmla="*/ 179985 w 786002"/>
                <a:gd name="connsiteY439" fmla="*/ 162663 h 561696"/>
                <a:gd name="connsiteX440" fmla="*/ 183889 w 786002"/>
                <a:gd name="connsiteY440" fmla="*/ 166868 h 561696"/>
                <a:gd name="connsiteX441" fmla="*/ 185201 w 786002"/>
                <a:gd name="connsiteY441" fmla="*/ 172385 h 561696"/>
                <a:gd name="connsiteX442" fmla="*/ 181163 w 786002"/>
                <a:gd name="connsiteY442" fmla="*/ 174841 h 561696"/>
                <a:gd name="connsiteX443" fmla="*/ 177662 w 786002"/>
                <a:gd name="connsiteY443" fmla="*/ 182241 h 561696"/>
                <a:gd name="connsiteX444" fmla="*/ 175340 w 786002"/>
                <a:gd name="connsiteY444" fmla="*/ 185000 h 561696"/>
                <a:gd name="connsiteX445" fmla="*/ 170124 w 786002"/>
                <a:gd name="connsiteY445" fmla="*/ 192535 h 561696"/>
                <a:gd name="connsiteX446" fmla="*/ 164907 w 786002"/>
                <a:gd name="connsiteY446" fmla="*/ 193982 h 561696"/>
                <a:gd name="connsiteX447" fmla="*/ 160398 w 786002"/>
                <a:gd name="connsiteY447" fmla="*/ 193107 h 561696"/>
                <a:gd name="connsiteX448" fmla="*/ 156628 w 786002"/>
                <a:gd name="connsiteY448" fmla="*/ 191223 h 561696"/>
                <a:gd name="connsiteX449" fmla="*/ 155181 w 786002"/>
                <a:gd name="connsiteY449" fmla="*/ 187758 h 561696"/>
                <a:gd name="connsiteX450" fmla="*/ 152994 w 786002"/>
                <a:gd name="connsiteY450" fmla="*/ 183116 h 561696"/>
                <a:gd name="connsiteX451" fmla="*/ 150974 w 786002"/>
                <a:gd name="connsiteY451" fmla="*/ 182981 h 561696"/>
                <a:gd name="connsiteX452" fmla="*/ 148080 w 786002"/>
                <a:gd name="connsiteY452" fmla="*/ 183553 h 561696"/>
                <a:gd name="connsiteX453" fmla="*/ 143301 w 786002"/>
                <a:gd name="connsiteY453" fmla="*/ 184428 h 561696"/>
                <a:gd name="connsiteX454" fmla="*/ 138219 w 786002"/>
                <a:gd name="connsiteY454" fmla="*/ 184125 h 561696"/>
                <a:gd name="connsiteX455" fmla="*/ 137075 w 786002"/>
                <a:gd name="connsiteY455" fmla="*/ 182678 h 561696"/>
                <a:gd name="connsiteX456" fmla="*/ 135190 w 786002"/>
                <a:gd name="connsiteY456" fmla="*/ 180088 h 561696"/>
                <a:gd name="connsiteX457" fmla="*/ 133878 w 786002"/>
                <a:gd name="connsiteY457" fmla="*/ 179214 h 561696"/>
                <a:gd name="connsiteX458" fmla="*/ 127786 w 786002"/>
                <a:gd name="connsiteY458" fmla="*/ 175143 h 561696"/>
                <a:gd name="connsiteX459" fmla="*/ 125902 w 786002"/>
                <a:gd name="connsiteY459" fmla="*/ 174269 h 561696"/>
                <a:gd name="connsiteX460" fmla="*/ 121695 w 786002"/>
                <a:gd name="connsiteY460" fmla="*/ 174000 h 561696"/>
                <a:gd name="connsiteX461" fmla="*/ 115906 w 786002"/>
                <a:gd name="connsiteY461" fmla="*/ 172990 h 561696"/>
                <a:gd name="connsiteX462" fmla="*/ 111868 w 786002"/>
                <a:gd name="connsiteY462" fmla="*/ 170232 h 561696"/>
                <a:gd name="connsiteX463" fmla="*/ 109849 w 786002"/>
                <a:gd name="connsiteY463" fmla="*/ 167911 h 561696"/>
                <a:gd name="connsiteX464" fmla="*/ 106820 w 786002"/>
                <a:gd name="connsiteY464" fmla="*/ 164278 h 561696"/>
                <a:gd name="connsiteX465" fmla="*/ 105238 w 786002"/>
                <a:gd name="connsiteY465" fmla="*/ 161519 h 561696"/>
                <a:gd name="connsiteX466" fmla="*/ 104800 w 786002"/>
                <a:gd name="connsiteY466" fmla="*/ 157886 h 561696"/>
                <a:gd name="connsiteX467" fmla="*/ 105507 w 786002"/>
                <a:gd name="connsiteY467" fmla="*/ 156742 h 561696"/>
                <a:gd name="connsiteX468" fmla="*/ 106820 w 786002"/>
                <a:gd name="connsiteY468" fmla="*/ 154118 h 561696"/>
                <a:gd name="connsiteX469" fmla="*/ 105238 w 786002"/>
                <a:gd name="connsiteY469" fmla="*/ 152672 h 561696"/>
                <a:gd name="connsiteX470" fmla="*/ 100762 w 786002"/>
                <a:gd name="connsiteY470" fmla="*/ 152975 h 561696"/>
                <a:gd name="connsiteX471" fmla="*/ 98574 w 786002"/>
                <a:gd name="connsiteY471" fmla="*/ 154118 h 561696"/>
                <a:gd name="connsiteX472" fmla="*/ 93795 w 786002"/>
                <a:gd name="connsiteY472" fmla="*/ 155868 h 561696"/>
                <a:gd name="connsiteX473" fmla="*/ 88579 w 786002"/>
                <a:gd name="connsiteY473" fmla="*/ 156002 h 561696"/>
                <a:gd name="connsiteX474" fmla="*/ 84810 w 786002"/>
                <a:gd name="connsiteY474" fmla="*/ 154993 h 561696"/>
                <a:gd name="connsiteX475" fmla="*/ 84675 w 786002"/>
                <a:gd name="connsiteY475" fmla="*/ 152235 h 561696"/>
                <a:gd name="connsiteX476" fmla="*/ 84810 w 786002"/>
                <a:gd name="connsiteY476" fmla="*/ 149207 h 561696"/>
                <a:gd name="connsiteX477" fmla="*/ 84237 w 786002"/>
                <a:gd name="connsiteY477" fmla="*/ 145742 h 561696"/>
                <a:gd name="connsiteX478" fmla="*/ 81781 w 786002"/>
                <a:gd name="connsiteY478" fmla="*/ 143152 h 561696"/>
                <a:gd name="connsiteX479" fmla="*/ 78583 w 786002"/>
                <a:gd name="connsiteY479" fmla="*/ 141403 h 561696"/>
                <a:gd name="connsiteX480" fmla="*/ 77439 w 786002"/>
                <a:gd name="connsiteY480" fmla="*/ 142546 h 561696"/>
                <a:gd name="connsiteX481" fmla="*/ 72795 w 786002"/>
                <a:gd name="connsiteY481" fmla="*/ 146449 h 561696"/>
                <a:gd name="connsiteX482" fmla="*/ 69901 w 786002"/>
                <a:gd name="connsiteY482" fmla="*/ 148333 h 561696"/>
                <a:gd name="connsiteX483" fmla="*/ 67309 w 786002"/>
                <a:gd name="connsiteY483" fmla="*/ 150351 h 561696"/>
                <a:gd name="connsiteX484" fmla="*/ 61083 w 786002"/>
                <a:gd name="connsiteY484" fmla="*/ 152369 h 561696"/>
                <a:gd name="connsiteX485" fmla="*/ 59064 w 786002"/>
                <a:gd name="connsiteY485" fmla="*/ 153378 h 561696"/>
                <a:gd name="connsiteX486" fmla="*/ 60208 w 786002"/>
                <a:gd name="connsiteY486" fmla="*/ 155700 h 561696"/>
                <a:gd name="connsiteX487" fmla="*/ 62362 w 786002"/>
                <a:gd name="connsiteY487" fmla="*/ 157449 h 561696"/>
                <a:gd name="connsiteX488" fmla="*/ 62665 w 786002"/>
                <a:gd name="connsiteY488" fmla="*/ 158155 h 561696"/>
                <a:gd name="connsiteX489" fmla="*/ 59905 w 786002"/>
                <a:gd name="connsiteY489" fmla="*/ 161923 h 561696"/>
                <a:gd name="connsiteX490" fmla="*/ 51794 w 786002"/>
                <a:gd name="connsiteY490" fmla="*/ 169895 h 561696"/>
                <a:gd name="connsiteX491" fmla="*/ 50482 w 786002"/>
                <a:gd name="connsiteY491" fmla="*/ 171577 h 561696"/>
                <a:gd name="connsiteX492" fmla="*/ 47722 w 786002"/>
                <a:gd name="connsiteY492" fmla="*/ 173831 h 561696"/>
                <a:gd name="connsiteX493" fmla="*/ 46477 w 786002"/>
                <a:gd name="connsiteY493" fmla="*/ 175211 h 561696"/>
                <a:gd name="connsiteX494" fmla="*/ 45232 w 786002"/>
                <a:gd name="connsiteY494" fmla="*/ 177229 h 561696"/>
                <a:gd name="connsiteX495" fmla="*/ 44491 w 786002"/>
                <a:gd name="connsiteY495" fmla="*/ 179415 h 561696"/>
                <a:gd name="connsiteX496" fmla="*/ 43785 w 786002"/>
                <a:gd name="connsiteY496" fmla="*/ 183049 h 561696"/>
                <a:gd name="connsiteX497" fmla="*/ 42640 w 786002"/>
                <a:gd name="connsiteY497" fmla="*/ 184125 h 561696"/>
                <a:gd name="connsiteX498" fmla="*/ 40015 w 786002"/>
                <a:gd name="connsiteY498" fmla="*/ 184125 h 561696"/>
                <a:gd name="connsiteX499" fmla="*/ 37323 w 786002"/>
                <a:gd name="connsiteY499" fmla="*/ 184293 h 561696"/>
                <a:gd name="connsiteX500" fmla="*/ 34630 w 786002"/>
                <a:gd name="connsiteY500" fmla="*/ 184630 h 561696"/>
                <a:gd name="connsiteX501" fmla="*/ 30861 w 786002"/>
                <a:gd name="connsiteY501" fmla="*/ 186076 h 561696"/>
                <a:gd name="connsiteX502" fmla="*/ 27529 w 786002"/>
                <a:gd name="connsiteY502" fmla="*/ 188162 h 561696"/>
                <a:gd name="connsiteX503" fmla="*/ 24770 w 786002"/>
                <a:gd name="connsiteY503" fmla="*/ 188801 h 561696"/>
                <a:gd name="connsiteX504" fmla="*/ 23525 w 786002"/>
                <a:gd name="connsiteY504" fmla="*/ 188734 h 561696"/>
                <a:gd name="connsiteX505" fmla="*/ 20327 w 786002"/>
                <a:gd name="connsiteY505" fmla="*/ 185841 h 561696"/>
                <a:gd name="connsiteX506" fmla="*/ 17702 w 786002"/>
                <a:gd name="connsiteY506" fmla="*/ 183452 h 561696"/>
                <a:gd name="connsiteX507" fmla="*/ 14303 w 786002"/>
                <a:gd name="connsiteY507" fmla="*/ 179113 h 561696"/>
                <a:gd name="connsiteX508" fmla="*/ 12351 w 786002"/>
                <a:gd name="connsiteY508" fmla="*/ 176926 h 561696"/>
                <a:gd name="connsiteX509" fmla="*/ 10197 w 786002"/>
                <a:gd name="connsiteY509" fmla="*/ 175850 h 561696"/>
                <a:gd name="connsiteX510" fmla="*/ 6058 w 786002"/>
                <a:gd name="connsiteY510" fmla="*/ 177431 h 561696"/>
                <a:gd name="connsiteX511" fmla="*/ 4745 w 786002"/>
                <a:gd name="connsiteY511" fmla="*/ 178440 h 561696"/>
                <a:gd name="connsiteX512" fmla="*/ 2423 w 786002"/>
                <a:gd name="connsiteY512" fmla="*/ 179886 h 561696"/>
                <a:gd name="connsiteX513" fmla="*/ 1716 w 786002"/>
                <a:gd name="connsiteY513" fmla="*/ 181467 h 561696"/>
                <a:gd name="connsiteX514" fmla="*/ 1716 w 786002"/>
                <a:gd name="connsiteY514" fmla="*/ 184663 h 561696"/>
                <a:gd name="connsiteX515" fmla="*/ 639 w 786002"/>
                <a:gd name="connsiteY515" fmla="*/ 187254 h 561696"/>
                <a:gd name="connsiteX516" fmla="*/ 0 w 786002"/>
                <a:gd name="connsiteY516" fmla="*/ 190147 h 561696"/>
                <a:gd name="connsiteX517" fmla="*/ 0 w 786002"/>
                <a:gd name="connsiteY517" fmla="*/ 192165 h 561696"/>
                <a:gd name="connsiteX518" fmla="*/ 1750 w 786002"/>
                <a:gd name="connsiteY518" fmla="*/ 193611 h 561696"/>
                <a:gd name="connsiteX519" fmla="*/ 1750 w 786002"/>
                <a:gd name="connsiteY519" fmla="*/ 195495 h 561696"/>
                <a:gd name="connsiteX520" fmla="*/ 3500 w 786002"/>
                <a:gd name="connsiteY520" fmla="*/ 198691 h 561696"/>
                <a:gd name="connsiteX521" fmla="*/ 2322 w 786002"/>
                <a:gd name="connsiteY521" fmla="*/ 201584 h 561696"/>
                <a:gd name="connsiteX522" fmla="*/ 3500 w 786002"/>
                <a:gd name="connsiteY522" fmla="*/ 205486 h 561696"/>
                <a:gd name="connsiteX523" fmla="*/ 5688 w 786002"/>
                <a:gd name="connsiteY523" fmla="*/ 209119 h 561696"/>
                <a:gd name="connsiteX524" fmla="*/ 7707 w 786002"/>
                <a:gd name="connsiteY524" fmla="*/ 211743 h 561696"/>
                <a:gd name="connsiteX525" fmla="*/ 10904 w 786002"/>
                <a:gd name="connsiteY525" fmla="*/ 214199 h 561696"/>
                <a:gd name="connsiteX526" fmla="*/ 14539 w 786002"/>
                <a:gd name="connsiteY526" fmla="*/ 217664 h 561696"/>
                <a:gd name="connsiteX527" fmla="*/ 16693 w 786002"/>
                <a:gd name="connsiteY527" fmla="*/ 222306 h 561696"/>
                <a:gd name="connsiteX528" fmla="*/ 22649 w 786002"/>
                <a:gd name="connsiteY528" fmla="*/ 223181 h 561696"/>
                <a:gd name="connsiteX529" fmla="*/ 22649 w 786002"/>
                <a:gd name="connsiteY529" fmla="*/ 215780 h 561696"/>
                <a:gd name="connsiteX530" fmla="*/ 23726 w 786002"/>
                <a:gd name="connsiteY530" fmla="*/ 211709 h 561696"/>
                <a:gd name="connsiteX531" fmla="*/ 27698 w 786002"/>
                <a:gd name="connsiteY531" fmla="*/ 208951 h 561696"/>
                <a:gd name="connsiteX532" fmla="*/ 31770 w 786002"/>
                <a:gd name="connsiteY532" fmla="*/ 208379 h 561696"/>
                <a:gd name="connsiteX533" fmla="*/ 35102 w 786002"/>
                <a:gd name="connsiteY533" fmla="*/ 208379 h 561696"/>
                <a:gd name="connsiteX534" fmla="*/ 37727 w 786002"/>
                <a:gd name="connsiteY534" fmla="*/ 209523 h 561696"/>
                <a:gd name="connsiteX535" fmla="*/ 41193 w 786002"/>
                <a:gd name="connsiteY535" fmla="*/ 212147 h 561696"/>
                <a:gd name="connsiteX536" fmla="*/ 43515 w 786002"/>
                <a:gd name="connsiteY536" fmla="*/ 212281 h 561696"/>
                <a:gd name="connsiteX537" fmla="*/ 47991 w 786002"/>
                <a:gd name="connsiteY537" fmla="*/ 211272 h 561696"/>
                <a:gd name="connsiteX538" fmla="*/ 52333 w 786002"/>
                <a:gd name="connsiteY538" fmla="*/ 211138 h 561696"/>
                <a:gd name="connsiteX539" fmla="*/ 59131 w 786002"/>
                <a:gd name="connsiteY539" fmla="*/ 209557 h 561696"/>
                <a:gd name="connsiteX540" fmla="*/ 64785 w 786002"/>
                <a:gd name="connsiteY540" fmla="*/ 211878 h 561696"/>
                <a:gd name="connsiteX541" fmla="*/ 70001 w 786002"/>
                <a:gd name="connsiteY541" fmla="*/ 214905 h 561696"/>
                <a:gd name="connsiteX542" fmla="*/ 73636 w 786002"/>
                <a:gd name="connsiteY542" fmla="*/ 220422 h 561696"/>
                <a:gd name="connsiteX543" fmla="*/ 72929 w 786002"/>
                <a:gd name="connsiteY543" fmla="*/ 224190 h 561696"/>
                <a:gd name="connsiteX544" fmla="*/ 72627 w 786002"/>
                <a:gd name="connsiteY544" fmla="*/ 229976 h 561696"/>
                <a:gd name="connsiteX545" fmla="*/ 74949 w 786002"/>
                <a:gd name="connsiteY545" fmla="*/ 231725 h 561696"/>
                <a:gd name="connsiteX546" fmla="*/ 75958 w 786002"/>
                <a:gd name="connsiteY546" fmla="*/ 234046 h 561696"/>
                <a:gd name="connsiteX547" fmla="*/ 75655 w 786002"/>
                <a:gd name="connsiteY547" fmla="*/ 236367 h 561696"/>
                <a:gd name="connsiteX548" fmla="*/ 74208 w 786002"/>
                <a:gd name="connsiteY548" fmla="*/ 239126 h 561696"/>
                <a:gd name="connsiteX549" fmla="*/ 72324 w 786002"/>
                <a:gd name="connsiteY549" fmla="*/ 240135 h 561696"/>
                <a:gd name="connsiteX550" fmla="*/ 71011 w 786002"/>
                <a:gd name="connsiteY550" fmla="*/ 241279 h 561696"/>
                <a:gd name="connsiteX551" fmla="*/ 69564 w 786002"/>
                <a:gd name="connsiteY551" fmla="*/ 242860 h 561696"/>
                <a:gd name="connsiteX552" fmla="*/ 67814 w 786002"/>
                <a:gd name="connsiteY552" fmla="*/ 244004 h 561696"/>
                <a:gd name="connsiteX553" fmla="*/ 67814 w 786002"/>
                <a:gd name="connsiteY553" fmla="*/ 245719 h 561696"/>
                <a:gd name="connsiteX554" fmla="*/ 69631 w 786002"/>
                <a:gd name="connsiteY554" fmla="*/ 247469 h 561696"/>
                <a:gd name="connsiteX555" fmla="*/ 73030 w 786002"/>
                <a:gd name="connsiteY555" fmla="*/ 250227 h 561696"/>
                <a:gd name="connsiteX556" fmla="*/ 76059 w 786002"/>
                <a:gd name="connsiteY556" fmla="*/ 252548 h 561696"/>
                <a:gd name="connsiteX557" fmla="*/ 79122 w 786002"/>
                <a:gd name="connsiteY557" fmla="*/ 253557 h 561696"/>
                <a:gd name="connsiteX558" fmla="*/ 83194 w 786002"/>
                <a:gd name="connsiteY558" fmla="*/ 253557 h 561696"/>
                <a:gd name="connsiteX559" fmla="*/ 87536 w 786002"/>
                <a:gd name="connsiteY559" fmla="*/ 253625 h 561696"/>
                <a:gd name="connsiteX560" fmla="*/ 90161 w 786002"/>
                <a:gd name="connsiteY560" fmla="*/ 253995 h 561696"/>
                <a:gd name="connsiteX561" fmla="*/ 92752 w 786002"/>
                <a:gd name="connsiteY561" fmla="*/ 255441 h 561696"/>
                <a:gd name="connsiteX562" fmla="*/ 96656 w 786002"/>
                <a:gd name="connsiteY562" fmla="*/ 258906 h 561696"/>
                <a:gd name="connsiteX563" fmla="*/ 97800 w 786002"/>
                <a:gd name="connsiteY563" fmla="*/ 260218 h 561696"/>
                <a:gd name="connsiteX564" fmla="*/ 100122 w 786002"/>
                <a:gd name="connsiteY564" fmla="*/ 262539 h 561696"/>
                <a:gd name="connsiteX565" fmla="*/ 102142 w 786002"/>
                <a:gd name="connsiteY565" fmla="*/ 260218 h 561696"/>
                <a:gd name="connsiteX566" fmla="*/ 103723 w 786002"/>
                <a:gd name="connsiteY566" fmla="*/ 257459 h 561696"/>
                <a:gd name="connsiteX567" fmla="*/ 106348 w 786002"/>
                <a:gd name="connsiteY567" fmla="*/ 255138 h 561696"/>
                <a:gd name="connsiteX568" fmla="*/ 108805 w 786002"/>
                <a:gd name="connsiteY568" fmla="*/ 251808 h 561696"/>
                <a:gd name="connsiteX569" fmla="*/ 112440 w 786002"/>
                <a:gd name="connsiteY569" fmla="*/ 250664 h 561696"/>
                <a:gd name="connsiteX570" fmla="*/ 114762 w 786002"/>
                <a:gd name="connsiteY570" fmla="*/ 251976 h 561696"/>
                <a:gd name="connsiteX571" fmla="*/ 117387 w 786002"/>
                <a:gd name="connsiteY571" fmla="*/ 257056 h 561696"/>
                <a:gd name="connsiteX572" fmla="*/ 119137 w 786002"/>
                <a:gd name="connsiteY572" fmla="*/ 257056 h 561696"/>
                <a:gd name="connsiteX573" fmla="*/ 122907 w 786002"/>
                <a:gd name="connsiteY573" fmla="*/ 256114 h 561696"/>
                <a:gd name="connsiteX574" fmla="*/ 126979 w 786002"/>
                <a:gd name="connsiteY574" fmla="*/ 254869 h 561696"/>
                <a:gd name="connsiteX575" fmla="*/ 131185 w 786002"/>
                <a:gd name="connsiteY575" fmla="*/ 255172 h 561696"/>
                <a:gd name="connsiteX576" fmla="*/ 133945 w 786002"/>
                <a:gd name="connsiteY576" fmla="*/ 255744 h 561696"/>
                <a:gd name="connsiteX577" fmla="*/ 136402 w 786002"/>
                <a:gd name="connsiteY577" fmla="*/ 258502 h 561696"/>
                <a:gd name="connsiteX578" fmla="*/ 138590 w 786002"/>
                <a:gd name="connsiteY578" fmla="*/ 259209 h 561696"/>
                <a:gd name="connsiteX579" fmla="*/ 141215 w 786002"/>
                <a:gd name="connsiteY579" fmla="*/ 258637 h 561696"/>
                <a:gd name="connsiteX580" fmla="*/ 142359 w 786002"/>
                <a:gd name="connsiteY580" fmla="*/ 254869 h 561696"/>
                <a:gd name="connsiteX581" fmla="*/ 143368 w 786002"/>
                <a:gd name="connsiteY581" fmla="*/ 252851 h 561696"/>
                <a:gd name="connsiteX582" fmla="*/ 144378 w 786002"/>
                <a:gd name="connsiteY582" fmla="*/ 249958 h 561696"/>
                <a:gd name="connsiteX583" fmla="*/ 147575 w 786002"/>
                <a:gd name="connsiteY583" fmla="*/ 248377 h 561696"/>
                <a:gd name="connsiteX584" fmla="*/ 150200 w 786002"/>
                <a:gd name="connsiteY584" fmla="*/ 246190 h 561696"/>
                <a:gd name="connsiteX585" fmla="*/ 152220 w 786002"/>
                <a:gd name="connsiteY585" fmla="*/ 246190 h 561696"/>
                <a:gd name="connsiteX586" fmla="*/ 156292 w 786002"/>
                <a:gd name="connsiteY586" fmla="*/ 248949 h 561696"/>
                <a:gd name="connsiteX587" fmla="*/ 157604 w 786002"/>
                <a:gd name="connsiteY587" fmla="*/ 252414 h 561696"/>
                <a:gd name="connsiteX588" fmla="*/ 159354 w 786002"/>
                <a:gd name="connsiteY588" fmla="*/ 256753 h 561696"/>
                <a:gd name="connsiteX589" fmla="*/ 162552 w 786002"/>
                <a:gd name="connsiteY589" fmla="*/ 260958 h 561696"/>
                <a:gd name="connsiteX590" fmla="*/ 165008 w 786002"/>
                <a:gd name="connsiteY590" fmla="*/ 262404 h 561696"/>
                <a:gd name="connsiteX591" fmla="*/ 165883 w 786002"/>
                <a:gd name="connsiteY591" fmla="*/ 264591 h 561696"/>
                <a:gd name="connsiteX592" fmla="*/ 165446 w 786002"/>
                <a:gd name="connsiteY592" fmla="*/ 267619 h 561696"/>
                <a:gd name="connsiteX593" fmla="*/ 164739 w 786002"/>
                <a:gd name="connsiteY593" fmla="*/ 270074 h 561696"/>
                <a:gd name="connsiteX594" fmla="*/ 165042 w 786002"/>
                <a:gd name="connsiteY594" fmla="*/ 272967 h 561696"/>
                <a:gd name="connsiteX595" fmla="*/ 167364 w 786002"/>
                <a:gd name="connsiteY595" fmla="*/ 273674 h 561696"/>
                <a:gd name="connsiteX596" fmla="*/ 171706 w 786002"/>
                <a:gd name="connsiteY596" fmla="*/ 277139 h 561696"/>
                <a:gd name="connsiteX597" fmla="*/ 174903 w 786002"/>
                <a:gd name="connsiteY597" fmla="*/ 279897 h 561696"/>
                <a:gd name="connsiteX598" fmla="*/ 173590 w 786002"/>
                <a:gd name="connsiteY598" fmla="*/ 282218 h 561696"/>
                <a:gd name="connsiteX599" fmla="*/ 170831 w 786002"/>
                <a:gd name="connsiteY599" fmla="*/ 286121 h 561696"/>
                <a:gd name="connsiteX600" fmla="*/ 169821 w 786002"/>
                <a:gd name="connsiteY600" fmla="*/ 289888 h 561696"/>
                <a:gd name="connsiteX601" fmla="*/ 170393 w 786002"/>
                <a:gd name="connsiteY601" fmla="*/ 294227 h 561696"/>
                <a:gd name="connsiteX602" fmla="*/ 170528 w 786002"/>
                <a:gd name="connsiteY602" fmla="*/ 298298 h 561696"/>
                <a:gd name="connsiteX603" fmla="*/ 167061 w 786002"/>
                <a:gd name="connsiteY603" fmla="*/ 301326 h 561696"/>
                <a:gd name="connsiteX604" fmla="*/ 167061 w 786002"/>
                <a:gd name="connsiteY604" fmla="*/ 304219 h 561696"/>
                <a:gd name="connsiteX605" fmla="*/ 167061 w 786002"/>
                <a:gd name="connsiteY605" fmla="*/ 308289 h 561696"/>
                <a:gd name="connsiteX606" fmla="*/ 167061 w 786002"/>
                <a:gd name="connsiteY606" fmla="*/ 311047 h 561696"/>
                <a:gd name="connsiteX607" fmla="*/ 166254 w 786002"/>
                <a:gd name="connsiteY607" fmla="*/ 314950 h 561696"/>
                <a:gd name="connsiteX608" fmla="*/ 164436 w 786002"/>
                <a:gd name="connsiteY608" fmla="*/ 316968 h 561696"/>
                <a:gd name="connsiteX609" fmla="*/ 160801 w 786002"/>
                <a:gd name="connsiteY609" fmla="*/ 320735 h 561696"/>
                <a:gd name="connsiteX610" fmla="*/ 156898 w 786002"/>
                <a:gd name="connsiteY610" fmla="*/ 323629 h 561696"/>
                <a:gd name="connsiteX611" fmla="*/ 154575 w 786002"/>
                <a:gd name="connsiteY611" fmla="*/ 323326 h 561696"/>
                <a:gd name="connsiteX612" fmla="*/ 151681 w 786002"/>
                <a:gd name="connsiteY612" fmla="*/ 322317 h 561696"/>
                <a:gd name="connsiteX613" fmla="*/ 149225 w 786002"/>
                <a:gd name="connsiteY613" fmla="*/ 320298 h 561696"/>
                <a:gd name="connsiteX614" fmla="*/ 145893 w 786002"/>
                <a:gd name="connsiteY614" fmla="*/ 317540 h 561696"/>
                <a:gd name="connsiteX615" fmla="*/ 141854 w 786002"/>
                <a:gd name="connsiteY615" fmla="*/ 316093 h 561696"/>
                <a:gd name="connsiteX616" fmla="*/ 140844 w 786002"/>
                <a:gd name="connsiteY616" fmla="*/ 316093 h 561696"/>
                <a:gd name="connsiteX617" fmla="*/ 139835 w 786002"/>
                <a:gd name="connsiteY617" fmla="*/ 319424 h 561696"/>
                <a:gd name="connsiteX618" fmla="*/ 135628 w 786002"/>
                <a:gd name="connsiteY618" fmla="*/ 322047 h 561696"/>
                <a:gd name="connsiteX619" fmla="*/ 130546 w 786002"/>
                <a:gd name="connsiteY619" fmla="*/ 325512 h 561696"/>
                <a:gd name="connsiteX620" fmla="*/ 124758 w 786002"/>
                <a:gd name="connsiteY620" fmla="*/ 328271 h 561696"/>
                <a:gd name="connsiteX621" fmla="*/ 120854 w 786002"/>
                <a:gd name="connsiteY621" fmla="*/ 329415 h 561696"/>
                <a:gd name="connsiteX622" fmla="*/ 119406 w 786002"/>
                <a:gd name="connsiteY622" fmla="*/ 330558 h 561696"/>
                <a:gd name="connsiteX623" fmla="*/ 118969 w 786002"/>
                <a:gd name="connsiteY623" fmla="*/ 332880 h 561696"/>
                <a:gd name="connsiteX624" fmla="*/ 120416 w 786002"/>
                <a:gd name="connsiteY624" fmla="*/ 334629 h 561696"/>
                <a:gd name="connsiteX625" fmla="*/ 121998 w 786002"/>
                <a:gd name="connsiteY625" fmla="*/ 335773 h 561696"/>
                <a:gd name="connsiteX626" fmla="*/ 120248 w 786002"/>
                <a:gd name="connsiteY626" fmla="*/ 338666 h 561696"/>
                <a:gd name="connsiteX627" fmla="*/ 118229 w 786002"/>
                <a:gd name="connsiteY627" fmla="*/ 338968 h 561696"/>
                <a:gd name="connsiteX628" fmla="*/ 117219 w 786002"/>
                <a:gd name="connsiteY628" fmla="*/ 337219 h 561696"/>
                <a:gd name="connsiteX629" fmla="*/ 110252 w 786002"/>
                <a:gd name="connsiteY629" fmla="*/ 339540 h 561696"/>
                <a:gd name="connsiteX630" fmla="*/ 107358 w 786002"/>
                <a:gd name="connsiteY630" fmla="*/ 344183 h 561696"/>
                <a:gd name="connsiteX631" fmla="*/ 103454 w 786002"/>
                <a:gd name="connsiteY631" fmla="*/ 347950 h 561696"/>
                <a:gd name="connsiteX632" fmla="*/ 99954 w 786002"/>
                <a:gd name="connsiteY632" fmla="*/ 350541 h 561696"/>
                <a:gd name="connsiteX633" fmla="*/ 96757 w 786002"/>
                <a:gd name="connsiteY633" fmla="*/ 354308 h 561696"/>
                <a:gd name="connsiteX634" fmla="*/ 95444 w 786002"/>
                <a:gd name="connsiteY634" fmla="*/ 359387 h 561696"/>
                <a:gd name="connsiteX635" fmla="*/ 97026 w 786002"/>
                <a:gd name="connsiteY635" fmla="*/ 363727 h 561696"/>
                <a:gd name="connsiteX636" fmla="*/ 99483 w 786002"/>
                <a:gd name="connsiteY636" fmla="*/ 364736 h 561696"/>
                <a:gd name="connsiteX637" fmla="*/ 100930 w 786002"/>
                <a:gd name="connsiteY637" fmla="*/ 365611 h 561696"/>
                <a:gd name="connsiteX638" fmla="*/ 100930 w 786002"/>
                <a:gd name="connsiteY638" fmla="*/ 369816 h 561696"/>
                <a:gd name="connsiteX639" fmla="*/ 105002 w 786002"/>
                <a:gd name="connsiteY639" fmla="*/ 371834 h 561696"/>
                <a:gd name="connsiteX640" fmla="*/ 109647 w 786002"/>
                <a:gd name="connsiteY640" fmla="*/ 372709 h 561696"/>
                <a:gd name="connsiteX641" fmla="*/ 117623 w 786002"/>
                <a:gd name="connsiteY641" fmla="*/ 374155 h 561696"/>
                <a:gd name="connsiteX642" fmla="*/ 120214 w 786002"/>
                <a:gd name="connsiteY642" fmla="*/ 376477 h 561696"/>
                <a:gd name="connsiteX643" fmla="*/ 122671 w 786002"/>
                <a:gd name="connsiteY643" fmla="*/ 378663 h 561696"/>
                <a:gd name="connsiteX644" fmla="*/ 127450 w 786002"/>
                <a:gd name="connsiteY644" fmla="*/ 383743 h 561696"/>
                <a:gd name="connsiteX645" fmla="*/ 132532 w 786002"/>
                <a:gd name="connsiteY645" fmla="*/ 385626 h 561696"/>
                <a:gd name="connsiteX646" fmla="*/ 137748 w 786002"/>
                <a:gd name="connsiteY646" fmla="*/ 386366 h 561696"/>
                <a:gd name="connsiteX647" fmla="*/ 143402 w 786002"/>
                <a:gd name="connsiteY647" fmla="*/ 388385 h 561696"/>
                <a:gd name="connsiteX648" fmla="*/ 147744 w 786002"/>
                <a:gd name="connsiteY648" fmla="*/ 387376 h 561696"/>
                <a:gd name="connsiteX649" fmla="*/ 153970 w 786002"/>
                <a:gd name="connsiteY649" fmla="*/ 385626 h 561696"/>
                <a:gd name="connsiteX650" fmla="*/ 161508 w 786002"/>
                <a:gd name="connsiteY650" fmla="*/ 385626 h 561696"/>
                <a:gd name="connsiteX651" fmla="*/ 164537 w 786002"/>
                <a:gd name="connsiteY651" fmla="*/ 387006 h 561696"/>
                <a:gd name="connsiteX652" fmla="*/ 168609 w 786002"/>
                <a:gd name="connsiteY652" fmla="*/ 391412 h 561696"/>
                <a:gd name="connsiteX653" fmla="*/ 174836 w 786002"/>
                <a:gd name="connsiteY653" fmla="*/ 395483 h 561696"/>
                <a:gd name="connsiteX654" fmla="*/ 181062 w 786002"/>
                <a:gd name="connsiteY654" fmla="*/ 401404 h 561696"/>
                <a:gd name="connsiteX655" fmla="*/ 185841 w 786002"/>
                <a:gd name="connsiteY655" fmla="*/ 399822 h 561696"/>
                <a:gd name="connsiteX656" fmla="*/ 190620 w 786002"/>
                <a:gd name="connsiteY656" fmla="*/ 395786 h 561696"/>
                <a:gd name="connsiteX657" fmla="*/ 195398 w 786002"/>
                <a:gd name="connsiteY657" fmla="*/ 395920 h 561696"/>
                <a:gd name="connsiteX658" fmla="*/ 196980 w 786002"/>
                <a:gd name="connsiteY658" fmla="*/ 394911 h 561696"/>
                <a:gd name="connsiteX659" fmla="*/ 199168 w 786002"/>
                <a:gd name="connsiteY659" fmla="*/ 390841 h 561696"/>
                <a:gd name="connsiteX660" fmla="*/ 202803 w 786002"/>
                <a:gd name="connsiteY660" fmla="*/ 390841 h 561696"/>
                <a:gd name="connsiteX661" fmla="*/ 210207 w 786002"/>
                <a:gd name="connsiteY661" fmla="*/ 392859 h 561696"/>
                <a:gd name="connsiteX662" fmla="*/ 215995 w 786002"/>
                <a:gd name="connsiteY662" fmla="*/ 394743 h 561696"/>
                <a:gd name="connsiteX663" fmla="*/ 221514 w 786002"/>
                <a:gd name="connsiteY663" fmla="*/ 396492 h 561696"/>
                <a:gd name="connsiteX664" fmla="*/ 224543 w 786002"/>
                <a:gd name="connsiteY664" fmla="*/ 398948 h 561696"/>
                <a:gd name="connsiteX665" fmla="*/ 229322 w 786002"/>
                <a:gd name="connsiteY665" fmla="*/ 402884 h 561696"/>
                <a:gd name="connsiteX666" fmla="*/ 228010 w 786002"/>
                <a:gd name="connsiteY666" fmla="*/ 410284 h 561696"/>
                <a:gd name="connsiteX667" fmla="*/ 226125 w 786002"/>
                <a:gd name="connsiteY667" fmla="*/ 411596 h 561696"/>
                <a:gd name="connsiteX668" fmla="*/ 222221 w 786002"/>
                <a:gd name="connsiteY668" fmla="*/ 416238 h 561696"/>
                <a:gd name="connsiteX669" fmla="*/ 221514 w 786002"/>
                <a:gd name="connsiteY669" fmla="*/ 420141 h 561696"/>
                <a:gd name="connsiteX670" fmla="*/ 221380 w 786002"/>
                <a:gd name="connsiteY670" fmla="*/ 425052 h 561696"/>
                <a:gd name="connsiteX671" fmla="*/ 219058 w 786002"/>
                <a:gd name="connsiteY671" fmla="*/ 427945 h 561696"/>
                <a:gd name="connsiteX672" fmla="*/ 215591 w 786002"/>
                <a:gd name="connsiteY672" fmla="*/ 429694 h 561696"/>
                <a:gd name="connsiteX673" fmla="*/ 211384 w 786002"/>
                <a:gd name="connsiteY673" fmla="*/ 430569 h 561696"/>
                <a:gd name="connsiteX674" fmla="*/ 207750 w 786002"/>
                <a:gd name="connsiteY674" fmla="*/ 431713 h 561696"/>
                <a:gd name="connsiteX675" fmla="*/ 207312 w 786002"/>
                <a:gd name="connsiteY675" fmla="*/ 434034 h 561696"/>
                <a:gd name="connsiteX676" fmla="*/ 206606 w 786002"/>
                <a:gd name="connsiteY676" fmla="*/ 438104 h 561696"/>
                <a:gd name="connsiteX677" fmla="*/ 204014 w 786002"/>
                <a:gd name="connsiteY677" fmla="*/ 442444 h 561696"/>
                <a:gd name="connsiteX678" fmla="*/ 201995 w 786002"/>
                <a:gd name="connsiteY678" fmla="*/ 448532 h 561696"/>
                <a:gd name="connsiteX679" fmla="*/ 203004 w 786002"/>
                <a:gd name="connsiteY679" fmla="*/ 451863 h 561696"/>
                <a:gd name="connsiteX680" fmla="*/ 204755 w 786002"/>
                <a:gd name="connsiteY680" fmla="*/ 454890 h 561696"/>
                <a:gd name="connsiteX681" fmla="*/ 207952 w 786002"/>
                <a:gd name="connsiteY681" fmla="*/ 456640 h 561696"/>
                <a:gd name="connsiteX682" fmla="*/ 211418 w 786002"/>
                <a:gd name="connsiteY682" fmla="*/ 460407 h 561696"/>
                <a:gd name="connsiteX683" fmla="*/ 213740 w 786002"/>
                <a:gd name="connsiteY683" fmla="*/ 465050 h 561696"/>
                <a:gd name="connsiteX684" fmla="*/ 215759 w 786002"/>
                <a:gd name="connsiteY684" fmla="*/ 469827 h 561696"/>
                <a:gd name="connsiteX685" fmla="*/ 216466 w 786002"/>
                <a:gd name="connsiteY685" fmla="*/ 476218 h 561696"/>
                <a:gd name="connsiteX686" fmla="*/ 216601 w 786002"/>
                <a:gd name="connsiteY686" fmla="*/ 482441 h 561696"/>
                <a:gd name="connsiteX687" fmla="*/ 215726 w 786002"/>
                <a:gd name="connsiteY687" fmla="*/ 489102 h 561696"/>
                <a:gd name="connsiteX688" fmla="*/ 215726 w 786002"/>
                <a:gd name="connsiteY688" fmla="*/ 493744 h 561696"/>
                <a:gd name="connsiteX689" fmla="*/ 222894 w 786002"/>
                <a:gd name="connsiteY689" fmla="*/ 496335 h 561696"/>
                <a:gd name="connsiteX690" fmla="*/ 229188 w 786002"/>
                <a:gd name="connsiteY690" fmla="*/ 497781 h 561696"/>
                <a:gd name="connsiteX691" fmla="*/ 232520 w 786002"/>
                <a:gd name="connsiteY691" fmla="*/ 502995 h 561696"/>
                <a:gd name="connsiteX692" fmla="*/ 234842 w 786002"/>
                <a:gd name="connsiteY692" fmla="*/ 502558 h 561696"/>
                <a:gd name="connsiteX693" fmla="*/ 236861 w 786002"/>
                <a:gd name="connsiteY693" fmla="*/ 500237 h 561696"/>
                <a:gd name="connsiteX694" fmla="*/ 239183 w 786002"/>
                <a:gd name="connsiteY694" fmla="*/ 498622 h 561696"/>
                <a:gd name="connsiteX695" fmla="*/ 242515 w 786002"/>
                <a:gd name="connsiteY695" fmla="*/ 498622 h 561696"/>
                <a:gd name="connsiteX696" fmla="*/ 249044 w 786002"/>
                <a:gd name="connsiteY696" fmla="*/ 501178 h 561696"/>
                <a:gd name="connsiteX697" fmla="*/ 251938 w 786002"/>
                <a:gd name="connsiteY697" fmla="*/ 502558 h 561696"/>
                <a:gd name="connsiteX698" fmla="*/ 254126 w 786002"/>
                <a:gd name="connsiteY698" fmla="*/ 507032 h 561696"/>
                <a:gd name="connsiteX699" fmla="*/ 252679 w 786002"/>
                <a:gd name="connsiteY699" fmla="*/ 508041 h 561696"/>
                <a:gd name="connsiteX700" fmla="*/ 249784 w 786002"/>
                <a:gd name="connsiteY700" fmla="*/ 510059 h 561696"/>
                <a:gd name="connsiteX701" fmla="*/ 249784 w 786002"/>
                <a:gd name="connsiteY701" fmla="*/ 513827 h 561696"/>
                <a:gd name="connsiteX702" fmla="*/ 252847 w 786002"/>
                <a:gd name="connsiteY702" fmla="*/ 518032 h 561696"/>
                <a:gd name="connsiteX703" fmla="*/ 257491 w 786002"/>
                <a:gd name="connsiteY703" fmla="*/ 520219 h 561696"/>
                <a:gd name="connsiteX704" fmla="*/ 261126 w 786002"/>
                <a:gd name="connsiteY704" fmla="*/ 523986 h 561696"/>
                <a:gd name="connsiteX705" fmla="*/ 265333 w 786002"/>
                <a:gd name="connsiteY705" fmla="*/ 527317 h 561696"/>
                <a:gd name="connsiteX706" fmla="*/ 269102 w 786002"/>
                <a:gd name="connsiteY706" fmla="*/ 532094 h 561696"/>
                <a:gd name="connsiteX707" fmla="*/ 271424 w 786002"/>
                <a:gd name="connsiteY707" fmla="*/ 534247 h 561696"/>
                <a:gd name="connsiteX708" fmla="*/ 271424 w 786002"/>
                <a:gd name="connsiteY708" fmla="*/ 530647 h 561696"/>
                <a:gd name="connsiteX709" fmla="*/ 276068 w 786002"/>
                <a:gd name="connsiteY709" fmla="*/ 528898 h 561696"/>
                <a:gd name="connsiteX710" fmla="*/ 280275 w 786002"/>
                <a:gd name="connsiteY710" fmla="*/ 532800 h 561696"/>
                <a:gd name="connsiteX711" fmla="*/ 287377 w 786002"/>
                <a:gd name="connsiteY711" fmla="*/ 538720 h 561696"/>
                <a:gd name="connsiteX712" fmla="*/ 293333 w 786002"/>
                <a:gd name="connsiteY712" fmla="*/ 539595 h 561696"/>
                <a:gd name="connsiteX713" fmla="*/ 295353 w 786002"/>
                <a:gd name="connsiteY713" fmla="*/ 539292 h 561696"/>
                <a:gd name="connsiteX714" fmla="*/ 302891 w 786002"/>
                <a:gd name="connsiteY714" fmla="*/ 538418 h 561696"/>
                <a:gd name="connsiteX715" fmla="*/ 308411 w 786002"/>
                <a:gd name="connsiteY715" fmla="*/ 540301 h 561696"/>
                <a:gd name="connsiteX716" fmla="*/ 313190 w 786002"/>
                <a:gd name="connsiteY716" fmla="*/ 544776 h 561696"/>
                <a:gd name="connsiteX717" fmla="*/ 317968 w 786002"/>
                <a:gd name="connsiteY717" fmla="*/ 546357 h 561696"/>
                <a:gd name="connsiteX718" fmla="*/ 320863 w 786002"/>
                <a:gd name="connsiteY718" fmla="*/ 541580 h 561696"/>
                <a:gd name="connsiteX719" fmla="*/ 323185 w 786002"/>
                <a:gd name="connsiteY719" fmla="*/ 539999 h 561696"/>
                <a:gd name="connsiteX720" fmla="*/ 331430 w 786002"/>
                <a:gd name="connsiteY720" fmla="*/ 538552 h 561696"/>
                <a:gd name="connsiteX721" fmla="*/ 336075 w 786002"/>
                <a:gd name="connsiteY721" fmla="*/ 538552 h 561696"/>
                <a:gd name="connsiteX722" fmla="*/ 340281 w 786002"/>
                <a:gd name="connsiteY722" fmla="*/ 539124 h 561696"/>
                <a:gd name="connsiteX723" fmla="*/ 344185 w 786002"/>
                <a:gd name="connsiteY723" fmla="*/ 541142 h 561696"/>
                <a:gd name="connsiteX724" fmla="*/ 348392 w 786002"/>
                <a:gd name="connsiteY724" fmla="*/ 544170 h 561696"/>
                <a:gd name="connsiteX725" fmla="*/ 349133 w 786002"/>
                <a:gd name="connsiteY725" fmla="*/ 546491 h 561696"/>
                <a:gd name="connsiteX726" fmla="*/ 354046 w 786002"/>
                <a:gd name="connsiteY726" fmla="*/ 547231 h 561696"/>
                <a:gd name="connsiteX727" fmla="*/ 357311 w 786002"/>
                <a:gd name="connsiteY727" fmla="*/ 547231 h 561696"/>
                <a:gd name="connsiteX728" fmla="*/ 360407 w 786002"/>
                <a:gd name="connsiteY728" fmla="*/ 546424 h 561696"/>
                <a:gd name="connsiteX729" fmla="*/ 362494 w 786002"/>
                <a:gd name="connsiteY729" fmla="*/ 548005 h 561696"/>
                <a:gd name="connsiteX730" fmla="*/ 365018 w 786002"/>
                <a:gd name="connsiteY730" fmla="*/ 550663 h 561696"/>
                <a:gd name="connsiteX731" fmla="*/ 367609 w 786002"/>
                <a:gd name="connsiteY731" fmla="*/ 551403 h 561696"/>
                <a:gd name="connsiteX732" fmla="*/ 368922 w 786002"/>
                <a:gd name="connsiteY732" fmla="*/ 549384 h 561696"/>
                <a:gd name="connsiteX733" fmla="*/ 371614 w 786002"/>
                <a:gd name="connsiteY733" fmla="*/ 546188 h 561696"/>
                <a:gd name="connsiteX734" fmla="*/ 374508 w 786002"/>
                <a:gd name="connsiteY734" fmla="*/ 542723 h 561696"/>
                <a:gd name="connsiteX735" fmla="*/ 376696 w 786002"/>
                <a:gd name="connsiteY735" fmla="*/ 540470 h 561696"/>
                <a:gd name="connsiteX736" fmla="*/ 379321 w 786002"/>
                <a:gd name="connsiteY736" fmla="*/ 537072 h 561696"/>
                <a:gd name="connsiteX737" fmla="*/ 380768 w 786002"/>
                <a:gd name="connsiteY737" fmla="*/ 537005 h 561696"/>
                <a:gd name="connsiteX738" fmla="*/ 381912 w 786002"/>
                <a:gd name="connsiteY738" fmla="*/ 540705 h 561696"/>
                <a:gd name="connsiteX739" fmla="*/ 381845 w 786002"/>
                <a:gd name="connsiteY739" fmla="*/ 544540 h 561696"/>
                <a:gd name="connsiteX740" fmla="*/ 380229 w 786002"/>
                <a:gd name="connsiteY740" fmla="*/ 546794 h 561696"/>
                <a:gd name="connsiteX741" fmla="*/ 383292 w 786002"/>
                <a:gd name="connsiteY741" fmla="*/ 551571 h 561696"/>
                <a:gd name="connsiteX742" fmla="*/ 387936 w 786002"/>
                <a:gd name="connsiteY742" fmla="*/ 555473 h 561696"/>
                <a:gd name="connsiteX743" fmla="*/ 390898 w 786002"/>
                <a:gd name="connsiteY743" fmla="*/ 556785 h 561696"/>
                <a:gd name="connsiteX744" fmla="*/ 391201 w 786002"/>
                <a:gd name="connsiteY744" fmla="*/ 555776 h 561696"/>
                <a:gd name="connsiteX745" fmla="*/ 392480 w 786002"/>
                <a:gd name="connsiteY745" fmla="*/ 550259 h 561696"/>
                <a:gd name="connsiteX746" fmla="*/ 393489 w 786002"/>
                <a:gd name="connsiteY746" fmla="*/ 546928 h 561696"/>
                <a:gd name="connsiteX747" fmla="*/ 392547 w 786002"/>
                <a:gd name="connsiteY747" fmla="*/ 543531 h 561696"/>
                <a:gd name="connsiteX748" fmla="*/ 391235 w 786002"/>
                <a:gd name="connsiteY748" fmla="*/ 538956 h 561696"/>
                <a:gd name="connsiteX749" fmla="*/ 391235 w 786002"/>
                <a:gd name="connsiteY749" fmla="*/ 536197 h 561696"/>
                <a:gd name="connsiteX750" fmla="*/ 392749 w 786002"/>
                <a:gd name="connsiteY750" fmla="*/ 532867 h 561696"/>
                <a:gd name="connsiteX751" fmla="*/ 393826 w 786002"/>
                <a:gd name="connsiteY751" fmla="*/ 531050 h 561696"/>
                <a:gd name="connsiteX752" fmla="*/ 395340 w 786002"/>
                <a:gd name="connsiteY752" fmla="*/ 530681 h 561696"/>
                <a:gd name="connsiteX753" fmla="*/ 397326 w 786002"/>
                <a:gd name="connsiteY753" fmla="*/ 532127 h 561696"/>
                <a:gd name="connsiteX754" fmla="*/ 398437 w 786002"/>
                <a:gd name="connsiteY754" fmla="*/ 537038 h 561696"/>
                <a:gd name="connsiteX755" fmla="*/ 398066 w 786002"/>
                <a:gd name="connsiteY755" fmla="*/ 539292 h 561696"/>
                <a:gd name="connsiteX756" fmla="*/ 397326 w 786002"/>
                <a:gd name="connsiteY756" fmla="*/ 542488 h 561696"/>
                <a:gd name="connsiteX757" fmla="*/ 397629 w 786002"/>
                <a:gd name="connsiteY757" fmla="*/ 547769 h 561696"/>
                <a:gd name="connsiteX758" fmla="*/ 401465 w 786002"/>
                <a:gd name="connsiteY758" fmla="*/ 550091 h 561696"/>
                <a:gd name="connsiteX759" fmla="*/ 403485 w 786002"/>
                <a:gd name="connsiteY759" fmla="*/ 550091 h 561696"/>
                <a:gd name="connsiteX760" fmla="*/ 408331 w 786002"/>
                <a:gd name="connsiteY760" fmla="*/ 546188 h 561696"/>
                <a:gd name="connsiteX761" fmla="*/ 410283 w 786002"/>
                <a:gd name="connsiteY761" fmla="*/ 543127 h 561696"/>
                <a:gd name="connsiteX762" fmla="*/ 412672 w 786002"/>
                <a:gd name="connsiteY762" fmla="*/ 538586 h 561696"/>
                <a:gd name="connsiteX763" fmla="*/ 412740 w 786002"/>
                <a:gd name="connsiteY763" fmla="*/ 535390 h 561696"/>
                <a:gd name="connsiteX764" fmla="*/ 411360 w 786002"/>
                <a:gd name="connsiteY764" fmla="*/ 531623 h 561696"/>
                <a:gd name="connsiteX765" fmla="*/ 410620 w 786002"/>
                <a:gd name="connsiteY765" fmla="*/ 529234 h 561696"/>
                <a:gd name="connsiteX766" fmla="*/ 408668 w 786002"/>
                <a:gd name="connsiteY766" fmla="*/ 527216 h 561696"/>
                <a:gd name="connsiteX767" fmla="*/ 408668 w 786002"/>
                <a:gd name="connsiteY767" fmla="*/ 523751 h 561696"/>
                <a:gd name="connsiteX768" fmla="*/ 408668 w 786002"/>
                <a:gd name="connsiteY768" fmla="*/ 518537 h 561696"/>
                <a:gd name="connsiteX769" fmla="*/ 408668 w 786002"/>
                <a:gd name="connsiteY769" fmla="*/ 513322 h 561696"/>
                <a:gd name="connsiteX770" fmla="*/ 408668 w 786002"/>
                <a:gd name="connsiteY770" fmla="*/ 510699 h 561696"/>
                <a:gd name="connsiteX771" fmla="*/ 416475 w 786002"/>
                <a:gd name="connsiteY771" fmla="*/ 510699 h 561696"/>
                <a:gd name="connsiteX772" fmla="*/ 418226 w 786002"/>
                <a:gd name="connsiteY772" fmla="*/ 510699 h 561696"/>
                <a:gd name="connsiteX773" fmla="*/ 421120 w 786002"/>
                <a:gd name="connsiteY773" fmla="*/ 510699 h 561696"/>
                <a:gd name="connsiteX774" fmla="*/ 420817 w 786002"/>
                <a:gd name="connsiteY774" fmla="*/ 513322 h 561696"/>
                <a:gd name="connsiteX775" fmla="*/ 419067 w 786002"/>
                <a:gd name="connsiteY775" fmla="*/ 518537 h 561696"/>
                <a:gd name="connsiteX776" fmla="*/ 419067 w 786002"/>
                <a:gd name="connsiteY776" fmla="*/ 521127 h 561696"/>
                <a:gd name="connsiteX777" fmla="*/ 421827 w 786002"/>
                <a:gd name="connsiteY777" fmla="*/ 527788 h 561696"/>
                <a:gd name="connsiteX778" fmla="*/ 426606 w 786002"/>
                <a:gd name="connsiteY778" fmla="*/ 531858 h 561696"/>
                <a:gd name="connsiteX779" fmla="*/ 430947 w 786002"/>
                <a:gd name="connsiteY779" fmla="*/ 538249 h 561696"/>
                <a:gd name="connsiteX780" fmla="*/ 437038 w 786002"/>
                <a:gd name="connsiteY780" fmla="*/ 539696 h 561696"/>
                <a:gd name="connsiteX781" fmla="*/ 440808 w 786002"/>
                <a:gd name="connsiteY781" fmla="*/ 540268 h 561696"/>
                <a:gd name="connsiteX782" fmla="*/ 444577 w 786002"/>
                <a:gd name="connsiteY782" fmla="*/ 540268 h 561696"/>
                <a:gd name="connsiteX783" fmla="*/ 441986 w 786002"/>
                <a:gd name="connsiteY783" fmla="*/ 533305 h 561696"/>
                <a:gd name="connsiteX784" fmla="*/ 438216 w 786002"/>
                <a:gd name="connsiteY784" fmla="*/ 527788 h 561696"/>
                <a:gd name="connsiteX785" fmla="*/ 439966 w 786002"/>
                <a:gd name="connsiteY785" fmla="*/ 520252 h 561696"/>
                <a:gd name="connsiteX786" fmla="*/ 439966 w 786002"/>
                <a:gd name="connsiteY786" fmla="*/ 519378 h 561696"/>
                <a:gd name="connsiteX787" fmla="*/ 442591 w 786002"/>
                <a:gd name="connsiteY787" fmla="*/ 517628 h 561696"/>
                <a:gd name="connsiteX788" fmla="*/ 444341 w 786002"/>
                <a:gd name="connsiteY788" fmla="*/ 517628 h 561696"/>
                <a:gd name="connsiteX789" fmla="*/ 445519 w 786002"/>
                <a:gd name="connsiteY789" fmla="*/ 517628 h 561696"/>
                <a:gd name="connsiteX790" fmla="*/ 448717 w 786002"/>
                <a:gd name="connsiteY790" fmla="*/ 519075 h 561696"/>
                <a:gd name="connsiteX791" fmla="*/ 448717 w 786002"/>
                <a:gd name="connsiteY791" fmla="*/ 523717 h 561696"/>
                <a:gd name="connsiteX792" fmla="*/ 448717 w 786002"/>
                <a:gd name="connsiteY792" fmla="*/ 529806 h 561696"/>
                <a:gd name="connsiteX793" fmla="*/ 450601 w 786002"/>
                <a:gd name="connsiteY793" fmla="*/ 534718 h 561696"/>
                <a:gd name="connsiteX794" fmla="*/ 453933 w 786002"/>
                <a:gd name="connsiteY794" fmla="*/ 537038 h 561696"/>
                <a:gd name="connsiteX795" fmla="*/ 457130 w 786002"/>
                <a:gd name="connsiteY795" fmla="*/ 539931 h 561696"/>
                <a:gd name="connsiteX796" fmla="*/ 461775 w 786002"/>
                <a:gd name="connsiteY796" fmla="*/ 543699 h 561696"/>
                <a:gd name="connsiteX797" fmla="*/ 467866 w 786002"/>
                <a:gd name="connsiteY797" fmla="*/ 543699 h 561696"/>
                <a:gd name="connsiteX798" fmla="*/ 471332 w 786002"/>
                <a:gd name="connsiteY798" fmla="*/ 546458 h 561696"/>
                <a:gd name="connsiteX799" fmla="*/ 474799 w 786002"/>
                <a:gd name="connsiteY799" fmla="*/ 548072 h 561696"/>
                <a:gd name="connsiteX800" fmla="*/ 474799 w 786002"/>
                <a:gd name="connsiteY800" fmla="*/ 549822 h 561696"/>
                <a:gd name="connsiteX801" fmla="*/ 474799 w 786002"/>
                <a:gd name="connsiteY801" fmla="*/ 554464 h 561696"/>
                <a:gd name="connsiteX802" fmla="*/ 477559 w 786002"/>
                <a:gd name="connsiteY802" fmla="*/ 557929 h 561696"/>
                <a:gd name="connsiteX803" fmla="*/ 483213 w 786002"/>
                <a:gd name="connsiteY803" fmla="*/ 561696 h 561696"/>
                <a:gd name="connsiteX804" fmla="*/ 492198 w 786002"/>
                <a:gd name="connsiteY804" fmla="*/ 560250 h 561696"/>
                <a:gd name="connsiteX805" fmla="*/ 500309 w 786002"/>
                <a:gd name="connsiteY805" fmla="*/ 561696 h 561696"/>
                <a:gd name="connsiteX806" fmla="*/ 508420 w 786002"/>
                <a:gd name="connsiteY806" fmla="*/ 556785 h 561696"/>
                <a:gd name="connsiteX807" fmla="*/ 515083 w 786002"/>
                <a:gd name="connsiteY807" fmla="*/ 554767 h 561696"/>
                <a:gd name="connsiteX808" fmla="*/ 518281 w 786002"/>
                <a:gd name="connsiteY808" fmla="*/ 551571 h 561696"/>
                <a:gd name="connsiteX809" fmla="*/ 518281 w 786002"/>
                <a:gd name="connsiteY809" fmla="*/ 534179 h 561696"/>
                <a:gd name="connsiteX810" fmla="*/ 518281 w 786002"/>
                <a:gd name="connsiteY810" fmla="*/ 528864 h 561696"/>
                <a:gd name="connsiteX811" fmla="*/ 518819 w 786002"/>
                <a:gd name="connsiteY811" fmla="*/ 526913 h 561696"/>
                <a:gd name="connsiteX812" fmla="*/ 519896 w 786002"/>
                <a:gd name="connsiteY812" fmla="*/ 524626 h 561696"/>
                <a:gd name="connsiteX813" fmla="*/ 521949 w 786002"/>
                <a:gd name="connsiteY813" fmla="*/ 524087 h 561696"/>
                <a:gd name="connsiteX814" fmla="*/ 523463 w 786002"/>
                <a:gd name="connsiteY814" fmla="*/ 526913 h 561696"/>
                <a:gd name="connsiteX815" fmla="*/ 524103 w 786002"/>
                <a:gd name="connsiteY815" fmla="*/ 533843 h 561696"/>
                <a:gd name="connsiteX816" fmla="*/ 523463 w 786002"/>
                <a:gd name="connsiteY816" fmla="*/ 541142 h 561696"/>
                <a:gd name="connsiteX817" fmla="*/ 523463 w 786002"/>
                <a:gd name="connsiteY817" fmla="*/ 546020 h 561696"/>
                <a:gd name="connsiteX818" fmla="*/ 525079 w 786002"/>
                <a:gd name="connsiteY818" fmla="*/ 550057 h 561696"/>
                <a:gd name="connsiteX819" fmla="*/ 528444 w 786002"/>
                <a:gd name="connsiteY819" fmla="*/ 555069 h 561696"/>
                <a:gd name="connsiteX820" fmla="*/ 533762 w 786002"/>
                <a:gd name="connsiteY820" fmla="*/ 560485 h 561696"/>
                <a:gd name="connsiteX821" fmla="*/ 537464 w 786002"/>
                <a:gd name="connsiteY821" fmla="*/ 558770 h 56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786002" h="561696">
                  <a:moveTo>
                    <a:pt x="537464" y="558770"/>
                  </a:moveTo>
                  <a:lnTo>
                    <a:pt x="537464" y="555305"/>
                  </a:lnTo>
                  <a:lnTo>
                    <a:pt x="538877" y="554868"/>
                  </a:lnTo>
                  <a:lnTo>
                    <a:pt x="537901" y="554430"/>
                  </a:lnTo>
                  <a:lnTo>
                    <a:pt x="535444" y="551537"/>
                  </a:lnTo>
                  <a:lnTo>
                    <a:pt x="536454" y="548644"/>
                  </a:lnTo>
                  <a:lnTo>
                    <a:pt x="538036" y="545751"/>
                  </a:lnTo>
                  <a:lnTo>
                    <a:pt x="540493" y="541109"/>
                  </a:lnTo>
                  <a:lnTo>
                    <a:pt x="543387" y="537408"/>
                  </a:lnTo>
                  <a:cubicBezTo>
                    <a:pt x="543387" y="537408"/>
                    <a:pt x="547022" y="535323"/>
                    <a:pt x="547594" y="535323"/>
                  </a:cubicBezTo>
                  <a:cubicBezTo>
                    <a:pt x="548166" y="535323"/>
                    <a:pt x="553954" y="535323"/>
                    <a:pt x="553954" y="535323"/>
                  </a:cubicBezTo>
                  <a:lnTo>
                    <a:pt x="562368" y="533573"/>
                  </a:lnTo>
                  <a:lnTo>
                    <a:pt x="565700" y="526778"/>
                  </a:lnTo>
                  <a:lnTo>
                    <a:pt x="564556" y="521262"/>
                  </a:lnTo>
                  <a:lnTo>
                    <a:pt x="561527" y="517359"/>
                  </a:lnTo>
                  <a:lnTo>
                    <a:pt x="564556" y="512011"/>
                  </a:lnTo>
                  <a:lnTo>
                    <a:pt x="568897" y="509387"/>
                  </a:lnTo>
                  <a:lnTo>
                    <a:pt x="575123" y="507940"/>
                  </a:lnTo>
                  <a:lnTo>
                    <a:pt x="580642" y="507806"/>
                  </a:lnTo>
                  <a:lnTo>
                    <a:pt x="587744" y="506494"/>
                  </a:lnTo>
                  <a:cubicBezTo>
                    <a:pt x="587744" y="506494"/>
                    <a:pt x="594575" y="505182"/>
                    <a:pt x="595148" y="505182"/>
                  </a:cubicBezTo>
                  <a:cubicBezTo>
                    <a:pt x="595720" y="505182"/>
                    <a:pt x="602552" y="504038"/>
                    <a:pt x="602552" y="504038"/>
                  </a:cubicBezTo>
                  <a:lnTo>
                    <a:pt x="610090" y="504610"/>
                  </a:lnTo>
                  <a:lnTo>
                    <a:pt x="615441" y="502154"/>
                  </a:lnTo>
                  <a:lnTo>
                    <a:pt x="616013" y="496065"/>
                  </a:lnTo>
                  <a:lnTo>
                    <a:pt x="609787" y="488967"/>
                  </a:lnTo>
                  <a:cubicBezTo>
                    <a:pt x="609787" y="488967"/>
                    <a:pt x="606018" y="482609"/>
                    <a:pt x="606018" y="481869"/>
                  </a:cubicBezTo>
                  <a:cubicBezTo>
                    <a:pt x="606018" y="481129"/>
                    <a:pt x="605883" y="476083"/>
                    <a:pt x="605883" y="476083"/>
                  </a:cubicBezTo>
                  <a:lnTo>
                    <a:pt x="609215" y="473897"/>
                  </a:lnTo>
                  <a:lnTo>
                    <a:pt x="615441" y="474199"/>
                  </a:lnTo>
                  <a:lnTo>
                    <a:pt x="621230" y="478404"/>
                  </a:lnTo>
                  <a:lnTo>
                    <a:pt x="627759" y="479716"/>
                  </a:lnTo>
                  <a:lnTo>
                    <a:pt x="629913" y="476521"/>
                  </a:lnTo>
                  <a:lnTo>
                    <a:pt x="637586" y="473762"/>
                  </a:lnTo>
                  <a:lnTo>
                    <a:pt x="641927" y="472013"/>
                  </a:lnTo>
                  <a:lnTo>
                    <a:pt x="645562" y="470129"/>
                  </a:lnTo>
                  <a:lnTo>
                    <a:pt x="639336" y="466059"/>
                  </a:lnTo>
                  <a:lnTo>
                    <a:pt x="639201" y="461585"/>
                  </a:lnTo>
                  <a:cubicBezTo>
                    <a:pt x="639201" y="461585"/>
                    <a:pt x="641389" y="459398"/>
                    <a:pt x="641961" y="459398"/>
                  </a:cubicBezTo>
                  <a:cubicBezTo>
                    <a:pt x="642533" y="459398"/>
                    <a:pt x="643543" y="459264"/>
                    <a:pt x="645293" y="459398"/>
                  </a:cubicBezTo>
                  <a:cubicBezTo>
                    <a:pt x="647043" y="459533"/>
                    <a:pt x="650072" y="460845"/>
                    <a:pt x="650072" y="460845"/>
                  </a:cubicBezTo>
                  <a:lnTo>
                    <a:pt x="653101" y="461417"/>
                  </a:lnTo>
                  <a:lnTo>
                    <a:pt x="654413" y="458961"/>
                  </a:lnTo>
                  <a:cubicBezTo>
                    <a:pt x="654413" y="458961"/>
                    <a:pt x="653101" y="454890"/>
                    <a:pt x="652966" y="454319"/>
                  </a:cubicBezTo>
                  <a:cubicBezTo>
                    <a:pt x="652832" y="453747"/>
                    <a:pt x="649332" y="447221"/>
                    <a:pt x="649332" y="447221"/>
                  </a:cubicBezTo>
                  <a:lnTo>
                    <a:pt x="649466" y="443184"/>
                  </a:lnTo>
                  <a:lnTo>
                    <a:pt x="651485" y="441434"/>
                  </a:lnTo>
                  <a:lnTo>
                    <a:pt x="654380" y="433765"/>
                  </a:lnTo>
                  <a:lnTo>
                    <a:pt x="658149" y="429123"/>
                  </a:lnTo>
                  <a:lnTo>
                    <a:pt x="664106" y="427104"/>
                  </a:lnTo>
                  <a:lnTo>
                    <a:pt x="670197" y="425489"/>
                  </a:lnTo>
                  <a:cubicBezTo>
                    <a:pt x="670197" y="425489"/>
                    <a:pt x="673664" y="422731"/>
                    <a:pt x="674101" y="422596"/>
                  </a:cubicBezTo>
                  <a:cubicBezTo>
                    <a:pt x="674539" y="422462"/>
                    <a:pt x="678746" y="421722"/>
                    <a:pt x="679318" y="421722"/>
                  </a:cubicBezTo>
                  <a:cubicBezTo>
                    <a:pt x="679890" y="421722"/>
                    <a:pt x="683390" y="420578"/>
                    <a:pt x="683390" y="420578"/>
                  </a:cubicBezTo>
                  <a:lnTo>
                    <a:pt x="685712" y="417954"/>
                  </a:lnTo>
                  <a:lnTo>
                    <a:pt x="687159" y="416373"/>
                  </a:lnTo>
                  <a:lnTo>
                    <a:pt x="688169" y="413312"/>
                  </a:lnTo>
                  <a:lnTo>
                    <a:pt x="690491" y="412437"/>
                  </a:lnTo>
                  <a:cubicBezTo>
                    <a:pt x="690491" y="412437"/>
                    <a:pt x="691804" y="411260"/>
                    <a:pt x="693520" y="410856"/>
                  </a:cubicBezTo>
                  <a:cubicBezTo>
                    <a:pt x="695270" y="410419"/>
                    <a:pt x="698030" y="409107"/>
                    <a:pt x="698030" y="409107"/>
                  </a:cubicBezTo>
                  <a:cubicBezTo>
                    <a:pt x="698030" y="409107"/>
                    <a:pt x="699342" y="408973"/>
                    <a:pt x="700487" y="408401"/>
                  </a:cubicBezTo>
                  <a:cubicBezTo>
                    <a:pt x="701631" y="407828"/>
                    <a:pt x="702506" y="407223"/>
                    <a:pt x="702506" y="407223"/>
                  </a:cubicBezTo>
                  <a:lnTo>
                    <a:pt x="705568" y="404465"/>
                  </a:lnTo>
                  <a:lnTo>
                    <a:pt x="706006" y="402278"/>
                  </a:lnTo>
                  <a:lnTo>
                    <a:pt x="710347" y="398948"/>
                  </a:lnTo>
                  <a:lnTo>
                    <a:pt x="712669" y="396627"/>
                  </a:lnTo>
                  <a:lnTo>
                    <a:pt x="715126" y="393431"/>
                  </a:lnTo>
                  <a:lnTo>
                    <a:pt x="716001" y="387914"/>
                  </a:lnTo>
                  <a:lnTo>
                    <a:pt x="722800" y="381388"/>
                  </a:lnTo>
                  <a:lnTo>
                    <a:pt x="723540" y="372709"/>
                  </a:lnTo>
                  <a:cubicBezTo>
                    <a:pt x="723540" y="372709"/>
                    <a:pt x="720915" y="369076"/>
                    <a:pt x="720915" y="368638"/>
                  </a:cubicBezTo>
                  <a:cubicBezTo>
                    <a:pt x="720915" y="368201"/>
                    <a:pt x="719333" y="365308"/>
                    <a:pt x="719333" y="364131"/>
                  </a:cubicBezTo>
                  <a:cubicBezTo>
                    <a:pt x="719333" y="362987"/>
                    <a:pt x="718895" y="357033"/>
                    <a:pt x="718895" y="356595"/>
                  </a:cubicBezTo>
                  <a:cubicBezTo>
                    <a:pt x="718895" y="356158"/>
                    <a:pt x="717314" y="353702"/>
                    <a:pt x="717314" y="353702"/>
                  </a:cubicBezTo>
                  <a:cubicBezTo>
                    <a:pt x="717314" y="353702"/>
                    <a:pt x="714857" y="351381"/>
                    <a:pt x="714857" y="350372"/>
                  </a:cubicBezTo>
                  <a:cubicBezTo>
                    <a:pt x="714857" y="349363"/>
                    <a:pt x="713982" y="347748"/>
                    <a:pt x="714857" y="346739"/>
                  </a:cubicBezTo>
                  <a:cubicBezTo>
                    <a:pt x="715732" y="345730"/>
                    <a:pt x="717179" y="343409"/>
                    <a:pt x="717751" y="343106"/>
                  </a:cubicBezTo>
                  <a:cubicBezTo>
                    <a:pt x="718323" y="342803"/>
                    <a:pt x="718626" y="340919"/>
                    <a:pt x="718761" y="340482"/>
                  </a:cubicBezTo>
                  <a:cubicBezTo>
                    <a:pt x="718895" y="340045"/>
                    <a:pt x="718054" y="332812"/>
                    <a:pt x="718054" y="332812"/>
                  </a:cubicBezTo>
                  <a:lnTo>
                    <a:pt x="718323" y="328742"/>
                  </a:lnTo>
                  <a:lnTo>
                    <a:pt x="718323" y="323965"/>
                  </a:lnTo>
                  <a:lnTo>
                    <a:pt x="723237" y="321644"/>
                  </a:lnTo>
                  <a:cubicBezTo>
                    <a:pt x="723237" y="321644"/>
                    <a:pt x="723102" y="321072"/>
                    <a:pt x="724247" y="320635"/>
                  </a:cubicBezTo>
                  <a:cubicBezTo>
                    <a:pt x="725391" y="320197"/>
                    <a:pt x="727881" y="315555"/>
                    <a:pt x="728588" y="315555"/>
                  </a:cubicBezTo>
                  <a:cubicBezTo>
                    <a:pt x="729295" y="315555"/>
                    <a:pt x="734545" y="311922"/>
                    <a:pt x="734545" y="311922"/>
                  </a:cubicBezTo>
                  <a:lnTo>
                    <a:pt x="738886" y="311216"/>
                  </a:lnTo>
                  <a:cubicBezTo>
                    <a:pt x="738886" y="311216"/>
                    <a:pt x="741511" y="310341"/>
                    <a:pt x="742656" y="310072"/>
                  </a:cubicBezTo>
                  <a:cubicBezTo>
                    <a:pt x="743800" y="309769"/>
                    <a:pt x="745416" y="307044"/>
                    <a:pt x="746122" y="307044"/>
                  </a:cubicBezTo>
                  <a:cubicBezTo>
                    <a:pt x="746862" y="307044"/>
                    <a:pt x="748444" y="301965"/>
                    <a:pt x="748444" y="301965"/>
                  </a:cubicBezTo>
                  <a:lnTo>
                    <a:pt x="746560" y="298197"/>
                  </a:lnTo>
                  <a:lnTo>
                    <a:pt x="739896" y="292848"/>
                  </a:lnTo>
                  <a:cubicBezTo>
                    <a:pt x="739896" y="292848"/>
                    <a:pt x="742521" y="285885"/>
                    <a:pt x="743396" y="285616"/>
                  </a:cubicBezTo>
                  <a:cubicBezTo>
                    <a:pt x="744271" y="285313"/>
                    <a:pt x="749622" y="280974"/>
                    <a:pt x="751204" y="280839"/>
                  </a:cubicBezTo>
                  <a:cubicBezTo>
                    <a:pt x="752786" y="280705"/>
                    <a:pt x="756723" y="280839"/>
                    <a:pt x="756723" y="280839"/>
                  </a:cubicBezTo>
                  <a:lnTo>
                    <a:pt x="759618" y="282151"/>
                  </a:lnTo>
                  <a:cubicBezTo>
                    <a:pt x="759618" y="282151"/>
                    <a:pt x="765978" y="276802"/>
                    <a:pt x="766719" y="276802"/>
                  </a:cubicBezTo>
                  <a:cubicBezTo>
                    <a:pt x="767425" y="276802"/>
                    <a:pt x="770926" y="274784"/>
                    <a:pt x="772507" y="274481"/>
                  </a:cubicBezTo>
                  <a:cubicBezTo>
                    <a:pt x="774089" y="274178"/>
                    <a:pt x="775132" y="273169"/>
                    <a:pt x="775132" y="273169"/>
                  </a:cubicBezTo>
                  <a:cubicBezTo>
                    <a:pt x="775132" y="273169"/>
                    <a:pt x="776142" y="270411"/>
                    <a:pt x="775267" y="268830"/>
                  </a:cubicBezTo>
                  <a:cubicBezTo>
                    <a:pt x="774392" y="267249"/>
                    <a:pt x="769613" y="261429"/>
                    <a:pt x="769613" y="261429"/>
                  </a:cubicBezTo>
                  <a:cubicBezTo>
                    <a:pt x="769613" y="261429"/>
                    <a:pt x="768300" y="258401"/>
                    <a:pt x="768300" y="257796"/>
                  </a:cubicBezTo>
                  <a:cubicBezTo>
                    <a:pt x="768300" y="257224"/>
                    <a:pt x="765709" y="249251"/>
                    <a:pt x="765709" y="249251"/>
                  </a:cubicBezTo>
                  <a:lnTo>
                    <a:pt x="766146" y="243600"/>
                  </a:lnTo>
                  <a:lnTo>
                    <a:pt x="771801" y="239126"/>
                  </a:lnTo>
                  <a:lnTo>
                    <a:pt x="777589" y="237545"/>
                  </a:lnTo>
                  <a:lnTo>
                    <a:pt x="783108" y="235526"/>
                  </a:lnTo>
                  <a:lnTo>
                    <a:pt x="786003" y="229875"/>
                  </a:lnTo>
                  <a:lnTo>
                    <a:pt x="784118" y="224661"/>
                  </a:lnTo>
                  <a:lnTo>
                    <a:pt x="781931" y="218572"/>
                  </a:lnTo>
                  <a:lnTo>
                    <a:pt x="782233" y="213492"/>
                  </a:lnTo>
                  <a:lnTo>
                    <a:pt x="781661" y="208413"/>
                  </a:lnTo>
                  <a:lnTo>
                    <a:pt x="775873" y="203939"/>
                  </a:lnTo>
                  <a:lnTo>
                    <a:pt x="773988" y="201046"/>
                  </a:lnTo>
                  <a:lnTo>
                    <a:pt x="772676" y="198287"/>
                  </a:lnTo>
                  <a:lnTo>
                    <a:pt x="772103" y="194654"/>
                  </a:lnTo>
                  <a:lnTo>
                    <a:pt x="773248" y="191627"/>
                  </a:lnTo>
                  <a:lnTo>
                    <a:pt x="775132" y="188599"/>
                  </a:lnTo>
                  <a:lnTo>
                    <a:pt x="778329" y="185403"/>
                  </a:lnTo>
                  <a:lnTo>
                    <a:pt x="781964" y="181770"/>
                  </a:lnTo>
                  <a:lnTo>
                    <a:pt x="778633" y="181030"/>
                  </a:lnTo>
                  <a:cubicBezTo>
                    <a:pt x="778633" y="181030"/>
                    <a:pt x="776310" y="181333"/>
                    <a:pt x="774863" y="181602"/>
                  </a:cubicBezTo>
                  <a:cubicBezTo>
                    <a:pt x="773416" y="181905"/>
                    <a:pt x="771666" y="182174"/>
                    <a:pt x="770219" y="182174"/>
                  </a:cubicBezTo>
                  <a:cubicBezTo>
                    <a:pt x="768772" y="182174"/>
                    <a:pt x="766584" y="181467"/>
                    <a:pt x="765575" y="181165"/>
                  </a:cubicBezTo>
                  <a:cubicBezTo>
                    <a:pt x="764565" y="180862"/>
                    <a:pt x="761940" y="180862"/>
                    <a:pt x="761368" y="180862"/>
                  </a:cubicBezTo>
                  <a:cubicBezTo>
                    <a:pt x="760795" y="180862"/>
                    <a:pt x="757733" y="180727"/>
                    <a:pt x="757733" y="180727"/>
                  </a:cubicBezTo>
                  <a:cubicBezTo>
                    <a:pt x="757733" y="180727"/>
                    <a:pt x="755411" y="180862"/>
                    <a:pt x="754401" y="180727"/>
                  </a:cubicBezTo>
                  <a:cubicBezTo>
                    <a:pt x="753392" y="180593"/>
                    <a:pt x="751372" y="181165"/>
                    <a:pt x="750766" y="181737"/>
                  </a:cubicBezTo>
                  <a:cubicBezTo>
                    <a:pt x="750194" y="182308"/>
                    <a:pt x="748310" y="182746"/>
                    <a:pt x="746122" y="183318"/>
                  </a:cubicBezTo>
                  <a:cubicBezTo>
                    <a:pt x="743968" y="183890"/>
                    <a:pt x="743800" y="185639"/>
                    <a:pt x="742218" y="186345"/>
                  </a:cubicBezTo>
                  <a:cubicBezTo>
                    <a:pt x="740603" y="187052"/>
                    <a:pt x="740165" y="186783"/>
                    <a:pt x="738314" y="187926"/>
                  </a:cubicBezTo>
                  <a:cubicBezTo>
                    <a:pt x="736430" y="189104"/>
                    <a:pt x="735555" y="190247"/>
                    <a:pt x="733098" y="191694"/>
                  </a:cubicBezTo>
                  <a:cubicBezTo>
                    <a:pt x="730641" y="193141"/>
                    <a:pt x="730641" y="191829"/>
                    <a:pt x="729631" y="191694"/>
                  </a:cubicBezTo>
                  <a:cubicBezTo>
                    <a:pt x="728622" y="191559"/>
                    <a:pt x="728319" y="191257"/>
                    <a:pt x="728050" y="190819"/>
                  </a:cubicBezTo>
                  <a:cubicBezTo>
                    <a:pt x="727780" y="190382"/>
                    <a:pt x="725021" y="189373"/>
                    <a:pt x="723708" y="188633"/>
                  </a:cubicBezTo>
                  <a:cubicBezTo>
                    <a:pt x="722429" y="187926"/>
                    <a:pt x="721251" y="187186"/>
                    <a:pt x="719939" y="186312"/>
                  </a:cubicBezTo>
                  <a:cubicBezTo>
                    <a:pt x="718626" y="185437"/>
                    <a:pt x="719064" y="184428"/>
                    <a:pt x="719064" y="183856"/>
                  </a:cubicBezTo>
                  <a:cubicBezTo>
                    <a:pt x="719064" y="183284"/>
                    <a:pt x="719198" y="181535"/>
                    <a:pt x="719501" y="181097"/>
                  </a:cubicBezTo>
                  <a:cubicBezTo>
                    <a:pt x="719804" y="180660"/>
                    <a:pt x="719636" y="176455"/>
                    <a:pt x="719636" y="175177"/>
                  </a:cubicBezTo>
                  <a:cubicBezTo>
                    <a:pt x="719636" y="173865"/>
                    <a:pt x="719636" y="172116"/>
                    <a:pt x="720074" y="170669"/>
                  </a:cubicBezTo>
                  <a:cubicBezTo>
                    <a:pt x="720511" y="169223"/>
                    <a:pt x="719939" y="167339"/>
                    <a:pt x="719939" y="167339"/>
                  </a:cubicBezTo>
                  <a:cubicBezTo>
                    <a:pt x="719939" y="167339"/>
                    <a:pt x="719939" y="165018"/>
                    <a:pt x="720074" y="164143"/>
                  </a:cubicBezTo>
                  <a:cubicBezTo>
                    <a:pt x="720208" y="163269"/>
                    <a:pt x="720074" y="161519"/>
                    <a:pt x="720074" y="161519"/>
                  </a:cubicBezTo>
                  <a:lnTo>
                    <a:pt x="720646" y="155565"/>
                  </a:lnTo>
                  <a:lnTo>
                    <a:pt x="720074" y="151797"/>
                  </a:lnTo>
                  <a:lnTo>
                    <a:pt x="720074" y="148602"/>
                  </a:lnTo>
                  <a:lnTo>
                    <a:pt x="718761" y="144094"/>
                  </a:lnTo>
                  <a:lnTo>
                    <a:pt x="717011" y="143219"/>
                  </a:lnTo>
                  <a:lnTo>
                    <a:pt x="713107" y="142076"/>
                  </a:lnTo>
                  <a:cubicBezTo>
                    <a:pt x="713107" y="142076"/>
                    <a:pt x="709338" y="141504"/>
                    <a:pt x="708765" y="141504"/>
                  </a:cubicBezTo>
                  <a:cubicBezTo>
                    <a:pt x="708193" y="141504"/>
                    <a:pt x="705299" y="142244"/>
                    <a:pt x="705299" y="142244"/>
                  </a:cubicBezTo>
                  <a:lnTo>
                    <a:pt x="702539" y="142244"/>
                  </a:lnTo>
                  <a:cubicBezTo>
                    <a:pt x="702539" y="142244"/>
                    <a:pt x="701395" y="143118"/>
                    <a:pt x="700352" y="143993"/>
                  </a:cubicBezTo>
                  <a:cubicBezTo>
                    <a:pt x="699342" y="144868"/>
                    <a:pt x="700352" y="143690"/>
                    <a:pt x="699208" y="145170"/>
                  </a:cubicBezTo>
                  <a:cubicBezTo>
                    <a:pt x="698063" y="146617"/>
                    <a:pt x="697895" y="146314"/>
                    <a:pt x="697054" y="147626"/>
                  </a:cubicBezTo>
                  <a:cubicBezTo>
                    <a:pt x="696179" y="148938"/>
                    <a:pt x="693587" y="149813"/>
                    <a:pt x="693587" y="149813"/>
                  </a:cubicBezTo>
                  <a:lnTo>
                    <a:pt x="690693" y="151562"/>
                  </a:lnTo>
                  <a:cubicBezTo>
                    <a:pt x="690693" y="151562"/>
                    <a:pt x="689549" y="151562"/>
                    <a:pt x="688068" y="154589"/>
                  </a:cubicBezTo>
                  <a:cubicBezTo>
                    <a:pt x="686621" y="157617"/>
                    <a:pt x="687799" y="157348"/>
                    <a:pt x="688203" y="159501"/>
                  </a:cubicBezTo>
                  <a:cubicBezTo>
                    <a:pt x="688640" y="161687"/>
                    <a:pt x="688068" y="161519"/>
                    <a:pt x="688068" y="162091"/>
                  </a:cubicBezTo>
                  <a:cubicBezTo>
                    <a:pt x="688068" y="162663"/>
                    <a:pt x="687058" y="163975"/>
                    <a:pt x="685746" y="166565"/>
                  </a:cubicBezTo>
                  <a:cubicBezTo>
                    <a:pt x="684433" y="169189"/>
                    <a:pt x="681977" y="167742"/>
                    <a:pt x="680529" y="167742"/>
                  </a:cubicBezTo>
                  <a:cubicBezTo>
                    <a:pt x="679082" y="167742"/>
                    <a:pt x="677063" y="166565"/>
                    <a:pt x="675178" y="165724"/>
                  </a:cubicBezTo>
                  <a:cubicBezTo>
                    <a:pt x="673294" y="164849"/>
                    <a:pt x="673597" y="163975"/>
                    <a:pt x="672284" y="162394"/>
                  </a:cubicBezTo>
                  <a:cubicBezTo>
                    <a:pt x="670971" y="160813"/>
                    <a:pt x="671409" y="158929"/>
                    <a:pt x="671409" y="158929"/>
                  </a:cubicBezTo>
                  <a:cubicBezTo>
                    <a:pt x="671409" y="158929"/>
                    <a:pt x="671409" y="155901"/>
                    <a:pt x="671274" y="155027"/>
                  </a:cubicBezTo>
                  <a:cubicBezTo>
                    <a:pt x="671140" y="154152"/>
                    <a:pt x="670837" y="151999"/>
                    <a:pt x="670837" y="151999"/>
                  </a:cubicBezTo>
                  <a:lnTo>
                    <a:pt x="670702" y="148097"/>
                  </a:lnTo>
                  <a:lnTo>
                    <a:pt x="671005" y="143758"/>
                  </a:lnTo>
                  <a:lnTo>
                    <a:pt x="676087" y="137534"/>
                  </a:lnTo>
                  <a:cubicBezTo>
                    <a:pt x="676087" y="137534"/>
                    <a:pt x="676087" y="137534"/>
                    <a:pt x="676524" y="137400"/>
                  </a:cubicBezTo>
                  <a:cubicBezTo>
                    <a:pt x="676962" y="137265"/>
                    <a:pt x="676962" y="134809"/>
                    <a:pt x="677669" y="134069"/>
                  </a:cubicBezTo>
                  <a:cubicBezTo>
                    <a:pt x="678409" y="133363"/>
                    <a:pt x="680260" y="131883"/>
                    <a:pt x="681741" y="131311"/>
                  </a:cubicBezTo>
                  <a:cubicBezTo>
                    <a:pt x="683188" y="130739"/>
                    <a:pt x="683053" y="130167"/>
                    <a:pt x="683053" y="130167"/>
                  </a:cubicBezTo>
                  <a:lnTo>
                    <a:pt x="688842" y="128283"/>
                  </a:lnTo>
                  <a:cubicBezTo>
                    <a:pt x="688842" y="128283"/>
                    <a:pt x="688539" y="126265"/>
                    <a:pt x="688707" y="125828"/>
                  </a:cubicBezTo>
                  <a:cubicBezTo>
                    <a:pt x="688842" y="125390"/>
                    <a:pt x="688842" y="123237"/>
                    <a:pt x="688842" y="123237"/>
                  </a:cubicBezTo>
                  <a:lnTo>
                    <a:pt x="689145" y="121353"/>
                  </a:lnTo>
                  <a:lnTo>
                    <a:pt x="691030" y="118326"/>
                  </a:lnTo>
                  <a:cubicBezTo>
                    <a:pt x="691030" y="118326"/>
                    <a:pt x="691030" y="118326"/>
                    <a:pt x="691332" y="117889"/>
                  </a:cubicBezTo>
                  <a:cubicBezTo>
                    <a:pt x="691635" y="117451"/>
                    <a:pt x="694530" y="116442"/>
                    <a:pt x="695236" y="116005"/>
                  </a:cubicBezTo>
                  <a:cubicBezTo>
                    <a:pt x="695943" y="115568"/>
                    <a:pt x="696852" y="114558"/>
                    <a:pt x="697693" y="113684"/>
                  </a:cubicBezTo>
                  <a:cubicBezTo>
                    <a:pt x="698568" y="112809"/>
                    <a:pt x="699578" y="111800"/>
                    <a:pt x="699578" y="111800"/>
                  </a:cubicBezTo>
                  <a:lnTo>
                    <a:pt x="701765" y="111228"/>
                  </a:lnTo>
                  <a:cubicBezTo>
                    <a:pt x="701765" y="111228"/>
                    <a:pt x="704222" y="109781"/>
                    <a:pt x="704660" y="109647"/>
                  </a:cubicBezTo>
                  <a:cubicBezTo>
                    <a:pt x="705097" y="109512"/>
                    <a:pt x="706241" y="107628"/>
                    <a:pt x="706241" y="107628"/>
                  </a:cubicBezTo>
                  <a:lnTo>
                    <a:pt x="706814" y="106047"/>
                  </a:lnTo>
                  <a:lnTo>
                    <a:pt x="707823" y="101405"/>
                  </a:lnTo>
                  <a:lnTo>
                    <a:pt x="708530" y="95888"/>
                  </a:lnTo>
                  <a:lnTo>
                    <a:pt x="705636" y="85157"/>
                  </a:lnTo>
                  <a:lnTo>
                    <a:pt x="706208" y="80818"/>
                  </a:lnTo>
                  <a:lnTo>
                    <a:pt x="706645" y="77050"/>
                  </a:lnTo>
                  <a:cubicBezTo>
                    <a:pt x="706645" y="77050"/>
                    <a:pt x="708665" y="74460"/>
                    <a:pt x="708833" y="74022"/>
                  </a:cubicBezTo>
                  <a:cubicBezTo>
                    <a:pt x="708967" y="73585"/>
                    <a:pt x="710583" y="71399"/>
                    <a:pt x="710583" y="71399"/>
                  </a:cubicBezTo>
                  <a:lnTo>
                    <a:pt x="712468" y="69380"/>
                  </a:lnTo>
                  <a:lnTo>
                    <a:pt x="714790" y="67799"/>
                  </a:lnTo>
                  <a:lnTo>
                    <a:pt x="716371" y="67059"/>
                  </a:lnTo>
                  <a:lnTo>
                    <a:pt x="717987" y="66353"/>
                  </a:lnTo>
                  <a:lnTo>
                    <a:pt x="719434" y="64166"/>
                  </a:lnTo>
                  <a:lnTo>
                    <a:pt x="721891" y="61542"/>
                  </a:lnTo>
                  <a:cubicBezTo>
                    <a:pt x="721891" y="61542"/>
                    <a:pt x="721891" y="58077"/>
                    <a:pt x="721891" y="57472"/>
                  </a:cubicBezTo>
                  <a:cubicBezTo>
                    <a:pt x="721891" y="56900"/>
                    <a:pt x="720511" y="55891"/>
                    <a:pt x="719939" y="55722"/>
                  </a:cubicBezTo>
                  <a:cubicBezTo>
                    <a:pt x="719367" y="55588"/>
                    <a:pt x="717549" y="54579"/>
                    <a:pt x="717549" y="54579"/>
                  </a:cubicBezTo>
                  <a:cubicBezTo>
                    <a:pt x="717549" y="54579"/>
                    <a:pt x="715833" y="54142"/>
                    <a:pt x="715227" y="54007"/>
                  </a:cubicBezTo>
                  <a:cubicBezTo>
                    <a:pt x="714655" y="53872"/>
                    <a:pt x="713040" y="54007"/>
                    <a:pt x="712468" y="54007"/>
                  </a:cubicBezTo>
                  <a:cubicBezTo>
                    <a:pt x="711895" y="54007"/>
                    <a:pt x="710145" y="53872"/>
                    <a:pt x="710145" y="53872"/>
                  </a:cubicBezTo>
                  <a:cubicBezTo>
                    <a:pt x="710145" y="53872"/>
                    <a:pt x="706814" y="54175"/>
                    <a:pt x="706241" y="54310"/>
                  </a:cubicBezTo>
                  <a:cubicBezTo>
                    <a:pt x="705669" y="54444"/>
                    <a:pt x="704222" y="54747"/>
                    <a:pt x="704222" y="54747"/>
                  </a:cubicBezTo>
                  <a:cubicBezTo>
                    <a:pt x="704222" y="54747"/>
                    <a:pt x="702472" y="55622"/>
                    <a:pt x="701025" y="55891"/>
                  </a:cubicBezTo>
                  <a:cubicBezTo>
                    <a:pt x="699578" y="56193"/>
                    <a:pt x="698703" y="55151"/>
                    <a:pt x="698265" y="55016"/>
                  </a:cubicBezTo>
                  <a:cubicBezTo>
                    <a:pt x="697828" y="54881"/>
                    <a:pt x="696953" y="52560"/>
                    <a:pt x="696381" y="52392"/>
                  </a:cubicBezTo>
                  <a:cubicBezTo>
                    <a:pt x="695808" y="52258"/>
                    <a:pt x="694933" y="50206"/>
                    <a:pt x="694933" y="50206"/>
                  </a:cubicBezTo>
                  <a:lnTo>
                    <a:pt x="693789" y="48456"/>
                  </a:lnTo>
                  <a:lnTo>
                    <a:pt x="693520" y="44823"/>
                  </a:lnTo>
                  <a:cubicBezTo>
                    <a:pt x="693520" y="44823"/>
                    <a:pt x="694664" y="41056"/>
                    <a:pt x="695102" y="40484"/>
                  </a:cubicBezTo>
                  <a:cubicBezTo>
                    <a:pt x="695539" y="39912"/>
                    <a:pt x="696549" y="38600"/>
                    <a:pt x="697121" y="37591"/>
                  </a:cubicBezTo>
                  <a:cubicBezTo>
                    <a:pt x="697693" y="36582"/>
                    <a:pt x="697559" y="36413"/>
                    <a:pt x="698131" y="35572"/>
                  </a:cubicBezTo>
                  <a:cubicBezTo>
                    <a:pt x="698703" y="34698"/>
                    <a:pt x="700285" y="33251"/>
                    <a:pt x="700285" y="32511"/>
                  </a:cubicBezTo>
                  <a:cubicBezTo>
                    <a:pt x="700285" y="31805"/>
                    <a:pt x="700285" y="31637"/>
                    <a:pt x="700015" y="31065"/>
                  </a:cubicBezTo>
                  <a:cubicBezTo>
                    <a:pt x="699712" y="30493"/>
                    <a:pt x="699712" y="28474"/>
                    <a:pt x="699578" y="28037"/>
                  </a:cubicBezTo>
                  <a:cubicBezTo>
                    <a:pt x="699443" y="27600"/>
                    <a:pt x="699140" y="26153"/>
                    <a:pt x="699275" y="25279"/>
                  </a:cubicBezTo>
                  <a:cubicBezTo>
                    <a:pt x="699410" y="24404"/>
                    <a:pt x="700150" y="22251"/>
                    <a:pt x="700150" y="22251"/>
                  </a:cubicBezTo>
                  <a:lnTo>
                    <a:pt x="701025" y="18046"/>
                  </a:lnTo>
                  <a:lnTo>
                    <a:pt x="701025" y="14144"/>
                  </a:lnTo>
                  <a:cubicBezTo>
                    <a:pt x="701025" y="14144"/>
                    <a:pt x="700217" y="12126"/>
                    <a:pt x="699510" y="11957"/>
                  </a:cubicBezTo>
                  <a:cubicBezTo>
                    <a:pt x="698770" y="11823"/>
                    <a:pt x="697996" y="9367"/>
                    <a:pt x="696852" y="8930"/>
                  </a:cubicBezTo>
                  <a:cubicBezTo>
                    <a:pt x="695707" y="8493"/>
                    <a:pt x="693789" y="6306"/>
                    <a:pt x="693789" y="6306"/>
                  </a:cubicBezTo>
                  <a:cubicBezTo>
                    <a:pt x="693789" y="6306"/>
                    <a:pt x="690592" y="7046"/>
                    <a:pt x="690020" y="7181"/>
                  </a:cubicBezTo>
                  <a:cubicBezTo>
                    <a:pt x="689448" y="7315"/>
                    <a:pt x="688573" y="8324"/>
                    <a:pt x="688270" y="8930"/>
                  </a:cubicBezTo>
                  <a:cubicBezTo>
                    <a:pt x="687967" y="9502"/>
                    <a:pt x="684669" y="9064"/>
                    <a:pt x="684669" y="9064"/>
                  </a:cubicBezTo>
                  <a:lnTo>
                    <a:pt x="678712" y="6609"/>
                  </a:lnTo>
                  <a:cubicBezTo>
                    <a:pt x="678712" y="6609"/>
                    <a:pt x="677399" y="4859"/>
                    <a:pt x="676524" y="4590"/>
                  </a:cubicBezTo>
                  <a:cubicBezTo>
                    <a:pt x="675649" y="4288"/>
                    <a:pt x="673495" y="2572"/>
                    <a:pt x="673495" y="2572"/>
                  </a:cubicBezTo>
                  <a:cubicBezTo>
                    <a:pt x="673495" y="2572"/>
                    <a:pt x="671611" y="688"/>
                    <a:pt x="670601" y="116"/>
                  </a:cubicBezTo>
                  <a:cubicBezTo>
                    <a:pt x="669592" y="-456"/>
                    <a:pt x="669289" y="1260"/>
                    <a:pt x="668582" y="1428"/>
                  </a:cubicBezTo>
                  <a:cubicBezTo>
                    <a:pt x="667875" y="1563"/>
                    <a:pt x="668582" y="1428"/>
                    <a:pt x="668010" y="2303"/>
                  </a:cubicBezTo>
                  <a:cubicBezTo>
                    <a:pt x="667438" y="3177"/>
                    <a:pt x="666697" y="3615"/>
                    <a:pt x="666697" y="4759"/>
                  </a:cubicBezTo>
                  <a:cubicBezTo>
                    <a:pt x="666697" y="5902"/>
                    <a:pt x="665822" y="6777"/>
                    <a:pt x="665519" y="8089"/>
                  </a:cubicBezTo>
                  <a:cubicBezTo>
                    <a:pt x="665216" y="9401"/>
                    <a:pt x="664947" y="9535"/>
                    <a:pt x="664813" y="10107"/>
                  </a:cubicBezTo>
                  <a:cubicBezTo>
                    <a:pt x="664678" y="10679"/>
                    <a:pt x="663500" y="11856"/>
                    <a:pt x="663063" y="12294"/>
                  </a:cubicBezTo>
                  <a:cubicBezTo>
                    <a:pt x="662625" y="12731"/>
                    <a:pt x="661043" y="14178"/>
                    <a:pt x="659865" y="14312"/>
                  </a:cubicBezTo>
                  <a:cubicBezTo>
                    <a:pt x="658721" y="14447"/>
                    <a:pt x="654514" y="14749"/>
                    <a:pt x="654077" y="14615"/>
                  </a:cubicBezTo>
                  <a:cubicBezTo>
                    <a:pt x="653639" y="14480"/>
                    <a:pt x="652461" y="13740"/>
                    <a:pt x="651889" y="13606"/>
                  </a:cubicBezTo>
                  <a:cubicBezTo>
                    <a:pt x="651317" y="13471"/>
                    <a:pt x="646538" y="8257"/>
                    <a:pt x="646538" y="8257"/>
                  </a:cubicBezTo>
                  <a:lnTo>
                    <a:pt x="644519" y="6811"/>
                  </a:lnTo>
                  <a:lnTo>
                    <a:pt x="641322" y="6811"/>
                  </a:lnTo>
                  <a:lnTo>
                    <a:pt x="637687" y="8627"/>
                  </a:lnTo>
                  <a:lnTo>
                    <a:pt x="629711" y="9569"/>
                  </a:lnTo>
                  <a:cubicBezTo>
                    <a:pt x="629711" y="9569"/>
                    <a:pt x="628971" y="12462"/>
                    <a:pt x="628836" y="14346"/>
                  </a:cubicBezTo>
                  <a:cubicBezTo>
                    <a:pt x="628701" y="16230"/>
                    <a:pt x="627523" y="16936"/>
                    <a:pt x="627389" y="17811"/>
                  </a:cubicBezTo>
                  <a:cubicBezTo>
                    <a:pt x="627254" y="18685"/>
                    <a:pt x="624494" y="20266"/>
                    <a:pt x="623922" y="20838"/>
                  </a:cubicBezTo>
                  <a:cubicBezTo>
                    <a:pt x="623350" y="21410"/>
                    <a:pt x="621600" y="22722"/>
                    <a:pt x="620288" y="22857"/>
                  </a:cubicBezTo>
                  <a:cubicBezTo>
                    <a:pt x="618975" y="22991"/>
                    <a:pt x="618840" y="24741"/>
                    <a:pt x="617965" y="25480"/>
                  </a:cubicBezTo>
                  <a:cubicBezTo>
                    <a:pt x="617090" y="26221"/>
                    <a:pt x="616821" y="26221"/>
                    <a:pt x="616081" y="26490"/>
                  </a:cubicBezTo>
                  <a:cubicBezTo>
                    <a:pt x="615374" y="26792"/>
                    <a:pt x="614499" y="27633"/>
                    <a:pt x="613893" y="27936"/>
                  </a:cubicBezTo>
                  <a:cubicBezTo>
                    <a:pt x="613321" y="28239"/>
                    <a:pt x="612749" y="29248"/>
                    <a:pt x="612143" y="29685"/>
                  </a:cubicBezTo>
                  <a:cubicBezTo>
                    <a:pt x="611571" y="30123"/>
                    <a:pt x="610831" y="31267"/>
                    <a:pt x="610561" y="32444"/>
                  </a:cubicBezTo>
                  <a:cubicBezTo>
                    <a:pt x="610259" y="33588"/>
                    <a:pt x="609686" y="35202"/>
                    <a:pt x="609686" y="35640"/>
                  </a:cubicBezTo>
                  <a:cubicBezTo>
                    <a:pt x="609686" y="36077"/>
                    <a:pt x="608239" y="37658"/>
                    <a:pt x="608239" y="38095"/>
                  </a:cubicBezTo>
                  <a:cubicBezTo>
                    <a:pt x="608239" y="38533"/>
                    <a:pt x="607667" y="41998"/>
                    <a:pt x="607364" y="43007"/>
                  </a:cubicBezTo>
                  <a:cubicBezTo>
                    <a:pt x="607061" y="44016"/>
                    <a:pt x="605648" y="45328"/>
                    <a:pt x="605648" y="45328"/>
                  </a:cubicBezTo>
                  <a:cubicBezTo>
                    <a:pt x="605648" y="45328"/>
                    <a:pt x="603629" y="45900"/>
                    <a:pt x="602451" y="45631"/>
                  </a:cubicBezTo>
                  <a:cubicBezTo>
                    <a:pt x="601306" y="45328"/>
                    <a:pt x="601004" y="43612"/>
                    <a:pt x="600566" y="43040"/>
                  </a:cubicBezTo>
                  <a:cubicBezTo>
                    <a:pt x="600129" y="42468"/>
                    <a:pt x="599556" y="41022"/>
                    <a:pt x="599388" y="40585"/>
                  </a:cubicBezTo>
                  <a:cubicBezTo>
                    <a:pt x="599220" y="40147"/>
                    <a:pt x="598076" y="38701"/>
                    <a:pt x="598076" y="38701"/>
                  </a:cubicBezTo>
                  <a:lnTo>
                    <a:pt x="594609" y="37254"/>
                  </a:lnTo>
                  <a:lnTo>
                    <a:pt x="592724" y="37389"/>
                  </a:lnTo>
                  <a:lnTo>
                    <a:pt x="591580" y="38970"/>
                  </a:lnTo>
                  <a:cubicBezTo>
                    <a:pt x="591580" y="38970"/>
                    <a:pt x="586667" y="41426"/>
                    <a:pt x="586061" y="41426"/>
                  </a:cubicBezTo>
                  <a:cubicBezTo>
                    <a:pt x="585489" y="41426"/>
                    <a:pt x="583873" y="38667"/>
                    <a:pt x="583604" y="38230"/>
                  </a:cubicBezTo>
                  <a:cubicBezTo>
                    <a:pt x="583301" y="37793"/>
                    <a:pt x="582729" y="33722"/>
                    <a:pt x="582729" y="33722"/>
                  </a:cubicBezTo>
                  <a:lnTo>
                    <a:pt x="582729" y="27062"/>
                  </a:lnTo>
                  <a:lnTo>
                    <a:pt x="574181" y="23866"/>
                  </a:lnTo>
                  <a:lnTo>
                    <a:pt x="571859" y="22857"/>
                  </a:lnTo>
                  <a:lnTo>
                    <a:pt x="567080" y="24606"/>
                  </a:lnTo>
                  <a:cubicBezTo>
                    <a:pt x="567080" y="24606"/>
                    <a:pt x="562301" y="28811"/>
                    <a:pt x="561863" y="29080"/>
                  </a:cubicBezTo>
                  <a:cubicBezTo>
                    <a:pt x="561426" y="29383"/>
                    <a:pt x="560685" y="29955"/>
                    <a:pt x="560281" y="31401"/>
                  </a:cubicBezTo>
                  <a:cubicBezTo>
                    <a:pt x="559844" y="32848"/>
                    <a:pt x="560113" y="36313"/>
                    <a:pt x="560281" y="37860"/>
                  </a:cubicBezTo>
                  <a:cubicBezTo>
                    <a:pt x="560416" y="39407"/>
                    <a:pt x="559272" y="40215"/>
                    <a:pt x="559272" y="40215"/>
                  </a:cubicBezTo>
                  <a:cubicBezTo>
                    <a:pt x="559272" y="40215"/>
                    <a:pt x="558128" y="41089"/>
                    <a:pt x="557690" y="41527"/>
                  </a:cubicBezTo>
                  <a:cubicBezTo>
                    <a:pt x="557253" y="41964"/>
                    <a:pt x="555671" y="43848"/>
                    <a:pt x="554055" y="45429"/>
                  </a:cubicBezTo>
                  <a:cubicBezTo>
                    <a:pt x="553752" y="45732"/>
                    <a:pt x="553618" y="45866"/>
                    <a:pt x="553483" y="46001"/>
                  </a:cubicBezTo>
                  <a:cubicBezTo>
                    <a:pt x="553248" y="46976"/>
                    <a:pt x="553517" y="50273"/>
                    <a:pt x="553887" y="50643"/>
                  </a:cubicBezTo>
                  <a:cubicBezTo>
                    <a:pt x="554325" y="51080"/>
                    <a:pt x="554156" y="51518"/>
                    <a:pt x="554156" y="51518"/>
                  </a:cubicBezTo>
                  <a:cubicBezTo>
                    <a:pt x="554156" y="51518"/>
                    <a:pt x="554291" y="52527"/>
                    <a:pt x="555334" y="53704"/>
                  </a:cubicBezTo>
                  <a:cubicBezTo>
                    <a:pt x="555704" y="54142"/>
                    <a:pt x="555906" y="54310"/>
                    <a:pt x="556007" y="54377"/>
                  </a:cubicBezTo>
                  <a:cubicBezTo>
                    <a:pt x="555806" y="54814"/>
                    <a:pt x="554964" y="56429"/>
                    <a:pt x="554459" y="57304"/>
                  </a:cubicBezTo>
                  <a:cubicBezTo>
                    <a:pt x="553887" y="58313"/>
                    <a:pt x="552877" y="57741"/>
                    <a:pt x="552272" y="58178"/>
                  </a:cubicBezTo>
                  <a:cubicBezTo>
                    <a:pt x="551700" y="58616"/>
                    <a:pt x="548940" y="58616"/>
                    <a:pt x="547190" y="58616"/>
                  </a:cubicBezTo>
                  <a:cubicBezTo>
                    <a:pt x="545440" y="58616"/>
                    <a:pt x="541401" y="57304"/>
                    <a:pt x="540829" y="57304"/>
                  </a:cubicBezTo>
                  <a:cubicBezTo>
                    <a:pt x="540257" y="57304"/>
                    <a:pt x="538069" y="53671"/>
                    <a:pt x="538069" y="53671"/>
                  </a:cubicBezTo>
                  <a:cubicBezTo>
                    <a:pt x="538069" y="53671"/>
                    <a:pt x="539517" y="51080"/>
                    <a:pt x="539954" y="50912"/>
                  </a:cubicBezTo>
                  <a:cubicBezTo>
                    <a:pt x="540392" y="50778"/>
                    <a:pt x="544868" y="47010"/>
                    <a:pt x="544868" y="47010"/>
                  </a:cubicBezTo>
                  <a:lnTo>
                    <a:pt x="543993" y="43680"/>
                  </a:lnTo>
                  <a:lnTo>
                    <a:pt x="538473" y="41493"/>
                  </a:lnTo>
                  <a:cubicBezTo>
                    <a:pt x="538473" y="41493"/>
                    <a:pt x="536454" y="39172"/>
                    <a:pt x="535848" y="39306"/>
                  </a:cubicBezTo>
                  <a:cubicBezTo>
                    <a:pt x="535276" y="39441"/>
                    <a:pt x="532819" y="41190"/>
                    <a:pt x="531507" y="41493"/>
                  </a:cubicBezTo>
                  <a:cubicBezTo>
                    <a:pt x="530194" y="41796"/>
                    <a:pt x="526997" y="41627"/>
                    <a:pt x="526997" y="41627"/>
                  </a:cubicBezTo>
                  <a:lnTo>
                    <a:pt x="524540" y="40753"/>
                  </a:lnTo>
                  <a:lnTo>
                    <a:pt x="523665" y="37995"/>
                  </a:lnTo>
                  <a:cubicBezTo>
                    <a:pt x="523665" y="37995"/>
                    <a:pt x="519761" y="37557"/>
                    <a:pt x="519189" y="37995"/>
                  </a:cubicBezTo>
                  <a:cubicBezTo>
                    <a:pt x="518617" y="38432"/>
                    <a:pt x="516598" y="37995"/>
                    <a:pt x="516598" y="37995"/>
                  </a:cubicBezTo>
                  <a:lnTo>
                    <a:pt x="514276" y="39138"/>
                  </a:lnTo>
                  <a:cubicBezTo>
                    <a:pt x="514276" y="39138"/>
                    <a:pt x="513973" y="45227"/>
                    <a:pt x="513973" y="46371"/>
                  </a:cubicBezTo>
                  <a:cubicBezTo>
                    <a:pt x="513973" y="47548"/>
                    <a:pt x="512357" y="48557"/>
                    <a:pt x="511785" y="49129"/>
                  </a:cubicBezTo>
                  <a:cubicBezTo>
                    <a:pt x="511213" y="49701"/>
                    <a:pt x="510170" y="50878"/>
                    <a:pt x="508891" y="52325"/>
                  </a:cubicBezTo>
                  <a:cubicBezTo>
                    <a:pt x="507578" y="53772"/>
                    <a:pt x="507006" y="55218"/>
                    <a:pt x="506737" y="55790"/>
                  </a:cubicBezTo>
                  <a:cubicBezTo>
                    <a:pt x="506434" y="56362"/>
                    <a:pt x="505727" y="58111"/>
                    <a:pt x="505593" y="58986"/>
                  </a:cubicBezTo>
                  <a:cubicBezTo>
                    <a:pt x="505458" y="59860"/>
                    <a:pt x="505155" y="60432"/>
                    <a:pt x="505021" y="60869"/>
                  </a:cubicBezTo>
                  <a:cubicBezTo>
                    <a:pt x="504886" y="61307"/>
                    <a:pt x="503136" y="62181"/>
                    <a:pt x="502698" y="62181"/>
                  </a:cubicBezTo>
                  <a:cubicBezTo>
                    <a:pt x="502261" y="62181"/>
                    <a:pt x="501386" y="63056"/>
                    <a:pt x="501386" y="64065"/>
                  </a:cubicBezTo>
                  <a:cubicBezTo>
                    <a:pt x="501386" y="65074"/>
                    <a:pt x="501689" y="64940"/>
                    <a:pt x="501689" y="64940"/>
                  </a:cubicBezTo>
                  <a:cubicBezTo>
                    <a:pt x="501689" y="64940"/>
                    <a:pt x="502698" y="66824"/>
                    <a:pt x="503439" y="66958"/>
                  </a:cubicBezTo>
                  <a:cubicBezTo>
                    <a:pt x="504146" y="67093"/>
                    <a:pt x="503574" y="67967"/>
                    <a:pt x="503574" y="67967"/>
                  </a:cubicBezTo>
                  <a:lnTo>
                    <a:pt x="503708" y="70154"/>
                  </a:lnTo>
                  <a:lnTo>
                    <a:pt x="502698" y="70591"/>
                  </a:lnTo>
                  <a:lnTo>
                    <a:pt x="501386" y="73350"/>
                  </a:lnTo>
                  <a:cubicBezTo>
                    <a:pt x="501386" y="73350"/>
                    <a:pt x="499198" y="73787"/>
                    <a:pt x="498357" y="73787"/>
                  </a:cubicBezTo>
                  <a:cubicBezTo>
                    <a:pt x="497482" y="73787"/>
                    <a:pt x="495900" y="73484"/>
                    <a:pt x="494722" y="73215"/>
                  </a:cubicBezTo>
                  <a:cubicBezTo>
                    <a:pt x="493578" y="72912"/>
                    <a:pt x="492266" y="72778"/>
                    <a:pt x="491088" y="72778"/>
                  </a:cubicBezTo>
                  <a:cubicBezTo>
                    <a:pt x="489943" y="72778"/>
                    <a:pt x="489371" y="72206"/>
                    <a:pt x="488765" y="72038"/>
                  </a:cubicBezTo>
                  <a:cubicBezTo>
                    <a:pt x="488193" y="71903"/>
                    <a:pt x="486881" y="71028"/>
                    <a:pt x="486881" y="71028"/>
                  </a:cubicBezTo>
                  <a:lnTo>
                    <a:pt x="484996" y="69145"/>
                  </a:lnTo>
                  <a:lnTo>
                    <a:pt x="482809" y="66386"/>
                  </a:lnTo>
                  <a:lnTo>
                    <a:pt x="482102" y="64940"/>
                  </a:lnTo>
                  <a:lnTo>
                    <a:pt x="480924" y="64065"/>
                  </a:lnTo>
                  <a:cubicBezTo>
                    <a:pt x="480924" y="64065"/>
                    <a:pt x="479174" y="64065"/>
                    <a:pt x="478770" y="64065"/>
                  </a:cubicBezTo>
                  <a:cubicBezTo>
                    <a:pt x="478333" y="64065"/>
                    <a:pt x="477323" y="64368"/>
                    <a:pt x="476717" y="64637"/>
                  </a:cubicBezTo>
                  <a:cubicBezTo>
                    <a:pt x="476145" y="64940"/>
                    <a:pt x="476010" y="65209"/>
                    <a:pt x="475135" y="65512"/>
                  </a:cubicBezTo>
                  <a:cubicBezTo>
                    <a:pt x="474260" y="65814"/>
                    <a:pt x="473251" y="66655"/>
                    <a:pt x="472376" y="67261"/>
                  </a:cubicBezTo>
                  <a:cubicBezTo>
                    <a:pt x="471501" y="67833"/>
                    <a:pt x="470929" y="68136"/>
                    <a:pt x="470929" y="68136"/>
                  </a:cubicBezTo>
                  <a:cubicBezTo>
                    <a:pt x="470929" y="68136"/>
                    <a:pt x="467159" y="70154"/>
                    <a:pt x="466587" y="70457"/>
                  </a:cubicBezTo>
                  <a:cubicBezTo>
                    <a:pt x="466015" y="70760"/>
                    <a:pt x="465005" y="71601"/>
                    <a:pt x="464433" y="71769"/>
                  </a:cubicBezTo>
                  <a:cubicBezTo>
                    <a:pt x="463861" y="71903"/>
                    <a:pt x="463121" y="72340"/>
                    <a:pt x="462851" y="72778"/>
                  </a:cubicBezTo>
                  <a:cubicBezTo>
                    <a:pt x="462549" y="73215"/>
                    <a:pt x="461842" y="73652"/>
                    <a:pt x="461404" y="74090"/>
                  </a:cubicBezTo>
                  <a:cubicBezTo>
                    <a:pt x="460967" y="74527"/>
                    <a:pt x="460395" y="75233"/>
                    <a:pt x="459957" y="75402"/>
                  </a:cubicBezTo>
                  <a:cubicBezTo>
                    <a:pt x="459520" y="75536"/>
                    <a:pt x="459217" y="77151"/>
                    <a:pt x="459217" y="77151"/>
                  </a:cubicBezTo>
                  <a:lnTo>
                    <a:pt x="459217" y="78463"/>
                  </a:lnTo>
                  <a:lnTo>
                    <a:pt x="461034" y="79035"/>
                  </a:lnTo>
                  <a:lnTo>
                    <a:pt x="462986" y="78732"/>
                  </a:lnTo>
                  <a:cubicBezTo>
                    <a:pt x="462986" y="78732"/>
                    <a:pt x="465746" y="77857"/>
                    <a:pt x="466621" y="77857"/>
                  </a:cubicBezTo>
                  <a:cubicBezTo>
                    <a:pt x="467496" y="77857"/>
                    <a:pt x="470255" y="78564"/>
                    <a:pt x="470828" y="78867"/>
                  </a:cubicBezTo>
                  <a:cubicBezTo>
                    <a:pt x="471400" y="79169"/>
                    <a:pt x="471703" y="81457"/>
                    <a:pt x="471703" y="81457"/>
                  </a:cubicBezTo>
                  <a:lnTo>
                    <a:pt x="471837" y="84484"/>
                  </a:lnTo>
                  <a:cubicBezTo>
                    <a:pt x="471837" y="84484"/>
                    <a:pt x="471097" y="87243"/>
                    <a:pt x="470659" y="88689"/>
                  </a:cubicBezTo>
                  <a:cubicBezTo>
                    <a:pt x="470222" y="90136"/>
                    <a:pt x="469347" y="91448"/>
                    <a:pt x="468909" y="91717"/>
                  </a:cubicBezTo>
                  <a:cubicBezTo>
                    <a:pt x="468472" y="92020"/>
                    <a:pt x="467765" y="92289"/>
                    <a:pt x="467765" y="92289"/>
                  </a:cubicBezTo>
                  <a:cubicBezTo>
                    <a:pt x="467765" y="92289"/>
                    <a:pt x="464568" y="95485"/>
                    <a:pt x="463861" y="96494"/>
                  </a:cubicBezTo>
                  <a:cubicBezTo>
                    <a:pt x="463121" y="97503"/>
                    <a:pt x="459351" y="96628"/>
                    <a:pt x="458510" y="96931"/>
                  </a:cubicBezTo>
                  <a:cubicBezTo>
                    <a:pt x="457635" y="97234"/>
                    <a:pt x="454034" y="96797"/>
                    <a:pt x="454034" y="96797"/>
                  </a:cubicBezTo>
                  <a:cubicBezTo>
                    <a:pt x="454034" y="96797"/>
                    <a:pt x="449524" y="93163"/>
                    <a:pt x="449390" y="92322"/>
                  </a:cubicBezTo>
                  <a:cubicBezTo>
                    <a:pt x="449255" y="91448"/>
                    <a:pt x="449524" y="88252"/>
                    <a:pt x="449524" y="88252"/>
                  </a:cubicBezTo>
                  <a:lnTo>
                    <a:pt x="448212" y="85796"/>
                  </a:lnTo>
                  <a:lnTo>
                    <a:pt x="445317" y="84484"/>
                  </a:lnTo>
                  <a:lnTo>
                    <a:pt x="443433" y="85359"/>
                  </a:lnTo>
                  <a:cubicBezTo>
                    <a:pt x="443433" y="85359"/>
                    <a:pt x="442726" y="85796"/>
                    <a:pt x="442120" y="86099"/>
                  </a:cubicBezTo>
                  <a:cubicBezTo>
                    <a:pt x="441548" y="86402"/>
                    <a:pt x="436904" y="91448"/>
                    <a:pt x="436769" y="92020"/>
                  </a:cubicBezTo>
                  <a:cubicBezTo>
                    <a:pt x="436635" y="92592"/>
                    <a:pt x="436635" y="95922"/>
                    <a:pt x="436635" y="95922"/>
                  </a:cubicBezTo>
                  <a:lnTo>
                    <a:pt x="433875" y="98243"/>
                  </a:lnTo>
                  <a:cubicBezTo>
                    <a:pt x="433875" y="98243"/>
                    <a:pt x="432125" y="99690"/>
                    <a:pt x="431687" y="100261"/>
                  </a:cubicBezTo>
                  <a:cubicBezTo>
                    <a:pt x="431250" y="100833"/>
                    <a:pt x="430375" y="101842"/>
                    <a:pt x="429937" y="102448"/>
                  </a:cubicBezTo>
                  <a:cubicBezTo>
                    <a:pt x="429500" y="103020"/>
                    <a:pt x="429634" y="106653"/>
                    <a:pt x="429634" y="106653"/>
                  </a:cubicBezTo>
                  <a:lnTo>
                    <a:pt x="429634" y="109714"/>
                  </a:lnTo>
                  <a:lnTo>
                    <a:pt x="429769" y="112035"/>
                  </a:lnTo>
                  <a:lnTo>
                    <a:pt x="429197" y="115803"/>
                  </a:lnTo>
                  <a:lnTo>
                    <a:pt x="428322" y="118427"/>
                  </a:lnTo>
                  <a:lnTo>
                    <a:pt x="425562" y="118999"/>
                  </a:lnTo>
                  <a:lnTo>
                    <a:pt x="424250" y="118427"/>
                  </a:lnTo>
                  <a:lnTo>
                    <a:pt x="421793" y="114659"/>
                  </a:lnTo>
                  <a:lnTo>
                    <a:pt x="420783" y="111463"/>
                  </a:lnTo>
                  <a:cubicBezTo>
                    <a:pt x="420783" y="111463"/>
                    <a:pt x="417889" y="109714"/>
                    <a:pt x="417149" y="109580"/>
                  </a:cubicBezTo>
                  <a:cubicBezTo>
                    <a:pt x="416442" y="109445"/>
                    <a:pt x="414389" y="106821"/>
                    <a:pt x="414389" y="106821"/>
                  </a:cubicBezTo>
                  <a:lnTo>
                    <a:pt x="408735" y="102919"/>
                  </a:lnTo>
                  <a:lnTo>
                    <a:pt x="403216" y="99017"/>
                  </a:lnTo>
                  <a:lnTo>
                    <a:pt x="398302" y="96258"/>
                  </a:lnTo>
                  <a:lnTo>
                    <a:pt x="390898" y="99454"/>
                  </a:lnTo>
                  <a:lnTo>
                    <a:pt x="385681" y="103962"/>
                  </a:lnTo>
                  <a:lnTo>
                    <a:pt x="382484" y="108739"/>
                  </a:lnTo>
                  <a:lnTo>
                    <a:pt x="381172" y="110925"/>
                  </a:lnTo>
                  <a:cubicBezTo>
                    <a:pt x="381172" y="110925"/>
                    <a:pt x="379994" y="115130"/>
                    <a:pt x="379994" y="116005"/>
                  </a:cubicBezTo>
                  <a:cubicBezTo>
                    <a:pt x="379994" y="116879"/>
                    <a:pt x="380129" y="119772"/>
                    <a:pt x="380129" y="119772"/>
                  </a:cubicBezTo>
                  <a:cubicBezTo>
                    <a:pt x="380129" y="119772"/>
                    <a:pt x="381138" y="123237"/>
                    <a:pt x="381138" y="124280"/>
                  </a:cubicBezTo>
                  <a:cubicBezTo>
                    <a:pt x="381138" y="125289"/>
                    <a:pt x="380701" y="127308"/>
                    <a:pt x="380263" y="127913"/>
                  </a:cubicBezTo>
                  <a:cubicBezTo>
                    <a:pt x="379826" y="128485"/>
                    <a:pt x="378076" y="130672"/>
                    <a:pt x="376359" y="131378"/>
                  </a:cubicBezTo>
                  <a:cubicBezTo>
                    <a:pt x="374609" y="132085"/>
                    <a:pt x="373465" y="134406"/>
                    <a:pt x="373027" y="134574"/>
                  </a:cubicBezTo>
                  <a:cubicBezTo>
                    <a:pt x="372590" y="134708"/>
                    <a:pt x="370571" y="136155"/>
                    <a:pt x="367373" y="136458"/>
                  </a:cubicBezTo>
                  <a:cubicBezTo>
                    <a:pt x="364176" y="136760"/>
                    <a:pt x="364176" y="137030"/>
                    <a:pt x="361585" y="137198"/>
                  </a:cubicBezTo>
                  <a:cubicBezTo>
                    <a:pt x="358960" y="137332"/>
                    <a:pt x="356368" y="138207"/>
                    <a:pt x="354921" y="138510"/>
                  </a:cubicBezTo>
                  <a:cubicBezTo>
                    <a:pt x="353474" y="138812"/>
                    <a:pt x="351892" y="139216"/>
                    <a:pt x="351455" y="139216"/>
                  </a:cubicBezTo>
                  <a:cubicBezTo>
                    <a:pt x="351017" y="139216"/>
                    <a:pt x="348695" y="138779"/>
                    <a:pt x="348258" y="138644"/>
                  </a:cubicBezTo>
                  <a:cubicBezTo>
                    <a:pt x="347820" y="138510"/>
                    <a:pt x="344488" y="137500"/>
                    <a:pt x="343613" y="137063"/>
                  </a:cubicBezTo>
                  <a:cubicBezTo>
                    <a:pt x="342738" y="136626"/>
                    <a:pt x="341022" y="136189"/>
                    <a:pt x="340281" y="135751"/>
                  </a:cubicBezTo>
                  <a:cubicBezTo>
                    <a:pt x="339575" y="135314"/>
                    <a:pt x="337690" y="131849"/>
                    <a:pt x="337690" y="131849"/>
                  </a:cubicBezTo>
                  <a:lnTo>
                    <a:pt x="336108" y="128216"/>
                  </a:lnTo>
                  <a:cubicBezTo>
                    <a:pt x="336108" y="128216"/>
                    <a:pt x="335536" y="124886"/>
                    <a:pt x="335233" y="124314"/>
                  </a:cubicBezTo>
                  <a:cubicBezTo>
                    <a:pt x="334930" y="123742"/>
                    <a:pt x="329579" y="121993"/>
                    <a:pt x="329579" y="121993"/>
                  </a:cubicBezTo>
                  <a:lnTo>
                    <a:pt x="328132" y="122867"/>
                  </a:lnTo>
                  <a:cubicBezTo>
                    <a:pt x="328132" y="122867"/>
                    <a:pt x="326550" y="125054"/>
                    <a:pt x="325541" y="125626"/>
                  </a:cubicBezTo>
                  <a:cubicBezTo>
                    <a:pt x="324531" y="126198"/>
                    <a:pt x="323353" y="127072"/>
                    <a:pt x="321637" y="127644"/>
                  </a:cubicBezTo>
                  <a:cubicBezTo>
                    <a:pt x="319887" y="128216"/>
                    <a:pt x="318743" y="128081"/>
                    <a:pt x="318743" y="128081"/>
                  </a:cubicBezTo>
                  <a:cubicBezTo>
                    <a:pt x="318743" y="128081"/>
                    <a:pt x="315714" y="128519"/>
                    <a:pt x="315108" y="128519"/>
                  </a:cubicBezTo>
                  <a:cubicBezTo>
                    <a:pt x="314536" y="128519"/>
                    <a:pt x="311473" y="127644"/>
                    <a:pt x="311473" y="127644"/>
                  </a:cubicBezTo>
                  <a:lnTo>
                    <a:pt x="308579" y="122733"/>
                  </a:lnTo>
                  <a:lnTo>
                    <a:pt x="308713" y="116779"/>
                  </a:lnTo>
                  <a:cubicBezTo>
                    <a:pt x="308713" y="116779"/>
                    <a:pt x="302319" y="111262"/>
                    <a:pt x="301747" y="111127"/>
                  </a:cubicBezTo>
                  <a:cubicBezTo>
                    <a:pt x="301175" y="110992"/>
                    <a:pt x="300872" y="105778"/>
                    <a:pt x="300569" y="105038"/>
                  </a:cubicBezTo>
                  <a:cubicBezTo>
                    <a:pt x="300266" y="104332"/>
                    <a:pt x="298819" y="100396"/>
                    <a:pt x="298112" y="99118"/>
                  </a:cubicBezTo>
                  <a:cubicBezTo>
                    <a:pt x="297406" y="97806"/>
                    <a:pt x="293906" y="94206"/>
                    <a:pt x="293199" y="93769"/>
                  </a:cubicBezTo>
                  <a:cubicBezTo>
                    <a:pt x="292458" y="93332"/>
                    <a:pt x="289732" y="90001"/>
                    <a:pt x="289732" y="90001"/>
                  </a:cubicBezTo>
                  <a:cubicBezTo>
                    <a:pt x="289732" y="90001"/>
                    <a:pt x="287713" y="89127"/>
                    <a:pt x="287107" y="89261"/>
                  </a:cubicBezTo>
                  <a:cubicBezTo>
                    <a:pt x="286535" y="89396"/>
                    <a:pt x="281016" y="89127"/>
                    <a:pt x="280578" y="89261"/>
                  </a:cubicBezTo>
                  <a:cubicBezTo>
                    <a:pt x="280141" y="89396"/>
                    <a:pt x="273612" y="92020"/>
                    <a:pt x="273612" y="92020"/>
                  </a:cubicBezTo>
                  <a:lnTo>
                    <a:pt x="268698" y="95350"/>
                  </a:lnTo>
                  <a:lnTo>
                    <a:pt x="266073" y="98680"/>
                  </a:lnTo>
                  <a:cubicBezTo>
                    <a:pt x="266073" y="98680"/>
                    <a:pt x="262607" y="101708"/>
                    <a:pt x="261563" y="102145"/>
                  </a:cubicBezTo>
                  <a:cubicBezTo>
                    <a:pt x="260554" y="102582"/>
                    <a:pt x="260823" y="104601"/>
                    <a:pt x="260823" y="106485"/>
                  </a:cubicBezTo>
                  <a:cubicBezTo>
                    <a:pt x="260823" y="108369"/>
                    <a:pt x="261563" y="109075"/>
                    <a:pt x="262573" y="110824"/>
                  </a:cubicBezTo>
                  <a:cubicBezTo>
                    <a:pt x="263583" y="112574"/>
                    <a:pt x="263011" y="111531"/>
                    <a:pt x="263885" y="113583"/>
                  </a:cubicBezTo>
                  <a:cubicBezTo>
                    <a:pt x="264761" y="115601"/>
                    <a:pt x="264020" y="116610"/>
                    <a:pt x="264020" y="118057"/>
                  </a:cubicBezTo>
                  <a:cubicBezTo>
                    <a:pt x="264020" y="119503"/>
                    <a:pt x="263717" y="121522"/>
                    <a:pt x="263583" y="122396"/>
                  </a:cubicBezTo>
                  <a:cubicBezTo>
                    <a:pt x="263448" y="123271"/>
                    <a:pt x="262270" y="124583"/>
                    <a:pt x="261261" y="125424"/>
                  </a:cubicBezTo>
                  <a:cubicBezTo>
                    <a:pt x="260251" y="126299"/>
                    <a:pt x="257491" y="129192"/>
                    <a:pt x="256044" y="130504"/>
                  </a:cubicBezTo>
                  <a:cubicBezTo>
                    <a:pt x="254597" y="131815"/>
                    <a:pt x="254597" y="131244"/>
                    <a:pt x="254597" y="131244"/>
                  </a:cubicBezTo>
                  <a:lnTo>
                    <a:pt x="252140" y="133262"/>
                  </a:lnTo>
                  <a:cubicBezTo>
                    <a:pt x="252140" y="133262"/>
                    <a:pt x="244164" y="133834"/>
                    <a:pt x="243592" y="134002"/>
                  </a:cubicBezTo>
                  <a:cubicBezTo>
                    <a:pt x="243020" y="134136"/>
                    <a:pt x="235919" y="135011"/>
                    <a:pt x="235481" y="135146"/>
                  </a:cubicBezTo>
                  <a:cubicBezTo>
                    <a:pt x="235044" y="135280"/>
                    <a:pt x="231274" y="135146"/>
                    <a:pt x="231274" y="135146"/>
                  </a:cubicBezTo>
                  <a:cubicBezTo>
                    <a:pt x="231274" y="135146"/>
                    <a:pt x="230130" y="136289"/>
                    <a:pt x="228952" y="136895"/>
                  </a:cubicBezTo>
                  <a:cubicBezTo>
                    <a:pt x="227808" y="137467"/>
                    <a:pt x="224476" y="139923"/>
                    <a:pt x="223298" y="140663"/>
                  </a:cubicBezTo>
                  <a:cubicBezTo>
                    <a:pt x="222154" y="141403"/>
                    <a:pt x="221413" y="142244"/>
                    <a:pt x="219966" y="142546"/>
                  </a:cubicBezTo>
                  <a:cubicBezTo>
                    <a:pt x="218519" y="142849"/>
                    <a:pt x="217375" y="143556"/>
                    <a:pt x="217375" y="143556"/>
                  </a:cubicBezTo>
                  <a:cubicBezTo>
                    <a:pt x="217375" y="143556"/>
                    <a:pt x="213606" y="144699"/>
                    <a:pt x="212731" y="145305"/>
                  </a:cubicBezTo>
                  <a:cubicBezTo>
                    <a:pt x="211856" y="145877"/>
                    <a:pt x="207649" y="147929"/>
                    <a:pt x="206639" y="148770"/>
                  </a:cubicBezTo>
                  <a:cubicBezTo>
                    <a:pt x="205629" y="149644"/>
                    <a:pt x="204317" y="150216"/>
                    <a:pt x="204317" y="150216"/>
                  </a:cubicBezTo>
                  <a:lnTo>
                    <a:pt x="201995" y="152672"/>
                  </a:lnTo>
                  <a:lnTo>
                    <a:pt x="198528" y="155128"/>
                  </a:lnTo>
                  <a:cubicBezTo>
                    <a:pt x="198528" y="155128"/>
                    <a:pt x="187961" y="155430"/>
                    <a:pt x="187086" y="155430"/>
                  </a:cubicBezTo>
                  <a:cubicBezTo>
                    <a:pt x="186211" y="155430"/>
                    <a:pt x="182879" y="155733"/>
                    <a:pt x="182307" y="156002"/>
                  </a:cubicBezTo>
                  <a:cubicBezTo>
                    <a:pt x="181735" y="156305"/>
                    <a:pt x="181163" y="156440"/>
                    <a:pt x="179985" y="157449"/>
                  </a:cubicBezTo>
                  <a:cubicBezTo>
                    <a:pt x="178841" y="158458"/>
                    <a:pt x="178403" y="160073"/>
                    <a:pt x="178538" y="161217"/>
                  </a:cubicBezTo>
                  <a:cubicBezTo>
                    <a:pt x="178672" y="162360"/>
                    <a:pt x="178538" y="161217"/>
                    <a:pt x="179985" y="162663"/>
                  </a:cubicBezTo>
                  <a:cubicBezTo>
                    <a:pt x="181432" y="164109"/>
                    <a:pt x="182744" y="164984"/>
                    <a:pt x="183889" y="166868"/>
                  </a:cubicBezTo>
                  <a:cubicBezTo>
                    <a:pt x="185033" y="168752"/>
                    <a:pt x="185201" y="171779"/>
                    <a:pt x="185201" y="172385"/>
                  </a:cubicBezTo>
                  <a:cubicBezTo>
                    <a:pt x="185201" y="172957"/>
                    <a:pt x="181163" y="174841"/>
                    <a:pt x="181163" y="174841"/>
                  </a:cubicBezTo>
                  <a:lnTo>
                    <a:pt x="177662" y="182241"/>
                  </a:lnTo>
                  <a:lnTo>
                    <a:pt x="175340" y="185000"/>
                  </a:lnTo>
                  <a:cubicBezTo>
                    <a:pt x="175340" y="185000"/>
                    <a:pt x="170561" y="191963"/>
                    <a:pt x="170124" y="192535"/>
                  </a:cubicBezTo>
                  <a:cubicBezTo>
                    <a:pt x="169686" y="193107"/>
                    <a:pt x="166085" y="193982"/>
                    <a:pt x="164907" y="193982"/>
                  </a:cubicBezTo>
                  <a:cubicBezTo>
                    <a:pt x="163730" y="193982"/>
                    <a:pt x="161273" y="193409"/>
                    <a:pt x="160398" y="193107"/>
                  </a:cubicBezTo>
                  <a:cubicBezTo>
                    <a:pt x="159523" y="192804"/>
                    <a:pt x="157369" y="191963"/>
                    <a:pt x="156628" y="191223"/>
                  </a:cubicBezTo>
                  <a:cubicBezTo>
                    <a:pt x="155922" y="190483"/>
                    <a:pt x="155181" y="187758"/>
                    <a:pt x="155181" y="187758"/>
                  </a:cubicBezTo>
                  <a:cubicBezTo>
                    <a:pt x="155181" y="187758"/>
                    <a:pt x="153600" y="183419"/>
                    <a:pt x="152994" y="183116"/>
                  </a:cubicBezTo>
                  <a:cubicBezTo>
                    <a:pt x="152422" y="182813"/>
                    <a:pt x="150974" y="182981"/>
                    <a:pt x="150974" y="182981"/>
                  </a:cubicBezTo>
                  <a:cubicBezTo>
                    <a:pt x="150974" y="182981"/>
                    <a:pt x="148652" y="183419"/>
                    <a:pt x="148080" y="183553"/>
                  </a:cubicBezTo>
                  <a:cubicBezTo>
                    <a:pt x="147508" y="183688"/>
                    <a:pt x="143739" y="184428"/>
                    <a:pt x="143301" y="184428"/>
                  </a:cubicBezTo>
                  <a:cubicBezTo>
                    <a:pt x="142864" y="184428"/>
                    <a:pt x="138960" y="184125"/>
                    <a:pt x="138219" y="184125"/>
                  </a:cubicBezTo>
                  <a:cubicBezTo>
                    <a:pt x="137513" y="184125"/>
                    <a:pt x="137075" y="182678"/>
                    <a:pt x="137075" y="182678"/>
                  </a:cubicBezTo>
                  <a:cubicBezTo>
                    <a:pt x="137075" y="182678"/>
                    <a:pt x="135763" y="180492"/>
                    <a:pt x="135190" y="180088"/>
                  </a:cubicBezTo>
                  <a:cubicBezTo>
                    <a:pt x="134618" y="179651"/>
                    <a:pt x="133878" y="179214"/>
                    <a:pt x="133878" y="179214"/>
                  </a:cubicBezTo>
                  <a:cubicBezTo>
                    <a:pt x="133878" y="179214"/>
                    <a:pt x="128661" y="175883"/>
                    <a:pt x="127786" y="175143"/>
                  </a:cubicBezTo>
                  <a:cubicBezTo>
                    <a:pt x="126912" y="174403"/>
                    <a:pt x="125902" y="174269"/>
                    <a:pt x="125902" y="174269"/>
                  </a:cubicBezTo>
                  <a:cubicBezTo>
                    <a:pt x="125902" y="174269"/>
                    <a:pt x="123142" y="174000"/>
                    <a:pt x="121695" y="174000"/>
                  </a:cubicBezTo>
                  <a:cubicBezTo>
                    <a:pt x="120248" y="174000"/>
                    <a:pt x="117051" y="173562"/>
                    <a:pt x="115906" y="172990"/>
                  </a:cubicBezTo>
                  <a:cubicBezTo>
                    <a:pt x="114762" y="172418"/>
                    <a:pt x="112877" y="171106"/>
                    <a:pt x="111868" y="170232"/>
                  </a:cubicBezTo>
                  <a:cubicBezTo>
                    <a:pt x="110858" y="169357"/>
                    <a:pt x="109849" y="167911"/>
                    <a:pt x="109849" y="167911"/>
                  </a:cubicBezTo>
                  <a:cubicBezTo>
                    <a:pt x="109849" y="167911"/>
                    <a:pt x="107392" y="164849"/>
                    <a:pt x="106820" y="164278"/>
                  </a:cubicBezTo>
                  <a:cubicBezTo>
                    <a:pt x="106248" y="163706"/>
                    <a:pt x="105507" y="162091"/>
                    <a:pt x="105238" y="161519"/>
                  </a:cubicBezTo>
                  <a:cubicBezTo>
                    <a:pt x="104935" y="160947"/>
                    <a:pt x="104800" y="157886"/>
                    <a:pt x="104800" y="157886"/>
                  </a:cubicBezTo>
                  <a:lnTo>
                    <a:pt x="105507" y="156742"/>
                  </a:lnTo>
                  <a:lnTo>
                    <a:pt x="106820" y="154118"/>
                  </a:lnTo>
                  <a:lnTo>
                    <a:pt x="105238" y="152672"/>
                  </a:lnTo>
                  <a:cubicBezTo>
                    <a:pt x="105238" y="152672"/>
                    <a:pt x="101771" y="152672"/>
                    <a:pt x="100762" y="152975"/>
                  </a:cubicBezTo>
                  <a:cubicBezTo>
                    <a:pt x="99752" y="153277"/>
                    <a:pt x="99012" y="153681"/>
                    <a:pt x="98574" y="154118"/>
                  </a:cubicBezTo>
                  <a:cubicBezTo>
                    <a:pt x="98137" y="154556"/>
                    <a:pt x="95108" y="155700"/>
                    <a:pt x="93795" y="155868"/>
                  </a:cubicBezTo>
                  <a:cubicBezTo>
                    <a:pt x="92483" y="156002"/>
                    <a:pt x="89454" y="156002"/>
                    <a:pt x="88579" y="156002"/>
                  </a:cubicBezTo>
                  <a:cubicBezTo>
                    <a:pt x="87704" y="156002"/>
                    <a:pt x="84810" y="154993"/>
                    <a:pt x="84810" y="154993"/>
                  </a:cubicBezTo>
                  <a:lnTo>
                    <a:pt x="84675" y="152235"/>
                  </a:lnTo>
                  <a:lnTo>
                    <a:pt x="84810" y="149207"/>
                  </a:lnTo>
                  <a:lnTo>
                    <a:pt x="84237" y="145742"/>
                  </a:lnTo>
                  <a:lnTo>
                    <a:pt x="81781" y="143152"/>
                  </a:lnTo>
                  <a:lnTo>
                    <a:pt x="78583" y="141403"/>
                  </a:lnTo>
                  <a:cubicBezTo>
                    <a:pt x="78583" y="141403"/>
                    <a:pt x="77574" y="142143"/>
                    <a:pt x="77439" y="142546"/>
                  </a:cubicBezTo>
                  <a:cubicBezTo>
                    <a:pt x="77304" y="142984"/>
                    <a:pt x="73232" y="146180"/>
                    <a:pt x="72795" y="146449"/>
                  </a:cubicBezTo>
                  <a:cubicBezTo>
                    <a:pt x="72357" y="146751"/>
                    <a:pt x="70775" y="148030"/>
                    <a:pt x="69901" y="148333"/>
                  </a:cubicBezTo>
                  <a:cubicBezTo>
                    <a:pt x="69026" y="148635"/>
                    <a:pt x="67309" y="150351"/>
                    <a:pt x="67309" y="150351"/>
                  </a:cubicBezTo>
                  <a:cubicBezTo>
                    <a:pt x="67309" y="150351"/>
                    <a:pt x="62396" y="151932"/>
                    <a:pt x="61083" y="152369"/>
                  </a:cubicBezTo>
                  <a:cubicBezTo>
                    <a:pt x="59771" y="152807"/>
                    <a:pt x="59064" y="153378"/>
                    <a:pt x="59064" y="153378"/>
                  </a:cubicBezTo>
                  <a:lnTo>
                    <a:pt x="60208" y="155700"/>
                  </a:lnTo>
                  <a:lnTo>
                    <a:pt x="62362" y="157449"/>
                  </a:lnTo>
                  <a:lnTo>
                    <a:pt x="62665" y="158155"/>
                  </a:lnTo>
                  <a:lnTo>
                    <a:pt x="59905" y="161923"/>
                  </a:lnTo>
                  <a:lnTo>
                    <a:pt x="51794" y="169895"/>
                  </a:lnTo>
                  <a:lnTo>
                    <a:pt x="50482" y="171577"/>
                  </a:lnTo>
                  <a:cubicBezTo>
                    <a:pt x="50482" y="171577"/>
                    <a:pt x="48092" y="173529"/>
                    <a:pt x="47722" y="173831"/>
                  </a:cubicBezTo>
                  <a:cubicBezTo>
                    <a:pt x="47352" y="174134"/>
                    <a:pt x="46477" y="175211"/>
                    <a:pt x="46477" y="175211"/>
                  </a:cubicBezTo>
                  <a:cubicBezTo>
                    <a:pt x="46477" y="175211"/>
                    <a:pt x="45333" y="177027"/>
                    <a:pt x="45232" y="177229"/>
                  </a:cubicBezTo>
                  <a:cubicBezTo>
                    <a:pt x="45164" y="177431"/>
                    <a:pt x="44491" y="179046"/>
                    <a:pt x="44491" y="179415"/>
                  </a:cubicBezTo>
                  <a:cubicBezTo>
                    <a:pt x="44491" y="179785"/>
                    <a:pt x="43785" y="183049"/>
                    <a:pt x="43785" y="183049"/>
                  </a:cubicBezTo>
                  <a:lnTo>
                    <a:pt x="42640" y="184125"/>
                  </a:lnTo>
                  <a:cubicBezTo>
                    <a:pt x="42640" y="184125"/>
                    <a:pt x="40991" y="184125"/>
                    <a:pt x="40015" y="184125"/>
                  </a:cubicBezTo>
                  <a:cubicBezTo>
                    <a:pt x="39073" y="184125"/>
                    <a:pt x="37929" y="184159"/>
                    <a:pt x="37323" y="184293"/>
                  </a:cubicBezTo>
                  <a:cubicBezTo>
                    <a:pt x="36751" y="184428"/>
                    <a:pt x="35135" y="184630"/>
                    <a:pt x="34630" y="184630"/>
                  </a:cubicBezTo>
                  <a:cubicBezTo>
                    <a:pt x="34126" y="184630"/>
                    <a:pt x="31130" y="185773"/>
                    <a:pt x="30861" y="186076"/>
                  </a:cubicBezTo>
                  <a:cubicBezTo>
                    <a:pt x="30558" y="186379"/>
                    <a:pt x="27900" y="187893"/>
                    <a:pt x="27529" y="188162"/>
                  </a:cubicBezTo>
                  <a:cubicBezTo>
                    <a:pt x="27159" y="188465"/>
                    <a:pt x="26082" y="188801"/>
                    <a:pt x="24770" y="188801"/>
                  </a:cubicBezTo>
                  <a:cubicBezTo>
                    <a:pt x="23457" y="188801"/>
                    <a:pt x="23828" y="188734"/>
                    <a:pt x="23525" y="188734"/>
                  </a:cubicBezTo>
                  <a:cubicBezTo>
                    <a:pt x="23222" y="188734"/>
                    <a:pt x="20327" y="185841"/>
                    <a:pt x="20327" y="185841"/>
                  </a:cubicBezTo>
                  <a:lnTo>
                    <a:pt x="17702" y="183452"/>
                  </a:lnTo>
                  <a:lnTo>
                    <a:pt x="14303" y="179113"/>
                  </a:lnTo>
                  <a:lnTo>
                    <a:pt x="12351" y="176926"/>
                  </a:lnTo>
                  <a:lnTo>
                    <a:pt x="10197" y="175850"/>
                  </a:lnTo>
                  <a:cubicBezTo>
                    <a:pt x="10197" y="175850"/>
                    <a:pt x="6798" y="176859"/>
                    <a:pt x="6058" y="177431"/>
                  </a:cubicBezTo>
                  <a:cubicBezTo>
                    <a:pt x="5351" y="178003"/>
                    <a:pt x="5183" y="177868"/>
                    <a:pt x="4745" y="178440"/>
                  </a:cubicBezTo>
                  <a:cubicBezTo>
                    <a:pt x="4308" y="179012"/>
                    <a:pt x="2423" y="179886"/>
                    <a:pt x="2423" y="179886"/>
                  </a:cubicBezTo>
                  <a:lnTo>
                    <a:pt x="1716" y="181467"/>
                  </a:lnTo>
                  <a:cubicBezTo>
                    <a:pt x="1716" y="181467"/>
                    <a:pt x="1716" y="184058"/>
                    <a:pt x="1716" y="184663"/>
                  </a:cubicBezTo>
                  <a:cubicBezTo>
                    <a:pt x="1716" y="185235"/>
                    <a:pt x="774" y="186850"/>
                    <a:pt x="639" y="187254"/>
                  </a:cubicBezTo>
                  <a:cubicBezTo>
                    <a:pt x="505" y="187691"/>
                    <a:pt x="0" y="190147"/>
                    <a:pt x="0" y="190147"/>
                  </a:cubicBezTo>
                  <a:cubicBezTo>
                    <a:pt x="0" y="190147"/>
                    <a:pt x="0" y="191728"/>
                    <a:pt x="0" y="192165"/>
                  </a:cubicBezTo>
                  <a:cubicBezTo>
                    <a:pt x="0" y="192602"/>
                    <a:pt x="1750" y="193611"/>
                    <a:pt x="1750" y="193611"/>
                  </a:cubicBezTo>
                  <a:lnTo>
                    <a:pt x="1750" y="195495"/>
                  </a:lnTo>
                  <a:lnTo>
                    <a:pt x="3500" y="198691"/>
                  </a:lnTo>
                  <a:cubicBezTo>
                    <a:pt x="3500" y="198691"/>
                    <a:pt x="2490" y="201012"/>
                    <a:pt x="2322" y="201584"/>
                  </a:cubicBezTo>
                  <a:cubicBezTo>
                    <a:pt x="2188" y="202156"/>
                    <a:pt x="3500" y="205486"/>
                    <a:pt x="3500" y="205486"/>
                  </a:cubicBezTo>
                  <a:cubicBezTo>
                    <a:pt x="3500" y="205486"/>
                    <a:pt x="5519" y="208514"/>
                    <a:pt x="5688" y="209119"/>
                  </a:cubicBezTo>
                  <a:cubicBezTo>
                    <a:pt x="5822" y="209691"/>
                    <a:pt x="7707" y="211743"/>
                    <a:pt x="7707" y="211743"/>
                  </a:cubicBezTo>
                  <a:lnTo>
                    <a:pt x="10904" y="214199"/>
                  </a:lnTo>
                  <a:lnTo>
                    <a:pt x="14539" y="217664"/>
                  </a:lnTo>
                  <a:lnTo>
                    <a:pt x="16693" y="222306"/>
                  </a:lnTo>
                  <a:lnTo>
                    <a:pt x="22649" y="223181"/>
                  </a:lnTo>
                  <a:lnTo>
                    <a:pt x="22649" y="215780"/>
                  </a:lnTo>
                  <a:lnTo>
                    <a:pt x="23726" y="211709"/>
                  </a:lnTo>
                  <a:lnTo>
                    <a:pt x="27698" y="208951"/>
                  </a:lnTo>
                  <a:cubicBezTo>
                    <a:pt x="27698" y="208951"/>
                    <a:pt x="29010" y="208077"/>
                    <a:pt x="31770" y="208379"/>
                  </a:cubicBezTo>
                  <a:cubicBezTo>
                    <a:pt x="34530" y="208682"/>
                    <a:pt x="34361" y="208077"/>
                    <a:pt x="35102" y="208379"/>
                  </a:cubicBezTo>
                  <a:cubicBezTo>
                    <a:pt x="35842" y="208682"/>
                    <a:pt x="37121" y="209086"/>
                    <a:pt x="37727" y="209523"/>
                  </a:cubicBezTo>
                  <a:cubicBezTo>
                    <a:pt x="38299" y="209927"/>
                    <a:pt x="40621" y="211575"/>
                    <a:pt x="41193" y="212147"/>
                  </a:cubicBezTo>
                  <a:cubicBezTo>
                    <a:pt x="41765" y="212719"/>
                    <a:pt x="42943" y="212281"/>
                    <a:pt x="43515" y="212281"/>
                  </a:cubicBezTo>
                  <a:cubicBezTo>
                    <a:pt x="44087" y="212281"/>
                    <a:pt x="47991" y="211272"/>
                    <a:pt x="47991" y="211272"/>
                  </a:cubicBezTo>
                  <a:lnTo>
                    <a:pt x="52333" y="211138"/>
                  </a:lnTo>
                  <a:cubicBezTo>
                    <a:pt x="52333" y="211138"/>
                    <a:pt x="58727" y="209254"/>
                    <a:pt x="59131" y="209557"/>
                  </a:cubicBezTo>
                  <a:cubicBezTo>
                    <a:pt x="59569" y="209859"/>
                    <a:pt x="64785" y="211878"/>
                    <a:pt x="64785" y="211878"/>
                  </a:cubicBezTo>
                  <a:lnTo>
                    <a:pt x="70001" y="214905"/>
                  </a:lnTo>
                  <a:lnTo>
                    <a:pt x="73636" y="220422"/>
                  </a:lnTo>
                  <a:lnTo>
                    <a:pt x="72929" y="224190"/>
                  </a:lnTo>
                  <a:lnTo>
                    <a:pt x="72627" y="229976"/>
                  </a:lnTo>
                  <a:lnTo>
                    <a:pt x="74949" y="231725"/>
                  </a:lnTo>
                  <a:lnTo>
                    <a:pt x="75958" y="234046"/>
                  </a:lnTo>
                  <a:lnTo>
                    <a:pt x="75655" y="236367"/>
                  </a:lnTo>
                  <a:lnTo>
                    <a:pt x="74208" y="239126"/>
                  </a:lnTo>
                  <a:lnTo>
                    <a:pt x="72324" y="240135"/>
                  </a:lnTo>
                  <a:lnTo>
                    <a:pt x="71011" y="241279"/>
                  </a:lnTo>
                  <a:lnTo>
                    <a:pt x="69564" y="242860"/>
                  </a:lnTo>
                  <a:lnTo>
                    <a:pt x="67814" y="244004"/>
                  </a:lnTo>
                  <a:lnTo>
                    <a:pt x="67814" y="245719"/>
                  </a:lnTo>
                  <a:lnTo>
                    <a:pt x="69631" y="247469"/>
                  </a:lnTo>
                  <a:lnTo>
                    <a:pt x="73030" y="250227"/>
                  </a:lnTo>
                  <a:lnTo>
                    <a:pt x="76059" y="252548"/>
                  </a:lnTo>
                  <a:lnTo>
                    <a:pt x="79122" y="253557"/>
                  </a:lnTo>
                  <a:lnTo>
                    <a:pt x="83194" y="253557"/>
                  </a:lnTo>
                  <a:lnTo>
                    <a:pt x="87536" y="253625"/>
                  </a:lnTo>
                  <a:lnTo>
                    <a:pt x="90161" y="253995"/>
                  </a:lnTo>
                  <a:lnTo>
                    <a:pt x="92752" y="255441"/>
                  </a:lnTo>
                  <a:cubicBezTo>
                    <a:pt x="92752" y="255441"/>
                    <a:pt x="96219" y="258771"/>
                    <a:pt x="96656" y="258906"/>
                  </a:cubicBezTo>
                  <a:cubicBezTo>
                    <a:pt x="97093" y="259040"/>
                    <a:pt x="97800" y="260218"/>
                    <a:pt x="97800" y="260218"/>
                  </a:cubicBezTo>
                  <a:lnTo>
                    <a:pt x="100122" y="262539"/>
                  </a:lnTo>
                  <a:lnTo>
                    <a:pt x="102142" y="260218"/>
                  </a:lnTo>
                  <a:lnTo>
                    <a:pt x="103723" y="257459"/>
                  </a:lnTo>
                  <a:cubicBezTo>
                    <a:pt x="103723" y="257459"/>
                    <a:pt x="106180" y="255575"/>
                    <a:pt x="106348" y="255138"/>
                  </a:cubicBezTo>
                  <a:cubicBezTo>
                    <a:pt x="106483" y="254701"/>
                    <a:pt x="108805" y="251808"/>
                    <a:pt x="108805" y="251808"/>
                  </a:cubicBezTo>
                  <a:cubicBezTo>
                    <a:pt x="108805" y="251808"/>
                    <a:pt x="112002" y="250496"/>
                    <a:pt x="112440" y="250664"/>
                  </a:cubicBezTo>
                  <a:cubicBezTo>
                    <a:pt x="112877" y="250799"/>
                    <a:pt x="114762" y="251976"/>
                    <a:pt x="114762" y="251976"/>
                  </a:cubicBezTo>
                  <a:lnTo>
                    <a:pt x="117387" y="257056"/>
                  </a:lnTo>
                  <a:lnTo>
                    <a:pt x="119137" y="257056"/>
                  </a:lnTo>
                  <a:lnTo>
                    <a:pt x="122907" y="256114"/>
                  </a:lnTo>
                  <a:lnTo>
                    <a:pt x="126979" y="254869"/>
                  </a:lnTo>
                  <a:lnTo>
                    <a:pt x="131185" y="255172"/>
                  </a:lnTo>
                  <a:cubicBezTo>
                    <a:pt x="131185" y="255172"/>
                    <a:pt x="132633" y="255609"/>
                    <a:pt x="133945" y="255744"/>
                  </a:cubicBezTo>
                  <a:cubicBezTo>
                    <a:pt x="135258" y="255879"/>
                    <a:pt x="136402" y="258502"/>
                    <a:pt x="136402" y="258502"/>
                  </a:cubicBezTo>
                  <a:lnTo>
                    <a:pt x="138590" y="259209"/>
                  </a:lnTo>
                  <a:lnTo>
                    <a:pt x="141215" y="258637"/>
                  </a:lnTo>
                  <a:lnTo>
                    <a:pt x="142359" y="254869"/>
                  </a:lnTo>
                  <a:lnTo>
                    <a:pt x="143368" y="252851"/>
                  </a:lnTo>
                  <a:lnTo>
                    <a:pt x="144378" y="249958"/>
                  </a:lnTo>
                  <a:lnTo>
                    <a:pt x="147575" y="248377"/>
                  </a:lnTo>
                  <a:cubicBezTo>
                    <a:pt x="147575" y="248377"/>
                    <a:pt x="149460" y="247233"/>
                    <a:pt x="150200" y="246190"/>
                  </a:cubicBezTo>
                  <a:cubicBezTo>
                    <a:pt x="150907" y="245181"/>
                    <a:pt x="151648" y="246190"/>
                    <a:pt x="152220" y="246190"/>
                  </a:cubicBezTo>
                  <a:cubicBezTo>
                    <a:pt x="152792" y="246190"/>
                    <a:pt x="154845" y="247771"/>
                    <a:pt x="156292" y="248949"/>
                  </a:cubicBezTo>
                  <a:cubicBezTo>
                    <a:pt x="157739" y="250092"/>
                    <a:pt x="157604" y="252414"/>
                    <a:pt x="157604" y="252414"/>
                  </a:cubicBezTo>
                  <a:lnTo>
                    <a:pt x="159354" y="256753"/>
                  </a:lnTo>
                  <a:lnTo>
                    <a:pt x="162552" y="260958"/>
                  </a:lnTo>
                  <a:lnTo>
                    <a:pt x="165008" y="262404"/>
                  </a:lnTo>
                  <a:lnTo>
                    <a:pt x="165883" y="264591"/>
                  </a:lnTo>
                  <a:lnTo>
                    <a:pt x="165446" y="267619"/>
                  </a:lnTo>
                  <a:lnTo>
                    <a:pt x="164739" y="270074"/>
                  </a:lnTo>
                  <a:lnTo>
                    <a:pt x="165042" y="272967"/>
                  </a:lnTo>
                  <a:lnTo>
                    <a:pt x="167364" y="273674"/>
                  </a:lnTo>
                  <a:lnTo>
                    <a:pt x="171706" y="277139"/>
                  </a:lnTo>
                  <a:lnTo>
                    <a:pt x="174903" y="279897"/>
                  </a:lnTo>
                  <a:lnTo>
                    <a:pt x="173590" y="282218"/>
                  </a:lnTo>
                  <a:cubicBezTo>
                    <a:pt x="173590" y="282218"/>
                    <a:pt x="171403" y="285549"/>
                    <a:pt x="170831" y="286121"/>
                  </a:cubicBezTo>
                  <a:cubicBezTo>
                    <a:pt x="170259" y="286692"/>
                    <a:pt x="169821" y="289888"/>
                    <a:pt x="169821" y="289888"/>
                  </a:cubicBezTo>
                  <a:lnTo>
                    <a:pt x="170393" y="294227"/>
                  </a:lnTo>
                  <a:lnTo>
                    <a:pt x="170528" y="298298"/>
                  </a:lnTo>
                  <a:lnTo>
                    <a:pt x="167061" y="301326"/>
                  </a:lnTo>
                  <a:lnTo>
                    <a:pt x="167061" y="304219"/>
                  </a:lnTo>
                  <a:lnTo>
                    <a:pt x="167061" y="308289"/>
                  </a:lnTo>
                  <a:lnTo>
                    <a:pt x="167061" y="311047"/>
                  </a:lnTo>
                  <a:lnTo>
                    <a:pt x="166254" y="314950"/>
                  </a:lnTo>
                  <a:cubicBezTo>
                    <a:pt x="166254" y="314950"/>
                    <a:pt x="165177" y="316699"/>
                    <a:pt x="164436" y="316968"/>
                  </a:cubicBezTo>
                  <a:cubicBezTo>
                    <a:pt x="163730" y="317271"/>
                    <a:pt x="162114" y="319558"/>
                    <a:pt x="160801" y="320735"/>
                  </a:cubicBezTo>
                  <a:cubicBezTo>
                    <a:pt x="159489" y="321913"/>
                    <a:pt x="156898" y="323629"/>
                    <a:pt x="156898" y="323629"/>
                  </a:cubicBezTo>
                  <a:lnTo>
                    <a:pt x="154575" y="323326"/>
                  </a:lnTo>
                  <a:cubicBezTo>
                    <a:pt x="154575" y="323326"/>
                    <a:pt x="152825" y="322888"/>
                    <a:pt x="151681" y="322317"/>
                  </a:cubicBezTo>
                  <a:cubicBezTo>
                    <a:pt x="150537" y="321745"/>
                    <a:pt x="149225" y="320298"/>
                    <a:pt x="149225" y="320298"/>
                  </a:cubicBezTo>
                  <a:cubicBezTo>
                    <a:pt x="149225" y="320298"/>
                    <a:pt x="146465" y="317977"/>
                    <a:pt x="145893" y="317540"/>
                  </a:cubicBezTo>
                  <a:cubicBezTo>
                    <a:pt x="145320" y="317102"/>
                    <a:pt x="141854" y="316093"/>
                    <a:pt x="141854" y="316093"/>
                  </a:cubicBezTo>
                  <a:lnTo>
                    <a:pt x="140844" y="316093"/>
                  </a:lnTo>
                  <a:lnTo>
                    <a:pt x="139835" y="319424"/>
                  </a:lnTo>
                  <a:cubicBezTo>
                    <a:pt x="139835" y="319424"/>
                    <a:pt x="136200" y="322047"/>
                    <a:pt x="135628" y="322047"/>
                  </a:cubicBezTo>
                  <a:cubicBezTo>
                    <a:pt x="135056" y="322047"/>
                    <a:pt x="130546" y="325512"/>
                    <a:pt x="130546" y="325512"/>
                  </a:cubicBezTo>
                  <a:lnTo>
                    <a:pt x="124758" y="328271"/>
                  </a:lnTo>
                  <a:lnTo>
                    <a:pt x="120854" y="329415"/>
                  </a:lnTo>
                  <a:lnTo>
                    <a:pt x="119406" y="330558"/>
                  </a:lnTo>
                  <a:lnTo>
                    <a:pt x="118969" y="332880"/>
                  </a:lnTo>
                  <a:lnTo>
                    <a:pt x="120416" y="334629"/>
                  </a:lnTo>
                  <a:lnTo>
                    <a:pt x="121998" y="335773"/>
                  </a:lnTo>
                  <a:cubicBezTo>
                    <a:pt x="121998" y="335773"/>
                    <a:pt x="120685" y="338531"/>
                    <a:pt x="120248" y="338666"/>
                  </a:cubicBezTo>
                  <a:cubicBezTo>
                    <a:pt x="119810" y="338800"/>
                    <a:pt x="118229" y="338968"/>
                    <a:pt x="118229" y="338968"/>
                  </a:cubicBezTo>
                  <a:lnTo>
                    <a:pt x="117219" y="337219"/>
                  </a:lnTo>
                  <a:cubicBezTo>
                    <a:pt x="117219" y="337219"/>
                    <a:pt x="111430" y="338968"/>
                    <a:pt x="110252" y="339540"/>
                  </a:cubicBezTo>
                  <a:cubicBezTo>
                    <a:pt x="109108" y="340112"/>
                    <a:pt x="107358" y="344183"/>
                    <a:pt x="107358" y="344183"/>
                  </a:cubicBezTo>
                  <a:lnTo>
                    <a:pt x="103454" y="347950"/>
                  </a:lnTo>
                  <a:lnTo>
                    <a:pt x="99954" y="350541"/>
                  </a:lnTo>
                  <a:lnTo>
                    <a:pt x="96757" y="354308"/>
                  </a:lnTo>
                  <a:lnTo>
                    <a:pt x="95444" y="359387"/>
                  </a:lnTo>
                  <a:lnTo>
                    <a:pt x="97026" y="363727"/>
                  </a:lnTo>
                  <a:lnTo>
                    <a:pt x="99483" y="364736"/>
                  </a:lnTo>
                  <a:lnTo>
                    <a:pt x="100930" y="365611"/>
                  </a:lnTo>
                  <a:lnTo>
                    <a:pt x="100930" y="369816"/>
                  </a:lnTo>
                  <a:cubicBezTo>
                    <a:pt x="100930" y="369816"/>
                    <a:pt x="104397" y="371700"/>
                    <a:pt x="105002" y="371834"/>
                  </a:cubicBezTo>
                  <a:cubicBezTo>
                    <a:pt x="105574" y="371969"/>
                    <a:pt x="109209" y="372843"/>
                    <a:pt x="109647" y="372709"/>
                  </a:cubicBezTo>
                  <a:cubicBezTo>
                    <a:pt x="110084" y="372574"/>
                    <a:pt x="115873" y="374155"/>
                    <a:pt x="117623" y="374155"/>
                  </a:cubicBezTo>
                  <a:cubicBezTo>
                    <a:pt x="119373" y="374155"/>
                    <a:pt x="119642" y="375905"/>
                    <a:pt x="120214" y="376477"/>
                  </a:cubicBezTo>
                  <a:cubicBezTo>
                    <a:pt x="120786" y="377048"/>
                    <a:pt x="122671" y="378663"/>
                    <a:pt x="122671" y="378663"/>
                  </a:cubicBezTo>
                  <a:cubicBezTo>
                    <a:pt x="122671" y="378663"/>
                    <a:pt x="127012" y="383137"/>
                    <a:pt x="127450" y="383743"/>
                  </a:cubicBezTo>
                  <a:cubicBezTo>
                    <a:pt x="127887" y="384314"/>
                    <a:pt x="131926" y="385761"/>
                    <a:pt x="132532" y="385626"/>
                  </a:cubicBezTo>
                  <a:cubicBezTo>
                    <a:pt x="133138" y="385492"/>
                    <a:pt x="137748" y="386366"/>
                    <a:pt x="137748" y="386366"/>
                  </a:cubicBezTo>
                  <a:cubicBezTo>
                    <a:pt x="137748" y="386366"/>
                    <a:pt x="142830" y="388385"/>
                    <a:pt x="143402" y="388385"/>
                  </a:cubicBezTo>
                  <a:cubicBezTo>
                    <a:pt x="143974" y="388385"/>
                    <a:pt x="147744" y="387376"/>
                    <a:pt x="147744" y="387376"/>
                  </a:cubicBezTo>
                  <a:lnTo>
                    <a:pt x="153970" y="385626"/>
                  </a:lnTo>
                  <a:lnTo>
                    <a:pt x="161508" y="385626"/>
                  </a:lnTo>
                  <a:lnTo>
                    <a:pt x="164537" y="387006"/>
                  </a:lnTo>
                  <a:lnTo>
                    <a:pt x="168609" y="391412"/>
                  </a:lnTo>
                  <a:lnTo>
                    <a:pt x="174836" y="395483"/>
                  </a:lnTo>
                  <a:lnTo>
                    <a:pt x="181062" y="401404"/>
                  </a:lnTo>
                  <a:cubicBezTo>
                    <a:pt x="181062" y="401404"/>
                    <a:pt x="184393" y="401134"/>
                    <a:pt x="185841" y="399822"/>
                  </a:cubicBezTo>
                  <a:cubicBezTo>
                    <a:pt x="187288" y="398510"/>
                    <a:pt x="188735" y="396358"/>
                    <a:pt x="190620" y="395786"/>
                  </a:cubicBezTo>
                  <a:cubicBezTo>
                    <a:pt x="192504" y="395214"/>
                    <a:pt x="195398" y="395920"/>
                    <a:pt x="195398" y="395920"/>
                  </a:cubicBezTo>
                  <a:cubicBezTo>
                    <a:pt x="195398" y="395920"/>
                    <a:pt x="196846" y="395483"/>
                    <a:pt x="196980" y="394911"/>
                  </a:cubicBezTo>
                  <a:cubicBezTo>
                    <a:pt x="197115" y="394339"/>
                    <a:pt x="199168" y="390841"/>
                    <a:pt x="199168" y="390841"/>
                  </a:cubicBezTo>
                  <a:lnTo>
                    <a:pt x="202803" y="390841"/>
                  </a:lnTo>
                  <a:cubicBezTo>
                    <a:pt x="202803" y="390841"/>
                    <a:pt x="209601" y="392859"/>
                    <a:pt x="210207" y="392859"/>
                  </a:cubicBezTo>
                  <a:cubicBezTo>
                    <a:pt x="210779" y="392859"/>
                    <a:pt x="215995" y="394743"/>
                    <a:pt x="215995" y="394743"/>
                  </a:cubicBezTo>
                  <a:lnTo>
                    <a:pt x="221514" y="396492"/>
                  </a:lnTo>
                  <a:lnTo>
                    <a:pt x="224543" y="398948"/>
                  </a:lnTo>
                  <a:lnTo>
                    <a:pt x="229322" y="402884"/>
                  </a:lnTo>
                  <a:cubicBezTo>
                    <a:pt x="229322" y="402884"/>
                    <a:pt x="228447" y="409981"/>
                    <a:pt x="228010" y="410284"/>
                  </a:cubicBezTo>
                  <a:cubicBezTo>
                    <a:pt x="227572" y="410587"/>
                    <a:pt x="226697" y="411596"/>
                    <a:pt x="226125" y="411596"/>
                  </a:cubicBezTo>
                  <a:cubicBezTo>
                    <a:pt x="225553" y="411596"/>
                    <a:pt x="222793" y="415229"/>
                    <a:pt x="222221" y="416238"/>
                  </a:cubicBezTo>
                  <a:cubicBezTo>
                    <a:pt x="221649" y="417248"/>
                    <a:pt x="221514" y="420141"/>
                    <a:pt x="221514" y="420141"/>
                  </a:cubicBezTo>
                  <a:lnTo>
                    <a:pt x="221380" y="425052"/>
                  </a:lnTo>
                  <a:cubicBezTo>
                    <a:pt x="221380" y="425052"/>
                    <a:pt x="220067" y="427508"/>
                    <a:pt x="219058" y="427945"/>
                  </a:cubicBezTo>
                  <a:cubicBezTo>
                    <a:pt x="218048" y="428382"/>
                    <a:pt x="215591" y="429694"/>
                    <a:pt x="215591" y="429694"/>
                  </a:cubicBezTo>
                  <a:lnTo>
                    <a:pt x="211384" y="430569"/>
                  </a:lnTo>
                  <a:lnTo>
                    <a:pt x="207750" y="431713"/>
                  </a:lnTo>
                  <a:lnTo>
                    <a:pt x="207312" y="434034"/>
                  </a:lnTo>
                  <a:lnTo>
                    <a:pt x="206606" y="438104"/>
                  </a:lnTo>
                  <a:cubicBezTo>
                    <a:pt x="206606" y="438104"/>
                    <a:pt x="204586" y="441434"/>
                    <a:pt x="204014" y="442444"/>
                  </a:cubicBezTo>
                  <a:cubicBezTo>
                    <a:pt x="203442" y="443453"/>
                    <a:pt x="201995" y="447221"/>
                    <a:pt x="201995" y="448532"/>
                  </a:cubicBezTo>
                  <a:cubicBezTo>
                    <a:pt x="201995" y="449844"/>
                    <a:pt x="203004" y="451863"/>
                    <a:pt x="203004" y="451863"/>
                  </a:cubicBezTo>
                  <a:cubicBezTo>
                    <a:pt x="203004" y="451863"/>
                    <a:pt x="204317" y="454319"/>
                    <a:pt x="204755" y="454890"/>
                  </a:cubicBezTo>
                  <a:cubicBezTo>
                    <a:pt x="205192" y="455462"/>
                    <a:pt x="206774" y="456337"/>
                    <a:pt x="207952" y="456640"/>
                  </a:cubicBezTo>
                  <a:cubicBezTo>
                    <a:pt x="209130" y="456942"/>
                    <a:pt x="209971" y="458961"/>
                    <a:pt x="211418" y="460407"/>
                  </a:cubicBezTo>
                  <a:cubicBezTo>
                    <a:pt x="212865" y="461854"/>
                    <a:pt x="213437" y="464041"/>
                    <a:pt x="213740" y="465050"/>
                  </a:cubicBezTo>
                  <a:cubicBezTo>
                    <a:pt x="214043" y="466059"/>
                    <a:pt x="215490" y="468649"/>
                    <a:pt x="215759" y="469827"/>
                  </a:cubicBezTo>
                  <a:cubicBezTo>
                    <a:pt x="216062" y="470970"/>
                    <a:pt x="216466" y="475781"/>
                    <a:pt x="216466" y="476218"/>
                  </a:cubicBezTo>
                  <a:cubicBezTo>
                    <a:pt x="216466" y="476655"/>
                    <a:pt x="216601" y="481869"/>
                    <a:pt x="216601" y="482441"/>
                  </a:cubicBezTo>
                  <a:cubicBezTo>
                    <a:pt x="216601" y="483013"/>
                    <a:pt x="215726" y="489102"/>
                    <a:pt x="215726" y="489102"/>
                  </a:cubicBezTo>
                  <a:lnTo>
                    <a:pt x="215726" y="493744"/>
                  </a:lnTo>
                  <a:lnTo>
                    <a:pt x="222894" y="496335"/>
                  </a:lnTo>
                  <a:cubicBezTo>
                    <a:pt x="222894" y="496335"/>
                    <a:pt x="227471" y="497647"/>
                    <a:pt x="229188" y="497781"/>
                  </a:cubicBezTo>
                  <a:cubicBezTo>
                    <a:pt x="230938" y="497916"/>
                    <a:pt x="232520" y="502995"/>
                    <a:pt x="232520" y="502995"/>
                  </a:cubicBezTo>
                  <a:cubicBezTo>
                    <a:pt x="232520" y="502995"/>
                    <a:pt x="233832" y="502995"/>
                    <a:pt x="234842" y="502558"/>
                  </a:cubicBezTo>
                  <a:cubicBezTo>
                    <a:pt x="235851" y="502120"/>
                    <a:pt x="236726" y="500674"/>
                    <a:pt x="236861" y="500237"/>
                  </a:cubicBezTo>
                  <a:cubicBezTo>
                    <a:pt x="236996" y="499800"/>
                    <a:pt x="239183" y="498622"/>
                    <a:pt x="239183" y="498622"/>
                  </a:cubicBezTo>
                  <a:cubicBezTo>
                    <a:pt x="239183" y="498622"/>
                    <a:pt x="241943" y="498622"/>
                    <a:pt x="242515" y="498622"/>
                  </a:cubicBezTo>
                  <a:cubicBezTo>
                    <a:pt x="243087" y="498622"/>
                    <a:pt x="247731" y="500876"/>
                    <a:pt x="249044" y="501178"/>
                  </a:cubicBezTo>
                  <a:cubicBezTo>
                    <a:pt x="250356" y="501482"/>
                    <a:pt x="251063" y="502120"/>
                    <a:pt x="251938" y="502558"/>
                  </a:cubicBezTo>
                  <a:cubicBezTo>
                    <a:pt x="252813" y="502995"/>
                    <a:pt x="254126" y="506023"/>
                    <a:pt x="254126" y="507032"/>
                  </a:cubicBezTo>
                  <a:cubicBezTo>
                    <a:pt x="254126" y="508041"/>
                    <a:pt x="253419" y="508041"/>
                    <a:pt x="252679" y="508041"/>
                  </a:cubicBezTo>
                  <a:cubicBezTo>
                    <a:pt x="251938" y="508041"/>
                    <a:pt x="251366" y="509353"/>
                    <a:pt x="249784" y="510059"/>
                  </a:cubicBezTo>
                  <a:cubicBezTo>
                    <a:pt x="248169" y="510766"/>
                    <a:pt x="249784" y="513255"/>
                    <a:pt x="249784" y="513827"/>
                  </a:cubicBezTo>
                  <a:cubicBezTo>
                    <a:pt x="249784" y="514399"/>
                    <a:pt x="252847" y="518032"/>
                    <a:pt x="252847" y="518032"/>
                  </a:cubicBezTo>
                  <a:cubicBezTo>
                    <a:pt x="252847" y="518032"/>
                    <a:pt x="256885" y="519781"/>
                    <a:pt x="257491" y="520219"/>
                  </a:cubicBezTo>
                  <a:cubicBezTo>
                    <a:pt x="258063" y="520656"/>
                    <a:pt x="260251" y="522977"/>
                    <a:pt x="261126" y="523986"/>
                  </a:cubicBezTo>
                  <a:cubicBezTo>
                    <a:pt x="262001" y="524996"/>
                    <a:pt x="265333" y="527317"/>
                    <a:pt x="265333" y="527317"/>
                  </a:cubicBezTo>
                  <a:lnTo>
                    <a:pt x="269102" y="532094"/>
                  </a:lnTo>
                  <a:lnTo>
                    <a:pt x="271424" y="534247"/>
                  </a:lnTo>
                  <a:lnTo>
                    <a:pt x="271424" y="530647"/>
                  </a:lnTo>
                  <a:cubicBezTo>
                    <a:pt x="271424" y="530647"/>
                    <a:pt x="275631" y="528629"/>
                    <a:pt x="276068" y="528898"/>
                  </a:cubicBezTo>
                  <a:cubicBezTo>
                    <a:pt x="276506" y="529201"/>
                    <a:pt x="280275" y="532800"/>
                    <a:pt x="280275" y="532800"/>
                  </a:cubicBezTo>
                  <a:cubicBezTo>
                    <a:pt x="280275" y="532800"/>
                    <a:pt x="287377" y="538317"/>
                    <a:pt x="287377" y="538720"/>
                  </a:cubicBezTo>
                  <a:cubicBezTo>
                    <a:pt x="287377" y="539158"/>
                    <a:pt x="293333" y="539595"/>
                    <a:pt x="293333" y="539595"/>
                  </a:cubicBezTo>
                  <a:lnTo>
                    <a:pt x="295353" y="539292"/>
                  </a:lnTo>
                  <a:cubicBezTo>
                    <a:pt x="295353" y="539292"/>
                    <a:pt x="302151" y="538418"/>
                    <a:pt x="302891" y="538418"/>
                  </a:cubicBezTo>
                  <a:cubicBezTo>
                    <a:pt x="303598" y="538418"/>
                    <a:pt x="308411" y="540301"/>
                    <a:pt x="308411" y="540301"/>
                  </a:cubicBezTo>
                  <a:cubicBezTo>
                    <a:pt x="308411" y="540301"/>
                    <a:pt x="312887" y="544372"/>
                    <a:pt x="313190" y="544776"/>
                  </a:cubicBezTo>
                  <a:cubicBezTo>
                    <a:pt x="313493" y="545213"/>
                    <a:pt x="317968" y="546357"/>
                    <a:pt x="317968" y="546357"/>
                  </a:cubicBezTo>
                  <a:lnTo>
                    <a:pt x="320863" y="541580"/>
                  </a:lnTo>
                  <a:lnTo>
                    <a:pt x="323185" y="539999"/>
                  </a:lnTo>
                  <a:lnTo>
                    <a:pt x="331430" y="538552"/>
                  </a:lnTo>
                  <a:lnTo>
                    <a:pt x="336075" y="538552"/>
                  </a:lnTo>
                  <a:lnTo>
                    <a:pt x="340281" y="539124"/>
                  </a:lnTo>
                  <a:lnTo>
                    <a:pt x="344185" y="541142"/>
                  </a:lnTo>
                  <a:lnTo>
                    <a:pt x="348392" y="544170"/>
                  </a:lnTo>
                  <a:lnTo>
                    <a:pt x="349133" y="546491"/>
                  </a:lnTo>
                  <a:lnTo>
                    <a:pt x="354046" y="547231"/>
                  </a:lnTo>
                  <a:lnTo>
                    <a:pt x="357311" y="547231"/>
                  </a:lnTo>
                  <a:lnTo>
                    <a:pt x="360407" y="546424"/>
                  </a:lnTo>
                  <a:cubicBezTo>
                    <a:pt x="360407" y="546424"/>
                    <a:pt x="362157" y="547669"/>
                    <a:pt x="362494" y="548005"/>
                  </a:cubicBezTo>
                  <a:cubicBezTo>
                    <a:pt x="362864" y="548375"/>
                    <a:pt x="364580" y="549956"/>
                    <a:pt x="365018" y="550663"/>
                  </a:cubicBezTo>
                  <a:cubicBezTo>
                    <a:pt x="365455" y="551403"/>
                    <a:pt x="366532" y="551470"/>
                    <a:pt x="367609" y="551403"/>
                  </a:cubicBezTo>
                  <a:cubicBezTo>
                    <a:pt x="368686" y="551335"/>
                    <a:pt x="368922" y="549384"/>
                    <a:pt x="368922" y="549384"/>
                  </a:cubicBezTo>
                  <a:cubicBezTo>
                    <a:pt x="368922" y="549384"/>
                    <a:pt x="371311" y="546424"/>
                    <a:pt x="371614" y="546188"/>
                  </a:cubicBezTo>
                  <a:cubicBezTo>
                    <a:pt x="371917" y="545953"/>
                    <a:pt x="374508" y="542925"/>
                    <a:pt x="374508" y="542723"/>
                  </a:cubicBezTo>
                  <a:cubicBezTo>
                    <a:pt x="374508" y="542488"/>
                    <a:pt x="376696" y="540470"/>
                    <a:pt x="376696" y="540470"/>
                  </a:cubicBezTo>
                  <a:lnTo>
                    <a:pt x="379321" y="537072"/>
                  </a:lnTo>
                  <a:lnTo>
                    <a:pt x="380768" y="537005"/>
                  </a:lnTo>
                  <a:lnTo>
                    <a:pt x="381912" y="540705"/>
                  </a:lnTo>
                  <a:lnTo>
                    <a:pt x="381845" y="544540"/>
                  </a:lnTo>
                  <a:lnTo>
                    <a:pt x="380229" y="546794"/>
                  </a:lnTo>
                  <a:lnTo>
                    <a:pt x="383292" y="551571"/>
                  </a:lnTo>
                  <a:lnTo>
                    <a:pt x="387936" y="555473"/>
                  </a:lnTo>
                  <a:lnTo>
                    <a:pt x="390898" y="556785"/>
                  </a:lnTo>
                  <a:cubicBezTo>
                    <a:pt x="390898" y="556785"/>
                    <a:pt x="391268" y="556079"/>
                    <a:pt x="391201" y="555776"/>
                  </a:cubicBezTo>
                  <a:cubicBezTo>
                    <a:pt x="391133" y="555473"/>
                    <a:pt x="392480" y="550562"/>
                    <a:pt x="392480" y="550259"/>
                  </a:cubicBezTo>
                  <a:cubicBezTo>
                    <a:pt x="392480" y="549956"/>
                    <a:pt x="393489" y="547231"/>
                    <a:pt x="393489" y="546928"/>
                  </a:cubicBezTo>
                  <a:cubicBezTo>
                    <a:pt x="393489" y="546626"/>
                    <a:pt x="392783" y="543598"/>
                    <a:pt x="392547" y="543531"/>
                  </a:cubicBezTo>
                  <a:cubicBezTo>
                    <a:pt x="392345" y="543464"/>
                    <a:pt x="391235" y="539460"/>
                    <a:pt x="391235" y="538956"/>
                  </a:cubicBezTo>
                  <a:cubicBezTo>
                    <a:pt x="391235" y="538451"/>
                    <a:pt x="391100" y="536500"/>
                    <a:pt x="391235" y="536197"/>
                  </a:cubicBezTo>
                  <a:cubicBezTo>
                    <a:pt x="391369" y="535895"/>
                    <a:pt x="392682" y="533136"/>
                    <a:pt x="392749" y="532867"/>
                  </a:cubicBezTo>
                  <a:cubicBezTo>
                    <a:pt x="392816" y="532565"/>
                    <a:pt x="393826" y="531050"/>
                    <a:pt x="393826" y="531050"/>
                  </a:cubicBezTo>
                  <a:lnTo>
                    <a:pt x="395340" y="530681"/>
                  </a:lnTo>
                  <a:lnTo>
                    <a:pt x="397326" y="532127"/>
                  </a:lnTo>
                  <a:cubicBezTo>
                    <a:pt x="397326" y="532127"/>
                    <a:pt x="398437" y="536635"/>
                    <a:pt x="398437" y="537038"/>
                  </a:cubicBezTo>
                  <a:cubicBezTo>
                    <a:pt x="398437" y="537476"/>
                    <a:pt x="398134" y="538922"/>
                    <a:pt x="398066" y="539292"/>
                  </a:cubicBezTo>
                  <a:cubicBezTo>
                    <a:pt x="397999" y="539662"/>
                    <a:pt x="397494" y="542118"/>
                    <a:pt x="397326" y="542488"/>
                  </a:cubicBezTo>
                  <a:cubicBezTo>
                    <a:pt x="397191" y="542858"/>
                    <a:pt x="397629" y="547568"/>
                    <a:pt x="397629" y="547769"/>
                  </a:cubicBezTo>
                  <a:cubicBezTo>
                    <a:pt x="397629" y="548005"/>
                    <a:pt x="401264" y="550158"/>
                    <a:pt x="401465" y="550091"/>
                  </a:cubicBezTo>
                  <a:cubicBezTo>
                    <a:pt x="401667" y="550023"/>
                    <a:pt x="403216" y="550091"/>
                    <a:pt x="403485" y="550091"/>
                  </a:cubicBezTo>
                  <a:cubicBezTo>
                    <a:pt x="403788" y="550091"/>
                    <a:pt x="407994" y="546558"/>
                    <a:pt x="408331" y="546188"/>
                  </a:cubicBezTo>
                  <a:cubicBezTo>
                    <a:pt x="408701" y="545818"/>
                    <a:pt x="410283" y="543127"/>
                    <a:pt x="410283" y="543127"/>
                  </a:cubicBezTo>
                  <a:lnTo>
                    <a:pt x="412672" y="538586"/>
                  </a:lnTo>
                  <a:lnTo>
                    <a:pt x="412740" y="535390"/>
                  </a:lnTo>
                  <a:lnTo>
                    <a:pt x="411360" y="531623"/>
                  </a:lnTo>
                  <a:lnTo>
                    <a:pt x="410620" y="529234"/>
                  </a:lnTo>
                  <a:lnTo>
                    <a:pt x="408668" y="527216"/>
                  </a:lnTo>
                  <a:lnTo>
                    <a:pt x="408668" y="523751"/>
                  </a:lnTo>
                  <a:lnTo>
                    <a:pt x="408668" y="518537"/>
                  </a:lnTo>
                  <a:lnTo>
                    <a:pt x="408668" y="513322"/>
                  </a:lnTo>
                  <a:lnTo>
                    <a:pt x="408668" y="510699"/>
                  </a:lnTo>
                  <a:lnTo>
                    <a:pt x="416475" y="510699"/>
                  </a:lnTo>
                  <a:lnTo>
                    <a:pt x="418226" y="510699"/>
                  </a:lnTo>
                  <a:lnTo>
                    <a:pt x="421120" y="510699"/>
                  </a:lnTo>
                  <a:lnTo>
                    <a:pt x="420817" y="513322"/>
                  </a:lnTo>
                  <a:lnTo>
                    <a:pt x="419067" y="518537"/>
                  </a:lnTo>
                  <a:lnTo>
                    <a:pt x="419067" y="521127"/>
                  </a:lnTo>
                  <a:lnTo>
                    <a:pt x="421827" y="527788"/>
                  </a:lnTo>
                  <a:lnTo>
                    <a:pt x="426606" y="531858"/>
                  </a:lnTo>
                  <a:lnTo>
                    <a:pt x="430947" y="538249"/>
                  </a:lnTo>
                  <a:lnTo>
                    <a:pt x="437038" y="539696"/>
                  </a:lnTo>
                  <a:lnTo>
                    <a:pt x="440808" y="540268"/>
                  </a:lnTo>
                  <a:lnTo>
                    <a:pt x="444577" y="540268"/>
                  </a:lnTo>
                  <a:lnTo>
                    <a:pt x="441986" y="533305"/>
                  </a:lnTo>
                  <a:lnTo>
                    <a:pt x="438216" y="527788"/>
                  </a:lnTo>
                  <a:lnTo>
                    <a:pt x="439966" y="520252"/>
                  </a:lnTo>
                  <a:lnTo>
                    <a:pt x="439966" y="519378"/>
                  </a:lnTo>
                  <a:lnTo>
                    <a:pt x="442591" y="517628"/>
                  </a:lnTo>
                  <a:lnTo>
                    <a:pt x="444341" y="517628"/>
                  </a:lnTo>
                  <a:lnTo>
                    <a:pt x="445519" y="517628"/>
                  </a:lnTo>
                  <a:cubicBezTo>
                    <a:pt x="445519" y="517628"/>
                    <a:pt x="445519" y="517628"/>
                    <a:pt x="448717" y="519075"/>
                  </a:cubicBezTo>
                  <a:cubicBezTo>
                    <a:pt x="451914" y="520521"/>
                    <a:pt x="448717" y="523717"/>
                    <a:pt x="448717" y="523717"/>
                  </a:cubicBezTo>
                  <a:lnTo>
                    <a:pt x="448717" y="529806"/>
                  </a:lnTo>
                  <a:lnTo>
                    <a:pt x="450601" y="534718"/>
                  </a:lnTo>
                  <a:lnTo>
                    <a:pt x="453933" y="537038"/>
                  </a:lnTo>
                  <a:lnTo>
                    <a:pt x="457130" y="539931"/>
                  </a:lnTo>
                  <a:lnTo>
                    <a:pt x="461775" y="543699"/>
                  </a:lnTo>
                  <a:lnTo>
                    <a:pt x="467866" y="543699"/>
                  </a:lnTo>
                  <a:lnTo>
                    <a:pt x="471332" y="546458"/>
                  </a:lnTo>
                  <a:lnTo>
                    <a:pt x="474799" y="548072"/>
                  </a:lnTo>
                  <a:lnTo>
                    <a:pt x="474799" y="549822"/>
                  </a:lnTo>
                  <a:lnTo>
                    <a:pt x="474799" y="554464"/>
                  </a:lnTo>
                  <a:lnTo>
                    <a:pt x="477559" y="557929"/>
                  </a:lnTo>
                  <a:lnTo>
                    <a:pt x="483213" y="561696"/>
                  </a:lnTo>
                  <a:lnTo>
                    <a:pt x="492198" y="560250"/>
                  </a:lnTo>
                  <a:lnTo>
                    <a:pt x="500309" y="561696"/>
                  </a:lnTo>
                  <a:lnTo>
                    <a:pt x="508420" y="556785"/>
                  </a:lnTo>
                  <a:lnTo>
                    <a:pt x="515083" y="554767"/>
                  </a:lnTo>
                  <a:lnTo>
                    <a:pt x="518281" y="551571"/>
                  </a:lnTo>
                  <a:lnTo>
                    <a:pt x="518281" y="534179"/>
                  </a:lnTo>
                  <a:lnTo>
                    <a:pt x="518281" y="528864"/>
                  </a:lnTo>
                  <a:lnTo>
                    <a:pt x="518819" y="526913"/>
                  </a:lnTo>
                  <a:lnTo>
                    <a:pt x="519896" y="524626"/>
                  </a:lnTo>
                  <a:lnTo>
                    <a:pt x="521949" y="524087"/>
                  </a:lnTo>
                  <a:lnTo>
                    <a:pt x="523463" y="526913"/>
                  </a:lnTo>
                  <a:lnTo>
                    <a:pt x="524103" y="533843"/>
                  </a:lnTo>
                  <a:lnTo>
                    <a:pt x="523463" y="541142"/>
                  </a:lnTo>
                  <a:lnTo>
                    <a:pt x="523463" y="546020"/>
                  </a:lnTo>
                  <a:lnTo>
                    <a:pt x="525079" y="550057"/>
                  </a:lnTo>
                  <a:lnTo>
                    <a:pt x="528444" y="555069"/>
                  </a:lnTo>
                  <a:lnTo>
                    <a:pt x="533762" y="560485"/>
                  </a:lnTo>
                  <a:lnTo>
                    <a:pt x="537464" y="558770"/>
                  </a:lnTo>
                  <a:close/>
                </a:path>
              </a:pathLst>
            </a:custGeom>
            <a:grpFill/>
            <a:ln w="6350" cap="flat">
              <a:solidFill>
                <a:schemeClr val="bg1"/>
              </a:solidFill>
              <a:prstDash val="solid"/>
              <a:miter/>
            </a:ln>
          </p:spPr>
          <p:txBody>
            <a:bodyPr rtlCol="0" anchor="ctr"/>
            <a:lstStyle/>
            <a:p>
              <a:endParaRPr lang="en-US"/>
            </a:p>
          </p:txBody>
        </p:sp>
        <p:sp>
          <p:nvSpPr>
            <p:cNvPr id="173" name="Freeform 890">
              <a:extLst>
                <a:ext uri="{FF2B5EF4-FFF2-40B4-BE49-F238E27FC236}">
                  <a16:creationId xmlns:a16="http://schemas.microsoft.com/office/drawing/2014/main" id="{B65C82F4-EDBB-58DF-FDF1-9C8E28BE5FB6}"/>
                </a:ext>
              </a:extLst>
            </p:cNvPr>
            <p:cNvSpPr/>
            <p:nvPr/>
          </p:nvSpPr>
          <p:spPr>
            <a:xfrm>
              <a:off x="7934866" y="3107135"/>
              <a:ext cx="254192" cy="334977"/>
            </a:xfrm>
            <a:custGeom>
              <a:avLst/>
              <a:gdLst>
                <a:gd name="connsiteX0" fmla="*/ 481900 w 488025"/>
                <a:gd name="connsiteY0" fmla="*/ 169577 h 643122"/>
                <a:gd name="connsiteX1" fmla="*/ 479275 w 488025"/>
                <a:gd name="connsiteY1" fmla="*/ 158712 h 643122"/>
                <a:gd name="connsiteX2" fmla="*/ 479914 w 488025"/>
                <a:gd name="connsiteY2" fmla="*/ 147409 h 643122"/>
                <a:gd name="connsiteX3" fmla="*/ 472073 w 488025"/>
                <a:gd name="connsiteY3" fmla="*/ 137182 h 643122"/>
                <a:gd name="connsiteX4" fmla="*/ 463390 w 488025"/>
                <a:gd name="connsiteY4" fmla="*/ 126317 h 643122"/>
                <a:gd name="connsiteX5" fmla="*/ 454909 w 488025"/>
                <a:gd name="connsiteY5" fmla="*/ 117638 h 643122"/>
                <a:gd name="connsiteX6" fmla="*/ 443601 w 488025"/>
                <a:gd name="connsiteY6" fmla="*/ 110271 h 643122"/>
                <a:gd name="connsiteX7" fmla="*/ 437947 w 488025"/>
                <a:gd name="connsiteY7" fmla="*/ 104182 h 643122"/>
                <a:gd name="connsiteX8" fmla="*/ 434918 w 488025"/>
                <a:gd name="connsiteY8" fmla="*/ 92442 h 643122"/>
                <a:gd name="connsiteX9" fmla="*/ 439260 w 488025"/>
                <a:gd name="connsiteY9" fmla="*/ 90053 h 643122"/>
                <a:gd name="connsiteX10" fmla="*/ 439260 w 488025"/>
                <a:gd name="connsiteY10" fmla="*/ 81778 h 643122"/>
                <a:gd name="connsiteX11" fmla="*/ 442726 w 488025"/>
                <a:gd name="connsiteY11" fmla="*/ 77439 h 643122"/>
                <a:gd name="connsiteX12" fmla="*/ 449457 w 488025"/>
                <a:gd name="connsiteY12" fmla="*/ 75925 h 643122"/>
                <a:gd name="connsiteX13" fmla="*/ 451645 w 488025"/>
                <a:gd name="connsiteY13" fmla="*/ 72224 h 643122"/>
                <a:gd name="connsiteX14" fmla="*/ 453159 w 488025"/>
                <a:gd name="connsiteY14" fmla="*/ 65496 h 643122"/>
                <a:gd name="connsiteX15" fmla="*/ 444476 w 488025"/>
                <a:gd name="connsiteY15" fmla="*/ 62233 h 643122"/>
                <a:gd name="connsiteX16" fmla="*/ 444476 w 488025"/>
                <a:gd name="connsiteY16" fmla="*/ 59340 h 643122"/>
                <a:gd name="connsiteX17" fmla="*/ 442726 w 488025"/>
                <a:gd name="connsiteY17" fmla="*/ 52377 h 643122"/>
                <a:gd name="connsiteX18" fmla="*/ 437510 w 488025"/>
                <a:gd name="connsiteY18" fmla="*/ 51502 h 643122"/>
                <a:gd name="connsiteX19" fmla="*/ 428524 w 488025"/>
                <a:gd name="connsiteY19" fmla="*/ 52949 h 643122"/>
                <a:gd name="connsiteX20" fmla="*/ 420682 w 488025"/>
                <a:gd name="connsiteY20" fmla="*/ 52377 h 643122"/>
                <a:gd name="connsiteX21" fmla="*/ 408230 w 488025"/>
                <a:gd name="connsiteY21" fmla="*/ 50358 h 643122"/>
                <a:gd name="connsiteX22" fmla="*/ 397225 w 488025"/>
                <a:gd name="connsiteY22" fmla="*/ 49484 h 643122"/>
                <a:gd name="connsiteX23" fmla="*/ 389114 w 488025"/>
                <a:gd name="connsiteY23" fmla="*/ 49181 h 643122"/>
                <a:gd name="connsiteX24" fmla="*/ 384201 w 488025"/>
                <a:gd name="connsiteY24" fmla="*/ 47163 h 643122"/>
                <a:gd name="connsiteX25" fmla="*/ 378412 w 488025"/>
                <a:gd name="connsiteY25" fmla="*/ 44842 h 643122"/>
                <a:gd name="connsiteX26" fmla="*/ 378412 w 488025"/>
                <a:gd name="connsiteY26" fmla="*/ 42823 h 643122"/>
                <a:gd name="connsiteX27" fmla="*/ 373633 w 488025"/>
                <a:gd name="connsiteY27" fmla="*/ 41377 h 643122"/>
                <a:gd name="connsiteX28" fmla="*/ 371446 w 488025"/>
                <a:gd name="connsiteY28" fmla="*/ 36163 h 643122"/>
                <a:gd name="connsiteX29" fmla="*/ 371446 w 488025"/>
                <a:gd name="connsiteY29" fmla="*/ 29199 h 643122"/>
                <a:gd name="connsiteX30" fmla="*/ 371446 w 488025"/>
                <a:gd name="connsiteY30" fmla="*/ 26609 h 643122"/>
                <a:gd name="connsiteX31" fmla="*/ 369258 w 488025"/>
                <a:gd name="connsiteY31" fmla="*/ 24019 h 643122"/>
                <a:gd name="connsiteX32" fmla="*/ 365623 w 488025"/>
                <a:gd name="connsiteY32" fmla="*/ 24893 h 643122"/>
                <a:gd name="connsiteX33" fmla="*/ 358657 w 488025"/>
                <a:gd name="connsiteY33" fmla="*/ 24019 h 643122"/>
                <a:gd name="connsiteX34" fmla="*/ 356066 w 488025"/>
                <a:gd name="connsiteY34" fmla="*/ 20251 h 643122"/>
                <a:gd name="connsiteX35" fmla="*/ 351421 w 488025"/>
                <a:gd name="connsiteY35" fmla="*/ 14162 h 643122"/>
                <a:gd name="connsiteX36" fmla="*/ 346508 w 488025"/>
                <a:gd name="connsiteY36" fmla="*/ 13860 h 643122"/>
                <a:gd name="connsiteX37" fmla="*/ 344758 w 488025"/>
                <a:gd name="connsiteY37" fmla="*/ 15609 h 643122"/>
                <a:gd name="connsiteX38" fmla="*/ 340887 w 488025"/>
                <a:gd name="connsiteY38" fmla="*/ 17930 h 643122"/>
                <a:gd name="connsiteX39" fmla="*/ 337219 w 488025"/>
                <a:gd name="connsiteY39" fmla="*/ 22269 h 643122"/>
                <a:gd name="connsiteX40" fmla="*/ 340113 w 488025"/>
                <a:gd name="connsiteY40" fmla="*/ 27181 h 643122"/>
                <a:gd name="connsiteX41" fmla="*/ 340113 w 488025"/>
                <a:gd name="connsiteY41" fmla="*/ 32698 h 643122"/>
                <a:gd name="connsiteX42" fmla="*/ 340113 w 488025"/>
                <a:gd name="connsiteY42" fmla="*/ 36768 h 643122"/>
                <a:gd name="connsiteX43" fmla="*/ 338094 w 488025"/>
                <a:gd name="connsiteY43" fmla="*/ 41410 h 643122"/>
                <a:gd name="connsiteX44" fmla="*/ 336950 w 488025"/>
                <a:gd name="connsiteY44" fmla="*/ 44606 h 643122"/>
                <a:gd name="connsiteX45" fmla="*/ 325945 w 488025"/>
                <a:gd name="connsiteY45" fmla="*/ 48071 h 643122"/>
                <a:gd name="connsiteX46" fmla="*/ 322748 w 488025"/>
                <a:gd name="connsiteY46" fmla="*/ 51267 h 643122"/>
                <a:gd name="connsiteX47" fmla="*/ 318406 w 488025"/>
                <a:gd name="connsiteY47" fmla="*/ 56178 h 643122"/>
                <a:gd name="connsiteX48" fmla="*/ 313190 w 488025"/>
                <a:gd name="connsiteY48" fmla="*/ 56178 h 643122"/>
                <a:gd name="connsiteX49" fmla="*/ 306526 w 488025"/>
                <a:gd name="connsiteY49" fmla="*/ 56178 h 643122"/>
                <a:gd name="connsiteX50" fmla="*/ 302454 w 488025"/>
                <a:gd name="connsiteY50" fmla="*/ 53151 h 643122"/>
                <a:gd name="connsiteX51" fmla="*/ 299862 w 488025"/>
                <a:gd name="connsiteY51" fmla="*/ 49517 h 643122"/>
                <a:gd name="connsiteX52" fmla="*/ 298415 w 488025"/>
                <a:gd name="connsiteY52" fmla="*/ 44875 h 643122"/>
                <a:gd name="connsiteX53" fmla="*/ 298415 w 488025"/>
                <a:gd name="connsiteY53" fmla="*/ 41410 h 643122"/>
                <a:gd name="connsiteX54" fmla="*/ 298987 w 488025"/>
                <a:gd name="connsiteY54" fmla="*/ 37071 h 643122"/>
                <a:gd name="connsiteX55" fmla="*/ 304204 w 488025"/>
                <a:gd name="connsiteY55" fmla="*/ 33606 h 643122"/>
                <a:gd name="connsiteX56" fmla="*/ 309420 w 488025"/>
                <a:gd name="connsiteY56" fmla="*/ 30713 h 643122"/>
                <a:gd name="connsiteX57" fmla="*/ 312617 w 488025"/>
                <a:gd name="connsiteY57" fmla="*/ 26945 h 643122"/>
                <a:gd name="connsiteX58" fmla="*/ 319281 w 488025"/>
                <a:gd name="connsiteY58" fmla="*/ 22303 h 643122"/>
                <a:gd name="connsiteX59" fmla="*/ 319281 w 488025"/>
                <a:gd name="connsiteY59" fmla="*/ 15340 h 643122"/>
                <a:gd name="connsiteX60" fmla="*/ 314805 w 488025"/>
                <a:gd name="connsiteY60" fmla="*/ 11572 h 643122"/>
                <a:gd name="connsiteX61" fmla="*/ 308848 w 488025"/>
                <a:gd name="connsiteY61" fmla="*/ 6661 h 643122"/>
                <a:gd name="connsiteX62" fmla="*/ 308848 w 488025"/>
                <a:gd name="connsiteY62" fmla="*/ 3465 h 643122"/>
                <a:gd name="connsiteX63" fmla="*/ 305516 w 488025"/>
                <a:gd name="connsiteY63" fmla="*/ 0 h 643122"/>
                <a:gd name="connsiteX64" fmla="*/ 296968 w 488025"/>
                <a:gd name="connsiteY64" fmla="*/ 875 h 643122"/>
                <a:gd name="connsiteX65" fmla="*/ 292896 w 488025"/>
                <a:gd name="connsiteY65" fmla="*/ 1177 h 643122"/>
                <a:gd name="connsiteX66" fmla="*/ 289429 w 488025"/>
                <a:gd name="connsiteY66" fmla="*/ 3498 h 643122"/>
                <a:gd name="connsiteX67" fmla="*/ 290574 w 488025"/>
                <a:gd name="connsiteY67" fmla="*/ 10731 h 643122"/>
                <a:gd name="connsiteX68" fmla="*/ 287679 w 488025"/>
                <a:gd name="connsiteY68" fmla="*/ 14196 h 643122"/>
                <a:gd name="connsiteX69" fmla="*/ 283607 w 488025"/>
                <a:gd name="connsiteY69" fmla="*/ 17661 h 643122"/>
                <a:gd name="connsiteX70" fmla="*/ 277819 w 488025"/>
                <a:gd name="connsiteY70" fmla="*/ 23447 h 643122"/>
                <a:gd name="connsiteX71" fmla="*/ 273746 w 488025"/>
                <a:gd name="connsiteY71" fmla="*/ 28661 h 643122"/>
                <a:gd name="connsiteX72" fmla="*/ 266780 w 488025"/>
                <a:gd name="connsiteY72" fmla="*/ 31857 h 643122"/>
                <a:gd name="connsiteX73" fmla="*/ 260991 w 488025"/>
                <a:gd name="connsiteY73" fmla="*/ 34481 h 643122"/>
                <a:gd name="connsiteX74" fmla="*/ 252308 w 488025"/>
                <a:gd name="connsiteY74" fmla="*/ 37071 h 643122"/>
                <a:gd name="connsiteX75" fmla="*/ 245645 w 488025"/>
                <a:gd name="connsiteY75" fmla="*/ 37071 h 643122"/>
                <a:gd name="connsiteX76" fmla="*/ 245409 w 488025"/>
                <a:gd name="connsiteY76" fmla="*/ 36196 h 643122"/>
                <a:gd name="connsiteX77" fmla="*/ 243592 w 488025"/>
                <a:gd name="connsiteY77" fmla="*/ 38652 h 643122"/>
                <a:gd name="connsiteX78" fmla="*/ 238476 w 488025"/>
                <a:gd name="connsiteY78" fmla="*/ 40670 h 643122"/>
                <a:gd name="connsiteX79" fmla="*/ 230736 w 488025"/>
                <a:gd name="connsiteY79" fmla="*/ 44068 h 643122"/>
                <a:gd name="connsiteX80" fmla="*/ 227101 w 488025"/>
                <a:gd name="connsiteY80" fmla="*/ 45716 h 643122"/>
                <a:gd name="connsiteX81" fmla="*/ 217543 w 488025"/>
                <a:gd name="connsiteY81" fmla="*/ 45716 h 643122"/>
                <a:gd name="connsiteX82" fmla="*/ 212764 w 488025"/>
                <a:gd name="connsiteY82" fmla="*/ 38316 h 643122"/>
                <a:gd name="connsiteX83" fmla="*/ 209937 w 488025"/>
                <a:gd name="connsiteY83" fmla="*/ 35591 h 643122"/>
                <a:gd name="connsiteX84" fmla="*/ 204721 w 488025"/>
                <a:gd name="connsiteY84" fmla="*/ 33539 h 643122"/>
                <a:gd name="connsiteX85" fmla="*/ 193211 w 488025"/>
                <a:gd name="connsiteY85" fmla="*/ 33539 h 643122"/>
                <a:gd name="connsiteX86" fmla="*/ 186918 w 488025"/>
                <a:gd name="connsiteY86" fmla="*/ 34851 h 643122"/>
                <a:gd name="connsiteX87" fmla="*/ 178975 w 488025"/>
                <a:gd name="connsiteY87" fmla="*/ 35288 h 643122"/>
                <a:gd name="connsiteX88" fmla="*/ 176687 w 488025"/>
                <a:gd name="connsiteY88" fmla="*/ 39627 h 643122"/>
                <a:gd name="connsiteX89" fmla="*/ 176687 w 488025"/>
                <a:gd name="connsiteY89" fmla="*/ 43092 h 643122"/>
                <a:gd name="connsiteX90" fmla="*/ 174061 w 488025"/>
                <a:gd name="connsiteY90" fmla="*/ 47869 h 643122"/>
                <a:gd name="connsiteX91" fmla="*/ 171235 w 488025"/>
                <a:gd name="connsiteY91" fmla="*/ 51771 h 643122"/>
                <a:gd name="connsiteX92" fmla="*/ 167533 w 488025"/>
                <a:gd name="connsiteY92" fmla="*/ 54160 h 643122"/>
                <a:gd name="connsiteX93" fmla="*/ 162956 w 488025"/>
                <a:gd name="connsiteY93" fmla="*/ 55472 h 643122"/>
                <a:gd name="connsiteX94" fmla="*/ 156426 w 488025"/>
                <a:gd name="connsiteY94" fmla="*/ 58096 h 643122"/>
                <a:gd name="connsiteX95" fmla="*/ 153398 w 488025"/>
                <a:gd name="connsiteY95" fmla="*/ 64184 h 643122"/>
                <a:gd name="connsiteX96" fmla="*/ 152321 w 488025"/>
                <a:gd name="connsiteY96" fmla="*/ 68524 h 643122"/>
                <a:gd name="connsiteX97" fmla="*/ 145792 w 488025"/>
                <a:gd name="connsiteY97" fmla="*/ 71989 h 643122"/>
                <a:gd name="connsiteX98" fmla="*/ 138388 w 488025"/>
                <a:gd name="connsiteY98" fmla="*/ 67010 h 643122"/>
                <a:gd name="connsiteX99" fmla="*/ 132936 w 488025"/>
                <a:gd name="connsiteY99" fmla="*/ 63545 h 643122"/>
                <a:gd name="connsiteX100" fmla="*/ 128157 w 488025"/>
                <a:gd name="connsiteY100" fmla="*/ 67683 h 643122"/>
                <a:gd name="connsiteX101" fmla="*/ 126205 w 488025"/>
                <a:gd name="connsiteY101" fmla="*/ 70946 h 643122"/>
                <a:gd name="connsiteX102" fmla="*/ 122065 w 488025"/>
                <a:gd name="connsiteY102" fmla="*/ 75084 h 643122"/>
                <a:gd name="connsiteX103" fmla="*/ 126407 w 488025"/>
                <a:gd name="connsiteY103" fmla="*/ 83023 h 643122"/>
                <a:gd name="connsiteX104" fmla="*/ 122065 w 488025"/>
                <a:gd name="connsiteY104" fmla="*/ 87463 h 643122"/>
                <a:gd name="connsiteX105" fmla="*/ 114897 w 488025"/>
                <a:gd name="connsiteY105" fmla="*/ 87463 h 643122"/>
                <a:gd name="connsiteX106" fmla="*/ 106214 w 488025"/>
                <a:gd name="connsiteY106" fmla="*/ 87463 h 643122"/>
                <a:gd name="connsiteX107" fmla="*/ 95781 w 488025"/>
                <a:gd name="connsiteY107" fmla="*/ 87463 h 643122"/>
                <a:gd name="connsiteX108" fmla="*/ 92752 w 488025"/>
                <a:gd name="connsiteY108" fmla="*/ 90289 h 643122"/>
                <a:gd name="connsiteX109" fmla="*/ 88848 w 488025"/>
                <a:gd name="connsiteY109" fmla="*/ 94628 h 643122"/>
                <a:gd name="connsiteX110" fmla="*/ 85382 w 488025"/>
                <a:gd name="connsiteY110" fmla="*/ 96142 h 643122"/>
                <a:gd name="connsiteX111" fmla="*/ 77574 w 488025"/>
                <a:gd name="connsiteY111" fmla="*/ 97891 h 643122"/>
                <a:gd name="connsiteX112" fmla="*/ 64516 w 488025"/>
                <a:gd name="connsiteY112" fmla="*/ 97891 h 643122"/>
                <a:gd name="connsiteX113" fmla="*/ 61049 w 488025"/>
                <a:gd name="connsiteY113" fmla="*/ 97891 h 643122"/>
                <a:gd name="connsiteX114" fmla="*/ 60174 w 488025"/>
                <a:gd name="connsiteY114" fmla="*/ 101794 h 643122"/>
                <a:gd name="connsiteX115" fmla="*/ 60174 w 488025"/>
                <a:gd name="connsiteY115" fmla="*/ 103980 h 643122"/>
                <a:gd name="connsiteX116" fmla="*/ 60174 w 488025"/>
                <a:gd name="connsiteY116" fmla="*/ 109194 h 643122"/>
                <a:gd name="connsiteX117" fmla="*/ 57987 w 488025"/>
                <a:gd name="connsiteY117" fmla="*/ 110506 h 643122"/>
                <a:gd name="connsiteX118" fmla="*/ 52568 w 488025"/>
                <a:gd name="connsiteY118" fmla="*/ 111583 h 643122"/>
                <a:gd name="connsiteX119" fmla="*/ 52434 w 488025"/>
                <a:gd name="connsiteY119" fmla="*/ 111650 h 643122"/>
                <a:gd name="connsiteX120" fmla="*/ 50179 w 488025"/>
                <a:gd name="connsiteY120" fmla="*/ 111583 h 643122"/>
                <a:gd name="connsiteX121" fmla="*/ 44087 w 488025"/>
                <a:gd name="connsiteY121" fmla="*/ 111650 h 643122"/>
                <a:gd name="connsiteX122" fmla="*/ 41261 w 488025"/>
                <a:gd name="connsiteY122" fmla="*/ 116158 h 643122"/>
                <a:gd name="connsiteX123" fmla="*/ 38871 w 488025"/>
                <a:gd name="connsiteY123" fmla="*/ 119421 h 643122"/>
                <a:gd name="connsiteX124" fmla="*/ 34092 w 488025"/>
                <a:gd name="connsiteY124" fmla="*/ 123760 h 643122"/>
                <a:gd name="connsiteX125" fmla="*/ 34092 w 488025"/>
                <a:gd name="connsiteY125" fmla="*/ 126586 h 643122"/>
                <a:gd name="connsiteX126" fmla="*/ 35842 w 488025"/>
                <a:gd name="connsiteY126" fmla="*/ 133314 h 643122"/>
                <a:gd name="connsiteX127" fmla="*/ 35842 w 488025"/>
                <a:gd name="connsiteY127" fmla="*/ 140479 h 643122"/>
                <a:gd name="connsiteX128" fmla="*/ 37592 w 488025"/>
                <a:gd name="connsiteY128" fmla="*/ 145929 h 643122"/>
                <a:gd name="connsiteX129" fmla="*/ 45198 w 488025"/>
                <a:gd name="connsiteY129" fmla="*/ 148317 h 643122"/>
                <a:gd name="connsiteX130" fmla="*/ 48900 w 488025"/>
                <a:gd name="connsiteY130" fmla="*/ 148317 h 643122"/>
                <a:gd name="connsiteX131" fmla="*/ 56708 w 488025"/>
                <a:gd name="connsiteY131" fmla="*/ 153969 h 643122"/>
                <a:gd name="connsiteX132" fmla="*/ 57819 w 488025"/>
                <a:gd name="connsiteY132" fmla="*/ 156357 h 643122"/>
                <a:gd name="connsiteX133" fmla="*/ 56069 w 488025"/>
                <a:gd name="connsiteY133" fmla="*/ 166348 h 643122"/>
                <a:gd name="connsiteX134" fmla="*/ 52165 w 488025"/>
                <a:gd name="connsiteY134" fmla="*/ 175262 h 643122"/>
                <a:gd name="connsiteX135" fmla="*/ 49775 w 488025"/>
                <a:gd name="connsiteY135" fmla="*/ 184379 h 643122"/>
                <a:gd name="connsiteX136" fmla="*/ 49775 w 488025"/>
                <a:gd name="connsiteY136" fmla="*/ 188281 h 643122"/>
                <a:gd name="connsiteX137" fmla="*/ 55194 w 488025"/>
                <a:gd name="connsiteY137" fmla="*/ 194807 h 643122"/>
                <a:gd name="connsiteX138" fmla="*/ 62160 w 488025"/>
                <a:gd name="connsiteY138" fmla="*/ 194841 h 643122"/>
                <a:gd name="connsiteX139" fmla="*/ 65189 w 488025"/>
                <a:gd name="connsiteY139" fmla="*/ 196994 h 643122"/>
                <a:gd name="connsiteX140" fmla="*/ 66064 w 488025"/>
                <a:gd name="connsiteY140" fmla="*/ 200694 h 643122"/>
                <a:gd name="connsiteX141" fmla="*/ 65425 w 488025"/>
                <a:gd name="connsiteY141" fmla="*/ 203284 h 643122"/>
                <a:gd name="connsiteX142" fmla="*/ 64112 w 488025"/>
                <a:gd name="connsiteY142" fmla="*/ 206312 h 643122"/>
                <a:gd name="connsiteX143" fmla="*/ 59771 w 488025"/>
                <a:gd name="connsiteY143" fmla="*/ 208498 h 643122"/>
                <a:gd name="connsiteX144" fmla="*/ 62800 w 488025"/>
                <a:gd name="connsiteY144" fmla="*/ 213511 h 643122"/>
                <a:gd name="connsiteX145" fmla="*/ 57348 w 488025"/>
                <a:gd name="connsiteY145" fmla="*/ 220474 h 643122"/>
                <a:gd name="connsiteX146" fmla="*/ 47352 w 488025"/>
                <a:gd name="connsiteY146" fmla="*/ 228077 h 643122"/>
                <a:gd name="connsiteX147" fmla="*/ 40184 w 488025"/>
                <a:gd name="connsiteY147" fmla="*/ 231777 h 643122"/>
                <a:gd name="connsiteX148" fmla="*/ 40823 w 488025"/>
                <a:gd name="connsiteY148" fmla="*/ 235242 h 643122"/>
                <a:gd name="connsiteX149" fmla="*/ 45400 w 488025"/>
                <a:gd name="connsiteY149" fmla="*/ 235242 h 643122"/>
                <a:gd name="connsiteX150" fmla="*/ 47790 w 488025"/>
                <a:gd name="connsiteY150" fmla="*/ 239380 h 643122"/>
                <a:gd name="connsiteX151" fmla="*/ 44962 w 488025"/>
                <a:gd name="connsiteY151" fmla="*/ 244796 h 643122"/>
                <a:gd name="connsiteX152" fmla="*/ 41934 w 488025"/>
                <a:gd name="connsiteY152" fmla="*/ 248260 h 643122"/>
                <a:gd name="connsiteX153" fmla="*/ 34126 w 488025"/>
                <a:gd name="connsiteY153" fmla="*/ 250447 h 643122"/>
                <a:gd name="connsiteX154" fmla="*/ 30861 w 488025"/>
                <a:gd name="connsiteY154" fmla="*/ 251961 h 643122"/>
                <a:gd name="connsiteX155" fmla="*/ 25847 w 488025"/>
                <a:gd name="connsiteY155" fmla="*/ 253037 h 643122"/>
                <a:gd name="connsiteX156" fmla="*/ 22145 w 488025"/>
                <a:gd name="connsiteY156" fmla="*/ 255426 h 643122"/>
                <a:gd name="connsiteX157" fmla="*/ 19755 w 488025"/>
                <a:gd name="connsiteY157" fmla="*/ 258487 h 643122"/>
                <a:gd name="connsiteX158" fmla="*/ 18443 w 488025"/>
                <a:gd name="connsiteY158" fmla="*/ 260875 h 643122"/>
                <a:gd name="connsiteX159" fmla="*/ 18443 w 488025"/>
                <a:gd name="connsiteY159" fmla="*/ 263903 h 643122"/>
                <a:gd name="connsiteX160" fmla="*/ 18443 w 488025"/>
                <a:gd name="connsiteY160" fmla="*/ 269117 h 643122"/>
                <a:gd name="connsiteX161" fmla="*/ 18443 w 488025"/>
                <a:gd name="connsiteY161" fmla="*/ 276081 h 643122"/>
                <a:gd name="connsiteX162" fmla="*/ 16928 w 488025"/>
                <a:gd name="connsiteY162" fmla="*/ 278032 h 643122"/>
                <a:gd name="connsiteX163" fmla="*/ 15616 w 488025"/>
                <a:gd name="connsiteY163" fmla="*/ 280218 h 643122"/>
                <a:gd name="connsiteX164" fmla="*/ 12149 w 488025"/>
                <a:gd name="connsiteY164" fmla="*/ 283279 h 643122"/>
                <a:gd name="connsiteX165" fmla="*/ 9760 w 488025"/>
                <a:gd name="connsiteY165" fmla="*/ 286542 h 643122"/>
                <a:gd name="connsiteX166" fmla="*/ 8683 w 488025"/>
                <a:gd name="connsiteY166" fmla="*/ 289133 h 643122"/>
                <a:gd name="connsiteX167" fmla="*/ 6731 w 488025"/>
                <a:gd name="connsiteY167" fmla="*/ 294549 h 643122"/>
                <a:gd name="connsiteX168" fmla="*/ 3264 w 488025"/>
                <a:gd name="connsiteY168" fmla="*/ 298014 h 643122"/>
                <a:gd name="connsiteX169" fmla="*/ 1750 w 488025"/>
                <a:gd name="connsiteY169" fmla="*/ 299527 h 643122"/>
                <a:gd name="connsiteX170" fmla="*/ 0 w 488025"/>
                <a:gd name="connsiteY170" fmla="*/ 302151 h 643122"/>
                <a:gd name="connsiteX171" fmla="*/ 2625 w 488025"/>
                <a:gd name="connsiteY171" fmla="*/ 305179 h 643122"/>
                <a:gd name="connsiteX172" fmla="*/ 3063 w 488025"/>
                <a:gd name="connsiteY172" fmla="*/ 311032 h 643122"/>
                <a:gd name="connsiteX173" fmla="*/ 3938 w 488025"/>
                <a:gd name="connsiteY173" fmla="*/ 316684 h 643122"/>
                <a:gd name="connsiteX174" fmla="*/ 4577 w 488025"/>
                <a:gd name="connsiteY174" fmla="*/ 317995 h 643122"/>
                <a:gd name="connsiteX175" fmla="*/ 4577 w 488025"/>
                <a:gd name="connsiteY175" fmla="*/ 322133 h 643122"/>
                <a:gd name="connsiteX176" fmla="*/ 7168 w 488025"/>
                <a:gd name="connsiteY176" fmla="*/ 322133 h 643122"/>
                <a:gd name="connsiteX177" fmla="*/ 10669 w 488025"/>
                <a:gd name="connsiteY177" fmla="*/ 324320 h 643122"/>
                <a:gd name="connsiteX178" fmla="*/ 15683 w 488025"/>
                <a:gd name="connsiteY178" fmla="*/ 325632 h 643122"/>
                <a:gd name="connsiteX179" fmla="*/ 19385 w 488025"/>
                <a:gd name="connsiteY179" fmla="*/ 325632 h 643122"/>
                <a:gd name="connsiteX180" fmla="*/ 24837 w 488025"/>
                <a:gd name="connsiteY180" fmla="*/ 321292 h 643122"/>
                <a:gd name="connsiteX181" fmla="*/ 30929 w 488025"/>
                <a:gd name="connsiteY181" fmla="*/ 320418 h 643122"/>
                <a:gd name="connsiteX182" fmla="*/ 34832 w 488025"/>
                <a:gd name="connsiteY182" fmla="*/ 320619 h 643122"/>
                <a:gd name="connsiteX183" fmla="*/ 34597 w 488025"/>
                <a:gd name="connsiteY183" fmla="*/ 322571 h 643122"/>
                <a:gd name="connsiteX184" fmla="*/ 34159 w 488025"/>
                <a:gd name="connsiteY184" fmla="*/ 327347 h 643122"/>
                <a:gd name="connsiteX185" fmla="*/ 33083 w 488025"/>
                <a:gd name="connsiteY185" fmla="*/ 331485 h 643122"/>
                <a:gd name="connsiteX186" fmla="*/ 31770 w 488025"/>
                <a:gd name="connsiteY186" fmla="*/ 335623 h 643122"/>
                <a:gd name="connsiteX187" fmla="*/ 28741 w 488025"/>
                <a:gd name="connsiteY187" fmla="*/ 338246 h 643122"/>
                <a:gd name="connsiteX188" fmla="*/ 26116 w 488025"/>
                <a:gd name="connsiteY188" fmla="*/ 341711 h 643122"/>
                <a:gd name="connsiteX189" fmla="*/ 24164 w 488025"/>
                <a:gd name="connsiteY189" fmla="*/ 344537 h 643122"/>
                <a:gd name="connsiteX190" fmla="*/ 23727 w 488025"/>
                <a:gd name="connsiteY190" fmla="*/ 349751 h 643122"/>
                <a:gd name="connsiteX191" fmla="*/ 25477 w 488025"/>
                <a:gd name="connsiteY191" fmla="*/ 354965 h 643122"/>
                <a:gd name="connsiteX192" fmla="*/ 30255 w 488025"/>
                <a:gd name="connsiteY192" fmla="*/ 360180 h 643122"/>
                <a:gd name="connsiteX193" fmla="*/ 39174 w 488025"/>
                <a:gd name="connsiteY193" fmla="*/ 364755 h 643122"/>
                <a:gd name="connsiteX194" fmla="*/ 40688 w 488025"/>
                <a:gd name="connsiteY194" fmla="*/ 368892 h 643122"/>
                <a:gd name="connsiteX195" fmla="*/ 36347 w 488025"/>
                <a:gd name="connsiteY195" fmla="*/ 374308 h 643122"/>
                <a:gd name="connsiteX196" fmla="*/ 35472 w 488025"/>
                <a:gd name="connsiteY196" fmla="*/ 378009 h 643122"/>
                <a:gd name="connsiteX197" fmla="*/ 35236 w 488025"/>
                <a:gd name="connsiteY197" fmla="*/ 384535 h 643122"/>
                <a:gd name="connsiteX198" fmla="*/ 33049 w 488025"/>
                <a:gd name="connsiteY198" fmla="*/ 388437 h 643122"/>
                <a:gd name="connsiteX199" fmla="*/ 31972 w 488025"/>
                <a:gd name="connsiteY199" fmla="*/ 389749 h 643122"/>
                <a:gd name="connsiteX200" fmla="*/ 31333 w 488025"/>
                <a:gd name="connsiteY200" fmla="*/ 393449 h 643122"/>
                <a:gd name="connsiteX201" fmla="*/ 32208 w 488025"/>
                <a:gd name="connsiteY201" fmla="*/ 397587 h 643122"/>
                <a:gd name="connsiteX202" fmla="*/ 32409 w 488025"/>
                <a:gd name="connsiteY202" fmla="*/ 402599 h 643122"/>
                <a:gd name="connsiteX203" fmla="*/ 34799 w 488025"/>
                <a:gd name="connsiteY203" fmla="*/ 404416 h 643122"/>
                <a:gd name="connsiteX204" fmla="*/ 46612 w 488025"/>
                <a:gd name="connsiteY204" fmla="*/ 405660 h 643122"/>
                <a:gd name="connsiteX205" fmla="*/ 52400 w 488025"/>
                <a:gd name="connsiteY205" fmla="*/ 405660 h 643122"/>
                <a:gd name="connsiteX206" fmla="*/ 58492 w 488025"/>
                <a:gd name="connsiteY206" fmla="*/ 414070 h 643122"/>
                <a:gd name="connsiteX207" fmla="*/ 60242 w 488025"/>
                <a:gd name="connsiteY207" fmla="*/ 417535 h 643122"/>
                <a:gd name="connsiteX208" fmla="*/ 60545 w 488025"/>
                <a:gd name="connsiteY208" fmla="*/ 424196 h 643122"/>
                <a:gd name="connsiteX209" fmla="*/ 57650 w 488025"/>
                <a:gd name="connsiteY209" fmla="*/ 429107 h 643122"/>
                <a:gd name="connsiteX210" fmla="*/ 55900 w 488025"/>
                <a:gd name="connsiteY210" fmla="*/ 432875 h 643122"/>
                <a:gd name="connsiteX211" fmla="*/ 54150 w 488025"/>
                <a:gd name="connsiteY211" fmla="*/ 438964 h 643122"/>
                <a:gd name="connsiteX212" fmla="*/ 53578 w 488025"/>
                <a:gd name="connsiteY212" fmla="*/ 445624 h 643122"/>
                <a:gd name="connsiteX213" fmla="*/ 49237 w 488025"/>
                <a:gd name="connsiteY213" fmla="*/ 448820 h 643122"/>
                <a:gd name="connsiteX214" fmla="*/ 47217 w 488025"/>
                <a:gd name="connsiteY214" fmla="*/ 452016 h 643122"/>
                <a:gd name="connsiteX215" fmla="*/ 46342 w 488025"/>
                <a:gd name="connsiteY215" fmla="*/ 456591 h 643122"/>
                <a:gd name="connsiteX216" fmla="*/ 46915 w 488025"/>
                <a:gd name="connsiteY216" fmla="*/ 459551 h 643122"/>
                <a:gd name="connsiteX217" fmla="*/ 50684 w 488025"/>
                <a:gd name="connsiteY217" fmla="*/ 459551 h 643122"/>
                <a:gd name="connsiteX218" fmla="*/ 56472 w 488025"/>
                <a:gd name="connsiteY218" fmla="*/ 456725 h 643122"/>
                <a:gd name="connsiteX219" fmla="*/ 64886 w 488025"/>
                <a:gd name="connsiteY219" fmla="*/ 453160 h 643122"/>
                <a:gd name="connsiteX220" fmla="*/ 69228 w 488025"/>
                <a:gd name="connsiteY220" fmla="*/ 452285 h 643122"/>
                <a:gd name="connsiteX221" fmla="*/ 72997 w 488025"/>
                <a:gd name="connsiteY221" fmla="*/ 452588 h 643122"/>
                <a:gd name="connsiteX222" fmla="*/ 75891 w 488025"/>
                <a:gd name="connsiteY222" fmla="*/ 456725 h 643122"/>
                <a:gd name="connsiteX223" fmla="*/ 74747 w 488025"/>
                <a:gd name="connsiteY223" fmla="*/ 459551 h 643122"/>
                <a:gd name="connsiteX224" fmla="*/ 71852 w 488025"/>
                <a:gd name="connsiteY224" fmla="*/ 463016 h 643122"/>
                <a:gd name="connsiteX225" fmla="*/ 66636 w 488025"/>
                <a:gd name="connsiteY225" fmla="*/ 465640 h 643122"/>
                <a:gd name="connsiteX226" fmla="*/ 61117 w 488025"/>
                <a:gd name="connsiteY226" fmla="*/ 467658 h 643122"/>
                <a:gd name="connsiteX227" fmla="*/ 54150 w 488025"/>
                <a:gd name="connsiteY227" fmla="*/ 471123 h 643122"/>
                <a:gd name="connsiteX228" fmla="*/ 52131 w 488025"/>
                <a:gd name="connsiteY228" fmla="*/ 476337 h 643122"/>
                <a:gd name="connsiteX229" fmla="*/ 52400 w 488025"/>
                <a:gd name="connsiteY229" fmla="*/ 483570 h 643122"/>
                <a:gd name="connsiteX230" fmla="*/ 52972 w 488025"/>
                <a:gd name="connsiteY230" fmla="*/ 487909 h 643122"/>
                <a:gd name="connsiteX231" fmla="*/ 51391 w 488025"/>
                <a:gd name="connsiteY231" fmla="*/ 491105 h 643122"/>
                <a:gd name="connsiteX232" fmla="*/ 48059 w 488025"/>
                <a:gd name="connsiteY232" fmla="*/ 497766 h 643122"/>
                <a:gd name="connsiteX233" fmla="*/ 48059 w 488025"/>
                <a:gd name="connsiteY233" fmla="*/ 500356 h 643122"/>
                <a:gd name="connsiteX234" fmla="*/ 45736 w 488025"/>
                <a:gd name="connsiteY234" fmla="*/ 504998 h 643122"/>
                <a:gd name="connsiteX235" fmla="*/ 45165 w 488025"/>
                <a:gd name="connsiteY235" fmla="*/ 510515 h 643122"/>
                <a:gd name="connsiteX236" fmla="*/ 44862 w 488025"/>
                <a:gd name="connsiteY236" fmla="*/ 513711 h 643122"/>
                <a:gd name="connsiteX237" fmla="*/ 45434 w 488025"/>
                <a:gd name="connsiteY237" fmla="*/ 519800 h 643122"/>
                <a:gd name="connsiteX238" fmla="*/ 48631 w 488025"/>
                <a:gd name="connsiteY238" fmla="*/ 521818 h 643122"/>
                <a:gd name="connsiteX239" fmla="*/ 49775 w 488025"/>
                <a:gd name="connsiteY239" fmla="*/ 524711 h 643122"/>
                <a:gd name="connsiteX240" fmla="*/ 48631 w 488025"/>
                <a:gd name="connsiteY240" fmla="*/ 529622 h 643122"/>
                <a:gd name="connsiteX241" fmla="*/ 47487 w 488025"/>
                <a:gd name="connsiteY241" fmla="*/ 533390 h 643122"/>
                <a:gd name="connsiteX242" fmla="*/ 48934 w 488025"/>
                <a:gd name="connsiteY242" fmla="*/ 536586 h 643122"/>
                <a:gd name="connsiteX243" fmla="*/ 47924 w 488025"/>
                <a:gd name="connsiteY243" fmla="*/ 541228 h 643122"/>
                <a:gd name="connsiteX244" fmla="*/ 52838 w 488025"/>
                <a:gd name="connsiteY244" fmla="*/ 541531 h 643122"/>
                <a:gd name="connsiteX245" fmla="*/ 59501 w 488025"/>
                <a:gd name="connsiteY245" fmla="*/ 546005 h 643122"/>
                <a:gd name="connsiteX246" fmla="*/ 60948 w 488025"/>
                <a:gd name="connsiteY246" fmla="*/ 553103 h 643122"/>
                <a:gd name="connsiteX247" fmla="*/ 59939 w 488025"/>
                <a:gd name="connsiteY247" fmla="*/ 553977 h 643122"/>
                <a:gd name="connsiteX248" fmla="*/ 61958 w 488025"/>
                <a:gd name="connsiteY248" fmla="*/ 558048 h 643122"/>
                <a:gd name="connsiteX249" fmla="*/ 67175 w 488025"/>
                <a:gd name="connsiteY249" fmla="*/ 558182 h 643122"/>
                <a:gd name="connsiteX250" fmla="*/ 72391 w 488025"/>
                <a:gd name="connsiteY250" fmla="*/ 551959 h 643122"/>
                <a:gd name="connsiteX251" fmla="*/ 75588 w 488025"/>
                <a:gd name="connsiteY251" fmla="*/ 548629 h 643122"/>
                <a:gd name="connsiteX252" fmla="*/ 78483 w 488025"/>
                <a:gd name="connsiteY252" fmla="*/ 546610 h 643122"/>
                <a:gd name="connsiteX253" fmla="*/ 82117 w 488025"/>
                <a:gd name="connsiteY253" fmla="*/ 547788 h 643122"/>
                <a:gd name="connsiteX254" fmla="*/ 87906 w 488025"/>
                <a:gd name="connsiteY254" fmla="*/ 553002 h 643122"/>
                <a:gd name="connsiteX255" fmla="*/ 89925 w 488025"/>
                <a:gd name="connsiteY255" fmla="*/ 554146 h 643122"/>
                <a:gd name="connsiteX256" fmla="*/ 94132 w 488025"/>
                <a:gd name="connsiteY256" fmla="*/ 552834 h 643122"/>
                <a:gd name="connsiteX257" fmla="*/ 98204 w 488025"/>
                <a:gd name="connsiteY257" fmla="*/ 549369 h 643122"/>
                <a:gd name="connsiteX258" fmla="*/ 102983 w 488025"/>
                <a:gd name="connsiteY258" fmla="*/ 546476 h 643122"/>
                <a:gd name="connsiteX259" fmla="*/ 105743 w 488025"/>
                <a:gd name="connsiteY259" fmla="*/ 543280 h 643122"/>
                <a:gd name="connsiteX260" fmla="*/ 108200 w 488025"/>
                <a:gd name="connsiteY260" fmla="*/ 541699 h 643122"/>
                <a:gd name="connsiteX261" fmla="*/ 109781 w 488025"/>
                <a:gd name="connsiteY261" fmla="*/ 541127 h 643122"/>
                <a:gd name="connsiteX262" fmla="*/ 113988 w 488025"/>
                <a:gd name="connsiteY262" fmla="*/ 544895 h 643122"/>
                <a:gd name="connsiteX263" fmla="*/ 117455 w 488025"/>
                <a:gd name="connsiteY263" fmla="*/ 546476 h 643122"/>
                <a:gd name="connsiteX264" fmla="*/ 121359 w 488025"/>
                <a:gd name="connsiteY264" fmla="*/ 550546 h 643122"/>
                <a:gd name="connsiteX265" fmla="*/ 124118 w 488025"/>
                <a:gd name="connsiteY265" fmla="*/ 552867 h 643122"/>
                <a:gd name="connsiteX266" fmla="*/ 126137 w 488025"/>
                <a:gd name="connsiteY266" fmla="*/ 555626 h 643122"/>
                <a:gd name="connsiteX267" fmla="*/ 128460 w 488025"/>
                <a:gd name="connsiteY267" fmla="*/ 559259 h 643122"/>
                <a:gd name="connsiteX268" fmla="*/ 129032 w 488025"/>
                <a:gd name="connsiteY268" fmla="*/ 563161 h 643122"/>
                <a:gd name="connsiteX269" fmla="*/ 128325 w 488025"/>
                <a:gd name="connsiteY269" fmla="*/ 565348 h 643122"/>
                <a:gd name="connsiteX270" fmla="*/ 128762 w 488025"/>
                <a:gd name="connsiteY270" fmla="*/ 567669 h 643122"/>
                <a:gd name="connsiteX271" fmla="*/ 130075 w 488025"/>
                <a:gd name="connsiteY271" fmla="*/ 570696 h 643122"/>
                <a:gd name="connsiteX272" fmla="*/ 130647 w 488025"/>
                <a:gd name="connsiteY272" fmla="*/ 573455 h 643122"/>
                <a:gd name="connsiteX273" fmla="*/ 129772 w 488025"/>
                <a:gd name="connsiteY273" fmla="*/ 574767 h 643122"/>
                <a:gd name="connsiteX274" fmla="*/ 125431 w 488025"/>
                <a:gd name="connsiteY274" fmla="*/ 577223 h 643122"/>
                <a:gd name="connsiteX275" fmla="*/ 123815 w 488025"/>
                <a:gd name="connsiteY275" fmla="*/ 578972 h 643122"/>
                <a:gd name="connsiteX276" fmla="*/ 116411 w 488025"/>
                <a:gd name="connsiteY276" fmla="*/ 581865 h 643122"/>
                <a:gd name="connsiteX277" fmla="*/ 114661 w 488025"/>
                <a:gd name="connsiteY277" fmla="*/ 582302 h 643122"/>
                <a:gd name="connsiteX278" fmla="*/ 111195 w 488025"/>
                <a:gd name="connsiteY278" fmla="*/ 584758 h 643122"/>
                <a:gd name="connsiteX279" fmla="*/ 107291 w 488025"/>
                <a:gd name="connsiteY279" fmla="*/ 588828 h 643122"/>
                <a:gd name="connsiteX280" fmla="*/ 105137 w 488025"/>
                <a:gd name="connsiteY280" fmla="*/ 591418 h 643122"/>
                <a:gd name="connsiteX281" fmla="*/ 100493 w 488025"/>
                <a:gd name="connsiteY281" fmla="*/ 595186 h 643122"/>
                <a:gd name="connsiteX282" fmla="*/ 99617 w 488025"/>
                <a:gd name="connsiteY282" fmla="*/ 598516 h 643122"/>
                <a:gd name="connsiteX283" fmla="*/ 99180 w 488025"/>
                <a:gd name="connsiteY283" fmla="*/ 601847 h 643122"/>
                <a:gd name="connsiteX284" fmla="*/ 99315 w 488025"/>
                <a:gd name="connsiteY284" fmla="*/ 603428 h 643122"/>
                <a:gd name="connsiteX285" fmla="*/ 96858 w 488025"/>
                <a:gd name="connsiteY285" fmla="*/ 612275 h 643122"/>
                <a:gd name="connsiteX286" fmla="*/ 92954 w 488025"/>
                <a:gd name="connsiteY286" fmla="*/ 616783 h 643122"/>
                <a:gd name="connsiteX287" fmla="*/ 90935 w 488025"/>
                <a:gd name="connsiteY287" fmla="*/ 619373 h 643122"/>
                <a:gd name="connsiteX288" fmla="*/ 87468 w 488025"/>
                <a:gd name="connsiteY288" fmla="*/ 622569 h 643122"/>
                <a:gd name="connsiteX289" fmla="*/ 83396 w 488025"/>
                <a:gd name="connsiteY289" fmla="*/ 624015 h 643122"/>
                <a:gd name="connsiteX290" fmla="*/ 80064 w 488025"/>
                <a:gd name="connsiteY290" fmla="*/ 625327 h 643122"/>
                <a:gd name="connsiteX291" fmla="*/ 77473 w 488025"/>
                <a:gd name="connsiteY291" fmla="*/ 628220 h 643122"/>
                <a:gd name="connsiteX292" fmla="*/ 79189 w 488025"/>
                <a:gd name="connsiteY292" fmla="*/ 631853 h 643122"/>
                <a:gd name="connsiteX293" fmla="*/ 83093 w 488025"/>
                <a:gd name="connsiteY293" fmla="*/ 633872 h 643122"/>
                <a:gd name="connsiteX294" fmla="*/ 88882 w 488025"/>
                <a:gd name="connsiteY294" fmla="*/ 636899 h 643122"/>
                <a:gd name="connsiteX295" fmla="*/ 90632 w 488025"/>
                <a:gd name="connsiteY295" fmla="*/ 637908 h 643122"/>
                <a:gd name="connsiteX296" fmla="*/ 93526 w 488025"/>
                <a:gd name="connsiteY296" fmla="*/ 639052 h 643122"/>
                <a:gd name="connsiteX297" fmla="*/ 100762 w 488025"/>
                <a:gd name="connsiteY297" fmla="*/ 643123 h 643122"/>
                <a:gd name="connsiteX298" fmla="*/ 106113 w 488025"/>
                <a:gd name="connsiteY298" fmla="*/ 642820 h 643122"/>
                <a:gd name="connsiteX299" fmla="*/ 111464 w 488025"/>
                <a:gd name="connsiteY299" fmla="*/ 641945 h 643122"/>
                <a:gd name="connsiteX300" fmla="*/ 119575 w 488025"/>
                <a:gd name="connsiteY300" fmla="*/ 641071 h 643122"/>
                <a:gd name="connsiteX301" fmla="*/ 122907 w 488025"/>
                <a:gd name="connsiteY301" fmla="*/ 639759 h 643122"/>
                <a:gd name="connsiteX302" fmla="*/ 125229 w 488025"/>
                <a:gd name="connsiteY302" fmla="*/ 638447 h 643122"/>
                <a:gd name="connsiteX303" fmla="*/ 127686 w 488025"/>
                <a:gd name="connsiteY303" fmla="*/ 636260 h 643122"/>
                <a:gd name="connsiteX304" fmla="*/ 131589 w 488025"/>
                <a:gd name="connsiteY304" fmla="*/ 637269 h 643122"/>
                <a:gd name="connsiteX305" fmla="*/ 134618 w 488025"/>
                <a:gd name="connsiteY305" fmla="*/ 637404 h 643122"/>
                <a:gd name="connsiteX306" fmla="*/ 137378 w 488025"/>
                <a:gd name="connsiteY306" fmla="*/ 635385 h 643122"/>
                <a:gd name="connsiteX307" fmla="*/ 138960 w 488025"/>
                <a:gd name="connsiteY307" fmla="*/ 634073 h 643122"/>
                <a:gd name="connsiteX308" fmla="*/ 140979 w 488025"/>
                <a:gd name="connsiteY308" fmla="*/ 633636 h 643122"/>
                <a:gd name="connsiteX309" fmla="*/ 144883 w 488025"/>
                <a:gd name="connsiteY309" fmla="*/ 634343 h 643122"/>
                <a:gd name="connsiteX310" fmla="*/ 146902 w 488025"/>
                <a:gd name="connsiteY310" fmla="*/ 635655 h 643122"/>
                <a:gd name="connsiteX311" fmla="*/ 151109 w 488025"/>
                <a:gd name="connsiteY311" fmla="*/ 635520 h 643122"/>
                <a:gd name="connsiteX312" fmla="*/ 153499 w 488025"/>
                <a:gd name="connsiteY312" fmla="*/ 633064 h 643122"/>
                <a:gd name="connsiteX313" fmla="*/ 154003 w 488025"/>
                <a:gd name="connsiteY313" fmla="*/ 630171 h 643122"/>
                <a:gd name="connsiteX314" fmla="*/ 154003 w 488025"/>
                <a:gd name="connsiteY314" fmla="*/ 627278 h 643122"/>
                <a:gd name="connsiteX315" fmla="*/ 155451 w 488025"/>
                <a:gd name="connsiteY315" fmla="*/ 625966 h 643122"/>
                <a:gd name="connsiteX316" fmla="*/ 158210 w 488025"/>
                <a:gd name="connsiteY316" fmla="*/ 623645 h 643122"/>
                <a:gd name="connsiteX317" fmla="*/ 162855 w 488025"/>
                <a:gd name="connsiteY317" fmla="*/ 622905 h 643122"/>
                <a:gd name="connsiteX318" fmla="*/ 165311 w 488025"/>
                <a:gd name="connsiteY318" fmla="*/ 622905 h 643122"/>
                <a:gd name="connsiteX319" fmla="*/ 167330 w 488025"/>
                <a:gd name="connsiteY319" fmla="*/ 620584 h 643122"/>
                <a:gd name="connsiteX320" fmla="*/ 171369 w 488025"/>
                <a:gd name="connsiteY320" fmla="*/ 619407 h 643122"/>
                <a:gd name="connsiteX321" fmla="*/ 173557 w 488025"/>
                <a:gd name="connsiteY321" fmla="*/ 619104 h 643122"/>
                <a:gd name="connsiteX322" fmla="*/ 178639 w 488025"/>
                <a:gd name="connsiteY322" fmla="*/ 618801 h 643122"/>
                <a:gd name="connsiteX323" fmla="*/ 182408 w 488025"/>
                <a:gd name="connsiteY323" fmla="*/ 618936 h 643122"/>
                <a:gd name="connsiteX324" fmla="*/ 185908 w 488025"/>
                <a:gd name="connsiteY324" fmla="*/ 618801 h 643122"/>
                <a:gd name="connsiteX325" fmla="*/ 190384 w 488025"/>
                <a:gd name="connsiteY325" fmla="*/ 616783 h 643122"/>
                <a:gd name="connsiteX326" fmla="*/ 192706 w 488025"/>
                <a:gd name="connsiteY326" fmla="*/ 614461 h 643122"/>
                <a:gd name="connsiteX327" fmla="*/ 198798 w 488025"/>
                <a:gd name="connsiteY327" fmla="*/ 611770 h 643122"/>
                <a:gd name="connsiteX328" fmla="*/ 200110 w 488025"/>
                <a:gd name="connsiteY328" fmla="*/ 610694 h 643122"/>
                <a:gd name="connsiteX329" fmla="*/ 205327 w 488025"/>
                <a:gd name="connsiteY329" fmla="*/ 610694 h 643122"/>
                <a:gd name="connsiteX330" fmla="*/ 210106 w 488025"/>
                <a:gd name="connsiteY330" fmla="*/ 614596 h 643122"/>
                <a:gd name="connsiteX331" fmla="*/ 216197 w 488025"/>
                <a:gd name="connsiteY331" fmla="*/ 619945 h 643122"/>
                <a:gd name="connsiteX332" fmla="*/ 222154 w 488025"/>
                <a:gd name="connsiteY332" fmla="*/ 626336 h 643122"/>
                <a:gd name="connsiteX333" fmla="*/ 225048 w 488025"/>
                <a:gd name="connsiteY333" fmla="*/ 629095 h 643122"/>
                <a:gd name="connsiteX334" fmla="*/ 228683 w 488025"/>
                <a:gd name="connsiteY334" fmla="*/ 631281 h 643122"/>
                <a:gd name="connsiteX335" fmla="*/ 232015 w 488025"/>
                <a:gd name="connsiteY335" fmla="*/ 632291 h 643122"/>
                <a:gd name="connsiteX336" fmla="*/ 236928 w 488025"/>
                <a:gd name="connsiteY336" fmla="*/ 634309 h 643122"/>
                <a:gd name="connsiteX337" fmla="*/ 240698 w 488025"/>
                <a:gd name="connsiteY337" fmla="*/ 635184 h 643122"/>
                <a:gd name="connsiteX338" fmla="*/ 243592 w 488025"/>
                <a:gd name="connsiteY338" fmla="*/ 633737 h 643122"/>
                <a:gd name="connsiteX339" fmla="*/ 245174 w 488025"/>
                <a:gd name="connsiteY339" fmla="*/ 629397 h 643122"/>
                <a:gd name="connsiteX340" fmla="*/ 245477 w 488025"/>
                <a:gd name="connsiteY340" fmla="*/ 626370 h 643122"/>
                <a:gd name="connsiteX341" fmla="*/ 245039 w 488025"/>
                <a:gd name="connsiteY341" fmla="*/ 621156 h 643122"/>
                <a:gd name="connsiteX342" fmla="*/ 240260 w 488025"/>
                <a:gd name="connsiteY342" fmla="*/ 615942 h 643122"/>
                <a:gd name="connsiteX343" fmla="*/ 238510 w 488025"/>
                <a:gd name="connsiteY343" fmla="*/ 613318 h 643122"/>
                <a:gd name="connsiteX344" fmla="*/ 235448 w 488025"/>
                <a:gd name="connsiteY344" fmla="*/ 609416 h 643122"/>
                <a:gd name="connsiteX345" fmla="*/ 236895 w 488025"/>
                <a:gd name="connsiteY345" fmla="*/ 604067 h 643122"/>
                <a:gd name="connsiteX346" fmla="*/ 239217 w 488025"/>
                <a:gd name="connsiteY346" fmla="*/ 601039 h 643122"/>
                <a:gd name="connsiteX347" fmla="*/ 243121 w 488025"/>
                <a:gd name="connsiteY347" fmla="*/ 598584 h 643122"/>
                <a:gd name="connsiteX348" fmla="*/ 244433 w 488025"/>
                <a:gd name="connsiteY348" fmla="*/ 596397 h 643122"/>
                <a:gd name="connsiteX349" fmla="*/ 247631 w 488025"/>
                <a:gd name="connsiteY349" fmla="*/ 594211 h 643122"/>
                <a:gd name="connsiteX350" fmla="*/ 249515 w 488025"/>
                <a:gd name="connsiteY350" fmla="*/ 591889 h 643122"/>
                <a:gd name="connsiteX351" fmla="*/ 253352 w 488025"/>
                <a:gd name="connsiteY351" fmla="*/ 589198 h 643122"/>
                <a:gd name="connsiteX352" fmla="*/ 251400 w 488025"/>
                <a:gd name="connsiteY352" fmla="*/ 579005 h 643122"/>
                <a:gd name="connsiteX353" fmla="*/ 251400 w 488025"/>
                <a:gd name="connsiteY353" fmla="*/ 571605 h 643122"/>
                <a:gd name="connsiteX354" fmla="*/ 244433 w 488025"/>
                <a:gd name="connsiteY354" fmla="*/ 565314 h 643122"/>
                <a:gd name="connsiteX355" fmla="*/ 244433 w 488025"/>
                <a:gd name="connsiteY355" fmla="*/ 557711 h 643122"/>
                <a:gd name="connsiteX356" fmla="*/ 255068 w 488025"/>
                <a:gd name="connsiteY356" fmla="*/ 550109 h 643122"/>
                <a:gd name="connsiteX357" fmla="*/ 258333 w 488025"/>
                <a:gd name="connsiteY357" fmla="*/ 542506 h 643122"/>
                <a:gd name="connsiteX358" fmla="*/ 261362 w 488025"/>
                <a:gd name="connsiteY358" fmla="*/ 530564 h 643122"/>
                <a:gd name="connsiteX359" fmla="*/ 262472 w 488025"/>
                <a:gd name="connsiteY359" fmla="*/ 519934 h 643122"/>
                <a:gd name="connsiteX360" fmla="*/ 264626 w 488025"/>
                <a:gd name="connsiteY360" fmla="*/ 514081 h 643122"/>
                <a:gd name="connsiteX361" fmla="*/ 262876 w 488025"/>
                <a:gd name="connsiteY361" fmla="*/ 508631 h 643122"/>
                <a:gd name="connsiteX362" fmla="*/ 262674 w 488025"/>
                <a:gd name="connsiteY362" fmla="*/ 502105 h 643122"/>
                <a:gd name="connsiteX363" fmla="*/ 268328 w 488025"/>
                <a:gd name="connsiteY363" fmla="*/ 498842 h 643122"/>
                <a:gd name="connsiteX364" fmla="*/ 271794 w 488025"/>
                <a:gd name="connsiteY364" fmla="*/ 489726 h 643122"/>
                <a:gd name="connsiteX365" fmla="*/ 270482 w 488025"/>
                <a:gd name="connsiteY365" fmla="*/ 484512 h 643122"/>
                <a:gd name="connsiteX366" fmla="*/ 272636 w 488025"/>
                <a:gd name="connsiteY366" fmla="*/ 479499 h 643122"/>
                <a:gd name="connsiteX367" fmla="*/ 276775 w 488025"/>
                <a:gd name="connsiteY367" fmla="*/ 476472 h 643122"/>
                <a:gd name="connsiteX368" fmla="*/ 280477 w 488025"/>
                <a:gd name="connsiteY368" fmla="*/ 475597 h 643122"/>
                <a:gd name="connsiteX369" fmla="*/ 287208 w 488025"/>
                <a:gd name="connsiteY369" fmla="*/ 471258 h 643122"/>
                <a:gd name="connsiteX370" fmla="*/ 291785 w 488025"/>
                <a:gd name="connsiteY370" fmla="*/ 467995 h 643122"/>
                <a:gd name="connsiteX371" fmla="*/ 294612 w 488025"/>
                <a:gd name="connsiteY371" fmla="*/ 462579 h 643122"/>
                <a:gd name="connsiteX372" fmla="*/ 297439 w 488025"/>
                <a:gd name="connsiteY372" fmla="*/ 457163 h 643122"/>
                <a:gd name="connsiteX373" fmla="*/ 299391 w 488025"/>
                <a:gd name="connsiteY373" fmla="*/ 454337 h 643122"/>
                <a:gd name="connsiteX374" fmla="*/ 301545 w 488025"/>
                <a:gd name="connsiteY374" fmla="*/ 452823 h 643122"/>
                <a:gd name="connsiteX375" fmla="*/ 306324 w 488025"/>
                <a:gd name="connsiteY375" fmla="*/ 449997 h 643122"/>
                <a:gd name="connsiteX376" fmla="*/ 307637 w 488025"/>
                <a:gd name="connsiteY376" fmla="*/ 445994 h 643122"/>
                <a:gd name="connsiteX377" fmla="*/ 304810 w 488025"/>
                <a:gd name="connsiteY377" fmla="*/ 443942 h 643122"/>
                <a:gd name="connsiteX378" fmla="*/ 299156 w 488025"/>
                <a:gd name="connsiteY378" fmla="*/ 443942 h 643122"/>
                <a:gd name="connsiteX379" fmla="*/ 293939 w 488025"/>
                <a:gd name="connsiteY379" fmla="*/ 443942 h 643122"/>
                <a:gd name="connsiteX380" fmla="*/ 291314 w 488025"/>
                <a:gd name="connsiteY380" fmla="*/ 439367 h 643122"/>
                <a:gd name="connsiteX381" fmla="*/ 291314 w 488025"/>
                <a:gd name="connsiteY381" fmla="*/ 436104 h 643122"/>
                <a:gd name="connsiteX382" fmla="*/ 294141 w 488025"/>
                <a:gd name="connsiteY382" fmla="*/ 429814 h 643122"/>
                <a:gd name="connsiteX383" fmla="*/ 297843 w 488025"/>
                <a:gd name="connsiteY383" fmla="*/ 424599 h 643122"/>
                <a:gd name="connsiteX384" fmla="*/ 305011 w 488025"/>
                <a:gd name="connsiteY384" fmla="*/ 420260 h 643122"/>
                <a:gd name="connsiteX385" fmla="*/ 308276 w 488025"/>
                <a:gd name="connsiteY385" fmla="*/ 417434 h 643122"/>
                <a:gd name="connsiteX386" fmla="*/ 314132 w 488025"/>
                <a:gd name="connsiteY386" fmla="*/ 414407 h 643122"/>
                <a:gd name="connsiteX387" fmla="*/ 317161 w 488025"/>
                <a:gd name="connsiteY387" fmla="*/ 409428 h 643122"/>
                <a:gd name="connsiteX388" fmla="*/ 316522 w 488025"/>
                <a:gd name="connsiteY388" fmla="*/ 403575 h 643122"/>
                <a:gd name="connsiteX389" fmla="*/ 312180 w 488025"/>
                <a:gd name="connsiteY389" fmla="*/ 397486 h 643122"/>
                <a:gd name="connsiteX390" fmla="*/ 307603 w 488025"/>
                <a:gd name="connsiteY390" fmla="*/ 391633 h 643122"/>
                <a:gd name="connsiteX391" fmla="*/ 304136 w 488025"/>
                <a:gd name="connsiteY391" fmla="*/ 384030 h 643122"/>
                <a:gd name="connsiteX392" fmla="*/ 299559 w 488025"/>
                <a:gd name="connsiteY392" fmla="*/ 380330 h 643122"/>
                <a:gd name="connsiteX393" fmla="*/ 299122 w 488025"/>
                <a:gd name="connsiteY393" fmla="*/ 374039 h 643122"/>
                <a:gd name="connsiteX394" fmla="*/ 303026 w 488025"/>
                <a:gd name="connsiteY394" fmla="*/ 371852 h 643122"/>
                <a:gd name="connsiteX395" fmla="*/ 305214 w 488025"/>
                <a:gd name="connsiteY395" fmla="*/ 369027 h 643122"/>
                <a:gd name="connsiteX396" fmla="*/ 309117 w 488025"/>
                <a:gd name="connsiteY396" fmla="*/ 360987 h 643122"/>
                <a:gd name="connsiteX397" fmla="*/ 313896 w 488025"/>
                <a:gd name="connsiteY397" fmla="*/ 356647 h 643122"/>
                <a:gd name="connsiteX398" fmla="*/ 318238 w 488025"/>
                <a:gd name="connsiteY398" fmla="*/ 351231 h 643122"/>
                <a:gd name="connsiteX399" fmla="*/ 329310 w 488025"/>
                <a:gd name="connsiteY399" fmla="*/ 343629 h 643122"/>
                <a:gd name="connsiteX400" fmla="*/ 338431 w 488025"/>
                <a:gd name="connsiteY400" fmla="*/ 342552 h 643122"/>
                <a:gd name="connsiteX401" fmla="*/ 344959 w 488025"/>
                <a:gd name="connsiteY401" fmla="*/ 341913 h 643122"/>
                <a:gd name="connsiteX402" fmla="*/ 351253 w 488025"/>
                <a:gd name="connsiteY402" fmla="*/ 335387 h 643122"/>
                <a:gd name="connsiteX403" fmla="*/ 354080 w 488025"/>
                <a:gd name="connsiteY403" fmla="*/ 332999 h 643122"/>
                <a:gd name="connsiteX404" fmla="*/ 356671 w 488025"/>
                <a:gd name="connsiteY404" fmla="*/ 327785 h 643122"/>
                <a:gd name="connsiteX405" fmla="*/ 359061 w 488025"/>
                <a:gd name="connsiteY405" fmla="*/ 322133 h 643122"/>
                <a:gd name="connsiteX406" fmla="*/ 363099 w 488025"/>
                <a:gd name="connsiteY406" fmla="*/ 318231 h 643122"/>
                <a:gd name="connsiteX407" fmla="*/ 366027 w 488025"/>
                <a:gd name="connsiteY407" fmla="*/ 313454 h 643122"/>
                <a:gd name="connsiteX408" fmla="*/ 366027 w 488025"/>
                <a:gd name="connsiteY408" fmla="*/ 309316 h 643122"/>
                <a:gd name="connsiteX409" fmla="*/ 363638 w 488025"/>
                <a:gd name="connsiteY409" fmla="*/ 304304 h 643122"/>
                <a:gd name="connsiteX410" fmla="*/ 360374 w 488025"/>
                <a:gd name="connsiteY410" fmla="*/ 303228 h 643122"/>
                <a:gd name="connsiteX411" fmla="*/ 357984 w 488025"/>
                <a:gd name="connsiteY411" fmla="*/ 299325 h 643122"/>
                <a:gd name="connsiteX412" fmla="*/ 358186 w 488025"/>
                <a:gd name="connsiteY412" fmla="*/ 293472 h 643122"/>
                <a:gd name="connsiteX413" fmla="*/ 355998 w 488025"/>
                <a:gd name="connsiteY413" fmla="*/ 289335 h 643122"/>
                <a:gd name="connsiteX414" fmla="*/ 352094 w 488025"/>
                <a:gd name="connsiteY414" fmla="*/ 287383 h 643122"/>
                <a:gd name="connsiteX415" fmla="*/ 345801 w 488025"/>
                <a:gd name="connsiteY415" fmla="*/ 283919 h 643122"/>
                <a:gd name="connsiteX416" fmla="*/ 347113 w 488025"/>
                <a:gd name="connsiteY416" fmla="*/ 280655 h 643122"/>
                <a:gd name="connsiteX417" fmla="*/ 348191 w 488025"/>
                <a:gd name="connsiteY417" fmla="*/ 276081 h 643122"/>
                <a:gd name="connsiteX418" fmla="*/ 352330 w 488025"/>
                <a:gd name="connsiteY418" fmla="*/ 271943 h 643122"/>
                <a:gd name="connsiteX419" fmla="*/ 359936 w 488025"/>
                <a:gd name="connsiteY419" fmla="*/ 268041 h 643122"/>
                <a:gd name="connsiteX420" fmla="*/ 365152 w 488025"/>
                <a:gd name="connsiteY420" fmla="*/ 265652 h 643122"/>
                <a:gd name="connsiteX421" fmla="*/ 372119 w 488025"/>
                <a:gd name="connsiteY421" fmla="*/ 260438 h 643122"/>
                <a:gd name="connsiteX422" fmla="*/ 374946 w 488025"/>
                <a:gd name="connsiteY422" fmla="*/ 255863 h 643122"/>
                <a:gd name="connsiteX423" fmla="*/ 375383 w 488025"/>
                <a:gd name="connsiteY423" fmla="*/ 248698 h 643122"/>
                <a:gd name="connsiteX424" fmla="*/ 376023 w 488025"/>
                <a:gd name="connsiteY424" fmla="*/ 246511 h 643122"/>
                <a:gd name="connsiteX425" fmla="*/ 379725 w 488025"/>
                <a:gd name="connsiteY425" fmla="*/ 243450 h 643122"/>
                <a:gd name="connsiteX426" fmla="*/ 384941 w 488025"/>
                <a:gd name="connsiteY426" fmla="*/ 241701 h 643122"/>
                <a:gd name="connsiteX427" fmla="*/ 389720 w 488025"/>
                <a:gd name="connsiteY427" fmla="*/ 238875 h 643122"/>
                <a:gd name="connsiteX428" fmla="*/ 392110 w 488025"/>
                <a:gd name="connsiteY428" fmla="*/ 236487 h 643122"/>
                <a:gd name="connsiteX429" fmla="*/ 394701 w 488025"/>
                <a:gd name="connsiteY429" fmla="*/ 233661 h 643122"/>
                <a:gd name="connsiteX430" fmla="*/ 396451 w 488025"/>
                <a:gd name="connsiteY430" fmla="*/ 233661 h 643122"/>
                <a:gd name="connsiteX431" fmla="*/ 401667 w 488025"/>
                <a:gd name="connsiteY431" fmla="*/ 236049 h 643122"/>
                <a:gd name="connsiteX432" fmla="*/ 402542 w 488025"/>
                <a:gd name="connsiteY432" fmla="*/ 241499 h 643122"/>
                <a:gd name="connsiteX433" fmla="*/ 406009 w 488025"/>
                <a:gd name="connsiteY433" fmla="*/ 247789 h 643122"/>
                <a:gd name="connsiteX434" fmla="*/ 412101 w 488025"/>
                <a:gd name="connsiteY434" fmla="*/ 248664 h 643122"/>
                <a:gd name="connsiteX435" fmla="*/ 415365 w 488025"/>
                <a:gd name="connsiteY435" fmla="*/ 246713 h 643122"/>
                <a:gd name="connsiteX436" fmla="*/ 421255 w 488025"/>
                <a:gd name="connsiteY436" fmla="*/ 243887 h 643122"/>
                <a:gd name="connsiteX437" fmla="*/ 424284 w 488025"/>
                <a:gd name="connsiteY437" fmla="*/ 240624 h 643122"/>
                <a:gd name="connsiteX438" fmla="*/ 429702 w 488025"/>
                <a:gd name="connsiteY438" fmla="*/ 235410 h 643122"/>
                <a:gd name="connsiteX439" fmla="*/ 439933 w 488025"/>
                <a:gd name="connsiteY439" fmla="*/ 230398 h 643122"/>
                <a:gd name="connsiteX440" fmla="*/ 447101 w 488025"/>
                <a:gd name="connsiteY440" fmla="*/ 226260 h 643122"/>
                <a:gd name="connsiteX441" fmla="*/ 450164 w 488025"/>
                <a:gd name="connsiteY441" fmla="*/ 228648 h 643122"/>
                <a:gd name="connsiteX442" fmla="*/ 453193 w 488025"/>
                <a:gd name="connsiteY442" fmla="*/ 230398 h 643122"/>
                <a:gd name="connsiteX443" fmla="*/ 456222 w 488025"/>
                <a:gd name="connsiteY443" fmla="*/ 227572 h 643122"/>
                <a:gd name="connsiteX444" fmla="*/ 457332 w 488025"/>
                <a:gd name="connsiteY444" fmla="*/ 222156 h 643122"/>
                <a:gd name="connsiteX445" fmla="*/ 459082 w 488025"/>
                <a:gd name="connsiteY445" fmla="*/ 220844 h 643122"/>
                <a:gd name="connsiteX446" fmla="*/ 464501 w 488025"/>
                <a:gd name="connsiteY446" fmla="*/ 218018 h 643122"/>
                <a:gd name="connsiteX447" fmla="*/ 469515 w 488025"/>
                <a:gd name="connsiteY447" fmla="*/ 218018 h 643122"/>
                <a:gd name="connsiteX448" fmla="*/ 474530 w 488025"/>
                <a:gd name="connsiteY448" fmla="*/ 214318 h 643122"/>
                <a:gd name="connsiteX449" fmla="*/ 477794 w 488025"/>
                <a:gd name="connsiteY449" fmla="*/ 212804 h 643122"/>
                <a:gd name="connsiteX450" fmla="*/ 478232 w 488025"/>
                <a:gd name="connsiteY450" fmla="*/ 212804 h 643122"/>
                <a:gd name="connsiteX451" fmla="*/ 478669 w 488025"/>
                <a:gd name="connsiteY451" fmla="*/ 205404 h 643122"/>
                <a:gd name="connsiteX452" fmla="*/ 478030 w 488025"/>
                <a:gd name="connsiteY452" fmla="*/ 201501 h 643122"/>
                <a:gd name="connsiteX453" fmla="*/ 476515 w 488025"/>
                <a:gd name="connsiteY453" fmla="*/ 196085 h 643122"/>
                <a:gd name="connsiteX454" fmla="*/ 478030 w 488025"/>
                <a:gd name="connsiteY454" fmla="*/ 194572 h 643122"/>
                <a:gd name="connsiteX455" fmla="*/ 481732 w 488025"/>
                <a:gd name="connsiteY455" fmla="*/ 194134 h 643122"/>
                <a:gd name="connsiteX456" fmla="*/ 484996 w 488025"/>
                <a:gd name="connsiteY456" fmla="*/ 187171 h 643122"/>
                <a:gd name="connsiteX457" fmla="*/ 488025 w 488025"/>
                <a:gd name="connsiteY457" fmla="*/ 175868 h 643122"/>
                <a:gd name="connsiteX458" fmla="*/ 481900 w 488025"/>
                <a:gd name="connsiteY458" fmla="*/ 169577 h 64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488025" h="643122">
                  <a:moveTo>
                    <a:pt x="481900" y="169577"/>
                  </a:moveTo>
                  <a:lnTo>
                    <a:pt x="479275" y="158712"/>
                  </a:lnTo>
                  <a:lnTo>
                    <a:pt x="479914" y="147409"/>
                  </a:lnTo>
                  <a:lnTo>
                    <a:pt x="472073" y="137182"/>
                  </a:lnTo>
                  <a:lnTo>
                    <a:pt x="463390" y="126317"/>
                  </a:lnTo>
                  <a:lnTo>
                    <a:pt x="454909" y="117638"/>
                  </a:lnTo>
                  <a:lnTo>
                    <a:pt x="443601" y="110271"/>
                  </a:lnTo>
                  <a:lnTo>
                    <a:pt x="437947" y="104182"/>
                  </a:lnTo>
                  <a:lnTo>
                    <a:pt x="434918" y="92442"/>
                  </a:lnTo>
                  <a:lnTo>
                    <a:pt x="439260" y="90053"/>
                  </a:lnTo>
                  <a:lnTo>
                    <a:pt x="439260" y="81778"/>
                  </a:lnTo>
                  <a:lnTo>
                    <a:pt x="442726" y="77439"/>
                  </a:lnTo>
                  <a:lnTo>
                    <a:pt x="449457" y="75925"/>
                  </a:lnTo>
                  <a:lnTo>
                    <a:pt x="451645" y="72224"/>
                  </a:lnTo>
                  <a:lnTo>
                    <a:pt x="453159" y="65496"/>
                  </a:lnTo>
                  <a:lnTo>
                    <a:pt x="444476" y="62233"/>
                  </a:lnTo>
                  <a:lnTo>
                    <a:pt x="444476" y="59340"/>
                  </a:lnTo>
                  <a:lnTo>
                    <a:pt x="442726" y="52377"/>
                  </a:lnTo>
                  <a:lnTo>
                    <a:pt x="437510" y="51502"/>
                  </a:lnTo>
                  <a:lnTo>
                    <a:pt x="428524" y="52949"/>
                  </a:lnTo>
                  <a:lnTo>
                    <a:pt x="420682" y="52377"/>
                  </a:lnTo>
                  <a:lnTo>
                    <a:pt x="408230" y="50358"/>
                  </a:lnTo>
                  <a:lnTo>
                    <a:pt x="397225" y="49484"/>
                  </a:lnTo>
                  <a:lnTo>
                    <a:pt x="389114" y="49181"/>
                  </a:lnTo>
                  <a:lnTo>
                    <a:pt x="384201" y="47163"/>
                  </a:lnTo>
                  <a:lnTo>
                    <a:pt x="378412" y="44842"/>
                  </a:lnTo>
                  <a:lnTo>
                    <a:pt x="378412" y="42823"/>
                  </a:lnTo>
                  <a:lnTo>
                    <a:pt x="373633" y="41377"/>
                  </a:lnTo>
                  <a:lnTo>
                    <a:pt x="371446" y="36163"/>
                  </a:lnTo>
                  <a:lnTo>
                    <a:pt x="371446" y="29199"/>
                  </a:lnTo>
                  <a:lnTo>
                    <a:pt x="371446" y="26609"/>
                  </a:lnTo>
                  <a:lnTo>
                    <a:pt x="369258" y="24019"/>
                  </a:lnTo>
                  <a:lnTo>
                    <a:pt x="365623" y="24893"/>
                  </a:lnTo>
                  <a:lnTo>
                    <a:pt x="358657" y="24019"/>
                  </a:lnTo>
                  <a:lnTo>
                    <a:pt x="356066" y="20251"/>
                  </a:lnTo>
                  <a:lnTo>
                    <a:pt x="351421" y="14162"/>
                  </a:lnTo>
                  <a:lnTo>
                    <a:pt x="346508" y="13860"/>
                  </a:lnTo>
                  <a:lnTo>
                    <a:pt x="344758" y="15609"/>
                  </a:lnTo>
                  <a:lnTo>
                    <a:pt x="340887" y="17930"/>
                  </a:lnTo>
                  <a:lnTo>
                    <a:pt x="337219" y="22269"/>
                  </a:lnTo>
                  <a:cubicBezTo>
                    <a:pt x="337219" y="22269"/>
                    <a:pt x="338363" y="26037"/>
                    <a:pt x="340113" y="27181"/>
                  </a:cubicBezTo>
                  <a:cubicBezTo>
                    <a:pt x="341864" y="28325"/>
                    <a:pt x="340113" y="32698"/>
                    <a:pt x="340113" y="32698"/>
                  </a:cubicBezTo>
                  <a:lnTo>
                    <a:pt x="340113" y="36768"/>
                  </a:lnTo>
                  <a:lnTo>
                    <a:pt x="338094" y="41410"/>
                  </a:lnTo>
                  <a:lnTo>
                    <a:pt x="336950" y="44606"/>
                  </a:lnTo>
                  <a:lnTo>
                    <a:pt x="325945" y="48071"/>
                  </a:lnTo>
                  <a:lnTo>
                    <a:pt x="322748" y="51267"/>
                  </a:lnTo>
                  <a:lnTo>
                    <a:pt x="318406" y="56178"/>
                  </a:lnTo>
                  <a:lnTo>
                    <a:pt x="313190" y="56178"/>
                  </a:lnTo>
                  <a:lnTo>
                    <a:pt x="306526" y="56178"/>
                  </a:lnTo>
                  <a:lnTo>
                    <a:pt x="302454" y="53151"/>
                  </a:lnTo>
                  <a:lnTo>
                    <a:pt x="299862" y="49517"/>
                  </a:lnTo>
                  <a:lnTo>
                    <a:pt x="298415" y="44875"/>
                  </a:lnTo>
                  <a:lnTo>
                    <a:pt x="298415" y="41410"/>
                  </a:lnTo>
                  <a:lnTo>
                    <a:pt x="298987" y="37071"/>
                  </a:lnTo>
                  <a:lnTo>
                    <a:pt x="304204" y="33606"/>
                  </a:lnTo>
                  <a:lnTo>
                    <a:pt x="309420" y="30713"/>
                  </a:lnTo>
                  <a:lnTo>
                    <a:pt x="312617" y="26945"/>
                  </a:lnTo>
                  <a:lnTo>
                    <a:pt x="319281" y="22303"/>
                  </a:lnTo>
                  <a:lnTo>
                    <a:pt x="319281" y="15340"/>
                  </a:lnTo>
                  <a:lnTo>
                    <a:pt x="314805" y="11572"/>
                  </a:lnTo>
                  <a:lnTo>
                    <a:pt x="308848" y="6661"/>
                  </a:lnTo>
                  <a:lnTo>
                    <a:pt x="308848" y="3465"/>
                  </a:lnTo>
                  <a:lnTo>
                    <a:pt x="305516" y="0"/>
                  </a:lnTo>
                  <a:lnTo>
                    <a:pt x="296968" y="875"/>
                  </a:lnTo>
                  <a:lnTo>
                    <a:pt x="292896" y="1177"/>
                  </a:lnTo>
                  <a:lnTo>
                    <a:pt x="289429" y="3498"/>
                  </a:lnTo>
                  <a:lnTo>
                    <a:pt x="290574" y="10731"/>
                  </a:lnTo>
                  <a:lnTo>
                    <a:pt x="287679" y="14196"/>
                  </a:lnTo>
                  <a:lnTo>
                    <a:pt x="283607" y="17661"/>
                  </a:lnTo>
                  <a:cubicBezTo>
                    <a:pt x="283607" y="17661"/>
                    <a:pt x="278088" y="22572"/>
                    <a:pt x="277819" y="23447"/>
                  </a:cubicBezTo>
                  <a:cubicBezTo>
                    <a:pt x="277549" y="24321"/>
                    <a:pt x="273746" y="28661"/>
                    <a:pt x="273746" y="28661"/>
                  </a:cubicBezTo>
                  <a:cubicBezTo>
                    <a:pt x="273746" y="28661"/>
                    <a:pt x="268530" y="31857"/>
                    <a:pt x="266780" y="31857"/>
                  </a:cubicBezTo>
                  <a:cubicBezTo>
                    <a:pt x="265030" y="31857"/>
                    <a:pt x="260991" y="34481"/>
                    <a:pt x="260991" y="34481"/>
                  </a:cubicBezTo>
                  <a:lnTo>
                    <a:pt x="252308" y="37071"/>
                  </a:lnTo>
                  <a:lnTo>
                    <a:pt x="245645" y="37071"/>
                  </a:lnTo>
                  <a:lnTo>
                    <a:pt x="245409" y="36196"/>
                  </a:lnTo>
                  <a:lnTo>
                    <a:pt x="243592" y="38652"/>
                  </a:lnTo>
                  <a:lnTo>
                    <a:pt x="238476" y="40670"/>
                  </a:lnTo>
                  <a:lnTo>
                    <a:pt x="230736" y="44068"/>
                  </a:lnTo>
                  <a:lnTo>
                    <a:pt x="227101" y="45716"/>
                  </a:lnTo>
                  <a:lnTo>
                    <a:pt x="217543" y="45716"/>
                  </a:lnTo>
                  <a:lnTo>
                    <a:pt x="212764" y="38316"/>
                  </a:lnTo>
                  <a:lnTo>
                    <a:pt x="209937" y="35591"/>
                  </a:lnTo>
                  <a:lnTo>
                    <a:pt x="204721" y="33539"/>
                  </a:lnTo>
                  <a:lnTo>
                    <a:pt x="193211" y="33539"/>
                  </a:lnTo>
                  <a:lnTo>
                    <a:pt x="186918" y="34851"/>
                  </a:lnTo>
                  <a:lnTo>
                    <a:pt x="178975" y="35288"/>
                  </a:lnTo>
                  <a:lnTo>
                    <a:pt x="176687" y="39627"/>
                  </a:lnTo>
                  <a:lnTo>
                    <a:pt x="176687" y="43092"/>
                  </a:lnTo>
                  <a:lnTo>
                    <a:pt x="174061" y="47869"/>
                  </a:lnTo>
                  <a:lnTo>
                    <a:pt x="171235" y="51771"/>
                  </a:lnTo>
                  <a:lnTo>
                    <a:pt x="167533" y="54160"/>
                  </a:lnTo>
                  <a:lnTo>
                    <a:pt x="162956" y="55472"/>
                  </a:lnTo>
                  <a:lnTo>
                    <a:pt x="156426" y="58096"/>
                  </a:lnTo>
                  <a:lnTo>
                    <a:pt x="153398" y="64184"/>
                  </a:lnTo>
                  <a:cubicBezTo>
                    <a:pt x="153398" y="64184"/>
                    <a:pt x="152960" y="68087"/>
                    <a:pt x="152321" y="68524"/>
                  </a:cubicBezTo>
                  <a:cubicBezTo>
                    <a:pt x="151681" y="68961"/>
                    <a:pt x="145792" y="71989"/>
                    <a:pt x="145792" y="71989"/>
                  </a:cubicBezTo>
                  <a:lnTo>
                    <a:pt x="138388" y="67010"/>
                  </a:lnTo>
                  <a:lnTo>
                    <a:pt x="132936" y="63545"/>
                  </a:lnTo>
                  <a:lnTo>
                    <a:pt x="128157" y="67683"/>
                  </a:lnTo>
                  <a:cubicBezTo>
                    <a:pt x="128157" y="67683"/>
                    <a:pt x="126407" y="70071"/>
                    <a:pt x="126205" y="70946"/>
                  </a:cubicBezTo>
                  <a:cubicBezTo>
                    <a:pt x="126003" y="71821"/>
                    <a:pt x="121864" y="73772"/>
                    <a:pt x="122065" y="75084"/>
                  </a:cubicBezTo>
                  <a:cubicBezTo>
                    <a:pt x="122267" y="76396"/>
                    <a:pt x="126407" y="83023"/>
                    <a:pt x="126407" y="83023"/>
                  </a:cubicBezTo>
                  <a:lnTo>
                    <a:pt x="122065" y="87463"/>
                  </a:lnTo>
                  <a:lnTo>
                    <a:pt x="114897" y="87463"/>
                  </a:lnTo>
                  <a:lnTo>
                    <a:pt x="106214" y="87463"/>
                  </a:lnTo>
                  <a:lnTo>
                    <a:pt x="95781" y="87463"/>
                  </a:lnTo>
                  <a:cubicBezTo>
                    <a:pt x="95781" y="87463"/>
                    <a:pt x="93156" y="89414"/>
                    <a:pt x="92752" y="90289"/>
                  </a:cubicBezTo>
                  <a:cubicBezTo>
                    <a:pt x="92315" y="91163"/>
                    <a:pt x="89487" y="94191"/>
                    <a:pt x="88848" y="94628"/>
                  </a:cubicBezTo>
                  <a:cubicBezTo>
                    <a:pt x="88209" y="95066"/>
                    <a:pt x="85382" y="96142"/>
                    <a:pt x="85382" y="96142"/>
                  </a:cubicBezTo>
                  <a:lnTo>
                    <a:pt x="77574" y="97891"/>
                  </a:lnTo>
                  <a:lnTo>
                    <a:pt x="64516" y="97891"/>
                  </a:lnTo>
                  <a:lnTo>
                    <a:pt x="61049" y="97891"/>
                  </a:lnTo>
                  <a:lnTo>
                    <a:pt x="60174" y="101794"/>
                  </a:lnTo>
                  <a:lnTo>
                    <a:pt x="60174" y="103980"/>
                  </a:lnTo>
                  <a:lnTo>
                    <a:pt x="60174" y="109194"/>
                  </a:lnTo>
                  <a:cubicBezTo>
                    <a:pt x="60174" y="109194"/>
                    <a:pt x="58660" y="110069"/>
                    <a:pt x="57987" y="110506"/>
                  </a:cubicBezTo>
                  <a:cubicBezTo>
                    <a:pt x="57348" y="110943"/>
                    <a:pt x="53208" y="111381"/>
                    <a:pt x="52568" y="111583"/>
                  </a:cubicBezTo>
                  <a:cubicBezTo>
                    <a:pt x="52501" y="111616"/>
                    <a:pt x="52434" y="111616"/>
                    <a:pt x="52434" y="111650"/>
                  </a:cubicBezTo>
                  <a:cubicBezTo>
                    <a:pt x="52501" y="111616"/>
                    <a:pt x="52568" y="111448"/>
                    <a:pt x="50179" y="111583"/>
                  </a:cubicBezTo>
                  <a:cubicBezTo>
                    <a:pt x="46679" y="111784"/>
                    <a:pt x="44087" y="111650"/>
                    <a:pt x="44087" y="111650"/>
                  </a:cubicBezTo>
                  <a:lnTo>
                    <a:pt x="41261" y="116158"/>
                  </a:lnTo>
                  <a:cubicBezTo>
                    <a:pt x="41261" y="116158"/>
                    <a:pt x="40184" y="118109"/>
                    <a:pt x="38871" y="119421"/>
                  </a:cubicBezTo>
                  <a:cubicBezTo>
                    <a:pt x="37559" y="120733"/>
                    <a:pt x="34092" y="123760"/>
                    <a:pt x="34092" y="123760"/>
                  </a:cubicBezTo>
                  <a:lnTo>
                    <a:pt x="34092" y="126586"/>
                  </a:lnTo>
                  <a:lnTo>
                    <a:pt x="35842" y="133314"/>
                  </a:lnTo>
                  <a:lnTo>
                    <a:pt x="35842" y="140479"/>
                  </a:lnTo>
                  <a:lnTo>
                    <a:pt x="37592" y="145929"/>
                  </a:lnTo>
                  <a:lnTo>
                    <a:pt x="45198" y="148317"/>
                  </a:lnTo>
                  <a:lnTo>
                    <a:pt x="48900" y="148317"/>
                  </a:lnTo>
                  <a:lnTo>
                    <a:pt x="56708" y="153969"/>
                  </a:lnTo>
                  <a:lnTo>
                    <a:pt x="57819" y="156357"/>
                  </a:lnTo>
                  <a:lnTo>
                    <a:pt x="56069" y="166348"/>
                  </a:lnTo>
                  <a:lnTo>
                    <a:pt x="52165" y="175262"/>
                  </a:lnTo>
                  <a:lnTo>
                    <a:pt x="49775" y="184379"/>
                  </a:lnTo>
                  <a:cubicBezTo>
                    <a:pt x="49775" y="184379"/>
                    <a:pt x="49136" y="186128"/>
                    <a:pt x="49775" y="188281"/>
                  </a:cubicBezTo>
                  <a:cubicBezTo>
                    <a:pt x="50414" y="190468"/>
                    <a:pt x="53679" y="195244"/>
                    <a:pt x="55194" y="194807"/>
                  </a:cubicBezTo>
                  <a:cubicBezTo>
                    <a:pt x="56708" y="194370"/>
                    <a:pt x="62160" y="194841"/>
                    <a:pt x="62160" y="194841"/>
                  </a:cubicBezTo>
                  <a:lnTo>
                    <a:pt x="65189" y="196994"/>
                  </a:lnTo>
                  <a:lnTo>
                    <a:pt x="66064" y="200694"/>
                  </a:lnTo>
                  <a:lnTo>
                    <a:pt x="65425" y="203284"/>
                  </a:lnTo>
                  <a:lnTo>
                    <a:pt x="64112" y="206312"/>
                  </a:lnTo>
                  <a:lnTo>
                    <a:pt x="59771" y="208498"/>
                  </a:lnTo>
                  <a:cubicBezTo>
                    <a:pt x="59771" y="208498"/>
                    <a:pt x="63035" y="212636"/>
                    <a:pt x="62800" y="213511"/>
                  </a:cubicBezTo>
                  <a:cubicBezTo>
                    <a:pt x="62597" y="214385"/>
                    <a:pt x="64112" y="215899"/>
                    <a:pt x="57348" y="220474"/>
                  </a:cubicBezTo>
                  <a:cubicBezTo>
                    <a:pt x="50617" y="225049"/>
                    <a:pt x="47352" y="228077"/>
                    <a:pt x="47352" y="228077"/>
                  </a:cubicBezTo>
                  <a:lnTo>
                    <a:pt x="40184" y="231777"/>
                  </a:lnTo>
                  <a:lnTo>
                    <a:pt x="40823" y="235242"/>
                  </a:lnTo>
                  <a:lnTo>
                    <a:pt x="45400" y="235242"/>
                  </a:lnTo>
                  <a:lnTo>
                    <a:pt x="47790" y="239380"/>
                  </a:lnTo>
                  <a:lnTo>
                    <a:pt x="44962" y="244796"/>
                  </a:lnTo>
                  <a:lnTo>
                    <a:pt x="41934" y="248260"/>
                  </a:lnTo>
                  <a:lnTo>
                    <a:pt x="34126" y="250447"/>
                  </a:lnTo>
                  <a:lnTo>
                    <a:pt x="30861" y="251961"/>
                  </a:lnTo>
                  <a:lnTo>
                    <a:pt x="25847" y="253037"/>
                  </a:lnTo>
                  <a:lnTo>
                    <a:pt x="22145" y="255426"/>
                  </a:lnTo>
                  <a:lnTo>
                    <a:pt x="19755" y="258487"/>
                  </a:lnTo>
                  <a:lnTo>
                    <a:pt x="18443" y="260875"/>
                  </a:lnTo>
                  <a:lnTo>
                    <a:pt x="18443" y="263903"/>
                  </a:lnTo>
                  <a:lnTo>
                    <a:pt x="18443" y="269117"/>
                  </a:lnTo>
                  <a:lnTo>
                    <a:pt x="18443" y="276081"/>
                  </a:lnTo>
                  <a:lnTo>
                    <a:pt x="16928" y="278032"/>
                  </a:lnTo>
                  <a:lnTo>
                    <a:pt x="15616" y="280218"/>
                  </a:lnTo>
                  <a:lnTo>
                    <a:pt x="12149" y="283279"/>
                  </a:lnTo>
                  <a:lnTo>
                    <a:pt x="9760" y="286542"/>
                  </a:lnTo>
                  <a:cubicBezTo>
                    <a:pt x="9760" y="286542"/>
                    <a:pt x="8683" y="287182"/>
                    <a:pt x="8683" y="289133"/>
                  </a:cubicBezTo>
                  <a:cubicBezTo>
                    <a:pt x="8683" y="291084"/>
                    <a:pt x="6731" y="294549"/>
                    <a:pt x="6731" y="294549"/>
                  </a:cubicBezTo>
                  <a:lnTo>
                    <a:pt x="3264" y="298014"/>
                  </a:lnTo>
                  <a:lnTo>
                    <a:pt x="1750" y="299527"/>
                  </a:lnTo>
                  <a:lnTo>
                    <a:pt x="0" y="302151"/>
                  </a:lnTo>
                  <a:lnTo>
                    <a:pt x="2625" y="305179"/>
                  </a:lnTo>
                  <a:lnTo>
                    <a:pt x="3063" y="311032"/>
                  </a:lnTo>
                  <a:lnTo>
                    <a:pt x="3938" y="316684"/>
                  </a:lnTo>
                  <a:lnTo>
                    <a:pt x="4577" y="317995"/>
                  </a:lnTo>
                  <a:lnTo>
                    <a:pt x="4577" y="322133"/>
                  </a:lnTo>
                  <a:lnTo>
                    <a:pt x="7168" y="322133"/>
                  </a:lnTo>
                  <a:lnTo>
                    <a:pt x="10669" y="324320"/>
                  </a:lnTo>
                  <a:lnTo>
                    <a:pt x="15683" y="325632"/>
                  </a:lnTo>
                  <a:lnTo>
                    <a:pt x="19385" y="325632"/>
                  </a:lnTo>
                  <a:lnTo>
                    <a:pt x="24837" y="321292"/>
                  </a:lnTo>
                  <a:lnTo>
                    <a:pt x="30929" y="320418"/>
                  </a:lnTo>
                  <a:lnTo>
                    <a:pt x="34832" y="320619"/>
                  </a:lnTo>
                  <a:lnTo>
                    <a:pt x="34597" y="322571"/>
                  </a:lnTo>
                  <a:lnTo>
                    <a:pt x="34159" y="327347"/>
                  </a:lnTo>
                  <a:lnTo>
                    <a:pt x="33083" y="331485"/>
                  </a:lnTo>
                  <a:lnTo>
                    <a:pt x="31770" y="335623"/>
                  </a:lnTo>
                  <a:lnTo>
                    <a:pt x="28741" y="338246"/>
                  </a:lnTo>
                  <a:lnTo>
                    <a:pt x="26116" y="341711"/>
                  </a:lnTo>
                  <a:lnTo>
                    <a:pt x="24164" y="344537"/>
                  </a:lnTo>
                  <a:cubicBezTo>
                    <a:pt x="24164" y="344537"/>
                    <a:pt x="23727" y="349112"/>
                    <a:pt x="23727" y="349751"/>
                  </a:cubicBezTo>
                  <a:cubicBezTo>
                    <a:pt x="23727" y="350390"/>
                    <a:pt x="25477" y="354965"/>
                    <a:pt x="25477" y="354965"/>
                  </a:cubicBezTo>
                  <a:lnTo>
                    <a:pt x="30255" y="360180"/>
                  </a:lnTo>
                  <a:lnTo>
                    <a:pt x="39174" y="364755"/>
                  </a:lnTo>
                  <a:lnTo>
                    <a:pt x="40688" y="368892"/>
                  </a:lnTo>
                  <a:lnTo>
                    <a:pt x="36347" y="374308"/>
                  </a:lnTo>
                  <a:lnTo>
                    <a:pt x="35472" y="378009"/>
                  </a:lnTo>
                  <a:lnTo>
                    <a:pt x="35236" y="384535"/>
                  </a:lnTo>
                  <a:lnTo>
                    <a:pt x="33049" y="388437"/>
                  </a:lnTo>
                  <a:lnTo>
                    <a:pt x="31972" y="389749"/>
                  </a:lnTo>
                  <a:lnTo>
                    <a:pt x="31333" y="393449"/>
                  </a:lnTo>
                  <a:lnTo>
                    <a:pt x="32208" y="397587"/>
                  </a:lnTo>
                  <a:lnTo>
                    <a:pt x="32409" y="402599"/>
                  </a:lnTo>
                  <a:lnTo>
                    <a:pt x="34799" y="404416"/>
                  </a:lnTo>
                  <a:lnTo>
                    <a:pt x="46612" y="405660"/>
                  </a:lnTo>
                  <a:lnTo>
                    <a:pt x="52400" y="405660"/>
                  </a:lnTo>
                  <a:lnTo>
                    <a:pt x="58492" y="414070"/>
                  </a:lnTo>
                  <a:lnTo>
                    <a:pt x="60242" y="417535"/>
                  </a:lnTo>
                  <a:lnTo>
                    <a:pt x="60545" y="424196"/>
                  </a:lnTo>
                  <a:lnTo>
                    <a:pt x="57650" y="429107"/>
                  </a:lnTo>
                  <a:lnTo>
                    <a:pt x="55900" y="432875"/>
                  </a:lnTo>
                  <a:cubicBezTo>
                    <a:pt x="55900" y="432875"/>
                    <a:pt x="54150" y="437214"/>
                    <a:pt x="54150" y="438964"/>
                  </a:cubicBezTo>
                  <a:cubicBezTo>
                    <a:pt x="54150" y="440713"/>
                    <a:pt x="53578" y="445624"/>
                    <a:pt x="53578" y="445624"/>
                  </a:cubicBezTo>
                  <a:cubicBezTo>
                    <a:pt x="53578" y="445624"/>
                    <a:pt x="50112" y="447945"/>
                    <a:pt x="49237" y="448820"/>
                  </a:cubicBezTo>
                  <a:cubicBezTo>
                    <a:pt x="48362" y="449695"/>
                    <a:pt x="47217" y="452016"/>
                    <a:pt x="47217" y="452016"/>
                  </a:cubicBezTo>
                  <a:lnTo>
                    <a:pt x="46342" y="456591"/>
                  </a:lnTo>
                  <a:lnTo>
                    <a:pt x="46915" y="459551"/>
                  </a:lnTo>
                  <a:lnTo>
                    <a:pt x="50684" y="459551"/>
                  </a:lnTo>
                  <a:cubicBezTo>
                    <a:pt x="50684" y="459551"/>
                    <a:pt x="55328" y="457365"/>
                    <a:pt x="56472" y="456725"/>
                  </a:cubicBezTo>
                  <a:cubicBezTo>
                    <a:pt x="57617" y="456086"/>
                    <a:pt x="64886" y="453160"/>
                    <a:pt x="64886" y="453160"/>
                  </a:cubicBezTo>
                  <a:lnTo>
                    <a:pt x="69228" y="452285"/>
                  </a:lnTo>
                  <a:lnTo>
                    <a:pt x="72997" y="452588"/>
                  </a:lnTo>
                  <a:lnTo>
                    <a:pt x="75891" y="456725"/>
                  </a:lnTo>
                  <a:lnTo>
                    <a:pt x="74747" y="459551"/>
                  </a:lnTo>
                  <a:lnTo>
                    <a:pt x="71852" y="463016"/>
                  </a:lnTo>
                  <a:lnTo>
                    <a:pt x="66636" y="465640"/>
                  </a:lnTo>
                  <a:cubicBezTo>
                    <a:pt x="66636" y="465640"/>
                    <a:pt x="62564" y="466784"/>
                    <a:pt x="61117" y="467658"/>
                  </a:cubicBezTo>
                  <a:cubicBezTo>
                    <a:pt x="59670" y="468533"/>
                    <a:pt x="54150" y="471123"/>
                    <a:pt x="54150" y="471123"/>
                  </a:cubicBezTo>
                  <a:lnTo>
                    <a:pt x="52131" y="476337"/>
                  </a:lnTo>
                  <a:lnTo>
                    <a:pt x="52400" y="483570"/>
                  </a:lnTo>
                  <a:lnTo>
                    <a:pt x="52972" y="487909"/>
                  </a:lnTo>
                  <a:lnTo>
                    <a:pt x="51391" y="491105"/>
                  </a:lnTo>
                  <a:lnTo>
                    <a:pt x="48059" y="497766"/>
                  </a:lnTo>
                  <a:lnTo>
                    <a:pt x="48059" y="500356"/>
                  </a:lnTo>
                  <a:lnTo>
                    <a:pt x="45736" y="504998"/>
                  </a:lnTo>
                  <a:lnTo>
                    <a:pt x="45165" y="510515"/>
                  </a:lnTo>
                  <a:lnTo>
                    <a:pt x="44862" y="513711"/>
                  </a:lnTo>
                  <a:lnTo>
                    <a:pt x="45434" y="519800"/>
                  </a:lnTo>
                  <a:lnTo>
                    <a:pt x="48631" y="521818"/>
                  </a:lnTo>
                  <a:lnTo>
                    <a:pt x="49775" y="524711"/>
                  </a:lnTo>
                  <a:lnTo>
                    <a:pt x="48631" y="529622"/>
                  </a:lnTo>
                  <a:lnTo>
                    <a:pt x="47487" y="533390"/>
                  </a:lnTo>
                  <a:lnTo>
                    <a:pt x="48934" y="536586"/>
                  </a:lnTo>
                  <a:lnTo>
                    <a:pt x="47924" y="541228"/>
                  </a:lnTo>
                  <a:lnTo>
                    <a:pt x="52838" y="541531"/>
                  </a:lnTo>
                  <a:lnTo>
                    <a:pt x="59501" y="546005"/>
                  </a:lnTo>
                  <a:lnTo>
                    <a:pt x="60948" y="553103"/>
                  </a:lnTo>
                  <a:lnTo>
                    <a:pt x="59939" y="553977"/>
                  </a:lnTo>
                  <a:lnTo>
                    <a:pt x="61958" y="558048"/>
                  </a:lnTo>
                  <a:lnTo>
                    <a:pt x="67175" y="558182"/>
                  </a:lnTo>
                  <a:cubicBezTo>
                    <a:pt x="67175" y="558182"/>
                    <a:pt x="71819" y="552094"/>
                    <a:pt x="72391" y="551959"/>
                  </a:cubicBezTo>
                  <a:cubicBezTo>
                    <a:pt x="72963" y="551825"/>
                    <a:pt x="75588" y="548629"/>
                    <a:pt x="75588" y="548629"/>
                  </a:cubicBezTo>
                  <a:cubicBezTo>
                    <a:pt x="75588" y="548629"/>
                    <a:pt x="77910" y="546610"/>
                    <a:pt x="78483" y="546610"/>
                  </a:cubicBezTo>
                  <a:cubicBezTo>
                    <a:pt x="79055" y="546610"/>
                    <a:pt x="81680" y="547351"/>
                    <a:pt x="82117" y="547788"/>
                  </a:cubicBezTo>
                  <a:cubicBezTo>
                    <a:pt x="82555" y="548225"/>
                    <a:pt x="87906" y="553002"/>
                    <a:pt x="87906" y="553002"/>
                  </a:cubicBezTo>
                  <a:lnTo>
                    <a:pt x="89925" y="554146"/>
                  </a:lnTo>
                  <a:cubicBezTo>
                    <a:pt x="89925" y="554146"/>
                    <a:pt x="93391" y="553137"/>
                    <a:pt x="94132" y="552834"/>
                  </a:cubicBezTo>
                  <a:cubicBezTo>
                    <a:pt x="94839" y="552531"/>
                    <a:pt x="97767" y="549503"/>
                    <a:pt x="98204" y="549369"/>
                  </a:cubicBezTo>
                  <a:cubicBezTo>
                    <a:pt x="98642" y="549234"/>
                    <a:pt x="102411" y="546610"/>
                    <a:pt x="102983" y="546476"/>
                  </a:cubicBezTo>
                  <a:cubicBezTo>
                    <a:pt x="103555" y="546341"/>
                    <a:pt x="105305" y="543280"/>
                    <a:pt x="105743" y="543280"/>
                  </a:cubicBezTo>
                  <a:cubicBezTo>
                    <a:pt x="106180" y="543280"/>
                    <a:pt x="108200" y="541699"/>
                    <a:pt x="108200" y="541699"/>
                  </a:cubicBezTo>
                  <a:cubicBezTo>
                    <a:pt x="108200" y="541699"/>
                    <a:pt x="109344" y="541127"/>
                    <a:pt x="109781" y="541127"/>
                  </a:cubicBezTo>
                  <a:cubicBezTo>
                    <a:pt x="110219" y="541127"/>
                    <a:pt x="113988" y="544895"/>
                    <a:pt x="113988" y="544895"/>
                  </a:cubicBezTo>
                  <a:lnTo>
                    <a:pt x="117455" y="546476"/>
                  </a:lnTo>
                  <a:lnTo>
                    <a:pt x="121359" y="550546"/>
                  </a:lnTo>
                  <a:cubicBezTo>
                    <a:pt x="121359" y="550546"/>
                    <a:pt x="123681" y="552127"/>
                    <a:pt x="124118" y="552867"/>
                  </a:cubicBezTo>
                  <a:cubicBezTo>
                    <a:pt x="124556" y="553608"/>
                    <a:pt x="125868" y="554886"/>
                    <a:pt x="126137" y="555626"/>
                  </a:cubicBezTo>
                  <a:cubicBezTo>
                    <a:pt x="126440" y="556366"/>
                    <a:pt x="128460" y="559259"/>
                    <a:pt x="128460" y="559259"/>
                  </a:cubicBezTo>
                  <a:cubicBezTo>
                    <a:pt x="128460" y="559259"/>
                    <a:pt x="129032" y="562724"/>
                    <a:pt x="129032" y="563161"/>
                  </a:cubicBezTo>
                  <a:cubicBezTo>
                    <a:pt x="129032" y="563598"/>
                    <a:pt x="128325" y="565348"/>
                    <a:pt x="128325" y="565348"/>
                  </a:cubicBezTo>
                  <a:cubicBezTo>
                    <a:pt x="128325" y="565348"/>
                    <a:pt x="128190" y="566222"/>
                    <a:pt x="128762" y="567669"/>
                  </a:cubicBezTo>
                  <a:cubicBezTo>
                    <a:pt x="129335" y="569115"/>
                    <a:pt x="129907" y="569990"/>
                    <a:pt x="130075" y="570696"/>
                  </a:cubicBezTo>
                  <a:cubicBezTo>
                    <a:pt x="130210" y="571436"/>
                    <a:pt x="130647" y="573455"/>
                    <a:pt x="130647" y="573455"/>
                  </a:cubicBezTo>
                  <a:cubicBezTo>
                    <a:pt x="130647" y="573455"/>
                    <a:pt x="130210" y="574329"/>
                    <a:pt x="129772" y="574767"/>
                  </a:cubicBezTo>
                  <a:cubicBezTo>
                    <a:pt x="129335" y="575204"/>
                    <a:pt x="125431" y="577223"/>
                    <a:pt x="125431" y="577223"/>
                  </a:cubicBezTo>
                  <a:cubicBezTo>
                    <a:pt x="125431" y="577223"/>
                    <a:pt x="124421" y="578669"/>
                    <a:pt x="123815" y="578972"/>
                  </a:cubicBezTo>
                  <a:cubicBezTo>
                    <a:pt x="123243" y="579275"/>
                    <a:pt x="116411" y="581865"/>
                    <a:pt x="116411" y="581865"/>
                  </a:cubicBezTo>
                  <a:cubicBezTo>
                    <a:pt x="116411" y="581865"/>
                    <a:pt x="115099" y="581999"/>
                    <a:pt x="114661" y="582302"/>
                  </a:cubicBezTo>
                  <a:cubicBezTo>
                    <a:pt x="114224" y="582605"/>
                    <a:pt x="111632" y="584186"/>
                    <a:pt x="111195" y="584758"/>
                  </a:cubicBezTo>
                  <a:cubicBezTo>
                    <a:pt x="110757" y="585330"/>
                    <a:pt x="107291" y="588223"/>
                    <a:pt x="107291" y="588828"/>
                  </a:cubicBezTo>
                  <a:cubicBezTo>
                    <a:pt x="107291" y="589400"/>
                    <a:pt x="106147" y="589568"/>
                    <a:pt x="105137" y="591418"/>
                  </a:cubicBezTo>
                  <a:cubicBezTo>
                    <a:pt x="104127" y="593302"/>
                    <a:pt x="100493" y="595186"/>
                    <a:pt x="100493" y="595186"/>
                  </a:cubicBezTo>
                  <a:cubicBezTo>
                    <a:pt x="100493" y="595186"/>
                    <a:pt x="99921" y="597776"/>
                    <a:pt x="99617" y="598516"/>
                  </a:cubicBezTo>
                  <a:cubicBezTo>
                    <a:pt x="99315" y="599223"/>
                    <a:pt x="99180" y="601847"/>
                    <a:pt x="99180" y="601847"/>
                  </a:cubicBezTo>
                  <a:cubicBezTo>
                    <a:pt x="99180" y="601847"/>
                    <a:pt x="99046" y="602990"/>
                    <a:pt x="99315" y="603428"/>
                  </a:cubicBezTo>
                  <a:cubicBezTo>
                    <a:pt x="99617" y="603865"/>
                    <a:pt x="96858" y="612275"/>
                    <a:pt x="96858" y="612275"/>
                  </a:cubicBezTo>
                  <a:lnTo>
                    <a:pt x="92954" y="616783"/>
                  </a:lnTo>
                  <a:lnTo>
                    <a:pt x="90935" y="619373"/>
                  </a:lnTo>
                  <a:lnTo>
                    <a:pt x="87468" y="622569"/>
                  </a:lnTo>
                  <a:cubicBezTo>
                    <a:pt x="87468" y="622569"/>
                    <a:pt x="83565" y="623578"/>
                    <a:pt x="83396" y="624015"/>
                  </a:cubicBezTo>
                  <a:cubicBezTo>
                    <a:pt x="83261" y="624453"/>
                    <a:pt x="80199" y="624722"/>
                    <a:pt x="80064" y="625327"/>
                  </a:cubicBezTo>
                  <a:cubicBezTo>
                    <a:pt x="79930" y="625899"/>
                    <a:pt x="77473" y="627648"/>
                    <a:pt x="77473" y="628220"/>
                  </a:cubicBezTo>
                  <a:cubicBezTo>
                    <a:pt x="77473" y="628792"/>
                    <a:pt x="78785" y="631685"/>
                    <a:pt x="79189" y="631853"/>
                  </a:cubicBezTo>
                  <a:cubicBezTo>
                    <a:pt x="79627" y="631988"/>
                    <a:pt x="82656" y="633737"/>
                    <a:pt x="83093" y="633872"/>
                  </a:cubicBezTo>
                  <a:cubicBezTo>
                    <a:pt x="83531" y="634006"/>
                    <a:pt x="88882" y="636899"/>
                    <a:pt x="88882" y="636899"/>
                  </a:cubicBezTo>
                  <a:lnTo>
                    <a:pt x="90632" y="637908"/>
                  </a:lnTo>
                  <a:lnTo>
                    <a:pt x="93526" y="639052"/>
                  </a:lnTo>
                  <a:lnTo>
                    <a:pt x="100762" y="643123"/>
                  </a:lnTo>
                  <a:cubicBezTo>
                    <a:pt x="100762" y="643123"/>
                    <a:pt x="104969" y="643123"/>
                    <a:pt x="106113" y="642820"/>
                  </a:cubicBezTo>
                  <a:cubicBezTo>
                    <a:pt x="107257" y="642517"/>
                    <a:pt x="111464" y="641945"/>
                    <a:pt x="111464" y="641945"/>
                  </a:cubicBezTo>
                  <a:cubicBezTo>
                    <a:pt x="111464" y="641945"/>
                    <a:pt x="118868" y="641373"/>
                    <a:pt x="119575" y="641071"/>
                  </a:cubicBezTo>
                  <a:cubicBezTo>
                    <a:pt x="120315" y="640768"/>
                    <a:pt x="122907" y="639759"/>
                    <a:pt x="122907" y="639759"/>
                  </a:cubicBezTo>
                  <a:cubicBezTo>
                    <a:pt x="122907" y="639759"/>
                    <a:pt x="124657" y="638447"/>
                    <a:pt x="125229" y="638447"/>
                  </a:cubicBezTo>
                  <a:cubicBezTo>
                    <a:pt x="125801" y="638447"/>
                    <a:pt x="127686" y="636260"/>
                    <a:pt x="127686" y="636260"/>
                  </a:cubicBezTo>
                  <a:lnTo>
                    <a:pt x="131589" y="637269"/>
                  </a:lnTo>
                  <a:lnTo>
                    <a:pt x="134618" y="637404"/>
                  </a:lnTo>
                  <a:lnTo>
                    <a:pt x="137378" y="635385"/>
                  </a:lnTo>
                  <a:lnTo>
                    <a:pt x="138960" y="634073"/>
                  </a:lnTo>
                  <a:cubicBezTo>
                    <a:pt x="138960" y="634073"/>
                    <a:pt x="140138" y="633502"/>
                    <a:pt x="140979" y="633636"/>
                  </a:cubicBezTo>
                  <a:cubicBezTo>
                    <a:pt x="141854" y="633771"/>
                    <a:pt x="142864" y="633064"/>
                    <a:pt x="144883" y="634343"/>
                  </a:cubicBezTo>
                  <a:cubicBezTo>
                    <a:pt x="146902" y="635655"/>
                    <a:pt x="146902" y="635655"/>
                    <a:pt x="146902" y="635655"/>
                  </a:cubicBezTo>
                  <a:lnTo>
                    <a:pt x="151109" y="635520"/>
                  </a:lnTo>
                  <a:lnTo>
                    <a:pt x="153499" y="633064"/>
                  </a:lnTo>
                  <a:lnTo>
                    <a:pt x="154003" y="630171"/>
                  </a:lnTo>
                  <a:lnTo>
                    <a:pt x="154003" y="627278"/>
                  </a:lnTo>
                  <a:lnTo>
                    <a:pt x="155451" y="625966"/>
                  </a:lnTo>
                  <a:lnTo>
                    <a:pt x="158210" y="623645"/>
                  </a:lnTo>
                  <a:lnTo>
                    <a:pt x="162855" y="622905"/>
                  </a:lnTo>
                  <a:lnTo>
                    <a:pt x="165311" y="622905"/>
                  </a:lnTo>
                  <a:cubicBezTo>
                    <a:pt x="165311" y="622905"/>
                    <a:pt x="166052" y="620584"/>
                    <a:pt x="167330" y="620584"/>
                  </a:cubicBezTo>
                  <a:cubicBezTo>
                    <a:pt x="168643" y="620584"/>
                    <a:pt x="170797" y="619407"/>
                    <a:pt x="171369" y="619407"/>
                  </a:cubicBezTo>
                  <a:cubicBezTo>
                    <a:pt x="171941" y="619407"/>
                    <a:pt x="172244" y="619104"/>
                    <a:pt x="173557" y="619104"/>
                  </a:cubicBezTo>
                  <a:cubicBezTo>
                    <a:pt x="174869" y="619104"/>
                    <a:pt x="177326" y="618801"/>
                    <a:pt x="178639" y="618801"/>
                  </a:cubicBezTo>
                  <a:cubicBezTo>
                    <a:pt x="179951" y="618801"/>
                    <a:pt x="180220" y="618666"/>
                    <a:pt x="182408" y="618936"/>
                  </a:cubicBezTo>
                  <a:cubicBezTo>
                    <a:pt x="184595" y="619238"/>
                    <a:pt x="184730" y="618936"/>
                    <a:pt x="185908" y="618801"/>
                  </a:cubicBezTo>
                  <a:cubicBezTo>
                    <a:pt x="187086" y="618666"/>
                    <a:pt x="189374" y="616917"/>
                    <a:pt x="190384" y="616783"/>
                  </a:cubicBezTo>
                  <a:cubicBezTo>
                    <a:pt x="191394" y="616648"/>
                    <a:pt x="192706" y="614461"/>
                    <a:pt x="192706" y="614461"/>
                  </a:cubicBezTo>
                  <a:lnTo>
                    <a:pt x="198798" y="611770"/>
                  </a:lnTo>
                  <a:lnTo>
                    <a:pt x="200110" y="610694"/>
                  </a:lnTo>
                  <a:lnTo>
                    <a:pt x="205327" y="610694"/>
                  </a:lnTo>
                  <a:lnTo>
                    <a:pt x="210106" y="614596"/>
                  </a:lnTo>
                  <a:lnTo>
                    <a:pt x="216197" y="619945"/>
                  </a:lnTo>
                  <a:cubicBezTo>
                    <a:pt x="216197" y="619945"/>
                    <a:pt x="221851" y="625596"/>
                    <a:pt x="222154" y="626336"/>
                  </a:cubicBezTo>
                  <a:cubicBezTo>
                    <a:pt x="222423" y="627076"/>
                    <a:pt x="225048" y="629095"/>
                    <a:pt x="225048" y="629095"/>
                  </a:cubicBezTo>
                  <a:cubicBezTo>
                    <a:pt x="225048" y="629095"/>
                    <a:pt x="228077" y="630979"/>
                    <a:pt x="228683" y="631281"/>
                  </a:cubicBezTo>
                  <a:cubicBezTo>
                    <a:pt x="229255" y="631584"/>
                    <a:pt x="231443" y="632291"/>
                    <a:pt x="232015" y="632291"/>
                  </a:cubicBezTo>
                  <a:cubicBezTo>
                    <a:pt x="232587" y="632291"/>
                    <a:pt x="235784" y="633300"/>
                    <a:pt x="236928" y="634309"/>
                  </a:cubicBezTo>
                  <a:cubicBezTo>
                    <a:pt x="238072" y="635318"/>
                    <a:pt x="240698" y="635184"/>
                    <a:pt x="240698" y="635184"/>
                  </a:cubicBezTo>
                  <a:lnTo>
                    <a:pt x="243592" y="633737"/>
                  </a:lnTo>
                  <a:cubicBezTo>
                    <a:pt x="243592" y="633737"/>
                    <a:pt x="244904" y="630104"/>
                    <a:pt x="245174" y="629397"/>
                  </a:cubicBezTo>
                  <a:cubicBezTo>
                    <a:pt x="245477" y="628658"/>
                    <a:pt x="245477" y="627211"/>
                    <a:pt x="245477" y="626370"/>
                  </a:cubicBezTo>
                  <a:cubicBezTo>
                    <a:pt x="245477" y="625495"/>
                    <a:pt x="245039" y="621156"/>
                    <a:pt x="245039" y="621156"/>
                  </a:cubicBezTo>
                  <a:lnTo>
                    <a:pt x="240260" y="615942"/>
                  </a:lnTo>
                  <a:cubicBezTo>
                    <a:pt x="240260" y="615942"/>
                    <a:pt x="239957" y="614932"/>
                    <a:pt x="238510" y="613318"/>
                  </a:cubicBezTo>
                  <a:cubicBezTo>
                    <a:pt x="237063" y="611737"/>
                    <a:pt x="235313" y="610559"/>
                    <a:pt x="235448" y="609416"/>
                  </a:cubicBezTo>
                  <a:cubicBezTo>
                    <a:pt x="235582" y="608238"/>
                    <a:pt x="236592" y="604504"/>
                    <a:pt x="236895" y="604067"/>
                  </a:cubicBezTo>
                  <a:cubicBezTo>
                    <a:pt x="237197" y="603630"/>
                    <a:pt x="239217" y="601039"/>
                    <a:pt x="239217" y="601039"/>
                  </a:cubicBezTo>
                  <a:lnTo>
                    <a:pt x="243121" y="598584"/>
                  </a:lnTo>
                  <a:lnTo>
                    <a:pt x="244433" y="596397"/>
                  </a:lnTo>
                  <a:cubicBezTo>
                    <a:pt x="244433" y="596397"/>
                    <a:pt x="247193" y="594379"/>
                    <a:pt x="247631" y="594211"/>
                  </a:cubicBezTo>
                  <a:cubicBezTo>
                    <a:pt x="248068" y="594076"/>
                    <a:pt x="249515" y="591889"/>
                    <a:pt x="249515" y="591889"/>
                  </a:cubicBezTo>
                  <a:lnTo>
                    <a:pt x="253352" y="589198"/>
                  </a:lnTo>
                  <a:lnTo>
                    <a:pt x="251400" y="579005"/>
                  </a:lnTo>
                  <a:lnTo>
                    <a:pt x="251400" y="571605"/>
                  </a:lnTo>
                  <a:lnTo>
                    <a:pt x="244433" y="565314"/>
                  </a:lnTo>
                  <a:lnTo>
                    <a:pt x="244433" y="557711"/>
                  </a:lnTo>
                  <a:lnTo>
                    <a:pt x="255068" y="550109"/>
                  </a:lnTo>
                  <a:lnTo>
                    <a:pt x="258333" y="542506"/>
                  </a:lnTo>
                  <a:lnTo>
                    <a:pt x="261362" y="530564"/>
                  </a:lnTo>
                  <a:lnTo>
                    <a:pt x="262472" y="519934"/>
                  </a:lnTo>
                  <a:lnTo>
                    <a:pt x="264626" y="514081"/>
                  </a:lnTo>
                  <a:lnTo>
                    <a:pt x="262876" y="508631"/>
                  </a:lnTo>
                  <a:cubicBezTo>
                    <a:pt x="262876" y="508631"/>
                    <a:pt x="262001" y="502341"/>
                    <a:pt x="262674" y="502105"/>
                  </a:cubicBezTo>
                  <a:cubicBezTo>
                    <a:pt x="263313" y="501870"/>
                    <a:pt x="268328" y="498842"/>
                    <a:pt x="268328" y="498842"/>
                  </a:cubicBezTo>
                  <a:lnTo>
                    <a:pt x="271794" y="489726"/>
                  </a:lnTo>
                  <a:lnTo>
                    <a:pt x="270482" y="484512"/>
                  </a:lnTo>
                  <a:lnTo>
                    <a:pt x="272636" y="479499"/>
                  </a:lnTo>
                  <a:lnTo>
                    <a:pt x="276775" y="476472"/>
                  </a:lnTo>
                  <a:cubicBezTo>
                    <a:pt x="276775" y="476472"/>
                    <a:pt x="279603" y="476035"/>
                    <a:pt x="280477" y="475597"/>
                  </a:cubicBezTo>
                  <a:cubicBezTo>
                    <a:pt x="281352" y="475160"/>
                    <a:pt x="287208" y="471258"/>
                    <a:pt x="287208" y="471258"/>
                  </a:cubicBezTo>
                  <a:lnTo>
                    <a:pt x="291785" y="467995"/>
                  </a:lnTo>
                  <a:lnTo>
                    <a:pt x="294612" y="462579"/>
                  </a:lnTo>
                  <a:lnTo>
                    <a:pt x="297439" y="457163"/>
                  </a:lnTo>
                  <a:lnTo>
                    <a:pt x="299391" y="454337"/>
                  </a:lnTo>
                  <a:lnTo>
                    <a:pt x="301545" y="452823"/>
                  </a:lnTo>
                  <a:lnTo>
                    <a:pt x="306324" y="449997"/>
                  </a:lnTo>
                  <a:lnTo>
                    <a:pt x="307637" y="445994"/>
                  </a:lnTo>
                  <a:lnTo>
                    <a:pt x="304810" y="443942"/>
                  </a:lnTo>
                  <a:lnTo>
                    <a:pt x="299156" y="443942"/>
                  </a:lnTo>
                  <a:lnTo>
                    <a:pt x="293939" y="443942"/>
                  </a:lnTo>
                  <a:lnTo>
                    <a:pt x="291314" y="439367"/>
                  </a:lnTo>
                  <a:lnTo>
                    <a:pt x="291314" y="436104"/>
                  </a:lnTo>
                  <a:lnTo>
                    <a:pt x="294141" y="429814"/>
                  </a:lnTo>
                  <a:cubicBezTo>
                    <a:pt x="294141" y="429814"/>
                    <a:pt x="297204" y="424599"/>
                    <a:pt x="297843" y="424599"/>
                  </a:cubicBezTo>
                  <a:cubicBezTo>
                    <a:pt x="298483" y="424599"/>
                    <a:pt x="305011" y="420260"/>
                    <a:pt x="305011" y="420260"/>
                  </a:cubicBezTo>
                  <a:lnTo>
                    <a:pt x="308276" y="417434"/>
                  </a:lnTo>
                  <a:lnTo>
                    <a:pt x="314132" y="414407"/>
                  </a:lnTo>
                  <a:lnTo>
                    <a:pt x="317161" y="409428"/>
                  </a:lnTo>
                  <a:cubicBezTo>
                    <a:pt x="317161" y="409428"/>
                    <a:pt x="316723" y="404214"/>
                    <a:pt x="316522" y="403575"/>
                  </a:cubicBezTo>
                  <a:cubicBezTo>
                    <a:pt x="316286" y="402935"/>
                    <a:pt x="312180" y="397486"/>
                    <a:pt x="312180" y="397486"/>
                  </a:cubicBezTo>
                  <a:lnTo>
                    <a:pt x="307603" y="391633"/>
                  </a:lnTo>
                  <a:lnTo>
                    <a:pt x="304136" y="384030"/>
                  </a:lnTo>
                  <a:lnTo>
                    <a:pt x="299559" y="380330"/>
                  </a:lnTo>
                  <a:lnTo>
                    <a:pt x="299122" y="374039"/>
                  </a:lnTo>
                  <a:lnTo>
                    <a:pt x="303026" y="371852"/>
                  </a:lnTo>
                  <a:lnTo>
                    <a:pt x="305214" y="369027"/>
                  </a:lnTo>
                  <a:lnTo>
                    <a:pt x="309117" y="360987"/>
                  </a:lnTo>
                  <a:lnTo>
                    <a:pt x="313896" y="356647"/>
                  </a:lnTo>
                  <a:lnTo>
                    <a:pt x="318238" y="351231"/>
                  </a:lnTo>
                  <a:lnTo>
                    <a:pt x="329310" y="343629"/>
                  </a:lnTo>
                  <a:lnTo>
                    <a:pt x="338431" y="342552"/>
                  </a:lnTo>
                  <a:lnTo>
                    <a:pt x="344959" y="341913"/>
                  </a:lnTo>
                  <a:lnTo>
                    <a:pt x="351253" y="335387"/>
                  </a:lnTo>
                  <a:lnTo>
                    <a:pt x="354080" y="332999"/>
                  </a:lnTo>
                  <a:lnTo>
                    <a:pt x="356671" y="327785"/>
                  </a:lnTo>
                  <a:lnTo>
                    <a:pt x="359061" y="322133"/>
                  </a:lnTo>
                  <a:lnTo>
                    <a:pt x="363099" y="318231"/>
                  </a:lnTo>
                  <a:lnTo>
                    <a:pt x="366027" y="313454"/>
                  </a:lnTo>
                  <a:lnTo>
                    <a:pt x="366027" y="309316"/>
                  </a:lnTo>
                  <a:lnTo>
                    <a:pt x="363638" y="304304"/>
                  </a:lnTo>
                  <a:lnTo>
                    <a:pt x="360374" y="303228"/>
                  </a:lnTo>
                  <a:cubicBezTo>
                    <a:pt x="360374" y="303228"/>
                    <a:pt x="357984" y="300402"/>
                    <a:pt x="357984" y="299325"/>
                  </a:cubicBezTo>
                  <a:cubicBezTo>
                    <a:pt x="357984" y="298249"/>
                    <a:pt x="358186" y="293472"/>
                    <a:pt x="358186" y="293472"/>
                  </a:cubicBezTo>
                  <a:lnTo>
                    <a:pt x="355998" y="289335"/>
                  </a:lnTo>
                  <a:lnTo>
                    <a:pt x="352094" y="287383"/>
                  </a:lnTo>
                  <a:lnTo>
                    <a:pt x="345801" y="283919"/>
                  </a:lnTo>
                  <a:lnTo>
                    <a:pt x="347113" y="280655"/>
                  </a:lnTo>
                  <a:lnTo>
                    <a:pt x="348191" y="276081"/>
                  </a:lnTo>
                  <a:cubicBezTo>
                    <a:pt x="348191" y="276081"/>
                    <a:pt x="351657" y="272178"/>
                    <a:pt x="352330" y="271943"/>
                  </a:cubicBezTo>
                  <a:cubicBezTo>
                    <a:pt x="352969" y="271741"/>
                    <a:pt x="359936" y="268041"/>
                    <a:pt x="359936" y="268041"/>
                  </a:cubicBezTo>
                  <a:lnTo>
                    <a:pt x="365152" y="265652"/>
                  </a:lnTo>
                  <a:lnTo>
                    <a:pt x="372119" y="260438"/>
                  </a:lnTo>
                  <a:lnTo>
                    <a:pt x="374946" y="255863"/>
                  </a:lnTo>
                  <a:lnTo>
                    <a:pt x="375383" y="248698"/>
                  </a:lnTo>
                  <a:lnTo>
                    <a:pt x="376023" y="246511"/>
                  </a:lnTo>
                  <a:lnTo>
                    <a:pt x="379725" y="243450"/>
                  </a:lnTo>
                  <a:lnTo>
                    <a:pt x="384941" y="241701"/>
                  </a:lnTo>
                  <a:lnTo>
                    <a:pt x="389720" y="238875"/>
                  </a:lnTo>
                  <a:lnTo>
                    <a:pt x="392110" y="236487"/>
                  </a:lnTo>
                  <a:lnTo>
                    <a:pt x="394701" y="233661"/>
                  </a:lnTo>
                  <a:lnTo>
                    <a:pt x="396451" y="233661"/>
                  </a:lnTo>
                  <a:lnTo>
                    <a:pt x="401667" y="236049"/>
                  </a:lnTo>
                  <a:lnTo>
                    <a:pt x="402542" y="241499"/>
                  </a:lnTo>
                  <a:lnTo>
                    <a:pt x="406009" y="247789"/>
                  </a:lnTo>
                  <a:lnTo>
                    <a:pt x="412101" y="248664"/>
                  </a:lnTo>
                  <a:lnTo>
                    <a:pt x="415365" y="246713"/>
                  </a:lnTo>
                  <a:lnTo>
                    <a:pt x="421255" y="243887"/>
                  </a:lnTo>
                  <a:lnTo>
                    <a:pt x="424284" y="240624"/>
                  </a:lnTo>
                  <a:cubicBezTo>
                    <a:pt x="424284" y="240624"/>
                    <a:pt x="428861" y="235847"/>
                    <a:pt x="429702" y="235410"/>
                  </a:cubicBezTo>
                  <a:cubicBezTo>
                    <a:pt x="430577" y="234973"/>
                    <a:pt x="439933" y="230398"/>
                    <a:pt x="439933" y="230398"/>
                  </a:cubicBezTo>
                  <a:lnTo>
                    <a:pt x="447101" y="226260"/>
                  </a:lnTo>
                  <a:lnTo>
                    <a:pt x="450164" y="228648"/>
                  </a:lnTo>
                  <a:lnTo>
                    <a:pt x="453193" y="230398"/>
                  </a:lnTo>
                  <a:lnTo>
                    <a:pt x="456222" y="227572"/>
                  </a:lnTo>
                  <a:lnTo>
                    <a:pt x="457332" y="222156"/>
                  </a:lnTo>
                  <a:lnTo>
                    <a:pt x="459082" y="220844"/>
                  </a:lnTo>
                  <a:cubicBezTo>
                    <a:pt x="459082" y="220844"/>
                    <a:pt x="463659" y="218018"/>
                    <a:pt x="464501" y="218018"/>
                  </a:cubicBezTo>
                  <a:cubicBezTo>
                    <a:pt x="465376" y="218018"/>
                    <a:pt x="469515" y="218018"/>
                    <a:pt x="469515" y="218018"/>
                  </a:cubicBezTo>
                  <a:lnTo>
                    <a:pt x="474530" y="214318"/>
                  </a:lnTo>
                  <a:lnTo>
                    <a:pt x="477794" y="212804"/>
                  </a:lnTo>
                  <a:lnTo>
                    <a:pt x="478232" y="212804"/>
                  </a:lnTo>
                  <a:lnTo>
                    <a:pt x="478669" y="205404"/>
                  </a:lnTo>
                  <a:lnTo>
                    <a:pt x="478030" y="201501"/>
                  </a:lnTo>
                  <a:lnTo>
                    <a:pt x="476515" y="196085"/>
                  </a:lnTo>
                  <a:lnTo>
                    <a:pt x="478030" y="194572"/>
                  </a:lnTo>
                  <a:lnTo>
                    <a:pt x="481732" y="194134"/>
                  </a:lnTo>
                  <a:lnTo>
                    <a:pt x="484996" y="187171"/>
                  </a:lnTo>
                  <a:lnTo>
                    <a:pt x="488025" y="175868"/>
                  </a:lnTo>
                  <a:lnTo>
                    <a:pt x="481900" y="169577"/>
                  </a:lnTo>
                  <a:close/>
                </a:path>
              </a:pathLst>
            </a:custGeom>
            <a:grpFill/>
            <a:ln w="6350" cap="flat">
              <a:solidFill>
                <a:schemeClr val="bg1"/>
              </a:solidFill>
              <a:prstDash val="solid"/>
              <a:miter/>
            </a:ln>
          </p:spPr>
          <p:txBody>
            <a:bodyPr rtlCol="0" anchor="ctr"/>
            <a:lstStyle/>
            <a:p>
              <a:endParaRPr lang="en-US"/>
            </a:p>
          </p:txBody>
        </p:sp>
        <p:sp>
          <p:nvSpPr>
            <p:cNvPr id="174" name="Freeform 891">
              <a:extLst>
                <a:ext uri="{FF2B5EF4-FFF2-40B4-BE49-F238E27FC236}">
                  <a16:creationId xmlns:a16="http://schemas.microsoft.com/office/drawing/2014/main" id="{5675DA44-446D-04CA-FB10-4CAE267B0168}"/>
                </a:ext>
              </a:extLst>
            </p:cNvPr>
            <p:cNvSpPr/>
            <p:nvPr/>
          </p:nvSpPr>
          <p:spPr>
            <a:xfrm>
              <a:off x="7686318" y="3112847"/>
              <a:ext cx="288042" cy="323922"/>
            </a:xfrm>
            <a:custGeom>
              <a:avLst/>
              <a:gdLst>
                <a:gd name="connsiteX0" fmla="*/ 524607 w 553012"/>
                <a:gd name="connsiteY0" fmla="*/ 522356 h 621896"/>
                <a:gd name="connsiteX1" fmla="*/ 525752 w 553012"/>
                <a:gd name="connsiteY1" fmla="*/ 518589 h 621896"/>
                <a:gd name="connsiteX2" fmla="*/ 526896 w 553012"/>
                <a:gd name="connsiteY2" fmla="*/ 513677 h 621896"/>
                <a:gd name="connsiteX3" fmla="*/ 525752 w 553012"/>
                <a:gd name="connsiteY3" fmla="*/ 510784 h 621896"/>
                <a:gd name="connsiteX4" fmla="*/ 522555 w 553012"/>
                <a:gd name="connsiteY4" fmla="*/ 508766 h 621896"/>
                <a:gd name="connsiteX5" fmla="*/ 521983 w 553012"/>
                <a:gd name="connsiteY5" fmla="*/ 502677 h 621896"/>
                <a:gd name="connsiteX6" fmla="*/ 522285 w 553012"/>
                <a:gd name="connsiteY6" fmla="*/ 499481 h 621896"/>
                <a:gd name="connsiteX7" fmla="*/ 522858 w 553012"/>
                <a:gd name="connsiteY7" fmla="*/ 493964 h 621896"/>
                <a:gd name="connsiteX8" fmla="*/ 525180 w 553012"/>
                <a:gd name="connsiteY8" fmla="*/ 489322 h 621896"/>
                <a:gd name="connsiteX9" fmla="*/ 525180 w 553012"/>
                <a:gd name="connsiteY9" fmla="*/ 486732 h 621896"/>
                <a:gd name="connsiteX10" fmla="*/ 528511 w 553012"/>
                <a:gd name="connsiteY10" fmla="*/ 480071 h 621896"/>
                <a:gd name="connsiteX11" fmla="*/ 530093 w 553012"/>
                <a:gd name="connsiteY11" fmla="*/ 476875 h 621896"/>
                <a:gd name="connsiteX12" fmla="*/ 529521 w 553012"/>
                <a:gd name="connsiteY12" fmla="*/ 472536 h 621896"/>
                <a:gd name="connsiteX13" fmla="*/ 529252 w 553012"/>
                <a:gd name="connsiteY13" fmla="*/ 465303 h 621896"/>
                <a:gd name="connsiteX14" fmla="*/ 531271 w 553012"/>
                <a:gd name="connsiteY14" fmla="*/ 460089 h 621896"/>
                <a:gd name="connsiteX15" fmla="*/ 538238 w 553012"/>
                <a:gd name="connsiteY15" fmla="*/ 456624 h 621896"/>
                <a:gd name="connsiteX16" fmla="*/ 543757 w 553012"/>
                <a:gd name="connsiteY16" fmla="*/ 454606 h 621896"/>
                <a:gd name="connsiteX17" fmla="*/ 548974 w 553012"/>
                <a:gd name="connsiteY17" fmla="*/ 451982 h 621896"/>
                <a:gd name="connsiteX18" fmla="*/ 551868 w 553012"/>
                <a:gd name="connsiteY18" fmla="*/ 448517 h 621896"/>
                <a:gd name="connsiteX19" fmla="*/ 553012 w 553012"/>
                <a:gd name="connsiteY19" fmla="*/ 445691 h 621896"/>
                <a:gd name="connsiteX20" fmla="*/ 550118 w 553012"/>
                <a:gd name="connsiteY20" fmla="*/ 441554 h 621896"/>
                <a:gd name="connsiteX21" fmla="*/ 546349 w 553012"/>
                <a:gd name="connsiteY21" fmla="*/ 441251 h 621896"/>
                <a:gd name="connsiteX22" fmla="*/ 542007 w 553012"/>
                <a:gd name="connsiteY22" fmla="*/ 442126 h 621896"/>
                <a:gd name="connsiteX23" fmla="*/ 533593 w 553012"/>
                <a:gd name="connsiteY23" fmla="*/ 445691 h 621896"/>
                <a:gd name="connsiteX24" fmla="*/ 527805 w 553012"/>
                <a:gd name="connsiteY24" fmla="*/ 448517 h 621896"/>
                <a:gd name="connsiteX25" fmla="*/ 524036 w 553012"/>
                <a:gd name="connsiteY25" fmla="*/ 448517 h 621896"/>
                <a:gd name="connsiteX26" fmla="*/ 523463 w 553012"/>
                <a:gd name="connsiteY26" fmla="*/ 445557 h 621896"/>
                <a:gd name="connsiteX27" fmla="*/ 524338 w 553012"/>
                <a:gd name="connsiteY27" fmla="*/ 440982 h 621896"/>
                <a:gd name="connsiteX28" fmla="*/ 526358 w 553012"/>
                <a:gd name="connsiteY28" fmla="*/ 437786 h 621896"/>
                <a:gd name="connsiteX29" fmla="*/ 530699 w 553012"/>
                <a:gd name="connsiteY29" fmla="*/ 434590 h 621896"/>
                <a:gd name="connsiteX30" fmla="*/ 531271 w 553012"/>
                <a:gd name="connsiteY30" fmla="*/ 427930 h 621896"/>
                <a:gd name="connsiteX31" fmla="*/ 533021 w 553012"/>
                <a:gd name="connsiteY31" fmla="*/ 421841 h 621896"/>
                <a:gd name="connsiteX32" fmla="*/ 534771 w 553012"/>
                <a:gd name="connsiteY32" fmla="*/ 418073 h 621896"/>
                <a:gd name="connsiteX33" fmla="*/ 537665 w 553012"/>
                <a:gd name="connsiteY33" fmla="*/ 413162 h 621896"/>
                <a:gd name="connsiteX34" fmla="*/ 537363 w 553012"/>
                <a:gd name="connsiteY34" fmla="*/ 406501 h 621896"/>
                <a:gd name="connsiteX35" fmla="*/ 535613 w 553012"/>
                <a:gd name="connsiteY35" fmla="*/ 403036 h 621896"/>
                <a:gd name="connsiteX36" fmla="*/ 529521 w 553012"/>
                <a:gd name="connsiteY36" fmla="*/ 394627 h 621896"/>
                <a:gd name="connsiteX37" fmla="*/ 523733 w 553012"/>
                <a:gd name="connsiteY37" fmla="*/ 394627 h 621896"/>
                <a:gd name="connsiteX38" fmla="*/ 511920 w 553012"/>
                <a:gd name="connsiteY38" fmla="*/ 393382 h 621896"/>
                <a:gd name="connsiteX39" fmla="*/ 509530 w 553012"/>
                <a:gd name="connsiteY39" fmla="*/ 391565 h 621896"/>
                <a:gd name="connsiteX40" fmla="*/ 509329 w 553012"/>
                <a:gd name="connsiteY40" fmla="*/ 386553 h 621896"/>
                <a:gd name="connsiteX41" fmla="*/ 508453 w 553012"/>
                <a:gd name="connsiteY41" fmla="*/ 382415 h 621896"/>
                <a:gd name="connsiteX42" fmla="*/ 509093 w 553012"/>
                <a:gd name="connsiteY42" fmla="*/ 378715 h 621896"/>
                <a:gd name="connsiteX43" fmla="*/ 510170 w 553012"/>
                <a:gd name="connsiteY43" fmla="*/ 377403 h 621896"/>
                <a:gd name="connsiteX44" fmla="*/ 512358 w 553012"/>
                <a:gd name="connsiteY44" fmla="*/ 373501 h 621896"/>
                <a:gd name="connsiteX45" fmla="*/ 512593 w 553012"/>
                <a:gd name="connsiteY45" fmla="*/ 366975 h 621896"/>
                <a:gd name="connsiteX46" fmla="*/ 513468 w 553012"/>
                <a:gd name="connsiteY46" fmla="*/ 363274 h 621896"/>
                <a:gd name="connsiteX47" fmla="*/ 517810 w 553012"/>
                <a:gd name="connsiteY47" fmla="*/ 357858 h 621896"/>
                <a:gd name="connsiteX48" fmla="*/ 516295 w 553012"/>
                <a:gd name="connsiteY48" fmla="*/ 353721 h 621896"/>
                <a:gd name="connsiteX49" fmla="*/ 507376 w 553012"/>
                <a:gd name="connsiteY49" fmla="*/ 349146 h 621896"/>
                <a:gd name="connsiteX50" fmla="*/ 502598 w 553012"/>
                <a:gd name="connsiteY50" fmla="*/ 343932 h 621896"/>
                <a:gd name="connsiteX51" fmla="*/ 500848 w 553012"/>
                <a:gd name="connsiteY51" fmla="*/ 338717 h 621896"/>
                <a:gd name="connsiteX52" fmla="*/ 501285 w 553012"/>
                <a:gd name="connsiteY52" fmla="*/ 333503 h 621896"/>
                <a:gd name="connsiteX53" fmla="*/ 503237 w 553012"/>
                <a:gd name="connsiteY53" fmla="*/ 330678 h 621896"/>
                <a:gd name="connsiteX54" fmla="*/ 505862 w 553012"/>
                <a:gd name="connsiteY54" fmla="*/ 327213 h 621896"/>
                <a:gd name="connsiteX55" fmla="*/ 508891 w 553012"/>
                <a:gd name="connsiteY55" fmla="*/ 324589 h 621896"/>
                <a:gd name="connsiteX56" fmla="*/ 510204 w 553012"/>
                <a:gd name="connsiteY56" fmla="*/ 320451 h 621896"/>
                <a:gd name="connsiteX57" fmla="*/ 511280 w 553012"/>
                <a:gd name="connsiteY57" fmla="*/ 316313 h 621896"/>
                <a:gd name="connsiteX58" fmla="*/ 511718 w 553012"/>
                <a:gd name="connsiteY58" fmla="*/ 311537 h 621896"/>
                <a:gd name="connsiteX59" fmla="*/ 511954 w 553012"/>
                <a:gd name="connsiteY59" fmla="*/ 309585 h 621896"/>
                <a:gd name="connsiteX60" fmla="*/ 508050 w 553012"/>
                <a:gd name="connsiteY60" fmla="*/ 309384 h 621896"/>
                <a:gd name="connsiteX61" fmla="*/ 501958 w 553012"/>
                <a:gd name="connsiteY61" fmla="*/ 310258 h 621896"/>
                <a:gd name="connsiteX62" fmla="*/ 496506 w 553012"/>
                <a:gd name="connsiteY62" fmla="*/ 314598 h 621896"/>
                <a:gd name="connsiteX63" fmla="*/ 492804 w 553012"/>
                <a:gd name="connsiteY63" fmla="*/ 314598 h 621896"/>
                <a:gd name="connsiteX64" fmla="*/ 487790 w 553012"/>
                <a:gd name="connsiteY64" fmla="*/ 313286 h 621896"/>
                <a:gd name="connsiteX65" fmla="*/ 484289 w 553012"/>
                <a:gd name="connsiteY65" fmla="*/ 311099 h 621896"/>
                <a:gd name="connsiteX66" fmla="*/ 481698 w 553012"/>
                <a:gd name="connsiteY66" fmla="*/ 311099 h 621896"/>
                <a:gd name="connsiteX67" fmla="*/ 481698 w 553012"/>
                <a:gd name="connsiteY67" fmla="*/ 306962 h 621896"/>
                <a:gd name="connsiteX68" fmla="*/ 481059 w 553012"/>
                <a:gd name="connsiteY68" fmla="*/ 305650 h 621896"/>
                <a:gd name="connsiteX69" fmla="*/ 480184 w 553012"/>
                <a:gd name="connsiteY69" fmla="*/ 299998 h 621896"/>
                <a:gd name="connsiteX70" fmla="*/ 479746 w 553012"/>
                <a:gd name="connsiteY70" fmla="*/ 294145 h 621896"/>
                <a:gd name="connsiteX71" fmla="*/ 477121 w 553012"/>
                <a:gd name="connsiteY71" fmla="*/ 291117 h 621896"/>
                <a:gd name="connsiteX72" fmla="*/ 478871 w 553012"/>
                <a:gd name="connsiteY72" fmla="*/ 288494 h 621896"/>
                <a:gd name="connsiteX73" fmla="*/ 480386 w 553012"/>
                <a:gd name="connsiteY73" fmla="*/ 286980 h 621896"/>
                <a:gd name="connsiteX74" fmla="*/ 483852 w 553012"/>
                <a:gd name="connsiteY74" fmla="*/ 283515 h 621896"/>
                <a:gd name="connsiteX75" fmla="*/ 485804 w 553012"/>
                <a:gd name="connsiteY75" fmla="*/ 278099 h 621896"/>
                <a:gd name="connsiteX76" fmla="*/ 486881 w 553012"/>
                <a:gd name="connsiteY76" fmla="*/ 275508 h 621896"/>
                <a:gd name="connsiteX77" fmla="*/ 489270 w 553012"/>
                <a:gd name="connsiteY77" fmla="*/ 272246 h 621896"/>
                <a:gd name="connsiteX78" fmla="*/ 492737 w 553012"/>
                <a:gd name="connsiteY78" fmla="*/ 269184 h 621896"/>
                <a:gd name="connsiteX79" fmla="*/ 494049 w 553012"/>
                <a:gd name="connsiteY79" fmla="*/ 266998 h 621896"/>
                <a:gd name="connsiteX80" fmla="*/ 495564 w 553012"/>
                <a:gd name="connsiteY80" fmla="*/ 265047 h 621896"/>
                <a:gd name="connsiteX81" fmla="*/ 495564 w 553012"/>
                <a:gd name="connsiteY81" fmla="*/ 258083 h 621896"/>
                <a:gd name="connsiteX82" fmla="*/ 495564 w 553012"/>
                <a:gd name="connsiteY82" fmla="*/ 252869 h 621896"/>
                <a:gd name="connsiteX83" fmla="*/ 495564 w 553012"/>
                <a:gd name="connsiteY83" fmla="*/ 249841 h 621896"/>
                <a:gd name="connsiteX84" fmla="*/ 496876 w 553012"/>
                <a:gd name="connsiteY84" fmla="*/ 247453 h 621896"/>
                <a:gd name="connsiteX85" fmla="*/ 499266 w 553012"/>
                <a:gd name="connsiteY85" fmla="*/ 244392 h 621896"/>
                <a:gd name="connsiteX86" fmla="*/ 502968 w 553012"/>
                <a:gd name="connsiteY86" fmla="*/ 242004 h 621896"/>
                <a:gd name="connsiteX87" fmla="*/ 507982 w 553012"/>
                <a:gd name="connsiteY87" fmla="*/ 240927 h 621896"/>
                <a:gd name="connsiteX88" fmla="*/ 511247 w 553012"/>
                <a:gd name="connsiteY88" fmla="*/ 239413 h 621896"/>
                <a:gd name="connsiteX89" fmla="*/ 519055 w 553012"/>
                <a:gd name="connsiteY89" fmla="*/ 237227 h 621896"/>
                <a:gd name="connsiteX90" fmla="*/ 522083 w 553012"/>
                <a:gd name="connsiteY90" fmla="*/ 233762 h 621896"/>
                <a:gd name="connsiteX91" fmla="*/ 524911 w 553012"/>
                <a:gd name="connsiteY91" fmla="*/ 228346 h 621896"/>
                <a:gd name="connsiteX92" fmla="*/ 522521 w 553012"/>
                <a:gd name="connsiteY92" fmla="*/ 224208 h 621896"/>
                <a:gd name="connsiteX93" fmla="*/ 517944 w 553012"/>
                <a:gd name="connsiteY93" fmla="*/ 224208 h 621896"/>
                <a:gd name="connsiteX94" fmla="*/ 517305 w 553012"/>
                <a:gd name="connsiteY94" fmla="*/ 220743 h 621896"/>
                <a:gd name="connsiteX95" fmla="*/ 524473 w 553012"/>
                <a:gd name="connsiteY95" fmla="*/ 217043 h 621896"/>
                <a:gd name="connsiteX96" fmla="*/ 534468 w 553012"/>
                <a:gd name="connsiteY96" fmla="*/ 209440 h 621896"/>
                <a:gd name="connsiteX97" fmla="*/ 539920 w 553012"/>
                <a:gd name="connsiteY97" fmla="*/ 202477 h 621896"/>
                <a:gd name="connsiteX98" fmla="*/ 536891 w 553012"/>
                <a:gd name="connsiteY98" fmla="*/ 197465 h 621896"/>
                <a:gd name="connsiteX99" fmla="*/ 541233 w 553012"/>
                <a:gd name="connsiteY99" fmla="*/ 195278 h 621896"/>
                <a:gd name="connsiteX100" fmla="*/ 542546 w 553012"/>
                <a:gd name="connsiteY100" fmla="*/ 192250 h 621896"/>
                <a:gd name="connsiteX101" fmla="*/ 543185 w 553012"/>
                <a:gd name="connsiteY101" fmla="*/ 189660 h 621896"/>
                <a:gd name="connsiteX102" fmla="*/ 542310 w 553012"/>
                <a:gd name="connsiteY102" fmla="*/ 185960 h 621896"/>
                <a:gd name="connsiteX103" fmla="*/ 539281 w 553012"/>
                <a:gd name="connsiteY103" fmla="*/ 183807 h 621896"/>
                <a:gd name="connsiteX104" fmla="*/ 532314 w 553012"/>
                <a:gd name="connsiteY104" fmla="*/ 183773 h 621896"/>
                <a:gd name="connsiteX105" fmla="*/ 526896 w 553012"/>
                <a:gd name="connsiteY105" fmla="*/ 177247 h 621896"/>
                <a:gd name="connsiteX106" fmla="*/ 526896 w 553012"/>
                <a:gd name="connsiteY106" fmla="*/ 173345 h 621896"/>
                <a:gd name="connsiteX107" fmla="*/ 529285 w 553012"/>
                <a:gd name="connsiteY107" fmla="*/ 164229 h 621896"/>
                <a:gd name="connsiteX108" fmla="*/ 533190 w 553012"/>
                <a:gd name="connsiteY108" fmla="*/ 155314 h 621896"/>
                <a:gd name="connsiteX109" fmla="*/ 534940 w 553012"/>
                <a:gd name="connsiteY109" fmla="*/ 145323 h 621896"/>
                <a:gd name="connsiteX110" fmla="*/ 533829 w 553012"/>
                <a:gd name="connsiteY110" fmla="*/ 142935 h 621896"/>
                <a:gd name="connsiteX111" fmla="*/ 526021 w 553012"/>
                <a:gd name="connsiteY111" fmla="*/ 137283 h 621896"/>
                <a:gd name="connsiteX112" fmla="*/ 522319 w 553012"/>
                <a:gd name="connsiteY112" fmla="*/ 137283 h 621896"/>
                <a:gd name="connsiteX113" fmla="*/ 514713 w 553012"/>
                <a:gd name="connsiteY113" fmla="*/ 134895 h 621896"/>
                <a:gd name="connsiteX114" fmla="*/ 512963 w 553012"/>
                <a:gd name="connsiteY114" fmla="*/ 129445 h 621896"/>
                <a:gd name="connsiteX115" fmla="*/ 512963 w 553012"/>
                <a:gd name="connsiteY115" fmla="*/ 122280 h 621896"/>
                <a:gd name="connsiteX116" fmla="*/ 511213 w 553012"/>
                <a:gd name="connsiteY116" fmla="*/ 115552 h 621896"/>
                <a:gd name="connsiteX117" fmla="*/ 511213 w 553012"/>
                <a:gd name="connsiteY117" fmla="*/ 112726 h 621896"/>
                <a:gd name="connsiteX118" fmla="*/ 508016 w 553012"/>
                <a:gd name="connsiteY118" fmla="*/ 115418 h 621896"/>
                <a:gd name="connsiteX119" fmla="*/ 506434 w 553012"/>
                <a:gd name="connsiteY119" fmla="*/ 120497 h 621896"/>
                <a:gd name="connsiteX120" fmla="*/ 502799 w 553012"/>
                <a:gd name="connsiteY120" fmla="*/ 120363 h 621896"/>
                <a:gd name="connsiteX121" fmla="*/ 501083 w 553012"/>
                <a:gd name="connsiteY121" fmla="*/ 121809 h 621896"/>
                <a:gd name="connsiteX122" fmla="*/ 497314 w 553012"/>
                <a:gd name="connsiteY122" fmla="*/ 118344 h 621896"/>
                <a:gd name="connsiteX123" fmla="*/ 497314 w 553012"/>
                <a:gd name="connsiteY123" fmla="*/ 115586 h 621896"/>
                <a:gd name="connsiteX124" fmla="*/ 497314 w 553012"/>
                <a:gd name="connsiteY124" fmla="*/ 114005 h 621896"/>
                <a:gd name="connsiteX125" fmla="*/ 495497 w 553012"/>
                <a:gd name="connsiteY125" fmla="*/ 111549 h 621896"/>
                <a:gd name="connsiteX126" fmla="*/ 493982 w 553012"/>
                <a:gd name="connsiteY126" fmla="*/ 112121 h 621896"/>
                <a:gd name="connsiteX127" fmla="*/ 492838 w 553012"/>
                <a:gd name="connsiteY127" fmla="*/ 113870 h 621896"/>
                <a:gd name="connsiteX128" fmla="*/ 491256 w 553012"/>
                <a:gd name="connsiteY128" fmla="*/ 115451 h 621896"/>
                <a:gd name="connsiteX129" fmla="*/ 488631 w 553012"/>
                <a:gd name="connsiteY129" fmla="*/ 116763 h 621896"/>
                <a:gd name="connsiteX130" fmla="*/ 486309 w 553012"/>
                <a:gd name="connsiteY130" fmla="*/ 117200 h 621896"/>
                <a:gd name="connsiteX131" fmla="*/ 483987 w 553012"/>
                <a:gd name="connsiteY131" fmla="*/ 116326 h 621896"/>
                <a:gd name="connsiteX132" fmla="*/ 480958 w 553012"/>
                <a:gd name="connsiteY132" fmla="*/ 113298 h 621896"/>
                <a:gd name="connsiteX133" fmla="*/ 479073 w 553012"/>
                <a:gd name="connsiteY133" fmla="*/ 111986 h 621896"/>
                <a:gd name="connsiteX134" fmla="*/ 478063 w 553012"/>
                <a:gd name="connsiteY134" fmla="*/ 109093 h 621896"/>
                <a:gd name="connsiteX135" fmla="*/ 478636 w 553012"/>
                <a:gd name="connsiteY135" fmla="*/ 107075 h 621896"/>
                <a:gd name="connsiteX136" fmla="*/ 480655 w 553012"/>
                <a:gd name="connsiteY136" fmla="*/ 104888 h 621896"/>
                <a:gd name="connsiteX137" fmla="*/ 483549 w 553012"/>
                <a:gd name="connsiteY137" fmla="*/ 103745 h 621896"/>
                <a:gd name="connsiteX138" fmla="*/ 486006 w 553012"/>
                <a:gd name="connsiteY138" fmla="*/ 102601 h 621896"/>
                <a:gd name="connsiteX139" fmla="*/ 486881 w 553012"/>
                <a:gd name="connsiteY139" fmla="*/ 100145 h 621896"/>
                <a:gd name="connsiteX140" fmla="*/ 483414 w 553012"/>
                <a:gd name="connsiteY140" fmla="*/ 99573 h 621896"/>
                <a:gd name="connsiteX141" fmla="*/ 480217 w 553012"/>
                <a:gd name="connsiteY141" fmla="*/ 98833 h 621896"/>
                <a:gd name="connsiteX142" fmla="*/ 476145 w 553012"/>
                <a:gd name="connsiteY142" fmla="*/ 98699 h 621896"/>
                <a:gd name="connsiteX143" fmla="*/ 475438 w 553012"/>
                <a:gd name="connsiteY143" fmla="*/ 96512 h 621896"/>
                <a:gd name="connsiteX144" fmla="*/ 476313 w 553012"/>
                <a:gd name="connsiteY144" fmla="*/ 93619 h 621896"/>
                <a:gd name="connsiteX145" fmla="*/ 477121 w 553012"/>
                <a:gd name="connsiteY145" fmla="*/ 90154 h 621896"/>
                <a:gd name="connsiteX146" fmla="*/ 478636 w 553012"/>
                <a:gd name="connsiteY146" fmla="*/ 88405 h 621896"/>
                <a:gd name="connsiteX147" fmla="*/ 480386 w 553012"/>
                <a:gd name="connsiteY147" fmla="*/ 86521 h 621896"/>
                <a:gd name="connsiteX148" fmla="*/ 482708 w 553012"/>
                <a:gd name="connsiteY148" fmla="*/ 84940 h 621896"/>
                <a:gd name="connsiteX149" fmla="*/ 484592 w 553012"/>
                <a:gd name="connsiteY149" fmla="*/ 82753 h 621896"/>
                <a:gd name="connsiteX150" fmla="*/ 486914 w 553012"/>
                <a:gd name="connsiteY150" fmla="*/ 80163 h 621896"/>
                <a:gd name="connsiteX151" fmla="*/ 487487 w 553012"/>
                <a:gd name="connsiteY151" fmla="*/ 79289 h 621896"/>
                <a:gd name="connsiteX152" fmla="*/ 488059 w 553012"/>
                <a:gd name="connsiteY152" fmla="*/ 77842 h 621896"/>
                <a:gd name="connsiteX153" fmla="*/ 488631 w 553012"/>
                <a:gd name="connsiteY153" fmla="*/ 75656 h 621896"/>
                <a:gd name="connsiteX154" fmla="*/ 488631 w 553012"/>
                <a:gd name="connsiteY154" fmla="*/ 73469 h 621896"/>
                <a:gd name="connsiteX155" fmla="*/ 486309 w 553012"/>
                <a:gd name="connsiteY155" fmla="*/ 70004 h 621896"/>
                <a:gd name="connsiteX156" fmla="*/ 484862 w 553012"/>
                <a:gd name="connsiteY156" fmla="*/ 68995 h 621896"/>
                <a:gd name="connsiteX157" fmla="*/ 481530 w 553012"/>
                <a:gd name="connsiteY157" fmla="*/ 70004 h 621896"/>
                <a:gd name="connsiteX158" fmla="*/ 481261 w 553012"/>
                <a:gd name="connsiteY158" fmla="*/ 68558 h 621896"/>
                <a:gd name="connsiteX159" fmla="*/ 479813 w 553012"/>
                <a:gd name="connsiteY159" fmla="*/ 66976 h 621896"/>
                <a:gd name="connsiteX160" fmla="*/ 480116 w 553012"/>
                <a:gd name="connsiteY160" fmla="*/ 65664 h 621896"/>
                <a:gd name="connsiteX161" fmla="*/ 480991 w 553012"/>
                <a:gd name="connsiteY161" fmla="*/ 64790 h 621896"/>
                <a:gd name="connsiteX162" fmla="*/ 482439 w 553012"/>
                <a:gd name="connsiteY162" fmla="*/ 63478 h 621896"/>
                <a:gd name="connsiteX163" fmla="*/ 483448 w 553012"/>
                <a:gd name="connsiteY163" fmla="*/ 61729 h 621896"/>
                <a:gd name="connsiteX164" fmla="*/ 483448 w 553012"/>
                <a:gd name="connsiteY164" fmla="*/ 58533 h 621896"/>
                <a:gd name="connsiteX165" fmla="*/ 481833 w 553012"/>
                <a:gd name="connsiteY165" fmla="*/ 56784 h 621896"/>
                <a:gd name="connsiteX166" fmla="*/ 479813 w 553012"/>
                <a:gd name="connsiteY166" fmla="*/ 54900 h 621896"/>
                <a:gd name="connsiteX167" fmla="*/ 476179 w 553012"/>
                <a:gd name="connsiteY167" fmla="*/ 51570 h 621896"/>
                <a:gd name="connsiteX168" fmla="*/ 474732 w 553012"/>
                <a:gd name="connsiteY168" fmla="*/ 51132 h 621896"/>
                <a:gd name="connsiteX169" fmla="*/ 472410 w 553012"/>
                <a:gd name="connsiteY169" fmla="*/ 48676 h 621896"/>
                <a:gd name="connsiteX170" fmla="*/ 468943 w 553012"/>
                <a:gd name="connsiteY170" fmla="*/ 46355 h 621896"/>
                <a:gd name="connsiteX171" fmla="*/ 468236 w 553012"/>
                <a:gd name="connsiteY171" fmla="*/ 45918 h 621896"/>
                <a:gd name="connsiteX172" fmla="*/ 466217 w 553012"/>
                <a:gd name="connsiteY172" fmla="*/ 44169 h 621896"/>
                <a:gd name="connsiteX173" fmla="*/ 464029 w 553012"/>
                <a:gd name="connsiteY173" fmla="*/ 44034 h 621896"/>
                <a:gd name="connsiteX174" fmla="*/ 461135 w 553012"/>
                <a:gd name="connsiteY174" fmla="*/ 45044 h 621896"/>
                <a:gd name="connsiteX175" fmla="*/ 458106 w 553012"/>
                <a:gd name="connsiteY175" fmla="*/ 46490 h 621896"/>
                <a:gd name="connsiteX176" fmla="*/ 456222 w 553012"/>
                <a:gd name="connsiteY176" fmla="*/ 47230 h 621896"/>
                <a:gd name="connsiteX177" fmla="*/ 451746 w 553012"/>
                <a:gd name="connsiteY177" fmla="*/ 50863 h 621896"/>
                <a:gd name="connsiteX178" fmla="*/ 450164 w 553012"/>
                <a:gd name="connsiteY178" fmla="*/ 51738 h 621896"/>
                <a:gd name="connsiteX179" fmla="*/ 448717 w 553012"/>
                <a:gd name="connsiteY179" fmla="*/ 53756 h 621896"/>
                <a:gd name="connsiteX180" fmla="*/ 444947 w 553012"/>
                <a:gd name="connsiteY180" fmla="*/ 57961 h 621896"/>
                <a:gd name="connsiteX181" fmla="*/ 442793 w 553012"/>
                <a:gd name="connsiteY181" fmla="*/ 61594 h 621896"/>
                <a:gd name="connsiteX182" fmla="*/ 438014 w 553012"/>
                <a:gd name="connsiteY182" fmla="*/ 65227 h 621896"/>
                <a:gd name="connsiteX183" fmla="*/ 430610 w 553012"/>
                <a:gd name="connsiteY183" fmla="*/ 71181 h 621896"/>
                <a:gd name="connsiteX184" fmla="*/ 428726 w 553012"/>
                <a:gd name="connsiteY184" fmla="*/ 74377 h 621896"/>
                <a:gd name="connsiteX185" fmla="*/ 426841 w 553012"/>
                <a:gd name="connsiteY185" fmla="*/ 75689 h 621896"/>
                <a:gd name="connsiteX186" fmla="*/ 423812 w 553012"/>
                <a:gd name="connsiteY186" fmla="*/ 78448 h 621896"/>
                <a:gd name="connsiteX187" fmla="*/ 420918 w 553012"/>
                <a:gd name="connsiteY187" fmla="*/ 79188 h 621896"/>
                <a:gd name="connsiteX188" fmla="*/ 420918 w 553012"/>
                <a:gd name="connsiteY188" fmla="*/ 75723 h 621896"/>
                <a:gd name="connsiteX189" fmla="*/ 420918 w 553012"/>
                <a:gd name="connsiteY189" fmla="*/ 72695 h 621896"/>
                <a:gd name="connsiteX190" fmla="*/ 419975 w 553012"/>
                <a:gd name="connsiteY190" fmla="*/ 70811 h 621896"/>
                <a:gd name="connsiteX191" fmla="*/ 417586 w 553012"/>
                <a:gd name="connsiteY191" fmla="*/ 70240 h 621896"/>
                <a:gd name="connsiteX192" fmla="*/ 415264 w 553012"/>
                <a:gd name="connsiteY192" fmla="*/ 72561 h 621896"/>
                <a:gd name="connsiteX193" fmla="*/ 413077 w 553012"/>
                <a:gd name="connsiteY193" fmla="*/ 73570 h 621896"/>
                <a:gd name="connsiteX194" fmla="*/ 409745 w 553012"/>
                <a:gd name="connsiteY194" fmla="*/ 72392 h 621896"/>
                <a:gd name="connsiteX195" fmla="*/ 407860 w 553012"/>
                <a:gd name="connsiteY195" fmla="*/ 70206 h 621896"/>
                <a:gd name="connsiteX196" fmla="*/ 405639 w 553012"/>
                <a:gd name="connsiteY196" fmla="*/ 67750 h 621896"/>
                <a:gd name="connsiteX197" fmla="*/ 404966 w 553012"/>
                <a:gd name="connsiteY197" fmla="*/ 63982 h 621896"/>
                <a:gd name="connsiteX198" fmla="*/ 405504 w 553012"/>
                <a:gd name="connsiteY198" fmla="*/ 59643 h 621896"/>
                <a:gd name="connsiteX199" fmla="*/ 405369 w 553012"/>
                <a:gd name="connsiteY199" fmla="*/ 56178 h 621896"/>
                <a:gd name="connsiteX200" fmla="*/ 405235 w 553012"/>
                <a:gd name="connsiteY200" fmla="*/ 51099 h 621896"/>
                <a:gd name="connsiteX201" fmla="*/ 405235 w 553012"/>
                <a:gd name="connsiteY201" fmla="*/ 49652 h 621896"/>
                <a:gd name="connsiteX202" fmla="*/ 405235 w 553012"/>
                <a:gd name="connsiteY202" fmla="*/ 44438 h 621896"/>
                <a:gd name="connsiteX203" fmla="*/ 405235 w 553012"/>
                <a:gd name="connsiteY203" fmla="*/ 41242 h 621896"/>
                <a:gd name="connsiteX204" fmla="*/ 404427 w 553012"/>
                <a:gd name="connsiteY204" fmla="*/ 38215 h 621896"/>
                <a:gd name="connsiteX205" fmla="*/ 403619 w 553012"/>
                <a:gd name="connsiteY205" fmla="*/ 37643 h 621896"/>
                <a:gd name="connsiteX206" fmla="*/ 402038 w 553012"/>
                <a:gd name="connsiteY206" fmla="*/ 35624 h 621896"/>
                <a:gd name="connsiteX207" fmla="*/ 399850 w 553012"/>
                <a:gd name="connsiteY207" fmla="*/ 35624 h 621896"/>
                <a:gd name="connsiteX208" fmla="*/ 396384 w 553012"/>
                <a:gd name="connsiteY208" fmla="*/ 35624 h 621896"/>
                <a:gd name="connsiteX209" fmla="*/ 391436 w 553012"/>
                <a:gd name="connsiteY209" fmla="*/ 36768 h 621896"/>
                <a:gd name="connsiteX210" fmla="*/ 389552 w 553012"/>
                <a:gd name="connsiteY210" fmla="*/ 38652 h 621896"/>
                <a:gd name="connsiteX211" fmla="*/ 387667 w 553012"/>
                <a:gd name="connsiteY211" fmla="*/ 41680 h 621896"/>
                <a:gd name="connsiteX212" fmla="*/ 385648 w 553012"/>
                <a:gd name="connsiteY212" fmla="*/ 44707 h 621896"/>
                <a:gd name="connsiteX213" fmla="*/ 383595 w 553012"/>
                <a:gd name="connsiteY213" fmla="*/ 47903 h 621896"/>
                <a:gd name="connsiteX214" fmla="*/ 382013 w 553012"/>
                <a:gd name="connsiteY214" fmla="*/ 50796 h 621896"/>
                <a:gd name="connsiteX215" fmla="*/ 378547 w 553012"/>
                <a:gd name="connsiteY215" fmla="*/ 53992 h 621896"/>
                <a:gd name="connsiteX216" fmla="*/ 376090 w 553012"/>
                <a:gd name="connsiteY216" fmla="*/ 51805 h 621896"/>
                <a:gd name="connsiteX217" fmla="*/ 371311 w 553012"/>
                <a:gd name="connsiteY217" fmla="*/ 52242 h 621896"/>
                <a:gd name="connsiteX218" fmla="*/ 368114 w 553012"/>
                <a:gd name="connsiteY218" fmla="*/ 52242 h 621896"/>
                <a:gd name="connsiteX219" fmla="*/ 364344 w 553012"/>
                <a:gd name="connsiteY219" fmla="*/ 54563 h 621896"/>
                <a:gd name="connsiteX220" fmla="*/ 361888 w 553012"/>
                <a:gd name="connsiteY220" fmla="*/ 55135 h 621896"/>
                <a:gd name="connsiteX221" fmla="*/ 359263 w 553012"/>
                <a:gd name="connsiteY221" fmla="*/ 59777 h 621896"/>
                <a:gd name="connsiteX222" fmla="*/ 356940 w 553012"/>
                <a:gd name="connsiteY222" fmla="*/ 62099 h 621896"/>
                <a:gd name="connsiteX223" fmla="*/ 355056 w 553012"/>
                <a:gd name="connsiteY223" fmla="*/ 64420 h 621896"/>
                <a:gd name="connsiteX224" fmla="*/ 351286 w 553012"/>
                <a:gd name="connsiteY224" fmla="*/ 66573 h 621896"/>
                <a:gd name="connsiteX225" fmla="*/ 348392 w 553012"/>
                <a:gd name="connsiteY225" fmla="*/ 66876 h 621896"/>
                <a:gd name="connsiteX226" fmla="*/ 346070 w 553012"/>
                <a:gd name="connsiteY226" fmla="*/ 65429 h 621896"/>
                <a:gd name="connsiteX227" fmla="*/ 344320 w 553012"/>
                <a:gd name="connsiteY227" fmla="*/ 61796 h 621896"/>
                <a:gd name="connsiteX228" fmla="*/ 344320 w 553012"/>
                <a:gd name="connsiteY228" fmla="*/ 60047 h 621896"/>
                <a:gd name="connsiteX229" fmla="*/ 341931 w 553012"/>
                <a:gd name="connsiteY229" fmla="*/ 57288 h 621896"/>
                <a:gd name="connsiteX230" fmla="*/ 340854 w 553012"/>
                <a:gd name="connsiteY230" fmla="*/ 58298 h 621896"/>
                <a:gd name="connsiteX231" fmla="*/ 340854 w 553012"/>
                <a:gd name="connsiteY231" fmla="*/ 60753 h 621896"/>
                <a:gd name="connsiteX232" fmla="*/ 337892 w 553012"/>
                <a:gd name="connsiteY232" fmla="*/ 64958 h 621896"/>
                <a:gd name="connsiteX233" fmla="*/ 336378 w 553012"/>
                <a:gd name="connsiteY233" fmla="*/ 65395 h 621896"/>
                <a:gd name="connsiteX234" fmla="*/ 335065 w 553012"/>
                <a:gd name="connsiteY234" fmla="*/ 63377 h 621896"/>
                <a:gd name="connsiteX235" fmla="*/ 332743 w 553012"/>
                <a:gd name="connsiteY235" fmla="*/ 55976 h 621896"/>
                <a:gd name="connsiteX236" fmla="*/ 327829 w 553012"/>
                <a:gd name="connsiteY236" fmla="*/ 51906 h 621896"/>
                <a:gd name="connsiteX237" fmla="*/ 324363 w 553012"/>
                <a:gd name="connsiteY237" fmla="*/ 49316 h 621896"/>
                <a:gd name="connsiteX238" fmla="*/ 322343 w 553012"/>
                <a:gd name="connsiteY238" fmla="*/ 43530 h 621896"/>
                <a:gd name="connsiteX239" fmla="*/ 315377 w 553012"/>
                <a:gd name="connsiteY239" fmla="*/ 41209 h 621896"/>
                <a:gd name="connsiteX240" fmla="*/ 308714 w 553012"/>
                <a:gd name="connsiteY240" fmla="*/ 35994 h 621896"/>
                <a:gd name="connsiteX241" fmla="*/ 305247 w 553012"/>
                <a:gd name="connsiteY241" fmla="*/ 34817 h 621896"/>
                <a:gd name="connsiteX242" fmla="*/ 298886 w 553012"/>
                <a:gd name="connsiteY242" fmla="*/ 30747 h 621896"/>
                <a:gd name="connsiteX243" fmla="*/ 294545 w 553012"/>
                <a:gd name="connsiteY243" fmla="*/ 28728 h 621896"/>
                <a:gd name="connsiteX244" fmla="*/ 291348 w 553012"/>
                <a:gd name="connsiteY244" fmla="*/ 26104 h 621896"/>
                <a:gd name="connsiteX245" fmla="*/ 288454 w 553012"/>
                <a:gd name="connsiteY245" fmla="*/ 26104 h 621896"/>
                <a:gd name="connsiteX246" fmla="*/ 281790 w 553012"/>
                <a:gd name="connsiteY246" fmla="*/ 26811 h 621896"/>
                <a:gd name="connsiteX247" fmla="*/ 275698 w 553012"/>
                <a:gd name="connsiteY247" fmla="*/ 27820 h 621896"/>
                <a:gd name="connsiteX248" fmla="*/ 270179 w 553012"/>
                <a:gd name="connsiteY248" fmla="*/ 27820 h 621896"/>
                <a:gd name="connsiteX249" fmla="*/ 265838 w 553012"/>
                <a:gd name="connsiteY249" fmla="*/ 28257 h 621896"/>
                <a:gd name="connsiteX250" fmla="*/ 257727 w 553012"/>
                <a:gd name="connsiteY250" fmla="*/ 25230 h 621896"/>
                <a:gd name="connsiteX251" fmla="*/ 255977 w 553012"/>
                <a:gd name="connsiteY251" fmla="*/ 22337 h 621896"/>
                <a:gd name="connsiteX252" fmla="*/ 252780 w 553012"/>
                <a:gd name="connsiteY252" fmla="*/ 20890 h 621896"/>
                <a:gd name="connsiteX253" fmla="*/ 246419 w 553012"/>
                <a:gd name="connsiteY253" fmla="*/ 19141 h 621896"/>
                <a:gd name="connsiteX254" fmla="*/ 239149 w 553012"/>
                <a:gd name="connsiteY254" fmla="*/ 15945 h 621896"/>
                <a:gd name="connsiteX255" fmla="*/ 235380 w 553012"/>
                <a:gd name="connsiteY255" fmla="*/ 13927 h 621896"/>
                <a:gd name="connsiteX256" fmla="*/ 231039 w 553012"/>
                <a:gd name="connsiteY256" fmla="*/ 10159 h 621896"/>
                <a:gd name="connsiteX257" fmla="*/ 226967 w 553012"/>
                <a:gd name="connsiteY257" fmla="*/ 12178 h 621896"/>
                <a:gd name="connsiteX258" fmla="*/ 218856 w 553012"/>
                <a:gd name="connsiteY258" fmla="*/ 14499 h 621896"/>
                <a:gd name="connsiteX259" fmla="*/ 213067 w 553012"/>
                <a:gd name="connsiteY259" fmla="*/ 15945 h 621896"/>
                <a:gd name="connsiteX260" fmla="*/ 209601 w 553012"/>
                <a:gd name="connsiteY260" fmla="*/ 13052 h 621896"/>
                <a:gd name="connsiteX261" fmla="*/ 207279 w 553012"/>
                <a:gd name="connsiteY261" fmla="*/ 8107 h 621896"/>
                <a:gd name="connsiteX262" fmla="*/ 204081 w 553012"/>
                <a:gd name="connsiteY262" fmla="*/ 1446 h 621896"/>
                <a:gd name="connsiteX263" fmla="*/ 200884 w 553012"/>
                <a:gd name="connsiteY263" fmla="*/ 0 h 621896"/>
                <a:gd name="connsiteX264" fmla="*/ 199437 w 553012"/>
                <a:gd name="connsiteY264" fmla="*/ 0 h 621896"/>
                <a:gd name="connsiteX265" fmla="*/ 196812 w 553012"/>
                <a:gd name="connsiteY265" fmla="*/ 3465 h 621896"/>
                <a:gd name="connsiteX266" fmla="*/ 194490 w 553012"/>
                <a:gd name="connsiteY266" fmla="*/ 6661 h 621896"/>
                <a:gd name="connsiteX267" fmla="*/ 190720 w 553012"/>
                <a:gd name="connsiteY267" fmla="*/ 9789 h 621896"/>
                <a:gd name="connsiteX268" fmla="*/ 184057 w 553012"/>
                <a:gd name="connsiteY268" fmla="*/ 10025 h 621896"/>
                <a:gd name="connsiteX269" fmla="*/ 179716 w 553012"/>
                <a:gd name="connsiteY269" fmla="*/ 10025 h 621896"/>
                <a:gd name="connsiteX270" fmla="*/ 178268 w 553012"/>
                <a:gd name="connsiteY270" fmla="*/ 10025 h 621896"/>
                <a:gd name="connsiteX271" fmla="*/ 170730 w 553012"/>
                <a:gd name="connsiteY271" fmla="*/ 10159 h 621896"/>
                <a:gd name="connsiteX272" fmla="*/ 166388 w 553012"/>
                <a:gd name="connsiteY272" fmla="*/ 10159 h 621896"/>
                <a:gd name="connsiteX273" fmla="*/ 165210 w 553012"/>
                <a:gd name="connsiteY273" fmla="*/ 12178 h 621896"/>
                <a:gd name="connsiteX274" fmla="*/ 165513 w 553012"/>
                <a:gd name="connsiteY274" fmla="*/ 17963 h 621896"/>
                <a:gd name="connsiteX275" fmla="*/ 165210 w 553012"/>
                <a:gd name="connsiteY275" fmla="*/ 22606 h 621896"/>
                <a:gd name="connsiteX276" fmla="*/ 164638 w 553012"/>
                <a:gd name="connsiteY276" fmla="*/ 25499 h 621896"/>
                <a:gd name="connsiteX277" fmla="*/ 166658 w 553012"/>
                <a:gd name="connsiteY277" fmla="*/ 29569 h 621896"/>
                <a:gd name="connsiteX278" fmla="*/ 168980 w 553012"/>
                <a:gd name="connsiteY278" fmla="*/ 32462 h 621896"/>
                <a:gd name="connsiteX279" fmla="*/ 170999 w 553012"/>
                <a:gd name="connsiteY279" fmla="*/ 32462 h 621896"/>
                <a:gd name="connsiteX280" fmla="*/ 174465 w 553012"/>
                <a:gd name="connsiteY280" fmla="*/ 34783 h 621896"/>
                <a:gd name="connsiteX281" fmla="*/ 177662 w 553012"/>
                <a:gd name="connsiteY281" fmla="*/ 36230 h 621896"/>
                <a:gd name="connsiteX282" fmla="*/ 179413 w 553012"/>
                <a:gd name="connsiteY282" fmla="*/ 37407 h 621896"/>
                <a:gd name="connsiteX283" fmla="*/ 180860 w 553012"/>
                <a:gd name="connsiteY283" fmla="*/ 39157 h 621896"/>
                <a:gd name="connsiteX284" fmla="*/ 180860 w 553012"/>
                <a:gd name="connsiteY284" fmla="*/ 43126 h 621896"/>
                <a:gd name="connsiteX285" fmla="*/ 177662 w 553012"/>
                <a:gd name="connsiteY285" fmla="*/ 46120 h 621896"/>
                <a:gd name="connsiteX286" fmla="*/ 174196 w 553012"/>
                <a:gd name="connsiteY286" fmla="*/ 48441 h 621896"/>
                <a:gd name="connsiteX287" fmla="*/ 168677 w 553012"/>
                <a:gd name="connsiteY287" fmla="*/ 51334 h 621896"/>
                <a:gd name="connsiteX288" fmla="*/ 166085 w 553012"/>
                <a:gd name="connsiteY288" fmla="*/ 56245 h 621896"/>
                <a:gd name="connsiteX289" fmla="*/ 158547 w 553012"/>
                <a:gd name="connsiteY289" fmla="*/ 61191 h 621896"/>
                <a:gd name="connsiteX290" fmla="*/ 153330 w 553012"/>
                <a:gd name="connsiteY290" fmla="*/ 58869 h 621896"/>
                <a:gd name="connsiteX291" fmla="*/ 150705 w 553012"/>
                <a:gd name="connsiteY291" fmla="*/ 55102 h 621896"/>
                <a:gd name="connsiteX292" fmla="*/ 148080 w 553012"/>
                <a:gd name="connsiteY292" fmla="*/ 51906 h 621896"/>
                <a:gd name="connsiteX293" fmla="*/ 144311 w 553012"/>
                <a:gd name="connsiteY293" fmla="*/ 49013 h 621896"/>
                <a:gd name="connsiteX294" fmla="*/ 142292 w 553012"/>
                <a:gd name="connsiteY294" fmla="*/ 47869 h 621896"/>
                <a:gd name="connsiteX295" fmla="*/ 138522 w 553012"/>
                <a:gd name="connsiteY295" fmla="*/ 45245 h 621896"/>
                <a:gd name="connsiteX296" fmla="*/ 130681 w 553012"/>
                <a:gd name="connsiteY296" fmla="*/ 44673 h 621896"/>
                <a:gd name="connsiteX297" fmla="*/ 125161 w 553012"/>
                <a:gd name="connsiteY297" fmla="*/ 44371 h 621896"/>
                <a:gd name="connsiteX298" fmla="*/ 119642 w 553012"/>
                <a:gd name="connsiteY298" fmla="*/ 43496 h 621896"/>
                <a:gd name="connsiteX299" fmla="*/ 115570 w 553012"/>
                <a:gd name="connsiteY299" fmla="*/ 43496 h 621896"/>
                <a:gd name="connsiteX300" fmla="*/ 110353 w 553012"/>
                <a:gd name="connsiteY300" fmla="*/ 43496 h 621896"/>
                <a:gd name="connsiteX301" fmla="*/ 107459 w 553012"/>
                <a:gd name="connsiteY301" fmla="*/ 43496 h 621896"/>
                <a:gd name="connsiteX302" fmla="*/ 100493 w 553012"/>
                <a:gd name="connsiteY302" fmla="*/ 47701 h 621896"/>
                <a:gd name="connsiteX303" fmla="*/ 98473 w 553012"/>
                <a:gd name="connsiteY303" fmla="*/ 50157 h 621896"/>
                <a:gd name="connsiteX304" fmla="*/ 94704 w 553012"/>
                <a:gd name="connsiteY304" fmla="*/ 52478 h 621896"/>
                <a:gd name="connsiteX305" fmla="*/ 92113 w 553012"/>
                <a:gd name="connsiteY305" fmla="*/ 55674 h 621896"/>
                <a:gd name="connsiteX306" fmla="*/ 87771 w 553012"/>
                <a:gd name="connsiteY306" fmla="*/ 58567 h 621896"/>
                <a:gd name="connsiteX307" fmla="*/ 84305 w 553012"/>
                <a:gd name="connsiteY307" fmla="*/ 58567 h 621896"/>
                <a:gd name="connsiteX308" fmla="*/ 79358 w 553012"/>
                <a:gd name="connsiteY308" fmla="*/ 58264 h 621896"/>
                <a:gd name="connsiteX309" fmla="*/ 77338 w 553012"/>
                <a:gd name="connsiteY309" fmla="*/ 55674 h 621896"/>
                <a:gd name="connsiteX310" fmla="*/ 70372 w 553012"/>
                <a:gd name="connsiteY310" fmla="*/ 55674 h 621896"/>
                <a:gd name="connsiteX311" fmla="*/ 70675 w 553012"/>
                <a:gd name="connsiteY311" fmla="*/ 60316 h 621896"/>
                <a:gd name="connsiteX312" fmla="*/ 71550 w 553012"/>
                <a:gd name="connsiteY312" fmla="*/ 65227 h 621896"/>
                <a:gd name="connsiteX313" fmla="*/ 70405 w 553012"/>
                <a:gd name="connsiteY313" fmla="*/ 69298 h 621896"/>
                <a:gd name="connsiteX314" fmla="*/ 67511 w 553012"/>
                <a:gd name="connsiteY314" fmla="*/ 72493 h 621896"/>
                <a:gd name="connsiteX315" fmla="*/ 62295 w 553012"/>
                <a:gd name="connsiteY315" fmla="*/ 74512 h 621896"/>
                <a:gd name="connsiteX316" fmla="*/ 60275 w 553012"/>
                <a:gd name="connsiteY316" fmla="*/ 77977 h 621896"/>
                <a:gd name="connsiteX317" fmla="*/ 59131 w 553012"/>
                <a:gd name="connsiteY317" fmla="*/ 86084 h 621896"/>
                <a:gd name="connsiteX318" fmla="*/ 57684 w 553012"/>
                <a:gd name="connsiteY318" fmla="*/ 91601 h 621896"/>
                <a:gd name="connsiteX319" fmla="*/ 54217 w 553012"/>
                <a:gd name="connsiteY319" fmla="*/ 96512 h 621896"/>
                <a:gd name="connsiteX320" fmla="*/ 50145 w 553012"/>
                <a:gd name="connsiteY320" fmla="*/ 100582 h 621896"/>
                <a:gd name="connsiteX321" fmla="*/ 47823 w 553012"/>
                <a:gd name="connsiteY321" fmla="*/ 106099 h 621896"/>
                <a:gd name="connsiteX322" fmla="*/ 45804 w 553012"/>
                <a:gd name="connsiteY322" fmla="*/ 111011 h 621896"/>
                <a:gd name="connsiteX323" fmla="*/ 44626 w 553012"/>
                <a:gd name="connsiteY323" fmla="*/ 115653 h 621896"/>
                <a:gd name="connsiteX324" fmla="*/ 46376 w 553012"/>
                <a:gd name="connsiteY324" fmla="*/ 121742 h 621896"/>
                <a:gd name="connsiteX325" fmla="*/ 49876 w 553012"/>
                <a:gd name="connsiteY325" fmla="*/ 125812 h 621896"/>
                <a:gd name="connsiteX326" fmla="*/ 50448 w 553012"/>
                <a:gd name="connsiteY326" fmla="*/ 132473 h 621896"/>
                <a:gd name="connsiteX327" fmla="*/ 46679 w 553012"/>
                <a:gd name="connsiteY327" fmla="*/ 137990 h 621896"/>
                <a:gd name="connsiteX328" fmla="*/ 44087 w 553012"/>
                <a:gd name="connsiteY328" fmla="*/ 142632 h 621896"/>
                <a:gd name="connsiteX329" fmla="*/ 43515 w 553012"/>
                <a:gd name="connsiteY329" fmla="*/ 145222 h 621896"/>
                <a:gd name="connsiteX330" fmla="*/ 43515 w 553012"/>
                <a:gd name="connsiteY330" fmla="*/ 149293 h 621896"/>
                <a:gd name="connsiteX331" fmla="*/ 44087 w 553012"/>
                <a:gd name="connsiteY331" fmla="*/ 152489 h 621896"/>
                <a:gd name="connsiteX332" fmla="*/ 47285 w 553012"/>
                <a:gd name="connsiteY332" fmla="*/ 155381 h 621896"/>
                <a:gd name="connsiteX333" fmla="*/ 49304 w 553012"/>
                <a:gd name="connsiteY333" fmla="*/ 156525 h 621896"/>
                <a:gd name="connsiteX334" fmla="*/ 49001 w 553012"/>
                <a:gd name="connsiteY334" fmla="*/ 160865 h 621896"/>
                <a:gd name="connsiteX335" fmla="*/ 48429 w 553012"/>
                <a:gd name="connsiteY335" fmla="*/ 163758 h 621896"/>
                <a:gd name="connsiteX336" fmla="*/ 45804 w 553012"/>
                <a:gd name="connsiteY336" fmla="*/ 165776 h 621896"/>
                <a:gd name="connsiteX337" fmla="*/ 43482 w 553012"/>
                <a:gd name="connsiteY337" fmla="*/ 168097 h 621896"/>
                <a:gd name="connsiteX338" fmla="*/ 40015 w 553012"/>
                <a:gd name="connsiteY338" fmla="*/ 169544 h 621896"/>
                <a:gd name="connsiteX339" fmla="*/ 40015 w 553012"/>
                <a:gd name="connsiteY339" fmla="*/ 172168 h 621896"/>
                <a:gd name="connsiteX340" fmla="*/ 42338 w 553012"/>
                <a:gd name="connsiteY340" fmla="*/ 175061 h 621896"/>
                <a:gd name="connsiteX341" fmla="*/ 46107 w 553012"/>
                <a:gd name="connsiteY341" fmla="*/ 176507 h 621896"/>
                <a:gd name="connsiteX342" fmla="*/ 48732 w 553012"/>
                <a:gd name="connsiteY342" fmla="*/ 176507 h 621896"/>
                <a:gd name="connsiteX343" fmla="*/ 48732 w 553012"/>
                <a:gd name="connsiteY343" fmla="*/ 178526 h 621896"/>
                <a:gd name="connsiteX344" fmla="*/ 48597 w 553012"/>
                <a:gd name="connsiteY344" fmla="*/ 181990 h 621896"/>
                <a:gd name="connsiteX345" fmla="*/ 48160 w 553012"/>
                <a:gd name="connsiteY345" fmla="*/ 185455 h 621896"/>
                <a:gd name="connsiteX346" fmla="*/ 47016 w 553012"/>
                <a:gd name="connsiteY346" fmla="*/ 187776 h 621896"/>
                <a:gd name="connsiteX347" fmla="*/ 46443 w 553012"/>
                <a:gd name="connsiteY347" fmla="*/ 191544 h 621896"/>
                <a:gd name="connsiteX348" fmla="*/ 47318 w 553012"/>
                <a:gd name="connsiteY348" fmla="*/ 197633 h 621896"/>
                <a:gd name="connsiteX349" fmla="*/ 45871 w 553012"/>
                <a:gd name="connsiteY349" fmla="*/ 202847 h 621896"/>
                <a:gd name="connsiteX350" fmla="*/ 46746 w 553012"/>
                <a:gd name="connsiteY350" fmla="*/ 209508 h 621896"/>
                <a:gd name="connsiteX351" fmla="*/ 47890 w 553012"/>
                <a:gd name="connsiteY351" fmla="*/ 214150 h 621896"/>
                <a:gd name="connsiteX352" fmla="*/ 52535 w 553012"/>
                <a:gd name="connsiteY352" fmla="*/ 217917 h 621896"/>
                <a:gd name="connsiteX353" fmla="*/ 53107 w 553012"/>
                <a:gd name="connsiteY353" fmla="*/ 219095 h 621896"/>
                <a:gd name="connsiteX354" fmla="*/ 54251 w 553012"/>
                <a:gd name="connsiteY354" fmla="*/ 223434 h 621896"/>
                <a:gd name="connsiteX355" fmla="*/ 52501 w 553012"/>
                <a:gd name="connsiteY355" fmla="*/ 227774 h 621896"/>
                <a:gd name="connsiteX356" fmla="*/ 49607 w 553012"/>
                <a:gd name="connsiteY356" fmla="*/ 232416 h 621896"/>
                <a:gd name="connsiteX357" fmla="*/ 50751 w 553012"/>
                <a:gd name="connsiteY357" fmla="*/ 235612 h 621896"/>
                <a:gd name="connsiteX358" fmla="*/ 52770 w 553012"/>
                <a:gd name="connsiteY358" fmla="*/ 241970 h 621896"/>
                <a:gd name="connsiteX359" fmla="*/ 51020 w 553012"/>
                <a:gd name="connsiteY359" fmla="*/ 245737 h 621896"/>
                <a:gd name="connsiteX360" fmla="*/ 50448 w 553012"/>
                <a:gd name="connsiteY360" fmla="*/ 246881 h 621896"/>
                <a:gd name="connsiteX361" fmla="*/ 49001 w 553012"/>
                <a:gd name="connsiteY361" fmla="*/ 250649 h 621896"/>
                <a:gd name="connsiteX362" fmla="*/ 51323 w 553012"/>
                <a:gd name="connsiteY362" fmla="*/ 254114 h 621896"/>
                <a:gd name="connsiteX363" fmla="*/ 51054 w 553012"/>
                <a:gd name="connsiteY363" fmla="*/ 259025 h 621896"/>
                <a:gd name="connsiteX364" fmla="*/ 50751 w 553012"/>
                <a:gd name="connsiteY364" fmla="*/ 265114 h 621896"/>
                <a:gd name="connsiteX365" fmla="*/ 52501 w 553012"/>
                <a:gd name="connsiteY365" fmla="*/ 270328 h 621896"/>
                <a:gd name="connsiteX366" fmla="*/ 55126 w 553012"/>
                <a:gd name="connsiteY366" fmla="*/ 274668 h 621896"/>
                <a:gd name="connsiteX367" fmla="*/ 57718 w 553012"/>
                <a:gd name="connsiteY367" fmla="*/ 276686 h 621896"/>
                <a:gd name="connsiteX368" fmla="*/ 62059 w 553012"/>
                <a:gd name="connsiteY368" fmla="*/ 282203 h 621896"/>
                <a:gd name="connsiteX369" fmla="*/ 64381 w 553012"/>
                <a:gd name="connsiteY369" fmla="*/ 285399 h 621896"/>
                <a:gd name="connsiteX370" fmla="*/ 64078 w 553012"/>
                <a:gd name="connsiteY370" fmla="*/ 291185 h 621896"/>
                <a:gd name="connsiteX371" fmla="*/ 63775 w 553012"/>
                <a:gd name="connsiteY371" fmla="*/ 296971 h 621896"/>
                <a:gd name="connsiteX372" fmla="*/ 62597 w 553012"/>
                <a:gd name="connsiteY372" fmla="*/ 300166 h 621896"/>
                <a:gd name="connsiteX373" fmla="*/ 60881 w 553012"/>
                <a:gd name="connsiteY373" fmla="*/ 302488 h 621896"/>
                <a:gd name="connsiteX374" fmla="*/ 55665 w 553012"/>
                <a:gd name="connsiteY374" fmla="*/ 304809 h 621896"/>
                <a:gd name="connsiteX375" fmla="*/ 51626 w 553012"/>
                <a:gd name="connsiteY375" fmla="*/ 307130 h 621896"/>
                <a:gd name="connsiteX376" fmla="*/ 49001 w 553012"/>
                <a:gd name="connsiteY376" fmla="*/ 308576 h 621896"/>
                <a:gd name="connsiteX377" fmla="*/ 44087 w 553012"/>
                <a:gd name="connsiteY377" fmla="*/ 311200 h 621896"/>
                <a:gd name="connsiteX378" fmla="*/ 40890 w 553012"/>
                <a:gd name="connsiteY378" fmla="*/ 311200 h 621896"/>
                <a:gd name="connsiteX379" fmla="*/ 36381 w 553012"/>
                <a:gd name="connsiteY379" fmla="*/ 311200 h 621896"/>
                <a:gd name="connsiteX380" fmla="*/ 34193 w 553012"/>
                <a:gd name="connsiteY380" fmla="*/ 312647 h 621896"/>
                <a:gd name="connsiteX381" fmla="*/ 31568 w 553012"/>
                <a:gd name="connsiteY381" fmla="*/ 316112 h 621896"/>
                <a:gd name="connsiteX382" fmla="*/ 30121 w 553012"/>
                <a:gd name="connsiteY382" fmla="*/ 320451 h 621896"/>
                <a:gd name="connsiteX383" fmla="*/ 29852 w 553012"/>
                <a:gd name="connsiteY383" fmla="*/ 324521 h 621896"/>
                <a:gd name="connsiteX384" fmla="*/ 28404 w 553012"/>
                <a:gd name="connsiteY384" fmla="*/ 325968 h 621896"/>
                <a:gd name="connsiteX385" fmla="*/ 25510 w 553012"/>
                <a:gd name="connsiteY385" fmla="*/ 327145 h 621896"/>
                <a:gd name="connsiteX386" fmla="*/ 20597 w 553012"/>
                <a:gd name="connsiteY386" fmla="*/ 328895 h 621896"/>
                <a:gd name="connsiteX387" fmla="*/ 18846 w 553012"/>
                <a:gd name="connsiteY387" fmla="*/ 330341 h 621896"/>
                <a:gd name="connsiteX388" fmla="*/ 17097 w 553012"/>
                <a:gd name="connsiteY388" fmla="*/ 332931 h 621896"/>
                <a:gd name="connsiteX389" fmla="*/ 15952 w 553012"/>
                <a:gd name="connsiteY389" fmla="*/ 335253 h 621896"/>
                <a:gd name="connsiteX390" fmla="*/ 9861 w 553012"/>
                <a:gd name="connsiteY390" fmla="*/ 340769 h 621896"/>
                <a:gd name="connsiteX391" fmla="*/ 5789 w 553012"/>
                <a:gd name="connsiteY391" fmla="*/ 344840 h 621896"/>
                <a:gd name="connsiteX392" fmla="*/ 2591 w 553012"/>
                <a:gd name="connsiteY392" fmla="*/ 347430 h 621896"/>
                <a:gd name="connsiteX393" fmla="*/ 0 w 553012"/>
                <a:gd name="connsiteY393" fmla="*/ 350323 h 621896"/>
                <a:gd name="connsiteX394" fmla="*/ 0 w 553012"/>
                <a:gd name="connsiteY394" fmla="*/ 354393 h 621896"/>
                <a:gd name="connsiteX395" fmla="*/ 7842 w 553012"/>
                <a:gd name="connsiteY395" fmla="*/ 352947 h 621896"/>
                <a:gd name="connsiteX396" fmla="*/ 14202 w 553012"/>
                <a:gd name="connsiteY396" fmla="*/ 351803 h 621896"/>
                <a:gd name="connsiteX397" fmla="*/ 15952 w 553012"/>
                <a:gd name="connsiteY397" fmla="*/ 351231 h 621896"/>
                <a:gd name="connsiteX398" fmla="*/ 22616 w 553012"/>
                <a:gd name="connsiteY398" fmla="*/ 349482 h 621896"/>
                <a:gd name="connsiteX399" fmla="*/ 27260 w 553012"/>
                <a:gd name="connsiteY399" fmla="*/ 346286 h 621896"/>
                <a:gd name="connsiteX400" fmla="*/ 30155 w 553012"/>
                <a:gd name="connsiteY400" fmla="*/ 345412 h 621896"/>
                <a:gd name="connsiteX401" fmla="*/ 33049 w 553012"/>
                <a:gd name="connsiteY401" fmla="*/ 345109 h 621896"/>
                <a:gd name="connsiteX402" fmla="*/ 33049 w 553012"/>
                <a:gd name="connsiteY402" fmla="*/ 346858 h 621896"/>
                <a:gd name="connsiteX403" fmla="*/ 34933 w 553012"/>
                <a:gd name="connsiteY403" fmla="*/ 349179 h 621896"/>
                <a:gd name="connsiteX404" fmla="*/ 38837 w 553012"/>
                <a:gd name="connsiteY404" fmla="*/ 348608 h 621896"/>
                <a:gd name="connsiteX405" fmla="*/ 41159 w 553012"/>
                <a:gd name="connsiteY405" fmla="*/ 346286 h 621896"/>
                <a:gd name="connsiteX406" fmla="*/ 43482 w 553012"/>
                <a:gd name="connsiteY406" fmla="*/ 343091 h 621896"/>
                <a:gd name="connsiteX407" fmla="*/ 46039 w 553012"/>
                <a:gd name="connsiteY407" fmla="*/ 342519 h 621896"/>
                <a:gd name="connsiteX408" fmla="*/ 53040 w 553012"/>
                <a:gd name="connsiteY408" fmla="*/ 340769 h 621896"/>
                <a:gd name="connsiteX409" fmla="*/ 57381 w 553012"/>
                <a:gd name="connsiteY409" fmla="*/ 340769 h 621896"/>
                <a:gd name="connsiteX410" fmla="*/ 63775 w 553012"/>
                <a:gd name="connsiteY410" fmla="*/ 344403 h 621896"/>
                <a:gd name="connsiteX411" fmla="*/ 63203 w 553012"/>
                <a:gd name="connsiteY411" fmla="*/ 349179 h 621896"/>
                <a:gd name="connsiteX412" fmla="*/ 66670 w 553012"/>
                <a:gd name="connsiteY412" fmla="*/ 353519 h 621896"/>
                <a:gd name="connsiteX413" fmla="*/ 71011 w 553012"/>
                <a:gd name="connsiteY413" fmla="*/ 357286 h 621896"/>
                <a:gd name="connsiteX414" fmla="*/ 72761 w 553012"/>
                <a:gd name="connsiteY414" fmla="*/ 361626 h 621896"/>
                <a:gd name="connsiteX415" fmla="*/ 70439 w 553012"/>
                <a:gd name="connsiteY415" fmla="*/ 365091 h 621896"/>
                <a:gd name="connsiteX416" fmla="*/ 69295 w 553012"/>
                <a:gd name="connsiteY416" fmla="*/ 365091 h 621896"/>
                <a:gd name="connsiteX417" fmla="*/ 65223 w 553012"/>
                <a:gd name="connsiteY417" fmla="*/ 367984 h 621896"/>
                <a:gd name="connsiteX418" fmla="*/ 63472 w 553012"/>
                <a:gd name="connsiteY418" fmla="*/ 371449 h 621896"/>
                <a:gd name="connsiteX419" fmla="*/ 63472 w 553012"/>
                <a:gd name="connsiteY419" fmla="*/ 373770 h 621896"/>
                <a:gd name="connsiteX420" fmla="*/ 64920 w 553012"/>
                <a:gd name="connsiteY420" fmla="*/ 373770 h 621896"/>
                <a:gd name="connsiteX421" fmla="*/ 69564 w 553012"/>
                <a:gd name="connsiteY421" fmla="*/ 375082 h 621896"/>
                <a:gd name="connsiteX422" fmla="*/ 72761 w 553012"/>
                <a:gd name="connsiteY422" fmla="*/ 377538 h 621896"/>
                <a:gd name="connsiteX423" fmla="*/ 71011 w 553012"/>
                <a:gd name="connsiteY423" fmla="*/ 381608 h 621896"/>
                <a:gd name="connsiteX424" fmla="*/ 64348 w 553012"/>
                <a:gd name="connsiteY424" fmla="*/ 386250 h 621896"/>
                <a:gd name="connsiteX425" fmla="*/ 60881 w 553012"/>
                <a:gd name="connsiteY425" fmla="*/ 387697 h 621896"/>
                <a:gd name="connsiteX426" fmla="*/ 56943 w 553012"/>
                <a:gd name="connsiteY426" fmla="*/ 388840 h 621896"/>
                <a:gd name="connsiteX427" fmla="*/ 49876 w 553012"/>
                <a:gd name="connsiteY427" fmla="*/ 392305 h 621896"/>
                <a:gd name="connsiteX428" fmla="*/ 46073 w 553012"/>
                <a:gd name="connsiteY428" fmla="*/ 396073 h 621896"/>
                <a:gd name="connsiteX429" fmla="*/ 48429 w 553012"/>
                <a:gd name="connsiteY429" fmla="*/ 398697 h 621896"/>
                <a:gd name="connsiteX430" fmla="*/ 52198 w 553012"/>
                <a:gd name="connsiteY430" fmla="*/ 401590 h 621896"/>
                <a:gd name="connsiteX431" fmla="*/ 56977 w 553012"/>
                <a:gd name="connsiteY431" fmla="*/ 408251 h 621896"/>
                <a:gd name="connsiteX432" fmla="*/ 56977 w 553012"/>
                <a:gd name="connsiteY432" fmla="*/ 411144 h 621896"/>
                <a:gd name="connsiteX433" fmla="*/ 55126 w 553012"/>
                <a:gd name="connsiteY433" fmla="*/ 416930 h 621896"/>
                <a:gd name="connsiteX434" fmla="*/ 51929 w 553012"/>
                <a:gd name="connsiteY434" fmla="*/ 421269 h 621896"/>
                <a:gd name="connsiteX435" fmla="*/ 48463 w 553012"/>
                <a:gd name="connsiteY435" fmla="*/ 426181 h 621896"/>
                <a:gd name="connsiteX436" fmla="*/ 46107 w 553012"/>
                <a:gd name="connsiteY436" fmla="*/ 431966 h 621896"/>
                <a:gd name="connsiteX437" fmla="*/ 46141 w 553012"/>
                <a:gd name="connsiteY437" fmla="*/ 439771 h 621896"/>
                <a:gd name="connsiteX438" fmla="*/ 47588 w 553012"/>
                <a:gd name="connsiteY438" fmla="*/ 442361 h 621896"/>
                <a:gd name="connsiteX439" fmla="*/ 52501 w 553012"/>
                <a:gd name="connsiteY439" fmla="*/ 446129 h 621896"/>
                <a:gd name="connsiteX440" fmla="*/ 55126 w 553012"/>
                <a:gd name="connsiteY440" fmla="*/ 442933 h 621896"/>
                <a:gd name="connsiteX441" fmla="*/ 58323 w 553012"/>
                <a:gd name="connsiteY441" fmla="*/ 439737 h 621896"/>
                <a:gd name="connsiteX442" fmla="*/ 63102 w 553012"/>
                <a:gd name="connsiteY442" fmla="*/ 439737 h 621896"/>
                <a:gd name="connsiteX443" fmla="*/ 65862 w 553012"/>
                <a:gd name="connsiteY443" fmla="*/ 442496 h 621896"/>
                <a:gd name="connsiteX444" fmla="*/ 59501 w 553012"/>
                <a:gd name="connsiteY444" fmla="*/ 446701 h 621896"/>
                <a:gd name="connsiteX445" fmla="*/ 58357 w 553012"/>
                <a:gd name="connsiteY445" fmla="*/ 450737 h 621896"/>
                <a:gd name="connsiteX446" fmla="*/ 65896 w 553012"/>
                <a:gd name="connsiteY446" fmla="*/ 454808 h 621896"/>
                <a:gd name="connsiteX447" fmla="*/ 67915 w 553012"/>
                <a:gd name="connsiteY447" fmla="*/ 461468 h 621896"/>
                <a:gd name="connsiteX448" fmla="*/ 67915 w 553012"/>
                <a:gd name="connsiteY448" fmla="*/ 467389 h 621896"/>
                <a:gd name="connsiteX449" fmla="*/ 71550 w 553012"/>
                <a:gd name="connsiteY449" fmla="*/ 467557 h 621896"/>
                <a:gd name="connsiteX450" fmla="*/ 72425 w 553012"/>
                <a:gd name="connsiteY450" fmla="*/ 470316 h 621896"/>
                <a:gd name="connsiteX451" fmla="*/ 74881 w 553012"/>
                <a:gd name="connsiteY451" fmla="*/ 471190 h 621896"/>
                <a:gd name="connsiteX452" fmla="*/ 79391 w 553012"/>
                <a:gd name="connsiteY452" fmla="*/ 471056 h 621896"/>
                <a:gd name="connsiteX453" fmla="*/ 83733 w 553012"/>
                <a:gd name="connsiteY453" fmla="*/ 468869 h 621896"/>
                <a:gd name="connsiteX454" fmla="*/ 86358 w 553012"/>
                <a:gd name="connsiteY454" fmla="*/ 471056 h 621896"/>
                <a:gd name="connsiteX455" fmla="*/ 91877 w 553012"/>
                <a:gd name="connsiteY455" fmla="*/ 473242 h 621896"/>
                <a:gd name="connsiteX456" fmla="*/ 92752 w 553012"/>
                <a:gd name="connsiteY456" fmla="*/ 476573 h 621896"/>
                <a:gd name="connsiteX457" fmla="*/ 87838 w 553012"/>
                <a:gd name="connsiteY457" fmla="*/ 480475 h 621896"/>
                <a:gd name="connsiteX458" fmla="*/ 85954 w 553012"/>
                <a:gd name="connsiteY458" fmla="*/ 483233 h 621896"/>
                <a:gd name="connsiteX459" fmla="*/ 88713 w 553012"/>
                <a:gd name="connsiteY459" fmla="*/ 486866 h 621896"/>
                <a:gd name="connsiteX460" fmla="*/ 95074 w 553012"/>
                <a:gd name="connsiteY460" fmla="*/ 488178 h 621896"/>
                <a:gd name="connsiteX461" fmla="*/ 100156 w 553012"/>
                <a:gd name="connsiteY461" fmla="*/ 487741 h 621896"/>
                <a:gd name="connsiteX462" fmla="*/ 102343 w 553012"/>
                <a:gd name="connsiteY462" fmla="*/ 486866 h 621896"/>
                <a:gd name="connsiteX463" fmla="*/ 103892 w 553012"/>
                <a:gd name="connsiteY463" fmla="*/ 483940 h 621896"/>
                <a:gd name="connsiteX464" fmla="*/ 103219 w 553012"/>
                <a:gd name="connsiteY464" fmla="*/ 483233 h 621896"/>
                <a:gd name="connsiteX465" fmla="*/ 102041 w 553012"/>
                <a:gd name="connsiteY465" fmla="*/ 481047 h 621896"/>
                <a:gd name="connsiteX466" fmla="*/ 101771 w 553012"/>
                <a:gd name="connsiteY466" fmla="*/ 480172 h 621896"/>
                <a:gd name="connsiteX467" fmla="*/ 101368 w 553012"/>
                <a:gd name="connsiteY467" fmla="*/ 475530 h 621896"/>
                <a:gd name="connsiteX468" fmla="*/ 101401 w 553012"/>
                <a:gd name="connsiteY468" fmla="*/ 475462 h 621896"/>
                <a:gd name="connsiteX469" fmla="*/ 101502 w 553012"/>
                <a:gd name="connsiteY469" fmla="*/ 475261 h 621896"/>
                <a:gd name="connsiteX470" fmla="*/ 101401 w 553012"/>
                <a:gd name="connsiteY470" fmla="*/ 475462 h 621896"/>
                <a:gd name="connsiteX471" fmla="*/ 101368 w 553012"/>
                <a:gd name="connsiteY471" fmla="*/ 475530 h 621896"/>
                <a:gd name="connsiteX472" fmla="*/ 101940 w 553012"/>
                <a:gd name="connsiteY472" fmla="*/ 474958 h 621896"/>
                <a:gd name="connsiteX473" fmla="*/ 105574 w 553012"/>
                <a:gd name="connsiteY473" fmla="*/ 471056 h 621896"/>
                <a:gd name="connsiteX474" fmla="*/ 107156 w 553012"/>
                <a:gd name="connsiteY474" fmla="*/ 469744 h 621896"/>
                <a:gd name="connsiteX475" fmla="*/ 108166 w 553012"/>
                <a:gd name="connsiteY475" fmla="*/ 467389 h 621896"/>
                <a:gd name="connsiteX476" fmla="*/ 108166 w 553012"/>
                <a:gd name="connsiteY476" fmla="*/ 460930 h 621896"/>
                <a:gd name="connsiteX477" fmla="*/ 109748 w 553012"/>
                <a:gd name="connsiteY477" fmla="*/ 458609 h 621896"/>
                <a:gd name="connsiteX478" fmla="*/ 114964 w 553012"/>
                <a:gd name="connsiteY478" fmla="*/ 454135 h 621896"/>
                <a:gd name="connsiteX479" fmla="*/ 119743 w 553012"/>
                <a:gd name="connsiteY479" fmla="*/ 452386 h 621896"/>
                <a:gd name="connsiteX480" fmla="*/ 122065 w 553012"/>
                <a:gd name="connsiteY480" fmla="*/ 453395 h 621896"/>
                <a:gd name="connsiteX481" fmla="*/ 130613 w 553012"/>
                <a:gd name="connsiteY481" fmla="*/ 456591 h 621896"/>
                <a:gd name="connsiteX482" fmla="*/ 130613 w 553012"/>
                <a:gd name="connsiteY482" fmla="*/ 463251 h 621896"/>
                <a:gd name="connsiteX483" fmla="*/ 131488 w 553012"/>
                <a:gd name="connsiteY483" fmla="*/ 467759 h 621896"/>
                <a:gd name="connsiteX484" fmla="*/ 133945 w 553012"/>
                <a:gd name="connsiteY484" fmla="*/ 470955 h 621896"/>
                <a:gd name="connsiteX485" fmla="*/ 139465 w 553012"/>
                <a:gd name="connsiteY485" fmla="*/ 468499 h 621896"/>
                <a:gd name="connsiteX486" fmla="*/ 140609 w 553012"/>
                <a:gd name="connsiteY486" fmla="*/ 466918 h 621896"/>
                <a:gd name="connsiteX487" fmla="*/ 142494 w 553012"/>
                <a:gd name="connsiteY487" fmla="*/ 466784 h 621896"/>
                <a:gd name="connsiteX488" fmla="*/ 145960 w 553012"/>
                <a:gd name="connsiteY488" fmla="*/ 468230 h 621896"/>
                <a:gd name="connsiteX489" fmla="*/ 147272 w 553012"/>
                <a:gd name="connsiteY489" fmla="*/ 470114 h 621896"/>
                <a:gd name="connsiteX490" fmla="*/ 148450 w 553012"/>
                <a:gd name="connsiteY490" fmla="*/ 472570 h 621896"/>
                <a:gd name="connsiteX491" fmla="*/ 150335 w 553012"/>
                <a:gd name="connsiteY491" fmla="*/ 475160 h 621896"/>
                <a:gd name="connsiteX492" fmla="*/ 153532 w 553012"/>
                <a:gd name="connsiteY492" fmla="*/ 474857 h 621896"/>
                <a:gd name="connsiteX493" fmla="*/ 155249 w 553012"/>
                <a:gd name="connsiteY493" fmla="*/ 472536 h 621896"/>
                <a:gd name="connsiteX494" fmla="*/ 156124 w 553012"/>
                <a:gd name="connsiteY494" fmla="*/ 467625 h 621896"/>
                <a:gd name="connsiteX495" fmla="*/ 157571 w 553012"/>
                <a:gd name="connsiteY495" fmla="*/ 465169 h 621896"/>
                <a:gd name="connsiteX496" fmla="*/ 158446 w 553012"/>
                <a:gd name="connsiteY496" fmla="*/ 461973 h 621896"/>
                <a:gd name="connsiteX497" fmla="*/ 160027 w 553012"/>
                <a:gd name="connsiteY497" fmla="*/ 459215 h 621896"/>
                <a:gd name="connsiteX498" fmla="*/ 161778 w 553012"/>
                <a:gd name="connsiteY498" fmla="*/ 457465 h 621896"/>
                <a:gd name="connsiteX499" fmla="*/ 163965 w 553012"/>
                <a:gd name="connsiteY499" fmla="*/ 456019 h 621896"/>
                <a:gd name="connsiteX500" fmla="*/ 165850 w 553012"/>
                <a:gd name="connsiteY500" fmla="*/ 455010 h 621896"/>
                <a:gd name="connsiteX501" fmla="*/ 168172 w 553012"/>
                <a:gd name="connsiteY501" fmla="*/ 452386 h 621896"/>
                <a:gd name="connsiteX502" fmla="*/ 171807 w 553012"/>
                <a:gd name="connsiteY502" fmla="*/ 450367 h 621896"/>
                <a:gd name="connsiteX503" fmla="*/ 175273 w 553012"/>
                <a:gd name="connsiteY503" fmla="*/ 447340 h 621896"/>
                <a:gd name="connsiteX504" fmla="*/ 176720 w 553012"/>
                <a:gd name="connsiteY504" fmla="*/ 443875 h 621896"/>
                <a:gd name="connsiteX505" fmla="*/ 177595 w 553012"/>
                <a:gd name="connsiteY505" fmla="*/ 439098 h 621896"/>
                <a:gd name="connsiteX506" fmla="*/ 185571 w 553012"/>
                <a:gd name="connsiteY506" fmla="*/ 438156 h 621896"/>
                <a:gd name="connsiteX507" fmla="*/ 189206 w 553012"/>
                <a:gd name="connsiteY507" fmla="*/ 436340 h 621896"/>
                <a:gd name="connsiteX508" fmla="*/ 192403 w 553012"/>
                <a:gd name="connsiteY508" fmla="*/ 436340 h 621896"/>
                <a:gd name="connsiteX509" fmla="*/ 194423 w 553012"/>
                <a:gd name="connsiteY509" fmla="*/ 437786 h 621896"/>
                <a:gd name="connsiteX510" fmla="*/ 199774 w 553012"/>
                <a:gd name="connsiteY510" fmla="*/ 443135 h 621896"/>
                <a:gd name="connsiteX511" fmla="*/ 201961 w 553012"/>
                <a:gd name="connsiteY511" fmla="*/ 444144 h 621896"/>
                <a:gd name="connsiteX512" fmla="*/ 207750 w 553012"/>
                <a:gd name="connsiteY512" fmla="*/ 443841 h 621896"/>
                <a:gd name="connsiteX513" fmla="*/ 210947 w 553012"/>
                <a:gd name="connsiteY513" fmla="*/ 441823 h 621896"/>
                <a:gd name="connsiteX514" fmla="*/ 212697 w 553012"/>
                <a:gd name="connsiteY514" fmla="*/ 439636 h 621896"/>
                <a:gd name="connsiteX515" fmla="*/ 213404 w 553012"/>
                <a:gd name="connsiteY515" fmla="*/ 437618 h 621896"/>
                <a:gd name="connsiteX516" fmla="*/ 214582 w 553012"/>
                <a:gd name="connsiteY516" fmla="*/ 434288 h 621896"/>
                <a:gd name="connsiteX517" fmla="*/ 215894 w 553012"/>
                <a:gd name="connsiteY517" fmla="*/ 431832 h 621896"/>
                <a:gd name="connsiteX518" fmla="*/ 216466 w 553012"/>
                <a:gd name="connsiteY518" fmla="*/ 430957 h 621896"/>
                <a:gd name="connsiteX519" fmla="*/ 218485 w 553012"/>
                <a:gd name="connsiteY519" fmla="*/ 429645 h 621896"/>
                <a:gd name="connsiteX520" fmla="*/ 221380 w 553012"/>
                <a:gd name="connsiteY520" fmla="*/ 432101 h 621896"/>
                <a:gd name="connsiteX521" fmla="*/ 224409 w 553012"/>
                <a:gd name="connsiteY521" fmla="*/ 434119 h 621896"/>
                <a:gd name="connsiteX522" fmla="*/ 226596 w 553012"/>
                <a:gd name="connsiteY522" fmla="*/ 436138 h 621896"/>
                <a:gd name="connsiteX523" fmla="*/ 232553 w 553012"/>
                <a:gd name="connsiteY523" fmla="*/ 438594 h 621896"/>
                <a:gd name="connsiteX524" fmla="*/ 236154 w 553012"/>
                <a:gd name="connsiteY524" fmla="*/ 438459 h 621896"/>
                <a:gd name="connsiteX525" fmla="*/ 237904 w 553012"/>
                <a:gd name="connsiteY525" fmla="*/ 436710 h 621896"/>
                <a:gd name="connsiteX526" fmla="*/ 241674 w 553012"/>
                <a:gd name="connsiteY526" fmla="*/ 435835 h 621896"/>
                <a:gd name="connsiteX527" fmla="*/ 244736 w 553012"/>
                <a:gd name="connsiteY527" fmla="*/ 438459 h 621896"/>
                <a:gd name="connsiteX528" fmla="*/ 247395 w 553012"/>
                <a:gd name="connsiteY528" fmla="*/ 441487 h 621896"/>
                <a:gd name="connsiteX529" fmla="*/ 248909 w 553012"/>
                <a:gd name="connsiteY529" fmla="*/ 443673 h 621896"/>
                <a:gd name="connsiteX530" fmla="*/ 248909 w 553012"/>
                <a:gd name="connsiteY530" fmla="*/ 447575 h 621896"/>
                <a:gd name="connsiteX531" fmla="*/ 248034 w 553012"/>
                <a:gd name="connsiteY531" fmla="*/ 451780 h 621896"/>
                <a:gd name="connsiteX532" fmla="*/ 247159 w 553012"/>
                <a:gd name="connsiteY532" fmla="*/ 454808 h 621896"/>
                <a:gd name="connsiteX533" fmla="*/ 247462 w 553012"/>
                <a:gd name="connsiteY533" fmla="*/ 457566 h 621896"/>
                <a:gd name="connsiteX534" fmla="*/ 247900 w 553012"/>
                <a:gd name="connsiteY534" fmla="*/ 460594 h 621896"/>
                <a:gd name="connsiteX535" fmla="*/ 248169 w 553012"/>
                <a:gd name="connsiteY535" fmla="*/ 462040 h 621896"/>
                <a:gd name="connsiteX536" fmla="*/ 246015 w 553012"/>
                <a:gd name="connsiteY536" fmla="*/ 465102 h 621896"/>
                <a:gd name="connsiteX537" fmla="*/ 245005 w 553012"/>
                <a:gd name="connsiteY537" fmla="*/ 467120 h 621896"/>
                <a:gd name="connsiteX538" fmla="*/ 242986 w 553012"/>
                <a:gd name="connsiteY538" fmla="*/ 470013 h 621896"/>
                <a:gd name="connsiteX539" fmla="*/ 241404 w 553012"/>
                <a:gd name="connsiteY539" fmla="*/ 474353 h 621896"/>
                <a:gd name="connsiteX540" fmla="*/ 241674 w 553012"/>
                <a:gd name="connsiteY540" fmla="*/ 477985 h 621896"/>
                <a:gd name="connsiteX541" fmla="*/ 242818 w 553012"/>
                <a:gd name="connsiteY541" fmla="*/ 479735 h 621896"/>
                <a:gd name="connsiteX542" fmla="*/ 244265 w 553012"/>
                <a:gd name="connsiteY542" fmla="*/ 481921 h 621896"/>
                <a:gd name="connsiteX543" fmla="*/ 246150 w 553012"/>
                <a:gd name="connsiteY543" fmla="*/ 484545 h 621896"/>
                <a:gd name="connsiteX544" fmla="*/ 248909 w 553012"/>
                <a:gd name="connsiteY544" fmla="*/ 485420 h 621896"/>
                <a:gd name="connsiteX545" fmla="*/ 252106 w 553012"/>
                <a:gd name="connsiteY545" fmla="*/ 484276 h 621896"/>
                <a:gd name="connsiteX546" fmla="*/ 254126 w 553012"/>
                <a:gd name="connsiteY546" fmla="*/ 483839 h 621896"/>
                <a:gd name="connsiteX547" fmla="*/ 258030 w 553012"/>
                <a:gd name="connsiteY547" fmla="*/ 483402 h 621896"/>
                <a:gd name="connsiteX548" fmla="*/ 260352 w 553012"/>
                <a:gd name="connsiteY548" fmla="*/ 483536 h 621896"/>
                <a:gd name="connsiteX549" fmla="*/ 263112 w 553012"/>
                <a:gd name="connsiteY549" fmla="*/ 483536 h 621896"/>
                <a:gd name="connsiteX550" fmla="*/ 265434 w 553012"/>
                <a:gd name="connsiteY550" fmla="*/ 484108 h 621896"/>
                <a:gd name="connsiteX551" fmla="*/ 267823 w 553012"/>
                <a:gd name="connsiteY551" fmla="*/ 485252 h 621896"/>
                <a:gd name="connsiteX552" fmla="*/ 269775 w 553012"/>
                <a:gd name="connsiteY552" fmla="*/ 487001 h 621896"/>
                <a:gd name="connsiteX553" fmla="*/ 269775 w 553012"/>
                <a:gd name="connsiteY553" fmla="*/ 491071 h 621896"/>
                <a:gd name="connsiteX554" fmla="*/ 267318 w 553012"/>
                <a:gd name="connsiteY554" fmla="*/ 493695 h 621896"/>
                <a:gd name="connsiteX555" fmla="*/ 265871 w 553012"/>
                <a:gd name="connsiteY555" fmla="*/ 495882 h 621896"/>
                <a:gd name="connsiteX556" fmla="*/ 264256 w 553012"/>
                <a:gd name="connsiteY556" fmla="*/ 496588 h 621896"/>
                <a:gd name="connsiteX557" fmla="*/ 262674 w 553012"/>
                <a:gd name="connsiteY557" fmla="*/ 497328 h 621896"/>
                <a:gd name="connsiteX558" fmla="*/ 260352 w 553012"/>
                <a:gd name="connsiteY558" fmla="*/ 498909 h 621896"/>
                <a:gd name="connsiteX559" fmla="*/ 258467 w 553012"/>
                <a:gd name="connsiteY559" fmla="*/ 500928 h 621896"/>
                <a:gd name="connsiteX560" fmla="*/ 256717 w 553012"/>
                <a:gd name="connsiteY560" fmla="*/ 503552 h 621896"/>
                <a:gd name="connsiteX561" fmla="*/ 254530 w 553012"/>
                <a:gd name="connsiteY561" fmla="*/ 506579 h 621896"/>
                <a:gd name="connsiteX562" fmla="*/ 254092 w 553012"/>
                <a:gd name="connsiteY562" fmla="*/ 510347 h 621896"/>
                <a:gd name="connsiteX563" fmla="*/ 253520 w 553012"/>
                <a:gd name="connsiteY563" fmla="*/ 514686 h 621896"/>
                <a:gd name="connsiteX564" fmla="*/ 256414 w 553012"/>
                <a:gd name="connsiteY564" fmla="*/ 525417 h 621896"/>
                <a:gd name="connsiteX565" fmla="*/ 255707 w 553012"/>
                <a:gd name="connsiteY565" fmla="*/ 530934 h 621896"/>
                <a:gd name="connsiteX566" fmla="*/ 254698 w 553012"/>
                <a:gd name="connsiteY566" fmla="*/ 535577 h 621896"/>
                <a:gd name="connsiteX567" fmla="*/ 254126 w 553012"/>
                <a:gd name="connsiteY567" fmla="*/ 537158 h 621896"/>
                <a:gd name="connsiteX568" fmla="*/ 252544 w 553012"/>
                <a:gd name="connsiteY568" fmla="*/ 539176 h 621896"/>
                <a:gd name="connsiteX569" fmla="*/ 249650 w 553012"/>
                <a:gd name="connsiteY569" fmla="*/ 540757 h 621896"/>
                <a:gd name="connsiteX570" fmla="*/ 247462 w 553012"/>
                <a:gd name="connsiteY570" fmla="*/ 541329 h 621896"/>
                <a:gd name="connsiteX571" fmla="*/ 245578 w 553012"/>
                <a:gd name="connsiteY571" fmla="*/ 543213 h 621896"/>
                <a:gd name="connsiteX572" fmla="*/ 243121 w 553012"/>
                <a:gd name="connsiteY572" fmla="*/ 545534 h 621896"/>
                <a:gd name="connsiteX573" fmla="*/ 239217 w 553012"/>
                <a:gd name="connsiteY573" fmla="*/ 547418 h 621896"/>
                <a:gd name="connsiteX574" fmla="*/ 238914 w 553012"/>
                <a:gd name="connsiteY574" fmla="*/ 547855 h 621896"/>
                <a:gd name="connsiteX575" fmla="*/ 237029 w 553012"/>
                <a:gd name="connsiteY575" fmla="*/ 550883 h 621896"/>
                <a:gd name="connsiteX576" fmla="*/ 236726 w 553012"/>
                <a:gd name="connsiteY576" fmla="*/ 552767 h 621896"/>
                <a:gd name="connsiteX577" fmla="*/ 236592 w 553012"/>
                <a:gd name="connsiteY577" fmla="*/ 555357 h 621896"/>
                <a:gd name="connsiteX578" fmla="*/ 236726 w 553012"/>
                <a:gd name="connsiteY578" fmla="*/ 557812 h 621896"/>
                <a:gd name="connsiteX579" fmla="*/ 230938 w 553012"/>
                <a:gd name="connsiteY579" fmla="*/ 559696 h 621896"/>
                <a:gd name="connsiteX580" fmla="*/ 229625 w 553012"/>
                <a:gd name="connsiteY580" fmla="*/ 560840 h 621896"/>
                <a:gd name="connsiteX581" fmla="*/ 225553 w 553012"/>
                <a:gd name="connsiteY581" fmla="*/ 563598 h 621896"/>
                <a:gd name="connsiteX582" fmla="*/ 224409 w 553012"/>
                <a:gd name="connsiteY582" fmla="*/ 566929 h 621896"/>
                <a:gd name="connsiteX583" fmla="*/ 223971 w 553012"/>
                <a:gd name="connsiteY583" fmla="*/ 567063 h 621896"/>
                <a:gd name="connsiteX584" fmla="*/ 218889 w 553012"/>
                <a:gd name="connsiteY584" fmla="*/ 573287 h 621896"/>
                <a:gd name="connsiteX585" fmla="*/ 218587 w 553012"/>
                <a:gd name="connsiteY585" fmla="*/ 577626 h 621896"/>
                <a:gd name="connsiteX586" fmla="*/ 218721 w 553012"/>
                <a:gd name="connsiteY586" fmla="*/ 581528 h 621896"/>
                <a:gd name="connsiteX587" fmla="*/ 219159 w 553012"/>
                <a:gd name="connsiteY587" fmla="*/ 584556 h 621896"/>
                <a:gd name="connsiteX588" fmla="*/ 219293 w 553012"/>
                <a:gd name="connsiteY588" fmla="*/ 588458 h 621896"/>
                <a:gd name="connsiteX589" fmla="*/ 220168 w 553012"/>
                <a:gd name="connsiteY589" fmla="*/ 591923 h 621896"/>
                <a:gd name="connsiteX590" fmla="*/ 223063 w 553012"/>
                <a:gd name="connsiteY590" fmla="*/ 595253 h 621896"/>
                <a:gd name="connsiteX591" fmla="*/ 228414 w 553012"/>
                <a:gd name="connsiteY591" fmla="*/ 597272 h 621896"/>
                <a:gd name="connsiteX592" fmla="*/ 233630 w 553012"/>
                <a:gd name="connsiteY592" fmla="*/ 596094 h 621896"/>
                <a:gd name="connsiteX593" fmla="*/ 235952 w 553012"/>
                <a:gd name="connsiteY593" fmla="*/ 591620 h 621896"/>
                <a:gd name="connsiteX594" fmla="*/ 236087 w 553012"/>
                <a:gd name="connsiteY594" fmla="*/ 589030 h 621896"/>
                <a:gd name="connsiteX595" fmla="*/ 235952 w 553012"/>
                <a:gd name="connsiteY595" fmla="*/ 584119 h 621896"/>
                <a:gd name="connsiteX596" fmla="*/ 238577 w 553012"/>
                <a:gd name="connsiteY596" fmla="*/ 581091 h 621896"/>
                <a:gd name="connsiteX597" fmla="*/ 241472 w 553012"/>
                <a:gd name="connsiteY597" fmla="*/ 579342 h 621896"/>
                <a:gd name="connsiteX598" fmla="*/ 244938 w 553012"/>
                <a:gd name="connsiteY598" fmla="*/ 577155 h 621896"/>
                <a:gd name="connsiteX599" fmla="*/ 247092 w 553012"/>
                <a:gd name="connsiteY599" fmla="*/ 574699 h 621896"/>
                <a:gd name="connsiteX600" fmla="*/ 248236 w 553012"/>
                <a:gd name="connsiteY600" fmla="*/ 573522 h 621896"/>
                <a:gd name="connsiteX601" fmla="*/ 250424 w 553012"/>
                <a:gd name="connsiteY601" fmla="*/ 571773 h 621896"/>
                <a:gd name="connsiteX602" fmla="*/ 253183 w 553012"/>
                <a:gd name="connsiteY602" fmla="*/ 571773 h 621896"/>
                <a:gd name="connsiteX603" fmla="*/ 256650 w 553012"/>
                <a:gd name="connsiteY603" fmla="*/ 571033 h 621896"/>
                <a:gd name="connsiteX604" fmla="*/ 260991 w 553012"/>
                <a:gd name="connsiteY604" fmla="*/ 571605 h 621896"/>
                <a:gd name="connsiteX605" fmla="*/ 264895 w 553012"/>
                <a:gd name="connsiteY605" fmla="*/ 572748 h 621896"/>
                <a:gd name="connsiteX606" fmla="*/ 266645 w 553012"/>
                <a:gd name="connsiteY606" fmla="*/ 573623 h 621896"/>
                <a:gd name="connsiteX607" fmla="*/ 267958 w 553012"/>
                <a:gd name="connsiteY607" fmla="*/ 578131 h 621896"/>
                <a:gd name="connsiteX608" fmla="*/ 267958 w 553012"/>
                <a:gd name="connsiteY608" fmla="*/ 581327 h 621896"/>
                <a:gd name="connsiteX609" fmla="*/ 268530 w 553012"/>
                <a:gd name="connsiteY609" fmla="*/ 585094 h 621896"/>
                <a:gd name="connsiteX610" fmla="*/ 267958 w 553012"/>
                <a:gd name="connsiteY610" fmla="*/ 591048 h 621896"/>
                <a:gd name="connsiteX611" fmla="*/ 267958 w 553012"/>
                <a:gd name="connsiteY611" fmla="*/ 593672 h 621896"/>
                <a:gd name="connsiteX612" fmla="*/ 267823 w 553012"/>
                <a:gd name="connsiteY612" fmla="*/ 596868 h 621896"/>
                <a:gd name="connsiteX613" fmla="*/ 267958 w 553012"/>
                <a:gd name="connsiteY613" fmla="*/ 600198 h 621896"/>
                <a:gd name="connsiteX614" fmla="*/ 267520 w 553012"/>
                <a:gd name="connsiteY614" fmla="*/ 604706 h 621896"/>
                <a:gd name="connsiteX615" fmla="*/ 267386 w 553012"/>
                <a:gd name="connsiteY615" fmla="*/ 610627 h 621896"/>
                <a:gd name="connsiteX616" fmla="*/ 266948 w 553012"/>
                <a:gd name="connsiteY616" fmla="*/ 613385 h 621896"/>
                <a:gd name="connsiteX617" fmla="*/ 267823 w 553012"/>
                <a:gd name="connsiteY617" fmla="*/ 615841 h 621896"/>
                <a:gd name="connsiteX618" fmla="*/ 271593 w 553012"/>
                <a:gd name="connsiteY618" fmla="*/ 618162 h 621896"/>
                <a:gd name="connsiteX619" fmla="*/ 275934 w 553012"/>
                <a:gd name="connsiteY619" fmla="*/ 620348 h 621896"/>
                <a:gd name="connsiteX620" fmla="*/ 277516 w 553012"/>
                <a:gd name="connsiteY620" fmla="*/ 621223 h 621896"/>
                <a:gd name="connsiteX621" fmla="*/ 280982 w 553012"/>
                <a:gd name="connsiteY621" fmla="*/ 621223 h 621896"/>
                <a:gd name="connsiteX622" fmla="*/ 286198 w 553012"/>
                <a:gd name="connsiteY622" fmla="*/ 617455 h 621896"/>
                <a:gd name="connsiteX623" fmla="*/ 290103 w 553012"/>
                <a:gd name="connsiteY623" fmla="*/ 615875 h 621896"/>
                <a:gd name="connsiteX624" fmla="*/ 294007 w 553012"/>
                <a:gd name="connsiteY624" fmla="*/ 612847 h 621896"/>
                <a:gd name="connsiteX625" fmla="*/ 298651 w 553012"/>
                <a:gd name="connsiteY625" fmla="*/ 611266 h 621896"/>
                <a:gd name="connsiteX626" fmla="*/ 302285 w 553012"/>
                <a:gd name="connsiteY626" fmla="*/ 610257 h 621896"/>
                <a:gd name="connsiteX627" fmla="*/ 305617 w 553012"/>
                <a:gd name="connsiteY627" fmla="*/ 610257 h 621896"/>
                <a:gd name="connsiteX628" fmla="*/ 309252 w 553012"/>
                <a:gd name="connsiteY628" fmla="*/ 610391 h 621896"/>
                <a:gd name="connsiteX629" fmla="*/ 313459 w 553012"/>
                <a:gd name="connsiteY629" fmla="*/ 610694 h 621896"/>
                <a:gd name="connsiteX630" fmla="*/ 318103 w 553012"/>
                <a:gd name="connsiteY630" fmla="*/ 611703 h 621896"/>
                <a:gd name="connsiteX631" fmla="*/ 322747 w 553012"/>
                <a:gd name="connsiteY631" fmla="*/ 611131 h 621896"/>
                <a:gd name="connsiteX632" fmla="*/ 326517 w 553012"/>
                <a:gd name="connsiteY632" fmla="*/ 610559 h 621896"/>
                <a:gd name="connsiteX633" fmla="*/ 329848 w 553012"/>
                <a:gd name="connsiteY633" fmla="*/ 611299 h 621896"/>
                <a:gd name="connsiteX634" fmla="*/ 332877 w 553012"/>
                <a:gd name="connsiteY634" fmla="*/ 609718 h 621896"/>
                <a:gd name="connsiteX635" fmla="*/ 336781 w 553012"/>
                <a:gd name="connsiteY635" fmla="*/ 607532 h 621896"/>
                <a:gd name="connsiteX636" fmla="*/ 339541 w 553012"/>
                <a:gd name="connsiteY636" fmla="*/ 606657 h 621896"/>
                <a:gd name="connsiteX637" fmla="*/ 341863 w 553012"/>
                <a:gd name="connsiteY637" fmla="*/ 606657 h 621896"/>
                <a:gd name="connsiteX638" fmla="*/ 342301 w 553012"/>
                <a:gd name="connsiteY638" fmla="*/ 604504 h 621896"/>
                <a:gd name="connsiteX639" fmla="*/ 343445 w 553012"/>
                <a:gd name="connsiteY639" fmla="*/ 603192 h 621896"/>
                <a:gd name="connsiteX640" fmla="*/ 343580 w 553012"/>
                <a:gd name="connsiteY640" fmla="*/ 601746 h 621896"/>
                <a:gd name="connsiteX641" fmla="*/ 343714 w 553012"/>
                <a:gd name="connsiteY641" fmla="*/ 599559 h 621896"/>
                <a:gd name="connsiteX642" fmla="*/ 342267 w 553012"/>
                <a:gd name="connsiteY642" fmla="*/ 596363 h 621896"/>
                <a:gd name="connsiteX643" fmla="*/ 338498 w 553012"/>
                <a:gd name="connsiteY643" fmla="*/ 593773 h 621896"/>
                <a:gd name="connsiteX644" fmla="*/ 337354 w 553012"/>
                <a:gd name="connsiteY644" fmla="*/ 591889 h 621896"/>
                <a:gd name="connsiteX645" fmla="*/ 338363 w 553012"/>
                <a:gd name="connsiteY645" fmla="*/ 589131 h 621896"/>
                <a:gd name="connsiteX646" fmla="*/ 340248 w 553012"/>
                <a:gd name="connsiteY646" fmla="*/ 587987 h 621896"/>
                <a:gd name="connsiteX647" fmla="*/ 340955 w 553012"/>
                <a:gd name="connsiteY647" fmla="*/ 585397 h 621896"/>
                <a:gd name="connsiteX648" fmla="*/ 340955 w 553012"/>
                <a:gd name="connsiteY648" fmla="*/ 583210 h 621896"/>
                <a:gd name="connsiteX649" fmla="*/ 340955 w 553012"/>
                <a:gd name="connsiteY649" fmla="*/ 580452 h 621896"/>
                <a:gd name="connsiteX650" fmla="*/ 340955 w 553012"/>
                <a:gd name="connsiteY650" fmla="*/ 577996 h 621896"/>
                <a:gd name="connsiteX651" fmla="*/ 340517 w 553012"/>
                <a:gd name="connsiteY651" fmla="*/ 572917 h 621896"/>
                <a:gd name="connsiteX652" fmla="*/ 338363 w 553012"/>
                <a:gd name="connsiteY652" fmla="*/ 571335 h 621896"/>
                <a:gd name="connsiteX653" fmla="*/ 339070 w 553012"/>
                <a:gd name="connsiteY653" fmla="*/ 569754 h 621896"/>
                <a:gd name="connsiteX654" fmla="*/ 340652 w 553012"/>
                <a:gd name="connsiteY654" fmla="*/ 568880 h 621896"/>
                <a:gd name="connsiteX655" fmla="*/ 344724 w 553012"/>
                <a:gd name="connsiteY655" fmla="*/ 567803 h 621896"/>
                <a:gd name="connsiteX656" fmla="*/ 346609 w 553012"/>
                <a:gd name="connsiteY656" fmla="*/ 566727 h 621896"/>
                <a:gd name="connsiteX657" fmla="*/ 353979 w 553012"/>
                <a:gd name="connsiteY657" fmla="*/ 566727 h 621896"/>
                <a:gd name="connsiteX658" fmla="*/ 362662 w 553012"/>
                <a:gd name="connsiteY658" fmla="*/ 566727 h 621896"/>
                <a:gd name="connsiteX659" fmla="*/ 363537 w 553012"/>
                <a:gd name="connsiteY659" fmla="*/ 568039 h 621896"/>
                <a:gd name="connsiteX660" fmla="*/ 369191 w 553012"/>
                <a:gd name="connsiteY660" fmla="*/ 568039 h 621896"/>
                <a:gd name="connsiteX661" fmla="*/ 372220 w 553012"/>
                <a:gd name="connsiteY661" fmla="*/ 566727 h 621896"/>
                <a:gd name="connsiteX662" fmla="*/ 373801 w 553012"/>
                <a:gd name="connsiteY662" fmla="*/ 565146 h 621896"/>
                <a:gd name="connsiteX663" fmla="*/ 379321 w 553012"/>
                <a:gd name="connsiteY663" fmla="*/ 566727 h 621896"/>
                <a:gd name="connsiteX664" fmla="*/ 383225 w 553012"/>
                <a:gd name="connsiteY664" fmla="*/ 568476 h 621896"/>
                <a:gd name="connsiteX665" fmla="*/ 390056 w 553012"/>
                <a:gd name="connsiteY665" fmla="*/ 569788 h 621896"/>
                <a:gd name="connsiteX666" fmla="*/ 396283 w 553012"/>
                <a:gd name="connsiteY666" fmla="*/ 576011 h 621896"/>
                <a:gd name="connsiteX667" fmla="*/ 400927 w 553012"/>
                <a:gd name="connsiteY667" fmla="*/ 580654 h 621896"/>
                <a:gd name="connsiteX668" fmla="*/ 404697 w 553012"/>
                <a:gd name="connsiteY668" fmla="*/ 586440 h 621896"/>
                <a:gd name="connsiteX669" fmla="*/ 409172 w 553012"/>
                <a:gd name="connsiteY669" fmla="*/ 592831 h 621896"/>
                <a:gd name="connsiteX670" fmla="*/ 414523 w 553012"/>
                <a:gd name="connsiteY670" fmla="*/ 595455 h 621896"/>
                <a:gd name="connsiteX671" fmla="*/ 419000 w 553012"/>
                <a:gd name="connsiteY671" fmla="*/ 594446 h 621896"/>
                <a:gd name="connsiteX672" fmla="*/ 422466 w 553012"/>
                <a:gd name="connsiteY672" fmla="*/ 592428 h 621896"/>
                <a:gd name="connsiteX673" fmla="*/ 425495 w 553012"/>
                <a:gd name="connsiteY673" fmla="*/ 592125 h 621896"/>
                <a:gd name="connsiteX674" fmla="*/ 429567 w 553012"/>
                <a:gd name="connsiteY674" fmla="*/ 591553 h 621896"/>
                <a:gd name="connsiteX675" fmla="*/ 430880 w 553012"/>
                <a:gd name="connsiteY675" fmla="*/ 589097 h 621896"/>
                <a:gd name="connsiteX676" fmla="*/ 431183 w 553012"/>
                <a:gd name="connsiteY676" fmla="*/ 585901 h 621896"/>
                <a:gd name="connsiteX677" fmla="*/ 427985 w 553012"/>
                <a:gd name="connsiteY677" fmla="*/ 581697 h 621896"/>
                <a:gd name="connsiteX678" fmla="*/ 427548 w 553012"/>
                <a:gd name="connsiteY678" fmla="*/ 579106 h 621896"/>
                <a:gd name="connsiteX679" fmla="*/ 427985 w 553012"/>
                <a:gd name="connsiteY679" fmla="*/ 576920 h 621896"/>
                <a:gd name="connsiteX680" fmla="*/ 428726 w 553012"/>
                <a:gd name="connsiteY680" fmla="*/ 574161 h 621896"/>
                <a:gd name="connsiteX681" fmla="*/ 426706 w 553012"/>
                <a:gd name="connsiteY681" fmla="*/ 570831 h 621896"/>
                <a:gd name="connsiteX682" fmla="*/ 426135 w 553012"/>
                <a:gd name="connsiteY682" fmla="*/ 569385 h 621896"/>
                <a:gd name="connsiteX683" fmla="*/ 425259 w 553012"/>
                <a:gd name="connsiteY683" fmla="*/ 566357 h 621896"/>
                <a:gd name="connsiteX684" fmla="*/ 427144 w 553012"/>
                <a:gd name="connsiteY684" fmla="*/ 565180 h 621896"/>
                <a:gd name="connsiteX685" fmla="*/ 429029 w 553012"/>
                <a:gd name="connsiteY685" fmla="*/ 562993 h 621896"/>
                <a:gd name="connsiteX686" fmla="*/ 430173 w 553012"/>
                <a:gd name="connsiteY686" fmla="*/ 561244 h 621896"/>
                <a:gd name="connsiteX687" fmla="*/ 428423 w 553012"/>
                <a:gd name="connsiteY687" fmla="*/ 559057 h 621896"/>
                <a:gd name="connsiteX688" fmla="*/ 420447 w 553012"/>
                <a:gd name="connsiteY688" fmla="*/ 555155 h 621896"/>
                <a:gd name="connsiteX689" fmla="*/ 419000 w 553012"/>
                <a:gd name="connsiteY689" fmla="*/ 553708 h 621896"/>
                <a:gd name="connsiteX690" fmla="*/ 418125 w 553012"/>
                <a:gd name="connsiteY690" fmla="*/ 550513 h 621896"/>
                <a:gd name="connsiteX691" fmla="*/ 420447 w 553012"/>
                <a:gd name="connsiteY691" fmla="*/ 549066 h 621896"/>
                <a:gd name="connsiteX692" fmla="*/ 423072 w 553012"/>
                <a:gd name="connsiteY692" fmla="*/ 547754 h 621896"/>
                <a:gd name="connsiteX693" fmla="*/ 425966 w 553012"/>
                <a:gd name="connsiteY693" fmla="*/ 547754 h 621896"/>
                <a:gd name="connsiteX694" fmla="*/ 429735 w 553012"/>
                <a:gd name="connsiteY694" fmla="*/ 545736 h 621896"/>
                <a:gd name="connsiteX695" fmla="*/ 432495 w 553012"/>
                <a:gd name="connsiteY695" fmla="*/ 543986 h 621896"/>
                <a:gd name="connsiteX696" fmla="*/ 434077 w 553012"/>
                <a:gd name="connsiteY696" fmla="*/ 543246 h 621896"/>
                <a:gd name="connsiteX697" fmla="*/ 437543 w 553012"/>
                <a:gd name="connsiteY697" fmla="*/ 541934 h 621896"/>
                <a:gd name="connsiteX698" fmla="*/ 442760 w 553012"/>
                <a:gd name="connsiteY698" fmla="*/ 536720 h 621896"/>
                <a:gd name="connsiteX699" fmla="*/ 444207 w 553012"/>
                <a:gd name="connsiteY699" fmla="*/ 532953 h 621896"/>
                <a:gd name="connsiteX700" fmla="*/ 446832 w 553012"/>
                <a:gd name="connsiteY700" fmla="*/ 526292 h 621896"/>
                <a:gd name="connsiteX701" fmla="*/ 449423 w 553012"/>
                <a:gd name="connsiteY701" fmla="*/ 523971 h 621896"/>
                <a:gd name="connsiteX702" fmla="*/ 455649 w 553012"/>
                <a:gd name="connsiteY702" fmla="*/ 523971 h 621896"/>
                <a:gd name="connsiteX703" fmla="*/ 459553 w 553012"/>
                <a:gd name="connsiteY703" fmla="*/ 523904 h 621896"/>
                <a:gd name="connsiteX704" fmla="*/ 462313 w 553012"/>
                <a:gd name="connsiteY704" fmla="*/ 526729 h 621896"/>
                <a:gd name="connsiteX705" fmla="*/ 464770 w 553012"/>
                <a:gd name="connsiteY705" fmla="*/ 531069 h 621896"/>
                <a:gd name="connsiteX706" fmla="*/ 466654 w 553012"/>
                <a:gd name="connsiteY706" fmla="*/ 534837 h 621896"/>
                <a:gd name="connsiteX707" fmla="*/ 470424 w 553012"/>
                <a:gd name="connsiteY707" fmla="*/ 538470 h 621896"/>
                <a:gd name="connsiteX708" fmla="*/ 476381 w 553012"/>
                <a:gd name="connsiteY708" fmla="*/ 541060 h 621896"/>
                <a:gd name="connsiteX709" fmla="*/ 481462 w 553012"/>
                <a:gd name="connsiteY709" fmla="*/ 541497 h 621896"/>
                <a:gd name="connsiteX710" fmla="*/ 488261 w 553012"/>
                <a:gd name="connsiteY710" fmla="*/ 541934 h 621896"/>
                <a:gd name="connsiteX711" fmla="*/ 495665 w 553012"/>
                <a:gd name="connsiteY711" fmla="*/ 543246 h 621896"/>
                <a:gd name="connsiteX712" fmla="*/ 500746 w 553012"/>
                <a:gd name="connsiteY712" fmla="*/ 541665 h 621896"/>
                <a:gd name="connsiteX713" fmla="*/ 504819 w 553012"/>
                <a:gd name="connsiteY713" fmla="*/ 540656 h 621896"/>
                <a:gd name="connsiteX714" fmla="*/ 512189 w 553012"/>
                <a:gd name="connsiteY714" fmla="*/ 540656 h 621896"/>
                <a:gd name="connsiteX715" fmla="*/ 514074 w 553012"/>
                <a:gd name="connsiteY715" fmla="*/ 539344 h 621896"/>
                <a:gd name="connsiteX716" fmla="*/ 517843 w 553012"/>
                <a:gd name="connsiteY716" fmla="*/ 536754 h 621896"/>
                <a:gd name="connsiteX717" fmla="*/ 521175 w 553012"/>
                <a:gd name="connsiteY717" fmla="*/ 534870 h 621896"/>
                <a:gd name="connsiteX718" fmla="*/ 522757 w 553012"/>
                <a:gd name="connsiteY718" fmla="*/ 533121 h 621896"/>
                <a:gd name="connsiteX719" fmla="*/ 525079 w 553012"/>
                <a:gd name="connsiteY719" fmla="*/ 530228 h 621896"/>
                <a:gd name="connsiteX720" fmla="*/ 526088 w 553012"/>
                <a:gd name="connsiteY720" fmla="*/ 525586 h 621896"/>
                <a:gd name="connsiteX721" fmla="*/ 524607 w 553012"/>
                <a:gd name="connsiteY721" fmla="*/ 522356 h 62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553012" h="621896">
                  <a:moveTo>
                    <a:pt x="524607" y="522356"/>
                  </a:moveTo>
                  <a:lnTo>
                    <a:pt x="525752" y="518589"/>
                  </a:lnTo>
                  <a:lnTo>
                    <a:pt x="526896" y="513677"/>
                  </a:lnTo>
                  <a:lnTo>
                    <a:pt x="525752" y="510784"/>
                  </a:lnTo>
                  <a:lnTo>
                    <a:pt x="522555" y="508766"/>
                  </a:lnTo>
                  <a:lnTo>
                    <a:pt x="521983" y="502677"/>
                  </a:lnTo>
                  <a:lnTo>
                    <a:pt x="522285" y="499481"/>
                  </a:lnTo>
                  <a:lnTo>
                    <a:pt x="522858" y="493964"/>
                  </a:lnTo>
                  <a:lnTo>
                    <a:pt x="525180" y="489322"/>
                  </a:lnTo>
                  <a:lnTo>
                    <a:pt x="525180" y="486732"/>
                  </a:lnTo>
                  <a:lnTo>
                    <a:pt x="528511" y="480071"/>
                  </a:lnTo>
                  <a:lnTo>
                    <a:pt x="530093" y="476875"/>
                  </a:lnTo>
                  <a:lnTo>
                    <a:pt x="529521" y="472536"/>
                  </a:lnTo>
                  <a:lnTo>
                    <a:pt x="529252" y="465303"/>
                  </a:lnTo>
                  <a:lnTo>
                    <a:pt x="531271" y="460089"/>
                  </a:lnTo>
                  <a:cubicBezTo>
                    <a:pt x="531271" y="460089"/>
                    <a:pt x="536791" y="457465"/>
                    <a:pt x="538238" y="456624"/>
                  </a:cubicBezTo>
                  <a:cubicBezTo>
                    <a:pt x="539685" y="455750"/>
                    <a:pt x="543757" y="454606"/>
                    <a:pt x="543757" y="454606"/>
                  </a:cubicBezTo>
                  <a:lnTo>
                    <a:pt x="548974" y="451982"/>
                  </a:lnTo>
                  <a:lnTo>
                    <a:pt x="551868" y="448517"/>
                  </a:lnTo>
                  <a:lnTo>
                    <a:pt x="553012" y="445691"/>
                  </a:lnTo>
                  <a:lnTo>
                    <a:pt x="550118" y="441554"/>
                  </a:lnTo>
                  <a:lnTo>
                    <a:pt x="546349" y="441251"/>
                  </a:lnTo>
                  <a:lnTo>
                    <a:pt x="542007" y="442126"/>
                  </a:lnTo>
                  <a:cubicBezTo>
                    <a:pt x="542007" y="442126"/>
                    <a:pt x="534771" y="445019"/>
                    <a:pt x="533593" y="445691"/>
                  </a:cubicBezTo>
                  <a:cubicBezTo>
                    <a:pt x="532449" y="446331"/>
                    <a:pt x="527805" y="448517"/>
                    <a:pt x="527805" y="448517"/>
                  </a:cubicBezTo>
                  <a:lnTo>
                    <a:pt x="524036" y="448517"/>
                  </a:lnTo>
                  <a:lnTo>
                    <a:pt x="523463" y="445557"/>
                  </a:lnTo>
                  <a:lnTo>
                    <a:pt x="524338" y="440982"/>
                  </a:lnTo>
                  <a:cubicBezTo>
                    <a:pt x="524338" y="440982"/>
                    <a:pt x="525483" y="438661"/>
                    <a:pt x="526358" y="437786"/>
                  </a:cubicBezTo>
                  <a:cubicBezTo>
                    <a:pt x="527233" y="436912"/>
                    <a:pt x="530699" y="434590"/>
                    <a:pt x="530699" y="434590"/>
                  </a:cubicBezTo>
                  <a:cubicBezTo>
                    <a:pt x="530699" y="434590"/>
                    <a:pt x="531271" y="429679"/>
                    <a:pt x="531271" y="427930"/>
                  </a:cubicBezTo>
                  <a:cubicBezTo>
                    <a:pt x="531271" y="426181"/>
                    <a:pt x="533021" y="421841"/>
                    <a:pt x="533021" y="421841"/>
                  </a:cubicBezTo>
                  <a:lnTo>
                    <a:pt x="534771" y="418073"/>
                  </a:lnTo>
                  <a:lnTo>
                    <a:pt x="537665" y="413162"/>
                  </a:lnTo>
                  <a:lnTo>
                    <a:pt x="537363" y="406501"/>
                  </a:lnTo>
                  <a:lnTo>
                    <a:pt x="535613" y="403036"/>
                  </a:lnTo>
                  <a:lnTo>
                    <a:pt x="529521" y="394627"/>
                  </a:lnTo>
                  <a:lnTo>
                    <a:pt x="523733" y="394627"/>
                  </a:lnTo>
                  <a:lnTo>
                    <a:pt x="511920" y="393382"/>
                  </a:lnTo>
                  <a:lnTo>
                    <a:pt x="509530" y="391565"/>
                  </a:lnTo>
                  <a:lnTo>
                    <a:pt x="509329" y="386553"/>
                  </a:lnTo>
                  <a:lnTo>
                    <a:pt x="508453" y="382415"/>
                  </a:lnTo>
                  <a:lnTo>
                    <a:pt x="509093" y="378715"/>
                  </a:lnTo>
                  <a:lnTo>
                    <a:pt x="510170" y="377403"/>
                  </a:lnTo>
                  <a:lnTo>
                    <a:pt x="512358" y="373501"/>
                  </a:lnTo>
                  <a:lnTo>
                    <a:pt x="512593" y="366975"/>
                  </a:lnTo>
                  <a:lnTo>
                    <a:pt x="513468" y="363274"/>
                  </a:lnTo>
                  <a:lnTo>
                    <a:pt x="517810" y="357858"/>
                  </a:lnTo>
                  <a:lnTo>
                    <a:pt x="516295" y="353721"/>
                  </a:lnTo>
                  <a:lnTo>
                    <a:pt x="507376" y="349146"/>
                  </a:lnTo>
                  <a:lnTo>
                    <a:pt x="502598" y="343932"/>
                  </a:lnTo>
                  <a:cubicBezTo>
                    <a:pt x="502598" y="343932"/>
                    <a:pt x="500848" y="339357"/>
                    <a:pt x="500848" y="338717"/>
                  </a:cubicBezTo>
                  <a:cubicBezTo>
                    <a:pt x="500848" y="338078"/>
                    <a:pt x="501285" y="333503"/>
                    <a:pt x="501285" y="333503"/>
                  </a:cubicBezTo>
                  <a:lnTo>
                    <a:pt x="503237" y="330678"/>
                  </a:lnTo>
                  <a:lnTo>
                    <a:pt x="505862" y="327213"/>
                  </a:lnTo>
                  <a:lnTo>
                    <a:pt x="508891" y="324589"/>
                  </a:lnTo>
                  <a:lnTo>
                    <a:pt x="510204" y="320451"/>
                  </a:lnTo>
                  <a:lnTo>
                    <a:pt x="511280" y="316313"/>
                  </a:lnTo>
                  <a:lnTo>
                    <a:pt x="511718" y="311537"/>
                  </a:lnTo>
                  <a:lnTo>
                    <a:pt x="511954" y="309585"/>
                  </a:lnTo>
                  <a:lnTo>
                    <a:pt x="508050" y="309384"/>
                  </a:lnTo>
                  <a:lnTo>
                    <a:pt x="501958" y="310258"/>
                  </a:lnTo>
                  <a:lnTo>
                    <a:pt x="496506" y="314598"/>
                  </a:lnTo>
                  <a:lnTo>
                    <a:pt x="492804" y="314598"/>
                  </a:lnTo>
                  <a:lnTo>
                    <a:pt x="487790" y="313286"/>
                  </a:lnTo>
                  <a:lnTo>
                    <a:pt x="484289" y="311099"/>
                  </a:lnTo>
                  <a:lnTo>
                    <a:pt x="481698" y="311099"/>
                  </a:lnTo>
                  <a:lnTo>
                    <a:pt x="481698" y="306962"/>
                  </a:lnTo>
                  <a:lnTo>
                    <a:pt x="481059" y="305650"/>
                  </a:lnTo>
                  <a:lnTo>
                    <a:pt x="480184" y="299998"/>
                  </a:lnTo>
                  <a:lnTo>
                    <a:pt x="479746" y="294145"/>
                  </a:lnTo>
                  <a:lnTo>
                    <a:pt x="477121" y="291117"/>
                  </a:lnTo>
                  <a:lnTo>
                    <a:pt x="478871" y="288494"/>
                  </a:lnTo>
                  <a:lnTo>
                    <a:pt x="480386" y="286980"/>
                  </a:lnTo>
                  <a:lnTo>
                    <a:pt x="483852" y="283515"/>
                  </a:lnTo>
                  <a:cubicBezTo>
                    <a:pt x="483852" y="283515"/>
                    <a:pt x="485804" y="280050"/>
                    <a:pt x="485804" y="278099"/>
                  </a:cubicBezTo>
                  <a:cubicBezTo>
                    <a:pt x="485804" y="276148"/>
                    <a:pt x="486881" y="275508"/>
                    <a:pt x="486881" y="275508"/>
                  </a:cubicBezTo>
                  <a:lnTo>
                    <a:pt x="489270" y="272246"/>
                  </a:lnTo>
                  <a:lnTo>
                    <a:pt x="492737" y="269184"/>
                  </a:lnTo>
                  <a:lnTo>
                    <a:pt x="494049" y="266998"/>
                  </a:lnTo>
                  <a:lnTo>
                    <a:pt x="495564" y="265047"/>
                  </a:lnTo>
                  <a:lnTo>
                    <a:pt x="495564" y="258083"/>
                  </a:lnTo>
                  <a:lnTo>
                    <a:pt x="495564" y="252869"/>
                  </a:lnTo>
                  <a:lnTo>
                    <a:pt x="495564" y="249841"/>
                  </a:lnTo>
                  <a:lnTo>
                    <a:pt x="496876" y="247453"/>
                  </a:lnTo>
                  <a:lnTo>
                    <a:pt x="499266" y="244392"/>
                  </a:lnTo>
                  <a:lnTo>
                    <a:pt x="502968" y="242004"/>
                  </a:lnTo>
                  <a:lnTo>
                    <a:pt x="507982" y="240927"/>
                  </a:lnTo>
                  <a:lnTo>
                    <a:pt x="511247" y="239413"/>
                  </a:lnTo>
                  <a:lnTo>
                    <a:pt x="519055" y="237227"/>
                  </a:lnTo>
                  <a:lnTo>
                    <a:pt x="522083" y="233762"/>
                  </a:lnTo>
                  <a:lnTo>
                    <a:pt x="524911" y="228346"/>
                  </a:lnTo>
                  <a:lnTo>
                    <a:pt x="522521" y="224208"/>
                  </a:lnTo>
                  <a:lnTo>
                    <a:pt x="517944" y="224208"/>
                  </a:lnTo>
                  <a:lnTo>
                    <a:pt x="517305" y="220743"/>
                  </a:lnTo>
                  <a:lnTo>
                    <a:pt x="524473" y="217043"/>
                  </a:lnTo>
                  <a:cubicBezTo>
                    <a:pt x="524473" y="217043"/>
                    <a:pt x="527738" y="214015"/>
                    <a:pt x="534468" y="209440"/>
                  </a:cubicBezTo>
                  <a:cubicBezTo>
                    <a:pt x="541199" y="204865"/>
                    <a:pt x="539685" y="203352"/>
                    <a:pt x="539920" y="202477"/>
                  </a:cubicBezTo>
                  <a:cubicBezTo>
                    <a:pt x="540123" y="201602"/>
                    <a:pt x="536891" y="197465"/>
                    <a:pt x="536891" y="197465"/>
                  </a:cubicBezTo>
                  <a:lnTo>
                    <a:pt x="541233" y="195278"/>
                  </a:lnTo>
                  <a:lnTo>
                    <a:pt x="542546" y="192250"/>
                  </a:lnTo>
                  <a:lnTo>
                    <a:pt x="543185" y="189660"/>
                  </a:lnTo>
                  <a:lnTo>
                    <a:pt x="542310" y="185960"/>
                  </a:lnTo>
                  <a:lnTo>
                    <a:pt x="539281" y="183807"/>
                  </a:lnTo>
                  <a:cubicBezTo>
                    <a:pt x="539281" y="183807"/>
                    <a:pt x="533829" y="183336"/>
                    <a:pt x="532314" y="183773"/>
                  </a:cubicBezTo>
                  <a:cubicBezTo>
                    <a:pt x="530800" y="184211"/>
                    <a:pt x="527536" y="179434"/>
                    <a:pt x="526896" y="177247"/>
                  </a:cubicBezTo>
                  <a:cubicBezTo>
                    <a:pt x="526257" y="175061"/>
                    <a:pt x="526896" y="173345"/>
                    <a:pt x="526896" y="173345"/>
                  </a:cubicBezTo>
                  <a:lnTo>
                    <a:pt x="529285" y="164229"/>
                  </a:lnTo>
                  <a:lnTo>
                    <a:pt x="533190" y="155314"/>
                  </a:lnTo>
                  <a:lnTo>
                    <a:pt x="534940" y="145323"/>
                  </a:lnTo>
                  <a:lnTo>
                    <a:pt x="533829" y="142935"/>
                  </a:lnTo>
                  <a:lnTo>
                    <a:pt x="526021" y="137283"/>
                  </a:lnTo>
                  <a:lnTo>
                    <a:pt x="522319" y="137283"/>
                  </a:lnTo>
                  <a:lnTo>
                    <a:pt x="514713" y="134895"/>
                  </a:lnTo>
                  <a:lnTo>
                    <a:pt x="512963" y="129445"/>
                  </a:lnTo>
                  <a:lnTo>
                    <a:pt x="512963" y="122280"/>
                  </a:lnTo>
                  <a:lnTo>
                    <a:pt x="511213" y="115552"/>
                  </a:lnTo>
                  <a:lnTo>
                    <a:pt x="511213" y="112726"/>
                  </a:lnTo>
                  <a:lnTo>
                    <a:pt x="508016" y="115418"/>
                  </a:lnTo>
                  <a:lnTo>
                    <a:pt x="506434" y="120497"/>
                  </a:lnTo>
                  <a:lnTo>
                    <a:pt x="502799" y="120363"/>
                  </a:lnTo>
                  <a:lnTo>
                    <a:pt x="501083" y="121809"/>
                  </a:lnTo>
                  <a:cubicBezTo>
                    <a:pt x="501083" y="121809"/>
                    <a:pt x="498626" y="119353"/>
                    <a:pt x="497314" y="118344"/>
                  </a:cubicBezTo>
                  <a:cubicBezTo>
                    <a:pt x="496001" y="117335"/>
                    <a:pt x="497314" y="115586"/>
                    <a:pt x="497314" y="115586"/>
                  </a:cubicBezTo>
                  <a:lnTo>
                    <a:pt x="497314" y="114005"/>
                  </a:lnTo>
                  <a:lnTo>
                    <a:pt x="495497" y="111549"/>
                  </a:lnTo>
                  <a:cubicBezTo>
                    <a:pt x="495497" y="111549"/>
                    <a:pt x="494419" y="111986"/>
                    <a:pt x="493982" y="112121"/>
                  </a:cubicBezTo>
                  <a:cubicBezTo>
                    <a:pt x="493544" y="112255"/>
                    <a:pt x="492838" y="113870"/>
                    <a:pt x="492838" y="113870"/>
                  </a:cubicBezTo>
                  <a:lnTo>
                    <a:pt x="491256" y="115451"/>
                  </a:lnTo>
                  <a:lnTo>
                    <a:pt x="488631" y="116763"/>
                  </a:lnTo>
                  <a:cubicBezTo>
                    <a:pt x="488631" y="116763"/>
                    <a:pt x="486746" y="117066"/>
                    <a:pt x="486309" y="117200"/>
                  </a:cubicBezTo>
                  <a:cubicBezTo>
                    <a:pt x="485871" y="117335"/>
                    <a:pt x="484424" y="116763"/>
                    <a:pt x="483987" y="116326"/>
                  </a:cubicBezTo>
                  <a:cubicBezTo>
                    <a:pt x="483549" y="115889"/>
                    <a:pt x="481395" y="113702"/>
                    <a:pt x="480958" y="113298"/>
                  </a:cubicBezTo>
                  <a:cubicBezTo>
                    <a:pt x="480520" y="112861"/>
                    <a:pt x="479073" y="111986"/>
                    <a:pt x="479073" y="111986"/>
                  </a:cubicBezTo>
                  <a:cubicBezTo>
                    <a:pt x="479073" y="111986"/>
                    <a:pt x="478063" y="109665"/>
                    <a:pt x="478063" y="109093"/>
                  </a:cubicBezTo>
                  <a:cubicBezTo>
                    <a:pt x="478063" y="108521"/>
                    <a:pt x="478366" y="107949"/>
                    <a:pt x="478636" y="107075"/>
                  </a:cubicBezTo>
                  <a:cubicBezTo>
                    <a:pt x="478938" y="106200"/>
                    <a:pt x="479948" y="105326"/>
                    <a:pt x="480655" y="104888"/>
                  </a:cubicBezTo>
                  <a:cubicBezTo>
                    <a:pt x="481395" y="104451"/>
                    <a:pt x="482977" y="104148"/>
                    <a:pt x="483549" y="103745"/>
                  </a:cubicBezTo>
                  <a:cubicBezTo>
                    <a:pt x="484121" y="103307"/>
                    <a:pt x="485434" y="102601"/>
                    <a:pt x="486006" y="102601"/>
                  </a:cubicBezTo>
                  <a:cubicBezTo>
                    <a:pt x="486578" y="102601"/>
                    <a:pt x="486881" y="100145"/>
                    <a:pt x="486881" y="100145"/>
                  </a:cubicBezTo>
                  <a:cubicBezTo>
                    <a:pt x="486881" y="100145"/>
                    <a:pt x="485131" y="99573"/>
                    <a:pt x="483414" y="99573"/>
                  </a:cubicBezTo>
                  <a:cubicBezTo>
                    <a:pt x="481665" y="99573"/>
                    <a:pt x="480217" y="98833"/>
                    <a:pt x="480217" y="98833"/>
                  </a:cubicBezTo>
                  <a:cubicBezTo>
                    <a:pt x="480217" y="98833"/>
                    <a:pt x="476751" y="98699"/>
                    <a:pt x="476145" y="98699"/>
                  </a:cubicBezTo>
                  <a:cubicBezTo>
                    <a:pt x="475573" y="98699"/>
                    <a:pt x="475438" y="96512"/>
                    <a:pt x="475438" y="96512"/>
                  </a:cubicBezTo>
                  <a:lnTo>
                    <a:pt x="476313" y="93619"/>
                  </a:lnTo>
                  <a:lnTo>
                    <a:pt x="477121" y="90154"/>
                  </a:lnTo>
                  <a:lnTo>
                    <a:pt x="478636" y="88405"/>
                  </a:lnTo>
                  <a:lnTo>
                    <a:pt x="480386" y="86521"/>
                  </a:lnTo>
                  <a:lnTo>
                    <a:pt x="482708" y="84940"/>
                  </a:lnTo>
                  <a:lnTo>
                    <a:pt x="484592" y="82753"/>
                  </a:lnTo>
                  <a:lnTo>
                    <a:pt x="486914" y="80163"/>
                  </a:lnTo>
                  <a:lnTo>
                    <a:pt x="487487" y="79289"/>
                  </a:lnTo>
                  <a:lnTo>
                    <a:pt x="488059" y="77842"/>
                  </a:lnTo>
                  <a:lnTo>
                    <a:pt x="488631" y="75656"/>
                  </a:lnTo>
                  <a:lnTo>
                    <a:pt x="488631" y="73469"/>
                  </a:lnTo>
                  <a:lnTo>
                    <a:pt x="486309" y="70004"/>
                  </a:lnTo>
                  <a:lnTo>
                    <a:pt x="484862" y="68995"/>
                  </a:lnTo>
                  <a:cubicBezTo>
                    <a:pt x="484862" y="68995"/>
                    <a:pt x="481967" y="69735"/>
                    <a:pt x="481530" y="70004"/>
                  </a:cubicBezTo>
                  <a:cubicBezTo>
                    <a:pt x="481092" y="70307"/>
                    <a:pt x="481261" y="68558"/>
                    <a:pt x="481261" y="68558"/>
                  </a:cubicBezTo>
                  <a:lnTo>
                    <a:pt x="479813" y="66976"/>
                  </a:lnTo>
                  <a:cubicBezTo>
                    <a:pt x="479813" y="66976"/>
                    <a:pt x="479813" y="66102"/>
                    <a:pt x="480116" y="65664"/>
                  </a:cubicBezTo>
                  <a:cubicBezTo>
                    <a:pt x="480386" y="65227"/>
                    <a:pt x="480991" y="64790"/>
                    <a:pt x="480991" y="64790"/>
                  </a:cubicBezTo>
                  <a:lnTo>
                    <a:pt x="482439" y="63478"/>
                  </a:lnTo>
                  <a:lnTo>
                    <a:pt x="483448" y="61729"/>
                  </a:lnTo>
                  <a:lnTo>
                    <a:pt x="483448" y="58533"/>
                  </a:lnTo>
                  <a:lnTo>
                    <a:pt x="481833" y="56784"/>
                  </a:lnTo>
                  <a:lnTo>
                    <a:pt x="479813" y="54900"/>
                  </a:lnTo>
                  <a:lnTo>
                    <a:pt x="476179" y="51570"/>
                  </a:lnTo>
                  <a:lnTo>
                    <a:pt x="474732" y="51132"/>
                  </a:lnTo>
                  <a:lnTo>
                    <a:pt x="472410" y="48676"/>
                  </a:lnTo>
                  <a:cubicBezTo>
                    <a:pt x="472410" y="48676"/>
                    <a:pt x="469515" y="46355"/>
                    <a:pt x="468943" y="46355"/>
                  </a:cubicBezTo>
                  <a:cubicBezTo>
                    <a:pt x="468371" y="46355"/>
                    <a:pt x="468236" y="45918"/>
                    <a:pt x="468236" y="45918"/>
                  </a:cubicBezTo>
                  <a:lnTo>
                    <a:pt x="466217" y="44169"/>
                  </a:lnTo>
                  <a:lnTo>
                    <a:pt x="464029" y="44034"/>
                  </a:lnTo>
                  <a:lnTo>
                    <a:pt x="461135" y="45044"/>
                  </a:lnTo>
                  <a:cubicBezTo>
                    <a:pt x="461135" y="45044"/>
                    <a:pt x="458544" y="46355"/>
                    <a:pt x="458106" y="46490"/>
                  </a:cubicBezTo>
                  <a:cubicBezTo>
                    <a:pt x="457669" y="46624"/>
                    <a:pt x="456222" y="47230"/>
                    <a:pt x="456222" y="47230"/>
                  </a:cubicBezTo>
                  <a:cubicBezTo>
                    <a:pt x="456222" y="47230"/>
                    <a:pt x="453193" y="49988"/>
                    <a:pt x="451746" y="50863"/>
                  </a:cubicBezTo>
                  <a:cubicBezTo>
                    <a:pt x="450298" y="51738"/>
                    <a:pt x="450736" y="51570"/>
                    <a:pt x="450164" y="51738"/>
                  </a:cubicBezTo>
                  <a:cubicBezTo>
                    <a:pt x="449592" y="51906"/>
                    <a:pt x="449289" y="53487"/>
                    <a:pt x="448717" y="53756"/>
                  </a:cubicBezTo>
                  <a:cubicBezTo>
                    <a:pt x="448144" y="54059"/>
                    <a:pt x="445957" y="56952"/>
                    <a:pt x="444947" y="57961"/>
                  </a:cubicBezTo>
                  <a:cubicBezTo>
                    <a:pt x="443938" y="58970"/>
                    <a:pt x="442928" y="61157"/>
                    <a:pt x="442793" y="61594"/>
                  </a:cubicBezTo>
                  <a:cubicBezTo>
                    <a:pt x="442659" y="62031"/>
                    <a:pt x="438452" y="64790"/>
                    <a:pt x="438014" y="65227"/>
                  </a:cubicBezTo>
                  <a:cubicBezTo>
                    <a:pt x="437577" y="65664"/>
                    <a:pt x="430610" y="71181"/>
                    <a:pt x="430610" y="71181"/>
                  </a:cubicBezTo>
                  <a:cubicBezTo>
                    <a:pt x="430610" y="71181"/>
                    <a:pt x="429433" y="73065"/>
                    <a:pt x="428726" y="74377"/>
                  </a:cubicBezTo>
                  <a:cubicBezTo>
                    <a:pt x="428019" y="75689"/>
                    <a:pt x="427279" y="75084"/>
                    <a:pt x="426841" y="75689"/>
                  </a:cubicBezTo>
                  <a:cubicBezTo>
                    <a:pt x="426404" y="76261"/>
                    <a:pt x="424653" y="78145"/>
                    <a:pt x="423812" y="78448"/>
                  </a:cubicBezTo>
                  <a:cubicBezTo>
                    <a:pt x="422937" y="78750"/>
                    <a:pt x="420918" y="79188"/>
                    <a:pt x="420918" y="79188"/>
                  </a:cubicBezTo>
                  <a:lnTo>
                    <a:pt x="420918" y="75723"/>
                  </a:lnTo>
                  <a:lnTo>
                    <a:pt x="420918" y="72695"/>
                  </a:lnTo>
                  <a:lnTo>
                    <a:pt x="419975" y="70811"/>
                  </a:lnTo>
                  <a:lnTo>
                    <a:pt x="417586" y="70240"/>
                  </a:lnTo>
                  <a:lnTo>
                    <a:pt x="415264" y="72561"/>
                  </a:lnTo>
                  <a:cubicBezTo>
                    <a:pt x="415264" y="72561"/>
                    <a:pt x="413952" y="73301"/>
                    <a:pt x="413077" y="73570"/>
                  </a:cubicBezTo>
                  <a:cubicBezTo>
                    <a:pt x="412201" y="73873"/>
                    <a:pt x="409879" y="72830"/>
                    <a:pt x="409745" y="72392"/>
                  </a:cubicBezTo>
                  <a:cubicBezTo>
                    <a:pt x="409610" y="71955"/>
                    <a:pt x="407860" y="70206"/>
                    <a:pt x="407860" y="70206"/>
                  </a:cubicBezTo>
                  <a:cubicBezTo>
                    <a:pt x="407860" y="70206"/>
                    <a:pt x="406547" y="68759"/>
                    <a:pt x="405639" y="67750"/>
                  </a:cubicBezTo>
                  <a:cubicBezTo>
                    <a:pt x="404730" y="66741"/>
                    <a:pt x="404966" y="64857"/>
                    <a:pt x="404966" y="63982"/>
                  </a:cubicBezTo>
                  <a:cubicBezTo>
                    <a:pt x="404966" y="63108"/>
                    <a:pt x="404966" y="60350"/>
                    <a:pt x="405504" y="59643"/>
                  </a:cubicBezTo>
                  <a:cubicBezTo>
                    <a:pt x="406042" y="58937"/>
                    <a:pt x="404966" y="57019"/>
                    <a:pt x="405369" y="56178"/>
                  </a:cubicBezTo>
                  <a:cubicBezTo>
                    <a:pt x="405773" y="55304"/>
                    <a:pt x="404932" y="51973"/>
                    <a:pt x="405235" y="51099"/>
                  </a:cubicBezTo>
                  <a:cubicBezTo>
                    <a:pt x="405504" y="50224"/>
                    <a:pt x="405235" y="49652"/>
                    <a:pt x="405235" y="49652"/>
                  </a:cubicBezTo>
                  <a:lnTo>
                    <a:pt x="405235" y="44438"/>
                  </a:lnTo>
                  <a:cubicBezTo>
                    <a:pt x="405235" y="44438"/>
                    <a:pt x="405235" y="42117"/>
                    <a:pt x="405235" y="41242"/>
                  </a:cubicBezTo>
                  <a:cubicBezTo>
                    <a:pt x="405235" y="40368"/>
                    <a:pt x="404595" y="38652"/>
                    <a:pt x="404427" y="38215"/>
                  </a:cubicBezTo>
                  <a:cubicBezTo>
                    <a:pt x="404292" y="37777"/>
                    <a:pt x="403619" y="37643"/>
                    <a:pt x="403619" y="37643"/>
                  </a:cubicBezTo>
                  <a:lnTo>
                    <a:pt x="402038" y="35624"/>
                  </a:lnTo>
                  <a:cubicBezTo>
                    <a:pt x="402038" y="35624"/>
                    <a:pt x="400456" y="35490"/>
                    <a:pt x="399850" y="35624"/>
                  </a:cubicBezTo>
                  <a:cubicBezTo>
                    <a:pt x="399278" y="35759"/>
                    <a:pt x="397091" y="35624"/>
                    <a:pt x="396384" y="35624"/>
                  </a:cubicBezTo>
                  <a:cubicBezTo>
                    <a:pt x="395643" y="35624"/>
                    <a:pt x="392480" y="36364"/>
                    <a:pt x="391436" y="36768"/>
                  </a:cubicBezTo>
                  <a:cubicBezTo>
                    <a:pt x="390427" y="37205"/>
                    <a:pt x="390292" y="37508"/>
                    <a:pt x="389552" y="38652"/>
                  </a:cubicBezTo>
                  <a:cubicBezTo>
                    <a:pt x="388845" y="39796"/>
                    <a:pt x="387970" y="41108"/>
                    <a:pt x="387667" y="41680"/>
                  </a:cubicBezTo>
                  <a:cubicBezTo>
                    <a:pt x="387364" y="42251"/>
                    <a:pt x="385782" y="44270"/>
                    <a:pt x="385648" y="44707"/>
                  </a:cubicBezTo>
                  <a:cubicBezTo>
                    <a:pt x="385513" y="45144"/>
                    <a:pt x="383898" y="47297"/>
                    <a:pt x="383595" y="47903"/>
                  </a:cubicBezTo>
                  <a:cubicBezTo>
                    <a:pt x="383326" y="48475"/>
                    <a:pt x="382451" y="50661"/>
                    <a:pt x="382013" y="50796"/>
                  </a:cubicBezTo>
                  <a:cubicBezTo>
                    <a:pt x="381575" y="50930"/>
                    <a:pt x="379119" y="54126"/>
                    <a:pt x="378547" y="53992"/>
                  </a:cubicBezTo>
                  <a:cubicBezTo>
                    <a:pt x="377975" y="53857"/>
                    <a:pt x="376965" y="52848"/>
                    <a:pt x="376090" y="51805"/>
                  </a:cubicBezTo>
                  <a:cubicBezTo>
                    <a:pt x="375215" y="50796"/>
                    <a:pt x="371311" y="52242"/>
                    <a:pt x="371311" y="52242"/>
                  </a:cubicBezTo>
                  <a:lnTo>
                    <a:pt x="368114" y="52242"/>
                  </a:lnTo>
                  <a:cubicBezTo>
                    <a:pt x="368114" y="52242"/>
                    <a:pt x="364917" y="54126"/>
                    <a:pt x="364344" y="54563"/>
                  </a:cubicBezTo>
                  <a:cubicBezTo>
                    <a:pt x="363772" y="55001"/>
                    <a:pt x="362325" y="54866"/>
                    <a:pt x="361888" y="55135"/>
                  </a:cubicBezTo>
                  <a:cubicBezTo>
                    <a:pt x="361450" y="55438"/>
                    <a:pt x="359263" y="59340"/>
                    <a:pt x="359263" y="59777"/>
                  </a:cubicBezTo>
                  <a:cubicBezTo>
                    <a:pt x="359263" y="60215"/>
                    <a:pt x="356940" y="62099"/>
                    <a:pt x="356940" y="62099"/>
                  </a:cubicBezTo>
                  <a:cubicBezTo>
                    <a:pt x="356940" y="62099"/>
                    <a:pt x="355796" y="63545"/>
                    <a:pt x="355056" y="64420"/>
                  </a:cubicBezTo>
                  <a:cubicBezTo>
                    <a:pt x="354349" y="65294"/>
                    <a:pt x="352868" y="65429"/>
                    <a:pt x="351286" y="66573"/>
                  </a:cubicBezTo>
                  <a:cubicBezTo>
                    <a:pt x="349671" y="67750"/>
                    <a:pt x="348392" y="66876"/>
                    <a:pt x="348392" y="66876"/>
                  </a:cubicBezTo>
                  <a:lnTo>
                    <a:pt x="346070" y="65429"/>
                  </a:lnTo>
                  <a:lnTo>
                    <a:pt x="344320" y="61796"/>
                  </a:lnTo>
                  <a:lnTo>
                    <a:pt x="344320" y="60047"/>
                  </a:lnTo>
                  <a:cubicBezTo>
                    <a:pt x="344320" y="60047"/>
                    <a:pt x="342503" y="57288"/>
                    <a:pt x="341931" y="57288"/>
                  </a:cubicBezTo>
                  <a:cubicBezTo>
                    <a:pt x="341358" y="57288"/>
                    <a:pt x="340854" y="58298"/>
                    <a:pt x="340854" y="58298"/>
                  </a:cubicBezTo>
                  <a:cubicBezTo>
                    <a:pt x="340854" y="58298"/>
                    <a:pt x="340854" y="60181"/>
                    <a:pt x="340854" y="60753"/>
                  </a:cubicBezTo>
                  <a:cubicBezTo>
                    <a:pt x="340854" y="61325"/>
                    <a:pt x="338329" y="64823"/>
                    <a:pt x="337892" y="64958"/>
                  </a:cubicBezTo>
                  <a:cubicBezTo>
                    <a:pt x="337454" y="65093"/>
                    <a:pt x="336378" y="65395"/>
                    <a:pt x="336378" y="65395"/>
                  </a:cubicBezTo>
                  <a:cubicBezTo>
                    <a:pt x="336378" y="65395"/>
                    <a:pt x="334627" y="63377"/>
                    <a:pt x="335065" y="63377"/>
                  </a:cubicBezTo>
                  <a:cubicBezTo>
                    <a:pt x="335503" y="63377"/>
                    <a:pt x="332743" y="55976"/>
                    <a:pt x="332743" y="55976"/>
                  </a:cubicBezTo>
                  <a:lnTo>
                    <a:pt x="327829" y="51906"/>
                  </a:lnTo>
                  <a:lnTo>
                    <a:pt x="324363" y="49316"/>
                  </a:lnTo>
                  <a:lnTo>
                    <a:pt x="322343" y="43530"/>
                  </a:lnTo>
                  <a:lnTo>
                    <a:pt x="315377" y="41209"/>
                  </a:lnTo>
                  <a:cubicBezTo>
                    <a:pt x="315377" y="41209"/>
                    <a:pt x="309589" y="36263"/>
                    <a:pt x="308714" y="35994"/>
                  </a:cubicBezTo>
                  <a:cubicBezTo>
                    <a:pt x="307839" y="35692"/>
                    <a:pt x="305247" y="34817"/>
                    <a:pt x="305247" y="34817"/>
                  </a:cubicBezTo>
                  <a:cubicBezTo>
                    <a:pt x="305247" y="34817"/>
                    <a:pt x="299728" y="31049"/>
                    <a:pt x="298886" y="30747"/>
                  </a:cubicBezTo>
                  <a:cubicBezTo>
                    <a:pt x="298011" y="30478"/>
                    <a:pt x="294545" y="28728"/>
                    <a:pt x="294545" y="28728"/>
                  </a:cubicBezTo>
                  <a:lnTo>
                    <a:pt x="291348" y="26104"/>
                  </a:lnTo>
                  <a:cubicBezTo>
                    <a:pt x="291348" y="26104"/>
                    <a:pt x="289598" y="26104"/>
                    <a:pt x="288454" y="26104"/>
                  </a:cubicBezTo>
                  <a:cubicBezTo>
                    <a:pt x="287309" y="26104"/>
                    <a:pt x="282665" y="26542"/>
                    <a:pt x="281790" y="26811"/>
                  </a:cubicBezTo>
                  <a:cubicBezTo>
                    <a:pt x="280915" y="27114"/>
                    <a:pt x="276876" y="27820"/>
                    <a:pt x="275698" y="27820"/>
                  </a:cubicBezTo>
                  <a:cubicBezTo>
                    <a:pt x="274554" y="27820"/>
                    <a:pt x="271357" y="27820"/>
                    <a:pt x="270179" y="27820"/>
                  </a:cubicBezTo>
                  <a:cubicBezTo>
                    <a:pt x="269035" y="27820"/>
                    <a:pt x="265838" y="28257"/>
                    <a:pt x="265838" y="28257"/>
                  </a:cubicBezTo>
                  <a:lnTo>
                    <a:pt x="257727" y="25230"/>
                  </a:lnTo>
                  <a:lnTo>
                    <a:pt x="255977" y="22337"/>
                  </a:lnTo>
                  <a:lnTo>
                    <a:pt x="252780" y="20890"/>
                  </a:lnTo>
                  <a:lnTo>
                    <a:pt x="246419" y="19141"/>
                  </a:lnTo>
                  <a:lnTo>
                    <a:pt x="239149" y="15945"/>
                  </a:lnTo>
                  <a:lnTo>
                    <a:pt x="235380" y="13927"/>
                  </a:lnTo>
                  <a:lnTo>
                    <a:pt x="231039" y="10159"/>
                  </a:lnTo>
                  <a:lnTo>
                    <a:pt x="226967" y="12178"/>
                  </a:lnTo>
                  <a:lnTo>
                    <a:pt x="218856" y="14499"/>
                  </a:lnTo>
                  <a:lnTo>
                    <a:pt x="213067" y="15945"/>
                  </a:lnTo>
                  <a:lnTo>
                    <a:pt x="209601" y="13052"/>
                  </a:lnTo>
                  <a:lnTo>
                    <a:pt x="207279" y="8107"/>
                  </a:lnTo>
                  <a:cubicBezTo>
                    <a:pt x="207279" y="8107"/>
                    <a:pt x="204956" y="2018"/>
                    <a:pt x="204081" y="1446"/>
                  </a:cubicBezTo>
                  <a:cubicBezTo>
                    <a:pt x="203206" y="875"/>
                    <a:pt x="200884" y="0"/>
                    <a:pt x="200884" y="0"/>
                  </a:cubicBezTo>
                  <a:lnTo>
                    <a:pt x="199437" y="0"/>
                  </a:lnTo>
                  <a:cubicBezTo>
                    <a:pt x="199437" y="0"/>
                    <a:pt x="197115" y="2590"/>
                    <a:pt x="196812" y="3465"/>
                  </a:cubicBezTo>
                  <a:cubicBezTo>
                    <a:pt x="196543" y="4339"/>
                    <a:pt x="195062" y="4911"/>
                    <a:pt x="194490" y="6661"/>
                  </a:cubicBezTo>
                  <a:cubicBezTo>
                    <a:pt x="193918" y="8410"/>
                    <a:pt x="193043" y="8982"/>
                    <a:pt x="190720" y="9789"/>
                  </a:cubicBezTo>
                  <a:cubicBezTo>
                    <a:pt x="188398" y="10596"/>
                    <a:pt x="187523" y="10159"/>
                    <a:pt x="184057" y="10025"/>
                  </a:cubicBezTo>
                  <a:cubicBezTo>
                    <a:pt x="180590" y="9890"/>
                    <a:pt x="180860" y="9587"/>
                    <a:pt x="179716" y="10025"/>
                  </a:cubicBezTo>
                  <a:cubicBezTo>
                    <a:pt x="178571" y="10462"/>
                    <a:pt x="178268" y="10025"/>
                    <a:pt x="178268" y="10025"/>
                  </a:cubicBezTo>
                  <a:lnTo>
                    <a:pt x="170730" y="10159"/>
                  </a:lnTo>
                  <a:cubicBezTo>
                    <a:pt x="170730" y="10159"/>
                    <a:pt x="167533" y="9856"/>
                    <a:pt x="166388" y="10159"/>
                  </a:cubicBezTo>
                  <a:cubicBezTo>
                    <a:pt x="165244" y="10428"/>
                    <a:pt x="165210" y="11034"/>
                    <a:pt x="165210" y="12178"/>
                  </a:cubicBezTo>
                  <a:cubicBezTo>
                    <a:pt x="165210" y="13321"/>
                    <a:pt x="165210" y="16248"/>
                    <a:pt x="165513" y="17963"/>
                  </a:cubicBezTo>
                  <a:cubicBezTo>
                    <a:pt x="165783" y="19713"/>
                    <a:pt x="165513" y="21159"/>
                    <a:pt x="165210" y="22606"/>
                  </a:cubicBezTo>
                  <a:cubicBezTo>
                    <a:pt x="164907" y="24052"/>
                    <a:pt x="164638" y="24624"/>
                    <a:pt x="164638" y="25499"/>
                  </a:cubicBezTo>
                  <a:cubicBezTo>
                    <a:pt x="164638" y="26373"/>
                    <a:pt x="166085" y="28392"/>
                    <a:pt x="166658" y="29569"/>
                  </a:cubicBezTo>
                  <a:cubicBezTo>
                    <a:pt x="167230" y="30713"/>
                    <a:pt x="168105" y="31016"/>
                    <a:pt x="168980" y="32462"/>
                  </a:cubicBezTo>
                  <a:cubicBezTo>
                    <a:pt x="169855" y="33909"/>
                    <a:pt x="170999" y="32462"/>
                    <a:pt x="170999" y="32462"/>
                  </a:cubicBezTo>
                  <a:lnTo>
                    <a:pt x="174465" y="34783"/>
                  </a:lnTo>
                  <a:lnTo>
                    <a:pt x="177662" y="36230"/>
                  </a:lnTo>
                  <a:lnTo>
                    <a:pt x="179413" y="37407"/>
                  </a:lnTo>
                  <a:lnTo>
                    <a:pt x="180860" y="39157"/>
                  </a:lnTo>
                  <a:cubicBezTo>
                    <a:pt x="180860" y="39157"/>
                    <a:pt x="180860" y="42050"/>
                    <a:pt x="180860" y="43126"/>
                  </a:cubicBezTo>
                  <a:cubicBezTo>
                    <a:pt x="180860" y="44169"/>
                    <a:pt x="177662" y="46120"/>
                    <a:pt x="177662" y="46120"/>
                  </a:cubicBezTo>
                  <a:lnTo>
                    <a:pt x="174196" y="48441"/>
                  </a:lnTo>
                  <a:lnTo>
                    <a:pt x="168677" y="51334"/>
                  </a:lnTo>
                  <a:lnTo>
                    <a:pt x="166085" y="56245"/>
                  </a:lnTo>
                  <a:cubicBezTo>
                    <a:pt x="166085" y="56245"/>
                    <a:pt x="159422" y="61191"/>
                    <a:pt x="158547" y="61191"/>
                  </a:cubicBezTo>
                  <a:cubicBezTo>
                    <a:pt x="157672" y="61191"/>
                    <a:pt x="153330" y="58869"/>
                    <a:pt x="153330" y="58869"/>
                  </a:cubicBezTo>
                  <a:lnTo>
                    <a:pt x="150705" y="55102"/>
                  </a:lnTo>
                  <a:cubicBezTo>
                    <a:pt x="150705" y="55102"/>
                    <a:pt x="149258" y="52209"/>
                    <a:pt x="148080" y="51906"/>
                  </a:cubicBezTo>
                  <a:cubicBezTo>
                    <a:pt x="146936" y="51637"/>
                    <a:pt x="144311" y="49013"/>
                    <a:pt x="144311" y="49013"/>
                  </a:cubicBezTo>
                  <a:cubicBezTo>
                    <a:pt x="144311" y="49013"/>
                    <a:pt x="144311" y="49013"/>
                    <a:pt x="142292" y="47869"/>
                  </a:cubicBezTo>
                  <a:cubicBezTo>
                    <a:pt x="140239" y="46726"/>
                    <a:pt x="138522" y="45245"/>
                    <a:pt x="138522" y="45245"/>
                  </a:cubicBezTo>
                  <a:lnTo>
                    <a:pt x="130681" y="44673"/>
                  </a:lnTo>
                  <a:cubicBezTo>
                    <a:pt x="130681" y="44673"/>
                    <a:pt x="126339" y="44371"/>
                    <a:pt x="125161" y="44371"/>
                  </a:cubicBezTo>
                  <a:cubicBezTo>
                    <a:pt x="124017" y="44371"/>
                    <a:pt x="121392" y="44371"/>
                    <a:pt x="119642" y="43496"/>
                  </a:cubicBezTo>
                  <a:cubicBezTo>
                    <a:pt x="117892" y="42621"/>
                    <a:pt x="115570" y="43496"/>
                    <a:pt x="115570" y="43496"/>
                  </a:cubicBezTo>
                  <a:lnTo>
                    <a:pt x="110353" y="43496"/>
                  </a:lnTo>
                  <a:lnTo>
                    <a:pt x="107459" y="43496"/>
                  </a:lnTo>
                  <a:cubicBezTo>
                    <a:pt x="107459" y="43496"/>
                    <a:pt x="101368" y="47129"/>
                    <a:pt x="100493" y="47701"/>
                  </a:cubicBezTo>
                  <a:cubicBezTo>
                    <a:pt x="99617" y="48273"/>
                    <a:pt x="99315" y="49282"/>
                    <a:pt x="98473" y="50157"/>
                  </a:cubicBezTo>
                  <a:cubicBezTo>
                    <a:pt x="97598" y="51031"/>
                    <a:pt x="95848" y="52175"/>
                    <a:pt x="94704" y="52478"/>
                  </a:cubicBezTo>
                  <a:cubicBezTo>
                    <a:pt x="93560" y="52781"/>
                    <a:pt x="92113" y="55674"/>
                    <a:pt x="92113" y="55674"/>
                  </a:cubicBezTo>
                  <a:cubicBezTo>
                    <a:pt x="92113" y="55674"/>
                    <a:pt x="89790" y="58264"/>
                    <a:pt x="87771" y="58567"/>
                  </a:cubicBezTo>
                  <a:cubicBezTo>
                    <a:pt x="85752" y="58869"/>
                    <a:pt x="87771" y="58567"/>
                    <a:pt x="84305" y="58567"/>
                  </a:cubicBezTo>
                  <a:cubicBezTo>
                    <a:pt x="80805" y="58567"/>
                    <a:pt x="80805" y="58264"/>
                    <a:pt x="79358" y="58264"/>
                  </a:cubicBezTo>
                  <a:cubicBezTo>
                    <a:pt x="77910" y="58264"/>
                    <a:pt x="77338" y="55674"/>
                    <a:pt x="77338" y="55674"/>
                  </a:cubicBezTo>
                  <a:lnTo>
                    <a:pt x="70372" y="55674"/>
                  </a:lnTo>
                  <a:lnTo>
                    <a:pt x="70675" y="60316"/>
                  </a:lnTo>
                  <a:lnTo>
                    <a:pt x="71550" y="65227"/>
                  </a:lnTo>
                  <a:cubicBezTo>
                    <a:pt x="71550" y="65227"/>
                    <a:pt x="70405" y="68120"/>
                    <a:pt x="70405" y="69298"/>
                  </a:cubicBezTo>
                  <a:cubicBezTo>
                    <a:pt x="70405" y="70441"/>
                    <a:pt x="68958" y="71047"/>
                    <a:pt x="67511" y="72493"/>
                  </a:cubicBezTo>
                  <a:cubicBezTo>
                    <a:pt x="66064" y="73940"/>
                    <a:pt x="63170" y="74243"/>
                    <a:pt x="62295" y="74512"/>
                  </a:cubicBezTo>
                  <a:cubicBezTo>
                    <a:pt x="61420" y="74815"/>
                    <a:pt x="60275" y="77977"/>
                    <a:pt x="60275" y="77977"/>
                  </a:cubicBezTo>
                  <a:cubicBezTo>
                    <a:pt x="60275" y="77977"/>
                    <a:pt x="59400" y="82619"/>
                    <a:pt x="59131" y="86084"/>
                  </a:cubicBezTo>
                  <a:cubicBezTo>
                    <a:pt x="58828" y="89549"/>
                    <a:pt x="58256" y="90726"/>
                    <a:pt x="57684" y="91601"/>
                  </a:cubicBezTo>
                  <a:cubicBezTo>
                    <a:pt x="57112" y="92475"/>
                    <a:pt x="55665" y="93922"/>
                    <a:pt x="54217" y="96512"/>
                  </a:cubicBezTo>
                  <a:cubicBezTo>
                    <a:pt x="52770" y="99136"/>
                    <a:pt x="51895" y="98530"/>
                    <a:pt x="50145" y="100582"/>
                  </a:cubicBezTo>
                  <a:cubicBezTo>
                    <a:pt x="48395" y="102601"/>
                    <a:pt x="48395" y="104922"/>
                    <a:pt x="47823" y="106099"/>
                  </a:cubicBezTo>
                  <a:cubicBezTo>
                    <a:pt x="47251" y="107243"/>
                    <a:pt x="46073" y="109867"/>
                    <a:pt x="45804" y="111011"/>
                  </a:cubicBezTo>
                  <a:cubicBezTo>
                    <a:pt x="45501" y="112188"/>
                    <a:pt x="44626" y="115653"/>
                    <a:pt x="44626" y="115653"/>
                  </a:cubicBezTo>
                  <a:lnTo>
                    <a:pt x="46376" y="121742"/>
                  </a:lnTo>
                  <a:lnTo>
                    <a:pt x="49876" y="125812"/>
                  </a:lnTo>
                  <a:lnTo>
                    <a:pt x="50448" y="132473"/>
                  </a:lnTo>
                  <a:cubicBezTo>
                    <a:pt x="50448" y="132473"/>
                    <a:pt x="47857" y="135938"/>
                    <a:pt x="46679" y="137990"/>
                  </a:cubicBezTo>
                  <a:cubicBezTo>
                    <a:pt x="45535" y="140008"/>
                    <a:pt x="44087" y="142632"/>
                    <a:pt x="44087" y="142632"/>
                  </a:cubicBezTo>
                  <a:lnTo>
                    <a:pt x="43515" y="145222"/>
                  </a:lnTo>
                  <a:lnTo>
                    <a:pt x="43515" y="149293"/>
                  </a:lnTo>
                  <a:lnTo>
                    <a:pt x="44087" y="152489"/>
                  </a:lnTo>
                  <a:lnTo>
                    <a:pt x="47285" y="155381"/>
                  </a:lnTo>
                  <a:lnTo>
                    <a:pt x="49304" y="156525"/>
                  </a:lnTo>
                  <a:lnTo>
                    <a:pt x="49001" y="160865"/>
                  </a:lnTo>
                  <a:lnTo>
                    <a:pt x="48429" y="163758"/>
                  </a:lnTo>
                  <a:cubicBezTo>
                    <a:pt x="48429" y="163758"/>
                    <a:pt x="46679" y="164901"/>
                    <a:pt x="45804" y="165776"/>
                  </a:cubicBezTo>
                  <a:cubicBezTo>
                    <a:pt x="44929" y="166651"/>
                    <a:pt x="44054" y="166954"/>
                    <a:pt x="43482" y="168097"/>
                  </a:cubicBezTo>
                  <a:cubicBezTo>
                    <a:pt x="42910" y="169241"/>
                    <a:pt x="40015" y="169544"/>
                    <a:pt x="40015" y="169544"/>
                  </a:cubicBezTo>
                  <a:cubicBezTo>
                    <a:pt x="40015" y="169544"/>
                    <a:pt x="40015" y="171293"/>
                    <a:pt x="40015" y="172168"/>
                  </a:cubicBezTo>
                  <a:cubicBezTo>
                    <a:pt x="40015" y="173042"/>
                    <a:pt x="42338" y="175061"/>
                    <a:pt x="42338" y="175061"/>
                  </a:cubicBezTo>
                  <a:cubicBezTo>
                    <a:pt x="42338" y="175061"/>
                    <a:pt x="44660" y="176204"/>
                    <a:pt x="46107" y="176507"/>
                  </a:cubicBezTo>
                  <a:cubicBezTo>
                    <a:pt x="47554" y="176810"/>
                    <a:pt x="48732" y="176507"/>
                    <a:pt x="48732" y="176507"/>
                  </a:cubicBezTo>
                  <a:lnTo>
                    <a:pt x="48732" y="178526"/>
                  </a:lnTo>
                  <a:cubicBezTo>
                    <a:pt x="48732" y="178526"/>
                    <a:pt x="48867" y="180847"/>
                    <a:pt x="48597" y="181990"/>
                  </a:cubicBezTo>
                  <a:cubicBezTo>
                    <a:pt x="48294" y="183134"/>
                    <a:pt x="48463" y="184311"/>
                    <a:pt x="48160" y="185455"/>
                  </a:cubicBezTo>
                  <a:cubicBezTo>
                    <a:pt x="47890" y="186599"/>
                    <a:pt x="47016" y="187776"/>
                    <a:pt x="47016" y="187776"/>
                  </a:cubicBezTo>
                  <a:lnTo>
                    <a:pt x="46443" y="191544"/>
                  </a:lnTo>
                  <a:cubicBezTo>
                    <a:pt x="46443" y="191544"/>
                    <a:pt x="47016" y="194740"/>
                    <a:pt x="47318" y="197633"/>
                  </a:cubicBezTo>
                  <a:cubicBezTo>
                    <a:pt x="47621" y="200526"/>
                    <a:pt x="46174" y="199954"/>
                    <a:pt x="45871" y="202847"/>
                  </a:cubicBezTo>
                  <a:cubicBezTo>
                    <a:pt x="45568" y="205740"/>
                    <a:pt x="46443" y="206917"/>
                    <a:pt x="46746" y="209508"/>
                  </a:cubicBezTo>
                  <a:cubicBezTo>
                    <a:pt x="47049" y="212098"/>
                    <a:pt x="47621" y="211257"/>
                    <a:pt x="47890" y="214150"/>
                  </a:cubicBezTo>
                  <a:cubicBezTo>
                    <a:pt x="48193" y="217043"/>
                    <a:pt x="52535" y="217917"/>
                    <a:pt x="52535" y="217917"/>
                  </a:cubicBezTo>
                  <a:cubicBezTo>
                    <a:pt x="52535" y="217917"/>
                    <a:pt x="52535" y="217917"/>
                    <a:pt x="53107" y="219095"/>
                  </a:cubicBezTo>
                  <a:cubicBezTo>
                    <a:pt x="53679" y="220239"/>
                    <a:pt x="54251" y="222291"/>
                    <a:pt x="54251" y="223434"/>
                  </a:cubicBezTo>
                  <a:cubicBezTo>
                    <a:pt x="54251" y="224578"/>
                    <a:pt x="52501" y="225453"/>
                    <a:pt x="52501" y="227774"/>
                  </a:cubicBezTo>
                  <a:cubicBezTo>
                    <a:pt x="52501" y="230095"/>
                    <a:pt x="50751" y="230095"/>
                    <a:pt x="49607" y="232416"/>
                  </a:cubicBezTo>
                  <a:cubicBezTo>
                    <a:pt x="48463" y="234737"/>
                    <a:pt x="49910" y="234737"/>
                    <a:pt x="50751" y="235612"/>
                  </a:cubicBezTo>
                  <a:cubicBezTo>
                    <a:pt x="51626" y="236487"/>
                    <a:pt x="52770" y="238808"/>
                    <a:pt x="52770" y="241970"/>
                  </a:cubicBezTo>
                  <a:cubicBezTo>
                    <a:pt x="52770" y="245166"/>
                    <a:pt x="52198" y="243988"/>
                    <a:pt x="51020" y="245737"/>
                  </a:cubicBezTo>
                  <a:cubicBezTo>
                    <a:pt x="49876" y="247487"/>
                    <a:pt x="51020" y="245737"/>
                    <a:pt x="50448" y="246881"/>
                  </a:cubicBezTo>
                  <a:cubicBezTo>
                    <a:pt x="49876" y="248059"/>
                    <a:pt x="48698" y="249774"/>
                    <a:pt x="49001" y="250649"/>
                  </a:cubicBezTo>
                  <a:cubicBezTo>
                    <a:pt x="49304" y="251523"/>
                    <a:pt x="50145" y="252398"/>
                    <a:pt x="51323" y="254114"/>
                  </a:cubicBezTo>
                  <a:cubicBezTo>
                    <a:pt x="52468" y="255863"/>
                    <a:pt x="51323" y="258184"/>
                    <a:pt x="51054" y="259025"/>
                  </a:cubicBezTo>
                  <a:cubicBezTo>
                    <a:pt x="50751" y="259900"/>
                    <a:pt x="50751" y="263936"/>
                    <a:pt x="50751" y="265114"/>
                  </a:cubicBezTo>
                  <a:cubicBezTo>
                    <a:pt x="50751" y="266291"/>
                    <a:pt x="52501" y="269184"/>
                    <a:pt x="52501" y="270328"/>
                  </a:cubicBezTo>
                  <a:cubicBezTo>
                    <a:pt x="52501" y="271472"/>
                    <a:pt x="54251" y="273524"/>
                    <a:pt x="55126" y="274668"/>
                  </a:cubicBezTo>
                  <a:cubicBezTo>
                    <a:pt x="56001" y="275845"/>
                    <a:pt x="57718" y="276686"/>
                    <a:pt x="57718" y="276686"/>
                  </a:cubicBezTo>
                  <a:lnTo>
                    <a:pt x="62059" y="282203"/>
                  </a:lnTo>
                  <a:lnTo>
                    <a:pt x="64381" y="285399"/>
                  </a:lnTo>
                  <a:lnTo>
                    <a:pt x="64078" y="291185"/>
                  </a:lnTo>
                  <a:cubicBezTo>
                    <a:pt x="64078" y="291185"/>
                    <a:pt x="63775" y="294649"/>
                    <a:pt x="63775" y="296971"/>
                  </a:cubicBezTo>
                  <a:cubicBezTo>
                    <a:pt x="63775" y="299292"/>
                    <a:pt x="62597" y="300166"/>
                    <a:pt x="62597" y="300166"/>
                  </a:cubicBezTo>
                  <a:cubicBezTo>
                    <a:pt x="62597" y="300166"/>
                    <a:pt x="61723" y="302185"/>
                    <a:pt x="60881" y="302488"/>
                  </a:cubicBezTo>
                  <a:cubicBezTo>
                    <a:pt x="60006" y="302790"/>
                    <a:pt x="56809" y="304506"/>
                    <a:pt x="55665" y="304809"/>
                  </a:cubicBezTo>
                  <a:cubicBezTo>
                    <a:pt x="54520" y="305112"/>
                    <a:pt x="53915" y="306558"/>
                    <a:pt x="51626" y="307130"/>
                  </a:cubicBezTo>
                  <a:cubicBezTo>
                    <a:pt x="49304" y="307702"/>
                    <a:pt x="50179" y="308274"/>
                    <a:pt x="49001" y="308576"/>
                  </a:cubicBezTo>
                  <a:cubicBezTo>
                    <a:pt x="47857" y="308879"/>
                    <a:pt x="45232" y="310326"/>
                    <a:pt x="44087" y="311200"/>
                  </a:cubicBezTo>
                  <a:cubicBezTo>
                    <a:pt x="42910" y="312075"/>
                    <a:pt x="40890" y="311200"/>
                    <a:pt x="40890" y="311200"/>
                  </a:cubicBezTo>
                  <a:cubicBezTo>
                    <a:pt x="40890" y="311200"/>
                    <a:pt x="38265" y="311200"/>
                    <a:pt x="36381" y="311200"/>
                  </a:cubicBezTo>
                  <a:cubicBezTo>
                    <a:pt x="34496" y="311200"/>
                    <a:pt x="35068" y="312647"/>
                    <a:pt x="34193" y="312647"/>
                  </a:cubicBezTo>
                  <a:cubicBezTo>
                    <a:pt x="33318" y="312647"/>
                    <a:pt x="32443" y="315271"/>
                    <a:pt x="31568" y="316112"/>
                  </a:cubicBezTo>
                  <a:cubicBezTo>
                    <a:pt x="30693" y="316986"/>
                    <a:pt x="30121" y="319307"/>
                    <a:pt x="30121" y="320451"/>
                  </a:cubicBezTo>
                  <a:cubicBezTo>
                    <a:pt x="30121" y="321595"/>
                    <a:pt x="29852" y="323344"/>
                    <a:pt x="29852" y="324521"/>
                  </a:cubicBezTo>
                  <a:cubicBezTo>
                    <a:pt x="29852" y="325665"/>
                    <a:pt x="28404" y="325968"/>
                    <a:pt x="28404" y="325968"/>
                  </a:cubicBezTo>
                  <a:lnTo>
                    <a:pt x="25510" y="327145"/>
                  </a:lnTo>
                  <a:cubicBezTo>
                    <a:pt x="25510" y="327145"/>
                    <a:pt x="21741" y="328592"/>
                    <a:pt x="20597" y="328895"/>
                  </a:cubicBezTo>
                  <a:cubicBezTo>
                    <a:pt x="19419" y="329197"/>
                    <a:pt x="18846" y="330341"/>
                    <a:pt x="18846" y="330341"/>
                  </a:cubicBezTo>
                  <a:lnTo>
                    <a:pt x="17097" y="332931"/>
                  </a:lnTo>
                  <a:lnTo>
                    <a:pt x="15952" y="335253"/>
                  </a:lnTo>
                  <a:lnTo>
                    <a:pt x="9861" y="340769"/>
                  </a:lnTo>
                  <a:cubicBezTo>
                    <a:pt x="9861" y="340769"/>
                    <a:pt x="6664" y="343662"/>
                    <a:pt x="5789" y="344840"/>
                  </a:cubicBezTo>
                  <a:cubicBezTo>
                    <a:pt x="4914" y="345984"/>
                    <a:pt x="2591" y="347430"/>
                    <a:pt x="2591" y="347430"/>
                  </a:cubicBezTo>
                  <a:lnTo>
                    <a:pt x="0" y="350323"/>
                  </a:lnTo>
                  <a:lnTo>
                    <a:pt x="0" y="354393"/>
                  </a:lnTo>
                  <a:lnTo>
                    <a:pt x="7842" y="352947"/>
                  </a:lnTo>
                  <a:lnTo>
                    <a:pt x="14202" y="351803"/>
                  </a:lnTo>
                  <a:lnTo>
                    <a:pt x="15952" y="351231"/>
                  </a:lnTo>
                  <a:lnTo>
                    <a:pt x="22616" y="349482"/>
                  </a:lnTo>
                  <a:lnTo>
                    <a:pt x="27260" y="346286"/>
                  </a:lnTo>
                  <a:lnTo>
                    <a:pt x="30155" y="345412"/>
                  </a:lnTo>
                  <a:lnTo>
                    <a:pt x="33049" y="345109"/>
                  </a:lnTo>
                  <a:lnTo>
                    <a:pt x="33049" y="346858"/>
                  </a:lnTo>
                  <a:lnTo>
                    <a:pt x="34933" y="349179"/>
                  </a:lnTo>
                  <a:lnTo>
                    <a:pt x="38837" y="348608"/>
                  </a:lnTo>
                  <a:lnTo>
                    <a:pt x="41159" y="346286"/>
                  </a:lnTo>
                  <a:lnTo>
                    <a:pt x="43482" y="343091"/>
                  </a:lnTo>
                  <a:lnTo>
                    <a:pt x="46039" y="342519"/>
                  </a:lnTo>
                  <a:lnTo>
                    <a:pt x="53040" y="340769"/>
                  </a:lnTo>
                  <a:lnTo>
                    <a:pt x="57381" y="340769"/>
                  </a:lnTo>
                  <a:lnTo>
                    <a:pt x="63775" y="344403"/>
                  </a:lnTo>
                  <a:lnTo>
                    <a:pt x="63203" y="349179"/>
                  </a:lnTo>
                  <a:lnTo>
                    <a:pt x="66670" y="353519"/>
                  </a:lnTo>
                  <a:lnTo>
                    <a:pt x="71011" y="357286"/>
                  </a:lnTo>
                  <a:lnTo>
                    <a:pt x="72761" y="361626"/>
                  </a:lnTo>
                  <a:lnTo>
                    <a:pt x="70439" y="365091"/>
                  </a:lnTo>
                  <a:lnTo>
                    <a:pt x="69295" y="365091"/>
                  </a:lnTo>
                  <a:lnTo>
                    <a:pt x="65223" y="367984"/>
                  </a:lnTo>
                  <a:cubicBezTo>
                    <a:pt x="65223" y="367984"/>
                    <a:pt x="64348" y="369699"/>
                    <a:pt x="63472" y="371449"/>
                  </a:cubicBezTo>
                  <a:cubicBezTo>
                    <a:pt x="62597" y="373198"/>
                    <a:pt x="63472" y="373770"/>
                    <a:pt x="63472" y="373770"/>
                  </a:cubicBezTo>
                  <a:lnTo>
                    <a:pt x="64920" y="373770"/>
                  </a:lnTo>
                  <a:lnTo>
                    <a:pt x="69564" y="375082"/>
                  </a:lnTo>
                  <a:lnTo>
                    <a:pt x="72761" y="377538"/>
                  </a:lnTo>
                  <a:lnTo>
                    <a:pt x="71011" y="381608"/>
                  </a:lnTo>
                  <a:cubicBezTo>
                    <a:pt x="71011" y="381608"/>
                    <a:pt x="66939" y="384804"/>
                    <a:pt x="64348" y="386250"/>
                  </a:cubicBezTo>
                  <a:cubicBezTo>
                    <a:pt x="61723" y="387697"/>
                    <a:pt x="60881" y="387697"/>
                    <a:pt x="60881" y="387697"/>
                  </a:cubicBezTo>
                  <a:lnTo>
                    <a:pt x="56943" y="388840"/>
                  </a:lnTo>
                  <a:lnTo>
                    <a:pt x="49876" y="392305"/>
                  </a:lnTo>
                  <a:lnTo>
                    <a:pt x="46073" y="396073"/>
                  </a:lnTo>
                  <a:cubicBezTo>
                    <a:pt x="46073" y="396073"/>
                    <a:pt x="46982" y="398394"/>
                    <a:pt x="48429" y="398697"/>
                  </a:cubicBezTo>
                  <a:cubicBezTo>
                    <a:pt x="49876" y="399000"/>
                    <a:pt x="52198" y="401590"/>
                    <a:pt x="52198" y="401590"/>
                  </a:cubicBezTo>
                  <a:cubicBezTo>
                    <a:pt x="52198" y="401590"/>
                    <a:pt x="54823" y="407107"/>
                    <a:pt x="56977" y="408251"/>
                  </a:cubicBezTo>
                  <a:cubicBezTo>
                    <a:pt x="59131" y="409394"/>
                    <a:pt x="55968" y="410000"/>
                    <a:pt x="56977" y="411144"/>
                  </a:cubicBezTo>
                  <a:cubicBezTo>
                    <a:pt x="57953" y="412287"/>
                    <a:pt x="55126" y="416930"/>
                    <a:pt x="55126" y="416930"/>
                  </a:cubicBezTo>
                  <a:lnTo>
                    <a:pt x="51929" y="421269"/>
                  </a:lnTo>
                  <a:lnTo>
                    <a:pt x="48463" y="426181"/>
                  </a:lnTo>
                  <a:lnTo>
                    <a:pt x="46107" y="431966"/>
                  </a:lnTo>
                  <a:cubicBezTo>
                    <a:pt x="46107" y="431966"/>
                    <a:pt x="46443" y="436878"/>
                    <a:pt x="46141" y="439771"/>
                  </a:cubicBezTo>
                  <a:cubicBezTo>
                    <a:pt x="45838" y="442664"/>
                    <a:pt x="47588" y="442361"/>
                    <a:pt x="47588" y="442361"/>
                  </a:cubicBezTo>
                  <a:cubicBezTo>
                    <a:pt x="47588" y="442361"/>
                    <a:pt x="51660" y="446431"/>
                    <a:pt x="52501" y="446129"/>
                  </a:cubicBezTo>
                  <a:cubicBezTo>
                    <a:pt x="53376" y="445826"/>
                    <a:pt x="55126" y="442933"/>
                    <a:pt x="55126" y="442933"/>
                  </a:cubicBezTo>
                  <a:lnTo>
                    <a:pt x="58323" y="439737"/>
                  </a:lnTo>
                  <a:lnTo>
                    <a:pt x="63102" y="439737"/>
                  </a:lnTo>
                  <a:lnTo>
                    <a:pt x="65862" y="442496"/>
                  </a:lnTo>
                  <a:cubicBezTo>
                    <a:pt x="65862" y="442496"/>
                    <a:pt x="59771" y="445826"/>
                    <a:pt x="59501" y="446701"/>
                  </a:cubicBezTo>
                  <a:cubicBezTo>
                    <a:pt x="59199" y="447575"/>
                    <a:pt x="58357" y="450737"/>
                    <a:pt x="58357" y="450737"/>
                  </a:cubicBezTo>
                  <a:lnTo>
                    <a:pt x="65896" y="454808"/>
                  </a:lnTo>
                  <a:lnTo>
                    <a:pt x="67915" y="461468"/>
                  </a:lnTo>
                  <a:lnTo>
                    <a:pt x="67915" y="467389"/>
                  </a:lnTo>
                  <a:cubicBezTo>
                    <a:pt x="69261" y="467322"/>
                    <a:pt x="71550" y="467557"/>
                    <a:pt x="71550" y="467557"/>
                  </a:cubicBezTo>
                  <a:lnTo>
                    <a:pt x="72425" y="470316"/>
                  </a:lnTo>
                  <a:lnTo>
                    <a:pt x="74881" y="471190"/>
                  </a:lnTo>
                  <a:cubicBezTo>
                    <a:pt x="74881" y="471190"/>
                    <a:pt x="78079" y="471325"/>
                    <a:pt x="79391" y="471056"/>
                  </a:cubicBezTo>
                  <a:cubicBezTo>
                    <a:pt x="80704" y="470753"/>
                    <a:pt x="83161" y="469037"/>
                    <a:pt x="83733" y="468869"/>
                  </a:cubicBezTo>
                  <a:cubicBezTo>
                    <a:pt x="84305" y="468735"/>
                    <a:pt x="86358" y="471056"/>
                    <a:pt x="86358" y="471056"/>
                  </a:cubicBezTo>
                  <a:lnTo>
                    <a:pt x="91877" y="473242"/>
                  </a:lnTo>
                  <a:lnTo>
                    <a:pt x="92752" y="476573"/>
                  </a:lnTo>
                  <a:cubicBezTo>
                    <a:pt x="92752" y="476573"/>
                    <a:pt x="88276" y="480340"/>
                    <a:pt x="87838" y="480475"/>
                  </a:cubicBezTo>
                  <a:cubicBezTo>
                    <a:pt x="87401" y="480609"/>
                    <a:pt x="85954" y="483233"/>
                    <a:pt x="85954" y="483233"/>
                  </a:cubicBezTo>
                  <a:cubicBezTo>
                    <a:pt x="85954" y="483233"/>
                    <a:pt x="88141" y="486866"/>
                    <a:pt x="88713" y="486866"/>
                  </a:cubicBezTo>
                  <a:cubicBezTo>
                    <a:pt x="89286" y="486866"/>
                    <a:pt x="93358" y="488178"/>
                    <a:pt x="95074" y="488178"/>
                  </a:cubicBezTo>
                  <a:cubicBezTo>
                    <a:pt x="96824" y="488178"/>
                    <a:pt x="99584" y="488178"/>
                    <a:pt x="100156" y="487741"/>
                  </a:cubicBezTo>
                  <a:cubicBezTo>
                    <a:pt x="100728" y="487304"/>
                    <a:pt x="101738" y="487876"/>
                    <a:pt x="102343" y="486866"/>
                  </a:cubicBezTo>
                  <a:cubicBezTo>
                    <a:pt x="102848" y="485992"/>
                    <a:pt x="103656" y="484377"/>
                    <a:pt x="103892" y="483940"/>
                  </a:cubicBezTo>
                  <a:cubicBezTo>
                    <a:pt x="103791" y="483872"/>
                    <a:pt x="103589" y="483671"/>
                    <a:pt x="103219" y="483233"/>
                  </a:cubicBezTo>
                  <a:cubicBezTo>
                    <a:pt x="102209" y="482090"/>
                    <a:pt x="102041" y="481047"/>
                    <a:pt x="102041" y="481047"/>
                  </a:cubicBezTo>
                  <a:cubicBezTo>
                    <a:pt x="102041" y="481047"/>
                    <a:pt x="102175" y="480609"/>
                    <a:pt x="101771" y="480172"/>
                  </a:cubicBezTo>
                  <a:cubicBezTo>
                    <a:pt x="101401" y="479802"/>
                    <a:pt x="101132" y="476505"/>
                    <a:pt x="101368" y="475530"/>
                  </a:cubicBezTo>
                  <a:cubicBezTo>
                    <a:pt x="101098" y="475799"/>
                    <a:pt x="101233" y="475631"/>
                    <a:pt x="101401" y="475462"/>
                  </a:cubicBezTo>
                  <a:cubicBezTo>
                    <a:pt x="101435" y="475362"/>
                    <a:pt x="101469" y="475294"/>
                    <a:pt x="101502" y="475261"/>
                  </a:cubicBezTo>
                  <a:cubicBezTo>
                    <a:pt x="101671" y="475160"/>
                    <a:pt x="101536" y="475328"/>
                    <a:pt x="101401" y="475462"/>
                  </a:cubicBezTo>
                  <a:cubicBezTo>
                    <a:pt x="101401" y="475496"/>
                    <a:pt x="101368" y="475496"/>
                    <a:pt x="101368" y="475530"/>
                  </a:cubicBezTo>
                  <a:cubicBezTo>
                    <a:pt x="101469" y="475429"/>
                    <a:pt x="101637" y="475261"/>
                    <a:pt x="101940" y="474958"/>
                  </a:cubicBezTo>
                  <a:cubicBezTo>
                    <a:pt x="103522" y="473377"/>
                    <a:pt x="105137" y="471493"/>
                    <a:pt x="105574" y="471056"/>
                  </a:cubicBezTo>
                  <a:cubicBezTo>
                    <a:pt x="106012" y="470618"/>
                    <a:pt x="107156" y="469744"/>
                    <a:pt x="107156" y="469744"/>
                  </a:cubicBezTo>
                  <a:cubicBezTo>
                    <a:pt x="107156" y="469744"/>
                    <a:pt x="108300" y="468936"/>
                    <a:pt x="108166" y="467389"/>
                  </a:cubicBezTo>
                  <a:cubicBezTo>
                    <a:pt x="108031" y="465842"/>
                    <a:pt x="107762" y="462377"/>
                    <a:pt x="108166" y="460930"/>
                  </a:cubicBezTo>
                  <a:cubicBezTo>
                    <a:pt x="108570" y="459484"/>
                    <a:pt x="109310" y="458912"/>
                    <a:pt x="109748" y="458609"/>
                  </a:cubicBezTo>
                  <a:cubicBezTo>
                    <a:pt x="110185" y="458306"/>
                    <a:pt x="114964" y="454135"/>
                    <a:pt x="114964" y="454135"/>
                  </a:cubicBezTo>
                  <a:lnTo>
                    <a:pt x="119743" y="452386"/>
                  </a:lnTo>
                  <a:lnTo>
                    <a:pt x="122065" y="453395"/>
                  </a:lnTo>
                  <a:lnTo>
                    <a:pt x="130613" y="456591"/>
                  </a:lnTo>
                  <a:lnTo>
                    <a:pt x="130613" y="463251"/>
                  </a:lnTo>
                  <a:cubicBezTo>
                    <a:pt x="130613" y="463251"/>
                    <a:pt x="131185" y="467322"/>
                    <a:pt x="131488" y="467759"/>
                  </a:cubicBezTo>
                  <a:cubicBezTo>
                    <a:pt x="131758" y="468196"/>
                    <a:pt x="133373" y="470955"/>
                    <a:pt x="133945" y="470955"/>
                  </a:cubicBezTo>
                  <a:cubicBezTo>
                    <a:pt x="134517" y="470955"/>
                    <a:pt x="139465" y="468499"/>
                    <a:pt x="139465" y="468499"/>
                  </a:cubicBezTo>
                  <a:lnTo>
                    <a:pt x="140609" y="466918"/>
                  </a:lnTo>
                  <a:lnTo>
                    <a:pt x="142494" y="466784"/>
                  </a:lnTo>
                  <a:lnTo>
                    <a:pt x="145960" y="468230"/>
                  </a:lnTo>
                  <a:cubicBezTo>
                    <a:pt x="145960" y="468230"/>
                    <a:pt x="147104" y="469677"/>
                    <a:pt x="147272" y="470114"/>
                  </a:cubicBezTo>
                  <a:cubicBezTo>
                    <a:pt x="147407" y="470551"/>
                    <a:pt x="148013" y="471998"/>
                    <a:pt x="148450" y="472570"/>
                  </a:cubicBezTo>
                  <a:cubicBezTo>
                    <a:pt x="148888" y="473141"/>
                    <a:pt x="149157" y="474891"/>
                    <a:pt x="150335" y="475160"/>
                  </a:cubicBezTo>
                  <a:cubicBezTo>
                    <a:pt x="151513" y="475462"/>
                    <a:pt x="153532" y="474857"/>
                    <a:pt x="153532" y="474857"/>
                  </a:cubicBezTo>
                  <a:cubicBezTo>
                    <a:pt x="153532" y="474857"/>
                    <a:pt x="154979" y="473545"/>
                    <a:pt x="155249" y="472536"/>
                  </a:cubicBezTo>
                  <a:cubicBezTo>
                    <a:pt x="155552" y="471527"/>
                    <a:pt x="156124" y="468028"/>
                    <a:pt x="156124" y="467625"/>
                  </a:cubicBezTo>
                  <a:cubicBezTo>
                    <a:pt x="156124" y="467187"/>
                    <a:pt x="157571" y="465606"/>
                    <a:pt x="157571" y="465169"/>
                  </a:cubicBezTo>
                  <a:cubicBezTo>
                    <a:pt x="157571" y="464731"/>
                    <a:pt x="158143" y="463150"/>
                    <a:pt x="158446" y="461973"/>
                  </a:cubicBezTo>
                  <a:cubicBezTo>
                    <a:pt x="158749" y="460829"/>
                    <a:pt x="159455" y="459652"/>
                    <a:pt x="160027" y="459215"/>
                  </a:cubicBezTo>
                  <a:cubicBezTo>
                    <a:pt x="160600" y="458777"/>
                    <a:pt x="161206" y="457768"/>
                    <a:pt x="161778" y="457465"/>
                  </a:cubicBezTo>
                  <a:cubicBezTo>
                    <a:pt x="162350" y="457163"/>
                    <a:pt x="163225" y="456288"/>
                    <a:pt x="163965" y="456019"/>
                  </a:cubicBezTo>
                  <a:cubicBezTo>
                    <a:pt x="164706" y="455716"/>
                    <a:pt x="164975" y="455716"/>
                    <a:pt x="165850" y="455010"/>
                  </a:cubicBezTo>
                  <a:cubicBezTo>
                    <a:pt x="166725" y="454270"/>
                    <a:pt x="166859" y="452554"/>
                    <a:pt x="168172" y="452386"/>
                  </a:cubicBezTo>
                  <a:cubicBezTo>
                    <a:pt x="169484" y="452251"/>
                    <a:pt x="171235" y="450939"/>
                    <a:pt x="171807" y="450367"/>
                  </a:cubicBezTo>
                  <a:cubicBezTo>
                    <a:pt x="172379" y="449795"/>
                    <a:pt x="175138" y="448214"/>
                    <a:pt x="175273" y="447340"/>
                  </a:cubicBezTo>
                  <a:cubicBezTo>
                    <a:pt x="175408" y="446465"/>
                    <a:pt x="176586" y="445759"/>
                    <a:pt x="176720" y="443875"/>
                  </a:cubicBezTo>
                  <a:cubicBezTo>
                    <a:pt x="176855" y="441991"/>
                    <a:pt x="177595" y="439098"/>
                    <a:pt x="177595" y="439098"/>
                  </a:cubicBezTo>
                  <a:lnTo>
                    <a:pt x="185571" y="438156"/>
                  </a:lnTo>
                  <a:lnTo>
                    <a:pt x="189206" y="436340"/>
                  </a:lnTo>
                  <a:lnTo>
                    <a:pt x="192403" y="436340"/>
                  </a:lnTo>
                  <a:lnTo>
                    <a:pt x="194423" y="437786"/>
                  </a:lnTo>
                  <a:cubicBezTo>
                    <a:pt x="194423" y="437786"/>
                    <a:pt x="199201" y="443000"/>
                    <a:pt x="199774" y="443135"/>
                  </a:cubicBezTo>
                  <a:cubicBezTo>
                    <a:pt x="200346" y="443269"/>
                    <a:pt x="201524" y="444010"/>
                    <a:pt x="201961" y="444144"/>
                  </a:cubicBezTo>
                  <a:cubicBezTo>
                    <a:pt x="202399" y="444279"/>
                    <a:pt x="206606" y="444010"/>
                    <a:pt x="207750" y="443841"/>
                  </a:cubicBezTo>
                  <a:cubicBezTo>
                    <a:pt x="208894" y="443707"/>
                    <a:pt x="210509" y="442260"/>
                    <a:pt x="210947" y="441823"/>
                  </a:cubicBezTo>
                  <a:cubicBezTo>
                    <a:pt x="211384" y="441386"/>
                    <a:pt x="212562" y="440242"/>
                    <a:pt x="212697" y="439636"/>
                  </a:cubicBezTo>
                  <a:cubicBezTo>
                    <a:pt x="212832" y="439064"/>
                    <a:pt x="213135" y="438896"/>
                    <a:pt x="213404" y="437618"/>
                  </a:cubicBezTo>
                  <a:cubicBezTo>
                    <a:pt x="213707" y="436306"/>
                    <a:pt x="214582" y="435431"/>
                    <a:pt x="214582" y="434288"/>
                  </a:cubicBezTo>
                  <a:cubicBezTo>
                    <a:pt x="214582" y="433144"/>
                    <a:pt x="215288" y="432707"/>
                    <a:pt x="215894" y="431832"/>
                  </a:cubicBezTo>
                  <a:cubicBezTo>
                    <a:pt x="216466" y="430957"/>
                    <a:pt x="215759" y="431092"/>
                    <a:pt x="216466" y="430957"/>
                  </a:cubicBezTo>
                  <a:cubicBezTo>
                    <a:pt x="217173" y="430823"/>
                    <a:pt x="217476" y="429074"/>
                    <a:pt x="218485" y="429645"/>
                  </a:cubicBezTo>
                  <a:cubicBezTo>
                    <a:pt x="219495" y="430217"/>
                    <a:pt x="221380" y="432101"/>
                    <a:pt x="221380" y="432101"/>
                  </a:cubicBezTo>
                  <a:cubicBezTo>
                    <a:pt x="221380" y="432101"/>
                    <a:pt x="223567" y="433850"/>
                    <a:pt x="224409" y="434119"/>
                  </a:cubicBezTo>
                  <a:cubicBezTo>
                    <a:pt x="225284" y="434422"/>
                    <a:pt x="226596" y="436138"/>
                    <a:pt x="226596" y="436138"/>
                  </a:cubicBezTo>
                  <a:lnTo>
                    <a:pt x="232553" y="438594"/>
                  </a:lnTo>
                  <a:cubicBezTo>
                    <a:pt x="232553" y="438594"/>
                    <a:pt x="235885" y="439031"/>
                    <a:pt x="236154" y="438459"/>
                  </a:cubicBezTo>
                  <a:cubicBezTo>
                    <a:pt x="236457" y="437887"/>
                    <a:pt x="237298" y="436878"/>
                    <a:pt x="237904" y="436710"/>
                  </a:cubicBezTo>
                  <a:cubicBezTo>
                    <a:pt x="238476" y="436575"/>
                    <a:pt x="241674" y="435835"/>
                    <a:pt x="241674" y="435835"/>
                  </a:cubicBezTo>
                  <a:cubicBezTo>
                    <a:pt x="241674" y="435835"/>
                    <a:pt x="243558" y="438022"/>
                    <a:pt x="244736" y="438459"/>
                  </a:cubicBezTo>
                  <a:cubicBezTo>
                    <a:pt x="245880" y="438896"/>
                    <a:pt x="246688" y="441352"/>
                    <a:pt x="247395" y="441487"/>
                  </a:cubicBezTo>
                  <a:cubicBezTo>
                    <a:pt x="248102" y="441621"/>
                    <a:pt x="248909" y="443673"/>
                    <a:pt x="248909" y="443673"/>
                  </a:cubicBezTo>
                  <a:lnTo>
                    <a:pt x="248909" y="447575"/>
                  </a:lnTo>
                  <a:lnTo>
                    <a:pt x="248034" y="451780"/>
                  </a:lnTo>
                  <a:cubicBezTo>
                    <a:pt x="248034" y="451780"/>
                    <a:pt x="247294" y="453967"/>
                    <a:pt x="247159" y="454808"/>
                  </a:cubicBezTo>
                  <a:cubicBezTo>
                    <a:pt x="247025" y="455682"/>
                    <a:pt x="247294" y="457129"/>
                    <a:pt x="247462" y="457566"/>
                  </a:cubicBezTo>
                  <a:cubicBezTo>
                    <a:pt x="247597" y="458004"/>
                    <a:pt x="247597" y="460022"/>
                    <a:pt x="247900" y="460594"/>
                  </a:cubicBezTo>
                  <a:cubicBezTo>
                    <a:pt x="248169" y="461166"/>
                    <a:pt x="248169" y="461300"/>
                    <a:pt x="248169" y="462040"/>
                  </a:cubicBezTo>
                  <a:cubicBezTo>
                    <a:pt x="248169" y="462780"/>
                    <a:pt x="246587" y="464227"/>
                    <a:pt x="246015" y="465102"/>
                  </a:cubicBezTo>
                  <a:cubicBezTo>
                    <a:pt x="245443" y="465976"/>
                    <a:pt x="245578" y="466111"/>
                    <a:pt x="245005" y="467120"/>
                  </a:cubicBezTo>
                  <a:cubicBezTo>
                    <a:pt x="244433" y="468129"/>
                    <a:pt x="243424" y="469441"/>
                    <a:pt x="242986" y="470013"/>
                  </a:cubicBezTo>
                  <a:cubicBezTo>
                    <a:pt x="242549" y="470585"/>
                    <a:pt x="241404" y="474353"/>
                    <a:pt x="241404" y="474353"/>
                  </a:cubicBezTo>
                  <a:lnTo>
                    <a:pt x="241674" y="477985"/>
                  </a:lnTo>
                  <a:lnTo>
                    <a:pt x="242818" y="479735"/>
                  </a:lnTo>
                  <a:cubicBezTo>
                    <a:pt x="242818" y="479735"/>
                    <a:pt x="243693" y="481753"/>
                    <a:pt x="244265" y="481921"/>
                  </a:cubicBezTo>
                  <a:cubicBezTo>
                    <a:pt x="244837" y="482056"/>
                    <a:pt x="245712" y="484377"/>
                    <a:pt x="246150" y="484545"/>
                  </a:cubicBezTo>
                  <a:cubicBezTo>
                    <a:pt x="246587" y="484680"/>
                    <a:pt x="247462" y="485689"/>
                    <a:pt x="248909" y="485420"/>
                  </a:cubicBezTo>
                  <a:cubicBezTo>
                    <a:pt x="250356" y="485117"/>
                    <a:pt x="252106" y="484276"/>
                    <a:pt x="252106" y="484276"/>
                  </a:cubicBezTo>
                  <a:cubicBezTo>
                    <a:pt x="252106" y="484276"/>
                    <a:pt x="253554" y="483973"/>
                    <a:pt x="254126" y="483839"/>
                  </a:cubicBezTo>
                  <a:cubicBezTo>
                    <a:pt x="254698" y="483704"/>
                    <a:pt x="258030" y="483402"/>
                    <a:pt x="258030" y="483402"/>
                  </a:cubicBezTo>
                  <a:cubicBezTo>
                    <a:pt x="258030" y="483402"/>
                    <a:pt x="259780" y="483536"/>
                    <a:pt x="260352" y="483536"/>
                  </a:cubicBezTo>
                  <a:cubicBezTo>
                    <a:pt x="260924" y="483536"/>
                    <a:pt x="262539" y="483402"/>
                    <a:pt x="263112" y="483536"/>
                  </a:cubicBezTo>
                  <a:cubicBezTo>
                    <a:pt x="263684" y="483671"/>
                    <a:pt x="265434" y="484108"/>
                    <a:pt x="265434" y="484108"/>
                  </a:cubicBezTo>
                  <a:cubicBezTo>
                    <a:pt x="265434" y="484108"/>
                    <a:pt x="267251" y="485117"/>
                    <a:pt x="267823" y="485252"/>
                  </a:cubicBezTo>
                  <a:cubicBezTo>
                    <a:pt x="268395" y="485386"/>
                    <a:pt x="269775" y="486429"/>
                    <a:pt x="269775" y="487001"/>
                  </a:cubicBezTo>
                  <a:cubicBezTo>
                    <a:pt x="269775" y="487573"/>
                    <a:pt x="269775" y="491071"/>
                    <a:pt x="269775" y="491071"/>
                  </a:cubicBezTo>
                  <a:lnTo>
                    <a:pt x="267318" y="493695"/>
                  </a:lnTo>
                  <a:lnTo>
                    <a:pt x="265871" y="495882"/>
                  </a:lnTo>
                  <a:lnTo>
                    <a:pt x="264256" y="496588"/>
                  </a:lnTo>
                  <a:lnTo>
                    <a:pt x="262674" y="497328"/>
                  </a:lnTo>
                  <a:lnTo>
                    <a:pt x="260352" y="498909"/>
                  </a:lnTo>
                  <a:lnTo>
                    <a:pt x="258467" y="500928"/>
                  </a:lnTo>
                  <a:cubicBezTo>
                    <a:pt x="258467" y="500928"/>
                    <a:pt x="256885" y="503114"/>
                    <a:pt x="256717" y="503552"/>
                  </a:cubicBezTo>
                  <a:cubicBezTo>
                    <a:pt x="256583" y="503989"/>
                    <a:pt x="254530" y="506579"/>
                    <a:pt x="254530" y="506579"/>
                  </a:cubicBezTo>
                  <a:lnTo>
                    <a:pt x="254092" y="510347"/>
                  </a:lnTo>
                  <a:lnTo>
                    <a:pt x="253520" y="514686"/>
                  </a:lnTo>
                  <a:lnTo>
                    <a:pt x="256414" y="525417"/>
                  </a:lnTo>
                  <a:lnTo>
                    <a:pt x="255707" y="530934"/>
                  </a:lnTo>
                  <a:lnTo>
                    <a:pt x="254698" y="535577"/>
                  </a:lnTo>
                  <a:lnTo>
                    <a:pt x="254126" y="537158"/>
                  </a:lnTo>
                  <a:cubicBezTo>
                    <a:pt x="254126" y="537158"/>
                    <a:pt x="252981" y="539041"/>
                    <a:pt x="252544" y="539176"/>
                  </a:cubicBezTo>
                  <a:cubicBezTo>
                    <a:pt x="252106" y="539311"/>
                    <a:pt x="249650" y="540757"/>
                    <a:pt x="249650" y="540757"/>
                  </a:cubicBezTo>
                  <a:lnTo>
                    <a:pt x="247462" y="541329"/>
                  </a:lnTo>
                  <a:cubicBezTo>
                    <a:pt x="247462" y="541329"/>
                    <a:pt x="246452" y="542338"/>
                    <a:pt x="245578" y="543213"/>
                  </a:cubicBezTo>
                  <a:cubicBezTo>
                    <a:pt x="244703" y="544087"/>
                    <a:pt x="243827" y="545097"/>
                    <a:pt x="243121" y="545534"/>
                  </a:cubicBezTo>
                  <a:cubicBezTo>
                    <a:pt x="242414" y="545971"/>
                    <a:pt x="239486" y="546980"/>
                    <a:pt x="239217" y="547418"/>
                  </a:cubicBezTo>
                  <a:cubicBezTo>
                    <a:pt x="238914" y="547855"/>
                    <a:pt x="238914" y="547855"/>
                    <a:pt x="238914" y="547855"/>
                  </a:cubicBezTo>
                  <a:lnTo>
                    <a:pt x="237029" y="550883"/>
                  </a:lnTo>
                  <a:lnTo>
                    <a:pt x="236726" y="552767"/>
                  </a:lnTo>
                  <a:cubicBezTo>
                    <a:pt x="236726" y="552767"/>
                    <a:pt x="236726" y="554953"/>
                    <a:pt x="236592" y="555357"/>
                  </a:cubicBezTo>
                  <a:cubicBezTo>
                    <a:pt x="236457" y="555794"/>
                    <a:pt x="236726" y="557812"/>
                    <a:pt x="236726" y="557812"/>
                  </a:cubicBezTo>
                  <a:lnTo>
                    <a:pt x="230938" y="559696"/>
                  </a:lnTo>
                  <a:cubicBezTo>
                    <a:pt x="230938" y="559696"/>
                    <a:pt x="231072" y="560268"/>
                    <a:pt x="229625" y="560840"/>
                  </a:cubicBezTo>
                  <a:cubicBezTo>
                    <a:pt x="228178" y="561412"/>
                    <a:pt x="226293" y="562858"/>
                    <a:pt x="225553" y="563598"/>
                  </a:cubicBezTo>
                  <a:cubicBezTo>
                    <a:pt x="224813" y="564339"/>
                    <a:pt x="224813" y="566794"/>
                    <a:pt x="224409" y="566929"/>
                  </a:cubicBezTo>
                  <a:cubicBezTo>
                    <a:pt x="223971" y="567063"/>
                    <a:pt x="223971" y="567063"/>
                    <a:pt x="223971" y="567063"/>
                  </a:cubicBezTo>
                  <a:lnTo>
                    <a:pt x="218889" y="573287"/>
                  </a:lnTo>
                  <a:lnTo>
                    <a:pt x="218587" y="577626"/>
                  </a:lnTo>
                  <a:lnTo>
                    <a:pt x="218721" y="581528"/>
                  </a:lnTo>
                  <a:cubicBezTo>
                    <a:pt x="218721" y="581528"/>
                    <a:pt x="219024" y="583715"/>
                    <a:pt x="219159" y="584556"/>
                  </a:cubicBezTo>
                  <a:cubicBezTo>
                    <a:pt x="219293" y="585430"/>
                    <a:pt x="219293" y="588458"/>
                    <a:pt x="219293" y="588458"/>
                  </a:cubicBezTo>
                  <a:cubicBezTo>
                    <a:pt x="219293" y="588458"/>
                    <a:pt x="218856" y="590342"/>
                    <a:pt x="220168" y="591923"/>
                  </a:cubicBezTo>
                  <a:cubicBezTo>
                    <a:pt x="221481" y="593504"/>
                    <a:pt x="221178" y="594379"/>
                    <a:pt x="223063" y="595253"/>
                  </a:cubicBezTo>
                  <a:cubicBezTo>
                    <a:pt x="224947" y="596128"/>
                    <a:pt x="226967" y="597272"/>
                    <a:pt x="228414" y="597272"/>
                  </a:cubicBezTo>
                  <a:cubicBezTo>
                    <a:pt x="229861" y="597272"/>
                    <a:pt x="232318" y="598718"/>
                    <a:pt x="233630" y="596094"/>
                  </a:cubicBezTo>
                  <a:cubicBezTo>
                    <a:pt x="234943" y="593504"/>
                    <a:pt x="235952" y="592192"/>
                    <a:pt x="235952" y="591620"/>
                  </a:cubicBezTo>
                  <a:cubicBezTo>
                    <a:pt x="235952" y="591048"/>
                    <a:pt x="236525" y="591183"/>
                    <a:pt x="236087" y="589030"/>
                  </a:cubicBezTo>
                  <a:cubicBezTo>
                    <a:pt x="235649" y="586843"/>
                    <a:pt x="234505" y="587146"/>
                    <a:pt x="235952" y="584119"/>
                  </a:cubicBezTo>
                  <a:cubicBezTo>
                    <a:pt x="237399" y="581091"/>
                    <a:pt x="238577" y="581091"/>
                    <a:pt x="238577" y="581091"/>
                  </a:cubicBezTo>
                  <a:lnTo>
                    <a:pt x="241472" y="579342"/>
                  </a:lnTo>
                  <a:cubicBezTo>
                    <a:pt x="241472" y="579342"/>
                    <a:pt x="244097" y="578467"/>
                    <a:pt x="244938" y="577155"/>
                  </a:cubicBezTo>
                  <a:cubicBezTo>
                    <a:pt x="245813" y="575843"/>
                    <a:pt x="245948" y="576146"/>
                    <a:pt x="247092" y="574699"/>
                  </a:cubicBezTo>
                  <a:cubicBezTo>
                    <a:pt x="248236" y="573253"/>
                    <a:pt x="247227" y="574397"/>
                    <a:pt x="248236" y="573522"/>
                  </a:cubicBezTo>
                  <a:cubicBezTo>
                    <a:pt x="249246" y="572647"/>
                    <a:pt x="250424" y="571773"/>
                    <a:pt x="250424" y="571773"/>
                  </a:cubicBezTo>
                  <a:lnTo>
                    <a:pt x="253183" y="571773"/>
                  </a:lnTo>
                  <a:cubicBezTo>
                    <a:pt x="253183" y="571773"/>
                    <a:pt x="256078" y="571033"/>
                    <a:pt x="256650" y="571033"/>
                  </a:cubicBezTo>
                  <a:cubicBezTo>
                    <a:pt x="257222" y="571033"/>
                    <a:pt x="260991" y="571605"/>
                    <a:pt x="260991" y="571605"/>
                  </a:cubicBezTo>
                  <a:lnTo>
                    <a:pt x="264895" y="572748"/>
                  </a:lnTo>
                  <a:lnTo>
                    <a:pt x="266645" y="573623"/>
                  </a:lnTo>
                  <a:lnTo>
                    <a:pt x="267958" y="578131"/>
                  </a:lnTo>
                  <a:lnTo>
                    <a:pt x="267958" y="581327"/>
                  </a:lnTo>
                  <a:lnTo>
                    <a:pt x="268530" y="585094"/>
                  </a:lnTo>
                  <a:lnTo>
                    <a:pt x="267958" y="591048"/>
                  </a:lnTo>
                  <a:cubicBezTo>
                    <a:pt x="267958" y="591048"/>
                    <a:pt x="268092" y="592798"/>
                    <a:pt x="267958" y="593672"/>
                  </a:cubicBezTo>
                  <a:cubicBezTo>
                    <a:pt x="267823" y="594547"/>
                    <a:pt x="267823" y="596868"/>
                    <a:pt x="267823" y="596868"/>
                  </a:cubicBezTo>
                  <a:cubicBezTo>
                    <a:pt x="267823" y="596868"/>
                    <a:pt x="268395" y="598752"/>
                    <a:pt x="267958" y="600198"/>
                  </a:cubicBezTo>
                  <a:cubicBezTo>
                    <a:pt x="267520" y="601645"/>
                    <a:pt x="267520" y="603394"/>
                    <a:pt x="267520" y="604706"/>
                  </a:cubicBezTo>
                  <a:cubicBezTo>
                    <a:pt x="267520" y="606018"/>
                    <a:pt x="267655" y="610189"/>
                    <a:pt x="267386" y="610627"/>
                  </a:cubicBezTo>
                  <a:cubicBezTo>
                    <a:pt x="267083" y="611064"/>
                    <a:pt x="266948" y="612813"/>
                    <a:pt x="266948" y="613385"/>
                  </a:cubicBezTo>
                  <a:cubicBezTo>
                    <a:pt x="266948" y="613957"/>
                    <a:pt x="266511" y="614966"/>
                    <a:pt x="267823" y="615841"/>
                  </a:cubicBezTo>
                  <a:cubicBezTo>
                    <a:pt x="269136" y="616715"/>
                    <a:pt x="270280" y="617422"/>
                    <a:pt x="271593" y="618162"/>
                  </a:cubicBezTo>
                  <a:cubicBezTo>
                    <a:pt x="272905" y="618868"/>
                    <a:pt x="275665" y="619911"/>
                    <a:pt x="275934" y="620348"/>
                  </a:cubicBezTo>
                  <a:cubicBezTo>
                    <a:pt x="276203" y="620786"/>
                    <a:pt x="276506" y="621089"/>
                    <a:pt x="277516" y="621223"/>
                  </a:cubicBezTo>
                  <a:cubicBezTo>
                    <a:pt x="278525" y="621358"/>
                    <a:pt x="278525" y="622670"/>
                    <a:pt x="280982" y="621223"/>
                  </a:cubicBezTo>
                  <a:cubicBezTo>
                    <a:pt x="283439" y="619777"/>
                    <a:pt x="284314" y="618599"/>
                    <a:pt x="286198" y="617455"/>
                  </a:cubicBezTo>
                  <a:cubicBezTo>
                    <a:pt x="288083" y="616312"/>
                    <a:pt x="288521" y="616581"/>
                    <a:pt x="290103" y="615875"/>
                  </a:cubicBezTo>
                  <a:cubicBezTo>
                    <a:pt x="291684" y="615168"/>
                    <a:pt x="291853" y="613419"/>
                    <a:pt x="294007" y="612847"/>
                  </a:cubicBezTo>
                  <a:cubicBezTo>
                    <a:pt x="296194" y="612275"/>
                    <a:pt x="298079" y="611838"/>
                    <a:pt x="298651" y="611266"/>
                  </a:cubicBezTo>
                  <a:cubicBezTo>
                    <a:pt x="299223" y="610694"/>
                    <a:pt x="301276" y="610122"/>
                    <a:pt x="302285" y="610257"/>
                  </a:cubicBezTo>
                  <a:cubicBezTo>
                    <a:pt x="303295" y="610391"/>
                    <a:pt x="305617" y="610257"/>
                    <a:pt x="305617" y="610257"/>
                  </a:cubicBezTo>
                  <a:cubicBezTo>
                    <a:pt x="305617" y="610257"/>
                    <a:pt x="308646" y="610391"/>
                    <a:pt x="309252" y="610391"/>
                  </a:cubicBezTo>
                  <a:cubicBezTo>
                    <a:pt x="309824" y="610391"/>
                    <a:pt x="312449" y="610391"/>
                    <a:pt x="313459" y="610694"/>
                  </a:cubicBezTo>
                  <a:cubicBezTo>
                    <a:pt x="314468" y="610997"/>
                    <a:pt x="316656" y="611703"/>
                    <a:pt x="318103" y="611703"/>
                  </a:cubicBezTo>
                  <a:cubicBezTo>
                    <a:pt x="319550" y="611703"/>
                    <a:pt x="321300" y="611400"/>
                    <a:pt x="322747" y="611131"/>
                  </a:cubicBezTo>
                  <a:cubicBezTo>
                    <a:pt x="324195" y="610829"/>
                    <a:pt x="326517" y="610559"/>
                    <a:pt x="326517" y="610559"/>
                  </a:cubicBezTo>
                  <a:lnTo>
                    <a:pt x="329848" y="611299"/>
                  </a:lnTo>
                  <a:lnTo>
                    <a:pt x="332877" y="609718"/>
                  </a:lnTo>
                  <a:lnTo>
                    <a:pt x="336781" y="607532"/>
                  </a:lnTo>
                  <a:lnTo>
                    <a:pt x="339541" y="606657"/>
                  </a:lnTo>
                  <a:lnTo>
                    <a:pt x="341863" y="606657"/>
                  </a:lnTo>
                  <a:lnTo>
                    <a:pt x="342301" y="604504"/>
                  </a:lnTo>
                  <a:lnTo>
                    <a:pt x="343445" y="603192"/>
                  </a:lnTo>
                  <a:lnTo>
                    <a:pt x="343580" y="601746"/>
                  </a:lnTo>
                  <a:lnTo>
                    <a:pt x="343714" y="599559"/>
                  </a:lnTo>
                  <a:lnTo>
                    <a:pt x="342267" y="596363"/>
                  </a:lnTo>
                  <a:lnTo>
                    <a:pt x="338498" y="593773"/>
                  </a:lnTo>
                  <a:lnTo>
                    <a:pt x="337354" y="591889"/>
                  </a:lnTo>
                  <a:lnTo>
                    <a:pt x="338363" y="589131"/>
                  </a:lnTo>
                  <a:lnTo>
                    <a:pt x="340248" y="587987"/>
                  </a:lnTo>
                  <a:lnTo>
                    <a:pt x="340955" y="585397"/>
                  </a:lnTo>
                  <a:lnTo>
                    <a:pt x="340955" y="583210"/>
                  </a:lnTo>
                  <a:lnTo>
                    <a:pt x="340955" y="580452"/>
                  </a:lnTo>
                  <a:lnTo>
                    <a:pt x="340955" y="577996"/>
                  </a:lnTo>
                  <a:lnTo>
                    <a:pt x="340517" y="572917"/>
                  </a:lnTo>
                  <a:lnTo>
                    <a:pt x="338363" y="571335"/>
                  </a:lnTo>
                  <a:lnTo>
                    <a:pt x="339070" y="569754"/>
                  </a:lnTo>
                  <a:lnTo>
                    <a:pt x="340652" y="568880"/>
                  </a:lnTo>
                  <a:lnTo>
                    <a:pt x="344724" y="567803"/>
                  </a:lnTo>
                  <a:lnTo>
                    <a:pt x="346609" y="566727"/>
                  </a:lnTo>
                  <a:lnTo>
                    <a:pt x="353979" y="566727"/>
                  </a:lnTo>
                  <a:lnTo>
                    <a:pt x="362662" y="566727"/>
                  </a:lnTo>
                  <a:lnTo>
                    <a:pt x="363537" y="568039"/>
                  </a:lnTo>
                  <a:cubicBezTo>
                    <a:pt x="363537" y="568039"/>
                    <a:pt x="368585" y="568173"/>
                    <a:pt x="369191" y="568039"/>
                  </a:cubicBezTo>
                  <a:cubicBezTo>
                    <a:pt x="369763" y="567904"/>
                    <a:pt x="372220" y="566727"/>
                    <a:pt x="372220" y="566727"/>
                  </a:cubicBezTo>
                  <a:lnTo>
                    <a:pt x="373801" y="565146"/>
                  </a:lnTo>
                  <a:lnTo>
                    <a:pt x="379321" y="566727"/>
                  </a:lnTo>
                  <a:lnTo>
                    <a:pt x="383225" y="568476"/>
                  </a:lnTo>
                  <a:lnTo>
                    <a:pt x="390056" y="569788"/>
                  </a:lnTo>
                  <a:lnTo>
                    <a:pt x="396283" y="576011"/>
                  </a:lnTo>
                  <a:lnTo>
                    <a:pt x="400927" y="580654"/>
                  </a:lnTo>
                  <a:lnTo>
                    <a:pt x="404697" y="586440"/>
                  </a:lnTo>
                  <a:lnTo>
                    <a:pt x="409172" y="592831"/>
                  </a:lnTo>
                  <a:lnTo>
                    <a:pt x="414523" y="595455"/>
                  </a:lnTo>
                  <a:cubicBezTo>
                    <a:pt x="414523" y="595455"/>
                    <a:pt x="417855" y="594715"/>
                    <a:pt x="419000" y="594446"/>
                  </a:cubicBezTo>
                  <a:cubicBezTo>
                    <a:pt x="420144" y="594143"/>
                    <a:pt x="422466" y="592428"/>
                    <a:pt x="422466" y="592428"/>
                  </a:cubicBezTo>
                  <a:cubicBezTo>
                    <a:pt x="422466" y="592428"/>
                    <a:pt x="424923" y="592125"/>
                    <a:pt x="425495" y="592125"/>
                  </a:cubicBezTo>
                  <a:cubicBezTo>
                    <a:pt x="426067" y="592125"/>
                    <a:pt x="429567" y="591553"/>
                    <a:pt x="429567" y="591553"/>
                  </a:cubicBezTo>
                  <a:lnTo>
                    <a:pt x="430880" y="589097"/>
                  </a:lnTo>
                  <a:cubicBezTo>
                    <a:pt x="430880" y="589097"/>
                    <a:pt x="431587" y="586204"/>
                    <a:pt x="431183" y="585901"/>
                  </a:cubicBezTo>
                  <a:cubicBezTo>
                    <a:pt x="430745" y="585599"/>
                    <a:pt x="427985" y="581697"/>
                    <a:pt x="427985" y="581697"/>
                  </a:cubicBezTo>
                  <a:cubicBezTo>
                    <a:pt x="427985" y="581697"/>
                    <a:pt x="427548" y="579510"/>
                    <a:pt x="427548" y="579106"/>
                  </a:cubicBezTo>
                  <a:cubicBezTo>
                    <a:pt x="427548" y="578669"/>
                    <a:pt x="427985" y="576920"/>
                    <a:pt x="427985" y="576920"/>
                  </a:cubicBezTo>
                  <a:lnTo>
                    <a:pt x="428726" y="574161"/>
                  </a:lnTo>
                  <a:lnTo>
                    <a:pt x="426706" y="570831"/>
                  </a:lnTo>
                  <a:lnTo>
                    <a:pt x="426135" y="569385"/>
                  </a:lnTo>
                  <a:lnTo>
                    <a:pt x="425259" y="566357"/>
                  </a:lnTo>
                  <a:lnTo>
                    <a:pt x="427144" y="565180"/>
                  </a:lnTo>
                  <a:lnTo>
                    <a:pt x="429029" y="562993"/>
                  </a:lnTo>
                  <a:lnTo>
                    <a:pt x="430173" y="561244"/>
                  </a:lnTo>
                  <a:cubicBezTo>
                    <a:pt x="430173" y="561244"/>
                    <a:pt x="429433" y="559225"/>
                    <a:pt x="428423" y="559057"/>
                  </a:cubicBezTo>
                  <a:cubicBezTo>
                    <a:pt x="427413" y="558922"/>
                    <a:pt x="420447" y="555155"/>
                    <a:pt x="420447" y="555155"/>
                  </a:cubicBezTo>
                  <a:lnTo>
                    <a:pt x="419000" y="553708"/>
                  </a:lnTo>
                  <a:lnTo>
                    <a:pt x="418125" y="550513"/>
                  </a:lnTo>
                  <a:cubicBezTo>
                    <a:pt x="418125" y="550513"/>
                    <a:pt x="420009" y="549503"/>
                    <a:pt x="420447" y="549066"/>
                  </a:cubicBezTo>
                  <a:cubicBezTo>
                    <a:pt x="420884" y="548629"/>
                    <a:pt x="422197" y="547754"/>
                    <a:pt x="423072" y="547754"/>
                  </a:cubicBezTo>
                  <a:cubicBezTo>
                    <a:pt x="423947" y="547754"/>
                    <a:pt x="425529" y="547889"/>
                    <a:pt x="425966" y="547754"/>
                  </a:cubicBezTo>
                  <a:cubicBezTo>
                    <a:pt x="426404" y="547620"/>
                    <a:pt x="429735" y="545736"/>
                    <a:pt x="429735" y="545736"/>
                  </a:cubicBezTo>
                  <a:cubicBezTo>
                    <a:pt x="429735" y="545736"/>
                    <a:pt x="432057" y="544155"/>
                    <a:pt x="432495" y="543986"/>
                  </a:cubicBezTo>
                  <a:cubicBezTo>
                    <a:pt x="432932" y="543852"/>
                    <a:pt x="434077" y="543246"/>
                    <a:pt x="434077" y="543246"/>
                  </a:cubicBezTo>
                  <a:lnTo>
                    <a:pt x="437543" y="541934"/>
                  </a:lnTo>
                  <a:lnTo>
                    <a:pt x="442760" y="536720"/>
                  </a:lnTo>
                  <a:cubicBezTo>
                    <a:pt x="442760" y="536720"/>
                    <a:pt x="444207" y="533525"/>
                    <a:pt x="444207" y="532953"/>
                  </a:cubicBezTo>
                  <a:cubicBezTo>
                    <a:pt x="444207" y="532381"/>
                    <a:pt x="446832" y="526292"/>
                    <a:pt x="446832" y="526292"/>
                  </a:cubicBezTo>
                  <a:cubicBezTo>
                    <a:pt x="446832" y="526292"/>
                    <a:pt x="448851" y="523971"/>
                    <a:pt x="449423" y="523971"/>
                  </a:cubicBezTo>
                  <a:cubicBezTo>
                    <a:pt x="449995" y="523971"/>
                    <a:pt x="453630" y="523836"/>
                    <a:pt x="455649" y="523971"/>
                  </a:cubicBezTo>
                  <a:cubicBezTo>
                    <a:pt x="457669" y="524105"/>
                    <a:pt x="459553" y="523904"/>
                    <a:pt x="459553" y="523904"/>
                  </a:cubicBezTo>
                  <a:cubicBezTo>
                    <a:pt x="459553" y="523904"/>
                    <a:pt x="462010" y="526292"/>
                    <a:pt x="462313" y="526729"/>
                  </a:cubicBezTo>
                  <a:cubicBezTo>
                    <a:pt x="462616" y="527167"/>
                    <a:pt x="464770" y="530632"/>
                    <a:pt x="464770" y="531069"/>
                  </a:cubicBezTo>
                  <a:cubicBezTo>
                    <a:pt x="464770" y="531506"/>
                    <a:pt x="466352" y="534399"/>
                    <a:pt x="466654" y="534837"/>
                  </a:cubicBezTo>
                  <a:cubicBezTo>
                    <a:pt x="466958" y="535274"/>
                    <a:pt x="470424" y="538470"/>
                    <a:pt x="470424" y="538470"/>
                  </a:cubicBezTo>
                  <a:cubicBezTo>
                    <a:pt x="470424" y="538470"/>
                    <a:pt x="475943" y="541060"/>
                    <a:pt x="476381" y="541060"/>
                  </a:cubicBezTo>
                  <a:cubicBezTo>
                    <a:pt x="476818" y="541060"/>
                    <a:pt x="480285" y="541194"/>
                    <a:pt x="481462" y="541497"/>
                  </a:cubicBezTo>
                  <a:cubicBezTo>
                    <a:pt x="482607" y="541800"/>
                    <a:pt x="488261" y="541934"/>
                    <a:pt x="488261" y="541934"/>
                  </a:cubicBezTo>
                  <a:lnTo>
                    <a:pt x="495665" y="543246"/>
                  </a:lnTo>
                  <a:lnTo>
                    <a:pt x="500746" y="541665"/>
                  </a:lnTo>
                  <a:cubicBezTo>
                    <a:pt x="500746" y="541665"/>
                    <a:pt x="504213" y="540656"/>
                    <a:pt x="504819" y="540656"/>
                  </a:cubicBezTo>
                  <a:cubicBezTo>
                    <a:pt x="505391" y="540656"/>
                    <a:pt x="512189" y="540656"/>
                    <a:pt x="512189" y="540656"/>
                  </a:cubicBezTo>
                  <a:cubicBezTo>
                    <a:pt x="512189" y="540656"/>
                    <a:pt x="512627" y="539647"/>
                    <a:pt x="514074" y="539344"/>
                  </a:cubicBezTo>
                  <a:cubicBezTo>
                    <a:pt x="515521" y="539041"/>
                    <a:pt x="517406" y="536889"/>
                    <a:pt x="517843" y="536754"/>
                  </a:cubicBezTo>
                  <a:cubicBezTo>
                    <a:pt x="518281" y="536619"/>
                    <a:pt x="521175" y="534870"/>
                    <a:pt x="521175" y="534870"/>
                  </a:cubicBezTo>
                  <a:cubicBezTo>
                    <a:pt x="521175" y="534870"/>
                    <a:pt x="522050" y="533726"/>
                    <a:pt x="522757" y="533121"/>
                  </a:cubicBezTo>
                  <a:cubicBezTo>
                    <a:pt x="523497" y="532549"/>
                    <a:pt x="525079" y="530228"/>
                    <a:pt x="525079" y="530228"/>
                  </a:cubicBezTo>
                  <a:lnTo>
                    <a:pt x="526088" y="525586"/>
                  </a:lnTo>
                  <a:lnTo>
                    <a:pt x="524607" y="522356"/>
                  </a:lnTo>
                  <a:close/>
                </a:path>
              </a:pathLst>
            </a:custGeom>
            <a:grpFill/>
            <a:ln w="6350" cap="flat">
              <a:solidFill>
                <a:schemeClr val="bg1"/>
              </a:solidFill>
              <a:prstDash val="solid"/>
              <a:miter/>
            </a:ln>
          </p:spPr>
          <p:txBody>
            <a:bodyPr rtlCol="0" anchor="ctr"/>
            <a:lstStyle/>
            <a:p>
              <a:endParaRPr lang="en-US"/>
            </a:p>
          </p:txBody>
        </p:sp>
        <p:sp>
          <p:nvSpPr>
            <p:cNvPr id="175" name="Freeform 892">
              <a:extLst>
                <a:ext uri="{FF2B5EF4-FFF2-40B4-BE49-F238E27FC236}">
                  <a16:creationId xmlns:a16="http://schemas.microsoft.com/office/drawing/2014/main" id="{634B8909-1E6B-0CB5-6F0B-D508C0EF79A3}"/>
                </a:ext>
              </a:extLst>
            </p:cNvPr>
            <p:cNvSpPr/>
            <p:nvPr/>
          </p:nvSpPr>
          <p:spPr>
            <a:xfrm>
              <a:off x="7665171" y="2926925"/>
              <a:ext cx="397556" cy="249384"/>
            </a:xfrm>
            <a:custGeom>
              <a:avLst/>
              <a:gdLst>
                <a:gd name="connsiteX0" fmla="*/ 761719 w 763267"/>
                <a:gd name="connsiteY0" fmla="*/ 373164 h 478792"/>
                <a:gd name="connsiteX1" fmla="*/ 756200 w 763267"/>
                <a:gd name="connsiteY1" fmla="*/ 364755 h 478792"/>
                <a:gd name="connsiteX2" fmla="*/ 755897 w 763267"/>
                <a:gd name="connsiteY2" fmla="*/ 359238 h 478792"/>
                <a:gd name="connsiteX3" fmla="*/ 756200 w 763267"/>
                <a:gd name="connsiteY3" fmla="*/ 353721 h 478792"/>
                <a:gd name="connsiteX4" fmla="*/ 755897 w 763267"/>
                <a:gd name="connsiteY4" fmla="*/ 348809 h 478792"/>
                <a:gd name="connsiteX5" fmla="*/ 754450 w 763267"/>
                <a:gd name="connsiteY5" fmla="*/ 343595 h 478792"/>
                <a:gd name="connsiteX6" fmla="*/ 752128 w 763267"/>
                <a:gd name="connsiteY6" fmla="*/ 337237 h 478792"/>
                <a:gd name="connsiteX7" fmla="*/ 750377 w 763267"/>
                <a:gd name="connsiteY7" fmla="*/ 333167 h 478792"/>
                <a:gd name="connsiteX8" fmla="*/ 745733 w 763267"/>
                <a:gd name="connsiteY8" fmla="*/ 325934 h 478792"/>
                <a:gd name="connsiteX9" fmla="*/ 741661 w 763267"/>
                <a:gd name="connsiteY9" fmla="*/ 323310 h 478792"/>
                <a:gd name="connsiteX10" fmla="*/ 736748 w 763267"/>
                <a:gd name="connsiteY10" fmla="*/ 321864 h 478792"/>
                <a:gd name="connsiteX11" fmla="*/ 733853 w 763267"/>
                <a:gd name="connsiteY11" fmla="*/ 318668 h 478792"/>
                <a:gd name="connsiteX12" fmla="*/ 738498 w 763267"/>
                <a:gd name="connsiteY12" fmla="*/ 314598 h 478792"/>
                <a:gd name="connsiteX13" fmla="*/ 736175 w 763267"/>
                <a:gd name="connsiteY13" fmla="*/ 307365 h 478792"/>
                <a:gd name="connsiteX14" fmla="*/ 736175 w 763267"/>
                <a:gd name="connsiteY14" fmla="*/ 302723 h 478792"/>
                <a:gd name="connsiteX15" fmla="*/ 733416 w 763267"/>
                <a:gd name="connsiteY15" fmla="*/ 299258 h 478792"/>
                <a:gd name="connsiteX16" fmla="*/ 730084 w 763267"/>
                <a:gd name="connsiteY16" fmla="*/ 295188 h 478792"/>
                <a:gd name="connsiteX17" fmla="*/ 725742 w 763267"/>
                <a:gd name="connsiteY17" fmla="*/ 289973 h 478792"/>
                <a:gd name="connsiteX18" fmla="*/ 721098 w 763267"/>
                <a:gd name="connsiteY18" fmla="*/ 283885 h 478792"/>
                <a:gd name="connsiteX19" fmla="*/ 721367 w 763267"/>
                <a:gd name="connsiteY19" fmla="*/ 277224 h 478792"/>
                <a:gd name="connsiteX20" fmla="*/ 725136 w 763267"/>
                <a:gd name="connsiteY20" fmla="*/ 274028 h 478792"/>
                <a:gd name="connsiteX21" fmla="*/ 727156 w 763267"/>
                <a:gd name="connsiteY21" fmla="*/ 268242 h 478792"/>
                <a:gd name="connsiteX22" fmla="*/ 727728 w 763267"/>
                <a:gd name="connsiteY22" fmla="*/ 262725 h 478792"/>
                <a:gd name="connsiteX23" fmla="*/ 726584 w 763267"/>
                <a:gd name="connsiteY23" fmla="*/ 257814 h 478792"/>
                <a:gd name="connsiteX24" fmla="*/ 731497 w 763267"/>
                <a:gd name="connsiteY24" fmla="*/ 257814 h 478792"/>
                <a:gd name="connsiteX25" fmla="*/ 735570 w 763267"/>
                <a:gd name="connsiteY25" fmla="*/ 254921 h 478792"/>
                <a:gd name="connsiteX26" fmla="*/ 740483 w 763267"/>
                <a:gd name="connsiteY26" fmla="*/ 250851 h 478792"/>
                <a:gd name="connsiteX27" fmla="*/ 745127 w 763267"/>
                <a:gd name="connsiteY27" fmla="*/ 247386 h 478792"/>
                <a:gd name="connsiteX28" fmla="*/ 746003 w 763267"/>
                <a:gd name="connsiteY28" fmla="*/ 244493 h 478792"/>
                <a:gd name="connsiteX29" fmla="*/ 742233 w 763267"/>
                <a:gd name="connsiteY29" fmla="*/ 242172 h 478792"/>
                <a:gd name="connsiteX30" fmla="*/ 737017 w 763267"/>
                <a:gd name="connsiteY30" fmla="*/ 242172 h 478792"/>
                <a:gd name="connsiteX31" fmla="*/ 735872 w 763267"/>
                <a:gd name="connsiteY31" fmla="*/ 237092 h 478792"/>
                <a:gd name="connsiteX32" fmla="*/ 731800 w 763267"/>
                <a:gd name="connsiteY32" fmla="*/ 231743 h 478792"/>
                <a:gd name="connsiteX33" fmla="*/ 728334 w 763267"/>
                <a:gd name="connsiteY33" fmla="*/ 231743 h 478792"/>
                <a:gd name="connsiteX34" fmla="*/ 722242 w 763267"/>
                <a:gd name="connsiteY34" fmla="*/ 231743 h 478792"/>
                <a:gd name="connsiteX35" fmla="*/ 717901 w 763267"/>
                <a:gd name="connsiteY35" fmla="*/ 228682 h 478792"/>
                <a:gd name="connsiteX36" fmla="*/ 714131 w 763267"/>
                <a:gd name="connsiteY36" fmla="*/ 223031 h 478792"/>
                <a:gd name="connsiteX37" fmla="*/ 707468 w 763267"/>
                <a:gd name="connsiteY37" fmla="*/ 220407 h 478792"/>
                <a:gd name="connsiteX38" fmla="*/ 704843 w 763267"/>
                <a:gd name="connsiteY38" fmla="*/ 222425 h 478792"/>
                <a:gd name="connsiteX39" fmla="*/ 702218 w 763267"/>
                <a:gd name="connsiteY39" fmla="*/ 226496 h 478792"/>
                <a:gd name="connsiteX40" fmla="*/ 699458 w 763267"/>
                <a:gd name="connsiteY40" fmla="*/ 226496 h 478792"/>
                <a:gd name="connsiteX41" fmla="*/ 692660 w 763267"/>
                <a:gd name="connsiteY41" fmla="*/ 222156 h 478792"/>
                <a:gd name="connsiteX42" fmla="*/ 692660 w 763267"/>
                <a:gd name="connsiteY42" fmla="*/ 217245 h 478792"/>
                <a:gd name="connsiteX43" fmla="*/ 690506 w 763267"/>
                <a:gd name="connsiteY43" fmla="*/ 212905 h 478792"/>
                <a:gd name="connsiteX44" fmla="*/ 684852 w 763267"/>
                <a:gd name="connsiteY44" fmla="*/ 207388 h 478792"/>
                <a:gd name="connsiteX45" fmla="*/ 683102 w 763267"/>
                <a:gd name="connsiteY45" fmla="*/ 207388 h 478792"/>
                <a:gd name="connsiteX46" fmla="*/ 676707 w 763267"/>
                <a:gd name="connsiteY46" fmla="*/ 207388 h 478792"/>
                <a:gd name="connsiteX47" fmla="*/ 675833 w 763267"/>
                <a:gd name="connsiteY47" fmla="*/ 202040 h 478792"/>
                <a:gd name="connsiteX48" fmla="*/ 673510 w 763267"/>
                <a:gd name="connsiteY48" fmla="*/ 202510 h 478792"/>
                <a:gd name="connsiteX49" fmla="*/ 671760 w 763267"/>
                <a:gd name="connsiteY49" fmla="*/ 203049 h 478792"/>
                <a:gd name="connsiteX50" fmla="*/ 669270 w 763267"/>
                <a:gd name="connsiteY50" fmla="*/ 202174 h 478792"/>
                <a:gd name="connsiteX51" fmla="*/ 666544 w 763267"/>
                <a:gd name="connsiteY51" fmla="*/ 203251 h 478792"/>
                <a:gd name="connsiteX52" fmla="*/ 663078 w 763267"/>
                <a:gd name="connsiteY52" fmla="*/ 203150 h 478792"/>
                <a:gd name="connsiteX53" fmla="*/ 661429 w 763267"/>
                <a:gd name="connsiteY53" fmla="*/ 201064 h 478792"/>
                <a:gd name="connsiteX54" fmla="*/ 663078 w 763267"/>
                <a:gd name="connsiteY54" fmla="*/ 197801 h 478792"/>
                <a:gd name="connsiteX55" fmla="*/ 663078 w 763267"/>
                <a:gd name="connsiteY55" fmla="*/ 194336 h 478792"/>
                <a:gd name="connsiteX56" fmla="*/ 663078 w 763267"/>
                <a:gd name="connsiteY56" fmla="*/ 192587 h 478792"/>
                <a:gd name="connsiteX57" fmla="*/ 663078 w 763267"/>
                <a:gd name="connsiteY57" fmla="*/ 187373 h 478792"/>
                <a:gd name="connsiteX58" fmla="*/ 663078 w 763267"/>
                <a:gd name="connsiteY58" fmla="*/ 183908 h 478792"/>
                <a:gd name="connsiteX59" fmla="*/ 658601 w 763267"/>
                <a:gd name="connsiteY59" fmla="*/ 181957 h 478792"/>
                <a:gd name="connsiteX60" fmla="*/ 655808 w 763267"/>
                <a:gd name="connsiteY60" fmla="*/ 180880 h 478792"/>
                <a:gd name="connsiteX61" fmla="*/ 653924 w 763267"/>
                <a:gd name="connsiteY61" fmla="*/ 183134 h 478792"/>
                <a:gd name="connsiteX62" fmla="*/ 650659 w 763267"/>
                <a:gd name="connsiteY62" fmla="*/ 190737 h 478792"/>
                <a:gd name="connsiteX63" fmla="*/ 645880 w 763267"/>
                <a:gd name="connsiteY63" fmla="*/ 194067 h 478792"/>
                <a:gd name="connsiteX64" fmla="*/ 639149 w 763267"/>
                <a:gd name="connsiteY64" fmla="*/ 196388 h 478792"/>
                <a:gd name="connsiteX65" fmla="*/ 633630 w 763267"/>
                <a:gd name="connsiteY65" fmla="*/ 197969 h 478792"/>
                <a:gd name="connsiteX66" fmla="*/ 629490 w 763267"/>
                <a:gd name="connsiteY66" fmla="*/ 197969 h 478792"/>
                <a:gd name="connsiteX67" fmla="*/ 623635 w 763267"/>
                <a:gd name="connsiteY67" fmla="*/ 195076 h 478792"/>
                <a:gd name="connsiteX68" fmla="*/ 619428 w 763267"/>
                <a:gd name="connsiteY68" fmla="*/ 192049 h 478792"/>
                <a:gd name="connsiteX69" fmla="*/ 614144 w 763267"/>
                <a:gd name="connsiteY69" fmla="*/ 189795 h 478792"/>
                <a:gd name="connsiteX70" fmla="*/ 610004 w 763267"/>
                <a:gd name="connsiteY70" fmla="*/ 185085 h 478792"/>
                <a:gd name="connsiteX71" fmla="*/ 604047 w 763267"/>
                <a:gd name="connsiteY71" fmla="*/ 184076 h 478792"/>
                <a:gd name="connsiteX72" fmla="*/ 601018 w 763267"/>
                <a:gd name="connsiteY72" fmla="*/ 182394 h 478792"/>
                <a:gd name="connsiteX73" fmla="*/ 600749 w 763267"/>
                <a:gd name="connsiteY73" fmla="*/ 179871 h 478792"/>
                <a:gd name="connsiteX74" fmla="*/ 601759 w 763267"/>
                <a:gd name="connsiteY74" fmla="*/ 177045 h 478792"/>
                <a:gd name="connsiteX75" fmla="*/ 603206 w 763267"/>
                <a:gd name="connsiteY75" fmla="*/ 174590 h 478792"/>
                <a:gd name="connsiteX76" fmla="*/ 603846 w 763267"/>
                <a:gd name="connsiteY76" fmla="*/ 171764 h 478792"/>
                <a:gd name="connsiteX77" fmla="*/ 603846 w 763267"/>
                <a:gd name="connsiteY77" fmla="*/ 169073 h 478792"/>
                <a:gd name="connsiteX78" fmla="*/ 602634 w 763267"/>
                <a:gd name="connsiteY78" fmla="*/ 165305 h 478792"/>
                <a:gd name="connsiteX79" fmla="*/ 600009 w 763267"/>
                <a:gd name="connsiteY79" fmla="*/ 163926 h 478792"/>
                <a:gd name="connsiteX80" fmla="*/ 598057 w 763267"/>
                <a:gd name="connsiteY80" fmla="*/ 162177 h 478792"/>
                <a:gd name="connsiteX81" fmla="*/ 594725 w 763267"/>
                <a:gd name="connsiteY81" fmla="*/ 163758 h 478792"/>
                <a:gd name="connsiteX82" fmla="*/ 589744 w 763267"/>
                <a:gd name="connsiteY82" fmla="*/ 165339 h 478792"/>
                <a:gd name="connsiteX83" fmla="*/ 582004 w 763267"/>
                <a:gd name="connsiteY83" fmla="*/ 166483 h 478792"/>
                <a:gd name="connsiteX84" fmla="*/ 577157 w 763267"/>
                <a:gd name="connsiteY84" fmla="*/ 165473 h 478792"/>
                <a:gd name="connsiteX85" fmla="*/ 574701 w 763267"/>
                <a:gd name="connsiteY85" fmla="*/ 162278 h 478792"/>
                <a:gd name="connsiteX86" fmla="*/ 571369 w 763267"/>
                <a:gd name="connsiteY86" fmla="*/ 158644 h 478792"/>
                <a:gd name="connsiteX87" fmla="*/ 567397 w 763267"/>
                <a:gd name="connsiteY87" fmla="*/ 155179 h 478792"/>
                <a:gd name="connsiteX88" fmla="*/ 564638 w 763267"/>
                <a:gd name="connsiteY88" fmla="*/ 153161 h 478792"/>
                <a:gd name="connsiteX89" fmla="*/ 562888 w 763267"/>
                <a:gd name="connsiteY89" fmla="*/ 152522 h 478792"/>
                <a:gd name="connsiteX90" fmla="*/ 557099 w 763267"/>
                <a:gd name="connsiteY90" fmla="*/ 152589 h 478792"/>
                <a:gd name="connsiteX91" fmla="*/ 555955 w 763267"/>
                <a:gd name="connsiteY91" fmla="*/ 153397 h 478792"/>
                <a:gd name="connsiteX92" fmla="*/ 554272 w 763267"/>
                <a:gd name="connsiteY92" fmla="*/ 155987 h 478792"/>
                <a:gd name="connsiteX93" fmla="*/ 552522 w 763267"/>
                <a:gd name="connsiteY93" fmla="*/ 158880 h 478792"/>
                <a:gd name="connsiteX94" fmla="*/ 550133 w 763267"/>
                <a:gd name="connsiteY94" fmla="*/ 161134 h 478792"/>
                <a:gd name="connsiteX95" fmla="*/ 548753 w 763267"/>
                <a:gd name="connsiteY95" fmla="*/ 162883 h 478792"/>
                <a:gd name="connsiteX96" fmla="*/ 546733 w 763267"/>
                <a:gd name="connsiteY96" fmla="*/ 165339 h 478792"/>
                <a:gd name="connsiteX97" fmla="*/ 545522 w 763267"/>
                <a:gd name="connsiteY97" fmla="*/ 167592 h 478792"/>
                <a:gd name="connsiteX98" fmla="*/ 544950 w 763267"/>
                <a:gd name="connsiteY98" fmla="*/ 170216 h 478792"/>
                <a:gd name="connsiteX99" fmla="*/ 543705 w 763267"/>
                <a:gd name="connsiteY99" fmla="*/ 171528 h 478792"/>
                <a:gd name="connsiteX100" fmla="*/ 542123 w 763267"/>
                <a:gd name="connsiteY100" fmla="*/ 172538 h 478792"/>
                <a:gd name="connsiteX101" fmla="*/ 539666 w 763267"/>
                <a:gd name="connsiteY101" fmla="*/ 171327 h 478792"/>
                <a:gd name="connsiteX102" fmla="*/ 537478 w 763267"/>
                <a:gd name="connsiteY102" fmla="*/ 170250 h 478792"/>
                <a:gd name="connsiteX103" fmla="*/ 536603 w 763267"/>
                <a:gd name="connsiteY103" fmla="*/ 166550 h 478792"/>
                <a:gd name="connsiteX104" fmla="*/ 539666 w 763267"/>
                <a:gd name="connsiteY104" fmla="*/ 163085 h 478792"/>
                <a:gd name="connsiteX105" fmla="*/ 539666 w 763267"/>
                <a:gd name="connsiteY105" fmla="*/ 159620 h 478792"/>
                <a:gd name="connsiteX106" fmla="*/ 539666 w 763267"/>
                <a:gd name="connsiteY106" fmla="*/ 157232 h 478792"/>
                <a:gd name="connsiteX107" fmla="*/ 536738 w 763267"/>
                <a:gd name="connsiteY107" fmla="*/ 158745 h 478792"/>
                <a:gd name="connsiteX108" fmla="*/ 534685 w 763267"/>
                <a:gd name="connsiteY108" fmla="*/ 158106 h 478792"/>
                <a:gd name="connsiteX109" fmla="*/ 533474 w 763267"/>
                <a:gd name="connsiteY109" fmla="*/ 156895 h 478792"/>
                <a:gd name="connsiteX110" fmla="*/ 530647 w 763267"/>
                <a:gd name="connsiteY110" fmla="*/ 153195 h 478792"/>
                <a:gd name="connsiteX111" fmla="*/ 527382 w 763267"/>
                <a:gd name="connsiteY111" fmla="*/ 151143 h 478792"/>
                <a:gd name="connsiteX112" fmla="*/ 524252 w 763267"/>
                <a:gd name="connsiteY112" fmla="*/ 149730 h 478792"/>
                <a:gd name="connsiteX113" fmla="*/ 520551 w 763267"/>
                <a:gd name="connsiteY113" fmla="*/ 144415 h 478792"/>
                <a:gd name="connsiteX114" fmla="*/ 521291 w 763267"/>
                <a:gd name="connsiteY114" fmla="*/ 141926 h 478792"/>
                <a:gd name="connsiteX115" fmla="*/ 524219 w 763267"/>
                <a:gd name="connsiteY115" fmla="*/ 137250 h 478792"/>
                <a:gd name="connsiteX116" fmla="*/ 520315 w 763267"/>
                <a:gd name="connsiteY116" fmla="*/ 135299 h 478792"/>
                <a:gd name="connsiteX117" fmla="*/ 515974 w 763267"/>
                <a:gd name="connsiteY117" fmla="*/ 130623 h 478792"/>
                <a:gd name="connsiteX118" fmla="*/ 515872 w 763267"/>
                <a:gd name="connsiteY118" fmla="*/ 127360 h 478792"/>
                <a:gd name="connsiteX119" fmla="*/ 517387 w 763267"/>
                <a:gd name="connsiteY119" fmla="*/ 126283 h 478792"/>
                <a:gd name="connsiteX120" fmla="*/ 519776 w 763267"/>
                <a:gd name="connsiteY120" fmla="*/ 125207 h 478792"/>
                <a:gd name="connsiteX121" fmla="*/ 522065 w 763267"/>
                <a:gd name="connsiteY121" fmla="*/ 123155 h 478792"/>
                <a:gd name="connsiteX122" fmla="*/ 522704 w 763267"/>
                <a:gd name="connsiteY122" fmla="*/ 118479 h 478792"/>
                <a:gd name="connsiteX123" fmla="*/ 517925 w 763267"/>
                <a:gd name="connsiteY123" fmla="*/ 114577 h 478792"/>
                <a:gd name="connsiteX124" fmla="*/ 516041 w 763267"/>
                <a:gd name="connsiteY124" fmla="*/ 113063 h 478792"/>
                <a:gd name="connsiteX125" fmla="*/ 515334 w 763267"/>
                <a:gd name="connsiteY125" fmla="*/ 111011 h 478792"/>
                <a:gd name="connsiteX126" fmla="*/ 515334 w 763267"/>
                <a:gd name="connsiteY126" fmla="*/ 107546 h 478792"/>
                <a:gd name="connsiteX127" fmla="*/ 515603 w 763267"/>
                <a:gd name="connsiteY127" fmla="*/ 103846 h 478792"/>
                <a:gd name="connsiteX128" fmla="*/ 515974 w 763267"/>
                <a:gd name="connsiteY128" fmla="*/ 97992 h 478792"/>
                <a:gd name="connsiteX129" fmla="*/ 515974 w 763267"/>
                <a:gd name="connsiteY129" fmla="*/ 94527 h 478792"/>
                <a:gd name="connsiteX130" fmla="*/ 511867 w 763267"/>
                <a:gd name="connsiteY130" fmla="*/ 92341 h 478792"/>
                <a:gd name="connsiteX131" fmla="*/ 508603 w 763267"/>
                <a:gd name="connsiteY131" fmla="*/ 93215 h 478792"/>
                <a:gd name="connsiteX132" fmla="*/ 505978 w 763267"/>
                <a:gd name="connsiteY132" fmla="*/ 94965 h 478792"/>
                <a:gd name="connsiteX133" fmla="*/ 504228 w 763267"/>
                <a:gd name="connsiteY133" fmla="*/ 96916 h 478792"/>
                <a:gd name="connsiteX134" fmla="*/ 502916 w 763267"/>
                <a:gd name="connsiteY134" fmla="*/ 99741 h 478792"/>
                <a:gd name="connsiteX135" fmla="*/ 500324 w 763267"/>
                <a:gd name="connsiteY135" fmla="*/ 101928 h 478792"/>
                <a:gd name="connsiteX136" fmla="*/ 498372 w 763267"/>
                <a:gd name="connsiteY136" fmla="*/ 102803 h 478792"/>
                <a:gd name="connsiteX137" fmla="*/ 495343 w 763267"/>
                <a:gd name="connsiteY137" fmla="*/ 103677 h 478792"/>
                <a:gd name="connsiteX138" fmla="*/ 493391 w 763267"/>
                <a:gd name="connsiteY138" fmla="*/ 104754 h 478792"/>
                <a:gd name="connsiteX139" fmla="*/ 491641 w 763267"/>
                <a:gd name="connsiteY139" fmla="*/ 106267 h 478792"/>
                <a:gd name="connsiteX140" fmla="*/ 488814 w 763267"/>
                <a:gd name="connsiteY140" fmla="*/ 108656 h 478792"/>
                <a:gd name="connsiteX141" fmla="*/ 487501 w 763267"/>
                <a:gd name="connsiteY141" fmla="*/ 109531 h 478792"/>
                <a:gd name="connsiteX142" fmla="*/ 484675 w 763267"/>
                <a:gd name="connsiteY142" fmla="*/ 108891 h 478792"/>
                <a:gd name="connsiteX143" fmla="*/ 482049 w 763267"/>
                <a:gd name="connsiteY143" fmla="*/ 108252 h 478792"/>
                <a:gd name="connsiteX144" fmla="*/ 479223 w 763267"/>
                <a:gd name="connsiteY144" fmla="*/ 105225 h 478792"/>
                <a:gd name="connsiteX145" fmla="*/ 477035 w 763267"/>
                <a:gd name="connsiteY145" fmla="*/ 104148 h 478792"/>
                <a:gd name="connsiteX146" fmla="*/ 473535 w 763267"/>
                <a:gd name="connsiteY146" fmla="*/ 100683 h 478792"/>
                <a:gd name="connsiteX147" fmla="*/ 473535 w 763267"/>
                <a:gd name="connsiteY147" fmla="*/ 98732 h 478792"/>
                <a:gd name="connsiteX148" fmla="*/ 474747 w 763267"/>
                <a:gd name="connsiteY148" fmla="*/ 94393 h 478792"/>
                <a:gd name="connsiteX149" fmla="*/ 473535 w 763267"/>
                <a:gd name="connsiteY149" fmla="*/ 92442 h 478792"/>
                <a:gd name="connsiteX150" fmla="*/ 468319 w 763267"/>
                <a:gd name="connsiteY150" fmla="*/ 92004 h 478792"/>
                <a:gd name="connsiteX151" fmla="*/ 468319 w 763267"/>
                <a:gd name="connsiteY151" fmla="*/ 93955 h 478792"/>
                <a:gd name="connsiteX152" fmla="*/ 465492 w 763267"/>
                <a:gd name="connsiteY152" fmla="*/ 95705 h 478792"/>
                <a:gd name="connsiteX153" fmla="*/ 460713 w 763267"/>
                <a:gd name="connsiteY153" fmla="*/ 96781 h 478792"/>
                <a:gd name="connsiteX154" fmla="*/ 457011 w 763267"/>
                <a:gd name="connsiteY154" fmla="*/ 96344 h 478792"/>
                <a:gd name="connsiteX155" fmla="*/ 454621 w 763267"/>
                <a:gd name="connsiteY155" fmla="*/ 96344 h 478792"/>
                <a:gd name="connsiteX156" fmla="*/ 450044 w 763267"/>
                <a:gd name="connsiteY156" fmla="*/ 97319 h 478792"/>
                <a:gd name="connsiteX157" fmla="*/ 445501 w 763267"/>
                <a:gd name="connsiteY157" fmla="*/ 98093 h 478792"/>
                <a:gd name="connsiteX158" fmla="*/ 441799 w 763267"/>
                <a:gd name="connsiteY158" fmla="*/ 98295 h 478792"/>
                <a:gd name="connsiteX159" fmla="*/ 436582 w 763267"/>
                <a:gd name="connsiteY159" fmla="*/ 98295 h 478792"/>
                <a:gd name="connsiteX160" fmla="*/ 433318 w 763267"/>
                <a:gd name="connsiteY160" fmla="*/ 99607 h 478792"/>
                <a:gd name="connsiteX161" fmla="*/ 425039 w 763267"/>
                <a:gd name="connsiteY161" fmla="*/ 101793 h 478792"/>
                <a:gd name="connsiteX162" fmla="*/ 420024 w 763267"/>
                <a:gd name="connsiteY162" fmla="*/ 101356 h 478792"/>
                <a:gd name="connsiteX163" fmla="*/ 409154 w 763267"/>
                <a:gd name="connsiteY163" fmla="*/ 100044 h 478792"/>
                <a:gd name="connsiteX164" fmla="*/ 406562 w 763267"/>
                <a:gd name="connsiteY164" fmla="*/ 101558 h 478792"/>
                <a:gd name="connsiteX165" fmla="*/ 399832 w 763267"/>
                <a:gd name="connsiteY165" fmla="*/ 101558 h 478792"/>
                <a:gd name="connsiteX166" fmla="*/ 393740 w 763267"/>
                <a:gd name="connsiteY166" fmla="*/ 102769 h 478792"/>
                <a:gd name="connsiteX167" fmla="*/ 390038 w 763267"/>
                <a:gd name="connsiteY167" fmla="*/ 102231 h 478792"/>
                <a:gd name="connsiteX168" fmla="*/ 388288 w 763267"/>
                <a:gd name="connsiteY168" fmla="*/ 102668 h 478792"/>
                <a:gd name="connsiteX169" fmla="*/ 385225 w 763267"/>
                <a:gd name="connsiteY169" fmla="*/ 103980 h 478792"/>
                <a:gd name="connsiteX170" fmla="*/ 383273 w 763267"/>
                <a:gd name="connsiteY170" fmla="*/ 104619 h 478792"/>
                <a:gd name="connsiteX171" fmla="*/ 380446 w 763267"/>
                <a:gd name="connsiteY171" fmla="*/ 105696 h 478792"/>
                <a:gd name="connsiteX172" fmla="*/ 376980 w 763267"/>
                <a:gd name="connsiteY172" fmla="*/ 105057 h 478792"/>
                <a:gd name="connsiteX173" fmla="*/ 375028 w 763267"/>
                <a:gd name="connsiteY173" fmla="*/ 105057 h 478792"/>
                <a:gd name="connsiteX174" fmla="*/ 372638 w 763267"/>
                <a:gd name="connsiteY174" fmla="*/ 103005 h 478792"/>
                <a:gd name="connsiteX175" fmla="*/ 369812 w 763267"/>
                <a:gd name="connsiteY175" fmla="*/ 100515 h 478792"/>
                <a:gd name="connsiteX176" fmla="*/ 367860 w 763267"/>
                <a:gd name="connsiteY176" fmla="*/ 99876 h 478792"/>
                <a:gd name="connsiteX177" fmla="*/ 365032 w 763267"/>
                <a:gd name="connsiteY177" fmla="*/ 99641 h 478792"/>
                <a:gd name="connsiteX178" fmla="*/ 360893 w 763267"/>
                <a:gd name="connsiteY178" fmla="*/ 98766 h 478792"/>
                <a:gd name="connsiteX179" fmla="*/ 357426 w 763267"/>
                <a:gd name="connsiteY179" fmla="*/ 97017 h 478792"/>
                <a:gd name="connsiteX180" fmla="*/ 354600 w 763267"/>
                <a:gd name="connsiteY180" fmla="*/ 96142 h 478792"/>
                <a:gd name="connsiteX181" fmla="*/ 352849 w 763267"/>
                <a:gd name="connsiteY181" fmla="*/ 93316 h 478792"/>
                <a:gd name="connsiteX182" fmla="*/ 350898 w 763267"/>
                <a:gd name="connsiteY182" fmla="*/ 92004 h 478792"/>
                <a:gd name="connsiteX183" fmla="*/ 348306 w 763267"/>
                <a:gd name="connsiteY183" fmla="*/ 91365 h 478792"/>
                <a:gd name="connsiteX184" fmla="*/ 343292 w 763267"/>
                <a:gd name="connsiteY184" fmla="*/ 90289 h 478792"/>
                <a:gd name="connsiteX185" fmla="*/ 341104 w 763267"/>
                <a:gd name="connsiteY185" fmla="*/ 89650 h 478792"/>
                <a:gd name="connsiteX186" fmla="*/ 339791 w 763267"/>
                <a:gd name="connsiteY186" fmla="*/ 89010 h 478792"/>
                <a:gd name="connsiteX187" fmla="*/ 335013 w 763267"/>
                <a:gd name="connsiteY187" fmla="*/ 87698 h 478792"/>
                <a:gd name="connsiteX188" fmla="*/ 333061 w 763267"/>
                <a:gd name="connsiteY188" fmla="*/ 86824 h 478792"/>
                <a:gd name="connsiteX189" fmla="*/ 330234 w 763267"/>
                <a:gd name="connsiteY189" fmla="*/ 85949 h 478792"/>
                <a:gd name="connsiteX190" fmla="*/ 328046 w 763267"/>
                <a:gd name="connsiteY190" fmla="*/ 84873 h 478792"/>
                <a:gd name="connsiteX191" fmla="*/ 326734 w 763267"/>
                <a:gd name="connsiteY191" fmla="*/ 82922 h 478792"/>
                <a:gd name="connsiteX192" fmla="*/ 324984 w 763267"/>
                <a:gd name="connsiteY192" fmla="*/ 78347 h 478792"/>
                <a:gd name="connsiteX193" fmla="*/ 323032 w 763267"/>
                <a:gd name="connsiteY193" fmla="*/ 74646 h 478792"/>
                <a:gd name="connsiteX194" fmla="*/ 321719 w 763267"/>
                <a:gd name="connsiteY194" fmla="*/ 74209 h 478792"/>
                <a:gd name="connsiteX195" fmla="*/ 318017 w 763267"/>
                <a:gd name="connsiteY195" fmla="*/ 74646 h 478792"/>
                <a:gd name="connsiteX196" fmla="*/ 316065 w 763267"/>
                <a:gd name="connsiteY196" fmla="*/ 76160 h 478792"/>
                <a:gd name="connsiteX197" fmla="*/ 312363 w 763267"/>
                <a:gd name="connsiteY197" fmla="*/ 75521 h 478792"/>
                <a:gd name="connsiteX198" fmla="*/ 305834 w 763267"/>
                <a:gd name="connsiteY198" fmla="*/ 74007 h 478792"/>
                <a:gd name="connsiteX199" fmla="*/ 301493 w 763267"/>
                <a:gd name="connsiteY199" fmla="*/ 72695 h 478792"/>
                <a:gd name="connsiteX200" fmla="*/ 299103 w 763267"/>
                <a:gd name="connsiteY200" fmla="*/ 70307 h 478792"/>
                <a:gd name="connsiteX201" fmla="*/ 297791 w 763267"/>
                <a:gd name="connsiteY201" fmla="*/ 67918 h 478792"/>
                <a:gd name="connsiteX202" fmla="*/ 296478 w 763267"/>
                <a:gd name="connsiteY202" fmla="*/ 65294 h 478792"/>
                <a:gd name="connsiteX203" fmla="*/ 294728 w 763267"/>
                <a:gd name="connsiteY203" fmla="*/ 59879 h 478792"/>
                <a:gd name="connsiteX204" fmla="*/ 292339 w 763267"/>
                <a:gd name="connsiteY204" fmla="*/ 56178 h 478792"/>
                <a:gd name="connsiteX205" fmla="*/ 286483 w 763267"/>
                <a:gd name="connsiteY205" fmla="*/ 51401 h 478792"/>
                <a:gd name="connsiteX206" fmla="*/ 278641 w 763267"/>
                <a:gd name="connsiteY206" fmla="*/ 49652 h 478792"/>
                <a:gd name="connsiteX207" fmla="*/ 276454 w 763267"/>
                <a:gd name="connsiteY207" fmla="*/ 45952 h 478792"/>
                <a:gd name="connsiteX208" fmla="*/ 275713 w 763267"/>
                <a:gd name="connsiteY208" fmla="*/ 41377 h 478792"/>
                <a:gd name="connsiteX209" fmla="*/ 276454 w 763267"/>
                <a:gd name="connsiteY209" fmla="*/ 36701 h 478792"/>
                <a:gd name="connsiteX210" fmla="*/ 274939 w 763267"/>
                <a:gd name="connsiteY210" fmla="*/ 32462 h 478792"/>
                <a:gd name="connsiteX211" fmla="*/ 270261 w 763267"/>
                <a:gd name="connsiteY211" fmla="*/ 24624 h 478792"/>
                <a:gd name="connsiteX212" fmla="*/ 267872 w 763267"/>
                <a:gd name="connsiteY212" fmla="*/ 18973 h 478792"/>
                <a:gd name="connsiteX213" fmla="*/ 265583 w 763267"/>
                <a:gd name="connsiteY213" fmla="*/ 16483 h 478792"/>
                <a:gd name="connsiteX214" fmla="*/ 262655 w 763267"/>
                <a:gd name="connsiteY214" fmla="*/ 11807 h 478792"/>
                <a:gd name="connsiteX215" fmla="*/ 259626 w 763267"/>
                <a:gd name="connsiteY215" fmla="*/ 5954 h 478792"/>
                <a:gd name="connsiteX216" fmla="*/ 257876 w 763267"/>
                <a:gd name="connsiteY216" fmla="*/ 2590 h 478792"/>
                <a:gd name="connsiteX217" fmla="*/ 256900 w 763267"/>
                <a:gd name="connsiteY217" fmla="*/ 538 h 478792"/>
                <a:gd name="connsiteX218" fmla="*/ 254948 w 763267"/>
                <a:gd name="connsiteY218" fmla="*/ 0 h 478792"/>
                <a:gd name="connsiteX219" fmla="*/ 249833 w 763267"/>
                <a:gd name="connsiteY219" fmla="*/ 3902 h 478792"/>
                <a:gd name="connsiteX220" fmla="*/ 246467 w 763267"/>
                <a:gd name="connsiteY220" fmla="*/ 6089 h 478792"/>
                <a:gd name="connsiteX221" fmla="*/ 241890 w 763267"/>
                <a:gd name="connsiteY221" fmla="*/ 7838 h 478792"/>
                <a:gd name="connsiteX222" fmla="*/ 239501 w 763267"/>
                <a:gd name="connsiteY222" fmla="*/ 10125 h 478792"/>
                <a:gd name="connsiteX223" fmla="*/ 237650 w 763267"/>
                <a:gd name="connsiteY223" fmla="*/ 12514 h 478792"/>
                <a:gd name="connsiteX224" fmla="*/ 235261 w 763267"/>
                <a:gd name="connsiteY224" fmla="*/ 14364 h 478792"/>
                <a:gd name="connsiteX225" fmla="*/ 232097 w 763267"/>
                <a:gd name="connsiteY225" fmla="*/ 16551 h 478792"/>
                <a:gd name="connsiteX226" fmla="*/ 228832 w 763267"/>
                <a:gd name="connsiteY226" fmla="*/ 16988 h 478792"/>
                <a:gd name="connsiteX227" fmla="*/ 226746 w 763267"/>
                <a:gd name="connsiteY227" fmla="*/ 16887 h 478792"/>
                <a:gd name="connsiteX228" fmla="*/ 223044 w 763267"/>
                <a:gd name="connsiteY228" fmla="*/ 15911 h 478792"/>
                <a:gd name="connsiteX229" fmla="*/ 219577 w 763267"/>
                <a:gd name="connsiteY229" fmla="*/ 13422 h 478792"/>
                <a:gd name="connsiteX230" fmla="*/ 216751 w 763267"/>
                <a:gd name="connsiteY230" fmla="*/ 10596 h 478792"/>
                <a:gd name="connsiteX231" fmla="*/ 216212 w 763267"/>
                <a:gd name="connsiteY231" fmla="*/ 8107 h 478792"/>
                <a:gd name="connsiteX232" fmla="*/ 216751 w 763267"/>
                <a:gd name="connsiteY232" fmla="*/ 4945 h 478792"/>
                <a:gd name="connsiteX233" fmla="*/ 215976 w 763267"/>
                <a:gd name="connsiteY233" fmla="*/ 3095 h 478792"/>
                <a:gd name="connsiteX234" fmla="*/ 213923 w 763267"/>
                <a:gd name="connsiteY234" fmla="*/ 2119 h 478792"/>
                <a:gd name="connsiteX235" fmla="*/ 211299 w 763267"/>
                <a:gd name="connsiteY235" fmla="*/ 2321 h 478792"/>
                <a:gd name="connsiteX236" fmla="*/ 208471 w 763267"/>
                <a:gd name="connsiteY236" fmla="*/ 5920 h 478792"/>
                <a:gd name="connsiteX237" fmla="*/ 205745 w 763267"/>
                <a:gd name="connsiteY237" fmla="*/ 7973 h 478792"/>
                <a:gd name="connsiteX238" fmla="*/ 199452 w 763267"/>
                <a:gd name="connsiteY238" fmla="*/ 10596 h 478792"/>
                <a:gd name="connsiteX239" fmla="*/ 189255 w 763267"/>
                <a:gd name="connsiteY239" fmla="*/ 10798 h 478792"/>
                <a:gd name="connsiteX240" fmla="*/ 186630 w 763267"/>
                <a:gd name="connsiteY240" fmla="*/ 12312 h 478792"/>
                <a:gd name="connsiteX241" fmla="*/ 178788 w 763267"/>
                <a:gd name="connsiteY241" fmla="*/ 13725 h 478792"/>
                <a:gd name="connsiteX242" fmla="*/ 168927 w 763267"/>
                <a:gd name="connsiteY242" fmla="*/ 12110 h 478792"/>
                <a:gd name="connsiteX243" fmla="*/ 159470 w 763267"/>
                <a:gd name="connsiteY243" fmla="*/ 9722 h 478792"/>
                <a:gd name="connsiteX244" fmla="*/ 152201 w 763267"/>
                <a:gd name="connsiteY244" fmla="*/ 7771 h 478792"/>
                <a:gd name="connsiteX245" fmla="*/ 144797 w 763267"/>
                <a:gd name="connsiteY245" fmla="*/ 5281 h 478792"/>
                <a:gd name="connsiteX246" fmla="*/ 139378 w 763267"/>
                <a:gd name="connsiteY246" fmla="*/ 2792 h 478792"/>
                <a:gd name="connsiteX247" fmla="*/ 135138 w 763267"/>
                <a:gd name="connsiteY247" fmla="*/ 841 h 478792"/>
                <a:gd name="connsiteX248" fmla="*/ 131234 w 763267"/>
                <a:gd name="connsiteY248" fmla="*/ 841 h 478792"/>
                <a:gd name="connsiteX249" fmla="*/ 126253 w 763267"/>
                <a:gd name="connsiteY249" fmla="*/ 2960 h 478792"/>
                <a:gd name="connsiteX250" fmla="*/ 121676 w 763267"/>
                <a:gd name="connsiteY250" fmla="*/ 4306 h 478792"/>
                <a:gd name="connsiteX251" fmla="*/ 117335 w 763267"/>
                <a:gd name="connsiteY251" fmla="*/ 4306 h 478792"/>
                <a:gd name="connsiteX252" fmla="*/ 112758 w 763267"/>
                <a:gd name="connsiteY252" fmla="*/ 6257 h 478792"/>
                <a:gd name="connsiteX253" fmla="*/ 111681 w 763267"/>
                <a:gd name="connsiteY253" fmla="*/ 7333 h 478792"/>
                <a:gd name="connsiteX254" fmla="*/ 108955 w 763267"/>
                <a:gd name="connsiteY254" fmla="*/ 10697 h 478792"/>
                <a:gd name="connsiteX255" fmla="*/ 108181 w 763267"/>
                <a:gd name="connsiteY255" fmla="*/ 13624 h 478792"/>
                <a:gd name="connsiteX256" fmla="*/ 109056 w 763267"/>
                <a:gd name="connsiteY256" fmla="*/ 15575 h 478792"/>
                <a:gd name="connsiteX257" fmla="*/ 117739 w 763267"/>
                <a:gd name="connsiteY257" fmla="*/ 19645 h 478792"/>
                <a:gd name="connsiteX258" fmla="*/ 121508 w 763267"/>
                <a:gd name="connsiteY258" fmla="*/ 21126 h 478792"/>
                <a:gd name="connsiteX259" fmla="*/ 126422 w 763267"/>
                <a:gd name="connsiteY259" fmla="*/ 21395 h 478792"/>
                <a:gd name="connsiteX260" fmla="*/ 131335 w 763267"/>
                <a:gd name="connsiteY260" fmla="*/ 21395 h 478792"/>
                <a:gd name="connsiteX261" fmla="*/ 137427 w 763267"/>
                <a:gd name="connsiteY261" fmla="*/ 24288 h 478792"/>
                <a:gd name="connsiteX262" fmla="*/ 137999 w 763267"/>
                <a:gd name="connsiteY262" fmla="*/ 28930 h 478792"/>
                <a:gd name="connsiteX263" fmla="*/ 138571 w 763267"/>
                <a:gd name="connsiteY263" fmla="*/ 33841 h 478792"/>
                <a:gd name="connsiteX264" fmla="*/ 136383 w 763267"/>
                <a:gd name="connsiteY264" fmla="*/ 37912 h 478792"/>
                <a:gd name="connsiteX265" fmla="*/ 136080 w 763267"/>
                <a:gd name="connsiteY265" fmla="*/ 42689 h 478792"/>
                <a:gd name="connsiteX266" fmla="*/ 141028 w 763267"/>
                <a:gd name="connsiteY266" fmla="*/ 47768 h 478792"/>
                <a:gd name="connsiteX267" fmla="*/ 145100 w 763267"/>
                <a:gd name="connsiteY267" fmla="*/ 47465 h 478792"/>
                <a:gd name="connsiteX268" fmla="*/ 151898 w 763267"/>
                <a:gd name="connsiteY268" fmla="*/ 46759 h 478792"/>
                <a:gd name="connsiteX269" fmla="*/ 160446 w 763267"/>
                <a:gd name="connsiteY269" fmla="*/ 48205 h 478792"/>
                <a:gd name="connsiteX270" fmla="*/ 165663 w 763267"/>
                <a:gd name="connsiteY270" fmla="*/ 51536 h 478792"/>
                <a:gd name="connsiteX271" fmla="*/ 173336 w 763267"/>
                <a:gd name="connsiteY271" fmla="*/ 57019 h 478792"/>
                <a:gd name="connsiteX272" fmla="*/ 174783 w 763267"/>
                <a:gd name="connsiteY272" fmla="*/ 62670 h 478792"/>
                <a:gd name="connsiteX273" fmla="*/ 173336 w 763267"/>
                <a:gd name="connsiteY273" fmla="*/ 67447 h 478792"/>
                <a:gd name="connsiteX274" fmla="*/ 170442 w 763267"/>
                <a:gd name="connsiteY274" fmla="*/ 72359 h 478792"/>
                <a:gd name="connsiteX275" fmla="*/ 164350 w 763267"/>
                <a:gd name="connsiteY275" fmla="*/ 75554 h 478792"/>
                <a:gd name="connsiteX276" fmla="*/ 155802 w 763267"/>
                <a:gd name="connsiteY276" fmla="*/ 77304 h 478792"/>
                <a:gd name="connsiteX277" fmla="*/ 151158 w 763267"/>
                <a:gd name="connsiteY277" fmla="*/ 77304 h 478792"/>
                <a:gd name="connsiteX278" fmla="*/ 142744 w 763267"/>
                <a:gd name="connsiteY278" fmla="*/ 80197 h 478792"/>
                <a:gd name="connsiteX279" fmla="*/ 133624 w 763267"/>
                <a:gd name="connsiteY279" fmla="*/ 80634 h 478792"/>
                <a:gd name="connsiteX280" fmla="*/ 128138 w 763267"/>
                <a:gd name="connsiteY280" fmla="*/ 77304 h 478792"/>
                <a:gd name="connsiteX281" fmla="*/ 121744 w 763267"/>
                <a:gd name="connsiteY281" fmla="*/ 77304 h 478792"/>
                <a:gd name="connsiteX282" fmla="*/ 119421 w 763267"/>
                <a:gd name="connsiteY282" fmla="*/ 80129 h 478792"/>
                <a:gd name="connsiteX283" fmla="*/ 116393 w 763267"/>
                <a:gd name="connsiteY283" fmla="*/ 81206 h 478792"/>
                <a:gd name="connsiteX284" fmla="*/ 115518 w 763267"/>
                <a:gd name="connsiteY284" fmla="*/ 91197 h 478792"/>
                <a:gd name="connsiteX285" fmla="*/ 114811 w 763267"/>
                <a:gd name="connsiteY285" fmla="*/ 99001 h 478792"/>
                <a:gd name="connsiteX286" fmla="*/ 111613 w 763267"/>
                <a:gd name="connsiteY286" fmla="*/ 102769 h 478792"/>
                <a:gd name="connsiteX287" fmla="*/ 107710 w 763267"/>
                <a:gd name="connsiteY287" fmla="*/ 109732 h 478792"/>
                <a:gd name="connsiteX288" fmla="*/ 108282 w 763267"/>
                <a:gd name="connsiteY288" fmla="*/ 114375 h 478792"/>
                <a:gd name="connsiteX289" fmla="*/ 113936 w 763267"/>
                <a:gd name="connsiteY289" fmla="*/ 121170 h 478792"/>
                <a:gd name="connsiteX290" fmla="*/ 118277 w 763267"/>
                <a:gd name="connsiteY290" fmla="*/ 125947 h 478792"/>
                <a:gd name="connsiteX291" fmla="*/ 120465 w 763267"/>
                <a:gd name="connsiteY291" fmla="*/ 131295 h 478792"/>
                <a:gd name="connsiteX292" fmla="*/ 120599 w 763267"/>
                <a:gd name="connsiteY292" fmla="*/ 139537 h 478792"/>
                <a:gd name="connsiteX293" fmla="*/ 120162 w 763267"/>
                <a:gd name="connsiteY293" fmla="*/ 148384 h 478792"/>
                <a:gd name="connsiteX294" fmla="*/ 119724 w 763267"/>
                <a:gd name="connsiteY294" fmla="*/ 156626 h 478792"/>
                <a:gd name="connsiteX295" fmla="*/ 120027 w 763267"/>
                <a:gd name="connsiteY295" fmla="*/ 163287 h 478792"/>
                <a:gd name="connsiteX296" fmla="*/ 123797 w 763267"/>
                <a:gd name="connsiteY296" fmla="*/ 174287 h 478792"/>
                <a:gd name="connsiteX297" fmla="*/ 124941 w 763267"/>
                <a:gd name="connsiteY297" fmla="*/ 178492 h 478792"/>
                <a:gd name="connsiteX298" fmla="*/ 128340 w 763267"/>
                <a:gd name="connsiteY298" fmla="*/ 181519 h 478792"/>
                <a:gd name="connsiteX299" fmla="*/ 132479 w 763267"/>
                <a:gd name="connsiteY299" fmla="*/ 183269 h 478792"/>
                <a:gd name="connsiteX300" fmla="*/ 135071 w 763267"/>
                <a:gd name="connsiteY300" fmla="*/ 187171 h 478792"/>
                <a:gd name="connsiteX301" fmla="*/ 132244 w 763267"/>
                <a:gd name="connsiteY301" fmla="*/ 192183 h 478792"/>
                <a:gd name="connsiteX302" fmla="*/ 130292 w 763267"/>
                <a:gd name="connsiteY302" fmla="*/ 197835 h 478792"/>
                <a:gd name="connsiteX303" fmla="*/ 135071 w 763267"/>
                <a:gd name="connsiteY303" fmla="*/ 198911 h 478792"/>
                <a:gd name="connsiteX304" fmla="*/ 145504 w 763267"/>
                <a:gd name="connsiteY304" fmla="*/ 198911 h 478792"/>
                <a:gd name="connsiteX305" fmla="*/ 147658 w 763267"/>
                <a:gd name="connsiteY305" fmla="*/ 198911 h 478792"/>
                <a:gd name="connsiteX306" fmla="*/ 148970 w 763267"/>
                <a:gd name="connsiteY306" fmla="*/ 202275 h 478792"/>
                <a:gd name="connsiteX307" fmla="*/ 154389 w 763267"/>
                <a:gd name="connsiteY307" fmla="*/ 207590 h 478792"/>
                <a:gd name="connsiteX308" fmla="*/ 158965 w 763267"/>
                <a:gd name="connsiteY308" fmla="*/ 210180 h 478792"/>
                <a:gd name="connsiteX309" fmla="*/ 165259 w 763267"/>
                <a:gd name="connsiteY309" fmla="*/ 213006 h 478792"/>
                <a:gd name="connsiteX310" fmla="*/ 167648 w 763267"/>
                <a:gd name="connsiteY310" fmla="*/ 214755 h 478792"/>
                <a:gd name="connsiteX311" fmla="*/ 169836 w 763267"/>
                <a:gd name="connsiteY311" fmla="*/ 216942 h 478792"/>
                <a:gd name="connsiteX312" fmla="*/ 173538 w 763267"/>
                <a:gd name="connsiteY312" fmla="*/ 221921 h 478792"/>
                <a:gd name="connsiteX313" fmla="*/ 172461 w 763267"/>
                <a:gd name="connsiteY313" fmla="*/ 227572 h 478792"/>
                <a:gd name="connsiteX314" fmla="*/ 172461 w 763267"/>
                <a:gd name="connsiteY314" fmla="*/ 230835 h 478792"/>
                <a:gd name="connsiteX315" fmla="*/ 173774 w 763267"/>
                <a:gd name="connsiteY315" fmla="*/ 234535 h 478792"/>
                <a:gd name="connsiteX316" fmla="*/ 175961 w 763267"/>
                <a:gd name="connsiteY316" fmla="*/ 239750 h 478792"/>
                <a:gd name="connsiteX317" fmla="*/ 175961 w 763267"/>
                <a:gd name="connsiteY317" fmla="*/ 241499 h 478792"/>
                <a:gd name="connsiteX318" fmla="*/ 175961 w 763267"/>
                <a:gd name="connsiteY318" fmla="*/ 243887 h 478792"/>
                <a:gd name="connsiteX319" fmla="*/ 172427 w 763267"/>
                <a:gd name="connsiteY319" fmla="*/ 245636 h 478792"/>
                <a:gd name="connsiteX320" fmla="*/ 171182 w 763267"/>
                <a:gd name="connsiteY320" fmla="*/ 248260 h 478792"/>
                <a:gd name="connsiteX321" fmla="*/ 172057 w 763267"/>
                <a:gd name="connsiteY321" fmla="*/ 251086 h 478792"/>
                <a:gd name="connsiteX322" fmla="*/ 173807 w 763267"/>
                <a:gd name="connsiteY322" fmla="*/ 257814 h 478792"/>
                <a:gd name="connsiteX323" fmla="*/ 175120 w 763267"/>
                <a:gd name="connsiteY323" fmla="*/ 264105 h 478792"/>
                <a:gd name="connsiteX324" fmla="*/ 175120 w 763267"/>
                <a:gd name="connsiteY324" fmla="*/ 268882 h 478792"/>
                <a:gd name="connsiteX325" fmla="*/ 172528 w 763267"/>
                <a:gd name="connsiteY325" fmla="*/ 274533 h 478792"/>
                <a:gd name="connsiteX326" fmla="*/ 172528 w 763267"/>
                <a:gd name="connsiteY326" fmla="*/ 277224 h 478792"/>
                <a:gd name="connsiteX327" fmla="*/ 169365 w 763267"/>
                <a:gd name="connsiteY327" fmla="*/ 281126 h 478792"/>
                <a:gd name="connsiteX328" fmla="*/ 165562 w 763267"/>
                <a:gd name="connsiteY328" fmla="*/ 282203 h 478792"/>
                <a:gd name="connsiteX329" fmla="*/ 162095 w 763267"/>
                <a:gd name="connsiteY329" fmla="*/ 281328 h 478792"/>
                <a:gd name="connsiteX330" fmla="*/ 162095 w 763267"/>
                <a:gd name="connsiteY330" fmla="*/ 278502 h 478792"/>
                <a:gd name="connsiteX331" fmla="*/ 160379 w 763267"/>
                <a:gd name="connsiteY331" fmla="*/ 274365 h 478792"/>
                <a:gd name="connsiteX332" fmla="*/ 160379 w 763267"/>
                <a:gd name="connsiteY332" fmla="*/ 271775 h 478792"/>
                <a:gd name="connsiteX333" fmla="*/ 158191 w 763267"/>
                <a:gd name="connsiteY333" fmla="*/ 271775 h 478792"/>
                <a:gd name="connsiteX334" fmla="*/ 154288 w 763267"/>
                <a:gd name="connsiteY334" fmla="*/ 273524 h 478792"/>
                <a:gd name="connsiteX335" fmla="*/ 149071 w 763267"/>
                <a:gd name="connsiteY335" fmla="*/ 273524 h 478792"/>
                <a:gd name="connsiteX336" fmla="*/ 142340 w 763267"/>
                <a:gd name="connsiteY336" fmla="*/ 273524 h 478792"/>
                <a:gd name="connsiteX337" fmla="*/ 134970 w 763267"/>
                <a:gd name="connsiteY337" fmla="*/ 275374 h 478792"/>
                <a:gd name="connsiteX338" fmla="*/ 131066 w 763267"/>
                <a:gd name="connsiteY338" fmla="*/ 278536 h 478792"/>
                <a:gd name="connsiteX339" fmla="*/ 128037 w 763267"/>
                <a:gd name="connsiteY339" fmla="*/ 281160 h 478792"/>
                <a:gd name="connsiteX340" fmla="*/ 125210 w 763267"/>
                <a:gd name="connsiteY340" fmla="*/ 285298 h 478792"/>
                <a:gd name="connsiteX341" fmla="*/ 122585 w 763267"/>
                <a:gd name="connsiteY341" fmla="*/ 289637 h 478792"/>
                <a:gd name="connsiteX342" fmla="*/ 121508 w 763267"/>
                <a:gd name="connsiteY342" fmla="*/ 291824 h 478792"/>
                <a:gd name="connsiteX343" fmla="*/ 119556 w 763267"/>
                <a:gd name="connsiteY343" fmla="*/ 295289 h 478792"/>
                <a:gd name="connsiteX344" fmla="*/ 118244 w 763267"/>
                <a:gd name="connsiteY344" fmla="*/ 297038 h 478792"/>
                <a:gd name="connsiteX345" fmla="*/ 113229 w 763267"/>
                <a:gd name="connsiteY345" fmla="*/ 298787 h 478792"/>
                <a:gd name="connsiteX346" fmla="*/ 110200 w 763267"/>
                <a:gd name="connsiteY346" fmla="*/ 301411 h 478792"/>
                <a:gd name="connsiteX347" fmla="*/ 106296 w 763267"/>
                <a:gd name="connsiteY347" fmla="*/ 304237 h 478792"/>
                <a:gd name="connsiteX348" fmla="*/ 103032 w 763267"/>
                <a:gd name="connsiteY348" fmla="*/ 307500 h 478792"/>
                <a:gd name="connsiteX349" fmla="*/ 103032 w 763267"/>
                <a:gd name="connsiteY349" fmla="*/ 312714 h 478792"/>
                <a:gd name="connsiteX350" fmla="*/ 103032 w 763267"/>
                <a:gd name="connsiteY350" fmla="*/ 318130 h 478792"/>
                <a:gd name="connsiteX351" fmla="*/ 101315 w 763267"/>
                <a:gd name="connsiteY351" fmla="*/ 323983 h 478792"/>
                <a:gd name="connsiteX352" fmla="*/ 97176 w 763267"/>
                <a:gd name="connsiteY352" fmla="*/ 327448 h 478792"/>
                <a:gd name="connsiteX353" fmla="*/ 96065 w 763267"/>
                <a:gd name="connsiteY353" fmla="*/ 324858 h 478792"/>
                <a:gd name="connsiteX354" fmla="*/ 96065 w 763267"/>
                <a:gd name="connsiteY354" fmla="*/ 317895 h 478792"/>
                <a:gd name="connsiteX355" fmla="*/ 96065 w 763267"/>
                <a:gd name="connsiteY355" fmla="*/ 312680 h 478792"/>
                <a:gd name="connsiteX356" fmla="*/ 96065 w 763267"/>
                <a:gd name="connsiteY356" fmla="*/ 309215 h 478792"/>
                <a:gd name="connsiteX357" fmla="*/ 96065 w 763267"/>
                <a:gd name="connsiteY357" fmla="*/ 305750 h 478792"/>
                <a:gd name="connsiteX358" fmla="*/ 92262 w 763267"/>
                <a:gd name="connsiteY358" fmla="*/ 303127 h 478792"/>
                <a:gd name="connsiteX359" fmla="*/ 89099 w 763267"/>
                <a:gd name="connsiteY359" fmla="*/ 302252 h 478792"/>
                <a:gd name="connsiteX360" fmla="*/ 89099 w 763267"/>
                <a:gd name="connsiteY360" fmla="*/ 304439 h 478792"/>
                <a:gd name="connsiteX361" fmla="*/ 87685 w 763267"/>
                <a:gd name="connsiteY361" fmla="*/ 307062 h 478792"/>
                <a:gd name="connsiteX362" fmla="*/ 84387 w 763267"/>
                <a:gd name="connsiteY362" fmla="*/ 310763 h 478792"/>
                <a:gd name="connsiteX363" fmla="*/ 81291 w 763267"/>
                <a:gd name="connsiteY363" fmla="*/ 312512 h 478792"/>
                <a:gd name="connsiteX364" fmla="*/ 77824 w 763267"/>
                <a:gd name="connsiteY364" fmla="*/ 312748 h 478792"/>
                <a:gd name="connsiteX365" fmla="*/ 74762 w 763267"/>
                <a:gd name="connsiteY365" fmla="*/ 307096 h 478792"/>
                <a:gd name="connsiteX366" fmla="*/ 72170 w 763267"/>
                <a:gd name="connsiteY366" fmla="*/ 304069 h 478792"/>
                <a:gd name="connsiteX367" fmla="*/ 68031 w 763267"/>
                <a:gd name="connsiteY367" fmla="*/ 302757 h 478792"/>
                <a:gd name="connsiteX368" fmla="*/ 63891 w 763267"/>
                <a:gd name="connsiteY368" fmla="*/ 301445 h 478792"/>
                <a:gd name="connsiteX369" fmla="*/ 59314 w 763267"/>
                <a:gd name="connsiteY369" fmla="*/ 301445 h 478792"/>
                <a:gd name="connsiteX370" fmla="*/ 58237 w 763267"/>
                <a:gd name="connsiteY370" fmla="*/ 302757 h 478792"/>
                <a:gd name="connsiteX371" fmla="*/ 56723 w 763267"/>
                <a:gd name="connsiteY371" fmla="*/ 304708 h 478792"/>
                <a:gd name="connsiteX372" fmla="*/ 53458 w 763267"/>
                <a:gd name="connsiteY372" fmla="*/ 306659 h 478792"/>
                <a:gd name="connsiteX373" fmla="*/ 50631 w 763267"/>
                <a:gd name="connsiteY373" fmla="*/ 307971 h 478792"/>
                <a:gd name="connsiteX374" fmla="*/ 49554 w 763267"/>
                <a:gd name="connsiteY374" fmla="*/ 310157 h 478792"/>
                <a:gd name="connsiteX375" fmla="*/ 49117 w 763267"/>
                <a:gd name="connsiteY375" fmla="*/ 312108 h 478792"/>
                <a:gd name="connsiteX376" fmla="*/ 48040 w 763267"/>
                <a:gd name="connsiteY376" fmla="*/ 313622 h 478792"/>
                <a:gd name="connsiteX377" fmla="*/ 46324 w 763267"/>
                <a:gd name="connsiteY377" fmla="*/ 316246 h 478792"/>
                <a:gd name="connsiteX378" fmla="*/ 43261 w 763267"/>
                <a:gd name="connsiteY378" fmla="*/ 316885 h 478792"/>
                <a:gd name="connsiteX379" fmla="*/ 40434 w 763267"/>
                <a:gd name="connsiteY379" fmla="*/ 312748 h 478792"/>
                <a:gd name="connsiteX380" fmla="*/ 34545 w 763267"/>
                <a:gd name="connsiteY380" fmla="*/ 306221 h 478792"/>
                <a:gd name="connsiteX381" fmla="*/ 29126 w 763267"/>
                <a:gd name="connsiteY381" fmla="*/ 301445 h 478792"/>
                <a:gd name="connsiteX382" fmla="*/ 27376 w 763267"/>
                <a:gd name="connsiteY382" fmla="*/ 301445 h 478792"/>
                <a:gd name="connsiteX383" fmla="*/ 24785 w 763267"/>
                <a:gd name="connsiteY383" fmla="*/ 305784 h 478792"/>
                <a:gd name="connsiteX384" fmla="*/ 24785 w 763267"/>
                <a:gd name="connsiteY384" fmla="*/ 308812 h 478792"/>
                <a:gd name="connsiteX385" fmla="*/ 24347 w 763267"/>
                <a:gd name="connsiteY385" fmla="*/ 312277 h 478792"/>
                <a:gd name="connsiteX386" fmla="*/ 24549 w 763267"/>
                <a:gd name="connsiteY386" fmla="*/ 316784 h 478792"/>
                <a:gd name="connsiteX387" fmla="*/ 17145 w 763267"/>
                <a:gd name="connsiteY387" fmla="*/ 317087 h 478792"/>
                <a:gd name="connsiteX388" fmla="*/ 13443 w 763267"/>
                <a:gd name="connsiteY388" fmla="*/ 317087 h 478792"/>
                <a:gd name="connsiteX389" fmla="*/ 11693 w 763267"/>
                <a:gd name="connsiteY389" fmla="*/ 317087 h 478792"/>
                <a:gd name="connsiteX390" fmla="*/ 8227 w 763267"/>
                <a:gd name="connsiteY390" fmla="*/ 317087 h 478792"/>
                <a:gd name="connsiteX391" fmla="*/ 4962 w 763267"/>
                <a:gd name="connsiteY391" fmla="*/ 317087 h 478792"/>
                <a:gd name="connsiteX392" fmla="*/ 3448 w 763267"/>
                <a:gd name="connsiteY392" fmla="*/ 318836 h 478792"/>
                <a:gd name="connsiteX393" fmla="*/ 2337 w 763267"/>
                <a:gd name="connsiteY393" fmla="*/ 323613 h 478792"/>
                <a:gd name="connsiteX394" fmla="*/ 3650 w 763267"/>
                <a:gd name="connsiteY394" fmla="*/ 329265 h 478792"/>
                <a:gd name="connsiteX395" fmla="*/ 6039 w 763267"/>
                <a:gd name="connsiteY395" fmla="*/ 336665 h 478792"/>
                <a:gd name="connsiteX396" fmla="*/ 11929 w 763267"/>
                <a:gd name="connsiteY396" fmla="*/ 340130 h 478792"/>
                <a:gd name="connsiteX397" fmla="*/ 14756 w 763267"/>
                <a:gd name="connsiteY397" fmla="*/ 343831 h 478792"/>
                <a:gd name="connsiteX398" fmla="*/ 15631 w 763267"/>
                <a:gd name="connsiteY398" fmla="*/ 350996 h 478792"/>
                <a:gd name="connsiteX399" fmla="*/ 17381 w 763267"/>
                <a:gd name="connsiteY399" fmla="*/ 357085 h 478792"/>
                <a:gd name="connsiteX400" fmla="*/ 16943 w 763267"/>
                <a:gd name="connsiteY400" fmla="*/ 362501 h 478792"/>
                <a:gd name="connsiteX401" fmla="*/ 14554 w 763267"/>
                <a:gd name="connsiteY401" fmla="*/ 363577 h 478792"/>
                <a:gd name="connsiteX402" fmla="*/ 9337 w 763267"/>
                <a:gd name="connsiteY402" fmla="*/ 366403 h 478792"/>
                <a:gd name="connsiteX403" fmla="*/ 8260 w 763267"/>
                <a:gd name="connsiteY403" fmla="*/ 369430 h 478792"/>
                <a:gd name="connsiteX404" fmla="*/ 13039 w 763267"/>
                <a:gd name="connsiteY404" fmla="*/ 371617 h 478792"/>
                <a:gd name="connsiteX405" fmla="*/ 19131 w 763267"/>
                <a:gd name="connsiteY405" fmla="*/ 374443 h 478792"/>
                <a:gd name="connsiteX406" fmla="*/ 15866 w 763267"/>
                <a:gd name="connsiteY406" fmla="*/ 377067 h 478792"/>
                <a:gd name="connsiteX407" fmla="*/ 15664 w 763267"/>
                <a:gd name="connsiteY407" fmla="*/ 380330 h 478792"/>
                <a:gd name="connsiteX408" fmla="*/ 16102 w 763267"/>
                <a:gd name="connsiteY408" fmla="*/ 387932 h 478792"/>
                <a:gd name="connsiteX409" fmla="*/ 12635 w 763267"/>
                <a:gd name="connsiteY409" fmla="*/ 388134 h 478792"/>
                <a:gd name="connsiteX410" fmla="*/ 6981 w 763267"/>
                <a:gd name="connsiteY410" fmla="*/ 384669 h 478792"/>
                <a:gd name="connsiteX411" fmla="*/ 2405 w 763267"/>
                <a:gd name="connsiteY411" fmla="*/ 386856 h 478792"/>
                <a:gd name="connsiteX412" fmla="*/ 15 w 763267"/>
                <a:gd name="connsiteY412" fmla="*/ 389244 h 478792"/>
                <a:gd name="connsiteX413" fmla="*/ 15 w 763267"/>
                <a:gd name="connsiteY413" fmla="*/ 394458 h 478792"/>
                <a:gd name="connsiteX414" fmla="*/ 3279 w 763267"/>
                <a:gd name="connsiteY414" fmla="*/ 400110 h 478792"/>
                <a:gd name="connsiteX415" fmla="*/ 6746 w 763267"/>
                <a:gd name="connsiteY415" fmla="*/ 404012 h 478792"/>
                <a:gd name="connsiteX416" fmla="*/ 13477 w 763267"/>
                <a:gd name="connsiteY416" fmla="*/ 402935 h 478792"/>
                <a:gd name="connsiteX417" fmla="*/ 15664 w 763267"/>
                <a:gd name="connsiteY417" fmla="*/ 401186 h 478792"/>
                <a:gd name="connsiteX418" fmla="*/ 17852 w 763267"/>
                <a:gd name="connsiteY418" fmla="*/ 399672 h 478792"/>
                <a:gd name="connsiteX419" fmla="*/ 17852 w 763267"/>
                <a:gd name="connsiteY419" fmla="*/ 394458 h 478792"/>
                <a:gd name="connsiteX420" fmla="*/ 22092 w 763267"/>
                <a:gd name="connsiteY420" fmla="*/ 392709 h 478792"/>
                <a:gd name="connsiteX421" fmla="*/ 25256 w 763267"/>
                <a:gd name="connsiteY421" fmla="*/ 394862 h 478792"/>
                <a:gd name="connsiteX422" fmla="*/ 26568 w 763267"/>
                <a:gd name="connsiteY422" fmla="*/ 399639 h 478792"/>
                <a:gd name="connsiteX423" fmla="*/ 26568 w 763267"/>
                <a:gd name="connsiteY423" fmla="*/ 406165 h 478792"/>
                <a:gd name="connsiteX424" fmla="*/ 32021 w 763267"/>
                <a:gd name="connsiteY424" fmla="*/ 408553 h 478792"/>
                <a:gd name="connsiteX425" fmla="*/ 40502 w 763267"/>
                <a:gd name="connsiteY425" fmla="*/ 413566 h 478792"/>
                <a:gd name="connsiteX426" fmla="*/ 47468 w 763267"/>
                <a:gd name="connsiteY426" fmla="*/ 419217 h 478792"/>
                <a:gd name="connsiteX427" fmla="*/ 49420 w 763267"/>
                <a:gd name="connsiteY427" fmla="*/ 422917 h 478792"/>
                <a:gd name="connsiteX428" fmla="*/ 48780 w 763267"/>
                <a:gd name="connsiteY428" fmla="*/ 427055 h 478792"/>
                <a:gd name="connsiteX429" fmla="*/ 47468 w 763267"/>
                <a:gd name="connsiteY429" fmla="*/ 432706 h 478792"/>
                <a:gd name="connsiteX430" fmla="*/ 47468 w 763267"/>
                <a:gd name="connsiteY430" fmla="*/ 435532 h 478792"/>
                <a:gd name="connsiteX431" fmla="*/ 52684 w 763267"/>
                <a:gd name="connsiteY431" fmla="*/ 439872 h 478792"/>
                <a:gd name="connsiteX432" fmla="*/ 52684 w 763267"/>
                <a:gd name="connsiteY432" fmla="*/ 441621 h 478792"/>
                <a:gd name="connsiteX433" fmla="*/ 51271 w 763267"/>
                <a:gd name="connsiteY433" fmla="*/ 443370 h 478792"/>
                <a:gd name="connsiteX434" fmla="*/ 52684 w 763267"/>
                <a:gd name="connsiteY434" fmla="*/ 448147 h 478792"/>
                <a:gd name="connsiteX435" fmla="*/ 57261 w 763267"/>
                <a:gd name="connsiteY435" fmla="*/ 450737 h 478792"/>
                <a:gd name="connsiteX436" fmla="*/ 64665 w 763267"/>
                <a:gd name="connsiteY436" fmla="*/ 445523 h 478792"/>
                <a:gd name="connsiteX437" fmla="*/ 70118 w 763267"/>
                <a:gd name="connsiteY437" fmla="*/ 446600 h 478792"/>
                <a:gd name="connsiteX438" fmla="*/ 71867 w 763267"/>
                <a:gd name="connsiteY438" fmla="*/ 450939 h 478792"/>
                <a:gd name="connsiteX439" fmla="*/ 73819 w 763267"/>
                <a:gd name="connsiteY439" fmla="*/ 457230 h 478792"/>
                <a:gd name="connsiteX440" fmla="*/ 70118 w 763267"/>
                <a:gd name="connsiteY440" fmla="*/ 458744 h 478792"/>
                <a:gd name="connsiteX441" fmla="*/ 70118 w 763267"/>
                <a:gd name="connsiteY441" fmla="*/ 463520 h 478792"/>
                <a:gd name="connsiteX442" fmla="*/ 71733 w 763267"/>
                <a:gd name="connsiteY442" fmla="*/ 468129 h 478792"/>
                <a:gd name="connsiteX443" fmla="*/ 78127 w 763267"/>
                <a:gd name="connsiteY443" fmla="*/ 470988 h 478792"/>
                <a:gd name="connsiteX444" fmla="*/ 84252 w 763267"/>
                <a:gd name="connsiteY444" fmla="*/ 473680 h 478792"/>
                <a:gd name="connsiteX445" fmla="*/ 85599 w 763267"/>
                <a:gd name="connsiteY445" fmla="*/ 474016 h 478792"/>
                <a:gd name="connsiteX446" fmla="*/ 85195 w 763267"/>
                <a:gd name="connsiteY446" fmla="*/ 472637 h 478792"/>
                <a:gd name="connsiteX447" fmla="*/ 86373 w 763267"/>
                <a:gd name="connsiteY447" fmla="*/ 467995 h 478792"/>
                <a:gd name="connsiteX448" fmla="*/ 88392 w 763267"/>
                <a:gd name="connsiteY448" fmla="*/ 463083 h 478792"/>
                <a:gd name="connsiteX449" fmla="*/ 90714 w 763267"/>
                <a:gd name="connsiteY449" fmla="*/ 457566 h 478792"/>
                <a:gd name="connsiteX450" fmla="*/ 94786 w 763267"/>
                <a:gd name="connsiteY450" fmla="*/ 453496 h 478792"/>
                <a:gd name="connsiteX451" fmla="*/ 98253 w 763267"/>
                <a:gd name="connsiteY451" fmla="*/ 448584 h 478792"/>
                <a:gd name="connsiteX452" fmla="*/ 99700 w 763267"/>
                <a:gd name="connsiteY452" fmla="*/ 443068 h 478792"/>
                <a:gd name="connsiteX453" fmla="*/ 100844 w 763267"/>
                <a:gd name="connsiteY453" fmla="*/ 434960 h 478792"/>
                <a:gd name="connsiteX454" fmla="*/ 102863 w 763267"/>
                <a:gd name="connsiteY454" fmla="*/ 431495 h 478792"/>
                <a:gd name="connsiteX455" fmla="*/ 108080 w 763267"/>
                <a:gd name="connsiteY455" fmla="*/ 429477 h 478792"/>
                <a:gd name="connsiteX456" fmla="*/ 110974 w 763267"/>
                <a:gd name="connsiteY456" fmla="*/ 426281 h 478792"/>
                <a:gd name="connsiteX457" fmla="*/ 112118 w 763267"/>
                <a:gd name="connsiteY457" fmla="*/ 422211 h 478792"/>
                <a:gd name="connsiteX458" fmla="*/ 111243 w 763267"/>
                <a:gd name="connsiteY458" fmla="*/ 417300 h 478792"/>
                <a:gd name="connsiteX459" fmla="*/ 110941 w 763267"/>
                <a:gd name="connsiteY459" fmla="*/ 412657 h 478792"/>
                <a:gd name="connsiteX460" fmla="*/ 117907 w 763267"/>
                <a:gd name="connsiteY460" fmla="*/ 412657 h 478792"/>
                <a:gd name="connsiteX461" fmla="*/ 119926 w 763267"/>
                <a:gd name="connsiteY461" fmla="*/ 415248 h 478792"/>
                <a:gd name="connsiteX462" fmla="*/ 124873 w 763267"/>
                <a:gd name="connsiteY462" fmla="*/ 415550 h 478792"/>
                <a:gd name="connsiteX463" fmla="*/ 128340 w 763267"/>
                <a:gd name="connsiteY463" fmla="*/ 415550 h 478792"/>
                <a:gd name="connsiteX464" fmla="*/ 132681 w 763267"/>
                <a:gd name="connsiteY464" fmla="*/ 412657 h 478792"/>
                <a:gd name="connsiteX465" fmla="*/ 135273 w 763267"/>
                <a:gd name="connsiteY465" fmla="*/ 409462 h 478792"/>
                <a:gd name="connsiteX466" fmla="*/ 139042 w 763267"/>
                <a:gd name="connsiteY466" fmla="*/ 407140 h 478792"/>
                <a:gd name="connsiteX467" fmla="*/ 141061 w 763267"/>
                <a:gd name="connsiteY467" fmla="*/ 404685 h 478792"/>
                <a:gd name="connsiteX468" fmla="*/ 148028 w 763267"/>
                <a:gd name="connsiteY468" fmla="*/ 400480 h 478792"/>
                <a:gd name="connsiteX469" fmla="*/ 150922 w 763267"/>
                <a:gd name="connsiteY469" fmla="*/ 400480 h 478792"/>
                <a:gd name="connsiteX470" fmla="*/ 156139 w 763267"/>
                <a:gd name="connsiteY470" fmla="*/ 400480 h 478792"/>
                <a:gd name="connsiteX471" fmla="*/ 160211 w 763267"/>
                <a:gd name="connsiteY471" fmla="*/ 400480 h 478792"/>
                <a:gd name="connsiteX472" fmla="*/ 165730 w 763267"/>
                <a:gd name="connsiteY472" fmla="*/ 401354 h 478792"/>
                <a:gd name="connsiteX473" fmla="*/ 171249 w 763267"/>
                <a:gd name="connsiteY473" fmla="*/ 401657 h 478792"/>
                <a:gd name="connsiteX474" fmla="*/ 179091 w 763267"/>
                <a:gd name="connsiteY474" fmla="*/ 402229 h 478792"/>
                <a:gd name="connsiteX475" fmla="*/ 182860 w 763267"/>
                <a:gd name="connsiteY475" fmla="*/ 404853 h 478792"/>
                <a:gd name="connsiteX476" fmla="*/ 184880 w 763267"/>
                <a:gd name="connsiteY476" fmla="*/ 405997 h 478792"/>
                <a:gd name="connsiteX477" fmla="*/ 188649 w 763267"/>
                <a:gd name="connsiteY477" fmla="*/ 408890 h 478792"/>
                <a:gd name="connsiteX478" fmla="*/ 191274 w 763267"/>
                <a:gd name="connsiteY478" fmla="*/ 412086 h 478792"/>
                <a:gd name="connsiteX479" fmla="*/ 193899 w 763267"/>
                <a:gd name="connsiteY479" fmla="*/ 415853 h 478792"/>
                <a:gd name="connsiteX480" fmla="*/ 199115 w 763267"/>
                <a:gd name="connsiteY480" fmla="*/ 418174 h 478792"/>
                <a:gd name="connsiteX481" fmla="*/ 206654 w 763267"/>
                <a:gd name="connsiteY481" fmla="*/ 413229 h 478792"/>
                <a:gd name="connsiteX482" fmla="*/ 209245 w 763267"/>
                <a:gd name="connsiteY482" fmla="*/ 408318 h 478792"/>
                <a:gd name="connsiteX483" fmla="*/ 214765 w 763267"/>
                <a:gd name="connsiteY483" fmla="*/ 405425 h 478792"/>
                <a:gd name="connsiteX484" fmla="*/ 218231 w 763267"/>
                <a:gd name="connsiteY484" fmla="*/ 403104 h 478792"/>
                <a:gd name="connsiteX485" fmla="*/ 221428 w 763267"/>
                <a:gd name="connsiteY485" fmla="*/ 400110 h 478792"/>
                <a:gd name="connsiteX486" fmla="*/ 221428 w 763267"/>
                <a:gd name="connsiteY486" fmla="*/ 396140 h 478792"/>
                <a:gd name="connsiteX487" fmla="*/ 219981 w 763267"/>
                <a:gd name="connsiteY487" fmla="*/ 394391 h 478792"/>
                <a:gd name="connsiteX488" fmla="*/ 218231 w 763267"/>
                <a:gd name="connsiteY488" fmla="*/ 393214 h 478792"/>
                <a:gd name="connsiteX489" fmla="*/ 215034 w 763267"/>
                <a:gd name="connsiteY489" fmla="*/ 391767 h 478792"/>
                <a:gd name="connsiteX490" fmla="*/ 211568 w 763267"/>
                <a:gd name="connsiteY490" fmla="*/ 389446 h 478792"/>
                <a:gd name="connsiteX491" fmla="*/ 209548 w 763267"/>
                <a:gd name="connsiteY491" fmla="*/ 389446 h 478792"/>
                <a:gd name="connsiteX492" fmla="*/ 207226 w 763267"/>
                <a:gd name="connsiteY492" fmla="*/ 386553 h 478792"/>
                <a:gd name="connsiteX493" fmla="*/ 205207 w 763267"/>
                <a:gd name="connsiteY493" fmla="*/ 382482 h 478792"/>
                <a:gd name="connsiteX494" fmla="*/ 205779 w 763267"/>
                <a:gd name="connsiteY494" fmla="*/ 379590 h 478792"/>
                <a:gd name="connsiteX495" fmla="*/ 206082 w 763267"/>
                <a:gd name="connsiteY495" fmla="*/ 374947 h 478792"/>
                <a:gd name="connsiteX496" fmla="*/ 205779 w 763267"/>
                <a:gd name="connsiteY496" fmla="*/ 369161 h 478792"/>
                <a:gd name="connsiteX497" fmla="*/ 206957 w 763267"/>
                <a:gd name="connsiteY497" fmla="*/ 367143 h 478792"/>
                <a:gd name="connsiteX498" fmla="*/ 211299 w 763267"/>
                <a:gd name="connsiteY498" fmla="*/ 367143 h 478792"/>
                <a:gd name="connsiteX499" fmla="*/ 218837 w 763267"/>
                <a:gd name="connsiteY499" fmla="*/ 367008 h 478792"/>
                <a:gd name="connsiteX500" fmla="*/ 220284 w 763267"/>
                <a:gd name="connsiteY500" fmla="*/ 367008 h 478792"/>
                <a:gd name="connsiteX501" fmla="*/ 224626 w 763267"/>
                <a:gd name="connsiteY501" fmla="*/ 367008 h 478792"/>
                <a:gd name="connsiteX502" fmla="*/ 231289 w 763267"/>
                <a:gd name="connsiteY502" fmla="*/ 366773 h 478792"/>
                <a:gd name="connsiteX503" fmla="*/ 235059 w 763267"/>
                <a:gd name="connsiteY503" fmla="*/ 363644 h 478792"/>
                <a:gd name="connsiteX504" fmla="*/ 237381 w 763267"/>
                <a:gd name="connsiteY504" fmla="*/ 360449 h 478792"/>
                <a:gd name="connsiteX505" fmla="*/ 240006 w 763267"/>
                <a:gd name="connsiteY505" fmla="*/ 356984 h 478792"/>
                <a:gd name="connsiteX506" fmla="*/ 241453 w 763267"/>
                <a:gd name="connsiteY506" fmla="*/ 356984 h 478792"/>
                <a:gd name="connsiteX507" fmla="*/ 244650 w 763267"/>
                <a:gd name="connsiteY507" fmla="*/ 358430 h 478792"/>
                <a:gd name="connsiteX508" fmla="*/ 247847 w 763267"/>
                <a:gd name="connsiteY508" fmla="*/ 365091 h 478792"/>
                <a:gd name="connsiteX509" fmla="*/ 250170 w 763267"/>
                <a:gd name="connsiteY509" fmla="*/ 370036 h 478792"/>
                <a:gd name="connsiteX510" fmla="*/ 253636 w 763267"/>
                <a:gd name="connsiteY510" fmla="*/ 372929 h 478792"/>
                <a:gd name="connsiteX511" fmla="*/ 259425 w 763267"/>
                <a:gd name="connsiteY511" fmla="*/ 371482 h 478792"/>
                <a:gd name="connsiteX512" fmla="*/ 267535 w 763267"/>
                <a:gd name="connsiteY512" fmla="*/ 369161 h 478792"/>
                <a:gd name="connsiteX513" fmla="*/ 271607 w 763267"/>
                <a:gd name="connsiteY513" fmla="*/ 367143 h 478792"/>
                <a:gd name="connsiteX514" fmla="*/ 275949 w 763267"/>
                <a:gd name="connsiteY514" fmla="*/ 370910 h 478792"/>
                <a:gd name="connsiteX515" fmla="*/ 279718 w 763267"/>
                <a:gd name="connsiteY515" fmla="*/ 372929 h 478792"/>
                <a:gd name="connsiteX516" fmla="*/ 286988 w 763267"/>
                <a:gd name="connsiteY516" fmla="*/ 376125 h 478792"/>
                <a:gd name="connsiteX517" fmla="*/ 293348 w 763267"/>
                <a:gd name="connsiteY517" fmla="*/ 377874 h 478792"/>
                <a:gd name="connsiteX518" fmla="*/ 296545 w 763267"/>
                <a:gd name="connsiteY518" fmla="*/ 379320 h 478792"/>
                <a:gd name="connsiteX519" fmla="*/ 298296 w 763267"/>
                <a:gd name="connsiteY519" fmla="*/ 382214 h 478792"/>
                <a:gd name="connsiteX520" fmla="*/ 306406 w 763267"/>
                <a:gd name="connsiteY520" fmla="*/ 385241 h 478792"/>
                <a:gd name="connsiteX521" fmla="*/ 310748 w 763267"/>
                <a:gd name="connsiteY521" fmla="*/ 384804 h 478792"/>
                <a:gd name="connsiteX522" fmla="*/ 316267 w 763267"/>
                <a:gd name="connsiteY522" fmla="*/ 384804 h 478792"/>
                <a:gd name="connsiteX523" fmla="*/ 322359 w 763267"/>
                <a:gd name="connsiteY523" fmla="*/ 383794 h 478792"/>
                <a:gd name="connsiteX524" fmla="*/ 329022 w 763267"/>
                <a:gd name="connsiteY524" fmla="*/ 383088 h 478792"/>
                <a:gd name="connsiteX525" fmla="*/ 331916 w 763267"/>
                <a:gd name="connsiteY525" fmla="*/ 383088 h 478792"/>
                <a:gd name="connsiteX526" fmla="*/ 335113 w 763267"/>
                <a:gd name="connsiteY526" fmla="*/ 385712 h 478792"/>
                <a:gd name="connsiteX527" fmla="*/ 339455 w 763267"/>
                <a:gd name="connsiteY527" fmla="*/ 387730 h 478792"/>
                <a:gd name="connsiteX528" fmla="*/ 345816 w 763267"/>
                <a:gd name="connsiteY528" fmla="*/ 391801 h 478792"/>
                <a:gd name="connsiteX529" fmla="*/ 349282 w 763267"/>
                <a:gd name="connsiteY529" fmla="*/ 392978 h 478792"/>
                <a:gd name="connsiteX530" fmla="*/ 355946 w 763267"/>
                <a:gd name="connsiteY530" fmla="*/ 398192 h 478792"/>
                <a:gd name="connsiteX531" fmla="*/ 362912 w 763267"/>
                <a:gd name="connsiteY531" fmla="*/ 400513 h 478792"/>
                <a:gd name="connsiteX532" fmla="*/ 364932 w 763267"/>
                <a:gd name="connsiteY532" fmla="*/ 406299 h 478792"/>
                <a:gd name="connsiteX533" fmla="*/ 368398 w 763267"/>
                <a:gd name="connsiteY533" fmla="*/ 408890 h 478792"/>
                <a:gd name="connsiteX534" fmla="*/ 373312 w 763267"/>
                <a:gd name="connsiteY534" fmla="*/ 412960 h 478792"/>
                <a:gd name="connsiteX535" fmla="*/ 375634 w 763267"/>
                <a:gd name="connsiteY535" fmla="*/ 420361 h 478792"/>
                <a:gd name="connsiteX536" fmla="*/ 376946 w 763267"/>
                <a:gd name="connsiteY536" fmla="*/ 422379 h 478792"/>
                <a:gd name="connsiteX537" fmla="*/ 378461 w 763267"/>
                <a:gd name="connsiteY537" fmla="*/ 421942 h 478792"/>
                <a:gd name="connsiteX538" fmla="*/ 381422 w 763267"/>
                <a:gd name="connsiteY538" fmla="*/ 417737 h 478792"/>
                <a:gd name="connsiteX539" fmla="*/ 381422 w 763267"/>
                <a:gd name="connsiteY539" fmla="*/ 415281 h 478792"/>
                <a:gd name="connsiteX540" fmla="*/ 382499 w 763267"/>
                <a:gd name="connsiteY540" fmla="*/ 414272 h 478792"/>
                <a:gd name="connsiteX541" fmla="*/ 384889 w 763267"/>
                <a:gd name="connsiteY541" fmla="*/ 417030 h 478792"/>
                <a:gd name="connsiteX542" fmla="*/ 384889 w 763267"/>
                <a:gd name="connsiteY542" fmla="*/ 418780 h 478792"/>
                <a:gd name="connsiteX543" fmla="*/ 386639 w 763267"/>
                <a:gd name="connsiteY543" fmla="*/ 422413 h 478792"/>
                <a:gd name="connsiteX544" fmla="*/ 388961 w 763267"/>
                <a:gd name="connsiteY544" fmla="*/ 423859 h 478792"/>
                <a:gd name="connsiteX545" fmla="*/ 391855 w 763267"/>
                <a:gd name="connsiteY545" fmla="*/ 423557 h 478792"/>
                <a:gd name="connsiteX546" fmla="*/ 395625 w 763267"/>
                <a:gd name="connsiteY546" fmla="*/ 421404 h 478792"/>
                <a:gd name="connsiteX547" fmla="*/ 397509 w 763267"/>
                <a:gd name="connsiteY547" fmla="*/ 419082 h 478792"/>
                <a:gd name="connsiteX548" fmla="*/ 399832 w 763267"/>
                <a:gd name="connsiteY548" fmla="*/ 416761 h 478792"/>
                <a:gd name="connsiteX549" fmla="*/ 402456 w 763267"/>
                <a:gd name="connsiteY549" fmla="*/ 412119 h 478792"/>
                <a:gd name="connsiteX550" fmla="*/ 404913 w 763267"/>
                <a:gd name="connsiteY550" fmla="*/ 411547 h 478792"/>
                <a:gd name="connsiteX551" fmla="*/ 408683 w 763267"/>
                <a:gd name="connsiteY551" fmla="*/ 409226 h 478792"/>
                <a:gd name="connsiteX552" fmla="*/ 411880 w 763267"/>
                <a:gd name="connsiteY552" fmla="*/ 409226 h 478792"/>
                <a:gd name="connsiteX553" fmla="*/ 416659 w 763267"/>
                <a:gd name="connsiteY553" fmla="*/ 408789 h 478792"/>
                <a:gd name="connsiteX554" fmla="*/ 419116 w 763267"/>
                <a:gd name="connsiteY554" fmla="*/ 410975 h 478792"/>
                <a:gd name="connsiteX555" fmla="*/ 422582 w 763267"/>
                <a:gd name="connsiteY555" fmla="*/ 407780 h 478792"/>
                <a:gd name="connsiteX556" fmla="*/ 424164 w 763267"/>
                <a:gd name="connsiteY556" fmla="*/ 404887 h 478792"/>
                <a:gd name="connsiteX557" fmla="*/ 426183 w 763267"/>
                <a:gd name="connsiteY557" fmla="*/ 401691 h 478792"/>
                <a:gd name="connsiteX558" fmla="*/ 428202 w 763267"/>
                <a:gd name="connsiteY558" fmla="*/ 398663 h 478792"/>
                <a:gd name="connsiteX559" fmla="*/ 430087 w 763267"/>
                <a:gd name="connsiteY559" fmla="*/ 395636 h 478792"/>
                <a:gd name="connsiteX560" fmla="*/ 431971 w 763267"/>
                <a:gd name="connsiteY560" fmla="*/ 393752 h 478792"/>
                <a:gd name="connsiteX561" fmla="*/ 436885 w 763267"/>
                <a:gd name="connsiteY561" fmla="*/ 392608 h 478792"/>
                <a:gd name="connsiteX562" fmla="*/ 440351 w 763267"/>
                <a:gd name="connsiteY562" fmla="*/ 392608 h 478792"/>
                <a:gd name="connsiteX563" fmla="*/ 442539 w 763267"/>
                <a:gd name="connsiteY563" fmla="*/ 392608 h 478792"/>
                <a:gd name="connsiteX564" fmla="*/ 444121 w 763267"/>
                <a:gd name="connsiteY564" fmla="*/ 394627 h 478792"/>
                <a:gd name="connsiteX565" fmla="*/ 444895 w 763267"/>
                <a:gd name="connsiteY565" fmla="*/ 395198 h 478792"/>
                <a:gd name="connsiteX566" fmla="*/ 445703 w 763267"/>
                <a:gd name="connsiteY566" fmla="*/ 398226 h 478792"/>
                <a:gd name="connsiteX567" fmla="*/ 445703 w 763267"/>
                <a:gd name="connsiteY567" fmla="*/ 401422 h 478792"/>
                <a:gd name="connsiteX568" fmla="*/ 445703 w 763267"/>
                <a:gd name="connsiteY568" fmla="*/ 406636 h 478792"/>
                <a:gd name="connsiteX569" fmla="*/ 445703 w 763267"/>
                <a:gd name="connsiteY569" fmla="*/ 408082 h 478792"/>
                <a:gd name="connsiteX570" fmla="*/ 445837 w 763267"/>
                <a:gd name="connsiteY570" fmla="*/ 413162 h 478792"/>
                <a:gd name="connsiteX571" fmla="*/ 445972 w 763267"/>
                <a:gd name="connsiteY571" fmla="*/ 416627 h 478792"/>
                <a:gd name="connsiteX572" fmla="*/ 445433 w 763267"/>
                <a:gd name="connsiteY572" fmla="*/ 420966 h 478792"/>
                <a:gd name="connsiteX573" fmla="*/ 446140 w 763267"/>
                <a:gd name="connsiteY573" fmla="*/ 424734 h 478792"/>
                <a:gd name="connsiteX574" fmla="*/ 448361 w 763267"/>
                <a:gd name="connsiteY574" fmla="*/ 427190 h 478792"/>
                <a:gd name="connsiteX575" fmla="*/ 450246 w 763267"/>
                <a:gd name="connsiteY575" fmla="*/ 429376 h 478792"/>
                <a:gd name="connsiteX576" fmla="*/ 453578 w 763267"/>
                <a:gd name="connsiteY576" fmla="*/ 430554 h 478792"/>
                <a:gd name="connsiteX577" fmla="*/ 455765 w 763267"/>
                <a:gd name="connsiteY577" fmla="*/ 429545 h 478792"/>
                <a:gd name="connsiteX578" fmla="*/ 458087 w 763267"/>
                <a:gd name="connsiteY578" fmla="*/ 427223 h 478792"/>
                <a:gd name="connsiteX579" fmla="*/ 460477 w 763267"/>
                <a:gd name="connsiteY579" fmla="*/ 427795 h 478792"/>
                <a:gd name="connsiteX580" fmla="*/ 461419 w 763267"/>
                <a:gd name="connsiteY580" fmla="*/ 429679 h 478792"/>
                <a:gd name="connsiteX581" fmla="*/ 461419 w 763267"/>
                <a:gd name="connsiteY581" fmla="*/ 432706 h 478792"/>
                <a:gd name="connsiteX582" fmla="*/ 461419 w 763267"/>
                <a:gd name="connsiteY582" fmla="*/ 436171 h 478792"/>
                <a:gd name="connsiteX583" fmla="*/ 464313 w 763267"/>
                <a:gd name="connsiteY583" fmla="*/ 435431 h 478792"/>
                <a:gd name="connsiteX584" fmla="*/ 467342 w 763267"/>
                <a:gd name="connsiteY584" fmla="*/ 432673 h 478792"/>
                <a:gd name="connsiteX585" fmla="*/ 469227 w 763267"/>
                <a:gd name="connsiteY585" fmla="*/ 431361 h 478792"/>
                <a:gd name="connsiteX586" fmla="*/ 471112 w 763267"/>
                <a:gd name="connsiteY586" fmla="*/ 428165 h 478792"/>
                <a:gd name="connsiteX587" fmla="*/ 478516 w 763267"/>
                <a:gd name="connsiteY587" fmla="*/ 422211 h 478792"/>
                <a:gd name="connsiteX588" fmla="*/ 483295 w 763267"/>
                <a:gd name="connsiteY588" fmla="*/ 418578 h 478792"/>
                <a:gd name="connsiteX589" fmla="*/ 485449 w 763267"/>
                <a:gd name="connsiteY589" fmla="*/ 414945 h 478792"/>
                <a:gd name="connsiteX590" fmla="*/ 489218 w 763267"/>
                <a:gd name="connsiteY590" fmla="*/ 410740 h 478792"/>
                <a:gd name="connsiteX591" fmla="*/ 490665 w 763267"/>
                <a:gd name="connsiteY591" fmla="*/ 408722 h 478792"/>
                <a:gd name="connsiteX592" fmla="*/ 492247 w 763267"/>
                <a:gd name="connsiteY592" fmla="*/ 407847 h 478792"/>
                <a:gd name="connsiteX593" fmla="*/ 496723 w 763267"/>
                <a:gd name="connsiteY593" fmla="*/ 404214 h 478792"/>
                <a:gd name="connsiteX594" fmla="*/ 498608 w 763267"/>
                <a:gd name="connsiteY594" fmla="*/ 403474 h 478792"/>
                <a:gd name="connsiteX595" fmla="*/ 501637 w 763267"/>
                <a:gd name="connsiteY595" fmla="*/ 402027 h 478792"/>
                <a:gd name="connsiteX596" fmla="*/ 504531 w 763267"/>
                <a:gd name="connsiteY596" fmla="*/ 401018 h 478792"/>
                <a:gd name="connsiteX597" fmla="*/ 506719 w 763267"/>
                <a:gd name="connsiteY597" fmla="*/ 401153 h 478792"/>
                <a:gd name="connsiteX598" fmla="*/ 508738 w 763267"/>
                <a:gd name="connsiteY598" fmla="*/ 402902 h 478792"/>
                <a:gd name="connsiteX599" fmla="*/ 509444 w 763267"/>
                <a:gd name="connsiteY599" fmla="*/ 403339 h 478792"/>
                <a:gd name="connsiteX600" fmla="*/ 512911 w 763267"/>
                <a:gd name="connsiteY600" fmla="*/ 405660 h 478792"/>
                <a:gd name="connsiteX601" fmla="*/ 515233 w 763267"/>
                <a:gd name="connsiteY601" fmla="*/ 408116 h 478792"/>
                <a:gd name="connsiteX602" fmla="*/ 516680 w 763267"/>
                <a:gd name="connsiteY602" fmla="*/ 408553 h 478792"/>
                <a:gd name="connsiteX603" fmla="*/ 520315 w 763267"/>
                <a:gd name="connsiteY603" fmla="*/ 411884 h 478792"/>
                <a:gd name="connsiteX604" fmla="*/ 522334 w 763267"/>
                <a:gd name="connsiteY604" fmla="*/ 413768 h 478792"/>
                <a:gd name="connsiteX605" fmla="*/ 523950 w 763267"/>
                <a:gd name="connsiteY605" fmla="*/ 415517 h 478792"/>
                <a:gd name="connsiteX606" fmla="*/ 523950 w 763267"/>
                <a:gd name="connsiteY606" fmla="*/ 418712 h 478792"/>
                <a:gd name="connsiteX607" fmla="*/ 522940 w 763267"/>
                <a:gd name="connsiteY607" fmla="*/ 420462 h 478792"/>
                <a:gd name="connsiteX608" fmla="*/ 521493 w 763267"/>
                <a:gd name="connsiteY608" fmla="*/ 421774 h 478792"/>
                <a:gd name="connsiteX609" fmla="*/ 520617 w 763267"/>
                <a:gd name="connsiteY609" fmla="*/ 422648 h 478792"/>
                <a:gd name="connsiteX610" fmla="*/ 520315 w 763267"/>
                <a:gd name="connsiteY610" fmla="*/ 423960 h 478792"/>
                <a:gd name="connsiteX611" fmla="*/ 521762 w 763267"/>
                <a:gd name="connsiteY611" fmla="*/ 425541 h 478792"/>
                <a:gd name="connsiteX612" fmla="*/ 522031 w 763267"/>
                <a:gd name="connsiteY612" fmla="*/ 426988 h 478792"/>
                <a:gd name="connsiteX613" fmla="*/ 525363 w 763267"/>
                <a:gd name="connsiteY613" fmla="*/ 425979 h 478792"/>
                <a:gd name="connsiteX614" fmla="*/ 526810 w 763267"/>
                <a:gd name="connsiteY614" fmla="*/ 426988 h 478792"/>
                <a:gd name="connsiteX615" fmla="*/ 529132 w 763267"/>
                <a:gd name="connsiteY615" fmla="*/ 430453 h 478792"/>
                <a:gd name="connsiteX616" fmla="*/ 529132 w 763267"/>
                <a:gd name="connsiteY616" fmla="*/ 432639 h 478792"/>
                <a:gd name="connsiteX617" fmla="*/ 528560 w 763267"/>
                <a:gd name="connsiteY617" fmla="*/ 434826 h 478792"/>
                <a:gd name="connsiteX618" fmla="*/ 527988 w 763267"/>
                <a:gd name="connsiteY618" fmla="*/ 436272 h 478792"/>
                <a:gd name="connsiteX619" fmla="*/ 527416 w 763267"/>
                <a:gd name="connsiteY619" fmla="*/ 437147 h 478792"/>
                <a:gd name="connsiteX620" fmla="*/ 525094 w 763267"/>
                <a:gd name="connsiteY620" fmla="*/ 439737 h 478792"/>
                <a:gd name="connsiteX621" fmla="*/ 523209 w 763267"/>
                <a:gd name="connsiteY621" fmla="*/ 441924 h 478792"/>
                <a:gd name="connsiteX622" fmla="*/ 520887 w 763267"/>
                <a:gd name="connsiteY622" fmla="*/ 443505 h 478792"/>
                <a:gd name="connsiteX623" fmla="*/ 519137 w 763267"/>
                <a:gd name="connsiteY623" fmla="*/ 445389 h 478792"/>
                <a:gd name="connsiteX624" fmla="*/ 517623 w 763267"/>
                <a:gd name="connsiteY624" fmla="*/ 447138 h 478792"/>
                <a:gd name="connsiteX625" fmla="*/ 516815 w 763267"/>
                <a:gd name="connsiteY625" fmla="*/ 450603 h 478792"/>
                <a:gd name="connsiteX626" fmla="*/ 515940 w 763267"/>
                <a:gd name="connsiteY626" fmla="*/ 453496 h 478792"/>
                <a:gd name="connsiteX627" fmla="*/ 516646 w 763267"/>
                <a:gd name="connsiteY627" fmla="*/ 455682 h 478792"/>
                <a:gd name="connsiteX628" fmla="*/ 520719 w 763267"/>
                <a:gd name="connsiteY628" fmla="*/ 455817 h 478792"/>
                <a:gd name="connsiteX629" fmla="*/ 523916 w 763267"/>
                <a:gd name="connsiteY629" fmla="*/ 456557 h 478792"/>
                <a:gd name="connsiteX630" fmla="*/ 527382 w 763267"/>
                <a:gd name="connsiteY630" fmla="*/ 457129 h 478792"/>
                <a:gd name="connsiteX631" fmla="*/ 526507 w 763267"/>
                <a:gd name="connsiteY631" fmla="*/ 459585 h 478792"/>
                <a:gd name="connsiteX632" fmla="*/ 524050 w 763267"/>
                <a:gd name="connsiteY632" fmla="*/ 460728 h 478792"/>
                <a:gd name="connsiteX633" fmla="*/ 521156 w 763267"/>
                <a:gd name="connsiteY633" fmla="*/ 461872 h 478792"/>
                <a:gd name="connsiteX634" fmla="*/ 519137 w 763267"/>
                <a:gd name="connsiteY634" fmla="*/ 464059 h 478792"/>
                <a:gd name="connsiteX635" fmla="*/ 518565 w 763267"/>
                <a:gd name="connsiteY635" fmla="*/ 466077 h 478792"/>
                <a:gd name="connsiteX636" fmla="*/ 519574 w 763267"/>
                <a:gd name="connsiteY636" fmla="*/ 468970 h 478792"/>
                <a:gd name="connsiteX637" fmla="*/ 521459 w 763267"/>
                <a:gd name="connsiteY637" fmla="*/ 470282 h 478792"/>
                <a:gd name="connsiteX638" fmla="*/ 524488 w 763267"/>
                <a:gd name="connsiteY638" fmla="*/ 473309 h 478792"/>
                <a:gd name="connsiteX639" fmla="*/ 526810 w 763267"/>
                <a:gd name="connsiteY639" fmla="*/ 474184 h 478792"/>
                <a:gd name="connsiteX640" fmla="*/ 529132 w 763267"/>
                <a:gd name="connsiteY640" fmla="*/ 473747 h 478792"/>
                <a:gd name="connsiteX641" fmla="*/ 531757 w 763267"/>
                <a:gd name="connsiteY641" fmla="*/ 472435 h 478792"/>
                <a:gd name="connsiteX642" fmla="*/ 533339 w 763267"/>
                <a:gd name="connsiteY642" fmla="*/ 470854 h 478792"/>
                <a:gd name="connsiteX643" fmla="*/ 534484 w 763267"/>
                <a:gd name="connsiteY643" fmla="*/ 469105 h 478792"/>
                <a:gd name="connsiteX644" fmla="*/ 535998 w 763267"/>
                <a:gd name="connsiteY644" fmla="*/ 468533 h 478792"/>
                <a:gd name="connsiteX645" fmla="*/ 537815 w 763267"/>
                <a:gd name="connsiteY645" fmla="*/ 470988 h 478792"/>
                <a:gd name="connsiteX646" fmla="*/ 537815 w 763267"/>
                <a:gd name="connsiteY646" fmla="*/ 472570 h 478792"/>
                <a:gd name="connsiteX647" fmla="*/ 537815 w 763267"/>
                <a:gd name="connsiteY647" fmla="*/ 475328 h 478792"/>
                <a:gd name="connsiteX648" fmla="*/ 541585 w 763267"/>
                <a:gd name="connsiteY648" fmla="*/ 478793 h 478792"/>
                <a:gd name="connsiteX649" fmla="*/ 543301 w 763267"/>
                <a:gd name="connsiteY649" fmla="*/ 477346 h 478792"/>
                <a:gd name="connsiteX650" fmla="*/ 546936 w 763267"/>
                <a:gd name="connsiteY650" fmla="*/ 477481 h 478792"/>
                <a:gd name="connsiteX651" fmla="*/ 548517 w 763267"/>
                <a:gd name="connsiteY651" fmla="*/ 472401 h 478792"/>
                <a:gd name="connsiteX652" fmla="*/ 551715 w 763267"/>
                <a:gd name="connsiteY652" fmla="*/ 469710 h 478792"/>
                <a:gd name="connsiteX653" fmla="*/ 556493 w 763267"/>
                <a:gd name="connsiteY653" fmla="*/ 465371 h 478792"/>
                <a:gd name="connsiteX654" fmla="*/ 558883 w 763267"/>
                <a:gd name="connsiteY654" fmla="*/ 462108 h 478792"/>
                <a:gd name="connsiteX655" fmla="*/ 561710 w 763267"/>
                <a:gd name="connsiteY655" fmla="*/ 457600 h 478792"/>
                <a:gd name="connsiteX656" fmla="*/ 567801 w 763267"/>
                <a:gd name="connsiteY656" fmla="*/ 457533 h 478792"/>
                <a:gd name="connsiteX657" fmla="*/ 570056 w 763267"/>
                <a:gd name="connsiteY657" fmla="*/ 457600 h 478792"/>
                <a:gd name="connsiteX658" fmla="*/ 570191 w 763267"/>
                <a:gd name="connsiteY658" fmla="*/ 457533 h 478792"/>
                <a:gd name="connsiteX659" fmla="*/ 575609 w 763267"/>
                <a:gd name="connsiteY659" fmla="*/ 456456 h 478792"/>
                <a:gd name="connsiteX660" fmla="*/ 577797 w 763267"/>
                <a:gd name="connsiteY660" fmla="*/ 455144 h 478792"/>
                <a:gd name="connsiteX661" fmla="*/ 577797 w 763267"/>
                <a:gd name="connsiteY661" fmla="*/ 449930 h 478792"/>
                <a:gd name="connsiteX662" fmla="*/ 577797 w 763267"/>
                <a:gd name="connsiteY662" fmla="*/ 447743 h 478792"/>
                <a:gd name="connsiteX663" fmla="*/ 578672 w 763267"/>
                <a:gd name="connsiteY663" fmla="*/ 443841 h 478792"/>
                <a:gd name="connsiteX664" fmla="*/ 582138 w 763267"/>
                <a:gd name="connsiteY664" fmla="*/ 443841 h 478792"/>
                <a:gd name="connsiteX665" fmla="*/ 595196 w 763267"/>
                <a:gd name="connsiteY665" fmla="*/ 443841 h 478792"/>
                <a:gd name="connsiteX666" fmla="*/ 603004 w 763267"/>
                <a:gd name="connsiteY666" fmla="*/ 442092 h 478792"/>
                <a:gd name="connsiteX667" fmla="*/ 606470 w 763267"/>
                <a:gd name="connsiteY667" fmla="*/ 440578 h 478792"/>
                <a:gd name="connsiteX668" fmla="*/ 610374 w 763267"/>
                <a:gd name="connsiteY668" fmla="*/ 436239 h 478792"/>
                <a:gd name="connsiteX669" fmla="*/ 613403 w 763267"/>
                <a:gd name="connsiteY669" fmla="*/ 433413 h 478792"/>
                <a:gd name="connsiteX670" fmla="*/ 623836 w 763267"/>
                <a:gd name="connsiteY670" fmla="*/ 433413 h 478792"/>
                <a:gd name="connsiteX671" fmla="*/ 632519 w 763267"/>
                <a:gd name="connsiteY671" fmla="*/ 433413 h 478792"/>
                <a:gd name="connsiteX672" fmla="*/ 639687 w 763267"/>
                <a:gd name="connsiteY672" fmla="*/ 433413 h 478792"/>
                <a:gd name="connsiteX673" fmla="*/ 644029 w 763267"/>
                <a:gd name="connsiteY673" fmla="*/ 428972 h 478792"/>
                <a:gd name="connsiteX674" fmla="*/ 639687 w 763267"/>
                <a:gd name="connsiteY674" fmla="*/ 421034 h 478792"/>
                <a:gd name="connsiteX675" fmla="*/ 643827 w 763267"/>
                <a:gd name="connsiteY675" fmla="*/ 416896 h 478792"/>
                <a:gd name="connsiteX676" fmla="*/ 645779 w 763267"/>
                <a:gd name="connsiteY676" fmla="*/ 413633 h 478792"/>
                <a:gd name="connsiteX677" fmla="*/ 650558 w 763267"/>
                <a:gd name="connsiteY677" fmla="*/ 409495 h 478792"/>
                <a:gd name="connsiteX678" fmla="*/ 656010 w 763267"/>
                <a:gd name="connsiteY678" fmla="*/ 412960 h 478792"/>
                <a:gd name="connsiteX679" fmla="*/ 663414 w 763267"/>
                <a:gd name="connsiteY679" fmla="*/ 417939 h 478792"/>
                <a:gd name="connsiteX680" fmla="*/ 669943 w 763267"/>
                <a:gd name="connsiteY680" fmla="*/ 414474 h 478792"/>
                <a:gd name="connsiteX681" fmla="*/ 671020 w 763267"/>
                <a:gd name="connsiteY681" fmla="*/ 410134 h 478792"/>
                <a:gd name="connsiteX682" fmla="*/ 674049 w 763267"/>
                <a:gd name="connsiteY682" fmla="*/ 404046 h 478792"/>
                <a:gd name="connsiteX683" fmla="*/ 680578 w 763267"/>
                <a:gd name="connsiteY683" fmla="*/ 401422 h 478792"/>
                <a:gd name="connsiteX684" fmla="*/ 685155 w 763267"/>
                <a:gd name="connsiteY684" fmla="*/ 400110 h 478792"/>
                <a:gd name="connsiteX685" fmla="*/ 688857 w 763267"/>
                <a:gd name="connsiteY685" fmla="*/ 397721 h 478792"/>
                <a:gd name="connsiteX686" fmla="*/ 691684 w 763267"/>
                <a:gd name="connsiteY686" fmla="*/ 393819 h 478792"/>
                <a:gd name="connsiteX687" fmla="*/ 694309 w 763267"/>
                <a:gd name="connsiteY687" fmla="*/ 389042 h 478792"/>
                <a:gd name="connsiteX688" fmla="*/ 694309 w 763267"/>
                <a:gd name="connsiteY688" fmla="*/ 385577 h 478792"/>
                <a:gd name="connsiteX689" fmla="*/ 696597 w 763267"/>
                <a:gd name="connsiteY689" fmla="*/ 381238 h 478792"/>
                <a:gd name="connsiteX690" fmla="*/ 704540 w 763267"/>
                <a:gd name="connsiteY690" fmla="*/ 380801 h 478792"/>
                <a:gd name="connsiteX691" fmla="*/ 710833 w 763267"/>
                <a:gd name="connsiteY691" fmla="*/ 379489 h 478792"/>
                <a:gd name="connsiteX692" fmla="*/ 722343 w 763267"/>
                <a:gd name="connsiteY692" fmla="*/ 379489 h 478792"/>
                <a:gd name="connsiteX693" fmla="*/ 727560 w 763267"/>
                <a:gd name="connsiteY693" fmla="*/ 381541 h 478792"/>
                <a:gd name="connsiteX694" fmla="*/ 730387 w 763267"/>
                <a:gd name="connsiteY694" fmla="*/ 384265 h 478792"/>
                <a:gd name="connsiteX695" fmla="*/ 735165 w 763267"/>
                <a:gd name="connsiteY695" fmla="*/ 391666 h 478792"/>
                <a:gd name="connsiteX696" fmla="*/ 744724 w 763267"/>
                <a:gd name="connsiteY696" fmla="*/ 391666 h 478792"/>
                <a:gd name="connsiteX697" fmla="*/ 748358 w 763267"/>
                <a:gd name="connsiteY697" fmla="*/ 390018 h 478792"/>
                <a:gd name="connsiteX698" fmla="*/ 756099 w 763267"/>
                <a:gd name="connsiteY698" fmla="*/ 386620 h 478792"/>
                <a:gd name="connsiteX699" fmla="*/ 761214 w 763267"/>
                <a:gd name="connsiteY699" fmla="*/ 384602 h 478792"/>
                <a:gd name="connsiteX700" fmla="*/ 763032 w 763267"/>
                <a:gd name="connsiteY700" fmla="*/ 382146 h 478792"/>
                <a:gd name="connsiteX701" fmla="*/ 763267 w 763267"/>
                <a:gd name="connsiteY701" fmla="*/ 383021 h 478792"/>
                <a:gd name="connsiteX702" fmla="*/ 761820 w 763267"/>
                <a:gd name="connsiteY702" fmla="*/ 377672 h 478792"/>
                <a:gd name="connsiteX703" fmla="*/ 761719 w 763267"/>
                <a:gd name="connsiteY703" fmla="*/ 373164 h 47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63267" h="478792">
                  <a:moveTo>
                    <a:pt x="761719" y="373164"/>
                  </a:moveTo>
                  <a:lnTo>
                    <a:pt x="756200" y="364755"/>
                  </a:lnTo>
                  <a:lnTo>
                    <a:pt x="755897" y="359238"/>
                  </a:lnTo>
                  <a:lnTo>
                    <a:pt x="756200" y="353721"/>
                  </a:lnTo>
                  <a:lnTo>
                    <a:pt x="755897" y="348809"/>
                  </a:lnTo>
                  <a:lnTo>
                    <a:pt x="754450" y="343595"/>
                  </a:lnTo>
                  <a:lnTo>
                    <a:pt x="752128" y="337237"/>
                  </a:lnTo>
                  <a:lnTo>
                    <a:pt x="750377" y="333167"/>
                  </a:lnTo>
                  <a:lnTo>
                    <a:pt x="745733" y="325934"/>
                  </a:lnTo>
                  <a:lnTo>
                    <a:pt x="741661" y="323310"/>
                  </a:lnTo>
                  <a:lnTo>
                    <a:pt x="736748" y="321864"/>
                  </a:lnTo>
                  <a:lnTo>
                    <a:pt x="733853" y="318668"/>
                  </a:lnTo>
                  <a:lnTo>
                    <a:pt x="738498" y="314598"/>
                  </a:lnTo>
                  <a:lnTo>
                    <a:pt x="736175" y="307365"/>
                  </a:lnTo>
                  <a:lnTo>
                    <a:pt x="736175" y="302723"/>
                  </a:lnTo>
                  <a:lnTo>
                    <a:pt x="733416" y="299258"/>
                  </a:lnTo>
                  <a:lnTo>
                    <a:pt x="730084" y="295188"/>
                  </a:lnTo>
                  <a:lnTo>
                    <a:pt x="725742" y="289973"/>
                  </a:lnTo>
                  <a:lnTo>
                    <a:pt x="721098" y="283885"/>
                  </a:lnTo>
                  <a:lnTo>
                    <a:pt x="721367" y="277224"/>
                  </a:lnTo>
                  <a:lnTo>
                    <a:pt x="725136" y="274028"/>
                  </a:lnTo>
                  <a:lnTo>
                    <a:pt x="727156" y="268242"/>
                  </a:lnTo>
                  <a:lnTo>
                    <a:pt x="727728" y="262725"/>
                  </a:lnTo>
                  <a:lnTo>
                    <a:pt x="726584" y="257814"/>
                  </a:lnTo>
                  <a:lnTo>
                    <a:pt x="731497" y="257814"/>
                  </a:lnTo>
                  <a:lnTo>
                    <a:pt x="735570" y="254921"/>
                  </a:lnTo>
                  <a:lnTo>
                    <a:pt x="740483" y="250851"/>
                  </a:lnTo>
                  <a:lnTo>
                    <a:pt x="745127" y="247386"/>
                  </a:lnTo>
                  <a:lnTo>
                    <a:pt x="746003" y="244493"/>
                  </a:lnTo>
                  <a:lnTo>
                    <a:pt x="742233" y="242172"/>
                  </a:lnTo>
                  <a:lnTo>
                    <a:pt x="737017" y="242172"/>
                  </a:lnTo>
                  <a:cubicBezTo>
                    <a:pt x="737017" y="242172"/>
                    <a:pt x="737589" y="236520"/>
                    <a:pt x="735872" y="237092"/>
                  </a:cubicBezTo>
                  <a:lnTo>
                    <a:pt x="731800" y="231743"/>
                  </a:lnTo>
                  <a:lnTo>
                    <a:pt x="728334" y="231743"/>
                  </a:lnTo>
                  <a:lnTo>
                    <a:pt x="722242" y="231743"/>
                  </a:lnTo>
                  <a:lnTo>
                    <a:pt x="717901" y="228682"/>
                  </a:lnTo>
                  <a:lnTo>
                    <a:pt x="714131" y="223031"/>
                  </a:lnTo>
                  <a:lnTo>
                    <a:pt x="707468" y="220407"/>
                  </a:lnTo>
                  <a:lnTo>
                    <a:pt x="704843" y="222425"/>
                  </a:lnTo>
                  <a:lnTo>
                    <a:pt x="702218" y="226496"/>
                  </a:lnTo>
                  <a:lnTo>
                    <a:pt x="699458" y="226496"/>
                  </a:lnTo>
                  <a:lnTo>
                    <a:pt x="692660" y="222156"/>
                  </a:lnTo>
                  <a:lnTo>
                    <a:pt x="692660" y="217245"/>
                  </a:lnTo>
                  <a:lnTo>
                    <a:pt x="690506" y="212905"/>
                  </a:lnTo>
                  <a:lnTo>
                    <a:pt x="684852" y="207388"/>
                  </a:lnTo>
                  <a:lnTo>
                    <a:pt x="683102" y="207388"/>
                  </a:lnTo>
                  <a:lnTo>
                    <a:pt x="676707" y="207388"/>
                  </a:lnTo>
                  <a:lnTo>
                    <a:pt x="675833" y="202040"/>
                  </a:lnTo>
                  <a:lnTo>
                    <a:pt x="673510" y="202510"/>
                  </a:lnTo>
                  <a:lnTo>
                    <a:pt x="671760" y="203049"/>
                  </a:lnTo>
                  <a:lnTo>
                    <a:pt x="669270" y="202174"/>
                  </a:lnTo>
                  <a:lnTo>
                    <a:pt x="666544" y="203251"/>
                  </a:lnTo>
                  <a:lnTo>
                    <a:pt x="663078" y="203150"/>
                  </a:lnTo>
                  <a:lnTo>
                    <a:pt x="661429" y="201064"/>
                  </a:lnTo>
                  <a:lnTo>
                    <a:pt x="663078" y="197801"/>
                  </a:lnTo>
                  <a:lnTo>
                    <a:pt x="663078" y="194336"/>
                  </a:lnTo>
                  <a:lnTo>
                    <a:pt x="663078" y="192587"/>
                  </a:lnTo>
                  <a:lnTo>
                    <a:pt x="663078" y="187373"/>
                  </a:lnTo>
                  <a:lnTo>
                    <a:pt x="663078" y="183908"/>
                  </a:lnTo>
                  <a:lnTo>
                    <a:pt x="658601" y="181957"/>
                  </a:lnTo>
                  <a:lnTo>
                    <a:pt x="655808" y="180880"/>
                  </a:lnTo>
                  <a:cubicBezTo>
                    <a:pt x="655808" y="180880"/>
                    <a:pt x="653924" y="182899"/>
                    <a:pt x="653924" y="183134"/>
                  </a:cubicBezTo>
                  <a:cubicBezTo>
                    <a:pt x="653924" y="183369"/>
                    <a:pt x="650962" y="190030"/>
                    <a:pt x="650659" y="190737"/>
                  </a:cubicBezTo>
                  <a:cubicBezTo>
                    <a:pt x="650356" y="191443"/>
                    <a:pt x="646957" y="192991"/>
                    <a:pt x="645880" y="194067"/>
                  </a:cubicBezTo>
                  <a:cubicBezTo>
                    <a:pt x="644803" y="195143"/>
                    <a:pt x="640091" y="195884"/>
                    <a:pt x="639149" y="196388"/>
                  </a:cubicBezTo>
                  <a:cubicBezTo>
                    <a:pt x="638207" y="196893"/>
                    <a:pt x="634000" y="197902"/>
                    <a:pt x="633630" y="197969"/>
                  </a:cubicBezTo>
                  <a:cubicBezTo>
                    <a:pt x="633260" y="198037"/>
                    <a:pt x="630601" y="198272"/>
                    <a:pt x="629490" y="197969"/>
                  </a:cubicBezTo>
                  <a:cubicBezTo>
                    <a:pt x="628413" y="197666"/>
                    <a:pt x="624206" y="195345"/>
                    <a:pt x="623635" y="195076"/>
                  </a:cubicBezTo>
                  <a:cubicBezTo>
                    <a:pt x="623062" y="194807"/>
                    <a:pt x="620000" y="192486"/>
                    <a:pt x="619428" y="192049"/>
                  </a:cubicBezTo>
                  <a:cubicBezTo>
                    <a:pt x="618855" y="191611"/>
                    <a:pt x="614716" y="190165"/>
                    <a:pt x="614144" y="189795"/>
                  </a:cubicBezTo>
                  <a:cubicBezTo>
                    <a:pt x="613572" y="189425"/>
                    <a:pt x="610307" y="185724"/>
                    <a:pt x="610004" y="185085"/>
                  </a:cubicBezTo>
                  <a:cubicBezTo>
                    <a:pt x="609701" y="184446"/>
                    <a:pt x="605595" y="184143"/>
                    <a:pt x="604047" y="184076"/>
                  </a:cubicBezTo>
                  <a:cubicBezTo>
                    <a:pt x="602533" y="184009"/>
                    <a:pt x="601893" y="183571"/>
                    <a:pt x="601018" y="182394"/>
                  </a:cubicBezTo>
                  <a:cubicBezTo>
                    <a:pt x="600143" y="181250"/>
                    <a:pt x="600749" y="180376"/>
                    <a:pt x="600749" y="179871"/>
                  </a:cubicBezTo>
                  <a:cubicBezTo>
                    <a:pt x="600749" y="179366"/>
                    <a:pt x="601389" y="177415"/>
                    <a:pt x="601759" y="177045"/>
                  </a:cubicBezTo>
                  <a:cubicBezTo>
                    <a:pt x="602129" y="176675"/>
                    <a:pt x="602466" y="175733"/>
                    <a:pt x="603206" y="174590"/>
                  </a:cubicBezTo>
                  <a:cubicBezTo>
                    <a:pt x="603946" y="173446"/>
                    <a:pt x="603341" y="172638"/>
                    <a:pt x="603846" y="171764"/>
                  </a:cubicBezTo>
                  <a:cubicBezTo>
                    <a:pt x="604350" y="170889"/>
                    <a:pt x="603778" y="169375"/>
                    <a:pt x="603846" y="169073"/>
                  </a:cubicBezTo>
                  <a:cubicBezTo>
                    <a:pt x="603913" y="168770"/>
                    <a:pt x="602634" y="165305"/>
                    <a:pt x="602634" y="165305"/>
                  </a:cubicBezTo>
                  <a:lnTo>
                    <a:pt x="600009" y="163926"/>
                  </a:lnTo>
                  <a:lnTo>
                    <a:pt x="598057" y="162177"/>
                  </a:lnTo>
                  <a:cubicBezTo>
                    <a:pt x="598057" y="162177"/>
                    <a:pt x="596374" y="162816"/>
                    <a:pt x="594725" y="163758"/>
                  </a:cubicBezTo>
                  <a:cubicBezTo>
                    <a:pt x="593076" y="164700"/>
                    <a:pt x="590653" y="165002"/>
                    <a:pt x="589744" y="165339"/>
                  </a:cubicBezTo>
                  <a:cubicBezTo>
                    <a:pt x="588802" y="165709"/>
                    <a:pt x="583215" y="166348"/>
                    <a:pt x="582004" y="166483"/>
                  </a:cubicBezTo>
                  <a:cubicBezTo>
                    <a:pt x="580759" y="166617"/>
                    <a:pt x="578302" y="165978"/>
                    <a:pt x="577157" y="165473"/>
                  </a:cubicBezTo>
                  <a:cubicBezTo>
                    <a:pt x="576013" y="164969"/>
                    <a:pt x="574835" y="162648"/>
                    <a:pt x="574701" y="162278"/>
                  </a:cubicBezTo>
                  <a:cubicBezTo>
                    <a:pt x="574566" y="161907"/>
                    <a:pt x="571504" y="158947"/>
                    <a:pt x="571369" y="158644"/>
                  </a:cubicBezTo>
                  <a:cubicBezTo>
                    <a:pt x="571234" y="158342"/>
                    <a:pt x="568340" y="156121"/>
                    <a:pt x="567397" y="155179"/>
                  </a:cubicBezTo>
                  <a:cubicBezTo>
                    <a:pt x="566455" y="154238"/>
                    <a:pt x="564638" y="153161"/>
                    <a:pt x="564638" y="153161"/>
                  </a:cubicBezTo>
                  <a:lnTo>
                    <a:pt x="562888" y="152522"/>
                  </a:lnTo>
                  <a:cubicBezTo>
                    <a:pt x="562888" y="152522"/>
                    <a:pt x="557368" y="152589"/>
                    <a:pt x="557099" y="152589"/>
                  </a:cubicBezTo>
                  <a:cubicBezTo>
                    <a:pt x="556796" y="152589"/>
                    <a:pt x="556157" y="153228"/>
                    <a:pt x="555955" y="153397"/>
                  </a:cubicBezTo>
                  <a:cubicBezTo>
                    <a:pt x="555719" y="153531"/>
                    <a:pt x="554643" y="154978"/>
                    <a:pt x="554272" y="155987"/>
                  </a:cubicBezTo>
                  <a:cubicBezTo>
                    <a:pt x="553902" y="156996"/>
                    <a:pt x="552522" y="158611"/>
                    <a:pt x="552522" y="158880"/>
                  </a:cubicBezTo>
                  <a:cubicBezTo>
                    <a:pt x="552522" y="159183"/>
                    <a:pt x="550705" y="160764"/>
                    <a:pt x="550133" y="161134"/>
                  </a:cubicBezTo>
                  <a:cubicBezTo>
                    <a:pt x="549561" y="161504"/>
                    <a:pt x="549123" y="162311"/>
                    <a:pt x="548753" y="162883"/>
                  </a:cubicBezTo>
                  <a:cubicBezTo>
                    <a:pt x="548383" y="163455"/>
                    <a:pt x="547575" y="164397"/>
                    <a:pt x="546733" y="165339"/>
                  </a:cubicBezTo>
                  <a:cubicBezTo>
                    <a:pt x="545858" y="166281"/>
                    <a:pt x="545858" y="166483"/>
                    <a:pt x="545522" y="167592"/>
                  </a:cubicBezTo>
                  <a:cubicBezTo>
                    <a:pt x="545152" y="168669"/>
                    <a:pt x="545152" y="169039"/>
                    <a:pt x="544950" y="170216"/>
                  </a:cubicBezTo>
                  <a:cubicBezTo>
                    <a:pt x="544748" y="171360"/>
                    <a:pt x="544142" y="171360"/>
                    <a:pt x="543705" y="171528"/>
                  </a:cubicBezTo>
                  <a:cubicBezTo>
                    <a:pt x="543267" y="171663"/>
                    <a:pt x="542123" y="172538"/>
                    <a:pt x="542123" y="172538"/>
                  </a:cubicBezTo>
                  <a:lnTo>
                    <a:pt x="539666" y="171327"/>
                  </a:lnTo>
                  <a:lnTo>
                    <a:pt x="537478" y="170250"/>
                  </a:lnTo>
                  <a:lnTo>
                    <a:pt x="536603" y="166550"/>
                  </a:lnTo>
                  <a:lnTo>
                    <a:pt x="539666" y="163085"/>
                  </a:lnTo>
                  <a:cubicBezTo>
                    <a:pt x="539666" y="163085"/>
                    <a:pt x="539666" y="160461"/>
                    <a:pt x="539666" y="159620"/>
                  </a:cubicBezTo>
                  <a:cubicBezTo>
                    <a:pt x="539666" y="158745"/>
                    <a:pt x="539666" y="157232"/>
                    <a:pt x="539666" y="157232"/>
                  </a:cubicBezTo>
                  <a:cubicBezTo>
                    <a:pt x="539666" y="157232"/>
                    <a:pt x="537378" y="158745"/>
                    <a:pt x="536738" y="158745"/>
                  </a:cubicBezTo>
                  <a:cubicBezTo>
                    <a:pt x="536099" y="158745"/>
                    <a:pt x="534685" y="158106"/>
                    <a:pt x="534685" y="158106"/>
                  </a:cubicBezTo>
                  <a:lnTo>
                    <a:pt x="533474" y="156895"/>
                  </a:lnTo>
                  <a:lnTo>
                    <a:pt x="530647" y="153195"/>
                  </a:lnTo>
                  <a:lnTo>
                    <a:pt x="527382" y="151143"/>
                  </a:lnTo>
                  <a:lnTo>
                    <a:pt x="524252" y="149730"/>
                  </a:lnTo>
                  <a:lnTo>
                    <a:pt x="520551" y="144415"/>
                  </a:lnTo>
                  <a:lnTo>
                    <a:pt x="521291" y="141926"/>
                  </a:lnTo>
                  <a:lnTo>
                    <a:pt x="524219" y="137250"/>
                  </a:lnTo>
                  <a:cubicBezTo>
                    <a:pt x="524219" y="137250"/>
                    <a:pt x="521055" y="136173"/>
                    <a:pt x="520315" y="135299"/>
                  </a:cubicBezTo>
                  <a:cubicBezTo>
                    <a:pt x="519541" y="134424"/>
                    <a:pt x="516175" y="131396"/>
                    <a:pt x="515974" y="130623"/>
                  </a:cubicBezTo>
                  <a:cubicBezTo>
                    <a:pt x="515771" y="129849"/>
                    <a:pt x="515872" y="127360"/>
                    <a:pt x="515872" y="127360"/>
                  </a:cubicBezTo>
                  <a:cubicBezTo>
                    <a:pt x="515872" y="127360"/>
                    <a:pt x="516646" y="126283"/>
                    <a:pt x="517387" y="126283"/>
                  </a:cubicBezTo>
                  <a:cubicBezTo>
                    <a:pt x="518127" y="126283"/>
                    <a:pt x="519776" y="125207"/>
                    <a:pt x="519776" y="125207"/>
                  </a:cubicBezTo>
                  <a:lnTo>
                    <a:pt x="522065" y="123155"/>
                  </a:lnTo>
                  <a:lnTo>
                    <a:pt x="522704" y="118479"/>
                  </a:lnTo>
                  <a:lnTo>
                    <a:pt x="517925" y="114577"/>
                  </a:lnTo>
                  <a:lnTo>
                    <a:pt x="516041" y="113063"/>
                  </a:lnTo>
                  <a:lnTo>
                    <a:pt x="515334" y="111011"/>
                  </a:lnTo>
                  <a:lnTo>
                    <a:pt x="515334" y="107546"/>
                  </a:lnTo>
                  <a:lnTo>
                    <a:pt x="515603" y="103846"/>
                  </a:lnTo>
                  <a:cubicBezTo>
                    <a:pt x="515603" y="103846"/>
                    <a:pt x="516209" y="99270"/>
                    <a:pt x="515974" y="97992"/>
                  </a:cubicBezTo>
                  <a:cubicBezTo>
                    <a:pt x="515771" y="96680"/>
                    <a:pt x="515974" y="94527"/>
                    <a:pt x="515974" y="94527"/>
                  </a:cubicBezTo>
                  <a:cubicBezTo>
                    <a:pt x="515974" y="94527"/>
                    <a:pt x="512507" y="92341"/>
                    <a:pt x="511867" y="92341"/>
                  </a:cubicBezTo>
                  <a:cubicBezTo>
                    <a:pt x="511194" y="92341"/>
                    <a:pt x="508603" y="93215"/>
                    <a:pt x="508603" y="93215"/>
                  </a:cubicBezTo>
                  <a:cubicBezTo>
                    <a:pt x="508603" y="93215"/>
                    <a:pt x="506651" y="94729"/>
                    <a:pt x="505978" y="94965"/>
                  </a:cubicBezTo>
                  <a:cubicBezTo>
                    <a:pt x="505339" y="95166"/>
                    <a:pt x="504228" y="96916"/>
                    <a:pt x="504228" y="96916"/>
                  </a:cubicBezTo>
                  <a:cubicBezTo>
                    <a:pt x="504228" y="96916"/>
                    <a:pt x="502916" y="98867"/>
                    <a:pt x="502916" y="99741"/>
                  </a:cubicBezTo>
                  <a:cubicBezTo>
                    <a:pt x="502916" y="100616"/>
                    <a:pt x="500324" y="101928"/>
                    <a:pt x="500324" y="101928"/>
                  </a:cubicBezTo>
                  <a:lnTo>
                    <a:pt x="498372" y="102803"/>
                  </a:lnTo>
                  <a:lnTo>
                    <a:pt x="495343" y="103677"/>
                  </a:lnTo>
                  <a:lnTo>
                    <a:pt x="493391" y="104754"/>
                  </a:lnTo>
                  <a:lnTo>
                    <a:pt x="491641" y="106267"/>
                  </a:lnTo>
                  <a:lnTo>
                    <a:pt x="488814" y="108656"/>
                  </a:lnTo>
                  <a:lnTo>
                    <a:pt x="487501" y="109531"/>
                  </a:lnTo>
                  <a:cubicBezTo>
                    <a:pt x="487501" y="109531"/>
                    <a:pt x="485987" y="109531"/>
                    <a:pt x="484675" y="108891"/>
                  </a:cubicBezTo>
                  <a:cubicBezTo>
                    <a:pt x="483362" y="108252"/>
                    <a:pt x="483160" y="108690"/>
                    <a:pt x="482049" y="108252"/>
                  </a:cubicBezTo>
                  <a:cubicBezTo>
                    <a:pt x="480939" y="107815"/>
                    <a:pt x="480535" y="107176"/>
                    <a:pt x="479223" y="105225"/>
                  </a:cubicBezTo>
                  <a:cubicBezTo>
                    <a:pt x="477910" y="103274"/>
                    <a:pt x="477910" y="104586"/>
                    <a:pt x="477035" y="104148"/>
                  </a:cubicBezTo>
                  <a:cubicBezTo>
                    <a:pt x="476160" y="103711"/>
                    <a:pt x="473535" y="100683"/>
                    <a:pt x="473535" y="100683"/>
                  </a:cubicBezTo>
                  <a:lnTo>
                    <a:pt x="473535" y="98732"/>
                  </a:lnTo>
                  <a:cubicBezTo>
                    <a:pt x="473535" y="98732"/>
                    <a:pt x="474747" y="95469"/>
                    <a:pt x="474747" y="94393"/>
                  </a:cubicBezTo>
                  <a:cubicBezTo>
                    <a:pt x="474747" y="93316"/>
                    <a:pt x="473535" y="92442"/>
                    <a:pt x="473535" y="92442"/>
                  </a:cubicBezTo>
                  <a:lnTo>
                    <a:pt x="468319" y="92004"/>
                  </a:lnTo>
                  <a:lnTo>
                    <a:pt x="468319" y="93955"/>
                  </a:lnTo>
                  <a:lnTo>
                    <a:pt x="465492" y="95705"/>
                  </a:lnTo>
                  <a:cubicBezTo>
                    <a:pt x="465492" y="95705"/>
                    <a:pt x="462867" y="96344"/>
                    <a:pt x="460713" y="96781"/>
                  </a:cubicBezTo>
                  <a:cubicBezTo>
                    <a:pt x="458525" y="97218"/>
                    <a:pt x="457011" y="96344"/>
                    <a:pt x="457011" y="96344"/>
                  </a:cubicBezTo>
                  <a:lnTo>
                    <a:pt x="454621" y="96344"/>
                  </a:lnTo>
                  <a:cubicBezTo>
                    <a:pt x="454621" y="96344"/>
                    <a:pt x="450919" y="96882"/>
                    <a:pt x="450044" y="97319"/>
                  </a:cubicBezTo>
                  <a:cubicBezTo>
                    <a:pt x="449169" y="97757"/>
                    <a:pt x="445501" y="98093"/>
                    <a:pt x="445501" y="98093"/>
                  </a:cubicBezTo>
                  <a:lnTo>
                    <a:pt x="441799" y="98295"/>
                  </a:lnTo>
                  <a:cubicBezTo>
                    <a:pt x="441799" y="98295"/>
                    <a:pt x="437457" y="98093"/>
                    <a:pt x="436582" y="98295"/>
                  </a:cubicBezTo>
                  <a:cubicBezTo>
                    <a:pt x="435707" y="98497"/>
                    <a:pt x="433318" y="99607"/>
                    <a:pt x="433318" y="99607"/>
                  </a:cubicBezTo>
                  <a:lnTo>
                    <a:pt x="425039" y="101793"/>
                  </a:lnTo>
                  <a:lnTo>
                    <a:pt x="420024" y="101356"/>
                  </a:lnTo>
                  <a:lnTo>
                    <a:pt x="409154" y="100044"/>
                  </a:lnTo>
                  <a:lnTo>
                    <a:pt x="406562" y="101558"/>
                  </a:lnTo>
                  <a:lnTo>
                    <a:pt x="399832" y="101558"/>
                  </a:lnTo>
                  <a:lnTo>
                    <a:pt x="393740" y="102769"/>
                  </a:lnTo>
                  <a:cubicBezTo>
                    <a:pt x="393740" y="102769"/>
                    <a:pt x="390913" y="102231"/>
                    <a:pt x="390038" y="102231"/>
                  </a:cubicBezTo>
                  <a:cubicBezTo>
                    <a:pt x="389163" y="102231"/>
                    <a:pt x="388288" y="102668"/>
                    <a:pt x="388288" y="102668"/>
                  </a:cubicBezTo>
                  <a:lnTo>
                    <a:pt x="385225" y="103980"/>
                  </a:lnTo>
                  <a:lnTo>
                    <a:pt x="383273" y="104619"/>
                  </a:lnTo>
                  <a:cubicBezTo>
                    <a:pt x="383273" y="104619"/>
                    <a:pt x="381086" y="105696"/>
                    <a:pt x="380446" y="105696"/>
                  </a:cubicBezTo>
                  <a:cubicBezTo>
                    <a:pt x="379807" y="105696"/>
                    <a:pt x="376980" y="105057"/>
                    <a:pt x="376980" y="105057"/>
                  </a:cubicBezTo>
                  <a:lnTo>
                    <a:pt x="375028" y="105057"/>
                  </a:lnTo>
                  <a:cubicBezTo>
                    <a:pt x="375028" y="105057"/>
                    <a:pt x="372841" y="103644"/>
                    <a:pt x="372638" y="103005"/>
                  </a:cubicBezTo>
                  <a:cubicBezTo>
                    <a:pt x="372403" y="102365"/>
                    <a:pt x="370451" y="101827"/>
                    <a:pt x="369812" y="100515"/>
                  </a:cubicBezTo>
                  <a:cubicBezTo>
                    <a:pt x="369139" y="99203"/>
                    <a:pt x="368499" y="99876"/>
                    <a:pt x="367860" y="99876"/>
                  </a:cubicBezTo>
                  <a:cubicBezTo>
                    <a:pt x="367220" y="99876"/>
                    <a:pt x="365672" y="99876"/>
                    <a:pt x="365032" y="99641"/>
                  </a:cubicBezTo>
                  <a:cubicBezTo>
                    <a:pt x="364393" y="99439"/>
                    <a:pt x="360893" y="98766"/>
                    <a:pt x="360893" y="98766"/>
                  </a:cubicBezTo>
                  <a:lnTo>
                    <a:pt x="357426" y="97017"/>
                  </a:lnTo>
                  <a:lnTo>
                    <a:pt x="354600" y="96142"/>
                  </a:lnTo>
                  <a:lnTo>
                    <a:pt x="352849" y="93316"/>
                  </a:lnTo>
                  <a:lnTo>
                    <a:pt x="350898" y="92004"/>
                  </a:lnTo>
                  <a:lnTo>
                    <a:pt x="348306" y="91365"/>
                  </a:lnTo>
                  <a:cubicBezTo>
                    <a:pt x="348306" y="91365"/>
                    <a:pt x="344368" y="90289"/>
                    <a:pt x="343292" y="90289"/>
                  </a:cubicBezTo>
                  <a:cubicBezTo>
                    <a:pt x="342215" y="90289"/>
                    <a:pt x="341104" y="89650"/>
                    <a:pt x="341104" y="89650"/>
                  </a:cubicBezTo>
                  <a:lnTo>
                    <a:pt x="339791" y="89010"/>
                  </a:lnTo>
                  <a:cubicBezTo>
                    <a:pt x="339791" y="89010"/>
                    <a:pt x="335450" y="88371"/>
                    <a:pt x="335013" y="87698"/>
                  </a:cubicBezTo>
                  <a:cubicBezTo>
                    <a:pt x="334575" y="87059"/>
                    <a:pt x="333061" y="86824"/>
                    <a:pt x="333061" y="86824"/>
                  </a:cubicBezTo>
                  <a:cubicBezTo>
                    <a:pt x="333061" y="86824"/>
                    <a:pt x="331310" y="86824"/>
                    <a:pt x="330234" y="85949"/>
                  </a:cubicBezTo>
                  <a:cubicBezTo>
                    <a:pt x="329157" y="85075"/>
                    <a:pt x="328046" y="84873"/>
                    <a:pt x="328046" y="84873"/>
                  </a:cubicBezTo>
                  <a:lnTo>
                    <a:pt x="326734" y="82922"/>
                  </a:lnTo>
                  <a:lnTo>
                    <a:pt x="324984" y="78347"/>
                  </a:lnTo>
                  <a:cubicBezTo>
                    <a:pt x="324984" y="78347"/>
                    <a:pt x="324109" y="76597"/>
                    <a:pt x="323032" y="74646"/>
                  </a:cubicBezTo>
                  <a:lnTo>
                    <a:pt x="321719" y="74209"/>
                  </a:lnTo>
                  <a:lnTo>
                    <a:pt x="318017" y="74646"/>
                  </a:lnTo>
                  <a:cubicBezTo>
                    <a:pt x="318017" y="74646"/>
                    <a:pt x="316940" y="75958"/>
                    <a:pt x="316065" y="76160"/>
                  </a:cubicBezTo>
                  <a:cubicBezTo>
                    <a:pt x="315190" y="76362"/>
                    <a:pt x="313238" y="75958"/>
                    <a:pt x="312363" y="75521"/>
                  </a:cubicBezTo>
                  <a:cubicBezTo>
                    <a:pt x="311488" y="75083"/>
                    <a:pt x="305834" y="74007"/>
                    <a:pt x="305834" y="74007"/>
                  </a:cubicBezTo>
                  <a:cubicBezTo>
                    <a:pt x="305834" y="74007"/>
                    <a:pt x="302368" y="72695"/>
                    <a:pt x="301493" y="72695"/>
                  </a:cubicBezTo>
                  <a:cubicBezTo>
                    <a:pt x="300618" y="72695"/>
                    <a:pt x="299103" y="70307"/>
                    <a:pt x="299103" y="70307"/>
                  </a:cubicBezTo>
                  <a:lnTo>
                    <a:pt x="297791" y="67918"/>
                  </a:lnTo>
                  <a:lnTo>
                    <a:pt x="296478" y="65294"/>
                  </a:lnTo>
                  <a:lnTo>
                    <a:pt x="294728" y="59879"/>
                  </a:lnTo>
                  <a:lnTo>
                    <a:pt x="292339" y="56178"/>
                  </a:lnTo>
                  <a:lnTo>
                    <a:pt x="286483" y="51401"/>
                  </a:lnTo>
                  <a:lnTo>
                    <a:pt x="278641" y="49652"/>
                  </a:lnTo>
                  <a:lnTo>
                    <a:pt x="276454" y="45952"/>
                  </a:lnTo>
                  <a:lnTo>
                    <a:pt x="275713" y="41377"/>
                  </a:lnTo>
                  <a:lnTo>
                    <a:pt x="276454" y="36701"/>
                  </a:lnTo>
                  <a:cubicBezTo>
                    <a:pt x="276454" y="36701"/>
                    <a:pt x="275276" y="32799"/>
                    <a:pt x="274939" y="32462"/>
                  </a:cubicBezTo>
                  <a:cubicBezTo>
                    <a:pt x="274603" y="32126"/>
                    <a:pt x="270699" y="25734"/>
                    <a:pt x="270261" y="24624"/>
                  </a:cubicBezTo>
                  <a:cubicBezTo>
                    <a:pt x="269824" y="23548"/>
                    <a:pt x="267872" y="18973"/>
                    <a:pt x="267872" y="18973"/>
                  </a:cubicBezTo>
                  <a:lnTo>
                    <a:pt x="265583" y="16483"/>
                  </a:lnTo>
                  <a:cubicBezTo>
                    <a:pt x="265583" y="16483"/>
                    <a:pt x="262958" y="12447"/>
                    <a:pt x="262655" y="11807"/>
                  </a:cubicBezTo>
                  <a:cubicBezTo>
                    <a:pt x="262319" y="11168"/>
                    <a:pt x="260266" y="7232"/>
                    <a:pt x="259626" y="5954"/>
                  </a:cubicBezTo>
                  <a:cubicBezTo>
                    <a:pt x="258987" y="4642"/>
                    <a:pt x="257876" y="2590"/>
                    <a:pt x="257876" y="2590"/>
                  </a:cubicBezTo>
                  <a:cubicBezTo>
                    <a:pt x="257876" y="2590"/>
                    <a:pt x="256900" y="942"/>
                    <a:pt x="256900" y="538"/>
                  </a:cubicBezTo>
                  <a:cubicBezTo>
                    <a:pt x="256900" y="101"/>
                    <a:pt x="254948" y="0"/>
                    <a:pt x="254948" y="0"/>
                  </a:cubicBezTo>
                  <a:cubicBezTo>
                    <a:pt x="254948" y="0"/>
                    <a:pt x="250607" y="2826"/>
                    <a:pt x="249833" y="3902"/>
                  </a:cubicBezTo>
                  <a:cubicBezTo>
                    <a:pt x="249093" y="4979"/>
                    <a:pt x="247342" y="5416"/>
                    <a:pt x="246467" y="6089"/>
                  </a:cubicBezTo>
                  <a:cubicBezTo>
                    <a:pt x="245592" y="6728"/>
                    <a:pt x="243304" y="7401"/>
                    <a:pt x="241890" y="7838"/>
                  </a:cubicBezTo>
                  <a:cubicBezTo>
                    <a:pt x="240477" y="8275"/>
                    <a:pt x="240039" y="9587"/>
                    <a:pt x="239501" y="10125"/>
                  </a:cubicBezTo>
                  <a:cubicBezTo>
                    <a:pt x="238962" y="10664"/>
                    <a:pt x="238087" y="12178"/>
                    <a:pt x="237650" y="12514"/>
                  </a:cubicBezTo>
                  <a:cubicBezTo>
                    <a:pt x="237212" y="12850"/>
                    <a:pt x="235698" y="13826"/>
                    <a:pt x="235261" y="14364"/>
                  </a:cubicBezTo>
                  <a:cubicBezTo>
                    <a:pt x="234823" y="14902"/>
                    <a:pt x="232770" y="16315"/>
                    <a:pt x="232097" y="16551"/>
                  </a:cubicBezTo>
                  <a:cubicBezTo>
                    <a:pt x="231458" y="16786"/>
                    <a:pt x="229707" y="16988"/>
                    <a:pt x="228832" y="16988"/>
                  </a:cubicBezTo>
                  <a:cubicBezTo>
                    <a:pt x="227957" y="16988"/>
                    <a:pt x="226746" y="16887"/>
                    <a:pt x="226746" y="16887"/>
                  </a:cubicBezTo>
                  <a:cubicBezTo>
                    <a:pt x="226746" y="16887"/>
                    <a:pt x="223380" y="16113"/>
                    <a:pt x="223044" y="15911"/>
                  </a:cubicBezTo>
                  <a:cubicBezTo>
                    <a:pt x="222707" y="15710"/>
                    <a:pt x="220318" y="14061"/>
                    <a:pt x="219577" y="13422"/>
                  </a:cubicBezTo>
                  <a:cubicBezTo>
                    <a:pt x="218803" y="12783"/>
                    <a:pt x="217726" y="11471"/>
                    <a:pt x="216751" y="10596"/>
                  </a:cubicBezTo>
                  <a:cubicBezTo>
                    <a:pt x="215774" y="9722"/>
                    <a:pt x="216212" y="8107"/>
                    <a:pt x="216212" y="8107"/>
                  </a:cubicBezTo>
                  <a:lnTo>
                    <a:pt x="216751" y="4945"/>
                  </a:lnTo>
                  <a:lnTo>
                    <a:pt x="215976" y="3095"/>
                  </a:lnTo>
                  <a:lnTo>
                    <a:pt x="213923" y="2119"/>
                  </a:lnTo>
                  <a:lnTo>
                    <a:pt x="211299" y="2321"/>
                  </a:lnTo>
                  <a:lnTo>
                    <a:pt x="208471" y="5920"/>
                  </a:lnTo>
                  <a:cubicBezTo>
                    <a:pt x="208471" y="5920"/>
                    <a:pt x="206183" y="7333"/>
                    <a:pt x="205745" y="7973"/>
                  </a:cubicBezTo>
                  <a:cubicBezTo>
                    <a:pt x="205308" y="8612"/>
                    <a:pt x="199452" y="10596"/>
                    <a:pt x="199452" y="10596"/>
                  </a:cubicBezTo>
                  <a:lnTo>
                    <a:pt x="189255" y="10798"/>
                  </a:lnTo>
                  <a:lnTo>
                    <a:pt x="186630" y="12312"/>
                  </a:lnTo>
                  <a:cubicBezTo>
                    <a:pt x="186630" y="12312"/>
                    <a:pt x="179798" y="13389"/>
                    <a:pt x="178788" y="13725"/>
                  </a:cubicBezTo>
                  <a:cubicBezTo>
                    <a:pt x="177812" y="14061"/>
                    <a:pt x="169903" y="12110"/>
                    <a:pt x="168927" y="12110"/>
                  </a:cubicBezTo>
                  <a:cubicBezTo>
                    <a:pt x="167951" y="12110"/>
                    <a:pt x="160547" y="9722"/>
                    <a:pt x="159470" y="9722"/>
                  </a:cubicBezTo>
                  <a:cubicBezTo>
                    <a:pt x="158393" y="9722"/>
                    <a:pt x="153480" y="7973"/>
                    <a:pt x="152201" y="7771"/>
                  </a:cubicBezTo>
                  <a:cubicBezTo>
                    <a:pt x="150889" y="7569"/>
                    <a:pt x="145470" y="5483"/>
                    <a:pt x="144797" y="5281"/>
                  </a:cubicBezTo>
                  <a:cubicBezTo>
                    <a:pt x="144158" y="5079"/>
                    <a:pt x="139378" y="2792"/>
                    <a:pt x="139378" y="2792"/>
                  </a:cubicBezTo>
                  <a:lnTo>
                    <a:pt x="135138" y="841"/>
                  </a:lnTo>
                  <a:lnTo>
                    <a:pt x="131234" y="841"/>
                  </a:lnTo>
                  <a:cubicBezTo>
                    <a:pt x="131234" y="841"/>
                    <a:pt x="126893" y="2523"/>
                    <a:pt x="126253" y="2960"/>
                  </a:cubicBezTo>
                  <a:cubicBezTo>
                    <a:pt x="125614" y="3397"/>
                    <a:pt x="122787" y="3768"/>
                    <a:pt x="121676" y="4306"/>
                  </a:cubicBezTo>
                  <a:cubicBezTo>
                    <a:pt x="120599" y="4844"/>
                    <a:pt x="117974" y="4306"/>
                    <a:pt x="117335" y="4306"/>
                  </a:cubicBezTo>
                  <a:cubicBezTo>
                    <a:pt x="116695" y="4306"/>
                    <a:pt x="113767" y="5719"/>
                    <a:pt x="112758" y="6257"/>
                  </a:cubicBezTo>
                  <a:cubicBezTo>
                    <a:pt x="111782" y="6795"/>
                    <a:pt x="111883" y="6896"/>
                    <a:pt x="111681" y="7333"/>
                  </a:cubicBezTo>
                  <a:cubicBezTo>
                    <a:pt x="111479" y="7771"/>
                    <a:pt x="109291" y="10496"/>
                    <a:pt x="108955" y="10697"/>
                  </a:cubicBezTo>
                  <a:cubicBezTo>
                    <a:pt x="108618" y="10899"/>
                    <a:pt x="108181" y="13187"/>
                    <a:pt x="108181" y="13624"/>
                  </a:cubicBezTo>
                  <a:cubicBezTo>
                    <a:pt x="108181" y="14061"/>
                    <a:pt x="109056" y="15575"/>
                    <a:pt x="109056" y="15575"/>
                  </a:cubicBezTo>
                  <a:cubicBezTo>
                    <a:pt x="109056" y="15575"/>
                    <a:pt x="117167" y="18771"/>
                    <a:pt x="117739" y="19645"/>
                  </a:cubicBezTo>
                  <a:cubicBezTo>
                    <a:pt x="118311" y="20520"/>
                    <a:pt x="118883" y="19948"/>
                    <a:pt x="121508" y="21126"/>
                  </a:cubicBezTo>
                  <a:cubicBezTo>
                    <a:pt x="124133" y="22303"/>
                    <a:pt x="126422" y="21395"/>
                    <a:pt x="126422" y="21395"/>
                  </a:cubicBezTo>
                  <a:cubicBezTo>
                    <a:pt x="126422" y="21395"/>
                    <a:pt x="129888" y="20823"/>
                    <a:pt x="131335" y="21395"/>
                  </a:cubicBezTo>
                  <a:cubicBezTo>
                    <a:pt x="132782" y="21967"/>
                    <a:pt x="137427" y="24288"/>
                    <a:pt x="137427" y="24288"/>
                  </a:cubicBezTo>
                  <a:lnTo>
                    <a:pt x="137999" y="28930"/>
                  </a:lnTo>
                  <a:lnTo>
                    <a:pt x="138571" y="33841"/>
                  </a:lnTo>
                  <a:cubicBezTo>
                    <a:pt x="138571" y="33841"/>
                    <a:pt x="136552" y="37474"/>
                    <a:pt x="136383" y="37912"/>
                  </a:cubicBezTo>
                  <a:cubicBezTo>
                    <a:pt x="136249" y="38349"/>
                    <a:pt x="136080" y="40368"/>
                    <a:pt x="136080" y="42689"/>
                  </a:cubicBezTo>
                  <a:cubicBezTo>
                    <a:pt x="136080" y="45010"/>
                    <a:pt x="138840" y="45716"/>
                    <a:pt x="141028" y="47768"/>
                  </a:cubicBezTo>
                  <a:cubicBezTo>
                    <a:pt x="143215" y="49787"/>
                    <a:pt x="142475" y="47768"/>
                    <a:pt x="145100" y="47465"/>
                  </a:cubicBezTo>
                  <a:cubicBezTo>
                    <a:pt x="147691" y="47163"/>
                    <a:pt x="147254" y="46894"/>
                    <a:pt x="151898" y="46759"/>
                  </a:cubicBezTo>
                  <a:cubicBezTo>
                    <a:pt x="156542" y="46624"/>
                    <a:pt x="157687" y="47768"/>
                    <a:pt x="160446" y="48205"/>
                  </a:cubicBezTo>
                  <a:cubicBezTo>
                    <a:pt x="163206" y="48643"/>
                    <a:pt x="164519" y="50796"/>
                    <a:pt x="165663" y="51536"/>
                  </a:cubicBezTo>
                  <a:cubicBezTo>
                    <a:pt x="166807" y="52242"/>
                    <a:pt x="171451" y="55573"/>
                    <a:pt x="173336" y="57019"/>
                  </a:cubicBezTo>
                  <a:cubicBezTo>
                    <a:pt x="175221" y="58465"/>
                    <a:pt x="174480" y="60215"/>
                    <a:pt x="174783" y="62670"/>
                  </a:cubicBezTo>
                  <a:cubicBezTo>
                    <a:pt x="175052" y="65126"/>
                    <a:pt x="173908" y="66304"/>
                    <a:pt x="173336" y="67447"/>
                  </a:cubicBezTo>
                  <a:cubicBezTo>
                    <a:pt x="172764" y="68591"/>
                    <a:pt x="171148" y="71484"/>
                    <a:pt x="170442" y="72359"/>
                  </a:cubicBezTo>
                  <a:cubicBezTo>
                    <a:pt x="169735" y="73233"/>
                    <a:pt x="166100" y="74949"/>
                    <a:pt x="164350" y="75554"/>
                  </a:cubicBezTo>
                  <a:cubicBezTo>
                    <a:pt x="162600" y="76126"/>
                    <a:pt x="157990" y="78750"/>
                    <a:pt x="155802" y="77304"/>
                  </a:cubicBezTo>
                  <a:cubicBezTo>
                    <a:pt x="153615" y="75857"/>
                    <a:pt x="151158" y="77304"/>
                    <a:pt x="151158" y="77304"/>
                  </a:cubicBezTo>
                  <a:cubicBezTo>
                    <a:pt x="151158" y="77304"/>
                    <a:pt x="143754" y="79928"/>
                    <a:pt x="142744" y="80197"/>
                  </a:cubicBezTo>
                  <a:cubicBezTo>
                    <a:pt x="141734" y="80500"/>
                    <a:pt x="133624" y="80634"/>
                    <a:pt x="133624" y="80634"/>
                  </a:cubicBezTo>
                  <a:lnTo>
                    <a:pt x="128138" y="77304"/>
                  </a:lnTo>
                  <a:lnTo>
                    <a:pt x="121744" y="77304"/>
                  </a:lnTo>
                  <a:lnTo>
                    <a:pt x="119421" y="80129"/>
                  </a:lnTo>
                  <a:lnTo>
                    <a:pt x="116393" y="81206"/>
                  </a:lnTo>
                  <a:lnTo>
                    <a:pt x="115518" y="91197"/>
                  </a:lnTo>
                  <a:cubicBezTo>
                    <a:pt x="115518" y="91197"/>
                    <a:pt x="115383" y="98598"/>
                    <a:pt x="114811" y="99001"/>
                  </a:cubicBezTo>
                  <a:cubicBezTo>
                    <a:pt x="114239" y="99439"/>
                    <a:pt x="112791" y="101625"/>
                    <a:pt x="111613" y="102769"/>
                  </a:cubicBezTo>
                  <a:cubicBezTo>
                    <a:pt x="110469" y="103913"/>
                    <a:pt x="108147" y="107983"/>
                    <a:pt x="107710" y="109732"/>
                  </a:cubicBezTo>
                  <a:cubicBezTo>
                    <a:pt x="107272" y="111482"/>
                    <a:pt x="107844" y="113803"/>
                    <a:pt x="108282" y="114375"/>
                  </a:cubicBezTo>
                  <a:cubicBezTo>
                    <a:pt x="108719" y="114947"/>
                    <a:pt x="112623" y="119589"/>
                    <a:pt x="113936" y="121170"/>
                  </a:cubicBezTo>
                  <a:cubicBezTo>
                    <a:pt x="115248" y="122751"/>
                    <a:pt x="117268" y="125240"/>
                    <a:pt x="118277" y="125947"/>
                  </a:cubicBezTo>
                  <a:cubicBezTo>
                    <a:pt x="119287" y="126687"/>
                    <a:pt x="120465" y="131295"/>
                    <a:pt x="120465" y="131295"/>
                  </a:cubicBezTo>
                  <a:cubicBezTo>
                    <a:pt x="120465" y="131295"/>
                    <a:pt x="120465" y="138091"/>
                    <a:pt x="120599" y="139537"/>
                  </a:cubicBezTo>
                  <a:cubicBezTo>
                    <a:pt x="120734" y="140984"/>
                    <a:pt x="120162" y="147813"/>
                    <a:pt x="120162" y="148384"/>
                  </a:cubicBezTo>
                  <a:cubicBezTo>
                    <a:pt x="120162" y="148956"/>
                    <a:pt x="119724" y="156054"/>
                    <a:pt x="119724" y="156626"/>
                  </a:cubicBezTo>
                  <a:cubicBezTo>
                    <a:pt x="119724" y="157198"/>
                    <a:pt x="120027" y="163287"/>
                    <a:pt x="120027" y="163287"/>
                  </a:cubicBezTo>
                  <a:cubicBezTo>
                    <a:pt x="120027" y="163287"/>
                    <a:pt x="123359" y="173715"/>
                    <a:pt x="123797" y="174287"/>
                  </a:cubicBezTo>
                  <a:cubicBezTo>
                    <a:pt x="124234" y="174859"/>
                    <a:pt x="124941" y="178492"/>
                    <a:pt x="124941" y="178492"/>
                  </a:cubicBezTo>
                  <a:lnTo>
                    <a:pt x="128340" y="181519"/>
                  </a:lnTo>
                  <a:cubicBezTo>
                    <a:pt x="128340" y="181519"/>
                    <a:pt x="131604" y="183269"/>
                    <a:pt x="132479" y="183269"/>
                  </a:cubicBezTo>
                  <a:cubicBezTo>
                    <a:pt x="133354" y="183269"/>
                    <a:pt x="135071" y="187171"/>
                    <a:pt x="135071" y="187171"/>
                  </a:cubicBezTo>
                  <a:cubicBezTo>
                    <a:pt x="135071" y="187171"/>
                    <a:pt x="132883" y="190636"/>
                    <a:pt x="132244" y="192183"/>
                  </a:cubicBezTo>
                  <a:cubicBezTo>
                    <a:pt x="131604" y="193697"/>
                    <a:pt x="130292" y="197835"/>
                    <a:pt x="130292" y="197835"/>
                  </a:cubicBezTo>
                  <a:lnTo>
                    <a:pt x="135071" y="198911"/>
                  </a:lnTo>
                  <a:lnTo>
                    <a:pt x="145504" y="198911"/>
                  </a:lnTo>
                  <a:lnTo>
                    <a:pt x="147658" y="198911"/>
                  </a:lnTo>
                  <a:lnTo>
                    <a:pt x="148970" y="202275"/>
                  </a:lnTo>
                  <a:lnTo>
                    <a:pt x="154389" y="207590"/>
                  </a:lnTo>
                  <a:cubicBezTo>
                    <a:pt x="154389" y="207590"/>
                    <a:pt x="157653" y="209979"/>
                    <a:pt x="158965" y="210180"/>
                  </a:cubicBezTo>
                  <a:cubicBezTo>
                    <a:pt x="160278" y="210382"/>
                    <a:pt x="165259" y="213006"/>
                    <a:pt x="165259" y="213006"/>
                  </a:cubicBezTo>
                  <a:lnTo>
                    <a:pt x="167648" y="214755"/>
                  </a:lnTo>
                  <a:lnTo>
                    <a:pt x="169836" y="216942"/>
                  </a:lnTo>
                  <a:cubicBezTo>
                    <a:pt x="169836" y="216942"/>
                    <a:pt x="173100" y="221281"/>
                    <a:pt x="173538" y="221921"/>
                  </a:cubicBezTo>
                  <a:cubicBezTo>
                    <a:pt x="173976" y="222560"/>
                    <a:pt x="172461" y="227572"/>
                    <a:pt x="172461" y="227572"/>
                  </a:cubicBezTo>
                  <a:lnTo>
                    <a:pt x="172461" y="230835"/>
                  </a:lnTo>
                  <a:lnTo>
                    <a:pt x="173774" y="234535"/>
                  </a:lnTo>
                  <a:lnTo>
                    <a:pt x="175961" y="239750"/>
                  </a:lnTo>
                  <a:lnTo>
                    <a:pt x="175961" y="241499"/>
                  </a:lnTo>
                  <a:lnTo>
                    <a:pt x="175961" y="243887"/>
                  </a:lnTo>
                  <a:lnTo>
                    <a:pt x="172427" y="245636"/>
                  </a:lnTo>
                  <a:lnTo>
                    <a:pt x="171182" y="248260"/>
                  </a:lnTo>
                  <a:lnTo>
                    <a:pt x="172057" y="251086"/>
                  </a:lnTo>
                  <a:cubicBezTo>
                    <a:pt x="172057" y="251086"/>
                    <a:pt x="172495" y="257175"/>
                    <a:pt x="173807" y="257814"/>
                  </a:cubicBezTo>
                  <a:cubicBezTo>
                    <a:pt x="175120" y="258453"/>
                    <a:pt x="174884" y="263028"/>
                    <a:pt x="175120" y="264105"/>
                  </a:cubicBezTo>
                  <a:cubicBezTo>
                    <a:pt x="175355" y="265181"/>
                    <a:pt x="175120" y="268882"/>
                    <a:pt x="175120" y="268882"/>
                  </a:cubicBezTo>
                  <a:lnTo>
                    <a:pt x="172528" y="274533"/>
                  </a:lnTo>
                  <a:lnTo>
                    <a:pt x="172528" y="277224"/>
                  </a:lnTo>
                  <a:lnTo>
                    <a:pt x="169365" y="281126"/>
                  </a:lnTo>
                  <a:lnTo>
                    <a:pt x="165562" y="282203"/>
                  </a:lnTo>
                  <a:lnTo>
                    <a:pt x="162095" y="281328"/>
                  </a:lnTo>
                  <a:lnTo>
                    <a:pt x="162095" y="278502"/>
                  </a:lnTo>
                  <a:lnTo>
                    <a:pt x="160379" y="274365"/>
                  </a:lnTo>
                  <a:lnTo>
                    <a:pt x="160379" y="271775"/>
                  </a:lnTo>
                  <a:lnTo>
                    <a:pt x="158191" y="271775"/>
                  </a:lnTo>
                  <a:lnTo>
                    <a:pt x="154288" y="273524"/>
                  </a:lnTo>
                  <a:lnTo>
                    <a:pt x="149071" y="273524"/>
                  </a:lnTo>
                  <a:lnTo>
                    <a:pt x="142340" y="273524"/>
                  </a:lnTo>
                  <a:cubicBezTo>
                    <a:pt x="142340" y="273524"/>
                    <a:pt x="135811" y="274937"/>
                    <a:pt x="134970" y="275374"/>
                  </a:cubicBezTo>
                  <a:cubicBezTo>
                    <a:pt x="134095" y="275811"/>
                    <a:pt x="131066" y="278536"/>
                    <a:pt x="131066" y="278536"/>
                  </a:cubicBezTo>
                  <a:lnTo>
                    <a:pt x="128037" y="281160"/>
                  </a:lnTo>
                  <a:lnTo>
                    <a:pt x="125210" y="285298"/>
                  </a:lnTo>
                  <a:cubicBezTo>
                    <a:pt x="125210" y="285298"/>
                    <a:pt x="122820" y="288998"/>
                    <a:pt x="122585" y="289637"/>
                  </a:cubicBezTo>
                  <a:cubicBezTo>
                    <a:pt x="122383" y="290276"/>
                    <a:pt x="121508" y="291824"/>
                    <a:pt x="121508" y="291824"/>
                  </a:cubicBezTo>
                  <a:lnTo>
                    <a:pt x="119556" y="295289"/>
                  </a:lnTo>
                  <a:lnTo>
                    <a:pt x="118244" y="297038"/>
                  </a:lnTo>
                  <a:lnTo>
                    <a:pt x="113229" y="298787"/>
                  </a:lnTo>
                  <a:lnTo>
                    <a:pt x="110200" y="301411"/>
                  </a:lnTo>
                  <a:cubicBezTo>
                    <a:pt x="110200" y="301411"/>
                    <a:pt x="107171" y="303800"/>
                    <a:pt x="106296" y="304237"/>
                  </a:cubicBezTo>
                  <a:cubicBezTo>
                    <a:pt x="105421" y="304674"/>
                    <a:pt x="103032" y="307500"/>
                    <a:pt x="103032" y="307500"/>
                  </a:cubicBezTo>
                  <a:lnTo>
                    <a:pt x="103032" y="312714"/>
                  </a:lnTo>
                  <a:lnTo>
                    <a:pt x="103032" y="318130"/>
                  </a:lnTo>
                  <a:lnTo>
                    <a:pt x="101315" y="323983"/>
                  </a:lnTo>
                  <a:cubicBezTo>
                    <a:pt x="101315" y="323983"/>
                    <a:pt x="98051" y="327448"/>
                    <a:pt x="97176" y="327448"/>
                  </a:cubicBezTo>
                  <a:cubicBezTo>
                    <a:pt x="96301" y="327448"/>
                    <a:pt x="96065" y="324858"/>
                    <a:pt x="96065" y="324858"/>
                  </a:cubicBezTo>
                  <a:lnTo>
                    <a:pt x="96065" y="317895"/>
                  </a:lnTo>
                  <a:lnTo>
                    <a:pt x="96065" y="312680"/>
                  </a:lnTo>
                  <a:lnTo>
                    <a:pt x="96065" y="309215"/>
                  </a:lnTo>
                  <a:lnTo>
                    <a:pt x="96065" y="305750"/>
                  </a:lnTo>
                  <a:lnTo>
                    <a:pt x="92262" y="303127"/>
                  </a:lnTo>
                  <a:lnTo>
                    <a:pt x="89099" y="302252"/>
                  </a:lnTo>
                  <a:lnTo>
                    <a:pt x="89099" y="304439"/>
                  </a:lnTo>
                  <a:lnTo>
                    <a:pt x="87685" y="307062"/>
                  </a:lnTo>
                  <a:cubicBezTo>
                    <a:pt x="87685" y="307062"/>
                    <a:pt x="85195" y="310090"/>
                    <a:pt x="84387" y="310763"/>
                  </a:cubicBezTo>
                  <a:cubicBezTo>
                    <a:pt x="83579" y="311402"/>
                    <a:pt x="81291" y="312512"/>
                    <a:pt x="81291" y="312512"/>
                  </a:cubicBezTo>
                  <a:lnTo>
                    <a:pt x="77824" y="312748"/>
                  </a:lnTo>
                  <a:lnTo>
                    <a:pt x="74762" y="307096"/>
                  </a:lnTo>
                  <a:lnTo>
                    <a:pt x="72170" y="304069"/>
                  </a:lnTo>
                  <a:lnTo>
                    <a:pt x="68031" y="302757"/>
                  </a:lnTo>
                  <a:lnTo>
                    <a:pt x="63891" y="301445"/>
                  </a:lnTo>
                  <a:lnTo>
                    <a:pt x="59314" y="301445"/>
                  </a:lnTo>
                  <a:lnTo>
                    <a:pt x="58237" y="302757"/>
                  </a:lnTo>
                  <a:lnTo>
                    <a:pt x="56723" y="304708"/>
                  </a:lnTo>
                  <a:lnTo>
                    <a:pt x="53458" y="306659"/>
                  </a:lnTo>
                  <a:cubicBezTo>
                    <a:pt x="53458" y="306659"/>
                    <a:pt x="51271" y="307971"/>
                    <a:pt x="50631" y="307971"/>
                  </a:cubicBezTo>
                  <a:cubicBezTo>
                    <a:pt x="49992" y="307971"/>
                    <a:pt x="49554" y="310157"/>
                    <a:pt x="49554" y="310157"/>
                  </a:cubicBezTo>
                  <a:lnTo>
                    <a:pt x="49117" y="312108"/>
                  </a:lnTo>
                  <a:lnTo>
                    <a:pt x="48040" y="313622"/>
                  </a:lnTo>
                  <a:cubicBezTo>
                    <a:pt x="48040" y="313622"/>
                    <a:pt x="46728" y="315573"/>
                    <a:pt x="46324" y="316246"/>
                  </a:cubicBezTo>
                  <a:cubicBezTo>
                    <a:pt x="45886" y="316885"/>
                    <a:pt x="43261" y="316885"/>
                    <a:pt x="43261" y="316885"/>
                  </a:cubicBezTo>
                  <a:lnTo>
                    <a:pt x="40434" y="312748"/>
                  </a:lnTo>
                  <a:lnTo>
                    <a:pt x="34545" y="306221"/>
                  </a:lnTo>
                  <a:lnTo>
                    <a:pt x="29126" y="301445"/>
                  </a:lnTo>
                  <a:lnTo>
                    <a:pt x="27376" y="301445"/>
                  </a:lnTo>
                  <a:lnTo>
                    <a:pt x="24785" y="305784"/>
                  </a:lnTo>
                  <a:lnTo>
                    <a:pt x="24785" y="308812"/>
                  </a:lnTo>
                  <a:lnTo>
                    <a:pt x="24347" y="312277"/>
                  </a:lnTo>
                  <a:cubicBezTo>
                    <a:pt x="24347" y="312277"/>
                    <a:pt x="24549" y="315304"/>
                    <a:pt x="24549" y="316784"/>
                  </a:cubicBezTo>
                  <a:cubicBezTo>
                    <a:pt x="24549" y="318231"/>
                    <a:pt x="18020" y="317726"/>
                    <a:pt x="17145" y="317087"/>
                  </a:cubicBezTo>
                  <a:cubicBezTo>
                    <a:pt x="16270" y="316448"/>
                    <a:pt x="13443" y="317087"/>
                    <a:pt x="13443" y="317087"/>
                  </a:cubicBezTo>
                  <a:lnTo>
                    <a:pt x="11693" y="317087"/>
                  </a:lnTo>
                  <a:lnTo>
                    <a:pt x="8227" y="317087"/>
                  </a:lnTo>
                  <a:lnTo>
                    <a:pt x="4962" y="317087"/>
                  </a:lnTo>
                  <a:lnTo>
                    <a:pt x="3448" y="318836"/>
                  </a:lnTo>
                  <a:lnTo>
                    <a:pt x="2337" y="323613"/>
                  </a:lnTo>
                  <a:lnTo>
                    <a:pt x="3650" y="329265"/>
                  </a:lnTo>
                  <a:lnTo>
                    <a:pt x="6039" y="336665"/>
                  </a:lnTo>
                  <a:lnTo>
                    <a:pt x="11929" y="340130"/>
                  </a:lnTo>
                  <a:lnTo>
                    <a:pt x="14756" y="343831"/>
                  </a:lnTo>
                  <a:lnTo>
                    <a:pt x="15631" y="350996"/>
                  </a:lnTo>
                  <a:cubicBezTo>
                    <a:pt x="15631" y="350996"/>
                    <a:pt x="16708" y="356210"/>
                    <a:pt x="17381" y="357085"/>
                  </a:cubicBezTo>
                  <a:cubicBezTo>
                    <a:pt x="18020" y="357959"/>
                    <a:pt x="16943" y="362501"/>
                    <a:pt x="16943" y="362501"/>
                  </a:cubicBezTo>
                  <a:lnTo>
                    <a:pt x="14554" y="363577"/>
                  </a:lnTo>
                  <a:cubicBezTo>
                    <a:pt x="14554" y="363577"/>
                    <a:pt x="9977" y="365966"/>
                    <a:pt x="9337" y="366403"/>
                  </a:cubicBezTo>
                  <a:cubicBezTo>
                    <a:pt x="8698" y="366840"/>
                    <a:pt x="8260" y="369430"/>
                    <a:pt x="8260" y="369430"/>
                  </a:cubicBezTo>
                  <a:cubicBezTo>
                    <a:pt x="8260" y="369430"/>
                    <a:pt x="11289" y="372021"/>
                    <a:pt x="13039" y="371617"/>
                  </a:cubicBezTo>
                  <a:cubicBezTo>
                    <a:pt x="14789" y="371180"/>
                    <a:pt x="19131" y="374443"/>
                    <a:pt x="19131" y="374443"/>
                  </a:cubicBezTo>
                  <a:cubicBezTo>
                    <a:pt x="19131" y="374443"/>
                    <a:pt x="16304" y="376394"/>
                    <a:pt x="15866" y="377067"/>
                  </a:cubicBezTo>
                  <a:cubicBezTo>
                    <a:pt x="15429" y="377739"/>
                    <a:pt x="15664" y="380330"/>
                    <a:pt x="15664" y="380330"/>
                  </a:cubicBezTo>
                  <a:lnTo>
                    <a:pt x="16102" y="387932"/>
                  </a:lnTo>
                  <a:lnTo>
                    <a:pt x="12635" y="388134"/>
                  </a:lnTo>
                  <a:cubicBezTo>
                    <a:pt x="12635" y="388134"/>
                    <a:pt x="8496" y="384669"/>
                    <a:pt x="6981" y="384669"/>
                  </a:cubicBezTo>
                  <a:cubicBezTo>
                    <a:pt x="5467" y="384669"/>
                    <a:pt x="2405" y="386856"/>
                    <a:pt x="2405" y="386856"/>
                  </a:cubicBezTo>
                  <a:cubicBezTo>
                    <a:pt x="2405" y="386856"/>
                    <a:pt x="-221" y="389446"/>
                    <a:pt x="15" y="389244"/>
                  </a:cubicBezTo>
                  <a:cubicBezTo>
                    <a:pt x="217" y="389042"/>
                    <a:pt x="15" y="394458"/>
                    <a:pt x="15" y="394458"/>
                  </a:cubicBezTo>
                  <a:lnTo>
                    <a:pt x="3279" y="400110"/>
                  </a:lnTo>
                  <a:lnTo>
                    <a:pt x="6746" y="404012"/>
                  </a:lnTo>
                  <a:cubicBezTo>
                    <a:pt x="6746" y="404012"/>
                    <a:pt x="13039" y="403575"/>
                    <a:pt x="13477" y="402935"/>
                  </a:cubicBezTo>
                  <a:cubicBezTo>
                    <a:pt x="13914" y="402296"/>
                    <a:pt x="15429" y="401859"/>
                    <a:pt x="15664" y="401186"/>
                  </a:cubicBezTo>
                  <a:cubicBezTo>
                    <a:pt x="15866" y="400547"/>
                    <a:pt x="17852" y="399672"/>
                    <a:pt x="17852" y="399672"/>
                  </a:cubicBezTo>
                  <a:lnTo>
                    <a:pt x="17852" y="394458"/>
                  </a:lnTo>
                  <a:lnTo>
                    <a:pt x="22092" y="392709"/>
                  </a:lnTo>
                  <a:lnTo>
                    <a:pt x="25256" y="394862"/>
                  </a:lnTo>
                  <a:lnTo>
                    <a:pt x="26568" y="399639"/>
                  </a:lnTo>
                  <a:lnTo>
                    <a:pt x="26568" y="406165"/>
                  </a:lnTo>
                  <a:cubicBezTo>
                    <a:pt x="26568" y="406165"/>
                    <a:pt x="31145" y="408351"/>
                    <a:pt x="32021" y="408553"/>
                  </a:cubicBezTo>
                  <a:cubicBezTo>
                    <a:pt x="32896" y="408755"/>
                    <a:pt x="40502" y="413566"/>
                    <a:pt x="40502" y="413566"/>
                  </a:cubicBezTo>
                  <a:lnTo>
                    <a:pt x="47468" y="419217"/>
                  </a:lnTo>
                  <a:lnTo>
                    <a:pt x="49420" y="422917"/>
                  </a:lnTo>
                  <a:lnTo>
                    <a:pt x="48780" y="427055"/>
                  </a:lnTo>
                  <a:lnTo>
                    <a:pt x="47468" y="432706"/>
                  </a:lnTo>
                  <a:lnTo>
                    <a:pt x="47468" y="435532"/>
                  </a:lnTo>
                  <a:lnTo>
                    <a:pt x="52684" y="439872"/>
                  </a:lnTo>
                  <a:lnTo>
                    <a:pt x="52684" y="441621"/>
                  </a:lnTo>
                  <a:cubicBezTo>
                    <a:pt x="52684" y="441621"/>
                    <a:pt x="51708" y="442698"/>
                    <a:pt x="51271" y="443370"/>
                  </a:cubicBezTo>
                  <a:cubicBezTo>
                    <a:pt x="50833" y="444010"/>
                    <a:pt x="52684" y="448147"/>
                    <a:pt x="52684" y="448147"/>
                  </a:cubicBezTo>
                  <a:lnTo>
                    <a:pt x="57261" y="450737"/>
                  </a:lnTo>
                  <a:lnTo>
                    <a:pt x="64665" y="445523"/>
                  </a:lnTo>
                  <a:cubicBezTo>
                    <a:pt x="64665" y="445523"/>
                    <a:pt x="68805" y="445288"/>
                    <a:pt x="70118" y="446600"/>
                  </a:cubicBezTo>
                  <a:cubicBezTo>
                    <a:pt x="71430" y="447912"/>
                    <a:pt x="71867" y="450939"/>
                    <a:pt x="71867" y="450939"/>
                  </a:cubicBezTo>
                  <a:cubicBezTo>
                    <a:pt x="71867" y="450939"/>
                    <a:pt x="74021" y="456591"/>
                    <a:pt x="73819" y="457230"/>
                  </a:cubicBezTo>
                  <a:cubicBezTo>
                    <a:pt x="73618" y="457869"/>
                    <a:pt x="70118" y="458744"/>
                    <a:pt x="70118" y="458744"/>
                  </a:cubicBezTo>
                  <a:cubicBezTo>
                    <a:pt x="70118" y="458744"/>
                    <a:pt x="70118" y="462646"/>
                    <a:pt x="70118" y="463520"/>
                  </a:cubicBezTo>
                  <a:cubicBezTo>
                    <a:pt x="70118" y="464395"/>
                    <a:pt x="71733" y="468129"/>
                    <a:pt x="71733" y="468129"/>
                  </a:cubicBezTo>
                  <a:lnTo>
                    <a:pt x="78127" y="470988"/>
                  </a:lnTo>
                  <a:lnTo>
                    <a:pt x="84252" y="473680"/>
                  </a:lnTo>
                  <a:lnTo>
                    <a:pt x="85599" y="474016"/>
                  </a:lnTo>
                  <a:lnTo>
                    <a:pt x="85195" y="472637"/>
                  </a:lnTo>
                  <a:cubicBezTo>
                    <a:pt x="85195" y="472637"/>
                    <a:pt x="86070" y="469172"/>
                    <a:pt x="86373" y="467995"/>
                  </a:cubicBezTo>
                  <a:cubicBezTo>
                    <a:pt x="86676" y="466851"/>
                    <a:pt x="87820" y="464227"/>
                    <a:pt x="88392" y="463083"/>
                  </a:cubicBezTo>
                  <a:cubicBezTo>
                    <a:pt x="88964" y="461939"/>
                    <a:pt x="88964" y="459618"/>
                    <a:pt x="90714" y="457566"/>
                  </a:cubicBezTo>
                  <a:cubicBezTo>
                    <a:pt x="92464" y="455548"/>
                    <a:pt x="93305" y="456120"/>
                    <a:pt x="94786" y="453496"/>
                  </a:cubicBezTo>
                  <a:cubicBezTo>
                    <a:pt x="96234" y="450872"/>
                    <a:pt x="97681" y="449425"/>
                    <a:pt x="98253" y="448584"/>
                  </a:cubicBezTo>
                  <a:cubicBezTo>
                    <a:pt x="98825" y="447710"/>
                    <a:pt x="99431" y="446566"/>
                    <a:pt x="99700" y="443068"/>
                  </a:cubicBezTo>
                  <a:cubicBezTo>
                    <a:pt x="100003" y="439603"/>
                    <a:pt x="100844" y="434960"/>
                    <a:pt x="100844" y="434960"/>
                  </a:cubicBezTo>
                  <a:cubicBezTo>
                    <a:pt x="100844" y="434960"/>
                    <a:pt x="101988" y="431765"/>
                    <a:pt x="102863" y="431495"/>
                  </a:cubicBezTo>
                  <a:cubicBezTo>
                    <a:pt x="103738" y="431193"/>
                    <a:pt x="106633" y="430924"/>
                    <a:pt x="108080" y="429477"/>
                  </a:cubicBezTo>
                  <a:cubicBezTo>
                    <a:pt x="109527" y="428031"/>
                    <a:pt x="110974" y="427459"/>
                    <a:pt x="110974" y="426281"/>
                  </a:cubicBezTo>
                  <a:cubicBezTo>
                    <a:pt x="110974" y="425138"/>
                    <a:pt x="112118" y="422211"/>
                    <a:pt x="112118" y="422211"/>
                  </a:cubicBezTo>
                  <a:lnTo>
                    <a:pt x="111243" y="417300"/>
                  </a:lnTo>
                  <a:lnTo>
                    <a:pt x="110941" y="412657"/>
                  </a:lnTo>
                  <a:lnTo>
                    <a:pt x="117907" y="412657"/>
                  </a:lnTo>
                  <a:cubicBezTo>
                    <a:pt x="117907" y="412657"/>
                    <a:pt x="118479" y="415248"/>
                    <a:pt x="119926" y="415248"/>
                  </a:cubicBezTo>
                  <a:cubicBezTo>
                    <a:pt x="121373" y="415248"/>
                    <a:pt x="121373" y="415550"/>
                    <a:pt x="124873" y="415550"/>
                  </a:cubicBezTo>
                  <a:cubicBezTo>
                    <a:pt x="128340" y="415550"/>
                    <a:pt x="126321" y="415853"/>
                    <a:pt x="128340" y="415550"/>
                  </a:cubicBezTo>
                  <a:cubicBezTo>
                    <a:pt x="130359" y="415248"/>
                    <a:pt x="132681" y="412657"/>
                    <a:pt x="132681" y="412657"/>
                  </a:cubicBezTo>
                  <a:cubicBezTo>
                    <a:pt x="132681" y="412657"/>
                    <a:pt x="134128" y="409764"/>
                    <a:pt x="135273" y="409462"/>
                  </a:cubicBezTo>
                  <a:cubicBezTo>
                    <a:pt x="136417" y="409159"/>
                    <a:pt x="138167" y="408015"/>
                    <a:pt x="139042" y="407140"/>
                  </a:cubicBezTo>
                  <a:cubicBezTo>
                    <a:pt x="139917" y="406266"/>
                    <a:pt x="140186" y="405257"/>
                    <a:pt x="141061" y="404685"/>
                  </a:cubicBezTo>
                  <a:cubicBezTo>
                    <a:pt x="141936" y="404113"/>
                    <a:pt x="148028" y="400480"/>
                    <a:pt x="148028" y="400480"/>
                  </a:cubicBezTo>
                  <a:lnTo>
                    <a:pt x="150922" y="400480"/>
                  </a:lnTo>
                  <a:lnTo>
                    <a:pt x="156139" y="400480"/>
                  </a:lnTo>
                  <a:cubicBezTo>
                    <a:pt x="156139" y="400480"/>
                    <a:pt x="158461" y="399605"/>
                    <a:pt x="160211" y="400480"/>
                  </a:cubicBezTo>
                  <a:cubicBezTo>
                    <a:pt x="161961" y="401354"/>
                    <a:pt x="164552" y="401354"/>
                    <a:pt x="165730" y="401354"/>
                  </a:cubicBezTo>
                  <a:cubicBezTo>
                    <a:pt x="166908" y="401354"/>
                    <a:pt x="171249" y="401657"/>
                    <a:pt x="171249" y="401657"/>
                  </a:cubicBezTo>
                  <a:lnTo>
                    <a:pt x="179091" y="402229"/>
                  </a:lnTo>
                  <a:cubicBezTo>
                    <a:pt x="179091" y="402229"/>
                    <a:pt x="180841" y="403676"/>
                    <a:pt x="182860" y="404853"/>
                  </a:cubicBezTo>
                  <a:cubicBezTo>
                    <a:pt x="184880" y="405997"/>
                    <a:pt x="184880" y="405997"/>
                    <a:pt x="184880" y="405997"/>
                  </a:cubicBezTo>
                  <a:cubicBezTo>
                    <a:pt x="184880" y="405997"/>
                    <a:pt x="187471" y="408621"/>
                    <a:pt x="188649" y="408890"/>
                  </a:cubicBezTo>
                  <a:cubicBezTo>
                    <a:pt x="189827" y="409192"/>
                    <a:pt x="191274" y="412086"/>
                    <a:pt x="191274" y="412086"/>
                  </a:cubicBezTo>
                  <a:lnTo>
                    <a:pt x="193899" y="415853"/>
                  </a:lnTo>
                  <a:cubicBezTo>
                    <a:pt x="193899" y="415853"/>
                    <a:pt x="198241" y="418174"/>
                    <a:pt x="199115" y="418174"/>
                  </a:cubicBezTo>
                  <a:cubicBezTo>
                    <a:pt x="199990" y="418174"/>
                    <a:pt x="206654" y="413229"/>
                    <a:pt x="206654" y="413229"/>
                  </a:cubicBezTo>
                  <a:lnTo>
                    <a:pt x="209245" y="408318"/>
                  </a:lnTo>
                  <a:lnTo>
                    <a:pt x="214765" y="405425"/>
                  </a:lnTo>
                  <a:lnTo>
                    <a:pt x="218231" y="403104"/>
                  </a:lnTo>
                  <a:cubicBezTo>
                    <a:pt x="218231" y="403104"/>
                    <a:pt x="221428" y="401186"/>
                    <a:pt x="221428" y="400110"/>
                  </a:cubicBezTo>
                  <a:cubicBezTo>
                    <a:pt x="221428" y="399033"/>
                    <a:pt x="221428" y="396140"/>
                    <a:pt x="221428" y="396140"/>
                  </a:cubicBezTo>
                  <a:lnTo>
                    <a:pt x="219981" y="394391"/>
                  </a:lnTo>
                  <a:lnTo>
                    <a:pt x="218231" y="393214"/>
                  </a:lnTo>
                  <a:lnTo>
                    <a:pt x="215034" y="391767"/>
                  </a:lnTo>
                  <a:lnTo>
                    <a:pt x="211568" y="389446"/>
                  </a:lnTo>
                  <a:cubicBezTo>
                    <a:pt x="211568" y="389446"/>
                    <a:pt x="210423" y="390892"/>
                    <a:pt x="209548" y="389446"/>
                  </a:cubicBezTo>
                  <a:cubicBezTo>
                    <a:pt x="208673" y="387999"/>
                    <a:pt x="207798" y="387697"/>
                    <a:pt x="207226" y="386553"/>
                  </a:cubicBezTo>
                  <a:cubicBezTo>
                    <a:pt x="206654" y="385409"/>
                    <a:pt x="205207" y="383357"/>
                    <a:pt x="205207" y="382482"/>
                  </a:cubicBezTo>
                  <a:cubicBezTo>
                    <a:pt x="205207" y="381608"/>
                    <a:pt x="205510" y="381036"/>
                    <a:pt x="205779" y="379590"/>
                  </a:cubicBezTo>
                  <a:cubicBezTo>
                    <a:pt x="206082" y="378143"/>
                    <a:pt x="206351" y="376697"/>
                    <a:pt x="206082" y="374947"/>
                  </a:cubicBezTo>
                  <a:cubicBezTo>
                    <a:pt x="205779" y="373198"/>
                    <a:pt x="205779" y="370305"/>
                    <a:pt x="205779" y="369161"/>
                  </a:cubicBezTo>
                  <a:cubicBezTo>
                    <a:pt x="205779" y="368017"/>
                    <a:pt x="205779" y="367412"/>
                    <a:pt x="206957" y="367143"/>
                  </a:cubicBezTo>
                  <a:cubicBezTo>
                    <a:pt x="208101" y="366840"/>
                    <a:pt x="211299" y="367143"/>
                    <a:pt x="211299" y="367143"/>
                  </a:cubicBezTo>
                  <a:lnTo>
                    <a:pt x="218837" y="367008"/>
                  </a:lnTo>
                  <a:cubicBezTo>
                    <a:pt x="218837" y="367008"/>
                    <a:pt x="219140" y="367446"/>
                    <a:pt x="220284" y="367008"/>
                  </a:cubicBezTo>
                  <a:cubicBezTo>
                    <a:pt x="221428" y="366571"/>
                    <a:pt x="221159" y="366874"/>
                    <a:pt x="224626" y="367008"/>
                  </a:cubicBezTo>
                  <a:cubicBezTo>
                    <a:pt x="228092" y="367143"/>
                    <a:pt x="228967" y="367580"/>
                    <a:pt x="231289" y="366773"/>
                  </a:cubicBezTo>
                  <a:cubicBezTo>
                    <a:pt x="233611" y="365966"/>
                    <a:pt x="234486" y="365394"/>
                    <a:pt x="235059" y="363644"/>
                  </a:cubicBezTo>
                  <a:cubicBezTo>
                    <a:pt x="235631" y="361895"/>
                    <a:pt x="237078" y="361323"/>
                    <a:pt x="237381" y="360449"/>
                  </a:cubicBezTo>
                  <a:cubicBezTo>
                    <a:pt x="237684" y="359574"/>
                    <a:pt x="240006" y="356984"/>
                    <a:pt x="240006" y="356984"/>
                  </a:cubicBezTo>
                  <a:lnTo>
                    <a:pt x="241453" y="356984"/>
                  </a:lnTo>
                  <a:cubicBezTo>
                    <a:pt x="241453" y="356984"/>
                    <a:pt x="243775" y="357858"/>
                    <a:pt x="244650" y="358430"/>
                  </a:cubicBezTo>
                  <a:cubicBezTo>
                    <a:pt x="245525" y="359002"/>
                    <a:pt x="247847" y="365091"/>
                    <a:pt x="247847" y="365091"/>
                  </a:cubicBezTo>
                  <a:lnTo>
                    <a:pt x="250170" y="370036"/>
                  </a:lnTo>
                  <a:lnTo>
                    <a:pt x="253636" y="372929"/>
                  </a:lnTo>
                  <a:lnTo>
                    <a:pt x="259425" y="371482"/>
                  </a:lnTo>
                  <a:lnTo>
                    <a:pt x="267535" y="369161"/>
                  </a:lnTo>
                  <a:lnTo>
                    <a:pt x="271607" y="367143"/>
                  </a:lnTo>
                  <a:lnTo>
                    <a:pt x="275949" y="370910"/>
                  </a:lnTo>
                  <a:lnTo>
                    <a:pt x="279718" y="372929"/>
                  </a:lnTo>
                  <a:lnTo>
                    <a:pt x="286988" y="376125"/>
                  </a:lnTo>
                  <a:lnTo>
                    <a:pt x="293348" y="377874"/>
                  </a:lnTo>
                  <a:lnTo>
                    <a:pt x="296545" y="379320"/>
                  </a:lnTo>
                  <a:lnTo>
                    <a:pt x="298296" y="382214"/>
                  </a:lnTo>
                  <a:lnTo>
                    <a:pt x="306406" y="385241"/>
                  </a:lnTo>
                  <a:cubicBezTo>
                    <a:pt x="306406" y="385241"/>
                    <a:pt x="309603" y="384804"/>
                    <a:pt x="310748" y="384804"/>
                  </a:cubicBezTo>
                  <a:cubicBezTo>
                    <a:pt x="311892" y="384804"/>
                    <a:pt x="315089" y="384804"/>
                    <a:pt x="316267" y="384804"/>
                  </a:cubicBezTo>
                  <a:cubicBezTo>
                    <a:pt x="317445" y="384804"/>
                    <a:pt x="321484" y="384097"/>
                    <a:pt x="322359" y="383794"/>
                  </a:cubicBezTo>
                  <a:cubicBezTo>
                    <a:pt x="323234" y="383492"/>
                    <a:pt x="327878" y="383088"/>
                    <a:pt x="329022" y="383088"/>
                  </a:cubicBezTo>
                  <a:cubicBezTo>
                    <a:pt x="330166" y="383088"/>
                    <a:pt x="331916" y="383088"/>
                    <a:pt x="331916" y="383088"/>
                  </a:cubicBezTo>
                  <a:lnTo>
                    <a:pt x="335113" y="385712"/>
                  </a:lnTo>
                  <a:cubicBezTo>
                    <a:pt x="335113" y="385712"/>
                    <a:pt x="338580" y="387461"/>
                    <a:pt x="339455" y="387730"/>
                  </a:cubicBezTo>
                  <a:cubicBezTo>
                    <a:pt x="340330" y="388033"/>
                    <a:pt x="345816" y="391801"/>
                    <a:pt x="345816" y="391801"/>
                  </a:cubicBezTo>
                  <a:cubicBezTo>
                    <a:pt x="345816" y="391801"/>
                    <a:pt x="348441" y="392675"/>
                    <a:pt x="349282" y="392978"/>
                  </a:cubicBezTo>
                  <a:cubicBezTo>
                    <a:pt x="350157" y="393247"/>
                    <a:pt x="355946" y="398192"/>
                    <a:pt x="355946" y="398192"/>
                  </a:cubicBezTo>
                  <a:lnTo>
                    <a:pt x="362912" y="400513"/>
                  </a:lnTo>
                  <a:lnTo>
                    <a:pt x="364932" y="406299"/>
                  </a:lnTo>
                  <a:lnTo>
                    <a:pt x="368398" y="408890"/>
                  </a:lnTo>
                  <a:lnTo>
                    <a:pt x="373312" y="412960"/>
                  </a:lnTo>
                  <a:cubicBezTo>
                    <a:pt x="373312" y="412960"/>
                    <a:pt x="376071" y="420361"/>
                    <a:pt x="375634" y="420361"/>
                  </a:cubicBezTo>
                  <a:cubicBezTo>
                    <a:pt x="375196" y="420361"/>
                    <a:pt x="376946" y="422379"/>
                    <a:pt x="376946" y="422379"/>
                  </a:cubicBezTo>
                  <a:cubicBezTo>
                    <a:pt x="376946" y="422379"/>
                    <a:pt x="378023" y="422076"/>
                    <a:pt x="378461" y="421942"/>
                  </a:cubicBezTo>
                  <a:cubicBezTo>
                    <a:pt x="378898" y="421807"/>
                    <a:pt x="381422" y="418309"/>
                    <a:pt x="381422" y="417737"/>
                  </a:cubicBezTo>
                  <a:cubicBezTo>
                    <a:pt x="381422" y="417165"/>
                    <a:pt x="381422" y="415281"/>
                    <a:pt x="381422" y="415281"/>
                  </a:cubicBezTo>
                  <a:cubicBezTo>
                    <a:pt x="381422" y="415281"/>
                    <a:pt x="381927" y="414272"/>
                    <a:pt x="382499" y="414272"/>
                  </a:cubicBezTo>
                  <a:cubicBezTo>
                    <a:pt x="383071" y="414272"/>
                    <a:pt x="384889" y="417030"/>
                    <a:pt x="384889" y="417030"/>
                  </a:cubicBezTo>
                  <a:lnTo>
                    <a:pt x="384889" y="418780"/>
                  </a:lnTo>
                  <a:lnTo>
                    <a:pt x="386639" y="422413"/>
                  </a:lnTo>
                  <a:lnTo>
                    <a:pt x="388961" y="423859"/>
                  </a:lnTo>
                  <a:cubicBezTo>
                    <a:pt x="388961" y="423859"/>
                    <a:pt x="390273" y="424734"/>
                    <a:pt x="391855" y="423557"/>
                  </a:cubicBezTo>
                  <a:cubicBezTo>
                    <a:pt x="393437" y="422413"/>
                    <a:pt x="394918" y="422245"/>
                    <a:pt x="395625" y="421404"/>
                  </a:cubicBezTo>
                  <a:cubicBezTo>
                    <a:pt x="396365" y="420529"/>
                    <a:pt x="397509" y="419082"/>
                    <a:pt x="397509" y="419082"/>
                  </a:cubicBezTo>
                  <a:cubicBezTo>
                    <a:pt x="397509" y="419082"/>
                    <a:pt x="399832" y="417199"/>
                    <a:pt x="399832" y="416761"/>
                  </a:cubicBezTo>
                  <a:cubicBezTo>
                    <a:pt x="399832" y="416324"/>
                    <a:pt x="401985" y="412422"/>
                    <a:pt x="402456" y="412119"/>
                  </a:cubicBezTo>
                  <a:cubicBezTo>
                    <a:pt x="402894" y="411850"/>
                    <a:pt x="404341" y="411985"/>
                    <a:pt x="404913" y="411547"/>
                  </a:cubicBezTo>
                  <a:cubicBezTo>
                    <a:pt x="405485" y="411110"/>
                    <a:pt x="408683" y="409226"/>
                    <a:pt x="408683" y="409226"/>
                  </a:cubicBezTo>
                  <a:lnTo>
                    <a:pt x="411880" y="409226"/>
                  </a:lnTo>
                  <a:cubicBezTo>
                    <a:pt x="411880" y="409226"/>
                    <a:pt x="415784" y="407780"/>
                    <a:pt x="416659" y="408789"/>
                  </a:cubicBezTo>
                  <a:cubicBezTo>
                    <a:pt x="417534" y="409798"/>
                    <a:pt x="418543" y="410807"/>
                    <a:pt x="419116" y="410975"/>
                  </a:cubicBezTo>
                  <a:cubicBezTo>
                    <a:pt x="419687" y="411110"/>
                    <a:pt x="422145" y="407948"/>
                    <a:pt x="422582" y="407780"/>
                  </a:cubicBezTo>
                  <a:cubicBezTo>
                    <a:pt x="423019" y="407645"/>
                    <a:pt x="423894" y="405458"/>
                    <a:pt x="424164" y="404887"/>
                  </a:cubicBezTo>
                  <a:cubicBezTo>
                    <a:pt x="424467" y="404315"/>
                    <a:pt x="426048" y="402128"/>
                    <a:pt x="426183" y="401691"/>
                  </a:cubicBezTo>
                  <a:cubicBezTo>
                    <a:pt x="426318" y="401253"/>
                    <a:pt x="427933" y="399235"/>
                    <a:pt x="428202" y="398663"/>
                  </a:cubicBezTo>
                  <a:cubicBezTo>
                    <a:pt x="428505" y="398091"/>
                    <a:pt x="429346" y="396779"/>
                    <a:pt x="430087" y="395636"/>
                  </a:cubicBezTo>
                  <a:cubicBezTo>
                    <a:pt x="430827" y="394492"/>
                    <a:pt x="430962" y="394189"/>
                    <a:pt x="431971" y="393752"/>
                  </a:cubicBezTo>
                  <a:cubicBezTo>
                    <a:pt x="432981" y="393315"/>
                    <a:pt x="436178" y="392608"/>
                    <a:pt x="436885" y="392608"/>
                  </a:cubicBezTo>
                  <a:cubicBezTo>
                    <a:pt x="437592" y="392608"/>
                    <a:pt x="439780" y="392743"/>
                    <a:pt x="440351" y="392608"/>
                  </a:cubicBezTo>
                  <a:cubicBezTo>
                    <a:pt x="440924" y="392474"/>
                    <a:pt x="442539" y="392608"/>
                    <a:pt x="442539" y="392608"/>
                  </a:cubicBezTo>
                  <a:lnTo>
                    <a:pt x="444121" y="394627"/>
                  </a:lnTo>
                  <a:cubicBezTo>
                    <a:pt x="444121" y="394627"/>
                    <a:pt x="444760" y="394761"/>
                    <a:pt x="444895" y="395198"/>
                  </a:cubicBezTo>
                  <a:cubicBezTo>
                    <a:pt x="445029" y="395636"/>
                    <a:pt x="445703" y="397385"/>
                    <a:pt x="445703" y="398226"/>
                  </a:cubicBezTo>
                  <a:cubicBezTo>
                    <a:pt x="445703" y="399100"/>
                    <a:pt x="445703" y="401422"/>
                    <a:pt x="445703" y="401422"/>
                  </a:cubicBezTo>
                  <a:lnTo>
                    <a:pt x="445703" y="406636"/>
                  </a:lnTo>
                  <a:cubicBezTo>
                    <a:pt x="445703" y="406636"/>
                    <a:pt x="446006" y="407208"/>
                    <a:pt x="445703" y="408082"/>
                  </a:cubicBezTo>
                  <a:cubicBezTo>
                    <a:pt x="445400" y="408957"/>
                    <a:pt x="446241" y="412287"/>
                    <a:pt x="445837" y="413162"/>
                  </a:cubicBezTo>
                  <a:cubicBezTo>
                    <a:pt x="445433" y="414036"/>
                    <a:pt x="446510" y="415920"/>
                    <a:pt x="445972" y="416627"/>
                  </a:cubicBezTo>
                  <a:cubicBezTo>
                    <a:pt x="445433" y="417333"/>
                    <a:pt x="445433" y="420092"/>
                    <a:pt x="445433" y="420966"/>
                  </a:cubicBezTo>
                  <a:cubicBezTo>
                    <a:pt x="445433" y="421841"/>
                    <a:pt x="445232" y="423725"/>
                    <a:pt x="446140" y="424734"/>
                  </a:cubicBezTo>
                  <a:cubicBezTo>
                    <a:pt x="447049" y="425743"/>
                    <a:pt x="448361" y="427190"/>
                    <a:pt x="448361" y="427190"/>
                  </a:cubicBezTo>
                  <a:cubicBezTo>
                    <a:pt x="448361" y="427190"/>
                    <a:pt x="450111" y="428939"/>
                    <a:pt x="450246" y="429376"/>
                  </a:cubicBezTo>
                  <a:cubicBezTo>
                    <a:pt x="450380" y="429813"/>
                    <a:pt x="452703" y="430823"/>
                    <a:pt x="453578" y="430554"/>
                  </a:cubicBezTo>
                  <a:cubicBezTo>
                    <a:pt x="454453" y="430251"/>
                    <a:pt x="455765" y="429545"/>
                    <a:pt x="455765" y="429545"/>
                  </a:cubicBezTo>
                  <a:lnTo>
                    <a:pt x="458087" y="427223"/>
                  </a:lnTo>
                  <a:lnTo>
                    <a:pt x="460477" y="427795"/>
                  </a:lnTo>
                  <a:lnTo>
                    <a:pt x="461419" y="429679"/>
                  </a:lnTo>
                  <a:lnTo>
                    <a:pt x="461419" y="432706"/>
                  </a:lnTo>
                  <a:lnTo>
                    <a:pt x="461419" y="436171"/>
                  </a:lnTo>
                  <a:cubicBezTo>
                    <a:pt x="461419" y="436171"/>
                    <a:pt x="463438" y="435734"/>
                    <a:pt x="464313" y="435431"/>
                  </a:cubicBezTo>
                  <a:cubicBezTo>
                    <a:pt x="465188" y="435129"/>
                    <a:pt x="466939" y="433245"/>
                    <a:pt x="467342" y="432673"/>
                  </a:cubicBezTo>
                  <a:cubicBezTo>
                    <a:pt x="467780" y="432101"/>
                    <a:pt x="468520" y="432673"/>
                    <a:pt x="469227" y="431361"/>
                  </a:cubicBezTo>
                  <a:cubicBezTo>
                    <a:pt x="469934" y="430049"/>
                    <a:pt x="471112" y="428165"/>
                    <a:pt x="471112" y="428165"/>
                  </a:cubicBezTo>
                  <a:cubicBezTo>
                    <a:pt x="471112" y="428165"/>
                    <a:pt x="478078" y="422648"/>
                    <a:pt x="478516" y="422211"/>
                  </a:cubicBezTo>
                  <a:cubicBezTo>
                    <a:pt x="478954" y="421774"/>
                    <a:pt x="483160" y="419015"/>
                    <a:pt x="483295" y="418578"/>
                  </a:cubicBezTo>
                  <a:cubicBezTo>
                    <a:pt x="483429" y="418141"/>
                    <a:pt x="484439" y="415988"/>
                    <a:pt x="485449" y="414945"/>
                  </a:cubicBezTo>
                  <a:cubicBezTo>
                    <a:pt x="486458" y="413936"/>
                    <a:pt x="488646" y="411043"/>
                    <a:pt x="489218" y="410740"/>
                  </a:cubicBezTo>
                  <a:cubicBezTo>
                    <a:pt x="489790" y="410437"/>
                    <a:pt x="490093" y="408856"/>
                    <a:pt x="490665" y="408722"/>
                  </a:cubicBezTo>
                  <a:cubicBezTo>
                    <a:pt x="491237" y="408587"/>
                    <a:pt x="490800" y="408722"/>
                    <a:pt x="492247" y="407847"/>
                  </a:cubicBezTo>
                  <a:cubicBezTo>
                    <a:pt x="493694" y="406972"/>
                    <a:pt x="496723" y="404214"/>
                    <a:pt x="496723" y="404214"/>
                  </a:cubicBezTo>
                  <a:cubicBezTo>
                    <a:pt x="496723" y="404214"/>
                    <a:pt x="498170" y="403642"/>
                    <a:pt x="498608" y="403474"/>
                  </a:cubicBezTo>
                  <a:cubicBezTo>
                    <a:pt x="499045" y="403339"/>
                    <a:pt x="501637" y="402027"/>
                    <a:pt x="501637" y="402027"/>
                  </a:cubicBezTo>
                  <a:lnTo>
                    <a:pt x="504531" y="401018"/>
                  </a:lnTo>
                  <a:lnTo>
                    <a:pt x="506719" y="401153"/>
                  </a:lnTo>
                  <a:lnTo>
                    <a:pt x="508738" y="402902"/>
                  </a:lnTo>
                  <a:cubicBezTo>
                    <a:pt x="508738" y="402902"/>
                    <a:pt x="508872" y="403339"/>
                    <a:pt x="509444" y="403339"/>
                  </a:cubicBezTo>
                  <a:cubicBezTo>
                    <a:pt x="510017" y="403339"/>
                    <a:pt x="512911" y="405660"/>
                    <a:pt x="512911" y="405660"/>
                  </a:cubicBezTo>
                  <a:lnTo>
                    <a:pt x="515233" y="408116"/>
                  </a:lnTo>
                  <a:lnTo>
                    <a:pt x="516680" y="408553"/>
                  </a:lnTo>
                  <a:lnTo>
                    <a:pt x="520315" y="411884"/>
                  </a:lnTo>
                  <a:lnTo>
                    <a:pt x="522334" y="413768"/>
                  </a:lnTo>
                  <a:lnTo>
                    <a:pt x="523950" y="415517"/>
                  </a:lnTo>
                  <a:lnTo>
                    <a:pt x="523950" y="418712"/>
                  </a:lnTo>
                  <a:lnTo>
                    <a:pt x="522940" y="420462"/>
                  </a:lnTo>
                  <a:lnTo>
                    <a:pt x="521493" y="421774"/>
                  </a:lnTo>
                  <a:cubicBezTo>
                    <a:pt x="521493" y="421774"/>
                    <a:pt x="520921" y="422211"/>
                    <a:pt x="520617" y="422648"/>
                  </a:cubicBezTo>
                  <a:cubicBezTo>
                    <a:pt x="520315" y="423086"/>
                    <a:pt x="520315" y="423960"/>
                    <a:pt x="520315" y="423960"/>
                  </a:cubicBezTo>
                  <a:lnTo>
                    <a:pt x="521762" y="425541"/>
                  </a:lnTo>
                  <a:cubicBezTo>
                    <a:pt x="521762" y="425541"/>
                    <a:pt x="521627" y="427291"/>
                    <a:pt x="522031" y="426988"/>
                  </a:cubicBezTo>
                  <a:cubicBezTo>
                    <a:pt x="522469" y="426685"/>
                    <a:pt x="525363" y="425979"/>
                    <a:pt x="525363" y="425979"/>
                  </a:cubicBezTo>
                  <a:lnTo>
                    <a:pt x="526810" y="426988"/>
                  </a:lnTo>
                  <a:lnTo>
                    <a:pt x="529132" y="430453"/>
                  </a:lnTo>
                  <a:lnTo>
                    <a:pt x="529132" y="432639"/>
                  </a:lnTo>
                  <a:lnTo>
                    <a:pt x="528560" y="434826"/>
                  </a:lnTo>
                  <a:lnTo>
                    <a:pt x="527988" y="436272"/>
                  </a:lnTo>
                  <a:lnTo>
                    <a:pt x="527416" y="437147"/>
                  </a:lnTo>
                  <a:lnTo>
                    <a:pt x="525094" y="439737"/>
                  </a:lnTo>
                  <a:lnTo>
                    <a:pt x="523209" y="441924"/>
                  </a:lnTo>
                  <a:lnTo>
                    <a:pt x="520887" y="443505"/>
                  </a:lnTo>
                  <a:lnTo>
                    <a:pt x="519137" y="445389"/>
                  </a:lnTo>
                  <a:lnTo>
                    <a:pt x="517623" y="447138"/>
                  </a:lnTo>
                  <a:lnTo>
                    <a:pt x="516815" y="450603"/>
                  </a:lnTo>
                  <a:lnTo>
                    <a:pt x="515940" y="453496"/>
                  </a:lnTo>
                  <a:cubicBezTo>
                    <a:pt x="515940" y="453496"/>
                    <a:pt x="516074" y="455682"/>
                    <a:pt x="516646" y="455682"/>
                  </a:cubicBezTo>
                  <a:cubicBezTo>
                    <a:pt x="517219" y="455682"/>
                    <a:pt x="520719" y="455817"/>
                    <a:pt x="520719" y="455817"/>
                  </a:cubicBezTo>
                  <a:cubicBezTo>
                    <a:pt x="520719" y="455817"/>
                    <a:pt x="522166" y="456557"/>
                    <a:pt x="523916" y="456557"/>
                  </a:cubicBezTo>
                  <a:cubicBezTo>
                    <a:pt x="525666" y="456557"/>
                    <a:pt x="527382" y="457129"/>
                    <a:pt x="527382" y="457129"/>
                  </a:cubicBezTo>
                  <a:cubicBezTo>
                    <a:pt x="527382" y="457129"/>
                    <a:pt x="527113" y="459585"/>
                    <a:pt x="526507" y="459585"/>
                  </a:cubicBezTo>
                  <a:cubicBezTo>
                    <a:pt x="525935" y="459585"/>
                    <a:pt x="524623" y="460291"/>
                    <a:pt x="524050" y="460728"/>
                  </a:cubicBezTo>
                  <a:cubicBezTo>
                    <a:pt x="523478" y="461166"/>
                    <a:pt x="521863" y="461435"/>
                    <a:pt x="521156" y="461872"/>
                  </a:cubicBezTo>
                  <a:cubicBezTo>
                    <a:pt x="520449" y="462309"/>
                    <a:pt x="519440" y="463184"/>
                    <a:pt x="519137" y="464059"/>
                  </a:cubicBezTo>
                  <a:cubicBezTo>
                    <a:pt x="518834" y="464933"/>
                    <a:pt x="518565" y="465505"/>
                    <a:pt x="518565" y="466077"/>
                  </a:cubicBezTo>
                  <a:cubicBezTo>
                    <a:pt x="518565" y="466649"/>
                    <a:pt x="519574" y="468970"/>
                    <a:pt x="519574" y="468970"/>
                  </a:cubicBezTo>
                  <a:cubicBezTo>
                    <a:pt x="519574" y="468970"/>
                    <a:pt x="521022" y="469845"/>
                    <a:pt x="521459" y="470282"/>
                  </a:cubicBezTo>
                  <a:cubicBezTo>
                    <a:pt x="521896" y="470719"/>
                    <a:pt x="524084" y="472872"/>
                    <a:pt x="524488" y="473309"/>
                  </a:cubicBezTo>
                  <a:cubicBezTo>
                    <a:pt x="524925" y="473747"/>
                    <a:pt x="526373" y="474319"/>
                    <a:pt x="526810" y="474184"/>
                  </a:cubicBezTo>
                  <a:cubicBezTo>
                    <a:pt x="527248" y="474050"/>
                    <a:pt x="529132" y="473747"/>
                    <a:pt x="529132" y="473747"/>
                  </a:cubicBezTo>
                  <a:lnTo>
                    <a:pt x="531757" y="472435"/>
                  </a:lnTo>
                  <a:lnTo>
                    <a:pt x="533339" y="470854"/>
                  </a:lnTo>
                  <a:cubicBezTo>
                    <a:pt x="533339" y="470854"/>
                    <a:pt x="534046" y="469273"/>
                    <a:pt x="534484" y="469105"/>
                  </a:cubicBezTo>
                  <a:cubicBezTo>
                    <a:pt x="534921" y="468970"/>
                    <a:pt x="535998" y="468533"/>
                    <a:pt x="535998" y="468533"/>
                  </a:cubicBezTo>
                  <a:lnTo>
                    <a:pt x="537815" y="470988"/>
                  </a:lnTo>
                  <a:lnTo>
                    <a:pt x="537815" y="472570"/>
                  </a:lnTo>
                  <a:cubicBezTo>
                    <a:pt x="537815" y="472570"/>
                    <a:pt x="536503" y="474319"/>
                    <a:pt x="537815" y="475328"/>
                  </a:cubicBezTo>
                  <a:cubicBezTo>
                    <a:pt x="539128" y="476337"/>
                    <a:pt x="541585" y="478793"/>
                    <a:pt x="541585" y="478793"/>
                  </a:cubicBezTo>
                  <a:lnTo>
                    <a:pt x="543301" y="477346"/>
                  </a:lnTo>
                  <a:lnTo>
                    <a:pt x="546936" y="477481"/>
                  </a:lnTo>
                  <a:lnTo>
                    <a:pt x="548517" y="472401"/>
                  </a:lnTo>
                  <a:lnTo>
                    <a:pt x="551715" y="469710"/>
                  </a:lnTo>
                  <a:cubicBezTo>
                    <a:pt x="551715" y="469710"/>
                    <a:pt x="555181" y="466683"/>
                    <a:pt x="556493" y="465371"/>
                  </a:cubicBezTo>
                  <a:cubicBezTo>
                    <a:pt x="557806" y="464059"/>
                    <a:pt x="558883" y="462108"/>
                    <a:pt x="558883" y="462108"/>
                  </a:cubicBezTo>
                  <a:lnTo>
                    <a:pt x="561710" y="457600"/>
                  </a:lnTo>
                  <a:cubicBezTo>
                    <a:pt x="561710" y="457600"/>
                    <a:pt x="564301" y="457768"/>
                    <a:pt x="567801" y="457533"/>
                  </a:cubicBezTo>
                  <a:cubicBezTo>
                    <a:pt x="570157" y="457398"/>
                    <a:pt x="570124" y="457533"/>
                    <a:pt x="570056" y="457600"/>
                  </a:cubicBezTo>
                  <a:cubicBezTo>
                    <a:pt x="570090" y="457600"/>
                    <a:pt x="570124" y="457566"/>
                    <a:pt x="570191" y="457533"/>
                  </a:cubicBezTo>
                  <a:cubicBezTo>
                    <a:pt x="570830" y="457297"/>
                    <a:pt x="574970" y="456893"/>
                    <a:pt x="575609" y="456456"/>
                  </a:cubicBezTo>
                  <a:cubicBezTo>
                    <a:pt x="576249" y="456019"/>
                    <a:pt x="577797" y="455144"/>
                    <a:pt x="577797" y="455144"/>
                  </a:cubicBezTo>
                  <a:lnTo>
                    <a:pt x="577797" y="449930"/>
                  </a:lnTo>
                  <a:lnTo>
                    <a:pt x="577797" y="447743"/>
                  </a:lnTo>
                  <a:lnTo>
                    <a:pt x="578672" y="443841"/>
                  </a:lnTo>
                  <a:lnTo>
                    <a:pt x="582138" y="443841"/>
                  </a:lnTo>
                  <a:lnTo>
                    <a:pt x="595196" y="443841"/>
                  </a:lnTo>
                  <a:lnTo>
                    <a:pt x="603004" y="442092"/>
                  </a:lnTo>
                  <a:cubicBezTo>
                    <a:pt x="603004" y="442092"/>
                    <a:pt x="605831" y="441016"/>
                    <a:pt x="606470" y="440578"/>
                  </a:cubicBezTo>
                  <a:cubicBezTo>
                    <a:pt x="607110" y="440141"/>
                    <a:pt x="609937" y="437113"/>
                    <a:pt x="610374" y="436239"/>
                  </a:cubicBezTo>
                  <a:cubicBezTo>
                    <a:pt x="610812" y="435364"/>
                    <a:pt x="613403" y="433413"/>
                    <a:pt x="613403" y="433413"/>
                  </a:cubicBezTo>
                  <a:lnTo>
                    <a:pt x="623836" y="433413"/>
                  </a:lnTo>
                  <a:lnTo>
                    <a:pt x="632519" y="433413"/>
                  </a:lnTo>
                  <a:lnTo>
                    <a:pt x="639687" y="433413"/>
                  </a:lnTo>
                  <a:lnTo>
                    <a:pt x="644029" y="428972"/>
                  </a:lnTo>
                  <a:cubicBezTo>
                    <a:pt x="644029" y="428972"/>
                    <a:pt x="639890" y="422346"/>
                    <a:pt x="639687" y="421034"/>
                  </a:cubicBezTo>
                  <a:cubicBezTo>
                    <a:pt x="639486" y="419722"/>
                    <a:pt x="643591" y="417771"/>
                    <a:pt x="643827" y="416896"/>
                  </a:cubicBezTo>
                  <a:cubicBezTo>
                    <a:pt x="644029" y="416021"/>
                    <a:pt x="645779" y="413633"/>
                    <a:pt x="645779" y="413633"/>
                  </a:cubicBezTo>
                  <a:lnTo>
                    <a:pt x="650558" y="409495"/>
                  </a:lnTo>
                  <a:lnTo>
                    <a:pt x="656010" y="412960"/>
                  </a:lnTo>
                  <a:lnTo>
                    <a:pt x="663414" y="417939"/>
                  </a:lnTo>
                  <a:cubicBezTo>
                    <a:pt x="663414" y="417939"/>
                    <a:pt x="669270" y="414911"/>
                    <a:pt x="669943" y="414474"/>
                  </a:cubicBezTo>
                  <a:cubicBezTo>
                    <a:pt x="670583" y="414036"/>
                    <a:pt x="671020" y="410134"/>
                    <a:pt x="671020" y="410134"/>
                  </a:cubicBezTo>
                  <a:lnTo>
                    <a:pt x="674049" y="404046"/>
                  </a:lnTo>
                  <a:lnTo>
                    <a:pt x="680578" y="401422"/>
                  </a:lnTo>
                  <a:lnTo>
                    <a:pt x="685155" y="400110"/>
                  </a:lnTo>
                  <a:lnTo>
                    <a:pt x="688857" y="397721"/>
                  </a:lnTo>
                  <a:lnTo>
                    <a:pt x="691684" y="393819"/>
                  </a:lnTo>
                  <a:lnTo>
                    <a:pt x="694309" y="389042"/>
                  </a:lnTo>
                  <a:lnTo>
                    <a:pt x="694309" y="385577"/>
                  </a:lnTo>
                  <a:lnTo>
                    <a:pt x="696597" y="381238"/>
                  </a:lnTo>
                  <a:lnTo>
                    <a:pt x="704540" y="380801"/>
                  </a:lnTo>
                  <a:lnTo>
                    <a:pt x="710833" y="379489"/>
                  </a:lnTo>
                  <a:lnTo>
                    <a:pt x="722343" y="379489"/>
                  </a:lnTo>
                  <a:lnTo>
                    <a:pt x="727560" y="381541"/>
                  </a:lnTo>
                  <a:lnTo>
                    <a:pt x="730387" y="384265"/>
                  </a:lnTo>
                  <a:lnTo>
                    <a:pt x="735165" y="391666"/>
                  </a:lnTo>
                  <a:lnTo>
                    <a:pt x="744724" y="391666"/>
                  </a:lnTo>
                  <a:lnTo>
                    <a:pt x="748358" y="390018"/>
                  </a:lnTo>
                  <a:lnTo>
                    <a:pt x="756099" y="386620"/>
                  </a:lnTo>
                  <a:lnTo>
                    <a:pt x="761214" y="384602"/>
                  </a:lnTo>
                  <a:lnTo>
                    <a:pt x="763032" y="382146"/>
                  </a:lnTo>
                  <a:lnTo>
                    <a:pt x="763267" y="383021"/>
                  </a:lnTo>
                  <a:lnTo>
                    <a:pt x="761820" y="377672"/>
                  </a:lnTo>
                  <a:lnTo>
                    <a:pt x="761719" y="373164"/>
                  </a:lnTo>
                  <a:close/>
                </a:path>
              </a:pathLst>
            </a:custGeom>
            <a:grpFill/>
            <a:ln w="6350" cap="flat">
              <a:solidFill>
                <a:schemeClr val="bg1"/>
              </a:solidFill>
              <a:prstDash val="solid"/>
              <a:miter/>
            </a:ln>
          </p:spPr>
          <p:txBody>
            <a:bodyPr rtlCol="0" anchor="ctr"/>
            <a:lstStyle/>
            <a:p>
              <a:endParaRPr lang="en-US"/>
            </a:p>
          </p:txBody>
        </p:sp>
        <p:sp>
          <p:nvSpPr>
            <p:cNvPr id="176" name="Freeform 893">
              <a:extLst>
                <a:ext uri="{FF2B5EF4-FFF2-40B4-BE49-F238E27FC236}">
                  <a16:creationId xmlns:a16="http://schemas.microsoft.com/office/drawing/2014/main" id="{54C8B44C-1F95-AC6F-E0E9-9824607ACB5F}"/>
                </a:ext>
              </a:extLst>
            </p:cNvPr>
            <p:cNvSpPr/>
            <p:nvPr/>
          </p:nvSpPr>
          <p:spPr>
            <a:xfrm>
              <a:off x="7073510" y="3140268"/>
              <a:ext cx="468366" cy="490722"/>
            </a:xfrm>
            <a:custGeom>
              <a:avLst/>
              <a:gdLst>
                <a:gd name="connsiteX0" fmla="*/ 821072 w 899217"/>
                <a:gd name="connsiteY0" fmla="*/ 731292 h 942137"/>
                <a:gd name="connsiteX1" fmla="*/ 824269 w 899217"/>
                <a:gd name="connsiteY1" fmla="*/ 727524 h 942137"/>
                <a:gd name="connsiteX2" fmla="*/ 827736 w 899217"/>
                <a:gd name="connsiteY2" fmla="*/ 724934 h 942137"/>
                <a:gd name="connsiteX3" fmla="*/ 831640 w 899217"/>
                <a:gd name="connsiteY3" fmla="*/ 721167 h 942137"/>
                <a:gd name="connsiteX4" fmla="*/ 834534 w 899217"/>
                <a:gd name="connsiteY4" fmla="*/ 716524 h 942137"/>
                <a:gd name="connsiteX5" fmla="*/ 841500 w 899217"/>
                <a:gd name="connsiteY5" fmla="*/ 714203 h 942137"/>
                <a:gd name="connsiteX6" fmla="*/ 842510 w 899217"/>
                <a:gd name="connsiteY6" fmla="*/ 715953 h 942137"/>
                <a:gd name="connsiteX7" fmla="*/ 844529 w 899217"/>
                <a:gd name="connsiteY7" fmla="*/ 715650 h 942137"/>
                <a:gd name="connsiteX8" fmla="*/ 846279 w 899217"/>
                <a:gd name="connsiteY8" fmla="*/ 712757 h 942137"/>
                <a:gd name="connsiteX9" fmla="*/ 844698 w 899217"/>
                <a:gd name="connsiteY9" fmla="*/ 711613 h 942137"/>
                <a:gd name="connsiteX10" fmla="*/ 843250 w 899217"/>
                <a:gd name="connsiteY10" fmla="*/ 709864 h 942137"/>
                <a:gd name="connsiteX11" fmla="*/ 843688 w 899217"/>
                <a:gd name="connsiteY11" fmla="*/ 707543 h 942137"/>
                <a:gd name="connsiteX12" fmla="*/ 845135 w 899217"/>
                <a:gd name="connsiteY12" fmla="*/ 706399 h 942137"/>
                <a:gd name="connsiteX13" fmla="*/ 849039 w 899217"/>
                <a:gd name="connsiteY13" fmla="*/ 705255 h 942137"/>
                <a:gd name="connsiteX14" fmla="*/ 854827 w 899217"/>
                <a:gd name="connsiteY14" fmla="*/ 702497 h 942137"/>
                <a:gd name="connsiteX15" fmla="*/ 859909 w 899217"/>
                <a:gd name="connsiteY15" fmla="*/ 699032 h 942137"/>
                <a:gd name="connsiteX16" fmla="*/ 864116 w 899217"/>
                <a:gd name="connsiteY16" fmla="*/ 696408 h 942137"/>
                <a:gd name="connsiteX17" fmla="*/ 865126 w 899217"/>
                <a:gd name="connsiteY17" fmla="*/ 693078 h 942137"/>
                <a:gd name="connsiteX18" fmla="*/ 866135 w 899217"/>
                <a:gd name="connsiteY18" fmla="*/ 693078 h 942137"/>
                <a:gd name="connsiteX19" fmla="*/ 870208 w 899217"/>
                <a:gd name="connsiteY19" fmla="*/ 694524 h 942137"/>
                <a:gd name="connsiteX20" fmla="*/ 873540 w 899217"/>
                <a:gd name="connsiteY20" fmla="*/ 697282 h 942137"/>
                <a:gd name="connsiteX21" fmla="*/ 875996 w 899217"/>
                <a:gd name="connsiteY21" fmla="*/ 699301 h 942137"/>
                <a:gd name="connsiteX22" fmla="*/ 878891 w 899217"/>
                <a:gd name="connsiteY22" fmla="*/ 700310 h 942137"/>
                <a:gd name="connsiteX23" fmla="*/ 881213 w 899217"/>
                <a:gd name="connsiteY23" fmla="*/ 700613 h 942137"/>
                <a:gd name="connsiteX24" fmla="*/ 885117 w 899217"/>
                <a:gd name="connsiteY24" fmla="*/ 697720 h 942137"/>
                <a:gd name="connsiteX25" fmla="*/ 888751 w 899217"/>
                <a:gd name="connsiteY25" fmla="*/ 693952 h 942137"/>
                <a:gd name="connsiteX26" fmla="*/ 890569 w 899217"/>
                <a:gd name="connsiteY26" fmla="*/ 691934 h 942137"/>
                <a:gd name="connsiteX27" fmla="*/ 891376 w 899217"/>
                <a:gd name="connsiteY27" fmla="*/ 688032 h 942137"/>
                <a:gd name="connsiteX28" fmla="*/ 891376 w 899217"/>
                <a:gd name="connsiteY28" fmla="*/ 685273 h 942137"/>
                <a:gd name="connsiteX29" fmla="*/ 891376 w 899217"/>
                <a:gd name="connsiteY29" fmla="*/ 681203 h 942137"/>
                <a:gd name="connsiteX30" fmla="*/ 891376 w 899217"/>
                <a:gd name="connsiteY30" fmla="*/ 678310 h 942137"/>
                <a:gd name="connsiteX31" fmla="*/ 894843 w 899217"/>
                <a:gd name="connsiteY31" fmla="*/ 675282 h 942137"/>
                <a:gd name="connsiteX32" fmla="*/ 894708 w 899217"/>
                <a:gd name="connsiteY32" fmla="*/ 671212 h 942137"/>
                <a:gd name="connsiteX33" fmla="*/ 894136 w 899217"/>
                <a:gd name="connsiteY33" fmla="*/ 666872 h 942137"/>
                <a:gd name="connsiteX34" fmla="*/ 895146 w 899217"/>
                <a:gd name="connsiteY34" fmla="*/ 663104 h 942137"/>
                <a:gd name="connsiteX35" fmla="*/ 897905 w 899217"/>
                <a:gd name="connsiteY35" fmla="*/ 659203 h 942137"/>
                <a:gd name="connsiteX36" fmla="*/ 899218 w 899217"/>
                <a:gd name="connsiteY36" fmla="*/ 656881 h 942137"/>
                <a:gd name="connsiteX37" fmla="*/ 896021 w 899217"/>
                <a:gd name="connsiteY37" fmla="*/ 654123 h 942137"/>
                <a:gd name="connsiteX38" fmla="*/ 891679 w 899217"/>
                <a:gd name="connsiteY38" fmla="*/ 650658 h 942137"/>
                <a:gd name="connsiteX39" fmla="*/ 889357 w 899217"/>
                <a:gd name="connsiteY39" fmla="*/ 649952 h 942137"/>
                <a:gd name="connsiteX40" fmla="*/ 889054 w 899217"/>
                <a:gd name="connsiteY40" fmla="*/ 647058 h 942137"/>
                <a:gd name="connsiteX41" fmla="*/ 889761 w 899217"/>
                <a:gd name="connsiteY41" fmla="*/ 644603 h 942137"/>
                <a:gd name="connsiteX42" fmla="*/ 890198 w 899217"/>
                <a:gd name="connsiteY42" fmla="*/ 641575 h 942137"/>
                <a:gd name="connsiteX43" fmla="*/ 889323 w 899217"/>
                <a:gd name="connsiteY43" fmla="*/ 639389 h 942137"/>
                <a:gd name="connsiteX44" fmla="*/ 886867 w 899217"/>
                <a:gd name="connsiteY44" fmla="*/ 637942 h 942137"/>
                <a:gd name="connsiteX45" fmla="*/ 883669 w 899217"/>
                <a:gd name="connsiteY45" fmla="*/ 633737 h 942137"/>
                <a:gd name="connsiteX46" fmla="*/ 881919 w 899217"/>
                <a:gd name="connsiteY46" fmla="*/ 629397 h 942137"/>
                <a:gd name="connsiteX47" fmla="*/ 880607 w 899217"/>
                <a:gd name="connsiteY47" fmla="*/ 625933 h 942137"/>
                <a:gd name="connsiteX48" fmla="*/ 876568 w 899217"/>
                <a:gd name="connsiteY48" fmla="*/ 623174 h 942137"/>
                <a:gd name="connsiteX49" fmla="*/ 874549 w 899217"/>
                <a:gd name="connsiteY49" fmla="*/ 623174 h 942137"/>
                <a:gd name="connsiteX50" fmla="*/ 871924 w 899217"/>
                <a:gd name="connsiteY50" fmla="*/ 625361 h 942137"/>
                <a:gd name="connsiteX51" fmla="*/ 868727 w 899217"/>
                <a:gd name="connsiteY51" fmla="*/ 626942 h 942137"/>
                <a:gd name="connsiteX52" fmla="*/ 867717 w 899217"/>
                <a:gd name="connsiteY52" fmla="*/ 629835 h 942137"/>
                <a:gd name="connsiteX53" fmla="*/ 866708 w 899217"/>
                <a:gd name="connsiteY53" fmla="*/ 631854 h 942137"/>
                <a:gd name="connsiteX54" fmla="*/ 865563 w 899217"/>
                <a:gd name="connsiteY54" fmla="*/ 635621 h 942137"/>
                <a:gd name="connsiteX55" fmla="*/ 862938 w 899217"/>
                <a:gd name="connsiteY55" fmla="*/ 636193 h 942137"/>
                <a:gd name="connsiteX56" fmla="*/ 860751 w 899217"/>
                <a:gd name="connsiteY56" fmla="*/ 635486 h 942137"/>
                <a:gd name="connsiteX57" fmla="*/ 858294 w 899217"/>
                <a:gd name="connsiteY57" fmla="*/ 632728 h 942137"/>
                <a:gd name="connsiteX58" fmla="*/ 855534 w 899217"/>
                <a:gd name="connsiteY58" fmla="*/ 632156 h 942137"/>
                <a:gd name="connsiteX59" fmla="*/ 851327 w 899217"/>
                <a:gd name="connsiteY59" fmla="*/ 631854 h 942137"/>
                <a:gd name="connsiteX60" fmla="*/ 847255 w 899217"/>
                <a:gd name="connsiteY60" fmla="*/ 633098 h 942137"/>
                <a:gd name="connsiteX61" fmla="*/ 843486 w 899217"/>
                <a:gd name="connsiteY61" fmla="*/ 634040 h 942137"/>
                <a:gd name="connsiteX62" fmla="*/ 841736 w 899217"/>
                <a:gd name="connsiteY62" fmla="*/ 634040 h 942137"/>
                <a:gd name="connsiteX63" fmla="*/ 839111 w 899217"/>
                <a:gd name="connsiteY63" fmla="*/ 628960 h 942137"/>
                <a:gd name="connsiteX64" fmla="*/ 836789 w 899217"/>
                <a:gd name="connsiteY64" fmla="*/ 627649 h 942137"/>
                <a:gd name="connsiteX65" fmla="*/ 833154 w 899217"/>
                <a:gd name="connsiteY65" fmla="*/ 628792 h 942137"/>
                <a:gd name="connsiteX66" fmla="*/ 830697 w 899217"/>
                <a:gd name="connsiteY66" fmla="*/ 632123 h 942137"/>
                <a:gd name="connsiteX67" fmla="*/ 828072 w 899217"/>
                <a:gd name="connsiteY67" fmla="*/ 634443 h 942137"/>
                <a:gd name="connsiteX68" fmla="*/ 826490 w 899217"/>
                <a:gd name="connsiteY68" fmla="*/ 637202 h 942137"/>
                <a:gd name="connsiteX69" fmla="*/ 824471 w 899217"/>
                <a:gd name="connsiteY69" fmla="*/ 639523 h 942137"/>
                <a:gd name="connsiteX70" fmla="*/ 822149 w 899217"/>
                <a:gd name="connsiteY70" fmla="*/ 637202 h 942137"/>
                <a:gd name="connsiteX71" fmla="*/ 821005 w 899217"/>
                <a:gd name="connsiteY71" fmla="*/ 635890 h 942137"/>
                <a:gd name="connsiteX72" fmla="*/ 817101 w 899217"/>
                <a:gd name="connsiteY72" fmla="*/ 632425 h 942137"/>
                <a:gd name="connsiteX73" fmla="*/ 814509 w 899217"/>
                <a:gd name="connsiteY73" fmla="*/ 630979 h 942137"/>
                <a:gd name="connsiteX74" fmla="*/ 811884 w 899217"/>
                <a:gd name="connsiteY74" fmla="*/ 630609 h 942137"/>
                <a:gd name="connsiteX75" fmla="*/ 807543 w 899217"/>
                <a:gd name="connsiteY75" fmla="*/ 630542 h 942137"/>
                <a:gd name="connsiteX76" fmla="*/ 803471 w 899217"/>
                <a:gd name="connsiteY76" fmla="*/ 630542 h 942137"/>
                <a:gd name="connsiteX77" fmla="*/ 800408 w 899217"/>
                <a:gd name="connsiteY77" fmla="*/ 629532 h 942137"/>
                <a:gd name="connsiteX78" fmla="*/ 797379 w 899217"/>
                <a:gd name="connsiteY78" fmla="*/ 627211 h 942137"/>
                <a:gd name="connsiteX79" fmla="*/ 793980 w 899217"/>
                <a:gd name="connsiteY79" fmla="*/ 624453 h 942137"/>
                <a:gd name="connsiteX80" fmla="*/ 792163 w 899217"/>
                <a:gd name="connsiteY80" fmla="*/ 622703 h 942137"/>
                <a:gd name="connsiteX81" fmla="*/ 792163 w 899217"/>
                <a:gd name="connsiteY81" fmla="*/ 620988 h 942137"/>
                <a:gd name="connsiteX82" fmla="*/ 793913 w 899217"/>
                <a:gd name="connsiteY82" fmla="*/ 619844 h 942137"/>
                <a:gd name="connsiteX83" fmla="*/ 795360 w 899217"/>
                <a:gd name="connsiteY83" fmla="*/ 618263 h 942137"/>
                <a:gd name="connsiteX84" fmla="*/ 796672 w 899217"/>
                <a:gd name="connsiteY84" fmla="*/ 617119 h 942137"/>
                <a:gd name="connsiteX85" fmla="*/ 798557 w 899217"/>
                <a:gd name="connsiteY85" fmla="*/ 616110 h 942137"/>
                <a:gd name="connsiteX86" fmla="*/ 800004 w 899217"/>
                <a:gd name="connsiteY86" fmla="*/ 613352 h 942137"/>
                <a:gd name="connsiteX87" fmla="*/ 800307 w 899217"/>
                <a:gd name="connsiteY87" fmla="*/ 611030 h 942137"/>
                <a:gd name="connsiteX88" fmla="*/ 799297 w 899217"/>
                <a:gd name="connsiteY88" fmla="*/ 608709 h 942137"/>
                <a:gd name="connsiteX89" fmla="*/ 796975 w 899217"/>
                <a:gd name="connsiteY89" fmla="*/ 606960 h 942137"/>
                <a:gd name="connsiteX90" fmla="*/ 797278 w 899217"/>
                <a:gd name="connsiteY90" fmla="*/ 601174 h 942137"/>
                <a:gd name="connsiteX91" fmla="*/ 797985 w 899217"/>
                <a:gd name="connsiteY91" fmla="*/ 597406 h 942137"/>
                <a:gd name="connsiteX92" fmla="*/ 794350 w 899217"/>
                <a:gd name="connsiteY92" fmla="*/ 591889 h 942137"/>
                <a:gd name="connsiteX93" fmla="*/ 789134 w 899217"/>
                <a:gd name="connsiteY93" fmla="*/ 588862 h 942137"/>
                <a:gd name="connsiteX94" fmla="*/ 783480 w 899217"/>
                <a:gd name="connsiteY94" fmla="*/ 586541 h 942137"/>
                <a:gd name="connsiteX95" fmla="*/ 776682 w 899217"/>
                <a:gd name="connsiteY95" fmla="*/ 588122 h 942137"/>
                <a:gd name="connsiteX96" fmla="*/ 772340 w 899217"/>
                <a:gd name="connsiteY96" fmla="*/ 588256 h 942137"/>
                <a:gd name="connsiteX97" fmla="*/ 767864 w 899217"/>
                <a:gd name="connsiteY97" fmla="*/ 589266 h 942137"/>
                <a:gd name="connsiteX98" fmla="*/ 765542 w 899217"/>
                <a:gd name="connsiteY98" fmla="*/ 589131 h 942137"/>
                <a:gd name="connsiteX99" fmla="*/ 762075 w 899217"/>
                <a:gd name="connsiteY99" fmla="*/ 586507 h 942137"/>
                <a:gd name="connsiteX100" fmla="*/ 759450 w 899217"/>
                <a:gd name="connsiteY100" fmla="*/ 585363 h 942137"/>
                <a:gd name="connsiteX101" fmla="*/ 756119 w 899217"/>
                <a:gd name="connsiteY101" fmla="*/ 585363 h 942137"/>
                <a:gd name="connsiteX102" fmla="*/ 752046 w 899217"/>
                <a:gd name="connsiteY102" fmla="*/ 585935 h 942137"/>
                <a:gd name="connsiteX103" fmla="*/ 748075 w 899217"/>
                <a:gd name="connsiteY103" fmla="*/ 588694 h 942137"/>
                <a:gd name="connsiteX104" fmla="*/ 746998 w 899217"/>
                <a:gd name="connsiteY104" fmla="*/ 592764 h 942137"/>
                <a:gd name="connsiteX105" fmla="*/ 746998 w 899217"/>
                <a:gd name="connsiteY105" fmla="*/ 600165 h 942137"/>
                <a:gd name="connsiteX106" fmla="*/ 741041 w 899217"/>
                <a:gd name="connsiteY106" fmla="*/ 599290 h 942137"/>
                <a:gd name="connsiteX107" fmla="*/ 738888 w 899217"/>
                <a:gd name="connsiteY107" fmla="*/ 594648 h 942137"/>
                <a:gd name="connsiteX108" fmla="*/ 735253 w 899217"/>
                <a:gd name="connsiteY108" fmla="*/ 591183 h 942137"/>
                <a:gd name="connsiteX109" fmla="*/ 732056 w 899217"/>
                <a:gd name="connsiteY109" fmla="*/ 588727 h 942137"/>
                <a:gd name="connsiteX110" fmla="*/ 730036 w 899217"/>
                <a:gd name="connsiteY110" fmla="*/ 586104 h 942137"/>
                <a:gd name="connsiteX111" fmla="*/ 727849 w 899217"/>
                <a:gd name="connsiteY111" fmla="*/ 582470 h 942137"/>
                <a:gd name="connsiteX112" fmla="*/ 726671 w 899217"/>
                <a:gd name="connsiteY112" fmla="*/ 578568 h 942137"/>
                <a:gd name="connsiteX113" fmla="*/ 727849 w 899217"/>
                <a:gd name="connsiteY113" fmla="*/ 575675 h 942137"/>
                <a:gd name="connsiteX114" fmla="*/ 726099 w 899217"/>
                <a:gd name="connsiteY114" fmla="*/ 572479 h 942137"/>
                <a:gd name="connsiteX115" fmla="*/ 726099 w 899217"/>
                <a:gd name="connsiteY115" fmla="*/ 570595 h 942137"/>
                <a:gd name="connsiteX116" fmla="*/ 724349 w 899217"/>
                <a:gd name="connsiteY116" fmla="*/ 569149 h 942137"/>
                <a:gd name="connsiteX117" fmla="*/ 724349 w 899217"/>
                <a:gd name="connsiteY117" fmla="*/ 567131 h 942137"/>
                <a:gd name="connsiteX118" fmla="*/ 724988 w 899217"/>
                <a:gd name="connsiteY118" fmla="*/ 564238 h 942137"/>
                <a:gd name="connsiteX119" fmla="*/ 726065 w 899217"/>
                <a:gd name="connsiteY119" fmla="*/ 561647 h 942137"/>
                <a:gd name="connsiteX120" fmla="*/ 726065 w 899217"/>
                <a:gd name="connsiteY120" fmla="*/ 558452 h 942137"/>
                <a:gd name="connsiteX121" fmla="*/ 726772 w 899217"/>
                <a:gd name="connsiteY121" fmla="*/ 556871 h 942137"/>
                <a:gd name="connsiteX122" fmla="*/ 729094 w 899217"/>
                <a:gd name="connsiteY122" fmla="*/ 555424 h 942137"/>
                <a:gd name="connsiteX123" fmla="*/ 730407 w 899217"/>
                <a:gd name="connsiteY123" fmla="*/ 554415 h 942137"/>
                <a:gd name="connsiteX124" fmla="*/ 734546 w 899217"/>
                <a:gd name="connsiteY124" fmla="*/ 552834 h 942137"/>
                <a:gd name="connsiteX125" fmla="*/ 732291 w 899217"/>
                <a:gd name="connsiteY125" fmla="*/ 550075 h 942137"/>
                <a:gd name="connsiteX126" fmla="*/ 732796 w 899217"/>
                <a:gd name="connsiteY126" fmla="*/ 545870 h 942137"/>
                <a:gd name="connsiteX127" fmla="*/ 734546 w 899217"/>
                <a:gd name="connsiteY127" fmla="*/ 540858 h 942137"/>
                <a:gd name="connsiteX128" fmla="*/ 736498 w 899217"/>
                <a:gd name="connsiteY128" fmla="*/ 537595 h 942137"/>
                <a:gd name="connsiteX129" fmla="*/ 741950 w 899217"/>
                <a:gd name="connsiteY129" fmla="*/ 534332 h 942137"/>
                <a:gd name="connsiteX130" fmla="*/ 746089 w 899217"/>
                <a:gd name="connsiteY130" fmla="*/ 530632 h 942137"/>
                <a:gd name="connsiteX131" fmla="*/ 746965 w 899217"/>
                <a:gd name="connsiteY131" fmla="*/ 528041 h 942137"/>
                <a:gd name="connsiteX132" fmla="*/ 747604 w 899217"/>
                <a:gd name="connsiteY132" fmla="*/ 521953 h 942137"/>
                <a:gd name="connsiteX133" fmla="*/ 746291 w 899217"/>
                <a:gd name="connsiteY133" fmla="*/ 520203 h 942137"/>
                <a:gd name="connsiteX134" fmla="*/ 744541 w 899217"/>
                <a:gd name="connsiteY134" fmla="*/ 516940 h 942137"/>
                <a:gd name="connsiteX135" fmla="*/ 741512 w 899217"/>
                <a:gd name="connsiteY135" fmla="*/ 510852 h 942137"/>
                <a:gd name="connsiteX136" fmla="*/ 743902 w 899217"/>
                <a:gd name="connsiteY136" fmla="*/ 509540 h 942137"/>
                <a:gd name="connsiteX137" fmla="*/ 749994 w 899217"/>
                <a:gd name="connsiteY137" fmla="*/ 511726 h 942137"/>
                <a:gd name="connsiteX138" fmla="*/ 753258 w 899217"/>
                <a:gd name="connsiteY138" fmla="*/ 508900 h 942137"/>
                <a:gd name="connsiteX139" fmla="*/ 756085 w 899217"/>
                <a:gd name="connsiteY139" fmla="*/ 507387 h 942137"/>
                <a:gd name="connsiteX140" fmla="*/ 759114 w 899217"/>
                <a:gd name="connsiteY140" fmla="*/ 505436 h 942137"/>
                <a:gd name="connsiteX141" fmla="*/ 761503 w 899217"/>
                <a:gd name="connsiteY141" fmla="*/ 504359 h 942137"/>
                <a:gd name="connsiteX142" fmla="*/ 764768 w 899217"/>
                <a:gd name="connsiteY142" fmla="*/ 500221 h 942137"/>
                <a:gd name="connsiteX143" fmla="*/ 766080 w 899217"/>
                <a:gd name="connsiteY143" fmla="*/ 497396 h 942137"/>
                <a:gd name="connsiteX144" fmla="*/ 766282 w 899217"/>
                <a:gd name="connsiteY144" fmla="*/ 493258 h 942137"/>
                <a:gd name="connsiteX145" fmla="*/ 766484 w 899217"/>
                <a:gd name="connsiteY145" fmla="*/ 490634 h 942137"/>
                <a:gd name="connsiteX146" fmla="*/ 763455 w 899217"/>
                <a:gd name="connsiteY146" fmla="*/ 488044 h 942137"/>
                <a:gd name="connsiteX147" fmla="*/ 757801 w 899217"/>
                <a:gd name="connsiteY147" fmla="*/ 488044 h 942137"/>
                <a:gd name="connsiteX148" fmla="*/ 751710 w 899217"/>
                <a:gd name="connsiteY148" fmla="*/ 489019 h 942137"/>
                <a:gd name="connsiteX149" fmla="*/ 747133 w 899217"/>
                <a:gd name="connsiteY149" fmla="*/ 488683 h 942137"/>
                <a:gd name="connsiteX150" fmla="*/ 746493 w 899217"/>
                <a:gd name="connsiteY150" fmla="*/ 486295 h 942137"/>
                <a:gd name="connsiteX151" fmla="*/ 742589 w 899217"/>
                <a:gd name="connsiteY151" fmla="*/ 480441 h 942137"/>
                <a:gd name="connsiteX152" fmla="*/ 739763 w 899217"/>
                <a:gd name="connsiteY152" fmla="*/ 477414 h 942137"/>
                <a:gd name="connsiteX153" fmla="*/ 738248 w 899217"/>
                <a:gd name="connsiteY153" fmla="*/ 475463 h 942137"/>
                <a:gd name="connsiteX154" fmla="*/ 738686 w 899217"/>
                <a:gd name="connsiteY154" fmla="*/ 470955 h 942137"/>
                <a:gd name="connsiteX155" fmla="*/ 741075 w 899217"/>
                <a:gd name="connsiteY155" fmla="*/ 467658 h 942137"/>
                <a:gd name="connsiteX156" fmla="*/ 740873 w 899217"/>
                <a:gd name="connsiteY156" fmla="*/ 463319 h 942137"/>
                <a:gd name="connsiteX157" fmla="*/ 738248 w 899217"/>
                <a:gd name="connsiteY157" fmla="*/ 461368 h 942137"/>
                <a:gd name="connsiteX158" fmla="*/ 734983 w 899217"/>
                <a:gd name="connsiteY158" fmla="*/ 462242 h 942137"/>
                <a:gd name="connsiteX159" fmla="*/ 732359 w 899217"/>
                <a:gd name="connsiteY159" fmla="*/ 464429 h 942137"/>
                <a:gd name="connsiteX160" fmla="*/ 729330 w 899217"/>
                <a:gd name="connsiteY160" fmla="*/ 465943 h 942137"/>
                <a:gd name="connsiteX161" fmla="*/ 724315 w 899217"/>
                <a:gd name="connsiteY161" fmla="*/ 466582 h 942137"/>
                <a:gd name="connsiteX162" fmla="*/ 726940 w 899217"/>
                <a:gd name="connsiteY162" fmla="*/ 461805 h 942137"/>
                <a:gd name="connsiteX163" fmla="*/ 727579 w 899217"/>
                <a:gd name="connsiteY163" fmla="*/ 455716 h 942137"/>
                <a:gd name="connsiteX164" fmla="*/ 724315 w 899217"/>
                <a:gd name="connsiteY164" fmla="*/ 454404 h 942137"/>
                <a:gd name="connsiteX165" fmla="*/ 721488 w 899217"/>
                <a:gd name="connsiteY165" fmla="*/ 453765 h 942137"/>
                <a:gd name="connsiteX166" fmla="*/ 717786 w 899217"/>
                <a:gd name="connsiteY166" fmla="*/ 448551 h 942137"/>
                <a:gd name="connsiteX167" fmla="*/ 713647 w 899217"/>
                <a:gd name="connsiteY167" fmla="*/ 446162 h 942137"/>
                <a:gd name="connsiteX168" fmla="*/ 713209 w 899217"/>
                <a:gd name="connsiteY168" fmla="*/ 441150 h 942137"/>
                <a:gd name="connsiteX169" fmla="*/ 713849 w 899217"/>
                <a:gd name="connsiteY169" fmla="*/ 439401 h 942137"/>
                <a:gd name="connsiteX170" fmla="*/ 717550 w 899217"/>
                <a:gd name="connsiteY170" fmla="*/ 437013 h 942137"/>
                <a:gd name="connsiteX171" fmla="*/ 720579 w 899217"/>
                <a:gd name="connsiteY171" fmla="*/ 435499 h 942137"/>
                <a:gd name="connsiteX172" fmla="*/ 724281 w 899217"/>
                <a:gd name="connsiteY172" fmla="*/ 435701 h 942137"/>
                <a:gd name="connsiteX173" fmla="*/ 726469 w 899217"/>
                <a:gd name="connsiteY173" fmla="*/ 434187 h 942137"/>
                <a:gd name="connsiteX174" fmla="*/ 727108 w 899217"/>
                <a:gd name="connsiteY174" fmla="*/ 429410 h 942137"/>
                <a:gd name="connsiteX175" fmla="*/ 727748 w 899217"/>
                <a:gd name="connsiteY175" fmla="*/ 424633 h 942137"/>
                <a:gd name="connsiteX176" fmla="*/ 727748 w 899217"/>
                <a:gd name="connsiteY176" fmla="*/ 418107 h 942137"/>
                <a:gd name="connsiteX177" fmla="*/ 727512 w 899217"/>
                <a:gd name="connsiteY177" fmla="*/ 413969 h 942137"/>
                <a:gd name="connsiteX178" fmla="*/ 729262 w 899217"/>
                <a:gd name="connsiteY178" fmla="*/ 410505 h 942137"/>
                <a:gd name="connsiteX179" fmla="*/ 730777 w 899217"/>
                <a:gd name="connsiteY179" fmla="*/ 408553 h 942137"/>
                <a:gd name="connsiteX180" fmla="*/ 731854 w 899217"/>
                <a:gd name="connsiteY180" fmla="*/ 406804 h 942137"/>
                <a:gd name="connsiteX181" fmla="*/ 733368 w 899217"/>
                <a:gd name="connsiteY181" fmla="*/ 404214 h 942137"/>
                <a:gd name="connsiteX182" fmla="*/ 734883 w 899217"/>
                <a:gd name="connsiteY182" fmla="*/ 401825 h 942137"/>
                <a:gd name="connsiteX183" fmla="*/ 736633 w 899217"/>
                <a:gd name="connsiteY183" fmla="*/ 396376 h 942137"/>
                <a:gd name="connsiteX184" fmla="*/ 737070 w 899217"/>
                <a:gd name="connsiteY184" fmla="*/ 391162 h 942137"/>
                <a:gd name="connsiteX185" fmla="*/ 739022 w 899217"/>
                <a:gd name="connsiteY185" fmla="*/ 386587 h 942137"/>
                <a:gd name="connsiteX186" fmla="*/ 741647 w 899217"/>
                <a:gd name="connsiteY186" fmla="*/ 382886 h 942137"/>
                <a:gd name="connsiteX187" fmla="*/ 742724 w 899217"/>
                <a:gd name="connsiteY187" fmla="*/ 380498 h 942137"/>
                <a:gd name="connsiteX188" fmla="*/ 747503 w 899217"/>
                <a:gd name="connsiteY188" fmla="*/ 376966 h 942137"/>
                <a:gd name="connsiteX189" fmla="*/ 748580 w 899217"/>
                <a:gd name="connsiteY189" fmla="*/ 374409 h 942137"/>
                <a:gd name="connsiteX190" fmla="*/ 752921 w 899217"/>
                <a:gd name="connsiteY190" fmla="*/ 368119 h 942137"/>
                <a:gd name="connsiteX191" fmla="*/ 753561 w 899217"/>
                <a:gd name="connsiteY191" fmla="*/ 365730 h 942137"/>
                <a:gd name="connsiteX192" fmla="*/ 754873 w 899217"/>
                <a:gd name="connsiteY192" fmla="*/ 363981 h 942137"/>
                <a:gd name="connsiteX193" fmla="*/ 755950 w 899217"/>
                <a:gd name="connsiteY193" fmla="*/ 358128 h 942137"/>
                <a:gd name="connsiteX194" fmla="*/ 754873 w 899217"/>
                <a:gd name="connsiteY194" fmla="*/ 355537 h 942137"/>
                <a:gd name="connsiteX195" fmla="*/ 750296 w 899217"/>
                <a:gd name="connsiteY195" fmla="*/ 351635 h 942137"/>
                <a:gd name="connsiteX196" fmla="*/ 750296 w 899217"/>
                <a:gd name="connsiteY196" fmla="*/ 344907 h 942137"/>
                <a:gd name="connsiteX197" fmla="*/ 745517 w 899217"/>
                <a:gd name="connsiteY197" fmla="*/ 341005 h 942137"/>
                <a:gd name="connsiteX198" fmla="*/ 743565 w 899217"/>
                <a:gd name="connsiteY198" fmla="*/ 339054 h 942137"/>
                <a:gd name="connsiteX199" fmla="*/ 740099 w 899217"/>
                <a:gd name="connsiteY199" fmla="*/ 337742 h 942137"/>
                <a:gd name="connsiteX200" fmla="*/ 736397 w 899217"/>
                <a:gd name="connsiteY200" fmla="*/ 335993 h 942137"/>
                <a:gd name="connsiteX201" fmla="*/ 736397 w 899217"/>
                <a:gd name="connsiteY201" fmla="*/ 333806 h 942137"/>
                <a:gd name="connsiteX202" fmla="*/ 738147 w 899217"/>
                <a:gd name="connsiteY202" fmla="*/ 332494 h 942137"/>
                <a:gd name="connsiteX203" fmla="*/ 738147 w 899217"/>
                <a:gd name="connsiteY203" fmla="*/ 328794 h 942137"/>
                <a:gd name="connsiteX204" fmla="*/ 737171 w 899217"/>
                <a:gd name="connsiteY204" fmla="*/ 325531 h 942137"/>
                <a:gd name="connsiteX205" fmla="*/ 734883 w 899217"/>
                <a:gd name="connsiteY205" fmla="*/ 323142 h 942137"/>
                <a:gd name="connsiteX206" fmla="*/ 730743 w 899217"/>
                <a:gd name="connsiteY206" fmla="*/ 322066 h 942137"/>
                <a:gd name="connsiteX207" fmla="*/ 728993 w 899217"/>
                <a:gd name="connsiteY207" fmla="*/ 321864 h 942137"/>
                <a:gd name="connsiteX208" fmla="*/ 727041 w 899217"/>
                <a:gd name="connsiteY208" fmla="*/ 323613 h 942137"/>
                <a:gd name="connsiteX209" fmla="*/ 725527 w 899217"/>
                <a:gd name="connsiteY209" fmla="*/ 324252 h 942137"/>
                <a:gd name="connsiteX210" fmla="*/ 724214 w 899217"/>
                <a:gd name="connsiteY210" fmla="*/ 325564 h 942137"/>
                <a:gd name="connsiteX211" fmla="*/ 724214 w 899217"/>
                <a:gd name="connsiteY211" fmla="*/ 326876 h 942137"/>
                <a:gd name="connsiteX212" fmla="*/ 723137 w 899217"/>
                <a:gd name="connsiteY212" fmla="*/ 328827 h 942137"/>
                <a:gd name="connsiteX213" fmla="*/ 722060 w 899217"/>
                <a:gd name="connsiteY213" fmla="*/ 330779 h 942137"/>
                <a:gd name="connsiteX214" fmla="*/ 719469 w 899217"/>
                <a:gd name="connsiteY214" fmla="*/ 333167 h 942137"/>
                <a:gd name="connsiteX215" fmla="*/ 716002 w 899217"/>
                <a:gd name="connsiteY215" fmla="*/ 334681 h 942137"/>
                <a:gd name="connsiteX216" fmla="*/ 714488 w 899217"/>
                <a:gd name="connsiteY216" fmla="*/ 335320 h 942137"/>
                <a:gd name="connsiteX217" fmla="*/ 709911 w 899217"/>
                <a:gd name="connsiteY217" fmla="*/ 335118 h 942137"/>
                <a:gd name="connsiteX218" fmla="*/ 707723 w 899217"/>
                <a:gd name="connsiteY218" fmla="*/ 335118 h 942137"/>
                <a:gd name="connsiteX219" fmla="*/ 702709 w 899217"/>
                <a:gd name="connsiteY219" fmla="*/ 335118 h 942137"/>
                <a:gd name="connsiteX220" fmla="*/ 700319 w 899217"/>
                <a:gd name="connsiteY220" fmla="*/ 334916 h 942137"/>
                <a:gd name="connsiteX221" fmla="*/ 698367 w 899217"/>
                <a:gd name="connsiteY221" fmla="*/ 335118 h 942137"/>
                <a:gd name="connsiteX222" fmla="*/ 697930 w 899217"/>
                <a:gd name="connsiteY222" fmla="*/ 336632 h 942137"/>
                <a:gd name="connsiteX223" fmla="*/ 696180 w 899217"/>
                <a:gd name="connsiteY223" fmla="*/ 338146 h 942137"/>
                <a:gd name="connsiteX224" fmla="*/ 694867 w 899217"/>
                <a:gd name="connsiteY224" fmla="*/ 340332 h 942137"/>
                <a:gd name="connsiteX225" fmla="*/ 693790 w 899217"/>
                <a:gd name="connsiteY225" fmla="*/ 343158 h 942137"/>
                <a:gd name="connsiteX226" fmla="*/ 692040 w 899217"/>
                <a:gd name="connsiteY226" fmla="*/ 343797 h 942137"/>
                <a:gd name="connsiteX227" fmla="*/ 686824 w 899217"/>
                <a:gd name="connsiteY227" fmla="*/ 343797 h 942137"/>
                <a:gd name="connsiteX228" fmla="*/ 683357 w 899217"/>
                <a:gd name="connsiteY228" fmla="*/ 343797 h 942137"/>
                <a:gd name="connsiteX229" fmla="*/ 678578 w 899217"/>
                <a:gd name="connsiteY229" fmla="*/ 343797 h 942137"/>
                <a:gd name="connsiteX230" fmla="*/ 673362 w 899217"/>
                <a:gd name="connsiteY230" fmla="*/ 342922 h 942137"/>
                <a:gd name="connsiteX231" fmla="*/ 669021 w 899217"/>
                <a:gd name="connsiteY231" fmla="*/ 340736 h 942137"/>
                <a:gd name="connsiteX232" fmla="*/ 666631 w 899217"/>
                <a:gd name="connsiteY232" fmla="*/ 337910 h 942137"/>
                <a:gd name="connsiteX233" fmla="*/ 663367 w 899217"/>
                <a:gd name="connsiteY233" fmla="*/ 331821 h 942137"/>
                <a:gd name="connsiteX234" fmla="*/ 660203 w 899217"/>
                <a:gd name="connsiteY234" fmla="*/ 328996 h 942137"/>
                <a:gd name="connsiteX235" fmla="*/ 660001 w 899217"/>
                <a:gd name="connsiteY235" fmla="*/ 326607 h 942137"/>
                <a:gd name="connsiteX236" fmla="*/ 660641 w 899217"/>
                <a:gd name="connsiteY236" fmla="*/ 322705 h 942137"/>
                <a:gd name="connsiteX237" fmla="*/ 660741 w 899217"/>
                <a:gd name="connsiteY237" fmla="*/ 319106 h 942137"/>
                <a:gd name="connsiteX238" fmla="*/ 661179 w 899217"/>
                <a:gd name="connsiteY238" fmla="*/ 315203 h 942137"/>
                <a:gd name="connsiteX239" fmla="*/ 661381 w 899217"/>
                <a:gd name="connsiteY239" fmla="*/ 312916 h 942137"/>
                <a:gd name="connsiteX240" fmla="*/ 662020 w 899217"/>
                <a:gd name="connsiteY240" fmla="*/ 310427 h 942137"/>
                <a:gd name="connsiteX241" fmla="*/ 662895 w 899217"/>
                <a:gd name="connsiteY241" fmla="*/ 309787 h 942137"/>
                <a:gd name="connsiteX242" fmla="*/ 663535 w 899217"/>
                <a:gd name="connsiteY242" fmla="*/ 308812 h 942137"/>
                <a:gd name="connsiteX243" fmla="*/ 664847 w 899217"/>
                <a:gd name="connsiteY243" fmla="*/ 307500 h 942137"/>
                <a:gd name="connsiteX244" fmla="*/ 665924 w 899217"/>
                <a:gd name="connsiteY244" fmla="*/ 305549 h 942137"/>
                <a:gd name="connsiteX245" fmla="*/ 666160 w 899217"/>
                <a:gd name="connsiteY245" fmla="*/ 302622 h 942137"/>
                <a:gd name="connsiteX246" fmla="*/ 665083 w 899217"/>
                <a:gd name="connsiteY246" fmla="*/ 301209 h 942137"/>
                <a:gd name="connsiteX247" fmla="*/ 665083 w 899217"/>
                <a:gd name="connsiteY247" fmla="*/ 299460 h 942137"/>
                <a:gd name="connsiteX248" fmla="*/ 665689 w 899217"/>
                <a:gd name="connsiteY248" fmla="*/ 296971 h 942137"/>
                <a:gd name="connsiteX249" fmla="*/ 666597 w 899217"/>
                <a:gd name="connsiteY249" fmla="*/ 295356 h 942137"/>
                <a:gd name="connsiteX250" fmla="*/ 667136 w 899217"/>
                <a:gd name="connsiteY250" fmla="*/ 292631 h 942137"/>
                <a:gd name="connsiteX251" fmla="*/ 666698 w 899217"/>
                <a:gd name="connsiteY251" fmla="*/ 290243 h 942137"/>
                <a:gd name="connsiteX252" fmla="*/ 665487 w 899217"/>
                <a:gd name="connsiteY252" fmla="*/ 287215 h 942137"/>
                <a:gd name="connsiteX253" fmla="*/ 662222 w 899217"/>
                <a:gd name="connsiteY253" fmla="*/ 285365 h 942137"/>
                <a:gd name="connsiteX254" fmla="*/ 660809 w 899217"/>
                <a:gd name="connsiteY254" fmla="*/ 285567 h 942137"/>
                <a:gd name="connsiteX255" fmla="*/ 659092 w 899217"/>
                <a:gd name="connsiteY255" fmla="*/ 286206 h 942137"/>
                <a:gd name="connsiteX256" fmla="*/ 658217 w 899217"/>
                <a:gd name="connsiteY256" fmla="*/ 287081 h 942137"/>
                <a:gd name="connsiteX257" fmla="*/ 655054 w 899217"/>
                <a:gd name="connsiteY257" fmla="*/ 288595 h 942137"/>
                <a:gd name="connsiteX258" fmla="*/ 652227 w 899217"/>
                <a:gd name="connsiteY258" fmla="*/ 288157 h 942137"/>
                <a:gd name="connsiteX259" fmla="*/ 651150 w 899217"/>
                <a:gd name="connsiteY259" fmla="*/ 284692 h 942137"/>
                <a:gd name="connsiteX260" fmla="*/ 651789 w 899217"/>
                <a:gd name="connsiteY260" fmla="*/ 282943 h 942137"/>
                <a:gd name="connsiteX261" fmla="*/ 656568 w 899217"/>
                <a:gd name="connsiteY261" fmla="*/ 281631 h 942137"/>
                <a:gd name="connsiteX262" fmla="*/ 656770 w 899217"/>
                <a:gd name="connsiteY262" fmla="*/ 280555 h 942137"/>
                <a:gd name="connsiteX263" fmla="*/ 656333 w 899217"/>
                <a:gd name="connsiteY263" fmla="*/ 278603 h 942137"/>
                <a:gd name="connsiteX264" fmla="*/ 656333 w 899217"/>
                <a:gd name="connsiteY264" fmla="*/ 272515 h 942137"/>
                <a:gd name="connsiteX265" fmla="*/ 660573 w 899217"/>
                <a:gd name="connsiteY265" fmla="*/ 271640 h 942137"/>
                <a:gd name="connsiteX266" fmla="*/ 663501 w 899217"/>
                <a:gd name="connsiteY266" fmla="*/ 267301 h 942137"/>
                <a:gd name="connsiteX267" fmla="*/ 668280 w 899217"/>
                <a:gd name="connsiteY267" fmla="*/ 264710 h 942137"/>
                <a:gd name="connsiteX268" fmla="*/ 669357 w 899217"/>
                <a:gd name="connsiteY268" fmla="*/ 262759 h 942137"/>
                <a:gd name="connsiteX269" fmla="*/ 670434 w 899217"/>
                <a:gd name="connsiteY269" fmla="*/ 261246 h 942137"/>
                <a:gd name="connsiteX270" fmla="*/ 673160 w 899217"/>
                <a:gd name="connsiteY270" fmla="*/ 258521 h 942137"/>
                <a:gd name="connsiteX271" fmla="*/ 675112 w 899217"/>
                <a:gd name="connsiteY271" fmla="*/ 257007 h 942137"/>
                <a:gd name="connsiteX272" fmla="*/ 676290 w 899217"/>
                <a:gd name="connsiteY272" fmla="*/ 256031 h 942137"/>
                <a:gd name="connsiteX273" fmla="*/ 678242 w 899217"/>
                <a:gd name="connsiteY273" fmla="*/ 254417 h 942137"/>
                <a:gd name="connsiteX274" fmla="*/ 680093 w 899217"/>
                <a:gd name="connsiteY274" fmla="*/ 251927 h 942137"/>
                <a:gd name="connsiteX275" fmla="*/ 681069 w 899217"/>
                <a:gd name="connsiteY275" fmla="*/ 248664 h 942137"/>
                <a:gd name="connsiteX276" fmla="*/ 683256 w 899217"/>
                <a:gd name="connsiteY276" fmla="*/ 244628 h 942137"/>
                <a:gd name="connsiteX277" fmla="*/ 684233 w 899217"/>
                <a:gd name="connsiteY277" fmla="*/ 241701 h 942137"/>
                <a:gd name="connsiteX278" fmla="*/ 685444 w 899217"/>
                <a:gd name="connsiteY278" fmla="*/ 239649 h 942137"/>
                <a:gd name="connsiteX279" fmla="*/ 686420 w 899217"/>
                <a:gd name="connsiteY279" fmla="*/ 238438 h 942137"/>
                <a:gd name="connsiteX280" fmla="*/ 688372 w 899217"/>
                <a:gd name="connsiteY280" fmla="*/ 238539 h 942137"/>
                <a:gd name="connsiteX281" fmla="*/ 689348 w 899217"/>
                <a:gd name="connsiteY281" fmla="*/ 240389 h 942137"/>
                <a:gd name="connsiteX282" fmla="*/ 689348 w 899217"/>
                <a:gd name="connsiteY282" fmla="*/ 242340 h 942137"/>
                <a:gd name="connsiteX283" fmla="*/ 690391 w 899217"/>
                <a:gd name="connsiteY283" fmla="*/ 242878 h 942137"/>
                <a:gd name="connsiteX284" fmla="*/ 692175 w 899217"/>
                <a:gd name="connsiteY284" fmla="*/ 242676 h 942137"/>
                <a:gd name="connsiteX285" fmla="*/ 694127 w 899217"/>
                <a:gd name="connsiteY285" fmla="*/ 243013 h 942137"/>
                <a:gd name="connsiteX286" fmla="*/ 695978 w 899217"/>
                <a:gd name="connsiteY286" fmla="*/ 244964 h 942137"/>
                <a:gd name="connsiteX287" fmla="*/ 696214 w 899217"/>
                <a:gd name="connsiteY287" fmla="*/ 246141 h 942137"/>
                <a:gd name="connsiteX288" fmla="*/ 698266 w 899217"/>
                <a:gd name="connsiteY288" fmla="*/ 248092 h 942137"/>
                <a:gd name="connsiteX289" fmla="*/ 700656 w 899217"/>
                <a:gd name="connsiteY289" fmla="*/ 251019 h 942137"/>
                <a:gd name="connsiteX290" fmla="*/ 702944 w 899217"/>
                <a:gd name="connsiteY290" fmla="*/ 253845 h 942137"/>
                <a:gd name="connsiteX291" fmla="*/ 706108 w 899217"/>
                <a:gd name="connsiteY291" fmla="*/ 257209 h 942137"/>
                <a:gd name="connsiteX292" fmla="*/ 708598 w 899217"/>
                <a:gd name="connsiteY292" fmla="*/ 259698 h 942137"/>
                <a:gd name="connsiteX293" fmla="*/ 711089 w 899217"/>
                <a:gd name="connsiteY293" fmla="*/ 262087 h 942137"/>
                <a:gd name="connsiteX294" fmla="*/ 714151 w 899217"/>
                <a:gd name="connsiteY294" fmla="*/ 262087 h 942137"/>
                <a:gd name="connsiteX295" fmla="*/ 717517 w 899217"/>
                <a:gd name="connsiteY295" fmla="*/ 260337 h 942137"/>
                <a:gd name="connsiteX296" fmla="*/ 719132 w 899217"/>
                <a:gd name="connsiteY296" fmla="*/ 257848 h 942137"/>
                <a:gd name="connsiteX297" fmla="*/ 722397 w 899217"/>
                <a:gd name="connsiteY297" fmla="*/ 254820 h 942137"/>
                <a:gd name="connsiteX298" fmla="*/ 725661 w 899217"/>
                <a:gd name="connsiteY298" fmla="*/ 252768 h 942137"/>
                <a:gd name="connsiteX299" fmla="*/ 728253 w 899217"/>
                <a:gd name="connsiteY299" fmla="*/ 247554 h 942137"/>
                <a:gd name="connsiteX300" fmla="*/ 729128 w 899217"/>
                <a:gd name="connsiteY300" fmla="*/ 245166 h 942137"/>
                <a:gd name="connsiteX301" fmla="*/ 731416 w 899217"/>
                <a:gd name="connsiteY301" fmla="*/ 242542 h 942137"/>
                <a:gd name="connsiteX302" fmla="*/ 733806 w 899217"/>
                <a:gd name="connsiteY302" fmla="*/ 241465 h 942137"/>
                <a:gd name="connsiteX303" fmla="*/ 737609 w 899217"/>
                <a:gd name="connsiteY303" fmla="*/ 243417 h 942137"/>
                <a:gd name="connsiteX304" fmla="*/ 739897 w 899217"/>
                <a:gd name="connsiteY304" fmla="*/ 245166 h 942137"/>
                <a:gd name="connsiteX305" fmla="*/ 743162 w 899217"/>
                <a:gd name="connsiteY305" fmla="*/ 248530 h 942137"/>
                <a:gd name="connsiteX306" fmla="*/ 743599 w 899217"/>
                <a:gd name="connsiteY306" fmla="*/ 250380 h 942137"/>
                <a:gd name="connsiteX307" fmla="*/ 743263 w 899217"/>
                <a:gd name="connsiteY307" fmla="*/ 252566 h 942137"/>
                <a:gd name="connsiteX308" fmla="*/ 743363 w 899217"/>
                <a:gd name="connsiteY308" fmla="*/ 255729 h 942137"/>
                <a:gd name="connsiteX309" fmla="*/ 745854 w 899217"/>
                <a:gd name="connsiteY309" fmla="*/ 258353 h 942137"/>
                <a:gd name="connsiteX310" fmla="*/ 748041 w 899217"/>
                <a:gd name="connsiteY310" fmla="*/ 259126 h 942137"/>
                <a:gd name="connsiteX311" fmla="*/ 749892 w 899217"/>
                <a:gd name="connsiteY311" fmla="*/ 258689 h 942137"/>
                <a:gd name="connsiteX312" fmla="*/ 753258 w 899217"/>
                <a:gd name="connsiteY312" fmla="*/ 257074 h 942137"/>
                <a:gd name="connsiteX313" fmla="*/ 756287 w 899217"/>
                <a:gd name="connsiteY313" fmla="*/ 256872 h 942137"/>
                <a:gd name="connsiteX314" fmla="*/ 763893 w 899217"/>
                <a:gd name="connsiteY314" fmla="*/ 256536 h 942137"/>
                <a:gd name="connsiteX315" fmla="*/ 769446 w 899217"/>
                <a:gd name="connsiteY315" fmla="*/ 256536 h 942137"/>
                <a:gd name="connsiteX316" fmla="*/ 773484 w 899217"/>
                <a:gd name="connsiteY316" fmla="*/ 258285 h 942137"/>
                <a:gd name="connsiteX317" fmla="*/ 777725 w 899217"/>
                <a:gd name="connsiteY317" fmla="*/ 261313 h 942137"/>
                <a:gd name="connsiteX318" fmla="*/ 780013 w 899217"/>
                <a:gd name="connsiteY318" fmla="*/ 260337 h 942137"/>
                <a:gd name="connsiteX319" fmla="*/ 782840 w 899217"/>
                <a:gd name="connsiteY319" fmla="*/ 257175 h 942137"/>
                <a:gd name="connsiteX320" fmla="*/ 785028 w 899217"/>
                <a:gd name="connsiteY320" fmla="*/ 254248 h 942137"/>
                <a:gd name="connsiteX321" fmla="*/ 788393 w 899217"/>
                <a:gd name="connsiteY321" fmla="*/ 251524 h 942137"/>
                <a:gd name="connsiteX322" fmla="*/ 793273 w 899217"/>
                <a:gd name="connsiteY322" fmla="*/ 249472 h 942137"/>
                <a:gd name="connsiteX323" fmla="*/ 794922 w 899217"/>
                <a:gd name="connsiteY323" fmla="*/ 249034 h 942137"/>
                <a:gd name="connsiteX324" fmla="*/ 799062 w 899217"/>
                <a:gd name="connsiteY324" fmla="*/ 248933 h 942137"/>
                <a:gd name="connsiteX325" fmla="*/ 803302 w 899217"/>
                <a:gd name="connsiteY325" fmla="*/ 248294 h 942137"/>
                <a:gd name="connsiteX326" fmla="*/ 808418 w 899217"/>
                <a:gd name="connsiteY326" fmla="*/ 248294 h 942137"/>
                <a:gd name="connsiteX327" fmla="*/ 812456 w 899217"/>
                <a:gd name="connsiteY327" fmla="*/ 248294 h 942137"/>
                <a:gd name="connsiteX328" fmla="*/ 814745 w 899217"/>
                <a:gd name="connsiteY328" fmla="*/ 248294 h 942137"/>
                <a:gd name="connsiteX329" fmla="*/ 816697 w 899217"/>
                <a:gd name="connsiteY329" fmla="*/ 245906 h 942137"/>
                <a:gd name="connsiteX330" fmla="*/ 818211 w 899217"/>
                <a:gd name="connsiteY330" fmla="*/ 243719 h 942137"/>
                <a:gd name="connsiteX331" fmla="*/ 819827 w 899217"/>
                <a:gd name="connsiteY331" fmla="*/ 242205 h 942137"/>
                <a:gd name="connsiteX332" fmla="*/ 819827 w 899217"/>
                <a:gd name="connsiteY332" fmla="*/ 239817 h 942137"/>
                <a:gd name="connsiteX333" fmla="*/ 818077 w 899217"/>
                <a:gd name="connsiteY333" fmla="*/ 236991 h 942137"/>
                <a:gd name="connsiteX334" fmla="*/ 818077 w 899217"/>
                <a:gd name="connsiteY334" fmla="*/ 235377 h 942137"/>
                <a:gd name="connsiteX335" fmla="*/ 819053 w 899217"/>
                <a:gd name="connsiteY335" fmla="*/ 231777 h 942137"/>
                <a:gd name="connsiteX336" fmla="*/ 821240 w 899217"/>
                <a:gd name="connsiteY336" fmla="*/ 229591 h 942137"/>
                <a:gd name="connsiteX337" fmla="*/ 822990 w 899217"/>
                <a:gd name="connsiteY337" fmla="*/ 227101 h 942137"/>
                <a:gd name="connsiteX338" fmla="*/ 826591 w 899217"/>
                <a:gd name="connsiteY338" fmla="*/ 223737 h 942137"/>
                <a:gd name="connsiteX339" fmla="*/ 826793 w 899217"/>
                <a:gd name="connsiteY339" fmla="*/ 220474 h 942137"/>
                <a:gd name="connsiteX340" fmla="*/ 827231 w 899217"/>
                <a:gd name="connsiteY340" fmla="*/ 217850 h 942137"/>
                <a:gd name="connsiteX341" fmla="*/ 826793 w 899217"/>
                <a:gd name="connsiteY341" fmla="*/ 216673 h 942137"/>
                <a:gd name="connsiteX342" fmla="*/ 823899 w 899217"/>
                <a:gd name="connsiteY342" fmla="*/ 215092 h 942137"/>
                <a:gd name="connsiteX343" fmla="*/ 823764 w 899217"/>
                <a:gd name="connsiteY343" fmla="*/ 213645 h 942137"/>
                <a:gd name="connsiteX344" fmla="*/ 825077 w 899217"/>
                <a:gd name="connsiteY344" fmla="*/ 210181 h 942137"/>
                <a:gd name="connsiteX345" fmla="*/ 829856 w 899217"/>
                <a:gd name="connsiteY345" fmla="*/ 208734 h 942137"/>
                <a:gd name="connsiteX346" fmla="*/ 832043 w 899217"/>
                <a:gd name="connsiteY346" fmla="*/ 207422 h 942137"/>
                <a:gd name="connsiteX347" fmla="*/ 832043 w 899217"/>
                <a:gd name="connsiteY347" fmla="*/ 203957 h 942137"/>
                <a:gd name="connsiteX348" fmla="*/ 832043 w 899217"/>
                <a:gd name="connsiteY348" fmla="*/ 203385 h 942137"/>
                <a:gd name="connsiteX349" fmla="*/ 831168 w 899217"/>
                <a:gd name="connsiteY349" fmla="*/ 201367 h 942137"/>
                <a:gd name="connsiteX350" fmla="*/ 825817 w 899217"/>
                <a:gd name="connsiteY350" fmla="*/ 201367 h 942137"/>
                <a:gd name="connsiteX351" fmla="*/ 822788 w 899217"/>
                <a:gd name="connsiteY351" fmla="*/ 201232 h 942137"/>
                <a:gd name="connsiteX352" fmla="*/ 823091 w 899217"/>
                <a:gd name="connsiteY352" fmla="*/ 198037 h 942137"/>
                <a:gd name="connsiteX353" fmla="*/ 823529 w 899217"/>
                <a:gd name="connsiteY353" fmla="*/ 195278 h 942137"/>
                <a:gd name="connsiteX354" fmla="*/ 825279 w 899217"/>
                <a:gd name="connsiteY354" fmla="*/ 193832 h 942137"/>
                <a:gd name="connsiteX355" fmla="*/ 826860 w 899217"/>
                <a:gd name="connsiteY355" fmla="*/ 191813 h 942137"/>
                <a:gd name="connsiteX356" fmla="*/ 826860 w 899217"/>
                <a:gd name="connsiteY356" fmla="*/ 188920 h 942137"/>
                <a:gd name="connsiteX357" fmla="*/ 826793 w 899217"/>
                <a:gd name="connsiteY357" fmla="*/ 185018 h 942137"/>
                <a:gd name="connsiteX358" fmla="*/ 824134 w 899217"/>
                <a:gd name="connsiteY358" fmla="*/ 182260 h 942137"/>
                <a:gd name="connsiteX359" fmla="*/ 820937 w 899217"/>
                <a:gd name="connsiteY359" fmla="*/ 181385 h 942137"/>
                <a:gd name="connsiteX360" fmla="*/ 818750 w 899217"/>
                <a:gd name="connsiteY360" fmla="*/ 180510 h 942137"/>
                <a:gd name="connsiteX361" fmla="*/ 815856 w 899217"/>
                <a:gd name="connsiteY361" fmla="*/ 179804 h 942137"/>
                <a:gd name="connsiteX362" fmla="*/ 813399 w 899217"/>
                <a:gd name="connsiteY362" fmla="*/ 178189 h 942137"/>
                <a:gd name="connsiteX363" fmla="*/ 810067 w 899217"/>
                <a:gd name="connsiteY363" fmla="*/ 176171 h 942137"/>
                <a:gd name="connsiteX364" fmla="*/ 808620 w 899217"/>
                <a:gd name="connsiteY364" fmla="*/ 174724 h 942137"/>
                <a:gd name="connsiteX365" fmla="*/ 807879 w 899217"/>
                <a:gd name="connsiteY365" fmla="*/ 171259 h 942137"/>
                <a:gd name="connsiteX366" fmla="*/ 807004 w 899217"/>
                <a:gd name="connsiteY366" fmla="*/ 168501 h 942137"/>
                <a:gd name="connsiteX367" fmla="*/ 804413 w 899217"/>
                <a:gd name="connsiteY367" fmla="*/ 165473 h 942137"/>
                <a:gd name="connsiteX368" fmla="*/ 801519 w 899217"/>
                <a:gd name="connsiteY368" fmla="*/ 163724 h 942137"/>
                <a:gd name="connsiteX369" fmla="*/ 799062 w 899217"/>
                <a:gd name="connsiteY369" fmla="*/ 166045 h 942137"/>
                <a:gd name="connsiteX370" fmla="*/ 796874 w 899217"/>
                <a:gd name="connsiteY370" fmla="*/ 168938 h 942137"/>
                <a:gd name="connsiteX371" fmla="*/ 794990 w 899217"/>
                <a:gd name="connsiteY371" fmla="*/ 171394 h 942137"/>
                <a:gd name="connsiteX372" fmla="*/ 794249 w 899217"/>
                <a:gd name="connsiteY372" fmla="*/ 173278 h 942137"/>
                <a:gd name="connsiteX373" fmla="*/ 792667 w 899217"/>
                <a:gd name="connsiteY373" fmla="*/ 175868 h 942137"/>
                <a:gd name="connsiteX374" fmla="*/ 790917 w 899217"/>
                <a:gd name="connsiteY374" fmla="*/ 178458 h 942137"/>
                <a:gd name="connsiteX375" fmla="*/ 790042 w 899217"/>
                <a:gd name="connsiteY375" fmla="*/ 180342 h 942137"/>
                <a:gd name="connsiteX376" fmla="*/ 788158 w 899217"/>
                <a:gd name="connsiteY376" fmla="*/ 182361 h 942137"/>
                <a:gd name="connsiteX377" fmla="*/ 787148 w 899217"/>
                <a:gd name="connsiteY377" fmla="*/ 183942 h 942137"/>
                <a:gd name="connsiteX378" fmla="*/ 786273 w 899217"/>
                <a:gd name="connsiteY378" fmla="*/ 186263 h 942137"/>
                <a:gd name="connsiteX379" fmla="*/ 784691 w 899217"/>
                <a:gd name="connsiteY379" fmla="*/ 188584 h 942137"/>
                <a:gd name="connsiteX380" fmla="*/ 782369 w 899217"/>
                <a:gd name="connsiteY380" fmla="*/ 189156 h 942137"/>
                <a:gd name="connsiteX381" fmla="*/ 780619 w 899217"/>
                <a:gd name="connsiteY381" fmla="*/ 188853 h 942137"/>
                <a:gd name="connsiteX382" fmla="*/ 778297 w 899217"/>
                <a:gd name="connsiteY382" fmla="*/ 187978 h 942137"/>
                <a:gd name="connsiteX383" fmla="*/ 776278 w 899217"/>
                <a:gd name="connsiteY383" fmla="*/ 187978 h 942137"/>
                <a:gd name="connsiteX384" fmla="*/ 774090 w 899217"/>
                <a:gd name="connsiteY384" fmla="*/ 188281 h 942137"/>
                <a:gd name="connsiteX385" fmla="*/ 773653 w 899217"/>
                <a:gd name="connsiteY385" fmla="*/ 190737 h 942137"/>
                <a:gd name="connsiteX386" fmla="*/ 772071 w 899217"/>
                <a:gd name="connsiteY386" fmla="*/ 193764 h 942137"/>
                <a:gd name="connsiteX387" fmla="*/ 766989 w 899217"/>
                <a:gd name="connsiteY387" fmla="*/ 196355 h 942137"/>
                <a:gd name="connsiteX388" fmla="*/ 763354 w 899217"/>
                <a:gd name="connsiteY388" fmla="*/ 195648 h 942137"/>
                <a:gd name="connsiteX389" fmla="*/ 760325 w 899217"/>
                <a:gd name="connsiteY389" fmla="*/ 194504 h 942137"/>
                <a:gd name="connsiteX390" fmla="*/ 755546 w 899217"/>
                <a:gd name="connsiteY390" fmla="*/ 194807 h 942137"/>
                <a:gd name="connsiteX391" fmla="*/ 754099 w 899217"/>
                <a:gd name="connsiteY391" fmla="*/ 195951 h 942137"/>
                <a:gd name="connsiteX392" fmla="*/ 749186 w 899217"/>
                <a:gd name="connsiteY392" fmla="*/ 196523 h 942137"/>
                <a:gd name="connsiteX393" fmla="*/ 746729 w 899217"/>
                <a:gd name="connsiteY393" fmla="*/ 195345 h 942137"/>
                <a:gd name="connsiteX394" fmla="*/ 746594 w 899217"/>
                <a:gd name="connsiteY394" fmla="*/ 193899 h 942137"/>
                <a:gd name="connsiteX395" fmla="*/ 746022 w 899217"/>
                <a:gd name="connsiteY395" fmla="*/ 191881 h 942137"/>
                <a:gd name="connsiteX396" fmla="*/ 744878 w 899217"/>
                <a:gd name="connsiteY396" fmla="*/ 189694 h 942137"/>
                <a:gd name="connsiteX397" fmla="*/ 742556 w 899217"/>
                <a:gd name="connsiteY397" fmla="*/ 186667 h 942137"/>
                <a:gd name="connsiteX398" fmla="*/ 738921 w 899217"/>
                <a:gd name="connsiteY398" fmla="*/ 184783 h 942137"/>
                <a:gd name="connsiteX399" fmla="*/ 736599 w 899217"/>
                <a:gd name="connsiteY399" fmla="*/ 184480 h 942137"/>
                <a:gd name="connsiteX400" fmla="*/ 734142 w 899217"/>
                <a:gd name="connsiteY400" fmla="*/ 182899 h 942137"/>
                <a:gd name="connsiteX401" fmla="*/ 730373 w 899217"/>
                <a:gd name="connsiteY401" fmla="*/ 180006 h 942137"/>
                <a:gd name="connsiteX402" fmla="*/ 730238 w 899217"/>
                <a:gd name="connsiteY402" fmla="*/ 178257 h 942137"/>
                <a:gd name="connsiteX403" fmla="*/ 730373 w 899217"/>
                <a:gd name="connsiteY403" fmla="*/ 175801 h 942137"/>
                <a:gd name="connsiteX404" fmla="*/ 735152 w 899217"/>
                <a:gd name="connsiteY404" fmla="*/ 172336 h 942137"/>
                <a:gd name="connsiteX405" fmla="*/ 737474 w 899217"/>
                <a:gd name="connsiteY405" fmla="*/ 170587 h 942137"/>
                <a:gd name="connsiteX406" fmla="*/ 739931 w 899217"/>
                <a:gd name="connsiteY406" fmla="*/ 169712 h 942137"/>
                <a:gd name="connsiteX407" fmla="*/ 743700 w 899217"/>
                <a:gd name="connsiteY407" fmla="*/ 166382 h 942137"/>
                <a:gd name="connsiteX408" fmla="*/ 743835 w 899217"/>
                <a:gd name="connsiteY408" fmla="*/ 161605 h 942137"/>
                <a:gd name="connsiteX409" fmla="*/ 743094 w 899217"/>
                <a:gd name="connsiteY409" fmla="*/ 159586 h 942137"/>
                <a:gd name="connsiteX410" fmla="*/ 740772 w 899217"/>
                <a:gd name="connsiteY410" fmla="*/ 158712 h 942137"/>
                <a:gd name="connsiteX411" fmla="*/ 738585 w 899217"/>
                <a:gd name="connsiteY411" fmla="*/ 158140 h 942137"/>
                <a:gd name="connsiteX412" fmla="*/ 739022 w 899217"/>
                <a:gd name="connsiteY412" fmla="*/ 156391 h 942137"/>
                <a:gd name="connsiteX413" fmla="*/ 740166 w 899217"/>
                <a:gd name="connsiteY413" fmla="*/ 153363 h 942137"/>
                <a:gd name="connsiteX414" fmla="*/ 742489 w 899217"/>
                <a:gd name="connsiteY414" fmla="*/ 151883 h 942137"/>
                <a:gd name="connsiteX415" fmla="*/ 740974 w 899217"/>
                <a:gd name="connsiteY415" fmla="*/ 147409 h 942137"/>
                <a:gd name="connsiteX416" fmla="*/ 737911 w 899217"/>
                <a:gd name="connsiteY416" fmla="*/ 143372 h 942137"/>
                <a:gd name="connsiteX417" fmla="*/ 735421 w 899217"/>
                <a:gd name="connsiteY417" fmla="*/ 141858 h 942137"/>
                <a:gd name="connsiteX418" fmla="*/ 732056 w 899217"/>
                <a:gd name="connsiteY418" fmla="*/ 141858 h 942137"/>
                <a:gd name="connsiteX419" fmla="*/ 725964 w 899217"/>
                <a:gd name="connsiteY419" fmla="*/ 139134 h 942137"/>
                <a:gd name="connsiteX420" fmla="*/ 724012 w 899217"/>
                <a:gd name="connsiteY420" fmla="*/ 136409 h 942137"/>
                <a:gd name="connsiteX421" fmla="*/ 723810 w 899217"/>
                <a:gd name="connsiteY421" fmla="*/ 134660 h 942137"/>
                <a:gd name="connsiteX422" fmla="*/ 723608 w 899217"/>
                <a:gd name="connsiteY422" fmla="*/ 128806 h 942137"/>
                <a:gd name="connsiteX423" fmla="*/ 723810 w 899217"/>
                <a:gd name="connsiteY423" fmla="*/ 125005 h 942137"/>
                <a:gd name="connsiteX424" fmla="*/ 724786 w 899217"/>
                <a:gd name="connsiteY424" fmla="*/ 123794 h 942137"/>
                <a:gd name="connsiteX425" fmla="*/ 727277 w 899217"/>
                <a:gd name="connsiteY425" fmla="*/ 121607 h 942137"/>
                <a:gd name="connsiteX426" fmla="*/ 729229 w 899217"/>
                <a:gd name="connsiteY426" fmla="*/ 119656 h 942137"/>
                <a:gd name="connsiteX427" fmla="*/ 731416 w 899217"/>
                <a:gd name="connsiteY427" fmla="*/ 117470 h 942137"/>
                <a:gd name="connsiteX428" fmla="*/ 733267 w 899217"/>
                <a:gd name="connsiteY428" fmla="*/ 116057 h 942137"/>
                <a:gd name="connsiteX429" fmla="*/ 735859 w 899217"/>
                <a:gd name="connsiteY429" fmla="*/ 114745 h 942137"/>
                <a:gd name="connsiteX430" fmla="*/ 739325 w 899217"/>
                <a:gd name="connsiteY430" fmla="*/ 114207 h 942137"/>
                <a:gd name="connsiteX431" fmla="*/ 742253 w 899217"/>
                <a:gd name="connsiteY431" fmla="*/ 111919 h 942137"/>
                <a:gd name="connsiteX432" fmla="*/ 743666 w 899217"/>
                <a:gd name="connsiteY432" fmla="*/ 110843 h 942137"/>
                <a:gd name="connsiteX433" fmla="*/ 744306 w 899217"/>
                <a:gd name="connsiteY433" fmla="*/ 106705 h 942137"/>
                <a:gd name="connsiteX434" fmla="*/ 741041 w 899217"/>
                <a:gd name="connsiteY434" fmla="*/ 103442 h 942137"/>
                <a:gd name="connsiteX435" fmla="*/ 736700 w 899217"/>
                <a:gd name="connsiteY435" fmla="*/ 104317 h 942137"/>
                <a:gd name="connsiteX436" fmla="*/ 730508 w 899217"/>
                <a:gd name="connsiteY436" fmla="*/ 104956 h 942137"/>
                <a:gd name="connsiteX437" fmla="*/ 723002 w 899217"/>
                <a:gd name="connsiteY437" fmla="*/ 106369 h 942137"/>
                <a:gd name="connsiteX438" fmla="*/ 718964 w 899217"/>
                <a:gd name="connsiteY438" fmla="*/ 104754 h 942137"/>
                <a:gd name="connsiteX439" fmla="*/ 714623 w 899217"/>
                <a:gd name="connsiteY439" fmla="*/ 102164 h 942137"/>
                <a:gd name="connsiteX440" fmla="*/ 712570 w 899217"/>
                <a:gd name="connsiteY440" fmla="*/ 102164 h 942137"/>
                <a:gd name="connsiteX441" fmla="*/ 710079 w 899217"/>
                <a:gd name="connsiteY441" fmla="*/ 102971 h 942137"/>
                <a:gd name="connsiteX442" fmla="*/ 708565 w 899217"/>
                <a:gd name="connsiteY442" fmla="*/ 105427 h 942137"/>
                <a:gd name="connsiteX443" fmla="*/ 704560 w 899217"/>
                <a:gd name="connsiteY443" fmla="*/ 105629 h 942137"/>
                <a:gd name="connsiteX444" fmla="*/ 701632 w 899217"/>
                <a:gd name="connsiteY444" fmla="*/ 105965 h 942137"/>
                <a:gd name="connsiteX445" fmla="*/ 699007 w 899217"/>
                <a:gd name="connsiteY445" fmla="*/ 105629 h 942137"/>
                <a:gd name="connsiteX446" fmla="*/ 697593 w 899217"/>
                <a:gd name="connsiteY446" fmla="*/ 105629 h 942137"/>
                <a:gd name="connsiteX447" fmla="*/ 693790 w 899217"/>
                <a:gd name="connsiteY447" fmla="*/ 105561 h 942137"/>
                <a:gd name="connsiteX448" fmla="*/ 691401 w 899217"/>
                <a:gd name="connsiteY448" fmla="*/ 104855 h 942137"/>
                <a:gd name="connsiteX449" fmla="*/ 690425 w 899217"/>
                <a:gd name="connsiteY449" fmla="*/ 103543 h 942137"/>
                <a:gd name="connsiteX450" fmla="*/ 688910 w 899217"/>
                <a:gd name="connsiteY450" fmla="*/ 100818 h 942137"/>
                <a:gd name="connsiteX451" fmla="*/ 686622 w 899217"/>
                <a:gd name="connsiteY451" fmla="*/ 100919 h 942137"/>
                <a:gd name="connsiteX452" fmla="*/ 685848 w 899217"/>
                <a:gd name="connsiteY452" fmla="*/ 101020 h 942137"/>
                <a:gd name="connsiteX453" fmla="*/ 684434 w 899217"/>
                <a:gd name="connsiteY453" fmla="*/ 103207 h 942137"/>
                <a:gd name="connsiteX454" fmla="*/ 684098 w 899217"/>
                <a:gd name="connsiteY454" fmla="*/ 105494 h 942137"/>
                <a:gd name="connsiteX455" fmla="*/ 682785 w 899217"/>
                <a:gd name="connsiteY455" fmla="*/ 107983 h 942137"/>
                <a:gd name="connsiteX456" fmla="*/ 682146 w 899217"/>
                <a:gd name="connsiteY456" fmla="*/ 110473 h 942137"/>
                <a:gd name="connsiteX457" fmla="*/ 679958 w 899217"/>
                <a:gd name="connsiteY457" fmla="*/ 114610 h 942137"/>
                <a:gd name="connsiteX458" fmla="*/ 678982 w 899217"/>
                <a:gd name="connsiteY458" fmla="*/ 117201 h 942137"/>
                <a:gd name="connsiteX459" fmla="*/ 679319 w 899217"/>
                <a:gd name="connsiteY459" fmla="*/ 119387 h 942137"/>
                <a:gd name="connsiteX460" fmla="*/ 681271 w 899217"/>
                <a:gd name="connsiteY460" fmla="*/ 121136 h 942137"/>
                <a:gd name="connsiteX461" fmla="*/ 683425 w 899217"/>
                <a:gd name="connsiteY461" fmla="*/ 122448 h 942137"/>
                <a:gd name="connsiteX462" fmla="*/ 684939 w 899217"/>
                <a:gd name="connsiteY462" fmla="*/ 125375 h 942137"/>
                <a:gd name="connsiteX463" fmla="*/ 686588 w 899217"/>
                <a:gd name="connsiteY463" fmla="*/ 128302 h 942137"/>
                <a:gd name="connsiteX464" fmla="*/ 687026 w 899217"/>
                <a:gd name="connsiteY464" fmla="*/ 130926 h 942137"/>
                <a:gd name="connsiteX465" fmla="*/ 686925 w 899217"/>
                <a:gd name="connsiteY465" fmla="*/ 133650 h 942137"/>
                <a:gd name="connsiteX466" fmla="*/ 686689 w 899217"/>
                <a:gd name="connsiteY466" fmla="*/ 137452 h 942137"/>
                <a:gd name="connsiteX467" fmla="*/ 685612 w 899217"/>
                <a:gd name="connsiteY467" fmla="*/ 139840 h 942137"/>
                <a:gd name="connsiteX468" fmla="*/ 684199 w 899217"/>
                <a:gd name="connsiteY468" fmla="*/ 142127 h 942137"/>
                <a:gd name="connsiteX469" fmla="*/ 681809 w 899217"/>
                <a:gd name="connsiteY469" fmla="*/ 144852 h 942137"/>
                <a:gd name="connsiteX470" fmla="*/ 678444 w 899217"/>
                <a:gd name="connsiteY470" fmla="*/ 147779 h 942137"/>
                <a:gd name="connsiteX471" fmla="*/ 674978 w 899217"/>
                <a:gd name="connsiteY471" fmla="*/ 149966 h 942137"/>
                <a:gd name="connsiteX472" fmla="*/ 672487 w 899217"/>
                <a:gd name="connsiteY472" fmla="*/ 149966 h 942137"/>
                <a:gd name="connsiteX473" fmla="*/ 669862 w 899217"/>
                <a:gd name="connsiteY473" fmla="*/ 148990 h 942137"/>
                <a:gd name="connsiteX474" fmla="*/ 669088 w 899217"/>
                <a:gd name="connsiteY474" fmla="*/ 148654 h 942137"/>
                <a:gd name="connsiteX475" fmla="*/ 665285 w 899217"/>
                <a:gd name="connsiteY475" fmla="*/ 145391 h 942137"/>
                <a:gd name="connsiteX476" fmla="*/ 662458 w 899217"/>
                <a:gd name="connsiteY476" fmla="*/ 145592 h 942137"/>
                <a:gd name="connsiteX477" fmla="*/ 661280 w 899217"/>
                <a:gd name="connsiteY477" fmla="*/ 145592 h 942137"/>
                <a:gd name="connsiteX478" fmla="*/ 659194 w 899217"/>
                <a:gd name="connsiteY478" fmla="*/ 147611 h 942137"/>
                <a:gd name="connsiteX479" fmla="*/ 656905 w 899217"/>
                <a:gd name="connsiteY479" fmla="*/ 149192 h 942137"/>
                <a:gd name="connsiteX480" fmla="*/ 656131 w 899217"/>
                <a:gd name="connsiteY480" fmla="*/ 150706 h 942137"/>
                <a:gd name="connsiteX481" fmla="*/ 653304 w 899217"/>
                <a:gd name="connsiteY481" fmla="*/ 152892 h 942137"/>
                <a:gd name="connsiteX482" fmla="*/ 650039 w 899217"/>
                <a:gd name="connsiteY482" fmla="*/ 154843 h 942137"/>
                <a:gd name="connsiteX483" fmla="*/ 648727 w 899217"/>
                <a:gd name="connsiteY483" fmla="*/ 155819 h 942137"/>
                <a:gd name="connsiteX484" fmla="*/ 646236 w 899217"/>
                <a:gd name="connsiteY484" fmla="*/ 157770 h 942137"/>
                <a:gd name="connsiteX485" fmla="*/ 644587 w 899217"/>
                <a:gd name="connsiteY485" fmla="*/ 160259 h 942137"/>
                <a:gd name="connsiteX486" fmla="*/ 643510 w 899217"/>
                <a:gd name="connsiteY486" fmla="*/ 162210 h 942137"/>
                <a:gd name="connsiteX487" fmla="*/ 642736 w 899217"/>
                <a:gd name="connsiteY487" fmla="*/ 163859 h 942137"/>
                <a:gd name="connsiteX488" fmla="*/ 642198 w 899217"/>
                <a:gd name="connsiteY488" fmla="*/ 165709 h 942137"/>
                <a:gd name="connsiteX489" fmla="*/ 642299 w 899217"/>
                <a:gd name="connsiteY489" fmla="*/ 167761 h 942137"/>
                <a:gd name="connsiteX490" fmla="*/ 644150 w 899217"/>
                <a:gd name="connsiteY490" fmla="*/ 169174 h 942137"/>
                <a:gd name="connsiteX491" fmla="*/ 647313 w 899217"/>
                <a:gd name="connsiteY491" fmla="*/ 171663 h 942137"/>
                <a:gd name="connsiteX492" fmla="*/ 649804 w 899217"/>
                <a:gd name="connsiteY492" fmla="*/ 173715 h 942137"/>
                <a:gd name="connsiteX493" fmla="*/ 651554 w 899217"/>
                <a:gd name="connsiteY493" fmla="*/ 174489 h 942137"/>
                <a:gd name="connsiteX494" fmla="*/ 652429 w 899217"/>
                <a:gd name="connsiteY494" fmla="*/ 175027 h 942137"/>
                <a:gd name="connsiteX495" fmla="*/ 654280 w 899217"/>
                <a:gd name="connsiteY495" fmla="*/ 177853 h 942137"/>
                <a:gd name="connsiteX496" fmla="*/ 654179 w 899217"/>
                <a:gd name="connsiteY496" fmla="*/ 178929 h 942137"/>
                <a:gd name="connsiteX497" fmla="*/ 653102 w 899217"/>
                <a:gd name="connsiteY497" fmla="*/ 180342 h 942137"/>
                <a:gd name="connsiteX498" fmla="*/ 650914 w 899217"/>
                <a:gd name="connsiteY498" fmla="*/ 182091 h 942137"/>
                <a:gd name="connsiteX499" fmla="*/ 649938 w 899217"/>
                <a:gd name="connsiteY499" fmla="*/ 183067 h 942137"/>
                <a:gd name="connsiteX500" fmla="*/ 649602 w 899217"/>
                <a:gd name="connsiteY500" fmla="*/ 185657 h 942137"/>
                <a:gd name="connsiteX501" fmla="*/ 649063 w 899217"/>
                <a:gd name="connsiteY501" fmla="*/ 188920 h 942137"/>
                <a:gd name="connsiteX502" fmla="*/ 648188 w 899217"/>
                <a:gd name="connsiteY502" fmla="*/ 191208 h 942137"/>
                <a:gd name="connsiteX503" fmla="*/ 646236 w 899217"/>
                <a:gd name="connsiteY503" fmla="*/ 194572 h 942137"/>
                <a:gd name="connsiteX504" fmla="*/ 642534 w 899217"/>
                <a:gd name="connsiteY504" fmla="*/ 198609 h 942137"/>
                <a:gd name="connsiteX505" fmla="*/ 639505 w 899217"/>
                <a:gd name="connsiteY505" fmla="*/ 200559 h 942137"/>
                <a:gd name="connsiteX506" fmla="*/ 638092 w 899217"/>
                <a:gd name="connsiteY506" fmla="*/ 200997 h 942137"/>
                <a:gd name="connsiteX507" fmla="*/ 636679 w 899217"/>
                <a:gd name="connsiteY507" fmla="*/ 201973 h 942137"/>
                <a:gd name="connsiteX508" fmla="*/ 634491 w 899217"/>
                <a:gd name="connsiteY508" fmla="*/ 203722 h 942137"/>
                <a:gd name="connsiteX509" fmla="*/ 632101 w 899217"/>
                <a:gd name="connsiteY509" fmla="*/ 206211 h 942137"/>
                <a:gd name="connsiteX510" fmla="*/ 630150 w 899217"/>
                <a:gd name="connsiteY510" fmla="*/ 208162 h 942137"/>
                <a:gd name="connsiteX511" fmla="*/ 628635 w 899217"/>
                <a:gd name="connsiteY511" fmla="*/ 210551 h 942137"/>
                <a:gd name="connsiteX512" fmla="*/ 627121 w 899217"/>
                <a:gd name="connsiteY512" fmla="*/ 213141 h 942137"/>
                <a:gd name="connsiteX513" fmla="*/ 624933 w 899217"/>
                <a:gd name="connsiteY513" fmla="*/ 217379 h 942137"/>
                <a:gd name="connsiteX514" fmla="*/ 624058 w 899217"/>
                <a:gd name="connsiteY514" fmla="*/ 218456 h 942137"/>
                <a:gd name="connsiteX515" fmla="*/ 621669 w 899217"/>
                <a:gd name="connsiteY515" fmla="*/ 219095 h 942137"/>
                <a:gd name="connsiteX516" fmla="*/ 619178 w 899217"/>
                <a:gd name="connsiteY516" fmla="*/ 220071 h 942137"/>
                <a:gd name="connsiteX517" fmla="*/ 615914 w 899217"/>
                <a:gd name="connsiteY517" fmla="*/ 222459 h 942137"/>
                <a:gd name="connsiteX518" fmla="*/ 614164 w 899217"/>
                <a:gd name="connsiteY518" fmla="*/ 225184 h 942137"/>
                <a:gd name="connsiteX519" fmla="*/ 610798 w 899217"/>
                <a:gd name="connsiteY519" fmla="*/ 229523 h 942137"/>
                <a:gd name="connsiteX520" fmla="*/ 608308 w 899217"/>
                <a:gd name="connsiteY520" fmla="*/ 232248 h 942137"/>
                <a:gd name="connsiteX521" fmla="*/ 602889 w 899217"/>
                <a:gd name="connsiteY521" fmla="*/ 237227 h 942137"/>
                <a:gd name="connsiteX522" fmla="*/ 599423 w 899217"/>
                <a:gd name="connsiteY522" fmla="*/ 238875 h 942137"/>
                <a:gd name="connsiteX523" fmla="*/ 596798 w 899217"/>
                <a:gd name="connsiteY523" fmla="*/ 243349 h 942137"/>
                <a:gd name="connsiteX524" fmla="*/ 592793 w 899217"/>
                <a:gd name="connsiteY524" fmla="*/ 244527 h 942137"/>
                <a:gd name="connsiteX525" fmla="*/ 591144 w 899217"/>
                <a:gd name="connsiteY525" fmla="*/ 243013 h 942137"/>
                <a:gd name="connsiteX526" fmla="*/ 590370 w 899217"/>
                <a:gd name="connsiteY526" fmla="*/ 239212 h 942137"/>
                <a:gd name="connsiteX527" fmla="*/ 589495 w 899217"/>
                <a:gd name="connsiteY527" fmla="*/ 236285 h 942137"/>
                <a:gd name="connsiteX528" fmla="*/ 587442 w 899217"/>
                <a:gd name="connsiteY528" fmla="*/ 234872 h 942137"/>
                <a:gd name="connsiteX529" fmla="*/ 585793 w 899217"/>
                <a:gd name="connsiteY529" fmla="*/ 235208 h 942137"/>
                <a:gd name="connsiteX530" fmla="*/ 585355 w 899217"/>
                <a:gd name="connsiteY530" fmla="*/ 239111 h 942137"/>
                <a:gd name="connsiteX531" fmla="*/ 585019 w 899217"/>
                <a:gd name="connsiteY531" fmla="*/ 243248 h 942137"/>
                <a:gd name="connsiteX532" fmla="*/ 583168 w 899217"/>
                <a:gd name="connsiteY532" fmla="*/ 245536 h 942137"/>
                <a:gd name="connsiteX533" fmla="*/ 580442 w 899217"/>
                <a:gd name="connsiteY533" fmla="*/ 248025 h 942137"/>
                <a:gd name="connsiteX534" fmla="*/ 578490 w 899217"/>
                <a:gd name="connsiteY534" fmla="*/ 251187 h 942137"/>
                <a:gd name="connsiteX535" fmla="*/ 578490 w 899217"/>
                <a:gd name="connsiteY535" fmla="*/ 253475 h 942137"/>
                <a:gd name="connsiteX536" fmla="*/ 580004 w 899217"/>
                <a:gd name="connsiteY536" fmla="*/ 254349 h 942137"/>
                <a:gd name="connsiteX537" fmla="*/ 582932 w 899217"/>
                <a:gd name="connsiteY537" fmla="*/ 257612 h 942137"/>
                <a:gd name="connsiteX538" fmla="*/ 583134 w 899217"/>
                <a:gd name="connsiteY538" fmla="*/ 259564 h 942137"/>
                <a:gd name="connsiteX539" fmla="*/ 582798 w 899217"/>
                <a:gd name="connsiteY539" fmla="*/ 263365 h 942137"/>
                <a:gd name="connsiteX540" fmla="*/ 584110 w 899217"/>
                <a:gd name="connsiteY540" fmla="*/ 268041 h 942137"/>
                <a:gd name="connsiteX541" fmla="*/ 583235 w 899217"/>
                <a:gd name="connsiteY541" fmla="*/ 273356 h 942137"/>
                <a:gd name="connsiteX542" fmla="*/ 583235 w 899217"/>
                <a:gd name="connsiteY542" fmla="*/ 275408 h 942137"/>
                <a:gd name="connsiteX543" fmla="*/ 582461 w 899217"/>
                <a:gd name="connsiteY543" fmla="*/ 281160 h 942137"/>
                <a:gd name="connsiteX544" fmla="*/ 581485 w 899217"/>
                <a:gd name="connsiteY544" fmla="*/ 285062 h 942137"/>
                <a:gd name="connsiteX545" fmla="*/ 580172 w 899217"/>
                <a:gd name="connsiteY545" fmla="*/ 287787 h 942137"/>
                <a:gd name="connsiteX546" fmla="*/ 577783 w 899217"/>
                <a:gd name="connsiteY546" fmla="*/ 291824 h 942137"/>
                <a:gd name="connsiteX547" fmla="*/ 578321 w 899217"/>
                <a:gd name="connsiteY547" fmla="*/ 296399 h 942137"/>
                <a:gd name="connsiteX548" fmla="*/ 579197 w 899217"/>
                <a:gd name="connsiteY548" fmla="*/ 298350 h 942137"/>
                <a:gd name="connsiteX549" fmla="*/ 581687 w 899217"/>
                <a:gd name="connsiteY549" fmla="*/ 301176 h 942137"/>
                <a:gd name="connsiteX550" fmla="*/ 582461 w 899217"/>
                <a:gd name="connsiteY550" fmla="*/ 303463 h 942137"/>
                <a:gd name="connsiteX551" fmla="*/ 584110 w 899217"/>
                <a:gd name="connsiteY551" fmla="*/ 309552 h 942137"/>
                <a:gd name="connsiteX552" fmla="*/ 583235 w 899217"/>
                <a:gd name="connsiteY552" fmla="*/ 313353 h 942137"/>
                <a:gd name="connsiteX553" fmla="*/ 583235 w 899217"/>
                <a:gd name="connsiteY553" fmla="*/ 319879 h 942137"/>
                <a:gd name="connsiteX554" fmla="*/ 583572 w 899217"/>
                <a:gd name="connsiteY554" fmla="*/ 321629 h 942137"/>
                <a:gd name="connsiteX555" fmla="*/ 585221 w 899217"/>
                <a:gd name="connsiteY555" fmla="*/ 325228 h 942137"/>
                <a:gd name="connsiteX556" fmla="*/ 587273 w 899217"/>
                <a:gd name="connsiteY556" fmla="*/ 328054 h 942137"/>
                <a:gd name="connsiteX557" fmla="*/ 589562 w 899217"/>
                <a:gd name="connsiteY557" fmla="*/ 330880 h 942137"/>
                <a:gd name="connsiteX558" fmla="*/ 591211 w 899217"/>
                <a:gd name="connsiteY558" fmla="*/ 332393 h 942137"/>
                <a:gd name="connsiteX559" fmla="*/ 591211 w 899217"/>
                <a:gd name="connsiteY559" fmla="*/ 334782 h 942137"/>
                <a:gd name="connsiteX560" fmla="*/ 590572 w 899217"/>
                <a:gd name="connsiteY560" fmla="*/ 338045 h 942137"/>
                <a:gd name="connsiteX561" fmla="*/ 589394 w 899217"/>
                <a:gd name="connsiteY561" fmla="*/ 340299 h 942137"/>
                <a:gd name="connsiteX562" fmla="*/ 587004 w 899217"/>
                <a:gd name="connsiteY562" fmla="*/ 340299 h 942137"/>
                <a:gd name="connsiteX563" fmla="*/ 584817 w 899217"/>
                <a:gd name="connsiteY563" fmla="*/ 340534 h 942137"/>
                <a:gd name="connsiteX564" fmla="*/ 582966 w 899217"/>
                <a:gd name="connsiteY564" fmla="*/ 341274 h 942137"/>
                <a:gd name="connsiteX565" fmla="*/ 584649 w 899217"/>
                <a:gd name="connsiteY565" fmla="*/ 344806 h 942137"/>
                <a:gd name="connsiteX566" fmla="*/ 586230 w 899217"/>
                <a:gd name="connsiteY566" fmla="*/ 350525 h 942137"/>
                <a:gd name="connsiteX567" fmla="*/ 585658 w 899217"/>
                <a:gd name="connsiteY567" fmla="*/ 355235 h 942137"/>
                <a:gd name="connsiteX568" fmla="*/ 584076 w 899217"/>
                <a:gd name="connsiteY568" fmla="*/ 358935 h 942137"/>
                <a:gd name="connsiteX569" fmla="*/ 581821 w 899217"/>
                <a:gd name="connsiteY569" fmla="*/ 360684 h 942137"/>
                <a:gd name="connsiteX570" fmla="*/ 578557 w 899217"/>
                <a:gd name="connsiteY570" fmla="*/ 361828 h 942137"/>
                <a:gd name="connsiteX571" fmla="*/ 574283 w 899217"/>
                <a:gd name="connsiteY571" fmla="*/ 361963 h 942137"/>
                <a:gd name="connsiteX572" fmla="*/ 570581 w 899217"/>
                <a:gd name="connsiteY572" fmla="*/ 361963 h 942137"/>
                <a:gd name="connsiteX573" fmla="*/ 567989 w 899217"/>
                <a:gd name="connsiteY573" fmla="*/ 363409 h 942137"/>
                <a:gd name="connsiteX574" fmla="*/ 564220 w 899217"/>
                <a:gd name="connsiteY574" fmla="*/ 364553 h 942137"/>
                <a:gd name="connsiteX575" fmla="*/ 558936 w 899217"/>
                <a:gd name="connsiteY575" fmla="*/ 366067 h 942137"/>
                <a:gd name="connsiteX576" fmla="*/ 555167 w 899217"/>
                <a:gd name="connsiteY576" fmla="*/ 368085 h 942137"/>
                <a:gd name="connsiteX577" fmla="*/ 552845 w 899217"/>
                <a:gd name="connsiteY577" fmla="*/ 369834 h 942137"/>
                <a:gd name="connsiteX578" fmla="*/ 549076 w 899217"/>
                <a:gd name="connsiteY578" fmla="*/ 369834 h 942137"/>
                <a:gd name="connsiteX579" fmla="*/ 545003 w 899217"/>
                <a:gd name="connsiteY579" fmla="*/ 367244 h 942137"/>
                <a:gd name="connsiteX580" fmla="*/ 545003 w 899217"/>
                <a:gd name="connsiteY580" fmla="*/ 364048 h 942137"/>
                <a:gd name="connsiteX581" fmla="*/ 548032 w 899217"/>
                <a:gd name="connsiteY581" fmla="*/ 358262 h 942137"/>
                <a:gd name="connsiteX582" fmla="*/ 546720 w 899217"/>
                <a:gd name="connsiteY582" fmla="*/ 356244 h 942137"/>
                <a:gd name="connsiteX583" fmla="*/ 541806 w 899217"/>
                <a:gd name="connsiteY583" fmla="*/ 357388 h 942137"/>
                <a:gd name="connsiteX584" fmla="*/ 538037 w 899217"/>
                <a:gd name="connsiteY584" fmla="*/ 361155 h 942137"/>
                <a:gd name="connsiteX585" fmla="*/ 532248 w 899217"/>
                <a:gd name="connsiteY585" fmla="*/ 366369 h 942137"/>
                <a:gd name="connsiteX586" fmla="*/ 528479 w 899217"/>
                <a:gd name="connsiteY586" fmla="*/ 369834 h 942137"/>
                <a:gd name="connsiteX587" fmla="*/ 525585 w 899217"/>
                <a:gd name="connsiteY587" fmla="*/ 369834 h 942137"/>
                <a:gd name="connsiteX588" fmla="*/ 520234 w 899217"/>
                <a:gd name="connsiteY588" fmla="*/ 370473 h 942137"/>
                <a:gd name="connsiteX589" fmla="*/ 514714 w 899217"/>
                <a:gd name="connsiteY589" fmla="*/ 371415 h 942137"/>
                <a:gd name="connsiteX590" fmla="*/ 512392 w 899217"/>
                <a:gd name="connsiteY590" fmla="*/ 372559 h 942137"/>
                <a:gd name="connsiteX591" fmla="*/ 510373 w 899217"/>
                <a:gd name="connsiteY591" fmla="*/ 375015 h 942137"/>
                <a:gd name="connsiteX592" fmla="*/ 507916 w 899217"/>
                <a:gd name="connsiteY592" fmla="*/ 376327 h 942137"/>
                <a:gd name="connsiteX593" fmla="*/ 503575 w 899217"/>
                <a:gd name="connsiteY593" fmla="*/ 380532 h 942137"/>
                <a:gd name="connsiteX594" fmla="*/ 498930 w 899217"/>
                <a:gd name="connsiteY594" fmla="*/ 383727 h 942137"/>
                <a:gd name="connsiteX595" fmla="*/ 493411 w 899217"/>
                <a:gd name="connsiteY595" fmla="*/ 383727 h 942137"/>
                <a:gd name="connsiteX596" fmla="*/ 486310 w 899217"/>
                <a:gd name="connsiteY596" fmla="*/ 387428 h 942137"/>
                <a:gd name="connsiteX597" fmla="*/ 481834 w 899217"/>
                <a:gd name="connsiteY597" fmla="*/ 389816 h 942137"/>
                <a:gd name="connsiteX598" fmla="*/ 475305 w 899217"/>
                <a:gd name="connsiteY598" fmla="*/ 392844 h 942137"/>
                <a:gd name="connsiteX599" fmla="*/ 468776 w 899217"/>
                <a:gd name="connsiteY599" fmla="*/ 392272 h 942137"/>
                <a:gd name="connsiteX600" fmla="*/ 465747 w 899217"/>
                <a:gd name="connsiteY600" fmla="*/ 390388 h 942137"/>
                <a:gd name="connsiteX601" fmla="*/ 465309 w 899217"/>
                <a:gd name="connsiteY601" fmla="*/ 386183 h 942137"/>
                <a:gd name="connsiteX602" fmla="*/ 465007 w 899217"/>
                <a:gd name="connsiteY602" fmla="*/ 382853 h 942137"/>
                <a:gd name="connsiteX603" fmla="*/ 465007 w 899217"/>
                <a:gd name="connsiteY603" fmla="*/ 377773 h 942137"/>
                <a:gd name="connsiteX604" fmla="*/ 463862 w 899217"/>
                <a:gd name="connsiteY604" fmla="*/ 375587 h 942137"/>
                <a:gd name="connsiteX605" fmla="*/ 460800 w 899217"/>
                <a:gd name="connsiteY605" fmla="*/ 373265 h 942137"/>
                <a:gd name="connsiteX606" fmla="*/ 459353 w 899217"/>
                <a:gd name="connsiteY606" fmla="*/ 368354 h 942137"/>
                <a:gd name="connsiteX607" fmla="*/ 458780 w 899217"/>
                <a:gd name="connsiteY607" fmla="*/ 363275 h 942137"/>
                <a:gd name="connsiteX608" fmla="*/ 457333 w 899217"/>
                <a:gd name="connsiteY608" fmla="*/ 360651 h 942137"/>
                <a:gd name="connsiteX609" fmla="*/ 455314 w 899217"/>
                <a:gd name="connsiteY609" fmla="*/ 362097 h 942137"/>
                <a:gd name="connsiteX610" fmla="*/ 452857 w 899217"/>
                <a:gd name="connsiteY610" fmla="*/ 363846 h 942137"/>
                <a:gd name="connsiteX611" fmla="*/ 450266 w 899217"/>
                <a:gd name="connsiteY611" fmla="*/ 366302 h 942137"/>
                <a:gd name="connsiteX612" fmla="*/ 445049 w 899217"/>
                <a:gd name="connsiteY612" fmla="*/ 366302 h 942137"/>
                <a:gd name="connsiteX613" fmla="*/ 439968 w 899217"/>
                <a:gd name="connsiteY613" fmla="*/ 363981 h 942137"/>
                <a:gd name="connsiteX614" fmla="*/ 438655 w 899217"/>
                <a:gd name="connsiteY614" fmla="*/ 359070 h 942137"/>
                <a:gd name="connsiteX615" fmla="*/ 439665 w 899217"/>
                <a:gd name="connsiteY615" fmla="*/ 353553 h 942137"/>
                <a:gd name="connsiteX616" fmla="*/ 442862 w 899217"/>
                <a:gd name="connsiteY616" fmla="*/ 353418 h 942137"/>
                <a:gd name="connsiteX617" fmla="*/ 449223 w 899217"/>
                <a:gd name="connsiteY617" fmla="*/ 352106 h 942137"/>
                <a:gd name="connsiteX618" fmla="*/ 451107 w 899217"/>
                <a:gd name="connsiteY618" fmla="*/ 348910 h 942137"/>
                <a:gd name="connsiteX619" fmla="*/ 447203 w 899217"/>
                <a:gd name="connsiteY619" fmla="*/ 342384 h 942137"/>
                <a:gd name="connsiteX620" fmla="*/ 444006 w 899217"/>
                <a:gd name="connsiteY620" fmla="*/ 337608 h 942137"/>
                <a:gd name="connsiteX621" fmla="*/ 443131 w 899217"/>
                <a:gd name="connsiteY621" fmla="*/ 335589 h 942137"/>
                <a:gd name="connsiteX622" fmla="*/ 439799 w 899217"/>
                <a:gd name="connsiteY622" fmla="*/ 332393 h 942137"/>
                <a:gd name="connsiteX623" fmla="*/ 432833 w 899217"/>
                <a:gd name="connsiteY623" fmla="*/ 329198 h 942137"/>
                <a:gd name="connsiteX624" fmla="*/ 426472 w 899217"/>
                <a:gd name="connsiteY624" fmla="*/ 325127 h 942137"/>
                <a:gd name="connsiteX625" fmla="*/ 424722 w 899217"/>
                <a:gd name="connsiteY625" fmla="*/ 320350 h 942137"/>
                <a:gd name="connsiteX626" fmla="*/ 424587 w 899217"/>
                <a:gd name="connsiteY626" fmla="*/ 316717 h 942137"/>
                <a:gd name="connsiteX627" fmla="*/ 426775 w 899217"/>
                <a:gd name="connsiteY627" fmla="*/ 314699 h 942137"/>
                <a:gd name="connsiteX628" fmla="*/ 430847 w 899217"/>
                <a:gd name="connsiteY628" fmla="*/ 313690 h 942137"/>
                <a:gd name="connsiteX629" fmla="*/ 434616 w 899217"/>
                <a:gd name="connsiteY629" fmla="*/ 311503 h 942137"/>
                <a:gd name="connsiteX630" fmla="*/ 436939 w 899217"/>
                <a:gd name="connsiteY630" fmla="*/ 309182 h 942137"/>
                <a:gd name="connsiteX631" fmla="*/ 438251 w 899217"/>
                <a:gd name="connsiteY631" fmla="*/ 306726 h 942137"/>
                <a:gd name="connsiteX632" fmla="*/ 440708 w 899217"/>
                <a:gd name="connsiteY632" fmla="*/ 299326 h 942137"/>
                <a:gd name="connsiteX633" fmla="*/ 438823 w 899217"/>
                <a:gd name="connsiteY633" fmla="*/ 298888 h 942137"/>
                <a:gd name="connsiteX634" fmla="*/ 431419 w 899217"/>
                <a:gd name="connsiteY634" fmla="*/ 303093 h 942137"/>
                <a:gd name="connsiteX635" fmla="*/ 427953 w 899217"/>
                <a:gd name="connsiteY635" fmla="*/ 302353 h 942137"/>
                <a:gd name="connsiteX636" fmla="*/ 427515 w 899217"/>
                <a:gd name="connsiteY636" fmla="*/ 299897 h 942137"/>
                <a:gd name="connsiteX637" fmla="*/ 428390 w 899217"/>
                <a:gd name="connsiteY637" fmla="*/ 297576 h 942137"/>
                <a:gd name="connsiteX638" fmla="*/ 428828 w 899217"/>
                <a:gd name="connsiteY638" fmla="*/ 294112 h 942137"/>
                <a:gd name="connsiteX639" fmla="*/ 428962 w 899217"/>
                <a:gd name="connsiteY639" fmla="*/ 292530 h 942137"/>
                <a:gd name="connsiteX640" fmla="*/ 428087 w 899217"/>
                <a:gd name="connsiteY640" fmla="*/ 286307 h 942137"/>
                <a:gd name="connsiteX641" fmla="*/ 424890 w 899217"/>
                <a:gd name="connsiteY641" fmla="*/ 281967 h 942137"/>
                <a:gd name="connsiteX642" fmla="*/ 422568 w 899217"/>
                <a:gd name="connsiteY642" fmla="*/ 280790 h 942137"/>
                <a:gd name="connsiteX643" fmla="*/ 419808 w 899217"/>
                <a:gd name="connsiteY643" fmla="*/ 279915 h 942137"/>
                <a:gd name="connsiteX644" fmla="*/ 414020 w 899217"/>
                <a:gd name="connsiteY644" fmla="*/ 277729 h 942137"/>
                <a:gd name="connsiteX645" fmla="*/ 411395 w 899217"/>
                <a:gd name="connsiteY645" fmla="*/ 273827 h 942137"/>
                <a:gd name="connsiteX646" fmla="*/ 409005 w 899217"/>
                <a:gd name="connsiteY646" fmla="*/ 269050 h 942137"/>
                <a:gd name="connsiteX647" fmla="*/ 406616 w 899217"/>
                <a:gd name="connsiteY647" fmla="*/ 263096 h 942137"/>
                <a:gd name="connsiteX648" fmla="*/ 405875 w 899217"/>
                <a:gd name="connsiteY648" fmla="*/ 261077 h 942137"/>
                <a:gd name="connsiteX649" fmla="*/ 405875 w 899217"/>
                <a:gd name="connsiteY649" fmla="*/ 258487 h 942137"/>
                <a:gd name="connsiteX650" fmla="*/ 406380 w 899217"/>
                <a:gd name="connsiteY650" fmla="*/ 252533 h 942137"/>
                <a:gd name="connsiteX651" fmla="*/ 406313 w 899217"/>
                <a:gd name="connsiteY651" fmla="*/ 250346 h 942137"/>
                <a:gd name="connsiteX652" fmla="*/ 400524 w 899217"/>
                <a:gd name="connsiteY652" fmla="*/ 247890 h 942137"/>
                <a:gd name="connsiteX653" fmla="*/ 398337 w 899217"/>
                <a:gd name="connsiteY653" fmla="*/ 244560 h 942137"/>
                <a:gd name="connsiteX654" fmla="*/ 396890 w 899217"/>
                <a:gd name="connsiteY654" fmla="*/ 241230 h 942137"/>
                <a:gd name="connsiteX655" fmla="*/ 394298 w 899217"/>
                <a:gd name="connsiteY655" fmla="*/ 229355 h 942137"/>
                <a:gd name="connsiteX656" fmla="*/ 393726 w 899217"/>
                <a:gd name="connsiteY656" fmla="*/ 223838 h 942137"/>
                <a:gd name="connsiteX657" fmla="*/ 392279 w 899217"/>
                <a:gd name="connsiteY657" fmla="*/ 218187 h 942137"/>
                <a:gd name="connsiteX658" fmla="*/ 387635 w 899217"/>
                <a:gd name="connsiteY658" fmla="*/ 218489 h 942137"/>
                <a:gd name="connsiteX659" fmla="*/ 385010 w 899217"/>
                <a:gd name="connsiteY659" fmla="*/ 218489 h 942137"/>
                <a:gd name="connsiteX660" fmla="*/ 380231 w 899217"/>
                <a:gd name="connsiteY660" fmla="*/ 213847 h 942137"/>
                <a:gd name="connsiteX661" fmla="*/ 380533 w 899217"/>
                <a:gd name="connsiteY661" fmla="*/ 209945 h 942137"/>
                <a:gd name="connsiteX662" fmla="*/ 379793 w 899217"/>
                <a:gd name="connsiteY662" fmla="*/ 203722 h 942137"/>
                <a:gd name="connsiteX663" fmla="*/ 379793 w 899217"/>
                <a:gd name="connsiteY663" fmla="*/ 197364 h 942137"/>
                <a:gd name="connsiteX664" fmla="*/ 378918 w 899217"/>
                <a:gd name="connsiteY664" fmla="*/ 194471 h 942137"/>
                <a:gd name="connsiteX665" fmla="*/ 374442 w 899217"/>
                <a:gd name="connsiteY665" fmla="*/ 187945 h 942137"/>
                <a:gd name="connsiteX666" fmla="*/ 371413 w 899217"/>
                <a:gd name="connsiteY666" fmla="*/ 183303 h 942137"/>
                <a:gd name="connsiteX667" fmla="*/ 369226 w 899217"/>
                <a:gd name="connsiteY667" fmla="*/ 177214 h 942137"/>
                <a:gd name="connsiteX668" fmla="*/ 367341 w 899217"/>
                <a:gd name="connsiteY668" fmla="*/ 170688 h 942137"/>
                <a:gd name="connsiteX669" fmla="*/ 366903 w 899217"/>
                <a:gd name="connsiteY669" fmla="*/ 165608 h 942137"/>
                <a:gd name="connsiteX670" fmla="*/ 363706 w 899217"/>
                <a:gd name="connsiteY670" fmla="*/ 162580 h 942137"/>
                <a:gd name="connsiteX671" fmla="*/ 361384 w 899217"/>
                <a:gd name="connsiteY671" fmla="*/ 161706 h 942137"/>
                <a:gd name="connsiteX672" fmla="*/ 358187 w 899217"/>
                <a:gd name="connsiteY672" fmla="*/ 162715 h 942137"/>
                <a:gd name="connsiteX673" fmla="*/ 357043 w 899217"/>
                <a:gd name="connsiteY673" fmla="*/ 163287 h 942137"/>
                <a:gd name="connsiteX674" fmla="*/ 354148 w 899217"/>
                <a:gd name="connsiteY674" fmla="*/ 167795 h 942137"/>
                <a:gd name="connsiteX675" fmla="*/ 349908 w 899217"/>
                <a:gd name="connsiteY675" fmla="*/ 166348 h 942137"/>
                <a:gd name="connsiteX676" fmla="*/ 346105 w 899217"/>
                <a:gd name="connsiteY676" fmla="*/ 164061 h 942137"/>
                <a:gd name="connsiteX677" fmla="*/ 345465 w 899217"/>
                <a:gd name="connsiteY677" fmla="*/ 162210 h 942137"/>
                <a:gd name="connsiteX678" fmla="*/ 343076 w 899217"/>
                <a:gd name="connsiteY678" fmla="*/ 162009 h 942137"/>
                <a:gd name="connsiteX679" fmla="*/ 341763 w 899217"/>
                <a:gd name="connsiteY679" fmla="*/ 162648 h 942137"/>
                <a:gd name="connsiteX680" fmla="*/ 340013 w 899217"/>
                <a:gd name="connsiteY680" fmla="*/ 165272 h 942137"/>
                <a:gd name="connsiteX681" fmla="*/ 336210 w 899217"/>
                <a:gd name="connsiteY681" fmla="*/ 169611 h 942137"/>
                <a:gd name="connsiteX682" fmla="*/ 332307 w 899217"/>
                <a:gd name="connsiteY682" fmla="*/ 170587 h 942137"/>
                <a:gd name="connsiteX683" fmla="*/ 326215 w 899217"/>
                <a:gd name="connsiteY683" fmla="*/ 169948 h 942137"/>
                <a:gd name="connsiteX684" fmla="*/ 321638 w 899217"/>
                <a:gd name="connsiteY684" fmla="*/ 166920 h 942137"/>
                <a:gd name="connsiteX685" fmla="*/ 317297 w 899217"/>
                <a:gd name="connsiteY685" fmla="*/ 160932 h 942137"/>
                <a:gd name="connsiteX686" fmla="*/ 314671 w 899217"/>
                <a:gd name="connsiteY686" fmla="*/ 156155 h 942137"/>
                <a:gd name="connsiteX687" fmla="*/ 312820 w 899217"/>
                <a:gd name="connsiteY687" fmla="*/ 151816 h 942137"/>
                <a:gd name="connsiteX688" fmla="*/ 309994 w 899217"/>
                <a:gd name="connsiteY688" fmla="*/ 147039 h 942137"/>
                <a:gd name="connsiteX689" fmla="*/ 307166 w 899217"/>
                <a:gd name="connsiteY689" fmla="*/ 144112 h 942137"/>
                <a:gd name="connsiteX690" fmla="*/ 304979 w 899217"/>
                <a:gd name="connsiteY690" fmla="*/ 139975 h 942137"/>
                <a:gd name="connsiteX691" fmla="*/ 303902 w 899217"/>
                <a:gd name="connsiteY691" fmla="*/ 136072 h 942137"/>
                <a:gd name="connsiteX692" fmla="*/ 302388 w 899217"/>
                <a:gd name="connsiteY692" fmla="*/ 132036 h 942137"/>
                <a:gd name="connsiteX693" fmla="*/ 302388 w 899217"/>
                <a:gd name="connsiteY693" fmla="*/ 129109 h 942137"/>
                <a:gd name="connsiteX694" fmla="*/ 304239 w 899217"/>
                <a:gd name="connsiteY694" fmla="*/ 128234 h 942137"/>
                <a:gd name="connsiteX695" fmla="*/ 306089 w 899217"/>
                <a:gd name="connsiteY695" fmla="*/ 127797 h 942137"/>
                <a:gd name="connsiteX696" fmla="*/ 311643 w 899217"/>
                <a:gd name="connsiteY696" fmla="*/ 126821 h 942137"/>
                <a:gd name="connsiteX697" fmla="*/ 314234 w 899217"/>
                <a:gd name="connsiteY697" fmla="*/ 126182 h 942137"/>
                <a:gd name="connsiteX698" fmla="*/ 315748 w 899217"/>
                <a:gd name="connsiteY698" fmla="*/ 125409 h 942137"/>
                <a:gd name="connsiteX699" fmla="*/ 317936 w 899217"/>
                <a:gd name="connsiteY699" fmla="*/ 122583 h 942137"/>
                <a:gd name="connsiteX700" fmla="*/ 318710 w 899217"/>
                <a:gd name="connsiteY700" fmla="*/ 120531 h 942137"/>
                <a:gd name="connsiteX701" fmla="*/ 319047 w 899217"/>
                <a:gd name="connsiteY701" fmla="*/ 116730 h 942137"/>
                <a:gd name="connsiteX702" fmla="*/ 318710 w 899217"/>
                <a:gd name="connsiteY702" fmla="*/ 114644 h 942137"/>
                <a:gd name="connsiteX703" fmla="*/ 318071 w 899217"/>
                <a:gd name="connsiteY703" fmla="*/ 113029 h 942137"/>
                <a:gd name="connsiteX704" fmla="*/ 315143 w 899217"/>
                <a:gd name="connsiteY704" fmla="*/ 110977 h 942137"/>
                <a:gd name="connsiteX705" fmla="*/ 313090 w 899217"/>
                <a:gd name="connsiteY705" fmla="*/ 109901 h 942137"/>
                <a:gd name="connsiteX706" fmla="*/ 310061 w 899217"/>
                <a:gd name="connsiteY706" fmla="*/ 105898 h 942137"/>
                <a:gd name="connsiteX707" fmla="*/ 308849 w 899217"/>
                <a:gd name="connsiteY707" fmla="*/ 102096 h 942137"/>
                <a:gd name="connsiteX708" fmla="*/ 308748 w 899217"/>
                <a:gd name="connsiteY708" fmla="*/ 99069 h 942137"/>
                <a:gd name="connsiteX709" fmla="*/ 304844 w 899217"/>
                <a:gd name="connsiteY709" fmla="*/ 92442 h 942137"/>
                <a:gd name="connsiteX710" fmla="*/ 301681 w 899217"/>
                <a:gd name="connsiteY710" fmla="*/ 84402 h 942137"/>
                <a:gd name="connsiteX711" fmla="*/ 300469 w 899217"/>
                <a:gd name="connsiteY711" fmla="*/ 80062 h 942137"/>
                <a:gd name="connsiteX712" fmla="*/ 298517 w 899217"/>
                <a:gd name="connsiteY712" fmla="*/ 77472 h 942137"/>
                <a:gd name="connsiteX713" fmla="*/ 293200 w 899217"/>
                <a:gd name="connsiteY713" fmla="*/ 77808 h 942137"/>
                <a:gd name="connsiteX714" fmla="*/ 289397 w 899217"/>
                <a:gd name="connsiteY714" fmla="*/ 74882 h 942137"/>
                <a:gd name="connsiteX715" fmla="*/ 287445 w 899217"/>
                <a:gd name="connsiteY715" fmla="*/ 71182 h 942137"/>
                <a:gd name="connsiteX716" fmla="*/ 284180 w 899217"/>
                <a:gd name="connsiteY716" fmla="*/ 68019 h 942137"/>
                <a:gd name="connsiteX717" fmla="*/ 282531 w 899217"/>
                <a:gd name="connsiteY717" fmla="*/ 64655 h 942137"/>
                <a:gd name="connsiteX718" fmla="*/ 281555 w 899217"/>
                <a:gd name="connsiteY718" fmla="*/ 62031 h 942137"/>
                <a:gd name="connsiteX719" fmla="*/ 281118 w 899217"/>
                <a:gd name="connsiteY719" fmla="*/ 58028 h 942137"/>
                <a:gd name="connsiteX720" fmla="*/ 281757 w 899217"/>
                <a:gd name="connsiteY720" fmla="*/ 55304 h 942137"/>
                <a:gd name="connsiteX721" fmla="*/ 282969 w 899217"/>
                <a:gd name="connsiteY721" fmla="*/ 52915 h 942137"/>
                <a:gd name="connsiteX722" fmla="*/ 283844 w 899217"/>
                <a:gd name="connsiteY722" fmla="*/ 51502 h 942137"/>
                <a:gd name="connsiteX723" fmla="*/ 281892 w 899217"/>
                <a:gd name="connsiteY723" fmla="*/ 48777 h 942137"/>
                <a:gd name="connsiteX724" fmla="*/ 279940 w 899217"/>
                <a:gd name="connsiteY724" fmla="*/ 48576 h 942137"/>
                <a:gd name="connsiteX725" fmla="*/ 276137 w 899217"/>
                <a:gd name="connsiteY725" fmla="*/ 49013 h 942137"/>
                <a:gd name="connsiteX726" fmla="*/ 274185 w 899217"/>
                <a:gd name="connsiteY726" fmla="*/ 49787 h 942137"/>
                <a:gd name="connsiteX727" fmla="*/ 273209 w 899217"/>
                <a:gd name="connsiteY727" fmla="*/ 50863 h 942137"/>
                <a:gd name="connsiteX728" fmla="*/ 271594 w 899217"/>
                <a:gd name="connsiteY728" fmla="*/ 53252 h 942137"/>
                <a:gd name="connsiteX729" fmla="*/ 270718 w 899217"/>
                <a:gd name="connsiteY729" fmla="*/ 54664 h 942137"/>
                <a:gd name="connsiteX730" fmla="*/ 270382 w 899217"/>
                <a:gd name="connsiteY730" fmla="*/ 58264 h 942137"/>
                <a:gd name="connsiteX731" fmla="*/ 267017 w 899217"/>
                <a:gd name="connsiteY731" fmla="*/ 61426 h 942137"/>
                <a:gd name="connsiteX732" fmla="*/ 265502 w 899217"/>
                <a:gd name="connsiteY732" fmla="*/ 63041 h 942137"/>
                <a:gd name="connsiteX733" fmla="*/ 263988 w 899217"/>
                <a:gd name="connsiteY733" fmla="*/ 67279 h 942137"/>
                <a:gd name="connsiteX734" fmla="*/ 261262 w 899217"/>
                <a:gd name="connsiteY734" fmla="*/ 70980 h 942137"/>
                <a:gd name="connsiteX735" fmla="*/ 259613 w 899217"/>
                <a:gd name="connsiteY735" fmla="*/ 73469 h 942137"/>
                <a:gd name="connsiteX736" fmla="*/ 256886 w 899217"/>
                <a:gd name="connsiteY736" fmla="*/ 76396 h 942137"/>
                <a:gd name="connsiteX737" fmla="*/ 254262 w 899217"/>
                <a:gd name="connsiteY737" fmla="*/ 79020 h 942137"/>
                <a:gd name="connsiteX738" fmla="*/ 252848 w 899217"/>
                <a:gd name="connsiteY738" fmla="*/ 79894 h 942137"/>
                <a:gd name="connsiteX739" fmla="*/ 249482 w 899217"/>
                <a:gd name="connsiteY739" fmla="*/ 80769 h 942137"/>
                <a:gd name="connsiteX740" fmla="*/ 245343 w 899217"/>
                <a:gd name="connsiteY740" fmla="*/ 81004 h 942137"/>
                <a:gd name="connsiteX741" fmla="*/ 242853 w 899217"/>
                <a:gd name="connsiteY741" fmla="*/ 82619 h 942137"/>
                <a:gd name="connsiteX742" fmla="*/ 241978 w 899217"/>
                <a:gd name="connsiteY742" fmla="*/ 84469 h 942137"/>
                <a:gd name="connsiteX743" fmla="*/ 241439 w 899217"/>
                <a:gd name="connsiteY743" fmla="*/ 86656 h 942137"/>
                <a:gd name="connsiteX744" fmla="*/ 240699 w 899217"/>
                <a:gd name="connsiteY744" fmla="*/ 90894 h 942137"/>
                <a:gd name="connsiteX745" fmla="*/ 240699 w 899217"/>
                <a:gd name="connsiteY745" fmla="*/ 93485 h 942137"/>
                <a:gd name="connsiteX746" fmla="*/ 242449 w 899217"/>
                <a:gd name="connsiteY746" fmla="*/ 99573 h 942137"/>
                <a:gd name="connsiteX747" fmla="*/ 242449 w 899217"/>
                <a:gd name="connsiteY747" fmla="*/ 103476 h 942137"/>
                <a:gd name="connsiteX748" fmla="*/ 241574 w 899217"/>
                <a:gd name="connsiteY748" fmla="*/ 111414 h 942137"/>
                <a:gd name="connsiteX749" fmla="*/ 240396 w 899217"/>
                <a:gd name="connsiteY749" fmla="*/ 116090 h 942137"/>
                <a:gd name="connsiteX750" fmla="*/ 234304 w 899217"/>
                <a:gd name="connsiteY750" fmla="*/ 116427 h 942137"/>
                <a:gd name="connsiteX751" fmla="*/ 229424 w 899217"/>
                <a:gd name="connsiteY751" fmla="*/ 110002 h 942137"/>
                <a:gd name="connsiteX752" fmla="*/ 225621 w 899217"/>
                <a:gd name="connsiteY752" fmla="*/ 105561 h 942137"/>
                <a:gd name="connsiteX753" fmla="*/ 220607 w 899217"/>
                <a:gd name="connsiteY753" fmla="*/ 98497 h 942137"/>
                <a:gd name="connsiteX754" fmla="*/ 219092 w 899217"/>
                <a:gd name="connsiteY754" fmla="*/ 89582 h 942137"/>
                <a:gd name="connsiteX755" fmla="*/ 218217 w 899217"/>
                <a:gd name="connsiteY755" fmla="*/ 85142 h 942137"/>
                <a:gd name="connsiteX756" fmla="*/ 218554 w 899217"/>
                <a:gd name="connsiteY756" fmla="*/ 79490 h 942137"/>
                <a:gd name="connsiteX757" fmla="*/ 219092 w 899217"/>
                <a:gd name="connsiteY757" fmla="*/ 76665 h 942137"/>
                <a:gd name="connsiteX758" fmla="*/ 220169 w 899217"/>
                <a:gd name="connsiteY758" fmla="*/ 72763 h 942137"/>
                <a:gd name="connsiteX759" fmla="*/ 219833 w 899217"/>
                <a:gd name="connsiteY759" fmla="*/ 70038 h 942137"/>
                <a:gd name="connsiteX760" fmla="*/ 219833 w 899217"/>
                <a:gd name="connsiteY760" fmla="*/ 62099 h 942137"/>
                <a:gd name="connsiteX761" fmla="*/ 219294 w 899217"/>
                <a:gd name="connsiteY761" fmla="*/ 58836 h 942137"/>
                <a:gd name="connsiteX762" fmla="*/ 218958 w 899217"/>
                <a:gd name="connsiteY762" fmla="*/ 55035 h 942137"/>
                <a:gd name="connsiteX763" fmla="*/ 218083 w 899217"/>
                <a:gd name="connsiteY763" fmla="*/ 50897 h 942137"/>
                <a:gd name="connsiteX764" fmla="*/ 218083 w 899217"/>
                <a:gd name="connsiteY764" fmla="*/ 47297 h 942137"/>
                <a:gd name="connsiteX765" fmla="*/ 220203 w 899217"/>
                <a:gd name="connsiteY765" fmla="*/ 43732 h 942137"/>
                <a:gd name="connsiteX766" fmla="*/ 222323 w 899217"/>
                <a:gd name="connsiteY766" fmla="*/ 37004 h 942137"/>
                <a:gd name="connsiteX767" fmla="*/ 224915 w 899217"/>
                <a:gd name="connsiteY767" fmla="*/ 31251 h 942137"/>
                <a:gd name="connsiteX768" fmla="*/ 226429 w 899217"/>
                <a:gd name="connsiteY768" fmla="*/ 24523 h 942137"/>
                <a:gd name="connsiteX769" fmla="*/ 227304 w 899217"/>
                <a:gd name="connsiteY769" fmla="*/ 21496 h 942137"/>
                <a:gd name="connsiteX770" fmla="*/ 227742 w 899217"/>
                <a:gd name="connsiteY770" fmla="*/ 18872 h 942137"/>
                <a:gd name="connsiteX771" fmla="*/ 227102 w 899217"/>
                <a:gd name="connsiteY771" fmla="*/ 9318 h 942137"/>
                <a:gd name="connsiteX772" fmla="*/ 226766 w 899217"/>
                <a:gd name="connsiteY772" fmla="*/ 5618 h 942137"/>
                <a:gd name="connsiteX773" fmla="*/ 223165 w 899217"/>
                <a:gd name="connsiteY773" fmla="*/ 1379 h 942137"/>
                <a:gd name="connsiteX774" fmla="*/ 221549 w 899217"/>
                <a:gd name="connsiteY774" fmla="*/ 1178 h 942137"/>
                <a:gd name="connsiteX775" fmla="*/ 219496 w 899217"/>
                <a:gd name="connsiteY775" fmla="*/ 538 h 942137"/>
                <a:gd name="connsiteX776" fmla="*/ 215256 w 899217"/>
                <a:gd name="connsiteY776" fmla="*/ 0 h 942137"/>
                <a:gd name="connsiteX777" fmla="*/ 211890 w 899217"/>
                <a:gd name="connsiteY777" fmla="*/ 538 h 942137"/>
                <a:gd name="connsiteX778" fmla="*/ 208525 w 899217"/>
                <a:gd name="connsiteY778" fmla="*/ 2388 h 942137"/>
                <a:gd name="connsiteX779" fmla="*/ 205900 w 899217"/>
                <a:gd name="connsiteY779" fmla="*/ 4037 h 942137"/>
                <a:gd name="connsiteX780" fmla="*/ 205900 w 899217"/>
                <a:gd name="connsiteY780" fmla="*/ 4575 h 942137"/>
                <a:gd name="connsiteX781" fmla="*/ 209602 w 899217"/>
                <a:gd name="connsiteY781" fmla="*/ 9251 h 942137"/>
                <a:gd name="connsiteX782" fmla="*/ 210241 w 899217"/>
                <a:gd name="connsiteY782" fmla="*/ 11000 h 942137"/>
                <a:gd name="connsiteX783" fmla="*/ 208727 w 899217"/>
                <a:gd name="connsiteY783" fmla="*/ 11774 h 942137"/>
                <a:gd name="connsiteX784" fmla="*/ 207414 w 899217"/>
                <a:gd name="connsiteY784" fmla="*/ 13826 h 942137"/>
                <a:gd name="connsiteX785" fmla="*/ 207852 w 899217"/>
                <a:gd name="connsiteY785" fmla="*/ 14701 h 942137"/>
                <a:gd name="connsiteX786" fmla="*/ 209501 w 899217"/>
                <a:gd name="connsiteY786" fmla="*/ 16114 h 942137"/>
                <a:gd name="connsiteX787" fmla="*/ 210140 w 899217"/>
                <a:gd name="connsiteY787" fmla="*/ 17426 h 942137"/>
                <a:gd name="connsiteX788" fmla="*/ 210241 w 899217"/>
                <a:gd name="connsiteY788" fmla="*/ 20049 h 942137"/>
                <a:gd name="connsiteX789" fmla="*/ 209905 w 899217"/>
                <a:gd name="connsiteY789" fmla="*/ 22236 h 942137"/>
                <a:gd name="connsiteX790" fmla="*/ 207414 w 899217"/>
                <a:gd name="connsiteY790" fmla="*/ 22337 h 942137"/>
                <a:gd name="connsiteX791" fmla="*/ 204486 w 899217"/>
                <a:gd name="connsiteY791" fmla="*/ 22438 h 942137"/>
                <a:gd name="connsiteX792" fmla="*/ 203275 w 899217"/>
                <a:gd name="connsiteY792" fmla="*/ 23851 h 942137"/>
                <a:gd name="connsiteX793" fmla="*/ 205227 w 899217"/>
                <a:gd name="connsiteY793" fmla="*/ 26441 h 942137"/>
                <a:gd name="connsiteX794" fmla="*/ 204587 w 899217"/>
                <a:gd name="connsiteY794" fmla="*/ 27517 h 942137"/>
                <a:gd name="connsiteX795" fmla="*/ 201424 w 899217"/>
                <a:gd name="connsiteY795" fmla="*/ 28829 h 942137"/>
                <a:gd name="connsiteX796" fmla="*/ 200549 w 899217"/>
                <a:gd name="connsiteY796" fmla="*/ 31218 h 942137"/>
                <a:gd name="connsiteX797" fmla="*/ 200751 w 899217"/>
                <a:gd name="connsiteY797" fmla="*/ 34144 h 942137"/>
                <a:gd name="connsiteX798" fmla="*/ 200953 w 899217"/>
                <a:gd name="connsiteY798" fmla="*/ 36331 h 942137"/>
                <a:gd name="connsiteX799" fmla="*/ 201929 w 899217"/>
                <a:gd name="connsiteY799" fmla="*/ 39897 h 942137"/>
                <a:gd name="connsiteX800" fmla="*/ 201289 w 899217"/>
                <a:gd name="connsiteY800" fmla="*/ 41209 h 942137"/>
                <a:gd name="connsiteX801" fmla="*/ 199001 w 899217"/>
                <a:gd name="connsiteY801" fmla="*/ 42823 h 942137"/>
                <a:gd name="connsiteX802" fmla="*/ 196308 w 899217"/>
                <a:gd name="connsiteY802" fmla="*/ 43160 h 942137"/>
                <a:gd name="connsiteX803" fmla="*/ 193683 w 899217"/>
                <a:gd name="connsiteY803" fmla="*/ 43160 h 942137"/>
                <a:gd name="connsiteX804" fmla="*/ 192371 w 899217"/>
                <a:gd name="connsiteY804" fmla="*/ 42790 h 942137"/>
                <a:gd name="connsiteX805" fmla="*/ 191058 w 899217"/>
                <a:gd name="connsiteY805" fmla="*/ 42521 h 942137"/>
                <a:gd name="connsiteX806" fmla="*/ 190183 w 899217"/>
                <a:gd name="connsiteY806" fmla="*/ 40569 h 942137"/>
                <a:gd name="connsiteX807" fmla="*/ 190183 w 899217"/>
                <a:gd name="connsiteY807" fmla="*/ 38181 h 942137"/>
                <a:gd name="connsiteX808" fmla="*/ 190284 w 899217"/>
                <a:gd name="connsiteY808" fmla="*/ 35692 h 942137"/>
                <a:gd name="connsiteX809" fmla="*/ 190722 w 899217"/>
                <a:gd name="connsiteY809" fmla="*/ 32092 h 942137"/>
                <a:gd name="connsiteX810" fmla="*/ 191260 w 899217"/>
                <a:gd name="connsiteY810" fmla="*/ 28930 h 942137"/>
                <a:gd name="connsiteX811" fmla="*/ 190284 w 899217"/>
                <a:gd name="connsiteY811" fmla="*/ 23178 h 942137"/>
                <a:gd name="connsiteX812" fmla="*/ 189510 w 899217"/>
                <a:gd name="connsiteY812" fmla="*/ 21597 h 942137"/>
                <a:gd name="connsiteX813" fmla="*/ 185371 w 899217"/>
                <a:gd name="connsiteY813" fmla="*/ 21597 h 942137"/>
                <a:gd name="connsiteX814" fmla="*/ 184159 w 899217"/>
                <a:gd name="connsiteY814" fmla="*/ 24591 h 942137"/>
                <a:gd name="connsiteX815" fmla="*/ 183082 w 899217"/>
                <a:gd name="connsiteY815" fmla="*/ 24490 h 942137"/>
                <a:gd name="connsiteX816" fmla="*/ 182005 w 899217"/>
                <a:gd name="connsiteY816" fmla="*/ 23716 h 942137"/>
                <a:gd name="connsiteX817" fmla="*/ 181231 w 899217"/>
                <a:gd name="connsiteY817" fmla="*/ 21967 h 942137"/>
                <a:gd name="connsiteX818" fmla="*/ 178943 w 899217"/>
                <a:gd name="connsiteY818" fmla="*/ 21967 h 942137"/>
                <a:gd name="connsiteX819" fmla="*/ 177866 w 899217"/>
                <a:gd name="connsiteY819" fmla="*/ 22606 h 942137"/>
                <a:gd name="connsiteX820" fmla="*/ 175240 w 899217"/>
                <a:gd name="connsiteY820" fmla="*/ 24120 h 942137"/>
                <a:gd name="connsiteX821" fmla="*/ 173928 w 899217"/>
                <a:gd name="connsiteY821" fmla="*/ 24994 h 942137"/>
                <a:gd name="connsiteX822" fmla="*/ 173726 w 899217"/>
                <a:gd name="connsiteY822" fmla="*/ 26306 h 942137"/>
                <a:gd name="connsiteX823" fmla="*/ 175342 w 899217"/>
                <a:gd name="connsiteY823" fmla="*/ 29233 h 942137"/>
                <a:gd name="connsiteX824" fmla="*/ 175880 w 899217"/>
                <a:gd name="connsiteY824" fmla="*/ 32496 h 942137"/>
                <a:gd name="connsiteX825" fmla="*/ 175678 w 899217"/>
                <a:gd name="connsiteY825" fmla="*/ 35658 h 942137"/>
                <a:gd name="connsiteX826" fmla="*/ 174702 w 899217"/>
                <a:gd name="connsiteY826" fmla="*/ 37508 h 942137"/>
                <a:gd name="connsiteX827" fmla="*/ 173289 w 899217"/>
                <a:gd name="connsiteY827" fmla="*/ 39897 h 942137"/>
                <a:gd name="connsiteX828" fmla="*/ 171236 w 899217"/>
                <a:gd name="connsiteY828" fmla="*/ 41545 h 942137"/>
                <a:gd name="connsiteX829" fmla="*/ 171337 w 899217"/>
                <a:gd name="connsiteY829" fmla="*/ 43496 h 942137"/>
                <a:gd name="connsiteX830" fmla="*/ 173928 w 899217"/>
                <a:gd name="connsiteY830" fmla="*/ 46759 h 942137"/>
                <a:gd name="connsiteX831" fmla="*/ 174904 w 899217"/>
                <a:gd name="connsiteY831" fmla="*/ 49820 h 942137"/>
                <a:gd name="connsiteX832" fmla="*/ 174904 w 899217"/>
                <a:gd name="connsiteY832" fmla="*/ 52982 h 942137"/>
                <a:gd name="connsiteX833" fmla="*/ 172178 w 899217"/>
                <a:gd name="connsiteY833" fmla="*/ 55270 h 942137"/>
                <a:gd name="connsiteX834" fmla="*/ 170327 w 899217"/>
                <a:gd name="connsiteY834" fmla="*/ 57558 h 942137"/>
                <a:gd name="connsiteX835" fmla="*/ 168139 w 899217"/>
                <a:gd name="connsiteY835" fmla="*/ 59744 h 942137"/>
                <a:gd name="connsiteX836" fmla="*/ 168039 w 899217"/>
                <a:gd name="connsiteY836" fmla="*/ 61594 h 942137"/>
                <a:gd name="connsiteX837" fmla="*/ 167937 w 899217"/>
                <a:gd name="connsiteY837" fmla="*/ 65194 h 942137"/>
                <a:gd name="connsiteX838" fmla="*/ 168375 w 899217"/>
                <a:gd name="connsiteY838" fmla="*/ 68558 h 942137"/>
                <a:gd name="connsiteX839" fmla="*/ 168577 w 899217"/>
                <a:gd name="connsiteY839" fmla="*/ 72359 h 942137"/>
                <a:gd name="connsiteX840" fmla="*/ 168779 w 899217"/>
                <a:gd name="connsiteY840" fmla="*/ 76699 h 942137"/>
                <a:gd name="connsiteX841" fmla="*/ 168981 w 899217"/>
                <a:gd name="connsiteY841" fmla="*/ 78751 h 942137"/>
                <a:gd name="connsiteX842" fmla="*/ 170394 w 899217"/>
                <a:gd name="connsiteY842" fmla="*/ 82013 h 942137"/>
                <a:gd name="connsiteX843" fmla="*/ 171808 w 899217"/>
                <a:gd name="connsiteY843" fmla="*/ 85377 h 942137"/>
                <a:gd name="connsiteX844" fmla="*/ 173558 w 899217"/>
                <a:gd name="connsiteY844" fmla="*/ 89078 h 942137"/>
                <a:gd name="connsiteX845" fmla="*/ 174736 w 899217"/>
                <a:gd name="connsiteY845" fmla="*/ 94931 h 942137"/>
                <a:gd name="connsiteX846" fmla="*/ 174399 w 899217"/>
                <a:gd name="connsiteY846" fmla="*/ 101558 h 942137"/>
                <a:gd name="connsiteX847" fmla="*/ 173962 w 899217"/>
                <a:gd name="connsiteY847" fmla="*/ 103610 h 942137"/>
                <a:gd name="connsiteX848" fmla="*/ 172111 w 899217"/>
                <a:gd name="connsiteY848" fmla="*/ 109060 h 942137"/>
                <a:gd name="connsiteX849" fmla="*/ 170495 w 899217"/>
                <a:gd name="connsiteY849" fmla="*/ 111885 h 942137"/>
                <a:gd name="connsiteX850" fmla="*/ 167668 w 899217"/>
                <a:gd name="connsiteY850" fmla="*/ 114711 h 942137"/>
                <a:gd name="connsiteX851" fmla="*/ 164841 w 899217"/>
                <a:gd name="connsiteY851" fmla="*/ 114610 h 942137"/>
                <a:gd name="connsiteX852" fmla="*/ 163327 w 899217"/>
                <a:gd name="connsiteY852" fmla="*/ 113971 h 942137"/>
                <a:gd name="connsiteX853" fmla="*/ 161476 w 899217"/>
                <a:gd name="connsiteY853" fmla="*/ 112659 h 942137"/>
                <a:gd name="connsiteX854" fmla="*/ 157908 w 899217"/>
                <a:gd name="connsiteY854" fmla="*/ 111011 h 942137"/>
                <a:gd name="connsiteX855" fmla="*/ 154981 w 899217"/>
                <a:gd name="connsiteY855" fmla="*/ 111011 h 942137"/>
                <a:gd name="connsiteX856" fmla="*/ 153029 w 899217"/>
                <a:gd name="connsiteY856" fmla="*/ 111885 h 942137"/>
                <a:gd name="connsiteX857" fmla="*/ 151817 w 899217"/>
                <a:gd name="connsiteY857" fmla="*/ 113399 h 942137"/>
                <a:gd name="connsiteX858" fmla="*/ 150942 w 899217"/>
                <a:gd name="connsiteY858" fmla="*/ 114913 h 942137"/>
                <a:gd name="connsiteX859" fmla="*/ 148552 w 899217"/>
                <a:gd name="connsiteY859" fmla="*/ 116326 h 942137"/>
                <a:gd name="connsiteX860" fmla="*/ 145288 w 899217"/>
                <a:gd name="connsiteY860" fmla="*/ 118176 h 942137"/>
                <a:gd name="connsiteX861" fmla="*/ 142898 w 899217"/>
                <a:gd name="connsiteY861" fmla="*/ 118075 h 942137"/>
                <a:gd name="connsiteX862" fmla="*/ 140846 w 899217"/>
                <a:gd name="connsiteY862" fmla="*/ 116662 h 942137"/>
                <a:gd name="connsiteX863" fmla="*/ 139230 w 899217"/>
                <a:gd name="connsiteY863" fmla="*/ 115687 h 942137"/>
                <a:gd name="connsiteX864" fmla="*/ 138692 w 899217"/>
                <a:gd name="connsiteY864" fmla="*/ 113937 h 942137"/>
                <a:gd name="connsiteX865" fmla="*/ 137918 w 899217"/>
                <a:gd name="connsiteY865" fmla="*/ 111885 h 942137"/>
                <a:gd name="connsiteX866" fmla="*/ 137918 w 899217"/>
                <a:gd name="connsiteY866" fmla="*/ 108286 h 942137"/>
                <a:gd name="connsiteX867" fmla="*/ 138961 w 899217"/>
                <a:gd name="connsiteY867" fmla="*/ 106537 h 942137"/>
                <a:gd name="connsiteX868" fmla="*/ 139129 w 899217"/>
                <a:gd name="connsiteY868" fmla="*/ 103375 h 942137"/>
                <a:gd name="connsiteX869" fmla="*/ 138692 w 899217"/>
                <a:gd name="connsiteY869" fmla="*/ 100448 h 942137"/>
                <a:gd name="connsiteX870" fmla="*/ 138894 w 899217"/>
                <a:gd name="connsiteY870" fmla="*/ 98396 h 942137"/>
                <a:gd name="connsiteX871" fmla="*/ 139870 w 899217"/>
                <a:gd name="connsiteY871" fmla="*/ 95671 h 942137"/>
                <a:gd name="connsiteX872" fmla="*/ 139668 w 899217"/>
                <a:gd name="connsiteY872" fmla="*/ 93518 h 942137"/>
                <a:gd name="connsiteX873" fmla="*/ 138254 w 899217"/>
                <a:gd name="connsiteY873" fmla="*/ 89616 h 942137"/>
                <a:gd name="connsiteX874" fmla="*/ 137480 w 899217"/>
                <a:gd name="connsiteY874" fmla="*/ 87430 h 942137"/>
                <a:gd name="connsiteX875" fmla="*/ 136605 w 899217"/>
                <a:gd name="connsiteY875" fmla="*/ 85579 h 942137"/>
                <a:gd name="connsiteX876" fmla="*/ 134216 w 899217"/>
                <a:gd name="connsiteY876" fmla="*/ 84234 h 942137"/>
                <a:gd name="connsiteX877" fmla="*/ 132466 w 899217"/>
                <a:gd name="connsiteY877" fmla="*/ 84267 h 942137"/>
                <a:gd name="connsiteX878" fmla="*/ 129639 w 899217"/>
                <a:gd name="connsiteY878" fmla="*/ 84267 h 942137"/>
                <a:gd name="connsiteX879" fmla="*/ 126374 w 899217"/>
                <a:gd name="connsiteY879" fmla="*/ 85344 h 942137"/>
                <a:gd name="connsiteX880" fmla="*/ 125398 w 899217"/>
                <a:gd name="connsiteY880" fmla="*/ 86555 h 942137"/>
                <a:gd name="connsiteX881" fmla="*/ 123985 w 899217"/>
                <a:gd name="connsiteY881" fmla="*/ 89280 h 942137"/>
                <a:gd name="connsiteX882" fmla="*/ 123985 w 899217"/>
                <a:gd name="connsiteY882" fmla="*/ 91769 h 942137"/>
                <a:gd name="connsiteX883" fmla="*/ 126441 w 899217"/>
                <a:gd name="connsiteY883" fmla="*/ 94595 h 942137"/>
                <a:gd name="connsiteX884" fmla="*/ 126812 w 899217"/>
                <a:gd name="connsiteY884" fmla="*/ 97757 h 942137"/>
                <a:gd name="connsiteX885" fmla="*/ 127014 w 899217"/>
                <a:gd name="connsiteY885" fmla="*/ 101895 h 942137"/>
                <a:gd name="connsiteX886" fmla="*/ 125263 w 899217"/>
                <a:gd name="connsiteY886" fmla="*/ 104518 h 942137"/>
                <a:gd name="connsiteX887" fmla="*/ 122975 w 899217"/>
                <a:gd name="connsiteY887" fmla="*/ 106032 h 942137"/>
                <a:gd name="connsiteX888" fmla="*/ 120686 w 899217"/>
                <a:gd name="connsiteY888" fmla="*/ 107983 h 942137"/>
                <a:gd name="connsiteX889" fmla="*/ 118095 w 899217"/>
                <a:gd name="connsiteY889" fmla="*/ 109598 h 942137"/>
                <a:gd name="connsiteX890" fmla="*/ 116244 w 899217"/>
                <a:gd name="connsiteY890" fmla="*/ 110473 h 942137"/>
                <a:gd name="connsiteX891" fmla="*/ 114191 w 899217"/>
                <a:gd name="connsiteY891" fmla="*/ 111448 h 942137"/>
                <a:gd name="connsiteX892" fmla="*/ 112004 w 899217"/>
                <a:gd name="connsiteY892" fmla="*/ 112861 h 942137"/>
                <a:gd name="connsiteX893" fmla="*/ 109816 w 899217"/>
                <a:gd name="connsiteY893" fmla="*/ 114812 h 942137"/>
                <a:gd name="connsiteX894" fmla="*/ 108302 w 899217"/>
                <a:gd name="connsiteY894" fmla="*/ 115990 h 942137"/>
                <a:gd name="connsiteX895" fmla="*/ 106249 w 899217"/>
                <a:gd name="connsiteY895" fmla="*/ 118378 h 942137"/>
                <a:gd name="connsiteX896" fmla="*/ 105710 w 899217"/>
                <a:gd name="connsiteY896" fmla="*/ 120430 h 942137"/>
                <a:gd name="connsiteX897" fmla="*/ 104835 w 899217"/>
                <a:gd name="connsiteY897" fmla="*/ 122482 h 942137"/>
                <a:gd name="connsiteX898" fmla="*/ 104499 w 899217"/>
                <a:gd name="connsiteY898" fmla="*/ 124130 h 942137"/>
                <a:gd name="connsiteX899" fmla="*/ 104263 w 899217"/>
                <a:gd name="connsiteY899" fmla="*/ 127292 h 942137"/>
                <a:gd name="connsiteX900" fmla="*/ 104499 w 899217"/>
                <a:gd name="connsiteY900" fmla="*/ 128705 h 942137"/>
                <a:gd name="connsiteX901" fmla="*/ 104835 w 899217"/>
                <a:gd name="connsiteY901" fmla="*/ 130455 h 942137"/>
                <a:gd name="connsiteX902" fmla="*/ 106249 w 899217"/>
                <a:gd name="connsiteY902" fmla="*/ 133381 h 942137"/>
                <a:gd name="connsiteX903" fmla="*/ 107561 w 899217"/>
                <a:gd name="connsiteY903" fmla="*/ 137418 h 942137"/>
                <a:gd name="connsiteX904" fmla="*/ 108537 w 899217"/>
                <a:gd name="connsiteY904" fmla="*/ 139907 h 942137"/>
                <a:gd name="connsiteX905" fmla="*/ 109176 w 899217"/>
                <a:gd name="connsiteY905" fmla="*/ 143709 h 942137"/>
                <a:gd name="connsiteX906" fmla="*/ 110253 w 899217"/>
                <a:gd name="connsiteY906" fmla="*/ 148284 h 942137"/>
                <a:gd name="connsiteX907" fmla="*/ 110455 w 899217"/>
                <a:gd name="connsiteY907" fmla="*/ 152825 h 942137"/>
                <a:gd name="connsiteX908" fmla="*/ 109479 w 899217"/>
                <a:gd name="connsiteY908" fmla="*/ 155449 h 942137"/>
                <a:gd name="connsiteX909" fmla="*/ 108167 w 899217"/>
                <a:gd name="connsiteY909" fmla="*/ 158712 h 942137"/>
                <a:gd name="connsiteX910" fmla="*/ 108369 w 899217"/>
                <a:gd name="connsiteY910" fmla="*/ 162311 h 942137"/>
                <a:gd name="connsiteX911" fmla="*/ 109984 w 899217"/>
                <a:gd name="connsiteY911" fmla="*/ 166752 h 942137"/>
                <a:gd name="connsiteX912" fmla="*/ 112912 w 899217"/>
                <a:gd name="connsiteY912" fmla="*/ 168602 h 942137"/>
                <a:gd name="connsiteX913" fmla="*/ 113552 w 899217"/>
                <a:gd name="connsiteY913" fmla="*/ 171764 h 942137"/>
                <a:gd name="connsiteX914" fmla="*/ 113451 w 899217"/>
                <a:gd name="connsiteY914" fmla="*/ 173715 h 942137"/>
                <a:gd name="connsiteX915" fmla="*/ 113552 w 899217"/>
                <a:gd name="connsiteY915" fmla="*/ 175767 h 942137"/>
                <a:gd name="connsiteX916" fmla="*/ 115302 w 899217"/>
                <a:gd name="connsiteY916" fmla="*/ 179669 h 942137"/>
                <a:gd name="connsiteX917" fmla="*/ 117153 w 899217"/>
                <a:gd name="connsiteY917" fmla="*/ 182394 h 942137"/>
                <a:gd name="connsiteX918" fmla="*/ 120754 w 899217"/>
                <a:gd name="connsiteY918" fmla="*/ 185758 h 942137"/>
                <a:gd name="connsiteX919" fmla="*/ 122807 w 899217"/>
                <a:gd name="connsiteY919" fmla="*/ 187709 h 942137"/>
                <a:gd name="connsiteX920" fmla="*/ 125836 w 899217"/>
                <a:gd name="connsiteY920" fmla="*/ 187911 h 942137"/>
                <a:gd name="connsiteX921" fmla="*/ 128326 w 899217"/>
                <a:gd name="connsiteY921" fmla="*/ 187137 h 942137"/>
                <a:gd name="connsiteX922" fmla="*/ 129201 w 899217"/>
                <a:gd name="connsiteY922" fmla="*/ 185085 h 942137"/>
                <a:gd name="connsiteX923" fmla="*/ 129840 w 899217"/>
                <a:gd name="connsiteY923" fmla="*/ 182260 h 942137"/>
                <a:gd name="connsiteX924" fmla="*/ 131893 w 899217"/>
                <a:gd name="connsiteY924" fmla="*/ 180309 h 942137"/>
                <a:gd name="connsiteX925" fmla="*/ 133744 w 899217"/>
                <a:gd name="connsiteY925" fmla="*/ 180510 h 942137"/>
                <a:gd name="connsiteX926" fmla="*/ 135595 w 899217"/>
                <a:gd name="connsiteY926" fmla="*/ 180948 h 942137"/>
                <a:gd name="connsiteX927" fmla="*/ 136369 w 899217"/>
                <a:gd name="connsiteY927" fmla="*/ 179871 h 942137"/>
                <a:gd name="connsiteX928" fmla="*/ 136706 w 899217"/>
                <a:gd name="connsiteY928" fmla="*/ 178021 h 942137"/>
                <a:gd name="connsiteX929" fmla="*/ 140307 w 899217"/>
                <a:gd name="connsiteY929" fmla="*/ 177247 h 942137"/>
                <a:gd name="connsiteX930" fmla="*/ 141821 w 899217"/>
                <a:gd name="connsiteY930" fmla="*/ 177786 h 942137"/>
                <a:gd name="connsiteX931" fmla="*/ 143672 w 899217"/>
                <a:gd name="connsiteY931" fmla="*/ 179838 h 942137"/>
                <a:gd name="connsiteX932" fmla="*/ 143773 w 899217"/>
                <a:gd name="connsiteY932" fmla="*/ 181150 h 942137"/>
                <a:gd name="connsiteX933" fmla="*/ 144985 w 899217"/>
                <a:gd name="connsiteY933" fmla="*/ 183975 h 942137"/>
                <a:gd name="connsiteX934" fmla="*/ 147375 w 899217"/>
                <a:gd name="connsiteY934" fmla="*/ 183975 h 942137"/>
                <a:gd name="connsiteX935" fmla="*/ 149125 w 899217"/>
                <a:gd name="connsiteY935" fmla="*/ 183975 h 942137"/>
                <a:gd name="connsiteX936" fmla="*/ 149899 w 899217"/>
                <a:gd name="connsiteY936" fmla="*/ 183975 h 942137"/>
                <a:gd name="connsiteX937" fmla="*/ 153264 w 899217"/>
                <a:gd name="connsiteY937" fmla="*/ 185422 h 942137"/>
                <a:gd name="connsiteX938" fmla="*/ 153466 w 899217"/>
                <a:gd name="connsiteY938" fmla="*/ 190030 h 942137"/>
                <a:gd name="connsiteX939" fmla="*/ 153466 w 899217"/>
                <a:gd name="connsiteY939" fmla="*/ 194605 h 942137"/>
                <a:gd name="connsiteX940" fmla="*/ 155216 w 899217"/>
                <a:gd name="connsiteY940" fmla="*/ 206985 h 942137"/>
                <a:gd name="connsiteX941" fmla="*/ 154139 w 899217"/>
                <a:gd name="connsiteY941" fmla="*/ 211560 h 942137"/>
                <a:gd name="connsiteX942" fmla="*/ 151009 w 899217"/>
                <a:gd name="connsiteY942" fmla="*/ 219465 h 942137"/>
                <a:gd name="connsiteX943" fmla="*/ 150437 w 899217"/>
                <a:gd name="connsiteY943" fmla="*/ 224242 h 942137"/>
                <a:gd name="connsiteX944" fmla="*/ 151750 w 899217"/>
                <a:gd name="connsiteY944" fmla="*/ 232652 h 942137"/>
                <a:gd name="connsiteX945" fmla="*/ 152490 w 899217"/>
                <a:gd name="connsiteY945" fmla="*/ 235242 h 942137"/>
                <a:gd name="connsiteX946" fmla="*/ 152355 w 899217"/>
                <a:gd name="connsiteY946" fmla="*/ 243921 h 942137"/>
                <a:gd name="connsiteX947" fmla="*/ 151783 w 899217"/>
                <a:gd name="connsiteY947" fmla="*/ 248832 h 942137"/>
                <a:gd name="connsiteX948" fmla="*/ 151649 w 899217"/>
                <a:gd name="connsiteY948" fmla="*/ 255190 h 942137"/>
                <a:gd name="connsiteX949" fmla="*/ 151783 w 899217"/>
                <a:gd name="connsiteY949" fmla="*/ 259530 h 942137"/>
                <a:gd name="connsiteX950" fmla="*/ 151783 w 899217"/>
                <a:gd name="connsiteY950" fmla="*/ 264441 h 942137"/>
                <a:gd name="connsiteX951" fmla="*/ 151918 w 899217"/>
                <a:gd name="connsiteY951" fmla="*/ 266325 h 942137"/>
                <a:gd name="connsiteX952" fmla="*/ 151480 w 899217"/>
                <a:gd name="connsiteY952" fmla="*/ 270093 h 942137"/>
                <a:gd name="connsiteX953" fmla="*/ 149899 w 899217"/>
                <a:gd name="connsiteY953" fmla="*/ 272683 h 942137"/>
                <a:gd name="connsiteX954" fmla="*/ 148452 w 899217"/>
                <a:gd name="connsiteY954" fmla="*/ 275273 h 942137"/>
                <a:gd name="connsiteX955" fmla="*/ 149461 w 899217"/>
                <a:gd name="connsiteY955" fmla="*/ 279915 h 942137"/>
                <a:gd name="connsiteX956" fmla="*/ 151043 w 899217"/>
                <a:gd name="connsiteY956" fmla="*/ 283246 h 942137"/>
                <a:gd name="connsiteX957" fmla="*/ 151918 w 899217"/>
                <a:gd name="connsiteY957" fmla="*/ 289604 h 942137"/>
                <a:gd name="connsiteX958" fmla="*/ 152658 w 899217"/>
                <a:gd name="connsiteY958" fmla="*/ 299023 h 942137"/>
                <a:gd name="connsiteX959" fmla="*/ 149899 w 899217"/>
                <a:gd name="connsiteY959" fmla="*/ 304674 h 942137"/>
                <a:gd name="connsiteX960" fmla="*/ 148855 w 899217"/>
                <a:gd name="connsiteY960" fmla="*/ 309888 h 942137"/>
                <a:gd name="connsiteX961" fmla="*/ 146028 w 899217"/>
                <a:gd name="connsiteY961" fmla="*/ 312714 h 942137"/>
                <a:gd name="connsiteX962" fmla="*/ 144177 w 899217"/>
                <a:gd name="connsiteY962" fmla="*/ 315876 h 942137"/>
                <a:gd name="connsiteX963" fmla="*/ 144615 w 899217"/>
                <a:gd name="connsiteY963" fmla="*/ 318601 h 942137"/>
                <a:gd name="connsiteX964" fmla="*/ 145793 w 899217"/>
                <a:gd name="connsiteY964" fmla="*/ 321662 h 942137"/>
                <a:gd name="connsiteX965" fmla="*/ 146432 w 899217"/>
                <a:gd name="connsiteY965" fmla="*/ 324387 h 942137"/>
                <a:gd name="connsiteX966" fmla="*/ 144043 w 899217"/>
                <a:gd name="connsiteY966" fmla="*/ 326002 h 942137"/>
                <a:gd name="connsiteX967" fmla="*/ 141552 w 899217"/>
                <a:gd name="connsiteY967" fmla="*/ 328289 h 942137"/>
                <a:gd name="connsiteX968" fmla="*/ 138456 w 899217"/>
                <a:gd name="connsiteY968" fmla="*/ 331115 h 942137"/>
                <a:gd name="connsiteX969" fmla="*/ 136942 w 899217"/>
                <a:gd name="connsiteY969" fmla="*/ 332427 h 942137"/>
                <a:gd name="connsiteX970" fmla="*/ 136302 w 899217"/>
                <a:gd name="connsiteY970" fmla="*/ 333941 h 942137"/>
                <a:gd name="connsiteX971" fmla="*/ 136538 w 899217"/>
                <a:gd name="connsiteY971" fmla="*/ 335623 h 942137"/>
                <a:gd name="connsiteX972" fmla="*/ 138120 w 899217"/>
                <a:gd name="connsiteY972" fmla="*/ 337843 h 942137"/>
                <a:gd name="connsiteX973" fmla="*/ 138759 w 899217"/>
                <a:gd name="connsiteY973" fmla="*/ 338617 h 942137"/>
                <a:gd name="connsiteX974" fmla="*/ 140509 w 899217"/>
                <a:gd name="connsiteY974" fmla="*/ 338617 h 942137"/>
                <a:gd name="connsiteX975" fmla="*/ 141754 w 899217"/>
                <a:gd name="connsiteY975" fmla="*/ 338617 h 942137"/>
                <a:gd name="connsiteX976" fmla="*/ 143370 w 899217"/>
                <a:gd name="connsiteY976" fmla="*/ 341644 h 942137"/>
                <a:gd name="connsiteX977" fmla="*/ 143908 w 899217"/>
                <a:gd name="connsiteY977" fmla="*/ 343831 h 942137"/>
                <a:gd name="connsiteX978" fmla="*/ 144009 w 899217"/>
                <a:gd name="connsiteY978" fmla="*/ 346488 h 942137"/>
                <a:gd name="connsiteX979" fmla="*/ 143908 w 899217"/>
                <a:gd name="connsiteY979" fmla="*/ 348944 h 942137"/>
                <a:gd name="connsiteX980" fmla="*/ 143370 w 899217"/>
                <a:gd name="connsiteY980" fmla="*/ 349650 h 942137"/>
                <a:gd name="connsiteX981" fmla="*/ 141317 w 899217"/>
                <a:gd name="connsiteY981" fmla="*/ 350458 h 942137"/>
                <a:gd name="connsiteX982" fmla="*/ 138591 w 899217"/>
                <a:gd name="connsiteY982" fmla="*/ 350458 h 942137"/>
                <a:gd name="connsiteX983" fmla="*/ 136571 w 899217"/>
                <a:gd name="connsiteY983" fmla="*/ 349650 h 942137"/>
                <a:gd name="connsiteX984" fmla="*/ 135595 w 899217"/>
                <a:gd name="connsiteY984" fmla="*/ 348305 h 942137"/>
                <a:gd name="connsiteX985" fmla="*/ 134788 w 899217"/>
                <a:gd name="connsiteY985" fmla="*/ 346455 h 942137"/>
                <a:gd name="connsiteX986" fmla="*/ 133273 w 899217"/>
                <a:gd name="connsiteY986" fmla="*/ 344672 h 942137"/>
                <a:gd name="connsiteX987" fmla="*/ 131792 w 899217"/>
                <a:gd name="connsiteY987" fmla="*/ 343831 h 942137"/>
                <a:gd name="connsiteX988" fmla="*/ 130042 w 899217"/>
                <a:gd name="connsiteY988" fmla="*/ 343831 h 942137"/>
                <a:gd name="connsiteX989" fmla="*/ 127922 w 899217"/>
                <a:gd name="connsiteY989" fmla="*/ 343831 h 942137"/>
                <a:gd name="connsiteX990" fmla="*/ 125364 w 899217"/>
                <a:gd name="connsiteY990" fmla="*/ 343932 h 942137"/>
                <a:gd name="connsiteX991" fmla="*/ 124994 w 899217"/>
                <a:gd name="connsiteY991" fmla="*/ 344504 h 942137"/>
                <a:gd name="connsiteX992" fmla="*/ 125701 w 899217"/>
                <a:gd name="connsiteY992" fmla="*/ 346791 h 942137"/>
                <a:gd name="connsiteX993" fmla="*/ 126340 w 899217"/>
                <a:gd name="connsiteY993" fmla="*/ 349247 h 942137"/>
                <a:gd name="connsiteX994" fmla="*/ 125802 w 899217"/>
                <a:gd name="connsiteY994" fmla="*/ 350323 h 942137"/>
                <a:gd name="connsiteX995" fmla="*/ 125162 w 899217"/>
                <a:gd name="connsiteY995" fmla="*/ 351131 h 942137"/>
                <a:gd name="connsiteX996" fmla="*/ 124254 w 899217"/>
                <a:gd name="connsiteY996" fmla="*/ 352745 h 942137"/>
                <a:gd name="connsiteX997" fmla="*/ 124254 w 899217"/>
                <a:gd name="connsiteY997" fmla="*/ 355201 h 942137"/>
                <a:gd name="connsiteX998" fmla="*/ 124624 w 899217"/>
                <a:gd name="connsiteY998" fmla="*/ 356345 h 942137"/>
                <a:gd name="connsiteX999" fmla="*/ 126576 w 899217"/>
                <a:gd name="connsiteY999" fmla="*/ 357657 h 942137"/>
                <a:gd name="connsiteX1000" fmla="*/ 129066 w 899217"/>
                <a:gd name="connsiteY1000" fmla="*/ 360819 h 942137"/>
                <a:gd name="connsiteX1001" fmla="*/ 130817 w 899217"/>
                <a:gd name="connsiteY1001" fmla="*/ 362669 h 942137"/>
                <a:gd name="connsiteX1002" fmla="*/ 132230 w 899217"/>
                <a:gd name="connsiteY1002" fmla="*/ 364620 h 942137"/>
                <a:gd name="connsiteX1003" fmla="*/ 134417 w 899217"/>
                <a:gd name="connsiteY1003" fmla="*/ 369094 h 942137"/>
                <a:gd name="connsiteX1004" fmla="*/ 134417 w 899217"/>
                <a:gd name="connsiteY1004" fmla="*/ 372357 h 942137"/>
                <a:gd name="connsiteX1005" fmla="*/ 133442 w 899217"/>
                <a:gd name="connsiteY1005" fmla="*/ 375183 h 942137"/>
                <a:gd name="connsiteX1006" fmla="*/ 132365 w 899217"/>
                <a:gd name="connsiteY1006" fmla="*/ 378782 h 942137"/>
                <a:gd name="connsiteX1007" fmla="*/ 131927 w 899217"/>
                <a:gd name="connsiteY1007" fmla="*/ 380834 h 942137"/>
                <a:gd name="connsiteX1008" fmla="*/ 130413 w 899217"/>
                <a:gd name="connsiteY1008" fmla="*/ 382886 h 942137"/>
                <a:gd name="connsiteX1009" fmla="*/ 125095 w 899217"/>
                <a:gd name="connsiteY1009" fmla="*/ 380935 h 942137"/>
                <a:gd name="connsiteX1010" fmla="*/ 122908 w 899217"/>
                <a:gd name="connsiteY1010" fmla="*/ 379085 h 942137"/>
                <a:gd name="connsiteX1011" fmla="*/ 119643 w 899217"/>
                <a:gd name="connsiteY1011" fmla="*/ 376899 h 942137"/>
                <a:gd name="connsiteX1012" fmla="*/ 116480 w 899217"/>
                <a:gd name="connsiteY1012" fmla="*/ 376899 h 942137"/>
                <a:gd name="connsiteX1013" fmla="*/ 113215 w 899217"/>
                <a:gd name="connsiteY1013" fmla="*/ 378211 h 942137"/>
                <a:gd name="connsiteX1014" fmla="*/ 112239 w 899217"/>
                <a:gd name="connsiteY1014" fmla="*/ 380263 h 942137"/>
                <a:gd name="connsiteX1015" fmla="*/ 111028 w 899217"/>
                <a:gd name="connsiteY1015" fmla="*/ 382752 h 942137"/>
                <a:gd name="connsiteX1016" fmla="*/ 109951 w 899217"/>
                <a:gd name="connsiteY1016" fmla="*/ 386755 h 942137"/>
                <a:gd name="connsiteX1017" fmla="*/ 109614 w 899217"/>
                <a:gd name="connsiteY1017" fmla="*/ 390455 h 942137"/>
                <a:gd name="connsiteX1018" fmla="*/ 104398 w 899217"/>
                <a:gd name="connsiteY1018" fmla="*/ 396544 h 942137"/>
                <a:gd name="connsiteX1019" fmla="*/ 101806 w 899217"/>
                <a:gd name="connsiteY1019" fmla="*/ 399370 h 942137"/>
                <a:gd name="connsiteX1020" fmla="*/ 100393 w 899217"/>
                <a:gd name="connsiteY1020" fmla="*/ 400682 h 942137"/>
                <a:gd name="connsiteX1021" fmla="*/ 98878 w 899217"/>
                <a:gd name="connsiteY1021" fmla="*/ 401994 h 942137"/>
                <a:gd name="connsiteX1022" fmla="*/ 96825 w 899217"/>
                <a:gd name="connsiteY1022" fmla="*/ 403205 h 942137"/>
                <a:gd name="connsiteX1023" fmla="*/ 93561 w 899217"/>
                <a:gd name="connsiteY1023" fmla="*/ 405055 h 942137"/>
                <a:gd name="connsiteX1024" fmla="*/ 91508 w 899217"/>
                <a:gd name="connsiteY1024" fmla="*/ 404618 h 942137"/>
                <a:gd name="connsiteX1025" fmla="*/ 90532 w 899217"/>
                <a:gd name="connsiteY1025" fmla="*/ 404281 h 942137"/>
                <a:gd name="connsiteX1026" fmla="*/ 85753 w 899217"/>
                <a:gd name="connsiteY1026" fmla="*/ 400682 h 942137"/>
                <a:gd name="connsiteX1027" fmla="*/ 83363 w 899217"/>
                <a:gd name="connsiteY1027" fmla="*/ 397755 h 942137"/>
                <a:gd name="connsiteX1028" fmla="*/ 81411 w 899217"/>
                <a:gd name="connsiteY1028" fmla="*/ 397755 h 942137"/>
                <a:gd name="connsiteX1029" fmla="*/ 79224 w 899217"/>
                <a:gd name="connsiteY1029" fmla="*/ 397755 h 942137"/>
                <a:gd name="connsiteX1030" fmla="*/ 77710 w 899217"/>
                <a:gd name="connsiteY1030" fmla="*/ 398832 h 942137"/>
                <a:gd name="connsiteX1031" fmla="*/ 77171 w 899217"/>
                <a:gd name="connsiteY1031" fmla="*/ 400783 h 942137"/>
                <a:gd name="connsiteX1032" fmla="*/ 77508 w 899217"/>
                <a:gd name="connsiteY1032" fmla="*/ 402296 h 942137"/>
                <a:gd name="connsiteX1033" fmla="*/ 79560 w 899217"/>
                <a:gd name="connsiteY1033" fmla="*/ 404348 h 942137"/>
                <a:gd name="connsiteX1034" fmla="*/ 81176 w 899217"/>
                <a:gd name="connsiteY1034" fmla="*/ 407813 h 942137"/>
                <a:gd name="connsiteX1035" fmla="*/ 81411 w 899217"/>
                <a:gd name="connsiteY1035" fmla="*/ 408991 h 942137"/>
                <a:gd name="connsiteX1036" fmla="*/ 79662 w 899217"/>
                <a:gd name="connsiteY1036" fmla="*/ 411615 h 942137"/>
                <a:gd name="connsiteX1037" fmla="*/ 78046 w 899217"/>
                <a:gd name="connsiteY1037" fmla="*/ 411615 h 942137"/>
                <a:gd name="connsiteX1038" fmla="*/ 76532 w 899217"/>
                <a:gd name="connsiteY1038" fmla="*/ 409865 h 942137"/>
                <a:gd name="connsiteX1039" fmla="*/ 74782 w 899217"/>
                <a:gd name="connsiteY1039" fmla="*/ 408991 h 942137"/>
                <a:gd name="connsiteX1040" fmla="*/ 73267 w 899217"/>
                <a:gd name="connsiteY1040" fmla="*/ 410740 h 942137"/>
                <a:gd name="connsiteX1041" fmla="*/ 73065 w 899217"/>
                <a:gd name="connsiteY1041" fmla="*/ 413330 h 942137"/>
                <a:gd name="connsiteX1042" fmla="*/ 73503 w 899217"/>
                <a:gd name="connsiteY1042" fmla="*/ 415618 h 942137"/>
                <a:gd name="connsiteX1043" fmla="*/ 74041 w 899217"/>
                <a:gd name="connsiteY1043" fmla="*/ 416392 h 942137"/>
                <a:gd name="connsiteX1044" fmla="*/ 74142 w 899217"/>
                <a:gd name="connsiteY1044" fmla="*/ 418881 h 942137"/>
                <a:gd name="connsiteX1045" fmla="*/ 74479 w 899217"/>
                <a:gd name="connsiteY1045" fmla="*/ 420294 h 942137"/>
                <a:gd name="connsiteX1046" fmla="*/ 72964 w 899217"/>
                <a:gd name="connsiteY1046" fmla="*/ 422682 h 942137"/>
                <a:gd name="connsiteX1047" fmla="*/ 70373 w 899217"/>
                <a:gd name="connsiteY1047" fmla="*/ 426382 h 942137"/>
                <a:gd name="connsiteX1048" fmla="*/ 66671 w 899217"/>
                <a:gd name="connsiteY1048" fmla="*/ 428132 h 942137"/>
                <a:gd name="connsiteX1049" fmla="*/ 61017 w 899217"/>
                <a:gd name="connsiteY1049" fmla="*/ 431832 h 942137"/>
                <a:gd name="connsiteX1050" fmla="*/ 58426 w 899217"/>
                <a:gd name="connsiteY1050" fmla="*/ 434220 h 942137"/>
                <a:gd name="connsiteX1051" fmla="*/ 56675 w 899217"/>
                <a:gd name="connsiteY1051" fmla="*/ 436172 h 942137"/>
                <a:gd name="connsiteX1052" fmla="*/ 54925 w 899217"/>
                <a:gd name="connsiteY1052" fmla="*/ 439435 h 942137"/>
                <a:gd name="connsiteX1053" fmla="*/ 51223 w 899217"/>
                <a:gd name="connsiteY1053" fmla="*/ 443337 h 942137"/>
                <a:gd name="connsiteX1054" fmla="*/ 47959 w 899217"/>
                <a:gd name="connsiteY1054" fmla="*/ 442900 h 942137"/>
                <a:gd name="connsiteX1055" fmla="*/ 44930 w 899217"/>
                <a:gd name="connsiteY1055" fmla="*/ 439435 h 942137"/>
                <a:gd name="connsiteX1056" fmla="*/ 39714 w 899217"/>
                <a:gd name="connsiteY1056" fmla="*/ 439435 h 942137"/>
                <a:gd name="connsiteX1057" fmla="*/ 36887 w 899217"/>
                <a:gd name="connsiteY1057" fmla="*/ 439435 h 942137"/>
                <a:gd name="connsiteX1058" fmla="*/ 35810 w 899217"/>
                <a:gd name="connsiteY1058" fmla="*/ 440948 h 942137"/>
                <a:gd name="connsiteX1059" fmla="*/ 33622 w 899217"/>
                <a:gd name="connsiteY1059" fmla="*/ 444212 h 942137"/>
                <a:gd name="connsiteX1060" fmla="*/ 30795 w 899217"/>
                <a:gd name="connsiteY1060" fmla="*/ 450065 h 942137"/>
                <a:gd name="connsiteX1061" fmla="*/ 29045 w 899217"/>
                <a:gd name="connsiteY1061" fmla="*/ 453967 h 942137"/>
                <a:gd name="connsiteX1062" fmla="*/ 27093 w 899217"/>
                <a:gd name="connsiteY1062" fmla="*/ 458307 h 942137"/>
                <a:gd name="connsiteX1063" fmla="*/ 25579 w 899217"/>
                <a:gd name="connsiteY1063" fmla="*/ 460897 h 942137"/>
                <a:gd name="connsiteX1064" fmla="*/ 24502 w 899217"/>
                <a:gd name="connsiteY1064" fmla="*/ 463722 h 942137"/>
                <a:gd name="connsiteX1065" fmla="*/ 24939 w 899217"/>
                <a:gd name="connsiteY1065" fmla="*/ 466346 h 942137"/>
                <a:gd name="connsiteX1066" fmla="*/ 24939 w 899217"/>
                <a:gd name="connsiteY1066" fmla="*/ 470921 h 942137"/>
                <a:gd name="connsiteX1067" fmla="*/ 28641 w 899217"/>
                <a:gd name="connsiteY1067" fmla="*/ 477649 h 942137"/>
                <a:gd name="connsiteX1068" fmla="*/ 31670 w 899217"/>
                <a:gd name="connsiteY1068" fmla="*/ 479600 h 942137"/>
                <a:gd name="connsiteX1069" fmla="*/ 29281 w 899217"/>
                <a:gd name="connsiteY1069" fmla="*/ 484175 h 942137"/>
                <a:gd name="connsiteX1070" fmla="*/ 26016 w 899217"/>
                <a:gd name="connsiteY1070" fmla="*/ 484175 h 942137"/>
                <a:gd name="connsiteX1071" fmla="*/ 21035 w 899217"/>
                <a:gd name="connsiteY1071" fmla="*/ 486564 h 942137"/>
                <a:gd name="connsiteX1072" fmla="*/ 17131 w 899217"/>
                <a:gd name="connsiteY1072" fmla="*/ 488078 h 942137"/>
                <a:gd name="connsiteX1073" fmla="*/ 16054 w 899217"/>
                <a:gd name="connsiteY1073" fmla="*/ 488078 h 942137"/>
                <a:gd name="connsiteX1074" fmla="*/ 13026 w 899217"/>
                <a:gd name="connsiteY1074" fmla="*/ 489390 h 942137"/>
                <a:gd name="connsiteX1075" fmla="*/ 11073 w 899217"/>
                <a:gd name="connsiteY1075" fmla="*/ 491340 h 942137"/>
                <a:gd name="connsiteX1076" fmla="*/ 8684 w 899217"/>
                <a:gd name="connsiteY1076" fmla="*/ 493292 h 942137"/>
                <a:gd name="connsiteX1077" fmla="*/ 6497 w 899217"/>
                <a:gd name="connsiteY1077" fmla="*/ 494604 h 942137"/>
                <a:gd name="connsiteX1078" fmla="*/ 3468 w 899217"/>
                <a:gd name="connsiteY1078" fmla="*/ 496790 h 942137"/>
                <a:gd name="connsiteX1079" fmla="*/ 3030 w 899217"/>
                <a:gd name="connsiteY1079" fmla="*/ 498102 h 942137"/>
                <a:gd name="connsiteX1080" fmla="*/ 1280 w 899217"/>
                <a:gd name="connsiteY1080" fmla="*/ 503955 h 942137"/>
                <a:gd name="connsiteX1081" fmla="*/ 1078 w 899217"/>
                <a:gd name="connsiteY1081" fmla="*/ 506781 h 942137"/>
                <a:gd name="connsiteX1082" fmla="*/ 1280 w 899217"/>
                <a:gd name="connsiteY1082" fmla="*/ 510919 h 942137"/>
                <a:gd name="connsiteX1083" fmla="*/ 640 w 899217"/>
                <a:gd name="connsiteY1083" fmla="*/ 513307 h 942137"/>
                <a:gd name="connsiteX1084" fmla="*/ 640 w 899217"/>
                <a:gd name="connsiteY1084" fmla="*/ 519396 h 942137"/>
                <a:gd name="connsiteX1085" fmla="*/ 102 w 899217"/>
                <a:gd name="connsiteY1085" fmla="*/ 521986 h 942137"/>
                <a:gd name="connsiteX1086" fmla="*/ 775 w 899217"/>
                <a:gd name="connsiteY1086" fmla="*/ 523937 h 942137"/>
                <a:gd name="connsiteX1087" fmla="*/ 775 w 899217"/>
                <a:gd name="connsiteY1087" fmla="*/ 529589 h 942137"/>
                <a:gd name="connsiteX1088" fmla="*/ 4982 w 899217"/>
                <a:gd name="connsiteY1088" fmla="*/ 533289 h 942137"/>
                <a:gd name="connsiteX1089" fmla="*/ 12588 w 899217"/>
                <a:gd name="connsiteY1089" fmla="*/ 533289 h 942137"/>
                <a:gd name="connsiteX1090" fmla="*/ 13026 w 899217"/>
                <a:gd name="connsiteY1090" fmla="*/ 536990 h 942137"/>
                <a:gd name="connsiteX1091" fmla="*/ 15213 w 899217"/>
                <a:gd name="connsiteY1091" fmla="*/ 542843 h 942137"/>
                <a:gd name="connsiteX1092" fmla="*/ 14338 w 899217"/>
                <a:gd name="connsiteY1092" fmla="*/ 547182 h 942137"/>
                <a:gd name="connsiteX1093" fmla="*/ 14977 w 899217"/>
                <a:gd name="connsiteY1093" fmla="*/ 551757 h 942137"/>
                <a:gd name="connsiteX1094" fmla="*/ 18444 w 899217"/>
                <a:gd name="connsiteY1094" fmla="*/ 554146 h 942137"/>
                <a:gd name="connsiteX1095" fmla="*/ 22348 w 899217"/>
                <a:gd name="connsiteY1095" fmla="*/ 556097 h 942137"/>
                <a:gd name="connsiteX1096" fmla="*/ 22583 w 899217"/>
                <a:gd name="connsiteY1096" fmla="*/ 558485 h 942137"/>
                <a:gd name="connsiteX1097" fmla="*/ 20194 w 899217"/>
                <a:gd name="connsiteY1097" fmla="*/ 563060 h 942137"/>
                <a:gd name="connsiteX1098" fmla="*/ 17367 w 899217"/>
                <a:gd name="connsiteY1098" fmla="*/ 565886 h 942137"/>
                <a:gd name="connsiteX1099" fmla="*/ 14102 w 899217"/>
                <a:gd name="connsiteY1099" fmla="*/ 566963 h 942137"/>
                <a:gd name="connsiteX1100" fmla="*/ 10636 w 899217"/>
                <a:gd name="connsiteY1100" fmla="*/ 569788 h 942137"/>
                <a:gd name="connsiteX1101" fmla="*/ 8684 w 899217"/>
                <a:gd name="connsiteY1101" fmla="*/ 572412 h 942137"/>
                <a:gd name="connsiteX1102" fmla="*/ 5857 w 899217"/>
                <a:gd name="connsiteY1102" fmla="*/ 575002 h 942137"/>
                <a:gd name="connsiteX1103" fmla="*/ 1078 w 899217"/>
                <a:gd name="connsiteY1103" fmla="*/ 580217 h 942137"/>
                <a:gd name="connsiteX1104" fmla="*/ 1078 w 899217"/>
                <a:gd name="connsiteY1104" fmla="*/ 585868 h 942137"/>
                <a:gd name="connsiteX1105" fmla="*/ 2155 w 899217"/>
                <a:gd name="connsiteY1105" fmla="*/ 588256 h 942137"/>
                <a:gd name="connsiteX1106" fmla="*/ 7371 w 899217"/>
                <a:gd name="connsiteY1106" fmla="*/ 591082 h 942137"/>
                <a:gd name="connsiteX1107" fmla="*/ 15415 w 899217"/>
                <a:gd name="connsiteY1107" fmla="*/ 592394 h 942137"/>
                <a:gd name="connsiteX1108" fmla="*/ 20631 w 899217"/>
                <a:gd name="connsiteY1108" fmla="*/ 592394 h 942137"/>
                <a:gd name="connsiteX1109" fmla="*/ 24098 w 899217"/>
                <a:gd name="connsiteY1109" fmla="*/ 589568 h 942137"/>
                <a:gd name="connsiteX1110" fmla="*/ 28237 w 899217"/>
                <a:gd name="connsiteY1110" fmla="*/ 586945 h 942137"/>
                <a:gd name="connsiteX1111" fmla="*/ 34329 w 899217"/>
                <a:gd name="connsiteY1111" fmla="*/ 585868 h 942137"/>
                <a:gd name="connsiteX1112" fmla="*/ 39343 w 899217"/>
                <a:gd name="connsiteY1112" fmla="*/ 582840 h 942137"/>
                <a:gd name="connsiteX1113" fmla="*/ 48699 w 899217"/>
                <a:gd name="connsiteY1113" fmla="*/ 581091 h 942137"/>
                <a:gd name="connsiteX1114" fmla="*/ 54791 w 899217"/>
                <a:gd name="connsiteY1114" fmla="*/ 577391 h 942137"/>
                <a:gd name="connsiteX1115" fmla="*/ 61522 w 899217"/>
                <a:gd name="connsiteY1115" fmla="*/ 577189 h 942137"/>
                <a:gd name="connsiteX1116" fmla="*/ 69363 w 899217"/>
                <a:gd name="connsiteY1116" fmla="*/ 578064 h 942137"/>
                <a:gd name="connsiteX1117" fmla="*/ 76767 w 899217"/>
                <a:gd name="connsiteY1117" fmla="*/ 578064 h 942137"/>
                <a:gd name="connsiteX1118" fmla="*/ 81546 w 899217"/>
                <a:gd name="connsiteY1118" fmla="*/ 576112 h 942137"/>
                <a:gd name="connsiteX1119" fmla="*/ 86763 w 899217"/>
                <a:gd name="connsiteY1119" fmla="*/ 571537 h 942137"/>
                <a:gd name="connsiteX1120" fmla="*/ 93729 w 899217"/>
                <a:gd name="connsiteY1120" fmla="*/ 569788 h 942137"/>
                <a:gd name="connsiteX1121" fmla="*/ 98946 w 899217"/>
                <a:gd name="connsiteY1121" fmla="*/ 569788 h 942137"/>
                <a:gd name="connsiteX1122" fmla="*/ 100023 w 899217"/>
                <a:gd name="connsiteY1122" fmla="*/ 571639 h 942137"/>
                <a:gd name="connsiteX1123" fmla="*/ 103489 w 899217"/>
                <a:gd name="connsiteY1123" fmla="*/ 576953 h 942137"/>
                <a:gd name="connsiteX1124" fmla="*/ 106955 w 899217"/>
                <a:gd name="connsiteY1124" fmla="*/ 579981 h 942137"/>
                <a:gd name="connsiteX1125" fmla="*/ 111869 w 899217"/>
                <a:gd name="connsiteY1125" fmla="*/ 577593 h 942137"/>
                <a:gd name="connsiteX1126" fmla="*/ 119138 w 899217"/>
                <a:gd name="connsiteY1126" fmla="*/ 574565 h 942137"/>
                <a:gd name="connsiteX1127" fmla="*/ 124792 w 899217"/>
                <a:gd name="connsiteY1127" fmla="*/ 574565 h 942137"/>
                <a:gd name="connsiteX1128" fmla="*/ 128259 w 899217"/>
                <a:gd name="connsiteY1128" fmla="*/ 574565 h 942137"/>
                <a:gd name="connsiteX1129" fmla="*/ 132600 w 899217"/>
                <a:gd name="connsiteY1129" fmla="*/ 576314 h 942137"/>
                <a:gd name="connsiteX1130" fmla="*/ 133240 w 899217"/>
                <a:gd name="connsiteY1130" fmla="*/ 579376 h 942137"/>
                <a:gd name="connsiteX1131" fmla="*/ 130413 w 899217"/>
                <a:gd name="connsiteY1131" fmla="*/ 582639 h 942137"/>
                <a:gd name="connsiteX1132" fmla="*/ 126273 w 899217"/>
                <a:gd name="connsiteY1132" fmla="*/ 587415 h 942137"/>
                <a:gd name="connsiteX1133" fmla="*/ 123244 w 899217"/>
                <a:gd name="connsiteY1133" fmla="*/ 588929 h 942137"/>
                <a:gd name="connsiteX1134" fmla="*/ 119542 w 899217"/>
                <a:gd name="connsiteY1134" fmla="*/ 591519 h 942137"/>
                <a:gd name="connsiteX1135" fmla="*/ 114965 w 899217"/>
                <a:gd name="connsiteY1135" fmla="*/ 593471 h 942137"/>
                <a:gd name="connsiteX1136" fmla="*/ 111835 w 899217"/>
                <a:gd name="connsiteY1136" fmla="*/ 596296 h 942137"/>
                <a:gd name="connsiteX1137" fmla="*/ 111936 w 899217"/>
                <a:gd name="connsiteY1137" fmla="*/ 599997 h 942137"/>
                <a:gd name="connsiteX1138" fmla="*/ 111936 w 899217"/>
                <a:gd name="connsiteY1138" fmla="*/ 608911 h 942137"/>
                <a:gd name="connsiteX1139" fmla="*/ 111936 w 899217"/>
                <a:gd name="connsiteY1139" fmla="*/ 612376 h 942137"/>
                <a:gd name="connsiteX1140" fmla="*/ 114561 w 899217"/>
                <a:gd name="connsiteY1140" fmla="*/ 616716 h 942137"/>
                <a:gd name="connsiteX1141" fmla="*/ 116076 w 899217"/>
                <a:gd name="connsiteY1141" fmla="*/ 616716 h 942137"/>
                <a:gd name="connsiteX1142" fmla="*/ 120215 w 899217"/>
                <a:gd name="connsiteY1142" fmla="*/ 619440 h 942137"/>
                <a:gd name="connsiteX1143" fmla="*/ 123682 w 899217"/>
                <a:gd name="connsiteY1143" fmla="*/ 624554 h 942137"/>
                <a:gd name="connsiteX1144" fmla="*/ 127148 w 899217"/>
                <a:gd name="connsiteY1144" fmla="*/ 627817 h 942137"/>
                <a:gd name="connsiteX1145" fmla="*/ 126509 w 899217"/>
                <a:gd name="connsiteY1145" fmla="*/ 633031 h 942137"/>
                <a:gd name="connsiteX1146" fmla="*/ 125533 w 899217"/>
                <a:gd name="connsiteY1146" fmla="*/ 640734 h 942137"/>
                <a:gd name="connsiteX1147" fmla="*/ 124994 w 899217"/>
                <a:gd name="connsiteY1147" fmla="*/ 642248 h 942137"/>
                <a:gd name="connsiteX1148" fmla="*/ 123581 w 899217"/>
                <a:gd name="connsiteY1148" fmla="*/ 644737 h 942137"/>
                <a:gd name="connsiteX1149" fmla="*/ 122369 w 899217"/>
                <a:gd name="connsiteY1149" fmla="*/ 647126 h 942137"/>
                <a:gd name="connsiteX1150" fmla="*/ 122369 w 899217"/>
                <a:gd name="connsiteY1150" fmla="*/ 650288 h 942137"/>
                <a:gd name="connsiteX1151" fmla="*/ 124052 w 899217"/>
                <a:gd name="connsiteY1151" fmla="*/ 654527 h 942137"/>
                <a:gd name="connsiteX1152" fmla="*/ 126172 w 899217"/>
                <a:gd name="connsiteY1152" fmla="*/ 657891 h 942137"/>
                <a:gd name="connsiteX1153" fmla="*/ 129100 w 899217"/>
                <a:gd name="connsiteY1153" fmla="*/ 660615 h 942137"/>
                <a:gd name="connsiteX1154" fmla="*/ 128663 w 899217"/>
                <a:gd name="connsiteY1154" fmla="*/ 663542 h 942137"/>
                <a:gd name="connsiteX1155" fmla="*/ 125196 w 899217"/>
                <a:gd name="connsiteY1155" fmla="*/ 664517 h 942137"/>
                <a:gd name="connsiteX1156" fmla="*/ 125196 w 899217"/>
                <a:gd name="connsiteY1156" fmla="*/ 666367 h 942137"/>
                <a:gd name="connsiteX1157" fmla="*/ 128461 w 899217"/>
                <a:gd name="connsiteY1157" fmla="*/ 667141 h 942137"/>
                <a:gd name="connsiteX1158" fmla="*/ 133139 w 899217"/>
                <a:gd name="connsiteY1158" fmla="*/ 667141 h 942137"/>
                <a:gd name="connsiteX1159" fmla="*/ 134350 w 899217"/>
                <a:gd name="connsiteY1159" fmla="*/ 668049 h 942137"/>
                <a:gd name="connsiteX1160" fmla="*/ 134115 w 899217"/>
                <a:gd name="connsiteY1160" fmla="*/ 669294 h 942137"/>
                <a:gd name="connsiteX1161" fmla="*/ 133139 w 899217"/>
                <a:gd name="connsiteY1161" fmla="*/ 670808 h 942137"/>
                <a:gd name="connsiteX1162" fmla="*/ 131826 w 899217"/>
                <a:gd name="connsiteY1162" fmla="*/ 672221 h 942137"/>
                <a:gd name="connsiteX1163" fmla="*/ 129975 w 899217"/>
                <a:gd name="connsiteY1163" fmla="*/ 673196 h 942137"/>
                <a:gd name="connsiteX1164" fmla="*/ 127350 w 899217"/>
                <a:gd name="connsiteY1164" fmla="*/ 674811 h 942137"/>
                <a:gd name="connsiteX1165" fmla="*/ 128124 w 899217"/>
                <a:gd name="connsiteY1165" fmla="*/ 676998 h 942137"/>
                <a:gd name="connsiteX1166" fmla="*/ 131052 w 899217"/>
                <a:gd name="connsiteY1166" fmla="*/ 678411 h 942137"/>
                <a:gd name="connsiteX1167" fmla="*/ 131052 w 899217"/>
                <a:gd name="connsiteY1167" fmla="*/ 679924 h 942137"/>
                <a:gd name="connsiteX1168" fmla="*/ 128865 w 899217"/>
                <a:gd name="connsiteY1168" fmla="*/ 680698 h 942137"/>
                <a:gd name="connsiteX1169" fmla="*/ 128091 w 899217"/>
                <a:gd name="connsiteY1169" fmla="*/ 682010 h 942137"/>
                <a:gd name="connsiteX1170" fmla="*/ 126340 w 899217"/>
                <a:gd name="connsiteY1170" fmla="*/ 685038 h 942137"/>
                <a:gd name="connsiteX1171" fmla="*/ 127114 w 899217"/>
                <a:gd name="connsiteY1171" fmla="*/ 687964 h 942137"/>
                <a:gd name="connsiteX1172" fmla="*/ 130715 w 899217"/>
                <a:gd name="connsiteY1172" fmla="*/ 688503 h 942137"/>
                <a:gd name="connsiteX1173" fmla="*/ 137884 w 899217"/>
                <a:gd name="connsiteY1173" fmla="*/ 689579 h 942137"/>
                <a:gd name="connsiteX1174" fmla="*/ 141249 w 899217"/>
                <a:gd name="connsiteY1174" fmla="*/ 692203 h 942137"/>
                <a:gd name="connsiteX1175" fmla="*/ 145288 w 899217"/>
                <a:gd name="connsiteY1175" fmla="*/ 693817 h 942137"/>
                <a:gd name="connsiteX1176" fmla="*/ 151144 w 899217"/>
                <a:gd name="connsiteY1176" fmla="*/ 694793 h 942137"/>
                <a:gd name="connsiteX1177" fmla="*/ 155182 w 899217"/>
                <a:gd name="connsiteY1177" fmla="*/ 696441 h 942137"/>
                <a:gd name="connsiteX1178" fmla="*/ 166255 w 899217"/>
                <a:gd name="connsiteY1178" fmla="*/ 698830 h 942137"/>
                <a:gd name="connsiteX1179" fmla="*/ 168745 w 899217"/>
                <a:gd name="connsiteY1179" fmla="*/ 699469 h 942137"/>
                <a:gd name="connsiteX1180" fmla="*/ 176452 w 899217"/>
                <a:gd name="connsiteY1180" fmla="*/ 701218 h 942137"/>
                <a:gd name="connsiteX1181" fmla="*/ 183856 w 899217"/>
                <a:gd name="connsiteY1181" fmla="*/ 701857 h 942137"/>
                <a:gd name="connsiteX1182" fmla="*/ 189712 w 899217"/>
                <a:gd name="connsiteY1182" fmla="*/ 702497 h 942137"/>
                <a:gd name="connsiteX1183" fmla="*/ 191126 w 899217"/>
                <a:gd name="connsiteY1183" fmla="*/ 705659 h 942137"/>
                <a:gd name="connsiteX1184" fmla="*/ 190149 w 899217"/>
                <a:gd name="connsiteY1184" fmla="*/ 711411 h 942137"/>
                <a:gd name="connsiteX1185" fmla="*/ 190149 w 899217"/>
                <a:gd name="connsiteY1185" fmla="*/ 713699 h 942137"/>
                <a:gd name="connsiteX1186" fmla="*/ 189611 w 899217"/>
                <a:gd name="connsiteY1186" fmla="*/ 717164 h 942137"/>
                <a:gd name="connsiteX1187" fmla="*/ 187996 w 899217"/>
                <a:gd name="connsiteY1187" fmla="*/ 718375 h 942137"/>
                <a:gd name="connsiteX1188" fmla="*/ 184630 w 899217"/>
                <a:gd name="connsiteY1188" fmla="*/ 720662 h 942137"/>
                <a:gd name="connsiteX1189" fmla="*/ 180053 w 899217"/>
                <a:gd name="connsiteY1189" fmla="*/ 722815 h 942137"/>
                <a:gd name="connsiteX1190" fmla="*/ 176452 w 899217"/>
                <a:gd name="connsiteY1190" fmla="*/ 725842 h 942137"/>
                <a:gd name="connsiteX1191" fmla="*/ 172986 w 899217"/>
                <a:gd name="connsiteY1191" fmla="*/ 728668 h 942137"/>
                <a:gd name="connsiteX1192" fmla="*/ 171774 w 899217"/>
                <a:gd name="connsiteY1192" fmla="*/ 730518 h 942137"/>
                <a:gd name="connsiteX1193" fmla="*/ 169587 w 899217"/>
                <a:gd name="connsiteY1193" fmla="*/ 734421 h 942137"/>
                <a:gd name="connsiteX1194" fmla="*/ 168173 w 899217"/>
                <a:gd name="connsiteY1194" fmla="*/ 736910 h 942137"/>
                <a:gd name="connsiteX1195" fmla="*/ 166962 w 899217"/>
                <a:gd name="connsiteY1195" fmla="*/ 740072 h 942137"/>
                <a:gd name="connsiteX1196" fmla="*/ 166086 w 899217"/>
                <a:gd name="connsiteY1196" fmla="*/ 742561 h 942137"/>
                <a:gd name="connsiteX1197" fmla="*/ 165750 w 899217"/>
                <a:gd name="connsiteY1197" fmla="*/ 744613 h 942137"/>
                <a:gd name="connsiteX1198" fmla="*/ 168476 w 899217"/>
                <a:gd name="connsiteY1198" fmla="*/ 747338 h 942137"/>
                <a:gd name="connsiteX1199" fmla="*/ 169014 w 899217"/>
                <a:gd name="connsiteY1199" fmla="*/ 748953 h 942137"/>
                <a:gd name="connsiteX1200" fmla="*/ 169351 w 899217"/>
                <a:gd name="connsiteY1200" fmla="*/ 751341 h 942137"/>
                <a:gd name="connsiteX1201" fmla="*/ 169149 w 899217"/>
                <a:gd name="connsiteY1201" fmla="*/ 753528 h 942137"/>
                <a:gd name="connsiteX1202" fmla="*/ 168072 w 899217"/>
                <a:gd name="connsiteY1202" fmla="*/ 754840 h 942137"/>
                <a:gd name="connsiteX1203" fmla="*/ 167971 w 899217"/>
                <a:gd name="connsiteY1203" fmla="*/ 757464 h 942137"/>
                <a:gd name="connsiteX1204" fmla="*/ 166995 w 899217"/>
                <a:gd name="connsiteY1204" fmla="*/ 761500 h 942137"/>
                <a:gd name="connsiteX1205" fmla="*/ 164808 w 899217"/>
                <a:gd name="connsiteY1205" fmla="*/ 765941 h 942137"/>
                <a:gd name="connsiteX1206" fmla="*/ 162620 w 899217"/>
                <a:gd name="connsiteY1206" fmla="*/ 771592 h 942137"/>
                <a:gd name="connsiteX1207" fmla="*/ 160130 w 899217"/>
                <a:gd name="connsiteY1207" fmla="*/ 773644 h 942137"/>
                <a:gd name="connsiteX1208" fmla="*/ 157538 w 899217"/>
                <a:gd name="connsiteY1208" fmla="*/ 775596 h 942137"/>
                <a:gd name="connsiteX1209" fmla="*/ 155923 w 899217"/>
                <a:gd name="connsiteY1209" fmla="*/ 778085 h 942137"/>
                <a:gd name="connsiteX1210" fmla="*/ 153971 w 899217"/>
                <a:gd name="connsiteY1210" fmla="*/ 780810 h 942137"/>
                <a:gd name="connsiteX1211" fmla="*/ 153668 w 899217"/>
                <a:gd name="connsiteY1211" fmla="*/ 784376 h 942137"/>
                <a:gd name="connsiteX1212" fmla="*/ 153668 w 899217"/>
                <a:gd name="connsiteY1212" fmla="*/ 786562 h 942137"/>
                <a:gd name="connsiteX1213" fmla="*/ 152086 w 899217"/>
                <a:gd name="connsiteY1213" fmla="*/ 788849 h 942137"/>
                <a:gd name="connsiteX1214" fmla="*/ 150605 w 899217"/>
                <a:gd name="connsiteY1214" fmla="*/ 791137 h 942137"/>
                <a:gd name="connsiteX1215" fmla="*/ 147879 w 899217"/>
                <a:gd name="connsiteY1215" fmla="*/ 792886 h 942137"/>
                <a:gd name="connsiteX1216" fmla="*/ 144716 w 899217"/>
                <a:gd name="connsiteY1216" fmla="*/ 795073 h 942137"/>
                <a:gd name="connsiteX1217" fmla="*/ 142596 w 899217"/>
                <a:gd name="connsiteY1217" fmla="*/ 797798 h 942137"/>
                <a:gd name="connsiteX1218" fmla="*/ 142663 w 899217"/>
                <a:gd name="connsiteY1218" fmla="*/ 801263 h 942137"/>
                <a:gd name="connsiteX1219" fmla="*/ 142663 w 899217"/>
                <a:gd name="connsiteY1219" fmla="*/ 803012 h 942137"/>
                <a:gd name="connsiteX1220" fmla="*/ 145826 w 899217"/>
                <a:gd name="connsiteY1220" fmla="*/ 806174 h 942137"/>
                <a:gd name="connsiteX1221" fmla="*/ 150504 w 899217"/>
                <a:gd name="connsiteY1221" fmla="*/ 809202 h 942137"/>
                <a:gd name="connsiteX1222" fmla="*/ 157134 w 899217"/>
                <a:gd name="connsiteY1222" fmla="*/ 809975 h 942137"/>
                <a:gd name="connsiteX1223" fmla="*/ 169519 w 899217"/>
                <a:gd name="connsiteY1223" fmla="*/ 810312 h 942137"/>
                <a:gd name="connsiteX1224" fmla="*/ 177361 w 899217"/>
                <a:gd name="connsiteY1224" fmla="*/ 810850 h 942137"/>
                <a:gd name="connsiteX1225" fmla="*/ 185404 w 899217"/>
                <a:gd name="connsiteY1225" fmla="*/ 811624 h 942137"/>
                <a:gd name="connsiteX1226" fmla="*/ 191159 w 899217"/>
                <a:gd name="connsiteY1226" fmla="*/ 813810 h 942137"/>
                <a:gd name="connsiteX1227" fmla="*/ 195736 w 899217"/>
                <a:gd name="connsiteY1227" fmla="*/ 817813 h 942137"/>
                <a:gd name="connsiteX1228" fmla="*/ 201592 w 899217"/>
                <a:gd name="connsiteY1228" fmla="*/ 819764 h 942137"/>
                <a:gd name="connsiteX1229" fmla="*/ 205496 w 899217"/>
                <a:gd name="connsiteY1229" fmla="*/ 820101 h 942137"/>
                <a:gd name="connsiteX1230" fmla="*/ 207986 w 899217"/>
                <a:gd name="connsiteY1230" fmla="*/ 821715 h 942137"/>
                <a:gd name="connsiteX1231" fmla="*/ 212126 w 899217"/>
                <a:gd name="connsiteY1231" fmla="*/ 824205 h 942137"/>
                <a:gd name="connsiteX1232" fmla="*/ 216467 w 899217"/>
                <a:gd name="connsiteY1232" fmla="*/ 824978 h 942137"/>
                <a:gd name="connsiteX1233" fmla="*/ 220607 w 899217"/>
                <a:gd name="connsiteY1233" fmla="*/ 823566 h 942137"/>
                <a:gd name="connsiteX1234" fmla="*/ 225722 w 899217"/>
                <a:gd name="connsiteY1234" fmla="*/ 823566 h 942137"/>
                <a:gd name="connsiteX1235" fmla="*/ 228987 w 899217"/>
                <a:gd name="connsiteY1235" fmla="*/ 823498 h 942137"/>
                <a:gd name="connsiteX1236" fmla="*/ 230501 w 899217"/>
                <a:gd name="connsiteY1236" fmla="*/ 826021 h 942137"/>
                <a:gd name="connsiteX1237" fmla="*/ 230602 w 899217"/>
                <a:gd name="connsiteY1237" fmla="*/ 828342 h 942137"/>
                <a:gd name="connsiteX1238" fmla="*/ 230064 w 899217"/>
                <a:gd name="connsiteY1238" fmla="*/ 830193 h 942137"/>
                <a:gd name="connsiteX1239" fmla="*/ 228751 w 899217"/>
                <a:gd name="connsiteY1239" fmla="*/ 832144 h 942137"/>
                <a:gd name="connsiteX1240" fmla="*/ 228314 w 899217"/>
                <a:gd name="connsiteY1240" fmla="*/ 832917 h 942137"/>
                <a:gd name="connsiteX1241" fmla="*/ 227001 w 899217"/>
                <a:gd name="connsiteY1241" fmla="*/ 835844 h 942137"/>
                <a:gd name="connsiteX1242" fmla="*/ 226126 w 899217"/>
                <a:gd name="connsiteY1242" fmla="*/ 839208 h 942137"/>
                <a:gd name="connsiteX1243" fmla="*/ 224915 w 899217"/>
                <a:gd name="connsiteY1243" fmla="*/ 841832 h 942137"/>
                <a:gd name="connsiteX1244" fmla="*/ 224915 w 899217"/>
                <a:gd name="connsiteY1244" fmla="*/ 845196 h 942137"/>
                <a:gd name="connsiteX1245" fmla="*/ 224915 w 899217"/>
                <a:gd name="connsiteY1245" fmla="*/ 849233 h 942137"/>
                <a:gd name="connsiteX1246" fmla="*/ 224040 w 899217"/>
                <a:gd name="connsiteY1246" fmla="*/ 853707 h 942137"/>
                <a:gd name="connsiteX1247" fmla="*/ 222189 w 899217"/>
                <a:gd name="connsiteY1247" fmla="*/ 855893 h 942137"/>
                <a:gd name="connsiteX1248" fmla="*/ 222189 w 899217"/>
                <a:gd name="connsiteY1248" fmla="*/ 858080 h 942137"/>
                <a:gd name="connsiteX1249" fmla="*/ 223400 w 899217"/>
                <a:gd name="connsiteY1249" fmla="*/ 860266 h 942137"/>
                <a:gd name="connsiteX1250" fmla="*/ 225891 w 899217"/>
                <a:gd name="connsiteY1250" fmla="*/ 863429 h 942137"/>
                <a:gd name="connsiteX1251" fmla="*/ 226968 w 899217"/>
                <a:gd name="connsiteY1251" fmla="*/ 865279 h 942137"/>
                <a:gd name="connsiteX1252" fmla="*/ 229256 w 899217"/>
                <a:gd name="connsiteY1252" fmla="*/ 867129 h 942137"/>
                <a:gd name="connsiteX1253" fmla="*/ 232857 w 899217"/>
                <a:gd name="connsiteY1253" fmla="*/ 867129 h 942137"/>
                <a:gd name="connsiteX1254" fmla="*/ 234910 w 899217"/>
                <a:gd name="connsiteY1254" fmla="*/ 866961 h 942137"/>
                <a:gd name="connsiteX1255" fmla="*/ 237401 w 899217"/>
                <a:gd name="connsiteY1255" fmla="*/ 866591 h 942137"/>
                <a:gd name="connsiteX1256" fmla="*/ 240227 w 899217"/>
                <a:gd name="connsiteY1256" fmla="*/ 867566 h 942137"/>
                <a:gd name="connsiteX1257" fmla="*/ 241978 w 899217"/>
                <a:gd name="connsiteY1257" fmla="*/ 868979 h 942137"/>
                <a:gd name="connsiteX1258" fmla="*/ 242617 w 899217"/>
                <a:gd name="connsiteY1258" fmla="*/ 870392 h 942137"/>
                <a:gd name="connsiteX1259" fmla="*/ 242819 w 899217"/>
                <a:gd name="connsiteY1259" fmla="*/ 873117 h 942137"/>
                <a:gd name="connsiteX1260" fmla="*/ 242617 w 899217"/>
                <a:gd name="connsiteY1260" fmla="*/ 874328 h 942137"/>
                <a:gd name="connsiteX1261" fmla="*/ 241204 w 899217"/>
                <a:gd name="connsiteY1261" fmla="*/ 877389 h 942137"/>
                <a:gd name="connsiteX1262" fmla="*/ 241338 w 899217"/>
                <a:gd name="connsiteY1262" fmla="*/ 879138 h 942137"/>
                <a:gd name="connsiteX1263" fmla="*/ 241338 w 899217"/>
                <a:gd name="connsiteY1263" fmla="*/ 883377 h 942137"/>
                <a:gd name="connsiteX1264" fmla="*/ 241338 w 899217"/>
                <a:gd name="connsiteY1264" fmla="*/ 885664 h 942137"/>
                <a:gd name="connsiteX1265" fmla="*/ 242213 w 899217"/>
                <a:gd name="connsiteY1265" fmla="*/ 887313 h 942137"/>
                <a:gd name="connsiteX1266" fmla="*/ 244704 w 899217"/>
                <a:gd name="connsiteY1266" fmla="*/ 890576 h 942137"/>
                <a:gd name="connsiteX1267" fmla="*/ 246992 w 899217"/>
                <a:gd name="connsiteY1267" fmla="*/ 890138 h 942137"/>
                <a:gd name="connsiteX1268" fmla="*/ 249382 w 899217"/>
                <a:gd name="connsiteY1268" fmla="*/ 888288 h 942137"/>
                <a:gd name="connsiteX1269" fmla="*/ 253959 w 899217"/>
                <a:gd name="connsiteY1269" fmla="*/ 887851 h 942137"/>
                <a:gd name="connsiteX1270" fmla="*/ 257324 w 899217"/>
                <a:gd name="connsiteY1270" fmla="*/ 889499 h 942137"/>
                <a:gd name="connsiteX1271" fmla="*/ 260589 w 899217"/>
                <a:gd name="connsiteY1271" fmla="*/ 888826 h 942137"/>
                <a:gd name="connsiteX1272" fmla="*/ 262540 w 899217"/>
                <a:gd name="connsiteY1272" fmla="*/ 885025 h 942137"/>
                <a:gd name="connsiteX1273" fmla="*/ 271459 w 899217"/>
                <a:gd name="connsiteY1273" fmla="*/ 884588 h 942137"/>
                <a:gd name="connsiteX1274" fmla="*/ 275700 w 899217"/>
                <a:gd name="connsiteY1274" fmla="*/ 887615 h 942137"/>
                <a:gd name="connsiteX1275" fmla="*/ 281454 w 899217"/>
                <a:gd name="connsiteY1275" fmla="*/ 891753 h 942137"/>
                <a:gd name="connsiteX1276" fmla="*/ 285897 w 899217"/>
                <a:gd name="connsiteY1276" fmla="*/ 892628 h 942137"/>
                <a:gd name="connsiteX1277" fmla="*/ 292089 w 899217"/>
                <a:gd name="connsiteY1277" fmla="*/ 892729 h 942137"/>
                <a:gd name="connsiteX1278" fmla="*/ 299157 w 899217"/>
                <a:gd name="connsiteY1278" fmla="*/ 890239 h 942137"/>
                <a:gd name="connsiteX1279" fmla="*/ 304272 w 899217"/>
                <a:gd name="connsiteY1279" fmla="*/ 886875 h 942137"/>
                <a:gd name="connsiteX1280" fmla="*/ 310902 w 899217"/>
                <a:gd name="connsiteY1280" fmla="*/ 882435 h 942137"/>
                <a:gd name="connsiteX1281" fmla="*/ 319854 w 899217"/>
                <a:gd name="connsiteY1281" fmla="*/ 875270 h 942137"/>
                <a:gd name="connsiteX1282" fmla="*/ 326080 w 899217"/>
                <a:gd name="connsiteY1282" fmla="*/ 871199 h 942137"/>
                <a:gd name="connsiteX1283" fmla="*/ 334191 w 899217"/>
                <a:gd name="connsiteY1283" fmla="*/ 869383 h 942137"/>
                <a:gd name="connsiteX1284" fmla="*/ 340922 w 899217"/>
                <a:gd name="connsiteY1284" fmla="*/ 867936 h 942137"/>
                <a:gd name="connsiteX1285" fmla="*/ 343682 w 899217"/>
                <a:gd name="connsiteY1285" fmla="*/ 864606 h 942137"/>
                <a:gd name="connsiteX1286" fmla="*/ 348091 w 899217"/>
                <a:gd name="connsiteY1286" fmla="*/ 861343 h 942137"/>
                <a:gd name="connsiteX1287" fmla="*/ 352230 w 899217"/>
                <a:gd name="connsiteY1287" fmla="*/ 859325 h 942137"/>
                <a:gd name="connsiteX1288" fmla="*/ 354418 w 899217"/>
                <a:gd name="connsiteY1288" fmla="*/ 859392 h 942137"/>
                <a:gd name="connsiteX1289" fmla="*/ 355865 w 899217"/>
                <a:gd name="connsiteY1289" fmla="*/ 859762 h 942137"/>
                <a:gd name="connsiteX1290" fmla="*/ 356504 w 899217"/>
                <a:gd name="connsiteY1290" fmla="*/ 861646 h 942137"/>
                <a:gd name="connsiteX1291" fmla="*/ 355562 w 899217"/>
                <a:gd name="connsiteY1291" fmla="*/ 864539 h 942137"/>
                <a:gd name="connsiteX1292" fmla="*/ 354552 w 899217"/>
                <a:gd name="connsiteY1292" fmla="*/ 866355 h 942137"/>
                <a:gd name="connsiteX1293" fmla="*/ 353374 w 899217"/>
                <a:gd name="connsiteY1293" fmla="*/ 867230 h 942137"/>
                <a:gd name="connsiteX1294" fmla="*/ 351557 w 899217"/>
                <a:gd name="connsiteY1294" fmla="*/ 869753 h 942137"/>
                <a:gd name="connsiteX1295" fmla="*/ 351119 w 899217"/>
                <a:gd name="connsiteY1295" fmla="*/ 870930 h 942137"/>
                <a:gd name="connsiteX1296" fmla="*/ 352869 w 899217"/>
                <a:gd name="connsiteY1296" fmla="*/ 873319 h 942137"/>
                <a:gd name="connsiteX1297" fmla="*/ 354620 w 899217"/>
                <a:gd name="connsiteY1297" fmla="*/ 874193 h 942137"/>
                <a:gd name="connsiteX1298" fmla="*/ 354047 w 899217"/>
                <a:gd name="connsiteY1298" fmla="*/ 877221 h 942137"/>
                <a:gd name="connsiteX1299" fmla="*/ 351018 w 899217"/>
                <a:gd name="connsiteY1299" fmla="*/ 880114 h 942137"/>
                <a:gd name="connsiteX1300" fmla="*/ 350143 w 899217"/>
                <a:gd name="connsiteY1300" fmla="*/ 883747 h 942137"/>
                <a:gd name="connsiteX1301" fmla="*/ 350143 w 899217"/>
                <a:gd name="connsiteY1301" fmla="*/ 888255 h 942137"/>
                <a:gd name="connsiteX1302" fmla="*/ 354215 w 899217"/>
                <a:gd name="connsiteY1302" fmla="*/ 890273 h 942137"/>
                <a:gd name="connsiteX1303" fmla="*/ 353913 w 899217"/>
                <a:gd name="connsiteY1303" fmla="*/ 892729 h 942137"/>
                <a:gd name="connsiteX1304" fmla="*/ 353038 w 899217"/>
                <a:gd name="connsiteY1304" fmla="*/ 895622 h 942137"/>
                <a:gd name="connsiteX1305" fmla="*/ 350446 w 899217"/>
                <a:gd name="connsiteY1305" fmla="*/ 897808 h 942137"/>
                <a:gd name="connsiteX1306" fmla="*/ 348124 w 899217"/>
                <a:gd name="connsiteY1306" fmla="*/ 899389 h 942137"/>
                <a:gd name="connsiteX1307" fmla="*/ 351153 w 899217"/>
                <a:gd name="connsiteY1307" fmla="*/ 902148 h 942137"/>
                <a:gd name="connsiteX1308" fmla="*/ 353610 w 899217"/>
                <a:gd name="connsiteY1308" fmla="*/ 904604 h 942137"/>
                <a:gd name="connsiteX1309" fmla="*/ 353610 w 899217"/>
                <a:gd name="connsiteY1309" fmla="*/ 908943 h 942137"/>
                <a:gd name="connsiteX1310" fmla="*/ 354990 w 899217"/>
                <a:gd name="connsiteY1310" fmla="*/ 914023 h 942137"/>
                <a:gd name="connsiteX1311" fmla="*/ 355360 w 899217"/>
                <a:gd name="connsiteY1311" fmla="*/ 917925 h 942137"/>
                <a:gd name="connsiteX1312" fmla="*/ 356807 w 899217"/>
                <a:gd name="connsiteY1312" fmla="*/ 925023 h 942137"/>
                <a:gd name="connsiteX1313" fmla="*/ 358557 w 899217"/>
                <a:gd name="connsiteY1313" fmla="*/ 928925 h 942137"/>
                <a:gd name="connsiteX1314" fmla="*/ 362192 w 899217"/>
                <a:gd name="connsiteY1314" fmla="*/ 932255 h 942137"/>
                <a:gd name="connsiteX1315" fmla="*/ 365524 w 899217"/>
                <a:gd name="connsiteY1315" fmla="*/ 932962 h 942137"/>
                <a:gd name="connsiteX1316" fmla="*/ 369427 w 899217"/>
                <a:gd name="connsiteY1316" fmla="*/ 933096 h 942137"/>
                <a:gd name="connsiteX1317" fmla="*/ 372759 w 899217"/>
                <a:gd name="connsiteY1317" fmla="*/ 931650 h 942137"/>
                <a:gd name="connsiteX1318" fmla="*/ 375216 w 899217"/>
                <a:gd name="connsiteY1318" fmla="*/ 928622 h 942137"/>
                <a:gd name="connsiteX1319" fmla="*/ 378851 w 899217"/>
                <a:gd name="connsiteY1319" fmla="*/ 926301 h 942137"/>
                <a:gd name="connsiteX1320" fmla="*/ 384067 w 899217"/>
                <a:gd name="connsiteY1320" fmla="*/ 926301 h 942137"/>
                <a:gd name="connsiteX1321" fmla="*/ 390596 w 899217"/>
                <a:gd name="connsiteY1321" fmla="*/ 926873 h 942137"/>
                <a:gd name="connsiteX1322" fmla="*/ 395947 w 899217"/>
                <a:gd name="connsiteY1322" fmla="*/ 931078 h 942137"/>
                <a:gd name="connsiteX1323" fmla="*/ 399582 w 899217"/>
                <a:gd name="connsiteY1323" fmla="*/ 935552 h 942137"/>
                <a:gd name="connsiteX1324" fmla="*/ 406549 w 899217"/>
                <a:gd name="connsiteY1324" fmla="*/ 941943 h 942137"/>
                <a:gd name="connsiteX1325" fmla="*/ 409140 w 899217"/>
                <a:gd name="connsiteY1325" fmla="*/ 941943 h 942137"/>
                <a:gd name="connsiteX1326" fmla="*/ 410722 w 899217"/>
                <a:gd name="connsiteY1326" fmla="*/ 939488 h 942137"/>
                <a:gd name="connsiteX1327" fmla="*/ 413178 w 899217"/>
                <a:gd name="connsiteY1327" fmla="*/ 937907 h 942137"/>
                <a:gd name="connsiteX1328" fmla="*/ 416207 w 899217"/>
                <a:gd name="connsiteY1328" fmla="*/ 937907 h 942137"/>
                <a:gd name="connsiteX1329" fmla="*/ 418832 w 899217"/>
                <a:gd name="connsiteY1329" fmla="*/ 934577 h 942137"/>
                <a:gd name="connsiteX1330" fmla="*/ 419405 w 899217"/>
                <a:gd name="connsiteY1330" fmla="*/ 931381 h 942137"/>
                <a:gd name="connsiteX1331" fmla="*/ 417520 w 899217"/>
                <a:gd name="connsiteY1331" fmla="*/ 927479 h 942137"/>
                <a:gd name="connsiteX1332" fmla="*/ 414626 w 899217"/>
                <a:gd name="connsiteY1332" fmla="*/ 924585 h 942137"/>
                <a:gd name="connsiteX1333" fmla="*/ 412169 w 899217"/>
                <a:gd name="connsiteY1333" fmla="*/ 922399 h 942137"/>
                <a:gd name="connsiteX1334" fmla="*/ 411731 w 899217"/>
                <a:gd name="connsiteY1334" fmla="*/ 916747 h 942137"/>
                <a:gd name="connsiteX1335" fmla="*/ 411866 w 899217"/>
                <a:gd name="connsiteY1335" fmla="*/ 912105 h 942137"/>
                <a:gd name="connsiteX1336" fmla="*/ 412303 w 899217"/>
                <a:gd name="connsiteY1336" fmla="*/ 906757 h 942137"/>
                <a:gd name="connsiteX1337" fmla="*/ 412606 w 899217"/>
                <a:gd name="connsiteY1337" fmla="*/ 903561 h 942137"/>
                <a:gd name="connsiteX1338" fmla="*/ 413919 w 899217"/>
                <a:gd name="connsiteY1338" fmla="*/ 899221 h 942137"/>
                <a:gd name="connsiteX1339" fmla="*/ 414356 w 899217"/>
                <a:gd name="connsiteY1339" fmla="*/ 895016 h 942137"/>
                <a:gd name="connsiteX1340" fmla="*/ 416376 w 899217"/>
                <a:gd name="connsiteY1340" fmla="*/ 891417 h 942137"/>
                <a:gd name="connsiteX1341" fmla="*/ 419135 w 899217"/>
                <a:gd name="connsiteY1341" fmla="*/ 887649 h 942137"/>
                <a:gd name="connsiteX1342" fmla="*/ 421592 w 899217"/>
                <a:gd name="connsiteY1342" fmla="*/ 885025 h 942137"/>
                <a:gd name="connsiteX1343" fmla="*/ 421155 w 899217"/>
                <a:gd name="connsiteY1343" fmla="*/ 881123 h 942137"/>
                <a:gd name="connsiteX1344" fmla="*/ 419707 w 899217"/>
                <a:gd name="connsiteY1344" fmla="*/ 877793 h 942137"/>
                <a:gd name="connsiteX1345" fmla="*/ 417957 w 899217"/>
                <a:gd name="connsiteY1345" fmla="*/ 875034 h 942137"/>
                <a:gd name="connsiteX1346" fmla="*/ 417957 w 899217"/>
                <a:gd name="connsiteY1346" fmla="*/ 871704 h 942137"/>
                <a:gd name="connsiteX1347" fmla="*/ 415501 w 899217"/>
                <a:gd name="connsiteY1347" fmla="*/ 863731 h 942137"/>
                <a:gd name="connsiteX1348" fmla="*/ 412169 w 899217"/>
                <a:gd name="connsiteY1348" fmla="*/ 856499 h 942137"/>
                <a:gd name="connsiteX1349" fmla="*/ 405068 w 899217"/>
                <a:gd name="connsiteY1349" fmla="*/ 846373 h 942137"/>
                <a:gd name="connsiteX1350" fmla="*/ 404058 w 899217"/>
                <a:gd name="connsiteY1350" fmla="*/ 838569 h 942137"/>
                <a:gd name="connsiteX1351" fmla="*/ 404058 w 899217"/>
                <a:gd name="connsiteY1351" fmla="*/ 834936 h 942137"/>
                <a:gd name="connsiteX1352" fmla="*/ 403351 w 899217"/>
                <a:gd name="connsiteY1352" fmla="*/ 830159 h 942137"/>
                <a:gd name="connsiteX1353" fmla="*/ 401164 w 899217"/>
                <a:gd name="connsiteY1353" fmla="*/ 823633 h 942137"/>
                <a:gd name="connsiteX1354" fmla="*/ 399144 w 899217"/>
                <a:gd name="connsiteY1354" fmla="*/ 819865 h 942137"/>
                <a:gd name="connsiteX1355" fmla="*/ 396822 w 899217"/>
                <a:gd name="connsiteY1355" fmla="*/ 816232 h 942137"/>
                <a:gd name="connsiteX1356" fmla="*/ 402039 w 899217"/>
                <a:gd name="connsiteY1356" fmla="*/ 812902 h 942137"/>
                <a:gd name="connsiteX1357" fmla="*/ 405808 w 899217"/>
                <a:gd name="connsiteY1357" fmla="*/ 810446 h 942137"/>
                <a:gd name="connsiteX1358" fmla="*/ 410150 w 899217"/>
                <a:gd name="connsiteY1358" fmla="*/ 803214 h 942137"/>
                <a:gd name="connsiteX1359" fmla="*/ 409409 w 899217"/>
                <a:gd name="connsiteY1359" fmla="*/ 796688 h 942137"/>
                <a:gd name="connsiteX1360" fmla="*/ 412001 w 899217"/>
                <a:gd name="connsiteY1360" fmla="*/ 790901 h 942137"/>
                <a:gd name="connsiteX1361" fmla="*/ 416476 w 899217"/>
                <a:gd name="connsiteY1361" fmla="*/ 788278 h 942137"/>
                <a:gd name="connsiteX1362" fmla="*/ 420683 w 899217"/>
                <a:gd name="connsiteY1362" fmla="*/ 788849 h 942137"/>
                <a:gd name="connsiteX1363" fmla="*/ 427078 w 899217"/>
                <a:gd name="connsiteY1363" fmla="*/ 794635 h 942137"/>
                <a:gd name="connsiteX1364" fmla="*/ 436770 w 899217"/>
                <a:gd name="connsiteY1364" fmla="*/ 795342 h 942137"/>
                <a:gd name="connsiteX1365" fmla="*/ 450670 w 899217"/>
                <a:gd name="connsiteY1365" fmla="*/ 798975 h 942137"/>
                <a:gd name="connsiteX1366" fmla="*/ 464569 w 899217"/>
                <a:gd name="connsiteY1366" fmla="*/ 803886 h 942137"/>
                <a:gd name="connsiteX1367" fmla="*/ 470357 w 899217"/>
                <a:gd name="connsiteY1367" fmla="*/ 797226 h 942137"/>
                <a:gd name="connsiteX1368" fmla="*/ 476584 w 899217"/>
                <a:gd name="connsiteY1368" fmla="*/ 788984 h 942137"/>
                <a:gd name="connsiteX1369" fmla="*/ 480925 w 899217"/>
                <a:gd name="connsiteY1369" fmla="*/ 778556 h 942137"/>
                <a:gd name="connsiteX1370" fmla="*/ 492368 w 899217"/>
                <a:gd name="connsiteY1370" fmla="*/ 768699 h 942137"/>
                <a:gd name="connsiteX1371" fmla="*/ 496844 w 899217"/>
                <a:gd name="connsiteY1371" fmla="*/ 761299 h 942137"/>
                <a:gd name="connsiteX1372" fmla="*/ 503373 w 899217"/>
                <a:gd name="connsiteY1372" fmla="*/ 762745 h 942137"/>
                <a:gd name="connsiteX1373" fmla="*/ 512224 w 899217"/>
                <a:gd name="connsiteY1373" fmla="*/ 765638 h 942137"/>
                <a:gd name="connsiteX1374" fmla="*/ 517878 w 899217"/>
                <a:gd name="connsiteY1374" fmla="*/ 771727 h 942137"/>
                <a:gd name="connsiteX1375" fmla="*/ 528681 w 899217"/>
                <a:gd name="connsiteY1375" fmla="*/ 778320 h 942137"/>
                <a:gd name="connsiteX1376" fmla="*/ 533460 w 899217"/>
                <a:gd name="connsiteY1376" fmla="*/ 783602 h 942137"/>
                <a:gd name="connsiteX1377" fmla="*/ 538676 w 899217"/>
                <a:gd name="connsiteY1377" fmla="*/ 788109 h 942137"/>
                <a:gd name="connsiteX1378" fmla="*/ 539383 w 899217"/>
                <a:gd name="connsiteY1378" fmla="*/ 792953 h 942137"/>
                <a:gd name="connsiteX1379" fmla="*/ 536994 w 899217"/>
                <a:gd name="connsiteY1379" fmla="*/ 796654 h 942137"/>
                <a:gd name="connsiteX1380" fmla="*/ 541402 w 899217"/>
                <a:gd name="connsiteY1380" fmla="*/ 797730 h 942137"/>
                <a:gd name="connsiteX1381" fmla="*/ 545676 w 899217"/>
                <a:gd name="connsiteY1381" fmla="*/ 802877 h 942137"/>
                <a:gd name="connsiteX1382" fmla="*/ 549479 w 899217"/>
                <a:gd name="connsiteY1382" fmla="*/ 802877 h 942137"/>
                <a:gd name="connsiteX1383" fmla="*/ 554629 w 899217"/>
                <a:gd name="connsiteY1383" fmla="*/ 802406 h 942137"/>
                <a:gd name="connsiteX1384" fmla="*/ 557927 w 899217"/>
                <a:gd name="connsiteY1384" fmla="*/ 800960 h 942137"/>
                <a:gd name="connsiteX1385" fmla="*/ 561932 w 899217"/>
                <a:gd name="connsiteY1385" fmla="*/ 799311 h 942137"/>
                <a:gd name="connsiteX1386" fmla="*/ 567316 w 899217"/>
                <a:gd name="connsiteY1386" fmla="*/ 796553 h 942137"/>
                <a:gd name="connsiteX1387" fmla="*/ 569874 w 899217"/>
                <a:gd name="connsiteY1387" fmla="*/ 794602 h 942137"/>
                <a:gd name="connsiteX1388" fmla="*/ 570682 w 899217"/>
                <a:gd name="connsiteY1388" fmla="*/ 793189 h 942137"/>
                <a:gd name="connsiteX1389" fmla="*/ 570244 w 899217"/>
                <a:gd name="connsiteY1389" fmla="*/ 787537 h 942137"/>
                <a:gd name="connsiteX1390" fmla="*/ 571725 w 899217"/>
                <a:gd name="connsiteY1390" fmla="*/ 783366 h 942137"/>
                <a:gd name="connsiteX1391" fmla="*/ 574754 w 899217"/>
                <a:gd name="connsiteY1391" fmla="*/ 779330 h 942137"/>
                <a:gd name="connsiteX1392" fmla="*/ 579533 w 899217"/>
                <a:gd name="connsiteY1392" fmla="*/ 774216 h 942137"/>
                <a:gd name="connsiteX1393" fmla="*/ 582293 w 899217"/>
                <a:gd name="connsiteY1393" fmla="*/ 771323 h 942137"/>
                <a:gd name="connsiteX1394" fmla="*/ 584682 w 899217"/>
                <a:gd name="connsiteY1394" fmla="*/ 770516 h 942137"/>
                <a:gd name="connsiteX1395" fmla="*/ 587947 w 899217"/>
                <a:gd name="connsiteY1395" fmla="*/ 771323 h 942137"/>
                <a:gd name="connsiteX1396" fmla="*/ 592086 w 899217"/>
                <a:gd name="connsiteY1396" fmla="*/ 775226 h 942137"/>
                <a:gd name="connsiteX1397" fmla="*/ 596091 w 899217"/>
                <a:gd name="connsiteY1397" fmla="*/ 778690 h 942137"/>
                <a:gd name="connsiteX1398" fmla="*/ 598144 w 899217"/>
                <a:gd name="connsiteY1398" fmla="*/ 782155 h 942137"/>
                <a:gd name="connsiteX1399" fmla="*/ 602048 w 899217"/>
                <a:gd name="connsiteY1399" fmla="*/ 787807 h 942137"/>
                <a:gd name="connsiteX1400" fmla="*/ 604707 w 899217"/>
                <a:gd name="connsiteY1400" fmla="*/ 788883 h 942137"/>
                <a:gd name="connsiteX1401" fmla="*/ 607298 w 899217"/>
                <a:gd name="connsiteY1401" fmla="*/ 788883 h 942137"/>
                <a:gd name="connsiteX1402" fmla="*/ 610361 w 899217"/>
                <a:gd name="connsiteY1402" fmla="*/ 787403 h 942137"/>
                <a:gd name="connsiteX1403" fmla="*/ 612649 w 899217"/>
                <a:gd name="connsiteY1403" fmla="*/ 784644 h 942137"/>
                <a:gd name="connsiteX1404" fmla="*/ 616015 w 899217"/>
                <a:gd name="connsiteY1404" fmla="*/ 775831 h 942137"/>
                <a:gd name="connsiteX1405" fmla="*/ 616015 w 899217"/>
                <a:gd name="connsiteY1405" fmla="*/ 770079 h 942137"/>
                <a:gd name="connsiteX1406" fmla="*/ 615039 w 899217"/>
                <a:gd name="connsiteY1406" fmla="*/ 763653 h 942137"/>
                <a:gd name="connsiteX1407" fmla="*/ 615914 w 899217"/>
                <a:gd name="connsiteY1407" fmla="*/ 759314 h 942137"/>
                <a:gd name="connsiteX1408" fmla="*/ 618640 w 899217"/>
                <a:gd name="connsiteY1408" fmla="*/ 758338 h 942137"/>
                <a:gd name="connsiteX1409" fmla="*/ 619851 w 899217"/>
                <a:gd name="connsiteY1409" fmla="*/ 758574 h 942137"/>
                <a:gd name="connsiteX1410" fmla="*/ 624092 w 899217"/>
                <a:gd name="connsiteY1410" fmla="*/ 761736 h 942137"/>
                <a:gd name="connsiteX1411" fmla="*/ 628332 w 899217"/>
                <a:gd name="connsiteY1411" fmla="*/ 766748 h 942137"/>
                <a:gd name="connsiteX1412" fmla="*/ 630284 w 899217"/>
                <a:gd name="connsiteY1412" fmla="*/ 770785 h 942137"/>
                <a:gd name="connsiteX1413" fmla="*/ 633650 w 899217"/>
                <a:gd name="connsiteY1413" fmla="*/ 775360 h 942137"/>
                <a:gd name="connsiteX1414" fmla="*/ 639203 w 899217"/>
                <a:gd name="connsiteY1414" fmla="*/ 779801 h 942137"/>
                <a:gd name="connsiteX1415" fmla="*/ 644857 w 899217"/>
                <a:gd name="connsiteY1415" fmla="*/ 784039 h 942137"/>
                <a:gd name="connsiteX1416" fmla="*/ 650073 w 899217"/>
                <a:gd name="connsiteY1416" fmla="*/ 789690 h 942137"/>
                <a:gd name="connsiteX1417" fmla="*/ 651386 w 899217"/>
                <a:gd name="connsiteY1417" fmla="*/ 793391 h 942137"/>
                <a:gd name="connsiteX1418" fmla="*/ 653573 w 899217"/>
                <a:gd name="connsiteY1418" fmla="*/ 796755 h 942137"/>
                <a:gd name="connsiteX1419" fmla="*/ 658150 w 899217"/>
                <a:gd name="connsiteY1419" fmla="*/ 798067 h 942137"/>
                <a:gd name="connsiteX1420" fmla="*/ 661516 w 899217"/>
                <a:gd name="connsiteY1420" fmla="*/ 798067 h 942137"/>
                <a:gd name="connsiteX1421" fmla="*/ 662828 w 899217"/>
                <a:gd name="connsiteY1421" fmla="*/ 797091 h 942137"/>
                <a:gd name="connsiteX1422" fmla="*/ 664578 w 899217"/>
                <a:gd name="connsiteY1422" fmla="*/ 793492 h 942137"/>
                <a:gd name="connsiteX1423" fmla="*/ 666530 w 899217"/>
                <a:gd name="connsiteY1423" fmla="*/ 788042 h 942137"/>
                <a:gd name="connsiteX1424" fmla="*/ 666530 w 899217"/>
                <a:gd name="connsiteY1424" fmla="*/ 784577 h 942137"/>
                <a:gd name="connsiteX1425" fmla="*/ 666530 w 899217"/>
                <a:gd name="connsiteY1425" fmla="*/ 779363 h 942137"/>
                <a:gd name="connsiteX1426" fmla="*/ 666530 w 899217"/>
                <a:gd name="connsiteY1426" fmla="*/ 775226 h 942137"/>
                <a:gd name="connsiteX1427" fmla="*/ 668213 w 899217"/>
                <a:gd name="connsiteY1427" fmla="*/ 768699 h 942137"/>
                <a:gd name="connsiteX1428" fmla="*/ 672723 w 899217"/>
                <a:gd name="connsiteY1428" fmla="*/ 766210 h 942137"/>
                <a:gd name="connsiteX1429" fmla="*/ 679252 w 899217"/>
                <a:gd name="connsiteY1429" fmla="*/ 766109 h 942137"/>
                <a:gd name="connsiteX1430" fmla="*/ 684367 w 899217"/>
                <a:gd name="connsiteY1430" fmla="*/ 771424 h 942137"/>
                <a:gd name="connsiteX1431" fmla="*/ 685814 w 899217"/>
                <a:gd name="connsiteY1431" fmla="*/ 774519 h 942137"/>
                <a:gd name="connsiteX1432" fmla="*/ 687564 w 899217"/>
                <a:gd name="connsiteY1432" fmla="*/ 780103 h 942137"/>
                <a:gd name="connsiteX1433" fmla="*/ 692713 w 899217"/>
                <a:gd name="connsiteY1433" fmla="*/ 781483 h 942137"/>
                <a:gd name="connsiteX1434" fmla="*/ 697863 w 899217"/>
                <a:gd name="connsiteY1434" fmla="*/ 781483 h 942137"/>
                <a:gd name="connsiteX1435" fmla="*/ 701699 w 899217"/>
                <a:gd name="connsiteY1435" fmla="*/ 778421 h 942137"/>
                <a:gd name="connsiteX1436" fmla="*/ 704964 w 899217"/>
                <a:gd name="connsiteY1436" fmla="*/ 775596 h 942137"/>
                <a:gd name="connsiteX1437" fmla="*/ 705334 w 899217"/>
                <a:gd name="connsiteY1437" fmla="*/ 770953 h 942137"/>
                <a:gd name="connsiteX1438" fmla="*/ 708464 w 899217"/>
                <a:gd name="connsiteY1438" fmla="*/ 767757 h 942137"/>
                <a:gd name="connsiteX1439" fmla="*/ 711223 w 899217"/>
                <a:gd name="connsiteY1439" fmla="*/ 765672 h 942137"/>
                <a:gd name="connsiteX1440" fmla="*/ 714387 w 899217"/>
                <a:gd name="connsiteY1440" fmla="*/ 767186 h 942137"/>
                <a:gd name="connsiteX1441" fmla="*/ 716137 w 899217"/>
                <a:gd name="connsiteY1441" fmla="*/ 768060 h 942137"/>
                <a:gd name="connsiteX1442" fmla="*/ 723104 w 899217"/>
                <a:gd name="connsiteY1442" fmla="*/ 768060 h 942137"/>
                <a:gd name="connsiteX1443" fmla="*/ 727748 w 899217"/>
                <a:gd name="connsiteY1443" fmla="*/ 768060 h 942137"/>
                <a:gd name="connsiteX1444" fmla="*/ 733839 w 899217"/>
                <a:gd name="connsiteY1444" fmla="*/ 766748 h 942137"/>
                <a:gd name="connsiteX1445" fmla="*/ 736162 w 899217"/>
                <a:gd name="connsiteY1445" fmla="*/ 763990 h 942137"/>
                <a:gd name="connsiteX1446" fmla="*/ 742556 w 899217"/>
                <a:gd name="connsiteY1446" fmla="*/ 758776 h 942137"/>
                <a:gd name="connsiteX1447" fmla="*/ 746897 w 899217"/>
                <a:gd name="connsiteY1447" fmla="*/ 758776 h 942137"/>
                <a:gd name="connsiteX1448" fmla="*/ 750094 w 899217"/>
                <a:gd name="connsiteY1448" fmla="*/ 753259 h 942137"/>
                <a:gd name="connsiteX1449" fmla="*/ 750094 w 899217"/>
                <a:gd name="connsiteY1449" fmla="*/ 750366 h 942137"/>
                <a:gd name="connsiteX1450" fmla="*/ 747066 w 899217"/>
                <a:gd name="connsiteY1450" fmla="*/ 746901 h 942137"/>
                <a:gd name="connsiteX1451" fmla="*/ 743734 w 899217"/>
                <a:gd name="connsiteY1451" fmla="*/ 742831 h 942137"/>
                <a:gd name="connsiteX1452" fmla="*/ 742589 w 899217"/>
                <a:gd name="connsiteY1452" fmla="*/ 736473 h 942137"/>
                <a:gd name="connsiteX1453" fmla="*/ 749825 w 899217"/>
                <a:gd name="connsiteY1453" fmla="*/ 734454 h 942137"/>
                <a:gd name="connsiteX1454" fmla="*/ 756186 w 899217"/>
                <a:gd name="connsiteY1454" fmla="*/ 731696 h 942137"/>
                <a:gd name="connsiteX1455" fmla="*/ 762850 w 899217"/>
                <a:gd name="connsiteY1455" fmla="*/ 727491 h 942137"/>
                <a:gd name="connsiteX1456" fmla="*/ 770085 w 899217"/>
                <a:gd name="connsiteY1456" fmla="*/ 722848 h 942137"/>
                <a:gd name="connsiteX1457" fmla="*/ 776480 w 899217"/>
                <a:gd name="connsiteY1457" fmla="*/ 722848 h 942137"/>
                <a:gd name="connsiteX1458" fmla="*/ 782268 w 899217"/>
                <a:gd name="connsiteY1458" fmla="*/ 728634 h 942137"/>
                <a:gd name="connsiteX1459" fmla="*/ 784288 w 899217"/>
                <a:gd name="connsiteY1459" fmla="*/ 722848 h 942137"/>
                <a:gd name="connsiteX1460" fmla="*/ 786038 w 899217"/>
                <a:gd name="connsiteY1460" fmla="*/ 723151 h 942137"/>
                <a:gd name="connsiteX1461" fmla="*/ 791826 w 899217"/>
                <a:gd name="connsiteY1461" fmla="*/ 722008 h 942137"/>
                <a:gd name="connsiteX1462" fmla="*/ 791826 w 899217"/>
                <a:gd name="connsiteY1462" fmla="*/ 713329 h 942137"/>
                <a:gd name="connsiteX1463" fmla="*/ 792802 w 899217"/>
                <a:gd name="connsiteY1463" fmla="*/ 711075 h 942137"/>
                <a:gd name="connsiteX1464" fmla="*/ 797547 w 899217"/>
                <a:gd name="connsiteY1464" fmla="*/ 713766 h 942137"/>
                <a:gd name="connsiteX1465" fmla="*/ 814745 w 899217"/>
                <a:gd name="connsiteY1465" fmla="*/ 733041 h 942137"/>
                <a:gd name="connsiteX1466" fmla="*/ 820130 w 899217"/>
                <a:gd name="connsiteY1466" fmla="*/ 733613 h 942137"/>
                <a:gd name="connsiteX1467" fmla="*/ 821072 w 899217"/>
                <a:gd name="connsiteY1467" fmla="*/ 731292 h 94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Lst>
              <a:rect l="l" t="t" r="r" b="b"/>
              <a:pathLst>
                <a:path w="899217" h="942137">
                  <a:moveTo>
                    <a:pt x="821072" y="731292"/>
                  </a:moveTo>
                  <a:lnTo>
                    <a:pt x="824269" y="727524"/>
                  </a:lnTo>
                  <a:lnTo>
                    <a:pt x="827736" y="724934"/>
                  </a:lnTo>
                  <a:lnTo>
                    <a:pt x="831640" y="721167"/>
                  </a:lnTo>
                  <a:cubicBezTo>
                    <a:pt x="831640" y="721167"/>
                    <a:pt x="833389" y="717096"/>
                    <a:pt x="834534" y="716524"/>
                  </a:cubicBezTo>
                  <a:cubicBezTo>
                    <a:pt x="835678" y="715953"/>
                    <a:pt x="841500" y="714203"/>
                    <a:pt x="841500" y="714203"/>
                  </a:cubicBezTo>
                  <a:lnTo>
                    <a:pt x="842510" y="715953"/>
                  </a:lnTo>
                  <a:cubicBezTo>
                    <a:pt x="842510" y="715953"/>
                    <a:pt x="844092" y="715818"/>
                    <a:pt x="844529" y="715650"/>
                  </a:cubicBezTo>
                  <a:cubicBezTo>
                    <a:pt x="844967" y="715515"/>
                    <a:pt x="846279" y="712757"/>
                    <a:pt x="846279" y="712757"/>
                  </a:cubicBezTo>
                  <a:lnTo>
                    <a:pt x="844698" y="711613"/>
                  </a:lnTo>
                  <a:lnTo>
                    <a:pt x="843250" y="709864"/>
                  </a:lnTo>
                  <a:lnTo>
                    <a:pt x="843688" y="707543"/>
                  </a:lnTo>
                  <a:lnTo>
                    <a:pt x="845135" y="706399"/>
                  </a:lnTo>
                  <a:lnTo>
                    <a:pt x="849039" y="705255"/>
                  </a:lnTo>
                  <a:lnTo>
                    <a:pt x="854827" y="702497"/>
                  </a:lnTo>
                  <a:cubicBezTo>
                    <a:pt x="854827" y="702497"/>
                    <a:pt x="859304" y="699032"/>
                    <a:pt x="859909" y="699032"/>
                  </a:cubicBezTo>
                  <a:cubicBezTo>
                    <a:pt x="860482" y="699032"/>
                    <a:pt x="864116" y="696408"/>
                    <a:pt x="864116" y="696408"/>
                  </a:cubicBezTo>
                  <a:lnTo>
                    <a:pt x="865126" y="693078"/>
                  </a:lnTo>
                  <a:lnTo>
                    <a:pt x="866135" y="693078"/>
                  </a:lnTo>
                  <a:cubicBezTo>
                    <a:pt x="866135" y="693078"/>
                    <a:pt x="869602" y="694087"/>
                    <a:pt x="870208" y="694524"/>
                  </a:cubicBezTo>
                  <a:cubicBezTo>
                    <a:pt x="870780" y="694961"/>
                    <a:pt x="873540" y="697282"/>
                    <a:pt x="873540" y="697282"/>
                  </a:cubicBezTo>
                  <a:cubicBezTo>
                    <a:pt x="873540" y="697282"/>
                    <a:pt x="874852" y="698729"/>
                    <a:pt x="875996" y="699301"/>
                  </a:cubicBezTo>
                  <a:cubicBezTo>
                    <a:pt x="877140" y="699873"/>
                    <a:pt x="878891" y="700310"/>
                    <a:pt x="878891" y="700310"/>
                  </a:cubicBezTo>
                  <a:lnTo>
                    <a:pt x="881213" y="700613"/>
                  </a:lnTo>
                  <a:cubicBezTo>
                    <a:pt x="881213" y="700613"/>
                    <a:pt x="883838" y="698863"/>
                    <a:pt x="885117" y="697720"/>
                  </a:cubicBezTo>
                  <a:cubicBezTo>
                    <a:pt x="886429" y="696576"/>
                    <a:pt x="888011" y="694255"/>
                    <a:pt x="888751" y="693952"/>
                  </a:cubicBezTo>
                  <a:cubicBezTo>
                    <a:pt x="889492" y="693650"/>
                    <a:pt x="890569" y="691934"/>
                    <a:pt x="890569" y="691934"/>
                  </a:cubicBezTo>
                  <a:lnTo>
                    <a:pt x="891376" y="688032"/>
                  </a:lnTo>
                  <a:lnTo>
                    <a:pt x="891376" y="685273"/>
                  </a:lnTo>
                  <a:lnTo>
                    <a:pt x="891376" y="681203"/>
                  </a:lnTo>
                  <a:lnTo>
                    <a:pt x="891376" y="678310"/>
                  </a:lnTo>
                  <a:lnTo>
                    <a:pt x="894843" y="675282"/>
                  </a:lnTo>
                  <a:lnTo>
                    <a:pt x="894708" y="671212"/>
                  </a:lnTo>
                  <a:lnTo>
                    <a:pt x="894136" y="666872"/>
                  </a:lnTo>
                  <a:cubicBezTo>
                    <a:pt x="894136" y="666872"/>
                    <a:pt x="894574" y="663676"/>
                    <a:pt x="895146" y="663104"/>
                  </a:cubicBezTo>
                  <a:cubicBezTo>
                    <a:pt x="895718" y="662533"/>
                    <a:pt x="897905" y="659203"/>
                    <a:pt x="897905" y="659203"/>
                  </a:cubicBezTo>
                  <a:lnTo>
                    <a:pt x="899218" y="656881"/>
                  </a:lnTo>
                  <a:lnTo>
                    <a:pt x="896021" y="654123"/>
                  </a:lnTo>
                  <a:lnTo>
                    <a:pt x="891679" y="650658"/>
                  </a:lnTo>
                  <a:lnTo>
                    <a:pt x="889357" y="649952"/>
                  </a:lnTo>
                  <a:lnTo>
                    <a:pt x="889054" y="647058"/>
                  </a:lnTo>
                  <a:lnTo>
                    <a:pt x="889761" y="644603"/>
                  </a:lnTo>
                  <a:lnTo>
                    <a:pt x="890198" y="641575"/>
                  </a:lnTo>
                  <a:lnTo>
                    <a:pt x="889323" y="639389"/>
                  </a:lnTo>
                  <a:lnTo>
                    <a:pt x="886867" y="637942"/>
                  </a:lnTo>
                  <a:lnTo>
                    <a:pt x="883669" y="633737"/>
                  </a:lnTo>
                  <a:lnTo>
                    <a:pt x="881919" y="629397"/>
                  </a:lnTo>
                  <a:cubicBezTo>
                    <a:pt x="881919" y="629397"/>
                    <a:pt x="882054" y="627077"/>
                    <a:pt x="880607" y="625933"/>
                  </a:cubicBezTo>
                  <a:cubicBezTo>
                    <a:pt x="879160" y="624789"/>
                    <a:pt x="877140" y="623174"/>
                    <a:pt x="876568" y="623174"/>
                  </a:cubicBezTo>
                  <a:cubicBezTo>
                    <a:pt x="875996" y="623174"/>
                    <a:pt x="875256" y="622165"/>
                    <a:pt x="874549" y="623174"/>
                  </a:cubicBezTo>
                  <a:cubicBezTo>
                    <a:pt x="873809" y="624184"/>
                    <a:pt x="871924" y="625361"/>
                    <a:pt x="871924" y="625361"/>
                  </a:cubicBezTo>
                  <a:lnTo>
                    <a:pt x="868727" y="626942"/>
                  </a:lnTo>
                  <a:lnTo>
                    <a:pt x="867717" y="629835"/>
                  </a:lnTo>
                  <a:lnTo>
                    <a:pt x="866708" y="631854"/>
                  </a:lnTo>
                  <a:lnTo>
                    <a:pt x="865563" y="635621"/>
                  </a:lnTo>
                  <a:lnTo>
                    <a:pt x="862938" y="636193"/>
                  </a:lnTo>
                  <a:lnTo>
                    <a:pt x="860751" y="635486"/>
                  </a:lnTo>
                  <a:cubicBezTo>
                    <a:pt x="860751" y="635486"/>
                    <a:pt x="859606" y="632862"/>
                    <a:pt x="858294" y="632728"/>
                  </a:cubicBezTo>
                  <a:cubicBezTo>
                    <a:pt x="856981" y="632594"/>
                    <a:pt x="855534" y="632156"/>
                    <a:pt x="855534" y="632156"/>
                  </a:cubicBezTo>
                  <a:lnTo>
                    <a:pt x="851327" y="631854"/>
                  </a:lnTo>
                  <a:lnTo>
                    <a:pt x="847255" y="633098"/>
                  </a:lnTo>
                  <a:lnTo>
                    <a:pt x="843486" y="634040"/>
                  </a:lnTo>
                  <a:lnTo>
                    <a:pt x="841736" y="634040"/>
                  </a:lnTo>
                  <a:lnTo>
                    <a:pt x="839111" y="628960"/>
                  </a:lnTo>
                  <a:cubicBezTo>
                    <a:pt x="839111" y="628960"/>
                    <a:pt x="837226" y="627817"/>
                    <a:pt x="836789" y="627649"/>
                  </a:cubicBezTo>
                  <a:cubicBezTo>
                    <a:pt x="836351" y="627514"/>
                    <a:pt x="833154" y="628792"/>
                    <a:pt x="833154" y="628792"/>
                  </a:cubicBezTo>
                  <a:cubicBezTo>
                    <a:pt x="833154" y="628792"/>
                    <a:pt x="830832" y="631685"/>
                    <a:pt x="830697" y="632123"/>
                  </a:cubicBezTo>
                  <a:cubicBezTo>
                    <a:pt x="830563" y="632560"/>
                    <a:pt x="828072" y="634443"/>
                    <a:pt x="828072" y="634443"/>
                  </a:cubicBezTo>
                  <a:lnTo>
                    <a:pt x="826490" y="637202"/>
                  </a:lnTo>
                  <a:lnTo>
                    <a:pt x="824471" y="639523"/>
                  </a:lnTo>
                  <a:lnTo>
                    <a:pt x="822149" y="637202"/>
                  </a:lnTo>
                  <a:cubicBezTo>
                    <a:pt x="822149" y="637202"/>
                    <a:pt x="821442" y="636025"/>
                    <a:pt x="821005" y="635890"/>
                  </a:cubicBezTo>
                  <a:cubicBezTo>
                    <a:pt x="820567" y="635755"/>
                    <a:pt x="817101" y="632425"/>
                    <a:pt x="817101" y="632425"/>
                  </a:cubicBezTo>
                  <a:lnTo>
                    <a:pt x="814509" y="630979"/>
                  </a:lnTo>
                  <a:lnTo>
                    <a:pt x="811884" y="630609"/>
                  </a:lnTo>
                  <a:lnTo>
                    <a:pt x="807543" y="630542"/>
                  </a:lnTo>
                  <a:lnTo>
                    <a:pt x="803471" y="630542"/>
                  </a:lnTo>
                  <a:lnTo>
                    <a:pt x="800408" y="629532"/>
                  </a:lnTo>
                  <a:lnTo>
                    <a:pt x="797379" y="627211"/>
                  </a:lnTo>
                  <a:lnTo>
                    <a:pt x="793980" y="624453"/>
                  </a:lnTo>
                  <a:lnTo>
                    <a:pt x="792163" y="622703"/>
                  </a:lnTo>
                  <a:lnTo>
                    <a:pt x="792163" y="620988"/>
                  </a:lnTo>
                  <a:lnTo>
                    <a:pt x="793913" y="619844"/>
                  </a:lnTo>
                  <a:lnTo>
                    <a:pt x="795360" y="618263"/>
                  </a:lnTo>
                  <a:lnTo>
                    <a:pt x="796672" y="617119"/>
                  </a:lnTo>
                  <a:lnTo>
                    <a:pt x="798557" y="616110"/>
                  </a:lnTo>
                  <a:lnTo>
                    <a:pt x="800004" y="613352"/>
                  </a:lnTo>
                  <a:lnTo>
                    <a:pt x="800307" y="611030"/>
                  </a:lnTo>
                  <a:lnTo>
                    <a:pt x="799297" y="608709"/>
                  </a:lnTo>
                  <a:lnTo>
                    <a:pt x="796975" y="606960"/>
                  </a:lnTo>
                  <a:lnTo>
                    <a:pt x="797278" y="601174"/>
                  </a:lnTo>
                  <a:lnTo>
                    <a:pt x="797985" y="597406"/>
                  </a:lnTo>
                  <a:lnTo>
                    <a:pt x="794350" y="591889"/>
                  </a:lnTo>
                  <a:lnTo>
                    <a:pt x="789134" y="588862"/>
                  </a:lnTo>
                  <a:cubicBezTo>
                    <a:pt x="789134" y="588862"/>
                    <a:pt x="783917" y="586843"/>
                    <a:pt x="783480" y="586541"/>
                  </a:cubicBezTo>
                  <a:cubicBezTo>
                    <a:pt x="783042" y="586238"/>
                    <a:pt x="776682" y="588122"/>
                    <a:pt x="776682" y="588122"/>
                  </a:cubicBezTo>
                  <a:lnTo>
                    <a:pt x="772340" y="588256"/>
                  </a:lnTo>
                  <a:cubicBezTo>
                    <a:pt x="772340" y="588256"/>
                    <a:pt x="768436" y="589266"/>
                    <a:pt x="767864" y="589266"/>
                  </a:cubicBezTo>
                  <a:cubicBezTo>
                    <a:pt x="767292" y="589266"/>
                    <a:pt x="766114" y="589703"/>
                    <a:pt x="765542" y="589131"/>
                  </a:cubicBezTo>
                  <a:cubicBezTo>
                    <a:pt x="764970" y="588559"/>
                    <a:pt x="762648" y="586911"/>
                    <a:pt x="762075" y="586507"/>
                  </a:cubicBezTo>
                  <a:cubicBezTo>
                    <a:pt x="761503" y="586104"/>
                    <a:pt x="760191" y="585666"/>
                    <a:pt x="759450" y="585363"/>
                  </a:cubicBezTo>
                  <a:cubicBezTo>
                    <a:pt x="758710" y="585061"/>
                    <a:pt x="758878" y="585666"/>
                    <a:pt x="756119" y="585363"/>
                  </a:cubicBezTo>
                  <a:cubicBezTo>
                    <a:pt x="753359" y="585061"/>
                    <a:pt x="752046" y="585935"/>
                    <a:pt x="752046" y="585935"/>
                  </a:cubicBezTo>
                  <a:lnTo>
                    <a:pt x="748075" y="588694"/>
                  </a:lnTo>
                  <a:lnTo>
                    <a:pt x="746998" y="592764"/>
                  </a:lnTo>
                  <a:lnTo>
                    <a:pt x="746998" y="600165"/>
                  </a:lnTo>
                  <a:lnTo>
                    <a:pt x="741041" y="599290"/>
                  </a:lnTo>
                  <a:lnTo>
                    <a:pt x="738888" y="594648"/>
                  </a:lnTo>
                  <a:lnTo>
                    <a:pt x="735253" y="591183"/>
                  </a:lnTo>
                  <a:lnTo>
                    <a:pt x="732056" y="588727"/>
                  </a:lnTo>
                  <a:cubicBezTo>
                    <a:pt x="732056" y="588727"/>
                    <a:pt x="730171" y="586709"/>
                    <a:pt x="730036" y="586104"/>
                  </a:cubicBezTo>
                  <a:cubicBezTo>
                    <a:pt x="729902" y="585531"/>
                    <a:pt x="727849" y="582470"/>
                    <a:pt x="727849" y="582470"/>
                  </a:cubicBezTo>
                  <a:cubicBezTo>
                    <a:pt x="727849" y="582470"/>
                    <a:pt x="726536" y="579140"/>
                    <a:pt x="726671" y="578568"/>
                  </a:cubicBezTo>
                  <a:cubicBezTo>
                    <a:pt x="726805" y="577996"/>
                    <a:pt x="727849" y="575675"/>
                    <a:pt x="727849" y="575675"/>
                  </a:cubicBezTo>
                  <a:lnTo>
                    <a:pt x="726099" y="572479"/>
                  </a:lnTo>
                  <a:lnTo>
                    <a:pt x="726099" y="570595"/>
                  </a:lnTo>
                  <a:cubicBezTo>
                    <a:pt x="726099" y="570595"/>
                    <a:pt x="724349" y="569586"/>
                    <a:pt x="724349" y="569149"/>
                  </a:cubicBezTo>
                  <a:cubicBezTo>
                    <a:pt x="724349" y="568712"/>
                    <a:pt x="724349" y="567131"/>
                    <a:pt x="724349" y="567131"/>
                  </a:cubicBezTo>
                  <a:cubicBezTo>
                    <a:pt x="724349" y="567131"/>
                    <a:pt x="724853" y="564675"/>
                    <a:pt x="724988" y="564238"/>
                  </a:cubicBezTo>
                  <a:cubicBezTo>
                    <a:pt x="725123" y="563800"/>
                    <a:pt x="726065" y="562219"/>
                    <a:pt x="726065" y="561647"/>
                  </a:cubicBezTo>
                  <a:cubicBezTo>
                    <a:pt x="726065" y="561076"/>
                    <a:pt x="726065" y="558452"/>
                    <a:pt x="726065" y="558452"/>
                  </a:cubicBezTo>
                  <a:lnTo>
                    <a:pt x="726772" y="556871"/>
                  </a:lnTo>
                  <a:cubicBezTo>
                    <a:pt x="726772" y="556871"/>
                    <a:pt x="728656" y="555996"/>
                    <a:pt x="729094" y="555424"/>
                  </a:cubicBezTo>
                  <a:cubicBezTo>
                    <a:pt x="729531" y="554852"/>
                    <a:pt x="729666" y="554987"/>
                    <a:pt x="730407" y="554415"/>
                  </a:cubicBezTo>
                  <a:cubicBezTo>
                    <a:pt x="731113" y="553843"/>
                    <a:pt x="734546" y="552834"/>
                    <a:pt x="734546" y="552834"/>
                  </a:cubicBezTo>
                  <a:lnTo>
                    <a:pt x="732291" y="550075"/>
                  </a:lnTo>
                  <a:lnTo>
                    <a:pt x="732796" y="545870"/>
                  </a:lnTo>
                  <a:cubicBezTo>
                    <a:pt x="732796" y="545870"/>
                    <a:pt x="734108" y="541733"/>
                    <a:pt x="734546" y="540858"/>
                  </a:cubicBezTo>
                  <a:cubicBezTo>
                    <a:pt x="734983" y="539983"/>
                    <a:pt x="735421" y="538470"/>
                    <a:pt x="736498" y="537595"/>
                  </a:cubicBezTo>
                  <a:cubicBezTo>
                    <a:pt x="737575" y="536721"/>
                    <a:pt x="740200" y="535409"/>
                    <a:pt x="741950" y="534332"/>
                  </a:cubicBezTo>
                  <a:cubicBezTo>
                    <a:pt x="743700" y="533256"/>
                    <a:pt x="746089" y="530632"/>
                    <a:pt x="746089" y="530632"/>
                  </a:cubicBezTo>
                  <a:lnTo>
                    <a:pt x="746965" y="528041"/>
                  </a:lnTo>
                  <a:lnTo>
                    <a:pt x="747604" y="521953"/>
                  </a:lnTo>
                  <a:lnTo>
                    <a:pt x="746291" y="520203"/>
                  </a:lnTo>
                  <a:lnTo>
                    <a:pt x="744541" y="516940"/>
                  </a:lnTo>
                  <a:cubicBezTo>
                    <a:pt x="744541" y="516940"/>
                    <a:pt x="741714" y="511928"/>
                    <a:pt x="741512" y="510852"/>
                  </a:cubicBezTo>
                  <a:cubicBezTo>
                    <a:pt x="741311" y="509775"/>
                    <a:pt x="743027" y="509540"/>
                    <a:pt x="743902" y="509540"/>
                  </a:cubicBezTo>
                  <a:cubicBezTo>
                    <a:pt x="744777" y="509540"/>
                    <a:pt x="748243" y="510852"/>
                    <a:pt x="749994" y="511726"/>
                  </a:cubicBezTo>
                  <a:cubicBezTo>
                    <a:pt x="751744" y="512601"/>
                    <a:pt x="753258" y="508900"/>
                    <a:pt x="753258" y="508900"/>
                  </a:cubicBezTo>
                  <a:lnTo>
                    <a:pt x="756085" y="507387"/>
                  </a:lnTo>
                  <a:cubicBezTo>
                    <a:pt x="756085" y="507387"/>
                    <a:pt x="758273" y="506075"/>
                    <a:pt x="759114" y="505436"/>
                  </a:cubicBezTo>
                  <a:cubicBezTo>
                    <a:pt x="759989" y="504796"/>
                    <a:pt x="761503" y="504359"/>
                    <a:pt x="761503" y="504359"/>
                  </a:cubicBezTo>
                  <a:cubicBezTo>
                    <a:pt x="761503" y="504359"/>
                    <a:pt x="763455" y="501332"/>
                    <a:pt x="764768" y="500221"/>
                  </a:cubicBezTo>
                  <a:cubicBezTo>
                    <a:pt x="766080" y="499145"/>
                    <a:pt x="765845" y="498035"/>
                    <a:pt x="766080" y="497396"/>
                  </a:cubicBezTo>
                  <a:cubicBezTo>
                    <a:pt x="766282" y="496757"/>
                    <a:pt x="766282" y="493258"/>
                    <a:pt x="766282" y="493258"/>
                  </a:cubicBezTo>
                  <a:lnTo>
                    <a:pt x="766484" y="490634"/>
                  </a:lnTo>
                  <a:lnTo>
                    <a:pt x="763455" y="488044"/>
                  </a:lnTo>
                  <a:cubicBezTo>
                    <a:pt x="763455" y="488044"/>
                    <a:pt x="758676" y="488044"/>
                    <a:pt x="757801" y="488044"/>
                  </a:cubicBezTo>
                  <a:cubicBezTo>
                    <a:pt x="756926" y="488044"/>
                    <a:pt x="753897" y="488380"/>
                    <a:pt x="751710" y="489019"/>
                  </a:cubicBezTo>
                  <a:cubicBezTo>
                    <a:pt x="749522" y="489659"/>
                    <a:pt x="747133" y="488683"/>
                    <a:pt x="747133" y="488683"/>
                  </a:cubicBezTo>
                  <a:lnTo>
                    <a:pt x="746493" y="486295"/>
                  </a:lnTo>
                  <a:cubicBezTo>
                    <a:pt x="746493" y="486295"/>
                    <a:pt x="743902" y="481955"/>
                    <a:pt x="742589" y="480441"/>
                  </a:cubicBezTo>
                  <a:cubicBezTo>
                    <a:pt x="741277" y="478927"/>
                    <a:pt x="739763" y="477414"/>
                    <a:pt x="739763" y="477414"/>
                  </a:cubicBezTo>
                  <a:lnTo>
                    <a:pt x="738248" y="475463"/>
                  </a:lnTo>
                  <a:lnTo>
                    <a:pt x="738686" y="470955"/>
                  </a:lnTo>
                  <a:cubicBezTo>
                    <a:pt x="738686" y="470955"/>
                    <a:pt x="740637" y="468533"/>
                    <a:pt x="741075" y="467658"/>
                  </a:cubicBezTo>
                  <a:cubicBezTo>
                    <a:pt x="741512" y="466784"/>
                    <a:pt x="740873" y="463319"/>
                    <a:pt x="740873" y="463319"/>
                  </a:cubicBezTo>
                  <a:lnTo>
                    <a:pt x="738248" y="461368"/>
                  </a:lnTo>
                  <a:lnTo>
                    <a:pt x="734983" y="462242"/>
                  </a:lnTo>
                  <a:cubicBezTo>
                    <a:pt x="734983" y="462242"/>
                    <a:pt x="733032" y="464193"/>
                    <a:pt x="732359" y="464429"/>
                  </a:cubicBezTo>
                  <a:cubicBezTo>
                    <a:pt x="731719" y="464631"/>
                    <a:pt x="730171" y="465943"/>
                    <a:pt x="729330" y="465943"/>
                  </a:cubicBezTo>
                  <a:cubicBezTo>
                    <a:pt x="728454" y="465943"/>
                    <a:pt x="723911" y="468567"/>
                    <a:pt x="724315" y="466582"/>
                  </a:cubicBezTo>
                  <a:cubicBezTo>
                    <a:pt x="724753" y="464631"/>
                    <a:pt x="726940" y="461805"/>
                    <a:pt x="726940" y="461805"/>
                  </a:cubicBezTo>
                  <a:lnTo>
                    <a:pt x="727579" y="455716"/>
                  </a:lnTo>
                  <a:lnTo>
                    <a:pt x="724315" y="454404"/>
                  </a:lnTo>
                  <a:cubicBezTo>
                    <a:pt x="724315" y="454404"/>
                    <a:pt x="721690" y="454606"/>
                    <a:pt x="721488" y="453765"/>
                  </a:cubicBezTo>
                  <a:cubicBezTo>
                    <a:pt x="721286" y="452890"/>
                    <a:pt x="717786" y="448551"/>
                    <a:pt x="717786" y="448551"/>
                  </a:cubicBezTo>
                  <a:cubicBezTo>
                    <a:pt x="717786" y="448551"/>
                    <a:pt x="714084" y="446802"/>
                    <a:pt x="713647" y="446162"/>
                  </a:cubicBezTo>
                  <a:cubicBezTo>
                    <a:pt x="713209" y="445523"/>
                    <a:pt x="713209" y="442025"/>
                    <a:pt x="713209" y="441150"/>
                  </a:cubicBezTo>
                  <a:cubicBezTo>
                    <a:pt x="713209" y="440276"/>
                    <a:pt x="713849" y="439401"/>
                    <a:pt x="713849" y="439401"/>
                  </a:cubicBezTo>
                  <a:lnTo>
                    <a:pt x="717550" y="437013"/>
                  </a:lnTo>
                  <a:lnTo>
                    <a:pt x="720579" y="435499"/>
                  </a:lnTo>
                  <a:lnTo>
                    <a:pt x="724281" y="435701"/>
                  </a:lnTo>
                  <a:lnTo>
                    <a:pt x="726469" y="434187"/>
                  </a:lnTo>
                  <a:lnTo>
                    <a:pt x="727108" y="429410"/>
                  </a:lnTo>
                  <a:lnTo>
                    <a:pt x="727748" y="424633"/>
                  </a:lnTo>
                  <a:lnTo>
                    <a:pt x="727748" y="418107"/>
                  </a:lnTo>
                  <a:lnTo>
                    <a:pt x="727512" y="413969"/>
                  </a:lnTo>
                  <a:lnTo>
                    <a:pt x="729262" y="410505"/>
                  </a:lnTo>
                  <a:lnTo>
                    <a:pt x="730777" y="408553"/>
                  </a:lnTo>
                  <a:lnTo>
                    <a:pt x="731854" y="406804"/>
                  </a:lnTo>
                  <a:lnTo>
                    <a:pt x="733368" y="404214"/>
                  </a:lnTo>
                  <a:lnTo>
                    <a:pt x="734883" y="401825"/>
                  </a:lnTo>
                  <a:cubicBezTo>
                    <a:pt x="734883" y="401825"/>
                    <a:pt x="736195" y="398125"/>
                    <a:pt x="736633" y="396376"/>
                  </a:cubicBezTo>
                  <a:cubicBezTo>
                    <a:pt x="737070" y="394627"/>
                    <a:pt x="737070" y="391162"/>
                    <a:pt x="737070" y="391162"/>
                  </a:cubicBezTo>
                  <a:lnTo>
                    <a:pt x="739022" y="386587"/>
                  </a:lnTo>
                  <a:cubicBezTo>
                    <a:pt x="739022" y="386587"/>
                    <a:pt x="740974" y="383761"/>
                    <a:pt x="741647" y="382886"/>
                  </a:cubicBezTo>
                  <a:cubicBezTo>
                    <a:pt x="742287" y="382012"/>
                    <a:pt x="742724" y="380498"/>
                    <a:pt x="742724" y="380498"/>
                  </a:cubicBezTo>
                  <a:cubicBezTo>
                    <a:pt x="742724" y="380498"/>
                    <a:pt x="747066" y="377672"/>
                    <a:pt x="747503" y="376966"/>
                  </a:cubicBezTo>
                  <a:cubicBezTo>
                    <a:pt x="747941" y="376259"/>
                    <a:pt x="748580" y="374409"/>
                    <a:pt x="748580" y="374409"/>
                  </a:cubicBezTo>
                  <a:cubicBezTo>
                    <a:pt x="748580" y="374409"/>
                    <a:pt x="752484" y="368993"/>
                    <a:pt x="752921" y="368119"/>
                  </a:cubicBezTo>
                  <a:cubicBezTo>
                    <a:pt x="753359" y="367244"/>
                    <a:pt x="753561" y="365730"/>
                    <a:pt x="753561" y="365730"/>
                  </a:cubicBezTo>
                  <a:cubicBezTo>
                    <a:pt x="753561" y="365730"/>
                    <a:pt x="753561" y="365730"/>
                    <a:pt x="754873" y="363981"/>
                  </a:cubicBezTo>
                  <a:cubicBezTo>
                    <a:pt x="756186" y="362232"/>
                    <a:pt x="755950" y="358767"/>
                    <a:pt x="755950" y="358128"/>
                  </a:cubicBezTo>
                  <a:cubicBezTo>
                    <a:pt x="755950" y="357488"/>
                    <a:pt x="754873" y="355537"/>
                    <a:pt x="754873" y="355537"/>
                  </a:cubicBezTo>
                  <a:lnTo>
                    <a:pt x="750296" y="351635"/>
                  </a:lnTo>
                  <a:lnTo>
                    <a:pt x="750296" y="344907"/>
                  </a:lnTo>
                  <a:lnTo>
                    <a:pt x="745517" y="341005"/>
                  </a:lnTo>
                  <a:lnTo>
                    <a:pt x="743565" y="339054"/>
                  </a:lnTo>
                  <a:cubicBezTo>
                    <a:pt x="743565" y="339054"/>
                    <a:pt x="741176" y="338415"/>
                    <a:pt x="740099" y="337742"/>
                  </a:cubicBezTo>
                  <a:cubicBezTo>
                    <a:pt x="739022" y="337103"/>
                    <a:pt x="736397" y="335993"/>
                    <a:pt x="736397" y="335993"/>
                  </a:cubicBezTo>
                  <a:lnTo>
                    <a:pt x="736397" y="333806"/>
                  </a:lnTo>
                  <a:lnTo>
                    <a:pt x="738147" y="332494"/>
                  </a:lnTo>
                  <a:lnTo>
                    <a:pt x="738147" y="328794"/>
                  </a:lnTo>
                  <a:cubicBezTo>
                    <a:pt x="738147" y="328794"/>
                    <a:pt x="737373" y="326204"/>
                    <a:pt x="737171" y="325531"/>
                  </a:cubicBezTo>
                  <a:cubicBezTo>
                    <a:pt x="736969" y="324892"/>
                    <a:pt x="734883" y="323142"/>
                    <a:pt x="734883" y="323142"/>
                  </a:cubicBezTo>
                  <a:cubicBezTo>
                    <a:pt x="734883" y="323142"/>
                    <a:pt x="731854" y="322066"/>
                    <a:pt x="730743" y="322066"/>
                  </a:cubicBezTo>
                  <a:cubicBezTo>
                    <a:pt x="729666" y="322066"/>
                    <a:pt x="728993" y="321864"/>
                    <a:pt x="728993" y="321864"/>
                  </a:cubicBezTo>
                  <a:lnTo>
                    <a:pt x="727041" y="323613"/>
                  </a:lnTo>
                  <a:lnTo>
                    <a:pt x="725527" y="324252"/>
                  </a:lnTo>
                  <a:lnTo>
                    <a:pt x="724214" y="325564"/>
                  </a:lnTo>
                  <a:lnTo>
                    <a:pt x="724214" y="326876"/>
                  </a:lnTo>
                  <a:cubicBezTo>
                    <a:pt x="724214" y="326876"/>
                    <a:pt x="723339" y="328188"/>
                    <a:pt x="723137" y="328827"/>
                  </a:cubicBezTo>
                  <a:cubicBezTo>
                    <a:pt x="722935" y="329467"/>
                    <a:pt x="722498" y="330139"/>
                    <a:pt x="722060" y="330779"/>
                  </a:cubicBezTo>
                  <a:cubicBezTo>
                    <a:pt x="721623" y="331418"/>
                    <a:pt x="719469" y="333167"/>
                    <a:pt x="719469" y="333167"/>
                  </a:cubicBezTo>
                  <a:lnTo>
                    <a:pt x="716002" y="334681"/>
                  </a:lnTo>
                  <a:lnTo>
                    <a:pt x="714488" y="335320"/>
                  </a:lnTo>
                  <a:cubicBezTo>
                    <a:pt x="714488" y="335320"/>
                    <a:pt x="710584" y="335320"/>
                    <a:pt x="709911" y="335118"/>
                  </a:cubicBezTo>
                  <a:cubicBezTo>
                    <a:pt x="709271" y="334916"/>
                    <a:pt x="707723" y="335118"/>
                    <a:pt x="707723" y="335118"/>
                  </a:cubicBezTo>
                  <a:cubicBezTo>
                    <a:pt x="707723" y="335118"/>
                    <a:pt x="703584" y="335118"/>
                    <a:pt x="702709" y="335118"/>
                  </a:cubicBezTo>
                  <a:cubicBezTo>
                    <a:pt x="701834" y="335118"/>
                    <a:pt x="700319" y="334916"/>
                    <a:pt x="700319" y="334916"/>
                  </a:cubicBezTo>
                  <a:lnTo>
                    <a:pt x="698367" y="335118"/>
                  </a:lnTo>
                  <a:lnTo>
                    <a:pt x="697930" y="336632"/>
                  </a:lnTo>
                  <a:cubicBezTo>
                    <a:pt x="697930" y="336632"/>
                    <a:pt x="696853" y="337069"/>
                    <a:pt x="696180" y="338146"/>
                  </a:cubicBezTo>
                  <a:cubicBezTo>
                    <a:pt x="695540" y="339222"/>
                    <a:pt x="695103" y="339660"/>
                    <a:pt x="694867" y="340332"/>
                  </a:cubicBezTo>
                  <a:cubicBezTo>
                    <a:pt x="694632" y="340971"/>
                    <a:pt x="694228" y="342283"/>
                    <a:pt x="693790" y="343158"/>
                  </a:cubicBezTo>
                  <a:cubicBezTo>
                    <a:pt x="693353" y="344033"/>
                    <a:pt x="692040" y="343797"/>
                    <a:pt x="692040" y="343797"/>
                  </a:cubicBezTo>
                  <a:lnTo>
                    <a:pt x="686824" y="343797"/>
                  </a:lnTo>
                  <a:lnTo>
                    <a:pt x="683357" y="343797"/>
                  </a:lnTo>
                  <a:lnTo>
                    <a:pt x="678578" y="343797"/>
                  </a:lnTo>
                  <a:lnTo>
                    <a:pt x="673362" y="342922"/>
                  </a:lnTo>
                  <a:lnTo>
                    <a:pt x="669021" y="340736"/>
                  </a:lnTo>
                  <a:lnTo>
                    <a:pt x="666631" y="337910"/>
                  </a:lnTo>
                  <a:lnTo>
                    <a:pt x="663367" y="331821"/>
                  </a:lnTo>
                  <a:lnTo>
                    <a:pt x="660203" y="328996"/>
                  </a:lnTo>
                  <a:lnTo>
                    <a:pt x="660001" y="326607"/>
                  </a:lnTo>
                  <a:cubicBezTo>
                    <a:pt x="660001" y="326607"/>
                    <a:pt x="660641" y="323445"/>
                    <a:pt x="660641" y="322705"/>
                  </a:cubicBezTo>
                  <a:cubicBezTo>
                    <a:pt x="660641" y="321931"/>
                    <a:pt x="660741" y="319106"/>
                    <a:pt x="660741" y="319106"/>
                  </a:cubicBezTo>
                  <a:lnTo>
                    <a:pt x="661179" y="315203"/>
                  </a:lnTo>
                  <a:lnTo>
                    <a:pt x="661381" y="312916"/>
                  </a:lnTo>
                  <a:lnTo>
                    <a:pt x="662020" y="310427"/>
                  </a:lnTo>
                  <a:cubicBezTo>
                    <a:pt x="662020" y="310427"/>
                    <a:pt x="662559" y="309888"/>
                    <a:pt x="662895" y="309787"/>
                  </a:cubicBezTo>
                  <a:cubicBezTo>
                    <a:pt x="663232" y="309686"/>
                    <a:pt x="663535" y="308812"/>
                    <a:pt x="663535" y="308812"/>
                  </a:cubicBezTo>
                  <a:lnTo>
                    <a:pt x="664847" y="307500"/>
                  </a:lnTo>
                  <a:lnTo>
                    <a:pt x="665924" y="305549"/>
                  </a:lnTo>
                  <a:lnTo>
                    <a:pt x="666160" y="302622"/>
                  </a:lnTo>
                  <a:lnTo>
                    <a:pt x="665083" y="301209"/>
                  </a:lnTo>
                  <a:lnTo>
                    <a:pt x="665083" y="299460"/>
                  </a:lnTo>
                  <a:lnTo>
                    <a:pt x="665689" y="296971"/>
                  </a:lnTo>
                  <a:lnTo>
                    <a:pt x="666597" y="295356"/>
                  </a:lnTo>
                  <a:cubicBezTo>
                    <a:pt x="666597" y="295356"/>
                    <a:pt x="667136" y="292968"/>
                    <a:pt x="667136" y="292631"/>
                  </a:cubicBezTo>
                  <a:cubicBezTo>
                    <a:pt x="667136" y="292295"/>
                    <a:pt x="666698" y="290243"/>
                    <a:pt x="666698" y="290243"/>
                  </a:cubicBezTo>
                  <a:lnTo>
                    <a:pt x="665487" y="287215"/>
                  </a:lnTo>
                  <a:lnTo>
                    <a:pt x="662222" y="285365"/>
                  </a:lnTo>
                  <a:lnTo>
                    <a:pt x="660809" y="285567"/>
                  </a:lnTo>
                  <a:cubicBezTo>
                    <a:pt x="660809" y="285567"/>
                    <a:pt x="659631" y="286004"/>
                    <a:pt x="659092" y="286206"/>
                  </a:cubicBezTo>
                  <a:cubicBezTo>
                    <a:pt x="658554" y="286408"/>
                    <a:pt x="658217" y="287081"/>
                    <a:pt x="658217" y="287081"/>
                  </a:cubicBezTo>
                  <a:lnTo>
                    <a:pt x="655054" y="288595"/>
                  </a:lnTo>
                  <a:lnTo>
                    <a:pt x="652227" y="288157"/>
                  </a:lnTo>
                  <a:lnTo>
                    <a:pt x="651150" y="284692"/>
                  </a:lnTo>
                  <a:lnTo>
                    <a:pt x="651789" y="282943"/>
                  </a:lnTo>
                  <a:lnTo>
                    <a:pt x="656568" y="281631"/>
                  </a:lnTo>
                  <a:lnTo>
                    <a:pt x="656770" y="280555"/>
                  </a:lnTo>
                  <a:lnTo>
                    <a:pt x="656333" y="278603"/>
                  </a:lnTo>
                  <a:lnTo>
                    <a:pt x="656333" y="272515"/>
                  </a:lnTo>
                  <a:lnTo>
                    <a:pt x="660573" y="271640"/>
                  </a:lnTo>
                  <a:lnTo>
                    <a:pt x="663501" y="267301"/>
                  </a:lnTo>
                  <a:cubicBezTo>
                    <a:pt x="663501" y="267301"/>
                    <a:pt x="668179" y="265114"/>
                    <a:pt x="668280" y="264710"/>
                  </a:cubicBezTo>
                  <a:cubicBezTo>
                    <a:pt x="668381" y="264273"/>
                    <a:pt x="669357" y="262759"/>
                    <a:pt x="669357" y="262759"/>
                  </a:cubicBezTo>
                  <a:lnTo>
                    <a:pt x="670434" y="261246"/>
                  </a:lnTo>
                  <a:lnTo>
                    <a:pt x="673160" y="258521"/>
                  </a:lnTo>
                  <a:cubicBezTo>
                    <a:pt x="673160" y="258521"/>
                    <a:pt x="674675" y="257209"/>
                    <a:pt x="675112" y="257007"/>
                  </a:cubicBezTo>
                  <a:cubicBezTo>
                    <a:pt x="675550" y="256805"/>
                    <a:pt x="676290" y="256031"/>
                    <a:pt x="676290" y="256031"/>
                  </a:cubicBezTo>
                  <a:lnTo>
                    <a:pt x="678242" y="254417"/>
                  </a:lnTo>
                  <a:lnTo>
                    <a:pt x="680093" y="251927"/>
                  </a:lnTo>
                  <a:cubicBezTo>
                    <a:pt x="680093" y="251927"/>
                    <a:pt x="680968" y="249202"/>
                    <a:pt x="681069" y="248664"/>
                  </a:cubicBezTo>
                  <a:lnTo>
                    <a:pt x="683256" y="244628"/>
                  </a:lnTo>
                  <a:cubicBezTo>
                    <a:pt x="683256" y="244628"/>
                    <a:pt x="684030" y="242340"/>
                    <a:pt x="684233" y="241701"/>
                  </a:cubicBezTo>
                  <a:cubicBezTo>
                    <a:pt x="684434" y="241062"/>
                    <a:pt x="685444" y="239649"/>
                    <a:pt x="685444" y="239649"/>
                  </a:cubicBezTo>
                  <a:cubicBezTo>
                    <a:pt x="685444" y="239649"/>
                    <a:pt x="685781" y="238572"/>
                    <a:pt x="686420" y="238438"/>
                  </a:cubicBezTo>
                  <a:cubicBezTo>
                    <a:pt x="687059" y="238337"/>
                    <a:pt x="688069" y="238438"/>
                    <a:pt x="688372" y="238539"/>
                  </a:cubicBezTo>
                  <a:cubicBezTo>
                    <a:pt x="688708" y="238640"/>
                    <a:pt x="689348" y="240389"/>
                    <a:pt x="689348" y="240389"/>
                  </a:cubicBezTo>
                  <a:lnTo>
                    <a:pt x="689348" y="242340"/>
                  </a:lnTo>
                  <a:lnTo>
                    <a:pt x="690391" y="242878"/>
                  </a:lnTo>
                  <a:cubicBezTo>
                    <a:pt x="690391" y="242878"/>
                    <a:pt x="691771" y="242676"/>
                    <a:pt x="692175" y="242676"/>
                  </a:cubicBezTo>
                  <a:cubicBezTo>
                    <a:pt x="692612" y="242676"/>
                    <a:pt x="694127" y="243013"/>
                    <a:pt x="694127" y="243013"/>
                  </a:cubicBezTo>
                  <a:lnTo>
                    <a:pt x="695978" y="244964"/>
                  </a:lnTo>
                  <a:lnTo>
                    <a:pt x="696214" y="246141"/>
                  </a:lnTo>
                  <a:lnTo>
                    <a:pt x="698266" y="248092"/>
                  </a:lnTo>
                  <a:cubicBezTo>
                    <a:pt x="698266" y="248092"/>
                    <a:pt x="700319" y="250582"/>
                    <a:pt x="700656" y="251019"/>
                  </a:cubicBezTo>
                  <a:cubicBezTo>
                    <a:pt x="700992" y="251456"/>
                    <a:pt x="702271" y="253307"/>
                    <a:pt x="702944" y="253845"/>
                  </a:cubicBezTo>
                  <a:cubicBezTo>
                    <a:pt x="703584" y="254383"/>
                    <a:pt x="705973" y="256771"/>
                    <a:pt x="706108" y="257209"/>
                  </a:cubicBezTo>
                  <a:cubicBezTo>
                    <a:pt x="706209" y="257646"/>
                    <a:pt x="708060" y="259294"/>
                    <a:pt x="708598" y="259698"/>
                  </a:cubicBezTo>
                  <a:cubicBezTo>
                    <a:pt x="709137" y="260135"/>
                    <a:pt x="711089" y="262087"/>
                    <a:pt x="711089" y="262087"/>
                  </a:cubicBezTo>
                  <a:lnTo>
                    <a:pt x="714151" y="262087"/>
                  </a:lnTo>
                  <a:lnTo>
                    <a:pt x="717517" y="260337"/>
                  </a:lnTo>
                  <a:lnTo>
                    <a:pt x="719132" y="257848"/>
                  </a:lnTo>
                  <a:lnTo>
                    <a:pt x="722397" y="254820"/>
                  </a:lnTo>
                  <a:cubicBezTo>
                    <a:pt x="722397" y="254820"/>
                    <a:pt x="725022" y="253206"/>
                    <a:pt x="725661" y="252768"/>
                  </a:cubicBezTo>
                  <a:cubicBezTo>
                    <a:pt x="726301" y="252331"/>
                    <a:pt x="728253" y="247554"/>
                    <a:pt x="728253" y="247554"/>
                  </a:cubicBezTo>
                  <a:cubicBezTo>
                    <a:pt x="728253" y="247554"/>
                    <a:pt x="729027" y="245502"/>
                    <a:pt x="729128" y="245166"/>
                  </a:cubicBezTo>
                  <a:cubicBezTo>
                    <a:pt x="729229" y="244829"/>
                    <a:pt x="731416" y="242542"/>
                    <a:pt x="731416" y="242542"/>
                  </a:cubicBezTo>
                  <a:lnTo>
                    <a:pt x="733806" y="241465"/>
                  </a:lnTo>
                  <a:cubicBezTo>
                    <a:pt x="733806" y="241465"/>
                    <a:pt x="736532" y="243215"/>
                    <a:pt x="737609" y="243417"/>
                  </a:cubicBezTo>
                  <a:cubicBezTo>
                    <a:pt x="738686" y="243618"/>
                    <a:pt x="739897" y="245166"/>
                    <a:pt x="739897" y="245166"/>
                  </a:cubicBezTo>
                  <a:lnTo>
                    <a:pt x="743162" y="248530"/>
                  </a:lnTo>
                  <a:cubicBezTo>
                    <a:pt x="743162" y="248530"/>
                    <a:pt x="743599" y="249943"/>
                    <a:pt x="743599" y="250380"/>
                  </a:cubicBezTo>
                  <a:cubicBezTo>
                    <a:pt x="743599" y="250817"/>
                    <a:pt x="743599" y="251692"/>
                    <a:pt x="743263" y="252566"/>
                  </a:cubicBezTo>
                  <a:cubicBezTo>
                    <a:pt x="742926" y="253441"/>
                    <a:pt x="743263" y="254955"/>
                    <a:pt x="743363" y="255729"/>
                  </a:cubicBezTo>
                  <a:cubicBezTo>
                    <a:pt x="743465" y="256502"/>
                    <a:pt x="744777" y="257141"/>
                    <a:pt x="745854" y="258353"/>
                  </a:cubicBezTo>
                  <a:cubicBezTo>
                    <a:pt x="746931" y="259530"/>
                    <a:pt x="748041" y="259126"/>
                    <a:pt x="748041" y="259126"/>
                  </a:cubicBezTo>
                  <a:lnTo>
                    <a:pt x="749892" y="258689"/>
                  </a:lnTo>
                  <a:lnTo>
                    <a:pt x="753258" y="257074"/>
                  </a:lnTo>
                  <a:lnTo>
                    <a:pt x="756287" y="256872"/>
                  </a:lnTo>
                  <a:cubicBezTo>
                    <a:pt x="756287" y="256872"/>
                    <a:pt x="763018" y="256771"/>
                    <a:pt x="763893" y="256536"/>
                  </a:cubicBezTo>
                  <a:cubicBezTo>
                    <a:pt x="764768" y="256334"/>
                    <a:pt x="769109" y="256536"/>
                    <a:pt x="769446" y="256536"/>
                  </a:cubicBezTo>
                  <a:cubicBezTo>
                    <a:pt x="769782" y="256536"/>
                    <a:pt x="773047" y="258285"/>
                    <a:pt x="773484" y="258285"/>
                  </a:cubicBezTo>
                  <a:cubicBezTo>
                    <a:pt x="773922" y="258285"/>
                    <a:pt x="777725" y="261313"/>
                    <a:pt x="777725" y="261313"/>
                  </a:cubicBezTo>
                  <a:lnTo>
                    <a:pt x="780013" y="260337"/>
                  </a:lnTo>
                  <a:cubicBezTo>
                    <a:pt x="780013" y="260337"/>
                    <a:pt x="781965" y="257612"/>
                    <a:pt x="782840" y="257175"/>
                  </a:cubicBezTo>
                  <a:cubicBezTo>
                    <a:pt x="783715" y="256738"/>
                    <a:pt x="784927" y="254686"/>
                    <a:pt x="785028" y="254248"/>
                  </a:cubicBezTo>
                  <a:cubicBezTo>
                    <a:pt x="785129" y="253811"/>
                    <a:pt x="787518" y="252062"/>
                    <a:pt x="788393" y="251524"/>
                  </a:cubicBezTo>
                  <a:cubicBezTo>
                    <a:pt x="789268" y="250985"/>
                    <a:pt x="793273" y="249472"/>
                    <a:pt x="793273" y="249472"/>
                  </a:cubicBezTo>
                  <a:lnTo>
                    <a:pt x="794922" y="249034"/>
                  </a:lnTo>
                  <a:cubicBezTo>
                    <a:pt x="794922" y="249034"/>
                    <a:pt x="797749" y="248933"/>
                    <a:pt x="799062" y="248933"/>
                  </a:cubicBezTo>
                  <a:cubicBezTo>
                    <a:pt x="800374" y="248933"/>
                    <a:pt x="803302" y="248294"/>
                    <a:pt x="803302" y="248294"/>
                  </a:cubicBezTo>
                  <a:cubicBezTo>
                    <a:pt x="803302" y="248294"/>
                    <a:pt x="806567" y="248294"/>
                    <a:pt x="808418" y="248294"/>
                  </a:cubicBezTo>
                  <a:cubicBezTo>
                    <a:pt x="810269" y="248294"/>
                    <a:pt x="812456" y="248294"/>
                    <a:pt x="812456" y="248294"/>
                  </a:cubicBezTo>
                  <a:cubicBezTo>
                    <a:pt x="812456" y="248294"/>
                    <a:pt x="814408" y="248294"/>
                    <a:pt x="814745" y="248294"/>
                  </a:cubicBezTo>
                  <a:cubicBezTo>
                    <a:pt x="815081" y="248294"/>
                    <a:pt x="816360" y="246242"/>
                    <a:pt x="816697" y="245906"/>
                  </a:cubicBezTo>
                  <a:cubicBezTo>
                    <a:pt x="817033" y="245569"/>
                    <a:pt x="818110" y="244056"/>
                    <a:pt x="818211" y="243719"/>
                  </a:cubicBezTo>
                  <a:cubicBezTo>
                    <a:pt x="818312" y="243383"/>
                    <a:pt x="819827" y="242205"/>
                    <a:pt x="819827" y="242205"/>
                  </a:cubicBezTo>
                  <a:lnTo>
                    <a:pt x="819827" y="239817"/>
                  </a:lnTo>
                  <a:lnTo>
                    <a:pt x="818077" y="236991"/>
                  </a:lnTo>
                  <a:lnTo>
                    <a:pt x="818077" y="235377"/>
                  </a:lnTo>
                  <a:lnTo>
                    <a:pt x="819053" y="231777"/>
                  </a:lnTo>
                  <a:lnTo>
                    <a:pt x="821240" y="229591"/>
                  </a:lnTo>
                  <a:lnTo>
                    <a:pt x="822990" y="227101"/>
                  </a:lnTo>
                  <a:lnTo>
                    <a:pt x="826591" y="223737"/>
                  </a:lnTo>
                  <a:lnTo>
                    <a:pt x="826793" y="220474"/>
                  </a:lnTo>
                  <a:cubicBezTo>
                    <a:pt x="826793" y="220474"/>
                    <a:pt x="827231" y="218456"/>
                    <a:pt x="827231" y="217850"/>
                  </a:cubicBezTo>
                  <a:cubicBezTo>
                    <a:pt x="827231" y="217278"/>
                    <a:pt x="826793" y="216673"/>
                    <a:pt x="826793" y="216673"/>
                  </a:cubicBezTo>
                  <a:cubicBezTo>
                    <a:pt x="826793" y="216673"/>
                    <a:pt x="824471" y="215361"/>
                    <a:pt x="823899" y="215092"/>
                  </a:cubicBezTo>
                  <a:cubicBezTo>
                    <a:pt x="823327" y="214789"/>
                    <a:pt x="823764" y="213645"/>
                    <a:pt x="823764" y="213645"/>
                  </a:cubicBezTo>
                  <a:lnTo>
                    <a:pt x="825077" y="210181"/>
                  </a:lnTo>
                  <a:lnTo>
                    <a:pt x="829856" y="208734"/>
                  </a:lnTo>
                  <a:lnTo>
                    <a:pt x="832043" y="207422"/>
                  </a:lnTo>
                  <a:lnTo>
                    <a:pt x="832043" y="203957"/>
                  </a:lnTo>
                  <a:lnTo>
                    <a:pt x="832043" y="203385"/>
                  </a:lnTo>
                  <a:lnTo>
                    <a:pt x="831168" y="201367"/>
                  </a:lnTo>
                  <a:cubicBezTo>
                    <a:pt x="831168" y="201367"/>
                    <a:pt x="826389" y="201367"/>
                    <a:pt x="825817" y="201367"/>
                  </a:cubicBezTo>
                  <a:cubicBezTo>
                    <a:pt x="825245" y="201367"/>
                    <a:pt x="823360" y="201367"/>
                    <a:pt x="822788" y="201232"/>
                  </a:cubicBezTo>
                  <a:cubicBezTo>
                    <a:pt x="822216" y="201098"/>
                    <a:pt x="823091" y="198037"/>
                    <a:pt x="823091" y="198037"/>
                  </a:cubicBezTo>
                  <a:lnTo>
                    <a:pt x="823529" y="195278"/>
                  </a:lnTo>
                  <a:lnTo>
                    <a:pt x="825279" y="193832"/>
                  </a:lnTo>
                  <a:lnTo>
                    <a:pt x="826860" y="191813"/>
                  </a:lnTo>
                  <a:lnTo>
                    <a:pt x="826860" y="188920"/>
                  </a:lnTo>
                  <a:lnTo>
                    <a:pt x="826793" y="185018"/>
                  </a:lnTo>
                  <a:cubicBezTo>
                    <a:pt x="826793" y="185018"/>
                    <a:pt x="827163" y="183572"/>
                    <a:pt x="824134" y="182260"/>
                  </a:cubicBezTo>
                  <a:cubicBezTo>
                    <a:pt x="821106" y="180948"/>
                    <a:pt x="820937" y="181385"/>
                    <a:pt x="820937" y="181385"/>
                  </a:cubicBezTo>
                  <a:lnTo>
                    <a:pt x="818750" y="180510"/>
                  </a:lnTo>
                  <a:cubicBezTo>
                    <a:pt x="818750" y="180510"/>
                    <a:pt x="816731" y="180510"/>
                    <a:pt x="815856" y="179804"/>
                  </a:cubicBezTo>
                  <a:cubicBezTo>
                    <a:pt x="814980" y="179064"/>
                    <a:pt x="814105" y="178492"/>
                    <a:pt x="813399" y="178189"/>
                  </a:cubicBezTo>
                  <a:cubicBezTo>
                    <a:pt x="812692" y="177886"/>
                    <a:pt x="810942" y="176743"/>
                    <a:pt x="810067" y="176171"/>
                  </a:cubicBezTo>
                  <a:cubicBezTo>
                    <a:pt x="809192" y="175599"/>
                    <a:pt x="808620" y="174724"/>
                    <a:pt x="808620" y="174724"/>
                  </a:cubicBezTo>
                  <a:cubicBezTo>
                    <a:pt x="808620" y="174724"/>
                    <a:pt x="808317" y="172134"/>
                    <a:pt x="807879" y="171259"/>
                  </a:cubicBezTo>
                  <a:cubicBezTo>
                    <a:pt x="807442" y="170385"/>
                    <a:pt x="807004" y="168501"/>
                    <a:pt x="807004" y="168501"/>
                  </a:cubicBezTo>
                  <a:lnTo>
                    <a:pt x="804413" y="165473"/>
                  </a:lnTo>
                  <a:cubicBezTo>
                    <a:pt x="804413" y="165473"/>
                    <a:pt x="801519" y="164599"/>
                    <a:pt x="801519" y="163724"/>
                  </a:cubicBezTo>
                  <a:cubicBezTo>
                    <a:pt x="801519" y="162850"/>
                    <a:pt x="799062" y="166045"/>
                    <a:pt x="799062" y="166045"/>
                  </a:cubicBezTo>
                  <a:cubicBezTo>
                    <a:pt x="799062" y="166045"/>
                    <a:pt x="797177" y="168501"/>
                    <a:pt x="796874" y="168938"/>
                  </a:cubicBezTo>
                  <a:cubicBezTo>
                    <a:pt x="796571" y="169376"/>
                    <a:pt x="794990" y="171394"/>
                    <a:pt x="794990" y="171394"/>
                  </a:cubicBezTo>
                  <a:lnTo>
                    <a:pt x="794249" y="173278"/>
                  </a:lnTo>
                  <a:cubicBezTo>
                    <a:pt x="794249" y="173278"/>
                    <a:pt x="792937" y="175296"/>
                    <a:pt x="792667" y="175868"/>
                  </a:cubicBezTo>
                  <a:cubicBezTo>
                    <a:pt x="792365" y="176440"/>
                    <a:pt x="790917" y="178458"/>
                    <a:pt x="790917" y="178458"/>
                  </a:cubicBezTo>
                  <a:cubicBezTo>
                    <a:pt x="790917" y="178458"/>
                    <a:pt x="790042" y="179905"/>
                    <a:pt x="790042" y="180342"/>
                  </a:cubicBezTo>
                  <a:cubicBezTo>
                    <a:pt x="790042" y="180780"/>
                    <a:pt x="788158" y="182361"/>
                    <a:pt x="788158" y="182361"/>
                  </a:cubicBezTo>
                  <a:lnTo>
                    <a:pt x="787148" y="183942"/>
                  </a:lnTo>
                  <a:cubicBezTo>
                    <a:pt x="787148" y="183942"/>
                    <a:pt x="786408" y="185691"/>
                    <a:pt x="786273" y="186263"/>
                  </a:cubicBezTo>
                  <a:cubicBezTo>
                    <a:pt x="786138" y="186835"/>
                    <a:pt x="785129" y="188281"/>
                    <a:pt x="784691" y="188584"/>
                  </a:cubicBezTo>
                  <a:cubicBezTo>
                    <a:pt x="784254" y="188887"/>
                    <a:pt x="782369" y="189156"/>
                    <a:pt x="782369" y="189156"/>
                  </a:cubicBezTo>
                  <a:lnTo>
                    <a:pt x="780619" y="188853"/>
                  </a:lnTo>
                  <a:cubicBezTo>
                    <a:pt x="780619" y="188853"/>
                    <a:pt x="779037" y="188416"/>
                    <a:pt x="778297" y="187978"/>
                  </a:cubicBezTo>
                  <a:cubicBezTo>
                    <a:pt x="777557" y="187541"/>
                    <a:pt x="776278" y="187978"/>
                    <a:pt x="776278" y="187978"/>
                  </a:cubicBezTo>
                  <a:lnTo>
                    <a:pt x="774090" y="188281"/>
                  </a:lnTo>
                  <a:lnTo>
                    <a:pt x="773653" y="190737"/>
                  </a:lnTo>
                  <a:lnTo>
                    <a:pt x="772071" y="193764"/>
                  </a:lnTo>
                  <a:cubicBezTo>
                    <a:pt x="772071" y="193764"/>
                    <a:pt x="768167" y="196355"/>
                    <a:pt x="766989" y="196355"/>
                  </a:cubicBezTo>
                  <a:cubicBezTo>
                    <a:pt x="765845" y="196355"/>
                    <a:pt x="763792" y="195648"/>
                    <a:pt x="763354" y="195648"/>
                  </a:cubicBezTo>
                  <a:cubicBezTo>
                    <a:pt x="762917" y="195648"/>
                    <a:pt x="760898" y="194504"/>
                    <a:pt x="760325" y="194504"/>
                  </a:cubicBezTo>
                  <a:cubicBezTo>
                    <a:pt x="759753" y="194504"/>
                    <a:pt x="755546" y="194807"/>
                    <a:pt x="755546" y="194807"/>
                  </a:cubicBezTo>
                  <a:lnTo>
                    <a:pt x="754099" y="195951"/>
                  </a:lnTo>
                  <a:lnTo>
                    <a:pt x="749186" y="196523"/>
                  </a:lnTo>
                  <a:lnTo>
                    <a:pt x="746729" y="195345"/>
                  </a:lnTo>
                  <a:lnTo>
                    <a:pt x="746594" y="193899"/>
                  </a:lnTo>
                  <a:lnTo>
                    <a:pt x="746022" y="191881"/>
                  </a:lnTo>
                  <a:lnTo>
                    <a:pt x="744878" y="189694"/>
                  </a:lnTo>
                  <a:lnTo>
                    <a:pt x="742556" y="186667"/>
                  </a:lnTo>
                  <a:lnTo>
                    <a:pt x="738921" y="184783"/>
                  </a:lnTo>
                  <a:lnTo>
                    <a:pt x="736599" y="184480"/>
                  </a:lnTo>
                  <a:lnTo>
                    <a:pt x="734142" y="182899"/>
                  </a:lnTo>
                  <a:cubicBezTo>
                    <a:pt x="734142" y="182899"/>
                    <a:pt x="730945" y="181318"/>
                    <a:pt x="730373" y="180006"/>
                  </a:cubicBezTo>
                  <a:cubicBezTo>
                    <a:pt x="729801" y="178694"/>
                    <a:pt x="730238" y="178862"/>
                    <a:pt x="730238" y="178257"/>
                  </a:cubicBezTo>
                  <a:cubicBezTo>
                    <a:pt x="730238" y="177685"/>
                    <a:pt x="730373" y="175801"/>
                    <a:pt x="730373" y="175801"/>
                  </a:cubicBezTo>
                  <a:lnTo>
                    <a:pt x="735152" y="172336"/>
                  </a:lnTo>
                  <a:cubicBezTo>
                    <a:pt x="735152" y="172336"/>
                    <a:pt x="736464" y="171327"/>
                    <a:pt x="737474" y="170587"/>
                  </a:cubicBezTo>
                  <a:cubicBezTo>
                    <a:pt x="738484" y="169880"/>
                    <a:pt x="739931" y="169712"/>
                    <a:pt x="739931" y="169712"/>
                  </a:cubicBezTo>
                  <a:cubicBezTo>
                    <a:pt x="739931" y="169712"/>
                    <a:pt x="743565" y="166954"/>
                    <a:pt x="743700" y="166382"/>
                  </a:cubicBezTo>
                  <a:cubicBezTo>
                    <a:pt x="743835" y="165810"/>
                    <a:pt x="743835" y="161605"/>
                    <a:pt x="743835" y="161605"/>
                  </a:cubicBezTo>
                  <a:lnTo>
                    <a:pt x="743094" y="159586"/>
                  </a:lnTo>
                  <a:cubicBezTo>
                    <a:pt x="743094" y="159586"/>
                    <a:pt x="740907" y="159149"/>
                    <a:pt x="740772" y="158712"/>
                  </a:cubicBezTo>
                  <a:cubicBezTo>
                    <a:pt x="740637" y="158275"/>
                    <a:pt x="738585" y="158140"/>
                    <a:pt x="738585" y="158140"/>
                  </a:cubicBezTo>
                  <a:lnTo>
                    <a:pt x="739022" y="156391"/>
                  </a:lnTo>
                  <a:lnTo>
                    <a:pt x="740166" y="153363"/>
                  </a:lnTo>
                  <a:cubicBezTo>
                    <a:pt x="740166" y="153363"/>
                    <a:pt x="742589" y="152320"/>
                    <a:pt x="742489" y="151883"/>
                  </a:cubicBezTo>
                  <a:cubicBezTo>
                    <a:pt x="742354" y="151446"/>
                    <a:pt x="740974" y="147409"/>
                    <a:pt x="740974" y="147409"/>
                  </a:cubicBezTo>
                  <a:lnTo>
                    <a:pt x="737911" y="143372"/>
                  </a:lnTo>
                  <a:cubicBezTo>
                    <a:pt x="737911" y="143372"/>
                    <a:pt x="736296" y="142060"/>
                    <a:pt x="735421" y="141858"/>
                  </a:cubicBezTo>
                  <a:cubicBezTo>
                    <a:pt x="734546" y="141623"/>
                    <a:pt x="734008" y="141858"/>
                    <a:pt x="732056" y="141858"/>
                  </a:cubicBezTo>
                  <a:cubicBezTo>
                    <a:pt x="730104" y="141858"/>
                    <a:pt x="726402" y="139134"/>
                    <a:pt x="725964" y="139134"/>
                  </a:cubicBezTo>
                  <a:cubicBezTo>
                    <a:pt x="725527" y="139134"/>
                    <a:pt x="724248" y="137082"/>
                    <a:pt x="724012" y="136409"/>
                  </a:cubicBezTo>
                  <a:cubicBezTo>
                    <a:pt x="723810" y="135770"/>
                    <a:pt x="723810" y="134660"/>
                    <a:pt x="723810" y="134660"/>
                  </a:cubicBezTo>
                  <a:cubicBezTo>
                    <a:pt x="723810" y="134660"/>
                    <a:pt x="723608" y="129244"/>
                    <a:pt x="723608" y="128806"/>
                  </a:cubicBezTo>
                  <a:cubicBezTo>
                    <a:pt x="723608" y="128369"/>
                    <a:pt x="723810" y="125005"/>
                    <a:pt x="723810" y="125005"/>
                  </a:cubicBezTo>
                  <a:lnTo>
                    <a:pt x="724786" y="123794"/>
                  </a:lnTo>
                  <a:cubicBezTo>
                    <a:pt x="724786" y="123794"/>
                    <a:pt x="727075" y="121944"/>
                    <a:pt x="727277" y="121607"/>
                  </a:cubicBezTo>
                  <a:cubicBezTo>
                    <a:pt x="727479" y="121271"/>
                    <a:pt x="729027" y="119993"/>
                    <a:pt x="729229" y="119656"/>
                  </a:cubicBezTo>
                  <a:cubicBezTo>
                    <a:pt x="729431" y="119320"/>
                    <a:pt x="731416" y="117470"/>
                    <a:pt x="731416" y="117470"/>
                  </a:cubicBezTo>
                  <a:lnTo>
                    <a:pt x="733267" y="116057"/>
                  </a:lnTo>
                  <a:lnTo>
                    <a:pt x="735859" y="114745"/>
                  </a:lnTo>
                  <a:cubicBezTo>
                    <a:pt x="735859" y="114745"/>
                    <a:pt x="738686" y="114207"/>
                    <a:pt x="739325" y="114207"/>
                  </a:cubicBezTo>
                  <a:cubicBezTo>
                    <a:pt x="739965" y="114207"/>
                    <a:pt x="742253" y="111919"/>
                    <a:pt x="742253" y="111919"/>
                  </a:cubicBezTo>
                  <a:lnTo>
                    <a:pt x="743666" y="110843"/>
                  </a:lnTo>
                  <a:lnTo>
                    <a:pt x="744306" y="106705"/>
                  </a:lnTo>
                  <a:cubicBezTo>
                    <a:pt x="744306" y="106705"/>
                    <a:pt x="741378" y="103442"/>
                    <a:pt x="741041" y="103442"/>
                  </a:cubicBezTo>
                  <a:cubicBezTo>
                    <a:pt x="740705" y="103442"/>
                    <a:pt x="737676" y="103879"/>
                    <a:pt x="736700" y="104317"/>
                  </a:cubicBezTo>
                  <a:cubicBezTo>
                    <a:pt x="735724" y="104754"/>
                    <a:pt x="730508" y="104956"/>
                    <a:pt x="730508" y="104956"/>
                  </a:cubicBezTo>
                  <a:cubicBezTo>
                    <a:pt x="730508" y="104956"/>
                    <a:pt x="723339" y="106268"/>
                    <a:pt x="723002" y="106369"/>
                  </a:cubicBezTo>
                  <a:cubicBezTo>
                    <a:pt x="722666" y="106470"/>
                    <a:pt x="718964" y="104754"/>
                    <a:pt x="718964" y="104754"/>
                  </a:cubicBezTo>
                  <a:lnTo>
                    <a:pt x="714623" y="102164"/>
                  </a:lnTo>
                  <a:cubicBezTo>
                    <a:pt x="714623" y="102164"/>
                    <a:pt x="713007" y="102164"/>
                    <a:pt x="712570" y="102164"/>
                  </a:cubicBezTo>
                  <a:cubicBezTo>
                    <a:pt x="712132" y="102164"/>
                    <a:pt x="710079" y="102971"/>
                    <a:pt x="710079" y="102971"/>
                  </a:cubicBezTo>
                  <a:cubicBezTo>
                    <a:pt x="710079" y="102971"/>
                    <a:pt x="708867" y="105427"/>
                    <a:pt x="708565" y="105427"/>
                  </a:cubicBezTo>
                  <a:cubicBezTo>
                    <a:pt x="708228" y="105427"/>
                    <a:pt x="705738" y="105629"/>
                    <a:pt x="704560" y="105629"/>
                  </a:cubicBezTo>
                  <a:cubicBezTo>
                    <a:pt x="703348" y="105629"/>
                    <a:pt x="701632" y="105965"/>
                    <a:pt x="701632" y="105965"/>
                  </a:cubicBezTo>
                  <a:lnTo>
                    <a:pt x="699007" y="105629"/>
                  </a:lnTo>
                  <a:lnTo>
                    <a:pt x="697593" y="105629"/>
                  </a:lnTo>
                  <a:cubicBezTo>
                    <a:pt x="697593" y="105629"/>
                    <a:pt x="694228" y="105561"/>
                    <a:pt x="693790" y="105561"/>
                  </a:cubicBezTo>
                  <a:cubicBezTo>
                    <a:pt x="693353" y="105561"/>
                    <a:pt x="691401" y="104855"/>
                    <a:pt x="691401" y="104855"/>
                  </a:cubicBezTo>
                  <a:lnTo>
                    <a:pt x="690425" y="103543"/>
                  </a:lnTo>
                  <a:lnTo>
                    <a:pt x="688910" y="100818"/>
                  </a:lnTo>
                  <a:cubicBezTo>
                    <a:pt x="688910" y="100818"/>
                    <a:pt x="687160" y="100919"/>
                    <a:pt x="686622" y="100919"/>
                  </a:cubicBezTo>
                  <a:cubicBezTo>
                    <a:pt x="686083" y="100919"/>
                    <a:pt x="685848" y="101020"/>
                    <a:pt x="685848" y="101020"/>
                  </a:cubicBezTo>
                  <a:lnTo>
                    <a:pt x="684434" y="103207"/>
                  </a:lnTo>
                  <a:lnTo>
                    <a:pt x="684098" y="105494"/>
                  </a:lnTo>
                  <a:lnTo>
                    <a:pt x="682785" y="107983"/>
                  </a:lnTo>
                  <a:lnTo>
                    <a:pt x="682146" y="110473"/>
                  </a:lnTo>
                  <a:cubicBezTo>
                    <a:pt x="682146" y="110473"/>
                    <a:pt x="682146" y="110473"/>
                    <a:pt x="679958" y="114610"/>
                  </a:cubicBezTo>
                  <a:cubicBezTo>
                    <a:pt x="677771" y="118748"/>
                    <a:pt x="678982" y="116797"/>
                    <a:pt x="678982" y="117201"/>
                  </a:cubicBezTo>
                  <a:cubicBezTo>
                    <a:pt x="678982" y="117638"/>
                    <a:pt x="679184" y="118613"/>
                    <a:pt x="679319" y="119387"/>
                  </a:cubicBezTo>
                  <a:cubicBezTo>
                    <a:pt x="679420" y="120161"/>
                    <a:pt x="680396" y="120262"/>
                    <a:pt x="681271" y="121136"/>
                  </a:cubicBezTo>
                  <a:cubicBezTo>
                    <a:pt x="682146" y="122011"/>
                    <a:pt x="683122" y="122347"/>
                    <a:pt x="683425" y="122448"/>
                  </a:cubicBezTo>
                  <a:cubicBezTo>
                    <a:pt x="683761" y="122549"/>
                    <a:pt x="684401" y="124400"/>
                    <a:pt x="684939" y="125375"/>
                  </a:cubicBezTo>
                  <a:cubicBezTo>
                    <a:pt x="685478" y="126350"/>
                    <a:pt x="686454" y="127999"/>
                    <a:pt x="686588" y="128302"/>
                  </a:cubicBezTo>
                  <a:cubicBezTo>
                    <a:pt x="686689" y="128638"/>
                    <a:pt x="686790" y="129614"/>
                    <a:pt x="687026" y="130926"/>
                  </a:cubicBezTo>
                  <a:cubicBezTo>
                    <a:pt x="687228" y="132237"/>
                    <a:pt x="687026" y="132439"/>
                    <a:pt x="686925" y="133650"/>
                  </a:cubicBezTo>
                  <a:cubicBezTo>
                    <a:pt x="686824" y="134828"/>
                    <a:pt x="686689" y="136678"/>
                    <a:pt x="686689" y="137452"/>
                  </a:cubicBezTo>
                  <a:cubicBezTo>
                    <a:pt x="686689" y="138225"/>
                    <a:pt x="685915" y="138965"/>
                    <a:pt x="685612" y="139840"/>
                  </a:cubicBezTo>
                  <a:cubicBezTo>
                    <a:pt x="685276" y="140715"/>
                    <a:pt x="684737" y="141455"/>
                    <a:pt x="684199" y="142127"/>
                  </a:cubicBezTo>
                  <a:cubicBezTo>
                    <a:pt x="683660" y="142767"/>
                    <a:pt x="682348" y="144415"/>
                    <a:pt x="681809" y="144852"/>
                  </a:cubicBezTo>
                  <a:cubicBezTo>
                    <a:pt x="681271" y="145290"/>
                    <a:pt x="679756" y="146501"/>
                    <a:pt x="678444" y="147779"/>
                  </a:cubicBezTo>
                  <a:cubicBezTo>
                    <a:pt x="677131" y="149091"/>
                    <a:pt x="676256" y="149629"/>
                    <a:pt x="674978" y="149966"/>
                  </a:cubicBezTo>
                  <a:cubicBezTo>
                    <a:pt x="673665" y="150302"/>
                    <a:pt x="672487" y="149966"/>
                    <a:pt x="672487" y="149966"/>
                  </a:cubicBezTo>
                  <a:lnTo>
                    <a:pt x="669862" y="148990"/>
                  </a:lnTo>
                  <a:lnTo>
                    <a:pt x="669088" y="148654"/>
                  </a:lnTo>
                  <a:lnTo>
                    <a:pt x="665285" y="145391"/>
                  </a:lnTo>
                  <a:lnTo>
                    <a:pt x="662458" y="145592"/>
                  </a:lnTo>
                  <a:lnTo>
                    <a:pt x="661280" y="145592"/>
                  </a:lnTo>
                  <a:lnTo>
                    <a:pt x="659194" y="147611"/>
                  </a:lnTo>
                  <a:lnTo>
                    <a:pt x="656905" y="149192"/>
                  </a:lnTo>
                  <a:lnTo>
                    <a:pt x="656131" y="150706"/>
                  </a:lnTo>
                  <a:cubicBezTo>
                    <a:pt x="656131" y="150706"/>
                    <a:pt x="654818" y="151917"/>
                    <a:pt x="653304" y="152892"/>
                  </a:cubicBezTo>
                  <a:cubicBezTo>
                    <a:pt x="651789" y="153868"/>
                    <a:pt x="650813" y="154507"/>
                    <a:pt x="650039" y="154843"/>
                  </a:cubicBezTo>
                  <a:cubicBezTo>
                    <a:pt x="649265" y="155180"/>
                    <a:pt x="648727" y="155819"/>
                    <a:pt x="648727" y="155819"/>
                  </a:cubicBezTo>
                  <a:cubicBezTo>
                    <a:pt x="648727" y="155819"/>
                    <a:pt x="646876" y="157131"/>
                    <a:pt x="646236" y="157770"/>
                  </a:cubicBezTo>
                  <a:cubicBezTo>
                    <a:pt x="645597" y="158409"/>
                    <a:pt x="644823" y="159957"/>
                    <a:pt x="644587" y="160259"/>
                  </a:cubicBezTo>
                  <a:cubicBezTo>
                    <a:pt x="644385" y="160596"/>
                    <a:pt x="643510" y="162210"/>
                    <a:pt x="643510" y="162210"/>
                  </a:cubicBezTo>
                  <a:lnTo>
                    <a:pt x="642736" y="163859"/>
                  </a:lnTo>
                  <a:lnTo>
                    <a:pt x="642198" y="165709"/>
                  </a:lnTo>
                  <a:cubicBezTo>
                    <a:pt x="642198" y="165709"/>
                    <a:pt x="642198" y="167458"/>
                    <a:pt x="642299" y="167761"/>
                  </a:cubicBezTo>
                  <a:cubicBezTo>
                    <a:pt x="642400" y="168097"/>
                    <a:pt x="643073" y="168737"/>
                    <a:pt x="644150" y="169174"/>
                  </a:cubicBezTo>
                  <a:cubicBezTo>
                    <a:pt x="645227" y="169611"/>
                    <a:pt x="646640" y="171327"/>
                    <a:pt x="647313" y="171663"/>
                  </a:cubicBezTo>
                  <a:cubicBezTo>
                    <a:pt x="647953" y="171999"/>
                    <a:pt x="649501" y="173614"/>
                    <a:pt x="649804" y="173715"/>
                  </a:cubicBezTo>
                  <a:cubicBezTo>
                    <a:pt x="650140" y="173816"/>
                    <a:pt x="650780" y="174253"/>
                    <a:pt x="651554" y="174489"/>
                  </a:cubicBezTo>
                  <a:cubicBezTo>
                    <a:pt x="652328" y="174724"/>
                    <a:pt x="652429" y="175027"/>
                    <a:pt x="652429" y="175027"/>
                  </a:cubicBezTo>
                  <a:cubicBezTo>
                    <a:pt x="652429" y="175027"/>
                    <a:pt x="653405" y="176978"/>
                    <a:pt x="654280" y="177853"/>
                  </a:cubicBezTo>
                  <a:cubicBezTo>
                    <a:pt x="655155" y="178727"/>
                    <a:pt x="654179" y="178929"/>
                    <a:pt x="654179" y="178929"/>
                  </a:cubicBezTo>
                  <a:cubicBezTo>
                    <a:pt x="654179" y="178929"/>
                    <a:pt x="653405" y="180006"/>
                    <a:pt x="653102" y="180342"/>
                  </a:cubicBezTo>
                  <a:cubicBezTo>
                    <a:pt x="652765" y="180679"/>
                    <a:pt x="651588" y="181217"/>
                    <a:pt x="650914" y="182091"/>
                  </a:cubicBezTo>
                  <a:cubicBezTo>
                    <a:pt x="650241" y="182966"/>
                    <a:pt x="649938" y="183067"/>
                    <a:pt x="649938" y="183067"/>
                  </a:cubicBezTo>
                  <a:cubicBezTo>
                    <a:pt x="649938" y="183067"/>
                    <a:pt x="649602" y="185355"/>
                    <a:pt x="649602" y="185657"/>
                  </a:cubicBezTo>
                  <a:cubicBezTo>
                    <a:pt x="649602" y="185994"/>
                    <a:pt x="649063" y="188584"/>
                    <a:pt x="649063" y="188920"/>
                  </a:cubicBezTo>
                  <a:cubicBezTo>
                    <a:pt x="649063" y="189257"/>
                    <a:pt x="648188" y="191208"/>
                    <a:pt x="648188" y="191208"/>
                  </a:cubicBezTo>
                  <a:cubicBezTo>
                    <a:pt x="648188" y="191208"/>
                    <a:pt x="646438" y="194235"/>
                    <a:pt x="646236" y="194572"/>
                  </a:cubicBezTo>
                  <a:cubicBezTo>
                    <a:pt x="646001" y="194908"/>
                    <a:pt x="642534" y="198609"/>
                    <a:pt x="642534" y="198609"/>
                  </a:cubicBezTo>
                  <a:lnTo>
                    <a:pt x="639505" y="200559"/>
                  </a:lnTo>
                  <a:lnTo>
                    <a:pt x="638092" y="200997"/>
                  </a:lnTo>
                  <a:lnTo>
                    <a:pt x="636679" y="201973"/>
                  </a:lnTo>
                  <a:cubicBezTo>
                    <a:pt x="636679" y="201973"/>
                    <a:pt x="635029" y="203385"/>
                    <a:pt x="634491" y="203722"/>
                  </a:cubicBezTo>
                  <a:cubicBezTo>
                    <a:pt x="633953" y="204058"/>
                    <a:pt x="632438" y="206110"/>
                    <a:pt x="632101" y="206211"/>
                  </a:cubicBezTo>
                  <a:cubicBezTo>
                    <a:pt x="631765" y="206312"/>
                    <a:pt x="630587" y="207960"/>
                    <a:pt x="630150" y="208162"/>
                  </a:cubicBezTo>
                  <a:cubicBezTo>
                    <a:pt x="629712" y="208398"/>
                    <a:pt x="629275" y="209575"/>
                    <a:pt x="628635" y="210551"/>
                  </a:cubicBezTo>
                  <a:cubicBezTo>
                    <a:pt x="627996" y="211526"/>
                    <a:pt x="627558" y="212603"/>
                    <a:pt x="627121" y="213141"/>
                  </a:cubicBezTo>
                  <a:cubicBezTo>
                    <a:pt x="626683" y="213679"/>
                    <a:pt x="625370" y="216303"/>
                    <a:pt x="624933" y="217379"/>
                  </a:cubicBezTo>
                  <a:cubicBezTo>
                    <a:pt x="624496" y="218456"/>
                    <a:pt x="624058" y="218456"/>
                    <a:pt x="624058" y="218456"/>
                  </a:cubicBezTo>
                  <a:cubicBezTo>
                    <a:pt x="624058" y="218456"/>
                    <a:pt x="622544" y="218994"/>
                    <a:pt x="621669" y="219095"/>
                  </a:cubicBezTo>
                  <a:cubicBezTo>
                    <a:pt x="620794" y="219196"/>
                    <a:pt x="619818" y="219970"/>
                    <a:pt x="619178" y="220071"/>
                  </a:cubicBezTo>
                  <a:cubicBezTo>
                    <a:pt x="618539" y="220171"/>
                    <a:pt x="616351" y="221820"/>
                    <a:pt x="615914" y="222459"/>
                  </a:cubicBezTo>
                  <a:cubicBezTo>
                    <a:pt x="615476" y="223098"/>
                    <a:pt x="614601" y="224511"/>
                    <a:pt x="614164" y="225184"/>
                  </a:cubicBezTo>
                  <a:cubicBezTo>
                    <a:pt x="613726" y="225823"/>
                    <a:pt x="610798" y="229523"/>
                    <a:pt x="610798" y="229523"/>
                  </a:cubicBezTo>
                  <a:lnTo>
                    <a:pt x="608308" y="232248"/>
                  </a:lnTo>
                  <a:lnTo>
                    <a:pt x="602889" y="237227"/>
                  </a:lnTo>
                  <a:lnTo>
                    <a:pt x="599423" y="238875"/>
                  </a:lnTo>
                  <a:cubicBezTo>
                    <a:pt x="599423" y="238875"/>
                    <a:pt x="597134" y="243215"/>
                    <a:pt x="596798" y="243349"/>
                  </a:cubicBezTo>
                  <a:cubicBezTo>
                    <a:pt x="596461" y="243450"/>
                    <a:pt x="593769" y="244527"/>
                    <a:pt x="592793" y="244527"/>
                  </a:cubicBezTo>
                  <a:cubicBezTo>
                    <a:pt x="591817" y="244527"/>
                    <a:pt x="591144" y="243013"/>
                    <a:pt x="591144" y="243013"/>
                  </a:cubicBezTo>
                  <a:cubicBezTo>
                    <a:pt x="591144" y="243013"/>
                    <a:pt x="590605" y="239649"/>
                    <a:pt x="590370" y="239212"/>
                  </a:cubicBezTo>
                  <a:cubicBezTo>
                    <a:pt x="590168" y="238774"/>
                    <a:pt x="589495" y="236285"/>
                    <a:pt x="589495" y="236285"/>
                  </a:cubicBezTo>
                  <a:cubicBezTo>
                    <a:pt x="589495" y="236285"/>
                    <a:pt x="588182" y="234872"/>
                    <a:pt x="587442" y="234872"/>
                  </a:cubicBezTo>
                  <a:cubicBezTo>
                    <a:pt x="586668" y="234872"/>
                    <a:pt x="585793" y="235208"/>
                    <a:pt x="585793" y="235208"/>
                  </a:cubicBezTo>
                  <a:cubicBezTo>
                    <a:pt x="585793" y="235208"/>
                    <a:pt x="585456" y="238673"/>
                    <a:pt x="585355" y="239111"/>
                  </a:cubicBezTo>
                  <a:cubicBezTo>
                    <a:pt x="585254" y="239548"/>
                    <a:pt x="585019" y="243248"/>
                    <a:pt x="585019" y="243248"/>
                  </a:cubicBezTo>
                  <a:lnTo>
                    <a:pt x="583168" y="245536"/>
                  </a:lnTo>
                  <a:lnTo>
                    <a:pt x="580442" y="248025"/>
                  </a:lnTo>
                  <a:cubicBezTo>
                    <a:pt x="580442" y="248025"/>
                    <a:pt x="579365" y="249438"/>
                    <a:pt x="578490" y="251187"/>
                  </a:cubicBezTo>
                  <a:cubicBezTo>
                    <a:pt x="577615" y="252936"/>
                    <a:pt x="578490" y="253475"/>
                    <a:pt x="578490" y="253475"/>
                  </a:cubicBezTo>
                  <a:cubicBezTo>
                    <a:pt x="578490" y="253475"/>
                    <a:pt x="579028" y="254013"/>
                    <a:pt x="580004" y="254349"/>
                  </a:cubicBezTo>
                  <a:cubicBezTo>
                    <a:pt x="580980" y="254686"/>
                    <a:pt x="582495" y="256973"/>
                    <a:pt x="582932" y="257612"/>
                  </a:cubicBezTo>
                  <a:cubicBezTo>
                    <a:pt x="583370" y="258252"/>
                    <a:pt x="583134" y="259564"/>
                    <a:pt x="583134" y="259564"/>
                  </a:cubicBezTo>
                  <a:lnTo>
                    <a:pt x="582798" y="263365"/>
                  </a:lnTo>
                  <a:cubicBezTo>
                    <a:pt x="582798" y="263365"/>
                    <a:pt x="583875" y="267704"/>
                    <a:pt x="584110" y="268041"/>
                  </a:cubicBezTo>
                  <a:cubicBezTo>
                    <a:pt x="584312" y="268377"/>
                    <a:pt x="583235" y="273356"/>
                    <a:pt x="583235" y="273356"/>
                  </a:cubicBezTo>
                  <a:lnTo>
                    <a:pt x="583235" y="275408"/>
                  </a:lnTo>
                  <a:cubicBezTo>
                    <a:pt x="583235" y="275408"/>
                    <a:pt x="582697" y="280723"/>
                    <a:pt x="582461" y="281160"/>
                  </a:cubicBezTo>
                  <a:cubicBezTo>
                    <a:pt x="582225" y="281597"/>
                    <a:pt x="581485" y="285062"/>
                    <a:pt x="581485" y="285062"/>
                  </a:cubicBezTo>
                  <a:cubicBezTo>
                    <a:pt x="581485" y="285062"/>
                    <a:pt x="580408" y="286913"/>
                    <a:pt x="580172" y="287787"/>
                  </a:cubicBezTo>
                  <a:cubicBezTo>
                    <a:pt x="579970" y="288662"/>
                    <a:pt x="577783" y="291387"/>
                    <a:pt x="577783" y="291824"/>
                  </a:cubicBezTo>
                  <a:cubicBezTo>
                    <a:pt x="577783" y="292261"/>
                    <a:pt x="578221" y="296062"/>
                    <a:pt x="578321" y="296399"/>
                  </a:cubicBezTo>
                  <a:cubicBezTo>
                    <a:pt x="578423" y="296735"/>
                    <a:pt x="578759" y="298585"/>
                    <a:pt x="579197" y="298350"/>
                  </a:cubicBezTo>
                  <a:cubicBezTo>
                    <a:pt x="579634" y="298148"/>
                    <a:pt x="581687" y="301176"/>
                    <a:pt x="581687" y="301176"/>
                  </a:cubicBezTo>
                  <a:lnTo>
                    <a:pt x="582461" y="303463"/>
                  </a:lnTo>
                  <a:cubicBezTo>
                    <a:pt x="582461" y="303463"/>
                    <a:pt x="584110" y="309115"/>
                    <a:pt x="584110" y="309552"/>
                  </a:cubicBezTo>
                  <a:cubicBezTo>
                    <a:pt x="584110" y="309989"/>
                    <a:pt x="583235" y="313353"/>
                    <a:pt x="583235" y="313353"/>
                  </a:cubicBezTo>
                  <a:cubicBezTo>
                    <a:pt x="583235" y="313353"/>
                    <a:pt x="583235" y="318769"/>
                    <a:pt x="583235" y="319879"/>
                  </a:cubicBezTo>
                  <a:cubicBezTo>
                    <a:pt x="583235" y="320956"/>
                    <a:pt x="583572" y="321629"/>
                    <a:pt x="583572" y="321629"/>
                  </a:cubicBezTo>
                  <a:cubicBezTo>
                    <a:pt x="583572" y="321629"/>
                    <a:pt x="584884" y="324993"/>
                    <a:pt x="585221" y="325228"/>
                  </a:cubicBezTo>
                  <a:cubicBezTo>
                    <a:pt x="585557" y="325430"/>
                    <a:pt x="586634" y="327415"/>
                    <a:pt x="587273" y="328054"/>
                  </a:cubicBezTo>
                  <a:cubicBezTo>
                    <a:pt x="587913" y="328693"/>
                    <a:pt x="589024" y="330240"/>
                    <a:pt x="589562" y="330880"/>
                  </a:cubicBezTo>
                  <a:cubicBezTo>
                    <a:pt x="590101" y="331519"/>
                    <a:pt x="590875" y="332292"/>
                    <a:pt x="591211" y="332393"/>
                  </a:cubicBezTo>
                  <a:cubicBezTo>
                    <a:pt x="591548" y="332494"/>
                    <a:pt x="591211" y="334344"/>
                    <a:pt x="591211" y="334782"/>
                  </a:cubicBezTo>
                  <a:cubicBezTo>
                    <a:pt x="591211" y="335219"/>
                    <a:pt x="590572" y="337507"/>
                    <a:pt x="590572" y="338045"/>
                  </a:cubicBezTo>
                  <a:cubicBezTo>
                    <a:pt x="590572" y="338583"/>
                    <a:pt x="589394" y="340299"/>
                    <a:pt x="589394" y="340299"/>
                  </a:cubicBezTo>
                  <a:cubicBezTo>
                    <a:pt x="589394" y="340299"/>
                    <a:pt x="587442" y="340299"/>
                    <a:pt x="587004" y="340299"/>
                  </a:cubicBezTo>
                  <a:cubicBezTo>
                    <a:pt x="586567" y="340299"/>
                    <a:pt x="585591" y="340299"/>
                    <a:pt x="584817" y="340534"/>
                  </a:cubicBezTo>
                  <a:cubicBezTo>
                    <a:pt x="584043" y="340736"/>
                    <a:pt x="582966" y="341274"/>
                    <a:pt x="582966" y="341274"/>
                  </a:cubicBezTo>
                  <a:lnTo>
                    <a:pt x="584649" y="344806"/>
                  </a:lnTo>
                  <a:lnTo>
                    <a:pt x="586230" y="350525"/>
                  </a:lnTo>
                  <a:cubicBezTo>
                    <a:pt x="586230" y="350525"/>
                    <a:pt x="585658" y="354865"/>
                    <a:pt x="585658" y="355235"/>
                  </a:cubicBezTo>
                  <a:cubicBezTo>
                    <a:pt x="585658" y="355605"/>
                    <a:pt x="584581" y="357690"/>
                    <a:pt x="584076" y="358935"/>
                  </a:cubicBezTo>
                  <a:cubicBezTo>
                    <a:pt x="583572" y="360180"/>
                    <a:pt x="582057" y="360684"/>
                    <a:pt x="581821" y="360684"/>
                  </a:cubicBezTo>
                  <a:cubicBezTo>
                    <a:pt x="581586" y="360684"/>
                    <a:pt x="579365" y="361761"/>
                    <a:pt x="578557" y="361828"/>
                  </a:cubicBezTo>
                  <a:cubicBezTo>
                    <a:pt x="577749" y="361895"/>
                    <a:pt x="574855" y="361828"/>
                    <a:pt x="574283" y="361963"/>
                  </a:cubicBezTo>
                  <a:cubicBezTo>
                    <a:pt x="573711" y="362097"/>
                    <a:pt x="570581" y="361963"/>
                    <a:pt x="570581" y="361963"/>
                  </a:cubicBezTo>
                  <a:cubicBezTo>
                    <a:pt x="570581" y="361963"/>
                    <a:pt x="568259" y="363409"/>
                    <a:pt x="567989" y="363409"/>
                  </a:cubicBezTo>
                  <a:cubicBezTo>
                    <a:pt x="567687" y="363409"/>
                    <a:pt x="564220" y="364553"/>
                    <a:pt x="564220" y="364553"/>
                  </a:cubicBezTo>
                  <a:lnTo>
                    <a:pt x="558936" y="366067"/>
                  </a:lnTo>
                  <a:lnTo>
                    <a:pt x="555167" y="368085"/>
                  </a:lnTo>
                  <a:lnTo>
                    <a:pt x="552845" y="369834"/>
                  </a:lnTo>
                  <a:lnTo>
                    <a:pt x="549076" y="369834"/>
                  </a:lnTo>
                  <a:lnTo>
                    <a:pt x="545003" y="367244"/>
                  </a:lnTo>
                  <a:lnTo>
                    <a:pt x="545003" y="364048"/>
                  </a:lnTo>
                  <a:cubicBezTo>
                    <a:pt x="545003" y="364048"/>
                    <a:pt x="548032" y="359406"/>
                    <a:pt x="548032" y="358262"/>
                  </a:cubicBezTo>
                  <a:cubicBezTo>
                    <a:pt x="548032" y="357118"/>
                    <a:pt x="546720" y="356244"/>
                    <a:pt x="546720" y="356244"/>
                  </a:cubicBezTo>
                  <a:lnTo>
                    <a:pt x="541806" y="357388"/>
                  </a:lnTo>
                  <a:lnTo>
                    <a:pt x="538037" y="361155"/>
                  </a:lnTo>
                  <a:lnTo>
                    <a:pt x="532248" y="366369"/>
                  </a:lnTo>
                  <a:lnTo>
                    <a:pt x="528479" y="369834"/>
                  </a:lnTo>
                  <a:lnTo>
                    <a:pt x="525585" y="369834"/>
                  </a:lnTo>
                  <a:cubicBezTo>
                    <a:pt x="525585" y="369834"/>
                    <a:pt x="521378" y="370473"/>
                    <a:pt x="520234" y="370473"/>
                  </a:cubicBezTo>
                  <a:cubicBezTo>
                    <a:pt x="519089" y="370473"/>
                    <a:pt x="515589" y="371415"/>
                    <a:pt x="514714" y="371415"/>
                  </a:cubicBezTo>
                  <a:cubicBezTo>
                    <a:pt x="513839" y="371415"/>
                    <a:pt x="512392" y="372559"/>
                    <a:pt x="512392" y="372559"/>
                  </a:cubicBezTo>
                  <a:cubicBezTo>
                    <a:pt x="512392" y="372559"/>
                    <a:pt x="510810" y="374880"/>
                    <a:pt x="510373" y="375015"/>
                  </a:cubicBezTo>
                  <a:cubicBezTo>
                    <a:pt x="509935" y="375149"/>
                    <a:pt x="508488" y="376327"/>
                    <a:pt x="507916" y="376327"/>
                  </a:cubicBezTo>
                  <a:cubicBezTo>
                    <a:pt x="507344" y="376327"/>
                    <a:pt x="504012" y="380397"/>
                    <a:pt x="503575" y="380532"/>
                  </a:cubicBezTo>
                  <a:cubicBezTo>
                    <a:pt x="503137" y="380666"/>
                    <a:pt x="498930" y="383727"/>
                    <a:pt x="498930" y="383727"/>
                  </a:cubicBezTo>
                  <a:lnTo>
                    <a:pt x="493411" y="383727"/>
                  </a:lnTo>
                  <a:cubicBezTo>
                    <a:pt x="493411" y="383727"/>
                    <a:pt x="487454" y="387125"/>
                    <a:pt x="486310" y="387428"/>
                  </a:cubicBezTo>
                  <a:cubicBezTo>
                    <a:pt x="485166" y="387730"/>
                    <a:pt x="482978" y="388941"/>
                    <a:pt x="481834" y="389816"/>
                  </a:cubicBezTo>
                  <a:cubicBezTo>
                    <a:pt x="480689" y="390691"/>
                    <a:pt x="475877" y="392844"/>
                    <a:pt x="475305" y="392844"/>
                  </a:cubicBezTo>
                  <a:cubicBezTo>
                    <a:pt x="474733" y="392844"/>
                    <a:pt x="470829" y="392541"/>
                    <a:pt x="468776" y="392272"/>
                  </a:cubicBezTo>
                  <a:cubicBezTo>
                    <a:pt x="466756" y="391969"/>
                    <a:pt x="465747" y="390388"/>
                    <a:pt x="465747" y="390388"/>
                  </a:cubicBezTo>
                  <a:lnTo>
                    <a:pt x="465309" y="386183"/>
                  </a:lnTo>
                  <a:lnTo>
                    <a:pt x="465007" y="382853"/>
                  </a:lnTo>
                  <a:lnTo>
                    <a:pt x="465007" y="377773"/>
                  </a:lnTo>
                  <a:lnTo>
                    <a:pt x="463862" y="375587"/>
                  </a:lnTo>
                  <a:lnTo>
                    <a:pt x="460800" y="373265"/>
                  </a:lnTo>
                  <a:lnTo>
                    <a:pt x="459353" y="368354"/>
                  </a:lnTo>
                  <a:lnTo>
                    <a:pt x="458780" y="363275"/>
                  </a:lnTo>
                  <a:lnTo>
                    <a:pt x="457333" y="360651"/>
                  </a:lnTo>
                  <a:lnTo>
                    <a:pt x="455314" y="362097"/>
                  </a:lnTo>
                  <a:cubicBezTo>
                    <a:pt x="455314" y="362097"/>
                    <a:pt x="453732" y="363409"/>
                    <a:pt x="452857" y="363846"/>
                  </a:cubicBezTo>
                  <a:cubicBezTo>
                    <a:pt x="451982" y="364284"/>
                    <a:pt x="450266" y="366302"/>
                    <a:pt x="450266" y="366302"/>
                  </a:cubicBezTo>
                  <a:cubicBezTo>
                    <a:pt x="450266" y="366302"/>
                    <a:pt x="445924" y="366302"/>
                    <a:pt x="445049" y="366302"/>
                  </a:cubicBezTo>
                  <a:cubicBezTo>
                    <a:pt x="444174" y="366302"/>
                    <a:pt x="439968" y="363981"/>
                    <a:pt x="439968" y="363981"/>
                  </a:cubicBezTo>
                  <a:lnTo>
                    <a:pt x="438655" y="359070"/>
                  </a:lnTo>
                  <a:lnTo>
                    <a:pt x="439665" y="353553"/>
                  </a:lnTo>
                  <a:lnTo>
                    <a:pt x="442862" y="353418"/>
                  </a:lnTo>
                  <a:lnTo>
                    <a:pt x="449223" y="352106"/>
                  </a:lnTo>
                  <a:lnTo>
                    <a:pt x="451107" y="348910"/>
                  </a:lnTo>
                  <a:lnTo>
                    <a:pt x="447203" y="342384"/>
                  </a:lnTo>
                  <a:lnTo>
                    <a:pt x="444006" y="337608"/>
                  </a:lnTo>
                  <a:lnTo>
                    <a:pt x="443131" y="335589"/>
                  </a:lnTo>
                  <a:lnTo>
                    <a:pt x="439799" y="332393"/>
                  </a:lnTo>
                  <a:lnTo>
                    <a:pt x="432833" y="329198"/>
                  </a:lnTo>
                  <a:lnTo>
                    <a:pt x="426472" y="325127"/>
                  </a:lnTo>
                  <a:cubicBezTo>
                    <a:pt x="426472" y="325127"/>
                    <a:pt x="425025" y="320922"/>
                    <a:pt x="424722" y="320350"/>
                  </a:cubicBezTo>
                  <a:cubicBezTo>
                    <a:pt x="424419" y="319778"/>
                    <a:pt x="424587" y="316717"/>
                    <a:pt x="424587" y="316717"/>
                  </a:cubicBezTo>
                  <a:cubicBezTo>
                    <a:pt x="424587" y="316717"/>
                    <a:pt x="425900" y="315136"/>
                    <a:pt x="426775" y="314699"/>
                  </a:cubicBezTo>
                  <a:cubicBezTo>
                    <a:pt x="427650" y="314262"/>
                    <a:pt x="429972" y="313690"/>
                    <a:pt x="430847" y="313690"/>
                  </a:cubicBezTo>
                  <a:cubicBezTo>
                    <a:pt x="431722" y="313690"/>
                    <a:pt x="434616" y="311503"/>
                    <a:pt x="434616" y="311503"/>
                  </a:cubicBezTo>
                  <a:lnTo>
                    <a:pt x="436939" y="309182"/>
                  </a:lnTo>
                  <a:lnTo>
                    <a:pt x="438251" y="306726"/>
                  </a:lnTo>
                  <a:lnTo>
                    <a:pt x="440708" y="299326"/>
                  </a:lnTo>
                  <a:lnTo>
                    <a:pt x="438823" y="298888"/>
                  </a:lnTo>
                  <a:cubicBezTo>
                    <a:pt x="438823" y="298888"/>
                    <a:pt x="433169" y="303093"/>
                    <a:pt x="431419" y="303093"/>
                  </a:cubicBezTo>
                  <a:cubicBezTo>
                    <a:pt x="429669" y="303093"/>
                    <a:pt x="427953" y="302353"/>
                    <a:pt x="427953" y="302353"/>
                  </a:cubicBezTo>
                  <a:lnTo>
                    <a:pt x="427515" y="299897"/>
                  </a:lnTo>
                  <a:lnTo>
                    <a:pt x="428390" y="297576"/>
                  </a:lnTo>
                  <a:lnTo>
                    <a:pt x="428828" y="294112"/>
                  </a:lnTo>
                  <a:lnTo>
                    <a:pt x="428962" y="292530"/>
                  </a:lnTo>
                  <a:lnTo>
                    <a:pt x="428087" y="286307"/>
                  </a:lnTo>
                  <a:lnTo>
                    <a:pt x="424890" y="281967"/>
                  </a:lnTo>
                  <a:lnTo>
                    <a:pt x="422568" y="280790"/>
                  </a:lnTo>
                  <a:lnTo>
                    <a:pt x="419808" y="279915"/>
                  </a:lnTo>
                  <a:lnTo>
                    <a:pt x="414020" y="277729"/>
                  </a:lnTo>
                  <a:lnTo>
                    <a:pt x="411395" y="273827"/>
                  </a:lnTo>
                  <a:lnTo>
                    <a:pt x="409005" y="269050"/>
                  </a:lnTo>
                  <a:lnTo>
                    <a:pt x="406616" y="263096"/>
                  </a:lnTo>
                  <a:lnTo>
                    <a:pt x="405875" y="261077"/>
                  </a:lnTo>
                  <a:lnTo>
                    <a:pt x="405875" y="258487"/>
                  </a:lnTo>
                  <a:lnTo>
                    <a:pt x="406380" y="252533"/>
                  </a:lnTo>
                  <a:lnTo>
                    <a:pt x="406313" y="250346"/>
                  </a:lnTo>
                  <a:lnTo>
                    <a:pt x="400524" y="247890"/>
                  </a:lnTo>
                  <a:lnTo>
                    <a:pt x="398337" y="244560"/>
                  </a:lnTo>
                  <a:lnTo>
                    <a:pt x="396890" y="241230"/>
                  </a:lnTo>
                  <a:cubicBezTo>
                    <a:pt x="396890" y="241230"/>
                    <a:pt x="394568" y="229927"/>
                    <a:pt x="394298" y="229355"/>
                  </a:cubicBezTo>
                  <a:cubicBezTo>
                    <a:pt x="393995" y="228783"/>
                    <a:pt x="393726" y="223838"/>
                    <a:pt x="393726" y="223838"/>
                  </a:cubicBezTo>
                  <a:lnTo>
                    <a:pt x="392279" y="218187"/>
                  </a:lnTo>
                  <a:lnTo>
                    <a:pt x="387635" y="218489"/>
                  </a:lnTo>
                  <a:cubicBezTo>
                    <a:pt x="387635" y="218489"/>
                    <a:pt x="385750" y="218489"/>
                    <a:pt x="385010" y="218489"/>
                  </a:cubicBezTo>
                  <a:cubicBezTo>
                    <a:pt x="384269" y="218489"/>
                    <a:pt x="380231" y="213847"/>
                    <a:pt x="380231" y="213847"/>
                  </a:cubicBezTo>
                  <a:lnTo>
                    <a:pt x="380533" y="209945"/>
                  </a:lnTo>
                  <a:lnTo>
                    <a:pt x="379793" y="203722"/>
                  </a:lnTo>
                  <a:lnTo>
                    <a:pt x="379793" y="197364"/>
                  </a:lnTo>
                  <a:lnTo>
                    <a:pt x="378918" y="194471"/>
                  </a:lnTo>
                  <a:lnTo>
                    <a:pt x="374442" y="187945"/>
                  </a:lnTo>
                  <a:lnTo>
                    <a:pt x="371413" y="183303"/>
                  </a:lnTo>
                  <a:lnTo>
                    <a:pt x="369226" y="177214"/>
                  </a:lnTo>
                  <a:lnTo>
                    <a:pt x="367341" y="170688"/>
                  </a:lnTo>
                  <a:lnTo>
                    <a:pt x="366903" y="165608"/>
                  </a:lnTo>
                  <a:lnTo>
                    <a:pt x="363706" y="162580"/>
                  </a:lnTo>
                  <a:lnTo>
                    <a:pt x="361384" y="161706"/>
                  </a:lnTo>
                  <a:lnTo>
                    <a:pt x="358187" y="162715"/>
                  </a:lnTo>
                  <a:lnTo>
                    <a:pt x="357043" y="163287"/>
                  </a:lnTo>
                  <a:lnTo>
                    <a:pt x="354148" y="167795"/>
                  </a:lnTo>
                  <a:lnTo>
                    <a:pt x="349908" y="166348"/>
                  </a:lnTo>
                  <a:lnTo>
                    <a:pt x="346105" y="164061"/>
                  </a:lnTo>
                  <a:lnTo>
                    <a:pt x="345465" y="162210"/>
                  </a:lnTo>
                  <a:lnTo>
                    <a:pt x="343076" y="162009"/>
                  </a:lnTo>
                  <a:cubicBezTo>
                    <a:pt x="343076" y="162009"/>
                    <a:pt x="341999" y="162345"/>
                    <a:pt x="341763" y="162648"/>
                  </a:cubicBezTo>
                  <a:cubicBezTo>
                    <a:pt x="341562" y="162984"/>
                    <a:pt x="340350" y="164834"/>
                    <a:pt x="340013" y="165272"/>
                  </a:cubicBezTo>
                  <a:cubicBezTo>
                    <a:pt x="339677" y="165709"/>
                    <a:pt x="336850" y="169308"/>
                    <a:pt x="336210" y="169611"/>
                  </a:cubicBezTo>
                  <a:cubicBezTo>
                    <a:pt x="335571" y="169948"/>
                    <a:pt x="332307" y="170587"/>
                    <a:pt x="332307" y="170587"/>
                  </a:cubicBezTo>
                  <a:lnTo>
                    <a:pt x="326215" y="169948"/>
                  </a:lnTo>
                  <a:lnTo>
                    <a:pt x="321638" y="166920"/>
                  </a:lnTo>
                  <a:lnTo>
                    <a:pt x="317297" y="160932"/>
                  </a:lnTo>
                  <a:lnTo>
                    <a:pt x="314671" y="156155"/>
                  </a:lnTo>
                  <a:lnTo>
                    <a:pt x="312820" y="151816"/>
                  </a:lnTo>
                  <a:cubicBezTo>
                    <a:pt x="312820" y="151816"/>
                    <a:pt x="310869" y="147140"/>
                    <a:pt x="309994" y="147039"/>
                  </a:cubicBezTo>
                  <a:cubicBezTo>
                    <a:pt x="309118" y="146938"/>
                    <a:pt x="307604" y="144449"/>
                    <a:pt x="307166" y="144112"/>
                  </a:cubicBezTo>
                  <a:cubicBezTo>
                    <a:pt x="306729" y="143776"/>
                    <a:pt x="305315" y="140109"/>
                    <a:pt x="304979" y="139975"/>
                  </a:cubicBezTo>
                  <a:cubicBezTo>
                    <a:pt x="304642" y="139874"/>
                    <a:pt x="304743" y="137586"/>
                    <a:pt x="303902" y="136072"/>
                  </a:cubicBezTo>
                  <a:cubicBezTo>
                    <a:pt x="303027" y="134559"/>
                    <a:pt x="302488" y="132473"/>
                    <a:pt x="302388" y="132036"/>
                  </a:cubicBezTo>
                  <a:cubicBezTo>
                    <a:pt x="302286" y="131598"/>
                    <a:pt x="302286" y="129412"/>
                    <a:pt x="302388" y="129109"/>
                  </a:cubicBezTo>
                  <a:cubicBezTo>
                    <a:pt x="302488" y="128773"/>
                    <a:pt x="303801" y="128234"/>
                    <a:pt x="304239" y="128234"/>
                  </a:cubicBezTo>
                  <a:cubicBezTo>
                    <a:pt x="304676" y="128234"/>
                    <a:pt x="306089" y="127797"/>
                    <a:pt x="306089" y="127797"/>
                  </a:cubicBezTo>
                  <a:cubicBezTo>
                    <a:pt x="306089" y="127797"/>
                    <a:pt x="307301" y="127360"/>
                    <a:pt x="311643" y="126821"/>
                  </a:cubicBezTo>
                  <a:cubicBezTo>
                    <a:pt x="315984" y="126283"/>
                    <a:pt x="313931" y="126283"/>
                    <a:pt x="314234" y="126182"/>
                  </a:cubicBezTo>
                  <a:cubicBezTo>
                    <a:pt x="314571" y="126081"/>
                    <a:pt x="315008" y="125745"/>
                    <a:pt x="315748" y="125409"/>
                  </a:cubicBezTo>
                  <a:cubicBezTo>
                    <a:pt x="316523" y="125072"/>
                    <a:pt x="317498" y="123121"/>
                    <a:pt x="317936" y="122583"/>
                  </a:cubicBezTo>
                  <a:cubicBezTo>
                    <a:pt x="318373" y="122045"/>
                    <a:pt x="318474" y="120968"/>
                    <a:pt x="318710" y="120531"/>
                  </a:cubicBezTo>
                  <a:cubicBezTo>
                    <a:pt x="318912" y="120094"/>
                    <a:pt x="319047" y="117167"/>
                    <a:pt x="319047" y="116730"/>
                  </a:cubicBezTo>
                  <a:cubicBezTo>
                    <a:pt x="319047" y="116292"/>
                    <a:pt x="319047" y="115081"/>
                    <a:pt x="318710" y="114644"/>
                  </a:cubicBezTo>
                  <a:cubicBezTo>
                    <a:pt x="318373" y="114207"/>
                    <a:pt x="318071" y="113029"/>
                    <a:pt x="318071" y="113029"/>
                  </a:cubicBezTo>
                  <a:cubicBezTo>
                    <a:pt x="318071" y="113029"/>
                    <a:pt x="315580" y="110977"/>
                    <a:pt x="315143" y="110977"/>
                  </a:cubicBezTo>
                  <a:cubicBezTo>
                    <a:pt x="314705" y="110977"/>
                    <a:pt x="313090" y="109901"/>
                    <a:pt x="313090" y="109901"/>
                  </a:cubicBezTo>
                  <a:lnTo>
                    <a:pt x="310061" y="105898"/>
                  </a:lnTo>
                  <a:lnTo>
                    <a:pt x="308849" y="102096"/>
                  </a:lnTo>
                  <a:lnTo>
                    <a:pt x="308748" y="99069"/>
                  </a:lnTo>
                  <a:lnTo>
                    <a:pt x="304844" y="92442"/>
                  </a:lnTo>
                  <a:lnTo>
                    <a:pt x="301681" y="84402"/>
                  </a:lnTo>
                  <a:lnTo>
                    <a:pt x="300469" y="80062"/>
                  </a:lnTo>
                  <a:lnTo>
                    <a:pt x="298517" y="77472"/>
                  </a:lnTo>
                  <a:cubicBezTo>
                    <a:pt x="298517" y="77472"/>
                    <a:pt x="293637" y="77808"/>
                    <a:pt x="293200" y="77808"/>
                  </a:cubicBezTo>
                  <a:cubicBezTo>
                    <a:pt x="292762" y="77808"/>
                    <a:pt x="289397" y="74882"/>
                    <a:pt x="289397" y="74882"/>
                  </a:cubicBezTo>
                  <a:lnTo>
                    <a:pt x="287445" y="71182"/>
                  </a:lnTo>
                  <a:cubicBezTo>
                    <a:pt x="287445" y="71182"/>
                    <a:pt x="284719" y="68793"/>
                    <a:pt x="284180" y="68019"/>
                  </a:cubicBezTo>
                  <a:cubicBezTo>
                    <a:pt x="283642" y="67246"/>
                    <a:pt x="282969" y="65295"/>
                    <a:pt x="282531" y="64655"/>
                  </a:cubicBezTo>
                  <a:cubicBezTo>
                    <a:pt x="282094" y="64016"/>
                    <a:pt x="281555" y="62031"/>
                    <a:pt x="281555" y="62031"/>
                  </a:cubicBezTo>
                  <a:cubicBezTo>
                    <a:pt x="281555" y="62031"/>
                    <a:pt x="281118" y="58668"/>
                    <a:pt x="281118" y="58028"/>
                  </a:cubicBezTo>
                  <a:cubicBezTo>
                    <a:pt x="281118" y="57389"/>
                    <a:pt x="281757" y="55304"/>
                    <a:pt x="281757" y="55304"/>
                  </a:cubicBezTo>
                  <a:cubicBezTo>
                    <a:pt x="281757" y="55304"/>
                    <a:pt x="282531" y="53554"/>
                    <a:pt x="282969" y="52915"/>
                  </a:cubicBezTo>
                  <a:cubicBezTo>
                    <a:pt x="283406" y="52276"/>
                    <a:pt x="283844" y="51502"/>
                    <a:pt x="283844" y="51502"/>
                  </a:cubicBezTo>
                  <a:cubicBezTo>
                    <a:pt x="283844" y="51502"/>
                    <a:pt x="282228" y="48777"/>
                    <a:pt x="281892" y="48777"/>
                  </a:cubicBezTo>
                  <a:cubicBezTo>
                    <a:pt x="281555" y="48777"/>
                    <a:pt x="279940" y="48576"/>
                    <a:pt x="279940" y="48576"/>
                  </a:cubicBezTo>
                  <a:cubicBezTo>
                    <a:pt x="279940" y="48576"/>
                    <a:pt x="277012" y="49013"/>
                    <a:pt x="276137" y="49013"/>
                  </a:cubicBezTo>
                  <a:cubicBezTo>
                    <a:pt x="275262" y="49013"/>
                    <a:pt x="274521" y="49652"/>
                    <a:pt x="274185" y="49787"/>
                  </a:cubicBezTo>
                  <a:cubicBezTo>
                    <a:pt x="273849" y="49888"/>
                    <a:pt x="273209" y="50863"/>
                    <a:pt x="273209" y="50863"/>
                  </a:cubicBezTo>
                  <a:cubicBezTo>
                    <a:pt x="273209" y="50863"/>
                    <a:pt x="271897" y="52915"/>
                    <a:pt x="271594" y="53252"/>
                  </a:cubicBezTo>
                  <a:cubicBezTo>
                    <a:pt x="271257" y="53588"/>
                    <a:pt x="270718" y="54664"/>
                    <a:pt x="270718" y="54664"/>
                  </a:cubicBezTo>
                  <a:lnTo>
                    <a:pt x="270382" y="58264"/>
                  </a:lnTo>
                  <a:cubicBezTo>
                    <a:pt x="270382" y="58264"/>
                    <a:pt x="267791" y="61292"/>
                    <a:pt x="267017" y="61426"/>
                  </a:cubicBezTo>
                  <a:cubicBezTo>
                    <a:pt x="266243" y="61527"/>
                    <a:pt x="265502" y="63041"/>
                    <a:pt x="265502" y="63041"/>
                  </a:cubicBezTo>
                  <a:cubicBezTo>
                    <a:pt x="265502" y="63041"/>
                    <a:pt x="264291" y="66741"/>
                    <a:pt x="263988" y="67279"/>
                  </a:cubicBezTo>
                  <a:cubicBezTo>
                    <a:pt x="263651" y="67818"/>
                    <a:pt x="261262" y="70980"/>
                    <a:pt x="261262" y="70980"/>
                  </a:cubicBezTo>
                  <a:cubicBezTo>
                    <a:pt x="261262" y="70980"/>
                    <a:pt x="260084" y="72931"/>
                    <a:pt x="259613" y="73469"/>
                  </a:cubicBezTo>
                  <a:cubicBezTo>
                    <a:pt x="259175" y="74007"/>
                    <a:pt x="257223" y="76059"/>
                    <a:pt x="256886" y="76396"/>
                  </a:cubicBezTo>
                  <a:cubicBezTo>
                    <a:pt x="256550" y="76732"/>
                    <a:pt x="255574" y="78145"/>
                    <a:pt x="254262" y="79020"/>
                  </a:cubicBezTo>
                  <a:cubicBezTo>
                    <a:pt x="252949" y="79894"/>
                    <a:pt x="253185" y="79793"/>
                    <a:pt x="252848" y="79894"/>
                  </a:cubicBezTo>
                  <a:cubicBezTo>
                    <a:pt x="252511" y="79995"/>
                    <a:pt x="251334" y="80231"/>
                    <a:pt x="249482" y="80769"/>
                  </a:cubicBezTo>
                  <a:cubicBezTo>
                    <a:pt x="247631" y="81307"/>
                    <a:pt x="245882" y="80769"/>
                    <a:pt x="245343" y="81004"/>
                  </a:cubicBezTo>
                  <a:cubicBezTo>
                    <a:pt x="244805" y="81240"/>
                    <a:pt x="243055" y="82182"/>
                    <a:pt x="242853" y="82619"/>
                  </a:cubicBezTo>
                  <a:cubicBezTo>
                    <a:pt x="242651" y="83056"/>
                    <a:pt x="241978" y="84133"/>
                    <a:pt x="241978" y="84469"/>
                  </a:cubicBezTo>
                  <a:cubicBezTo>
                    <a:pt x="241978" y="84806"/>
                    <a:pt x="241540" y="85781"/>
                    <a:pt x="241439" y="86656"/>
                  </a:cubicBezTo>
                  <a:cubicBezTo>
                    <a:pt x="241338" y="87530"/>
                    <a:pt x="240699" y="90894"/>
                    <a:pt x="240699" y="90894"/>
                  </a:cubicBezTo>
                  <a:cubicBezTo>
                    <a:pt x="240699" y="90894"/>
                    <a:pt x="240699" y="92408"/>
                    <a:pt x="240699" y="93485"/>
                  </a:cubicBezTo>
                  <a:cubicBezTo>
                    <a:pt x="240699" y="94561"/>
                    <a:pt x="242449" y="99573"/>
                    <a:pt x="242449" y="99573"/>
                  </a:cubicBezTo>
                  <a:cubicBezTo>
                    <a:pt x="242449" y="99573"/>
                    <a:pt x="242449" y="102399"/>
                    <a:pt x="242449" y="103476"/>
                  </a:cubicBezTo>
                  <a:cubicBezTo>
                    <a:pt x="242449" y="104552"/>
                    <a:pt x="241574" y="110977"/>
                    <a:pt x="241574" y="111414"/>
                  </a:cubicBezTo>
                  <a:cubicBezTo>
                    <a:pt x="241574" y="111852"/>
                    <a:pt x="240497" y="115653"/>
                    <a:pt x="240396" y="116090"/>
                  </a:cubicBezTo>
                  <a:cubicBezTo>
                    <a:pt x="240295" y="116528"/>
                    <a:pt x="234304" y="116427"/>
                    <a:pt x="234304" y="116427"/>
                  </a:cubicBezTo>
                  <a:lnTo>
                    <a:pt x="229424" y="110002"/>
                  </a:lnTo>
                  <a:lnTo>
                    <a:pt x="225621" y="105561"/>
                  </a:lnTo>
                  <a:lnTo>
                    <a:pt x="220607" y="98497"/>
                  </a:lnTo>
                  <a:lnTo>
                    <a:pt x="219092" y="89582"/>
                  </a:lnTo>
                  <a:lnTo>
                    <a:pt x="218217" y="85142"/>
                  </a:lnTo>
                  <a:lnTo>
                    <a:pt x="218554" y="79490"/>
                  </a:lnTo>
                  <a:lnTo>
                    <a:pt x="219092" y="76665"/>
                  </a:lnTo>
                  <a:lnTo>
                    <a:pt x="220169" y="72763"/>
                  </a:lnTo>
                  <a:lnTo>
                    <a:pt x="219833" y="70038"/>
                  </a:lnTo>
                  <a:lnTo>
                    <a:pt x="219833" y="62099"/>
                  </a:lnTo>
                  <a:lnTo>
                    <a:pt x="219294" y="58836"/>
                  </a:lnTo>
                  <a:lnTo>
                    <a:pt x="218958" y="55035"/>
                  </a:lnTo>
                  <a:lnTo>
                    <a:pt x="218083" y="50897"/>
                  </a:lnTo>
                  <a:lnTo>
                    <a:pt x="218083" y="47297"/>
                  </a:lnTo>
                  <a:lnTo>
                    <a:pt x="220203" y="43732"/>
                  </a:lnTo>
                  <a:lnTo>
                    <a:pt x="222323" y="37004"/>
                  </a:lnTo>
                  <a:lnTo>
                    <a:pt x="224915" y="31251"/>
                  </a:lnTo>
                  <a:lnTo>
                    <a:pt x="226429" y="24523"/>
                  </a:lnTo>
                  <a:lnTo>
                    <a:pt x="227304" y="21496"/>
                  </a:lnTo>
                  <a:lnTo>
                    <a:pt x="227742" y="18872"/>
                  </a:lnTo>
                  <a:lnTo>
                    <a:pt x="227102" y="9318"/>
                  </a:lnTo>
                  <a:lnTo>
                    <a:pt x="226766" y="5618"/>
                  </a:lnTo>
                  <a:cubicBezTo>
                    <a:pt x="226766" y="5618"/>
                    <a:pt x="223602" y="1379"/>
                    <a:pt x="223165" y="1379"/>
                  </a:cubicBezTo>
                  <a:cubicBezTo>
                    <a:pt x="222727" y="1379"/>
                    <a:pt x="221549" y="1178"/>
                    <a:pt x="221549" y="1178"/>
                  </a:cubicBezTo>
                  <a:cubicBezTo>
                    <a:pt x="221549" y="1178"/>
                    <a:pt x="220035" y="639"/>
                    <a:pt x="219496" y="538"/>
                  </a:cubicBezTo>
                  <a:cubicBezTo>
                    <a:pt x="218958" y="437"/>
                    <a:pt x="216333" y="0"/>
                    <a:pt x="215256" y="0"/>
                  </a:cubicBezTo>
                  <a:cubicBezTo>
                    <a:pt x="214179" y="0"/>
                    <a:pt x="213203" y="538"/>
                    <a:pt x="211890" y="538"/>
                  </a:cubicBezTo>
                  <a:cubicBezTo>
                    <a:pt x="210578" y="538"/>
                    <a:pt x="208525" y="2388"/>
                    <a:pt x="208525" y="2388"/>
                  </a:cubicBezTo>
                  <a:lnTo>
                    <a:pt x="205900" y="4037"/>
                  </a:lnTo>
                  <a:lnTo>
                    <a:pt x="205900" y="4575"/>
                  </a:lnTo>
                  <a:lnTo>
                    <a:pt x="209602" y="9251"/>
                  </a:lnTo>
                  <a:cubicBezTo>
                    <a:pt x="209602" y="9251"/>
                    <a:pt x="210578" y="10899"/>
                    <a:pt x="210241" y="11000"/>
                  </a:cubicBezTo>
                  <a:cubicBezTo>
                    <a:pt x="209905" y="11101"/>
                    <a:pt x="209063" y="11539"/>
                    <a:pt x="208727" y="11774"/>
                  </a:cubicBezTo>
                  <a:cubicBezTo>
                    <a:pt x="208390" y="12009"/>
                    <a:pt x="207414" y="13826"/>
                    <a:pt x="207414" y="13826"/>
                  </a:cubicBezTo>
                  <a:lnTo>
                    <a:pt x="207852" y="14701"/>
                  </a:lnTo>
                  <a:lnTo>
                    <a:pt x="209501" y="16114"/>
                  </a:lnTo>
                  <a:lnTo>
                    <a:pt x="210140" y="17426"/>
                  </a:lnTo>
                  <a:cubicBezTo>
                    <a:pt x="210140" y="17426"/>
                    <a:pt x="210241" y="19612"/>
                    <a:pt x="210241" y="20049"/>
                  </a:cubicBezTo>
                  <a:cubicBezTo>
                    <a:pt x="210241" y="20487"/>
                    <a:pt x="209905" y="22236"/>
                    <a:pt x="209905" y="22236"/>
                  </a:cubicBezTo>
                  <a:lnTo>
                    <a:pt x="207414" y="22337"/>
                  </a:lnTo>
                  <a:cubicBezTo>
                    <a:pt x="207414" y="22337"/>
                    <a:pt x="204789" y="22438"/>
                    <a:pt x="204486" y="22438"/>
                  </a:cubicBezTo>
                  <a:cubicBezTo>
                    <a:pt x="204150" y="22438"/>
                    <a:pt x="203275" y="23851"/>
                    <a:pt x="203275" y="23851"/>
                  </a:cubicBezTo>
                  <a:lnTo>
                    <a:pt x="205227" y="26441"/>
                  </a:lnTo>
                  <a:lnTo>
                    <a:pt x="204587" y="27517"/>
                  </a:lnTo>
                  <a:lnTo>
                    <a:pt x="201424" y="28829"/>
                  </a:lnTo>
                  <a:lnTo>
                    <a:pt x="200549" y="31218"/>
                  </a:lnTo>
                  <a:cubicBezTo>
                    <a:pt x="200549" y="31218"/>
                    <a:pt x="200751" y="33707"/>
                    <a:pt x="200751" y="34144"/>
                  </a:cubicBezTo>
                  <a:cubicBezTo>
                    <a:pt x="200751" y="34582"/>
                    <a:pt x="200953" y="36331"/>
                    <a:pt x="200953" y="36331"/>
                  </a:cubicBezTo>
                  <a:lnTo>
                    <a:pt x="201929" y="39897"/>
                  </a:lnTo>
                  <a:cubicBezTo>
                    <a:pt x="201929" y="39897"/>
                    <a:pt x="201727" y="40973"/>
                    <a:pt x="201289" y="41209"/>
                  </a:cubicBezTo>
                  <a:cubicBezTo>
                    <a:pt x="200852" y="41444"/>
                    <a:pt x="199001" y="42823"/>
                    <a:pt x="199001" y="42823"/>
                  </a:cubicBezTo>
                  <a:lnTo>
                    <a:pt x="196308" y="43160"/>
                  </a:lnTo>
                  <a:lnTo>
                    <a:pt x="193683" y="43160"/>
                  </a:lnTo>
                  <a:cubicBezTo>
                    <a:pt x="193683" y="43160"/>
                    <a:pt x="192707" y="42790"/>
                    <a:pt x="192371" y="42790"/>
                  </a:cubicBezTo>
                  <a:cubicBezTo>
                    <a:pt x="192034" y="42790"/>
                    <a:pt x="191058" y="42521"/>
                    <a:pt x="191058" y="42521"/>
                  </a:cubicBezTo>
                  <a:lnTo>
                    <a:pt x="190183" y="40569"/>
                  </a:lnTo>
                  <a:lnTo>
                    <a:pt x="190183" y="38181"/>
                  </a:lnTo>
                  <a:lnTo>
                    <a:pt x="190284" y="35692"/>
                  </a:lnTo>
                  <a:lnTo>
                    <a:pt x="190722" y="32092"/>
                  </a:lnTo>
                  <a:lnTo>
                    <a:pt x="191260" y="28930"/>
                  </a:lnTo>
                  <a:lnTo>
                    <a:pt x="190284" y="23178"/>
                  </a:lnTo>
                  <a:lnTo>
                    <a:pt x="189510" y="21597"/>
                  </a:lnTo>
                  <a:cubicBezTo>
                    <a:pt x="189510" y="21597"/>
                    <a:pt x="186044" y="21428"/>
                    <a:pt x="185371" y="21597"/>
                  </a:cubicBezTo>
                  <a:cubicBezTo>
                    <a:pt x="185371" y="21597"/>
                    <a:pt x="184495" y="24389"/>
                    <a:pt x="184159" y="24591"/>
                  </a:cubicBezTo>
                  <a:cubicBezTo>
                    <a:pt x="183823" y="24792"/>
                    <a:pt x="183082" y="24490"/>
                    <a:pt x="183082" y="24490"/>
                  </a:cubicBezTo>
                  <a:cubicBezTo>
                    <a:pt x="183082" y="24490"/>
                    <a:pt x="183082" y="24490"/>
                    <a:pt x="182005" y="23716"/>
                  </a:cubicBezTo>
                  <a:cubicBezTo>
                    <a:pt x="180928" y="22942"/>
                    <a:pt x="181366" y="22841"/>
                    <a:pt x="181231" y="21967"/>
                  </a:cubicBezTo>
                  <a:cubicBezTo>
                    <a:pt x="181130" y="21092"/>
                    <a:pt x="178943" y="21967"/>
                    <a:pt x="178943" y="21967"/>
                  </a:cubicBezTo>
                  <a:lnTo>
                    <a:pt x="177866" y="22606"/>
                  </a:lnTo>
                  <a:cubicBezTo>
                    <a:pt x="177866" y="22606"/>
                    <a:pt x="175914" y="23918"/>
                    <a:pt x="175240" y="24120"/>
                  </a:cubicBezTo>
                  <a:cubicBezTo>
                    <a:pt x="174601" y="24322"/>
                    <a:pt x="173928" y="24994"/>
                    <a:pt x="173928" y="24994"/>
                  </a:cubicBezTo>
                  <a:lnTo>
                    <a:pt x="173726" y="26306"/>
                  </a:lnTo>
                  <a:cubicBezTo>
                    <a:pt x="173726" y="26306"/>
                    <a:pt x="175039" y="29031"/>
                    <a:pt x="175342" y="29233"/>
                  </a:cubicBezTo>
                  <a:cubicBezTo>
                    <a:pt x="175678" y="29468"/>
                    <a:pt x="175880" y="32059"/>
                    <a:pt x="175880" y="32496"/>
                  </a:cubicBezTo>
                  <a:cubicBezTo>
                    <a:pt x="175880" y="32933"/>
                    <a:pt x="175678" y="35221"/>
                    <a:pt x="175678" y="35658"/>
                  </a:cubicBezTo>
                  <a:cubicBezTo>
                    <a:pt x="175678" y="36095"/>
                    <a:pt x="175039" y="37407"/>
                    <a:pt x="174702" y="37508"/>
                  </a:cubicBezTo>
                  <a:cubicBezTo>
                    <a:pt x="174366" y="37609"/>
                    <a:pt x="173289" y="39897"/>
                    <a:pt x="173289" y="39897"/>
                  </a:cubicBezTo>
                  <a:lnTo>
                    <a:pt x="171236" y="41545"/>
                  </a:lnTo>
                  <a:cubicBezTo>
                    <a:pt x="171236" y="41545"/>
                    <a:pt x="171236" y="43193"/>
                    <a:pt x="171337" y="43496"/>
                  </a:cubicBezTo>
                  <a:cubicBezTo>
                    <a:pt x="171437" y="43833"/>
                    <a:pt x="173928" y="46759"/>
                    <a:pt x="173928" y="46759"/>
                  </a:cubicBezTo>
                  <a:cubicBezTo>
                    <a:pt x="173928" y="46759"/>
                    <a:pt x="174803" y="49047"/>
                    <a:pt x="174904" y="49820"/>
                  </a:cubicBezTo>
                  <a:cubicBezTo>
                    <a:pt x="175005" y="50594"/>
                    <a:pt x="174904" y="52982"/>
                    <a:pt x="174904" y="52982"/>
                  </a:cubicBezTo>
                  <a:lnTo>
                    <a:pt x="172178" y="55270"/>
                  </a:lnTo>
                  <a:lnTo>
                    <a:pt x="170327" y="57558"/>
                  </a:lnTo>
                  <a:cubicBezTo>
                    <a:pt x="170327" y="57558"/>
                    <a:pt x="168274" y="59408"/>
                    <a:pt x="168139" y="59744"/>
                  </a:cubicBezTo>
                  <a:cubicBezTo>
                    <a:pt x="168039" y="60081"/>
                    <a:pt x="168039" y="61258"/>
                    <a:pt x="168039" y="61594"/>
                  </a:cubicBezTo>
                  <a:cubicBezTo>
                    <a:pt x="168039" y="61931"/>
                    <a:pt x="167937" y="64218"/>
                    <a:pt x="167937" y="65194"/>
                  </a:cubicBezTo>
                  <a:cubicBezTo>
                    <a:pt x="167937" y="66169"/>
                    <a:pt x="168375" y="68558"/>
                    <a:pt x="168375" y="68558"/>
                  </a:cubicBezTo>
                  <a:cubicBezTo>
                    <a:pt x="168375" y="68558"/>
                    <a:pt x="168577" y="71282"/>
                    <a:pt x="168577" y="72359"/>
                  </a:cubicBezTo>
                  <a:cubicBezTo>
                    <a:pt x="168577" y="73435"/>
                    <a:pt x="168779" y="75723"/>
                    <a:pt x="168779" y="76699"/>
                  </a:cubicBezTo>
                  <a:cubicBezTo>
                    <a:pt x="168779" y="77674"/>
                    <a:pt x="168981" y="78751"/>
                    <a:pt x="168981" y="78751"/>
                  </a:cubicBezTo>
                  <a:lnTo>
                    <a:pt x="170394" y="82013"/>
                  </a:lnTo>
                  <a:cubicBezTo>
                    <a:pt x="170394" y="82013"/>
                    <a:pt x="171572" y="84940"/>
                    <a:pt x="171808" y="85377"/>
                  </a:cubicBezTo>
                  <a:cubicBezTo>
                    <a:pt x="172043" y="85815"/>
                    <a:pt x="173558" y="89078"/>
                    <a:pt x="173558" y="89078"/>
                  </a:cubicBezTo>
                  <a:lnTo>
                    <a:pt x="174736" y="94931"/>
                  </a:lnTo>
                  <a:lnTo>
                    <a:pt x="174399" y="101558"/>
                  </a:lnTo>
                  <a:lnTo>
                    <a:pt x="173962" y="103610"/>
                  </a:lnTo>
                  <a:cubicBezTo>
                    <a:pt x="173962" y="103610"/>
                    <a:pt x="172212" y="108723"/>
                    <a:pt x="172111" y="109060"/>
                  </a:cubicBezTo>
                  <a:cubicBezTo>
                    <a:pt x="172010" y="109396"/>
                    <a:pt x="170899" y="111785"/>
                    <a:pt x="170495" y="111885"/>
                  </a:cubicBezTo>
                  <a:cubicBezTo>
                    <a:pt x="170058" y="111986"/>
                    <a:pt x="167668" y="114711"/>
                    <a:pt x="167668" y="114711"/>
                  </a:cubicBezTo>
                  <a:lnTo>
                    <a:pt x="164841" y="114610"/>
                  </a:lnTo>
                  <a:lnTo>
                    <a:pt x="163327" y="113971"/>
                  </a:lnTo>
                  <a:lnTo>
                    <a:pt x="161476" y="112659"/>
                  </a:lnTo>
                  <a:lnTo>
                    <a:pt x="157908" y="111011"/>
                  </a:lnTo>
                  <a:lnTo>
                    <a:pt x="154981" y="111011"/>
                  </a:lnTo>
                  <a:lnTo>
                    <a:pt x="153029" y="111885"/>
                  </a:lnTo>
                  <a:lnTo>
                    <a:pt x="151817" y="113399"/>
                  </a:lnTo>
                  <a:lnTo>
                    <a:pt x="150942" y="114913"/>
                  </a:lnTo>
                  <a:lnTo>
                    <a:pt x="148552" y="116326"/>
                  </a:lnTo>
                  <a:lnTo>
                    <a:pt x="145288" y="118176"/>
                  </a:lnTo>
                  <a:lnTo>
                    <a:pt x="142898" y="118075"/>
                  </a:lnTo>
                  <a:lnTo>
                    <a:pt x="140846" y="116662"/>
                  </a:lnTo>
                  <a:lnTo>
                    <a:pt x="139230" y="115687"/>
                  </a:lnTo>
                  <a:lnTo>
                    <a:pt x="138692" y="113937"/>
                  </a:lnTo>
                  <a:lnTo>
                    <a:pt x="137918" y="111885"/>
                  </a:lnTo>
                  <a:lnTo>
                    <a:pt x="137918" y="108286"/>
                  </a:lnTo>
                  <a:lnTo>
                    <a:pt x="138961" y="106537"/>
                  </a:lnTo>
                  <a:cubicBezTo>
                    <a:pt x="138961" y="106537"/>
                    <a:pt x="139567" y="104048"/>
                    <a:pt x="139129" y="103375"/>
                  </a:cubicBezTo>
                  <a:cubicBezTo>
                    <a:pt x="138692" y="102736"/>
                    <a:pt x="138692" y="100448"/>
                    <a:pt x="138692" y="100448"/>
                  </a:cubicBezTo>
                  <a:cubicBezTo>
                    <a:pt x="138692" y="100448"/>
                    <a:pt x="138894" y="98833"/>
                    <a:pt x="138894" y="98396"/>
                  </a:cubicBezTo>
                  <a:cubicBezTo>
                    <a:pt x="138894" y="97959"/>
                    <a:pt x="139870" y="96108"/>
                    <a:pt x="139870" y="95671"/>
                  </a:cubicBezTo>
                  <a:cubicBezTo>
                    <a:pt x="139870" y="95234"/>
                    <a:pt x="139668" y="93518"/>
                    <a:pt x="139668" y="93518"/>
                  </a:cubicBezTo>
                  <a:lnTo>
                    <a:pt x="138254" y="89616"/>
                  </a:lnTo>
                  <a:cubicBezTo>
                    <a:pt x="138254" y="89616"/>
                    <a:pt x="137480" y="87867"/>
                    <a:pt x="137480" y="87430"/>
                  </a:cubicBezTo>
                  <a:cubicBezTo>
                    <a:pt x="137480" y="86992"/>
                    <a:pt x="136605" y="85579"/>
                    <a:pt x="136605" y="85579"/>
                  </a:cubicBezTo>
                  <a:cubicBezTo>
                    <a:pt x="136605" y="85579"/>
                    <a:pt x="134855" y="83830"/>
                    <a:pt x="134216" y="84234"/>
                  </a:cubicBezTo>
                  <a:cubicBezTo>
                    <a:pt x="133576" y="84637"/>
                    <a:pt x="132466" y="84267"/>
                    <a:pt x="132466" y="84267"/>
                  </a:cubicBezTo>
                  <a:cubicBezTo>
                    <a:pt x="132466" y="84267"/>
                    <a:pt x="130278" y="84166"/>
                    <a:pt x="129639" y="84267"/>
                  </a:cubicBezTo>
                  <a:cubicBezTo>
                    <a:pt x="128999" y="84368"/>
                    <a:pt x="126374" y="85344"/>
                    <a:pt x="126374" y="85344"/>
                  </a:cubicBezTo>
                  <a:lnTo>
                    <a:pt x="125398" y="86555"/>
                  </a:lnTo>
                  <a:lnTo>
                    <a:pt x="123985" y="89280"/>
                  </a:lnTo>
                  <a:cubicBezTo>
                    <a:pt x="123985" y="89280"/>
                    <a:pt x="123985" y="91231"/>
                    <a:pt x="123985" y="91769"/>
                  </a:cubicBezTo>
                  <a:cubicBezTo>
                    <a:pt x="123985" y="92307"/>
                    <a:pt x="126105" y="94258"/>
                    <a:pt x="126441" y="94595"/>
                  </a:cubicBezTo>
                  <a:cubicBezTo>
                    <a:pt x="126778" y="94931"/>
                    <a:pt x="126812" y="97757"/>
                    <a:pt x="126812" y="97757"/>
                  </a:cubicBezTo>
                  <a:cubicBezTo>
                    <a:pt x="126812" y="97757"/>
                    <a:pt x="127350" y="101121"/>
                    <a:pt x="127014" y="101895"/>
                  </a:cubicBezTo>
                  <a:cubicBezTo>
                    <a:pt x="126677" y="102668"/>
                    <a:pt x="125701" y="103947"/>
                    <a:pt x="125263" y="104518"/>
                  </a:cubicBezTo>
                  <a:cubicBezTo>
                    <a:pt x="124826" y="105057"/>
                    <a:pt x="123413" y="105830"/>
                    <a:pt x="122975" y="106032"/>
                  </a:cubicBezTo>
                  <a:cubicBezTo>
                    <a:pt x="122537" y="106234"/>
                    <a:pt x="120686" y="107983"/>
                    <a:pt x="120686" y="107983"/>
                  </a:cubicBezTo>
                  <a:cubicBezTo>
                    <a:pt x="120686" y="107983"/>
                    <a:pt x="118499" y="109598"/>
                    <a:pt x="118095" y="109598"/>
                  </a:cubicBezTo>
                  <a:cubicBezTo>
                    <a:pt x="117658" y="109598"/>
                    <a:pt x="116244" y="110473"/>
                    <a:pt x="116244" y="110473"/>
                  </a:cubicBezTo>
                  <a:cubicBezTo>
                    <a:pt x="116244" y="110473"/>
                    <a:pt x="114629" y="111448"/>
                    <a:pt x="114191" y="111448"/>
                  </a:cubicBezTo>
                  <a:cubicBezTo>
                    <a:pt x="113754" y="111448"/>
                    <a:pt x="112340" y="112861"/>
                    <a:pt x="112004" y="112861"/>
                  </a:cubicBezTo>
                  <a:cubicBezTo>
                    <a:pt x="111667" y="112861"/>
                    <a:pt x="109816" y="114812"/>
                    <a:pt x="109816" y="114812"/>
                  </a:cubicBezTo>
                  <a:lnTo>
                    <a:pt x="108302" y="115990"/>
                  </a:lnTo>
                  <a:cubicBezTo>
                    <a:pt x="108302" y="115990"/>
                    <a:pt x="106686" y="118042"/>
                    <a:pt x="106249" y="118378"/>
                  </a:cubicBezTo>
                  <a:cubicBezTo>
                    <a:pt x="105811" y="118714"/>
                    <a:pt x="105710" y="120430"/>
                    <a:pt x="105710" y="120430"/>
                  </a:cubicBezTo>
                  <a:cubicBezTo>
                    <a:pt x="105710" y="120430"/>
                    <a:pt x="105172" y="122045"/>
                    <a:pt x="104835" y="122482"/>
                  </a:cubicBezTo>
                  <a:cubicBezTo>
                    <a:pt x="104499" y="122919"/>
                    <a:pt x="104633" y="123559"/>
                    <a:pt x="104499" y="124130"/>
                  </a:cubicBezTo>
                  <a:cubicBezTo>
                    <a:pt x="104398" y="124668"/>
                    <a:pt x="104263" y="126182"/>
                    <a:pt x="104263" y="127292"/>
                  </a:cubicBezTo>
                  <a:cubicBezTo>
                    <a:pt x="104263" y="128369"/>
                    <a:pt x="104364" y="128369"/>
                    <a:pt x="104499" y="128705"/>
                  </a:cubicBezTo>
                  <a:cubicBezTo>
                    <a:pt x="104600" y="129042"/>
                    <a:pt x="104835" y="130455"/>
                    <a:pt x="104835" y="130455"/>
                  </a:cubicBezTo>
                  <a:cubicBezTo>
                    <a:pt x="104835" y="130455"/>
                    <a:pt x="106047" y="132944"/>
                    <a:pt x="106249" y="133381"/>
                  </a:cubicBezTo>
                  <a:cubicBezTo>
                    <a:pt x="106450" y="133819"/>
                    <a:pt x="107225" y="136308"/>
                    <a:pt x="107561" y="137418"/>
                  </a:cubicBezTo>
                  <a:cubicBezTo>
                    <a:pt x="107898" y="138495"/>
                    <a:pt x="108537" y="139470"/>
                    <a:pt x="108537" y="139907"/>
                  </a:cubicBezTo>
                  <a:cubicBezTo>
                    <a:pt x="108537" y="140345"/>
                    <a:pt x="108975" y="143271"/>
                    <a:pt x="109176" y="143709"/>
                  </a:cubicBezTo>
                  <a:cubicBezTo>
                    <a:pt x="109412" y="144146"/>
                    <a:pt x="109951" y="146736"/>
                    <a:pt x="110253" y="148284"/>
                  </a:cubicBezTo>
                  <a:cubicBezTo>
                    <a:pt x="110590" y="149797"/>
                    <a:pt x="110455" y="151547"/>
                    <a:pt x="110455" y="152825"/>
                  </a:cubicBezTo>
                  <a:cubicBezTo>
                    <a:pt x="110455" y="154137"/>
                    <a:pt x="110018" y="154036"/>
                    <a:pt x="109479" y="155449"/>
                  </a:cubicBezTo>
                  <a:cubicBezTo>
                    <a:pt x="108941" y="156862"/>
                    <a:pt x="108268" y="158375"/>
                    <a:pt x="108167" y="158712"/>
                  </a:cubicBezTo>
                  <a:cubicBezTo>
                    <a:pt x="108066" y="159048"/>
                    <a:pt x="108268" y="161975"/>
                    <a:pt x="108369" y="162311"/>
                  </a:cubicBezTo>
                  <a:cubicBezTo>
                    <a:pt x="108470" y="162648"/>
                    <a:pt x="109984" y="166752"/>
                    <a:pt x="109984" y="166752"/>
                  </a:cubicBezTo>
                  <a:lnTo>
                    <a:pt x="112912" y="168602"/>
                  </a:lnTo>
                  <a:cubicBezTo>
                    <a:pt x="112912" y="168602"/>
                    <a:pt x="113552" y="171428"/>
                    <a:pt x="113552" y="171764"/>
                  </a:cubicBezTo>
                  <a:cubicBezTo>
                    <a:pt x="113552" y="172100"/>
                    <a:pt x="113451" y="173715"/>
                    <a:pt x="113451" y="173715"/>
                  </a:cubicBezTo>
                  <a:cubicBezTo>
                    <a:pt x="113451" y="173715"/>
                    <a:pt x="113451" y="175330"/>
                    <a:pt x="113552" y="175767"/>
                  </a:cubicBezTo>
                  <a:cubicBezTo>
                    <a:pt x="113653" y="176204"/>
                    <a:pt x="115066" y="178795"/>
                    <a:pt x="115302" y="179669"/>
                  </a:cubicBezTo>
                  <a:cubicBezTo>
                    <a:pt x="115537" y="180544"/>
                    <a:pt x="116951" y="182058"/>
                    <a:pt x="117153" y="182394"/>
                  </a:cubicBezTo>
                  <a:cubicBezTo>
                    <a:pt x="117355" y="182731"/>
                    <a:pt x="118667" y="184144"/>
                    <a:pt x="120754" y="185758"/>
                  </a:cubicBezTo>
                  <a:cubicBezTo>
                    <a:pt x="122807" y="187373"/>
                    <a:pt x="122807" y="187709"/>
                    <a:pt x="122807" y="187709"/>
                  </a:cubicBezTo>
                  <a:cubicBezTo>
                    <a:pt x="122807" y="187709"/>
                    <a:pt x="124456" y="188046"/>
                    <a:pt x="125836" y="187911"/>
                  </a:cubicBezTo>
                  <a:cubicBezTo>
                    <a:pt x="127249" y="187810"/>
                    <a:pt x="128225" y="187474"/>
                    <a:pt x="128326" y="187137"/>
                  </a:cubicBezTo>
                  <a:cubicBezTo>
                    <a:pt x="128427" y="186801"/>
                    <a:pt x="128965" y="186061"/>
                    <a:pt x="129201" y="185085"/>
                  </a:cubicBezTo>
                  <a:cubicBezTo>
                    <a:pt x="129403" y="184110"/>
                    <a:pt x="129840" y="182260"/>
                    <a:pt x="129840" y="182260"/>
                  </a:cubicBezTo>
                  <a:lnTo>
                    <a:pt x="131893" y="180309"/>
                  </a:lnTo>
                  <a:cubicBezTo>
                    <a:pt x="131893" y="180309"/>
                    <a:pt x="132970" y="180510"/>
                    <a:pt x="133744" y="180510"/>
                  </a:cubicBezTo>
                  <a:cubicBezTo>
                    <a:pt x="134518" y="180510"/>
                    <a:pt x="135595" y="180948"/>
                    <a:pt x="135595" y="180948"/>
                  </a:cubicBezTo>
                  <a:cubicBezTo>
                    <a:pt x="135595" y="180948"/>
                    <a:pt x="136369" y="180309"/>
                    <a:pt x="136369" y="179871"/>
                  </a:cubicBezTo>
                  <a:cubicBezTo>
                    <a:pt x="136369" y="179434"/>
                    <a:pt x="136706" y="178021"/>
                    <a:pt x="136706" y="178021"/>
                  </a:cubicBezTo>
                  <a:lnTo>
                    <a:pt x="140307" y="177247"/>
                  </a:lnTo>
                  <a:lnTo>
                    <a:pt x="141821" y="177786"/>
                  </a:lnTo>
                  <a:cubicBezTo>
                    <a:pt x="141821" y="177786"/>
                    <a:pt x="143336" y="179434"/>
                    <a:pt x="143672" y="179838"/>
                  </a:cubicBezTo>
                  <a:cubicBezTo>
                    <a:pt x="144009" y="180275"/>
                    <a:pt x="143773" y="181150"/>
                    <a:pt x="143773" y="181150"/>
                  </a:cubicBezTo>
                  <a:cubicBezTo>
                    <a:pt x="143773" y="181150"/>
                    <a:pt x="144211" y="182764"/>
                    <a:pt x="144985" y="183975"/>
                  </a:cubicBezTo>
                  <a:cubicBezTo>
                    <a:pt x="145759" y="185186"/>
                    <a:pt x="147375" y="183975"/>
                    <a:pt x="147375" y="183975"/>
                  </a:cubicBezTo>
                  <a:lnTo>
                    <a:pt x="149125" y="183975"/>
                  </a:lnTo>
                  <a:lnTo>
                    <a:pt x="149899" y="183975"/>
                  </a:lnTo>
                  <a:lnTo>
                    <a:pt x="153264" y="185422"/>
                  </a:lnTo>
                  <a:lnTo>
                    <a:pt x="153466" y="190030"/>
                  </a:lnTo>
                  <a:lnTo>
                    <a:pt x="153466" y="194605"/>
                  </a:lnTo>
                  <a:cubicBezTo>
                    <a:pt x="153466" y="194605"/>
                    <a:pt x="155216" y="206110"/>
                    <a:pt x="155216" y="206985"/>
                  </a:cubicBezTo>
                  <a:cubicBezTo>
                    <a:pt x="155216" y="207859"/>
                    <a:pt x="154139" y="211560"/>
                    <a:pt x="154139" y="211560"/>
                  </a:cubicBezTo>
                  <a:lnTo>
                    <a:pt x="151009" y="219465"/>
                  </a:lnTo>
                  <a:cubicBezTo>
                    <a:pt x="151009" y="219465"/>
                    <a:pt x="150437" y="222930"/>
                    <a:pt x="150437" y="224242"/>
                  </a:cubicBezTo>
                  <a:cubicBezTo>
                    <a:pt x="150437" y="225554"/>
                    <a:pt x="151312" y="232349"/>
                    <a:pt x="151750" y="232652"/>
                  </a:cubicBezTo>
                  <a:cubicBezTo>
                    <a:pt x="152187" y="232921"/>
                    <a:pt x="152490" y="235242"/>
                    <a:pt x="152490" y="235242"/>
                  </a:cubicBezTo>
                  <a:lnTo>
                    <a:pt x="152355" y="243921"/>
                  </a:lnTo>
                  <a:lnTo>
                    <a:pt x="151783" y="248832"/>
                  </a:lnTo>
                  <a:lnTo>
                    <a:pt x="151649" y="255190"/>
                  </a:lnTo>
                  <a:lnTo>
                    <a:pt x="151783" y="259530"/>
                  </a:lnTo>
                  <a:cubicBezTo>
                    <a:pt x="151783" y="259530"/>
                    <a:pt x="151783" y="264038"/>
                    <a:pt x="151783" y="264441"/>
                  </a:cubicBezTo>
                  <a:cubicBezTo>
                    <a:pt x="151783" y="264879"/>
                    <a:pt x="152086" y="265888"/>
                    <a:pt x="151918" y="266325"/>
                  </a:cubicBezTo>
                  <a:cubicBezTo>
                    <a:pt x="151783" y="266762"/>
                    <a:pt x="151480" y="270093"/>
                    <a:pt x="151480" y="270093"/>
                  </a:cubicBezTo>
                  <a:cubicBezTo>
                    <a:pt x="151480" y="270093"/>
                    <a:pt x="150302" y="272279"/>
                    <a:pt x="149899" y="272683"/>
                  </a:cubicBezTo>
                  <a:cubicBezTo>
                    <a:pt x="149495" y="273087"/>
                    <a:pt x="148452" y="275273"/>
                    <a:pt x="148452" y="275273"/>
                  </a:cubicBezTo>
                  <a:cubicBezTo>
                    <a:pt x="148452" y="275273"/>
                    <a:pt x="148754" y="278738"/>
                    <a:pt x="149461" y="279915"/>
                  </a:cubicBezTo>
                  <a:cubicBezTo>
                    <a:pt x="150168" y="281093"/>
                    <a:pt x="151043" y="282674"/>
                    <a:pt x="151043" y="283246"/>
                  </a:cubicBezTo>
                  <a:cubicBezTo>
                    <a:pt x="151043" y="283818"/>
                    <a:pt x="151918" y="289032"/>
                    <a:pt x="151918" y="289604"/>
                  </a:cubicBezTo>
                  <a:cubicBezTo>
                    <a:pt x="151918" y="290176"/>
                    <a:pt x="152658" y="298451"/>
                    <a:pt x="152658" y="299023"/>
                  </a:cubicBezTo>
                  <a:cubicBezTo>
                    <a:pt x="152658" y="299595"/>
                    <a:pt x="149899" y="304674"/>
                    <a:pt x="149899" y="304674"/>
                  </a:cubicBezTo>
                  <a:cubicBezTo>
                    <a:pt x="149899" y="304674"/>
                    <a:pt x="149394" y="309014"/>
                    <a:pt x="148855" y="309888"/>
                  </a:cubicBezTo>
                  <a:cubicBezTo>
                    <a:pt x="148317" y="310763"/>
                    <a:pt x="146264" y="312378"/>
                    <a:pt x="146028" y="312714"/>
                  </a:cubicBezTo>
                  <a:cubicBezTo>
                    <a:pt x="145826" y="313050"/>
                    <a:pt x="144850" y="314564"/>
                    <a:pt x="144177" y="315876"/>
                  </a:cubicBezTo>
                  <a:cubicBezTo>
                    <a:pt x="143538" y="317188"/>
                    <a:pt x="144177" y="317726"/>
                    <a:pt x="144615" y="318601"/>
                  </a:cubicBezTo>
                  <a:cubicBezTo>
                    <a:pt x="145052" y="319476"/>
                    <a:pt x="145490" y="320990"/>
                    <a:pt x="145793" y="321662"/>
                  </a:cubicBezTo>
                  <a:cubicBezTo>
                    <a:pt x="146129" y="322301"/>
                    <a:pt x="146567" y="323849"/>
                    <a:pt x="146432" y="324387"/>
                  </a:cubicBezTo>
                  <a:cubicBezTo>
                    <a:pt x="146331" y="324925"/>
                    <a:pt x="144581" y="325800"/>
                    <a:pt x="144043" y="326002"/>
                  </a:cubicBezTo>
                  <a:cubicBezTo>
                    <a:pt x="143504" y="326237"/>
                    <a:pt x="141552" y="328289"/>
                    <a:pt x="141552" y="328289"/>
                  </a:cubicBezTo>
                  <a:lnTo>
                    <a:pt x="138456" y="331115"/>
                  </a:lnTo>
                  <a:cubicBezTo>
                    <a:pt x="138456" y="331115"/>
                    <a:pt x="137110" y="332360"/>
                    <a:pt x="136942" y="332427"/>
                  </a:cubicBezTo>
                  <a:cubicBezTo>
                    <a:pt x="136773" y="332494"/>
                    <a:pt x="136336" y="333739"/>
                    <a:pt x="136302" y="333941"/>
                  </a:cubicBezTo>
                  <a:cubicBezTo>
                    <a:pt x="136269" y="334143"/>
                    <a:pt x="136538" y="335623"/>
                    <a:pt x="136538" y="335623"/>
                  </a:cubicBezTo>
                  <a:lnTo>
                    <a:pt x="138120" y="337843"/>
                  </a:lnTo>
                  <a:lnTo>
                    <a:pt x="138759" y="338617"/>
                  </a:lnTo>
                  <a:lnTo>
                    <a:pt x="140509" y="338617"/>
                  </a:lnTo>
                  <a:lnTo>
                    <a:pt x="141754" y="338617"/>
                  </a:lnTo>
                  <a:lnTo>
                    <a:pt x="143370" y="341644"/>
                  </a:lnTo>
                  <a:cubicBezTo>
                    <a:pt x="143370" y="341644"/>
                    <a:pt x="143740" y="343461"/>
                    <a:pt x="143908" y="343831"/>
                  </a:cubicBezTo>
                  <a:cubicBezTo>
                    <a:pt x="144076" y="344201"/>
                    <a:pt x="144076" y="345580"/>
                    <a:pt x="144009" y="346488"/>
                  </a:cubicBezTo>
                  <a:cubicBezTo>
                    <a:pt x="143942" y="347397"/>
                    <a:pt x="143908" y="348170"/>
                    <a:pt x="143908" y="348944"/>
                  </a:cubicBezTo>
                  <a:cubicBezTo>
                    <a:pt x="143908" y="349718"/>
                    <a:pt x="143370" y="349650"/>
                    <a:pt x="143370" y="349650"/>
                  </a:cubicBezTo>
                  <a:cubicBezTo>
                    <a:pt x="143370" y="349650"/>
                    <a:pt x="141754" y="350290"/>
                    <a:pt x="141317" y="350458"/>
                  </a:cubicBezTo>
                  <a:cubicBezTo>
                    <a:pt x="140879" y="350626"/>
                    <a:pt x="138826" y="350458"/>
                    <a:pt x="138591" y="350458"/>
                  </a:cubicBezTo>
                  <a:cubicBezTo>
                    <a:pt x="138389" y="350458"/>
                    <a:pt x="136807" y="349819"/>
                    <a:pt x="136571" y="349650"/>
                  </a:cubicBezTo>
                  <a:cubicBezTo>
                    <a:pt x="136369" y="349482"/>
                    <a:pt x="135696" y="348507"/>
                    <a:pt x="135595" y="348305"/>
                  </a:cubicBezTo>
                  <a:cubicBezTo>
                    <a:pt x="135494" y="348103"/>
                    <a:pt x="134788" y="346623"/>
                    <a:pt x="134788" y="346455"/>
                  </a:cubicBezTo>
                  <a:cubicBezTo>
                    <a:pt x="134788" y="346286"/>
                    <a:pt x="133711" y="344975"/>
                    <a:pt x="133273" y="344672"/>
                  </a:cubicBezTo>
                  <a:cubicBezTo>
                    <a:pt x="132836" y="344335"/>
                    <a:pt x="131792" y="343831"/>
                    <a:pt x="131792" y="343831"/>
                  </a:cubicBezTo>
                  <a:lnTo>
                    <a:pt x="130042" y="343831"/>
                  </a:lnTo>
                  <a:lnTo>
                    <a:pt x="127922" y="343831"/>
                  </a:lnTo>
                  <a:cubicBezTo>
                    <a:pt x="127922" y="343831"/>
                    <a:pt x="125701" y="343932"/>
                    <a:pt x="125364" y="343932"/>
                  </a:cubicBezTo>
                  <a:cubicBezTo>
                    <a:pt x="125028" y="343932"/>
                    <a:pt x="124927" y="344268"/>
                    <a:pt x="124994" y="344504"/>
                  </a:cubicBezTo>
                  <a:cubicBezTo>
                    <a:pt x="125062" y="344739"/>
                    <a:pt x="125701" y="346017"/>
                    <a:pt x="125701" y="346791"/>
                  </a:cubicBezTo>
                  <a:cubicBezTo>
                    <a:pt x="125701" y="347565"/>
                    <a:pt x="126340" y="348406"/>
                    <a:pt x="126340" y="349247"/>
                  </a:cubicBezTo>
                  <a:cubicBezTo>
                    <a:pt x="126340" y="350088"/>
                    <a:pt x="125802" y="350323"/>
                    <a:pt x="125802" y="350323"/>
                  </a:cubicBezTo>
                  <a:lnTo>
                    <a:pt x="125162" y="351131"/>
                  </a:lnTo>
                  <a:cubicBezTo>
                    <a:pt x="125162" y="351131"/>
                    <a:pt x="124288" y="352611"/>
                    <a:pt x="124254" y="352745"/>
                  </a:cubicBezTo>
                  <a:cubicBezTo>
                    <a:pt x="124186" y="352914"/>
                    <a:pt x="124254" y="355201"/>
                    <a:pt x="124254" y="355201"/>
                  </a:cubicBezTo>
                  <a:lnTo>
                    <a:pt x="124624" y="356345"/>
                  </a:lnTo>
                  <a:lnTo>
                    <a:pt x="126576" y="357657"/>
                  </a:lnTo>
                  <a:cubicBezTo>
                    <a:pt x="126576" y="357657"/>
                    <a:pt x="128427" y="360482"/>
                    <a:pt x="129066" y="360819"/>
                  </a:cubicBezTo>
                  <a:cubicBezTo>
                    <a:pt x="129706" y="361155"/>
                    <a:pt x="130817" y="362669"/>
                    <a:pt x="130817" y="362669"/>
                  </a:cubicBezTo>
                  <a:lnTo>
                    <a:pt x="132230" y="364620"/>
                  </a:lnTo>
                  <a:lnTo>
                    <a:pt x="134417" y="369094"/>
                  </a:lnTo>
                  <a:cubicBezTo>
                    <a:pt x="134417" y="369094"/>
                    <a:pt x="134417" y="371920"/>
                    <a:pt x="134417" y="372357"/>
                  </a:cubicBezTo>
                  <a:cubicBezTo>
                    <a:pt x="134417" y="372794"/>
                    <a:pt x="133543" y="374847"/>
                    <a:pt x="133442" y="375183"/>
                  </a:cubicBezTo>
                  <a:cubicBezTo>
                    <a:pt x="133341" y="375519"/>
                    <a:pt x="132365" y="378782"/>
                    <a:pt x="132365" y="378782"/>
                  </a:cubicBezTo>
                  <a:lnTo>
                    <a:pt x="131927" y="380834"/>
                  </a:lnTo>
                  <a:lnTo>
                    <a:pt x="130413" y="382886"/>
                  </a:lnTo>
                  <a:cubicBezTo>
                    <a:pt x="130413" y="382886"/>
                    <a:pt x="126071" y="381575"/>
                    <a:pt x="125095" y="380935"/>
                  </a:cubicBezTo>
                  <a:cubicBezTo>
                    <a:pt x="124119" y="380296"/>
                    <a:pt x="122908" y="379085"/>
                    <a:pt x="122908" y="379085"/>
                  </a:cubicBezTo>
                  <a:lnTo>
                    <a:pt x="119643" y="376899"/>
                  </a:lnTo>
                  <a:lnTo>
                    <a:pt x="116480" y="376899"/>
                  </a:lnTo>
                  <a:lnTo>
                    <a:pt x="113215" y="378211"/>
                  </a:lnTo>
                  <a:cubicBezTo>
                    <a:pt x="113215" y="378211"/>
                    <a:pt x="112239" y="379859"/>
                    <a:pt x="112239" y="380263"/>
                  </a:cubicBezTo>
                  <a:cubicBezTo>
                    <a:pt x="112239" y="380700"/>
                    <a:pt x="111028" y="382315"/>
                    <a:pt x="111028" y="382752"/>
                  </a:cubicBezTo>
                  <a:cubicBezTo>
                    <a:pt x="111028" y="383189"/>
                    <a:pt x="109951" y="386755"/>
                    <a:pt x="109951" y="386755"/>
                  </a:cubicBezTo>
                  <a:lnTo>
                    <a:pt x="109614" y="390455"/>
                  </a:lnTo>
                  <a:lnTo>
                    <a:pt x="104398" y="396544"/>
                  </a:lnTo>
                  <a:cubicBezTo>
                    <a:pt x="104398" y="396544"/>
                    <a:pt x="102109" y="399370"/>
                    <a:pt x="101806" y="399370"/>
                  </a:cubicBezTo>
                  <a:cubicBezTo>
                    <a:pt x="101470" y="399370"/>
                    <a:pt x="100729" y="400446"/>
                    <a:pt x="100393" y="400682"/>
                  </a:cubicBezTo>
                  <a:cubicBezTo>
                    <a:pt x="100056" y="400884"/>
                    <a:pt x="99316" y="401994"/>
                    <a:pt x="98878" y="401994"/>
                  </a:cubicBezTo>
                  <a:cubicBezTo>
                    <a:pt x="98441" y="401994"/>
                    <a:pt x="96825" y="403205"/>
                    <a:pt x="96825" y="403205"/>
                  </a:cubicBezTo>
                  <a:cubicBezTo>
                    <a:pt x="96825" y="403205"/>
                    <a:pt x="94234" y="405055"/>
                    <a:pt x="93561" y="405055"/>
                  </a:cubicBezTo>
                  <a:cubicBezTo>
                    <a:pt x="92921" y="405055"/>
                    <a:pt x="91811" y="404718"/>
                    <a:pt x="91508" y="404618"/>
                  </a:cubicBezTo>
                  <a:cubicBezTo>
                    <a:pt x="91171" y="404517"/>
                    <a:pt x="90532" y="404281"/>
                    <a:pt x="90532" y="404281"/>
                  </a:cubicBezTo>
                  <a:lnTo>
                    <a:pt x="85753" y="400682"/>
                  </a:lnTo>
                  <a:cubicBezTo>
                    <a:pt x="85753" y="400682"/>
                    <a:pt x="83801" y="397419"/>
                    <a:pt x="83363" y="397755"/>
                  </a:cubicBezTo>
                  <a:cubicBezTo>
                    <a:pt x="82926" y="398092"/>
                    <a:pt x="81411" y="397755"/>
                    <a:pt x="81411" y="397755"/>
                  </a:cubicBezTo>
                  <a:lnTo>
                    <a:pt x="79224" y="397755"/>
                  </a:lnTo>
                  <a:lnTo>
                    <a:pt x="77710" y="398832"/>
                  </a:lnTo>
                  <a:cubicBezTo>
                    <a:pt x="77710" y="398832"/>
                    <a:pt x="77171" y="400345"/>
                    <a:pt x="77171" y="400783"/>
                  </a:cubicBezTo>
                  <a:cubicBezTo>
                    <a:pt x="77171" y="401220"/>
                    <a:pt x="77508" y="402296"/>
                    <a:pt x="77508" y="402296"/>
                  </a:cubicBezTo>
                  <a:lnTo>
                    <a:pt x="79560" y="404348"/>
                  </a:lnTo>
                  <a:lnTo>
                    <a:pt x="81176" y="407813"/>
                  </a:lnTo>
                  <a:lnTo>
                    <a:pt x="81411" y="408991"/>
                  </a:lnTo>
                  <a:lnTo>
                    <a:pt x="79662" y="411615"/>
                  </a:lnTo>
                  <a:lnTo>
                    <a:pt x="78046" y="411615"/>
                  </a:lnTo>
                  <a:lnTo>
                    <a:pt x="76532" y="409865"/>
                  </a:lnTo>
                  <a:lnTo>
                    <a:pt x="74782" y="408991"/>
                  </a:lnTo>
                  <a:lnTo>
                    <a:pt x="73267" y="410740"/>
                  </a:lnTo>
                  <a:cubicBezTo>
                    <a:pt x="73267" y="410740"/>
                    <a:pt x="73065" y="412254"/>
                    <a:pt x="73065" y="413330"/>
                  </a:cubicBezTo>
                  <a:cubicBezTo>
                    <a:pt x="73065" y="414407"/>
                    <a:pt x="73503" y="415618"/>
                    <a:pt x="73503" y="415618"/>
                  </a:cubicBezTo>
                  <a:lnTo>
                    <a:pt x="74041" y="416392"/>
                  </a:lnTo>
                  <a:lnTo>
                    <a:pt x="74142" y="418881"/>
                  </a:lnTo>
                  <a:lnTo>
                    <a:pt x="74479" y="420294"/>
                  </a:lnTo>
                  <a:lnTo>
                    <a:pt x="72964" y="422682"/>
                  </a:lnTo>
                  <a:lnTo>
                    <a:pt x="70373" y="426382"/>
                  </a:lnTo>
                  <a:cubicBezTo>
                    <a:pt x="70373" y="426382"/>
                    <a:pt x="67310" y="428132"/>
                    <a:pt x="66671" y="428132"/>
                  </a:cubicBezTo>
                  <a:cubicBezTo>
                    <a:pt x="66031" y="428132"/>
                    <a:pt x="61017" y="431832"/>
                    <a:pt x="61017" y="431832"/>
                  </a:cubicBezTo>
                  <a:lnTo>
                    <a:pt x="58426" y="434220"/>
                  </a:lnTo>
                  <a:cubicBezTo>
                    <a:pt x="58426" y="434220"/>
                    <a:pt x="57349" y="435970"/>
                    <a:pt x="56675" y="436172"/>
                  </a:cubicBezTo>
                  <a:cubicBezTo>
                    <a:pt x="56036" y="436407"/>
                    <a:pt x="54925" y="439435"/>
                    <a:pt x="54925" y="439435"/>
                  </a:cubicBezTo>
                  <a:lnTo>
                    <a:pt x="51223" y="443337"/>
                  </a:lnTo>
                  <a:lnTo>
                    <a:pt x="47959" y="442900"/>
                  </a:lnTo>
                  <a:lnTo>
                    <a:pt x="44930" y="439435"/>
                  </a:lnTo>
                  <a:lnTo>
                    <a:pt x="39714" y="439435"/>
                  </a:lnTo>
                  <a:lnTo>
                    <a:pt x="36887" y="439435"/>
                  </a:lnTo>
                  <a:cubicBezTo>
                    <a:pt x="36887" y="439435"/>
                    <a:pt x="36011" y="440309"/>
                    <a:pt x="35810" y="440948"/>
                  </a:cubicBezTo>
                  <a:cubicBezTo>
                    <a:pt x="35608" y="441588"/>
                    <a:pt x="33622" y="444212"/>
                    <a:pt x="33622" y="444212"/>
                  </a:cubicBezTo>
                  <a:lnTo>
                    <a:pt x="30795" y="450065"/>
                  </a:lnTo>
                  <a:lnTo>
                    <a:pt x="29045" y="453967"/>
                  </a:lnTo>
                  <a:lnTo>
                    <a:pt x="27093" y="458307"/>
                  </a:lnTo>
                  <a:lnTo>
                    <a:pt x="25579" y="460897"/>
                  </a:lnTo>
                  <a:lnTo>
                    <a:pt x="24502" y="463722"/>
                  </a:lnTo>
                  <a:lnTo>
                    <a:pt x="24939" y="466346"/>
                  </a:lnTo>
                  <a:cubicBezTo>
                    <a:pt x="24939" y="466346"/>
                    <a:pt x="24939" y="470249"/>
                    <a:pt x="24939" y="470921"/>
                  </a:cubicBezTo>
                  <a:cubicBezTo>
                    <a:pt x="24939" y="471561"/>
                    <a:pt x="26891" y="476775"/>
                    <a:pt x="28641" y="477649"/>
                  </a:cubicBezTo>
                  <a:cubicBezTo>
                    <a:pt x="30391" y="478524"/>
                    <a:pt x="31670" y="479600"/>
                    <a:pt x="31670" y="479600"/>
                  </a:cubicBezTo>
                  <a:cubicBezTo>
                    <a:pt x="31670" y="479600"/>
                    <a:pt x="29920" y="482863"/>
                    <a:pt x="29281" y="484175"/>
                  </a:cubicBezTo>
                  <a:cubicBezTo>
                    <a:pt x="28641" y="485487"/>
                    <a:pt x="26016" y="484175"/>
                    <a:pt x="26016" y="484175"/>
                  </a:cubicBezTo>
                  <a:lnTo>
                    <a:pt x="21035" y="486564"/>
                  </a:lnTo>
                  <a:lnTo>
                    <a:pt x="17131" y="488078"/>
                  </a:lnTo>
                  <a:lnTo>
                    <a:pt x="16054" y="488078"/>
                  </a:lnTo>
                  <a:lnTo>
                    <a:pt x="13026" y="489390"/>
                  </a:lnTo>
                  <a:lnTo>
                    <a:pt x="11073" y="491340"/>
                  </a:lnTo>
                  <a:cubicBezTo>
                    <a:pt x="11073" y="491340"/>
                    <a:pt x="9559" y="493292"/>
                    <a:pt x="8684" y="493292"/>
                  </a:cubicBezTo>
                  <a:cubicBezTo>
                    <a:pt x="7809" y="493292"/>
                    <a:pt x="6497" y="494604"/>
                    <a:pt x="6497" y="494604"/>
                  </a:cubicBezTo>
                  <a:lnTo>
                    <a:pt x="3468" y="496790"/>
                  </a:lnTo>
                  <a:lnTo>
                    <a:pt x="3030" y="498102"/>
                  </a:lnTo>
                  <a:lnTo>
                    <a:pt x="1280" y="503955"/>
                  </a:lnTo>
                  <a:cubicBezTo>
                    <a:pt x="1280" y="503955"/>
                    <a:pt x="1078" y="505907"/>
                    <a:pt x="1078" y="506781"/>
                  </a:cubicBezTo>
                  <a:cubicBezTo>
                    <a:pt x="1078" y="507656"/>
                    <a:pt x="1280" y="510246"/>
                    <a:pt x="1280" y="510919"/>
                  </a:cubicBezTo>
                  <a:cubicBezTo>
                    <a:pt x="1280" y="511558"/>
                    <a:pt x="640" y="513307"/>
                    <a:pt x="640" y="513307"/>
                  </a:cubicBezTo>
                  <a:cubicBezTo>
                    <a:pt x="640" y="513307"/>
                    <a:pt x="640" y="518521"/>
                    <a:pt x="640" y="519396"/>
                  </a:cubicBezTo>
                  <a:cubicBezTo>
                    <a:pt x="640" y="520271"/>
                    <a:pt x="540" y="520708"/>
                    <a:pt x="102" y="521986"/>
                  </a:cubicBezTo>
                  <a:cubicBezTo>
                    <a:pt x="-335" y="523298"/>
                    <a:pt x="775" y="523937"/>
                    <a:pt x="775" y="523937"/>
                  </a:cubicBezTo>
                  <a:cubicBezTo>
                    <a:pt x="775" y="523937"/>
                    <a:pt x="-32" y="527402"/>
                    <a:pt x="775" y="529589"/>
                  </a:cubicBezTo>
                  <a:cubicBezTo>
                    <a:pt x="1583" y="531775"/>
                    <a:pt x="4982" y="533289"/>
                    <a:pt x="4982" y="533289"/>
                  </a:cubicBezTo>
                  <a:cubicBezTo>
                    <a:pt x="4982" y="533289"/>
                    <a:pt x="10838" y="533289"/>
                    <a:pt x="12588" y="533289"/>
                  </a:cubicBezTo>
                  <a:cubicBezTo>
                    <a:pt x="14338" y="533289"/>
                    <a:pt x="13026" y="536990"/>
                    <a:pt x="13026" y="536990"/>
                  </a:cubicBezTo>
                  <a:cubicBezTo>
                    <a:pt x="13026" y="536990"/>
                    <a:pt x="14540" y="542204"/>
                    <a:pt x="15213" y="542843"/>
                  </a:cubicBezTo>
                  <a:cubicBezTo>
                    <a:pt x="15852" y="543482"/>
                    <a:pt x="14338" y="547182"/>
                    <a:pt x="14338" y="547182"/>
                  </a:cubicBezTo>
                  <a:lnTo>
                    <a:pt x="14977" y="551757"/>
                  </a:lnTo>
                  <a:cubicBezTo>
                    <a:pt x="14977" y="551757"/>
                    <a:pt x="17602" y="553271"/>
                    <a:pt x="18444" y="554146"/>
                  </a:cubicBezTo>
                  <a:cubicBezTo>
                    <a:pt x="19319" y="555021"/>
                    <a:pt x="21708" y="555895"/>
                    <a:pt x="22348" y="556097"/>
                  </a:cubicBezTo>
                  <a:cubicBezTo>
                    <a:pt x="22987" y="556332"/>
                    <a:pt x="22583" y="557611"/>
                    <a:pt x="22583" y="558485"/>
                  </a:cubicBezTo>
                  <a:cubicBezTo>
                    <a:pt x="22583" y="559360"/>
                    <a:pt x="22583" y="560672"/>
                    <a:pt x="20194" y="563060"/>
                  </a:cubicBezTo>
                  <a:cubicBezTo>
                    <a:pt x="17804" y="565449"/>
                    <a:pt x="17367" y="565886"/>
                    <a:pt x="17367" y="565886"/>
                  </a:cubicBezTo>
                  <a:cubicBezTo>
                    <a:pt x="17367" y="565886"/>
                    <a:pt x="15852" y="566963"/>
                    <a:pt x="14102" y="566963"/>
                  </a:cubicBezTo>
                  <a:cubicBezTo>
                    <a:pt x="12352" y="566963"/>
                    <a:pt x="11275" y="569351"/>
                    <a:pt x="10636" y="569788"/>
                  </a:cubicBezTo>
                  <a:cubicBezTo>
                    <a:pt x="9997" y="570225"/>
                    <a:pt x="9323" y="572177"/>
                    <a:pt x="8684" y="572412"/>
                  </a:cubicBezTo>
                  <a:cubicBezTo>
                    <a:pt x="8045" y="572614"/>
                    <a:pt x="6497" y="574599"/>
                    <a:pt x="5857" y="575002"/>
                  </a:cubicBezTo>
                  <a:cubicBezTo>
                    <a:pt x="5218" y="575440"/>
                    <a:pt x="1717" y="578905"/>
                    <a:pt x="1078" y="580217"/>
                  </a:cubicBezTo>
                  <a:cubicBezTo>
                    <a:pt x="439" y="581528"/>
                    <a:pt x="1078" y="582605"/>
                    <a:pt x="1078" y="585868"/>
                  </a:cubicBezTo>
                  <a:cubicBezTo>
                    <a:pt x="1078" y="589131"/>
                    <a:pt x="1717" y="587617"/>
                    <a:pt x="2155" y="588256"/>
                  </a:cubicBezTo>
                  <a:cubicBezTo>
                    <a:pt x="2592" y="588895"/>
                    <a:pt x="5857" y="590645"/>
                    <a:pt x="7371" y="591082"/>
                  </a:cubicBezTo>
                  <a:cubicBezTo>
                    <a:pt x="8886" y="591519"/>
                    <a:pt x="15415" y="592394"/>
                    <a:pt x="15415" y="592394"/>
                  </a:cubicBezTo>
                  <a:cubicBezTo>
                    <a:pt x="15415" y="592394"/>
                    <a:pt x="18679" y="592394"/>
                    <a:pt x="20631" y="592394"/>
                  </a:cubicBezTo>
                  <a:cubicBezTo>
                    <a:pt x="22583" y="592394"/>
                    <a:pt x="24098" y="589568"/>
                    <a:pt x="24098" y="589568"/>
                  </a:cubicBezTo>
                  <a:lnTo>
                    <a:pt x="28237" y="586945"/>
                  </a:lnTo>
                  <a:lnTo>
                    <a:pt x="34329" y="585868"/>
                  </a:lnTo>
                  <a:lnTo>
                    <a:pt x="39343" y="582840"/>
                  </a:lnTo>
                  <a:lnTo>
                    <a:pt x="48699" y="581091"/>
                  </a:lnTo>
                  <a:lnTo>
                    <a:pt x="54791" y="577391"/>
                  </a:lnTo>
                  <a:cubicBezTo>
                    <a:pt x="54791" y="577391"/>
                    <a:pt x="60647" y="577189"/>
                    <a:pt x="61522" y="577189"/>
                  </a:cubicBezTo>
                  <a:cubicBezTo>
                    <a:pt x="62397" y="577189"/>
                    <a:pt x="66301" y="578064"/>
                    <a:pt x="69363" y="578064"/>
                  </a:cubicBezTo>
                  <a:cubicBezTo>
                    <a:pt x="72392" y="578064"/>
                    <a:pt x="76094" y="578265"/>
                    <a:pt x="76767" y="578064"/>
                  </a:cubicBezTo>
                  <a:cubicBezTo>
                    <a:pt x="77407" y="577862"/>
                    <a:pt x="81344" y="576987"/>
                    <a:pt x="81546" y="576112"/>
                  </a:cubicBezTo>
                  <a:cubicBezTo>
                    <a:pt x="81782" y="575238"/>
                    <a:pt x="85013" y="572210"/>
                    <a:pt x="86763" y="571537"/>
                  </a:cubicBezTo>
                  <a:cubicBezTo>
                    <a:pt x="88513" y="570898"/>
                    <a:pt x="93729" y="569788"/>
                    <a:pt x="93729" y="569788"/>
                  </a:cubicBezTo>
                  <a:lnTo>
                    <a:pt x="98946" y="569788"/>
                  </a:lnTo>
                  <a:lnTo>
                    <a:pt x="100023" y="571639"/>
                  </a:lnTo>
                  <a:cubicBezTo>
                    <a:pt x="100023" y="571639"/>
                    <a:pt x="102850" y="576314"/>
                    <a:pt x="103489" y="576953"/>
                  </a:cubicBezTo>
                  <a:cubicBezTo>
                    <a:pt x="104128" y="577593"/>
                    <a:pt x="106955" y="579981"/>
                    <a:pt x="106955" y="579981"/>
                  </a:cubicBezTo>
                  <a:lnTo>
                    <a:pt x="111869" y="577593"/>
                  </a:lnTo>
                  <a:cubicBezTo>
                    <a:pt x="111869" y="577593"/>
                    <a:pt x="118061" y="574767"/>
                    <a:pt x="119138" y="574565"/>
                  </a:cubicBezTo>
                  <a:cubicBezTo>
                    <a:pt x="120215" y="574330"/>
                    <a:pt x="122840" y="574330"/>
                    <a:pt x="124792" y="574565"/>
                  </a:cubicBezTo>
                  <a:cubicBezTo>
                    <a:pt x="126744" y="574767"/>
                    <a:pt x="128259" y="574565"/>
                    <a:pt x="128259" y="574565"/>
                  </a:cubicBezTo>
                  <a:cubicBezTo>
                    <a:pt x="128259" y="574565"/>
                    <a:pt x="131961" y="576079"/>
                    <a:pt x="132600" y="576314"/>
                  </a:cubicBezTo>
                  <a:cubicBezTo>
                    <a:pt x="133240" y="576516"/>
                    <a:pt x="133240" y="579376"/>
                    <a:pt x="133240" y="579376"/>
                  </a:cubicBezTo>
                  <a:cubicBezTo>
                    <a:pt x="133240" y="579376"/>
                    <a:pt x="131086" y="582403"/>
                    <a:pt x="130413" y="582639"/>
                  </a:cubicBezTo>
                  <a:cubicBezTo>
                    <a:pt x="129773" y="582840"/>
                    <a:pt x="126273" y="587415"/>
                    <a:pt x="126273" y="587415"/>
                  </a:cubicBezTo>
                  <a:lnTo>
                    <a:pt x="123244" y="588929"/>
                  </a:lnTo>
                  <a:cubicBezTo>
                    <a:pt x="123244" y="588929"/>
                    <a:pt x="120215" y="591318"/>
                    <a:pt x="119542" y="591519"/>
                  </a:cubicBezTo>
                  <a:cubicBezTo>
                    <a:pt x="118903" y="591721"/>
                    <a:pt x="115840" y="593033"/>
                    <a:pt x="114965" y="593471"/>
                  </a:cubicBezTo>
                  <a:cubicBezTo>
                    <a:pt x="114090" y="593908"/>
                    <a:pt x="111835" y="596296"/>
                    <a:pt x="111835" y="596296"/>
                  </a:cubicBezTo>
                  <a:cubicBezTo>
                    <a:pt x="111835" y="596296"/>
                    <a:pt x="112138" y="599122"/>
                    <a:pt x="111936" y="599997"/>
                  </a:cubicBezTo>
                  <a:cubicBezTo>
                    <a:pt x="111734" y="600871"/>
                    <a:pt x="111936" y="608911"/>
                    <a:pt x="111936" y="608911"/>
                  </a:cubicBezTo>
                  <a:lnTo>
                    <a:pt x="111936" y="612376"/>
                  </a:lnTo>
                  <a:lnTo>
                    <a:pt x="114561" y="616716"/>
                  </a:lnTo>
                  <a:lnTo>
                    <a:pt x="116076" y="616716"/>
                  </a:lnTo>
                  <a:lnTo>
                    <a:pt x="120215" y="619440"/>
                  </a:lnTo>
                  <a:cubicBezTo>
                    <a:pt x="120215" y="619440"/>
                    <a:pt x="123042" y="624116"/>
                    <a:pt x="123682" y="624554"/>
                  </a:cubicBezTo>
                  <a:cubicBezTo>
                    <a:pt x="124321" y="624991"/>
                    <a:pt x="126307" y="626942"/>
                    <a:pt x="127148" y="627817"/>
                  </a:cubicBezTo>
                  <a:cubicBezTo>
                    <a:pt x="128023" y="628691"/>
                    <a:pt x="126509" y="633031"/>
                    <a:pt x="126509" y="633031"/>
                  </a:cubicBezTo>
                  <a:cubicBezTo>
                    <a:pt x="126509" y="633031"/>
                    <a:pt x="125634" y="640297"/>
                    <a:pt x="125533" y="640734"/>
                  </a:cubicBezTo>
                  <a:cubicBezTo>
                    <a:pt x="125432" y="641171"/>
                    <a:pt x="124994" y="642248"/>
                    <a:pt x="124994" y="642248"/>
                  </a:cubicBezTo>
                  <a:cubicBezTo>
                    <a:pt x="124994" y="642248"/>
                    <a:pt x="123783" y="644300"/>
                    <a:pt x="123581" y="644737"/>
                  </a:cubicBezTo>
                  <a:cubicBezTo>
                    <a:pt x="123345" y="645175"/>
                    <a:pt x="122369" y="647126"/>
                    <a:pt x="122369" y="647126"/>
                  </a:cubicBezTo>
                  <a:lnTo>
                    <a:pt x="122369" y="650288"/>
                  </a:lnTo>
                  <a:lnTo>
                    <a:pt x="124052" y="654527"/>
                  </a:lnTo>
                  <a:lnTo>
                    <a:pt x="126172" y="657891"/>
                  </a:lnTo>
                  <a:lnTo>
                    <a:pt x="129100" y="660615"/>
                  </a:lnTo>
                  <a:lnTo>
                    <a:pt x="128663" y="663542"/>
                  </a:lnTo>
                  <a:cubicBezTo>
                    <a:pt x="128663" y="663542"/>
                    <a:pt x="125836" y="664416"/>
                    <a:pt x="125196" y="664517"/>
                  </a:cubicBezTo>
                  <a:cubicBezTo>
                    <a:pt x="124557" y="664619"/>
                    <a:pt x="125196" y="666367"/>
                    <a:pt x="125196" y="666367"/>
                  </a:cubicBezTo>
                  <a:lnTo>
                    <a:pt x="128461" y="667141"/>
                  </a:lnTo>
                  <a:lnTo>
                    <a:pt x="133139" y="667141"/>
                  </a:lnTo>
                  <a:lnTo>
                    <a:pt x="134350" y="668049"/>
                  </a:lnTo>
                  <a:lnTo>
                    <a:pt x="134115" y="669294"/>
                  </a:lnTo>
                  <a:cubicBezTo>
                    <a:pt x="134115" y="669294"/>
                    <a:pt x="133341" y="670472"/>
                    <a:pt x="133139" y="670808"/>
                  </a:cubicBezTo>
                  <a:cubicBezTo>
                    <a:pt x="132937" y="671144"/>
                    <a:pt x="131826" y="672221"/>
                    <a:pt x="131826" y="672221"/>
                  </a:cubicBezTo>
                  <a:cubicBezTo>
                    <a:pt x="131826" y="672221"/>
                    <a:pt x="130312" y="673095"/>
                    <a:pt x="129975" y="673196"/>
                  </a:cubicBezTo>
                  <a:cubicBezTo>
                    <a:pt x="129639" y="673297"/>
                    <a:pt x="127788" y="674811"/>
                    <a:pt x="127350" y="674811"/>
                  </a:cubicBezTo>
                  <a:cubicBezTo>
                    <a:pt x="126913" y="674811"/>
                    <a:pt x="127888" y="676661"/>
                    <a:pt x="128124" y="676998"/>
                  </a:cubicBezTo>
                  <a:cubicBezTo>
                    <a:pt x="128326" y="677334"/>
                    <a:pt x="131052" y="678411"/>
                    <a:pt x="131052" y="678411"/>
                  </a:cubicBezTo>
                  <a:lnTo>
                    <a:pt x="131052" y="679924"/>
                  </a:lnTo>
                  <a:lnTo>
                    <a:pt x="128865" y="680698"/>
                  </a:lnTo>
                  <a:cubicBezTo>
                    <a:pt x="128865" y="680698"/>
                    <a:pt x="128225" y="681674"/>
                    <a:pt x="128091" y="682010"/>
                  </a:cubicBezTo>
                  <a:cubicBezTo>
                    <a:pt x="127989" y="682346"/>
                    <a:pt x="126340" y="684634"/>
                    <a:pt x="126340" y="685038"/>
                  </a:cubicBezTo>
                  <a:cubicBezTo>
                    <a:pt x="126340" y="685475"/>
                    <a:pt x="127114" y="687964"/>
                    <a:pt x="127114" y="687964"/>
                  </a:cubicBezTo>
                  <a:lnTo>
                    <a:pt x="130715" y="688503"/>
                  </a:lnTo>
                  <a:lnTo>
                    <a:pt x="137884" y="689579"/>
                  </a:lnTo>
                  <a:lnTo>
                    <a:pt x="141249" y="692203"/>
                  </a:lnTo>
                  <a:lnTo>
                    <a:pt x="145288" y="693817"/>
                  </a:lnTo>
                  <a:lnTo>
                    <a:pt x="151144" y="694793"/>
                  </a:lnTo>
                  <a:lnTo>
                    <a:pt x="155182" y="696441"/>
                  </a:lnTo>
                  <a:lnTo>
                    <a:pt x="166255" y="698830"/>
                  </a:lnTo>
                  <a:lnTo>
                    <a:pt x="168745" y="699469"/>
                  </a:lnTo>
                  <a:cubicBezTo>
                    <a:pt x="168745" y="699469"/>
                    <a:pt x="176015" y="701218"/>
                    <a:pt x="176452" y="701218"/>
                  </a:cubicBezTo>
                  <a:cubicBezTo>
                    <a:pt x="176890" y="701218"/>
                    <a:pt x="182106" y="701656"/>
                    <a:pt x="183856" y="701857"/>
                  </a:cubicBezTo>
                  <a:cubicBezTo>
                    <a:pt x="185606" y="702059"/>
                    <a:pt x="189409" y="702396"/>
                    <a:pt x="189712" y="702497"/>
                  </a:cubicBezTo>
                  <a:cubicBezTo>
                    <a:pt x="190049" y="702597"/>
                    <a:pt x="191024" y="705322"/>
                    <a:pt x="191126" y="705659"/>
                  </a:cubicBezTo>
                  <a:cubicBezTo>
                    <a:pt x="191226" y="705995"/>
                    <a:pt x="190149" y="711411"/>
                    <a:pt x="190149" y="711411"/>
                  </a:cubicBezTo>
                  <a:cubicBezTo>
                    <a:pt x="190149" y="711411"/>
                    <a:pt x="190149" y="713261"/>
                    <a:pt x="190149" y="713699"/>
                  </a:cubicBezTo>
                  <a:cubicBezTo>
                    <a:pt x="190149" y="714136"/>
                    <a:pt x="189611" y="717164"/>
                    <a:pt x="189611" y="717164"/>
                  </a:cubicBezTo>
                  <a:lnTo>
                    <a:pt x="187996" y="718375"/>
                  </a:lnTo>
                  <a:cubicBezTo>
                    <a:pt x="187996" y="718375"/>
                    <a:pt x="185169" y="720326"/>
                    <a:pt x="184630" y="720662"/>
                  </a:cubicBezTo>
                  <a:cubicBezTo>
                    <a:pt x="184092" y="720999"/>
                    <a:pt x="180928" y="722512"/>
                    <a:pt x="180053" y="722815"/>
                  </a:cubicBezTo>
                  <a:cubicBezTo>
                    <a:pt x="179178" y="723151"/>
                    <a:pt x="176452" y="725842"/>
                    <a:pt x="176452" y="725842"/>
                  </a:cubicBezTo>
                  <a:cubicBezTo>
                    <a:pt x="176452" y="725842"/>
                    <a:pt x="173289" y="728466"/>
                    <a:pt x="172986" y="728668"/>
                  </a:cubicBezTo>
                  <a:cubicBezTo>
                    <a:pt x="172649" y="728870"/>
                    <a:pt x="172111" y="730417"/>
                    <a:pt x="171774" y="730518"/>
                  </a:cubicBezTo>
                  <a:cubicBezTo>
                    <a:pt x="171437" y="730619"/>
                    <a:pt x="169822" y="733580"/>
                    <a:pt x="169587" y="734421"/>
                  </a:cubicBezTo>
                  <a:cubicBezTo>
                    <a:pt x="169351" y="735295"/>
                    <a:pt x="168173" y="736910"/>
                    <a:pt x="168173" y="736910"/>
                  </a:cubicBezTo>
                  <a:cubicBezTo>
                    <a:pt x="168173" y="736910"/>
                    <a:pt x="166962" y="739635"/>
                    <a:pt x="166962" y="740072"/>
                  </a:cubicBezTo>
                  <a:cubicBezTo>
                    <a:pt x="166962" y="740509"/>
                    <a:pt x="166086" y="742259"/>
                    <a:pt x="166086" y="742561"/>
                  </a:cubicBezTo>
                  <a:cubicBezTo>
                    <a:pt x="166086" y="742898"/>
                    <a:pt x="165750" y="744613"/>
                    <a:pt x="165750" y="744613"/>
                  </a:cubicBezTo>
                  <a:lnTo>
                    <a:pt x="168476" y="747338"/>
                  </a:lnTo>
                  <a:lnTo>
                    <a:pt x="169014" y="748953"/>
                  </a:lnTo>
                  <a:lnTo>
                    <a:pt x="169351" y="751341"/>
                  </a:lnTo>
                  <a:lnTo>
                    <a:pt x="169149" y="753528"/>
                  </a:lnTo>
                  <a:cubicBezTo>
                    <a:pt x="169149" y="753528"/>
                    <a:pt x="168072" y="754402"/>
                    <a:pt x="168072" y="754840"/>
                  </a:cubicBezTo>
                  <a:cubicBezTo>
                    <a:pt x="168072" y="755277"/>
                    <a:pt x="167971" y="757464"/>
                    <a:pt x="167971" y="757464"/>
                  </a:cubicBezTo>
                  <a:cubicBezTo>
                    <a:pt x="167971" y="757464"/>
                    <a:pt x="166995" y="761063"/>
                    <a:pt x="166995" y="761500"/>
                  </a:cubicBezTo>
                  <a:cubicBezTo>
                    <a:pt x="166995" y="761938"/>
                    <a:pt x="164808" y="765941"/>
                    <a:pt x="164808" y="765941"/>
                  </a:cubicBezTo>
                  <a:lnTo>
                    <a:pt x="162620" y="771592"/>
                  </a:lnTo>
                  <a:cubicBezTo>
                    <a:pt x="162620" y="771592"/>
                    <a:pt x="160668" y="773207"/>
                    <a:pt x="160130" y="773644"/>
                  </a:cubicBezTo>
                  <a:cubicBezTo>
                    <a:pt x="159591" y="774082"/>
                    <a:pt x="157841" y="775495"/>
                    <a:pt x="157538" y="775596"/>
                  </a:cubicBezTo>
                  <a:cubicBezTo>
                    <a:pt x="157202" y="775696"/>
                    <a:pt x="155923" y="778085"/>
                    <a:pt x="155923" y="778085"/>
                  </a:cubicBezTo>
                  <a:lnTo>
                    <a:pt x="153971" y="780810"/>
                  </a:lnTo>
                  <a:lnTo>
                    <a:pt x="153668" y="784376"/>
                  </a:lnTo>
                  <a:lnTo>
                    <a:pt x="153668" y="786562"/>
                  </a:lnTo>
                  <a:lnTo>
                    <a:pt x="152086" y="788849"/>
                  </a:lnTo>
                  <a:lnTo>
                    <a:pt x="150605" y="791137"/>
                  </a:lnTo>
                  <a:lnTo>
                    <a:pt x="147879" y="792886"/>
                  </a:lnTo>
                  <a:lnTo>
                    <a:pt x="144716" y="795073"/>
                  </a:lnTo>
                  <a:lnTo>
                    <a:pt x="142596" y="797798"/>
                  </a:lnTo>
                  <a:cubicBezTo>
                    <a:pt x="142596" y="797798"/>
                    <a:pt x="142427" y="800859"/>
                    <a:pt x="142663" y="801263"/>
                  </a:cubicBezTo>
                  <a:cubicBezTo>
                    <a:pt x="142865" y="801700"/>
                    <a:pt x="142427" y="802675"/>
                    <a:pt x="142663" y="803012"/>
                  </a:cubicBezTo>
                  <a:cubicBezTo>
                    <a:pt x="142865" y="803348"/>
                    <a:pt x="145692" y="805838"/>
                    <a:pt x="145826" y="806174"/>
                  </a:cubicBezTo>
                  <a:cubicBezTo>
                    <a:pt x="145927" y="806510"/>
                    <a:pt x="150269" y="808899"/>
                    <a:pt x="150504" y="809202"/>
                  </a:cubicBezTo>
                  <a:cubicBezTo>
                    <a:pt x="150740" y="809538"/>
                    <a:pt x="157134" y="809975"/>
                    <a:pt x="157134" y="809975"/>
                  </a:cubicBezTo>
                  <a:lnTo>
                    <a:pt x="169519" y="810312"/>
                  </a:lnTo>
                  <a:lnTo>
                    <a:pt x="177361" y="810850"/>
                  </a:lnTo>
                  <a:cubicBezTo>
                    <a:pt x="177361" y="810850"/>
                    <a:pt x="184967" y="811624"/>
                    <a:pt x="185404" y="811624"/>
                  </a:cubicBezTo>
                  <a:cubicBezTo>
                    <a:pt x="185842" y="811624"/>
                    <a:pt x="191159" y="813810"/>
                    <a:pt x="191159" y="813810"/>
                  </a:cubicBezTo>
                  <a:cubicBezTo>
                    <a:pt x="191159" y="813810"/>
                    <a:pt x="195299" y="817510"/>
                    <a:pt x="195736" y="817813"/>
                  </a:cubicBezTo>
                  <a:cubicBezTo>
                    <a:pt x="196174" y="818150"/>
                    <a:pt x="201592" y="819764"/>
                    <a:pt x="201592" y="819764"/>
                  </a:cubicBezTo>
                  <a:lnTo>
                    <a:pt x="205496" y="820101"/>
                  </a:lnTo>
                  <a:cubicBezTo>
                    <a:pt x="205496" y="820101"/>
                    <a:pt x="207684" y="821715"/>
                    <a:pt x="207986" y="821715"/>
                  </a:cubicBezTo>
                  <a:cubicBezTo>
                    <a:pt x="208323" y="821715"/>
                    <a:pt x="211352" y="823666"/>
                    <a:pt x="212126" y="824205"/>
                  </a:cubicBezTo>
                  <a:cubicBezTo>
                    <a:pt x="212900" y="824743"/>
                    <a:pt x="215727" y="825079"/>
                    <a:pt x="216467" y="824978"/>
                  </a:cubicBezTo>
                  <a:cubicBezTo>
                    <a:pt x="217242" y="824878"/>
                    <a:pt x="220607" y="823566"/>
                    <a:pt x="220607" y="823566"/>
                  </a:cubicBezTo>
                  <a:lnTo>
                    <a:pt x="225722" y="823566"/>
                  </a:lnTo>
                  <a:lnTo>
                    <a:pt x="228987" y="823498"/>
                  </a:lnTo>
                  <a:lnTo>
                    <a:pt x="230501" y="826021"/>
                  </a:lnTo>
                  <a:lnTo>
                    <a:pt x="230602" y="828342"/>
                  </a:lnTo>
                  <a:lnTo>
                    <a:pt x="230064" y="830193"/>
                  </a:lnTo>
                  <a:lnTo>
                    <a:pt x="228751" y="832144"/>
                  </a:lnTo>
                  <a:lnTo>
                    <a:pt x="228314" y="832917"/>
                  </a:lnTo>
                  <a:cubicBezTo>
                    <a:pt x="228314" y="832917"/>
                    <a:pt x="227338" y="835407"/>
                    <a:pt x="227001" y="835844"/>
                  </a:cubicBezTo>
                  <a:cubicBezTo>
                    <a:pt x="226665" y="836281"/>
                    <a:pt x="226126" y="839208"/>
                    <a:pt x="226126" y="839208"/>
                  </a:cubicBezTo>
                  <a:lnTo>
                    <a:pt x="224915" y="841832"/>
                  </a:lnTo>
                  <a:lnTo>
                    <a:pt x="224915" y="845196"/>
                  </a:lnTo>
                  <a:lnTo>
                    <a:pt x="224915" y="849233"/>
                  </a:lnTo>
                  <a:cubicBezTo>
                    <a:pt x="224915" y="849233"/>
                    <a:pt x="224376" y="853471"/>
                    <a:pt x="224040" y="853707"/>
                  </a:cubicBezTo>
                  <a:cubicBezTo>
                    <a:pt x="223703" y="853908"/>
                    <a:pt x="223165" y="855019"/>
                    <a:pt x="222189" y="855893"/>
                  </a:cubicBezTo>
                  <a:cubicBezTo>
                    <a:pt x="221213" y="856768"/>
                    <a:pt x="222189" y="858080"/>
                    <a:pt x="222189" y="858080"/>
                  </a:cubicBezTo>
                  <a:lnTo>
                    <a:pt x="223400" y="860266"/>
                  </a:lnTo>
                  <a:lnTo>
                    <a:pt x="225891" y="863429"/>
                  </a:lnTo>
                  <a:cubicBezTo>
                    <a:pt x="225891" y="863429"/>
                    <a:pt x="226530" y="865178"/>
                    <a:pt x="226968" y="865279"/>
                  </a:cubicBezTo>
                  <a:cubicBezTo>
                    <a:pt x="227405" y="865380"/>
                    <a:pt x="229256" y="867129"/>
                    <a:pt x="229256" y="867129"/>
                  </a:cubicBezTo>
                  <a:cubicBezTo>
                    <a:pt x="229256" y="867129"/>
                    <a:pt x="232420" y="867129"/>
                    <a:pt x="232857" y="867129"/>
                  </a:cubicBezTo>
                  <a:cubicBezTo>
                    <a:pt x="233295" y="867129"/>
                    <a:pt x="234910" y="866961"/>
                    <a:pt x="234910" y="866961"/>
                  </a:cubicBezTo>
                  <a:cubicBezTo>
                    <a:pt x="234910" y="866961"/>
                    <a:pt x="236526" y="866591"/>
                    <a:pt x="237401" y="866591"/>
                  </a:cubicBezTo>
                  <a:cubicBezTo>
                    <a:pt x="238276" y="866591"/>
                    <a:pt x="239689" y="867465"/>
                    <a:pt x="240227" y="867566"/>
                  </a:cubicBezTo>
                  <a:cubicBezTo>
                    <a:pt x="240766" y="867667"/>
                    <a:pt x="241540" y="868643"/>
                    <a:pt x="241978" y="868979"/>
                  </a:cubicBezTo>
                  <a:cubicBezTo>
                    <a:pt x="242415" y="869316"/>
                    <a:pt x="242617" y="870392"/>
                    <a:pt x="242617" y="870392"/>
                  </a:cubicBezTo>
                  <a:lnTo>
                    <a:pt x="242819" y="873117"/>
                  </a:lnTo>
                  <a:lnTo>
                    <a:pt x="242617" y="874328"/>
                  </a:lnTo>
                  <a:cubicBezTo>
                    <a:pt x="242617" y="874328"/>
                    <a:pt x="241540" y="876851"/>
                    <a:pt x="241204" y="877389"/>
                  </a:cubicBezTo>
                  <a:cubicBezTo>
                    <a:pt x="240867" y="877927"/>
                    <a:pt x="240901" y="878264"/>
                    <a:pt x="241338" y="879138"/>
                  </a:cubicBezTo>
                  <a:cubicBezTo>
                    <a:pt x="241776" y="880013"/>
                    <a:pt x="240901" y="882401"/>
                    <a:pt x="241338" y="883377"/>
                  </a:cubicBezTo>
                  <a:cubicBezTo>
                    <a:pt x="241776" y="884352"/>
                    <a:pt x="241338" y="884790"/>
                    <a:pt x="241338" y="885664"/>
                  </a:cubicBezTo>
                  <a:cubicBezTo>
                    <a:pt x="241338" y="886539"/>
                    <a:pt x="242213" y="887313"/>
                    <a:pt x="242213" y="887313"/>
                  </a:cubicBezTo>
                  <a:cubicBezTo>
                    <a:pt x="242213" y="887313"/>
                    <a:pt x="243425" y="889701"/>
                    <a:pt x="244704" y="890576"/>
                  </a:cubicBezTo>
                  <a:cubicBezTo>
                    <a:pt x="246016" y="891450"/>
                    <a:pt x="246319" y="890475"/>
                    <a:pt x="246992" y="890138"/>
                  </a:cubicBezTo>
                  <a:cubicBezTo>
                    <a:pt x="247631" y="889802"/>
                    <a:pt x="249382" y="888288"/>
                    <a:pt x="249382" y="888288"/>
                  </a:cubicBezTo>
                  <a:lnTo>
                    <a:pt x="253959" y="887851"/>
                  </a:lnTo>
                  <a:lnTo>
                    <a:pt x="257324" y="889499"/>
                  </a:lnTo>
                  <a:lnTo>
                    <a:pt x="260589" y="888826"/>
                  </a:lnTo>
                  <a:lnTo>
                    <a:pt x="262540" y="885025"/>
                  </a:lnTo>
                  <a:cubicBezTo>
                    <a:pt x="262540" y="885025"/>
                    <a:pt x="269709" y="884386"/>
                    <a:pt x="271459" y="884588"/>
                  </a:cubicBezTo>
                  <a:cubicBezTo>
                    <a:pt x="273209" y="884790"/>
                    <a:pt x="275700" y="887615"/>
                    <a:pt x="275700" y="887615"/>
                  </a:cubicBezTo>
                  <a:cubicBezTo>
                    <a:pt x="275700" y="887615"/>
                    <a:pt x="281017" y="891753"/>
                    <a:pt x="281454" y="891753"/>
                  </a:cubicBezTo>
                  <a:cubicBezTo>
                    <a:pt x="281892" y="891753"/>
                    <a:pt x="285897" y="892628"/>
                    <a:pt x="285897" y="892628"/>
                  </a:cubicBezTo>
                  <a:cubicBezTo>
                    <a:pt x="285897" y="892628"/>
                    <a:pt x="291214" y="892729"/>
                    <a:pt x="292089" y="892729"/>
                  </a:cubicBezTo>
                  <a:cubicBezTo>
                    <a:pt x="292964" y="892729"/>
                    <a:pt x="299157" y="890239"/>
                    <a:pt x="299157" y="890239"/>
                  </a:cubicBezTo>
                  <a:lnTo>
                    <a:pt x="304272" y="886875"/>
                  </a:lnTo>
                  <a:lnTo>
                    <a:pt x="310902" y="882435"/>
                  </a:lnTo>
                  <a:cubicBezTo>
                    <a:pt x="310902" y="882435"/>
                    <a:pt x="319484" y="875539"/>
                    <a:pt x="319854" y="875270"/>
                  </a:cubicBezTo>
                  <a:cubicBezTo>
                    <a:pt x="320224" y="874967"/>
                    <a:pt x="325374" y="871300"/>
                    <a:pt x="326080" y="871199"/>
                  </a:cubicBezTo>
                  <a:cubicBezTo>
                    <a:pt x="326821" y="871132"/>
                    <a:pt x="333484" y="869517"/>
                    <a:pt x="334191" y="869383"/>
                  </a:cubicBezTo>
                  <a:cubicBezTo>
                    <a:pt x="334931" y="869248"/>
                    <a:pt x="340922" y="867936"/>
                    <a:pt x="340922" y="867936"/>
                  </a:cubicBezTo>
                  <a:lnTo>
                    <a:pt x="343682" y="864606"/>
                  </a:lnTo>
                  <a:cubicBezTo>
                    <a:pt x="343682" y="864606"/>
                    <a:pt x="348259" y="861646"/>
                    <a:pt x="348091" y="861343"/>
                  </a:cubicBezTo>
                  <a:cubicBezTo>
                    <a:pt x="347956" y="861040"/>
                    <a:pt x="352230" y="859325"/>
                    <a:pt x="352230" y="859325"/>
                  </a:cubicBezTo>
                  <a:lnTo>
                    <a:pt x="354418" y="859392"/>
                  </a:lnTo>
                  <a:lnTo>
                    <a:pt x="355865" y="859762"/>
                  </a:lnTo>
                  <a:lnTo>
                    <a:pt x="356504" y="861646"/>
                  </a:lnTo>
                  <a:cubicBezTo>
                    <a:pt x="356504" y="861646"/>
                    <a:pt x="355764" y="864404"/>
                    <a:pt x="355562" y="864539"/>
                  </a:cubicBezTo>
                  <a:cubicBezTo>
                    <a:pt x="355360" y="864673"/>
                    <a:pt x="354990" y="865783"/>
                    <a:pt x="354552" y="866355"/>
                  </a:cubicBezTo>
                  <a:cubicBezTo>
                    <a:pt x="354115" y="866927"/>
                    <a:pt x="353374" y="867230"/>
                    <a:pt x="353374" y="867230"/>
                  </a:cubicBezTo>
                  <a:cubicBezTo>
                    <a:pt x="353374" y="867230"/>
                    <a:pt x="351860" y="869181"/>
                    <a:pt x="351557" y="869753"/>
                  </a:cubicBezTo>
                  <a:cubicBezTo>
                    <a:pt x="351254" y="870325"/>
                    <a:pt x="351119" y="870930"/>
                    <a:pt x="351119" y="870930"/>
                  </a:cubicBezTo>
                  <a:lnTo>
                    <a:pt x="352869" y="873319"/>
                  </a:lnTo>
                  <a:lnTo>
                    <a:pt x="354620" y="874193"/>
                  </a:lnTo>
                  <a:lnTo>
                    <a:pt x="354047" y="877221"/>
                  </a:lnTo>
                  <a:cubicBezTo>
                    <a:pt x="354047" y="877221"/>
                    <a:pt x="351288" y="879542"/>
                    <a:pt x="351018" y="880114"/>
                  </a:cubicBezTo>
                  <a:cubicBezTo>
                    <a:pt x="350715" y="880686"/>
                    <a:pt x="350143" y="883747"/>
                    <a:pt x="350143" y="883747"/>
                  </a:cubicBezTo>
                  <a:lnTo>
                    <a:pt x="350143" y="888255"/>
                  </a:lnTo>
                  <a:lnTo>
                    <a:pt x="354215" y="890273"/>
                  </a:lnTo>
                  <a:lnTo>
                    <a:pt x="353913" y="892729"/>
                  </a:lnTo>
                  <a:lnTo>
                    <a:pt x="353038" y="895622"/>
                  </a:lnTo>
                  <a:cubicBezTo>
                    <a:pt x="353038" y="895622"/>
                    <a:pt x="350850" y="897640"/>
                    <a:pt x="350446" y="897808"/>
                  </a:cubicBezTo>
                  <a:cubicBezTo>
                    <a:pt x="350009" y="897943"/>
                    <a:pt x="348124" y="899389"/>
                    <a:pt x="348124" y="899389"/>
                  </a:cubicBezTo>
                  <a:lnTo>
                    <a:pt x="351153" y="902148"/>
                  </a:lnTo>
                  <a:lnTo>
                    <a:pt x="353610" y="904604"/>
                  </a:lnTo>
                  <a:lnTo>
                    <a:pt x="353610" y="908943"/>
                  </a:lnTo>
                  <a:lnTo>
                    <a:pt x="354990" y="914023"/>
                  </a:lnTo>
                  <a:lnTo>
                    <a:pt x="355360" y="917925"/>
                  </a:lnTo>
                  <a:cubicBezTo>
                    <a:pt x="355360" y="917925"/>
                    <a:pt x="356672" y="924451"/>
                    <a:pt x="356807" y="925023"/>
                  </a:cubicBezTo>
                  <a:cubicBezTo>
                    <a:pt x="356942" y="925595"/>
                    <a:pt x="358254" y="928353"/>
                    <a:pt x="358557" y="928925"/>
                  </a:cubicBezTo>
                  <a:cubicBezTo>
                    <a:pt x="358860" y="929497"/>
                    <a:pt x="362192" y="932255"/>
                    <a:pt x="362192" y="932255"/>
                  </a:cubicBezTo>
                  <a:cubicBezTo>
                    <a:pt x="362192" y="932255"/>
                    <a:pt x="364951" y="932962"/>
                    <a:pt x="365524" y="932962"/>
                  </a:cubicBezTo>
                  <a:cubicBezTo>
                    <a:pt x="366096" y="932962"/>
                    <a:pt x="368721" y="933096"/>
                    <a:pt x="369427" y="933096"/>
                  </a:cubicBezTo>
                  <a:cubicBezTo>
                    <a:pt x="370168" y="933096"/>
                    <a:pt x="372759" y="931650"/>
                    <a:pt x="372759" y="931650"/>
                  </a:cubicBezTo>
                  <a:lnTo>
                    <a:pt x="375216" y="928622"/>
                  </a:lnTo>
                  <a:lnTo>
                    <a:pt x="378851" y="926301"/>
                  </a:lnTo>
                  <a:lnTo>
                    <a:pt x="384067" y="926301"/>
                  </a:lnTo>
                  <a:lnTo>
                    <a:pt x="390596" y="926873"/>
                  </a:lnTo>
                  <a:lnTo>
                    <a:pt x="395947" y="931078"/>
                  </a:lnTo>
                  <a:lnTo>
                    <a:pt x="399582" y="935552"/>
                  </a:lnTo>
                  <a:cubicBezTo>
                    <a:pt x="399582" y="935552"/>
                    <a:pt x="405943" y="941506"/>
                    <a:pt x="406549" y="941943"/>
                  </a:cubicBezTo>
                  <a:cubicBezTo>
                    <a:pt x="407121" y="942381"/>
                    <a:pt x="409140" y="941943"/>
                    <a:pt x="409140" y="941943"/>
                  </a:cubicBezTo>
                  <a:lnTo>
                    <a:pt x="410722" y="939488"/>
                  </a:lnTo>
                  <a:lnTo>
                    <a:pt x="413178" y="937907"/>
                  </a:lnTo>
                  <a:cubicBezTo>
                    <a:pt x="413178" y="937907"/>
                    <a:pt x="415501" y="938344"/>
                    <a:pt x="416207" y="937907"/>
                  </a:cubicBezTo>
                  <a:cubicBezTo>
                    <a:pt x="416948" y="937470"/>
                    <a:pt x="418227" y="935317"/>
                    <a:pt x="418832" y="934577"/>
                  </a:cubicBezTo>
                  <a:cubicBezTo>
                    <a:pt x="419405" y="933836"/>
                    <a:pt x="419405" y="931381"/>
                    <a:pt x="419405" y="931381"/>
                  </a:cubicBezTo>
                  <a:lnTo>
                    <a:pt x="417520" y="927479"/>
                  </a:lnTo>
                  <a:lnTo>
                    <a:pt x="414626" y="924585"/>
                  </a:lnTo>
                  <a:lnTo>
                    <a:pt x="412169" y="922399"/>
                  </a:lnTo>
                  <a:lnTo>
                    <a:pt x="411731" y="916747"/>
                  </a:lnTo>
                  <a:cubicBezTo>
                    <a:pt x="411731" y="916747"/>
                    <a:pt x="411866" y="912677"/>
                    <a:pt x="411866" y="912105"/>
                  </a:cubicBezTo>
                  <a:cubicBezTo>
                    <a:pt x="411866" y="911533"/>
                    <a:pt x="412303" y="906757"/>
                    <a:pt x="412303" y="906757"/>
                  </a:cubicBezTo>
                  <a:lnTo>
                    <a:pt x="412606" y="903561"/>
                  </a:lnTo>
                  <a:lnTo>
                    <a:pt x="413919" y="899221"/>
                  </a:lnTo>
                  <a:lnTo>
                    <a:pt x="414356" y="895016"/>
                  </a:lnTo>
                  <a:lnTo>
                    <a:pt x="416376" y="891417"/>
                  </a:lnTo>
                  <a:cubicBezTo>
                    <a:pt x="416376" y="891417"/>
                    <a:pt x="418563" y="888658"/>
                    <a:pt x="419135" y="887649"/>
                  </a:cubicBezTo>
                  <a:cubicBezTo>
                    <a:pt x="419707" y="886640"/>
                    <a:pt x="421592" y="885025"/>
                    <a:pt x="421592" y="885025"/>
                  </a:cubicBezTo>
                  <a:lnTo>
                    <a:pt x="421155" y="881123"/>
                  </a:lnTo>
                  <a:lnTo>
                    <a:pt x="419707" y="877793"/>
                  </a:lnTo>
                  <a:lnTo>
                    <a:pt x="417957" y="875034"/>
                  </a:lnTo>
                  <a:lnTo>
                    <a:pt x="417957" y="871704"/>
                  </a:lnTo>
                  <a:lnTo>
                    <a:pt x="415501" y="863731"/>
                  </a:lnTo>
                  <a:lnTo>
                    <a:pt x="412169" y="856499"/>
                  </a:lnTo>
                  <a:lnTo>
                    <a:pt x="405068" y="846373"/>
                  </a:lnTo>
                  <a:lnTo>
                    <a:pt x="404058" y="838569"/>
                  </a:lnTo>
                  <a:lnTo>
                    <a:pt x="404058" y="834936"/>
                  </a:lnTo>
                  <a:lnTo>
                    <a:pt x="403351" y="830159"/>
                  </a:lnTo>
                  <a:lnTo>
                    <a:pt x="401164" y="823633"/>
                  </a:lnTo>
                  <a:lnTo>
                    <a:pt x="399144" y="819865"/>
                  </a:lnTo>
                  <a:lnTo>
                    <a:pt x="396822" y="816232"/>
                  </a:lnTo>
                  <a:lnTo>
                    <a:pt x="402039" y="812902"/>
                  </a:lnTo>
                  <a:lnTo>
                    <a:pt x="405808" y="810446"/>
                  </a:lnTo>
                  <a:lnTo>
                    <a:pt x="410150" y="803214"/>
                  </a:lnTo>
                  <a:lnTo>
                    <a:pt x="409409" y="796688"/>
                  </a:lnTo>
                  <a:lnTo>
                    <a:pt x="412001" y="790901"/>
                  </a:lnTo>
                  <a:lnTo>
                    <a:pt x="416476" y="788278"/>
                  </a:lnTo>
                  <a:cubicBezTo>
                    <a:pt x="416476" y="788278"/>
                    <a:pt x="420111" y="788715"/>
                    <a:pt x="420683" y="788849"/>
                  </a:cubicBezTo>
                  <a:cubicBezTo>
                    <a:pt x="421256" y="788984"/>
                    <a:pt x="426640" y="794804"/>
                    <a:pt x="427078" y="794635"/>
                  </a:cubicBezTo>
                  <a:cubicBezTo>
                    <a:pt x="427515" y="794501"/>
                    <a:pt x="436198" y="795342"/>
                    <a:pt x="436770" y="795342"/>
                  </a:cubicBezTo>
                  <a:cubicBezTo>
                    <a:pt x="437342" y="795342"/>
                    <a:pt x="448381" y="798807"/>
                    <a:pt x="450670" y="798975"/>
                  </a:cubicBezTo>
                  <a:cubicBezTo>
                    <a:pt x="452992" y="799110"/>
                    <a:pt x="463425" y="803886"/>
                    <a:pt x="464569" y="803886"/>
                  </a:cubicBezTo>
                  <a:cubicBezTo>
                    <a:pt x="465713" y="803886"/>
                    <a:pt x="470357" y="797226"/>
                    <a:pt x="470357" y="797226"/>
                  </a:cubicBezTo>
                  <a:lnTo>
                    <a:pt x="476584" y="788984"/>
                  </a:lnTo>
                  <a:lnTo>
                    <a:pt x="480925" y="778556"/>
                  </a:lnTo>
                  <a:lnTo>
                    <a:pt x="492368" y="768699"/>
                  </a:lnTo>
                  <a:lnTo>
                    <a:pt x="496844" y="761299"/>
                  </a:lnTo>
                  <a:lnTo>
                    <a:pt x="503373" y="762745"/>
                  </a:lnTo>
                  <a:lnTo>
                    <a:pt x="512224" y="765638"/>
                  </a:lnTo>
                  <a:lnTo>
                    <a:pt x="517878" y="771727"/>
                  </a:lnTo>
                  <a:lnTo>
                    <a:pt x="528681" y="778320"/>
                  </a:lnTo>
                  <a:lnTo>
                    <a:pt x="533460" y="783602"/>
                  </a:lnTo>
                  <a:lnTo>
                    <a:pt x="538676" y="788109"/>
                  </a:lnTo>
                  <a:lnTo>
                    <a:pt x="539383" y="792953"/>
                  </a:lnTo>
                  <a:lnTo>
                    <a:pt x="536994" y="796654"/>
                  </a:lnTo>
                  <a:cubicBezTo>
                    <a:pt x="536994" y="796654"/>
                    <a:pt x="541234" y="797663"/>
                    <a:pt x="541402" y="797730"/>
                  </a:cubicBezTo>
                  <a:cubicBezTo>
                    <a:pt x="541571" y="797798"/>
                    <a:pt x="545676" y="802877"/>
                    <a:pt x="545676" y="802877"/>
                  </a:cubicBezTo>
                  <a:lnTo>
                    <a:pt x="549479" y="802877"/>
                  </a:lnTo>
                  <a:lnTo>
                    <a:pt x="554629" y="802406"/>
                  </a:lnTo>
                  <a:lnTo>
                    <a:pt x="557927" y="800960"/>
                  </a:lnTo>
                  <a:lnTo>
                    <a:pt x="561932" y="799311"/>
                  </a:lnTo>
                  <a:lnTo>
                    <a:pt x="567316" y="796553"/>
                  </a:lnTo>
                  <a:lnTo>
                    <a:pt x="569874" y="794602"/>
                  </a:lnTo>
                  <a:lnTo>
                    <a:pt x="570682" y="793189"/>
                  </a:lnTo>
                  <a:lnTo>
                    <a:pt x="570244" y="787537"/>
                  </a:lnTo>
                  <a:lnTo>
                    <a:pt x="571725" y="783366"/>
                  </a:lnTo>
                  <a:lnTo>
                    <a:pt x="574754" y="779330"/>
                  </a:lnTo>
                  <a:lnTo>
                    <a:pt x="579533" y="774216"/>
                  </a:lnTo>
                  <a:cubicBezTo>
                    <a:pt x="579533" y="774216"/>
                    <a:pt x="582124" y="771491"/>
                    <a:pt x="582293" y="771323"/>
                  </a:cubicBezTo>
                  <a:cubicBezTo>
                    <a:pt x="582461" y="771155"/>
                    <a:pt x="584682" y="770516"/>
                    <a:pt x="584682" y="770516"/>
                  </a:cubicBezTo>
                  <a:lnTo>
                    <a:pt x="587947" y="771323"/>
                  </a:lnTo>
                  <a:lnTo>
                    <a:pt x="592086" y="775226"/>
                  </a:lnTo>
                  <a:lnTo>
                    <a:pt x="596091" y="778690"/>
                  </a:lnTo>
                  <a:lnTo>
                    <a:pt x="598144" y="782155"/>
                  </a:lnTo>
                  <a:lnTo>
                    <a:pt x="602048" y="787807"/>
                  </a:lnTo>
                  <a:lnTo>
                    <a:pt x="604707" y="788883"/>
                  </a:lnTo>
                  <a:lnTo>
                    <a:pt x="607298" y="788883"/>
                  </a:lnTo>
                  <a:lnTo>
                    <a:pt x="610361" y="787403"/>
                  </a:lnTo>
                  <a:lnTo>
                    <a:pt x="612649" y="784644"/>
                  </a:lnTo>
                  <a:lnTo>
                    <a:pt x="616015" y="775831"/>
                  </a:lnTo>
                  <a:lnTo>
                    <a:pt x="616015" y="770079"/>
                  </a:lnTo>
                  <a:lnTo>
                    <a:pt x="615039" y="763653"/>
                  </a:lnTo>
                  <a:lnTo>
                    <a:pt x="615914" y="759314"/>
                  </a:lnTo>
                  <a:lnTo>
                    <a:pt x="618640" y="758338"/>
                  </a:lnTo>
                  <a:cubicBezTo>
                    <a:pt x="618640" y="758338"/>
                    <a:pt x="619515" y="758439"/>
                    <a:pt x="619851" y="758574"/>
                  </a:cubicBezTo>
                  <a:cubicBezTo>
                    <a:pt x="620188" y="758675"/>
                    <a:pt x="624092" y="761736"/>
                    <a:pt x="624092" y="761736"/>
                  </a:cubicBezTo>
                  <a:cubicBezTo>
                    <a:pt x="624092" y="761736"/>
                    <a:pt x="627558" y="765537"/>
                    <a:pt x="628332" y="766748"/>
                  </a:cubicBezTo>
                  <a:cubicBezTo>
                    <a:pt x="629106" y="767926"/>
                    <a:pt x="630284" y="770348"/>
                    <a:pt x="630284" y="770785"/>
                  </a:cubicBezTo>
                  <a:cubicBezTo>
                    <a:pt x="630284" y="771222"/>
                    <a:pt x="633650" y="775360"/>
                    <a:pt x="633650" y="775360"/>
                  </a:cubicBezTo>
                  <a:cubicBezTo>
                    <a:pt x="633650" y="775360"/>
                    <a:pt x="638765" y="779700"/>
                    <a:pt x="639203" y="779801"/>
                  </a:cubicBezTo>
                  <a:cubicBezTo>
                    <a:pt x="639640" y="779901"/>
                    <a:pt x="644857" y="784039"/>
                    <a:pt x="644857" y="784039"/>
                  </a:cubicBezTo>
                  <a:lnTo>
                    <a:pt x="650073" y="789690"/>
                  </a:lnTo>
                  <a:cubicBezTo>
                    <a:pt x="650073" y="789690"/>
                    <a:pt x="651386" y="792953"/>
                    <a:pt x="651386" y="793391"/>
                  </a:cubicBezTo>
                  <a:cubicBezTo>
                    <a:pt x="651386" y="793828"/>
                    <a:pt x="653573" y="796755"/>
                    <a:pt x="653573" y="796755"/>
                  </a:cubicBezTo>
                  <a:cubicBezTo>
                    <a:pt x="653573" y="796755"/>
                    <a:pt x="657814" y="798470"/>
                    <a:pt x="658150" y="798067"/>
                  </a:cubicBezTo>
                  <a:cubicBezTo>
                    <a:pt x="658487" y="797629"/>
                    <a:pt x="661179" y="798168"/>
                    <a:pt x="661516" y="798067"/>
                  </a:cubicBezTo>
                  <a:cubicBezTo>
                    <a:pt x="661852" y="797966"/>
                    <a:pt x="662828" y="797091"/>
                    <a:pt x="662828" y="797091"/>
                  </a:cubicBezTo>
                  <a:cubicBezTo>
                    <a:pt x="662828" y="797091"/>
                    <a:pt x="664242" y="793727"/>
                    <a:pt x="664578" y="793492"/>
                  </a:cubicBezTo>
                  <a:cubicBezTo>
                    <a:pt x="664915" y="793256"/>
                    <a:pt x="666530" y="788042"/>
                    <a:pt x="666530" y="788042"/>
                  </a:cubicBezTo>
                  <a:lnTo>
                    <a:pt x="666530" y="784577"/>
                  </a:lnTo>
                  <a:lnTo>
                    <a:pt x="666530" y="779363"/>
                  </a:lnTo>
                  <a:lnTo>
                    <a:pt x="666530" y="775226"/>
                  </a:lnTo>
                  <a:cubicBezTo>
                    <a:pt x="666530" y="775226"/>
                    <a:pt x="668213" y="769238"/>
                    <a:pt x="668213" y="768699"/>
                  </a:cubicBezTo>
                  <a:cubicBezTo>
                    <a:pt x="668213" y="768161"/>
                    <a:pt x="671982" y="766311"/>
                    <a:pt x="672723" y="766210"/>
                  </a:cubicBezTo>
                  <a:cubicBezTo>
                    <a:pt x="673497" y="766109"/>
                    <a:pt x="678814" y="766109"/>
                    <a:pt x="679252" y="766109"/>
                  </a:cubicBezTo>
                  <a:cubicBezTo>
                    <a:pt x="679689" y="766109"/>
                    <a:pt x="684367" y="771424"/>
                    <a:pt x="684367" y="771424"/>
                  </a:cubicBezTo>
                  <a:cubicBezTo>
                    <a:pt x="684367" y="771424"/>
                    <a:pt x="685175" y="773544"/>
                    <a:pt x="685814" y="774519"/>
                  </a:cubicBezTo>
                  <a:cubicBezTo>
                    <a:pt x="686454" y="775461"/>
                    <a:pt x="687497" y="779868"/>
                    <a:pt x="687564" y="780103"/>
                  </a:cubicBezTo>
                  <a:cubicBezTo>
                    <a:pt x="687631" y="780339"/>
                    <a:pt x="690963" y="781415"/>
                    <a:pt x="692713" y="781483"/>
                  </a:cubicBezTo>
                  <a:cubicBezTo>
                    <a:pt x="694463" y="781550"/>
                    <a:pt x="696685" y="781483"/>
                    <a:pt x="697863" y="781483"/>
                  </a:cubicBezTo>
                  <a:cubicBezTo>
                    <a:pt x="699007" y="781483"/>
                    <a:pt x="701699" y="778421"/>
                    <a:pt x="701699" y="778421"/>
                  </a:cubicBezTo>
                  <a:lnTo>
                    <a:pt x="704964" y="775596"/>
                  </a:lnTo>
                  <a:lnTo>
                    <a:pt x="705334" y="770953"/>
                  </a:lnTo>
                  <a:lnTo>
                    <a:pt x="708464" y="767757"/>
                  </a:lnTo>
                  <a:lnTo>
                    <a:pt x="711223" y="765672"/>
                  </a:lnTo>
                  <a:lnTo>
                    <a:pt x="714387" y="767186"/>
                  </a:lnTo>
                  <a:lnTo>
                    <a:pt x="716137" y="768060"/>
                  </a:lnTo>
                  <a:lnTo>
                    <a:pt x="723104" y="768060"/>
                  </a:lnTo>
                  <a:lnTo>
                    <a:pt x="727748" y="768060"/>
                  </a:lnTo>
                  <a:lnTo>
                    <a:pt x="733839" y="766748"/>
                  </a:lnTo>
                  <a:lnTo>
                    <a:pt x="736162" y="763990"/>
                  </a:lnTo>
                  <a:cubicBezTo>
                    <a:pt x="736162" y="763990"/>
                    <a:pt x="741950" y="759919"/>
                    <a:pt x="742556" y="758776"/>
                  </a:cubicBezTo>
                  <a:cubicBezTo>
                    <a:pt x="743128" y="757632"/>
                    <a:pt x="746897" y="758776"/>
                    <a:pt x="746897" y="758776"/>
                  </a:cubicBezTo>
                  <a:lnTo>
                    <a:pt x="750094" y="753259"/>
                  </a:lnTo>
                  <a:lnTo>
                    <a:pt x="750094" y="750366"/>
                  </a:lnTo>
                  <a:lnTo>
                    <a:pt x="747066" y="746901"/>
                  </a:lnTo>
                  <a:lnTo>
                    <a:pt x="743734" y="742831"/>
                  </a:lnTo>
                  <a:lnTo>
                    <a:pt x="742589" y="736473"/>
                  </a:lnTo>
                  <a:lnTo>
                    <a:pt x="749825" y="734454"/>
                  </a:lnTo>
                  <a:lnTo>
                    <a:pt x="756186" y="731696"/>
                  </a:lnTo>
                  <a:lnTo>
                    <a:pt x="762850" y="727491"/>
                  </a:lnTo>
                  <a:lnTo>
                    <a:pt x="770085" y="722848"/>
                  </a:lnTo>
                  <a:lnTo>
                    <a:pt x="776480" y="722848"/>
                  </a:lnTo>
                  <a:lnTo>
                    <a:pt x="782268" y="728634"/>
                  </a:lnTo>
                  <a:lnTo>
                    <a:pt x="784288" y="722848"/>
                  </a:lnTo>
                  <a:lnTo>
                    <a:pt x="786038" y="723151"/>
                  </a:lnTo>
                  <a:lnTo>
                    <a:pt x="791826" y="722008"/>
                  </a:lnTo>
                  <a:lnTo>
                    <a:pt x="791826" y="713329"/>
                  </a:lnTo>
                  <a:lnTo>
                    <a:pt x="792802" y="711075"/>
                  </a:lnTo>
                  <a:lnTo>
                    <a:pt x="797547" y="713766"/>
                  </a:lnTo>
                  <a:lnTo>
                    <a:pt x="814745" y="733041"/>
                  </a:lnTo>
                  <a:lnTo>
                    <a:pt x="820130" y="733613"/>
                  </a:lnTo>
                  <a:lnTo>
                    <a:pt x="821072" y="731292"/>
                  </a:lnTo>
                  <a:close/>
                </a:path>
              </a:pathLst>
            </a:custGeom>
            <a:grpFill/>
            <a:ln w="6350" cap="flat">
              <a:solidFill>
                <a:schemeClr val="bg1"/>
              </a:solidFill>
              <a:prstDash val="solid"/>
              <a:miter/>
            </a:ln>
          </p:spPr>
          <p:txBody>
            <a:bodyPr rtlCol="0" anchor="ctr"/>
            <a:lstStyle/>
            <a:p>
              <a:endParaRPr lang="en-US"/>
            </a:p>
          </p:txBody>
        </p:sp>
        <p:sp>
          <p:nvSpPr>
            <p:cNvPr id="177" name="Freeform 894">
              <a:extLst>
                <a:ext uri="{FF2B5EF4-FFF2-40B4-BE49-F238E27FC236}">
                  <a16:creationId xmlns:a16="http://schemas.microsoft.com/office/drawing/2014/main" id="{9524F189-062D-9578-F3E7-FA6C75A041FF}"/>
                </a:ext>
              </a:extLst>
            </p:cNvPr>
            <p:cNvSpPr/>
            <p:nvPr/>
          </p:nvSpPr>
          <p:spPr>
            <a:xfrm>
              <a:off x="7412913" y="3167111"/>
              <a:ext cx="311268" cy="270392"/>
            </a:xfrm>
            <a:custGeom>
              <a:avLst/>
              <a:gdLst>
                <a:gd name="connsiteX0" fmla="*/ 592758 w 597604"/>
                <a:gd name="connsiteY0" fmla="*/ 357320 h 519126"/>
                <a:gd name="connsiteX1" fmla="*/ 590739 w 597604"/>
                <a:gd name="connsiteY1" fmla="*/ 350660 h 519126"/>
                <a:gd name="connsiteX2" fmla="*/ 583200 w 597604"/>
                <a:gd name="connsiteY2" fmla="*/ 346589 h 519126"/>
                <a:gd name="connsiteX3" fmla="*/ 584344 w 597604"/>
                <a:gd name="connsiteY3" fmla="*/ 342552 h 519126"/>
                <a:gd name="connsiteX4" fmla="*/ 590705 w 597604"/>
                <a:gd name="connsiteY4" fmla="*/ 338348 h 519126"/>
                <a:gd name="connsiteX5" fmla="*/ 587945 w 597604"/>
                <a:gd name="connsiteY5" fmla="*/ 335589 h 519126"/>
                <a:gd name="connsiteX6" fmla="*/ 583167 w 597604"/>
                <a:gd name="connsiteY6" fmla="*/ 335589 h 519126"/>
                <a:gd name="connsiteX7" fmla="*/ 579969 w 597604"/>
                <a:gd name="connsiteY7" fmla="*/ 338785 h 519126"/>
                <a:gd name="connsiteX8" fmla="*/ 577344 w 597604"/>
                <a:gd name="connsiteY8" fmla="*/ 341981 h 519126"/>
                <a:gd name="connsiteX9" fmla="*/ 572431 w 597604"/>
                <a:gd name="connsiteY9" fmla="*/ 338213 h 519126"/>
                <a:gd name="connsiteX10" fmla="*/ 570984 w 597604"/>
                <a:gd name="connsiteY10" fmla="*/ 335623 h 519126"/>
                <a:gd name="connsiteX11" fmla="*/ 570950 w 597604"/>
                <a:gd name="connsiteY11" fmla="*/ 327818 h 519126"/>
                <a:gd name="connsiteX12" fmla="*/ 573306 w 597604"/>
                <a:gd name="connsiteY12" fmla="*/ 322032 h 519126"/>
                <a:gd name="connsiteX13" fmla="*/ 576772 w 597604"/>
                <a:gd name="connsiteY13" fmla="*/ 317121 h 519126"/>
                <a:gd name="connsiteX14" fmla="*/ 579969 w 597604"/>
                <a:gd name="connsiteY14" fmla="*/ 312781 h 519126"/>
                <a:gd name="connsiteX15" fmla="*/ 581820 w 597604"/>
                <a:gd name="connsiteY15" fmla="*/ 306995 h 519126"/>
                <a:gd name="connsiteX16" fmla="*/ 581820 w 597604"/>
                <a:gd name="connsiteY16" fmla="*/ 304102 h 519126"/>
                <a:gd name="connsiteX17" fmla="*/ 577041 w 597604"/>
                <a:gd name="connsiteY17" fmla="*/ 297442 h 519126"/>
                <a:gd name="connsiteX18" fmla="*/ 573272 w 597604"/>
                <a:gd name="connsiteY18" fmla="*/ 294549 h 519126"/>
                <a:gd name="connsiteX19" fmla="*/ 570916 w 597604"/>
                <a:gd name="connsiteY19" fmla="*/ 291925 h 519126"/>
                <a:gd name="connsiteX20" fmla="*/ 574719 w 597604"/>
                <a:gd name="connsiteY20" fmla="*/ 288157 h 519126"/>
                <a:gd name="connsiteX21" fmla="*/ 581787 w 597604"/>
                <a:gd name="connsiteY21" fmla="*/ 284692 h 519126"/>
                <a:gd name="connsiteX22" fmla="*/ 585724 w 597604"/>
                <a:gd name="connsiteY22" fmla="*/ 283549 h 519126"/>
                <a:gd name="connsiteX23" fmla="*/ 589191 w 597604"/>
                <a:gd name="connsiteY23" fmla="*/ 282102 h 519126"/>
                <a:gd name="connsiteX24" fmla="*/ 595854 w 597604"/>
                <a:gd name="connsiteY24" fmla="*/ 277460 h 519126"/>
                <a:gd name="connsiteX25" fmla="*/ 597604 w 597604"/>
                <a:gd name="connsiteY25" fmla="*/ 273389 h 519126"/>
                <a:gd name="connsiteX26" fmla="*/ 594407 w 597604"/>
                <a:gd name="connsiteY26" fmla="*/ 270934 h 519126"/>
                <a:gd name="connsiteX27" fmla="*/ 589763 w 597604"/>
                <a:gd name="connsiteY27" fmla="*/ 269622 h 519126"/>
                <a:gd name="connsiteX28" fmla="*/ 588316 w 597604"/>
                <a:gd name="connsiteY28" fmla="*/ 269622 h 519126"/>
                <a:gd name="connsiteX29" fmla="*/ 588316 w 597604"/>
                <a:gd name="connsiteY29" fmla="*/ 267301 h 519126"/>
                <a:gd name="connsiteX30" fmla="*/ 590066 w 597604"/>
                <a:gd name="connsiteY30" fmla="*/ 263836 h 519126"/>
                <a:gd name="connsiteX31" fmla="*/ 594138 w 597604"/>
                <a:gd name="connsiteY31" fmla="*/ 260943 h 519126"/>
                <a:gd name="connsiteX32" fmla="*/ 595282 w 597604"/>
                <a:gd name="connsiteY32" fmla="*/ 260943 h 519126"/>
                <a:gd name="connsiteX33" fmla="*/ 597604 w 597604"/>
                <a:gd name="connsiteY33" fmla="*/ 257478 h 519126"/>
                <a:gd name="connsiteX34" fmla="*/ 595854 w 597604"/>
                <a:gd name="connsiteY34" fmla="*/ 253138 h 519126"/>
                <a:gd name="connsiteX35" fmla="*/ 591513 w 597604"/>
                <a:gd name="connsiteY35" fmla="*/ 249371 h 519126"/>
                <a:gd name="connsiteX36" fmla="*/ 588046 w 597604"/>
                <a:gd name="connsiteY36" fmla="*/ 245031 h 519126"/>
                <a:gd name="connsiteX37" fmla="*/ 588619 w 597604"/>
                <a:gd name="connsiteY37" fmla="*/ 240254 h 519126"/>
                <a:gd name="connsiteX38" fmla="*/ 582224 w 597604"/>
                <a:gd name="connsiteY38" fmla="*/ 236621 h 519126"/>
                <a:gd name="connsiteX39" fmla="*/ 577883 w 597604"/>
                <a:gd name="connsiteY39" fmla="*/ 236621 h 519126"/>
                <a:gd name="connsiteX40" fmla="*/ 570882 w 597604"/>
                <a:gd name="connsiteY40" fmla="*/ 238371 h 519126"/>
                <a:gd name="connsiteX41" fmla="*/ 568325 w 597604"/>
                <a:gd name="connsiteY41" fmla="*/ 238942 h 519126"/>
                <a:gd name="connsiteX42" fmla="*/ 566003 w 597604"/>
                <a:gd name="connsiteY42" fmla="*/ 242138 h 519126"/>
                <a:gd name="connsiteX43" fmla="*/ 563681 w 597604"/>
                <a:gd name="connsiteY43" fmla="*/ 244459 h 519126"/>
                <a:gd name="connsiteX44" fmla="*/ 559777 w 597604"/>
                <a:gd name="connsiteY44" fmla="*/ 245031 h 519126"/>
                <a:gd name="connsiteX45" fmla="*/ 557892 w 597604"/>
                <a:gd name="connsiteY45" fmla="*/ 242710 h 519126"/>
                <a:gd name="connsiteX46" fmla="*/ 557892 w 597604"/>
                <a:gd name="connsiteY46" fmla="*/ 240961 h 519126"/>
                <a:gd name="connsiteX47" fmla="*/ 554998 w 597604"/>
                <a:gd name="connsiteY47" fmla="*/ 241264 h 519126"/>
                <a:gd name="connsiteX48" fmla="*/ 552103 w 597604"/>
                <a:gd name="connsiteY48" fmla="*/ 242138 h 519126"/>
                <a:gd name="connsiteX49" fmla="*/ 547459 w 597604"/>
                <a:gd name="connsiteY49" fmla="*/ 245334 h 519126"/>
                <a:gd name="connsiteX50" fmla="*/ 540796 w 597604"/>
                <a:gd name="connsiteY50" fmla="*/ 247083 h 519126"/>
                <a:gd name="connsiteX51" fmla="*/ 539045 w 597604"/>
                <a:gd name="connsiteY51" fmla="*/ 247655 h 519126"/>
                <a:gd name="connsiteX52" fmla="*/ 532685 w 597604"/>
                <a:gd name="connsiteY52" fmla="*/ 248799 h 519126"/>
                <a:gd name="connsiteX53" fmla="*/ 524843 w 597604"/>
                <a:gd name="connsiteY53" fmla="*/ 250245 h 519126"/>
                <a:gd name="connsiteX54" fmla="*/ 524843 w 597604"/>
                <a:gd name="connsiteY54" fmla="*/ 246175 h 519126"/>
                <a:gd name="connsiteX55" fmla="*/ 527435 w 597604"/>
                <a:gd name="connsiteY55" fmla="*/ 243282 h 519126"/>
                <a:gd name="connsiteX56" fmla="*/ 530632 w 597604"/>
                <a:gd name="connsiteY56" fmla="*/ 240692 h 519126"/>
                <a:gd name="connsiteX57" fmla="*/ 534704 w 597604"/>
                <a:gd name="connsiteY57" fmla="*/ 236621 h 519126"/>
                <a:gd name="connsiteX58" fmla="*/ 540796 w 597604"/>
                <a:gd name="connsiteY58" fmla="*/ 231104 h 519126"/>
                <a:gd name="connsiteX59" fmla="*/ 541940 w 597604"/>
                <a:gd name="connsiteY59" fmla="*/ 228783 h 519126"/>
                <a:gd name="connsiteX60" fmla="*/ 543690 w 597604"/>
                <a:gd name="connsiteY60" fmla="*/ 226193 h 519126"/>
                <a:gd name="connsiteX61" fmla="*/ 545440 w 597604"/>
                <a:gd name="connsiteY61" fmla="*/ 224746 h 519126"/>
                <a:gd name="connsiteX62" fmla="*/ 550353 w 597604"/>
                <a:gd name="connsiteY62" fmla="*/ 222997 h 519126"/>
                <a:gd name="connsiteX63" fmla="*/ 553248 w 597604"/>
                <a:gd name="connsiteY63" fmla="*/ 221820 h 519126"/>
                <a:gd name="connsiteX64" fmla="*/ 554695 w 597604"/>
                <a:gd name="connsiteY64" fmla="*/ 220373 h 519126"/>
                <a:gd name="connsiteX65" fmla="*/ 554964 w 597604"/>
                <a:gd name="connsiteY65" fmla="*/ 216303 h 519126"/>
                <a:gd name="connsiteX66" fmla="*/ 556411 w 597604"/>
                <a:gd name="connsiteY66" fmla="*/ 211963 h 519126"/>
                <a:gd name="connsiteX67" fmla="*/ 559036 w 597604"/>
                <a:gd name="connsiteY67" fmla="*/ 208499 h 519126"/>
                <a:gd name="connsiteX68" fmla="*/ 561224 w 597604"/>
                <a:gd name="connsiteY68" fmla="*/ 207052 h 519126"/>
                <a:gd name="connsiteX69" fmla="*/ 565733 w 597604"/>
                <a:gd name="connsiteY69" fmla="*/ 207052 h 519126"/>
                <a:gd name="connsiteX70" fmla="*/ 568931 w 597604"/>
                <a:gd name="connsiteY70" fmla="*/ 207052 h 519126"/>
                <a:gd name="connsiteX71" fmla="*/ 573844 w 597604"/>
                <a:gd name="connsiteY71" fmla="*/ 204428 h 519126"/>
                <a:gd name="connsiteX72" fmla="*/ 576469 w 597604"/>
                <a:gd name="connsiteY72" fmla="*/ 202982 h 519126"/>
                <a:gd name="connsiteX73" fmla="*/ 580508 w 597604"/>
                <a:gd name="connsiteY73" fmla="*/ 200661 h 519126"/>
                <a:gd name="connsiteX74" fmla="*/ 585724 w 597604"/>
                <a:gd name="connsiteY74" fmla="*/ 198339 h 519126"/>
                <a:gd name="connsiteX75" fmla="*/ 587441 w 597604"/>
                <a:gd name="connsiteY75" fmla="*/ 196018 h 519126"/>
                <a:gd name="connsiteX76" fmla="*/ 588619 w 597604"/>
                <a:gd name="connsiteY76" fmla="*/ 192822 h 519126"/>
                <a:gd name="connsiteX77" fmla="*/ 588922 w 597604"/>
                <a:gd name="connsiteY77" fmla="*/ 187036 h 519126"/>
                <a:gd name="connsiteX78" fmla="*/ 589224 w 597604"/>
                <a:gd name="connsiteY78" fmla="*/ 181250 h 519126"/>
                <a:gd name="connsiteX79" fmla="*/ 586902 w 597604"/>
                <a:gd name="connsiteY79" fmla="*/ 178055 h 519126"/>
                <a:gd name="connsiteX80" fmla="*/ 582561 w 597604"/>
                <a:gd name="connsiteY80" fmla="*/ 172538 h 519126"/>
                <a:gd name="connsiteX81" fmla="*/ 579969 w 597604"/>
                <a:gd name="connsiteY81" fmla="*/ 170519 h 519126"/>
                <a:gd name="connsiteX82" fmla="*/ 577344 w 597604"/>
                <a:gd name="connsiteY82" fmla="*/ 166180 h 519126"/>
                <a:gd name="connsiteX83" fmla="*/ 575594 w 597604"/>
                <a:gd name="connsiteY83" fmla="*/ 160966 h 519126"/>
                <a:gd name="connsiteX84" fmla="*/ 575897 w 597604"/>
                <a:gd name="connsiteY84" fmla="*/ 154877 h 519126"/>
                <a:gd name="connsiteX85" fmla="*/ 576166 w 597604"/>
                <a:gd name="connsiteY85" fmla="*/ 149966 h 519126"/>
                <a:gd name="connsiteX86" fmla="*/ 573844 w 597604"/>
                <a:gd name="connsiteY86" fmla="*/ 146501 h 519126"/>
                <a:gd name="connsiteX87" fmla="*/ 575291 w 597604"/>
                <a:gd name="connsiteY87" fmla="*/ 142733 h 519126"/>
                <a:gd name="connsiteX88" fmla="*/ 575864 w 597604"/>
                <a:gd name="connsiteY88" fmla="*/ 141589 h 519126"/>
                <a:gd name="connsiteX89" fmla="*/ 577613 w 597604"/>
                <a:gd name="connsiteY89" fmla="*/ 137822 h 519126"/>
                <a:gd name="connsiteX90" fmla="*/ 575594 w 597604"/>
                <a:gd name="connsiteY90" fmla="*/ 131464 h 519126"/>
                <a:gd name="connsiteX91" fmla="*/ 574450 w 597604"/>
                <a:gd name="connsiteY91" fmla="*/ 128268 h 519126"/>
                <a:gd name="connsiteX92" fmla="*/ 577344 w 597604"/>
                <a:gd name="connsiteY92" fmla="*/ 123626 h 519126"/>
                <a:gd name="connsiteX93" fmla="*/ 579094 w 597604"/>
                <a:gd name="connsiteY93" fmla="*/ 119286 h 519126"/>
                <a:gd name="connsiteX94" fmla="*/ 577950 w 597604"/>
                <a:gd name="connsiteY94" fmla="*/ 114947 h 519126"/>
                <a:gd name="connsiteX95" fmla="*/ 577378 w 597604"/>
                <a:gd name="connsiteY95" fmla="*/ 113769 h 519126"/>
                <a:gd name="connsiteX96" fmla="*/ 572734 w 597604"/>
                <a:gd name="connsiteY96" fmla="*/ 110002 h 519126"/>
                <a:gd name="connsiteX97" fmla="*/ 571589 w 597604"/>
                <a:gd name="connsiteY97" fmla="*/ 105359 h 519126"/>
                <a:gd name="connsiteX98" fmla="*/ 570714 w 597604"/>
                <a:gd name="connsiteY98" fmla="*/ 98699 h 519126"/>
                <a:gd name="connsiteX99" fmla="*/ 572161 w 597604"/>
                <a:gd name="connsiteY99" fmla="*/ 93485 h 519126"/>
                <a:gd name="connsiteX100" fmla="*/ 571354 w 597604"/>
                <a:gd name="connsiteY100" fmla="*/ 87833 h 519126"/>
                <a:gd name="connsiteX101" fmla="*/ 571354 w 597604"/>
                <a:gd name="connsiteY101" fmla="*/ 87833 h 519126"/>
                <a:gd name="connsiteX102" fmla="*/ 568594 w 597604"/>
                <a:gd name="connsiteY102" fmla="*/ 87530 h 519126"/>
                <a:gd name="connsiteX103" fmla="*/ 567517 w 597604"/>
                <a:gd name="connsiteY103" fmla="*/ 88842 h 519126"/>
                <a:gd name="connsiteX104" fmla="*/ 564690 w 597604"/>
                <a:gd name="connsiteY104" fmla="*/ 88842 h 519126"/>
                <a:gd name="connsiteX105" fmla="*/ 562738 w 597604"/>
                <a:gd name="connsiteY105" fmla="*/ 90154 h 519126"/>
                <a:gd name="connsiteX106" fmla="*/ 560887 w 597604"/>
                <a:gd name="connsiteY106" fmla="*/ 92980 h 519126"/>
                <a:gd name="connsiteX107" fmla="*/ 559474 w 597604"/>
                <a:gd name="connsiteY107" fmla="*/ 94931 h 519126"/>
                <a:gd name="connsiteX108" fmla="*/ 558969 w 597604"/>
                <a:gd name="connsiteY108" fmla="*/ 97656 h 519126"/>
                <a:gd name="connsiteX109" fmla="*/ 558935 w 597604"/>
                <a:gd name="connsiteY109" fmla="*/ 100044 h 519126"/>
                <a:gd name="connsiteX110" fmla="*/ 558935 w 597604"/>
                <a:gd name="connsiteY110" fmla="*/ 101794 h 519126"/>
                <a:gd name="connsiteX111" fmla="*/ 558935 w 597604"/>
                <a:gd name="connsiteY111" fmla="*/ 103543 h 519126"/>
                <a:gd name="connsiteX112" fmla="*/ 558060 w 597604"/>
                <a:gd name="connsiteY112" fmla="*/ 106369 h 519126"/>
                <a:gd name="connsiteX113" fmla="*/ 557286 w 597604"/>
                <a:gd name="connsiteY113" fmla="*/ 107681 h 519126"/>
                <a:gd name="connsiteX114" fmla="*/ 556209 w 597604"/>
                <a:gd name="connsiteY114" fmla="*/ 109430 h 519126"/>
                <a:gd name="connsiteX115" fmla="*/ 555031 w 597604"/>
                <a:gd name="connsiteY115" fmla="*/ 111919 h 519126"/>
                <a:gd name="connsiteX116" fmla="*/ 554998 w 597604"/>
                <a:gd name="connsiteY116" fmla="*/ 113870 h 519126"/>
                <a:gd name="connsiteX117" fmla="*/ 554998 w 597604"/>
                <a:gd name="connsiteY117" fmla="*/ 116898 h 519126"/>
                <a:gd name="connsiteX118" fmla="*/ 553921 w 597604"/>
                <a:gd name="connsiteY118" fmla="*/ 118748 h 519126"/>
                <a:gd name="connsiteX119" fmla="*/ 552406 w 597604"/>
                <a:gd name="connsiteY119" fmla="*/ 119084 h 519126"/>
                <a:gd name="connsiteX120" fmla="*/ 550454 w 597604"/>
                <a:gd name="connsiteY120" fmla="*/ 118983 h 519126"/>
                <a:gd name="connsiteX121" fmla="*/ 548166 w 597604"/>
                <a:gd name="connsiteY121" fmla="*/ 117772 h 519126"/>
                <a:gd name="connsiteX122" fmla="*/ 546651 w 597604"/>
                <a:gd name="connsiteY122" fmla="*/ 117436 h 519126"/>
                <a:gd name="connsiteX123" fmla="*/ 544901 w 597604"/>
                <a:gd name="connsiteY123" fmla="*/ 120161 h 519126"/>
                <a:gd name="connsiteX124" fmla="*/ 540762 w 597604"/>
                <a:gd name="connsiteY124" fmla="*/ 120161 h 519126"/>
                <a:gd name="connsiteX125" fmla="*/ 538036 w 597604"/>
                <a:gd name="connsiteY125" fmla="*/ 119724 h 519126"/>
                <a:gd name="connsiteX126" fmla="*/ 533930 w 597604"/>
                <a:gd name="connsiteY126" fmla="*/ 116696 h 519126"/>
                <a:gd name="connsiteX127" fmla="*/ 530766 w 597604"/>
                <a:gd name="connsiteY127" fmla="*/ 112895 h 519126"/>
                <a:gd name="connsiteX128" fmla="*/ 528141 w 597604"/>
                <a:gd name="connsiteY128" fmla="*/ 111482 h 519126"/>
                <a:gd name="connsiteX129" fmla="*/ 527064 w 597604"/>
                <a:gd name="connsiteY129" fmla="*/ 112121 h 519126"/>
                <a:gd name="connsiteX130" fmla="*/ 525987 w 597604"/>
                <a:gd name="connsiteY130" fmla="*/ 114308 h 519126"/>
                <a:gd name="connsiteX131" fmla="*/ 522958 w 597604"/>
                <a:gd name="connsiteY131" fmla="*/ 116360 h 519126"/>
                <a:gd name="connsiteX132" fmla="*/ 521242 w 597604"/>
                <a:gd name="connsiteY132" fmla="*/ 115821 h 519126"/>
                <a:gd name="connsiteX133" fmla="*/ 519694 w 597604"/>
                <a:gd name="connsiteY133" fmla="*/ 114072 h 519126"/>
                <a:gd name="connsiteX134" fmla="*/ 519694 w 597604"/>
                <a:gd name="connsiteY134" fmla="*/ 110170 h 519126"/>
                <a:gd name="connsiteX135" fmla="*/ 520805 w 597604"/>
                <a:gd name="connsiteY135" fmla="*/ 106907 h 519126"/>
                <a:gd name="connsiteX136" fmla="*/ 521208 w 597604"/>
                <a:gd name="connsiteY136" fmla="*/ 103307 h 519126"/>
                <a:gd name="connsiteX137" fmla="*/ 521107 w 597604"/>
                <a:gd name="connsiteY137" fmla="*/ 100482 h 519126"/>
                <a:gd name="connsiteX138" fmla="*/ 521107 w 597604"/>
                <a:gd name="connsiteY138" fmla="*/ 95267 h 519126"/>
                <a:gd name="connsiteX139" fmla="*/ 521107 w 597604"/>
                <a:gd name="connsiteY139" fmla="*/ 93216 h 519126"/>
                <a:gd name="connsiteX140" fmla="*/ 520434 w 597604"/>
                <a:gd name="connsiteY140" fmla="*/ 91164 h 519126"/>
                <a:gd name="connsiteX141" fmla="*/ 519122 w 597604"/>
                <a:gd name="connsiteY141" fmla="*/ 88977 h 519126"/>
                <a:gd name="connsiteX142" fmla="*/ 516497 w 597604"/>
                <a:gd name="connsiteY142" fmla="*/ 86689 h 519126"/>
                <a:gd name="connsiteX143" fmla="*/ 514208 w 597604"/>
                <a:gd name="connsiteY143" fmla="*/ 87329 h 519126"/>
                <a:gd name="connsiteX144" fmla="*/ 512357 w 597604"/>
                <a:gd name="connsiteY144" fmla="*/ 88102 h 519126"/>
                <a:gd name="connsiteX145" fmla="*/ 510304 w 597604"/>
                <a:gd name="connsiteY145" fmla="*/ 88977 h 519126"/>
                <a:gd name="connsiteX146" fmla="*/ 509968 w 597604"/>
                <a:gd name="connsiteY146" fmla="*/ 89616 h 519126"/>
                <a:gd name="connsiteX147" fmla="*/ 510069 w 597604"/>
                <a:gd name="connsiteY147" fmla="*/ 92005 h 519126"/>
                <a:gd name="connsiteX148" fmla="*/ 510977 w 597604"/>
                <a:gd name="connsiteY148" fmla="*/ 93855 h 519126"/>
                <a:gd name="connsiteX149" fmla="*/ 510944 w 597604"/>
                <a:gd name="connsiteY149" fmla="*/ 95066 h 519126"/>
                <a:gd name="connsiteX150" fmla="*/ 510944 w 597604"/>
                <a:gd name="connsiteY150" fmla="*/ 98430 h 519126"/>
                <a:gd name="connsiteX151" fmla="*/ 510944 w 597604"/>
                <a:gd name="connsiteY151" fmla="*/ 100482 h 519126"/>
                <a:gd name="connsiteX152" fmla="*/ 509631 w 597604"/>
                <a:gd name="connsiteY152" fmla="*/ 101895 h 519126"/>
                <a:gd name="connsiteX153" fmla="*/ 504415 w 597604"/>
                <a:gd name="connsiteY153" fmla="*/ 101356 h 519126"/>
                <a:gd name="connsiteX154" fmla="*/ 502025 w 597604"/>
                <a:gd name="connsiteY154" fmla="*/ 98295 h 519126"/>
                <a:gd name="connsiteX155" fmla="*/ 502362 w 597604"/>
                <a:gd name="connsiteY155" fmla="*/ 92846 h 519126"/>
                <a:gd name="connsiteX156" fmla="*/ 502025 w 597604"/>
                <a:gd name="connsiteY156" fmla="*/ 89482 h 519126"/>
                <a:gd name="connsiteX157" fmla="*/ 502799 w 597604"/>
                <a:gd name="connsiteY157" fmla="*/ 85781 h 519126"/>
                <a:gd name="connsiteX158" fmla="*/ 503641 w 597604"/>
                <a:gd name="connsiteY158" fmla="*/ 81374 h 519126"/>
                <a:gd name="connsiteX159" fmla="*/ 504583 w 597604"/>
                <a:gd name="connsiteY159" fmla="*/ 79928 h 519126"/>
                <a:gd name="connsiteX160" fmla="*/ 505895 w 597604"/>
                <a:gd name="connsiteY160" fmla="*/ 78044 h 519126"/>
                <a:gd name="connsiteX161" fmla="*/ 507780 w 597604"/>
                <a:gd name="connsiteY161" fmla="*/ 76968 h 519126"/>
                <a:gd name="connsiteX162" fmla="*/ 509530 w 597604"/>
                <a:gd name="connsiteY162" fmla="*/ 74781 h 519126"/>
                <a:gd name="connsiteX163" fmla="*/ 510271 w 597604"/>
                <a:gd name="connsiteY163" fmla="*/ 73469 h 519126"/>
                <a:gd name="connsiteX164" fmla="*/ 510977 w 597604"/>
                <a:gd name="connsiteY164" fmla="*/ 68827 h 519126"/>
                <a:gd name="connsiteX165" fmla="*/ 510977 w 597604"/>
                <a:gd name="connsiteY165" fmla="*/ 65496 h 519126"/>
                <a:gd name="connsiteX166" fmla="*/ 510775 w 597604"/>
                <a:gd name="connsiteY166" fmla="*/ 63175 h 519126"/>
                <a:gd name="connsiteX167" fmla="*/ 507511 w 597604"/>
                <a:gd name="connsiteY167" fmla="*/ 60417 h 519126"/>
                <a:gd name="connsiteX168" fmla="*/ 504549 w 597604"/>
                <a:gd name="connsiteY168" fmla="*/ 59408 h 519126"/>
                <a:gd name="connsiteX169" fmla="*/ 501924 w 597604"/>
                <a:gd name="connsiteY169" fmla="*/ 59038 h 519126"/>
                <a:gd name="connsiteX170" fmla="*/ 500107 w 597604"/>
                <a:gd name="connsiteY170" fmla="*/ 61056 h 519126"/>
                <a:gd name="connsiteX171" fmla="*/ 498929 w 597604"/>
                <a:gd name="connsiteY171" fmla="*/ 63579 h 519126"/>
                <a:gd name="connsiteX172" fmla="*/ 498559 w 597604"/>
                <a:gd name="connsiteY172" fmla="*/ 65530 h 519126"/>
                <a:gd name="connsiteX173" fmla="*/ 498559 w 597604"/>
                <a:gd name="connsiteY173" fmla="*/ 67212 h 519126"/>
                <a:gd name="connsiteX174" fmla="*/ 497549 w 597604"/>
                <a:gd name="connsiteY174" fmla="*/ 69903 h 519126"/>
                <a:gd name="connsiteX175" fmla="*/ 496742 w 597604"/>
                <a:gd name="connsiteY175" fmla="*/ 71652 h 519126"/>
                <a:gd name="connsiteX176" fmla="*/ 495362 w 597604"/>
                <a:gd name="connsiteY176" fmla="*/ 73974 h 519126"/>
                <a:gd name="connsiteX177" fmla="*/ 491727 w 597604"/>
                <a:gd name="connsiteY177" fmla="*/ 73604 h 519126"/>
                <a:gd name="connsiteX178" fmla="*/ 487655 w 597604"/>
                <a:gd name="connsiteY178" fmla="*/ 70778 h 519126"/>
                <a:gd name="connsiteX179" fmla="*/ 483583 w 597604"/>
                <a:gd name="connsiteY179" fmla="*/ 66775 h 519126"/>
                <a:gd name="connsiteX180" fmla="*/ 479881 w 597604"/>
                <a:gd name="connsiteY180" fmla="*/ 63142 h 519126"/>
                <a:gd name="connsiteX181" fmla="*/ 478736 w 597604"/>
                <a:gd name="connsiteY181" fmla="*/ 59811 h 519126"/>
                <a:gd name="connsiteX182" fmla="*/ 479376 w 597604"/>
                <a:gd name="connsiteY182" fmla="*/ 57356 h 519126"/>
                <a:gd name="connsiteX183" fmla="*/ 481563 w 597604"/>
                <a:gd name="connsiteY183" fmla="*/ 55270 h 519126"/>
                <a:gd name="connsiteX184" fmla="*/ 483583 w 597604"/>
                <a:gd name="connsiteY184" fmla="*/ 53016 h 519126"/>
                <a:gd name="connsiteX185" fmla="*/ 482640 w 597604"/>
                <a:gd name="connsiteY185" fmla="*/ 49753 h 519126"/>
                <a:gd name="connsiteX186" fmla="*/ 481261 w 597604"/>
                <a:gd name="connsiteY186" fmla="*/ 47869 h 519126"/>
                <a:gd name="connsiteX187" fmla="*/ 478635 w 597604"/>
                <a:gd name="connsiteY187" fmla="*/ 43025 h 519126"/>
                <a:gd name="connsiteX188" fmla="*/ 477256 w 597604"/>
                <a:gd name="connsiteY188" fmla="*/ 38820 h 519126"/>
                <a:gd name="connsiteX189" fmla="*/ 478332 w 597604"/>
                <a:gd name="connsiteY189" fmla="*/ 37643 h 519126"/>
                <a:gd name="connsiteX190" fmla="*/ 479578 w 597604"/>
                <a:gd name="connsiteY190" fmla="*/ 35759 h 519126"/>
                <a:gd name="connsiteX191" fmla="*/ 479578 w 597604"/>
                <a:gd name="connsiteY191" fmla="*/ 33303 h 519126"/>
                <a:gd name="connsiteX192" fmla="*/ 479409 w 597604"/>
                <a:gd name="connsiteY192" fmla="*/ 30175 h 519126"/>
                <a:gd name="connsiteX193" fmla="*/ 477626 w 597604"/>
                <a:gd name="connsiteY193" fmla="*/ 25533 h 519126"/>
                <a:gd name="connsiteX194" fmla="*/ 477626 w 597604"/>
                <a:gd name="connsiteY194" fmla="*/ 23279 h 519126"/>
                <a:gd name="connsiteX195" fmla="*/ 477188 w 597604"/>
                <a:gd name="connsiteY195" fmla="*/ 20453 h 519126"/>
                <a:gd name="connsiteX196" fmla="*/ 475741 w 597604"/>
                <a:gd name="connsiteY196" fmla="*/ 18132 h 519126"/>
                <a:gd name="connsiteX197" fmla="*/ 473991 w 597604"/>
                <a:gd name="connsiteY197" fmla="*/ 16820 h 519126"/>
                <a:gd name="connsiteX198" fmla="*/ 472039 w 597604"/>
                <a:gd name="connsiteY198" fmla="*/ 16753 h 519126"/>
                <a:gd name="connsiteX199" fmla="*/ 469784 w 597604"/>
                <a:gd name="connsiteY199" fmla="*/ 18132 h 519126"/>
                <a:gd name="connsiteX200" fmla="*/ 467529 w 597604"/>
                <a:gd name="connsiteY200" fmla="*/ 19444 h 519126"/>
                <a:gd name="connsiteX201" fmla="*/ 464198 w 597604"/>
                <a:gd name="connsiteY201" fmla="*/ 19242 h 519126"/>
                <a:gd name="connsiteX202" fmla="*/ 461741 w 597604"/>
                <a:gd name="connsiteY202" fmla="*/ 18872 h 519126"/>
                <a:gd name="connsiteX203" fmla="*/ 458409 w 597604"/>
                <a:gd name="connsiteY203" fmla="*/ 17627 h 519126"/>
                <a:gd name="connsiteX204" fmla="*/ 455649 w 597604"/>
                <a:gd name="connsiteY204" fmla="*/ 16618 h 519126"/>
                <a:gd name="connsiteX205" fmla="*/ 452553 w 597604"/>
                <a:gd name="connsiteY205" fmla="*/ 16753 h 519126"/>
                <a:gd name="connsiteX206" fmla="*/ 450096 w 597604"/>
                <a:gd name="connsiteY206" fmla="*/ 18334 h 519126"/>
                <a:gd name="connsiteX207" fmla="*/ 448144 w 597604"/>
                <a:gd name="connsiteY207" fmla="*/ 20352 h 519126"/>
                <a:gd name="connsiteX208" fmla="*/ 445822 w 597604"/>
                <a:gd name="connsiteY208" fmla="*/ 21597 h 519126"/>
                <a:gd name="connsiteX209" fmla="*/ 440740 w 597604"/>
                <a:gd name="connsiteY209" fmla="*/ 21967 h 519126"/>
                <a:gd name="connsiteX210" fmla="*/ 438822 w 597604"/>
                <a:gd name="connsiteY210" fmla="*/ 24019 h 519126"/>
                <a:gd name="connsiteX211" fmla="*/ 437038 w 597604"/>
                <a:gd name="connsiteY211" fmla="*/ 24826 h 519126"/>
                <a:gd name="connsiteX212" fmla="*/ 435995 w 597604"/>
                <a:gd name="connsiteY212" fmla="*/ 26609 h 519126"/>
                <a:gd name="connsiteX213" fmla="*/ 433505 w 597604"/>
                <a:gd name="connsiteY213" fmla="*/ 28392 h 519126"/>
                <a:gd name="connsiteX214" fmla="*/ 432192 w 597604"/>
                <a:gd name="connsiteY214" fmla="*/ 28493 h 519126"/>
                <a:gd name="connsiteX215" fmla="*/ 429365 w 597604"/>
                <a:gd name="connsiteY215" fmla="*/ 27786 h 519126"/>
                <a:gd name="connsiteX216" fmla="*/ 428221 w 597604"/>
                <a:gd name="connsiteY216" fmla="*/ 27618 h 519126"/>
                <a:gd name="connsiteX217" fmla="*/ 426706 w 597604"/>
                <a:gd name="connsiteY217" fmla="*/ 25869 h 519126"/>
                <a:gd name="connsiteX218" fmla="*/ 426000 w 597604"/>
                <a:gd name="connsiteY218" fmla="*/ 24288 h 519126"/>
                <a:gd name="connsiteX219" fmla="*/ 425360 w 597604"/>
                <a:gd name="connsiteY219" fmla="*/ 22370 h 519126"/>
                <a:gd name="connsiteX220" fmla="*/ 425024 w 597604"/>
                <a:gd name="connsiteY220" fmla="*/ 20789 h 519126"/>
                <a:gd name="connsiteX221" fmla="*/ 425663 w 597604"/>
                <a:gd name="connsiteY221" fmla="*/ 18233 h 519126"/>
                <a:gd name="connsiteX222" fmla="*/ 425663 w 597604"/>
                <a:gd name="connsiteY222" fmla="*/ 17459 h 519126"/>
                <a:gd name="connsiteX223" fmla="*/ 425899 w 597604"/>
                <a:gd name="connsiteY223" fmla="*/ 15777 h 519126"/>
                <a:gd name="connsiteX224" fmla="*/ 426235 w 597604"/>
                <a:gd name="connsiteY224" fmla="*/ 13927 h 519126"/>
                <a:gd name="connsiteX225" fmla="*/ 425663 w 597604"/>
                <a:gd name="connsiteY225" fmla="*/ 11269 h 519126"/>
                <a:gd name="connsiteX226" fmla="*/ 425663 w 597604"/>
                <a:gd name="connsiteY226" fmla="*/ 8982 h 519126"/>
                <a:gd name="connsiteX227" fmla="*/ 424990 w 597604"/>
                <a:gd name="connsiteY227" fmla="*/ 6963 h 519126"/>
                <a:gd name="connsiteX228" fmla="*/ 424317 w 597604"/>
                <a:gd name="connsiteY228" fmla="*/ 4844 h 519126"/>
                <a:gd name="connsiteX229" fmla="*/ 422971 w 597604"/>
                <a:gd name="connsiteY229" fmla="*/ 3768 h 519126"/>
                <a:gd name="connsiteX230" fmla="*/ 420918 w 597604"/>
                <a:gd name="connsiteY230" fmla="*/ 3061 h 519126"/>
                <a:gd name="connsiteX231" fmla="*/ 418360 w 597604"/>
                <a:gd name="connsiteY231" fmla="*/ 3162 h 519126"/>
                <a:gd name="connsiteX232" fmla="*/ 417048 w 597604"/>
                <a:gd name="connsiteY232" fmla="*/ 3667 h 519126"/>
                <a:gd name="connsiteX233" fmla="*/ 415264 w 597604"/>
                <a:gd name="connsiteY233" fmla="*/ 5147 h 519126"/>
                <a:gd name="connsiteX234" fmla="*/ 413110 w 597604"/>
                <a:gd name="connsiteY234" fmla="*/ 6795 h 519126"/>
                <a:gd name="connsiteX235" fmla="*/ 407456 w 597604"/>
                <a:gd name="connsiteY235" fmla="*/ 5214 h 519126"/>
                <a:gd name="connsiteX236" fmla="*/ 405134 w 597604"/>
                <a:gd name="connsiteY236" fmla="*/ 3768 h 519126"/>
                <a:gd name="connsiteX237" fmla="*/ 403821 w 597604"/>
                <a:gd name="connsiteY237" fmla="*/ 2758 h 519126"/>
                <a:gd name="connsiteX238" fmla="*/ 400927 w 597604"/>
                <a:gd name="connsiteY238" fmla="*/ 875 h 519126"/>
                <a:gd name="connsiteX239" fmla="*/ 398739 w 597604"/>
                <a:gd name="connsiteY239" fmla="*/ 0 h 519126"/>
                <a:gd name="connsiteX240" fmla="*/ 396821 w 597604"/>
                <a:gd name="connsiteY240" fmla="*/ 0 h 519126"/>
                <a:gd name="connsiteX241" fmla="*/ 394364 w 597604"/>
                <a:gd name="connsiteY241" fmla="*/ 1884 h 519126"/>
                <a:gd name="connsiteX242" fmla="*/ 392782 w 597604"/>
                <a:gd name="connsiteY242" fmla="*/ 4642 h 519126"/>
                <a:gd name="connsiteX243" fmla="*/ 389148 w 597604"/>
                <a:gd name="connsiteY243" fmla="*/ 7670 h 519126"/>
                <a:gd name="connsiteX244" fmla="*/ 386691 w 597604"/>
                <a:gd name="connsiteY244" fmla="*/ 8679 h 519126"/>
                <a:gd name="connsiteX245" fmla="*/ 386119 w 597604"/>
                <a:gd name="connsiteY245" fmla="*/ 11303 h 519126"/>
                <a:gd name="connsiteX246" fmla="*/ 385244 w 597604"/>
                <a:gd name="connsiteY246" fmla="*/ 16080 h 519126"/>
                <a:gd name="connsiteX247" fmla="*/ 385816 w 597604"/>
                <a:gd name="connsiteY247" fmla="*/ 19982 h 519126"/>
                <a:gd name="connsiteX248" fmla="*/ 385816 w 597604"/>
                <a:gd name="connsiteY248" fmla="*/ 21866 h 519126"/>
                <a:gd name="connsiteX249" fmla="*/ 387196 w 597604"/>
                <a:gd name="connsiteY249" fmla="*/ 24456 h 519126"/>
                <a:gd name="connsiteX250" fmla="*/ 391033 w 597604"/>
                <a:gd name="connsiteY250" fmla="*/ 25331 h 519126"/>
                <a:gd name="connsiteX251" fmla="*/ 392782 w 597604"/>
                <a:gd name="connsiteY251" fmla="*/ 28661 h 519126"/>
                <a:gd name="connsiteX252" fmla="*/ 392782 w 597604"/>
                <a:gd name="connsiteY252" fmla="*/ 32126 h 519126"/>
                <a:gd name="connsiteX253" fmla="*/ 392782 w 597604"/>
                <a:gd name="connsiteY253" fmla="*/ 34312 h 519126"/>
                <a:gd name="connsiteX254" fmla="*/ 391706 w 597604"/>
                <a:gd name="connsiteY254" fmla="*/ 36499 h 519126"/>
                <a:gd name="connsiteX255" fmla="*/ 389585 w 597604"/>
                <a:gd name="connsiteY255" fmla="*/ 38517 h 519126"/>
                <a:gd name="connsiteX256" fmla="*/ 387129 w 597604"/>
                <a:gd name="connsiteY256" fmla="*/ 39829 h 519126"/>
                <a:gd name="connsiteX257" fmla="*/ 384672 w 597604"/>
                <a:gd name="connsiteY257" fmla="*/ 40704 h 519126"/>
                <a:gd name="connsiteX258" fmla="*/ 382215 w 597604"/>
                <a:gd name="connsiteY258" fmla="*/ 41713 h 519126"/>
                <a:gd name="connsiteX259" fmla="*/ 380465 w 597604"/>
                <a:gd name="connsiteY259" fmla="*/ 43160 h 519126"/>
                <a:gd name="connsiteX260" fmla="*/ 379152 w 597604"/>
                <a:gd name="connsiteY260" fmla="*/ 44741 h 519126"/>
                <a:gd name="connsiteX261" fmla="*/ 377133 w 597604"/>
                <a:gd name="connsiteY261" fmla="*/ 47634 h 519126"/>
                <a:gd name="connsiteX262" fmla="*/ 375551 w 597604"/>
                <a:gd name="connsiteY262" fmla="*/ 49652 h 519126"/>
                <a:gd name="connsiteX263" fmla="*/ 373229 w 597604"/>
                <a:gd name="connsiteY263" fmla="*/ 49787 h 519126"/>
                <a:gd name="connsiteX264" fmla="*/ 371917 w 597604"/>
                <a:gd name="connsiteY264" fmla="*/ 49349 h 519126"/>
                <a:gd name="connsiteX265" fmla="*/ 370469 w 597604"/>
                <a:gd name="connsiteY265" fmla="*/ 45279 h 519126"/>
                <a:gd name="connsiteX266" fmla="*/ 370469 w 597604"/>
                <a:gd name="connsiteY266" fmla="*/ 41949 h 519126"/>
                <a:gd name="connsiteX267" fmla="*/ 367272 w 597604"/>
                <a:gd name="connsiteY267" fmla="*/ 37172 h 519126"/>
                <a:gd name="connsiteX268" fmla="*/ 362359 w 597604"/>
                <a:gd name="connsiteY268" fmla="*/ 36432 h 519126"/>
                <a:gd name="connsiteX269" fmla="*/ 357580 w 597604"/>
                <a:gd name="connsiteY269" fmla="*/ 36432 h 519126"/>
                <a:gd name="connsiteX270" fmla="*/ 353810 w 597604"/>
                <a:gd name="connsiteY270" fmla="*/ 37676 h 519126"/>
                <a:gd name="connsiteX271" fmla="*/ 349402 w 597604"/>
                <a:gd name="connsiteY271" fmla="*/ 39056 h 519126"/>
                <a:gd name="connsiteX272" fmla="*/ 348392 w 597604"/>
                <a:gd name="connsiteY272" fmla="*/ 39493 h 519126"/>
                <a:gd name="connsiteX273" fmla="*/ 347753 w 597604"/>
                <a:gd name="connsiteY273" fmla="*/ 41074 h 519126"/>
                <a:gd name="connsiteX274" fmla="*/ 347181 w 597604"/>
                <a:gd name="connsiteY274" fmla="*/ 43597 h 519126"/>
                <a:gd name="connsiteX275" fmla="*/ 346306 w 597604"/>
                <a:gd name="connsiteY275" fmla="*/ 46793 h 519126"/>
                <a:gd name="connsiteX276" fmla="*/ 344926 w 597604"/>
                <a:gd name="connsiteY276" fmla="*/ 48407 h 519126"/>
                <a:gd name="connsiteX277" fmla="*/ 343277 w 597604"/>
                <a:gd name="connsiteY277" fmla="*/ 47533 h 519126"/>
                <a:gd name="connsiteX278" fmla="*/ 339642 w 597604"/>
                <a:gd name="connsiteY278" fmla="*/ 45851 h 519126"/>
                <a:gd name="connsiteX279" fmla="*/ 337690 w 597604"/>
                <a:gd name="connsiteY279" fmla="*/ 45414 h 519126"/>
                <a:gd name="connsiteX280" fmla="*/ 335940 w 597604"/>
                <a:gd name="connsiteY280" fmla="*/ 45986 h 519126"/>
                <a:gd name="connsiteX281" fmla="*/ 333853 w 597604"/>
                <a:gd name="connsiteY281" fmla="*/ 47230 h 519126"/>
                <a:gd name="connsiteX282" fmla="*/ 330387 w 597604"/>
                <a:gd name="connsiteY282" fmla="*/ 49417 h 519126"/>
                <a:gd name="connsiteX283" fmla="*/ 327796 w 597604"/>
                <a:gd name="connsiteY283" fmla="*/ 53117 h 519126"/>
                <a:gd name="connsiteX284" fmla="*/ 329512 w 597604"/>
                <a:gd name="connsiteY284" fmla="*/ 55068 h 519126"/>
                <a:gd name="connsiteX285" fmla="*/ 333147 w 597604"/>
                <a:gd name="connsiteY285" fmla="*/ 58903 h 519126"/>
                <a:gd name="connsiteX286" fmla="*/ 333954 w 597604"/>
                <a:gd name="connsiteY286" fmla="*/ 61729 h 519126"/>
                <a:gd name="connsiteX287" fmla="*/ 333584 w 597604"/>
                <a:gd name="connsiteY287" fmla="*/ 65059 h 519126"/>
                <a:gd name="connsiteX288" fmla="*/ 332204 w 597604"/>
                <a:gd name="connsiteY288" fmla="*/ 66741 h 519126"/>
                <a:gd name="connsiteX289" fmla="*/ 330050 w 597604"/>
                <a:gd name="connsiteY289" fmla="*/ 69264 h 519126"/>
                <a:gd name="connsiteX290" fmla="*/ 326853 w 597604"/>
                <a:gd name="connsiteY290" fmla="*/ 69062 h 519126"/>
                <a:gd name="connsiteX291" fmla="*/ 324094 w 597604"/>
                <a:gd name="connsiteY291" fmla="*/ 67178 h 519126"/>
                <a:gd name="connsiteX292" fmla="*/ 322209 w 597604"/>
                <a:gd name="connsiteY292" fmla="*/ 66236 h 519126"/>
                <a:gd name="connsiteX293" fmla="*/ 320829 w 597604"/>
                <a:gd name="connsiteY293" fmla="*/ 65597 h 519126"/>
                <a:gd name="connsiteX294" fmla="*/ 319887 w 597604"/>
                <a:gd name="connsiteY294" fmla="*/ 66539 h 519126"/>
                <a:gd name="connsiteX295" fmla="*/ 320391 w 597604"/>
                <a:gd name="connsiteY295" fmla="*/ 68793 h 519126"/>
                <a:gd name="connsiteX296" fmla="*/ 320694 w 597604"/>
                <a:gd name="connsiteY296" fmla="*/ 70744 h 519126"/>
                <a:gd name="connsiteX297" fmla="*/ 321805 w 597604"/>
                <a:gd name="connsiteY297" fmla="*/ 72998 h 519126"/>
                <a:gd name="connsiteX298" fmla="*/ 321704 w 597604"/>
                <a:gd name="connsiteY298" fmla="*/ 75387 h 519126"/>
                <a:gd name="connsiteX299" fmla="*/ 321704 w 597604"/>
                <a:gd name="connsiteY299" fmla="*/ 77203 h 519126"/>
                <a:gd name="connsiteX300" fmla="*/ 321603 w 597604"/>
                <a:gd name="connsiteY300" fmla="*/ 79154 h 519126"/>
                <a:gd name="connsiteX301" fmla="*/ 321603 w 597604"/>
                <a:gd name="connsiteY301" fmla="*/ 80971 h 519126"/>
                <a:gd name="connsiteX302" fmla="*/ 320291 w 597604"/>
                <a:gd name="connsiteY302" fmla="*/ 83729 h 519126"/>
                <a:gd name="connsiteX303" fmla="*/ 318642 w 597604"/>
                <a:gd name="connsiteY303" fmla="*/ 85478 h 519126"/>
                <a:gd name="connsiteX304" fmla="*/ 316622 w 597604"/>
                <a:gd name="connsiteY304" fmla="*/ 84604 h 519126"/>
                <a:gd name="connsiteX305" fmla="*/ 316050 w 597604"/>
                <a:gd name="connsiteY305" fmla="*/ 83292 h 519126"/>
                <a:gd name="connsiteX306" fmla="*/ 314603 w 597604"/>
                <a:gd name="connsiteY306" fmla="*/ 79659 h 519126"/>
                <a:gd name="connsiteX307" fmla="*/ 314031 w 597604"/>
                <a:gd name="connsiteY307" fmla="*/ 79087 h 519126"/>
                <a:gd name="connsiteX308" fmla="*/ 310766 w 597604"/>
                <a:gd name="connsiteY308" fmla="*/ 78649 h 519126"/>
                <a:gd name="connsiteX309" fmla="*/ 307939 w 597604"/>
                <a:gd name="connsiteY309" fmla="*/ 78448 h 519126"/>
                <a:gd name="connsiteX310" fmla="*/ 306290 w 597604"/>
                <a:gd name="connsiteY310" fmla="*/ 76127 h 519126"/>
                <a:gd name="connsiteX311" fmla="*/ 306156 w 597604"/>
                <a:gd name="connsiteY311" fmla="*/ 74445 h 519126"/>
                <a:gd name="connsiteX312" fmla="*/ 306526 w 597604"/>
                <a:gd name="connsiteY312" fmla="*/ 73133 h 519126"/>
                <a:gd name="connsiteX313" fmla="*/ 306829 w 597604"/>
                <a:gd name="connsiteY313" fmla="*/ 71989 h 519126"/>
                <a:gd name="connsiteX314" fmla="*/ 307535 w 597604"/>
                <a:gd name="connsiteY314" fmla="*/ 70542 h 519126"/>
                <a:gd name="connsiteX315" fmla="*/ 307973 w 597604"/>
                <a:gd name="connsiteY315" fmla="*/ 69668 h 519126"/>
                <a:gd name="connsiteX316" fmla="*/ 309218 w 597604"/>
                <a:gd name="connsiteY316" fmla="*/ 67717 h 519126"/>
                <a:gd name="connsiteX317" fmla="*/ 310161 w 597604"/>
                <a:gd name="connsiteY317" fmla="*/ 66707 h 519126"/>
                <a:gd name="connsiteX318" fmla="*/ 311036 w 597604"/>
                <a:gd name="connsiteY318" fmla="*/ 65631 h 519126"/>
                <a:gd name="connsiteX319" fmla="*/ 311473 w 597604"/>
                <a:gd name="connsiteY319" fmla="*/ 64252 h 519126"/>
                <a:gd name="connsiteX320" fmla="*/ 311911 w 597604"/>
                <a:gd name="connsiteY320" fmla="*/ 63310 h 519126"/>
                <a:gd name="connsiteX321" fmla="*/ 312415 w 597604"/>
                <a:gd name="connsiteY321" fmla="*/ 62233 h 519126"/>
                <a:gd name="connsiteX322" fmla="*/ 312920 w 597604"/>
                <a:gd name="connsiteY322" fmla="*/ 59980 h 519126"/>
                <a:gd name="connsiteX323" fmla="*/ 312920 w 597604"/>
                <a:gd name="connsiteY323" fmla="*/ 58903 h 519126"/>
                <a:gd name="connsiteX324" fmla="*/ 312718 w 597604"/>
                <a:gd name="connsiteY324" fmla="*/ 56885 h 519126"/>
                <a:gd name="connsiteX325" fmla="*/ 313391 w 597604"/>
                <a:gd name="connsiteY325" fmla="*/ 54934 h 519126"/>
                <a:gd name="connsiteX326" fmla="*/ 311439 w 597604"/>
                <a:gd name="connsiteY326" fmla="*/ 54227 h 519126"/>
                <a:gd name="connsiteX327" fmla="*/ 310632 w 597604"/>
                <a:gd name="connsiteY327" fmla="*/ 54093 h 519126"/>
                <a:gd name="connsiteX328" fmla="*/ 308949 w 597604"/>
                <a:gd name="connsiteY328" fmla="*/ 53958 h 519126"/>
                <a:gd name="connsiteX329" fmla="*/ 305886 w 597604"/>
                <a:gd name="connsiteY329" fmla="*/ 51940 h 519126"/>
                <a:gd name="connsiteX330" fmla="*/ 304742 w 597604"/>
                <a:gd name="connsiteY330" fmla="*/ 49989 h 519126"/>
                <a:gd name="connsiteX331" fmla="*/ 302285 w 597604"/>
                <a:gd name="connsiteY331" fmla="*/ 49114 h 519126"/>
                <a:gd name="connsiteX332" fmla="*/ 301141 w 597604"/>
                <a:gd name="connsiteY332" fmla="*/ 47297 h 519126"/>
                <a:gd name="connsiteX333" fmla="*/ 300232 w 597604"/>
                <a:gd name="connsiteY333" fmla="*/ 46793 h 519126"/>
                <a:gd name="connsiteX334" fmla="*/ 298886 w 597604"/>
                <a:gd name="connsiteY334" fmla="*/ 43160 h 519126"/>
                <a:gd name="connsiteX335" fmla="*/ 297204 w 597604"/>
                <a:gd name="connsiteY335" fmla="*/ 41579 h 519126"/>
                <a:gd name="connsiteX336" fmla="*/ 295958 w 597604"/>
                <a:gd name="connsiteY336" fmla="*/ 40569 h 519126"/>
                <a:gd name="connsiteX337" fmla="*/ 294949 w 597604"/>
                <a:gd name="connsiteY337" fmla="*/ 39325 h 519126"/>
                <a:gd name="connsiteX338" fmla="*/ 292929 w 597604"/>
                <a:gd name="connsiteY338" fmla="*/ 38316 h 519126"/>
                <a:gd name="connsiteX339" fmla="*/ 291920 w 597604"/>
                <a:gd name="connsiteY339" fmla="*/ 38316 h 519126"/>
                <a:gd name="connsiteX340" fmla="*/ 290977 w 597604"/>
                <a:gd name="connsiteY340" fmla="*/ 39829 h 519126"/>
                <a:gd name="connsiteX341" fmla="*/ 290237 w 597604"/>
                <a:gd name="connsiteY341" fmla="*/ 40973 h 519126"/>
                <a:gd name="connsiteX342" fmla="*/ 289968 w 597604"/>
                <a:gd name="connsiteY342" fmla="*/ 43933 h 519126"/>
                <a:gd name="connsiteX343" fmla="*/ 289968 w 597604"/>
                <a:gd name="connsiteY343" fmla="*/ 46187 h 519126"/>
                <a:gd name="connsiteX344" fmla="*/ 291415 w 597604"/>
                <a:gd name="connsiteY344" fmla="*/ 48811 h 519126"/>
                <a:gd name="connsiteX345" fmla="*/ 292795 w 597604"/>
                <a:gd name="connsiteY345" fmla="*/ 50830 h 519126"/>
                <a:gd name="connsiteX346" fmla="*/ 295050 w 597604"/>
                <a:gd name="connsiteY346" fmla="*/ 52646 h 519126"/>
                <a:gd name="connsiteX347" fmla="*/ 296127 w 597604"/>
                <a:gd name="connsiteY347" fmla="*/ 53891 h 519126"/>
                <a:gd name="connsiteX348" fmla="*/ 298449 w 597604"/>
                <a:gd name="connsiteY348" fmla="*/ 55909 h 519126"/>
                <a:gd name="connsiteX349" fmla="*/ 299896 w 597604"/>
                <a:gd name="connsiteY349" fmla="*/ 58735 h 519126"/>
                <a:gd name="connsiteX350" fmla="*/ 300199 w 597604"/>
                <a:gd name="connsiteY350" fmla="*/ 60417 h 519126"/>
                <a:gd name="connsiteX351" fmla="*/ 299627 w 597604"/>
                <a:gd name="connsiteY351" fmla="*/ 62805 h 519126"/>
                <a:gd name="connsiteX352" fmla="*/ 297944 w 597604"/>
                <a:gd name="connsiteY352" fmla="*/ 63747 h 519126"/>
                <a:gd name="connsiteX353" fmla="*/ 297439 w 597604"/>
                <a:gd name="connsiteY353" fmla="*/ 64117 h 519126"/>
                <a:gd name="connsiteX354" fmla="*/ 295117 w 597604"/>
                <a:gd name="connsiteY354" fmla="*/ 65261 h 519126"/>
                <a:gd name="connsiteX355" fmla="*/ 293434 w 597604"/>
                <a:gd name="connsiteY355" fmla="*/ 66405 h 519126"/>
                <a:gd name="connsiteX356" fmla="*/ 292795 w 597604"/>
                <a:gd name="connsiteY356" fmla="*/ 67481 h 519126"/>
                <a:gd name="connsiteX357" fmla="*/ 293165 w 597604"/>
                <a:gd name="connsiteY357" fmla="*/ 68995 h 519126"/>
                <a:gd name="connsiteX358" fmla="*/ 293804 w 597604"/>
                <a:gd name="connsiteY358" fmla="*/ 69432 h 519126"/>
                <a:gd name="connsiteX359" fmla="*/ 294107 w 597604"/>
                <a:gd name="connsiteY359" fmla="*/ 70576 h 519126"/>
                <a:gd name="connsiteX360" fmla="*/ 294107 w 597604"/>
                <a:gd name="connsiteY360" fmla="*/ 71652 h 519126"/>
                <a:gd name="connsiteX361" fmla="*/ 293165 w 597604"/>
                <a:gd name="connsiteY361" fmla="*/ 72729 h 519126"/>
                <a:gd name="connsiteX362" fmla="*/ 292391 w 597604"/>
                <a:gd name="connsiteY362" fmla="*/ 73032 h 519126"/>
                <a:gd name="connsiteX363" fmla="*/ 291213 w 597604"/>
                <a:gd name="connsiteY363" fmla="*/ 73469 h 519126"/>
                <a:gd name="connsiteX364" fmla="*/ 289396 w 597604"/>
                <a:gd name="connsiteY364" fmla="*/ 71585 h 519126"/>
                <a:gd name="connsiteX365" fmla="*/ 288386 w 597604"/>
                <a:gd name="connsiteY365" fmla="*/ 70946 h 519126"/>
                <a:gd name="connsiteX366" fmla="*/ 287511 w 597604"/>
                <a:gd name="connsiteY366" fmla="*/ 70374 h 519126"/>
                <a:gd name="connsiteX367" fmla="*/ 286939 w 597604"/>
                <a:gd name="connsiteY367" fmla="*/ 69802 h 519126"/>
                <a:gd name="connsiteX368" fmla="*/ 285694 w 597604"/>
                <a:gd name="connsiteY368" fmla="*/ 69500 h 519126"/>
                <a:gd name="connsiteX369" fmla="*/ 284751 w 597604"/>
                <a:gd name="connsiteY369" fmla="*/ 69634 h 519126"/>
                <a:gd name="connsiteX370" fmla="*/ 283371 w 597604"/>
                <a:gd name="connsiteY370" fmla="*/ 70879 h 519126"/>
                <a:gd name="connsiteX371" fmla="*/ 283573 w 597604"/>
                <a:gd name="connsiteY371" fmla="*/ 72695 h 519126"/>
                <a:gd name="connsiteX372" fmla="*/ 285155 w 597604"/>
                <a:gd name="connsiteY372" fmla="*/ 74276 h 519126"/>
                <a:gd name="connsiteX373" fmla="*/ 284213 w 597604"/>
                <a:gd name="connsiteY373" fmla="*/ 77102 h 519126"/>
                <a:gd name="connsiteX374" fmla="*/ 282799 w 597604"/>
                <a:gd name="connsiteY374" fmla="*/ 78582 h 519126"/>
                <a:gd name="connsiteX375" fmla="*/ 281049 w 597604"/>
                <a:gd name="connsiteY375" fmla="*/ 78347 h 519126"/>
                <a:gd name="connsiteX376" fmla="*/ 279198 w 597604"/>
                <a:gd name="connsiteY376" fmla="*/ 77708 h 519126"/>
                <a:gd name="connsiteX377" fmla="*/ 277583 w 597604"/>
                <a:gd name="connsiteY377" fmla="*/ 76934 h 519126"/>
                <a:gd name="connsiteX378" fmla="*/ 275732 w 597604"/>
                <a:gd name="connsiteY378" fmla="*/ 75319 h 519126"/>
                <a:gd name="connsiteX379" fmla="*/ 274756 w 597604"/>
                <a:gd name="connsiteY379" fmla="*/ 73705 h 519126"/>
                <a:gd name="connsiteX380" fmla="*/ 273982 w 597604"/>
                <a:gd name="connsiteY380" fmla="*/ 72090 h 519126"/>
                <a:gd name="connsiteX381" fmla="*/ 272804 w 597604"/>
                <a:gd name="connsiteY381" fmla="*/ 70879 h 519126"/>
                <a:gd name="connsiteX382" fmla="*/ 270717 w 597604"/>
                <a:gd name="connsiteY382" fmla="*/ 71215 h 519126"/>
                <a:gd name="connsiteX383" fmla="*/ 269641 w 597604"/>
                <a:gd name="connsiteY383" fmla="*/ 68928 h 519126"/>
                <a:gd name="connsiteX384" fmla="*/ 268866 w 597604"/>
                <a:gd name="connsiteY384" fmla="*/ 67077 h 519126"/>
                <a:gd name="connsiteX385" fmla="*/ 266813 w 597604"/>
                <a:gd name="connsiteY385" fmla="*/ 62940 h 519126"/>
                <a:gd name="connsiteX386" fmla="*/ 264188 w 597604"/>
                <a:gd name="connsiteY386" fmla="*/ 61628 h 519126"/>
                <a:gd name="connsiteX387" fmla="*/ 262775 w 597604"/>
                <a:gd name="connsiteY387" fmla="*/ 61830 h 519126"/>
                <a:gd name="connsiteX388" fmla="*/ 261260 w 597604"/>
                <a:gd name="connsiteY388" fmla="*/ 62166 h 519126"/>
                <a:gd name="connsiteX389" fmla="*/ 258534 w 597604"/>
                <a:gd name="connsiteY389" fmla="*/ 61964 h 519126"/>
                <a:gd name="connsiteX390" fmla="*/ 256044 w 597604"/>
                <a:gd name="connsiteY390" fmla="*/ 59475 h 519126"/>
                <a:gd name="connsiteX391" fmla="*/ 253991 w 597604"/>
                <a:gd name="connsiteY391" fmla="*/ 56750 h 519126"/>
                <a:gd name="connsiteX392" fmla="*/ 250525 w 597604"/>
                <a:gd name="connsiteY392" fmla="*/ 53386 h 519126"/>
                <a:gd name="connsiteX393" fmla="*/ 249212 w 597604"/>
                <a:gd name="connsiteY393" fmla="*/ 50560 h 519126"/>
                <a:gd name="connsiteX394" fmla="*/ 248438 w 597604"/>
                <a:gd name="connsiteY394" fmla="*/ 47836 h 519126"/>
                <a:gd name="connsiteX395" fmla="*/ 245948 w 597604"/>
                <a:gd name="connsiteY395" fmla="*/ 46961 h 519126"/>
                <a:gd name="connsiteX396" fmla="*/ 243895 w 597604"/>
                <a:gd name="connsiteY396" fmla="*/ 46961 h 519126"/>
                <a:gd name="connsiteX397" fmla="*/ 241606 w 597604"/>
                <a:gd name="connsiteY397" fmla="*/ 50392 h 519126"/>
                <a:gd name="connsiteX398" fmla="*/ 239553 w 597604"/>
                <a:gd name="connsiteY398" fmla="*/ 52512 h 519126"/>
                <a:gd name="connsiteX399" fmla="*/ 238140 w 597604"/>
                <a:gd name="connsiteY399" fmla="*/ 54799 h 519126"/>
                <a:gd name="connsiteX400" fmla="*/ 238140 w 597604"/>
                <a:gd name="connsiteY400" fmla="*/ 55976 h 519126"/>
                <a:gd name="connsiteX401" fmla="*/ 238577 w 597604"/>
                <a:gd name="connsiteY401" fmla="*/ 62065 h 519126"/>
                <a:gd name="connsiteX402" fmla="*/ 236962 w 597604"/>
                <a:gd name="connsiteY402" fmla="*/ 64891 h 519126"/>
                <a:gd name="connsiteX403" fmla="*/ 235212 w 597604"/>
                <a:gd name="connsiteY403" fmla="*/ 65227 h 519126"/>
                <a:gd name="connsiteX404" fmla="*/ 231611 w 597604"/>
                <a:gd name="connsiteY404" fmla="*/ 65126 h 519126"/>
                <a:gd name="connsiteX405" fmla="*/ 229423 w 597604"/>
                <a:gd name="connsiteY405" fmla="*/ 64252 h 519126"/>
                <a:gd name="connsiteX406" fmla="*/ 226832 w 597604"/>
                <a:gd name="connsiteY406" fmla="*/ 62637 h 519126"/>
                <a:gd name="connsiteX407" fmla="*/ 223668 w 597604"/>
                <a:gd name="connsiteY407" fmla="*/ 62637 h 519126"/>
                <a:gd name="connsiteX408" fmla="*/ 220639 w 597604"/>
                <a:gd name="connsiteY408" fmla="*/ 63613 h 519126"/>
                <a:gd name="connsiteX409" fmla="*/ 219125 w 597604"/>
                <a:gd name="connsiteY409" fmla="*/ 64487 h 519126"/>
                <a:gd name="connsiteX410" fmla="*/ 217610 w 597604"/>
                <a:gd name="connsiteY410" fmla="*/ 65799 h 519126"/>
                <a:gd name="connsiteX411" fmla="*/ 216735 w 597604"/>
                <a:gd name="connsiteY411" fmla="*/ 66438 h 519126"/>
                <a:gd name="connsiteX412" fmla="*/ 215658 w 597604"/>
                <a:gd name="connsiteY412" fmla="*/ 67515 h 519126"/>
                <a:gd name="connsiteX413" fmla="*/ 212932 w 597604"/>
                <a:gd name="connsiteY413" fmla="*/ 70441 h 519126"/>
                <a:gd name="connsiteX414" fmla="*/ 211755 w 597604"/>
                <a:gd name="connsiteY414" fmla="*/ 71417 h 519126"/>
                <a:gd name="connsiteX415" fmla="*/ 210678 w 597604"/>
                <a:gd name="connsiteY415" fmla="*/ 73604 h 519126"/>
                <a:gd name="connsiteX416" fmla="*/ 209365 w 597604"/>
                <a:gd name="connsiteY416" fmla="*/ 75454 h 519126"/>
                <a:gd name="connsiteX417" fmla="*/ 207615 w 597604"/>
                <a:gd name="connsiteY417" fmla="*/ 77405 h 519126"/>
                <a:gd name="connsiteX418" fmla="*/ 207278 w 597604"/>
                <a:gd name="connsiteY418" fmla="*/ 79692 h 519126"/>
                <a:gd name="connsiteX419" fmla="*/ 208793 w 597604"/>
                <a:gd name="connsiteY419" fmla="*/ 81442 h 519126"/>
                <a:gd name="connsiteX420" fmla="*/ 212057 w 597604"/>
                <a:gd name="connsiteY420" fmla="*/ 84368 h 519126"/>
                <a:gd name="connsiteX421" fmla="*/ 212057 w 597604"/>
                <a:gd name="connsiteY421" fmla="*/ 86858 h 519126"/>
                <a:gd name="connsiteX422" fmla="*/ 211048 w 597604"/>
                <a:gd name="connsiteY422" fmla="*/ 92846 h 519126"/>
                <a:gd name="connsiteX423" fmla="*/ 211115 w 597604"/>
                <a:gd name="connsiteY423" fmla="*/ 96176 h 519126"/>
                <a:gd name="connsiteX424" fmla="*/ 210678 w 597604"/>
                <a:gd name="connsiteY424" fmla="*/ 98934 h 519126"/>
                <a:gd name="connsiteX425" fmla="*/ 212495 w 597604"/>
                <a:gd name="connsiteY425" fmla="*/ 100583 h 519126"/>
                <a:gd name="connsiteX426" fmla="*/ 213235 w 597604"/>
                <a:gd name="connsiteY426" fmla="*/ 102063 h 519126"/>
                <a:gd name="connsiteX427" fmla="*/ 215423 w 597604"/>
                <a:gd name="connsiteY427" fmla="*/ 104249 h 519126"/>
                <a:gd name="connsiteX428" fmla="*/ 217442 w 597604"/>
                <a:gd name="connsiteY428" fmla="*/ 102937 h 519126"/>
                <a:gd name="connsiteX429" fmla="*/ 222356 w 597604"/>
                <a:gd name="connsiteY429" fmla="*/ 100852 h 519126"/>
                <a:gd name="connsiteX430" fmla="*/ 226125 w 597604"/>
                <a:gd name="connsiteY430" fmla="*/ 100919 h 519126"/>
                <a:gd name="connsiteX431" fmla="*/ 226832 w 597604"/>
                <a:gd name="connsiteY431" fmla="*/ 100919 h 519126"/>
                <a:gd name="connsiteX432" fmla="*/ 227707 w 597604"/>
                <a:gd name="connsiteY432" fmla="*/ 102298 h 519126"/>
                <a:gd name="connsiteX433" fmla="*/ 229019 w 597604"/>
                <a:gd name="connsiteY433" fmla="*/ 104115 h 519126"/>
                <a:gd name="connsiteX434" fmla="*/ 231779 w 597604"/>
                <a:gd name="connsiteY434" fmla="*/ 107008 h 519126"/>
                <a:gd name="connsiteX435" fmla="*/ 232789 w 597604"/>
                <a:gd name="connsiteY435" fmla="*/ 111078 h 519126"/>
                <a:gd name="connsiteX436" fmla="*/ 233091 w 597604"/>
                <a:gd name="connsiteY436" fmla="*/ 115855 h 519126"/>
                <a:gd name="connsiteX437" fmla="*/ 234236 w 597604"/>
                <a:gd name="connsiteY437" fmla="*/ 118883 h 519126"/>
                <a:gd name="connsiteX438" fmla="*/ 233226 w 597604"/>
                <a:gd name="connsiteY438" fmla="*/ 121069 h 519126"/>
                <a:gd name="connsiteX439" fmla="*/ 232519 w 597604"/>
                <a:gd name="connsiteY439" fmla="*/ 122650 h 519126"/>
                <a:gd name="connsiteX440" fmla="*/ 232654 w 597604"/>
                <a:gd name="connsiteY440" fmla="*/ 125678 h 519126"/>
                <a:gd name="connsiteX441" fmla="*/ 233798 w 597604"/>
                <a:gd name="connsiteY441" fmla="*/ 126990 h 519126"/>
                <a:gd name="connsiteX442" fmla="*/ 236996 w 597604"/>
                <a:gd name="connsiteY442" fmla="*/ 126990 h 519126"/>
                <a:gd name="connsiteX443" fmla="*/ 242952 w 597604"/>
                <a:gd name="connsiteY443" fmla="*/ 126418 h 519126"/>
                <a:gd name="connsiteX444" fmla="*/ 246419 w 597604"/>
                <a:gd name="connsiteY444" fmla="*/ 125543 h 519126"/>
                <a:gd name="connsiteX445" fmla="*/ 248741 w 597604"/>
                <a:gd name="connsiteY445" fmla="*/ 124097 h 519126"/>
                <a:gd name="connsiteX446" fmla="*/ 250760 w 597604"/>
                <a:gd name="connsiteY446" fmla="*/ 122852 h 519126"/>
                <a:gd name="connsiteX447" fmla="*/ 253587 w 597604"/>
                <a:gd name="connsiteY447" fmla="*/ 121843 h 519126"/>
                <a:gd name="connsiteX448" fmla="*/ 254900 w 597604"/>
                <a:gd name="connsiteY448" fmla="*/ 120329 h 519126"/>
                <a:gd name="connsiteX449" fmla="*/ 256414 w 597604"/>
                <a:gd name="connsiteY449" fmla="*/ 120026 h 519126"/>
                <a:gd name="connsiteX450" fmla="*/ 260554 w 597604"/>
                <a:gd name="connsiteY450" fmla="*/ 120026 h 519126"/>
                <a:gd name="connsiteX451" fmla="*/ 261799 w 597604"/>
                <a:gd name="connsiteY451" fmla="*/ 120363 h 519126"/>
                <a:gd name="connsiteX452" fmla="*/ 263414 w 597604"/>
                <a:gd name="connsiteY452" fmla="*/ 121776 h 519126"/>
                <a:gd name="connsiteX453" fmla="*/ 265568 w 597604"/>
                <a:gd name="connsiteY453" fmla="*/ 121776 h 519126"/>
                <a:gd name="connsiteX454" fmla="*/ 268328 w 597604"/>
                <a:gd name="connsiteY454" fmla="*/ 123222 h 519126"/>
                <a:gd name="connsiteX455" fmla="*/ 270616 w 597604"/>
                <a:gd name="connsiteY455" fmla="*/ 124265 h 519126"/>
                <a:gd name="connsiteX456" fmla="*/ 271592 w 597604"/>
                <a:gd name="connsiteY456" fmla="*/ 126182 h 519126"/>
                <a:gd name="connsiteX457" fmla="*/ 271592 w 597604"/>
                <a:gd name="connsiteY457" fmla="*/ 128302 h 519126"/>
                <a:gd name="connsiteX458" fmla="*/ 271121 w 597604"/>
                <a:gd name="connsiteY458" fmla="*/ 130253 h 519126"/>
                <a:gd name="connsiteX459" fmla="*/ 270313 w 597604"/>
                <a:gd name="connsiteY459" fmla="*/ 131127 h 519126"/>
                <a:gd name="connsiteX460" fmla="*/ 269506 w 597604"/>
                <a:gd name="connsiteY460" fmla="*/ 132540 h 519126"/>
                <a:gd name="connsiteX461" fmla="*/ 269506 w 597604"/>
                <a:gd name="connsiteY461" fmla="*/ 134559 h 519126"/>
                <a:gd name="connsiteX462" fmla="*/ 272333 w 597604"/>
                <a:gd name="connsiteY462" fmla="*/ 136611 h 519126"/>
                <a:gd name="connsiteX463" fmla="*/ 273847 w 597604"/>
                <a:gd name="connsiteY463" fmla="*/ 137654 h 519126"/>
                <a:gd name="connsiteX464" fmla="*/ 274520 w 597604"/>
                <a:gd name="connsiteY464" fmla="*/ 140042 h 519126"/>
                <a:gd name="connsiteX465" fmla="*/ 276472 w 597604"/>
                <a:gd name="connsiteY465" fmla="*/ 141791 h 519126"/>
                <a:gd name="connsiteX466" fmla="*/ 276472 w 597604"/>
                <a:gd name="connsiteY466" fmla="*/ 144180 h 519126"/>
                <a:gd name="connsiteX467" fmla="*/ 276169 w 597604"/>
                <a:gd name="connsiteY467" fmla="*/ 147005 h 519126"/>
                <a:gd name="connsiteX468" fmla="*/ 276035 w 597604"/>
                <a:gd name="connsiteY468" fmla="*/ 150268 h 519126"/>
                <a:gd name="connsiteX469" fmla="*/ 275900 w 597604"/>
                <a:gd name="connsiteY469" fmla="*/ 151580 h 519126"/>
                <a:gd name="connsiteX470" fmla="*/ 275597 w 597604"/>
                <a:gd name="connsiteY470" fmla="*/ 153531 h 519126"/>
                <a:gd name="connsiteX471" fmla="*/ 275597 w 597604"/>
                <a:gd name="connsiteY471" fmla="*/ 155920 h 519126"/>
                <a:gd name="connsiteX472" fmla="*/ 274285 w 597604"/>
                <a:gd name="connsiteY472" fmla="*/ 157433 h 519126"/>
                <a:gd name="connsiteX473" fmla="*/ 272535 w 597604"/>
                <a:gd name="connsiteY473" fmla="*/ 160697 h 519126"/>
                <a:gd name="connsiteX474" fmla="*/ 270583 w 597604"/>
                <a:gd name="connsiteY474" fmla="*/ 163186 h 519126"/>
                <a:gd name="connsiteX475" fmla="*/ 266679 w 597604"/>
                <a:gd name="connsiteY475" fmla="*/ 165036 h 519126"/>
                <a:gd name="connsiteX476" fmla="*/ 263212 w 597604"/>
                <a:gd name="connsiteY476" fmla="*/ 163186 h 519126"/>
                <a:gd name="connsiteX477" fmla="*/ 261025 w 597604"/>
                <a:gd name="connsiteY477" fmla="*/ 158745 h 519126"/>
                <a:gd name="connsiteX478" fmla="*/ 255573 w 597604"/>
                <a:gd name="connsiteY478" fmla="*/ 157433 h 519126"/>
                <a:gd name="connsiteX479" fmla="*/ 255573 w 597604"/>
                <a:gd name="connsiteY479" fmla="*/ 158005 h 519126"/>
                <a:gd name="connsiteX480" fmla="*/ 253082 w 597604"/>
                <a:gd name="connsiteY480" fmla="*/ 161336 h 519126"/>
                <a:gd name="connsiteX481" fmla="*/ 250154 w 597604"/>
                <a:gd name="connsiteY481" fmla="*/ 163455 h 519126"/>
                <a:gd name="connsiteX482" fmla="*/ 238846 w 597604"/>
                <a:gd name="connsiteY482" fmla="*/ 162210 h 519126"/>
                <a:gd name="connsiteX483" fmla="*/ 233832 w 597604"/>
                <a:gd name="connsiteY483" fmla="*/ 161773 h 519126"/>
                <a:gd name="connsiteX484" fmla="*/ 224476 w 597604"/>
                <a:gd name="connsiteY484" fmla="*/ 161773 h 519126"/>
                <a:gd name="connsiteX485" fmla="*/ 222524 w 597604"/>
                <a:gd name="connsiteY485" fmla="*/ 164700 h 519126"/>
                <a:gd name="connsiteX486" fmla="*/ 219933 w 597604"/>
                <a:gd name="connsiteY486" fmla="*/ 168737 h 519126"/>
                <a:gd name="connsiteX487" fmla="*/ 211250 w 597604"/>
                <a:gd name="connsiteY487" fmla="*/ 168737 h 519126"/>
                <a:gd name="connsiteX488" fmla="*/ 207110 w 597604"/>
                <a:gd name="connsiteY488" fmla="*/ 168737 h 519126"/>
                <a:gd name="connsiteX489" fmla="*/ 200514 w 597604"/>
                <a:gd name="connsiteY489" fmla="*/ 165272 h 519126"/>
                <a:gd name="connsiteX490" fmla="*/ 197620 w 597604"/>
                <a:gd name="connsiteY490" fmla="*/ 163825 h 519126"/>
                <a:gd name="connsiteX491" fmla="*/ 195870 w 597604"/>
                <a:gd name="connsiteY491" fmla="*/ 159755 h 519126"/>
                <a:gd name="connsiteX492" fmla="*/ 193547 w 597604"/>
                <a:gd name="connsiteY492" fmla="*/ 158005 h 519126"/>
                <a:gd name="connsiteX493" fmla="*/ 190350 w 597604"/>
                <a:gd name="connsiteY493" fmla="*/ 160024 h 519126"/>
                <a:gd name="connsiteX494" fmla="*/ 185437 w 597604"/>
                <a:gd name="connsiteY494" fmla="*/ 160024 h 519126"/>
                <a:gd name="connsiteX495" fmla="*/ 179917 w 597604"/>
                <a:gd name="connsiteY495" fmla="*/ 165238 h 519126"/>
                <a:gd name="connsiteX496" fmla="*/ 175744 w 597604"/>
                <a:gd name="connsiteY496" fmla="*/ 165238 h 519126"/>
                <a:gd name="connsiteX497" fmla="*/ 176013 w 597604"/>
                <a:gd name="connsiteY497" fmla="*/ 166113 h 519126"/>
                <a:gd name="connsiteX498" fmla="*/ 175576 w 597604"/>
                <a:gd name="connsiteY498" fmla="*/ 168703 h 519126"/>
                <a:gd name="connsiteX499" fmla="*/ 175374 w 597604"/>
                <a:gd name="connsiteY499" fmla="*/ 171966 h 519126"/>
                <a:gd name="connsiteX500" fmla="*/ 171773 w 597604"/>
                <a:gd name="connsiteY500" fmla="*/ 175330 h 519126"/>
                <a:gd name="connsiteX501" fmla="*/ 170023 w 597604"/>
                <a:gd name="connsiteY501" fmla="*/ 177819 h 519126"/>
                <a:gd name="connsiteX502" fmla="*/ 167869 w 597604"/>
                <a:gd name="connsiteY502" fmla="*/ 180006 h 519126"/>
                <a:gd name="connsiteX503" fmla="*/ 166893 w 597604"/>
                <a:gd name="connsiteY503" fmla="*/ 183605 h 519126"/>
                <a:gd name="connsiteX504" fmla="*/ 166893 w 597604"/>
                <a:gd name="connsiteY504" fmla="*/ 185220 h 519126"/>
                <a:gd name="connsiteX505" fmla="*/ 168643 w 597604"/>
                <a:gd name="connsiteY505" fmla="*/ 188046 h 519126"/>
                <a:gd name="connsiteX506" fmla="*/ 168643 w 597604"/>
                <a:gd name="connsiteY506" fmla="*/ 190434 h 519126"/>
                <a:gd name="connsiteX507" fmla="*/ 166994 w 597604"/>
                <a:gd name="connsiteY507" fmla="*/ 191948 h 519126"/>
                <a:gd name="connsiteX508" fmla="*/ 165480 w 597604"/>
                <a:gd name="connsiteY508" fmla="*/ 194134 h 519126"/>
                <a:gd name="connsiteX509" fmla="*/ 163528 w 597604"/>
                <a:gd name="connsiteY509" fmla="*/ 196523 h 519126"/>
                <a:gd name="connsiteX510" fmla="*/ 161239 w 597604"/>
                <a:gd name="connsiteY510" fmla="*/ 196523 h 519126"/>
                <a:gd name="connsiteX511" fmla="*/ 157200 w 597604"/>
                <a:gd name="connsiteY511" fmla="*/ 196523 h 519126"/>
                <a:gd name="connsiteX512" fmla="*/ 152085 w 597604"/>
                <a:gd name="connsiteY512" fmla="*/ 196523 h 519126"/>
                <a:gd name="connsiteX513" fmla="*/ 147845 w 597604"/>
                <a:gd name="connsiteY513" fmla="*/ 197162 h 519126"/>
                <a:gd name="connsiteX514" fmla="*/ 143705 w 597604"/>
                <a:gd name="connsiteY514" fmla="*/ 197263 h 519126"/>
                <a:gd name="connsiteX515" fmla="*/ 142090 w 597604"/>
                <a:gd name="connsiteY515" fmla="*/ 197700 h 519126"/>
                <a:gd name="connsiteX516" fmla="*/ 137210 w 597604"/>
                <a:gd name="connsiteY516" fmla="*/ 199752 h 519126"/>
                <a:gd name="connsiteX517" fmla="*/ 133844 w 597604"/>
                <a:gd name="connsiteY517" fmla="*/ 202477 h 519126"/>
                <a:gd name="connsiteX518" fmla="*/ 131657 w 597604"/>
                <a:gd name="connsiteY518" fmla="*/ 205404 h 519126"/>
                <a:gd name="connsiteX519" fmla="*/ 128830 w 597604"/>
                <a:gd name="connsiteY519" fmla="*/ 208566 h 519126"/>
                <a:gd name="connsiteX520" fmla="*/ 126541 w 597604"/>
                <a:gd name="connsiteY520" fmla="*/ 209541 h 519126"/>
                <a:gd name="connsiteX521" fmla="*/ 122301 w 597604"/>
                <a:gd name="connsiteY521" fmla="*/ 206480 h 519126"/>
                <a:gd name="connsiteX522" fmla="*/ 118296 w 597604"/>
                <a:gd name="connsiteY522" fmla="*/ 204731 h 519126"/>
                <a:gd name="connsiteX523" fmla="*/ 112743 w 597604"/>
                <a:gd name="connsiteY523" fmla="*/ 204731 h 519126"/>
                <a:gd name="connsiteX524" fmla="*/ 105137 w 597604"/>
                <a:gd name="connsiteY524" fmla="*/ 205067 h 519126"/>
                <a:gd name="connsiteX525" fmla="*/ 102108 w 597604"/>
                <a:gd name="connsiteY525" fmla="*/ 205269 h 519126"/>
                <a:gd name="connsiteX526" fmla="*/ 98742 w 597604"/>
                <a:gd name="connsiteY526" fmla="*/ 206884 h 519126"/>
                <a:gd name="connsiteX527" fmla="*/ 96891 w 597604"/>
                <a:gd name="connsiteY527" fmla="*/ 207321 h 519126"/>
                <a:gd name="connsiteX528" fmla="*/ 94704 w 597604"/>
                <a:gd name="connsiteY528" fmla="*/ 206547 h 519126"/>
                <a:gd name="connsiteX529" fmla="*/ 92213 w 597604"/>
                <a:gd name="connsiteY529" fmla="*/ 203923 h 519126"/>
                <a:gd name="connsiteX530" fmla="*/ 92113 w 597604"/>
                <a:gd name="connsiteY530" fmla="*/ 200761 h 519126"/>
                <a:gd name="connsiteX531" fmla="*/ 92449 w 597604"/>
                <a:gd name="connsiteY531" fmla="*/ 198575 h 519126"/>
                <a:gd name="connsiteX532" fmla="*/ 92012 w 597604"/>
                <a:gd name="connsiteY532" fmla="*/ 196725 h 519126"/>
                <a:gd name="connsiteX533" fmla="*/ 88747 w 597604"/>
                <a:gd name="connsiteY533" fmla="*/ 193361 h 519126"/>
                <a:gd name="connsiteX534" fmla="*/ 86459 w 597604"/>
                <a:gd name="connsiteY534" fmla="*/ 191611 h 519126"/>
                <a:gd name="connsiteX535" fmla="*/ 82656 w 597604"/>
                <a:gd name="connsiteY535" fmla="*/ 189660 h 519126"/>
                <a:gd name="connsiteX536" fmla="*/ 80266 w 597604"/>
                <a:gd name="connsiteY536" fmla="*/ 190737 h 519126"/>
                <a:gd name="connsiteX537" fmla="*/ 77978 w 597604"/>
                <a:gd name="connsiteY537" fmla="*/ 193361 h 519126"/>
                <a:gd name="connsiteX538" fmla="*/ 77103 w 597604"/>
                <a:gd name="connsiteY538" fmla="*/ 195749 h 519126"/>
                <a:gd name="connsiteX539" fmla="*/ 74477 w 597604"/>
                <a:gd name="connsiteY539" fmla="*/ 200963 h 519126"/>
                <a:gd name="connsiteX540" fmla="*/ 71213 w 597604"/>
                <a:gd name="connsiteY540" fmla="*/ 203015 h 519126"/>
                <a:gd name="connsiteX541" fmla="*/ 67949 w 597604"/>
                <a:gd name="connsiteY541" fmla="*/ 206043 h 519126"/>
                <a:gd name="connsiteX542" fmla="*/ 66299 w 597604"/>
                <a:gd name="connsiteY542" fmla="*/ 208532 h 519126"/>
                <a:gd name="connsiteX543" fmla="*/ 62934 w 597604"/>
                <a:gd name="connsiteY543" fmla="*/ 210281 h 519126"/>
                <a:gd name="connsiteX544" fmla="*/ 59905 w 597604"/>
                <a:gd name="connsiteY544" fmla="*/ 210281 h 519126"/>
                <a:gd name="connsiteX545" fmla="*/ 57415 w 597604"/>
                <a:gd name="connsiteY545" fmla="*/ 207893 h 519126"/>
                <a:gd name="connsiteX546" fmla="*/ 54924 w 597604"/>
                <a:gd name="connsiteY546" fmla="*/ 205404 h 519126"/>
                <a:gd name="connsiteX547" fmla="*/ 51761 w 597604"/>
                <a:gd name="connsiteY547" fmla="*/ 202040 h 519126"/>
                <a:gd name="connsiteX548" fmla="*/ 49472 w 597604"/>
                <a:gd name="connsiteY548" fmla="*/ 199214 h 519126"/>
                <a:gd name="connsiteX549" fmla="*/ 47083 w 597604"/>
                <a:gd name="connsiteY549" fmla="*/ 196287 h 519126"/>
                <a:gd name="connsiteX550" fmla="*/ 45030 w 597604"/>
                <a:gd name="connsiteY550" fmla="*/ 194336 h 519126"/>
                <a:gd name="connsiteX551" fmla="*/ 44828 w 597604"/>
                <a:gd name="connsiteY551" fmla="*/ 193125 h 519126"/>
                <a:gd name="connsiteX552" fmla="*/ 42977 w 597604"/>
                <a:gd name="connsiteY552" fmla="*/ 191174 h 519126"/>
                <a:gd name="connsiteX553" fmla="*/ 41025 w 597604"/>
                <a:gd name="connsiteY553" fmla="*/ 190838 h 519126"/>
                <a:gd name="connsiteX554" fmla="*/ 39241 w 597604"/>
                <a:gd name="connsiteY554" fmla="*/ 191040 h 519126"/>
                <a:gd name="connsiteX555" fmla="*/ 38232 w 597604"/>
                <a:gd name="connsiteY555" fmla="*/ 190501 h 519126"/>
                <a:gd name="connsiteX556" fmla="*/ 38232 w 597604"/>
                <a:gd name="connsiteY556" fmla="*/ 188550 h 519126"/>
                <a:gd name="connsiteX557" fmla="*/ 37255 w 597604"/>
                <a:gd name="connsiteY557" fmla="*/ 186700 h 519126"/>
                <a:gd name="connsiteX558" fmla="*/ 35304 w 597604"/>
                <a:gd name="connsiteY558" fmla="*/ 186599 h 519126"/>
                <a:gd name="connsiteX559" fmla="*/ 34328 w 597604"/>
                <a:gd name="connsiteY559" fmla="*/ 187810 h 519126"/>
                <a:gd name="connsiteX560" fmla="*/ 33116 w 597604"/>
                <a:gd name="connsiteY560" fmla="*/ 189862 h 519126"/>
                <a:gd name="connsiteX561" fmla="*/ 32140 w 597604"/>
                <a:gd name="connsiteY561" fmla="*/ 192789 h 519126"/>
                <a:gd name="connsiteX562" fmla="*/ 29952 w 597604"/>
                <a:gd name="connsiteY562" fmla="*/ 196826 h 519126"/>
                <a:gd name="connsiteX563" fmla="*/ 28977 w 597604"/>
                <a:gd name="connsiteY563" fmla="*/ 200089 h 519126"/>
                <a:gd name="connsiteX564" fmla="*/ 27126 w 597604"/>
                <a:gd name="connsiteY564" fmla="*/ 202578 h 519126"/>
                <a:gd name="connsiteX565" fmla="*/ 25174 w 597604"/>
                <a:gd name="connsiteY565" fmla="*/ 204193 h 519126"/>
                <a:gd name="connsiteX566" fmla="*/ 23996 w 597604"/>
                <a:gd name="connsiteY566" fmla="*/ 205168 h 519126"/>
                <a:gd name="connsiteX567" fmla="*/ 22044 w 597604"/>
                <a:gd name="connsiteY567" fmla="*/ 206682 h 519126"/>
                <a:gd name="connsiteX568" fmla="*/ 19318 w 597604"/>
                <a:gd name="connsiteY568" fmla="*/ 209407 h 519126"/>
                <a:gd name="connsiteX569" fmla="*/ 18241 w 597604"/>
                <a:gd name="connsiteY569" fmla="*/ 210921 h 519126"/>
                <a:gd name="connsiteX570" fmla="*/ 17164 w 597604"/>
                <a:gd name="connsiteY570" fmla="*/ 212872 h 519126"/>
                <a:gd name="connsiteX571" fmla="*/ 12385 w 597604"/>
                <a:gd name="connsiteY571" fmla="*/ 215495 h 519126"/>
                <a:gd name="connsiteX572" fmla="*/ 9457 w 597604"/>
                <a:gd name="connsiteY572" fmla="*/ 219835 h 519126"/>
                <a:gd name="connsiteX573" fmla="*/ 5216 w 597604"/>
                <a:gd name="connsiteY573" fmla="*/ 220710 h 519126"/>
                <a:gd name="connsiteX574" fmla="*/ 5216 w 597604"/>
                <a:gd name="connsiteY574" fmla="*/ 226799 h 519126"/>
                <a:gd name="connsiteX575" fmla="*/ 5654 w 597604"/>
                <a:gd name="connsiteY575" fmla="*/ 228750 h 519126"/>
                <a:gd name="connsiteX576" fmla="*/ 5418 w 597604"/>
                <a:gd name="connsiteY576" fmla="*/ 229826 h 519126"/>
                <a:gd name="connsiteX577" fmla="*/ 639 w 597604"/>
                <a:gd name="connsiteY577" fmla="*/ 231138 h 519126"/>
                <a:gd name="connsiteX578" fmla="*/ 0 w 597604"/>
                <a:gd name="connsiteY578" fmla="*/ 232887 h 519126"/>
                <a:gd name="connsiteX579" fmla="*/ 1077 w 597604"/>
                <a:gd name="connsiteY579" fmla="*/ 236352 h 519126"/>
                <a:gd name="connsiteX580" fmla="*/ 3904 w 597604"/>
                <a:gd name="connsiteY580" fmla="*/ 236789 h 519126"/>
                <a:gd name="connsiteX581" fmla="*/ 7067 w 597604"/>
                <a:gd name="connsiteY581" fmla="*/ 235276 h 519126"/>
                <a:gd name="connsiteX582" fmla="*/ 7942 w 597604"/>
                <a:gd name="connsiteY582" fmla="*/ 234401 h 519126"/>
                <a:gd name="connsiteX583" fmla="*/ 9692 w 597604"/>
                <a:gd name="connsiteY583" fmla="*/ 233762 h 519126"/>
                <a:gd name="connsiteX584" fmla="*/ 11106 w 597604"/>
                <a:gd name="connsiteY584" fmla="*/ 233526 h 519126"/>
                <a:gd name="connsiteX585" fmla="*/ 14370 w 597604"/>
                <a:gd name="connsiteY585" fmla="*/ 235377 h 519126"/>
                <a:gd name="connsiteX586" fmla="*/ 15582 w 597604"/>
                <a:gd name="connsiteY586" fmla="*/ 238404 h 519126"/>
                <a:gd name="connsiteX587" fmla="*/ 16019 w 597604"/>
                <a:gd name="connsiteY587" fmla="*/ 240793 h 519126"/>
                <a:gd name="connsiteX588" fmla="*/ 15481 w 597604"/>
                <a:gd name="connsiteY588" fmla="*/ 243517 h 519126"/>
                <a:gd name="connsiteX589" fmla="*/ 14572 w 597604"/>
                <a:gd name="connsiteY589" fmla="*/ 245132 h 519126"/>
                <a:gd name="connsiteX590" fmla="*/ 13967 w 597604"/>
                <a:gd name="connsiteY590" fmla="*/ 247622 h 519126"/>
                <a:gd name="connsiteX591" fmla="*/ 13967 w 597604"/>
                <a:gd name="connsiteY591" fmla="*/ 249371 h 519126"/>
                <a:gd name="connsiteX592" fmla="*/ 15043 w 597604"/>
                <a:gd name="connsiteY592" fmla="*/ 250783 h 519126"/>
                <a:gd name="connsiteX593" fmla="*/ 14842 w 597604"/>
                <a:gd name="connsiteY593" fmla="*/ 253710 h 519126"/>
                <a:gd name="connsiteX594" fmla="*/ 13765 w 597604"/>
                <a:gd name="connsiteY594" fmla="*/ 255661 h 519126"/>
                <a:gd name="connsiteX595" fmla="*/ 12452 w 597604"/>
                <a:gd name="connsiteY595" fmla="*/ 256973 h 519126"/>
                <a:gd name="connsiteX596" fmla="*/ 11813 w 597604"/>
                <a:gd name="connsiteY596" fmla="*/ 257949 h 519126"/>
                <a:gd name="connsiteX597" fmla="*/ 10938 w 597604"/>
                <a:gd name="connsiteY597" fmla="*/ 258588 h 519126"/>
                <a:gd name="connsiteX598" fmla="*/ 10265 w 597604"/>
                <a:gd name="connsiteY598" fmla="*/ 261077 h 519126"/>
                <a:gd name="connsiteX599" fmla="*/ 10063 w 597604"/>
                <a:gd name="connsiteY599" fmla="*/ 263365 h 519126"/>
                <a:gd name="connsiteX600" fmla="*/ 9625 w 597604"/>
                <a:gd name="connsiteY600" fmla="*/ 267267 h 519126"/>
                <a:gd name="connsiteX601" fmla="*/ 9524 w 597604"/>
                <a:gd name="connsiteY601" fmla="*/ 270866 h 519126"/>
                <a:gd name="connsiteX602" fmla="*/ 8885 w 597604"/>
                <a:gd name="connsiteY602" fmla="*/ 274769 h 519126"/>
                <a:gd name="connsiteX603" fmla="*/ 9087 w 597604"/>
                <a:gd name="connsiteY603" fmla="*/ 277157 h 519126"/>
                <a:gd name="connsiteX604" fmla="*/ 12250 w 597604"/>
                <a:gd name="connsiteY604" fmla="*/ 279983 h 519126"/>
                <a:gd name="connsiteX605" fmla="*/ 15515 w 597604"/>
                <a:gd name="connsiteY605" fmla="*/ 286072 h 519126"/>
                <a:gd name="connsiteX606" fmla="*/ 17904 w 597604"/>
                <a:gd name="connsiteY606" fmla="*/ 288897 h 519126"/>
                <a:gd name="connsiteX607" fmla="*/ 22246 w 597604"/>
                <a:gd name="connsiteY607" fmla="*/ 291084 h 519126"/>
                <a:gd name="connsiteX608" fmla="*/ 27462 w 597604"/>
                <a:gd name="connsiteY608" fmla="*/ 291959 h 519126"/>
                <a:gd name="connsiteX609" fmla="*/ 32241 w 597604"/>
                <a:gd name="connsiteY609" fmla="*/ 291959 h 519126"/>
                <a:gd name="connsiteX610" fmla="*/ 35707 w 597604"/>
                <a:gd name="connsiteY610" fmla="*/ 291959 h 519126"/>
                <a:gd name="connsiteX611" fmla="*/ 40924 w 597604"/>
                <a:gd name="connsiteY611" fmla="*/ 291959 h 519126"/>
                <a:gd name="connsiteX612" fmla="*/ 42674 w 597604"/>
                <a:gd name="connsiteY612" fmla="*/ 291319 h 519126"/>
                <a:gd name="connsiteX613" fmla="*/ 43751 w 597604"/>
                <a:gd name="connsiteY613" fmla="*/ 288494 h 519126"/>
                <a:gd name="connsiteX614" fmla="*/ 45063 w 597604"/>
                <a:gd name="connsiteY614" fmla="*/ 286307 h 519126"/>
                <a:gd name="connsiteX615" fmla="*/ 46813 w 597604"/>
                <a:gd name="connsiteY615" fmla="*/ 284793 h 519126"/>
                <a:gd name="connsiteX616" fmla="*/ 47251 w 597604"/>
                <a:gd name="connsiteY616" fmla="*/ 283279 h 519126"/>
                <a:gd name="connsiteX617" fmla="*/ 49203 w 597604"/>
                <a:gd name="connsiteY617" fmla="*/ 283044 h 519126"/>
                <a:gd name="connsiteX618" fmla="*/ 51592 w 597604"/>
                <a:gd name="connsiteY618" fmla="*/ 283279 h 519126"/>
                <a:gd name="connsiteX619" fmla="*/ 56607 w 597604"/>
                <a:gd name="connsiteY619" fmla="*/ 283279 h 519126"/>
                <a:gd name="connsiteX620" fmla="*/ 58794 w 597604"/>
                <a:gd name="connsiteY620" fmla="*/ 283279 h 519126"/>
                <a:gd name="connsiteX621" fmla="*/ 63371 w 597604"/>
                <a:gd name="connsiteY621" fmla="*/ 283481 h 519126"/>
                <a:gd name="connsiteX622" fmla="*/ 64886 w 597604"/>
                <a:gd name="connsiteY622" fmla="*/ 282842 h 519126"/>
                <a:gd name="connsiteX623" fmla="*/ 68352 w 597604"/>
                <a:gd name="connsiteY623" fmla="*/ 281328 h 519126"/>
                <a:gd name="connsiteX624" fmla="*/ 70977 w 597604"/>
                <a:gd name="connsiteY624" fmla="*/ 278940 h 519126"/>
                <a:gd name="connsiteX625" fmla="*/ 72054 w 597604"/>
                <a:gd name="connsiteY625" fmla="*/ 276989 h 519126"/>
                <a:gd name="connsiteX626" fmla="*/ 73131 w 597604"/>
                <a:gd name="connsiteY626" fmla="*/ 275038 h 519126"/>
                <a:gd name="connsiteX627" fmla="*/ 73131 w 597604"/>
                <a:gd name="connsiteY627" fmla="*/ 273726 h 519126"/>
                <a:gd name="connsiteX628" fmla="*/ 74444 w 597604"/>
                <a:gd name="connsiteY628" fmla="*/ 272414 h 519126"/>
                <a:gd name="connsiteX629" fmla="*/ 75958 w 597604"/>
                <a:gd name="connsiteY629" fmla="*/ 271775 h 519126"/>
                <a:gd name="connsiteX630" fmla="*/ 77910 w 597604"/>
                <a:gd name="connsiteY630" fmla="*/ 270025 h 519126"/>
                <a:gd name="connsiteX631" fmla="*/ 79660 w 597604"/>
                <a:gd name="connsiteY631" fmla="*/ 270227 h 519126"/>
                <a:gd name="connsiteX632" fmla="*/ 83800 w 597604"/>
                <a:gd name="connsiteY632" fmla="*/ 271304 h 519126"/>
                <a:gd name="connsiteX633" fmla="*/ 86088 w 597604"/>
                <a:gd name="connsiteY633" fmla="*/ 273692 h 519126"/>
                <a:gd name="connsiteX634" fmla="*/ 87064 w 597604"/>
                <a:gd name="connsiteY634" fmla="*/ 276955 h 519126"/>
                <a:gd name="connsiteX635" fmla="*/ 87064 w 597604"/>
                <a:gd name="connsiteY635" fmla="*/ 280655 h 519126"/>
                <a:gd name="connsiteX636" fmla="*/ 85314 w 597604"/>
                <a:gd name="connsiteY636" fmla="*/ 281967 h 519126"/>
                <a:gd name="connsiteX637" fmla="*/ 85314 w 597604"/>
                <a:gd name="connsiteY637" fmla="*/ 284154 h 519126"/>
                <a:gd name="connsiteX638" fmla="*/ 89016 w 597604"/>
                <a:gd name="connsiteY638" fmla="*/ 285903 h 519126"/>
                <a:gd name="connsiteX639" fmla="*/ 92483 w 597604"/>
                <a:gd name="connsiteY639" fmla="*/ 287215 h 519126"/>
                <a:gd name="connsiteX640" fmla="*/ 94435 w 597604"/>
                <a:gd name="connsiteY640" fmla="*/ 289166 h 519126"/>
                <a:gd name="connsiteX641" fmla="*/ 99214 w 597604"/>
                <a:gd name="connsiteY641" fmla="*/ 293068 h 519126"/>
                <a:gd name="connsiteX642" fmla="*/ 99214 w 597604"/>
                <a:gd name="connsiteY642" fmla="*/ 299796 h 519126"/>
                <a:gd name="connsiteX643" fmla="*/ 103791 w 597604"/>
                <a:gd name="connsiteY643" fmla="*/ 303699 h 519126"/>
                <a:gd name="connsiteX644" fmla="*/ 104868 w 597604"/>
                <a:gd name="connsiteY644" fmla="*/ 306289 h 519126"/>
                <a:gd name="connsiteX645" fmla="*/ 103791 w 597604"/>
                <a:gd name="connsiteY645" fmla="*/ 312142 h 519126"/>
                <a:gd name="connsiteX646" fmla="*/ 102478 w 597604"/>
                <a:gd name="connsiteY646" fmla="*/ 313891 h 519126"/>
                <a:gd name="connsiteX647" fmla="*/ 101839 w 597604"/>
                <a:gd name="connsiteY647" fmla="*/ 316280 h 519126"/>
                <a:gd name="connsiteX648" fmla="*/ 97497 w 597604"/>
                <a:gd name="connsiteY648" fmla="*/ 322571 h 519126"/>
                <a:gd name="connsiteX649" fmla="*/ 96420 w 597604"/>
                <a:gd name="connsiteY649" fmla="*/ 325127 h 519126"/>
                <a:gd name="connsiteX650" fmla="*/ 91641 w 597604"/>
                <a:gd name="connsiteY650" fmla="*/ 328659 h 519126"/>
                <a:gd name="connsiteX651" fmla="*/ 90564 w 597604"/>
                <a:gd name="connsiteY651" fmla="*/ 331048 h 519126"/>
                <a:gd name="connsiteX652" fmla="*/ 87939 w 597604"/>
                <a:gd name="connsiteY652" fmla="*/ 334748 h 519126"/>
                <a:gd name="connsiteX653" fmla="*/ 85987 w 597604"/>
                <a:gd name="connsiteY653" fmla="*/ 339323 h 519126"/>
                <a:gd name="connsiteX654" fmla="*/ 85550 w 597604"/>
                <a:gd name="connsiteY654" fmla="*/ 344537 h 519126"/>
                <a:gd name="connsiteX655" fmla="*/ 83800 w 597604"/>
                <a:gd name="connsiteY655" fmla="*/ 349987 h 519126"/>
                <a:gd name="connsiteX656" fmla="*/ 82285 w 597604"/>
                <a:gd name="connsiteY656" fmla="*/ 352375 h 519126"/>
                <a:gd name="connsiteX657" fmla="*/ 80771 w 597604"/>
                <a:gd name="connsiteY657" fmla="*/ 354965 h 519126"/>
                <a:gd name="connsiteX658" fmla="*/ 79694 w 597604"/>
                <a:gd name="connsiteY658" fmla="*/ 356715 h 519126"/>
                <a:gd name="connsiteX659" fmla="*/ 78180 w 597604"/>
                <a:gd name="connsiteY659" fmla="*/ 358666 h 519126"/>
                <a:gd name="connsiteX660" fmla="*/ 76429 w 597604"/>
                <a:gd name="connsiteY660" fmla="*/ 362131 h 519126"/>
                <a:gd name="connsiteX661" fmla="*/ 76665 w 597604"/>
                <a:gd name="connsiteY661" fmla="*/ 366268 h 519126"/>
                <a:gd name="connsiteX662" fmla="*/ 76665 w 597604"/>
                <a:gd name="connsiteY662" fmla="*/ 372794 h 519126"/>
                <a:gd name="connsiteX663" fmla="*/ 76026 w 597604"/>
                <a:gd name="connsiteY663" fmla="*/ 377571 h 519126"/>
                <a:gd name="connsiteX664" fmla="*/ 75386 w 597604"/>
                <a:gd name="connsiteY664" fmla="*/ 382348 h 519126"/>
                <a:gd name="connsiteX665" fmla="*/ 73199 w 597604"/>
                <a:gd name="connsiteY665" fmla="*/ 383862 h 519126"/>
                <a:gd name="connsiteX666" fmla="*/ 69497 w 597604"/>
                <a:gd name="connsiteY666" fmla="*/ 383660 h 519126"/>
                <a:gd name="connsiteX667" fmla="*/ 66434 w 597604"/>
                <a:gd name="connsiteY667" fmla="*/ 385174 h 519126"/>
                <a:gd name="connsiteX668" fmla="*/ 62732 w 597604"/>
                <a:gd name="connsiteY668" fmla="*/ 387562 h 519126"/>
                <a:gd name="connsiteX669" fmla="*/ 62093 w 597604"/>
                <a:gd name="connsiteY669" fmla="*/ 389312 h 519126"/>
                <a:gd name="connsiteX670" fmla="*/ 62530 w 597604"/>
                <a:gd name="connsiteY670" fmla="*/ 394324 h 519126"/>
                <a:gd name="connsiteX671" fmla="*/ 66670 w 597604"/>
                <a:gd name="connsiteY671" fmla="*/ 396712 h 519126"/>
                <a:gd name="connsiteX672" fmla="*/ 70372 w 597604"/>
                <a:gd name="connsiteY672" fmla="*/ 401926 h 519126"/>
                <a:gd name="connsiteX673" fmla="*/ 73199 w 597604"/>
                <a:gd name="connsiteY673" fmla="*/ 402566 h 519126"/>
                <a:gd name="connsiteX674" fmla="*/ 76463 w 597604"/>
                <a:gd name="connsiteY674" fmla="*/ 403877 h 519126"/>
                <a:gd name="connsiteX675" fmla="*/ 75824 w 597604"/>
                <a:gd name="connsiteY675" fmla="*/ 409966 h 519126"/>
                <a:gd name="connsiteX676" fmla="*/ 73199 w 597604"/>
                <a:gd name="connsiteY676" fmla="*/ 414743 h 519126"/>
                <a:gd name="connsiteX677" fmla="*/ 78213 w 597604"/>
                <a:gd name="connsiteY677" fmla="*/ 414104 h 519126"/>
                <a:gd name="connsiteX678" fmla="*/ 81242 w 597604"/>
                <a:gd name="connsiteY678" fmla="*/ 412590 h 519126"/>
                <a:gd name="connsiteX679" fmla="*/ 83867 w 597604"/>
                <a:gd name="connsiteY679" fmla="*/ 410404 h 519126"/>
                <a:gd name="connsiteX680" fmla="*/ 87132 w 597604"/>
                <a:gd name="connsiteY680" fmla="*/ 409529 h 519126"/>
                <a:gd name="connsiteX681" fmla="*/ 89757 w 597604"/>
                <a:gd name="connsiteY681" fmla="*/ 411480 h 519126"/>
                <a:gd name="connsiteX682" fmla="*/ 89992 w 597604"/>
                <a:gd name="connsiteY682" fmla="*/ 415820 h 519126"/>
                <a:gd name="connsiteX683" fmla="*/ 87603 w 597604"/>
                <a:gd name="connsiteY683" fmla="*/ 419116 h 519126"/>
                <a:gd name="connsiteX684" fmla="*/ 87165 w 597604"/>
                <a:gd name="connsiteY684" fmla="*/ 423624 h 519126"/>
                <a:gd name="connsiteX685" fmla="*/ 88680 w 597604"/>
                <a:gd name="connsiteY685" fmla="*/ 425575 h 519126"/>
                <a:gd name="connsiteX686" fmla="*/ 91507 w 597604"/>
                <a:gd name="connsiteY686" fmla="*/ 428603 h 519126"/>
                <a:gd name="connsiteX687" fmla="*/ 95411 w 597604"/>
                <a:gd name="connsiteY687" fmla="*/ 434456 h 519126"/>
                <a:gd name="connsiteX688" fmla="*/ 96050 w 597604"/>
                <a:gd name="connsiteY688" fmla="*/ 436844 h 519126"/>
                <a:gd name="connsiteX689" fmla="*/ 100627 w 597604"/>
                <a:gd name="connsiteY689" fmla="*/ 437181 h 519126"/>
                <a:gd name="connsiteX690" fmla="*/ 106719 w 597604"/>
                <a:gd name="connsiteY690" fmla="*/ 436205 h 519126"/>
                <a:gd name="connsiteX691" fmla="*/ 112372 w 597604"/>
                <a:gd name="connsiteY691" fmla="*/ 436205 h 519126"/>
                <a:gd name="connsiteX692" fmla="*/ 115401 w 597604"/>
                <a:gd name="connsiteY692" fmla="*/ 438795 h 519126"/>
                <a:gd name="connsiteX693" fmla="*/ 115200 w 597604"/>
                <a:gd name="connsiteY693" fmla="*/ 441419 h 519126"/>
                <a:gd name="connsiteX694" fmla="*/ 114964 w 597604"/>
                <a:gd name="connsiteY694" fmla="*/ 445557 h 519126"/>
                <a:gd name="connsiteX695" fmla="*/ 113651 w 597604"/>
                <a:gd name="connsiteY695" fmla="*/ 448383 h 519126"/>
                <a:gd name="connsiteX696" fmla="*/ 110387 w 597604"/>
                <a:gd name="connsiteY696" fmla="*/ 452520 h 519126"/>
                <a:gd name="connsiteX697" fmla="*/ 107997 w 597604"/>
                <a:gd name="connsiteY697" fmla="*/ 453597 h 519126"/>
                <a:gd name="connsiteX698" fmla="*/ 104969 w 597604"/>
                <a:gd name="connsiteY698" fmla="*/ 455548 h 519126"/>
                <a:gd name="connsiteX699" fmla="*/ 102142 w 597604"/>
                <a:gd name="connsiteY699" fmla="*/ 457062 h 519126"/>
                <a:gd name="connsiteX700" fmla="*/ 98877 w 597604"/>
                <a:gd name="connsiteY700" fmla="*/ 459888 h 519126"/>
                <a:gd name="connsiteX701" fmla="*/ 92786 w 597604"/>
                <a:gd name="connsiteY701" fmla="*/ 457701 h 519126"/>
                <a:gd name="connsiteX702" fmla="*/ 90396 w 597604"/>
                <a:gd name="connsiteY702" fmla="*/ 459013 h 519126"/>
                <a:gd name="connsiteX703" fmla="*/ 93425 w 597604"/>
                <a:gd name="connsiteY703" fmla="*/ 465102 h 519126"/>
                <a:gd name="connsiteX704" fmla="*/ 95175 w 597604"/>
                <a:gd name="connsiteY704" fmla="*/ 468365 h 519126"/>
                <a:gd name="connsiteX705" fmla="*/ 96488 w 597604"/>
                <a:gd name="connsiteY705" fmla="*/ 470114 h 519126"/>
                <a:gd name="connsiteX706" fmla="*/ 95848 w 597604"/>
                <a:gd name="connsiteY706" fmla="*/ 476203 h 519126"/>
                <a:gd name="connsiteX707" fmla="*/ 94973 w 597604"/>
                <a:gd name="connsiteY707" fmla="*/ 478793 h 519126"/>
                <a:gd name="connsiteX708" fmla="*/ 90834 w 597604"/>
                <a:gd name="connsiteY708" fmla="*/ 482493 h 519126"/>
                <a:gd name="connsiteX709" fmla="*/ 85382 w 597604"/>
                <a:gd name="connsiteY709" fmla="*/ 485756 h 519126"/>
                <a:gd name="connsiteX710" fmla="*/ 83430 w 597604"/>
                <a:gd name="connsiteY710" fmla="*/ 489019 h 519126"/>
                <a:gd name="connsiteX711" fmla="*/ 81680 w 597604"/>
                <a:gd name="connsiteY711" fmla="*/ 494032 h 519126"/>
                <a:gd name="connsiteX712" fmla="*/ 81175 w 597604"/>
                <a:gd name="connsiteY712" fmla="*/ 498237 h 519126"/>
                <a:gd name="connsiteX713" fmla="*/ 83430 w 597604"/>
                <a:gd name="connsiteY713" fmla="*/ 500995 h 519126"/>
                <a:gd name="connsiteX714" fmla="*/ 85617 w 597604"/>
                <a:gd name="connsiteY714" fmla="*/ 502072 h 519126"/>
                <a:gd name="connsiteX715" fmla="*/ 87569 w 597604"/>
                <a:gd name="connsiteY715" fmla="*/ 504258 h 519126"/>
                <a:gd name="connsiteX716" fmla="*/ 90968 w 597604"/>
                <a:gd name="connsiteY716" fmla="*/ 508598 h 519126"/>
                <a:gd name="connsiteX717" fmla="*/ 93593 w 597604"/>
                <a:gd name="connsiteY717" fmla="*/ 510986 h 519126"/>
                <a:gd name="connsiteX718" fmla="*/ 96790 w 597604"/>
                <a:gd name="connsiteY718" fmla="*/ 513879 h 519126"/>
                <a:gd name="connsiteX719" fmla="*/ 98036 w 597604"/>
                <a:gd name="connsiteY719" fmla="*/ 513946 h 519126"/>
                <a:gd name="connsiteX720" fmla="*/ 100795 w 597604"/>
                <a:gd name="connsiteY720" fmla="*/ 513307 h 519126"/>
                <a:gd name="connsiteX721" fmla="*/ 104127 w 597604"/>
                <a:gd name="connsiteY721" fmla="*/ 511222 h 519126"/>
                <a:gd name="connsiteX722" fmla="*/ 107897 w 597604"/>
                <a:gd name="connsiteY722" fmla="*/ 509775 h 519126"/>
                <a:gd name="connsiteX723" fmla="*/ 110589 w 597604"/>
                <a:gd name="connsiteY723" fmla="*/ 509439 h 519126"/>
                <a:gd name="connsiteX724" fmla="*/ 113281 w 597604"/>
                <a:gd name="connsiteY724" fmla="*/ 509270 h 519126"/>
                <a:gd name="connsiteX725" fmla="*/ 115906 w 597604"/>
                <a:gd name="connsiteY725" fmla="*/ 509270 h 519126"/>
                <a:gd name="connsiteX726" fmla="*/ 117051 w 597604"/>
                <a:gd name="connsiteY726" fmla="*/ 508194 h 519126"/>
                <a:gd name="connsiteX727" fmla="*/ 117757 w 597604"/>
                <a:gd name="connsiteY727" fmla="*/ 504561 h 519126"/>
                <a:gd name="connsiteX728" fmla="*/ 118498 w 597604"/>
                <a:gd name="connsiteY728" fmla="*/ 502374 h 519126"/>
                <a:gd name="connsiteX729" fmla="*/ 119743 w 597604"/>
                <a:gd name="connsiteY729" fmla="*/ 500356 h 519126"/>
                <a:gd name="connsiteX730" fmla="*/ 120988 w 597604"/>
                <a:gd name="connsiteY730" fmla="*/ 498977 h 519126"/>
                <a:gd name="connsiteX731" fmla="*/ 123748 w 597604"/>
                <a:gd name="connsiteY731" fmla="*/ 496723 h 519126"/>
                <a:gd name="connsiteX732" fmla="*/ 125060 w 597604"/>
                <a:gd name="connsiteY732" fmla="*/ 495041 h 519126"/>
                <a:gd name="connsiteX733" fmla="*/ 133171 w 597604"/>
                <a:gd name="connsiteY733" fmla="*/ 487068 h 519126"/>
                <a:gd name="connsiteX734" fmla="*/ 135931 w 597604"/>
                <a:gd name="connsiteY734" fmla="*/ 483301 h 519126"/>
                <a:gd name="connsiteX735" fmla="*/ 135628 w 597604"/>
                <a:gd name="connsiteY735" fmla="*/ 482594 h 519126"/>
                <a:gd name="connsiteX736" fmla="*/ 133474 w 597604"/>
                <a:gd name="connsiteY736" fmla="*/ 480845 h 519126"/>
                <a:gd name="connsiteX737" fmla="*/ 132296 w 597604"/>
                <a:gd name="connsiteY737" fmla="*/ 478524 h 519126"/>
                <a:gd name="connsiteX738" fmla="*/ 134315 w 597604"/>
                <a:gd name="connsiteY738" fmla="*/ 477515 h 519126"/>
                <a:gd name="connsiteX739" fmla="*/ 140541 w 597604"/>
                <a:gd name="connsiteY739" fmla="*/ 475496 h 519126"/>
                <a:gd name="connsiteX740" fmla="*/ 143133 w 597604"/>
                <a:gd name="connsiteY740" fmla="*/ 473478 h 519126"/>
                <a:gd name="connsiteX741" fmla="*/ 146027 w 597604"/>
                <a:gd name="connsiteY741" fmla="*/ 471594 h 519126"/>
                <a:gd name="connsiteX742" fmla="*/ 150671 w 597604"/>
                <a:gd name="connsiteY742" fmla="*/ 467692 h 519126"/>
                <a:gd name="connsiteX743" fmla="*/ 151816 w 597604"/>
                <a:gd name="connsiteY743" fmla="*/ 466548 h 519126"/>
                <a:gd name="connsiteX744" fmla="*/ 155013 w 597604"/>
                <a:gd name="connsiteY744" fmla="*/ 468297 h 519126"/>
                <a:gd name="connsiteX745" fmla="*/ 157470 w 597604"/>
                <a:gd name="connsiteY745" fmla="*/ 470888 h 519126"/>
                <a:gd name="connsiteX746" fmla="*/ 158042 w 597604"/>
                <a:gd name="connsiteY746" fmla="*/ 474353 h 519126"/>
                <a:gd name="connsiteX747" fmla="*/ 157907 w 597604"/>
                <a:gd name="connsiteY747" fmla="*/ 477380 h 519126"/>
                <a:gd name="connsiteX748" fmla="*/ 158042 w 597604"/>
                <a:gd name="connsiteY748" fmla="*/ 480139 h 519126"/>
                <a:gd name="connsiteX749" fmla="*/ 161811 w 597604"/>
                <a:gd name="connsiteY749" fmla="*/ 481148 h 519126"/>
                <a:gd name="connsiteX750" fmla="*/ 167028 w 597604"/>
                <a:gd name="connsiteY750" fmla="*/ 481013 h 519126"/>
                <a:gd name="connsiteX751" fmla="*/ 171807 w 597604"/>
                <a:gd name="connsiteY751" fmla="*/ 479264 h 519126"/>
                <a:gd name="connsiteX752" fmla="*/ 173994 w 597604"/>
                <a:gd name="connsiteY752" fmla="*/ 478120 h 519126"/>
                <a:gd name="connsiteX753" fmla="*/ 178470 w 597604"/>
                <a:gd name="connsiteY753" fmla="*/ 477818 h 519126"/>
                <a:gd name="connsiteX754" fmla="*/ 180052 w 597604"/>
                <a:gd name="connsiteY754" fmla="*/ 479264 h 519126"/>
                <a:gd name="connsiteX755" fmla="*/ 178739 w 597604"/>
                <a:gd name="connsiteY755" fmla="*/ 481888 h 519126"/>
                <a:gd name="connsiteX756" fmla="*/ 177999 w 597604"/>
                <a:gd name="connsiteY756" fmla="*/ 483032 h 519126"/>
                <a:gd name="connsiteX757" fmla="*/ 178436 w 597604"/>
                <a:gd name="connsiteY757" fmla="*/ 486665 h 519126"/>
                <a:gd name="connsiteX758" fmla="*/ 180018 w 597604"/>
                <a:gd name="connsiteY758" fmla="*/ 489423 h 519126"/>
                <a:gd name="connsiteX759" fmla="*/ 183047 w 597604"/>
                <a:gd name="connsiteY759" fmla="*/ 493056 h 519126"/>
                <a:gd name="connsiteX760" fmla="*/ 185067 w 597604"/>
                <a:gd name="connsiteY760" fmla="*/ 495377 h 519126"/>
                <a:gd name="connsiteX761" fmla="*/ 189139 w 597604"/>
                <a:gd name="connsiteY761" fmla="*/ 498136 h 519126"/>
                <a:gd name="connsiteX762" fmla="*/ 194927 w 597604"/>
                <a:gd name="connsiteY762" fmla="*/ 499145 h 519126"/>
                <a:gd name="connsiteX763" fmla="*/ 199134 w 597604"/>
                <a:gd name="connsiteY763" fmla="*/ 499414 h 519126"/>
                <a:gd name="connsiteX764" fmla="*/ 201019 w 597604"/>
                <a:gd name="connsiteY764" fmla="*/ 500289 h 519126"/>
                <a:gd name="connsiteX765" fmla="*/ 207110 w 597604"/>
                <a:gd name="connsiteY765" fmla="*/ 504359 h 519126"/>
                <a:gd name="connsiteX766" fmla="*/ 208423 w 597604"/>
                <a:gd name="connsiteY766" fmla="*/ 505234 h 519126"/>
                <a:gd name="connsiteX767" fmla="*/ 210307 w 597604"/>
                <a:gd name="connsiteY767" fmla="*/ 507824 h 519126"/>
                <a:gd name="connsiteX768" fmla="*/ 211452 w 597604"/>
                <a:gd name="connsiteY768" fmla="*/ 509270 h 519126"/>
                <a:gd name="connsiteX769" fmla="*/ 216533 w 597604"/>
                <a:gd name="connsiteY769" fmla="*/ 509573 h 519126"/>
                <a:gd name="connsiteX770" fmla="*/ 221312 w 597604"/>
                <a:gd name="connsiteY770" fmla="*/ 508699 h 519126"/>
                <a:gd name="connsiteX771" fmla="*/ 224207 w 597604"/>
                <a:gd name="connsiteY771" fmla="*/ 508127 h 519126"/>
                <a:gd name="connsiteX772" fmla="*/ 226226 w 597604"/>
                <a:gd name="connsiteY772" fmla="*/ 508261 h 519126"/>
                <a:gd name="connsiteX773" fmla="*/ 228414 w 597604"/>
                <a:gd name="connsiteY773" fmla="*/ 512904 h 519126"/>
                <a:gd name="connsiteX774" fmla="*/ 229861 w 597604"/>
                <a:gd name="connsiteY774" fmla="*/ 516368 h 519126"/>
                <a:gd name="connsiteX775" fmla="*/ 233630 w 597604"/>
                <a:gd name="connsiteY775" fmla="*/ 518252 h 519126"/>
                <a:gd name="connsiteX776" fmla="*/ 238140 w 597604"/>
                <a:gd name="connsiteY776" fmla="*/ 519127 h 519126"/>
                <a:gd name="connsiteX777" fmla="*/ 243356 w 597604"/>
                <a:gd name="connsiteY777" fmla="*/ 517680 h 519126"/>
                <a:gd name="connsiteX778" fmla="*/ 248573 w 597604"/>
                <a:gd name="connsiteY778" fmla="*/ 510145 h 519126"/>
                <a:gd name="connsiteX779" fmla="*/ 250895 w 597604"/>
                <a:gd name="connsiteY779" fmla="*/ 507387 h 519126"/>
                <a:gd name="connsiteX780" fmla="*/ 254361 w 597604"/>
                <a:gd name="connsiteY780" fmla="*/ 499986 h 519126"/>
                <a:gd name="connsiteX781" fmla="*/ 258433 w 597604"/>
                <a:gd name="connsiteY781" fmla="*/ 497530 h 519126"/>
                <a:gd name="connsiteX782" fmla="*/ 257121 w 597604"/>
                <a:gd name="connsiteY782" fmla="*/ 492013 h 519126"/>
                <a:gd name="connsiteX783" fmla="*/ 253217 w 597604"/>
                <a:gd name="connsiteY783" fmla="*/ 487808 h 519126"/>
                <a:gd name="connsiteX784" fmla="*/ 251770 w 597604"/>
                <a:gd name="connsiteY784" fmla="*/ 486362 h 519126"/>
                <a:gd name="connsiteX785" fmla="*/ 253217 w 597604"/>
                <a:gd name="connsiteY785" fmla="*/ 482594 h 519126"/>
                <a:gd name="connsiteX786" fmla="*/ 255539 w 597604"/>
                <a:gd name="connsiteY786" fmla="*/ 481148 h 519126"/>
                <a:gd name="connsiteX787" fmla="*/ 260318 w 597604"/>
                <a:gd name="connsiteY787" fmla="*/ 480576 h 519126"/>
                <a:gd name="connsiteX788" fmla="*/ 271761 w 597604"/>
                <a:gd name="connsiteY788" fmla="*/ 480273 h 519126"/>
                <a:gd name="connsiteX789" fmla="*/ 275227 w 597604"/>
                <a:gd name="connsiteY789" fmla="*/ 477818 h 519126"/>
                <a:gd name="connsiteX790" fmla="*/ 277549 w 597604"/>
                <a:gd name="connsiteY790" fmla="*/ 475362 h 519126"/>
                <a:gd name="connsiteX791" fmla="*/ 279871 w 597604"/>
                <a:gd name="connsiteY791" fmla="*/ 473915 h 519126"/>
                <a:gd name="connsiteX792" fmla="*/ 285963 w 597604"/>
                <a:gd name="connsiteY792" fmla="*/ 470450 h 519126"/>
                <a:gd name="connsiteX793" fmla="*/ 290607 w 597604"/>
                <a:gd name="connsiteY793" fmla="*/ 468701 h 519126"/>
                <a:gd name="connsiteX794" fmla="*/ 293199 w 597604"/>
                <a:gd name="connsiteY794" fmla="*/ 467692 h 519126"/>
                <a:gd name="connsiteX795" fmla="*/ 296530 w 597604"/>
                <a:gd name="connsiteY795" fmla="*/ 465808 h 519126"/>
                <a:gd name="connsiteX796" fmla="*/ 302184 w 597604"/>
                <a:gd name="connsiteY796" fmla="*/ 462041 h 519126"/>
                <a:gd name="connsiteX797" fmla="*/ 304507 w 597604"/>
                <a:gd name="connsiteY797" fmla="*/ 460291 h 519126"/>
                <a:gd name="connsiteX798" fmla="*/ 308713 w 597604"/>
                <a:gd name="connsiteY798" fmla="*/ 460291 h 519126"/>
                <a:gd name="connsiteX799" fmla="*/ 316824 w 597604"/>
                <a:gd name="connsiteY799" fmla="*/ 459147 h 519126"/>
                <a:gd name="connsiteX800" fmla="*/ 325372 w 597604"/>
                <a:gd name="connsiteY800" fmla="*/ 458407 h 519126"/>
                <a:gd name="connsiteX801" fmla="*/ 327829 w 597604"/>
                <a:gd name="connsiteY801" fmla="*/ 456389 h 519126"/>
                <a:gd name="connsiteX802" fmla="*/ 329276 w 597604"/>
                <a:gd name="connsiteY802" fmla="*/ 455649 h 519126"/>
                <a:gd name="connsiteX803" fmla="*/ 334493 w 597604"/>
                <a:gd name="connsiteY803" fmla="*/ 450569 h 519126"/>
                <a:gd name="connsiteX804" fmla="*/ 336815 w 597604"/>
                <a:gd name="connsiteY804" fmla="*/ 447542 h 519126"/>
                <a:gd name="connsiteX805" fmla="*/ 337252 w 597604"/>
                <a:gd name="connsiteY805" fmla="*/ 443202 h 519126"/>
                <a:gd name="connsiteX806" fmla="*/ 337118 w 597604"/>
                <a:gd name="connsiteY806" fmla="*/ 438728 h 519126"/>
                <a:gd name="connsiteX807" fmla="*/ 335805 w 597604"/>
                <a:gd name="connsiteY807" fmla="*/ 435970 h 519126"/>
                <a:gd name="connsiteX808" fmla="*/ 334055 w 597604"/>
                <a:gd name="connsiteY808" fmla="*/ 431630 h 519126"/>
                <a:gd name="connsiteX809" fmla="*/ 334762 w 597604"/>
                <a:gd name="connsiteY809" fmla="*/ 427291 h 519126"/>
                <a:gd name="connsiteX810" fmla="*/ 339272 w 597604"/>
                <a:gd name="connsiteY810" fmla="*/ 423826 h 519126"/>
                <a:gd name="connsiteX811" fmla="*/ 341897 w 597604"/>
                <a:gd name="connsiteY811" fmla="*/ 420495 h 519126"/>
                <a:gd name="connsiteX812" fmla="*/ 346810 w 597604"/>
                <a:gd name="connsiteY812" fmla="*/ 417165 h 519126"/>
                <a:gd name="connsiteX813" fmla="*/ 353777 w 597604"/>
                <a:gd name="connsiteY813" fmla="*/ 414407 h 519126"/>
                <a:gd name="connsiteX814" fmla="*/ 360306 w 597604"/>
                <a:gd name="connsiteY814" fmla="*/ 414407 h 519126"/>
                <a:gd name="connsiteX815" fmla="*/ 362931 w 597604"/>
                <a:gd name="connsiteY815" fmla="*/ 415147 h 519126"/>
                <a:gd name="connsiteX816" fmla="*/ 366397 w 597604"/>
                <a:gd name="connsiteY816" fmla="*/ 418914 h 519126"/>
                <a:gd name="connsiteX817" fmla="*/ 371311 w 597604"/>
                <a:gd name="connsiteY817" fmla="*/ 424263 h 519126"/>
                <a:gd name="connsiteX818" fmla="*/ 373768 w 597604"/>
                <a:gd name="connsiteY818" fmla="*/ 430184 h 519126"/>
                <a:gd name="connsiteX819" fmla="*/ 374912 w 597604"/>
                <a:gd name="connsiteY819" fmla="*/ 436272 h 519126"/>
                <a:gd name="connsiteX820" fmla="*/ 381878 w 597604"/>
                <a:gd name="connsiteY820" fmla="*/ 441924 h 519126"/>
                <a:gd name="connsiteX821" fmla="*/ 381744 w 597604"/>
                <a:gd name="connsiteY821" fmla="*/ 447878 h 519126"/>
                <a:gd name="connsiteX822" fmla="*/ 384638 w 597604"/>
                <a:gd name="connsiteY822" fmla="*/ 452790 h 519126"/>
                <a:gd name="connsiteX823" fmla="*/ 388273 w 597604"/>
                <a:gd name="connsiteY823" fmla="*/ 453664 h 519126"/>
                <a:gd name="connsiteX824" fmla="*/ 391907 w 597604"/>
                <a:gd name="connsiteY824" fmla="*/ 453227 h 519126"/>
                <a:gd name="connsiteX825" fmla="*/ 394802 w 597604"/>
                <a:gd name="connsiteY825" fmla="*/ 452790 h 519126"/>
                <a:gd name="connsiteX826" fmla="*/ 398706 w 597604"/>
                <a:gd name="connsiteY826" fmla="*/ 450771 h 519126"/>
                <a:gd name="connsiteX827" fmla="*/ 401297 w 597604"/>
                <a:gd name="connsiteY827" fmla="*/ 448013 h 519126"/>
                <a:gd name="connsiteX828" fmla="*/ 402744 w 597604"/>
                <a:gd name="connsiteY828" fmla="*/ 447138 h 519126"/>
                <a:gd name="connsiteX829" fmla="*/ 408398 w 597604"/>
                <a:gd name="connsiteY829" fmla="*/ 449459 h 519126"/>
                <a:gd name="connsiteX830" fmla="*/ 409273 w 597604"/>
                <a:gd name="connsiteY830" fmla="*/ 453361 h 519126"/>
                <a:gd name="connsiteX831" fmla="*/ 410855 w 597604"/>
                <a:gd name="connsiteY831" fmla="*/ 456995 h 519126"/>
                <a:gd name="connsiteX832" fmla="*/ 413446 w 597604"/>
                <a:gd name="connsiteY832" fmla="*/ 460897 h 519126"/>
                <a:gd name="connsiteX833" fmla="*/ 416778 w 597604"/>
                <a:gd name="connsiteY833" fmla="*/ 462209 h 519126"/>
                <a:gd name="connsiteX834" fmla="*/ 421423 w 597604"/>
                <a:gd name="connsiteY834" fmla="*/ 463790 h 519126"/>
                <a:gd name="connsiteX835" fmla="*/ 424620 w 597604"/>
                <a:gd name="connsiteY835" fmla="*/ 464362 h 519126"/>
                <a:gd name="connsiteX836" fmla="*/ 428086 w 597604"/>
                <a:gd name="connsiteY836" fmla="*/ 463655 h 519126"/>
                <a:gd name="connsiteX837" fmla="*/ 434750 w 597604"/>
                <a:gd name="connsiteY837" fmla="*/ 462343 h 519126"/>
                <a:gd name="connsiteX838" fmla="*/ 440538 w 597604"/>
                <a:gd name="connsiteY838" fmla="*/ 461603 h 519126"/>
                <a:gd name="connsiteX839" fmla="*/ 446192 w 597604"/>
                <a:gd name="connsiteY839" fmla="*/ 459719 h 519126"/>
                <a:gd name="connsiteX840" fmla="*/ 449524 w 597604"/>
                <a:gd name="connsiteY840" fmla="*/ 456524 h 519126"/>
                <a:gd name="connsiteX841" fmla="*/ 453428 w 597604"/>
                <a:gd name="connsiteY841" fmla="*/ 453059 h 519126"/>
                <a:gd name="connsiteX842" fmla="*/ 454303 w 597604"/>
                <a:gd name="connsiteY842" fmla="*/ 449426 h 519126"/>
                <a:gd name="connsiteX843" fmla="*/ 453294 w 597604"/>
                <a:gd name="connsiteY843" fmla="*/ 444918 h 519126"/>
                <a:gd name="connsiteX844" fmla="*/ 453159 w 597604"/>
                <a:gd name="connsiteY844" fmla="*/ 441150 h 519126"/>
                <a:gd name="connsiteX845" fmla="*/ 454337 w 597604"/>
                <a:gd name="connsiteY845" fmla="*/ 436071 h 519126"/>
                <a:gd name="connsiteX846" fmla="*/ 455649 w 597604"/>
                <a:gd name="connsiteY846" fmla="*/ 433884 h 519126"/>
                <a:gd name="connsiteX847" fmla="*/ 458846 w 597604"/>
                <a:gd name="connsiteY847" fmla="*/ 429107 h 519126"/>
                <a:gd name="connsiteX848" fmla="*/ 464063 w 597604"/>
                <a:gd name="connsiteY848" fmla="*/ 424600 h 519126"/>
                <a:gd name="connsiteX849" fmla="*/ 471467 w 597604"/>
                <a:gd name="connsiteY849" fmla="*/ 421404 h 519126"/>
                <a:gd name="connsiteX850" fmla="*/ 476381 w 597604"/>
                <a:gd name="connsiteY850" fmla="*/ 424162 h 519126"/>
                <a:gd name="connsiteX851" fmla="*/ 481866 w 597604"/>
                <a:gd name="connsiteY851" fmla="*/ 428064 h 519126"/>
                <a:gd name="connsiteX852" fmla="*/ 487520 w 597604"/>
                <a:gd name="connsiteY852" fmla="*/ 431967 h 519126"/>
                <a:gd name="connsiteX853" fmla="*/ 490280 w 597604"/>
                <a:gd name="connsiteY853" fmla="*/ 434725 h 519126"/>
                <a:gd name="connsiteX854" fmla="*/ 493914 w 597604"/>
                <a:gd name="connsiteY854" fmla="*/ 436609 h 519126"/>
                <a:gd name="connsiteX855" fmla="*/ 494924 w 597604"/>
                <a:gd name="connsiteY855" fmla="*/ 439805 h 519126"/>
                <a:gd name="connsiteX856" fmla="*/ 497381 w 597604"/>
                <a:gd name="connsiteY856" fmla="*/ 443572 h 519126"/>
                <a:gd name="connsiteX857" fmla="*/ 498694 w 597604"/>
                <a:gd name="connsiteY857" fmla="*/ 444144 h 519126"/>
                <a:gd name="connsiteX858" fmla="*/ 501453 w 597604"/>
                <a:gd name="connsiteY858" fmla="*/ 443572 h 519126"/>
                <a:gd name="connsiteX859" fmla="*/ 502328 w 597604"/>
                <a:gd name="connsiteY859" fmla="*/ 440948 h 519126"/>
                <a:gd name="connsiteX860" fmla="*/ 502900 w 597604"/>
                <a:gd name="connsiteY860" fmla="*/ 437181 h 519126"/>
                <a:gd name="connsiteX861" fmla="*/ 502766 w 597604"/>
                <a:gd name="connsiteY861" fmla="*/ 434860 h 519126"/>
                <a:gd name="connsiteX862" fmla="*/ 502766 w 597604"/>
                <a:gd name="connsiteY862" fmla="*/ 431799 h 519126"/>
                <a:gd name="connsiteX863" fmla="*/ 503069 w 597604"/>
                <a:gd name="connsiteY863" fmla="*/ 427594 h 519126"/>
                <a:gd name="connsiteX864" fmla="*/ 504819 w 597604"/>
                <a:gd name="connsiteY864" fmla="*/ 425407 h 519126"/>
                <a:gd name="connsiteX865" fmla="*/ 507006 w 597604"/>
                <a:gd name="connsiteY865" fmla="*/ 423389 h 519126"/>
                <a:gd name="connsiteX866" fmla="*/ 509766 w 597604"/>
                <a:gd name="connsiteY866" fmla="*/ 421067 h 519126"/>
                <a:gd name="connsiteX867" fmla="*/ 509900 w 597604"/>
                <a:gd name="connsiteY867" fmla="*/ 417165 h 519126"/>
                <a:gd name="connsiteX868" fmla="*/ 515252 w 597604"/>
                <a:gd name="connsiteY868" fmla="*/ 411245 h 519126"/>
                <a:gd name="connsiteX869" fmla="*/ 516564 w 597604"/>
                <a:gd name="connsiteY869" fmla="*/ 410505 h 519126"/>
                <a:gd name="connsiteX870" fmla="*/ 518449 w 597604"/>
                <a:gd name="connsiteY870" fmla="*/ 409630 h 519126"/>
                <a:gd name="connsiteX871" fmla="*/ 521343 w 597604"/>
                <a:gd name="connsiteY871" fmla="*/ 410942 h 519126"/>
                <a:gd name="connsiteX872" fmla="*/ 522656 w 597604"/>
                <a:gd name="connsiteY872" fmla="*/ 413398 h 519126"/>
                <a:gd name="connsiteX873" fmla="*/ 522521 w 597604"/>
                <a:gd name="connsiteY873" fmla="*/ 417468 h 519126"/>
                <a:gd name="connsiteX874" fmla="*/ 527165 w 597604"/>
                <a:gd name="connsiteY874" fmla="*/ 421942 h 519126"/>
                <a:gd name="connsiteX875" fmla="*/ 531641 w 597604"/>
                <a:gd name="connsiteY875" fmla="*/ 422077 h 519126"/>
                <a:gd name="connsiteX876" fmla="*/ 536993 w 597604"/>
                <a:gd name="connsiteY876" fmla="*/ 421639 h 519126"/>
                <a:gd name="connsiteX877" fmla="*/ 540896 w 597604"/>
                <a:gd name="connsiteY877" fmla="*/ 417434 h 519126"/>
                <a:gd name="connsiteX878" fmla="*/ 542041 w 597604"/>
                <a:gd name="connsiteY878" fmla="*/ 416863 h 519126"/>
                <a:gd name="connsiteX879" fmla="*/ 543791 w 597604"/>
                <a:gd name="connsiteY879" fmla="*/ 413835 h 519126"/>
                <a:gd name="connsiteX880" fmla="*/ 544935 w 597604"/>
                <a:gd name="connsiteY880" fmla="*/ 409630 h 519126"/>
                <a:gd name="connsiteX881" fmla="*/ 544800 w 597604"/>
                <a:gd name="connsiteY881" fmla="*/ 406602 h 519126"/>
                <a:gd name="connsiteX882" fmla="*/ 543925 w 597604"/>
                <a:gd name="connsiteY882" fmla="*/ 404012 h 519126"/>
                <a:gd name="connsiteX883" fmla="*/ 539719 w 597604"/>
                <a:gd name="connsiteY883" fmla="*/ 403003 h 519126"/>
                <a:gd name="connsiteX884" fmla="*/ 536084 w 597604"/>
                <a:gd name="connsiteY884" fmla="*/ 403877 h 519126"/>
                <a:gd name="connsiteX885" fmla="*/ 534132 w 597604"/>
                <a:gd name="connsiteY885" fmla="*/ 404180 h 519126"/>
                <a:gd name="connsiteX886" fmla="*/ 532314 w 597604"/>
                <a:gd name="connsiteY886" fmla="*/ 403608 h 519126"/>
                <a:gd name="connsiteX887" fmla="*/ 532314 w 597604"/>
                <a:gd name="connsiteY887" fmla="*/ 402296 h 519126"/>
                <a:gd name="connsiteX888" fmla="*/ 533055 w 597604"/>
                <a:gd name="connsiteY888" fmla="*/ 400547 h 519126"/>
                <a:gd name="connsiteX889" fmla="*/ 534502 w 597604"/>
                <a:gd name="connsiteY889" fmla="*/ 399235 h 519126"/>
                <a:gd name="connsiteX890" fmla="*/ 535949 w 597604"/>
                <a:gd name="connsiteY890" fmla="*/ 397923 h 519126"/>
                <a:gd name="connsiteX891" fmla="*/ 537531 w 597604"/>
                <a:gd name="connsiteY891" fmla="*/ 396914 h 519126"/>
                <a:gd name="connsiteX892" fmla="*/ 539685 w 597604"/>
                <a:gd name="connsiteY892" fmla="*/ 395602 h 519126"/>
                <a:gd name="connsiteX893" fmla="*/ 544026 w 597604"/>
                <a:gd name="connsiteY893" fmla="*/ 393281 h 519126"/>
                <a:gd name="connsiteX894" fmla="*/ 545473 w 597604"/>
                <a:gd name="connsiteY894" fmla="*/ 392406 h 519126"/>
                <a:gd name="connsiteX895" fmla="*/ 548233 w 597604"/>
                <a:gd name="connsiteY895" fmla="*/ 390657 h 519126"/>
                <a:gd name="connsiteX896" fmla="*/ 549848 w 597604"/>
                <a:gd name="connsiteY896" fmla="*/ 389782 h 519126"/>
                <a:gd name="connsiteX897" fmla="*/ 551868 w 597604"/>
                <a:gd name="connsiteY897" fmla="*/ 389211 h 519126"/>
                <a:gd name="connsiteX898" fmla="*/ 554055 w 597604"/>
                <a:gd name="connsiteY898" fmla="*/ 389211 h 519126"/>
                <a:gd name="connsiteX899" fmla="*/ 555200 w 597604"/>
                <a:gd name="connsiteY899" fmla="*/ 390085 h 519126"/>
                <a:gd name="connsiteX900" fmla="*/ 555906 w 597604"/>
                <a:gd name="connsiteY900" fmla="*/ 391532 h 519126"/>
                <a:gd name="connsiteX901" fmla="*/ 558094 w 597604"/>
                <a:gd name="connsiteY901" fmla="*/ 394290 h 519126"/>
                <a:gd name="connsiteX902" fmla="*/ 559978 w 597604"/>
                <a:gd name="connsiteY902" fmla="*/ 396174 h 519126"/>
                <a:gd name="connsiteX903" fmla="*/ 561863 w 597604"/>
                <a:gd name="connsiteY903" fmla="*/ 397183 h 519126"/>
                <a:gd name="connsiteX904" fmla="*/ 564185 w 597604"/>
                <a:gd name="connsiteY904" fmla="*/ 397923 h 519126"/>
                <a:gd name="connsiteX905" fmla="*/ 567786 w 597604"/>
                <a:gd name="connsiteY905" fmla="*/ 398361 h 519126"/>
                <a:gd name="connsiteX906" fmla="*/ 571421 w 597604"/>
                <a:gd name="connsiteY906" fmla="*/ 398933 h 519126"/>
                <a:gd name="connsiteX907" fmla="*/ 574450 w 597604"/>
                <a:gd name="connsiteY907" fmla="*/ 398495 h 519126"/>
                <a:gd name="connsiteX908" fmla="*/ 575762 w 597604"/>
                <a:gd name="connsiteY908" fmla="*/ 395737 h 519126"/>
                <a:gd name="connsiteX909" fmla="*/ 576772 w 597604"/>
                <a:gd name="connsiteY909" fmla="*/ 395299 h 519126"/>
                <a:gd name="connsiteX910" fmla="*/ 576638 w 597604"/>
                <a:gd name="connsiteY910" fmla="*/ 393146 h 519126"/>
                <a:gd name="connsiteX911" fmla="*/ 576503 w 597604"/>
                <a:gd name="connsiteY911" fmla="*/ 392137 h 519126"/>
                <a:gd name="connsiteX912" fmla="*/ 574753 w 597604"/>
                <a:gd name="connsiteY912" fmla="*/ 390119 h 519126"/>
                <a:gd name="connsiteX913" fmla="*/ 574450 w 597604"/>
                <a:gd name="connsiteY913" fmla="*/ 389244 h 519126"/>
                <a:gd name="connsiteX914" fmla="*/ 575762 w 597604"/>
                <a:gd name="connsiteY914" fmla="*/ 387360 h 519126"/>
                <a:gd name="connsiteX915" fmla="*/ 578085 w 597604"/>
                <a:gd name="connsiteY915" fmla="*/ 386048 h 519126"/>
                <a:gd name="connsiteX916" fmla="*/ 578657 w 597604"/>
                <a:gd name="connsiteY916" fmla="*/ 384165 h 519126"/>
                <a:gd name="connsiteX917" fmla="*/ 579801 w 597604"/>
                <a:gd name="connsiteY917" fmla="*/ 380969 h 519126"/>
                <a:gd name="connsiteX918" fmla="*/ 581989 w 597604"/>
                <a:gd name="connsiteY918" fmla="*/ 377504 h 519126"/>
                <a:gd name="connsiteX919" fmla="*/ 584883 w 597604"/>
                <a:gd name="connsiteY919" fmla="*/ 374308 h 519126"/>
                <a:gd name="connsiteX920" fmla="*/ 587071 w 597604"/>
                <a:gd name="connsiteY920" fmla="*/ 371550 h 519126"/>
                <a:gd name="connsiteX921" fmla="*/ 587373 w 597604"/>
                <a:gd name="connsiteY921" fmla="*/ 364317 h 519126"/>
                <a:gd name="connsiteX922" fmla="*/ 589696 w 597604"/>
                <a:gd name="connsiteY922" fmla="*/ 363174 h 519126"/>
                <a:gd name="connsiteX923" fmla="*/ 592287 w 597604"/>
                <a:gd name="connsiteY923" fmla="*/ 363174 h 519126"/>
                <a:gd name="connsiteX924" fmla="*/ 593162 w 597604"/>
                <a:gd name="connsiteY924" fmla="*/ 363005 h 519126"/>
                <a:gd name="connsiteX925" fmla="*/ 592758 w 597604"/>
                <a:gd name="connsiteY925" fmla="*/ 357320 h 519126"/>
                <a:gd name="connsiteX926" fmla="*/ 592758 w 597604"/>
                <a:gd name="connsiteY926" fmla="*/ 357320 h 51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Lst>
              <a:rect l="l" t="t" r="r" b="b"/>
              <a:pathLst>
                <a:path w="597604" h="519126">
                  <a:moveTo>
                    <a:pt x="592758" y="357320"/>
                  </a:moveTo>
                  <a:lnTo>
                    <a:pt x="590739" y="350660"/>
                  </a:lnTo>
                  <a:lnTo>
                    <a:pt x="583200" y="346589"/>
                  </a:lnTo>
                  <a:cubicBezTo>
                    <a:pt x="583200" y="346589"/>
                    <a:pt x="584075" y="343393"/>
                    <a:pt x="584344" y="342552"/>
                  </a:cubicBezTo>
                  <a:cubicBezTo>
                    <a:pt x="584647" y="341678"/>
                    <a:pt x="590705" y="338348"/>
                    <a:pt x="590705" y="338348"/>
                  </a:cubicBezTo>
                  <a:lnTo>
                    <a:pt x="587945" y="335589"/>
                  </a:lnTo>
                  <a:lnTo>
                    <a:pt x="583167" y="335589"/>
                  </a:lnTo>
                  <a:lnTo>
                    <a:pt x="579969" y="338785"/>
                  </a:lnTo>
                  <a:cubicBezTo>
                    <a:pt x="579969" y="338785"/>
                    <a:pt x="578219" y="341678"/>
                    <a:pt x="577344" y="341981"/>
                  </a:cubicBezTo>
                  <a:cubicBezTo>
                    <a:pt x="576469" y="342283"/>
                    <a:pt x="572431" y="338213"/>
                    <a:pt x="572431" y="338213"/>
                  </a:cubicBezTo>
                  <a:cubicBezTo>
                    <a:pt x="572431" y="338213"/>
                    <a:pt x="570681" y="338516"/>
                    <a:pt x="570984" y="335623"/>
                  </a:cubicBezTo>
                  <a:cubicBezTo>
                    <a:pt x="571287" y="332730"/>
                    <a:pt x="570950" y="327818"/>
                    <a:pt x="570950" y="327818"/>
                  </a:cubicBezTo>
                  <a:lnTo>
                    <a:pt x="573306" y="322032"/>
                  </a:lnTo>
                  <a:lnTo>
                    <a:pt x="576772" y="317121"/>
                  </a:lnTo>
                  <a:lnTo>
                    <a:pt x="579969" y="312781"/>
                  </a:lnTo>
                  <a:cubicBezTo>
                    <a:pt x="579969" y="312781"/>
                    <a:pt x="582830" y="308139"/>
                    <a:pt x="581820" y="306995"/>
                  </a:cubicBezTo>
                  <a:cubicBezTo>
                    <a:pt x="580811" y="305852"/>
                    <a:pt x="583974" y="305246"/>
                    <a:pt x="581820" y="304102"/>
                  </a:cubicBezTo>
                  <a:cubicBezTo>
                    <a:pt x="579667" y="302959"/>
                    <a:pt x="577041" y="297442"/>
                    <a:pt x="577041" y="297442"/>
                  </a:cubicBezTo>
                  <a:cubicBezTo>
                    <a:pt x="577041" y="297442"/>
                    <a:pt x="574719" y="294851"/>
                    <a:pt x="573272" y="294549"/>
                  </a:cubicBezTo>
                  <a:cubicBezTo>
                    <a:pt x="571825" y="294246"/>
                    <a:pt x="570916" y="291925"/>
                    <a:pt x="570916" y="291925"/>
                  </a:cubicBezTo>
                  <a:lnTo>
                    <a:pt x="574719" y="288157"/>
                  </a:lnTo>
                  <a:lnTo>
                    <a:pt x="581787" y="284692"/>
                  </a:lnTo>
                  <a:lnTo>
                    <a:pt x="585724" y="283549"/>
                  </a:lnTo>
                  <a:cubicBezTo>
                    <a:pt x="585724" y="283549"/>
                    <a:pt x="586599" y="283549"/>
                    <a:pt x="589191" y="282102"/>
                  </a:cubicBezTo>
                  <a:cubicBezTo>
                    <a:pt x="591782" y="280655"/>
                    <a:pt x="595854" y="277460"/>
                    <a:pt x="595854" y="277460"/>
                  </a:cubicBezTo>
                  <a:lnTo>
                    <a:pt x="597604" y="273389"/>
                  </a:lnTo>
                  <a:lnTo>
                    <a:pt x="594407" y="270934"/>
                  </a:lnTo>
                  <a:lnTo>
                    <a:pt x="589763" y="269622"/>
                  </a:lnTo>
                  <a:lnTo>
                    <a:pt x="588316" y="269622"/>
                  </a:lnTo>
                  <a:cubicBezTo>
                    <a:pt x="588316" y="269622"/>
                    <a:pt x="587441" y="269050"/>
                    <a:pt x="588316" y="267301"/>
                  </a:cubicBezTo>
                  <a:cubicBezTo>
                    <a:pt x="589191" y="265551"/>
                    <a:pt x="590066" y="263836"/>
                    <a:pt x="590066" y="263836"/>
                  </a:cubicBezTo>
                  <a:lnTo>
                    <a:pt x="594138" y="260943"/>
                  </a:lnTo>
                  <a:lnTo>
                    <a:pt x="595282" y="260943"/>
                  </a:lnTo>
                  <a:lnTo>
                    <a:pt x="597604" y="257478"/>
                  </a:lnTo>
                  <a:lnTo>
                    <a:pt x="595854" y="253138"/>
                  </a:lnTo>
                  <a:lnTo>
                    <a:pt x="591513" y="249371"/>
                  </a:lnTo>
                  <a:lnTo>
                    <a:pt x="588046" y="245031"/>
                  </a:lnTo>
                  <a:lnTo>
                    <a:pt x="588619" y="240254"/>
                  </a:lnTo>
                  <a:lnTo>
                    <a:pt x="582224" y="236621"/>
                  </a:lnTo>
                  <a:lnTo>
                    <a:pt x="577883" y="236621"/>
                  </a:lnTo>
                  <a:lnTo>
                    <a:pt x="570882" y="238371"/>
                  </a:lnTo>
                  <a:lnTo>
                    <a:pt x="568325" y="238942"/>
                  </a:lnTo>
                  <a:lnTo>
                    <a:pt x="566003" y="242138"/>
                  </a:lnTo>
                  <a:lnTo>
                    <a:pt x="563681" y="244459"/>
                  </a:lnTo>
                  <a:lnTo>
                    <a:pt x="559777" y="245031"/>
                  </a:lnTo>
                  <a:lnTo>
                    <a:pt x="557892" y="242710"/>
                  </a:lnTo>
                  <a:lnTo>
                    <a:pt x="557892" y="240961"/>
                  </a:lnTo>
                  <a:lnTo>
                    <a:pt x="554998" y="241264"/>
                  </a:lnTo>
                  <a:lnTo>
                    <a:pt x="552103" y="242138"/>
                  </a:lnTo>
                  <a:lnTo>
                    <a:pt x="547459" y="245334"/>
                  </a:lnTo>
                  <a:lnTo>
                    <a:pt x="540796" y="247083"/>
                  </a:lnTo>
                  <a:lnTo>
                    <a:pt x="539045" y="247655"/>
                  </a:lnTo>
                  <a:lnTo>
                    <a:pt x="532685" y="248799"/>
                  </a:lnTo>
                  <a:lnTo>
                    <a:pt x="524843" y="250245"/>
                  </a:lnTo>
                  <a:lnTo>
                    <a:pt x="524843" y="246175"/>
                  </a:lnTo>
                  <a:lnTo>
                    <a:pt x="527435" y="243282"/>
                  </a:lnTo>
                  <a:cubicBezTo>
                    <a:pt x="527435" y="243282"/>
                    <a:pt x="529757" y="241835"/>
                    <a:pt x="530632" y="240692"/>
                  </a:cubicBezTo>
                  <a:cubicBezTo>
                    <a:pt x="531507" y="239548"/>
                    <a:pt x="534704" y="236621"/>
                    <a:pt x="534704" y="236621"/>
                  </a:cubicBezTo>
                  <a:lnTo>
                    <a:pt x="540796" y="231104"/>
                  </a:lnTo>
                  <a:lnTo>
                    <a:pt x="541940" y="228783"/>
                  </a:lnTo>
                  <a:lnTo>
                    <a:pt x="543690" y="226193"/>
                  </a:lnTo>
                  <a:cubicBezTo>
                    <a:pt x="543690" y="226193"/>
                    <a:pt x="544262" y="225049"/>
                    <a:pt x="545440" y="224746"/>
                  </a:cubicBezTo>
                  <a:cubicBezTo>
                    <a:pt x="546584" y="224444"/>
                    <a:pt x="550353" y="222997"/>
                    <a:pt x="550353" y="222997"/>
                  </a:cubicBezTo>
                  <a:lnTo>
                    <a:pt x="553248" y="221820"/>
                  </a:lnTo>
                  <a:cubicBezTo>
                    <a:pt x="553248" y="221820"/>
                    <a:pt x="554695" y="221517"/>
                    <a:pt x="554695" y="220373"/>
                  </a:cubicBezTo>
                  <a:cubicBezTo>
                    <a:pt x="554695" y="219230"/>
                    <a:pt x="554964" y="217480"/>
                    <a:pt x="554964" y="216303"/>
                  </a:cubicBezTo>
                  <a:cubicBezTo>
                    <a:pt x="554964" y="215159"/>
                    <a:pt x="555536" y="212838"/>
                    <a:pt x="556411" y="211963"/>
                  </a:cubicBezTo>
                  <a:cubicBezTo>
                    <a:pt x="557286" y="211089"/>
                    <a:pt x="558161" y="208499"/>
                    <a:pt x="559036" y="208499"/>
                  </a:cubicBezTo>
                  <a:cubicBezTo>
                    <a:pt x="559911" y="208499"/>
                    <a:pt x="559339" y="207052"/>
                    <a:pt x="561224" y="207052"/>
                  </a:cubicBezTo>
                  <a:cubicBezTo>
                    <a:pt x="563108" y="207052"/>
                    <a:pt x="565733" y="207052"/>
                    <a:pt x="565733" y="207052"/>
                  </a:cubicBezTo>
                  <a:cubicBezTo>
                    <a:pt x="565733" y="207052"/>
                    <a:pt x="567753" y="207927"/>
                    <a:pt x="568931" y="207052"/>
                  </a:cubicBezTo>
                  <a:cubicBezTo>
                    <a:pt x="570075" y="206177"/>
                    <a:pt x="572700" y="204731"/>
                    <a:pt x="573844" y="204428"/>
                  </a:cubicBezTo>
                  <a:cubicBezTo>
                    <a:pt x="574988" y="204125"/>
                    <a:pt x="574147" y="203553"/>
                    <a:pt x="576469" y="202982"/>
                  </a:cubicBezTo>
                  <a:cubicBezTo>
                    <a:pt x="578791" y="202410"/>
                    <a:pt x="579364" y="200963"/>
                    <a:pt x="580508" y="200661"/>
                  </a:cubicBezTo>
                  <a:cubicBezTo>
                    <a:pt x="581686" y="200358"/>
                    <a:pt x="584849" y="198642"/>
                    <a:pt x="585724" y="198339"/>
                  </a:cubicBezTo>
                  <a:cubicBezTo>
                    <a:pt x="586599" y="198037"/>
                    <a:pt x="587441" y="196018"/>
                    <a:pt x="587441" y="196018"/>
                  </a:cubicBezTo>
                  <a:cubicBezTo>
                    <a:pt x="587441" y="196018"/>
                    <a:pt x="588619" y="195144"/>
                    <a:pt x="588619" y="192822"/>
                  </a:cubicBezTo>
                  <a:cubicBezTo>
                    <a:pt x="588619" y="190501"/>
                    <a:pt x="588922" y="187036"/>
                    <a:pt x="588922" y="187036"/>
                  </a:cubicBezTo>
                  <a:lnTo>
                    <a:pt x="589224" y="181250"/>
                  </a:lnTo>
                  <a:lnTo>
                    <a:pt x="586902" y="178055"/>
                  </a:lnTo>
                  <a:lnTo>
                    <a:pt x="582561" y="172538"/>
                  </a:lnTo>
                  <a:cubicBezTo>
                    <a:pt x="582561" y="172538"/>
                    <a:pt x="580811" y="171663"/>
                    <a:pt x="579969" y="170519"/>
                  </a:cubicBezTo>
                  <a:cubicBezTo>
                    <a:pt x="579094" y="169376"/>
                    <a:pt x="577344" y="167324"/>
                    <a:pt x="577344" y="166180"/>
                  </a:cubicBezTo>
                  <a:cubicBezTo>
                    <a:pt x="577344" y="165036"/>
                    <a:pt x="575594" y="162109"/>
                    <a:pt x="575594" y="160966"/>
                  </a:cubicBezTo>
                  <a:cubicBezTo>
                    <a:pt x="575594" y="159822"/>
                    <a:pt x="575594" y="155751"/>
                    <a:pt x="575897" y="154877"/>
                  </a:cubicBezTo>
                  <a:cubicBezTo>
                    <a:pt x="576166" y="154002"/>
                    <a:pt x="577344" y="151681"/>
                    <a:pt x="576166" y="149966"/>
                  </a:cubicBezTo>
                  <a:cubicBezTo>
                    <a:pt x="575022" y="148216"/>
                    <a:pt x="574147" y="147375"/>
                    <a:pt x="573844" y="146501"/>
                  </a:cubicBezTo>
                  <a:cubicBezTo>
                    <a:pt x="573541" y="145626"/>
                    <a:pt x="574719" y="143910"/>
                    <a:pt x="575291" y="142733"/>
                  </a:cubicBezTo>
                  <a:cubicBezTo>
                    <a:pt x="575864" y="141589"/>
                    <a:pt x="574719" y="143305"/>
                    <a:pt x="575864" y="141589"/>
                  </a:cubicBezTo>
                  <a:cubicBezTo>
                    <a:pt x="577008" y="139840"/>
                    <a:pt x="577613" y="141018"/>
                    <a:pt x="577613" y="137822"/>
                  </a:cubicBezTo>
                  <a:cubicBezTo>
                    <a:pt x="577613" y="134626"/>
                    <a:pt x="576436" y="132305"/>
                    <a:pt x="575594" y="131464"/>
                  </a:cubicBezTo>
                  <a:cubicBezTo>
                    <a:pt x="574719" y="130589"/>
                    <a:pt x="573272" y="130589"/>
                    <a:pt x="574450" y="128268"/>
                  </a:cubicBezTo>
                  <a:cubicBezTo>
                    <a:pt x="575594" y="125947"/>
                    <a:pt x="577344" y="125947"/>
                    <a:pt x="577344" y="123626"/>
                  </a:cubicBezTo>
                  <a:cubicBezTo>
                    <a:pt x="577344" y="121305"/>
                    <a:pt x="579094" y="120430"/>
                    <a:pt x="579094" y="119286"/>
                  </a:cubicBezTo>
                  <a:cubicBezTo>
                    <a:pt x="579094" y="118142"/>
                    <a:pt x="578522" y="116090"/>
                    <a:pt x="577950" y="114947"/>
                  </a:cubicBezTo>
                  <a:cubicBezTo>
                    <a:pt x="577378" y="113769"/>
                    <a:pt x="577378" y="113769"/>
                    <a:pt x="577378" y="113769"/>
                  </a:cubicBezTo>
                  <a:cubicBezTo>
                    <a:pt x="577378" y="113769"/>
                    <a:pt x="573036" y="112895"/>
                    <a:pt x="572734" y="110002"/>
                  </a:cubicBezTo>
                  <a:cubicBezTo>
                    <a:pt x="572464" y="107109"/>
                    <a:pt x="571859" y="107983"/>
                    <a:pt x="571589" y="105359"/>
                  </a:cubicBezTo>
                  <a:cubicBezTo>
                    <a:pt x="571287" y="102736"/>
                    <a:pt x="570445" y="101592"/>
                    <a:pt x="570714" y="98699"/>
                  </a:cubicBezTo>
                  <a:cubicBezTo>
                    <a:pt x="571017" y="95806"/>
                    <a:pt x="572464" y="96378"/>
                    <a:pt x="572161" y="93485"/>
                  </a:cubicBezTo>
                  <a:cubicBezTo>
                    <a:pt x="571926" y="91197"/>
                    <a:pt x="571522" y="88775"/>
                    <a:pt x="571354" y="87833"/>
                  </a:cubicBezTo>
                  <a:lnTo>
                    <a:pt x="571354" y="87833"/>
                  </a:lnTo>
                  <a:lnTo>
                    <a:pt x="568594" y="87530"/>
                  </a:lnTo>
                  <a:lnTo>
                    <a:pt x="567517" y="88842"/>
                  </a:lnTo>
                  <a:lnTo>
                    <a:pt x="564690" y="88842"/>
                  </a:lnTo>
                  <a:lnTo>
                    <a:pt x="562738" y="90154"/>
                  </a:lnTo>
                  <a:cubicBezTo>
                    <a:pt x="562738" y="90154"/>
                    <a:pt x="561325" y="92206"/>
                    <a:pt x="560887" y="92980"/>
                  </a:cubicBezTo>
                  <a:cubicBezTo>
                    <a:pt x="560450" y="93754"/>
                    <a:pt x="559474" y="94931"/>
                    <a:pt x="559474" y="94931"/>
                  </a:cubicBezTo>
                  <a:lnTo>
                    <a:pt x="558969" y="97656"/>
                  </a:lnTo>
                  <a:cubicBezTo>
                    <a:pt x="558969" y="97656"/>
                    <a:pt x="559036" y="99506"/>
                    <a:pt x="558935" y="100044"/>
                  </a:cubicBezTo>
                  <a:cubicBezTo>
                    <a:pt x="558834" y="100583"/>
                    <a:pt x="559036" y="101121"/>
                    <a:pt x="558935" y="101794"/>
                  </a:cubicBezTo>
                  <a:cubicBezTo>
                    <a:pt x="558834" y="102433"/>
                    <a:pt x="558935" y="103543"/>
                    <a:pt x="558935" y="103543"/>
                  </a:cubicBezTo>
                  <a:cubicBezTo>
                    <a:pt x="558935" y="103543"/>
                    <a:pt x="558060" y="106032"/>
                    <a:pt x="558060" y="106369"/>
                  </a:cubicBezTo>
                  <a:cubicBezTo>
                    <a:pt x="558060" y="106705"/>
                    <a:pt x="557286" y="107681"/>
                    <a:pt x="557286" y="107681"/>
                  </a:cubicBezTo>
                  <a:cubicBezTo>
                    <a:pt x="557286" y="107681"/>
                    <a:pt x="556411" y="109093"/>
                    <a:pt x="556209" y="109430"/>
                  </a:cubicBezTo>
                  <a:cubicBezTo>
                    <a:pt x="556007" y="109766"/>
                    <a:pt x="555031" y="111919"/>
                    <a:pt x="555031" y="111919"/>
                  </a:cubicBezTo>
                  <a:cubicBezTo>
                    <a:pt x="555031" y="111919"/>
                    <a:pt x="555132" y="113433"/>
                    <a:pt x="554998" y="113870"/>
                  </a:cubicBezTo>
                  <a:cubicBezTo>
                    <a:pt x="554897" y="114308"/>
                    <a:pt x="555099" y="116494"/>
                    <a:pt x="554998" y="116898"/>
                  </a:cubicBezTo>
                  <a:cubicBezTo>
                    <a:pt x="554897" y="117335"/>
                    <a:pt x="554123" y="118412"/>
                    <a:pt x="553921" y="118748"/>
                  </a:cubicBezTo>
                  <a:cubicBezTo>
                    <a:pt x="553685" y="119084"/>
                    <a:pt x="552844" y="119084"/>
                    <a:pt x="552406" y="119084"/>
                  </a:cubicBezTo>
                  <a:cubicBezTo>
                    <a:pt x="551969" y="119084"/>
                    <a:pt x="550454" y="118983"/>
                    <a:pt x="550454" y="118983"/>
                  </a:cubicBezTo>
                  <a:lnTo>
                    <a:pt x="548166" y="117772"/>
                  </a:lnTo>
                  <a:lnTo>
                    <a:pt x="546651" y="117436"/>
                  </a:lnTo>
                  <a:lnTo>
                    <a:pt x="544901" y="120161"/>
                  </a:lnTo>
                  <a:lnTo>
                    <a:pt x="540762" y="120161"/>
                  </a:lnTo>
                  <a:lnTo>
                    <a:pt x="538036" y="119724"/>
                  </a:lnTo>
                  <a:lnTo>
                    <a:pt x="533930" y="116696"/>
                  </a:lnTo>
                  <a:lnTo>
                    <a:pt x="530766" y="112895"/>
                  </a:lnTo>
                  <a:lnTo>
                    <a:pt x="528141" y="111482"/>
                  </a:lnTo>
                  <a:cubicBezTo>
                    <a:pt x="528141" y="111482"/>
                    <a:pt x="527367" y="112020"/>
                    <a:pt x="527064" y="112121"/>
                  </a:cubicBezTo>
                  <a:cubicBezTo>
                    <a:pt x="526728" y="112222"/>
                    <a:pt x="526425" y="113332"/>
                    <a:pt x="525987" y="114308"/>
                  </a:cubicBezTo>
                  <a:cubicBezTo>
                    <a:pt x="525550" y="115283"/>
                    <a:pt x="524237" y="115720"/>
                    <a:pt x="522958" y="116360"/>
                  </a:cubicBezTo>
                  <a:cubicBezTo>
                    <a:pt x="521646" y="116999"/>
                    <a:pt x="521007" y="116158"/>
                    <a:pt x="521242" y="115821"/>
                  </a:cubicBezTo>
                  <a:cubicBezTo>
                    <a:pt x="521478" y="115485"/>
                    <a:pt x="519694" y="114072"/>
                    <a:pt x="519694" y="114072"/>
                  </a:cubicBezTo>
                  <a:lnTo>
                    <a:pt x="519694" y="110170"/>
                  </a:lnTo>
                  <a:cubicBezTo>
                    <a:pt x="519694" y="110170"/>
                    <a:pt x="520569" y="107344"/>
                    <a:pt x="520805" y="106907"/>
                  </a:cubicBezTo>
                  <a:cubicBezTo>
                    <a:pt x="521040" y="106470"/>
                    <a:pt x="521107" y="104418"/>
                    <a:pt x="521208" y="103307"/>
                  </a:cubicBezTo>
                  <a:cubicBezTo>
                    <a:pt x="521309" y="102231"/>
                    <a:pt x="521107" y="100482"/>
                    <a:pt x="521107" y="100482"/>
                  </a:cubicBezTo>
                  <a:cubicBezTo>
                    <a:pt x="521107" y="100482"/>
                    <a:pt x="521309" y="95907"/>
                    <a:pt x="521107" y="95267"/>
                  </a:cubicBezTo>
                  <a:cubicBezTo>
                    <a:pt x="520872" y="94628"/>
                    <a:pt x="521107" y="93216"/>
                    <a:pt x="521107" y="93216"/>
                  </a:cubicBezTo>
                  <a:lnTo>
                    <a:pt x="520434" y="91164"/>
                  </a:lnTo>
                  <a:lnTo>
                    <a:pt x="519122" y="88977"/>
                  </a:lnTo>
                  <a:lnTo>
                    <a:pt x="516497" y="86689"/>
                  </a:lnTo>
                  <a:lnTo>
                    <a:pt x="514208" y="87329"/>
                  </a:lnTo>
                  <a:cubicBezTo>
                    <a:pt x="514208" y="87329"/>
                    <a:pt x="512694" y="88102"/>
                    <a:pt x="512357" y="88102"/>
                  </a:cubicBezTo>
                  <a:cubicBezTo>
                    <a:pt x="512021" y="88102"/>
                    <a:pt x="510304" y="88977"/>
                    <a:pt x="510304" y="88977"/>
                  </a:cubicBezTo>
                  <a:lnTo>
                    <a:pt x="509968" y="89616"/>
                  </a:lnTo>
                  <a:cubicBezTo>
                    <a:pt x="509968" y="89616"/>
                    <a:pt x="509968" y="91668"/>
                    <a:pt x="510069" y="92005"/>
                  </a:cubicBezTo>
                  <a:cubicBezTo>
                    <a:pt x="510170" y="92341"/>
                    <a:pt x="510607" y="93417"/>
                    <a:pt x="510977" y="93855"/>
                  </a:cubicBezTo>
                  <a:cubicBezTo>
                    <a:pt x="511348" y="94292"/>
                    <a:pt x="510809" y="94729"/>
                    <a:pt x="510944" y="95066"/>
                  </a:cubicBezTo>
                  <a:cubicBezTo>
                    <a:pt x="511045" y="95402"/>
                    <a:pt x="510944" y="98430"/>
                    <a:pt x="510944" y="98430"/>
                  </a:cubicBezTo>
                  <a:lnTo>
                    <a:pt x="510944" y="100482"/>
                  </a:lnTo>
                  <a:cubicBezTo>
                    <a:pt x="510944" y="100482"/>
                    <a:pt x="510069" y="101895"/>
                    <a:pt x="509631" y="101895"/>
                  </a:cubicBezTo>
                  <a:cubicBezTo>
                    <a:pt x="509194" y="101895"/>
                    <a:pt x="504852" y="101457"/>
                    <a:pt x="504415" y="101356"/>
                  </a:cubicBezTo>
                  <a:cubicBezTo>
                    <a:pt x="503977" y="101255"/>
                    <a:pt x="502025" y="98295"/>
                    <a:pt x="502025" y="98295"/>
                  </a:cubicBezTo>
                  <a:lnTo>
                    <a:pt x="502362" y="92846"/>
                  </a:lnTo>
                  <a:lnTo>
                    <a:pt x="502025" y="89482"/>
                  </a:lnTo>
                  <a:lnTo>
                    <a:pt x="502799" y="85781"/>
                  </a:lnTo>
                  <a:lnTo>
                    <a:pt x="503641" y="81374"/>
                  </a:lnTo>
                  <a:lnTo>
                    <a:pt x="504583" y="79928"/>
                  </a:lnTo>
                  <a:cubicBezTo>
                    <a:pt x="504583" y="79928"/>
                    <a:pt x="505593" y="78111"/>
                    <a:pt x="505895" y="78044"/>
                  </a:cubicBezTo>
                  <a:cubicBezTo>
                    <a:pt x="506198" y="77977"/>
                    <a:pt x="507713" y="77169"/>
                    <a:pt x="507780" y="76968"/>
                  </a:cubicBezTo>
                  <a:cubicBezTo>
                    <a:pt x="507848" y="76766"/>
                    <a:pt x="509160" y="75084"/>
                    <a:pt x="509530" y="74781"/>
                  </a:cubicBezTo>
                  <a:cubicBezTo>
                    <a:pt x="509900" y="74478"/>
                    <a:pt x="510271" y="73469"/>
                    <a:pt x="510271" y="73469"/>
                  </a:cubicBezTo>
                  <a:lnTo>
                    <a:pt x="510977" y="68827"/>
                  </a:lnTo>
                  <a:lnTo>
                    <a:pt x="510977" y="65496"/>
                  </a:lnTo>
                  <a:lnTo>
                    <a:pt x="510775" y="63175"/>
                  </a:lnTo>
                  <a:cubicBezTo>
                    <a:pt x="510775" y="63175"/>
                    <a:pt x="507747" y="60585"/>
                    <a:pt x="507511" y="60417"/>
                  </a:cubicBezTo>
                  <a:cubicBezTo>
                    <a:pt x="507309" y="60282"/>
                    <a:pt x="505424" y="59475"/>
                    <a:pt x="504549" y="59408"/>
                  </a:cubicBezTo>
                  <a:cubicBezTo>
                    <a:pt x="503674" y="59340"/>
                    <a:pt x="501924" y="59038"/>
                    <a:pt x="501924" y="59038"/>
                  </a:cubicBezTo>
                  <a:cubicBezTo>
                    <a:pt x="501924" y="59038"/>
                    <a:pt x="500477" y="60551"/>
                    <a:pt x="500107" y="61056"/>
                  </a:cubicBezTo>
                  <a:cubicBezTo>
                    <a:pt x="499737" y="61560"/>
                    <a:pt x="499097" y="62570"/>
                    <a:pt x="498929" y="63579"/>
                  </a:cubicBezTo>
                  <a:cubicBezTo>
                    <a:pt x="498794" y="64588"/>
                    <a:pt x="498559" y="65093"/>
                    <a:pt x="498559" y="65530"/>
                  </a:cubicBezTo>
                  <a:cubicBezTo>
                    <a:pt x="498559" y="65967"/>
                    <a:pt x="498626" y="66977"/>
                    <a:pt x="498559" y="67212"/>
                  </a:cubicBezTo>
                  <a:cubicBezTo>
                    <a:pt x="498492" y="67414"/>
                    <a:pt x="497919" y="69163"/>
                    <a:pt x="497549" y="69903"/>
                  </a:cubicBezTo>
                  <a:cubicBezTo>
                    <a:pt x="497179" y="70643"/>
                    <a:pt x="496977" y="71484"/>
                    <a:pt x="496742" y="71652"/>
                  </a:cubicBezTo>
                  <a:cubicBezTo>
                    <a:pt x="496506" y="71787"/>
                    <a:pt x="495866" y="73974"/>
                    <a:pt x="495362" y="73974"/>
                  </a:cubicBezTo>
                  <a:cubicBezTo>
                    <a:pt x="494857" y="73974"/>
                    <a:pt x="491727" y="73604"/>
                    <a:pt x="491727" y="73604"/>
                  </a:cubicBezTo>
                  <a:lnTo>
                    <a:pt x="487655" y="70778"/>
                  </a:lnTo>
                  <a:lnTo>
                    <a:pt x="483583" y="66775"/>
                  </a:lnTo>
                  <a:lnTo>
                    <a:pt x="479881" y="63142"/>
                  </a:lnTo>
                  <a:lnTo>
                    <a:pt x="478736" y="59811"/>
                  </a:lnTo>
                  <a:lnTo>
                    <a:pt x="479376" y="57356"/>
                  </a:lnTo>
                  <a:lnTo>
                    <a:pt x="481563" y="55270"/>
                  </a:lnTo>
                  <a:lnTo>
                    <a:pt x="483583" y="53016"/>
                  </a:lnTo>
                  <a:lnTo>
                    <a:pt x="482640" y="49753"/>
                  </a:lnTo>
                  <a:lnTo>
                    <a:pt x="481261" y="47869"/>
                  </a:lnTo>
                  <a:lnTo>
                    <a:pt x="478635" y="43025"/>
                  </a:lnTo>
                  <a:cubicBezTo>
                    <a:pt x="478635" y="43025"/>
                    <a:pt x="477256" y="39123"/>
                    <a:pt x="477256" y="38820"/>
                  </a:cubicBezTo>
                  <a:cubicBezTo>
                    <a:pt x="477256" y="38517"/>
                    <a:pt x="477828" y="37811"/>
                    <a:pt x="478332" y="37643"/>
                  </a:cubicBezTo>
                  <a:cubicBezTo>
                    <a:pt x="478837" y="37508"/>
                    <a:pt x="479578" y="35759"/>
                    <a:pt x="479578" y="35759"/>
                  </a:cubicBezTo>
                  <a:cubicBezTo>
                    <a:pt x="479578" y="35759"/>
                    <a:pt x="479578" y="33505"/>
                    <a:pt x="479578" y="33303"/>
                  </a:cubicBezTo>
                  <a:cubicBezTo>
                    <a:pt x="479578" y="33101"/>
                    <a:pt x="479409" y="30478"/>
                    <a:pt x="479409" y="30175"/>
                  </a:cubicBezTo>
                  <a:cubicBezTo>
                    <a:pt x="479409" y="29872"/>
                    <a:pt x="477626" y="25768"/>
                    <a:pt x="477626" y="25533"/>
                  </a:cubicBezTo>
                  <a:cubicBezTo>
                    <a:pt x="477626" y="25331"/>
                    <a:pt x="477693" y="23649"/>
                    <a:pt x="477626" y="23279"/>
                  </a:cubicBezTo>
                  <a:cubicBezTo>
                    <a:pt x="477558" y="22909"/>
                    <a:pt x="477188" y="20756"/>
                    <a:pt x="477188" y="20453"/>
                  </a:cubicBezTo>
                  <a:cubicBezTo>
                    <a:pt x="477188" y="20150"/>
                    <a:pt x="475741" y="18132"/>
                    <a:pt x="475741" y="18132"/>
                  </a:cubicBezTo>
                  <a:cubicBezTo>
                    <a:pt x="475741" y="18132"/>
                    <a:pt x="474294" y="16820"/>
                    <a:pt x="473991" y="16820"/>
                  </a:cubicBezTo>
                  <a:cubicBezTo>
                    <a:pt x="473688" y="16820"/>
                    <a:pt x="472308" y="16753"/>
                    <a:pt x="472039" y="16753"/>
                  </a:cubicBezTo>
                  <a:cubicBezTo>
                    <a:pt x="471736" y="16753"/>
                    <a:pt x="470592" y="17762"/>
                    <a:pt x="469784" y="18132"/>
                  </a:cubicBezTo>
                  <a:cubicBezTo>
                    <a:pt x="468977" y="18502"/>
                    <a:pt x="467967" y="19376"/>
                    <a:pt x="467529" y="19444"/>
                  </a:cubicBezTo>
                  <a:cubicBezTo>
                    <a:pt x="467092" y="19511"/>
                    <a:pt x="465140" y="19242"/>
                    <a:pt x="464198" y="19242"/>
                  </a:cubicBezTo>
                  <a:cubicBezTo>
                    <a:pt x="463255" y="19242"/>
                    <a:pt x="462010" y="18939"/>
                    <a:pt x="461741" y="18872"/>
                  </a:cubicBezTo>
                  <a:cubicBezTo>
                    <a:pt x="461438" y="18805"/>
                    <a:pt x="458914" y="17728"/>
                    <a:pt x="458409" y="17627"/>
                  </a:cubicBezTo>
                  <a:cubicBezTo>
                    <a:pt x="457904" y="17560"/>
                    <a:pt x="455885" y="16618"/>
                    <a:pt x="455649" y="16618"/>
                  </a:cubicBezTo>
                  <a:cubicBezTo>
                    <a:pt x="455447" y="16618"/>
                    <a:pt x="452890" y="16685"/>
                    <a:pt x="452553" y="16753"/>
                  </a:cubicBezTo>
                  <a:cubicBezTo>
                    <a:pt x="452183" y="16820"/>
                    <a:pt x="450601" y="17997"/>
                    <a:pt x="450096" y="18334"/>
                  </a:cubicBezTo>
                  <a:cubicBezTo>
                    <a:pt x="449591" y="18704"/>
                    <a:pt x="448144" y="20352"/>
                    <a:pt x="448144" y="20352"/>
                  </a:cubicBezTo>
                  <a:lnTo>
                    <a:pt x="445822" y="21597"/>
                  </a:lnTo>
                  <a:lnTo>
                    <a:pt x="440740" y="21967"/>
                  </a:lnTo>
                  <a:cubicBezTo>
                    <a:pt x="440740" y="21967"/>
                    <a:pt x="439529" y="23581"/>
                    <a:pt x="438822" y="24019"/>
                  </a:cubicBezTo>
                  <a:cubicBezTo>
                    <a:pt x="438115" y="24456"/>
                    <a:pt x="437240" y="24725"/>
                    <a:pt x="437038" y="24826"/>
                  </a:cubicBezTo>
                  <a:cubicBezTo>
                    <a:pt x="436803" y="24927"/>
                    <a:pt x="436163" y="26037"/>
                    <a:pt x="435995" y="26609"/>
                  </a:cubicBezTo>
                  <a:cubicBezTo>
                    <a:pt x="435827" y="27215"/>
                    <a:pt x="434144" y="28123"/>
                    <a:pt x="433505" y="28392"/>
                  </a:cubicBezTo>
                  <a:cubicBezTo>
                    <a:pt x="432865" y="28661"/>
                    <a:pt x="432192" y="28493"/>
                    <a:pt x="432192" y="28493"/>
                  </a:cubicBezTo>
                  <a:lnTo>
                    <a:pt x="429365" y="27786"/>
                  </a:lnTo>
                  <a:lnTo>
                    <a:pt x="428221" y="27618"/>
                  </a:lnTo>
                  <a:lnTo>
                    <a:pt x="426706" y="25869"/>
                  </a:lnTo>
                  <a:lnTo>
                    <a:pt x="426000" y="24288"/>
                  </a:lnTo>
                  <a:lnTo>
                    <a:pt x="425360" y="22370"/>
                  </a:lnTo>
                  <a:lnTo>
                    <a:pt x="425024" y="20789"/>
                  </a:lnTo>
                  <a:lnTo>
                    <a:pt x="425663" y="18233"/>
                  </a:lnTo>
                  <a:lnTo>
                    <a:pt x="425663" y="17459"/>
                  </a:lnTo>
                  <a:cubicBezTo>
                    <a:pt x="425663" y="17459"/>
                    <a:pt x="425899" y="15945"/>
                    <a:pt x="425899" y="15777"/>
                  </a:cubicBezTo>
                  <a:cubicBezTo>
                    <a:pt x="425899" y="15609"/>
                    <a:pt x="426235" y="14162"/>
                    <a:pt x="426235" y="13927"/>
                  </a:cubicBezTo>
                  <a:cubicBezTo>
                    <a:pt x="426235" y="13691"/>
                    <a:pt x="425663" y="11269"/>
                    <a:pt x="425663" y="11269"/>
                  </a:cubicBezTo>
                  <a:lnTo>
                    <a:pt x="425663" y="8982"/>
                  </a:lnTo>
                  <a:lnTo>
                    <a:pt x="424990" y="6963"/>
                  </a:lnTo>
                  <a:lnTo>
                    <a:pt x="424317" y="4844"/>
                  </a:lnTo>
                  <a:cubicBezTo>
                    <a:pt x="424317" y="4844"/>
                    <a:pt x="423173" y="3869"/>
                    <a:pt x="422971" y="3768"/>
                  </a:cubicBezTo>
                  <a:cubicBezTo>
                    <a:pt x="422735" y="3667"/>
                    <a:pt x="420918" y="3061"/>
                    <a:pt x="420918" y="3061"/>
                  </a:cubicBezTo>
                  <a:cubicBezTo>
                    <a:pt x="420918" y="3061"/>
                    <a:pt x="418528" y="3128"/>
                    <a:pt x="418360" y="3162"/>
                  </a:cubicBezTo>
                  <a:cubicBezTo>
                    <a:pt x="418192" y="3229"/>
                    <a:pt x="417048" y="3667"/>
                    <a:pt x="417048" y="3667"/>
                  </a:cubicBezTo>
                  <a:lnTo>
                    <a:pt x="415264" y="5147"/>
                  </a:lnTo>
                  <a:lnTo>
                    <a:pt x="413110" y="6795"/>
                  </a:lnTo>
                  <a:cubicBezTo>
                    <a:pt x="413110" y="6795"/>
                    <a:pt x="409610" y="5921"/>
                    <a:pt x="407456" y="5214"/>
                  </a:cubicBezTo>
                  <a:cubicBezTo>
                    <a:pt x="405268" y="4508"/>
                    <a:pt x="405437" y="4205"/>
                    <a:pt x="405134" y="3768"/>
                  </a:cubicBezTo>
                  <a:cubicBezTo>
                    <a:pt x="404831" y="3330"/>
                    <a:pt x="404259" y="2893"/>
                    <a:pt x="403821" y="2758"/>
                  </a:cubicBezTo>
                  <a:cubicBezTo>
                    <a:pt x="403384" y="2624"/>
                    <a:pt x="400927" y="875"/>
                    <a:pt x="400927" y="875"/>
                  </a:cubicBezTo>
                  <a:lnTo>
                    <a:pt x="398739" y="0"/>
                  </a:lnTo>
                  <a:lnTo>
                    <a:pt x="396821" y="0"/>
                  </a:lnTo>
                  <a:lnTo>
                    <a:pt x="394364" y="1884"/>
                  </a:lnTo>
                  <a:lnTo>
                    <a:pt x="392782" y="4642"/>
                  </a:lnTo>
                  <a:lnTo>
                    <a:pt x="389148" y="7670"/>
                  </a:lnTo>
                  <a:lnTo>
                    <a:pt x="386691" y="8679"/>
                  </a:lnTo>
                  <a:lnTo>
                    <a:pt x="386119" y="11303"/>
                  </a:lnTo>
                  <a:cubicBezTo>
                    <a:pt x="386119" y="11303"/>
                    <a:pt x="385244" y="15643"/>
                    <a:pt x="385244" y="16080"/>
                  </a:cubicBezTo>
                  <a:cubicBezTo>
                    <a:pt x="385244" y="16517"/>
                    <a:pt x="385816" y="19982"/>
                    <a:pt x="385816" y="19982"/>
                  </a:cubicBezTo>
                  <a:lnTo>
                    <a:pt x="385816" y="21866"/>
                  </a:lnTo>
                  <a:lnTo>
                    <a:pt x="387196" y="24456"/>
                  </a:lnTo>
                  <a:lnTo>
                    <a:pt x="391033" y="25331"/>
                  </a:lnTo>
                  <a:lnTo>
                    <a:pt x="392782" y="28661"/>
                  </a:lnTo>
                  <a:lnTo>
                    <a:pt x="392782" y="32126"/>
                  </a:lnTo>
                  <a:lnTo>
                    <a:pt x="392782" y="34312"/>
                  </a:lnTo>
                  <a:lnTo>
                    <a:pt x="391706" y="36499"/>
                  </a:lnTo>
                  <a:cubicBezTo>
                    <a:pt x="391706" y="36499"/>
                    <a:pt x="390023" y="38383"/>
                    <a:pt x="389585" y="38517"/>
                  </a:cubicBezTo>
                  <a:cubicBezTo>
                    <a:pt x="389148" y="38652"/>
                    <a:pt x="387701" y="39829"/>
                    <a:pt x="387129" y="39829"/>
                  </a:cubicBezTo>
                  <a:cubicBezTo>
                    <a:pt x="386556" y="39829"/>
                    <a:pt x="384672" y="40704"/>
                    <a:pt x="384672" y="40704"/>
                  </a:cubicBezTo>
                  <a:cubicBezTo>
                    <a:pt x="384672" y="40704"/>
                    <a:pt x="382787" y="41713"/>
                    <a:pt x="382215" y="41713"/>
                  </a:cubicBezTo>
                  <a:cubicBezTo>
                    <a:pt x="381643" y="41713"/>
                    <a:pt x="380465" y="43160"/>
                    <a:pt x="380465" y="43160"/>
                  </a:cubicBezTo>
                  <a:cubicBezTo>
                    <a:pt x="380465" y="43160"/>
                    <a:pt x="379758" y="44472"/>
                    <a:pt x="379152" y="44741"/>
                  </a:cubicBezTo>
                  <a:cubicBezTo>
                    <a:pt x="378580" y="45044"/>
                    <a:pt x="377571" y="47197"/>
                    <a:pt x="377133" y="47634"/>
                  </a:cubicBezTo>
                  <a:cubicBezTo>
                    <a:pt x="376696" y="48071"/>
                    <a:pt x="376123" y="49518"/>
                    <a:pt x="375551" y="49652"/>
                  </a:cubicBezTo>
                  <a:cubicBezTo>
                    <a:pt x="374979" y="49787"/>
                    <a:pt x="373229" y="49787"/>
                    <a:pt x="373229" y="49787"/>
                  </a:cubicBezTo>
                  <a:lnTo>
                    <a:pt x="371917" y="49349"/>
                  </a:lnTo>
                  <a:cubicBezTo>
                    <a:pt x="371917" y="49349"/>
                    <a:pt x="371210" y="45716"/>
                    <a:pt x="370469" y="45279"/>
                  </a:cubicBezTo>
                  <a:cubicBezTo>
                    <a:pt x="369763" y="44842"/>
                    <a:pt x="370772" y="42521"/>
                    <a:pt x="370469" y="41949"/>
                  </a:cubicBezTo>
                  <a:cubicBezTo>
                    <a:pt x="370200" y="41377"/>
                    <a:pt x="367272" y="37172"/>
                    <a:pt x="367272" y="37172"/>
                  </a:cubicBezTo>
                  <a:lnTo>
                    <a:pt x="362359" y="36432"/>
                  </a:lnTo>
                  <a:lnTo>
                    <a:pt x="357580" y="36432"/>
                  </a:lnTo>
                  <a:lnTo>
                    <a:pt x="353810" y="37676"/>
                  </a:lnTo>
                  <a:cubicBezTo>
                    <a:pt x="353810" y="37676"/>
                    <a:pt x="350109" y="38854"/>
                    <a:pt x="349402" y="39056"/>
                  </a:cubicBezTo>
                  <a:cubicBezTo>
                    <a:pt x="348661" y="39258"/>
                    <a:pt x="348392" y="39493"/>
                    <a:pt x="348392" y="39493"/>
                  </a:cubicBezTo>
                  <a:cubicBezTo>
                    <a:pt x="348392" y="39493"/>
                    <a:pt x="347753" y="40805"/>
                    <a:pt x="347753" y="41074"/>
                  </a:cubicBezTo>
                  <a:cubicBezTo>
                    <a:pt x="347753" y="41343"/>
                    <a:pt x="347181" y="42655"/>
                    <a:pt x="347181" y="43597"/>
                  </a:cubicBezTo>
                  <a:cubicBezTo>
                    <a:pt x="347181" y="44539"/>
                    <a:pt x="346541" y="46557"/>
                    <a:pt x="346306" y="46793"/>
                  </a:cubicBezTo>
                  <a:cubicBezTo>
                    <a:pt x="346104" y="47028"/>
                    <a:pt x="344926" y="48407"/>
                    <a:pt x="344926" y="48407"/>
                  </a:cubicBezTo>
                  <a:lnTo>
                    <a:pt x="343277" y="47533"/>
                  </a:lnTo>
                  <a:lnTo>
                    <a:pt x="339642" y="45851"/>
                  </a:lnTo>
                  <a:cubicBezTo>
                    <a:pt x="339642" y="45851"/>
                    <a:pt x="337959" y="45414"/>
                    <a:pt x="337690" y="45414"/>
                  </a:cubicBezTo>
                  <a:cubicBezTo>
                    <a:pt x="337387" y="45414"/>
                    <a:pt x="335940" y="45986"/>
                    <a:pt x="335940" y="45986"/>
                  </a:cubicBezTo>
                  <a:cubicBezTo>
                    <a:pt x="335940" y="45986"/>
                    <a:pt x="334055" y="47230"/>
                    <a:pt x="333853" y="47230"/>
                  </a:cubicBezTo>
                  <a:cubicBezTo>
                    <a:pt x="333618" y="47230"/>
                    <a:pt x="331397" y="48609"/>
                    <a:pt x="330387" y="49417"/>
                  </a:cubicBezTo>
                  <a:cubicBezTo>
                    <a:pt x="329377" y="50224"/>
                    <a:pt x="327493" y="51940"/>
                    <a:pt x="327796" y="53117"/>
                  </a:cubicBezTo>
                  <a:cubicBezTo>
                    <a:pt x="328098" y="54261"/>
                    <a:pt x="328671" y="54261"/>
                    <a:pt x="329512" y="55068"/>
                  </a:cubicBezTo>
                  <a:cubicBezTo>
                    <a:pt x="330387" y="55876"/>
                    <a:pt x="330589" y="56380"/>
                    <a:pt x="333147" y="58903"/>
                  </a:cubicBezTo>
                  <a:cubicBezTo>
                    <a:pt x="335671" y="61426"/>
                    <a:pt x="333719" y="60047"/>
                    <a:pt x="333954" y="61729"/>
                  </a:cubicBezTo>
                  <a:cubicBezTo>
                    <a:pt x="334156" y="63377"/>
                    <a:pt x="333954" y="63814"/>
                    <a:pt x="333584" y="65059"/>
                  </a:cubicBezTo>
                  <a:cubicBezTo>
                    <a:pt x="333214" y="66270"/>
                    <a:pt x="332642" y="66136"/>
                    <a:pt x="332204" y="66741"/>
                  </a:cubicBezTo>
                  <a:cubicBezTo>
                    <a:pt x="331767" y="67313"/>
                    <a:pt x="330623" y="68995"/>
                    <a:pt x="330050" y="69264"/>
                  </a:cubicBezTo>
                  <a:cubicBezTo>
                    <a:pt x="329478" y="69567"/>
                    <a:pt x="327358" y="69264"/>
                    <a:pt x="326853" y="69062"/>
                  </a:cubicBezTo>
                  <a:cubicBezTo>
                    <a:pt x="326348" y="68827"/>
                    <a:pt x="324666" y="67683"/>
                    <a:pt x="324094" y="67178"/>
                  </a:cubicBezTo>
                  <a:cubicBezTo>
                    <a:pt x="323521" y="66674"/>
                    <a:pt x="322209" y="66236"/>
                    <a:pt x="322209" y="66236"/>
                  </a:cubicBezTo>
                  <a:cubicBezTo>
                    <a:pt x="322209" y="66236"/>
                    <a:pt x="321065" y="65530"/>
                    <a:pt x="320829" y="65597"/>
                  </a:cubicBezTo>
                  <a:cubicBezTo>
                    <a:pt x="320627" y="65665"/>
                    <a:pt x="319887" y="66539"/>
                    <a:pt x="319887" y="66539"/>
                  </a:cubicBezTo>
                  <a:cubicBezTo>
                    <a:pt x="319887" y="66539"/>
                    <a:pt x="320257" y="68558"/>
                    <a:pt x="320391" y="68793"/>
                  </a:cubicBezTo>
                  <a:cubicBezTo>
                    <a:pt x="320526" y="69029"/>
                    <a:pt x="320694" y="70744"/>
                    <a:pt x="320694" y="70744"/>
                  </a:cubicBezTo>
                  <a:lnTo>
                    <a:pt x="321805" y="72998"/>
                  </a:lnTo>
                  <a:cubicBezTo>
                    <a:pt x="321805" y="72998"/>
                    <a:pt x="321906" y="74579"/>
                    <a:pt x="321704" y="75387"/>
                  </a:cubicBezTo>
                  <a:cubicBezTo>
                    <a:pt x="321502" y="76194"/>
                    <a:pt x="321973" y="76026"/>
                    <a:pt x="321704" y="77203"/>
                  </a:cubicBezTo>
                  <a:cubicBezTo>
                    <a:pt x="321435" y="78347"/>
                    <a:pt x="321401" y="78279"/>
                    <a:pt x="321603" y="79154"/>
                  </a:cubicBezTo>
                  <a:cubicBezTo>
                    <a:pt x="321839" y="80029"/>
                    <a:pt x="321603" y="80533"/>
                    <a:pt x="321603" y="80971"/>
                  </a:cubicBezTo>
                  <a:cubicBezTo>
                    <a:pt x="321603" y="81408"/>
                    <a:pt x="320526" y="82854"/>
                    <a:pt x="320291" y="83729"/>
                  </a:cubicBezTo>
                  <a:cubicBezTo>
                    <a:pt x="320089" y="84604"/>
                    <a:pt x="319214" y="84671"/>
                    <a:pt x="318642" y="85478"/>
                  </a:cubicBezTo>
                  <a:cubicBezTo>
                    <a:pt x="318069" y="86286"/>
                    <a:pt x="316824" y="84839"/>
                    <a:pt x="316622" y="84604"/>
                  </a:cubicBezTo>
                  <a:cubicBezTo>
                    <a:pt x="316387" y="84368"/>
                    <a:pt x="316050" y="83292"/>
                    <a:pt x="316050" y="83292"/>
                  </a:cubicBezTo>
                  <a:lnTo>
                    <a:pt x="314603" y="79659"/>
                  </a:lnTo>
                  <a:lnTo>
                    <a:pt x="314031" y="79087"/>
                  </a:lnTo>
                  <a:cubicBezTo>
                    <a:pt x="314031" y="79087"/>
                    <a:pt x="311709" y="78717"/>
                    <a:pt x="310766" y="78649"/>
                  </a:cubicBezTo>
                  <a:cubicBezTo>
                    <a:pt x="309824" y="78582"/>
                    <a:pt x="308512" y="78448"/>
                    <a:pt x="307939" y="78448"/>
                  </a:cubicBezTo>
                  <a:cubicBezTo>
                    <a:pt x="307367" y="78448"/>
                    <a:pt x="306425" y="76698"/>
                    <a:pt x="306290" y="76127"/>
                  </a:cubicBezTo>
                  <a:cubicBezTo>
                    <a:pt x="306156" y="75555"/>
                    <a:pt x="306156" y="74445"/>
                    <a:pt x="306156" y="74445"/>
                  </a:cubicBezTo>
                  <a:lnTo>
                    <a:pt x="306526" y="73133"/>
                  </a:lnTo>
                  <a:lnTo>
                    <a:pt x="306829" y="71989"/>
                  </a:lnTo>
                  <a:lnTo>
                    <a:pt x="307535" y="70542"/>
                  </a:lnTo>
                  <a:lnTo>
                    <a:pt x="307973" y="69668"/>
                  </a:lnTo>
                  <a:cubicBezTo>
                    <a:pt x="307973" y="69668"/>
                    <a:pt x="308848" y="67986"/>
                    <a:pt x="309218" y="67717"/>
                  </a:cubicBezTo>
                  <a:cubicBezTo>
                    <a:pt x="309588" y="67414"/>
                    <a:pt x="310161" y="66707"/>
                    <a:pt x="310161" y="66707"/>
                  </a:cubicBezTo>
                  <a:lnTo>
                    <a:pt x="311036" y="65631"/>
                  </a:lnTo>
                  <a:lnTo>
                    <a:pt x="311473" y="64252"/>
                  </a:lnTo>
                  <a:lnTo>
                    <a:pt x="311911" y="63310"/>
                  </a:lnTo>
                  <a:lnTo>
                    <a:pt x="312415" y="62233"/>
                  </a:lnTo>
                  <a:lnTo>
                    <a:pt x="312920" y="59980"/>
                  </a:lnTo>
                  <a:lnTo>
                    <a:pt x="312920" y="58903"/>
                  </a:lnTo>
                  <a:lnTo>
                    <a:pt x="312718" y="56885"/>
                  </a:lnTo>
                  <a:lnTo>
                    <a:pt x="313391" y="54934"/>
                  </a:lnTo>
                  <a:lnTo>
                    <a:pt x="311439" y="54227"/>
                  </a:lnTo>
                  <a:lnTo>
                    <a:pt x="310632" y="54093"/>
                  </a:lnTo>
                  <a:lnTo>
                    <a:pt x="308949" y="53958"/>
                  </a:lnTo>
                  <a:lnTo>
                    <a:pt x="305886" y="51940"/>
                  </a:lnTo>
                  <a:lnTo>
                    <a:pt x="304742" y="49989"/>
                  </a:lnTo>
                  <a:lnTo>
                    <a:pt x="302285" y="49114"/>
                  </a:lnTo>
                  <a:lnTo>
                    <a:pt x="301141" y="47297"/>
                  </a:lnTo>
                  <a:lnTo>
                    <a:pt x="300232" y="46793"/>
                  </a:lnTo>
                  <a:cubicBezTo>
                    <a:pt x="300232" y="46793"/>
                    <a:pt x="298886" y="43463"/>
                    <a:pt x="298886" y="43160"/>
                  </a:cubicBezTo>
                  <a:cubicBezTo>
                    <a:pt x="298886" y="42857"/>
                    <a:pt x="297204" y="41579"/>
                    <a:pt x="297204" y="41579"/>
                  </a:cubicBezTo>
                  <a:lnTo>
                    <a:pt x="295958" y="40569"/>
                  </a:lnTo>
                  <a:cubicBezTo>
                    <a:pt x="295958" y="40569"/>
                    <a:pt x="295386" y="39695"/>
                    <a:pt x="294949" y="39325"/>
                  </a:cubicBezTo>
                  <a:cubicBezTo>
                    <a:pt x="294511" y="38955"/>
                    <a:pt x="292929" y="38316"/>
                    <a:pt x="292929" y="38316"/>
                  </a:cubicBezTo>
                  <a:cubicBezTo>
                    <a:pt x="292929" y="38316"/>
                    <a:pt x="292223" y="38316"/>
                    <a:pt x="291920" y="38316"/>
                  </a:cubicBezTo>
                  <a:cubicBezTo>
                    <a:pt x="291617" y="38316"/>
                    <a:pt x="291280" y="39459"/>
                    <a:pt x="290977" y="39829"/>
                  </a:cubicBezTo>
                  <a:cubicBezTo>
                    <a:pt x="290675" y="40199"/>
                    <a:pt x="290473" y="40704"/>
                    <a:pt x="290237" y="40973"/>
                  </a:cubicBezTo>
                  <a:cubicBezTo>
                    <a:pt x="290035" y="41276"/>
                    <a:pt x="289867" y="43059"/>
                    <a:pt x="289968" y="43933"/>
                  </a:cubicBezTo>
                  <a:cubicBezTo>
                    <a:pt x="290035" y="44808"/>
                    <a:pt x="289968" y="45615"/>
                    <a:pt x="289968" y="46187"/>
                  </a:cubicBezTo>
                  <a:cubicBezTo>
                    <a:pt x="289968" y="46759"/>
                    <a:pt x="290977" y="48004"/>
                    <a:pt x="291415" y="48811"/>
                  </a:cubicBezTo>
                  <a:cubicBezTo>
                    <a:pt x="291852" y="49618"/>
                    <a:pt x="291987" y="49686"/>
                    <a:pt x="292795" y="50830"/>
                  </a:cubicBezTo>
                  <a:cubicBezTo>
                    <a:pt x="293603" y="51973"/>
                    <a:pt x="294747" y="52276"/>
                    <a:pt x="295050" y="52646"/>
                  </a:cubicBezTo>
                  <a:cubicBezTo>
                    <a:pt x="295352" y="53016"/>
                    <a:pt x="295487" y="53353"/>
                    <a:pt x="296127" y="53891"/>
                  </a:cubicBezTo>
                  <a:cubicBezTo>
                    <a:pt x="296766" y="54395"/>
                    <a:pt x="297877" y="55035"/>
                    <a:pt x="298449" y="55909"/>
                  </a:cubicBezTo>
                  <a:cubicBezTo>
                    <a:pt x="299021" y="56784"/>
                    <a:pt x="299391" y="57658"/>
                    <a:pt x="299896" y="58735"/>
                  </a:cubicBezTo>
                  <a:cubicBezTo>
                    <a:pt x="300401" y="59811"/>
                    <a:pt x="300199" y="60114"/>
                    <a:pt x="300199" y="60417"/>
                  </a:cubicBezTo>
                  <a:cubicBezTo>
                    <a:pt x="300199" y="60719"/>
                    <a:pt x="299761" y="62233"/>
                    <a:pt x="299627" y="62805"/>
                  </a:cubicBezTo>
                  <a:cubicBezTo>
                    <a:pt x="299492" y="63377"/>
                    <a:pt x="297944" y="63747"/>
                    <a:pt x="297944" y="63747"/>
                  </a:cubicBezTo>
                  <a:lnTo>
                    <a:pt x="297439" y="64117"/>
                  </a:lnTo>
                  <a:lnTo>
                    <a:pt x="295117" y="65261"/>
                  </a:lnTo>
                  <a:cubicBezTo>
                    <a:pt x="295117" y="65261"/>
                    <a:pt x="293535" y="66136"/>
                    <a:pt x="293434" y="66405"/>
                  </a:cubicBezTo>
                  <a:cubicBezTo>
                    <a:pt x="293367" y="66707"/>
                    <a:pt x="292795" y="67212"/>
                    <a:pt x="292795" y="67481"/>
                  </a:cubicBezTo>
                  <a:cubicBezTo>
                    <a:pt x="292795" y="67784"/>
                    <a:pt x="292795" y="68356"/>
                    <a:pt x="293165" y="68995"/>
                  </a:cubicBezTo>
                  <a:cubicBezTo>
                    <a:pt x="293535" y="69634"/>
                    <a:pt x="293804" y="69432"/>
                    <a:pt x="293804" y="69432"/>
                  </a:cubicBezTo>
                  <a:cubicBezTo>
                    <a:pt x="293804" y="69432"/>
                    <a:pt x="294242" y="70172"/>
                    <a:pt x="294107" y="70576"/>
                  </a:cubicBezTo>
                  <a:cubicBezTo>
                    <a:pt x="293973" y="71013"/>
                    <a:pt x="294107" y="71652"/>
                    <a:pt x="294107" y="71652"/>
                  </a:cubicBezTo>
                  <a:lnTo>
                    <a:pt x="293165" y="72729"/>
                  </a:lnTo>
                  <a:cubicBezTo>
                    <a:pt x="293165" y="72729"/>
                    <a:pt x="292660" y="72931"/>
                    <a:pt x="292391" y="73032"/>
                  </a:cubicBezTo>
                  <a:cubicBezTo>
                    <a:pt x="292088" y="73099"/>
                    <a:pt x="291213" y="73469"/>
                    <a:pt x="291213" y="73469"/>
                  </a:cubicBezTo>
                  <a:lnTo>
                    <a:pt x="289396" y="71585"/>
                  </a:lnTo>
                  <a:cubicBezTo>
                    <a:pt x="289396" y="71585"/>
                    <a:pt x="288588" y="70946"/>
                    <a:pt x="288386" y="70946"/>
                  </a:cubicBezTo>
                  <a:cubicBezTo>
                    <a:pt x="288151" y="70946"/>
                    <a:pt x="287511" y="70374"/>
                    <a:pt x="287511" y="70374"/>
                  </a:cubicBezTo>
                  <a:lnTo>
                    <a:pt x="286939" y="69802"/>
                  </a:lnTo>
                  <a:lnTo>
                    <a:pt x="285694" y="69500"/>
                  </a:lnTo>
                  <a:cubicBezTo>
                    <a:pt x="285694" y="69500"/>
                    <a:pt x="284987" y="69567"/>
                    <a:pt x="284751" y="69634"/>
                  </a:cubicBezTo>
                  <a:cubicBezTo>
                    <a:pt x="284549" y="69701"/>
                    <a:pt x="283371" y="70879"/>
                    <a:pt x="283371" y="70879"/>
                  </a:cubicBezTo>
                  <a:cubicBezTo>
                    <a:pt x="283371" y="70879"/>
                    <a:pt x="283069" y="72258"/>
                    <a:pt x="283573" y="72695"/>
                  </a:cubicBezTo>
                  <a:cubicBezTo>
                    <a:pt x="284078" y="73133"/>
                    <a:pt x="285155" y="74276"/>
                    <a:pt x="285155" y="74276"/>
                  </a:cubicBezTo>
                  <a:lnTo>
                    <a:pt x="284213" y="77102"/>
                  </a:lnTo>
                  <a:cubicBezTo>
                    <a:pt x="284213" y="77102"/>
                    <a:pt x="283775" y="78145"/>
                    <a:pt x="282799" y="78582"/>
                  </a:cubicBezTo>
                  <a:cubicBezTo>
                    <a:pt x="281823" y="79019"/>
                    <a:pt x="281049" y="78347"/>
                    <a:pt x="281049" y="78347"/>
                  </a:cubicBezTo>
                  <a:lnTo>
                    <a:pt x="279198" y="77708"/>
                  </a:lnTo>
                  <a:lnTo>
                    <a:pt x="277583" y="76934"/>
                  </a:lnTo>
                  <a:lnTo>
                    <a:pt x="275732" y="75319"/>
                  </a:lnTo>
                  <a:lnTo>
                    <a:pt x="274756" y="73705"/>
                  </a:lnTo>
                  <a:lnTo>
                    <a:pt x="273982" y="72090"/>
                  </a:lnTo>
                  <a:lnTo>
                    <a:pt x="272804" y="70879"/>
                  </a:lnTo>
                  <a:lnTo>
                    <a:pt x="270717" y="71215"/>
                  </a:lnTo>
                  <a:lnTo>
                    <a:pt x="269641" y="68928"/>
                  </a:lnTo>
                  <a:lnTo>
                    <a:pt x="268866" y="67077"/>
                  </a:lnTo>
                  <a:lnTo>
                    <a:pt x="266813" y="62940"/>
                  </a:lnTo>
                  <a:lnTo>
                    <a:pt x="264188" y="61628"/>
                  </a:lnTo>
                  <a:lnTo>
                    <a:pt x="262775" y="61830"/>
                  </a:lnTo>
                  <a:lnTo>
                    <a:pt x="261260" y="62166"/>
                  </a:lnTo>
                  <a:lnTo>
                    <a:pt x="258534" y="61964"/>
                  </a:lnTo>
                  <a:lnTo>
                    <a:pt x="256044" y="59475"/>
                  </a:lnTo>
                  <a:lnTo>
                    <a:pt x="253991" y="56750"/>
                  </a:lnTo>
                  <a:lnTo>
                    <a:pt x="250525" y="53386"/>
                  </a:lnTo>
                  <a:lnTo>
                    <a:pt x="249212" y="50560"/>
                  </a:lnTo>
                  <a:lnTo>
                    <a:pt x="248438" y="47836"/>
                  </a:lnTo>
                  <a:lnTo>
                    <a:pt x="245948" y="46961"/>
                  </a:lnTo>
                  <a:lnTo>
                    <a:pt x="243895" y="46961"/>
                  </a:lnTo>
                  <a:lnTo>
                    <a:pt x="241606" y="50392"/>
                  </a:lnTo>
                  <a:lnTo>
                    <a:pt x="239553" y="52512"/>
                  </a:lnTo>
                  <a:lnTo>
                    <a:pt x="238140" y="54799"/>
                  </a:lnTo>
                  <a:lnTo>
                    <a:pt x="238140" y="55976"/>
                  </a:lnTo>
                  <a:cubicBezTo>
                    <a:pt x="238140" y="55976"/>
                    <a:pt x="238577" y="61628"/>
                    <a:pt x="238577" y="62065"/>
                  </a:cubicBezTo>
                  <a:cubicBezTo>
                    <a:pt x="238577" y="62502"/>
                    <a:pt x="238039" y="63041"/>
                    <a:pt x="236962" y="64891"/>
                  </a:cubicBezTo>
                  <a:cubicBezTo>
                    <a:pt x="235885" y="66741"/>
                    <a:pt x="235649" y="65227"/>
                    <a:pt x="235212" y="65227"/>
                  </a:cubicBezTo>
                  <a:cubicBezTo>
                    <a:pt x="234774" y="65227"/>
                    <a:pt x="232149" y="65227"/>
                    <a:pt x="231611" y="65126"/>
                  </a:cubicBezTo>
                  <a:cubicBezTo>
                    <a:pt x="231072" y="65025"/>
                    <a:pt x="229861" y="64588"/>
                    <a:pt x="229423" y="64252"/>
                  </a:cubicBezTo>
                  <a:cubicBezTo>
                    <a:pt x="228986" y="63915"/>
                    <a:pt x="226832" y="62637"/>
                    <a:pt x="226832" y="62637"/>
                  </a:cubicBezTo>
                  <a:cubicBezTo>
                    <a:pt x="226832" y="62637"/>
                    <a:pt x="224106" y="62637"/>
                    <a:pt x="223668" y="62637"/>
                  </a:cubicBezTo>
                  <a:cubicBezTo>
                    <a:pt x="223231" y="62637"/>
                    <a:pt x="221481" y="63613"/>
                    <a:pt x="220639" y="63613"/>
                  </a:cubicBezTo>
                  <a:cubicBezTo>
                    <a:pt x="219764" y="63613"/>
                    <a:pt x="219125" y="64487"/>
                    <a:pt x="219125" y="64487"/>
                  </a:cubicBezTo>
                  <a:lnTo>
                    <a:pt x="217610" y="65799"/>
                  </a:lnTo>
                  <a:lnTo>
                    <a:pt x="216735" y="66438"/>
                  </a:lnTo>
                  <a:lnTo>
                    <a:pt x="215658" y="67515"/>
                  </a:lnTo>
                  <a:cubicBezTo>
                    <a:pt x="215658" y="67515"/>
                    <a:pt x="213807" y="69903"/>
                    <a:pt x="212932" y="70441"/>
                  </a:cubicBezTo>
                  <a:cubicBezTo>
                    <a:pt x="212057" y="70980"/>
                    <a:pt x="212057" y="71316"/>
                    <a:pt x="211755" y="71417"/>
                  </a:cubicBezTo>
                  <a:cubicBezTo>
                    <a:pt x="211418" y="71518"/>
                    <a:pt x="210678" y="73604"/>
                    <a:pt x="210678" y="73604"/>
                  </a:cubicBezTo>
                  <a:cubicBezTo>
                    <a:pt x="210678" y="73604"/>
                    <a:pt x="209702" y="75353"/>
                    <a:pt x="209365" y="75454"/>
                  </a:cubicBezTo>
                  <a:cubicBezTo>
                    <a:pt x="209029" y="75555"/>
                    <a:pt x="208154" y="76968"/>
                    <a:pt x="207615" y="77405"/>
                  </a:cubicBezTo>
                  <a:cubicBezTo>
                    <a:pt x="207077" y="77842"/>
                    <a:pt x="207278" y="79692"/>
                    <a:pt x="207278" y="79692"/>
                  </a:cubicBezTo>
                  <a:cubicBezTo>
                    <a:pt x="207278" y="79692"/>
                    <a:pt x="208355" y="81105"/>
                    <a:pt x="208793" y="81442"/>
                  </a:cubicBezTo>
                  <a:cubicBezTo>
                    <a:pt x="209230" y="81778"/>
                    <a:pt x="212057" y="84368"/>
                    <a:pt x="212057" y="84368"/>
                  </a:cubicBezTo>
                  <a:lnTo>
                    <a:pt x="212057" y="86858"/>
                  </a:lnTo>
                  <a:lnTo>
                    <a:pt x="211048" y="92846"/>
                  </a:lnTo>
                  <a:cubicBezTo>
                    <a:pt x="211048" y="92846"/>
                    <a:pt x="211115" y="95873"/>
                    <a:pt x="211115" y="96176"/>
                  </a:cubicBezTo>
                  <a:cubicBezTo>
                    <a:pt x="211115" y="96478"/>
                    <a:pt x="210678" y="98934"/>
                    <a:pt x="210678" y="98934"/>
                  </a:cubicBezTo>
                  <a:lnTo>
                    <a:pt x="212495" y="100583"/>
                  </a:lnTo>
                  <a:lnTo>
                    <a:pt x="213235" y="102063"/>
                  </a:lnTo>
                  <a:cubicBezTo>
                    <a:pt x="213235" y="102063"/>
                    <a:pt x="215120" y="103812"/>
                    <a:pt x="215423" y="104249"/>
                  </a:cubicBezTo>
                  <a:cubicBezTo>
                    <a:pt x="215726" y="104687"/>
                    <a:pt x="217442" y="103543"/>
                    <a:pt x="217442" y="102937"/>
                  </a:cubicBezTo>
                  <a:cubicBezTo>
                    <a:pt x="217442" y="102365"/>
                    <a:pt x="220505" y="101491"/>
                    <a:pt x="222356" y="100852"/>
                  </a:cubicBezTo>
                  <a:cubicBezTo>
                    <a:pt x="224240" y="100213"/>
                    <a:pt x="225250" y="101054"/>
                    <a:pt x="226125" y="100919"/>
                  </a:cubicBezTo>
                  <a:cubicBezTo>
                    <a:pt x="227000" y="100784"/>
                    <a:pt x="226832" y="100919"/>
                    <a:pt x="226832" y="100919"/>
                  </a:cubicBezTo>
                  <a:cubicBezTo>
                    <a:pt x="227404" y="100919"/>
                    <a:pt x="227707" y="102298"/>
                    <a:pt x="227707" y="102298"/>
                  </a:cubicBezTo>
                  <a:lnTo>
                    <a:pt x="229019" y="104115"/>
                  </a:lnTo>
                  <a:cubicBezTo>
                    <a:pt x="229019" y="104115"/>
                    <a:pt x="231207" y="106873"/>
                    <a:pt x="231779" y="107008"/>
                  </a:cubicBezTo>
                  <a:cubicBezTo>
                    <a:pt x="232351" y="107142"/>
                    <a:pt x="232654" y="109632"/>
                    <a:pt x="232789" y="111078"/>
                  </a:cubicBezTo>
                  <a:cubicBezTo>
                    <a:pt x="232923" y="112525"/>
                    <a:pt x="232789" y="113096"/>
                    <a:pt x="233091" y="115855"/>
                  </a:cubicBezTo>
                  <a:cubicBezTo>
                    <a:pt x="233394" y="118613"/>
                    <a:pt x="234404" y="118445"/>
                    <a:pt x="234236" y="118883"/>
                  </a:cubicBezTo>
                  <a:cubicBezTo>
                    <a:pt x="234101" y="119320"/>
                    <a:pt x="233226" y="121069"/>
                    <a:pt x="233226" y="121069"/>
                  </a:cubicBezTo>
                  <a:cubicBezTo>
                    <a:pt x="233226" y="121069"/>
                    <a:pt x="232519" y="122213"/>
                    <a:pt x="232519" y="122650"/>
                  </a:cubicBezTo>
                  <a:cubicBezTo>
                    <a:pt x="232519" y="123088"/>
                    <a:pt x="232519" y="125240"/>
                    <a:pt x="232654" y="125678"/>
                  </a:cubicBezTo>
                  <a:cubicBezTo>
                    <a:pt x="232789" y="126115"/>
                    <a:pt x="233798" y="126990"/>
                    <a:pt x="233798" y="126990"/>
                  </a:cubicBezTo>
                  <a:lnTo>
                    <a:pt x="236996" y="126990"/>
                  </a:lnTo>
                  <a:lnTo>
                    <a:pt x="242952" y="126418"/>
                  </a:lnTo>
                  <a:lnTo>
                    <a:pt x="246419" y="125543"/>
                  </a:lnTo>
                  <a:lnTo>
                    <a:pt x="248741" y="124097"/>
                  </a:lnTo>
                  <a:lnTo>
                    <a:pt x="250760" y="122852"/>
                  </a:lnTo>
                  <a:lnTo>
                    <a:pt x="253587" y="121843"/>
                  </a:lnTo>
                  <a:lnTo>
                    <a:pt x="254900" y="120329"/>
                  </a:lnTo>
                  <a:lnTo>
                    <a:pt x="256414" y="120026"/>
                  </a:lnTo>
                  <a:lnTo>
                    <a:pt x="260554" y="120026"/>
                  </a:lnTo>
                  <a:lnTo>
                    <a:pt x="261799" y="120363"/>
                  </a:lnTo>
                  <a:lnTo>
                    <a:pt x="263414" y="121776"/>
                  </a:lnTo>
                  <a:lnTo>
                    <a:pt x="265568" y="121776"/>
                  </a:lnTo>
                  <a:cubicBezTo>
                    <a:pt x="265568" y="121776"/>
                    <a:pt x="267688" y="122381"/>
                    <a:pt x="268328" y="123222"/>
                  </a:cubicBezTo>
                  <a:cubicBezTo>
                    <a:pt x="268967" y="124029"/>
                    <a:pt x="269842" y="123861"/>
                    <a:pt x="270616" y="124265"/>
                  </a:cubicBezTo>
                  <a:cubicBezTo>
                    <a:pt x="271390" y="124702"/>
                    <a:pt x="271491" y="125509"/>
                    <a:pt x="271592" y="126182"/>
                  </a:cubicBezTo>
                  <a:cubicBezTo>
                    <a:pt x="271693" y="126821"/>
                    <a:pt x="271592" y="127259"/>
                    <a:pt x="271592" y="128302"/>
                  </a:cubicBezTo>
                  <a:cubicBezTo>
                    <a:pt x="271592" y="129344"/>
                    <a:pt x="271390" y="129782"/>
                    <a:pt x="271121" y="130253"/>
                  </a:cubicBezTo>
                  <a:cubicBezTo>
                    <a:pt x="270852" y="130724"/>
                    <a:pt x="270515" y="130858"/>
                    <a:pt x="270313" y="131127"/>
                  </a:cubicBezTo>
                  <a:cubicBezTo>
                    <a:pt x="270112" y="131396"/>
                    <a:pt x="269539" y="132305"/>
                    <a:pt x="269506" y="132540"/>
                  </a:cubicBezTo>
                  <a:cubicBezTo>
                    <a:pt x="269439" y="132776"/>
                    <a:pt x="269506" y="134559"/>
                    <a:pt x="269506" y="134559"/>
                  </a:cubicBezTo>
                  <a:lnTo>
                    <a:pt x="272333" y="136611"/>
                  </a:lnTo>
                  <a:lnTo>
                    <a:pt x="273847" y="137654"/>
                  </a:lnTo>
                  <a:cubicBezTo>
                    <a:pt x="273847" y="137654"/>
                    <a:pt x="274285" y="139403"/>
                    <a:pt x="274520" y="140042"/>
                  </a:cubicBezTo>
                  <a:cubicBezTo>
                    <a:pt x="274722" y="140681"/>
                    <a:pt x="276472" y="141791"/>
                    <a:pt x="276472" y="141791"/>
                  </a:cubicBezTo>
                  <a:lnTo>
                    <a:pt x="276472" y="144180"/>
                  </a:lnTo>
                  <a:lnTo>
                    <a:pt x="276169" y="147005"/>
                  </a:lnTo>
                  <a:cubicBezTo>
                    <a:pt x="276169" y="147005"/>
                    <a:pt x="276472" y="148755"/>
                    <a:pt x="276035" y="150268"/>
                  </a:cubicBezTo>
                  <a:cubicBezTo>
                    <a:pt x="275597" y="151782"/>
                    <a:pt x="276035" y="150268"/>
                    <a:pt x="275900" y="151580"/>
                  </a:cubicBezTo>
                  <a:cubicBezTo>
                    <a:pt x="275766" y="152892"/>
                    <a:pt x="274958" y="152892"/>
                    <a:pt x="275597" y="153531"/>
                  </a:cubicBezTo>
                  <a:cubicBezTo>
                    <a:pt x="276237" y="154171"/>
                    <a:pt x="275597" y="155920"/>
                    <a:pt x="275597" y="155920"/>
                  </a:cubicBezTo>
                  <a:cubicBezTo>
                    <a:pt x="275597" y="155920"/>
                    <a:pt x="274722" y="157232"/>
                    <a:pt x="274285" y="157433"/>
                  </a:cubicBezTo>
                  <a:cubicBezTo>
                    <a:pt x="273847" y="157635"/>
                    <a:pt x="273847" y="159385"/>
                    <a:pt x="272535" y="160697"/>
                  </a:cubicBezTo>
                  <a:cubicBezTo>
                    <a:pt x="271222" y="162009"/>
                    <a:pt x="271222" y="162446"/>
                    <a:pt x="270583" y="163186"/>
                  </a:cubicBezTo>
                  <a:cubicBezTo>
                    <a:pt x="269943" y="163926"/>
                    <a:pt x="267520" y="165036"/>
                    <a:pt x="266679" y="165036"/>
                  </a:cubicBezTo>
                  <a:cubicBezTo>
                    <a:pt x="265804" y="165036"/>
                    <a:pt x="263212" y="163186"/>
                    <a:pt x="263212" y="163186"/>
                  </a:cubicBezTo>
                  <a:lnTo>
                    <a:pt x="261025" y="158745"/>
                  </a:lnTo>
                  <a:lnTo>
                    <a:pt x="255573" y="157433"/>
                  </a:lnTo>
                  <a:lnTo>
                    <a:pt x="255573" y="158005"/>
                  </a:lnTo>
                  <a:cubicBezTo>
                    <a:pt x="255573" y="158005"/>
                    <a:pt x="254799" y="158712"/>
                    <a:pt x="253082" y="161336"/>
                  </a:cubicBezTo>
                  <a:cubicBezTo>
                    <a:pt x="251332" y="163960"/>
                    <a:pt x="251029" y="162648"/>
                    <a:pt x="250154" y="163455"/>
                  </a:cubicBezTo>
                  <a:cubicBezTo>
                    <a:pt x="249279" y="164262"/>
                    <a:pt x="238846" y="162210"/>
                    <a:pt x="238846" y="162210"/>
                  </a:cubicBezTo>
                  <a:lnTo>
                    <a:pt x="233832" y="161773"/>
                  </a:lnTo>
                  <a:lnTo>
                    <a:pt x="224476" y="161773"/>
                  </a:lnTo>
                  <a:lnTo>
                    <a:pt x="222524" y="164700"/>
                  </a:lnTo>
                  <a:cubicBezTo>
                    <a:pt x="222524" y="164700"/>
                    <a:pt x="220572" y="168299"/>
                    <a:pt x="219933" y="168737"/>
                  </a:cubicBezTo>
                  <a:cubicBezTo>
                    <a:pt x="219293" y="169174"/>
                    <a:pt x="211250" y="168737"/>
                    <a:pt x="211250" y="168737"/>
                  </a:cubicBezTo>
                  <a:lnTo>
                    <a:pt x="207110" y="168737"/>
                  </a:lnTo>
                  <a:lnTo>
                    <a:pt x="200514" y="165272"/>
                  </a:lnTo>
                  <a:lnTo>
                    <a:pt x="197620" y="163825"/>
                  </a:lnTo>
                  <a:lnTo>
                    <a:pt x="195870" y="159755"/>
                  </a:lnTo>
                  <a:lnTo>
                    <a:pt x="193547" y="158005"/>
                  </a:lnTo>
                  <a:lnTo>
                    <a:pt x="190350" y="160024"/>
                  </a:lnTo>
                  <a:lnTo>
                    <a:pt x="185437" y="160024"/>
                  </a:lnTo>
                  <a:lnTo>
                    <a:pt x="179917" y="165238"/>
                  </a:lnTo>
                  <a:lnTo>
                    <a:pt x="175744" y="165238"/>
                  </a:lnTo>
                  <a:cubicBezTo>
                    <a:pt x="175879" y="165473"/>
                    <a:pt x="176013" y="165776"/>
                    <a:pt x="176013" y="166113"/>
                  </a:cubicBezTo>
                  <a:cubicBezTo>
                    <a:pt x="176013" y="166684"/>
                    <a:pt x="175576" y="168703"/>
                    <a:pt x="175576" y="168703"/>
                  </a:cubicBezTo>
                  <a:lnTo>
                    <a:pt x="175374" y="171966"/>
                  </a:lnTo>
                  <a:lnTo>
                    <a:pt x="171773" y="175330"/>
                  </a:lnTo>
                  <a:lnTo>
                    <a:pt x="170023" y="177819"/>
                  </a:lnTo>
                  <a:lnTo>
                    <a:pt x="167869" y="180006"/>
                  </a:lnTo>
                  <a:lnTo>
                    <a:pt x="166893" y="183605"/>
                  </a:lnTo>
                  <a:lnTo>
                    <a:pt x="166893" y="185220"/>
                  </a:lnTo>
                  <a:lnTo>
                    <a:pt x="168643" y="188046"/>
                  </a:lnTo>
                  <a:lnTo>
                    <a:pt x="168643" y="190434"/>
                  </a:lnTo>
                  <a:cubicBezTo>
                    <a:pt x="168643" y="190434"/>
                    <a:pt x="167129" y="191611"/>
                    <a:pt x="166994" y="191948"/>
                  </a:cubicBezTo>
                  <a:cubicBezTo>
                    <a:pt x="166893" y="192284"/>
                    <a:pt x="165816" y="193798"/>
                    <a:pt x="165480" y="194134"/>
                  </a:cubicBezTo>
                  <a:cubicBezTo>
                    <a:pt x="165143" y="194471"/>
                    <a:pt x="163864" y="196523"/>
                    <a:pt x="163528" y="196523"/>
                  </a:cubicBezTo>
                  <a:cubicBezTo>
                    <a:pt x="163191" y="196523"/>
                    <a:pt x="161239" y="196523"/>
                    <a:pt x="161239" y="196523"/>
                  </a:cubicBezTo>
                  <a:cubicBezTo>
                    <a:pt x="161239" y="196523"/>
                    <a:pt x="159051" y="196523"/>
                    <a:pt x="157200" y="196523"/>
                  </a:cubicBezTo>
                  <a:cubicBezTo>
                    <a:pt x="155349" y="196523"/>
                    <a:pt x="152085" y="196523"/>
                    <a:pt x="152085" y="196523"/>
                  </a:cubicBezTo>
                  <a:cubicBezTo>
                    <a:pt x="152085" y="196523"/>
                    <a:pt x="149157" y="197162"/>
                    <a:pt x="147845" y="197162"/>
                  </a:cubicBezTo>
                  <a:cubicBezTo>
                    <a:pt x="146532" y="197162"/>
                    <a:pt x="143705" y="197263"/>
                    <a:pt x="143705" y="197263"/>
                  </a:cubicBezTo>
                  <a:lnTo>
                    <a:pt x="142090" y="197700"/>
                  </a:lnTo>
                  <a:cubicBezTo>
                    <a:pt x="142090" y="197700"/>
                    <a:pt x="138085" y="199214"/>
                    <a:pt x="137210" y="199752"/>
                  </a:cubicBezTo>
                  <a:cubicBezTo>
                    <a:pt x="136335" y="200291"/>
                    <a:pt x="133945" y="202040"/>
                    <a:pt x="133844" y="202477"/>
                  </a:cubicBezTo>
                  <a:cubicBezTo>
                    <a:pt x="133743" y="202914"/>
                    <a:pt x="132532" y="204966"/>
                    <a:pt x="131657" y="205404"/>
                  </a:cubicBezTo>
                  <a:cubicBezTo>
                    <a:pt x="130782" y="205841"/>
                    <a:pt x="128830" y="208566"/>
                    <a:pt x="128830" y="208566"/>
                  </a:cubicBezTo>
                  <a:lnTo>
                    <a:pt x="126541" y="209541"/>
                  </a:lnTo>
                  <a:cubicBezTo>
                    <a:pt x="126541" y="209541"/>
                    <a:pt x="122738" y="206480"/>
                    <a:pt x="122301" y="206480"/>
                  </a:cubicBezTo>
                  <a:cubicBezTo>
                    <a:pt x="121863" y="206480"/>
                    <a:pt x="118599" y="204731"/>
                    <a:pt x="118296" y="204731"/>
                  </a:cubicBezTo>
                  <a:cubicBezTo>
                    <a:pt x="117959" y="204731"/>
                    <a:pt x="113618" y="204529"/>
                    <a:pt x="112743" y="204731"/>
                  </a:cubicBezTo>
                  <a:cubicBezTo>
                    <a:pt x="111868" y="204966"/>
                    <a:pt x="105137" y="205067"/>
                    <a:pt x="105137" y="205067"/>
                  </a:cubicBezTo>
                  <a:lnTo>
                    <a:pt x="102108" y="205269"/>
                  </a:lnTo>
                  <a:lnTo>
                    <a:pt x="98742" y="206884"/>
                  </a:lnTo>
                  <a:lnTo>
                    <a:pt x="96891" y="207321"/>
                  </a:lnTo>
                  <a:cubicBezTo>
                    <a:pt x="96891" y="207321"/>
                    <a:pt x="95814" y="207758"/>
                    <a:pt x="94704" y="206547"/>
                  </a:cubicBezTo>
                  <a:cubicBezTo>
                    <a:pt x="93627" y="205370"/>
                    <a:pt x="92314" y="204697"/>
                    <a:pt x="92213" y="203923"/>
                  </a:cubicBezTo>
                  <a:cubicBezTo>
                    <a:pt x="92113" y="203150"/>
                    <a:pt x="91776" y="201636"/>
                    <a:pt x="92113" y="200761"/>
                  </a:cubicBezTo>
                  <a:cubicBezTo>
                    <a:pt x="92449" y="199887"/>
                    <a:pt x="92449" y="199012"/>
                    <a:pt x="92449" y="198575"/>
                  </a:cubicBezTo>
                  <a:cubicBezTo>
                    <a:pt x="92449" y="198138"/>
                    <a:pt x="92012" y="196725"/>
                    <a:pt x="92012" y="196725"/>
                  </a:cubicBezTo>
                  <a:lnTo>
                    <a:pt x="88747" y="193361"/>
                  </a:lnTo>
                  <a:cubicBezTo>
                    <a:pt x="88747" y="193361"/>
                    <a:pt x="87535" y="191847"/>
                    <a:pt x="86459" y="191611"/>
                  </a:cubicBezTo>
                  <a:cubicBezTo>
                    <a:pt x="85382" y="191410"/>
                    <a:pt x="82656" y="189660"/>
                    <a:pt x="82656" y="189660"/>
                  </a:cubicBezTo>
                  <a:lnTo>
                    <a:pt x="80266" y="190737"/>
                  </a:lnTo>
                  <a:cubicBezTo>
                    <a:pt x="80266" y="190737"/>
                    <a:pt x="78078" y="193024"/>
                    <a:pt x="77978" y="193361"/>
                  </a:cubicBezTo>
                  <a:cubicBezTo>
                    <a:pt x="77877" y="193697"/>
                    <a:pt x="77103" y="195749"/>
                    <a:pt x="77103" y="195749"/>
                  </a:cubicBezTo>
                  <a:cubicBezTo>
                    <a:pt x="77103" y="195749"/>
                    <a:pt x="75151" y="200526"/>
                    <a:pt x="74477" y="200963"/>
                  </a:cubicBezTo>
                  <a:cubicBezTo>
                    <a:pt x="73838" y="201400"/>
                    <a:pt x="71213" y="203015"/>
                    <a:pt x="71213" y="203015"/>
                  </a:cubicBezTo>
                  <a:lnTo>
                    <a:pt x="67949" y="206043"/>
                  </a:lnTo>
                  <a:lnTo>
                    <a:pt x="66299" y="208532"/>
                  </a:lnTo>
                  <a:lnTo>
                    <a:pt x="62934" y="210281"/>
                  </a:lnTo>
                  <a:lnTo>
                    <a:pt x="59905" y="210281"/>
                  </a:lnTo>
                  <a:cubicBezTo>
                    <a:pt x="59905" y="210281"/>
                    <a:pt x="57953" y="208330"/>
                    <a:pt x="57415" y="207893"/>
                  </a:cubicBezTo>
                  <a:cubicBezTo>
                    <a:pt x="56876" y="207456"/>
                    <a:pt x="55025" y="205841"/>
                    <a:pt x="54924" y="205404"/>
                  </a:cubicBezTo>
                  <a:cubicBezTo>
                    <a:pt x="54823" y="204966"/>
                    <a:pt x="52434" y="202578"/>
                    <a:pt x="51761" y="202040"/>
                  </a:cubicBezTo>
                  <a:cubicBezTo>
                    <a:pt x="51121" y="201501"/>
                    <a:pt x="49809" y="199651"/>
                    <a:pt x="49472" y="199214"/>
                  </a:cubicBezTo>
                  <a:cubicBezTo>
                    <a:pt x="49136" y="198777"/>
                    <a:pt x="47083" y="196287"/>
                    <a:pt x="47083" y="196287"/>
                  </a:cubicBezTo>
                  <a:lnTo>
                    <a:pt x="45030" y="194336"/>
                  </a:lnTo>
                  <a:lnTo>
                    <a:pt x="44828" y="193125"/>
                  </a:lnTo>
                  <a:lnTo>
                    <a:pt x="42977" y="191174"/>
                  </a:lnTo>
                  <a:cubicBezTo>
                    <a:pt x="42977" y="191174"/>
                    <a:pt x="41462" y="190838"/>
                    <a:pt x="41025" y="190838"/>
                  </a:cubicBezTo>
                  <a:cubicBezTo>
                    <a:pt x="40587" y="190838"/>
                    <a:pt x="39241" y="191040"/>
                    <a:pt x="39241" y="191040"/>
                  </a:cubicBezTo>
                  <a:lnTo>
                    <a:pt x="38232" y="190501"/>
                  </a:lnTo>
                  <a:lnTo>
                    <a:pt x="38232" y="188550"/>
                  </a:lnTo>
                  <a:cubicBezTo>
                    <a:pt x="38232" y="188550"/>
                    <a:pt x="37592" y="186801"/>
                    <a:pt x="37255" y="186700"/>
                  </a:cubicBezTo>
                  <a:cubicBezTo>
                    <a:pt x="36919" y="186599"/>
                    <a:pt x="35943" y="186498"/>
                    <a:pt x="35304" y="186599"/>
                  </a:cubicBezTo>
                  <a:cubicBezTo>
                    <a:pt x="34664" y="186700"/>
                    <a:pt x="34328" y="187810"/>
                    <a:pt x="34328" y="187810"/>
                  </a:cubicBezTo>
                  <a:cubicBezTo>
                    <a:pt x="34328" y="187810"/>
                    <a:pt x="33352" y="189223"/>
                    <a:pt x="33116" y="189862"/>
                  </a:cubicBezTo>
                  <a:cubicBezTo>
                    <a:pt x="32914" y="190501"/>
                    <a:pt x="32140" y="192789"/>
                    <a:pt x="32140" y="192789"/>
                  </a:cubicBezTo>
                  <a:lnTo>
                    <a:pt x="29952" y="196826"/>
                  </a:lnTo>
                  <a:cubicBezTo>
                    <a:pt x="29852" y="197364"/>
                    <a:pt x="28977" y="200089"/>
                    <a:pt x="28977" y="200089"/>
                  </a:cubicBezTo>
                  <a:lnTo>
                    <a:pt x="27126" y="202578"/>
                  </a:lnTo>
                  <a:lnTo>
                    <a:pt x="25174" y="204193"/>
                  </a:lnTo>
                  <a:cubicBezTo>
                    <a:pt x="25174" y="204193"/>
                    <a:pt x="24400" y="204966"/>
                    <a:pt x="23996" y="205168"/>
                  </a:cubicBezTo>
                  <a:cubicBezTo>
                    <a:pt x="23558" y="205370"/>
                    <a:pt x="22044" y="206682"/>
                    <a:pt x="22044" y="206682"/>
                  </a:cubicBezTo>
                  <a:lnTo>
                    <a:pt x="19318" y="209407"/>
                  </a:lnTo>
                  <a:lnTo>
                    <a:pt x="18241" y="210921"/>
                  </a:lnTo>
                  <a:cubicBezTo>
                    <a:pt x="18241" y="210921"/>
                    <a:pt x="17265" y="212434"/>
                    <a:pt x="17164" y="212872"/>
                  </a:cubicBezTo>
                  <a:cubicBezTo>
                    <a:pt x="17063" y="213309"/>
                    <a:pt x="12385" y="215495"/>
                    <a:pt x="12385" y="215495"/>
                  </a:cubicBezTo>
                  <a:lnTo>
                    <a:pt x="9457" y="219835"/>
                  </a:lnTo>
                  <a:lnTo>
                    <a:pt x="5216" y="220710"/>
                  </a:lnTo>
                  <a:lnTo>
                    <a:pt x="5216" y="226799"/>
                  </a:lnTo>
                  <a:lnTo>
                    <a:pt x="5654" y="228750"/>
                  </a:lnTo>
                  <a:lnTo>
                    <a:pt x="5418" y="229826"/>
                  </a:lnTo>
                  <a:lnTo>
                    <a:pt x="639" y="231138"/>
                  </a:lnTo>
                  <a:lnTo>
                    <a:pt x="0" y="232887"/>
                  </a:lnTo>
                  <a:lnTo>
                    <a:pt x="1077" y="236352"/>
                  </a:lnTo>
                  <a:lnTo>
                    <a:pt x="3904" y="236789"/>
                  </a:lnTo>
                  <a:lnTo>
                    <a:pt x="7067" y="235276"/>
                  </a:lnTo>
                  <a:cubicBezTo>
                    <a:pt x="7067" y="235276"/>
                    <a:pt x="7404" y="234636"/>
                    <a:pt x="7942" y="234401"/>
                  </a:cubicBezTo>
                  <a:cubicBezTo>
                    <a:pt x="8481" y="234166"/>
                    <a:pt x="9692" y="233762"/>
                    <a:pt x="9692" y="233762"/>
                  </a:cubicBezTo>
                  <a:lnTo>
                    <a:pt x="11106" y="233526"/>
                  </a:lnTo>
                  <a:lnTo>
                    <a:pt x="14370" y="235377"/>
                  </a:lnTo>
                  <a:lnTo>
                    <a:pt x="15582" y="238404"/>
                  </a:lnTo>
                  <a:cubicBezTo>
                    <a:pt x="15582" y="238404"/>
                    <a:pt x="16019" y="240456"/>
                    <a:pt x="16019" y="240793"/>
                  </a:cubicBezTo>
                  <a:cubicBezTo>
                    <a:pt x="16019" y="241129"/>
                    <a:pt x="15481" y="243517"/>
                    <a:pt x="15481" y="243517"/>
                  </a:cubicBezTo>
                  <a:lnTo>
                    <a:pt x="14572" y="245132"/>
                  </a:lnTo>
                  <a:lnTo>
                    <a:pt x="13967" y="247622"/>
                  </a:lnTo>
                  <a:lnTo>
                    <a:pt x="13967" y="249371"/>
                  </a:lnTo>
                  <a:lnTo>
                    <a:pt x="15043" y="250783"/>
                  </a:lnTo>
                  <a:lnTo>
                    <a:pt x="14842" y="253710"/>
                  </a:lnTo>
                  <a:lnTo>
                    <a:pt x="13765" y="255661"/>
                  </a:lnTo>
                  <a:lnTo>
                    <a:pt x="12452" y="256973"/>
                  </a:lnTo>
                  <a:cubicBezTo>
                    <a:pt x="12452" y="256973"/>
                    <a:pt x="12116" y="257848"/>
                    <a:pt x="11813" y="257949"/>
                  </a:cubicBezTo>
                  <a:cubicBezTo>
                    <a:pt x="11476" y="258050"/>
                    <a:pt x="10938" y="258588"/>
                    <a:pt x="10938" y="258588"/>
                  </a:cubicBezTo>
                  <a:lnTo>
                    <a:pt x="10265" y="261077"/>
                  </a:lnTo>
                  <a:lnTo>
                    <a:pt x="10063" y="263365"/>
                  </a:lnTo>
                  <a:lnTo>
                    <a:pt x="9625" y="267267"/>
                  </a:lnTo>
                  <a:cubicBezTo>
                    <a:pt x="9625" y="267267"/>
                    <a:pt x="9524" y="270093"/>
                    <a:pt x="9524" y="270866"/>
                  </a:cubicBezTo>
                  <a:cubicBezTo>
                    <a:pt x="9524" y="271640"/>
                    <a:pt x="8885" y="274769"/>
                    <a:pt x="8885" y="274769"/>
                  </a:cubicBezTo>
                  <a:lnTo>
                    <a:pt x="9087" y="277157"/>
                  </a:lnTo>
                  <a:lnTo>
                    <a:pt x="12250" y="279983"/>
                  </a:lnTo>
                  <a:lnTo>
                    <a:pt x="15515" y="286072"/>
                  </a:lnTo>
                  <a:lnTo>
                    <a:pt x="17904" y="288897"/>
                  </a:lnTo>
                  <a:lnTo>
                    <a:pt x="22246" y="291084"/>
                  </a:lnTo>
                  <a:lnTo>
                    <a:pt x="27462" y="291959"/>
                  </a:lnTo>
                  <a:lnTo>
                    <a:pt x="32241" y="291959"/>
                  </a:lnTo>
                  <a:lnTo>
                    <a:pt x="35707" y="291959"/>
                  </a:lnTo>
                  <a:lnTo>
                    <a:pt x="40924" y="291959"/>
                  </a:lnTo>
                  <a:cubicBezTo>
                    <a:pt x="40924" y="291959"/>
                    <a:pt x="42236" y="292194"/>
                    <a:pt x="42674" y="291319"/>
                  </a:cubicBezTo>
                  <a:cubicBezTo>
                    <a:pt x="43112" y="290445"/>
                    <a:pt x="43549" y="289133"/>
                    <a:pt x="43751" y="288494"/>
                  </a:cubicBezTo>
                  <a:cubicBezTo>
                    <a:pt x="43953" y="287854"/>
                    <a:pt x="44390" y="287417"/>
                    <a:pt x="45063" y="286307"/>
                  </a:cubicBezTo>
                  <a:cubicBezTo>
                    <a:pt x="45703" y="285231"/>
                    <a:pt x="46813" y="284793"/>
                    <a:pt x="46813" y="284793"/>
                  </a:cubicBezTo>
                  <a:lnTo>
                    <a:pt x="47251" y="283279"/>
                  </a:lnTo>
                  <a:lnTo>
                    <a:pt x="49203" y="283044"/>
                  </a:lnTo>
                  <a:cubicBezTo>
                    <a:pt x="49203" y="283044"/>
                    <a:pt x="50717" y="283279"/>
                    <a:pt x="51592" y="283279"/>
                  </a:cubicBezTo>
                  <a:cubicBezTo>
                    <a:pt x="52467" y="283279"/>
                    <a:pt x="56607" y="283279"/>
                    <a:pt x="56607" y="283279"/>
                  </a:cubicBezTo>
                  <a:cubicBezTo>
                    <a:pt x="56607" y="283279"/>
                    <a:pt x="58121" y="283044"/>
                    <a:pt x="58794" y="283279"/>
                  </a:cubicBezTo>
                  <a:cubicBezTo>
                    <a:pt x="59434" y="283481"/>
                    <a:pt x="63371" y="283481"/>
                    <a:pt x="63371" y="283481"/>
                  </a:cubicBezTo>
                  <a:lnTo>
                    <a:pt x="64886" y="282842"/>
                  </a:lnTo>
                  <a:lnTo>
                    <a:pt x="68352" y="281328"/>
                  </a:lnTo>
                  <a:cubicBezTo>
                    <a:pt x="68352" y="281328"/>
                    <a:pt x="70506" y="279579"/>
                    <a:pt x="70977" y="278940"/>
                  </a:cubicBezTo>
                  <a:cubicBezTo>
                    <a:pt x="71415" y="278301"/>
                    <a:pt x="71852" y="277628"/>
                    <a:pt x="72054" y="276989"/>
                  </a:cubicBezTo>
                  <a:cubicBezTo>
                    <a:pt x="72256" y="276350"/>
                    <a:pt x="73131" y="275038"/>
                    <a:pt x="73131" y="275038"/>
                  </a:cubicBezTo>
                  <a:lnTo>
                    <a:pt x="73131" y="273726"/>
                  </a:lnTo>
                  <a:lnTo>
                    <a:pt x="74444" y="272414"/>
                  </a:lnTo>
                  <a:lnTo>
                    <a:pt x="75958" y="271775"/>
                  </a:lnTo>
                  <a:lnTo>
                    <a:pt x="77910" y="270025"/>
                  </a:lnTo>
                  <a:cubicBezTo>
                    <a:pt x="77910" y="270025"/>
                    <a:pt x="78550" y="270227"/>
                    <a:pt x="79660" y="270227"/>
                  </a:cubicBezTo>
                  <a:cubicBezTo>
                    <a:pt x="80737" y="270227"/>
                    <a:pt x="83800" y="271304"/>
                    <a:pt x="83800" y="271304"/>
                  </a:cubicBezTo>
                  <a:cubicBezTo>
                    <a:pt x="83800" y="271304"/>
                    <a:pt x="85853" y="273053"/>
                    <a:pt x="86088" y="273692"/>
                  </a:cubicBezTo>
                  <a:cubicBezTo>
                    <a:pt x="86290" y="274331"/>
                    <a:pt x="87064" y="276955"/>
                    <a:pt x="87064" y="276955"/>
                  </a:cubicBezTo>
                  <a:lnTo>
                    <a:pt x="87064" y="280655"/>
                  </a:lnTo>
                  <a:lnTo>
                    <a:pt x="85314" y="281967"/>
                  </a:lnTo>
                  <a:lnTo>
                    <a:pt x="85314" y="284154"/>
                  </a:lnTo>
                  <a:cubicBezTo>
                    <a:pt x="85314" y="284154"/>
                    <a:pt x="87939" y="285231"/>
                    <a:pt x="89016" y="285903"/>
                  </a:cubicBezTo>
                  <a:cubicBezTo>
                    <a:pt x="90093" y="286542"/>
                    <a:pt x="92483" y="287215"/>
                    <a:pt x="92483" y="287215"/>
                  </a:cubicBezTo>
                  <a:lnTo>
                    <a:pt x="94435" y="289166"/>
                  </a:lnTo>
                  <a:lnTo>
                    <a:pt x="99214" y="293068"/>
                  </a:lnTo>
                  <a:lnTo>
                    <a:pt x="99214" y="299796"/>
                  </a:lnTo>
                  <a:lnTo>
                    <a:pt x="103791" y="303699"/>
                  </a:lnTo>
                  <a:cubicBezTo>
                    <a:pt x="103791" y="303699"/>
                    <a:pt x="104868" y="305650"/>
                    <a:pt x="104868" y="306289"/>
                  </a:cubicBezTo>
                  <a:cubicBezTo>
                    <a:pt x="104868" y="306928"/>
                    <a:pt x="105070" y="310427"/>
                    <a:pt x="103791" y="312142"/>
                  </a:cubicBezTo>
                  <a:cubicBezTo>
                    <a:pt x="102478" y="313891"/>
                    <a:pt x="102478" y="313891"/>
                    <a:pt x="102478" y="313891"/>
                  </a:cubicBezTo>
                  <a:cubicBezTo>
                    <a:pt x="102478" y="313891"/>
                    <a:pt x="102276" y="315405"/>
                    <a:pt x="101839" y="316280"/>
                  </a:cubicBezTo>
                  <a:cubicBezTo>
                    <a:pt x="101401" y="317155"/>
                    <a:pt x="97497" y="322571"/>
                    <a:pt x="97497" y="322571"/>
                  </a:cubicBezTo>
                  <a:cubicBezTo>
                    <a:pt x="97497" y="322571"/>
                    <a:pt x="96858" y="324454"/>
                    <a:pt x="96420" y="325127"/>
                  </a:cubicBezTo>
                  <a:cubicBezTo>
                    <a:pt x="95983" y="325834"/>
                    <a:pt x="91641" y="328659"/>
                    <a:pt x="91641" y="328659"/>
                  </a:cubicBezTo>
                  <a:cubicBezTo>
                    <a:pt x="91641" y="328659"/>
                    <a:pt x="91204" y="330173"/>
                    <a:pt x="90564" y="331048"/>
                  </a:cubicBezTo>
                  <a:cubicBezTo>
                    <a:pt x="89925" y="331922"/>
                    <a:pt x="87939" y="334748"/>
                    <a:pt x="87939" y="334748"/>
                  </a:cubicBezTo>
                  <a:lnTo>
                    <a:pt x="85987" y="339323"/>
                  </a:lnTo>
                  <a:cubicBezTo>
                    <a:pt x="85987" y="339323"/>
                    <a:pt x="85987" y="342788"/>
                    <a:pt x="85550" y="344537"/>
                  </a:cubicBezTo>
                  <a:cubicBezTo>
                    <a:pt x="85112" y="346286"/>
                    <a:pt x="83800" y="349987"/>
                    <a:pt x="83800" y="349987"/>
                  </a:cubicBezTo>
                  <a:lnTo>
                    <a:pt x="82285" y="352375"/>
                  </a:lnTo>
                  <a:lnTo>
                    <a:pt x="80771" y="354965"/>
                  </a:lnTo>
                  <a:lnTo>
                    <a:pt x="79694" y="356715"/>
                  </a:lnTo>
                  <a:lnTo>
                    <a:pt x="78180" y="358666"/>
                  </a:lnTo>
                  <a:lnTo>
                    <a:pt x="76429" y="362131"/>
                  </a:lnTo>
                  <a:lnTo>
                    <a:pt x="76665" y="366268"/>
                  </a:lnTo>
                  <a:lnTo>
                    <a:pt x="76665" y="372794"/>
                  </a:lnTo>
                  <a:lnTo>
                    <a:pt x="76026" y="377571"/>
                  </a:lnTo>
                  <a:lnTo>
                    <a:pt x="75386" y="382348"/>
                  </a:lnTo>
                  <a:lnTo>
                    <a:pt x="73199" y="383862"/>
                  </a:lnTo>
                  <a:lnTo>
                    <a:pt x="69497" y="383660"/>
                  </a:lnTo>
                  <a:lnTo>
                    <a:pt x="66434" y="385174"/>
                  </a:lnTo>
                  <a:lnTo>
                    <a:pt x="62732" y="387562"/>
                  </a:lnTo>
                  <a:cubicBezTo>
                    <a:pt x="62732" y="387562"/>
                    <a:pt x="62093" y="388437"/>
                    <a:pt x="62093" y="389312"/>
                  </a:cubicBezTo>
                  <a:cubicBezTo>
                    <a:pt x="62093" y="390186"/>
                    <a:pt x="62093" y="393651"/>
                    <a:pt x="62530" y="394324"/>
                  </a:cubicBezTo>
                  <a:cubicBezTo>
                    <a:pt x="62968" y="394963"/>
                    <a:pt x="66670" y="396712"/>
                    <a:pt x="66670" y="396712"/>
                  </a:cubicBezTo>
                  <a:cubicBezTo>
                    <a:pt x="66670" y="396712"/>
                    <a:pt x="70136" y="401052"/>
                    <a:pt x="70372" y="401926"/>
                  </a:cubicBezTo>
                  <a:cubicBezTo>
                    <a:pt x="70607" y="402801"/>
                    <a:pt x="73199" y="402566"/>
                    <a:pt x="73199" y="402566"/>
                  </a:cubicBezTo>
                  <a:lnTo>
                    <a:pt x="76463" y="403877"/>
                  </a:lnTo>
                  <a:lnTo>
                    <a:pt x="75824" y="409966"/>
                  </a:lnTo>
                  <a:cubicBezTo>
                    <a:pt x="75824" y="409966"/>
                    <a:pt x="73636" y="412792"/>
                    <a:pt x="73199" y="414743"/>
                  </a:cubicBezTo>
                  <a:cubicBezTo>
                    <a:pt x="72761" y="416694"/>
                    <a:pt x="77338" y="414104"/>
                    <a:pt x="78213" y="414104"/>
                  </a:cubicBezTo>
                  <a:cubicBezTo>
                    <a:pt x="79088" y="414104"/>
                    <a:pt x="80603" y="412792"/>
                    <a:pt x="81242" y="412590"/>
                  </a:cubicBezTo>
                  <a:cubicBezTo>
                    <a:pt x="81881" y="412355"/>
                    <a:pt x="83867" y="410404"/>
                    <a:pt x="83867" y="410404"/>
                  </a:cubicBezTo>
                  <a:lnTo>
                    <a:pt x="87132" y="409529"/>
                  </a:lnTo>
                  <a:lnTo>
                    <a:pt x="89757" y="411480"/>
                  </a:lnTo>
                  <a:cubicBezTo>
                    <a:pt x="89757" y="411480"/>
                    <a:pt x="90396" y="414945"/>
                    <a:pt x="89992" y="415820"/>
                  </a:cubicBezTo>
                  <a:cubicBezTo>
                    <a:pt x="89555" y="416694"/>
                    <a:pt x="87603" y="419116"/>
                    <a:pt x="87603" y="419116"/>
                  </a:cubicBezTo>
                  <a:lnTo>
                    <a:pt x="87165" y="423624"/>
                  </a:lnTo>
                  <a:lnTo>
                    <a:pt x="88680" y="425575"/>
                  </a:lnTo>
                  <a:cubicBezTo>
                    <a:pt x="88680" y="425575"/>
                    <a:pt x="90194" y="427089"/>
                    <a:pt x="91507" y="428603"/>
                  </a:cubicBezTo>
                  <a:cubicBezTo>
                    <a:pt x="92819" y="430117"/>
                    <a:pt x="95411" y="434456"/>
                    <a:pt x="95411" y="434456"/>
                  </a:cubicBezTo>
                  <a:lnTo>
                    <a:pt x="96050" y="436844"/>
                  </a:lnTo>
                  <a:cubicBezTo>
                    <a:pt x="96050" y="436844"/>
                    <a:pt x="98440" y="437820"/>
                    <a:pt x="100627" y="437181"/>
                  </a:cubicBezTo>
                  <a:cubicBezTo>
                    <a:pt x="102781" y="436542"/>
                    <a:pt x="105843" y="436205"/>
                    <a:pt x="106719" y="436205"/>
                  </a:cubicBezTo>
                  <a:cubicBezTo>
                    <a:pt x="107594" y="436205"/>
                    <a:pt x="112372" y="436205"/>
                    <a:pt x="112372" y="436205"/>
                  </a:cubicBezTo>
                  <a:lnTo>
                    <a:pt x="115401" y="438795"/>
                  </a:lnTo>
                  <a:lnTo>
                    <a:pt x="115200" y="441419"/>
                  </a:lnTo>
                  <a:cubicBezTo>
                    <a:pt x="115200" y="441419"/>
                    <a:pt x="115200" y="444884"/>
                    <a:pt x="114964" y="445557"/>
                  </a:cubicBezTo>
                  <a:cubicBezTo>
                    <a:pt x="114728" y="446196"/>
                    <a:pt x="114964" y="447306"/>
                    <a:pt x="113651" y="448383"/>
                  </a:cubicBezTo>
                  <a:cubicBezTo>
                    <a:pt x="112339" y="449459"/>
                    <a:pt x="110387" y="452520"/>
                    <a:pt x="110387" y="452520"/>
                  </a:cubicBezTo>
                  <a:cubicBezTo>
                    <a:pt x="110387" y="452520"/>
                    <a:pt x="108872" y="452958"/>
                    <a:pt x="107997" y="453597"/>
                  </a:cubicBezTo>
                  <a:cubicBezTo>
                    <a:pt x="107122" y="454236"/>
                    <a:pt x="104969" y="455548"/>
                    <a:pt x="104969" y="455548"/>
                  </a:cubicBezTo>
                  <a:lnTo>
                    <a:pt x="102142" y="457062"/>
                  </a:lnTo>
                  <a:cubicBezTo>
                    <a:pt x="102142" y="457062"/>
                    <a:pt x="100627" y="460762"/>
                    <a:pt x="98877" y="459888"/>
                  </a:cubicBezTo>
                  <a:cubicBezTo>
                    <a:pt x="97127" y="459013"/>
                    <a:pt x="93661" y="457701"/>
                    <a:pt x="92786" y="457701"/>
                  </a:cubicBezTo>
                  <a:cubicBezTo>
                    <a:pt x="91911" y="457701"/>
                    <a:pt x="90194" y="457903"/>
                    <a:pt x="90396" y="459013"/>
                  </a:cubicBezTo>
                  <a:cubicBezTo>
                    <a:pt x="90598" y="460089"/>
                    <a:pt x="93425" y="465102"/>
                    <a:pt x="93425" y="465102"/>
                  </a:cubicBezTo>
                  <a:lnTo>
                    <a:pt x="95175" y="468365"/>
                  </a:lnTo>
                  <a:lnTo>
                    <a:pt x="96488" y="470114"/>
                  </a:lnTo>
                  <a:lnTo>
                    <a:pt x="95848" y="476203"/>
                  </a:lnTo>
                  <a:lnTo>
                    <a:pt x="94973" y="478793"/>
                  </a:lnTo>
                  <a:cubicBezTo>
                    <a:pt x="94973" y="478793"/>
                    <a:pt x="92584" y="481417"/>
                    <a:pt x="90834" y="482493"/>
                  </a:cubicBezTo>
                  <a:cubicBezTo>
                    <a:pt x="89084" y="483570"/>
                    <a:pt x="86492" y="484882"/>
                    <a:pt x="85382" y="485756"/>
                  </a:cubicBezTo>
                  <a:cubicBezTo>
                    <a:pt x="84305" y="486631"/>
                    <a:pt x="83867" y="488145"/>
                    <a:pt x="83430" y="489019"/>
                  </a:cubicBezTo>
                  <a:cubicBezTo>
                    <a:pt x="82992" y="489894"/>
                    <a:pt x="81680" y="494032"/>
                    <a:pt x="81680" y="494032"/>
                  </a:cubicBezTo>
                  <a:lnTo>
                    <a:pt x="81175" y="498237"/>
                  </a:lnTo>
                  <a:lnTo>
                    <a:pt x="83430" y="500995"/>
                  </a:lnTo>
                  <a:lnTo>
                    <a:pt x="85617" y="502072"/>
                  </a:lnTo>
                  <a:lnTo>
                    <a:pt x="87569" y="504258"/>
                  </a:lnTo>
                  <a:lnTo>
                    <a:pt x="90968" y="508598"/>
                  </a:lnTo>
                  <a:lnTo>
                    <a:pt x="93593" y="510986"/>
                  </a:lnTo>
                  <a:cubicBezTo>
                    <a:pt x="93593" y="510986"/>
                    <a:pt x="96488" y="513879"/>
                    <a:pt x="96790" y="513879"/>
                  </a:cubicBezTo>
                  <a:cubicBezTo>
                    <a:pt x="97093" y="513879"/>
                    <a:pt x="96723" y="513946"/>
                    <a:pt x="98036" y="513946"/>
                  </a:cubicBezTo>
                  <a:cubicBezTo>
                    <a:pt x="99348" y="513946"/>
                    <a:pt x="100425" y="513576"/>
                    <a:pt x="100795" y="513307"/>
                  </a:cubicBezTo>
                  <a:cubicBezTo>
                    <a:pt x="101166" y="513004"/>
                    <a:pt x="103858" y="511491"/>
                    <a:pt x="104127" y="511222"/>
                  </a:cubicBezTo>
                  <a:cubicBezTo>
                    <a:pt x="104430" y="510919"/>
                    <a:pt x="107392" y="509775"/>
                    <a:pt x="107897" y="509775"/>
                  </a:cubicBezTo>
                  <a:cubicBezTo>
                    <a:pt x="108401" y="509775"/>
                    <a:pt x="109983" y="509607"/>
                    <a:pt x="110589" y="509439"/>
                  </a:cubicBezTo>
                  <a:cubicBezTo>
                    <a:pt x="111161" y="509304"/>
                    <a:pt x="112339" y="509270"/>
                    <a:pt x="113281" y="509270"/>
                  </a:cubicBezTo>
                  <a:cubicBezTo>
                    <a:pt x="114224" y="509270"/>
                    <a:pt x="115906" y="509270"/>
                    <a:pt x="115906" y="509270"/>
                  </a:cubicBezTo>
                  <a:lnTo>
                    <a:pt x="117051" y="508194"/>
                  </a:lnTo>
                  <a:cubicBezTo>
                    <a:pt x="117051" y="508194"/>
                    <a:pt x="117757" y="504931"/>
                    <a:pt x="117757" y="504561"/>
                  </a:cubicBezTo>
                  <a:cubicBezTo>
                    <a:pt x="117757" y="504191"/>
                    <a:pt x="118397" y="502610"/>
                    <a:pt x="118498" y="502374"/>
                  </a:cubicBezTo>
                  <a:cubicBezTo>
                    <a:pt x="118565" y="502139"/>
                    <a:pt x="119743" y="500356"/>
                    <a:pt x="119743" y="500356"/>
                  </a:cubicBezTo>
                  <a:cubicBezTo>
                    <a:pt x="119743" y="500356"/>
                    <a:pt x="120618" y="499280"/>
                    <a:pt x="120988" y="498977"/>
                  </a:cubicBezTo>
                  <a:cubicBezTo>
                    <a:pt x="121358" y="498674"/>
                    <a:pt x="123748" y="496723"/>
                    <a:pt x="123748" y="496723"/>
                  </a:cubicBezTo>
                  <a:lnTo>
                    <a:pt x="125060" y="495041"/>
                  </a:lnTo>
                  <a:lnTo>
                    <a:pt x="133171" y="487068"/>
                  </a:lnTo>
                  <a:lnTo>
                    <a:pt x="135931" y="483301"/>
                  </a:lnTo>
                  <a:lnTo>
                    <a:pt x="135628" y="482594"/>
                  </a:lnTo>
                  <a:lnTo>
                    <a:pt x="133474" y="480845"/>
                  </a:lnTo>
                  <a:lnTo>
                    <a:pt x="132296" y="478524"/>
                  </a:lnTo>
                  <a:cubicBezTo>
                    <a:pt x="132296" y="478524"/>
                    <a:pt x="133036" y="477952"/>
                    <a:pt x="134315" y="477515"/>
                  </a:cubicBezTo>
                  <a:cubicBezTo>
                    <a:pt x="135628" y="477077"/>
                    <a:pt x="140541" y="475496"/>
                    <a:pt x="140541" y="475496"/>
                  </a:cubicBezTo>
                  <a:cubicBezTo>
                    <a:pt x="140541" y="475496"/>
                    <a:pt x="142291" y="473747"/>
                    <a:pt x="143133" y="473478"/>
                  </a:cubicBezTo>
                  <a:cubicBezTo>
                    <a:pt x="144008" y="473175"/>
                    <a:pt x="145590" y="471897"/>
                    <a:pt x="146027" y="471594"/>
                  </a:cubicBezTo>
                  <a:cubicBezTo>
                    <a:pt x="146465" y="471291"/>
                    <a:pt x="150503" y="468129"/>
                    <a:pt x="150671" y="467692"/>
                  </a:cubicBezTo>
                  <a:cubicBezTo>
                    <a:pt x="150806" y="467255"/>
                    <a:pt x="151816" y="466548"/>
                    <a:pt x="151816" y="466548"/>
                  </a:cubicBezTo>
                  <a:lnTo>
                    <a:pt x="155013" y="468297"/>
                  </a:lnTo>
                  <a:lnTo>
                    <a:pt x="157470" y="470888"/>
                  </a:lnTo>
                  <a:lnTo>
                    <a:pt x="158042" y="474353"/>
                  </a:lnTo>
                  <a:lnTo>
                    <a:pt x="157907" y="477380"/>
                  </a:lnTo>
                  <a:lnTo>
                    <a:pt x="158042" y="480139"/>
                  </a:lnTo>
                  <a:cubicBezTo>
                    <a:pt x="158042" y="480139"/>
                    <a:pt x="160936" y="481148"/>
                    <a:pt x="161811" y="481148"/>
                  </a:cubicBezTo>
                  <a:cubicBezTo>
                    <a:pt x="162686" y="481148"/>
                    <a:pt x="165715" y="481148"/>
                    <a:pt x="167028" y="481013"/>
                  </a:cubicBezTo>
                  <a:cubicBezTo>
                    <a:pt x="168340" y="480879"/>
                    <a:pt x="171369" y="479701"/>
                    <a:pt x="171807" y="479264"/>
                  </a:cubicBezTo>
                  <a:cubicBezTo>
                    <a:pt x="172244" y="478827"/>
                    <a:pt x="172984" y="478389"/>
                    <a:pt x="173994" y="478120"/>
                  </a:cubicBezTo>
                  <a:cubicBezTo>
                    <a:pt x="175004" y="477818"/>
                    <a:pt x="178470" y="477818"/>
                    <a:pt x="178470" y="477818"/>
                  </a:cubicBezTo>
                  <a:lnTo>
                    <a:pt x="180052" y="479264"/>
                  </a:lnTo>
                  <a:lnTo>
                    <a:pt x="178739" y="481888"/>
                  </a:lnTo>
                  <a:lnTo>
                    <a:pt x="177999" y="483032"/>
                  </a:lnTo>
                  <a:cubicBezTo>
                    <a:pt x="177999" y="483032"/>
                    <a:pt x="178134" y="486059"/>
                    <a:pt x="178436" y="486665"/>
                  </a:cubicBezTo>
                  <a:cubicBezTo>
                    <a:pt x="178739" y="487237"/>
                    <a:pt x="179446" y="488851"/>
                    <a:pt x="180018" y="489423"/>
                  </a:cubicBezTo>
                  <a:cubicBezTo>
                    <a:pt x="180590" y="489995"/>
                    <a:pt x="183047" y="493056"/>
                    <a:pt x="183047" y="493056"/>
                  </a:cubicBezTo>
                  <a:cubicBezTo>
                    <a:pt x="183047" y="493056"/>
                    <a:pt x="184057" y="494503"/>
                    <a:pt x="185067" y="495377"/>
                  </a:cubicBezTo>
                  <a:cubicBezTo>
                    <a:pt x="186076" y="496252"/>
                    <a:pt x="187961" y="497564"/>
                    <a:pt x="189139" y="498136"/>
                  </a:cubicBezTo>
                  <a:cubicBezTo>
                    <a:pt x="190283" y="498708"/>
                    <a:pt x="193480" y="499145"/>
                    <a:pt x="194927" y="499145"/>
                  </a:cubicBezTo>
                  <a:cubicBezTo>
                    <a:pt x="196374" y="499145"/>
                    <a:pt x="199134" y="499414"/>
                    <a:pt x="199134" y="499414"/>
                  </a:cubicBezTo>
                  <a:cubicBezTo>
                    <a:pt x="199134" y="499414"/>
                    <a:pt x="200144" y="499549"/>
                    <a:pt x="201019" y="500289"/>
                  </a:cubicBezTo>
                  <a:cubicBezTo>
                    <a:pt x="201894" y="501029"/>
                    <a:pt x="207110" y="504359"/>
                    <a:pt x="207110" y="504359"/>
                  </a:cubicBezTo>
                  <a:cubicBezTo>
                    <a:pt x="207110" y="504359"/>
                    <a:pt x="207817" y="504796"/>
                    <a:pt x="208423" y="505234"/>
                  </a:cubicBezTo>
                  <a:cubicBezTo>
                    <a:pt x="208995" y="505671"/>
                    <a:pt x="210307" y="507824"/>
                    <a:pt x="210307" y="507824"/>
                  </a:cubicBezTo>
                  <a:cubicBezTo>
                    <a:pt x="210307" y="507824"/>
                    <a:pt x="210745" y="509270"/>
                    <a:pt x="211452" y="509270"/>
                  </a:cubicBezTo>
                  <a:cubicBezTo>
                    <a:pt x="212158" y="509270"/>
                    <a:pt x="216096" y="509573"/>
                    <a:pt x="216533" y="509573"/>
                  </a:cubicBezTo>
                  <a:cubicBezTo>
                    <a:pt x="216971" y="509573"/>
                    <a:pt x="220740" y="508867"/>
                    <a:pt x="221312" y="508699"/>
                  </a:cubicBezTo>
                  <a:cubicBezTo>
                    <a:pt x="221885" y="508564"/>
                    <a:pt x="224207" y="508127"/>
                    <a:pt x="224207" y="508127"/>
                  </a:cubicBezTo>
                  <a:cubicBezTo>
                    <a:pt x="224207" y="508127"/>
                    <a:pt x="225654" y="507992"/>
                    <a:pt x="226226" y="508261"/>
                  </a:cubicBezTo>
                  <a:cubicBezTo>
                    <a:pt x="226798" y="508531"/>
                    <a:pt x="228414" y="512904"/>
                    <a:pt x="228414" y="512904"/>
                  </a:cubicBezTo>
                  <a:cubicBezTo>
                    <a:pt x="228414" y="512904"/>
                    <a:pt x="229120" y="515662"/>
                    <a:pt x="229861" y="516368"/>
                  </a:cubicBezTo>
                  <a:cubicBezTo>
                    <a:pt x="230601" y="517109"/>
                    <a:pt x="232755" y="517950"/>
                    <a:pt x="233630" y="518252"/>
                  </a:cubicBezTo>
                  <a:cubicBezTo>
                    <a:pt x="234505" y="518555"/>
                    <a:pt x="236962" y="519127"/>
                    <a:pt x="238140" y="519127"/>
                  </a:cubicBezTo>
                  <a:cubicBezTo>
                    <a:pt x="239284" y="519127"/>
                    <a:pt x="242919" y="518252"/>
                    <a:pt x="243356" y="517680"/>
                  </a:cubicBezTo>
                  <a:cubicBezTo>
                    <a:pt x="243794" y="517109"/>
                    <a:pt x="248573" y="510145"/>
                    <a:pt x="248573" y="510145"/>
                  </a:cubicBezTo>
                  <a:lnTo>
                    <a:pt x="250895" y="507387"/>
                  </a:lnTo>
                  <a:lnTo>
                    <a:pt x="254361" y="499986"/>
                  </a:lnTo>
                  <a:cubicBezTo>
                    <a:pt x="254361" y="499986"/>
                    <a:pt x="258433" y="498102"/>
                    <a:pt x="258433" y="497530"/>
                  </a:cubicBezTo>
                  <a:cubicBezTo>
                    <a:pt x="258433" y="496958"/>
                    <a:pt x="258299" y="493897"/>
                    <a:pt x="257121" y="492013"/>
                  </a:cubicBezTo>
                  <a:cubicBezTo>
                    <a:pt x="255977" y="490130"/>
                    <a:pt x="254664" y="489255"/>
                    <a:pt x="253217" y="487808"/>
                  </a:cubicBezTo>
                  <a:cubicBezTo>
                    <a:pt x="251770" y="486362"/>
                    <a:pt x="251904" y="487506"/>
                    <a:pt x="251770" y="486362"/>
                  </a:cubicBezTo>
                  <a:cubicBezTo>
                    <a:pt x="251635" y="485218"/>
                    <a:pt x="252039" y="483603"/>
                    <a:pt x="253217" y="482594"/>
                  </a:cubicBezTo>
                  <a:cubicBezTo>
                    <a:pt x="254395" y="481585"/>
                    <a:pt x="254967" y="481417"/>
                    <a:pt x="255539" y="481148"/>
                  </a:cubicBezTo>
                  <a:cubicBezTo>
                    <a:pt x="256111" y="480845"/>
                    <a:pt x="259443" y="480576"/>
                    <a:pt x="260318" y="480576"/>
                  </a:cubicBezTo>
                  <a:cubicBezTo>
                    <a:pt x="261193" y="480576"/>
                    <a:pt x="271761" y="480273"/>
                    <a:pt x="271761" y="480273"/>
                  </a:cubicBezTo>
                  <a:lnTo>
                    <a:pt x="275227" y="477818"/>
                  </a:lnTo>
                  <a:lnTo>
                    <a:pt x="277549" y="475362"/>
                  </a:lnTo>
                  <a:cubicBezTo>
                    <a:pt x="277549" y="475362"/>
                    <a:pt x="278862" y="474790"/>
                    <a:pt x="279871" y="473915"/>
                  </a:cubicBezTo>
                  <a:cubicBezTo>
                    <a:pt x="280881" y="473041"/>
                    <a:pt x="285088" y="471022"/>
                    <a:pt x="285963" y="470450"/>
                  </a:cubicBezTo>
                  <a:cubicBezTo>
                    <a:pt x="286838" y="469878"/>
                    <a:pt x="290607" y="468701"/>
                    <a:pt x="290607" y="468701"/>
                  </a:cubicBezTo>
                  <a:cubicBezTo>
                    <a:pt x="290607" y="468701"/>
                    <a:pt x="291752" y="467961"/>
                    <a:pt x="293199" y="467692"/>
                  </a:cubicBezTo>
                  <a:cubicBezTo>
                    <a:pt x="294646" y="467389"/>
                    <a:pt x="295386" y="466548"/>
                    <a:pt x="296530" y="465808"/>
                  </a:cubicBezTo>
                  <a:cubicBezTo>
                    <a:pt x="297675" y="465068"/>
                    <a:pt x="301040" y="462612"/>
                    <a:pt x="302184" y="462041"/>
                  </a:cubicBezTo>
                  <a:cubicBezTo>
                    <a:pt x="303329" y="461468"/>
                    <a:pt x="304507" y="460291"/>
                    <a:pt x="304507" y="460291"/>
                  </a:cubicBezTo>
                  <a:cubicBezTo>
                    <a:pt x="304507" y="460291"/>
                    <a:pt x="308276" y="460426"/>
                    <a:pt x="308713" y="460291"/>
                  </a:cubicBezTo>
                  <a:cubicBezTo>
                    <a:pt x="309151" y="460157"/>
                    <a:pt x="316252" y="459282"/>
                    <a:pt x="316824" y="459147"/>
                  </a:cubicBezTo>
                  <a:cubicBezTo>
                    <a:pt x="317396" y="459013"/>
                    <a:pt x="325372" y="458407"/>
                    <a:pt x="325372" y="458407"/>
                  </a:cubicBezTo>
                  <a:lnTo>
                    <a:pt x="327829" y="456389"/>
                  </a:lnTo>
                  <a:cubicBezTo>
                    <a:pt x="327829" y="456389"/>
                    <a:pt x="327829" y="456961"/>
                    <a:pt x="329276" y="455649"/>
                  </a:cubicBezTo>
                  <a:cubicBezTo>
                    <a:pt x="330723" y="454337"/>
                    <a:pt x="333483" y="451444"/>
                    <a:pt x="334493" y="450569"/>
                  </a:cubicBezTo>
                  <a:cubicBezTo>
                    <a:pt x="335503" y="449695"/>
                    <a:pt x="336680" y="448383"/>
                    <a:pt x="336815" y="447542"/>
                  </a:cubicBezTo>
                  <a:cubicBezTo>
                    <a:pt x="336950" y="446667"/>
                    <a:pt x="337252" y="444649"/>
                    <a:pt x="337252" y="443202"/>
                  </a:cubicBezTo>
                  <a:cubicBezTo>
                    <a:pt x="337252" y="441756"/>
                    <a:pt x="337959" y="440747"/>
                    <a:pt x="337118" y="438728"/>
                  </a:cubicBezTo>
                  <a:cubicBezTo>
                    <a:pt x="336243" y="436710"/>
                    <a:pt x="336815" y="437719"/>
                    <a:pt x="335805" y="435970"/>
                  </a:cubicBezTo>
                  <a:cubicBezTo>
                    <a:pt x="334796" y="434220"/>
                    <a:pt x="334055" y="433514"/>
                    <a:pt x="334055" y="431630"/>
                  </a:cubicBezTo>
                  <a:cubicBezTo>
                    <a:pt x="334055" y="429746"/>
                    <a:pt x="333752" y="427728"/>
                    <a:pt x="334762" y="427291"/>
                  </a:cubicBezTo>
                  <a:cubicBezTo>
                    <a:pt x="335772" y="426853"/>
                    <a:pt x="339272" y="423826"/>
                    <a:pt x="339272" y="423826"/>
                  </a:cubicBezTo>
                  <a:lnTo>
                    <a:pt x="341897" y="420495"/>
                  </a:lnTo>
                  <a:lnTo>
                    <a:pt x="346810" y="417165"/>
                  </a:lnTo>
                  <a:cubicBezTo>
                    <a:pt x="346810" y="417165"/>
                    <a:pt x="353339" y="414575"/>
                    <a:pt x="353777" y="414407"/>
                  </a:cubicBezTo>
                  <a:cubicBezTo>
                    <a:pt x="354214" y="414272"/>
                    <a:pt x="359734" y="414541"/>
                    <a:pt x="360306" y="414407"/>
                  </a:cubicBezTo>
                  <a:cubicBezTo>
                    <a:pt x="360878" y="414272"/>
                    <a:pt x="362931" y="415147"/>
                    <a:pt x="362931" y="415147"/>
                  </a:cubicBezTo>
                  <a:cubicBezTo>
                    <a:pt x="362931" y="415147"/>
                    <a:pt x="365691" y="418477"/>
                    <a:pt x="366397" y="418914"/>
                  </a:cubicBezTo>
                  <a:cubicBezTo>
                    <a:pt x="367104" y="419352"/>
                    <a:pt x="370604" y="422985"/>
                    <a:pt x="371311" y="424263"/>
                  </a:cubicBezTo>
                  <a:cubicBezTo>
                    <a:pt x="372018" y="425575"/>
                    <a:pt x="373498" y="429477"/>
                    <a:pt x="373768" y="430184"/>
                  </a:cubicBezTo>
                  <a:cubicBezTo>
                    <a:pt x="374037" y="430924"/>
                    <a:pt x="374340" y="436138"/>
                    <a:pt x="374912" y="436272"/>
                  </a:cubicBezTo>
                  <a:cubicBezTo>
                    <a:pt x="375484" y="436407"/>
                    <a:pt x="381878" y="441924"/>
                    <a:pt x="381878" y="441924"/>
                  </a:cubicBezTo>
                  <a:lnTo>
                    <a:pt x="381744" y="447878"/>
                  </a:lnTo>
                  <a:lnTo>
                    <a:pt x="384638" y="452790"/>
                  </a:lnTo>
                  <a:cubicBezTo>
                    <a:pt x="384638" y="452790"/>
                    <a:pt x="387667" y="453664"/>
                    <a:pt x="388273" y="453664"/>
                  </a:cubicBezTo>
                  <a:cubicBezTo>
                    <a:pt x="388845" y="453664"/>
                    <a:pt x="391907" y="453227"/>
                    <a:pt x="391907" y="453227"/>
                  </a:cubicBezTo>
                  <a:cubicBezTo>
                    <a:pt x="391907" y="453227"/>
                    <a:pt x="393052" y="453361"/>
                    <a:pt x="394802" y="452790"/>
                  </a:cubicBezTo>
                  <a:cubicBezTo>
                    <a:pt x="396552" y="452218"/>
                    <a:pt x="397696" y="451343"/>
                    <a:pt x="398706" y="450771"/>
                  </a:cubicBezTo>
                  <a:cubicBezTo>
                    <a:pt x="399715" y="450199"/>
                    <a:pt x="401297" y="448013"/>
                    <a:pt x="401297" y="448013"/>
                  </a:cubicBezTo>
                  <a:lnTo>
                    <a:pt x="402744" y="447138"/>
                  </a:lnTo>
                  <a:cubicBezTo>
                    <a:pt x="402744" y="447138"/>
                    <a:pt x="408095" y="448887"/>
                    <a:pt x="408398" y="449459"/>
                  </a:cubicBezTo>
                  <a:cubicBezTo>
                    <a:pt x="408701" y="450031"/>
                    <a:pt x="409273" y="453361"/>
                    <a:pt x="409273" y="453361"/>
                  </a:cubicBezTo>
                  <a:lnTo>
                    <a:pt x="410855" y="456995"/>
                  </a:lnTo>
                  <a:cubicBezTo>
                    <a:pt x="410855" y="456995"/>
                    <a:pt x="412740" y="460459"/>
                    <a:pt x="413446" y="460897"/>
                  </a:cubicBezTo>
                  <a:cubicBezTo>
                    <a:pt x="414187" y="461334"/>
                    <a:pt x="415903" y="461771"/>
                    <a:pt x="416778" y="462209"/>
                  </a:cubicBezTo>
                  <a:cubicBezTo>
                    <a:pt x="417653" y="462646"/>
                    <a:pt x="420985" y="463655"/>
                    <a:pt x="421423" y="463790"/>
                  </a:cubicBezTo>
                  <a:cubicBezTo>
                    <a:pt x="421860" y="463924"/>
                    <a:pt x="424182" y="464362"/>
                    <a:pt x="424620" y="464362"/>
                  </a:cubicBezTo>
                  <a:cubicBezTo>
                    <a:pt x="425057" y="464362"/>
                    <a:pt x="426639" y="463924"/>
                    <a:pt x="428086" y="463655"/>
                  </a:cubicBezTo>
                  <a:cubicBezTo>
                    <a:pt x="429533" y="463352"/>
                    <a:pt x="432125" y="462511"/>
                    <a:pt x="434750" y="462343"/>
                  </a:cubicBezTo>
                  <a:cubicBezTo>
                    <a:pt x="437375" y="462209"/>
                    <a:pt x="437375" y="461906"/>
                    <a:pt x="440538" y="461603"/>
                  </a:cubicBezTo>
                  <a:cubicBezTo>
                    <a:pt x="443736" y="461300"/>
                    <a:pt x="445755" y="459854"/>
                    <a:pt x="446192" y="459719"/>
                  </a:cubicBezTo>
                  <a:cubicBezTo>
                    <a:pt x="446630" y="459585"/>
                    <a:pt x="447774" y="457264"/>
                    <a:pt x="449524" y="456524"/>
                  </a:cubicBezTo>
                  <a:cubicBezTo>
                    <a:pt x="451274" y="455817"/>
                    <a:pt x="452991" y="453631"/>
                    <a:pt x="453428" y="453059"/>
                  </a:cubicBezTo>
                  <a:cubicBezTo>
                    <a:pt x="453866" y="452487"/>
                    <a:pt x="454303" y="450468"/>
                    <a:pt x="454303" y="449426"/>
                  </a:cubicBezTo>
                  <a:cubicBezTo>
                    <a:pt x="454303" y="448416"/>
                    <a:pt x="453294" y="444918"/>
                    <a:pt x="453294" y="444918"/>
                  </a:cubicBezTo>
                  <a:cubicBezTo>
                    <a:pt x="453294" y="444918"/>
                    <a:pt x="453159" y="442025"/>
                    <a:pt x="453159" y="441150"/>
                  </a:cubicBezTo>
                  <a:cubicBezTo>
                    <a:pt x="453159" y="440276"/>
                    <a:pt x="454337" y="436071"/>
                    <a:pt x="454337" y="436071"/>
                  </a:cubicBezTo>
                  <a:lnTo>
                    <a:pt x="455649" y="433884"/>
                  </a:lnTo>
                  <a:lnTo>
                    <a:pt x="458846" y="429107"/>
                  </a:lnTo>
                  <a:lnTo>
                    <a:pt x="464063" y="424600"/>
                  </a:lnTo>
                  <a:lnTo>
                    <a:pt x="471467" y="421404"/>
                  </a:lnTo>
                  <a:lnTo>
                    <a:pt x="476381" y="424162"/>
                  </a:lnTo>
                  <a:lnTo>
                    <a:pt x="481866" y="428064"/>
                  </a:lnTo>
                  <a:lnTo>
                    <a:pt x="487520" y="431967"/>
                  </a:lnTo>
                  <a:cubicBezTo>
                    <a:pt x="487520" y="431967"/>
                    <a:pt x="489539" y="434557"/>
                    <a:pt x="490280" y="434725"/>
                  </a:cubicBezTo>
                  <a:cubicBezTo>
                    <a:pt x="490987" y="434860"/>
                    <a:pt x="493914" y="436609"/>
                    <a:pt x="493914" y="436609"/>
                  </a:cubicBezTo>
                  <a:lnTo>
                    <a:pt x="494924" y="439805"/>
                  </a:lnTo>
                  <a:lnTo>
                    <a:pt x="497381" y="443572"/>
                  </a:lnTo>
                  <a:lnTo>
                    <a:pt x="498694" y="444144"/>
                  </a:lnTo>
                  <a:lnTo>
                    <a:pt x="501453" y="443572"/>
                  </a:lnTo>
                  <a:lnTo>
                    <a:pt x="502328" y="440948"/>
                  </a:lnTo>
                  <a:lnTo>
                    <a:pt x="502900" y="437181"/>
                  </a:lnTo>
                  <a:lnTo>
                    <a:pt x="502766" y="434860"/>
                  </a:lnTo>
                  <a:lnTo>
                    <a:pt x="502766" y="431799"/>
                  </a:lnTo>
                  <a:cubicBezTo>
                    <a:pt x="502766" y="431799"/>
                    <a:pt x="502631" y="428165"/>
                    <a:pt x="503069" y="427594"/>
                  </a:cubicBezTo>
                  <a:cubicBezTo>
                    <a:pt x="503506" y="427022"/>
                    <a:pt x="504381" y="426012"/>
                    <a:pt x="504819" y="425407"/>
                  </a:cubicBezTo>
                  <a:cubicBezTo>
                    <a:pt x="505256" y="424835"/>
                    <a:pt x="507006" y="423389"/>
                    <a:pt x="507006" y="423389"/>
                  </a:cubicBezTo>
                  <a:lnTo>
                    <a:pt x="509766" y="421067"/>
                  </a:lnTo>
                  <a:cubicBezTo>
                    <a:pt x="509766" y="421067"/>
                    <a:pt x="509766" y="417737"/>
                    <a:pt x="509900" y="417165"/>
                  </a:cubicBezTo>
                  <a:cubicBezTo>
                    <a:pt x="510035" y="416593"/>
                    <a:pt x="514679" y="411514"/>
                    <a:pt x="515252" y="411245"/>
                  </a:cubicBezTo>
                  <a:cubicBezTo>
                    <a:pt x="515824" y="410942"/>
                    <a:pt x="516564" y="410505"/>
                    <a:pt x="516564" y="410505"/>
                  </a:cubicBezTo>
                  <a:lnTo>
                    <a:pt x="518449" y="409630"/>
                  </a:lnTo>
                  <a:lnTo>
                    <a:pt x="521343" y="410942"/>
                  </a:lnTo>
                  <a:lnTo>
                    <a:pt x="522656" y="413398"/>
                  </a:lnTo>
                  <a:cubicBezTo>
                    <a:pt x="522656" y="413398"/>
                    <a:pt x="522353" y="416593"/>
                    <a:pt x="522521" y="417468"/>
                  </a:cubicBezTo>
                  <a:cubicBezTo>
                    <a:pt x="522656" y="418343"/>
                    <a:pt x="527165" y="421942"/>
                    <a:pt x="527165" y="421942"/>
                  </a:cubicBezTo>
                  <a:cubicBezTo>
                    <a:pt x="527165" y="421942"/>
                    <a:pt x="530800" y="422379"/>
                    <a:pt x="531641" y="422077"/>
                  </a:cubicBezTo>
                  <a:cubicBezTo>
                    <a:pt x="532516" y="421774"/>
                    <a:pt x="536286" y="422648"/>
                    <a:pt x="536993" y="421639"/>
                  </a:cubicBezTo>
                  <a:cubicBezTo>
                    <a:pt x="537699" y="420630"/>
                    <a:pt x="540896" y="417434"/>
                    <a:pt x="540896" y="417434"/>
                  </a:cubicBezTo>
                  <a:cubicBezTo>
                    <a:pt x="540896" y="417434"/>
                    <a:pt x="541603" y="417131"/>
                    <a:pt x="542041" y="416863"/>
                  </a:cubicBezTo>
                  <a:cubicBezTo>
                    <a:pt x="542478" y="416560"/>
                    <a:pt x="543353" y="415281"/>
                    <a:pt x="543791" y="413835"/>
                  </a:cubicBezTo>
                  <a:cubicBezTo>
                    <a:pt x="544228" y="412388"/>
                    <a:pt x="544935" y="409630"/>
                    <a:pt x="544935" y="409630"/>
                  </a:cubicBezTo>
                  <a:lnTo>
                    <a:pt x="544800" y="406602"/>
                  </a:lnTo>
                  <a:cubicBezTo>
                    <a:pt x="544800" y="406602"/>
                    <a:pt x="544531" y="404281"/>
                    <a:pt x="543925" y="404012"/>
                  </a:cubicBezTo>
                  <a:cubicBezTo>
                    <a:pt x="543353" y="403709"/>
                    <a:pt x="540593" y="403003"/>
                    <a:pt x="539719" y="403003"/>
                  </a:cubicBezTo>
                  <a:cubicBezTo>
                    <a:pt x="538843" y="403003"/>
                    <a:pt x="536084" y="403877"/>
                    <a:pt x="536084" y="403877"/>
                  </a:cubicBezTo>
                  <a:lnTo>
                    <a:pt x="534132" y="404180"/>
                  </a:lnTo>
                  <a:lnTo>
                    <a:pt x="532314" y="403608"/>
                  </a:lnTo>
                  <a:lnTo>
                    <a:pt x="532314" y="402296"/>
                  </a:lnTo>
                  <a:cubicBezTo>
                    <a:pt x="532314" y="402296"/>
                    <a:pt x="532617" y="400715"/>
                    <a:pt x="533055" y="400547"/>
                  </a:cubicBezTo>
                  <a:cubicBezTo>
                    <a:pt x="533492" y="400413"/>
                    <a:pt x="534065" y="399672"/>
                    <a:pt x="534502" y="399235"/>
                  </a:cubicBezTo>
                  <a:cubicBezTo>
                    <a:pt x="534939" y="398798"/>
                    <a:pt x="535646" y="398361"/>
                    <a:pt x="535949" y="397923"/>
                  </a:cubicBezTo>
                  <a:cubicBezTo>
                    <a:pt x="536252" y="397486"/>
                    <a:pt x="536959" y="397049"/>
                    <a:pt x="537531" y="396914"/>
                  </a:cubicBezTo>
                  <a:cubicBezTo>
                    <a:pt x="538103" y="396780"/>
                    <a:pt x="539113" y="395905"/>
                    <a:pt x="539685" y="395602"/>
                  </a:cubicBezTo>
                  <a:cubicBezTo>
                    <a:pt x="540257" y="395299"/>
                    <a:pt x="544026" y="393281"/>
                    <a:pt x="544026" y="393281"/>
                  </a:cubicBezTo>
                  <a:cubicBezTo>
                    <a:pt x="544026" y="393281"/>
                    <a:pt x="544598" y="392978"/>
                    <a:pt x="545473" y="392406"/>
                  </a:cubicBezTo>
                  <a:cubicBezTo>
                    <a:pt x="546348" y="391835"/>
                    <a:pt x="547358" y="390960"/>
                    <a:pt x="548233" y="390657"/>
                  </a:cubicBezTo>
                  <a:cubicBezTo>
                    <a:pt x="549108" y="390354"/>
                    <a:pt x="549243" y="390085"/>
                    <a:pt x="549848" y="389782"/>
                  </a:cubicBezTo>
                  <a:cubicBezTo>
                    <a:pt x="550421" y="389480"/>
                    <a:pt x="551430" y="389211"/>
                    <a:pt x="551868" y="389211"/>
                  </a:cubicBezTo>
                  <a:cubicBezTo>
                    <a:pt x="552305" y="389211"/>
                    <a:pt x="554055" y="389211"/>
                    <a:pt x="554055" y="389211"/>
                  </a:cubicBezTo>
                  <a:lnTo>
                    <a:pt x="555200" y="390085"/>
                  </a:lnTo>
                  <a:lnTo>
                    <a:pt x="555906" y="391532"/>
                  </a:lnTo>
                  <a:lnTo>
                    <a:pt x="558094" y="394290"/>
                  </a:lnTo>
                  <a:lnTo>
                    <a:pt x="559978" y="396174"/>
                  </a:lnTo>
                  <a:cubicBezTo>
                    <a:pt x="559978" y="396174"/>
                    <a:pt x="561291" y="397049"/>
                    <a:pt x="561863" y="397183"/>
                  </a:cubicBezTo>
                  <a:cubicBezTo>
                    <a:pt x="562435" y="397318"/>
                    <a:pt x="563007" y="397923"/>
                    <a:pt x="564185" y="397923"/>
                  </a:cubicBezTo>
                  <a:cubicBezTo>
                    <a:pt x="565363" y="397923"/>
                    <a:pt x="566642" y="398058"/>
                    <a:pt x="567786" y="398361"/>
                  </a:cubicBezTo>
                  <a:cubicBezTo>
                    <a:pt x="568964" y="398663"/>
                    <a:pt x="570546" y="398933"/>
                    <a:pt x="571421" y="398933"/>
                  </a:cubicBezTo>
                  <a:cubicBezTo>
                    <a:pt x="572296" y="398933"/>
                    <a:pt x="574450" y="398495"/>
                    <a:pt x="574450" y="398495"/>
                  </a:cubicBezTo>
                  <a:lnTo>
                    <a:pt x="575762" y="395737"/>
                  </a:lnTo>
                  <a:lnTo>
                    <a:pt x="576772" y="395299"/>
                  </a:lnTo>
                  <a:lnTo>
                    <a:pt x="576638" y="393146"/>
                  </a:lnTo>
                  <a:cubicBezTo>
                    <a:pt x="576638" y="393146"/>
                    <a:pt x="577210" y="392272"/>
                    <a:pt x="576503" y="392137"/>
                  </a:cubicBezTo>
                  <a:cubicBezTo>
                    <a:pt x="575762" y="392003"/>
                    <a:pt x="574753" y="390119"/>
                    <a:pt x="574753" y="390119"/>
                  </a:cubicBezTo>
                  <a:cubicBezTo>
                    <a:pt x="574753" y="390119"/>
                    <a:pt x="574450" y="390253"/>
                    <a:pt x="574450" y="389244"/>
                  </a:cubicBezTo>
                  <a:cubicBezTo>
                    <a:pt x="574450" y="388235"/>
                    <a:pt x="575325" y="387360"/>
                    <a:pt x="575762" y="387360"/>
                  </a:cubicBezTo>
                  <a:cubicBezTo>
                    <a:pt x="576200" y="387360"/>
                    <a:pt x="577950" y="386486"/>
                    <a:pt x="578085" y="386048"/>
                  </a:cubicBezTo>
                  <a:cubicBezTo>
                    <a:pt x="578219" y="385611"/>
                    <a:pt x="578522" y="385039"/>
                    <a:pt x="578657" y="384165"/>
                  </a:cubicBezTo>
                  <a:cubicBezTo>
                    <a:pt x="578791" y="383290"/>
                    <a:pt x="579532" y="381574"/>
                    <a:pt x="579801" y="380969"/>
                  </a:cubicBezTo>
                  <a:cubicBezTo>
                    <a:pt x="580070" y="380397"/>
                    <a:pt x="580676" y="378951"/>
                    <a:pt x="581989" y="377504"/>
                  </a:cubicBezTo>
                  <a:cubicBezTo>
                    <a:pt x="583301" y="376058"/>
                    <a:pt x="584311" y="374880"/>
                    <a:pt x="584883" y="374308"/>
                  </a:cubicBezTo>
                  <a:cubicBezTo>
                    <a:pt x="585455" y="373736"/>
                    <a:pt x="587071" y="372727"/>
                    <a:pt x="587071" y="371550"/>
                  </a:cubicBezTo>
                  <a:cubicBezTo>
                    <a:pt x="587071" y="370406"/>
                    <a:pt x="587373" y="364317"/>
                    <a:pt x="587373" y="364317"/>
                  </a:cubicBezTo>
                  <a:lnTo>
                    <a:pt x="589696" y="363174"/>
                  </a:lnTo>
                  <a:cubicBezTo>
                    <a:pt x="589696" y="363174"/>
                    <a:pt x="591715" y="363611"/>
                    <a:pt x="592287" y="363174"/>
                  </a:cubicBezTo>
                  <a:cubicBezTo>
                    <a:pt x="592422" y="363073"/>
                    <a:pt x="592758" y="363039"/>
                    <a:pt x="593162" y="363005"/>
                  </a:cubicBezTo>
                  <a:lnTo>
                    <a:pt x="592758" y="357320"/>
                  </a:lnTo>
                  <a:lnTo>
                    <a:pt x="592758" y="357320"/>
                  </a:lnTo>
                  <a:close/>
                </a:path>
              </a:pathLst>
            </a:custGeom>
            <a:grpFill/>
            <a:ln w="6350" cap="flat">
              <a:solidFill>
                <a:schemeClr val="bg1"/>
              </a:solidFill>
              <a:prstDash val="solid"/>
              <a:miter/>
            </a:ln>
          </p:spPr>
          <p:txBody>
            <a:bodyPr rtlCol="0" anchor="ctr"/>
            <a:lstStyle/>
            <a:p>
              <a:endParaRPr lang="en-US"/>
            </a:p>
          </p:txBody>
        </p:sp>
        <p:sp>
          <p:nvSpPr>
            <p:cNvPr id="178" name="Freeform 895">
              <a:extLst>
                <a:ext uri="{FF2B5EF4-FFF2-40B4-BE49-F238E27FC236}">
                  <a16:creationId xmlns:a16="http://schemas.microsoft.com/office/drawing/2014/main" id="{F3549B2C-F8BE-EB82-E416-0C3DA4EEC9C2}"/>
                </a:ext>
              </a:extLst>
            </p:cNvPr>
            <p:cNvSpPr/>
            <p:nvPr/>
          </p:nvSpPr>
          <p:spPr>
            <a:xfrm>
              <a:off x="7510745" y="2987813"/>
              <a:ext cx="246129" cy="241815"/>
            </a:xfrm>
            <a:custGeom>
              <a:avLst/>
              <a:gdLst>
                <a:gd name="connsiteX0" fmla="*/ 338195 w 472543"/>
                <a:gd name="connsiteY0" fmla="*/ 458407 h 464260"/>
                <a:gd name="connsiteX1" fmla="*/ 339272 w 472543"/>
                <a:gd name="connsiteY1" fmla="*/ 456221 h 464260"/>
                <a:gd name="connsiteX2" fmla="*/ 340349 w 472543"/>
                <a:gd name="connsiteY2" fmla="*/ 455582 h 464260"/>
                <a:gd name="connsiteX3" fmla="*/ 342974 w 472543"/>
                <a:gd name="connsiteY3" fmla="*/ 456994 h 464260"/>
                <a:gd name="connsiteX4" fmla="*/ 346137 w 472543"/>
                <a:gd name="connsiteY4" fmla="*/ 460796 h 464260"/>
                <a:gd name="connsiteX5" fmla="*/ 350277 w 472543"/>
                <a:gd name="connsiteY5" fmla="*/ 463823 h 464260"/>
                <a:gd name="connsiteX6" fmla="*/ 353003 w 472543"/>
                <a:gd name="connsiteY6" fmla="*/ 464260 h 464260"/>
                <a:gd name="connsiteX7" fmla="*/ 357142 w 472543"/>
                <a:gd name="connsiteY7" fmla="*/ 464260 h 464260"/>
                <a:gd name="connsiteX8" fmla="*/ 358892 w 472543"/>
                <a:gd name="connsiteY8" fmla="*/ 461536 h 464260"/>
                <a:gd name="connsiteX9" fmla="*/ 360407 w 472543"/>
                <a:gd name="connsiteY9" fmla="*/ 461872 h 464260"/>
                <a:gd name="connsiteX10" fmla="*/ 362695 w 472543"/>
                <a:gd name="connsiteY10" fmla="*/ 463083 h 464260"/>
                <a:gd name="connsiteX11" fmla="*/ 364647 w 472543"/>
                <a:gd name="connsiteY11" fmla="*/ 463184 h 464260"/>
                <a:gd name="connsiteX12" fmla="*/ 366162 w 472543"/>
                <a:gd name="connsiteY12" fmla="*/ 462848 h 464260"/>
                <a:gd name="connsiteX13" fmla="*/ 367239 w 472543"/>
                <a:gd name="connsiteY13" fmla="*/ 460997 h 464260"/>
                <a:gd name="connsiteX14" fmla="*/ 367239 w 472543"/>
                <a:gd name="connsiteY14" fmla="*/ 457970 h 464260"/>
                <a:gd name="connsiteX15" fmla="*/ 367272 w 472543"/>
                <a:gd name="connsiteY15" fmla="*/ 456019 h 464260"/>
                <a:gd name="connsiteX16" fmla="*/ 368450 w 472543"/>
                <a:gd name="connsiteY16" fmla="*/ 453529 h 464260"/>
                <a:gd name="connsiteX17" fmla="*/ 369527 w 472543"/>
                <a:gd name="connsiteY17" fmla="*/ 451780 h 464260"/>
                <a:gd name="connsiteX18" fmla="*/ 370301 w 472543"/>
                <a:gd name="connsiteY18" fmla="*/ 450468 h 464260"/>
                <a:gd name="connsiteX19" fmla="*/ 371176 w 472543"/>
                <a:gd name="connsiteY19" fmla="*/ 447642 h 464260"/>
                <a:gd name="connsiteX20" fmla="*/ 371176 w 472543"/>
                <a:gd name="connsiteY20" fmla="*/ 445893 h 464260"/>
                <a:gd name="connsiteX21" fmla="*/ 371176 w 472543"/>
                <a:gd name="connsiteY21" fmla="*/ 444144 h 464260"/>
                <a:gd name="connsiteX22" fmla="*/ 371210 w 472543"/>
                <a:gd name="connsiteY22" fmla="*/ 441756 h 464260"/>
                <a:gd name="connsiteX23" fmla="*/ 371715 w 472543"/>
                <a:gd name="connsiteY23" fmla="*/ 439031 h 464260"/>
                <a:gd name="connsiteX24" fmla="*/ 373128 w 472543"/>
                <a:gd name="connsiteY24" fmla="*/ 437080 h 464260"/>
                <a:gd name="connsiteX25" fmla="*/ 374979 w 472543"/>
                <a:gd name="connsiteY25" fmla="*/ 434254 h 464260"/>
                <a:gd name="connsiteX26" fmla="*/ 376931 w 472543"/>
                <a:gd name="connsiteY26" fmla="*/ 432942 h 464260"/>
                <a:gd name="connsiteX27" fmla="*/ 379758 w 472543"/>
                <a:gd name="connsiteY27" fmla="*/ 432942 h 464260"/>
                <a:gd name="connsiteX28" fmla="*/ 380835 w 472543"/>
                <a:gd name="connsiteY28" fmla="*/ 431630 h 464260"/>
                <a:gd name="connsiteX29" fmla="*/ 383595 w 472543"/>
                <a:gd name="connsiteY29" fmla="*/ 431933 h 464260"/>
                <a:gd name="connsiteX30" fmla="*/ 383662 w 472543"/>
                <a:gd name="connsiteY30" fmla="*/ 432336 h 464260"/>
                <a:gd name="connsiteX31" fmla="*/ 383527 w 472543"/>
                <a:gd name="connsiteY31" fmla="*/ 431495 h 464260"/>
                <a:gd name="connsiteX32" fmla="*/ 384100 w 472543"/>
                <a:gd name="connsiteY32" fmla="*/ 427728 h 464260"/>
                <a:gd name="connsiteX33" fmla="*/ 385244 w 472543"/>
                <a:gd name="connsiteY33" fmla="*/ 425407 h 464260"/>
                <a:gd name="connsiteX34" fmla="*/ 385681 w 472543"/>
                <a:gd name="connsiteY34" fmla="*/ 421942 h 464260"/>
                <a:gd name="connsiteX35" fmla="*/ 385816 w 472543"/>
                <a:gd name="connsiteY35" fmla="*/ 418477 h 464260"/>
                <a:gd name="connsiteX36" fmla="*/ 385816 w 472543"/>
                <a:gd name="connsiteY36" fmla="*/ 416459 h 464260"/>
                <a:gd name="connsiteX37" fmla="*/ 383191 w 472543"/>
                <a:gd name="connsiteY37" fmla="*/ 416459 h 464260"/>
                <a:gd name="connsiteX38" fmla="*/ 379422 w 472543"/>
                <a:gd name="connsiteY38" fmla="*/ 415012 h 464260"/>
                <a:gd name="connsiteX39" fmla="*/ 377100 w 472543"/>
                <a:gd name="connsiteY39" fmla="*/ 412119 h 464260"/>
                <a:gd name="connsiteX40" fmla="*/ 377100 w 472543"/>
                <a:gd name="connsiteY40" fmla="*/ 409495 h 464260"/>
                <a:gd name="connsiteX41" fmla="*/ 380566 w 472543"/>
                <a:gd name="connsiteY41" fmla="*/ 408049 h 464260"/>
                <a:gd name="connsiteX42" fmla="*/ 382888 w 472543"/>
                <a:gd name="connsiteY42" fmla="*/ 405728 h 464260"/>
                <a:gd name="connsiteX43" fmla="*/ 385513 w 472543"/>
                <a:gd name="connsiteY43" fmla="*/ 403709 h 464260"/>
                <a:gd name="connsiteX44" fmla="*/ 386085 w 472543"/>
                <a:gd name="connsiteY44" fmla="*/ 400816 h 464260"/>
                <a:gd name="connsiteX45" fmla="*/ 386388 w 472543"/>
                <a:gd name="connsiteY45" fmla="*/ 396477 h 464260"/>
                <a:gd name="connsiteX46" fmla="*/ 384369 w 472543"/>
                <a:gd name="connsiteY46" fmla="*/ 395333 h 464260"/>
                <a:gd name="connsiteX47" fmla="*/ 381172 w 472543"/>
                <a:gd name="connsiteY47" fmla="*/ 392440 h 464260"/>
                <a:gd name="connsiteX48" fmla="*/ 380600 w 472543"/>
                <a:gd name="connsiteY48" fmla="*/ 389244 h 464260"/>
                <a:gd name="connsiteX49" fmla="*/ 380600 w 472543"/>
                <a:gd name="connsiteY49" fmla="*/ 385174 h 464260"/>
                <a:gd name="connsiteX50" fmla="*/ 381172 w 472543"/>
                <a:gd name="connsiteY50" fmla="*/ 382584 h 464260"/>
                <a:gd name="connsiteX51" fmla="*/ 383763 w 472543"/>
                <a:gd name="connsiteY51" fmla="*/ 377941 h 464260"/>
                <a:gd name="connsiteX52" fmla="*/ 387532 w 472543"/>
                <a:gd name="connsiteY52" fmla="*/ 372424 h 464260"/>
                <a:gd name="connsiteX53" fmla="*/ 386960 w 472543"/>
                <a:gd name="connsiteY53" fmla="*/ 365764 h 464260"/>
                <a:gd name="connsiteX54" fmla="*/ 383460 w 472543"/>
                <a:gd name="connsiteY54" fmla="*/ 361693 h 464260"/>
                <a:gd name="connsiteX55" fmla="*/ 382114 w 472543"/>
                <a:gd name="connsiteY55" fmla="*/ 356984 h 464260"/>
                <a:gd name="connsiteX56" fmla="*/ 380768 w 472543"/>
                <a:gd name="connsiteY56" fmla="*/ 356647 h 464260"/>
                <a:gd name="connsiteX57" fmla="*/ 374643 w 472543"/>
                <a:gd name="connsiteY57" fmla="*/ 353956 h 464260"/>
                <a:gd name="connsiteX58" fmla="*/ 368248 w 472543"/>
                <a:gd name="connsiteY58" fmla="*/ 351097 h 464260"/>
                <a:gd name="connsiteX59" fmla="*/ 366633 w 472543"/>
                <a:gd name="connsiteY59" fmla="*/ 346488 h 464260"/>
                <a:gd name="connsiteX60" fmla="*/ 366633 w 472543"/>
                <a:gd name="connsiteY60" fmla="*/ 341711 h 464260"/>
                <a:gd name="connsiteX61" fmla="*/ 370335 w 472543"/>
                <a:gd name="connsiteY61" fmla="*/ 340197 h 464260"/>
                <a:gd name="connsiteX62" fmla="*/ 368383 w 472543"/>
                <a:gd name="connsiteY62" fmla="*/ 333907 h 464260"/>
                <a:gd name="connsiteX63" fmla="*/ 366633 w 472543"/>
                <a:gd name="connsiteY63" fmla="*/ 329567 h 464260"/>
                <a:gd name="connsiteX64" fmla="*/ 361181 w 472543"/>
                <a:gd name="connsiteY64" fmla="*/ 328491 h 464260"/>
                <a:gd name="connsiteX65" fmla="*/ 353777 w 472543"/>
                <a:gd name="connsiteY65" fmla="*/ 333705 h 464260"/>
                <a:gd name="connsiteX66" fmla="*/ 349200 w 472543"/>
                <a:gd name="connsiteY66" fmla="*/ 331115 h 464260"/>
                <a:gd name="connsiteX67" fmla="*/ 347786 w 472543"/>
                <a:gd name="connsiteY67" fmla="*/ 326338 h 464260"/>
                <a:gd name="connsiteX68" fmla="*/ 349200 w 472543"/>
                <a:gd name="connsiteY68" fmla="*/ 324589 h 464260"/>
                <a:gd name="connsiteX69" fmla="*/ 349200 w 472543"/>
                <a:gd name="connsiteY69" fmla="*/ 322839 h 464260"/>
                <a:gd name="connsiteX70" fmla="*/ 343983 w 472543"/>
                <a:gd name="connsiteY70" fmla="*/ 318500 h 464260"/>
                <a:gd name="connsiteX71" fmla="*/ 343983 w 472543"/>
                <a:gd name="connsiteY71" fmla="*/ 315674 h 464260"/>
                <a:gd name="connsiteX72" fmla="*/ 345296 w 472543"/>
                <a:gd name="connsiteY72" fmla="*/ 310023 h 464260"/>
                <a:gd name="connsiteX73" fmla="*/ 345935 w 472543"/>
                <a:gd name="connsiteY73" fmla="*/ 305885 h 464260"/>
                <a:gd name="connsiteX74" fmla="*/ 343983 w 472543"/>
                <a:gd name="connsiteY74" fmla="*/ 302185 h 464260"/>
                <a:gd name="connsiteX75" fmla="*/ 337017 w 472543"/>
                <a:gd name="connsiteY75" fmla="*/ 296533 h 464260"/>
                <a:gd name="connsiteX76" fmla="*/ 328536 w 472543"/>
                <a:gd name="connsiteY76" fmla="*/ 291521 h 464260"/>
                <a:gd name="connsiteX77" fmla="*/ 323084 w 472543"/>
                <a:gd name="connsiteY77" fmla="*/ 289133 h 464260"/>
                <a:gd name="connsiteX78" fmla="*/ 323084 w 472543"/>
                <a:gd name="connsiteY78" fmla="*/ 282606 h 464260"/>
                <a:gd name="connsiteX79" fmla="*/ 321771 w 472543"/>
                <a:gd name="connsiteY79" fmla="*/ 277830 h 464260"/>
                <a:gd name="connsiteX80" fmla="*/ 318608 w 472543"/>
                <a:gd name="connsiteY80" fmla="*/ 275677 h 464260"/>
                <a:gd name="connsiteX81" fmla="*/ 314367 w 472543"/>
                <a:gd name="connsiteY81" fmla="*/ 277426 h 464260"/>
                <a:gd name="connsiteX82" fmla="*/ 314367 w 472543"/>
                <a:gd name="connsiteY82" fmla="*/ 282640 h 464260"/>
                <a:gd name="connsiteX83" fmla="*/ 312180 w 472543"/>
                <a:gd name="connsiteY83" fmla="*/ 284154 h 464260"/>
                <a:gd name="connsiteX84" fmla="*/ 309992 w 472543"/>
                <a:gd name="connsiteY84" fmla="*/ 285903 h 464260"/>
                <a:gd name="connsiteX85" fmla="*/ 303261 w 472543"/>
                <a:gd name="connsiteY85" fmla="*/ 286980 h 464260"/>
                <a:gd name="connsiteX86" fmla="*/ 299795 w 472543"/>
                <a:gd name="connsiteY86" fmla="*/ 283077 h 464260"/>
                <a:gd name="connsiteX87" fmla="*/ 296530 w 472543"/>
                <a:gd name="connsiteY87" fmla="*/ 277426 h 464260"/>
                <a:gd name="connsiteX88" fmla="*/ 296530 w 472543"/>
                <a:gd name="connsiteY88" fmla="*/ 272212 h 464260"/>
                <a:gd name="connsiteX89" fmla="*/ 298920 w 472543"/>
                <a:gd name="connsiteY89" fmla="*/ 269823 h 464260"/>
                <a:gd name="connsiteX90" fmla="*/ 303497 w 472543"/>
                <a:gd name="connsiteY90" fmla="*/ 267637 h 464260"/>
                <a:gd name="connsiteX91" fmla="*/ 309151 w 472543"/>
                <a:gd name="connsiteY91" fmla="*/ 271102 h 464260"/>
                <a:gd name="connsiteX92" fmla="*/ 312617 w 472543"/>
                <a:gd name="connsiteY92" fmla="*/ 270900 h 464260"/>
                <a:gd name="connsiteX93" fmla="*/ 312180 w 472543"/>
                <a:gd name="connsiteY93" fmla="*/ 263297 h 464260"/>
                <a:gd name="connsiteX94" fmla="*/ 312382 w 472543"/>
                <a:gd name="connsiteY94" fmla="*/ 260034 h 464260"/>
                <a:gd name="connsiteX95" fmla="*/ 315646 w 472543"/>
                <a:gd name="connsiteY95" fmla="*/ 257410 h 464260"/>
                <a:gd name="connsiteX96" fmla="*/ 309555 w 472543"/>
                <a:gd name="connsiteY96" fmla="*/ 254585 h 464260"/>
                <a:gd name="connsiteX97" fmla="*/ 304776 w 472543"/>
                <a:gd name="connsiteY97" fmla="*/ 252398 h 464260"/>
                <a:gd name="connsiteX98" fmla="*/ 305853 w 472543"/>
                <a:gd name="connsiteY98" fmla="*/ 249370 h 464260"/>
                <a:gd name="connsiteX99" fmla="*/ 311069 w 472543"/>
                <a:gd name="connsiteY99" fmla="*/ 246545 h 464260"/>
                <a:gd name="connsiteX100" fmla="*/ 313459 w 472543"/>
                <a:gd name="connsiteY100" fmla="*/ 245468 h 464260"/>
                <a:gd name="connsiteX101" fmla="*/ 313896 w 472543"/>
                <a:gd name="connsiteY101" fmla="*/ 240052 h 464260"/>
                <a:gd name="connsiteX102" fmla="*/ 312146 w 472543"/>
                <a:gd name="connsiteY102" fmla="*/ 233964 h 464260"/>
                <a:gd name="connsiteX103" fmla="*/ 311271 w 472543"/>
                <a:gd name="connsiteY103" fmla="*/ 226798 h 464260"/>
                <a:gd name="connsiteX104" fmla="*/ 308444 w 472543"/>
                <a:gd name="connsiteY104" fmla="*/ 223098 h 464260"/>
                <a:gd name="connsiteX105" fmla="*/ 302555 w 472543"/>
                <a:gd name="connsiteY105" fmla="*/ 219633 h 464260"/>
                <a:gd name="connsiteX106" fmla="*/ 300165 w 472543"/>
                <a:gd name="connsiteY106" fmla="*/ 212232 h 464260"/>
                <a:gd name="connsiteX107" fmla="*/ 298853 w 472543"/>
                <a:gd name="connsiteY107" fmla="*/ 206581 h 464260"/>
                <a:gd name="connsiteX108" fmla="*/ 299963 w 472543"/>
                <a:gd name="connsiteY108" fmla="*/ 201804 h 464260"/>
                <a:gd name="connsiteX109" fmla="*/ 301478 w 472543"/>
                <a:gd name="connsiteY109" fmla="*/ 200055 h 464260"/>
                <a:gd name="connsiteX110" fmla="*/ 304742 w 472543"/>
                <a:gd name="connsiteY110" fmla="*/ 200055 h 464260"/>
                <a:gd name="connsiteX111" fmla="*/ 308209 w 472543"/>
                <a:gd name="connsiteY111" fmla="*/ 200055 h 464260"/>
                <a:gd name="connsiteX112" fmla="*/ 309959 w 472543"/>
                <a:gd name="connsiteY112" fmla="*/ 200055 h 464260"/>
                <a:gd name="connsiteX113" fmla="*/ 313661 w 472543"/>
                <a:gd name="connsiteY113" fmla="*/ 200055 h 464260"/>
                <a:gd name="connsiteX114" fmla="*/ 321065 w 472543"/>
                <a:gd name="connsiteY114" fmla="*/ 199752 h 464260"/>
                <a:gd name="connsiteX115" fmla="*/ 320863 w 472543"/>
                <a:gd name="connsiteY115" fmla="*/ 195244 h 464260"/>
                <a:gd name="connsiteX116" fmla="*/ 321300 w 472543"/>
                <a:gd name="connsiteY116" fmla="*/ 191779 h 464260"/>
                <a:gd name="connsiteX117" fmla="*/ 321300 w 472543"/>
                <a:gd name="connsiteY117" fmla="*/ 188752 h 464260"/>
                <a:gd name="connsiteX118" fmla="*/ 323892 w 472543"/>
                <a:gd name="connsiteY118" fmla="*/ 184412 h 464260"/>
                <a:gd name="connsiteX119" fmla="*/ 325642 w 472543"/>
                <a:gd name="connsiteY119" fmla="*/ 184412 h 464260"/>
                <a:gd name="connsiteX120" fmla="*/ 331060 w 472543"/>
                <a:gd name="connsiteY120" fmla="*/ 189189 h 464260"/>
                <a:gd name="connsiteX121" fmla="*/ 336950 w 472543"/>
                <a:gd name="connsiteY121" fmla="*/ 195715 h 464260"/>
                <a:gd name="connsiteX122" fmla="*/ 339777 w 472543"/>
                <a:gd name="connsiteY122" fmla="*/ 199853 h 464260"/>
                <a:gd name="connsiteX123" fmla="*/ 342839 w 472543"/>
                <a:gd name="connsiteY123" fmla="*/ 199214 h 464260"/>
                <a:gd name="connsiteX124" fmla="*/ 344556 w 472543"/>
                <a:gd name="connsiteY124" fmla="*/ 196590 h 464260"/>
                <a:gd name="connsiteX125" fmla="*/ 345632 w 472543"/>
                <a:gd name="connsiteY125" fmla="*/ 195076 h 464260"/>
                <a:gd name="connsiteX126" fmla="*/ 346070 w 472543"/>
                <a:gd name="connsiteY126" fmla="*/ 193125 h 464260"/>
                <a:gd name="connsiteX127" fmla="*/ 347147 w 472543"/>
                <a:gd name="connsiteY127" fmla="*/ 190938 h 464260"/>
                <a:gd name="connsiteX128" fmla="*/ 349974 w 472543"/>
                <a:gd name="connsiteY128" fmla="*/ 189627 h 464260"/>
                <a:gd name="connsiteX129" fmla="*/ 353238 w 472543"/>
                <a:gd name="connsiteY129" fmla="*/ 187675 h 464260"/>
                <a:gd name="connsiteX130" fmla="*/ 354753 w 472543"/>
                <a:gd name="connsiteY130" fmla="*/ 185724 h 464260"/>
                <a:gd name="connsiteX131" fmla="*/ 355830 w 472543"/>
                <a:gd name="connsiteY131" fmla="*/ 184412 h 464260"/>
                <a:gd name="connsiteX132" fmla="*/ 360407 w 472543"/>
                <a:gd name="connsiteY132" fmla="*/ 184412 h 464260"/>
                <a:gd name="connsiteX133" fmla="*/ 364546 w 472543"/>
                <a:gd name="connsiteY133" fmla="*/ 185724 h 464260"/>
                <a:gd name="connsiteX134" fmla="*/ 368686 w 472543"/>
                <a:gd name="connsiteY134" fmla="*/ 187036 h 464260"/>
                <a:gd name="connsiteX135" fmla="*/ 371277 w 472543"/>
                <a:gd name="connsiteY135" fmla="*/ 190064 h 464260"/>
                <a:gd name="connsiteX136" fmla="*/ 374340 w 472543"/>
                <a:gd name="connsiteY136" fmla="*/ 195715 h 464260"/>
                <a:gd name="connsiteX137" fmla="*/ 377806 w 472543"/>
                <a:gd name="connsiteY137" fmla="*/ 195480 h 464260"/>
                <a:gd name="connsiteX138" fmla="*/ 380903 w 472543"/>
                <a:gd name="connsiteY138" fmla="*/ 193731 h 464260"/>
                <a:gd name="connsiteX139" fmla="*/ 384201 w 472543"/>
                <a:gd name="connsiteY139" fmla="*/ 190030 h 464260"/>
                <a:gd name="connsiteX140" fmla="*/ 385614 w 472543"/>
                <a:gd name="connsiteY140" fmla="*/ 187406 h 464260"/>
                <a:gd name="connsiteX141" fmla="*/ 385614 w 472543"/>
                <a:gd name="connsiteY141" fmla="*/ 185220 h 464260"/>
                <a:gd name="connsiteX142" fmla="*/ 388778 w 472543"/>
                <a:gd name="connsiteY142" fmla="*/ 186094 h 464260"/>
                <a:gd name="connsiteX143" fmla="*/ 392581 w 472543"/>
                <a:gd name="connsiteY143" fmla="*/ 188718 h 464260"/>
                <a:gd name="connsiteX144" fmla="*/ 392581 w 472543"/>
                <a:gd name="connsiteY144" fmla="*/ 192183 h 464260"/>
                <a:gd name="connsiteX145" fmla="*/ 392581 w 472543"/>
                <a:gd name="connsiteY145" fmla="*/ 195648 h 464260"/>
                <a:gd name="connsiteX146" fmla="*/ 392581 w 472543"/>
                <a:gd name="connsiteY146" fmla="*/ 200862 h 464260"/>
                <a:gd name="connsiteX147" fmla="*/ 392581 w 472543"/>
                <a:gd name="connsiteY147" fmla="*/ 207826 h 464260"/>
                <a:gd name="connsiteX148" fmla="*/ 393658 w 472543"/>
                <a:gd name="connsiteY148" fmla="*/ 210416 h 464260"/>
                <a:gd name="connsiteX149" fmla="*/ 397797 w 472543"/>
                <a:gd name="connsiteY149" fmla="*/ 206951 h 464260"/>
                <a:gd name="connsiteX150" fmla="*/ 399547 w 472543"/>
                <a:gd name="connsiteY150" fmla="*/ 201098 h 464260"/>
                <a:gd name="connsiteX151" fmla="*/ 399547 w 472543"/>
                <a:gd name="connsiteY151" fmla="*/ 195682 h 464260"/>
                <a:gd name="connsiteX152" fmla="*/ 399547 w 472543"/>
                <a:gd name="connsiteY152" fmla="*/ 190468 h 464260"/>
                <a:gd name="connsiteX153" fmla="*/ 402812 w 472543"/>
                <a:gd name="connsiteY153" fmla="*/ 187204 h 464260"/>
                <a:gd name="connsiteX154" fmla="*/ 406716 w 472543"/>
                <a:gd name="connsiteY154" fmla="*/ 184379 h 464260"/>
                <a:gd name="connsiteX155" fmla="*/ 409745 w 472543"/>
                <a:gd name="connsiteY155" fmla="*/ 181755 h 464260"/>
                <a:gd name="connsiteX156" fmla="*/ 414759 w 472543"/>
                <a:gd name="connsiteY156" fmla="*/ 180006 h 464260"/>
                <a:gd name="connsiteX157" fmla="*/ 416072 w 472543"/>
                <a:gd name="connsiteY157" fmla="*/ 178256 h 464260"/>
                <a:gd name="connsiteX158" fmla="*/ 418023 w 472543"/>
                <a:gd name="connsiteY158" fmla="*/ 174791 h 464260"/>
                <a:gd name="connsiteX159" fmla="*/ 419100 w 472543"/>
                <a:gd name="connsiteY159" fmla="*/ 172605 h 464260"/>
                <a:gd name="connsiteX160" fmla="*/ 421726 w 472543"/>
                <a:gd name="connsiteY160" fmla="*/ 168265 h 464260"/>
                <a:gd name="connsiteX161" fmla="*/ 424552 w 472543"/>
                <a:gd name="connsiteY161" fmla="*/ 164128 h 464260"/>
                <a:gd name="connsiteX162" fmla="*/ 427581 w 472543"/>
                <a:gd name="connsiteY162" fmla="*/ 161504 h 464260"/>
                <a:gd name="connsiteX163" fmla="*/ 431485 w 472543"/>
                <a:gd name="connsiteY163" fmla="*/ 158342 h 464260"/>
                <a:gd name="connsiteX164" fmla="*/ 438889 w 472543"/>
                <a:gd name="connsiteY164" fmla="*/ 156491 h 464260"/>
                <a:gd name="connsiteX165" fmla="*/ 445620 w 472543"/>
                <a:gd name="connsiteY165" fmla="*/ 156491 h 464260"/>
                <a:gd name="connsiteX166" fmla="*/ 450837 w 472543"/>
                <a:gd name="connsiteY166" fmla="*/ 156491 h 464260"/>
                <a:gd name="connsiteX167" fmla="*/ 454741 w 472543"/>
                <a:gd name="connsiteY167" fmla="*/ 154742 h 464260"/>
                <a:gd name="connsiteX168" fmla="*/ 456928 w 472543"/>
                <a:gd name="connsiteY168" fmla="*/ 154742 h 464260"/>
                <a:gd name="connsiteX169" fmla="*/ 456928 w 472543"/>
                <a:gd name="connsiteY169" fmla="*/ 157332 h 464260"/>
                <a:gd name="connsiteX170" fmla="*/ 458645 w 472543"/>
                <a:gd name="connsiteY170" fmla="*/ 161470 h 464260"/>
                <a:gd name="connsiteX171" fmla="*/ 458645 w 472543"/>
                <a:gd name="connsiteY171" fmla="*/ 164296 h 464260"/>
                <a:gd name="connsiteX172" fmla="*/ 462111 w 472543"/>
                <a:gd name="connsiteY172" fmla="*/ 165171 h 464260"/>
                <a:gd name="connsiteX173" fmla="*/ 465914 w 472543"/>
                <a:gd name="connsiteY173" fmla="*/ 164094 h 464260"/>
                <a:gd name="connsiteX174" fmla="*/ 469078 w 472543"/>
                <a:gd name="connsiteY174" fmla="*/ 160192 h 464260"/>
                <a:gd name="connsiteX175" fmla="*/ 469078 w 472543"/>
                <a:gd name="connsiteY175" fmla="*/ 157366 h 464260"/>
                <a:gd name="connsiteX176" fmla="*/ 471703 w 472543"/>
                <a:gd name="connsiteY176" fmla="*/ 151715 h 464260"/>
                <a:gd name="connsiteX177" fmla="*/ 471703 w 472543"/>
                <a:gd name="connsiteY177" fmla="*/ 146938 h 464260"/>
                <a:gd name="connsiteX178" fmla="*/ 470390 w 472543"/>
                <a:gd name="connsiteY178" fmla="*/ 140647 h 464260"/>
                <a:gd name="connsiteX179" fmla="*/ 468640 w 472543"/>
                <a:gd name="connsiteY179" fmla="*/ 133919 h 464260"/>
                <a:gd name="connsiteX180" fmla="*/ 467765 w 472543"/>
                <a:gd name="connsiteY180" fmla="*/ 131094 h 464260"/>
                <a:gd name="connsiteX181" fmla="*/ 469010 w 472543"/>
                <a:gd name="connsiteY181" fmla="*/ 128470 h 464260"/>
                <a:gd name="connsiteX182" fmla="*/ 472544 w 472543"/>
                <a:gd name="connsiteY182" fmla="*/ 126720 h 464260"/>
                <a:gd name="connsiteX183" fmla="*/ 472544 w 472543"/>
                <a:gd name="connsiteY183" fmla="*/ 124332 h 464260"/>
                <a:gd name="connsiteX184" fmla="*/ 472544 w 472543"/>
                <a:gd name="connsiteY184" fmla="*/ 122583 h 464260"/>
                <a:gd name="connsiteX185" fmla="*/ 470356 w 472543"/>
                <a:gd name="connsiteY185" fmla="*/ 117369 h 464260"/>
                <a:gd name="connsiteX186" fmla="*/ 469044 w 472543"/>
                <a:gd name="connsiteY186" fmla="*/ 113668 h 464260"/>
                <a:gd name="connsiteX187" fmla="*/ 469044 w 472543"/>
                <a:gd name="connsiteY187" fmla="*/ 110405 h 464260"/>
                <a:gd name="connsiteX188" fmla="*/ 470121 w 472543"/>
                <a:gd name="connsiteY188" fmla="*/ 104754 h 464260"/>
                <a:gd name="connsiteX189" fmla="*/ 466419 w 472543"/>
                <a:gd name="connsiteY189" fmla="*/ 99741 h 464260"/>
                <a:gd name="connsiteX190" fmla="*/ 464231 w 472543"/>
                <a:gd name="connsiteY190" fmla="*/ 97555 h 464260"/>
                <a:gd name="connsiteX191" fmla="*/ 461842 w 472543"/>
                <a:gd name="connsiteY191" fmla="*/ 95806 h 464260"/>
                <a:gd name="connsiteX192" fmla="*/ 455548 w 472543"/>
                <a:gd name="connsiteY192" fmla="*/ 92980 h 464260"/>
                <a:gd name="connsiteX193" fmla="*/ 450971 w 472543"/>
                <a:gd name="connsiteY193" fmla="*/ 90390 h 464260"/>
                <a:gd name="connsiteX194" fmla="*/ 445553 w 472543"/>
                <a:gd name="connsiteY194" fmla="*/ 85075 h 464260"/>
                <a:gd name="connsiteX195" fmla="*/ 444240 w 472543"/>
                <a:gd name="connsiteY195" fmla="*/ 81711 h 464260"/>
                <a:gd name="connsiteX196" fmla="*/ 442053 w 472543"/>
                <a:gd name="connsiteY196" fmla="*/ 81711 h 464260"/>
                <a:gd name="connsiteX197" fmla="*/ 431620 w 472543"/>
                <a:gd name="connsiteY197" fmla="*/ 81711 h 464260"/>
                <a:gd name="connsiteX198" fmla="*/ 426841 w 472543"/>
                <a:gd name="connsiteY198" fmla="*/ 80634 h 464260"/>
                <a:gd name="connsiteX199" fmla="*/ 428793 w 472543"/>
                <a:gd name="connsiteY199" fmla="*/ 74983 h 464260"/>
                <a:gd name="connsiteX200" fmla="*/ 431620 w 472543"/>
                <a:gd name="connsiteY200" fmla="*/ 69970 h 464260"/>
                <a:gd name="connsiteX201" fmla="*/ 429029 w 472543"/>
                <a:gd name="connsiteY201" fmla="*/ 66068 h 464260"/>
                <a:gd name="connsiteX202" fmla="*/ 424889 w 472543"/>
                <a:gd name="connsiteY202" fmla="*/ 64319 h 464260"/>
                <a:gd name="connsiteX203" fmla="*/ 421490 w 472543"/>
                <a:gd name="connsiteY203" fmla="*/ 61291 h 464260"/>
                <a:gd name="connsiteX204" fmla="*/ 415971 w 472543"/>
                <a:gd name="connsiteY204" fmla="*/ 60854 h 464260"/>
                <a:gd name="connsiteX205" fmla="*/ 412504 w 472543"/>
                <a:gd name="connsiteY205" fmla="*/ 60854 h 464260"/>
                <a:gd name="connsiteX206" fmla="*/ 406413 w 472543"/>
                <a:gd name="connsiteY206" fmla="*/ 60854 h 464260"/>
                <a:gd name="connsiteX207" fmla="*/ 399884 w 472543"/>
                <a:gd name="connsiteY207" fmla="*/ 61493 h 464260"/>
                <a:gd name="connsiteX208" fmla="*/ 396821 w 472543"/>
                <a:gd name="connsiteY208" fmla="*/ 62570 h 464260"/>
                <a:gd name="connsiteX209" fmla="*/ 389720 w 472543"/>
                <a:gd name="connsiteY209" fmla="*/ 62570 h 464260"/>
                <a:gd name="connsiteX210" fmla="*/ 386085 w 472543"/>
                <a:gd name="connsiteY210" fmla="*/ 58365 h 464260"/>
                <a:gd name="connsiteX211" fmla="*/ 384201 w 472543"/>
                <a:gd name="connsiteY211" fmla="*/ 54732 h 464260"/>
                <a:gd name="connsiteX212" fmla="*/ 379253 w 472543"/>
                <a:gd name="connsiteY212" fmla="*/ 50527 h 464260"/>
                <a:gd name="connsiteX213" fmla="*/ 377369 w 472543"/>
                <a:gd name="connsiteY213" fmla="*/ 47062 h 464260"/>
                <a:gd name="connsiteX214" fmla="*/ 376494 w 472543"/>
                <a:gd name="connsiteY214" fmla="*/ 44303 h 464260"/>
                <a:gd name="connsiteX215" fmla="*/ 373027 w 472543"/>
                <a:gd name="connsiteY215" fmla="*/ 41545 h 464260"/>
                <a:gd name="connsiteX216" fmla="*/ 371715 w 472543"/>
                <a:gd name="connsiteY216" fmla="*/ 40233 h 464260"/>
                <a:gd name="connsiteX217" fmla="*/ 368686 w 472543"/>
                <a:gd name="connsiteY217" fmla="*/ 36768 h 464260"/>
                <a:gd name="connsiteX218" fmla="*/ 366667 w 472543"/>
                <a:gd name="connsiteY218" fmla="*/ 35624 h 464260"/>
                <a:gd name="connsiteX219" fmla="*/ 364647 w 472543"/>
                <a:gd name="connsiteY219" fmla="*/ 33303 h 464260"/>
                <a:gd name="connsiteX220" fmla="*/ 363772 w 472543"/>
                <a:gd name="connsiteY220" fmla="*/ 31554 h 464260"/>
                <a:gd name="connsiteX221" fmla="*/ 361181 w 472543"/>
                <a:gd name="connsiteY221" fmla="*/ 30982 h 464260"/>
                <a:gd name="connsiteX222" fmla="*/ 357714 w 472543"/>
                <a:gd name="connsiteY222" fmla="*/ 30847 h 464260"/>
                <a:gd name="connsiteX223" fmla="*/ 354820 w 472543"/>
                <a:gd name="connsiteY223" fmla="*/ 30713 h 464260"/>
                <a:gd name="connsiteX224" fmla="*/ 351354 w 472543"/>
                <a:gd name="connsiteY224" fmla="*/ 28964 h 464260"/>
                <a:gd name="connsiteX225" fmla="*/ 349469 w 472543"/>
                <a:gd name="connsiteY225" fmla="*/ 26945 h 464260"/>
                <a:gd name="connsiteX226" fmla="*/ 346137 w 472543"/>
                <a:gd name="connsiteY226" fmla="*/ 24624 h 464260"/>
                <a:gd name="connsiteX227" fmla="*/ 339777 w 472543"/>
                <a:gd name="connsiteY227" fmla="*/ 20722 h 464260"/>
                <a:gd name="connsiteX228" fmla="*/ 336748 w 472543"/>
                <a:gd name="connsiteY228" fmla="*/ 18535 h 464260"/>
                <a:gd name="connsiteX229" fmla="*/ 333719 w 472543"/>
                <a:gd name="connsiteY229" fmla="*/ 15070 h 464260"/>
                <a:gd name="connsiteX230" fmla="*/ 327055 w 472543"/>
                <a:gd name="connsiteY230" fmla="*/ 11740 h 464260"/>
                <a:gd name="connsiteX231" fmla="*/ 321536 w 472543"/>
                <a:gd name="connsiteY231" fmla="*/ 8713 h 464260"/>
                <a:gd name="connsiteX232" fmla="*/ 318069 w 472543"/>
                <a:gd name="connsiteY232" fmla="*/ 5954 h 464260"/>
                <a:gd name="connsiteX233" fmla="*/ 316117 w 472543"/>
                <a:gd name="connsiteY233" fmla="*/ 2758 h 464260"/>
                <a:gd name="connsiteX234" fmla="*/ 313425 w 472543"/>
                <a:gd name="connsiteY234" fmla="*/ 0 h 464260"/>
                <a:gd name="connsiteX235" fmla="*/ 311675 w 472543"/>
                <a:gd name="connsiteY235" fmla="*/ 0 h 464260"/>
                <a:gd name="connsiteX236" fmla="*/ 306459 w 472543"/>
                <a:gd name="connsiteY236" fmla="*/ 0 h 464260"/>
                <a:gd name="connsiteX237" fmla="*/ 304709 w 472543"/>
                <a:gd name="connsiteY237" fmla="*/ 1682 h 464260"/>
                <a:gd name="connsiteX238" fmla="*/ 302386 w 472543"/>
                <a:gd name="connsiteY238" fmla="*/ 4070 h 464260"/>
                <a:gd name="connsiteX239" fmla="*/ 301949 w 472543"/>
                <a:gd name="connsiteY239" fmla="*/ 5954 h 464260"/>
                <a:gd name="connsiteX240" fmla="*/ 301646 w 472543"/>
                <a:gd name="connsiteY240" fmla="*/ 7703 h 464260"/>
                <a:gd name="connsiteX241" fmla="*/ 301074 w 472543"/>
                <a:gd name="connsiteY241" fmla="*/ 9722 h 464260"/>
                <a:gd name="connsiteX242" fmla="*/ 302386 w 472543"/>
                <a:gd name="connsiteY242" fmla="*/ 11303 h 464260"/>
                <a:gd name="connsiteX243" fmla="*/ 304136 w 472543"/>
                <a:gd name="connsiteY243" fmla="*/ 12312 h 464260"/>
                <a:gd name="connsiteX244" fmla="*/ 306459 w 472543"/>
                <a:gd name="connsiteY244" fmla="*/ 14768 h 464260"/>
                <a:gd name="connsiteX245" fmla="*/ 307603 w 472543"/>
                <a:gd name="connsiteY245" fmla="*/ 14768 h 464260"/>
                <a:gd name="connsiteX246" fmla="*/ 307300 w 472543"/>
                <a:gd name="connsiteY246" fmla="*/ 18233 h 464260"/>
                <a:gd name="connsiteX247" fmla="*/ 307300 w 472543"/>
                <a:gd name="connsiteY247" fmla="*/ 19107 h 464260"/>
                <a:gd name="connsiteX248" fmla="*/ 306425 w 472543"/>
                <a:gd name="connsiteY248" fmla="*/ 20856 h 464260"/>
                <a:gd name="connsiteX249" fmla="*/ 304675 w 472543"/>
                <a:gd name="connsiteY249" fmla="*/ 20856 h 464260"/>
                <a:gd name="connsiteX250" fmla="*/ 303093 w 472543"/>
                <a:gd name="connsiteY250" fmla="*/ 20856 h 464260"/>
                <a:gd name="connsiteX251" fmla="*/ 301646 w 472543"/>
                <a:gd name="connsiteY251" fmla="*/ 21428 h 464260"/>
                <a:gd name="connsiteX252" fmla="*/ 301343 w 472543"/>
                <a:gd name="connsiteY252" fmla="*/ 24187 h 464260"/>
                <a:gd name="connsiteX253" fmla="*/ 300636 w 472543"/>
                <a:gd name="connsiteY253" fmla="*/ 29973 h 464260"/>
                <a:gd name="connsiteX254" fmla="*/ 299055 w 472543"/>
                <a:gd name="connsiteY254" fmla="*/ 30847 h 464260"/>
                <a:gd name="connsiteX255" fmla="*/ 296429 w 472543"/>
                <a:gd name="connsiteY255" fmla="*/ 27214 h 464260"/>
                <a:gd name="connsiteX256" fmla="*/ 291516 w 472543"/>
                <a:gd name="connsiteY256" fmla="*/ 27214 h 464260"/>
                <a:gd name="connsiteX257" fmla="*/ 291651 w 472543"/>
                <a:gd name="connsiteY257" fmla="*/ 28661 h 464260"/>
                <a:gd name="connsiteX258" fmla="*/ 291651 w 472543"/>
                <a:gd name="connsiteY258" fmla="*/ 34581 h 464260"/>
                <a:gd name="connsiteX259" fmla="*/ 291718 w 472543"/>
                <a:gd name="connsiteY259" fmla="*/ 38484 h 464260"/>
                <a:gd name="connsiteX260" fmla="*/ 293098 w 472543"/>
                <a:gd name="connsiteY260" fmla="*/ 39930 h 464260"/>
                <a:gd name="connsiteX261" fmla="*/ 296429 w 472543"/>
                <a:gd name="connsiteY261" fmla="*/ 42386 h 464260"/>
                <a:gd name="connsiteX262" fmla="*/ 297304 w 472543"/>
                <a:gd name="connsiteY262" fmla="*/ 45582 h 464260"/>
                <a:gd name="connsiteX263" fmla="*/ 300939 w 472543"/>
                <a:gd name="connsiteY263" fmla="*/ 47465 h 464260"/>
                <a:gd name="connsiteX264" fmla="*/ 303968 w 472543"/>
                <a:gd name="connsiteY264" fmla="*/ 48912 h 464260"/>
                <a:gd name="connsiteX265" fmla="*/ 310329 w 472543"/>
                <a:gd name="connsiteY265" fmla="*/ 52108 h 464260"/>
                <a:gd name="connsiteX266" fmla="*/ 314401 w 472543"/>
                <a:gd name="connsiteY266" fmla="*/ 55169 h 464260"/>
                <a:gd name="connsiteX267" fmla="*/ 315983 w 472543"/>
                <a:gd name="connsiteY267" fmla="*/ 59811 h 464260"/>
                <a:gd name="connsiteX268" fmla="*/ 315983 w 472543"/>
                <a:gd name="connsiteY268" fmla="*/ 63579 h 464260"/>
                <a:gd name="connsiteX269" fmla="*/ 315983 w 472543"/>
                <a:gd name="connsiteY269" fmla="*/ 65765 h 464260"/>
                <a:gd name="connsiteX270" fmla="*/ 314401 w 472543"/>
                <a:gd name="connsiteY270" fmla="*/ 68221 h 464260"/>
                <a:gd name="connsiteX271" fmla="*/ 312213 w 472543"/>
                <a:gd name="connsiteY271" fmla="*/ 69668 h 464260"/>
                <a:gd name="connsiteX272" fmla="*/ 307872 w 472543"/>
                <a:gd name="connsiteY272" fmla="*/ 71417 h 464260"/>
                <a:gd name="connsiteX273" fmla="*/ 306290 w 472543"/>
                <a:gd name="connsiteY273" fmla="*/ 71417 h 464260"/>
                <a:gd name="connsiteX274" fmla="*/ 302824 w 472543"/>
                <a:gd name="connsiteY274" fmla="*/ 72426 h 464260"/>
                <a:gd name="connsiteX275" fmla="*/ 302117 w 472543"/>
                <a:gd name="connsiteY275" fmla="*/ 73873 h 464260"/>
                <a:gd name="connsiteX276" fmla="*/ 302117 w 472543"/>
                <a:gd name="connsiteY276" fmla="*/ 74882 h 464260"/>
                <a:gd name="connsiteX277" fmla="*/ 301175 w 472543"/>
                <a:gd name="connsiteY277" fmla="*/ 78077 h 464260"/>
                <a:gd name="connsiteX278" fmla="*/ 298213 w 472543"/>
                <a:gd name="connsiteY278" fmla="*/ 81273 h 464260"/>
                <a:gd name="connsiteX279" fmla="*/ 295756 w 472543"/>
                <a:gd name="connsiteY279" fmla="*/ 83729 h 464260"/>
                <a:gd name="connsiteX280" fmla="*/ 291718 w 472543"/>
                <a:gd name="connsiteY280" fmla="*/ 84435 h 464260"/>
                <a:gd name="connsiteX281" fmla="*/ 288958 w 472543"/>
                <a:gd name="connsiteY281" fmla="*/ 84435 h 464260"/>
                <a:gd name="connsiteX282" fmla="*/ 286636 w 472543"/>
                <a:gd name="connsiteY282" fmla="*/ 84435 h 464260"/>
                <a:gd name="connsiteX283" fmla="*/ 284583 w 472543"/>
                <a:gd name="connsiteY283" fmla="*/ 86622 h 464260"/>
                <a:gd name="connsiteX284" fmla="*/ 284448 w 472543"/>
                <a:gd name="connsiteY284" fmla="*/ 88371 h 464260"/>
                <a:gd name="connsiteX285" fmla="*/ 284448 w 472543"/>
                <a:gd name="connsiteY285" fmla="*/ 91130 h 464260"/>
                <a:gd name="connsiteX286" fmla="*/ 284448 w 472543"/>
                <a:gd name="connsiteY286" fmla="*/ 94023 h 464260"/>
                <a:gd name="connsiteX287" fmla="*/ 283304 w 472543"/>
                <a:gd name="connsiteY287" fmla="*/ 97353 h 464260"/>
                <a:gd name="connsiteX288" fmla="*/ 281722 w 472543"/>
                <a:gd name="connsiteY288" fmla="*/ 100683 h 464260"/>
                <a:gd name="connsiteX289" fmla="*/ 280713 w 472543"/>
                <a:gd name="connsiteY289" fmla="*/ 104148 h 464260"/>
                <a:gd name="connsiteX290" fmla="*/ 278256 w 472543"/>
                <a:gd name="connsiteY290" fmla="*/ 107916 h 464260"/>
                <a:gd name="connsiteX291" fmla="*/ 274352 w 472543"/>
                <a:gd name="connsiteY291" fmla="*/ 110102 h 464260"/>
                <a:gd name="connsiteX292" fmla="*/ 269136 w 472543"/>
                <a:gd name="connsiteY292" fmla="*/ 112121 h 464260"/>
                <a:gd name="connsiteX293" fmla="*/ 268126 w 472543"/>
                <a:gd name="connsiteY293" fmla="*/ 115317 h 464260"/>
                <a:gd name="connsiteX294" fmla="*/ 269270 w 472543"/>
                <a:gd name="connsiteY294" fmla="*/ 117200 h 464260"/>
                <a:gd name="connsiteX295" fmla="*/ 272467 w 472543"/>
                <a:gd name="connsiteY295" fmla="*/ 120834 h 464260"/>
                <a:gd name="connsiteX296" fmla="*/ 269439 w 472543"/>
                <a:gd name="connsiteY296" fmla="*/ 124298 h 464260"/>
                <a:gd name="connsiteX297" fmla="*/ 266107 w 472543"/>
                <a:gd name="connsiteY297" fmla="*/ 125879 h 464260"/>
                <a:gd name="connsiteX298" fmla="*/ 264962 w 472543"/>
                <a:gd name="connsiteY298" fmla="*/ 127898 h 464260"/>
                <a:gd name="connsiteX299" fmla="*/ 265535 w 472543"/>
                <a:gd name="connsiteY299" fmla="*/ 130219 h 464260"/>
                <a:gd name="connsiteX300" fmla="*/ 267991 w 472543"/>
                <a:gd name="connsiteY300" fmla="*/ 131968 h 464260"/>
                <a:gd name="connsiteX301" fmla="*/ 265669 w 472543"/>
                <a:gd name="connsiteY301" fmla="*/ 135736 h 464260"/>
                <a:gd name="connsiteX302" fmla="*/ 262640 w 472543"/>
                <a:gd name="connsiteY302" fmla="*/ 138763 h 464260"/>
                <a:gd name="connsiteX303" fmla="*/ 260318 w 472543"/>
                <a:gd name="connsiteY303" fmla="*/ 139638 h 464260"/>
                <a:gd name="connsiteX304" fmla="*/ 257727 w 472543"/>
                <a:gd name="connsiteY304" fmla="*/ 142396 h 464260"/>
                <a:gd name="connsiteX305" fmla="*/ 256583 w 472543"/>
                <a:gd name="connsiteY305" fmla="*/ 145592 h 464260"/>
                <a:gd name="connsiteX306" fmla="*/ 257458 w 472543"/>
                <a:gd name="connsiteY306" fmla="*/ 148923 h 464260"/>
                <a:gd name="connsiteX307" fmla="*/ 260352 w 472543"/>
                <a:gd name="connsiteY307" fmla="*/ 152690 h 464260"/>
                <a:gd name="connsiteX308" fmla="*/ 256448 w 472543"/>
                <a:gd name="connsiteY308" fmla="*/ 157198 h 464260"/>
                <a:gd name="connsiteX309" fmla="*/ 255438 w 472543"/>
                <a:gd name="connsiteY309" fmla="*/ 158644 h 464260"/>
                <a:gd name="connsiteX310" fmla="*/ 253419 w 472543"/>
                <a:gd name="connsiteY310" fmla="*/ 160225 h 464260"/>
                <a:gd name="connsiteX311" fmla="*/ 251837 w 472543"/>
                <a:gd name="connsiteY311" fmla="*/ 160663 h 464260"/>
                <a:gd name="connsiteX312" fmla="*/ 249818 w 472543"/>
                <a:gd name="connsiteY312" fmla="*/ 162412 h 464260"/>
                <a:gd name="connsiteX313" fmla="*/ 247496 w 472543"/>
                <a:gd name="connsiteY313" fmla="*/ 163421 h 464260"/>
                <a:gd name="connsiteX314" fmla="*/ 244904 w 472543"/>
                <a:gd name="connsiteY314" fmla="*/ 163421 h 464260"/>
                <a:gd name="connsiteX315" fmla="*/ 243154 w 472543"/>
                <a:gd name="connsiteY315" fmla="*/ 162412 h 464260"/>
                <a:gd name="connsiteX316" fmla="*/ 240529 w 472543"/>
                <a:gd name="connsiteY316" fmla="*/ 159082 h 464260"/>
                <a:gd name="connsiteX317" fmla="*/ 239822 w 472543"/>
                <a:gd name="connsiteY317" fmla="*/ 156054 h 464260"/>
                <a:gd name="connsiteX318" fmla="*/ 238678 w 472543"/>
                <a:gd name="connsiteY318" fmla="*/ 155617 h 464260"/>
                <a:gd name="connsiteX319" fmla="*/ 236794 w 472543"/>
                <a:gd name="connsiteY319" fmla="*/ 156189 h 464260"/>
                <a:gd name="connsiteX320" fmla="*/ 234034 w 472543"/>
                <a:gd name="connsiteY320" fmla="*/ 158813 h 464260"/>
                <a:gd name="connsiteX321" fmla="*/ 231274 w 472543"/>
                <a:gd name="connsiteY321" fmla="*/ 158947 h 464260"/>
                <a:gd name="connsiteX322" fmla="*/ 228077 w 472543"/>
                <a:gd name="connsiteY322" fmla="*/ 157803 h 464260"/>
                <a:gd name="connsiteX323" fmla="*/ 226630 w 472543"/>
                <a:gd name="connsiteY323" fmla="*/ 156660 h 464260"/>
                <a:gd name="connsiteX324" fmla="*/ 224745 w 472543"/>
                <a:gd name="connsiteY324" fmla="*/ 154776 h 464260"/>
                <a:gd name="connsiteX325" fmla="*/ 221413 w 472543"/>
                <a:gd name="connsiteY325" fmla="*/ 154776 h 464260"/>
                <a:gd name="connsiteX326" fmla="*/ 219663 w 472543"/>
                <a:gd name="connsiteY326" fmla="*/ 154776 h 464260"/>
                <a:gd name="connsiteX327" fmla="*/ 216466 w 472543"/>
                <a:gd name="connsiteY327" fmla="*/ 154776 h 464260"/>
                <a:gd name="connsiteX328" fmla="*/ 215322 w 472543"/>
                <a:gd name="connsiteY328" fmla="*/ 157030 h 464260"/>
                <a:gd name="connsiteX329" fmla="*/ 214178 w 472543"/>
                <a:gd name="connsiteY329" fmla="*/ 158981 h 464260"/>
                <a:gd name="connsiteX330" fmla="*/ 215322 w 472543"/>
                <a:gd name="connsiteY330" fmla="*/ 160865 h 464260"/>
                <a:gd name="connsiteX331" fmla="*/ 215322 w 472543"/>
                <a:gd name="connsiteY331" fmla="*/ 163623 h 464260"/>
                <a:gd name="connsiteX332" fmla="*/ 213370 w 472543"/>
                <a:gd name="connsiteY332" fmla="*/ 165070 h 464260"/>
                <a:gd name="connsiteX333" fmla="*/ 211115 w 472543"/>
                <a:gd name="connsiteY333" fmla="*/ 166651 h 464260"/>
                <a:gd name="connsiteX334" fmla="*/ 209096 w 472543"/>
                <a:gd name="connsiteY334" fmla="*/ 169846 h 464260"/>
                <a:gd name="connsiteX335" fmla="*/ 207952 w 472543"/>
                <a:gd name="connsiteY335" fmla="*/ 172874 h 464260"/>
                <a:gd name="connsiteX336" fmla="*/ 210711 w 472543"/>
                <a:gd name="connsiteY336" fmla="*/ 175195 h 464260"/>
                <a:gd name="connsiteX337" fmla="*/ 213606 w 472543"/>
                <a:gd name="connsiteY337" fmla="*/ 178828 h 464260"/>
                <a:gd name="connsiteX338" fmla="*/ 213606 w 472543"/>
                <a:gd name="connsiteY338" fmla="*/ 181721 h 464260"/>
                <a:gd name="connsiteX339" fmla="*/ 213606 w 472543"/>
                <a:gd name="connsiteY339" fmla="*/ 182865 h 464260"/>
                <a:gd name="connsiteX340" fmla="*/ 211855 w 472543"/>
                <a:gd name="connsiteY340" fmla="*/ 185186 h 464260"/>
                <a:gd name="connsiteX341" fmla="*/ 211855 w 472543"/>
                <a:gd name="connsiteY341" fmla="*/ 186061 h 464260"/>
                <a:gd name="connsiteX342" fmla="*/ 208961 w 472543"/>
                <a:gd name="connsiteY342" fmla="*/ 186061 h 464260"/>
                <a:gd name="connsiteX343" fmla="*/ 207514 w 472543"/>
                <a:gd name="connsiteY343" fmla="*/ 187642 h 464260"/>
                <a:gd name="connsiteX344" fmla="*/ 206201 w 472543"/>
                <a:gd name="connsiteY344" fmla="*/ 190972 h 464260"/>
                <a:gd name="connsiteX345" fmla="*/ 204620 w 472543"/>
                <a:gd name="connsiteY345" fmla="*/ 192856 h 464260"/>
                <a:gd name="connsiteX346" fmla="*/ 203038 w 472543"/>
                <a:gd name="connsiteY346" fmla="*/ 194302 h 464260"/>
                <a:gd name="connsiteX347" fmla="*/ 201019 w 472543"/>
                <a:gd name="connsiteY347" fmla="*/ 198440 h 464260"/>
                <a:gd name="connsiteX348" fmla="*/ 200009 w 472543"/>
                <a:gd name="connsiteY348" fmla="*/ 201266 h 464260"/>
                <a:gd name="connsiteX349" fmla="*/ 198562 w 472543"/>
                <a:gd name="connsiteY349" fmla="*/ 205605 h 464260"/>
                <a:gd name="connsiteX350" fmla="*/ 196980 w 472543"/>
                <a:gd name="connsiteY350" fmla="*/ 208936 h 464260"/>
                <a:gd name="connsiteX351" fmla="*/ 193514 w 472543"/>
                <a:gd name="connsiteY351" fmla="*/ 210954 h 464260"/>
                <a:gd name="connsiteX352" fmla="*/ 190451 w 472543"/>
                <a:gd name="connsiteY352" fmla="*/ 216471 h 464260"/>
                <a:gd name="connsiteX353" fmla="*/ 188701 w 472543"/>
                <a:gd name="connsiteY353" fmla="*/ 222694 h 464260"/>
                <a:gd name="connsiteX354" fmla="*/ 185235 w 472543"/>
                <a:gd name="connsiteY354" fmla="*/ 227034 h 464260"/>
                <a:gd name="connsiteX355" fmla="*/ 183350 w 472543"/>
                <a:gd name="connsiteY355" fmla="*/ 228918 h 464260"/>
                <a:gd name="connsiteX356" fmla="*/ 181465 w 472543"/>
                <a:gd name="connsiteY356" fmla="*/ 231239 h 464260"/>
                <a:gd name="connsiteX357" fmla="*/ 180590 w 472543"/>
                <a:gd name="connsiteY357" fmla="*/ 233829 h 464260"/>
                <a:gd name="connsiteX358" fmla="*/ 180590 w 472543"/>
                <a:gd name="connsiteY358" fmla="*/ 235578 h 464260"/>
                <a:gd name="connsiteX359" fmla="*/ 178638 w 472543"/>
                <a:gd name="connsiteY359" fmla="*/ 239043 h 464260"/>
                <a:gd name="connsiteX360" fmla="*/ 175374 w 472543"/>
                <a:gd name="connsiteY360" fmla="*/ 241802 h 464260"/>
                <a:gd name="connsiteX361" fmla="*/ 170595 w 472543"/>
                <a:gd name="connsiteY361" fmla="*/ 244257 h 464260"/>
                <a:gd name="connsiteX362" fmla="*/ 167263 w 472543"/>
                <a:gd name="connsiteY362" fmla="*/ 245401 h 464260"/>
                <a:gd name="connsiteX363" fmla="*/ 165076 w 472543"/>
                <a:gd name="connsiteY363" fmla="*/ 246410 h 464260"/>
                <a:gd name="connsiteX364" fmla="*/ 162316 w 472543"/>
                <a:gd name="connsiteY364" fmla="*/ 248597 h 464260"/>
                <a:gd name="connsiteX365" fmla="*/ 157234 w 472543"/>
                <a:gd name="connsiteY365" fmla="*/ 248597 h 464260"/>
                <a:gd name="connsiteX366" fmla="*/ 151883 w 472543"/>
                <a:gd name="connsiteY366" fmla="*/ 248597 h 464260"/>
                <a:gd name="connsiteX367" fmla="*/ 148114 w 472543"/>
                <a:gd name="connsiteY367" fmla="*/ 248597 h 464260"/>
                <a:gd name="connsiteX368" fmla="*/ 143200 w 472543"/>
                <a:gd name="connsiteY368" fmla="*/ 248092 h 464260"/>
                <a:gd name="connsiteX369" fmla="*/ 140743 w 472543"/>
                <a:gd name="connsiteY369" fmla="*/ 247588 h 464260"/>
                <a:gd name="connsiteX370" fmla="*/ 135830 w 472543"/>
                <a:gd name="connsiteY370" fmla="*/ 244392 h 464260"/>
                <a:gd name="connsiteX371" fmla="*/ 134955 w 472543"/>
                <a:gd name="connsiteY371" fmla="*/ 241196 h 464260"/>
                <a:gd name="connsiteX372" fmla="*/ 131926 w 472543"/>
                <a:gd name="connsiteY372" fmla="*/ 239010 h 464260"/>
                <a:gd name="connsiteX373" fmla="*/ 131926 w 472543"/>
                <a:gd name="connsiteY373" fmla="*/ 236117 h 464260"/>
                <a:gd name="connsiteX374" fmla="*/ 131421 w 472543"/>
                <a:gd name="connsiteY374" fmla="*/ 231474 h 464260"/>
                <a:gd name="connsiteX375" fmla="*/ 131791 w 472543"/>
                <a:gd name="connsiteY375" fmla="*/ 225688 h 464260"/>
                <a:gd name="connsiteX376" fmla="*/ 131084 w 472543"/>
                <a:gd name="connsiteY376" fmla="*/ 221921 h 464260"/>
                <a:gd name="connsiteX377" fmla="*/ 124555 w 472543"/>
                <a:gd name="connsiteY377" fmla="*/ 217850 h 464260"/>
                <a:gd name="connsiteX378" fmla="*/ 122099 w 472543"/>
                <a:gd name="connsiteY378" fmla="*/ 216538 h 464260"/>
                <a:gd name="connsiteX379" fmla="*/ 120652 w 472543"/>
                <a:gd name="connsiteY379" fmla="*/ 217245 h 464260"/>
                <a:gd name="connsiteX380" fmla="*/ 116310 w 472543"/>
                <a:gd name="connsiteY380" fmla="*/ 217245 h 464260"/>
                <a:gd name="connsiteX381" fmla="*/ 113281 w 472543"/>
                <a:gd name="connsiteY381" fmla="*/ 218052 h 464260"/>
                <a:gd name="connsiteX382" fmla="*/ 112272 w 472543"/>
                <a:gd name="connsiteY382" fmla="*/ 219297 h 464260"/>
                <a:gd name="connsiteX383" fmla="*/ 111094 w 472543"/>
                <a:gd name="connsiteY383" fmla="*/ 221046 h 464260"/>
                <a:gd name="connsiteX384" fmla="*/ 109344 w 472543"/>
                <a:gd name="connsiteY384" fmla="*/ 223636 h 464260"/>
                <a:gd name="connsiteX385" fmla="*/ 108469 w 472543"/>
                <a:gd name="connsiteY385" fmla="*/ 224208 h 464260"/>
                <a:gd name="connsiteX386" fmla="*/ 105271 w 472543"/>
                <a:gd name="connsiteY386" fmla="*/ 224208 h 464260"/>
                <a:gd name="connsiteX387" fmla="*/ 103521 w 472543"/>
                <a:gd name="connsiteY387" fmla="*/ 224141 h 464260"/>
                <a:gd name="connsiteX388" fmla="*/ 102209 w 472543"/>
                <a:gd name="connsiteY388" fmla="*/ 224645 h 464260"/>
                <a:gd name="connsiteX389" fmla="*/ 100762 w 472543"/>
                <a:gd name="connsiteY389" fmla="*/ 226664 h 464260"/>
                <a:gd name="connsiteX390" fmla="*/ 98002 w 472543"/>
                <a:gd name="connsiteY390" fmla="*/ 228245 h 464260"/>
                <a:gd name="connsiteX391" fmla="*/ 95444 w 472543"/>
                <a:gd name="connsiteY391" fmla="*/ 228379 h 464260"/>
                <a:gd name="connsiteX392" fmla="*/ 91069 w 472543"/>
                <a:gd name="connsiteY392" fmla="*/ 228245 h 464260"/>
                <a:gd name="connsiteX393" fmla="*/ 87603 w 472543"/>
                <a:gd name="connsiteY393" fmla="*/ 224915 h 464260"/>
                <a:gd name="connsiteX394" fmla="*/ 85651 w 472543"/>
                <a:gd name="connsiteY394" fmla="*/ 221147 h 464260"/>
                <a:gd name="connsiteX395" fmla="*/ 81747 w 472543"/>
                <a:gd name="connsiteY395" fmla="*/ 217884 h 464260"/>
                <a:gd name="connsiteX396" fmla="*/ 78920 w 472543"/>
                <a:gd name="connsiteY396" fmla="*/ 215495 h 464260"/>
                <a:gd name="connsiteX397" fmla="*/ 75218 w 472543"/>
                <a:gd name="connsiteY397" fmla="*/ 215495 h 464260"/>
                <a:gd name="connsiteX398" fmla="*/ 73030 w 472543"/>
                <a:gd name="connsiteY398" fmla="*/ 212670 h 464260"/>
                <a:gd name="connsiteX399" fmla="*/ 70843 w 472543"/>
                <a:gd name="connsiteY399" fmla="*/ 209407 h 464260"/>
                <a:gd name="connsiteX400" fmla="*/ 67376 w 472543"/>
                <a:gd name="connsiteY400" fmla="*/ 207657 h 464260"/>
                <a:gd name="connsiteX401" fmla="*/ 64987 w 472543"/>
                <a:gd name="connsiteY401" fmla="*/ 206581 h 464260"/>
                <a:gd name="connsiteX402" fmla="*/ 61285 w 472543"/>
                <a:gd name="connsiteY402" fmla="*/ 204394 h 464260"/>
                <a:gd name="connsiteX403" fmla="*/ 57381 w 472543"/>
                <a:gd name="connsiteY403" fmla="*/ 203755 h 464260"/>
                <a:gd name="connsiteX404" fmla="*/ 54116 w 472543"/>
                <a:gd name="connsiteY404" fmla="*/ 200728 h 464260"/>
                <a:gd name="connsiteX405" fmla="*/ 50852 w 472543"/>
                <a:gd name="connsiteY405" fmla="*/ 198339 h 464260"/>
                <a:gd name="connsiteX406" fmla="*/ 47823 w 472543"/>
                <a:gd name="connsiteY406" fmla="*/ 200526 h 464260"/>
                <a:gd name="connsiteX407" fmla="*/ 44996 w 472543"/>
                <a:gd name="connsiteY407" fmla="*/ 204865 h 464260"/>
                <a:gd name="connsiteX408" fmla="*/ 41294 w 472543"/>
                <a:gd name="connsiteY408" fmla="*/ 210079 h 464260"/>
                <a:gd name="connsiteX409" fmla="*/ 38030 w 472543"/>
                <a:gd name="connsiteY409" fmla="*/ 216168 h 464260"/>
                <a:gd name="connsiteX410" fmla="*/ 35842 w 472543"/>
                <a:gd name="connsiteY410" fmla="*/ 216168 h 464260"/>
                <a:gd name="connsiteX411" fmla="*/ 32140 w 472543"/>
                <a:gd name="connsiteY411" fmla="*/ 216168 h 464260"/>
                <a:gd name="connsiteX412" fmla="*/ 29313 w 472543"/>
                <a:gd name="connsiteY412" fmla="*/ 217245 h 464260"/>
                <a:gd name="connsiteX413" fmla="*/ 31938 w 472543"/>
                <a:gd name="connsiteY413" fmla="*/ 221382 h 464260"/>
                <a:gd name="connsiteX414" fmla="*/ 31063 w 472543"/>
                <a:gd name="connsiteY414" fmla="*/ 224645 h 464260"/>
                <a:gd name="connsiteX415" fmla="*/ 26722 w 472543"/>
                <a:gd name="connsiteY415" fmla="*/ 222459 h 464260"/>
                <a:gd name="connsiteX416" fmla="*/ 21943 w 472543"/>
                <a:gd name="connsiteY416" fmla="*/ 222459 h 464260"/>
                <a:gd name="connsiteX417" fmla="*/ 21303 w 472543"/>
                <a:gd name="connsiteY417" fmla="*/ 225621 h 464260"/>
                <a:gd name="connsiteX418" fmla="*/ 21539 w 472543"/>
                <a:gd name="connsiteY418" fmla="*/ 230061 h 464260"/>
                <a:gd name="connsiteX419" fmla="*/ 23928 w 472543"/>
                <a:gd name="connsiteY419" fmla="*/ 234199 h 464260"/>
                <a:gd name="connsiteX420" fmla="*/ 29347 w 472543"/>
                <a:gd name="connsiteY420" fmla="*/ 237462 h 464260"/>
                <a:gd name="connsiteX421" fmla="*/ 35674 w 472543"/>
                <a:gd name="connsiteY421" fmla="*/ 239851 h 464260"/>
                <a:gd name="connsiteX422" fmla="*/ 38299 w 472543"/>
                <a:gd name="connsiteY422" fmla="*/ 244863 h 464260"/>
                <a:gd name="connsiteX423" fmla="*/ 39376 w 472543"/>
                <a:gd name="connsiteY423" fmla="*/ 248328 h 464260"/>
                <a:gd name="connsiteX424" fmla="*/ 38501 w 472543"/>
                <a:gd name="connsiteY424" fmla="*/ 251591 h 464260"/>
                <a:gd name="connsiteX425" fmla="*/ 38063 w 472543"/>
                <a:gd name="connsiteY425" fmla="*/ 254618 h 464260"/>
                <a:gd name="connsiteX426" fmla="*/ 37188 w 472543"/>
                <a:gd name="connsiteY426" fmla="*/ 258521 h 464260"/>
                <a:gd name="connsiteX427" fmla="*/ 35876 w 472543"/>
                <a:gd name="connsiteY427" fmla="*/ 262860 h 464260"/>
                <a:gd name="connsiteX428" fmla="*/ 34563 w 472543"/>
                <a:gd name="connsiteY428" fmla="*/ 265888 h 464260"/>
                <a:gd name="connsiteX429" fmla="*/ 31534 w 472543"/>
                <a:gd name="connsiteY429" fmla="*/ 267637 h 464260"/>
                <a:gd name="connsiteX430" fmla="*/ 28472 w 472543"/>
                <a:gd name="connsiteY430" fmla="*/ 267637 h 464260"/>
                <a:gd name="connsiteX431" fmla="*/ 26082 w 472543"/>
                <a:gd name="connsiteY431" fmla="*/ 267637 h 464260"/>
                <a:gd name="connsiteX432" fmla="*/ 25207 w 472543"/>
                <a:gd name="connsiteY432" fmla="*/ 272111 h 464260"/>
                <a:gd name="connsiteX433" fmla="*/ 23255 w 472543"/>
                <a:gd name="connsiteY433" fmla="*/ 278738 h 464260"/>
                <a:gd name="connsiteX434" fmla="*/ 20428 w 472543"/>
                <a:gd name="connsiteY434" fmla="*/ 281564 h 464260"/>
                <a:gd name="connsiteX435" fmla="*/ 14976 w 472543"/>
                <a:gd name="connsiteY435" fmla="*/ 283313 h 464260"/>
                <a:gd name="connsiteX436" fmla="*/ 9120 w 472543"/>
                <a:gd name="connsiteY436" fmla="*/ 286778 h 464260"/>
                <a:gd name="connsiteX437" fmla="*/ 4139 w 472543"/>
                <a:gd name="connsiteY437" fmla="*/ 292328 h 464260"/>
                <a:gd name="connsiteX438" fmla="*/ 0 w 472543"/>
                <a:gd name="connsiteY438" fmla="*/ 294616 h 464260"/>
                <a:gd name="connsiteX439" fmla="*/ 1312 w 472543"/>
                <a:gd name="connsiteY439" fmla="*/ 299830 h 464260"/>
                <a:gd name="connsiteX440" fmla="*/ 0 w 472543"/>
                <a:gd name="connsiteY440" fmla="*/ 306558 h 464260"/>
                <a:gd name="connsiteX441" fmla="*/ 1077 w 472543"/>
                <a:gd name="connsiteY441" fmla="*/ 309585 h 464260"/>
                <a:gd name="connsiteX442" fmla="*/ 5216 w 472543"/>
                <a:gd name="connsiteY442" fmla="*/ 314800 h 464260"/>
                <a:gd name="connsiteX443" fmla="*/ 6731 w 472543"/>
                <a:gd name="connsiteY443" fmla="*/ 316313 h 464260"/>
                <a:gd name="connsiteX444" fmla="*/ 6293 w 472543"/>
                <a:gd name="connsiteY444" fmla="*/ 318702 h 464260"/>
                <a:gd name="connsiteX445" fmla="*/ 5216 w 472543"/>
                <a:gd name="connsiteY445" fmla="*/ 322839 h 464260"/>
                <a:gd name="connsiteX446" fmla="*/ 7606 w 472543"/>
                <a:gd name="connsiteY446" fmla="*/ 326304 h 464260"/>
                <a:gd name="connsiteX447" fmla="*/ 11072 w 472543"/>
                <a:gd name="connsiteY447" fmla="*/ 329130 h 464260"/>
                <a:gd name="connsiteX448" fmla="*/ 18039 w 472543"/>
                <a:gd name="connsiteY448" fmla="*/ 330207 h 464260"/>
                <a:gd name="connsiteX449" fmla="*/ 21303 w 472543"/>
                <a:gd name="connsiteY449" fmla="*/ 330207 h 464260"/>
                <a:gd name="connsiteX450" fmla="*/ 26520 w 472543"/>
                <a:gd name="connsiteY450" fmla="*/ 327583 h 464260"/>
                <a:gd name="connsiteX451" fmla="*/ 29784 w 472543"/>
                <a:gd name="connsiteY451" fmla="*/ 325833 h 464260"/>
                <a:gd name="connsiteX452" fmla="*/ 35001 w 472543"/>
                <a:gd name="connsiteY452" fmla="*/ 324757 h 464260"/>
                <a:gd name="connsiteX453" fmla="*/ 37188 w 472543"/>
                <a:gd name="connsiteY453" fmla="*/ 329769 h 464260"/>
                <a:gd name="connsiteX454" fmla="*/ 34799 w 472543"/>
                <a:gd name="connsiteY454" fmla="*/ 332595 h 464260"/>
                <a:gd name="connsiteX455" fmla="*/ 34361 w 472543"/>
                <a:gd name="connsiteY455" fmla="*/ 335219 h 464260"/>
                <a:gd name="connsiteX456" fmla="*/ 33924 w 472543"/>
                <a:gd name="connsiteY456" fmla="*/ 338482 h 464260"/>
                <a:gd name="connsiteX457" fmla="*/ 31972 w 472543"/>
                <a:gd name="connsiteY457" fmla="*/ 341106 h 464260"/>
                <a:gd name="connsiteX458" fmla="*/ 30895 w 472543"/>
                <a:gd name="connsiteY458" fmla="*/ 344133 h 464260"/>
                <a:gd name="connsiteX459" fmla="*/ 29818 w 472543"/>
                <a:gd name="connsiteY459" fmla="*/ 346757 h 464260"/>
                <a:gd name="connsiteX460" fmla="*/ 31770 w 472543"/>
                <a:gd name="connsiteY460" fmla="*/ 350458 h 464260"/>
                <a:gd name="connsiteX461" fmla="*/ 34597 w 472543"/>
                <a:gd name="connsiteY461" fmla="*/ 355436 h 464260"/>
                <a:gd name="connsiteX462" fmla="*/ 34597 w 472543"/>
                <a:gd name="connsiteY462" fmla="*/ 360650 h 464260"/>
                <a:gd name="connsiteX463" fmla="*/ 34597 w 472543"/>
                <a:gd name="connsiteY463" fmla="*/ 366167 h 464260"/>
                <a:gd name="connsiteX464" fmla="*/ 39073 w 472543"/>
                <a:gd name="connsiteY464" fmla="*/ 372122 h 464260"/>
                <a:gd name="connsiteX465" fmla="*/ 44155 w 472543"/>
                <a:gd name="connsiteY465" fmla="*/ 372559 h 464260"/>
                <a:gd name="connsiteX466" fmla="*/ 50953 w 472543"/>
                <a:gd name="connsiteY466" fmla="*/ 369969 h 464260"/>
                <a:gd name="connsiteX467" fmla="*/ 58929 w 472543"/>
                <a:gd name="connsiteY467" fmla="*/ 368657 h 464260"/>
                <a:gd name="connsiteX468" fmla="*/ 62261 w 472543"/>
                <a:gd name="connsiteY468" fmla="*/ 370406 h 464260"/>
                <a:gd name="connsiteX469" fmla="*/ 66737 w 472543"/>
                <a:gd name="connsiteY469" fmla="*/ 375620 h 464260"/>
                <a:gd name="connsiteX470" fmla="*/ 72526 w 472543"/>
                <a:gd name="connsiteY470" fmla="*/ 377638 h 464260"/>
                <a:gd name="connsiteX471" fmla="*/ 78482 w 472543"/>
                <a:gd name="connsiteY471" fmla="*/ 376629 h 464260"/>
                <a:gd name="connsiteX472" fmla="*/ 82521 w 472543"/>
                <a:gd name="connsiteY472" fmla="*/ 380834 h 464260"/>
                <a:gd name="connsiteX473" fmla="*/ 84978 w 472543"/>
                <a:gd name="connsiteY473" fmla="*/ 383290 h 464260"/>
                <a:gd name="connsiteX474" fmla="*/ 84978 w 472543"/>
                <a:gd name="connsiteY474" fmla="*/ 387192 h 464260"/>
                <a:gd name="connsiteX475" fmla="*/ 86055 w 472543"/>
                <a:gd name="connsiteY475" fmla="*/ 392541 h 464260"/>
                <a:gd name="connsiteX476" fmla="*/ 88882 w 472543"/>
                <a:gd name="connsiteY476" fmla="*/ 394862 h 464260"/>
                <a:gd name="connsiteX477" fmla="*/ 89757 w 472543"/>
                <a:gd name="connsiteY477" fmla="*/ 399067 h 464260"/>
                <a:gd name="connsiteX478" fmla="*/ 91944 w 472543"/>
                <a:gd name="connsiteY478" fmla="*/ 404146 h 464260"/>
                <a:gd name="connsiteX479" fmla="*/ 91944 w 472543"/>
                <a:gd name="connsiteY479" fmla="*/ 405391 h 464260"/>
                <a:gd name="connsiteX480" fmla="*/ 92550 w 472543"/>
                <a:gd name="connsiteY480" fmla="*/ 408722 h 464260"/>
                <a:gd name="connsiteX481" fmla="*/ 93694 w 472543"/>
                <a:gd name="connsiteY481" fmla="*/ 411110 h 464260"/>
                <a:gd name="connsiteX482" fmla="*/ 93694 w 472543"/>
                <a:gd name="connsiteY482" fmla="*/ 416324 h 464260"/>
                <a:gd name="connsiteX483" fmla="*/ 95848 w 472543"/>
                <a:gd name="connsiteY483" fmla="*/ 421942 h 464260"/>
                <a:gd name="connsiteX484" fmla="*/ 96286 w 472543"/>
                <a:gd name="connsiteY484" fmla="*/ 421269 h 464260"/>
                <a:gd name="connsiteX485" fmla="*/ 97228 w 472543"/>
                <a:gd name="connsiteY485" fmla="*/ 418443 h 464260"/>
                <a:gd name="connsiteX486" fmla="*/ 95646 w 472543"/>
                <a:gd name="connsiteY486" fmla="*/ 416829 h 464260"/>
                <a:gd name="connsiteX487" fmla="*/ 95444 w 472543"/>
                <a:gd name="connsiteY487" fmla="*/ 415012 h 464260"/>
                <a:gd name="connsiteX488" fmla="*/ 96824 w 472543"/>
                <a:gd name="connsiteY488" fmla="*/ 413768 h 464260"/>
                <a:gd name="connsiteX489" fmla="*/ 97767 w 472543"/>
                <a:gd name="connsiteY489" fmla="*/ 413633 h 464260"/>
                <a:gd name="connsiteX490" fmla="*/ 99012 w 472543"/>
                <a:gd name="connsiteY490" fmla="*/ 413936 h 464260"/>
                <a:gd name="connsiteX491" fmla="*/ 99584 w 472543"/>
                <a:gd name="connsiteY491" fmla="*/ 414507 h 464260"/>
                <a:gd name="connsiteX492" fmla="*/ 100459 w 472543"/>
                <a:gd name="connsiteY492" fmla="*/ 415079 h 464260"/>
                <a:gd name="connsiteX493" fmla="*/ 101468 w 472543"/>
                <a:gd name="connsiteY493" fmla="*/ 415718 h 464260"/>
                <a:gd name="connsiteX494" fmla="*/ 103286 w 472543"/>
                <a:gd name="connsiteY494" fmla="*/ 417602 h 464260"/>
                <a:gd name="connsiteX495" fmla="*/ 104464 w 472543"/>
                <a:gd name="connsiteY495" fmla="*/ 417165 h 464260"/>
                <a:gd name="connsiteX496" fmla="*/ 105238 w 472543"/>
                <a:gd name="connsiteY496" fmla="*/ 416862 h 464260"/>
                <a:gd name="connsiteX497" fmla="*/ 106180 w 472543"/>
                <a:gd name="connsiteY497" fmla="*/ 415786 h 464260"/>
                <a:gd name="connsiteX498" fmla="*/ 106180 w 472543"/>
                <a:gd name="connsiteY498" fmla="*/ 414709 h 464260"/>
                <a:gd name="connsiteX499" fmla="*/ 105877 w 472543"/>
                <a:gd name="connsiteY499" fmla="*/ 413566 h 464260"/>
                <a:gd name="connsiteX500" fmla="*/ 105238 w 472543"/>
                <a:gd name="connsiteY500" fmla="*/ 413128 h 464260"/>
                <a:gd name="connsiteX501" fmla="*/ 104868 w 472543"/>
                <a:gd name="connsiteY501" fmla="*/ 411615 h 464260"/>
                <a:gd name="connsiteX502" fmla="*/ 105507 w 472543"/>
                <a:gd name="connsiteY502" fmla="*/ 410538 h 464260"/>
                <a:gd name="connsiteX503" fmla="*/ 107190 w 472543"/>
                <a:gd name="connsiteY503" fmla="*/ 409394 h 464260"/>
                <a:gd name="connsiteX504" fmla="*/ 109512 w 472543"/>
                <a:gd name="connsiteY504" fmla="*/ 408251 h 464260"/>
                <a:gd name="connsiteX505" fmla="*/ 110017 w 472543"/>
                <a:gd name="connsiteY505" fmla="*/ 407881 h 464260"/>
                <a:gd name="connsiteX506" fmla="*/ 111700 w 472543"/>
                <a:gd name="connsiteY506" fmla="*/ 406939 h 464260"/>
                <a:gd name="connsiteX507" fmla="*/ 112272 w 472543"/>
                <a:gd name="connsiteY507" fmla="*/ 404550 h 464260"/>
                <a:gd name="connsiteX508" fmla="*/ 111969 w 472543"/>
                <a:gd name="connsiteY508" fmla="*/ 402868 h 464260"/>
                <a:gd name="connsiteX509" fmla="*/ 110522 w 472543"/>
                <a:gd name="connsiteY509" fmla="*/ 400042 h 464260"/>
                <a:gd name="connsiteX510" fmla="*/ 108199 w 472543"/>
                <a:gd name="connsiteY510" fmla="*/ 398024 h 464260"/>
                <a:gd name="connsiteX511" fmla="*/ 107122 w 472543"/>
                <a:gd name="connsiteY511" fmla="*/ 396779 h 464260"/>
                <a:gd name="connsiteX512" fmla="*/ 104868 w 472543"/>
                <a:gd name="connsiteY512" fmla="*/ 394963 h 464260"/>
                <a:gd name="connsiteX513" fmla="*/ 103488 w 472543"/>
                <a:gd name="connsiteY513" fmla="*/ 392945 h 464260"/>
                <a:gd name="connsiteX514" fmla="*/ 102041 w 472543"/>
                <a:gd name="connsiteY514" fmla="*/ 390321 h 464260"/>
                <a:gd name="connsiteX515" fmla="*/ 102041 w 472543"/>
                <a:gd name="connsiteY515" fmla="*/ 388067 h 464260"/>
                <a:gd name="connsiteX516" fmla="*/ 102310 w 472543"/>
                <a:gd name="connsiteY516" fmla="*/ 385106 h 464260"/>
                <a:gd name="connsiteX517" fmla="*/ 103050 w 472543"/>
                <a:gd name="connsiteY517" fmla="*/ 383963 h 464260"/>
                <a:gd name="connsiteX518" fmla="*/ 103993 w 472543"/>
                <a:gd name="connsiteY518" fmla="*/ 382449 h 464260"/>
                <a:gd name="connsiteX519" fmla="*/ 105002 w 472543"/>
                <a:gd name="connsiteY519" fmla="*/ 382449 h 464260"/>
                <a:gd name="connsiteX520" fmla="*/ 107022 w 472543"/>
                <a:gd name="connsiteY520" fmla="*/ 383458 h 464260"/>
                <a:gd name="connsiteX521" fmla="*/ 108031 w 472543"/>
                <a:gd name="connsiteY521" fmla="*/ 384703 h 464260"/>
                <a:gd name="connsiteX522" fmla="*/ 109276 w 472543"/>
                <a:gd name="connsiteY522" fmla="*/ 385712 h 464260"/>
                <a:gd name="connsiteX523" fmla="*/ 110959 w 472543"/>
                <a:gd name="connsiteY523" fmla="*/ 387293 h 464260"/>
                <a:gd name="connsiteX524" fmla="*/ 112305 w 472543"/>
                <a:gd name="connsiteY524" fmla="*/ 390926 h 464260"/>
                <a:gd name="connsiteX525" fmla="*/ 113214 w 472543"/>
                <a:gd name="connsiteY525" fmla="*/ 391431 h 464260"/>
                <a:gd name="connsiteX526" fmla="*/ 114358 w 472543"/>
                <a:gd name="connsiteY526" fmla="*/ 393247 h 464260"/>
                <a:gd name="connsiteX527" fmla="*/ 116815 w 472543"/>
                <a:gd name="connsiteY527" fmla="*/ 394122 h 464260"/>
                <a:gd name="connsiteX528" fmla="*/ 117959 w 472543"/>
                <a:gd name="connsiteY528" fmla="*/ 396073 h 464260"/>
                <a:gd name="connsiteX529" fmla="*/ 121022 w 472543"/>
                <a:gd name="connsiteY529" fmla="*/ 398091 h 464260"/>
                <a:gd name="connsiteX530" fmla="*/ 122704 w 472543"/>
                <a:gd name="connsiteY530" fmla="*/ 398226 h 464260"/>
                <a:gd name="connsiteX531" fmla="*/ 123512 w 472543"/>
                <a:gd name="connsiteY531" fmla="*/ 398361 h 464260"/>
                <a:gd name="connsiteX532" fmla="*/ 125464 w 472543"/>
                <a:gd name="connsiteY532" fmla="*/ 399100 h 464260"/>
                <a:gd name="connsiteX533" fmla="*/ 124791 w 472543"/>
                <a:gd name="connsiteY533" fmla="*/ 401052 h 464260"/>
                <a:gd name="connsiteX534" fmla="*/ 124993 w 472543"/>
                <a:gd name="connsiteY534" fmla="*/ 403070 h 464260"/>
                <a:gd name="connsiteX535" fmla="*/ 124993 w 472543"/>
                <a:gd name="connsiteY535" fmla="*/ 404146 h 464260"/>
                <a:gd name="connsiteX536" fmla="*/ 124488 w 472543"/>
                <a:gd name="connsiteY536" fmla="*/ 406400 h 464260"/>
                <a:gd name="connsiteX537" fmla="*/ 123983 w 472543"/>
                <a:gd name="connsiteY537" fmla="*/ 407477 h 464260"/>
                <a:gd name="connsiteX538" fmla="*/ 123546 w 472543"/>
                <a:gd name="connsiteY538" fmla="*/ 408419 h 464260"/>
                <a:gd name="connsiteX539" fmla="*/ 123108 w 472543"/>
                <a:gd name="connsiteY539" fmla="*/ 409798 h 464260"/>
                <a:gd name="connsiteX540" fmla="*/ 122233 w 472543"/>
                <a:gd name="connsiteY540" fmla="*/ 410874 h 464260"/>
                <a:gd name="connsiteX541" fmla="*/ 121291 w 472543"/>
                <a:gd name="connsiteY541" fmla="*/ 411884 h 464260"/>
                <a:gd name="connsiteX542" fmla="*/ 120046 w 472543"/>
                <a:gd name="connsiteY542" fmla="*/ 413835 h 464260"/>
                <a:gd name="connsiteX543" fmla="*/ 119608 w 472543"/>
                <a:gd name="connsiteY543" fmla="*/ 414709 h 464260"/>
                <a:gd name="connsiteX544" fmla="*/ 118901 w 472543"/>
                <a:gd name="connsiteY544" fmla="*/ 416156 h 464260"/>
                <a:gd name="connsiteX545" fmla="*/ 118599 w 472543"/>
                <a:gd name="connsiteY545" fmla="*/ 417300 h 464260"/>
                <a:gd name="connsiteX546" fmla="*/ 118229 w 472543"/>
                <a:gd name="connsiteY546" fmla="*/ 418612 h 464260"/>
                <a:gd name="connsiteX547" fmla="*/ 118363 w 472543"/>
                <a:gd name="connsiteY547" fmla="*/ 420294 h 464260"/>
                <a:gd name="connsiteX548" fmla="*/ 120012 w 472543"/>
                <a:gd name="connsiteY548" fmla="*/ 422615 h 464260"/>
                <a:gd name="connsiteX549" fmla="*/ 122839 w 472543"/>
                <a:gd name="connsiteY549" fmla="*/ 422817 h 464260"/>
                <a:gd name="connsiteX550" fmla="*/ 126104 w 472543"/>
                <a:gd name="connsiteY550" fmla="*/ 423254 h 464260"/>
                <a:gd name="connsiteX551" fmla="*/ 126676 w 472543"/>
                <a:gd name="connsiteY551" fmla="*/ 423826 h 464260"/>
                <a:gd name="connsiteX552" fmla="*/ 128123 w 472543"/>
                <a:gd name="connsiteY552" fmla="*/ 427459 h 464260"/>
                <a:gd name="connsiteX553" fmla="*/ 128695 w 472543"/>
                <a:gd name="connsiteY553" fmla="*/ 428771 h 464260"/>
                <a:gd name="connsiteX554" fmla="*/ 130714 w 472543"/>
                <a:gd name="connsiteY554" fmla="*/ 429645 h 464260"/>
                <a:gd name="connsiteX555" fmla="*/ 132363 w 472543"/>
                <a:gd name="connsiteY555" fmla="*/ 427896 h 464260"/>
                <a:gd name="connsiteX556" fmla="*/ 133676 w 472543"/>
                <a:gd name="connsiteY556" fmla="*/ 425138 h 464260"/>
                <a:gd name="connsiteX557" fmla="*/ 133676 w 472543"/>
                <a:gd name="connsiteY557" fmla="*/ 423321 h 464260"/>
                <a:gd name="connsiteX558" fmla="*/ 133777 w 472543"/>
                <a:gd name="connsiteY558" fmla="*/ 421370 h 464260"/>
                <a:gd name="connsiteX559" fmla="*/ 133777 w 472543"/>
                <a:gd name="connsiteY559" fmla="*/ 419553 h 464260"/>
                <a:gd name="connsiteX560" fmla="*/ 133878 w 472543"/>
                <a:gd name="connsiteY560" fmla="*/ 417165 h 464260"/>
                <a:gd name="connsiteX561" fmla="*/ 132767 w 472543"/>
                <a:gd name="connsiteY561" fmla="*/ 414911 h 464260"/>
                <a:gd name="connsiteX562" fmla="*/ 132464 w 472543"/>
                <a:gd name="connsiteY562" fmla="*/ 412960 h 464260"/>
                <a:gd name="connsiteX563" fmla="*/ 131959 w 472543"/>
                <a:gd name="connsiteY563" fmla="*/ 410706 h 464260"/>
                <a:gd name="connsiteX564" fmla="*/ 132902 w 472543"/>
                <a:gd name="connsiteY564" fmla="*/ 409764 h 464260"/>
                <a:gd name="connsiteX565" fmla="*/ 134282 w 472543"/>
                <a:gd name="connsiteY565" fmla="*/ 410404 h 464260"/>
                <a:gd name="connsiteX566" fmla="*/ 136166 w 472543"/>
                <a:gd name="connsiteY566" fmla="*/ 411345 h 464260"/>
                <a:gd name="connsiteX567" fmla="*/ 138926 w 472543"/>
                <a:gd name="connsiteY567" fmla="*/ 413229 h 464260"/>
                <a:gd name="connsiteX568" fmla="*/ 142123 w 472543"/>
                <a:gd name="connsiteY568" fmla="*/ 413431 h 464260"/>
                <a:gd name="connsiteX569" fmla="*/ 144277 w 472543"/>
                <a:gd name="connsiteY569" fmla="*/ 410908 h 464260"/>
                <a:gd name="connsiteX570" fmla="*/ 145657 w 472543"/>
                <a:gd name="connsiteY570" fmla="*/ 409226 h 464260"/>
                <a:gd name="connsiteX571" fmla="*/ 146027 w 472543"/>
                <a:gd name="connsiteY571" fmla="*/ 405896 h 464260"/>
                <a:gd name="connsiteX572" fmla="*/ 145219 w 472543"/>
                <a:gd name="connsiteY572" fmla="*/ 403070 h 464260"/>
                <a:gd name="connsiteX573" fmla="*/ 141585 w 472543"/>
                <a:gd name="connsiteY573" fmla="*/ 399235 h 464260"/>
                <a:gd name="connsiteX574" fmla="*/ 139868 w 472543"/>
                <a:gd name="connsiteY574" fmla="*/ 397284 h 464260"/>
                <a:gd name="connsiteX575" fmla="*/ 142460 w 472543"/>
                <a:gd name="connsiteY575" fmla="*/ 393584 h 464260"/>
                <a:gd name="connsiteX576" fmla="*/ 145926 w 472543"/>
                <a:gd name="connsiteY576" fmla="*/ 391397 h 464260"/>
                <a:gd name="connsiteX577" fmla="*/ 148013 w 472543"/>
                <a:gd name="connsiteY577" fmla="*/ 390152 h 464260"/>
                <a:gd name="connsiteX578" fmla="*/ 149763 w 472543"/>
                <a:gd name="connsiteY578" fmla="*/ 389581 h 464260"/>
                <a:gd name="connsiteX579" fmla="*/ 151715 w 472543"/>
                <a:gd name="connsiteY579" fmla="*/ 390018 h 464260"/>
                <a:gd name="connsiteX580" fmla="*/ 155349 w 472543"/>
                <a:gd name="connsiteY580" fmla="*/ 391700 h 464260"/>
                <a:gd name="connsiteX581" fmla="*/ 156999 w 472543"/>
                <a:gd name="connsiteY581" fmla="*/ 392574 h 464260"/>
                <a:gd name="connsiteX582" fmla="*/ 158378 w 472543"/>
                <a:gd name="connsiteY582" fmla="*/ 390960 h 464260"/>
                <a:gd name="connsiteX583" fmla="*/ 159253 w 472543"/>
                <a:gd name="connsiteY583" fmla="*/ 387764 h 464260"/>
                <a:gd name="connsiteX584" fmla="*/ 159826 w 472543"/>
                <a:gd name="connsiteY584" fmla="*/ 385241 h 464260"/>
                <a:gd name="connsiteX585" fmla="*/ 160465 w 472543"/>
                <a:gd name="connsiteY585" fmla="*/ 383660 h 464260"/>
                <a:gd name="connsiteX586" fmla="*/ 161475 w 472543"/>
                <a:gd name="connsiteY586" fmla="*/ 383223 h 464260"/>
                <a:gd name="connsiteX587" fmla="*/ 165883 w 472543"/>
                <a:gd name="connsiteY587" fmla="*/ 381843 h 464260"/>
                <a:gd name="connsiteX588" fmla="*/ 169653 w 472543"/>
                <a:gd name="connsiteY588" fmla="*/ 380599 h 464260"/>
                <a:gd name="connsiteX589" fmla="*/ 174432 w 472543"/>
                <a:gd name="connsiteY589" fmla="*/ 380599 h 464260"/>
                <a:gd name="connsiteX590" fmla="*/ 179345 w 472543"/>
                <a:gd name="connsiteY590" fmla="*/ 381339 h 464260"/>
                <a:gd name="connsiteX591" fmla="*/ 182542 w 472543"/>
                <a:gd name="connsiteY591" fmla="*/ 386116 h 464260"/>
                <a:gd name="connsiteX592" fmla="*/ 182542 w 472543"/>
                <a:gd name="connsiteY592" fmla="*/ 389446 h 464260"/>
                <a:gd name="connsiteX593" fmla="*/ 183990 w 472543"/>
                <a:gd name="connsiteY593" fmla="*/ 393516 h 464260"/>
                <a:gd name="connsiteX594" fmla="*/ 185302 w 472543"/>
                <a:gd name="connsiteY594" fmla="*/ 393954 h 464260"/>
                <a:gd name="connsiteX595" fmla="*/ 187624 w 472543"/>
                <a:gd name="connsiteY595" fmla="*/ 393819 h 464260"/>
                <a:gd name="connsiteX596" fmla="*/ 189206 w 472543"/>
                <a:gd name="connsiteY596" fmla="*/ 391801 h 464260"/>
                <a:gd name="connsiteX597" fmla="*/ 191225 w 472543"/>
                <a:gd name="connsiteY597" fmla="*/ 388908 h 464260"/>
                <a:gd name="connsiteX598" fmla="*/ 192538 w 472543"/>
                <a:gd name="connsiteY598" fmla="*/ 387327 h 464260"/>
                <a:gd name="connsiteX599" fmla="*/ 194288 w 472543"/>
                <a:gd name="connsiteY599" fmla="*/ 385880 h 464260"/>
                <a:gd name="connsiteX600" fmla="*/ 196745 w 472543"/>
                <a:gd name="connsiteY600" fmla="*/ 384871 h 464260"/>
                <a:gd name="connsiteX601" fmla="*/ 199201 w 472543"/>
                <a:gd name="connsiteY601" fmla="*/ 383996 h 464260"/>
                <a:gd name="connsiteX602" fmla="*/ 201658 w 472543"/>
                <a:gd name="connsiteY602" fmla="*/ 382684 h 464260"/>
                <a:gd name="connsiteX603" fmla="*/ 203745 w 472543"/>
                <a:gd name="connsiteY603" fmla="*/ 380666 h 464260"/>
                <a:gd name="connsiteX604" fmla="*/ 204822 w 472543"/>
                <a:gd name="connsiteY604" fmla="*/ 378479 h 464260"/>
                <a:gd name="connsiteX605" fmla="*/ 204822 w 472543"/>
                <a:gd name="connsiteY605" fmla="*/ 376293 h 464260"/>
                <a:gd name="connsiteX606" fmla="*/ 204822 w 472543"/>
                <a:gd name="connsiteY606" fmla="*/ 372828 h 464260"/>
                <a:gd name="connsiteX607" fmla="*/ 203072 w 472543"/>
                <a:gd name="connsiteY607" fmla="*/ 369498 h 464260"/>
                <a:gd name="connsiteX608" fmla="*/ 199235 w 472543"/>
                <a:gd name="connsiteY608" fmla="*/ 368623 h 464260"/>
                <a:gd name="connsiteX609" fmla="*/ 197855 w 472543"/>
                <a:gd name="connsiteY609" fmla="*/ 366033 h 464260"/>
                <a:gd name="connsiteX610" fmla="*/ 197855 w 472543"/>
                <a:gd name="connsiteY610" fmla="*/ 364149 h 464260"/>
                <a:gd name="connsiteX611" fmla="*/ 197283 w 472543"/>
                <a:gd name="connsiteY611" fmla="*/ 360247 h 464260"/>
                <a:gd name="connsiteX612" fmla="*/ 198158 w 472543"/>
                <a:gd name="connsiteY612" fmla="*/ 355470 h 464260"/>
                <a:gd name="connsiteX613" fmla="*/ 198730 w 472543"/>
                <a:gd name="connsiteY613" fmla="*/ 352846 h 464260"/>
                <a:gd name="connsiteX614" fmla="*/ 201187 w 472543"/>
                <a:gd name="connsiteY614" fmla="*/ 351837 h 464260"/>
                <a:gd name="connsiteX615" fmla="*/ 204822 w 472543"/>
                <a:gd name="connsiteY615" fmla="*/ 348809 h 464260"/>
                <a:gd name="connsiteX616" fmla="*/ 206403 w 472543"/>
                <a:gd name="connsiteY616" fmla="*/ 346051 h 464260"/>
                <a:gd name="connsiteX617" fmla="*/ 208860 w 472543"/>
                <a:gd name="connsiteY617" fmla="*/ 344167 h 464260"/>
                <a:gd name="connsiteX618" fmla="*/ 210880 w 472543"/>
                <a:gd name="connsiteY618" fmla="*/ 344167 h 464260"/>
                <a:gd name="connsiteX619" fmla="*/ 213067 w 472543"/>
                <a:gd name="connsiteY619" fmla="*/ 345042 h 464260"/>
                <a:gd name="connsiteX620" fmla="*/ 215961 w 472543"/>
                <a:gd name="connsiteY620" fmla="*/ 346925 h 464260"/>
                <a:gd name="connsiteX621" fmla="*/ 217274 w 472543"/>
                <a:gd name="connsiteY621" fmla="*/ 347935 h 464260"/>
                <a:gd name="connsiteX622" fmla="*/ 219596 w 472543"/>
                <a:gd name="connsiteY622" fmla="*/ 349381 h 464260"/>
                <a:gd name="connsiteX623" fmla="*/ 225250 w 472543"/>
                <a:gd name="connsiteY623" fmla="*/ 350962 h 464260"/>
                <a:gd name="connsiteX624" fmla="*/ 227404 w 472543"/>
                <a:gd name="connsiteY624" fmla="*/ 349314 h 464260"/>
                <a:gd name="connsiteX625" fmla="*/ 229188 w 472543"/>
                <a:gd name="connsiteY625" fmla="*/ 347834 h 464260"/>
                <a:gd name="connsiteX626" fmla="*/ 230500 w 472543"/>
                <a:gd name="connsiteY626" fmla="*/ 347329 h 464260"/>
                <a:gd name="connsiteX627" fmla="*/ 233058 w 472543"/>
                <a:gd name="connsiteY627" fmla="*/ 347228 h 464260"/>
                <a:gd name="connsiteX628" fmla="*/ 235111 w 472543"/>
                <a:gd name="connsiteY628" fmla="*/ 347935 h 464260"/>
                <a:gd name="connsiteX629" fmla="*/ 236457 w 472543"/>
                <a:gd name="connsiteY629" fmla="*/ 349011 h 464260"/>
                <a:gd name="connsiteX630" fmla="*/ 237130 w 472543"/>
                <a:gd name="connsiteY630" fmla="*/ 351130 h 464260"/>
                <a:gd name="connsiteX631" fmla="*/ 237803 w 472543"/>
                <a:gd name="connsiteY631" fmla="*/ 353149 h 464260"/>
                <a:gd name="connsiteX632" fmla="*/ 237803 w 472543"/>
                <a:gd name="connsiteY632" fmla="*/ 355436 h 464260"/>
                <a:gd name="connsiteX633" fmla="*/ 238409 w 472543"/>
                <a:gd name="connsiteY633" fmla="*/ 358094 h 464260"/>
                <a:gd name="connsiteX634" fmla="*/ 238072 w 472543"/>
                <a:gd name="connsiteY634" fmla="*/ 359944 h 464260"/>
                <a:gd name="connsiteX635" fmla="*/ 237837 w 472543"/>
                <a:gd name="connsiteY635" fmla="*/ 361626 h 464260"/>
                <a:gd name="connsiteX636" fmla="*/ 237837 w 472543"/>
                <a:gd name="connsiteY636" fmla="*/ 362400 h 464260"/>
                <a:gd name="connsiteX637" fmla="*/ 237197 w 472543"/>
                <a:gd name="connsiteY637" fmla="*/ 364956 h 464260"/>
                <a:gd name="connsiteX638" fmla="*/ 237534 w 472543"/>
                <a:gd name="connsiteY638" fmla="*/ 366537 h 464260"/>
                <a:gd name="connsiteX639" fmla="*/ 238173 w 472543"/>
                <a:gd name="connsiteY639" fmla="*/ 368455 h 464260"/>
                <a:gd name="connsiteX640" fmla="*/ 238880 w 472543"/>
                <a:gd name="connsiteY640" fmla="*/ 370036 h 464260"/>
                <a:gd name="connsiteX641" fmla="*/ 240395 w 472543"/>
                <a:gd name="connsiteY641" fmla="*/ 371785 h 464260"/>
                <a:gd name="connsiteX642" fmla="*/ 241539 w 472543"/>
                <a:gd name="connsiteY642" fmla="*/ 371953 h 464260"/>
                <a:gd name="connsiteX643" fmla="*/ 244366 w 472543"/>
                <a:gd name="connsiteY643" fmla="*/ 372660 h 464260"/>
                <a:gd name="connsiteX644" fmla="*/ 245678 w 472543"/>
                <a:gd name="connsiteY644" fmla="*/ 372559 h 464260"/>
                <a:gd name="connsiteX645" fmla="*/ 248169 w 472543"/>
                <a:gd name="connsiteY645" fmla="*/ 370776 h 464260"/>
                <a:gd name="connsiteX646" fmla="*/ 249212 w 472543"/>
                <a:gd name="connsiteY646" fmla="*/ 368993 h 464260"/>
                <a:gd name="connsiteX647" fmla="*/ 250996 w 472543"/>
                <a:gd name="connsiteY647" fmla="*/ 368186 h 464260"/>
                <a:gd name="connsiteX648" fmla="*/ 252914 w 472543"/>
                <a:gd name="connsiteY648" fmla="*/ 366134 h 464260"/>
                <a:gd name="connsiteX649" fmla="*/ 257996 w 472543"/>
                <a:gd name="connsiteY649" fmla="*/ 365764 h 464260"/>
                <a:gd name="connsiteX650" fmla="*/ 260318 w 472543"/>
                <a:gd name="connsiteY650" fmla="*/ 364519 h 464260"/>
                <a:gd name="connsiteX651" fmla="*/ 262270 w 472543"/>
                <a:gd name="connsiteY651" fmla="*/ 362501 h 464260"/>
                <a:gd name="connsiteX652" fmla="*/ 264727 w 472543"/>
                <a:gd name="connsiteY652" fmla="*/ 360920 h 464260"/>
                <a:gd name="connsiteX653" fmla="*/ 267857 w 472543"/>
                <a:gd name="connsiteY653" fmla="*/ 360785 h 464260"/>
                <a:gd name="connsiteX654" fmla="*/ 270616 w 472543"/>
                <a:gd name="connsiteY654" fmla="*/ 361794 h 464260"/>
                <a:gd name="connsiteX655" fmla="*/ 273948 w 472543"/>
                <a:gd name="connsiteY655" fmla="*/ 363039 h 464260"/>
                <a:gd name="connsiteX656" fmla="*/ 276405 w 472543"/>
                <a:gd name="connsiteY656" fmla="*/ 363409 h 464260"/>
                <a:gd name="connsiteX657" fmla="*/ 279737 w 472543"/>
                <a:gd name="connsiteY657" fmla="*/ 363611 h 464260"/>
                <a:gd name="connsiteX658" fmla="*/ 281992 w 472543"/>
                <a:gd name="connsiteY658" fmla="*/ 362299 h 464260"/>
                <a:gd name="connsiteX659" fmla="*/ 284246 w 472543"/>
                <a:gd name="connsiteY659" fmla="*/ 360920 h 464260"/>
                <a:gd name="connsiteX660" fmla="*/ 286198 w 472543"/>
                <a:gd name="connsiteY660" fmla="*/ 360987 h 464260"/>
                <a:gd name="connsiteX661" fmla="*/ 287949 w 472543"/>
                <a:gd name="connsiteY661" fmla="*/ 362299 h 464260"/>
                <a:gd name="connsiteX662" fmla="*/ 289396 w 472543"/>
                <a:gd name="connsiteY662" fmla="*/ 364620 h 464260"/>
                <a:gd name="connsiteX663" fmla="*/ 289833 w 472543"/>
                <a:gd name="connsiteY663" fmla="*/ 367446 h 464260"/>
                <a:gd name="connsiteX664" fmla="*/ 289833 w 472543"/>
                <a:gd name="connsiteY664" fmla="*/ 369699 h 464260"/>
                <a:gd name="connsiteX665" fmla="*/ 291617 w 472543"/>
                <a:gd name="connsiteY665" fmla="*/ 374342 h 464260"/>
                <a:gd name="connsiteX666" fmla="*/ 291785 w 472543"/>
                <a:gd name="connsiteY666" fmla="*/ 377470 h 464260"/>
                <a:gd name="connsiteX667" fmla="*/ 291785 w 472543"/>
                <a:gd name="connsiteY667" fmla="*/ 379926 h 464260"/>
                <a:gd name="connsiteX668" fmla="*/ 290540 w 472543"/>
                <a:gd name="connsiteY668" fmla="*/ 381810 h 464260"/>
                <a:gd name="connsiteX669" fmla="*/ 289429 w 472543"/>
                <a:gd name="connsiteY669" fmla="*/ 382953 h 464260"/>
                <a:gd name="connsiteX670" fmla="*/ 290809 w 472543"/>
                <a:gd name="connsiteY670" fmla="*/ 387158 h 464260"/>
                <a:gd name="connsiteX671" fmla="*/ 293434 w 472543"/>
                <a:gd name="connsiteY671" fmla="*/ 392003 h 464260"/>
                <a:gd name="connsiteX672" fmla="*/ 294814 w 472543"/>
                <a:gd name="connsiteY672" fmla="*/ 393886 h 464260"/>
                <a:gd name="connsiteX673" fmla="*/ 295756 w 472543"/>
                <a:gd name="connsiteY673" fmla="*/ 397150 h 464260"/>
                <a:gd name="connsiteX674" fmla="*/ 293737 w 472543"/>
                <a:gd name="connsiteY674" fmla="*/ 399403 h 464260"/>
                <a:gd name="connsiteX675" fmla="*/ 291550 w 472543"/>
                <a:gd name="connsiteY675" fmla="*/ 401489 h 464260"/>
                <a:gd name="connsiteX676" fmla="*/ 290877 w 472543"/>
                <a:gd name="connsiteY676" fmla="*/ 403945 h 464260"/>
                <a:gd name="connsiteX677" fmla="*/ 292021 w 472543"/>
                <a:gd name="connsiteY677" fmla="*/ 407275 h 464260"/>
                <a:gd name="connsiteX678" fmla="*/ 295723 w 472543"/>
                <a:gd name="connsiteY678" fmla="*/ 410908 h 464260"/>
                <a:gd name="connsiteX679" fmla="*/ 299795 w 472543"/>
                <a:gd name="connsiteY679" fmla="*/ 414911 h 464260"/>
                <a:gd name="connsiteX680" fmla="*/ 303867 w 472543"/>
                <a:gd name="connsiteY680" fmla="*/ 417737 h 464260"/>
                <a:gd name="connsiteX681" fmla="*/ 307502 w 472543"/>
                <a:gd name="connsiteY681" fmla="*/ 418107 h 464260"/>
                <a:gd name="connsiteX682" fmla="*/ 308882 w 472543"/>
                <a:gd name="connsiteY682" fmla="*/ 415786 h 464260"/>
                <a:gd name="connsiteX683" fmla="*/ 309689 w 472543"/>
                <a:gd name="connsiteY683" fmla="*/ 414036 h 464260"/>
                <a:gd name="connsiteX684" fmla="*/ 310699 w 472543"/>
                <a:gd name="connsiteY684" fmla="*/ 411345 h 464260"/>
                <a:gd name="connsiteX685" fmla="*/ 310699 w 472543"/>
                <a:gd name="connsiteY685" fmla="*/ 409663 h 464260"/>
                <a:gd name="connsiteX686" fmla="*/ 311069 w 472543"/>
                <a:gd name="connsiteY686" fmla="*/ 407712 h 464260"/>
                <a:gd name="connsiteX687" fmla="*/ 312213 w 472543"/>
                <a:gd name="connsiteY687" fmla="*/ 405189 h 464260"/>
                <a:gd name="connsiteX688" fmla="*/ 314031 w 472543"/>
                <a:gd name="connsiteY688" fmla="*/ 403171 h 464260"/>
                <a:gd name="connsiteX689" fmla="*/ 316622 w 472543"/>
                <a:gd name="connsiteY689" fmla="*/ 403541 h 464260"/>
                <a:gd name="connsiteX690" fmla="*/ 319584 w 472543"/>
                <a:gd name="connsiteY690" fmla="*/ 404550 h 464260"/>
                <a:gd name="connsiteX691" fmla="*/ 322848 w 472543"/>
                <a:gd name="connsiteY691" fmla="*/ 407309 h 464260"/>
                <a:gd name="connsiteX692" fmla="*/ 323050 w 472543"/>
                <a:gd name="connsiteY692" fmla="*/ 409630 h 464260"/>
                <a:gd name="connsiteX693" fmla="*/ 323050 w 472543"/>
                <a:gd name="connsiteY693" fmla="*/ 412960 h 464260"/>
                <a:gd name="connsiteX694" fmla="*/ 322343 w 472543"/>
                <a:gd name="connsiteY694" fmla="*/ 417602 h 464260"/>
                <a:gd name="connsiteX695" fmla="*/ 321603 w 472543"/>
                <a:gd name="connsiteY695" fmla="*/ 418914 h 464260"/>
                <a:gd name="connsiteX696" fmla="*/ 319853 w 472543"/>
                <a:gd name="connsiteY696" fmla="*/ 421101 h 464260"/>
                <a:gd name="connsiteX697" fmla="*/ 317968 w 472543"/>
                <a:gd name="connsiteY697" fmla="*/ 422177 h 464260"/>
                <a:gd name="connsiteX698" fmla="*/ 316656 w 472543"/>
                <a:gd name="connsiteY698" fmla="*/ 424061 h 464260"/>
                <a:gd name="connsiteX699" fmla="*/ 315714 w 472543"/>
                <a:gd name="connsiteY699" fmla="*/ 425508 h 464260"/>
                <a:gd name="connsiteX700" fmla="*/ 314872 w 472543"/>
                <a:gd name="connsiteY700" fmla="*/ 429914 h 464260"/>
                <a:gd name="connsiteX701" fmla="*/ 314098 w 472543"/>
                <a:gd name="connsiteY701" fmla="*/ 433615 h 464260"/>
                <a:gd name="connsiteX702" fmla="*/ 314435 w 472543"/>
                <a:gd name="connsiteY702" fmla="*/ 436979 h 464260"/>
                <a:gd name="connsiteX703" fmla="*/ 314098 w 472543"/>
                <a:gd name="connsiteY703" fmla="*/ 442428 h 464260"/>
                <a:gd name="connsiteX704" fmla="*/ 316488 w 472543"/>
                <a:gd name="connsiteY704" fmla="*/ 445490 h 464260"/>
                <a:gd name="connsiteX705" fmla="*/ 321704 w 472543"/>
                <a:gd name="connsiteY705" fmla="*/ 446028 h 464260"/>
                <a:gd name="connsiteX706" fmla="*/ 323017 w 472543"/>
                <a:gd name="connsiteY706" fmla="*/ 444615 h 464260"/>
                <a:gd name="connsiteX707" fmla="*/ 323017 w 472543"/>
                <a:gd name="connsiteY707" fmla="*/ 442563 h 464260"/>
                <a:gd name="connsiteX708" fmla="*/ 323017 w 472543"/>
                <a:gd name="connsiteY708" fmla="*/ 439199 h 464260"/>
                <a:gd name="connsiteX709" fmla="*/ 323050 w 472543"/>
                <a:gd name="connsiteY709" fmla="*/ 437988 h 464260"/>
                <a:gd name="connsiteX710" fmla="*/ 322142 w 472543"/>
                <a:gd name="connsiteY710" fmla="*/ 436138 h 464260"/>
                <a:gd name="connsiteX711" fmla="*/ 322041 w 472543"/>
                <a:gd name="connsiteY711" fmla="*/ 433749 h 464260"/>
                <a:gd name="connsiteX712" fmla="*/ 322377 w 472543"/>
                <a:gd name="connsiteY712" fmla="*/ 433110 h 464260"/>
                <a:gd name="connsiteX713" fmla="*/ 324430 w 472543"/>
                <a:gd name="connsiteY713" fmla="*/ 432236 h 464260"/>
                <a:gd name="connsiteX714" fmla="*/ 326281 w 472543"/>
                <a:gd name="connsiteY714" fmla="*/ 431462 h 464260"/>
                <a:gd name="connsiteX715" fmla="*/ 328570 w 472543"/>
                <a:gd name="connsiteY715" fmla="*/ 430823 h 464260"/>
                <a:gd name="connsiteX716" fmla="*/ 331195 w 472543"/>
                <a:gd name="connsiteY716" fmla="*/ 433110 h 464260"/>
                <a:gd name="connsiteX717" fmla="*/ 332507 w 472543"/>
                <a:gd name="connsiteY717" fmla="*/ 435297 h 464260"/>
                <a:gd name="connsiteX718" fmla="*/ 333147 w 472543"/>
                <a:gd name="connsiteY718" fmla="*/ 437349 h 464260"/>
                <a:gd name="connsiteX719" fmla="*/ 333147 w 472543"/>
                <a:gd name="connsiteY719" fmla="*/ 439401 h 464260"/>
                <a:gd name="connsiteX720" fmla="*/ 333147 w 472543"/>
                <a:gd name="connsiteY720" fmla="*/ 444615 h 464260"/>
                <a:gd name="connsiteX721" fmla="*/ 333248 w 472543"/>
                <a:gd name="connsiteY721" fmla="*/ 447441 h 464260"/>
                <a:gd name="connsiteX722" fmla="*/ 332844 w 472543"/>
                <a:gd name="connsiteY722" fmla="*/ 451040 h 464260"/>
                <a:gd name="connsiteX723" fmla="*/ 331733 w 472543"/>
                <a:gd name="connsiteY723" fmla="*/ 454303 h 464260"/>
                <a:gd name="connsiteX724" fmla="*/ 331733 w 472543"/>
                <a:gd name="connsiteY724" fmla="*/ 458205 h 464260"/>
                <a:gd name="connsiteX725" fmla="*/ 333281 w 472543"/>
                <a:gd name="connsiteY725" fmla="*/ 459955 h 464260"/>
                <a:gd name="connsiteX726" fmla="*/ 334998 w 472543"/>
                <a:gd name="connsiteY726" fmla="*/ 460493 h 464260"/>
                <a:gd name="connsiteX727" fmla="*/ 338195 w 472543"/>
                <a:gd name="connsiteY727" fmla="*/ 458407 h 46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Lst>
              <a:rect l="l" t="t" r="r" b="b"/>
              <a:pathLst>
                <a:path w="472543" h="464260">
                  <a:moveTo>
                    <a:pt x="338195" y="458407"/>
                  </a:moveTo>
                  <a:cubicBezTo>
                    <a:pt x="338632" y="457432"/>
                    <a:pt x="338969" y="456355"/>
                    <a:pt x="339272" y="456221"/>
                  </a:cubicBezTo>
                  <a:cubicBezTo>
                    <a:pt x="339608" y="456120"/>
                    <a:pt x="340349" y="455582"/>
                    <a:pt x="340349" y="455582"/>
                  </a:cubicBezTo>
                  <a:lnTo>
                    <a:pt x="342974" y="456994"/>
                  </a:lnTo>
                  <a:lnTo>
                    <a:pt x="346137" y="460796"/>
                  </a:lnTo>
                  <a:lnTo>
                    <a:pt x="350277" y="463823"/>
                  </a:lnTo>
                  <a:lnTo>
                    <a:pt x="353003" y="464260"/>
                  </a:lnTo>
                  <a:lnTo>
                    <a:pt x="357142" y="464260"/>
                  </a:lnTo>
                  <a:lnTo>
                    <a:pt x="358892" y="461536"/>
                  </a:lnTo>
                  <a:lnTo>
                    <a:pt x="360407" y="461872"/>
                  </a:lnTo>
                  <a:lnTo>
                    <a:pt x="362695" y="463083"/>
                  </a:lnTo>
                  <a:cubicBezTo>
                    <a:pt x="362695" y="463083"/>
                    <a:pt x="364210" y="463184"/>
                    <a:pt x="364647" y="463184"/>
                  </a:cubicBezTo>
                  <a:cubicBezTo>
                    <a:pt x="365085" y="463184"/>
                    <a:pt x="365960" y="463184"/>
                    <a:pt x="366162" y="462848"/>
                  </a:cubicBezTo>
                  <a:cubicBezTo>
                    <a:pt x="366364" y="462511"/>
                    <a:pt x="367138" y="461435"/>
                    <a:pt x="367239" y="460997"/>
                  </a:cubicBezTo>
                  <a:cubicBezTo>
                    <a:pt x="367340" y="460560"/>
                    <a:pt x="367138" y="458407"/>
                    <a:pt x="367239" y="457970"/>
                  </a:cubicBezTo>
                  <a:cubicBezTo>
                    <a:pt x="367340" y="457533"/>
                    <a:pt x="367272" y="456019"/>
                    <a:pt x="367272" y="456019"/>
                  </a:cubicBezTo>
                  <a:cubicBezTo>
                    <a:pt x="367272" y="456019"/>
                    <a:pt x="368215" y="453866"/>
                    <a:pt x="368450" y="453529"/>
                  </a:cubicBezTo>
                  <a:cubicBezTo>
                    <a:pt x="368652" y="453193"/>
                    <a:pt x="369527" y="451780"/>
                    <a:pt x="369527" y="451780"/>
                  </a:cubicBezTo>
                  <a:cubicBezTo>
                    <a:pt x="369527" y="451780"/>
                    <a:pt x="370301" y="450805"/>
                    <a:pt x="370301" y="450468"/>
                  </a:cubicBezTo>
                  <a:cubicBezTo>
                    <a:pt x="370301" y="450132"/>
                    <a:pt x="371176" y="447642"/>
                    <a:pt x="371176" y="447642"/>
                  </a:cubicBezTo>
                  <a:cubicBezTo>
                    <a:pt x="371176" y="447642"/>
                    <a:pt x="371075" y="446566"/>
                    <a:pt x="371176" y="445893"/>
                  </a:cubicBezTo>
                  <a:cubicBezTo>
                    <a:pt x="371277" y="445254"/>
                    <a:pt x="371075" y="444682"/>
                    <a:pt x="371176" y="444144"/>
                  </a:cubicBezTo>
                  <a:cubicBezTo>
                    <a:pt x="371277" y="443606"/>
                    <a:pt x="371210" y="441756"/>
                    <a:pt x="371210" y="441756"/>
                  </a:cubicBezTo>
                  <a:lnTo>
                    <a:pt x="371715" y="439031"/>
                  </a:lnTo>
                  <a:cubicBezTo>
                    <a:pt x="371715" y="439031"/>
                    <a:pt x="372691" y="437820"/>
                    <a:pt x="373128" y="437080"/>
                  </a:cubicBezTo>
                  <a:cubicBezTo>
                    <a:pt x="373566" y="436306"/>
                    <a:pt x="374979" y="434254"/>
                    <a:pt x="374979" y="434254"/>
                  </a:cubicBezTo>
                  <a:lnTo>
                    <a:pt x="376931" y="432942"/>
                  </a:lnTo>
                  <a:lnTo>
                    <a:pt x="379758" y="432942"/>
                  </a:lnTo>
                  <a:lnTo>
                    <a:pt x="380835" y="431630"/>
                  </a:lnTo>
                  <a:lnTo>
                    <a:pt x="383595" y="431933"/>
                  </a:lnTo>
                  <a:cubicBezTo>
                    <a:pt x="383629" y="432067"/>
                    <a:pt x="383629" y="432202"/>
                    <a:pt x="383662" y="432336"/>
                  </a:cubicBezTo>
                  <a:cubicBezTo>
                    <a:pt x="383561" y="431832"/>
                    <a:pt x="383527" y="431495"/>
                    <a:pt x="383527" y="431495"/>
                  </a:cubicBezTo>
                  <a:lnTo>
                    <a:pt x="384100" y="427728"/>
                  </a:lnTo>
                  <a:cubicBezTo>
                    <a:pt x="384100" y="427728"/>
                    <a:pt x="384975" y="426584"/>
                    <a:pt x="385244" y="425407"/>
                  </a:cubicBezTo>
                  <a:cubicBezTo>
                    <a:pt x="385547" y="424229"/>
                    <a:pt x="385412" y="423086"/>
                    <a:pt x="385681" y="421942"/>
                  </a:cubicBezTo>
                  <a:cubicBezTo>
                    <a:pt x="385951" y="420798"/>
                    <a:pt x="385816" y="418477"/>
                    <a:pt x="385816" y="418477"/>
                  </a:cubicBezTo>
                  <a:lnTo>
                    <a:pt x="385816" y="416459"/>
                  </a:lnTo>
                  <a:cubicBezTo>
                    <a:pt x="385816" y="416459"/>
                    <a:pt x="384672" y="416761"/>
                    <a:pt x="383191" y="416459"/>
                  </a:cubicBezTo>
                  <a:cubicBezTo>
                    <a:pt x="381710" y="416156"/>
                    <a:pt x="379422" y="415012"/>
                    <a:pt x="379422" y="415012"/>
                  </a:cubicBezTo>
                  <a:cubicBezTo>
                    <a:pt x="379422" y="415012"/>
                    <a:pt x="377100" y="412994"/>
                    <a:pt x="377100" y="412119"/>
                  </a:cubicBezTo>
                  <a:cubicBezTo>
                    <a:pt x="377100" y="411245"/>
                    <a:pt x="377100" y="409495"/>
                    <a:pt x="377100" y="409495"/>
                  </a:cubicBezTo>
                  <a:cubicBezTo>
                    <a:pt x="377100" y="409495"/>
                    <a:pt x="379994" y="409192"/>
                    <a:pt x="380566" y="408049"/>
                  </a:cubicBezTo>
                  <a:cubicBezTo>
                    <a:pt x="381138" y="406871"/>
                    <a:pt x="382013" y="406602"/>
                    <a:pt x="382888" y="405728"/>
                  </a:cubicBezTo>
                  <a:cubicBezTo>
                    <a:pt x="383763" y="404853"/>
                    <a:pt x="385513" y="403709"/>
                    <a:pt x="385513" y="403709"/>
                  </a:cubicBezTo>
                  <a:lnTo>
                    <a:pt x="386085" y="400816"/>
                  </a:lnTo>
                  <a:lnTo>
                    <a:pt x="386388" y="396477"/>
                  </a:lnTo>
                  <a:lnTo>
                    <a:pt x="384369" y="395333"/>
                  </a:lnTo>
                  <a:lnTo>
                    <a:pt x="381172" y="392440"/>
                  </a:lnTo>
                  <a:lnTo>
                    <a:pt x="380600" y="389244"/>
                  </a:lnTo>
                  <a:lnTo>
                    <a:pt x="380600" y="385174"/>
                  </a:lnTo>
                  <a:lnTo>
                    <a:pt x="381172" y="382584"/>
                  </a:lnTo>
                  <a:cubicBezTo>
                    <a:pt x="381172" y="382584"/>
                    <a:pt x="382619" y="379960"/>
                    <a:pt x="383763" y="377941"/>
                  </a:cubicBezTo>
                  <a:cubicBezTo>
                    <a:pt x="384907" y="375923"/>
                    <a:pt x="387532" y="372424"/>
                    <a:pt x="387532" y="372424"/>
                  </a:cubicBezTo>
                  <a:lnTo>
                    <a:pt x="386960" y="365764"/>
                  </a:lnTo>
                  <a:lnTo>
                    <a:pt x="383460" y="361693"/>
                  </a:lnTo>
                  <a:lnTo>
                    <a:pt x="382114" y="356984"/>
                  </a:lnTo>
                  <a:lnTo>
                    <a:pt x="380768" y="356647"/>
                  </a:lnTo>
                  <a:lnTo>
                    <a:pt x="374643" y="353956"/>
                  </a:lnTo>
                  <a:lnTo>
                    <a:pt x="368248" y="351097"/>
                  </a:lnTo>
                  <a:cubicBezTo>
                    <a:pt x="368248" y="351097"/>
                    <a:pt x="366633" y="347363"/>
                    <a:pt x="366633" y="346488"/>
                  </a:cubicBezTo>
                  <a:cubicBezTo>
                    <a:pt x="366633" y="345614"/>
                    <a:pt x="366633" y="341711"/>
                    <a:pt x="366633" y="341711"/>
                  </a:cubicBezTo>
                  <a:cubicBezTo>
                    <a:pt x="366633" y="341711"/>
                    <a:pt x="370099" y="340837"/>
                    <a:pt x="370335" y="340197"/>
                  </a:cubicBezTo>
                  <a:cubicBezTo>
                    <a:pt x="370537" y="339558"/>
                    <a:pt x="368383" y="333907"/>
                    <a:pt x="368383" y="333907"/>
                  </a:cubicBezTo>
                  <a:cubicBezTo>
                    <a:pt x="368383" y="333907"/>
                    <a:pt x="367945" y="330879"/>
                    <a:pt x="366633" y="329567"/>
                  </a:cubicBezTo>
                  <a:cubicBezTo>
                    <a:pt x="365320" y="328255"/>
                    <a:pt x="361181" y="328491"/>
                    <a:pt x="361181" y="328491"/>
                  </a:cubicBezTo>
                  <a:lnTo>
                    <a:pt x="353777" y="333705"/>
                  </a:lnTo>
                  <a:lnTo>
                    <a:pt x="349200" y="331115"/>
                  </a:lnTo>
                  <a:cubicBezTo>
                    <a:pt x="349200" y="331115"/>
                    <a:pt x="347349" y="326977"/>
                    <a:pt x="347786" y="326338"/>
                  </a:cubicBezTo>
                  <a:cubicBezTo>
                    <a:pt x="348224" y="325699"/>
                    <a:pt x="349200" y="324589"/>
                    <a:pt x="349200" y="324589"/>
                  </a:cubicBezTo>
                  <a:lnTo>
                    <a:pt x="349200" y="322839"/>
                  </a:lnTo>
                  <a:lnTo>
                    <a:pt x="343983" y="318500"/>
                  </a:lnTo>
                  <a:lnTo>
                    <a:pt x="343983" y="315674"/>
                  </a:lnTo>
                  <a:lnTo>
                    <a:pt x="345296" y="310023"/>
                  </a:lnTo>
                  <a:lnTo>
                    <a:pt x="345935" y="305885"/>
                  </a:lnTo>
                  <a:lnTo>
                    <a:pt x="343983" y="302185"/>
                  </a:lnTo>
                  <a:lnTo>
                    <a:pt x="337017" y="296533"/>
                  </a:lnTo>
                  <a:cubicBezTo>
                    <a:pt x="337017" y="296533"/>
                    <a:pt x="329411" y="291756"/>
                    <a:pt x="328536" y="291521"/>
                  </a:cubicBezTo>
                  <a:cubicBezTo>
                    <a:pt x="327661" y="291319"/>
                    <a:pt x="323084" y="289133"/>
                    <a:pt x="323084" y="289133"/>
                  </a:cubicBezTo>
                  <a:lnTo>
                    <a:pt x="323084" y="282606"/>
                  </a:lnTo>
                  <a:lnTo>
                    <a:pt x="321771" y="277830"/>
                  </a:lnTo>
                  <a:lnTo>
                    <a:pt x="318608" y="275677"/>
                  </a:lnTo>
                  <a:lnTo>
                    <a:pt x="314367" y="277426"/>
                  </a:lnTo>
                  <a:lnTo>
                    <a:pt x="314367" y="282640"/>
                  </a:lnTo>
                  <a:cubicBezTo>
                    <a:pt x="314367" y="282640"/>
                    <a:pt x="312415" y="283515"/>
                    <a:pt x="312180" y="284154"/>
                  </a:cubicBezTo>
                  <a:cubicBezTo>
                    <a:pt x="311978" y="284793"/>
                    <a:pt x="310430" y="285230"/>
                    <a:pt x="309992" y="285903"/>
                  </a:cubicBezTo>
                  <a:cubicBezTo>
                    <a:pt x="309555" y="286542"/>
                    <a:pt x="303261" y="286980"/>
                    <a:pt x="303261" y="286980"/>
                  </a:cubicBezTo>
                  <a:lnTo>
                    <a:pt x="299795" y="283077"/>
                  </a:lnTo>
                  <a:lnTo>
                    <a:pt x="296530" y="277426"/>
                  </a:lnTo>
                  <a:cubicBezTo>
                    <a:pt x="296530" y="277426"/>
                    <a:pt x="296732" y="271976"/>
                    <a:pt x="296530" y="272212"/>
                  </a:cubicBezTo>
                  <a:cubicBezTo>
                    <a:pt x="296295" y="272414"/>
                    <a:pt x="298920" y="269823"/>
                    <a:pt x="298920" y="269823"/>
                  </a:cubicBezTo>
                  <a:cubicBezTo>
                    <a:pt x="298920" y="269823"/>
                    <a:pt x="301983" y="267637"/>
                    <a:pt x="303497" y="267637"/>
                  </a:cubicBezTo>
                  <a:cubicBezTo>
                    <a:pt x="305011" y="267637"/>
                    <a:pt x="309151" y="271102"/>
                    <a:pt x="309151" y="271102"/>
                  </a:cubicBezTo>
                  <a:lnTo>
                    <a:pt x="312617" y="270900"/>
                  </a:lnTo>
                  <a:lnTo>
                    <a:pt x="312180" y="263297"/>
                  </a:lnTo>
                  <a:cubicBezTo>
                    <a:pt x="312180" y="263297"/>
                    <a:pt x="311978" y="260707"/>
                    <a:pt x="312382" y="260034"/>
                  </a:cubicBezTo>
                  <a:cubicBezTo>
                    <a:pt x="312819" y="259395"/>
                    <a:pt x="315646" y="257410"/>
                    <a:pt x="315646" y="257410"/>
                  </a:cubicBezTo>
                  <a:cubicBezTo>
                    <a:pt x="315646" y="257410"/>
                    <a:pt x="311305" y="254147"/>
                    <a:pt x="309555" y="254585"/>
                  </a:cubicBezTo>
                  <a:cubicBezTo>
                    <a:pt x="307805" y="255022"/>
                    <a:pt x="304776" y="252398"/>
                    <a:pt x="304776" y="252398"/>
                  </a:cubicBezTo>
                  <a:cubicBezTo>
                    <a:pt x="304776" y="252398"/>
                    <a:pt x="305213" y="249774"/>
                    <a:pt x="305853" y="249370"/>
                  </a:cubicBezTo>
                  <a:cubicBezTo>
                    <a:pt x="306492" y="248933"/>
                    <a:pt x="311069" y="246545"/>
                    <a:pt x="311069" y="246545"/>
                  </a:cubicBezTo>
                  <a:lnTo>
                    <a:pt x="313459" y="245468"/>
                  </a:lnTo>
                  <a:cubicBezTo>
                    <a:pt x="313459" y="245468"/>
                    <a:pt x="314536" y="240893"/>
                    <a:pt x="313896" y="240052"/>
                  </a:cubicBezTo>
                  <a:cubicBezTo>
                    <a:pt x="313257" y="239178"/>
                    <a:pt x="312146" y="233964"/>
                    <a:pt x="312146" y="233964"/>
                  </a:cubicBezTo>
                  <a:lnTo>
                    <a:pt x="311271" y="226798"/>
                  </a:lnTo>
                  <a:lnTo>
                    <a:pt x="308444" y="223098"/>
                  </a:lnTo>
                  <a:lnTo>
                    <a:pt x="302555" y="219633"/>
                  </a:lnTo>
                  <a:lnTo>
                    <a:pt x="300165" y="212232"/>
                  </a:lnTo>
                  <a:lnTo>
                    <a:pt x="298853" y="206581"/>
                  </a:lnTo>
                  <a:lnTo>
                    <a:pt x="299963" y="201804"/>
                  </a:lnTo>
                  <a:lnTo>
                    <a:pt x="301478" y="200055"/>
                  </a:lnTo>
                  <a:lnTo>
                    <a:pt x="304742" y="200055"/>
                  </a:lnTo>
                  <a:lnTo>
                    <a:pt x="308209" y="200055"/>
                  </a:lnTo>
                  <a:lnTo>
                    <a:pt x="309959" y="200055"/>
                  </a:lnTo>
                  <a:cubicBezTo>
                    <a:pt x="309959" y="200055"/>
                    <a:pt x="312786" y="199416"/>
                    <a:pt x="313661" y="200055"/>
                  </a:cubicBezTo>
                  <a:cubicBezTo>
                    <a:pt x="314536" y="200694"/>
                    <a:pt x="321065" y="201199"/>
                    <a:pt x="321065" y="199752"/>
                  </a:cubicBezTo>
                  <a:cubicBezTo>
                    <a:pt x="321065" y="198305"/>
                    <a:pt x="320863" y="195244"/>
                    <a:pt x="320863" y="195244"/>
                  </a:cubicBezTo>
                  <a:lnTo>
                    <a:pt x="321300" y="191779"/>
                  </a:lnTo>
                  <a:lnTo>
                    <a:pt x="321300" y="188752"/>
                  </a:lnTo>
                  <a:lnTo>
                    <a:pt x="323892" y="184412"/>
                  </a:lnTo>
                  <a:lnTo>
                    <a:pt x="325642" y="184412"/>
                  </a:lnTo>
                  <a:lnTo>
                    <a:pt x="331060" y="189189"/>
                  </a:lnTo>
                  <a:lnTo>
                    <a:pt x="336950" y="195715"/>
                  </a:lnTo>
                  <a:lnTo>
                    <a:pt x="339777" y="199853"/>
                  </a:lnTo>
                  <a:cubicBezTo>
                    <a:pt x="339777" y="199853"/>
                    <a:pt x="342402" y="199853"/>
                    <a:pt x="342839" y="199214"/>
                  </a:cubicBezTo>
                  <a:cubicBezTo>
                    <a:pt x="343277" y="198575"/>
                    <a:pt x="344556" y="196590"/>
                    <a:pt x="344556" y="196590"/>
                  </a:cubicBezTo>
                  <a:lnTo>
                    <a:pt x="345632" y="195076"/>
                  </a:lnTo>
                  <a:lnTo>
                    <a:pt x="346070" y="193125"/>
                  </a:lnTo>
                  <a:cubicBezTo>
                    <a:pt x="346070" y="193125"/>
                    <a:pt x="346507" y="190938"/>
                    <a:pt x="347147" y="190938"/>
                  </a:cubicBezTo>
                  <a:cubicBezTo>
                    <a:pt x="347786" y="190938"/>
                    <a:pt x="349974" y="189627"/>
                    <a:pt x="349974" y="189627"/>
                  </a:cubicBezTo>
                  <a:lnTo>
                    <a:pt x="353238" y="187675"/>
                  </a:lnTo>
                  <a:lnTo>
                    <a:pt x="354753" y="185724"/>
                  </a:lnTo>
                  <a:lnTo>
                    <a:pt x="355830" y="184412"/>
                  </a:lnTo>
                  <a:lnTo>
                    <a:pt x="360407" y="184412"/>
                  </a:lnTo>
                  <a:lnTo>
                    <a:pt x="364546" y="185724"/>
                  </a:lnTo>
                  <a:lnTo>
                    <a:pt x="368686" y="187036"/>
                  </a:lnTo>
                  <a:lnTo>
                    <a:pt x="371277" y="190064"/>
                  </a:lnTo>
                  <a:lnTo>
                    <a:pt x="374340" y="195715"/>
                  </a:lnTo>
                  <a:lnTo>
                    <a:pt x="377806" y="195480"/>
                  </a:lnTo>
                  <a:cubicBezTo>
                    <a:pt x="377806" y="195480"/>
                    <a:pt x="380128" y="194403"/>
                    <a:pt x="380903" y="193731"/>
                  </a:cubicBezTo>
                  <a:cubicBezTo>
                    <a:pt x="381710" y="193091"/>
                    <a:pt x="384201" y="190030"/>
                    <a:pt x="384201" y="190030"/>
                  </a:cubicBezTo>
                  <a:lnTo>
                    <a:pt x="385614" y="187406"/>
                  </a:lnTo>
                  <a:lnTo>
                    <a:pt x="385614" y="185220"/>
                  </a:lnTo>
                  <a:lnTo>
                    <a:pt x="388778" y="186094"/>
                  </a:lnTo>
                  <a:lnTo>
                    <a:pt x="392581" y="188718"/>
                  </a:lnTo>
                  <a:lnTo>
                    <a:pt x="392581" y="192183"/>
                  </a:lnTo>
                  <a:lnTo>
                    <a:pt x="392581" y="195648"/>
                  </a:lnTo>
                  <a:lnTo>
                    <a:pt x="392581" y="200862"/>
                  </a:lnTo>
                  <a:lnTo>
                    <a:pt x="392581" y="207826"/>
                  </a:lnTo>
                  <a:cubicBezTo>
                    <a:pt x="392581" y="207826"/>
                    <a:pt x="392782" y="210416"/>
                    <a:pt x="393658" y="210416"/>
                  </a:cubicBezTo>
                  <a:cubicBezTo>
                    <a:pt x="394533" y="210416"/>
                    <a:pt x="397797" y="206951"/>
                    <a:pt x="397797" y="206951"/>
                  </a:cubicBezTo>
                  <a:lnTo>
                    <a:pt x="399547" y="201098"/>
                  </a:lnTo>
                  <a:lnTo>
                    <a:pt x="399547" y="195682"/>
                  </a:lnTo>
                  <a:lnTo>
                    <a:pt x="399547" y="190468"/>
                  </a:lnTo>
                  <a:cubicBezTo>
                    <a:pt x="399547" y="190468"/>
                    <a:pt x="401937" y="187642"/>
                    <a:pt x="402812" y="187204"/>
                  </a:cubicBezTo>
                  <a:cubicBezTo>
                    <a:pt x="403687" y="186767"/>
                    <a:pt x="406716" y="184379"/>
                    <a:pt x="406716" y="184379"/>
                  </a:cubicBezTo>
                  <a:lnTo>
                    <a:pt x="409745" y="181755"/>
                  </a:lnTo>
                  <a:lnTo>
                    <a:pt x="414759" y="180006"/>
                  </a:lnTo>
                  <a:lnTo>
                    <a:pt x="416072" y="178256"/>
                  </a:lnTo>
                  <a:lnTo>
                    <a:pt x="418023" y="174791"/>
                  </a:lnTo>
                  <a:cubicBezTo>
                    <a:pt x="418023" y="174791"/>
                    <a:pt x="418898" y="173278"/>
                    <a:pt x="419100" y="172605"/>
                  </a:cubicBezTo>
                  <a:cubicBezTo>
                    <a:pt x="419336" y="171966"/>
                    <a:pt x="421726" y="168265"/>
                    <a:pt x="421726" y="168265"/>
                  </a:cubicBezTo>
                  <a:lnTo>
                    <a:pt x="424552" y="164128"/>
                  </a:lnTo>
                  <a:lnTo>
                    <a:pt x="427581" y="161504"/>
                  </a:lnTo>
                  <a:cubicBezTo>
                    <a:pt x="427581" y="161504"/>
                    <a:pt x="430644" y="158779"/>
                    <a:pt x="431485" y="158342"/>
                  </a:cubicBezTo>
                  <a:cubicBezTo>
                    <a:pt x="432360" y="157904"/>
                    <a:pt x="438889" y="156491"/>
                    <a:pt x="438889" y="156491"/>
                  </a:cubicBezTo>
                  <a:lnTo>
                    <a:pt x="445620" y="156491"/>
                  </a:lnTo>
                  <a:lnTo>
                    <a:pt x="450837" y="156491"/>
                  </a:lnTo>
                  <a:lnTo>
                    <a:pt x="454741" y="154742"/>
                  </a:lnTo>
                  <a:lnTo>
                    <a:pt x="456928" y="154742"/>
                  </a:lnTo>
                  <a:lnTo>
                    <a:pt x="456928" y="157332"/>
                  </a:lnTo>
                  <a:lnTo>
                    <a:pt x="458645" y="161470"/>
                  </a:lnTo>
                  <a:lnTo>
                    <a:pt x="458645" y="164296"/>
                  </a:lnTo>
                  <a:lnTo>
                    <a:pt x="462111" y="165171"/>
                  </a:lnTo>
                  <a:lnTo>
                    <a:pt x="465914" y="164094"/>
                  </a:lnTo>
                  <a:lnTo>
                    <a:pt x="469078" y="160192"/>
                  </a:lnTo>
                  <a:lnTo>
                    <a:pt x="469078" y="157366"/>
                  </a:lnTo>
                  <a:lnTo>
                    <a:pt x="471703" y="151715"/>
                  </a:lnTo>
                  <a:cubicBezTo>
                    <a:pt x="471703" y="151715"/>
                    <a:pt x="471938" y="148014"/>
                    <a:pt x="471703" y="146938"/>
                  </a:cubicBezTo>
                  <a:cubicBezTo>
                    <a:pt x="471467" y="145861"/>
                    <a:pt x="471703" y="141286"/>
                    <a:pt x="470390" y="140647"/>
                  </a:cubicBezTo>
                  <a:cubicBezTo>
                    <a:pt x="469078" y="140008"/>
                    <a:pt x="468640" y="133919"/>
                    <a:pt x="468640" y="133919"/>
                  </a:cubicBezTo>
                  <a:lnTo>
                    <a:pt x="467765" y="131094"/>
                  </a:lnTo>
                  <a:lnTo>
                    <a:pt x="469010" y="128470"/>
                  </a:lnTo>
                  <a:lnTo>
                    <a:pt x="472544" y="126720"/>
                  </a:lnTo>
                  <a:lnTo>
                    <a:pt x="472544" y="124332"/>
                  </a:lnTo>
                  <a:lnTo>
                    <a:pt x="472544" y="122583"/>
                  </a:lnTo>
                  <a:lnTo>
                    <a:pt x="470356" y="117369"/>
                  </a:lnTo>
                  <a:lnTo>
                    <a:pt x="469044" y="113668"/>
                  </a:lnTo>
                  <a:lnTo>
                    <a:pt x="469044" y="110405"/>
                  </a:lnTo>
                  <a:cubicBezTo>
                    <a:pt x="469044" y="110405"/>
                    <a:pt x="470558" y="105393"/>
                    <a:pt x="470121" y="104754"/>
                  </a:cubicBezTo>
                  <a:cubicBezTo>
                    <a:pt x="469683" y="104115"/>
                    <a:pt x="466419" y="99741"/>
                    <a:pt x="466419" y="99741"/>
                  </a:cubicBezTo>
                  <a:lnTo>
                    <a:pt x="464231" y="97555"/>
                  </a:lnTo>
                  <a:lnTo>
                    <a:pt x="461842" y="95806"/>
                  </a:lnTo>
                  <a:cubicBezTo>
                    <a:pt x="461842" y="95806"/>
                    <a:pt x="456827" y="93215"/>
                    <a:pt x="455548" y="92980"/>
                  </a:cubicBezTo>
                  <a:cubicBezTo>
                    <a:pt x="454236" y="92778"/>
                    <a:pt x="450971" y="90390"/>
                    <a:pt x="450971" y="90390"/>
                  </a:cubicBezTo>
                  <a:lnTo>
                    <a:pt x="445553" y="85075"/>
                  </a:lnTo>
                  <a:lnTo>
                    <a:pt x="444240" y="81711"/>
                  </a:lnTo>
                  <a:lnTo>
                    <a:pt x="442053" y="81711"/>
                  </a:lnTo>
                  <a:lnTo>
                    <a:pt x="431620" y="81711"/>
                  </a:lnTo>
                  <a:lnTo>
                    <a:pt x="426841" y="80634"/>
                  </a:lnTo>
                  <a:cubicBezTo>
                    <a:pt x="426841" y="80634"/>
                    <a:pt x="428153" y="76496"/>
                    <a:pt x="428793" y="74983"/>
                  </a:cubicBezTo>
                  <a:cubicBezTo>
                    <a:pt x="429466" y="73469"/>
                    <a:pt x="431620" y="69970"/>
                    <a:pt x="431620" y="69970"/>
                  </a:cubicBezTo>
                  <a:cubicBezTo>
                    <a:pt x="431620" y="69970"/>
                    <a:pt x="429870" y="66068"/>
                    <a:pt x="429029" y="66068"/>
                  </a:cubicBezTo>
                  <a:cubicBezTo>
                    <a:pt x="428153" y="66068"/>
                    <a:pt x="424889" y="64319"/>
                    <a:pt x="424889" y="64319"/>
                  </a:cubicBezTo>
                  <a:lnTo>
                    <a:pt x="421490" y="61291"/>
                  </a:lnTo>
                  <a:lnTo>
                    <a:pt x="415971" y="60854"/>
                  </a:lnTo>
                  <a:lnTo>
                    <a:pt x="412504" y="60854"/>
                  </a:lnTo>
                  <a:lnTo>
                    <a:pt x="406413" y="60854"/>
                  </a:lnTo>
                  <a:lnTo>
                    <a:pt x="399884" y="61493"/>
                  </a:lnTo>
                  <a:lnTo>
                    <a:pt x="396821" y="62570"/>
                  </a:lnTo>
                  <a:lnTo>
                    <a:pt x="389720" y="62570"/>
                  </a:lnTo>
                  <a:lnTo>
                    <a:pt x="386085" y="58365"/>
                  </a:lnTo>
                  <a:lnTo>
                    <a:pt x="384201" y="54732"/>
                  </a:lnTo>
                  <a:cubicBezTo>
                    <a:pt x="384201" y="54732"/>
                    <a:pt x="380297" y="51973"/>
                    <a:pt x="379253" y="50527"/>
                  </a:cubicBezTo>
                  <a:cubicBezTo>
                    <a:pt x="378244" y="49080"/>
                    <a:pt x="377369" y="47062"/>
                    <a:pt x="377369" y="47062"/>
                  </a:cubicBezTo>
                  <a:lnTo>
                    <a:pt x="376494" y="44303"/>
                  </a:lnTo>
                  <a:lnTo>
                    <a:pt x="373027" y="41545"/>
                  </a:lnTo>
                  <a:lnTo>
                    <a:pt x="371715" y="40233"/>
                  </a:lnTo>
                  <a:cubicBezTo>
                    <a:pt x="371715" y="40233"/>
                    <a:pt x="369393" y="37643"/>
                    <a:pt x="368686" y="36768"/>
                  </a:cubicBezTo>
                  <a:cubicBezTo>
                    <a:pt x="367979" y="35893"/>
                    <a:pt x="367239" y="35759"/>
                    <a:pt x="366667" y="35624"/>
                  </a:cubicBezTo>
                  <a:cubicBezTo>
                    <a:pt x="366094" y="35490"/>
                    <a:pt x="364647" y="33303"/>
                    <a:pt x="364647" y="33303"/>
                  </a:cubicBezTo>
                  <a:lnTo>
                    <a:pt x="363772" y="31554"/>
                  </a:lnTo>
                  <a:cubicBezTo>
                    <a:pt x="363772" y="31554"/>
                    <a:pt x="361753" y="30982"/>
                    <a:pt x="361181" y="30982"/>
                  </a:cubicBezTo>
                  <a:cubicBezTo>
                    <a:pt x="360609" y="30982"/>
                    <a:pt x="359296" y="30847"/>
                    <a:pt x="357714" y="30847"/>
                  </a:cubicBezTo>
                  <a:cubicBezTo>
                    <a:pt x="356099" y="30847"/>
                    <a:pt x="354820" y="30713"/>
                    <a:pt x="354820" y="30713"/>
                  </a:cubicBezTo>
                  <a:lnTo>
                    <a:pt x="351354" y="28964"/>
                  </a:lnTo>
                  <a:lnTo>
                    <a:pt x="349469" y="26945"/>
                  </a:lnTo>
                  <a:lnTo>
                    <a:pt x="346137" y="24624"/>
                  </a:lnTo>
                  <a:lnTo>
                    <a:pt x="339777" y="20722"/>
                  </a:lnTo>
                  <a:lnTo>
                    <a:pt x="336748" y="18535"/>
                  </a:lnTo>
                  <a:lnTo>
                    <a:pt x="333719" y="15070"/>
                  </a:lnTo>
                  <a:lnTo>
                    <a:pt x="327055" y="11740"/>
                  </a:lnTo>
                  <a:cubicBezTo>
                    <a:pt x="327055" y="11740"/>
                    <a:pt x="321973" y="8982"/>
                    <a:pt x="321536" y="8713"/>
                  </a:cubicBezTo>
                  <a:cubicBezTo>
                    <a:pt x="321098" y="8410"/>
                    <a:pt x="318069" y="5954"/>
                    <a:pt x="318069" y="5954"/>
                  </a:cubicBezTo>
                  <a:cubicBezTo>
                    <a:pt x="318069" y="5954"/>
                    <a:pt x="315916" y="3196"/>
                    <a:pt x="316117" y="2758"/>
                  </a:cubicBezTo>
                  <a:cubicBezTo>
                    <a:pt x="316319" y="2321"/>
                    <a:pt x="313425" y="0"/>
                    <a:pt x="313425" y="0"/>
                  </a:cubicBezTo>
                  <a:lnTo>
                    <a:pt x="311675" y="0"/>
                  </a:lnTo>
                  <a:lnTo>
                    <a:pt x="306459" y="0"/>
                  </a:lnTo>
                  <a:lnTo>
                    <a:pt x="304709" y="1682"/>
                  </a:lnTo>
                  <a:lnTo>
                    <a:pt x="302386" y="4070"/>
                  </a:lnTo>
                  <a:lnTo>
                    <a:pt x="301949" y="5954"/>
                  </a:lnTo>
                  <a:lnTo>
                    <a:pt x="301646" y="7703"/>
                  </a:lnTo>
                  <a:cubicBezTo>
                    <a:pt x="301646" y="7703"/>
                    <a:pt x="301074" y="9284"/>
                    <a:pt x="301074" y="9722"/>
                  </a:cubicBezTo>
                  <a:cubicBezTo>
                    <a:pt x="301074" y="10159"/>
                    <a:pt x="302386" y="11303"/>
                    <a:pt x="302386" y="11303"/>
                  </a:cubicBezTo>
                  <a:lnTo>
                    <a:pt x="304136" y="12312"/>
                  </a:lnTo>
                  <a:cubicBezTo>
                    <a:pt x="304136" y="12312"/>
                    <a:pt x="306021" y="14330"/>
                    <a:pt x="306459" y="14768"/>
                  </a:cubicBezTo>
                  <a:cubicBezTo>
                    <a:pt x="306896" y="15205"/>
                    <a:pt x="307603" y="14768"/>
                    <a:pt x="307603" y="14768"/>
                  </a:cubicBezTo>
                  <a:lnTo>
                    <a:pt x="307300" y="18233"/>
                  </a:lnTo>
                  <a:lnTo>
                    <a:pt x="307300" y="19107"/>
                  </a:lnTo>
                  <a:lnTo>
                    <a:pt x="306425" y="20856"/>
                  </a:lnTo>
                  <a:lnTo>
                    <a:pt x="304675" y="20856"/>
                  </a:lnTo>
                  <a:lnTo>
                    <a:pt x="303093" y="20856"/>
                  </a:lnTo>
                  <a:cubicBezTo>
                    <a:pt x="303093" y="20856"/>
                    <a:pt x="301781" y="20991"/>
                    <a:pt x="301646" y="21428"/>
                  </a:cubicBezTo>
                  <a:cubicBezTo>
                    <a:pt x="301511" y="21866"/>
                    <a:pt x="301343" y="23615"/>
                    <a:pt x="301343" y="24187"/>
                  </a:cubicBezTo>
                  <a:cubicBezTo>
                    <a:pt x="301343" y="24759"/>
                    <a:pt x="300636" y="29973"/>
                    <a:pt x="300636" y="29973"/>
                  </a:cubicBezTo>
                  <a:lnTo>
                    <a:pt x="299055" y="30847"/>
                  </a:lnTo>
                  <a:cubicBezTo>
                    <a:pt x="299055" y="30847"/>
                    <a:pt x="297304" y="27383"/>
                    <a:pt x="296429" y="27214"/>
                  </a:cubicBezTo>
                  <a:cubicBezTo>
                    <a:pt x="295554" y="27080"/>
                    <a:pt x="291516" y="27214"/>
                    <a:pt x="291516" y="27214"/>
                  </a:cubicBezTo>
                  <a:lnTo>
                    <a:pt x="291651" y="28661"/>
                  </a:lnTo>
                  <a:lnTo>
                    <a:pt x="291651" y="34581"/>
                  </a:lnTo>
                  <a:cubicBezTo>
                    <a:pt x="291651" y="34581"/>
                    <a:pt x="291583" y="37912"/>
                    <a:pt x="291718" y="38484"/>
                  </a:cubicBezTo>
                  <a:cubicBezTo>
                    <a:pt x="291852" y="39056"/>
                    <a:pt x="293098" y="39930"/>
                    <a:pt x="293098" y="39930"/>
                  </a:cubicBezTo>
                  <a:cubicBezTo>
                    <a:pt x="293098" y="39930"/>
                    <a:pt x="295420" y="42251"/>
                    <a:pt x="296429" y="42386"/>
                  </a:cubicBezTo>
                  <a:cubicBezTo>
                    <a:pt x="297439" y="42520"/>
                    <a:pt x="297304" y="45582"/>
                    <a:pt x="297304" y="45582"/>
                  </a:cubicBezTo>
                  <a:lnTo>
                    <a:pt x="300939" y="47465"/>
                  </a:lnTo>
                  <a:lnTo>
                    <a:pt x="303968" y="48912"/>
                  </a:lnTo>
                  <a:lnTo>
                    <a:pt x="310329" y="52108"/>
                  </a:lnTo>
                  <a:lnTo>
                    <a:pt x="314401" y="55169"/>
                  </a:lnTo>
                  <a:lnTo>
                    <a:pt x="315983" y="59811"/>
                  </a:lnTo>
                  <a:cubicBezTo>
                    <a:pt x="315983" y="59811"/>
                    <a:pt x="316117" y="63007"/>
                    <a:pt x="315983" y="63579"/>
                  </a:cubicBezTo>
                  <a:cubicBezTo>
                    <a:pt x="315848" y="64151"/>
                    <a:pt x="315983" y="65765"/>
                    <a:pt x="315983" y="65765"/>
                  </a:cubicBezTo>
                  <a:cubicBezTo>
                    <a:pt x="315983" y="65765"/>
                    <a:pt x="314839" y="68221"/>
                    <a:pt x="314401" y="68221"/>
                  </a:cubicBezTo>
                  <a:cubicBezTo>
                    <a:pt x="313964" y="68221"/>
                    <a:pt x="312651" y="69668"/>
                    <a:pt x="312213" y="69668"/>
                  </a:cubicBezTo>
                  <a:cubicBezTo>
                    <a:pt x="311776" y="69668"/>
                    <a:pt x="308444" y="71249"/>
                    <a:pt x="307872" y="71417"/>
                  </a:cubicBezTo>
                  <a:cubicBezTo>
                    <a:pt x="307300" y="71551"/>
                    <a:pt x="306862" y="71417"/>
                    <a:pt x="306290" y="71417"/>
                  </a:cubicBezTo>
                  <a:cubicBezTo>
                    <a:pt x="305718" y="71417"/>
                    <a:pt x="302824" y="72426"/>
                    <a:pt x="302824" y="72426"/>
                  </a:cubicBezTo>
                  <a:lnTo>
                    <a:pt x="302117" y="73873"/>
                  </a:lnTo>
                  <a:lnTo>
                    <a:pt x="302117" y="74882"/>
                  </a:lnTo>
                  <a:cubicBezTo>
                    <a:pt x="302117" y="74882"/>
                    <a:pt x="301175" y="77506"/>
                    <a:pt x="301175" y="78077"/>
                  </a:cubicBezTo>
                  <a:cubicBezTo>
                    <a:pt x="301175" y="78649"/>
                    <a:pt x="299795" y="80533"/>
                    <a:pt x="298213" y="81273"/>
                  </a:cubicBezTo>
                  <a:cubicBezTo>
                    <a:pt x="296631" y="82013"/>
                    <a:pt x="295756" y="83729"/>
                    <a:pt x="295756" y="83729"/>
                  </a:cubicBezTo>
                  <a:cubicBezTo>
                    <a:pt x="295756" y="83729"/>
                    <a:pt x="292997" y="84301"/>
                    <a:pt x="291718" y="84435"/>
                  </a:cubicBezTo>
                  <a:cubicBezTo>
                    <a:pt x="290405" y="84570"/>
                    <a:pt x="289530" y="84301"/>
                    <a:pt x="288958" y="84435"/>
                  </a:cubicBezTo>
                  <a:cubicBezTo>
                    <a:pt x="288386" y="84570"/>
                    <a:pt x="286636" y="84435"/>
                    <a:pt x="286636" y="84435"/>
                  </a:cubicBezTo>
                  <a:cubicBezTo>
                    <a:pt x="286636" y="84435"/>
                    <a:pt x="285323" y="86185"/>
                    <a:pt x="284583" y="86622"/>
                  </a:cubicBezTo>
                  <a:cubicBezTo>
                    <a:pt x="283843" y="87059"/>
                    <a:pt x="284448" y="88371"/>
                    <a:pt x="284448" y="88371"/>
                  </a:cubicBezTo>
                  <a:cubicBezTo>
                    <a:pt x="284448" y="88371"/>
                    <a:pt x="284751" y="90692"/>
                    <a:pt x="284448" y="91130"/>
                  </a:cubicBezTo>
                  <a:cubicBezTo>
                    <a:pt x="284146" y="91567"/>
                    <a:pt x="284448" y="94023"/>
                    <a:pt x="284448" y="94023"/>
                  </a:cubicBezTo>
                  <a:cubicBezTo>
                    <a:pt x="284448" y="94023"/>
                    <a:pt x="283304" y="96781"/>
                    <a:pt x="283304" y="97353"/>
                  </a:cubicBezTo>
                  <a:cubicBezTo>
                    <a:pt x="283304" y="97925"/>
                    <a:pt x="281722" y="100683"/>
                    <a:pt x="281722" y="100683"/>
                  </a:cubicBezTo>
                  <a:lnTo>
                    <a:pt x="280713" y="104148"/>
                  </a:lnTo>
                  <a:lnTo>
                    <a:pt x="278256" y="107916"/>
                  </a:lnTo>
                  <a:lnTo>
                    <a:pt x="274352" y="110102"/>
                  </a:lnTo>
                  <a:cubicBezTo>
                    <a:pt x="274352" y="110102"/>
                    <a:pt x="269573" y="111986"/>
                    <a:pt x="269136" y="112121"/>
                  </a:cubicBezTo>
                  <a:cubicBezTo>
                    <a:pt x="268698" y="112255"/>
                    <a:pt x="268126" y="115317"/>
                    <a:pt x="268126" y="115317"/>
                  </a:cubicBezTo>
                  <a:lnTo>
                    <a:pt x="269270" y="117200"/>
                  </a:lnTo>
                  <a:lnTo>
                    <a:pt x="272467" y="120834"/>
                  </a:lnTo>
                  <a:lnTo>
                    <a:pt x="269439" y="124298"/>
                  </a:lnTo>
                  <a:lnTo>
                    <a:pt x="266107" y="125879"/>
                  </a:lnTo>
                  <a:lnTo>
                    <a:pt x="264962" y="127898"/>
                  </a:lnTo>
                  <a:lnTo>
                    <a:pt x="265535" y="130219"/>
                  </a:lnTo>
                  <a:lnTo>
                    <a:pt x="267991" y="131968"/>
                  </a:lnTo>
                  <a:cubicBezTo>
                    <a:pt x="267991" y="131968"/>
                    <a:pt x="266241" y="134424"/>
                    <a:pt x="265669" y="135736"/>
                  </a:cubicBezTo>
                  <a:cubicBezTo>
                    <a:pt x="265097" y="137048"/>
                    <a:pt x="262640" y="138763"/>
                    <a:pt x="262640" y="138763"/>
                  </a:cubicBezTo>
                  <a:lnTo>
                    <a:pt x="260318" y="139638"/>
                  </a:lnTo>
                  <a:cubicBezTo>
                    <a:pt x="260318" y="139638"/>
                    <a:pt x="258568" y="141656"/>
                    <a:pt x="257727" y="142396"/>
                  </a:cubicBezTo>
                  <a:cubicBezTo>
                    <a:pt x="256852" y="143137"/>
                    <a:pt x="256717" y="144718"/>
                    <a:pt x="256583" y="145592"/>
                  </a:cubicBezTo>
                  <a:cubicBezTo>
                    <a:pt x="256448" y="146467"/>
                    <a:pt x="257458" y="148923"/>
                    <a:pt x="257458" y="148923"/>
                  </a:cubicBezTo>
                  <a:lnTo>
                    <a:pt x="260352" y="152690"/>
                  </a:lnTo>
                  <a:lnTo>
                    <a:pt x="256448" y="157198"/>
                  </a:lnTo>
                  <a:cubicBezTo>
                    <a:pt x="256448" y="157198"/>
                    <a:pt x="255876" y="158342"/>
                    <a:pt x="255438" y="158644"/>
                  </a:cubicBezTo>
                  <a:cubicBezTo>
                    <a:pt x="255001" y="158947"/>
                    <a:pt x="253856" y="159956"/>
                    <a:pt x="253419" y="160225"/>
                  </a:cubicBezTo>
                  <a:cubicBezTo>
                    <a:pt x="252981" y="160528"/>
                    <a:pt x="251837" y="160663"/>
                    <a:pt x="251837" y="160663"/>
                  </a:cubicBezTo>
                  <a:lnTo>
                    <a:pt x="249818" y="162412"/>
                  </a:lnTo>
                  <a:lnTo>
                    <a:pt x="247496" y="163421"/>
                  </a:lnTo>
                  <a:lnTo>
                    <a:pt x="244904" y="163421"/>
                  </a:lnTo>
                  <a:lnTo>
                    <a:pt x="243154" y="162412"/>
                  </a:lnTo>
                  <a:cubicBezTo>
                    <a:pt x="243154" y="162412"/>
                    <a:pt x="240967" y="159519"/>
                    <a:pt x="240529" y="159082"/>
                  </a:cubicBezTo>
                  <a:cubicBezTo>
                    <a:pt x="240092" y="158644"/>
                    <a:pt x="239822" y="156054"/>
                    <a:pt x="239822" y="156054"/>
                  </a:cubicBezTo>
                  <a:lnTo>
                    <a:pt x="238678" y="155617"/>
                  </a:lnTo>
                  <a:cubicBezTo>
                    <a:pt x="238678" y="155617"/>
                    <a:pt x="237366" y="156189"/>
                    <a:pt x="236794" y="156189"/>
                  </a:cubicBezTo>
                  <a:cubicBezTo>
                    <a:pt x="236222" y="156189"/>
                    <a:pt x="234774" y="158073"/>
                    <a:pt x="234034" y="158813"/>
                  </a:cubicBezTo>
                  <a:cubicBezTo>
                    <a:pt x="233293" y="159519"/>
                    <a:pt x="232015" y="158947"/>
                    <a:pt x="231274" y="158947"/>
                  </a:cubicBezTo>
                  <a:cubicBezTo>
                    <a:pt x="230534" y="158947"/>
                    <a:pt x="228952" y="158375"/>
                    <a:pt x="228077" y="157803"/>
                  </a:cubicBezTo>
                  <a:cubicBezTo>
                    <a:pt x="227202" y="157232"/>
                    <a:pt x="226630" y="156660"/>
                    <a:pt x="226630" y="156660"/>
                  </a:cubicBezTo>
                  <a:cubicBezTo>
                    <a:pt x="226630" y="156660"/>
                    <a:pt x="225620" y="155348"/>
                    <a:pt x="224745" y="154776"/>
                  </a:cubicBezTo>
                  <a:cubicBezTo>
                    <a:pt x="223870" y="154204"/>
                    <a:pt x="221413" y="154776"/>
                    <a:pt x="221413" y="154776"/>
                  </a:cubicBezTo>
                  <a:lnTo>
                    <a:pt x="219663" y="154776"/>
                  </a:lnTo>
                  <a:lnTo>
                    <a:pt x="216466" y="154776"/>
                  </a:lnTo>
                  <a:cubicBezTo>
                    <a:pt x="216466" y="154776"/>
                    <a:pt x="215591" y="156895"/>
                    <a:pt x="215322" y="157030"/>
                  </a:cubicBezTo>
                  <a:cubicBezTo>
                    <a:pt x="215019" y="157164"/>
                    <a:pt x="214581" y="158846"/>
                    <a:pt x="214178" y="158981"/>
                  </a:cubicBezTo>
                  <a:cubicBezTo>
                    <a:pt x="213740" y="159115"/>
                    <a:pt x="215322" y="160865"/>
                    <a:pt x="215322" y="160865"/>
                  </a:cubicBezTo>
                  <a:lnTo>
                    <a:pt x="215322" y="163623"/>
                  </a:lnTo>
                  <a:lnTo>
                    <a:pt x="213370" y="165070"/>
                  </a:lnTo>
                  <a:lnTo>
                    <a:pt x="211115" y="166651"/>
                  </a:lnTo>
                  <a:lnTo>
                    <a:pt x="209096" y="169846"/>
                  </a:lnTo>
                  <a:lnTo>
                    <a:pt x="207952" y="172874"/>
                  </a:lnTo>
                  <a:lnTo>
                    <a:pt x="210711" y="175195"/>
                  </a:lnTo>
                  <a:cubicBezTo>
                    <a:pt x="210711" y="175195"/>
                    <a:pt x="213740" y="178391"/>
                    <a:pt x="213606" y="178828"/>
                  </a:cubicBezTo>
                  <a:cubicBezTo>
                    <a:pt x="213471" y="179266"/>
                    <a:pt x="213606" y="181721"/>
                    <a:pt x="213606" y="181721"/>
                  </a:cubicBezTo>
                  <a:lnTo>
                    <a:pt x="213606" y="182865"/>
                  </a:lnTo>
                  <a:lnTo>
                    <a:pt x="211855" y="185186"/>
                  </a:lnTo>
                  <a:lnTo>
                    <a:pt x="211855" y="186061"/>
                  </a:lnTo>
                  <a:cubicBezTo>
                    <a:pt x="211855" y="186061"/>
                    <a:pt x="210543" y="186061"/>
                    <a:pt x="208961" y="186061"/>
                  </a:cubicBezTo>
                  <a:cubicBezTo>
                    <a:pt x="207380" y="186061"/>
                    <a:pt x="207514" y="187642"/>
                    <a:pt x="207514" y="187642"/>
                  </a:cubicBezTo>
                  <a:lnTo>
                    <a:pt x="206201" y="190972"/>
                  </a:lnTo>
                  <a:cubicBezTo>
                    <a:pt x="206201" y="190972"/>
                    <a:pt x="204754" y="192419"/>
                    <a:pt x="204620" y="192856"/>
                  </a:cubicBezTo>
                  <a:cubicBezTo>
                    <a:pt x="204485" y="193293"/>
                    <a:pt x="203038" y="194302"/>
                    <a:pt x="203038" y="194302"/>
                  </a:cubicBezTo>
                  <a:cubicBezTo>
                    <a:pt x="203038" y="194302"/>
                    <a:pt x="201456" y="197935"/>
                    <a:pt x="201019" y="198440"/>
                  </a:cubicBezTo>
                  <a:cubicBezTo>
                    <a:pt x="200581" y="198945"/>
                    <a:pt x="200009" y="201266"/>
                    <a:pt x="200009" y="201266"/>
                  </a:cubicBezTo>
                  <a:lnTo>
                    <a:pt x="198562" y="205605"/>
                  </a:lnTo>
                  <a:lnTo>
                    <a:pt x="196980" y="208936"/>
                  </a:lnTo>
                  <a:cubicBezTo>
                    <a:pt x="196980" y="208936"/>
                    <a:pt x="194220" y="210954"/>
                    <a:pt x="193514" y="210954"/>
                  </a:cubicBezTo>
                  <a:cubicBezTo>
                    <a:pt x="192773" y="210954"/>
                    <a:pt x="190451" y="216471"/>
                    <a:pt x="190451" y="216471"/>
                  </a:cubicBezTo>
                  <a:lnTo>
                    <a:pt x="188701" y="222694"/>
                  </a:lnTo>
                  <a:lnTo>
                    <a:pt x="185235" y="227034"/>
                  </a:lnTo>
                  <a:lnTo>
                    <a:pt x="183350" y="228918"/>
                  </a:lnTo>
                  <a:lnTo>
                    <a:pt x="181465" y="231239"/>
                  </a:lnTo>
                  <a:lnTo>
                    <a:pt x="180590" y="233829"/>
                  </a:lnTo>
                  <a:lnTo>
                    <a:pt x="180590" y="235578"/>
                  </a:lnTo>
                  <a:cubicBezTo>
                    <a:pt x="180590" y="235578"/>
                    <a:pt x="179076" y="239043"/>
                    <a:pt x="178638" y="239043"/>
                  </a:cubicBezTo>
                  <a:cubicBezTo>
                    <a:pt x="178201" y="239043"/>
                    <a:pt x="175980" y="241633"/>
                    <a:pt x="175374" y="241802"/>
                  </a:cubicBezTo>
                  <a:cubicBezTo>
                    <a:pt x="174802" y="241936"/>
                    <a:pt x="171167" y="244257"/>
                    <a:pt x="170595" y="244257"/>
                  </a:cubicBezTo>
                  <a:cubicBezTo>
                    <a:pt x="170023" y="244257"/>
                    <a:pt x="167263" y="245401"/>
                    <a:pt x="167263" y="245401"/>
                  </a:cubicBezTo>
                  <a:lnTo>
                    <a:pt x="165076" y="246410"/>
                  </a:lnTo>
                  <a:lnTo>
                    <a:pt x="162316" y="248597"/>
                  </a:lnTo>
                  <a:cubicBezTo>
                    <a:pt x="162316" y="248597"/>
                    <a:pt x="158681" y="248597"/>
                    <a:pt x="157234" y="248597"/>
                  </a:cubicBezTo>
                  <a:cubicBezTo>
                    <a:pt x="155787" y="248597"/>
                    <a:pt x="151883" y="248597"/>
                    <a:pt x="151883" y="248597"/>
                  </a:cubicBezTo>
                  <a:cubicBezTo>
                    <a:pt x="151883" y="248597"/>
                    <a:pt x="148686" y="248597"/>
                    <a:pt x="148114" y="248597"/>
                  </a:cubicBezTo>
                  <a:cubicBezTo>
                    <a:pt x="147542" y="248597"/>
                    <a:pt x="144647" y="248395"/>
                    <a:pt x="143200" y="248092"/>
                  </a:cubicBezTo>
                  <a:cubicBezTo>
                    <a:pt x="141753" y="247789"/>
                    <a:pt x="141585" y="247857"/>
                    <a:pt x="140743" y="247588"/>
                  </a:cubicBezTo>
                  <a:cubicBezTo>
                    <a:pt x="139868" y="247285"/>
                    <a:pt x="135830" y="244392"/>
                    <a:pt x="135830" y="244392"/>
                  </a:cubicBezTo>
                  <a:lnTo>
                    <a:pt x="134955" y="241196"/>
                  </a:lnTo>
                  <a:lnTo>
                    <a:pt x="131926" y="239010"/>
                  </a:lnTo>
                  <a:lnTo>
                    <a:pt x="131926" y="236117"/>
                  </a:lnTo>
                  <a:cubicBezTo>
                    <a:pt x="131926" y="236117"/>
                    <a:pt x="131724" y="232080"/>
                    <a:pt x="131421" y="231474"/>
                  </a:cubicBezTo>
                  <a:cubicBezTo>
                    <a:pt x="131118" y="230902"/>
                    <a:pt x="131791" y="225688"/>
                    <a:pt x="131791" y="225688"/>
                  </a:cubicBezTo>
                  <a:lnTo>
                    <a:pt x="131084" y="221921"/>
                  </a:lnTo>
                  <a:cubicBezTo>
                    <a:pt x="131084" y="221921"/>
                    <a:pt x="126003" y="218725"/>
                    <a:pt x="124555" y="217850"/>
                  </a:cubicBezTo>
                  <a:cubicBezTo>
                    <a:pt x="123108" y="216976"/>
                    <a:pt x="122099" y="216538"/>
                    <a:pt x="122099" y="216538"/>
                  </a:cubicBezTo>
                  <a:lnTo>
                    <a:pt x="120652" y="217245"/>
                  </a:lnTo>
                  <a:lnTo>
                    <a:pt x="116310" y="217245"/>
                  </a:lnTo>
                  <a:lnTo>
                    <a:pt x="113281" y="218052"/>
                  </a:lnTo>
                  <a:lnTo>
                    <a:pt x="112272" y="219297"/>
                  </a:lnTo>
                  <a:cubicBezTo>
                    <a:pt x="112272" y="219297"/>
                    <a:pt x="111565" y="220609"/>
                    <a:pt x="111094" y="221046"/>
                  </a:cubicBezTo>
                  <a:cubicBezTo>
                    <a:pt x="110656" y="221483"/>
                    <a:pt x="109344" y="223636"/>
                    <a:pt x="109344" y="223636"/>
                  </a:cubicBezTo>
                  <a:lnTo>
                    <a:pt x="108469" y="224208"/>
                  </a:lnTo>
                  <a:cubicBezTo>
                    <a:pt x="108469" y="224208"/>
                    <a:pt x="105709" y="224208"/>
                    <a:pt x="105271" y="224208"/>
                  </a:cubicBezTo>
                  <a:cubicBezTo>
                    <a:pt x="104834" y="224208"/>
                    <a:pt x="103521" y="224141"/>
                    <a:pt x="103521" y="224141"/>
                  </a:cubicBezTo>
                  <a:lnTo>
                    <a:pt x="102209" y="224645"/>
                  </a:lnTo>
                  <a:lnTo>
                    <a:pt x="100762" y="226664"/>
                  </a:lnTo>
                  <a:cubicBezTo>
                    <a:pt x="100762" y="226664"/>
                    <a:pt x="98440" y="228110"/>
                    <a:pt x="98002" y="228245"/>
                  </a:cubicBezTo>
                  <a:cubicBezTo>
                    <a:pt x="97565" y="228379"/>
                    <a:pt x="95545" y="228379"/>
                    <a:pt x="95444" y="228379"/>
                  </a:cubicBezTo>
                  <a:cubicBezTo>
                    <a:pt x="95343" y="228379"/>
                    <a:pt x="91069" y="228245"/>
                    <a:pt x="91069" y="228245"/>
                  </a:cubicBezTo>
                  <a:lnTo>
                    <a:pt x="87603" y="224915"/>
                  </a:lnTo>
                  <a:lnTo>
                    <a:pt x="85651" y="221147"/>
                  </a:lnTo>
                  <a:lnTo>
                    <a:pt x="81747" y="217884"/>
                  </a:lnTo>
                  <a:lnTo>
                    <a:pt x="78920" y="215495"/>
                  </a:lnTo>
                  <a:lnTo>
                    <a:pt x="75218" y="215495"/>
                  </a:lnTo>
                  <a:lnTo>
                    <a:pt x="73030" y="212670"/>
                  </a:lnTo>
                  <a:lnTo>
                    <a:pt x="70843" y="209407"/>
                  </a:lnTo>
                  <a:lnTo>
                    <a:pt x="67376" y="207657"/>
                  </a:lnTo>
                  <a:lnTo>
                    <a:pt x="64987" y="206581"/>
                  </a:lnTo>
                  <a:cubicBezTo>
                    <a:pt x="64987" y="206581"/>
                    <a:pt x="61958" y="204630"/>
                    <a:pt x="61285" y="204394"/>
                  </a:cubicBezTo>
                  <a:cubicBezTo>
                    <a:pt x="60645" y="204192"/>
                    <a:pt x="57381" y="203755"/>
                    <a:pt x="57381" y="203755"/>
                  </a:cubicBezTo>
                  <a:cubicBezTo>
                    <a:pt x="57381" y="203755"/>
                    <a:pt x="54756" y="200929"/>
                    <a:pt x="54116" y="200728"/>
                  </a:cubicBezTo>
                  <a:cubicBezTo>
                    <a:pt x="53477" y="200492"/>
                    <a:pt x="50852" y="198339"/>
                    <a:pt x="50852" y="198339"/>
                  </a:cubicBezTo>
                  <a:cubicBezTo>
                    <a:pt x="50852" y="198339"/>
                    <a:pt x="48462" y="200526"/>
                    <a:pt x="47823" y="200526"/>
                  </a:cubicBezTo>
                  <a:cubicBezTo>
                    <a:pt x="47184" y="200526"/>
                    <a:pt x="45636" y="203991"/>
                    <a:pt x="44996" y="204865"/>
                  </a:cubicBezTo>
                  <a:cubicBezTo>
                    <a:pt x="44357" y="205740"/>
                    <a:pt x="41294" y="210079"/>
                    <a:pt x="41294" y="210079"/>
                  </a:cubicBezTo>
                  <a:lnTo>
                    <a:pt x="38030" y="216168"/>
                  </a:lnTo>
                  <a:cubicBezTo>
                    <a:pt x="38030" y="216168"/>
                    <a:pt x="36717" y="215731"/>
                    <a:pt x="35842" y="216168"/>
                  </a:cubicBezTo>
                  <a:cubicBezTo>
                    <a:pt x="34967" y="216605"/>
                    <a:pt x="32140" y="216168"/>
                    <a:pt x="32140" y="216168"/>
                  </a:cubicBezTo>
                  <a:lnTo>
                    <a:pt x="29313" y="217245"/>
                  </a:lnTo>
                  <a:lnTo>
                    <a:pt x="31938" y="221382"/>
                  </a:lnTo>
                  <a:lnTo>
                    <a:pt x="31063" y="224645"/>
                  </a:lnTo>
                  <a:lnTo>
                    <a:pt x="26722" y="222459"/>
                  </a:lnTo>
                  <a:lnTo>
                    <a:pt x="21943" y="222459"/>
                  </a:lnTo>
                  <a:lnTo>
                    <a:pt x="21303" y="225621"/>
                  </a:lnTo>
                  <a:lnTo>
                    <a:pt x="21539" y="230061"/>
                  </a:lnTo>
                  <a:cubicBezTo>
                    <a:pt x="21539" y="230061"/>
                    <a:pt x="23289" y="233964"/>
                    <a:pt x="23928" y="234199"/>
                  </a:cubicBezTo>
                  <a:cubicBezTo>
                    <a:pt x="24568" y="234401"/>
                    <a:pt x="26755" y="237025"/>
                    <a:pt x="29347" y="237462"/>
                  </a:cubicBezTo>
                  <a:cubicBezTo>
                    <a:pt x="31972" y="237899"/>
                    <a:pt x="33924" y="238774"/>
                    <a:pt x="35674" y="239851"/>
                  </a:cubicBezTo>
                  <a:cubicBezTo>
                    <a:pt x="37424" y="240927"/>
                    <a:pt x="37626" y="244627"/>
                    <a:pt x="38299" y="244863"/>
                  </a:cubicBezTo>
                  <a:cubicBezTo>
                    <a:pt x="38938" y="245065"/>
                    <a:pt x="38938" y="247453"/>
                    <a:pt x="39376" y="248328"/>
                  </a:cubicBezTo>
                  <a:cubicBezTo>
                    <a:pt x="39813" y="249202"/>
                    <a:pt x="38501" y="250716"/>
                    <a:pt x="38501" y="251591"/>
                  </a:cubicBezTo>
                  <a:cubicBezTo>
                    <a:pt x="38501" y="252465"/>
                    <a:pt x="38063" y="254618"/>
                    <a:pt x="38063" y="254618"/>
                  </a:cubicBezTo>
                  <a:cubicBezTo>
                    <a:pt x="38063" y="254618"/>
                    <a:pt x="37188" y="257646"/>
                    <a:pt x="37188" y="258521"/>
                  </a:cubicBezTo>
                  <a:cubicBezTo>
                    <a:pt x="37188" y="259395"/>
                    <a:pt x="36313" y="262221"/>
                    <a:pt x="35876" y="262860"/>
                  </a:cubicBezTo>
                  <a:cubicBezTo>
                    <a:pt x="35438" y="263499"/>
                    <a:pt x="35236" y="265248"/>
                    <a:pt x="34563" y="265888"/>
                  </a:cubicBezTo>
                  <a:cubicBezTo>
                    <a:pt x="33924" y="266527"/>
                    <a:pt x="33049" y="267401"/>
                    <a:pt x="31534" y="267637"/>
                  </a:cubicBezTo>
                  <a:cubicBezTo>
                    <a:pt x="30020" y="267872"/>
                    <a:pt x="28472" y="267637"/>
                    <a:pt x="28472" y="267637"/>
                  </a:cubicBezTo>
                  <a:lnTo>
                    <a:pt x="26082" y="267637"/>
                  </a:lnTo>
                  <a:cubicBezTo>
                    <a:pt x="26082" y="267637"/>
                    <a:pt x="25207" y="271236"/>
                    <a:pt x="25207" y="272111"/>
                  </a:cubicBezTo>
                  <a:cubicBezTo>
                    <a:pt x="25207" y="272986"/>
                    <a:pt x="23255" y="277863"/>
                    <a:pt x="23255" y="278738"/>
                  </a:cubicBezTo>
                  <a:cubicBezTo>
                    <a:pt x="23255" y="279613"/>
                    <a:pt x="21068" y="281328"/>
                    <a:pt x="20428" y="281564"/>
                  </a:cubicBezTo>
                  <a:cubicBezTo>
                    <a:pt x="19789" y="281799"/>
                    <a:pt x="15414" y="282640"/>
                    <a:pt x="14976" y="283313"/>
                  </a:cubicBezTo>
                  <a:cubicBezTo>
                    <a:pt x="14539" y="283952"/>
                    <a:pt x="9120" y="286778"/>
                    <a:pt x="9120" y="286778"/>
                  </a:cubicBezTo>
                  <a:cubicBezTo>
                    <a:pt x="9120" y="286778"/>
                    <a:pt x="4779" y="292429"/>
                    <a:pt x="4139" y="292328"/>
                  </a:cubicBezTo>
                  <a:cubicBezTo>
                    <a:pt x="3500" y="292227"/>
                    <a:pt x="0" y="294616"/>
                    <a:pt x="0" y="294616"/>
                  </a:cubicBezTo>
                  <a:cubicBezTo>
                    <a:pt x="0" y="294616"/>
                    <a:pt x="1952" y="299628"/>
                    <a:pt x="1312" y="299830"/>
                  </a:cubicBezTo>
                  <a:cubicBezTo>
                    <a:pt x="673" y="300065"/>
                    <a:pt x="0" y="305919"/>
                    <a:pt x="0" y="306558"/>
                  </a:cubicBezTo>
                  <a:cubicBezTo>
                    <a:pt x="0" y="307197"/>
                    <a:pt x="1077" y="309585"/>
                    <a:pt x="1077" y="309585"/>
                  </a:cubicBezTo>
                  <a:lnTo>
                    <a:pt x="5216" y="314800"/>
                  </a:lnTo>
                  <a:lnTo>
                    <a:pt x="6731" y="316313"/>
                  </a:lnTo>
                  <a:lnTo>
                    <a:pt x="6293" y="318702"/>
                  </a:lnTo>
                  <a:lnTo>
                    <a:pt x="5216" y="322839"/>
                  </a:lnTo>
                  <a:lnTo>
                    <a:pt x="7606" y="326304"/>
                  </a:lnTo>
                  <a:lnTo>
                    <a:pt x="11072" y="329130"/>
                  </a:lnTo>
                  <a:lnTo>
                    <a:pt x="18039" y="330207"/>
                  </a:lnTo>
                  <a:lnTo>
                    <a:pt x="21303" y="330207"/>
                  </a:lnTo>
                  <a:cubicBezTo>
                    <a:pt x="21303" y="330207"/>
                    <a:pt x="25880" y="328255"/>
                    <a:pt x="26520" y="327583"/>
                  </a:cubicBezTo>
                  <a:cubicBezTo>
                    <a:pt x="27159" y="326944"/>
                    <a:pt x="29784" y="325833"/>
                    <a:pt x="29784" y="325833"/>
                  </a:cubicBezTo>
                  <a:lnTo>
                    <a:pt x="35001" y="324757"/>
                  </a:lnTo>
                  <a:lnTo>
                    <a:pt x="37188" y="329769"/>
                  </a:lnTo>
                  <a:lnTo>
                    <a:pt x="34799" y="332595"/>
                  </a:lnTo>
                  <a:lnTo>
                    <a:pt x="34361" y="335219"/>
                  </a:lnTo>
                  <a:lnTo>
                    <a:pt x="33924" y="338482"/>
                  </a:lnTo>
                  <a:cubicBezTo>
                    <a:pt x="33924" y="338482"/>
                    <a:pt x="31972" y="340231"/>
                    <a:pt x="31972" y="341106"/>
                  </a:cubicBezTo>
                  <a:cubicBezTo>
                    <a:pt x="31972" y="341980"/>
                    <a:pt x="31097" y="343057"/>
                    <a:pt x="30895" y="344133"/>
                  </a:cubicBezTo>
                  <a:cubicBezTo>
                    <a:pt x="30693" y="345210"/>
                    <a:pt x="29818" y="345883"/>
                    <a:pt x="29818" y="346757"/>
                  </a:cubicBezTo>
                  <a:cubicBezTo>
                    <a:pt x="29818" y="347632"/>
                    <a:pt x="30895" y="349785"/>
                    <a:pt x="31770" y="350458"/>
                  </a:cubicBezTo>
                  <a:cubicBezTo>
                    <a:pt x="32645" y="351097"/>
                    <a:pt x="34597" y="355436"/>
                    <a:pt x="34597" y="355436"/>
                  </a:cubicBezTo>
                  <a:lnTo>
                    <a:pt x="34597" y="360650"/>
                  </a:lnTo>
                  <a:lnTo>
                    <a:pt x="34597" y="366167"/>
                  </a:lnTo>
                  <a:cubicBezTo>
                    <a:pt x="34597" y="366167"/>
                    <a:pt x="38669" y="371953"/>
                    <a:pt x="39073" y="372122"/>
                  </a:cubicBezTo>
                  <a:cubicBezTo>
                    <a:pt x="39510" y="372256"/>
                    <a:pt x="43717" y="372693"/>
                    <a:pt x="44155" y="372559"/>
                  </a:cubicBezTo>
                  <a:cubicBezTo>
                    <a:pt x="44592" y="372424"/>
                    <a:pt x="50953" y="369969"/>
                    <a:pt x="50953" y="369969"/>
                  </a:cubicBezTo>
                  <a:lnTo>
                    <a:pt x="58929" y="368657"/>
                  </a:lnTo>
                  <a:lnTo>
                    <a:pt x="62261" y="370406"/>
                  </a:lnTo>
                  <a:cubicBezTo>
                    <a:pt x="62261" y="370406"/>
                    <a:pt x="65896" y="374308"/>
                    <a:pt x="66737" y="375620"/>
                  </a:cubicBezTo>
                  <a:cubicBezTo>
                    <a:pt x="67612" y="376932"/>
                    <a:pt x="71381" y="377638"/>
                    <a:pt x="72526" y="377638"/>
                  </a:cubicBezTo>
                  <a:cubicBezTo>
                    <a:pt x="73670" y="377638"/>
                    <a:pt x="78482" y="376629"/>
                    <a:pt x="78482" y="376629"/>
                  </a:cubicBezTo>
                  <a:cubicBezTo>
                    <a:pt x="78482" y="376629"/>
                    <a:pt x="81949" y="380834"/>
                    <a:pt x="82521" y="380834"/>
                  </a:cubicBezTo>
                  <a:cubicBezTo>
                    <a:pt x="83093" y="380834"/>
                    <a:pt x="84978" y="383290"/>
                    <a:pt x="84978" y="383290"/>
                  </a:cubicBezTo>
                  <a:lnTo>
                    <a:pt x="84978" y="387192"/>
                  </a:lnTo>
                  <a:lnTo>
                    <a:pt x="86055" y="392541"/>
                  </a:lnTo>
                  <a:lnTo>
                    <a:pt x="88882" y="394862"/>
                  </a:lnTo>
                  <a:cubicBezTo>
                    <a:pt x="88882" y="394862"/>
                    <a:pt x="89757" y="398630"/>
                    <a:pt x="89757" y="399067"/>
                  </a:cubicBezTo>
                  <a:cubicBezTo>
                    <a:pt x="89757" y="399504"/>
                    <a:pt x="91944" y="404146"/>
                    <a:pt x="91944" y="404146"/>
                  </a:cubicBezTo>
                  <a:lnTo>
                    <a:pt x="91944" y="405391"/>
                  </a:lnTo>
                  <a:lnTo>
                    <a:pt x="92550" y="408722"/>
                  </a:lnTo>
                  <a:lnTo>
                    <a:pt x="93694" y="411110"/>
                  </a:lnTo>
                  <a:lnTo>
                    <a:pt x="93694" y="416324"/>
                  </a:lnTo>
                  <a:lnTo>
                    <a:pt x="95848" y="421942"/>
                  </a:lnTo>
                  <a:cubicBezTo>
                    <a:pt x="96151" y="421572"/>
                    <a:pt x="96286" y="421269"/>
                    <a:pt x="96286" y="421269"/>
                  </a:cubicBezTo>
                  <a:lnTo>
                    <a:pt x="97228" y="418443"/>
                  </a:lnTo>
                  <a:cubicBezTo>
                    <a:pt x="97228" y="418443"/>
                    <a:pt x="96151" y="417300"/>
                    <a:pt x="95646" y="416829"/>
                  </a:cubicBezTo>
                  <a:cubicBezTo>
                    <a:pt x="95141" y="416391"/>
                    <a:pt x="95444" y="415012"/>
                    <a:pt x="95444" y="415012"/>
                  </a:cubicBezTo>
                  <a:cubicBezTo>
                    <a:pt x="95444" y="415012"/>
                    <a:pt x="96588" y="413868"/>
                    <a:pt x="96824" y="413768"/>
                  </a:cubicBezTo>
                  <a:cubicBezTo>
                    <a:pt x="97060" y="413700"/>
                    <a:pt x="97767" y="413633"/>
                    <a:pt x="97767" y="413633"/>
                  </a:cubicBezTo>
                  <a:lnTo>
                    <a:pt x="99012" y="413936"/>
                  </a:lnTo>
                  <a:lnTo>
                    <a:pt x="99584" y="414507"/>
                  </a:lnTo>
                  <a:cubicBezTo>
                    <a:pt x="99584" y="414507"/>
                    <a:pt x="100223" y="415079"/>
                    <a:pt x="100459" y="415079"/>
                  </a:cubicBezTo>
                  <a:cubicBezTo>
                    <a:pt x="100661" y="415079"/>
                    <a:pt x="101468" y="415718"/>
                    <a:pt x="101468" y="415718"/>
                  </a:cubicBezTo>
                  <a:lnTo>
                    <a:pt x="103286" y="417602"/>
                  </a:lnTo>
                  <a:cubicBezTo>
                    <a:pt x="103286" y="417602"/>
                    <a:pt x="104161" y="417232"/>
                    <a:pt x="104464" y="417165"/>
                  </a:cubicBezTo>
                  <a:cubicBezTo>
                    <a:pt x="104733" y="417098"/>
                    <a:pt x="105238" y="416862"/>
                    <a:pt x="105238" y="416862"/>
                  </a:cubicBezTo>
                  <a:lnTo>
                    <a:pt x="106180" y="415786"/>
                  </a:lnTo>
                  <a:cubicBezTo>
                    <a:pt x="106180" y="415786"/>
                    <a:pt x="106045" y="415147"/>
                    <a:pt x="106180" y="414709"/>
                  </a:cubicBezTo>
                  <a:cubicBezTo>
                    <a:pt x="106315" y="414272"/>
                    <a:pt x="105877" y="413566"/>
                    <a:pt x="105877" y="413566"/>
                  </a:cubicBezTo>
                  <a:cubicBezTo>
                    <a:pt x="105877" y="413566"/>
                    <a:pt x="105608" y="413768"/>
                    <a:pt x="105238" y="413128"/>
                  </a:cubicBezTo>
                  <a:cubicBezTo>
                    <a:pt x="104868" y="412489"/>
                    <a:pt x="104868" y="411884"/>
                    <a:pt x="104868" y="411615"/>
                  </a:cubicBezTo>
                  <a:cubicBezTo>
                    <a:pt x="104868" y="411345"/>
                    <a:pt x="105440" y="410807"/>
                    <a:pt x="105507" y="410538"/>
                  </a:cubicBezTo>
                  <a:cubicBezTo>
                    <a:pt x="105574" y="410235"/>
                    <a:pt x="107190" y="409394"/>
                    <a:pt x="107190" y="409394"/>
                  </a:cubicBezTo>
                  <a:lnTo>
                    <a:pt x="109512" y="408251"/>
                  </a:lnTo>
                  <a:lnTo>
                    <a:pt x="110017" y="407881"/>
                  </a:lnTo>
                  <a:cubicBezTo>
                    <a:pt x="110017" y="407881"/>
                    <a:pt x="111531" y="407510"/>
                    <a:pt x="111700" y="406939"/>
                  </a:cubicBezTo>
                  <a:cubicBezTo>
                    <a:pt x="111834" y="406367"/>
                    <a:pt x="112272" y="404853"/>
                    <a:pt x="112272" y="404550"/>
                  </a:cubicBezTo>
                  <a:cubicBezTo>
                    <a:pt x="112272" y="404247"/>
                    <a:pt x="112507" y="403978"/>
                    <a:pt x="111969" y="402868"/>
                  </a:cubicBezTo>
                  <a:cubicBezTo>
                    <a:pt x="111464" y="401792"/>
                    <a:pt x="111094" y="400917"/>
                    <a:pt x="110522" y="400042"/>
                  </a:cubicBezTo>
                  <a:cubicBezTo>
                    <a:pt x="109949" y="399168"/>
                    <a:pt x="108839" y="398529"/>
                    <a:pt x="108199" y="398024"/>
                  </a:cubicBezTo>
                  <a:cubicBezTo>
                    <a:pt x="107560" y="397520"/>
                    <a:pt x="107392" y="397150"/>
                    <a:pt x="107122" y="396779"/>
                  </a:cubicBezTo>
                  <a:cubicBezTo>
                    <a:pt x="106820" y="396409"/>
                    <a:pt x="105675" y="396140"/>
                    <a:pt x="104868" y="394963"/>
                  </a:cubicBezTo>
                  <a:cubicBezTo>
                    <a:pt x="104060" y="393819"/>
                    <a:pt x="103925" y="393718"/>
                    <a:pt x="103488" y="392945"/>
                  </a:cubicBezTo>
                  <a:cubicBezTo>
                    <a:pt x="103050" y="392137"/>
                    <a:pt x="102041" y="390926"/>
                    <a:pt x="102041" y="390321"/>
                  </a:cubicBezTo>
                  <a:cubicBezTo>
                    <a:pt x="102041" y="389749"/>
                    <a:pt x="102108" y="388941"/>
                    <a:pt x="102041" y="388067"/>
                  </a:cubicBezTo>
                  <a:cubicBezTo>
                    <a:pt x="101973" y="387192"/>
                    <a:pt x="102108" y="385376"/>
                    <a:pt x="102310" y="385106"/>
                  </a:cubicBezTo>
                  <a:cubicBezTo>
                    <a:pt x="102545" y="384804"/>
                    <a:pt x="102747" y="384299"/>
                    <a:pt x="103050" y="383963"/>
                  </a:cubicBezTo>
                  <a:cubicBezTo>
                    <a:pt x="103353" y="383593"/>
                    <a:pt x="103690" y="382449"/>
                    <a:pt x="103993" y="382449"/>
                  </a:cubicBezTo>
                  <a:cubicBezTo>
                    <a:pt x="104296" y="382449"/>
                    <a:pt x="105002" y="382449"/>
                    <a:pt x="105002" y="382449"/>
                  </a:cubicBezTo>
                  <a:cubicBezTo>
                    <a:pt x="105002" y="382449"/>
                    <a:pt x="106584" y="383088"/>
                    <a:pt x="107022" y="383458"/>
                  </a:cubicBezTo>
                  <a:cubicBezTo>
                    <a:pt x="107459" y="383828"/>
                    <a:pt x="108031" y="384703"/>
                    <a:pt x="108031" y="384703"/>
                  </a:cubicBezTo>
                  <a:lnTo>
                    <a:pt x="109276" y="385712"/>
                  </a:lnTo>
                  <a:cubicBezTo>
                    <a:pt x="109276" y="385712"/>
                    <a:pt x="110959" y="387024"/>
                    <a:pt x="110959" y="387293"/>
                  </a:cubicBezTo>
                  <a:cubicBezTo>
                    <a:pt x="110959" y="387562"/>
                    <a:pt x="112305" y="390926"/>
                    <a:pt x="112305" y="390926"/>
                  </a:cubicBezTo>
                  <a:lnTo>
                    <a:pt x="113214" y="391431"/>
                  </a:lnTo>
                  <a:lnTo>
                    <a:pt x="114358" y="393247"/>
                  </a:lnTo>
                  <a:lnTo>
                    <a:pt x="116815" y="394122"/>
                  </a:lnTo>
                  <a:lnTo>
                    <a:pt x="117959" y="396073"/>
                  </a:lnTo>
                  <a:lnTo>
                    <a:pt x="121022" y="398091"/>
                  </a:lnTo>
                  <a:lnTo>
                    <a:pt x="122704" y="398226"/>
                  </a:lnTo>
                  <a:lnTo>
                    <a:pt x="123512" y="398361"/>
                  </a:lnTo>
                  <a:lnTo>
                    <a:pt x="125464" y="399100"/>
                  </a:lnTo>
                  <a:lnTo>
                    <a:pt x="124791" y="401052"/>
                  </a:lnTo>
                  <a:lnTo>
                    <a:pt x="124993" y="403070"/>
                  </a:lnTo>
                  <a:lnTo>
                    <a:pt x="124993" y="404146"/>
                  </a:lnTo>
                  <a:lnTo>
                    <a:pt x="124488" y="406400"/>
                  </a:lnTo>
                  <a:lnTo>
                    <a:pt x="123983" y="407477"/>
                  </a:lnTo>
                  <a:lnTo>
                    <a:pt x="123546" y="408419"/>
                  </a:lnTo>
                  <a:lnTo>
                    <a:pt x="123108" y="409798"/>
                  </a:lnTo>
                  <a:lnTo>
                    <a:pt x="122233" y="410874"/>
                  </a:lnTo>
                  <a:cubicBezTo>
                    <a:pt x="122233" y="410874"/>
                    <a:pt x="121661" y="411581"/>
                    <a:pt x="121291" y="411884"/>
                  </a:cubicBezTo>
                  <a:cubicBezTo>
                    <a:pt x="120921" y="412186"/>
                    <a:pt x="120046" y="413835"/>
                    <a:pt x="120046" y="413835"/>
                  </a:cubicBezTo>
                  <a:lnTo>
                    <a:pt x="119608" y="414709"/>
                  </a:lnTo>
                  <a:lnTo>
                    <a:pt x="118901" y="416156"/>
                  </a:lnTo>
                  <a:lnTo>
                    <a:pt x="118599" y="417300"/>
                  </a:lnTo>
                  <a:lnTo>
                    <a:pt x="118229" y="418612"/>
                  </a:lnTo>
                  <a:cubicBezTo>
                    <a:pt x="118229" y="418612"/>
                    <a:pt x="118229" y="419688"/>
                    <a:pt x="118363" y="420294"/>
                  </a:cubicBezTo>
                  <a:cubicBezTo>
                    <a:pt x="118498" y="420865"/>
                    <a:pt x="119440" y="422615"/>
                    <a:pt x="120012" y="422615"/>
                  </a:cubicBezTo>
                  <a:cubicBezTo>
                    <a:pt x="120584" y="422615"/>
                    <a:pt x="121897" y="422749"/>
                    <a:pt x="122839" y="422817"/>
                  </a:cubicBezTo>
                  <a:cubicBezTo>
                    <a:pt x="123781" y="422884"/>
                    <a:pt x="126104" y="423254"/>
                    <a:pt x="126104" y="423254"/>
                  </a:cubicBezTo>
                  <a:lnTo>
                    <a:pt x="126676" y="423826"/>
                  </a:lnTo>
                  <a:lnTo>
                    <a:pt x="128123" y="427459"/>
                  </a:lnTo>
                  <a:cubicBezTo>
                    <a:pt x="128123" y="427459"/>
                    <a:pt x="128493" y="428535"/>
                    <a:pt x="128695" y="428771"/>
                  </a:cubicBezTo>
                  <a:cubicBezTo>
                    <a:pt x="128897" y="428972"/>
                    <a:pt x="130142" y="430453"/>
                    <a:pt x="130714" y="429645"/>
                  </a:cubicBezTo>
                  <a:cubicBezTo>
                    <a:pt x="131286" y="428838"/>
                    <a:pt x="132161" y="428771"/>
                    <a:pt x="132363" y="427896"/>
                  </a:cubicBezTo>
                  <a:cubicBezTo>
                    <a:pt x="132599" y="427022"/>
                    <a:pt x="133676" y="425575"/>
                    <a:pt x="133676" y="425138"/>
                  </a:cubicBezTo>
                  <a:cubicBezTo>
                    <a:pt x="133676" y="424700"/>
                    <a:pt x="133912" y="424196"/>
                    <a:pt x="133676" y="423321"/>
                  </a:cubicBezTo>
                  <a:cubicBezTo>
                    <a:pt x="133474" y="422446"/>
                    <a:pt x="133508" y="422514"/>
                    <a:pt x="133777" y="421370"/>
                  </a:cubicBezTo>
                  <a:cubicBezTo>
                    <a:pt x="134046" y="420226"/>
                    <a:pt x="133575" y="420361"/>
                    <a:pt x="133777" y="419553"/>
                  </a:cubicBezTo>
                  <a:cubicBezTo>
                    <a:pt x="133979" y="418746"/>
                    <a:pt x="133878" y="417165"/>
                    <a:pt x="133878" y="417165"/>
                  </a:cubicBezTo>
                  <a:lnTo>
                    <a:pt x="132767" y="414911"/>
                  </a:lnTo>
                  <a:cubicBezTo>
                    <a:pt x="132767" y="414911"/>
                    <a:pt x="132633" y="413162"/>
                    <a:pt x="132464" y="412960"/>
                  </a:cubicBezTo>
                  <a:cubicBezTo>
                    <a:pt x="132330" y="412758"/>
                    <a:pt x="131959" y="410706"/>
                    <a:pt x="131959" y="410706"/>
                  </a:cubicBezTo>
                  <a:cubicBezTo>
                    <a:pt x="131959" y="410706"/>
                    <a:pt x="132700" y="409832"/>
                    <a:pt x="132902" y="409764"/>
                  </a:cubicBezTo>
                  <a:cubicBezTo>
                    <a:pt x="133138" y="409697"/>
                    <a:pt x="134282" y="410404"/>
                    <a:pt x="134282" y="410404"/>
                  </a:cubicBezTo>
                  <a:cubicBezTo>
                    <a:pt x="134282" y="410404"/>
                    <a:pt x="135594" y="410841"/>
                    <a:pt x="136166" y="411345"/>
                  </a:cubicBezTo>
                  <a:cubicBezTo>
                    <a:pt x="136739" y="411850"/>
                    <a:pt x="138421" y="412994"/>
                    <a:pt x="138926" y="413229"/>
                  </a:cubicBezTo>
                  <a:cubicBezTo>
                    <a:pt x="139431" y="413431"/>
                    <a:pt x="141551" y="413734"/>
                    <a:pt x="142123" y="413431"/>
                  </a:cubicBezTo>
                  <a:cubicBezTo>
                    <a:pt x="142695" y="413128"/>
                    <a:pt x="143873" y="411480"/>
                    <a:pt x="144277" y="410908"/>
                  </a:cubicBezTo>
                  <a:cubicBezTo>
                    <a:pt x="144715" y="410336"/>
                    <a:pt x="145287" y="410471"/>
                    <a:pt x="145657" y="409226"/>
                  </a:cubicBezTo>
                  <a:cubicBezTo>
                    <a:pt x="146027" y="407981"/>
                    <a:pt x="146229" y="407578"/>
                    <a:pt x="146027" y="405896"/>
                  </a:cubicBezTo>
                  <a:cubicBezTo>
                    <a:pt x="145825" y="404214"/>
                    <a:pt x="147743" y="405593"/>
                    <a:pt x="145219" y="403070"/>
                  </a:cubicBezTo>
                  <a:cubicBezTo>
                    <a:pt x="142695" y="400547"/>
                    <a:pt x="142460" y="400042"/>
                    <a:pt x="141585" y="399235"/>
                  </a:cubicBezTo>
                  <a:cubicBezTo>
                    <a:pt x="140710" y="398428"/>
                    <a:pt x="140138" y="398428"/>
                    <a:pt x="139868" y="397284"/>
                  </a:cubicBezTo>
                  <a:cubicBezTo>
                    <a:pt x="139565" y="396140"/>
                    <a:pt x="141450" y="394391"/>
                    <a:pt x="142460" y="393584"/>
                  </a:cubicBezTo>
                  <a:cubicBezTo>
                    <a:pt x="143470" y="392776"/>
                    <a:pt x="145724" y="391397"/>
                    <a:pt x="145926" y="391397"/>
                  </a:cubicBezTo>
                  <a:cubicBezTo>
                    <a:pt x="146128" y="391397"/>
                    <a:pt x="148013" y="390152"/>
                    <a:pt x="148013" y="390152"/>
                  </a:cubicBezTo>
                  <a:cubicBezTo>
                    <a:pt x="148013" y="390152"/>
                    <a:pt x="149460" y="389581"/>
                    <a:pt x="149763" y="389581"/>
                  </a:cubicBezTo>
                  <a:cubicBezTo>
                    <a:pt x="150066" y="389581"/>
                    <a:pt x="151715" y="390018"/>
                    <a:pt x="151715" y="390018"/>
                  </a:cubicBezTo>
                  <a:lnTo>
                    <a:pt x="155349" y="391700"/>
                  </a:lnTo>
                  <a:lnTo>
                    <a:pt x="156999" y="392574"/>
                  </a:lnTo>
                  <a:cubicBezTo>
                    <a:pt x="156999" y="392574"/>
                    <a:pt x="158177" y="391195"/>
                    <a:pt x="158378" y="390960"/>
                  </a:cubicBezTo>
                  <a:cubicBezTo>
                    <a:pt x="158580" y="390758"/>
                    <a:pt x="159253" y="388706"/>
                    <a:pt x="159253" y="387764"/>
                  </a:cubicBezTo>
                  <a:cubicBezTo>
                    <a:pt x="159253" y="386822"/>
                    <a:pt x="159826" y="385510"/>
                    <a:pt x="159826" y="385241"/>
                  </a:cubicBezTo>
                  <a:cubicBezTo>
                    <a:pt x="159826" y="384972"/>
                    <a:pt x="160465" y="383660"/>
                    <a:pt x="160465" y="383660"/>
                  </a:cubicBezTo>
                  <a:cubicBezTo>
                    <a:pt x="160465" y="383660"/>
                    <a:pt x="160768" y="383458"/>
                    <a:pt x="161475" y="383223"/>
                  </a:cubicBezTo>
                  <a:cubicBezTo>
                    <a:pt x="162181" y="382987"/>
                    <a:pt x="165883" y="381843"/>
                    <a:pt x="165883" y="381843"/>
                  </a:cubicBezTo>
                  <a:lnTo>
                    <a:pt x="169653" y="380599"/>
                  </a:lnTo>
                  <a:lnTo>
                    <a:pt x="174432" y="380599"/>
                  </a:lnTo>
                  <a:lnTo>
                    <a:pt x="179345" y="381339"/>
                  </a:lnTo>
                  <a:cubicBezTo>
                    <a:pt x="179345" y="381339"/>
                    <a:pt x="182239" y="385544"/>
                    <a:pt x="182542" y="386116"/>
                  </a:cubicBezTo>
                  <a:cubicBezTo>
                    <a:pt x="182845" y="386687"/>
                    <a:pt x="181802" y="389009"/>
                    <a:pt x="182542" y="389446"/>
                  </a:cubicBezTo>
                  <a:cubicBezTo>
                    <a:pt x="183249" y="389883"/>
                    <a:pt x="183990" y="393516"/>
                    <a:pt x="183990" y="393516"/>
                  </a:cubicBezTo>
                  <a:lnTo>
                    <a:pt x="185302" y="393954"/>
                  </a:lnTo>
                  <a:cubicBezTo>
                    <a:pt x="185302" y="393954"/>
                    <a:pt x="187052" y="393954"/>
                    <a:pt x="187624" y="393819"/>
                  </a:cubicBezTo>
                  <a:cubicBezTo>
                    <a:pt x="188196" y="393685"/>
                    <a:pt x="188768" y="392238"/>
                    <a:pt x="189206" y="391801"/>
                  </a:cubicBezTo>
                  <a:cubicBezTo>
                    <a:pt x="189643" y="391363"/>
                    <a:pt x="190653" y="389210"/>
                    <a:pt x="191225" y="388908"/>
                  </a:cubicBezTo>
                  <a:cubicBezTo>
                    <a:pt x="191797" y="388605"/>
                    <a:pt x="192538" y="387327"/>
                    <a:pt x="192538" y="387327"/>
                  </a:cubicBezTo>
                  <a:cubicBezTo>
                    <a:pt x="192538" y="387327"/>
                    <a:pt x="193682" y="385880"/>
                    <a:pt x="194288" y="385880"/>
                  </a:cubicBezTo>
                  <a:cubicBezTo>
                    <a:pt x="194860" y="385880"/>
                    <a:pt x="196745" y="384871"/>
                    <a:pt x="196745" y="384871"/>
                  </a:cubicBezTo>
                  <a:cubicBezTo>
                    <a:pt x="196745" y="384871"/>
                    <a:pt x="198629" y="383996"/>
                    <a:pt x="199201" y="383996"/>
                  </a:cubicBezTo>
                  <a:cubicBezTo>
                    <a:pt x="199774" y="383996"/>
                    <a:pt x="201221" y="382853"/>
                    <a:pt x="201658" y="382684"/>
                  </a:cubicBezTo>
                  <a:cubicBezTo>
                    <a:pt x="202096" y="382550"/>
                    <a:pt x="203745" y="380666"/>
                    <a:pt x="203745" y="380666"/>
                  </a:cubicBezTo>
                  <a:lnTo>
                    <a:pt x="204822" y="378479"/>
                  </a:lnTo>
                  <a:lnTo>
                    <a:pt x="204822" y="376293"/>
                  </a:lnTo>
                  <a:lnTo>
                    <a:pt x="204822" y="372828"/>
                  </a:lnTo>
                  <a:lnTo>
                    <a:pt x="203072" y="369498"/>
                  </a:lnTo>
                  <a:lnTo>
                    <a:pt x="199235" y="368623"/>
                  </a:lnTo>
                  <a:lnTo>
                    <a:pt x="197855" y="366033"/>
                  </a:lnTo>
                  <a:lnTo>
                    <a:pt x="197855" y="364149"/>
                  </a:lnTo>
                  <a:cubicBezTo>
                    <a:pt x="197855" y="364149"/>
                    <a:pt x="197283" y="360684"/>
                    <a:pt x="197283" y="360247"/>
                  </a:cubicBezTo>
                  <a:cubicBezTo>
                    <a:pt x="197283" y="359809"/>
                    <a:pt x="198158" y="355470"/>
                    <a:pt x="198158" y="355470"/>
                  </a:cubicBezTo>
                  <a:lnTo>
                    <a:pt x="198730" y="352846"/>
                  </a:lnTo>
                  <a:lnTo>
                    <a:pt x="201187" y="351837"/>
                  </a:lnTo>
                  <a:lnTo>
                    <a:pt x="204822" y="348809"/>
                  </a:lnTo>
                  <a:lnTo>
                    <a:pt x="206403" y="346051"/>
                  </a:lnTo>
                  <a:lnTo>
                    <a:pt x="208860" y="344167"/>
                  </a:lnTo>
                  <a:lnTo>
                    <a:pt x="210880" y="344167"/>
                  </a:lnTo>
                  <a:lnTo>
                    <a:pt x="213067" y="345042"/>
                  </a:lnTo>
                  <a:cubicBezTo>
                    <a:pt x="213067" y="345042"/>
                    <a:pt x="215524" y="346791"/>
                    <a:pt x="215961" y="346925"/>
                  </a:cubicBezTo>
                  <a:cubicBezTo>
                    <a:pt x="216399" y="347060"/>
                    <a:pt x="216971" y="347497"/>
                    <a:pt x="217274" y="347935"/>
                  </a:cubicBezTo>
                  <a:cubicBezTo>
                    <a:pt x="217577" y="348372"/>
                    <a:pt x="217409" y="348675"/>
                    <a:pt x="219596" y="349381"/>
                  </a:cubicBezTo>
                  <a:cubicBezTo>
                    <a:pt x="221784" y="350121"/>
                    <a:pt x="225250" y="350962"/>
                    <a:pt x="225250" y="350962"/>
                  </a:cubicBezTo>
                  <a:lnTo>
                    <a:pt x="227404" y="349314"/>
                  </a:lnTo>
                  <a:lnTo>
                    <a:pt x="229188" y="347834"/>
                  </a:lnTo>
                  <a:cubicBezTo>
                    <a:pt x="229188" y="347834"/>
                    <a:pt x="230332" y="347396"/>
                    <a:pt x="230500" y="347329"/>
                  </a:cubicBezTo>
                  <a:cubicBezTo>
                    <a:pt x="230668" y="347262"/>
                    <a:pt x="233058" y="347228"/>
                    <a:pt x="233058" y="347228"/>
                  </a:cubicBezTo>
                  <a:cubicBezTo>
                    <a:pt x="233058" y="347228"/>
                    <a:pt x="234909" y="347834"/>
                    <a:pt x="235111" y="347935"/>
                  </a:cubicBezTo>
                  <a:cubicBezTo>
                    <a:pt x="235313" y="348036"/>
                    <a:pt x="236457" y="349011"/>
                    <a:pt x="236457" y="349011"/>
                  </a:cubicBezTo>
                  <a:lnTo>
                    <a:pt x="237130" y="351130"/>
                  </a:lnTo>
                  <a:lnTo>
                    <a:pt x="237803" y="353149"/>
                  </a:lnTo>
                  <a:lnTo>
                    <a:pt x="237803" y="355436"/>
                  </a:lnTo>
                  <a:cubicBezTo>
                    <a:pt x="237803" y="355436"/>
                    <a:pt x="238409" y="357892"/>
                    <a:pt x="238409" y="358094"/>
                  </a:cubicBezTo>
                  <a:cubicBezTo>
                    <a:pt x="238409" y="358296"/>
                    <a:pt x="238072" y="359776"/>
                    <a:pt x="238072" y="359944"/>
                  </a:cubicBezTo>
                  <a:cubicBezTo>
                    <a:pt x="238072" y="360112"/>
                    <a:pt x="237837" y="361626"/>
                    <a:pt x="237837" y="361626"/>
                  </a:cubicBezTo>
                  <a:lnTo>
                    <a:pt x="237837" y="362400"/>
                  </a:lnTo>
                  <a:lnTo>
                    <a:pt x="237197" y="364956"/>
                  </a:lnTo>
                  <a:lnTo>
                    <a:pt x="237534" y="366537"/>
                  </a:lnTo>
                  <a:lnTo>
                    <a:pt x="238173" y="368455"/>
                  </a:lnTo>
                  <a:lnTo>
                    <a:pt x="238880" y="370036"/>
                  </a:lnTo>
                  <a:lnTo>
                    <a:pt x="240395" y="371785"/>
                  </a:lnTo>
                  <a:lnTo>
                    <a:pt x="241539" y="371953"/>
                  </a:lnTo>
                  <a:lnTo>
                    <a:pt x="244366" y="372660"/>
                  </a:lnTo>
                  <a:cubicBezTo>
                    <a:pt x="244366" y="372660"/>
                    <a:pt x="245005" y="372828"/>
                    <a:pt x="245678" y="372559"/>
                  </a:cubicBezTo>
                  <a:cubicBezTo>
                    <a:pt x="246318" y="372290"/>
                    <a:pt x="248034" y="371348"/>
                    <a:pt x="248169" y="370776"/>
                  </a:cubicBezTo>
                  <a:cubicBezTo>
                    <a:pt x="248337" y="370170"/>
                    <a:pt x="248977" y="369094"/>
                    <a:pt x="249212" y="368993"/>
                  </a:cubicBezTo>
                  <a:cubicBezTo>
                    <a:pt x="249414" y="368892"/>
                    <a:pt x="250289" y="368623"/>
                    <a:pt x="250996" y="368186"/>
                  </a:cubicBezTo>
                  <a:cubicBezTo>
                    <a:pt x="251703" y="367748"/>
                    <a:pt x="252914" y="366134"/>
                    <a:pt x="252914" y="366134"/>
                  </a:cubicBezTo>
                  <a:lnTo>
                    <a:pt x="257996" y="365764"/>
                  </a:lnTo>
                  <a:lnTo>
                    <a:pt x="260318" y="364519"/>
                  </a:lnTo>
                  <a:cubicBezTo>
                    <a:pt x="260318" y="364519"/>
                    <a:pt x="261765" y="362837"/>
                    <a:pt x="262270" y="362501"/>
                  </a:cubicBezTo>
                  <a:cubicBezTo>
                    <a:pt x="262775" y="362131"/>
                    <a:pt x="264357" y="360987"/>
                    <a:pt x="264727" y="360920"/>
                  </a:cubicBezTo>
                  <a:cubicBezTo>
                    <a:pt x="265097" y="360852"/>
                    <a:pt x="267621" y="360785"/>
                    <a:pt x="267857" y="360785"/>
                  </a:cubicBezTo>
                  <a:cubicBezTo>
                    <a:pt x="268059" y="360785"/>
                    <a:pt x="270112" y="361727"/>
                    <a:pt x="270616" y="361794"/>
                  </a:cubicBezTo>
                  <a:cubicBezTo>
                    <a:pt x="271121" y="361861"/>
                    <a:pt x="273679" y="362938"/>
                    <a:pt x="273948" y="363039"/>
                  </a:cubicBezTo>
                  <a:cubicBezTo>
                    <a:pt x="274251" y="363106"/>
                    <a:pt x="275463" y="363409"/>
                    <a:pt x="276405" y="363409"/>
                  </a:cubicBezTo>
                  <a:cubicBezTo>
                    <a:pt x="277347" y="363409"/>
                    <a:pt x="279299" y="363712"/>
                    <a:pt x="279737" y="363611"/>
                  </a:cubicBezTo>
                  <a:cubicBezTo>
                    <a:pt x="280174" y="363543"/>
                    <a:pt x="281184" y="362669"/>
                    <a:pt x="281992" y="362299"/>
                  </a:cubicBezTo>
                  <a:cubicBezTo>
                    <a:pt x="282799" y="361929"/>
                    <a:pt x="283944" y="360920"/>
                    <a:pt x="284246" y="360920"/>
                  </a:cubicBezTo>
                  <a:cubicBezTo>
                    <a:pt x="284516" y="360920"/>
                    <a:pt x="285896" y="360987"/>
                    <a:pt x="286198" y="360987"/>
                  </a:cubicBezTo>
                  <a:cubicBezTo>
                    <a:pt x="286468" y="360987"/>
                    <a:pt x="287949" y="362299"/>
                    <a:pt x="287949" y="362299"/>
                  </a:cubicBezTo>
                  <a:cubicBezTo>
                    <a:pt x="287949" y="362299"/>
                    <a:pt x="289396" y="364317"/>
                    <a:pt x="289396" y="364620"/>
                  </a:cubicBezTo>
                  <a:cubicBezTo>
                    <a:pt x="289396" y="364923"/>
                    <a:pt x="289766" y="367076"/>
                    <a:pt x="289833" y="367446"/>
                  </a:cubicBezTo>
                  <a:cubicBezTo>
                    <a:pt x="289900" y="367816"/>
                    <a:pt x="289833" y="369464"/>
                    <a:pt x="289833" y="369699"/>
                  </a:cubicBezTo>
                  <a:cubicBezTo>
                    <a:pt x="289833" y="369901"/>
                    <a:pt x="291617" y="374039"/>
                    <a:pt x="291617" y="374342"/>
                  </a:cubicBezTo>
                  <a:cubicBezTo>
                    <a:pt x="291617" y="374645"/>
                    <a:pt x="291785" y="377235"/>
                    <a:pt x="291785" y="377470"/>
                  </a:cubicBezTo>
                  <a:cubicBezTo>
                    <a:pt x="291785" y="377706"/>
                    <a:pt x="291785" y="379926"/>
                    <a:pt x="291785" y="379926"/>
                  </a:cubicBezTo>
                  <a:cubicBezTo>
                    <a:pt x="291785" y="379926"/>
                    <a:pt x="291045" y="381675"/>
                    <a:pt x="290540" y="381810"/>
                  </a:cubicBezTo>
                  <a:cubicBezTo>
                    <a:pt x="290035" y="381944"/>
                    <a:pt x="289429" y="382684"/>
                    <a:pt x="289429" y="382953"/>
                  </a:cubicBezTo>
                  <a:cubicBezTo>
                    <a:pt x="289429" y="383256"/>
                    <a:pt x="290809" y="387158"/>
                    <a:pt x="290809" y="387158"/>
                  </a:cubicBezTo>
                  <a:lnTo>
                    <a:pt x="293434" y="392003"/>
                  </a:lnTo>
                  <a:lnTo>
                    <a:pt x="294814" y="393886"/>
                  </a:lnTo>
                  <a:lnTo>
                    <a:pt x="295756" y="397150"/>
                  </a:lnTo>
                  <a:lnTo>
                    <a:pt x="293737" y="399403"/>
                  </a:lnTo>
                  <a:lnTo>
                    <a:pt x="291550" y="401489"/>
                  </a:lnTo>
                  <a:lnTo>
                    <a:pt x="290877" y="403945"/>
                  </a:lnTo>
                  <a:lnTo>
                    <a:pt x="292021" y="407275"/>
                  </a:lnTo>
                  <a:lnTo>
                    <a:pt x="295723" y="410908"/>
                  </a:lnTo>
                  <a:lnTo>
                    <a:pt x="299795" y="414911"/>
                  </a:lnTo>
                  <a:lnTo>
                    <a:pt x="303867" y="417737"/>
                  </a:lnTo>
                  <a:cubicBezTo>
                    <a:pt x="303867" y="417737"/>
                    <a:pt x="306997" y="418107"/>
                    <a:pt x="307502" y="418107"/>
                  </a:cubicBezTo>
                  <a:cubicBezTo>
                    <a:pt x="308007" y="418107"/>
                    <a:pt x="308646" y="415920"/>
                    <a:pt x="308882" y="415786"/>
                  </a:cubicBezTo>
                  <a:cubicBezTo>
                    <a:pt x="309084" y="415651"/>
                    <a:pt x="309319" y="414777"/>
                    <a:pt x="309689" y="414036"/>
                  </a:cubicBezTo>
                  <a:cubicBezTo>
                    <a:pt x="310060" y="413297"/>
                    <a:pt x="310632" y="411581"/>
                    <a:pt x="310699" y="411345"/>
                  </a:cubicBezTo>
                  <a:cubicBezTo>
                    <a:pt x="310766" y="411110"/>
                    <a:pt x="310699" y="410101"/>
                    <a:pt x="310699" y="409663"/>
                  </a:cubicBezTo>
                  <a:cubicBezTo>
                    <a:pt x="310699" y="409226"/>
                    <a:pt x="310901" y="408722"/>
                    <a:pt x="311069" y="407712"/>
                  </a:cubicBezTo>
                  <a:cubicBezTo>
                    <a:pt x="311204" y="406703"/>
                    <a:pt x="311877" y="405694"/>
                    <a:pt x="312213" y="405189"/>
                  </a:cubicBezTo>
                  <a:cubicBezTo>
                    <a:pt x="312584" y="404685"/>
                    <a:pt x="314031" y="403171"/>
                    <a:pt x="314031" y="403171"/>
                  </a:cubicBezTo>
                  <a:cubicBezTo>
                    <a:pt x="314031" y="403171"/>
                    <a:pt x="315781" y="403474"/>
                    <a:pt x="316622" y="403541"/>
                  </a:cubicBezTo>
                  <a:cubicBezTo>
                    <a:pt x="317497" y="403608"/>
                    <a:pt x="319382" y="404416"/>
                    <a:pt x="319584" y="404550"/>
                  </a:cubicBezTo>
                  <a:cubicBezTo>
                    <a:pt x="319819" y="404685"/>
                    <a:pt x="322848" y="407309"/>
                    <a:pt x="322848" y="407309"/>
                  </a:cubicBezTo>
                  <a:lnTo>
                    <a:pt x="323050" y="409630"/>
                  </a:lnTo>
                  <a:lnTo>
                    <a:pt x="323050" y="412960"/>
                  </a:lnTo>
                  <a:lnTo>
                    <a:pt x="322343" y="417602"/>
                  </a:lnTo>
                  <a:cubicBezTo>
                    <a:pt x="322343" y="417602"/>
                    <a:pt x="321973" y="418612"/>
                    <a:pt x="321603" y="418914"/>
                  </a:cubicBezTo>
                  <a:cubicBezTo>
                    <a:pt x="321233" y="419217"/>
                    <a:pt x="319920" y="420865"/>
                    <a:pt x="319853" y="421101"/>
                  </a:cubicBezTo>
                  <a:cubicBezTo>
                    <a:pt x="319786" y="421303"/>
                    <a:pt x="318271" y="422110"/>
                    <a:pt x="317968" y="422177"/>
                  </a:cubicBezTo>
                  <a:cubicBezTo>
                    <a:pt x="317665" y="422245"/>
                    <a:pt x="316656" y="424061"/>
                    <a:pt x="316656" y="424061"/>
                  </a:cubicBezTo>
                  <a:lnTo>
                    <a:pt x="315714" y="425508"/>
                  </a:lnTo>
                  <a:lnTo>
                    <a:pt x="314872" y="429914"/>
                  </a:lnTo>
                  <a:lnTo>
                    <a:pt x="314098" y="433615"/>
                  </a:lnTo>
                  <a:lnTo>
                    <a:pt x="314435" y="436979"/>
                  </a:lnTo>
                  <a:lnTo>
                    <a:pt x="314098" y="442428"/>
                  </a:lnTo>
                  <a:cubicBezTo>
                    <a:pt x="314098" y="442428"/>
                    <a:pt x="316050" y="445355"/>
                    <a:pt x="316488" y="445490"/>
                  </a:cubicBezTo>
                  <a:cubicBezTo>
                    <a:pt x="316925" y="445590"/>
                    <a:pt x="321267" y="446028"/>
                    <a:pt x="321704" y="446028"/>
                  </a:cubicBezTo>
                  <a:cubicBezTo>
                    <a:pt x="322142" y="446028"/>
                    <a:pt x="323017" y="444615"/>
                    <a:pt x="323017" y="444615"/>
                  </a:cubicBezTo>
                  <a:lnTo>
                    <a:pt x="323017" y="442563"/>
                  </a:lnTo>
                  <a:cubicBezTo>
                    <a:pt x="323017" y="442563"/>
                    <a:pt x="323117" y="439535"/>
                    <a:pt x="323017" y="439199"/>
                  </a:cubicBezTo>
                  <a:cubicBezTo>
                    <a:pt x="322916" y="438863"/>
                    <a:pt x="323420" y="438425"/>
                    <a:pt x="323050" y="437988"/>
                  </a:cubicBezTo>
                  <a:cubicBezTo>
                    <a:pt x="322680" y="437551"/>
                    <a:pt x="322243" y="436474"/>
                    <a:pt x="322142" y="436138"/>
                  </a:cubicBezTo>
                  <a:cubicBezTo>
                    <a:pt x="322041" y="435801"/>
                    <a:pt x="322041" y="433749"/>
                    <a:pt x="322041" y="433749"/>
                  </a:cubicBezTo>
                  <a:lnTo>
                    <a:pt x="322377" y="433110"/>
                  </a:lnTo>
                  <a:cubicBezTo>
                    <a:pt x="322377" y="433110"/>
                    <a:pt x="324127" y="432236"/>
                    <a:pt x="324430" y="432236"/>
                  </a:cubicBezTo>
                  <a:cubicBezTo>
                    <a:pt x="324767" y="432236"/>
                    <a:pt x="326281" y="431462"/>
                    <a:pt x="326281" y="431462"/>
                  </a:cubicBezTo>
                  <a:lnTo>
                    <a:pt x="328570" y="430823"/>
                  </a:lnTo>
                  <a:lnTo>
                    <a:pt x="331195" y="433110"/>
                  </a:lnTo>
                  <a:lnTo>
                    <a:pt x="332507" y="435297"/>
                  </a:lnTo>
                  <a:lnTo>
                    <a:pt x="333147" y="437349"/>
                  </a:lnTo>
                  <a:cubicBezTo>
                    <a:pt x="333147" y="437349"/>
                    <a:pt x="332911" y="438762"/>
                    <a:pt x="333147" y="439401"/>
                  </a:cubicBezTo>
                  <a:cubicBezTo>
                    <a:pt x="333349" y="440040"/>
                    <a:pt x="333147" y="444615"/>
                    <a:pt x="333147" y="444615"/>
                  </a:cubicBezTo>
                  <a:cubicBezTo>
                    <a:pt x="333147" y="444615"/>
                    <a:pt x="333349" y="446364"/>
                    <a:pt x="333248" y="447441"/>
                  </a:cubicBezTo>
                  <a:cubicBezTo>
                    <a:pt x="333147" y="448517"/>
                    <a:pt x="333079" y="450603"/>
                    <a:pt x="332844" y="451040"/>
                  </a:cubicBezTo>
                  <a:cubicBezTo>
                    <a:pt x="332608" y="451477"/>
                    <a:pt x="331733" y="454303"/>
                    <a:pt x="331733" y="454303"/>
                  </a:cubicBezTo>
                  <a:lnTo>
                    <a:pt x="331733" y="458205"/>
                  </a:lnTo>
                  <a:cubicBezTo>
                    <a:pt x="331733" y="458205"/>
                    <a:pt x="333517" y="459618"/>
                    <a:pt x="333281" y="459955"/>
                  </a:cubicBezTo>
                  <a:cubicBezTo>
                    <a:pt x="333046" y="460291"/>
                    <a:pt x="333685" y="461132"/>
                    <a:pt x="334998" y="460493"/>
                  </a:cubicBezTo>
                  <a:cubicBezTo>
                    <a:pt x="336478" y="459820"/>
                    <a:pt x="337757" y="459383"/>
                    <a:pt x="338195" y="458407"/>
                  </a:cubicBezTo>
                  <a:close/>
                </a:path>
              </a:pathLst>
            </a:custGeom>
            <a:grpFill/>
            <a:ln w="6350" cap="flat">
              <a:solidFill>
                <a:schemeClr val="bg1"/>
              </a:solidFill>
              <a:prstDash val="solid"/>
              <a:miter/>
            </a:ln>
          </p:spPr>
          <p:txBody>
            <a:bodyPr rtlCol="0" anchor="ctr"/>
            <a:lstStyle/>
            <a:p>
              <a:endParaRPr lang="en-US"/>
            </a:p>
          </p:txBody>
        </p:sp>
        <p:grpSp>
          <p:nvGrpSpPr>
            <p:cNvPr id="179" name="Graphic 11">
              <a:extLst>
                <a:ext uri="{FF2B5EF4-FFF2-40B4-BE49-F238E27FC236}">
                  <a16:creationId xmlns:a16="http://schemas.microsoft.com/office/drawing/2014/main" id="{8E3281D4-DAFD-4291-7775-5D30766D5F5A}"/>
                </a:ext>
              </a:extLst>
            </p:cNvPr>
            <p:cNvGrpSpPr/>
            <p:nvPr/>
          </p:nvGrpSpPr>
          <p:grpSpPr>
            <a:xfrm>
              <a:off x="7980671" y="2609627"/>
              <a:ext cx="363191" cy="236874"/>
              <a:chOff x="5630369" y="1818222"/>
              <a:chExt cx="697289" cy="454774"/>
            </a:xfrm>
            <a:grpFill/>
          </p:grpSpPr>
          <p:sp>
            <p:nvSpPr>
              <p:cNvPr id="214" name="Freeform 931">
                <a:extLst>
                  <a:ext uri="{FF2B5EF4-FFF2-40B4-BE49-F238E27FC236}">
                    <a16:creationId xmlns:a16="http://schemas.microsoft.com/office/drawing/2014/main" id="{A6808B62-7336-6F35-68A5-B69FB617B9B3}"/>
                  </a:ext>
                </a:extLst>
              </p:cNvPr>
              <p:cNvSpPr/>
              <p:nvPr/>
            </p:nvSpPr>
            <p:spPr>
              <a:xfrm>
                <a:off x="6126606" y="1832384"/>
                <a:ext cx="18576" cy="21899"/>
              </a:xfrm>
              <a:custGeom>
                <a:avLst/>
                <a:gdLst>
                  <a:gd name="connsiteX0" fmla="*/ 2322 w 18576"/>
                  <a:gd name="connsiteY0" fmla="*/ 13052 h 21899"/>
                  <a:gd name="connsiteX1" fmla="*/ 2793 w 18576"/>
                  <a:gd name="connsiteY1" fmla="*/ 13624 h 21899"/>
                  <a:gd name="connsiteX2" fmla="*/ 9154 w 18576"/>
                  <a:gd name="connsiteY2" fmla="*/ 21899 h 21899"/>
                  <a:gd name="connsiteX3" fmla="*/ 17029 w 18576"/>
                  <a:gd name="connsiteY3" fmla="*/ 17627 h 21899"/>
                  <a:gd name="connsiteX4" fmla="*/ 18577 w 18576"/>
                  <a:gd name="connsiteY4" fmla="*/ 11303 h 21899"/>
                  <a:gd name="connsiteX5" fmla="*/ 18577 w 18576"/>
                  <a:gd name="connsiteY5" fmla="*/ 5517 h 21899"/>
                  <a:gd name="connsiteX6" fmla="*/ 10433 w 18576"/>
                  <a:gd name="connsiteY6" fmla="*/ 1749 h 21899"/>
                  <a:gd name="connsiteX7" fmla="*/ 2322 w 18576"/>
                  <a:gd name="connsiteY7" fmla="*/ 0 h 21899"/>
                  <a:gd name="connsiteX8" fmla="*/ 0 w 18576"/>
                  <a:gd name="connsiteY8" fmla="*/ 5820 h 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6" h="21899">
                    <a:moveTo>
                      <a:pt x="2322" y="13052"/>
                    </a:moveTo>
                    <a:lnTo>
                      <a:pt x="2793" y="13624"/>
                    </a:lnTo>
                    <a:lnTo>
                      <a:pt x="9154" y="21899"/>
                    </a:lnTo>
                    <a:lnTo>
                      <a:pt x="17029" y="17627"/>
                    </a:lnTo>
                    <a:lnTo>
                      <a:pt x="18577" y="11303"/>
                    </a:lnTo>
                    <a:lnTo>
                      <a:pt x="18577" y="5517"/>
                    </a:lnTo>
                    <a:lnTo>
                      <a:pt x="10433" y="1749"/>
                    </a:lnTo>
                    <a:lnTo>
                      <a:pt x="2322" y="0"/>
                    </a:lnTo>
                    <a:lnTo>
                      <a:pt x="0" y="5820"/>
                    </a:lnTo>
                    <a:close/>
                  </a:path>
                </a:pathLst>
              </a:custGeom>
              <a:grpFill/>
              <a:ln w="6350" cap="flat">
                <a:solidFill>
                  <a:schemeClr val="bg1"/>
                </a:solidFill>
                <a:prstDash val="solid"/>
                <a:miter/>
              </a:ln>
            </p:spPr>
            <p:txBody>
              <a:bodyPr rtlCol="0" anchor="ctr"/>
              <a:lstStyle/>
              <a:p>
                <a:endParaRPr lang="en-US"/>
              </a:p>
            </p:txBody>
          </p:sp>
          <p:sp>
            <p:nvSpPr>
              <p:cNvPr id="215" name="Freeform 932">
                <a:extLst>
                  <a:ext uri="{FF2B5EF4-FFF2-40B4-BE49-F238E27FC236}">
                    <a16:creationId xmlns:a16="http://schemas.microsoft.com/office/drawing/2014/main" id="{4D95E627-B3C2-0095-0D1C-84EE5A19E042}"/>
                  </a:ext>
                </a:extLst>
              </p:cNvPr>
              <p:cNvSpPr/>
              <p:nvPr/>
            </p:nvSpPr>
            <p:spPr>
              <a:xfrm>
                <a:off x="6131250" y="1818222"/>
                <a:ext cx="6663" cy="8376"/>
              </a:xfrm>
              <a:custGeom>
                <a:avLst/>
                <a:gdLst>
                  <a:gd name="connsiteX0" fmla="*/ 0 w 6663"/>
                  <a:gd name="connsiteY0" fmla="*/ 8376 h 8376"/>
                  <a:gd name="connsiteX1" fmla="*/ 4375 w 6663"/>
                  <a:gd name="connsiteY1" fmla="*/ 8376 h 8376"/>
                  <a:gd name="connsiteX2" fmla="*/ 6664 w 6663"/>
                  <a:gd name="connsiteY2" fmla="*/ 2893 h 8376"/>
                  <a:gd name="connsiteX3" fmla="*/ 3332 w 6663"/>
                  <a:gd name="connsiteY3" fmla="*/ 0 h 8376"/>
                  <a:gd name="connsiteX4" fmla="*/ 0 w 6663"/>
                  <a:gd name="connsiteY4" fmla="*/ 4171 h 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 h="8376">
                    <a:moveTo>
                      <a:pt x="0" y="8376"/>
                    </a:moveTo>
                    <a:lnTo>
                      <a:pt x="4375" y="8376"/>
                    </a:lnTo>
                    <a:lnTo>
                      <a:pt x="6664" y="2893"/>
                    </a:lnTo>
                    <a:lnTo>
                      <a:pt x="3332" y="0"/>
                    </a:lnTo>
                    <a:lnTo>
                      <a:pt x="0" y="4171"/>
                    </a:lnTo>
                    <a:close/>
                  </a:path>
                </a:pathLst>
              </a:custGeom>
              <a:grpFill/>
              <a:ln w="6350" cap="flat">
                <a:solidFill>
                  <a:schemeClr val="bg1"/>
                </a:solidFill>
                <a:prstDash val="solid"/>
                <a:miter/>
              </a:ln>
            </p:spPr>
            <p:txBody>
              <a:bodyPr rtlCol="0" anchor="ctr"/>
              <a:lstStyle/>
              <a:p>
                <a:endParaRPr lang="en-US"/>
              </a:p>
            </p:txBody>
          </p:sp>
          <p:sp>
            <p:nvSpPr>
              <p:cNvPr id="216" name="Freeform 933">
                <a:extLst>
                  <a:ext uri="{FF2B5EF4-FFF2-40B4-BE49-F238E27FC236}">
                    <a16:creationId xmlns:a16="http://schemas.microsoft.com/office/drawing/2014/main" id="{AB389446-3972-048E-366C-DE5C22EF6461}"/>
                  </a:ext>
                </a:extLst>
              </p:cNvPr>
              <p:cNvSpPr/>
              <p:nvPr/>
            </p:nvSpPr>
            <p:spPr>
              <a:xfrm>
                <a:off x="5630369" y="1836959"/>
                <a:ext cx="697289" cy="436036"/>
              </a:xfrm>
              <a:custGeom>
                <a:avLst/>
                <a:gdLst>
                  <a:gd name="connsiteX0" fmla="*/ 695977 w 697289"/>
                  <a:gd name="connsiteY0" fmla="*/ 49820 h 436036"/>
                  <a:gd name="connsiteX1" fmla="*/ 693688 w 697289"/>
                  <a:gd name="connsiteY1" fmla="*/ 49618 h 436036"/>
                  <a:gd name="connsiteX2" fmla="*/ 689347 w 697289"/>
                  <a:gd name="connsiteY2" fmla="*/ 51368 h 436036"/>
                  <a:gd name="connsiteX3" fmla="*/ 686318 w 697289"/>
                  <a:gd name="connsiteY3" fmla="*/ 52007 h 436036"/>
                  <a:gd name="connsiteX4" fmla="*/ 680025 w 697289"/>
                  <a:gd name="connsiteY4" fmla="*/ 55270 h 436036"/>
                  <a:gd name="connsiteX5" fmla="*/ 675448 w 697289"/>
                  <a:gd name="connsiteY5" fmla="*/ 57221 h 436036"/>
                  <a:gd name="connsiteX6" fmla="*/ 667404 w 697289"/>
                  <a:gd name="connsiteY6" fmla="*/ 58096 h 436036"/>
                  <a:gd name="connsiteX7" fmla="*/ 662625 w 697289"/>
                  <a:gd name="connsiteY7" fmla="*/ 56582 h 436036"/>
                  <a:gd name="connsiteX8" fmla="*/ 662625 w 697289"/>
                  <a:gd name="connsiteY8" fmla="*/ 49618 h 436036"/>
                  <a:gd name="connsiteX9" fmla="*/ 662625 w 697289"/>
                  <a:gd name="connsiteY9" fmla="*/ 44169 h 436036"/>
                  <a:gd name="connsiteX10" fmla="*/ 658721 w 697289"/>
                  <a:gd name="connsiteY10" fmla="*/ 41141 h 436036"/>
                  <a:gd name="connsiteX11" fmla="*/ 655894 w 697289"/>
                  <a:gd name="connsiteY11" fmla="*/ 43765 h 436036"/>
                  <a:gd name="connsiteX12" fmla="*/ 651317 w 697289"/>
                  <a:gd name="connsiteY12" fmla="*/ 45279 h 436036"/>
                  <a:gd name="connsiteX13" fmla="*/ 648928 w 697289"/>
                  <a:gd name="connsiteY13" fmla="*/ 42251 h 436036"/>
                  <a:gd name="connsiteX14" fmla="*/ 647178 w 697289"/>
                  <a:gd name="connsiteY14" fmla="*/ 38988 h 436036"/>
                  <a:gd name="connsiteX15" fmla="*/ 642029 w 697289"/>
                  <a:gd name="connsiteY15" fmla="*/ 39056 h 436036"/>
                  <a:gd name="connsiteX16" fmla="*/ 638057 w 697289"/>
                  <a:gd name="connsiteY16" fmla="*/ 39863 h 436036"/>
                  <a:gd name="connsiteX17" fmla="*/ 633480 w 697289"/>
                  <a:gd name="connsiteY17" fmla="*/ 42251 h 436036"/>
                  <a:gd name="connsiteX18" fmla="*/ 629778 w 697289"/>
                  <a:gd name="connsiteY18" fmla="*/ 44135 h 436036"/>
                  <a:gd name="connsiteX19" fmla="*/ 627086 w 697289"/>
                  <a:gd name="connsiteY19" fmla="*/ 47533 h 436036"/>
                  <a:gd name="connsiteX20" fmla="*/ 624562 w 697289"/>
                  <a:gd name="connsiteY20" fmla="*/ 51738 h 436036"/>
                  <a:gd name="connsiteX21" fmla="*/ 623485 w 697289"/>
                  <a:gd name="connsiteY21" fmla="*/ 53992 h 436036"/>
                  <a:gd name="connsiteX22" fmla="*/ 619345 w 697289"/>
                  <a:gd name="connsiteY22" fmla="*/ 53992 h 436036"/>
                  <a:gd name="connsiteX23" fmla="*/ 614331 w 697289"/>
                  <a:gd name="connsiteY23" fmla="*/ 54631 h 436036"/>
                  <a:gd name="connsiteX24" fmla="*/ 609350 w 697289"/>
                  <a:gd name="connsiteY24" fmla="*/ 55505 h 436036"/>
                  <a:gd name="connsiteX25" fmla="*/ 605446 w 697289"/>
                  <a:gd name="connsiteY25" fmla="*/ 56380 h 436036"/>
                  <a:gd name="connsiteX26" fmla="*/ 601307 w 697289"/>
                  <a:gd name="connsiteY26" fmla="*/ 57457 h 436036"/>
                  <a:gd name="connsiteX27" fmla="*/ 598042 w 697289"/>
                  <a:gd name="connsiteY27" fmla="*/ 58970 h 436036"/>
                  <a:gd name="connsiteX28" fmla="*/ 594138 w 697289"/>
                  <a:gd name="connsiteY28" fmla="*/ 59172 h 436036"/>
                  <a:gd name="connsiteX29" fmla="*/ 588686 w 697289"/>
                  <a:gd name="connsiteY29" fmla="*/ 58533 h 436036"/>
                  <a:gd name="connsiteX30" fmla="*/ 585657 w 697289"/>
                  <a:gd name="connsiteY30" fmla="*/ 55909 h 436036"/>
                  <a:gd name="connsiteX31" fmla="*/ 583469 w 697289"/>
                  <a:gd name="connsiteY31" fmla="*/ 53756 h 436036"/>
                  <a:gd name="connsiteX32" fmla="*/ 581518 w 697289"/>
                  <a:gd name="connsiteY32" fmla="*/ 50930 h 436036"/>
                  <a:gd name="connsiteX33" fmla="*/ 579128 w 697289"/>
                  <a:gd name="connsiteY33" fmla="*/ 47903 h 436036"/>
                  <a:gd name="connsiteX34" fmla="*/ 577378 w 697289"/>
                  <a:gd name="connsiteY34" fmla="*/ 44438 h 436036"/>
                  <a:gd name="connsiteX35" fmla="*/ 577378 w 697289"/>
                  <a:gd name="connsiteY35" fmla="*/ 40973 h 436036"/>
                  <a:gd name="connsiteX36" fmla="*/ 577378 w 697289"/>
                  <a:gd name="connsiteY36" fmla="*/ 37710 h 436036"/>
                  <a:gd name="connsiteX37" fmla="*/ 575662 w 697289"/>
                  <a:gd name="connsiteY37" fmla="*/ 37508 h 436036"/>
                  <a:gd name="connsiteX38" fmla="*/ 573912 w 697289"/>
                  <a:gd name="connsiteY38" fmla="*/ 38147 h 436036"/>
                  <a:gd name="connsiteX39" fmla="*/ 572162 w 697289"/>
                  <a:gd name="connsiteY39" fmla="*/ 40973 h 436036"/>
                  <a:gd name="connsiteX40" fmla="*/ 572162 w 697289"/>
                  <a:gd name="connsiteY40" fmla="*/ 44001 h 436036"/>
                  <a:gd name="connsiteX41" fmla="*/ 571287 w 697289"/>
                  <a:gd name="connsiteY41" fmla="*/ 48777 h 436036"/>
                  <a:gd name="connsiteX42" fmla="*/ 567147 w 697289"/>
                  <a:gd name="connsiteY42" fmla="*/ 48777 h 436036"/>
                  <a:gd name="connsiteX43" fmla="*/ 564959 w 697289"/>
                  <a:gd name="connsiteY43" fmla="*/ 48004 h 436036"/>
                  <a:gd name="connsiteX44" fmla="*/ 560618 w 697289"/>
                  <a:gd name="connsiteY44" fmla="*/ 44842 h 436036"/>
                  <a:gd name="connsiteX45" fmla="*/ 555839 w 697289"/>
                  <a:gd name="connsiteY45" fmla="*/ 44203 h 436036"/>
                  <a:gd name="connsiteX46" fmla="*/ 553652 w 697289"/>
                  <a:gd name="connsiteY46" fmla="*/ 41579 h 436036"/>
                  <a:gd name="connsiteX47" fmla="*/ 554729 w 697289"/>
                  <a:gd name="connsiteY47" fmla="*/ 35725 h 436036"/>
                  <a:gd name="connsiteX48" fmla="*/ 554729 w 697289"/>
                  <a:gd name="connsiteY48" fmla="*/ 33976 h 436036"/>
                  <a:gd name="connsiteX49" fmla="*/ 552878 w 697289"/>
                  <a:gd name="connsiteY49" fmla="*/ 30074 h 436036"/>
                  <a:gd name="connsiteX50" fmla="*/ 549950 w 697289"/>
                  <a:gd name="connsiteY50" fmla="*/ 29637 h 436036"/>
                  <a:gd name="connsiteX51" fmla="*/ 547123 w 697289"/>
                  <a:gd name="connsiteY51" fmla="*/ 29199 h 436036"/>
                  <a:gd name="connsiteX52" fmla="*/ 540829 w 697289"/>
                  <a:gd name="connsiteY52" fmla="*/ 27685 h 436036"/>
                  <a:gd name="connsiteX53" fmla="*/ 536488 w 697289"/>
                  <a:gd name="connsiteY53" fmla="*/ 25095 h 436036"/>
                  <a:gd name="connsiteX54" fmla="*/ 533425 w 697289"/>
                  <a:gd name="connsiteY54" fmla="*/ 22471 h 436036"/>
                  <a:gd name="connsiteX55" fmla="*/ 529084 w 697289"/>
                  <a:gd name="connsiteY55" fmla="*/ 21832 h 436036"/>
                  <a:gd name="connsiteX56" fmla="*/ 524305 w 697289"/>
                  <a:gd name="connsiteY56" fmla="*/ 22068 h 436036"/>
                  <a:gd name="connsiteX57" fmla="*/ 517136 w 697289"/>
                  <a:gd name="connsiteY57" fmla="*/ 24658 h 436036"/>
                  <a:gd name="connsiteX58" fmla="*/ 508218 w 697289"/>
                  <a:gd name="connsiteY58" fmla="*/ 28796 h 436036"/>
                  <a:gd name="connsiteX59" fmla="*/ 503641 w 697289"/>
                  <a:gd name="connsiteY59" fmla="*/ 29435 h 436036"/>
                  <a:gd name="connsiteX60" fmla="*/ 499939 w 697289"/>
                  <a:gd name="connsiteY60" fmla="*/ 30949 h 436036"/>
                  <a:gd name="connsiteX61" fmla="*/ 493208 w 697289"/>
                  <a:gd name="connsiteY61" fmla="*/ 35086 h 436036"/>
                  <a:gd name="connsiteX62" fmla="*/ 489304 w 697289"/>
                  <a:gd name="connsiteY62" fmla="*/ 36600 h 436036"/>
                  <a:gd name="connsiteX63" fmla="*/ 484525 w 697289"/>
                  <a:gd name="connsiteY63" fmla="*/ 38349 h 436036"/>
                  <a:gd name="connsiteX64" fmla="*/ 479948 w 697289"/>
                  <a:gd name="connsiteY64" fmla="*/ 38114 h 436036"/>
                  <a:gd name="connsiteX65" fmla="*/ 475169 w 697289"/>
                  <a:gd name="connsiteY65" fmla="*/ 39190 h 436036"/>
                  <a:gd name="connsiteX66" fmla="*/ 471904 w 697289"/>
                  <a:gd name="connsiteY66" fmla="*/ 42218 h 436036"/>
                  <a:gd name="connsiteX67" fmla="*/ 473857 w 697289"/>
                  <a:gd name="connsiteY67" fmla="*/ 45918 h 436036"/>
                  <a:gd name="connsiteX68" fmla="*/ 477121 w 697289"/>
                  <a:gd name="connsiteY68" fmla="*/ 46793 h 436036"/>
                  <a:gd name="connsiteX69" fmla="*/ 479948 w 697289"/>
                  <a:gd name="connsiteY69" fmla="*/ 49618 h 436036"/>
                  <a:gd name="connsiteX70" fmla="*/ 479948 w 697289"/>
                  <a:gd name="connsiteY70" fmla="*/ 52007 h 436036"/>
                  <a:gd name="connsiteX71" fmla="*/ 476347 w 697289"/>
                  <a:gd name="connsiteY71" fmla="*/ 56784 h 436036"/>
                  <a:gd name="connsiteX72" fmla="*/ 470356 w 697289"/>
                  <a:gd name="connsiteY72" fmla="*/ 64184 h 436036"/>
                  <a:gd name="connsiteX73" fmla="*/ 463390 w 697289"/>
                  <a:gd name="connsiteY73" fmla="*/ 70912 h 436036"/>
                  <a:gd name="connsiteX74" fmla="*/ 456861 w 697289"/>
                  <a:gd name="connsiteY74" fmla="*/ 76564 h 436036"/>
                  <a:gd name="connsiteX75" fmla="*/ 448616 w 697289"/>
                  <a:gd name="connsiteY75" fmla="*/ 77640 h 436036"/>
                  <a:gd name="connsiteX76" fmla="*/ 446664 w 697289"/>
                  <a:gd name="connsiteY76" fmla="*/ 78515 h 436036"/>
                  <a:gd name="connsiteX77" fmla="*/ 444510 w 697289"/>
                  <a:gd name="connsiteY77" fmla="*/ 81980 h 436036"/>
                  <a:gd name="connsiteX78" fmla="*/ 443837 w 697289"/>
                  <a:gd name="connsiteY78" fmla="*/ 85680 h 436036"/>
                  <a:gd name="connsiteX79" fmla="*/ 446024 w 697289"/>
                  <a:gd name="connsiteY79" fmla="*/ 87429 h 436036"/>
                  <a:gd name="connsiteX80" fmla="*/ 448649 w 697289"/>
                  <a:gd name="connsiteY80" fmla="*/ 89616 h 436036"/>
                  <a:gd name="connsiteX81" fmla="*/ 448649 w 697289"/>
                  <a:gd name="connsiteY81" fmla="*/ 92206 h 436036"/>
                  <a:gd name="connsiteX82" fmla="*/ 446798 w 697289"/>
                  <a:gd name="connsiteY82" fmla="*/ 96983 h 436036"/>
                  <a:gd name="connsiteX83" fmla="*/ 443433 w 697289"/>
                  <a:gd name="connsiteY83" fmla="*/ 102197 h 436036"/>
                  <a:gd name="connsiteX84" fmla="*/ 439731 w 697289"/>
                  <a:gd name="connsiteY84" fmla="*/ 106974 h 436036"/>
                  <a:gd name="connsiteX85" fmla="*/ 432764 w 697289"/>
                  <a:gd name="connsiteY85" fmla="*/ 109362 h 436036"/>
                  <a:gd name="connsiteX86" fmla="*/ 426908 w 697289"/>
                  <a:gd name="connsiteY86" fmla="*/ 109564 h 436036"/>
                  <a:gd name="connsiteX87" fmla="*/ 417351 w 697289"/>
                  <a:gd name="connsiteY87" fmla="*/ 109564 h 436036"/>
                  <a:gd name="connsiteX88" fmla="*/ 410182 w 697289"/>
                  <a:gd name="connsiteY88" fmla="*/ 110102 h 436036"/>
                  <a:gd name="connsiteX89" fmla="*/ 403889 w 697289"/>
                  <a:gd name="connsiteY89" fmla="*/ 111953 h 436036"/>
                  <a:gd name="connsiteX90" fmla="*/ 400187 w 697289"/>
                  <a:gd name="connsiteY90" fmla="*/ 112592 h 436036"/>
                  <a:gd name="connsiteX91" fmla="*/ 391066 w 697289"/>
                  <a:gd name="connsiteY91" fmla="*/ 112794 h 436036"/>
                  <a:gd name="connsiteX92" fmla="*/ 384336 w 697289"/>
                  <a:gd name="connsiteY92" fmla="*/ 110843 h 436036"/>
                  <a:gd name="connsiteX93" fmla="*/ 379119 w 697289"/>
                  <a:gd name="connsiteY93" fmla="*/ 108454 h 436036"/>
                  <a:gd name="connsiteX94" fmla="*/ 373902 w 697289"/>
                  <a:gd name="connsiteY94" fmla="*/ 106940 h 436036"/>
                  <a:gd name="connsiteX95" fmla="*/ 373902 w 697289"/>
                  <a:gd name="connsiteY95" fmla="*/ 101087 h 436036"/>
                  <a:gd name="connsiteX96" fmla="*/ 366835 w 697289"/>
                  <a:gd name="connsiteY96" fmla="*/ 96748 h 436036"/>
                  <a:gd name="connsiteX97" fmla="*/ 363234 w 697289"/>
                  <a:gd name="connsiteY97" fmla="*/ 94359 h 436036"/>
                  <a:gd name="connsiteX98" fmla="*/ 355191 w 697289"/>
                  <a:gd name="connsiteY98" fmla="*/ 90894 h 436036"/>
                  <a:gd name="connsiteX99" fmla="*/ 355830 w 697289"/>
                  <a:gd name="connsiteY99" fmla="*/ 87833 h 436036"/>
                  <a:gd name="connsiteX100" fmla="*/ 356469 w 697289"/>
                  <a:gd name="connsiteY100" fmla="*/ 85007 h 436036"/>
                  <a:gd name="connsiteX101" fmla="*/ 362931 w 697289"/>
                  <a:gd name="connsiteY101" fmla="*/ 83191 h 436036"/>
                  <a:gd name="connsiteX102" fmla="*/ 362123 w 697289"/>
                  <a:gd name="connsiteY102" fmla="*/ 77035 h 436036"/>
                  <a:gd name="connsiteX103" fmla="*/ 361686 w 697289"/>
                  <a:gd name="connsiteY103" fmla="*/ 69230 h 436036"/>
                  <a:gd name="connsiteX104" fmla="*/ 361619 w 697289"/>
                  <a:gd name="connsiteY104" fmla="*/ 61998 h 436036"/>
                  <a:gd name="connsiteX105" fmla="*/ 362864 w 697289"/>
                  <a:gd name="connsiteY105" fmla="*/ 57423 h 436036"/>
                  <a:gd name="connsiteX106" fmla="*/ 363941 w 697289"/>
                  <a:gd name="connsiteY106" fmla="*/ 53352 h 436036"/>
                  <a:gd name="connsiteX107" fmla="*/ 367272 w 697289"/>
                  <a:gd name="connsiteY107" fmla="*/ 49955 h 436036"/>
                  <a:gd name="connsiteX108" fmla="*/ 369931 w 697289"/>
                  <a:gd name="connsiteY108" fmla="*/ 46389 h 436036"/>
                  <a:gd name="connsiteX109" fmla="*/ 370470 w 697289"/>
                  <a:gd name="connsiteY109" fmla="*/ 44034 h 436036"/>
                  <a:gd name="connsiteX110" fmla="*/ 368080 w 697289"/>
                  <a:gd name="connsiteY110" fmla="*/ 41410 h 436036"/>
                  <a:gd name="connsiteX111" fmla="*/ 363840 w 697289"/>
                  <a:gd name="connsiteY111" fmla="*/ 39998 h 436036"/>
                  <a:gd name="connsiteX112" fmla="*/ 360138 w 697289"/>
                  <a:gd name="connsiteY112" fmla="*/ 38786 h 436036"/>
                  <a:gd name="connsiteX113" fmla="*/ 359263 w 697289"/>
                  <a:gd name="connsiteY113" fmla="*/ 37575 h 436036"/>
                  <a:gd name="connsiteX114" fmla="*/ 359902 w 697289"/>
                  <a:gd name="connsiteY114" fmla="*/ 33875 h 436036"/>
                  <a:gd name="connsiteX115" fmla="*/ 359902 w 697289"/>
                  <a:gd name="connsiteY115" fmla="*/ 31386 h 436036"/>
                  <a:gd name="connsiteX116" fmla="*/ 361652 w 697289"/>
                  <a:gd name="connsiteY116" fmla="*/ 28661 h 436036"/>
                  <a:gd name="connsiteX117" fmla="*/ 361652 w 697289"/>
                  <a:gd name="connsiteY117" fmla="*/ 23447 h 436036"/>
                  <a:gd name="connsiteX118" fmla="*/ 361652 w 697289"/>
                  <a:gd name="connsiteY118" fmla="*/ 20857 h 436036"/>
                  <a:gd name="connsiteX119" fmla="*/ 360306 w 697289"/>
                  <a:gd name="connsiteY119" fmla="*/ 20083 h 436036"/>
                  <a:gd name="connsiteX120" fmla="*/ 355897 w 697289"/>
                  <a:gd name="connsiteY120" fmla="*/ 17795 h 436036"/>
                  <a:gd name="connsiteX121" fmla="*/ 352431 w 697289"/>
                  <a:gd name="connsiteY121" fmla="*/ 16921 h 436036"/>
                  <a:gd name="connsiteX122" fmla="*/ 350041 w 697289"/>
                  <a:gd name="connsiteY122" fmla="*/ 18132 h 436036"/>
                  <a:gd name="connsiteX123" fmla="*/ 347551 w 697289"/>
                  <a:gd name="connsiteY123" fmla="*/ 18334 h 436036"/>
                  <a:gd name="connsiteX124" fmla="*/ 346037 w 697289"/>
                  <a:gd name="connsiteY124" fmla="*/ 18535 h 436036"/>
                  <a:gd name="connsiteX125" fmla="*/ 347349 w 697289"/>
                  <a:gd name="connsiteY125" fmla="*/ 16046 h 436036"/>
                  <a:gd name="connsiteX126" fmla="*/ 348325 w 697289"/>
                  <a:gd name="connsiteY126" fmla="*/ 14196 h 436036"/>
                  <a:gd name="connsiteX127" fmla="*/ 349301 w 697289"/>
                  <a:gd name="connsiteY127" fmla="*/ 11908 h 436036"/>
                  <a:gd name="connsiteX128" fmla="*/ 347887 w 697289"/>
                  <a:gd name="connsiteY128" fmla="*/ 9285 h 436036"/>
                  <a:gd name="connsiteX129" fmla="*/ 345936 w 697289"/>
                  <a:gd name="connsiteY129" fmla="*/ 7098 h 436036"/>
                  <a:gd name="connsiteX130" fmla="*/ 342570 w 697289"/>
                  <a:gd name="connsiteY130" fmla="*/ 5483 h 436036"/>
                  <a:gd name="connsiteX131" fmla="*/ 340719 w 697289"/>
                  <a:gd name="connsiteY131" fmla="*/ 5248 h 436036"/>
                  <a:gd name="connsiteX132" fmla="*/ 337017 w 697289"/>
                  <a:gd name="connsiteY132" fmla="*/ 5685 h 436036"/>
                  <a:gd name="connsiteX133" fmla="*/ 334964 w 697289"/>
                  <a:gd name="connsiteY133" fmla="*/ 6896 h 436036"/>
                  <a:gd name="connsiteX134" fmla="*/ 332911 w 697289"/>
                  <a:gd name="connsiteY134" fmla="*/ 9621 h 436036"/>
                  <a:gd name="connsiteX135" fmla="*/ 331700 w 697289"/>
                  <a:gd name="connsiteY135" fmla="*/ 11673 h 436036"/>
                  <a:gd name="connsiteX136" fmla="*/ 329411 w 697289"/>
                  <a:gd name="connsiteY136" fmla="*/ 14061 h 436036"/>
                  <a:gd name="connsiteX137" fmla="*/ 327796 w 697289"/>
                  <a:gd name="connsiteY137" fmla="*/ 16113 h 436036"/>
                  <a:gd name="connsiteX138" fmla="*/ 326281 w 697289"/>
                  <a:gd name="connsiteY138" fmla="*/ 17863 h 436036"/>
                  <a:gd name="connsiteX139" fmla="*/ 322041 w 697289"/>
                  <a:gd name="connsiteY139" fmla="*/ 18199 h 436036"/>
                  <a:gd name="connsiteX140" fmla="*/ 318574 w 697289"/>
                  <a:gd name="connsiteY140" fmla="*/ 17560 h 436036"/>
                  <a:gd name="connsiteX141" fmla="*/ 317397 w 697289"/>
                  <a:gd name="connsiteY141" fmla="*/ 15070 h 436036"/>
                  <a:gd name="connsiteX142" fmla="*/ 315882 w 697289"/>
                  <a:gd name="connsiteY142" fmla="*/ 12581 h 436036"/>
                  <a:gd name="connsiteX143" fmla="*/ 307132 w 697289"/>
                  <a:gd name="connsiteY143" fmla="*/ 12649 h 436036"/>
                  <a:gd name="connsiteX144" fmla="*/ 302218 w 697289"/>
                  <a:gd name="connsiteY144" fmla="*/ 12985 h 436036"/>
                  <a:gd name="connsiteX145" fmla="*/ 294646 w 697289"/>
                  <a:gd name="connsiteY145" fmla="*/ 13792 h 436036"/>
                  <a:gd name="connsiteX146" fmla="*/ 291112 w 697289"/>
                  <a:gd name="connsiteY146" fmla="*/ 12043 h 436036"/>
                  <a:gd name="connsiteX147" fmla="*/ 286939 w 697289"/>
                  <a:gd name="connsiteY147" fmla="*/ 10731 h 436036"/>
                  <a:gd name="connsiteX148" fmla="*/ 285055 w 697289"/>
                  <a:gd name="connsiteY148" fmla="*/ 11774 h 436036"/>
                  <a:gd name="connsiteX149" fmla="*/ 283472 w 697289"/>
                  <a:gd name="connsiteY149" fmla="*/ 14229 h 436036"/>
                  <a:gd name="connsiteX150" fmla="*/ 282766 w 697289"/>
                  <a:gd name="connsiteY150" fmla="*/ 18804 h 436036"/>
                  <a:gd name="connsiteX151" fmla="*/ 283472 w 697289"/>
                  <a:gd name="connsiteY151" fmla="*/ 25802 h 436036"/>
                  <a:gd name="connsiteX152" fmla="*/ 280881 w 697289"/>
                  <a:gd name="connsiteY152" fmla="*/ 29535 h 436036"/>
                  <a:gd name="connsiteX153" fmla="*/ 277684 w 697289"/>
                  <a:gd name="connsiteY153" fmla="*/ 33169 h 436036"/>
                  <a:gd name="connsiteX154" fmla="*/ 275732 w 697289"/>
                  <a:gd name="connsiteY154" fmla="*/ 36364 h 436036"/>
                  <a:gd name="connsiteX155" fmla="*/ 273410 w 697289"/>
                  <a:gd name="connsiteY155" fmla="*/ 38820 h 436036"/>
                  <a:gd name="connsiteX156" fmla="*/ 271559 w 697289"/>
                  <a:gd name="connsiteY156" fmla="*/ 37912 h 436036"/>
                  <a:gd name="connsiteX157" fmla="*/ 271794 w 697289"/>
                  <a:gd name="connsiteY157" fmla="*/ 36499 h 436036"/>
                  <a:gd name="connsiteX158" fmla="*/ 273141 w 697289"/>
                  <a:gd name="connsiteY158" fmla="*/ 32429 h 436036"/>
                  <a:gd name="connsiteX159" fmla="*/ 274386 w 697289"/>
                  <a:gd name="connsiteY159" fmla="*/ 29435 h 436036"/>
                  <a:gd name="connsiteX160" fmla="*/ 275362 w 697289"/>
                  <a:gd name="connsiteY160" fmla="*/ 26441 h 436036"/>
                  <a:gd name="connsiteX161" fmla="*/ 275025 w 697289"/>
                  <a:gd name="connsiteY161" fmla="*/ 18031 h 436036"/>
                  <a:gd name="connsiteX162" fmla="*/ 273073 w 697289"/>
                  <a:gd name="connsiteY162" fmla="*/ 14768 h 436036"/>
                  <a:gd name="connsiteX163" fmla="*/ 270011 w 697289"/>
                  <a:gd name="connsiteY163" fmla="*/ 13019 h 436036"/>
                  <a:gd name="connsiteX164" fmla="*/ 268261 w 697289"/>
                  <a:gd name="connsiteY164" fmla="*/ 11942 h 436036"/>
                  <a:gd name="connsiteX165" fmla="*/ 265669 w 697289"/>
                  <a:gd name="connsiteY165" fmla="*/ 12379 h 436036"/>
                  <a:gd name="connsiteX166" fmla="*/ 260251 w 697289"/>
                  <a:gd name="connsiteY166" fmla="*/ 11303 h 436036"/>
                  <a:gd name="connsiteX167" fmla="*/ 259140 w 697289"/>
                  <a:gd name="connsiteY167" fmla="*/ 9554 h 436036"/>
                  <a:gd name="connsiteX168" fmla="*/ 259140 w 697289"/>
                  <a:gd name="connsiteY168" fmla="*/ 4339 h 436036"/>
                  <a:gd name="connsiteX169" fmla="*/ 259140 w 697289"/>
                  <a:gd name="connsiteY169" fmla="*/ 1749 h 436036"/>
                  <a:gd name="connsiteX170" fmla="*/ 256549 w 697289"/>
                  <a:gd name="connsiteY170" fmla="*/ 0 h 436036"/>
                  <a:gd name="connsiteX171" fmla="*/ 253284 w 697289"/>
                  <a:gd name="connsiteY171" fmla="*/ 0 h 436036"/>
                  <a:gd name="connsiteX172" fmla="*/ 252208 w 697289"/>
                  <a:gd name="connsiteY172" fmla="*/ 875 h 436036"/>
                  <a:gd name="connsiteX173" fmla="*/ 252208 w 697289"/>
                  <a:gd name="connsiteY173" fmla="*/ 3128 h 436036"/>
                  <a:gd name="connsiteX174" fmla="*/ 250356 w 697289"/>
                  <a:gd name="connsiteY174" fmla="*/ 7266 h 436036"/>
                  <a:gd name="connsiteX175" fmla="*/ 248741 w 697289"/>
                  <a:gd name="connsiteY175" fmla="*/ 9890 h 436036"/>
                  <a:gd name="connsiteX176" fmla="*/ 246150 w 697289"/>
                  <a:gd name="connsiteY176" fmla="*/ 12278 h 436036"/>
                  <a:gd name="connsiteX177" fmla="*/ 242649 w 697289"/>
                  <a:gd name="connsiteY177" fmla="*/ 12278 h 436036"/>
                  <a:gd name="connsiteX178" fmla="*/ 236356 w 697289"/>
                  <a:gd name="connsiteY178" fmla="*/ 13355 h 436036"/>
                  <a:gd name="connsiteX179" fmla="*/ 231342 w 697289"/>
                  <a:gd name="connsiteY179" fmla="*/ 14869 h 436036"/>
                  <a:gd name="connsiteX180" fmla="*/ 231342 w 697289"/>
                  <a:gd name="connsiteY180" fmla="*/ 23312 h 436036"/>
                  <a:gd name="connsiteX181" fmla="*/ 229390 w 697289"/>
                  <a:gd name="connsiteY181" fmla="*/ 26340 h 436036"/>
                  <a:gd name="connsiteX182" fmla="*/ 227640 w 697289"/>
                  <a:gd name="connsiteY182" fmla="*/ 31991 h 436036"/>
                  <a:gd name="connsiteX183" fmla="*/ 226563 w 697289"/>
                  <a:gd name="connsiteY183" fmla="*/ 36566 h 436036"/>
                  <a:gd name="connsiteX184" fmla="*/ 220707 w 697289"/>
                  <a:gd name="connsiteY184" fmla="*/ 40704 h 436036"/>
                  <a:gd name="connsiteX185" fmla="*/ 213539 w 697289"/>
                  <a:gd name="connsiteY185" fmla="*/ 43967 h 436036"/>
                  <a:gd name="connsiteX186" fmla="*/ 206168 w 697289"/>
                  <a:gd name="connsiteY186" fmla="*/ 45279 h 436036"/>
                  <a:gd name="connsiteX187" fmla="*/ 201591 w 697289"/>
                  <a:gd name="connsiteY187" fmla="*/ 45279 h 436036"/>
                  <a:gd name="connsiteX188" fmla="*/ 191360 w 697289"/>
                  <a:gd name="connsiteY188" fmla="*/ 48979 h 436036"/>
                  <a:gd name="connsiteX189" fmla="*/ 185269 w 697289"/>
                  <a:gd name="connsiteY189" fmla="*/ 48777 h 436036"/>
                  <a:gd name="connsiteX190" fmla="*/ 178302 w 697289"/>
                  <a:gd name="connsiteY190" fmla="*/ 48777 h 436036"/>
                  <a:gd name="connsiteX191" fmla="*/ 170461 w 697289"/>
                  <a:gd name="connsiteY191" fmla="*/ 48777 h 436036"/>
                  <a:gd name="connsiteX192" fmla="*/ 165681 w 697289"/>
                  <a:gd name="connsiteY192" fmla="*/ 51065 h 436036"/>
                  <a:gd name="connsiteX193" fmla="*/ 160263 w 697289"/>
                  <a:gd name="connsiteY193" fmla="*/ 57053 h 436036"/>
                  <a:gd name="connsiteX194" fmla="*/ 156999 w 697289"/>
                  <a:gd name="connsiteY194" fmla="*/ 63343 h 436036"/>
                  <a:gd name="connsiteX195" fmla="*/ 152422 w 697289"/>
                  <a:gd name="connsiteY195" fmla="*/ 70071 h 436036"/>
                  <a:gd name="connsiteX196" fmla="*/ 146196 w 697289"/>
                  <a:gd name="connsiteY196" fmla="*/ 77674 h 436036"/>
                  <a:gd name="connsiteX197" fmla="*/ 137210 w 697289"/>
                  <a:gd name="connsiteY197" fmla="*/ 76160 h 436036"/>
                  <a:gd name="connsiteX198" fmla="*/ 132195 w 697289"/>
                  <a:gd name="connsiteY198" fmla="*/ 74646 h 436036"/>
                  <a:gd name="connsiteX199" fmla="*/ 126541 w 697289"/>
                  <a:gd name="connsiteY199" fmla="*/ 75723 h 436036"/>
                  <a:gd name="connsiteX200" fmla="*/ 116983 w 697289"/>
                  <a:gd name="connsiteY200" fmla="*/ 87665 h 436036"/>
                  <a:gd name="connsiteX201" fmla="*/ 114594 w 697289"/>
                  <a:gd name="connsiteY201" fmla="*/ 91567 h 436036"/>
                  <a:gd name="connsiteX202" fmla="*/ 109377 w 697289"/>
                  <a:gd name="connsiteY202" fmla="*/ 100246 h 436036"/>
                  <a:gd name="connsiteX203" fmla="*/ 105036 w 697289"/>
                  <a:gd name="connsiteY203" fmla="*/ 101558 h 436036"/>
                  <a:gd name="connsiteX204" fmla="*/ 100021 w 697289"/>
                  <a:gd name="connsiteY204" fmla="*/ 103072 h 436036"/>
                  <a:gd name="connsiteX205" fmla="*/ 94805 w 697289"/>
                  <a:gd name="connsiteY205" fmla="*/ 108084 h 436036"/>
                  <a:gd name="connsiteX206" fmla="*/ 92853 w 697289"/>
                  <a:gd name="connsiteY206" fmla="*/ 113298 h 436036"/>
                  <a:gd name="connsiteX207" fmla="*/ 92415 w 697289"/>
                  <a:gd name="connsiteY207" fmla="*/ 118277 h 436036"/>
                  <a:gd name="connsiteX208" fmla="*/ 92180 w 697289"/>
                  <a:gd name="connsiteY208" fmla="*/ 128705 h 436036"/>
                  <a:gd name="connsiteX209" fmla="*/ 89791 w 697289"/>
                  <a:gd name="connsiteY209" fmla="*/ 136106 h 436036"/>
                  <a:gd name="connsiteX210" fmla="*/ 86762 w 697289"/>
                  <a:gd name="connsiteY210" fmla="*/ 141118 h 436036"/>
                  <a:gd name="connsiteX211" fmla="*/ 80872 w 697289"/>
                  <a:gd name="connsiteY211" fmla="*/ 147644 h 436036"/>
                  <a:gd name="connsiteX212" fmla="*/ 75454 w 697289"/>
                  <a:gd name="connsiteY212" fmla="*/ 154608 h 436036"/>
                  <a:gd name="connsiteX213" fmla="*/ 74377 w 697289"/>
                  <a:gd name="connsiteY213" fmla="*/ 162648 h 436036"/>
                  <a:gd name="connsiteX214" fmla="*/ 66771 w 697289"/>
                  <a:gd name="connsiteY214" fmla="*/ 173076 h 436036"/>
                  <a:gd name="connsiteX215" fmla="*/ 63506 w 697289"/>
                  <a:gd name="connsiteY215" fmla="*/ 176339 h 436036"/>
                  <a:gd name="connsiteX216" fmla="*/ 61756 w 697289"/>
                  <a:gd name="connsiteY216" fmla="*/ 177415 h 436036"/>
                  <a:gd name="connsiteX217" fmla="*/ 56540 w 697289"/>
                  <a:gd name="connsiteY217" fmla="*/ 177415 h 436036"/>
                  <a:gd name="connsiteX218" fmla="*/ 50246 w 697289"/>
                  <a:gd name="connsiteY218" fmla="*/ 179703 h 436036"/>
                  <a:gd name="connsiteX219" fmla="*/ 48698 w 697289"/>
                  <a:gd name="connsiteY219" fmla="*/ 181755 h 436036"/>
                  <a:gd name="connsiteX220" fmla="*/ 48698 w 697289"/>
                  <a:gd name="connsiteY220" fmla="*/ 188483 h 436036"/>
                  <a:gd name="connsiteX221" fmla="*/ 47722 w 697289"/>
                  <a:gd name="connsiteY221" fmla="*/ 191510 h 436036"/>
                  <a:gd name="connsiteX222" fmla="*/ 43482 w 697289"/>
                  <a:gd name="connsiteY222" fmla="*/ 194336 h 436036"/>
                  <a:gd name="connsiteX223" fmla="*/ 37828 w 697289"/>
                  <a:gd name="connsiteY223" fmla="*/ 201737 h 436036"/>
                  <a:gd name="connsiteX224" fmla="*/ 37626 w 697289"/>
                  <a:gd name="connsiteY224" fmla="*/ 214352 h 436036"/>
                  <a:gd name="connsiteX225" fmla="*/ 39140 w 697289"/>
                  <a:gd name="connsiteY225" fmla="*/ 222593 h 436036"/>
                  <a:gd name="connsiteX226" fmla="*/ 43044 w 697289"/>
                  <a:gd name="connsiteY226" fmla="*/ 226496 h 436036"/>
                  <a:gd name="connsiteX227" fmla="*/ 49573 w 697289"/>
                  <a:gd name="connsiteY227" fmla="*/ 232383 h 436036"/>
                  <a:gd name="connsiteX228" fmla="*/ 53915 w 697289"/>
                  <a:gd name="connsiteY228" fmla="*/ 239346 h 436036"/>
                  <a:gd name="connsiteX229" fmla="*/ 56742 w 697289"/>
                  <a:gd name="connsiteY229" fmla="*/ 245199 h 436036"/>
                  <a:gd name="connsiteX230" fmla="*/ 56304 w 697289"/>
                  <a:gd name="connsiteY230" fmla="*/ 251725 h 436036"/>
                  <a:gd name="connsiteX231" fmla="*/ 54117 w 697289"/>
                  <a:gd name="connsiteY231" fmla="*/ 258453 h 436036"/>
                  <a:gd name="connsiteX232" fmla="*/ 51929 w 697289"/>
                  <a:gd name="connsiteY232" fmla="*/ 262154 h 436036"/>
                  <a:gd name="connsiteX233" fmla="*/ 48900 w 697289"/>
                  <a:gd name="connsiteY233" fmla="*/ 265417 h 436036"/>
                  <a:gd name="connsiteX234" fmla="*/ 46511 w 697289"/>
                  <a:gd name="connsiteY234" fmla="*/ 271707 h 436036"/>
                  <a:gd name="connsiteX235" fmla="*/ 45198 w 697289"/>
                  <a:gd name="connsiteY235" fmla="*/ 279545 h 436036"/>
                  <a:gd name="connsiteX236" fmla="*/ 46073 w 697289"/>
                  <a:gd name="connsiteY236" fmla="*/ 284759 h 436036"/>
                  <a:gd name="connsiteX237" fmla="*/ 50414 w 697289"/>
                  <a:gd name="connsiteY237" fmla="*/ 287148 h 436036"/>
                  <a:gd name="connsiteX238" fmla="*/ 54487 w 697289"/>
                  <a:gd name="connsiteY238" fmla="*/ 285331 h 436036"/>
                  <a:gd name="connsiteX239" fmla="*/ 55227 w 697289"/>
                  <a:gd name="connsiteY239" fmla="*/ 283145 h 436036"/>
                  <a:gd name="connsiteX240" fmla="*/ 56540 w 697289"/>
                  <a:gd name="connsiteY240" fmla="*/ 282136 h 436036"/>
                  <a:gd name="connsiteX241" fmla="*/ 58424 w 697289"/>
                  <a:gd name="connsiteY241" fmla="*/ 279949 h 436036"/>
                  <a:gd name="connsiteX242" fmla="*/ 59569 w 697289"/>
                  <a:gd name="connsiteY242" fmla="*/ 277931 h 436036"/>
                  <a:gd name="connsiteX243" fmla="*/ 61151 w 697289"/>
                  <a:gd name="connsiteY243" fmla="*/ 277493 h 436036"/>
                  <a:gd name="connsiteX244" fmla="*/ 63035 w 697289"/>
                  <a:gd name="connsiteY244" fmla="*/ 279377 h 436036"/>
                  <a:gd name="connsiteX245" fmla="*/ 67242 w 697289"/>
                  <a:gd name="connsiteY245" fmla="*/ 280824 h 436036"/>
                  <a:gd name="connsiteX246" fmla="*/ 68117 w 697289"/>
                  <a:gd name="connsiteY246" fmla="*/ 279074 h 436036"/>
                  <a:gd name="connsiteX247" fmla="*/ 69564 w 697289"/>
                  <a:gd name="connsiteY247" fmla="*/ 274600 h 436036"/>
                  <a:gd name="connsiteX248" fmla="*/ 70136 w 697289"/>
                  <a:gd name="connsiteY248" fmla="*/ 271707 h 436036"/>
                  <a:gd name="connsiteX249" fmla="*/ 71886 w 697289"/>
                  <a:gd name="connsiteY249" fmla="*/ 269689 h 436036"/>
                  <a:gd name="connsiteX250" fmla="*/ 75487 w 697289"/>
                  <a:gd name="connsiteY250" fmla="*/ 268377 h 436036"/>
                  <a:gd name="connsiteX251" fmla="*/ 79694 w 697289"/>
                  <a:gd name="connsiteY251" fmla="*/ 267368 h 436036"/>
                  <a:gd name="connsiteX252" fmla="*/ 88814 w 697289"/>
                  <a:gd name="connsiteY252" fmla="*/ 265047 h 436036"/>
                  <a:gd name="connsiteX253" fmla="*/ 91574 w 697289"/>
                  <a:gd name="connsiteY253" fmla="*/ 262725 h 436036"/>
                  <a:gd name="connsiteX254" fmla="*/ 95916 w 697289"/>
                  <a:gd name="connsiteY254" fmla="*/ 258252 h 436036"/>
                  <a:gd name="connsiteX255" fmla="*/ 98675 w 697289"/>
                  <a:gd name="connsiteY255" fmla="*/ 257814 h 436036"/>
                  <a:gd name="connsiteX256" fmla="*/ 100997 w 697289"/>
                  <a:gd name="connsiteY256" fmla="*/ 255930 h 436036"/>
                  <a:gd name="connsiteX257" fmla="*/ 103185 w 697289"/>
                  <a:gd name="connsiteY257" fmla="*/ 252903 h 436036"/>
                  <a:gd name="connsiteX258" fmla="*/ 103050 w 697289"/>
                  <a:gd name="connsiteY258" fmla="*/ 249875 h 436036"/>
                  <a:gd name="connsiteX259" fmla="*/ 102849 w 697289"/>
                  <a:gd name="connsiteY259" fmla="*/ 247991 h 436036"/>
                  <a:gd name="connsiteX260" fmla="*/ 106483 w 697289"/>
                  <a:gd name="connsiteY260" fmla="*/ 244425 h 436036"/>
                  <a:gd name="connsiteX261" fmla="*/ 108031 w 697289"/>
                  <a:gd name="connsiteY261" fmla="*/ 245839 h 436036"/>
                  <a:gd name="connsiteX262" fmla="*/ 113046 w 697289"/>
                  <a:gd name="connsiteY262" fmla="*/ 248698 h 436036"/>
                  <a:gd name="connsiteX263" fmla="*/ 113046 w 697289"/>
                  <a:gd name="connsiteY263" fmla="*/ 253037 h 436036"/>
                  <a:gd name="connsiteX264" fmla="*/ 110455 w 697289"/>
                  <a:gd name="connsiteY264" fmla="*/ 259698 h 436036"/>
                  <a:gd name="connsiteX265" fmla="*/ 109882 w 697289"/>
                  <a:gd name="connsiteY265" fmla="*/ 262288 h 436036"/>
                  <a:gd name="connsiteX266" fmla="*/ 108368 w 697289"/>
                  <a:gd name="connsiteY266" fmla="*/ 266762 h 436036"/>
                  <a:gd name="connsiteX267" fmla="*/ 103656 w 697289"/>
                  <a:gd name="connsiteY267" fmla="*/ 269521 h 436036"/>
                  <a:gd name="connsiteX268" fmla="*/ 93089 w 697289"/>
                  <a:gd name="connsiteY268" fmla="*/ 269521 h 436036"/>
                  <a:gd name="connsiteX269" fmla="*/ 90464 w 697289"/>
                  <a:gd name="connsiteY269" fmla="*/ 275038 h 436036"/>
                  <a:gd name="connsiteX270" fmla="*/ 90464 w 697289"/>
                  <a:gd name="connsiteY270" fmla="*/ 283448 h 436036"/>
                  <a:gd name="connsiteX271" fmla="*/ 86122 w 697289"/>
                  <a:gd name="connsiteY271" fmla="*/ 283448 h 436036"/>
                  <a:gd name="connsiteX272" fmla="*/ 81781 w 697289"/>
                  <a:gd name="connsiteY272" fmla="*/ 287215 h 436036"/>
                  <a:gd name="connsiteX273" fmla="*/ 80333 w 697289"/>
                  <a:gd name="connsiteY273" fmla="*/ 290411 h 436036"/>
                  <a:gd name="connsiteX274" fmla="*/ 78314 w 697289"/>
                  <a:gd name="connsiteY274" fmla="*/ 291555 h 436036"/>
                  <a:gd name="connsiteX275" fmla="*/ 75420 w 697289"/>
                  <a:gd name="connsiteY275" fmla="*/ 295625 h 436036"/>
                  <a:gd name="connsiteX276" fmla="*/ 73973 w 697289"/>
                  <a:gd name="connsiteY276" fmla="*/ 295625 h 436036"/>
                  <a:gd name="connsiteX277" fmla="*/ 68117 w 697289"/>
                  <a:gd name="connsiteY277" fmla="*/ 297374 h 436036"/>
                  <a:gd name="connsiteX278" fmla="*/ 63540 w 697289"/>
                  <a:gd name="connsiteY278" fmla="*/ 297374 h 436036"/>
                  <a:gd name="connsiteX279" fmla="*/ 62026 w 697289"/>
                  <a:gd name="connsiteY279" fmla="*/ 299965 h 436036"/>
                  <a:gd name="connsiteX280" fmla="*/ 58862 w 697289"/>
                  <a:gd name="connsiteY280" fmla="*/ 302689 h 436036"/>
                  <a:gd name="connsiteX281" fmla="*/ 56035 w 697289"/>
                  <a:gd name="connsiteY281" fmla="*/ 304439 h 436036"/>
                  <a:gd name="connsiteX282" fmla="*/ 54184 w 697289"/>
                  <a:gd name="connsiteY282" fmla="*/ 306053 h 436036"/>
                  <a:gd name="connsiteX283" fmla="*/ 50718 w 697289"/>
                  <a:gd name="connsiteY283" fmla="*/ 310393 h 436036"/>
                  <a:gd name="connsiteX284" fmla="*/ 46814 w 697289"/>
                  <a:gd name="connsiteY284" fmla="*/ 312546 h 436036"/>
                  <a:gd name="connsiteX285" fmla="*/ 43549 w 697289"/>
                  <a:gd name="connsiteY285" fmla="*/ 313858 h 436036"/>
                  <a:gd name="connsiteX286" fmla="*/ 43549 w 697289"/>
                  <a:gd name="connsiteY286" fmla="*/ 319509 h 436036"/>
                  <a:gd name="connsiteX287" fmla="*/ 45602 w 697289"/>
                  <a:gd name="connsiteY287" fmla="*/ 323210 h 436036"/>
                  <a:gd name="connsiteX288" fmla="*/ 45266 w 697289"/>
                  <a:gd name="connsiteY288" fmla="*/ 325161 h 436036"/>
                  <a:gd name="connsiteX289" fmla="*/ 42674 w 697289"/>
                  <a:gd name="connsiteY289" fmla="*/ 329063 h 436036"/>
                  <a:gd name="connsiteX290" fmla="*/ 37458 w 697289"/>
                  <a:gd name="connsiteY290" fmla="*/ 332090 h 436036"/>
                  <a:gd name="connsiteX291" fmla="*/ 32006 w 697289"/>
                  <a:gd name="connsiteY291" fmla="*/ 332090 h 436036"/>
                  <a:gd name="connsiteX292" fmla="*/ 26991 w 697289"/>
                  <a:gd name="connsiteY292" fmla="*/ 333503 h 436036"/>
                  <a:gd name="connsiteX293" fmla="*/ 23289 w 697289"/>
                  <a:gd name="connsiteY293" fmla="*/ 335555 h 436036"/>
                  <a:gd name="connsiteX294" fmla="*/ 20226 w 697289"/>
                  <a:gd name="connsiteY294" fmla="*/ 338381 h 436036"/>
                  <a:gd name="connsiteX295" fmla="*/ 17837 w 697289"/>
                  <a:gd name="connsiteY295" fmla="*/ 340332 h 436036"/>
                  <a:gd name="connsiteX296" fmla="*/ 15649 w 697289"/>
                  <a:gd name="connsiteY296" fmla="*/ 345109 h 436036"/>
                  <a:gd name="connsiteX297" fmla="*/ 15649 w 697289"/>
                  <a:gd name="connsiteY297" fmla="*/ 349886 h 436036"/>
                  <a:gd name="connsiteX298" fmla="*/ 14774 w 697289"/>
                  <a:gd name="connsiteY298" fmla="*/ 354663 h 436036"/>
                  <a:gd name="connsiteX299" fmla="*/ 11745 w 697289"/>
                  <a:gd name="connsiteY299" fmla="*/ 354663 h 436036"/>
                  <a:gd name="connsiteX300" fmla="*/ 7842 w 697289"/>
                  <a:gd name="connsiteY300" fmla="*/ 359439 h 436036"/>
                  <a:gd name="connsiteX301" fmla="*/ 4139 w 697289"/>
                  <a:gd name="connsiteY301" fmla="*/ 362265 h 436036"/>
                  <a:gd name="connsiteX302" fmla="*/ 1313 w 697289"/>
                  <a:gd name="connsiteY302" fmla="*/ 365091 h 436036"/>
                  <a:gd name="connsiteX303" fmla="*/ 0 w 697289"/>
                  <a:gd name="connsiteY303" fmla="*/ 367681 h 436036"/>
                  <a:gd name="connsiteX304" fmla="*/ 0 w 697289"/>
                  <a:gd name="connsiteY304" fmla="*/ 371146 h 436036"/>
                  <a:gd name="connsiteX305" fmla="*/ 0 w 697289"/>
                  <a:gd name="connsiteY305" fmla="*/ 376596 h 436036"/>
                  <a:gd name="connsiteX306" fmla="*/ 1515 w 697289"/>
                  <a:gd name="connsiteY306" fmla="*/ 380498 h 436036"/>
                  <a:gd name="connsiteX307" fmla="*/ 6092 w 697289"/>
                  <a:gd name="connsiteY307" fmla="*/ 382449 h 436036"/>
                  <a:gd name="connsiteX308" fmla="*/ 14774 w 697289"/>
                  <a:gd name="connsiteY308" fmla="*/ 382449 h 436036"/>
                  <a:gd name="connsiteX309" fmla="*/ 24130 w 697289"/>
                  <a:gd name="connsiteY309" fmla="*/ 382449 h 436036"/>
                  <a:gd name="connsiteX310" fmla="*/ 31299 w 697289"/>
                  <a:gd name="connsiteY310" fmla="*/ 384635 h 436036"/>
                  <a:gd name="connsiteX311" fmla="*/ 36751 w 697289"/>
                  <a:gd name="connsiteY311" fmla="*/ 389614 h 436036"/>
                  <a:gd name="connsiteX312" fmla="*/ 40890 w 697289"/>
                  <a:gd name="connsiteY312" fmla="*/ 396342 h 436036"/>
                  <a:gd name="connsiteX313" fmla="*/ 48294 w 697289"/>
                  <a:gd name="connsiteY313" fmla="*/ 396342 h 436036"/>
                  <a:gd name="connsiteX314" fmla="*/ 54823 w 697289"/>
                  <a:gd name="connsiteY314" fmla="*/ 401321 h 436036"/>
                  <a:gd name="connsiteX315" fmla="*/ 59165 w 697289"/>
                  <a:gd name="connsiteY315" fmla="*/ 405896 h 436036"/>
                  <a:gd name="connsiteX316" fmla="*/ 59165 w 697289"/>
                  <a:gd name="connsiteY316" fmla="*/ 411749 h 436036"/>
                  <a:gd name="connsiteX317" fmla="*/ 60477 w 697289"/>
                  <a:gd name="connsiteY317" fmla="*/ 419991 h 436036"/>
                  <a:gd name="connsiteX318" fmla="*/ 64381 w 697289"/>
                  <a:gd name="connsiteY318" fmla="*/ 425642 h 436036"/>
                  <a:gd name="connsiteX319" fmla="*/ 75689 w 697289"/>
                  <a:gd name="connsiteY319" fmla="*/ 431058 h 436036"/>
                  <a:gd name="connsiteX320" fmla="*/ 84810 w 697289"/>
                  <a:gd name="connsiteY320" fmla="*/ 431058 h 436036"/>
                  <a:gd name="connsiteX321" fmla="*/ 99820 w 697289"/>
                  <a:gd name="connsiteY321" fmla="*/ 429645 h 436036"/>
                  <a:gd name="connsiteX322" fmla="*/ 102646 w 697289"/>
                  <a:gd name="connsiteY322" fmla="*/ 425642 h 436036"/>
                  <a:gd name="connsiteX323" fmla="*/ 108738 w 697289"/>
                  <a:gd name="connsiteY323" fmla="*/ 424129 h 436036"/>
                  <a:gd name="connsiteX324" fmla="*/ 117421 w 697289"/>
                  <a:gd name="connsiteY324" fmla="*/ 424129 h 436036"/>
                  <a:gd name="connsiteX325" fmla="*/ 126541 w 697289"/>
                  <a:gd name="connsiteY325" fmla="*/ 424129 h 436036"/>
                  <a:gd name="connsiteX326" fmla="*/ 132195 w 697289"/>
                  <a:gd name="connsiteY326" fmla="*/ 421942 h 436036"/>
                  <a:gd name="connsiteX327" fmla="*/ 141114 w 697289"/>
                  <a:gd name="connsiteY327" fmla="*/ 418645 h 436036"/>
                  <a:gd name="connsiteX328" fmla="*/ 147272 w 697289"/>
                  <a:gd name="connsiteY328" fmla="*/ 416761 h 436036"/>
                  <a:gd name="connsiteX329" fmla="*/ 148787 w 697289"/>
                  <a:gd name="connsiteY329" fmla="*/ 415786 h 436036"/>
                  <a:gd name="connsiteX330" fmla="*/ 146397 w 697289"/>
                  <a:gd name="connsiteY330" fmla="*/ 413398 h 436036"/>
                  <a:gd name="connsiteX331" fmla="*/ 147845 w 697289"/>
                  <a:gd name="connsiteY331" fmla="*/ 407611 h 436036"/>
                  <a:gd name="connsiteX332" fmla="*/ 147845 w 697289"/>
                  <a:gd name="connsiteY332" fmla="*/ 402397 h 436036"/>
                  <a:gd name="connsiteX333" fmla="*/ 152927 w 697289"/>
                  <a:gd name="connsiteY333" fmla="*/ 393416 h 436036"/>
                  <a:gd name="connsiteX334" fmla="*/ 157705 w 697289"/>
                  <a:gd name="connsiteY334" fmla="*/ 389951 h 436036"/>
                  <a:gd name="connsiteX335" fmla="*/ 163494 w 697289"/>
                  <a:gd name="connsiteY335" fmla="*/ 385308 h 436036"/>
                  <a:gd name="connsiteX336" fmla="*/ 175946 w 697289"/>
                  <a:gd name="connsiteY336" fmla="*/ 384165 h 436036"/>
                  <a:gd name="connsiteX337" fmla="*/ 189273 w 697289"/>
                  <a:gd name="connsiteY337" fmla="*/ 386183 h 436036"/>
                  <a:gd name="connsiteX338" fmla="*/ 198832 w 697289"/>
                  <a:gd name="connsiteY338" fmla="*/ 389076 h 436036"/>
                  <a:gd name="connsiteX339" fmla="*/ 202601 w 697289"/>
                  <a:gd name="connsiteY339" fmla="*/ 391969 h 436036"/>
                  <a:gd name="connsiteX340" fmla="*/ 205798 w 697289"/>
                  <a:gd name="connsiteY340" fmla="*/ 399201 h 436036"/>
                  <a:gd name="connsiteX341" fmla="*/ 210442 w 697289"/>
                  <a:gd name="connsiteY341" fmla="*/ 402397 h 436036"/>
                  <a:gd name="connsiteX342" fmla="*/ 210442 w 697289"/>
                  <a:gd name="connsiteY342" fmla="*/ 411076 h 436036"/>
                  <a:gd name="connsiteX343" fmla="*/ 210442 w 697289"/>
                  <a:gd name="connsiteY343" fmla="*/ 421202 h 436036"/>
                  <a:gd name="connsiteX344" fmla="*/ 216971 w 697289"/>
                  <a:gd name="connsiteY344" fmla="*/ 428434 h 436036"/>
                  <a:gd name="connsiteX345" fmla="*/ 220303 w 697289"/>
                  <a:gd name="connsiteY345" fmla="*/ 430453 h 436036"/>
                  <a:gd name="connsiteX346" fmla="*/ 224644 w 697289"/>
                  <a:gd name="connsiteY346" fmla="*/ 435364 h 436036"/>
                  <a:gd name="connsiteX347" fmla="*/ 230736 w 697289"/>
                  <a:gd name="connsiteY347" fmla="*/ 430453 h 436036"/>
                  <a:gd name="connsiteX348" fmla="*/ 233058 w 697289"/>
                  <a:gd name="connsiteY348" fmla="*/ 426685 h 436036"/>
                  <a:gd name="connsiteX349" fmla="*/ 233058 w 697289"/>
                  <a:gd name="connsiteY349" fmla="*/ 420596 h 436036"/>
                  <a:gd name="connsiteX350" fmla="*/ 240025 w 697289"/>
                  <a:gd name="connsiteY350" fmla="*/ 416896 h 436036"/>
                  <a:gd name="connsiteX351" fmla="*/ 250996 w 697289"/>
                  <a:gd name="connsiteY351" fmla="*/ 424599 h 436036"/>
                  <a:gd name="connsiteX352" fmla="*/ 254159 w 697289"/>
                  <a:gd name="connsiteY352" fmla="*/ 427963 h 436036"/>
                  <a:gd name="connsiteX353" fmla="*/ 259713 w 697289"/>
                  <a:gd name="connsiteY353" fmla="*/ 429040 h 436036"/>
                  <a:gd name="connsiteX354" fmla="*/ 265804 w 697289"/>
                  <a:gd name="connsiteY354" fmla="*/ 427627 h 436036"/>
                  <a:gd name="connsiteX355" fmla="*/ 272232 w 697289"/>
                  <a:gd name="connsiteY355" fmla="*/ 426551 h 436036"/>
                  <a:gd name="connsiteX356" fmla="*/ 277348 w 697289"/>
                  <a:gd name="connsiteY356" fmla="*/ 425676 h 436036"/>
                  <a:gd name="connsiteX357" fmla="*/ 281252 w 697289"/>
                  <a:gd name="connsiteY357" fmla="*/ 420361 h 436036"/>
                  <a:gd name="connsiteX358" fmla="*/ 282766 w 697289"/>
                  <a:gd name="connsiteY358" fmla="*/ 413398 h 436036"/>
                  <a:gd name="connsiteX359" fmla="*/ 283304 w 697289"/>
                  <a:gd name="connsiteY359" fmla="*/ 408722 h 436036"/>
                  <a:gd name="connsiteX360" fmla="*/ 289833 w 697289"/>
                  <a:gd name="connsiteY360" fmla="*/ 404247 h 436036"/>
                  <a:gd name="connsiteX361" fmla="*/ 295050 w 697289"/>
                  <a:gd name="connsiteY361" fmla="*/ 403373 h 436036"/>
                  <a:gd name="connsiteX362" fmla="*/ 301781 w 697289"/>
                  <a:gd name="connsiteY362" fmla="*/ 405862 h 436036"/>
                  <a:gd name="connsiteX363" fmla="*/ 305584 w 697289"/>
                  <a:gd name="connsiteY363" fmla="*/ 408352 h 436036"/>
                  <a:gd name="connsiteX364" fmla="*/ 309387 w 697289"/>
                  <a:gd name="connsiteY364" fmla="*/ 413768 h 436036"/>
                  <a:gd name="connsiteX365" fmla="*/ 310026 w 697289"/>
                  <a:gd name="connsiteY365" fmla="*/ 419419 h 436036"/>
                  <a:gd name="connsiteX366" fmla="*/ 309387 w 697289"/>
                  <a:gd name="connsiteY366" fmla="*/ 424835 h 436036"/>
                  <a:gd name="connsiteX367" fmla="*/ 315814 w 697289"/>
                  <a:gd name="connsiteY367" fmla="*/ 433850 h 436036"/>
                  <a:gd name="connsiteX368" fmla="*/ 322007 w 697289"/>
                  <a:gd name="connsiteY368" fmla="*/ 436037 h 436036"/>
                  <a:gd name="connsiteX369" fmla="*/ 330825 w 697289"/>
                  <a:gd name="connsiteY369" fmla="*/ 433110 h 436036"/>
                  <a:gd name="connsiteX370" fmla="*/ 336378 w 697289"/>
                  <a:gd name="connsiteY370" fmla="*/ 429645 h 436036"/>
                  <a:gd name="connsiteX371" fmla="*/ 341055 w 697289"/>
                  <a:gd name="connsiteY371" fmla="*/ 423220 h 436036"/>
                  <a:gd name="connsiteX372" fmla="*/ 342671 w 697289"/>
                  <a:gd name="connsiteY372" fmla="*/ 418006 h 436036"/>
                  <a:gd name="connsiteX373" fmla="*/ 341055 w 697289"/>
                  <a:gd name="connsiteY373" fmla="*/ 409092 h 436036"/>
                  <a:gd name="connsiteX374" fmla="*/ 342469 w 697289"/>
                  <a:gd name="connsiteY374" fmla="*/ 403776 h 436036"/>
                  <a:gd name="connsiteX375" fmla="*/ 346070 w 697289"/>
                  <a:gd name="connsiteY375" fmla="*/ 396611 h 436036"/>
                  <a:gd name="connsiteX376" fmla="*/ 351623 w 697289"/>
                  <a:gd name="connsiteY376" fmla="*/ 395299 h 436036"/>
                  <a:gd name="connsiteX377" fmla="*/ 362393 w 697289"/>
                  <a:gd name="connsiteY377" fmla="*/ 394660 h 436036"/>
                  <a:gd name="connsiteX378" fmla="*/ 365859 w 697289"/>
                  <a:gd name="connsiteY378" fmla="*/ 392373 h 436036"/>
                  <a:gd name="connsiteX379" fmla="*/ 364008 w 697289"/>
                  <a:gd name="connsiteY379" fmla="*/ 388773 h 436036"/>
                  <a:gd name="connsiteX380" fmla="*/ 364984 w 697289"/>
                  <a:gd name="connsiteY380" fmla="*/ 382785 h 436036"/>
                  <a:gd name="connsiteX381" fmla="*/ 368585 w 697289"/>
                  <a:gd name="connsiteY381" fmla="*/ 378210 h 436036"/>
                  <a:gd name="connsiteX382" fmla="*/ 369898 w 697289"/>
                  <a:gd name="connsiteY382" fmla="*/ 372996 h 436036"/>
                  <a:gd name="connsiteX383" fmla="*/ 370537 w 697289"/>
                  <a:gd name="connsiteY383" fmla="*/ 369195 h 436036"/>
                  <a:gd name="connsiteX384" fmla="*/ 370537 w 697289"/>
                  <a:gd name="connsiteY384" fmla="*/ 363207 h 436036"/>
                  <a:gd name="connsiteX385" fmla="*/ 370907 w 697289"/>
                  <a:gd name="connsiteY385" fmla="*/ 359507 h 436036"/>
                  <a:gd name="connsiteX386" fmla="*/ 373229 w 697289"/>
                  <a:gd name="connsiteY386" fmla="*/ 354057 h 436036"/>
                  <a:gd name="connsiteX387" fmla="*/ 382148 w 697289"/>
                  <a:gd name="connsiteY387" fmla="*/ 353284 h 436036"/>
                  <a:gd name="connsiteX388" fmla="*/ 388239 w 697289"/>
                  <a:gd name="connsiteY388" fmla="*/ 351871 h 436036"/>
                  <a:gd name="connsiteX389" fmla="*/ 394230 w 697289"/>
                  <a:gd name="connsiteY389" fmla="*/ 349045 h 436036"/>
                  <a:gd name="connsiteX390" fmla="*/ 399009 w 697289"/>
                  <a:gd name="connsiteY390" fmla="*/ 345344 h 436036"/>
                  <a:gd name="connsiteX391" fmla="*/ 407927 w 697289"/>
                  <a:gd name="connsiteY391" fmla="*/ 343932 h 436036"/>
                  <a:gd name="connsiteX392" fmla="*/ 417822 w 697289"/>
                  <a:gd name="connsiteY392" fmla="*/ 343932 h 436036"/>
                  <a:gd name="connsiteX393" fmla="*/ 419774 w 697289"/>
                  <a:gd name="connsiteY393" fmla="*/ 345546 h 436036"/>
                  <a:gd name="connsiteX394" fmla="*/ 420312 w 697289"/>
                  <a:gd name="connsiteY394" fmla="*/ 342182 h 436036"/>
                  <a:gd name="connsiteX395" fmla="*/ 421288 w 697289"/>
                  <a:gd name="connsiteY395" fmla="*/ 333941 h 436036"/>
                  <a:gd name="connsiteX396" fmla="*/ 423240 w 697289"/>
                  <a:gd name="connsiteY396" fmla="*/ 327650 h 436036"/>
                  <a:gd name="connsiteX397" fmla="*/ 426504 w 697289"/>
                  <a:gd name="connsiteY397" fmla="*/ 320821 h 436036"/>
                  <a:gd name="connsiteX398" fmla="*/ 433034 w 697289"/>
                  <a:gd name="connsiteY398" fmla="*/ 313757 h 436036"/>
                  <a:gd name="connsiteX399" fmla="*/ 436601 w 697289"/>
                  <a:gd name="connsiteY399" fmla="*/ 310494 h 436036"/>
                  <a:gd name="connsiteX400" fmla="*/ 439091 w 697289"/>
                  <a:gd name="connsiteY400" fmla="*/ 306692 h 436036"/>
                  <a:gd name="connsiteX401" fmla="*/ 439866 w 697289"/>
                  <a:gd name="connsiteY401" fmla="*/ 298316 h 436036"/>
                  <a:gd name="connsiteX402" fmla="*/ 440640 w 697289"/>
                  <a:gd name="connsiteY402" fmla="*/ 290276 h 436036"/>
                  <a:gd name="connsiteX403" fmla="*/ 443130 w 697289"/>
                  <a:gd name="connsiteY403" fmla="*/ 285836 h 436036"/>
                  <a:gd name="connsiteX404" fmla="*/ 446394 w 697289"/>
                  <a:gd name="connsiteY404" fmla="*/ 284759 h 436036"/>
                  <a:gd name="connsiteX405" fmla="*/ 451712 w 697289"/>
                  <a:gd name="connsiteY405" fmla="*/ 284759 h 436036"/>
                  <a:gd name="connsiteX406" fmla="*/ 458342 w 697289"/>
                  <a:gd name="connsiteY406" fmla="*/ 284860 h 436036"/>
                  <a:gd name="connsiteX407" fmla="*/ 465611 w 697289"/>
                  <a:gd name="connsiteY407" fmla="*/ 284860 h 436036"/>
                  <a:gd name="connsiteX408" fmla="*/ 464635 w 697289"/>
                  <a:gd name="connsiteY408" fmla="*/ 278132 h 436036"/>
                  <a:gd name="connsiteX409" fmla="*/ 462683 w 697289"/>
                  <a:gd name="connsiteY409" fmla="*/ 273120 h 436036"/>
                  <a:gd name="connsiteX410" fmla="*/ 462784 w 697289"/>
                  <a:gd name="connsiteY410" fmla="*/ 267368 h 436036"/>
                  <a:gd name="connsiteX411" fmla="*/ 464837 w 697289"/>
                  <a:gd name="connsiteY411" fmla="*/ 267166 h 436036"/>
                  <a:gd name="connsiteX412" fmla="*/ 470155 w 697289"/>
                  <a:gd name="connsiteY412" fmla="*/ 269554 h 436036"/>
                  <a:gd name="connsiteX413" fmla="*/ 474395 w 697289"/>
                  <a:gd name="connsiteY413" fmla="*/ 269453 h 436036"/>
                  <a:gd name="connsiteX414" fmla="*/ 475910 w 697289"/>
                  <a:gd name="connsiteY414" fmla="*/ 265013 h 436036"/>
                  <a:gd name="connsiteX415" fmla="*/ 476011 w 697289"/>
                  <a:gd name="connsiteY415" fmla="*/ 260337 h 436036"/>
                  <a:gd name="connsiteX416" fmla="*/ 473958 w 697289"/>
                  <a:gd name="connsiteY416" fmla="*/ 254686 h 436036"/>
                  <a:gd name="connsiteX417" fmla="*/ 474832 w 697289"/>
                  <a:gd name="connsiteY417" fmla="*/ 250447 h 436036"/>
                  <a:gd name="connsiteX418" fmla="*/ 477861 w 697289"/>
                  <a:gd name="connsiteY418" fmla="*/ 247823 h 436036"/>
                  <a:gd name="connsiteX419" fmla="*/ 480352 w 697289"/>
                  <a:gd name="connsiteY419" fmla="*/ 245233 h 436036"/>
                  <a:gd name="connsiteX420" fmla="*/ 485131 w 697289"/>
                  <a:gd name="connsiteY420" fmla="*/ 245771 h 436036"/>
                  <a:gd name="connsiteX421" fmla="*/ 487958 w 697289"/>
                  <a:gd name="connsiteY421" fmla="*/ 247958 h 436036"/>
                  <a:gd name="connsiteX422" fmla="*/ 490684 w 697289"/>
                  <a:gd name="connsiteY422" fmla="*/ 248294 h 436036"/>
                  <a:gd name="connsiteX423" fmla="*/ 492198 w 697289"/>
                  <a:gd name="connsiteY423" fmla="*/ 246545 h 436036"/>
                  <a:gd name="connsiteX424" fmla="*/ 493275 w 697289"/>
                  <a:gd name="connsiteY424" fmla="*/ 242104 h 436036"/>
                  <a:gd name="connsiteX425" fmla="*/ 493814 w 697289"/>
                  <a:gd name="connsiteY425" fmla="*/ 237563 h 436036"/>
                  <a:gd name="connsiteX426" fmla="*/ 491323 w 697289"/>
                  <a:gd name="connsiteY426" fmla="*/ 236049 h 436036"/>
                  <a:gd name="connsiteX427" fmla="*/ 488294 w 697289"/>
                  <a:gd name="connsiteY427" fmla="*/ 234838 h 436036"/>
                  <a:gd name="connsiteX428" fmla="*/ 486982 w 697289"/>
                  <a:gd name="connsiteY428" fmla="*/ 231474 h 436036"/>
                  <a:gd name="connsiteX429" fmla="*/ 486746 w 697289"/>
                  <a:gd name="connsiteY429" fmla="*/ 226698 h 436036"/>
                  <a:gd name="connsiteX430" fmla="*/ 485871 w 697289"/>
                  <a:gd name="connsiteY430" fmla="*/ 225924 h 436036"/>
                  <a:gd name="connsiteX431" fmla="*/ 483145 w 697289"/>
                  <a:gd name="connsiteY431" fmla="*/ 225722 h 436036"/>
                  <a:gd name="connsiteX432" fmla="*/ 480116 w 697289"/>
                  <a:gd name="connsiteY432" fmla="*/ 224545 h 436036"/>
                  <a:gd name="connsiteX433" fmla="*/ 478366 w 697289"/>
                  <a:gd name="connsiteY433" fmla="*/ 223031 h 436036"/>
                  <a:gd name="connsiteX434" fmla="*/ 477356 w 697289"/>
                  <a:gd name="connsiteY434" fmla="*/ 221517 h 436036"/>
                  <a:gd name="connsiteX435" fmla="*/ 477020 w 697289"/>
                  <a:gd name="connsiteY435" fmla="*/ 220440 h 436036"/>
                  <a:gd name="connsiteX436" fmla="*/ 476381 w 697289"/>
                  <a:gd name="connsiteY436" fmla="*/ 218489 h 436036"/>
                  <a:gd name="connsiteX437" fmla="*/ 474967 w 697289"/>
                  <a:gd name="connsiteY437" fmla="*/ 215462 h 436036"/>
                  <a:gd name="connsiteX438" fmla="*/ 475506 w 697289"/>
                  <a:gd name="connsiteY438" fmla="*/ 212199 h 436036"/>
                  <a:gd name="connsiteX439" fmla="*/ 477121 w 697289"/>
                  <a:gd name="connsiteY439" fmla="*/ 211324 h 436036"/>
                  <a:gd name="connsiteX440" fmla="*/ 480150 w 697289"/>
                  <a:gd name="connsiteY440" fmla="*/ 211526 h 436036"/>
                  <a:gd name="connsiteX441" fmla="*/ 482539 w 697289"/>
                  <a:gd name="connsiteY441" fmla="*/ 214251 h 436036"/>
                  <a:gd name="connsiteX442" fmla="*/ 485131 w 697289"/>
                  <a:gd name="connsiteY442" fmla="*/ 216303 h 436036"/>
                  <a:gd name="connsiteX443" fmla="*/ 488160 w 697289"/>
                  <a:gd name="connsiteY443" fmla="*/ 217177 h 436036"/>
                  <a:gd name="connsiteX444" fmla="*/ 489775 w 697289"/>
                  <a:gd name="connsiteY444" fmla="*/ 216841 h 436036"/>
                  <a:gd name="connsiteX445" fmla="*/ 491424 w 697289"/>
                  <a:gd name="connsiteY445" fmla="*/ 215428 h 436036"/>
                  <a:gd name="connsiteX446" fmla="*/ 491963 w 697289"/>
                  <a:gd name="connsiteY446" fmla="*/ 213578 h 436036"/>
                  <a:gd name="connsiteX447" fmla="*/ 493477 w 697289"/>
                  <a:gd name="connsiteY447" fmla="*/ 211291 h 436036"/>
                  <a:gd name="connsiteX448" fmla="*/ 494352 w 697289"/>
                  <a:gd name="connsiteY448" fmla="*/ 210517 h 436036"/>
                  <a:gd name="connsiteX449" fmla="*/ 497078 w 697289"/>
                  <a:gd name="connsiteY449" fmla="*/ 209440 h 436036"/>
                  <a:gd name="connsiteX450" fmla="*/ 498054 w 697289"/>
                  <a:gd name="connsiteY450" fmla="*/ 211930 h 436036"/>
                  <a:gd name="connsiteX451" fmla="*/ 498155 w 697289"/>
                  <a:gd name="connsiteY451" fmla="*/ 214116 h 436036"/>
                  <a:gd name="connsiteX452" fmla="*/ 498054 w 697289"/>
                  <a:gd name="connsiteY452" fmla="*/ 218456 h 436036"/>
                  <a:gd name="connsiteX453" fmla="*/ 497516 w 697289"/>
                  <a:gd name="connsiteY453" fmla="*/ 221281 h 436036"/>
                  <a:gd name="connsiteX454" fmla="*/ 495766 w 697289"/>
                  <a:gd name="connsiteY454" fmla="*/ 223771 h 436036"/>
                  <a:gd name="connsiteX455" fmla="*/ 495530 w 697289"/>
                  <a:gd name="connsiteY455" fmla="*/ 226698 h 436036"/>
                  <a:gd name="connsiteX456" fmla="*/ 495530 w 697289"/>
                  <a:gd name="connsiteY456" fmla="*/ 230600 h 436036"/>
                  <a:gd name="connsiteX457" fmla="*/ 496506 w 697289"/>
                  <a:gd name="connsiteY457" fmla="*/ 233964 h 436036"/>
                  <a:gd name="connsiteX458" fmla="*/ 501083 w 697289"/>
                  <a:gd name="connsiteY458" fmla="*/ 234838 h 436036"/>
                  <a:gd name="connsiteX459" fmla="*/ 505122 w 697289"/>
                  <a:gd name="connsiteY459" fmla="*/ 234300 h 436036"/>
                  <a:gd name="connsiteX460" fmla="*/ 506199 w 697289"/>
                  <a:gd name="connsiteY460" fmla="*/ 232248 h 436036"/>
                  <a:gd name="connsiteX461" fmla="*/ 509800 w 697289"/>
                  <a:gd name="connsiteY461" fmla="*/ 228548 h 436036"/>
                  <a:gd name="connsiteX462" fmla="*/ 513064 w 697289"/>
                  <a:gd name="connsiteY462" fmla="*/ 225957 h 436036"/>
                  <a:gd name="connsiteX463" fmla="*/ 516228 w 697289"/>
                  <a:gd name="connsiteY463" fmla="*/ 224107 h 436036"/>
                  <a:gd name="connsiteX464" fmla="*/ 519391 w 697289"/>
                  <a:gd name="connsiteY464" fmla="*/ 222694 h 436036"/>
                  <a:gd name="connsiteX465" fmla="*/ 522858 w 697289"/>
                  <a:gd name="connsiteY465" fmla="*/ 222156 h 436036"/>
                  <a:gd name="connsiteX466" fmla="*/ 528074 w 697289"/>
                  <a:gd name="connsiteY466" fmla="*/ 221954 h 436036"/>
                  <a:gd name="connsiteX467" fmla="*/ 531002 w 697289"/>
                  <a:gd name="connsiteY467" fmla="*/ 220205 h 436036"/>
                  <a:gd name="connsiteX468" fmla="*/ 532079 w 697289"/>
                  <a:gd name="connsiteY468" fmla="*/ 217817 h 436036"/>
                  <a:gd name="connsiteX469" fmla="*/ 532516 w 697289"/>
                  <a:gd name="connsiteY469" fmla="*/ 214015 h 436036"/>
                  <a:gd name="connsiteX470" fmla="*/ 531742 w 697289"/>
                  <a:gd name="connsiteY470" fmla="*/ 210315 h 436036"/>
                  <a:gd name="connsiteX471" fmla="*/ 530093 w 697289"/>
                  <a:gd name="connsiteY471" fmla="*/ 203251 h 436036"/>
                  <a:gd name="connsiteX472" fmla="*/ 529017 w 697289"/>
                  <a:gd name="connsiteY472" fmla="*/ 199113 h 436036"/>
                  <a:gd name="connsiteX473" fmla="*/ 526829 w 697289"/>
                  <a:gd name="connsiteY473" fmla="*/ 193663 h 436036"/>
                  <a:gd name="connsiteX474" fmla="*/ 526829 w 697289"/>
                  <a:gd name="connsiteY474" fmla="*/ 184110 h 436036"/>
                  <a:gd name="connsiteX475" fmla="*/ 527704 w 697289"/>
                  <a:gd name="connsiteY475" fmla="*/ 180645 h 436036"/>
                  <a:gd name="connsiteX476" fmla="*/ 532920 w 697289"/>
                  <a:gd name="connsiteY476" fmla="*/ 180645 h 436036"/>
                  <a:gd name="connsiteX477" fmla="*/ 536185 w 697289"/>
                  <a:gd name="connsiteY477" fmla="*/ 183908 h 436036"/>
                  <a:gd name="connsiteX478" fmla="*/ 540089 w 697289"/>
                  <a:gd name="connsiteY478" fmla="*/ 187608 h 436036"/>
                  <a:gd name="connsiteX479" fmla="*/ 543118 w 697289"/>
                  <a:gd name="connsiteY479" fmla="*/ 188920 h 436036"/>
                  <a:gd name="connsiteX480" fmla="*/ 546382 w 697289"/>
                  <a:gd name="connsiteY480" fmla="*/ 190434 h 436036"/>
                  <a:gd name="connsiteX481" fmla="*/ 547257 w 697289"/>
                  <a:gd name="connsiteY481" fmla="*/ 186296 h 436036"/>
                  <a:gd name="connsiteX482" fmla="*/ 545305 w 697289"/>
                  <a:gd name="connsiteY482" fmla="*/ 181721 h 436036"/>
                  <a:gd name="connsiteX483" fmla="*/ 546180 w 697289"/>
                  <a:gd name="connsiteY483" fmla="*/ 176709 h 436036"/>
                  <a:gd name="connsiteX484" fmla="*/ 546618 w 697289"/>
                  <a:gd name="connsiteY484" fmla="*/ 173681 h 436036"/>
                  <a:gd name="connsiteX485" fmla="*/ 548132 w 697289"/>
                  <a:gd name="connsiteY485" fmla="*/ 172168 h 436036"/>
                  <a:gd name="connsiteX486" fmla="*/ 549647 w 697289"/>
                  <a:gd name="connsiteY486" fmla="*/ 169981 h 436036"/>
                  <a:gd name="connsiteX487" fmla="*/ 546820 w 697289"/>
                  <a:gd name="connsiteY487" fmla="*/ 168467 h 436036"/>
                  <a:gd name="connsiteX488" fmla="*/ 541166 w 697289"/>
                  <a:gd name="connsiteY488" fmla="*/ 168467 h 436036"/>
                  <a:gd name="connsiteX489" fmla="*/ 533122 w 697289"/>
                  <a:gd name="connsiteY489" fmla="*/ 168366 h 436036"/>
                  <a:gd name="connsiteX490" fmla="*/ 527704 w 697289"/>
                  <a:gd name="connsiteY490" fmla="*/ 166314 h 436036"/>
                  <a:gd name="connsiteX491" fmla="*/ 525954 w 697289"/>
                  <a:gd name="connsiteY491" fmla="*/ 160461 h 436036"/>
                  <a:gd name="connsiteX492" fmla="*/ 530531 w 697289"/>
                  <a:gd name="connsiteY492" fmla="*/ 156559 h 436036"/>
                  <a:gd name="connsiteX493" fmla="*/ 534670 w 697289"/>
                  <a:gd name="connsiteY493" fmla="*/ 156323 h 436036"/>
                  <a:gd name="connsiteX494" fmla="*/ 538137 w 697289"/>
                  <a:gd name="connsiteY494" fmla="*/ 156323 h 436036"/>
                  <a:gd name="connsiteX495" fmla="*/ 543791 w 697289"/>
                  <a:gd name="connsiteY495" fmla="*/ 157736 h 436036"/>
                  <a:gd name="connsiteX496" fmla="*/ 545541 w 697289"/>
                  <a:gd name="connsiteY496" fmla="*/ 160226 h 436036"/>
                  <a:gd name="connsiteX497" fmla="*/ 551430 w 697289"/>
                  <a:gd name="connsiteY497" fmla="*/ 160427 h 436036"/>
                  <a:gd name="connsiteX498" fmla="*/ 558161 w 697289"/>
                  <a:gd name="connsiteY498" fmla="*/ 155651 h 436036"/>
                  <a:gd name="connsiteX499" fmla="*/ 561628 w 697289"/>
                  <a:gd name="connsiteY499" fmla="*/ 149360 h 436036"/>
                  <a:gd name="connsiteX500" fmla="*/ 568359 w 697289"/>
                  <a:gd name="connsiteY500" fmla="*/ 148485 h 436036"/>
                  <a:gd name="connsiteX501" fmla="*/ 574652 w 697289"/>
                  <a:gd name="connsiteY501" fmla="*/ 147409 h 436036"/>
                  <a:gd name="connsiteX502" fmla="*/ 583571 w 697289"/>
                  <a:gd name="connsiteY502" fmla="*/ 143708 h 436036"/>
                  <a:gd name="connsiteX503" fmla="*/ 589426 w 697289"/>
                  <a:gd name="connsiteY503" fmla="*/ 143271 h 436036"/>
                  <a:gd name="connsiteX504" fmla="*/ 589426 w 697289"/>
                  <a:gd name="connsiteY504" fmla="*/ 137182 h 436036"/>
                  <a:gd name="connsiteX505" fmla="*/ 588013 w 697289"/>
                  <a:gd name="connsiteY505" fmla="*/ 132406 h 436036"/>
                  <a:gd name="connsiteX506" fmla="*/ 589225 w 697289"/>
                  <a:gd name="connsiteY506" fmla="*/ 127191 h 436036"/>
                  <a:gd name="connsiteX507" fmla="*/ 595316 w 697289"/>
                  <a:gd name="connsiteY507" fmla="*/ 127831 h 436036"/>
                  <a:gd name="connsiteX508" fmla="*/ 602047 w 697289"/>
                  <a:gd name="connsiteY508" fmla="*/ 126956 h 436036"/>
                  <a:gd name="connsiteX509" fmla="*/ 599658 w 697289"/>
                  <a:gd name="connsiteY509" fmla="*/ 131733 h 436036"/>
                  <a:gd name="connsiteX510" fmla="*/ 594643 w 697289"/>
                  <a:gd name="connsiteY510" fmla="*/ 134121 h 436036"/>
                  <a:gd name="connsiteX511" fmla="*/ 593330 w 697289"/>
                  <a:gd name="connsiteY511" fmla="*/ 138696 h 436036"/>
                  <a:gd name="connsiteX512" fmla="*/ 597907 w 697289"/>
                  <a:gd name="connsiteY512" fmla="*/ 143473 h 436036"/>
                  <a:gd name="connsiteX513" fmla="*/ 601609 w 697289"/>
                  <a:gd name="connsiteY513" fmla="*/ 144112 h 436036"/>
                  <a:gd name="connsiteX514" fmla="*/ 605513 w 697289"/>
                  <a:gd name="connsiteY514" fmla="*/ 144549 h 436036"/>
                  <a:gd name="connsiteX515" fmla="*/ 608105 w 697289"/>
                  <a:gd name="connsiteY515" fmla="*/ 143675 h 436036"/>
                  <a:gd name="connsiteX516" fmla="*/ 609215 w 697289"/>
                  <a:gd name="connsiteY516" fmla="*/ 141085 h 436036"/>
                  <a:gd name="connsiteX517" fmla="*/ 608340 w 697289"/>
                  <a:gd name="connsiteY517" fmla="*/ 136745 h 436036"/>
                  <a:gd name="connsiteX518" fmla="*/ 610292 w 697289"/>
                  <a:gd name="connsiteY518" fmla="*/ 132607 h 436036"/>
                  <a:gd name="connsiteX519" fmla="*/ 614432 w 697289"/>
                  <a:gd name="connsiteY519" fmla="*/ 128268 h 436036"/>
                  <a:gd name="connsiteX520" fmla="*/ 615946 w 697289"/>
                  <a:gd name="connsiteY520" fmla="*/ 125442 h 436036"/>
                  <a:gd name="connsiteX521" fmla="*/ 619446 w 697289"/>
                  <a:gd name="connsiteY521" fmla="*/ 122415 h 436036"/>
                  <a:gd name="connsiteX522" fmla="*/ 622913 w 697289"/>
                  <a:gd name="connsiteY522" fmla="*/ 120901 h 436036"/>
                  <a:gd name="connsiteX523" fmla="*/ 627490 w 697289"/>
                  <a:gd name="connsiteY523" fmla="*/ 117873 h 436036"/>
                  <a:gd name="connsiteX524" fmla="*/ 629442 w 697289"/>
                  <a:gd name="connsiteY524" fmla="*/ 116124 h 436036"/>
                  <a:gd name="connsiteX525" fmla="*/ 632033 w 697289"/>
                  <a:gd name="connsiteY525" fmla="*/ 112659 h 436036"/>
                  <a:gd name="connsiteX526" fmla="*/ 637485 w 697289"/>
                  <a:gd name="connsiteY526" fmla="*/ 115922 h 436036"/>
                  <a:gd name="connsiteX527" fmla="*/ 644014 w 697289"/>
                  <a:gd name="connsiteY527" fmla="*/ 116999 h 436036"/>
                  <a:gd name="connsiteX528" fmla="*/ 645764 w 697289"/>
                  <a:gd name="connsiteY528" fmla="*/ 116763 h 436036"/>
                  <a:gd name="connsiteX529" fmla="*/ 647952 w 697289"/>
                  <a:gd name="connsiteY529" fmla="*/ 114375 h 436036"/>
                  <a:gd name="connsiteX530" fmla="*/ 650543 w 697289"/>
                  <a:gd name="connsiteY530" fmla="*/ 108723 h 436036"/>
                  <a:gd name="connsiteX531" fmla="*/ 650981 w 697289"/>
                  <a:gd name="connsiteY531" fmla="*/ 102870 h 436036"/>
                  <a:gd name="connsiteX532" fmla="*/ 651418 w 697289"/>
                  <a:gd name="connsiteY532" fmla="*/ 100482 h 436036"/>
                  <a:gd name="connsiteX533" fmla="*/ 655558 w 697289"/>
                  <a:gd name="connsiteY533" fmla="*/ 100280 h 436036"/>
                  <a:gd name="connsiteX534" fmla="*/ 657072 w 697289"/>
                  <a:gd name="connsiteY534" fmla="*/ 105494 h 436036"/>
                  <a:gd name="connsiteX535" fmla="*/ 658149 w 697289"/>
                  <a:gd name="connsiteY535" fmla="*/ 113298 h 436036"/>
                  <a:gd name="connsiteX536" fmla="*/ 659226 w 697289"/>
                  <a:gd name="connsiteY536" fmla="*/ 118075 h 436036"/>
                  <a:gd name="connsiteX537" fmla="*/ 660976 w 697289"/>
                  <a:gd name="connsiteY537" fmla="*/ 124803 h 436036"/>
                  <a:gd name="connsiteX538" fmla="*/ 666832 w 697289"/>
                  <a:gd name="connsiteY538" fmla="*/ 127393 h 436036"/>
                  <a:gd name="connsiteX539" fmla="*/ 672688 w 697289"/>
                  <a:gd name="connsiteY539" fmla="*/ 128268 h 436036"/>
                  <a:gd name="connsiteX540" fmla="*/ 676827 w 697289"/>
                  <a:gd name="connsiteY540" fmla="*/ 125240 h 436036"/>
                  <a:gd name="connsiteX541" fmla="*/ 683356 w 697289"/>
                  <a:gd name="connsiteY541" fmla="*/ 120026 h 436036"/>
                  <a:gd name="connsiteX542" fmla="*/ 685982 w 697289"/>
                  <a:gd name="connsiteY542" fmla="*/ 118277 h 436036"/>
                  <a:gd name="connsiteX543" fmla="*/ 688808 w 697289"/>
                  <a:gd name="connsiteY543" fmla="*/ 115687 h 436036"/>
                  <a:gd name="connsiteX544" fmla="*/ 690323 w 697289"/>
                  <a:gd name="connsiteY544" fmla="*/ 113736 h 436036"/>
                  <a:gd name="connsiteX545" fmla="*/ 690323 w 697289"/>
                  <a:gd name="connsiteY545" fmla="*/ 111112 h 436036"/>
                  <a:gd name="connsiteX546" fmla="*/ 688270 w 697289"/>
                  <a:gd name="connsiteY546" fmla="*/ 107647 h 436036"/>
                  <a:gd name="connsiteX547" fmla="*/ 690323 w 697289"/>
                  <a:gd name="connsiteY547" fmla="*/ 103072 h 436036"/>
                  <a:gd name="connsiteX548" fmla="*/ 692510 w 697289"/>
                  <a:gd name="connsiteY548" fmla="*/ 101760 h 436036"/>
                  <a:gd name="connsiteX549" fmla="*/ 694261 w 697289"/>
                  <a:gd name="connsiteY549" fmla="*/ 98059 h 436036"/>
                  <a:gd name="connsiteX550" fmla="*/ 690559 w 697289"/>
                  <a:gd name="connsiteY550" fmla="*/ 96108 h 436036"/>
                  <a:gd name="connsiteX551" fmla="*/ 687731 w 697289"/>
                  <a:gd name="connsiteY551" fmla="*/ 96748 h 436036"/>
                  <a:gd name="connsiteX552" fmla="*/ 683828 w 697289"/>
                  <a:gd name="connsiteY552" fmla="*/ 98261 h 436036"/>
                  <a:gd name="connsiteX553" fmla="*/ 678813 w 697289"/>
                  <a:gd name="connsiteY553" fmla="*/ 101087 h 436036"/>
                  <a:gd name="connsiteX554" fmla="*/ 675347 w 697289"/>
                  <a:gd name="connsiteY554" fmla="*/ 101087 h 436036"/>
                  <a:gd name="connsiteX555" fmla="*/ 676659 w 697289"/>
                  <a:gd name="connsiteY555" fmla="*/ 98261 h 436036"/>
                  <a:gd name="connsiteX556" fmla="*/ 677097 w 697289"/>
                  <a:gd name="connsiteY556" fmla="*/ 92845 h 436036"/>
                  <a:gd name="connsiteX557" fmla="*/ 677298 w 697289"/>
                  <a:gd name="connsiteY557" fmla="*/ 89145 h 436036"/>
                  <a:gd name="connsiteX558" fmla="*/ 678611 w 697289"/>
                  <a:gd name="connsiteY558" fmla="*/ 87833 h 436036"/>
                  <a:gd name="connsiteX559" fmla="*/ 681000 w 697289"/>
                  <a:gd name="connsiteY559" fmla="*/ 86319 h 436036"/>
                  <a:gd name="connsiteX560" fmla="*/ 683828 w 697289"/>
                  <a:gd name="connsiteY560" fmla="*/ 84806 h 436036"/>
                  <a:gd name="connsiteX561" fmla="*/ 686856 w 697289"/>
                  <a:gd name="connsiteY561" fmla="*/ 80668 h 436036"/>
                  <a:gd name="connsiteX562" fmla="*/ 686856 w 697289"/>
                  <a:gd name="connsiteY562" fmla="*/ 73704 h 436036"/>
                  <a:gd name="connsiteX563" fmla="*/ 688270 w 697289"/>
                  <a:gd name="connsiteY563" fmla="*/ 68053 h 436036"/>
                  <a:gd name="connsiteX564" fmla="*/ 690356 w 697289"/>
                  <a:gd name="connsiteY564" fmla="*/ 65025 h 436036"/>
                  <a:gd name="connsiteX565" fmla="*/ 692948 w 697289"/>
                  <a:gd name="connsiteY565" fmla="*/ 60248 h 436036"/>
                  <a:gd name="connsiteX566" fmla="*/ 696212 w 697289"/>
                  <a:gd name="connsiteY566" fmla="*/ 56346 h 436036"/>
                  <a:gd name="connsiteX567" fmla="*/ 697290 w 697289"/>
                  <a:gd name="connsiteY567" fmla="*/ 54597 h 436036"/>
                  <a:gd name="connsiteX568" fmla="*/ 697290 w 697289"/>
                  <a:gd name="connsiteY568" fmla="*/ 51771 h 436036"/>
                  <a:gd name="connsiteX569" fmla="*/ 695977 w 697289"/>
                  <a:gd name="connsiteY569" fmla="*/ 49820 h 43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697289" h="436036">
                    <a:moveTo>
                      <a:pt x="695977" y="49820"/>
                    </a:moveTo>
                    <a:lnTo>
                      <a:pt x="693688" y="49618"/>
                    </a:lnTo>
                    <a:lnTo>
                      <a:pt x="689347" y="51368"/>
                    </a:lnTo>
                    <a:cubicBezTo>
                      <a:pt x="689347" y="51368"/>
                      <a:pt x="686957" y="51805"/>
                      <a:pt x="686318" y="52007"/>
                    </a:cubicBezTo>
                    <a:cubicBezTo>
                      <a:pt x="685678" y="52209"/>
                      <a:pt x="680025" y="55270"/>
                      <a:pt x="680025" y="55270"/>
                    </a:cubicBezTo>
                    <a:cubicBezTo>
                      <a:pt x="680025" y="55270"/>
                      <a:pt x="676121" y="57221"/>
                      <a:pt x="675448" y="57221"/>
                    </a:cubicBezTo>
                    <a:cubicBezTo>
                      <a:pt x="674808" y="57221"/>
                      <a:pt x="668279" y="58096"/>
                      <a:pt x="667404" y="58096"/>
                    </a:cubicBezTo>
                    <a:cubicBezTo>
                      <a:pt x="666529" y="58096"/>
                      <a:pt x="662625" y="56582"/>
                      <a:pt x="662625" y="56582"/>
                    </a:cubicBezTo>
                    <a:lnTo>
                      <a:pt x="662625" y="49618"/>
                    </a:lnTo>
                    <a:lnTo>
                      <a:pt x="662625" y="44169"/>
                    </a:lnTo>
                    <a:lnTo>
                      <a:pt x="658721" y="41141"/>
                    </a:lnTo>
                    <a:lnTo>
                      <a:pt x="655894" y="43765"/>
                    </a:lnTo>
                    <a:lnTo>
                      <a:pt x="651317" y="45279"/>
                    </a:lnTo>
                    <a:lnTo>
                      <a:pt x="648928" y="42251"/>
                    </a:lnTo>
                    <a:lnTo>
                      <a:pt x="647178" y="38988"/>
                    </a:lnTo>
                    <a:lnTo>
                      <a:pt x="642029" y="39056"/>
                    </a:lnTo>
                    <a:lnTo>
                      <a:pt x="638057" y="39863"/>
                    </a:lnTo>
                    <a:cubicBezTo>
                      <a:pt x="638057" y="39863"/>
                      <a:pt x="633716" y="42184"/>
                      <a:pt x="633480" y="42251"/>
                    </a:cubicBezTo>
                    <a:cubicBezTo>
                      <a:pt x="633278" y="42319"/>
                      <a:pt x="630081" y="44068"/>
                      <a:pt x="629778" y="44135"/>
                    </a:cubicBezTo>
                    <a:cubicBezTo>
                      <a:pt x="629475" y="44203"/>
                      <a:pt x="627086" y="47533"/>
                      <a:pt x="627086" y="47533"/>
                    </a:cubicBezTo>
                    <a:lnTo>
                      <a:pt x="624562" y="51738"/>
                    </a:lnTo>
                    <a:lnTo>
                      <a:pt x="623485" y="53992"/>
                    </a:lnTo>
                    <a:lnTo>
                      <a:pt x="619345" y="53992"/>
                    </a:lnTo>
                    <a:lnTo>
                      <a:pt x="614331" y="54631"/>
                    </a:lnTo>
                    <a:lnTo>
                      <a:pt x="609350" y="55505"/>
                    </a:lnTo>
                    <a:lnTo>
                      <a:pt x="605446" y="56380"/>
                    </a:lnTo>
                    <a:lnTo>
                      <a:pt x="601307" y="57457"/>
                    </a:lnTo>
                    <a:lnTo>
                      <a:pt x="598042" y="58970"/>
                    </a:lnTo>
                    <a:lnTo>
                      <a:pt x="594138" y="59172"/>
                    </a:lnTo>
                    <a:lnTo>
                      <a:pt x="588686" y="58533"/>
                    </a:lnTo>
                    <a:lnTo>
                      <a:pt x="585657" y="55909"/>
                    </a:lnTo>
                    <a:lnTo>
                      <a:pt x="583469" y="53756"/>
                    </a:lnTo>
                    <a:lnTo>
                      <a:pt x="581518" y="50930"/>
                    </a:lnTo>
                    <a:lnTo>
                      <a:pt x="579128" y="47903"/>
                    </a:lnTo>
                    <a:lnTo>
                      <a:pt x="577378" y="44438"/>
                    </a:lnTo>
                    <a:lnTo>
                      <a:pt x="577378" y="40973"/>
                    </a:lnTo>
                    <a:lnTo>
                      <a:pt x="577378" y="37710"/>
                    </a:lnTo>
                    <a:lnTo>
                      <a:pt x="575662" y="37508"/>
                    </a:lnTo>
                    <a:lnTo>
                      <a:pt x="573912" y="38147"/>
                    </a:lnTo>
                    <a:lnTo>
                      <a:pt x="572162" y="40973"/>
                    </a:lnTo>
                    <a:lnTo>
                      <a:pt x="572162" y="44001"/>
                    </a:lnTo>
                    <a:lnTo>
                      <a:pt x="571287" y="48777"/>
                    </a:lnTo>
                    <a:lnTo>
                      <a:pt x="567147" y="48777"/>
                    </a:lnTo>
                    <a:lnTo>
                      <a:pt x="564959" y="48004"/>
                    </a:lnTo>
                    <a:lnTo>
                      <a:pt x="560618" y="44842"/>
                    </a:lnTo>
                    <a:lnTo>
                      <a:pt x="555839" y="44203"/>
                    </a:lnTo>
                    <a:lnTo>
                      <a:pt x="553652" y="41579"/>
                    </a:lnTo>
                    <a:lnTo>
                      <a:pt x="554729" y="35725"/>
                    </a:lnTo>
                    <a:lnTo>
                      <a:pt x="554729" y="33976"/>
                    </a:lnTo>
                    <a:lnTo>
                      <a:pt x="552878" y="30074"/>
                    </a:lnTo>
                    <a:lnTo>
                      <a:pt x="549950" y="29637"/>
                    </a:lnTo>
                    <a:lnTo>
                      <a:pt x="547123" y="29199"/>
                    </a:lnTo>
                    <a:lnTo>
                      <a:pt x="540829" y="27685"/>
                    </a:lnTo>
                    <a:lnTo>
                      <a:pt x="536488" y="25095"/>
                    </a:lnTo>
                    <a:lnTo>
                      <a:pt x="533425" y="22471"/>
                    </a:lnTo>
                    <a:lnTo>
                      <a:pt x="529084" y="21832"/>
                    </a:lnTo>
                    <a:lnTo>
                      <a:pt x="524305" y="22068"/>
                    </a:lnTo>
                    <a:lnTo>
                      <a:pt x="517136" y="24658"/>
                    </a:lnTo>
                    <a:lnTo>
                      <a:pt x="508218" y="28796"/>
                    </a:lnTo>
                    <a:lnTo>
                      <a:pt x="503641" y="29435"/>
                    </a:lnTo>
                    <a:lnTo>
                      <a:pt x="499939" y="30949"/>
                    </a:lnTo>
                    <a:lnTo>
                      <a:pt x="493208" y="35086"/>
                    </a:lnTo>
                    <a:lnTo>
                      <a:pt x="489304" y="36600"/>
                    </a:lnTo>
                    <a:lnTo>
                      <a:pt x="484525" y="38349"/>
                    </a:lnTo>
                    <a:lnTo>
                      <a:pt x="479948" y="38114"/>
                    </a:lnTo>
                    <a:lnTo>
                      <a:pt x="475169" y="39190"/>
                    </a:lnTo>
                    <a:lnTo>
                      <a:pt x="471904" y="42218"/>
                    </a:lnTo>
                    <a:lnTo>
                      <a:pt x="473857" y="45918"/>
                    </a:lnTo>
                    <a:lnTo>
                      <a:pt x="477121" y="46793"/>
                    </a:lnTo>
                    <a:lnTo>
                      <a:pt x="479948" y="49618"/>
                    </a:lnTo>
                    <a:lnTo>
                      <a:pt x="479948" y="52007"/>
                    </a:lnTo>
                    <a:lnTo>
                      <a:pt x="476347" y="56784"/>
                    </a:lnTo>
                    <a:lnTo>
                      <a:pt x="470356" y="64184"/>
                    </a:lnTo>
                    <a:lnTo>
                      <a:pt x="463390" y="70912"/>
                    </a:lnTo>
                    <a:lnTo>
                      <a:pt x="456861" y="76564"/>
                    </a:lnTo>
                    <a:lnTo>
                      <a:pt x="448616" y="77640"/>
                    </a:lnTo>
                    <a:lnTo>
                      <a:pt x="446664" y="78515"/>
                    </a:lnTo>
                    <a:lnTo>
                      <a:pt x="444510" y="81980"/>
                    </a:lnTo>
                    <a:lnTo>
                      <a:pt x="443837" y="85680"/>
                    </a:lnTo>
                    <a:lnTo>
                      <a:pt x="446024" y="87429"/>
                    </a:lnTo>
                    <a:lnTo>
                      <a:pt x="448649" y="89616"/>
                    </a:lnTo>
                    <a:lnTo>
                      <a:pt x="448649" y="92206"/>
                    </a:lnTo>
                    <a:lnTo>
                      <a:pt x="446798" y="96983"/>
                    </a:lnTo>
                    <a:cubicBezTo>
                      <a:pt x="446798" y="96983"/>
                      <a:pt x="443870" y="101558"/>
                      <a:pt x="443433" y="102197"/>
                    </a:cubicBezTo>
                    <a:cubicBezTo>
                      <a:pt x="442995" y="102836"/>
                      <a:pt x="439731" y="106974"/>
                      <a:pt x="439731" y="106974"/>
                    </a:cubicBezTo>
                    <a:cubicBezTo>
                      <a:pt x="439731" y="106974"/>
                      <a:pt x="433639" y="109362"/>
                      <a:pt x="432764" y="109362"/>
                    </a:cubicBezTo>
                    <a:cubicBezTo>
                      <a:pt x="431890" y="109362"/>
                      <a:pt x="426908" y="109564"/>
                      <a:pt x="426908" y="109564"/>
                    </a:cubicBezTo>
                    <a:lnTo>
                      <a:pt x="417351" y="109564"/>
                    </a:lnTo>
                    <a:lnTo>
                      <a:pt x="410182" y="110102"/>
                    </a:lnTo>
                    <a:lnTo>
                      <a:pt x="403889" y="111953"/>
                    </a:lnTo>
                    <a:lnTo>
                      <a:pt x="400187" y="112592"/>
                    </a:lnTo>
                    <a:cubicBezTo>
                      <a:pt x="400187" y="112592"/>
                      <a:pt x="391941" y="113029"/>
                      <a:pt x="391066" y="112794"/>
                    </a:cubicBezTo>
                    <a:cubicBezTo>
                      <a:pt x="390191" y="112592"/>
                      <a:pt x="384336" y="110843"/>
                      <a:pt x="384336" y="110843"/>
                    </a:cubicBezTo>
                    <a:lnTo>
                      <a:pt x="379119" y="108454"/>
                    </a:lnTo>
                    <a:lnTo>
                      <a:pt x="373902" y="106940"/>
                    </a:lnTo>
                    <a:lnTo>
                      <a:pt x="373902" y="101087"/>
                    </a:lnTo>
                    <a:cubicBezTo>
                      <a:pt x="373902" y="101087"/>
                      <a:pt x="367475" y="97185"/>
                      <a:pt x="366835" y="96748"/>
                    </a:cubicBezTo>
                    <a:cubicBezTo>
                      <a:pt x="366196" y="96310"/>
                      <a:pt x="363234" y="94359"/>
                      <a:pt x="363234" y="94359"/>
                    </a:cubicBezTo>
                    <a:cubicBezTo>
                      <a:pt x="363234" y="94359"/>
                      <a:pt x="356066" y="91331"/>
                      <a:pt x="355191" y="90894"/>
                    </a:cubicBezTo>
                    <a:cubicBezTo>
                      <a:pt x="354316" y="90457"/>
                      <a:pt x="355830" y="87833"/>
                      <a:pt x="355830" y="87833"/>
                    </a:cubicBezTo>
                    <a:lnTo>
                      <a:pt x="356469" y="85007"/>
                    </a:lnTo>
                    <a:lnTo>
                      <a:pt x="362931" y="83191"/>
                    </a:lnTo>
                    <a:lnTo>
                      <a:pt x="362123" y="77035"/>
                    </a:lnTo>
                    <a:lnTo>
                      <a:pt x="361686" y="69230"/>
                    </a:lnTo>
                    <a:lnTo>
                      <a:pt x="361619" y="61998"/>
                    </a:lnTo>
                    <a:lnTo>
                      <a:pt x="362864" y="57423"/>
                    </a:lnTo>
                    <a:lnTo>
                      <a:pt x="363941" y="53352"/>
                    </a:lnTo>
                    <a:lnTo>
                      <a:pt x="367272" y="49955"/>
                    </a:lnTo>
                    <a:lnTo>
                      <a:pt x="369931" y="46389"/>
                    </a:lnTo>
                    <a:lnTo>
                      <a:pt x="370470" y="44034"/>
                    </a:lnTo>
                    <a:cubicBezTo>
                      <a:pt x="370470" y="44034"/>
                      <a:pt x="368518" y="41646"/>
                      <a:pt x="368080" y="41410"/>
                    </a:cubicBezTo>
                    <a:cubicBezTo>
                      <a:pt x="367643" y="41209"/>
                      <a:pt x="364176" y="39998"/>
                      <a:pt x="363840" y="39998"/>
                    </a:cubicBezTo>
                    <a:cubicBezTo>
                      <a:pt x="363503" y="39998"/>
                      <a:pt x="360138" y="38786"/>
                      <a:pt x="360138" y="38786"/>
                    </a:cubicBezTo>
                    <a:lnTo>
                      <a:pt x="359263" y="37575"/>
                    </a:lnTo>
                    <a:lnTo>
                      <a:pt x="359902" y="33875"/>
                    </a:lnTo>
                    <a:lnTo>
                      <a:pt x="359902" y="31386"/>
                    </a:lnTo>
                    <a:lnTo>
                      <a:pt x="361652" y="28661"/>
                    </a:lnTo>
                    <a:lnTo>
                      <a:pt x="361652" y="23447"/>
                    </a:lnTo>
                    <a:lnTo>
                      <a:pt x="361652" y="20857"/>
                    </a:lnTo>
                    <a:lnTo>
                      <a:pt x="360306" y="20083"/>
                    </a:lnTo>
                    <a:lnTo>
                      <a:pt x="355897" y="17795"/>
                    </a:lnTo>
                    <a:lnTo>
                      <a:pt x="352431" y="16921"/>
                    </a:lnTo>
                    <a:lnTo>
                      <a:pt x="350041" y="18132"/>
                    </a:lnTo>
                    <a:lnTo>
                      <a:pt x="347551" y="18334"/>
                    </a:lnTo>
                    <a:lnTo>
                      <a:pt x="346037" y="18535"/>
                    </a:lnTo>
                    <a:cubicBezTo>
                      <a:pt x="346037" y="18535"/>
                      <a:pt x="347214" y="16483"/>
                      <a:pt x="347349" y="16046"/>
                    </a:cubicBezTo>
                    <a:cubicBezTo>
                      <a:pt x="347450" y="15609"/>
                      <a:pt x="348325" y="14196"/>
                      <a:pt x="348325" y="14196"/>
                    </a:cubicBezTo>
                    <a:lnTo>
                      <a:pt x="349301" y="11908"/>
                    </a:lnTo>
                    <a:lnTo>
                      <a:pt x="347887" y="9285"/>
                    </a:lnTo>
                    <a:cubicBezTo>
                      <a:pt x="347887" y="9285"/>
                      <a:pt x="346037" y="7434"/>
                      <a:pt x="345936" y="7098"/>
                    </a:cubicBezTo>
                    <a:cubicBezTo>
                      <a:pt x="345835" y="6762"/>
                      <a:pt x="342570" y="5483"/>
                      <a:pt x="342570" y="5483"/>
                    </a:cubicBezTo>
                    <a:lnTo>
                      <a:pt x="340719" y="5248"/>
                    </a:lnTo>
                    <a:lnTo>
                      <a:pt x="337017" y="5685"/>
                    </a:lnTo>
                    <a:cubicBezTo>
                      <a:pt x="337017" y="5685"/>
                      <a:pt x="335806" y="6459"/>
                      <a:pt x="334964" y="6896"/>
                    </a:cubicBezTo>
                    <a:cubicBezTo>
                      <a:pt x="334089" y="7333"/>
                      <a:pt x="332911" y="9621"/>
                      <a:pt x="332911" y="9621"/>
                    </a:cubicBezTo>
                    <a:lnTo>
                      <a:pt x="331700" y="11673"/>
                    </a:lnTo>
                    <a:lnTo>
                      <a:pt x="329411" y="14061"/>
                    </a:lnTo>
                    <a:cubicBezTo>
                      <a:pt x="329411" y="14061"/>
                      <a:pt x="327897" y="15811"/>
                      <a:pt x="327796" y="16113"/>
                    </a:cubicBezTo>
                    <a:cubicBezTo>
                      <a:pt x="327695" y="16450"/>
                      <a:pt x="326281" y="17863"/>
                      <a:pt x="326281" y="17863"/>
                    </a:cubicBezTo>
                    <a:lnTo>
                      <a:pt x="322041" y="18199"/>
                    </a:lnTo>
                    <a:lnTo>
                      <a:pt x="318574" y="17560"/>
                    </a:lnTo>
                    <a:lnTo>
                      <a:pt x="317397" y="15070"/>
                    </a:lnTo>
                    <a:lnTo>
                      <a:pt x="315882" y="12581"/>
                    </a:lnTo>
                    <a:lnTo>
                      <a:pt x="307132" y="12649"/>
                    </a:lnTo>
                    <a:cubicBezTo>
                      <a:pt x="307132" y="12649"/>
                      <a:pt x="302454" y="12850"/>
                      <a:pt x="302218" y="12985"/>
                    </a:cubicBezTo>
                    <a:cubicBezTo>
                      <a:pt x="302016" y="13086"/>
                      <a:pt x="294646" y="13792"/>
                      <a:pt x="294646" y="13792"/>
                    </a:cubicBezTo>
                    <a:cubicBezTo>
                      <a:pt x="294646" y="13792"/>
                      <a:pt x="291281" y="12178"/>
                      <a:pt x="291112" y="12043"/>
                    </a:cubicBezTo>
                    <a:cubicBezTo>
                      <a:pt x="290944" y="11942"/>
                      <a:pt x="286939" y="10731"/>
                      <a:pt x="286939" y="10731"/>
                    </a:cubicBezTo>
                    <a:cubicBezTo>
                      <a:pt x="286939" y="10731"/>
                      <a:pt x="285189" y="11707"/>
                      <a:pt x="285055" y="11774"/>
                    </a:cubicBezTo>
                    <a:cubicBezTo>
                      <a:pt x="284886" y="11841"/>
                      <a:pt x="283472" y="14229"/>
                      <a:pt x="283472" y="14229"/>
                    </a:cubicBezTo>
                    <a:lnTo>
                      <a:pt x="282766" y="18804"/>
                    </a:lnTo>
                    <a:cubicBezTo>
                      <a:pt x="282766" y="18804"/>
                      <a:pt x="283472" y="25600"/>
                      <a:pt x="283472" y="25802"/>
                    </a:cubicBezTo>
                    <a:cubicBezTo>
                      <a:pt x="283472" y="26037"/>
                      <a:pt x="281588" y="28964"/>
                      <a:pt x="280881" y="29535"/>
                    </a:cubicBezTo>
                    <a:cubicBezTo>
                      <a:pt x="280174" y="30141"/>
                      <a:pt x="278256" y="32529"/>
                      <a:pt x="277684" y="33169"/>
                    </a:cubicBezTo>
                    <a:cubicBezTo>
                      <a:pt x="277078" y="33808"/>
                      <a:pt x="275732" y="36364"/>
                      <a:pt x="275732" y="36364"/>
                    </a:cubicBezTo>
                    <a:lnTo>
                      <a:pt x="273410" y="38820"/>
                    </a:lnTo>
                    <a:lnTo>
                      <a:pt x="271559" y="37912"/>
                    </a:lnTo>
                    <a:lnTo>
                      <a:pt x="271794" y="36499"/>
                    </a:lnTo>
                    <a:lnTo>
                      <a:pt x="273141" y="32429"/>
                    </a:lnTo>
                    <a:lnTo>
                      <a:pt x="274386" y="29435"/>
                    </a:lnTo>
                    <a:lnTo>
                      <a:pt x="275362" y="26441"/>
                    </a:lnTo>
                    <a:lnTo>
                      <a:pt x="275025" y="18031"/>
                    </a:lnTo>
                    <a:lnTo>
                      <a:pt x="273073" y="14768"/>
                    </a:lnTo>
                    <a:lnTo>
                      <a:pt x="270011" y="13019"/>
                    </a:lnTo>
                    <a:lnTo>
                      <a:pt x="268261" y="11942"/>
                    </a:lnTo>
                    <a:lnTo>
                      <a:pt x="265669" y="12379"/>
                    </a:lnTo>
                    <a:lnTo>
                      <a:pt x="260251" y="11303"/>
                    </a:lnTo>
                    <a:lnTo>
                      <a:pt x="259140" y="9554"/>
                    </a:lnTo>
                    <a:lnTo>
                      <a:pt x="259140" y="4339"/>
                    </a:lnTo>
                    <a:lnTo>
                      <a:pt x="259140" y="1749"/>
                    </a:lnTo>
                    <a:lnTo>
                      <a:pt x="256549" y="0"/>
                    </a:lnTo>
                    <a:lnTo>
                      <a:pt x="253284" y="0"/>
                    </a:lnTo>
                    <a:lnTo>
                      <a:pt x="252208" y="875"/>
                    </a:lnTo>
                    <a:lnTo>
                      <a:pt x="252208" y="3128"/>
                    </a:lnTo>
                    <a:lnTo>
                      <a:pt x="250356" y="7266"/>
                    </a:lnTo>
                    <a:lnTo>
                      <a:pt x="248741" y="9890"/>
                    </a:lnTo>
                    <a:lnTo>
                      <a:pt x="246150" y="12278"/>
                    </a:lnTo>
                    <a:cubicBezTo>
                      <a:pt x="246150" y="12278"/>
                      <a:pt x="243525" y="12278"/>
                      <a:pt x="242649" y="12278"/>
                    </a:cubicBezTo>
                    <a:cubicBezTo>
                      <a:pt x="241774" y="12278"/>
                      <a:pt x="236356" y="13355"/>
                      <a:pt x="236356" y="13355"/>
                    </a:cubicBezTo>
                    <a:lnTo>
                      <a:pt x="231342" y="14869"/>
                    </a:lnTo>
                    <a:lnTo>
                      <a:pt x="231342" y="23312"/>
                    </a:lnTo>
                    <a:lnTo>
                      <a:pt x="229390" y="26340"/>
                    </a:lnTo>
                    <a:lnTo>
                      <a:pt x="227640" y="31991"/>
                    </a:lnTo>
                    <a:lnTo>
                      <a:pt x="226563" y="36566"/>
                    </a:lnTo>
                    <a:lnTo>
                      <a:pt x="220707" y="40704"/>
                    </a:lnTo>
                    <a:lnTo>
                      <a:pt x="213539" y="43967"/>
                    </a:lnTo>
                    <a:lnTo>
                      <a:pt x="206168" y="45279"/>
                    </a:lnTo>
                    <a:lnTo>
                      <a:pt x="201591" y="45279"/>
                    </a:lnTo>
                    <a:cubicBezTo>
                      <a:pt x="201591" y="45279"/>
                      <a:pt x="193985" y="48542"/>
                      <a:pt x="191360" y="48979"/>
                    </a:cubicBezTo>
                    <a:cubicBezTo>
                      <a:pt x="188735" y="49417"/>
                      <a:pt x="186144" y="48542"/>
                      <a:pt x="185269" y="48777"/>
                    </a:cubicBezTo>
                    <a:cubicBezTo>
                      <a:pt x="184394" y="48979"/>
                      <a:pt x="178302" y="48777"/>
                      <a:pt x="178302" y="48777"/>
                    </a:cubicBezTo>
                    <a:cubicBezTo>
                      <a:pt x="178302" y="48777"/>
                      <a:pt x="175038" y="48777"/>
                      <a:pt x="170461" y="48777"/>
                    </a:cubicBezTo>
                    <a:cubicBezTo>
                      <a:pt x="165884" y="48777"/>
                      <a:pt x="166119" y="50190"/>
                      <a:pt x="165681" y="51065"/>
                    </a:cubicBezTo>
                    <a:cubicBezTo>
                      <a:pt x="165244" y="51940"/>
                      <a:pt x="161778" y="55068"/>
                      <a:pt x="160263" y="57053"/>
                    </a:cubicBezTo>
                    <a:cubicBezTo>
                      <a:pt x="158749" y="59004"/>
                      <a:pt x="157638" y="62502"/>
                      <a:pt x="156999" y="63343"/>
                    </a:cubicBezTo>
                    <a:cubicBezTo>
                      <a:pt x="156359" y="64218"/>
                      <a:pt x="153095" y="69432"/>
                      <a:pt x="152422" y="70071"/>
                    </a:cubicBezTo>
                    <a:cubicBezTo>
                      <a:pt x="151782" y="70711"/>
                      <a:pt x="147407" y="77237"/>
                      <a:pt x="146196" y="77674"/>
                    </a:cubicBezTo>
                    <a:cubicBezTo>
                      <a:pt x="144984" y="78111"/>
                      <a:pt x="137210" y="76160"/>
                      <a:pt x="137210" y="76160"/>
                    </a:cubicBezTo>
                    <a:lnTo>
                      <a:pt x="132195" y="74646"/>
                    </a:lnTo>
                    <a:lnTo>
                      <a:pt x="126541" y="75723"/>
                    </a:lnTo>
                    <a:lnTo>
                      <a:pt x="116983" y="87665"/>
                    </a:lnTo>
                    <a:lnTo>
                      <a:pt x="114594" y="91567"/>
                    </a:lnTo>
                    <a:lnTo>
                      <a:pt x="109377" y="100246"/>
                    </a:lnTo>
                    <a:lnTo>
                      <a:pt x="105036" y="101558"/>
                    </a:lnTo>
                    <a:lnTo>
                      <a:pt x="100021" y="103072"/>
                    </a:lnTo>
                    <a:cubicBezTo>
                      <a:pt x="100021" y="103072"/>
                      <a:pt x="96555" y="106974"/>
                      <a:pt x="94805" y="108084"/>
                    </a:cubicBezTo>
                    <a:cubicBezTo>
                      <a:pt x="93055" y="109161"/>
                      <a:pt x="92853" y="113298"/>
                      <a:pt x="92853" y="113298"/>
                    </a:cubicBezTo>
                    <a:lnTo>
                      <a:pt x="92415" y="118277"/>
                    </a:lnTo>
                    <a:lnTo>
                      <a:pt x="92180" y="128705"/>
                    </a:lnTo>
                    <a:lnTo>
                      <a:pt x="89791" y="136106"/>
                    </a:lnTo>
                    <a:lnTo>
                      <a:pt x="86762" y="141118"/>
                    </a:lnTo>
                    <a:lnTo>
                      <a:pt x="80872" y="147644"/>
                    </a:lnTo>
                    <a:cubicBezTo>
                      <a:pt x="80872" y="147644"/>
                      <a:pt x="75858" y="153733"/>
                      <a:pt x="75454" y="154608"/>
                    </a:cubicBezTo>
                    <a:cubicBezTo>
                      <a:pt x="75016" y="155482"/>
                      <a:pt x="74377" y="162648"/>
                      <a:pt x="74377" y="162648"/>
                    </a:cubicBezTo>
                    <a:lnTo>
                      <a:pt x="66771" y="173076"/>
                    </a:lnTo>
                    <a:lnTo>
                      <a:pt x="63506" y="176339"/>
                    </a:lnTo>
                    <a:lnTo>
                      <a:pt x="61756" y="177415"/>
                    </a:lnTo>
                    <a:lnTo>
                      <a:pt x="56540" y="177415"/>
                    </a:lnTo>
                    <a:cubicBezTo>
                      <a:pt x="56540" y="177415"/>
                      <a:pt x="50886" y="179467"/>
                      <a:pt x="50246" y="179703"/>
                    </a:cubicBezTo>
                    <a:cubicBezTo>
                      <a:pt x="49607" y="179905"/>
                      <a:pt x="48698" y="181755"/>
                      <a:pt x="48698" y="181755"/>
                    </a:cubicBezTo>
                    <a:lnTo>
                      <a:pt x="48698" y="188483"/>
                    </a:lnTo>
                    <a:lnTo>
                      <a:pt x="47722" y="191510"/>
                    </a:lnTo>
                    <a:lnTo>
                      <a:pt x="43482" y="194336"/>
                    </a:lnTo>
                    <a:lnTo>
                      <a:pt x="37828" y="201737"/>
                    </a:lnTo>
                    <a:lnTo>
                      <a:pt x="37626" y="214352"/>
                    </a:lnTo>
                    <a:lnTo>
                      <a:pt x="39140" y="222593"/>
                    </a:lnTo>
                    <a:lnTo>
                      <a:pt x="43044" y="226496"/>
                    </a:lnTo>
                    <a:lnTo>
                      <a:pt x="49573" y="232383"/>
                    </a:lnTo>
                    <a:lnTo>
                      <a:pt x="53915" y="239346"/>
                    </a:lnTo>
                    <a:lnTo>
                      <a:pt x="56742" y="245199"/>
                    </a:lnTo>
                    <a:lnTo>
                      <a:pt x="56304" y="251725"/>
                    </a:lnTo>
                    <a:lnTo>
                      <a:pt x="54117" y="258453"/>
                    </a:lnTo>
                    <a:cubicBezTo>
                      <a:pt x="54117" y="258453"/>
                      <a:pt x="52165" y="261481"/>
                      <a:pt x="51929" y="262154"/>
                    </a:cubicBezTo>
                    <a:cubicBezTo>
                      <a:pt x="51727" y="262793"/>
                      <a:pt x="49539" y="265181"/>
                      <a:pt x="48900" y="265417"/>
                    </a:cubicBezTo>
                    <a:cubicBezTo>
                      <a:pt x="48261" y="265619"/>
                      <a:pt x="46948" y="270833"/>
                      <a:pt x="46511" y="271707"/>
                    </a:cubicBezTo>
                    <a:cubicBezTo>
                      <a:pt x="46073" y="272582"/>
                      <a:pt x="45198" y="278872"/>
                      <a:pt x="45198" y="279545"/>
                    </a:cubicBezTo>
                    <a:cubicBezTo>
                      <a:pt x="45198" y="280184"/>
                      <a:pt x="46073" y="284759"/>
                      <a:pt x="46073" y="284759"/>
                    </a:cubicBezTo>
                    <a:lnTo>
                      <a:pt x="50414" y="287148"/>
                    </a:lnTo>
                    <a:lnTo>
                      <a:pt x="54487" y="285331"/>
                    </a:lnTo>
                    <a:lnTo>
                      <a:pt x="55227" y="283145"/>
                    </a:lnTo>
                    <a:lnTo>
                      <a:pt x="56540" y="282136"/>
                    </a:lnTo>
                    <a:lnTo>
                      <a:pt x="58424" y="279949"/>
                    </a:lnTo>
                    <a:lnTo>
                      <a:pt x="59569" y="277931"/>
                    </a:lnTo>
                    <a:lnTo>
                      <a:pt x="61151" y="277493"/>
                    </a:lnTo>
                    <a:lnTo>
                      <a:pt x="63035" y="279377"/>
                    </a:lnTo>
                    <a:lnTo>
                      <a:pt x="67242" y="280824"/>
                    </a:lnTo>
                    <a:lnTo>
                      <a:pt x="68117" y="279074"/>
                    </a:lnTo>
                    <a:lnTo>
                      <a:pt x="69564" y="274600"/>
                    </a:lnTo>
                    <a:lnTo>
                      <a:pt x="70136" y="271707"/>
                    </a:lnTo>
                    <a:lnTo>
                      <a:pt x="71886" y="269689"/>
                    </a:lnTo>
                    <a:lnTo>
                      <a:pt x="75487" y="268377"/>
                    </a:lnTo>
                    <a:lnTo>
                      <a:pt x="79694" y="267368"/>
                    </a:lnTo>
                    <a:lnTo>
                      <a:pt x="88814" y="265047"/>
                    </a:lnTo>
                    <a:cubicBezTo>
                      <a:pt x="88814" y="265047"/>
                      <a:pt x="90968" y="263028"/>
                      <a:pt x="91574" y="262725"/>
                    </a:cubicBezTo>
                    <a:cubicBezTo>
                      <a:pt x="92146" y="262457"/>
                      <a:pt x="95916" y="258252"/>
                      <a:pt x="95916" y="258252"/>
                    </a:cubicBezTo>
                    <a:cubicBezTo>
                      <a:pt x="95916" y="258252"/>
                      <a:pt x="98238" y="258252"/>
                      <a:pt x="98675" y="257814"/>
                    </a:cubicBezTo>
                    <a:cubicBezTo>
                      <a:pt x="99113" y="257377"/>
                      <a:pt x="100425" y="256233"/>
                      <a:pt x="100997" y="255930"/>
                    </a:cubicBezTo>
                    <a:cubicBezTo>
                      <a:pt x="101570" y="255628"/>
                      <a:pt x="103185" y="252903"/>
                      <a:pt x="103185" y="252903"/>
                    </a:cubicBezTo>
                    <a:lnTo>
                      <a:pt x="103050" y="249875"/>
                    </a:lnTo>
                    <a:lnTo>
                      <a:pt x="102849" y="247991"/>
                    </a:lnTo>
                    <a:lnTo>
                      <a:pt x="106483" y="244425"/>
                    </a:lnTo>
                    <a:lnTo>
                      <a:pt x="108031" y="245839"/>
                    </a:lnTo>
                    <a:lnTo>
                      <a:pt x="113046" y="248698"/>
                    </a:lnTo>
                    <a:lnTo>
                      <a:pt x="113046" y="253037"/>
                    </a:lnTo>
                    <a:lnTo>
                      <a:pt x="110455" y="259698"/>
                    </a:lnTo>
                    <a:lnTo>
                      <a:pt x="109882" y="262288"/>
                    </a:lnTo>
                    <a:lnTo>
                      <a:pt x="108368" y="266762"/>
                    </a:lnTo>
                    <a:lnTo>
                      <a:pt x="103656" y="269521"/>
                    </a:lnTo>
                    <a:lnTo>
                      <a:pt x="93089" y="269521"/>
                    </a:lnTo>
                    <a:lnTo>
                      <a:pt x="90464" y="275038"/>
                    </a:lnTo>
                    <a:lnTo>
                      <a:pt x="90464" y="283448"/>
                    </a:lnTo>
                    <a:lnTo>
                      <a:pt x="86122" y="283448"/>
                    </a:lnTo>
                    <a:lnTo>
                      <a:pt x="81781" y="287215"/>
                    </a:lnTo>
                    <a:lnTo>
                      <a:pt x="80333" y="290411"/>
                    </a:lnTo>
                    <a:lnTo>
                      <a:pt x="78314" y="291555"/>
                    </a:lnTo>
                    <a:lnTo>
                      <a:pt x="75420" y="295625"/>
                    </a:lnTo>
                    <a:lnTo>
                      <a:pt x="73973" y="295625"/>
                    </a:lnTo>
                    <a:lnTo>
                      <a:pt x="68117" y="297374"/>
                    </a:lnTo>
                    <a:lnTo>
                      <a:pt x="63540" y="297374"/>
                    </a:lnTo>
                    <a:lnTo>
                      <a:pt x="62026" y="299965"/>
                    </a:lnTo>
                    <a:lnTo>
                      <a:pt x="58862" y="302689"/>
                    </a:lnTo>
                    <a:lnTo>
                      <a:pt x="56035" y="304439"/>
                    </a:lnTo>
                    <a:lnTo>
                      <a:pt x="54184" y="306053"/>
                    </a:lnTo>
                    <a:cubicBezTo>
                      <a:pt x="54184" y="306053"/>
                      <a:pt x="51559" y="310191"/>
                      <a:pt x="50718" y="310393"/>
                    </a:cubicBezTo>
                    <a:cubicBezTo>
                      <a:pt x="49843" y="310595"/>
                      <a:pt x="46814" y="312546"/>
                      <a:pt x="46814" y="312546"/>
                    </a:cubicBezTo>
                    <a:lnTo>
                      <a:pt x="43549" y="313858"/>
                    </a:lnTo>
                    <a:lnTo>
                      <a:pt x="43549" y="319509"/>
                    </a:lnTo>
                    <a:lnTo>
                      <a:pt x="45602" y="323210"/>
                    </a:lnTo>
                    <a:lnTo>
                      <a:pt x="45266" y="325161"/>
                    </a:lnTo>
                    <a:lnTo>
                      <a:pt x="42674" y="329063"/>
                    </a:lnTo>
                    <a:lnTo>
                      <a:pt x="37458" y="332090"/>
                    </a:lnTo>
                    <a:lnTo>
                      <a:pt x="32006" y="332090"/>
                    </a:lnTo>
                    <a:lnTo>
                      <a:pt x="26991" y="333503"/>
                    </a:lnTo>
                    <a:lnTo>
                      <a:pt x="23289" y="335555"/>
                    </a:lnTo>
                    <a:lnTo>
                      <a:pt x="20226" y="338381"/>
                    </a:lnTo>
                    <a:lnTo>
                      <a:pt x="17837" y="340332"/>
                    </a:lnTo>
                    <a:lnTo>
                      <a:pt x="15649" y="345109"/>
                    </a:lnTo>
                    <a:lnTo>
                      <a:pt x="15649" y="349886"/>
                    </a:lnTo>
                    <a:lnTo>
                      <a:pt x="14774" y="354663"/>
                    </a:lnTo>
                    <a:lnTo>
                      <a:pt x="11745" y="354663"/>
                    </a:lnTo>
                    <a:lnTo>
                      <a:pt x="7842" y="359439"/>
                    </a:lnTo>
                    <a:lnTo>
                      <a:pt x="4139" y="362265"/>
                    </a:lnTo>
                    <a:lnTo>
                      <a:pt x="1313" y="365091"/>
                    </a:lnTo>
                    <a:lnTo>
                      <a:pt x="0" y="367681"/>
                    </a:lnTo>
                    <a:lnTo>
                      <a:pt x="0" y="371146"/>
                    </a:lnTo>
                    <a:lnTo>
                      <a:pt x="0" y="376596"/>
                    </a:lnTo>
                    <a:lnTo>
                      <a:pt x="1515" y="380498"/>
                    </a:lnTo>
                    <a:lnTo>
                      <a:pt x="6092" y="382449"/>
                    </a:lnTo>
                    <a:lnTo>
                      <a:pt x="14774" y="382449"/>
                    </a:lnTo>
                    <a:lnTo>
                      <a:pt x="24130" y="382449"/>
                    </a:lnTo>
                    <a:lnTo>
                      <a:pt x="31299" y="384635"/>
                    </a:lnTo>
                    <a:lnTo>
                      <a:pt x="36751" y="389614"/>
                    </a:lnTo>
                    <a:lnTo>
                      <a:pt x="40890" y="396342"/>
                    </a:lnTo>
                    <a:lnTo>
                      <a:pt x="48294" y="396342"/>
                    </a:lnTo>
                    <a:lnTo>
                      <a:pt x="54823" y="401321"/>
                    </a:lnTo>
                    <a:lnTo>
                      <a:pt x="59165" y="405896"/>
                    </a:lnTo>
                    <a:cubicBezTo>
                      <a:pt x="59165" y="405896"/>
                      <a:pt x="59165" y="411110"/>
                      <a:pt x="59165" y="411749"/>
                    </a:cubicBezTo>
                    <a:cubicBezTo>
                      <a:pt x="59165" y="412388"/>
                      <a:pt x="60477" y="419150"/>
                      <a:pt x="60477" y="419991"/>
                    </a:cubicBezTo>
                    <a:cubicBezTo>
                      <a:pt x="60477" y="420865"/>
                      <a:pt x="64381" y="425642"/>
                      <a:pt x="64381" y="425642"/>
                    </a:cubicBezTo>
                    <a:lnTo>
                      <a:pt x="75689" y="431058"/>
                    </a:lnTo>
                    <a:lnTo>
                      <a:pt x="84810" y="431058"/>
                    </a:lnTo>
                    <a:cubicBezTo>
                      <a:pt x="84810" y="431058"/>
                      <a:pt x="96993" y="430722"/>
                      <a:pt x="99820" y="429645"/>
                    </a:cubicBezTo>
                    <a:cubicBezTo>
                      <a:pt x="102646" y="428569"/>
                      <a:pt x="102646" y="425642"/>
                      <a:pt x="102646" y="425642"/>
                    </a:cubicBezTo>
                    <a:lnTo>
                      <a:pt x="108738" y="424129"/>
                    </a:lnTo>
                    <a:lnTo>
                      <a:pt x="117421" y="424129"/>
                    </a:lnTo>
                    <a:lnTo>
                      <a:pt x="126541" y="424129"/>
                    </a:lnTo>
                    <a:lnTo>
                      <a:pt x="132195" y="421942"/>
                    </a:lnTo>
                    <a:lnTo>
                      <a:pt x="141114" y="418645"/>
                    </a:lnTo>
                    <a:lnTo>
                      <a:pt x="147272" y="416761"/>
                    </a:lnTo>
                    <a:lnTo>
                      <a:pt x="148787" y="415786"/>
                    </a:lnTo>
                    <a:lnTo>
                      <a:pt x="146397" y="413398"/>
                    </a:lnTo>
                    <a:lnTo>
                      <a:pt x="147845" y="407611"/>
                    </a:lnTo>
                    <a:lnTo>
                      <a:pt x="147845" y="402397"/>
                    </a:lnTo>
                    <a:lnTo>
                      <a:pt x="152927" y="393416"/>
                    </a:lnTo>
                    <a:lnTo>
                      <a:pt x="157705" y="389951"/>
                    </a:lnTo>
                    <a:lnTo>
                      <a:pt x="163494" y="385308"/>
                    </a:lnTo>
                    <a:lnTo>
                      <a:pt x="175946" y="384165"/>
                    </a:lnTo>
                    <a:lnTo>
                      <a:pt x="189273" y="386183"/>
                    </a:lnTo>
                    <a:cubicBezTo>
                      <a:pt x="189273" y="386183"/>
                      <a:pt x="197687" y="388504"/>
                      <a:pt x="198832" y="389076"/>
                    </a:cubicBezTo>
                    <a:cubicBezTo>
                      <a:pt x="199976" y="389648"/>
                      <a:pt x="202601" y="391969"/>
                      <a:pt x="202601" y="391969"/>
                    </a:cubicBezTo>
                    <a:lnTo>
                      <a:pt x="205798" y="399201"/>
                    </a:lnTo>
                    <a:lnTo>
                      <a:pt x="210442" y="402397"/>
                    </a:lnTo>
                    <a:lnTo>
                      <a:pt x="210442" y="411076"/>
                    </a:lnTo>
                    <a:lnTo>
                      <a:pt x="210442" y="421202"/>
                    </a:lnTo>
                    <a:lnTo>
                      <a:pt x="216971" y="428434"/>
                    </a:lnTo>
                    <a:lnTo>
                      <a:pt x="220303" y="430453"/>
                    </a:lnTo>
                    <a:lnTo>
                      <a:pt x="224644" y="435364"/>
                    </a:lnTo>
                    <a:lnTo>
                      <a:pt x="230736" y="430453"/>
                    </a:lnTo>
                    <a:lnTo>
                      <a:pt x="233058" y="426685"/>
                    </a:lnTo>
                    <a:lnTo>
                      <a:pt x="233058" y="420596"/>
                    </a:lnTo>
                    <a:lnTo>
                      <a:pt x="240025" y="416896"/>
                    </a:lnTo>
                    <a:lnTo>
                      <a:pt x="250996" y="424599"/>
                    </a:lnTo>
                    <a:cubicBezTo>
                      <a:pt x="250996" y="424599"/>
                      <a:pt x="253823" y="427863"/>
                      <a:pt x="254159" y="427963"/>
                    </a:cubicBezTo>
                    <a:cubicBezTo>
                      <a:pt x="254496" y="428064"/>
                      <a:pt x="259713" y="429040"/>
                      <a:pt x="259713" y="429040"/>
                    </a:cubicBezTo>
                    <a:cubicBezTo>
                      <a:pt x="259713" y="429040"/>
                      <a:pt x="265366" y="427963"/>
                      <a:pt x="265804" y="427627"/>
                    </a:cubicBezTo>
                    <a:cubicBezTo>
                      <a:pt x="266241" y="427291"/>
                      <a:pt x="271794" y="426551"/>
                      <a:pt x="272232" y="426551"/>
                    </a:cubicBezTo>
                    <a:cubicBezTo>
                      <a:pt x="272669" y="426551"/>
                      <a:pt x="277348" y="425676"/>
                      <a:pt x="277348" y="425676"/>
                    </a:cubicBezTo>
                    <a:lnTo>
                      <a:pt x="281252" y="420361"/>
                    </a:lnTo>
                    <a:lnTo>
                      <a:pt x="282766" y="413398"/>
                    </a:lnTo>
                    <a:lnTo>
                      <a:pt x="283304" y="408722"/>
                    </a:lnTo>
                    <a:lnTo>
                      <a:pt x="289833" y="404247"/>
                    </a:lnTo>
                    <a:lnTo>
                      <a:pt x="295050" y="403373"/>
                    </a:lnTo>
                    <a:cubicBezTo>
                      <a:pt x="295050" y="403373"/>
                      <a:pt x="301141" y="405559"/>
                      <a:pt x="301781" y="405862"/>
                    </a:cubicBezTo>
                    <a:cubicBezTo>
                      <a:pt x="302420" y="406199"/>
                      <a:pt x="305584" y="408352"/>
                      <a:pt x="305584" y="408352"/>
                    </a:cubicBezTo>
                    <a:cubicBezTo>
                      <a:pt x="305584" y="408352"/>
                      <a:pt x="309723" y="413229"/>
                      <a:pt x="309387" y="413768"/>
                    </a:cubicBezTo>
                    <a:cubicBezTo>
                      <a:pt x="309050" y="414306"/>
                      <a:pt x="310026" y="418982"/>
                      <a:pt x="310026" y="419419"/>
                    </a:cubicBezTo>
                    <a:cubicBezTo>
                      <a:pt x="310026" y="419856"/>
                      <a:pt x="309387" y="424835"/>
                      <a:pt x="309387" y="424835"/>
                    </a:cubicBezTo>
                    <a:lnTo>
                      <a:pt x="315814" y="433850"/>
                    </a:lnTo>
                    <a:lnTo>
                      <a:pt x="322007" y="436037"/>
                    </a:lnTo>
                    <a:cubicBezTo>
                      <a:pt x="322007" y="436037"/>
                      <a:pt x="330151" y="433312"/>
                      <a:pt x="330825" y="433110"/>
                    </a:cubicBezTo>
                    <a:cubicBezTo>
                      <a:pt x="331498" y="432908"/>
                      <a:pt x="336378" y="429645"/>
                      <a:pt x="336378" y="429645"/>
                    </a:cubicBezTo>
                    <a:cubicBezTo>
                      <a:pt x="336378" y="429645"/>
                      <a:pt x="340820" y="423557"/>
                      <a:pt x="341055" y="423220"/>
                    </a:cubicBezTo>
                    <a:cubicBezTo>
                      <a:pt x="341258" y="422884"/>
                      <a:pt x="342671" y="418006"/>
                      <a:pt x="342671" y="418006"/>
                    </a:cubicBezTo>
                    <a:lnTo>
                      <a:pt x="341055" y="409092"/>
                    </a:lnTo>
                    <a:lnTo>
                      <a:pt x="342469" y="403776"/>
                    </a:lnTo>
                    <a:lnTo>
                      <a:pt x="346070" y="396611"/>
                    </a:lnTo>
                    <a:cubicBezTo>
                      <a:pt x="346070" y="396611"/>
                      <a:pt x="350849" y="395535"/>
                      <a:pt x="351623" y="395299"/>
                    </a:cubicBezTo>
                    <a:cubicBezTo>
                      <a:pt x="352364" y="395064"/>
                      <a:pt x="362393" y="394660"/>
                      <a:pt x="362393" y="394660"/>
                    </a:cubicBezTo>
                    <a:lnTo>
                      <a:pt x="365859" y="392373"/>
                    </a:lnTo>
                    <a:lnTo>
                      <a:pt x="364008" y="388773"/>
                    </a:lnTo>
                    <a:lnTo>
                      <a:pt x="364984" y="382785"/>
                    </a:lnTo>
                    <a:lnTo>
                      <a:pt x="368585" y="378210"/>
                    </a:lnTo>
                    <a:lnTo>
                      <a:pt x="369898" y="372996"/>
                    </a:lnTo>
                    <a:lnTo>
                      <a:pt x="370537" y="369195"/>
                    </a:lnTo>
                    <a:cubicBezTo>
                      <a:pt x="370537" y="369195"/>
                      <a:pt x="370537" y="363644"/>
                      <a:pt x="370537" y="363207"/>
                    </a:cubicBezTo>
                    <a:cubicBezTo>
                      <a:pt x="370537" y="362770"/>
                      <a:pt x="370907" y="359507"/>
                      <a:pt x="370907" y="359507"/>
                    </a:cubicBezTo>
                    <a:lnTo>
                      <a:pt x="373229" y="354057"/>
                    </a:lnTo>
                    <a:cubicBezTo>
                      <a:pt x="373229" y="354057"/>
                      <a:pt x="381710" y="353519"/>
                      <a:pt x="382148" y="353284"/>
                    </a:cubicBezTo>
                    <a:cubicBezTo>
                      <a:pt x="382585" y="353048"/>
                      <a:pt x="388239" y="351871"/>
                      <a:pt x="388239" y="351871"/>
                    </a:cubicBezTo>
                    <a:lnTo>
                      <a:pt x="394230" y="349045"/>
                    </a:lnTo>
                    <a:lnTo>
                      <a:pt x="399009" y="345344"/>
                    </a:lnTo>
                    <a:lnTo>
                      <a:pt x="407927" y="343932"/>
                    </a:lnTo>
                    <a:lnTo>
                      <a:pt x="417822" y="343932"/>
                    </a:lnTo>
                    <a:lnTo>
                      <a:pt x="419774" y="345546"/>
                    </a:lnTo>
                    <a:lnTo>
                      <a:pt x="420312" y="342182"/>
                    </a:lnTo>
                    <a:lnTo>
                      <a:pt x="421288" y="333941"/>
                    </a:lnTo>
                    <a:cubicBezTo>
                      <a:pt x="421288" y="333941"/>
                      <a:pt x="423038" y="328087"/>
                      <a:pt x="423240" y="327650"/>
                    </a:cubicBezTo>
                    <a:cubicBezTo>
                      <a:pt x="423442" y="327213"/>
                      <a:pt x="426504" y="320821"/>
                      <a:pt x="426504" y="320821"/>
                    </a:cubicBezTo>
                    <a:lnTo>
                      <a:pt x="433034" y="313757"/>
                    </a:lnTo>
                    <a:lnTo>
                      <a:pt x="436601" y="310494"/>
                    </a:lnTo>
                    <a:lnTo>
                      <a:pt x="439091" y="306692"/>
                    </a:lnTo>
                    <a:cubicBezTo>
                      <a:pt x="439091" y="306692"/>
                      <a:pt x="439866" y="299628"/>
                      <a:pt x="439866" y="298316"/>
                    </a:cubicBezTo>
                    <a:cubicBezTo>
                      <a:pt x="439866" y="297004"/>
                      <a:pt x="440640" y="290276"/>
                      <a:pt x="440640" y="290276"/>
                    </a:cubicBezTo>
                    <a:cubicBezTo>
                      <a:pt x="440640" y="290276"/>
                      <a:pt x="442693" y="286374"/>
                      <a:pt x="443130" y="285836"/>
                    </a:cubicBezTo>
                    <a:cubicBezTo>
                      <a:pt x="443568" y="285298"/>
                      <a:pt x="445519" y="285298"/>
                      <a:pt x="446394" y="284759"/>
                    </a:cubicBezTo>
                    <a:cubicBezTo>
                      <a:pt x="447269" y="284221"/>
                      <a:pt x="451274" y="284759"/>
                      <a:pt x="451712" y="284759"/>
                    </a:cubicBezTo>
                    <a:cubicBezTo>
                      <a:pt x="452149" y="284759"/>
                      <a:pt x="458342" y="284860"/>
                      <a:pt x="458342" y="284860"/>
                    </a:cubicBezTo>
                    <a:lnTo>
                      <a:pt x="465611" y="284860"/>
                    </a:lnTo>
                    <a:lnTo>
                      <a:pt x="464635" y="278132"/>
                    </a:lnTo>
                    <a:lnTo>
                      <a:pt x="462683" y="273120"/>
                    </a:lnTo>
                    <a:lnTo>
                      <a:pt x="462784" y="267368"/>
                    </a:lnTo>
                    <a:lnTo>
                      <a:pt x="464837" y="267166"/>
                    </a:lnTo>
                    <a:lnTo>
                      <a:pt x="470155" y="269554"/>
                    </a:lnTo>
                    <a:lnTo>
                      <a:pt x="474395" y="269453"/>
                    </a:lnTo>
                    <a:lnTo>
                      <a:pt x="475910" y="265013"/>
                    </a:lnTo>
                    <a:lnTo>
                      <a:pt x="476011" y="260337"/>
                    </a:lnTo>
                    <a:lnTo>
                      <a:pt x="473958" y="254686"/>
                    </a:lnTo>
                    <a:lnTo>
                      <a:pt x="474832" y="250447"/>
                    </a:lnTo>
                    <a:lnTo>
                      <a:pt x="477861" y="247823"/>
                    </a:lnTo>
                    <a:lnTo>
                      <a:pt x="480352" y="245233"/>
                    </a:lnTo>
                    <a:lnTo>
                      <a:pt x="485131" y="245771"/>
                    </a:lnTo>
                    <a:lnTo>
                      <a:pt x="487958" y="247958"/>
                    </a:lnTo>
                    <a:lnTo>
                      <a:pt x="490684" y="248294"/>
                    </a:lnTo>
                    <a:lnTo>
                      <a:pt x="492198" y="246545"/>
                    </a:lnTo>
                    <a:lnTo>
                      <a:pt x="493275" y="242104"/>
                    </a:lnTo>
                    <a:lnTo>
                      <a:pt x="493814" y="237563"/>
                    </a:lnTo>
                    <a:lnTo>
                      <a:pt x="491323" y="236049"/>
                    </a:lnTo>
                    <a:lnTo>
                      <a:pt x="488294" y="234838"/>
                    </a:lnTo>
                    <a:lnTo>
                      <a:pt x="486982" y="231474"/>
                    </a:lnTo>
                    <a:lnTo>
                      <a:pt x="486746" y="226698"/>
                    </a:lnTo>
                    <a:lnTo>
                      <a:pt x="485871" y="225924"/>
                    </a:lnTo>
                    <a:lnTo>
                      <a:pt x="483145" y="225722"/>
                    </a:lnTo>
                    <a:lnTo>
                      <a:pt x="480116" y="224545"/>
                    </a:lnTo>
                    <a:lnTo>
                      <a:pt x="478366" y="223031"/>
                    </a:lnTo>
                    <a:lnTo>
                      <a:pt x="477356" y="221517"/>
                    </a:lnTo>
                    <a:lnTo>
                      <a:pt x="477020" y="220440"/>
                    </a:lnTo>
                    <a:lnTo>
                      <a:pt x="476381" y="218489"/>
                    </a:lnTo>
                    <a:lnTo>
                      <a:pt x="474967" y="215462"/>
                    </a:lnTo>
                    <a:lnTo>
                      <a:pt x="475506" y="212199"/>
                    </a:lnTo>
                    <a:lnTo>
                      <a:pt x="477121" y="211324"/>
                    </a:lnTo>
                    <a:lnTo>
                      <a:pt x="480150" y="211526"/>
                    </a:lnTo>
                    <a:lnTo>
                      <a:pt x="482539" y="214251"/>
                    </a:lnTo>
                    <a:lnTo>
                      <a:pt x="485131" y="216303"/>
                    </a:lnTo>
                    <a:lnTo>
                      <a:pt x="488160" y="217177"/>
                    </a:lnTo>
                    <a:lnTo>
                      <a:pt x="489775" y="216841"/>
                    </a:lnTo>
                    <a:lnTo>
                      <a:pt x="491424" y="215428"/>
                    </a:lnTo>
                    <a:lnTo>
                      <a:pt x="491963" y="213578"/>
                    </a:lnTo>
                    <a:lnTo>
                      <a:pt x="493477" y="211291"/>
                    </a:lnTo>
                    <a:lnTo>
                      <a:pt x="494352" y="210517"/>
                    </a:lnTo>
                    <a:lnTo>
                      <a:pt x="497078" y="209440"/>
                    </a:lnTo>
                    <a:cubicBezTo>
                      <a:pt x="497078" y="209440"/>
                      <a:pt x="497953" y="211492"/>
                      <a:pt x="498054" y="211930"/>
                    </a:cubicBezTo>
                    <a:cubicBezTo>
                      <a:pt x="498155" y="212367"/>
                      <a:pt x="498155" y="214116"/>
                      <a:pt x="498155" y="214116"/>
                    </a:cubicBezTo>
                    <a:cubicBezTo>
                      <a:pt x="498155" y="214116"/>
                      <a:pt x="498256" y="218153"/>
                      <a:pt x="498054" y="218456"/>
                    </a:cubicBezTo>
                    <a:cubicBezTo>
                      <a:pt x="497819" y="218792"/>
                      <a:pt x="497516" y="221281"/>
                      <a:pt x="497516" y="221281"/>
                    </a:cubicBezTo>
                    <a:lnTo>
                      <a:pt x="495766" y="223771"/>
                    </a:lnTo>
                    <a:lnTo>
                      <a:pt x="495530" y="226698"/>
                    </a:lnTo>
                    <a:lnTo>
                      <a:pt x="495530" y="230600"/>
                    </a:lnTo>
                    <a:lnTo>
                      <a:pt x="496506" y="233964"/>
                    </a:lnTo>
                    <a:lnTo>
                      <a:pt x="501083" y="234838"/>
                    </a:lnTo>
                    <a:lnTo>
                      <a:pt x="505122" y="234300"/>
                    </a:lnTo>
                    <a:lnTo>
                      <a:pt x="506199" y="232248"/>
                    </a:lnTo>
                    <a:cubicBezTo>
                      <a:pt x="506199" y="232248"/>
                      <a:pt x="509463" y="228783"/>
                      <a:pt x="509800" y="228548"/>
                    </a:cubicBezTo>
                    <a:cubicBezTo>
                      <a:pt x="510136" y="228312"/>
                      <a:pt x="512627" y="226597"/>
                      <a:pt x="513064" y="225957"/>
                    </a:cubicBezTo>
                    <a:cubicBezTo>
                      <a:pt x="513502" y="225318"/>
                      <a:pt x="516228" y="224107"/>
                      <a:pt x="516228" y="224107"/>
                    </a:cubicBezTo>
                    <a:lnTo>
                      <a:pt x="519391" y="222694"/>
                    </a:lnTo>
                    <a:lnTo>
                      <a:pt x="522858" y="222156"/>
                    </a:lnTo>
                    <a:lnTo>
                      <a:pt x="528074" y="221954"/>
                    </a:lnTo>
                    <a:lnTo>
                      <a:pt x="531002" y="220205"/>
                    </a:lnTo>
                    <a:lnTo>
                      <a:pt x="532079" y="217817"/>
                    </a:lnTo>
                    <a:lnTo>
                      <a:pt x="532516" y="214015"/>
                    </a:lnTo>
                    <a:lnTo>
                      <a:pt x="531742" y="210315"/>
                    </a:lnTo>
                    <a:lnTo>
                      <a:pt x="530093" y="203251"/>
                    </a:lnTo>
                    <a:lnTo>
                      <a:pt x="529017" y="199113"/>
                    </a:lnTo>
                    <a:lnTo>
                      <a:pt x="526829" y="193663"/>
                    </a:lnTo>
                    <a:lnTo>
                      <a:pt x="526829" y="184110"/>
                    </a:lnTo>
                    <a:lnTo>
                      <a:pt x="527704" y="180645"/>
                    </a:lnTo>
                    <a:lnTo>
                      <a:pt x="532920" y="180645"/>
                    </a:lnTo>
                    <a:lnTo>
                      <a:pt x="536185" y="183908"/>
                    </a:lnTo>
                    <a:lnTo>
                      <a:pt x="540089" y="187608"/>
                    </a:lnTo>
                    <a:lnTo>
                      <a:pt x="543118" y="188920"/>
                    </a:lnTo>
                    <a:lnTo>
                      <a:pt x="546382" y="190434"/>
                    </a:lnTo>
                    <a:lnTo>
                      <a:pt x="547257" y="186296"/>
                    </a:lnTo>
                    <a:lnTo>
                      <a:pt x="545305" y="181721"/>
                    </a:lnTo>
                    <a:lnTo>
                      <a:pt x="546180" y="176709"/>
                    </a:lnTo>
                    <a:lnTo>
                      <a:pt x="546618" y="173681"/>
                    </a:lnTo>
                    <a:lnTo>
                      <a:pt x="548132" y="172168"/>
                    </a:lnTo>
                    <a:lnTo>
                      <a:pt x="549647" y="169981"/>
                    </a:lnTo>
                    <a:lnTo>
                      <a:pt x="546820" y="168467"/>
                    </a:lnTo>
                    <a:lnTo>
                      <a:pt x="541166" y="168467"/>
                    </a:lnTo>
                    <a:lnTo>
                      <a:pt x="533122" y="168366"/>
                    </a:lnTo>
                    <a:lnTo>
                      <a:pt x="527704" y="166314"/>
                    </a:lnTo>
                    <a:lnTo>
                      <a:pt x="525954" y="160461"/>
                    </a:lnTo>
                    <a:lnTo>
                      <a:pt x="530531" y="156559"/>
                    </a:lnTo>
                    <a:lnTo>
                      <a:pt x="534670" y="156323"/>
                    </a:lnTo>
                    <a:lnTo>
                      <a:pt x="538137" y="156323"/>
                    </a:lnTo>
                    <a:lnTo>
                      <a:pt x="543791" y="157736"/>
                    </a:lnTo>
                    <a:lnTo>
                      <a:pt x="545541" y="160226"/>
                    </a:lnTo>
                    <a:lnTo>
                      <a:pt x="551430" y="160427"/>
                    </a:lnTo>
                    <a:lnTo>
                      <a:pt x="558161" y="155651"/>
                    </a:lnTo>
                    <a:lnTo>
                      <a:pt x="561628" y="149360"/>
                    </a:lnTo>
                    <a:lnTo>
                      <a:pt x="568359" y="148485"/>
                    </a:lnTo>
                    <a:lnTo>
                      <a:pt x="574652" y="147409"/>
                    </a:lnTo>
                    <a:lnTo>
                      <a:pt x="583571" y="143708"/>
                    </a:lnTo>
                    <a:lnTo>
                      <a:pt x="589426" y="143271"/>
                    </a:lnTo>
                    <a:lnTo>
                      <a:pt x="589426" y="137182"/>
                    </a:lnTo>
                    <a:lnTo>
                      <a:pt x="588013" y="132406"/>
                    </a:lnTo>
                    <a:lnTo>
                      <a:pt x="589225" y="127191"/>
                    </a:lnTo>
                    <a:lnTo>
                      <a:pt x="595316" y="127831"/>
                    </a:lnTo>
                    <a:lnTo>
                      <a:pt x="602047" y="126956"/>
                    </a:lnTo>
                    <a:lnTo>
                      <a:pt x="599658" y="131733"/>
                    </a:lnTo>
                    <a:cubicBezTo>
                      <a:pt x="599658" y="131733"/>
                      <a:pt x="595316" y="134121"/>
                      <a:pt x="594643" y="134121"/>
                    </a:cubicBezTo>
                    <a:cubicBezTo>
                      <a:pt x="594003" y="134121"/>
                      <a:pt x="593330" y="138696"/>
                      <a:pt x="593330" y="138696"/>
                    </a:cubicBezTo>
                    <a:lnTo>
                      <a:pt x="597907" y="143473"/>
                    </a:lnTo>
                    <a:lnTo>
                      <a:pt x="601609" y="144112"/>
                    </a:lnTo>
                    <a:lnTo>
                      <a:pt x="605513" y="144549"/>
                    </a:lnTo>
                    <a:lnTo>
                      <a:pt x="608105" y="143675"/>
                    </a:lnTo>
                    <a:lnTo>
                      <a:pt x="609215" y="141085"/>
                    </a:lnTo>
                    <a:lnTo>
                      <a:pt x="608340" y="136745"/>
                    </a:lnTo>
                    <a:lnTo>
                      <a:pt x="610292" y="132607"/>
                    </a:lnTo>
                    <a:lnTo>
                      <a:pt x="614432" y="128268"/>
                    </a:lnTo>
                    <a:lnTo>
                      <a:pt x="615946" y="125442"/>
                    </a:lnTo>
                    <a:lnTo>
                      <a:pt x="619446" y="122415"/>
                    </a:lnTo>
                    <a:lnTo>
                      <a:pt x="622913" y="120901"/>
                    </a:lnTo>
                    <a:lnTo>
                      <a:pt x="627490" y="117873"/>
                    </a:lnTo>
                    <a:lnTo>
                      <a:pt x="629442" y="116124"/>
                    </a:lnTo>
                    <a:lnTo>
                      <a:pt x="632033" y="112659"/>
                    </a:lnTo>
                    <a:lnTo>
                      <a:pt x="637485" y="115922"/>
                    </a:lnTo>
                    <a:lnTo>
                      <a:pt x="644014" y="116999"/>
                    </a:lnTo>
                    <a:lnTo>
                      <a:pt x="645764" y="116763"/>
                    </a:lnTo>
                    <a:lnTo>
                      <a:pt x="647952" y="114375"/>
                    </a:lnTo>
                    <a:lnTo>
                      <a:pt x="650543" y="108723"/>
                    </a:lnTo>
                    <a:lnTo>
                      <a:pt x="650981" y="102870"/>
                    </a:lnTo>
                    <a:lnTo>
                      <a:pt x="651418" y="100482"/>
                    </a:lnTo>
                    <a:lnTo>
                      <a:pt x="655558" y="100280"/>
                    </a:lnTo>
                    <a:lnTo>
                      <a:pt x="657072" y="105494"/>
                    </a:lnTo>
                    <a:lnTo>
                      <a:pt x="658149" y="113298"/>
                    </a:lnTo>
                    <a:lnTo>
                      <a:pt x="659226" y="118075"/>
                    </a:lnTo>
                    <a:lnTo>
                      <a:pt x="660976" y="124803"/>
                    </a:lnTo>
                    <a:lnTo>
                      <a:pt x="666832" y="127393"/>
                    </a:lnTo>
                    <a:lnTo>
                      <a:pt x="672688" y="128268"/>
                    </a:lnTo>
                    <a:lnTo>
                      <a:pt x="676827" y="125240"/>
                    </a:lnTo>
                    <a:lnTo>
                      <a:pt x="683356" y="120026"/>
                    </a:lnTo>
                    <a:lnTo>
                      <a:pt x="685982" y="118277"/>
                    </a:lnTo>
                    <a:lnTo>
                      <a:pt x="688808" y="115687"/>
                    </a:lnTo>
                    <a:lnTo>
                      <a:pt x="690323" y="113736"/>
                    </a:lnTo>
                    <a:lnTo>
                      <a:pt x="690323" y="111112"/>
                    </a:lnTo>
                    <a:cubicBezTo>
                      <a:pt x="690323" y="111112"/>
                      <a:pt x="688472" y="108286"/>
                      <a:pt x="688270" y="107647"/>
                    </a:cubicBezTo>
                    <a:cubicBezTo>
                      <a:pt x="688034" y="107008"/>
                      <a:pt x="690323" y="103072"/>
                      <a:pt x="690323" y="103072"/>
                    </a:cubicBezTo>
                    <a:lnTo>
                      <a:pt x="692510" y="101760"/>
                    </a:lnTo>
                    <a:lnTo>
                      <a:pt x="694261" y="98059"/>
                    </a:lnTo>
                    <a:lnTo>
                      <a:pt x="690559" y="96108"/>
                    </a:lnTo>
                    <a:lnTo>
                      <a:pt x="687731" y="96748"/>
                    </a:lnTo>
                    <a:lnTo>
                      <a:pt x="683828" y="98261"/>
                    </a:lnTo>
                    <a:cubicBezTo>
                      <a:pt x="683828" y="98261"/>
                      <a:pt x="679688" y="100852"/>
                      <a:pt x="678813" y="101087"/>
                    </a:cubicBezTo>
                    <a:cubicBezTo>
                      <a:pt x="677938" y="101289"/>
                      <a:pt x="675347" y="101087"/>
                      <a:pt x="675347" y="101087"/>
                    </a:cubicBezTo>
                    <a:lnTo>
                      <a:pt x="676659" y="98261"/>
                    </a:lnTo>
                    <a:lnTo>
                      <a:pt x="677097" y="92845"/>
                    </a:lnTo>
                    <a:lnTo>
                      <a:pt x="677298" y="89145"/>
                    </a:lnTo>
                    <a:lnTo>
                      <a:pt x="678611" y="87833"/>
                    </a:lnTo>
                    <a:lnTo>
                      <a:pt x="681000" y="86319"/>
                    </a:lnTo>
                    <a:lnTo>
                      <a:pt x="683828" y="84806"/>
                    </a:lnTo>
                    <a:lnTo>
                      <a:pt x="686856" y="80668"/>
                    </a:lnTo>
                    <a:lnTo>
                      <a:pt x="686856" y="73704"/>
                    </a:lnTo>
                    <a:lnTo>
                      <a:pt x="688270" y="68053"/>
                    </a:lnTo>
                    <a:lnTo>
                      <a:pt x="690356" y="65025"/>
                    </a:lnTo>
                    <a:lnTo>
                      <a:pt x="692948" y="60248"/>
                    </a:lnTo>
                    <a:lnTo>
                      <a:pt x="696212" y="56346"/>
                    </a:lnTo>
                    <a:lnTo>
                      <a:pt x="697290" y="54597"/>
                    </a:lnTo>
                    <a:lnTo>
                      <a:pt x="697290" y="51771"/>
                    </a:lnTo>
                    <a:lnTo>
                      <a:pt x="695977" y="49820"/>
                    </a:lnTo>
                    <a:close/>
                  </a:path>
                </a:pathLst>
              </a:custGeom>
              <a:grpFill/>
              <a:ln w="6350" cap="flat">
                <a:solidFill>
                  <a:schemeClr val="bg1"/>
                </a:solidFill>
                <a:prstDash val="solid"/>
                <a:miter/>
              </a:ln>
            </p:spPr>
            <p:txBody>
              <a:bodyPr rtlCol="0" anchor="ctr"/>
              <a:lstStyle/>
              <a:p>
                <a:endParaRPr lang="en-US"/>
              </a:p>
            </p:txBody>
          </p:sp>
        </p:grpSp>
        <p:sp>
          <p:nvSpPr>
            <p:cNvPr id="180" name="Freeform 897">
              <a:extLst>
                <a:ext uri="{FF2B5EF4-FFF2-40B4-BE49-F238E27FC236}">
                  <a16:creationId xmlns:a16="http://schemas.microsoft.com/office/drawing/2014/main" id="{86A5A15D-1A78-5CE8-38A2-3C48628A08D2}"/>
                </a:ext>
              </a:extLst>
            </p:cNvPr>
            <p:cNvSpPr/>
            <p:nvPr/>
          </p:nvSpPr>
          <p:spPr>
            <a:xfrm>
              <a:off x="7764148" y="2739847"/>
              <a:ext cx="308043" cy="292908"/>
            </a:xfrm>
            <a:custGeom>
              <a:avLst/>
              <a:gdLst>
                <a:gd name="connsiteX0" fmla="*/ 490819 w 591411"/>
                <a:gd name="connsiteY0" fmla="*/ 552430 h 562353"/>
                <a:gd name="connsiteX1" fmla="*/ 491121 w 591411"/>
                <a:gd name="connsiteY1" fmla="*/ 544895 h 562353"/>
                <a:gd name="connsiteX2" fmla="*/ 498088 w 591411"/>
                <a:gd name="connsiteY2" fmla="*/ 532448 h 562353"/>
                <a:gd name="connsiteX3" fmla="*/ 500713 w 591411"/>
                <a:gd name="connsiteY3" fmla="*/ 525485 h 562353"/>
                <a:gd name="connsiteX4" fmla="*/ 506804 w 591411"/>
                <a:gd name="connsiteY4" fmla="*/ 522289 h 562353"/>
                <a:gd name="connsiteX5" fmla="*/ 512896 w 591411"/>
                <a:gd name="connsiteY5" fmla="*/ 520540 h 562353"/>
                <a:gd name="connsiteX6" fmla="*/ 521578 w 591411"/>
                <a:gd name="connsiteY6" fmla="*/ 516772 h 562353"/>
                <a:gd name="connsiteX7" fmla="*/ 527367 w 591411"/>
                <a:gd name="connsiteY7" fmla="*/ 513004 h 562353"/>
                <a:gd name="connsiteX8" fmla="*/ 529387 w 591411"/>
                <a:gd name="connsiteY8" fmla="*/ 510986 h 562353"/>
                <a:gd name="connsiteX9" fmla="*/ 536050 w 591411"/>
                <a:gd name="connsiteY9" fmla="*/ 505469 h 562353"/>
                <a:gd name="connsiteX10" fmla="*/ 535747 w 591411"/>
                <a:gd name="connsiteY10" fmla="*/ 491273 h 562353"/>
                <a:gd name="connsiteX11" fmla="*/ 533425 w 591411"/>
                <a:gd name="connsiteY11" fmla="*/ 468667 h 562353"/>
                <a:gd name="connsiteX12" fmla="*/ 533997 w 591411"/>
                <a:gd name="connsiteY12" fmla="*/ 455043 h 562353"/>
                <a:gd name="connsiteX13" fmla="*/ 532550 w 591411"/>
                <a:gd name="connsiteY13" fmla="*/ 445759 h 562353"/>
                <a:gd name="connsiteX14" fmla="*/ 528209 w 591411"/>
                <a:gd name="connsiteY14" fmla="*/ 436508 h 562353"/>
                <a:gd name="connsiteX15" fmla="*/ 523295 w 591411"/>
                <a:gd name="connsiteY15" fmla="*/ 435633 h 562353"/>
                <a:gd name="connsiteX16" fmla="*/ 517506 w 591411"/>
                <a:gd name="connsiteY16" fmla="*/ 439670 h 562353"/>
                <a:gd name="connsiteX17" fmla="*/ 513165 w 591411"/>
                <a:gd name="connsiteY17" fmla="*/ 443135 h 562353"/>
                <a:gd name="connsiteX18" fmla="*/ 506501 w 591411"/>
                <a:gd name="connsiteY18" fmla="*/ 443135 h 562353"/>
                <a:gd name="connsiteX19" fmla="*/ 498694 w 591411"/>
                <a:gd name="connsiteY19" fmla="*/ 436474 h 562353"/>
                <a:gd name="connsiteX20" fmla="*/ 491155 w 591411"/>
                <a:gd name="connsiteY20" fmla="*/ 434153 h 562353"/>
                <a:gd name="connsiteX21" fmla="*/ 487958 w 591411"/>
                <a:gd name="connsiteY21" fmla="*/ 436171 h 562353"/>
                <a:gd name="connsiteX22" fmla="*/ 476650 w 591411"/>
                <a:gd name="connsiteY22" fmla="*/ 440814 h 562353"/>
                <a:gd name="connsiteX23" fmla="*/ 469683 w 591411"/>
                <a:gd name="connsiteY23" fmla="*/ 435297 h 562353"/>
                <a:gd name="connsiteX24" fmla="*/ 469683 w 591411"/>
                <a:gd name="connsiteY24" fmla="*/ 424869 h 562353"/>
                <a:gd name="connsiteX25" fmla="*/ 463895 w 591411"/>
                <a:gd name="connsiteY25" fmla="*/ 409226 h 562353"/>
                <a:gd name="connsiteX26" fmla="*/ 458981 w 591411"/>
                <a:gd name="connsiteY26" fmla="*/ 396174 h 562353"/>
                <a:gd name="connsiteX27" fmla="*/ 451442 w 591411"/>
                <a:gd name="connsiteY27" fmla="*/ 394156 h 562353"/>
                <a:gd name="connsiteX28" fmla="*/ 437543 w 591411"/>
                <a:gd name="connsiteY28" fmla="*/ 392406 h 562353"/>
                <a:gd name="connsiteX29" fmla="*/ 432630 w 591411"/>
                <a:gd name="connsiteY29" fmla="*/ 386048 h 562353"/>
                <a:gd name="connsiteX30" fmla="*/ 431452 w 591411"/>
                <a:gd name="connsiteY30" fmla="*/ 377369 h 562353"/>
                <a:gd name="connsiteX31" fmla="*/ 430880 w 591411"/>
                <a:gd name="connsiteY31" fmla="*/ 373299 h 562353"/>
                <a:gd name="connsiteX32" fmla="*/ 427682 w 591411"/>
                <a:gd name="connsiteY32" fmla="*/ 366941 h 562353"/>
                <a:gd name="connsiteX33" fmla="*/ 430004 w 591411"/>
                <a:gd name="connsiteY33" fmla="*/ 362602 h 562353"/>
                <a:gd name="connsiteX34" fmla="*/ 434649 w 591411"/>
                <a:gd name="connsiteY34" fmla="*/ 363174 h 562353"/>
                <a:gd name="connsiteX35" fmla="*/ 439293 w 591411"/>
                <a:gd name="connsiteY35" fmla="*/ 368388 h 562353"/>
                <a:gd name="connsiteX36" fmla="*/ 447976 w 591411"/>
                <a:gd name="connsiteY36" fmla="*/ 373299 h 562353"/>
                <a:gd name="connsiteX37" fmla="*/ 458712 w 591411"/>
                <a:gd name="connsiteY37" fmla="*/ 371550 h 562353"/>
                <a:gd name="connsiteX38" fmla="*/ 468270 w 591411"/>
                <a:gd name="connsiteY38" fmla="*/ 362568 h 562353"/>
                <a:gd name="connsiteX39" fmla="*/ 474361 w 591411"/>
                <a:gd name="connsiteY39" fmla="*/ 360550 h 562353"/>
                <a:gd name="connsiteX40" fmla="*/ 476078 w 591411"/>
                <a:gd name="connsiteY40" fmla="*/ 356513 h 562353"/>
                <a:gd name="connsiteX41" fmla="*/ 476953 w 591411"/>
                <a:gd name="connsiteY41" fmla="*/ 349280 h 562353"/>
                <a:gd name="connsiteX42" fmla="*/ 476381 w 591411"/>
                <a:gd name="connsiteY42" fmla="*/ 342317 h 562353"/>
                <a:gd name="connsiteX43" fmla="*/ 475506 w 591411"/>
                <a:gd name="connsiteY43" fmla="*/ 338549 h 562353"/>
                <a:gd name="connsiteX44" fmla="*/ 471433 w 591411"/>
                <a:gd name="connsiteY44" fmla="*/ 332763 h 562353"/>
                <a:gd name="connsiteX45" fmla="*/ 471433 w 591411"/>
                <a:gd name="connsiteY45" fmla="*/ 324084 h 562353"/>
                <a:gd name="connsiteX46" fmla="*/ 475203 w 591411"/>
                <a:gd name="connsiteY46" fmla="*/ 318870 h 562353"/>
                <a:gd name="connsiteX47" fmla="*/ 480991 w 591411"/>
                <a:gd name="connsiteY47" fmla="*/ 312781 h 562353"/>
                <a:gd name="connsiteX48" fmla="*/ 486208 w 591411"/>
                <a:gd name="connsiteY48" fmla="*/ 312781 h 562353"/>
                <a:gd name="connsiteX49" fmla="*/ 495766 w 591411"/>
                <a:gd name="connsiteY49" fmla="*/ 312781 h 562353"/>
                <a:gd name="connsiteX50" fmla="*/ 496068 w 591411"/>
                <a:gd name="connsiteY50" fmla="*/ 306121 h 562353"/>
                <a:gd name="connsiteX51" fmla="*/ 495193 w 591411"/>
                <a:gd name="connsiteY51" fmla="*/ 299157 h 562353"/>
                <a:gd name="connsiteX52" fmla="*/ 492299 w 591411"/>
                <a:gd name="connsiteY52" fmla="*/ 294515 h 562353"/>
                <a:gd name="connsiteX53" fmla="*/ 492299 w 591411"/>
                <a:gd name="connsiteY53" fmla="*/ 290176 h 562353"/>
                <a:gd name="connsiteX54" fmla="*/ 494621 w 591411"/>
                <a:gd name="connsiteY54" fmla="*/ 288729 h 562353"/>
                <a:gd name="connsiteX55" fmla="*/ 496068 w 591411"/>
                <a:gd name="connsiteY55" fmla="*/ 284961 h 562353"/>
                <a:gd name="connsiteX56" fmla="*/ 495193 w 591411"/>
                <a:gd name="connsiteY56" fmla="*/ 279747 h 562353"/>
                <a:gd name="connsiteX57" fmla="*/ 492299 w 591411"/>
                <a:gd name="connsiteY57" fmla="*/ 277157 h 562353"/>
                <a:gd name="connsiteX58" fmla="*/ 492299 w 591411"/>
                <a:gd name="connsiteY58" fmla="*/ 267301 h 562353"/>
                <a:gd name="connsiteX59" fmla="*/ 493746 w 591411"/>
                <a:gd name="connsiteY59" fmla="*/ 260068 h 562353"/>
                <a:gd name="connsiteX60" fmla="*/ 495766 w 591411"/>
                <a:gd name="connsiteY60" fmla="*/ 253105 h 562353"/>
                <a:gd name="connsiteX61" fmla="*/ 503877 w 591411"/>
                <a:gd name="connsiteY61" fmla="*/ 252533 h 562353"/>
                <a:gd name="connsiteX62" fmla="*/ 511987 w 591411"/>
                <a:gd name="connsiteY62" fmla="*/ 255729 h 562353"/>
                <a:gd name="connsiteX63" fmla="*/ 517204 w 591411"/>
                <a:gd name="connsiteY63" fmla="*/ 259193 h 562353"/>
                <a:gd name="connsiteX64" fmla="*/ 525617 w 591411"/>
                <a:gd name="connsiteY64" fmla="*/ 258319 h 562353"/>
                <a:gd name="connsiteX65" fmla="*/ 528814 w 591411"/>
                <a:gd name="connsiteY65" fmla="*/ 262658 h 562353"/>
                <a:gd name="connsiteX66" fmla="*/ 532314 w 591411"/>
                <a:gd name="connsiteY66" fmla="*/ 266998 h 562353"/>
                <a:gd name="connsiteX67" fmla="*/ 538675 w 591411"/>
                <a:gd name="connsiteY67" fmla="*/ 271337 h 562353"/>
                <a:gd name="connsiteX68" fmla="*/ 540694 w 591411"/>
                <a:gd name="connsiteY68" fmla="*/ 276552 h 562353"/>
                <a:gd name="connsiteX69" fmla="*/ 542714 w 591411"/>
                <a:gd name="connsiteY69" fmla="*/ 284961 h 562353"/>
                <a:gd name="connsiteX70" fmla="*/ 545339 w 591411"/>
                <a:gd name="connsiteY70" fmla="*/ 290176 h 562353"/>
                <a:gd name="connsiteX71" fmla="*/ 552305 w 591411"/>
                <a:gd name="connsiteY71" fmla="*/ 290176 h 562353"/>
                <a:gd name="connsiteX72" fmla="*/ 558094 w 591411"/>
                <a:gd name="connsiteY72" fmla="*/ 290176 h 562353"/>
                <a:gd name="connsiteX73" fmla="*/ 563882 w 591411"/>
                <a:gd name="connsiteY73" fmla="*/ 285971 h 562353"/>
                <a:gd name="connsiteX74" fmla="*/ 571421 w 591411"/>
                <a:gd name="connsiteY74" fmla="*/ 281463 h 562353"/>
                <a:gd name="connsiteX75" fmla="*/ 578085 w 591411"/>
                <a:gd name="connsiteY75" fmla="*/ 277393 h 562353"/>
                <a:gd name="connsiteX76" fmla="*/ 581282 w 591411"/>
                <a:gd name="connsiteY76" fmla="*/ 272447 h 562353"/>
                <a:gd name="connsiteX77" fmla="*/ 583604 w 591411"/>
                <a:gd name="connsiteY77" fmla="*/ 269252 h 562353"/>
                <a:gd name="connsiteX78" fmla="*/ 587071 w 591411"/>
                <a:gd name="connsiteY78" fmla="*/ 269252 h 562353"/>
                <a:gd name="connsiteX79" fmla="*/ 591412 w 591411"/>
                <a:gd name="connsiteY79" fmla="*/ 269252 h 562353"/>
                <a:gd name="connsiteX80" fmla="*/ 591412 w 591411"/>
                <a:gd name="connsiteY80" fmla="*/ 266628 h 562353"/>
                <a:gd name="connsiteX81" fmla="*/ 591412 w 591411"/>
                <a:gd name="connsiteY81" fmla="*/ 260842 h 562353"/>
                <a:gd name="connsiteX82" fmla="*/ 585623 w 591411"/>
                <a:gd name="connsiteY82" fmla="*/ 254181 h 562353"/>
                <a:gd name="connsiteX83" fmla="*/ 583604 w 591411"/>
                <a:gd name="connsiteY83" fmla="*/ 248664 h 562353"/>
                <a:gd name="connsiteX84" fmla="*/ 580979 w 591411"/>
                <a:gd name="connsiteY84" fmla="*/ 238808 h 562353"/>
                <a:gd name="connsiteX85" fmla="*/ 580979 w 591411"/>
                <a:gd name="connsiteY85" fmla="*/ 231844 h 562353"/>
                <a:gd name="connsiteX86" fmla="*/ 580979 w 591411"/>
                <a:gd name="connsiteY86" fmla="*/ 226058 h 562353"/>
                <a:gd name="connsiteX87" fmla="*/ 577075 w 591411"/>
                <a:gd name="connsiteY87" fmla="*/ 225486 h 562353"/>
                <a:gd name="connsiteX88" fmla="*/ 570849 w 591411"/>
                <a:gd name="connsiteY88" fmla="*/ 227808 h 562353"/>
                <a:gd name="connsiteX89" fmla="*/ 565329 w 591411"/>
                <a:gd name="connsiteY89" fmla="*/ 230129 h 562353"/>
                <a:gd name="connsiteX90" fmla="*/ 565329 w 591411"/>
                <a:gd name="connsiteY90" fmla="*/ 223165 h 562353"/>
                <a:gd name="connsiteX91" fmla="*/ 552507 w 591411"/>
                <a:gd name="connsiteY91" fmla="*/ 219431 h 562353"/>
                <a:gd name="connsiteX92" fmla="*/ 544329 w 591411"/>
                <a:gd name="connsiteY92" fmla="*/ 210483 h 562353"/>
                <a:gd name="connsiteX93" fmla="*/ 536790 w 591411"/>
                <a:gd name="connsiteY93" fmla="*/ 194067 h 562353"/>
                <a:gd name="connsiteX94" fmla="*/ 536252 w 591411"/>
                <a:gd name="connsiteY94" fmla="*/ 192755 h 562353"/>
                <a:gd name="connsiteX95" fmla="*/ 533156 w 591411"/>
                <a:gd name="connsiteY95" fmla="*/ 192755 h 562353"/>
                <a:gd name="connsiteX96" fmla="*/ 524473 w 591411"/>
                <a:gd name="connsiteY96" fmla="*/ 192755 h 562353"/>
                <a:gd name="connsiteX97" fmla="*/ 518381 w 591411"/>
                <a:gd name="connsiteY97" fmla="*/ 194269 h 562353"/>
                <a:gd name="connsiteX98" fmla="*/ 515555 w 591411"/>
                <a:gd name="connsiteY98" fmla="*/ 198306 h 562353"/>
                <a:gd name="connsiteX99" fmla="*/ 500544 w 591411"/>
                <a:gd name="connsiteY99" fmla="*/ 199718 h 562353"/>
                <a:gd name="connsiteX100" fmla="*/ 491424 w 591411"/>
                <a:gd name="connsiteY100" fmla="*/ 199718 h 562353"/>
                <a:gd name="connsiteX101" fmla="*/ 480116 w 591411"/>
                <a:gd name="connsiteY101" fmla="*/ 194303 h 562353"/>
                <a:gd name="connsiteX102" fmla="*/ 476212 w 591411"/>
                <a:gd name="connsiteY102" fmla="*/ 188651 h 562353"/>
                <a:gd name="connsiteX103" fmla="*/ 474900 w 591411"/>
                <a:gd name="connsiteY103" fmla="*/ 180409 h 562353"/>
                <a:gd name="connsiteX104" fmla="*/ 474900 w 591411"/>
                <a:gd name="connsiteY104" fmla="*/ 174556 h 562353"/>
                <a:gd name="connsiteX105" fmla="*/ 470558 w 591411"/>
                <a:gd name="connsiteY105" fmla="*/ 169981 h 562353"/>
                <a:gd name="connsiteX106" fmla="*/ 464029 w 591411"/>
                <a:gd name="connsiteY106" fmla="*/ 164969 h 562353"/>
                <a:gd name="connsiteX107" fmla="*/ 456625 w 591411"/>
                <a:gd name="connsiteY107" fmla="*/ 164969 h 562353"/>
                <a:gd name="connsiteX108" fmla="*/ 452486 w 591411"/>
                <a:gd name="connsiteY108" fmla="*/ 158241 h 562353"/>
                <a:gd name="connsiteX109" fmla="*/ 447034 w 591411"/>
                <a:gd name="connsiteY109" fmla="*/ 153228 h 562353"/>
                <a:gd name="connsiteX110" fmla="*/ 439865 w 591411"/>
                <a:gd name="connsiteY110" fmla="*/ 151042 h 562353"/>
                <a:gd name="connsiteX111" fmla="*/ 430509 w 591411"/>
                <a:gd name="connsiteY111" fmla="*/ 151042 h 562353"/>
                <a:gd name="connsiteX112" fmla="*/ 421827 w 591411"/>
                <a:gd name="connsiteY112" fmla="*/ 151042 h 562353"/>
                <a:gd name="connsiteX113" fmla="*/ 417249 w 591411"/>
                <a:gd name="connsiteY113" fmla="*/ 149091 h 562353"/>
                <a:gd name="connsiteX114" fmla="*/ 415735 w 591411"/>
                <a:gd name="connsiteY114" fmla="*/ 145189 h 562353"/>
                <a:gd name="connsiteX115" fmla="*/ 415735 w 591411"/>
                <a:gd name="connsiteY115" fmla="*/ 139773 h 562353"/>
                <a:gd name="connsiteX116" fmla="*/ 415735 w 591411"/>
                <a:gd name="connsiteY116" fmla="*/ 136308 h 562353"/>
                <a:gd name="connsiteX117" fmla="*/ 417048 w 591411"/>
                <a:gd name="connsiteY117" fmla="*/ 133718 h 562353"/>
                <a:gd name="connsiteX118" fmla="*/ 419874 w 591411"/>
                <a:gd name="connsiteY118" fmla="*/ 130892 h 562353"/>
                <a:gd name="connsiteX119" fmla="*/ 423576 w 591411"/>
                <a:gd name="connsiteY119" fmla="*/ 128066 h 562353"/>
                <a:gd name="connsiteX120" fmla="*/ 427480 w 591411"/>
                <a:gd name="connsiteY120" fmla="*/ 123289 h 562353"/>
                <a:gd name="connsiteX121" fmla="*/ 430509 w 591411"/>
                <a:gd name="connsiteY121" fmla="*/ 123289 h 562353"/>
                <a:gd name="connsiteX122" fmla="*/ 431384 w 591411"/>
                <a:gd name="connsiteY122" fmla="*/ 118512 h 562353"/>
                <a:gd name="connsiteX123" fmla="*/ 431384 w 591411"/>
                <a:gd name="connsiteY123" fmla="*/ 113736 h 562353"/>
                <a:gd name="connsiteX124" fmla="*/ 433572 w 591411"/>
                <a:gd name="connsiteY124" fmla="*/ 108959 h 562353"/>
                <a:gd name="connsiteX125" fmla="*/ 435961 w 591411"/>
                <a:gd name="connsiteY125" fmla="*/ 107008 h 562353"/>
                <a:gd name="connsiteX126" fmla="*/ 439024 w 591411"/>
                <a:gd name="connsiteY126" fmla="*/ 104182 h 562353"/>
                <a:gd name="connsiteX127" fmla="*/ 442726 w 591411"/>
                <a:gd name="connsiteY127" fmla="*/ 102130 h 562353"/>
                <a:gd name="connsiteX128" fmla="*/ 447740 w 591411"/>
                <a:gd name="connsiteY128" fmla="*/ 100717 h 562353"/>
                <a:gd name="connsiteX129" fmla="*/ 453193 w 591411"/>
                <a:gd name="connsiteY129" fmla="*/ 100717 h 562353"/>
                <a:gd name="connsiteX130" fmla="*/ 458409 w 591411"/>
                <a:gd name="connsiteY130" fmla="*/ 97689 h 562353"/>
                <a:gd name="connsiteX131" fmla="*/ 461000 w 591411"/>
                <a:gd name="connsiteY131" fmla="*/ 93787 h 562353"/>
                <a:gd name="connsiteX132" fmla="*/ 461337 w 591411"/>
                <a:gd name="connsiteY132" fmla="*/ 91836 h 562353"/>
                <a:gd name="connsiteX133" fmla="*/ 459284 w 591411"/>
                <a:gd name="connsiteY133" fmla="*/ 88136 h 562353"/>
                <a:gd name="connsiteX134" fmla="*/ 459284 w 591411"/>
                <a:gd name="connsiteY134" fmla="*/ 82484 h 562353"/>
                <a:gd name="connsiteX135" fmla="*/ 462549 w 591411"/>
                <a:gd name="connsiteY135" fmla="*/ 81172 h 562353"/>
                <a:gd name="connsiteX136" fmla="*/ 466453 w 591411"/>
                <a:gd name="connsiteY136" fmla="*/ 79019 h 562353"/>
                <a:gd name="connsiteX137" fmla="*/ 469919 w 591411"/>
                <a:gd name="connsiteY137" fmla="*/ 74680 h 562353"/>
                <a:gd name="connsiteX138" fmla="*/ 471770 w 591411"/>
                <a:gd name="connsiteY138" fmla="*/ 73065 h 562353"/>
                <a:gd name="connsiteX139" fmla="*/ 474597 w 591411"/>
                <a:gd name="connsiteY139" fmla="*/ 71316 h 562353"/>
                <a:gd name="connsiteX140" fmla="*/ 477761 w 591411"/>
                <a:gd name="connsiteY140" fmla="*/ 68591 h 562353"/>
                <a:gd name="connsiteX141" fmla="*/ 479275 w 591411"/>
                <a:gd name="connsiteY141" fmla="*/ 66001 h 562353"/>
                <a:gd name="connsiteX142" fmla="*/ 483852 w 591411"/>
                <a:gd name="connsiteY142" fmla="*/ 66001 h 562353"/>
                <a:gd name="connsiteX143" fmla="*/ 489741 w 591411"/>
                <a:gd name="connsiteY143" fmla="*/ 64252 h 562353"/>
                <a:gd name="connsiteX144" fmla="*/ 491189 w 591411"/>
                <a:gd name="connsiteY144" fmla="*/ 64252 h 562353"/>
                <a:gd name="connsiteX145" fmla="*/ 494083 w 591411"/>
                <a:gd name="connsiteY145" fmla="*/ 60181 h 562353"/>
                <a:gd name="connsiteX146" fmla="*/ 496102 w 591411"/>
                <a:gd name="connsiteY146" fmla="*/ 59038 h 562353"/>
                <a:gd name="connsiteX147" fmla="*/ 497549 w 591411"/>
                <a:gd name="connsiteY147" fmla="*/ 55842 h 562353"/>
                <a:gd name="connsiteX148" fmla="*/ 501891 w 591411"/>
                <a:gd name="connsiteY148" fmla="*/ 52074 h 562353"/>
                <a:gd name="connsiteX149" fmla="*/ 506232 w 591411"/>
                <a:gd name="connsiteY149" fmla="*/ 52074 h 562353"/>
                <a:gd name="connsiteX150" fmla="*/ 506232 w 591411"/>
                <a:gd name="connsiteY150" fmla="*/ 43664 h 562353"/>
                <a:gd name="connsiteX151" fmla="*/ 508857 w 591411"/>
                <a:gd name="connsiteY151" fmla="*/ 38147 h 562353"/>
                <a:gd name="connsiteX152" fmla="*/ 519425 w 591411"/>
                <a:gd name="connsiteY152" fmla="*/ 38147 h 562353"/>
                <a:gd name="connsiteX153" fmla="*/ 524136 w 591411"/>
                <a:gd name="connsiteY153" fmla="*/ 35389 h 562353"/>
                <a:gd name="connsiteX154" fmla="*/ 525651 w 591411"/>
                <a:gd name="connsiteY154" fmla="*/ 30915 h 562353"/>
                <a:gd name="connsiteX155" fmla="*/ 526223 w 591411"/>
                <a:gd name="connsiteY155" fmla="*/ 28325 h 562353"/>
                <a:gd name="connsiteX156" fmla="*/ 528848 w 591411"/>
                <a:gd name="connsiteY156" fmla="*/ 21664 h 562353"/>
                <a:gd name="connsiteX157" fmla="*/ 528848 w 591411"/>
                <a:gd name="connsiteY157" fmla="*/ 17324 h 562353"/>
                <a:gd name="connsiteX158" fmla="*/ 523833 w 591411"/>
                <a:gd name="connsiteY158" fmla="*/ 14465 h 562353"/>
                <a:gd name="connsiteX159" fmla="*/ 522285 w 591411"/>
                <a:gd name="connsiteY159" fmla="*/ 13052 h 562353"/>
                <a:gd name="connsiteX160" fmla="*/ 518651 w 591411"/>
                <a:gd name="connsiteY160" fmla="*/ 16618 h 562353"/>
                <a:gd name="connsiteX161" fmla="*/ 518853 w 591411"/>
                <a:gd name="connsiteY161" fmla="*/ 18502 h 562353"/>
                <a:gd name="connsiteX162" fmla="*/ 518987 w 591411"/>
                <a:gd name="connsiteY162" fmla="*/ 21529 h 562353"/>
                <a:gd name="connsiteX163" fmla="*/ 516800 w 591411"/>
                <a:gd name="connsiteY163" fmla="*/ 24557 h 562353"/>
                <a:gd name="connsiteX164" fmla="*/ 514477 w 591411"/>
                <a:gd name="connsiteY164" fmla="*/ 26441 h 562353"/>
                <a:gd name="connsiteX165" fmla="*/ 511718 w 591411"/>
                <a:gd name="connsiteY165" fmla="*/ 26878 h 562353"/>
                <a:gd name="connsiteX166" fmla="*/ 507376 w 591411"/>
                <a:gd name="connsiteY166" fmla="*/ 31352 h 562353"/>
                <a:gd name="connsiteX167" fmla="*/ 504617 w 591411"/>
                <a:gd name="connsiteY167" fmla="*/ 33673 h 562353"/>
                <a:gd name="connsiteX168" fmla="*/ 495496 w 591411"/>
                <a:gd name="connsiteY168" fmla="*/ 35994 h 562353"/>
                <a:gd name="connsiteX169" fmla="*/ 491289 w 591411"/>
                <a:gd name="connsiteY169" fmla="*/ 37004 h 562353"/>
                <a:gd name="connsiteX170" fmla="*/ 487655 w 591411"/>
                <a:gd name="connsiteY170" fmla="*/ 38316 h 562353"/>
                <a:gd name="connsiteX171" fmla="*/ 485905 w 591411"/>
                <a:gd name="connsiteY171" fmla="*/ 40334 h 562353"/>
                <a:gd name="connsiteX172" fmla="*/ 485333 w 591411"/>
                <a:gd name="connsiteY172" fmla="*/ 43227 h 562353"/>
                <a:gd name="connsiteX173" fmla="*/ 483885 w 591411"/>
                <a:gd name="connsiteY173" fmla="*/ 47701 h 562353"/>
                <a:gd name="connsiteX174" fmla="*/ 483010 w 591411"/>
                <a:gd name="connsiteY174" fmla="*/ 49450 h 562353"/>
                <a:gd name="connsiteX175" fmla="*/ 478804 w 591411"/>
                <a:gd name="connsiteY175" fmla="*/ 48004 h 562353"/>
                <a:gd name="connsiteX176" fmla="*/ 476919 w 591411"/>
                <a:gd name="connsiteY176" fmla="*/ 46120 h 562353"/>
                <a:gd name="connsiteX177" fmla="*/ 475337 w 591411"/>
                <a:gd name="connsiteY177" fmla="*/ 46557 h 562353"/>
                <a:gd name="connsiteX178" fmla="*/ 474159 w 591411"/>
                <a:gd name="connsiteY178" fmla="*/ 48576 h 562353"/>
                <a:gd name="connsiteX179" fmla="*/ 472275 w 591411"/>
                <a:gd name="connsiteY179" fmla="*/ 50762 h 562353"/>
                <a:gd name="connsiteX180" fmla="*/ 470962 w 591411"/>
                <a:gd name="connsiteY180" fmla="*/ 51771 h 562353"/>
                <a:gd name="connsiteX181" fmla="*/ 470222 w 591411"/>
                <a:gd name="connsiteY181" fmla="*/ 53958 h 562353"/>
                <a:gd name="connsiteX182" fmla="*/ 466149 w 591411"/>
                <a:gd name="connsiteY182" fmla="*/ 55775 h 562353"/>
                <a:gd name="connsiteX183" fmla="*/ 461808 w 591411"/>
                <a:gd name="connsiteY183" fmla="*/ 53386 h 562353"/>
                <a:gd name="connsiteX184" fmla="*/ 460933 w 591411"/>
                <a:gd name="connsiteY184" fmla="*/ 48172 h 562353"/>
                <a:gd name="connsiteX185" fmla="*/ 462246 w 591411"/>
                <a:gd name="connsiteY185" fmla="*/ 40334 h 562353"/>
                <a:gd name="connsiteX186" fmla="*/ 464635 w 591411"/>
                <a:gd name="connsiteY186" fmla="*/ 34043 h 562353"/>
                <a:gd name="connsiteX187" fmla="*/ 459419 w 591411"/>
                <a:gd name="connsiteY187" fmla="*/ 34817 h 562353"/>
                <a:gd name="connsiteX188" fmla="*/ 458207 w 591411"/>
                <a:gd name="connsiteY188" fmla="*/ 34178 h 562353"/>
                <a:gd name="connsiteX189" fmla="*/ 457467 w 591411"/>
                <a:gd name="connsiteY189" fmla="*/ 32126 h 562353"/>
                <a:gd name="connsiteX190" fmla="*/ 457467 w 591411"/>
                <a:gd name="connsiteY190" fmla="*/ 28661 h 562353"/>
                <a:gd name="connsiteX191" fmla="*/ 457467 w 591411"/>
                <a:gd name="connsiteY191" fmla="*/ 25196 h 562353"/>
                <a:gd name="connsiteX192" fmla="*/ 456457 w 591411"/>
                <a:gd name="connsiteY192" fmla="*/ 23178 h 562353"/>
                <a:gd name="connsiteX193" fmla="*/ 454875 w 591411"/>
                <a:gd name="connsiteY193" fmla="*/ 17526 h 562353"/>
                <a:gd name="connsiteX194" fmla="*/ 448784 w 591411"/>
                <a:gd name="connsiteY194" fmla="*/ 13893 h 562353"/>
                <a:gd name="connsiteX195" fmla="*/ 446899 w 591411"/>
                <a:gd name="connsiteY195" fmla="*/ 13590 h 562353"/>
                <a:gd name="connsiteX196" fmla="*/ 444308 w 591411"/>
                <a:gd name="connsiteY196" fmla="*/ 12716 h 562353"/>
                <a:gd name="connsiteX197" fmla="*/ 441986 w 591411"/>
                <a:gd name="connsiteY197" fmla="*/ 11841 h 562353"/>
                <a:gd name="connsiteX198" fmla="*/ 439663 w 591411"/>
                <a:gd name="connsiteY198" fmla="*/ 13288 h 562353"/>
                <a:gd name="connsiteX199" fmla="*/ 437341 w 591411"/>
                <a:gd name="connsiteY199" fmla="*/ 16181 h 562353"/>
                <a:gd name="connsiteX200" fmla="*/ 434885 w 591411"/>
                <a:gd name="connsiteY200" fmla="*/ 18064 h 562353"/>
                <a:gd name="connsiteX201" fmla="*/ 433000 w 591411"/>
                <a:gd name="connsiteY201" fmla="*/ 20251 h 562353"/>
                <a:gd name="connsiteX202" fmla="*/ 431418 w 591411"/>
                <a:gd name="connsiteY202" fmla="*/ 25162 h 562353"/>
                <a:gd name="connsiteX203" fmla="*/ 431418 w 591411"/>
                <a:gd name="connsiteY203" fmla="*/ 26037 h 562353"/>
                <a:gd name="connsiteX204" fmla="*/ 428827 w 591411"/>
                <a:gd name="connsiteY204" fmla="*/ 31251 h 562353"/>
                <a:gd name="connsiteX205" fmla="*/ 424485 w 591411"/>
                <a:gd name="connsiteY205" fmla="*/ 33875 h 562353"/>
                <a:gd name="connsiteX206" fmla="*/ 424485 w 591411"/>
                <a:gd name="connsiteY206" fmla="*/ 30410 h 562353"/>
                <a:gd name="connsiteX207" fmla="*/ 424485 w 591411"/>
                <a:gd name="connsiteY207" fmla="*/ 28089 h 562353"/>
                <a:gd name="connsiteX208" fmla="*/ 421523 w 591411"/>
                <a:gd name="connsiteY208" fmla="*/ 25028 h 562353"/>
                <a:gd name="connsiteX209" fmla="*/ 418562 w 591411"/>
                <a:gd name="connsiteY209" fmla="*/ 22000 h 562353"/>
                <a:gd name="connsiteX210" fmla="*/ 414927 w 591411"/>
                <a:gd name="connsiteY210" fmla="*/ 22740 h 562353"/>
                <a:gd name="connsiteX211" fmla="*/ 410586 w 591411"/>
                <a:gd name="connsiteY211" fmla="*/ 24052 h 562353"/>
                <a:gd name="connsiteX212" fmla="*/ 405941 w 591411"/>
                <a:gd name="connsiteY212" fmla="*/ 23480 h 562353"/>
                <a:gd name="connsiteX213" fmla="*/ 401600 w 591411"/>
                <a:gd name="connsiteY213" fmla="*/ 21159 h 562353"/>
                <a:gd name="connsiteX214" fmla="*/ 399985 w 591411"/>
                <a:gd name="connsiteY214" fmla="*/ 21294 h 562353"/>
                <a:gd name="connsiteX215" fmla="*/ 398235 w 591411"/>
                <a:gd name="connsiteY215" fmla="*/ 22168 h 562353"/>
                <a:gd name="connsiteX216" fmla="*/ 391571 w 591411"/>
                <a:gd name="connsiteY216" fmla="*/ 22875 h 562353"/>
                <a:gd name="connsiteX217" fmla="*/ 389384 w 591411"/>
                <a:gd name="connsiteY217" fmla="*/ 22572 h 562353"/>
                <a:gd name="connsiteX218" fmla="*/ 383427 w 591411"/>
                <a:gd name="connsiteY218" fmla="*/ 20688 h 562353"/>
                <a:gd name="connsiteX219" fmla="*/ 379220 w 591411"/>
                <a:gd name="connsiteY219" fmla="*/ 19107 h 562353"/>
                <a:gd name="connsiteX220" fmla="*/ 374878 w 591411"/>
                <a:gd name="connsiteY220" fmla="*/ 17089 h 562353"/>
                <a:gd name="connsiteX221" fmla="*/ 373128 w 591411"/>
                <a:gd name="connsiteY221" fmla="*/ 14768 h 562353"/>
                <a:gd name="connsiteX222" fmla="*/ 372253 w 591411"/>
                <a:gd name="connsiteY222" fmla="*/ 14465 h 562353"/>
                <a:gd name="connsiteX223" fmla="*/ 368652 w 591411"/>
                <a:gd name="connsiteY223" fmla="*/ 12009 h 562353"/>
                <a:gd name="connsiteX224" fmla="*/ 365758 w 591411"/>
                <a:gd name="connsiteY224" fmla="*/ 11135 h 562353"/>
                <a:gd name="connsiteX225" fmla="*/ 361854 w 591411"/>
                <a:gd name="connsiteY225" fmla="*/ 10395 h 562353"/>
                <a:gd name="connsiteX226" fmla="*/ 358522 w 591411"/>
                <a:gd name="connsiteY226" fmla="*/ 9957 h 562353"/>
                <a:gd name="connsiteX227" fmla="*/ 354753 w 591411"/>
                <a:gd name="connsiteY227" fmla="*/ 9385 h 562353"/>
                <a:gd name="connsiteX228" fmla="*/ 351556 w 591411"/>
                <a:gd name="connsiteY228" fmla="*/ 8376 h 562353"/>
                <a:gd name="connsiteX229" fmla="*/ 349233 w 591411"/>
                <a:gd name="connsiteY229" fmla="*/ 7232 h 562353"/>
                <a:gd name="connsiteX230" fmla="*/ 344455 w 591411"/>
                <a:gd name="connsiteY230" fmla="*/ 6089 h 562353"/>
                <a:gd name="connsiteX231" fmla="*/ 344455 w 591411"/>
                <a:gd name="connsiteY231" fmla="*/ 4205 h 562353"/>
                <a:gd name="connsiteX232" fmla="*/ 343714 w 591411"/>
                <a:gd name="connsiteY232" fmla="*/ 1009 h 562353"/>
                <a:gd name="connsiteX233" fmla="*/ 341830 w 591411"/>
                <a:gd name="connsiteY233" fmla="*/ 0 h 562353"/>
                <a:gd name="connsiteX234" fmla="*/ 340248 w 591411"/>
                <a:gd name="connsiteY234" fmla="*/ 0 h 562353"/>
                <a:gd name="connsiteX235" fmla="*/ 338094 w 591411"/>
                <a:gd name="connsiteY235" fmla="*/ 1413 h 562353"/>
                <a:gd name="connsiteX236" fmla="*/ 335637 w 591411"/>
                <a:gd name="connsiteY236" fmla="*/ 3330 h 562353"/>
                <a:gd name="connsiteX237" fmla="*/ 331868 w 591411"/>
                <a:gd name="connsiteY237" fmla="*/ 4777 h 562353"/>
                <a:gd name="connsiteX238" fmla="*/ 328233 w 591411"/>
                <a:gd name="connsiteY238" fmla="*/ 3902 h 562353"/>
                <a:gd name="connsiteX239" fmla="*/ 324329 w 591411"/>
                <a:gd name="connsiteY239" fmla="*/ 3330 h 562353"/>
                <a:gd name="connsiteX240" fmla="*/ 322714 w 591411"/>
                <a:gd name="connsiteY240" fmla="*/ 1884 h 562353"/>
                <a:gd name="connsiteX241" fmla="*/ 320560 w 591411"/>
                <a:gd name="connsiteY241" fmla="*/ 1884 h 562353"/>
                <a:gd name="connsiteX242" fmla="*/ 317935 w 591411"/>
                <a:gd name="connsiteY242" fmla="*/ 2456 h 562353"/>
                <a:gd name="connsiteX243" fmla="*/ 315915 w 591411"/>
                <a:gd name="connsiteY243" fmla="*/ 3330 h 562353"/>
                <a:gd name="connsiteX244" fmla="*/ 312584 w 591411"/>
                <a:gd name="connsiteY244" fmla="*/ 5080 h 562353"/>
                <a:gd name="connsiteX245" fmla="*/ 309824 w 591411"/>
                <a:gd name="connsiteY245" fmla="*/ 5820 h 562353"/>
                <a:gd name="connsiteX246" fmla="*/ 307064 w 591411"/>
                <a:gd name="connsiteY246" fmla="*/ 6391 h 562353"/>
                <a:gd name="connsiteX247" fmla="*/ 306189 w 591411"/>
                <a:gd name="connsiteY247" fmla="*/ 11303 h 562353"/>
                <a:gd name="connsiteX248" fmla="*/ 306189 w 591411"/>
                <a:gd name="connsiteY248" fmla="*/ 12312 h 562353"/>
                <a:gd name="connsiteX249" fmla="*/ 306627 w 591411"/>
                <a:gd name="connsiteY249" fmla="*/ 14499 h 562353"/>
                <a:gd name="connsiteX250" fmla="*/ 307064 w 591411"/>
                <a:gd name="connsiteY250" fmla="*/ 19141 h 562353"/>
                <a:gd name="connsiteX251" fmla="*/ 305483 w 591411"/>
                <a:gd name="connsiteY251" fmla="*/ 19141 h 562353"/>
                <a:gd name="connsiteX252" fmla="*/ 303901 w 591411"/>
                <a:gd name="connsiteY252" fmla="*/ 20285 h 562353"/>
                <a:gd name="connsiteX253" fmla="*/ 303026 w 591411"/>
                <a:gd name="connsiteY253" fmla="*/ 22034 h 562353"/>
                <a:gd name="connsiteX254" fmla="*/ 304036 w 591411"/>
                <a:gd name="connsiteY254" fmla="*/ 24221 h 562353"/>
                <a:gd name="connsiteX255" fmla="*/ 306223 w 591411"/>
                <a:gd name="connsiteY255" fmla="*/ 25970 h 562353"/>
                <a:gd name="connsiteX256" fmla="*/ 306088 w 591411"/>
                <a:gd name="connsiteY256" fmla="*/ 27282 h 562353"/>
                <a:gd name="connsiteX257" fmla="*/ 304338 w 591411"/>
                <a:gd name="connsiteY257" fmla="*/ 29031 h 562353"/>
                <a:gd name="connsiteX258" fmla="*/ 305651 w 591411"/>
                <a:gd name="connsiteY258" fmla="*/ 30175 h 562353"/>
                <a:gd name="connsiteX259" fmla="*/ 304944 w 591411"/>
                <a:gd name="connsiteY259" fmla="*/ 31487 h 562353"/>
                <a:gd name="connsiteX260" fmla="*/ 303362 w 591411"/>
                <a:gd name="connsiteY260" fmla="*/ 33673 h 562353"/>
                <a:gd name="connsiteX261" fmla="*/ 304944 w 591411"/>
                <a:gd name="connsiteY261" fmla="*/ 36432 h 562353"/>
                <a:gd name="connsiteX262" fmla="*/ 306896 w 591411"/>
                <a:gd name="connsiteY262" fmla="*/ 38618 h 562353"/>
                <a:gd name="connsiteX263" fmla="*/ 307973 w 591411"/>
                <a:gd name="connsiteY263" fmla="*/ 40939 h 562353"/>
                <a:gd name="connsiteX264" fmla="*/ 307973 w 591411"/>
                <a:gd name="connsiteY264" fmla="*/ 43698 h 562353"/>
                <a:gd name="connsiteX265" fmla="*/ 306088 w 591411"/>
                <a:gd name="connsiteY265" fmla="*/ 44573 h 562353"/>
                <a:gd name="connsiteX266" fmla="*/ 304204 w 591411"/>
                <a:gd name="connsiteY266" fmla="*/ 46322 h 562353"/>
                <a:gd name="connsiteX267" fmla="*/ 302757 w 591411"/>
                <a:gd name="connsiteY267" fmla="*/ 49652 h 562353"/>
                <a:gd name="connsiteX268" fmla="*/ 302757 w 591411"/>
                <a:gd name="connsiteY268" fmla="*/ 51536 h 562353"/>
                <a:gd name="connsiteX269" fmla="*/ 304136 w 591411"/>
                <a:gd name="connsiteY269" fmla="*/ 53722 h 562353"/>
                <a:gd name="connsiteX270" fmla="*/ 305381 w 591411"/>
                <a:gd name="connsiteY270" fmla="*/ 56044 h 562353"/>
                <a:gd name="connsiteX271" fmla="*/ 306829 w 591411"/>
                <a:gd name="connsiteY271" fmla="*/ 59071 h 562353"/>
                <a:gd name="connsiteX272" fmla="*/ 306829 w 591411"/>
                <a:gd name="connsiteY272" fmla="*/ 59946 h 562353"/>
                <a:gd name="connsiteX273" fmla="*/ 303800 w 591411"/>
                <a:gd name="connsiteY273" fmla="*/ 60821 h 562353"/>
                <a:gd name="connsiteX274" fmla="*/ 301343 w 591411"/>
                <a:gd name="connsiteY274" fmla="*/ 60955 h 562353"/>
                <a:gd name="connsiteX275" fmla="*/ 298449 w 591411"/>
                <a:gd name="connsiteY275" fmla="*/ 60955 h 562353"/>
                <a:gd name="connsiteX276" fmla="*/ 297439 w 591411"/>
                <a:gd name="connsiteY276" fmla="*/ 60955 h 562353"/>
                <a:gd name="connsiteX277" fmla="*/ 295420 w 591411"/>
                <a:gd name="connsiteY277" fmla="*/ 61830 h 562353"/>
                <a:gd name="connsiteX278" fmla="*/ 295857 w 591411"/>
                <a:gd name="connsiteY278" fmla="*/ 64453 h 562353"/>
                <a:gd name="connsiteX279" fmla="*/ 296430 w 591411"/>
                <a:gd name="connsiteY279" fmla="*/ 66909 h 562353"/>
                <a:gd name="connsiteX280" fmla="*/ 297439 w 591411"/>
                <a:gd name="connsiteY280" fmla="*/ 70811 h 562353"/>
                <a:gd name="connsiteX281" fmla="*/ 298449 w 591411"/>
                <a:gd name="connsiteY281" fmla="*/ 73704 h 562353"/>
                <a:gd name="connsiteX282" fmla="*/ 299324 w 591411"/>
                <a:gd name="connsiteY282" fmla="*/ 77472 h 562353"/>
                <a:gd name="connsiteX283" fmla="*/ 299324 w 591411"/>
                <a:gd name="connsiteY283" fmla="*/ 80365 h 562353"/>
                <a:gd name="connsiteX284" fmla="*/ 296867 w 591411"/>
                <a:gd name="connsiteY284" fmla="*/ 83561 h 562353"/>
                <a:gd name="connsiteX285" fmla="*/ 295420 w 591411"/>
                <a:gd name="connsiteY285" fmla="*/ 86588 h 562353"/>
                <a:gd name="connsiteX286" fmla="*/ 293232 w 591411"/>
                <a:gd name="connsiteY286" fmla="*/ 91063 h 562353"/>
                <a:gd name="connsiteX287" fmla="*/ 291348 w 591411"/>
                <a:gd name="connsiteY287" fmla="*/ 93249 h 562353"/>
                <a:gd name="connsiteX288" fmla="*/ 289598 w 591411"/>
                <a:gd name="connsiteY288" fmla="*/ 95705 h 562353"/>
                <a:gd name="connsiteX289" fmla="*/ 287410 w 591411"/>
                <a:gd name="connsiteY289" fmla="*/ 97589 h 562353"/>
                <a:gd name="connsiteX290" fmla="*/ 284347 w 591411"/>
                <a:gd name="connsiteY290" fmla="*/ 100044 h 562353"/>
                <a:gd name="connsiteX291" fmla="*/ 281016 w 591411"/>
                <a:gd name="connsiteY291" fmla="*/ 102668 h 562353"/>
                <a:gd name="connsiteX292" fmla="*/ 280141 w 591411"/>
                <a:gd name="connsiteY292" fmla="*/ 102668 h 562353"/>
                <a:gd name="connsiteX293" fmla="*/ 280141 w 591411"/>
                <a:gd name="connsiteY293" fmla="*/ 105258 h 562353"/>
                <a:gd name="connsiteX294" fmla="*/ 280141 w 591411"/>
                <a:gd name="connsiteY294" fmla="*/ 105999 h 562353"/>
                <a:gd name="connsiteX295" fmla="*/ 279265 w 591411"/>
                <a:gd name="connsiteY295" fmla="*/ 108454 h 562353"/>
                <a:gd name="connsiteX296" fmla="*/ 276809 w 591411"/>
                <a:gd name="connsiteY296" fmla="*/ 109329 h 562353"/>
                <a:gd name="connsiteX297" fmla="*/ 274924 w 591411"/>
                <a:gd name="connsiteY297" fmla="*/ 108757 h 562353"/>
                <a:gd name="connsiteX298" fmla="*/ 272905 w 591411"/>
                <a:gd name="connsiteY298" fmla="*/ 106738 h 562353"/>
                <a:gd name="connsiteX299" fmla="*/ 269842 w 591411"/>
                <a:gd name="connsiteY299" fmla="*/ 105999 h 562353"/>
                <a:gd name="connsiteX300" fmla="*/ 265198 w 591411"/>
                <a:gd name="connsiteY300" fmla="*/ 106738 h 562353"/>
                <a:gd name="connsiteX301" fmla="*/ 262135 w 591411"/>
                <a:gd name="connsiteY301" fmla="*/ 109329 h 562353"/>
                <a:gd name="connsiteX302" fmla="*/ 260958 w 591411"/>
                <a:gd name="connsiteY302" fmla="*/ 112222 h 562353"/>
                <a:gd name="connsiteX303" fmla="*/ 259207 w 591411"/>
                <a:gd name="connsiteY303" fmla="*/ 113971 h 562353"/>
                <a:gd name="connsiteX304" fmla="*/ 259207 w 591411"/>
                <a:gd name="connsiteY304" fmla="*/ 118008 h 562353"/>
                <a:gd name="connsiteX305" fmla="*/ 255876 w 591411"/>
                <a:gd name="connsiteY305" fmla="*/ 121035 h 562353"/>
                <a:gd name="connsiteX306" fmla="*/ 251534 w 591411"/>
                <a:gd name="connsiteY306" fmla="*/ 120766 h 562353"/>
                <a:gd name="connsiteX307" fmla="*/ 248640 w 591411"/>
                <a:gd name="connsiteY307" fmla="*/ 118882 h 562353"/>
                <a:gd name="connsiteX308" fmla="*/ 247900 w 591411"/>
                <a:gd name="connsiteY308" fmla="*/ 116561 h 562353"/>
                <a:gd name="connsiteX309" fmla="*/ 245443 w 591411"/>
                <a:gd name="connsiteY309" fmla="*/ 116561 h 562353"/>
                <a:gd name="connsiteX310" fmla="*/ 241976 w 591411"/>
                <a:gd name="connsiteY310" fmla="*/ 117436 h 562353"/>
                <a:gd name="connsiteX311" fmla="*/ 237904 w 591411"/>
                <a:gd name="connsiteY311" fmla="*/ 118445 h 562353"/>
                <a:gd name="connsiteX312" fmla="*/ 236592 w 591411"/>
                <a:gd name="connsiteY312" fmla="*/ 119892 h 562353"/>
                <a:gd name="connsiteX313" fmla="*/ 235717 w 591411"/>
                <a:gd name="connsiteY313" fmla="*/ 121035 h 562353"/>
                <a:gd name="connsiteX314" fmla="*/ 234135 w 591411"/>
                <a:gd name="connsiteY314" fmla="*/ 122785 h 562353"/>
                <a:gd name="connsiteX315" fmla="*/ 233125 w 591411"/>
                <a:gd name="connsiteY315" fmla="*/ 124366 h 562353"/>
                <a:gd name="connsiteX316" fmla="*/ 233125 w 591411"/>
                <a:gd name="connsiteY316" fmla="*/ 127831 h 562353"/>
                <a:gd name="connsiteX317" fmla="*/ 233125 w 591411"/>
                <a:gd name="connsiteY317" fmla="*/ 128571 h 562353"/>
                <a:gd name="connsiteX318" fmla="*/ 231442 w 591411"/>
                <a:gd name="connsiteY318" fmla="*/ 130454 h 562353"/>
                <a:gd name="connsiteX319" fmla="*/ 228043 w 591411"/>
                <a:gd name="connsiteY319" fmla="*/ 133348 h 562353"/>
                <a:gd name="connsiteX320" fmla="*/ 223836 w 591411"/>
                <a:gd name="connsiteY320" fmla="*/ 133482 h 562353"/>
                <a:gd name="connsiteX321" fmla="*/ 221817 w 591411"/>
                <a:gd name="connsiteY321" fmla="*/ 131733 h 562353"/>
                <a:gd name="connsiteX322" fmla="*/ 220942 w 591411"/>
                <a:gd name="connsiteY322" fmla="*/ 129849 h 562353"/>
                <a:gd name="connsiteX323" fmla="*/ 220067 w 591411"/>
                <a:gd name="connsiteY323" fmla="*/ 126956 h 562353"/>
                <a:gd name="connsiteX324" fmla="*/ 218351 w 591411"/>
                <a:gd name="connsiteY324" fmla="*/ 126956 h 562353"/>
                <a:gd name="connsiteX325" fmla="*/ 215456 w 591411"/>
                <a:gd name="connsiteY325" fmla="*/ 126956 h 562353"/>
                <a:gd name="connsiteX326" fmla="*/ 214447 w 591411"/>
                <a:gd name="connsiteY326" fmla="*/ 128974 h 562353"/>
                <a:gd name="connsiteX327" fmla="*/ 212865 w 591411"/>
                <a:gd name="connsiteY327" fmla="*/ 131161 h 562353"/>
                <a:gd name="connsiteX328" fmla="*/ 210846 w 591411"/>
                <a:gd name="connsiteY328" fmla="*/ 133179 h 562353"/>
                <a:gd name="connsiteX329" fmla="*/ 207985 w 591411"/>
                <a:gd name="connsiteY329" fmla="*/ 134828 h 562353"/>
                <a:gd name="connsiteX330" fmla="*/ 205057 w 591411"/>
                <a:gd name="connsiteY330" fmla="*/ 133953 h 562353"/>
                <a:gd name="connsiteX331" fmla="*/ 200918 w 591411"/>
                <a:gd name="connsiteY331" fmla="*/ 133045 h 562353"/>
                <a:gd name="connsiteX332" fmla="*/ 196341 w 591411"/>
                <a:gd name="connsiteY332" fmla="*/ 132507 h 562353"/>
                <a:gd name="connsiteX333" fmla="*/ 191124 w 591411"/>
                <a:gd name="connsiteY333" fmla="*/ 132607 h 562353"/>
                <a:gd name="connsiteX334" fmla="*/ 185908 w 591411"/>
                <a:gd name="connsiteY334" fmla="*/ 131968 h 562353"/>
                <a:gd name="connsiteX335" fmla="*/ 178639 w 591411"/>
                <a:gd name="connsiteY335" fmla="*/ 132338 h 562353"/>
                <a:gd name="connsiteX336" fmla="*/ 174735 w 591411"/>
                <a:gd name="connsiteY336" fmla="*/ 131195 h 562353"/>
                <a:gd name="connsiteX337" fmla="*/ 174028 w 591411"/>
                <a:gd name="connsiteY337" fmla="*/ 129883 h 562353"/>
                <a:gd name="connsiteX338" fmla="*/ 170696 w 591411"/>
                <a:gd name="connsiteY338" fmla="*/ 128739 h 562353"/>
                <a:gd name="connsiteX339" fmla="*/ 167364 w 591411"/>
                <a:gd name="connsiteY339" fmla="*/ 127999 h 562353"/>
                <a:gd name="connsiteX340" fmla="*/ 164470 w 591411"/>
                <a:gd name="connsiteY340" fmla="*/ 128739 h 562353"/>
                <a:gd name="connsiteX341" fmla="*/ 161879 w 591411"/>
                <a:gd name="connsiteY341" fmla="*/ 128739 h 562353"/>
                <a:gd name="connsiteX342" fmla="*/ 160566 w 591411"/>
                <a:gd name="connsiteY342" fmla="*/ 129748 h 562353"/>
                <a:gd name="connsiteX343" fmla="*/ 160700 w 591411"/>
                <a:gd name="connsiteY343" fmla="*/ 130623 h 562353"/>
                <a:gd name="connsiteX344" fmla="*/ 160566 w 591411"/>
                <a:gd name="connsiteY344" fmla="*/ 133078 h 562353"/>
                <a:gd name="connsiteX345" fmla="*/ 159388 w 591411"/>
                <a:gd name="connsiteY345" fmla="*/ 134828 h 562353"/>
                <a:gd name="connsiteX346" fmla="*/ 158378 w 591411"/>
                <a:gd name="connsiteY346" fmla="*/ 136577 h 562353"/>
                <a:gd name="connsiteX347" fmla="*/ 158378 w 591411"/>
                <a:gd name="connsiteY347" fmla="*/ 137317 h 562353"/>
                <a:gd name="connsiteX348" fmla="*/ 159018 w 591411"/>
                <a:gd name="connsiteY348" fmla="*/ 139638 h 562353"/>
                <a:gd name="connsiteX349" fmla="*/ 160095 w 591411"/>
                <a:gd name="connsiteY349" fmla="*/ 141522 h 562353"/>
                <a:gd name="connsiteX350" fmla="*/ 160970 w 591411"/>
                <a:gd name="connsiteY350" fmla="*/ 143708 h 562353"/>
                <a:gd name="connsiteX351" fmla="*/ 161845 w 591411"/>
                <a:gd name="connsiteY351" fmla="*/ 147039 h 562353"/>
                <a:gd name="connsiteX352" fmla="*/ 161845 w 591411"/>
                <a:gd name="connsiteY352" fmla="*/ 149663 h 562353"/>
                <a:gd name="connsiteX353" fmla="*/ 160600 w 591411"/>
                <a:gd name="connsiteY353" fmla="*/ 151244 h 562353"/>
                <a:gd name="connsiteX354" fmla="*/ 158345 w 591411"/>
                <a:gd name="connsiteY354" fmla="*/ 151378 h 562353"/>
                <a:gd name="connsiteX355" fmla="*/ 155585 w 591411"/>
                <a:gd name="connsiteY355" fmla="*/ 150235 h 562353"/>
                <a:gd name="connsiteX356" fmla="*/ 152253 w 591411"/>
                <a:gd name="connsiteY356" fmla="*/ 149663 h 562353"/>
                <a:gd name="connsiteX357" fmla="*/ 147171 w 591411"/>
                <a:gd name="connsiteY357" fmla="*/ 149663 h 562353"/>
                <a:gd name="connsiteX358" fmla="*/ 141383 w 591411"/>
                <a:gd name="connsiteY358" fmla="*/ 150975 h 562353"/>
                <a:gd name="connsiteX359" fmla="*/ 137176 w 591411"/>
                <a:gd name="connsiteY359" fmla="*/ 153598 h 562353"/>
                <a:gd name="connsiteX360" fmla="*/ 132969 w 591411"/>
                <a:gd name="connsiteY360" fmla="*/ 158678 h 562353"/>
                <a:gd name="connsiteX361" fmla="*/ 130950 w 591411"/>
                <a:gd name="connsiteY361" fmla="*/ 160427 h 562353"/>
                <a:gd name="connsiteX362" fmla="*/ 128762 w 591411"/>
                <a:gd name="connsiteY362" fmla="*/ 162614 h 562353"/>
                <a:gd name="connsiteX363" fmla="*/ 126003 w 591411"/>
                <a:gd name="connsiteY363" fmla="*/ 165070 h 562353"/>
                <a:gd name="connsiteX364" fmla="*/ 123546 w 591411"/>
                <a:gd name="connsiteY364" fmla="*/ 166819 h 562353"/>
                <a:gd name="connsiteX365" fmla="*/ 122536 w 591411"/>
                <a:gd name="connsiteY365" fmla="*/ 168131 h 562353"/>
                <a:gd name="connsiteX366" fmla="*/ 120517 w 591411"/>
                <a:gd name="connsiteY366" fmla="*/ 169880 h 562353"/>
                <a:gd name="connsiteX367" fmla="*/ 118329 w 591411"/>
                <a:gd name="connsiteY367" fmla="*/ 171461 h 562353"/>
                <a:gd name="connsiteX368" fmla="*/ 118329 w 591411"/>
                <a:gd name="connsiteY368" fmla="*/ 174085 h 562353"/>
                <a:gd name="connsiteX369" fmla="*/ 117959 w 591411"/>
                <a:gd name="connsiteY369" fmla="*/ 176103 h 562353"/>
                <a:gd name="connsiteX370" fmla="*/ 116310 w 591411"/>
                <a:gd name="connsiteY370" fmla="*/ 177685 h 562353"/>
                <a:gd name="connsiteX371" fmla="*/ 113853 w 591411"/>
                <a:gd name="connsiteY371" fmla="*/ 179266 h 562353"/>
                <a:gd name="connsiteX372" fmla="*/ 112709 w 591411"/>
                <a:gd name="connsiteY372" fmla="*/ 180006 h 562353"/>
                <a:gd name="connsiteX373" fmla="*/ 108805 w 591411"/>
                <a:gd name="connsiteY373" fmla="*/ 182764 h 562353"/>
                <a:gd name="connsiteX374" fmla="*/ 108233 w 591411"/>
                <a:gd name="connsiteY374" fmla="*/ 182764 h 562353"/>
                <a:gd name="connsiteX375" fmla="*/ 104026 w 591411"/>
                <a:gd name="connsiteY375" fmla="*/ 183134 h 562353"/>
                <a:gd name="connsiteX376" fmla="*/ 100829 w 591411"/>
                <a:gd name="connsiteY376" fmla="*/ 182764 h 562353"/>
                <a:gd name="connsiteX377" fmla="*/ 99247 w 591411"/>
                <a:gd name="connsiteY377" fmla="*/ 183639 h 562353"/>
                <a:gd name="connsiteX378" fmla="*/ 93593 w 591411"/>
                <a:gd name="connsiteY378" fmla="*/ 185522 h 562353"/>
                <a:gd name="connsiteX379" fmla="*/ 89656 w 591411"/>
                <a:gd name="connsiteY379" fmla="*/ 186229 h 562353"/>
                <a:gd name="connsiteX380" fmla="*/ 81848 w 591411"/>
                <a:gd name="connsiteY380" fmla="*/ 186229 h 562353"/>
                <a:gd name="connsiteX381" fmla="*/ 76934 w 591411"/>
                <a:gd name="connsiteY381" fmla="*/ 186801 h 562353"/>
                <a:gd name="connsiteX382" fmla="*/ 72155 w 591411"/>
                <a:gd name="connsiteY382" fmla="*/ 189391 h 562353"/>
                <a:gd name="connsiteX383" fmla="*/ 68521 w 591411"/>
                <a:gd name="connsiteY383" fmla="*/ 193159 h 562353"/>
                <a:gd name="connsiteX384" fmla="*/ 65189 w 591411"/>
                <a:gd name="connsiteY384" fmla="*/ 194740 h 562353"/>
                <a:gd name="connsiteX385" fmla="*/ 61992 w 591411"/>
                <a:gd name="connsiteY385" fmla="*/ 195884 h 562353"/>
                <a:gd name="connsiteX386" fmla="*/ 59400 w 591411"/>
                <a:gd name="connsiteY386" fmla="*/ 195884 h 562353"/>
                <a:gd name="connsiteX387" fmla="*/ 55463 w 591411"/>
                <a:gd name="connsiteY387" fmla="*/ 195884 h 562353"/>
                <a:gd name="connsiteX388" fmla="*/ 51256 w 591411"/>
                <a:gd name="connsiteY388" fmla="*/ 196590 h 562353"/>
                <a:gd name="connsiteX389" fmla="*/ 49674 w 591411"/>
                <a:gd name="connsiteY389" fmla="*/ 196590 h 562353"/>
                <a:gd name="connsiteX390" fmla="*/ 47487 w 591411"/>
                <a:gd name="connsiteY390" fmla="*/ 200358 h 562353"/>
                <a:gd name="connsiteX391" fmla="*/ 45736 w 591411"/>
                <a:gd name="connsiteY391" fmla="*/ 203116 h 562353"/>
                <a:gd name="connsiteX392" fmla="*/ 42539 w 591411"/>
                <a:gd name="connsiteY392" fmla="*/ 205437 h 562353"/>
                <a:gd name="connsiteX393" fmla="*/ 40217 w 591411"/>
                <a:gd name="connsiteY393" fmla="*/ 207456 h 562353"/>
                <a:gd name="connsiteX394" fmla="*/ 33688 w 591411"/>
                <a:gd name="connsiteY394" fmla="*/ 210315 h 562353"/>
                <a:gd name="connsiteX395" fmla="*/ 28606 w 591411"/>
                <a:gd name="connsiteY395" fmla="*/ 210517 h 562353"/>
                <a:gd name="connsiteX396" fmla="*/ 22077 w 591411"/>
                <a:gd name="connsiteY396" fmla="*/ 210517 h 562353"/>
                <a:gd name="connsiteX397" fmla="*/ 16558 w 591411"/>
                <a:gd name="connsiteY397" fmla="*/ 210517 h 562353"/>
                <a:gd name="connsiteX398" fmla="*/ 11342 w 591411"/>
                <a:gd name="connsiteY398" fmla="*/ 210517 h 562353"/>
                <a:gd name="connsiteX399" fmla="*/ 9591 w 591411"/>
                <a:gd name="connsiteY399" fmla="*/ 210517 h 562353"/>
                <a:gd name="connsiteX400" fmla="*/ 3938 w 591411"/>
                <a:gd name="connsiteY400" fmla="*/ 210517 h 562353"/>
                <a:gd name="connsiteX401" fmla="*/ 740 w 591411"/>
                <a:gd name="connsiteY401" fmla="*/ 212905 h 562353"/>
                <a:gd name="connsiteX402" fmla="*/ 0 w 591411"/>
                <a:gd name="connsiteY402" fmla="*/ 214856 h 562353"/>
                <a:gd name="connsiteX403" fmla="*/ 0 w 591411"/>
                <a:gd name="connsiteY403" fmla="*/ 219633 h 562353"/>
                <a:gd name="connsiteX404" fmla="*/ 1582 w 591411"/>
                <a:gd name="connsiteY404" fmla="*/ 221954 h 562353"/>
                <a:gd name="connsiteX405" fmla="*/ 5216 w 591411"/>
                <a:gd name="connsiteY405" fmla="*/ 226462 h 562353"/>
                <a:gd name="connsiteX406" fmla="*/ 9693 w 591411"/>
                <a:gd name="connsiteY406" fmla="*/ 231104 h 562353"/>
                <a:gd name="connsiteX407" fmla="*/ 11442 w 591411"/>
                <a:gd name="connsiteY407" fmla="*/ 233123 h 562353"/>
                <a:gd name="connsiteX408" fmla="*/ 14774 w 591411"/>
                <a:gd name="connsiteY408" fmla="*/ 236318 h 562353"/>
                <a:gd name="connsiteX409" fmla="*/ 16491 w 591411"/>
                <a:gd name="connsiteY409" fmla="*/ 238505 h 562353"/>
                <a:gd name="connsiteX410" fmla="*/ 15481 w 591411"/>
                <a:gd name="connsiteY410" fmla="*/ 240086 h 562353"/>
                <a:gd name="connsiteX411" fmla="*/ 14774 w 591411"/>
                <a:gd name="connsiteY411" fmla="*/ 241835 h 562353"/>
                <a:gd name="connsiteX412" fmla="*/ 12183 w 591411"/>
                <a:gd name="connsiteY412" fmla="*/ 241835 h 562353"/>
                <a:gd name="connsiteX413" fmla="*/ 8414 w 591411"/>
                <a:gd name="connsiteY413" fmla="*/ 244089 h 562353"/>
                <a:gd name="connsiteX414" fmla="*/ 8414 w 591411"/>
                <a:gd name="connsiteY414" fmla="*/ 245031 h 562353"/>
                <a:gd name="connsiteX415" fmla="*/ 10164 w 591411"/>
                <a:gd name="connsiteY415" fmla="*/ 248227 h 562353"/>
                <a:gd name="connsiteX416" fmla="*/ 12048 w 591411"/>
                <a:gd name="connsiteY416" fmla="*/ 250683 h 562353"/>
                <a:gd name="connsiteX417" fmla="*/ 15683 w 591411"/>
                <a:gd name="connsiteY417" fmla="*/ 252432 h 562353"/>
                <a:gd name="connsiteX418" fmla="*/ 19890 w 591411"/>
                <a:gd name="connsiteY418" fmla="*/ 253576 h 562353"/>
                <a:gd name="connsiteX419" fmla="*/ 24534 w 591411"/>
                <a:gd name="connsiteY419" fmla="*/ 254753 h 562353"/>
                <a:gd name="connsiteX420" fmla="*/ 27428 w 591411"/>
                <a:gd name="connsiteY420" fmla="*/ 256502 h 562353"/>
                <a:gd name="connsiteX421" fmla="*/ 29178 w 591411"/>
                <a:gd name="connsiteY421" fmla="*/ 257814 h 562353"/>
                <a:gd name="connsiteX422" fmla="*/ 31366 w 591411"/>
                <a:gd name="connsiteY422" fmla="*/ 260404 h 562353"/>
                <a:gd name="connsiteX423" fmla="*/ 31231 w 591411"/>
                <a:gd name="connsiteY423" fmla="*/ 261851 h 562353"/>
                <a:gd name="connsiteX424" fmla="*/ 28775 w 591411"/>
                <a:gd name="connsiteY424" fmla="*/ 264878 h 562353"/>
                <a:gd name="connsiteX425" fmla="*/ 25140 w 591411"/>
                <a:gd name="connsiteY425" fmla="*/ 266762 h 562353"/>
                <a:gd name="connsiteX426" fmla="*/ 21371 w 591411"/>
                <a:gd name="connsiteY426" fmla="*/ 270093 h 562353"/>
                <a:gd name="connsiteX427" fmla="*/ 19923 w 591411"/>
                <a:gd name="connsiteY427" fmla="*/ 272986 h 562353"/>
                <a:gd name="connsiteX428" fmla="*/ 20933 w 591411"/>
                <a:gd name="connsiteY428" fmla="*/ 276013 h 562353"/>
                <a:gd name="connsiteX429" fmla="*/ 23525 w 591411"/>
                <a:gd name="connsiteY429" fmla="*/ 278334 h 562353"/>
                <a:gd name="connsiteX430" fmla="*/ 28741 w 591411"/>
                <a:gd name="connsiteY430" fmla="*/ 278334 h 562353"/>
                <a:gd name="connsiteX431" fmla="*/ 32376 w 591411"/>
                <a:gd name="connsiteY431" fmla="*/ 281799 h 562353"/>
                <a:gd name="connsiteX432" fmla="*/ 29044 w 591411"/>
                <a:gd name="connsiteY432" fmla="*/ 285130 h 562353"/>
                <a:gd name="connsiteX433" fmla="*/ 28034 w 591411"/>
                <a:gd name="connsiteY433" fmla="*/ 286139 h 562353"/>
                <a:gd name="connsiteX434" fmla="*/ 26149 w 591411"/>
                <a:gd name="connsiteY434" fmla="*/ 287888 h 562353"/>
                <a:gd name="connsiteX435" fmla="*/ 26149 w 591411"/>
                <a:gd name="connsiteY435" fmla="*/ 290916 h 562353"/>
                <a:gd name="connsiteX436" fmla="*/ 27159 w 591411"/>
                <a:gd name="connsiteY436" fmla="*/ 293237 h 562353"/>
                <a:gd name="connsiteX437" fmla="*/ 29481 w 591411"/>
                <a:gd name="connsiteY437" fmla="*/ 293977 h 562353"/>
                <a:gd name="connsiteX438" fmla="*/ 32241 w 591411"/>
                <a:gd name="connsiteY438" fmla="*/ 293977 h 562353"/>
                <a:gd name="connsiteX439" fmla="*/ 37895 w 591411"/>
                <a:gd name="connsiteY439" fmla="*/ 293977 h 562353"/>
                <a:gd name="connsiteX440" fmla="*/ 39342 w 591411"/>
                <a:gd name="connsiteY440" fmla="*/ 295356 h 562353"/>
                <a:gd name="connsiteX441" fmla="*/ 43549 w 591411"/>
                <a:gd name="connsiteY441" fmla="*/ 299763 h 562353"/>
                <a:gd name="connsiteX442" fmla="*/ 46107 w 591411"/>
                <a:gd name="connsiteY442" fmla="*/ 302656 h 562353"/>
                <a:gd name="connsiteX443" fmla="*/ 46174 w 591411"/>
                <a:gd name="connsiteY443" fmla="*/ 306861 h 562353"/>
                <a:gd name="connsiteX444" fmla="*/ 46174 w 591411"/>
                <a:gd name="connsiteY444" fmla="*/ 311772 h 562353"/>
                <a:gd name="connsiteX445" fmla="*/ 49641 w 591411"/>
                <a:gd name="connsiteY445" fmla="*/ 316549 h 562353"/>
                <a:gd name="connsiteX446" fmla="*/ 52097 w 591411"/>
                <a:gd name="connsiteY446" fmla="*/ 316549 h 562353"/>
                <a:gd name="connsiteX447" fmla="*/ 53612 w 591411"/>
                <a:gd name="connsiteY447" fmla="*/ 318130 h 562353"/>
                <a:gd name="connsiteX448" fmla="*/ 57011 w 591411"/>
                <a:gd name="connsiteY448" fmla="*/ 320451 h 562353"/>
                <a:gd name="connsiteX449" fmla="*/ 61554 w 591411"/>
                <a:gd name="connsiteY449" fmla="*/ 324421 h 562353"/>
                <a:gd name="connsiteX450" fmla="*/ 65828 w 591411"/>
                <a:gd name="connsiteY450" fmla="*/ 327953 h 562353"/>
                <a:gd name="connsiteX451" fmla="*/ 67915 w 591411"/>
                <a:gd name="connsiteY451" fmla="*/ 332225 h 562353"/>
                <a:gd name="connsiteX452" fmla="*/ 68420 w 591411"/>
                <a:gd name="connsiteY452" fmla="*/ 337136 h 562353"/>
                <a:gd name="connsiteX453" fmla="*/ 67848 w 591411"/>
                <a:gd name="connsiteY453" fmla="*/ 339962 h 562353"/>
                <a:gd name="connsiteX454" fmla="*/ 67848 w 591411"/>
                <a:gd name="connsiteY454" fmla="*/ 345378 h 562353"/>
                <a:gd name="connsiteX455" fmla="*/ 67848 w 591411"/>
                <a:gd name="connsiteY455" fmla="*/ 348641 h 562353"/>
                <a:gd name="connsiteX456" fmla="*/ 67848 w 591411"/>
                <a:gd name="connsiteY456" fmla="*/ 352779 h 562353"/>
                <a:gd name="connsiteX457" fmla="*/ 65223 w 591411"/>
                <a:gd name="connsiteY457" fmla="*/ 356513 h 562353"/>
                <a:gd name="connsiteX458" fmla="*/ 62093 w 591411"/>
                <a:gd name="connsiteY458" fmla="*/ 361222 h 562353"/>
                <a:gd name="connsiteX459" fmla="*/ 65021 w 591411"/>
                <a:gd name="connsiteY459" fmla="*/ 359170 h 562353"/>
                <a:gd name="connsiteX460" fmla="*/ 66972 w 591411"/>
                <a:gd name="connsiteY460" fmla="*/ 359709 h 562353"/>
                <a:gd name="connsiteX461" fmla="*/ 67949 w 591411"/>
                <a:gd name="connsiteY461" fmla="*/ 361761 h 562353"/>
                <a:gd name="connsiteX462" fmla="*/ 69665 w 591411"/>
                <a:gd name="connsiteY462" fmla="*/ 365125 h 562353"/>
                <a:gd name="connsiteX463" fmla="*/ 72694 w 591411"/>
                <a:gd name="connsiteY463" fmla="*/ 370978 h 562353"/>
                <a:gd name="connsiteX464" fmla="*/ 75622 w 591411"/>
                <a:gd name="connsiteY464" fmla="*/ 375654 h 562353"/>
                <a:gd name="connsiteX465" fmla="*/ 77910 w 591411"/>
                <a:gd name="connsiteY465" fmla="*/ 378143 h 562353"/>
                <a:gd name="connsiteX466" fmla="*/ 80300 w 591411"/>
                <a:gd name="connsiteY466" fmla="*/ 383794 h 562353"/>
                <a:gd name="connsiteX467" fmla="*/ 84978 w 591411"/>
                <a:gd name="connsiteY467" fmla="*/ 391599 h 562353"/>
                <a:gd name="connsiteX468" fmla="*/ 86492 w 591411"/>
                <a:gd name="connsiteY468" fmla="*/ 395838 h 562353"/>
                <a:gd name="connsiteX469" fmla="*/ 85752 w 591411"/>
                <a:gd name="connsiteY469" fmla="*/ 400513 h 562353"/>
                <a:gd name="connsiteX470" fmla="*/ 86492 w 591411"/>
                <a:gd name="connsiteY470" fmla="*/ 405088 h 562353"/>
                <a:gd name="connsiteX471" fmla="*/ 88680 w 591411"/>
                <a:gd name="connsiteY471" fmla="*/ 408789 h 562353"/>
                <a:gd name="connsiteX472" fmla="*/ 96521 w 591411"/>
                <a:gd name="connsiteY472" fmla="*/ 410538 h 562353"/>
                <a:gd name="connsiteX473" fmla="*/ 102377 w 591411"/>
                <a:gd name="connsiteY473" fmla="*/ 415315 h 562353"/>
                <a:gd name="connsiteX474" fmla="*/ 104767 w 591411"/>
                <a:gd name="connsiteY474" fmla="*/ 419015 h 562353"/>
                <a:gd name="connsiteX475" fmla="*/ 106517 w 591411"/>
                <a:gd name="connsiteY475" fmla="*/ 424431 h 562353"/>
                <a:gd name="connsiteX476" fmla="*/ 107829 w 591411"/>
                <a:gd name="connsiteY476" fmla="*/ 427022 h 562353"/>
                <a:gd name="connsiteX477" fmla="*/ 109142 w 591411"/>
                <a:gd name="connsiteY477" fmla="*/ 429410 h 562353"/>
                <a:gd name="connsiteX478" fmla="*/ 111531 w 591411"/>
                <a:gd name="connsiteY478" fmla="*/ 431798 h 562353"/>
                <a:gd name="connsiteX479" fmla="*/ 115873 w 591411"/>
                <a:gd name="connsiteY479" fmla="*/ 433110 h 562353"/>
                <a:gd name="connsiteX480" fmla="*/ 122402 w 591411"/>
                <a:gd name="connsiteY480" fmla="*/ 434624 h 562353"/>
                <a:gd name="connsiteX481" fmla="*/ 126104 w 591411"/>
                <a:gd name="connsiteY481" fmla="*/ 435263 h 562353"/>
                <a:gd name="connsiteX482" fmla="*/ 128056 w 591411"/>
                <a:gd name="connsiteY482" fmla="*/ 433749 h 562353"/>
                <a:gd name="connsiteX483" fmla="*/ 131758 w 591411"/>
                <a:gd name="connsiteY483" fmla="*/ 433312 h 562353"/>
                <a:gd name="connsiteX484" fmla="*/ 133070 w 591411"/>
                <a:gd name="connsiteY484" fmla="*/ 433749 h 562353"/>
                <a:gd name="connsiteX485" fmla="*/ 135022 w 591411"/>
                <a:gd name="connsiteY485" fmla="*/ 437450 h 562353"/>
                <a:gd name="connsiteX486" fmla="*/ 136772 w 591411"/>
                <a:gd name="connsiteY486" fmla="*/ 442025 h 562353"/>
                <a:gd name="connsiteX487" fmla="*/ 138085 w 591411"/>
                <a:gd name="connsiteY487" fmla="*/ 443976 h 562353"/>
                <a:gd name="connsiteX488" fmla="*/ 140272 w 591411"/>
                <a:gd name="connsiteY488" fmla="*/ 445052 h 562353"/>
                <a:gd name="connsiteX489" fmla="*/ 143099 w 591411"/>
                <a:gd name="connsiteY489" fmla="*/ 445927 h 562353"/>
                <a:gd name="connsiteX490" fmla="*/ 145051 w 591411"/>
                <a:gd name="connsiteY490" fmla="*/ 446802 h 562353"/>
                <a:gd name="connsiteX491" fmla="*/ 149830 w 591411"/>
                <a:gd name="connsiteY491" fmla="*/ 448114 h 562353"/>
                <a:gd name="connsiteX492" fmla="*/ 151143 w 591411"/>
                <a:gd name="connsiteY492" fmla="*/ 448753 h 562353"/>
                <a:gd name="connsiteX493" fmla="*/ 153330 w 591411"/>
                <a:gd name="connsiteY493" fmla="*/ 449392 h 562353"/>
                <a:gd name="connsiteX494" fmla="*/ 158345 w 591411"/>
                <a:gd name="connsiteY494" fmla="*/ 450468 h 562353"/>
                <a:gd name="connsiteX495" fmla="*/ 160936 w 591411"/>
                <a:gd name="connsiteY495" fmla="*/ 451107 h 562353"/>
                <a:gd name="connsiteX496" fmla="*/ 162888 w 591411"/>
                <a:gd name="connsiteY496" fmla="*/ 452419 h 562353"/>
                <a:gd name="connsiteX497" fmla="*/ 164638 w 591411"/>
                <a:gd name="connsiteY497" fmla="*/ 455245 h 562353"/>
                <a:gd name="connsiteX498" fmla="*/ 167465 w 591411"/>
                <a:gd name="connsiteY498" fmla="*/ 456120 h 562353"/>
                <a:gd name="connsiteX499" fmla="*/ 170932 w 591411"/>
                <a:gd name="connsiteY499" fmla="*/ 457869 h 562353"/>
                <a:gd name="connsiteX500" fmla="*/ 175071 w 591411"/>
                <a:gd name="connsiteY500" fmla="*/ 458744 h 562353"/>
                <a:gd name="connsiteX501" fmla="*/ 177898 w 591411"/>
                <a:gd name="connsiteY501" fmla="*/ 458946 h 562353"/>
                <a:gd name="connsiteX502" fmla="*/ 179850 w 591411"/>
                <a:gd name="connsiteY502" fmla="*/ 459585 h 562353"/>
                <a:gd name="connsiteX503" fmla="*/ 182677 w 591411"/>
                <a:gd name="connsiteY503" fmla="*/ 462074 h 562353"/>
                <a:gd name="connsiteX504" fmla="*/ 185066 w 591411"/>
                <a:gd name="connsiteY504" fmla="*/ 464126 h 562353"/>
                <a:gd name="connsiteX505" fmla="*/ 187019 w 591411"/>
                <a:gd name="connsiteY505" fmla="*/ 464126 h 562353"/>
                <a:gd name="connsiteX506" fmla="*/ 190485 w 591411"/>
                <a:gd name="connsiteY506" fmla="*/ 464765 h 562353"/>
                <a:gd name="connsiteX507" fmla="*/ 193312 w 591411"/>
                <a:gd name="connsiteY507" fmla="*/ 463689 h 562353"/>
                <a:gd name="connsiteX508" fmla="*/ 195264 w 591411"/>
                <a:gd name="connsiteY508" fmla="*/ 463049 h 562353"/>
                <a:gd name="connsiteX509" fmla="*/ 198326 w 591411"/>
                <a:gd name="connsiteY509" fmla="*/ 461738 h 562353"/>
                <a:gd name="connsiteX510" fmla="*/ 200077 w 591411"/>
                <a:gd name="connsiteY510" fmla="*/ 461300 h 562353"/>
                <a:gd name="connsiteX511" fmla="*/ 203778 w 591411"/>
                <a:gd name="connsiteY511" fmla="*/ 461838 h 562353"/>
                <a:gd name="connsiteX512" fmla="*/ 209870 w 591411"/>
                <a:gd name="connsiteY512" fmla="*/ 460627 h 562353"/>
                <a:gd name="connsiteX513" fmla="*/ 216601 w 591411"/>
                <a:gd name="connsiteY513" fmla="*/ 460627 h 562353"/>
                <a:gd name="connsiteX514" fmla="*/ 219192 w 591411"/>
                <a:gd name="connsiteY514" fmla="*/ 459114 h 562353"/>
                <a:gd name="connsiteX515" fmla="*/ 230062 w 591411"/>
                <a:gd name="connsiteY515" fmla="*/ 460426 h 562353"/>
                <a:gd name="connsiteX516" fmla="*/ 235077 w 591411"/>
                <a:gd name="connsiteY516" fmla="*/ 460863 h 562353"/>
                <a:gd name="connsiteX517" fmla="*/ 243356 w 591411"/>
                <a:gd name="connsiteY517" fmla="*/ 458676 h 562353"/>
                <a:gd name="connsiteX518" fmla="*/ 246621 w 591411"/>
                <a:gd name="connsiteY518" fmla="*/ 457365 h 562353"/>
                <a:gd name="connsiteX519" fmla="*/ 251837 w 591411"/>
                <a:gd name="connsiteY519" fmla="*/ 457365 h 562353"/>
                <a:gd name="connsiteX520" fmla="*/ 255539 w 591411"/>
                <a:gd name="connsiteY520" fmla="*/ 457163 h 562353"/>
                <a:gd name="connsiteX521" fmla="*/ 260083 w 591411"/>
                <a:gd name="connsiteY521" fmla="*/ 456389 h 562353"/>
                <a:gd name="connsiteX522" fmla="*/ 264659 w 591411"/>
                <a:gd name="connsiteY522" fmla="*/ 455413 h 562353"/>
                <a:gd name="connsiteX523" fmla="*/ 267049 w 591411"/>
                <a:gd name="connsiteY523" fmla="*/ 455413 h 562353"/>
                <a:gd name="connsiteX524" fmla="*/ 270751 w 591411"/>
                <a:gd name="connsiteY524" fmla="*/ 455851 h 562353"/>
                <a:gd name="connsiteX525" fmla="*/ 275530 w 591411"/>
                <a:gd name="connsiteY525" fmla="*/ 454774 h 562353"/>
                <a:gd name="connsiteX526" fmla="*/ 278357 w 591411"/>
                <a:gd name="connsiteY526" fmla="*/ 453025 h 562353"/>
                <a:gd name="connsiteX527" fmla="*/ 278357 w 591411"/>
                <a:gd name="connsiteY527" fmla="*/ 451074 h 562353"/>
                <a:gd name="connsiteX528" fmla="*/ 283573 w 591411"/>
                <a:gd name="connsiteY528" fmla="*/ 451511 h 562353"/>
                <a:gd name="connsiteX529" fmla="*/ 284785 w 591411"/>
                <a:gd name="connsiteY529" fmla="*/ 453462 h 562353"/>
                <a:gd name="connsiteX530" fmla="*/ 283573 w 591411"/>
                <a:gd name="connsiteY530" fmla="*/ 457802 h 562353"/>
                <a:gd name="connsiteX531" fmla="*/ 283573 w 591411"/>
                <a:gd name="connsiteY531" fmla="*/ 459753 h 562353"/>
                <a:gd name="connsiteX532" fmla="*/ 287074 w 591411"/>
                <a:gd name="connsiteY532" fmla="*/ 463218 h 562353"/>
                <a:gd name="connsiteX533" fmla="*/ 289261 w 591411"/>
                <a:gd name="connsiteY533" fmla="*/ 464294 h 562353"/>
                <a:gd name="connsiteX534" fmla="*/ 292088 w 591411"/>
                <a:gd name="connsiteY534" fmla="*/ 467322 h 562353"/>
                <a:gd name="connsiteX535" fmla="*/ 294713 w 591411"/>
                <a:gd name="connsiteY535" fmla="*/ 467961 h 562353"/>
                <a:gd name="connsiteX536" fmla="*/ 297540 w 591411"/>
                <a:gd name="connsiteY536" fmla="*/ 468600 h 562353"/>
                <a:gd name="connsiteX537" fmla="*/ 298853 w 591411"/>
                <a:gd name="connsiteY537" fmla="*/ 467725 h 562353"/>
                <a:gd name="connsiteX538" fmla="*/ 301680 w 591411"/>
                <a:gd name="connsiteY538" fmla="*/ 465337 h 562353"/>
                <a:gd name="connsiteX539" fmla="*/ 303430 w 591411"/>
                <a:gd name="connsiteY539" fmla="*/ 463823 h 562353"/>
                <a:gd name="connsiteX540" fmla="*/ 305381 w 591411"/>
                <a:gd name="connsiteY540" fmla="*/ 462747 h 562353"/>
                <a:gd name="connsiteX541" fmla="*/ 308410 w 591411"/>
                <a:gd name="connsiteY541" fmla="*/ 461872 h 562353"/>
                <a:gd name="connsiteX542" fmla="*/ 310363 w 591411"/>
                <a:gd name="connsiteY542" fmla="*/ 460997 h 562353"/>
                <a:gd name="connsiteX543" fmla="*/ 312954 w 591411"/>
                <a:gd name="connsiteY543" fmla="*/ 458811 h 562353"/>
                <a:gd name="connsiteX544" fmla="*/ 314266 w 591411"/>
                <a:gd name="connsiteY544" fmla="*/ 455985 h 562353"/>
                <a:gd name="connsiteX545" fmla="*/ 316016 w 591411"/>
                <a:gd name="connsiteY545" fmla="*/ 454034 h 562353"/>
                <a:gd name="connsiteX546" fmla="*/ 318642 w 591411"/>
                <a:gd name="connsiteY546" fmla="*/ 452285 h 562353"/>
                <a:gd name="connsiteX547" fmla="*/ 321906 w 591411"/>
                <a:gd name="connsiteY547" fmla="*/ 451410 h 562353"/>
                <a:gd name="connsiteX548" fmla="*/ 326012 w 591411"/>
                <a:gd name="connsiteY548" fmla="*/ 453597 h 562353"/>
                <a:gd name="connsiteX549" fmla="*/ 326012 w 591411"/>
                <a:gd name="connsiteY549" fmla="*/ 457062 h 562353"/>
                <a:gd name="connsiteX550" fmla="*/ 325642 w 591411"/>
                <a:gd name="connsiteY550" fmla="*/ 462915 h 562353"/>
                <a:gd name="connsiteX551" fmla="*/ 325372 w 591411"/>
                <a:gd name="connsiteY551" fmla="*/ 466615 h 562353"/>
                <a:gd name="connsiteX552" fmla="*/ 325372 w 591411"/>
                <a:gd name="connsiteY552" fmla="*/ 470080 h 562353"/>
                <a:gd name="connsiteX553" fmla="*/ 326079 w 591411"/>
                <a:gd name="connsiteY553" fmla="*/ 472132 h 562353"/>
                <a:gd name="connsiteX554" fmla="*/ 327998 w 591411"/>
                <a:gd name="connsiteY554" fmla="*/ 473646 h 562353"/>
                <a:gd name="connsiteX555" fmla="*/ 332776 w 591411"/>
                <a:gd name="connsiteY555" fmla="*/ 477548 h 562353"/>
                <a:gd name="connsiteX556" fmla="*/ 332137 w 591411"/>
                <a:gd name="connsiteY556" fmla="*/ 482224 h 562353"/>
                <a:gd name="connsiteX557" fmla="*/ 329848 w 591411"/>
                <a:gd name="connsiteY557" fmla="*/ 484276 h 562353"/>
                <a:gd name="connsiteX558" fmla="*/ 327459 w 591411"/>
                <a:gd name="connsiteY558" fmla="*/ 485353 h 562353"/>
                <a:gd name="connsiteX559" fmla="*/ 325945 w 591411"/>
                <a:gd name="connsiteY559" fmla="*/ 486429 h 562353"/>
                <a:gd name="connsiteX560" fmla="*/ 326045 w 591411"/>
                <a:gd name="connsiteY560" fmla="*/ 489692 h 562353"/>
                <a:gd name="connsiteX561" fmla="*/ 330387 w 591411"/>
                <a:gd name="connsiteY561" fmla="*/ 494368 h 562353"/>
                <a:gd name="connsiteX562" fmla="*/ 334291 w 591411"/>
                <a:gd name="connsiteY562" fmla="*/ 496319 h 562353"/>
                <a:gd name="connsiteX563" fmla="*/ 331363 w 591411"/>
                <a:gd name="connsiteY563" fmla="*/ 500995 h 562353"/>
                <a:gd name="connsiteX564" fmla="*/ 330589 w 591411"/>
                <a:gd name="connsiteY564" fmla="*/ 503484 h 562353"/>
                <a:gd name="connsiteX565" fmla="*/ 334291 w 591411"/>
                <a:gd name="connsiteY565" fmla="*/ 508799 h 562353"/>
                <a:gd name="connsiteX566" fmla="*/ 337454 w 591411"/>
                <a:gd name="connsiteY566" fmla="*/ 510212 h 562353"/>
                <a:gd name="connsiteX567" fmla="*/ 340719 w 591411"/>
                <a:gd name="connsiteY567" fmla="*/ 512264 h 562353"/>
                <a:gd name="connsiteX568" fmla="*/ 343546 w 591411"/>
                <a:gd name="connsiteY568" fmla="*/ 515965 h 562353"/>
                <a:gd name="connsiteX569" fmla="*/ 344758 w 591411"/>
                <a:gd name="connsiteY569" fmla="*/ 517176 h 562353"/>
                <a:gd name="connsiteX570" fmla="*/ 346810 w 591411"/>
                <a:gd name="connsiteY570" fmla="*/ 517815 h 562353"/>
                <a:gd name="connsiteX571" fmla="*/ 349738 w 591411"/>
                <a:gd name="connsiteY571" fmla="*/ 516301 h 562353"/>
                <a:gd name="connsiteX572" fmla="*/ 349738 w 591411"/>
                <a:gd name="connsiteY572" fmla="*/ 518690 h 562353"/>
                <a:gd name="connsiteX573" fmla="*/ 349738 w 591411"/>
                <a:gd name="connsiteY573" fmla="*/ 522154 h 562353"/>
                <a:gd name="connsiteX574" fmla="*/ 346676 w 591411"/>
                <a:gd name="connsiteY574" fmla="*/ 525619 h 562353"/>
                <a:gd name="connsiteX575" fmla="*/ 347551 w 591411"/>
                <a:gd name="connsiteY575" fmla="*/ 529320 h 562353"/>
                <a:gd name="connsiteX576" fmla="*/ 349738 w 591411"/>
                <a:gd name="connsiteY576" fmla="*/ 530396 h 562353"/>
                <a:gd name="connsiteX577" fmla="*/ 352195 w 591411"/>
                <a:gd name="connsiteY577" fmla="*/ 531641 h 562353"/>
                <a:gd name="connsiteX578" fmla="*/ 353777 w 591411"/>
                <a:gd name="connsiteY578" fmla="*/ 530632 h 562353"/>
                <a:gd name="connsiteX579" fmla="*/ 354988 w 591411"/>
                <a:gd name="connsiteY579" fmla="*/ 529320 h 562353"/>
                <a:gd name="connsiteX580" fmla="*/ 355561 w 591411"/>
                <a:gd name="connsiteY580" fmla="*/ 526729 h 562353"/>
                <a:gd name="connsiteX581" fmla="*/ 356806 w 591411"/>
                <a:gd name="connsiteY581" fmla="*/ 524475 h 562353"/>
                <a:gd name="connsiteX582" fmla="*/ 358825 w 591411"/>
                <a:gd name="connsiteY582" fmla="*/ 522020 h 562353"/>
                <a:gd name="connsiteX583" fmla="*/ 360205 w 591411"/>
                <a:gd name="connsiteY583" fmla="*/ 520271 h 562353"/>
                <a:gd name="connsiteX584" fmla="*/ 362594 w 591411"/>
                <a:gd name="connsiteY584" fmla="*/ 518017 h 562353"/>
                <a:gd name="connsiteX585" fmla="*/ 364344 w 591411"/>
                <a:gd name="connsiteY585" fmla="*/ 515124 h 562353"/>
                <a:gd name="connsiteX586" fmla="*/ 365993 w 591411"/>
                <a:gd name="connsiteY586" fmla="*/ 512533 h 562353"/>
                <a:gd name="connsiteX587" fmla="*/ 367138 w 591411"/>
                <a:gd name="connsiteY587" fmla="*/ 511726 h 562353"/>
                <a:gd name="connsiteX588" fmla="*/ 372926 w 591411"/>
                <a:gd name="connsiteY588" fmla="*/ 511659 h 562353"/>
                <a:gd name="connsiteX589" fmla="*/ 374677 w 591411"/>
                <a:gd name="connsiteY589" fmla="*/ 512298 h 562353"/>
                <a:gd name="connsiteX590" fmla="*/ 377436 w 591411"/>
                <a:gd name="connsiteY590" fmla="*/ 514316 h 562353"/>
                <a:gd name="connsiteX591" fmla="*/ 381407 w 591411"/>
                <a:gd name="connsiteY591" fmla="*/ 517781 h 562353"/>
                <a:gd name="connsiteX592" fmla="*/ 384739 w 591411"/>
                <a:gd name="connsiteY592" fmla="*/ 521414 h 562353"/>
                <a:gd name="connsiteX593" fmla="*/ 387196 w 591411"/>
                <a:gd name="connsiteY593" fmla="*/ 524610 h 562353"/>
                <a:gd name="connsiteX594" fmla="*/ 392042 w 591411"/>
                <a:gd name="connsiteY594" fmla="*/ 525619 h 562353"/>
                <a:gd name="connsiteX595" fmla="*/ 399783 w 591411"/>
                <a:gd name="connsiteY595" fmla="*/ 524475 h 562353"/>
                <a:gd name="connsiteX596" fmla="*/ 404764 w 591411"/>
                <a:gd name="connsiteY596" fmla="*/ 522894 h 562353"/>
                <a:gd name="connsiteX597" fmla="*/ 408095 w 591411"/>
                <a:gd name="connsiteY597" fmla="*/ 521313 h 562353"/>
                <a:gd name="connsiteX598" fmla="*/ 410048 w 591411"/>
                <a:gd name="connsiteY598" fmla="*/ 523063 h 562353"/>
                <a:gd name="connsiteX599" fmla="*/ 412639 w 591411"/>
                <a:gd name="connsiteY599" fmla="*/ 524442 h 562353"/>
                <a:gd name="connsiteX600" fmla="*/ 413884 w 591411"/>
                <a:gd name="connsiteY600" fmla="*/ 528210 h 562353"/>
                <a:gd name="connsiteX601" fmla="*/ 413884 w 591411"/>
                <a:gd name="connsiteY601" fmla="*/ 530901 h 562353"/>
                <a:gd name="connsiteX602" fmla="*/ 413211 w 591411"/>
                <a:gd name="connsiteY602" fmla="*/ 533726 h 562353"/>
                <a:gd name="connsiteX603" fmla="*/ 411764 w 591411"/>
                <a:gd name="connsiteY603" fmla="*/ 536182 h 562353"/>
                <a:gd name="connsiteX604" fmla="*/ 410754 w 591411"/>
                <a:gd name="connsiteY604" fmla="*/ 539008 h 562353"/>
                <a:gd name="connsiteX605" fmla="*/ 411057 w 591411"/>
                <a:gd name="connsiteY605" fmla="*/ 541531 h 562353"/>
                <a:gd name="connsiteX606" fmla="*/ 414086 w 591411"/>
                <a:gd name="connsiteY606" fmla="*/ 543213 h 562353"/>
                <a:gd name="connsiteX607" fmla="*/ 420009 w 591411"/>
                <a:gd name="connsiteY607" fmla="*/ 544222 h 562353"/>
                <a:gd name="connsiteX608" fmla="*/ 424149 w 591411"/>
                <a:gd name="connsiteY608" fmla="*/ 548932 h 562353"/>
                <a:gd name="connsiteX609" fmla="*/ 429433 w 591411"/>
                <a:gd name="connsiteY609" fmla="*/ 551185 h 562353"/>
                <a:gd name="connsiteX610" fmla="*/ 433639 w 591411"/>
                <a:gd name="connsiteY610" fmla="*/ 554213 h 562353"/>
                <a:gd name="connsiteX611" fmla="*/ 439495 w 591411"/>
                <a:gd name="connsiteY611" fmla="*/ 557106 h 562353"/>
                <a:gd name="connsiteX612" fmla="*/ 443635 w 591411"/>
                <a:gd name="connsiteY612" fmla="*/ 557106 h 562353"/>
                <a:gd name="connsiteX613" fmla="*/ 449154 w 591411"/>
                <a:gd name="connsiteY613" fmla="*/ 555525 h 562353"/>
                <a:gd name="connsiteX614" fmla="*/ 455885 w 591411"/>
                <a:gd name="connsiteY614" fmla="*/ 553204 h 562353"/>
                <a:gd name="connsiteX615" fmla="*/ 460664 w 591411"/>
                <a:gd name="connsiteY615" fmla="*/ 549874 h 562353"/>
                <a:gd name="connsiteX616" fmla="*/ 463929 w 591411"/>
                <a:gd name="connsiteY616" fmla="*/ 542271 h 562353"/>
                <a:gd name="connsiteX617" fmla="*/ 465813 w 591411"/>
                <a:gd name="connsiteY617" fmla="*/ 540017 h 562353"/>
                <a:gd name="connsiteX618" fmla="*/ 468606 w 591411"/>
                <a:gd name="connsiteY618" fmla="*/ 541093 h 562353"/>
                <a:gd name="connsiteX619" fmla="*/ 473082 w 591411"/>
                <a:gd name="connsiteY619" fmla="*/ 543045 h 562353"/>
                <a:gd name="connsiteX620" fmla="*/ 473082 w 591411"/>
                <a:gd name="connsiteY620" fmla="*/ 546510 h 562353"/>
                <a:gd name="connsiteX621" fmla="*/ 473082 w 591411"/>
                <a:gd name="connsiteY621" fmla="*/ 551724 h 562353"/>
                <a:gd name="connsiteX622" fmla="*/ 473082 w 591411"/>
                <a:gd name="connsiteY622" fmla="*/ 553473 h 562353"/>
                <a:gd name="connsiteX623" fmla="*/ 473082 w 591411"/>
                <a:gd name="connsiteY623" fmla="*/ 556938 h 562353"/>
                <a:gd name="connsiteX624" fmla="*/ 471433 w 591411"/>
                <a:gd name="connsiteY624" fmla="*/ 560201 h 562353"/>
                <a:gd name="connsiteX625" fmla="*/ 473082 w 591411"/>
                <a:gd name="connsiteY625" fmla="*/ 562253 h 562353"/>
                <a:gd name="connsiteX626" fmla="*/ 476549 w 591411"/>
                <a:gd name="connsiteY626" fmla="*/ 562354 h 562353"/>
                <a:gd name="connsiteX627" fmla="*/ 479275 w 591411"/>
                <a:gd name="connsiteY627" fmla="*/ 561277 h 562353"/>
                <a:gd name="connsiteX628" fmla="*/ 481765 w 591411"/>
                <a:gd name="connsiteY628" fmla="*/ 562152 h 562353"/>
                <a:gd name="connsiteX629" fmla="*/ 483515 w 591411"/>
                <a:gd name="connsiteY629" fmla="*/ 561614 h 562353"/>
                <a:gd name="connsiteX630" fmla="*/ 485837 w 591411"/>
                <a:gd name="connsiteY630" fmla="*/ 561143 h 562353"/>
                <a:gd name="connsiteX631" fmla="*/ 489035 w 591411"/>
                <a:gd name="connsiteY631" fmla="*/ 556366 h 562353"/>
                <a:gd name="connsiteX632" fmla="*/ 490819 w 591411"/>
                <a:gd name="connsiteY632" fmla="*/ 552430 h 56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1411" h="562353">
                  <a:moveTo>
                    <a:pt x="490819" y="552430"/>
                  </a:moveTo>
                  <a:lnTo>
                    <a:pt x="491121" y="544895"/>
                  </a:lnTo>
                  <a:lnTo>
                    <a:pt x="498088" y="532448"/>
                  </a:lnTo>
                  <a:lnTo>
                    <a:pt x="500713" y="525485"/>
                  </a:lnTo>
                  <a:lnTo>
                    <a:pt x="506804" y="522289"/>
                  </a:lnTo>
                  <a:lnTo>
                    <a:pt x="512896" y="520540"/>
                  </a:lnTo>
                  <a:lnTo>
                    <a:pt x="521578" y="516772"/>
                  </a:lnTo>
                  <a:lnTo>
                    <a:pt x="527367" y="513004"/>
                  </a:lnTo>
                  <a:lnTo>
                    <a:pt x="529387" y="510986"/>
                  </a:lnTo>
                  <a:lnTo>
                    <a:pt x="536050" y="505469"/>
                  </a:lnTo>
                  <a:lnTo>
                    <a:pt x="535747" y="491273"/>
                  </a:lnTo>
                  <a:lnTo>
                    <a:pt x="533425" y="468667"/>
                  </a:lnTo>
                  <a:lnTo>
                    <a:pt x="533997" y="455043"/>
                  </a:lnTo>
                  <a:lnTo>
                    <a:pt x="532550" y="445759"/>
                  </a:lnTo>
                  <a:lnTo>
                    <a:pt x="528209" y="436508"/>
                  </a:lnTo>
                  <a:lnTo>
                    <a:pt x="523295" y="435633"/>
                  </a:lnTo>
                  <a:cubicBezTo>
                    <a:pt x="523295" y="435633"/>
                    <a:pt x="518079" y="438829"/>
                    <a:pt x="517506" y="439670"/>
                  </a:cubicBezTo>
                  <a:cubicBezTo>
                    <a:pt x="516935" y="440545"/>
                    <a:pt x="514309" y="444010"/>
                    <a:pt x="513165" y="443135"/>
                  </a:cubicBezTo>
                  <a:cubicBezTo>
                    <a:pt x="512021" y="442260"/>
                    <a:pt x="507646" y="443438"/>
                    <a:pt x="506501" y="443135"/>
                  </a:cubicBezTo>
                  <a:cubicBezTo>
                    <a:pt x="505357" y="442832"/>
                    <a:pt x="498694" y="436474"/>
                    <a:pt x="498694" y="436474"/>
                  </a:cubicBezTo>
                  <a:lnTo>
                    <a:pt x="491155" y="434153"/>
                  </a:lnTo>
                  <a:cubicBezTo>
                    <a:pt x="491155" y="434153"/>
                    <a:pt x="489136" y="435902"/>
                    <a:pt x="487958" y="436171"/>
                  </a:cubicBezTo>
                  <a:cubicBezTo>
                    <a:pt x="486813" y="436474"/>
                    <a:pt x="479275" y="438493"/>
                    <a:pt x="476650" y="440814"/>
                  </a:cubicBezTo>
                  <a:cubicBezTo>
                    <a:pt x="474058" y="443135"/>
                    <a:pt x="469683" y="435297"/>
                    <a:pt x="469683" y="435297"/>
                  </a:cubicBezTo>
                  <a:lnTo>
                    <a:pt x="469683" y="424869"/>
                  </a:lnTo>
                  <a:lnTo>
                    <a:pt x="463895" y="409226"/>
                  </a:lnTo>
                  <a:lnTo>
                    <a:pt x="458981" y="396174"/>
                  </a:lnTo>
                  <a:lnTo>
                    <a:pt x="451442" y="394156"/>
                  </a:lnTo>
                  <a:lnTo>
                    <a:pt x="437543" y="392406"/>
                  </a:lnTo>
                  <a:lnTo>
                    <a:pt x="432630" y="386048"/>
                  </a:lnTo>
                  <a:lnTo>
                    <a:pt x="431452" y="377369"/>
                  </a:lnTo>
                  <a:lnTo>
                    <a:pt x="430880" y="373299"/>
                  </a:lnTo>
                  <a:lnTo>
                    <a:pt x="427682" y="366941"/>
                  </a:lnTo>
                  <a:lnTo>
                    <a:pt x="430004" y="362602"/>
                  </a:lnTo>
                  <a:lnTo>
                    <a:pt x="434649" y="363174"/>
                  </a:lnTo>
                  <a:lnTo>
                    <a:pt x="439293" y="368388"/>
                  </a:lnTo>
                  <a:lnTo>
                    <a:pt x="447976" y="373299"/>
                  </a:lnTo>
                  <a:lnTo>
                    <a:pt x="458712" y="371550"/>
                  </a:lnTo>
                  <a:cubicBezTo>
                    <a:pt x="458712" y="371550"/>
                    <a:pt x="467395" y="362871"/>
                    <a:pt x="468270" y="362568"/>
                  </a:cubicBezTo>
                  <a:cubicBezTo>
                    <a:pt x="469145" y="362265"/>
                    <a:pt x="472914" y="361121"/>
                    <a:pt x="474361" y="360550"/>
                  </a:cubicBezTo>
                  <a:cubicBezTo>
                    <a:pt x="475808" y="359978"/>
                    <a:pt x="476078" y="356513"/>
                    <a:pt x="476078" y="356513"/>
                  </a:cubicBezTo>
                  <a:lnTo>
                    <a:pt x="476953" y="349280"/>
                  </a:lnTo>
                  <a:lnTo>
                    <a:pt x="476381" y="342317"/>
                  </a:lnTo>
                  <a:lnTo>
                    <a:pt x="475506" y="338549"/>
                  </a:lnTo>
                  <a:lnTo>
                    <a:pt x="471433" y="332763"/>
                  </a:lnTo>
                  <a:lnTo>
                    <a:pt x="471433" y="324084"/>
                  </a:lnTo>
                  <a:lnTo>
                    <a:pt x="475203" y="318870"/>
                  </a:lnTo>
                  <a:lnTo>
                    <a:pt x="480991" y="312781"/>
                  </a:lnTo>
                  <a:lnTo>
                    <a:pt x="486208" y="312781"/>
                  </a:lnTo>
                  <a:lnTo>
                    <a:pt x="495766" y="312781"/>
                  </a:lnTo>
                  <a:lnTo>
                    <a:pt x="496068" y="306121"/>
                  </a:lnTo>
                  <a:lnTo>
                    <a:pt x="495193" y="299157"/>
                  </a:lnTo>
                  <a:lnTo>
                    <a:pt x="492299" y="294515"/>
                  </a:lnTo>
                  <a:lnTo>
                    <a:pt x="492299" y="290176"/>
                  </a:lnTo>
                  <a:lnTo>
                    <a:pt x="494621" y="288729"/>
                  </a:lnTo>
                  <a:lnTo>
                    <a:pt x="496068" y="284961"/>
                  </a:lnTo>
                  <a:lnTo>
                    <a:pt x="495193" y="279747"/>
                  </a:lnTo>
                  <a:lnTo>
                    <a:pt x="492299" y="277157"/>
                  </a:lnTo>
                  <a:lnTo>
                    <a:pt x="492299" y="267301"/>
                  </a:lnTo>
                  <a:lnTo>
                    <a:pt x="493746" y="260068"/>
                  </a:lnTo>
                  <a:lnTo>
                    <a:pt x="495766" y="253105"/>
                  </a:lnTo>
                  <a:lnTo>
                    <a:pt x="503877" y="252533"/>
                  </a:lnTo>
                  <a:lnTo>
                    <a:pt x="511987" y="255729"/>
                  </a:lnTo>
                  <a:lnTo>
                    <a:pt x="517204" y="259193"/>
                  </a:lnTo>
                  <a:lnTo>
                    <a:pt x="525617" y="258319"/>
                  </a:lnTo>
                  <a:lnTo>
                    <a:pt x="528814" y="262658"/>
                  </a:lnTo>
                  <a:lnTo>
                    <a:pt x="532314" y="266998"/>
                  </a:lnTo>
                  <a:lnTo>
                    <a:pt x="538675" y="271337"/>
                  </a:lnTo>
                  <a:lnTo>
                    <a:pt x="540694" y="276552"/>
                  </a:lnTo>
                  <a:lnTo>
                    <a:pt x="542714" y="284961"/>
                  </a:lnTo>
                  <a:lnTo>
                    <a:pt x="545339" y="290176"/>
                  </a:lnTo>
                  <a:lnTo>
                    <a:pt x="552305" y="290176"/>
                  </a:lnTo>
                  <a:lnTo>
                    <a:pt x="558094" y="290176"/>
                  </a:lnTo>
                  <a:lnTo>
                    <a:pt x="563882" y="285971"/>
                  </a:lnTo>
                  <a:lnTo>
                    <a:pt x="571421" y="281463"/>
                  </a:lnTo>
                  <a:lnTo>
                    <a:pt x="578085" y="277393"/>
                  </a:lnTo>
                  <a:lnTo>
                    <a:pt x="581282" y="272447"/>
                  </a:lnTo>
                  <a:lnTo>
                    <a:pt x="583604" y="269252"/>
                  </a:lnTo>
                  <a:lnTo>
                    <a:pt x="587071" y="269252"/>
                  </a:lnTo>
                  <a:lnTo>
                    <a:pt x="591412" y="269252"/>
                  </a:lnTo>
                  <a:lnTo>
                    <a:pt x="591412" y="266628"/>
                  </a:lnTo>
                  <a:lnTo>
                    <a:pt x="591412" y="260842"/>
                  </a:lnTo>
                  <a:lnTo>
                    <a:pt x="585623" y="254181"/>
                  </a:lnTo>
                  <a:lnTo>
                    <a:pt x="583604" y="248664"/>
                  </a:lnTo>
                  <a:lnTo>
                    <a:pt x="580979" y="238808"/>
                  </a:lnTo>
                  <a:lnTo>
                    <a:pt x="580979" y="231844"/>
                  </a:lnTo>
                  <a:lnTo>
                    <a:pt x="580979" y="226058"/>
                  </a:lnTo>
                  <a:lnTo>
                    <a:pt x="577075" y="225486"/>
                  </a:lnTo>
                  <a:lnTo>
                    <a:pt x="570849" y="227808"/>
                  </a:lnTo>
                  <a:lnTo>
                    <a:pt x="565329" y="230129"/>
                  </a:lnTo>
                  <a:lnTo>
                    <a:pt x="565329" y="223165"/>
                  </a:lnTo>
                  <a:lnTo>
                    <a:pt x="552507" y="219431"/>
                  </a:lnTo>
                  <a:lnTo>
                    <a:pt x="544329" y="210483"/>
                  </a:lnTo>
                  <a:lnTo>
                    <a:pt x="536790" y="194067"/>
                  </a:lnTo>
                  <a:lnTo>
                    <a:pt x="536252" y="192755"/>
                  </a:lnTo>
                  <a:lnTo>
                    <a:pt x="533156" y="192755"/>
                  </a:lnTo>
                  <a:lnTo>
                    <a:pt x="524473" y="192755"/>
                  </a:lnTo>
                  <a:lnTo>
                    <a:pt x="518381" y="194269"/>
                  </a:lnTo>
                  <a:cubicBezTo>
                    <a:pt x="518381" y="194269"/>
                    <a:pt x="518381" y="197196"/>
                    <a:pt x="515555" y="198306"/>
                  </a:cubicBezTo>
                  <a:cubicBezTo>
                    <a:pt x="512728" y="199382"/>
                    <a:pt x="500544" y="199718"/>
                    <a:pt x="500544" y="199718"/>
                  </a:cubicBezTo>
                  <a:lnTo>
                    <a:pt x="491424" y="199718"/>
                  </a:lnTo>
                  <a:lnTo>
                    <a:pt x="480116" y="194303"/>
                  </a:lnTo>
                  <a:cubicBezTo>
                    <a:pt x="480116" y="194303"/>
                    <a:pt x="476212" y="189526"/>
                    <a:pt x="476212" y="188651"/>
                  </a:cubicBezTo>
                  <a:cubicBezTo>
                    <a:pt x="476212" y="187776"/>
                    <a:pt x="474900" y="181049"/>
                    <a:pt x="474900" y="180409"/>
                  </a:cubicBezTo>
                  <a:cubicBezTo>
                    <a:pt x="474900" y="179770"/>
                    <a:pt x="474900" y="174556"/>
                    <a:pt x="474900" y="174556"/>
                  </a:cubicBezTo>
                  <a:lnTo>
                    <a:pt x="470558" y="169981"/>
                  </a:lnTo>
                  <a:lnTo>
                    <a:pt x="464029" y="164969"/>
                  </a:lnTo>
                  <a:lnTo>
                    <a:pt x="456625" y="164969"/>
                  </a:lnTo>
                  <a:lnTo>
                    <a:pt x="452486" y="158241"/>
                  </a:lnTo>
                  <a:lnTo>
                    <a:pt x="447034" y="153228"/>
                  </a:lnTo>
                  <a:lnTo>
                    <a:pt x="439865" y="151042"/>
                  </a:lnTo>
                  <a:lnTo>
                    <a:pt x="430509" y="151042"/>
                  </a:lnTo>
                  <a:lnTo>
                    <a:pt x="421827" y="151042"/>
                  </a:lnTo>
                  <a:lnTo>
                    <a:pt x="417249" y="149091"/>
                  </a:lnTo>
                  <a:lnTo>
                    <a:pt x="415735" y="145189"/>
                  </a:lnTo>
                  <a:lnTo>
                    <a:pt x="415735" y="139773"/>
                  </a:lnTo>
                  <a:lnTo>
                    <a:pt x="415735" y="136308"/>
                  </a:lnTo>
                  <a:lnTo>
                    <a:pt x="417048" y="133718"/>
                  </a:lnTo>
                  <a:lnTo>
                    <a:pt x="419874" y="130892"/>
                  </a:lnTo>
                  <a:lnTo>
                    <a:pt x="423576" y="128066"/>
                  </a:lnTo>
                  <a:lnTo>
                    <a:pt x="427480" y="123289"/>
                  </a:lnTo>
                  <a:lnTo>
                    <a:pt x="430509" y="123289"/>
                  </a:lnTo>
                  <a:lnTo>
                    <a:pt x="431384" y="118512"/>
                  </a:lnTo>
                  <a:lnTo>
                    <a:pt x="431384" y="113736"/>
                  </a:lnTo>
                  <a:lnTo>
                    <a:pt x="433572" y="108959"/>
                  </a:lnTo>
                  <a:lnTo>
                    <a:pt x="435961" y="107008"/>
                  </a:lnTo>
                  <a:lnTo>
                    <a:pt x="439024" y="104182"/>
                  </a:lnTo>
                  <a:lnTo>
                    <a:pt x="442726" y="102130"/>
                  </a:lnTo>
                  <a:lnTo>
                    <a:pt x="447740" y="100717"/>
                  </a:lnTo>
                  <a:lnTo>
                    <a:pt x="453193" y="100717"/>
                  </a:lnTo>
                  <a:lnTo>
                    <a:pt x="458409" y="97689"/>
                  </a:lnTo>
                  <a:lnTo>
                    <a:pt x="461000" y="93787"/>
                  </a:lnTo>
                  <a:lnTo>
                    <a:pt x="461337" y="91836"/>
                  </a:lnTo>
                  <a:lnTo>
                    <a:pt x="459284" y="88136"/>
                  </a:lnTo>
                  <a:lnTo>
                    <a:pt x="459284" y="82484"/>
                  </a:lnTo>
                  <a:lnTo>
                    <a:pt x="462549" y="81172"/>
                  </a:lnTo>
                  <a:cubicBezTo>
                    <a:pt x="462549" y="81172"/>
                    <a:pt x="465578" y="79221"/>
                    <a:pt x="466453" y="79019"/>
                  </a:cubicBezTo>
                  <a:cubicBezTo>
                    <a:pt x="467327" y="78784"/>
                    <a:pt x="469919" y="74680"/>
                    <a:pt x="469919" y="74680"/>
                  </a:cubicBezTo>
                  <a:lnTo>
                    <a:pt x="471770" y="73065"/>
                  </a:lnTo>
                  <a:lnTo>
                    <a:pt x="474597" y="71316"/>
                  </a:lnTo>
                  <a:lnTo>
                    <a:pt x="477761" y="68591"/>
                  </a:lnTo>
                  <a:lnTo>
                    <a:pt x="479275" y="66001"/>
                  </a:lnTo>
                  <a:lnTo>
                    <a:pt x="483852" y="66001"/>
                  </a:lnTo>
                  <a:lnTo>
                    <a:pt x="489741" y="64252"/>
                  </a:lnTo>
                  <a:lnTo>
                    <a:pt x="491189" y="64252"/>
                  </a:lnTo>
                  <a:lnTo>
                    <a:pt x="494083" y="60181"/>
                  </a:lnTo>
                  <a:lnTo>
                    <a:pt x="496102" y="59038"/>
                  </a:lnTo>
                  <a:lnTo>
                    <a:pt x="497549" y="55842"/>
                  </a:lnTo>
                  <a:lnTo>
                    <a:pt x="501891" y="52074"/>
                  </a:lnTo>
                  <a:lnTo>
                    <a:pt x="506232" y="52074"/>
                  </a:lnTo>
                  <a:lnTo>
                    <a:pt x="506232" y="43664"/>
                  </a:lnTo>
                  <a:lnTo>
                    <a:pt x="508857" y="38147"/>
                  </a:lnTo>
                  <a:lnTo>
                    <a:pt x="519425" y="38147"/>
                  </a:lnTo>
                  <a:lnTo>
                    <a:pt x="524136" y="35389"/>
                  </a:lnTo>
                  <a:lnTo>
                    <a:pt x="525651" y="30915"/>
                  </a:lnTo>
                  <a:lnTo>
                    <a:pt x="526223" y="28325"/>
                  </a:lnTo>
                  <a:lnTo>
                    <a:pt x="528848" y="21664"/>
                  </a:lnTo>
                  <a:lnTo>
                    <a:pt x="528848" y="17324"/>
                  </a:lnTo>
                  <a:lnTo>
                    <a:pt x="523833" y="14465"/>
                  </a:lnTo>
                  <a:lnTo>
                    <a:pt x="522285" y="13052"/>
                  </a:lnTo>
                  <a:lnTo>
                    <a:pt x="518651" y="16618"/>
                  </a:lnTo>
                  <a:lnTo>
                    <a:pt x="518853" y="18502"/>
                  </a:lnTo>
                  <a:lnTo>
                    <a:pt x="518987" y="21529"/>
                  </a:lnTo>
                  <a:cubicBezTo>
                    <a:pt x="518987" y="21529"/>
                    <a:pt x="517405" y="24288"/>
                    <a:pt x="516800" y="24557"/>
                  </a:cubicBezTo>
                  <a:cubicBezTo>
                    <a:pt x="516227" y="24860"/>
                    <a:pt x="514915" y="26003"/>
                    <a:pt x="514477" y="26441"/>
                  </a:cubicBezTo>
                  <a:cubicBezTo>
                    <a:pt x="514040" y="26878"/>
                    <a:pt x="511718" y="26878"/>
                    <a:pt x="511718" y="26878"/>
                  </a:cubicBezTo>
                  <a:cubicBezTo>
                    <a:pt x="511718" y="26878"/>
                    <a:pt x="507949" y="31083"/>
                    <a:pt x="507376" y="31352"/>
                  </a:cubicBezTo>
                  <a:cubicBezTo>
                    <a:pt x="506804" y="31655"/>
                    <a:pt x="504617" y="33673"/>
                    <a:pt x="504617" y="33673"/>
                  </a:cubicBezTo>
                  <a:lnTo>
                    <a:pt x="495496" y="35994"/>
                  </a:lnTo>
                  <a:lnTo>
                    <a:pt x="491289" y="37004"/>
                  </a:lnTo>
                  <a:lnTo>
                    <a:pt x="487655" y="38316"/>
                  </a:lnTo>
                  <a:lnTo>
                    <a:pt x="485905" y="40334"/>
                  </a:lnTo>
                  <a:lnTo>
                    <a:pt x="485333" y="43227"/>
                  </a:lnTo>
                  <a:lnTo>
                    <a:pt x="483885" y="47701"/>
                  </a:lnTo>
                  <a:lnTo>
                    <a:pt x="483010" y="49450"/>
                  </a:lnTo>
                  <a:lnTo>
                    <a:pt x="478804" y="48004"/>
                  </a:lnTo>
                  <a:lnTo>
                    <a:pt x="476919" y="46120"/>
                  </a:lnTo>
                  <a:lnTo>
                    <a:pt x="475337" y="46557"/>
                  </a:lnTo>
                  <a:lnTo>
                    <a:pt x="474159" y="48576"/>
                  </a:lnTo>
                  <a:lnTo>
                    <a:pt x="472275" y="50762"/>
                  </a:lnTo>
                  <a:lnTo>
                    <a:pt x="470962" y="51771"/>
                  </a:lnTo>
                  <a:lnTo>
                    <a:pt x="470222" y="53958"/>
                  </a:lnTo>
                  <a:lnTo>
                    <a:pt x="466149" y="55775"/>
                  </a:lnTo>
                  <a:lnTo>
                    <a:pt x="461808" y="53386"/>
                  </a:lnTo>
                  <a:cubicBezTo>
                    <a:pt x="461808" y="53386"/>
                    <a:pt x="460933" y="48811"/>
                    <a:pt x="460933" y="48172"/>
                  </a:cubicBezTo>
                  <a:cubicBezTo>
                    <a:pt x="460933" y="47533"/>
                    <a:pt x="461808" y="41209"/>
                    <a:pt x="462246" y="40334"/>
                  </a:cubicBezTo>
                  <a:cubicBezTo>
                    <a:pt x="462683" y="39459"/>
                    <a:pt x="463996" y="34245"/>
                    <a:pt x="464635" y="34043"/>
                  </a:cubicBezTo>
                  <a:lnTo>
                    <a:pt x="459419" y="34817"/>
                  </a:lnTo>
                  <a:lnTo>
                    <a:pt x="458207" y="34178"/>
                  </a:lnTo>
                  <a:lnTo>
                    <a:pt x="457467" y="32126"/>
                  </a:lnTo>
                  <a:lnTo>
                    <a:pt x="457467" y="28661"/>
                  </a:lnTo>
                  <a:lnTo>
                    <a:pt x="457467" y="25196"/>
                  </a:lnTo>
                  <a:lnTo>
                    <a:pt x="456457" y="23178"/>
                  </a:lnTo>
                  <a:lnTo>
                    <a:pt x="454875" y="17526"/>
                  </a:lnTo>
                  <a:lnTo>
                    <a:pt x="448784" y="13893"/>
                  </a:lnTo>
                  <a:cubicBezTo>
                    <a:pt x="448784" y="13893"/>
                    <a:pt x="447639" y="13758"/>
                    <a:pt x="446899" y="13590"/>
                  </a:cubicBezTo>
                  <a:cubicBezTo>
                    <a:pt x="446193" y="13456"/>
                    <a:pt x="444711" y="12850"/>
                    <a:pt x="444308" y="12716"/>
                  </a:cubicBezTo>
                  <a:cubicBezTo>
                    <a:pt x="443870" y="12581"/>
                    <a:pt x="441986" y="11841"/>
                    <a:pt x="441986" y="11841"/>
                  </a:cubicBezTo>
                  <a:cubicBezTo>
                    <a:pt x="441986" y="11841"/>
                    <a:pt x="440101" y="13288"/>
                    <a:pt x="439663" y="13288"/>
                  </a:cubicBezTo>
                  <a:cubicBezTo>
                    <a:pt x="439226" y="13288"/>
                    <a:pt x="437644" y="15743"/>
                    <a:pt x="437341" y="16181"/>
                  </a:cubicBezTo>
                  <a:cubicBezTo>
                    <a:pt x="437038" y="16618"/>
                    <a:pt x="435456" y="18064"/>
                    <a:pt x="434885" y="18064"/>
                  </a:cubicBezTo>
                  <a:cubicBezTo>
                    <a:pt x="434312" y="18064"/>
                    <a:pt x="433572" y="19814"/>
                    <a:pt x="433000" y="20251"/>
                  </a:cubicBezTo>
                  <a:cubicBezTo>
                    <a:pt x="432427" y="20688"/>
                    <a:pt x="431418" y="25162"/>
                    <a:pt x="431418" y="25162"/>
                  </a:cubicBezTo>
                  <a:lnTo>
                    <a:pt x="431418" y="26037"/>
                  </a:lnTo>
                  <a:lnTo>
                    <a:pt x="428827" y="31251"/>
                  </a:lnTo>
                  <a:lnTo>
                    <a:pt x="424485" y="33875"/>
                  </a:lnTo>
                  <a:lnTo>
                    <a:pt x="424485" y="30410"/>
                  </a:lnTo>
                  <a:lnTo>
                    <a:pt x="424485" y="28089"/>
                  </a:lnTo>
                  <a:lnTo>
                    <a:pt x="421523" y="25028"/>
                  </a:lnTo>
                  <a:lnTo>
                    <a:pt x="418562" y="22000"/>
                  </a:lnTo>
                  <a:cubicBezTo>
                    <a:pt x="418562" y="22000"/>
                    <a:pt x="415500" y="22740"/>
                    <a:pt x="414927" y="22740"/>
                  </a:cubicBezTo>
                  <a:cubicBezTo>
                    <a:pt x="414355" y="22740"/>
                    <a:pt x="410586" y="24052"/>
                    <a:pt x="410586" y="24052"/>
                  </a:cubicBezTo>
                  <a:lnTo>
                    <a:pt x="405941" y="23480"/>
                  </a:lnTo>
                  <a:cubicBezTo>
                    <a:pt x="405941" y="23480"/>
                    <a:pt x="402038" y="21025"/>
                    <a:pt x="401600" y="21159"/>
                  </a:cubicBezTo>
                  <a:cubicBezTo>
                    <a:pt x="401163" y="21294"/>
                    <a:pt x="399985" y="21294"/>
                    <a:pt x="399985" y="21294"/>
                  </a:cubicBezTo>
                  <a:lnTo>
                    <a:pt x="398235" y="22168"/>
                  </a:lnTo>
                  <a:lnTo>
                    <a:pt x="391571" y="22875"/>
                  </a:lnTo>
                  <a:lnTo>
                    <a:pt x="389384" y="22572"/>
                  </a:lnTo>
                  <a:lnTo>
                    <a:pt x="383427" y="20688"/>
                  </a:lnTo>
                  <a:lnTo>
                    <a:pt x="379220" y="19107"/>
                  </a:lnTo>
                  <a:lnTo>
                    <a:pt x="374878" y="17089"/>
                  </a:lnTo>
                  <a:cubicBezTo>
                    <a:pt x="374878" y="17089"/>
                    <a:pt x="373869" y="15508"/>
                    <a:pt x="373128" y="14768"/>
                  </a:cubicBezTo>
                  <a:cubicBezTo>
                    <a:pt x="372388" y="14028"/>
                    <a:pt x="373128" y="14768"/>
                    <a:pt x="372253" y="14465"/>
                  </a:cubicBezTo>
                  <a:cubicBezTo>
                    <a:pt x="371378" y="14162"/>
                    <a:pt x="368921" y="12447"/>
                    <a:pt x="368652" y="12009"/>
                  </a:cubicBezTo>
                  <a:cubicBezTo>
                    <a:pt x="368349" y="11572"/>
                    <a:pt x="366902" y="11269"/>
                    <a:pt x="365758" y="11135"/>
                  </a:cubicBezTo>
                  <a:cubicBezTo>
                    <a:pt x="364614" y="11000"/>
                    <a:pt x="363301" y="10395"/>
                    <a:pt x="361854" y="10395"/>
                  </a:cubicBezTo>
                  <a:cubicBezTo>
                    <a:pt x="360407" y="10395"/>
                    <a:pt x="359094" y="9957"/>
                    <a:pt x="358522" y="9957"/>
                  </a:cubicBezTo>
                  <a:cubicBezTo>
                    <a:pt x="357950" y="9957"/>
                    <a:pt x="354753" y="9385"/>
                    <a:pt x="354753" y="9385"/>
                  </a:cubicBezTo>
                  <a:cubicBezTo>
                    <a:pt x="354753" y="9385"/>
                    <a:pt x="352161" y="8376"/>
                    <a:pt x="351556" y="8376"/>
                  </a:cubicBezTo>
                  <a:cubicBezTo>
                    <a:pt x="350950" y="8376"/>
                    <a:pt x="349671" y="7367"/>
                    <a:pt x="349233" y="7232"/>
                  </a:cubicBezTo>
                  <a:cubicBezTo>
                    <a:pt x="348796" y="7098"/>
                    <a:pt x="344455" y="6089"/>
                    <a:pt x="344455" y="6089"/>
                  </a:cubicBezTo>
                  <a:lnTo>
                    <a:pt x="344455" y="4205"/>
                  </a:lnTo>
                  <a:cubicBezTo>
                    <a:pt x="344455" y="4205"/>
                    <a:pt x="343882" y="1615"/>
                    <a:pt x="343714" y="1009"/>
                  </a:cubicBezTo>
                  <a:cubicBezTo>
                    <a:pt x="343580" y="437"/>
                    <a:pt x="341830" y="0"/>
                    <a:pt x="341830" y="0"/>
                  </a:cubicBezTo>
                  <a:cubicBezTo>
                    <a:pt x="341830" y="0"/>
                    <a:pt x="340820" y="0"/>
                    <a:pt x="340248" y="0"/>
                  </a:cubicBezTo>
                  <a:cubicBezTo>
                    <a:pt x="339676" y="0"/>
                    <a:pt x="338666" y="875"/>
                    <a:pt x="338094" y="1413"/>
                  </a:cubicBezTo>
                  <a:cubicBezTo>
                    <a:pt x="337522" y="1951"/>
                    <a:pt x="336209" y="2758"/>
                    <a:pt x="335637" y="3330"/>
                  </a:cubicBezTo>
                  <a:cubicBezTo>
                    <a:pt x="335065" y="3902"/>
                    <a:pt x="331868" y="4777"/>
                    <a:pt x="331868" y="4777"/>
                  </a:cubicBezTo>
                  <a:lnTo>
                    <a:pt x="328233" y="3902"/>
                  </a:lnTo>
                  <a:lnTo>
                    <a:pt x="324329" y="3330"/>
                  </a:lnTo>
                  <a:cubicBezTo>
                    <a:pt x="324329" y="3330"/>
                    <a:pt x="323016" y="2590"/>
                    <a:pt x="322714" y="1884"/>
                  </a:cubicBezTo>
                  <a:cubicBezTo>
                    <a:pt x="322445" y="1177"/>
                    <a:pt x="321132" y="1884"/>
                    <a:pt x="320560" y="1884"/>
                  </a:cubicBezTo>
                  <a:cubicBezTo>
                    <a:pt x="319988" y="1884"/>
                    <a:pt x="317935" y="2456"/>
                    <a:pt x="317935" y="2456"/>
                  </a:cubicBezTo>
                  <a:cubicBezTo>
                    <a:pt x="317935" y="2456"/>
                    <a:pt x="316353" y="3196"/>
                    <a:pt x="315915" y="3330"/>
                  </a:cubicBezTo>
                  <a:cubicBezTo>
                    <a:pt x="315478" y="3465"/>
                    <a:pt x="313021" y="4777"/>
                    <a:pt x="312584" y="5080"/>
                  </a:cubicBezTo>
                  <a:cubicBezTo>
                    <a:pt x="312146" y="5382"/>
                    <a:pt x="309824" y="5820"/>
                    <a:pt x="309824" y="5820"/>
                  </a:cubicBezTo>
                  <a:lnTo>
                    <a:pt x="307064" y="6391"/>
                  </a:lnTo>
                  <a:lnTo>
                    <a:pt x="306189" y="11303"/>
                  </a:lnTo>
                  <a:lnTo>
                    <a:pt x="306189" y="12312"/>
                  </a:lnTo>
                  <a:lnTo>
                    <a:pt x="306627" y="14499"/>
                  </a:lnTo>
                  <a:lnTo>
                    <a:pt x="307064" y="19141"/>
                  </a:lnTo>
                  <a:lnTo>
                    <a:pt x="305483" y="19141"/>
                  </a:lnTo>
                  <a:lnTo>
                    <a:pt x="303901" y="20285"/>
                  </a:lnTo>
                  <a:lnTo>
                    <a:pt x="303026" y="22034"/>
                  </a:lnTo>
                  <a:lnTo>
                    <a:pt x="304036" y="24221"/>
                  </a:lnTo>
                  <a:lnTo>
                    <a:pt x="306223" y="25970"/>
                  </a:lnTo>
                  <a:lnTo>
                    <a:pt x="306088" y="27282"/>
                  </a:lnTo>
                  <a:lnTo>
                    <a:pt x="304338" y="29031"/>
                  </a:lnTo>
                  <a:lnTo>
                    <a:pt x="305651" y="30175"/>
                  </a:lnTo>
                  <a:lnTo>
                    <a:pt x="304944" y="31487"/>
                  </a:lnTo>
                  <a:lnTo>
                    <a:pt x="303362" y="33673"/>
                  </a:lnTo>
                  <a:lnTo>
                    <a:pt x="304944" y="36432"/>
                  </a:lnTo>
                  <a:lnTo>
                    <a:pt x="306896" y="38618"/>
                  </a:lnTo>
                  <a:lnTo>
                    <a:pt x="307973" y="40939"/>
                  </a:lnTo>
                  <a:lnTo>
                    <a:pt x="307973" y="43698"/>
                  </a:lnTo>
                  <a:lnTo>
                    <a:pt x="306088" y="44573"/>
                  </a:lnTo>
                  <a:lnTo>
                    <a:pt x="304204" y="46322"/>
                  </a:lnTo>
                  <a:lnTo>
                    <a:pt x="302757" y="49652"/>
                  </a:lnTo>
                  <a:lnTo>
                    <a:pt x="302757" y="51536"/>
                  </a:lnTo>
                  <a:lnTo>
                    <a:pt x="304136" y="53722"/>
                  </a:lnTo>
                  <a:lnTo>
                    <a:pt x="305381" y="56044"/>
                  </a:lnTo>
                  <a:cubicBezTo>
                    <a:pt x="305381" y="56044"/>
                    <a:pt x="307266" y="58499"/>
                    <a:pt x="306829" y="59071"/>
                  </a:cubicBezTo>
                  <a:cubicBezTo>
                    <a:pt x="306391" y="59643"/>
                    <a:pt x="307266" y="59643"/>
                    <a:pt x="306829" y="59946"/>
                  </a:cubicBezTo>
                  <a:cubicBezTo>
                    <a:pt x="306391" y="60248"/>
                    <a:pt x="304810" y="61089"/>
                    <a:pt x="303800" y="60821"/>
                  </a:cubicBezTo>
                  <a:cubicBezTo>
                    <a:pt x="302790" y="60551"/>
                    <a:pt x="301915" y="61224"/>
                    <a:pt x="301343" y="60955"/>
                  </a:cubicBezTo>
                  <a:cubicBezTo>
                    <a:pt x="300771" y="60652"/>
                    <a:pt x="298449" y="60955"/>
                    <a:pt x="298449" y="60955"/>
                  </a:cubicBezTo>
                  <a:lnTo>
                    <a:pt x="297439" y="60955"/>
                  </a:lnTo>
                  <a:lnTo>
                    <a:pt x="295420" y="61830"/>
                  </a:lnTo>
                  <a:cubicBezTo>
                    <a:pt x="295420" y="61830"/>
                    <a:pt x="295689" y="63848"/>
                    <a:pt x="295857" y="64453"/>
                  </a:cubicBezTo>
                  <a:cubicBezTo>
                    <a:pt x="295992" y="65025"/>
                    <a:pt x="296430" y="66909"/>
                    <a:pt x="296430" y="66909"/>
                  </a:cubicBezTo>
                  <a:cubicBezTo>
                    <a:pt x="296430" y="66909"/>
                    <a:pt x="297439" y="70374"/>
                    <a:pt x="297439" y="70811"/>
                  </a:cubicBezTo>
                  <a:cubicBezTo>
                    <a:pt x="297439" y="71249"/>
                    <a:pt x="298449" y="73704"/>
                    <a:pt x="298449" y="73704"/>
                  </a:cubicBezTo>
                  <a:lnTo>
                    <a:pt x="299324" y="77472"/>
                  </a:lnTo>
                  <a:lnTo>
                    <a:pt x="299324" y="80365"/>
                  </a:lnTo>
                  <a:lnTo>
                    <a:pt x="296867" y="83561"/>
                  </a:lnTo>
                  <a:lnTo>
                    <a:pt x="295420" y="86588"/>
                  </a:lnTo>
                  <a:lnTo>
                    <a:pt x="293232" y="91063"/>
                  </a:lnTo>
                  <a:lnTo>
                    <a:pt x="291348" y="93249"/>
                  </a:lnTo>
                  <a:lnTo>
                    <a:pt x="289598" y="95705"/>
                  </a:lnTo>
                  <a:cubicBezTo>
                    <a:pt x="289598" y="95705"/>
                    <a:pt x="288285" y="97151"/>
                    <a:pt x="287410" y="97589"/>
                  </a:cubicBezTo>
                  <a:cubicBezTo>
                    <a:pt x="286535" y="98026"/>
                    <a:pt x="284785" y="99910"/>
                    <a:pt x="284347" y="100044"/>
                  </a:cubicBezTo>
                  <a:cubicBezTo>
                    <a:pt x="283910" y="100179"/>
                    <a:pt x="281016" y="102668"/>
                    <a:pt x="281016" y="102668"/>
                  </a:cubicBezTo>
                  <a:lnTo>
                    <a:pt x="280141" y="102668"/>
                  </a:lnTo>
                  <a:lnTo>
                    <a:pt x="280141" y="105258"/>
                  </a:lnTo>
                  <a:lnTo>
                    <a:pt x="280141" y="105999"/>
                  </a:lnTo>
                  <a:lnTo>
                    <a:pt x="279265" y="108454"/>
                  </a:lnTo>
                  <a:lnTo>
                    <a:pt x="276809" y="109329"/>
                  </a:lnTo>
                  <a:cubicBezTo>
                    <a:pt x="276809" y="109329"/>
                    <a:pt x="275362" y="108891"/>
                    <a:pt x="274924" y="108757"/>
                  </a:cubicBezTo>
                  <a:cubicBezTo>
                    <a:pt x="274487" y="108622"/>
                    <a:pt x="272905" y="106738"/>
                    <a:pt x="272905" y="106738"/>
                  </a:cubicBezTo>
                  <a:lnTo>
                    <a:pt x="269842" y="105999"/>
                  </a:lnTo>
                  <a:lnTo>
                    <a:pt x="265198" y="106738"/>
                  </a:lnTo>
                  <a:cubicBezTo>
                    <a:pt x="265198" y="106738"/>
                    <a:pt x="262741" y="109329"/>
                    <a:pt x="262135" y="109329"/>
                  </a:cubicBezTo>
                  <a:cubicBezTo>
                    <a:pt x="261564" y="109329"/>
                    <a:pt x="261126" y="111650"/>
                    <a:pt x="260958" y="112222"/>
                  </a:cubicBezTo>
                  <a:cubicBezTo>
                    <a:pt x="260823" y="112794"/>
                    <a:pt x="259207" y="113971"/>
                    <a:pt x="259207" y="113971"/>
                  </a:cubicBezTo>
                  <a:lnTo>
                    <a:pt x="259207" y="118008"/>
                  </a:lnTo>
                  <a:lnTo>
                    <a:pt x="255876" y="121035"/>
                  </a:lnTo>
                  <a:lnTo>
                    <a:pt x="251534" y="120766"/>
                  </a:lnTo>
                  <a:lnTo>
                    <a:pt x="248640" y="118882"/>
                  </a:lnTo>
                  <a:lnTo>
                    <a:pt x="247900" y="116561"/>
                  </a:lnTo>
                  <a:lnTo>
                    <a:pt x="245443" y="116561"/>
                  </a:lnTo>
                  <a:lnTo>
                    <a:pt x="241976" y="117436"/>
                  </a:lnTo>
                  <a:lnTo>
                    <a:pt x="237904" y="118445"/>
                  </a:lnTo>
                  <a:lnTo>
                    <a:pt x="236592" y="119892"/>
                  </a:lnTo>
                  <a:lnTo>
                    <a:pt x="235717" y="121035"/>
                  </a:lnTo>
                  <a:lnTo>
                    <a:pt x="234135" y="122785"/>
                  </a:lnTo>
                  <a:lnTo>
                    <a:pt x="233125" y="124366"/>
                  </a:lnTo>
                  <a:lnTo>
                    <a:pt x="233125" y="127831"/>
                  </a:lnTo>
                  <a:lnTo>
                    <a:pt x="233125" y="128571"/>
                  </a:lnTo>
                  <a:cubicBezTo>
                    <a:pt x="233125" y="128571"/>
                    <a:pt x="231880" y="130152"/>
                    <a:pt x="231442" y="130454"/>
                  </a:cubicBezTo>
                  <a:cubicBezTo>
                    <a:pt x="231005" y="130757"/>
                    <a:pt x="228346" y="132776"/>
                    <a:pt x="228043" y="133348"/>
                  </a:cubicBezTo>
                  <a:cubicBezTo>
                    <a:pt x="227740" y="133919"/>
                    <a:pt x="224409" y="133482"/>
                    <a:pt x="223836" y="133482"/>
                  </a:cubicBezTo>
                  <a:cubicBezTo>
                    <a:pt x="223265" y="133482"/>
                    <a:pt x="221817" y="131733"/>
                    <a:pt x="221817" y="131733"/>
                  </a:cubicBezTo>
                  <a:lnTo>
                    <a:pt x="220942" y="129849"/>
                  </a:lnTo>
                  <a:lnTo>
                    <a:pt x="220067" y="126956"/>
                  </a:lnTo>
                  <a:lnTo>
                    <a:pt x="218351" y="126956"/>
                  </a:lnTo>
                  <a:lnTo>
                    <a:pt x="215456" y="126956"/>
                  </a:lnTo>
                  <a:lnTo>
                    <a:pt x="214447" y="128974"/>
                  </a:lnTo>
                  <a:lnTo>
                    <a:pt x="212865" y="131161"/>
                  </a:lnTo>
                  <a:lnTo>
                    <a:pt x="210846" y="133179"/>
                  </a:lnTo>
                  <a:lnTo>
                    <a:pt x="207985" y="134828"/>
                  </a:lnTo>
                  <a:lnTo>
                    <a:pt x="205057" y="133953"/>
                  </a:lnTo>
                  <a:lnTo>
                    <a:pt x="200918" y="133045"/>
                  </a:lnTo>
                  <a:cubicBezTo>
                    <a:pt x="200918" y="133045"/>
                    <a:pt x="196576" y="132507"/>
                    <a:pt x="196341" y="132507"/>
                  </a:cubicBezTo>
                  <a:cubicBezTo>
                    <a:pt x="196105" y="132507"/>
                    <a:pt x="191124" y="132607"/>
                    <a:pt x="191124" y="132607"/>
                  </a:cubicBezTo>
                  <a:lnTo>
                    <a:pt x="185908" y="131968"/>
                  </a:lnTo>
                  <a:lnTo>
                    <a:pt x="178639" y="132338"/>
                  </a:lnTo>
                  <a:lnTo>
                    <a:pt x="174735" y="131195"/>
                  </a:lnTo>
                  <a:lnTo>
                    <a:pt x="174028" y="129883"/>
                  </a:lnTo>
                  <a:lnTo>
                    <a:pt x="170696" y="128739"/>
                  </a:lnTo>
                  <a:lnTo>
                    <a:pt x="167364" y="127999"/>
                  </a:lnTo>
                  <a:lnTo>
                    <a:pt x="164470" y="128739"/>
                  </a:lnTo>
                  <a:lnTo>
                    <a:pt x="161879" y="128739"/>
                  </a:lnTo>
                  <a:lnTo>
                    <a:pt x="160566" y="129748"/>
                  </a:lnTo>
                  <a:lnTo>
                    <a:pt x="160700" y="130623"/>
                  </a:lnTo>
                  <a:lnTo>
                    <a:pt x="160566" y="133078"/>
                  </a:lnTo>
                  <a:lnTo>
                    <a:pt x="159388" y="134828"/>
                  </a:lnTo>
                  <a:lnTo>
                    <a:pt x="158378" y="136577"/>
                  </a:lnTo>
                  <a:lnTo>
                    <a:pt x="158378" y="137317"/>
                  </a:lnTo>
                  <a:lnTo>
                    <a:pt x="159018" y="139638"/>
                  </a:lnTo>
                  <a:lnTo>
                    <a:pt x="160095" y="141522"/>
                  </a:lnTo>
                  <a:lnTo>
                    <a:pt x="160970" y="143708"/>
                  </a:lnTo>
                  <a:lnTo>
                    <a:pt x="161845" y="147039"/>
                  </a:lnTo>
                  <a:lnTo>
                    <a:pt x="161845" y="149663"/>
                  </a:lnTo>
                  <a:lnTo>
                    <a:pt x="160600" y="151244"/>
                  </a:lnTo>
                  <a:lnTo>
                    <a:pt x="158345" y="151378"/>
                  </a:lnTo>
                  <a:lnTo>
                    <a:pt x="155585" y="150235"/>
                  </a:lnTo>
                  <a:lnTo>
                    <a:pt x="152253" y="149663"/>
                  </a:lnTo>
                  <a:lnTo>
                    <a:pt x="147171" y="149663"/>
                  </a:lnTo>
                  <a:lnTo>
                    <a:pt x="141383" y="150975"/>
                  </a:lnTo>
                  <a:lnTo>
                    <a:pt x="137176" y="153598"/>
                  </a:lnTo>
                  <a:lnTo>
                    <a:pt x="132969" y="158678"/>
                  </a:lnTo>
                  <a:lnTo>
                    <a:pt x="130950" y="160427"/>
                  </a:lnTo>
                  <a:cubicBezTo>
                    <a:pt x="130950" y="160427"/>
                    <a:pt x="129200" y="162614"/>
                    <a:pt x="128762" y="162614"/>
                  </a:cubicBezTo>
                  <a:cubicBezTo>
                    <a:pt x="128325" y="162614"/>
                    <a:pt x="126003" y="165070"/>
                    <a:pt x="126003" y="165070"/>
                  </a:cubicBezTo>
                  <a:cubicBezTo>
                    <a:pt x="126003" y="165070"/>
                    <a:pt x="124118" y="166819"/>
                    <a:pt x="123546" y="166819"/>
                  </a:cubicBezTo>
                  <a:cubicBezTo>
                    <a:pt x="122974" y="166819"/>
                    <a:pt x="122536" y="168131"/>
                    <a:pt x="122536" y="168131"/>
                  </a:cubicBezTo>
                  <a:lnTo>
                    <a:pt x="120517" y="169880"/>
                  </a:lnTo>
                  <a:lnTo>
                    <a:pt x="118329" y="171461"/>
                  </a:lnTo>
                  <a:lnTo>
                    <a:pt x="118329" y="174085"/>
                  </a:lnTo>
                  <a:lnTo>
                    <a:pt x="117959" y="176103"/>
                  </a:lnTo>
                  <a:cubicBezTo>
                    <a:pt x="117959" y="176103"/>
                    <a:pt x="116882" y="177550"/>
                    <a:pt x="116310" y="177685"/>
                  </a:cubicBezTo>
                  <a:cubicBezTo>
                    <a:pt x="115738" y="177819"/>
                    <a:pt x="114426" y="178997"/>
                    <a:pt x="113853" y="179266"/>
                  </a:cubicBezTo>
                  <a:cubicBezTo>
                    <a:pt x="113281" y="179568"/>
                    <a:pt x="112709" y="180006"/>
                    <a:pt x="112709" y="180006"/>
                  </a:cubicBezTo>
                  <a:lnTo>
                    <a:pt x="108805" y="182764"/>
                  </a:lnTo>
                  <a:lnTo>
                    <a:pt x="108233" y="182764"/>
                  </a:lnTo>
                  <a:cubicBezTo>
                    <a:pt x="108233" y="182764"/>
                    <a:pt x="104598" y="182831"/>
                    <a:pt x="104026" y="183134"/>
                  </a:cubicBezTo>
                  <a:cubicBezTo>
                    <a:pt x="103454" y="183437"/>
                    <a:pt x="101401" y="182630"/>
                    <a:pt x="100829" y="182764"/>
                  </a:cubicBezTo>
                  <a:cubicBezTo>
                    <a:pt x="100257" y="182899"/>
                    <a:pt x="99819" y="183639"/>
                    <a:pt x="99247" y="183639"/>
                  </a:cubicBezTo>
                  <a:cubicBezTo>
                    <a:pt x="98675" y="183639"/>
                    <a:pt x="95209" y="185388"/>
                    <a:pt x="93593" y="185522"/>
                  </a:cubicBezTo>
                  <a:cubicBezTo>
                    <a:pt x="91978" y="185657"/>
                    <a:pt x="89656" y="186229"/>
                    <a:pt x="89656" y="186229"/>
                  </a:cubicBezTo>
                  <a:cubicBezTo>
                    <a:pt x="89656" y="186229"/>
                    <a:pt x="82285" y="186229"/>
                    <a:pt x="81848" y="186229"/>
                  </a:cubicBezTo>
                  <a:cubicBezTo>
                    <a:pt x="81410" y="186229"/>
                    <a:pt x="76934" y="186801"/>
                    <a:pt x="76934" y="186801"/>
                  </a:cubicBezTo>
                  <a:lnTo>
                    <a:pt x="72155" y="189391"/>
                  </a:lnTo>
                  <a:lnTo>
                    <a:pt x="68521" y="193159"/>
                  </a:lnTo>
                  <a:cubicBezTo>
                    <a:pt x="68521" y="193159"/>
                    <a:pt x="65761" y="194740"/>
                    <a:pt x="65189" y="194740"/>
                  </a:cubicBezTo>
                  <a:cubicBezTo>
                    <a:pt x="64617" y="194740"/>
                    <a:pt x="62429" y="195312"/>
                    <a:pt x="61992" y="195884"/>
                  </a:cubicBezTo>
                  <a:cubicBezTo>
                    <a:pt x="61554" y="196455"/>
                    <a:pt x="59972" y="195581"/>
                    <a:pt x="59400" y="195884"/>
                  </a:cubicBezTo>
                  <a:cubicBezTo>
                    <a:pt x="58828" y="196186"/>
                    <a:pt x="56068" y="195884"/>
                    <a:pt x="55463" y="195884"/>
                  </a:cubicBezTo>
                  <a:cubicBezTo>
                    <a:pt x="54891" y="195884"/>
                    <a:pt x="51828" y="196186"/>
                    <a:pt x="51256" y="196590"/>
                  </a:cubicBezTo>
                  <a:cubicBezTo>
                    <a:pt x="50684" y="197027"/>
                    <a:pt x="50246" y="196590"/>
                    <a:pt x="49674" y="196590"/>
                  </a:cubicBezTo>
                  <a:cubicBezTo>
                    <a:pt x="49102" y="196590"/>
                    <a:pt x="47924" y="199920"/>
                    <a:pt x="47487" y="200358"/>
                  </a:cubicBezTo>
                  <a:cubicBezTo>
                    <a:pt x="47049" y="200795"/>
                    <a:pt x="46174" y="202679"/>
                    <a:pt x="45736" y="203116"/>
                  </a:cubicBezTo>
                  <a:cubicBezTo>
                    <a:pt x="45299" y="203553"/>
                    <a:pt x="42539" y="205437"/>
                    <a:pt x="42539" y="205437"/>
                  </a:cubicBezTo>
                  <a:cubicBezTo>
                    <a:pt x="42539" y="205437"/>
                    <a:pt x="40655" y="207018"/>
                    <a:pt x="40217" y="207456"/>
                  </a:cubicBezTo>
                  <a:cubicBezTo>
                    <a:pt x="39780" y="207893"/>
                    <a:pt x="34563" y="209911"/>
                    <a:pt x="33688" y="210315"/>
                  </a:cubicBezTo>
                  <a:cubicBezTo>
                    <a:pt x="32813" y="210685"/>
                    <a:pt x="28606" y="210517"/>
                    <a:pt x="28606" y="210517"/>
                  </a:cubicBezTo>
                  <a:cubicBezTo>
                    <a:pt x="28606" y="210517"/>
                    <a:pt x="22649" y="210080"/>
                    <a:pt x="22077" y="210517"/>
                  </a:cubicBezTo>
                  <a:cubicBezTo>
                    <a:pt x="21505" y="210954"/>
                    <a:pt x="16558" y="210517"/>
                    <a:pt x="16558" y="210517"/>
                  </a:cubicBezTo>
                  <a:lnTo>
                    <a:pt x="11342" y="210517"/>
                  </a:lnTo>
                  <a:lnTo>
                    <a:pt x="9591" y="210517"/>
                  </a:lnTo>
                  <a:cubicBezTo>
                    <a:pt x="9591" y="210517"/>
                    <a:pt x="4947" y="210517"/>
                    <a:pt x="3938" y="210517"/>
                  </a:cubicBezTo>
                  <a:cubicBezTo>
                    <a:pt x="2928" y="210517"/>
                    <a:pt x="740" y="212905"/>
                    <a:pt x="740" y="212905"/>
                  </a:cubicBezTo>
                  <a:lnTo>
                    <a:pt x="0" y="214856"/>
                  </a:lnTo>
                  <a:cubicBezTo>
                    <a:pt x="0" y="214856"/>
                    <a:pt x="0" y="219061"/>
                    <a:pt x="0" y="219633"/>
                  </a:cubicBezTo>
                  <a:cubicBezTo>
                    <a:pt x="0" y="220205"/>
                    <a:pt x="1582" y="221954"/>
                    <a:pt x="1582" y="221954"/>
                  </a:cubicBezTo>
                  <a:lnTo>
                    <a:pt x="5216" y="226462"/>
                  </a:lnTo>
                  <a:lnTo>
                    <a:pt x="9693" y="231104"/>
                  </a:lnTo>
                  <a:lnTo>
                    <a:pt x="11442" y="233123"/>
                  </a:lnTo>
                  <a:lnTo>
                    <a:pt x="14774" y="236318"/>
                  </a:lnTo>
                  <a:lnTo>
                    <a:pt x="16491" y="238505"/>
                  </a:lnTo>
                  <a:lnTo>
                    <a:pt x="15481" y="240086"/>
                  </a:lnTo>
                  <a:lnTo>
                    <a:pt x="14774" y="241835"/>
                  </a:lnTo>
                  <a:lnTo>
                    <a:pt x="12183" y="241835"/>
                  </a:lnTo>
                  <a:cubicBezTo>
                    <a:pt x="12183" y="241835"/>
                    <a:pt x="9423" y="243921"/>
                    <a:pt x="8414" y="244089"/>
                  </a:cubicBezTo>
                  <a:cubicBezTo>
                    <a:pt x="7404" y="244224"/>
                    <a:pt x="8414" y="245031"/>
                    <a:pt x="8414" y="245031"/>
                  </a:cubicBezTo>
                  <a:lnTo>
                    <a:pt x="10164" y="248227"/>
                  </a:lnTo>
                  <a:lnTo>
                    <a:pt x="12048" y="250683"/>
                  </a:lnTo>
                  <a:cubicBezTo>
                    <a:pt x="12048" y="250683"/>
                    <a:pt x="15077" y="252264"/>
                    <a:pt x="15683" y="252432"/>
                  </a:cubicBezTo>
                  <a:cubicBezTo>
                    <a:pt x="16255" y="252566"/>
                    <a:pt x="19452" y="253306"/>
                    <a:pt x="19890" y="253576"/>
                  </a:cubicBezTo>
                  <a:cubicBezTo>
                    <a:pt x="20327" y="253878"/>
                    <a:pt x="23222" y="254147"/>
                    <a:pt x="24534" y="254753"/>
                  </a:cubicBezTo>
                  <a:cubicBezTo>
                    <a:pt x="25847" y="255325"/>
                    <a:pt x="27428" y="256502"/>
                    <a:pt x="27428" y="256502"/>
                  </a:cubicBezTo>
                  <a:cubicBezTo>
                    <a:pt x="27428" y="256502"/>
                    <a:pt x="28573" y="257511"/>
                    <a:pt x="29178" y="257814"/>
                  </a:cubicBezTo>
                  <a:cubicBezTo>
                    <a:pt x="29751" y="258117"/>
                    <a:pt x="31198" y="259833"/>
                    <a:pt x="31366" y="260404"/>
                  </a:cubicBezTo>
                  <a:cubicBezTo>
                    <a:pt x="31501" y="260976"/>
                    <a:pt x="31231" y="261851"/>
                    <a:pt x="31231" y="261851"/>
                  </a:cubicBezTo>
                  <a:cubicBezTo>
                    <a:pt x="31231" y="261851"/>
                    <a:pt x="29347" y="264609"/>
                    <a:pt x="28775" y="264878"/>
                  </a:cubicBezTo>
                  <a:cubicBezTo>
                    <a:pt x="28203" y="265181"/>
                    <a:pt x="25712" y="266460"/>
                    <a:pt x="25140" y="266762"/>
                  </a:cubicBezTo>
                  <a:cubicBezTo>
                    <a:pt x="24568" y="267065"/>
                    <a:pt x="22380" y="269083"/>
                    <a:pt x="21371" y="270093"/>
                  </a:cubicBezTo>
                  <a:cubicBezTo>
                    <a:pt x="20361" y="271102"/>
                    <a:pt x="19923" y="272414"/>
                    <a:pt x="19923" y="272986"/>
                  </a:cubicBezTo>
                  <a:cubicBezTo>
                    <a:pt x="19923" y="273558"/>
                    <a:pt x="20664" y="275576"/>
                    <a:pt x="20933" y="276013"/>
                  </a:cubicBezTo>
                  <a:cubicBezTo>
                    <a:pt x="21236" y="276451"/>
                    <a:pt x="23525" y="278334"/>
                    <a:pt x="23525" y="278334"/>
                  </a:cubicBezTo>
                  <a:lnTo>
                    <a:pt x="28741" y="278334"/>
                  </a:lnTo>
                  <a:lnTo>
                    <a:pt x="32376" y="281799"/>
                  </a:lnTo>
                  <a:cubicBezTo>
                    <a:pt x="32376" y="281799"/>
                    <a:pt x="29481" y="284995"/>
                    <a:pt x="29044" y="285130"/>
                  </a:cubicBezTo>
                  <a:cubicBezTo>
                    <a:pt x="28606" y="285264"/>
                    <a:pt x="28034" y="286139"/>
                    <a:pt x="28034" y="286139"/>
                  </a:cubicBezTo>
                  <a:lnTo>
                    <a:pt x="26149" y="287888"/>
                  </a:lnTo>
                  <a:lnTo>
                    <a:pt x="26149" y="290916"/>
                  </a:lnTo>
                  <a:lnTo>
                    <a:pt x="27159" y="293237"/>
                  </a:lnTo>
                  <a:cubicBezTo>
                    <a:pt x="27159" y="293237"/>
                    <a:pt x="29044" y="294246"/>
                    <a:pt x="29481" y="293977"/>
                  </a:cubicBezTo>
                  <a:cubicBezTo>
                    <a:pt x="29919" y="293674"/>
                    <a:pt x="32241" y="293977"/>
                    <a:pt x="32241" y="293977"/>
                  </a:cubicBezTo>
                  <a:lnTo>
                    <a:pt x="37895" y="293977"/>
                  </a:lnTo>
                  <a:lnTo>
                    <a:pt x="39342" y="295356"/>
                  </a:lnTo>
                  <a:cubicBezTo>
                    <a:pt x="39342" y="295356"/>
                    <a:pt x="43246" y="299191"/>
                    <a:pt x="43549" y="299763"/>
                  </a:cubicBezTo>
                  <a:cubicBezTo>
                    <a:pt x="43852" y="300335"/>
                    <a:pt x="46107" y="302656"/>
                    <a:pt x="46107" y="302656"/>
                  </a:cubicBezTo>
                  <a:lnTo>
                    <a:pt x="46174" y="306861"/>
                  </a:lnTo>
                  <a:cubicBezTo>
                    <a:pt x="46174" y="306861"/>
                    <a:pt x="46039" y="311200"/>
                    <a:pt x="46174" y="311772"/>
                  </a:cubicBezTo>
                  <a:cubicBezTo>
                    <a:pt x="46309" y="312344"/>
                    <a:pt x="49641" y="316549"/>
                    <a:pt x="49641" y="316549"/>
                  </a:cubicBezTo>
                  <a:lnTo>
                    <a:pt x="52097" y="316549"/>
                  </a:lnTo>
                  <a:lnTo>
                    <a:pt x="53612" y="318130"/>
                  </a:lnTo>
                  <a:cubicBezTo>
                    <a:pt x="53612" y="318130"/>
                    <a:pt x="56943" y="320216"/>
                    <a:pt x="57011" y="320451"/>
                  </a:cubicBezTo>
                  <a:cubicBezTo>
                    <a:pt x="57078" y="320687"/>
                    <a:pt x="61352" y="324286"/>
                    <a:pt x="61554" y="324421"/>
                  </a:cubicBezTo>
                  <a:cubicBezTo>
                    <a:pt x="61790" y="324555"/>
                    <a:pt x="65626" y="327818"/>
                    <a:pt x="65828" y="327953"/>
                  </a:cubicBezTo>
                  <a:cubicBezTo>
                    <a:pt x="66064" y="328087"/>
                    <a:pt x="67848" y="332023"/>
                    <a:pt x="67915" y="332225"/>
                  </a:cubicBezTo>
                  <a:cubicBezTo>
                    <a:pt x="67982" y="332427"/>
                    <a:pt x="68420" y="337136"/>
                    <a:pt x="68420" y="337136"/>
                  </a:cubicBezTo>
                  <a:lnTo>
                    <a:pt x="67848" y="339962"/>
                  </a:lnTo>
                  <a:cubicBezTo>
                    <a:pt x="67848" y="339962"/>
                    <a:pt x="67848" y="345109"/>
                    <a:pt x="67848" y="345378"/>
                  </a:cubicBezTo>
                  <a:cubicBezTo>
                    <a:pt x="67848" y="345681"/>
                    <a:pt x="67848" y="348641"/>
                    <a:pt x="67848" y="348641"/>
                  </a:cubicBezTo>
                  <a:lnTo>
                    <a:pt x="67848" y="352779"/>
                  </a:lnTo>
                  <a:lnTo>
                    <a:pt x="65223" y="356513"/>
                  </a:lnTo>
                  <a:lnTo>
                    <a:pt x="62093" y="361222"/>
                  </a:lnTo>
                  <a:cubicBezTo>
                    <a:pt x="63506" y="360180"/>
                    <a:pt x="65021" y="359170"/>
                    <a:pt x="65021" y="359170"/>
                  </a:cubicBezTo>
                  <a:cubicBezTo>
                    <a:pt x="65021" y="359170"/>
                    <a:pt x="66972" y="359271"/>
                    <a:pt x="66972" y="359709"/>
                  </a:cubicBezTo>
                  <a:cubicBezTo>
                    <a:pt x="66972" y="360146"/>
                    <a:pt x="67949" y="361761"/>
                    <a:pt x="67949" y="361761"/>
                  </a:cubicBezTo>
                  <a:cubicBezTo>
                    <a:pt x="67949" y="361761"/>
                    <a:pt x="69025" y="363846"/>
                    <a:pt x="69665" y="365125"/>
                  </a:cubicBezTo>
                  <a:cubicBezTo>
                    <a:pt x="70304" y="366437"/>
                    <a:pt x="72391" y="370339"/>
                    <a:pt x="72694" y="370978"/>
                  </a:cubicBezTo>
                  <a:cubicBezTo>
                    <a:pt x="73030" y="371617"/>
                    <a:pt x="75622" y="375654"/>
                    <a:pt x="75622" y="375654"/>
                  </a:cubicBezTo>
                  <a:lnTo>
                    <a:pt x="77910" y="378143"/>
                  </a:lnTo>
                  <a:cubicBezTo>
                    <a:pt x="77910" y="378143"/>
                    <a:pt x="79862" y="382718"/>
                    <a:pt x="80300" y="383794"/>
                  </a:cubicBezTo>
                  <a:cubicBezTo>
                    <a:pt x="80737" y="384871"/>
                    <a:pt x="84641" y="391296"/>
                    <a:pt x="84978" y="391599"/>
                  </a:cubicBezTo>
                  <a:cubicBezTo>
                    <a:pt x="85314" y="391935"/>
                    <a:pt x="86492" y="395838"/>
                    <a:pt x="86492" y="395838"/>
                  </a:cubicBezTo>
                  <a:lnTo>
                    <a:pt x="85752" y="400513"/>
                  </a:lnTo>
                  <a:lnTo>
                    <a:pt x="86492" y="405088"/>
                  </a:lnTo>
                  <a:lnTo>
                    <a:pt x="88680" y="408789"/>
                  </a:lnTo>
                  <a:lnTo>
                    <a:pt x="96521" y="410538"/>
                  </a:lnTo>
                  <a:lnTo>
                    <a:pt x="102377" y="415315"/>
                  </a:lnTo>
                  <a:lnTo>
                    <a:pt x="104767" y="419015"/>
                  </a:lnTo>
                  <a:lnTo>
                    <a:pt x="106517" y="424431"/>
                  </a:lnTo>
                  <a:lnTo>
                    <a:pt x="107829" y="427022"/>
                  </a:lnTo>
                  <a:lnTo>
                    <a:pt x="109142" y="429410"/>
                  </a:lnTo>
                  <a:cubicBezTo>
                    <a:pt x="109142" y="429410"/>
                    <a:pt x="110656" y="431798"/>
                    <a:pt x="111531" y="431798"/>
                  </a:cubicBezTo>
                  <a:cubicBezTo>
                    <a:pt x="112406" y="431798"/>
                    <a:pt x="115873" y="433110"/>
                    <a:pt x="115873" y="433110"/>
                  </a:cubicBezTo>
                  <a:cubicBezTo>
                    <a:pt x="115873" y="433110"/>
                    <a:pt x="121527" y="434187"/>
                    <a:pt x="122402" y="434624"/>
                  </a:cubicBezTo>
                  <a:cubicBezTo>
                    <a:pt x="123277" y="435061"/>
                    <a:pt x="125229" y="435499"/>
                    <a:pt x="126104" y="435263"/>
                  </a:cubicBezTo>
                  <a:cubicBezTo>
                    <a:pt x="126979" y="435061"/>
                    <a:pt x="128056" y="433749"/>
                    <a:pt x="128056" y="433749"/>
                  </a:cubicBezTo>
                  <a:lnTo>
                    <a:pt x="131758" y="433312"/>
                  </a:lnTo>
                  <a:lnTo>
                    <a:pt x="133070" y="433749"/>
                  </a:lnTo>
                  <a:cubicBezTo>
                    <a:pt x="134147" y="435701"/>
                    <a:pt x="135022" y="437450"/>
                    <a:pt x="135022" y="437450"/>
                  </a:cubicBezTo>
                  <a:lnTo>
                    <a:pt x="136772" y="442025"/>
                  </a:lnTo>
                  <a:lnTo>
                    <a:pt x="138085" y="443976"/>
                  </a:lnTo>
                  <a:cubicBezTo>
                    <a:pt x="138085" y="443976"/>
                    <a:pt x="139162" y="444178"/>
                    <a:pt x="140272" y="445052"/>
                  </a:cubicBezTo>
                  <a:cubicBezTo>
                    <a:pt x="141349" y="445927"/>
                    <a:pt x="143099" y="445927"/>
                    <a:pt x="143099" y="445927"/>
                  </a:cubicBezTo>
                  <a:cubicBezTo>
                    <a:pt x="143099" y="445927"/>
                    <a:pt x="144614" y="446129"/>
                    <a:pt x="145051" y="446802"/>
                  </a:cubicBezTo>
                  <a:cubicBezTo>
                    <a:pt x="145488" y="447441"/>
                    <a:pt x="149830" y="448114"/>
                    <a:pt x="149830" y="448114"/>
                  </a:cubicBezTo>
                  <a:lnTo>
                    <a:pt x="151143" y="448753"/>
                  </a:lnTo>
                  <a:cubicBezTo>
                    <a:pt x="151143" y="448753"/>
                    <a:pt x="152219" y="449392"/>
                    <a:pt x="153330" y="449392"/>
                  </a:cubicBezTo>
                  <a:cubicBezTo>
                    <a:pt x="154407" y="449392"/>
                    <a:pt x="158345" y="450468"/>
                    <a:pt x="158345" y="450468"/>
                  </a:cubicBezTo>
                  <a:lnTo>
                    <a:pt x="160936" y="451107"/>
                  </a:lnTo>
                  <a:lnTo>
                    <a:pt x="162888" y="452419"/>
                  </a:lnTo>
                  <a:lnTo>
                    <a:pt x="164638" y="455245"/>
                  </a:lnTo>
                  <a:lnTo>
                    <a:pt x="167465" y="456120"/>
                  </a:lnTo>
                  <a:lnTo>
                    <a:pt x="170932" y="457869"/>
                  </a:lnTo>
                  <a:cubicBezTo>
                    <a:pt x="170932" y="457869"/>
                    <a:pt x="174398" y="458508"/>
                    <a:pt x="175071" y="458744"/>
                  </a:cubicBezTo>
                  <a:cubicBezTo>
                    <a:pt x="175711" y="458946"/>
                    <a:pt x="177259" y="458946"/>
                    <a:pt x="177898" y="458946"/>
                  </a:cubicBezTo>
                  <a:cubicBezTo>
                    <a:pt x="178538" y="458946"/>
                    <a:pt x="179210" y="458306"/>
                    <a:pt x="179850" y="459585"/>
                  </a:cubicBezTo>
                  <a:cubicBezTo>
                    <a:pt x="180489" y="460897"/>
                    <a:pt x="182442" y="461435"/>
                    <a:pt x="182677" y="462074"/>
                  </a:cubicBezTo>
                  <a:cubicBezTo>
                    <a:pt x="182879" y="462713"/>
                    <a:pt x="185066" y="464126"/>
                    <a:pt x="185066" y="464126"/>
                  </a:cubicBezTo>
                  <a:lnTo>
                    <a:pt x="187019" y="464126"/>
                  </a:lnTo>
                  <a:cubicBezTo>
                    <a:pt x="187019" y="464126"/>
                    <a:pt x="189845" y="464765"/>
                    <a:pt x="190485" y="464765"/>
                  </a:cubicBezTo>
                  <a:cubicBezTo>
                    <a:pt x="191124" y="464765"/>
                    <a:pt x="193312" y="463689"/>
                    <a:pt x="193312" y="463689"/>
                  </a:cubicBezTo>
                  <a:lnTo>
                    <a:pt x="195264" y="463049"/>
                  </a:lnTo>
                  <a:lnTo>
                    <a:pt x="198326" y="461738"/>
                  </a:lnTo>
                  <a:cubicBezTo>
                    <a:pt x="198326" y="461738"/>
                    <a:pt x="199201" y="461300"/>
                    <a:pt x="200077" y="461300"/>
                  </a:cubicBezTo>
                  <a:cubicBezTo>
                    <a:pt x="200952" y="461300"/>
                    <a:pt x="203778" y="461838"/>
                    <a:pt x="203778" y="461838"/>
                  </a:cubicBezTo>
                  <a:lnTo>
                    <a:pt x="209870" y="460627"/>
                  </a:lnTo>
                  <a:lnTo>
                    <a:pt x="216601" y="460627"/>
                  </a:lnTo>
                  <a:lnTo>
                    <a:pt x="219192" y="459114"/>
                  </a:lnTo>
                  <a:lnTo>
                    <a:pt x="230062" y="460426"/>
                  </a:lnTo>
                  <a:lnTo>
                    <a:pt x="235077" y="460863"/>
                  </a:lnTo>
                  <a:lnTo>
                    <a:pt x="243356" y="458676"/>
                  </a:lnTo>
                  <a:cubicBezTo>
                    <a:pt x="243356" y="458676"/>
                    <a:pt x="245746" y="457600"/>
                    <a:pt x="246621" y="457365"/>
                  </a:cubicBezTo>
                  <a:cubicBezTo>
                    <a:pt x="247496" y="457163"/>
                    <a:pt x="251837" y="457365"/>
                    <a:pt x="251837" y="457365"/>
                  </a:cubicBezTo>
                  <a:lnTo>
                    <a:pt x="255539" y="457163"/>
                  </a:lnTo>
                  <a:cubicBezTo>
                    <a:pt x="255539" y="457163"/>
                    <a:pt x="259241" y="456826"/>
                    <a:pt x="260083" y="456389"/>
                  </a:cubicBezTo>
                  <a:cubicBezTo>
                    <a:pt x="260924" y="455952"/>
                    <a:pt x="264659" y="455413"/>
                    <a:pt x="264659" y="455413"/>
                  </a:cubicBezTo>
                  <a:lnTo>
                    <a:pt x="267049" y="455413"/>
                  </a:lnTo>
                  <a:cubicBezTo>
                    <a:pt x="267049" y="455413"/>
                    <a:pt x="268564" y="456288"/>
                    <a:pt x="270751" y="455851"/>
                  </a:cubicBezTo>
                  <a:cubicBezTo>
                    <a:pt x="272939" y="455413"/>
                    <a:pt x="275530" y="454774"/>
                    <a:pt x="275530" y="454774"/>
                  </a:cubicBezTo>
                  <a:lnTo>
                    <a:pt x="278357" y="453025"/>
                  </a:lnTo>
                  <a:lnTo>
                    <a:pt x="278357" y="451074"/>
                  </a:lnTo>
                  <a:lnTo>
                    <a:pt x="283573" y="451511"/>
                  </a:lnTo>
                  <a:cubicBezTo>
                    <a:pt x="283573" y="451511"/>
                    <a:pt x="284785" y="452386"/>
                    <a:pt x="284785" y="453462"/>
                  </a:cubicBezTo>
                  <a:cubicBezTo>
                    <a:pt x="284785" y="454539"/>
                    <a:pt x="283573" y="457802"/>
                    <a:pt x="283573" y="457802"/>
                  </a:cubicBezTo>
                  <a:lnTo>
                    <a:pt x="283573" y="459753"/>
                  </a:lnTo>
                  <a:cubicBezTo>
                    <a:pt x="283573" y="459753"/>
                    <a:pt x="286198" y="462780"/>
                    <a:pt x="287074" y="463218"/>
                  </a:cubicBezTo>
                  <a:cubicBezTo>
                    <a:pt x="287949" y="463655"/>
                    <a:pt x="287949" y="462343"/>
                    <a:pt x="289261" y="464294"/>
                  </a:cubicBezTo>
                  <a:cubicBezTo>
                    <a:pt x="290574" y="466245"/>
                    <a:pt x="290978" y="466918"/>
                    <a:pt x="292088" y="467322"/>
                  </a:cubicBezTo>
                  <a:cubicBezTo>
                    <a:pt x="293165" y="467759"/>
                    <a:pt x="293401" y="467322"/>
                    <a:pt x="294713" y="467961"/>
                  </a:cubicBezTo>
                  <a:cubicBezTo>
                    <a:pt x="296026" y="468600"/>
                    <a:pt x="297540" y="468600"/>
                    <a:pt x="297540" y="468600"/>
                  </a:cubicBezTo>
                  <a:lnTo>
                    <a:pt x="298853" y="467725"/>
                  </a:lnTo>
                  <a:lnTo>
                    <a:pt x="301680" y="465337"/>
                  </a:lnTo>
                  <a:lnTo>
                    <a:pt x="303430" y="463823"/>
                  </a:lnTo>
                  <a:lnTo>
                    <a:pt x="305381" y="462747"/>
                  </a:lnTo>
                  <a:lnTo>
                    <a:pt x="308410" y="461872"/>
                  </a:lnTo>
                  <a:lnTo>
                    <a:pt x="310363" y="460997"/>
                  </a:lnTo>
                  <a:cubicBezTo>
                    <a:pt x="310363" y="460997"/>
                    <a:pt x="312954" y="459685"/>
                    <a:pt x="312954" y="458811"/>
                  </a:cubicBezTo>
                  <a:cubicBezTo>
                    <a:pt x="312954" y="457936"/>
                    <a:pt x="314266" y="455985"/>
                    <a:pt x="314266" y="455985"/>
                  </a:cubicBezTo>
                  <a:cubicBezTo>
                    <a:pt x="314266" y="455985"/>
                    <a:pt x="315343" y="454236"/>
                    <a:pt x="316016" y="454034"/>
                  </a:cubicBezTo>
                  <a:cubicBezTo>
                    <a:pt x="316690" y="453832"/>
                    <a:pt x="318642" y="452285"/>
                    <a:pt x="318642" y="452285"/>
                  </a:cubicBezTo>
                  <a:cubicBezTo>
                    <a:pt x="318642" y="452285"/>
                    <a:pt x="321267" y="451410"/>
                    <a:pt x="321906" y="451410"/>
                  </a:cubicBezTo>
                  <a:cubicBezTo>
                    <a:pt x="322546" y="451410"/>
                    <a:pt x="326012" y="453597"/>
                    <a:pt x="326012" y="453597"/>
                  </a:cubicBezTo>
                  <a:cubicBezTo>
                    <a:pt x="326012" y="453597"/>
                    <a:pt x="325810" y="455783"/>
                    <a:pt x="326012" y="457062"/>
                  </a:cubicBezTo>
                  <a:cubicBezTo>
                    <a:pt x="326248" y="458374"/>
                    <a:pt x="325642" y="462915"/>
                    <a:pt x="325642" y="462915"/>
                  </a:cubicBezTo>
                  <a:lnTo>
                    <a:pt x="325372" y="466615"/>
                  </a:lnTo>
                  <a:lnTo>
                    <a:pt x="325372" y="470080"/>
                  </a:lnTo>
                  <a:lnTo>
                    <a:pt x="326079" y="472132"/>
                  </a:lnTo>
                  <a:lnTo>
                    <a:pt x="327998" y="473646"/>
                  </a:lnTo>
                  <a:lnTo>
                    <a:pt x="332776" y="477548"/>
                  </a:lnTo>
                  <a:lnTo>
                    <a:pt x="332137" y="482224"/>
                  </a:lnTo>
                  <a:lnTo>
                    <a:pt x="329848" y="484276"/>
                  </a:lnTo>
                  <a:cubicBezTo>
                    <a:pt x="329848" y="484276"/>
                    <a:pt x="328233" y="485353"/>
                    <a:pt x="327459" y="485353"/>
                  </a:cubicBezTo>
                  <a:cubicBezTo>
                    <a:pt x="326685" y="485353"/>
                    <a:pt x="325945" y="486429"/>
                    <a:pt x="325945" y="486429"/>
                  </a:cubicBezTo>
                  <a:cubicBezTo>
                    <a:pt x="325945" y="486429"/>
                    <a:pt x="325844" y="488918"/>
                    <a:pt x="326045" y="489692"/>
                  </a:cubicBezTo>
                  <a:cubicBezTo>
                    <a:pt x="326281" y="490466"/>
                    <a:pt x="329647" y="493493"/>
                    <a:pt x="330387" y="494368"/>
                  </a:cubicBezTo>
                  <a:cubicBezTo>
                    <a:pt x="331161" y="495243"/>
                    <a:pt x="334291" y="496319"/>
                    <a:pt x="334291" y="496319"/>
                  </a:cubicBezTo>
                  <a:lnTo>
                    <a:pt x="331363" y="500995"/>
                  </a:lnTo>
                  <a:lnTo>
                    <a:pt x="330589" y="503484"/>
                  </a:lnTo>
                  <a:lnTo>
                    <a:pt x="334291" y="508799"/>
                  </a:lnTo>
                  <a:lnTo>
                    <a:pt x="337454" y="510212"/>
                  </a:lnTo>
                  <a:lnTo>
                    <a:pt x="340719" y="512264"/>
                  </a:lnTo>
                  <a:lnTo>
                    <a:pt x="343546" y="515965"/>
                  </a:lnTo>
                  <a:lnTo>
                    <a:pt x="344758" y="517176"/>
                  </a:lnTo>
                  <a:cubicBezTo>
                    <a:pt x="344758" y="517176"/>
                    <a:pt x="346171" y="517815"/>
                    <a:pt x="346810" y="517815"/>
                  </a:cubicBezTo>
                  <a:cubicBezTo>
                    <a:pt x="347450" y="517815"/>
                    <a:pt x="349738" y="516301"/>
                    <a:pt x="349738" y="516301"/>
                  </a:cubicBezTo>
                  <a:cubicBezTo>
                    <a:pt x="349738" y="516301"/>
                    <a:pt x="349738" y="517815"/>
                    <a:pt x="349738" y="518690"/>
                  </a:cubicBezTo>
                  <a:cubicBezTo>
                    <a:pt x="349738" y="519564"/>
                    <a:pt x="349738" y="522154"/>
                    <a:pt x="349738" y="522154"/>
                  </a:cubicBezTo>
                  <a:lnTo>
                    <a:pt x="346676" y="525619"/>
                  </a:lnTo>
                  <a:lnTo>
                    <a:pt x="347551" y="529320"/>
                  </a:lnTo>
                  <a:lnTo>
                    <a:pt x="349738" y="530396"/>
                  </a:lnTo>
                  <a:lnTo>
                    <a:pt x="352195" y="531641"/>
                  </a:lnTo>
                  <a:cubicBezTo>
                    <a:pt x="352195" y="531641"/>
                    <a:pt x="353339" y="530766"/>
                    <a:pt x="353777" y="530632"/>
                  </a:cubicBezTo>
                  <a:cubicBezTo>
                    <a:pt x="354214" y="530497"/>
                    <a:pt x="354787" y="530497"/>
                    <a:pt x="354988" y="529320"/>
                  </a:cubicBezTo>
                  <a:cubicBezTo>
                    <a:pt x="355224" y="528176"/>
                    <a:pt x="355224" y="527806"/>
                    <a:pt x="355561" y="526729"/>
                  </a:cubicBezTo>
                  <a:cubicBezTo>
                    <a:pt x="355931" y="525653"/>
                    <a:pt x="355931" y="525417"/>
                    <a:pt x="356806" y="524475"/>
                  </a:cubicBezTo>
                  <a:cubicBezTo>
                    <a:pt x="357681" y="523534"/>
                    <a:pt x="358488" y="522592"/>
                    <a:pt x="358825" y="522020"/>
                  </a:cubicBezTo>
                  <a:cubicBezTo>
                    <a:pt x="359195" y="521448"/>
                    <a:pt x="359633" y="520641"/>
                    <a:pt x="360205" y="520271"/>
                  </a:cubicBezTo>
                  <a:cubicBezTo>
                    <a:pt x="360777" y="519901"/>
                    <a:pt x="362594" y="518320"/>
                    <a:pt x="362594" y="518017"/>
                  </a:cubicBezTo>
                  <a:cubicBezTo>
                    <a:pt x="362594" y="517714"/>
                    <a:pt x="363974" y="516133"/>
                    <a:pt x="364344" y="515124"/>
                  </a:cubicBezTo>
                  <a:cubicBezTo>
                    <a:pt x="364714" y="514115"/>
                    <a:pt x="365792" y="512668"/>
                    <a:pt x="365993" y="512533"/>
                  </a:cubicBezTo>
                  <a:cubicBezTo>
                    <a:pt x="366196" y="512399"/>
                    <a:pt x="366868" y="511726"/>
                    <a:pt x="367138" y="511726"/>
                  </a:cubicBezTo>
                  <a:cubicBezTo>
                    <a:pt x="367441" y="511726"/>
                    <a:pt x="372926" y="511659"/>
                    <a:pt x="372926" y="511659"/>
                  </a:cubicBezTo>
                  <a:lnTo>
                    <a:pt x="374677" y="512298"/>
                  </a:lnTo>
                  <a:cubicBezTo>
                    <a:pt x="374677" y="512298"/>
                    <a:pt x="376494" y="513374"/>
                    <a:pt x="377436" y="514316"/>
                  </a:cubicBezTo>
                  <a:cubicBezTo>
                    <a:pt x="378378" y="515258"/>
                    <a:pt x="381273" y="517512"/>
                    <a:pt x="381407" y="517781"/>
                  </a:cubicBezTo>
                  <a:cubicBezTo>
                    <a:pt x="381542" y="518084"/>
                    <a:pt x="384604" y="521044"/>
                    <a:pt x="384739" y="521414"/>
                  </a:cubicBezTo>
                  <a:cubicBezTo>
                    <a:pt x="384874" y="521784"/>
                    <a:pt x="386052" y="524105"/>
                    <a:pt x="387196" y="524610"/>
                  </a:cubicBezTo>
                  <a:cubicBezTo>
                    <a:pt x="388340" y="525115"/>
                    <a:pt x="390830" y="525787"/>
                    <a:pt x="392042" y="525619"/>
                  </a:cubicBezTo>
                  <a:cubicBezTo>
                    <a:pt x="393287" y="525485"/>
                    <a:pt x="398840" y="524812"/>
                    <a:pt x="399783" y="524475"/>
                  </a:cubicBezTo>
                  <a:cubicBezTo>
                    <a:pt x="400725" y="524105"/>
                    <a:pt x="403114" y="523836"/>
                    <a:pt x="404764" y="522894"/>
                  </a:cubicBezTo>
                  <a:cubicBezTo>
                    <a:pt x="406446" y="521952"/>
                    <a:pt x="408095" y="521313"/>
                    <a:pt x="408095" y="521313"/>
                  </a:cubicBezTo>
                  <a:lnTo>
                    <a:pt x="410048" y="523063"/>
                  </a:lnTo>
                  <a:lnTo>
                    <a:pt x="412639" y="524442"/>
                  </a:lnTo>
                  <a:cubicBezTo>
                    <a:pt x="412639" y="524442"/>
                    <a:pt x="413951" y="527907"/>
                    <a:pt x="413884" y="528210"/>
                  </a:cubicBezTo>
                  <a:cubicBezTo>
                    <a:pt x="413817" y="528512"/>
                    <a:pt x="414389" y="530026"/>
                    <a:pt x="413884" y="530901"/>
                  </a:cubicBezTo>
                  <a:cubicBezTo>
                    <a:pt x="413379" y="531775"/>
                    <a:pt x="413951" y="532583"/>
                    <a:pt x="413211" y="533726"/>
                  </a:cubicBezTo>
                  <a:cubicBezTo>
                    <a:pt x="412504" y="534870"/>
                    <a:pt x="412134" y="535812"/>
                    <a:pt x="411764" y="536182"/>
                  </a:cubicBezTo>
                  <a:cubicBezTo>
                    <a:pt x="411393" y="536552"/>
                    <a:pt x="410754" y="538503"/>
                    <a:pt x="410754" y="539008"/>
                  </a:cubicBezTo>
                  <a:cubicBezTo>
                    <a:pt x="410754" y="539512"/>
                    <a:pt x="410182" y="540387"/>
                    <a:pt x="411057" y="541531"/>
                  </a:cubicBezTo>
                  <a:cubicBezTo>
                    <a:pt x="411932" y="542675"/>
                    <a:pt x="412572" y="543112"/>
                    <a:pt x="414086" y="543213"/>
                  </a:cubicBezTo>
                  <a:cubicBezTo>
                    <a:pt x="415600" y="543280"/>
                    <a:pt x="419740" y="543583"/>
                    <a:pt x="420009" y="544222"/>
                  </a:cubicBezTo>
                  <a:cubicBezTo>
                    <a:pt x="420312" y="544861"/>
                    <a:pt x="423576" y="548562"/>
                    <a:pt x="424149" y="548932"/>
                  </a:cubicBezTo>
                  <a:cubicBezTo>
                    <a:pt x="424721" y="549302"/>
                    <a:pt x="428860" y="550748"/>
                    <a:pt x="429433" y="551185"/>
                  </a:cubicBezTo>
                  <a:cubicBezTo>
                    <a:pt x="430004" y="551623"/>
                    <a:pt x="433067" y="553944"/>
                    <a:pt x="433639" y="554213"/>
                  </a:cubicBezTo>
                  <a:cubicBezTo>
                    <a:pt x="434211" y="554516"/>
                    <a:pt x="438418" y="556837"/>
                    <a:pt x="439495" y="557106"/>
                  </a:cubicBezTo>
                  <a:cubicBezTo>
                    <a:pt x="440572" y="557409"/>
                    <a:pt x="443265" y="557173"/>
                    <a:pt x="443635" y="557106"/>
                  </a:cubicBezTo>
                  <a:cubicBezTo>
                    <a:pt x="444005" y="557039"/>
                    <a:pt x="448212" y="556029"/>
                    <a:pt x="449154" y="555525"/>
                  </a:cubicBezTo>
                  <a:cubicBezTo>
                    <a:pt x="450096" y="555020"/>
                    <a:pt x="454808" y="554280"/>
                    <a:pt x="455885" y="553204"/>
                  </a:cubicBezTo>
                  <a:cubicBezTo>
                    <a:pt x="456962" y="552127"/>
                    <a:pt x="460361" y="550580"/>
                    <a:pt x="460664" y="549874"/>
                  </a:cubicBezTo>
                  <a:cubicBezTo>
                    <a:pt x="460967" y="549167"/>
                    <a:pt x="463929" y="542473"/>
                    <a:pt x="463929" y="542271"/>
                  </a:cubicBezTo>
                  <a:cubicBezTo>
                    <a:pt x="463929" y="542069"/>
                    <a:pt x="465813" y="540017"/>
                    <a:pt x="465813" y="540017"/>
                  </a:cubicBezTo>
                  <a:lnTo>
                    <a:pt x="468606" y="541093"/>
                  </a:lnTo>
                  <a:lnTo>
                    <a:pt x="473082" y="543045"/>
                  </a:lnTo>
                  <a:lnTo>
                    <a:pt x="473082" y="546510"/>
                  </a:lnTo>
                  <a:lnTo>
                    <a:pt x="473082" y="551724"/>
                  </a:lnTo>
                  <a:lnTo>
                    <a:pt x="473082" y="553473"/>
                  </a:lnTo>
                  <a:lnTo>
                    <a:pt x="473082" y="556938"/>
                  </a:lnTo>
                  <a:lnTo>
                    <a:pt x="471433" y="560201"/>
                  </a:lnTo>
                  <a:lnTo>
                    <a:pt x="473082" y="562253"/>
                  </a:lnTo>
                  <a:lnTo>
                    <a:pt x="476549" y="562354"/>
                  </a:lnTo>
                  <a:lnTo>
                    <a:pt x="479275" y="561277"/>
                  </a:lnTo>
                  <a:lnTo>
                    <a:pt x="481765" y="562152"/>
                  </a:lnTo>
                  <a:lnTo>
                    <a:pt x="483515" y="561614"/>
                  </a:lnTo>
                  <a:lnTo>
                    <a:pt x="485837" y="561143"/>
                  </a:lnTo>
                  <a:lnTo>
                    <a:pt x="489035" y="556366"/>
                  </a:lnTo>
                  <a:lnTo>
                    <a:pt x="490819" y="552430"/>
                  </a:lnTo>
                  <a:close/>
                </a:path>
              </a:pathLst>
            </a:custGeom>
            <a:grpFill/>
            <a:ln w="6350" cap="flat">
              <a:solidFill>
                <a:schemeClr val="bg1"/>
              </a:solidFill>
              <a:prstDash val="solid"/>
              <a:miter/>
            </a:ln>
          </p:spPr>
          <p:txBody>
            <a:bodyPr rtlCol="0" anchor="ctr"/>
            <a:lstStyle/>
            <a:p>
              <a:endParaRPr lang="en-US"/>
            </a:p>
          </p:txBody>
        </p:sp>
        <p:sp>
          <p:nvSpPr>
            <p:cNvPr id="181" name="Freeform 898">
              <a:extLst>
                <a:ext uri="{FF2B5EF4-FFF2-40B4-BE49-F238E27FC236}">
                  <a16:creationId xmlns:a16="http://schemas.microsoft.com/office/drawing/2014/main" id="{544B5B73-9D4A-3C04-AD40-FB3DDA45C341}"/>
                </a:ext>
              </a:extLst>
            </p:cNvPr>
            <p:cNvSpPr/>
            <p:nvPr/>
          </p:nvSpPr>
          <p:spPr>
            <a:xfrm>
              <a:off x="7996097" y="2453893"/>
              <a:ext cx="92292" cy="93883"/>
            </a:xfrm>
            <a:custGeom>
              <a:avLst/>
              <a:gdLst>
                <a:gd name="connsiteX0" fmla="*/ 13630 w 177191"/>
                <a:gd name="connsiteY0" fmla="*/ 153133 h 180246"/>
                <a:gd name="connsiteX1" fmla="*/ 14539 w 177191"/>
                <a:gd name="connsiteY1" fmla="*/ 151585 h 180246"/>
                <a:gd name="connsiteX2" fmla="*/ 14909 w 177191"/>
                <a:gd name="connsiteY2" fmla="*/ 149870 h 180246"/>
                <a:gd name="connsiteX3" fmla="*/ 13866 w 177191"/>
                <a:gd name="connsiteY3" fmla="*/ 148255 h 180246"/>
                <a:gd name="connsiteX4" fmla="*/ 10702 w 177191"/>
                <a:gd name="connsiteY4" fmla="*/ 145127 h 180246"/>
                <a:gd name="connsiteX5" fmla="*/ 9221 w 177191"/>
                <a:gd name="connsiteY5" fmla="*/ 142974 h 180246"/>
                <a:gd name="connsiteX6" fmla="*/ 6091 w 177191"/>
                <a:gd name="connsiteY6" fmla="*/ 139677 h 180246"/>
                <a:gd name="connsiteX7" fmla="*/ 3769 w 177191"/>
                <a:gd name="connsiteY7" fmla="*/ 137860 h 180246"/>
                <a:gd name="connsiteX8" fmla="*/ 1514 w 177191"/>
                <a:gd name="connsiteY8" fmla="*/ 135405 h 180246"/>
                <a:gd name="connsiteX9" fmla="*/ 505 w 177191"/>
                <a:gd name="connsiteY9" fmla="*/ 132444 h 180246"/>
                <a:gd name="connsiteX10" fmla="*/ 269 w 177191"/>
                <a:gd name="connsiteY10" fmla="*/ 129854 h 180246"/>
                <a:gd name="connsiteX11" fmla="*/ 0 w 177191"/>
                <a:gd name="connsiteY11" fmla="*/ 126019 h 180246"/>
                <a:gd name="connsiteX12" fmla="*/ 0 w 177191"/>
                <a:gd name="connsiteY12" fmla="*/ 124068 h 180246"/>
                <a:gd name="connsiteX13" fmla="*/ 3601 w 177191"/>
                <a:gd name="connsiteY13" fmla="*/ 123194 h 180246"/>
                <a:gd name="connsiteX14" fmla="*/ 4341 w 177191"/>
                <a:gd name="connsiteY14" fmla="*/ 123194 h 180246"/>
                <a:gd name="connsiteX15" fmla="*/ 6091 w 177191"/>
                <a:gd name="connsiteY15" fmla="*/ 123194 h 180246"/>
                <a:gd name="connsiteX16" fmla="*/ 7841 w 177191"/>
                <a:gd name="connsiteY16" fmla="*/ 123194 h 180246"/>
                <a:gd name="connsiteX17" fmla="*/ 9558 w 177191"/>
                <a:gd name="connsiteY17" fmla="*/ 123194 h 180246"/>
                <a:gd name="connsiteX18" fmla="*/ 10298 w 177191"/>
                <a:gd name="connsiteY18" fmla="*/ 122689 h 180246"/>
                <a:gd name="connsiteX19" fmla="*/ 12250 w 177191"/>
                <a:gd name="connsiteY19" fmla="*/ 121175 h 180246"/>
                <a:gd name="connsiteX20" fmla="*/ 13765 w 177191"/>
                <a:gd name="connsiteY20" fmla="*/ 117912 h 180246"/>
                <a:gd name="connsiteX21" fmla="*/ 16659 w 177191"/>
                <a:gd name="connsiteY21" fmla="*/ 115322 h 180246"/>
                <a:gd name="connsiteX22" fmla="*/ 18476 w 177191"/>
                <a:gd name="connsiteY22" fmla="*/ 114447 h 180246"/>
                <a:gd name="connsiteX23" fmla="*/ 21808 w 177191"/>
                <a:gd name="connsiteY23" fmla="*/ 111756 h 180246"/>
                <a:gd name="connsiteX24" fmla="*/ 23996 w 177191"/>
                <a:gd name="connsiteY24" fmla="*/ 111117 h 180246"/>
                <a:gd name="connsiteX25" fmla="*/ 26318 w 177191"/>
                <a:gd name="connsiteY25" fmla="*/ 111117 h 180246"/>
                <a:gd name="connsiteX26" fmla="*/ 29212 w 177191"/>
                <a:gd name="connsiteY26" fmla="*/ 111083 h 180246"/>
                <a:gd name="connsiteX27" fmla="*/ 31837 w 177191"/>
                <a:gd name="connsiteY27" fmla="*/ 110478 h 180246"/>
                <a:gd name="connsiteX28" fmla="*/ 33722 w 177191"/>
                <a:gd name="connsiteY28" fmla="*/ 109906 h 180246"/>
                <a:gd name="connsiteX29" fmla="*/ 36111 w 177191"/>
                <a:gd name="connsiteY29" fmla="*/ 107955 h 180246"/>
                <a:gd name="connsiteX30" fmla="*/ 36919 w 177191"/>
                <a:gd name="connsiteY30" fmla="*/ 107013 h 180246"/>
                <a:gd name="connsiteX31" fmla="*/ 38299 w 177191"/>
                <a:gd name="connsiteY31" fmla="*/ 105432 h 180246"/>
                <a:gd name="connsiteX32" fmla="*/ 39813 w 177191"/>
                <a:gd name="connsiteY32" fmla="*/ 104490 h 180246"/>
                <a:gd name="connsiteX33" fmla="*/ 42203 w 177191"/>
                <a:gd name="connsiteY33" fmla="*/ 102539 h 180246"/>
                <a:gd name="connsiteX34" fmla="*/ 43717 w 177191"/>
                <a:gd name="connsiteY34" fmla="*/ 101025 h 180246"/>
                <a:gd name="connsiteX35" fmla="*/ 45232 w 177191"/>
                <a:gd name="connsiteY35" fmla="*/ 98704 h 180246"/>
                <a:gd name="connsiteX36" fmla="*/ 45232 w 177191"/>
                <a:gd name="connsiteY36" fmla="*/ 94566 h 180246"/>
                <a:gd name="connsiteX37" fmla="*/ 41900 w 177191"/>
                <a:gd name="connsiteY37" fmla="*/ 91370 h 180246"/>
                <a:gd name="connsiteX38" fmla="*/ 41193 w 177191"/>
                <a:gd name="connsiteY38" fmla="*/ 88107 h 180246"/>
                <a:gd name="connsiteX39" fmla="*/ 37121 w 177191"/>
                <a:gd name="connsiteY39" fmla="*/ 84979 h 180246"/>
                <a:gd name="connsiteX40" fmla="*/ 35674 w 177191"/>
                <a:gd name="connsiteY40" fmla="*/ 84979 h 180246"/>
                <a:gd name="connsiteX41" fmla="*/ 33924 w 177191"/>
                <a:gd name="connsiteY41" fmla="*/ 84979 h 180246"/>
                <a:gd name="connsiteX42" fmla="*/ 31904 w 177191"/>
                <a:gd name="connsiteY42" fmla="*/ 83835 h 180246"/>
                <a:gd name="connsiteX43" fmla="*/ 31029 w 177191"/>
                <a:gd name="connsiteY43" fmla="*/ 82254 h 180246"/>
                <a:gd name="connsiteX44" fmla="*/ 31433 w 177191"/>
                <a:gd name="connsiteY44" fmla="*/ 81043 h 180246"/>
                <a:gd name="connsiteX45" fmla="*/ 30289 w 177191"/>
                <a:gd name="connsiteY45" fmla="*/ 79126 h 180246"/>
                <a:gd name="connsiteX46" fmla="*/ 29481 w 177191"/>
                <a:gd name="connsiteY46" fmla="*/ 77545 h 180246"/>
                <a:gd name="connsiteX47" fmla="*/ 28236 w 177191"/>
                <a:gd name="connsiteY47" fmla="*/ 76771 h 180246"/>
                <a:gd name="connsiteX48" fmla="*/ 25779 w 177191"/>
                <a:gd name="connsiteY48" fmla="*/ 74820 h 180246"/>
                <a:gd name="connsiteX49" fmla="*/ 24669 w 177191"/>
                <a:gd name="connsiteY49" fmla="*/ 72532 h 180246"/>
                <a:gd name="connsiteX50" fmla="*/ 24366 w 177191"/>
                <a:gd name="connsiteY50" fmla="*/ 70783 h 180246"/>
                <a:gd name="connsiteX51" fmla="*/ 24366 w 177191"/>
                <a:gd name="connsiteY51" fmla="*/ 70178 h 180246"/>
                <a:gd name="connsiteX52" fmla="*/ 23996 w 177191"/>
                <a:gd name="connsiteY52" fmla="*/ 68159 h 180246"/>
                <a:gd name="connsiteX53" fmla="*/ 24366 w 177191"/>
                <a:gd name="connsiteY53" fmla="*/ 66847 h 180246"/>
                <a:gd name="connsiteX54" fmla="*/ 25241 w 177191"/>
                <a:gd name="connsiteY54" fmla="*/ 65636 h 180246"/>
                <a:gd name="connsiteX55" fmla="*/ 26991 w 177191"/>
                <a:gd name="connsiteY55" fmla="*/ 64122 h 180246"/>
                <a:gd name="connsiteX56" fmla="*/ 28606 w 177191"/>
                <a:gd name="connsiteY56" fmla="*/ 63685 h 180246"/>
                <a:gd name="connsiteX57" fmla="*/ 29818 w 177191"/>
                <a:gd name="connsiteY57" fmla="*/ 63685 h 180246"/>
                <a:gd name="connsiteX58" fmla="*/ 32039 w 177191"/>
                <a:gd name="connsiteY58" fmla="*/ 62541 h 180246"/>
                <a:gd name="connsiteX59" fmla="*/ 34866 w 177191"/>
                <a:gd name="connsiteY59" fmla="*/ 60523 h 180246"/>
                <a:gd name="connsiteX60" fmla="*/ 35943 w 177191"/>
                <a:gd name="connsiteY60" fmla="*/ 59716 h 180246"/>
                <a:gd name="connsiteX61" fmla="*/ 37188 w 177191"/>
                <a:gd name="connsiteY61" fmla="*/ 59346 h 180246"/>
                <a:gd name="connsiteX62" fmla="*/ 39409 w 177191"/>
                <a:gd name="connsiteY62" fmla="*/ 59346 h 180246"/>
                <a:gd name="connsiteX63" fmla="*/ 41328 w 177191"/>
                <a:gd name="connsiteY63" fmla="*/ 59346 h 180246"/>
                <a:gd name="connsiteX64" fmla="*/ 43212 w 177191"/>
                <a:gd name="connsiteY64" fmla="*/ 59312 h 180246"/>
                <a:gd name="connsiteX65" fmla="*/ 46039 w 177191"/>
                <a:gd name="connsiteY65" fmla="*/ 59278 h 180246"/>
                <a:gd name="connsiteX66" fmla="*/ 47924 w 177191"/>
                <a:gd name="connsiteY66" fmla="*/ 59278 h 180246"/>
                <a:gd name="connsiteX67" fmla="*/ 50112 w 177191"/>
                <a:gd name="connsiteY67" fmla="*/ 59278 h 180246"/>
                <a:gd name="connsiteX68" fmla="*/ 53544 w 177191"/>
                <a:gd name="connsiteY68" fmla="*/ 58471 h 180246"/>
                <a:gd name="connsiteX69" fmla="*/ 54722 w 177191"/>
                <a:gd name="connsiteY69" fmla="*/ 55881 h 180246"/>
                <a:gd name="connsiteX70" fmla="*/ 57011 w 177191"/>
                <a:gd name="connsiteY70" fmla="*/ 52685 h 180246"/>
                <a:gd name="connsiteX71" fmla="*/ 57650 w 177191"/>
                <a:gd name="connsiteY71" fmla="*/ 49691 h 180246"/>
                <a:gd name="connsiteX72" fmla="*/ 58290 w 177191"/>
                <a:gd name="connsiteY72" fmla="*/ 47403 h 180246"/>
                <a:gd name="connsiteX73" fmla="*/ 59939 w 177191"/>
                <a:gd name="connsiteY73" fmla="*/ 45116 h 180246"/>
                <a:gd name="connsiteX74" fmla="*/ 60746 w 177191"/>
                <a:gd name="connsiteY74" fmla="*/ 44140 h 180246"/>
                <a:gd name="connsiteX75" fmla="*/ 62093 w 177191"/>
                <a:gd name="connsiteY75" fmla="*/ 42627 h 180246"/>
                <a:gd name="connsiteX76" fmla="*/ 64011 w 177191"/>
                <a:gd name="connsiteY76" fmla="*/ 40844 h 180246"/>
                <a:gd name="connsiteX77" fmla="*/ 66670 w 177191"/>
                <a:gd name="connsiteY77" fmla="*/ 39935 h 180246"/>
                <a:gd name="connsiteX78" fmla="*/ 68722 w 177191"/>
                <a:gd name="connsiteY78" fmla="*/ 39801 h 180246"/>
                <a:gd name="connsiteX79" fmla="*/ 70405 w 177191"/>
                <a:gd name="connsiteY79" fmla="*/ 39801 h 180246"/>
                <a:gd name="connsiteX80" fmla="*/ 72525 w 177191"/>
                <a:gd name="connsiteY80" fmla="*/ 39465 h 180246"/>
                <a:gd name="connsiteX81" fmla="*/ 74275 w 177191"/>
                <a:gd name="connsiteY81" fmla="*/ 38825 h 180246"/>
                <a:gd name="connsiteX82" fmla="*/ 75689 w 177191"/>
                <a:gd name="connsiteY82" fmla="*/ 37581 h 180246"/>
                <a:gd name="connsiteX83" fmla="*/ 76732 w 177191"/>
                <a:gd name="connsiteY83" fmla="*/ 36538 h 180246"/>
                <a:gd name="connsiteX84" fmla="*/ 78482 w 177191"/>
                <a:gd name="connsiteY84" fmla="*/ 36538 h 180246"/>
                <a:gd name="connsiteX85" fmla="*/ 79290 w 177191"/>
                <a:gd name="connsiteY85" fmla="*/ 37850 h 180246"/>
                <a:gd name="connsiteX86" fmla="*/ 79795 w 177191"/>
                <a:gd name="connsiteY86" fmla="*/ 39027 h 180246"/>
                <a:gd name="connsiteX87" fmla="*/ 82184 w 177191"/>
                <a:gd name="connsiteY87" fmla="*/ 39532 h 180246"/>
                <a:gd name="connsiteX88" fmla="*/ 83968 w 177191"/>
                <a:gd name="connsiteY88" fmla="*/ 39364 h 180246"/>
                <a:gd name="connsiteX89" fmla="*/ 84843 w 177191"/>
                <a:gd name="connsiteY89" fmla="*/ 37850 h 180246"/>
                <a:gd name="connsiteX90" fmla="*/ 83968 w 177191"/>
                <a:gd name="connsiteY90" fmla="*/ 35663 h 180246"/>
                <a:gd name="connsiteX91" fmla="*/ 82184 w 177191"/>
                <a:gd name="connsiteY91" fmla="*/ 34620 h 180246"/>
                <a:gd name="connsiteX92" fmla="*/ 79694 w 177191"/>
                <a:gd name="connsiteY92" fmla="*/ 33207 h 180246"/>
                <a:gd name="connsiteX93" fmla="*/ 76665 w 177191"/>
                <a:gd name="connsiteY93" fmla="*/ 30920 h 180246"/>
                <a:gd name="connsiteX94" fmla="*/ 75588 w 177191"/>
                <a:gd name="connsiteY94" fmla="*/ 28902 h 180246"/>
                <a:gd name="connsiteX95" fmla="*/ 74074 w 177191"/>
                <a:gd name="connsiteY95" fmla="*/ 26614 h 180246"/>
                <a:gd name="connsiteX96" fmla="*/ 72829 w 177191"/>
                <a:gd name="connsiteY96" fmla="*/ 24158 h 180246"/>
                <a:gd name="connsiteX97" fmla="*/ 72559 w 177191"/>
                <a:gd name="connsiteY97" fmla="*/ 22476 h 180246"/>
                <a:gd name="connsiteX98" fmla="*/ 73468 w 177191"/>
                <a:gd name="connsiteY98" fmla="*/ 21333 h 180246"/>
                <a:gd name="connsiteX99" fmla="*/ 75218 w 177191"/>
                <a:gd name="connsiteY99" fmla="*/ 20794 h 180246"/>
                <a:gd name="connsiteX100" fmla="*/ 77372 w 177191"/>
                <a:gd name="connsiteY100" fmla="*/ 21131 h 180246"/>
                <a:gd name="connsiteX101" fmla="*/ 79694 w 177191"/>
                <a:gd name="connsiteY101" fmla="*/ 22443 h 180246"/>
                <a:gd name="connsiteX102" fmla="*/ 80905 w 177191"/>
                <a:gd name="connsiteY102" fmla="*/ 23519 h 180246"/>
                <a:gd name="connsiteX103" fmla="*/ 84338 w 177191"/>
                <a:gd name="connsiteY103" fmla="*/ 24831 h 180246"/>
                <a:gd name="connsiteX104" fmla="*/ 85415 w 177191"/>
                <a:gd name="connsiteY104" fmla="*/ 23755 h 180246"/>
                <a:gd name="connsiteX105" fmla="*/ 84910 w 177191"/>
                <a:gd name="connsiteY105" fmla="*/ 22174 h 180246"/>
                <a:gd name="connsiteX106" fmla="*/ 84742 w 177191"/>
                <a:gd name="connsiteY106" fmla="*/ 20122 h 180246"/>
                <a:gd name="connsiteX107" fmla="*/ 83093 w 177191"/>
                <a:gd name="connsiteY107" fmla="*/ 18171 h 180246"/>
                <a:gd name="connsiteX108" fmla="*/ 81747 w 177191"/>
                <a:gd name="connsiteY108" fmla="*/ 17027 h 180246"/>
                <a:gd name="connsiteX109" fmla="*/ 80771 w 177191"/>
                <a:gd name="connsiteY109" fmla="*/ 15177 h 180246"/>
                <a:gd name="connsiteX110" fmla="*/ 80771 w 177191"/>
                <a:gd name="connsiteY110" fmla="*/ 13764 h 180246"/>
                <a:gd name="connsiteX111" fmla="*/ 82790 w 177191"/>
                <a:gd name="connsiteY111" fmla="*/ 13158 h 180246"/>
                <a:gd name="connsiteX112" fmla="*/ 85415 w 177191"/>
                <a:gd name="connsiteY112" fmla="*/ 12822 h 180246"/>
                <a:gd name="connsiteX113" fmla="*/ 89420 w 177191"/>
                <a:gd name="connsiteY113" fmla="*/ 14067 h 180246"/>
                <a:gd name="connsiteX114" fmla="*/ 92045 w 177191"/>
                <a:gd name="connsiteY114" fmla="*/ 12149 h 180246"/>
                <a:gd name="connsiteX115" fmla="*/ 94435 w 177191"/>
                <a:gd name="connsiteY115" fmla="*/ 10703 h 180246"/>
                <a:gd name="connsiteX116" fmla="*/ 94738 w 177191"/>
                <a:gd name="connsiteY116" fmla="*/ 7574 h 180246"/>
                <a:gd name="connsiteX117" fmla="*/ 94738 w 177191"/>
                <a:gd name="connsiteY117" fmla="*/ 5051 h 180246"/>
                <a:gd name="connsiteX118" fmla="*/ 95814 w 177191"/>
                <a:gd name="connsiteY118" fmla="*/ 3033 h 180246"/>
                <a:gd name="connsiteX119" fmla="*/ 96959 w 177191"/>
                <a:gd name="connsiteY119" fmla="*/ 1351 h 180246"/>
                <a:gd name="connsiteX120" fmla="*/ 99348 w 177191"/>
                <a:gd name="connsiteY120" fmla="*/ 39 h 180246"/>
                <a:gd name="connsiteX121" fmla="*/ 101536 w 177191"/>
                <a:gd name="connsiteY121" fmla="*/ 39 h 180246"/>
                <a:gd name="connsiteX122" fmla="*/ 102848 w 177191"/>
                <a:gd name="connsiteY122" fmla="*/ 543 h 180246"/>
                <a:gd name="connsiteX123" fmla="*/ 103723 w 177191"/>
                <a:gd name="connsiteY123" fmla="*/ 3066 h 180246"/>
                <a:gd name="connsiteX124" fmla="*/ 103723 w 177191"/>
                <a:gd name="connsiteY124" fmla="*/ 6027 h 180246"/>
                <a:gd name="connsiteX125" fmla="*/ 103757 w 177191"/>
                <a:gd name="connsiteY125" fmla="*/ 8482 h 180246"/>
                <a:gd name="connsiteX126" fmla="*/ 103757 w 177191"/>
                <a:gd name="connsiteY126" fmla="*/ 11611 h 180246"/>
                <a:gd name="connsiteX127" fmla="*/ 104161 w 177191"/>
                <a:gd name="connsiteY127" fmla="*/ 13932 h 180246"/>
                <a:gd name="connsiteX128" fmla="*/ 105978 w 177191"/>
                <a:gd name="connsiteY128" fmla="*/ 16825 h 180246"/>
                <a:gd name="connsiteX129" fmla="*/ 107291 w 177191"/>
                <a:gd name="connsiteY129" fmla="*/ 19785 h 180246"/>
                <a:gd name="connsiteX130" fmla="*/ 109680 w 177191"/>
                <a:gd name="connsiteY130" fmla="*/ 22409 h 180246"/>
                <a:gd name="connsiteX131" fmla="*/ 113214 w 177191"/>
                <a:gd name="connsiteY131" fmla="*/ 25100 h 180246"/>
                <a:gd name="connsiteX132" fmla="*/ 117354 w 177191"/>
                <a:gd name="connsiteY132" fmla="*/ 27691 h 180246"/>
                <a:gd name="connsiteX133" fmla="*/ 119507 w 177191"/>
                <a:gd name="connsiteY133" fmla="*/ 29070 h 180246"/>
                <a:gd name="connsiteX134" fmla="*/ 123983 w 177191"/>
                <a:gd name="connsiteY134" fmla="*/ 35091 h 180246"/>
                <a:gd name="connsiteX135" fmla="*/ 127315 w 177191"/>
                <a:gd name="connsiteY135" fmla="*/ 38624 h 180246"/>
                <a:gd name="connsiteX136" fmla="*/ 129839 w 177191"/>
                <a:gd name="connsiteY136" fmla="*/ 41012 h 180246"/>
                <a:gd name="connsiteX137" fmla="*/ 135931 w 177191"/>
                <a:gd name="connsiteY137" fmla="*/ 43535 h 180246"/>
                <a:gd name="connsiteX138" fmla="*/ 142022 w 177191"/>
                <a:gd name="connsiteY138" fmla="*/ 41954 h 180246"/>
                <a:gd name="connsiteX139" fmla="*/ 146667 w 177191"/>
                <a:gd name="connsiteY139" fmla="*/ 41079 h 180246"/>
                <a:gd name="connsiteX140" fmla="*/ 157840 w 177191"/>
                <a:gd name="connsiteY140" fmla="*/ 41449 h 180246"/>
                <a:gd name="connsiteX141" fmla="*/ 161172 w 177191"/>
                <a:gd name="connsiteY141" fmla="*/ 41449 h 180246"/>
                <a:gd name="connsiteX142" fmla="*/ 165379 w 177191"/>
                <a:gd name="connsiteY142" fmla="*/ 43198 h 180246"/>
                <a:gd name="connsiteX143" fmla="*/ 171302 w 177191"/>
                <a:gd name="connsiteY143" fmla="*/ 43198 h 180246"/>
                <a:gd name="connsiteX144" fmla="*/ 174499 w 177191"/>
                <a:gd name="connsiteY144" fmla="*/ 42761 h 180246"/>
                <a:gd name="connsiteX145" fmla="*/ 176383 w 177191"/>
                <a:gd name="connsiteY145" fmla="*/ 45452 h 180246"/>
                <a:gd name="connsiteX146" fmla="*/ 177191 w 177191"/>
                <a:gd name="connsiteY146" fmla="*/ 46966 h 180246"/>
                <a:gd name="connsiteX147" fmla="*/ 176249 w 177191"/>
                <a:gd name="connsiteY147" fmla="*/ 49220 h 180246"/>
                <a:gd name="connsiteX148" fmla="*/ 174667 w 177191"/>
                <a:gd name="connsiteY148" fmla="*/ 50599 h 180246"/>
                <a:gd name="connsiteX149" fmla="*/ 173220 w 177191"/>
                <a:gd name="connsiteY149" fmla="*/ 51037 h 180246"/>
                <a:gd name="connsiteX150" fmla="*/ 171571 w 177191"/>
                <a:gd name="connsiteY150" fmla="*/ 50734 h 180246"/>
                <a:gd name="connsiteX151" fmla="*/ 169855 w 177191"/>
                <a:gd name="connsiteY151" fmla="*/ 50498 h 180246"/>
                <a:gd name="connsiteX152" fmla="*/ 168710 w 177191"/>
                <a:gd name="connsiteY152" fmla="*/ 51373 h 180246"/>
                <a:gd name="connsiteX153" fmla="*/ 168710 w 177191"/>
                <a:gd name="connsiteY153" fmla="*/ 54501 h 180246"/>
                <a:gd name="connsiteX154" fmla="*/ 168912 w 177191"/>
                <a:gd name="connsiteY154" fmla="*/ 55511 h 180246"/>
                <a:gd name="connsiteX155" fmla="*/ 168138 w 177191"/>
                <a:gd name="connsiteY155" fmla="*/ 56957 h 180246"/>
                <a:gd name="connsiteX156" fmla="*/ 165749 w 177191"/>
                <a:gd name="connsiteY156" fmla="*/ 57462 h 180246"/>
                <a:gd name="connsiteX157" fmla="*/ 164066 w 177191"/>
                <a:gd name="connsiteY157" fmla="*/ 56890 h 180246"/>
                <a:gd name="connsiteX158" fmla="*/ 161037 w 177191"/>
                <a:gd name="connsiteY158" fmla="*/ 56587 h 180246"/>
                <a:gd name="connsiteX159" fmla="*/ 158648 w 177191"/>
                <a:gd name="connsiteY159" fmla="*/ 54905 h 180246"/>
                <a:gd name="connsiteX160" fmla="*/ 155181 w 177191"/>
                <a:gd name="connsiteY160" fmla="*/ 55645 h 180246"/>
                <a:gd name="connsiteX161" fmla="*/ 153229 w 177191"/>
                <a:gd name="connsiteY161" fmla="*/ 58538 h 180246"/>
                <a:gd name="connsiteX162" fmla="*/ 150907 w 177191"/>
                <a:gd name="connsiteY162" fmla="*/ 62945 h 180246"/>
                <a:gd name="connsiteX163" fmla="*/ 152287 w 177191"/>
                <a:gd name="connsiteY163" fmla="*/ 65468 h 180246"/>
                <a:gd name="connsiteX164" fmla="*/ 155922 w 177191"/>
                <a:gd name="connsiteY164" fmla="*/ 67924 h 180246"/>
                <a:gd name="connsiteX165" fmla="*/ 155989 w 177191"/>
                <a:gd name="connsiteY165" fmla="*/ 69168 h 180246"/>
                <a:gd name="connsiteX166" fmla="*/ 152926 w 177191"/>
                <a:gd name="connsiteY166" fmla="*/ 71422 h 180246"/>
                <a:gd name="connsiteX167" fmla="*/ 152051 w 177191"/>
                <a:gd name="connsiteY167" fmla="*/ 73811 h 180246"/>
                <a:gd name="connsiteX168" fmla="*/ 152926 w 177191"/>
                <a:gd name="connsiteY168" fmla="*/ 76502 h 180246"/>
                <a:gd name="connsiteX169" fmla="*/ 154945 w 177191"/>
                <a:gd name="connsiteY169" fmla="*/ 78016 h 180246"/>
                <a:gd name="connsiteX170" fmla="*/ 156628 w 177191"/>
                <a:gd name="connsiteY170" fmla="*/ 79597 h 180246"/>
                <a:gd name="connsiteX171" fmla="*/ 156662 w 177191"/>
                <a:gd name="connsiteY171" fmla="*/ 80538 h 180246"/>
                <a:gd name="connsiteX172" fmla="*/ 156561 w 177191"/>
                <a:gd name="connsiteY172" fmla="*/ 81615 h 180246"/>
                <a:gd name="connsiteX173" fmla="*/ 156561 w 177191"/>
                <a:gd name="connsiteY173" fmla="*/ 84003 h 180246"/>
                <a:gd name="connsiteX174" fmla="*/ 157705 w 177191"/>
                <a:gd name="connsiteY174" fmla="*/ 84811 h 180246"/>
                <a:gd name="connsiteX175" fmla="*/ 159388 w 177191"/>
                <a:gd name="connsiteY175" fmla="*/ 86829 h 180246"/>
                <a:gd name="connsiteX176" fmla="*/ 161138 w 177191"/>
                <a:gd name="connsiteY176" fmla="*/ 88276 h 180246"/>
                <a:gd name="connsiteX177" fmla="*/ 162652 w 177191"/>
                <a:gd name="connsiteY177" fmla="*/ 89857 h 180246"/>
                <a:gd name="connsiteX178" fmla="*/ 163696 w 177191"/>
                <a:gd name="connsiteY178" fmla="*/ 92312 h 180246"/>
                <a:gd name="connsiteX179" fmla="*/ 164301 w 177191"/>
                <a:gd name="connsiteY179" fmla="*/ 93927 h 180246"/>
                <a:gd name="connsiteX180" fmla="*/ 164369 w 177191"/>
                <a:gd name="connsiteY180" fmla="*/ 96114 h 180246"/>
                <a:gd name="connsiteX181" fmla="*/ 164436 w 177191"/>
                <a:gd name="connsiteY181" fmla="*/ 98401 h 180246"/>
                <a:gd name="connsiteX182" fmla="*/ 162855 w 177191"/>
                <a:gd name="connsiteY182" fmla="*/ 100689 h 180246"/>
                <a:gd name="connsiteX183" fmla="*/ 160802 w 177191"/>
                <a:gd name="connsiteY183" fmla="*/ 102976 h 180246"/>
                <a:gd name="connsiteX184" fmla="*/ 159152 w 177191"/>
                <a:gd name="connsiteY184" fmla="*/ 104221 h 180246"/>
                <a:gd name="connsiteX185" fmla="*/ 156090 w 177191"/>
                <a:gd name="connsiteY185" fmla="*/ 105835 h 180246"/>
                <a:gd name="connsiteX186" fmla="*/ 154239 w 177191"/>
                <a:gd name="connsiteY186" fmla="*/ 106979 h 180246"/>
                <a:gd name="connsiteX187" fmla="*/ 152825 w 177191"/>
                <a:gd name="connsiteY187" fmla="*/ 107484 h 180246"/>
                <a:gd name="connsiteX188" fmla="*/ 150470 w 177191"/>
                <a:gd name="connsiteY188" fmla="*/ 107484 h 180246"/>
                <a:gd name="connsiteX189" fmla="*/ 148148 w 177191"/>
                <a:gd name="connsiteY189" fmla="*/ 107820 h 180246"/>
                <a:gd name="connsiteX190" fmla="*/ 145253 w 177191"/>
                <a:gd name="connsiteY190" fmla="*/ 107787 h 180246"/>
                <a:gd name="connsiteX191" fmla="*/ 141787 w 177191"/>
                <a:gd name="connsiteY191" fmla="*/ 107080 h 180246"/>
                <a:gd name="connsiteX192" fmla="*/ 137883 w 177191"/>
                <a:gd name="connsiteY192" fmla="*/ 108493 h 180246"/>
                <a:gd name="connsiteX193" fmla="*/ 134282 w 177191"/>
                <a:gd name="connsiteY193" fmla="*/ 109368 h 180246"/>
                <a:gd name="connsiteX194" fmla="*/ 131892 w 177191"/>
                <a:gd name="connsiteY194" fmla="*/ 110141 h 180246"/>
                <a:gd name="connsiteX195" fmla="*/ 128729 w 177191"/>
                <a:gd name="connsiteY195" fmla="*/ 109368 h 180246"/>
                <a:gd name="connsiteX196" fmla="*/ 125901 w 177191"/>
                <a:gd name="connsiteY196" fmla="*/ 107517 h 180246"/>
                <a:gd name="connsiteX197" fmla="*/ 122334 w 177191"/>
                <a:gd name="connsiteY197" fmla="*/ 106643 h 180246"/>
                <a:gd name="connsiteX198" fmla="*/ 117320 w 177191"/>
                <a:gd name="connsiteY198" fmla="*/ 107080 h 180246"/>
                <a:gd name="connsiteX199" fmla="*/ 114493 w 177191"/>
                <a:gd name="connsiteY199" fmla="*/ 111218 h 180246"/>
                <a:gd name="connsiteX200" fmla="*/ 113079 w 177191"/>
                <a:gd name="connsiteY200" fmla="*/ 116096 h 180246"/>
                <a:gd name="connsiteX201" fmla="*/ 113079 w 177191"/>
                <a:gd name="connsiteY201" fmla="*/ 120536 h 180246"/>
                <a:gd name="connsiteX202" fmla="*/ 112305 w 177191"/>
                <a:gd name="connsiteY202" fmla="*/ 126288 h 180246"/>
                <a:gd name="connsiteX203" fmla="*/ 112844 w 177191"/>
                <a:gd name="connsiteY203" fmla="*/ 129652 h 180246"/>
                <a:gd name="connsiteX204" fmla="*/ 116646 w 177191"/>
                <a:gd name="connsiteY204" fmla="*/ 135203 h 180246"/>
                <a:gd name="connsiteX205" fmla="*/ 118262 w 177191"/>
                <a:gd name="connsiteY205" fmla="*/ 138668 h 180246"/>
                <a:gd name="connsiteX206" fmla="*/ 121190 w 177191"/>
                <a:gd name="connsiteY206" fmla="*/ 139038 h 180246"/>
                <a:gd name="connsiteX207" fmla="*/ 124118 w 177191"/>
                <a:gd name="connsiteY207" fmla="*/ 137019 h 180246"/>
                <a:gd name="connsiteX208" fmla="*/ 124320 w 177191"/>
                <a:gd name="connsiteY208" fmla="*/ 137019 h 180246"/>
                <a:gd name="connsiteX209" fmla="*/ 126810 w 177191"/>
                <a:gd name="connsiteY209" fmla="*/ 138971 h 180246"/>
                <a:gd name="connsiteX210" fmla="*/ 129099 w 177191"/>
                <a:gd name="connsiteY210" fmla="*/ 142570 h 180246"/>
                <a:gd name="connsiteX211" fmla="*/ 129638 w 177191"/>
                <a:gd name="connsiteY211" fmla="*/ 144757 h 180246"/>
                <a:gd name="connsiteX212" fmla="*/ 127786 w 177191"/>
                <a:gd name="connsiteY212" fmla="*/ 148760 h 180246"/>
                <a:gd name="connsiteX213" fmla="*/ 127988 w 177191"/>
                <a:gd name="connsiteY213" fmla="*/ 152426 h 180246"/>
                <a:gd name="connsiteX214" fmla="*/ 129402 w 177191"/>
                <a:gd name="connsiteY214" fmla="*/ 153772 h 180246"/>
                <a:gd name="connsiteX215" fmla="*/ 129402 w 177191"/>
                <a:gd name="connsiteY215" fmla="*/ 154647 h 180246"/>
                <a:gd name="connsiteX216" fmla="*/ 126575 w 177191"/>
                <a:gd name="connsiteY216" fmla="*/ 157035 h 180246"/>
                <a:gd name="connsiteX217" fmla="*/ 125161 w 177191"/>
                <a:gd name="connsiteY217" fmla="*/ 158347 h 180246"/>
                <a:gd name="connsiteX218" fmla="*/ 120921 w 177191"/>
                <a:gd name="connsiteY218" fmla="*/ 160735 h 180246"/>
                <a:gd name="connsiteX219" fmla="*/ 118733 w 177191"/>
                <a:gd name="connsiteY219" fmla="*/ 164873 h 180246"/>
                <a:gd name="connsiteX220" fmla="*/ 115570 w 177191"/>
                <a:gd name="connsiteY220" fmla="*/ 164873 h 180246"/>
                <a:gd name="connsiteX221" fmla="*/ 112406 w 177191"/>
                <a:gd name="connsiteY221" fmla="*/ 164873 h 180246"/>
                <a:gd name="connsiteX222" fmla="*/ 108603 w 177191"/>
                <a:gd name="connsiteY222" fmla="*/ 164873 h 180246"/>
                <a:gd name="connsiteX223" fmla="*/ 104363 w 177191"/>
                <a:gd name="connsiteY223" fmla="*/ 160870 h 180246"/>
                <a:gd name="connsiteX224" fmla="*/ 99584 w 177191"/>
                <a:gd name="connsiteY224" fmla="*/ 160197 h 180246"/>
                <a:gd name="connsiteX225" fmla="*/ 98170 w 177191"/>
                <a:gd name="connsiteY225" fmla="*/ 161408 h 180246"/>
                <a:gd name="connsiteX226" fmla="*/ 97497 w 177191"/>
                <a:gd name="connsiteY226" fmla="*/ 162384 h 180246"/>
                <a:gd name="connsiteX227" fmla="*/ 96959 w 177191"/>
                <a:gd name="connsiteY227" fmla="*/ 164234 h 180246"/>
                <a:gd name="connsiteX228" fmla="*/ 96420 w 177191"/>
                <a:gd name="connsiteY228" fmla="*/ 166185 h 180246"/>
                <a:gd name="connsiteX229" fmla="*/ 96521 w 177191"/>
                <a:gd name="connsiteY229" fmla="*/ 168573 h 180246"/>
                <a:gd name="connsiteX230" fmla="*/ 96185 w 177191"/>
                <a:gd name="connsiteY230" fmla="*/ 170424 h 180246"/>
                <a:gd name="connsiteX231" fmla="*/ 95512 w 177191"/>
                <a:gd name="connsiteY231" fmla="*/ 171736 h 180246"/>
                <a:gd name="connsiteX232" fmla="*/ 93997 w 177191"/>
                <a:gd name="connsiteY232" fmla="*/ 173485 h 180246"/>
                <a:gd name="connsiteX233" fmla="*/ 90396 w 177191"/>
                <a:gd name="connsiteY233" fmla="*/ 175133 h 180246"/>
                <a:gd name="connsiteX234" fmla="*/ 87771 w 177191"/>
                <a:gd name="connsiteY234" fmla="*/ 175772 h 180246"/>
                <a:gd name="connsiteX235" fmla="*/ 85382 w 177191"/>
                <a:gd name="connsiteY235" fmla="*/ 176546 h 180246"/>
                <a:gd name="connsiteX236" fmla="*/ 83733 w 177191"/>
                <a:gd name="connsiteY236" fmla="*/ 176546 h 180246"/>
                <a:gd name="connsiteX237" fmla="*/ 81680 w 177191"/>
                <a:gd name="connsiteY237" fmla="*/ 176580 h 180246"/>
                <a:gd name="connsiteX238" fmla="*/ 77439 w 177191"/>
                <a:gd name="connsiteY238" fmla="*/ 173518 h 180246"/>
                <a:gd name="connsiteX239" fmla="*/ 74949 w 177191"/>
                <a:gd name="connsiteY239" fmla="*/ 170491 h 180246"/>
                <a:gd name="connsiteX240" fmla="*/ 72660 w 177191"/>
                <a:gd name="connsiteY240" fmla="*/ 168203 h 180246"/>
                <a:gd name="connsiteX241" fmla="*/ 70271 w 177191"/>
                <a:gd name="connsiteY241" fmla="*/ 168102 h 180246"/>
                <a:gd name="connsiteX242" fmla="*/ 66367 w 177191"/>
                <a:gd name="connsiteY242" fmla="*/ 168203 h 180246"/>
                <a:gd name="connsiteX243" fmla="*/ 63102 w 177191"/>
                <a:gd name="connsiteY243" fmla="*/ 169717 h 180246"/>
                <a:gd name="connsiteX244" fmla="*/ 61251 w 177191"/>
                <a:gd name="connsiteY244" fmla="*/ 171231 h 180246"/>
                <a:gd name="connsiteX245" fmla="*/ 56573 w 177191"/>
                <a:gd name="connsiteY245" fmla="*/ 173619 h 180246"/>
                <a:gd name="connsiteX246" fmla="*/ 52097 w 177191"/>
                <a:gd name="connsiteY246" fmla="*/ 174931 h 180246"/>
                <a:gd name="connsiteX247" fmla="*/ 48294 w 177191"/>
                <a:gd name="connsiteY247" fmla="*/ 175032 h 180246"/>
                <a:gd name="connsiteX248" fmla="*/ 42876 w 177191"/>
                <a:gd name="connsiteY248" fmla="*/ 173619 h 180246"/>
                <a:gd name="connsiteX249" fmla="*/ 40385 w 177191"/>
                <a:gd name="connsiteY249" fmla="*/ 173619 h 180246"/>
                <a:gd name="connsiteX250" fmla="*/ 38097 w 177191"/>
                <a:gd name="connsiteY250" fmla="*/ 175470 h 180246"/>
                <a:gd name="connsiteX251" fmla="*/ 37121 w 177191"/>
                <a:gd name="connsiteY251" fmla="*/ 179607 h 180246"/>
                <a:gd name="connsiteX252" fmla="*/ 35606 w 177191"/>
                <a:gd name="connsiteY252" fmla="*/ 180246 h 180246"/>
                <a:gd name="connsiteX253" fmla="*/ 30827 w 177191"/>
                <a:gd name="connsiteY253" fmla="*/ 179607 h 180246"/>
                <a:gd name="connsiteX254" fmla="*/ 28539 w 177191"/>
                <a:gd name="connsiteY254" fmla="*/ 178194 h 180246"/>
                <a:gd name="connsiteX255" fmla="*/ 25813 w 177191"/>
                <a:gd name="connsiteY255" fmla="*/ 173518 h 180246"/>
                <a:gd name="connsiteX256" fmla="*/ 24938 w 177191"/>
                <a:gd name="connsiteY256" fmla="*/ 170491 h 180246"/>
                <a:gd name="connsiteX257" fmla="*/ 22212 w 177191"/>
                <a:gd name="connsiteY257" fmla="*/ 168540 h 180246"/>
                <a:gd name="connsiteX258" fmla="*/ 18409 w 177191"/>
                <a:gd name="connsiteY258" fmla="*/ 168102 h 180246"/>
                <a:gd name="connsiteX259" fmla="*/ 15481 w 177191"/>
                <a:gd name="connsiteY259" fmla="*/ 167901 h 180246"/>
                <a:gd name="connsiteX260" fmla="*/ 11779 w 177191"/>
                <a:gd name="connsiteY260" fmla="*/ 166589 h 180246"/>
                <a:gd name="connsiteX261" fmla="*/ 11106 w 177191"/>
                <a:gd name="connsiteY261" fmla="*/ 162249 h 180246"/>
                <a:gd name="connsiteX262" fmla="*/ 8515 w 177191"/>
                <a:gd name="connsiteY262" fmla="*/ 161375 h 180246"/>
                <a:gd name="connsiteX263" fmla="*/ 3837 w 177191"/>
                <a:gd name="connsiteY263" fmla="*/ 160500 h 180246"/>
                <a:gd name="connsiteX264" fmla="*/ 3365 w 177191"/>
                <a:gd name="connsiteY264" fmla="*/ 158986 h 180246"/>
                <a:gd name="connsiteX265" fmla="*/ 1548 w 177191"/>
                <a:gd name="connsiteY265" fmla="*/ 155959 h 180246"/>
                <a:gd name="connsiteX266" fmla="*/ 1548 w 177191"/>
                <a:gd name="connsiteY266" fmla="*/ 153671 h 180246"/>
                <a:gd name="connsiteX267" fmla="*/ 2861 w 177191"/>
                <a:gd name="connsiteY267" fmla="*/ 152494 h 180246"/>
                <a:gd name="connsiteX268" fmla="*/ 5788 w 177191"/>
                <a:gd name="connsiteY268" fmla="*/ 152595 h 180246"/>
                <a:gd name="connsiteX269" fmla="*/ 8077 w 177191"/>
                <a:gd name="connsiteY269" fmla="*/ 153469 h 180246"/>
                <a:gd name="connsiteX270" fmla="*/ 9591 w 177191"/>
                <a:gd name="connsiteY270" fmla="*/ 153907 h 180246"/>
                <a:gd name="connsiteX271" fmla="*/ 11981 w 177191"/>
                <a:gd name="connsiteY271" fmla="*/ 154344 h 180246"/>
                <a:gd name="connsiteX272" fmla="*/ 13630 w 177191"/>
                <a:gd name="connsiteY272" fmla="*/ 153133 h 18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77191" h="180246">
                  <a:moveTo>
                    <a:pt x="13630" y="153133"/>
                  </a:moveTo>
                  <a:lnTo>
                    <a:pt x="14539" y="151585"/>
                  </a:lnTo>
                  <a:lnTo>
                    <a:pt x="14909" y="149870"/>
                  </a:lnTo>
                  <a:lnTo>
                    <a:pt x="13866" y="148255"/>
                  </a:lnTo>
                  <a:lnTo>
                    <a:pt x="10702" y="145127"/>
                  </a:lnTo>
                  <a:lnTo>
                    <a:pt x="9221" y="142974"/>
                  </a:lnTo>
                  <a:lnTo>
                    <a:pt x="6091" y="139677"/>
                  </a:lnTo>
                  <a:lnTo>
                    <a:pt x="3769" y="137860"/>
                  </a:lnTo>
                  <a:cubicBezTo>
                    <a:pt x="3769" y="137860"/>
                    <a:pt x="1582" y="135607"/>
                    <a:pt x="1514" y="135405"/>
                  </a:cubicBezTo>
                  <a:cubicBezTo>
                    <a:pt x="1447" y="135203"/>
                    <a:pt x="572" y="132646"/>
                    <a:pt x="505" y="132444"/>
                  </a:cubicBezTo>
                  <a:cubicBezTo>
                    <a:pt x="438" y="132243"/>
                    <a:pt x="269" y="129854"/>
                    <a:pt x="269" y="129854"/>
                  </a:cubicBezTo>
                  <a:lnTo>
                    <a:pt x="0" y="126019"/>
                  </a:lnTo>
                  <a:lnTo>
                    <a:pt x="0" y="124068"/>
                  </a:lnTo>
                  <a:lnTo>
                    <a:pt x="3601" y="123194"/>
                  </a:lnTo>
                  <a:lnTo>
                    <a:pt x="4341" y="123194"/>
                  </a:lnTo>
                  <a:lnTo>
                    <a:pt x="6091" y="123194"/>
                  </a:lnTo>
                  <a:lnTo>
                    <a:pt x="7841" y="123194"/>
                  </a:lnTo>
                  <a:lnTo>
                    <a:pt x="9558" y="123194"/>
                  </a:lnTo>
                  <a:cubicBezTo>
                    <a:pt x="9558" y="123194"/>
                    <a:pt x="9558" y="123261"/>
                    <a:pt x="10298" y="122689"/>
                  </a:cubicBezTo>
                  <a:cubicBezTo>
                    <a:pt x="11039" y="122117"/>
                    <a:pt x="12250" y="121175"/>
                    <a:pt x="12250" y="121175"/>
                  </a:cubicBezTo>
                  <a:lnTo>
                    <a:pt x="13765" y="117912"/>
                  </a:lnTo>
                  <a:lnTo>
                    <a:pt x="16659" y="115322"/>
                  </a:lnTo>
                  <a:cubicBezTo>
                    <a:pt x="16659" y="115322"/>
                    <a:pt x="18039" y="114885"/>
                    <a:pt x="18476" y="114447"/>
                  </a:cubicBezTo>
                  <a:cubicBezTo>
                    <a:pt x="18914" y="114010"/>
                    <a:pt x="21808" y="111756"/>
                    <a:pt x="21808" y="111756"/>
                  </a:cubicBezTo>
                  <a:cubicBezTo>
                    <a:pt x="21808" y="111756"/>
                    <a:pt x="23693" y="111117"/>
                    <a:pt x="23996" y="111117"/>
                  </a:cubicBezTo>
                  <a:cubicBezTo>
                    <a:pt x="24299" y="111117"/>
                    <a:pt x="25510" y="111050"/>
                    <a:pt x="26318" y="111117"/>
                  </a:cubicBezTo>
                  <a:cubicBezTo>
                    <a:pt x="27125" y="111184"/>
                    <a:pt x="28337" y="110982"/>
                    <a:pt x="29212" y="111083"/>
                  </a:cubicBezTo>
                  <a:cubicBezTo>
                    <a:pt x="30087" y="111184"/>
                    <a:pt x="31534" y="110478"/>
                    <a:pt x="31837" y="110478"/>
                  </a:cubicBezTo>
                  <a:cubicBezTo>
                    <a:pt x="32106" y="110478"/>
                    <a:pt x="32981" y="110040"/>
                    <a:pt x="33722" y="109906"/>
                  </a:cubicBezTo>
                  <a:cubicBezTo>
                    <a:pt x="34429" y="109771"/>
                    <a:pt x="36111" y="107955"/>
                    <a:pt x="36111" y="107955"/>
                  </a:cubicBezTo>
                  <a:cubicBezTo>
                    <a:pt x="36111" y="107955"/>
                    <a:pt x="36751" y="107316"/>
                    <a:pt x="36919" y="107013"/>
                  </a:cubicBezTo>
                  <a:cubicBezTo>
                    <a:pt x="37054" y="106744"/>
                    <a:pt x="38063" y="105499"/>
                    <a:pt x="38299" y="105432"/>
                  </a:cubicBezTo>
                  <a:cubicBezTo>
                    <a:pt x="38501" y="105365"/>
                    <a:pt x="39544" y="104490"/>
                    <a:pt x="39813" y="104490"/>
                  </a:cubicBezTo>
                  <a:cubicBezTo>
                    <a:pt x="40082" y="104490"/>
                    <a:pt x="41967" y="102606"/>
                    <a:pt x="42203" y="102539"/>
                  </a:cubicBezTo>
                  <a:cubicBezTo>
                    <a:pt x="42405" y="102471"/>
                    <a:pt x="43448" y="101227"/>
                    <a:pt x="43717" y="101025"/>
                  </a:cubicBezTo>
                  <a:cubicBezTo>
                    <a:pt x="44020" y="100823"/>
                    <a:pt x="45232" y="99007"/>
                    <a:pt x="45232" y="98704"/>
                  </a:cubicBezTo>
                  <a:cubicBezTo>
                    <a:pt x="45232" y="98401"/>
                    <a:pt x="45232" y="94566"/>
                    <a:pt x="45232" y="94566"/>
                  </a:cubicBezTo>
                  <a:lnTo>
                    <a:pt x="41900" y="91370"/>
                  </a:lnTo>
                  <a:lnTo>
                    <a:pt x="41193" y="88107"/>
                  </a:lnTo>
                  <a:lnTo>
                    <a:pt x="37121" y="84979"/>
                  </a:lnTo>
                  <a:lnTo>
                    <a:pt x="35674" y="84979"/>
                  </a:lnTo>
                  <a:lnTo>
                    <a:pt x="33924" y="84979"/>
                  </a:lnTo>
                  <a:lnTo>
                    <a:pt x="31904" y="83835"/>
                  </a:lnTo>
                  <a:lnTo>
                    <a:pt x="31029" y="82254"/>
                  </a:lnTo>
                  <a:lnTo>
                    <a:pt x="31433" y="81043"/>
                  </a:lnTo>
                  <a:lnTo>
                    <a:pt x="30289" y="79126"/>
                  </a:lnTo>
                  <a:lnTo>
                    <a:pt x="29481" y="77545"/>
                  </a:lnTo>
                  <a:lnTo>
                    <a:pt x="28236" y="76771"/>
                  </a:lnTo>
                  <a:cubicBezTo>
                    <a:pt x="28236" y="76771"/>
                    <a:pt x="25914" y="75022"/>
                    <a:pt x="25779" y="74820"/>
                  </a:cubicBezTo>
                  <a:cubicBezTo>
                    <a:pt x="25678" y="74618"/>
                    <a:pt x="24669" y="72532"/>
                    <a:pt x="24669" y="72532"/>
                  </a:cubicBezTo>
                  <a:lnTo>
                    <a:pt x="24366" y="70783"/>
                  </a:lnTo>
                  <a:lnTo>
                    <a:pt x="24366" y="70178"/>
                  </a:lnTo>
                  <a:cubicBezTo>
                    <a:pt x="24366" y="70178"/>
                    <a:pt x="23827" y="68226"/>
                    <a:pt x="23996" y="68159"/>
                  </a:cubicBezTo>
                  <a:cubicBezTo>
                    <a:pt x="24164" y="68092"/>
                    <a:pt x="24366" y="66847"/>
                    <a:pt x="24366" y="66847"/>
                  </a:cubicBezTo>
                  <a:cubicBezTo>
                    <a:pt x="24635" y="66612"/>
                    <a:pt x="25241" y="65636"/>
                    <a:pt x="25241" y="65636"/>
                  </a:cubicBezTo>
                  <a:cubicBezTo>
                    <a:pt x="25241" y="65636"/>
                    <a:pt x="26823" y="64122"/>
                    <a:pt x="26991" y="64122"/>
                  </a:cubicBezTo>
                  <a:cubicBezTo>
                    <a:pt x="27159" y="64122"/>
                    <a:pt x="28404" y="63685"/>
                    <a:pt x="28606" y="63685"/>
                  </a:cubicBezTo>
                  <a:cubicBezTo>
                    <a:pt x="28842" y="63685"/>
                    <a:pt x="29481" y="63786"/>
                    <a:pt x="29818" y="63685"/>
                  </a:cubicBezTo>
                  <a:cubicBezTo>
                    <a:pt x="30154" y="63584"/>
                    <a:pt x="32039" y="62541"/>
                    <a:pt x="32039" y="62541"/>
                  </a:cubicBezTo>
                  <a:lnTo>
                    <a:pt x="34866" y="60523"/>
                  </a:lnTo>
                  <a:lnTo>
                    <a:pt x="35943" y="59716"/>
                  </a:lnTo>
                  <a:cubicBezTo>
                    <a:pt x="35943" y="59716"/>
                    <a:pt x="36986" y="59379"/>
                    <a:pt x="37188" y="59346"/>
                  </a:cubicBezTo>
                  <a:cubicBezTo>
                    <a:pt x="37390" y="59278"/>
                    <a:pt x="39208" y="59514"/>
                    <a:pt x="39409" y="59346"/>
                  </a:cubicBezTo>
                  <a:cubicBezTo>
                    <a:pt x="39612" y="59177"/>
                    <a:pt x="40924" y="59480"/>
                    <a:pt x="41328" y="59346"/>
                  </a:cubicBezTo>
                  <a:cubicBezTo>
                    <a:pt x="41698" y="59177"/>
                    <a:pt x="42674" y="59312"/>
                    <a:pt x="43212" y="59312"/>
                  </a:cubicBezTo>
                  <a:cubicBezTo>
                    <a:pt x="43751" y="59312"/>
                    <a:pt x="45804" y="59245"/>
                    <a:pt x="46039" y="59278"/>
                  </a:cubicBezTo>
                  <a:cubicBezTo>
                    <a:pt x="46241" y="59312"/>
                    <a:pt x="47184" y="59211"/>
                    <a:pt x="47924" y="59278"/>
                  </a:cubicBezTo>
                  <a:cubicBezTo>
                    <a:pt x="48698" y="59312"/>
                    <a:pt x="49573" y="59413"/>
                    <a:pt x="50112" y="59278"/>
                  </a:cubicBezTo>
                  <a:cubicBezTo>
                    <a:pt x="50650" y="59110"/>
                    <a:pt x="53544" y="58471"/>
                    <a:pt x="53544" y="58471"/>
                  </a:cubicBezTo>
                  <a:cubicBezTo>
                    <a:pt x="53544" y="58471"/>
                    <a:pt x="54419" y="55914"/>
                    <a:pt x="54722" y="55881"/>
                  </a:cubicBezTo>
                  <a:cubicBezTo>
                    <a:pt x="55059" y="55813"/>
                    <a:pt x="57011" y="52685"/>
                    <a:pt x="57011" y="52685"/>
                  </a:cubicBezTo>
                  <a:cubicBezTo>
                    <a:pt x="57011" y="52685"/>
                    <a:pt x="57650" y="49859"/>
                    <a:pt x="57650" y="49691"/>
                  </a:cubicBezTo>
                  <a:cubicBezTo>
                    <a:pt x="57650" y="49523"/>
                    <a:pt x="58290" y="47403"/>
                    <a:pt x="58290" y="47403"/>
                  </a:cubicBezTo>
                  <a:lnTo>
                    <a:pt x="59939" y="45116"/>
                  </a:lnTo>
                  <a:lnTo>
                    <a:pt x="60746" y="44140"/>
                  </a:lnTo>
                  <a:lnTo>
                    <a:pt x="62093" y="42627"/>
                  </a:lnTo>
                  <a:cubicBezTo>
                    <a:pt x="62093" y="42627"/>
                    <a:pt x="63775" y="40945"/>
                    <a:pt x="64011" y="40844"/>
                  </a:cubicBezTo>
                  <a:cubicBezTo>
                    <a:pt x="64213" y="40743"/>
                    <a:pt x="66670" y="39935"/>
                    <a:pt x="66670" y="39935"/>
                  </a:cubicBezTo>
                  <a:cubicBezTo>
                    <a:pt x="66670" y="39935"/>
                    <a:pt x="68420" y="39801"/>
                    <a:pt x="68722" y="39801"/>
                  </a:cubicBezTo>
                  <a:cubicBezTo>
                    <a:pt x="69026" y="39801"/>
                    <a:pt x="70405" y="39801"/>
                    <a:pt x="70405" y="39801"/>
                  </a:cubicBezTo>
                  <a:lnTo>
                    <a:pt x="72525" y="39465"/>
                  </a:lnTo>
                  <a:lnTo>
                    <a:pt x="74275" y="38825"/>
                  </a:lnTo>
                  <a:cubicBezTo>
                    <a:pt x="74275" y="38825"/>
                    <a:pt x="75487" y="37581"/>
                    <a:pt x="75689" y="37581"/>
                  </a:cubicBezTo>
                  <a:cubicBezTo>
                    <a:pt x="75891" y="37581"/>
                    <a:pt x="76732" y="36538"/>
                    <a:pt x="76732" y="36538"/>
                  </a:cubicBezTo>
                  <a:cubicBezTo>
                    <a:pt x="76732" y="36538"/>
                    <a:pt x="78247" y="36605"/>
                    <a:pt x="78482" y="36538"/>
                  </a:cubicBezTo>
                  <a:cubicBezTo>
                    <a:pt x="78684" y="36471"/>
                    <a:pt x="79290" y="37850"/>
                    <a:pt x="79290" y="37850"/>
                  </a:cubicBezTo>
                  <a:lnTo>
                    <a:pt x="79795" y="39027"/>
                  </a:lnTo>
                  <a:cubicBezTo>
                    <a:pt x="79795" y="39027"/>
                    <a:pt x="81814" y="39532"/>
                    <a:pt x="82184" y="39532"/>
                  </a:cubicBezTo>
                  <a:cubicBezTo>
                    <a:pt x="82555" y="39532"/>
                    <a:pt x="83968" y="39364"/>
                    <a:pt x="83968" y="39364"/>
                  </a:cubicBezTo>
                  <a:cubicBezTo>
                    <a:pt x="83968" y="39364"/>
                    <a:pt x="84843" y="38018"/>
                    <a:pt x="84843" y="37850"/>
                  </a:cubicBezTo>
                  <a:cubicBezTo>
                    <a:pt x="84843" y="37682"/>
                    <a:pt x="84136" y="35798"/>
                    <a:pt x="83968" y="35663"/>
                  </a:cubicBezTo>
                  <a:cubicBezTo>
                    <a:pt x="83800" y="35562"/>
                    <a:pt x="82353" y="34755"/>
                    <a:pt x="82184" y="34620"/>
                  </a:cubicBezTo>
                  <a:cubicBezTo>
                    <a:pt x="82016" y="34519"/>
                    <a:pt x="79694" y="33207"/>
                    <a:pt x="79694" y="33207"/>
                  </a:cubicBezTo>
                  <a:lnTo>
                    <a:pt x="76665" y="30920"/>
                  </a:lnTo>
                  <a:cubicBezTo>
                    <a:pt x="76665" y="30920"/>
                    <a:pt x="75756" y="29003"/>
                    <a:pt x="75588" y="28902"/>
                  </a:cubicBezTo>
                  <a:cubicBezTo>
                    <a:pt x="75420" y="28801"/>
                    <a:pt x="74174" y="26782"/>
                    <a:pt x="74074" y="26614"/>
                  </a:cubicBezTo>
                  <a:cubicBezTo>
                    <a:pt x="73973" y="26446"/>
                    <a:pt x="72829" y="24394"/>
                    <a:pt x="72829" y="24158"/>
                  </a:cubicBezTo>
                  <a:cubicBezTo>
                    <a:pt x="72829" y="23957"/>
                    <a:pt x="72559" y="22476"/>
                    <a:pt x="72559" y="22476"/>
                  </a:cubicBezTo>
                  <a:cubicBezTo>
                    <a:pt x="72559" y="22476"/>
                    <a:pt x="73333" y="21333"/>
                    <a:pt x="73468" y="21333"/>
                  </a:cubicBezTo>
                  <a:cubicBezTo>
                    <a:pt x="73603" y="21333"/>
                    <a:pt x="75218" y="20794"/>
                    <a:pt x="75218" y="20794"/>
                  </a:cubicBezTo>
                  <a:lnTo>
                    <a:pt x="77372" y="21131"/>
                  </a:lnTo>
                  <a:lnTo>
                    <a:pt x="79694" y="22443"/>
                  </a:lnTo>
                  <a:lnTo>
                    <a:pt x="80905" y="23519"/>
                  </a:lnTo>
                  <a:cubicBezTo>
                    <a:pt x="80905" y="23519"/>
                    <a:pt x="84103" y="24831"/>
                    <a:pt x="84338" y="24831"/>
                  </a:cubicBezTo>
                  <a:cubicBezTo>
                    <a:pt x="84574" y="24831"/>
                    <a:pt x="85550" y="24394"/>
                    <a:pt x="85415" y="23755"/>
                  </a:cubicBezTo>
                  <a:cubicBezTo>
                    <a:pt x="85314" y="23116"/>
                    <a:pt x="84978" y="22342"/>
                    <a:pt x="84910" y="22174"/>
                  </a:cubicBezTo>
                  <a:cubicBezTo>
                    <a:pt x="84843" y="22006"/>
                    <a:pt x="84843" y="20290"/>
                    <a:pt x="84742" y="20122"/>
                  </a:cubicBezTo>
                  <a:cubicBezTo>
                    <a:pt x="84641" y="19953"/>
                    <a:pt x="83093" y="18171"/>
                    <a:pt x="83093" y="18171"/>
                  </a:cubicBezTo>
                  <a:lnTo>
                    <a:pt x="81747" y="17027"/>
                  </a:lnTo>
                  <a:cubicBezTo>
                    <a:pt x="81747" y="17027"/>
                    <a:pt x="80771" y="15715"/>
                    <a:pt x="80771" y="15177"/>
                  </a:cubicBezTo>
                  <a:cubicBezTo>
                    <a:pt x="80771" y="14638"/>
                    <a:pt x="80401" y="13831"/>
                    <a:pt x="80771" y="13764"/>
                  </a:cubicBezTo>
                  <a:cubicBezTo>
                    <a:pt x="81141" y="13697"/>
                    <a:pt x="82117" y="13326"/>
                    <a:pt x="82790" y="13158"/>
                  </a:cubicBezTo>
                  <a:cubicBezTo>
                    <a:pt x="83463" y="12990"/>
                    <a:pt x="84978" y="12822"/>
                    <a:pt x="85415" y="12822"/>
                  </a:cubicBezTo>
                  <a:cubicBezTo>
                    <a:pt x="85853" y="12822"/>
                    <a:pt x="89420" y="14067"/>
                    <a:pt x="89420" y="14067"/>
                  </a:cubicBezTo>
                  <a:cubicBezTo>
                    <a:pt x="89420" y="14067"/>
                    <a:pt x="91843" y="12082"/>
                    <a:pt x="92045" y="12149"/>
                  </a:cubicBezTo>
                  <a:cubicBezTo>
                    <a:pt x="92247" y="12216"/>
                    <a:pt x="94064" y="11140"/>
                    <a:pt x="94435" y="10703"/>
                  </a:cubicBezTo>
                  <a:cubicBezTo>
                    <a:pt x="94805" y="10265"/>
                    <a:pt x="94637" y="8516"/>
                    <a:pt x="94738" y="7574"/>
                  </a:cubicBezTo>
                  <a:cubicBezTo>
                    <a:pt x="94805" y="6632"/>
                    <a:pt x="94603" y="5690"/>
                    <a:pt x="94738" y="5051"/>
                  </a:cubicBezTo>
                  <a:cubicBezTo>
                    <a:pt x="94872" y="4412"/>
                    <a:pt x="95444" y="3470"/>
                    <a:pt x="95814" y="3033"/>
                  </a:cubicBezTo>
                  <a:cubicBezTo>
                    <a:pt x="96185" y="2595"/>
                    <a:pt x="96690" y="1586"/>
                    <a:pt x="96959" y="1351"/>
                  </a:cubicBezTo>
                  <a:cubicBezTo>
                    <a:pt x="97262" y="1115"/>
                    <a:pt x="99079" y="207"/>
                    <a:pt x="99348" y="39"/>
                  </a:cubicBezTo>
                  <a:cubicBezTo>
                    <a:pt x="99651" y="-96"/>
                    <a:pt x="100930" y="173"/>
                    <a:pt x="101536" y="39"/>
                  </a:cubicBezTo>
                  <a:cubicBezTo>
                    <a:pt x="102108" y="-96"/>
                    <a:pt x="102545" y="342"/>
                    <a:pt x="102848" y="543"/>
                  </a:cubicBezTo>
                  <a:cubicBezTo>
                    <a:pt x="103118" y="745"/>
                    <a:pt x="103589" y="1990"/>
                    <a:pt x="103723" y="3066"/>
                  </a:cubicBezTo>
                  <a:cubicBezTo>
                    <a:pt x="103858" y="4143"/>
                    <a:pt x="103589" y="4950"/>
                    <a:pt x="103723" y="6027"/>
                  </a:cubicBezTo>
                  <a:cubicBezTo>
                    <a:pt x="103858" y="7103"/>
                    <a:pt x="103589" y="8045"/>
                    <a:pt x="103757" y="8482"/>
                  </a:cubicBezTo>
                  <a:cubicBezTo>
                    <a:pt x="103925" y="8920"/>
                    <a:pt x="103757" y="11611"/>
                    <a:pt x="103757" y="11611"/>
                  </a:cubicBezTo>
                  <a:cubicBezTo>
                    <a:pt x="103757" y="11611"/>
                    <a:pt x="103286" y="13057"/>
                    <a:pt x="104161" y="13932"/>
                  </a:cubicBezTo>
                  <a:cubicBezTo>
                    <a:pt x="105036" y="14807"/>
                    <a:pt x="105675" y="16388"/>
                    <a:pt x="105978" y="16825"/>
                  </a:cubicBezTo>
                  <a:cubicBezTo>
                    <a:pt x="106281" y="17262"/>
                    <a:pt x="107055" y="19718"/>
                    <a:pt x="107291" y="19785"/>
                  </a:cubicBezTo>
                  <a:cubicBezTo>
                    <a:pt x="107526" y="19853"/>
                    <a:pt x="108738" y="22039"/>
                    <a:pt x="109680" y="22409"/>
                  </a:cubicBezTo>
                  <a:cubicBezTo>
                    <a:pt x="110623" y="22779"/>
                    <a:pt x="111565" y="24226"/>
                    <a:pt x="113214" y="25100"/>
                  </a:cubicBezTo>
                  <a:cubicBezTo>
                    <a:pt x="114863" y="25975"/>
                    <a:pt x="117354" y="27691"/>
                    <a:pt x="117354" y="27691"/>
                  </a:cubicBezTo>
                  <a:lnTo>
                    <a:pt x="119507" y="29070"/>
                  </a:lnTo>
                  <a:lnTo>
                    <a:pt x="123983" y="35091"/>
                  </a:lnTo>
                  <a:lnTo>
                    <a:pt x="127315" y="38624"/>
                  </a:lnTo>
                  <a:lnTo>
                    <a:pt x="129839" y="41012"/>
                  </a:lnTo>
                  <a:lnTo>
                    <a:pt x="135931" y="43535"/>
                  </a:lnTo>
                  <a:cubicBezTo>
                    <a:pt x="135931" y="43535"/>
                    <a:pt x="141585" y="42088"/>
                    <a:pt x="142022" y="41954"/>
                  </a:cubicBezTo>
                  <a:cubicBezTo>
                    <a:pt x="142460" y="41819"/>
                    <a:pt x="146667" y="41079"/>
                    <a:pt x="146667" y="41079"/>
                  </a:cubicBezTo>
                  <a:lnTo>
                    <a:pt x="157840" y="41449"/>
                  </a:lnTo>
                  <a:lnTo>
                    <a:pt x="161172" y="41449"/>
                  </a:lnTo>
                  <a:lnTo>
                    <a:pt x="165379" y="43198"/>
                  </a:lnTo>
                  <a:lnTo>
                    <a:pt x="171302" y="43198"/>
                  </a:lnTo>
                  <a:cubicBezTo>
                    <a:pt x="171302" y="43198"/>
                    <a:pt x="173893" y="42627"/>
                    <a:pt x="174499" y="42761"/>
                  </a:cubicBezTo>
                  <a:cubicBezTo>
                    <a:pt x="175071" y="42896"/>
                    <a:pt x="176383" y="45452"/>
                    <a:pt x="176383" y="45452"/>
                  </a:cubicBezTo>
                  <a:lnTo>
                    <a:pt x="177191" y="46966"/>
                  </a:lnTo>
                  <a:lnTo>
                    <a:pt x="176249" y="49220"/>
                  </a:lnTo>
                  <a:lnTo>
                    <a:pt x="174667" y="50599"/>
                  </a:lnTo>
                  <a:lnTo>
                    <a:pt x="173220" y="51037"/>
                  </a:lnTo>
                  <a:lnTo>
                    <a:pt x="171571" y="50734"/>
                  </a:lnTo>
                  <a:lnTo>
                    <a:pt x="169855" y="50498"/>
                  </a:lnTo>
                  <a:lnTo>
                    <a:pt x="168710" y="51373"/>
                  </a:lnTo>
                  <a:lnTo>
                    <a:pt x="168710" y="54501"/>
                  </a:lnTo>
                  <a:lnTo>
                    <a:pt x="168912" y="55511"/>
                  </a:lnTo>
                  <a:lnTo>
                    <a:pt x="168138" y="56957"/>
                  </a:lnTo>
                  <a:lnTo>
                    <a:pt x="165749" y="57462"/>
                  </a:lnTo>
                  <a:cubicBezTo>
                    <a:pt x="165749" y="57462"/>
                    <a:pt x="164739" y="56890"/>
                    <a:pt x="164066" y="56890"/>
                  </a:cubicBezTo>
                  <a:cubicBezTo>
                    <a:pt x="163393" y="56890"/>
                    <a:pt x="161306" y="56587"/>
                    <a:pt x="161037" y="56587"/>
                  </a:cubicBezTo>
                  <a:cubicBezTo>
                    <a:pt x="160734" y="56587"/>
                    <a:pt x="158917" y="55006"/>
                    <a:pt x="158648" y="54905"/>
                  </a:cubicBezTo>
                  <a:cubicBezTo>
                    <a:pt x="158378" y="54838"/>
                    <a:pt x="155181" y="55645"/>
                    <a:pt x="155181" y="55645"/>
                  </a:cubicBezTo>
                  <a:cubicBezTo>
                    <a:pt x="155181" y="55645"/>
                    <a:pt x="153431" y="58034"/>
                    <a:pt x="153229" y="58538"/>
                  </a:cubicBezTo>
                  <a:cubicBezTo>
                    <a:pt x="153027" y="59043"/>
                    <a:pt x="150907" y="62945"/>
                    <a:pt x="150907" y="62945"/>
                  </a:cubicBezTo>
                  <a:lnTo>
                    <a:pt x="152287" y="65468"/>
                  </a:lnTo>
                  <a:lnTo>
                    <a:pt x="155922" y="67924"/>
                  </a:lnTo>
                  <a:lnTo>
                    <a:pt x="155989" y="69168"/>
                  </a:lnTo>
                  <a:lnTo>
                    <a:pt x="152926" y="71422"/>
                  </a:lnTo>
                  <a:lnTo>
                    <a:pt x="152051" y="73811"/>
                  </a:lnTo>
                  <a:cubicBezTo>
                    <a:pt x="152051" y="73811"/>
                    <a:pt x="152421" y="76064"/>
                    <a:pt x="152926" y="76502"/>
                  </a:cubicBezTo>
                  <a:cubicBezTo>
                    <a:pt x="153431" y="76939"/>
                    <a:pt x="154441" y="77578"/>
                    <a:pt x="154945" y="78016"/>
                  </a:cubicBezTo>
                  <a:cubicBezTo>
                    <a:pt x="155450" y="78453"/>
                    <a:pt x="156393" y="79529"/>
                    <a:pt x="156628" y="79597"/>
                  </a:cubicBezTo>
                  <a:cubicBezTo>
                    <a:pt x="156864" y="79664"/>
                    <a:pt x="156662" y="80538"/>
                    <a:pt x="156662" y="80538"/>
                  </a:cubicBezTo>
                  <a:cubicBezTo>
                    <a:pt x="156662" y="80538"/>
                    <a:pt x="156561" y="81346"/>
                    <a:pt x="156561" y="81615"/>
                  </a:cubicBezTo>
                  <a:cubicBezTo>
                    <a:pt x="156561" y="81918"/>
                    <a:pt x="156561" y="84003"/>
                    <a:pt x="156561" y="84003"/>
                  </a:cubicBezTo>
                  <a:lnTo>
                    <a:pt x="157705" y="84811"/>
                  </a:lnTo>
                  <a:cubicBezTo>
                    <a:pt x="157705" y="84811"/>
                    <a:pt x="159152" y="86560"/>
                    <a:pt x="159388" y="86829"/>
                  </a:cubicBezTo>
                  <a:cubicBezTo>
                    <a:pt x="159590" y="87132"/>
                    <a:pt x="160633" y="87771"/>
                    <a:pt x="161138" y="88276"/>
                  </a:cubicBezTo>
                  <a:cubicBezTo>
                    <a:pt x="161643" y="88780"/>
                    <a:pt x="161777" y="89150"/>
                    <a:pt x="162652" y="89857"/>
                  </a:cubicBezTo>
                  <a:cubicBezTo>
                    <a:pt x="163528" y="90597"/>
                    <a:pt x="163696" y="92312"/>
                    <a:pt x="163696" y="92312"/>
                  </a:cubicBezTo>
                  <a:lnTo>
                    <a:pt x="164301" y="93927"/>
                  </a:lnTo>
                  <a:lnTo>
                    <a:pt x="164369" y="96114"/>
                  </a:lnTo>
                  <a:lnTo>
                    <a:pt x="164436" y="98401"/>
                  </a:lnTo>
                  <a:cubicBezTo>
                    <a:pt x="164436" y="98401"/>
                    <a:pt x="163023" y="100621"/>
                    <a:pt x="162855" y="100689"/>
                  </a:cubicBezTo>
                  <a:cubicBezTo>
                    <a:pt x="162686" y="100756"/>
                    <a:pt x="160802" y="102976"/>
                    <a:pt x="160802" y="102976"/>
                  </a:cubicBezTo>
                  <a:cubicBezTo>
                    <a:pt x="160802" y="102976"/>
                    <a:pt x="159321" y="104120"/>
                    <a:pt x="159152" y="104221"/>
                  </a:cubicBezTo>
                  <a:cubicBezTo>
                    <a:pt x="158984" y="104322"/>
                    <a:pt x="156426" y="105701"/>
                    <a:pt x="156090" y="105835"/>
                  </a:cubicBezTo>
                  <a:cubicBezTo>
                    <a:pt x="155787" y="106004"/>
                    <a:pt x="154475" y="106912"/>
                    <a:pt x="154239" y="106979"/>
                  </a:cubicBezTo>
                  <a:cubicBezTo>
                    <a:pt x="154037" y="107047"/>
                    <a:pt x="153027" y="107484"/>
                    <a:pt x="152825" y="107484"/>
                  </a:cubicBezTo>
                  <a:cubicBezTo>
                    <a:pt x="152623" y="107484"/>
                    <a:pt x="150470" y="107484"/>
                    <a:pt x="150470" y="107484"/>
                  </a:cubicBezTo>
                  <a:cubicBezTo>
                    <a:pt x="150470" y="107484"/>
                    <a:pt x="148955" y="107820"/>
                    <a:pt x="148148" y="107820"/>
                  </a:cubicBezTo>
                  <a:cubicBezTo>
                    <a:pt x="147340" y="107820"/>
                    <a:pt x="145489" y="107787"/>
                    <a:pt x="145253" y="107787"/>
                  </a:cubicBezTo>
                  <a:cubicBezTo>
                    <a:pt x="145051" y="107787"/>
                    <a:pt x="141787" y="107080"/>
                    <a:pt x="141787" y="107080"/>
                  </a:cubicBezTo>
                  <a:lnTo>
                    <a:pt x="137883" y="108493"/>
                  </a:lnTo>
                  <a:lnTo>
                    <a:pt x="134282" y="109368"/>
                  </a:lnTo>
                  <a:lnTo>
                    <a:pt x="131892" y="110141"/>
                  </a:lnTo>
                  <a:lnTo>
                    <a:pt x="128729" y="109368"/>
                  </a:lnTo>
                  <a:lnTo>
                    <a:pt x="125901" y="107517"/>
                  </a:lnTo>
                  <a:lnTo>
                    <a:pt x="122334" y="106643"/>
                  </a:lnTo>
                  <a:lnTo>
                    <a:pt x="117320" y="107080"/>
                  </a:lnTo>
                  <a:lnTo>
                    <a:pt x="114493" y="111218"/>
                  </a:lnTo>
                  <a:lnTo>
                    <a:pt x="113079" y="116096"/>
                  </a:lnTo>
                  <a:lnTo>
                    <a:pt x="113079" y="120536"/>
                  </a:lnTo>
                  <a:lnTo>
                    <a:pt x="112305" y="126288"/>
                  </a:lnTo>
                  <a:lnTo>
                    <a:pt x="112844" y="129652"/>
                  </a:lnTo>
                  <a:lnTo>
                    <a:pt x="116646" y="135203"/>
                  </a:lnTo>
                  <a:lnTo>
                    <a:pt x="118262" y="138668"/>
                  </a:lnTo>
                  <a:lnTo>
                    <a:pt x="121190" y="139038"/>
                  </a:lnTo>
                  <a:lnTo>
                    <a:pt x="124118" y="137019"/>
                  </a:lnTo>
                  <a:lnTo>
                    <a:pt x="124320" y="137019"/>
                  </a:lnTo>
                  <a:lnTo>
                    <a:pt x="126810" y="138971"/>
                  </a:lnTo>
                  <a:lnTo>
                    <a:pt x="129099" y="142570"/>
                  </a:lnTo>
                  <a:lnTo>
                    <a:pt x="129638" y="144757"/>
                  </a:lnTo>
                  <a:lnTo>
                    <a:pt x="127786" y="148760"/>
                  </a:lnTo>
                  <a:lnTo>
                    <a:pt x="127988" y="152426"/>
                  </a:lnTo>
                  <a:lnTo>
                    <a:pt x="129402" y="153772"/>
                  </a:lnTo>
                  <a:cubicBezTo>
                    <a:pt x="129402" y="153772"/>
                    <a:pt x="129503" y="154310"/>
                    <a:pt x="129402" y="154647"/>
                  </a:cubicBezTo>
                  <a:cubicBezTo>
                    <a:pt x="129301" y="154983"/>
                    <a:pt x="126575" y="157035"/>
                    <a:pt x="126575" y="157035"/>
                  </a:cubicBezTo>
                  <a:cubicBezTo>
                    <a:pt x="126575" y="157035"/>
                    <a:pt x="125599" y="158347"/>
                    <a:pt x="125161" y="158347"/>
                  </a:cubicBezTo>
                  <a:cubicBezTo>
                    <a:pt x="124724" y="158347"/>
                    <a:pt x="120921" y="160735"/>
                    <a:pt x="120921" y="160735"/>
                  </a:cubicBezTo>
                  <a:lnTo>
                    <a:pt x="118733" y="164873"/>
                  </a:lnTo>
                  <a:lnTo>
                    <a:pt x="115570" y="164873"/>
                  </a:lnTo>
                  <a:lnTo>
                    <a:pt x="112406" y="164873"/>
                  </a:lnTo>
                  <a:lnTo>
                    <a:pt x="108603" y="164873"/>
                  </a:lnTo>
                  <a:lnTo>
                    <a:pt x="104363" y="160870"/>
                  </a:lnTo>
                  <a:lnTo>
                    <a:pt x="99584" y="160197"/>
                  </a:lnTo>
                  <a:lnTo>
                    <a:pt x="98170" y="161408"/>
                  </a:lnTo>
                  <a:lnTo>
                    <a:pt x="97497" y="162384"/>
                  </a:lnTo>
                  <a:cubicBezTo>
                    <a:pt x="97497" y="162384"/>
                    <a:pt x="96959" y="163797"/>
                    <a:pt x="96959" y="164234"/>
                  </a:cubicBezTo>
                  <a:cubicBezTo>
                    <a:pt x="96959" y="164671"/>
                    <a:pt x="96420" y="166185"/>
                    <a:pt x="96420" y="166185"/>
                  </a:cubicBezTo>
                  <a:lnTo>
                    <a:pt x="96521" y="168573"/>
                  </a:lnTo>
                  <a:lnTo>
                    <a:pt x="96185" y="170424"/>
                  </a:lnTo>
                  <a:cubicBezTo>
                    <a:pt x="96185" y="170424"/>
                    <a:pt x="95747" y="171399"/>
                    <a:pt x="95512" y="171736"/>
                  </a:cubicBezTo>
                  <a:cubicBezTo>
                    <a:pt x="95276" y="172072"/>
                    <a:pt x="94334" y="173148"/>
                    <a:pt x="93997" y="173485"/>
                  </a:cubicBezTo>
                  <a:cubicBezTo>
                    <a:pt x="93661" y="173821"/>
                    <a:pt x="90396" y="175133"/>
                    <a:pt x="90396" y="175133"/>
                  </a:cubicBezTo>
                  <a:lnTo>
                    <a:pt x="87771" y="175772"/>
                  </a:lnTo>
                  <a:cubicBezTo>
                    <a:pt x="87771" y="175772"/>
                    <a:pt x="86021" y="176411"/>
                    <a:pt x="85382" y="176546"/>
                  </a:cubicBezTo>
                  <a:cubicBezTo>
                    <a:pt x="84742" y="176647"/>
                    <a:pt x="84170" y="176445"/>
                    <a:pt x="83733" y="176546"/>
                  </a:cubicBezTo>
                  <a:cubicBezTo>
                    <a:pt x="83295" y="176647"/>
                    <a:pt x="82555" y="176714"/>
                    <a:pt x="81680" y="176580"/>
                  </a:cubicBezTo>
                  <a:cubicBezTo>
                    <a:pt x="80805" y="176445"/>
                    <a:pt x="78651" y="174595"/>
                    <a:pt x="77439" y="173518"/>
                  </a:cubicBezTo>
                  <a:cubicBezTo>
                    <a:pt x="76228" y="172442"/>
                    <a:pt x="75824" y="171029"/>
                    <a:pt x="74949" y="170491"/>
                  </a:cubicBezTo>
                  <a:cubicBezTo>
                    <a:pt x="74074" y="169953"/>
                    <a:pt x="72660" y="168203"/>
                    <a:pt x="72660" y="168203"/>
                  </a:cubicBezTo>
                  <a:cubicBezTo>
                    <a:pt x="72660" y="168203"/>
                    <a:pt x="70708" y="168102"/>
                    <a:pt x="70271" y="168102"/>
                  </a:cubicBezTo>
                  <a:cubicBezTo>
                    <a:pt x="69833" y="168102"/>
                    <a:pt x="66670" y="168203"/>
                    <a:pt x="66367" y="168203"/>
                  </a:cubicBezTo>
                  <a:cubicBezTo>
                    <a:pt x="66030" y="168203"/>
                    <a:pt x="63102" y="169717"/>
                    <a:pt x="63102" y="169717"/>
                  </a:cubicBezTo>
                  <a:lnTo>
                    <a:pt x="61251" y="171231"/>
                  </a:lnTo>
                  <a:lnTo>
                    <a:pt x="56573" y="173619"/>
                  </a:lnTo>
                  <a:lnTo>
                    <a:pt x="52097" y="174931"/>
                  </a:lnTo>
                  <a:cubicBezTo>
                    <a:pt x="52097" y="174931"/>
                    <a:pt x="48732" y="175032"/>
                    <a:pt x="48294" y="175032"/>
                  </a:cubicBezTo>
                  <a:cubicBezTo>
                    <a:pt x="47857" y="175032"/>
                    <a:pt x="43953" y="173619"/>
                    <a:pt x="42876" y="173619"/>
                  </a:cubicBezTo>
                  <a:cubicBezTo>
                    <a:pt x="41765" y="173619"/>
                    <a:pt x="40688" y="173081"/>
                    <a:pt x="40385" y="173619"/>
                  </a:cubicBezTo>
                  <a:cubicBezTo>
                    <a:pt x="40049" y="174158"/>
                    <a:pt x="38770" y="175032"/>
                    <a:pt x="38097" y="175470"/>
                  </a:cubicBezTo>
                  <a:cubicBezTo>
                    <a:pt x="37458" y="175907"/>
                    <a:pt x="37121" y="179607"/>
                    <a:pt x="37121" y="179607"/>
                  </a:cubicBezTo>
                  <a:lnTo>
                    <a:pt x="35606" y="180246"/>
                  </a:lnTo>
                  <a:lnTo>
                    <a:pt x="30827" y="179607"/>
                  </a:lnTo>
                  <a:cubicBezTo>
                    <a:pt x="30827" y="179607"/>
                    <a:pt x="29515" y="179069"/>
                    <a:pt x="28539" y="178194"/>
                  </a:cubicBezTo>
                  <a:cubicBezTo>
                    <a:pt x="27563" y="177320"/>
                    <a:pt x="26150" y="173619"/>
                    <a:pt x="25813" y="173518"/>
                  </a:cubicBezTo>
                  <a:cubicBezTo>
                    <a:pt x="25476" y="173418"/>
                    <a:pt x="25275" y="170794"/>
                    <a:pt x="24938" y="170491"/>
                  </a:cubicBezTo>
                  <a:cubicBezTo>
                    <a:pt x="24601" y="170155"/>
                    <a:pt x="22212" y="168540"/>
                    <a:pt x="22212" y="168540"/>
                  </a:cubicBezTo>
                  <a:cubicBezTo>
                    <a:pt x="22212" y="168540"/>
                    <a:pt x="19385" y="167766"/>
                    <a:pt x="18409" y="168102"/>
                  </a:cubicBezTo>
                  <a:cubicBezTo>
                    <a:pt x="17433" y="168439"/>
                    <a:pt x="16794" y="168102"/>
                    <a:pt x="15481" y="167901"/>
                  </a:cubicBezTo>
                  <a:cubicBezTo>
                    <a:pt x="14168" y="167699"/>
                    <a:pt x="11880" y="166925"/>
                    <a:pt x="11779" y="166589"/>
                  </a:cubicBezTo>
                  <a:cubicBezTo>
                    <a:pt x="11678" y="166252"/>
                    <a:pt x="11106" y="162249"/>
                    <a:pt x="11106" y="162249"/>
                  </a:cubicBezTo>
                  <a:lnTo>
                    <a:pt x="8515" y="161375"/>
                  </a:lnTo>
                  <a:lnTo>
                    <a:pt x="3837" y="160500"/>
                  </a:lnTo>
                  <a:cubicBezTo>
                    <a:pt x="3837" y="160500"/>
                    <a:pt x="3365" y="159423"/>
                    <a:pt x="3365" y="158986"/>
                  </a:cubicBezTo>
                  <a:cubicBezTo>
                    <a:pt x="3365" y="158549"/>
                    <a:pt x="1548" y="156396"/>
                    <a:pt x="1548" y="155959"/>
                  </a:cubicBezTo>
                  <a:cubicBezTo>
                    <a:pt x="1548" y="155521"/>
                    <a:pt x="1548" y="153671"/>
                    <a:pt x="1548" y="153671"/>
                  </a:cubicBezTo>
                  <a:lnTo>
                    <a:pt x="2861" y="152494"/>
                  </a:lnTo>
                  <a:lnTo>
                    <a:pt x="5788" y="152595"/>
                  </a:lnTo>
                  <a:lnTo>
                    <a:pt x="8077" y="153469"/>
                  </a:lnTo>
                  <a:lnTo>
                    <a:pt x="9591" y="153907"/>
                  </a:lnTo>
                  <a:lnTo>
                    <a:pt x="11981" y="154344"/>
                  </a:lnTo>
                  <a:lnTo>
                    <a:pt x="13630" y="153133"/>
                  </a:lnTo>
                  <a:close/>
                </a:path>
              </a:pathLst>
            </a:custGeom>
            <a:grpFill/>
            <a:ln w="6350" cap="flat">
              <a:solidFill>
                <a:schemeClr val="bg1"/>
              </a:solidFill>
              <a:prstDash val="solid"/>
              <a:miter/>
            </a:ln>
          </p:spPr>
          <p:txBody>
            <a:bodyPr rtlCol="0" anchor="ctr"/>
            <a:lstStyle/>
            <a:p>
              <a:endParaRPr lang="en-US"/>
            </a:p>
          </p:txBody>
        </p:sp>
        <p:sp>
          <p:nvSpPr>
            <p:cNvPr id="182" name="Freeform 899">
              <a:extLst>
                <a:ext uri="{FF2B5EF4-FFF2-40B4-BE49-F238E27FC236}">
                  <a16:creationId xmlns:a16="http://schemas.microsoft.com/office/drawing/2014/main" id="{2EE37C09-8C6A-7222-61D9-77A24A73D124}"/>
                </a:ext>
              </a:extLst>
            </p:cNvPr>
            <p:cNvSpPr/>
            <p:nvPr/>
          </p:nvSpPr>
          <p:spPr>
            <a:xfrm>
              <a:off x="8056766" y="2500048"/>
              <a:ext cx="62564" cy="100947"/>
            </a:xfrm>
            <a:custGeom>
              <a:avLst/>
              <a:gdLst>
                <a:gd name="connsiteX0" fmla="*/ 118565 w 120116"/>
                <a:gd name="connsiteY0" fmla="*/ 112087 h 193807"/>
                <a:gd name="connsiteX1" fmla="*/ 120012 w 120116"/>
                <a:gd name="connsiteY1" fmla="*/ 108656 h 193807"/>
                <a:gd name="connsiteX2" fmla="*/ 120012 w 120116"/>
                <a:gd name="connsiteY2" fmla="*/ 104888 h 193807"/>
                <a:gd name="connsiteX3" fmla="*/ 120012 w 120116"/>
                <a:gd name="connsiteY3" fmla="*/ 102399 h 193807"/>
                <a:gd name="connsiteX4" fmla="*/ 118161 w 120116"/>
                <a:gd name="connsiteY4" fmla="*/ 100112 h 193807"/>
                <a:gd name="connsiteX5" fmla="*/ 116209 w 120116"/>
                <a:gd name="connsiteY5" fmla="*/ 98800 h 193807"/>
                <a:gd name="connsiteX6" fmla="*/ 113921 w 120116"/>
                <a:gd name="connsiteY6" fmla="*/ 98800 h 193807"/>
                <a:gd name="connsiteX7" fmla="*/ 113921 w 120116"/>
                <a:gd name="connsiteY7" fmla="*/ 97151 h 193807"/>
                <a:gd name="connsiteX8" fmla="*/ 113921 w 120116"/>
                <a:gd name="connsiteY8" fmla="*/ 95301 h 193807"/>
                <a:gd name="connsiteX9" fmla="*/ 110656 w 120116"/>
                <a:gd name="connsiteY9" fmla="*/ 94527 h 193807"/>
                <a:gd name="connsiteX10" fmla="*/ 108502 w 120116"/>
                <a:gd name="connsiteY10" fmla="*/ 95738 h 193807"/>
                <a:gd name="connsiteX11" fmla="*/ 105675 w 120116"/>
                <a:gd name="connsiteY11" fmla="*/ 96277 h 193807"/>
                <a:gd name="connsiteX12" fmla="*/ 102646 w 120116"/>
                <a:gd name="connsiteY12" fmla="*/ 95301 h 193807"/>
                <a:gd name="connsiteX13" fmla="*/ 102646 w 120116"/>
                <a:gd name="connsiteY13" fmla="*/ 90962 h 193807"/>
                <a:gd name="connsiteX14" fmla="*/ 104598 w 120116"/>
                <a:gd name="connsiteY14" fmla="*/ 89448 h 193807"/>
                <a:gd name="connsiteX15" fmla="*/ 105137 w 120116"/>
                <a:gd name="connsiteY15" fmla="*/ 87396 h 193807"/>
                <a:gd name="connsiteX16" fmla="*/ 106012 w 120116"/>
                <a:gd name="connsiteY16" fmla="*/ 85445 h 193807"/>
                <a:gd name="connsiteX17" fmla="*/ 105103 w 120116"/>
                <a:gd name="connsiteY17" fmla="*/ 83292 h 193807"/>
                <a:gd name="connsiteX18" fmla="*/ 105978 w 120116"/>
                <a:gd name="connsiteY18" fmla="*/ 80971 h 193807"/>
                <a:gd name="connsiteX19" fmla="*/ 106281 w 120116"/>
                <a:gd name="connsiteY19" fmla="*/ 76497 h 193807"/>
                <a:gd name="connsiteX20" fmla="*/ 104093 w 120116"/>
                <a:gd name="connsiteY20" fmla="*/ 73604 h 193807"/>
                <a:gd name="connsiteX21" fmla="*/ 102646 w 120116"/>
                <a:gd name="connsiteY21" fmla="*/ 71417 h 193807"/>
                <a:gd name="connsiteX22" fmla="*/ 95848 w 120116"/>
                <a:gd name="connsiteY22" fmla="*/ 69971 h 193807"/>
                <a:gd name="connsiteX23" fmla="*/ 91776 w 120116"/>
                <a:gd name="connsiteY23" fmla="*/ 70711 h 193807"/>
                <a:gd name="connsiteX24" fmla="*/ 88141 w 120116"/>
                <a:gd name="connsiteY24" fmla="*/ 74478 h 193807"/>
                <a:gd name="connsiteX25" fmla="*/ 85247 w 120116"/>
                <a:gd name="connsiteY25" fmla="*/ 76799 h 193807"/>
                <a:gd name="connsiteX26" fmla="*/ 85247 w 120116"/>
                <a:gd name="connsiteY26" fmla="*/ 78818 h 193807"/>
                <a:gd name="connsiteX27" fmla="*/ 83497 w 120116"/>
                <a:gd name="connsiteY27" fmla="*/ 79120 h 193807"/>
                <a:gd name="connsiteX28" fmla="*/ 81377 w 120116"/>
                <a:gd name="connsiteY28" fmla="*/ 77977 h 193807"/>
                <a:gd name="connsiteX29" fmla="*/ 79997 w 120116"/>
                <a:gd name="connsiteY29" fmla="*/ 75521 h 193807"/>
                <a:gd name="connsiteX30" fmla="*/ 79997 w 120116"/>
                <a:gd name="connsiteY30" fmla="*/ 70172 h 193807"/>
                <a:gd name="connsiteX31" fmla="*/ 80704 w 120116"/>
                <a:gd name="connsiteY31" fmla="*/ 70038 h 193807"/>
                <a:gd name="connsiteX32" fmla="*/ 81276 w 120116"/>
                <a:gd name="connsiteY32" fmla="*/ 66573 h 193807"/>
                <a:gd name="connsiteX33" fmla="*/ 80704 w 120116"/>
                <a:gd name="connsiteY33" fmla="*/ 63814 h 193807"/>
                <a:gd name="connsiteX34" fmla="*/ 75858 w 120116"/>
                <a:gd name="connsiteY34" fmla="*/ 63814 h 193807"/>
                <a:gd name="connsiteX35" fmla="*/ 74780 w 120116"/>
                <a:gd name="connsiteY35" fmla="*/ 60181 h 193807"/>
                <a:gd name="connsiteX36" fmla="*/ 74780 w 120116"/>
                <a:gd name="connsiteY36" fmla="*/ 56279 h 193807"/>
                <a:gd name="connsiteX37" fmla="*/ 71314 w 120116"/>
                <a:gd name="connsiteY37" fmla="*/ 52579 h 193807"/>
                <a:gd name="connsiteX38" fmla="*/ 71314 w 120116"/>
                <a:gd name="connsiteY38" fmla="*/ 51065 h 193807"/>
                <a:gd name="connsiteX39" fmla="*/ 71314 w 120116"/>
                <a:gd name="connsiteY39" fmla="*/ 45851 h 193807"/>
                <a:gd name="connsiteX40" fmla="*/ 69127 w 120116"/>
                <a:gd name="connsiteY40" fmla="*/ 44102 h 193807"/>
                <a:gd name="connsiteX41" fmla="*/ 67174 w 120116"/>
                <a:gd name="connsiteY41" fmla="*/ 41713 h 193807"/>
                <a:gd name="connsiteX42" fmla="*/ 67174 w 120116"/>
                <a:gd name="connsiteY42" fmla="*/ 39964 h 193807"/>
                <a:gd name="connsiteX43" fmla="*/ 67545 w 120116"/>
                <a:gd name="connsiteY43" fmla="*/ 36701 h 193807"/>
                <a:gd name="connsiteX44" fmla="*/ 67814 w 120116"/>
                <a:gd name="connsiteY44" fmla="*/ 35019 h 193807"/>
                <a:gd name="connsiteX45" fmla="*/ 67814 w 120116"/>
                <a:gd name="connsiteY45" fmla="*/ 33640 h 193807"/>
                <a:gd name="connsiteX46" fmla="*/ 67747 w 120116"/>
                <a:gd name="connsiteY46" fmla="*/ 32496 h 193807"/>
                <a:gd name="connsiteX47" fmla="*/ 68689 w 120116"/>
                <a:gd name="connsiteY47" fmla="*/ 31722 h 193807"/>
                <a:gd name="connsiteX48" fmla="*/ 69934 w 120116"/>
                <a:gd name="connsiteY48" fmla="*/ 31016 h 193807"/>
                <a:gd name="connsiteX49" fmla="*/ 70439 w 120116"/>
                <a:gd name="connsiteY49" fmla="*/ 31016 h 193807"/>
                <a:gd name="connsiteX50" fmla="*/ 71751 w 120116"/>
                <a:gd name="connsiteY50" fmla="*/ 31756 h 193807"/>
                <a:gd name="connsiteX51" fmla="*/ 73569 w 120116"/>
                <a:gd name="connsiteY51" fmla="*/ 33068 h 193807"/>
                <a:gd name="connsiteX52" fmla="*/ 74444 w 120116"/>
                <a:gd name="connsiteY52" fmla="*/ 33707 h 193807"/>
                <a:gd name="connsiteX53" fmla="*/ 76194 w 120116"/>
                <a:gd name="connsiteY53" fmla="*/ 34212 h 193807"/>
                <a:gd name="connsiteX54" fmla="*/ 78078 w 120116"/>
                <a:gd name="connsiteY54" fmla="*/ 34952 h 193807"/>
                <a:gd name="connsiteX55" fmla="*/ 80771 w 120116"/>
                <a:gd name="connsiteY55" fmla="*/ 34817 h 193807"/>
                <a:gd name="connsiteX56" fmla="*/ 81848 w 120116"/>
                <a:gd name="connsiteY56" fmla="*/ 33808 h 193807"/>
                <a:gd name="connsiteX57" fmla="*/ 82420 w 120116"/>
                <a:gd name="connsiteY57" fmla="*/ 32664 h 193807"/>
                <a:gd name="connsiteX58" fmla="*/ 84304 w 120116"/>
                <a:gd name="connsiteY58" fmla="*/ 32799 h 193807"/>
                <a:gd name="connsiteX59" fmla="*/ 86122 w 120116"/>
                <a:gd name="connsiteY59" fmla="*/ 32799 h 193807"/>
                <a:gd name="connsiteX60" fmla="*/ 87502 w 120116"/>
                <a:gd name="connsiteY60" fmla="*/ 33371 h 193807"/>
                <a:gd name="connsiteX61" fmla="*/ 87872 w 120116"/>
                <a:gd name="connsiteY61" fmla="*/ 34750 h 193807"/>
                <a:gd name="connsiteX62" fmla="*/ 90060 w 120116"/>
                <a:gd name="connsiteY62" fmla="*/ 34952 h 193807"/>
                <a:gd name="connsiteX63" fmla="*/ 91136 w 120116"/>
                <a:gd name="connsiteY63" fmla="*/ 34245 h 193807"/>
                <a:gd name="connsiteX64" fmla="*/ 91810 w 120116"/>
                <a:gd name="connsiteY64" fmla="*/ 33539 h 193807"/>
                <a:gd name="connsiteX65" fmla="*/ 92584 w 120116"/>
                <a:gd name="connsiteY65" fmla="*/ 31890 h 193807"/>
                <a:gd name="connsiteX66" fmla="*/ 91944 w 120116"/>
                <a:gd name="connsiteY66" fmla="*/ 29670 h 193807"/>
                <a:gd name="connsiteX67" fmla="*/ 90194 w 120116"/>
                <a:gd name="connsiteY67" fmla="*/ 28594 h 193807"/>
                <a:gd name="connsiteX68" fmla="*/ 88612 w 120116"/>
                <a:gd name="connsiteY68" fmla="*/ 27719 h 193807"/>
                <a:gd name="connsiteX69" fmla="*/ 87906 w 120116"/>
                <a:gd name="connsiteY69" fmla="*/ 26407 h 193807"/>
                <a:gd name="connsiteX70" fmla="*/ 88545 w 120116"/>
                <a:gd name="connsiteY70" fmla="*/ 25062 h 193807"/>
                <a:gd name="connsiteX71" fmla="*/ 89622 w 120116"/>
                <a:gd name="connsiteY71" fmla="*/ 23884 h 193807"/>
                <a:gd name="connsiteX72" fmla="*/ 88848 w 120116"/>
                <a:gd name="connsiteY72" fmla="*/ 22808 h 193807"/>
                <a:gd name="connsiteX73" fmla="*/ 85684 w 120116"/>
                <a:gd name="connsiteY73" fmla="*/ 22370 h 193807"/>
                <a:gd name="connsiteX74" fmla="*/ 84372 w 120116"/>
                <a:gd name="connsiteY74" fmla="*/ 22370 h 193807"/>
                <a:gd name="connsiteX75" fmla="*/ 81511 w 120116"/>
                <a:gd name="connsiteY75" fmla="*/ 20688 h 193807"/>
                <a:gd name="connsiteX76" fmla="*/ 82218 w 120116"/>
                <a:gd name="connsiteY76" fmla="*/ 19040 h 193807"/>
                <a:gd name="connsiteX77" fmla="*/ 84843 w 120116"/>
                <a:gd name="connsiteY77" fmla="*/ 17257 h 193807"/>
                <a:gd name="connsiteX78" fmla="*/ 87939 w 120116"/>
                <a:gd name="connsiteY78" fmla="*/ 16887 h 193807"/>
                <a:gd name="connsiteX79" fmla="*/ 88478 w 120116"/>
                <a:gd name="connsiteY79" fmla="*/ 11942 h 193807"/>
                <a:gd name="connsiteX80" fmla="*/ 87872 w 120116"/>
                <a:gd name="connsiteY80" fmla="*/ 9890 h 193807"/>
                <a:gd name="connsiteX81" fmla="*/ 85920 w 120116"/>
                <a:gd name="connsiteY81" fmla="*/ 8208 h 193807"/>
                <a:gd name="connsiteX82" fmla="*/ 81242 w 120116"/>
                <a:gd name="connsiteY82" fmla="*/ 8208 h 193807"/>
                <a:gd name="connsiteX83" fmla="*/ 78348 w 120116"/>
                <a:gd name="connsiteY83" fmla="*/ 11471 h 193807"/>
                <a:gd name="connsiteX84" fmla="*/ 76598 w 120116"/>
                <a:gd name="connsiteY84" fmla="*/ 12009 h 193807"/>
                <a:gd name="connsiteX85" fmla="*/ 73535 w 120116"/>
                <a:gd name="connsiteY85" fmla="*/ 9688 h 193807"/>
                <a:gd name="connsiteX86" fmla="*/ 71785 w 120116"/>
                <a:gd name="connsiteY86" fmla="*/ 5281 h 193807"/>
                <a:gd name="connsiteX87" fmla="*/ 69227 w 120116"/>
                <a:gd name="connsiteY87" fmla="*/ 3936 h 193807"/>
                <a:gd name="connsiteX88" fmla="*/ 67814 w 120116"/>
                <a:gd name="connsiteY88" fmla="*/ 2624 h 193807"/>
                <a:gd name="connsiteX89" fmla="*/ 60646 w 120116"/>
                <a:gd name="connsiteY89" fmla="*/ 0 h 193807"/>
                <a:gd name="connsiteX90" fmla="*/ 56742 w 120116"/>
                <a:gd name="connsiteY90" fmla="*/ 3162 h 193807"/>
                <a:gd name="connsiteX91" fmla="*/ 52165 w 120116"/>
                <a:gd name="connsiteY91" fmla="*/ 5450 h 193807"/>
                <a:gd name="connsiteX92" fmla="*/ 52165 w 120116"/>
                <a:gd name="connsiteY92" fmla="*/ 9486 h 193807"/>
                <a:gd name="connsiteX93" fmla="*/ 49539 w 120116"/>
                <a:gd name="connsiteY93" fmla="*/ 13086 h 193807"/>
                <a:gd name="connsiteX94" fmla="*/ 46948 w 120116"/>
                <a:gd name="connsiteY94" fmla="*/ 15811 h 193807"/>
                <a:gd name="connsiteX95" fmla="*/ 45299 w 120116"/>
                <a:gd name="connsiteY95" fmla="*/ 17997 h 193807"/>
                <a:gd name="connsiteX96" fmla="*/ 42910 w 120116"/>
                <a:gd name="connsiteY96" fmla="*/ 18973 h 193807"/>
                <a:gd name="connsiteX97" fmla="*/ 42203 w 120116"/>
                <a:gd name="connsiteY97" fmla="*/ 20049 h 193807"/>
                <a:gd name="connsiteX98" fmla="*/ 41698 w 120116"/>
                <a:gd name="connsiteY98" fmla="*/ 22101 h 193807"/>
                <a:gd name="connsiteX99" fmla="*/ 41698 w 120116"/>
                <a:gd name="connsiteY99" fmla="*/ 23279 h 193807"/>
                <a:gd name="connsiteX100" fmla="*/ 40621 w 120116"/>
                <a:gd name="connsiteY100" fmla="*/ 26542 h 193807"/>
                <a:gd name="connsiteX101" fmla="*/ 39107 w 120116"/>
                <a:gd name="connsiteY101" fmla="*/ 27181 h 193807"/>
                <a:gd name="connsiteX102" fmla="*/ 35068 w 120116"/>
                <a:gd name="connsiteY102" fmla="*/ 27282 h 193807"/>
                <a:gd name="connsiteX103" fmla="*/ 33655 w 120116"/>
                <a:gd name="connsiteY103" fmla="*/ 29132 h 193807"/>
                <a:gd name="connsiteX104" fmla="*/ 32780 w 120116"/>
                <a:gd name="connsiteY104" fmla="*/ 33808 h 193807"/>
                <a:gd name="connsiteX105" fmla="*/ 32140 w 120116"/>
                <a:gd name="connsiteY105" fmla="*/ 37710 h 193807"/>
                <a:gd name="connsiteX106" fmla="*/ 33991 w 120116"/>
                <a:gd name="connsiteY106" fmla="*/ 43799 h 193807"/>
                <a:gd name="connsiteX107" fmla="*/ 34967 w 120116"/>
                <a:gd name="connsiteY107" fmla="*/ 47062 h 193807"/>
                <a:gd name="connsiteX108" fmla="*/ 38770 w 120116"/>
                <a:gd name="connsiteY108" fmla="*/ 47936 h 193807"/>
                <a:gd name="connsiteX109" fmla="*/ 40722 w 120116"/>
                <a:gd name="connsiteY109" fmla="*/ 48710 h 193807"/>
                <a:gd name="connsiteX110" fmla="*/ 42573 w 120116"/>
                <a:gd name="connsiteY110" fmla="*/ 51334 h 193807"/>
                <a:gd name="connsiteX111" fmla="*/ 42674 w 120116"/>
                <a:gd name="connsiteY111" fmla="*/ 53487 h 193807"/>
                <a:gd name="connsiteX112" fmla="*/ 40722 w 120116"/>
                <a:gd name="connsiteY112" fmla="*/ 54900 h 193807"/>
                <a:gd name="connsiteX113" fmla="*/ 37659 w 120116"/>
                <a:gd name="connsiteY113" fmla="*/ 55236 h 193807"/>
                <a:gd name="connsiteX114" fmla="*/ 35606 w 120116"/>
                <a:gd name="connsiteY114" fmla="*/ 56178 h 193807"/>
                <a:gd name="connsiteX115" fmla="*/ 33318 w 120116"/>
                <a:gd name="connsiteY115" fmla="*/ 59038 h 193807"/>
                <a:gd name="connsiteX116" fmla="*/ 31265 w 120116"/>
                <a:gd name="connsiteY116" fmla="*/ 61863 h 193807"/>
                <a:gd name="connsiteX117" fmla="*/ 34731 w 120116"/>
                <a:gd name="connsiteY117" fmla="*/ 63613 h 193807"/>
                <a:gd name="connsiteX118" fmla="*/ 37996 w 120116"/>
                <a:gd name="connsiteY118" fmla="*/ 64050 h 193807"/>
                <a:gd name="connsiteX119" fmla="*/ 39409 w 120116"/>
                <a:gd name="connsiteY119" fmla="*/ 65463 h 193807"/>
                <a:gd name="connsiteX120" fmla="*/ 40284 w 120116"/>
                <a:gd name="connsiteY120" fmla="*/ 69163 h 193807"/>
                <a:gd name="connsiteX121" fmla="*/ 39308 w 120116"/>
                <a:gd name="connsiteY121" fmla="*/ 73402 h 193807"/>
                <a:gd name="connsiteX122" fmla="*/ 38434 w 120116"/>
                <a:gd name="connsiteY122" fmla="*/ 76328 h 193807"/>
                <a:gd name="connsiteX123" fmla="*/ 35505 w 120116"/>
                <a:gd name="connsiteY123" fmla="*/ 77539 h 193807"/>
                <a:gd name="connsiteX124" fmla="*/ 32477 w 120116"/>
                <a:gd name="connsiteY124" fmla="*/ 76127 h 193807"/>
                <a:gd name="connsiteX125" fmla="*/ 29111 w 120116"/>
                <a:gd name="connsiteY125" fmla="*/ 73536 h 193807"/>
                <a:gd name="connsiteX126" fmla="*/ 25510 w 120116"/>
                <a:gd name="connsiteY126" fmla="*/ 73738 h 193807"/>
                <a:gd name="connsiteX127" fmla="*/ 21371 w 120116"/>
                <a:gd name="connsiteY127" fmla="*/ 72325 h 193807"/>
                <a:gd name="connsiteX128" fmla="*/ 20294 w 120116"/>
                <a:gd name="connsiteY128" fmla="*/ 70912 h 193807"/>
                <a:gd name="connsiteX129" fmla="*/ 20832 w 120116"/>
                <a:gd name="connsiteY129" fmla="*/ 68860 h 193807"/>
                <a:gd name="connsiteX130" fmla="*/ 22010 w 120116"/>
                <a:gd name="connsiteY130" fmla="*/ 67111 h 193807"/>
                <a:gd name="connsiteX131" fmla="*/ 22683 w 120116"/>
                <a:gd name="connsiteY131" fmla="*/ 64487 h 193807"/>
                <a:gd name="connsiteX132" fmla="*/ 22952 w 120116"/>
                <a:gd name="connsiteY132" fmla="*/ 62301 h 193807"/>
                <a:gd name="connsiteX133" fmla="*/ 22649 w 120116"/>
                <a:gd name="connsiteY133" fmla="*/ 60921 h 193807"/>
                <a:gd name="connsiteX134" fmla="*/ 21169 w 120116"/>
                <a:gd name="connsiteY134" fmla="*/ 59879 h 193807"/>
                <a:gd name="connsiteX135" fmla="*/ 19890 w 120116"/>
                <a:gd name="connsiteY135" fmla="*/ 58937 h 193807"/>
                <a:gd name="connsiteX136" fmla="*/ 18241 w 120116"/>
                <a:gd name="connsiteY136" fmla="*/ 58937 h 193807"/>
                <a:gd name="connsiteX137" fmla="*/ 16760 w 120116"/>
                <a:gd name="connsiteY137" fmla="*/ 59374 h 193807"/>
                <a:gd name="connsiteX138" fmla="*/ 15851 w 120116"/>
                <a:gd name="connsiteY138" fmla="*/ 59879 h 193807"/>
                <a:gd name="connsiteX139" fmla="*/ 15851 w 120116"/>
                <a:gd name="connsiteY139" fmla="*/ 61157 h 193807"/>
                <a:gd name="connsiteX140" fmla="*/ 16020 w 120116"/>
                <a:gd name="connsiteY140" fmla="*/ 62435 h 193807"/>
                <a:gd name="connsiteX141" fmla="*/ 15986 w 120116"/>
                <a:gd name="connsiteY141" fmla="*/ 63545 h 193807"/>
                <a:gd name="connsiteX142" fmla="*/ 15817 w 120116"/>
                <a:gd name="connsiteY142" fmla="*/ 65160 h 193807"/>
                <a:gd name="connsiteX143" fmla="*/ 15817 w 120116"/>
                <a:gd name="connsiteY143" fmla="*/ 66943 h 193807"/>
                <a:gd name="connsiteX144" fmla="*/ 15111 w 120116"/>
                <a:gd name="connsiteY144" fmla="*/ 69130 h 193807"/>
                <a:gd name="connsiteX145" fmla="*/ 14067 w 120116"/>
                <a:gd name="connsiteY145" fmla="*/ 70744 h 193807"/>
                <a:gd name="connsiteX146" fmla="*/ 12486 w 120116"/>
                <a:gd name="connsiteY146" fmla="*/ 73099 h 193807"/>
                <a:gd name="connsiteX147" fmla="*/ 10534 w 120116"/>
                <a:gd name="connsiteY147" fmla="*/ 74344 h 193807"/>
                <a:gd name="connsiteX148" fmla="*/ 8649 w 120116"/>
                <a:gd name="connsiteY148" fmla="*/ 77539 h 193807"/>
                <a:gd name="connsiteX149" fmla="*/ 7438 w 120116"/>
                <a:gd name="connsiteY149" fmla="*/ 79726 h 193807"/>
                <a:gd name="connsiteX150" fmla="*/ 6933 w 120116"/>
                <a:gd name="connsiteY150" fmla="*/ 83191 h 193807"/>
                <a:gd name="connsiteX151" fmla="*/ 6933 w 120116"/>
                <a:gd name="connsiteY151" fmla="*/ 85848 h 193807"/>
                <a:gd name="connsiteX152" fmla="*/ 6933 w 120116"/>
                <a:gd name="connsiteY152" fmla="*/ 88136 h 193807"/>
                <a:gd name="connsiteX153" fmla="*/ 8077 w 120116"/>
                <a:gd name="connsiteY153" fmla="*/ 90322 h 193807"/>
                <a:gd name="connsiteX154" fmla="*/ 10096 w 120116"/>
                <a:gd name="connsiteY154" fmla="*/ 93249 h 193807"/>
                <a:gd name="connsiteX155" fmla="*/ 10635 w 120116"/>
                <a:gd name="connsiteY155" fmla="*/ 97925 h 193807"/>
                <a:gd name="connsiteX156" fmla="*/ 6798 w 120116"/>
                <a:gd name="connsiteY156" fmla="*/ 101524 h 193807"/>
                <a:gd name="connsiteX157" fmla="*/ 4543 w 120116"/>
                <a:gd name="connsiteY157" fmla="*/ 103913 h 193807"/>
                <a:gd name="connsiteX158" fmla="*/ 4543 w 120116"/>
                <a:gd name="connsiteY158" fmla="*/ 107378 h 193807"/>
                <a:gd name="connsiteX159" fmla="*/ 10197 w 120116"/>
                <a:gd name="connsiteY159" fmla="*/ 111078 h 193807"/>
                <a:gd name="connsiteX160" fmla="*/ 12385 w 120116"/>
                <a:gd name="connsiteY160" fmla="*/ 114240 h 193807"/>
                <a:gd name="connsiteX161" fmla="*/ 11207 w 120116"/>
                <a:gd name="connsiteY161" fmla="*/ 117705 h 193807"/>
                <a:gd name="connsiteX162" fmla="*/ 9457 w 120116"/>
                <a:gd name="connsiteY162" fmla="*/ 120766 h 193807"/>
                <a:gd name="connsiteX163" fmla="*/ 9894 w 120116"/>
                <a:gd name="connsiteY163" fmla="*/ 124769 h 193807"/>
                <a:gd name="connsiteX164" fmla="*/ 13697 w 120116"/>
                <a:gd name="connsiteY164" fmla="*/ 128470 h 193807"/>
                <a:gd name="connsiteX165" fmla="*/ 19789 w 120116"/>
                <a:gd name="connsiteY165" fmla="*/ 131497 h 193807"/>
                <a:gd name="connsiteX166" fmla="*/ 22717 w 120116"/>
                <a:gd name="connsiteY166" fmla="*/ 132675 h 193807"/>
                <a:gd name="connsiteX167" fmla="*/ 23491 w 120116"/>
                <a:gd name="connsiteY167" fmla="*/ 134962 h 193807"/>
                <a:gd name="connsiteX168" fmla="*/ 20866 w 120116"/>
                <a:gd name="connsiteY168" fmla="*/ 137687 h 193807"/>
                <a:gd name="connsiteX169" fmla="*/ 17938 w 120116"/>
                <a:gd name="connsiteY169" fmla="*/ 139874 h 193807"/>
                <a:gd name="connsiteX170" fmla="*/ 14337 w 120116"/>
                <a:gd name="connsiteY170" fmla="*/ 142060 h 193807"/>
                <a:gd name="connsiteX171" fmla="*/ 11207 w 120116"/>
                <a:gd name="connsiteY171" fmla="*/ 144348 h 193807"/>
                <a:gd name="connsiteX172" fmla="*/ 6630 w 120116"/>
                <a:gd name="connsiteY172" fmla="*/ 145760 h 193807"/>
                <a:gd name="connsiteX173" fmla="*/ 1582 w 120116"/>
                <a:gd name="connsiteY173" fmla="*/ 149360 h 193807"/>
                <a:gd name="connsiteX174" fmla="*/ 0 w 120116"/>
                <a:gd name="connsiteY174" fmla="*/ 151311 h 193807"/>
                <a:gd name="connsiteX175" fmla="*/ 0 w 120116"/>
                <a:gd name="connsiteY175" fmla="*/ 157164 h 193807"/>
                <a:gd name="connsiteX176" fmla="*/ 774 w 120116"/>
                <a:gd name="connsiteY176" fmla="*/ 161168 h 193807"/>
                <a:gd name="connsiteX177" fmla="*/ 1414 w 120116"/>
                <a:gd name="connsiteY177" fmla="*/ 166920 h 193807"/>
                <a:gd name="connsiteX178" fmla="*/ 3500 w 120116"/>
                <a:gd name="connsiteY178" fmla="*/ 170721 h 193807"/>
                <a:gd name="connsiteX179" fmla="*/ 6966 w 120116"/>
                <a:gd name="connsiteY179" fmla="*/ 173984 h 193807"/>
                <a:gd name="connsiteX180" fmla="*/ 9693 w 120116"/>
                <a:gd name="connsiteY180" fmla="*/ 175935 h 193807"/>
                <a:gd name="connsiteX181" fmla="*/ 15683 w 120116"/>
                <a:gd name="connsiteY181" fmla="*/ 180813 h 193807"/>
                <a:gd name="connsiteX182" fmla="*/ 18510 w 120116"/>
                <a:gd name="connsiteY182" fmla="*/ 182327 h 193807"/>
                <a:gd name="connsiteX183" fmla="*/ 21774 w 120116"/>
                <a:gd name="connsiteY183" fmla="*/ 182327 h 193807"/>
                <a:gd name="connsiteX184" fmla="*/ 26991 w 120116"/>
                <a:gd name="connsiteY184" fmla="*/ 182327 h 193807"/>
                <a:gd name="connsiteX185" fmla="*/ 30121 w 120116"/>
                <a:gd name="connsiteY185" fmla="*/ 181553 h 193807"/>
                <a:gd name="connsiteX186" fmla="*/ 31837 w 120116"/>
                <a:gd name="connsiteY186" fmla="*/ 180578 h 193807"/>
                <a:gd name="connsiteX187" fmla="*/ 33150 w 120116"/>
                <a:gd name="connsiteY187" fmla="*/ 179938 h 193807"/>
                <a:gd name="connsiteX188" fmla="*/ 33890 w 120116"/>
                <a:gd name="connsiteY188" fmla="*/ 179837 h 193807"/>
                <a:gd name="connsiteX189" fmla="*/ 36179 w 120116"/>
                <a:gd name="connsiteY189" fmla="*/ 181721 h 193807"/>
                <a:gd name="connsiteX190" fmla="*/ 36616 w 120116"/>
                <a:gd name="connsiteY190" fmla="*/ 183134 h 193807"/>
                <a:gd name="connsiteX191" fmla="*/ 36616 w 120116"/>
                <a:gd name="connsiteY191" fmla="*/ 184951 h 193807"/>
                <a:gd name="connsiteX192" fmla="*/ 36616 w 120116"/>
                <a:gd name="connsiteY192" fmla="*/ 186633 h 193807"/>
                <a:gd name="connsiteX193" fmla="*/ 36616 w 120116"/>
                <a:gd name="connsiteY193" fmla="*/ 186700 h 193807"/>
                <a:gd name="connsiteX194" fmla="*/ 35910 w 120116"/>
                <a:gd name="connsiteY194" fmla="*/ 188584 h 193807"/>
                <a:gd name="connsiteX195" fmla="*/ 36751 w 120116"/>
                <a:gd name="connsiteY195" fmla="*/ 189593 h 193807"/>
                <a:gd name="connsiteX196" fmla="*/ 37861 w 120116"/>
                <a:gd name="connsiteY196" fmla="*/ 190098 h 193807"/>
                <a:gd name="connsiteX197" fmla="*/ 41025 w 120116"/>
                <a:gd name="connsiteY197" fmla="*/ 191443 h 193807"/>
                <a:gd name="connsiteX198" fmla="*/ 42506 w 120116"/>
                <a:gd name="connsiteY198" fmla="*/ 190501 h 193807"/>
                <a:gd name="connsiteX199" fmla="*/ 46746 w 120116"/>
                <a:gd name="connsiteY199" fmla="*/ 189189 h 193807"/>
                <a:gd name="connsiteX200" fmla="*/ 47386 w 120116"/>
                <a:gd name="connsiteY200" fmla="*/ 188113 h 193807"/>
                <a:gd name="connsiteX201" fmla="*/ 48597 w 120116"/>
                <a:gd name="connsiteY201" fmla="*/ 186364 h 193807"/>
                <a:gd name="connsiteX202" fmla="*/ 50886 w 120116"/>
                <a:gd name="connsiteY202" fmla="*/ 186162 h 193807"/>
                <a:gd name="connsiteX203" fmla="*/ 52939 w 120116"/>
                <a:gd name="connsiteY203" fmla="*/ 187676 h 193807"/>
                <a:gd name="connsiteX204" fmla="*/ 53275 w 120116"/>
                <a:gd name="connsiteY204" fmla="*/ 189728 h 193807"/>
                <a:gd name="connsiteX205" fmla="*/ 51424 w 120116"/>
                <a:gd name="connsiteY205" fmla="*/ 191443 h 193807"/>
                <a:gd name="connsiteX206" fmla="*/ 49708 w 120116"/>
                <a:gd name="connsiteY206" fmla="*/ 192352 h 193807"/>
                <a:gd name="connsiteX207" fmla="*/ 49809 w 120116"/>
                <a:gd name="connsiteY207" fmla="*/ 193125 h 193807"/>
                <a:gd name="connsiteX208" fmla="*/ 51896 w 120116"/>
                <a:gd name="connsiteY208" fmla="*/ 193764 h 193807"/>
                <a:gd name="connsiteX209" fmla="*/ 55496 w 120116"/>
                <a:gd name="connsiteY209" fmla="*/ 193764 h 193807"/>
                <a:gd name="connsiteX210" fmla="*/ 57886 w 120116"/>
                <a:gd name="connsiteY210" fmla="*/ 193798 h 193807"/>
                <a:gd name="connsiteX211" fmla="*/ 60208 w 120116"/>
                <a:gd name="connsiteY211" fmla="*/ 192991 h 193807"/>
                <a:gd name="connsiteX212" fmla="*/ 61790 w 120116"/>
                <a:gd name="connsiteY212" fmla="*/ 190905 h 193807"/>
                <a:gd name="connsiteX213" fmla="*/ 63001 w 120116"/>
                <a:gd name="connsiteY213" fmla="*/ 190367 h 193807"/>
                <a:gd name="connsiteX214" fmla="*/ 67040 w 120116"/>
                <a:gd name="connsiteY214" fmla="*/ 192318 h 193807"/>
                <a:gd name="connsiteX215" fmla="*/ 68655 w 120116"/>
                <a:gd name="connsiteY215" fmla="*/ 191679 h 193807"/>
                <a:gd name="connsiteX216" fmla="*/ 71819 w 120116"/>
                <a:gd name="connsiteY216" fmla="*/ 189929 h 193807"/>
                <a:gd name="connsiteX217" fmla="*/ 75958 w 120116"/>
                <a:gd name="connsiteY217" fmla="*/ 188315 h 193807"/>
                <a:gd name="connsiteX218" fmla="*/ 77708 w 120116"/>
                <a:gd name="connsiteY218" fmla="*/ 187978 h 193807"/>
                <a:gd name="connsiteX219" fmla="*/ 80872 w 120116"/>
                <a:gd name="connsiteY219" fmla="*/ 185590 h 193807"/>
                <a:gd name="connsiteX220" fmla="*/ 82117 w 120116"/>
                <a:gd name="connsiteY220" fmla="*/ 182562 h 193807"/>
                <a:gd name="connsiteX221" fmla="*/ 81949 w 120116"/>
                <a:gd name="connsiteY221" fmla="*/ 179400 h 193807"/>
                <a:gd name="connsiteX222" fmla="*/ 81949 w 120116"/>
                <a:gd name="connsiteY222" fmla="*/ 177987 h 193807"/>
                <a:gd name="connsiteX223" fmla="*/ 82723 w 120116"/>
                <a:gd name="connsiteY223" fmla="*/ 175162 h 193807"/>
                <a:gd name="connsiteX224" fmla="*/ 83699 w 120116"/>
                <a:gd name="connsiteY224" fmla="*/ 173412 h 193807"/>
                <a:gd name="connsiteX225" fmla="*/ 83699 w 120116"/>
                <a:gd name="connsiteY225" fmla="*/ 171024 h 193807"/>
                <a:gd name="connsiteX226" fmla="*/ 83261 w 120116"/>
                <a:gd name="connsiteY226" fmla="*/ 168736 h 193807"/>
                <a:gd name="connsiteX227" fmla="*/ 83059 w 120116"/>
                <a:gd name="connsiteY227" fmla="*/ 165372 h 193807"/>
                <a:gd name="connsiteX228" fmla="*/ 82824 w 120116"/>
                <a:gd name="connsiteY228" fmla="*/ 163085 h 193807"/>
                <a:gd name="connsiteX229" fmla="*/ 82824 w 120116"/>
                <a:gd name="connsiteY229" fmla="*/ 161571 h 193807"/>
                <a:gd name="connsiteX230" fmla="*/ 83261 w 120116"/>
                <a:gd name="connsiteY230" fmla="*/ 160360 h 193807"/>
                <a:gd name="connsiteX231" fmla="*/ 84136 w 120116"/>
                <a:gd name="connsiteY231" fmla="*/ 158611 h 193807"/>
                <a:gd name="connsiteX232" fmla="*/ 84776 w 120116"/>
                <a:gd name="connsiteY232" fmla="*/ 156761 h 193807"/>
                <a:gd name="connsiteX233" fmla="*/ 84877 w 120116"/>
                <a:gd name="connsiteY233" fmla="*/ 155247 h 193807"/>
                <a:gd name="connsiteX234" fmla="*/ 85651 w 120116"/>
                <a:gd name="connsiteY234" fmla="*/ 154372 h 193807"/>
                <a:gd name="connsiteX235" fmla="*/ 86526 w 120116"/>
                <a:gd name="connsiteY235" fmla="*/ 153733 h 193807"/>
                <a:gd name="connsiteX236" fmla="*/ 87838 w 120116"/>
                <a:gd name="connsiteY236" fmla="*/ 152859 h 193807"/>
                <a:gd name="connsiteX237" fmla="*/ 88916 w 120116"/>
                <a:gd name="connsiteY237" fmla="*/ 151984 h 193807"/>
                <a:gd name="connsiteX238" fmla="*/ 89891 w 120116"/>
                <a:gd name="connsiteY238" fmla="*/ 150672 h 193807"/>
                <a:gd name="connsiteX239" fmla="*/ 90665 w 120116"/>
                <a:gd name="connsiteY239" fmla="*/ 150033 h 193807"/>
                <a:gd name="connsiteX240" fmla="*/ 91877 w 120116"/>
                <a:gd name="connsiteY240" fmla="*/ 148620 h 193807"/>
                <a:gd name="connsiteX241" fmla="*/ 93627 w 120116"/>
                <a:gd name="connsiteY241" fmla="*/ 147207 h 193807"/>
                <a:gd name="connsiteX242" fmla="*/ 94165 w 120116"/>
                <a:gd name="connsiteY242" fmla="*/ 146770 h 193807"/>
                <a:gd name="connsiteX243" fmla="*/ 94939 w 120116"/>
                <a:gd name="connsiteY243" fmla="*/ 145996 h 193807"/>
                <a:gd name="connsiteX244" fmla="*/ 95713 w 120116"/>
                <a:gd name="connsiteY244" fmla="*/ 145660 h 193807"/>
                <a:gd name="connsiteX245" fmla="*/ 96151 w 120116"/>
                <a:gd name="connsiteY245" fmla="*/ 143877 h 193807"/>
                <a:gd name="connsiteX246" fmla="*/ 95916 w 120116"/>
                <a:gd name="connsiteY246" fmla="*/ 142363 h 193807"/>
                <a:gd name="connsiteX247" fmla="*/ 95916 w 120116"/>
                <a:gd name="connsiteY247" fmla="*/ 139705 h 193807"/>
                <a:gd name="connsiteX248" fmla="*/ 96420 w 120116"/>
                <a:gd name="connsiteY248" fmla="*/ 138259 h 193807"/>
                <a:gd name="connsiteX249" fmla="*/ 95512 w 120116"/>
                <a:gd name="connsiteY249" fmla="*/ 136577 h 193807"/>
                <a:gd name="connsiteX250" fmla="*/ 94165 w 120116"/>
                <a:gd name="connsiteY250" fmla="*/ 135568 h 193807"/>
                <a:gd name="connsiteX251" fmla="*/ 94165 w 120116"/>
                <a:gd name="connsiteY251" fmla="*/ 134491 h 193807"/>
                <a:gd name="connsiteX252" fmla="*/ 94165 w 120116"/>
                <a:gd name="connsiteY252" fmla="*/ 131531 h 193807"/>
                <a:gd name="connsiteX253" fmla="*/ 94165 w 120116"/>
                <a:gd name="connsiteY253" fmla="*/ 129277 h 193807"/>
                <a:gd name="connsiteX254" fmla="*/ 94165 w 120116"/>
                <a:gd name="connsiteY254" fmla="*/ 125812 h 193807"/>
                <a:gd name="connsiteX255" fmla="*/ 94939 w 120116"/>
                <a:gd name="connsiteY255" fmla="*/ 124938 h 193807"/>
                <a:gd name="connsiteX256" fmla="*/ 95882 w 120116"/>
                <a:gd name="connsiteY256" fmla="*/ 124366 h 193807"/>
                <a:gd name="connsiteX257" fmla="*/ 99079 w 120116"/>
                <a:gd name="connsiteY257" fmla="*/ 122919 h 193807"/>
                <a:gd name="connsiteX258" fmla="*/ 100223 w 120116"/>
                <a:gd name="connsiteY258" fmla="*/ 122112 h 193807"/>
                <a:gd name="connsiteX259" fmla="*/ 103353 w 120116"/>
                <a:gd name="connsiteY259" fmla="*/ 121372 h 193807"/>
                <a:gd name="connsiteX260" fmla="*/ 106382 w 120116"/>
                <a:gd name="connsiteY260" fmla="*/ 119623 h 193807"/>
                <a:gd name="connsiteX261" fmla="*/ 107964 w 120116"/>
                <a:gd name="connsiteY261" fmla="*/ 120194 h 193807"/>
                <a:gd name="connsiteX262" fmla="*/ 110151 w 120116"/>
                <a:gd name="connsiteY262" fmla="*/ 117066 h 193807"/>
                <a:gd name="connsiteX263" fmla="*/ 111599 w 120116"/>
                <a:gd name="connsiteY263" fmla="*/ 114879 h 193807"/>
                <a:gd name="connsiteX264" fmla="*/ 116007 w 120116"/>
                <a:gd name="connsiteY264" fmla="*/ 114308 h 193807"/>
                <a:gd name="connsiteX265" fmla="*/ 118026 w 120116"/>
                <a:gd name="connsiteY265" fmla="*/ 113063 h 193807"/>
                <a:gd name="connsiteX266" fmla="*/ 118565 w 120116"/>
                <a:gd name="connsiteY266" fmla="*/ 112087 h 19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20116" h="193807">
                  <a:moveTo>
                    <a:pt x="118565" y="112087"/>
                  </a:moveTo>
                  <a:lnTo>
                    <a:pt x="120012" y="108656"/>
                  </a:lnTo>
                  <a:lnTo>
                    <a:pt x="120012" y="104888"/>
                  </a:lnTo>
                  <a:cubicBezTo>
                    <a:pt x="120012" y="104888"/>
                    <a:pt x="120248" y="102702"/>
                    <a:pt x="120012" y="102399"/>
                  </a:cubicBezTo>
                  <a:cubicBezTo>
                    <a:pt x="119810" y="102063"/>
                    <a:pt x="118161" y="100112"/>
                    <a:pt x="118161" y="100112"/>
                  </a:cubicBezTo>
                  <a:lnTo>
                    <a:pt x="116209" y="98800"/>
                  </a:lnTo>
                  <a:lnTo>
                    <a:pt x="113921" y="98800"/>
                  </a:lnTo>
                  <a:cubicBezTo>
                    <a:pt x="113921" y="98800"/>
                    <a:pt x="114358" y="98161"/>
                    <a:pt x="113921" y="97151"/>
                  </a:cubicBezTo>
                  <a:cubicBezTo>
                    <a:pt x="113483" y="96176"/>
                    <a:pt x="114695" y="95738"/>
                    <a:pt x="113921" y="95301"/>
                  </a:cubicBezTo>
                  <a:cubicBezTo>
                    <a:pt x="113147" y="94864"/>
                    <a:pt x="110892" y="94225"/>
                    <a:pt x="110656" y="94527"/>
                  </a:cubicBezTo>
                  <a:cubicBezTo>
                    <a:pt x="110454" y="94864"/>
                    <a:pt x="109243" y="95402"/>
                    <a:pt x="108502" y="95738"/>
                  </a:cubicBezTo>
                  <a:cubicBezTo>
                    <a:pt x="107728" y="96075"/>
                    <a:pt x="106113" y="95940"/>
                    <a:pt x="105675" y="96277"/>
                  </a:cubicBezTo>
                  <a:cubicBezTo>
                    <a:pt x="105238" y="96613"/>
                    <a:pt x="102646" y="96176"/>
                    <a:pt x="102646" y="95301"/>
                  </a:cubicBezTo>
                  <a:cubicBezTo>
                    <a:pt x="102646" y="94426"/>
                    <a:pt x="102646" y="90962"/>
                    <a:pt x="102646" y="90962"/>
                  </a:cubicBezTo>
                  <a:lnTo>
                    <a:pt x="104598" y="89448"/>
                  </a:lnTo>
                  <a:cubicBezTo>
                    <a:pt x="104598" y="89448"/>
                    <a:pt x="105036" y="87699"/>
                    <a:pt x="105137" y="87396"/>
                  </a:cubicBezTo>
                  <a:cubicBezTo>
                    <a:pt x="105238" y="87059"/>
                    <a:pt x="106012" y="85445"/>
                    <a:pt x="106012" y="85445"/>
                  </a:cubicBezTo>
                  <a:lnTo>
                    <a:pt x="105103" y="83292"/>
                  </a:lnTo>
                  <a:lnTo>
                    <a:pt x="105978" y="80971"/>
                  </a:lnTo>
                  <a:lnTo>
                    <a:pt x="106281" y="76497"/>
                  </a:lnTo>
                  <a:lnTo>
                    <a:pt x="104093" y="73604"/>
                  </a:lnTo>
                  <a:lnTo>
                    <a:pt x="102646" y="71417"/>
                  </a:lnTo>
                  <a:lnTo>
                    <a:pt x="95848" y="69971"/>
                  </a:lnTo>
                  <a:lnTo>
                    <a:pt x="91776" y="70711"/>
                  </a:lnTo>
                  <a:cubicBezTo>
                    <a:pt x="91776" y="70711"/>
                    <a:pt x="88579" y="74344"/>
                    <a:pt x="88141" y="74478"/>
                  </a:cubicBezTo>
                  <a:cubicBezTo>
                    <a:pt x="87704" y="74613"/>
                    <a:pt x="85247" y="76799"/>
                    <a:pt x="85247" y="76799"/>
                  </a:cubicBezTo>
                  <a:lnTo>
                    <a:pt x="85247" y="78818"/>
                  </a:lnTo>
                  <a:cubicBezTo>
                    <a:pt x="85247" y="78818"/>
                    <a:pt x="84238" y="79827"/>
                    <a:pt x="83497" y="79120"/>
                  </a:cubicBezTo>
                  <a:cubicBezTo>
                    <a:pt x="82757" y="78414"/>
                    <a:pt x="81814" y="78414"/>
                    <a:pt x="81377" y="77977"/>
                  </a:cubicBezTo>
                  <a:cubicBezTo>
                    <a:pt x="80939" y="77539"/>
                    <a:pt x="79997" y="77237"/>
                    <a:pt x="79997" y="75521"/>
                  </a:cubicBezTo>
                  <a:cubicBezTo>
                    <a:pt x="79997" y="73772"/>
                    <a:pt x="79997" y="70172"/>
                    <a:pt x="79997" y="70172"/>
                  </a:cubicBezTo>
                  <a:lnTo>
                    <a:pt x="80704" y="70038"/>
                  </a:lnTo>
                  <a:cubicBezTo>
                    <a:pt x="80704" y="70038"/>
                    <a:pt x="81276" y="67010"/>
                    <a:pt x="81276" y="66573"/>
                  </a:cubicBezTo>
                  <a:cubicBezTo>
                    <a:pt x="81276" y="66136"/>
                    <a:pt x="81713" y="63983"/>
                    <a:pt x="80704" y="63814"/>
                  </a:cubicBezTo>
                  <a:cubicBezTo>
                    <a:pt x="79694" y="63680"/>
                    <a:pt x="75858" y="63814"/>
                    <a:pt x="75858" y="63814"/>
                  </a:cubicBezTo>
                  <a:lnTo>
                    <a:pt x="74780" y="60181"/>
                  </a:lnTo>
                  <a:lnTo>
                    <a:pt x="74780" y="56279"/>
                  </a:lnTo>
                  <a:lnTo>
                    <a:pt x="71314" y="52579"/>
                  </a:lnTo>
                  <a:lnTo>
                    <a:pt x="71314" y="51065"/>
                  </a:lnTo>
                  <a:lnTo>
                    <a:pt x="71314" y="45851"/>
                  </a:lnTo>
                  <a:lnTo>
                    <a:pt x="69127" y="44102"/>
                  </a:lnTo>
                  <a:lnTo>
                    <a:pt x="67174" y="41713"/>
                  </a:lnTo>
                  <a:cubicBezTo>
                    <a:pt x="67174" y="41713"/>
                    <a:pt x="67377" y="40839"/>
                    <a:pt x="67174" y="39964"/>
                  </a:cubicBezTo>
                  <a:cubicBezTo>
                    <a:pt x="66939" y="39089"/>
                    <a:pt x="67545" y="36701"/>
                    <a:pt x="67545" y="36701"/>
                  </a:cubicBezTo>
                  <a:lnTo>
                    <a:pt x="67814" y="35019"/>
                  </a:lnTo>
                  <a:lnTo>
                    <a:pt x="67814" y="33640"/>
                  </a:lnTo>
                  <a:lnTo>
                    <a:pt x="67747" y="32496"/>
                  </a:lnTo>
                  <a:lnTo>
                    <a:pt x="68689" y="31722"/>
                  </a:lnTo>
                  <a:lnTo>
                    <a:pt x="69934" y="31016"/>
                  </a:lnTo>
                  <a:lnTo>
                    <a:pt x="70439" y="31016"/>
                  </a:lnTo>
                  <a:lnTo>
                    <a:pt x="71751" y="31756"/>
                  </a:lnTo>
                  <a:cubicBezTo>
                    <a:pt x="71751" y="31756"/>
                    <a:pt x="73367" y="33000"/>
                    <a:pt x="73569" y="33068"/>
                  </a:cubicBezTo>
                  <a:cubicBezTo>
                    <a:pt x="73804" y="33135"/>
                    <a:pt x="74444" y="33707"/>
                    <a:pt x="74444" y="33707"/>
                  </a:cubicBezTo>
                  <a:lnTo>
                    <a:pt x="76194" y="34212"/>
                  </a:lnTo>
                  <a:lnTo>
                    <a:pt x="78078" y="34952"/>
                  </a:lnTo>
                  <a:cubicBezTo>
                    <a:pt x="78078" y="34952"/>
                    <a:pt x="80333" y="35086"/>
                    <a:pt x="80771" y="34817"/>
                  </a:cubicBezTo>
                  <a:cubicBezTo>
                    <a:pt x="81209" y="34514"/>
                    <a:pt x="81579" y="33875"/>
                    <a:pt x="81848" y="33808"/>
                  </a:cubicBezTo>
                  <a:cubicBezTo>
                    <a:pt x="82151" y="33741"/>
                    <a:pt x="82218" y="32664"/>
                    <a:pt x="82420" y="32664"/>
                  </a:cubicBezTo>
                  <a:cubicBezTo>
                    <a:pt x="82655" y="32664"/>
                    <a:pt x="84304" y="32799"/>
                    <a:pt x="84304" y="32799"/>
                  </a:cubicBezTo>
                  <a:lnTo>
                    <a:pt x="86122" y="32799"/>
                  </a:lnTo>
                  <a:lnTo>
                    <a:pt x="87502" y="33371"/>
                  </a:lnTo>
                  <a:lnTo>
                    <a:pt x="87872" y="34750"/>
                  </a:lnTo>
                  <a:lnTo>
                    <a:pt x="90060" y="34952"/>
                  </a:lnTo>
                  <a:lnTo>
                    <a:pt x="91136" y="34245"/>
                  </a:lnTo>
                  <a:cubicBezTo>
                    <a:pt x="91136" y="34245"/>
                    <a:pt x="91742" y="33707"/>
                    <a:pt x="91810" y="33539"/>
                  </a:cubicBezTo>
                  <a:cubicBezTo>
                    <a:pt x="91877" y="33371"/>
                    <a:pt x="92584" y="32328"/>
                    <a:pt x="92584" y="31890"/>
                  </a:cubicBezTo>
                  <a:cubicBezTo>
                    <a:pt x="92584" y="31453"/>
                    <a:pt x="91944" y="29670"/>
                    <a:pt x="91944" y="29670"/>
                  </a:cubicBezTo>
                  <a:lnTo>
                    <a:pt x="90194" y="28594"/>
                  </a:lnTo>
                  <a:cubicBezTo>
                    <a:pt x="90194" y="28594"/>
                    <a:pt x="88612" y="27887"/>
                    <a:pt x="88612" y="27719"/>
                  </a:cubicBezTo>
                  <a:cubicBezTo>
                    <a:pt x="88612" y="27551"/>
                    <a:pt x="87973" y="26643"/>
                    <a:pt x="87906" y="26407"/>
                  </a:cubicBezTo>
                  <a:cubicBezTo>
                    <a:pt x="87838" y="26205"/>
                    <a:pt x="88377" y="25263"/>
                    <a:pt x="88545" y="25062"/>
                  </a:cubicBezTo>
                  <a:cubicBezTo>
                    <a:pt x="88713" y="24860"/>
                    <a:pt x="89622" y="23884"/>
                    <a:pt x="89622" y="23884"/>
                  </a:cubicBezTo>
                  <a:lnTo>
                    <a:pt x="88848" y="22808"/>
                  </a:lnTo>
                  <a:lnTo>
                    <a:pt x="85684" y="22370"/>
                  </a:lnTo>
                  <a:lnTo>
                    <a:pt x="84372" y="22370"/>
                  </a:lnTo>
                  <a:lnTo>
                    <a:pt x="81511" y="20688"/>
                  </a:lnTo>
                  <a:cubicBezTo>
                    <a:pt x="81511" y="20688"/>
                    <a:pt x="81949" y="19343"/>
                    <a:pt x="82218" y="19040"/>
                  </a:cubicBezTo>
                  <a:cubicBezTo>
                    <a:pt x="82487" y="18771"/>
                    <a:pt x="84574" y="17358"/>
                    <a:pt x="84843" y="17257"/>
                  </a:cubicBezTo>
                  <a:cubicBezTo>
                    <a:pt x="85113" y="17156"/>
                    <a:pt x="87939" y="16887"/>
                    <a:pt x="87939" y="16887"/>
                  </a:cubicBezTo>
                  <a:lnTo>
                    <a:pt x="88478" y="11942"/>
                  </a:lnTo>
                  <a:lnTo>
                    <a:pt x="87872" y="9890"/>
                  </a:lnTo>
                  <a:lnTo>
                    <a:pt x="85920" y="8208"/>
                  </a:lnTo>
                  <a:cubicBezTo>
                    <a:pt x="85920" y="8208"/>
                    <a:pt x="81612" y="8006"/>
                    <a:pt x="81242" y="8208"/>
                  </a:cubicBezTo>
                  <a:cubicBezTo>
                    <a:pt x="80872" y="8410"/>
                    <a:pt x="78785" y="11135"/>
                    <a:pt x="78348" y="11471"/>
                  </a:cubicBezTo>
                  <a:cubicBezTo>
                    <a:pt x="77910" y="11808"/>
                    <a:pt x="77910" y="12447"/>
                    <a:pt x="76598" y="12009"/>
                  </a:cubicBezTo>
                  <a:cubicBezTo>
                    <a:pt x="75285" y="11572"/>
                    <a:pt x="73973" y="10697"/>
                    <a:pt x="73535" y="9688"/>
                  </a:cubicBezTo>
                  <a:cubicBezTo>
                    <a:pt x="73098" y="8645"/>
                    <a:pt x="72021" y="5719"/>
                    <a:pt x="71785" y="5281"/>
                  </a:cubicBezTo>
                  <a:cubicBezTo>
                    <a:pt x="71550" y="4844"/>
                    <a:pt x="69227" y="3936"/>
                    <a:pt x="69227" y="3936"/>
                  </a:cubicBezTo>
                  <a:cubicBezTo>
                    <a:pt x="69227" y="3936"/>
                    <a:pt x="68252" y="2725"/>
                    <a:pt x="67814" y="2624"/>
                  </a:cubicBezTo>
                  <a:cubicBezTo>
                    <a:pt x="67377" y="2523"/>
                    <a:pt x="60646" y="0"/>
                    <a:pt x="60646" y="0"/>
                  </a:cubicBezTo>
                  <a:cubicBezTo>
                    <a:pt x="60646" y="0"/>
                    <a:pt x="58054" y="3028"/>
                    <a:pt x="56742" y="3162"/>
                  </a:cubicBezTo>
                  <a:cubicBezTo>
                    <a:pt x="55429" y="3263"/>
                    <a:pt x="52400" y="5012"/>
                    <a:pt x="52165" y="5450"/>
                  </a:cubicBezTo>
                  <a:cubicBezTo>
                    <a:pt x="51962" y="5887"/>
                    <a:pt x="52165" y="9486"/>
                    <a:pt x="52165" y="9486"/>
                  </a:cubicBezTo>
                  <a:lnTo>
                    <a:pt x="49539" y="13086"/>
                  </a:lnTo>
                  <a:lnTo>
                    <a:pt x="46948" y="15811"/>
                  </a:lnTo>
                  <a:lnTo>
                    <a:pt x="45299" y="17997"/>
                  </a:lnTo>
                  <a:lnTo>
                    <a:pt x="42910" y="18973"/>
                  </a:lnTo>
                  <a:lnTo>
                    <a:pt x="42203" y="20049"/>
                  </a:lnTo>
                  <a:lnTo>
                    <a:pt x="41698" y="22101"/>
                  </a:lnTo>
                  <a:lnTo>
                    <a:pt x="41698" y="23279"/>
                  </a:lnTo>
                  <a:lnTo>
                    <a:pt x="40621" y="26542"/>
                  </a:lnTo>
                  <a:cubicBezTo>
                    <a:pt x="40621" y="26542"/>
                    <a:pt x="40083" y="27080"/>
                    <a:pt x="39107" y="27181"/>
                  </a:cubicBezTo>
                  <a:cubicBezTo>
                    <a:pt x="38130" y="27282"/>
                    <a:pt x="35405" y="27181"/>
                    <a:pt x="35068" y="27282"/>
                  </a:cubicBezTo>
                  <a:cubicBezTo>
                    <a:pt x="34731" y="27383"/>
                    <a:pt x="33655" y="29132"/>
                    <a:pt x="33655" y="29132"/>
                  </a:cubicBezTo>
                  <a:lnTo>
                    <a:pt x="32780" y="33808"/>
                  </a:lnTo>
                  <a:lnTo>
                    <a:pt x="32140" y="37710"/>
                  </a:lnTo>
                  <a:lnTo>
                    <a:pt x="33991" y="43799"/>
                  </a:lnTo>
                  <a:lnTo>
                    <a:pt x="34967" y="47062"/>
                  </a:lnTo>
                  <a:lnTo>
                    <a:pt x="38770" y="47936"/>
                  </a:lnTo>
                  <a:cubicBezTo>
                    <a:pt x="38770" y="47936"/>
                    <a:pt x="40284" y="48475"/>
                    <a:pt x="40722" y="48710"/>
                  </a:cubicBezTo>
                  <a:cubicBezTo>
                    <a:pt x="41159" y="48912"/>
                    <a:pt x="42573" y="51334"/>
                    <a:pt x="42573" y="51334"/>
                  </a:cubicBezTo>
                  <a:lnTo>
                    <a:pt x="42674" y="53487"/>
                  </a:lnTo>
                  <a:lnTo>
                    <a:pt x="40722" y="54900"/>
                  </a:lnTo>
                  <a:cubicBezTo>
                    <a:pt x="40722" y="54900"/>
                    <a:pt x="37996" y="54900"/>
                    <a:pt x="37659" y="55236"/>
                  </a:cubicBezTo>
                  <a:cubicBezTo>
                    <a:pt x="37323" y="55573"/>
                    <a:pt x="35606" y="56178"/>
                    <a:pt x="35606" y="56178"/>
                  </a:cubicBezTo>
                  <a:lnTo>
                    <a:pt x="33318" y="59038"/>
                  </a:lnTo>
                  <a:lnTo>
                    <a:pt x="31265" y="61863"/>
                  </a:lnTo>
                  <a:lnTo>
                    <a:pt x="34731" y="63613"/>
                  </a:lnTo>
                  <a:lnTo>
                    <a:pt x="37996" y="64050"/>
                  </a:lnTo>
                  <a:cubicBezTo>
                    <a:pt x="37996" y="64050"/>
                    <a:pt x="39073" y="65227"/>
                    <a:pt x="39409" y="65463"/>
                  </a:cubicBezTo>
                  <a:cubicBezTo>
                    <a:pt x="39746" y="65665"/>
                    <a:pt x="40284" y="69163"/>
                    <a:pt x="40284" y="69163"/>
                  </a:cubicBezTo>
                  <a:lnTo>
                    <a:pt x="39308" y="73402"/>
                  </a:lnTo>
                  <a:lnTo>
                    <a:pt x="38434" y="76328"/>
                  </a:lnTo>
                  <a:cubicBezTo>
                    <a:pt x="38434" y="76328"/>
                    <a:pt x="35943" y="77539"/>
                    <a:pt x="35505" y="77539"/>
                  </a:cubicBezTo>
                  <a:cubicBezTo>
                    <a:pt x="35068" y="77539"/>
                    <a:pt x="32914" y="76227"/>
                    <a:pt x="32477" y="76127"/>
                  </a:cubicBezTo>
                  <a:cubicBezTo>
                    <a:pt x="32039" y="76026"/>
                    <a:pt x="29111" y="73536"/>
                    <a:pt x="29111" y="73536"/>
                  </a:cubicBezTo>
                  <a:lnTo>
                    <a:pt x="25510" y="73738"/>
                  </a:lnTo>
                  <a:lnTo>
                    <a:pt x="21371" y="72325"/>
                  </a:lnTo>
                  <a:cubicBezTo>
                    <a:pt x="21371" y="72325"/>
                    <a:pt x="20394" y="71350"/>
                    <a:pt x="20294" y="70912"/>
                  </a:cubicBezTo>
                  <a:cubicBezTo>
                    <a:pt x="20193" y="70475"/>
                    <a:pt x="20394" y="69163"/>
                    <a:pt x="20832" y="68860"/>
                  </a:cubicBezTo>
                  <a:cubicBezTo>
                    <a:pt x="21270" y="68524"/>
                    <a:pt x="21707" y="68322"/>
                    <a:pt x="22010" y="67111"/>
                  </a:cubicBezTo>
                  <a:cubicBezTo>
                    <a:pt x="22347" y="65900"/>
                    <a:pt x="22683" y="64925"/>
                    <a:pt x="22683" y="64487"/>
                  </a:cubicBezTo>
                  <a:cubicBezTo>
                    <a:pt x="22683" y="64050"/>
                    <a:pt x="22952" y="62301"/>
                    <a:pt x="22952" y="62301"/>
                  </a:cubicBezTo>
                  <a:cubicBezTo>
                    <a:pt x="22952" y="62301"/>
                    <a:pt x="22683" y="60989"/>
                    <a:pt x="22649" y="60921"/>
                  </a:cubicBezTo>
                  <a:cubicBezTo>
                    <a:pt x="22616" y="60854"/>
                    <a:pt x="21270" y="59912"/>
                    <a:pt x="21169" y="59879"/>
                  </a:cubicBezTo>
                  <a:cubicBezTo>
                    <a:pt x="21068" y="59845"/>
                    <a:pt x="19957" y="58937"/>
                    <a:pt x="19890" y="58937"/>
                  </a:cubicBezTo>
                  <a:cubicBezTo>
                    <a:pt x="19823" y="58937"/>
                    <a:pt x="18241" y="58937"/>
                    <a:pt x="18241" y="58937"/>
                  </a:cubicBezTo>
                  <a:cubicBezTo>
                    <a:pt x="18241" y="58937"/>
                    <a:pt x="16861" y="59374"/>
                    <a:pt x="16760" y="59374"/>
                  </a:cubicBezTo>
                  <a:cubicBezTo>
                    <a:pt x="16659" y="59374"/>
                    <a:pt x="15851" y="59879"/>
                    <a:pt x="15851" y="59879"/>
                  </a:cubicBezTo>
                  <a:cubicBezTo>
                    <a:pt x="15851" y="59879"/>
                    <a:pt x="15817" y="61056"/>
                    <a:pt x="15851" y="61157"/>
                  </a:cubicBezTo>
                  <a:cubicBezTo>
                    <a:pt x="15919" y="61258"/>
                    <a:pt x="16020" y="62435"/>
                    <a:pt x="16020" y="62435"/>
                  </a:cubicBezTo>
                  <a:cubicBezTo>
                    <a:pt x="16020" y="62435"/>
                    <a:pt x="15986" y="63343"/>
                    <a:pt x="15986" y="63545"/>
                  </a:cubicBezTo>
                  <a:cubicBezTo>
                    <a:pt x="15986" y="63781"/>
                    <a:pt x="15817" y="65160"/>
                    <a:pt x="15817" y="65160"/>
                  </a:cubicBezTo>
                  <a:cubicBezTo>
                    <a:pt x="15817" y="65160"/>
                    <a:pt x="15817" y="66741"/>
                    <a:pt x="15817" y="66943"/>
                  </a:cubicBezTo>
                  <a:cubicBezTo>
                    <a:pt x="15817" y="67145"/>
                    <a:pt x="15145" y="68995"/>
                    <a:pt x="15111" y="69130"/>
                  </a:cubicBezTo>
                  <a:cubicBezTo>
                    <a:pt x="15077" y="69230"/>
                    <a:pt x="14067" y="70744"/>
                    <a:pt x="14067" y="70744"/>
                  </a:cubicBezTo>
                  <a:lnTo>
                    <a:pt x="12486" y="73099"/>
                  </a:lnTo>
                  <a:lnTo>
                    <a:pt x="10534" y="74344"/>
                  </a:lnTo>
                  <a:lnTo>
                    <a:pt x="8649" y="77539"/>
                  </a:lnTo>
                  <a:cubicBezTo>
                    <a:pt x="8649" y="77539"/>
                    <a:pt x="7572" y="79322"/>
                    <a:pt x="7438" y="79726"/>
                  </a:cubicBezTo>
                  <a:cubicBezTo>
                    <a:pt x="7270" y="80096"/>
                    <a:pt x="6933" y="83191"/>
                    <a:pt x="6933" y="83191"/>
                  </a:cubicBezTo>
                  <a:lnTo>
                    <a:pt x="6933" y="85848"/>
                  </a:lnTo>
                  <a:cubicBezTo>
                    <a:pt x="6933" y="85848"/>
                    <a:pt x="6596" y="87799"/>
                    <a:pt x="6933" y="88136"/>
                  </a:cubicBezTo>
                  <a:cubicBezTo>
                    <a:pt x="7270" y="88472"/>
                    <a:pt x="8077" y="90322"/>
                    <a:pt x="8077" y="90322"/>
                  </a:cubicBezTo>
                  <a:lnTo>
                    <a:pt x="10096" y="93249"/>
                  </a:lnTo>
                  <a:cubicBezTo>
                    <a:pt x="10096" y="93249"/>
                    <a:pt x="10635" y="97488"/>
                    <a:pt x="10635" y="97925"/>
                  </a:cubicBezTo>
                  <a:cubicBezTo>
                    <a:pt x="10635" y="98362"/>
                    <a:pt x="7101" y="101289"/>
                    <a:pt x="6798" y="101524"/>
                  </a:cubicBezTo>
                  <a:cubicBezTo>
                    <a:pt x="6495" y="101726"/>
                    <a:pt x="4779" y="103375"/>
                    <a:pt x="4543" y="103913"/>
                  </a:cubicBezTo>
                  <a:cubicBezTo>
                    <a:pt x="4342" y="104451"/>
                    <a:pt x="3029" y="106739"/>
                    <a:pt x="4543" y="107378"/>
                  </a:cubicBezTo>
                  <a:cubicBezTo>
                    <a:pt x="6058" y="108017"/>
                    <a:pt x="9760" y="111078"/>
                    <a:pt x="10197" y="111078"/>
                  </a:cubicBezTo>
                  <a:cubicBezTo>
                    <a:pt x="10635" y="111078"/>
                    <a:pt x="12385" y="114240"/>
                    <a:pt x="12385" y="114240"/>
                  </a:cubicBezTo>
                  <a:cubicBezTo>
                    <a:pt x="12385" y="114240"/>
                    <a:pt x="11745" y="117268"/>
                    <a:pt x="11207" y="117705"/>
                  </a:cubicBezTo>
                  <a:cubicBezTo>
                    <a:pt x="10669" y="118142"/>
                    <a:pt x="9894" y="120093"/>
                    <a:pt x="9457" y="120766"/>
                  </a:cubicBezTo>
                  <a:cubicBezTo>
                    <a:pt x="9019" y="121405"/>
                    <a:pt x="9255" y="124130"/>
                    <a:pt x="9894" y="124769"/>
                  </a:cubicBezTo>
                  <a:cubicBezTo>
                    <a:pt x="10534" y="125409"/>
                    <a:pt x="13361" y="128133"/>
                    <a:pt x="13697" y="128470"/>
                  </a:cubicBezTo>
                  <a:cubicBezTo>
                    <a:pt x="14034" y="128806"/>
                    <a:pt x="19116" y="131397"/>
                    <a:pt x="19789" y="131497"/>
                  </a:cubicBezTo>
                  <a:cubicBezTo>
                    <a:pt x="20428" y="131598"/>
                    <a:pt x="22717" y="132675"/>
                    <a:pt x="22717" y="132675"/>
                  </a:cubicBezTo>
                  <a:lnTo>
                    <a:pt x="23491" y="134962"/>
                  </a:lnTo>
                  <a:cubicBezTo>
                    <a:pt x="23491" y="134962"/>
                    <a:pt x="21202" y="137351"/>
                    <a:pt x="20866" y="137687"/>
                  </a:cubicBezTo>
                  <a:cubicBezTo>
                    <a:pt x="20529" y="138023"/>
                    <a:pt x="18274" y="139537"/>
                    <a:pt x="17938" y="139874"/>
                  </a:cubicBezTo>
                  <a:cubicBezTo>
                    <a:pt x="17601" y="140210"/>
                    <a:pt x="15010" y="141287"/>
                    <a:pt x="14337" y="142060"/>
                  </a:cubicBezTo>
                  <a:cubicBezTo>
                    <a:pt x="13697" y="142834"/>
                    <a:pt x="12385" y="143810"/>
                    <a:pt x="11207" y="144348"/>
                  </a:cubicBezTo>
                  <a:cubicBezTo>
                    <a:pt x="9995" y="144886"/>
                    <a:pt x="6630" y="145760"/>
                    <a:pt x="6630" y="145760"/>
                  </a:cubicBezTo>
                  <a:lnTo>
                    <a:pt x="1582" y="149360"/>
                  </a:lnTo>
                  <a:lnTo>
                    <a:pt x="0" y="151311"/>
                  </a:lnTo>
                  <a:lnTo>
                    <a:pt x="0" y="157164"/>
                  </a:lnTo>
                  <a:cubicBezTo>
                    <a:pt x="0" y="157164"/>
                    <a:pt x="774" y="160764"/>
                    <a:pt x="774" y="161168"/>
                  </a:cubicBezTo>
                  <a:cubicBezTo>
                    <a:pt x="774" y="161605"/>
                    <a:pt x="1414" y="166382"/>
                    <a:pt x="1414" y="166920"/>
                  </a:cubicBezTo>
                  <a:cubicBezTo>
                    <a:pt x="1414" y="167458"/>
                    <a:pt x="3500" y="170721"/>
                    <a:pt x="3500" y="170721"/>
                  </a:cubicBezTo>
                  <a:cubicBezTo>
                    <a:pt x="3500" y="170721"/>
                    <a:pt x="6529" y="173648"/>
                    <a:pt x="6966" y="173984"/>
                  </a:cubicBezTo>
                  <a:cubicBezTo>
                    <a:pt x="7404" y="174321"/>
                    <a:pt x="8716" y="175397"/>
                    <a:pt x="9693" y="175935"/>
                  </a:cubicBezTo>
                  <a:cubicBezTo>
                    <a:pt x="10669" y="176473"/>
                    <a:pt x="15346" y="180510"/>
                    <a:pt x="15683" y="180813"/>
                  </a:cubicBezTo>
                  <a:cubicBezTo>
                    <a:pt x="16020" y="181149"/>
                    <a:pt x="17433" y="182327"/>
                    <a:pt x="18510" y="182327"/>
                  </a:cubicBezTo>
                  <a:cubicBezTo>
                    <a:pt x="19587" y="182327"/>
                    <a:pt x="21774" y="182327"/>
                    <a:pt x="21774" y="182327"/>
                  </a:cubicBezTo>
                  <a:cubicBezTo>
                    <a:pt x="21774" y="182327"/>
                    <a:pt x="25039" y="182428"/>
                    <a:pt x="26991" y="182327"/>
                  </a:cubicBezTo>
                  <a:cubicBezTo>
                    <a:pt x="28943" y="182226"/>
                    <a:pt x="30121" y="181553"/>
                    <a:pt x="30121" y="181553"/>
                  </a:cubicBezTo>
                  <a:lnTo>
                    <a:pt x="31837" y="180578"/>
                  </a:lnTo>
                  <a:cubicBezTo>
                    <a:pt x="31837" y="180578"/>
                    <a:pt x="32914" y="180006"/>
                    <a:pt x="33150" y="179938"/>
                  </a:cubicBezTo>
                  <a:cubicBezTo>
                    <a:pt x="33385" y="179871"/>
                    <a:pt x="33587" y="179770"/>
                    <a:pt x="33890" y="179837"/>
                  </a:cubicBezTo>
                  <a:cubicBezTo>
                    <a:pt x="34159" y="179905"/>
                    <a:pt x="36179" y="181721"/>
                    <a:pt x="36179" y="181721"/>
                  </a:cubicBezTo>
                  <a:lnTo>
                    <a:pt x="36616" y="183134"/>
                  </a:lnTo>
                  <a:lnTo>
                    <a:pt x="36616" y="184951"/>
                  </a:lnTo>
                  <a:lnTo>
                    <a:pt x="36616" y="186633"/>
                  </a:lnTo>
                  <a:lnTo>
                    <a:pt x="36616" y="186700"/>
                  </a:lnTo>
                  <a:cubicBezTo>
                    <a:pt x="36616" y="186700"/>
                    <a:pt x="35910" y="188449"/>
                    <a:pt x="35910" y="188584"/>
                  </a:cubicBezTo>
                  <a:cubicBezTo>
                    <a:pt x="35910" y="188718"/>
                    <a:pt x="36111" y="189391"/>
                    <a:pt x="36751" y="189593"/>
                  </a:cubicBezTo>
                  <a:cubicBezTo>
                    <a:pt x="37357" y="189795"/>
                    <a:pt x="35842" y="189290"/>
                    <a:pt x="37861" y="190098"/>
                  </a:cubicBezTo>
                  <a:cubicBezTo>
                    <a:pt x="39881" y="190905"/>
                    <a:pt x="41025" y="191443"/>
                    <a:pt x="41025" y="191443"/>
                  </a:cubicBezTo>
                  <a:lnTo>
                    <a:pt x="42506" y="190501"/>
                  </a:lnTo>
                  <a:lnTo>
                    <a:pt x="46746" y="189189"/>
                  </a:lnTo>
                  <a:lnTo>
                    <a:pt x="47386" y="188113"/>
                  </a:lnTo>
                  <a:cubicBezTo>
                    <a:pt x="47386" y="188113"/>
                    <a:pt x="48126" y="186364"/>
                    <a:pt x="48597" y="186364"/>
                  </a:cubicBezTo>
                  <a:cubicBezTo>
                    <a:pt x="49035" y="186364"/>
                    <a:pt x="50886" y="186162"/>
                    <a:pt x="50886" y="186162"/>
                  </a:cubicBezTo>
                  <a:lnTo>
                    <a:pt x="52939" y="187676"/>
                  </a:lnTo>
                  <a:cubicBezTo>
                    <a:pt x="52939" y="187676"/>
                    <a:pt x="53477" y="189425"/>
                    <a:pt x="53275" y="189728"/>
                  </a:cubicBezTo>
                  <a:cubicBezTo>
                    <a:pt x="53040" y="190064"/>
                    <a:pt x="51862" y="191611"/>
                    <a:pt x="51424" y="191443"/>
                  </a:cubicBezTo>
                  <a:cubicBezTo>
                    <a:pt x="50987" y="191275"/>
                    <a:pt x="49708" y="192352"/>
                    <a:pt x="49708" y="192352"/>
                  </a:cubicBezTo>
                  <a:cubicBezTo>
                    <a:pt x="49708" y="192352"/>
                    <a:pt x="49472" y="193125"/>
                    <a:pt x="49809" y="193125"/>
                  </a:cubicBezTo>
                  <a:cubicBezTo>
                    <a:pt x="50145" y="193125"/>
                    <a:pt x="50482" y="193899"/>
                    <a:pt x="51896" y="193764"/>
                  </a:cubicBezTo>
                  <a:cubicBezTo>
                    <a:pt x="53309" y="193664"/>
                    <a:pt x="55025" y="193899"/>
                    <a:pt x="55496" y="193764"/>
                  </a:cubicBezTo>
                  <a:cubicBezTo>
                    <a:pt x="55934" y="193630"/>
                    <a:pt x="57886" y="193798"/>
                    <a:pt x="57886" y="193798"/>
                  </a:cubicBezTo>
                  <a:lnTo>
                    <a:pt x="60208" y="192991"/>
                  </a:lnTo>
                  <a:cubicBezTo>
                    <a:pt x="60208" y="192991"/>
                    <a:pt x="61487" y="191241"/>
                    <a:pt x="61790" y="190905"/>
                  </a:cubicBezTo>
                  <a:cubicBezTo>
                    <a:pt x="62126" y="190569"/>
                    <a:pt x="62665" y="190468"/>
                    <a:pt x="63001" y="190367"/>
                  </a:cubicBezTo>
                  <a:cubicBezTo>
                    <a:pt x="63338" y="190266"/>
                    <a:pt x="67040" y="192318"/>
                    <a:pt x="67040" y="192318"/>
                  </a:cubicBezTo>
                  <a:cubicBezTo>
                    <a:pt x="67040" y="192318"/>
                    <a:pt x="68016" y="191881"/>
                    <a:pt x="68655" y="191679"/>
                  </a:cubicBezTo>
                  <a:cubicBezTo>
                    <a:pt x="69295" y="191477"/>
                    <a:pt x="71381" y="190030"/>
                    <a:pt x="71819" y="189929"/>
                  </a:cubicBezTo>
                  <a:cubicBezTo>
                    <a:pt x="72256" y="189829"/>
                    <a:pt x="75521" y="188315"/>
                    <a:pt x="75958" y="188315"/>
                  </a:cubicBezTo>
                  <a:cubicBezTo>
                    <a:pt x="76396" y="188315"/>
                    <a:pt x="77708" y="187978"/>
                    <a:pt x="77708" y="187978"/>
                  </a:cubicBezTo>
                  <a:lnTo>
                    <a:pt x="80872" y="185590"/>
                  </a:lnTo>
                  <a:lnTo>
                    <a:pt x="82117" y="182562"/>
                  </a:lnTo>
                  <a:lnTo>
                    <a:pt x="81949" y="179400"/>
                  </a:lnTo>
                  <a:lnTo>
                    <a:pt x="81949" y="177987"/>
                  </a:lnTo>
                  <a:cubicBezTo>
                    <a:pt x="81949" y="177987"/>
                    <a:pt x="82285" y="175397"/>
                    <a:pt x="82723" y="175162"/>
                  </a:cubicBezTo>
                  <a:cubicBezTo>
                    <a:pt x="83160" y="174960"/>
                    <a:pt x="83699" y="173412"/>
                    <a:pt x="83699" y="173412"/>
                  </a:cubicBezTo>
                  <a:lnTo>
                    <a:pt x="83699" y="171024"/>
                  </a:lnTo>
                  <a:lnTo>
                    <a:pt x="83261" y="168736"/>
                  </a:lnTo>
                  <a:lnTo>
                    <a:pt x="83059" y="165372"/>
                  </a:lnTo>
                  <a:lnTo>
                    <a:pt x="82824" y="163085"/>
                  </a:lnTo>
                  <a:cubicBezTo>
                    <a:pt x="82824" y="163085"/>
                    <a:pt x="82723" y="161908"/>
                    <a:pt x="82824" y="161571"/>
                  </a:cubicBezTo>
                  <a:cubicBezTo>
                    <a:pt x="82925" y="161235"/>
                    <a:pt x="82925" y="160932"/>
                    <a:pt x="83261" y="160360"/>
                  </a:cubicBezTo>
                  <a:cubicBezTo>
                    <a:pt x="83598" y="159822"/>
                    <a:pt x="84136" y="158611"/>
                    <a:pt x="84136" y="158611"/>
                  </a:cubicBezTo>
                  <a:lnTo>
                    <a:pt x="84776" y="156761"/>
                  </a:lnTo>
                  <a:lnTo>
                    <a:pt x="84877" y="155247"/>
                  </a:lnTo>
                  <a:lnTo>
                    <a:pt x="85651" y="154372"/>
                  </a:lnTo>
                  <a:lnTo>
                    <a:pt x="86526" y="153733"/>
                  </a:lnTo>
                  <a:lnTo>
                    <a:pt x="87838" y="152859"/>
                  </a:lnTo>
                  <a:lnTo>
                    <a:pt x="88916" y="151984"/>
                  </a:lnTo>
                  <a:lnTo>
                    <a:pt x="89891" y="150672"/>
                  </a:lnTo>
                  <a:lnTo>
                    <a:pt x="90665" y="150033"/>
                  </a:lnTo>
                  <a:cubicBezTo>
                    <a:pt x="90665" y="150033"/>
                    <a:pt x="91540" y="148721"/>
                    <a:pt x="91877" y="148620"/>
                  </a:cubicBezTo>
                  <a:cubicBezTo>
                    <a:pt x="92214" y="148519"/>
                    <a:pt x="93627" y="147207"/>
                    <a:pt x="93627" y="147207"/>
                  </a:cubicBezTo>
                  <a:lnTo>
                    <a:pt x="94165" y="146770"/>
                  </a:lnTo>
                  <a:lnTo>
                    <a:pt x="94939" y="145996"/>
                  </a:lnTo>
                  <a:lnTo>
                    <a:pt x="95713" y="145660"/>
                  </a:lnTo>
                  <a:lnTo>
                    <a:pt x="96151" y="143877"/>
                  </a:lnTo>
                  <a:lnTo>
                    <a:pt x="95916" y="142363"/>
                  </a:lnTo>
                  <a:lnTo>
                    <a:pt x="95916" y="139705"/>
                  </a:lnTo>
                  <a:lnTo>
                    <a:pt x="96420" y="138259"/>
                  </a:lnTo>
                  <a:lnTo>
                    <a:pt x="95512" y="136577"/>
                  </a:lnTo>
                  <a:lnTo>
                    <a:pt x="94165" y="135568"/>
                  </a:lnTo>
                  <a:lnTo>
                    <a:pt x="94165" y="134491"/>
                  </a:lnTo>
                  <a:lnTo>
                    <a:pt x="94165" y="131531"/>
                  </a:lnTo>
                  <a:lnTo>
                    <a:pt x="94165" y="129277"/>
                  </a:lnTo>
                  <a:lnTo>
                    <a:pt x="94165" y="125812"/>
                  </a:lnTo>
                  <a:lnTo>
                    <a:pt x="94939" y="124938"/>
                  </a:lnTo>
                  <a:lnTo>
                    <a:pt x="95882" y="124366"/>
                  </a:lnTo>
                  <a:lnTo>
                    <a:pt x="99079" y="122919"/>
                  </a:lnTo>
                  <a:cubicBezTo>
                    <a:pt x="99079" y="122919"/>
                    <a:pt x="99954" y="122213"/>
                    <a:pt x="100223" y="122112"/>
                  </a:cubicBezTo>
                  <a:cubicBezTo>
                    <a:pt x="100526" y="122045"/>
                    <a:pt x="103353" y="121372"/>
                    <a:pt x="103353" y="121372"/>
                  </a:cubicBezTo>
                  <a:lnTo>
                    <a:pt x="106382" y="119623"/>
                  </a:lnTo>
                  <a:lnTo>
                    <a:pt x="107964" y="120194"/>
                  </a:lnTo>
                  <a:lnTo>
                    <a:pt x="110151" y="117066"/>
                  </a:lnTo>
                  <a:lnTo>
                    <a:pt x="111599" y="114879"/>
                  </a:lnTo>
                  <a:lnTo>
                    <a:pt x="116007" y="114308"/>
                  </a:lnTo>
                  <a:lnTo>
                    <a:pt x="118026" y="113063"/>
                  </a:lnTo>
                  <a:lnTo>
                    <a:pt x="118565" y="112087"/>
                  </a:lnTo>
                  <a:close/>
                </a:path>
              </a:pathLst>
            </a:custGeom>
            <a:grpFill/>
            <a:ln w="6350" cap="flat">
              <a:solidFill>
                <a:schemeClr val="bg1"/>
              </a:solidFill>
              <a:prstDash val="solid"/>
              <a:miter/>
            </a:ln>
          </p:spPr>
          <p:txBody>
            <a:bodyPr rtlCol="0" anchor="ctr"/>
            <a:lstStyle/>
            <a:p>
              <a:endParaRPr lang="en-US"/>
            </a:p>
          </p:txBody>
        </p:sp>
        <p:sp>
          <p:nvSpPr>
            <p:cNvPr id="183" name="Freeform 900">
              <a:extLst>
                <a:ext uri="{FF2B5EF4-FFF2-40B4-BE49-F238E27FC236}">
                  <a16:creationId xmlns:a16="http://schemas.microsoft.com/office/drawing/2014/main" id="{60490632-5E25-C221-E07F-0B0793694CA4}"/>
                </a:ext>
              </a:extLst>
            </p:cNvPr>
            <p:cNvSpPr/>
            <p:nvPr/>
          </p:nvSpPr>
          <p:spPr>
            <a:xfrm>
              <a:off x="7910632" y="2362503"/>
              <a:ext cx="286439" cy="395672"/>
            </a:xfrm>
            <a:custGeom>
              <a:avLst/>
              <a:gdLst>
                <a:gd name="connsiteX0" fmla="*/ 547410 w 549933"/>
                <a:gd name="connsiteY0" fmla="*/ 270059 h 759650"/>
                <a:gd name="connsiteX1" fmla="*/ 544078 w 549933"/>
                <a:gd name="connsiteY1" fmla="*/ 266729 h 759650"/>
                <a:gd name="connsiteX2" fmla="*/ 542328 w 549933"/>
                <a:gd name="connsiteY2" fmla="*/ 262591 h 759650"/>
                <a:gd name="connsiteX3" fmla="*/ 542462 w 549933"/>
                <a:gd name="connsiteY3" fmla="*/ 256872 h 759650"/>
                <a:gd name="connsiteX4" fmla="*/ 542328 w 549933"/>
                <a:gd name="connsiteY4" fmla="*/ 256872 h 759650"/>
                <a:gd name="connsiteX5" fmla="*/ 535361 w 549933"/>
                <a:gd name="connsiteY5" fmla="*/ 254282 h 759650"/>
                <a:gd name="connsiteX6" fmla="*/ 530717 w 549933"/>
                <a:gd name="connsiteY6" fmla="*/ 250952 h 759650"/>
                <a:gd name="connsiteX7" fmla="*/ 523885 w 549933"/>
                <a:gd name="connsiteY7" fmla="*/ 247184 h 759650"/>
                <a:gd name="connsiteX8" fmla="*/ 522505 w 549933"/>
                <a:gd name="connsiteY8" fmla="*/ 243282 h 759650"/>
                <a:gd name="connsiteX9" fmla="*/ 522303 w 549933"/>
                <a:gd name="connsiteY9" fmla="*/ 239380 h 759650"/>
                <a:gd name="connsiteX10" fmla="*/ 522303 w 549933"/>
                <a:gd name="connsiteY10" fmla="*/ 233425 h 759650"/>
                <a:gd name="connsiteX11" fmla="*/ 522000 w 549933"/>
                <a:gd name="connsiteY11" fmla="*/ 229221 h 759650"/>
                <a:gd name="connsiteX12" fmla="*/ 519241 w 549933"/>
                <a:gd name="connsiteY12" fmla="*/ 225016 h 759650"/>
                <a:gd name="connsiteX13" fmla="*/ 514462 w 549933"/>
                <a:gd name="connsiteY13" fmla="*/ 220541 h 759650"/>
                <a:gd name="connsiteX14" fmla="*/ 510390 w 549933"/>
                <a:gd name="connsiteY14" fmla="*/ 218220 h 759650"/>
                <a:gd name="connsiteX15" fmla="*/ 505913 w 549933"/>
                <a:gd name="connsiteY15" fmla="*/ 218220 h 759650"/>
                <a:gd name="connsiteX16" fmla="*/ 501404 w 549933"/>
                <a:gd name="connsiteY16" fmla="*/ 219600 h 759650"/>
                <a:gd name="connsiteX17" fmla="*/ 500091 w 549933"/>
                <a:gd name="connsiteY17" fmla="*/ 220407 h 759650"/>
                <a:gd name="connsiteX18" fmla="*/ 497029 w 549933"/>
                <a:gd name="connsiteY18" fmla="*/ 220407 h 759650"/>
                <a:gd name="connsiteX19" fmla="*/ 490803 w 549933"/>
                <a:gd name="connsiteY19" fmla="*/ 219700 h 759650"/>
                <a:gd name="connsiteX20" fmla="*/ 488177 w 549933"/>
                <a:gd name="connsiteY20" fmla="*/ 219129 h 759650"/>
                <a:gd name="connsiteX21" fmla="*/ 486293 w 549933"/>
                <a:gd name="connsiteY21" fmla="*/ 214655 h 759650"/>
                <a:gd name="connsiteX22" fmla="*/ 482961 w 549933"/>
                <a:gd name="connsiteY22" fmla="*/ 209642 h 759650"/>
                <a:gd name="connsiteX23" fmla="*/ 482524 w 549933"/>
                <a:gd name="connsiteY23" fmla="*/ 204798 h 759650"/>
                <a:gd name="connsiteX24" fmla="*/ 477879 w 549933"/>
                <a:gd name="connsiteY24" fmla="*/ 204798 h 759650"/>
                <a:gd name="connsiteX25" fmla="*/ 473403 w 549933"/>
                <a:gd name="connsiteY25" fmla="*/ 205538 h 759650"/>
                <a:gd name="connsiteX26" fmla="*/ 469937 w 549933"/>
                <a:gd name="connsiteY26" fmla="*/ 204092 h 759650"/>
                <a:gd name="connsiteX27" fmla="*/ 465461 w 549933"/>
                <a:gd name="connsiteY27" fmla="*/ 200459 h 759650"/>
                <a:gd name="connsiteX28" fmla="*/ 458663 w 549933"/>
                <a:gd name="connsiteY28" fmla="*/ 196422 h 759650"/>
                <a:gd name="connsiteX29" fmla="*/ 453715 w 549933"/>
                <a:gd name="connsiteY29" fmla="*/ 191645 h 759650"/>
                <a:gd name="connsiteX30" fmla="*/ 450383 w 549933"/>
                <a:gd name="connsiteY30" fmla="*/ 188012 h 759650"/>
                <a:gd name="connsiteX31" fmla="*/ 451696 w 549933"/>
                <a:gd name="connsiteY31" fmla="*/ 182798 h 759650"/>
                <a:gd name="connsiteX32" fmla="*/ 458932 w 549933"/>
                <a:gd name="connsiteY32" fmla="*/ 175431 h 759650"/>
                <a:gd name="connsiteX33" fmla="*/ 461119 w 549933"/>
                <a:gd name="connsiteY33" fmla="*/ 173412 h 759650"/>
                <a:gd name="connsiteX34" fmla="*/ 462870 w 549933"/>
                <a:gd name="connsiteY34" fmla="*/ 170957 h 759650"/>
                <a:gd name="connsiteX35" fmla="*/ 463576 w 549933"/>
                <a:gd name="connsiteY35" fmla="*/ 168636 h 759650"/>
                <a:gd name="connsiteX36" fmla="*/ 459537 w 549933"/>
                <a:gd name="connsiteY36" fmla="*/ 166617 h 759650"/>
                <a:gd name="connsiteX37" fmla="*/ 457788 w 549933"/>
                <a:gd name="connsiteY37" fmla="*/ 165171 h 759650"/>
                <a:gd name="connsiteX38" fmla="*/ 459235 w 549933"/>
                <a:gd name="connsiteY38" fmla="*/ 161975 h 759650"/>
                <a:gd name="connsiteX39" fmla="*/ 463307 w 549933"/>
                <a:gd name="connsiteY39" fmla="*/ 159654 h 759650"/>
                <a:gd name="connsiteX40" fmla="*/ 466201 w 549933"/>
                <a:gd name="connsiteY40" fmla="*/ 157770 h 759650"/>
                <a:gd name="connsiteX41" fmla="*/ 471990 w 549933"/>
                <a:gd name="connsiteY41" fmla="*/ 155583 h 759650"/>
                <a:gd name="connsiteX42" fmla="*/ 476634 w 549933"/>
                <a:gd name="connsiteY42" fmla="*/ 150941 h 759650"/>
                <a:gd name="connsiteX43" fmla="*/ 478822 w 549933"/>
                <a:gd name="connsiteY43" fmla="*/ 146871 h 759650"/>
                <a:gd name="connsiteX44" fmla="*/ 478822 w 549933"/>
                <a:gd name="connsiteY44" fmla="*/ 143103 h 759650"/>
                <a:gd name="connsiteX45" fmla="*/ 479394 w 549933"/>
                <a:gd name="connsiteY45" fmla="*/ 139033 h 759650"/>
                <a:gd name="connsiteX46" fmla="*/ 482288 w 549933"/>
                <a:gd name="connsiteY46" fmla="*/ 136846 h 759650"/>
                <a:gd name="connsiteX47" fmla="*/ 485048 w 549933"/>
                <a:gd name="connsiteY47" fmla="*/ 136274 h 759650"/>
                <a:gd name="connsiteX48" fmla="*/ 488380 w 549933"/>
                <a:gd name="connsiteY48" fmla="*/ 134256 h 759650"/>
                <a:gd name="connsiteX49" fmla="*/ 488514 w 549933"/>
                <a:gd name="connsiteY49" fmla="*/ 131060 h 759650"/>
                <a:gd name="connsiteX50" fmla="*/ 481985 w 549933"/>
                <a:gd name="connsiteY50" fmla="*/ 131060 h 759650"/>
                <a:gd name="connsiteX51" fmla="*/ 478351 w 549933"/>
                <a:gd name="connsiteY51" fmla="*/ 131026 h 759650"/>
                <a:gd name="connsiteX52" fmla="*/ 475456 w 549933"/>
                <a:gd name="connsiteY52" fmla="*/ 132641 h 759650"/>
                <a:gd name="connsiteX53" fmla="*/ 470812 w 549933"/>
                <a:gd name="connsiteY53" fmla="*/ 134828 h 759650"/>
                <a:gd name="connsiteX54" fmla="*/ 465595 w 549933"/>
                <a:gd name="connsiteY54" fmla="*/ 135568 h 759650"/>
                <a:gd name="connsiteX55" fmla="*/ 463273 w 549933"/>
                <a:gd name="connsiteY55" fmla="*/ 134828 h 759650"/>
                <a:gd name="connsiteX56" fmla="*/ 461086 w 549933"/>
                <a:gd name="connsiteY56" fmla="*/ 132809 h 759650"/>
                <a:gd name="connsiteX57" fmla="*/ 458191 w 549933"/>
                <a:gd name="connsiteY57" fmla="*/ 133381 h 759650"/>
                <a:gd name="connsiteX58" fmla="*/ 456172 w 549933"/>
                <a:gd name="connsiteY58" fmla="*/ 135971 h 759650"/>
                <a:gd name="connsiteX59" fmla="*/ 454153 w 549933"/>
                <a:gd name="connsiteY59" fmla="*/ 137418 h 759650"/>
                <a:gd name="connsiteX60" fmla="*/ 449812 w 549933"/>
                <a:gd name="connsiteY60" fmla="*/ 134390 h 759650"/>
                <a:gd name="connsiteX61" fmla="*/ 447186 w 549933"/>
                <a:gd name="connsiteY61" fmla="*/ 132372 h 759650"/>
                <a:gd name="connsiteX62" fmla="*/ 444426 w 549933"/>
                <a:gd name="connsiteY62" fmla="*/ 130926 h 759650"/>
                <a:gd name="connsiteX63" fmla="*/ 439648 w 549933"/>
                <a:gd name="connsiteY63" fmla="*/ 133247 h 759650"/>
                <a:gd name="connsiteX64" fmla="*/ 434296 w 549933"/>
                <a:gd name="connsiteY64" fmla="*/ 134121 h 759650"/>
                <a:gd name="connsiteX65" fmla="*/ 431268 w 549933"/>
                <a:gd name="connsiteY65" fmla="*/ 134861 h 759650"/>
                <a:gd name="connsiteX66" fmla="*/ 429686 w 549933"/>
                <a:gd name="connsiteY66" fmla="*/ 132103 h 759650"/>
                <a:gd name="connsiteX67" fmla="*/ 427499 w 549933"/>
                <a:gd name="connsiteY67" fmla="*/ 132237 h 759650"/>
                <a:gd name="connsiteX68" fmla="*/ 423594 w 549933"/>
                <a:gd name="connsiteY68" fmla="*/ 129479 h 759650"/>
                <a:gd name="connsiteX69" fmla="*/ 421575 w 549933"/>
                <a:gd name="connsiteY69" fmla="*/ 131935 h 759650"/>
                <a:gd name="connsiteX70" fmla="*/ 419825 w 549933"/>
                <a:gd name="connsiteY70" fmla="*/ 135130 h 759650"/>
                <a:gd name="connsiteX71" fmla="*/ 417065 w 549933"/>
                <a:gd name="connsiteY71" fmla="*/ 136712 h 759650"/>
                <a:gd name="connsiteX72" fmla="*/ 414037 w 549933"/>
                <a:gd name="connsiteY72" fmla="*/ 137452 h 759650"/>
                <a:gd name="connsiteX73" fmla="*/ 411714 w 549933"/>
                <a:gd name="connsiteY73" fmla="*/ 138595 h 759650"/>
                <a:gd name="connsiteX74" fmla="*/ 406195 w 549933"/>
                <a:gd name="connsiteY74" fmla="*/ 135265 h 759650"/>
                <a:gd name="connsiteX75" fmla="*/ 404445 w 549933"/>
                <a:gd name="connsiteY75" fmla="*/ 134559 h 759650"/>
                <a:gd name="connsiteX76" fmla="*/ 403873 w 549933"/>
                <a:gd name="connsiteY76" fmla="*/ 130926 h 759650"/>
                <a:gd name="connsiteX77" fmla="*/ 402291 w 549933"/>
                <a:gd name="connsiteY77" fmla="*/ 126855 h 759650"/>
                <a:gd name="connsiteX78" fmla="*/ 401147 w 549933"/>
                <a:gd name="connsiteY78" fmla="*/ 124534 h 759650"/>
                <a:gd name="connsiteX79" fmla="*/ 400272 w 549933"/>
                <a:gd name="connsiteY79" fmla="*/ 122516 h 759650"/>
                <a:gd name="connsiteX80" fmla="*/ 400709 w 549933"/>
                <a:gd name="connsiteY80" fmla="*/ 120766 h 759650"/>
                <a:gd name="connsiteX81" fmla="*/ 402291 w 549933"/>
                <a:gd name="connsiteY81" fmla="*/ 118748 h 759650"/>
                <a:gd name="connsiteX82" fmla="*/ 402291 w 549933"/>
                <a:gd name="connsiteY82" fmla="*/ 113534 h 759650"/>
                <a:gd name="connsiteX83" fmla="*/ 401416 w 549933"/>
                <a:gd name="connsiteY83" fmla="*/ 112659 h 759650"/>
                <a:gd name="connsiteX84" fmla="*/ 394315 w 549933"/>
                <a:gd name="connsiteY84" fmla="*/ 111650 h 759650"/>
                <a:gd name="connsiteX85" fmla="*/ 393137 w 549933"/>
                <a:gd name="connsiteY85" fmla="*/ 108622 h 759650"/>
                <a:gd name="connsiteX86" fmla="*/ 396772 w 549933"/>
                <a:gd name="connsiteY86" fmla="*/ 106604 h 759650"/>
                <a:gd name="connsiteX87" fmla="*/ 393878 w 549933"/>
                <a:gd name="connsiteY87" fmla="*/ 103139 h 759650"/>
                <a:gd name="connsiteX88" fmla="*/ 390545 w 549933"/>
                <a:gd name="connsiteY88" fmla="*/ 102264 h 759650"/>
                <a:gd name="connsiteX89" fmla="*/ 389401 w 549933"/>
                <a:gd name="connsiteY89" fmla="*/ 100515 h 759650"/>
                <a:gd name="connsiteX90" fmla="*/ 386945 w 549933"/>
                <a:gd name="connsiteY90" fmla="*/ 96748 h 759650"/>
                <a:gd name="connsiteX91" fmla="*/ 385800 w 549933"/>
                <a:gd name="connsiteY91" fmla="*/ 93855 h 759650"/>
                <a:gd name="connsiteX92" fmla="*/ 385800 w 549933"/>
                <a:gd name="connsiteY92" fmla="*/ 91668 h 759650"/>
                <a:gd name="connsiteX93" fmla="*/ 387820 w 549933"/>
                <a:gd name="connsiteY93" fmla="*/ 87699 h 759650"/>
                <a:gd name="connsiteX94" fmla="*/ 388695 w 549933"/>
                <a:gd name="connsiteY94" fmla="*/ 86622 h 759650"/>
                <a:gd name="connsiteX95" fmla="*/ 389267 w 549933"/>
                <a:gd name="connsiteY95" fmla="*/ 86622 h 759650"/>
                <a:gd name="connsiteX96" fmla="*/ 390849 w 549933"/>
                <a:gd name="connsiteY96" fmla="*/ 86622 h 759650"/>
                <a:gd name="connsiteX97" fmla="*/ 394046 w 549933"/>
                <a:gd name="connsiteY97" fmla="*/ 87497 h 759650"/>
                <a:gd name="connsiteX98" fmla="*/ 397243 w 549933"/>
                <a:gd name="connsiteY98" fmla="*/ 89818 h 759650"/>
                <a:gd name="connsiteX99" fmla="*/ 400440 w 549933"/>
                <a:gd name="connsiteY99" fmla="*/ 91130 h 759650"/>
                <a:gd name="connsiteX100" fmla="*/ 403637 w 549933"/>
                <a:gd name="connsiteY100" fmla="*/ 87497 h 759650"/>
                <a:gd name="connsiteX101" fmla="*/ 402931 w 549933"/>
                <a:gd name="connsiteY101" fmla="*/ 81845 h 759650"/>
                <a:gd name="connsiteX102" fmla="*/ 400474 w 549933"/>
                <a:gd name="connsiteY102" fmla="*/ 78212 h 759650"/>
                <a:gd name="connsiteX103" fmla="*/ 399599 w 549933"/>
                <a:gd name="connsiteY103" fmla="*/ 74747 h 759650"/>
                <a:gd name="connsiteX104" fmla="*/ 396267 w 549933"/>
                <a:gd name="connsiteY104" fmla="*/ 71417 h 759650"/>
                <a:gd name="connsiteX105" fmla="*/ 396839 w 549933"/>
                <a:gd name="connsiteY105" fmla="*/ 69533 h 759650"/>
                <a:gd name="connsiteX106" fmla="*/ 400305 w 549933"/>
                <a:gd name="connsiteY106" fmla="*/ 66640 h 759650"/>
                <a:gd name="connsiteX107" fmla="*/ 400878 w 549933"/>
                <a:gd name="connsiteY107" fmla="*/ 64050 h 759650"/>
                <a:gd name="connsiteX108" fmla="*/ 396536 w 549933"/>
                <a:gd name="connsiteY108" fmla="*/ 63310 h 759650"/>
                <a:gd name="connsiteX109" fmla="*/ 394079 w 549933"/>
                <a:gd name="connsiteY109" fmla="*/ 61729 h 759650"/>
                <a:gd name="connsiteX110" fmla="*/ 395661 w 549933"/>
                <a:gd name="connsiteY110" fmla="*/ 59408 h 759650"/>
                <a:gd name="connsiteX111" fmla="*/ 396233 w 549933"/>
                <a:gd name="connsiteY111" fmla="*/ 57658 h 759650"/>
                <a:gd name="connsiteX112" fmla="*/ 395527 w 549933"/>
                <a:gd name="connsiteY112" fmla="*/ 55337 h 759650"/>
                <a:gd name="connsiteX113" fmla="*/ 394517 w 549933"/>
                <a:gd name="connsiteY113" fmla="*/ 55337 h 759650"/>
                <a:gd name="connsiteX114" fmla="*/ 391757 w 549933"/>
                <a:gd name="connsiteY114" fmla="*/ 53588 h 759650"/>
                <a:gd name="connsiteX115" fmla="*/ 389570 w 549933"/>
                <a:gd name="connsiteY115" fmla="*/ 54328 h 759650"/>
                <a:gd name="connsiteX116" fmla="*/ 388392 w 549933"/>
                <a:gd name="connsiteY116" fmla="*/ 56212 h 759650"/>
                <a:gd name="connsiteX117" fmla="*/ 387247 w 549933"/>
                <a:gd name="connsiteY117" fmla="*/ 58096 h 759650"/>
                <a:gd name="connsiteX118" fmla="*/ 385598 w 549933"/>
                <a:gd name="connsiteY118" fmla="*/ 59542 h 759650"/>
                <a:gd name="connsiteX119" fmla="*/ 383781 w 549933"/>
                <a:gd name="connsiteY119" fmla="*/ 59408 h 759650"/>
                <a:gd name="connsiteX120" fmla="*/ 382569 w 549933"/>
                <a:gd name="connsiteY120" fmla="*/ 57961 h 759650"/>
                <a:gd name="connsiteX121" fmla="*/ 381459 w 549933"/>
                <a:gd name="connsiteY121" fmla="*/ 56515 h 759650"/>
                <a:gd name="connsiteX122" fmla="*/ 381459 w 549933"/>
                <a:gd name="connsiteY122" fmla="*/ 54496 h 759650"/>
                <a:gd name="connsiteX123" fmla="*/ 384252 w 549933"/>
                <a:gd name="connsiteY123" fmla="*/ 53285 h 759650"/>
                <a:gd name="connsiteX124" fmla="*/ 383579 w 549933"/>
                <a:gd name="connsiteY124" fmla="*/ 51603 h 759650"/>
                <a:gd name="connsiteX125" fmla="*/ 382873 w 549933"/>
                <a:gd name="connsiteY125" fmla="*/ 50426 h 759650"/>
                <a:gd name="connsiteX126" fmla="*/ 380012 w 549933"/>
                <a:gd name="connsiteY126" fmla="*/ 48307 h 759650"/>
                <a:gd name="connsiteX127" fmla="*/ 377892 w 549933"/>
                <a:gd name="connsiteY127" fmla="*/ 49719 h 759650"/>
                <a:gd name="connsiteX128" fmla="*/ 377252 w 549933"/>
                <a:gd name="connsiteY128" fmla="*/ 49349 h 759650"/>
                <a:gd name="connsiteX129" fmla="*/ 377252 w 549933"/>
                <a:gd name="connsiteY129" fmla="*/ 46692 h 759650"/>
                <a:gd name="connsiteX130" fmla="*/ 377858 w 549933"/>
                <a:gd name="connsiteY130" fmla="*/ 44842 h 759650"/>
                <a:gd name="connsiteX131" fmla="*/ 377185 w 549933"/>
                <a:gd name="connsiteY131" fmla="*/ 43698 h 759650"/>
                <a:gd name="connsiteX132" fmla="*/ 372844 w 549933"/>
                <a:gd name="connsiteY132" fmla="*/ 40939 h 759650"/>
                <a:gd name="connsiteX133" fmla="*/ 371430 w 549933"/>
                <a:gd name="connsiteY133" fmla="*/ 37845 h 759650"/>
                <a:gd name="connsiteX134" fmla="*/ 370622 w 549933"/>
                <a:gd name="connsiteY134" fmla="*/ 35086 h 759650"/>
                <a:gd name="connsiteX135" fmla="*/ 372877 w 549933"/>
                <a:gd name="connsiteY135" fmla="*/ 32563 h 759650"/>
                <a:gd name="connsiteX136" fmla="*/ 373146 w 549933"/>
                <a:gd name="connsiteY136" fmla="*/ 32193 h 759650"/>
                <a:gd name="connsiteX137" fmla="*/ 374593 w 549933"/>
                <a:gd name="connsiteY137" fmla="*/ 30040 h 759650"/>
                <a:gd name="connsiteX138" fmla="*/ 374089 w 549933"/>
                <a:gd name="connsiteY138" fmla="*/ 27652 h 759650"/>
                <a:gd name="connsiteX139" fmla="*/ 372844 w 549933"/>
                <a:gd name="connsiteY139" fmla="*/ 26071 h 759650"/>
                <a:gd name="connsiteX140" fmla="*/ 371598 w 549933"/>
                <a:gd name="connsiteY140" fmla="*/ 24389 h 759650"/>
                <a:gd name="connsiteX141" fmla="*/ 370589 w 549933"/>
                <a:gd name="connsiteY141" fmla="*/ 22068 h 759650"/>
                <a:gd name="connsiteX142" fmla="*/ 369915 w 549933"/>
                <a:gd name="connsiteY142" fmla="*/ 20184 h 759650"/>
                <a:gd name="connsiteX143" fmla="*/ 367458 w 549933"/>
                <a:gd name="connsiteY143" fmla="*/ 18300 h 759650"/>
                <a:gd name="connsiteX144" fmla="*/ 362949 w 549933"/>
                <a:gd name="connsiteY144" fmla="*/ 13893 h 759650"/>
                <a:gd name="connsiteX145" fmla="*/ 357093 w 549933"/>
                <a:gd name="connsiteY145" fmla="*/ 10630 h 759650"/>
                <a:gd name="connsiteX146" fmla="*/ 355780 w 549933"/>
                <a:gd name="connsiteY146" fmla="*/ 7165 h 759650"/>
                <a:gd name="connsiteX147" fmla="*/ 355780 w 549933"/>
                <a:gd name="connsiteY147" fmla="*/ 5214 h 759650"/>
                <a:gd name="connsiteX148" fmla="*/ 352516 w 549933"/>
                <a:gd name="connsiteY148" fmla="*/ 1749 h 759650"/>
                <a:gd name="connsiteX149" fmla="*/ 347098 w 549933"/>
                <a:gd name="connsiteY149" fmla="*/ 0 h 759650"/>
                <a:gd name="connsiteX150" fmla="*/ 343900 w 549933"/>
                <a:gd name="connsiteY150" fmla="*/ 639 h 759650"/>
                <a:gd name="connsiteX151" fmla="*/ 340266 w 549933"/>
                <a:gd name="connsiteY151" fmla="*/ 1379 h 759650"/>
                <a:gd name="connsiteX152" fmla="*/ 337506 w 549933"/>
                <a:gd name="connsiteY152" fmla="*/ 2388 h 759650"/>
                <a:gd name="connsiteX153" fmla="*/ 335487 w 549933"/>
                <a:gd name="connsiteY153" fmla="*/ 5147 h 759650"/>
                <a:gd name="connsiteX154" fmla="*/ 333333 w 549933"/>
                <a:gd name="connsiteY154" fmla="*/ 6896 h 759650"/>
                <a:gd name="connsiteX155" fmla="*/ 329833 w 549933"/>
                <a:gd name="connsiteY155" fmla="*/ 5887 h 759650"/>
                <a:gd name="connsiteX156" fmla="*/ 327814 w 549933"/>
                <a:gd name="connsiteY156" fmla="*/ 4440 h 759650"/>
                <a:gd name="connsiteX157" fmla="*/ 326939 w 549933"/>
                <a:gd name="connsiteY157" fmla="*/ 3869 h 759650"/>
                <a:gd name="connsiteX158" fmla="*/ 323910 w 549933"/>
                <a:gd name="connsiteY158" fmla="*/ 4306 h 759650"/>
                <a:gd name="connsiteX159" fmla="*/ 322462 w 549933"/>
                <a:gd name="connsiteY159" fmla="*/ 6627 h 759650"/>
                <a:gd name="connsiteX160" fmla="*/ 321587 w 549933"/>
                <a:gd name="connsiteY160" fmla="*/ 8343 h 759650"/>
                <a:gd name="connsiteX161" fmla="*/ 320578 w 549933"/>
                <a:gd name="connsiteY161" fmla="*/ 10664 h 759650"/>
                <a:gd name="connsiteX162" fmla="*/ 320578 w 549933"/>
                <a:gd name="connsiteY162" fmla="*/ 12850 h 759650"/>
                <a:gd name="connsiteX163" fmla="*/ 317684 w 549933"/>
                <a:gd name="connsiteY163" fmla="*/ 16046 h 759650"/>
                <a:gd name="connsiteX164" fmla="*/ 316943 w 549933"/>
                <a:gd name="connsiteY164" fmla="*/ 16551 h 759650"/>
                <a:gd name="connsiteX165" fmla="*/ 314318 w 549933"/>
                <a:gd name="connsiteY165" fmla="*/ 17190 h 759650"/>
                <a:gd name="connsiteX166" fmla="*/ 310986 w 549933"/>
                <a:gd name="connsiteY166" fmla="*/ 17190 h 759650"/>
                <a:gd name="connsiteX167" fmla="*/ 309236 w 549933"/>
                <a:gd name="connsiteY167" fmla="*/ 16315 h 759650"/>
                <a:gd name="connsiteX168" fmla="*/ 305601 w 549933"/>
                <a:gd name="connsiteY168" fmla="*/ 14297 h 759650"/>
                <a:gd name="connsiteX169" fmla="*/ 304020 w 549933"/>
                <a:gd name="connsiteY169" fmla="*/ 13288 h 759650"/>
                <a:gd name="connsiteX170" fmla="*/ 300688 w 549933"/>
                <a:gd name="connsiteY170" fmla="*/ 15172 h 759650"/>
                <a:gd name="connsiteX171" fmla="*/ 299375 w 549933"/>
                <a:gd name="connsiteY171" fmla="*/ 17358 h 759650"/>
                <a:gd name="connsiteX172" fmla="*/ 295741 w 549933"/>
                <a:gd name="connsiteY172" fmla="*/ 17661 h 759650"/>
                <a:gd name="connsiteX173" fmla="*/ 290390 w 549933"/>
                <a:gd name="connsiteY173" fmla="*/ 17358 h 759650"/>
                <a:gd name="connsiteX174" fmla="*/ 287495 w 549933"/>
                <a:gd name="connsiteY174" fmla="*/ 17493 h 759650"/>
                <a:gd name="connsiteX175" fmla="*/ 283861 w 549933"/>
                <a:gd name="connsiteY175" fmla="*/ 18636 h 759650"/>
                <a:gd name="connsiteX176" fmla="*/ 280966 w 549933"/>
                <a:gd name="connsiteY176" fmla="*/ 19343 h 759650"/>
                <a:gd name="connsiteX177" fmla="*/ 278510 w 549933"/>
                <a:gd name="connsiteY177" fmla="*/ 20083 h 759650"/>
                <a:gd name="connsiteX178" fmla="*/ 278577 w 549933"/>
                <a:gd name="connsiteY178" fmla="*/ 24422 h 759650"/>
                <a:gd name="connsiteX179" fmla="*/ 271846 w 549933"/>
                <a:gd name="connsiteY179" fmla="*/ 25566 h 759650"/>
                <a:gd name="connsiteX180" fmla="*/ 271846 w 549933"/>
                <a:gd name="connsiteY180" fmla="*/ 28459 h 759650"/>
                <a:gd name="connsiteX181" fmla="*/ 272855 w 549933"/>
                <a:gd name="connsiteY181" fmla="*/ 29468 h 759650"/>
                <a:gd name="connsiteX182" fmla="*/ 273731 w 549933"/>
                <a:gd name="connsiteY182" fmla="*/ 31218 h 759650"/>
                <a:gd name="connsiteX183" fmla="*/ 274168 w 549933"/>
                <a:gd name="connsiteY183" fmla="*/ 32967 h 759650"/>
                <a:gd name="connsiteX184" fmla="*/ 274875 w 549933"/>
                <a:gd name="connsiteY184" fmla="*/ 34716 h 759650"/>
                <a:gd name="connsiteX185" fmla="*/ 275178 w 549933"/>
                <a:gd name="connsiteY185" fmla="*/ 37912 h 759650"/>
                <a:gd name="connsiteX186" fmla="*/ 275312 w 549933"/>
                <a:gd name="connsiteY186" fmla="*/ 39796 h 759650"/>
                <a:gd name="connsiteX187" fmla="*/ 277332 w 549933"/>
                <a:gd name="connsiteY187" fmla="*/ 44001 h 759650"/>
                <a:gd name="connsiteX188" fmla="*/ 276187 w 549933"/>
                <a:gd name="connsiteY188" fmla="*/ 47768 h 759650"/>
                <a:gd name="connsiteX189" fmla="*/ 273293 w 549933"/>
                <a:gd name="connsiteY189" fmla="*/ 48475 h 759650"/>
                <a:gd name="connsiteX190" fmla="*/ 267067 w 549933"/>
                <a:gd name="connsiteY190" fmla="*/ 50224 h 759650"/>
                <a:gd name="connsiteX191" fmla="*/ 270096 w 549933"/>
                <a:gd name="connsiteY191" fmla="*/ 55304 h 759650"/>
                <a:gd name="connsiteX192" fmla="*/ 274000 w 549933"/>
                <a:gd name="connsiteY192" fmla="*/ 57187 h 759650"/>
                <a:gd name="connsiteX193" fmla="*/ 276154 w 549933"/>
                <a:gd name="connsiteY193" fmla="*/ 58499 h 759650"/>
                <a:gd name="connsiteX194" fmla="*/ 277163 w 549933"/>
                <a:gd name="connsiteY194" fmla="*/ 60383 h 759650"/>
                <a:gd name="connsiteX195" fmla="*/ 276591 w 549933"/>
                <a:gd name="connsiteY195" fmla="*/ 62704 h 759650"/>
                <a:gd name="connsiteX196" fmla="*/ 275716 w 549933"/>
                <a:gd name="connsiteY196" fmla="*/ 66775 h 759650"/>
                <a:gd name="connsiteX197" fmla="*/ 275009 w 549933"/>
                <a:gd name="connsiteY197" fmla="*/ 70845 h 759650"/>
                <a:gd name="connsiteX198" fmla="*/ 274000 w 549933"/>
                <a:gd name="connsiteY198" fmla="*/ 72662 h 759650"/>
                <a:gd name="connsiteX199" fmla="*/ 271980 w 549933"/>
                <a:gd name="connsiteY199" fmla="*/ 72863 h 759650"/>
                <a:gd name="connsiteX200" fmla="*/ 269221 w 549933"/>
                <a:gd name="connsiteY200" fmla="*/ 72863 h 759650"/>
                <a:gd name="connsiteX201" fmla="*/ 266327 w 549933"/>
                <a:gd name="connsiteY201" fmla="*/ 73166 h 759650"/>
                <a:gd name="connsiteX202" fmla="*/ 264745 w 549933"/>
                <a:gd name="connsiteY202" fmla="*/ 74747 h 759650"/>
                <a:gd name="connsiteX203" fmla="*/ 263735 w 549933"/>
                <a:gd name="connsiteY203" fmla="*/ 79255 h 759650"/>
                <a:gd name="connsiteX204" fmla="*/ 262591 w 549933"/>
                <a:gd name="connsiteY204" fmla="*/ 80399 h 759650"/>
                <a:gd name="connsiteX205" fmla="*/ 256802 w 549933"/>
                <a:gd name="connsiteY205" fmla="*/ 80836 h 759650"/>
                <a:gd name="connsiteX206" fmla="*/ 251014 w 549933"/>
                <a:gd name="connsiteY206" fmla="*/ 81139 h 759650"/>
                <a:gd name="connsiteX207" fmla="*/ 247513 w 549933"/>
                <a:gd name="connsiteY207" fmla="*/ 79827 h 759650"/>
                <a:gd name="connsiteX208" fmla="*/ 244451 w 549933"/>
                <a:gd name="connsiteY208" fmla="*/ 76564 h 759650"/>
                <a:gd name="connsiteX209" fmla="*/ 242869 w 549933"/>
                <a:gd name="connsiteY209" fmla="*/ 74613 h 759650"/>
                <a:gd name="connsiteX210" fmla="*/ 239672 w 549933"/>
                <a:gd name="connsiteY210" fmla="*/ 74613 h 759650"/>
                <a:gd name="connsiteX211" fmla="*/ 238225 w 549933"/>
                <a:gd name="connsiteY211" fmla="*/ 77808 h 759650"/>
                <a:gd name="connsiteX212" fmla="*/ 235465 w 549933"/>
                <a:gd name="connsiteY212" fmla="*/ 78549 h 759650"/>
                <a:gd name="connsiteX213" fmla="*/ 235768 w 549933"/>
                <a:gd name="connsiteY213" fmla="*/ 76227 h 759650"/>
                <a:gd name="connsiteX214" fmla="*/ 237081 w 549933"/>
                <a:gd name="connsiteY214" fmla="*/ 74646 h 759650"/>
                <a:gd name="connsiteX215" fmla="*/ 237081 w 549933"/>
                <a:gd name="connsiteY215" fmla="*/ 72056 h 759650"/>
                <a:gd name="connsiteX216" fmla="*/ 233884 w 549933"/>
                <a:gd name="connsiteY216" fmla="*/ 71047 h 759650"/>
                <a:gd name="connsiteX217" fmla="*/ 230855 w 549933"/>
                <a:gd name="connsiteY217" fmla="*/ 72191 h 759650"/>
                <a:gd name="connsiteX218" fmla="*/ 228835 w 549933"/>
                <a:gd name="connsiteY218" fmla="*/ 74075 h 759650"/>
                <a:gd name="connsiteX219" fmla="*/ 226648 w 549933"/>
                <a:gd name="connsiteY219" fmla="*/ 77270 h 759650"/>
                <a:gd name="connsiteX220" fmla="*/ 226648 w 549933"/>
                <a:gd name="connsiteY220" fmla="*/ 79020 h 759650"/>
                <a:gd name="connsiteX221" fmla="*/ 224898 w 549933"/>
                <a:gd name="connsiteY221" fmla="*/ 81038 h 759650"/>
                <a:gd name="connsiteX222" fmla="*/ 224898 w 549933"/>
                <a:gd name="connsiteY222" fmla="*/ 82484 h 759650"/>
                <a:gd name="connsiteX223" fmla="*/ 221970 w 549933"/>
                <a:gd name="connsiteY223" fmla="*/ 85411 h 759650"/>
                <a:gd name="connsiteX224" fmla="*/ 220220 w 549933"/>
                <a:gd name="connsiteY224" fmla="*/ 87362 h 759650"/>
                <a:gd name="connsiteX225" fmla="*/ 217830 w 549933"/>
                <a:gd name="connsiteY225" fmla="*/ 89011 h 759650"/>
                <a:gd name="connsiteX226" fmla="*/ 216080 w 549933"/>
                <a:gd name="connsiteY226" fmla="*/ 89784 h 759650"/>
                <a:gd name="connsiteX227" fmla="*/ 213792 w 549933"/>
                <a:gd name="connsiteY227" fmla="*/ 90659 h 759650"/>
                <a:gd name="connsiteX228" fmla="*/ 212277 w 549933"/>
                <a:gd name="connsiteY228" fmla="*/ 91197 h 759650"/>
                <a:gd name="connsiteX229" fmla="*/ 210662 w 549933"/>
                <a:gd name="connsiteY229" fmla="*/ 92711 h 759650"/>
                <a:gd name="connsiteX230" fmla="*/ 209248 w 549933"/>
                <a:gd name="connsiteY230" fmla="*/ 95436 h 759650"/>
                <a:gd name="connsiteX231" fmla="*/ 209248 w 549933"/>
                <a:gd name="connsiteY231" fmla="*/ 98161 h 759650"/>
                <a:gd name="connsiteX232" fmla="*/ 209248 w 549933"/>
                <a:gd name="connsiteY232" fmla="*/ 101625 h 759650"/>
                <a:gd name="connsiteX233" fmla="*/ 205345 w 549933"/>
                <a:gd name="connsiteY233" fmla="*/ 99674 h 759650"/>
                <a:gd name="connsiteX234" fmla="*/ 203830 w 549933"/>
                <a:gd name="connsiteY234" fmla="*/ 97387 h 759650"/>
                <a:gd name="connsiteX235" fmla="*/ 202753 w 549933"/>
                <a:gd name="connsiteY235" fmla="*/ 90659 h 759650"/>
                <a:gd name="connsiteX236" fmla="*/ 201542 w 549933"/>
                <a:gd name="connsiteY236" fmla="*/ 88472 h 759650"/>
                <a:gd name="connsiteX237" fmla="*/ 198916 w 549933"/>
                <a:gd name="connsiteY237" fmla="*/ 86858 h 759650"/>
                <a:gd name="connsiteX238" fmla="*/ 196527 w 549933"/>
                <a:gd name="connsiteY238" fmla="*/ 84267 h 759650"/>
                <a:gd name="connsiteX239" fmla="*/ 193902 w 549933"/>
                <a:gd name="connsiteY239" fmla="*/ 82215 h 759650"/>
                <a:gd name="connsiteX240" fmla="*/ 189661 w 549933"/>
                <a:gd name="connsiteY240" fmla="*/ 83090 h 759650"/>
                <a:gd name="connsiteX241" fmla="*/ 188248 w 549933"/>
                <a:gd name="connsiteY241" fmla="*/ 83628 h 759650"/>
                <a:gd name="connsiteX242" fmla="*/ 185219 w 549933"/>
                <a:gd name="connsiteY242" fmla="*/ 85680 h 759650"/>
                <a:gd name="connsiteX243" fmla="*/ 181517 w 549933"/>
                <a:gd name="connsiteY243" fmla="*/ 88741 h 759650"/>
                <a:gd name="connsiteX244" fmla="*/ 173036 w 549933"/>
                <a:gd name="connsiteY244" fmla="*/ 95570 h 759650"/>
                <a:gd name="connsiteX245" fmla="*/ 169771 w 549933"/>
                <a:gd name="connsiteY245" fmla="*/ 98295 h 759650"/>
                <a:gd name="connsiteX246" fmla="*/ 161627 w 549933"/>
                <a:gd name="connsiteY246" fmla="*/ 103610 h 759650"/>
                <a:gd name="connsiteX247" fmla="*/ 158800 w 549933"/>
                <a:gd name="connsiteY247" fmla="*/ 105561 h 759650"/>
                <a:gd name="connsiteX248" fmla="*/ 157387 w 549933"/>
                <a:gd name="connsiteY248" fmla="*/ 108286 h 759650"/>
                <a:gd name="connsiteX249" fmla="*/ 155637 w 549933"/>
                <a:gd name="connsiteY249" fmla="*/ 110473 h 759650"/>
                <a:gd name="connsiteX250" fmla="*/ 148805 w 549933"/>
                <a:gd name="connsiteY250" fmla="*/ 106469 h 759650"/>
                <a:gd name="connsiteX251" fmla="*/ 146853 w 549933"/>
                <a:gd name="connsiteY251" fmla="*/ 106469 h 759650"/>
                <a:gd name="connsiteX252" fmla="*/ 144026 w 549933"/>
                <a:gd name="connsiteY252" fmla="*/ 109194 h 759650"/>
                <a:gd name="connsiteX253" fmla="*/ 143252 w 549933"/>
                <a:gd name="connsiteY253" fmla="*/ 112255 h 759650"/>
                <a:gd name="connsiteX254" fmla="*/ 146954 w 549933"/>
                <a:gd name="connsiteY254" fmla="*/ 116696 h 759650"/>
                <a:gd name="connsiteX255" fmla="*/ 149882 w 549933"/>
                <a:gd name="connsiteY255" fmla="*/ 118748 h 759650"/>
                <a:gd name="connsiteX256" fmla="*/ 151733 w 549933"/>
                <a:gd name="connsiteY256" fmla="*/ 120497 h 759650"/>
                <a:gd name="connsiteX257" fmla="*/ 151632 w 549933"/>
                <a:gd name="connsiteY257" fmla="*/ 122011 h 759650"/>
                <a:gd name="connsiteX258" fmla="*/ 150016 w 549933"/>
                <a:gd name="connsiteY258" fmla="*/ 123760 h 759650"/>
                <a:gd name="connsiteX259" fmla="*/ 145002 w 549933"/>
                <a:gd name="connsiteY259" fmla="*/ 123962 h 759650"/>
                <a:gd name="connsiteX260" fmla="*/ 142713 w 549933"/>
                <a:gd name="connsiteY260" fmla="*/ 124063 h 759650"/>
                <a:gd name="connsiteX261" fmla="*/ 137800 w 549933"/>
                <a:gd name="connsiteY261" fmla="*/ 123827 h 759650"/>
                <a:gd name="connsiteX262" fmla="*/ 133761 w 549933"/>
                <a:gd name="connsiteY262" fmla="*/ 123727 h 759650"/>
                <a:gd name="connsiteX263" fmla="*/ 130295 w 549933"/>
                <a:gd name="connsiteY263" fmla="*/ 120901 h 759650"/>
                <a:gd name="connsiteX264" fmla="*/ 126155 w 549933"/>
                <a:gd name="connsiteY264" fmla="*/ 121675 h 759650"/>
                <a:gd name="connsiteX265" fmla="*/ 123867 w 549933"/>
                <a:gd name="connsiteY265" fmla="*/ 124399 h 759650"/>
                <a:gd name="connsiteX266" fmla="*/ 120939 w 549933"/>
                <a:gd name="connsiteY266" fmla="*/ 125375 h 759650"/>
                <a:gd name="connsiteX267" fmla="*/ 117674 w 549933"/>
                <a:gd name="connsiteY267" fmla="*/ 124837 h 759650"/>
                <a:gd name="connsiteX268" fmla="*/ 115285 w 549933"/>
                <a:gd name="connsiteY268" fmla="*/ 124063 h 759650"/>
                <a:gd name="connsiteX269" fmla="*/ 112021 w 549933"/>
                <a:gd name="connsiteY269" fmla="*/ 125139 h 759650"/>
                <a:gd name="connsiteX270" fmla="*/ 110371 w 549933"/>
                <a:gd name="connsiteY270" fmla="*/ 126451 h 759650"/>
                <a:gd name="connsiteX271" fmla="*/ 105155 w 549933"/>
                <a:gd name="connsiteY271" fmla="*/ 126889 h 759650"/>
                <a:gd name="connsiteX272" fmla="*/ 105155 w 549933"/>
                <a:gd name="connsiteY272" fmla="*/ 126014 h 759650"/>
                <a:gd name="connsiteX273" fmla="*/ 107208 w 549933"/>
                <a:gd name="connsiteY273" fmla="*/ 124164 h 759650"/>
                <a:gd name="connsiteX274" fmla="*/ 108284 w 549933"/>
                <a:gd name="connsiteY274" fmla="*/ 122415 h 759650"/>
                <a:gd name="connsiteX275" fmla="*/ 109059 w 549933"/>
                <a:gd name="connsiteY275" fmla="*/ 119690 h 759650"/>
                <a:gd name="connsiteX276" fmla="*/ 109496 w 549933"/>
                <a:gd name="connsiteY276" fmla="*/ 115889 h 759650"/>
                <a:gd name="connsiteX277" fmla="*/ 108857 w 549933"/>
                <a:gd name="connsiteY277" fmla="*/ 113265 h 759650"/>
                <a:gd name="connsiteX278" fmla="*/ 107881 w 549933"/>
                <a:gd name="connsiteY278" fmla="*/ 111213 h 759650"/>
                <a:gd name="connsiteX279" fmla="*/ 107107 w 549933"/>
                <a:gd name="connsiteY279" fmla="*/ 108723 h 759650"/>
                <a:gd name="connsiteX280" fmla="*/ 107544 w 549933"/>
                <a:gd name="connsiteY280" fmla="*/ 106234 h 759650"/>
                <a:gd name="connsiteX281" fmla="*/ 108857 w 549933"/>
                <a:gd name="connsiteY281" fmla="*/ 104922 h 759650"/>
                <a:gd name="connsiteX282" fmla="*/ 109934 w 549933"/>
                <a:gd name="connsiteY282" fmla="*/ 103509 h 759650"/>
                <a:gd name="connsiteX283" fmla="*/ 109395 w 549933"/>
                <a:gd name="connsiteY283" fmla="*/ 100347 h 759650"/>
                <a:gd name="connsiteX284" fmla="*/ 110809 w 549933"/>
                <a:gd name="connsiteY284" fmla="*/ 97757 h 759650"/>
                <a:gd name="connsiteX285" fmla="*/ 111785 w 549933"/>
                <a:gd name="connsiteY285" fmla="*/ 96546 h 759650"/>
                <a:gd name="connsiteX286" fmla="*/ 111145 w 549933"/>
                <a:gd name="connsiteY286" fmla="*/ 89280 h 759650"/>
                <a:gd name="connsiteX287" fmla="*/ 112222 w 549933"/>
                <a:gd name="connsiteY287" fmla="*/ 86117 h 759650"/>
                <a:gd name="connsiteX288" fmla="*/ 106905 w 549933"/>
                <a:gd name="connsiteY288" fmla="*/ 80802 h 759650"/>
                <a:gd name="connsiteX289" fmla="*/ 105592 w 549933"/>
                <a:gd name="connsiteY289" fmla="*/ 78750 h 759650"/>
                <a:gd name="connsiteX290" fmla="*/ 103640 w 549933"/>
                <a:gd name="connsiteY290" fmla="*/ 76160 h 759650"/>
                <a:gd name="connsiteX291" fmla="*/ 106467 w 549933"/>
                <a:gd name="connsiteY291" fmla="*/ 73772 h 759650"/>
                <a:gd name="connsiteX292" fmla="*/ 107342 w 549933"/>
                <a:gd name="connsiteY292" fmla="*/ 72258 h 759650"/>
                <a:gd name="connsiteX293" fmla="*/ 105390 w 549933"/>
                <a:gd name="connsiteY293" fmla="*/ 68019 h 759650"/>
                <a:gd name="connsiteX294" fmla="*/ 103539 w 549933"/>
                <a:gd name="connsiteY294" fmla="*/ 66169 h 759650"/>
                <a:gd name="connsiteX295" fmla="*/ 102126 w 549933"/>
                <a:gd name="connsiteY295" fmla="*/ 62570 h 759650"/>
                <a:gd name="connsiteX296" fmla="*/ 98760 w 549933"/>
                <a:gd name="connsiteY296" fmla="*/ 62570 h 759650"/>
                <a:gd name="connsiteX297" fmla="*/ 97986 w 549933"/>
                <a:gd name="connsiteY297" fmla="*/ 63343 h 759650"/>
                <a:gd name="connsiteX298" fmla="*/ 96573 w 549933"/>
                <a:gd name="connsiteY298" fmla="*/ 66270 h 759650"/>
                <a:gd name="connsiteX299" fmla="*/ 95496 w 549933"/>
                <a:gd name="connsiteY299" fmla="*/ 67683 h 759650"/>
                <a:gd name="connsiteX300" fmla="*/ 93308 w 549933"/>
                <a:gd name="connsiteY300" fmla="*/ 68558 h 759650"/>
                <a:gd name="connsiteX301" fmla="*/ 90683 w 549933"/>
                <a:gd name="connsiteY301" fmla="*/ 68019 h 759650"/>
                <a:gd name="connsiteX302" fmla="*/ 90044 w 549933"/>
                <a:gd name="connsiteY302" fmla="*/ 65194 h 759650"/>
                <a:gd name="connsiteX303" fmla="*/ 87654 w 549933"/>
                <a:gd name="connsiteY303" fmla="*/ 63444 h 759650"/>
                <a:gd name="connsiteX304" fmla="*/ 85467 w 549933"/>
                <a:gd name="connsiteY304" fmla="*/ 66371 h 759650"/>
                <a:gd name="connsiteX305" fmla="*/ 84491 w 549933"/>
                <a:gd name="connsiteY305" fmla="*/ 67784 h 759650"/>
                <a:gd name="connsiteX306" fmla="*/ 82000 w 549933"/>
                <a:gd name="connsiteY306" fmla="*/ 65833 h 759650"/>
                <a:gd name="connsiteX307" fmla="*/ 81024 w 549933"/>
                <a:gd name="connsiteY307" fmla="*/ 64319 h 759650"/>
                <a:gd name="connsiteX308" fmla="*/ 79611 w 549933"/>
                <a:gd name="connsiteY308" fmla="*/ 64117 h 759650"/>
                <a:gd name="connsiteX309" fmla="*/ 76683 w 549933"/>
                <a:gd name="connsiteY309" fmla="*/ 64756 h 759650"/>
                <a:gd name="connsiteX310" fmla="*/ 75707 w 549933"/>
                <a:gd name="connsiteY310" fmla="*/ 66808 h 759650"/>
                <a:gd name="connsiteX311" fmla="*/ 75168 w 549933"/>
                <a:gd name="connsiteY311" fmla="*/ 68995 h 759650"/>
                <a:gd name="connsiteX312" fmla="*/ 74092 w 549933"/>
                <a:gd name="connsiteY312" fmla="*/ 70744 h 759650"/>
                <a:gd name="connsiteX313" fmla="*/ 71803 w 549933"/>
                <a:gd name="connsiteY313" fmla="*/ 71619 h 759650"/>
                <a:gd name="connsiteX314" fmla="*/ 70053 w 549933"/>
                <a:gd name="connsiteY314" fmla="*/ 72931 h 759650"/>
                <a:gd name="connsiteX315" fmla="*/ 70053 w 549933"/>
                <a:gd name="connsiteY315" fmla="*/ 75656 h 759650"/>
                <a:gd name="connsiteX316" fmla="*/ 71467 w 549933"/>
                <a:gd name="connsiteY316" fmla="*/ 77708 h 759650"/>
                <a:gd name="connsiteX317" fmla="*/ 72106 w 549933"/>
                <a:gd name="connsiteY317" fmla="*/ 78919 h 759650"/>
                <a:gd name="connsiteX318" fmla="*/ 73418 w 549933"/>
                <a:gd name="connsiteY318" fmla="*/ 79894 h 759650"/>
                <a:gd name="connsiteX319" fmla="*/ 74395 w 549933"/>
                <a:gd name="connsiteY319" fmla="*/ 81744 h 759650"/>
                <a:gd name="connsiteX320" fmla="*/ 74192 w 549933"/>
                <a:gd name="connsiteY320" fmla="*/ 84234 h 759650"/>
                <a:gd name="connsiteX321" fmla="*/ 73856 w 549933"/>
                <a:gd name="connsiteY321" fmla="*/ 85310 h 759650"/>
                <a:gd name="connsiteX322" fmla="*/ 72543 w 549933"/>
                <a:gd name="connsiteY322" fmla="*/ 86824 h 759650"/>
                <a:gd name="connsiteX323" fmla="*/ 71029 w 549933"/>
                <a:gd name="connsiteY323" fmla="*/ 87026 h 759650"/>
                <a:gd name="connsiteX324" fmla="*/ 67765 w 549933"/>
                <a:gd name="connsiteY324" fmla="*/ 86925 h 759650"/>
                <a:gd name="connsiteX325" fmla="*/ 64937 w 549933"/>
                <a:gd name="connsiteY325" fmla="*/ 87026 h 759650"/>
                <a:gd name="connsiteX326" fmla="*/ 61134 w 549933"/>
                <a:gd name="connsiteY326" fmla="*/ 87261 h 759650"/>
                <a:gd name="connsiteX327" fmla="*/ 58409 w 549933"/>
                <a:gd name="connsiteY327" fmla="*/ 88136 h 759650"/>
                <a:gd name="connsiteX328" fmla="*/ 55918 w 549933"/>
                <a:gd name="connsiteY328" fmla="*/ 89347 h 759650"/>
                <a:gd name="connsiteX329" fmla="*/ 53731 w 549933"/>
                <a:gd name="connsiteY329" fmla="*/ 92173 h 759650"/>
                <a:gd name="connsiteX330" fmla="*/ 51678 w 549933"/>
                <a:gd name="connsiteY330" fmla="*/ 94561 h 759650"/>
                <a:gd name="connsiteX331" fmla="*/ 49826 w 549933"/>
                <a:gd name="connsiteY331" fmla="*/ 97488 h 759650"/>
                <a:gd name="connsiteX332" fmla="*/ 48177 w 549933"/>
                <a:gd name="connsiteY332" fmla="*/ 101087 h 759650"/>
                <a:gd name="connsiteX333" fmla="*/ 48581 w 549933"/>
                <a:gd name="connsiteY333" fmla="*/ 104115 h 759650"/>
                <a:gd name="connsiteX334" fmla="*/ 47403 w 549933"/>
                <a:gd name="connsiteY334" fmla="*/ 106503 h 759650"/>
                <a:gd name="connsiteX335" fmla="*/ 47403 w 549933"/>
                <a:gd name="connsiteY335" fmla="*/ 108656 h 759650"/>
                <a:gd name="connsiteX336" fmla="*/ 48951 w 549933"/>
                <a:gd name="connsiteY336" fmla="*/ 110708 h 759650"/>
                <a:gd name="connsiteX337" fmla="*/ 48548 w 549933"/>
                <a:gd name="connsiteY337" fmla="*/ 112289 h 759650"/>
                <a:gd name="connsiteX338" fmla="*/ 47807 w 549933"/>
                <a:gd name="connsiteY338" fmla="*/ 114577 h 759650"/>
                <a:gd name="connsiteX339" fmla="*/ 48884 w 549933"/>
                <a:gd name="connsiteY339" fmla="*/ 117571 h 759650"/>
                <a:gd name="connsiteX340" fmla="*/ 49557 w 549933"/>
                <a:gd name="connsiteY340" fmla="*/ 119959 h 759650"/>
                <a:gd name="connsiteX341" fmla="*/ 50534 w 549933"/>
                <a:gd name="connsiteY341" fmla="*/ 124097 h 759650"/>
                <a:gd name="connsiteX342" fmla="*/ 50735 w 549933"/>
                <a:gd name="connsiteY342" fmla="*/ 126552 h 759650"/>
                <a:gd name="connsiteX343" fmla="*/ 51173 w 549933"/>
                <a:gd name="connsiteY343" fmla="*/ 130791 h 759650"/>
                <a:gd name="connsiteX344" fmla="*/ 52048 w 549933"/>
                <a:gd name="connsiteY344" fmla="*/ 133886 h 759650"/>
                <a:gd name="connsiteX345" fmla="*/ 51139 w 549933"/>
                <a:gd name="connsiteY345" fmla="*/ 135097 h 759650"/>
                <a:gd name="connsiteX346" fmla="*/ 48481 w 549933"/>
                <a:gd name="connsiteY346" fmla="*/ 134760 h 759650"/>
                <a:gd name="connsiteX347" fmla="*/ 44678 w 549933"/>
                <a:gd name="connsiteY347" fmla="*/ 132305 h 759650"/>
                <a:gd name="connsiteX348" fmla="*/ 39831 w 549933"/>
                <a:gd name="connsiteY348" fmla="*/ 134088 h 759650"/>
                <a:gd name="connsiteX349" fmla="*/ 34413 w 549933"/>
                <a:gd name="connsiteY349" fmla="*/ 133448 h 759650"/>
                <a:gd name="connsiteX350" fmla="*/ 31788 w 549933"/>
                <a:gd name="connsiteY350" fmla="*/ 134962 h 759650"/>
                <a:gd name="connsiteX351" fmla="*/ 28321 w 549933"/>
                <a:gd name="connsiteY351" fmla="*/ 137788 h 759650"/>
                <a:gd name="connsiteX352" fmla="*/ 22432 w 549933"/>
                <a:gd name="connsiteY352" fmla="*/ 143439 h 759650"/>
                <a:gd name="connsiteX353" fmla="*/ 21119 w 549933"/>
                <a:gd name="connsiteY353" fmla="*/ 145626 h 759650"/>
                <a:gd name="connsiteX354" fmla="*/ 20042 w 549933"/>
                <a:gd name="connsiteY354" fmla="*/ 148014 h 759650"/>
                <a:gd name="connsiteX355" fmla="*/ 21792 w 549933"/>
                <a:gd name="connsiteY355" fmla="*/ 150201 h 759650"/>
                <a:gd name="connsiteX356" fmla="*/ 22869 w 549933"/>
                <a:gd name="connsiteY356" fmla="*/ 150840 h 759650"/>
                <a:gd name="connsiteX357" fmla="*/ 26773 w 549933"/>
                <a:gd name="connsiteY357" fmla="*/ 151042 h 759650"/>
                <a:gd name="connsiteX358" fmla="*/ 29937 w 549933"/>
                <a:gd name="connsiteY358" fmla="*/ 152556 h 759650"/>
                <a:gd name="connsiteX359" fmla="*/ 31788 w 549933"/>
                <a:gd name="connsiteY359" fmla="*/ 156054 h 759650"/>
                <a:gd name="connsiteX360" fmla="*/ 31788 w 549933"/>
                <a:gd name="connsiteY360" fmla="*/ 160831 h 759650"/>
                <a:gd name="connsiteX361" fmla="*/ 28961 w 549933"/>
                <a:gd name="connsiteY361" fmla="*/ 162345 h 759650"/>
                <a:gd name="connsiteX362" fmla="*/ 29836 w 549933"/>
                <a:gd name="connsiteY362" fmla="*/ 166045 h 759650"/>
                <a:gd name="connsiteX363" fmla="*/ 31586 w 549933"/>
                <a:gd name="connsiteY363" fmla="*/ 166281 h 759650"/>
                <a:gd name="connsiteX364" fmla="*/ 34211 w 549933"/>
                <a:gd name="connsiteY364" fmla="*/ 166483 h 759650"/>
                <a:gd name="connsiteX365" fmla="*/ 35826 w 549933"/>
                <a:gd name="connsiteY365" fmla="*/ 167795 h 759650"/>
                <a:gd name="connsiteX366" fmla="*/ 37038 w 549933"/>
                <a:gd name="connsiteY366" fmla="*/ 170385 h 759650"/>
                <a:gd name="connsiteX367" fmla="*/ 37038 w 549933"/>
                <a:gd name="connsiteY367" fmla="*/ 173009 h 759650"/>
                <a:gd name="connsiteX368" fmla="*/ 34009 w 549933"/>
                <a:gd name="connsiteY368" fmla="*/ 175868 h 759650"/>
                <a:gd name="connsiteX369" fmla="*/ 31821 w 549933"/>
                <a:gd name="connsiteY369" fmla="*/ 177146 h 759650"/>
                <a:gd name="connsiteX370" fmla="*/ 28557 w 549933"/>
                <a:gd name="connsiteY370" fmla="*/ 178223 h 759650"/>
                <a:gd name="connsiteX371" fmla="*/ 27480 w 549933"/>
                <a:gd name="connsiteY371" fmla="*/ 178862 h 759650"/>
                <a:gd name="connsiteX372" fmla="*/ 25090 w 549933"/>
                <a:gd name="connsiteY372" fmla="*/ 180174 h 759650"/>
                <a:gd name="connsiteX373" fmla="*/ 23576 w 549933"/>
                <a:gd name="connsiteY373" fmla="*/ 182125 h 759650"/>
                <a:gd name="connsiteX374" fmla="*/ 21759 w 549933"/>
                <a:gd name="connsiteY374" fmla="*/ 185758 h 759650"/>
                <a:gd name="connsiteX375" fmla="*/ 21389 w 549933"/>
                <a:gd name="connsiteY375" fmla="*/ 187945 h 759650"/>
                <a:gd name="connsiteX376" fmla="*/ 21389 w 549933"/>
                <a:gd name="connsiteY376" fmla="*/ 190400 h 759650"/>
                <a:gd name="connsiteX377" fmla="*/ 23273 w 549933"/>
                <a:gd name="connsiteY377" fmla="*/ 190972 h 759650"/>
                <a:gd name="connsiteX378" fmla="*/ 26033 w 549933"/>
                <a:gd name="connsiteY378" fmla="*/ 192419 h 759650"/>
                <a:gd name="connsiteX379" fmla="*/ 27615 w 549933"/>
                <a:gd name="connsiteY379" fmla="*/ 193428 h 759650"/>
                <a:gd name="connsiteX380" fmla="*/ 28490 w 549933"/>
                <a:gd name="connsiteY380" fmla="*/ 194605 h 759650"/>
                <a:gd name="connsiteX381" fmla="*/ 29365 w 549933"/>
                <a:gd name="connsiteY381" fmla="*/ 196926 h 759650"/>
                <a:gd name="connsiteX382" fmla="*/ 31250 w 549933"/>
                <a:gd name="connsiteY382" fmla="*/ 198945 h 759650"/>
                <a:gd name="connsiteX383" fmla="*/ 34413 w 549933"/>
                <a:gd name="connsiteY383" fmla="*/ 201703 h 759650"/>
                <a:gd name="connsiteX384" fmla="*/ 37139 w 549933"/>
                <a:gd name="connsiteY384" fmla="*/ 205605 h 759650"/>
                <a:gd name="connsiteX385" fmla="*/ 40067 w 549933"/>
                <a:gd name="connsiteY385" fmla="*/ 209743 h 759650"/>
                <a:gd name="connsiteX386" fmla="*/ 41043 w 549933"/>
                <a:gd name="connsiteY386" fmla="*/ 213107 h 759650"/>
                <a:gd name="connsiteX387" fmla="*/ 42120 w 549933"/>
                <a:gd name="connsiteY387" fmla="*/ 217009 h 759650"/>
                <a:gd name="connsiteX388" fmla="*/ 43634 w 549933"/>
                <a:gd name="connsiteY388" fmla="*/ 221450 h 759650"/>
                <a:gd name="connsiteX389" fmla="*/ 45148 w 549933"/>
                <a:gd name="connsiteY389" fmla="*/ 223838 h 759650"/>
                <a:gd name="connsiteX390" fmla="*/ 46125 w 549933"/>
                <a:gd name="connsiteY390" fmla="*/ 227539 h 759650"/>
                <a:gd name="connsiteX391" fmla="*/ 46865 w 549933"/>
                <a:gd name="connsiteY391" fmla="*/ 229927 h 759650"/>
                <a:gd name="connsiteX392" fmla="*/ 50466 w 549933"/>
                <a:gd name="connsiteY392" fmla="*/ 232954 h 759650"/>
                <a:gd name="connsiteX393" fmla="*/ 53832 w 549933"/>
                <a:gd name="connsiteY393" fmla="*/ 235780 h 759650"/>
                <a:gd name="connsiteX394" fmla="*/ 56658 w 549933"/>
                <a:gd name="connsiteY394" fmla="*/ 237832 h 759650"/>
                <a:gd name="connsiteX395" fmla="*/ 60024 w 549933"/>
                <a:gd name="connsiteY395" fmla="*/ 241297 h 759650"/>
                <a:gd name="connsiteX396" fmla="*/ 61101 w 549933"/>
                <a:gd name="connsiteY396" fmla="*/ 244022 h 759650"/>
                <a:gd name="connsiteX397" fmla="*/ 61438 w 549933"/>
                <a:gd name="connsiteY397" fmla="*/ 245973 h 759650"/>
                <a:gd name="connsiteX398" fmla="*/ 61438 w 549933"/>
                <a:gd name="connsiteY398" fmla="*/ 248698 h 759650"/>
                <a:gd name="connsiteX399" fmla="*/ 62077 w 549933"/>
                <a:gd name="connsiteY399" fmla="*/ 251860 h 759650"/>
                <a:gd name="connsiteX400" fmla="*/ 62615 w 549933"/>
                <a:gd name="connsiteY400" fmla="*/ 257612 h 759650"/>
                <a:gd name="connsiteX401" fmla="*/ 63692 w 549933"/>
                <a:gd name="connsiteY401" fmla="*/ 262187 h 759650"/>
                <a:gd name="connsiteX402" fmla="*/ 62481 w 549933"/>
                <a:gd name="connsiteY402" fmla="*/ 265955 h 759650"/>
                <a:gd name="connsiteX403" fmla="*/ 64433 w 549933"/>
                <a:gd name="connsiteY403" fmla="*/ 269891 h 759650"/>
                <a:gd name="connsiteX404" fmla="*/ 66721 w 549933"/>
                <a:gd name="connsiteY404" fmla="*/ 269655 h 759650"/>
                <a:gd name="connsiteX405" fmla="*/ 69447 w 549933"/>
                <a:gd name="connsiteY405" fmla="*/ 269756 h 759650"/>
                <a:gd name="connsiteX406" fmla="*/ 74226 w 549933"/>
                <a:gd name="connsiteY406" fmla="*/ 270294 h 759650"/>
                <a:gd name="connsiteX407" fmla="*/ 76952 w 549933"/>
                <a:gd name="connsiteY407" fmla="*/ 271001 h 759650"/>
                <a:gd name="connsiteX408" fmla="*/ 80755 w 549933"/>
                <a:gd name="connsiteY408" fmla="*/ 271169 h 759650"/>
                <a:gd name="connsiteX409" fmla="*/ 81294 w 549933"/>
                <a:gd name="connsiteY409" fmla="*/ 271169 h 759650"/>
                <a:gd name="connsiteX410" fmla="*/ 82707 w 549933"/>
                <a:gd name="connsiteY410" fmla="*/ 273221 h 759650"/>
                <a:gd name="connsiteX411" fmla="*/ 82472 w 549933"/>
                <a:gd name="connsiteY411" fmla="*/ 273995 h 759650"/>
                <a:gd name="connsiteX412" fmla="*/ 79308 w 549933"/>
                <a:gd name="connsiteY412" fmla="*/ 275071 h 759650"/>
                <a:gd name="connsiteX413" fmla="*/ 77558 w 549933"/>
                <a:gd name="connsiteY413" fmla="*/ 277561 h 759650"/>
                <a:gd name="connsiteX414" fmla="*/ 75371 w 549933"/>
                <a:gd name="connsiteY414" fmla="*/ 278536 h 759650"/>
                <a:gd name="connsiteX415" fmla="*/ 72981 w 549933"/>
                <a:gd name="connsiteY415" fmla="*/ 279747 h 759650"/>
                <a:gd name="connsiteX416" fmla="*/ 65139 w 549933"/>
                <a:gd name="connsiteY416" fmla="*/ 283347 h 759650"/>
                <a:gd name="connsiteX417" fmla="*/ 57534 w 549933"/>
                <a:gd name="connsiteY417" fmla="*/ 284423 h 759650"/>
                <a:gd name="connsiteX418" fmla="*/ 55346 w 549933"/>
                <a:gd name="connsiteY418" fmla="*/ 285836 h 759650"/>
                <a:gd name="connsiteX419" fmla="*/ 51846 w 549933"/>
                <a:gd name="connsiteY419" fmla="*/ 288561 h 759650"/>
                <a:gd name="connsiteX420" fmla="*/ 42928 w 549933"/>
                <a:gd name="connsiteY420" fmla="*/ 288561 h 759650"/>
                <a:gd name="connsiteX421" fmla="*/ 43567 w 549933"/>
                <a:gd name="connsiteY421" fmla="*/ 294010 h 759650"/>
                <a:gd name="connsiteX422" fmla="*/ 44004 w 549933"/>
                <a:gd name="connsiteY422" fmla="*/ 298585 h 759650"/>
                <a:gd name="connsiteX423" fmla="*/ 42692 w 549933"/>
                <a:gd name="connsiteY423" fmla="*/ 299662 h 759650"/>
                <a:gd name="connsiteX424" fmla="*/ 38351 w 549933"/>
                <a:gd name="connsiteY424" fmla="*/ 299023 h 759650"/>
                <a:gd name="connsiteX425" fmla="*/ 35725 w 549933"/>
                <a:gd name="connsiteY425" fmla="*/ 298585 h 759650"/>
                <a:gd name="connsiteX426" fmla="*/ 33774 w 549933"/>
                <a:gd name="connsiteY426" fmla="*/ 299897 h 759650"/>
                <a:gd name="connsiteX427" fmla="*/ 31586 w 549933"/>
                <a:gd name="connsiteY427" fmla="*/ 305986 h 759650"/>
                <a:gd name="connsiteX428" fmla="*/ 32899 w 549933"/>
                <a:gd name="connsiteY428" fmla="*/ 310763 h 759650"/>
                <a:gd name="connsiteX429" fmla="*/ 37038 w 549933"/>
                <a:gd name="connsiteY429" fmla="*/ 314026 h 759650"/>
                <a:gd name="connsiteX430" fmla="*/ 40505 w 549933"/>
                <a:gd name="connsiteY430" fmla="*/ 314665 h 759650"/>
                <a:gd name="connsiteX431" fmla="*/ 42894 w 549933"/>
                <a:gd name="connsiteY431" fmla="*/ 314665 h 759650"/>
                <a:gd name="connsiteX432" fmla="*/ 44644 w 549933"/>
                <a:gd name="connsiteY432" fmla="*/ 316616 h 759650"/>
                <a:gd name="connsiteX433" fmla="*/ 45721 w 549933"/>
                <a:gd name="connsiteY433" fmla="*/ 318366 h 759650"/>
                <a:gd name="connsiteX434" fmla="*/ 51610 w 549933"/>
                <a:gd name="connsiteY434" fmla="*/ 320956 h 759650"/>
                <a:gd name="connsiteX435" fmla="*/ 55952 w 549933"/>
                <a:gd name="connsiteY435" fmla="*/ 322470 h 759650"/>
                <a:gd name="connsiteX436" fmla="*/ 62043 w 549933"/>
                <a:gd name="connsiteY436" fmla="*/ 322907 h 759650"/>
                <a:gd name="connsiteX437" fmla="*/ 65947 w 549933"/>
                <a:gd name="connsiteY437" fmla="*/ 323445 h 759650"/>
                <a:gd name="connsiteX438" fmla="*/ 70962 w 549933"/>
                <a:gd name="connsiteY438" fmla="*/ 323344 h 759650"/>
                <a:gd name="connsiteX439" fmla="*/ 74226 w 549933"/>
                <a:gd name="connsiteY439" fmla="*/ 323344 h 759650"/>
                <a:gd name="connsiteX440" fmla="*/ 75303 w 549933"/>
                <a:gd name="connsiteY440" fmla="*/ 323781 h 759650"/>
                <a:gd name="connsiteX441" fmla="*/ 76178 w 549933"/>
                <a:gd name="connsiteY441" fmla="*/ 325531 h 759650"/>
                <a:gd name="connsiteX442" fmla="*/ 78130 w 549933"/>
                <a:gd name="connsiteY442" fmla="*/ 328357 h 759650"/>
                <a:gd name="connsiteX443" fmla="*/ 77895 w 549933"/>
                <a:gd name="connsiteY443" fmla="*/ 331182 h 759650"/>
                <a:gd name="connsiteX444" fmla="*/ 76818 w 549933"/>
                <a:gd name="connsiteY444" fmla="*/ 334008 h 759650"/>
                <a:gd name="connsiteX445" fmla="*/ 76178 w 549933"/>
                <a:gd name="connsiteY445" fmla="*/ 334883 h 759650"/>
                <a:gd name="connsiteX446" fmla="*/ 73991 w 549933"/>
                <a:gd name="connsiteY446" fmla="*/ 338785 h 759650"/>
                <a:gd name="connsiteX447" fmla="*/ 73856 w 549933"/>
                <a:gd name="connsiteY447" fmla="*/ 340299 h 759650"/>
                <a:gd name="connsiteX448" fmla="*/ 75101 w 549933"/>
                <a:gd name="connsiteY448" fmla="*/ 343326 h 759650"/>
                <a:gd name="connsiteX449" fmla="*/ 75101 w 549933"/>
                <a:gd name="connsiteY449" fmla="*/ 346791 h 759650"/>
                <a:gd name="connsiteX450" fmla="*/ 76246 w 549933"/>
                <a:gd name="connsiteY450" fmla="*/ 348103 h 759650"/>
                <a:gd name="connsiteX451" fmla="*/ 77390 w 549933"/>
                <a:gd name="connsiteY451" fmla="*/ 350727 h 759650"/>
                <a:gd name="connsiteX452" fmla="*/ 81159 w 549933"/>
                <a:gd name="connsiteY452" fmla="*/ 352308 h 759650"/>
                <a:gd name="connsiteX453" fmla="*/ 82472 w 549933"/>
                <a:gd name="connsiteY453" fmla="*/ 352443 h 759650"/>
                <a:gd name="connsiteX454" fmla="*/ 83784 w 549933"/>
                <a:gd name="connsiteY454" fmla="*/ 354326 h 759650"/>
                <a:gd name="connsiteX455" fmla="*/ 85803 w 549933"/>
                <a:gd name="connsiteY455" fmla="*/ 356647 h 759650"/>
                <a:gd name="connsiteX456" fmla="*/ 86106 w 549933"/>
                <a:gd name="connsiteY456" fmla="*/ 358834 h 759650"/>
                <a:gd name="connsiteX457" fmla="*/ 86981 w 549933"/>
                <a:gd name="connsiteY457" fmla="*/ 362030 h 759650"/>
                <a:gd name="connsiteX458" fmla="*/ 86409 w 549933"/>
                <a:gd name="connsiteY458" fmla="*/ 366369 h 759650"/>
                <a:gd name="connsiteX459" fmla="*/ 86275 w 549933"/>
                <a:gd name="connsiteY459" fmla="*/ 367984 h 759650"/>
                <a:gd name="connsiteX460" fmla="*/ 85265 w 549933"/>
                <a:gd name="connsiteY460" fmla="*/ 370574 h 759650"/>
                <a:gd name="connsiteX461" fmla="*/ 83515 w 549933"/>
                <a:gd name="connsiteY461" fmla="*/ 376091 h 759650"/>
                <a:gd name="connsiteX462" fmla="*/ 82068 w 549933"/>
                <a:gd name="connsiteY462" fmla="*/ 376966 h 759650"/>
                <a:gd name="connsiteX463" fmla="*/ 79611 w 549933"/>
                <a:gd name="connsiteY463" fmla="*/ 377975 h 759650"/>
                <a:gd name="connsiteX464" fmla="*/ 79174 w 549933"/>
                <a:gd name="connsiteY464" fmla="*/ 380733 h 759650"/>
                <a:gd name="connsiteX465" fmla="*/ 80486 w 549933"/>
                <a:gd name="connsiteY465" fmla="*/ 383357 h 759650"/>
                <a:gd name="connsiteX466" fmla="*/ 81058 w 549933"/>
                <a:gd name="connsiteY466" fmla="*/ 385376 h 759650"/>
                <a:gd name="connsiteX467" fmla="*/ 80351 w 549933"/>
                <a:gd name="connsiteY467" fmla="*/ 387260 h 759650"/>
                <a:gd name="connsiteX468" fmla="*/ 78332 w 549933"/>
                <a:gd name="connsiteY468" fmla="*/ 388571 h 759650"/>
                <a:gd name="connsiteX469" fmla="*/ 77625 w 549933"/>
                <a:gd name="connsiteY469" fmla="*/ 389143 h 759650"/>
                <a:gd name="connsiteX470" fmla="*/ 79207 w 549933"/>
                <a:gd name="connsiteY470" fmla="*/ 393214 h 759650"/>
                <a:gd name="connsiteX471" fmla="*/ 80890 w 549933"/>
                <a:gd name="connsiteY471" fmla="*/ 397116 h 759650"/>
                <a:gd name="connsiteX472" fmla="*/ 83851 w 549933"/>
                <a:gd name="connsiteY472" fmla="*/ 400581 h 759650"/>
                <a:gd name="connsiteX473" fmla="*/ 83851 w 549933"/>
                <a:gd name="connsiteY473" fmla="*/ 402397 h 759650"/>
                <a:gd name="connsiteX474" fmla="*/ 82102 w 549933"/>
                <a:gd name="connsiteY474" fmla="*/ 402498 h 759650"/>
                <a:gd name="connsiteX475" fmla="*/ 77625 w 549933"/>
                <a:gd name="connsiteY475" fmla="*/ 404651 h 759650"/>
                <a:gd name="connsiteX476" fmla="*/ 75168 w 549933"/>
                <a:gd name="connsiteY476" fmla="*/ 405660 h 759650"/>
                <a:gd name="connsiteX477" fmla="*/ 71264 w 549933"/>
                <a:gd name="connsiteY477" fmla="*/ 407847 h 759650"/>
                <a:gd name="connsiteX478" fmla="*/ 68236 w 549933"/>
                <a:gd name="connsiteY478" fmla="*/ 411043 h 759650"/>
                <a:gd name="connsiteX479" fmla="*/ 65644 w 549933"/>
                <a:gd name="connsiteY479" fmla="*/ 413061 h 759650"/>
                <a:gd name="connsiteX480" fmla="*/ 62009 w 549933"/>
                <a:gd name="connsiteY480" fmla="*/ 414070 h 759650"/>
                <a:gd name="connsiteX481" fmla="*/ 59250 w 549933"/>
                <a:gd name="connsiteY481" fmla="*/ 417098 h 759650"/>
                <a:gd name="connsiteX482" fmla="*/ 56793 w 549933"/>
                <a:gd name="connsiteY482" fmla="*/ 417098 h 759650"/>
                <a:gd name="connsiteX483" fmla="*/ 50702 w 549933"/>
                <a:gd name="connsiteY483" fmla="*/ 410874 h 759650"/>
                <a:gd name="connsiteX484" fmla="*/ 47067 w 549933"/>
                <a:gd name="connsiteY484" fmla="*/ 407679 h 759650"/>
                <a:gd name="connsiteX485" fmla="*/ 42995 w 549933"/>
                <a:gd name="connsiteY485" fmla="*/ 407242 h 759650"/>
                <a:gd name="connsiteX486" fmla="*/ 38956 w 549933"/>
                <a:gd name="connsiteY486" fmla="*/ 409697 h 759650"/>
                <a:gd name="connsiteX487" fmla="*/ 33740 w 549933"/>
                <a:gd name="connsiteY487" fmla="*/ 413162 h 759650"/>
                <a:gd name="connsiteX488" fmla="*/ 32999 w 549933"/>
                <a:gd name="connsiteY488" fmla="*/ 415483 h 759650"/>
                <a:gd name="connsiteX489" fmla="*/ 31148 w 549933"/>
                <a:gd name="connsiteY489" fmla="*/ 416526 h 759650"/>
                <a:gd name="connsiteX490" fmla="*/ 30408 w 549933"/>
                <a:gd name="connsiteY490" fmla="*/ 416930 h 759650"/>
                <a:gd name="connsiteX491" fmla="*/ 26638 w 549933"/>
                <a:gd name="connsiteY491" fmla="*/ 418040 h 759650"/>
                <a:gd name="connsiteX492" fmla="*/ 25461 w 549933"/>
                <a:gd name="connsiteY492" fmla="*/ 420697 h 759650"/>
                <a:gd name="connsiteX493" fmla="*/ 21691 w 549933"/>
                <a:gd name="connsiteY493" fmla="*/ 424465 h 759650"/>
                <a:gd name="connsiteX494" fmla="*/ 19235 w 549933"/>
                <a:gd name="connsiteY494" fmla="*/ 426921 h 759650"/>
                <a:gd name="connsiteX495" fmla="*/ 19975 w 549933"/>
                <a:gd name="connsiteY495" fmla="*/ 430116 h 759650"/>
                <a:gd name="connsiteX496" fmla="*/ 22163 w 549933"/>
                <a:gd name="connsiteY496" fmla="*/ 433447 h 759650"/>
                <a:gd name="connsiteX497" fmla="*/ 24485 w 549933"/>
                <a:gd name="connsiteY497" fmla="*/ 436340 h 759650"/>
                <a:gd name="connsiteX498" fmla="*/ 27244 w 549933"/>
                <a:gd name="connsiteY498" fmla="*/ 438964 h 759650"/>
                <a:gd name="connsiteX499" fmla="*/ 30004 w 549933"/>
                <a:gd name="connsiteY499" fmla="*/ 442731 h 759650"/>
                <a:gd name="connsiteX500" fmla="*/ 30307 w 549933"/>
                <a:gd name="connsiteY500" fmla="*/ 445052 h 759650"/>
                <a:gd name="connsiteX501" fmla="*/ 29432 w 549933"/>
                <a:gd name="connsiteY501" fmla="*/ 448248 h 759650"/>
                <a:gd name="connsiteX502" fmla="*/ 28288 w 549933"/>
                <a:gd name="connsiteY502" fmla="*/ 453462 h 759650"/>
                <a:gd name="connsiteX503" fmla="*/ 24215 w 549933"/>
                <a:gd name="connsiteY503" fmla="*/ 456355 h 759650"/>
                <a:gd name="connsiteX504" fmla="*/ 18562 w 549933"/>
                <a:gd name="connsiteY504" fmla="*/ 459551 h 759650"/>
                <a:gd name="connsiteX505" fmla="*/ 17552 w 549933"/>
                <a:gd name="connsiteY505" fmla="*/ 462444 h 759650"/>
                <a:gd name="connsiteX506" fmla="*/ 16812 w 549933"/>
                <a:gd name="connsiteY506" fmla="*/ 464463 h 759650"/>
                <a:gd name="connsiteX507" fmla="*/ 12335 w 549933"/>
                <a:gd name="connsiteY507" fmla="*/ 465606 h 759650"/>
                <a:gd name="connsiteX508" fmla="*/ 9441 w 549933"/>
                <a:gd name="connsiteY508" fmla="*/ 466615 h 759650"/>
                <a:gd name="connsiteX509" fmla="*/ 4797 w 549933"/>
                <a:gd name="connsiteY509" fmla="*/ 469340 h 759650"/>
                <a:gd name="connsiteX510" fmla="*/ 2980 w 549933"/>
                <a:gd name="connsiteY510" fmla="*/ 472233 h 759650"/>
                <a:gd name="connsiteX511" fmla="*/ 2172 w 549933"/>
                <a:gd name="connsiteY511" fmla="*/ 476304 h 759650"/>
                <a:gd name="connsiteX512" fmla="*/ 2172 w 549933"/>
                <a:gd name="connsiteY512" fmla="*/ 480643 h 759650"/>
                <a:gd name="connsiteX513" fmla="*/ 2912 w 549933"/>
                <a:gd name="connsiteY513" fmla="*/ 486732 h 759650"/>
                <a:gd name="connsiteX514" fmla="*/ 3787 w 549933"/>
                <a:gd name="connsiteY514" fmla="*/ 490769 h 759650"/>
                <a:gd name="connsiteX515" fmla="*/ 4056 w 549933"/>
                <a:gd name="connsiteY515" fmla="*/ 493527 h 759650"/>
                <a:gd name="connsiteX516" fmla="*/ 3047 w 549933"/>
                <a:gd name="connsiteY516" fmla="*/ 496555 h 759650"/>
                <a:gd name="connsiteX517" fmla="*/ 18 w 549933"/>
                <a:gd name="connsiteY517" fmla="*/ 500322 h 759650"/>
                <a:gd name="connsiteX518" fmla="*/ 3350 w 549933"/>
                <a:gd name="connsiteY518" fmla="*/ 505234 h 759650"/>
                <a:gd name="connsiteX519" fmla="*/ 4662 w 549933"/>
                <a:gd name="connsiteY519" fmla="*/ 508261 h 759650"/>
                <a:gd name="connsiteX520" fmla="*/ 7994 w 549933"/>
                <a:gd name="connsiteY520" fmla="*/ 510448 h 759650"/>
                <a:gd name="connsiteX521" fmla="*/ 11191 w 549933"/>
                <a:gd name="connsiteY521" fmla="*/ 512769 h 759650"/>
                <a:gd name="connsiteX522" fmla="*/ 14826 w 549933"/>
                <a:gd name="connsiteY522" fmla="*/ 513778 h 759650"/>
                <a:gd name="connsiteX523" fmla="*/ 18158 w 549933"/>
                <a:gd name="connsiteY523" fmla="*/ 512769 h 759650"/>
                <a:gd name="connsiteX524" fmla="*/ 18730 w 549933"/>
                <a:gd name="connsiteY524" fmla="*/ 512769 h 759650"/>
                <a:gd name="connsiteX525" fmla="*/ 21624 w 549933"/>
                <a:gd name="connsiteY525" fmla="*/ 512971 h 759650"/>
                <a:gd name="connsiteX526" fmla="*/ 25696 w 549933"/>
                <a:gd name="connsiteY526" fmla="*/ 517983 h 759650"/>
                <a:gd name="connsiteX527" fmla="*/ 29163 w 549933"/>
                <a:gd name="connsiteY527" fmla="*/ 517983 h 759650"/>
                <a:gd name="connsiteX528" fmla="*/ 31653 w 549933"/>
                <a:gd name="connsiteY528" fmla="*/ 517445 h 759650"/>
                <a:gd name="connsiteX529" fmla="*/ 33504 w 549933"/>
                <a:gd name="connsiteY529" fmla="*/ 517983 h 759650"/>
                <a:gd name="connsiteX530" fmla="*/ 33504 w 549933"/>
                <a:gd name="connsiteY530" fmla="*/ 520607 h 759650"/>
                <a:gd name="connsiteX531" fmla="*/ 33067 w 549933"/>
                <a:gd name="connsiteY531" fmla="*/ 523870 h 759650"/>
                <a:gd name="connsiteX532" fmla="*/ 32427 w 549933"/>
                <a:gd name="connsiteY532" fmla="*/ 525485 h 759650"/>
                <a:gd name="connsiteX533" fmla="*/ 31889 w 549933"/>
                <a:gd name="connsiteY533" fmla="*/ 528109 h 759650"/>
                <a:gd name="connsiteX534" fmla="*/ 31990 w 549933"/>
                <a:gd name="connsiteY534" fmla="*/ 530834 h 759650"/>
                <a:gd name="connsiteX535" fmla="*/ 34278 w 549933"/>
                <a:gd name="connsiteY535" fmla="*/ 534298 h 759650"/>
                <a:gd name="connsiteX536" fmla="*/ 36836 w 549933"/>
                <a:gd name="connsiteY536" fmla="*/ 536350 h 759650"/>
                <a:gd name="connsiteX537" fmla="*/ 37004 w 549933"/>
                <a:gd name="connsiteY537" fmla="*/ 539513 h 759650"/>
                <a:gd name="connsiteX538" fmla="*/ 37004 w 549933"/>
                <a:gd name="connsiteY538" fmla="*/ 543213 h 759650"/>
                <a:gd name="connsiteX539" fmla="*/ 38418 w 549933"/>
                <a:gd name="connsiteY539" fmla="*/ 545601 h 759650"/>
                <a:gd name="connsiteX540" fmla="*/ 40605 w 549933"/>
                <a:gd name="connsiteY540" fmla="*/ 548091 h 759650"/>
                <a:gd name="connsiteX541" fmla="*/ 42456 w 549933"/>
                <a:gd name="connsiteY541" fmla="*/ 550143 h 759650"/>
                <a:gd name="connsiteX542" fmla="*/ 43870 w 549933"/>
                <a:gd name="connsiteY542" fmla="*/ 551656 h 759650"/>
                <a:gd name="connsiteX543" fmla="*/ 46057 w 549933"/>
                <a:gd name="connsiteY543" fmla="*/ 553944 h 759650"/>
                <a:gd name="connsiteX544" fmla="*/ 48346 w 549933"/>
                <a:gd name="connsiteY544" fmla="*/ 557207 h 759650"/>
                <a:gd name="connsiteX545" fmla="*/ 48682 w 549933"/>
                <a:gd name="connsiteY545" fmla="*/ 559495 h 759650"/>
                <a:gd name="connsiteX546" fmla="*/ 49658 w 549933"/>
                <a:gd name="connsiteY546" fmla="*/ 560806 h 759650"/>
                <a:gd name="connsiteX547" fmla="*/ 49355 w 549933"/>
                <a:gd name="connsiteY547" fmla="*/ 563060 h 759650"/>
                <a:gd name="connsiteX548" fmla="*/ 49490 w 549933"/>
                <a:gd name="connsiteY548" fmla="*/ 565314 h 759650"/>
                <a:gd name="connsiteX549" fmla="*/ 52384 w 549933"/>
                <a:gd name="connsiteY549" fmla="*/ 566693 h 759650"/>
                <a:gd name="connsiteX550" fmla="*/ 53529 w 549933"/>
                <a:gd name="connsiteY550" fmla="*/ 566693 h 759650"/>
                <a:gd name="connsiteX551" fmla="*/ 56423 w 549933"/>
                <a:gd name="connsiteY551" fmla="*/ 568443 h 759650"/>
                <a:gd name="connsiteX552" fmla="*/ 59183 w 549933"/>
                <a:gd name="connsiteY552" fmla="*/ 570461 h 759650"/>
                <a:gd name="connsiteX553" fmla="*/ 61505 w 549933"/>
                <a:gd name="connsiteY553" fmla="*/ 573219 h 759650"/>
                <a:gd name="connsiteX554" fmla="*/ 61505 w 549933"/>
                <a:gd name="connsiteY554" fmla="*/ 575238 h 759650"/>
                <a:gd name="connsiteX555" fmla="*/ 60933 w 549933"/>
                <a:gd name="connsiteY555" fmla="*/ 578131 h 759650"/>
                <a:gd name="connsiteX556" fmla="*/ 60360 w 549933"/>
                <a:gd name="connsiteY556" fmla="*/ 581327 h 759650"/>
                <a:gd name="connsiteX557" fmla="*/ 59048 w 549933"/>
                <a:gd name="connsiteY557" fmla="*/ 587113 h 759650"/>
                <a:gd name="connsiteX558" fmla="*/ 56726 w 549933"/>
                <a:gd name="connsiteY558" fmla="*/ 590746 h 759650"/>
                <a:gd name="connsiteX559" fmla="*/ 55144 w 549933"/>
                <a:gd name="connsiteY559" fmla="*/ 595253 h 759650"/>
                <a:gd name="connsiteX560" fmla="*/ 53832 w 549933"/>
                <a:gd name="connsiteY560" fmla="*/ 598146 h 759650"/>
                <a:gd name="connsiteX561" fmla="*/ 51644 w 549933"/>
                <a:gd name="connsiteY561" fmla="*/ 599593 h 759650"/>
                <a:gd name="connsiteX562" fmla="*/ 49187 w 549933"/>
                <a:gd name="connsiteY562" fmla="*/ 602183 h 759650"/>
                <a:gd name="connsiteX563" fmla="*/ 46158 w 549933"/>
                <a:gd name="connsiteY563" fmla="*/ 604504 h 759650"/>
                <a:gd name="connsiteX564" fmla="*/ 44139 w 549933"/>
                <a:gd name="connsiteY564" fmla="*/ 607532 h 759650"/>
                <a:gd name="connsiteX565" fmla="*/ 44442 w 549933"/>
                <a:gd name="connsiteY565" fmla="*/ 610559 h 759650"/>
                <a:gd name="connsiteX566" fmla="*/ 48514 w 549933"/>
                <a:gd name="connsiteY566" fmla="*/ 614462 h 759650"/>
                <a:gd name="connsiteX567" fmla="*/ 46932 w 549933"/>
                <a:gd name="connsiteY567" fmla="*/ 616648 h 759650"/>
                <a:gd name="connsiteX568" fmla="*/ 43029 w 549933"/>
                <a:gd name="connsiteY568" fmla="*/ 618532 h 759650"/>
                <a:gd name="connsiteX569" fmla="*/ 38822 w 549933"/>
                <a:gd name="connsiteY569" fmla="*/ 622602 h 759650"/>
                <a:gd name="connsiteX570" fmla="*/ 36870 w 549933"/>
                <a:gd name="connsiteY570" fmla="*/ 628187 h 759650"/>
                <a:gd name="connsiteX571" fmla="*/ 34043 w 549933"/>
                <a:gd name="connsiteY571" fmla="*/ 633401 h 759650"/>
                <a:gd name="connsiteX572" fmla="*/ 30341 w 549933"/>
                <a:gd name="connsiteY572" fmla="*/ 637303 h 759650"/>
                <a:gd name="connsiteX573" fmla="*/ 28826 w 549933"/>
                <a:gd name="connsiteY573" fmla="*/ 641003 h 759650"/>
                <a:gd name="connsiteX574" fmla="*/ 28624 w 549933"/>
                <a:gd name="connsiteY574" fmla="*/ 646419 h 759650"/>
                <a:gd name="connsiteX575" fmla="*/ 29264 w 549933"/>
                <a:gd name="connsiteY575" fmla="*/ 652071 h 759650"/>
                <a:gd name="connsiteX576" fmla="*/ 31653 w 549933"/>
                <a:gd name="connsiteY576" fmla="*/ 653585 h 759650"/>
                <a:gd name="connsiteX577" fmla="*/ 29701 w 549933"/>
                <a:gd name="connsiteY577" fmla="*/ 659673 h 759650"/>
                <a:gd name="connsiteX578" fmla="*/ 30576 w 549933"/>
                <a:gd name="connsiteY578" fmla="*/ 664248 h 759650"/>
                <a:gd name="connsiteX579" fmla="*/ 30341 w 549933"/>
                <a:gd name="connsiteY579" fmla="*/ 667074 h 759650"/>
                <a:gd name="connsiteX580" fmla="*/ 28591 w 549933"/>
                <a:gd name="connsiteY580" fmla="*/ 667074 h 759650"/>
                <a:gd name="connsiteX581" fmla="*/ 25966 w 549933"/>
                <a:gd name="connsiteY581" fmla="*/ 667074 h 759650"/>
                <a:gd name="connsiteX582" fmla="*/ 22061 w 549933"/>
                <a:gd name="connsiteY582" fmla="*/ 668386 h 759650"/>
                <a:gd name="connsiteX583" fmla="*/ 17720 w 549933"/>
                <a:gd name="connsiteY583" fmla="*/ 669462 h 759650"/>
                <a:gd name="connsiteX584" fmla="*/ 18360 w 549933"/>
                <a:gd name="connsiteY584" fmla="*/ 672053 h 759650"/>
                <a:gd name="connsiteX585" fmla="*/ 19437 w 549933"/>
                <a:gd name="connsiteY585" fmla="*/ 674004 h 759650"/>
                <a:gd name="connsiteX586" fmla="*/ 16609 w 549933"/>
                <a:gd name="connsiteY586" fmla="*/ 677906 h 759650"/>
                <a:gd name="connsiteX587" fmla="*/ 11831 w 549933"/>
                <a:gd name="connsiteY587" fmla="*/ 677906 h 759650"/>
                <a:gd name="connsiteX588" fmla="*/ 8566 w 549933"/>
                <a:gd name="connsiteY588" fmla="*/ 680294 h 759650"/>
                <a:gd name="connsiteX589" fmla="*/ 4427 w 549933"/>
                <a:gd name="connsiteY589" fmla="*/ 682044 h 759650"/>
                <a:gd name="connsiteX590" fmla="*/ 3787 w 549933"/>
                <a:gd name="connsiteY590" fmla="*/ 685508 h 759650"/>
                <a:gd name="connsiteX591" fmla="*/ 9643 w 549933"/>
                <a:gd name="connsiteY591" fmla="*/ 688973 h 759650"/>
                <a:gd name="connsiteX592" fmla="*/ 9879 w 549933"/>
                <a:gd name="connsiteY592" fmla="*/ 690050 h 759650"/>
                <a:gd name="connsiteX593" fmla="*/ 4225 w 549933"/>
                <a:gd name="connsiteY593" fmla="*/ 692001 h 759650"/>
                <a:gd name="connsiteX594" fmla="*/ 4864 w 549933"/>
                <a:gd name="connsiteY594" fmla="*/ 695264 h 759650"/>
                <a:gd name="connsiteX595" fmla="*/ 8768 w 549933"/>
                <a:gd name="connsiteY595" fmla="*/ 698964 h 759650"/>
                <a:gd name="connsiteX596" fmla="*/ 12470 w 549933"/>
                <a:gd name="connsiteY596" fmla="*/ 703304 h 759650"/>
                <a:gd name="connsiteX597" fmla="*/ 14422 w 549933"/>
                <a:gd name="connsiteY597" fmla="*/ 705490 h 759650"/>
                <a:gd name="connsiteX598" fmla="*/ 14422 w 549933"/>
                <a:gd name="connsiteY598" fmla="*/ 709393 h 759650"/>
                <a:gd name="connsiteX599" fmla="*/ 14422 w 549933"/>
                <a:gd name="connsiteY599" fmla="*/ 713530 h 759650"/>
                <a:gd name="connsiteX600" fmla="*/ 19201 w 549933"/>
                <a:gd name="connsiteY600" fmla="*/ 717668 h 759650"/>
                <a:gd name="connsiteX601" fmla="*/ 26369 w 549933"/>
                <a:gd name="connsiteY601" fmla="*/ 723319 h 759650"/>
                <a:gd name="connsiteX602" fmla="*/ 30946 w 549933"/>
                <a:gd name="connsiteY602" fmla="*/ 724833 h 759650"/>
                <a:gd name="connsiteX603" fmla="*/ 31250 w 549933"/>
                <a:gd name="connsiteY603" fmla="*/ 729913 h 759650"/>
                <a:gd name="connsiteX604" fmla="*/ 34581 w 549933"/>
                <a:gd name="connsiteY604" fmla="*/ 728164 h 759650"/>
                <a:gd name="connsiteX605" fmla="*/ 36600 w 549933"/>
                <a:gd name="connsiteY605" fmla="*/ 727289 h 759650"/>
                <a:gd name="connsiteX606" fmla="*/ 39226 w 549933"/>
                <a:gd name="connsiteY606" fmla="*/ 726717 h 759650"/>
                <a:gd name="connsiteX607" fmla="*/ 41379 w 549933"/>
                <a:gd name="connsiteY607" fmla="*/ 726717 h 759650"/>
                <a:gd name="connsiteX608" fmla="*/ 42995 w 549933"/>
                <a:gd name="connsiteY608" fmla="*/ 728164 h 759650"/>
                <a:gd name="connsiteX609" fmla="*/ 46899 w 549933"/>
                <a:gd name="connsiteY609" fmla="*/ 728736 h 759650"/>
                <a:gd name="connsiteX610" fmla="*/ 50534 w 549933"/>
                <a:gd name="connsiteY610" fmla="*/ 729610 h 759650"/>
                <a:gd name="connsiteX611" fmla="*/ 54303 w 549933"/>
                <a:gd name="connsiteY611" fmla="*/ 728164 h 759650"/>
                <a:gd name="connsiteX612" fmla="*/ 56760 w 549933"/>
                <a:gd name="connsiteY612" fmla="*/ 726246 h 759650"/>
                <a:gd name="connsiteX613" fmla="*/ 58913 w 549933"/>
                <a:gd name="connsiteY613" fmla="*/ 724833 h 759650"/>
                <a:gd name="connsiteX614" fmla="*/ 60495 w 549933"/>
                <a:gd name="connsiteY614" fmla="*/ 724833 h 759650"/>
                <a:gd name="connsiteX615" fmla="*/ 62380 w 549933"/>
                <a:gd name="connsiteY615" fmla="*/ 725842 h 759650"/>
                <a:gd name="connsiteX616" fmla="*/ 63120 w 549933"/>
                <a:gd name="connsiteY616" fmla="*/ 729038 h 759650"/>
                <a:gd name="connsiteX617" fmla="*/ 63120 w 549933"/>
                <a:gd name="connsiteY617" fmla="*/ 730922 h 759650"/>
                <a:gd name="connsiteX618" fmla="*/ 67899 w 549933"/>
                <a:gd name="connsiteY618" fmla="*/ 732066 h 759650"/>
                <a:gd name="connsiteX619" fmla="*/ 70221 w 549933"/>
                <a:gd name="connsiteY619" fmla="*/ 733209 h 759650"/>
                <a:gd name="connsiteX620" fmla="*/ 73418 w 549933"/>
                <a:gd name="connsiteY620" fmla="*/ 734219 h 759650"/>
                <a:gd name="connsiteX621" fmla="*/ 77188 w 549933"/>
                <a:gd name="connsiteY621" fmla="*/ 734791 h 759650"/>
                <a:gd name="connsiteX622" fmla="*/ 80519 w 549933"/>
                <a:gd name="connsiteY622" fmla="*/ 735228 h 759650"/>
                <a:gd name="connsiteX623" fmla="*/ 84424 w 549933"/>
                <a:gd name="connsiteY623" fmla="*/ 735968 h 759650"/>
                <a:gd name="connsiteX624" fmla="*/ 87318 w 549933"/>
                <a:gd name="connsiteY624" fmla="*/ 736843 h 759650"/>
                <a:gd name="connsiteX625" fmla="*/ 90919 w 549933"/>
                <a:gd name="connsiteY625" fmla="*/ 739298 h 759650"/>
                <a:gd name="connsiteX626" fmla="*/ 91794 w 549933"/>
                <a:gd name="connsiteY626" fmla="*/ 739601 h 759650"/>
                <a:gd name="connsiteX627" fmla="*/ 93544 w 549933"/>
                <a:gd name="connsiteY627" fmla="*/ 741922 h 759650"/>
                <a:gd name="connsiteX628" fmla="*/ 97885 w 549933"/>
                <a:gd name="connsiteY628" fmla="*/ 743941 h 759650"/>
                <a:gd name="connsiteX629" fmla="*/ 102092 w 549933"/>
                <a:gd name="connsiteY629" fmla="*/ 745522 h 759650"/>
                <a:gd name="connsiteX630" fmla="*/ 108049 w 549933"/>
                <a:gd name="connsiteY630" fmla="*/ 747405 h 759650"/>
                <a:gd name="connsiteX631" fmla="*/ 110237 w 549933"/>
                <a:gd name="connsiteY631" fmla="*/ 747708 h 759650"/>
                <a:gd name="connsiteX632" fmla="*/ 116900 w 549933"/>
                <a:gd name="connsiteY632" fmla="*/ 747002 h 759650"/>
                <a:gd name="connsiteX633" fmla="*/ 118650 w 549933"/>
                <a:gd name="connsiteY633" fmla="*/ 746127 h 759650"/>
                <a:gd name="connsiteX634" fmla="*/ 120266 w 549933"/>
                <a:gd name="connsiteY634" fmla="*/ 745992 h 759650"/>
                <a:gd name="connsiteX635" fmla="*/ 124607 w 549933"/>
                <a:gd name="connsiteY635" fmla="*/ 748314 h 759650"/>
                <a:gd name="connsiteX636" fmla="*/ 129252 w 549933"/>
                <a:gd name="connsiteY636" fmla="*/ 748886 h 759650"/>
                <a:gd name="connsiteX637" fmla="*/ 133593 w 549933"/>
                <a:gd name="connsiteY637" fmla="*/ 747574 h 759650"/>
                <a:gd name="connsiteX638" fmla="*/ 137228 w 549933"/>
                <a:gd name="connsiteY638" fmla="*/ 746833 h 759650"/>
                <a:gd name="connsiteX639" fmla="*/ 140189 w 549933"/>
                <a:gd name="connsiteY639" fmla="*/ 749861 h 759650"/>
                <a:gd name="connsiteX640" fmla="*/ 143151 w 549933"/>
                <a:gd name="connsiteY640" fmla="*/ 752922 h 759650"/>
                <a:gd name="connsiteX641" fmla="*/ 143151 w 549933"/>
                <a:gd name="connsiteY641" fmla="*/ 755243 h 759650"/>
                <a:gd name="connsiteX642" fmla="*/ 143151 w 549933"/>
                <a:gd name="connsiteY642" fmla="*/ 758708 h 759650"/>
                <a:gd name="connsiteX643" fmla="*/ 147492 w 549933"/>
                <a:gd name="connsiteY643" fmla="*/ 756084 h 759650"/>
                <a:gd name="connsiteX644" fmla="*/ 150084 w 549933"/>
                <a:gd name="connsiteY644" fmla="*/ 750870 h 759650"/>
                <a:gd name="connsiteX645" fmla="*/ 150084 w 549933"/>
                <a:gd name="connsiteY645" fmla="*/ 749996 h 759650"/>
                <a:gd name="connsiteX646" fmla="*/ 151665 w 549933"/>
                <a:gd name="connsiteY646" fmla="*/ 745084 h 759650"/>
                <a:gd name="connsiteX647" fmla="*/ 153550 w 549933"/>
                <a:gd name="connsiteY647" fmla="*/ 742898 h 759650"/>
                <a:gd name="connsiteX648" fmla="*/ 156007 w 549933"/>
                <a:gd name="connsiteY648" fmla="*/ 741014 h 759650"/>
                <a:gd name="connsiteX649" fmla="*/ 158329 w 549933"/>
                <a:gd name="connsiteY649" fmla="*/ 738121 h 759650"/>
                <a:gd name="connsiteX650" fmla="*/ 160651 w 549933"/>
                <a:gd name="connsiteY650" fmla="*/ 736674 h 759650"/>
                <a:gd name="connsiteX651" fmla="*/ 162973 w 549933"/>
                <a:gd name="connsiteY651" fmla="*/ 737549 h 759650"/>
                <a:gd name="connsiteX652" fmla="*/ 165565 w 549933"/>
                <a:gd name="connsiteY652" fmla="*/ 738424 h 759650"/>
                <a:gd name="connsiteX653" fmla="*/ 167450 w 549933"/>
                <a:gd name="connsiteY653" fmla="*/ 738726 h 759650"/>
                <a:gd name="connsiteX654" fmla="*/ 173541 w 549933"/>
                <a:gd name="connsiteY654" fmla="*/ 742360 h 759650"/>
                <a:gd name="connsiteX655" fmla="*/ 175123 w 549933"/>
                <a:gd name="connsiteY655" fmla="*/ 748011 h 759650"/>
                <a:gd name="connsiteX656" fmla="*/ 176132 w 549933"/>
                <a:gd name="connsiteY656" fmla="*/ 750029 h 759650"/>
                <a:gd name="connsiteX657" fmla="*/ 176132 w 549933"/>
                <a:gd name="connsiteY657" fmla="*/ 753494 h 759650"/>
                <a:gd name="connsiteX658" fmla="*/ 176132 w 549933"/>
                <a:gd name="connsiteY658" fmla="*/ 756959 h 759650"/>
                <a:gd name="connsiteX659" fmla="*/ 176873 w 549933"/>
                <a:gd name="connsiteY659" fmla="*/ 759011 h 759650"/>
                <a:gd name="connsiteX660" fmla="*/ 178084 w 549933"/>
                <a:gd name="connsiteY660" fmla="*/ 759650 h 759650"/>
                <a:gd name="connsiteX661" fmla="*/ 183301 w 549933"/>
                <a:gd name="connsiteY661" fmla="*/ 758877 h 759650"/>
                <a:gd name="connsiteX662" fmla="*/ 186330 w 549933"/>
                <a:gd name="connsiteY662" fmla="*/ 755614 h 759650"/>
                <a:gd name="connsiteX663" fmla="*/ 188517 w 549933"/>
                <a:gd name="connsiteY663" fmla="*/ 751913 h 759650"/>
                <a:gd name="connsiteX664" fmla="*/ 190705 w 549933"/>
                <a:gd name="connsiteY664" fmla="*/ 745185 h 759650"/>
                <a:gd name="connsiteX665" fmla="*/ 191142 w 549933"/>
                <a:gd name="connsiteY665" fmla="*/ 738659 h 759650"/>
                <a:gd name="connsiteX666" fmla="*/ 188315 w 549933"/>
                <a:gd name="connsiteY666" fmla="*/ 732806 h 759650"/>
                <a:gd name="connsiteX667" fmla="*/ 183974 w 549933"/>
                <a:gd name="connsiteY667" fmla="*/ 725842 h 759650"/>
                <a:gd name="connsiteX668" fmla="*/ 177445 w 549933"/>
                <a:gd name="connsiteY668" fmla="*/ 719989 h 759650"/>
                <a:gd name="connsiteX669" fmla="*/ 173541 w 549933"/>
                <a:gd name="connsiteY669" fmla="*/ 716087 h 759650"/>
                <a:gd name="connsiteX670" fmla="*/ 172026 w 549933"/>
                <a:gd name="connsiteY670" fmla="*/ 707845 h 759650"/>
                <a:gd name="connsiteX671" fmla="*/ 172228 w 549933"/>
                <a:gd name="connsiteY671" fmla="*/ 695230 h 759650"/>
                <a:gd name="connsiteX672" fmla="*/ 177882 w 549933"/>
                <a:gd name="connsiteY672" fmla="*/ 687830 h 759650"/>
                <a:gd name="connsiteX673" fmla="*/ 182123 w 549933"/>
                <a:gd name="connsiteY673" fmla="*/ 685004 h 759650"/>
                <a:gd name="connsiteX674" fmla="*/ 183099 w 549933"/>
                <a:gd name="connsiteY674" fmla="*/ 681976 h 759650"/>
                <a:gd name="connsiteX675" fmla="*/ 183099 w 549933"/>
                <a:gd name="connsiteY675" fmla="*/ 675248 h 759650"/>
                <a:gd name="connsiteX676" fmla="*/ 184613 w 549933"/>
                <a:gd name="connsiteY676" fmla="*/ 673196 h 759650"/>
                <a:gd name="connsiteX677" fmla="*/ 190907 w 549933"/>
                <a:gd name="connsiteY677" fmla="*/ 670909 h 759650"/>
                <a:gd name="connsiteX678" fmla="*/ 196123 w 549933"/>
                <a:gd name="connsiteY678" fmla="*/ 670909 h 759650"/>
                <a:gd name="connsiteX679" fmla="*/ 197873 w 549933"/>
                <a:gd name="connsiteY679" fmla="*/ 669833 h 759650"/>
                <a:gd name="connsiteX680" fmla="*/ 201138 w 549933"/>
                <a:gd name="connsiteY680" fmla="*/ 666569 h 759650"/>
                <a:gd name="connsiteX681" fmla="*/ 208744 w 549933"/>
                <a:gd name="connsiteY681" fmla="*/ 656141 h 759650"/>
                <a:gd name="connsiteX682" fmla="*/ 209821 w 549933"/>
                <a:gd name="connsiteY682" fmla="*/ 648101 h 759650"/>
                <a:gd name="connsiteX683" fmla="*/ 215273 w 549933"/>
                <a:gd name="connsiteY683" fmla="*/ 641138 h 759650"/>
                <a:gd name="connsiteX684" fmla="*/ 221128 w 549933"/>
                <a:gd name="connsiteY684" fmla="*/ 634612 h 759650"/>
                <a:gd name="connsiteX685" fmla="*/ 224157 w 549933"/>
                <a:gd name="connsiteY685" fmla="*/ 629633 h 759650"/>
                <a:gd name="connsiteX686" fmla="*/ 226547 w 549933"/>
                <a:gd name="connsiteY686" fmla="*/ 622232 h 759650"/>
                <a:gd name="connsiteX687" fmla="*/ 226783 w 549933"/>
                <a:gd name="connsiteY687" fmla="*/ 611804 h 759650"/>
                <a:gd name="connsiteX688" fmla="*/ 227220 w 549933"/>
                <a:gd name="connsiteY688" fmla="*/ 606825 h 759650"/>
                <a:gd name="connsiteX689" fmla="*/ 229172 w 549933"/>
                <a:gd name="connsiteY689" fmla="*/ 601611 h 759650"/>
                <a:gd name="connsiteX690" fmla="*/ 234389 w 549933"/>
                <a:gd name="connsiteY690" fmla="*/ 596633 h 759650"/>
                <a:gd name="connsiteX691" fmla="*/ 239403 w 549933"/>
                <a:gd name="connsiteY691" fmla="*/ 595119 h 759650"/>
                <a:gd name="connsiteX692" fmla="*/ 243744 w 549933"/>
                <a:gd name="connsiteY692" fmla="*/ 593807 h 759650"/>
                <a:gd name="connsiteX693" fmla="*/ 248961 w 549933"/>
                <a:gd name="connsiteY693" fmla="*/ 585128 h 759650"/>
                <a:gd name="connsiteX694" fmla="*/ 251350 w 549933"/>
                <a:gd name="connsiteY694" fmla="*/ 581226 h 759650"/>
                <a:gd name="connsiteX695" fmla="*/ 260908 w 549933"/>
                <a:gd name="connsiteY695" fmla="*/ 569284 h 759650"/>
                <a:gd name="connsiteX696" fmla="*/ 266562 w 549933"/>
                <a:gd name="connsiteY696" fmla="*/ 568207 h 759650"/>
                <a:gd name="connsiteX697" fmla="*/ 271577 w 549933"/>
                <a:gd name="connsiteY697" fmla="*/ 569721 h 759650"/>
                <a:gd name="connsiteX698" fmla="*/ 280563 w 549933"/>
                <a:gd name="connsiteY698" fmla="*/ 571235 h 759650"/>
                <a:gd name="connsiteX699" fmla="*/ 286789 w 549933"/>
                <a:gd name="connsiteY699" fmla="*/ 563632 h 759650"/>
                <a:gd name="connsiteX700" fmla="*/ 291332 w 549933"/>
                <a:gd name="connsiteY700" fmla="*/ 556904 h 759650"/>
                <a:gd name="connsiteX701" fmla="*/ 294597 w 549933"/>
                <a:gd name="connsiteY701" fmla="*/ 550614 h 759650"/>
                <a:gd name="connsiteX702" fmla="*/ 300015 w 549933"/>
                <a:gd name="connsiteY702" fmla="*/ 544626 h 759650"/>
                <a:gd name="connsiteX703" fmla="*/ 304794 w 549933"/>
                <a:gd name="connsiteY703" fmla="*/ 542338 h 759650"/>
                <a:gd name="connsiteX704" fmla="*/ 312635 w 549933"/>
                <a:gd name="connsiteY704" fmla="*/ 542338 h 759650"/>
                <a:gd name="connsiteX705" fmla="*/ 319602 w 549933"/>
                <a:gd name="connsiteY705" fmla="*/ 542338 h 759650"/>
                <a:gd name="connsiteX706" fmla="*/ 325693 w 549933"/>
                <a:gd name="connsiteY706" fmla="*/ 542540 h 759650"/>
                <a:gd name="connsiteX707" fmla="*/ 335924 w 549933"/>
                <a:gd name="connsiteY707" fmla="*/ 538840 h 759650"/>
                <a:gd name="connsiteX708" fmla="*/ 340501 w 549933"/>
                <a:gd name="connsiteY708" fmla="*/ 538840 h 759650"/>
                <a:gd name="connsiteX709" fmla="*/ 347872 w 549933"/>
                <a:gd name="connsiteY709" fmla="*/ 537528 h 759650"/>
                <a:gd name="connsiteX710" fmla="*/ 355040 w 549933"/>
                <a:gd name="connsiteY710" fmla="*/ 534265 h 759650"/>
                <a:gd name="connsiteX711" fmla="*/ 360896 w 549933"/>
                <a:gd name="connsiteY711" fmla="*/ 530127 h 759650"/>
                <a:gd name="connsiteX712" fmla="*/ 361973 w 549933"/>
                <a:gd name="connsiteY712" fmla="*/ 525552 h 759650"/>
                <a:gd name="connsiteX713" fmla="*/ 363723 w 549933"/>
                <a:gd name="connsiteY713" fmla="*/ 519901 h 759650"/>
                <a:gd name="connsiteX714" fmla="*/ 365675 w 549933"/>
                <a:gd name="connsiteY714" fmla="*/ 516873 h 759650"/>
                <a:gd name="connsiteX715" fmla="*/ 365675 w 549933"/>
                <a:gd name="connsiteY715" fmla="*/ 508396 h 759650"/>
                <a:gd name="connsiteX716" fmla="*/ 370690 w 549933"/>
                <a:gd name="connsiteY716" fmla="*/ 506882 h 759650"/>
                <a:gd name="connsiteX717" fmla="*/ 376983 w 549933"/>
                <a:gd name="connsiteY717" fmla="*/ 505806 h 759650"/>
                <a:gd name="connsiteX718" fmla="*/ 380483 w 549933"/>
                <a:gd name="connsiteY718" fmla="*/ 505806 h 759650"/>
                <a:gd name="connsiteX719" fmla="*/ 383074 w 549933"/>
                <a:gd name="connsiteY719" fmla="*/ 503417 h 759650"/>
                <a:gd name="connsiteX720" fmla="*/ 384690 w 549933"/>
                <a:gd name="connsiteY720" fmla="*/ 500793 h 759650"/>
                <a:gd name="connsiteX721" fmla="*/ 386541 w 549933"/>
                <a:gd name="connsiteY721" fmla="*/ 496656 h 759650"/>
                <a:gd name="connsiteX722" fmla="*/ 386541 w 549933"/>
                <a:gd name="connsiteY722" fmla="*/ 494469 h 759650"/>
                <a:gd name="connsiteX723" fmla="*/ 387618 w 549933"/>
                <a:gd name="connsiteY723" fmla="*/ 493594 h 759650"/>
                <a:gd name="connsiteX724" fmla="*/ 383041 w 549933"/>
                <a:gd name="connsiteY724" fmla="*/ 485790 h 759650"/>
                <a:gd name="connsiteX725" fmla="*/ 378464 w 549933"/>
                <a:gd name="connsiteY725" fmla="*/ 481451 h 759650"/>
                <a:gd name="connsiteX726" fmla="*/ 373887 w 549933"/>
                <a:gd name="connsiteY726" fmla="*/ 473209 h 759650"/>
                <a:gd name="connsiteX727" fmla="*/ 367795 w 549933"/>
                <a:gd name="connsiteY727" fmla="*/ 464092 h 759650"/>
                <a:gd name="connsiteX728" fmla="*/ 364430 w 549933"/>
                <a:gd name="connsiteY728" fmla="*/ 459517 h 759650"/>
                <a:gd name="connsiteX729" fmla="*/ 360391 w 549933"/>
                <a:gd name="connsiteY729" fmla="*/ 456490 h 759650"/>
                <a:gd name="connsiteX730" fmla="*/ 360391 w 549933"/>
                <a:gd name="connsiteY730" fmla="*/ 450468 h 759650"/>
                <a:gd name="connsiteX731" fmla="*/ 357901 w 549933"/>
                <a:gd name="connsiteY731" fmla="*/ 452352 h 759650"/>
                <a:gd name="connsiteX732" fmla="*/ 356151 w 549933"/>
                <a:gd name="connsiteY732" fmla="*/ 452689 h 759650"/>
                <a:gd name="connsiteX733" fmla="*/ 352011 w 549933"/>
                <a:gd name="connsiteY733" fmla="*/ 454337 h 759650"/>
                <a:gd name="connsiteX734" fmla="*/ 348848 w 549933"/>
                <a:gd name="connsiteY734" fmla="*/ 456086 h 759650"/>
                <a:gd name="connsiteX735" fmla="*/ 347198 w 549933"/>
                <a:gd name="connsiteY735" fmla="*/ 456725 h 759650"/>
                <a:gd name="connsiteX736" fmla="*/ 343194 w 549933"/>
                <a:gd name="connsiteY736" fmla="*/ 454774 h 759650"/>
                <a:gd name="connsiteX737" fmla="*/ 341982 w 549933"/>
                <a:gd name="connsiteY737" fmla="*/ 455312 h 759650"/>
                <a:gd name="connsiteX738" fmla="*/ 340400 w 549933"/>
                <a:gd name="connsiteY738" fmla="*/ 457398 h 759650"/>
                <a:gd name="connsiteX739" fmla="*/ 338078 w 549933"/>
                <a:gd name="connsiteY739" fmla="*/ 458205 h 759650"/>
                <a:gd name="connsiteX740" fmla="*/ 335689 w 549933"/>
                <a:gd name="connsiteY740" fmla="*/ 458172 h 759650"/>
                <a:gd name="connsiteX741" fmla="*/ 332121 w 549933"/>
                <a:gd name="connsiteY741" fmla="*/ 458172 h 759650"/>
                <a:gd name="connsiteX742" fmla="*/ 330035 w 549933"/>
                <a:gd name="connsiteY742" fmla="*/ 457533 h 759650"/>
                <a:gd name="connsiteX743" fmla="*/ 329934 w 549933"/>
                <a:gd name="connsiteY743" fmla="*/ 456759 h 759650"/>
                <a:gd name="connsiteX744" fmla="*/ 331684 w 549933"/>
                <a:gd name="connsiteY744" fmla="*/ 455851 h 759650"/>
                <a:gd name="connsiteX745" fmla="*/ 333535 w 549933"/>
                <a:gd name="connsiteY745" fmla="*/ 454135 h 759650"/>
                <a:gd name="connsiteX746" fmla="*/ 333198 w 549933"/>
                <a:gd name="connsiteY746" fmla="*/ 452083 h 759650"/>
                <a:gd name="connsiteX747" fmla="*/ 331145 w 549933"/>
                <a:gd name="connsiteY747" fmla="*/ 450569 h 759650"/>
                <a:gd name="connsiteX748" fmla="*/ 328857 w 549933"/>
                <a:gd name="connsiteY748" fmla="*/ 450771 h 759650"/>
                <a:gd name="connsiteX749" fmla="*/ 327645 w 549933"/>
                <a:gd name="connsiteY749" fmla="*/ 452520 h 759650"/>
                <a:gd name="connsiteX750" fmla="*/ 327006 w 549933"/>
                <a:gd name="connsiteY750" fmla="*/ 453597 h 759650"/>
                <a:gd name="connsiteX751" fmla="*/ 322765 w 549933"/>
                <a:gd name="connsiteY751" fmla="*/ 454909 h 759650"/>
                <a:gd name="connsiteX752" fmla="*/ 321284 w 549933"/>
                <a:gd name="connsiteY752" fmla="*/ 455851 h 759650"/>
                <a:gd name="connsiteX753" fmla="*/ 318121 w 549933"/>
                <a:gd name="connsiteY753" fmla="*/ 454505 h 759650"/>
                <a:gd name="connsiteX754" fmla="*/ 317010 w 549933"/>
                <a:gd name="connsiteY754" fmla="*/ 454000 h 759650"/>
                <a:gd name="connsiteX755" fmla="*/ 316169 w 549933"/>
                <a:gd name="connsiteY755" fmla="*/ 452991 h 759650"/>
                <a:gd name="connsiteX756" fmla="*/ 316909 w 549933"/>
                <a:gd name="connsiteY756" fmla="*/ 451108 h 759650"/>
                <a:gd name="connsiteX757" fmla="*/ 316909 w 549933"/>
                <a:gd name="connsiteY757" fmla="*/ 451040 h 759650"/>
                <a:gd name="connsiteX758" fmla="*/ 316909 w 549933"/>
                <a:gd name="connsiteY758" fmla="*/ 449358 h 759650"/>
                <a:gd name="connsiteX759" fmla="*/ 316909 w 549933"/>
                <a:gd name="connsiteY759" fmla="*/ 447542 h 759650"/>
                <a:gd name="connsiteX760" fmla="*/ 316472 w 549933"/>
                <a:gd name="connsiteY760" fmla="*/ 446129 h 759650"/>
                <a:gd name="connsiteX761" fmla="*/ 314183 w 549933"/>
                <a:gd name="connsiteY761" fmla="*/ 444245 h 759650"/>
                <a:gd name="connsiteX762" fmla="*/ 313443 w 549933"/>
                <a:gd name="connsiteY762" fmla="*/ 444346 h 759650"/>
                <a:gd name="connsiteX763" fmla="*/ 312131 w 549933"/>
                <a:gd name="connsiteY763" fmla="*/ 444985 h 759650"/>
                <a:gd name="connsiteX764" fmla="*/ 310414 w 549933"/>
                <a:gd name="connsiteY764" fmla="*/ 445961 h 759650"/>
                <a:gd name="connsiteX765" fmla="*/ 307318 w 549933"/>
                <a:gd name="connsiteY765" fmla="*/ 446734 h 759650"/>
                <a:gd name="connsiteX766" fmla="*/ 302102 w 549933"/>
                <a:gd name="connsiteY766" fmla="*/ 446734 h 759650"/>
                <a:gd name="connsiteX767" fmla="*/ 298837 w 549933"/>
                <a:gd name="connsiteY767" fmla="*/ 446734 h 759650"/>
                <a:gd name="connsiteX768" fmla="*/ 296010 w 549933"/>
                <a:gd name="connsiteY768" fmla="*/ 445221 h 759650"/>
                <a:gd name="connsiteX769" fmla="*/ 290019 w 549933"/>
                <a:gd name="connsiteY769" fmla="*/ 440343 h 759650"/>
                <a:gd name="connsiteX770" fmla="*/ 287293 w 549933"/>
                <a:gd name="connsiteY770" fmla="*/ 438392 h 759650"/>
                <a:gd name="connsiteX771" fmla="*/ 283827 w 549933"/>
                <a:gd name="connsiteY771" fmla="*/ 435129 h 759650"/>
                <a:gd name="connsiteX772" fmla="*/ 281740 w 549933"/>
                <a:gd name="connsiteY772" fmla="*/ 431327 h 759650"/>
                <a:gd name="connsiteX773" fmla="*/ 281101 w 549933"/>
                <a:gd name="connsiteY773" fmla="*/ 425575 h 759650"/>
                <a:gd name="connsiteX774" fmla="*/ 280360 w 549933"/>
                <a:gd name="connsiteY774" fmla="*/ 421572 h 759650"/>
                <a:gd name="connsiteX775" fmla="*/ 280360 w 549933"/>
                <a:gd name="connsiteY775" fmla="*/ 415719 h 759650"/>
                <a:gd name="connsiteX776" fmla="*/ 281942 w 549933"/>
                <a:gd name="connsiteY776" fmla="*/ 413768 h 759650"/>
                <a:gd name="connsiteX777" fmla="*/ 286991 w 549933"/>
                <a:gd name="connsiteY777" fmla="*/ 410168 h 759650"/>
                <a:gd name="connsiteX778" fmla="*/ 291568 w 549933"/>
                <a:gd name="connsiteY778" fmla="*/ 408755 h 759650"/>
                <a:gd name="connsiteX779" fmla="*/ 294731 w 549933"/>
                <a:gd name="connsiteY779" fmla="*/ 406468 h 759650"/>
                <a:gd name="connsiteX780" fmla="*/ 298332 w 549933"/>
                <a:gd name="connsiteY780" fmla="*/ 404281 h 759650"/>
                <a:gd name="connsiteX781" fmla="*/ 301260 w 549933"/>
                <a:gd name="connsiteY781" fmla="*/ 402095 h 759650"/>
                <a:gd name="connsiteX782" fmla="*/ 303885 w 549933"/>
                <a:gd name="connsiteY782" fmla="*/ 399370 h 759650"/>
                <a:gd name="connsiteX783" fmla="*/ 303111 w 549933"/>
                <a:gd name="connsiteY783" fmla="*/ 397082 h 759650"/>
                <a:gd name="connsiteX784" fmla="*/ 300183 w 549933"/>
                <a:gd name="connsiteY784" fmla="*/ 395871 h 759650"/>
                <a:gd name="connsiteX785" fmla="*/ 294092 w 549933"/>
                <a:gd name="connsiteY785" fmla="*/ 392844 h 759650"/>
                <a:gd name="connsiteX786" fmla="*/ 290289 w 549933"/>
                <a:gd name="connsiteY786" fmla="*/ 389143 h 759650"/>
                <a:gd name="connsiteX787" fmla="*/ 289851 w 549933"/>
                <a:gd name="connsiteY787" fmla="*/ 385107 h 759650"/>
                <a:gd name="connsiteX788" fmla="*/ 291601 w 549933"/>
                <a:gd name="connsiteY788" fmla="*/ 382079 h 759650"/>
                <a:gd name="connsiteX789" fmla="*/ 292779 w 549933"/>
                <a:gd name="connsiteY789" fmla="*/ 378614 h 759650"/>
                <a:gd name="connsiteX790" fmla="*/ 290625 w 549933"/>
                <a:gd name="connsiteY790" fmla="*/ 375452 h 759650"/>
                <a:gd name="connsiteX791" fmla="*/ 284971 w 549933"/>
                <a:gd name="connsiteY791" fmla="*/ 371752 h 759650"/>
                <a:gd name="connsiteX792" fmla="*/ 284971 w 549933"/>
                <a:gd name="connsiteY792" fmla="*/ 368287 h 759650"/>
                <a:gd name="connsiteX793" fmla="*/ 287226 w 549933"/>
                <a:gd name="connsiteY793" fmla="*/ 365898 h 759650"/>
                <a:gd name="connsiteX794" fmla="*/ 291063 w 549933"/>
                <a:gd name="connsiteY794" fmla="*/ 362299 h 759650"/>
                <a:gd name="connsiteX795" fmla="*/ 290524 w 549933"/>
                <a:gd name="connsiteY795" fmla="*/ 357623 h 759650"/>
                <a:gd name="connsiteX796" fmla="*/ 288505 w 549933"/>
                <a:gd name="connsiteY796" fmla="*/ 354696 h 759650"/>
                <a:gd name="connsiteX797" fmla="*/ 287361 w 549933"/>
                <a:gd name="connsiteY797" fmla="*/ 352510 h 759650"/>
                <a:gd name="connsiteX798" fmla="*/ 287361 w 549933"/>
                <a:gd name="connsiteY798" fmla="*/ 350222 h 759650"/>
                <a:gd name="connsiteX799" fmla="*/ 287361 w 549933"/>
                <a:gd name="connsiteY799" fmla="*/ 347565 h 759650"/>
                <a:gd name="connsiteX800" fmla="*/ 287866 w 549933"/>
                <a:gd name="connsiteY800" fmla="*/ 344100 h 759650"/>
                <a:gd name="connsiteX801" fmla="*/ 289077 w 549933"/>
                <a:gd name="connsiteY801" fmla="*/ 341913 h 759650"/>
                <a:gd name="connsiteX802" fmla="*/ 290962 w 549933"/>
                <a:gd name="connsiteY802" fmla="*/ 338717 h 759650"/>
                <a:gd name="connsiteX803" fmla="*/ 292914 w 549933"/>
                <a:gd name="connsiteY803" fmla="*/ 337473 h 759650"/>
                <a:gd name="connsiteX804" fmla="*/ 294496 w 549933"/>
                <a:gd name="connsiteY804" fmla="*/ 335118 h 759650"/>
                <a:gd name="connsiteX805" fmla="*/ 295539 w 549933"/>
                <a:gd name="connsiteY805" fmla="*/ 333503 h 759650"/>
                <a:gd name="connsiteX806" fmla="*/ 296246 w 549933"/>
                <a:gd name="connsiteY806" fmla="*/ 331317 h 759650"/>
                <a:gd name="connsiteX807" fmla="*/ 296246 w 549933"/>
                <a:gd name="connsiteY807" fmla="*/ 329534 h 759650"/>
                <a:gd name="connsiteX808" fmla="*/ 296414 w 549933"/>
                <a:gd name="connsiteY808" fmla="*/ 327919 h 759650"/>
                <a:gd name="connsiteX809" fmla="*/ 296447 w 549933"/>
                <a:gd name="connsiteY809" fmla="*/ 326809 h 759650"/>
                <a:gd name="connsiteX810" fmla="*/ 296279 w 549933"/>
                <a:gd name="connsiteY810" fmla="*/ 325531 h 759650"/>
                <a:gd name="connsiteX811" fmla="*/ 296279 w 549933"/>
                <a:gd name="connsiteY811" fmla="*/ 324252 h 759650"/>
                <a:gd name="connsiteX812" fmla="*/ 297188 w 549933"/>
                <a:gd name="connsiteY812" fmla="*/ 323748 h 759650"/>
                <a:gd name="connsiteX813" fmla="*/ 298635 w 549933"/>
                <a:gd name="connsiteY813" fmla="*/ 323311 h 759650"/>
                <a:gd name="connsiteX814" fmla="*/ 300284 w 549933"/>
                <a:gd name="connsiteY814" fmla="*/ 323311 h 759650"/>
                <a:gd name="connsiteX815" fmla="*/ 301563 w 549933"/>
                <a:gd name="connsiteY815" fmla="*/ 324252 h 759650"/>
                <a:gd name="connsiteX816" fmla="*/ 303044 w 549933"/>
                <a:gd name="connsiteY816" fmla="*/ 325295 h 759650"/>
                <a:gd name="connsiteX817" fmla="*/ 303347 w 549933"/>
                <a:gd name="connsiteY817" fmla="*/ 326675 h 759650"/>
                <a:gd name="connsiteX818" fmla="*/ 303077 w 549933"/>
                <a:gd name="connsiteY818" fmla="*/ 328861 h 759650"/>
                <a:gd name="connsiteX819" fmla="*/ 302438 w 549933"/>
                <a:gd name="connsiteY819" fmla="*/ 331485 h 759650"/>
                <a:gd name="connsiteX820" fmla="*/ 301226 w 549933"/>
                <a:gd name="connsiteY820" fmla="*/ 333234 h 759650"/>
                <a:gd name="connsiteX821" fmla="*/ 300688 w 549933"/>
                <a:gd name="connsiteY821" fmla="*/ 335320 h 759650"/>
                <a:gd name="connsiteX822" fmla="*/ 301765 w 549933"/>
                <a:gd name="connsiteY822" fmla="*/ 336733 h 759650"/>
                <a:gd name="connsiteX823" fmla="*/ 305905 w 549933"/>
                <a:gd name="connsiteY823" fmla="*/ 338146 h 759650"/>
                <a:gd name="connsiteX824" fmla="*/ 309505 w 549933"/>
                <a:gd name="connsiteY824" fmla="*/ 337944 h 759650"/>
                <a:gd name="connsiteX825" fmla="*/ 312871 w 549933"/>
                <a:gd name="connsiteY825" fmla="*/ 340534 h 759650"/>
                <a:gd name="connsiteX826" fmla="*/ 315900 w 549933"/>
                <a:gd name="connsiteY826" fmla="*/ 341947 h 759650"/>
                <a:gd name="connsiteX827" fmla="*/ 318828 w 549933"/>
                <a:gd name="connsiteY827" fmla="*/ 340736 h 759650"/>
                <a:gd name="connsiteX828" fmla="*/ 319703 w 549933"/>
                <a:gd name="connsiteY828" fmla="*/ 337809 h 759650"/>
                <a:gd name="connsiteX829" fmla="*/ 320679 w 549933"/>
                <a:gd name="connsiteY829" fmla="*/ 333571 h 759650"/>
                <a:gd name="connsiteX830" fmla="*/ 319804 w 549933"/>
                <a:gd name="connsiteY830" fmla="*/ 329870 h 759650"/>
                <a:gd name="connsiteX831" fmla="*/ 318390 w 549933"/>
                <a:gd name="connsiteY831" fmla="*/ 328457 h 759650"/>
                <a:gd name="connsiteX832" fmla="*/ 315126 w 549933"/>
                <a:gd name="connsiteY832" fmla="*/ 328020 h 759650"/>
                <a:gd name="connsiteX833" fmla="*/ 311659 w 549933"/>
                <a:gd name="connsiteY833" fmla="*/ 326271 h 759650"/>
                <a:gd name="connsiteX834" fmla="*/ 313712 w 549933"/>
                <a:gd name="connsiteY834" fmla="*/ 323445 h 759650"/>
                <a:gd name="connsiteX835" fmla="*/ 316001 w 549933"/>
                <a:gd name="connsiteY835" fmla="*/ 320586 h 759650"/>
                <a:gd name="connsiteX836" fmla="*/ 318054 w 549933"/>
                <a:gd name="connsiteY836" fmla="*/ 319644 h 759650"/>
                <a:gd name="connsiteX837" fmla="*/ 321116 w 549933"/>
                <a:gd name="connsiteY837" fmla="*/ 319307 h 759650"/>
                <a:gd name="connsiteX838" fmla="*/ 323068 w 549933"/>
                <a:gd name="connsiteY838" fmla="*/ 317895 h 759650"/>
                <a:gd name="connsiteX839" fmla="*/ 322967 w 549933"/>
                <a:gd name="connsiteY839" fmla="*/ 315708 h 759650"/>
                <a:gd name="connsiteX840" fmla="*/ 321116 w 549933"/>
                <a:gd name="connsiteY840" fmla="*/ 313118 h 759650"/>
                <a:gd name="connsiteX841" fmla="*/ 319164 w 549933"/>
                <a:gd name="connsiteY841" fmla="*/ 312344 h 759650"/>
                <a:gd name="connsiteX842" fmla="*/ 315361 w 549933"/>
                <a:gd name="connsiteY842" fmla="*/ 311469 h 759650"/>
                <a:gd name="connsiteX843" fmla="*/ 314385 w 549933"/>
                <a:gd name="connsiteY843" fmla="*/ 308206 h 759650"/>
                <a:gd name="connsiteX844" fmla="*/ 312534 w 549933"/>
                <a:gd name="connsiteY844" fmla="*/ 302118 h 759650"/>
                <a:gd name="connsiteX845" fmla="*/ 313174 w 549933"/>
                <a:gd name="connsiteY845" fmla="*/ 298215 h 759650"/>
                <a:gd name="connsiteX846" fmla="*/ 314049 w 549933"/>
                <a:gd name="connsiteY846" fmla="*/ 293539 h 759650"/>
                <a:gd name="connsiteX847" fmla="*/ 315462 w 549933"/>
                <a:gd name="connsiteY847" fmla="*/ 291689 h 759650"/>
                <a:gd name="connsiteX848" fmla="*/ 319501 w 549933"/>
                <a:gd name="connsiteY848" fmla="*/ 291588 h 759650"/>
                <a:gd name="connsiteX849" fmla="*/ 321015 w 549933"/>
                <a:gd name="connsiteY849" fmla="*/ 290949 h 759650"/>
                <a:gd name="connsiteX850" fmla="*/ 322092 w 549933"/>
                <a:gd name="connsiteY850" fmla="*/ 287720 h 759650"/>
                <a:gd name="connsiteX851" fmla="*/ 322092 w 549933"/>
                <a:gd name="connsiteY851" fmla="*/ 286509 h 759650"/>
                <a:gd name="connsiteX852" fmla="*/ 322597 w 549933"/>
                <a:gd name="connsiteY852" fmla="*/ 284457 h 759650"/>
                <a:gd name="connsiteX853" fmla="*/ 323304 w 549933"/>
                <a:gd name="connsiteY853" fmla="*/ 283380 h 759650"/>
                <a:gd name="connsiteX854" fmla="*/ 325693 w 549933"/>
                <a:gd name="connsiteY854" fmla="*/ 282405 h 759650"/>
                <a:gd name="connsiteX855" fmla="*/ 327342 w 549933"/>
                <a:gd name="connsiteY855" fmla="*/ 280218 h 759650"/>
                <a:gd name="connsiteX856" fmla="*/ 329934 w 549933"/>
                <a:gd name="connsiteY856" fmla="*/ 277493 h 759650"/>
                <a:gd name="connsiteX857" fmla="*/ 332559 w 549933"/>
                <a:gd name="connsiteY857" fmla="*/ 273894 h 759650"/>
                <a:gd name="connsiteX858" fmla="*/ 332559 w 549933"/>
                <a:gd name="connsiteY858" fmla="*/ 269857 h 759650"/>
                <a:gd name="connsiteX859" fmla="*/ 337136 w 549933"/>
                <a:gd name="connsiteY859" fmla="*/ 267570 h 759650"/>
                <a:gd name="connsiteX860" fmla="*/ 341040 w 549933"/>
                <a:gd name="connsiteY860" fmla="*/ 264408 h 759650"/>
                <a:gd name="connsiteX861" fmla="*/ 348208 w 549933"/>
                <a:gd name="connsiteY861" fmla="*/ 266998 h 759650"/>
                <a:gd name="connsiteX862" fmla="*/ 349622 w 549933"/>
                <a:gd name="connsiteY862" fmla="*/ 268310 h 759650"/>
                <a:gd name="connsiteX863" fmla="*/ 352180 w 549933"/>
                <a:gd name="connsiteY863" fmla="*/ 269655 h 759650"/>
                <a:gd name="connsiteX864" fmla="*/ 353929 w 549933"/>
                <a:gd name="connsiteY864" fmla="*/ 274062 h 759650"/>
                <a:gd name="connsiteX865" fmla="*/ 356992 w 549933"/>
                <a:gd name="connsiteY865" fmla="*/ 276383 h 759650"/>
                <a:gd name="connsiteX866" fmla="*/ 358742 w 549933"/>
                <a:gd name="connsiteY866" fmla="*/ 275845 h 759650"/>
                <a:gd name="connsiteX867" fmla="*/ 361603 w 549933"/>
                <a:gd name="connsiteY867" fmla="*/ 272582 h 759650"/>
                <a:gd name="connsiteX868" fmla="*/ 366281 w 549933"/>
                <a:gd name="connsiteY868" fmla="*/ 272582 h 759650"/>
                <a:gd name="connsiteX869" fmla="*/ 368232 w 549933"/>
                <a:gd name="connsiteY869" fmla="*/ 274264 h 759650"/>
                <a:gd name="connsiteX870" fmla="*/ 368838 w 549933"/>
                <a:gd name="connsiteY870" fmla="*/ 276316 h 759650"/>
                <a:gd name="connsiteX871" fmla="*/ 368300 w 549933"/>
                <a:gd name="connsiteY871" fmla="*/ 281261 h 759650"/>
                <a:gd name="connsiteX872" fmla="*/ 365204 w 549933"/>
                <a:gd name="connsiteY872" fmla="*/ 281631 h 759650"/>
                <a:gd name="connsiteX873" fmla="*/ 362579 w 549933"/>
                <a:gd name="connsiteY873" fmla="*/ 283414 h 759650"/>
                <a:gd name="connsiteX874" fmla="*/ 361872 w 549933"/>
                <a:gd name="connsiteY874" fmla="*/ 285029 h 759650"/>
                <a:gd name="connsiteX875" fmla="*/ 364733 w 549933"/>
                <a:gd name="connsiteY875" fmla="*/ 286711 h 759650"/>
                <a:gd name="connsiteX876" fmla="*/ 366045 w 549933"/>
                <a:gd name="connsiteY876" fmla="*/ 286711 h 759650"/>
                <a:gd name="connsiteX877" fmla="*/ 369209 w 549933"/>
                <a:gd name="connsiteY877" fmla="*/ 287148 h 759650"/>
                <a:gd name="connsiteX878" fmla="*/ 369983 w 549933"/>
                <a:gd name="connsiteY878" fmla="*/ 288224 h 759650"/>
                <a:gd name="connsiteX879" fmla="*/ 368906 w 549933"/>
                <a:gd name="connsiteY879" fmla="*/ 289402 h 759650"/>
                <a:gd name="connsiteX880" fmla="*/ 368266 w 549933"/>
                <a:gd name="connsiteY880" fmla="*/ 290747 h 759650"/>
                <a:gd name="connsiteX881" fmla="*/ 368973 w 549933"/>
                <a:gd name="connsiteY881" fmla="*/ 292059 h 759650"/>
                <a:gd name="connsiteX882" fmla="*/ 370555 w 549933"/>
                <a:gd name="connsiteY882" fmla="*/ 292934 h 759650"/>
                <a:gd name="connsiteX883" fmla="*/ 372305 w 549933"/>
                <a:gd name="connsiteY883" fmla="*/ 294010 h 759650"/>
                <a:gd name="connsiteX884" fmla="*/ 372944 w 549933"/>
                <a:gd name="connsiteY884" fmla="*/ 296231 h 759650"/>
                <a:gd name="connsiteX885" fmla="*/ 372170 w 549933"/>
                <a:gd name="connsiteY885" fmla="*/ 297879 h 759650"/>
                <a:gd name="connsiteX886" fmla="*/ 371497 w 549933"/>
                <a:gd name="connsiteY886" fmla="*/ 298585 h 759650"/>
                <a:gd name="connsiteX887" fmla="*/ 370420 w 549933"/>
                <a:gd name="connsiteY887" fmla="*/ 299292 h 759650"/>
                <a:gd name="connsiteX888" fmla="*/ 368232 w 549933"/>
                <a:gd name="connsiteY888" fmla="*/ 299090 h 759650"/>
                <a:gd name="connsiteX889" fmla="*/ 367862 w 549933"/>
                <a:gd name="connsiteY889" fmla="*/ 297711 h 759650"/>
                <a:gd name="connsiteX890" fmla="*/ 366483 w 549933"/>
                <a:gd name="connsiteY890" fmla="*/ 297139 h 759650"/>
                <a:gd name="connsiteX891" fmla="*/ 364665 w 549933"/>
                <a:gd name="connsiteY891" fmla="*/ 297139 h 759650"/>
                <a:gd name="connsiteX892" fmla="*/ 362780 w 549933"/>
                <a:gd name="connsiteY892" fmla="*/ 297004 h 759650"/>
                <a:gd name="connsiteX893" fmla="*/ 362209 w 549933"/>
                <a:gd name="connsiteY893" fmla="*/ 298148 h 759650"/>
                <a:gd name="connsiteX894" fmla="*/ 361131 w 549933"/>
                <a:gd name="connsiteY894" fmla="*/ 299157 h 759650"/>
                <a:gd name="connsiteX895" fmla="*/ 358439 w 549933"/>
                <a:gd name="connsiteY895" fmla="*/ 299292 h 759650"/>
                <a:gd name="connsiteX896" fmla="*/ 356554 w 549933"/>
                <a:gd name="connsiteY896" fmla="*/ 298552 h 759650"/>
                <a:gd name="connsiteX897" fmla="*/ 354804 w 549933"/>
                <a:gd name="connsiteY897" fmla="*/ 298047 h 759650"/>
                <a:gd name="connsiteX898" fmla="*/ 353929 w 549933"/>
                <a:gd name="connsiteY898" fmla="*/ 297408 h 759650"/>
                <a:gd name="connsiteX899" fmla="*/ 352112 w 549933"/>
                <a:gd name="connsiteY899" fmla="*/ 296096 h 759650"/>
                <a:gd name="connsiteX900" fmla="*/ 350800 w 549933"/>
                <a:gd name="connsiteY900" fmla="*/ 295356 h 759650"/>
                <a:gd name="connsiteX901" fmla="*/ 350295 w 549933"/>
                <a:gd name="connsiteY901" fmla="*/ 295356 h 759650"/>
                <a:gd name="connsiteX902" fmla="*/ 349050 w 549933"/>
                <a:gd name="connsiteY902" fmla="*/ 296062 h 759650"/>
                <a:gd name="connsiteX903" fmla="*/ 348107 w 549933"/>
                <a:gd name="connsiteY903" fmla="*/ 296836 h 759650"/>
                <a:gd name="connsiteX904" fmla="*/ 348174 w 549933"/>
                <a:gd name="connsiteY904" fmla="*/ 297980 h 759650"/>
                <a:gd name="connsiteX905" fmla="*/ 348174 w 549933"/>
                <a:gd name="connsiteY905" fmla="*/ 299359 h 759650"/>
                <a:gd name="connsiteX906" fmla="*/ 347905 w 549933"/>
                <a:gd name="connsiteY906" fmla="*/ 301041 h 759650"/>
                <a:gd name="connsiteX907" fmla="*/ 347535 w 549933"/>
                <a:gd name="connsiteY907" fmla="*/ 304304 h 759650"/>
                <a:gd name="connsiteX908" fmla="*/ 347535 w 549933"/>
                <a:gd name="connsiteY908" fmla="*/ 306053 h 759650"/>
                <a:gd name="connsiteX909" fmla="*/ 349487 w 549933"/>
                <a:gd name="connsiteY909" fmla="*/ 308442 h 759650"/>
                <a:gd name="connsiteX910" fmla="*/ 351675 w 549933"/>
                <a:gd name="connsiteY910" fmla="*/ 310191 h 759650"/>
                <a:gd name="connsiteX911" fmla="*/ 351675 w 549933"/>
                <a:gd name="connsiteY911" fmla="*/ 315405 h 759650"/>
                <a:gd name="connsiteX912" fmla="*/ 351675 w 549933"/>
                <a:gd name="connsiteY912" fmla="*/ 316919 h 759650"/>
                <a:gd name="connsiteX913" fmla="*/ 355141 w 549933"/>
                <a:gd name="connsiteY913" fmla="*/ 320619 h 759650"/>
                <a:gd name="connsiteX914" fmla="*/ 355141 w 549933"/>
                <a:gd name="connsiteY914" fmla="*/ 324522 h 759650"/>
                <a:gd name="connsiteX915" fmla="*/ 356218 w 549933"/>
                <a:gd name="connsiteY915" fmla="*/ 328155 h 759650"/>
                <a:gd name="connsiteX916" fmla="*/ 361064 w 549933"/>
                <a:gd name="connsiteY916" fmla="*/ 328155 h 759650"/>
                <a:gd name="connsiteX917" fmla="*/ 361636 w 549933"/>
                <a:gd name="connsiteY917" fmla="*/ 330913 h 759650"/>
                <a:gd name="connsiteX918" fmla="*/ 361064 w 549933"/>
                <a:gd name="connsiteY918" fmla="*/ 334378 h 759650"/>
                <a:gd name="connsiteX919" fmla="*/ 360357 w 549933"/>
                <a:gd name="connsiteY919" fmla="*/ 334513 h 759650"/>
                <a:gd name="connsiteX920" fmla="*/ 360357 w 549933"/>
                <a:gd name="connsiteY920" fmla="*/ 339861 h 759650"/>
                <a:gd name="connsiteX921" fmla="*/ 361737 w 549933"/>
                <a:gd name="connsiteY921" fmla="*/ 342317 h 759650"/>
                <a:gd name="connsiteX922" fmla="*/ 363858 w 549933"/>
                <a:gd name="connsiteY922" fmla="*/ 343461 h 759650"/>
                <a:gd name="connsiteX923" fmla="*/ 365608 w 549933"/>
                <a:gd name="connsiteY923" fmla="*/ 343158 h 759650"/>
                <a:gd name="connsiteX924" fmla="*/ 365608 w 549933"/>
                <a:gd name="connsiteY924" fmla="*/ 341140 h 759650"/>
                <a:gd name="connsiteX925" fmla="*/ 368502 w 549933"/>
                <a:gd name="connsiteY925" fmla="*/ 338818 h 759650"/>
                <a:gd name="connsiteX926" fmla="*/ 372137 w 549933"/>
                <a:gd name="connsiteY926" fmla="*/ 335051 h 759650"/>
                <a:gd name="connsiteX927" fmla="*/ 376209 w 549933"/>
                <a:gd name="connsiteY927" fmla="*/ 334344 h 759650"/>
                <a:gd name="connsiteX928" fmla="*/ 383007 w 549933"/>
                <a:gd name="connsiteY928" fmla="*/ 335791 h 759650"/>
                <a:gd name="connsiteX929" fmla="*/ 384454 w 549933"/>
                <a:gd name="connsiteY929" fmla="*/ 337977 h 759650"/>
                <a:gd name="connsiteX930" fmla="*/ 386642 w 549933"/>
                <a:gd name="connsiteY930" fmla="*/ 340870 h 759650"/>
                <a:gd name="connsiteX931" fmla="*/ 386339 w 549933"/>
                <a:gd name="connsiteY931" fmla="*/ 345345 h 759650"/>
                <a:gd name="connsiteX932" fmla="*/ 385464 w 549933"/>
                <a:gd name="connsiteY932" fmla="*/ 347666 h 759650"/>
                <a:gd name="connsiteX933" fmla="*/ 386372 w 549933"/>
                <a:gd name="connsiteY933" fmla="*/ 349819 h 759650"/>
                <a:gd name="connsiteX934" fmla="*/ 385497 w 549933"/>
                <a:gd name="connsiteY934" fmla="*/ 351770 h 759650"/>
                <a:gd name="connsiteX935" fmla="*/ 384959 w 549933"/>
                <a:gd name="connsiteY935" fmla="*/ 353822 h 759650"/>
                <a:gd name="connsiteX936" fmla="*/ 383007 w 549933"/>
                <a:gd name="connsiteY936" fmla="*/ 355335 h 759650"/>
                <a:gd name="connsiteX937" fmla="*/ 383007 w 549933"/>
                <a:gd name="connsiteY937" fmla="*/ 359675 h 759650"/>
                <a:gd name="connsiteX938" fmla="*/ 386036 w 549933"/>
                <a:gd name="connsiteY938" fmla="*/ 360651 h 759650"/>
                <a:gd name="connsiteX939" fmla="*/ 388863 w 549933"/>
                <a:gd name="connsiteY939" fmla="*/ 360112 h 759650"/>
                <a:gd name="connsiteX940" fmla="*/ 391017 w 549933"/>
                <a:gd name="connsiteY940" fmla="*/ 358901 h 759650"/>
                <a:gd name="connsiteX941" fmla="*/ 394281 w 549933"/>
                <a:gd name="connsiteY941" fmla="*/ 359675 h 759650"/>
                <a:gd name="connsiteX942" fmla="*/ 394281 w 549933"/>
                <a:gd name="connsiteY942" fmla="*/ 361525 h 759650"/>
                <a:gd name="connsiteX943" fmla="*/ 394281 w 549933"/>
                <a:gd name="connsiteY943" fmla="*/ 363174 h 759650"/>
                <a:gd name="connsiteX944" fmla="*/ 396570 w 549933"/>
                <a:gd name="connsiteY944" fmla="*/ 363174 h 759650"/>
                <a:gd name="connsiteX945" fmla="*/ 398522 w 549933"/>
                <a:gd name="connsiteY945" fmla="*/ 364485 h 759650"/>
                <a:gd name="connsiteX946" fmla="*/ 400373 w 549933"/>
                <a:gd name="connsiteY946" fmla="*/ 366773 h 759650"/>
                <a:gd name="connsiteX947" fmla="*/ 400373 w 549933"/>
                <a:gd name="connsiteY947" fmla="*/ 369262 h 759650"/>
                <a:gd name="connsiteX948" fmla="*/ 400373 w 549933"/>
                <a:gd name="connsiteY948" fmla="*/ 373030 h 759650"/>
                <a:gd name="connsiteX949" fmla="*/ 398926 w 549933"/>
                <a:gd name="connsiteY949" fmla="*/ 376461 h 759650"/>
                <a:gd name="connsiteX950" fmla="*/ 398219 w 549933"/>
                <a:gd name="connsiteY950" fmla="*/ 377470 h 759650"/>
                <a:gd name="connsiteX951" fmla="*/ 396200 w 549933"/>
                <a:gd name="connsiteY951" fmla="*/ 378715 h 759650"/>
                <a:gd name="connsiteX952" fmla="*/ 391757 w 549933"/>
                <a:gd name="connsiteY952" fmla="*/ 379287 h 759650"/>
                <a:gd name="connsiteX953" fmla="*/ 390310 w 549933"/>
                <a:gd name="connsiteY953" fmla="*/ 381473 h 759650"/>
                <a:gd name="connsiteX954" fmla="*/ 389940 w 549933"/>
                <a:gd name="connsiteY954" fmla="*/ 382012 h 759650"/>
                <a:gd name="connsiteX955" fmla="*/ 395459 w 549933"/>
                <a:gd name="connsiteY955" fmla="*/ 382718 h 759650"/>
                <a:gd name="connsiteX956" fmla="*/ 401551 w 549933"/>
                <a:gd name="connsiteY956" fmla="*/ 377134 h 759650"/>
                <a:gd name="connsiteX957" fmla="*/ 406464 w 549933"/>
                <a:gd name="connsiteY957" fmla="*/ 377134 h 759650"/>
                <a:gd name="connsiteX958" fmla="*/ 410099 w 549933"/>
                <a:gd name="connsiteY958" fmla="*/ 381339 h 759650"/>
                <a:gd name="connsiteX959" fmla="*/ 411412 w 549933"/>
                <a:gd name="connsiteY959" fmla="*/ 389446 h 759650"/>
                <a:gd name="connsiteX960" fmla="*/ 417368 w 549933"/>
                <a:gd name="connsiteY960" fmla="*/ 394223 h 759650"/>
                <a:gd name="connsiteX961" fmla="*/ 423022 w 549933"/>
                <a:gd name="connsiteY961" fmla="*/ 395972 h 759650"/>
                <a:gd name="connsiteX962" fmla="*/ 427499 w 549933"/>
                <a:gd name="connsiteY962" fmla="*/ 394828 h 759650"/>
                <a:gd name="connsiteX963" fmla="*/ 430830 w 549933"/>
                <a:gd name="connsiteY963" fmla="*/ 393079 h 759650"/>
                <a:gd name="connsiteX964" fmla="*/ 434902 w 549933"/>
                <a:gd name="connsiteY964" fmla="*/ 388874 h 759650"/>
                <a:gd name="connsiteX965" fmla="*/ 438672 w 549933"/>
                <a:gd name="connsiteY965" fmla="*/ 385409 h 759650"/>
                <a:gd name="connsiteX966" fmla="*/ 442306 w 549933"/>
                <a:gd name="connsiteY966" fmla="*/ 383525 h 759650"/>
                <a:gd name="connsiteX967" fmla="*/ 447658 w 549933"/>
                <a:gd name="connsiteY967" fmla="*/ 380195 h 759650"/>
                <a:gd name="connsiteX968" fmla="*/ 454893 w 549933"/>
                <a:gd name="connsiteY968" fmla="*/ 380498 h 759650"/>
                <a:gd name="connsiteX969" fmla="*/ 463004 w 549933"/>
                <a:gd name="connsiteY969" fmla="*/ 380632 h 759650"/>
                <a:gd name="connsiteX970" fmla="*/ 467345 w 549933"/>
                <a:gd name="connsiteY970" fmla="*/ 380632 h 759650"/>
                <a:gd name="connsiteX971" fmla="*/ 470980 w 549933"/>
                <a:gd name="connsiteY971" fmla="*/ 378311 h 759650"/>
                <a:gd name="connsiteX972" fmla="*/ 473673 w 549933"/>
                <a:gd name="connsiteY972" fmla="*/ 377874 h 759650"/>
                <a:gd name="connsiteX973" fmla="*/ 475187 w 549933"/>
                <a:gd name="connsiteY973" fmla="*/ 380632 h 759650"/>
                <a:gd name="connsiteX974" fmla="*/ 475187 w 549933"/>
                <a:gd name="connsiteY974" fmla="*/ 383223 h 759650"/>
                <a:gd name="connsiteX975" fmla="*/ 473571 w 549933"/>
                <a:gd name="connsiteY975" fmla="*/ 384669 h 759650"/>
                <a:gd name="connsiteX976" fmla="*/ 475187 w 549933"/>
                <a:gd name="connsiteY976" fmla="*/ 385107 h 759650"/>
                <a:gd name="connsiteX977" fmla="*/ 478384 w 549933"/>
                <a:gd name="connsiteY977" fmla="*/ 384535 h 759650"/>
                <a:gd name="connsiteX978" fmla="*/ 480269 w 549933"/>
                <a:gd name="connsiteY978" fmla="*/ 381507 h 759650"/>
                <a:gd name="connsiteX979" fmla="*/ 481278 w 549933"/>
                <a:gd name="connsiteY979" fmla="*/ 379186 h 759650"/>
                <a:gd name="connsiteX980" fmla="*/ 482288 w 549933"/>
                <a:gd name="connsiteY980" fmla="*/ 377168 h 759650"/>
                <a:gd name="connsiteX981" fmla="*/ 483163 w 549933"/>
                <a:gd name="connsiteY981" fmla="*/ 375149 h 759650"/>
                <a:gd name="connsiteX982" fmla="*/ 484307 w 549933"/>
                <a:gd name="connsiteY982" fmla="*/ 372828 h 759650"/>
                <a:gd name="connsiteX983" fmla="*/ 485317 w 549933"/>
                <a:gd name="connsiteY983" fmla="*/ 370070 h 759650"/>
                <a:gd name="connsiteX984" fmla="*/ 485889 w 549933"/>
                <a:gd name="connsiteY984" fmla="*/ 367311 h 759650"/>
                <a:gd name="connsiteX985" fmla="*/ 486764 w 549933"/>
                <a:gd name="connsiteY985" fmla="*/ 365293 h 759650"/>
                <a:gd name="connsiteX986" fmla="*/ 488514 w 549933"/>
                <a:gd name="connsiteY986" fmla="*/ 363846 h 759650"/>
                <a:gd name="connsiteX987" fmla="*/ 491274 w 549933"/>
                <a:gd name="connsiteY987" fmla="*/ 359372 h 759650"/>
                <a:gd name="connsiteX988" fmla="*/ 493024 w 549933"/>
                <a:gd name="connsiteY988" fmla="*/ 356008 h 759650"/>
                <a:gd name="connsiteX989" fmla="*/ 493966 w 549933"/>
                <a:gd name="connsiteY989" fmla="*/ 353586 h 759650"/>
                <a:gd name="connsiteX990" fmla="*/ 496053 w 549933"/>
                <a:gd name="connsiteY990" fmla="*/ 349516 h 759650"/>
                <a:gd name="connsiteX991" fmla="*/ 496053 w 549933"/>
                <a:gd name="connsiteY991" fmla="*/ 346757 h 759650"/>
                <a:gd name="connsiteX992" fmla="*/ 496928 w 549933"/>
                <a:gd name="connsiteY992" fmla="*/ 341409 h 759650"/>
                <a:gd name="connsiteX993" fmla="*/ 495918 w 549933"/>
                <a:gd name="connsiteY993" fmla="*/ 335892 h 759650"/>
                <a:gd name="connsiteX994" fmla="*/ 493293 w 549933"/>
                <a:gd name="connsiteY994" fmla="*/ 332999 h 759650"/>
                <a:gd name="connsiteX995" fmla="*/ 492553 w 549933"/>
                <a:gd name="connsiteY995" fmla="*/ 330106 h 759650"/>
                <a:gd name="connsiteX996" fmla="*/ 494875 w 549933"/>
                <a:gd name="connsiteY996" fmla="*/ 327919 h 759650"/>
                <a:gd name="connsiteX997" fmla="*/ 499519 w 549933"/>
                <a:gd name="connsiteY997" fmla="*/ 324454 h 759650"/>
                <a:gd name="connsiteX998" fmla="*/ 501707 w 549933"/>
                <a:gd name="connsiteY998" fmla="*/ 320384 h 759650"/>
                <a:gd name="connsiteX999" fmla="*/ 502582 w 549933"/>
                <a:gd name="connsiteY999" fmla="*/ 316347 h 759650"/>
                <a:gd name="connsiteX1000" fmla="*/ 504601 w 549933"/>
                <a:gd name="connsiteY1000" fmla="*/ 313454 h 759650"/>
                <a:gd name="connsiteX1001" fmla="*/ 506755 w 549933"/>
                <a:gd name="connsiteY1001" fmla="*/ 311268 h 759650"/>
                <a:gd name="connsiteX1002" fmla="*/ 509212 w 549933"/>
                <a:gd name="connsiteY1002" fmla="*/ 309081 h 759650"/>
                <a:gd name="connsiteX1003" fmla="*/ 512409 w 549933"/>
                <a:gd name="connsiteY1003" fmla="*/ 307769 h 759650"/>
                <a:gd name="connsiteX1004" fmla="*/ 515034 w 549933"/>
                <a:gd name="connsiteY1004" fmla="*/ 302858 h 759650"/>
                <a:gd name="connsiteX1005" fmla="*/ 517221 w 549933"/>
                <a:gd name="connsiteY1005" fmla="*/ 300099 h 759650"/>
                <a:gd name="connsiteX1006" fmla="*/ 520688 w 549933"/>
                <a:gd name="connsiteY1006" fmla="*/ 295020 h 759650"/>
                <a:gd name="connsiteX1007" fmla="*/ 523448 w 549933"/>
                <a:gd name="connsiteY1007" fmla="*/ 293573 h 759650"/>
                <a:gd name="connsiteX1008" fmla="*/ 526780 w 549933"/>
                <a:gd name="connsiteY1008" fmla="*/ 291992 h 759650"/>
                <a:gd name="connsiteX1009" fmla="*/ 529404 w 549933"/>
                <a:gd name="connsiteY1009" fmla="*/ 290983 h 759650"/>
                <a:gd name="connsiteX1010" fmla="*/ 533881 w 549933"/>
                <a:gd name="connsiteY1010" fmla="*/ 287653 h 759650"/>
                <a:gd name="connsiteX1011" fmla="*/ 539232 w 549933"/>
                <a:gd name="connsiteY1011" fmla="*/ 285197 h 759650"/>
                <a:gd name="connsiteX1012" fmla="*/ 543136 w 549933"/>
                <a:gd name="connsiteY1012" fmla="*/ 280992 h 759650"/>
                <a:gd name="connsiteX1013" fmla="*/ 547847 w 549933"/>
                <a:gd name="connsiteY1013" fmla="*/ 277796 h 759650"/>
                <a:gd name="connsiteX1014" fmla="*/ 549934 w 549933"/>
                <a:gd name="connsiteY1014" fmla="*/ 276484 h 759650"/>
                <a:gd name="connsiteX1015" fmla="*/ 549934 w 549933"/>
                <a:gd name="connsiteY1015" fmla="*/ 273726 h 759650"/>
                <a:gd name="connsiteX1016" fmla="*/ 547410 w 549933"/>
                <a:gd name="connsiteY1016" fmla="*/ 270059 h 759650"/>
                <a:gd name="connsiteX1017" fmla="*/ 340299 w 549933"/>
                <a:gd name="connsiteY1017" fmla="*/ 224645 h 759650"/>
                <a:gd name="connsiteX1018" fmla="*/ 338718 w 549933"/>
                <a:gd name="connsiteY1018" fmla="*/ 226025 h 759650"/>
                <a:gd name="connsiteX1019" fmla="*/ 337270 w 549933"/>
                <a:gd name="connsiteY1019" fmla="*/ 226462 h 759650"/>
                <a:gd name="connsiteX1020" fmla="*/ 335621 w 549933"/>
                <a:gd name="connsiteY1020" fmla="*/ 226159 h 759650"/>
                <a:gd name="connsiteX1021" fmla="*/ 333905 w 549933"/>
                <a:gd name="connsiteY1021" fmla="*/ 225957 h 759650"/>
                <a:gd name="connsiteX1022" fmla="*/ 332761 w 549933"/>
                <a:gd name="connsiteY1022" fmla="*/ 226832 h 759650"/>
                <a:gd name="connsiteX1023" fmla="*/ 332761 w 549933"/>
                <a:gd name="connsiteY1023" fmla="*/ 229961 h 759650"/>
                <a:gd name="connsiteX1024" fmla="*/ 332963 w 549933"/>
                <a:gd name="connsiteY1024" fmla="*/ 230970 h 759650"/>
                <a:gd name="connsiteX1025" fmla="*/ 332189 w 549933"/>
                <a:gd name="connsiteY1025" fmla="*/ 232416 h 759650"/>
                <a:gd name="connsiteX1026" fmla="*/ 329799 w 549933"/>
                <a:gd name="connsiteY1026" fmla="*/ 232921 h 759650"/>
                <a:gd name="connsiteX1027" fmla="*/ 328116 w 549933"/>
                <a:gd name="connsiteY1027" fmla="*/ 232349 h 759650"/>
                <a:gd name="connsiteX1028" fmla="*/ 325087 w 549933"/>
                <a:gd name="connsiteY1028" fmla="*/ 232046 h 759650"/>
                <a:gd name="connsiteX1029" fmla="*/ 322698 w 549933"/>
                <a:gd name="connsiteY1029" fmla="*/ 230364 h 759650"/>
                <a:gd name="connsiteX1030" fmla="*/ 319232 w 549933"/>
                <a:gd name="connsiteY1030" fmla="*/ 231104 h 759650"/>
                <a:gd name="connsiteX1031" fmla="*/ 317280 w 549933"/>
                <a:gd name="connsiteY1031" fmla="*/ 233997 h 759650"/>
                <a:gd name="connsiteX1032" fmla="*/ 314957 w 549933"/>
                <a:gd name="connsiteY1032" fmla="*/ 238404 h 759650"/>
                <a:gd name="connsiteX1033" fmla="*/ 316337 w 549933"/>
                <a:gd name="connsiteY1033" fmla="*/ 240927 h 759650"/>
                <a:gd name="connsiteX1034" fmla="*/ 319972 w 549933"/>
                <a:gd name="connsiteY1034" fmla="*/ 243383 h 759650"/>
                <a:gd name="connsiteX1035" fmla="*/ 320039 w 549933"/>
                <a:gd name="connsiteY1035" fmla="*/ 244627 h 759650"/>
                <a:gd name="connsiteX1036" fmla="*/ 316977 w 549933"/>
                <a:gd name="connsiteY1036" fmla="*/ 246881 h 759650"/>
                <a:gd name="connsiteX1037" fmla="*/ 316102 w 549933"/>
                <a:gd name="connsiteY1037" fmla="*/ 249270 h 759650"/>
                <a:gd name="connsiteX1038" fmla="*/ 316977 w 549933"/>
                <a:gd name="connsiteY1038" fmla="*/ 251961 h 759650"/>
                <a:gd name="connsiteX1039" fmla="*/ 318996 w 549933"/>
                <a:gd name="connsiteY1039" fmla="*/ 253475 h 759650"/>
                <a:gd name="connsiteX1040" fmla="*/ 320679 w 549933"/>
                <a:gd name="connsiteY1040" fmla="*/ 255056 h 759650"/>
                <a:gd name="connsiteX1041" fmla="*/ 320712 w 549933"/>
                <a:gd name="connsiteY1041" fmla="*/ 255998 h 759650"/>
                <a:gd name="connsiteX1042" fmla="*/ 320612 w 549933"/>
                <a:gd name="connsiteY1042" fmla="*/ 257074 h 759650"/>
                <a:gd name="connsiteX1043" fmla="*/ 320612 w 549933"/>
                <a:gd name="connsiteY1043" fmla="*/ 259463 h 759650"/>
                <a:gd name="connsiteX1044" fmla="*/ 321756 w 549933"/>
                <a:gd name="connsiteY1044" fmla="*/ 260270 h 759650"/>
                <a:gd name="connsiteX1045" fmla="*/ 323438 w 549933"/>
                <a:gd name="connsiteY1045" fmla="*/ 262288 h 759650"/>
                <a:gd name="connsiteX1046" fmla="*/ 325189 w 549933"/>
                <a:gd name="connsiteY1046" fmla="*/ 263735 h 759650"/>
                <a:gd name="connsiteX1047" fmla="*/ 326703 w 549933"/>
                <a:gd name="connsiteY1047" fmla="*/ 265316 h 759650"/>
                <a:gd name="connsiteX1048" fmla="*/ 327746 w 549933"/>
                <a:gd name="connsiteY1048" fmla="*/ 267772 h 759650"/>
                <a:gd name="connsiteX1049" fmla="*/ 328352 w 549933"/>
                <a:gd name="connsiteY1049" fmla="*/ 269386 h 759650"/>
                <a:gd name="connsiteX1050" fmla="*/ 328419 w 549933"/>
                <a:gd name="connsiteY1050" fmla="*/ 271573 h 759650"/>
                <a:gd name="connsiteX1051" fmla="*/ 328487 w 549933"/>
                <a:gd name="connsiteY1051" fmla="*/ 273860 h 759650"/>
                <a:gd name="connsiteX1052" fmla="*/ 326905 w 549933"/>
                <a:gd name="connsiteY1052" fmla="*/ 276148 h 759650"/>
                <a:gd name="connsiteX1053" fmla="*/ 324852 w 549933"/>
                <a:gd name="connsiteY1053" fmla="*/ 278435 h 759650"/>
                <a:gd name="connsiteX1054" fmla="*/ 323203 w 549933"/>
                <a:gd name="connsiteY1054" fmla="*/ 279680 h 759650"/>
                <a:gd name="connsiteX1055" fmla="*/ 320140 w 549933"/>
                <a:gd name="connsiteY1055" fmla="*/ 281295 h 759650"/>
                <a:gd name="connsiteX1056" fmla="*/ 318289 w 549933"/>
                <a:gd name="connsiteY1056" fmla="*/ 282438 h 759650"/>
                <a:gd name="connsiteX1057" fmla="*/ 316876 w 549933"/>
                <a:gd name="connsiteY1057" fmla="*/ 282943 h 759650"/>
                <a:gd name="connsiteX1058" fmla="*/ 314520 w 549933"/>
                <a:gd name="connsiteY1058" fmla="*/ 282943 h 759650"/>
                <a:gd name="connsiteX1059" fmla="*/ 312198 w 549933"/>
                <a:gd name="connsiteY1059" fmla="*/ 283279 h 759650"/>
                <a:gd name="connsiteX1060" fmla="*/ 309304 w 549933"/>
                <a:gd name="connsiteY1060" fmla="*/ 283246 h 759650"/>
                <a:gd name="connsiteX1061" fmla="*/ 305837 w 549933"/>
                <a:gd name="connsiteY1061" fmla="*/ 282539 h 759650"/>
                <a:gd name="connsiteX1062" fmla="*/ 301933 w 549933"/>
                <a:gd name="connsiteY1062" fmla="*/ 283952 h 759650"/>
                <a:gd name="connsiteX1063" fmla="*/ 298332 w 549933"/>
                <a:gd name="connsiteY1063" fmla="*/ 284827 h 759650"/>
                <a:gd name="connsiteX1064" fmla="*/ 295942 w 549933"/>
                <a:gd name="connsiteY1064" fmla="*/ 285600 h 759650"/>
                <a:gd name="connsiteX1065" fmla="*/ 292779 w 549933"/>
                <a:gd name="connsiteY1065" fmla="*/ 284827 h 759650"/>
                <a:gd name="connsiteX1066" fmla="*/ 289952 w 549933"/>
                <a:gd name="connsiteY1066" fmla="*/ 282977 h 759650"/>
                <a:gd name="connsiteX1067" fmla="*/ 286385 w 549933"/>
                <a:gd name="connsiteY1067" fmla="*/ 282102 h 759650"/>
                <a:gd name="connsiteX1068" fmla="*/ 281370 w 549933"/>
                <a:gd name="connsiteY1068" fmla="*/ 282539 h 759650"/>
                <a:gd name="connsiteX1069" fmla="*/ 278543 w 549933"/>
                <a:gd name="connsiteY1069" fmla="*/ 286677 h 759650"/>
                <a:gd name="connsiteX1070" fmla="*/ 277130 w 549933"/>
                <a:gd name="connsiteY1070" fmla="*/ 291555 h 759650"/>
                <a:gd name="connsiteX1071" fmla="*/ 277130 w 549933"/>
                <a:gd name="connsiteY1071" fmla="*/ 295995 h 759650"/>
                <a:gd name="connsiteX1072" fmla="*/ 276356 w 549933"/>
                <a:gd name="connsiteY1072" fmla="*/ 301748 h 759650"/>
                <a:gd name="connsiteX1073" fmla="*/ 276894 w 549933"/>
                <a:gd name="connsiteY1073" fmla="*/ 305112 h 759650"/>
                <a:gd name="connsiteX1074" fmla="*/ 280697 w 549933"/>
                <a:gd name="connsiteY1074" fmla="*/ 310662 h 759650"/>
                <a:gd name="connsiteX1075" fmla="*/ 282313 w 549933"/>
                <a:gd name="connsiteY1075" fmla="*/ 314127 h 759650"/>
                <a:gd name="connsiteX1076" fmla="*/ 285241 w 549933"/>
                <a:gd name="connsiteY1076" fmla="*/ 314497 h 759650"/>
                <a:gd name="connsiteX1077" fmla="*/ 288168 w 549933"/>
                <a:gd name="connsiteY1077" fmla="*/ 312479 h 759650"/>
                <a:gd name="connsiteX1078" fmla="*/ 288370 w 549933"/>
                <a:gd name="connsiteY1078" fmla="*/ 312479 h 759650"/>
                <a:gd name="connsiteX1079" fmla="*/ 290861 w 549933"/>
                <a:gd name="connsiteY1079" fmla="*/ 314430 h 759650"/>
                <a:gd name="connsiteX1080" fmla="*/ 293149 w 549933"/>
                <a:gd name="connsiteY1080" fmla="*/ 318029 h 759650"/>
                <a:gd name="connsiteX1081" fmla="*/ 293688 w 549933"/>
                <a:gd name="connsiteY1081" fmla="*/ 320216 h 759650"/>
                <a:gd name="connsiteX1082" fmla="*/ 291837 w 549933"/>
                <a:gd name="connsiteY1082" fmla="*/ 324219 h 759650"/>
                <a:gd name="connsiteX1083" fmla="*/ 292039 w 549933"/>
                <a:gd name="connsiteY1083" fmla="*/ 327886 h 759650"/>
                <a:gd name="connsiteX1084" fmla="*/ 293452 w 549933"/>
                <a:gd name="connsiteY1084" fmla="*/ 329231 h 759650"/>
                <a:gd name="connsiteX1085" fmla="*/ 293452 w 549933"/>
                <a:gd name="connsiteY1085" fmla="*/ 330106 h 759650"/>
                <a:gd name="connsiteX1086" fmla="*/ 290625 w 549933"/>
                <a:gd name="connsiteY1086" fmla="*/ 332494 h 759650"/>
                <a:gd name="connsiteX1087" fmla="*/ 289212 w 549933"/>
                <a:gd name="connsiteY1087" fmla="*/ 333806 h 759650"/>
                <a:gd name="connsiteX1088" fmla="*/ 284971 w 549933"/>
                <a:gd name="connsiteY1088" fmla="*/ 336195 h 759650"/>
                <a:gd name="connsiteX1089" fmla="*/ 282784 w 549933"/>
                <a:gd name="connsiteY1089" fmla="*/ 340332 h 759650"/>
                <a:gd name="connsiteX1090" fmla="*/ 279620 w 549933"/>
                <a:gd name="connsiteY1090" fmla="*/ 340332 h 759650"/>
                <a:gd name="connsiteX1091" fmla="*/ 276457 w 549933"/>
                <a:gd name="connsiteY1091" fmla="*/ 340332 h 759650"/>
                <a:gd name="connsiteX1092" fmla="*/ 272654 w 549933"/>
                <a:gd name="connsiteY1092" fmla="*/ 340332 h 759650"/>
                <a:gd name="connsiteX1093" fmla="*/ 268413 w 549933"/>
                <a:gd name="connsiteY1093" fmla="*/ 336329 h 759650"/>
                <a:gd name="connsiteX1094" fmla="*/ 263634 w 549933"/>
                <a:gd name="connsiteY1094" fmla="*/ 335656 h 759650"/>
                <a:gd name="connsiteX1095" fmla="*/ 262221 w 549933"/>
                <a:gd name="connsiteY1095" fmla="*/ 336867 h 759650"/>
                <a:gd name="connsiteX1096" fmla="*/ 261548 w 549933"/>
                <a:gd name="connsiteY1096" fmla="*/ 337843 h 759650"/>
                <a:gd name="connsiteX1097" fmla="*/ 261009 w 549933"/>
                <a:gd name="connsiteY1097" fmla="*/ 339693 h 759650"/>
                <a:gd name="connsiteX1098" fmla="*/ 260471 w 549933"/>
                <a:gd name="connsiteY1098" fmla="*/ 341644 h 759650"/>
                <a:gd name="connsiteX1099" fmla="*/ 260571 w 549933"/>
                <a:gd name="connsiteY1099" fmla="*/ 344033 h 759650"/>
                <a:gd name="connsiteX1100" fmla="*/ 260235 w 549933"/>
                <a:gd name="connsiteY1100" fmla="*/ 345883 h 759650"/>
                <a:gd name="connsiteX1101" fmla="*/ 259562 w 549933"/>
                <a:gd name="connsiteY1101" fmla="*/ 347195 h 759650"/>
                <a:gd name="connsiteX1102" fmla="*/ 258047 w 549933"/>
                <a:gd name="connsiteY1102" fmla="*/ 348944 h 759650"/>
                <a:gd name="connsiteX1103" fmla="*/ 254447 w 549933"/>
                <a:gd name="connsiteY1103" fmla="*/ 350592 h 759650"/>
                <a:gd name="connsiteX1104" fmla="*/ 251821 w 549933"/>
                <a:gd name="connsiteY1104" fmla="*/ 351231 h 759650"/>
                <a:gd name="connsiteX1105" fmla="*/ 249432 w 549933"/>
                <a:gd name="connsiteY1105" fmla="*/ 352005 h 759650"/>
                <a:gd name="connsiteX1106" fmla="*/ 247783 w 549933"/>
                <a:gd name="connsiteY1106" fmla="*/ 352005 h 759650"/>
                <a:gd name="connsiteX1107" fmla="*/ 245730 w 549933"/>
                <a:gd name="connsiteY1107" fmla="*/ 352039 h 759650"/>
                <a:gd name="connsiteX1108" fmla="*/ 241490 w 549933"/>
                <a:gd name="connsiteY1108" fmla="*/ 348978 h 759650"/>
                <a:gd name="connsiteX1109" fmla="*/ 238999 w 549933"/>
                <a:gd name="connsiteY1109" fmla="*/ 345950 h 759650"/>
                <a:gd name="connsiteX1110" fmla="*/ 236710 w 549933"/>
                <a:gd name="connsiteY1110" fmla="*/ 343663 h 759650"/>
                <a:gd name="connsiteX1111" fmla="*/ 234321 w 549933"/>
                <a:gd name="connsiteY1111" fmla="*/ 343562 h 759650"/>
                <a:gd name="connsiteX1112" fmla="*/ 230417 w 549933"/>
                <a:gd name="connsiteY1112" fmla="*/ 343663 h 759650"/>
                <a:gd name="connsiteX1113" fmla="*/ 227153 w 549933"/>
                <a:gd name="connsiteY1113" fmla="*/ 345176 h 759650"/>
                <a:gd name="connsiteX1114" fmla="*/ 225302 w 549933"/>
                <a:gd name="connsiteY1114" fmla="*/ 346690 h 759650"/>
                <a:gd name="connsiteX1115" fmla="*/ 220624 w 549933"/>
                <a:gd name="connsiteY1115" fmla="*/ 349079 h 759650"/>
                <a:gd name="connsiteX1116" fmla="*/ 216148 w 549933"/>
                <a:gd name="connsiteY1116" fmla="*/ 350390 h 759650"/>
                <a:gd name="connsiteX1117" fmla="*/ 212345 w 549933"/>
                <a:gd name="connsiteY1117" fmla="*/ 350491 h 759650"/>
                <a:gd name="connsiteX1118" fmla="*/ 206926 w 549933"/>
                <a:gd name="connsiteY1118" fmla="*/ 349079 h 759650"/>
                <a:gd name="connsiteX1119" fmla="*/ 204436 w 549933"/>
                <a:gd name="connsiteY1119" fmla="*/ 349079 h 759650"/>
                <a:gd name="connsiteX1120" fmla="*/ 202147 w 549933"/>
                <a:gd name="connsiteY1120" fmla="*/ 350929 h 759650"/>
                <a:gd name="connsiteX1121" fmla="*/ 201171 w 549933"/>
                <a:gd name="connsiteY1121" fmla="*/ 355066 h 759650"/>
                <a:gd name="connsiteX1122" fmla="*/ 199657 w 549933"/>
                <a:gd name="connsiteY1122" fmla="*/ 355706 h 759650"/>
                <a:gd name="connsiteX1123" fmla="*/ 194878 w 549933"/>
                <a:gd name="connsiteY1123" fmla="*/ 355066 h 759650"/>
                <a:gd name="connsiteX1124" fmla="*/ 192589 w 549933"/>
                <a:gd name="connsiteY1124" fmla="*/ 353654 h 759650"/>
                <a:gd name="connsiteX1125" fmla="*/ 189863 w 549933"/>
                <a:gd name="connsiteY1125" fmla="*/ 348978 h 759650"/>
                <a:gd name="connsiteX1126" fmla="*/ 188989 w 549933"/>
                <a:gd name="connsiteY1126" fmla="*/ 345950 h 759650"/>
                <a:gd name="connsiteX1127" fmla="*/ 186262 w 549933"/>
                <a:gd name="connsiteY1127" fmla="*/ 343999 h 759650"/>
                <a:gd name="connsiteX1128" fmla="*/ 182459 w 549933"/>
                <a:gd name="connsiteY1128" fmla="*/ 343562 h 759650"/>
                <a:gd name="connsiteX1129" fmla="*/ 179531 w 549933"/>
                <a:gd name="connsiteY1129" fmla="*/ 343360 h 759650"/>
                <a:gd name="connsiteX1130" fmla="*/ 175829 w 549933"/>
                <a:gd name="connsiteY1130" fmla="*/ 342048 h 759650"/>
                <a:gd name="connsiteX1131" fmla="*/ 175156 w 549933"/>
                <a:gd name="connsiteY1131" fmla="*/ 337708 h 759650"/>
                <a:gd name="connsiteX1132" fmla="*/ 172565 w 549933"/>
                <a:gd name="connsiteY1132" fmla="*/ 336834 h 759650"/>
                <a:gd name="connsiteX1133" fmla="*/ 167887 w 549933"/>
                <a:gd name="connsiteY1133" fmla="*/ 335959 h 759650"/>
                <a:gd name="connsiteX1134" fmla="*/ 167416 w 549933"/>
                <a:gd name="connsiteY1134" fmla="*/ 334445 h 759650"/>
                <a:gd name="connsiteX1135" fmla="*/ 165598 w 549933"/>
                <a:gd name="connsiteY1135" fmla="*/ 331418 h 759650"/>
                <a:gd name="connsiteX1136" fmla="*/ 165598 w 549933"/>
                <a:gd name="connsiteY1136" fmla="*/ 329130 h 759650"/>
                <a:gd name="connsiteX1137" fmla="*/ 166911 w 549933"/>
                <a:gd name="connsiteY1137" fmla="*/ 327953 h 759650"/>
                <a:gd name="connsiteX1138" fmla="*/ 169839 w 549933"/>
                <a:gd name="connsiteY1138" fmla="*/ 328054 h 759650"/>
                <a:gd name="connsiteX1139" fmla="*/ 172128 w 549933"/>
                <a:gd name="connsiteY1139" fmla="*/ 328928 h 759650"/>
                <a:gd name="connsiteX1140" fmla="*/ 173642 w 549933"/>
                <a:gd name="connsiteY1140" fmla="*/ 329366 h 759650"/>
                <a:gd name="connsiteX1141" fmla="*/ 176031 w 549933"/>
                <a:gd name="connsiteY1141" fmla="*/ 329803 h 759650"/>
                <a:gd name="connsiteX1142" fmla="*/ 177479 w 549933"/>
                <a:gd name="connsiteY1142" fmla="*/ 328727 h 759650"/>
                <a:gd name="connsiteX1143" fmla="*/ 178387 w 549933"/>
                <a:gd name="connsiteY1143" fmla="*/ 327179 h 759650"/>
                <a:gd name="connsiteX1144" fmla="*/ 178791 w 549933"/>
                <a:gd name="connsiteY1144" fmla="*/ 325463 h 759650"/>
                <a:gd name="connsiteX1145" fmla="*/ 177748 w 549933"/>
                <a:gd name="connsiteY1145" fmla="*/ 323849 h 759650"/>
                <a:gd name="connsiteX1146" fmla="*/ 174584 w 549933"/>
                <a:gd name="connsiteY1146" fmla="*/ 320720 h 759650"/>
                <a:gd name="connsiteX1147" fmla="*/ 173103 w 549933"/>
                <a:gd name="connsiteY1147" fmla="*/ 318567 h 759650"/>
                <a:gd name="connsiteX1148" fmla="*/ 169974 w 549933"/>
                <a:gd name="connsiteY1148" fmla="*/ 315271 h 759650"/>
                <a:gd name="connsiteX1149" fmla="*/ 167651 w 549933"/>
                <a:gd name="connsiteY1149" fmla="*/ 313454 h 759650"/>
                <a:gd name="connsiteX1150" fmla="*/ 165397 w 549933"/>
                <a:gd name="connsiteY1150" fmla="*/ 310998 h 759650"/>
                <a:gd name="connsiteX1151" fmla="*/ 164387 w 549933"/>
                <a:gd name="connsiteY1151" fmla="*/ 308038 h 759650"/>
                <a:gd name="connsiteX1152" fmla="*/ 164151 w 549933"/>
                <a:gd name="connsiteY1152" fmla="*/ 305448 h 759650"/>
                <a:gd name="connsiteX1153" fmla="*/ 163882 w 549933"/>
                <a:gd name="connsiteY1153" fmla="*/ 301613 h 759650"/>
                <a:gd name="connsiteX1154" fmla="*/ 163882 w 549933"/>
                <a:gd name="connsiteY1154" fmla="*/ 299662 h 759650"/>
                <a:gd name="connsiteX1155" fmla="*/ 167517 w 549933"/>
                <a:gd name="connsiteY1155" fmla="*/ 298787 h 759650"/>
                <a:gd name="connsiteX1156" fmla="*/ 168257 w 549933"/>
                <a:gd name="connsiteY1156" fmla="*/ 298787 h 759650"/>
                <a:gd name="connsiteX1157" fmla="*/ 170007 w 549933"/>
                <a:gd name="connsiteY1157" fmla="*/ 298787 h 759650"/>
                <a:gd name="connsiteX1158" fmla="*/ 171757 w 549933"/>
                <a:gd name="connsiteY1158" fmla="*/ 298787 h 759650"/>
                <a:gd name="connsiteX1159" fmla="*/ 173473 w 549933"/>
                <a:gd name="connsiteY1159" fmla="*/ 298787 h 759650"/>
                <a:gd name="connsiteX1160" fmla="*/ 174214 w 549933"/>
                <a:gd name="connsiteY1160" fmla="*/ 298283 h 759650"/>
                <a:gd name="connsiteX1161" fmla="*/ 176166 w 549933"/>
                <a:gd name="connsiteY1161" fmla="*/ 296769 h 759650"/>
                <a:gd name="connsiteX1162" fmla="*/ 177680 w 549933"/>
                <a:gd name="connsiteY1162" fmla="*/ 293506 h 759650"/>
                <a:gd name="connsiteX1163" fmla="*/ 180575 w 549933"/>
                <a:gd name="connsiteY1163" fmla="*/ 290916 h 759650"/>
                <a:gd name="connsiteX1164" fmla="*/ 182392 w 549933"/>
                <a:gd name="connsiteY1164" fmla="*/ 290041 h 759650"/>
                <a:gd name="connsiteX1165" fmla="*/ 185724 w 549933"/>
                <a:gd name="connsiteY1165" fmla="*/ 287350 h 759650"/>
                <a:gd name="connsiteX1166" fmla="*/ 187911 w 549933"/>
                <a:gd name="connsiteY1166" fmla="*/ 286711 h 759650"/>
                <a:gd name="connsiteX1167" fmla="*/ 190234 w 549933"/>
                <a:gd name="connsiteY1167" fmla="*/ 286711 h 759650"/>
                <a:gd name="connsiteX1168" fmla="*/ 193128 w 549933"/>
                <a:gd name="connsiteY1168" fmla="*/ 286677 h 759650"/>
                <a:gd name="connsiteX1169" fmla="*/ 195753 w 549933"/>
                <a:gd name="connsiteY1169" fmla="*/ 286071 h 759650"/>
                <a:gd name="connsiteX1170" fmla="*/ 197638 w 549933"/>
                <a:gd name="connsiteY1170" fmla="*/ 285500 h 759650"/>
                <a:gd name="connsiteX1171" fmla="*/ 200027 w 549933"/>
                <a:gd name="connsiteY1171" fmla="*/ 283549 h 759650"/>
                <a:gd name="connsiteX1172" fmla="*/ 200835 w 549933"/>
                <a:gd name="connsiteY1172" fmla="*/ 282607 h 759650"/>
                <a:gd name="connsiteX1173" fmla="*/ 202215 w 549933"/>
                <a:gd name="connsiteY1173" fmla="*/ 281026 h 759650"/>
                <a:gd name="connsiteX1174" fmla="*/ 203729 w 549933"/>
                <a:gd name="connsiteY1174" fmla="*/ 280084 h 759650"/>
                <a:gd name="connsiteX1175" fmla="*/ 206119 w 549933"/>
                <a:gd name="connsiteY1175" fmla="*/ 278133 h 759650"/>
                <a:gd name="connsiteX1176" fmla="*/ 207633 w 549933"/>
                <a:gd name="connsiteY1176" fmla="*/ 276619 h 759650"/>
                <a:gd name="connsiteX1177" fmla="*/ 209148 w 549933"/>
                <a:gd name="connsiteY1177" fmla="*/ 274298 h 759650"/>
                <a:gd name="connsiteX1178" fmla="*/ 209148 w 549933"/>
                <a:gd name="connsiteY1178" fmla="*/ 270160 h 759650"/>
                <a:gd name="connsiteX1179" fmla="*/ 205816 w 549933"/>
                <a:gd name="connsiteY1179" fmla="*/ 266964 h 759650"/>
                <a:gd name="connsiteX1180" fmla="*/ 205109 w 549933"/>
                <a:gd name="connsiteY1180" fmla="*/ 263701 h 759650"/>
                <a:gd name="connsiteX1181" fmla="*/ 201037 w 549933"/>
                <a:gd name="connsiteY1181" fmla="*/ 260573 h 759650"/>
                <a:gd name="connsiteX1182" fmla="*/ 199589 w 549933"/>
                <a:gd name="connsiteY1182" fmla="*/ 260573 h 759650"/>
                <a:gd name="connsiteX1183" fmla="*/ 197840 w 549933"/>
                <a:gd name="connsiteY1183" fmla="*/ 260573 h 759650"/>
                <a:gd name="connsiteX1184" fmla="*/ 195820 w 549933"/>
                <a:gd name="connsiteY1184" fmla="*/ 259429 h 759650"/>
                <a:gd name="connsiteX1185" fmla="*/ 194945 w 549933"/>
                <a:gd name="connsiteY1185" fmla="*/ 257848 h 759650"/>
                <a:gd name="connsiteX1186" fmla="*/ 195349 w 549933"/>
                <a:gd name="connsiteY1186" fmla="*/ 256637 h 759650"/>
                <a:gd name="connsiteX1187" fmla="*/ 194205 w 549933"/>
                <a:gd name="connsiteY1187" fmla="*/ 254719 h 759650"/>
                <a:gd name="connsiteX1188" fmla="*/ 193397 w 549933"/>
                <a:gd name="connsiteY1188" fmla="*/ 253138 h 759650"/>
                <a:gd name="connsiteX1189" fmla="*/ 192152 w 549933"/>
                <a:gd name="connsiteY1189" fmla="*/ 252365 h 759650"/>
                <a:gd name="connsiteX1190" fmla="*/ 189695 w 549933"/>
                <a:gd name="connsiteY1190" fmla="*/ 250413 h 759650"/>
                <a:gd name="connsiteX1191" fmla="*/ 188585 w 549933"/>
                <a:gd name="connsiteY1191" fmla="*/ 248126 h 759650"/>
                <a:gd name="connsiteX1192" fmla="*/ 188282 w 549933"/>
                <a:gd name="connsiteY1192" fmla="*/ 246377 h 759650"/>
                <a:gd name="connsiteX1193" fmla="*/ 188282 w 549933"/>
                <a:gd name="connsiteY1193" fmla="*/ 245771 h 759650"/>
                <a:gd name="connsiteX1194" fmla="*/ 187911 w 549933"/>
                <a:gd name="connsiteY1194" fmla="*/ 243753 h 759650"/>
                <a:gd name="connsiteX1195" fmla="*/ 188282 w 549933"/>
                <a:gd name="connsiteY1195" fmla="*/ 242441 h 759650"/>
                <a:gd name="connsiteX1196" fmla="*/ 189157 w 549933"/>
                <a:gd name="connsiteY1196" fmla="*/ 241230 h 759650"/>
                <a:gd name="connsiteX1197" fmla="*/ 190907 w 549933"/>
                <a:gd name="connsiteY1197" fmla="*/ 239716 h 759650"/>
                <a:gd name="connsiteX1198" fmla="*/ 192522 w 549933"/>
                <a:gd name="connsiteY1198" fmla="*/ 239279 h 759650"/>
                <a:gd name="connsiteX1199" fmla="*/ 193734 w 549933"/>
                <a:gd name="connsiteY1199" fmla="*/ 239279 h 759650"/>
                <a:gd name="connsiteX1200" fmla="*/ 195955 w 549933"/>
                <a:gd name="connsiteY1200" fmla="*/ 238135 h 759650"/>
                <a:gd name="connsiteX1201" fmla="*/ 198782 w 549933"/>
                <a:gd name="connsiteY1201" fmla="*/ 236117 h 759650"/>
                <a:gd name="connsiteX1202" fmla="*/ 199859 w 549933"/>
                <a:gd name="connsiteY1202" fmla="*/ 235309 h 759650"/>
                <a:gd name="connsiteX1203" fmla="*/ 201104 w 549933"/>
                <a:gd name="connsiteY1203" fmla="*/ 234939 h 759650"/>
                <a:gd name="connsiteX1204" fmla="*/ 203325 w 549933"/>
                <a:gd name="connsiteY1204" fmla="*/ 234939 h 759650"/>
                <a:gd name="connsiteX1205" fmla="*/ 205244 w 549933"/>
                <a:gd name="connsiteY1205" fmla="*/ 234939 h 759650"/>
                <a:gd name="connsiteX1206" fmla="*/ 207128 w 549933"/>
                <a:gd name="connsiteY1206" fmla="*/ 234906 h 759650"/>
                <a:gd name="connsiteX1207" fmla="*/ 209955 w 549933"/>
                <a:gd name="connsiteY1207" fmla="*/ 234872 h 759650"/>
                <a:gd name="connsiteX1208" fmla="*/ 211840 w 549933"/>
                <a:gd name="connsiteY1208" fmla="*/ 234872 h 759650"/>
                <a:gd name="connsiteX1209" fmla="*/ 214027 w 549933"/>
                <a:gd name="connsiteY1209" fmla="*/ 234872 h 759650"/>
                <a:gd name="connsiteX1210" fmla="*/ 217460 w 549933"/>
                <a:gd name="connsiteY1210" fmla="*/ 234065 h 759650"/>
                <a:gd name="connsiteX1211" fmla="*/ 218638 w 549933"/>
                <a:gd name="connsiteY1211" fmla="*/ 231474 h 759650"/>
                <a:gd name="connsiteX1212" fmla="*/ 220927 w 549933"/>
                <a:gd name="connsiteY1212" fmla="*/ 228279 h 759650"/>
                <a:gd name="connsiteX1213" fmla="*/ 221566 w 549933"/>
                <a:gd name="connsiteY1213" fmla="*/ 225285 h 759650"/>
                <a:gd name="connsiteX1214" fmla="*/ 222206 w 549933"/>
                <a:gd name="connsiteY1214" fmla="*/ 222997 h 759650"/>
                <a:gd name="connsiteX1215" fmla="*/ 223855 w 549933"/>
                <a:gd name="connsiteY1215" fmla="*/ 220710 h 759650"/>
                <a:gd name="connsiteX1216" fmla="*/ 224662 w 549933"/>
                <a:gd name="connsiteY1216" fmla="*/ 219734 h 759650"/>
                <a:gd name="connsiteX1217" fmla="*/ 226009 w 549933"/>
                <a:gd name="connsiteY1217" fmla="*/ 218220 h 759650"/>
                <a:gd name="connsiteX1218" fmla="*/ 227927 w 549933"/>
                <a:gd name="connsiteY1218" fmla="*/ 216437 h 759650"/>
                <a:gd name="connsiteX1219" fmla="*/ 230586 w 549933"/>
                <a:gd name="connsiteY1219" fmla="*/ 215529 h 759650"/>
                <a:gd name="connsiteX1220" fmla="*/ 232638 w 549933"/>
                <a:gd name="connsiteY1220" fmla="*/ 215395 h 759650"/>
                <a:gd name="connsiteX1221" fmla="*/ 234321 w 549933"/>
                <a:gd name="connsiteY1221" fmla="*/ 215395 h 759650"/>
                <a:gd name="connsiteX1222" fmla="*/ 236441 w 549933"/>
                <a:gd name="connsiteY1222" fmla="*/ 215058 h 759650"/>
                <a:gd name="connsiteX1223" fmla="*/ 238192 w 549933"/>
                <a:gd name="connsiteY1223" fmla="*/ 214419 h 759650"/>
                <a:gd name="connsiteX1224" fmla="*/ 239605 w 549933"/>
                <a:gd name="connsiteY1224" fmla="*/ 213174 h 759650"/>
                <a:gd name="connsiteX1225" fmla="*/ 240648 w 549933"/>
                <a:gd name="connsiteY1225" fmla="*/ 212132 h 759650"/>
                <a:gd name="connsiteX1226" fmla="*/ 242398 w 549933"/>
                <a:gd name="connsiteY1226" fmla="*/ 212132 h 759650"/>
                <a:gd name="connsiteX1227" fmla="*/ 243206 w 549933"/>
                <a:gd name="connsiteY1227" fmla="*/ 213444 h 759650"/>
                <a:gd name="connsiteX1228" fmla="*/ 243710 w 549933"/>
                <a:gd name="connsiteY1228" fmla="*/ 214621 h 759650"/>
                <a:gd name="connsiteX1229" fmla="*/ 246100 w 549933"/>
                <a:gd name="connsiteY1229" fmla="*/ 215126 h 759650"/>
                <a:gd name="connsiteX1230" fmla="*/ 247884 w 549933"/>
                <a:gd name="connsiteY1230" fmla="*/ 214957 h 759650"/>
                <a:gd name="connsiteX1231" fmla="*/ 248759 w 549933"/>
                <a:gd name="connsiteY1231" fmla="*/ 213444 h 759650"/>
                <a:gd name="connsiteX1232" fmla="*/ 247884 w 549933"/>
                <a:gd name="connsiteY1232" fmla="*/ 211257 h 759650"/>
                <a:gd name="connsiteX1233" fmla="*/ 246100 w 549933"/>
                <a:gd name="connsiteY1233" fmla="*/ 210214 h 759650"/>
                <a:gd name="connsiteX1234" fmla="*/ 243610 w 549933"/>
                <a:gd name="connsiteY1234" fmla="*/ 208801 h 759650"/>
                <a:gd name="connsiteX1235" fmla="*/ 240581 w 549933"/>
                <a:gd name="connsiteY1235" fmla="*/ 206514 h 759650"/>
                <a:gd name="connsiteX1236" fmla="*/ 239504 w 549933"/>
                <a:gd name="connsiteY1236" fmla="*/ 204495 h 759650"/>
                <a:gd name="connsiteX1237" fmla="*/ 237989 w 549933"/>
                <a:gd name="connsiteY1237" fmla="*/ 202208 h 759650"/>
                <a:gd name="connsiteX1238" fmla="*/ 236744 w 549933"/>
                <a:gd name="connsiteY1238" fmla="*/ 199752 h 759650"/>
                <a:gd name="connsiteX1239" fmla="*/ 236475 w 549933"/>
                <a:gd name="connsiteY1239" fmla="*/ 198070 h 759650"/>
                <a:gd name="connsiteX1240" fmla="*/ 237384 w 549933"/>
                <a:gd name="connsiteY1240" fmla="*/ 196926 h 759650"/>
                <a:gd name="connsiteX1241" fmla="*/ 239134 w 549933"/>
                <a:gd name="connsiteY1241" fmla="*/ 196388 h 759650"/>
                <a:gd name="connsiteX1242" fmla="*/ 241287 w 549933"/>
                <a:gd name="connsiteY1242" fmla="*/ 196725 h 759650"/>
                <a:gd name="connsiteX1243" fmla="*/ 243610 w 549933"/>
                <a:gd name="connsiteY1243" fmla="*/ 198037 h 759650"/>
                <a:gd name="connsiteX1244" fmla="*/ 244821 w 549933"/>
                <a:gd name="connsiteY1244" fmla="*/ 199113 h 759650"/>
                <a:gd name="connsiteX1245" fmla="*/ 248254 w 549933"/>
                <a:gd name="connsiteY1245" fmla="*/ 200425 h 759650"/>
                <a:gd name="connsiteX1246" fmla="*/ 249331 w 549933"/>
                <a:gd name="connsiteY1246" fmla="*/ 199349 h 759650"/>
                <a:gd name="connsiteX1247" fmla="*/ 248826 w 549933"/>
                <a:gd name="connsiteY1247" fmla="*/ 197767 h 759650"/>
                <a:gd name="connsiteX1248" fmla="*/ 248658 w 549933"/>
                <a:gd name="connsiteY1248" fmla="*/ 195715 h 759650"/>
                <a:gd name="connsiteX1249" fmla="*/ 247009 w 549933"/>
                <a:gd name="connsiteY1249" fmla="*/ 193764 h 759650"/>
                <a:gd name="connsiteX1250" fmla="*/ 245663 w 549933"/>
                <a:gd name="connsiteY1250" fmla="*/ 192621 h 759650"/>
                <a:gd name="connsiteX1251" fmla="*/ 244687 w 549933"/>
                <a:gd name="connsiteY1251" fmla="*/ 190770 h 759650"/>
                <a:gd name="connsiteX1252" fmla="*/ 244687 w 549933"/>
                <a:gd name="connsiteY1252" fmla="*/ 189358 h 759650"/>
                <a:gd name="connsiteX1253" fmla="*/ 246706 w 549933"/>
                <a:gd name="connsiteY1253" fmla="*/ 188752 h 759650"/>
                <a:gd name="connsiteX1254" fmla="*/ 249331 w 549933"/>
                <a:gd name="connsiteY1254" fmla="*/ 188416 h 759650"/>
                <a:gd name="connsiteX1255" fmla="*/ 253336 w 549933"/>
                <a:gd name="connsiteY1255" fmla="*/ 189660 h 759650"/>
                <a:gd name="connsiteX1256" fmla="*/ 255961 w 549933"/>
                <a:gd name="connsiteY1256" fmla="*/ 187743 h 759650"/>
                <a:gd name="connsiteX1257" fmla="*/ 258351 w 549933"/>
                <a:gd name="connsiteY1257" fmla="*/ 186296 h 759650"/>
                <a:gd name="connsiteX1258" fmla="*/ 258653 w 549933"/>
                <a:gd name="connsiteY1258" fmla="*/ 183168 h 759650"/>
                <a:gd name="connsiteX1259" fmla="*/ 258653 w 549933"/>
                <a:gd name="connsiteY1259" fmla="*/ 180645 h 759650"/>
                <a:gd name="connsiteX1260" fmla="*/ 259730 w 549933"/>
                <a:gd name="connsiteY1260" fmla="*/ 178626 h 759650"/>
                <a:gd name="connsiteX1261" fmla="*/ 260875 w 549933"/>
                <a:gd name="connsiteY1261" fmla="*/ 176945 h 759650"/>
                <a:gd name="connsiteX1262" fmla="*/ 263264 w 549933"/>
                <a:gd name="connsiteY1262" fmla="*/ 175633 h 759650"/>
                <a:gd name="connsiteX1263" fmla="*/ 265452 w 549933"/>
                <a:gd name="connsiteY1263" fmla="*/ 175633 h 759650"/>
                <a:gd name="connsiteX1264" fmla="*/ 266764 w 549933"/>
                <a:gd name="connsiteY1264" fmla="*/ 176137 h 759650"/>
                <a:gd name="connsiteX1265" fmla="*/ 267639 w 549933"/>
                <a:gd name="connsiteY1265" fmla="*/ 178660 h 759650"/>
                <a:gd name="connsiteX1266" fmla="*/ 267639 w 549933"/>
                <a:gd name="connsiteY1266" fmla="*/ 181620 h 759650"/>
                <a:gd name="connsiteX1267" fmla="*/ 267673 w 549933"/>
                <a:gd name="connsiteY1267" fmla="*/ 184076 h 759650"/>
                <a:gd name="connsiteX1268" fmla="*/ 267673 w 549933"/>
                <a:gd name="connsiteY1268" fmla="*/ 187205 h 759650"/>
                <a:gd name="connsiteX1269" fmla="*/ 268077 w 549933"/>
                <a:gd name="connsiteY1269" fmla="*/ 189526 h 759650"/>
                <a:gd name="connsiteX1270" fmla="*/ 269894 w 549933"/>
                <a:gd name="connsiteY1270" fmla="*/ 192419 h 759650"/>
                <a:gd name="connsiteX1271" fmla="*/ 271206 w 549933"/>
                <a:gd name="connsiteY1271" fmla="*/ 195379 h 759650"/>
                <a:gd name="connsiteX1272" fmla="*/ 273596 w 549933"/>
                <a:gd name="connsiteY1272" fmla="*/ 198003 h 759650"/>
                <a:gd name="connsiteX1273" fmla="*/ 277130 w 549933"/>
                <a:gd name="connsiteY1273" fmla="*/ 200694 h 759650"/>
                <a:gd name="connsiteX1274" fmla="*/ 281269 w 549933"/>
                <a:gd name="connsiteY1274" fmla="*/ 203284 h 759650"/>
                <a:gd name="connsiteX1275" fmla="*/ 283423 w 549933"/>
                <a:gd name="connsiteY1275" fmla="*/ 204664 h 759650"/>
                <a:gd name="connsiteX1276" fmla="*/ 287899 w 549933"/>
                <a:gd name="connsiteY1276" fmla="*/ 210685 h 759650"/>
                <a:gd name="connsiteX1277" fmla="*/ 291231 w 549933"/>
                <a:gd name="connsiteY1277" fmla="*/ 214217 h 759650"/>
                <a:gd name="connsiteX1278" fmla="*/ 293755 w 549933"/>
                <a:gd name="connsiteY1278" fmla="*/ 216606 h 759650"/>
                <a:gd name="connsiteX1279" fmla="*/ 299847 w 549933"/>
                <a:gd name="connsiteY1279" fmla="*/ 219129 h 759650"/>
                <a:gd name="connsiteX1280" fmla="*/ 305938 w 549933"/>
                <a:gd name="connsiteY1280" fmla="*/ 217548 h 759650"/>
                <a:gd name="connsiteX1281" fmla="*/ 310583 w 549933"/>
                <a:gd name="connsiteY1281" fmla="*/ 216673 h 759650"/>
                <a:gd name="connsiteX1282" fmla="*/ 321756 w 549933"/>
                <a:gd name="connsiteY1282" fmla="*/ 217043 h 759650"/>
                <a:gd name="connsiteX1283" fmla="*/ 325087 w 549933"/>
                <a:gd name="connsiteY1283" fmla="*/ 217043 h 759650"/>
                <a:gd name="connsiteX1284" fmla="*/ 329294 w 549933"/>
                <a:gd name="connsiteY1284" fmla="*/ 218792 h 759650"/>
                <a:gd name="connsiteX1285" fmla="*/ 335218 w 549933"/>
                <a:gd name="connsiteY1285" fmla="*/ 218792 h 759650"/>
                <a:gd name="connsiteX1286" fmla="*/ 338415 w 549933"/>
                <a:gd name="connsiteY1286" fmla="*/ 218355 h 759650"/>
                <a:gd name="connsiteX1287" fmla="*/ 340299 w 549933"/>
                <a:gd name="connsiteY1287" fmla="*/ 221046 h 759650"/>
                <a:gd name="connsiteX1288" fmla="*/ 341107 w 549933"/>
                <a:gd name="connsiteY1288" fmla="*/ 222560 h 759650"/>
                <a:gd name="connsiteX1289" fmla="*/ 340299 w 549933"/>
                <a:gd name="connsiteY1289" fmla="*/ 224645 h 75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Lst>
              <a:rect l="l" t="t" r="r" b="b"/>
              <a:pathLst>
                <a:path w="549933" h="759650">
                  <a:moveTo>
                    <a:pt x="547410" y="270059"/>
                  </a:moveTo>
                  <a:lnTo>
                    <a:pt x="544078" y="266729"/>
                  </a:lnTo>
                  <a:lnTo>
                    <a:pt x="542328" y="262591"/>
                  </a:lnTo>
                  <a:lnTo>
                    <a:pt x="542462" y="256872"/>
                  </a:lnTo>
                  <a:lnTo>
                    <a:pt x="542328" y="256872"/>
                  </a:lnTo>
                  <a:lnTo>
                    <a:pt x="535361" y="254282"/>
                  </a:lnTo>
                  <a:cubicBezTo>
                    <a:pt x="535361" y="254282"/>
                    <a:pt x="531457" y="251389"/>
                    <a:pt x="530717" y="250952"/>
                  </a:cubicBezTo>
                  <a:cubicBezTo>
                    <a:pt x="529977" y="250514"/>
                    <a:pt x="523885" y="247184"/>
                    <a:pt x="523885" y="247184"/>
                  </a:cubicBezTo>
                  <a:cubicBezTo>
                    <a:pt x="523885" y="247184"/>
                    <a:pt x="522640" y="243854"/>
                    <a:pt x="522505" y="243282"/>
                  </a:cubicBezTo>
                  <a:cubicBezTo>
                    <a:pt x="522371" y="242710"/>
                    <a:pt x="522303" y="241398"/>
                    <a:pt x="522303" y="239380"/>
                  </a:cubicBezTo>
                  <a:cubicBezTo>
                    <a:pt x="522303" y="237361"/>
                    <a:pt x="522303" y="233425"/>
                    <a:pt x="522303" y="233425"/>
                  </a:cubicBezTo>
                  <a:lnTo>
                    <a:pt x="522000" y="229221"/>
                  </a:lnTo>
                  <a:cubicBezTo>
                    <a:pt x="522000" y="229221"/>
                    <a:pt x="519678" y="225318"/>
                    <a:pt x="519241" y="225016"/>
                  </a:cubicBezTo>
                  <a:cubicBezTo>
                    <a:pt x="518803" y="224713"/>
                    <a:pt x="515034" y="220676"/>
                    <a:pt x="514462" y="220541"/>
                  </a:cubicBezTo>
                  <a:cubicBezTo>
                    <a:pt x="513890" y="220407"/>
                    <a:pt x="510390" y="218220"/>
                    <a:pt x="510390" y="218220"/>
                  </a:cubicBezTo>
                  <a:cubicBezTo>
                    <a:pt x="510390" y="218220"/>
                    <a:pt x="507058" y="218086"/>
                    <a:pt x="505913" y="218220"/>
                  </a:cubicBezTo>
                  <a:cubicBezTo>
                    <a:pt x="504736" y="218355"/>
                    <a:pt x="501404" y="219600"/>
                    <a:pt x="501404" y="219600"/>
                  </a:cubicBezTo>
                  <a:lnTo>
                    <a:pt x="500091" y="220407"/>
                  </a:lnTo>
                  <a:lnTo>
                    <a:pt x="497029" y="220407"/>
                  </a:lnTo>
                  <a:cubicBezTo>
                    <a:pt x="497029" y="220407"/>
                    <a:pt x="491678" y="219700"/>
                    <a:pt x="490803" y="219700"/>
                  </a:cubicBezTo>
                  <a:cubicBezTo>
                    <a:pt x="489928" y="219700"/>
                    <a:pt x="488177" y="219129"/>
                    <a:pt x="488177" y="219129"/>
                  </a:cubicBezTo>
                  <a:cubicBezTo>
                    <a:pt x="488177" y="219129"/>
                    <a:pt x="486731" y="215495"/>
                    <a:pt x="486293" y="214655"/>
                  </a:cubicBezTo>
                  <a:cubicBezTo>
                    <a:pt x="485855" y="213780"/>
                    <a:pt x="482961" y="209642"/>
                    <a:pt x="482961" y="209642"/>
                  </a:cubicBezTo>
                  <a:lnTo>
                    <a:pt x="482524" y="204798"/>
                  </a:lnTo>
                  <a:lnTo>
                    <a:pt x="477879" y="204798"/>
                  </a:lnTo>
                  <a:lnTo>
                    <a:pt x="473403" y="205538"/>
                  </a:lnTo>
                  <a:lnTo>
                    <a:pt x="469937" y="204092"/>
                  </a:lnTo>
                  <a:cubicBezTo>
                    <a:pt x="469937" y="204092"/>
                    <a:pt x="466874" y="201333"/>
                    <a:pt x="465461" y="200459"/>
                  </a:cubicBezTo>
                  <a:cubicBezTo>
                    <a:pt x="464047" y="199584"/>
                    <a:pt x="458797" y="196826"/>
                    <a:pt x="458663" y="196422"/>
                  </a:cubicBezTo>
                  <a:cubicBezTo>
                    <a:pt x="458528" y="195985"/>
                    <a:pt x="453715" y="191645"/>
                    <a:pt x="453715" y="191645"/>
                  </a:cubicBezTo>
                  <a:lnTo>
                    <a:pt x="450383" y="188012"/>
                  </a:lnTo>
                  <a:cubicBezTo>
                    <a:pt x="450383" y="188012"/>
                    <a:pt x="451258" y="183235"/>
                    <a:pt x="451696" y="182798"/>
                  </a:cubicBezTo>
                  <a:cubicBezTo>
                    <a:pt x="452134" y="182361"/>
                    <a:pt x="458932" y="175431"/>
                    <a:pt x="458932" y="175431"/>
                  </a:cubicBezTo>
                  <a:cubicBezTo>
                    <a:pt x="458932" y="175431"/>
                    <a:pt x="460682" y="173412"/>
                    <a:pt x="461119" y="173412"/>
                  </a:cubicBezTo>
                  <a:cubicBezTo>
                    <a:pt x="461557" y="173412"/>
                    <a:pt x="462870" y="170957"/>
                    <a:pt x="462870" y="170957"/>
                  </a:cubicBezTo>
                  <a:lnTo>
                    <a:pt x="463576" y="168636"/>
                  </a:lnTo>
                  <a:lnTo>
                    <a:pt x="459537" y="166617"/>
                  </a:lnTo>
                  <a:cubicBezTo>
                    <a:pt x="459537" y="166617"/>
                    <a:pt x="457788" y="165608"/>
                    <a:pt x="457788" y="165171"/>
                  </a:cubicBezTo>
                  <a:cubicBezTo>
                    <a:pt x="457788" y="164733"/>
                    <a:pt x="458494" y="162143"/>
                    <a:pt x="459235" y="161975"/>
                  </a:cubicBezTo>
                  <a:cubicBezTo>
                    <a:pt x="459941" y="161840"/>
                    <a:pt x="462870" y="159788"/>
                    <a:pt x="463307" y="159654"/>
                  </a:cubicBezTo>
                  <a:cubicBezTo>
                    <a:pt x="463744" y="159519"/>
                    <a:pt x="464451" y="158073"/>
                    <a:pt x="466201" y="157770"/>
                  </a:cubicBezTo>
                  <a:cubicBezTo>
                    <a:pt x="467951" y="157467"/>
                    <a:pt x="471418" y="155752"/>
                    <a:pt x="471990" y="155583"/>
                  </a:cubicBezTo>
                  <a:cubicBezTo>
                    <a:pt x="472562" y="155449"/>
                    <a:pt x="476634" y="150941"/>
                    <a:pt x="476634" y="150941"/>
                  </a:cubicBezTo>
                  <a:lnTo>
                    <a:pt x="478822" y="146871"/>
                  </a:lnTo>
                  <a:lnTo>
                    <a:pt x="478822" y="143103"/>
                  </a:lnTo>
                  <a:cubicBezTo>
                    <a:pt x="478822" y="143103"/>
                    <a:pt x="478956" y="139907"/>
                    <a:pt x="479394" y="139033"/>
                  </a:cubicBezTo>
                  <a:cubicBezTo>
                    <a:pt x="479831" y="138158"/>
                    <a:pt x="481144" y="137149"/>
                    <a:pt x="482288" y="136846"/>
                  </a:cubicBezTo>
                  <a:cubicBezTo>
                    <a:pt x="483432" y="136543"/>
                    <a:pt x="483600" y="136712"/>
                    <a:pt x="485048" y="136274"/>
                  </a:cubicBezTo>
                  <a:cubicBezTo>
                    <a:pt x="486495" y="135837"/>
                    <a:pt x="488245" y="134828"/>
                    <a:pt x="488380" y="134256"/>
                  </a:cubicBezTo>
                  <a:cubicBezTo>
                    <a:pt x="488514" y="133684"/>
                    <a:pt x="489086" y="131228"/>
                    <a:pt x="488514" y="131060"/>
                  </a:cubicBezTo>
                  <a:cubicBezTo>
                    <a:pt x="487942" y="130926"/>
                    <a:pt x="482995" y="131363"/>
                    <a:pt x="481985" y="131060"/>
                  </a:cubicBezTo>
                  <a:cubicBezTo>
                    <a:pt x="480975" y="130757"/>
                    <a:pt x="478351" y="131026"/>
                    <a:pt x="478351" y="131026"/>
                  </a:cubicBezTo>
                  <a:lnTo>
                    <a:pt x="475456" y="132641"/>
                  </a:lnTo>
                  <a:lnTo>
                    <a:pt x="470812" y="134828"/>
                  </a:lnTo>
                  <a:lnTo>
                    <a:pt x="465595" y="135568"/>
                  </a:lnTo>
                  <a:lnTo>
                    <a:pt x="463273" y="134828"/>
                  </a:lnTo>
                  <a:lnTo>
                    <a:pt x="461086" y="132809"/>
                  </a:lnTo>
                  <a:cubicBezTo>
                    <a:pt x="461086" y="132809"/>
                    <a:pt x="458898" y="133112"/>
                    <a:pt x="458191" y="133381"/>
                  </a:cubicBezTo>
                  <a:cubicBezTo>
                    <a:pt x="457484" y="133684"/>
                    <a:pt x="456172" y="135971"/>
                    <a:pt x="456172" y="135971"/>
                  </a:cubicBezTo>
                  <a:cubicBezTo>
                    <a:pt x="456172" y="135971"/>
                    <a:pt x="454590" y="137283"/>
                    <a:pt x="454153" y="137418"/>
                  </a:cubicBezTo>
                  <a:cubicBezTo>
                    <a:pt x="453715" y="137553"/>
                    <a:pt x="450686" y="134962"/>
                    <a:pt x="449812" y="134390"/>
                  </a:cubicBezTo>
                  <a:cubicBezTo>
                    <a:pt x="448936" y="133818"/>
                    <a:pt x="447792" y="132641"/>
                    <a:pt x="447186" y="132372"/>
                  </a:cubicBezTo>
                  <a:cubicBezTo>
                    <a:pt x="446614" y="132069"/>
                    <a:pt x="444426" y="130926"/>
                    <a:pt x="444426" y="130926"/>
                  </a:cubicBezTo>
                  <a:lnTo>
                    <a:pt x="439648" y="133247"/>
                  </a:lnTo>
                  <a:lnTo>
                    <a:pt x="434296" y="134121"/>
                  </a:lnTo>
                  <a:cubicBezTo>
                    <a:pt x="434296" y="134121"/>
                    <a:pt x="431402" y="135299"/>
                    <a:pt x="431268" y="134861"/>
                  </a:cubicBezTo>
                  <a:cubicBezTo>
                    <a:pt x="431133" y="134424"/>
                    <a:pt x="429686" y="132103"/>
                    <a:pt x="429686" y="132103"/>
                  </a:cubicBezTo>
                  <a:lnTo>
                    <a:pt x="427499" y="132237"/>
                  </a:lnTo>
                  <a:cubicBezTo>
                    <a:pt x="427499" y="132237"/>
                    <a:pt x="424032" y="129614"/>
                    <a:pt x="423594" y="129479"/>
                  </a:cubicBezTo>
                  <a:cubicBezTo>
                    <a:pt x="423157" y="129344"/>
                    <a:pt x="421710" y="131363"/>
                    <a:pt x="421575" y="131935"/>
                  </a:cubicBezTo>
                  <a:cubicBezTo>
                    <a:pt x="421441" y="132507"/>
                    <a:pt x="419825" y="135130"/>
                    <a:pt x="419825" y="135130"/>
                  </a:cubicBezTo>
                  <a:cubicBezTo>
                    <a:pt x="419825" y="135130"/>
                    <a:pt x="418513" y="136274"/>
                    <a:pt x="417065" y="136712"/>
                  </a:cubicBezTo>
                  <a:cubicBezTo>
                    <a:pt x="415618" y="137149"/>
                    <a:pt x="414037" y="137452"/>
                    <a:pt x="414037" y="137452"/>
                  </a:cubicBezTo>
                  <a:lnTo>
                    <a:pt x="411714" y="138595"/>
                  </a:lnTo>
                  <a:cubicBezTo>
                    <a:pt x="411714" y="138595"/>
                    <a:pt x="406801" y="135400"/>
                    <a:pt x="406195" y="135265"/>
                  </a:cubicBezTo>
                  <a:cubicBezTo>
                    <a:pt x="405623" y="135130"/>
                    <a:pt x="404748" y="135130"/>
                    <a:pt x="404445" y="134559"/>
                  </a:cubicBezTo>
                  <a:cubicBezTo>
                    <a:pt x="404176" y="133987"/>
                    <a:pt x="403873" y="130926"/>
                    <a:pt x="403873" y="130926"/>
                  </a:cubicBezTo>
                  <a:lnTo>
                    <a:pt x="402291" y="126855"/>
                  </a:lnTo>
                  <a:cubicBezTo>
                    <a:pt x="402291" y="126855"/>
                    <a:pt x="401147" y="124971"/>
                    <a:pt x="401147" y="124534"/>
                  </a:cubicBezTo>
                  <a:cubicBezTo>
                    <a:pt x="401147" y="124097"/>
                    <a:pt x="400272" y="122953"/>
                    <a:pt x="400272" y="122516"/>
                  </a:cubicBezTo>
                  <a:cubicBezTo>
                    <a:pt x="400272" y="122078"/>
                    <a:pt x="399834" y="121372"/>
                    <a:pt x="400709" y="120766"/>
                  </a:cubicBezTo>
                  <a:cubicBezTo>
                    <a:pt x="401584" y="120194"/>
                    <a:pt x="402291" y="119320"/>
                    <a:pt x="402291" y="118748"/>
                  </a:cubicBezTo>
                  <a:cubicBezTo>
                    <a:pt x="402291" y="118176"/>
                    <a:pt x="402291" y="113534"/>
                    <a:pt x="402291" y="113534"/>
                  </a:cubicBezTo>
                  <a:lnTo>
                    <a:pt x="401416" y="112659"/>
                  </a:lnTo>
                  <a:lnTo>
                    <a:pt x="394315" y="111650"/>
                  </a:lnTo>
                  <a:lnTo>
                    <a:pt x="393137" y="108622"/>
                  </a:lnTo>
                  <a:lnTo>
                    <a:pt x="396772" y="106604"/>
                  </a:lnTo>
                  <a:cubicBezTo>
                    <a:pt x="396772" y="106604"/>
                    <a:pt x="394450" y="103408"/>
                    <a:pt x="393878" y="103139"/>
                  </a:cubicBezTo>
                  <a:cubicBezTo>
                    <a:pt x="393305" y="102836"/>
                    <a:pt x="390983" y="102567"/>
                    <a:pt x="390545" y="102264"/>
                  </a:cubicBezTo>
                  <a:cubicBezTo>
                    <a:pt x="390108" y="101962"/>
                    <a:pt x="389805" y="101121"/>
                    <a:pt x="389401" y="100515"/>
                  </a:cubicBezTo>
                  <a:cubicBezTo>
                    <a:pt x="388964" y="99943"/>
                    <a:pt x="387214" y="97622"/>
                    <a:pt x="386945" y="96748"/>
                  </a:cubicBezTo>
                  <a:cubicBezTo>
                    <a:pt x="386676" y="95873"/>
                    <a:pt x="385800" y="93855"/>
                    <a:pt x="385800" y="93855"/>
                  </a:cubicBezTo>
                  <a:cubicBezTo>
                    <a:pt x="385800" y="93855"/>
                    <a:pt x="385363" y="92274"/>
                    <a:pt x="385800" y="91668"/>
                  </a:cubicBezTo>
                  <a:cubicBezTo>
                    <a:pt x="386238" y="91096"/>
                    <a:pt x="387820" y="87699"/>
                    <a:pt x="387820" y="87699"/>
                  </a:cubicBezTo>
                  <a:lnTo>
                    <a:pt x="388695" y="86622"/>
                  </a:lnTo>
                  <a:lnTo>
                    <a:pt x="389267" y="86622"/>
                  </a:lnTo>
                  <a:cubicBezTo>
                    <a:pt x="389267" y="86622"/>
                    <a:pt x="388964" y="86185"/>
                    <a:pt x="390849" y="86622"/>
                  </a:cubicBezTo>
                  <a:cubicBezTo>
                    <a:pt x="392733" y="87059"/>
                    <a:pt x="394046" y="87497"/>
                    <a:pt x="394046" y="87497"/>
                  </a:cubicBezTo>
                  <a:cubicBezTo>
                    <a:pt x="394046" y="87497"/>
                    <a:pt x="396940" y="89246"/>
                    <a:pt x="397243" y="89818"/>
                  </a:cubicBezTo>
                  <a:cubicBezTo>
                    <a:pt x="397546" y="90390"/>
                    <a:pt x="398690" y="91836"/>
                    <a:pt x="400440" y="91130"/>
                  </a:cubicBezTo>
                  <a:cubicBezTo>
                    <a:pt x="402190" y="90423"/>
                    <a:pt x="403637" y="87497"/>
                    <a:pt x="403637" y="87497"/>
                  </a:cubicBezTo>
                  <a:cubicBezTo>
                    <a:pt x="403637" y="87497"/>
                    <a:pt x="403503" y="82854"/>
                    <a:pt x="402931" y="81845"/>
                  </a:cubicBezTo>
                  <a:cubicBezTo>
                    <a:pt x="402358" y="80836"/>
                    <a:pt x="400474" y="78212"/>
                    <a:pt x="400474" y="78212"/>
                  </a:cubicBezTo>
                  <a:lnTo>
                    <a:pt x="399599" y="74747"/>
                  </a:lnTo>
                  <a:lnTo>
                    <a:pt x="396267" y="71417"/>
                  </a:lnTo>
                  <a:cubicBezTo>
                    <a:pt x="396267" y="71417"/>
                    <a:pt x="395829" y="70408"/>
                    <a:pt x="396839" y="69533"/>
                  </a:cubicBezTo>
                  <a:cubicBezTo>
                    <a:pt x="397849" y="68659"/>
                    <a:pt x="399868" y="66640"/>
                    <a:pt x="400305" y="66640"/>
                  </a:cubicBezTo>
                  <a:cubicBezTo>
                    <a:pt x="400743" y="66640"/>
                    <a:pt x="401887" y="64050"/>
                    <a:pt x="400878" y="64050"/>
                  </a:cubicBezTo>
                  <a:cubicBezTo>
                    <a:pt x="399868" y="64050"/>
                    <a:pt x="396536" y="63310"/>
                    <a:pt x="396536" y="63310"/>
                  </a:cubicBezTo>
                  <a:cubicBezTo>
                    <a:pt x="396536" y="63310"/>
                    <a:pt x="394214" y="62570"/>
                    <a:pt x="394079" y="61729"/>
                  </a:cubicBezTo>
                  <a:cubicBezTo>
                    <a:pt x="393945" y="60854"/>
                    <a:pt x="395661" y="59408"/>
                    <a:pt x="395661" y="59408"/>
                  </a:cubicBezTo>
                  <a:lnTo>
                    <a:pt x="396233" y="57658"/>
                  </a:lnTo>
                  <a:lnTo>
                    <a:pt x="395527" y="55337"/>
                  </a:lnTo>
                  <a:lnTo>
                    <a:pt x="394517" y="55337"/>
                  </a:lnTo>
                  <a:cubicBezTo>
                    <a:pt x="394517" y="55337"/>
                    <a:pt x="392363" y="53588"/>
                    <a:pt x="391757" y="53588"/>
                  </a:cubicBezTo>
                  <a:cubicBezTo>
                    <a:pt x="391185" y="53588"/>
                    <a:pt x="390007" y="54025"/>
                    <a:pt x="389570" y="54328"/>
                  </a:cubicBezTo>
                  <a:cubicBezTo>
                    <a:pt x="389132" y="54631"/>
                    <a:pt x="388695" y="55640"/>
                    <a:pt x="388392" y="56212"/>
                  </a:cubicBezTo>
                  <a:cubicBezTo>
                    <a:pt x="388122" y="56784"/>
                    <a:pt x="387247" y="58096"/>
                    <a:pt x="387247" y="58096"/>
                  </a:cubicBezTo>
                  <a:cubicBezTo>
                    <a:pt x="387247" y="58096"/>
                    <a:pt x="385699" y="59542"/>
                    <a:pt x="385598" y="59542"/>
                  </a:cubicBezTo>
                  <a:cubicBezTo>
                    <a:pt x="385497" y="59542"/>
                    <a:pt x="383781" y="59408"/>
                    <a:pt x="383781" y="59408"/>
                  </a:cubicBezTo>
                  <a:cubicBezTo>
                    <a:pt x="383781" y="59408"/>
                    <a:pt x="382839" y="58533"/>
                    <a:pt x="382569" y="57961"/>
                  </a:cubicBezTo>
                  <a:cubicBezTo>
                    <a:pt x="382267" y="57389"/>
                    <a:pt x="381459" y="56515"/>
                    <a:pt x="381459" y="56515"/>
                  </a:cubicBezTo>
                  <a:lnTo>
                    <a:pt x="381459" y="54496"/>
                  </a:lnTo>
                  <a:lnTo>
                    <a:pt x="384252" y="53285"/>
                  </a:lnTo>
                  <a:lnTo>
                    <a:pt x="383579" y="51603"/>
                  </a:lnTo>
                  <a:lnTo>
                    <a:pt x="382873" y="50426"/>
                  </a:lnTo>
                  <a:lnTo>
                    <a:pt x="380012" y="48307"/>
                  </a:lnTo>
                  <a:lnTo>
                    <a:pt x="377892" y="49719"/>
                  </a:lnTo>
                  <a:cubicBezTo>
                    <a:pt x="377892" y="49719"/>
                    <a:pt x="377252" y="49484"/>
                    <a:pt x="377252" y="49349"/>
                  </a:cubicBezTo>
                  <a:cubicBezTo>
                    <a:pt x="377252" y="49181"/>
                    <a:pt x="377084" y="47163"/>
                    <a:pt x="377252" y="46692"/>
                  </a:cubicBezTo>
                  <a:cubicBezTo>
                    <a:pt x="377420" y="46187"/>
                    <a:pt x="377858" y="44842"/>
                    <a:pt x="377858" y="44842"/>
                  </a:cubicBezTo>
                  <a:cubicBezTo>
                    <a:pt x="377858" y="44842"/>
                    <a:pt x="377286" y="43799"/>
                    <a:pt x="377185" y="43698"/>
                  </a:cubicBezTo>
                  <a:cubicBezTo>
                    <a:pt x="377084" y="43597"/>
                    <a:pt x="372844" y="40939"/>
                    <a:pt x="372844" y="40939"/>
                  </a:cubicBezTo>
                  <a:lnTo>
                    <a:pt x="371430" y="37845"/>
                  </a:lnTo>
                  <a:cubicBezTo>
                    <a:pt x="371430" y="37845"/>
                    <a:pt x="370622" y="35389"/>
                    <a:pt x="370622" y="35086"/>
                  </a:cubicBezTo>
                  <a:cubicBezTo>
                    <a:pt x="370622" y="34783"/>
                    <a:pt x="372877" y="32563"/>
                    <a:pt x="372877" y="32563"/>
                  </a:cubicBezTo>
                  <a:lnTo>
                    <a:pt x="373146" y="32193"/>
                  </a:lnTo>
                  <a:lnTo>
                    <a:pt x="374593" y="30040"/>
                  </a:lnTo>
                  <a:lnTo>
                    <a:pt x="374089" y="27652"/>
                  </a:lnTo>
                  <a:cubicBezTo>
                    <a:pt x="374089" y="27652"/>
                    <a:pt x="372910" y="26273"/>
                    <a:pt x="372844" y="26071"/>
                  </a:cubicBezTo>
                  <a:cubicBezTo>
                    <a:pt x="372776" y="25835"/>
                    <a:pt x="371598" y="24389"/>
                    <a:pt x="371598" y="24389"/>
                  </a:cubicBezTo>
                  <a:cubicBezTo>
                    <a:pt x="371598" y="24389"/>
                    <a:pt x="370521" y="22370"/>
                    <a:pt x="370589" y="22068"/>
                  </a:cubicBezTo>
                  <a:cubicBezTo>
                    <a:pt x="370656" y="21765"/>
                    <a:pt x="369915" y="20184"/>
                    <a:pt x="369915" y="20184"/>
                  </a:cubicBezTo>
                  <a:lnTo>
                    <a:pt x="367458" y="18300"/>
                  </a:lnTo>
                  <a:lnTo>
                    <a:pt x="362949" y="13893"/>
                  </a:lnTo>
                  <a:lnTo>
                    <a:pt x="357093" y="10630"/>
                  </a:lnTo>
                  <a:lnTo>
                    <a:pt x="355780" y="7165"/>
                  </a:lnTo>
                  <a:cubicBezTo>
                    <a:pt x="355780" y="7165"/>
                    <a:pt x="356420" y="5416"/>
                    <a:pt x="355780" y="5214"/>
                  </a:cubicBezTo>
                  <a:cubicBezTo>
                    <a:pt x="355141" y="5012"/>
                    <a:pt x="352516" y="1749"/>
                    <a:pt x="352516" y="1749"/>
                  </a:cubicBezTo>
                  <a:lnTo>
                    <a:pt x="347098" y="0"/>
                  </a:lnTo>
                  <a:lnTo>
                    <a:pt x="343900" y="639"/>
                  </a:lnTo>
                  <a:lnTo>
                    <a:pt x="340266" y="1379"/>
                  </a:lnTo>
                  <a:lnTo>
                    <a:pt x="337506" y="2388"/>
                  </a:lnTo>
                  <a:lnTo>
                    <a:pt x="335487" y="5147"/>
                  </a:lnTo>
                  <a:cubicBezTo>
                    <a:pt x="335487" y="5147"/>
                    <a:pt x="333737" y="6728"/>
                    <a:pt x="333333" y="6896"/>
                  </a:cubicBezTo>
                  <a:cubicBezTo>
                    <a:pt x="332895" y="7031"/>
                    <a:pt x="329833" y="5887"/>
                    <a:pt x="329833" y="5887"/>
                  </a:cubicBezTo>
                  <a:lnTo>
                    <a:pt x="327814" y="4440"/>
                  </a:lnTo>
                  <a:cubicBezTo>
                    <a:pt x="327814" y="4440"/>
                    <a:pt x="327814" y="4003"/>
                    <a:pt x="326939" y="3869"/>
                  </a:cubicBezTo>
                  <a:cubicBezTo>
                    <a:pt x="326064" y="3734"/>
                    <a:pt x="324313" y="3869"/>
                    <a:pt x="323910" y="4306"/>
                  </a:cubicBezTo>
                  <a:cubicBezTo>
                    <a:pt x="323472" y="4743"/>
                    <a:pt x="322732" y="6055"/>
                    <a:pt x="322462" y="6627"/>
                  </a:cubicBezTo>
                  <a:cubicBezTo>
                    <a:pt x="322193" y="7199"/>
                    <a:pt x="321587" y="8343"/>
                    <a:pt x="321587" y="8343"/>
                  </a:cubicBezTo>
                  <a:lnTo>
                    <a:pt x="320578" y="10664"/>
                  </a:lnTo>
                  <a:lnTo>
                    <a:pt x="320578" y="12850"/>
                  </a:lnTo>
                  <a:lnTo>
                    <a:pt x="317684" y="16046"/>
                  </a:lnTo>
                  <a:cubicBezTo>
                    <a:pt x="317684" y="16046"/>
                    <a:pt x="318559" y="16248"/>
                    <a:pt x="316943" y="16551"/>
                  </a:cubicBezTo>
                  <a:cubicBezTo>
                    <a:pt x="315361" y="16853"/>
                    <a:pt x="314318" y="17190"/>
                    <a:pt x="314318" y="17190"/>
                  </a:cubicBezTo>
                  <a:lnTo>
                    <a:pt x="310986" y="17190"/>
                  </a:lnTo>
                  <a:lnTo>
                    <a:pt x="309236" y="16315"/>
                  </a:lnTo>
                  <a:lnTo>
                    <a:pt x="305601" y="14297"/>
                  </a:lnTo>
                  <a:cubicBezTo>
                    <a:pt x="305601" y="14297"/>
                    <a:pt x="304592" y="13288"/>
                    <a:pt x="304020" y="13288"/>
                  </a:cubicBezTo>
                  <a:cubicBezTo>
                    <a:pt x="303447" y="13288"/>
                    <a:pt x="300688" y="15172"/>
                    <a:pt x="300688" y="15172"/>
                  </a:cubicBezTo>
                  <a:lnTo>
                    <a:pt x="299375" y="17358"/>
                  </a:lnTo>
                  <a:cubicBezTo>
                    <a:pt x="299375" y="17358"/>
                    <a:pt x="297356" y="17661"/>
                    <a:pt x="295741" y="17661"/>
                  </a:cubicBezTo>
                  <a:cubicBezTo>
                    <a:pt x="294159" y="17661"/>
                    <a:pt x="290390" y="17358"/>
                    <a:pt x="290390" y="17358"/>
                  </a:cubicBezTo>
                  <a:cubicBezTo>
                    <a:pt x="290390" y="17358"/>
                    <a:pt x="288067" y="17223"/>
                    <a:pt x="287495" y="17493"/>
                  </a:cubicBezTo>
                  <a:cubicBezTo>
                    <a:pt x="286923" y="17762"/>
                    <a:pt x="283861" y="18636"/>
                    <a:pt x="283861" y="18636"/>
                  </a:cubicBezTo>
                  <a:cubicBezTo>
                    <a:pt x="283861" y="18636"/>
                    <a:pt x="281539" y="19074"/>
                    <a:pt x="280966" y="19343"/>
                  </a:cubicBezTo>
                  <a:cubicBezTo>
                    <a:pt x="280394" y="19646"/>
                    <a:pt x="278779" y="19646"/>
                    <a:pt x="278510" y="20083"/>
                  </a:cubicBezTo>
                  <a:cubicBezTo>
                    <a:pt x="278206" y="20520"/>
                    <a:pt x="279317" y="24288"/>
                    <a:pt x="278577" y="24422"/>
                  </a:cubicBezTo>
                  <a:cubicBezTo>
                    <a:pt x="277870" y="24557"/>
                    <a:pt x="271846" y="25566"/>
                    <a:pt x="271846" y="25566"/>
                  </a:cubicBezTo>
                  <a:lnTo>
                    <a:pt x="271846" y="28459"/>
                  </a:lnTo>
                  <a:lnTo>
                    <a:pt x="272855" y="29468"/>
                  </a:lnTo>
                  <a:cubicBezTo>
                    <a:pt x="272855" y="29468"/>
                    <a:pt x="273563" y="30646"/>
                    <a:pt x="273731" y="31218"/>
                  </a:cubicBezTo>
                  <a:cubicBezTo>
                    <a:pt x="273865" y="31789"/>
                    <a:pt x="274168" y="32967"/>
                    <a:pt x="274168" y="32967"/>
                  </a:cubicBezTo>
                  <a:lnTo>
                    <a:pt x="274875" y="34716"/>
                  </a:lnTo>
                  <a:lnTo>
                    <a:pt x="275178" y="37912"/>
                  </a:lnTo>
                  <a:lnTo>
                    <a:pt x="275312" y="39796"/>
                  </a:lnTo>
                  <a:lnTo>
                    <a:pt x="277332" y="44001"/>
                  </a:lnTo>
                  <a:lnTo>
                    <a:pt x="276187" y="47768"/>
                  </a:lnTo>
                  <a:cubicBezTo>
                    <a:pt x="276187" y="47768"/>
                    <a:pt x="274740" y="48071"/>
                    <a:pt x="273293" y="48475"/>
                  </a:cubicBezTo>
                  <a:cubicBezTo>
                    <a:pt x="271846" y="48912"/>
                    <a:pt x="267067" y="50224"/>
                    <a:pt x="267067" y="50224"/>
                  </a:cubicBezTo>
                  <a:cubicBezTo>
                    <a:pt x="267067" y="51973"/>
                    <a:pt x="270096" y="55304"/>
                    <a:pt x="270096" y="55304"/>
                  </a:cubicBezTo>
                  <a:lnTo>
                    <a:pt x="274000" y="57187"/>
                  </a:lnTo>
                  <a:lnTo>
                    <a:pt x="276154" y="58499"/>
                  </a:lnTo>
                  <a:lnTo>
                    <a:pt x="277163" y="60383"/>
                  </a:lnTo>
                  <a:lnTo>
                    <a:pt x="276591" y="62704"/>
                  </a:lnTo>
                  <a:cubicBezTo>
                    <a:pt x="276591" y="62704"/>
                    <a:pt x="275716" y="66169"/>
                    <a:pt x="275716" y="66775"/>
                  </a:cubicBezTo>
                  <a:cubicBezTo>
                    <a:pt x="275716" y="67347"/>
                    <a:pt x="275144" y="70408"/>
                    <a:pt x="275009" y="70845"/>
                  </a:cubicBezTo>
                  <a:cubicBezTo>
                    <a:pt x="274875" y="71282"/>
                    <a:pt x="274437" y="72493"/>
                    <a:pt x="274000" y="72662"/>
                  </a:cubicBezTo>
                  <a:cubicBezTo>
                    <a:pt x="273563" y="72796"/>
                    <a:pt x="272553" y="72863"/>
                    <a:pt x="271980" y="72863"/>
                  </a:cubicBezTo>
                  <a:cubicBezTo>
                    <a:pt x="271409" y="72863"/>
                    <a:pt x="269221" y="72863"/>
                    <a:pt x="269221" y="72863"/>
                  </a:cubicBezTo>
                  <a:lnTo>
                    <a:pt x="266327" y="73166"/>
                  </a:lnTo>
                  <a:cubicBezTo>
                    <a:pt x="266327" y="73166"/>
                    <a:pt x="265182" y="73301"/>
                    <a:pt x="264745" y="74747"/>
                  </a:cubicBezTo>
                  <a:cubicBezTo>
                    <a:pt x="264308" y="76194"/>
                    <a:pt x="264038" y="78649"/>
                    <a:pt x="263735" y="79255"/>
                  </a:cubicBezTo>
                  <a:cubicBezTo>
                    <a:pt x="263432" y="79827"/>
                    <a:pt x="263163" y="80130"/>
                    <a:pt x="262591" y="80399"/>
                  </a:cubicBezTo>
                  <a:cubicBezTo>
                    <a:pt x="262019" y="80702"/>
                    <a:pt x="256802" y="80836"/>
                    <a:pt x="256802" y="80836"/>
                  </a:cubicBezTo>
                  <a:cubicBezTo>
                    <a:pt x="256802" y="80836"/>
                    <a:pt x="252023" y="81139"/>
                    <a:pt x="251014" y="81139"/>
                  </a:cubicBezTo>
                  <a:cubicBezTo>
                    <a:pt x="250004" y="81139"/>
                    <a:pt x="247513" y="79827"/>
                    <a:pt x="247513" y="79827"/>
                  </a:cubicBezTo>
                  <a:lnTo>
                    <a:pt x="244451" y="76564"/>
                  </a:lnTo>
                  <a:lnTo>
                    <a:pt x="242869" y="74613"/>
                  </a:lnTo>
                  <a:lnTo>
                    <a:pt x="239672" y="74613"/>
                  </a:lnTo>
                  <a:lnTo>
                    <a:pt x="238225" y="77808"/>
                  </a:lnTo>
                  <a:cubicBezTo>
                    <a:pt x="238225" y="77808"/>
                    <a:pt x="235768" y="78952"/>
                    <a:pt x="235465" y="78549"/>
                  </a:cubicBezTo>
                  <a:cubicBezTo>
                    <a:pt x="235196" y="78111"/>
                    <a:pt x="235465" y="76799"/>
                    <a:pt x="235768" y="76227"/>
                  </a:cubicBezTo>
                  <a:cubicBezTo>
                    <a:pt x="236071" y="75656"/>
                    <a:pt x="237081" y="75353"/>
                    <a:pt x="237081" y="74646"/>
                  </a:cubicBezTo>
                  <a:cubicBezTo>
                    <a:pt x="237081" y="73906"/>
                    <a:pt x="237081" y="72056"/>
                    <a:pt x="237081" y="72056"/>
                  </a:cubicBezTo>
                  <a:cubicBezTo>
                    <a:pt x="237081" y="72056"/>
                    <a:pt x="234624" y="71047"/>
                    <a:pt x="233884" y="71047"/>
                  </a:cubicBezTo>
                  <a:cubicBezTo>
                    <a:pt x="233143" y="71047"/>
                    <a:pt x="230855" y="72191"/>
                    <a:pt x="230855" y="72191"/>
                  </a:cubicBezTo>
                  <a:lnTo>
                    <a:pt x="228835" y="74075"/>
                  </a:lnTo>
                  <a:lnTo>
                    <a:pt x="226648" y="77270"/>
                  </a:lnTo>
                  <a:lnTo>
                    <a:pt x="226648" y="79020"/>
                  </a:lnTo>
                  <a:lnTo>
                    <a:pt x="224898" y="81038"/>
                  </a:lnTo>
                  <a:lnTo>
                    <a:pt x="224898" y="82484"/>
                  </a:lnTo>
                  <a:lnTo>
                    <a:pt x="221970" y="85411"/>
                  </a:lnTo>
                  <a:lnTo>
                    <a:pt x="220220" y="87362"/>
                  </a:lnTo>
                  <a:lnTo>
                    <a:pt x="217830" y="89011"/>
                  </a:lnTo>
                  <a:lnTo>
                    <a:pt x="216080" y="89784"/>
                  </a:lnTo>
                  <a:cubicBezTo>
                    <a:pt x="216080" y="89784"/>
                    <a:pt x="214229" y="90558"/>
                    <a:pt x="213792" y="90659"/>
                  </a:cubicBezTo>
                  <a:cubicBezTo>
                    <a:pt x="213354" y="90760"/>
                    <a:pt x="212277" y="91197"/>
                    <a:pt x="212277" y="91197"/>
                  </a:cubicBezTo>
                  <a:lnTo>
                    <a:pt x="210662" y="92711"/>
                  </a:lnTo>
                  <a:lnTo>
                    <a:pt x="209248" y="95436"/>
                  </a:lnTo>
                  <a:lnTo>
                    <a:pt x="209248" y="98161"/>
                  </a:lnTo>
                  <a:lnTo>
                    <a:pt x="209248" y="101625"/>
                  </a:lnTo>
                  <a:cubicBezTo>
                    <a:pt x="208474" y="101962"/>
                    <a:pt x="206320" y="100986"/>
                    <a:pt x="205345" y="99674"/>
                  </a:cubicBezTo>
                  <a:cubicBezTo>
                    <a:pt x="204368" y="98362"/>
                    <a:pt x="203830" y="97723"/>
                    <a:pt x="203830" y="97387"/>
                  </a:cubicBezTo>
                  <a:cubicBezTo>
                    <a:pt x="203830" y="97050"/>
                    <a:pt x="202753" y="90659"/>
                    <a:pt x="202753" y="90659"/>
                  </a:cubicBezTo>
                  <a:lnTo>
                    <a:pt x="201542" y="88472"/>
                  </a:lnTo>
                  <a:lnTo>
                    <a:pt x="198916" y="86858"/>
                  </a:lnTo>
                  <a:lnTo>
                    <a:pt x="196527" y="84267"/>
                  </a:lnTo>
                  <a:cubicBezTo>
                    <a:pt x="196527" y="84267"/>
                    <a:pt x="195215" y="82215"/>
                    <a:pt x="193902" y="82215"/>
                  </a:cubicBezTo>
                  <a:cubicBezTo>
                    <a:pt x="192589" y="82215"/>
                    <a:pt x="189661" y="83090"/>
                    <a:pt x="189661" y="83090"/>
                  </a:cubicBezTo>
                  <a:cubicBezTo>
                    <a:pt x="189661" y="83090"/>
                    <a:pt x="188484" y="83292"/>
                    <a:pt x="188248" y="83628"/>
                  </a:cubicBezTo>
                  <a:cubicBezTo>
                    <a:pt x="188046" y="83965"/>
                    <a:pt x="185522" y="85478"/>
                    <a:pt x="185219" y="85680"/>
                  </a:cubicBezTo>
                  <a:cubicBezTo>
                    <a:pt x="184882" y="85916"/>
                    <a:pt x="181618" y="88405"/>
                    <a:pt x="181517" y="88741"/>
                  </a:cubicBezTo>
                  <a:cubicBezTo>
                    <a:pt x="181383" y="89078"/>
                    <a:pt x="173036" y="95570"/>
                    <a:pt x="173036" y="95570"/>
                  </a:cubicBezTo>
                  <a:lnTo>
                    <a:pt x="169771" y="98295"/>
                  </a:lnTo>
                  <a:lnTo>
                    <a:pt x="161627" y="103610"/>
                  </a:lnTo>
                  <a:lnTo>
                    <a:pt x="158800" y="105561"/>
                  </a:lnTo>
                  <a:lnTo>
                    <a:pt x="157387" y="108286"/>
                  </a:lnTo>
                  <a:cubicBezTo>
                    <a:pt x="157387" y="108286"/>
                    <a:pt x="160315" y="111650"/>
                    <a:pt x="155637" y="110473"/>
                  </a:cubicBezTo>
                  <a:cubicBezTo>
                    <a:pt x="150959" y="109295"/>
                    <a:pt x="148805" y="106469"/>
                    <a:pt x="148805" y="106469"/>
                  </a:cubicBezTo>
                  <a:cubicBezTo>
                    <a:pt x="148805" y="106469"/>
                    <a:pt x="148166" y="106032"/>
                    <a:pt x="146853" y="106469"/>
                  </a:cubicBezTo>
                  <a:cubicBezTo>
                    <a:pt x="145540" y="106907"/>
                    <a:pt x="144261" y="108757"/>
                    <a:pt x="144026" y="109194"/>
                  </a:cubicBezTo>
                  <a:cubicBezTo>
                    <a:pt x="143790" y="109632"/>
                    <a:pt x="143050" y="111818"/>
                    <a:pt x="143252" y="112255"/>
                  </a:cubicBezTo>
                  <a:cubicBezTo>
                    <a:pt x="143454" y="112693"/>
                    <a:pt x="146516" y="116393"/>
                    <a:pt x="146954" y="116696"/>
                  </a:cubicBezTo>
                  <a:cubicBezTo>
                    <a:pt x="147391" y="117032"/>
                    <a:pt x="149882" y="118748"/>
                    <a:pt x="149882" y="118748"/>
                  </a:cubicBezTo>
                  <a:lnTo>
                    <a:pt x="151733" y="120497"/>
                  </a:lnTo>
                  <a:cubicBezTo>
                    <a:pt x="151733" y="120497"/>
                    <a:pt x="151935" y="121372"/>
                    <a:pt x="151632" y="122011"/>
                  </a:cubicBezTo>
                  <a:cubicBezTo>
                    <a:pt x="151295" y="122650"/>
                    <a:pt x="151867" y="123525"/>
                    <a:pt x="150016" y="123760"/>
                  </a:cubicBezTo>
                  <a:cubicBezTo>
                    <a:pt x="148166" y="123962"/>
                    <a:pt x="146415" y="123962"/>
                    <a:pt x="145002" y="123962"/>
                  </a:cubicBezTo>
                  <a:cubicBezTo>
                    <a:pt x="143588" y="123962"/>
                    <a:pt x="145540" y="123962"/>
                    <a:pt x="142713" y="124063"/>
                  </a:cubicBezTo>
                  <a:cubicBezTo>
                    <a:pt x="139886" y="124164"/>
                    <a:pt x="139011" y="123827"/>
                    <a:pt x="137800" y="123827"/>
                  </a:cubicBezTo>
                  <a:cubicBezTo>
                    <a:pt x="136588" y="123827"/>
                    <a:pt x="135208" y="123727"/>
                    <a:pt x="133761" y="123727"/>
                  </a:cubicBezTo>
                  <a:cubicBezTo>
                    <a:pt x="132348" y="123727"/>
                    <a:pt x="132011" y="120901"/>
                    <a:pt x="130295" y="120901"/>
                  </a:cubicBezTo>
                  <a:cubicBezTo>
                    <a:pt x="128545" y="120901"/>
                    <a:pt x="127030" y="121103"/>
                    <a:pt x="126155" y="121675"/>
                  </a:cubicBezTo>
                  <a:cubicBezTo>
                    <a:pt x="125280" y="122213"/>
                    <a:pt x="124203" y="123861"/>
                    <a:pt x="123867" y="124399"/>
                  </a:cubicBezTo>
                  <a:cubicBezTo>
                    <a:pt x="123530" y="124938"/>
                    <a:pt x="122891" y="125375"/>
                    <a:pt x="120939" y="125375"/>
                  </a:cubicBezTo>
                  <a:cubicBezTo>
                    <a:pt x="118987" y="125375"/>
                    <a:pt x="117674" y="124837"/>
                    <a:pt x="117674" y="124837"/>
                  </a:cubicBezTo>
                  <a:lnTo>
                    <a:pt x="115285" y="124063"/>
                  </a:lnTo>
                  <a:lnTo>
                    <a:pt x="112021" y="125139"/>
                  </a:lnTo>
                  <a:lnTo>
                    <a:pt x="110371" y="126451"/>
                  </a:lnTo>
                  <a:lnTo>
                    <a:pt x="105155" y="126889"/>
                  </a:lnTo>
                  <a:cubicBezTo>
                    <a:pt x="105155" y="126889"/>
                    <a:pt x="103943" y="126350"/>
                    <a:pt x="105155" y="126014"/>
                  </a:cubicBezTo>
                  <a:cubicBezTo>
                    <a:pt x="106366" y="125678"/>
                    <a:pt x="107107" y="124601"/>
                    <a:pt x="107208" y="124164"/>
                  </a:cubicBezTo>
                  <a:cubicBezTo>
                    <a:pt x="107309" y="123727"/>
                    <a:pt x="108184" y="122852"/>
                    <a:pt x="108284" y="122415"/>
                  </a:cubicBezTo>
                  <a:cubicBezTo>
                    <a:pt x="108386" y="121977"/>
                    <a:pt x="109059" y="120127"/>
                    <a:pt x="109059" y="119690"/>
                  </a:cubicBezTo>
                  <a:cubicBezTo>
                    <a:pt x="109059" y="119253"/>
                    <a:pt x="109496" y="116326"/>
                    <a:pt x="109496" y="115889"/>
                  </a:cubicBezTo>
                  <a:cubicBezTo>
                    <a:pt x="109496" y="115451"/>
                    <a:pt x="108857" y="113265"/>
                    <a:pt x="108857" y="113265"/>
                  </a:cubicBezTo>
                  <a:cubicBezTo>
                    <a:pt x="108857" y="113265"/>
                    <a:pt x="107982" y="111515"/>
                    <a:pt x="107881" y="111213"/>
                  </a:cubicBezTo>
                  <a:cubicBezTo>
                    <a:pt x="107780" y="110876"/>
                    <a:pt x="107107" y="109026"/>
                    <a:pt x="107107" y="108723"/>
                  </a:cubicBezTo>
                  <a:cubicBezTo>
                    <a:pt x="107107" y="108387"/>
                    <a:pt x="107544" y="106234"/>
                    <a:pt x="107544" y="106234"/>
                  </a:cubicBezTo>
                  <a:cubicBezTo>
                    <a:pt x="107544" y="106234"/>
                    <a:pt x="108520" y="105023"/>
                    <a:pt x="108857" y="104922"/>
                  </a:cubicBezTo>
                  <a:cubicBezTo>
                    <a:pt x="109193" y="104821"/>
                    <a:pt x="109934" y="103509"/>
                    <a:pt x="109934" y="103509"/>
                  </a:cubicBezTo>
                  <a:cubicBezTo>
                    <a:pt x="109934" y="103509"/>
                    <a:pt x="109395" y="100684"/>
                    <a:pt x="109395" y="100347"/>
                  </a:cubicBezTo>
                  <a:cubicBezTo>
                    <a:pt x="109395" y="100011"/>
                    <a:pt x="110809" y="97757"/>
                    <a:pt x="110809" y="97757"/>
                  </a:cubicBezTo>
                  <a:lnTo>
                    <a:pt x="111785" y="96546"/>
                  </a:lnTo>
                  <a:lnTo>
                    <a:pt x="111145" y="89280"/>
                  </a:lnTo>
                  <a:cubicBezTo>
                    <a:pt x="111145" y="89280"/>
                    <a:pt x="112559" y="86353"/>
                    <a:pt x="112222" y="86117"/>
                  </a:cubicBezTo>
                  <a:cubicBezTo>
                    <a:pt x="111886" y="85882"/>
                    <a:pt x="106905" y="80802"/>
                    <a:pt x="106905" y="80802"/>
                  </a:cubicBezTo>
                  <a:cubicBezTo>
                    <a:pt x="106905" y="80802"/>
                    <a:pt x="105693" y="79188"/>
                    <a:pt x="105592" y="78750"/>
                  </a:cubicBezTo>
                  <a:cubicBezTo>
                    <a:pt x="105491" y="78313"/>
                    <a:pt x="103001" y="77338"/>
                    <a:pt x="103640" y="76160"/>
                  </a:cubicBezTo>
                  <a:cubicBezTo>
                    <a:pt x="104280" y="74983"/>
                    <a:pt x="106467" y="73772"/>
                    <a:pt x="106467" y="73772"/>
                  </a:cubicBezTo>
                  <a:cubicBezTo>
                    <a:pt x="106467" y="73772"/>
                    <a:pt x="108318" y="73974"/>
                    <a:pt x="107342" y="72258"/>
                  </a:cubicBezTo>
                  <a:cubicBezTo>
                    <a:pt x="106366" y="70509"/>
                    <a:pt x="106164" y="68120"/>
                    <a:pt x="105390" y="68019"/>
                  </a:cubicBezTo>
                  <a:cubicBezTo>
                    <a:pt x="104650" y="67918"/>
                    <a:pt x="103741" y="67582"/>
                    <a:pt x="103539" y="66169"/>
                  </a:cubicBezTo>
                  <a:cubicBezTo>
                    <a:pt x="103337" y="64756"/>
                    <a:pt x="103203" y="62570"/>
                    <a:pt x="102126" y="62570"/>
                  </a:cubicBezTo>
                  <a:cubicBezTo>
                    <a:pt x="101049" y="62570"/>
                    <a:pt x="98760" y="62570"/>
                    <a:pt x="98760" y="62570"/>
                  </a:cubicBezTo>
                  <a:lnTo>
                    <a:pt x="97986" y="63343"/>
                  </a:lnTo>
                  <a:lnTo>
                    <a:pt x="96573" y="66270"/>
                  </a:lnTo>
                  <a:lnTo>
                    <a:pt x="95496" y="67683"/>
                  </a:lnTo>
                  <a:lnTo>
                    <a:pt x="93308" y="68558"/>
                  </a:lnTo>
                  <a:lnTo>
                    <a:pt x="90683" y="68019"/>
                  </a:lnTo>
                  <a:lnTo>
                    <a:pt x="90044" y="65194"/>
                  </a:lnTo>
                  <a:lnTo>
                    <a:pt x="87654" y="63444"/>
                  </a:lnTo>
                  <a:lnTo>
                    <a:pt x="85467" y="66371"/>
                  </a:lnTo>
                  <a:lnTo>
                    <a:pt x="84491" y="67784"/>
                  </a:lnTo>
                  <a:lnTo>
                    <a:pt x="82000" y="65833"/>
                  </a:lnTo>
                  <a:cubicBezTo>
                    <a:pt x="82000" y="65833"/>
                    <a:pt x="81361" y="64319"/>
                    <a:pt x="81024" y="64319"/>
                  </a:cubicBezTo>
                  <a:cubicBezTo>
                    <a:pt x="80688" y="64319"/>
                    <a:pt x="80049" y="64117"/>
                    <a:pt x="79611" y="64117"/>
                  </a:cubicBezTo>
                  <a:cubicBezTo>
                    <a:pt x="79174" y="64117"/>
                    <a:pt x="76784" y="64319"/>
                    <a:pt x="76683" y="64756"/>
                  </a:cubicBezTo>
                  <a:cubicBezTo>
                    <a:pt x="76582" y="65194"/>
                    <a:pt x="75707" y="66808"/>
                    <a:pt x="75707" y="66808"/>
                  </a:cubicBezTo>
                  <a:lnTo>
                    <a:pt x="75168" y="68995"/>
                  </a:lnTo>
                  <a:lnTo>
                    <a:pt x="74092" y="70744"/>
                  </a:lnTo>
                  <a:cubicBezTo>
                    <a:pt x="74092" y="70744"/>
                    <a:pt x="72140" y="71282"/>
                    <a:pt x="71803" y="71619"/>
                  </a:cubicBezTo>
                  <a:cubicBezTo>
                    <a:pt x="71500" y="71955"/>
                    <a:pt x="70053" y="72931"/>
                    <a:pt x="70053" y="72931"/>
                  </a:cubicBezTo>
                  <a:lnTo>
                    <a:pt x="70053" y="75656"/>
                  </a:lnTo>
                  <a:lnTo>
                    <a:pt x="71467" y="77708"/>
                  </a:lnTo>
                  <a:lnTo>
                    <a:pt x="72106" y="78919"/>
                  </a:lnTo>
                  <a:cubicBezTo>
                    <a:pt x="72106" y="78919"/>
                    <a:pt x="73082" y="79120"/>
                    <a:pt x="73418" y="79894"/>
                  </a:cubicBezTo>
                  <a:cubicBezTo>
                    <a:pt x="73755" y="80668"/>
                    <a:pt x="74395" y="81744"/>
                    <a:pt x="74395" y="81744"/>
                  </a:cubicBezTo>
                  <a:lnTo>
                    <a:pt x="74192" y="84234"/>
                  </a:lnTo>
                  <a:lnTo>
                    <a:pt x="73856" y="85310"/>
                  </a:lnTo>
                  <a:cubicBezTo>
                    <a:pt x="73856" y="85310"/>
                    <a:pt x="72981" y="86723"/>
                    <a:pt x="72543" y="86824"/>
                  </a:cubicBezTo>
                  <a:cubicBezTo>
                    <a:pt x="72106" y="86925"/>
                    <a:pt x="71467" y="87026"/>
                    <a:pt x="71029" y="87026"/>
                  </a:cubicBezTo>
                  <a:cubicBezTo>
                    <a:pt x="70592" y="87026"/>
                    <a:pt x="68202" y="86925"/>
                    <a:pt x="67765" y="86925"/>
                  </a:cubicBezTo>
                  <a:cubicBezTo>
                    <a:pt x="67327" y="86925"/>
                    <a:pt x="65812" y="86824"/>
                    <a:pt x="64937" y="87026"/>
                  </a:cubicBezTo>
                  <a:cubicBezTo>
                    <a:pt x="64063" y="87261"/>
                    <a:pt x="61909" y="86925"/>
                    <a:pt x="61134" y="87261"/>
                  </a:cubicBezTo>
                  <a:cubicBezTo>
                    <a:pt x="60360" y="87598"/>
                    <a:pt x="58745" y="88035"/>
                    <a:pt x="58409" y="88136"/>
                  </a:cubicBezTo>
                  <a:cubicBezTo>
                    <a:pt x="58072" y="88237"/>
                    <a:pt x="56457" y="88910"/>
                    <a:pt x="55918" y="89347"/>
                  </a:cubicBezTo>
                  <a:cubicBezTo>
                    <a:pt x="55380" y="89784"/>
                    <a:pt x="53731" y="92173"/>
                    <a:pt x="53731" y="92173"/>
                  </a:cubicBezTo>
                  <a:cubicBezTo>
                    <a:pt x="53731" y="92173"/>
                    <a:pt x="51678" y="94225"/>
                    <a:pt x="51678" y="94561"/>
                  </a:cubicBezTo>
                  <a:cubicBezTo>
                    <a:pt x="51678" y="94897"/>
                    <a:pt x="49826" y="97488"/>
                    <a:pt x="49826" y="97488"/>
                  </a:cubicBezTo>
                  <a:lnTo>
                    <a:pt x="48177" y="101087"/>
                  </a:lnTo>
                  <a:lnTo>
                    <a:pt x="48581" y="104115"/>
                  </a:lnTo>
                  <a:lnTo>
                    <a:pt x="47403" y="106503"/>
                  </a:lnTo>
                  <a:lnTo>
                    <a:pt x="47403" y="108656"/>
                  </a:lnTo>
                  <a:lnTo>
                    <a:pt x="48951" y="110708"/>
                  </a:lnTo>
                  <a:lnTo>
                    <a:pt x="48548" y="112289"/>
                  </a:lnTo>
                  <a:cubicBezTo>
                    <a:pt x="48548" y="112289"/>
                    <a:pt x="47807" y="114341"/>
                    <a:pt x="47807" y="114577"/>
                  </a:cubicBezTo>
                  <a:cubicBezTo>
                    <a:pt x="47807" y="114778"/>
                    <a:pt x="48884" y="117571"/>
                    <a:pt x="48884" y="117571"/>
                  </a:cubicBezTo>
                  <a:lnTo>
                    <a:pt x="49557" y="119959"/>
                  </a:lnTo>
                  <a:cubicBezTo>
                    <a:pt x="49557" y="119959"/>
                    <a:pt x="50534" y="123861"/>
                    <a:pt x="50534" y="124097"/>
                  </a:cubicBezTo>
                  <a:cubicBezTo>
                    <a:pt x="50534" y="124298"/>
                    <a:pt x="50702" y="126317"/>
                    <a:pt x="50735" y="126552"/>
                  </a:cubicBezTo>
                  <a:cubicBezTo>
                    <a:pt x="50803" y="126754"/>
                    <a:pt x="51173" y="130791"/>
                    <a:pt x="51173" y="130791"/>
                  </a:cubicBezTo>
                  <a:lnTo>
                    <a:pt x="52048" y="133886"/>
                  </a:lnTo>
                  <a:cubicBezTo>
                    <a:pt x="52048" y="133886"/>
                    <a:pt x="51980" y="134962"/>
                    <a:pt x="51139" y="135097"/>
                  </a:cubicBezTo>
                  <a:cubicBezTo>
                    <a:pt x="50264" y="135198"/>
                    <a:pt x="49288" y="134996"/>
                    <a:pt x="48481" y="134760"/>
                  </a:cubicBezTo>
                  <a:cubicBezTo>
                    <a:pt x="47673" y="134525"/>
                    <a:pt x="44846" y="132372"/>
                    <a:pt x="44678" y="132305"/>
                  </a:cubicBezTo>
                  <a:cubicBezTo>
                    <a:pt x="44509" y="132237"/>
                    <a:pt x="39831" y="134088"/>
                    <a:pt x="39831" y="134088"/>
                  </a:cubicBezTo>
                  <a:lnTo>
                    <a:pt x="34413" y="133448"/>
                  </a:lnTo>
                  <a:lnTo>
                    <a:pt x="31788" y="134962"/>
                  </a:lnTo>
                  <a:lnTo>
                    <a:pt x="28321" y="137788"/>
                  </a:lnTo>
                  <a:lnTo>
                    <a:pt x="22432" y="143439"/>
                  </a:lnTo>
                  <a:lnTo>
                    <a:pt x="21119" y="145626"/>
                  </a:lnTo>
                  <a:lnTo>
                    <a:pt x="20042" y="148014"/>
                  </a:lnTo>
                  <a:lnTo>
                    <a:pt x="21792" y="150201"/>
                  </a:lnTo>
                  <a:lnTo>
                    <a:pt x="22869" y="150840"/>
                  </a:lnTo>
                  <a:lnTo>
                    <a:pt x="26773" y="151042"/>
                  </a:lnTo>
                  <a:lnTo>
                    <a:pt x="29937" y="152556"/>
                  </a:lnTo>
                  <a:lnTo>
                    <a:pt x="31788" y="156054"/>
                  </a:lnTo>
                  <a:lnTo>
                    <a:pt x="31788" y="160831"/>
                  </a:lnTo>
                  <a:lnTo>
                    <a:pt x="28961" y="162345"/>
                  </a:lnTo>
                  <a:lnTo>
                    <a:pt x="29836" y="166045"/>
                  </a:lnTo>
                  <a:lnTo>
                    <a:pt x="31586" y="166281"/>
                  </a:lnTo>
                  <a:lnTo>
                    <a:pt x="34211" y="166483"/>
                  </a:lnTo>
                  <a:lnTo>
                    <a:pt x="35826" y="167795"/>
                  </a:lnTo>
                  <a:lnTo>
                    <a:pt x="37038" y="170385"/>
                  </a:lnTo>
                  <a:lnTo>
                    <a:pt x="37038" y="173009"/>
                  </a:lnTo>
                  <a:lnTo>
                    <a:pt x="34009" y="175868"/>
                  </a:lnTo>
                  <a:cubicBezTo>
                    <a:pt x="34009" y="175868"/>
                    <a:pt x="33134" y="176911"/>
                    <a:pt x="31821" y="177146"/>
                  </a:cubicBezTo>
                  <a:cubicBezTo>
                    <a:pt x="30509" y="177348"/>
                    <a:pt x="29634" y="177584"/>
                    <a:pt x="28557" y="178223"/>
                  </a:cubicBezTo>
                  <a:cubicBezTo>
                    <a:pt x="27480" y="178862"/>
                    <a:pt x="27480" y="178862"/>
                    <a:pt x="27480" y="178862"/>
                  </a:cubicBezTo>
                  <a:lnTo>
                    <a:pt x="25090" y="180174"/>
                  </a:lnTo>
                  <a:cubicBezTo>
                    <a:pt x="25090" y="180174"/>
                    <a:pt x="23576" y="181486"/>
                    <a:pt x="23576" y="182125"/>
                  </a:cubicBezTo>
                  <a:cubicBezTo>
                    <a:pt x="23576" y="182764"/>
                    <a:pt x="21759" y="185758"/>
                    <a:pt x="21759" y="185758"/>
                  </a:cubicBezTo>
                  <a:lnTo>
                    <a:pt x="21389" y="187945"/>
                  </a:lnTo>
                  <a:lnTo>
                    <a:pt x="21389" y="190400"/>
                  </a:lnTo>
                  <a:lnTo>
                    <a:pt x="23273" y="190972"/>
                  </a:lnTo>
                  <a:lnTo>
                    <a:pt x="26033" y="192419"/>
                  </a:lnTo>
                  <a:lnTo>
                    <a:pt x="27615" y="193428"/>
                  </a:lnTo>
                  <a:lnTo>
                    <a:pt x="28490" y="194605"/>
                  </a:lnTo>
                  <a:lnTo>
                    <a:pt x="29365" y="196926"/>
                  </a:lnTo>
                  <a:cubicBezTo>
                    <a:pt x="29365" y="196926"/>
                    <a:pt x="31081" y="198508"/>
                    <a:pt x="31250" y="198945"/>
                  </a:cubicBezTo>
                  <a:cubicBezTo>
                    <a:pt x="31384" y="199382"/>
                    <a:pt x="33841" y="201569"/>
                    <a:pt x="34413" y="201703"/>
                  </a:cubicBezTo>
                  <a:cubicBezTo>
                    <a:pt x="34985" y="201838"/>
                    <a:pt x="37139" y="205605"/>
                    <a:pt x="37139" y="205605"/>
                  </a:cubicBezTo>
                  <a:lnTo>
                    <a:pt x="40067" y="209743"/>
                  </a:lnTo>
                  <a:lnTo>
                    <a:pt x="41043" y="213107"/>
                  </a:lnTo>
                  <a:lnTo>
                    <a:pt x="42120" y="217009"/>
                  </a:lnTo>
                  <a:lnTo>
                    <a:pt x="43634" y="221450"/>
                  </a:lnTo>
                  <a:lnTo>
                    <a:pt x="45148" y="223838"/>
                  </a:lnTo>
                  <a:lnTo>
                    <a:pt x="46125" y="227539"/>
                  </a:lnTo>
                  <a:lnTo>
                    <a:pt x="46865" y="229927"/>
                  </a:lnTo>
                  <a:lnTo>
                    <a:pt x="50466" y="232954"/>
                  </a:lnTo>
                  <a:cubicBezTo>
                    <a:pt x="50466" y="232954"/>
                    <a:pt x="52957" y="235141"/>
                    <a:pt x="53832" y="235780"/>
                  </a:cubicBezTo>
                  <a:cubicBezTo>
                    <a:pt x="54707" y="236419"/>
                    <a:pt x="56322" y="237630"/>
                    <a:pt x="56658" y="237832"/>
                  </a:cubicBezTo>
                  <a:cubicBezTo>
                    <a:pt x="56995" y="238034"/>
                    <a:pt x="59923" y="240994"/>
                    <a:pt x="60024" y="241297"/>
                  </a:cubicBezTo>
                  <a:cubicBezTo>
                    <a:pt x="60125" y="241634"/>
                    <a:pt x="61000" y="243686"/>
                    <a:pt x="61101" y="244022"/>
                  </a:cubicBezTo>
                  <a:cubicBezTo>
                    <a:pt x="61202" y="244358"/>
                    <a:pt x="61539" y="245536"/>
                    <a:pt x="61438" y="245973"/>
                  </a:cubicBezTo>
                  <a:cubicBezTo>
                    <a:pt x="61337" y="246410"/>
                    <a:pt x="61438" y="247588"/>
                    <a:pt x="61438" y="248698"/>
                  </a:cubicBezTo>
                  <a:cubicBezTo>
                    <a:pt x="61438" y="249774"/>
                    <a:pt x="62077" y="251860"/>
                    <a:pt x="62077" y="251860"/>
                  </a:cubicBezTo>
                  <a:lnTo>
                    <a:pt x="62615" y="257612"/>
                  </a:lnTo>
                  <a:lnTo>
                    <a:pt x="63692" y="262187"/>
                  </a:lnTo>
                  <a:lnTo>
                    <a:pt x="62481" y="265955"/>
                  </a:lnTo>
                  <a:lnTo>
                    <a:pt x="64433" y="269891"/>
                  </a:lnTo>
                  <a:cubicBezTo>
                    <a:pt x="64433" y="269891"/>
                    <a:pt x="65846" y="269454"/>
                    <a:pt x="66721" y="269655"/>
                  </a:cubicBezTo>
                  <a:cubicBezTo>
                    <a:pt x="67596" y="269891"/>
                    <a:pt x="69447" y="269756"/>
                    <a:pt x="69447" y="269756"/>
                  </a:cubicBezTo>
                  <a:lnTo>
                    <a:pt x="74226" y="270294"/>
                  </a:lnTo>
                  <a:cubicBezTo>
                    <a:pt x="74226" y="270294"/>
                    <a:pt x="76515" y="271001"/>
                    <a:pt x="76952" y="271001"/>
                  </a:cubicBezTo>
                  <a:cubicBezTo>
                    <a:pt x="77390" y="271001"/>
                    <a:pt x="79880" y="271169"/>
                    <a:pt x="80755" y="271169"/>
                  </a:cubicBezTo>
                  <a:cubicBezTo>
                    <a:pt x="81058" y="271169"/>
                    <a:pt x="81226" y="271169"/>
                    <a:pt x="81294" y="271169"/>
                  </a:cubicBezTo>
                  <a:lnTo>
                    <a:pt x="82707" y="273221"/>
                  </a:lnTo>
                  <a:lnTo>
                    <a:pt x="82472" y="273995"/>
                  </a:lnTo>
                  <a:lnTo>
                    <a:pt x="79308" y="275071"/>
                  </a:lnTo>
                  <a:cubicBezTo>
                    <a:pt x="79308" y="275071"/>
                    <a:pt x="78332" y="277359"/>
                    <a:pt x="77558" y="277561"/>
                  </a:cubicBezTo>
                  <a:cubicBezTo>
                    <a:pt x="76784" y="277762"/>
                    <a:pt x="76246" y="278099"/>
                    <a:pt x="75371" y="278536"/>
                  </a:cubicBezTo>
                  <a:cubicBezTo>
                    <a:pt x="74496" y="278974"/>
                    <a:pt x="72981" y="279747"/>
                    <a:pt x="72981" y="279747"/>
                  </a:cubicBezTo>
                  <a:lnTo>
                    <a:pt x="65139" y="283347"/>
                  </a:lnTo>
                  <a:lnTo>
                    <a:pt x="57534" y="284423"/>
                  </a:lnTo>
                  <a:lnTo>
                    <a:pt x="55346" y="285836"/>
                  </a:lnTo>
                  <a:lnTo>
                    <a:pt x="51846" y="288561"/>
                  </a:lnTo>
                  <a:lnTo>
                    <a:pt x="42928" y="288561"/>
                  </a:lnTo>
                  <a:lnTo>
                    <a:pt x="43567" y="294010"/>
                  </a:lnTo>
                  <a:lnTo>
                    <a:pt x="44004" y="298585"/>
                  </a:lnTo>
                  <a:cubicBezTo>
                    <a:pt x="44004" y="298585"/>
                    <a:pt x="44879" y="299662"/>
                    <a:pt x="42692" y="299662"/>
                  </a:cubicBezTo>
                  <a:cubicBezTo>
                    <a:pt x="40505" y="299662"/>
                    <a:pt x="38351" y="299023"/>
                    <a:pt x="38351" y="299023"/>
                  </a:cubicBezTo>
                  <a:lnTo>
                    <a:pt x="35725" y="298585"/>
                  </a:lnTo>
                  <a:cubicBezTo>
                    <a:pt x="35725" y="298585"/>
                    <a:pt x="34413" y="299023"/>
                    <a:pt x="33774" y="299897"/>
                  </a:cubicBezTo>
                  <a:cubicBezTo>
                    <a:pt x="33134" y="300772"/>
                    <a:pt x="31586" y="305986"/>
                    <a:pt x="31586" y="305986"/>
                  </a:cubicBezTo>
                  <a:cubicBezTo>
                    <a:pt x="31586" y="305986"/>
                    <a:pt x="32259" y="310124"/>
                    <a:pt x="32899" y="310763"/>
                  </a:cubicBezTo>
                  <a:cubicBezTo>
                    <a:pt x="33538" y="311402"/>
                    <a:pt x="36163" y="313791"/>
                    <a:pt x="37038" y="314026"/>
                  </a:cubicBezTo>
                  <a:cubicBezTo>
                    <a:pt x="37913" y="314228"/>
                    <a:pt x="39865" y="314665"/>
                    <a:pt x="40505" y="314665"/>
                  </a:cubicBezTo>
                  <a:cubicBezTo>
                    <a:pt x="41144" y="314665"/>
                    <a:pt x="42894" y="314665"/>
                    <a:pt x="42894" y="314665"/>
                  </a:cubicBezTo>
                  <a:lnTo>
                    <a:pt x="44644" y="316616"/>
                  </a:lnTo>
                  <a:cubicBezTo>
                    <a:pt x="44644" y="316616"/>
                    <a:pt x="45081" y="317928"/>
                    <a:pt x="45721" y="318366"/>
                  </a:cubicBezTo>
                  <a:cubicBezTo>
                    <a:pt x="46360" y="318803"/>
                    <a:pt x="51610" y="320956"/>
                    <a:pt x="51610" y="320956"/>
                  </a:cubicBezTo>
                  <a:cubicBezTo>
                    <a:pt x="51610" y="320956"/>
                    <a:pt x="54437" y="322470"/>
                    <a:pt x="55952" y="322470"/>
                  </a:cubicBezTo>
                  <a:cubicBezTo>
                    <a:pt x="57500" y="322470"/>
                    <a:pt x="62043" y="322907"/>
                    <a:pt x="62043" y="322907"/>
                  </a:cubicBezTo>
                  <a:lnTo>
                    <a:pt x="65947" y="323445"/>
                  </a:lnTo>
                  <a:lnTo>
                    <a:pt x="70962" y="323344"/>
                  </a:lnTo>
                  <a:lnTo>
                    <a:pt x="74226" y="323344"/>
                  </a:lnTo>
                  <a:cubicBezTo>
                    <a:pt x="74226" y="323344"/>
                    <a:pt x="74664" y="323142"/>
                    <a:pt x="75303" y="323781"/>
                  </a:cubicBezTo>
                  <a:cubicBezTo>
                    <a:pt x="75942" y="324421"/>
                    <a:pt x="76178" y="325531"/>
                    <a:pt x="76178" y="325531"/>
                  </a:cubicBezTo>
                  <a:lnTo>
                    <a:pt x="78130" y="328357"/>
                  </a:lnTo>
                  <a:cubicBezTo>
                    <a:pt x="78130" y="328357"/>
                    <a:pt x="78130" y="330308"/>
                    <a:pt x="77895" y="331182"/>
                  </a:cubicBezTo>
                  <a:cubicBezTo>
                    <a:pt x="77693" y="332057"/>
                    <a:pt x="77457" y="333133"/>
                    <a:pt x="76818" y="334008"/>
                  </a:cubicBezTo>
                  <a:cubicBezTo>
                    <a:pt x="76178" y="334883"/>
                    <a:pt x="77457" y="333571"/>
                    <a:pt x="76178" y="334883"/>
                  </a:cubicBezTo>
                  <a:cubicBezTo>
                    <a:pt x="74866" y="336195"/>
                    <a:pt x="73991" y="338785"/>
                    <a:pt x="73991" y="338785"/>
                  </a:cubicBezTo>
                  <a:lnTo>
                    <a:pt x="73856" y="340299"/>
                  </a:lnTo>
                  <a:lnTo>
                    <a:pt x="75101" y="343326"/>
                  </a:lnTo>
                  <a:lnTo>
                    <a:pt x="75101" y="346791"/>
                  </a:lnTo>
                  <a:lnTo>
                    <a:pt x="76246" y="348103"/>
                  </a:lnTo>
                  <a:lnTo>
                    <a:pt x="77390" y="350727"/>
                  </a:lnTo>
                  <a:lnTo>
                    <a:pt x="81159" y="352308"/>
                  </a:lnTo>
                  <a:lnTo>
                    <a:pt x="82472" y="352443"/>
                  </a:lnTo>
                  <a:cubicBezTo>
                    <a:pt x="82472" y="352443"/>
                    <a:pt x="83481" y="353754"/>
                    <a:pt x="83784" y="354326"/>
                  </a:cubicBezTo>
                  <a:cubicBezTo>
                    <a:pt x="84087" y="354898"/>
                    <a:pt x="85803" y="356647"/>
                    <a:pt x="85803" y="356647"/>
                  </a:cubicBezTo>
                  <a:lnTo>
                    <a:pt x="86106" y="358834"/>
                  </a:lnTo>
                  <a:lnTo>
                    <a:pt x="86981" y="362030"/>
                  </a:lnTo>
                  <a:lnTo>
                    <a:pt x="86409" y="366369"/>
                  </a:lnTo>
                  <a:lnTo>
                    <a:pt x="86275" y="367984"/>
                  </a:lnTo>
                  <a:lnTo>
                    <a:pt x="85265" y="370574"/>
                  </a:lnTo>
                  <a:lnTo>
                    <a:pt x="83515" y="376091"/>
                  </a:lnTo>
                  <a:lnTo>
                    <a:pt x="82068" y="376966"/>
                  </a:lnTo>
                  <a:lnTo>
                    <a:pt x="79611" y="377975"/>
                  </a:lnTo>
                  <a:cubicBezTo>
                    <a:pt x="79611" y="377975"/>
                    <a:pt x="79174" y="379993"/>
                    <a:pt x="79174" y="380733"/>
                  </a:cubicBezTo>
                  <a:cubicBezTo>
                    <a:pt x="79174" y="381440"/>
                    <a:pt x="80486" y="383357"/>
                    <a:pt x="80486" y="383357"/>
                  </a:cubicBezTo>
                  <a:cubicBezTo>
                    <a:pt x="80486" y="383357"/>
                    <a:pt x="81226" y="384938"/>
                    <a:pt x="81058" y="385376"/>
                  </a:cubicBezTo>
                  <a:cubicBezTo>
                    <a:pt x="80923" y="385813"/>
                    <a:pt x="80755" y="387125"/>
                    <a:pt x="80351" y="387260"/>
                  </a:cubicBezTo>
                  <a:cubicBezTo>
                    <a:pt x="79914" y="387394"/>
                    <a:pt x="78904" y="388571"/>
                    <a:pt x="78332" y="388571"/>
                  </a:cubicBezTo>
                  <a:cubicBezTo>
                    <a:pt x="77760" y="388571"/>
                    <a:pt x="77760" y="388437"/>
                    <a:pt x="77625" y="389143"/>
                  </a:cubicBezTo>
                  <a:cubicBezTo>
                    <a:pt x="77457" y="389850"/>
                    <a:pt x="78635" y="392339"/>
                    <a:pt x="79207" y="393214"/>
                  </a:cubicBezTo>
                  <a:cubicBezTo>
                    <a:pt x="79779" y="394088"/>
                    <a:pt x="80890" y="396544"/>
                    <a:pt x="80890" y="397116"/>
                  </a:cubicBezTo>
                  <a:cubicBezTo>
                    <a:pt x="80890" y="397688"/>
                    <a:pt x="83851" y="400581"/>
                    <a:pt x="83851" y="400581"/>
                  </a:cubicBezTo>
                  <a:lnTo>
                    <a:pt x="83851" y="402397"/>
                  </a:lnTo>
                  <a:cubicBezTo>
                    <a:pt x="83818" y="402296"/>
                    <a:pt x="83515" y="402196"/>
                    <a:pt x="82102" y="402498"/>
                  </a:cubicBezTo>
                  <a:cubicBezTo>
                    <a:pt x="80082" y="402936"/>
                    <a:pt x="78467" y="404248"/>
                    <a:pt x="77625" y="404651"/>
                  </a:cubicBezTo>
                  <a:cubicBezTo>
                    <a:pt x="76750" y="405089"/>
                    <a:pt x="76885" y="404954"/>
                    <a:pt x="75168" y="405660"/>
                  </a:cubicBezTo>
                  <a:cubicBezTo>
                    <a:pt x="73418" y="406401"/>
                    <a:pt x="72847" y="406804"/>
                    <a:pt x="71264" y="407847"/>
                  </a:cubicBezTo>
                  <a:cubicBezTo>
                    <a:pt x="69683" y="408856"/>
                    <a:pt x="68808" y="410605"/>
                    <a:pt x="68236" y="411043"/>
                  </a:cubicBezTo>
                  <a:cubicBezTo>
                    <a:pt x="67664" y="411480"/>
                    <a:pt x="65644" y="413061"/>
                    <a:pt x="65644" y="413061"/>
                  </a:cubicBezTo>
                  <a:cubicBezTo>
                    <a:pt x="65644" y="413061"/>
                    <a:pt x="62750" y="412927"/>
                    <a:pt x="62009" y="414070"/>
                  </a:cubicBezTo>
                  <a:cubicBezTo>
                    <a:pt x="61269" y="415248"/>
                    <a:pt x="60260" y="417098"/>
                    <a:pt x="59250" y="417098"/>
                  </a:cubicBezTo>
                  <a:cubicBezTo>
                    <a:pt x="58240" y="417098"/>
                    <a:pt x="58947" y="419284"/>
                    <a:pt x="56793" y="417098"/>
                  </a:cubicBezTo>
                  <a:cubicBezTo>
                    <a:pt x="54639" y="414911"/>
                    <a:pt x="52721" y="411749"/>
                    <a:pt x="50702" y="410874"/>
                  </a:cubicBezTo>
                  <a:cubicBezTo>
                    <a:pt x="48682" y="410000"/>
                    <a:pt x="48514" y="407981"/>
                    <a:pt x="47067" y="407679"/>
                  </a:cubicBezTo>
                  <a:cubicBezTo>
                    <a:pt x="45620" y="407376"/>
                    <a:pt x="42995" y="407242"/>
                    <a:pt x="42995" y="407242"/>
                  </a:cubicBezTo>
                  <a:lnTo>
                    <a:pt x="38956" y="409697"/>
                  </a:lnTo>
                  <a:lnTo>
                    <a:pt x="33740" y="413162"/>
                  </a:lnTo>
                  <a:lnTo>
                    <a:pt x="32999" y="415483"/>
                  </a:lnTo>
                  <a:lnTo>
                    <a:pt x="31148" y="416526"/>
                  </a:lnTo>
                  <a:lnTo>
                    <a:pt x="30408" y="416930"/>
                  </a:lnTo>
                  <a:lnTo>
                    <a:pt x="26638" y="418040"/>
                  </a:lnTo>
                  <a:lnTo>
                    <a:pt x="25461" y="420697"/>
                  </a:lnTo>
                  <a:lnTo>
                    <a:pt x="21691" y="424465"/>
                  </a:lnTo>
                  <a:lnTo>
                    <a:pt x="19235" y="426921"/>
                  </a:lnTo>
                  <a:lnTo>
                    <a:pt x="19975" y="430116"/>
                  </a:lnTo>
                  <a:lnTo>
                    <a:pt x="22163" y="433447"/>
                  </a:lnTo>
                  <a:lnTo>
                    <a:pt x="24485" y="436340"/>
                  </a:lnTo>
                  <a:lnTo>
                    <a:pt x="27244" y="438964"/>
                  </a:lnTo>
                  <a:lnTo>
                    <a:pt x="30004" y="442731"/>
                  </a:lnTo>
                  <a:lnTo>
                    <a:pt x="30307" y="445052"/>
                  </a:lnTo>
                  <a:cubicBezTo>
                    <a:pt x="30307" y="445052"/>
                    <a:pt x="29567" y="447643"/>
                    <a:pt x="29432" y="448248"/>
                  </a:cubicBezTo>
                  <a:cubicBezTo>
                    <a:pt x="29297" y="448820"/>
                    <a:pt x="28288" y="453462"/>
                    <a:pt x="28288" y="453462"/>
                  </a:cubicBezTo>
                  <a:lnTo>
                    <a:pt x="24215" y="456355"/>
                  </a:lnTo>
                  <a:lnTo>
                    <a:pt x="18562" y="459551"/>
                  </a:lnTo>
                  <a:lnTo>
                    <a:pt x="17552" y="462444"/>
                  </a:lnTo>
                  <a:cubicBezTo>
                    <a:pt x="17552" y="462444"/>
                    <a:pt x="16980" y="464025"/>
                    <a:pt x="16812" y="464463"/>
                  </a:cubicBezTo>
                  <a:cubicBezTo>
                    <a:pt x="16677" y="464900"/>
                    <a:pt x="12335" y="465606"/>
                    <a:pt x="12335" y="465606"/>
                  </a:cubicBezTo>
                  <a:cubicBezTo>
                    <a:pt x="12335" y="465606"/>
                    <a:pt x="9879" y="466313"/>
                    <a:pt x="9441" y="466615"/>
                  </a:cubicBezTo>
                  <a:cubicBezTo>
                    <a:pt x="9003" y="466918"/>
                    <a:pt x="4797" y="469340"/>
                    <a:pt x="4797" y="469340"/>
                  </a:cubicBezTo>
                  <a:lnTo>
                    <a:pt x="2980" y="472233"/>
                  </a:lnTo>
                  <a:lnTo>
                    <a:pt x="2172" y="476304"/>
                  </a:lnTo>
                  <a:lnTo>
                    <a:pt x="2172" y="480643"/>
                  </a:lnTo>
                  <a:cubicBezTo>
                    <a:pt x="2172" y="480643"/>
                    <a:pt x="2912" y="486160"/>
                    <a:pt x="2912" y="486732"/>
                  </a:cubicBezTo>
                  <a:cubicBezTo>
                    <a:pt x="2912" y="487304"/>
                    <a:pt x="3787" y="490769"/>
                    <a:pt x="3787" y="490769"/>
                  </a:cubicBezTo>
                  <a:cubicBezTo>
                    <a:pt x="3787" y="490769"/>
                    <a:pt x="4056" y="492955"/>
                    <a:pt x="4056" y="493527"/>
                  </a:cubicBezTo>
                  <a:cubicBezTo>
                    <a:pt x="4056" y="494099"/>
                    <a:pt x="4359" y="495276"/>
                    <a:pt x="3047" y="496555"/>
                  </a:cubicBezTo>
                  <a:cubicBezTo>
                    <a:pt x="1734" y="497867"/>
                    <a:pt x="287" y="499751"/>
                    <a:pt x="18" y="500322"/>
                  </a:cubicBezTo>
                  <a:cubicBezTo>
                    <a:pt x="-285" y="500894"/>
                    <a:pt x="3350" y="505234"/>
                    <a:pt x="3350" y="505234"/>
                  </a:cubicBezTo>
                  <a:lnTo>
                    <a:pt x="4662" y="508261"/>
                  </a:lnTo>
                  <a:cubicBezTo>
                    <a:pt x="4662" y="508261"/>
                    <a:pt x="7557" y="510145"/>
                    <a:pt x="7994" y="510448"/>
                  </a:cubicBezTo>
                  <a:cubicBezTo>
                    <a:pt x="8432" y="510751"/>
                    <a:pt x="11191" y="512769"/>
                    <a:pt x="11191" y="512769"/>
                  </a:cubicBezTo>
                  <a:cubicBezTo>
                    <a:pt x="11191" y="512769"/>
                    <a:pt x="14220" y="513913"/>
                    <a:pt x="14826" y="513778"/>
                  </a:cubicBezTo>
                  <a:cubicBezTo>
                    <a:pt x="15398" y="513644"/>
                    <a:pt x="18158" y="512769"/>
                    <a:pt x="18158" y="512769"/>
                  </a:cubicBezTo>
                  <a:lnTo>
                    <a:pt x="18730" y="512769"/>
                  </a:lnTo>
                  <a:cubicBezTo>
                    <a:pt x="18730" y="512769"/>
                    <a:pt x="21186" y="512836"/>
                    <a:pt x="21624" y="512971"/>
                  </a:cubicBezTo>
                  <a:cubicBezTo>
                    <a:pt x="22061" y="513105"/>
                    <a:pt x="25696" y="517983"/>
                    <a:pt x="25696" y="517983"/>
                  </a:cubicBezTo>
                  <a:lnTo>
                    <a:pt x="29163" y="517983"/>
                  </a:lnTo>
                  <a:lnTo>
                    <a:pt x="31653" y="517445"/>
                  </a:lnTo>
                  <a:lnTo>
                    <a:pt x="33504" y="517983"/>
                  </a:lnTo>
                  <a:lnTo>
                    <a:pt x="33504" y="520607"/>
                  </a:lnTo>
                  <a:lnTo>
                    <a:pt x="33067" y="523870"/>
                  </a:lnTo>
                  <a:lnTo>
                    <a:pt x="32427" y="525485"/>
                  </a:lnTo>
                  <a:cubicBezTo>
                    <a:pt x="32427" y="525485"/>
                    <a:pt x="31889" y="527537"/>
                    <a:pt x="31889" y="528109"/>
                  </a:cubicBezTo>
                  <a:cubicBezTo>
                    <a:pt x="31889" y="528647"/>
                    <a:pt x="31451" y="529623"/>
                    <a:pt x="31990" y="530834"/>
                  </a:cubicBezTo>
                  <a:cubicBezTo>
                    <a:pt x="32528" y="532044"/>
                    <a:pt x="33740" y="533861"/>
                    <a:pt x="34278" y="534298"/>
                  </a:cubicBezTo>
                  <a:cubicBezTo>
                    <a:pt x="34817" y="534736"/>
                    <a:pt x="36702" y="536048"/>
                    <a:pt x="36836" y="536350"/>
                  </a:cubicBezTo>
                  <a:cubicBezTo>
                    <a:pt x="36937" y="536687"/>
                    <a:pt x="37004" y="539075"/>
                    <a:pt x="37004" y="539513"/>
                  </a:cubicBezTo>
                  <a:cubicBezTo>
                    <a:pt x="37004" y="539950"/>
                    <a:pt x="37004" y="543213"/>
                    <a:pt x="37004" y="543213"/>
                  </a:cubicBezTo>
                  <a:lnTo>
                    <a:pt x="38418" y="545601"/>
                  </a:lnTo>
                  <a:lnTo>
                    <a:pt x="40605" y="548091"/>
                  </a:lnTo>
                  <a:cubicBezTo>
                    <a:pt x="40605" y="548091"/>
                    <a:pt x="42120" y="549941"/>
                    <a:pt x="42456" y="550143"/>
                  </a:cubicBezTo>
                  <a:cubicBezTo>
                    <a:pt x="42793" y="550344"/>
                    <a:pt x="43870" y="551656"/>
                    <a:pt x="43870" y="551656"/>
                  </a:cubicBezTo>
                  <a:lnTo>
                    <a:pt x="46057" y="553944"/>
                  </a:lnTo>
                  <a:lnTo>
                    <a:pt x="48346" y="557207"/>
                  </a:lnTo>
                  <a:cubicBezTo>
                    <a:pt x="48346" y="557207"/>
                    <a:pt x="48447" y="558956"/>
                    <a:pt x="48682" y="559495"/>
                  </a:cubicBezTo>
                  <a:cubicBezTo>
                    <a:pt x="48884" y="560033"/>
                    <a:pt x="49658" y="560806"/>
                    <a:pt x="49658" y="560806"/>
                  </a:cubicBezTo>
                  <a:lnTo>
                    <a:pt x="49355" y="563060"/>
                  </a:lnTo>
                  <a:lnTo>
                    <a:pt x="49490" y="565314"/>
                  </a:lnTo>
                  <a:lnTo>
                    <a:pt x="52384" y="566693"/>
                  </a:lnTo>
                  <a:lnTo>
                    <a:pt x="53529" y="566693"/>
                  </a:lnTo>
                  <a:lnTo>
                    <a:pt x="56423" y="568443"/>
                  </a:lnTo>
                  <a:cubicBezTo>
                    <a:pt x="56423" y="568443"/>
                    <a:pt x="58745" y="570192"/>
                    <a:pt x="59183" y="570461"/>
                  </a:cubicBezTo>
                  <a:cubicBezTo>
                    <a:pt x="59620" y="570764"/>
                    <a:pt x="61505" y="573219"/>
                    <a:pt x="61505" y="573219"/>
                  </a:cubicBezTo>
                  <a:cubicBezTo>
                    <a:pt x="61505" y="573219"/>
                    <a:pt x="61639" y="574801"/>
                    <a:pt x="61505" y="575238"/>
                  </a:cubicBezTo>
                  <a:cubicBezTo>
                    <a:pt x="61370" y="575675"/>
                    <a:pt x="60933" y="577424"/>
                    <a:pt x="60933" y="578131"/>
                  </a:cubicBezTo>
                  <a:cubicBezTo>
                    <a:pt x="60933" y="578871"/>
                    <a:pt x="60664" y="579443"/>
                    <a:pt x="60360" y="581327"/>
                  </a:cubicBezTo>
                  <a:cubicBezTo>
                    <a:pt x="60058" y="583210"/>
                    <a:pt x="59351" y="586541"/>
                    <a:pt x="59048" y="587113"/>
                  </a:cubicBezTo>
                  <a:cubicBezTo>
                    <a:pt x="58745" y="587684"/>
                    <a:pt x="56726" y="590746"/>
                    <a:pt x="56726" y="590746"/>
                  </a:cubicBezTo>
                  <a:lnTo>
                    <a:pt x="55144" y="595253"/>
                  </a:lnTo>
                  <a:cubicBezTo>
                    <a:pt x="55144" y="595253"/>
                    <a:pt x="54437" y="597709"/>
                    <a:pt x="53832" y="598146"/>
                  </a:cubicBezTo>
                  <a:cubicBezTo>
                    <a:pt x="53259" y="598584"/>
                    <a:pt x="52822" y="598853"/>
                    <a:pt x="51644" y="599593"/>
                  </a:cubicBezTo>
                  <a:cubicBezTo>
                    <a:pt x="50500" y="600299"/>
                    <a:pt x="49760" y="602049"/>
                    <a:pt x="49187" y="602183"/>
                  </a:cubicBezTo>
                  <a:cubicBezTo>
                    <a:pt x="48615" y="602318"/>
                    <a:pt x="47168" y="603764"/>
                    <a:pt x="46158" y="604504"/>
                  </a:cubicBezTo>
                  <a:cubicBezTo>
                    <a:pt x="45148" y="605211"/>
                    <a:pt x="44408" y="606657"/>
                    <a:pt x="44139" y="607532"/>
                  </a:cubicBezTo>
                  <a:cubicBezTo>
                    <a:pt x="43870" y="608407"/>
                    <a:pt x="44442" y="610559"/>
                    <a:pt x="44442" y="610559"/>
                  </a:cubicBezTo>
                  <a:lnTo>
                    <a:pt x="48514" y="614462"/>
                  </a:lnTo>
                  <a:cubicBezTo>
                    <a:pt x="48514" y="614462"/>
                    <a:pt x="47505" y="616345"/>
                    <a:pt x="46932" y="616648"/>
                  </a:cubicBezTo>
                  <a:cubicBezTo>
                    <a:pt x="46360" y="616951"/>
                    <a:pt x="44173" y="618397"/>
                    <a:pt x="43029" y="618532"/>
                  </a:cubicBezTo>
                  <a:cubicBezTo>
                    <a:pt x="41850" y="618667"/>
                    <a:pt x="38822" y="622602"/>
                    <a:pt x="38822" y="622602"/>
                  </a:cubicBezTo>
                  <a:lnTo>
                    <a:pt x="36870" y="628187"/>
                  </a:lnTo>
                  <a:lnTo>
                    <a:pt x="34043" y="633401"/>
                  </a:lnTo>
                  <a:lnTo>
                    <a:pt x="30341" y="637303"/>
                  </a:lnTo>
                  <a:lnTo>
                    <a:pt x="28826" y="641003"/>
                  </a:lnTo>
                  <a:lnTo>
                    <a:pt x="28624" y="646419"/>
                  </a:lnTo>
                  <a:lnTo>
                    <a:pt x="29264" y="652071"/>
                  </a:lnTo>
                  <a:lnTo>
                    <a:pt x="31653" y="653585"/>
                  </a:lnTo>
                  <a:lnTo>
                    <a:pt x="29701" y="659673"/>
                  </a:lnTo>
                  <a:lnTo>
                    <a:pt x="30576" y="664248"/>
                  </a:lnTo>
                  <a:lnTo>
                    <a:pt x="30341" y="667074"/>
                  </a:lnTo>
                  <a:cubicBezTo>
                    <a:pt x="30341" y="667074"/>
                    <a:pt x="29903" y="666872"/>
                    <a:pt x="28591" y="667074"/>
                  </a:cubicBezTo>
                  <a:cubicBezTo>
                    <a:pt x="27278" y="667310"/>
                    <a:pt x="26841" y="666872"/>
                    <a:pt x="25966" y="667074"/>
                  </a:cubicBezTo>
                  <a:cubicBezTo>
                    <a:pt x="25090" y="667310"/>
                    <a:pt x="22061" y="668386"/>
                    <a:pt x="22061" y="668386"/>
                  </a:cubicBezTo>
                  <a:lnTo>
                    <a:pt x="17720" y="669462"/>
                  </a:lnTo>
                  <a:lnTo>
                    <a:pt x="18360" y="672053"/>
                  </a:lnTo>
                  <a:lnTo>
                    <a:pt x="19437" y="674004"/>
                  </a:lnTo>
                  <a:lnTo>
                    <a:pt x="16609" y="677906"/>
                  </a:lnTo>
                  <a:lnTo>
                    <a:pt x="11831" y="677906"/>
                  </a:lnTo>
                  <a:lnTo>
                    <a:pt x="8566" y="680294"/>
                  </a:lnTo>
                  <a:lnTo>
                    <a:pt x="4427" y="682044"/>
                  </a:lnTo>
                  <a:lnTo>
                    <a:pt x="3787" y="685508"/>
                  </a:lnTo>
                  <a:lnTo>
                    <a:pt x="9643" y="688973"/>
                  </a:lnTo>
                  <a:cubicBezTo>
                    <a:pt x="9643" y="688973"/>
                    <a:pt x="13345" y="689613"/>
                    <a:pt x="9879" y="690050"/>
                  </a:cubicBezTo>
                  <a:cubicBezTo>
                    <a:pt x="6412" y="690487"/>
                    <a:pt x="4225" y="692001"/>
                    <a:pt x="4225" y="692001"/>
                  </a:cubicBezTo>
                  <a:cubicBezTo>
                    <a:pt x="4225" y="692001"/>
                    <a:pt x="3585" y="694188"/>
                    <a:pt x="4864" y="695264"/>
                  </a:cubicBezTo>
                  <a:cubicBezTo>
                    <a:pt x="6177" y="696341"/>
                    <a:pt x="7893" y="698292"/>
                    <a:pt x="8768" y="698964"/>
                  </a:cubicBezTo>
                  <a:cubicBezTo>
                    <a:pt x="9643" y="699603"/>
                    <a:pt x="12470" y="703304"/>
                    <a:pt x="12470" y="703304"/>
                  </a:cubicBezTo>
                  <a:lnTo>
                    <a:pt x="14422" y="705490"/>
                  </a:lnTo>
                  <a:cubicBezTo>
                    <a:pt x="14422" y="705490"/>
                    <a:pt x="14658" y="708518"/>
                    <a:pt x="14422" y="709393"/>
                  </a:cubicBezTo>
                  <a:cubicBezTo>
                    <a:pt x="14220" y="710267"/>
                    <a:pt x="14422" y="713530"/>
                    <a:pt x="14422" y="713530"/>
                  </a:cubicBezTo>
                  <a:lnTo>
                    <a:pt x="19201" y="717668"/>
                  </a:lnTo>
                  <a:cubicBezTo>
                    <a:pt x="19201" y="717668"/>
                    <a:pt x="25057" y="722680"/>
                    <a:pt x="26369" y="723319"/>
                  </a:cubicBezTo>
                  <a:cubicBezTo>
                    <a:pt x="27682" y="723959"/>
                    <a:pt x="30946" y="724833"/>
                    <a:pt x="30946" y="724833"/>
                  </a:cubicBezTo>
                  <a:lnTo>
                    <a:pt x="31250" y="729913"/>
                  </a:lnTo>
                  <a:cubicBezTo>
                    <a:pt x="31687" y="729610"/>
                    <a:pt x="34144" y="728332"/>
                    <a:pt x="34581" y="728164"/>
                  </a:cubicBezTo>
                  <a:cubicBezTo>
                    <a:pt x="35019" y="728029"/>
                    <a:pt x="36600" y="727289"/>
                    <a:pt x="36600" y="727289"/>
                  </a:cubicBezTo>
                  <a:cubicBezTo>
                    <a:pt x="36600" y="727289"/>
                    <a:pt x="38620" y="726717"/>
                    <a:pt x="39226" y="726717"/>
                  </a:cubicBezTo>
                  <a:cubicBezTo>
                    <a:pt x="39797" y="726717"/>
                    <a:pt x="41110" y="725977"/>
                    <a:pt x="41379" y="726717"/>
                  </a:cubicBezTo>
                  <a:cubicBezTo>
                    <a:pt x="41682" y="727424"/>
                    <a:pt x="42995" y="728164"/>
                    <a:pt x="42995" y="728164"/>
                  </a:cubicBezTo>
                  <a:lnTo>
                    <a:pt x="46899" y="728736"/>
                  </a:lnTo>
                  <a:lnTo>
                    <a:pt x="50534" y="729610"/>
                  </a:lnTo>
                  <a:cubicBezTo>
                    <a:pt x="50534" y="729610"/>
                    <a:pt x="53731" y="728736"/>
                    <a:pt x="54303" y="728164"/>
                  </a:cubicBezTo>
                  <a:cubicBezTo>
                    <a:pt x="54875" y="727592"/>
                    <a:pt x="56187" y="726784"/>
                    <a:pt x="56760" y="726246"/>
                  </a:cubicBezTo>
                  <a:cubicBezTo>
                    <a:pt x="57332" y="725708"/>
                    <a:pt x="58341" y="724833"/>
                    <a:pt x="58913" y="724833"/>
                  </a:cubicBezTo>
                  <a:cubicBezTo>
                    <a:pt x="59485" y="724833"/>
                    <a:pt x="60495" y="724833"/>
                    <a:pt x="60495" y="724833"/>
                  </a:cubicBezTo>
                  <a:cubicBezTo>
                    <a:pt x="60495" y="724833"/>
                    <a:pt x="62245" y="725271"/>
                    <a:pt x="62380" y="725842"/>
                  </a:cubicBezTo>
                  <a:cubicBezTo>
                    <a:pt x="62514" y="726414"/>
                    <a:pt x="63120" y="729038"/>
                    <a:pt x="63120" y="729038"/>
                  </a:cubicBezTo>
                  <a:lnTo>
                    <a:pt x="63120" y="730922"/>
                  </a:lnTo>
                  <a:cubicBezTo>
                    <a:pt x="63120" y="730922"/>
                    <a:pt x="67461" y="731931"/>
                    <a:pt x="67899" y="732066"/>
                  </a:cubicBezTo>
                  <a:cubicBezTo>
                    <a:pt x="68337" y="732200"/>
                    <a:pt x="69649" y="733209"/>
                    <a:pt x="70221" y="733209"/>
                  </a:cubicBezTo>
                  <a:cubicBezTo>
                    <a:pt x="70794" y="733209"/>
                    <a:pt x="73418" y="734219"/>
                    <a:pt x="73418" y="734219"/>
                  </a:cubicBezTo>
                  <a:cubicBezTo>
                    <a:pt x="73418" y="734219"/>
                    <a:pt x="76616" y="734791"/>
                    <a:pt x="77188" y="734791"/>
                  </a:cubicBezTo>
                  <a:cubicBezTo>
                    <a:pt x="77760" y="734791"/>
                    <a:pt x="79073" y="735228"/>
                    <a:pt x="80519" y="735228"/>
                  </a:cubicBezTo>
                  <a:cubicBezTo>
                    <a:pt x="81967" y="735228"/>
                    <a:pt x="83279" y="735800"/>
                    <a:pt x="84424" y="735968"/>
                  </a:cubicBezTo>
                  <a:cubicBezTo>
                    <a:pt x="85601" y="736103"/>
                    <a:pt x="87049" y="736405"/>
                    <a:pt x="87318" y="736843"/>
                  </a:cubicBezTo>
                  <a:cubicBezTo>
                    <a:pt x="87587" y="737280"/>
                    <a:pt x="90078" y="739029"/>
                    <a:pt x="90919" y="739298"/>
                  </a:cubicBezTo>
                  <a:cubicBezTo>
                    <a:pt x="91794" y="739601"/>
                    <a:pt x="91053" y="738861"/>
                    <a:pt x="91794" y="739601"/>
                  </a:cubicBezTo>
                  <a:cubicBezTo>
                    <a:pt x="92534" y="740308"/>
                    <a:pt x="93544" y="741922"/>
                    <a:pt x="93544" y="741922"/>
                  </a:cubicBezTo>
                  <a:lnTo>
                    <a:pt x="97885" y="743941"/>
                  </a:lnTo>
                  <a:lnTo>
                    <a:pt x="102092" y="745522"/>
                  </a:lnTo>
                  <a:lnTo>
                    <a:pt x="108049" y="747405"/>
                  </a:lnTo>
                  <a:lnTo>
                    <a:pt x="110237" y="747708"/>
                  </a:lnTo>
                  <a:lnTo>
                    <a:pt x="116900" y="747002"/>
                  </a:lnTo>
                  <a:lnTo>
                    <a:pt x="118650" y="746127"/>
                  </a:lnTo>
                  <a:cubicBezTo>
                    <a:pt x="118650" y="746127"/>
                    <a:pt x="119828" y="746127"/>
                    <a:pt x="120266" y="745992"/>
                  </a:cubicBezTo>
                  <a:cubicBezTo>
                    <a:pt x="120703" y="745858"/>
                    <a:pt x="124607" y="748314"/>
                    <a:pt x="124607" y="748314"/>
                  </a:cubicBezTo>
                  <a:lnTo>
                    <a:pt x="129252" y="748886"/>
                  </a:lnTo>
                  <a:cubicBezTo>
                    <a:pt x="129252" y="748886"/>
                    <a:pt x="133021" y="747574"/>
                    <a:pt x="133593" y="747574"/>
                  </a:cubicBezTo>
                  <a:cubicBezTo>
                    <a:pt x="134165" y="747574"/>
                    <a:pt x="137228" y="746833"/>
                    <a:pt x="137228" y="746833"/>
                  </a:cubicBezTo>
                  <a:lnTo>
                    <a:pt x="140189" y="749861"/>
                  </a:lnTo>
                  <a:lnTo>
                    <a:pt x="143151" y="752922"/>
                  </a:lnTo>
                  <a:lnTo>
                    <a:pt x="143151" y="755243"/>
                  </a:lnTo>
                  <a:lnTo>
                    <a:pt x="143151" y="758708"/>
                  </a:lnTo>
                  <a:lnTo>
                    <a:pt x="147492" y="756084"/>
                  </a:lnTo>
                  <a:lnTo>
                    <a:pt x="150084" y="750870"/>
                  </a:lnTo>
                  <a:lnTo>
                    <a:pt x="150084" y="749996"/>
                  </a:lnTo>
                  <a:cubicBezTo>
                    <a:pt x="150084" y="749996"/>
                    <a:pt x="151093" y="745522"/>
                    <a:pt x="151665" y="745084"/>
                  </a:cubicBezTo>
                  <a:cubicBezTo>
                    <a:pt x="152238" y="744647"/>
                    <a:pt x="152978" y="742898"/>
                    <a:pt x="153550" y="742898"/>
                  </a:cubicBezTo>
                  <a:cubicBezTo>
                    <a:pt x="154122" y="742898"/>
                    <a:pt x="155738" y="741451"/>
                    <a:pt x="156007" y="741014"/>
                  </a:cubicBezTo>
                  <a:cubicBezTo>
                    <a:pt x="156276" y="740577"/>
                    <a:pt x="157891" y="738121"/>
                    <a:pt x="158329" y="738121"/>
                  </a:cubicBezTo>
                  <a:cubicBezTo>
                    <a:pt x="158766" y="738121"/>
                    <a:pt x="160651" y="736674"/>
                    <a:pt x="160651" y="736674"/>
                  </a:cubicBezTo>
                  <a:cubicBezTo>
                    <a:pt x="160651" y="736674"/>
                    <a:pt x="162536" y="737414"/>
                    <a:pt x="162973" y="737549"/>
                  </a:cubicBezTo>
                  <a:cubicBezTo>
                    <a:pt x="163411" y="737684"/>
                    <a:pt x="164858" y="738289"/>
                    <a:pt x="165565" y="738424"/>
                  </a:cubicBezTo>
                  <a:cubicBezTo>
                    <a:pt x="166305" y="738558"/>
                    <a:pt x="167450" y="738726"/>
                    <a:pt x="167450" y="738726"/>
                  </a:cubicBezTo>
                  <a:lnTo>
                    <a:pt x="173541" y="742360"/>
                  </a:lnTo>
                  <a:lnTo>
                    <a:pt x="175123" y="748011"/>
                  </a:lnTo>
                  <a:lnTo>
                    <a:pt x="176132" y="750029"/>
                  </a:lnTo>
                  <a:lnTo>
                    <a:pt x="176132" y="753494"/>
                  </a:lnTo>
                  <a:lnTo>
                    <a:pt x="176132" y="756959"/>
                  </a:lnTo>
                  <a:lnTo>
                    <a:pt x="176873" y="759011"/>
                  </a:lnTo>
                  <a:lnTo>
                    <a:pt x="178084" y="759650"/>
                  </a:lnTo>
                  <a:lnTo>
                    <a:pt x="183301" y="758877"/>
                  </a:lnTo>
                  <a:cubicBezTo>
                    <a:pt x="183974" y="758675"/>
                    <a:pt x="186128" y="756253"/>
                    <a:pt x="186330" y="755614"/>
                  </a:cubicBezTo>
                  <a:cubicBezTo>
                    <a:pt x="186565" y="754974"/>
                    <a:pt x="188517" y="751913"/>
                    <a:pt x="188517" y="751913"/>
                  </a:cubicBezTo>
                  <a:lnTo>
                    <a:pt x="190705" y="745185"/>
                  </a:lnTo>
                  <a:lnTo>
                    <a:pt x="191142" y="738659"/>
                  </a:lnTo>
                  <a:lnTo>
                    <a:pt x="188315" y="732806"/>
                  </a:lnTo>
                  <a:lnTo>
                    <a:pt x="183974" y="725842"/>
                  </a:lnTo>
                  <a:lnTo>
                    <a:pt x="177445" y="719989"/>
                  </a:lnTo>
                  <a:lnTo>
                    <a:pt x="173541" y="716087"/>
                  </a:lnTo>
                  <a:lnTo>
                    <a:pt x="172026" y="707845"/>
                  </a:lnTo>
                  <a:lnTo>
                    <a:pt x="172228" y="695230"/>
                  </a:lnTo>
                  <a:lnTo>
                    <a:pt x="177882" y="687830"/>
                  </a:lnTo>
                  <a:lnTo>
                    <a:pt x="182123" y="685004"/>
                  </a:lnTo>
                  <a:lnTo>
                    <a:pt x="183099" y="681976"/>
                  </a:lnTo>
                  <a:lnTo>
                    <a:pt x="183099" y="675248"/>
                  </a:lnTo>
                  <a:cubicBezTo>
                    <a:pt x="183099" y="675248"/>
                    <a:pt x="183974" y="673398"/>
                    <a:pt x="184613" y="673196"/>
                  </a:cubicBezTo>
                  <a:cubicBezTo>
                    <a:pt x="185253" y="672995"/>
                    <a:pt x="190907" y="670909"/>
                    <a:pt x="190907" y="670909"/>
                  </a:cubicBezTo>
                  <a:lnTo>
                    <a:pt x="196123" y="670909"/>
                  </a:lnTo>
                  <a:lnTo>
                    <a:pt x="197873" y="669833"/>
                  </a:lnTo>
                  <a:lnTo>
                    <a:pt x="201138" y="666569"/>
                  </a:lnTo>
                  <a:lnTo>
                    <a:pt x="208744" y="656141"/>
                  </a:lnTo>
                  <a:cubicBezTo>
                    <a:pt x="208744" y="656141"/>
                    <a:pt x="209383" y="648976"/>
                    <a:pt x="209821" y="648101"/>
                  </a:cubicBezTo>
                  <a:cubicBezTo>
                    <a:pt x="210258" y="647227"/>
                    <a:pt x="215273" y="641138"/>
                    <a:pt x="215273" y="641138"/>
                  </a:cubicBezTo>
                  <a:lnTo>
                    <a:pt x="221128" y="634612"/>
                  </a:lnTo>
                  <a:lnTo>
                    <a:pt x="224157" y="629633"/>
                  </a:lnTo>
                  <a:lnTo>
                    <a:pt x="226547" y="622232"/>
                  </a:lnTo>
                  <a:lnTo>
                    <a:pt x="226783" y="611804"/>
                  </a:lnTo>
                  <a:lnTo>
                    <a:pt x="227220" y="606825"/>
                  </a:lnTo>
                  <a:cubicBezTo>
                    <a:pt x="227220" y="606825"/>
                    <a:pt x="227455" y="602688"/>
                    <a:pt x="229172" y="601611"/>
                  </a:cubicBezTo>
                  <a:cubicBezTo>
                    <a:pt x="230922" y="600535"/>
                    <a:pt x="234389" y="596633"/>
                    <a:pt x="234389" y="596633"/>
                  </a:cubicBezTo>
                  <a:lnTo>
                    <a:pt x="239403" y="595119"/>
                  </a:lnTo>
                  <a:lnTo>
                    <a:pt x="243744" y="593807"/>
                  </a:lnTo>
                  <a:lnTo>
                    <a:pt x="248961" y="585128"/>
                  </a:lnTo>
                  <a:lnTo>
                    <a:pt x="251350" y="581226"/>
                  </a:lnTo>
                  <a:lnTo>
                    <a:pt x="260908" y="569284"/>
                  </a:lnTo>
                  <a:lnTo>
                    <a:pt x="266562" y="568207"/>
                  </a:lnTo>
                  <a:lnTo>
                    <a:pt x="271577" y="569721"/>
                  </a:lnTo>
                  <a:cubicBezTo>
                    <a:pt x="271577" y="569721"/>
                    <a:pt x="279317" y="571672"/>
                    <a:pt x="280563" y="571235"/>
                  </a:cubicBezTo>
                  <a:cubicBezTo>
                    <a:pt x="281808" y="570797"/>
                    <a:pt x="286149" y="564271"/>
                    <a:pt x="286789" y="563632"/>
                  </a:cubicBezTo>
                  <a:cubicBezTo>
                    <a:pt x="287428" y="562993"/>
                    <a:pt x="290693" y="557779"/>
                    <a:pt x="291332" y="556904"/>
                  </a:cubicBezTo>
                  <a:cubicBezTo>
                    <a:pt x="292005" y="556030"/>
                    <a:pt x="293082" y="552565"/>
                    <a:pt x="294597" y="550614"/>
                  </a:cubicBezTo>
                  <a:cubicBezTo>
                    <a:pt x="296111" y="548662"/>
                    <a:pt x="299611" y="545500"/>
                    <a:pt x="300015" y="544626"/>
                  </a:cubicBezTo>
                  <a:cubicBezTo>
                    <a:pt x="300452" y="543751"/>
                    <a:pt x="300217" y="542338"/>
                    <a:pt x="304794" y="542338"/>
                  </a:cubicBezTo>
                  <a:cubicBezTo>
                    <a:pt x="309371" y="542338"/>
                    <a:pt x="312635" y="542338"/>
                    <a:pt x="312635" y="542338"/>
                  </a:cubicBezTo>
                  <a:cubicBezTo>
                    <a:pt x="312635" y="542338"/>
                    <a:pt x="318727" y="542540"/>
                    <a:pt x="319602" y="542338"/>
                  </a:cubicBezTo>
                  <a:cubicBezTo>
                    <a:pt x="320477" y="542103"/>
                    <a:pt x="323068" y="542977"/>
                    <a:pt x="325693" y="542540"/>
                  </a:cubicBezTo>
                  <a:cubicBezTo>
                    <a:pt x="328284" y="542103"/>
                    <a:pt x="335924" y="538840"/>
                    <a:pt x="335924" y="538840"/>
                  </a:cubicBezTo>
                  <a:lnTo>
                    <a:pt x="340501" y="538840"/>
                  </a:lnTo>
                  <a:lnTo>
                    <a:pt x="347872" y="537528"/>
                  </a:lnTo>
                  <a:lnTo>
                    <a:pt x="355040" y="534265"/>
                  </a:lnTo>
                  <a:lnTo>
                    <a:pt x="360896" y="530127"/>
                  </a:lnTo>
                  <a:lnTo>
                    <a:pt x="361973" y="525552"/>
                  </a:lnTo>
                  <a:lnTo>
                    <a:pt x="363723" y="519901"/>
                  </a:lnTo>
                  <a:lnTo>
                    <a:pt x="365675" y="516873"/>
                  </a:lnTo>
                  <a:lnTo>
                    <a:pt x="365675" y="508396"/>
                  </a:lnTo>
                  <a:lnTo>
                    <a:pt x="370690" y="506882"/>
                  </a:lnTo>
                  <a:cubicBezTo>
                    <a:pt x="370690" y="506882"/>
                    <a:pt x="376108" y="505806"/>
                    <a:pt x="376983" y="505806"/>
                  </a:cubicBezTo>
                  <a:cubicBezTo>
                    <a:pt x="377858" y="505806"/>
                    <a:pt x="380483" y="505806"/>
                    <a:pt x="380483" y="505806"/>
                  </a:cubicBezTo>
                  <a:lnTo>
                    <a:pt x="383074" y="503417"/>
                  </a:lnTo>
                  <a:lnTo>
                    <a:pt x="384690" y="500793"/>
                  </a:lnTo>
                  <a:lnTo>
                    <a:pt x="386541" y="496656"/>
                  </a:lnTo>
                  <a:lnTo>
                    <a:pt x="386541" y="494469"/>
                  </a:lnTo>
                  <a:lnTo>
                    <a:pt x="387618" y="493594"/>
                  </a:lnTo>
                  <a:lnTo>
                    <a:pt x="383041" y="485790"/>
                  </a:lnTo>
                  <a:lnTo>
                    <a:pt x="378464" y="481451"/>
                  </a:lnTo>
                  <a:lnTo>
                    <a:pt x="373887" y="473209"/>
                  </a:lnTo>
                  <a:lnTo>
                    <a:pt x="367795" y="464092"/>
                  </a:lnTo>
                  <a:lnTo>
                    <a:pt x="364430" y="459517"/>
                  </a:lnTo>
                  <a:cubicBezTo>
                    <a:pt x="364430" y="459517"/>
                    <a:pt x="360391" y="457331"/>
                    <a:pt x="360391" y="456490"/>
                  </a:cubicBezTo>
                  <a:cubicBezTo>
                    <a:pt x="360391" y="455851"/>
                    <a:pt x="360391" y="452319"/>
                    <a:pt x="360391" y="450468"/>
                  </a:cubicBezTo>
                  <a:lnTo>
                    <a:pt x="357901" y="452352"/>
                  </a:lnTo>
                  <a:cubicBezTo>
                    <a:pt x="357901" y="452352"/>
                    <a:pt x="356588" y="452689"/>
                    <a:pt x="356151" y="452689"/>
                  </a:cubicBezTo>
                  <a:cubicBezTo>
                    <a:pt x="355713" y="452689"/>
                    <a:pt x="352449" y="454202"/>
                    <a:pt x="352011" y="454337"/>
                  </a:cubicBezTo>
                  <a:cubicBezTo>
                    <a:pt x="351574" y="454438"/>
                    <a:pt x="349521" y="455851"/>
                    <a:pt x="348848" y="456086"/>
                  </a:cubicBezTo>
                  <a:cubicBezTo>
                    <a:pt x="348174" y="456288"/>
                    <a:pt x="347198" y="456725"/>
                    <a:pt x="347198" y="456725"/>
                  </a:cubicBezTo>
                  <a:cubicBezTo>
                    <a:pt x="347198" y="456725"/>
                    <a:pt x="343496" y="454673"/>
                    <a:pt x="343194" y="454774"/>
                  </a:cubicBezTo>
                  <a:cubicBezTo>
                    <a:pt x="342857" y="454875"/>
                    <a:pt x="342319" y="454976"/>
                    <a:pt x="341982" y="455312"/>
                  </a:cubicBezTo>
                  <a:cubicBezTo>
                    <a:pt x="341646" y="455649"/>
                    <a:pt x="340400" y="457398"/>
                    <a:pt x="340400" y="457398"/>
                  </a:cubicBezTo>
                  <a:lnTo>
                    <a:pt x="338078" y="458205"/>
                  </a:lnTo>
                  <a:cubicBezTo>
                    <a:pt x="338078" y="458205"/>
                    <a:pt x="336126" y="458037"/>
                    <a:pt x="335689" y="458172"/>
                  </a:cubicBezTo>
                  <a:cubicBezTo>
                    <a:pt x="335251" y="458273"/>
                    <a:pt x="333501" y="458037"/>
                    <a:pt x="332121" y="458172"/>
                  </a:cubicBezTo>
                  <a:cubicBezTo>
                    <a:pt x="330708" y="458273"/>
                    <a:pt x="330371" y="457533"/>
                    <a:pt x="330035" y="457533"/>
                  </a:cubicBezTo>
                  <a:cubicBezTo>
                    <a:pt x="329698" y="457533"/>
                    <a:pt x="329934" y="456759"/>
                    <a:pt x="329934" y="456759"/>
                  </a:cubicBezTo>
                  <a:cubicBezTo>
                    <a:pt x="329934" y="456759"/>
                    <a:pt x="331246" y="455682"/>
                    <a:pt x="331684" y="455851"/>
                  </a:cubicBezTo>
                  <a:cubicBezTo>
                    <a:pt x="332121" y="456019"/>
                    <a:pt x="333299" y="454471"/>
                    <a:pt x="333535" y="454135"/>
                  </a:cubicBezTo>
                  <a:cubicBezTo>
                    <a:pt x="333737" y="453799"/>
                    <a:pt x="333198" y="452083"/>
                    <a:pt x="333198" y="452083"/>
                  </a:cubicBezTo>
                  <a:lnTo>
                    <a:pt x="331145" y="450569"/>
                  </a:lnTo>
                  <a:cubicBezTo>
                    <a:pt x="331145" y="450569"/>
                    <a:pt x="329294" y="450771"/>
                    <a:pt x="328857" y="450771"/>
                  </a:cubicBezTo>
                  <a:cubicBezTo>
                    <a:pt x="328419" y="450771"/>
                    <a:pt x="327645" y="452520"/>
                    <a:pt x="327645" y="452520"/>
                  </a:cubicBezTo>
                  <a:lnTo>
                    <a:pt x="327006" y="453597"/>
                  </a:lnTo>
                  <a:lnTo>
                    <a:pt x="322765" y="454909"/>
                  </a:lnTo>
                  <a:lnTo>
                    <a:pt x="321284" y="455851"/>
                  </a:lnTo>
                  <a:cubicBezTo>
                    <a:pt x="321284" y="455851"/>
                    <a:pt x="320174" y="455312"/>
                    <a:pt x="318121" y="454505"/>
                  </a:cubicBezTo>
                  <a:cubicBezTo>
                    <a:pt x="316102" y="453698"/>
                    <a:pt x="317616" y="454202"/>
                    <a:pt x="317010" y="454000"/>
                  </a:cubicBezTo>
                  <a:cubicBezTo>
                    <a:pt x="316405" y="453799"/>
                    <a:pt x="316169" y="453126"/>
                    <a:pt x="316169" y="452991"/>
                  </a:cubicBezTo>
                  <a:cubicBezTo>
                    <a:pt x="316169" y="452857"/>
                    <a:pt x="316909" y="451108"/>
                    <a:pt x="316909" y="451108"/>
                  </a:cubicBezTo>
                  <a:lnTo>
                    <a:pt x="316909" y="451040"/>
                  </a:lnTo>
                  <a:lnTo>
                    <a:pt x="316909" y="449358"/>
                  </a:lnTo>
                  <a:lnTo>
                    <a:pt x="316909" y="447542"/>
                  </a:lnTo>
                  <a:lnTo>
                    <a:pt x="316472" y="446129"/>
                  </a:lnTo>
                  <a:cubicBezTo>
                    <a:pt x="316472" y="446129"/>
                    <a:pt x="314486" y="444312"/>
                    <a:pt x="314183" y="444245"/>
                  </a:cubicBezTo>
                  <a:cubicBezTo>
                    <a:pt x="313881" y="444178"/>
                    <a:pt x="313679" y="444279"/>
                    <a:pt x="313443" y="444346"/>
                  </a:cubicBezTo>
                  <a:cubicBezTo>
                    <a:pt x="313241" y="444413"/>
                    <a:pt x="312131" y="444985"/>
                    <a:pt x="312131" y="444985"/>
                  </a:cubicBezTo>
                  <a:lnTo>
                    <a:pt x="310414" y="445961"/>
                  </a:lnTo>
                  <a:cubicBezTo>
                    <a:pt x="310414" y="445961"/>
                    <a:pt x="309270" y="446600"/>
                    <a:pt x="307318" y="446734"/>
                  </a:cubicBezTo>
                  <a:cubicBezTo>
                    <a:pt x="305366" y="446835"/>
                    <a:pt x="302102" y="446734"/>
                    <a:pt x="302102" y="446734"/>
                  </a:cubicBezTo>
                  <a:cubicBezTo>
                    <a:pt x="302102" y="446734"/>
                    <a:pt x="299914" y="446734"/>
                    <a:pt x="298837" y="446734"/>
                  </a:cubicBezTo>
                  <a:cubicBezTo>
                    <a:pt x="297760" y="446734"/>
                    <a:pt x="296313" y="445523"/>
                    <a:pt x="296010" y="445221"/>
                  </a:cubicBezTo>
                  <a:cubicBezTo>
                    <a:pt x="295673" y="444884"/>
                    <a:pt x="290995" y="440881"/>
                    <a:pt x="290019" y="440343"/>
                  </a:cubicBezTo>
                  <a:cubicBezTo>
                    <a:pt x="289044" y="439805"/>
                    <a:pt x="287731" y="438728"/>
                    <a:pt x="287293" y="438392"/>
                  </a:cubicBezTo>
                  <a:cubicBezTo>
                    <a:pt x="286856" y="438055"/>
                    <a:pt x="283827" y="435129"/>
                    <a:pt x="283827" y="435129"/>
                  </a:cubicBezTo>
                  <a:cubicBezTo>
                    <a:pt x="283827" y="435129"/>
                    <a:pt x="281740" y="431866"/>
                    <a:pt x="281740" y="431327"/>
                  </a:cubicBezTo>
                  <a:cubicBezTo>
                    <a:pt x="281740" y="430789"/>
                    <a:pt x="281101" y="426012"/>
                    <a:pt x="281101" y="425575"/>
                  </a:cubicBezTo>
                  <a:cubicBezTo>
                    <a:pt x="281101" y="425138"/>
                    <a:pt x="280360" y="421572"/>
                    <a:pt x="280360" y="421572"/>
                  </a:cubicBezTo>
                  <a:lnTo>
                    <a:pt x="280360" y="415719"/>
                  </a:lnTo>
                  <a:lnTo>
                    <a:pt x="281942" y="413768"/>
                  </a:lnTo>
                  <a:lnTo>
                    <a:pt x="286991" y="410168"/>
                  </a:lnTo>
                  <a:cubicBezTo>
                    <a:pt x="286991" y="410168"/>
                    <a:pt x="290356" y="409293"/>
                    <a:pt x="291568" y="408755"/>
                  </a:cubicBezTo>
                  <a:cubicBezTo>
                    <a:pt x="292745" y="408217"/>
                    <a:pt x="294058" y="407242"/>
                    <a:pt x="294731" y="406468"/>
                  </a:cubicBezTo>
                  <a:cubicBezTo>
                    <a:pt x="295371" y="405694"/>
                    <a:pt x="297995" y="404618"/>
                    <a:pt x="298332" y="404281"/>
                  </a:cubicBezTo>
                  <a:cubicBezTo>
                    <a:pt x="298669" y="403945"/>
                    <a:pt x="300923" y="402431"/>
                    <a:pt x="301260" y="402095"/>
                  </a:cubicBezTo>
                  <a:cubicBezTo>
                    <a:pt x="301597" y="401758"/>
                    <a:pt x="303885" y="399370"/>
                    <a:pt x="303885" y="399370"/>
                  </a:cubicBezTo>
                  <a:lnTo>
                    <a:pt x="303111" y="397082"/>
                  </a:lnTo>
                  <a:cubicBezTo>
                    <a:pt x="303111" y="397082"/>
                    <a:pt x="300823" y="396006"/>
                    <a:pt x="300183" y="395871"/>
                  </a:cubicBezTo>
                  <a:cubicBezTo>
                    <a:pt x="299544" y="395770"/>
                    <a:pt x="294428" y="393147"/>
                    <a:pt x="294092" y="392844"/>
                  </a:cubicBezTo>
                  <a:cubicBezTo>
                    <a:pt x="293755" y="392507"/>
                    <a:pt x="290928" y="389783"/>
                    <a:pt x="290289" y="389143"/>
                  </a:cubicBezTo>
                  <a:cubicBezTo>
                    <a:pt x="289649" y="388504"/>
                    <a:pt x="289414" y="385779"/>
                    <a:pt x="289851" y="385107"/>
                  </a:cubicBezTo>
                  <a:cubicBezTo>
                    <a:pt x="290289" y="384467"/>
                    <a:pt x="291029" y="382516"/>
                    <a:pt x="291601" y="382079"/>
                  </a:cubicBezTo>
                  <a:cubicBezTo>
                    <a:pt x="292139" y="381642"/>
                    <a:pt x="292779" y="378614"/>
                    <a:pt x="292779" y="378614"/>
                  </a:cubicBezTo>
                  <a:cubicBezTo>
                    <a:pt x="292779" y="378614"/>
                    <a:pt x="291029" y="375452"/>
                    <a:pt x="290625" y="375452"/>
                  </a:cubicBezTo>
                  <a:cubicBezTo>
                    <a:pt x="290188" y="375452"/>
                    <a:pt x="286486" y="372424"/>
                    <a:pt x="284971" y="371752"/>
                  </a:cubicBezTo>
                  <a:cubicBezTo>
                    <a:pt x="283457" y="371112"/>
                    <a:pt x="284769" y="368825"/>
                    <a:pt x="284971" y="368287"/>
                  </a:cubicBezTo>
                  <a:cubicBezTo>
                    <a:pt x="285207" y="367749"/>
                    <a:pt x="286923" y="366134"/>
                    <a:pt x="287226" y="365898"/>
                  </a:cubicBezTo>
                  <a:cubicBezTo>
                    <a:pt x="287495" y="365663"/>
                    <a:pt x="291063" y="362736"/>
                    <a:pt x="291063" y="362299"/>
                  </a:cubicBezTo>
                  <a:cubicBezTo>
                    <a:pt x="291063" y="361862"/>
                    <a:pt x="290524" y="357623"/>
                    <a:pt x="290524" y="357623"/>
                  </a:cubicBezTo>
                  <a:lnTo>
                    <a:pt x="288505" y="354696"/>
                  </a:lnTo>
                  <a:cubicBezTo>
                    <a:pt x="288505" y="354696"/>
                    <a:pt x="287697" y="352846"/>
                    <a:pt x="287361" y="352510"/>
                  </a:cubicBezTo>
                  <a:cubicBezTo>
                    <a:pt x="287024" y="352173"/>
                    <a:pt x="287361" y="350222"/>
                    <a:pt x="287361" y="350222"/>
                  </a:cubicBezTo>
                  <a:lnTo>
                    <a:pt x="287361" y="347565"/>
                  </a:lnTo>
                  <a:cubicBezTo>
                    <a:pt x="287361" y="347565"/>
                    <a:pt x="287697" y="344470"/>
                    <a:pt x="287866" y="344100"/>
                  </a:cubicBezTo>
                  <a:cubicBezTo>
                    <a:pt x="288034" y="343730"/>
                    <a:pt x="289077" y="341913"/>
                    <a:pt x="289077" y="341913"/>
                  </a:cubicBezTo>
                  <a:lnTo>
                    <a:pt x="290962" y="338717"/>
                  </a:lnTo>
                  <a:lnTo>
                    <a:pt x="292914" y="337473"/>
                  </a:lnTo>
                  <a:lnTo>
                    <a:pt x="294496" y="335118"/>
                  </a:lnTo>
                  <a:cubicBezTo>
                    <a:pt x="294496" y="335118"/>
                    <a:pt x="295505" y="333604"/>
                    <a:pt x="295539" y="333503"/>
                  </a:cubicBezTo>
                  <a:cubicBezTo>
                    <a:pt x="295572" y="333402"/>
                    <a:pt x="296246" y="331552"/>
                    <a:pt x="296246" y="331317"/>
                  </a:cubicBezTo>
                  <a:cubicBezTo>
                    <a:pt x="296246" y="331115"/>
                    <a:pt x="296246" y="329534"/>
                    <a:pt x="296246" y="329534"/>
                  </a:cubicBezTo>
                  <a:cubicBezTo>
                    <a:pt x="296246" y="329534"/>
                    <a:pt x="296414" y="328121"/>
                    <a:pt x="296414" y="327919"/>
                  </a:cubicBezTo>
                  <a:cubicBezTo>
                    <a:pt x="296414" y="327717"/>
                    <a:pt x="296447" y="326809"/>
                    <a:pt x="296447" y="326809"/>
                  </a:cubicBezTo>
                  <a:cubicBezTo>
                    <a:pt x="296447" y="326809"/>
                    <a:pt x="296346" y="325632"/>
                    <a:pt x="296279" y="325531"/>
                  </a:cubicBezTo>
                  <a:cubicBezTo>
                    <a:pt x="296246" y="325430"/>
                    <a:pt x="296279" y="324252"/>
                    <a:pt x="296279" y="324252"/>
                  </a:cubicBezTo>
                  <a:cubicBezTo>
                    <a:pt x="296279" y="324252"/>
                    <a:pt x="297087" y="323748"/>
                    <a:pt x="297188" y="323748"/>
                  </a:cubicBezTo>
                  <a:cubicBezTo>
                    <a:pt x="297255" y="323748"/>
                    <a:pt x="298635" y="323311"/>
                    <a:pt x="298635" y="323311"/>
                  </a:cubicBezTo>
                  <a:cubicBezTo>
                    <a:pt x="298635" y="323311"/>
                    <a:pt x="300217" y="323311"/>
                    <a:pt x="300284" y="323311"/>
                  </a:cubicBezTo>
                  <a:cubicBezTo>
                    <a:pt x="300351" y="323311"/>
                    <a:pt x="301462" y="324219"/>
                    <a:pt x="301563" y="324252"/>
                  </a:cubicBezTo>
                  <a:cubicBezTo>
                    <a:pt x="301664" y="324286"/>
                    <a:pt x="303044" y="325194"/>
                    <a:pt x="303044" y="325295"/>
                  </a:cubicBezTo>
                  <a:cubicBezTo>
                    <a:pt x="303077" y="325363"/>
                    <a:pt x="303347" y="326675"/>
                    <a:pt x="303347" y="326675"/>
                  </a:cubicBezTo>
                  <a:cubicBezTo>
                    <a:pt x="303347" y="326675"/>
                    <a:pt x="303077" y="328424"/>
                    <a:pt x="303077" y="328861"/>
                  </a:cubicBezTo>
                  <a:cubicBezTo>
                    <a:pt x="303077" y="329298"/>
                    <a:pt x="302741" y="330274"/>
                    <a:pt x="302438" y="331485"/>
                  </a:cubicBezTo>
                  <a:cubicBezTo>
                    <a:pt x="302102" y="332696"/>
                    <a:pt x="301698" y="332898"/>
                    <a:pt x="301226" y="333234"/>
                  </a:cubicBezTo>
                  <a:cubicBezTo>
                    <a:pt x="300789" y="333571"/>
                    <a:pt x="300587" y="334883"/>
                    <a:pt x="300688" y="335320"/>
                  </a:cubicBezTo>
                  <a:cubicBezTo>
                    <a:pt x="300789" y="335757"/>
                    <a:pt x="301765" y="336733"/>
                    <a:pt x="301765" y="336733"/>
                  </a:cubicBezTo>
                  <a:lnTo>
                    <a:pt x="305905" y="338146"/>
                  </a:lnTo>
                  <a:lnTo>
                    <a:pt x="309505" y="337944"/>
                  </a:lnTo>
                  <a:cubicBezTo>
                    <a:pt x="309505" y="337944"/>
                    <a:pt x="312433" y="340433"/>
                    <a:pt x="312871" y="340534"/>
                  </a:cubicBezTo>
                  <a:cubicBezTo>
                    <a:pt x="313308" y="340635"/>
                    <a:pt x="315496" y="341947"/>
                    <a:pt x="315900" y="341947"/>
                  </a:cubicBezTo>
                  <a:cubicBezTo>
                    <a:pt x="316337" y="341947"/>
                    <a:pt x="318828" y="340736"/>
                    <a:pt x="318828" y="340736"/>
                  </a:cubicBezTo>
                  <a:lnTo>
                    <a:pt x="319703" y="337809"/>
                  </a:lnTo>
                  <a:lnTo>
                    <a:pt x="320679" y="333571"/>
                  </a:lnTo>
                  <a:cubicBezTo>
                    <a:pt x="320679" y="333571"/>
                    <a:pt x="320140" y="330106"/>
                    <a:pt x="319804" y="329870"/>
                  </a:cubicBezTo>
                  <a:cubicBezTo>
                    <a:pt x="319467" y="329635"/>
                    <a:pt x="318390" y="328457"/>
                    <a:pt x="318390" y="328457"/>
                  </a:cubicBezTo>
                  <a:lnTo>
                    <a:pt x="315126" y="328020"/>
                  </a:lnTo>
                  <a:lnTo>
                    <a:pt x="311659" y="326271"/>
                  </a:lnTo>
                  <a:lnTo>
                    <a:pt x="313712" y="323445"/>
                  </a:lnTo>
                  <a:lnTo>
                    <a:pt x="316001" y="320586"/>
                  </a:lnTo>
                  <a:cubicBezTo>
                    <a:pt x="316001" y="320586"/>
                    <a:pt x="317717" y="319947"/>
                    <a:pt x="318054" y="319644"/>
                  </a:cubicBezTo>
                  <a:cubicBezTo>
                    <a:pt x="318390" y="319307"/>
                    <a:pt x="321116" y="319307"/>
                    <a:pt x="321116" y="319307"/>
                  </a:cubicBezTo>
                  <a:lnTo>
                    <a:pt x="323068" y="317895"/>
                  </a:lnTo>
                  <a:lnTo>
                    <a:pt x="322967" y="315708"/>
                  </a:lnTo>
                  <a:cubicBezTo>
                    <a:pt x="322967" y="315708"/>
                    <a:pt x="321554" y="313320"/>
                    <a:pt x="321116" y="313118"/>
                  </a:cubicBezTo>
                  <a:cubicBezTo>
                    <a:pt x="320679" y="312882"/>
                    <a:pt x="319164" y="312344"/>
                    <a:pt x="319164" y="312344"/>
                  </a:cubicBezTo>
                  <a:lnTo>
                    <a:pt x="315361" y="311469"/>
                  </a:lnTo>
                  <a:lnTo>
                    <a:pt x="314385" y="308206"/>
                  </a:lnTo>
                  <a:lnTo>
                    <a:pt x="312534" y="302118"/>
                  </a:lnTo>
                  <a:lnTo>
                    <a:pt x="313174" y="298215"/>
                  </a:lnTo>
                  <a:lnTo>
                    <a:pt x="314049" y="293539"/>
                  </a:lnTo>
                  <a:cubicBezTo>
                    <a:pt x="314049" y="293539"/>
                    <a:pt x="315126" y="291790"/>
                    <a:pt x="315462" y="291689"/>
                  </a:cubicBezTo>
                  <a:cubicBezTo>
                    <a:pt x="315799" y="291588"/>
                    <a:pt x="318491" y="291689"/>
                    <a:pt x="319501" y="291588"/>
                  </a:cubicBezTo>
                  <a:cubicBezTo>
                    <a:pt x="320477" y="291487"/>
                    <a:pt x="321015" y="290949"/>
                    <a:pt x="321015" y="290949"/>
                  </a:cubicBezTo>
                  <a:lnTo>
                    <a:pt x="322092" y="287720"/>
                  </a:lnTo>
                  <a:lnTo>
                    <a:pt x="322092" y="286509"/>
                  </a:lnTo>
                  <a:lnTo>
                    <a:pt x="322597" y="284457"/>
                  </a:lnTo>
                  <a:lnTo>
                    <a:pt x="323304" y="283380"/>
                  </a:lnTo>
                  <a:lnTo>
                    <a:pt x="325693" y="282405"/>
                  </a:lnTo>
                  <a:lnTo>
                    <a:pt x="327342" y="280218"/>
                  </a:lnTo>
                  <a:lnTo>
                    <a:pt x="329934" y="277493"/>
                  </a:lnTo>
                  <a:lnTo>
                    <a:pt x="332559" y="273894"/>
                  </a:lnTo>
                  <a:cubicBezTo>
                    <a:pt x="332559" y="273894"/>
                    <a:pt x="332357" y="270294"/>
                    <a:pt x="332559" y="269857"/>
                  </a:cubicBezTo>
                  <a:cubicBezTo>
                    <a:pt x="332761" y="269420"/>
                    <a:pt x="335823" y="267671"/>
                    <a:pt x="337136" y="267570"/>
                  </a:cubicBezTo>
                  <a:cubicBezTo>
                    <a:pt x="338448" y="267469"/>
                    <a:pt x="341040" y="264408"/>
                    <a:pt x="341040" y="264408"/>
                  </a:cubicBezTo>
                  <a:cubicBezTo>
                    <a:pt x="341040" y="264408"/>
                    <a:pt x="347771" y="266897"/>
                    <a:pt x="348208" y="266998"/>
                  </a:cubicBezTo>
                  <a:cubicBezTo>
                    <a:pt x="348646" y="267099"/>
                    <a:pt x="349622" y="268310"/>
                    <a:pt x="349622" y="268310"/>
                  </a:cubicBezTo>
                  <a:cubicBezTo>
                    <a:pt x="349622" y="268310"/>
                    <a:pt x="351977" y="269252"/>
                    <a:pt x="352180" y="269655"/>
                  </a:cubicBezTo>
                  <a:cubicBezTo>
                    <a:pt x="352381" y="270093"/>
                    <a:pt x="353492" y="273019"/>
                    <a:pt x="353929" y="274062"/>
                  </a:cubicBezTo>
                  <a:cubicBezTo>
                    <a:pt x="354367" y="275105"/>
                    <a:pt x="355679" y="275980"/>
                    <a:pt x="356992" y="276383"/>
                  </a:cubicBezTo>
                  <a:cubicBezTo>
                    <a:pt x="358305" y="276821"/>
                    <a:pt x="358305" y="276181"/>
                    <a:pt x="358742" y="275845"/>
                  </a:cubicBezTo>
                  <a:cubicBezTo>
                    <a:pt x="359180" y="275509"/>
                    <a:pt x="361232" y="272817"/>
                    <a:pt x="361603" y="272582"/>
                  </a:cubicBezTo>
                  <a:cubicBezTo>
                    <a:pt x="361973" y="272380"/>
                    <a:pt x="366281" y="272582"/>
                    <a:pt x="366281" y="272582"/>
                  </a:cubicBezTo>
                  <a:lnTo>
                    <a:pt x="368232" y="274264"/>
                  </a:lnTo>
                  <a:lnTo>
                    <a:pt x="368838" y="276316"/>
                  </a:lnTo>
                  <a:lnTo>
                    <a:pt x="368300" y="281261"/>
                  </a:lnTo>
                  <a:cubicBezTo>
                    <a:pt x="368300" y="281261"/>
                    <a:pt x="365473" y="281530"/>
                    <a:pt x="365204" y="281631"/>
                  </a:cubicBezTo>
                  <a:cubicBezTo>
                    <a:pt x="364934" y="281732"/>
                    <a:pt x="362881" y="283145"/>
                    <a:pt x="362579" y="283414"/>
                  </a:cubicBezTo>
                  <a:cubicBezTo>
                    <a:pt x="362310" y="283683"/>
                    <a:pt x="361872" y="285029"/>
                    <a:pt x="361872" y="285029"/>
                  </a:cubicBezTo>
                  <a:lnTo>
                    <a:pt x="364733" y="286711"/>
                  </a:lnTo>
                  <a:lnTo>
                    <a:pt x="366045" y="286711"/>
                  </a:lnTo>
                  <a:lnTo>
                    <a:pt x="369209" y="287148"/>
                  </a:lnTo>
                  <a:lnTo>
                    <a:pt x="369983" y="288224"/>
                  </a:lnTo>
                  <a:cubicBezTo>
                    <a:pt x="369983" y="288224"/>
                    <a:pt x="369074" y="289200"/>
                    <a:pt x="368906" y="289402"/>
                  </a:cubicBezTo>
                  <a:cubicBezTo>
                    <a:pt x="368737" y="289637"/>
                    <a:pt x="368199" y="290546"/>
                    <a:pt x="368266" y="290747"/>
                  </a:cubicBezTo>
                  <a:cubicBezTo>
                    <a:pt x="368334" y="290983"/>
                    <a:pt x="368973" y="291891"/>
                    <a:pt x="368973" y="292059"/>
                  </a:cubicBezTo>
                  <a:cubicBezTo>
                    <a:pt x="368973" y="292227"/>
                    <a:pt x="370555" y="292934"/>
                    <a:pt x="370555" y="292934"/>
                  </a:cubicBezTo>
                  <a:lnTo>
                    <a:pt x="372305" y="294010"/>
                  </a:lnTo>
                  <a:cubicBezTo>
                    <a:pt x="372305" y="294010"/>
                    <a:pt x="372944" y="295793"/>
                    <a:pt x="372944" y="296231"/>
                  </a:cubicBezTo>
                  <a:cubicBezTo>
                    <a:pt x="372944" y="296668"/>
                    <a:pt x="372238" y="297711"/>
                    <a:pt x="372170" y="297879"/>
                  </a:cubicBezTo>
                  <a:cubicBezTo>
                    <a:pt x="372103" y="298047"/>
                    <a:pt x="371497" y="298585"/>
                    <a:pt x="371497" y="298585"/>
                  </a:cubicBezTo>
                  <a:lnTo>
                    <a:pt x="370420" y="299292"/>
                  </a:lnTo>
                  <a:lnTo>
                    <a:pt x="368232" y="299090"/>
                  </a:lnTo>
                  <a:lnTo>
                    <a:pt x="367862" y="297711"/>
                  </a:lnTo>
                  <a:lnTo>
                    <a:pt x="366483" y="297139"/>
                  </a:lnTo>
                  <a:lnTo>
                    <a:pt x="364665" y="297139"/>
                  </a:lnTo>
                  <a:cubicBezTo>
                    <a:pt x="364665" y="297139"/>
                    <a:pt x="362983" y="297004"/>
                    <a:pt x="362780" y="297004"/>
                  </a:cubicBezTo>
                  <a:cubicBezTo>
                    <a:pt x="362579" y="297004"/>
                    <a:pt x="362511" y="298081"/>
                    <a:pt x="362209" y="298148"/>
                  </a:cubicBezTo>
                  <a:cubicBezTo>
                    <a:pt x="361906" y="298215"/>
                    <a:pt x="361569" y="298888"/>
                    <a:pt x="361131" y="299157"/>
                  </a:cubicBezTo>
                  <a:cubicBezTo>
                    <a:pt x="360694" y="299426"/>
                    <a:pt x="358439" y="299292"/>
                    <a:pt x="358439" y="299292"/>
                  </a:cubicBezTo>
                  <a:lnTo>
                    <a:pt x="356554" y="298552"/>
                  </a:lnTo>
                  <a:lnTo>
                    <a:pt x="354804" y="298047"/>
                  </a:lnTo>
                  <a:cubicBezTo>
                    <a:pt x="354804" y="298047"/>
                    <a:pt x="354165" y="297475"/>
                    <a:pt x="353929" y="297408"/>
                  </a:cubicBezTo>
                  <a:cubicBezTo>
                    <a:pt x="353728" y="297341"/>
                    <a:pt x="352112" y="296096"/>
                    <a:pt x="352112" y="296096"/>
                  </a:cubicBezTo>
                  <a:lnTo>
                    <a:pt x="350800" y="295356"/>
                  </a:lnTo>
                  <a:lnTo>
                    <a:pt x="350295" y="295356"/>
                  </a:lnTo>
                  <a:lnTo>
                    <a:pt x="349050" y="296062"/>
                  </a:lnTo>
                  <a:lnTo>
                    <a:pt x="348107" y="296836"/>
                  </a:lnTo>
                  <a:lnTo>
                    <a:pt x="348174" y="297980"/>
                  </a:lnTo>
                  <a:lnTo>
                    <a:pt x="348174" y="299359"/>
                  </a:lnTo>
                  <a:lnTo>
                    <a:pt x="347905" y="301041"/>
                  </a:lnTo>
                  <a:cubicBezTo>
                    <a:pt x="347905" y="301041"/>
                    <a:pt x="347299" y="303430"/>
                    <a:pt x="347535" y="304304"/>
                  </a:cubicBezTo>
                  <a:cubicBezTo>
                    <a:pt x="347737" y="305179"/>
                    <a:pt x="347535" y="306053"/>
                    <a:pt x="347535" y="306053"/>
                  </a:cubicBezTo>
                  <a:lnTo>
                    <a:pt x="349487" y="308442"/>
                  </a:lnTo>
                  <a:lnTo>
                    <a:pt x="351675" y="310191"/>
                  </a:lnTo>
                  <a:lnTo>
                    <a:pt x="351675" y="315405"/>
                  </a:lnTo>
                  <a:lnTo>
                    <a:pt x="351675" y="316919"/>
                  </a:lnTo>
                  <a:lnTo>
                    <a:pt x="355141" y="320619"/>
                  </a:lnTo>
                  <a:lnTo>
                    <a:pt x="355141" y="324522"/>
                  </a:lnTo>
                  <a:lnTo>
                    <a:pt x="356218" y="328155"/>
                  </a:lnTo>
                  <a:cubicBezTo>
                    <a:pt x="356218" y="328155"/>
                    <a:pt x="360055" y="328020"/>
                    <a:pt x="361064" y="328155"/>
                  </a:cubicBezTo>
                  <a:cubicBezTo>
                    <a:pt x="362074" y="328289"/>
                    <a:pt x="361636" y="330476"/>
                    <a:pt x="361636" y="330913"/>
                  </a:cubicBezTo>
                  <a:cubicBezTo>
                    <a:pt x="361636" y="331350"/>
                    <a:pt x="361064" y="334378"/>
                    <a:pt x="361064" y="334378"/>
                  </a:cubicBezTo>
                  <a:lnTo>
                    <a:pt x="360357" y="334513"/>
                  </a:lnTo>
                  <a:cubicBezTo>
                    <a:pt x="360357" y="334513"/>
                    <a:pt x="360357" y="338146"/>
                    <a:pt x="360357" y="339861"/>
                  </a:cubicBezTo>
                  <a:cubicBezTo>
                    <a:pt x="360357" y="341611"/>
                    <a:pt x="361300" y="341880"/>
                    <a:pt x="361737" y="342317"/>
                  </a:cubicBezTo>
                  <a:cubicBezTo>
                    <a:pt x="362175" y="342754"/>
                    <a:pt x="363117" y="342754"/>
                    <a:pt x="363858" y="343461"/>
                  </a:cubicBezTo>
                  <a:cubicBezTo>
                    <a:pt x="364564" y="344201"/>
                    <a:pt x="365608" y="343158"/>
                    <a:pt x="365608" y="343158"/>
                  </a:cubicBezTo>
                  <a:lnTo>
                    <a:pt x="365608" y="341140"/>
                  </a:lnTo>
                  <a:cubicBezTo>
                    <a:pt x="365608" y="341140"/>
                    <a:pt x="368064" y="338953"/>
                    <a:pt x="368502" y="338818"/>
                  </a:cubicBezTo>
                  <a:cubicBezTo>
                    <a:pt x="368939" y="338684"/>
                    <a:pt x="372137" y="335051"/>
                    <a:pt x="372137" y="335051"/>
                  </a:cubicBezTo>
                  <a:lnTo>
                    <a:pt x="376209" y="334344"/>
                  </a:lnTo>
                  <a:lnTo>
                    <a:pt x="383007" y="335791"/>
                  </a:lnTo>
                  <a:lnTo>
                    <a:pt x="384454" y="337977"/>
                  </a:lnTo>
                  <a:lnTo>
                    <a:pt x="386642" y="340870"/>
                  </a:lnTo>
                  <a:lnTo>
                    <a:pt x="386339" y="345345"/>
                  </a:lnTo>
                  <a:lnTo>
                    <a:pt x="385464" y="347666"/>
                  </a:lnTo>
                  <a:lnTo>
                    <a:pt x="386372" y="349819"/>
                  </a:lnTo>
                  <a:cubicBezTo>
                    <a:pt x="386372" y="349819"/>
                    <a:pt x="385598" y="351433"/>
                    <a:pt x="385497" y="351770"/>
                  </a:cubicBezTo>
                  <a:cubicBezTo>
                    <a:pt x="385397" y="352106"/>
                    <a:pt x="384959" y="353822"/>
                    <a:pt x="384959" y="353822"/>
                  </a:cubicBezTo>
                  <a:lnTo>
                    <a:pt x="383007" y="355335"/>
                  </a:lnTo>
                  <a:cubicBezTo>
                    <a:pt x="383007" y="355335"/>
                    <a:pt x="383007" y="358800"/>
                    <a:pt x="383007" y="359675"/>
                  </a:cubicBezTo>
                  <a:cubicBezTo>
                    <a:pt x="383007" y="360550"/>
                    <a:pt x="385632" y="360987"/>
                    <a:pt x="386036" y="360651"/>
                  </a:cubicBezTo>
                  <a:cubicBezTo>
                    <a:pt x="386473" y="360314"/>
                    <a:pt x="388122" y="360415"/>
                    <a:pt x="388863" y="360112"/>
                  </a:cubicBezTo>
                  <a:cubicBezTo>
                    <a:pt x="389637" y="359776"/>
                    <a:pt x="390815" y="359238"/>
                    <a:pt x="391017" y="358901"/>
                  </a:cubicBezTo>
                  <a:cubicBezTo>
                    <a:pt x="391252" y="358565"/>
                    <a:pt x="393507" y="359238"/>
                    <a:pt x="394281" y="359675"/>
                  </a:cubicBezTo>
                  <a:cubicBezTo>
                    <a:pt x="395055" y="360112"/>
                    <a:pt x="393844" y="360550"/>
                    <a:pt x="394281" y="361525"/>
                  </a:cubicBezTo>
                  <a:cubicBezTo>
                    <a:pt x="394719" y="362501"/>
                    <a:pt x="394281" y="363174"/>
                    <a:pt x="394281" y="363174"/>
                  </a:cubicBezTo>
                  <a:lnTo>
                    <a:pt x="396570" y="363174"/>
                  </a:lnTo>
                  <a:lnTo>
                    <a:pt x="398522" y="364485"/>
                  </a:lnTo>
                  <a:cubicBezTo>
                    <a:pt x="398522" y="364485"/>
                    <a:pt x="400171" y="366437"/>
                    <a:pt x="400373" y="366773"/>
                  </a:cubicBezTo>
                  <a:cubicBezTo>
                    <a:pt x="400575" y="367109"/>
                    <a:pt x="400373" y="369262"/>
                    <a:pt x="400373" y="369262"/>
                  </a:cubicBezTo>
                  <a:lnTo>
                    <a:pt x="400373" y="373030"/>
                  </a:lnTo>
                  <a:lnTo>
                    <a:pt x="398926" y="376461"/>
                  </a:lnTo>
                  <a:lnTo>
                    <a:pt x="398219" y="377470"/>
                  </a:lnTo>
                  <a:lnTo>
                    <a:pt x="396200" y="378715"/>
                  </a:lnTo>
                  <a:lnTo>
                    <a:pt x="391757" y="379287"/>
                  </a:lnTo>
                  <a:lnTo>
                    <a:pt x="390310" y="381473"/>
                  </a:lnTo>
                  <a:lnTo>
                    <a:pt x="389940" y="382012"/>
                  </a:lnTo>
                  <a:lnTo>
                    <a:pt x="395459" y="382718"/>
                  </a:lnTo>
                  <a:lnTo>
                    <a:pt x="401551" y="377134"/>
                  </a:lnTo>
                  <a:lnTo>
                    <a:pt x="406464" y="377134"/>
                  </a:lnTo>
                  <a:lnTo>
                    <a:pt x="410099" y="381339"/>
                  </a:lnTo>
                  <a:cubicBezTo>
                    <a:pt x="410099" y="381339"/>
                    <a:pt x="410974" y="389009"/>
                    <a:pt x="411412" y="389446"/>
                  </a:cubicBezTo>
                  <a:cubicBezTo>
                    <a:pt x="411849" y="389883"/>
                    <a:pt x="416056" y="394088"/>
                    <a:pt x="417368" y="394223"/>
                  </a:cubicBezTo>
                  <a:cubicBezTo>
                    <a:pt x="418681" y="394357"/>
                    <a:pt x="423022" y="395972"/>
                    <a:pt x="423022" y="395972"/>
                  </a:cubicBezTo>
                  <a:lnTo>
                    <a:pt x="427499" y="394828"/>
                  </a:lnTo>
                  <a:cubicBezTo>
                    <a:pt x="427499" y="394828"/>
                    <a:pt x="430393" y="393247"/>
                    <a:pt x="430830" y="393079"/>
                  </a:cubicBezTo>
                  <a:cubicBezTo>
                    <a:pt x="431268" y="392945"/>
                    <a:pt x="434902" y="388874"/>
                    <a:pt x="434902" y="388874"/>
                  </a:cubicBezTo>
                  <a:cubicBezTo>
                    <a:pt x="434902" y="388874"/>
                    <a:pt x="438099" y="385409"/>
                    <a:pt x="438672" y="385409"/>
                  </a:cubicBezTo>
                  <a:cubicBezTo>
                    <a:pt x="439244" y="385409"/>
                    <a:pt x="441263" y="383828"/>
                    <a:pt x="442306" y="383525"/>
                  </a:cubicBezTo>
                  <a:cubicBezTo>
                    <a:pt x="443316" y="383223"/>
                    <a:pt x="447658" y="380195"/>
                    <a:pt x="447658" y="380195"/>
                  </a:cubicBezTo>
                  <a:cubicBezTo>
                    <a:pt x="447658" y="380195"/>
                    <a:pt x="454321" y="380498"/>
                    <a:pt x="454893" y="380498"/>
                  </a:cubicBezTo>
                  <a:cubicBezTo>
                    <a:pt x="455465" y="380498"/>
                    <a:pt x="462432" y="380632"/>
                    <a:pt x="463004" y="380632"/>
                  </a:cubicBezTo>
                  <a:cubicBezTo>
                    <a:pt x="463576" y="380632"/>
                    <a:pt x="467345" y="380632"/>
                    <a:pt x="467345" y="380632"/>
                  </a:cubicBezTo>
                  <a:cubicBezTo>
                    <a:pt x="467345" y="380632"/>
                    <a:pt x="470542" y="378614"/>
                    <a:pt x="470980" y="378311"/>
                  </a:cubicBezTo>
                  <a:cubicBezTo>
                    <a:pt x="471418" y="378009"/>
                    <a:pt x="472663" y="377874"/>
                    <a:pt x="473673" y="377874"/>
                  </a:cubicBezTo>
                  <a:cubicBezTo>
                    <a:pt x="474682" y="377874"/>
                    <a:pt x="475187" y="380632"/>
                    <a:pt x="475187" y="380632"/>
                  </a:cubicBezTo>
                  <a:lnTo>
                    <a:pt x="475187" y="383223"/>
                  </a:lnTo>
                  <a:lnTo>
                    <a:pt x="473571" y="384669"/>
                  </a:lnTo>
                  <a:lnTo>
                    <a:pt x="475187" y="385107"/>
                  </a:lnTo>
                  <a:cubicBezTo>
                    <a:pt x="475187" y="385107"/>
                    <a:pt x="477947" y="384972"/>
                    <a:pt x="478384" y="384535"/>
                  </a:cubicBezTo>
                  <a:cubicBezTo>
                    <a:pt x="478822" y="384097"/>
                    <a:pt x="479966" y="381911"/>
                    <a:pt x="480269" y="381507"/>
                  </a:cubicBezTo>
                  <a:cubicBezTo>
                    <a:pt x="480538" y="381070"/>
                    <a:pt x="481144" y="379623"/>
                    <a:pt x="481278" y="379186"/>
                  </a:cubicBezTo>
                  <a:cubicBezTo>
                    <a:pt x="481413" y="378749"/>
                    <a:pt x="481985" y="378177"/>
                    <a:pt x="482288" y="377168"/>
                  </a:cubicBezTo>
                  <a:cubicBezTo>
                    <a:pt x="482557" y="376158"/>
                    <a:pt x="483163" y="375149"/>
                    <a:pt x="483163" y="375149"/>
                  </a:cubicBezTo>
                  <a:cubicBezTo>
                    <a:pt x="483163" y="375149"/>
                    <a:pt x="484173" y="373265"/>
                    <a:pt x="484307" y="372828"/>
                  </a:cubicBezTo>
                  <a:cubicBezTo>
                    <a:pt x="484442" y="372391"/>
                    <a:pt x="485317" y="370070"/>
                    <a:pt x="485317" y="370070"/>
                  </a:cubicBezTo>
                  <a:lnTo>
                    <a:pt x="485889" y="367311"/>
                  </a:lnTo>
                  <a:cubicBezTo>
                    <a:pt x="485889" y="367311"/>
                    <a:pt x="486327" y="365730"/>
                    <a:pt x="486764" y="365293"/>
                  </a:cubicBezTo>
                  <a:cubicBezTo>
                    <a:pt x="487202" y="364856"/>
                    <a:pt x="488077" y="364284"/>
                    <a:pt x="488514" y="363846"/>
                  </a:cubicBezTo>
                  <a:cubicBezTo>
                    <a:pt x="488952" y="363409"/>
                    <a:pt x="491274" y="359372"/>
                    <a:pt x="491274" y="359372"/>
                  </a:cubicBezTo>
                  <a:lnTo>
                    <a:pt x="493024" y="356008"/>
                  </a:lnTo>
                  <a:lnTo>
                    <a:pt x="493966" y="353586"/>
                  </a:lnTo>
                  <a:lnTo>
                    <a:pt x="496053" y="349516"/>
                  </a:lnTo>
                  <a:lnTo>
                    <a:pt x="496053" y="346757"/>
                  </a:lnTo>
                  <a:lnTo>
                    <a:pt x="496928" y="341409"/>
                  </a:lnTo>
                  <a:lnTo>
                    <a:pt x="495918" y="335892"/>
                  </a:lnTo>
                  <a:lnTo>
                    <a:pt x="493293" y="332999"/>
                  </a:lnTo>
                  <a:lnTo>
                    <a:pt x="492553" y="330106"/>
                  </a:lnTo>
                  <a:lnTo>
                    <a:pt x="494875" y="327919"/>
                  </a:lnTo>
                  <a:lnTo>
                    <a:pt x="499519" y="324454"/>
                  </a:lnTo>
                  <a:lnTo>
                    <a:pt x="501707" y="320384"/>
                  </a:lnTo>
                  <a:lnTo>
                    <a:pt x="502582" y="316347"/>
                  </a:lnTo>
                  <a:lnTo>
                    <a:pt x="504601" y="313454"/>
                  </a:lnTo>
                  <a:cubicBezTo>
                    <a:pt x="504601" y="313454"/>
                    <a:pt x="506183" y="311268"/>
                    <a:pt x="506755" y="311268"/>
                  </a:cubicBezTo>
                  <a:cubicBezTo>
                    <a:pt x="507327" y="311268"/>
                    <a:pt x="509212" y="309081"/>
                    <a:pt x="509212" y="309081"/>
                  </a:cubicBezTo>
                  <a:cubicBezTo>
                    <a:pt x="509212" y="309081"/>
                    <a:pt x="511837" y="308072"/>
                    <a:pt x="512409" y="307769"/>
                  </a:cubicBezTo>
                  <a:cubicBezTo>
                    <a:pt x="512981" y="307466"/>
                    <a:pt x="514428" y="302858"/>
                    <a:pt x="515034" y="302858"/>
                  </a:cubicBezTo>
                  <a:cubicBezTo>
                    <a:pt x="515606" y="302858"/>
                    <a:pt x="516784" y="300402"/>
                    <a:pt x="517221" y="300099"/>
                  </a:cubicBezTo>
                  <a:cubicBezTo>
                    <a:pt x="517659" y="299796"/>
                    <a:pt x="520688" y="295020"/>
                    <a:pt x="520688" y="295020"/>
                  </a:cubicBezTo>
                  <a:cubicBezTo>
                    <a:pt x="520688" y="295020"/>
                    <a:pt x="522876" y="293573"/>
                    <a:pt x="523448" y="293573"/>
                  </a:cubicBezTo>
                  <a:cubicBezTo>
                    <a:pt x="524020" y="293573"/>
                    <a:pt x="526780" y="291992"/>
                    <a:pt x="526780" y="291992"/>
                  </a:cubicBezTo>
                  <a:cubicBezTo>
                    <a:pt x="526780" y="291992"/>
                    <a:pt x="528967" y="290983"/>
                    <a:pt x="529404" y="290983"/>
                  </a:cubicBezTo>
                  <a:cubicBezTo>
                    <a:pt x="529842" y="290983"/>
                    <a:pt x="533881" y="287653"/>
                    <a:pt x="533881" y="287653"/>
                  </a:cubicBezTo>
                  <a:cubicBezTo>
                    <a:pt x="533881" y="287653"/>
                    <a:pt x="538794" y="285197"/>
                    <a:pt x="539232" y="285197"/>
                  </a:cubicBezTo>
                  <a:cubicBezTo>
                    <a:pt x="539669" y="285197"/>
                    <a:pt x="542563" y="281126"/>
                    <a:pt x="543136" y="280992"/>
                  </a:cubicBezTo>
                  <a:cubicBezTo>
                    <a:pt x="543708" y="280857"/>
                    <a:pt x="547847" y="277796"/>
                    <a:pt x="547847" y="277796"/>
                  </a:cubicBezTo>
                  <a:lnTo>
                    <a:pt x="549934" y="276484"/>
                  </a:lnTo>
                  <a:lnTo>
                    <a:pt x="549934" y="273726"/>
                  </a:lnTo>
                  <a:lnTo>
                    <a:pt x="547410" y="270059"/>
                  </a:lnTo>
                  <a:close/>
                  <a:moveTo>
                    <a:pt x="340299" y="224645"/>
                  </a:moveTo>
                  <a:lnTo>
                    <a:pt x="338718" y="226025"/>
                  </a:lnTo>
                  <a:lnTo>
                    <a:pt x="337270" y="226462"/>
                  </a:lnTo>
                  <a:lnTo>
                    <a:pt x="335621" y="226159"/>
                  </a:lnTo>
                  <a:lnTo>
                    <a:pt x="333905" y="225957"/>
                  </a:lnTo>
                  <a:lnTo>
                    <a:pt x="332761" y="226832"/>
                  </a:lnTo>
                  <a:lnTo>
                    <a:pt x="332761" y="229961"/>
                  </a:lnTo>
                  <a:lnTo>
                    <a:pt x="332963" y="230970"/>
                  </a:lnTo>
                  <a:lnTo>
                    <a:pt x="332189" y="232416"/>
                  </a:lnTo>
                  <a:lnTo>
                    <a:pt x="329799" y="232921"/>
                  </a:lnTo>
                  <a:cubicBezTo>
                    <a:pt x="329799" y="232921"/>
                    <a:pt x="328789" y="232349"/>
                    <a:pt x="328116" y="232349"/>
                  </a:cubicBezTo>
                  <a:cubicBezTo>
                    <a:pt x="327443" y="232349"/>
                    <a:pt x="325357" y="232046"/>
                    <a:pt x="325087" y="232046"/>
                  </a:cubicBezTo>
                  <a:cubicBezTo>
                    <a:pt x="324785" y="232046"/>
                    <a:pt x="322967" y="230465"/>
                    <a:pt x="322698" y="230364"/>
                  </a:cubicBezTo>
                  <a:cubicBezTo>
                    <a:pt x="322429" y="230297"/>
                    <a:pt x="319232" y="231104"/>
                    <a:pt x="319232" y="231104"/>
                  </a:cubicBezTo>
                  <a:cubicBezTo>
                    <a:pt x="319232" y="231104"/>
                    <a:pt x="317481" y="233493"/>
                    <a:pt x="317280" y="233997"/>
                  </a:cubicBezTo>
                  <a:cubicBezTo>
                    <a:pt x="317078" y="234502"/>
                    <a:pt x="314957" y="238404"/>
                    <a:pt x="314957" y="238404"/>
                  </a:cubicBezTo>
                  <a:lnTo>
                    <a:pt x="316337" y="240927"/>
                  </a:lnTo>
                  <a:lnTo>
                    <a:pt x="319972" y="243383"/>
                  </a:lnTo>
                  <a:lnTo>
                    <a:pt x="320039" y="244627"/>
                  </a:lnTo>
                  <a:lnTo>
                    <a:pt x="316977" y="246881"/>
                  </a:lnTo>
                  <a:lnTo>
                    <a:pt x="316102" y="249270"/>
                  </a:lnTo>
                  <a:cubicBezTo>
                    <a:pt x="316102" y="249270"/>
                    <a:pt x="316472" y="251524"/>
                    <a:pt x="316977" y="251961"/>
                  </a:cubicBezTo>
                  <a:cubicBezTo>
                    <a:pt x="317481" y="252398"/>
                    <a:pt x="318491" y="253037"/>
                    <a:pt x="318996" y="253475"/>
                  </a:cubicBezTo>
                  <a:cubicBezTo>
                    <a:pt x="319501" y="253912"/>
                    <a:pt x="320443" y="254988"/>
                    <a:pt x="320679" y="255056"/>
                  </a:cubicBezTo>
                  <a:cubicBezTo>
                    <a:pt x="320914" y="255123"/>
                    <a:pt x="320712" y="255998"/>
                    <a:pt x="320712" y="255998"/>
                  </a:cubicBezTo>
                  <a:cubicBezTo>
                    <a:pt x="320712" y="255998"/>
                    <a:pt x="320612" y="256805"/>
                    <a:pt x="320612" y="257074"/>
                  </a:cubicBezTo>
                  <a:cubicBezTo>
                    <a:pt x="320612" y="257377"/>
                    <a:pt x="320612" y="259463"/>
                    <a:pt x="320612" y="259463"/>
                  </a:cubicBezTo>
                  <a:lnTo>
                    <a:pt x="321756" y="260270"/>
                  </a:lnTo>
                  <a:cubicBezTo>
                    <a:pt x="321756" y="260270"/>
                    <a:pt x="323203" y="262019"/>
                    <a:pt x="323438" y="262288"/>
                  </a:cubicBezTo>
                  <a:cubicBezTo>
                    <a:pt x="323640" y="262591"/>
                    <a:pt x="324684" y="263230"/>
                    <a:pt x="325189" y="263735"/>
                  </a:cubicBezTo>
                  <a:cubicBezTo>
                    <a:pt x="325693" y="264239"/>
                    <a:pt x="325828" y="264609"/>
                    <a:pt x="326703" y="265316"/>
                  </a:cubicBezTo>
                  <a:cubicBezTo>
                    <a:pt x="327578" y="266056"/>
                    <a:pt x="327746" y="267772"/>
                    <a:pt x="327746" y="267772"/>
                  </a:cubicBezTo>
                  <a:lnTo>
                    <a:pt x="328352" y="269386"/>
                  </a:lnTo>
                  <a:lnTo>
                    <a:pt x="328419" y="271573"/>
                  </a:lnTo>
                  <a:lnTo>
                    <a:pt x="328487" y="273860"/>
                  </a:lnTo>
                  <a:cubicBezTo>
                    <a:pt x="328487" y="273860"/>
                    <a:pt x="327073" y="276081"/>
                    <a:pt x="326905" y="276148"/>
                  </a:cubicBezTo>
                  <a:cubicBezTo>
                    <a:pt x="326737" y="276215"/>
                    <a:pt x="324852" y="278435"/>
                    <a:pt x="324852" y="278435"/>
                  </a:cubicBezTo>
                  <a:cubicBezTo>
                    <a:pt x="324852" y="278435"/>
                    <a:pt x="323371" y="279579"/>
                    <a:pt x="323203" y="279680"/>
                  </a:cubicBezTo>
                  <a:cubicBezTo>
                    <a:pt x="323035" y="279781"/>
                    <a:pt x="320477" y="281160"/>
                    <a:pt x="320140" y="281295"/>
                  </a:cubicBezTo>
                  <a:cubicBezTo>
                    <a:pt x="319838" y="281463"/>
                    <a:pt x="318525" y="282371"/>
                    <a:pt x="318289" y="282438"/>
                  </a:cubicBezTo>
                  <a:cubicBezTo>
                    <a:pt x="318087" y="282506"/>
                    <a:pt x="317078" y="282943"/>
                    <a:pt x="316876" y="282943"/>
                  </a:cubicBezTo>
                  <a:cubicBezTo>
                    <a:pt x="316674" y="282943"/>
                    <a:pt x="314520" y="282943"/>
                    <a:pt x="314520" y="282943"/>
                  </a:cubicBezTo>
                  <a:cubicBezTo>
                    <a:pt x="314520" y="282943"/>
                    <a:pt x="313006" y="283279"/>
                    <a:pt x="312198" y="283279"/>
                  </a:cubicBezTo>
                  <a:cubicBezTo>
                    <a:pt x="311390" y="283279"/>
                    <a:pt x="309539" y="283246"/>
                    <a:pt x="309304" y="283246"/>
                  </a:cubicBezTo>
                  <a:cubicBezTo>
                    <a:pt x="309102" y="283246"/>
                    <a:pt x="305837" y="282539"/>
                    <a:pt x="305837" y="282539"/>
                  </a:cubicBezTo>
                  <a:lnTo>
                    <a:pt x="301933" y="283952"/>
                  </a:lnTo>
                  <a:lnTo>
                    <a:pt x="298332" y="284827"/>
                  </a:lnTo>
                  <a:lnTo>
                    <a:pt x="295942" y="285600"/>
                  </a:lnTo>
                  <a:lnTo>
                    <a:pt x="292779" y="284827"/>
                  </a:lnTo>
                  <a:lnTo>
                    <a:pt x="289952" y="282977"/>
                  </a:lnTo>
                  <a:lnTo>
                    <a:pt x="286385" y="282102"/>
                  </a:lnTo>
                  <a:lnTo>
                    <a:pt x="281370" y="282539"/>
                  </a:lnTo>
                  <a:lnTo>
                    <a:pt x="278543" y="286677"/>
                  </a:lnTo>
                  <a:lnTo>
                    <a:pt x="277130" y="291555"/>
                  </a:lnTo>
                  <a:lnTo>
                    <a:pt x="277130" y="295995"/>
                  </a:lnTo>
                  <a:lnTo>
                    <a:pt x="276356" y="301748"/>
                  </a:lnTo>
                  <a:lnTo>
                    <a:pt x="276894" y="305112"/>
                  </a:lnTo>
                  <a:lnTo>
                    <a:pt x="280697" y="310662"/>
                  </a:lnTo>
                  <a:lnTo>
                    <a:pt x="282313" y="314127"/>
                  </a:lnTo>
                  <a:lnTo>
                    <a:pt x="285241" y="314497"/>
                  </a:lnTo>
                  <a:lnTo>
                    <a:pt x="288168" y="312479"/>
                  </a:lnTo>
                  <a:lnTo>
                    <a:pt x="288370" y="312479"/>
                  </a:lnTo>
                  <a:lnTo>
                    <a:pt x="290861" y="314430"/>
                  </a:lnTo>
                  <a:lnTo>
                    <a:pt x="293149" y="318029"/>
                  </a:lnTo>
                  <a:lnTo>
                    <a:pt x="293688" y="320216"/>
                  </a:lnTo>
                  <a:lnTo>
                    <a:pt x="291837" y="324219"/>
                  </a:lnTo>
                  <a:lnTo>
                    <a:pt x="292039" y="327886"/>
                  </a:lnTo>
                  <a:lnTo>
                    <a:pt x="293452" y="329231"/>
                  </a:lnTo>
                  <a:cubicBezTo>
                    <a:pt x="293452" y="329231"/>
                    <a:pt x="293553" y="329769"/>
                    <a:pt x="293452" y="330106"/>
                  </a:cubicBezTo>
                  <a:cubicBezTo>
                    <a:pt x="293351" y="330442"/>
                    <a:pt x="290625" y="332494"/>
                    <a:pt x="290625" y="332494"/>
                  </a:cubicBezTo>
                  <a:cubicBezTo>
                    <a:pt x="290625" y="332494"/>
                    <a:pt x="289649" y="333806"/>
                    <a:pt x="289212" y="333806"/>
                  </a:cubicBezTo>
                  <a:cubicBezTo>
                    <a:pt x="288774" y="333806"/>
                    <a:pt x="284971" y="336195"/>
                    <a:pt x="284971" y="336195"/>
                  </a:cubicBezTo>
                  <a:lnTo>
                    <a:pt x="282784" y="340332"/>
                  </a:lnTo>
                  <a:lnTo>
                    <a:pt x="279620" y="340332"/>
                  </a:lnTo>
                  <a:lnTo>
                    <a:pt x="276457" y="340332"/>
                  </a:lnTo>
                  <a:lnTo>
                    <a:pt x="272654" y="340332"/>
                  </a:lnTo>
                  <a:lnTo>
                    <a:pt x="268413" y="336329"/>
                  </a:lnTo>
                  <a:lnTo>
                    <a:pt x="263634" y="335656"/>
                  </a:lnTo>
                  <a:lnTo>
                    <a:pt x="262221" y="336867"/>
                  </a:lnTo>
                  <a:lnTo>
                    <a:pt x="261548" y="337843"/>
                  </a:lnTo>
                  <a:cubicBezTo>
                    <a:pt x="261548" y="337843"/>
                    <a:pt x="261009" y="339256"/>
                    <a:pt x="261009" y="339693"/>
                  </a:cubicBezTo>
                  <a:cubicBezTo>
                    <a:pt x="261009" y="340130"/>
                    <a:pt x="260471" y="341644"/>
                    <a:pt x="260471" y="341644"/>
                  </a:cubicBezTo>
                  <a:lnTo>
                    <a:pt x="260571" y="344033"/>
                  </a:lnTo>
                  <a:lnTo>
                    <a:pt x="260235" y="345883"/>
                  </a:lnTo>
                  <a:cubicBezTo>
                    <a:pt x="260235" y="345883"/>
                    <a:pt x="259797" y="346858"/>
                    <a:pt x="259562" y="347195"/>
                  </a:cubicBezTo>
                  <a:cubicBezTo>
                    <a:pt x="259326" y="347531"/>
                    <a:pt x="258384" y="348608"/>
                    <a:pt x="258047" y="348944"/>
                  </a:cubicBezTo>
                  <a:cubicBezTo>
                    <a:pt x="257711" y="349280"/>
                    <a:pt x="254447" y="350592"/>
                    <a:pt x="254447" y="350592"/>
                  </a:cubicBezTo>
                  <a:lnTo>
                    <a:pt x="251821" y="351231"/>
                  </a:lnTo>
                  <a:cubicBezTo>
                    <a:pt x="251821" y="351231"/>
                    <a:pt x="250071" y="351871"/>
                    <a:pt x="249432" y="352005"/>
                  </a:cubicBezTo>
                  <a:cubicBezTo>
                    <a:pt x="248792" y="352106"/>
                    <a:pt x="248221" y="351904"/>
                    <a:pt x="247783" y="352005"/>
                  </a:cubicBezTo>
                  <a:cubicBezTo>
                    <a:pt x="247345" y="352106"/>
                    <a:pt x="246605" y="352173"/>
                    <a:pt x="245730" y="352039"/>
                  </a:cubicBezTo>
                  <a:cubicBezTo>
                    <a:pt x="244855" y="351904"/>
                    <a:pt x="242701" y="350054"/>
                    <a:pt x="241490" y="348978"/>
                  </a:cubicBezTo>
                  <a:cubicBezTo>
                    <a:pt x="240278" y="347901"/>
                    <a:pt x="239874" y="346488"/>
                    <a:pt x="238999" y="345950"/>
                  </a:cubicBezTo>
                  <a:cubicBezTo>
                    <a:pt x="238124" y="345412"/>
                    <a:pt x="236710" y="343663"/>
                    <a:pt x="236710" y="343663"/>
                  </a:cubicBezTo>
                  <a:cubicBezTo>
                    <a:pt x="236710" y="343663"/>
                    <a:pt x="234759" y="343562"/>
                    <a:pt x="234321" y="343562"/>
                  </a:cubicBezTo>
                  <a:cubicBezTo>
                    <a:pt x="233884" y="343562"/>
                    <a:pt x="230720" y="343663"/>
                    <a:pt x="230417" y="343663"/>
                  </a:cubicBezTo>
                  <a:cubicBezTo>
                    <a:pt x="230081" y="343663"/>
                    <a:pt x="227153" y="345176"/>
                    <a:pt x="227153" y="345176"/>
                  </a:cubicBezTo>
                  <a:lnTo>
                    <a:pt x="225302" y="346690"/>
                  </a:lnTo>
                  <a:lnTo>
                    <a:pt x="220624" y="349079"/>
                  </a:lnTo>
                  <a:lnTo>
                    <a:pt x="216148" y="350390"/>
                  </a:lnTo>
                  <a:cubicBezTo>
                    <a:pt x="216148" y="350390"/>
                    <a:pt x="212782" y="350491"/>
                    <a:pt x="212345" y="350491"/>
                  </a:cubicBezTo>
                  <a:cubicBezTo>
                    <a:pt x="211907" y="350491"/>
                    <a:pt x="208003" y="349079"/>
                    <a:pt x="206926" y="349079"/>
                  </a:cubicBezTo>
                  <a:cubicBezTo>
                    <a:pt x="205816" y="349079"/>
                    <a:pt x="204739" y="348540"/>
                    <a:pt x="204436" y="349079"/>
                  </a:cubicBezTo>
                  <a:cubicBezTo>
                    <a:pt x="204099" y="349617"/>
                    <a:pt x="202821" y="350491"/>
                    <a:pt x="202147" y="350929"/>
                  </a:cubicBezTo>
                  <a:cubicBezTo>
                    <a:pt x="201508" y="351366"/>
                    <a:pt x="201171" y="355066"/>
                    <a:pt x="201171" y="355066"/>
                  </a:cubicBezTo>
                  <a:lnTo>
                    <a:pt x="199657" y="355706"/>
                  </a:lnTo>
                  <a:lnTo>
                    <a:pt x="194878" y="355066"/>
                  </a:lnTo>
                  <a:cubicBezTo>
                    <a:pt x="194878" y="355066"/>
                    <a:pt x="193565" y="354528"/>
                    <a:pt x="192589" y="353654"/>
                  </a:cubicBezTo>
                  <a:cubicBezTo>
                    <a:pt x="191613" y="352779"/>
                    <a:pt x="190200" y="349079"/>
                    <a:pt x="189863" y="348978"/>
                  </a:cubicBezTo>
                  <a:cubicBezTo>
                    <a:pt x="189527" y="348877"/>
                    <a:pt x="189325" y="346253"/>
                    <a:pt x="188989" y="345950"/>
                  </a:cubicBezTo>
                  <a:cubicBezTo>
                    <a:pt x="188652" y="345614"/>
                    <a:pt x="186262" y="343999"/>
                    <a:pt x="186262" y="343999"/>
                  </a:cubicBezTo>
                  <a:cubicBezTo>
                    <a:pt x="186262" y="343999"/>
                    <a:pt x="183435" y="343225"/>
                    <a:pt x="182459" y="343562"/>
                  </a:cubicBezTo>
                  <a:cubicBezTo>
                    <a:pt x="181483" y="343898"/>
                    <a:pt x="180844" y="343562"/>
                    <a:pt x="179531" y="343360"/>
                  </a:cubicBezTo>
                  <a:cubicBezTo>
                    <a:pt x="178219" y="343158"/>
                    <a:pt x="175931" y="342384"/>
                    <a:pt x="175829" y="342048"/>
                  </a:cubicBezTo>
                  <a:cubicBezTo>
                    <a:pt x="175728" y="341711"/>
                    <a:pt x="175156" y="337708"/>
                    <a:pt x="175156" y="337708"/>
                  </a:cubicBezTo>
                  <a:lnTo>
                    <a:pt x="172565" y="336834"/>
                  </a:lnTo>
                  <a:lnTo>
                    <a:pt x="167887" y="335959"/>
                  </a:lnTo>
                  <a:cubicBezTo>
                    <a:pt x="167887" y="335959"/>
                    <a:pt x="167416" y="334883"/>
                    <a:pt x="167416" y="334445"/>
                  </a:cubicBezTo>
                  <a:cubicBezTo>
                    <a:pt x="167416" y="334008"/>
                    <a:pt x="165598" y="331855"/>
                    <a:pt x="165598" y="331418"/>
                  </a:cubicBezTo>
                  <a:cubicBezTo>
                    <a:pt x="165598" y="330980"/>
                    <a:pt x="165598" y="329130"/>
                    <a:pt x="165598" y="329130"/>
                  </a:cubicBezTo>
                  <a:lnTo>
                    <a:pt x="166911" y="327953"/>
                  </a:lnTo>
                  <a:lnTo>
                    <a:pt x="169839" y="328054"/>
                  </a:lnTo>
                  <a:lnTo>
                    <a:pt x="172128" y="328928"/>
                  </a:lnTo>
                  <a:lnTo>
                    <a:pt x="173642" y="329366"/>
                  </a:lnTo>
                  <a:lnTo>
                    <a:pt x="176031" y="329803"/>
                  </a:lnTo>
                  <a:lnTo>
                    <a:pt x="177479" y="328727"/>
                  </a:lnTo>
                  <a:lnTo>
                    <a:pt x="178387" y="327179"/>
                  </a:lnTo>
                  <a:lnTo>
                    <a:pt x="178791" y="325463"/>
                  </a:lnTo>
                  <a:lnTo>
                    <a:pt x="177748" y="323849"/>
                  </a:lnTo>
                  <a:lnTo>
                    <a:pt x="174584" y="320720"/>
                  </a:lnTo>
                  <a:lnTo>
                    <a:pt x="173103" y="318567"/>
                  </a:lnTo>
                  <a:lnTo>
                    <a:pt x="169974" y="315271"/>
                  </a:lnTo>
                  <a:lnTo>
                    <a:pt x="167651" y="313454"/>
                  </a:lnTo>
                  <a:cubicBezTo>
                    <a:pt x="167651" y="313454"/>
                    <a:pt x="165464" y="311200"/>
                    <a:pt x="165397" y="310998"/>
                  </a:cubicBezTo>
                  <a:cubicBezTo>
                    <a:pt x="165329" y="310797"/>
                    <a:pt x="164454" y="308240"/>
                    <a:pt x="164387" y="308038"/>
                  </a:cubicBezTo>
                  <a:cubicBezTo>
                    <a:pt x="164319" y="307836"/>
                    <a:pt x="164151" y="305448"/>
                    <a:pt x="164151" y="305448"/>
                  </a:cubicBezTo>
                  <a:lnTo>
                    <a:pt x="163882" y="301613"/>
                  </a:lnTo>
                  <a:lnTo>
                    <a:pt x="163882" y="299662"/>
                  </a:lnTo>
                  <a:lnTo>
                    <a:pt x="167517" y="298787"/>
                  </a:lnTo>
                  <a:lnTo>
                    <a:pt x="168257" y="298787"/>
                  </a:lnTo>
                  <a:lnTo>
                    <a:pt x="170007" y="298787"/>
                  </a:lnTo>
                  <a:lnTo>
                    <a:pt x="171757" y="298787"/>
                  </a:lnTo>
                  <a:lnTo>
                    <a:pt x="173473" y="298787"/>
                  </a:lnTo>
                  <a:cubicBezTo>
                    <a:pt x="173473" y="298787"/>
                    <a:pt x="173473" y="298855"/>
                    <a:pt x="174214" y="298283"/>
                  </a:cubicBezTo>
                  <a:cubicBezTo>
                    <a:pt x="174954" y="297711"/>
                    <a:pt x="176166" y="296769"/>
                    <a:pt x="176166" y="296769"/>
                  </a:cubicBezTo>
                  <a:lnTo>
                    <a:pt x="177680" y="293506"/>
                  </a:lnTo>
                  <a:lnTo>
                    <a:pt x="180575" y="290916"/>
                  </a:lnTo>
                  <a:cubicBezTo>
                    <a:pt x="180575" y="290916"/>
                    <a:pt x="181954" y="290478"/>
                    <a:pt x="182392" y="290041"/>
                  </a:cubicBezTo>
                  <a:cubicBezTo>
                    <a:pt x="182829" y="289604"/>
                    <a:pt x="185724" y="287350"/>
                    <a:pt x="185724" y="287350"/>
                  </a:cubicBezTo>
                  <a:cubicBezTo>
                    <a:pt x="185724" y="287350"/>
                    <a:pt x="187609" y="286711"/>
                    <a:pt x="187911" y="286711"/>
                  </a:cubicBezTo>
                  <a:cubicBezTo>
                    <a:pt x="188214" y="286711"/>
                    <a:pt x="189426" y="286643"/>
                    <a:pt x="190234" y="286711"/>
                  </a:cubicBezTo>
                  <a:cubicBezTo>
                    <a:pt x="191041" y="286778"/>
                    <a:pt x="192253" y="286576"/>
                    <a:pt x="193128" y="286677"/>
                  </a:cubicBezTo>
                  <a:cubicBezTo>
                    <a:pt x="194003" y="286778"/>
                    <a:pt x="195450" y="286071"/>
                    <a:pt x="195753" y="286071"/>
                  </a:cubicBezTo>
                  <a:cubicBezTo>
                    <a:pt x="196022" y="286071"/>
                    <a:pt x="196897" y="285634"/>
                    <a:pt x="197638" y="285500"/>
                  </a:cubicBezTo>
                  <a:cubicBezTo>
                    <a:pt x="198344" y="285365"/>
                    <a:pt x="200027" y="283549"/>
                    <a:pt x="200027" y="283549"/>
                  </a:cubicBezTo>
                  <a:cubicBezTo>
                    <a:pt x="200027" y="283549"/>
                    <a:pt x="200667" y="282909"/>
                    <a:pt x="200835" y="282607"/>
                  </a:cubicBezTo>
                  <a:cubicBezTo>
                    <a:pt x="200969" y="282338"/>
                    <a:pt x="201979" y="281093"/>
                    <a:pt x="202215" y="281026"/>
                  </a:cubicBezTo>
                  <a:cubicBezTo>
                    <a:pt x="202417" y="280958"/>
                    <a:pt x="203460" y="280084"/>
                    <a:pt x="203729" y="280084"/>
                  </a:cubicBezTo>
                  <a:cubicBezTo>
                    <a:pt x="203998" y="280084"/>
                    <a:pt x="205883" y="278200"/>
                    <a:pt x="206119" y="278133"/>
                  </a:cubicBezTo>
                  <a:cubicBezTo>
                    <a:pt x="206320" y="278065"/>
                    <a:pt x="207364" y="276821"/>
                    <a:pt x="207633" y="276619"/>
                  </a:cubicBezTo>
                  <a:cubicBezTo>
                    <a:pt x="207936" y="276417"/>
                    <a:pt x="209148" y="274600"/>
                    <a:pt x="209148" y="274298"/>
                  </a:cubicBezTo>
                  <a:cubicBezTo>
                    <a:pt x="209148" y="273995"/>
                    <a:pt x="209148" y="270160"/>
                    <a:pt x="209148" y="270160"/>
                  </a:cubicBezTo>
                  <a:lnTo>
                    <a:pt x="205816" y="266964"/>
                  </a:lnTo>
                  <a:lnTo>
                    <a:pt x="205109" y="263701"/>
                  </a:lnTo>
                  <a:lnTo>
                    <a:pt x="201037" y="260573"/>
                  </a:lnTo>
                  <a:lnTo>
                    <a:pt x="199589" y="260573"/>
                  </a:lnTo>
                  <a:lnTo>
                    <a:pt x="197840" y="260573"/>
                  </a:lnTo>
                  <a:lnTo>
                    <a:pt x="195820" y="259429"/>
                  </a:lnTo>
                  <a:lnTo>
                    <a:pt x="194945" y="257848"/>
                  </a:lnTo>
                  <a:lnTo>
                    <a:pt x="195349" y="256637"/>
                  </a:lnTo>
                  <a:lnTo>
                    <a:pt x="194205" y="254719"/>
                  </a:lnTo>
                  <a:lnTo>
                    <a:pt x="193397" y="253138"/>
                  </a:lnTo>
                  <a:lnTo>
                    <a:pt x="192152" y="252365"/>
                  </a:lnTo>
                  <a:cubicBezTo>
                    <a:pt x="192152" y="252365"/>
                    <a:pt x="189830" y="250615"/>
                    <a:pt x="189695" y="250413"/>
                  </a:cubicBezTo>
                  <a:cubicBezTo>
                    <a:pt x="189594" y="250212"/>
                    <a:pt x="188585" y="248126"/>
                    <a:pt x="188585" y="248126"/>
                  </a:cubicBezTo>
                  <a:lnTo>
                    <a:pt x="188282" y="246377"/>
                  </a:lnTo>
                  <a:lnTo>
                    <a:pt x="188282" y="245771"/>
                  </a:lnTo>
                  <a:cubicBezTo>
                    <a:pt x="188282" y="245771"/>
                    <a:pt x="187743" y="243820"/>
                    <a:pt x="187911" y="243753"/>
                  </a:cubicBezTo>
                  <a:cubicBezTo>
                    <a:pt x="188080" y="243686"/>
                    <a:pt x="188282" y="242441"/>
                    <a:pt x="188282" y="242441"/>
                  </a:cubicBezTo>
                  <a:cubicBezTo>
                    <a:pt x="188551" y="242205"/>
                    <a:pt x="189157" y="241230"/>
                    <a:pt x="189157" y="241230"/>
                  </a:cubicBezTo>
                  <a:cubicBezTo>
                    <a:pt x="189157" y="241230"/>
                    <a:pt x="190738" y="239716"/>
                    <a:pt x="190907" y="239716"/>
                  </a:cubicBezTo>
                  <a:cubicBezTo>
                    <a:pt x="191075" y="239716"/>
                    <a:pt x="192320" y="239279"/>
                    <a:pt x="192522" y="239279"/>
                  </a:cubicBezTo>
                  <a:cubicBezTo>
                    <a:pt x="192758" y="239279"/>
                    <a:pt x="193397" y="239380"/>
                    <a:pt x="193734" y="239279"/>
                  </a:cubicBezTo>
                  <a:cubicBezTo>
                    <a:pt x="194070" y="239178"/>
                    <a:pt x="195955" y="238135"/>
                    <a:pt x="195955" y="238135"/>
                  </a:cubicBezTo>
                  <a:lnTo>
                    <a:pt x="198782" y="236117"/>
                  </a:lnTo>
                  <a:lnTo>
                    <a:pt x="199859" y="235309"/>
                  </a:lnTo>
                  <a:cubicBezTo>
                    <a:pt x="199859" y="235309"/>
                    <a:pt x="200902" y="234973"/>
                    <a:pt x="201104" y="234939"/>
                  </a:cubicBezTo>
                  <a:cubicBezTo>
                    <a:pt x="201306" y="234872"/>
                    <a:pt x="203123" y="235107"/>
                    <a:pt x="203325" y="234939"/>
                  </a:cubicBezTo>
                  <a:cubicBezTo>
                    <a:pt x="203527" y="234771"/>
                    <a:pt x="204840" y="235074"/>
                    <a:pt x="205244" y="234939"/>
                  </a:cubicBezTo>
                  <a:cubicBezTo>
                    <a:pt x="205614" y="234771"/>
                    <a:pt x="206590" y="234906"/>
                    <a:pt x="207128" y="234906"/>
                  </a:cubicBezTo>
                  <a:cubicBezTo>
                    <a:pt x="207667" y="234906"/>
                    <a:pt x="209719" y="234838"/>
                    <a:pt x="209955" y="234872"/>
                  </a:cubicBezTo>
                  <a:cubicBezTo>
                    <a:pt x="210157" y="234906"/>
                    <a:pt x="211099" y="234805"/>
                    <a:pt x="211840" y="234872"/>
                  </a:cubicBezTo>
                  <a:cubicBezTo>
                    <a:pt x="212614" y="234906"/>
                    <a:pt x="213489" y="235007"/>
                    <a:pt x="214027" y="234872"/>
                  </a:cubicBezTo>
                  <a:cubicBezTo>
                    <a:pt x="214566" y="234704"/>
                    <a:pt x="217460" y="234065"/>
                    <a:pt x="217460" y="234065"/>
                  </a:cubicBezTo>
                  <a:cubicBezTo>
                    <a:pt x="217460" y="234065"/>
                    <a:pt x="218335" y="231508"/>
                    <a:pt x="218638" y="231474"/>
                  </a:cubicBezTo>
                  <a:cubicBezTo>
                    <a:pt x="218974" y="231407"/>
                    <a:pt x="220927" y="228279"/>
                    <a:pt x="220927" y="228279"/>
                  </a:cubicBezTo>
                  <a:cubicBezTo>
                    <a:pt x="220927" y="228279"/>
                    <a:pt x="221566" y="225453"/>
                    <a:pt x="221566" y="225285"/>
                  </a:cubicBezTo>
                  <a:cubicBezTo>
                    <a:pt x="221566" y="225116"/>
                    <a:pt x="222206" y="222997"/>
                    <a:pt x="222206" y="222997"/>
                  </a:cubicBezTo>
                  <a:lnTo>
                    <a:pt x="223855" y="220710"/>
                  </a:lnTo>
                  <a:lnTo>
                    <a:pt x="224662" y="219734"/>
                  </a:lnTo>
                  <a:lnTo>
                    <a:pt x="226009" y="218220"/>
                  </a:lnTo>
                  <a:cubicBezTo>
                    <a:pt x="226009" y="218220"/>
                    <a:pt x="227691" y="216538"/>
                    <a:pt x="227927" y="216437"/>
                  </a:cubicBezTo>
                  <a:cubicBezTo>
                    <a:pt x="228129" y="216336"/>
                    <a:pt x="230586" y="215529"/>
                    <a:pt x="230586" y="215529"/>
                  </a:cubicBezTo>
                  <a:cubicBezTo>
                    <a:pt x="230586" y="215529"/>
                    <a:pt x="232336" y="215395"/>
                    <a:pt x="232638" y="215395"/>
                  </a:cubicBezTo>
                  <a:cubicBezTo>
                    <a:pt x="232941" y="215395"/>
                    <a:pt x="234321" y="215395"/>
                    <a:pt x="234321" y="215395"/>
                  </a:cubicBezTo>
                  <a:lnTo>
                    <a:pt x="236441" y="215058"/>
                  </a:lnTo>
                  <a:lnTo>
                    <a:pt x="238192" y="214419"/>
                  </a:lnTo>
                  <a:cubicBezTo>
                    <a:pt x="238192" y="214419"/>
                    <a:pt x="239403" y="213174"/>
                    <a:pt x="239605" y="213174"/>
                  </a:cubicBezTo>
                  <a:cubicBezTo>
                    <a:pt x="239807" y="213174"/>
                    <a:pt x="240648" y="212132"/>
                    <a:pt x="240648" y="212132"/>
                  </a:cubicBezTo>
                  <a:cubicBezTo>
                    <a:pt x="240648" y="212132"/>
                    <a:pt x="242163" y="212199"/>
                    <a:pt x="242398" y="212132"/>
                  </a:cubicBezTo>
                  <a:cubicBezTo>
                    <a:pt x="242600" y="212064"/>
                    <a:pt x="243206" y="213444"/>
                    <a:pt x="243206" y="213444"/>
                  </a:cubicBezTo>
                  <a:lnTo>
                    <a:pt x="243710" y="214621"/>
                  </a:lnTo>
                  <a:cubicBezTo>
                    <a:pt x="243710" y="214621"/>
                    <a:pt x="245730" y="215126"/>
                    <a:pt x="246100" y="215126"/>
                  </a:cubicBezTo>
                  <a:cubicBezTo>
                    <a:pt x="246470" y="215126"/>
                    <a:pt x="247884" y="214957"/>
                    <a:pt x="247884" y="214957"/>
                  </a:cubicBezTo>
                  <a:cubicBezTo>
                    <a:pt x="247884" y="214957"/>
                    <a:pt x="248759" y="213612"/>
                    <a:pt x="248759" y="213444"/>
                  </a:cubicBezTo>
                  <a:cubicBezTo>
                    <a:pt x="248759" y="213275"/>
                    <a:pt x="248052" y="211391"/>
                    <a:pt x="247884" y="211257"/>
                  </a:cubicBezTo>
                  <a:cubicBezTo>
                    <a:pt x="247716" y="211156"/>
                    <a:pt x="246268" y="210349"/>
                    <a:pt x="246100" y="210214"/>
                  </a:cubicBezTo>
                  <a:cubicBezTo>
                    <a:pt x="245932" y="210113"/>
                    <a:pt x="243610" y="208801"/>
                    <a:pt x="243610" y="208801"/>
                  </a:cubicBezTo>
                  <a:lnTo>
                    <a:pt x="240581" y="206514"/>
                  </a:lnTo>
                  <a:cubicBezTo>
                    <a:pt x="240581" y="206514"/>
                    <a:pt x="239672" y="204596"/>
                    <a:pt x="239504" y="204495"/>
                  </a:cubicBezTo>
                  <a:cubicBezTo>
                    <a:pt x="239336" y="204394"/>
                    <a:pt x="238090" y="202376"/>
                    <a:pt x="237989" y="202208"/>
                  </a:cubicBezTo>
                  <a:cubicBezTo>
                    <a:pt x="237888" y="202040"/>
                    <a:pt x="236744" y="199988"/>
                    <a:pt x="236744" y="199752"/>
                  </a:cubicBezTo>
                  <a:cubicBezTo>
                    <a:pt x="236744" y="199550"/>
                    <a:pt x="236475" y="198070"/>
                    <a:pt x="236475" y="198070"/>
                  </a:cubicBezTo>
                  <a:cubicBezTo>
                    <a:pt x="236475" y="198070"/>
                    <a:pt x="237249" y="196926"/>
                    <a:pt x="237384" y="196926"/>
                  </a:cubicBezTo>
                  <a:cubicBezTo>
                    <a:pt x="237518" y="196926"/>
                    <a:pt x="239134" y="196388"/>
                    <a:pt x="239134" y="196388"/>
                  </a:cubicBezTo>
                  <a:lnTo>
                    <a:pt x="241287" y="196725"/>
                  </a:lnTo>
                  <a:lnTo>
                    <a:pt x="243610" y="198037"/>
                  </a:lnTo>
                  <a:lnTo>
                    <a:pt x="244821" y="199113"/>
                  </a:lnTo>
                  <a:cubicBezTo>
                    <a:pt x="244821" y="199113"/>
                    <a:pt x="248018" y="200425"/>
                    <a:pt x="248254" y="200425"/>
                  </a:cubicBezTo>
                  <a:cubicBezTo>
                    <a:pt x="248490" y="200425"/>
                    <a:pt x="249466" y="199988"/>
                    <a:pt x="249331" y="199349"/>
                  </a:cubicBezTo>
                  <a:cubicBezTo>
                    <a:pt x="249230" y="198709"/>
                    <a:pt x="248893" y="197936"/>
                    <a:pt x="248826" y="197767"/>
                  </a:cubicBezTo>
                  <a:cubicBezTo>
                    <a:pt x="248759" y="197599"/>
                    <a:pt x="248759" y="195884"/>
                    <a:pt x="248658" y="195715"/>
                  </a:cubicBezTo>
                  <a:cubicBezTo>
                    <a:pt x="248557" y="195547"/>
                    <a:pt x="247009" y="193764"/>
                    <a:pt x="247009" y="193764"/>
                  </a:cubicBezTo>
                  <a:lnTo>
                    <a:pt x="245663" y="192621"/>
                  </a:lnTo>
                  <a:cubicBezTo>
                    <a:pt x="245663" y="192621"/>
                    <a:pt x="244687" y="191309"/>
                    <a:pt x="244687" y="190770"/>
                  </a:cubicBezTo>
                  <a:cubicBezTo>
                    <a:pt x="244687" y="190232"/>
                    <a:pt x="244316" y="189425"/>
                    <a:pt x="244687" y="189358"/>
                  </a:cubicBezTo>
                  <a:cubicBezTo>
                    <a:pt x="245057" y="189290"/>
                    <a:pt x="246033" y="188920"/>
                    <a:pt x="246706" y="188752"/>
                  </a:cubicBezTo>
                  <a:cubicBezTo>
                    <a:pt x="247379" y="188584"/>
                    <a:pt x="248893" y="188416"/>
                    <a:pt x="249331" y="188416"/>
                  </a:cubicBezTo>
                  <a:cubicBezTo>
                    <a:pt x="249768" y="188416"/>
                    <a:pt x="253336" y="189660"/>
                    <a:pt x="253336" y="189660"/>
                  </a:cubicBezTo>
                  <a:cubicBezTo>
                    <a:pt x="253336" y="189660"/>
                    <a:pt x="255759" y="187676"/>
                    <a:pt x="255961" y="187743"/>
                  </a:cubicBezTo>
                  <a:cubicBezTo>
                    <a:pt x="256163" y="187810"/>
                    <a:pt x="257980" y="186734"/>
                    <a:pt x="258351" y="186296"/>
                  </a:cubicBezTo>
                  <a:cubicBezTo>
                    <a:pt x="258721" y="185859"/>
                    <a:pt x="258552" y="184110"/>
                    <a:pt x="258653" y="183168"/>
                  </a:cubicBezTo>
                  <a:cubicBezTo>
                    <a:pt x="258721" y="182226"/>
                    <a:pt x="258519" y="181284"/>
                    <a:pt x="258653" y="180645"/>
                  </a:cubicBezTo>
                  <a:cubicBezTo>
                    <a:pt x="258788" y="180006"/>
                    <a:pt x="259360" y="179064"/>
                    <a:pt x="259730" y="178626"/>
                  </a:cubicBezTo>
                  <a:cubicBezTo>
                    <a:pt x="260101" y="178189"/>
                    <a:pt x="260605" y="177180"/>
                    <a:pt x="260875" y="176945"/>
                  </a:cubicBezTo>
                  <a:cubicBezTo>
                    <a:pt x="261177" y="176709"/>
                    <a:pt x="262995" y="175801"/>
                    <a:pt x="263264" y="175633"/>
                  </a:cubicBezTo>
                  <a:cubicBezTo>
                    <a:pt x="263567" y="175498"/>
                    <a:pt x="264846" y="175767"/>
                    <a:pt x="265452" y="175633"/>
                  </a:cubicBezTo>
                  <a:cubicBezTo>
                    <a:pt x="266024" y="175498"/>
                    <a:pt x="266461" y="175935"/>
                    <a:pt x="266764" y="176137"/>
                  </a:cubicBezTo>
                  <a:cubicBezTo>
                    <a:pt x="267033" y="176339"/>
                    <a:pt x="267505" y="177584"/>
                    <a:pt x="267639" y="178660"/>
                  </a:cubicBezTo>
                  <a:cubicBezTo>
                    <a:pt x="267774" y="179737"/>
                    <a:pt x="267505" y="180544"/>
                    <a:pt x="267639" y="181620"/>
                  </a:cubicBezTo>
                  <a:cubicBezTo>
                    <a:pt x="267774" y="182697"/>
                    <a:pt x="267505" y="183639"/>
                    <a:pt x="267673" y="184076"/>
                  </a:cubicBezTo>
                  <a:cubicBezTo>
                    <a:pt x="267841" y="184513"/>
                    <a:pt x="267673" y="187205"/>
                    <a:pt x="267673" y="187205"/>
                  </a:cubicBezTo>
                  <a:cubicBezTo>
                    <a:pt x="267673" y="187205"/>
                    <a:pt x="267202" y="188651"/>
                    <a:pt x="268077" y="189526"/>
                  </a:cubicBezTo>
                  <a:cubicBezTo>
                    <a:pt x="268951" y="190400"/>
                    <a:pt x="269591" y="191981"/>
                    <a:pt x="269894" y="192419"/>
                  </a:cubicBezTo>
                  <a:cubicBezTo>
                    <a:pt x="270197" y="192856"/>
                    <a:pt x="270971" y="195312"/>
                    <a:pt x="271206" y="195379"/>
                  </a:cubicBezTo>
                  <a:cubicBezTo>
                    <a:pt x="271442" y="195446"/>
                    <a:pt x="272654" y="197633"/>
                    <a:pt x="273596" y="198003"/>
                  </a:cubicBezTo>
                  <a:cubicBezTo>
                    <a:pt x="274538" y="198373"/>
                    <a:pt x="275481" y="199819"/>
                    <a:pt x="277130" y="200694"/>
                  </a:cubicBezTo>
                  <a:cubicBezTo>
                    <a:pt x="278779" y="201569"/>
                    <a:pt x="281269" y="203284"/>
                    <a:pt x="281269" y="203284"/>
                  </a:cubicBezTo>
                  <a:lnTo>
                    <a:pt x="283423" y="204664"/>
                  </a:lnTo>
                  <a:lnTo>
                    <a:pt x="287899" y="210685"/>
                  </a:lnTo>
                  <a:lnTo>
                    <a:pt x="291231" y="214217"/>
                  </a:lnTo>
                  <a:lnTo>
                    <a:pt x="293755" y="216606"/>
                  </a:lnTo>
                  <a:lnTo>
                    <a:pt x="299847" y="219129"/>
                  </a:lnTo>
                  <a:cubicBezTo>
                    <a:pt x="299847" y="219129"/>
                    <a:pt x="305501" y="217682"/>
                    <a:pt x="305938" y="217548"/>
                  </a:cubicBezTo>
                  <a:cubicBezTo>
                    <a:pt x="306376" y="217413"/>
                    <a:pt x="310583" y="216673"/>
                    <a:pt x="310583" y="216673"/>
                  </a:cubicBezTo>
                  <a:lnTo>
                    <a:pt x="321756" y="217043"/>
                  </a:lnTo>
                  <a:lnTo>
                    <a:pt x="325087" y="217043"/>
                  </a:lnTo>
                  <a:lnTo>
                    <a:pt x="329294" y="218792"/>
                  </a:lnTo>
                  <a:lnTo>
                    <a:pt x="335218" y="218792"/>
                  </a:lnTo>
                  <a:cubicBezTo>
                    <a:pt x="335218" y="218792"/>
                    <a:pt x="337809" y="218220"/>
                    <a:pt x="338415" y="218355"/>
                  </a:cubicBezTo>
                  <a:cubicBezTo>
                    <a:pt x="338987" y="218489"/>
                    <a:pt x="340299" y="221046"/>
                    <a:pt x="340299" y="221046"/>
                  </a:cubicBezTo>
                  <a:lnTo>
                    <a:pt x="341107" y="222560"/>
                  </a:lnTo>
                  <a:lnTo>
                    <a:pt x="340299" y="224645"/>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184" name="Graphic 11">
              <a:extLst>
                <a:ext uri="{FF2B5EF4-FFF2-40B4-BE49-F238E27FC236}">
                  <a16:creationId xmlns:a16="http://schemas.microsoft.com/office/drawing/2014/main" id="{13FFFD54-24EE-0371-4FF3-F938587AAEA8}"/>
                </a:ext>
              </a:extLst>
            </p:cNvPr>
            <p:cNvGrpSpPr/>
            <p:nvPr/>
          </p:nvGrpSpPr>
          <p:grpSpPr>
            <a:xfrm>
              <a:off x="8145184" y="2281729"/>
              <a:ext cx="310509" cy="293378"/>
              <a:chOff x="5946217" y="1188690"/>
              <a:chExt cx="596146" cy="563255"/>
            </a:xfrm>
            <a:grpFill/>
          </p:grpSpPr>
          <p:sp>
            <p:nvSpPr>
              <p:cNvPr id="206" name="Freeform 923">
                <a:extLst>
                  <a:ext uri="{FF2B5EF4-FFF2-40B4-BE49-F238E27FC236}">
                    <a16:creationId xmlns:a16="http://schemas.microsoft.com/office/drawing/2014/main" id="{30CBAB8D-E71B-0B2D-E226-DDC3878228FD}"/>
                  </a:ext>
                </a:extLst>
              </p:cNvPr>
              <p:cNvSpPr/>
              <p:nvPr/>
            </p:nvSpPr>
            <p:spPr>
              <a:xfrm>
                <a:off x="5946217" y="1188690"/>
                <a:ext cx="596146" cy="563255"/>
              </a:xfrm>
              <a:custGeom>
                <a:avLst/>
                <a:gdLst>
                  <a:gd name="connsiteX0" fmla="*/ 595888 w 596146"/>
                  <a:gd name="connsiteY0" fmla="*/ 241734 h 563255"/>
                  <a:gd name="connsiteX1" fmla="*/ 594003 w 596146"/>
                  <a:gd name="connsiteY1" fmla="*/ 238101 h 563255"/>
                  <a:gd name="connsiteX2" fmla="*/ 590672 w 596146"/>
                  <a:gd name="connsiteY2" fmla="*/ 233762 h 563255"/>
                  <a:gd name="connsiteX3" fmla="*/ 586330 w 596146"/>
                  <a:gd name="connsiteY3" fmla="*/ 228413 h 563255"/>
                  <a:gd name="connsiteX4" fmla="*/ 585186 w 596146"/>
                  <a:gd name="connsiteY4" fmla="*/ 228110 h 563255"/>
                  <a:gd name="connsiteX5" fmla="*/ 582729 w 596146"/>
                  <a:gd name="connsiteY5" fmla="*/ 228245 h 563255"/>
                  <a:gd name="connsiteX6" fmla="*/ 579263 w 596146"/>
                  <a:gd name="connsiteY6" fmla="*/ 226933 h 563255"/>
                  <a:gd name="connsiteX7" fmla="*/ 578119 w 596146"/>
                  <a:gd name="connsiteY7" fmla="*/ 226798 h 563255"/>
                  <a:gd name="connsiteX8" fmla="*/ 578119 w 596146"/>
                  <a:gd name="connsiteY8" fmla="*/ 223468 h 563255"/>
                  <a:gd name="connsiteX9" fmla="*/ 576301 w 596146"/>
                  <a:gd name="connsiteY9" fmla="*/ 220878 h 563255"/>
                  <a:gd name="connsiteX10" fmla="*/ 573777 w 596146"/>
                  <a:gd name="connsiteY10" fmla="*/ 218994 h 563255"/>
                  <a:gd name="connsiteX11" fmla="*/ 571455 w 596146"/>
                  <a:gd name="connsiteY11" fmla="*/ 215966 h 563255"/>
                  <a:gd name="connsiteX12" fmla="*/ 570142 w 596146"/>
                  <a:gd name="connsiteY12" fmla="*/ 212199 h 563255"/>
                  <a:gd name="connsiteX13" fmla="*/ 569267 w 596146"/>
                  <a:gd name="connsiteY13" fmla="*/ 208431 h 563255"/>
                  <a:gd name="connsiteX14" fmla="*/ 566373 w 596146"/>
                  <a:gd name="connsiteY14" fmla="*/ 202780 h 563255"/>
                  <a:gd name="connsiteX15" fmla="*/ 563041 w 596146"/>
                  <a:gd name="connsiteY15" fmla="*/ 197263 h 563255"/>
                  <a:gd name="connsiteX16" fmla="*/ 561897 w 596146"/>
                  <a:gd name="connsiteY16" fmla="*/ 194942 h 563255"/>
                  <a:gd name="connsiteX17" fmla="*/ 561897 w 596146"/>
                  <a:gd name="connsiteY17" fmla="*/ 192486 h 563255"/>
                  <a:gd name="connsiteX18" fmla="*/ 561156 w 596146"/>
                  <a:gd name="connsiteY18" fmla="*/ 189862 h 563255"/>
                  <a:gd name="connsiteX19" fmla="*/ 559710 w 596146"/>
                  <a:gd name="connsiteY19" fmla="*/ 186094 h 563255"/>
                  <a:gd name="connsiteX20" fmla="*/ 558128 w 596146"/>
                  <a:gd name="connsiteY20" fmla="*/ 184211 h 563255"/>
                  <a:gd name="connsiteX21" fmla="*/ 554661 w 596146"/>
                  <a:gd name="connsiteY21" fmla="*/ 184211 h 563255"/>
                  <a:gd name="connsiteX22" fmla="*/ 550455 w 596146"/>
                  <a:gd name="connsiteY22" fmla="*/ 184413 h 563255"/>
                  <a:gd name="connsiteX23" fmla="*/ 545541 w 596146"/>
                  <a:gd name="connsiteY23" fmla="*/ 183908 h 563255"/>
                  <a:gd name="connsiteX24" fmla="*/ 543959 w 596146"/>
                  <a:gd name="connsiteY24" fmla="*/ 182024 h 563255"/>
                  <a:gd name="connsiteX25" fmla="*/ 543959 w 596146"/>
                  <a:gd name="connsiteY25" fmla="*/ 179871 h 563255"/>
                  <a:gd name="connsiteX26" fmla="*/ 544666 w 596146"/>
                  <a:gd name="connsiteY26" fmla="*/ 177987 h 563255"/>
                  <a:gd name="connsiteX27" fmla="*/ 546551 w 596146"/>
                  <a:gd name="connsiteY27" fmla="*/ 174354 h 563255"/>
                  <a:gd name="connsiteX28" fmla="*/ 548435 w 596146"/>
                  <a:gd name="connsiteY28" fmla="*/ 171024 h 563255"/>
                  <a:gd name="connsiteX29" fmla="*/ 548873 w 596146"/>
                  <a:gd name="connsiteY29" fmla="*/ 168266 h 563255"/>
                  <a:gd name="connsiteX30" fmla="*/ 546853 w 596146"/>
                  <a:gd name="connsiteY30" fmla="*/ 164801 h 563255"/>
                  <a:gd name="connsiteX31" fmla="*/ 543387 w 596146"/>
                  <a:gd name="connsiteY31" fmla="*/ 163051 h 563255"/>
                  <a:gd name="connsiteX32" fmla="*/ 541502 w 596146"/>
                  <a:gd name="connsiteY32" fmla="*/ 161908 h 563255"/>
                  <a:gd name="connsiteX33" fmla="*/ 538036 w 596146"/>
                  <a:gd name="connsiteY33" fmla="*/ 161605 h 563255"/>
                  <a:gd name="connsiteX34" fmla="*/ 536892 w 596146"/>
                  <a:gd name="connsiteY34" fmla="*/ 158712 h 563255"/>
                  <a:gd name="connsiteX35" fmla="*/ 538541 w 596146"/>
                  <a:gd name="connsiteY35" fmla="*/ 156021 h 563255"/>
                  <a:gd name="connsiteX36" fmla="*/ 541435 w 596146"/>
                  <a:gd name="connsiteY36" fmla="*/ 153498 h 563255"/>
                  <a:gd name="connsiteX37" fmla="*/ 545272 w 596146"/>
                  <a:gd name="connsiteY37" fmla="*/ 150975 h 563255"/>
                  <a:gd name="connsiteX38" fmla="*/ 547224 w 596146"/>
                  <a:gd name="connsiteY38" fmla="*/ 147712 h 563255"/>
                  <a:gd name="connsiteX39" fmla="*/ 548637 w 596146"/>
                  <a:gd name="connsiteY39" fmla="*/ 143339 h 563255"/>
                  <a:gd name="connsiteX40" fmla="*/ 549613 w 596146"/>
                  <a:gd name="connsiteY40" fmla="*/ 141757 h 563255"/>
                  <a:gd name="connsiteX41" fmla="*/ 550421 w 596146"/>
                  <a:gd name="connsiteY41" fmla="*/ 140345 h 563255"/>
                  <a:gd name="connsiteX42" fmla="*/ 552104 w 596146"/>
                  <a:gd name="connsiteY42" fmla="*/ 137822 h 563255"/>
                  <a:gd name="connsiteX43" fmla="*/ 553046 w 596146"/>
                  <a:gd name="connsiteY43" fmla="*/ 136510 h 563255"/>
                  <a:gd name="connsiteX44" fmla="*/ 553484 w 596146"/>
                  <a:gd name="connsiteY44" fmla="*/ 135400 h 563255"/>
                  <a:gd name="connsiteX45" fmla="*/ 553080 w 596146"/>
                  <a:gd name="connsiteY45" fmla="*/ 134088 h 563255"/>
                  <a:gd name="connsiteX46" fmla="*/ 551161 w 596146"/>
                  <a:gd name="connsiteY46" fmla="*/ 132910 h 563255"/>
                  <a:gd name="connsiteX47" fmla="*/ 549512 w 596146"/>
                  <a:gd name="connsiteY47" fmla="*/ 132473 h 563255"/>
                  <a:gd name="connsiteX48" fmla="*/ 547055 w 596146"/>
                  <a:gd name="connsiteY48" fmla="*/ 133146 h 563255"/>
                  <a:gd name="connsiteX49" fmla="*/ 546349 w 596146"/>
                  <a:gd name="connsiteY49" fmla="*/ 133684 h 563255"/>
                  <a:gd name="connsiteX50" fmla="*/ 545440 w 596146"/>
                  <a:gd name="connsiteY50" fmla="*/ 134323 h 563255"/>
                  <a:gd name="connsiteX51" fmla="*/ 543488 w 596146"/>
                  <a:gd name="connsiteY51" fmla="*/ 135164 h 563255"/>
                  <a:gd name="connsiteX52" fmla="*/ 541132 w 596146"/>
                  <a:gd name="connsiteY52" fmla="*/ 135702 h 563255"/>
                  <a:gd name="connsiteX53" fmla="*/ 539988 w 596146"/>
                  <a:gd name="connsiteY53" fmla="*/ 134895 h 563255"/>
                  <a:gd name="connsiteX54" fmla="*/ 538541 w 596146"/>
                  <a:gd name="connsiteY54" fmla="*/ 133785 h 563255"/>
                  <a:gd name="connsiteX55" fmla="*/ 537094 w 596146"/>
                  <a:gd name="connsiteY55" fmla="*/ 133146 h 563255"/>
                  <a:gd name="connsiteX56" fmla="*/ 535613 w 596146"/>
                  <a:gd name="connsiteY56" fmla="*/ 131935 h 563255"/>
                  <a:gd name="connsiteX57" fmla="*/ 534368 w 596146"/>
                  <a:gd name="connsiteY57" fmla="*/ 131430 h 563255"/>
                  <a:gd name="connsiteX58" fmla="*/ 532921 w 596146"/>
                  <a:gd name="connsiteY58" fmla="*/ 129479 h 563255"/>
                  <a:gd name="connsiteX59" fmla="*/ 532921 w 596146"/>
                  <a:gd name="connsiteY59" fmla="*/ 127662 h 563255"/>
                  <a:gd name="connsiteX60" fmla="*/ 533459 w 596146"/>
                  <a:gd name="connsiteY60" fmla="*/ 125207 h 563255"/>
                  <a:gd name="connsiteX61" fmla="*/ 534536 w 596146"/>
                  <a:gd name="connsiteY61" fmla="*/ 124130 h 563255"/>
                  <a:gd name="connsiteX62" fmla="*/ 534805 w 596146"/>
                  <a:gd name="connsiteY62" fmla="*/ 121876 h 563255"/>
                  <a:gd name="connsiteX63" fmla="*/ 533459 w 596146"/>
                  <a:gd name="connsiteY63" fmla="*/ 119892 h 563255"/>
                  <a:gd name="connsiteX64" fmla="*/ 532617 w 596146"/>
                  <a:gd name="connsiteY64" fmla="*/ 118916 h 563255"/>
                  <a:gd name="connsiteX65" fmla="*/ 531171 w 596146"/>
                  <a:gd name="connsiteY65" fmla="*/ 117604 h 563255"/>
                  <a:gd name="connsiteX66" fmla="*/ 530228 w 596146"/>
                  <a:gd name="connsiteY66" fmla="*/ 117604 h 563255"/>
                  <a:gd name="connsiteX67" fmla="*/ 528142 w 596146"/>
                  <a:gd name="connsiteY67" fmla="*/ 118243 h 563255"/>
                  <a:gd name="connsiteX68" fmla="*/ 525315 w 596146"/>
                  <a:gd name="connsiteY68" fmla="*/ 118311 h 563255"/>
                  <a:gd name="connsiteX69" fmla="*/ 522690 w 596146"/>
                  <a:gd name="connsiteY69" fmla="*/ 116292 h 563255"/>
                  <a:gd name="connsiteX70" fmla="*/ 522690 w 596146"/>
                  <a:gd name="connsiteY70" fmla="*/ 114274 h 563255"/>
                  <a:gd name="connsiteX71" fmla="*/ 522252 w 596146"/>
                  <a:gd name="connsiteY71" fmla="*/ 111953 h 563255"/>
                  <a:gd name="connsiteX72" fmla="*/ 519358 w 596146"/>
                  <a:gd name="connsiteY72" fmla="*/ 108622 h 563255"/>
                  <a:gd name="connsiteX73" fmla="*/ 518651 w 596146"/>
                  <a:gd name="connsiteY73" fmla="*/ 105528 h 563255"/>
                  <a:gd name="connsiteX74" fmla="*/ 515185 w 596146"/>
                  <a:gd name="connsiteY74" fmla="*/ 101121 h 563255"/>
                  <a:gd name="connsiteX75" fmla="*/ 516766 w 596146"/>
                  <a:gd name="connsiteY75" fmla="*/ 98531 h 563255"/>
                  <a:gd name="connsiteX76" fmla="*/ 519391 w 596146"/>
                  <a:gd name="connsiteY76" fmla="*/ 93014 h 563255"/>
                  <a:gd name="connsiteX77" fmla="*/ 518684 w 596146"/>
                  <a:gd name="connsiteY77" fmla="*/ 91130 h 563255"/>
                  <a:gd name="connsiteX78" fmla="*/ 516160 w 596146"/>
                  <a:gd name="connsiteY78" fmla="*/ 87429 h 563255"/>
                  <a:gd name="connsiteX79" fmla="*/ 513333 w 596146"/>
                  <a:gd name="connsiteY79" fmla="*/ 86353 h 563255"/>
                  <a:gd name="connsiteX80" fmla="*/ 510372 w 596146"/>
                  <a:gd name="connsiteY80" fmla="*/ 87799 h 563255"/>
                  <a:gd name="connsiteX81" fmla="*/ 506367 w 596146"/>
                  <a:gd name="connsiteY81" fmla="*/ 88371 h 563255"/>
                  <a:gd name="connsiteX82" fmla="*/ 502598 w 596146"/>
                  <a:gd name="connsiteY82" fmla="*/ 84604 h 563255"/>
                  <a:gd name="connsiteX83" fmla="*/ 502362 w 596146"/>
                  <a:gd name="connsiteY83" fmla="*/ 82081 h 563255"/>
                  <a:gd name="connsiteX84" fmla="*/ 503002 w 596146"/>
                  <a:gd name="connsiteY84" fmla="*/ 78750 h 563255"/>
                  <a:gd name="connsiteX85" fmla="*/ 503809 w 596146"/>
                  <a:gd name="connsiteY85" fmla="*/ 77237 h 563255"/>
                  <a:gd name="connsiteX86" fmla="*/ 503372 w 596146"/>
                  <a:gd name="connsiteY86" fmla="*/ 75656 h 563255"/>
                  <a:gd name="connsiteX87" fmla="*/ 503372 w 596146"/>
                  <a:gd name="connsiteY87" fmla="*/ 72191 h 563255"/>
                  <a:gd name="connsiteX88" fmla="*/ 502160 w 596146"/>
                  <a:gd name="connsiteY88" fmla="*/ 70240 h 563255"/>
                  <a:gd name="connsiteX89" fmla="*/ 498525 w 596146"/>
                  <a:gd name="connsiteY89" fmla="*/ 69735 h 563255"/>
                  <a:gd name="connsiteX90" fmla="*/ 494117 w 596146"/>
                  <a:gd name="connsiteY90" fmla="*/ 70172 h 563255"/>
                  <a:gd name="connsiteX91" fmla="*/ 491492 w 596146"/>
                  <a:gd name="connsiteY91" fmla="*/ 69365 h 563255"/>
                  <a:gd name="connsiteX92" fmla="*/ 488968 w 596146"/>
                  <a:gd name="connsiteY92" fmla="*/ 64790 h 563255"/>
                  <a:gd name="connsiteX93" fmla="*/ 489035 w 596146"/>
                  <a:gd name="connsiteY93" fmla="*/ 61392 h 563255"/>
                  <a:gd name="connsiteX94" fmla="*/ 489540 w 596146"/>
                  <a:gd name="connsiteY94" fmla="*/ 56111 h 563255"/>
                  <a:gd name="connsiteX95" fmla="*/ 490112 w 596146"/>
                  <a:gd name="connsiteY95" fmla="*/ 51839 h 563255"/>
                  <a:gd name="connsiteX96" fmla="*/ 490549 w 596146"/>
                  <a:gd name="connsiteY96" fmla="*/ 49955 h 563255"/>
                  <a:gd name="connsiteX97" fmla="*/ 491997 w 596146"/>
                  <a:gd name="connsiteY97" fmla="*/ 44808 h 563255"/>
                  <a:gd name="connsiteX98" fmla="*/ 492636 w 596146"/>
                  <a:gd name="connsiteY98" fmla="*/ 42992 h 563255"/>
                  <a:gd name="connsiteX99" fmla="*/ 493343 w 596146"/>
                  <a:gd name="connsiteY99" fmla="*/ 40166 h 563255"/>
                  <a:gd name="connsiteX100" fmla="*/ 495362 w 596146"/>
                  <a:gd name="connsiteY100" fmla="*/ 38787 h 563255"/>
                  <a:gd name="connsiteX101" fmla="*/ 497751 w 596146"/>
                  <a:gd name="connsiteY101" fmla="*/ 37037 h 563255"/>
                  <a:gd name="connsiteX102" fmla="*/ 499131 w 596146"/>
                  <a:gd name="connsiteY102" fmla="*/ 34649 h 563255"/>
                  <a:gd name="connsiteX103" fmla="*/ 497886 w 596146"/>
                  <a:gd name="connsiteY103" fmla="*/ 31621 h 563255"/>
                  <a:gd name="connsiteX104" fmla="*/ 495362 w 596146"/>
                  <a:gd name="connsiteY104" fmla="*/ 28358 h 563255"/>
                  <a:gd name="connsiteX105" fmla="*/ 492905 w 596146"/>
                  <a:gd name="connsiteY105" fmla="*/ 28056 h 563255"/>
                  <a:gd name="connsiteX106" fmla="*/ 489338 w 596146"/>
                  <a:gd name="connsiteY106" fmla="*/ 28796 h 563255"/>
                  <a:gd name="connsiteX107" fmla="*/ 485501 w 596146"/>
                  <a:gd name="connsiteY107" fmla="*/ 31117 h 563255"/>
                  <a:gd name="connsiteX108" fmla="*/ 483213 w 596146"/>
                  <a:gd name="connsiteY108" fmla="*/ 32328 h 563255"/>
                  <a:gd name="connsiteX109" fmla="*/ 482068 w 596146"/>
                  <a:gd name="connsiteY109" fmla="*/ 33673 h 563255"/>
                  <a:gd name="connsiteX110" fmla="*/ 479174 w 596146"/>
                  <a:gd name="connsiteY110" fmla="*/ 36499 h 563255"/>
                  <a:gd name="connsiteX111" fmla="*/ 477458 w 596146"/>
                  <a:gd name="connsiteY111" fmla="*/ 38719 h 563255"/>
                  <a:gd name="connsiteX112" fmla="*/ 474732 w 596146"/>
                  <a:gd name="connsiteY112" fmla="*/ 41040 h 563255"/>
                  <a:gd name="connsiteX113" fmla="*/ 471299 w 596146"/>
                  <a:gd name="connsiteY113" fmla="*/ 42992 h 563255"/>
                  <a:gd name="connsiteX114" fmla="*/ 469616 w 596146"/>
                  <a:gd name="connsiteY114" fmla="*/ 43631 h 563255"/>
                  <a:gd name="connsiteX115" fmla="*/ 469246 w 596146"/>
                  <a:gd name="connsiteY115" fmla="*/ 44943 h 563255"/>
                  <a:gd name="connsiteX116" fmla="*/ 470660 w 596146"/>
                  <a:gd name="connsiteY116" fmla="*/ 46726 h 563255"/>
                  <a:gd name="connsiteX117" fmla="*/ 471299 w 596146"/>
                  <a:gd name="connsiteY117" fmla="*/ 48071 h 563255"/>
                  <a:gd name="connsiteX118" fmla="*/ 470861 w 596146"/>
                  <a:gd name="connsiteY118" fmla="*/ 49753 h 563255"/>
                  <a:gd name="connsiteX119" fmla="*/ 469111 w 596146"/>
                  <a:gd name="connsiteY119" fmla="*/ 51334 h 563255"/>
                  <a:gd name="connsiteX120" fmla="*/ 468304 w 596146"/>
                  <a:gd name="connsiteY120" fmla="*/ 53622 h 563255"/>
                  <a:gd name="connsiteX121" fmla="*/ 467530 w 596146"/>
                  <a:gd name="connsiteY121" fmla="*/ 56010 h 563255"/>
                  <a:gd name="connsiteX122" fmla="*/ 466991 w 596146"/>
                  <a:gd name="connsiteY122" fmla="*/ 57793 h 563255"/>
                  <a:gd name="connsiteX123" fmla="*/ 465510 w 596146"/>
                  <a:gd name="connsiteY123" fmla="*/ 60181 h 563255"/>
                  <a:gd name="connsiteX124" fmla="*/ 464265 w 596146"/>
                  <a:gd name="connsiteY124" fmla="*/ 62637 h 563255"/>
                  <a:gd name="connsiteX125" fmla="*/ 462515 w 596146"/>
                  <a:gd name="connsiteY125" fmla="*/ 67145 h 563255"/>
                  <a:gd name="connsiteX126" fmla="*/ 458813 w 596146"/>
                  <a:gd name="connsiteY126" fmla="*/ 66707 h 563255"/>
                  <a:gd name="connsiteX127" fmla="*/ 456087 w 596146"/>
                  <a:gd name="connsiteY127" fmla="*/ 66506 h 563255"/>
                  <a:gd name="connsiteX128" fmla="*/ 454337 w 596146"/>
                  <a:gd name="connsiteY128" fmla="*/ 66169 h 563255"/>
                  <a:gd name="connsiteX129" fmla="*/ 451948 w 596146"/>
                  <a:gd name="connsiteY129" fmla="*/ 62906 h 563255"/>
                  <a:gd name="connsiteX130" fmla="*/ 453159 w 596146"/>
                  <a:gd name="connsiteY130" fmla="*/ 61931 h 563255"/>
                  <a:gd name="connsiteX131" fmla="*/ 453799 w 596146"/>
                  <a:gd name="connsiteY131" fmla="*/ 59105 h 563255"/>
                  <a:gd name="connsiteX132" fmla="*/ 453159 w 596146"/>
                  <a:gd name="connsiteY132" fmla="*/ 55842 h 563255"/>
                  <a:gd name="connsiteX133" fmla="*/ 451544 w 596146"/>
                  <a:gd name="connsiteY133" fmla="*/ 54429 h 563255"/>
                  <a:gd name="connsiteX134" fmla="*/ 451005 w 596146"/>
                  <a:gd name="connsiteY134" fmla="*/ 51603 h 563255"/>
                  <a:gd name="connsiteX135" fmla="*/ 451645 w 596146"/>
                  <a:gd name="connsiteY135" fmla="*/ 50089 h 563255"/>
                  <a:gd name="connsiteX136" fmla="*/ 453159 w 596146"/>
                  <a:gd name="connsiteY136" fmla="*/ 46490 h 563255"/>
                  <a:gd name="connsiteX137" fmla="*/ 452385 w 596146"/>
                  <a:gd name="connsiteY137" fmla="*/ 43328 h 563255"/>
                  <a:gd name="connsiteX138" fmla="*/ 450770 w 596146"/>
                  <a:gd name="connsiteY138" fmla="*/ 41040 h 563255"/>
                  <a:gd name="connsiteX139" fmla="*/ 447943 w 596146"/>
                  <a:gd name="connsiteY139" fmla="*/ 41242 h 563255"/>
                  <a:gd name="connsiteX140" fmla="*/ 445015 w 596146"/>
                  <a:gd name="connsiteY140" fmla="*/ 38753 h 563255"/>
                  <a:gd name="connsiteX141" fmla="*/ 442827 w 596146"/>
                  <a:gd name="connsiteY141" fmla="*/ 35591 h 563255"/>
                  <a:gd name="connsiteX142" fmla="*/ 442188 w 596146"/>
                  <a:gd name="connsiteY142" fmla="*/ 33539 h 563255"/>
                  <a:gd name="connsiteX143" fmla="*/ 440875 w 596146"/>
                  <a:gd name="connsiteY143" fmla="*/ 29738 h 563255"/>
                  <a:gd name="connsiteX144" fmla="*/ 439260 w 596146"/>
                  <a:gd name="connsiteY144" fmla="*/ 29637 h 563255"/>
                  <a:gd name="connsiteX145" fmla="*/ 434380 w 596146"/>
                  <a:gd name="connsiteY145" fmla="*/ 28762 h 563255"/>
                  <a:gd name="connsiteX146" fmla="*/ 433404 w 596146"/>
                  <a:gd name="connsiteY146" fmla="*/ 27349 h 563255"/>
                  <a:gd name="connsiteX147" fmla="*/ 432865 w 596146"/>
                  <a:gd name="connsiteY147" fmla="*/ 26071 h 563255"/>
                  <a:gd name="connsiteX148" fmla="*/ 431890 w 596146"/>
                  <a:gd name="connsiteY148" fmla="*/ 26071 h 563255"/>
                  <a:gd name="connsiteX149" fmla="*/ 429399 w 596146"/>
                  <a:gd name="connsiteY149" fmla="*/ 25802 h 563255"/>
                  <a:gd name="connsiteX150" fmla="*/ 426909 w 596146"/>
                  <a:gd name="connsiteY150" fmla="*/ 24321 h 563255"/>
                  <a:gd name="connsiteX151" fmla="*/ 424418 w 596146"/>
                  <a:gd name="connsiteY151" fmla="*/ 22135 h 563255"/>
                  <a:gd name="connsiteX152" fmla="*/ 422130 w 596146"/>
                  <a:gd name="connsiteY152" fmla="*/ 21361 h 563255"/>
                  <a:gd name="connsiteX153" fmla="*/ 418865 w 596146"/>
                  <a:gd name="connsiteY153" fmla="*/ 22337 h 563255"/>
                  <a:gd name="connsiteX154" fmla="*/ 415029 w 596146"/>
                  <a:gd name="connsiteY154" fmla="*/ 20789 h 563255"/>
                  <a:gd name="connsiteX155" fmla="*/ 413245 w 596146"/>
                  <a:gd name="connsiteY155" fmla="*/ 20352 h 563255"/>
                  <a:gd name="connsiteX156" fmla="*/ 409173 w 596146"/>
                  <a:gd name="connsiteY156" fmla="*/ 17997 h 563255"/>
                  <a:gd name="connsiteX157" fmla="*/ 407153 w 596146"/>
                  <a:gd name="connsiteY157" fmla="*/ 16181 h 563255"/>
                  <a:gd name="connsiteX158" fmla="*/ 405740 w 596146"/>
                  <a:gd name="connsiteY158" fmla="*/ 15945 h 563255"/>
                  <a:gd name="connsiteX159" fmla="*/ 403350 w 596146"/>
                  <a:gd name="connsiteY159" fmla="*/ 15710 h 563255"/>
                  <a:gd name="connsiteX160" fmla="*/ 402139 w 596146"/>
                  <a:gd name="connsiteY160" fmla="*/ 14331 h 563255"/>
                  <a:gd name="connsiteX161" fmla="*/ 402475 w 596146"/>
                  <a:gd name="connsiteY161" fmla="*/ 12985 h 563255"/>
                  <a:gd name="connsiteX162" fmla="*/ 402475 w 596146"/>
                  <a:gd name="connsiteY162" fmla="*/ 11404 h 563255"/>
                  <a:gd name="connsiteX163" fmla="*/ 399918 w 596146"/>
                  <a:gd name="connsiteY163" fmla="*/ 9789 h 563255"/>
                  <a:gd name="connsiteX164" fmla="*/ 397965 w 596146"/>
                  <a:gd name="connsiteY164" fmla="*/ 7737 h 563255"/>
                  <a:gd name="connsiteX165" fmla="*/ 397225 w 596146"/>
                  <a:gd name="connsiteY165" fmla="*/ 6089 h 563255"/>
                  <a:gd name="connsiteX166" fmla="*/ 397225 w 596146"/>
                  <a:gd name="connsiteY166" fmla="*/ 4541 h 563255"/>
                  <a:gd name="connsiteX167" fmla="*/ 396316 w 596146"/>
                  <a:gd name="connsiteY167" fmla="*/ 2355 h 563255"/>
                  <a:gd name="connsiteX168" fmla="*/ 394634 w 596146"/>
                  <a:gd name="connsiteY168" fmla="*/ 0 h 563255"/>
                  <a:gd name="connsiteX169" fmla="*/ 391840 w 596146"/>
                  <a:gd name="connsiteY169" fmla="*/ 0 h 563255"/>
                  <a:gd name="connsiteX170" fmla="*/ 389821 w 596146"/>
                  <a:gd name="connsiteY170" fmla="*/ 807 h 563255"/>
                  <a:gd name="connsiteX171" fmla="*/ 388475 w 596146"/>
                  <a:gd name="connsiteY171" fmla="*/ 2288 h 563255"/>
                  <a:gd name="connsiteX172" fmla="*/ 389215 w 596146"/>
                  <a:gd name="connsiteY172" fmla="*/ 3734 h 563255"/>
                  <a:gd name="connsiteX173" fmla="*/ 389788 w 596146"/>
                  <a:gd name="connsiteY173" fmla="*/ 6257 h 563255"/>
                  <a:gd name="connsiteX174" fmla="*/ 389518 w 596146"/>
                  <a:gd name="connsiteY174" fmla="*/ 8982 h 563255"/>
                  <a:gd name="connsiteX175" fmla="*/ 386927 w 596146"/>
                  <a:gd name="connsiteY175" fmla="*/ 9688 h 563255"/>
                  <a:gd name="connsiteX176" fmla="*/ 384302 w 596146"/>
                  <a:gd name="connsiteY176" fmla="*/ 11875 h 563255"/>
                  <a:gd name="connsiteX177" fmla="*/ 383864 w 596146"/>
                  <a:gd name="connsiteY177" fmla="*/ 12951 h 563255"/>
                  <a:gd name="connsiteX178" fmla="*/ 384807 w 596146"/>
                  <a:gd name="connsiteY178" fmla="*/ 15037 h 563255"/>
                  <a:gd name="connsiteX179" fmla="*/ 385682 w 596146"/>
                  <a:gd name="connsiteY179" fmla="*/ 17224 h 563255"/>
                  <a:gd name="connsiteX180" fmla="*/ 385985 w 596146"/>
                  <a:gd name="connsiteY180" fmla="*/ 20857 h 563255"/>
                  <a:gd name="connsiteX181" fmla="*/ 386422 w 596146"/>
                  <a:gd name="connsiteY181" fmla="*/ 23615 h 563255"/>
                  <a:gd name="connsiteX182" fmla="*/ 389518 w 596146"/>
                  <a:gd name="connsiteY182" fmla="*/ 25566 h 563255"/>
                  <a:gd name="connsiteX183" fmla="*/ 387835 w 596146"/>
                  <a:gd name="connsiteY183" fmla="*/ 29334 h 563255"/>
                  <a:gd name="connsiteX184" fmla="*/ 383191 w 596146"/>
                  <a:gd name="connsiteY184" fmla="*/ 31083 h 563255"/>
                  <a:gd name="connsiteX185" fmla="*/ 383057 w 596146"/>
                  <a:gd name="connsiteY185" fmla="*/ 33976 h 563255"/>
                  <a:gd name="connsiteX186" fmla="*/ 383258 w 596146"/>
                  <a:gd name="connsiteY186" fmla="*/ 39123 h 563255"/>
                  <a:gd name="connsiteX187" fmla="*/ 383258 w 596146"/>
                  <a:gd name="connsiteY187" fmla="*/ 41747 h 563255"/>
                  <a:gd name="connsiteX188" fmla="*/ 383258 w 596146"/>
                  <a:gd name="connsiteY188" fmla="*/ 44337 h 563255"/>
                  <a:gd name="connsiteX189" fmla="*/ 383258 w 596146"/>
                  <a:gd name="connsiteY189" fmla="*/ 48105 h 563255"/>
                  <a:gd name="connsiteX190" fmla="*/ 383595 w 596146"/>
                  <a:gd name="connsiteY190" fmla="*/ 52512 h 563255"/>
                  <a:gd name="connsiteX191" fmla="*/ 382182 w 596146"/>
                  <a:gd name="connsiteY191" fmla="*/ 55842 h 563255"/>
                  <a:gd name="connsiteX192" fmla="*/ 380869 w 596146"/>
                  <a:gd name="connsiteY192" fmla="*/ 57625 h 563255"/>
                  <a:gd name="connsiteX193" fmla="*/ 378917 w 596146"/>
                  <a:gd name="connsiteY193" fmla="*/ 59239 h 563255"/>
                  <a:gd name="connsiteX194" fmla="*/ 375787 w 596146"/>
                  <a:gd name="connsiteY194" fmla="*/ 60181 h 563255"/>
                  <a:gd name="connsiteX195" fmla="*/ 374475 w 596146"/>
                  <a:gd name="connsiteY195" fmla="*/ 58163 h 563255"/>
                  <a:gd name="connsiteX196" fmla="*/ 369898 w 596146"/>
                  <a:gd name="connsiteY196" fmla="*/ 57658 h 563255"/>
                  <a:gd name="connsiteX197" fmla="*/ 368148 w 596146"/>
                  <a:gd name="connsiteY197" fmla="*/ 57658 h 563255"/>
                  <a:gd name="connsiteX198" fmla="*/ 362056 w 596146"/>
                  <a:gd name="connsiteY198" fmla="*/ 59038 h 563255"/>
                  <a:gd name="connsiteX199" fmla="*/ 357647 w 596146"/>
                  <a:gd name="connsiteY199" fmla="*/ 60854 h 563255"/>
                  <a:gd name="connsiteX200" fmla="*/ 351926 w 596146"/>
                  <a:gd name="connsiteY200" fmla="*/ 63478 h 563255"/>
                  <a:gd name="connsiteX201" fmla="*/ 351926 w 596146"/>
                  <a:gd name="connsiteY201" fmla="*/ 65059 h 563255"/>
                  <a:gd name="connsiteX202" fmla="*/ 349570 w 596146"/>
                  <a:gd name="connsiteY202" fmla="*/ 68019 h 563255"/>
                  <a:gd name="connsiteX203" fmla="*/ 347282 w 596146"/>
                  <a:gd name="connsiteY203" fmla="*/ 71989 h 563255"/>
                  <a:gd name="connsiteX204" fmla="*/ 346777 w 596146"/>
                  <a:gd name="connsiteY204" fmla="*/ 74310 h 563255"/>
                  <a:gd name="connsiteX205" fmla="*/ 347652 w 596146"/>
                  <a:gd name="connsiteY205" fmla="*/ 75824 h 563255"/>
                  <a:gd name="connsiteX206" fmla="*/ 349099 w 596146"/>
                  <a:gd name="connsiteY206" fmla="*/ 77708 h 563255"/>
                  <a:gd name="connsiteX207" fmla="*/ 349671 w 596146"/>
                  <a:gd name="connsiteY207" fmla="*/ 79087 h 563255"/>
                  <a:gd name="connsiteX208" fmla="*/ 352128 w 596146"/>
                  <a:gd name="connsiteY208" fmla="*/ 81610 h 563255"/>
                  <a:gd name="connsiteX209" fmla="*/ 353138 w 596146"/>
                  <a:gd name="connsiteY209" fmla="*/ 82754 h 563255"/>
                  <a:gd name="connsiteX210" fmla="*/ 352263 w 596146"/>
                  <a:gd name="connsiteY210" fmla="*/ 86286 h 563255"/>
                  <a:gd name="connsiteX211" fmla="*/ 348998 w 596146"/>
                  <a:gd name="connsiteY211" fmla="*/ 86286 h 563255"/>
                  <a:gd name="connsiteX212" fmla="*/ 346609 w 596146"/>
                  <a:gd name="connsiteY212" fmla="*/ 86588 h 563255"/>
                  <a:gd name="connsiteX213" fmla="*/ 345296 w 596146"/>
                  <a:gd name="connsiteY213" fmla="*/ 88170 h 563255"/>
                  <a:gd name="connsiteX214" fmla="*/ 344354 w 596146"/>
                  <a:gd name="connsiteY214" fmla="*/ 90928 h 563255"/>
                  <a:gd name="connsiteX215" fmla="*/ 342402 w 596146"/>
                  <a:gd name="connsiteY215" fmla="*/ 91735 h 563255"/>
                  <a:gd name="connsiteX216" fmla="*/ 340585 w 596146"/>
                  <a:gd name="connsiteY216" fmla="*/ 92105 h 563255"/>
                  <a:gd name="connsiteX217" fmla="*/ 338128 w 596146"/>
                  <a:gd name="connsiteY217" fmla="*/ 92105 h 563255"/>
                  <a:gd name="connsiteX218" fmla="*/ 335806 w 596146"/>
                  <a:gd name="connsiteY218" fmla="*/ 91836 h 563255"/>
                  <a:gd name="connsiteX219" fmla="*/ 332979 w 596146"/>
                  <a:gd name="connsiteY219" fmla="*/ 91433 h 563255"/>
                  <a:gd name="connsiteX220" fmla="*/ 329209 w 596146"/>
                  <a:gd name="connsiteY220" fmla="*/ 91500 h 563255"/>
                  <a:gd name="connsiteX221" fmla="*/ 327560 w 596146"/>
                  <a:gd name="connsiteY221" fmla="*/ 92307 h 563255"/>
                  <a:gd name="connsiteX222" fmla="*/ 325911 w 596146"/>
                  <a:gd name="connsiteY222" fmla="*/ 93316 h 563255"/>
                  <a:gd name="connsiteX223" fmla="*/ 325104 w 596146"/>
                  <a:gd name="connsiteY223" fmla="*/ 94763 h 563255"/>
                  <a:gd name="connsiteX224" fmla="*/ 325810 w 596146"/>
                  <a:gd name="connsiteY224" fmla="*/ 96445 h 563255"/>
                  <a:gd name="connsiteX225" fmla="*/ 325810 w 596146"/>
                  <a:gd name="connsiteY225" fmla="*/ 99405 h 563255"/>
                  <a:gd name="connsiteX226" fmla="*/ 323791 w 596146"/>
                  <a:gd name="connsiteY226" fmla="*/ 100213 h 563255"/>
                  <a:gd name="connsiteX227" fmla="*/ 321906 w 596146"/>
                  <a:gd name="connsiteY227" fmla="*/ 100347 h 563255"/>
                  <a:gd name="connsiteX228" fmla="*/ 319012 w 596146"/>
                  <a:gd name="connsiteY228" fmla="*/ 99170 h 563255"/>
                  <a:gd name="connsiteX229" fmla="*/ 319517 w 596146"/>
                  <a:gd name="connsiteY229" fmla="*/ 97353 h 563255"/>
                  <a:gd name="connsiteX230" fmla="*/ 320022 w 596146"/>
                  <a:gd name="connsiteY230" fmla="*/ 96209 h 563255"/>
                  <a:gd name="connsiteX231" fmla="*/ 317329 w 596146"/>
                  <a:gd name="connsiteY231" fmla="*/ 93249 h 563255"/>
                  <a:gd name="connsiteX232" fmla="*/ 315949 w 596146"/>
                  <a:gd name="connsiteY232" fmla="*/ 92105 h 563255"/>
                  <a:gd name="connsiteX233" fmla="*/ 313122 w 596146"/>
                  <a:gd name="connsiteY233" fmla="*/ 92038 h 563255"/>
                  <a:gd name="connsiteX234" fmla="*/ 310363 w 596146"/>
                  <a:gd name="connsiteY234" fmla="*/ 92475 h 563255"/>
                  <a:gd name="connsiteX235" fmla="*/ 306391 w 596146"/>
                  <a:gd name="connsiteY235" fmla="*/ 93552 h 563255"/>
                  <a:gd name="connsiteX236" fmla="*/ 305752 w 596146"/>
                  <a:gd name="connsiteY236" fmla="*/ 93047 h 563255"/>
                  <a:gd name="connsiteX237" fmla="*/ 302555 w 596146"/>
                  <a:gd name="connsiteY237" fmla="*/ 91870 h 563255"/>
                  <a:gd name="connsiteX238" fmla="*/ 300805 w 596146"/>
                  <a:gd name="connsiteY238" fmla="*/ 90995 h 563255"/>
                  <a:gd name="connsiteX239" fmla="*/ 298213 w 596146"/>
                  <a:gd name="connsiteY239" fmla="*/ 89616 h 563255"/>
                  <a:gd name="connsiteX240" fmla="*/ 297035 w 596146"/>
                  <a:gd name="connsiteY240" fmla="*/ 89919 h 563255"/>
                  <a:gd name="connsiteX241" fmla="*/ 294276 w 596146"/>
                  <a:gd name="connsiteY241" fmla="*/ 90793 h 563255"/>
                  <a:gd name="connsiteX242" fmla="*/ 292391 w 596146"/>
                  <a:gd name="connsiteY242" fmla="*/ 90861 h 563255"/>
                  <a:gd name="connsiteX243" fmla="*/ 288487 w 596146"/>
                  <a:gd name="connsiteY243" fmla="*/ 89212 h 563255"/>
                  <a:gd name="connsiteX244" fmla="*/ 287175 w 596146"/>
                  <a:gd name="connsiteY244" fmla="*/ 88640 h 563255"/>
                  <a:gd name="connsiteX245" fmla="*/ 286670 w 596146"/>
                  <a:gd name="connsiteY245" fmla="*/ 88640 h 563255"/>
                  <a:gd name="connsiteX246" fmla="*/ 283406 w 596146"/>
                  <a:gd name="connsiteY246" fmla="*/ 88640 h 563255"/>
                  <a:gd name="connsiteX247" fmla="*/ 282026 w 596146"/>
                  <a:gd name="connsiteY247" fmla="*/ 88910 h 563255"/>
                  <a:gd name="connsiteX248" fmla="*/ 280511 w 596146"/>
                  <a:gd name="connsiteY248" fmla="*/ 90121 h 563255"/>
                  <a:gd name="connsiteX249" fmla="*/ 278862 w 596146"/>
                  <a:gd name="connsiteY249" fmla="*/ 91298 h 563255"/>
                  <a:gd name="connsiteX250" fmla="*/ 278862 w 596146"/>
                  <a:gd name="connsiteY250" fmla="*/ 92946 h 563255"/>
                  <a:gd name="connsiteX251" fmla="*/ 280141 w 596146"/>
                  <a:gd name="connsiteY251" fmla="*/ 94763 h 563255"/>
                  <a:gd name="connsiteX252" fmla="*/ 282497 w 596146"/>
                  <a:gd name="connsiteY252" fmla="*/ 95705 h 563255"/>
                  <a:gd name="connsiteX253" fmla="*/ 285055 w 596146"/>
                  <a:gd name="connsiteY253" fmla="*/ 95940 h 563255"/>
                  <a:gd name="connsiteX254" fmla="*/ 287377 w 596146"/>
                  <a:gd name="connsiteY254" fmla="*/ 95873 h 563255"/>
                  <a:gd name="connsiteX255" fmla="*/ 289329 w 596146"/>
                  <a:gd name="connsiteY255" fmla="*/ 94797 h 563255"/>
                  <a:gd name="connsiteX256" fmla="*/ 289329 w 596146"/>
                  <a:gd name="connsiteY256" fmla="*/ 98261 h 563255"/>
                  <a:gd name="connsiteX257" fmla="*/ 289329 w 596146"/>
                  <a:gd name="connsiteY257" fmla="*/ 101524 h 563255"/>
                  <a:gd name="connsiteX258" fmla="*/ 286064 w 596146"/>
                  <a:gd name="connsiteY258" fmla="*/ 103778 h 563255"/>
                  <a:gd name="connsiteX259" fmla="*/ 284112 w 596146"/>
                  <a:gd name="connsiteY259" fmla="*/ 108118 h 563255"/>
                  <a:gd name="connsiteX260" fmla="*/ 280478 w 596146"/>
                  <a:gd name="connsiteY260" fmla="*/ 109867 h 563255"/>
                  <a:gd name="connsiteX261" fmla="*/ 276338 w 596146"/>
                  <a:gd name="connsiteY261" fmla="*/ 108992 h 563255"/>
                  <a:gd name="connsiteX262" fmla="*/ 272198 w 596146"/>
                  <a:gd name="connsiteY262" fmla="*/ 108051 h 563255"/>
                  <a:gd name="connsiteX263" fmla="*/ 267554 w 596146"/>
                  <a:gd name="connsiteY263" fmla="*/ 107613 h 563255"/>
                  <a:gd name="connsiteX264" fmla="*/ 262977 w 596146"/>
                  <a:gd name="connsiteY264" fmla="*/ 107546 h 563255"/>
                  <a:gd name="connsiteX265" fmla="*/ 258770 w 596146"/>
                  <a:gd name="connsiteY265" fmla="*/ 107243 h 563255"/>
                  <a:gd name="connsiteX266" fmla="*/ 256078 w 596146"/>
                  <a:gd name="connsiteY266" fmla="*/ 107243 h 563255"/>
                  <a:gd name="connsiteX267" fmla="*/ 251064 w 596146"/>
                  <a:gd name="connsiteY267" fmla="*/ 107546 h 563255"/>
                  <a:gd name="connsiteX268" fmla="*/ 249313 w 596146"/>
                  <a:gd name="connsiteY268" fmla="*/ 108421 h 563255"/>
                  <a:gd name="connsiteX269" fmla="*/ 247631 w 596146"/>
                  <a:gd name="connsiteY269" fmla="*/ 111011 h 563255"/>
                  <a:gd name="connsiteX270" fmla="*/ 246116 w 596146"/>
                  <a:gd name="connsiteY270" fmla="*/ 113534 h 563255"/>
                  <a:gd name="connsiteX271" fmla="*/ 244501 w 596146"/>
                  <a:gd name="connsiteY271" fmla="*/ 116360 h 563255"/>
                  <a:gd name="connsiteX272" fmla="*/ 243996 w 596146"/>
                  <a:gd name="connsiteY272" fmla="*/ 122583 h 563255"/>
                  <a:gd name="connsiteX273" fmla="*/ 243996 w 596146"/>
                  <a:gd name="connsiteY273" fmla="*/ 124601 h 563255"/>
                  <a:gd name="connsiteX274" fmla="*/ 242044 w 596146"/>
                  <a:gd name="connsiteY274" fmla="*/ 127999 h 563255"/>
                  <a:gd name="connsiteX275" fmla="*/ 239520 w 596146"/>
                  <a:gd name="connsiteY275" fmla="*/ 130387 h 563255"/>
                  <a:gd name="connsiteX276" fmla="*/ 237938 w 596146"/>
                  <a:gd name="connsiteY276" fmla="*/ 130387 h 563255"/>
                  <a:gd name="connsiteX277" fmla="*/ 234472 w 596146"/>
                  <a:gd name="connsiteY277" fmla="*/ 130387 h 563255"/>
                  <a:gd name="connsiteX278" fmla="*/ 232520 w 596146"/>
                  <a:gd name="connsiteY278" fmla="*/ 130993 h 563255"/>
                  <a:gd name="connsiteX279" fmla="*/ 231645 w 596146"/>
                  <a:gd name="connsiteY279" fmla="*/ 133415 h 563255"/>
                  <a:gd name="connsiteX280" fmla="*/ 232082 w 596146"/>
                  <a:gd name="connsiteY280" fmla="*/ 135938 h 563255"/>
                  <a:gd name="connsiteX281" fmla="*/ 229322 w 596146"/>
                  <a:gd name="connsiteY281" fmla="*/ 140008 h 563255"/>
                  <a:gd name="connsiteX282" fmla="*/ 225755 w 596146"/>
                  <a:gd name="connsiteY282" fmla="*/ 140075 h 563255"/>
                  <a:gd name="connsiteX283" fmla="*/ 223736 w 596146"/>
                  <a:gd name="connsiteY283" fmla="*/ 138999 h 563255"/>
                  <a:gd name="connsiteX284" fmla="*/ 223164 w 596146"/>
                  <a:gd name="connsiteY284" fmla="*/ 136476 h 563255"/>
                  <a:gd name="connsiteX285" fmla="*/ 223164 w 596146"/>
                  <a:gd name="connsiteY285" fmla="*/ 133953 h 563255"/>
                  <a:gd name="connsiteX286" fmla="*/ 220673 w 596146"/>
                  <a:gd name="connsiteY286" fmla="*/ 131800 h 563255"/>
                  <a:gd name="connsiteX287" fmla="*/ 219125 w 596146"/>
                  <a:gd name="connsiteY287" fmla="*/ 132305 h 563255"/>
                  <a:gd name="connsiteX288" fmla="*/ 216870 w 596146"/>
                  <a:gd name="connsiteY288" fmla="*/ 135198 h 563255"/>
                  <a:gd name="connsiteX289" fmla="*/ 213606 w 596146"/>
                  <a:gd name="connsiteY289" fmla="*/ 137586 h 563255"/>
                  <a:gd name="connsiteX290" fmla="*/ 210543 w 596146"/>
                  <a:gd name="connsiteY290" fmla="*/ 137149 h 563255"/>
                  <a:gd name="connsiteX291" fmla="*/ 204822 w 596146"/>
                  <a:gd name="connsiteY291" fmla="*/ 137653 h 563255"/>
                  <a:gd name="connsiteX292" fmla="*/ 200817 w 596146"/>
                  <a:gd name="connsiteY292" fmla="*/ 140109 h 563255"/>
                  <a:gd name="connsiteX293" fmla="*/ 199000 w 596146"/>
                  <a:gd name="connsiteY293" fmla="*/ 142935 h 563255"/>
                  <a:gd name="connsiteX294" fmla="*/ 195971 w 596146"/>
                  <a:gd name="connsiteY294" fmla="*/ 146265 h 563255"/>
                  <a:gd name="connsiteX295" fmla="*/ 193211 w 596146"/>
                  <a:gd name="connsiteY295" fmla="*/ 150975 h 563255"/>
                  <a:gd name="connsiteX296" fmla="*/ 191629 w 596146"/>
                  <a:gd name="connsiteY296" fmla="*/ 153363 h 563255"/>
                  <a:gd name="connsiteX297" fmla="*/ 189004 w 596146"/>
                  <a:gd name="connsiteY297" fmla="*/ 156122 h 563255"/>
                  <a:gd name="connsiteX298" fmla="*/ 184158 w 596146"/>
                  <a:gd name="connsiteY298" fmla="*/ 160898 h 563255"/>
                  <a:gd name="connsiteX299" fmla="*/ 180759 w 596146"/>
                  <a:gd name="connsiteY299" fmla="*/ 164868 h 563255"/>
                  <a:gd name="connsiteX300" fmla="*/ 178807 w 596146"/>
                  <a:gd name="connsiteY300" fmla="*/ 167559 h 563255"/>
                  <a:gd name="connsiteX301" fmla="*/ 175240 w 596146"/>
                  <a:gd name="connsiteY301" fmla="*/ 167929 h 563255"/>
                  <a:gd name="connsiteX302" fmla="*/ 173557 w 596146"/>
                  <a:gd name="connsiteY302" fmla="*/ 167795 h 563255"/>
                  <a:gd name="connsiteX303" fmla="*/ 171369 w 596146"/>
                  <a:gd name="connsiteY303" fmla="*/ 165911 h 563255"/>
                  <a:gd name="connsiteX304" fmla="*/ 169114 w 596146"/>
                  <a:gd name="connsiteY304" fmla="*/ 165171 h 563255"/>
                  <a:gd name="connsiteX305" fmla="*/ 168307 w 596146"/>
                  <a:gd name="connsiteY305" fmla="*/ 165238 h 563255"/>
                  <a:gd name="connsiteX306" fmla="*/ 166792 w 596146"/>
                  <a:gd name="connsiteY306" fmla="*/ 167189 h 563255"/>
                  <a:gd name="connsiteX307" fmla="*/ 164470 w 596146"/>
                  <a:gd name="connsiteY307" fmla="*/ 167626 h 563255"/>
                  <a:gd name="connsiteX308" fmla="*/ 163090 w 596146"/>
                  <a:gd name="connsiteY308" fmla="*/ 166886 h 563255"/>
                  <a:gd name="connsiteX309" fmla="*/ 161273 w 596146"/>
                  <a:gd name="connsiteY309" fmla="*/ 166886 h 563255"/>
                  <a:gd name="connsiteX310" fmla="*/ 159960 w 596146"/>
                  <a:gd name="connsiteY310" fmla="*/ 168299 h 563255"/>
                  <a:gd name="connsiteX311" fmla="*/ 158311 w 596146"/>
                  <a:gd name="connsiteY311" fmla="*/ 169880 h 563255"/>
                  <a:gd name="connsiteX312" fmla="*/ 155181 w 596146"/>
                  <a:gd name="connsiteY312" fmla="*/ 172134 h 563255"/>
                  <a:gd name="connsiteX313" fmla="*/ 150840 w 596146"/>
                  <a:gd name="connsiteY313" fmla="*/ 172874 h 563255"/>
                  <a:gd name="connsiteX314" fmla="*/ 148383 w 596146"/>
                  <a:gd name="connsiteY314" fmla="*/ 173244 h 563255"/>
                  <a:gd name="connsiteX315" fmla="*/ 146801 w 596146"/>
                  <a:gd name="connsiteY315" fmla="*/ 175935 h 563255"/>
                  <a:gd name="connsiteX316" fmla="*/ 145489 w 596146"/>
                  <a:gd name="connsiteY316" fmla="*/ 177685 h 563255"/>
                  <a:gd name="connsiteX317" fmla="*/ 144614 w 596146"/>
                  <a:gd name="connsiteY317" fmla="*/ 179703 h 563255"/>
                  <a:gd name="connsiteX318" fmla="*/ 143672 w 596146"/>
                  <a:gd name="connsiteY318" fmla="*/ 180948 h 563255"/>
                  <a:gd name="connsiteX319" fmla="*/ 141854 w 596146"/>
                  <a:gd name="connsiteY319" fmla="*/ 182024 h 563255"/>
                  <a:gd name="connsiteX320" fmla="*/ 139330 w 596146"/>
                  <a:gd name="connsiteY320" fmla="*/ 182966 h 563255"/>
                  <a:gd name="connsiteX321" fmla="*/ 137446 w 596146"/>
                  <a:gd name="connsiteY321" fmla="*/ 182831 h 563255"/>
                  <a:gd name="connsiteX322" fmla="*/ 135763 w 596146"/>
                  <a:gd name="connsiteY322" fmla="*/ 182764 h 563255"/>
                  <a:gd name="connsiteX323" fmla="*/ 132869 w 596146"/>
                  <a:gd name="connsiteY323" fmla="*/ 184211 h 563255"/>
                  <a:gd name="connsiteX324" fmla="*/ 132061 w 596146"/>
                  <a:gd name="connsiteY324" fmla="*/ 185018 h 563255"/>
                  <a:gd name="connsiteX325" fmla="*/ 131085 w 596146"/>
                  <a:gd name="connsiteY325" fmla="*/ 187339 h 563255"/>
                  <a:gd name="connsiteX326" fmla="*/ 130378 w 596146"/>
                  <a:gd name="connsiteY326" fmla="*/ 189088 h 563255"/>
                  <a:gd name="connsiteX327" fmla="*/ 131051 w 596146"/>
                  <a:gd name="connsiteY327" fmla="*/ 192217 h 563255"/>
                  <a:gd name="connsiteX328" fmla="*/ 131051 w 596146"/>
                  <a:gd name="connsiteY328" fmla="*/ 196926 h 563255"/>
                  <a:gd name="connsiteX329" fmla="*/ 130378 w 596146"/>
                  <a:gd name="connsiteY329" fmla="*/ 201131 h 563255"/>
                  <a:gd name="connsiteX330" fmla="*/ 128224 w 596146"/>
                  <a:gd name="connsiteY330" fmla="*/ 203520 h 563255"/>
                  <a:gd name="connsiteX331" fmla="*/ 125969 w 596146"/>
                  <a:gd name="connsiteY331" fmla="*/ 203823 h 563255"/>
                  <a:gd name="connsiteX332" fmla="*/ 123815 w 596146"/>
                  <a:gd name="connsiteY332" fmla="*/ 203183 h 563255"/>
                  <a:gd name="connsiteX333" fmla="*/ 120484 w 596146"/>
                  <a:gd name="connsiteY333" fmla="*/ 201804 h 563255"/>
                  <a:gd name="connsiteX334" fmla="*/ 117287 w 596146"/>
                  <a:gd name="connsiteY334" fmla="*/ 203486 h 563255"/>
                  <a:gd name="connsiteX335" fmla="*/ 115974 w 596146"/>
                  <a:gd name="connsiteY335" fmla="*/ 207321 h 563255"/>
                  <a:gd name="connsiteX336" fmla="*/ 114022 w 596146"/>
                  <a:gd name="connsiteY336" fmla="*/ 208902 h 563255"/>
                  <a:gd name="connsiteX337" fmla="*/ 112642 w 596146"/>
                  <a:gd name="connsiteY337" fmla="*/ 210719 h 563255"/>
                  <a:gd name="connsiteX338" fmla="*/ 109950 w 596146"/>
                  <a:gd name="connsiteY338" fmla="*/ 212973 h 563255"/>
                  <a:gd name="connsiteX339" fmla="*/ 108334 w 596146"/>
                  <a:gd name="connsiteY339" fmla="*/ 214991 h 563255"/>
                  <a:gd name="connsiteX340" fmla="*/ 107863 w 596146"/>
                  <a:gd name="connsiteY340" fmla="*/ 216942 h 563255"/>
                  <a:gd name="connsiteX341" fmla="*/ 107661 w 596146"/>
                  <a:gd name="connsiteY341" fmla="*/ 220071 h 563255"/>
                  <a:gd name="connsiteX342" fmla="*/ 108233 w 596146"/>
                  <a:gd name="connsiteY342" fmla="*/ 223468 h 563255"/>
                  <a:gd name="connsiteX343" fmla="*/ 108233 w 596146"/>
                  <a:gd name="connsiteY343" fmla="*/ 225655 h 563255"/>
                  <a:gd name="connsiteX344" fmla="*/ 106147 w 596146"/>
                  <a:gd name="connsiteY344" fmla="*/ 227471 h 563255"/>
                  <a:gd name="connsiteX345" fmla="*/ 104699 w 596146"/>
                  <a:gd name="connsiteY345" fmla="*/ 228783 h 563255"/>
                  <a:gd name="connsiteX346" fmla="*/ 103555 w 596146"/>
                  <a:gd name="connsiteY346" fmla="*/ 230465 h 563255"/>
                  <a:gd name="connsiteX347" fmla="*/ 106147 w 596146"/>
                  <a:gd name="connsiteY347" fmla="*/ 234031 h 563255"/>
                  <a:gd name="connsiteX348" fmla="*/ 105844 w 596146"/>
                  <a:gd name="connsiteY348" fmla="*/ 237126 h 563255"/>
                  <a:gd name="connsiteX349" fmla="*/ 103522 w 596146"/>
                  <a:gd name="connsiteY349" fmla="*/ 240019 h 563255"/>
                  <a:gd name="connsiteX350" fmla="*/ 98608 w 596146"/>
                  <a:gd name="connsiteY350" fmla="*/ 239783 h 563255"/>
                  <a:gd name="connsiteX351" fmla="*/ 96151 w 596146"/>
                  <a:gd name="connsiteY351" fmla="*/ 237462 h 563255"/>
                  <a:gd name="connsiteX352" fmla="*/ 96151 w 596146"/>
                  <a:gd name="connsiteY352" fmla="*/ 234065 h 563255"/>
                  <a:gd name="connsiteX353" fmla="*/ 94401 w 596146"/>
                  <a:gd name="connsiteY353" fmla="*/ 228783 h 563255"/>
                  <a:gd name="connsiteX354" fmla="*/ 94401 w 596146"/>
                  <a:gd name="connsiteY354" fmla="*/ 225318 h 563255"/>
                  <a:gd name="connsiteX355" fmla="*/ 94401 w 596146"/>
                  <a:gd name="connsiteY355" fmla="*/ 223872 h 563255"/>
                  <a:gd name="connsiteX356" fmla="*/ 94233 w 596146"/>
                  <a:gd name="connsiteY356" fmla="*/ 221046 h 563255"/>
                  <a:gd name="connsiteX357" fmla="*/ 93896 w 596146"/>
                  <a:gd name="connsiteY357" fmla="*/ 216774 h 563255"/>
                  <a:gd name="connsiteX358" fmla="*/ 89050 w 596146"/>
                  <a:gd name="connsiteY358" fmla="*/ 211492 h 563255"/>
                  <a:gd name="connsiteX359" fmla="*/ 83127 w 596146"/>
                  <a:gd name="connsiteY359" fmla="*/ 204596 h 563255"/>
                  <a:gd name="connsiteX360" fmla="*/ 80233 w 596146"/>
                  <a:gd name="connsiteY360" fmla="*/ 200896 h 563255"/>
                  <a:gd name="connsiteX361" fmla="*/ 80233 w 596146"/>
                  <a:gd name="connsiteY361" fmla="*/ 199382 h 563255"/>
                  <a:gd name="connsiteX362" fmla="*/ 77170 w 596146"/>
                  <a:gd name="connsiteY362" fmla="*/ 197936 h 563255"/>
                  <a:gd name="connsiteX363" fmla="*/ 75151 w 596146"/>
                  <a:gd name="connsiteY363" fmla="*/ 195110 h 563255"/>
                  <a:gd name="connsiteX364" fmla="*/ 74781 w 596146"/>
                  <a:gd name="connsiteY364" fmla="*/ 190400 h 563255"/>
                  <a:gd name="connsiteX365" fmla="*/ 75420 w 596146"/>
                  <a:gd name="connsiteY365" fmla="*/ 188449 h 563255"/>
                  <a:gd name="connsiteX366" fmla="*/ 76867 w 596146"/>
                  <a:gd name="connsiteY366" fmla="*/ 186565 h 563255"/>
                  <a:gd name="connsiteX367" fmla="*/ 77136 w 596146"/>
                  <a:gd name="connsiteY367" fmla="*/ 184110 h 563255"/>
                  <a:gd name="connsiteX368" fmla="*/ 75185 w 596146"/>
                  <a:gd name="connsiteY368" fmla="*/ 182663 h 563255"/>
                  <a:gd name="connsiteX369" fmla="*/ 70675 w 596146"/>
                  <a:gd name="connsiteY369" fmla="*/ 182226 h 563255"/>
                  <a:gd name="connsiteX370" fmla="*/ 66266 w 596146"/>
                  <a:gd name="connsiteY370" fmla="*/ 182798 h 563255"/>
                  <a:gd name="connsiteX371" fmla="*/ 63574 w 596146"/>
                  <a:gd name="connsiteY371" fmla="*/ 182932 h 563255"/>
                  <a:gd name="connsiteX372" fmla="*/ 62934 w 596146"/>
                  <a:gd name="connsiteY372" fmla="*/ 183134 h 563255"/>
                  <a:gd name="connsiteX373" fmla="*/ 61857 w 596146"/>
                  <a:gd name="connsiteY373" fmla="*/ 183269 h 563255"/>
                  <a:gd name="connsiteX374" fmla="*/ 60713 w 596146"/>
                  <a:gd name="connsiteY374" fmla="*/ 184648 h 563255"/>
                  <a:gd name="connsiteX375" fmla="*/ 59636 w 596146"/>
                  <a:gd name="connsiteY375" fmla="*/ 183572 h 563255"/>
                  <a:gd name="connsiteX376" fmla="*/ 59636 w 596146"/>
                  <a:gd name="connsiteY376" fmla="*/ 180880 h 563255"/>
                  <a:gd name="connsiteX377" fmla="*/ 58525 w 596146"/>
                  <a:gd name="connsiteY377" fmla="*/ 179501 h 563255"/>
                  <a:gd name="connsiteX378" fmla="*/ 55968 w 596146"/>
                  <a:gd name="connsiteY378" fmla="*/ 179636 h 563255"/>
                  <a:gd name="connsiteX379" fmla="*/ 53780 w 596146"/>
                  <a:gd name="connsiteY379" fmla="*/ 178458 h 563255"/>
                  <a:gd name="connsiteX380" fmla="*/ 54083 w 596146"/>
                  <a:gd name="connsiteY380" fmla="*/ 176945 h 563255"/>
                  <a:gd name="connsiteX381" fmla="*/ 54352 w 596146"/>
                  <a:gd name="connsiteY381" fmla="*/ 175935 h 563255"/>
                  <a:gd name="connsiteX382" fmla="*/ 53545 w 596146"/>
                  <a:gd name="connsiteY382" fmla="*/ 174052 h 563255"/>
                  <a:gd name="connsiteX383" fmla="*/ 51593 w 596146"/>
                  <a:gd name="connsiteY383" fmla="*/ 171461 h 563255"/>
                  <a:gd name="connsiteX384" fmla="*/ 49708 w 596146"/>
                  <a:gd name="connsiteY384" fmla="*/ 167122 h 563255"/>
                  <a:gd name="connsiteX385" fmla="*/ 48463 w 596146"/>
                  <a:gd name="connsiteY385" fmla="*/ 164935 h 563255"/>
                  <a:gd name="connsiteX386" fmla="*/ 46376 w 596146"/>
                  <a:gd name="connsiteY386" fmla="*/ 164061 h 563255"/>
                  <a:gd name="connsiteX387" fmla="*/ 45198 w 596146"/>
                  <a:gd name="connsiteY387" fmla="*/ 163758 h 563255"/>
                  <a:gd name="connsiteX388" fmla="*/ 44761 w 596146"/>
                  <a:gd name="connsiteY388" fmla="*/ 166146 h 563255"/>
                  <a:gd name="connsiteX389" fmla="*/ 42237 w 596146"/>
                  <a:gd name="connsiteY389" fmla="*/ 167895 h 563255"/>
                  <a:gd name="connsiteX390" fmla="*/ 42237 w 596146"/>
                  <a:gd name="connsiteY390" fmla="*/ 169275 h 563255"/>
                  <a:gd name="connsiteX391" fmla="*/ 41093 w 596146"/>
                  <a:gd name="connsiteY391" fmla="*/ 170889 h 563255"/>
                  <a:gd name="connsiteX392" fmla="*/ 39645 w 596146"/>
                  <a:gd name="connsiteY392" fmla="*/ 172269 h 563255"/>
                  <a:gd name="connsiteX393" fmla="*/ 37121 w 596146"/>
                  <a:gd name="connsiteY393" fmla="*/ 172269 h 563255"/>
                  <a:gd name="connsiteX394" fmla="*/ 35169 w 596146"/>
                  <a:gd name="connsiteY394" fmla="*/ 172908 h 563255"/>
                  <a:gd name="connsiteX395" fmla="*/ 34328 w 596146"/>
                  <a:gd name="connsiteY395" fmla="*/ 174152 h 563255"/>
                  <a:gd name="connsiteX396" fmla="*/ 34429 w 596146"/>
                  <a:gd name="connsiteY396" fmla="*/ 175734 h 563255"/>
                  <a:gd name="connsiteX397" fmla="*/ 32679 w 596146"/>
                  <a:gd name="connsiteY397" fmla="*/ 175734 h 563255"/>
                  <a:gd name="connsiteX398" fmla="*/ 30659 w 596146"/>
                  <a:gd name="connsiteY398" fmla="*/ 175734 h 563255"/>
                  <a:gd name="connsiteX399" fmla="*/ 29515 w 596146"/>
                  <a:gd name="connsiteY399" fmla="*/ 178593 h 563255"/>
                  <a:gd name="connsiteX400" fmla="*/ 28674 w 596146"/>
                  <a:gd name="connsiteY400" fmla="*/ 181250 h 563255"/>
                  <a:gd name="connsiteX401" fmla="*/ 27462 w 596146"/>
                  <a:gd name="connsiteY401" fmla="*/ 182663 h 563255"/>
                  <a:gd name="connsiteX402" fmla="*/ 25847 w 596146"/>
                  <a:gd name="connsiteY402" fmla="*/ 184076 h 563255"/>
                  <a:gd name="connsiteX403" fmla="*/ 25308 w 596146"/>
                  <a:gd name="connsiteY403" fmla="*/ 186027 h 563255"/>
                  <a:gd name="connsiteX404" fmla="*/ 24669 w 596146"/>
                  <a:gd name="connsiteY404" fmla="*/ 187877 h 563255"/>
                  <a:gd name="connsiteX405" fmla="*/ 25645 w 596146"/>
                  <a:gd name="connsiteY405" fmla="*/ 190602 h 563255"/>
                  <a:gd name="connsiteX406" fmla="*/ 27496 w 596146"/>
                  <a:gd name="connsiteY406" fmla="*/ 191914 h 563255"/>
                  <a:gd name="connsiteX407" fmla="*/ 29246 w 596146"/>
                  <a:gd name="connsiteY407" fmla="*/ 192553 h 563255"/>
                  <a:gd name="connsiteX408" fmla="*/ 32948 w 596146"/>
                  <a:gd name="connsiteY408" fmla="*/ 193529 h 563255"/>
                  <a:gd name="connsiteX409" fmla="*/ 32847 w 596146"/>
                  <a:gd name="connsiteY409" fmla="*/ 194706 h 563255"/>
                  <a:gd name="connsiteX410" fmla="*/ 32645 w 596146"/>
                  <a:gd name="connsiteY410" fmla="*/ 196355 h 563255"/>
                  <a:gd name="connsiteX411" fmla="*/ 34496 w 596146"/>
                  <a:gd name="connsiteY411" fmla="*/ 198306 h 563255"/>
                  <a:gd name="connsiteX412" fmla="*/ 35910 w 596146"/>
                  <a:gd name="connsiteY412" fmla="*/ 198306 h 563255"/>
                  <a:gd name="connsiteX413" fmla="*/ 38501 w 596146"/>
                  <a:gd name="connsiteY413" fmla="*/ 199281 h 563255"/>
                  <a:gd name="connsiteX414" fmla="*/ 40789 w 596146"/>
                  <a:gd name="connsiteY414" fmla="*/ 200492 h 563255"/>
                  <a:gd name="connsiteX415" fmla="*/ 39578 w 596146"/>
                  <a:gd name="connsiteY415" fmla="*/ 203318 h 563255"/>
                  <a:gd name="connsiteX416" fmla="*/ 37087 w 596146"/>
                  <a:gd name="connsiteY416" fmla="*/ 207994 h 563255"/>
                  <a:gd name="connsiteX417" fmla="*/ 35506 w 596146"/>
                  <a:gd name="connsiteY417" fmla="*/ 212603 h 563255"/>
                  <a:gd name="connsiteX418" fmla="*/ 33621 w 596146"/>
                  <a:gd name="connsiteY418" fmla="*/ 216572 h 563255"/>
                  <a:gd name="connsiteX419" fmla="*/ 33621 w 596146"/>
                  <a:gd name="connsiteY419" fmla="*/ 219330 h 563255"/>
                  <a:gd name="connsiteX420" fmla="*/ 33688 w 596146"/>
                  <a:gd name="connsiteY420" fmla="*/ 224040 h 563255"/>
                  <a:gd name="connsiteX421" fmla="*/ 32679 w 596146"/>
                  <a:gd name="connsiteY421" fmla="*/ 226126 h 563255"/>
                  <a:gd name="connsiteX422" fmla="*/ 31871 w 596146"/>
                  <a:gd name="connsiteY422" fmla="*/ 228716 h 563255"/>
                  <a:gd name="connsiteX423" fmla="*/ 31871 w 596146"/>
                  <a:gd name="connsiteY423" fmla="*/ 231272 h 563255"/>
                  <a:gd name="connsiteX424" fmla="*/ 33722 w 596146"/>
                  <a:gd name="connsiteY424" fmla="*/ 233560 h 563255"/>
                  <a:gd name="connsiteX425" fmla="*/ 34362 w 596146"/>
                  <a:gd name="connsiteY425" fmla="*/ 237630 h 563255"/>
                  <a:gd name="connsiteX426" fmla="*/ 34866 w 596146"/>
                  <a:gd name="connsiteY426" fmla="*/ 246208 h 563255"/>
                  <a:gd name="connsiteX427" fmla="*/ 36381 w 596146"/>
                  <a:gd name="connsiteY427" fmla="*/ 248126 h 563255"/>
                  <a:gd name="connsiteX428" fmla="*/ 40789 w 596146"/>
                  <a:gd name="connsiteY428" fmla="*/ 251759 h 563255"/>
                  <a:gd name="connsiteX429" fmla="*/ 40419 w 596146"/>
                  <a:gd name="connsiteY429" fmla="*/ 254349 h 563255"/>
                  <a:gd name="connsiteX430" fmla="*/ 38838 w 596146"/>
                  <a:gd name="connsiteY430" fmla="*/ 256502 h 563255"/>
                  <a:gd name="connsiteX431" fmla="*/ 39174 w 596146"/>
                  <a:gd name="connsiteY431" fmla="*/ 260102 h 563255"/>
                  <a:gd name="connsiteX432" fmla="*/ 44054 w 596146"/>
                  <a:gd name="connsiteY432" fmla="*/ 263466 h 563255"/>
                  <a:gd name="connsiteX433" fmla="*/ 44054 w 596146"/>
                  <a:gd name="connsiteY433" fmla="*/ 268142 h 563255"/>
                  <a:gd name="connsiteX434" fmla="*/ 42977 w 596146"/>
                  <a:gd name="connsiteY434" fmla="*/ 271741 h 563255"/>
                  <a:gd name="connsiteX435" fmla="*/ 40655 w 596146"/>
                  <a:gd name="connsiteY435" fmla="*/ 275879 h 563255"/>
                  <a:gd name="connsiteX436" fmla="*/ 38871 w 596146"/>
                  <a:gd name="connsiteY436" fmla="*/ 279142 h 563255"/>
                  <a:gd name="connsiteX437" fmla="*/ 38871 w 596146"/>
                  <a:gd name="connsiteY437" fmla="*/ 286105 h 563255"/>
                  <a:gd name="connsiteX438" fmla="*/ 38333 w 596146"/>
                  <a:gd name="connsiteY438" fmla="*/ 286475 h 563255"/>
                  <a:gd name="connsiteX439" fmla="*/ 37996 w 596146"/>
                  <a:gd name="connsiteY439" fmla="*/ 289435 h 563255"/>
                  <a:gd name="connsiteX440" fmla="*/ 34664 w 596146"/>
                  <a:gd name="connsiteY440" fmla="*/ 291454 h 563255"/>
                  <a:gd name="connsiteX441" fmla="*/ 31905 w 596146"/>
                  <a:gd name="connsiteY441" fmla="*/ 292026 h 563255"/>
                  <a:gd name="connsiteX442" fmla="*/ 29010 w 596146"/>
                  <a:gd name="connsiteY442" fmla="*/ 294212 h 563255"/>
                  <a:gd name="connsiteX443" fmla="*/ 28438 w 596146"/>
                  <a:gd name="connsiteY443" fmla="*/ 298283 h 563255"/>
                  <a:gd name="connsiteX444" fmla="*/ 28438 w 596146"/>
                  <a:gd name="connsiteY444" fmla="*/ 302050 h 563255"/>
                  <a:gd name="connsiteX445" fmla="*/ 26251 w 596146"/>
                  <a:gd name="connsiteY445" fmla="*/ 306121 h 563255"/>
                  <a:gd name="connsiteX446" fmla="*/ 21606 w 596146"/>
                  <a:gd name="connsiteY446" fmla="*/ 310763 h 563255"/>
                  <a:gd name="connsiteX447" fmla="*/ 15818 w 596146"/>
                  <a:gd name="connsiteY447" fmla="*/ 312950 h 563255"/>
                  <a:gd name="connsiteX448" fmla="*/ 12924 w 596146"/>
                  <a:gd name="connsiteY448" fmla="*/ 314833 h 563255"/>
                  <a:gd name="connsiteX449" fmla="*/ 8851 w 596146"/>
                  <a:gd name="connsiteY449" fmla="*/ 317155 h 563255"/>
                  <a:gd name="connsiteX450" fmla="*/ 7404 w 596146"/>
                  <a:gd name="connsiteY450" fmla="*/ 320350 h 563255"/>
                  <a:gd name="connsiteX451" fmla="*/ 9154 w 596146"/>
                  <a:gd name="connsiteY451" fmla="*/ 321797 h 563255"/>
                  <a:gd name="connsiteX452" fmla="*/ 13193 w 596146"/>
                  <a:gd name="connsiteY452" fmla="*/ 323815 h 563255"/>
                  <a:gd name="connsiteX453" fmla="*/ 12486 w 596146"/>
                  <a:gd name="connsiteY453" fmla="*/ 326136 h 563255"/>
                  <a:gd name="connsiteX454" fmla="*/ 10736 w 596146"/>
                  <a:gd name="connsiteY454" fmla="*/ 328592 h 563255"/>
                  <a:gd name="connsiteX455" fmla="*/ 8548 w 596146"/>
                  <a:gd name="connsiteY455" fmla="*/ 330610 h 563255"/>
                  <a:gd name="connsiteX456" fmla="*/ 1313 w 596146"/>
                  <a:gd name="connsiteY456" fmla="*/ 337977 h 563255"/>
                  <a:gd name="connsiteX457" fmla="*/ 0 w 596146"/>
                  <a:gd name="connsiteY457" fmla="*/ 343192 h 563255"/>
                  <a:gd name="connsiteX458" fmla="*/ 3332 w 596146"/>
                  <a:gd name="connsiteY458" fmla="*/ 346825 h 563255"/>
                  <a:gd name="connsiteX459" fmla="*/ 8279 w 596146"/>
                  <a:gd name="connsiteY459" fmla="*/ 351602 h 563255"/>
                  <a:gd name="connsiteX460" fmla="*/ 15078 w 596146"/>
                  <a:gd name="connsiteY460" fmla="*/ 355638 h 563255"/>
                  <a:gd name="connsiteX461" fmla="*/ 19554 w 596146"/>
                  <a:gd name="connsiteY461" fmla="*/ 359271 h 563255"/>
                  <a:gd name="connsiteX462" fmla="*/ 23020 w 596146"/>
                  <a:gd name="connsiteY462" fmla="*/ 360718 h 563255"/>
                  <a:gd name="connsiteX463" fmla="*/ 27496 w 596146"/>
                  <a:gd name="connsiteY463" fmla="*/ 359978 h 563255"/>
                  <a:gd name="connsiteX464" fmla="*/ 32140 w 596146"/>
                  <a:gd name="connsiteY464" fmla="*/ 359978 h 563255"/>
                  <a:gd name="connsiteX465" fmla="*/ 32578 w 596146"/>
                  <a:gd name="connsiteY465" fmla="*/ 364822 h 563255"/>
                  <a:gd name="connsiteX466" fmla="*/ 35910 w 596146"/>
                  <a:gd name="connsiteY466" fmla="*/ 369801 h 563255"/>
                  <a:gd name="connsiteX467" fmla="*/ 37794 w 596146"/>
                  <a:gd name="connsiteY467" fmla="*/ 374275 h 563255"/>
                  <a:gd name="connsiteX468" fmla="*/ 40419 w 596146"/>
                  <a:gd name="connsiteY468" fmla="*/ 374847 h 563255"/>
                  <a:gd name="connsiteX469" fmla="*/ 46645 w 596146"/>
                  <a:gd name="connsiteY469" fmla="*/ 375553 h 563255"/>
                  <a:gd name="connsiteX470" fmla="*/ 49708 w 596146"/>
                  <a:gd name="connsiteY470" fmla="*/ 375553 h 563255"/>
                  <a:gd name="connsiteX471" fmla="*/ 51020 w 596146"/>
                  <a:gd name="connsiteY471" fmla="*/ 374746 h 563255"/>
                  <a:gd name="connsiteX472" fmla="*/ 55530 w 596146"/>
                  <a:gd name="connsiteY472" fmla="*/ 373366 h 563255"/>
                  <a:gd name="connsiteX473" fmla="*/ 60006 w 596146"/>
                  <a:gd name="connsiteY473" fmla="*/ 373366 h 563255"/>
                  <a:gd name="connsiteX474" fmla="*/ 64078 w 596146"/>
                  <a:gd name="connsiteY474" fmla="*/ 375688 h 563255"/>
                  <a:gd name="connsiteX475" fmla="*/ 68858 w 596146"/>
                  <a:gd name="connsiteY475" fmla="*/ 380195 h 563255"/>
                  <a:gd name="connsiteX476" fmla="*/ 71617 w 596146"/>
                  <a:gd name="connsiteY476" fmla="*/ 384400 h 563255"/>
                  <a:gd name="connsiteX477" fmla="*/ 71920 w 596146"/>
                  <a:gd name="connsiteY477" fmla="*/ 388605 h 563255"/>
                  <a:gd name="connsiteX478" fmla="*/ 71920 w 596146"/>
                  <a:gd name="connsiteY478" fmla="*/ 394559 h 563255"/>
                  <a:gd name="connsiteX479" fmla="*/ 72122 w 596146"/>
                  <a:gd name="connsiteY479" fmla="*/ 398462 h 563255"/>
                  <a:gd name="connsiteX480" fmla="*/ 73502 w 596146"/>
                  <a:gd name="connsiteY480" fmla="*/ 402364 h 563255"/>
                  <a:gd name="connsiteX481" fmla="*/ 80333 w 596146"/>
                  <a:gd name="connsiteY481" fmla="*/ 406131 h 563255"/>
                  <a:gd name="connsiteX482" fmla="*/ 84978 w 596146"/>
                  <a:gd name="connsiteY482" fmla="*/ 409462 h 563255"/>
                  <a:gd name="connsiteX483" fmla="*/ 91945 w 596146"/>
                  <a:gd name="connsiteY483" fmla="*/ 412086 h 563255"/>
                  <a:gd name="connsiteX484" fmla="*/ 92079 w 596146"/>
                  <a:gd name="connsiteY484" fmla="*/ 412086 h 563255"/>
                  <a:gd name="connsiteX485" fmla="*/ 91945 w 596146"/>
                  <a:gd name="connsiteY485" fmla="*/ 417804 h 563255"/>
                  <a:gd name="connsiteX486" fmla="*/ 93695 w 596146"/>
                  <a:gd name="connsiteY486" fmla="*/ 421942 h 563255"/>
                  <a:gd name="connsiteX487" fmla="*/ 97026 w 596146"/>
                  <a:gd name="connsiteY487" fmla="*/ 425272 h 563255"/>
                  <a:gd name="connsiteX488" fmla="*/ 99786 w 596146"/>
                  <a:gd name="connsiteY488" fmla="*/ 428603 h 563255"/>
                  <a:gd name="connsiteX489" fmla="*/ 99786 w 596146"/>
                  <a:gd name="connsiteY489" fmla="*/ 431361 h 563255"/>
                  <a:gd name="connsiteX490" fmla="*/ 102142 w 596146"/>
                  <a:gd name="connsiteY490" fmla="*/ 429040 h 563255"/>
                  <a:gd name="connsiteX491" fmla="*/ 104363 w 596146"/>
                  <a:gd name="connsiteY491" fmla="*/ 428367 h 563255"/>
                  <a:gd name="connsiteX492" fmla="*/ 107695 w 596146"/>
                  <a:gd name="connsiteY492" fmla="*/ 424700 h 563255"/>
                  <a:gd name="connsiteX493" fmla="*/ 111363 w 596146"/>
                  <a:gd name="connsiteY493" fmla="*/ 423187 h 563255"/>
                  <a:gd name="connsiteX494" fmla="*/ 114897 w 596146"/>
                  <a:gd name="connsiteY494" fmla="*/ 420529 h 563255"/>
                  <a:gd name="connsiteX495" fmla="*/ 118801 w 596146"/>
                  <a:gd name="connsiteY495" fmla="*/ 416896 h 563255"/>
                  <a:gd name="connsiteX496" fmla="*/ 122234 w 596146"/>
                  <a:gd name="connsiteY496" fmla="*/ 413969 h 563255"/>
                  <a:gd name="connsiteX497" fmla="*/ 125094 w 596146"/>
                  <a:gd name="connsiteY497" fmla="*/ 412187 h 563255"/>
                  <a:gd name="connsiteX498" fmla="*/ 128359 w 596146"/>
                  <a:gd name="connsiteY498" fmla="*/ 411917 h 563255"/>
                  <a:gd name="connsiteX499" fmla="*/ 131960 w 596146"/>
                  <a:gd name="connsiteY499" fmla="*/ 411985 h 563255"/>
                  <a:gd name="connsiteX500" fmla="*/ 134787 w 596146"/>
                  <a:gd name="connsiteY500" fmla="*/ 409697 h 563255"/>
                  <a:gd name="connsiteX501" fmla="*/ 136638 w 596146"/>
                  <a:gd name="connsiteY501" fmla="*/ 408116 h 563255"/>
                  <a:gd name="connsiteX502" fmla="*/ 140945 w 596146"/>
                  <a:gd name="connsiteY502" fmla="*/ 405728 h 563255"/>
                  <a:gd name="connsiteX503" fmla="*/ 144109 w 596146"/>
                  <a:gd name="connsiteY503" fmla="*/ 403541 h 563255"/>
                  <a:gd name="connsiteX504" fmla="*/ 147205 w 596146"/>
                  <a:gd name="connsiteY504" fmla="*/ 402296 h 563255"/>
                  <a:gd name="connsiteX505" fmla="*/ 150974 w 596146"/>
                  <a:gd name="connsiteY505" fmla="*/ 399033 h 563255"/>
                  <a:gd name="connsiteX506" fmla="*/ 151849 w 596146"/>
                  <a:gd name="connsiteY506" fmla="*/ 393954 h 563255"/>
                  <a:gd name="connsiteX507" fmla="*/ 158513 w 596146"/>
                  <a:gd name="connsiteY507" fmla="*/ 388000 h 563255"/>
                  <a:gd name="connsiteX508" fmla="*/ 158513 w 596146"/>
                  <a:gd name="connsiteY508" fmla="*/ 384535 h 563255"/>
                  <a:gd name="connsiteX509" fmla="*/ 158210 w 596146"/>
                  <a:gd name="connsiteY509" fmla="*/ 383223 h 563255"/>
                  <a:gd name="connsiteX510" fmla="*/ 157403 w 596146"/>
                  <a:gd name="connsiteY510" fmla="*/ 379691 h 563255"/>
                  <a:gd name="connsiteX511" fmla="*/ 157705 w 596146"/>
                  <a:gd name="connsiteY511" fmla="*/ 376865 h 563255"/>
                  <a:gd name="connsiteX512" fmla="*/ 159590 w 596146"/>
                  <a:gd name="connsiteY512" fmla="*/ 373602 h 563255"/>
                  <a:gd name="connsiteX513" fmla="*/ 161172 w 596146"/>
                  <a:gd name="connsiteY513" fmla="*/ 370843 h 563255"/>
                  <a:gd name="connsiteX514" fmla="*/ 163932 w 596146"/>
                  <a:gd name="connsiteY514" fmla="*/ 369094 h 563255"/>
                  <a:gd name="connsiteX515" fmla="*/ 166456 w 596146"/>
                  <a:gd name="connsiteY515" fmla="*/ 370978 h 563255"/>
                  <a:gd name="connsiteX516" fmla="*/ 167398 w 596146"/>
                  <a:gd name="connsiteY516" fmla="*/ 375250 h 563255"/>
                  <a:gd name="connsiteX517" fmla="*/ 170965 w 596146"/>
                  <a:gd name="connsiteY517" fmla="*/ 375452 h 563255"/>
                  <a:gd name="connsiteX518" fmla="*/ 171167 w 596146"/>
                  <a:gd name="connsiteY518" fmla="*/ 371920 h 563255"/>
                  <a:gd name="connsiteX519" fmla="*/ 171100 w 596146"/>
                  <a:gd name="connsiteY519" fmla="*/ 368455 h 563255"/>
                  <a:gd name="connsiteX520" fmla="*/ 171235 w 596146"/>
                  <a:gd name="connsiteY520" fmla="*/ 365932 h 563255"/>
                  <a:gd name="connsiteX521" fmla="*/ 170427 w 596146"/>
                  <a:gd name="connsiteY521" fmla="*/ 362904 h 563255"/>
                  <a:gd name="connsiteX522" fmla="*/ 171672 w 596146"/>
                  <a:gd name="connsiteY522" fmla="*/ 358834 h 563255"/>
                  <a:gd name="connsiteX523" fmla="*/ 173994 w 596146"/>
                  <a:gd name="connsiteY523" fmla="*/ 356008 h 563255"/>
                  <a:gd name="connsiteX524" fmla="*/ 177057 w 596146"/>
                  <a:gd name="connsiteY524" fmla="*/ 353485 h 563255"/>
                  <a:gd name="connsiteX525" fmla="*/ 180322 w 596146"/>
                  <a:gd name="connsiteY525" fmla="*/ 350290 h 563255"/>
                  <a:gd name="connsiteX526" fmla="*/ 185168 w 596146"/>
                  <a:gd name="connsiteY526" fmla="*/ 346455 h 563255"/>
                  <a:gd name="connsiteX527" fmla="*/ 188062 w 596146"/>
                  <a:gd name="connsiteY527" fmla="*/ 344705 h 563255"/>
                  <a:gd name="connsiteX528" fmla="*/ 189206 w 596146"/>
                  <a:gd name="connsiteY528" fmla="*/ 342081 h 563255"/>
                  <a:gd name="connsiteX529" fmla="*/ 190889 w 596146"/>
                  <a:gd name="connsiteY529" fmla="*/ 340063 h 563255"/>
                  <a:gd name="connsiteX530" fmla="*/ 190620 w 596146"/>
                  <a:gd name="connsiteY530" fmla="*/ 337305 h 563255"/>
                  <a:gd name="connsiteX531" fmla="*/ 189105 w 596146"/>
                  <a:gd name="connsiteY531" fmla="*/ 336666 h 563255"/>
                  <a:gd name="connsiteX532" fmla="*/ 187153 w 596146"/>
                  <a:gd name="connsiteY532" fmla="*/ 334479 h 563255"/>
                  <a:gd name="connsiteX533" fmla="*/ 185403 w 596146"/>
                  <a:gd name="connsiteY533" fmla="*/ 331283 h 563255"/>
                  <a:gd name="connsiteX534" fmla="*/ 186649 w 596146"/>
                  <a:gd name="connsiteY534" fmla="*/ 329837 h 563255"/>
                  <a:gd name="connsiteX535" fmla="*/ 189913 w 596146"/>
                  <a:gd name="connsiteY535" fmla="*/ 327751 h 563255"/>
                  <a:gd name="connsiteX536" fmla="*/ 192740 w 596146"/>
                  <a:gd name="connsiteY536" fmla="*/ 324993 h 563255"/>
                  <a:gd name="connsiteX537" fmla="*/ 195264 w 596146"/>
                  <a:gd name="connsiteY537" fmla="*/ 322739 h 563255"/>
                  <a:gd name="connsiteX538" fmla="*/ 197519 w 596146"/>
                  <a:gd name="connsiteY538" fmla="*/ 319711 h 563255"/>
                  <a:gd name="connsiteX539" fmla="*/ 199168 w 596146"/>
                  <a:gd name="connsiteY539" fmla="*/ 317895 h 563255"/>
                  <a:gd name="connsiteX540" fmla="*/ 201052 w 596146"/>
                  <a:gd name="connsiteY540" fmla="*/ 316314 h 563255"/>
                  <a:gd name="connsiteX541" fmla="*/ 204889 w 596146"/>
                  <a:gd name="connsiteY541" fmla="*/ 315944 h 563255"/>
                  <a:gd name="connsiteX542" fmla="*/ 208356 w 596146"/>
                  <a:gd name="connsiteY542" fmla="*/ 316751 h 563255"/>
                  <a:gd name="connsiteX543" fmla="*/ 216702 w 596146"/>
                  <a:gd name="connsiteY543" fmla="*/ 315876 h 563255"/>
                  <a:gd name="connsiteX544" fmla="*/ 221111 w 596146"/>
                  <a:gd name="connsiteY544" fmla="*/ 315944 h 563255"/>
                  <a:gd name="connsiteX545" fmla="*/ 226193 w 596146"/>
                  <a:gd name="connsiteY545" fmla="*/ 315574 h 563255"/>
                  <a:gd name="connsiteX546" fmla="*/ 232654 w 596146"/>
                  <a:gd name="connsiteY546" fmla="*/ 314497 h 563255"/>
                  <a:gd name="connsiteX547" fmla="*/ 241337 w 596146"/>
                  <a:gd name="connsiteY547" fmla="*/ 314699 h 563255"/>
                  <a:gd name="connsiteX548" fmla="*/ 245780 w 596146"/>
                  <a:gd name="connsiteY548" fmla="*/ 313757 h 563255"/>
                  <a:gd name="connsiteX549" fmla="*/ 248539 w 596146"/>
                  <a:gd name="connsiteY549" fmla="*/ 313051 h 563255"/>
                  <a:gd name="connsiteX550" fmla="*/ 249852 w 596146"/>
                  <a:gd name="connsiteY550" fmla="*/ 313051 h 563255"/>
                  <a:gd name="connsiteX551" fmla="*/ 252376 w 596146"/>
                  <a:gd name="connsiteY551" fmla="*/ 312680 h 563255"/>
                  <a:gd name="connsiteX552" fmla="*/ 254765 w 596146"/>
                  <a:gd name="connsiteY552" fmla="*/ 311671 h 563255"/>
                  <a:gd name="connsiteX553" fmla="*/ 255708 w 596146"/>
                  <a:gd name="connsiteY553" fmla="*/ 310359 h 563255"/>
                  <a:gd name="connsiteX554" fmla="*/ 256011 w 596146"/>
                  <a:gd name="connsiteY554" fmla="*/ 309350 h 563255"/>
                  <a:gd name="connsiteX555" fmla="*/ 256212 w 596146"/>
                  <a:gd name="connsiteY555" fmla="*/ 307399 h 563255"/>
                  <a:gd name="connsiteX556" fmla="*/ 256011 w 596146"/>
                  <a:gd name="connsiteY556" fmla="*/ 304641 h 563255"/>
                  <a:gd name="connsiteX557" fmla="*/ 256313 w 596146"/>
                  <a:gd name="connsiteY557" fmla="*/ 301378 h 563255"/>
                  <a:gd name="connsiteX558" fmla="*/ 256179 w 596146"/>
                  <a:gd name="connsiteY558" fmla="*/ 298922 h 563255"/>
                  <a:gd name="connsiteX559" fmla="*/ 255977 w 596146"/>
                  <a:gd name="connsiteY559" fmla="*/ 297240 h 563255"/>
                  <a:gd name="connsiteX560" fmla="*/ 256549 w 596146"/>
                  <a:gd name="connsiteY560" fmla="*/ 296231 h 563255"/>
                  <a:gd name="connsiteX561" fmla="*/ 257559 w 596146"/>
                  <a:gd name="connsiteY561" fmla="*/ 295726 h 563255"/>
                  <a:gd name="connsiteX562" fmla="*/ 260756 w 596146"/>
                  <a:gd name="connsiteY562" fmla="*/ 295659 h 563255"/>
                  <a:gd name="connsiteX563" fmla="*/ 261900 w 596146"/>
                  <a:gd name="connsiteY563" fmla="*/ 295659 h 563255"/>
                  <a:gd name="connsiteX564" fmla="*/ 263852 w 596146"/>
                  <a:gd name="connsiteY564" fmla="*/ 296264 h 563255"/>
                  <a:gd name="connsiteX565" fmla="*/ 266376 w 596146"/>
                  <a:gd name="connsiteY565" fmla="*/ 298619 h 563255"/>
                  <a:gd name="connsiteX566" fmla="*/ 266948 w 596146"/>
                  <a:gd name="connsiteY566" fmla="*/ 300873 h 563255"/>
                  <a:gd name="connsiteX567" fmla="*/ 266679 w 596146"/>
                  <a:gd name="connsiteY567" fmla="*/ 303833 h 563255"/>
                  <a:gd name="connsiteX568" fmla="*/ 268496 w 596146"/>
                  <a:gd name="connsiteY568" fmla="*/ 307164 h 563255"/>
                  <a:gd name="connsiteX569" fmla="*/ 271189 w 596146"/>
                  <a:gd name="connsiteY569" fmla="*/ 309047 h 563255"/>
                  <a:gd name="connsiteX570" fmla="*/ 271626 w 596146"/>
                  <a:gd name="connsiteY570" fmla="*/ 312512 h 563255"/>
                  <a:gd name="connsiteX571" fmla="*/ 272434 w 596146"/>
                  <a:gd name="connsiteY571" fmla="*/ 316415 h 563255"/>
                  <a:gd name="connsiteX572" fmla="*/ 273309 w 596146"/>
                  <a:gd name="connsiteY572" fmla="*/ 320249 h 563255"/>
                  <a:gd name="connsiteX573" fmla="*/ 276069 w 596146"/>
                  <a:gd name="connsiteY573" fmla="*/ 322840 h 563255"/>
                  <a:gd name="connsiteX574" fmla="*/ 279199 w 596146"/>
                  <a:gd name="connsiteY574" fmla="*/ 325598 h 563255"/>
                  <a:gd name="connsiteX575" fmla="*/ 281857 w 596146"/>
                  <a:gd name="connsiteY575" fmla="*/ 328558 h 563255"/>
                  <a:gd name="connsiteX576" fmla="*/ 286064 w 596146"/>
                  <a:gd name="connsiteY576" fmla="*/ 331586 h 563255"/>
                  <a:gd name="connsiteX577" fmla="*/ 288151 w 596146"/>
                  <a:gd name="connsiteY577" fmla="*/ 333604 h 563255"/>
                  <a:gd name="connsiteX578" fmla="*/ 292661 w 596146"/>
                  <a:gd name="connsiteY578" fmla="*/ 336295 h 563255"/>
                  <a:gd name="connsiteX579" fmla="*/ 297944 w 596146"/>
                  <a:gd name="connsiteY579" fmla="*/ 339424 h 563255"/>
                  <a:gd name="connsiteX580" fmla="*/ 299088 w 596146"/>
                  <a:gd name="connsiteY580" fmla="*/ 345143 h 563255"/>
                  <a:gd name="connsiteX581" fmla="*/ 300670 w 596146"/>
                  <a:gd name="connsiteY581" fmla="*/ 346387 h 563255"/>
                  <a:gd name="connsiteX582" fmla="*/ 302858 w 596146"/>
                  <a:gd name="connsiteY582" fmla="*/ 348271 h 563255"/>
                  <a:gd name="connsiteX583" fmla="*/ 302925 w 596146"/>
                  <a:gd name="connsiteY583" fmla="*/ 350155 h 563255"/>
                  <a:gd name="connsiteX584" fmla="*/ 302992 w 596146"/>
                  <a:gd name="connsiteY584" fmla="*/ 352543 h 563255"/>
                  <a:gd name="connsiteX585" fmla="*/ 302185 w 596146"/>
                  <a:gd name="connsiteY585" fmla="*/ 355941 h 563255"/>
                  <a:gd name="connsiteX586" fmla="*/ 300939 w 596146"/>
                  <a:gd name="connsiteY586" fmla="*/ 357623 h 563255"/>
                  <a:gd name="connsiteX587" fmla="*/ 299863 w 596146"/>
                  <a:gd name="connsiteY587" fmla="*/ 359507 h 563255"/>
                  <a:gd name="connsiteX588" fmla="*/ 297978 w 596146"/>
                  <a:gd name="connsiteY588" fmla="*/ 362635 h 563255"/>
                  <a:gd name="connsiteX589" fmla="*/ 296530 w 596146"/>
                  <a:gd name="connsiteY589" fmla="*/ 364956 h 563255"/>
                  <a:gd name="connsiteX590" fmla="*/ 295084 w 596146"/>
                  <a:gd name="connsiteY590" fmla="*/ 366538 h 563255"/>
                  <a:gd name="connsiteX591" fmla="*/ 293838 w 596146"/>
                  <a:gd name="connsiteY591" fmla="*/ 368220 h 563255"/>
                  <a:gd name="connsiteX592" fmla="*/ 293704 w 596146"/>
                  <a:gd name="connsiteY592" fmla="*/ 371348 h 563255"/>
                  <a:gd name="connsiteX593" fmla="*/ 294209 w 596146"/>
                  <a:gd name="connsiteY593" fmla="*/ 373736 h 563255"/>
                  <a:gd name="connsiteX594" fmla="*/ 295016 w 596146"/>
                  <a:gd name="connsiteY594" fmla="*/ 377269 h 563255"/>
                  <a:gd name="connsiteX595" fmla="*/ 293435 w 596146"/>
                  <a:gd name="connsiteY595" fmla="*/ 380834 h 563255"/>
                  <a:gd name="connsiteX596" fmla="*/ 292997 w 596146"/>
                  <a:gd name="connsiteY596" fmla="*/ 383929 h 563255"/>
                  <a:gd name="connsiteX597" fmla="*/ 291853 w 596146"/>
                  <a:gd name="connsiteY597" fmla="*/ 386183 h 563255"/>
                  <a:gd name="connsiteX598" fmla="*/ 290540 w 596146"/>
                  <a:gd name="connsiteY598" fmla="*/ 389076 h 563255"/>
                  <a:gd name="connsiteX599" fmla="*/ 288790 w 596146"/>
                  <a:gd name="connsiteY599" fmla="*/ 390153 h 563255"/>
                  <a:gd name="connsiteX600" fmla="*/ 287275 w 596146"/>
                  <a:gd name="connsiteY600" fmla="*/ 391666 h 563255"/>
                  <a:gd name="connsiteX601" fmla="*/ 285256 w 596146"/>
                  <a:gd name="connsiteY601" fmla="*/ 393752 h 563255"/>
                  <a:gd name="connsiteX602" fmla="*/ 283877 w 596146"/>
                  <a:gd name="connsiteY602" fmla="*/ 395198 h 563255"/>
                  <a:gd name="connsiteX603" fmla="*/ 281285 w 596146"/>
                  <a:gd name="connsiteY603" fmla="*/ 396006 h 563255"/>
                  <a:gd name="connsiteX604" fmla="*/ 279333 w 596146"/>
                  <a:gd name="connsiteY604" fmla="*/ 397452 h 563255"/>
                  <a:gd name="connsiteX605" fmla="*/ 278694 w 596146"/>
                  <a:gd name="connsiteY605" fmla="*/ 399403 h 563255"/>
                  <a:gd name="connsiteX606" fmla="*/ 277381 w 596146"/>
                  <a:gd name="connsiteY606" fmla="*/ 403238 h 563255"/>
                  <a:gd name="connsiteX607" fmla="*/ 276136 w 596146"/>
                  <a:gd name="connsiteY607" fmla="*/ 405997 h 563255"/>
                  <a:gd name="connsiteX608" fmla="*/ 274554 w 596146"/>
                  <a:gd name="connsiteY608" fmla="*/ 408183 h 563255"/>
                  <a:gd name="connsiteX609" fmla="*/ 273040 w 596146"/>
                  <a:gd name="connsiteY609" fmla="*/ 410269 h 563255"/>
                  <a:gd name="connsiteX610" fmla="*/ 271223 w 596146"/>
                  <a:gd name="connsiteY610" fmla="*/ 413162 h 563255"/>
                  <a:gd name="connsiteX611" fmla="*/ 269910 w 596146"/>
                  <a:gd name="connsiteY611" fmla="*/ 417300 h 563255"/>
                  <a:gd name="connsiteX612" fmla="*/ 267655 w 596146"/>
                  <a:gd name="connsiteY612" fmla="*/ 419755 h 563255"/>
                  <a:gd name="connsiteX613" fmla="*/ 267083 w 596146"/>
                  <a:gd name="connsiteY613" fmla="*/ 420832 h 563255"/>
                  <a:gd name="connsiteX614" fmla="*/ 264828 w 596146"/>
                  <a:gd name="connsiteY614" fmla="*/ 423960 h 563255"/>
                  <a:gd name="connsiteX615" fmla="*/ 263246 w 596146"/>
                  <a:gd name="connsiteY615" fmla="*/ 425777 h 563255"/>
                  <a:gd name="connsiteX616" fmla="*/ 260150 w 596146"/>
                  <a:gd name="connsiteY616" fmla="*/ 427795 h 563255"/>
                  <a:gd name="connsiteX617" fmla="*/ 257693 w 596146"/>
                  <a:gd name="connsiteY617" fmla="*/ 428939 h 563255"/>
                  <a:gd name="connsiteX618" fmla="*/ 254496 w 596146"/>
                  <a:gd name="connsiteY618" fmla="*/ 429578 h 563255"/>
                  <a:gd name="connsiteX619" fmla="*/ 253049 w 596146"/>
                  <a:gd name="connsiteY619" fmla="*/ 429881 h 563255"/>
                  <a:gd name="connsiteX620" fmla="*/ 251097 w 596146"/>
                  <a:gd name="connsiteY620" fmla="*/ 430587 h 563255"/>
                  <a:gd name="connsiteX621" fmla="*/ 248405 w 596146"/>
                  <a:gd name="connsiteY621" fmla="*/ 431832 h 563255"/>
                  <a:gd name="connsiteX622" fmla="*/ 246385 w 596146"/>
                  <a:gd name="connsiteY622" fmla="*/ 432774 h 563255"/>
                  <a:gd name="connsiteX623" fmla="*/ 244501 w 596146"/>
                  <a:gd name="connsiteY623" fmla="*/ 434355 h 563255"/>
                  <a:gd name="connsiteX624" fmla="*/ 241674 w 596146"/>
                  <a:gd name="connsiteY624" fmla="*/ 436239 h 563255"/>
                  <a:gd name="connsiteX625" fmla="*/ 239587 w 596146"/>
                  <a:gd name="connsiteY625" fmla="*/ 438123 h 563255"/>
                  <a:gd name="connsiteX626" fmla="*/ 238780 w 596146"/>
                  <a:gd name="connsiteY626" fmla="*/ 440309 h 563255"/>
                  <a:gd name="connsiteX627" fmla="*/ 240092 w 596146"/>
                  <a:gd name="connsiteY627" fmla="*/ 445153 h 563255"/>
                  <a:gd name="connsiteX628" fmla="*/ 241775 w 596146"/>
                  <a:gd name="connsiteY628" fmla="*/ 446533 h 563255"/>
                  <a:gd name="connsiteX629" fmla="*/ 243222 w 596146"/>
                  <a:gd name="connsiteY629" fmla="*/ 448114 h 563255"/>
                  <a:gd name="connsiteX630" fmla="*/ 244232 w 596146"/>
                  <a:gd name="connsiteY630" fmla="*/ 449190 h 563255"/>
                  <a:gd name="connsiteX631" fmla="*/ 244299 w 596146"/>
                  <a:gd name="connsiteY631" fmla="*/ 451141 h 563255"/>
                  <a:gd name="connsiteX632" fmla="*/ 244299 w 596146"/>
                  <a:gd name="connsiteY632" fmla="*/ 453328 h 563255"/>
                  <a:gd name="connsiteX633" fmla="*/ 244770 w 596146"/>
                  <a:gd name="connsiteY633" fmla="*/ 455212 h 563255"/>
                  <a:gd name="connsiteX634" fmla="*/ 246453 w 596146"/>
                  <a:gd name="connsiteY634" fmla="*/ 457297 h 563255"/>
                  <a:gd name="connsiteX635" fmla="*/ 247765 w 596146"/>
                  <a:gd name="connsiteY635" fmla="*/ 459820 h 563255"/>
                  <a:gd name="connsiteX636" fmla="*/ 247765 w 596146"/>
                  <a:gd name="connsiteY636" fmla="*/ 463453 h 563255"/>
                  <a:gd name="connsiteX637" fmla="*/ 247765 w 596146"/>
                  <a:gd name="connsiteY637" fmla="*/ 466784 h 563255"/>
                  <a:gd name="connsiteX638" fmla="*/ 247765 w 596146"/>
                  <a:gd name="connsiteY638" fmla="*/ 470686 h 563255"/>
                  <a:gd name="connsiteX639" fmla="*/ 247025 w 596146"/>
                  <a:gd name="connsiteY639" fmla="*/ 473646 h 563255"/>
                  <a:gd name="connsiteX640" fmla="*/ 245813 w 596146"/>
                  <a:gd name="connsiteY640" fmla="*/ 476035 h 563255"/>
                  <a:gd name="connsiteX641" fmla="*/ 245678 w 596146"/>
                  <a:gd name="connsiteY641" fmla="*/ 478860 h 563255"/>
                  <a:gd name="connsiteX642" fmla="*/ 246049 w 596146"/>
                  <a:gd name="connsiteY642" fmla="*/ 480677 h 563255"/>
                  <a:gd name="connsiteX643" fmla="*/ 246049 w 596146"/>
                  <a:gd name="connsiteY643" fmla="*/ 481921 h 563255"/>
                  <a:gd name="connsiteX644" fmla="*/ 246957 w 596146"/>
                  <a:gd name="connsiteY644" fmla="*/ 483570 h 563255"/>
                  <a:gd name="connsiteX645" fmla="*/ 248438 w 596146"/>
                  <a:gd name="connsiteY645" fmla="*/ 485252 h 563255"/>
                  <a:gd name="connsiteX646" fmla="*/ 250255 w 596146"/>
                  <a:gd name="connsiteY646" fmla="*/ 486833 h 563255"/>
                  <a:gd name="connsiteX647" fmla="*/ 254092 w 596146"/>
                  <a:gd name="connsiteY647" fmla="*/ 487573 h 563255"/>
                  <a:gd name="connsiteX648" fmla="*/ 255775 w 596146"/>
                  <a:gd name="connsiteY648" fmla="*/ 489019 h 563255"/>
                  <a:gd name="connsiteX649" fmla="*/ 258299 w 596146"/>
                  <a:gd name="connsiteY649" fmla="*/ 488717 h 563255"/>
                  <a:gd name="connsiteX650" fmla="*/ 260251 w 596146"/>
                  <a:gd name="connsiteY650" fmla="*/ 488279 h 563255"/>
                  <a:gd name="connsiteX651" fmla="*/ 262943 w 596146"/>
                  <a:gd name="connsiteY651" fmla="*/ 487842 h 563255"/>
                  <a:gd name="connsiteX652" fmla="*/ 265333 w 596146"/>
                  <a:gd name="connsiteY652" fmla="*/ 486463 h 563255"/>
                  <a:gd name="connsiteX653" fmla="*/ 267217 w 596146"/>
                  <a:gd name="connsiteY653" fmla="*/ 485454 h 563255"/>
                  <a:gd name="connsiteX654" fmla="*/ 269472 w 596146"/>
                  <a:gd name="connsiteY654" fmla="*/ 483637 h 563255"/>
                  <a:gd name="connsiteX655" fmla="*/ 271155 w 596146"/>
                  <a:gd name="connsiteY655" fmla="*/ 482998 h 563255"/>
                  <a:gd name="connsiteX656" fmla="*/ 275362 w 596146"/>
                  <a:gd name="connsiteY656" fmla="*/ 482359 h 563255"/>
                  <a:gd name="connsiteX657" fmla="*/ 277179 w 596146"/>
                  <a:gd name="connsiteY657" fmla="*/ 480845 h 563255"/>
                  <a:gd name="connsiteX658" fmla="*/ 279569 w 596146"/>
                  <a:gd name="connsiteY658" fmla="*/ 479028 h 563255"/>
                  <a:gd name="connsiteX659" fmla="*/ 283406 w 596146"/>
                  <a:gd name="connsiteY659" fmla="*/ 478087 h 563255"/>
                  <a:gd name="connsiteX660" fmla="*/ 285492 w 596146"/>
                  <a:gd name="connsiteY660" fmla="*/ 479028 h 563255"/>
                  <a:gd name="connsiteX661" fmla="*/ 285930 w 596146"/>
                  <a:gd name="connsiteY661" fmla="*/ 479668 h 563255"/>
                  <a:gd name="connsiteX662" fmla="*/ 286367 w 596146"/>
                  <a:gd name="connsiteY662" fmla="*/ 480744 h 563255"/>
                  <a:gd name="connsiteX663" fmla="*/ 284415 w 596146"/>
                  <a:gd name="connsiteY663" fmla="*/ 482762 h 563255"/>
                  <a:gd name="connsiteX664" fmla="*/ 281453 w 596146"/>
                  <a:gd name="connsiteY664" fmla="*/ 484007 h 563255"/>
                  <a:gd name="connsiteX665" fmla="*/ 279636 w 596146"/>
                  <a:gd name="connsiteY665" fmla="*/ 485386 h 563255"/>
                  <a:gd name="connsiteX666" fmla="*/ 276607 w 596146"/>
                  <a:gd name="connsiteY666" fmla="*/ 486093 h 563255"/>
                  <a:gd name="connsiteX667" fmla="*/ 274521 w 596146"/>
                  <a:gd name="connsiteY667" fmla="*/ 487539 h 563255"/>
                  <a:gd name="connsiteX668" fmla="*/ 273343 w 596146"/>
                  <a:gd name="connsiteY668" fmla="*/ 488548 h 563255"/>
                  <a:gd name="connsiteX669" fmla="*/ 271694 w 596146"/>
                  <a:gd name="connsiteY669" fmla="*/ 488750 h 563255"/>
                  <a:gd name="connsiteX670" fmla="*/ 269001 w 596146"/>
                  <a:gd name="connsiteY670" fmla="*/ 490130 h 563255"/>
                  <a:gd name="connsiteX671" fmla="*/ 270516 w 596146"/>
                  <a:gd name="connsiteY671" fmla="*/ 492215 h 563255"/>
                  <a:gd name="connsiteX672" fmla="*/ 269641 w 596146"/>
                  <a:gd name="connsiteY672" fmla="*/ 494032 h 563255"/>
                  <a:gd name="connsiteX673" fmla="*/ 268261 w 596146"/>
                  <a:gd name="connsiteY673" fmla="*/ 495714 h 563255"/>
                  <a:gd name="connsiteX674" fmla="*/ 264996 w 596146"/>
                  <a:gd name="connsiteY674" fmla="*/ 496857 h 563255"/>
                  <a:gd name="connsiteX675" fmla="*/ 261664 w 596146"/>
                  <a:gd name="connsiteY675" fmla="*/ 497160 h 563255"/>
                  <a:gd name="connsiteX676" fmla="*/ 259847 w 596146"/>
                  <a:gd name="connsiteY676" fmla="*/ 498472 h 563255"/>
                  <a:gd name="connsiteX677" fmla="*/ 258131 w 596146"/>
                  <a:gd name="connsiteY677" fmla="*/ 499919 h 563255"/>
                  <a:gd name="connsiteX678" fmla="*/ 257121 w 596146"/>
                  <a:gd name="connsiteY678" fmla="*/ 501365 h 563255"/>
                  <a:gd name="connsiteX679" fmla="*/ 256549 w 596146"/>
                  <a:gd name="connsiteY679" fmla="*/ 504056 h 563255"/>
                  <a:gd name="connsiteX680" fmla="*/ 257693 w 596146"/>
                  <a:gd name="connsiteY680" fmla="*/ 507387 h 563255"/>
                  <a:gd name="connsiteX681" fmla="*/ 258939 w 596146"/>
                  <a:gd name="connsiteY681" fmla="*/ 509338 h 563255"/>
                  <a:gd name="connsiteX682" fmla="*/ 262136 w 596146"/>
                  <a:gd name="connsiteY682" fmla="*/ 509540 h 563255"/>
                  <a:gd name="connsiteX683" fmla="*/ 264155 w 596146"/>
                  <a:gd name="connsiteY683" fmla="*/ 509910 h 563255"/>
                  <a:gd name="connsiteX684" fmla="*/ 266040 w 596146"/>
                  <a:gd name="connsiteY684" fmla="*/ 510717 h 563255"/>
                  <a:gd name="connsiteX685" fmla="*/ 266982 w 596146"/>
                  <a:gd name="connsiteY685" fmla="*/ 512534 h 563255"/>
                  <a:gd name="connsiteX686" fmla="*/ 267420 w 596146"/>
                  <a:gd name="connsiteY686" fmla="*/ 513341 h 563255"/>
                  <a:gd name="connsiteX687" fmla="*/ 266915 w 596146"/>
                  <a:gd name="connsiteY687" fmla="*/ 514283 h 563255"/>
                  <a:gd name="connsiteX688" fmla="*/ 266612 w 596146"/>
                  <a:gd name="connsiteY688" fmla="*/ 514787 h 563255"/>
                  <a:gd name="connsiteX689" fmla="*/ 264222 w 596146"/>
                  <a:gd name="connsiteY689" fmla="*/ 518118 h 563255"/>
                  <a:gd name="connsiteX690" fmla="*/ 261765 w 596146"/>
                  <a:gd name="connsiteY690" fmla="*/ 520641 h 563255"/>
                  <a:gd name="connsiteX691" fmla="*/ 259814 w 596146"/>
                  <a:gd name="connsiteY691" fmla="*/ 521650 h 563255"/>
                  <a:gd name="connsiteX692" fmla="*/ 257929 w 596146"/>
                  <a:gd name="connsiteY692" fmla="*/ 522592 h 563255"/>
                  <a:gd name="connsiteX693" fmla="*/ 256347 w 596146"/>
                  <a:gd name="connsiteY693" fmla="*/ 523164 h 563255"/>
                  <a:gd name="connsiteX694" fmla="*/ 253823 w 596146"/>
                  <a:gd name="connsiteY694" fmla="*/ 523534 h 563255"/>
                  <a:gd name="connsiteX695" fmla="*/ 251804 w 596146"/>
                  <a:gd name="connsiteY695" fmla="*/ 523466 h 563255"/>
                  <a:gd name="connsiteX696" fmla="*/ 249616 w 596146"/>
                  <a:gd name="connsiteY696" fmla="*/ 523096 h 563255"/>
                  <a:gd name="connsiteX697" fmla="*/ 247025 w 596146"/>
                  <a:gd name="connsiteY697" fmla="*/ 523231 h 563255"/>
                  <a:gd name="connsiteX698" fmla="*/ 242683 w 596146"/>
                  <a:gd name="connsiteY698" fmla="*/ 523231 h 563255"/>
                  <a:gd name="connsiteX699" fmla="*/ 240866 w 596146"/>
                  <a:gd name="connsiteY699" fmla="*/ 523668 h 563255"/>
                  <a:gd name="connsiteX700" fmla="*/ 238476 w 596146"/>
                  <a:gd name="connsiteY700" fmla="*/ 525115 h 563255"/>
                  <a:gd name="connsiteX701" fmla="*/ 239621 w 596146"/>
                  <a:gd name="connsiteY701" fmla="*/ 527503 h 563255"/>
                  <a:gd name="connsiteX702" fmla="*/ 241371 w 596146"/>
                  <a:gd name="connsiteY702" fmla="*/ 530699 h 563255"/>
                  <a:gd name="connsiteX703" fmla="*/ 241304 w 596146"/>
                  <a:gd name="connsiteY703" fmla="*/ 531641 h 563255"/>
                  <a:gd name="connsiteX704" fmla="*/ 241000 w 596146"/>
                  <a:gd name="connsiteY704" fmla="*/ 534668 h 563255"/>
                  <a:gd name="connsiteX705" fmla="*/ 235852 w 596146"/>
                  <a:gd name="connsiteY705" fmla="*/ 537124 h 563255"/>
                  <a:gd name="connsiteX706" fmla="*/ 233597 w 596146"/>
                  <a:gd name="connsiteY706" fmla="*/ 537763 h 563255"/>
                  <a:gd name="connsiteX707" fmla="*/ 231779 w 596146"/>
                  <a:gd name="connsiteY707" fmla="*/ 539344 h 563255"/>
                  <a:gd name="connsiteX708" fmla="*/ 228582 w 596146"/>
                  <a:gd name="connsiteY708" fmla="*/ 539714 h 563255"/>
                  <a:gd name="connsiteX709" fmla="*/ 225957 w 596146"/>
                  <a:gd name="connsiteY709" fmla="*/ 539916 h 563255"/>
                  <a:gd name="connsiteX710" fmla="*/ 224813 w 596146"/>
                  <a:gd name="connsiteY710" fmla="*/ 540353 h 563255"/>
                  <a:gd name="connsiteX711" fmla="*/ 222053 w 596146"/>
                  <a:gd name="connsiteY711" fmla="*/ 541598 h 563255"/>
                  <a:gd name="connsiteX712" fmla="*/ 221683 w 596146"/>
                  <a:gd name="connsiteY712" fmla="*/ 541968 h 563255"/>
                  <a:gd name="connsiteX713" fmla="*/ 221481 w 596146"/>
                  <a:gd name="connsiteY713" fmla="*/ 544928 h 563255"/>
                  <a:gd name="connsiteX714" fmla="*/ 221784 w 596146"/>
                  <a:gd name="connsiteY714" fmla="*/ 546678 h 563255"/>
                  <a:gd name="connsiteX715" fmla="*/ 221784 w 596146"/>
                  <a:gd name="connsiteY715" fmla="*/ 548124 h 563255"/>
                  <a:gd name="connsiteX716" fmla="*/ 224005 w 596146"/>
                  <a:gd name="connsiteY716" fmla="*/ 550748 h 563255"/>
                  <a:gd name="connsiteX717" fmla="*/ 223669 w 596146"/>
                  <a:gd name="connsiteY717" fmla="*/ 552430 h 563255"/>
                  <a:gd name="connsiteX718" fmla="*/ 222154 w 596146"/>
                  <a:gd name="connsiteY718" fmla="*/ 554448 h 563255"/>
                  <a:gd name="connsiteX719" fmla="*/ 223096 w 596146"/>
                  <a:gd name="connsiteY719" fmla="*/ 556635 h 563255"/>
                  <a:gd name="connsiteX720" fmla="*/ 225553 w 596146"/>
                  <a:gd name="connsiteY720" fmla="*/ 558519 h 563255"/>
                  <a:gd name="connsiteX721" fmla="*/ 227000 w 596146"/>
                  <a:gd name="connsiteY721" fmla="*/ 562085 h 563255"/>
                  <a:gd name="connsiteX722" fmla="*/ 228952 w 596146"/>
                  <a:gd name="connsiteY722" fmla="*/ 563228 h 563255"/>
                  <a:gd name="connsiteX723" fmla="*/ 232049 w 596146"/>
                  <a:gd name="connsiteY723" fmla="*/ 563228 h 563255"/>
                  <a:gd name="connsiteX724" fmla="*/ 235751 w 596146"/>
                  <a:gd name="connsiteY724" fmla="*/ 560975 h 563255"/>
                  <a:gd name="connsiteX725" fmla="*/ 238443 w 596146"/>
                  <a:gd name="connsiteY725" fmla="*/ 559158 h 563255"/>
                  <a:gd name="connsiteX726" fmla="*/ 243289 w 596146"/>
                  <a:gd name="connsiteY726" fmla="*/ 554146 h 563255"/>
                  <a:gd name="connsiteX727" fmla="*/ 244602 w 596146"/>
                  <a:gd name="connsiteY727" fmla="*/ 551825 h 563255"/>
                  <a:gd name="connsiteX728" fmla="*/ 248068 w 596146"/>
                  <a:gd name="connsiteY728" fmla="*/ 550950 h 563255"/>
                  <a:gd name="connsiteX729" fmla="*/ 252107 w 596146"/>
                  <a:gd name="connsiteY729" fmla="*/ 550210 h 563255"/>
                  <a:gd name="connsiteX730" fmla="*/ 257559 w 596146"/>
                  <a:gd name="connsiteY730" fmla="*/ 548057 h 563255"/>
                  <a:gd name="connsiteX731" fmla="*/ 263414 w 596146"/>
                  <a:gd name="connsiteY731" fmla="*/ 546981 h 563255"/>
                  <a:gd name="connsiteX732" fmla="*/ 267319 w 596146"/>
                  <a:gd name="connsiteY732" fmla="*/ 545837 h 563255"/>
                  <a:gd name="connsiteX733" fmla="*/ 273982 w 596146"/>
                  <a:gd name="connsiteY733" fmla="*/ 543314 h 563255"/>
                  <a:gd name="connsiteX734" fmla="*/ 275732 w 596146"/>
                  <a:gd name="connsiteY734" fmla="*/ 542809 h 563255"/>
                  <a:gd name="connsiteX735" fmla="*/ 277112 w 596146"/>
                  <a:gd name="connsiteY735" fmla="*/ 542809 h 563255"/>
                  <a:gd name="connsiteX736" fmla="*/ 279064 w 596146"/>
                  <a:gd name="connsiteY736" fmla="*/ 542439 h 563255"/>
                  <a:gd name="connsiteX737" fmla="*/ 279771 w 596146"/>
                  <a:gd name="connsiteY737" fmla="*/ 541800 h 563255"/>
                  <a:gd name="connsiteX738" fmla="*/ 279703 w 596146"/>
                  <a:gd name="connsiteY738" fmla="*/ 540723 h 563255"/>
                  <a:gd name="connsiteX739" fmla="*/ 279771 w 596146"/>
                  <a:gd name="connsiteY739" fmla="*/ 538638 h 563255"/>
                  <a:gd name="connsiteX740" fmla="*/ 278256 w 596146"/>
                  <a:gd name="connsiteY740" fmla="*/ 537326 h 563255"/>
                  <a:gd name="connsiteX741" fmla="*/ 276304 w 596146"/>
                  <a:gd name="connsiteY741" fmla="*/ 536451 h 563255"/>
                  <a:gd name="connsiteX742" fmla="*/ 273847 w 596146"/>
                  <a:gd name="connsiteY742" fmla="*/ 535139 h 563255"/>
                  <a:gd name="connsiteX743" fmla="*/ 272333 w 596146"/>
                  <a:gd name="connsiteY743" fmla="*/ 532549 h 563255"/>
                  <a:gd name="connsiteX744" fmla="*/ 272535 w 596146"/>
                  <a:gd name="connsiteY744" fmla="*/ 529858 h 563255"/>
                  <a:gd name="connsiteX745" fmla="*/ 272737 w 596146"/>
                  <a:gd name="connsiteY745" fmla="*/ 528041 h 563255"/>
                  <a:gd name="connsiteX746" fmla="*/ 274117 w 596146"/>
                  <a:gd name="connsiteY746" fmla="*/ 526729 h 563255"/>
                  <a:gd name="connsiteX747" fmla="*/ 274689 w 596146"/>
                  <a:gd name="connsiteY747" fmla="*/ 525720 h 563255"/>
                  <a:gd name="connsiteX748" fmla="*/ 276708 w 596146"/>
                  <a:gd name="connsiteY748" fmla="*/ 526158 h 563255"/>
                  <a:gd name="connsiteX749" fmla="*/ 278795 w 596146"/>
                  <a:gd name="connsiteY749" fmla="*/ 527234 h 563255"/>
                  <a:gd name="connsiteX750" fmla="*/ 281622 w 596146"/>
                  <a:gd name="connsiteY750" fmla="*/ 530194 h 563255"/>
                  <a:gd name="connsiteX751" fmla="*/ 282127 w 596146"/>
                  <a:gd name="connsiteY751" fmla="*/ 531876 h 563255"/>
                  <a:gd name="connsiteX752" fmla="*/ 286905 w 596146"/>
                  <a:gd name="connsiteY752" fmla="*/ 533693 h 563255"/>
                  <a:gd name="connsiteX753" fmla="*/ 289429 w 596146"/>
                  <a:gd name="connsiteY753" fmla="*/ 533693 h 563255"/>
                  <a:gd name="connsiteX754" fmla="*/ 289564 w 596146"/>
                  <a:gd name="connsiteY754" fmla="*/ 531304 h 563255"/>
                  <a:gd name="connsiteX755" fmla="*/ 288925 w 596146"/>
                  <a:gd name="connsiteY755" fmla="*/ 528916 h 563255"/>
                  <a:gd name="connsiteX756" fmla="*/ 289934 w 596146"/>
                  <a:gd name="connsiteY756" fmla="*/ 526729 h 563255"/>
                  <a:gd name="connsiteX757" fmla="*/ 290507 w 596146"/>
                  <a:gd name="connsiteY757" fmla="*/ 524274 h 563255"/>
                  <a:gd name="connsiteX758" fmla="*/ 291954 w 596146"/>
                  <a:gd name="connsiteY758" fmla="*/ 522962 h 563255"/>
                  <a:gd name="connsiteX759" fmla="*/ 294141 w 596146"/>
                  <a:gd name="connsiteY759" fmla="*/ 521818 h 563255"/>
                  <a:gd name="connsiteX760" fmla="*/ 296464 w 596146"/>
                  <a:gd name="connsiteY760" fmla="*/ 521818 h 563255"/>
                  <a:gd name="connsiteX761" fmla="*/ 297776 w 596146"/>
                  <a:gd name="connsiteY761" fmla="*/ 520943 h 563255"/>
                  <a:gd name="connsiteX762" fmla="*/ 298213 w 596146"/>
                  <a:gd name="connsiteY762" fmla="*/ 520372 h 563255"/>
                  <a:gd name="connsiteX763" fmla="*/ 298651 w 596146"/>
                  <a:gd name="connsiteY763" fmla="*/ 518050 h 563255"/>
                  <a:gd name="connsiteX764" fmla="*/ 299661 w 596146"/>
                  <a:gd name="connsiteY764" fmla="*/ 515157 h 563255"/>
                  <a:gd name="connsiteX765" fmla="*/ 301848 w 596146"/>
                  <a:gd name="connsiteY765" fmla="*/ 513274 h 563255"/>
                  <a:gd name="connsiteX766" fmla="*/ 305180 w 596146"/>
                  <a:gd name="connsiteY766" fmla="*/ 511087 h 563255"/>
                  <a:gd name="connsiteX767" fmla="*/ 307939 w 596146"/>
                  <a:gd name="connsiteY767" fmla="*/ 510078 h 563255"/>
                  <a:gd name="connsiteX768" fmla="*/ 308209 w 596146"/>
                  <a:gd name="connsiteY768" fmla="*/ 507891 h 563255"/>
                  <a:gd name="connsiteX769" fmla="*/ 306930 w 596146"/>
                  <a:gd name="connsiteY769" fmla="*/ 504426 h 563255"/>
                  <a:gd name="connsiteX770" fmla="*/ 305045 w 596146"/>
                  <a:gd name="connsiteY770" fmla="*/ 504426 h 563255"/>
                  <a:gd name="connsiteX771" fmla="*/ 305045 w 596146"/>
                  <a:gd name="connsiteY771" fmla="*/ 501533 h 563255"/>
                  <a:gd name="connsiteX772" fmla="*/ 306055 w 596146"/>
                  <a:gd name="connsiteY772" fmla="*/ 499347 h 563255"/>
                  <a:gd name="connsiteX773" fmla="*/ 306930 w 596146"/>
                  <a:gd name="connsiteY773" fmla="*/ 497026 h 563255"/>
                  <a:gd name="connsiteX774" fmla="*/ 310598 w 596146"/>
                  <a:gd name="connsiteY774" fmla="*/ 493998 h 563255"/>
                  <a:gd name="connsiteX775" fmla="*/ 311709 w 596146"/>
                  <a:gd name="connsiteY775" fmla="*/ 492686 h 563255"/>
                  <a:gd name="connsiteX776" fmla="*/ 315613 w 596146"/>
                  <a:gd name="connsiteY776" fmla="*/ 490937 h 563255"/>
                  <a:gd name="connsiteX777" fmla="*/ 316623 w 596146"/>
                  <a:gd name="connsiteY777" fmla="*/ 488481 h 563255"/>
                  <a:gd name="connsiteX778" fmla="*/ 320089 w 596146"/>
                  <a:gd name="connsiteY778" fmla="*/ 487472 h 563255"/>
                  <a:gd name="connsiteX779" fmla="*/ 322849 w 596146"/>
                  <a:gd name="connsiteY779" fmla="*/ 485285 h 563255"/>
                  <a:gd name="connsiteX780" fmla="*/ 323421 w 596146"/>
                  <a:gd name="connsiteY780" fmla="*/ 482258 h 563255"/>
                  <a:gd name="connsiteX781" fmla="*/ 323858 w 596146"/>
                  <a:gd name="connsiteY781" fmla="*/ 480239 h 563255"/>
                  <a:gd name="connsiteX782" fmla="*/ 327493 w 596146"/>
                  <a:gd name="connsiteY782" fmla="*/ 478356 h 563255"/>
                  <a:gd name="connsiteX783" fmla="*/ 333584 w 596146"/>
                  <a:gd name="connsiteY783" fmla="*/ 475025 h 563255"/>
                  <a:gd name="connsiteX784" fmla="*/ 339238 w 596146"/>
                  <a:gd name="connsiteY784" fmla="*/ 469946 h 563255"/>
                  <a:gd name="connsiteX785" fmla="*/ 345330 w 596146"/>
                  <a:gd name="connsiteY785" fmla="*/ 464597 h 563255"/>
                  <a:gd name="connsiteX786" fmla="*/ 352936 w 596146"/>
                  <a:gd name="connsiteY786" fmla="*/ 458306 h 563255"/>
                  <a:gd name="connsiteX787" fmla="*/ 356638 w 596146"/>
                  <a:gd name="connsiteY787" fmla="*/ 456355 h 563255"/>
                  <a:gd name="connsiteX788" fmla="*/ 360474 w 596146"/>
                  <a:gd name="connsiteY788" fmla="*/ 452958 h 563255"/>
                  <a:gd name="connsiteX789" fmla="*/ 362662 w 596146"/>
                  <a:gd name="connsiteY789" fmla="*/ 450569 h 563255"/>
                  <a:gd name="connsiteX790" fmla="*/ 366128 w 596146"/>
                  <a:gd name="connsiteY790" fmla="*/ 448551 h 563255"/>
                  <a:gd name="connsiteX791" fmla="*/ 368518 w 596146"/>
                  <a:gd name="connsiteY791" fmla="*/ 447811 h 563255"/>
                  <a:gd name="connsiteX792" fmla="*/ 370335 w 596146"/>
                  <a:gd name="connsiteY792" fmla="*/ 446869 h 563255"/>
                  <a:gd name="connsiteX793" fmla="*/ 372523 w 596146"/>
                  <a:gd name="connsiteY793" fmla="*/ 444918 h 563255"/>
                  <a:gd name="connsiteX794" fmla="*/ 374542 w 596146"/>
                  <a:gd name="connsiteY794" fmla="*/ 442899 h 563255"/>
                  <a:gd name="connsiteX795" fmla="*/ 376561 w 596146"/>
                  <a:gd name="connsiteY795" fmla="*/ 442092 h 563255"/>
                  <a:gd name="connsiteX796" fmla="*/ 379826 w 596146"/>
                  <a:gd name="connsiteY796" fmla="*/ 441789 h 563255"/>
                  <a:gd name="connsiteX797" fmla="*/ 382585 w 596146"/>
                  <a:gd name="connsiteY797" fmla="*/ 439838 h 563255"/>
                  <a:gd name="connsiteX798" fmla="*/ 385917 w 596146"/>
                  <a:gd name="connsiteY798" fmla="*/ 439838 h 563255"/>
                  <a:gd name="connsiteX799" fmla="*/ 389518 w 596146"/>
                  <a:gd name="connsiteY799" fmla="*/ 439838 h 563255"/>
                  <a:gd name="connsiteX800" fmla="*/ 393153 w 596146"/>
                  <a:gd name="connsiteY800" fmla="*/ 439838 h 563255"/>
                  <a:gd name="connsiteX801" fmla="*/ 395038 w 596146"/>
                  <a:gd name="connsiteY801" fmla="*/ 438257 h 563255"/>
                  <a:gd name="connsiteX802" fmla="*/ 396788 w 596146"/>
                  <a:gd name="connsiteY802" fmla="*/ 436373 h 563255"/>
                  <a:gd name="connsiteX803" fmla="*/ 396350 w 596146"/>
                  <a:gd name="connsiteY803" fmla="*/ 434490 h 563255"/>
                  <a:gd name="connsiteX804" fmla="*/ 395475 w 596146"/>
                  <a:gd name="connsiteY804" fmla="*/ 432034 h 563255"/>
                  <a:gd name="connsiteX805" fmla="*/ 393725 w 596146"/>
                  <a:gd name="connsiteY805" fmla="*/ 430285 h 563255"/>
                  <a:gd name="connsiteX806" fmla="*/ 393860 w 596146"/>
                  <a:gd name="connsiteY806" fmla="*/ 425508 h 563255"/>
                  <a:gd name="connsiteX807" fmla="*/ 398639 w 596146"/>
                  <a:gd name="connsiteY807" fmla="*/ 424768 h 563255"/>
                  <a:gd name="connsiteX808" fmla="*/ 401971 w 596146"/>
                  <a:gd name="connsiteY808" fmla="*/ 423187 h 563255"/>
                  <a:gd name="connsiteX809" fmla="*/ 405168 w 596146"/>
                  <a:gd name="connsiteY809" fmla="*/ 424196 h 563255"/>
                  <a:gd name="connsiteX810" fmla="*/ 407355 w 596146"/>
                  <a:gd name="connsiteY810" fmla="*/ 424196 h 563255"/>
                  <a:gd name="connsiteX811" fmla="*/ 409105 w 596146"/>
                  <a:gd name="connsiteY811" fmla="*/ 425508 h 563255"/>
                  <a:gd name="connsiteX812" fmla="*/ 413009 w 596146"/>
                  <a:gd name="connsiteY812" fmla="*/ 425070 h 563255"/>
                  <a:gd name="connsiteX813" fmla="*/ 416644 w 596146"/>
                  <a:gd name="connsiteY813" fmla="*/ 425070 h 563255"/>
                  <a:gd name="connsiteX814" fmla="*/ 420144 w 596146"/>
                  <a:gd name="connsiteY814" fmla="*/ 422615 h 563255"/>
                  <a:gd name="connsiteX815" fmla="*/ 422466 w 596146"/>
                  <a:gd name="connsiteY815" fmla="*/ 419991 h 563255"/>
                  <a:gd name="connsiteX816" fmla="*/ 424485 w 596146"/>
                  <a:gd name="connsiteY816" fmla="*/ 418544 h 563255"/>
                  <a:gd name="connsiteX817" fmla="*/ 425933 w 596146"/>
                  <a:gd name="connsiteY817" fmla="*/ 416526 h 563255"/>
                  <a:gd name="connsiteX818" fmla="*/ 427817 w 596146"/>
                  <a:gd name="connsiteY818" fmla="*/ 414945 h 563255"/>
                  <a:gd name="connsiteX819" fmla="*/ 429264 w 596146"/>
                  <a:gd name="connsiteY819" fmla="*/ 412052 h 563255"/>
                  <a:gd name="connsiteX820" fmla="*/ 431452 w 596146"/>
                  <a:gd name="connsiteY820" fmla="*/ 411749 h 563255"/>
                  <a:gd name="connsiteX821" fmla="*/ 433034 w 596146"/>
                  <a:gd name="connsiteY821" fmla="*/ 411615 h 563255"/>
                  <a:gd name="connsiteX822" fmla="*/ 436938 w 596146"/>
                  <a:gd name="connsiteY822" fmla="*/ 412187 h 563255"/>
                  <a:gd name="connsiteX823" fmla="*/ 438082 w 596146"/>
                  <a:gd name="connsiteY823" fmla="*/ 413498 h 563255"/>
                  <a:gd name="connsiteX824" fmla="*/ 441716 w 596146"/>
                  <a:gd name="connsiteY824" fmla="*/ 415517 h 563255"/>
                  <a:gd name="connsiteX825" fmla="*/ 445183 w 596146"/>
                  <a:gd name="connsiteY825" fmla="*/ 415517 h 563255"/>
                  <a:gd name="connsiteX826" fmla="*/ 448683 w 596146"/>
                  <a:gd name="connsiteY826" fmla="*/ 413768 h 563255"/>
                  <a:gd name="connsiteX827" fmla="*/ 454203 w 596146"/>
                  <a:gd name="connsiteY827" fmla="*/ 413768 h 563255"/>
                  <a:gd name="connsiteX828" fmla="*/ 459116 w 596146"/>
                  <a:gd name="connsiteY828" fmla="*/ 412018 h 563255"/>
                  <a:gd name="connsiteX829" fmla="*/ 463323 w 596146"/>
                  <a:gd name="connsiteY829" fmla="*/ 412018 h 563255"/>
                  <a:gd name="connsiteX830" fmla="*/ 464333 w 596146"/>
                  <a:gd name="connsiteY830" fmla="*/ 412018 h 563255"/>
                  <a:gd name="connsiteX831" fmla="*/ 468674 w 596146"/>
                  <a:gd name="connsiteY831" fmla="*/ 412018 h 563255"/>
                  <a:gd name="connsiteX832" fmla="*/ 470559 w 596146"/>
                  <a:gd name="connsiteY832" fmla="*/ 410706 h 563255"/>
                  <a:gd name="connsiteX833" fmla="*/ 472006 w 596146"/>
                  <a:gd name="connsiteY833" fmla="*/ 409260 h 563255"/>
                  <a:gd name="connsiteX834" fmla="*/ 473015 w 596146"/>
                  <a:gd name="connsiteY834" fmla="*/ 408385 h 563255"/>
                  <a:gd name="connsiteX835" fmla="*/ 475337 w 596146"/>
                  <a:gd name="connsiteY835" fmla="*/ 406939 h 563255"/>
                  <a:gd name="connsiteX836" fmla="*/ 476347 w 596146"/>
                  <a:gd name="connsiteY836" fmla="*/ 405795 h 563255"/>
                  <a:gd name="connsiteX837" fmla="*/ 476482 w 596146"/>
                  <a:gd name="connsiteY837" fmla="*/ 404483 h 563255"/>
                  <a:gd name="connsiteX838" fmla="*/ 475607 w 596146"/>
                  <a:gd name="connsiteY838" fmla="*/ 402465 h 563255"/>
                  <a:gd name="connsiteX839" fmla="*/ 475607 w 596146"/>
                  <a:gd name="connsiteY839" fmla="*/ 399841 h 563255"/>
                  <a:gd name="connsiteX840" fmla="*/ 476246 w 596146"/>
                  <a:gd name="connsiteY840" fmla="*/ 397654 h 563255"/>
                  <a:gd name="connsiteX841" fmla="*/ 477188 w 596146"/>
                  <a:gd name="connsiteY841" fmla="*/ 396073 h 563255"/>
                  <a:gd name="connsiteX842" fmla="*/ 478198 w 596146"/>
                  <a:gd name="connsiteY842" fmla="*/ 394627 h 563255"/>
                  <a:gd name="connsiteX843" fmla="*/ 480789 w 596146"/>
                  <a:gd name="connsiteY843" fmla="*/ 394627 h 563255"/>
                  <a:gd name="connsiteX844" fmla="*/ 482539 w 596146"/>
                  <a:gd name="connsiteY844" fmla="*/ 393752 h 563255"/>
                  <a:gd name="connsiteX845" fmla="*/ 482539 w 596146"/>
                  <a:gd name="connsiteY845" fmla="*/ 392003 h 563255"/>
                  <a:gd name="connsiteX846" fmla="*/ 482843 w 596146"/>
                  <a:gd name="connsiteY846" fmla="*/ 389682 h 563255"/>
                  <a:gd name="connsiteX847" fmla="*/ 482539 w 596146"/>
                  <a:gd name="connsiteY847" fmla="*/ 386654 h 563255"/>
                  <a:gd name="connsiteX848" fmla="*/ 480958 w 596146"/>
                  <a:gd name="connsiteY848" fmla="*/ 383458 h 563255"/>
                  <a:gd name="connsiteX849" fmla="*/ 480520 w 596146"/>
                  <a:gd name="connsiteY849" fmla="*/ 379825 h 563255"/>
                  <a:gd name="connsiteX850" fmla="*/ 480655 w 596146"/>
                  <a:gd name="connsiteY850" fmla="*/ 377201 h 563255"/>
                  <a:gd name="connsiteX851" fmla="*/ 481227 w 596146"/>
                  <a:gd name="connsiteY851" fmla="*/ 373434 h 563255"/>
                  <a:gd name="connsiteX852" fmla="*/ 484693 w 596146"/>
                  <a:gd name="connsiteY852" fmla="*/ 370406 h 563255"/>
                  <a:gd name="connsiteX853" fmla="*/ 490650 w 596146"/>
                  <a:gd name="connsiteY853" fmla="*/ 367648 h 563255"/>
                  <a:gd name="connsiteX854" fmla="*/ 492669 w 596146"/>
                  <a:gd name="connsiteY854" fmla="*/ 364183 h 563255"/>
                  <a:gd name="connsiteX855" fmla="*/ 496439 w 596146"/>
                  <a:gd name="connsiteY855" fmla="*/ 360852 h 563255"/>
                  <a:gd name="connsiteX856" fmla="*/ 496742 w 596146"/>
                  <a:gd name="connsiteY856" fmla="*/ 358094 h 563255"/>
                  <a:gd name="connsiteX857" fmla="*/ 499804 w 596146"/>
                  <a:gd name="connsiteY857" fmla="*/ 353519 h 563255"/>
                  <a:gd name="connsiteX858" fmla="*/ 501891 w 596146"/>
                  <a:gd name="connsiteY858" fmla="*/ 350054 h 563255"/>
                  <a:gd name="connsiteX859" fmla="*/ 503910 w 596146"/>
                  <a:gd name="connsiteY859" fmla="*/ 348641 h 563255"/>
                  <a:gd name="connsiteX860" fmla="*/ 505862 w 596146"/>
                  <a:gd name="connsiteY860" fmla="*/ 346522 h 563255"/>
                  <a:gd name="connsiteX861" fmla="*/ 508858 w 596146"/>
                  <a:gd name="connsiteY861" fmla="*/ 343326 h 563255"/>
                  <a:gd name="connsiteX862" fmla="*/ 512559 w 596146"/>
                  <a:gd name="connsiteY862" fmla="*/ 339861 h 563255"/>
                  <a:gd name="connsiteX863" fmla="*/ 516026 w 596146"/>
                  <a:gd name="connsiteY863" fmla="*/ 337910 h 563255"/>
                  <a:gd name="connsiteX864" fmla="*/ 520603 w 596146"/>
                  <a:gd name="connsiteY864" fmla="*/ 335724 h 563255"/>
                  <a:gd name="connsiteX865" fmla="*/ 524069 w 596146"/>
                  <a:gd name="connsiteY865" fmla="*/ 333974 h 563255"/>
                  <a:gd name="connsiteX866" fmla="*/ 526257 w 596146"/>
                  <a:gd name="connsiteY866" fmla="*/ 332023 h 563255"/>
                  <a:gd name="connsiteX867" fmla="*/ 527569 w 596146"/>
                  <a:gd name="connsiteY867" fmla="*/ 330947 h 563255"/>
                  <a:gd name="connsiteX868" fmla="*/ 531271 w 596146"/>
                  <a:gd name="connsiteY868" fmla="*/ 327246 h 563255"/>
                  <a:gd name="connsiteX869" fmla="*/ 535175 w 596146"/>
                  <a:gd name="connsiteY869" fmla="*/ 323546 h 563255"/>
                  <a:gd name="connsiteX870" fmla="*/ 536925 w 596146"/>
                  <a:gd name="connsiteY870" fmla="*/ 319207 h 563255"/>
                  <a:gd name="connsiteX871" fmla="*/ 541704 w 596146"/>
                  <a:gd name="connsiteY871" fmla="*/ 316179 h 563255"/>
                  <a:gd name="connsiteX872" fmla="*/ 544531 w 596146"/>
                  <a:gd name="connsiteY872" fmla="*/ 313151 h 563255"/>
                  <a:gd name="connsiteX873" fmla="*/ 547796 w 596146"/>
                  <a:gd name="connsiteY873" fmla="*/ 309451 h 563255"/>
                  <a:gd name="connsiteX874" fmla="*/ 551060 w 596146"/>
                  <a:gd name="connsiteY874" fmla="*/ 309451 h 563255"/>
                  <a:gd name="connsiteX875" fmla="*/ 554762 w 596146"/>
                  <a:gd name="connsiteY875" fmla="*/ 307702 h 563255"/>
                  <a:gd name="connsiteX876" fmla="*/ 559541 w 596146"/>
                  <a:gd name="connsiteY876" fmla="*/ 307702 h 563255"/>
                  <a:gd name="connsiteX877" fmla="*/ 563445 w 596146"/>
                  <a:gd name="connsiteY877" fmla="*/ 306625 h 563255"/>
                  <a:gd name="connsiteX878" fmla="*/ 566070 w 596146"/>
                  <a:gd name="connsiteY878" fmla="*/ 305112 h 563255"/>
                  <a:gd name="connsiteX879" fmla="*/ 567383 w 596146"/>
                  <a:gd name="connsiteY879" fmla="*/ 301848 h 563255"/>
                  <a:gd name="connsiteX880" fmla="*/ 569335 w 596146"/>
                  <a:gd name="connsiteY880" fmla="*/ 296399 h 563255"/>
                  <a:gd name="connsiteX881" fmla="*/ 575628 w 596146"/>
                  <a:gd name="connsiteY881" fmla="*/ 293371 h 563255"/>
                  <a:gd name="connsiteX882" fmla="*/ 582729 w 596146"/>
                  <a:gd name="connsiteY882" fmla="*/ 286912 h 563255"/>
                  <a:gd name="connsiteX883" fmla="*/ 584479 w 596146"/>
                  <a:gd name="connsiteY883" fmla="*/ 283515 h 563255"/>
                  <a:gd name="connsiteX884" fmla="*/ 587441 w 596146"/>
                  <a:gd name="connsiteY884" fmla="*/ 280891 h 563255"/>
                  <a:gd name="connsiteX885" fmla="*/ 590066 w 596146"/>
                  <a:gd name="connsiteY885" fmla="*/ 277998 h 563255"/>
                  <a:gd name="connsiteX886" fmla="*/ 591883 w 596146"/>
                  <a:gd name="connsiteY886" fmla="*/ 274802 h 563255"/>
                  <a:gd name="connsiteX887" fmla="*/ 592018 w 596146"/>
                  <a:gd name="connsiteY887" fmla="*/ 273995 h 563255"/>
                  <a:gd name="connsiteX888" fmla="*/ 591951 w 596146"/>
                  <a:gd name="connsiteY888" fmla="*/ 272313 h 563255"/>
                  <a:gd name="connsiteX889" fmla="*/ 591580 w 596146"/>
                  <a:gd name="connsiteY889" fmla="*/ 269487 h 563255"/>
                  <a:gd name="connsiteX890" fmla="*/ 590705 w 596146"/>
                  <a:gd name="connsiteY890" fmla="*/ 267906 h 563255"/>
                  <a:gd name="connsiteX891" fmla="*/ 588686 w 596146"/>
                  <a:gd name="connsiteY891" fmla="*/ 267839 h 563255"/>
                  <a:gd name="connsiteX892" fmla="*/ 587104 w 596146"/>
                  <a:gd name="connsiteY892" fmla="*/ 269353 h 563255"/>
                  <a:gd name="connsiteX893" fmla="*/ 585085 w 596146"/>
                  <a:gd name="connsiteY893" fmla="*/ 271236 h 563255"/>
                  <a:gd name="connsiteX894" fmla="*/ 581820 w 596146"/>
                  <a:gd name="connsiteY894" fmla="*/ 271035 h 563255"/>
                  <a:gd name="connsiteX895" fmla="*/ 581619 w 596146"/>
                  <a:gd name="connsiteY895" fmla="*/ 269016 h 563255"/>
                  <a:gd name="connsiteX896" fmla="*/ 582763 w 596146"/>
                  <a:gd name="connsiteY896" fmla="*/ 267570 h 563255"/>
                  <a:gd name="connsiteX897" fmla="*/ 584513 w 596146"/>
                  <a:gd name="connsiteY897" fmla="*/ 265383 h 563255"/>
                  <a:gd name="connsiteX898" fmla="*/ 586532 w 596146"/>
                  <a:gd name="connsiteY898" fmla="*/ 263802 h 563255"/>
                  <a:gd name="connsiteX899" fmla="*/ 588720 w 596146"/>
                  <a:gd name="connsiteY899" fmla="*/ 261616 h 563255"/>
                  <a:gd name="connsiteX900" fmla="*/ 588720 w 596146"/>
                  <a:gd name="connsiteY900" fmla="*/ 259160 h 563255"/>
                  <a:gd name="connsiteX901" fmla="*/ 589157 w 596146"/>
                  <a:gd name="connsiteY901" fmla="*/ 256401 h 563255"/>
                  <a:gd name="connsiteX902" fmla="*/ 589595 w 596146"/>
                  <a:gd name="connsiteY902" fmla="*/ 254517 h 563255"/>
                  <a:gd name="connsiteX903" fmla="*/ 590470 w 596146"/>
                  <a:gd name="connsiteY903" fmla="*/ 251187 h 563255"/>
                  <a:gd name="connsiteX904" fmla="*/ 590470 w 596146"/>
                  <a:gd name="connsiteY904" fmla="*/ 248160 h 563255"/>
                  <a:gd name="connsiteX905" fmla="*/ 590672 w 596146"/>
                  <a:gd name="connsiteY905" fmla="*/ 246713 h 563255"/>
                  <a:gd name="connsiteX906" fmla="*/ 593196 w 596146"/>
                  <a:gd name="connsiteY906" fmla="*/ 245704 h 563255"/>
                  <a:gd name="connsiteX907" fmla="*/ 596090 w 596146"/>
                  <a:gd name="connsiteY907" fmla="*/ 243955 h 563255"/>
                  <a:gd name="connsiteX908" fmla="*/ 595888 w 596146"/>
                  <a:gd name="connsiteY908" fmla="*/ 241734 h 56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Lst>
                <a:rect l="l" t="t" r="r" b="b"/>
                <a:pathLst>
                  <a:path w="596146" h="563255">
                    <a:moveTo>
                      <a:pt x="595888" y="241734"/>
                    </a:moveTo>
                    <a:lnTo>
                      <a:pt x="594003" y="238101"/>
                    </a:lnTo>
                    <a:lnTo>
                      <a:pt x="590672" y="233762"/>
                    </a:lnTo>
                    <a:lnTo>
                      <a:pt x="586330" y="228413"/>
                    </a:lnTo>
                    <a:lnTo>
                      <a:pt x="585186" y="228110"/>
                    </a:lnTo>
                    <a:cubicBezTo>
                      <a:pt x="585186" y="228110"/>
                      <a:pt x="583301" y="228245"/>
                      <a:pt x="582729" y="228245"/>
                    </a:cubicBezTo>
                    <a:cubicBezTo>
                      <a:pt x="582157" y="228245"/>
                      <a:pt x="579263" y="226933"/>
                      <a:pt x="579263" y="226933"/>
                    </a:cubicBezTo>
                    <a:lnTo>
                      <a:pt x="578119" y="226798"/>
                    </a:lnTo>
                    <a:lnTo>
                      <a:pt x="578119" y="223468"/>
                    </a:lnTo>
                    <a:lnTo>
                      <a:pt x="576301" y="220878"/>
                    </a:lnTo>
                    <a:lnTo>
                      <a:pt x="573777" y="218994"/>
                    </a:lnTo>
                    <a:lnTo>
                      <a:pt x="571455" y="215966"/>
                    </a:lnTo>
                    <a:lnTo>
                      <a:pt x="570142" y="212199"/>
                    </a:lnTo>
                    <a:lnTo>
                      <a:pt x="569267" y="208431"/>
                    </a:lnTo>
                    <a:lnTo>
                      <a:pt x="566373" y="202780"/>
                    </a:lnTo>
                    <a:cubicBezTo>
                      <a:pt x="566373" y="202780"/>
                      <a:pt x="563176" y="197868"/>
                      <a:pt x="563041" y="197263"/>
                    </a:cubicBezTo>
                    <a:cubicBezTo>
                      <a:pt x="562907" y="196691"/>
                      <a:pt x="562469" y="195514"/>
                      <a:pt x="561897" y="194942"/>
                    </a:cubicBezTo>
                    <a:cubicBezTo>
                      <a:pt x="561325" y="194370"/>
                      <a:pt x="562032" y="192923"/>
                      <a:pt x="561897" y="192486"/>
                    </a:cubicBezTo>
                    <a:cubicBezTo>
                      <a:pt x="561762" y="192049"/>
                      <a:pt x="561594" y="190299"/>
                      <a:pt x="561156" y="189862"/>
                    </a:cubicBezTo>
                    <a:cubicBezTo>
                      <a:pt x="560719" y="189425"/>
                      <a:pt x="559710" y="186094"/>
                      <a:pt x="559710" y="186094"/>
                    </a:cubicBezTo>
                    <a:lnTo>
                      <a:pt x="558128" y="184211"/>
                    </a:lnTo>
                    <a:cubicBezTo>
                      <a:pt x="558128" y="184211"/>
                      <a:pt x="555234" y="184211"/>
                      <a:pt x="554661" y="184211"/>
                    </a:cubicBezTo>
                    <a:cubicBezTo>
                      <a:pt x="554089" y="184211"/>
                      <a:pt x="552911" y="184413"/>
                      <a:pt x="550455" y="184413"/>
                    </a:cubicBezTo>
                    <a:cubicBezTo>
                      <a:pt x="547998" y="184413"/>
                      <a:pt x="546820" y="183908"/>
                      <a:pt x="545541" y="183908"/>
                    </a:cubicBezTo>
                    <a:cubicBezTo>
                      <a:pt x="544262" y="183908"/>
                      <a:pt x="544094" y="183033"/>
                      <a:pt x="543959" y="182024"/>
                    </a:cubicBezTo>
                    <a:cubicBezTo>
                      <a:pt x="543825" y="181015"/>
                      <a:pt x="543959" y="179871"/>
                      <a:pt x="543959" y="179871"/>
                    </a:cubicBezTo>
                    <a:lnTo>
                      <a:pt x="544666" y="177987"/>
                    </a:lnTo>
                    <a:lnTo>
                      <a:pt x="546551" y="174354"/>
                    </a:lnTo>
                    <a:lnTo>
                      <a:pt x="548435" y="171024"/>
                    </a:lnTo>
                    <a:lnTo>
                      <a:pt x="548873" y="168266"/>
                    </a:lnTo>
                    <a:lnTo>
                      <a:pt x="546853" y="164801"/>
                    </a:lnTo>
                    <a:lnTo>
                      <a:pt x="543387" y="163051"/>
                    </a:lnTo>
                    <a:lnTo>
                      <a:pt x="541502" y="161908"/>
                    </a:lnTo>
                    <a:lnTo>
                      <a:pt x="538036" y="161605"/>
                    </a:lnTo>
                    <a:lnTo>
                      <a:pt x="536892" y="158712"/>
                    </a:lnTo>
                    <a:lnTo>
                      <a:pt x="538541" y="156021"/>
                    </a:lnTo>
                    <a:lnTo>
                      <a:pt x="541435" y="153498"/>
                    </a:lnTo>
                    <a:lnTo>
                      <a:pt x="545272" y="150975"/>
                    </a:lnTo>
                    <a:lnTo>
                      <a:pt x="547224" y="147712"/>
                    </a:lnTo>
                    <a:lnTo>
                      <a:pt x="548637" y="143339"/>
                    </a:lnTo>
                    <a:cubicBezTo>
                      <a:pt x="548637" y="143339"/>
                      <a:pt x="549613" y="141858"/>
                      <a:pt x="549613" y="141757"/>
                    </a:cubicBezTo>
                    <a:cubicBezTo>
                      <a:pt x="549613" y="141657"/>
                      <a:pt x="550320" y="140378"/>
                      <a:pt x="550421" y="140345"/>
                    </a:cubicBezTo>
                    <a:cubicBezTo>
                      <a:pt x="550522" y="140311"/>
                      <a:pt x="551935" y="138091"/>
                      <a:pt x="552104" y="137822"/>
                    </a:cubicBezTo>
                    <a:cubicBezTo>
                      <a:pt x="552305" y="137519"/>
                      <a:pt x="552911" y="136745"/>
                      <a:pt x="553046" y="136510"/>
                    </a:cubicBezTo>
                    <a:cubicBezTo>
                      <a:pt x="553180" y="136274"/>
                      <a:pt x="553484" y="135400"/>
                      <a:pt x="553484" y="135400"/>
                    </a:cubicBezTo>
                    <a:lnTo>
                      <a:pt x="553080" y="134088"/>
                    </a:lnTo>
                    <a:cubicBezTo>
                      <a:pt x="553080" y="134088"/>
                      <a:pt x="551599" y="132944"/>
                      <a:pt x="551161" y="132910"/>
                    </a:cubicBezTo>
                    <a:cubicBezTo>
                      <a:pt x="550724" y="132877"/>
                      <a:pt x="549781" y="132473"/>
                      <a:pt x="549512" y="132473"/>
                    </a:cubicBezTo>
                    <a:cubicBezTo>
                      <a:pt x="549277" y="132473"/>
                      <a:pt x="547055" y="133146"/>
                      <a:pt x="547055" y="133146"/>
                    </a:cubicBezTo>
                    <a:cubicBezTo>
                      <a:pt x="547055" y="133146"/>
                      <a:pt x="546584" y="133583"/>
                      <a:pt x="546349" y="133684"/>
                    </a:cubicBezTo>
                    <a:cubicBezTo>
                      <a:pt x="546147" y="133785"/>
                      <a:pt x="545675" y="134189"/>
                      <a:pt x="545440" y="134323"/>
                    </a:cubicBezTo>
                    <a:cubicBezTo>
                      <a:pt x="545204" y="134458"/>
                      <a:pt x="544127" y="134895"/>
                      <a:pt x="543488" y="135164"/>
                    </a:cubicBezTo>
                    <a:cubicBezTo>
                      <a:pt x="542849" y="135433"/>
                      <a:pt x="542209" y="135534"/>
                      <a:pt x="541132" y="135702"/>
                    </a:cubicBezTo>
                    <a:cubicBezTo>
                      <a:pt x="540055" y="135904"/>
                      <a:pt x="539988" y="134895"/>
                      <a:pt x="539988" y="134895"/>
                    </a:cubicBezTo>
                    <a:lnTo>
                      <a:pt x="538541" y="133785"/>
                    </a:lnTo>
                    <a:lnTo>
                      <a:pt x="537094" y="133146"/>
                    </a:lnTo>
                    <a:cubicBezTo>
                      <a:pt x="537094" y="133146"/>
                      <a:pt x="535748" y="131935"/>
                      <a:pt x="535613" y="131935"/>
                    </a:cubicBezTo>
                    <a:cubicBezTo>
                      <a:pt x="535478" y="131935"/>
                      <a:pt x="534469" y="131531"/>
                      <a:pt x="534368" y="131430"/>
                    </a:cubicBezTo>
                    <a:cubicBezTo>
                      <a:pt x="534300" y="131329"/>
                      <a:pt x="532921" y="129479"/>
                      <a:pt x="532921" y="129479"/>
                    </a:cubicBezTo>
                    <a:lnTo>
                      <a:pt x="532921" y="127662"/>
                    </a:lnTo>
                    <a:lnTo>
                      <a:pt x="533459" y="125207"/>
                    </a:lnTo>
                    <a:lnTo>
                      <a:pt x="534536" y="124130"/>
                    </a:lnTo>
                    <a:lnTo>
                      <a:pt x="534805" y="121876"/>
                    </a:lnTo>
                    <a:lnTo>
                      <a:pt x="533459" y="119892"/>
                    </a:lnTo>
                    <a:lnTo>
                      <a:pt x="532617" y="118916"/>
                    </a:lnTo>
                    <a:cubicBezTo>
                      <a:pt x="532617" y="118916"/>
                      <a:pt x="531507" y="117739"/>
                      <a:pt x="531171" y="117604"/>
                    </a:cubicBezTo>
                    <a:cubicBezTo>
                      <a:pt x="530800" y="117470"/>
                      <a:pt x="530430" y="117604"/>
                      <a:pt x="530228" y="117604"/>
                    </a:cubicBezTo>
                    <a:cubicBezTo>
                      <a:pt x="530026" y="117604"/>
                      <a:pt x="528646" y="118176"/>
                      <a:pt x="528142" y="118243"/>
                    </a:cubicBezTo>
                    <a:cubicBezTo>
                      <a:pt x="527637" y="118311"/>
                      <a:pt x="526627" y="118311"/>
                      <a:pt x="525315" y="118311"/>
                    </a:cubicBezTo>
                    <a:cubicBezTo>
                      <a:pt x="524002" y="118311"/>
                      <a:pt x="522487" y="116494"/>
                      <a:pt x="522690" y="116292"/>
                    </a:cubicBezTo>
                    <a:cubicBezTo>
                      <a:pt x="522891" y="116090"/>
                      <a:pt x="522690" y="114274"/>
                      <a:pt x="522690" y="114274"/>
                    </a:cubicBezTo>
                    <a:lnTo>
                      <a:pt x="522252" y="111953"/>
                    </a:lnTo>
                    <a:lnTo>
                      <a:pt x="519358" y="108622"/>
                    </a:lnTo>
                    <a:lnTo>
                      <a:pt x="518651" y="105528"/>
                    </a:lnTo>
                    <a:cubicBezTo>
                      <a:pt x="518651" y="105528"/>
                      <a:pt x="515117" y="101625"/>
                      <a:pt x="515185" y="101121"/>
                    </a:cubicBezTo>
                    <a:cubicBezTo>
                      <a:pt x="515252" y="100616"/>
                      <a:pt x="516430" y="99102"/>
                      <a:pt x="516766" y="98531"/>
                    </a:cubicBezTo>
                    <a:cubicBezTo>
                      <a:pt x="517136" y="97959"/>
                      <a:pt x="519391" y="93014"/>
                      <a:pt x="519391" y="93014"/>
                    </a:cubicBezTo>
                    <a:lnTo>
                      <a:pt x="518684" y="91130"/>
                    </a:lnTo>
                    <a:cubicBezTo>
                      <a:pt x="518684" y="91130"/>
                      <a:pt x="516598" y="88001"/>
                      <a:pt x="516160" y="87429"/>
                    </a:cubicBezTo>
                    <a:cubicBezTo>
                      <a:pt x="515723" y="86858"/>
                      <a:pt x="513333" y="86353"/>
                      <a:pt x="513333" y="86353"/>
                    </a:cubicBezTo>
                    <a:cubicBezTo>
                      <a:pt x="513333" y="86353"/>
                      <a:pt x="511146" y="87732"/>
                      <a:pt x="510372" y="87799"/>
                    </a:cubicBezTo>
                    <a:cubicBezTo>
                      <a:pt x="509564" y="87867"/>
                      <a:pt x="507680" y="88472"/>
                      <a:pt x="506367" y="88371"/>
                    </a:cubicBezTo>
                    <a:cubicBezTo>
                      <a:pt x="505055" y="88304"/>
                      <a:pt x="503102" y="85176"/>
                      <a:pt x="502598" y="84604"/>
                    </a:cubicBezTo>
                    <a:cubicBezTo>
                      <a:pt x="502093" y="84032"/>
                      <a:pt x="502362" y="82518"/>
                      <a:pt x="502362" y="82081"/>
                    </a:cubicBezTo>
                    <a:cubicBezTo>
                      <a:pt x="502362" y="81643"/>
                      <a:pt x="503002" y="78750"/>
                      <a:pt x="503002" y="78750"/>
                    </a:cubicBezTo>
                    <a:lnTo>
                      <a:pt x="503809" y="77237"/>
                    </a:lnTo>
                    <a:lnTo>
                      <a:pt x="503372" y="75656"/>
                    </a:lnTo>
                    <a:lnTo>
                      <a:pt x="503372" y="72191"/>
                    </a:lnTo>
                    <a:cubicBezTo>
                      <a:pt x="503372" y="72191"/>
                      <a:pt x="502429" y="70240"/>
                      <a:pt x="502160" y="70240"/>
                    </a:cubicBezTo>
                    <a:cubicBezTo>
                      <a:pt x="501891" y="70240"/>
                      <a:pt x="498525" y="69735"/>
                      <a:pt x="498525" y="69735"/>
                    </a:cubicBezTo>
                    <a:lnTo>
                      <a:pt x="494117" y="70172"/>
                    </a:lnTo>
                    <a:lnTo>
                      <a:pt x="491492" y="69365"/>
                    </a:lnTo>
                    <a:cubicBezTo>
                      <a:pt x="491492" y="69365"/>
                      <a:pt x="489102" y="65160"/>
                      <a:pt x="488968" y="64790"/>
                    </a:cubicBezTo>
                    <a:cubicBezTo>
                      <a:pt x="488833" y="64420"/>
                      <a:pt x="489035" y="61392"/>
                      <a:pt x="489035" y="61392"/>
                    </a:cubicBezTo>
                    <a:cubicBezTo>
                      <a:pt x="489035" y="61392"/>
                      <a:pt x="489540" y="56481"/>
                      <a:pt x="489540" y="56111"/>
                    </a:cubicBezTo>
                    <a:cubicBezTo>
                      <a:pt x="489540" y="55741"/>
                      <a:pt x="490112" y="51839"/>
                      <a:pt x="490112" y="51839"/>
                    </a:cubicBezTo>
                    <a:lnTo>
                      <a:pt x="490549" y="49955"/>
                    </a:lnTo>
                    <a:lnTo>
                      <a:pt x="491997" y="44808"/>
                    </a:lnTo>
                    <a:cubicBezTo>
                      <a:pt x="491997" y="44808"/>
                      <a:pt x="492568" y="43227"/>
                      <a:pt x="492636" y="42992"/>
                    </a:cubicBezTo>
                    <a:cubicBezTo>
                      <a:pt x="492703" y="42756"/>
                      <a:pt x="493343" y="40166"/>
                      <a:pt x="493343" y="40166"/>
                    </a:cubicBezTo>
                    <a:cubicBezTo>
                      <a:pt x="493343" y="40166"/>
                      <a:pt x="495093" y="39157"/>
                      <a:pt x="495362" y="38787"/>
                    </a:cubicBezTo>
                    <a:cubicBezTo>
                      <a:pt x="495665" y="38417"/>
                      <a:pt x="497751" y="37037"/>
                      <a:pt x="497751" y="37037"/>
                    </a:cubicBezTo>
                    <a:lnTo>
                      <a:pt x="499131" y="34649"/>
                    </a:lnTo>
                    <a:lnTo>
                      <a:pt x="497886" y="31621"/>
                    </a:lnTo>
                    <a:lnTo>
                      <a:pt x="495362" y="28358"/>
                    </a:lnTo>
                    <a:lnTo>
                      <a:pt x="492905" y="28056"/>
                    </a:lnTo>
                    <a:lnTo>
                      <a:pt x="489338" y="28796"/>
                    </a:lnTo>
                    <a:lnTo>
                      <a:pt x="485501" y="31117"/>
                    </a:lnTo>
                    <a:lnTo>
                      <a:pt x="483213" y="32328"/>
                    </a:lnTo>
                    <a:cubicBezTo>
                      <a:pt x="483213" y="32328"/>
                      <a:pt x="482338" y="33572"/>
                      <a:pt x="482068" y="33673"/>
                    </a:cubicBezTo>
                    <a:cubicBezTo>
                      <a:pt x="481799" y="33774"/>
                      <a:pt x="479174" y="36499"/>
                      <a:pt x="479174" y="36499"/>
                    </a:cubicBezTo>
                    <a:cubicBezTo>
                      <a:pt x="479174" y="36499"/>
                      <a:pt x="477491" y="38517"/>
                      <a:pt x="477458" y="38719"/>
                    </a:cubicBezTo>
                    <a:cubicBezTo>
                      <a:pt x="477391" y="38921"/>
                      <a:pt x="474732" y="41040"/>
                      <a:pt x="474732" y="41040"/>
                    </a:cubicBezTo>
                    <a:lnTo>
                      <a:pt x="471299" y="42992"/>
                    </a:lnTo>
                    <a:cubicBezTo>
                      <a:pt x="471299" y="42992"/>
                      <a:pt x="469953" y="43362"/>
                      <a:pt x="469616" y="43631"/>
                    </a:cubicBezTo>
                    <a:cubicBezTo>
                      <a:pt x="469280" y="43900"/>
                      <a:pt x="469280" y="44606"/>
                      <a:pt x="469246" y="44943"/>
                    </a:cubicBezTo>
                    <a:cubicBezTo>
                      <a:pt x="469179" y="45279"/>
                      <a:pt x="470155" y="46389"/>
                      <a:pt x="470660" y="46726"/>
                    </a:cubicBezTo>
                    <a:cubicBezTo>
                      <a:pt x="471164" y="47062"/>
                      <a:pt x="471299" y="48071"/>
                      <a:pt x="471299" y="48071"/>
                    </a:cubicBezTo>
                    <a:lnTo>
                      <a:pt x="470861" y="49753"/>
                    </a:lnTo>
                    <a:cubicBezTo>
                      <a:pt x="470861" y="49753"/>
                      <a:pt x="469280" y="51267"/>
                      <a:pt x="469111" y="51334"/>
                    </a:cubicBezTo>
                    <a:cubicBezTo>
                      <a:pt x="468943" y="51401"/>
                      <a:pt x="468304" y="53252"/>
                      <a:pt x="468304" y="53622"/>
                    </a:cubicBezTo>
                    <a:cubicBezTo>
                      <a:pt x="468304" y="53992"/>
                      <a:pt x="467530" y="55741"/>
                      <a:pt x="467530" y="56010"/>
                    </a:cubicBezTo>
                    <a:cubicBezTo>
                      <a:pt x="467530" y="56279"/>
                      <a:pt x="466991" y="57793"/>
                      <a:pt x="466991" y="57793"/>
                    </a:cubicBezTo>
                    <a:cubicBezTo>
                      <a:pt x="466991" y="57793"/>
                      <a:pt x="465578" y="59980"/>
                      <a:pt x="465510" y="60181"/>
                    </a:cubicBezTo>
                    <a:cubicBezTo>
                      <a:pt x="465477" y="60417"/>
                      <a:pt x="464265" y="62637"/>
                      <a:pt x="464265" y="62637"/>
                    </a:cubicBezTo>
                    <a:cubicBezTo>
                      <a:pt x="464265" y="62637"/>
                      <a:pt x="463390" y="66808"/>
                      <a:pt x="462515" y="67145"/>
                    </a:cubicBezTo>
                    <a:cubicBezTo>
                      <a:pt x="461640" y="67481"/>
                      <a:pt x="460462" y="67044"/>
                      <a:pt x="458813" y="66707"/>
                    </a:cubicBezTo>
                    <a:cubicBezTo>
                      <a:pt x="457198" y="66371"/>
                      <a:pt x="457198" y="67044"/>
                      <a:pt x="456087" y="66506"/>
                    </a:cubicBezTo>
                    <a:cubicBezTo>
                      <a:pt x="455010" y="65967"/>
                      <a:pt x="454774" y="66506"/>
                      <a:pt x="454337" y="66169"/>
                    </a:cubicBezTo>
                    <a:cubicBezTo>
                      <a:pt x="453899" y="65833"/>
                      <a:pt x="451948" y="62906"/>
                      <a:pt x="451948" y="62906"/>
                    </a:cubicBezTo>
                    <a:lnTo>
                      <a:pt x="453159" y="61931"/>
                    </a:lnTo>
                    <a:lnTo>
                      <a:pt x="453799" y="59105"/>
                    </a:lnTo>
                    <a:lnTo>
                      <a:pt x="453159" y="55842"/>
                    </a:lnTo>
                    <a:cubicBezTo>
                      <a:pt x="453159" y="55842"/>
                      <a:pt x="451948" y="54967"/>
                      <a:pt x="451544" y="54429"/>
                    </a:cubicBezTo>
                    <a:cubicBezTo>
                      <a:pt x="451106" y="53891"/>
                      <a:pt x="451005" y="52242"/>
                      <a:pt x="451005" y="51603"/>
                    </a:cubicBezTo>
                    <a:cubicBezTo>
                      <a:pt x="451005" y="50964"/>
                      <a:pt x="451645" y="50089"/>
                      <a:pt x="451645" y="50089"/>
                    </a:cubicBezTo>
                    <a:lnTo>
                      <a:pt x="453159" y="46490"/>
                    </a:lnTo>
                    <a:cubicBezTo>
                      <a:pt x="453159" y="46490"/>
                      <a:pt x="452520" y="43664"/>
                      <a:pt x="452385" y="43328"/>
                    </a:cubicBezTo>
                    <a:cubicBezTo>
                      <a:pt x="452284" y="42992"/>
                      <a:pt x="450770" y="41040"/>
                      <a:pt x="450770" y="41040"/>
                    </a:cubicBezTo>
                    <a:lnTo>
                      <a:pt x="447943" y="41242"/>
                    </a:lnTo>
                    <a:lnTo>
                      <a:pt x="445015" y="38753"/>
                    </a:lnTo>
                    <a:lnTo>
                      <a:pt x="442827" y="35591"/>
                    </a:lnTo>
                    <a:lnTo>
                      <a:pt x="442188" y="33539"/>
                    </a:lnTo>
                    <a:lnTo>
                      <a:pt x="440875" y="29738"/>
                    </a:lnTo>
                    <a:lnTo>
                      <a:pt x="439260" y="29637"/>
                    </a:lnTo>
                    <a:cubicBezTo>
                      <a:pt x="439260" y="29637"/>
                      <a:pt x="434683" y="28997"/>
                      <a:pt x="434380" y="28762"/>
                    </a:cubicBezTo>
                    <a:cubicBezTo>
                      <a:pt x="434043" y="28526"/>
                      <a:pt x="433404" y="27349"/>
                      <a:pt x="433404" y="27349"/>
                    </a:cubicBezTo>
                    <a:lnTo>
                      <a:pt x="432865" y="26071"/>
                    </a:lnTo>
                    <a:lnTo>
                      <a:pt x="431890" y="26071"/>
                    </a:lnTo>
                    <a:lnTo>
                      <a:pt x="429399" y="25802"/>
                    </a:lnTo>
                    <a:lnTo>
                      <a:pt x="426909" y="24321"/>
                    </a:lnTo>
                    <a:lnTo>
                      <a:pt x="424418" y="22135"/>
                    </a:lnTo>
                    <a:lnTo>
                      <a:pt x="422130" y="21361"/>
                    </a:lnTo>
                    <a:lnTo>
                      <a:pt x="418865" y="22337"/>
                    </a:lnTo>
                    <a:lnTo>
                      <a:pt x="415029" y="20789"/>
                    </a:lnTo>
                    <a:lnTo>
                      <a:pt x="413245" y="20352"/>
                    </a:lnTo>
                    <a:cubicBezTo>
                      <a:pt x="413245" y="20352"/>
                      <a:pt x="409307" y="18065"/>
                      <a:pt x="409173" y="17997"/>
                    </a:cubicBezTo>
                    <a:cubicBezTo>
                      <a:pt x="409072" y="17930"/>
                      <a:pt x="407591" y="16551"/>
                      <a:pt x="407153" y="16181"/>
                    </a:cubicBezTo>
                    <a:cubicBezTo>
                      <a:pt x="406716" y="15811"/>
                      <a:pt x="406211" y="16113"/>
                      <a:pt x="405740" y="15945"/>
                    </a:cubicBezTo>
                    <a:cubicBezTo>
                      <a:pt x="405269" y="15811"/>
                      <a:pt x="403620" y="15777"/>
                      <a:pt x="403350" y="15710"/>
                    </a:cubicBezTo>
                    <a:cubicBezTo>
                      <a:pt x="403115" y="15643"/>
                      <a:pt x="402172" y="14431"/>
                      <a:pt x="402139" y="14331"/>
                    </a:cubicBezTo>
                    <a:cubicBezTo>
                      <a:pt x="402105" y="14230"/>
                      <a:pt x="402475" y="12985"/>
                      <a:pt x="402475" y="12985"/>
                    </a:cubicBezTo>
                    <a:lnTo>
                      <a:pt x="402475" y="11404"/>
                    </a:lnTo>
                    <a:cubicBezTo>
                      <a:pt x="402475" y="11404"/>
                      <a:pt x="400018" y="9890"/>
                      <a:pt x="399918" y="9789"/>
                    </a:cubicBezTo>
                    <a:cubicBezTo>
                      <a:pt x="399817" y="9688"/>
                      <a:pt x="397965" y="7737"/>
                      <a:pt x="397965" y="7737"/>
                    </a:cubicBezTo>
                    <a:lnTo>
                      <a:pt x="397225" y="6089"/>
                    </a:lnTo>
                    <a:lnTo>
                      <a:pt x="397225" y="4541"/>
                    </a:lnTo>
                    <a:lnTo>
                      <a:pt x="396316" y="2355"/>
                    </a:lnTo>
                    <a:lnTo>
                      <a:pt x="394634" y="0"/>
                    </a:lnTo>
                    <a:lnTo>
                      <a:pt x="391840" y="0"/>
                    </a:lnTo>
                    <a:lnTo>
                      <a:pt x="389821" y="807"/>
                    </a:lnTo>
                    <a:lnTo>
                      <a:pt x="388475" y="2288"/>
                    </a:lnTo>
                    <a:cubicBezTo>
                      <a:pt x="388475" y="2288"/>
                      <a:pt x="389148" y="3633"/>
                      <a:pt x="389215" y="3734"/>
                    </a:cubicBezTo>
                    <a:cubicBezTo>
                      <a:pt x="389283" y="3835"/>
                      <a:pt x="389788" y="6257"/>
                      <a:pt x="389788" y="6257"/>
                    </a:cubicBezTo>
                    <a:lnTo>
                      <a:pt x="389518" y="8982"/>
                    </a:lnTo>
                    <a:cubicBezTo>
                      <a:pt x="389518" y="8982"/>
                      <a:pt x="387264" y="9688"/>
                      <a:pt x="386927" y="9688"/>
                    </a:cubicBezTo>
                    <a:cubicBezTo>
                      <a:pt x="386590" y="9688"/>
                      <a:pt x="384302" y="11875"/>
                      <a:pt x="384302" y="11875"/>
                    </a:cubicBezTo>
                    <a:lnTo>
                      <a:pt x="383864" y="12951"/>
                    </a:lnTo>
                    <a:cubicBezTo>
                      <a:pt x="383864" y="12951"/>
                      <a:pt x="384672" y="14835"/>
                      <a:pt x="384807" y="15037"/>
                    </a:cubicBezTo>
                    <a:cubicBezTo>
                      <a:pt x="384941" y="15272"/>
                      <a:pt x="385682" y="17224"/>
                      <a:pt x="385682" y="17224"/>
                    </a:cubicBezTo>
                    <a:lnTo>
                      <a:pt x="385985" y="20857"/>
                    </a:lnTo>
                    <a:lnTo>
                      <a:pt x="386422" y="23615"/>
                    </a:lnTo>
                    <a:lnTo>
                      <a:pt x="389518" y="25566"/>
                    </a:lnTo>
                    <a:lnTo>
                      <a:pt x="387835" y="29334"/>
                    </a:lnTo>
                    <a:lnTo>
                      <a:pt x="383191" y="31083"/>
                    </a:lnTo>
                    <a:lnTo>
                      <a:pt x="383057" y="33976"/>
                    </a:lnTo>
                    <a:lnTo>
                      <a:pt x="383258" y="39123"/>
                    </a:lnTo>
                    <a:lnTo>
                      <a:pt x="383258" y="41747"/>
                    </a:lnTo>
                    <a:lnTo>
                      <a:pt x="383258" y="44337"/>
                    </a:lnTo>
                    <a:cubicBezTo>
                      <a:pt x="383258" y="44337"/>
                      <a:pt x="383258" y="47802"/>
                      <a:pt x="383258" y="48105"/>
                    </a:cubicBezTo>
                    <a:cubicBezTo>
                      <a:pt x="383258" y="48407"/>
                      <a:pt x="383528" y="51872"/>
                      <a:pt x="383595" y="52512"/>
                    </a:cubicBezTo>
                    <a:cubicBezTo>
                      <a:pt x="383662" y="53151"/>
                      <a:pt x="382182" y="55842"/>
                      <a:pt x="382182" y="55842"/>
                    </a:cubicBezTo>
                    <a:cubicBezTo>
                      <a:pt x="382182" y="55842"/>
                      <a:pt x="381104" y="57591"/>
                      <a:pt x="380869" y="57625"/>
                    </a:cubicBezTo>
                    <a:cubicBezTo>
                      <a:pt x="380667" y="57658"/>
                      <a:pt x="379422" y="59105"/>
                      <a:pt x="378917" y="59239"/>
                    </a:cubicBezTo>
                    <a:cubicBezTo>
                      <a:pt x="378412" y="59374"/>
                      <a:pt x="375787" y="60181"/>
                      <a:pt x="375787" y="60181"/>
                    </a:cubicBezTo>
                    <a:cubicBezTo>
                      <a:pt x="375787" y="60181"/>
                      <a:pt x="374710" y="58230"/>
                      <a:pt x="374475" y="58163"/>
                    </a:cubicBezTo>
                    <a:cubicBezTo>
                      <a:pt x="374273" y="58096"/>
                      <a:pt x="370133" y="57524"/>
                      <a:pt x="369898" y="57658"/>
                    </a:cubicBezTo>
                    <a:cubicBezTo>
                      <a:pt x="369662" y="57793"/>
                      <a:pt x="368148" y="57658"/>
                      <a:pt x="368148" y="57658"/>
                    </a:cubicBezTo>
                    <a:lnTo>
                      <a:pt x="362056" y="59038"/>
                    </a:lnTo>
                    <a:lnTo>
                      <a:pt x="357647" y="60854"/>
                    </a:lnTo>
                    <a:lnTo>
                      <a:pt x="351926" y="63478"/>
                    </a:lnTo>
                    <a:cubicBezTo>
                      <a:pt x="351926" y="63478"/>
                      <a:pt x="351926" y="64790"/>
                      <a:pt x="351926" y="65059"/>
                    </a:cubicBezTo>
                    <a:cubicBezTo>
                      <a:pt x="351926" y="65362"/>
                      <a:pt x="350008" y="67448"/>
                      <a:pt x="349570" y="68019"/>
                    </a:cubicBezTo>
                    <a:cubicBezTo>
                      <a:pt x="349133" y="68591"/>
                      <a:pt x="348224" y="71282"/>
                      <a:pt x="347282" y="71989"/>
                    </a:cubicBezTo>
                    <a:cubicBezTo>
                      <a:pt x="346339" y="72729"/>
                      <a:pt x="346710" y="73873"/>
                      <a:pt x="346777" y="74310"/>
                    </a:cubicBezTo>
                    <a:cubicBezTo>
                      <a:pt x="346844" y="74747"/>
                      <a:pt x="347417" y="75487"/>
                      <a:pt x="347652" y="75824"/>
                    </a:cubicBezTo>
                    <a:cubicBezTo>
                      <a:pt x="347854" y="76194"/>
                      <a:pt x="349099" y="77708"/>
                      <a:pt x="349099" y="77708"/>
                    </a:cubicBezTo>
                    <a:lnTo>
                      <a:pt x="349671" y="79087"/>
                    </a:lnTo>
                    <a:lnTo>
                      <a:pt x="352128" y="81610"/>
                    </a:lnTo>
                    <a:lnTo>
                      <a:pt x="353138" y="82754"/>
                    </a:lnTo>
                    <a:cubicBezTo>
                      <a:pt x="353138" y="82754"/>
                      <a:pt x="352633" y="85949"/>
                      <a:pt x="352263" y="86286"/>
                    </a:cubicBezTo>
                    <a:cubicBezTo>
                      <a:pt x="351893" y="86656"/>
                      <a:pt x="348998" y="86286"/>
                      <a:pt x="348998" y="86286"/>
                    </a:cubicBezTo>
                    <a:lnTo>
                      <a:pt x="346609" y="86588"/>
                    </a:lnTo>
                    <a:cubicBezTo>
                      <a:pt x="346609" y="86588"/>
                      <a:pt x="345532" y="87968"/>
                      <a:pt x="345296" y="88170"/>
                    </a:cubicBezTo>
                    <a:cubicBezTo>
                      <a:pt x="345094" y="88405"/>
                      <a:pt x="344354" y="90928"/>
                      <a:pt x="344354" y="90928"/>
                    </a:cubicBezTo>
                    <a:lnTo>
                      <a:pt x="342402" y="91735"/>
                    </a:lnTo>
                    <a:lnTo>
                      <a:pt x="340585" y="92105"/>
                    </a:lnTo>
                    <a:cubicBezTo>
                      <a:pt x="340585" y="92105"/>
                      <a:pt x="338700" y="92105"/>
                      <a:pt x="338128" y="92105"/>
                    </a:cubicBezTo>
                    <a:cubicBezTo>
                      <a:pt x="337556" y="92105"/>
                      <a:pt x="336815" y="91836"/>
                      <a:pt x="335806" y="91836"/>
                    </a:cubicBezTo>
                    <a:cubicBezTo>
                      <a:pt x="334796" y="91836"/>
                      <a:pt x="333719" y="91365"/>
                      <a:pt x="332979" y="91433"/>
                    </a:cubicBezTo>
                    <a:cubicBezTo>
                      <a:pt x="332238" y="91500"/>
                      <a:pt x="329411" y="91433"/>
                      <a:pt x="329209" y="91500"/>
                    </a:cubicBezTo>
                    <a:cubicBezTo>
                      <a:pt x="329007" y="91567"/>
                      <a:pt x="327762" y="92307"/>
                      <a:pt x="327560" y="92307"/>
                    </a:cubicBezTo>
                    <a:cubicBezTo>
                      <a:pt x="327325" y="92307"/>
                      <a:pt x="326382" y="93182"/>
                      <a:pt x="325911" y="93316"/>
                    </a:cubicBezTo>
                    <a:cubicBezTo>
                      <a:pt x="325440" y="93451"/>
                      <a:pt x="325104" y="94763"/>
                      <a:pt x="325104" y="94763"/>
                    </a:cubicBezTo>
                    <a:cubicBezTo>
                      <a:pt x="325104" y="94763"/>
                      <a:pt x="325608" y="96209"/>
                      <a:pt x="325810" y="96445"/>
                    </a:cubicBezTo>
                    <a:cubicBezTo>
                      <a:pt x="326012" y="96647"/>
                      <a:pt x="325810" y="99136"/>
                      <a:pt x="325810" y="99405"/>
                    </a:cubicBezTo>
                    <a:cubicBezTo>
                      <a:pt x="325810" y="99708"/>
                      <a:pt x="325003" y="100112"/>
                      <a:pt x="323791" y="100213"/>
                    </a:cubicBezTo>
                    <a:cubicBezTo>
                      <a:pt x="322546" y="100280"/>
                      <a:pt x="322209" y="100347"/>
                      <a:pt x="321906" y="100347"/>
                    </a:cubicBezTo>
                    <a:cubicBezTo>
                      <a:pt x="321603" y="100347"/>
                      <a:pt x="319584" y="99472"/>
                      <a:pt x="319012" y="99170"/>
                    </a:cubicBezTo>
                    <a:cubicBezTo>
                      <a:pt x="318440" y="98867"/>
                      <a:pt x="319382" y="97790"/>
                      <a:pt x="319517" y="97353"/>
                    </a:cubicBezTo>
                    <a:cubicBezTo>
                      <a:pt x="319652" y="96916"/>
                      <a:pt x="320022" y="96209"/>
                      <a:pt x="320022" y="96209"/>
                    </a:cubicBezTo>
                    <a:lnTo>
                      <a:pt x="317329" y="93249"/>
                    </a:lnTo>
                    <a:lnTo>
                      <a:pt x="315949" y="92105"/>
                    </a:lnTo>
                    <a:lnTo>
                      <a:pt x="313122" y="92038"/>
                    </a:lnTo>
                    <a:lnTo>
                      <a:pt x="310363" y="92475"/>
                    </a:lnTo>
                    <a:lnTo>
                      <a:pt x="306391" y="93552"/>
                    </a:lnTo>
                    <a:lnTo>
                      <a:pt x="305752" y="93047"/>
                    </a:lnTo>
                    <a:lnTo>
                      <a:pt x="302555" y="91870"/>
                    </a:lnTo>
                    <a:lnTo>
                      <a:pt x="300805" y="90995"/>
                    </a:lnTo>
                    <a:cubicBezTo>
                      <a:pt x="300805" y="90995"/>
                      <a:pt x="298415" y="89616"/>
                      <a:pt x="298213" y="89616"/>
                    </a:cubicBezTo>
                    <a:cubicBezTo>
                      <a:pt x="298011" y="89616"/>
                      <a:pt x="297339" y="89751"/>
                      <a:pt x="297035" y="89919"/>
                    </a:cubicBezTo>
                    <a:cubicBezTo>
                      <a:pt x="296733" y="90053"/>
                      <a:pt x="294848" y="90491"/>
                      <a:pt x="294276" y="90793"/>
                    </a:cubicBezTo>
                    <a:cubicBezTo>
                      <a:pt x="293704" y="91096"/>
                      <a:pt x="292391" y="90861"/>
                      <a:pt x="292391" y="90861"/>
                    </a:cubicBezTo>
                    <a:lnTo>
                      <a:pt x="288487" y="89212"/>
                    </a:lnTo>
                    <a:cubicBezTo>
                      <a:pt x="288487" y="89212"/>
                      <a:pt x="287343" y="88708"/>
                      <a:pt x="287175" y="88640"/>
                    </a:cubicBezTo>
                    <a:cubicBezTo>
                      <a:pt x="287040" y="88573"/>
                      <a:pt x="286670" y="88640"/>
                      <a:pt x="286670" y="88640"/>
                    </a:cubicBezTo>
                    <a:cubicBezTo>
                      <a:pt x="286670" y="88640"/>
                      <a:pt x="283641" y="88640"/>
                      <a:pt x="283406" y="88640"/>
                    </a:cubicBezTo>
                    <a:cubicBezTo>
                      <a:pt x="283170" y="88640"/>
                      <a:pt x="282026" y="88910"/>
                      <a:pt x="282026" y="88910"/>
                    </a:cubicBezTo>
                    <a:cubicBezTo>
                      <a:pt x="282026" y="88910"/>
                      <a:pt x="280713" y="90020"/>
                      <a:pt x="280511" y="90121"/>
                    </a:cubicBezTo>
                    <a:cubicBezTo>
                      <a:pt x="280309" y="90188"/>
                      <a:pt x="278862" y="91298"/>
                      <a:pt x="278862" y="91298"/>
                    </a:cubicBezTo>
                    <a:cubicBezTo>
                      <a:pt x="278862" y="91298"/>
                      <a:pt x="278862" y="92677"/>
                      <a:pt x="278862" y="92946"/>
                    </a:cubicBezTo>
                    <a:cubicBezTo>
                      <a:pt x="278862" y="93249"/>
                      <a:pt x="280141" y="94258"/>
                      <a:pt x="280141" y="94763"/>
                    </a:cubicBezTo>
                    <a:cubicBezTo>
                      <a:pt x="280141" y="95267"/>
                      <a:pt x="282295" y="95638"/>
                      <a:pt x="282497" y="95705"/>
                    </a:cubicBezTo>
                    <a:cubicBezTo>
                      <a:pt x="282698" y="95772"/>
                      <a:pt x="284449" y="95940"/>
                      <a:pt x="285055" y="95940"/>
                    </a:cubicBezTo>
                    <a:cubicBezTo>
                      <a:pt x="285626" y="95940"/>
                      <a:pt x="287377" y="95873"/>
                      <a:pt x="287377" y="95873"/>
                    </a:cubicBezTo>
                    <a:lnTo>
                      <a:pt x="289329" y="94797"/>
                    </a:lnTo>
                    <a:lnTo>
                      <a:pt x="289329" y="98261"/>
                    </a:lnTo>
                    <a:lnTo>
                      <a:pt x="289329" y="101524"/>
                    </a:lnTo>
                    <a:lnTo>
                      <a:pt x="286064" y="103778"/>
                    </a:lnTo>
                    <a:cubicBezTo>
                      <a:pt x="286064" y="103778"/>
                      <a:pt x="284112" y="107815"/>
                      <a:pt x="284112" y="108118"/>
                    </a:cubicBezTo>
                    <a:cubicBezTo>
                      <a:pt x="284112" y="108421"/>
                      <a:pt x="281790" y="109699"/>
                      <a:pt x="280478" y="109867"/>
                    </a:cubicBezTo>
                    <a:cubicBezTo>
                      <a:pt x="279165" y="110002"/>
                      <a:pt x="276338" y="108992"/>
                      <a:pt x="276338" y="108992"/>
                    </a:cubicBezTo>
                    <a:lnTo>
                      <a:pt x="272198" y="108051"/>
                    </a:lnTo>
                    <a:lnTo>
                      <a:pt x="267554" y="107613"/>
                    </a:lnTo>
                    <a:lnTo>
                      <a:pt x="262977" y="107546"/>
                    </a:lnTo>
                    <a:cubicBezTo>
                      <a:pt x="262977" y="107546"/>
                      <a:pt x="259073" y="106974"/>
                      <a:pt x="258770" y="107243"/>
                    </a:cubicBezTo>
                    <a:cubicBezTo>
                      <a:pt x="258501" y="107546"/>
                      <a:pt x="256078" y="107243"/>
                      <a:pt x="256078" y="107243"/>
                    </a:cubicBezTo>
                    <a:lnTo>
                      <a:pt x="251064" y="107546"/>
                    </a:lnTo>
                    <a:lnTo>
                      <a:pt x="249313" y="108421"/>
                    </a:lnTo>
                    <a:lnTo>
                      <a:pt x="247631" y="111011"/>
                    </a:lnTo>
                    <a:cubicBezTo>
                      <a:pt x="247631" y="111011"/>
                      <a:pt x="246251" y="113265"/>
                      <a:pt x="246116" y="113534"/>
                    </a:cubicBezTo>
                    <a:cubicBezTo>
                      <a:pt x="245982" y="113837"/>
                      <a:pt x="244501" y="116360"/>
                      <a:pt x="244501" y="116360"/>
                    </a:cubicBezTo>
                    <a:lnTo>
                      <a:pt x="243996" y="122583"/>
                    </a:lnTo>
                    <a:cubicBezTo>
                      <a:pt x="243996" y="122583"/>
                      <a:pt x="243996" y="124332"/>
                      <a:pt x="243996" y="124601"/>
                    </a:cubicBezTo>
                    <a:cubicBezTo>
                      <a:pt x="243996" y="124904"/>
                      <a:pt x="242246" y="127360"/>
                      <a:pt x="242044" y="127999"/>
                    </a:cubicBezTo>
                    <a:cubicBezTo>
                      <a:pt x="241809" y="128638"/>
                      <a:pt x="239890" y="130017"/>
                      <a:pt x="239520" y="130387"/>
                    </a:cubicBezTo>
                    <a:cubicBezTo>
                      <a:pt x="239150" y="130757"/>
                      <a:pt x="237938" y="130387"/>
                      <a:pt x="237938" y="130387"/>
                    </a:cubicBezTo>
                    <a:lnTo>
                      <a:pt x="234472" y="130387"/>
                    </a:lnTo>
                    <a:lnTo>
                      <a:pt x="232520" y="130993"/>
                    </a:lnTo>
                    <a:lnTo>
                      <a:pt x="231645" y="133415"/>
                    </a:lnTo>
                    <a:lnTo>
                      <a:pt x="232082" y="135938"/>
                    </a:lnTo>
                    <a:cubicBezTo>
                      <a:pt x="232082" y="135938"/>
                      <a:pt x="229626" y="139840"/>
                      <a:pt x="229322" y="140008"/>
                    </a:cubicBezTo>
                    <a:cubicBezTo>
                      <a:pt x="229020" y="140143"/>
                      <a:pt x="226563" y="140210"/>
                      <a:pt x="225755" y="140075"/>
                    </a:cubicBezTo>
                    <a:cubicBezTo>
                      <a:pt x="224948" y="139941"/>
                      <a:pt x="223736" y="138999"/>
                      <a:pt x="223736" y="138999"/>
                    </a:cubicBezTo>
                    <a:lnTo>
                      <a:pt x="223164" y="136476"/>
                    </a:lnTo>
                    <a:lnTo>
                      <a:pt x="223164" y="133953"/>
                    </a:lnTo>
                    <a:cubicBezTo>
                      <a:pt x="223164" y="133953"/>
                      <a:pt x="220942" y="131800"/>
                      <a:pt x="220673" y="131800"/>
                    </a:cubicBezTo>
                    <a:cubicBezTo>
                      <a:pt x="220371" y="131800"/>
                      <a:pt x="219125" y="132305"/>
                      <a:pt x="219125" y="132305"/>
                    </a:cubicBezTo>
                    <a:lnTo>
                      <a:pt x="216870" y="135198"/>
                    </a:lnTo>
                    <a:lnTo>
                      <a:pt x="213606" y="137586"/>
                    </a:lnTo>
                    <a:cubicBezTo>
                      <a:pt x="213606" y="137586"/>
                      <a:pt x="210779" y="137082"/>
                      <a:pt x="210543" y="137149"/>
                    </a:cubicBezTo>
                    <a:cubicBezTo>
                      <a:pt x="210341" y="137216"/>
                      <a:pt x="204822" y="137653"/>
                      <a:pt x="204822" y="137653"/>
                    </a:cubicBezTo>
                    <a:lnTo>
                      <a:pt x="200817" y="140109"/>
                    </a:lnTo>
                    <a:lnTo>
                      <a:pt x="199000" y="142935"/>
                    </a:lnTo>
                    <a:lnTo>
                      <a:pt x="195971" y="146265"/>
                    </a:lnTo>
                    <a:lnTo>
                      <a:pt x="193211" y="150975"/>
                    </a:lnTo>
                    <a:lnTo>
                      <a:pt x="191629" y="153363"/>
                    </a:lnTo>
                    <a:lnTo>
                      <a:pt x="189004" y="156122"/>
                    </a:lnTo>
                    <a:lnTo>
                      <a:pt x="184158" y="160898"/>
                    </a:lnTo>
                    <a:lnTo>
                      <a:pt x="180759" y="164868"/>
                    </a:lnTo>
                    <a:lnTo>
                      <a:pt x="178807" y="167559"/>
                    </a:lnTo>
                    <a:cubicBezTo>
                      <a:pt x="178807" y="167559"/>
                      <a:pt x="175542" y="167929"/>
                      <a:pt x="175240" y="167929"/>
                    </a:cubicBezTo>
                    <a:cubicBezTo>
                      <a:pt x="174970" y="167929"/>
                      <a:pt x="173557" y="167795"/>
                      <a:pt x="173557" y="167795"/>
                    </a:cubicBezTo>
                    <a:lnTo>
                      <a:pt x="171369" y="165911"/>
                    </a:lnTo>
                    <a:lnTo>
                      <a:pt x="169114" y="165171"/>
                    </a:lnTo>
                    <a:lnTo>
                      <a:pt x="168307" y="165238"/>
                    </a:lnTo>
                    <a:lnTo>
                      <a:pt x="166792" y="167189"/>
                    </a:lnTo>
                    <a:lnTo>
                      <a:pt x="164470" y="167626"/>
                    </a:lnTo>
                    <a:lnTo>
                      <a:pt x="163090" y="166886"/>
                    </a:lnTo>
                    <a:lnTo>
                      <a:pt x="161273" y="166886"/>
                    </a:lnTo>
                    <a:lnTo>
                      <a:pt x="159960" y="168299"/>
                    </a:lnTo>
                    <a:lnTo>
                      <a:pt x="158311" y="169880"/>
                    </a:lnTo>
                    <a:lnTo>
                      <a:pt x="155181" y="172134"/>
                    </a:lnTo>
                    <a:lnTo>
                      <a:pt x="150840" y="172874"/>
                    </a:lnTo>
                    <a:lnTo>
                      <a:pt x="148383" y="173244"/>
                    </a:lnTo>
                    <a:lnTo>
                      <a:pt x="146801" y="175935"/>
                    </a:lnTo>
                    <a:lnTo>
                      <a:pt x="145489" y="177685"/>
                    </a:lnTo>
                    <a:cubicBezTo>
                      <a:pt x="145489" y="177685"/>
                      <a:pt x="144681" y="179266"/>
                      <a:pt x="144614" y="179703"/>
                    </a:cubicBezTo>
                    <a:cubicBezTo>
                      <a:pt x="144547" y="180140"/>
                      <a:pt x="143806" y="180510"/>
                      <a:pt x="143672" y="180948"/>
                    </a:cubicBezTo>
                    <a:cubicBezTo>
                      <a:pt x="143537" y="181385"/>
                      <a:pt x="142157" y="182024"/>
                      <a:pt x="141854" y="182024"/>
                    </a:cubicBezTo>
                    <a:cubicBezTo>
                      <a:pt x="141551" y="182024"/>
                      <a:pt x="139667" y="182831"/>
                      <a:pt x="139330" y="182966"/>
                    </a:cubicBezTo>
                    <a:cubicBezTo>
                      <a:pt x="138960" y="183101"/>
                      <a:pt x="137446" y="182831"/>
                      <a:pt x="137446" y="182831"/>
                    </a:cubicBezTo>
                    <a:lnTo>
                      <a:pt x="135763" y="182764"/>
                    </a:lnTo>
                    <a:lnTo>
                      <a:pt x="132869" y="184211"/>
                    </a:lnTo>
                    <a:cubicBezTo>
                      <a:pt x="132869" y="184211"/>
                      <a:pt x="132296" y="184783"/>
                      <a:pt x="132061" y="185018"/>
                    </a:cubicBezTo>
                    <a:cubicBezTo>
                      <a:pt x="131859" y="185253"/>
                      <a:pt x="131051" y="186767"/>
                      <a:pt x="131085" y="187339"/>
                    </a:cubicBezTo>
                    <a:cubicBezTo>
                      <a:pt x="131119" y="187911"/>
                      <a:pt x="130378" y="189088"/>
                      <a:pt x="130378" y="189088"/>
                    </a:cubicBezTo>
                    <a:lnTo>
                      <a:pt x="131051" y="192217"/>
                    </a:lnTo>
                    <a:cubicBezTo>
                      <a:pt x="131051" y="192217"/>
                      <a:pt x="131119" y="195850"/>
                      <a:pt x="131051" y="196926"/>
                    </a:cubicBezTo>
                    <a:cubicBezTo>
                      <a:pt x="130984" y="198003"/>
                      <a:pt x="130479" y="200829"/>
                      <a:pt x="130378" y="201131"/>
                    </a:cubicBezTo>
                    <a:cubicBezTo>
                      <a:pt x="130311" y="201434"/>
                      <a:pt x="128493" y="203150"/>
                      <a:pt x="128224" y="203520"/>
                    </a:cubicBezTo>
                    <a:cubicBezTo>
                      <a:pt x="127921" y="203890"/>
                      <a:pt x="127080" y="203722"/>
                      <a:pt x="125969" y="203823"/>
                    </a:cubicBezTo>
                    <a:cubicBezTo>
                      <a:pt x="124892" y="203890"/>
                      <a:pt x="123815" y="203183"/>
                      <a:pt x="123815" y="203183"/>
                    </a:cubicBezTo>
                    <a:cubicBezTo>
                      <a:pt x="123815" y="203183"/>
                      <a:pt x="120753" y="201804"/>
                      <a:pt x="120484" y="201804"/>
                    </a:cubicBezTo>
                    <a:cubicBezTo>
                      <a:pt x="120181" y="201804"/>
                      <a:pt x="117287" y="203486"/>
                      <a:pt x="117287" y="203486"/>
                    </a:cubicBezTo>
                    <a:lnTo>
                      <a:pt x="115974" y="207321"/>
                    </a:lnTo>
                    <a:cubicBezTo>
                      <a:pt x="115974" y="207321"/>
                      <a:pt x="114224" y="208835"/>
                      <a:pt x="114022" y="208902"/>
                    </a:cubicBezTo>
                    <a:cubicBezTo>
                      <a:pt x="113820" y="208969"/>
                      <a:pt x="112878" y="210483"/>
                      <a:pt x="112642" y="210719"/>
                    </a:cubicBezTo>
                    <a:cubicBezTo>
                      <a:pt x="112406" y="210921"/>
                      <a:pt x="110623" y="212468"/>
                      <a:pt x="109950" y="212973"/>
                    </a:cubicBezTo>
                    <a:cubicBezTo>
                      <a:pt x="109310" y="213477"/>
                      <a:pt x="108502" y="214722"/>
                      <a:pt x="108334" y="214991"/>
                    </a:cubicBezTo>
                    <a:cubicBezTo>
                      <a:pt x="108166" y="215294"/>
                      <a:pt x="107998" y="216438"/>
                      <a:pt x="107863" y="216942"/>
                    </a:cubicBezTo>
                    <a:cubicBezTo>
                      <a:pt x="107728" y="217447"/>
                      <a:pt x="107728" y="219129"/>
                      <a:pt x="107661" y="220071"/>
                    </a:cubicBezTo>
                    <a:cubicBezTo>
                      <a:pt x="107594" y="221012"/>
                      <a:pt x="108099" y="222762"/>
                      <a:pt x="108233" y="223468"/>
                    </a:cubicBezTo>
                    <a:cubicBezTo>
                      <a:pt x="108368" y="224175"/>
                      <a:pt x="108368" y="225352"/>
                      <a:pt x="108233" y="225655"/>
                    </a:cubicBezTo>
                    <a:cubicBezTo>
                      <a:pt x="108099" y="225957"/>
                      <a:pt x="106652" y="227236"/>
                      <a:pt x="106147" y="227471"/>
                    </a:cubicBezTo>
                    <a:cubicBezTo>
                      <a:pt x="105642" y="227707"/>
                      <a:pt x="104901" y="228480"/>
                      <a:pt x="104699" y="228783"/>
                    </a:cubicBezTo>
                    <a:cubicBezTo>
                      <a:pt x="104464" y="229086"/>
                      <a:pt x="103555" y="230465"/>
                      <a:pt x="103555" y="230465"/>
                    </a:cubicBezTo>
                    <a:cubicBezTo>
                      <a:pt x="103555" y="230465"/>
                      <a:pt x="106147" y="233728"/>
                      <a:pt x="106147" y="234031"/>
                    </a:cubicBezTo>
                    <a:cubicBezTo>
                      <a:pt x="106147" y="234300"/>
                      <a:pt x="105844" y="236722"/>
                      <a:pt x="105844" y="237126"/>
                    </a:cubicBezTo>
                    <a:cubicBezTo>
                      <a:pt x="105844" y="237563"/>
                      <a:pt x="103825" y="239817"/>
                      <a:pt x="103522" y="240019"/>
                    </a:cubicBezTo>
                    <a:cubicBezTo>
                      <a:pt x="103219" y="240221"/>
                      <a:pt x="98810" y="239783"/>
                      <a:pt x="98608" y="239783"/>
                    </a:cubicBezTo>
                    <a:cubicBezTo>
                      <a:pt x="98373" y="239783"/>
                      <a:pt x="96151" y="237462"/>
                      <a:pt x="96151" y="237462"/>
                    </a:cubicBezTo>
                    <a:lnTo>
                      <a:pt x="96151" y="234065"/>
                    </a:lnTo>
                    <a:lnTo>
                      <a:pt x="94401" y="228783"/>
                    </a:lnTo>
                    <a:lnTo>
                      <a:pt x="94401" y="225318"/>
                    </a:lnTo>
                    <a:lnTo>
                      <a:pt x="94401" y="223872"/>
                    </a:lnTo>
                    <a:lnTo>
                      <a:pt x="94233" y="221046"/>
                    </a:lnTo>
                    <a:lnTo>
                      <a:pt x="93896" y="216774"/>
                    </a:lnTo>
                    <a:lnTo>
                      <a:pt x="89050" y="211492"/>
                    </a:lnTo>
                    <a:lnTo>
                      <a:pt x="83127" y="204596"/>
                    </a:lnTo>
                    <a:cubicBezTo>
                      <a:pt x="83127" y="204596"/>
                      <a:pt x="79997" y="201131"/>
                      <a:pt x="80233" y="200896"/>
                    </a:cubicBezTo>
                    <a:cubicBezTo>
                      <a:pt x="80435" y="200694"/>
                      <a:pt x="80233" y="199382"/>
                      <a:pt x="80233" y="199382"/>
                    </a:cubicBezTo>
                    <a:lnTo>
                      <a:pt x="77170" y="197936"/>
                    </a:lnTo>
                    <a:lnTo>
                      <a:pt x="75151" y="195110"/>
                    </a:lnTo>
                    <a:lnTo>
                      <a:pt x="74781" y="190400"/>
                    </a:lnTo>
                    <a:lnTo>
                      <a:pt x="75420" y="188449"/>
                    </a:lnTo>
                    <a:lnTo>
                      <a:pt x="76867" y="186565"/>
                    </a:lnTo>
                    <a:lnTo>
                      <a:pt x="77136" y="184110"/>
                    </a:lnTo>
                    <a:lnTo>
                      <a:pt x="75185" y="182663"/>
                    </a:lnTo>
                    <a:lnTo>
                      <a:pt x="70675" y="182226"/>
                    </a:lnTo>
                    <a:lnTo>
                      <a:pt x="66266" y="182798"/>
                    </a:lnTo>
                    <a:cubicBezTo>
                      <a:pt x="66266" y="182798"/>
                      <a:pt x="63877" y="182932"/>
                      <a:pt x="63574" y="182932"/>
                    </a:cubicBezTo>
                    <a:cubicBezTo>
                      <a:pt x="63271" y="182932"/>
                      <a:pt x="62934" y="183134"/>
                      <a:pt x="62934" y="183134"/>
                    </a:cubicBezTo>
                    <a:lnTo>
                      <a:pt x="61857" y="183269"/>
                    </a:lnTo>
                    <a:lnTo>
                      <a:pt x="60713" y="184648"/>
                    </a:lnTo>
                    <a:lnTo>
                      <a:pt x="59636" y="183572"/>
                    </a:lnTo>
                    <a:lnTo>
                      <a:pt x="59636" y="180880"/>
                    </a:lnTo>
                    <a:lnTo>
                      <a:pt x="58525" y="179501"/>
                    </a:lnTo>
                    <a:lnTo>
                      <a:pt x="55968" y="179636"/>
                    </a:lnTo>
                    <a:lnTo>
                      <a:pt x="53780" y="178458"/>
                    </a:lnTo>
                    <a:lnTo>
                      <a:pt x="54083" y="176945"/>
                    </a:lnTo>
                    <a:lnTo>
                      <a:pt x="54352" y="175935"/>
                    </a:lnTo>
                    <a:lnTo>
                      <a:pt x="53545" y="174052"/>
                    </a:lnTo>
                    <a:lnTo>
                      <a:pt x="51593" y="171461"/>
                    </a:lnTo>
                    <a:lnTo>
                      <a:pt x="49708" y="167122"/>
                    </a:lnTo>
                    <a:lnTo>
                      <a:pt x="48463" y="164935"/>
                    </a:lnTo>
                    <a:lnTo>
                      <a:pt x="46376" y="164061"/>
                    </a:lnTo>
                    <a:lnTo>
                      <a:pt x="45198" y="163758"/>
                    </a:lnTo>
                    <a:lnTo>
                      <a:pt x="44761" y="166146"/>
                    </a:lnTo>
                    <a:lnTo>
                      <a:pt x="42237" y="167895"/>
                    </a:lnTo>
                    <a:lnTo>
                      <a:pt x="42237" y="169275"/>
                    </a:lnTo>
                    <a:cubicBezTo>
                      <a:pt x="42237" y="169275"/>
                      <a:pt x="41362" y="170788"/>
                      <a:pt x="41093" y="170889"/>
                    </a:cubicBezTo>
                    <a:cubicBezTo>
                      <a:pt x="40823" y="170957"/>
                      <a:pt x="39645" y="172269"/>
                      <a:pt x="39645" y="172269"/>
                    </a:cubicBezTo>
                    <a:lnTo>
                      <a:pt x="37121" y="172269"/>
                    </a:lnTo>
                    <a:lnTo>
                      <a:pt x="35169" y="172908"/>
                    </a:lnTo>
                    <a:lnTo>
                      <a:pt x="34328" y="174152"/>
                    </a:lnTo>
                    <a:lnTo>
                      <a:pt x="34429" y="175734"/>
                    </a:lnTo>
                    <a:lnTo>
                      <a:pt x="32679" y="175734"/>
                    </a:lnTo>
                    <a:lnTo>
                      <a:pt x="30659" y="175734"/>
                    </a:lnTo>
                    <a:lnTo>
                      <a:pt x="29515" y="178593"/>
                    </a:lnTo>
                    <a:lnTo>
                      <a:pt x="28674" y="181250"/>
                    </a:lnTo>
                    <a:lnTo>
                      <a:pt x="27462" y="182663"/>
                    </a:lnTo>
                    <a:lnTo>
                      <a:pt x="25847" y="184076"/>
                    </a:lnTo>
                    <a:lnTo>
                      <a:pt x="25308" y="186027"/>
                    </a:lnTo>
                    <a:lnTo>
                      <a:pt x="24669" y="187877"/>
                    </a:lnTo>
                    <a:cubicBezTo>
                      <a:pt x="24669" y="187877"/>
                      <a:pt x="24904" y="189728"/>
                      <a:pt x="25645" y="190602"/>
                    </a:cubicBezTo>
                    <a:cubicBezTo>
                      <a:pt x="26419" y="191477"/>
                      <a:pt x="27496" y="191914"/>
                      <a:pt x="27496" y="191914"/>
                    </a:cubicBezTo>
                    <a:lnTo>
                      <a:pt x="29246" y="192553"/>
                    </a:lnTo>
                    <a:lnTo>
                      <a:pt x="32948" y="193529"/>
                    </a:lnTo>
                    <a:lnTo>
                      <a:pt x="32847" y="194706"/>
                    </a:lnTo>
                    <a:cubicBezTo>
                      <a:pt x="32847" y="194706"/>
                      <a:pt x="32645" y="195581"/>
                      <a:pt x="32645" y="196355"/>
                    </a:cubicBezTo>
                    <a:cubicBezTo>
                      <a:pt x="32645" y="197128"/>
                      <a:pt x="34496" y="198306"/>
                      <a:pt x="34496" y="198306"/>
                    </a:cubicBezTo>
                    <a:cubicBezTo>
                      <a:pt x="34496" y="198306"/>
                      <a:pt x="35472" y="198306"/>
                      <a:pt x="35910" y="198306"/>
                    </a:cubicBezTo>
                    <a:cubicBezTo>
                      <a:pt x="36347" y="198306"/>
                      <a:pt x="38501" y="199281"/>
                      <a:pt x="38501" y="199281"/>
                    </a:cubicBezTo>
                    <a:lnTo>
                      <a:pt x="40789" y="200492"/>
                    </a:lnTo>
                    <a:lnTo>
                      <a:pt x="39578" y="203318"/>
                    </a:lnTo>
                    <a:lnTo>
                      <a:pt x="37087" y="207994"/>
                    </a:lnTo>
                    <a:lnTo>
                      <a:pt x="35506" y="212603"/>
                    </a:lnTo>
                    <a:lnTo>
                      <a:pt x="33621" y="216572"/>
                    </a:lnTo>
                    <a:cubicBezTo>
                      <a:pt x="33621" y="216572"/>
                      <a:pt x="33621" y="219129"/>
                      <a:pt x="33621" y="219330"/>
                    </a:cubicBezTo>
                    <a:cubicBezTo>
                      <a:pt x="33621" y="219532"/>
                      <a:pt x="33688" y="223838"/>
                      <a:pt x="33688" y="224040"/>
                    </a:cubicBezTo>
                    <a:cubicBezTo>
                      <a:pt x="33688" y="224242"/>
                      <a:pt x="32679" y="226126"/>
                      <a:pt x="32679" y="226126"/>
                    </a:cubicBezTo>
                    <a:lnTo>
                      <a:pt x="31871" y="228716"/>
                    </a:lnTo>
                    <a:lnTo>
                      <a:pt x="31871" y="231272"/>
                    </a:lnTo>
                    <a:cubicBezTo>
                      <a:pt x="31871" y="231272"/>
                      <a:pt x="33621" y="233392"/>
                      <a:pt x="33722" y="233560"/>
                    </a:cubicBezTo>
                    <a:cubicBezTo>
                      <a:pt x="33823" y="233728"/>
                      <a:pt x="34362" y="237630"/>
                      <a:pt x="34362" y="237630"/>
                    </a:cubicBezTo>
                    <a:lnTo>
                      <a:pt x="34866" y="246208"/>
                    </a:lnTo>
                    <a:lnTo>
                      <a:pt x="36381" y="248126"/>
                    </a:lnTo>
                    <a:cubicBezTo>
                      <a:pt x="36381" y="248126"/>
                      <a:pt x="40083" y="251053"/>
                      <a:pt x="40789" y="251759"/>
                    </a:cubicBezTo>
                    <a:cubicBezTo>
                      <a:pt x="41496" y="252466"/>
                      <a:pt x="40419" y="254349"/>
                      <a:pt x="40419" y="254349"/>
                    </a:cubicBezTo>
                    <a:cubicBezTo>
                      <a:pt x="40419" y="254349"/>
                      <a:pt x="39275" y="256401"/>
                      <a:pt x="38838" y="256502"/>
                    </a:cubicBezTo>
                    <a:cubicBezTo>
                      <a:pt x="38400" y="256603"/>
                      <a:pt x="39174" y="260102"/>
                      <a:pt x="39174" y="260102"/>
                    </a:cubicBezTo>
                    <a:lnTo>
                      <a:pt x="44054" y="263466"/>
                    </a:lnTo>
                    <a:cubicBezTo>
                      <a:pt x="44054" y="263466"/>
                      <a:pt x="44054" y="267940"/>
                      <a:pt x="44054" y="268142"/>
                    </a:cubicBezTo>
                    <a:cubicBezTo>
                      <a:pt x="44054" y="268377"/>
                      <a:pt x="42977" y="271741"/>
                      <a:pt x="42977" y="271741"/>
                    </a:cubicBezTo>
                    <a:cubicBezTo>
                      <a:pt x="42977" y="271741"/>
                      <a:pt x="40756" y="275711"/>
                      <a:pt x="40655" y="275879"/>
                    </a:cubicBezTo>
                    <a:cubicBezTo>
                      <a:pt x="40554" y="276047"/>
                      <a:pt x="38871" y="279142"/>
                      <a:pt x="38871" y="279142"/>
                    </a:cubicBezTo>
                    <a:lnTo>
                      <a:pt x="38871" y="286105"/>
                    </a:lnTo>
                    <a:lnTo>
                      <a:pt x="38333" y="286475"/>
                    </a:lnTo>
                    <a:cubicBezTo>
                      <a:pt x="38568" y="287114"/>
                      <a:pt x="38131" y="288965"/>
                      <a:pt x="37996" y="289435"/>
                    </a:cubicBezTo>
                    <a:cubicBezTo>
                      <a:pt x="37861" y="290007"/>
                      <a:pt x="36112" y="291017"/>
                      <a:pt x="34664" y="291454"/>
                    </a:cubicBezTo>
                    <a:cubicBezTo>
                      <a:pt x="33217" y="291891"/>
                      <a:pt x="33083" y="291757"/>
                      <a:pt x="31905" y="292026"/>
                    </a:cubicBezTo>
                    <a:cubicBezTo>
                      <a:pt x="30727" y="292329"/>
                      <a:pt x="29448" y="293338"/>
                      <a:pt x="29010" y="294212"/>
                    </a:cubicBezTo>
                    <a:cubicBezTo>
                      <a:pt x="28573" y="295087"/>
                      <a:pt x="28438" y="298283"/>
                      <a:pt x="28438" y="298283"/>
                    </a:cubicBezTo>
                    <a:lnTo>
                      <a:pt x="28438" y="302050"/>
                    </a:lnTo>
                    <a:lnTo>
                      <a:pt x="26251" y="306121"/>
                    </a:lnTo>
                    <a:cubicBezTo>
                      <a:pt x="26251" y="306121"/>
                      <a:pt x="22179" y="310628"/>
                      <a:pt x="21606" y="310763"/>
                    </a:cubicBezTo>
                    <a:cubicBezTo>
                      <a:pt x="21034" y="310898"/>
                      <a:pt x="17534" y="312647"/>
                      <a:pt x="15818" y="312950"/>
                    </a:cubicBezTo>
                    <a:cubicBezTo>
                      <a:pt x="14068" y="313252"/>
                      <a:pt x="13361" y="314699"/>
                      <a:pt x="12924" y="314833"/>
                    </a:cubicBezTo>
                    <a:cubicBezTo>
                      <a:pt x="12486" y="314968"/>
                      <a:pt x="9592" y="317020"/>
                      <a:pt x="8851" y="317155"/>
                    </a:cubicBezTo>
                    <a:cubicBezTo>
                      <a:pt x="8145" y="317289"/>
                      <a:pt x="7404" y="319913"/>
                      <a:pt x="7404" y="320350"/>
                    </a:cubicBezTo>
                    <a:cubicBezTo>
                      <a:pt x="7404" y="320788"/>
                      <a:pt x="9154" y="321797"/>
                      <a:pt x="9154" y="321797"/>
                    </a:cubicBezTo>
                    <a:lnTo>
                      <a:pt x="13193" y="323815"/>
                    </a:lnTo>
                    <a:lnTo>
                      <a:pt x="12486" y="326136"/>
                    </a:lnTo>
                    <a:cubicBezTo>
                      <a:pt x="12486" y="326136"/>
                      <a:pt x="11174" y="328592"/>
                      <a:pt x="10736" y="328592"/>
                    </a:cubicBezTo>
                    <a:cubicBezTo>
                      <a:pt x="10298" y="328592"/>
                      <a:pt x="8548" y="330610"/>
                      <a:pt x="8548" y="330610"/>
                    </a:cubicBezTo>
                    <a:cubicBezTo>
                      <a:pt x="8548" y="330610"/>
                      <a:pt x="1750" y="337574"/>
                      <a:pt x="1313" y="337977"/>
                    </a:cubicBezTo>
                    <a:cubicBezTo>
                      <a:pt x="875" y="338415"/>
                      <a:pt x="0" y="343192"/>
                      <a:pt x="0" y="343192"/>
                    </a:cubicBezTo>
                    <a:lnTo>
                      <a:pt x="3332" y="346825"/>
                    </a:lnTo>
                    <a:cubicBezTo>
                      <a:pt x="3332" y="346825"/>
                      <a:pt x="8111" y="351164"/>
                      <a:pt x="8279" y="351602"/>
                    </a:cubicBezTo>
                    <a:cubicBezTo>
                      <a:pt x="8414" y="352039"/>
                      <a:pt x="13630" y="354797"/>
                      <a:pt x="15078" y="355638"/>
                    </a:cubicBezTo>
                    <a:cubicBezTo>
                      <a:pt x="16525" y="356479"/>
                      <a:pt x="19554" y="359271"/>
                      <a:pt x="19554" y="359271"/>
                    </a:cubicBezTo>
                    <a:lnTo>
                      <a:pt x="23020" y="360718"/>
                    </a:lnTo>
                    <a:lnTo>
                      <a:pt x="27496" y="359978"/>
                    </a:lnTo>
                    <a:lnTo>
                      <a:pt x="32140" y="359978"/>
                    </a:lnTo>
                    <a:lnTo>
                      <a:pt x="32578" y="364822"/>
                    </a:lnTo>
                    <a:cubicBezTo>
                      <a:pt x="32578" y="364822"/>
                      <a:pt x="35472" y="368960"/>
                      <a:pt x="35910" y="369801"/>
                    </a:cubicBezTo>
                    <a:cubicBezTo>
                      <a:pt x="36347" y="370675"/>
                      <a:pt x="37794" y="374275"/>
                      <a:pt x="37794" y="374275"/>
                    </a:cubicBezTo>
                    <a:cubicBezTo>
                      <a:pt x="37794" y="374275"/>
                      <a:pt x="39544" y="374847"/>
                      <a:pt x="40419" y="374847"/>
                    </a:cubicBezTo>
                    <a:cubicBezTo>
                      <a:pt x="41294" y="374847"/>
                      <a:pt x="46645" y="375553"/>
                      <a:pt x="46645" y="375553"/>
                    </a:cubicBezTo>
                    <a:lnTo>
                      <a:pt x="49708" y="375553"/>
                    </a:lnTo>
                    <a:lnTo>
                      <a:pt x="51020" y="374746"/>
                    </a:lnTo>
                    <a:cubicBezTo>
                      <a:pt x="51020" y="374746"/>
                      <a:pt x="54352" y="373501"/>
                      <a:pt x="55530" y="373366"/>
                    </a:cubicBezTo>
                    <a:cubicBezTo>
                      <a:pt x="56675" y="373232"/>
                      <a:pt x="60006" y="373366"/>
                      <a:pt x="60006" y="373366"/>
                    </a:cubicBezTo>
                    <a:cubicBezTo>
                      <a:pt x="60006" y="373366"/>
                      <a:pt x="63472" y="375553"/>
                      <a:pt x="64078" y="375688"/>
                    </a:cubicBezTo>
                    <a:cubicBezTo>
                      <a:pt x="64651" y="375822"/>
                      <a:pt x="68420" y="379892"/>
                      <a:pt x="68858" y="380195"/>
                    </a:cubicBezTo>
                    <a:cubicBezTo>
                      <a:pt x="69295" y="380498"/>
                      <a:pt x="71617" y="384400"/>
                      <a:pt x="71617" y="384400"/>
                    </a:cubicBezTo>
                    <a:lnTo>
                      <a:pt x="71920" y="388605"/>
                    </a:lnTo>
                    <a:cubicBezTo>
                      <a:pt x="71920" y="388605"/>
                      <a:pt x="71920" y="392507"/>
                      <a:pt x="71920" y="394559"/>
                    </a:cubicBezTo>
                    <a:cubicBezTo>
                      <a:pt x="71920" y="396578"/>
                      <a:pt x="71987" y="397890"/>
                      <a:pt x="72122" y="398462"/>
                    </a:cubicBezTo>
                    <a:cubicBezTo>
                      <a:pt x="72257" y="399033"/>
                      <a:pt x="73502" y="402364"/>
                      <a:pt x="73502" y="402364"/>
                    </a:cubicBezTo>
                    <a:cubicBezTo>
                      <a:pt x="73502" y="402364"/>
                      <a:pt x="79593" y="405694"/>
                      <a:pt x="80333" y="406131"/>
                    </a:cubicBezTo>
                    <a:cubicBezTo>
                      <a:pt x="81040" y="406569"/>
                      <a:pt x="84978" y="409462"/>
                      <a:pt x="84978" y="409462"/>
                    </a:cubicBezTo>
                    <a:lnTo>
                      <a:pt x="91945" y="412086"/>
                    </a:lnTo>
                    <a:lnTo>
                      <a:pt x="92079" y="412086"/>
                    </a:lnTo>
                    <a:lnTo>
                      <a:pt x="91945" y="417804"/>
                    </a:lnTo>
                    <a:lnTo>
                      <a:pt x="93695" y="421942"/>
                    </a:lnTo>
                    <a:lnTo>
                      <a:pt x="97026" y="425272"/>
                    </a:lnTo>
                    <a:lnTo>
                      <a:pt x="99786" y="428603"/>
                    </a:lnTo>
                    <a:lnTo>
                      <a:pt x="99786" y="431361"/>
                    </a:lnTo>
                    <a:lnTo>
                      <a:pt x="102142" y="429040"/>
                    </a:lnTo>
                    <a:lnTo>
                      <a:pt x="104363" y="428367"/>
                    </a:lnTo>
                    <a:lnTo>
                      <a:pt x="107695" y="424700"/>
                    </a:lnTo>
                    <a:lnTo>
                      <a:pt x="111363" y="423187"/>
                    </a:lnTo>
                    <a:lnTo>
                      <a:pt x="114897" y="420529"/>
                    </a:lnTo>
                    <a:cubicBezTo>
                      <a:pt x="114897" y="420529"/>
                      <a:pt x="118498" y="416997"/>
                      <a:pt x="118801" y="416896"/>
                    </a:cubicBezTo>
                    <a:cubicBezTo>
                      <a:pt x="119137" y="416795"/>
                      <a:pt x="121190" y="414609"/>
                      <a:pt x="122234" y="413969"/>
                    </a:cubicBezTo>
                    <a:cubicBezTo>
                      <a:pt x="123277" y="413330"/>
                      <a:pt x="124455" y="412355"/>
                      <a:pt x="125094" y="412187"/>
                    </a:cubicBezTo>
                    <a:cubicBezTo>
                      <a:pt x="125733" y="412018"/>
                      <a:pt x="127181" y="411951"/>
                      <a:pt x="128359" y="411917"/>
                    </a:cubicBezTo>
                    <a:cubicBezTo>
                      <a:pt x="129536" y="411850"/>
                      <a:pt x="131960" y="411985"/>
                      <a:pt x="131960" y="411985"/>
                    </a:cubicBezTo>
                    <a:lnTo>
                      <a:pt x="134787" y="409697"/>
                    </a:lnTo>
                    <a:lnTo>
                      <a:pt x="136638" y="408116"/>
                    </a:lnTo>
                    <a:lnTo>
                      <a:pt x="140945" y="405728"/>
                    </a:lnTo>
                    <a:lnTo>
                      <a:pt x="144109" y="403541"/>
                    </a:lnTo>
                    <a:lnTo>
                      <a:pt x="147205" y="402296"/>
                    </a:lnTo>
                    <a:lnTo>
                      <a:pt x="150974" y="399033"/>
                    </a:lnTo>
                    <a:cubicBezTo>
                      <a:pt x="150974" y="399033"/>
                      <a:pt x="151849" y="394156"/>
                      <a:pt x="151849" y="393954"/>
                    </a:cubicBezTo>
                    <a:cubicBezTo>
                      <a:pt x="151849" y="393752"/>
                      <a:pt x="158513" y="388370"/>
                      <a:pt x="158513" y="388000"/>
                    </a:cubicBezTo>
                    <a:cubicBezTo>
                      <a:pt x="158513" y="387630"/>
                      <a:pt x="158648" y="384737"/>
                      <a:pt x="158513" y="384535"/>
                    </a:cubicBezTo>
                    <a:cubicBezTo>
                      <a:pt x="158379" y="384333"/>
                      <a:pt x="158210" y="383223"/>
                      <a:pt x="158210" y="383223"/>
                    </a:cubicBezTo>
                    <a:lnTo>
                      <a:pt x="157403" y="379691"/>
                    </a:lnTo>
                    <a:cubicBezTo>
                      <a:pt x="157403" y="379691"/>
                      <a:pt x="157537" y="377168"/>
                      <a:pt x="157705" y="376865"/>
                    </a:cubicBezTo>
                    <a:cubicBezTo>
                      <a:pt x="157840" y="376562"/>
                      <a:pt x="159590" y="373602"/>
                      <a:pt x="159590" y="373602"/>
                    </a:cubicBezTo>
                    <a:lnTo>
                      <a:pt x="161172" y="370843"/>
                    </a:lnTo>
                    <a:cubicBezTo>
                      <a:pt x="161172" y="370843"/>
                      <a:pt x="163191" y="369397"/>
                      <a:pt x="163932" y="369094"/>
                    </a:cubicBezTo>
                    <a:cubicBezTo>
                      <a:pt x="164638" y="368791"/>
                      <a:pt x="166254" y="370911"/>
                      <a:pt x="166456" y="370978"/>
                    </a:cubicBezTo>
                    <a:cubicBezTo>
                      <a:pt x="166658" y="371045"/>
                      <a:pt x="167398" y="375250"/>
                      <a:pt x="167398" y="375250"/>
                    </a:cubicBezTo>
                    <a:lnTo>
                      <a:pt x="170965" y="375452"/>
                    </a:lnTo>
                    <a:lnTo>
                      <a:pt x="171167" y="371920"/>
                    </a:lnTo>
                    <a:lnTo>
                      <a:pt x="171100" y="368455"/>
                    </a:lnTo>
                    <a:lnTo>
                      <a:pt x="171235" y="365932"/>
                    </a:lnTo>
                    <a:lnTo>
                      <a:pt x="170427" y="362904"/>
                    </a:lnTo>
                    <a:lnTo>
                      <a:pt x="171672" y="358834"/>
                    </a:lnTo>
                    <a:lnTo>
                      <a:pt x="173994" y="356008"/>
                    </a:lnTo>
                    <a:lnTo>
                      <a:pt x="177057" y="353485"/>
                    </a:lnTo>
                    <a:lnTo>
                      <a:pt x="180322" y="350290"/>
                    </a:lnTo>
                    <a:lnTo>
                      <a:pt x="185168" y="346455"/>
                    </a:lnTo>
                    <a:lnTo>
                      <a:pt x="188062" y="344705"/>
                    </a:lnTo>
                    <a:lnTo>
                      <a:pt x="189206" y="342081"/>
                    </a:lnTo>
                    <a:lnTo>
                      <a:pt x="190889" y="340063"/>
                    </a:lnTo>
                    <a:cubicBezTo>
                      <a:pt x="190889" y="340063"/>
                      <a:pt x="190956" y="337305"/>
                      <a:pt x="190620" y="337305"/>
                    </a:cubicBezTo>
                    <a:cubicBezTo>
                      <a:pt x="190283" y="337305"/>
                      <a:pt x="189374" y="336666"/>
                      <a:pt x="189105" y="336666"/>
                    </a:cubicBezTo>
                    <a:cubicBezTo>
                      <a:pt x="188803" y="336666"/>
                      <a:pt x="187153" y="334479"/>
                      <a:pt x="187153" y="334479"/>
                    </a:cubicBezTo>
                    <a:cubicBezTo>
                      <a:pt x="187153" y="334479"/>
                      <a:pt x="185403" y="331889"/>
                      <a:pt x="185403" y="331283"/>
                    </a:cubicBezTo>
                    <a:cubicBezTo>
                      <a:pt x="185403" y="330678"/>
                      <a:pt x="186649" y="329837"/>
                      <a:pt x="186649" y="329837"/>
                    </a:cubicBezTo>
                    <a:cubicBezTo>
                      <a:pt x="186649" y="329837"/>
                      <a:pt x="189475" y="327886"/>
                      <a:pt x="189913" y="327751"/>
                    </a:cubicBezTo>
                    <a:cubicBezTo>
                      <a:pt x="190351" y="327616"/>
                      <a:pt x="192606" y="325295"/>
                      <a:pt x="192740" y="324993"/>
                    </a:cubicBezTo>
                    <a:cubicBezTo>
                      <a:pt x="192875" y="324690"/>
                      <a:pt x="195264" y="322739"/>
                      <a:pt x="195264" y="322739"/>
                    </a:cubicBezTo>
                    <a:cubicBezTo>
                      <a:pt x="195264" y="322739"/>
                      <a:pt x="197317" y="320048"/>
                      <a:pt x="197519" y="319711"/>
                    </a:cubicBezTo>
                    <a:cubicBezTo>
                      <a:pt x="197721" y="319341"/>
                      <a:pt x="198663" y="318130"/>
                      <a:pt x="199168" y="317895"/>
                    </a:cubicBezTo>
                    <a:cubicBezTo>
                      <a:pt x="199673" y="317659"/>
                      <a:pt x="201052" y="316314"/>
                      <a:pt x="201052" y="316314"/>
                    </a:cubicBezTo>
                    <a:cubicBezTo>
                      <a:pt x="201052" y="316314"/>
                      <a:pt x="203947" y="315809"/>
                      <a:pt x="204889" y="315944"/>
                    </a:cubicBezTo>
                    <a:cubicBezTo>
                      <a:pt x="205832" y="316078"/>
                      <a:pt x="208087" y="316751"/>
                      <a:pt x="208356" y="316751"/>
                    </a:cubicBezTo>
                    <a:cubicBezTo>
                      <a:pt x="208625" y="316751"/>
                      <a:pt x="216702" y="315876"/>
                      <a:pt x="216702" y="315876"/>
                    </a:cubicBezTo>
                    <a:cubicBezTo>
                      <a:pt x="216702" y="315876"/>
                      <a:pt x="220841" y="315944"/>
                      <a:pt x="221111" y="315944"/>
                    </a:cubicBezTo>
                    <a:cubicBezTo>
                      <a:pt x="221414" y="315944"/>
                      <a:pt x="225755" y="315574"/>
                      <a:pt x="226193" y="315574"/>
                    </a:cubicBezTo>
                    <a:cubicBezTo>
                      <a:pt x="226630" y="315574"/>
                      <a:pt x="232654" y="314497"/>
                      <a:pt x="232654" y="314497"/>
                    </a:cubicBezTo>
                    <a:cubicBezTo>
                      <a:pt x="232654" y="314497"/>
                      <a:pt x="241068" y="314699"/>
                      <a:pt x="241337" y="314699"/>
                    </a:cubicBezTo>
                    <a:cubicBezTo>
                      <a:pt x="241640" y="314699"/>
                      <a:pt x="245780" y="313757"/>
                      <a:pt x="245780" y="313757"/>
                    </a:cubicBezTo>
                    <a:lnTo>
                      <a:pt x="248539" y="313051"/>
                    </a:lnTo>
                    <a:lnTo>
                      <a:pt x="249852" y="313051"/>
                    </a:lnTo>
                    <a:lnTo>
                      <a:pt x="252376" y="312680"/>
                    </a:lnTo>
                    <a:cubicBezTo>
                      <a:pt x="252376" y="312680"/>
                      <a:pt x="254563" y="311806"/>
                      <a:pt x="254765" y="311671"/>
                    </a:cubicBezTo>
                    <a:cubicBezTo>
                      <a:pt x="254967" y="311537"/>
                      <a:pt x="255708" y="310359"/>
                      <a:pt x="255708" y="310359"/>
                    </a:cubicBezTo>
                    <a:lnTo>
                      <a:pt x="256011" y="309350"/>
                    </a:lnTo>
                    <a:lnTo>
                      <a:pt x="256212" y="307399"/>
                    </a:lnTo>
                    <a:lnTo>
                      <a:pt x="256011" y="304641"/>
                    </a:lnTo>
                    <a:lnTo>
                      <a:pt x="256313" y="301378"/>
                    </a:lnTo>
                    <a:lnTo>
                      <a:pt x="256179" y="298922"/>
                    </a:lnTo>
                    <a:lnTo>
                      <a:pt x="255977" y="297240"/>
                    </a:lnTo>
                    <a:lnTo>
                      <a:pt x="256549" y="296231"/>
                    </a:lnTo>
                    <a:lnTo>
                      <a:pt x="257559" y="295726"/>
                    </a:lnTo>
                    <a:lnTo>
                      <a:pt x="260756" y="295659"/>
                    </a:lnTo>
                    <a:lnTo>
                      <a:pt x="261900" y="295659"/>
                    </a:lnTo>
                    <a:lnTo>
                      <a:pt x="263852" y="296264"/>
                    </a:lnTo>
                    <a:cubicBezTo>
                      <a:pt x="263852" y="296264"/>
                      <a:pt x="266040" y="298249"/>
                      <a:pt x="266376" y="298619"/>
                    </a:cubicBezTo>
                    <a:cubicBezTo>
                      <a:pt x="266746" y="298989"/>
                      <a:pt x="267116" y="300436"/>
                      <a:pt x="266948" y="300873"/>
                    </a:cubicBezTo>
                    <a:cubicBezTo>
                      <a:pt x="266814" y="301310"/>
                      <a:pt x="266679" y="303497"/>
                      <a:pt x="266679" y="303833"/>
                    </a:cubicBezTo>
                    <a:cubicBezTo>
                      <a:pt x="266679" y="304203"/>
                      <a:pt x="268261" y="307096"/>
                      <a:pt x="268496" y="307164"/>
                    </a:cubicBezTo>
                    <a:cubicBezTo>
                      <a:pt x="268698" y="307231"/>
                      <a:pt x="271189" y="309047"/>
                      <a:pt x="271189" y="309047"/>
                    </a:cubicBezTo>
                    <a:lnTo>
                      <a:pt x="271626" y="312512"/>
                    </a:lnTo>
                    <a:lnTo>
                      <a:pt x="272434" y="316415"/>
                    </a:lnTo>
                    <a:cubicBezTo>
                      <a:pt x="272434" y="316415"/>
                      <a:pt x="273309" y="319947"/>
                      <a:pt x="273309" y="320249"/>
                    </a:cubicBezTo>
                    <a:cubicBezTo>
                      <a:pt x="273309" y="320552"/>
                      <a:pt x="275766" y="322638"/>
                      <a:pt x="276069" y="322840"/>
                    </a:cubicBezTo>
                    <a:cubicBezTo>
                      <a:pt x="276371" y="323075"/>
                      <a:pt x="279030" y="325295"/>
                      <a:pt x="279199" y="325598"/>
                    </a:cubicBezTo>
                    <a:cubicBezTo>
                      <a:pt x="279333" y="325901"/>
                      <a:pt x="281857" y="328558"/>
                      <a:pt x="281857" y="328558"/>
                    </a:cubicBezTo>
                    <a:lnTo>
                      <a:pt x="286064" y="331586"/>
                    </a:lnTo>
                    <a:lnTo>
                      <a:pt x="288151" y="333604"/>
                    </a:lnTo>
                    <a:cubicBezTo>
                      <a:pt x="288151" y="333604"/>
                      <a:pt x="292425" y="336060"/>
                      <a:pt x="292661" y="336295"/>
                    </a:cubicBezTo>
                    <a:cubicBezTo>
                      <a:pt x="292862" y="336497"/>
                      <a:pt x="297944" y="339424"/>
                      <a:pt x="297944" y="339424"/>
                    </a:cubicBezTo>
                    <a:cubicBezTo>
                      <a:pt x="297944" y="339424"/>
                      <a:pt x="298887" y="345008"/>
                      <a:pt x="299088" y="345143"/>
                    </a:cubicBezTo>
                    <a:cubicBezTo>
                      <a:pt x="299290" y="345277"/>
                      <a:pt x="300670" y="346387"/>
                      <a:pt x="300670" y="346387"/>
                    </a:cubicBezTo>
                    <a:lnTo>
                      <a:pt x="302858" y="348271"/>
                    </a:lnTo>
                    <a:cubicBezTo>
                      <a:pt x="302858" y="348271"/>
                      <a:pt x="302925" y="349886"/>
                      <a:pt x="302925" y="350155"/>
                    </a:cubicBezTo>
                    <a:cubicBezTo>
                      <a:pt x="302925" y="350458"/>
                      <a:pt x="302992" y="352543"/>
                      <a:pt x="302992" y="352543"/>
                    </a:cubicBezTo>
                    <a:lnTo>
                      <a:pt x="302185" y="355941"/>
                    </a:lnTo>
                    <a:lnTo>
                      <a:pt x="300939" y="357623"/>
                    </a:lnTo>
                    <a:lnTo>
                      <a:pt x="299863" y="359507"/>
                    </a:lnTo>
                    <a:lnTo>
                      <a:pt x="297978" y="362635"/>
                    </a:lnTo>
                    <a:lnTo>
                      <a:pt x="296530" y="364956"/>
                    </a:lnTo>
                    <a:lnTo>
                      <a:pt x="295084" y="366538"/>
                    </a:lnTo>
                    <a:lnTo>
                      <a:pt x="293838" y="368220"/>
                    </a:lnTo>
                    <a:cubicBezTo>
                      <a:pt x="293838" y="368220"/>
                      <a:pt x="293704" y="371045"/>
                      <a:pt x="293704" y="371348"/>
                    </a:cubicBezTo>
                    <a:cubicBezTo>
                      <a:pt x="293704" y="371651"/>
                      <a:pt x="294209" y="373736"/>
                      <a:pt x="294209" y="373736"/>
                    </a:cubicBezTo>
                    <a:lnTo>
                      <a:pt x="295016" y="377269"/>
                    </a:lnTo>
                    <a:lnTo>
                      <a:pt x="293435" y="380834"/>
                    </a:lnTo>
                    <a:cubicBezTo>
                      <a:pt x="293435" y="380834"/>
                      <a:pt x="293064" y="383727"/>
                      <a:pt x="292997" y="383929"/>
                    </a:cubicBezTo>
                    <a:cubicBezTo>
                      <a:pt x="292930" y="384165"/>
                      <a:pt x="291853" y="386183"/>
                      <a:pt x="291853" y="386183"/>
                    </a:cubicBezTo>
                    <a:lnTo>
                      <a:pt x="290540" y="389076"/>
                    </a:lnTo>
                    <a:cubicBezTo>
                      <a:pt x="290540" y="389076"/>
                      <a:pt x="289530" y="389883"/>
                      <a:pt x="288790" y="390153"/>
                    </a:cubicBezTo>
                    <a:cubicBezTo>
                      <a:pt x="288084" y="390455"/>
                      <a:pt x="287275" y="391666"/>
                      <a:pt x="287275" y="391666"/>
                    </a:cubicBezTo>
                    <a:lnTo>
                      <a:pt x="285256" y="393752"/>
                    </a:lnTo>
                    <a:cubicBezTo>
                      <a:pt x="285256" y="393752"/>
                      <a:pt x="284112" y="394997"/>
                      <a:pt x="283877" y="395198"/>
                    </a:cubicBezTo>
                    <a:cubicBezTo>
                      <a:pt x="283641" y="395434"/>
                      <a:pt x="281285" y="396006"/>
                      <a:pt x="281285" y="396006"/>
                    </a:cubicBezTo>
                    <a:lnTo>
                      <a:pt x="279333" y="397452"/>
                    </a:lnTo>
                    <a:lnTo>
                      <a:pt x="278694" y="399403"/>
                    </a:lnTo>
                    <a:cubicBezTo>
                      <a:pt x="278694" y="399403"/>
                      <a:pt x="277449" y="402969"/>
                      <a:pt x="277381" y="403238"/>
                    </a:cubicBezTo>
                    <a:cubicBezTo>
                      <a:pt x="277314" y="403541"/>
                      <a:pt x="276136" y="405997"/>
                      <a:pt x="276136" y="405997"/>
                    </a:cubicBezTo>
                    <a:lnTo>
                      <a:pt x="274554" y="408183"/>
                    </a:lnTo>
                    <a:lnTo>
                      <a:pt x="273040" y="410269"/>
                    </a:lnTo>
                    <a:lnTo>
                      <a:pt x="271223" y="413162"/>
                    </a:lnTo>
                    <a:lnTo>
                      <a:pt x="269910" y="417300"/>
                    </a:lnTo>
                    <a:lnTo>
                      <a:pt x="267655" y="419755"/>
                    </a:lnTo>
                    <a:lnTo>
                      <a:pt x="267083" y="420832"/>
                    </a:lnTo>
                    <a:cubicBezTo>
                      <a:pt x="267083" y="420832"/>
                      <a:pt x="265131" y="423792"/>
                      <a:pt x="264828" y="423960"/>
                    </a:cubicBezTo>
                    <a:cubicBezTo>
                      <a:pt x="264525" y="424095"/>
                      <a:pt x="263751" y="425340"/>
                      <a:pt x="263246" y="425777"/>
                    </a:cubicBezTo>
                    <a:cubicBezTo>
                      <a:pt x="262742" y="426214"/>
                      <a:pt x="260722" y="427526"/>
                      <a:pt x="260150" y="427795"/>
                    </a:cubicBezTo>
                    <a:cubicBezTo>
                      <a:pt x="259578" y="428098"/>
                      <a:pt x="257962" y="428939"/>
                      <a:pt x="257693" y="428939"/>
                    </a:cubicBezTo>
                    <a:cubicBezTo>
                      <a:pt x="257424" y="428939"/>
                      <a:pt x="254933" y="429444"/>
                      <a:pt x="254496" y="429578"/>
                    </a:cubicBezTo>
                    <a:cubicBezTo>
                      <a:pt x="254058" y="429713"/>
                      <a:pt x="253284" y="429780"/>
                      <a:pt x="253049" y="429881"/>
                    </a:cubicBezTo>
                    <a:cubicBezTo>
                      <a:pt x="252847" y="429948"/>
                      <a:pt x="251097" y="430587"/>
                      <a:pt x="251097" y="430587"/>
                    </a:cubicBezTo>
                    <a:cubicBezTo>
                      <a:pt x="251097" y="430587"/>
                      <a:pt x="249212" y="431731"/>
                      <a:pt x="248405" y="431832"/>
                    </a:cubicBezTo>
                    <a:cubicBezTo>
                      <a:pt x="247597" y="431899"/>
                      <a:pt x="246385" y="432774"/>
                      <a:pt x="246385" y="432774"/>
                    </a:cubicBezTo>
                    <a:cubicBezTo>
                      <a:pt x="246385" y="432774"/>
                      <a:pt x="245073" y="433850"/>
                      <a:pt x="244501" y="434355"/>
                    </a:cubicBezTo>
                    <a:cubicBezTo>
                      <a:pt x="243929" y="434860"/>
                      <a:pt x="242044" y="435802"/>
                      <a:pt x="241674" y="436239"/>
                    </a:cubicBezTo>
                    <a:cubicBezTo>
                      <a:pt x="241304" y="436676"/>
                      <a:pt x="239587" y="438123"/>
                      <a:pt x="239587" y="438123"/>
                    </a:cubicBezTo>
                    <a:lnTo>
                      <a:pt x="238780" y="440309"/>
                    </a:lnTo>
                    <a:lnTo>
                      <a:pt x="240092" y="445153"/>
                    </a:lnTo>
                    <a:lnTo>
                      <a:pt x="241775" y="446533"/>
                    </a:lnTo>
                    <a:cubicBezTo>
                      <a:pt x="241775" y="446533"/>
                      <a:pt x="243087" y="447676"/>
                      <a:pt x="243222" y="448114"/>
                    </a:cubicBezTo>
                    <a:cubicBezTo>
                      <a:pt x="243356" y="448551"/>
                      <a:pt x="244232" y="449190"/>
                      <a:pt x="244232" y="449190"/>
                    </a:cubicBezTo>
                    <a:lnTo>
                      <a:pt x="244299" y="451141"/>
                    </a:lnTo>
                    <a:lnTo>
                      <a:pt x="244299" y="453328"/>
                    </a:lnTo>
                    <a:lnTo>
                      <a:pt x="244770" y="455212"/>
                    </a:lnTo>
                    <a:lnTo>
                      <a:pt x="246453" y="457297"/>
                    </a:lnTo>
                    <a:lnTo>
                      <a:pt x="247765" y="459820"/>
                    </a:lnTo>
                    <a:lnTo>
                      <a:pt x="247765" y="463453"/>
                    </a:lnTo>
                    <a:lnTo>
                      <a:pt x="247765" y="466784"/>
                    </a:lnTo>
                    <a:lnTo>
                      <a:pt x="247765" y="470686"/>
                    </a:lnTo>
                    <a:lnTo>
                      <a:pt x="247025" y="473646"/>
                    </a:lnTo>
                    <a:cubicBezTo>
                      <a:pt x="247025" y="473646"/>
                      <a:pt x="245813" y="475732"/>
                      <a:pt x="245813" y="476035"/>
                    </a:cubicBezTo>
                    <a:cubicBezTo>
                      <a:pt x="245813" y="476337"/>
                      <a:pt x="245678" y="478860"/>
                      <a:pt x="245678" y="478860"/>
                    </a:cubicBezTo>
                    <a:lnTo>
                      <a:pt x="246049" y="480677"/>
                    </a:lnTo>
                    <a:lnTo>
                      <a:pt x="246049" y="481921"/>
                    </a:lnTo>
                    <a:lnTo>
                      <a:pt x="246957" y="483570"/>
                    </a:lnTo>
                    <a:lnTo>
                      <a:pt x="248438" y="485252"/>
                    </a:lnTo>
                    <a:lnTo>
                      <a:pt x="250255" y="486833"/>
                    </a:lnTo>
                    <a:cubicBezTo>
                      <a:pt x="250255" y="486833"/>
                      <a:pt x="253890" y="487472"/>
                      <a:pt x="254092" y="487573"/>
                    </a:cubicBezTo>
                    <a:cubicBezTo>
                      <a:pt x="254294" y="487640"/>
                      <a:pt x="255102" y="488952"/>
                      <a:pt x="255775" y="489019"/>
                    </a:cubicBezTo>
                    <a:cubicBezTo>
                      <a:pt x="256414" y="489087"/>
                      <a:pt x="257794" y="488952"/>
                      <a:pt x="258299" y="488717"/>
                    </a:cubicBezTo>
                    <a:cubicBezTo>
                      <a:pt x="258804" y="488515"/>
                      <a:pt x="260251" y="488279"/>
                      <a:pt x="260251" y="488279"/>
                    </a:cubicBezTo>
                    <a:lnTo>
                      <a:pt x="262943" y="487842"/>
                    </a:lnTo>
                    <a:lnTo>
                      <a:pt x="265333" y="486463"/>
                    </a:lnTo>
                    <a:lnTo>
                      <a:pt x="267217" y="485454"/>
                    </a:lnTo>
                    <a:lnTo>
                      <a:pt x="269472" y="483637"/>
                    </a:lnTo>
                    <a:lnTo>
                      <a:pt x="271155" y="482998"/>
                    </a:lnTo>
                    <a:lnTo>
                      <a:pt x="275362" y="482359"/>
                    </a:lnTo>
                    <a:lnTo>
                      <a:pt x="277179" y="480845"/>
                    </a:lnTo>
                    <a:lnTo>
                      <a:pt x="279569" y="479028"/>
                    </a:lnTo>
                    <a:cubicBezTo>
                      <a:pt x="279569" y="479028"/>
                      <a:pt x="283102" y="478154"/>
                      <a:pt x="283406" y="478087"/>
                    </a:cubicBezTo>
                    <a:cubicBezTo>
                      <a:pt x="283708" y="478019"/>
                      <a:pt x="285492" y="479028"/>
                      <a:pt x="285492" y="479028"/>
                    </a:cubicBezTo>
                    <a:lnTo>
                      <a:pt x="285930" y="479668"/>
                    </a:lnTo>
                    <a:lnTo>
                      <a:pt x="286367" y="480744"/>
                    </a:lnTo>
                    <a:cubicBezTo>
                      <a:pt x="286367" y="480744"/>
                      <a:pt x="284617" y="482561"/>
                      <a:pt x="284415" y="482762"/>
                    </a:cubicBezTo>
                    <a:cubicBezTo>
                      <a:pt x="284213" y="482964"/>
                      <a:pt x="281723" y="484007"/>
                      <a:pt x="281453" y="484007"/>
                    </a:cubicBezTo>
                    <a:cubicBezTo>
                      <a:pt x="281151" y="484007"/>
                      <a:pt x="279838" y="485319"/>
                      <a:pt x="279636" y="485386"/>
                    </a:cubicBezTo>
                    <a:cubicBezTo>
                      <a:pt x="279434" y="485454"/>
                      <a:pt x="276809" y="486025"/>
                      <a:pt x="276607" y="486093"/>
                    </a:cubicBezTo>
                    <a:cubicBezTo>
                      <a:pt x="276405" y="486160"/>
                      <a:pt x="274521" y="487539"/>
                      <a:pt x="274521" y="487539"/>
                    </a:cubicBezTo>
                    <a:lnTo>
                      <a:pt x="273343" y="488548"/>
                    </a:lnTo>
                    <a:lnTo>
                      <a:pt x="271694" y="488750"/>
                    </a:lnTo>
                    <a:lnTo>
                      <a:pt x="269001" y="490130"/>
                    </a:lnTo>
                    <a:lnTo>
                      <a:pt x="270516" y="492215"/>
                    </a:lnTo>
                    <a:lnTo>
                      <a:pt x="269641" y="494032"/>
                    </a:lnTo>
                    <a:lnTo>
                      <a:pt x="268261" y="495714"/>
                    </a:lnTo>
                    <a:cubicBezTo>
                      <a:pt x="268261" y="495714"/>
                      <a:pt x="265299" y="496857"/>
                      <a:pt x="264996" y="496857"/>
                    </a:cubicBezTo>
                    <a:cubicBezTo>
                      <a:pt x="264727" y="496857"/>
                      <a:pt x="261900" y="497160"/>
                      <a:pt x="261664" y="497160"/>
                    </a:cubicBezTo>
                    <a:cubicBezTo>
                      <a:pt x="261429" y="497160"/>
                      <a:pt x="259847" y="498472"/>
                      <a:pt x="259847" y="498472"/>
                    </a:cubicBezTo>
                    <a:lnTo>
                      <a:pt x="258131" y="499919"/>
                    </a:lnTo>
                    <a:lnTo>
                      <a:pt x="257121" y="501365"/>
                    </a:lnTo>
                    <a:lnTo>
                      <a:pt x="256549" y="504056"/>
                    </a:lnTo>
                    <a:lnTo>
                      <a:pt x="257693" y="507387"/>
                    </a:lnTo>
                    <a:lnTo>
                      <a:pt x="258939" y="509338"/>
                    </a:lnTo>
                    <a:cubicBezTo>
                      <a:pt x="258939" y="509338"/>
                      <a:pt x="261833" y="509540"/>
                      <a:pt x="262136" y="509540"/>
                    </a:cubicBezTo>
                    <a:cubicBezTo>
                      <a:pt x="262439" y="509540"/>
                      <a:pt x="264155" y="509910"/>
                      <a:pt x="264155" y="509910"/>
                    </a:cubicBezTo>
                    <a:lnTo>
                      <a:pt x="266040" y="510717"/>
                    </a:lnTo>
                    <a:lnTo>
                      <a:pt x="266982" y="512534"/>
                    </a:lnTo>
                    <a:lnTo>
                      <a:pt x="267420" y="513341"/>
                    </a:lnTo>
                    <a:lnTo>
                      <a:pt x="266915" y="514283"/>
                    </a:lnTo>
                    <a:lnTo>
                      <a:pt x="266612" y="514787"/>
                    </a:lnTo>
                    <a:cubicBezTo>
                      <a:pt x="266612" y="514787"/>
                      <a:pt x="264660" y="517815"/>
                      <a:pt x="264222" y="518118"/>
                    </a:cubicBezTo>
                    <a:cubicBezTo>
                      <a:pt x="263785" y="518420"/>
                      <a:pt x="261968" y="520641"/>
                      <a:pt x="261765" y="520641"/>
                    </a:cubicBezTo>
                    <a:cubicBezTo>
                      <a:pt x="261564" y="520641"/>
                      <a:pt x="260083" y="521650"/>
                      <a:pt x="259814" y="521650"/>
                    </a:cubicBezTo>
                    <a:cubicBezTo>
                      <a:pt x="259510" y="521650"/>
                      <a:pt x="257929" y="522592"/>
                      <a:pt x="257929" y="522592"/>
                    </a:cubicBezTo>
                    <a:lnTo>
                      <a:pt x="256347" y="523164"/>
                    </a:lnTo>
                    <a:lnTo>
                      <a:pt x="253823" y="523534"/>
                    </a:lnTo>
                    <a:cubicBezTo>
                      <a:pt x="253823" y="523534"/>
                      <a:pt x="252140" y="523534"/>
                      <a:pt x="251804" y="523466"/>
                    </a:cubicBezTo>
                    <a:cubicBezTo>
                      <a:pt x="251434" y="523399"/>
                      <a:pt x="249616" y="523096"/>
                      <a:pt x="249616" y="523096"/>
                    </a:cubicBezTo>
                    <a:lnTo>
                      <a:pt x="247025" y="523231"/>
                    </a:lnTo>
                    <a:lnTo>
                      <a:pt x="242683" y="523231"/>
                    </a:lnTo>
                    <a:lnTo>
                      <a:pt x="240866" y="523668"/>
                    </a:lnTo>
                    <a:lnTo>
                      <a:pt x="238476" y="525115"/>
                    </a:lnTo>
                    <a:lnTo>
                      <a:pt x="239621" y="527503"/>
                    </a:lnTo>
                    <a:lnTo>
                      <a:pt x="241371" y="530699"/>
                    </a:lnTo>
                    <a:lnTo>
                      <a:pt x="241304" y="531641"/>
                    </a:lnTo>
                    <a:lnTo>
                      <a:pt x="241000" y="534668"/>
                    </a:lnTo>
                    <a:lnTo>
                      <a:pt x="235852" y="537124"/>
                    </a:lnTo>
                    <a:lnTo>
                      <a:pt x="233597" y="537763"/>
                    </a:lnTo>
                    <a:lnTo>
                      <a:pt x="231779" y="539344"/>
                    </a:lnTo>
                    <a:lnTo>
                      <a:pt x="228582" y="539714"/>
                    </a:lnTo>
                    <a:lnTo>
                      <a:pt x="225957" y="539916"/>
                    </a:lnTo>
                    <a:lnTo>
                      <a:pt x="224813" y="540353"/>
                    </a:lnTo>
                    <a:cubicBezTo>
                      <a:pt x="224813" y="540353"/>
                      <a:pt x="222356" y="541598"/>
                      <a:pt x="222053" y="541598"/>
                    </a:cubicBezTo>
                    <a:cubicBezTo>
                      <a:pt x="221784" y="541598"/>
                      <a:pt x="221683" y="541968"/>
                      <a:pt x="221683" y="541968"/>
                    </a:cubicBezTo>
                    <a:cubicBezTo>
                      <a:pt x="221683" y="541968"/>
                      <a:pt x="221481" y="544491"/>
                      <a:pt x="221481" y="544928"/>
                    </a:cubicBezTo>
                    <a:cubicBezTo>
                      <a:pt x="221481" y="545366"/>
                      <a:pt x="221784" y="546678"/>
                      <a:pt x="221784" y="546678"/>
                    </a:cubicBezTo>
                    <a:lnTo>
                      <a:pt x="221784" y="548124"/>
                    </a:lnTo>
                    <a:cubicBezTo>
                      <a:pt x="221784" y="548124"/>
                      <a:pt x="223837" y="550445"/>
                      <a:pt x="224005" y="550748"/>
                    </a:cubicBezTo>
                    <a:cubicBezTo>
                      <a:pt x="224140" y="551051"/>
                      <a:pt x="223669" y="552430"/>
                      <a:pt x="223669" y="552430"/>
                    </a:cubicBezTo>
                    <a:cubicBezTo>
                      <a:pt x="223669" y="552430"/>
                      <a:pt x="222356" y="554179"/>
                      <a:pt x="222154" y="554448"/>
                    </a:cubicBezTo>
                    <a:cubicBezTo>
                      <a:pt x="221919" y="554718"/>
                      <a:pt x="222861" y="556467"/>
                      <a:pt x="223096" y="556635"/>
                    </a:cubicBezTo>
                    <a:cubicBezTo>
                      <a:pt x="223332" y="556770"/>
                      <a:pt x="225553" y="558519"/>
                      <a:pt x="225553" y="558519"/>
                    </a:cubicBezTo>
                    <a:lnTo>
                      <a:pt x="227000" y="562085"/>
                    </a:lnTo>
                    <a:cubicBezTo>
                      <a:pt x="227000" y="562085"/>
                      <a:pt x="228649" y="563464"/>
                      <a:pt x="228952" y="563228"/>
                    </a:cubicBezTo>
                    <a:cubicBezTo>
                      <a:pt x="229255" y="563027"/>
                      <a:pt x="232049" y="563228"/>
                      <a:pt x="232049" y="563228"/>
                    </a:cubicBezTo>
                    <a:lnTo>
                      <a:pt x="235751" y="560975"/>
                    </a:lnTo>
                    <a:cubicBezTo>
                      <a:pt x="235751" y="560975"/>
                      <a:pt x="238342" y="559394"/>
                      <a:pt x="238443" y="559158"/>
                    </a:cubicBezTo>
                    <a:cubicBezTo>
                      <a:pt x="238510" y="558956"/>
                      <a:pt x="243289" y="554146"/>
                      <a:pt x="243289" y="554146"/>
                    </a:cubicBezTo>
                    <a:lnTo>
                      <a:pt x="244602" y="551825"/>
                    </a:lnTo>
                    <a:cubicBezTo>
                      <a:pt x="244602" y="551825"/>
                      <a:pt x="247866" y="551017"/>
                      <a:pt x="248068" y="550950"/>
                    </a:cubicBezTo>
                    <a:cubicBezTo>
                      <a:pt x="248270" y="550883"/>
                      <a:pt x="252107" y="550210"/>
                      <a:pt x="252107" y="550210"/>
                    </a:cubicBezTo>
                    <a:lnTo>
                      <a:pt x="257559" y="548057"/>
                    </a:lnTo>
                    <a:lnTo>
                      <a:pt x="263414" y="546981"/>
                    </a:lnTo>
                    <a:lnTo>
                      <a:pt x="267319" y="545837"/>
                    </a:lnTo>
                    <a:lnTo>
                      <a:pt x="273982" y="543314"/>
                    </a:lnTo>
                    <a:cubicBezTo>
                      <a:pt x="273982" y="543314"/>
                      <a:pt x="274857" y="543314"/>
                      <a:pt x="275732" y="542809"/>
                    </a:cubicBezTo>
                    <a:cubicBezTo>
                      <a:pt x="276607" y="542305"/>
                      <a:pt x="276809" y="542944"/>
                      <a:pt x="277112" y="542809"/>
                    </a:cubicBezTo>
                    <a:cubicBezTo>
                      <a:pt x="277415" y="542675"/>
                      <a:pt x="278862" y="542675"/>
                      <a:pt x="279064" y="542439"/>
                    </a:cubicBezTo>
                    <a:cubicBezTo>
                      <a:pt x="279299" y="542237"/>
                      <a:pt x="279771" y="541800"/>
                      <a:pt x="279771" y="541800"/>
                    </a:cubicBezTo>
                    <a:lnTo>
                      <a:pt x="279703" y="540723"/>
                    </a:lnTo>
                    <a:lnTo>
                      <a:pt x="279771" y="538638"/>
                    </a:lnTo>
                    <a:cubicBezTo>
                      <a:pt x="279771" y="538638"/>
                      <a:pt x="278761" y="537629"/>
                      <a:pt x="278256" y="537326"/>
                    </a:cubicBezTo>
                    <a:cubicBezTo>
                      <a:pt x="277751" y="537023"/>
                      <a:pt x="276304" y="536451"/>
                      <a:pt x="276304" y="536451"/>
                    </a:cubicBezTo>
                    <a:lnTo>
                      <a:pt x="273847" y="535139"/>
                    </a:lnTo>
                    <a:lnTo>
                      <a:pt x="272333" y="532549"/>
                    </a:lnTo>
                    <a:lnTo>
                      <a:pt x="272535" y="529858"/>
                    </a:lnTo>
                    <a:lnTo>
                      <a:pt x="272737" y="528041"/>
                    </a:lnTo>
                    <a:lnTo>
                      <a:pt x="274117" y="526729"/>
                    </a:lnTo>
                    <a:lnTo>
                      <a:pt x="274689" y="525720"/>
                    </a:lnTo>
                    <a:lnTo>
                      <a:pt x="276708" y="526158"/>
                    </a:lnTo>
                    <a:lnTo>
                      <a:pt x="278795" y="527234"/>
                    </a:lnTo>
                    <a:lnTo>
                      <a:pt x="281622" y="530194"/>
                    </a:lnTo>
                    <a:lnTo>
                      <a:pt x="282127" y="531876"/>
                    </a:lnTo>
                    <a:lnTo>
                      <a:pt x="286905" y="533693"/>
                    </a:lnTo>
                    <a:lnTo>
                      <a:pt x="289429" y="533693"/>
                    </a:lnTo>
                    <a:lnTo>
                      <a:pt x="289564" y="531304"/>
                    </a:lnTo>
                    <a:lnTo>
                      <a:pt x="288925" y="528916"/>
                    </a:lnTo>
                    <a:lnTo>
                      <a:pt x="289934" y="526729"/>
                    </a:lnTo>
                    <a:lnTo>
                      <a:pt x="290507" y="524274"/>
                    </a:lnTo>
                    <a:cubicBezTo>
                      <a:pt x="290507" y="524274"/>
                      <a:pt x="291516" y="523130"/>
                      <a:pt x="291954" y="522962"/>
                    </a:cubicBezTo>
                    <a:cubicBezTo>
                      <a:pt x="292391" y="522827"/>
                      <a:pt x="294141" y="521818"/>
                      <a:pt x="294141" y="521818"/>
                    </a:cubicBezTo>
                    <a:cubicBezTo>
                      <a:pt x="294141" y="521818"/>
                      <a:pt x="295588" y="522255"/>
                      <a:pt x="296464" y="521818"/>
                    </a:cubicBezTo>
                    <a:cubicBezTo>
                      <a:pt x="297339" y="521381"/>
                      <a:pt x="297776" y="520943"/>
                      <a:pt x="297776" y="520943"/>
                    </a:cubicBezTo>
                    <a:lnTo>
                      <a:pt x="298213" y="520372"/>
                    </a:lnTo>
                    <a:cubicBezTo>
                      <a:pt x="298213" y="520372"/>
                      <a:pt x="298651" y="518622"/>
                      <a:pt x="298651" y="518050"/>
                    </a:cubicBezTo>
                    <a:cubicBezTo>
                      <a:pt x="298651" y="517479"/>
                      <a:pt x="299661" y="515157"/>
                      <a:pt x="299661" y="515157"/>
                    </a:cubicBezTo>
                    <a:lnTo>
                      <a:pt x="301848" y="513274"/>
                    </a:lnTo>
                    <a:cubicBezTo>
                      <a:pt x="301848" y="513274"/>
                      <a:pt x="304742" y="511390"/>
                      <a:pt x="305180" y="511087"/>
                    </a:cubicBezTo>
                    <a:cubicBezTo>
                      <a:pt x="305617" y="510784"/>
                      <a:pt x="307939" y="510078"/>
                      <a:pt x="307939" y="510078"/>
                    </a:cubicBezTo>
                    <a:cubicBezTo>
                      <a:pt x="307939" y="510078"/>
                      <a:pt x="308209" y="508934"/>
                      <a:pt x="308209" y="507891"/>
                    </a:cubicBezTo>
                    <a:cubicBezTo>
                      <a:pt x="308209" y="506882"/>
                      <a:pt x="306930" y="504426"/>
                      <a:pt x="306930" y="504426"/>
                    </a:cubicBezTo>
                    <a:cubicBezTo>
                      <a:pt x="306930" y="504426"/>
                      <a:pt x="305483" y="504561"/>
                      <a:pt x="305045" y="504426"/>
                    </a:cubicBezTo>
                    <a:cubicBezTo>
                      <a:pt x="304608" y="504292"/>
                      <a:pt x="304911" y="502105"/>
                      <a:pt x="305045" y="501533"/>
                    </a:cubicBezTo>
                    <a:cubicBezTo>
                      <a:pt x="305180" y="500961"/>
                      <a:pt x="306055" y="499347"/>
                      <a:pt x="306055" y="499347"/>
                    </a:cubicBezTo>
                    <a:lnTo>
                      <a:pt x="306930" y="497026"/>
                    </a:lnTo>
                    <a:lnTo>
                      <a:pt x="310598" y="493998"/>
                    </a:lnTo>
                    <a:lnTo>
                      <a:pt x="311709" y="492686"/>
                    </a:lnTo>
                    <a:cubicBezTo>
                      <a:pt x="311709" y="492686"/>
                      <a:pt x="315040" y="490937"/>
                      <a:pt x="315613" y="490937"/>
                    </a:cubicBezTo>
                    <a:cubicBezTo>
                      <a:pt x="316185" y="490937"/>
                      <a:pt x="316623" y="488481"/>
                      <a:pt x="316623" y="488481"/>
                    </a:cubicBezTo>
                    <a:lnTo>
                      <a:pt x="320089" y="487472"/>
                    </a:lnTo>
                    <a:lnTo>
                      <a:pt x="322849" y="485285"/>
                    </a:lnTo>
                    <a:lnTo>
                      <a:pt x="323421" y="482258"/>
                    </a:lnTo>
                    <a:lnTo>
                      <a:pt x="323858" y="480239"/>
                    </a:lnTo>
                    <a:lnTo>
                      <a:pt x="327493" y="478356"/>
                    </a:lnTo>
                    <a:cubicBezTo>
                      <a:pt x="327493" y="478356"/>
                      <a:pt x="333147" y="475160"/>
                      <a:pt x="333584" y="475025"/>
                    </a:cubicBezTo>
                    <a:cubicBezTo>
                      <a:pt x="334022" y="474891"/>
                      <a:pt x="339238" y="469946"/>
                      <a:pt x="339238" y="469946"/>
                    </a:cubicBezTo>
                    <a:lnTo>
                      <a:pt x="345330" y="464597"/>
                    </a:lnTo>
                    <a:lnTo>
                      <a:pt x="352936" y="458306"/>
                    </a:lnTo>
                    <a:lnTo>
                      <a:pt x="356638" y="456355"/>
                    </a:lnTo>
                    <a:cubicBezTo>
                      <a:pt x="356638" y="456355"/>
                      <a:pt x="360407" y="453261"/>
                      <a:pt x="360474" y="452958"/>
                    </a:cubicBezTo>
                    <a:cubicBezTo>
                      <a:pt x="360542" y="452655"/>
                      <a:pt x="362224" y="450939"/>
                      <a:pt x="362662" y="450569"/>
                    </a:cubicBezTo>
                    <a:cubicBezTo>
                      <a:pt x="363099" y="450199"/>
                      <a:pt x="365623" y="448988"/>
                      <a:pt x="366128" y="448551"/>
                    </a:cubicBezTo>
                    <a:cubicBezTo>
                      <a:pt x="366633" y="448114"/>
                      <a:pt x="368215" y="447912"/>
                      <a:pt x="368518" y="447811"/>
                    </a:cubicBezTo>
                    <a:cubicBezTo>
                      <a:pt x="368787" y="447744"/>
                      <a:pt x="370335" y="446869"/>
                      <a:pt x="370335" y="446869"/>
                    </a:cubicBezTo>
                    <a:lnTo>
                      <a:pt x="372523" y="444918"/>
                    </a:lnTo>
                    <a:lnTo>
                      <a:pt x="374542" y="442899"/>
                    </a:lnTo>
                    <a:lnTo>
                      <a:pt x="376561" y="442092"/>
                    </a:lnTo>
                    <a:lnTo>
                      <a:pt x="379826" y="441789"/>
                    </a:lnTo>
                    <a:lnTo>
                      <a:pt x="382585" y="439838"/>
                    </a:lnTo>
                    <a:lnTo>
                      <a:pt x="385917" y="439838"/>
                    </a:lnTo>
                    <a:lnTo>
                      <a:pt x="389518" y="439838"/>
                    </a:lnTo>
                    <a:lnTo>
                      <a:pt x="393153" y="439838"/>
                    </a:lnTo>
                    <a:lnTo>
                      <a:pt x="395038" y="438257"/>
                    </a:lnTo>
                    <a:lnTo>
                      <a:pt x="396788" y="436373"/>
                    </a:lnTo>
                    <a:lnTo>
                      <a:pt x="396350" y="434490"/>
                    </a:lnTo>
                    <a:lnTo>
                      <a:pt x="395475" y="432034"/>
                    </a:lnTo>
                    <a:lnTo>
                      <a:pt x="393725" y="430285"/>
                    </a:lnTo>
                    <a:lnTo>
                      <a:pt x="393860" y="425508"/>
                    </a:lnTo>
                    <a:lnTo>
                      <a:pt x="398639" y="424768"/>
                    </a:lnTo>
                    <a:lnTo>
                      <a:pt x="401971" y="423187"/>
                    </a:lnTo>
                    <a:lnTo>
                      <a:pt x="405168" y="424196"/>
                    </a:lnTo>
                    <a:lnTo>
                      <a:pt x="407355" y="424196"/>
                    </a:lnTo>
                    <a:lnTo>
                      <a:pt x="409105" y="425508"/>
                    </a:lnTo>
                    <a:cubicBezTo>
                      <a:pt x="409105" y="425508"/>
                      <a:pt x="412302" y="425373"/>
                      <a:pt x="413009" y="425070"/>
                    </a:cubicBezTo>
                    <a:cubicBezTo>
                      <a:pt x="413750" y="424768"/>
                      <a:pt x="416644" y="425070"/>
                      <a:pt x="416644" y="425070"/>
                    </a:cubicBezTo>
                    <a:lnTo>
                      <a:pt x="420144" y="422615"/>
                    </a:lnTo>
                    <a:lnTo>
                      <a:pt x="422466" y="419991"/>
                    </a:lnTo>
                    <a:lnTo>
                      <a:pt x="424485" y="418544"/>
                    </a:lnTo>
                    <a:lnTo>
                      <a:pt x="425933" y="416526"/>
                    </a:lnTo>
                    <a:lnTo>
                      <a:pt x="427817" y="414945"/>
                    </a:lnTo>
                    <a:lnTo>
                      <a:pt x="429264" y="412052"/>
                    </a:lnTo>
                    <a:cubicBezTo>
                      <a:pt x="429264" y="412052"/>
                      <a:pt x="430712" y="411917"/>
                      <a:pt x="431452" y="411749"/>
                    </a:cubicBezTo>
                    <a:cubicBezTo>
                      <a:pt x="432159" y="411615"/>
                      <a:pt x="433034" y="411615"/>
                      <a:pt x="433034" y="411615"/>
                    </a:cubicBezTo>
                    <a:lnTo>
                      <a:pt x="436938" y="412187"/>
                    </a:lnTo>
                    <a:lnTo>
                      <a:pt x="438082" y="413498"/>
                    </a:lnTo>
                    <a:lnTo>
                      <a:pt x="441716" y="415517"/>
                    </a:lnTo>
                    <a:lnTo>
                      <a:pt x="445183" y="415517"/>
                    </a:lnTo>
                    <a:lnTo>
                      <a:pt x="448683" y="413768"/>
                    </a:lnTo>
                    <a:lnTo>
                      <a:pt x="454203" y="413768"/>
                    </a:lnTo>
                    <a:lnTo>
                      <a:pt x="459116" y="412018"/>
                    </a:lnTo>
                    <a:lnTo>
                      <a:pt x="463323" y="412018"/>
                    </a:lnTo>
                    <a:lnTo>
                      <a:pt x="464333" y="412018"/>
                    </a:lnTo>
                    <a:lnTo>
                      <a:pt x="468674" y="412018"/>
                    </a:lnTo>
                    <a:cubicBezTo>
                      <a:pt x="468674" y="412018"/>
                      <a:pt x="469986" y="411009"/>
                      <a:pt x="470559" y="410706"/>
                    </a:cubicBezTo>
                    <a:cubicBezTo>
                      <a:pt x="471130" y="410437"/>
                      <a:pt x="472006" y="409260"/>
                      <a:pt x="472006" y="409260"/>
                    </a:cubicBezTo>
                    <a:lnTo>
                      <a:pt x="473015" y="408385"/>
                    </a:lnTo>
                    <a:cubicBezTo>
                      <a:pt x="473015" y="408385"/>
                      <a:pt x="474597" y="407511"/>
                      <a:pt x="475337" y="406939"/>
                    </a:cubicBezTo>
                    <a:cubicBezTo>
                      <a:pt x="476044" y="406367"/>
                      <a:pt x="476347" y="405795"/>
                      <a:pt x="476347" y="405795"/>
                    </a:cubicBezTo>
                    <a:lnTo>
                      <a:pt x="476482" y="404483"/>
                    </a:lnTo>
                    <a:lnTo>
                      <a:pt x="475607" y="402465"/>
                    </a:lnTo>
                    <a:lnTo>
                      <a:pt x="475607" y="399841"/>
                    </a:lnTo>
                    <a:lnTo>
                      <a:pt x="476246" y="397654"/>
                    </a:lnTo>
                    <a:lnTo>
                      <a:pt x="477188" y="396073"/>
                    </a:lnTo>
                    <a:lnTo>
                      <a:pt x="478198" y="394627"/>
                    </a:lnTo>
                    <a:lnTo>
                      <a:pt x="480789" y="394627"/>
                    </a:lnTo>
                    <a:lnTo>
                      <a:pt x="482539" y="393752"/>
                    </a:lnTo>
                    <a:lnTo>
                      <a:pt x="482539" y="392003"/>
                    </a:lnTo>
                    <a:lnTo>
                      <a:pt x="482843" y="389682"/>
                    </a:lnTo>
                    <a:lnTo>
                      <a:pt x="482539" y="386654"/>
                    </a:lnTo>
                    <a:lnTo>
                      <a:pt x="480958" y="383458"/>
                    </a:lnTo>
                    <a:lnTo>
                      <a:pt x="480520" y="379825"/>
                    </a:lnTo>
                    <a:lnTo>
                      <a:pt x="480655" y="377201"/>
                    </a:lnTo>
                    <a:lnTo>
                      <a:pt x="481227" y="373434"/>
                    </a:lnTo>
                    <a:lnTo>
                      <a:pt x="484693" y="370406"/>
                    </a:lnTo>
                    <a:cubicBezTo>
                      <a:pt x="484693" y="370406"/>
                      <a:pt x="489607" y="368220"/>
                      <a:pt x="490650" y="367648"/>
                    </a:cubicBezTo>
                    <a:cubicBezTo>
                      <a:pt x="491660" y="367076"/>
                      <a:pt x="492669" y="364183"/>
                      <a:pt x="492669" y="364183"/>
                    </a:cubicBezTo>
                    <a:lnTo>
                      <a:pt x="496439" y="360852"/>
                    </a:lnTo>
                    <a:lnTo>
                      <a:pt x="496742" y="358094"/>
                    </a:lnTo>
                    <a:lnTo>
                      <a:pt x="499804" y="353519"/>
                    </a:lnTo>
                    <a:lnTo>
                      <a:pt x="501891" y="350054"/>
                    </a:lnTo>
                    <a:lnTo>
                      <a:pt x="503910" y="348641"/>
                    </a:lnTo>
                    <a:lnTo>
                      <a:pt x="505862" y="346522"/>
                    </a:lnTo>
                    <a:lnTo>
                      <a:pt x="508858" y="343326"/>
                    </a:lnTo>
                    <a:lnTo>
                      <a:pt x="512559" y="339861"/>
                    </a:lnTo>
                    <a:lnTo>
                      <a:pt x="516026" y="337910"/>
                    </a:lnTo>
                    <a:lnTo>
                      <a:pt x="520603" y="335724"/>
                    </a:lnTo>
                    <a:lnTo>
                      <a:pt x="524069" y="333974"/>
                    </a:lnTo>
                    <a:lnTo>
                      <a:pt x="526257" y="332023"/>
                    </a:lnTo>
                    <a:lnTo>
                      <a:pt x="527569" y="330947"/>
                    </a:lnTo>
                    <a:lnTo>
                      <a:pt x="531271" y="327246"/>
                    </a:lnTo>
                    <a:lnTo>
                      <a:pt x="535175" y="323546"/>
                    </a:lnTo>
                    <a:lnTo>
                      <a:pt x="536925" y="319207"/>
                    </a:lnTo>
                    <a:lnTo>
                      <a:pt x="541704" y="316179"/>
                    </a:lnTo>
                    <a:lnTo>
                      <a:pt x="544531" y="313151"/>
                    </a:lnTo>
                    <a:lnTo>
                      <a:pt x="547796" y="309451"/>
                    </a:lnTo>
                    <a:lnTo>
                      <a:pt x="551060" y="309451"/>
                    </a:lnTo>
                    <a:lnTo>
                      <a:pt x="554762" y="307702"/>
                    </a:lnTo>
                    <a:lnTo>
                      <a:pt x="559541" y="307702"/>
                    </a:lnTo>
                    <a:lnTo>
                      <a:pt x="563445" y="306625"/>
                    </a:lnTo>
                    <a:lnTo>
                      <a:pt x="566070" y="305112"/>
                    </a:lnTo>
                    <a:lnTo>
                      <a:pt x="567383" y="301848"/>
                    </a:lnTo>
                    <a:lnTo>
                      <a:pt x="569335" y="296399"/>
                    </a:lnTo>
                    <a:lnTo>
                      <a:pt x="575628" y="293371"/>
                    </a:lnTo>
                    <a:lnTo>
                      <a:pt x="582729" y="286912"/>
                    </a:lnTo>
                    <a:lnTo>
                      <a:pt x="584479" y="283515"/>
                    </a:lnTo>
                    <a:lnTo>
                      <a:pt x="587441" y="280891"/>
                    </a:lnTo>
                    <a:cubicBezTo>
                      <a:pt x="587441" y="280891"/>
                      <a:pt x="589898" y="278301"/>
                      <a:pt x="590066" y="277998"/>
                    </a:cubicBezTo>
                    <a:cubicBezTo>
                      <a:pt x="590200" y="277695"/>
                      <a:pt x="591883" y="274802"/>
                      <a:pt x="591883" y="274802"/>
                    </a:cubicBezTo>
                    <a:lnTo>
                      <a:pt x="592018" y="273995"/>
                    </a:lnTo>
                    <a:lnTo>
                      <a:pt x="591951" y="272313"/>
                    </a:lnTo>
                    <a:cubicBezTo>
                      <a:pt x="591951" y="272313"/>
                      <a:pt x="591951" y="269992"/>
                      <a:pt x="591580" y="269487"/>
                    </a:cubicBezTo>
                    <a:cubicBezTo>
                      <a:pt x="591210" y="268983"/>
                      <a:pt x="590705" y="267906"/>
                      <a:pt x="590705" y="267906"/>
                    </a:cubicBezTo>
                    <a:cubicBezTo>
                      <a:pt x="590705" y="267906"/>
                      <a:pt x="588888" y="267704"/>
                      <a:pt x="588686" y="267839"/>
                    </a:cubicBezTo>
                    <a:cubicBezTo>
                      <a:pt x="588451" y="267973"/>
                      <a:pt x="587542" y="268915"/>
                      <a:pt x="587104" y="269353"/>
                    </a:cubicBezTo>
                    <a:cubicBezTo>
                      <a:pt x="586667" y="269790"/>
                      <a:pt x="585422" y="271236"/>
                      <a:pt x="585085" y="271236"/>
                    </a:cubicBezTo>
                    <a:cubicBezTo>
                      <a:pt x="584715" y="271236"/>
                      <a:pt x="582124" y="271035"/>
                      <a:pt x="581820" y="271035"/>
                    </a:cubicBezTo>
                    <a:cubicBezTo>
                      <a:pt x="581551" y="271035"/>
                      <a:pt x="581619" y="269016"/>
                      <a:pt x="581619" y="269016"/>
                    </a:cubicBezTo>
                    <a:lnTo>
                      <a:pt x="582763" y="267570"/>
                    </a:lnTo>
                    <a:cubicBezTo>
                      <a:pt x="582763" y="267570"/>
                      <a:pt x="584345" y="265820"/>
                      <a:pt x="584513" y="265383"/>
                    </a:cubicBezTo>
                    <a:cubicBezTo>
                      <a:pt x="584648" y="264946"/>
                      <a:pt x="586532" y="263802"/>
                      <a:pt x="586532" y="263802"/>
                    </a:cubicBezTo>
                    <a:lnTo>
                      <a:pt x="588720" y="261616"/>
                    </a:lnTo>
                    <a:lnTo>
                      <a:pt x="588720" y="259160"/>
                    </a:lnTo>
                    <a:cubicBezTo>
                      <a:pt x="588720" y="259160"/>
                      <a:pt x="589157" y="256973"/>
                      <a:pt x="589157" y="256401"/>
                    </a:cubicBezTo>
                    <a:cubicBezTo>
                      <a:pt x="589157" y="255829"/>
                      <a:pt x="589595" y="254517"/>
                      <a:pt x="589595" y="254517"/>
                    </a:cubicBezTo>
                    <a:lnTo>
                      <a:pt x="590470" y="251187"/>
                    </a:lnTo>
                    <a:lnTo>
                      <a:pt x="590470" y="248160"/>
                    </a:lnTo>
                    <a:lnTo>
                      <a:pt x="590672" y="246713"/>
                    </a:lnTo>
                    <a:lnTo>
                      <a:pt x="593196" y="245704"/>
                    </a:lnTo>
                    <a:cubicBezTo>
                      <a:pt x="593196" y="245704"/>
                      <a:pt x="595652" y="244392"/>
                      <a:pt x="596090" y="243955"/>
                    </a:cubicBezTo>
                    <a:cubicBezTo>
                      <a:pt x="596292" y="243484"/>
                      <a:pt x="595888" y="241734"/>
                      <a:pt x="595888" y="241734"/>
                    </a:cubicBezTo>
                    <a:close/>
                  </a:path>
                </a:pathLst>
              </a:custGeom>
              <a:grpFill/>
              <a:ln w="6350" cap="flat">
                <a:solidFill>
                  <a:schemeClr val="bg1"/>
                </a:solidFill>
                <a:prstDash val="solid"/>
                <a:miter/>
              </a:ln>
            </p:spPr>
            <p:txBody>
              <a:bodyPr rtlCol="0" anchor="ctr"/>
              <a:lstStyle/>
              <a:p>
                <a:endParaRPr lang="en-US"/>
              </a:p>
            </p:txBody>
          </p:sp>
          <p:sp>
            <p:nvSpPr>
              <p:cNvPr id="207" name="Freeform 924">
                <a:extLst>
                  <a:ext uri="{FF2B5EF4-FFF2-40B4-BE49-F238E27FC236}">
                    <a16:creationId xmlns:a16="http://schemas.microsoft.com/office/drawing/2014/main" id="{2EF62CB4-73F3-1612-A726-5BBB81415164}"/>
                  </a:ext>
                </a:extLst>
              </p:cNvPr>
              <p:cNvSpPr/>
              <p:nvPr/>
            </p:nvSpPr>
            <p:spPr>
              <a:xfrm>
                <a:off x="6164299" y="1651739"/>
                <a:ext cx="17365" cy="17122"/>
              </a:xfrm>
              <a:custGeom>
                <a:avLst/>
                <a:gdLst>
                  <a:gd name="connsiteX0" fmla="*/ 0 w 17365"/>
                  <a:gd name="connsiteY0" fmla="*/ 7132 h 17122"/>
                  <a:gd name="connsiteX1" fmla="*/ 0 w 17365"/>
                  <a:gd name="connsiteY1" fmla="*/ 12346 h 17122"/>
                  <a:gd name="connsiteX2" fmla="*/ 539 w 17365"/>
                  <a:gd name="connsiteY2" fmla="*/ 16248 h 17122"/>
                  <a:gd name="connsiteX3" fmla="*/ 4005 w 17365"/>
                  <a:gd name="connsiteY3" fmla="*/ 17123 h 17122"/>
                  <a:gd name="connsiteX4" fmla="*/ 9020 w 17365"/>
                  <a:gd name="connsiteY4" fmla="*/ 15508 h 17122"/>
                  <a:gd name="connsiteX5" fmla="*/ 10971 w 17365"/>
                  <a:gd name="connsiteY5" fmla="*/ 14633 h 17122"/>
                  <a:gd name="connsiteX6" fmla="*/ 14135 w 17365"/>
                  <a:gd name="connsiteY6" fmla="*/ 13456 h 17122"/>
                  <a:gd name="connsiteX7" fmla="*/ 15649 w 17365"/>
                  <a:gd name="connsiteY7" fmla="*/ 12144 h 17122"/>
                  <a:gd name="connsiteX8" fmla="*/ 16390 w 17365"/>
                  <a:gd name="connsiteY8" fmla="*/ 11067 h 17122"/>
                  <a:gd name="connsiteX9" fmla="*/ 16928 w 17365"/>
                  <a:gd name="connsiteY9" fmla="*/ 8343 h 17122"/>
                  <a:gd name="connsiteX10" fmla="*/ 17366 w 17365"/>
                  <a:gd name="connsiteY10" fmla="*/ 7132 h 17122"/>
                  <a:gd name="connsiteX11" fmla="*/ 17366 w 17365"/>
                  <a:gd name="connsiteY11" fmla="*/ 3667 h 17122"/>
                  <a:gd name="connsiteX12" fmla="*/ 17366 w 17365"/>
                  <a:gd name="connsiteY12" fmla="*/ 1076 h 17122"/>
                  <a:gd name="connsiteX13" fmla="*/ 16491 w 17365"/>
                  <a:gd name="connsiteY13" fmla="*/ 1076 h 17122"/>
                  <a:gd name="connsiteX14" fmla="*/ 13125 w 17365"/>
                  <a:gd name="connsiteY14" fmla="*/ 0 h 17122"/>
                  <a:gd name="connsiteX15" fmla="*/ 11813 w 17365"/>
                  <a:gd name="connsiteY15" fmla="*/ 1413 h 17122"/>
                  <a:gd name="connsiteX16" fmla="*/ 10938 w 17365"/>
                  <a:gd name="connsiteY16" fmla="*/ 3801 h 17122"/>
                  <a:gd name="connsiteX17" fmla="*/ 8649 w 17365"/>
                  <a:gd name="connsiteY17" fmla="*/ 4339 h 17122"/>
                  <a:gd name="connsiteX18" fmla="*/ 4611 w 17365"/>
                  <a:gd name="connsiteY18" fmla="*/ 4777 h 17122"/>
                  <a:gd name="connsiteX19" fmla="*/ 2221 w 17365"/>
                  <a:gd name="connsiteY19" fmla="*/ 5551 h 17122"/>
                  <a:gd name="connsiteX20" fmla="*/ 0 w 17365"/>
                  <a:gd name="connsiteY20" fmla="*/ 7132 h 1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365" h="17122">
                    <a:moveTo>
                      <a:pt x="0" y="7132"/>
                    </a:moveTo>
                    <a:lnTo>
                      <a:pt x="0" y="12346"/>
                    </a:lnTo>
                    <a:lnTo>
                      <a:pt x="539" y="16248"/>
                    </a:lnTo>
                    <a:lnTo>
                      <a:pt x="4005" y="17123"/>
                    </a:lnTo>
                    <a:lnTo>
                      <a:pt x="9020" y="15508"/>
                    </a:lnTo>
                    <a:cubicBezTo>
                      <a:pt x="9020" y="15508"/>
                      <a:pt x="10669" y="14633"/>
                      <a:pt x="10971" y="14633"/>
                    </a:cubicBezTo>
                    <a:cubicBezTo>
                      <a:pt x="11308" y="14633"/>
                      <a:pt x="14135" y="13456"/>
                      <a:pt x="14135" y="13456"/>
                    </a:cubicBezTo>
                    <a:lnTo>
                      <a:pt x="15649" y="12144"/>
                    </a:lnTo>
                    <a:lnTo>
                      <a:pt x="16390" y="11067"/>
                    </a:lnTo>
                    <a:lnTo>
                      <a:pt x="16928" y="8343"/>
                    </a:lnTo>
                    <a:lnTo>
                      <a:pt x="17366" y="7132"/>
                    </a:lnTo>
                    <a:lnTo>
                      <a:pt x="17366" y="3667"/>
                    </a:lnTo>
                    <a:lnTo>
                      <a:pt x="17366" y="1076"/>
                    </a:lnTo>
                    <a:lnTo>
                      <a:pt x="16491" y="1076"/>
                    </a:lnTo>
                    <a:lnTo>
                      <a:pt x="13125" y="0"/>
                    </a:lnTo>
                    <a:lnTo>
                      <a:pt x="11813" y="1413"/>
                    </a:lnTo>
                    <a:lnTo>
                      <a:pt x="10938" y="3801"/>
                    </a:lnTo>
                    <a:lnTo>
                      <a:pt x="8649" y="4339"/>
                    </a:lnTo>
                    <a:lnTo>
                      <a:pt x="4611" y="4777"/>
                    </a:lnTo>
                    <a:lnTo>
                      <a:pt x="2221" y="5551"/>
                    </a:lnTo>
                    <a:lnTo>
                      <a:pt x="0" y="7132"/>
                    </a:lnTo>
                    <a:close/>
                  </a:path>
                </a:pathLst>
              </a:custGeom>
              <a:grpFill/>
              <a:ln w="6350" cap="flat">
                <a:solidFill>
                  <a:schemeClr val="bg1"/>
                </a:solidFill>
                <a:prstDash val="solid"/>
                <a:miter/>
              </a:ln>
            </p:spPr>
            <p:txBody>
              <a:bodyPr rtlCol="0" anchor="ctr"/>
              <a:lstStyle/>
              <a:p>
                <a:endParaRPr lang="en-US"/>
              </a:p>
            </p:txBody>
          </p:sp>
          <p:sp>
            <p:nvSpPr>
              <p:cNvPr id="208" name="Freeform 925">
                <a:extLst>
                  <a:ext uri="{FF2B5EF4-FFF2-40B4-BE49-F238E27FC236}">
                    <a16:creationId xmlns:a16="http://schemas.microsoft.com/office/drawing/2014/main" id="{11CC7DE1-E539-00A6-09E5-FBD7EA1AAB6B}"/>
                  </a:ext>
                </a:extLst>
              </p:cNvPr>
              <p:cNvSpPr/>
              <p:nvPr/>
            </p:nvSpPr>
            <p:spPr>
              <a:xfrm>
                <a:off x="6167462" y="1670174"/>
                <a:ext cx="17063" cy="11605"/>
              </a:xfrm>
              <a:custGeom>
                <a:avLst/>
                <a:gdLst>
                  <a:gd name="connsiteX0" fmla="*/ 2491 w 17063"/>
                  <a:gd name="connsiteY0" fmla="*/ 2220 h 11605"/>
                  <a:gd name="connsiteX1" fmla="*/ 4544 w 17063"/>
                  <a:gd name="connsiteY1" fmla="*/ 0 h 11605"/>
                  <a:gd name="connsiteX2" fmla="*/ 8145 w 17063"/>
                  <a:gd name="connsiteY2" fmla="*/ 0 h 11605"/>
                  <a:gd name="connsiteX3" fmla="*/ 11611 w 17063"/>
                  <a:gd name="connsiteY3" fmla="*/ 0 h 11605"/>
                  <a:gd name="connsiteX4" fmla="*/ 14236 w 17063"/>
                  <a:gd name="connsiteY4" fmla="*/ 2590 h 11605"/>
                  <a:gd name="connsiteX5" fmla="*/ 15313 w 17063"/>
                  <a:gd name="connsiteY5" fmla="*/ 5416 h 11605"/>
                  <a:gd name="connsiteX6" fmla="*/ 15953 w 17063"/>
                  <a:gd name="connsiteY6" fmla="*/ 7804 h 11605"/>
                  <a:gd name="connsiteX7" fmla="*/ 17063 w 17063"/>
                  <a:gd name="connsiteY7" fmla="*/ 8612 h 11605"/>
                  <a:gd name="connsiteX8" fmla="*/ 14236 w 17063"/>
                  <a:gd name="connsiteY8" fmla="*/ 10428 h 11605"/>
                  <a:gd name="connsiteX9" fmla="*/ 11611 w 17063"/>
                  <a:gd name="connsiteY9" fmla="*/ 10428 h 11605"/>
                  <a:gd name="connsiteX10" fmla="*/ 6630 w 17063"/>
                  <a:gd name="connsiteY10" fmla="*/ 11606 h 11605"/>
                  <a:gd name="connsiteX11" fmla="*/ 1515 w 17063"/>
                  <a:gd name="connsiteY11" fmla="*/ 10327 h 11605"/>
                  <a:gd name="connsiteX12" fmla="*/ 0 w 17063"/>
                  <a:gd name="connsiteY12" fmla="*/ 8040 h 11605"/>
                  <a:gd name="connsiteX13" fmla="*/ 539 w 17063"/>
                  <a:gd name="connsiteY13" fmla="*/ 5820 h 11605"/>
                  <a:gd name="connsiteX14" fmla="*/ 976 w 17063"/>
                  <a:gd name="connsiteY14" fmla="*/ 3364 h 1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63" h="11605">
                    <a:moveTo>
                      <a:pt x="2491" y="2220"/>
                    </a:moveTo>
                    <a:lnTo>
                      <a:pt x="4544" y="0"/>
                    </a:lnTo>
                    <a:lnTo>
                      <a:pt x="8145" y="0"/>
                    </a:lnTo>
                    <a:lnTo>
                      <a:pt x="11611" y="0"/>
                    </a:lnTo>
                    <a:lnTo>
                      <a:pt x="14236" y="2590"/>
                    </a:lnTo>
                    <a:lnTo>
                      <a:pt x="15313" y="5416"/>
                    </a:lnTo>
                    <a:lnTo>
                      <a:pt x="15953" y="7804"/>
                    </a:lnTo>
                    <a:lnTo>
                      <a:pt x="17063" y="8612"/>
                    </a:lnTo>
                    <a:lnTo>
                      <a:pt x="14236" y="10428"/>
                    </a:lnTo>
                    <a:lnTo>
                      <a:pt x="11611" y="10428"/>
                    </a:lnTo>
                    <a:lnTo>
                      <a:pt x="6630" y="11606"/>
                    </a:lnTo>
                    <a:lnTo>
                      <a:pt x="1515" y="10327"/>
                    </a:lnTo>
                    <a:lnTo>
                      <a:pt x="0" y="8040"/>
                    </a:lnTo>
                    <a:lnTo>
                      <a:pt x="539" y="5820"/>
                    </a:lnTo>
                    <a:lnTo>
                      <a:pt x="976" y="3364"/>
                    </a:lnTo>
                    <a:close/>
                  </a:path>
                </a:pathLst>
              </a:custGeom>
              <a:grpFill/>
              <a:ln w="6350" cap="flat">
                <a:solidFill>
                  <a:schemeClr val="bg1"/>
                </a:solidFill>
                <a:prstDash val="solid"/>
                <a:miter/>
              </a:ln>
            </p:spPr>
            <p:txBody>
              <a:bodyPr rtlCol="0" anchor="ctr"/>
              <a:lstStyle/>
              <a:p>
                <a:endParaRPr lang="en-US"/>
              </a:p>
            </p:txBody>
          </p:sp>
          <p:sp>
            <p:nvSpPr>
              <p:cNvPr id="209" name="Freeform 926">
                <a:extLst>
                  <a:ext uri="{FF2B5EF4-FFF2-40B4-BE49-F238E27FC236}">
                    <a16:creationId xmlns:a16="http://schemas.microsoft.com/office/drawing/2014/main" id="{E085676A-F398-2DB8-4542-828CA0D48C8E}"/>
                  </a:ext>
                </a:extLst>
              </p:cNvPr>
              <p:cNvSpPr/>
              <p:nvPr/>
            </p:nvSpPr>
            <p:spPr>
              <a:xfrm>
                <a:off x="6286094" y="1672596"/>
                <a:ext cx="8649" cy="10226"/>
              </a:xfrm>
              <a:custGeom>
                <a:avLst/>
                <a:gdLst>
                  <a:gd name="connsiteX0" fmla="*/ 942 w 8649"/>
                  <a:gd name="connsiteY0" fmla="*/ 6190 h 10226"/>
                  <a:gd name="connsiteX1" fmla="*/ 3702 w 8649"/>
                  <a:gd name="connsiteY1" fmla="*/ 7569 h 10226"/>
                  <a:gd name="connsiteX2" fmla="*/ 6698 w 8649"/>
                  <a:gd name="connsiteY2" fmla="*/ 8612 h 10226"/>
                  <a:gd name="connsiteX3" fmla="*/ 7034 w 8649"/>
                  <a:gd name="connsiteY3" fmla="*/ 10226 h 10226"/>
                  <a:gd name="connsiteX4" fmla="*/ 8010 w 8649"/>
                  <a:gd name="connsiteY4" fmla="*/ 8477 h 10226"/>
                  <a:gd name="connsiteX5" fmla="*/ 8649 w 8649"/>
                  <a:gd name="connsiteY5" fmla="*/ 5652 h 10226"/>
                  <a:gd name="connsiteX6" fmla="*/ 8649 w 8649"/>
                  <a:gd name="connsiteY6" fmla="*/ 3633 h 10226"/>
                  <a:gd name="connsiteX7" fmla="*/ 7000 w 8649"/>
                  <a:gd name="connsiteY7" fmla="*/ 370 h 10226"/>
                  <a:gd name="connsiteX8" fmla="*/ 5318 w 8649"/>
                  <a:gd name="connsiteY8" fmla="*/ 0 h 10226"/>
                  <a:gd name="connsiteX9" fmla="*/ 3837 w 8649"/>
                  <a:gd name="connsiteY9" fmla="*/ 606 h 10226"/>
                  <a:gd name="connsiteX10" fmla="*/ 371 w 8649"/>
                  <a:gd name="connsiteY10" fmla="*/ 2018 h 10226"/>
                  <a:gd name="connsiteX11" fmla="*/ 0 w 8649"/>
                  <a:gd name="connsiteY11" fmla="*/ 4777 h 10226"/>
                  <a:gd name="connsiteX12" fmla="*/ 942 w 8649"/>
                  <a:gd name="connsiteY12" fmla="*/ 6190 h 1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9" h="10226">
                    <a:moveTo>
                      <a:pt x="942" y="6190"/>
                    </a:moveTo>
                    <a:lnTo>
                      <a:pt x="3702" y="7569"/>
                    </a:lnTo>
                    <a:lnTo>
                      <a:pt x="6698" y="8612"/>
                    </a:lnTo>
                    <a:cubicBezTo>
                      <a:pt x="6698" y="8612"/>
                      <a:pt x="6899" y="10193"/>
                      <a:pt x="7034" y="10226"/>
                    </a:cubicBezTo>
                    <a:cubicBezTo>
                      <a:pt x="7168" y="10260"/>
                      <a:pt x="8010" y="8477"/>
                      <a:pt x="8010" y="8477"/>
                    </a:cubicBezTo>
                    <a:lnTo>
                      <a:pt x="8649" y="5652"/>
                    </a:lnTo>
                    <a:lnTo>
                      <a:pt x="8649" y="3633"/>
                    </a:lnTo>
                    <a:lnTo>
                      <a:pt x="7000" y="370"/>
                    </a:lnTo>
                    <a:lnTo>
                      <a:pt x="5318" y="0"/>
                    </a:lnTo>
                    <a:lnTo>
                      <a:pt x="3837" y="606"/>
                    </a:lnTo>
                    <a:lnTo>
                      <a:pt x="371" y="2018"/>
                    </a:lnTo>
                    <a:lnTo>
                      <a:pt x="0" y="4777"/>
                    </a:lnTo>
                    <a:lnTo>
                      <a:pt x="942" y="6190"/>
                    </a:lnTo>
                    <a:close/>
                  </a:path>
                </a:pathLst>
              </a:custGeom>
              <a:grpFill/>
              <a:ln w="6350" cap="flat">
                <a:solidFill>
                  <a:schemeClr val="bg1"/>
                </a:solidFill>
                <a:prstDash val="solid"/>
                <a:miter/>
              </a:ln>
            </p:spPr>
            <p:txBody>
              <a:bodyPr rtlCol="0" anchor="ctr"/>
              <a:lstStyle/>
              <a:p>
                <a:endParaRPr lang="en-US"/>
              </a:p>
            </p:txBody>
          </p:sp>
          <p:sp>
            <p:nvSpPr>
              <p:cNvPr id="210" name="Freeform 927">
                <a:extLst>
                  <a:ext uri="{FF2B5EF4-FFF2-40B4-BE49-F238E27FC236}">
                    <a16:creationId xmlns:a16="http://schemas.microsoft.com/office/drawing/2014/main" id="{6B3498C8-905D-1311-9916-840894A33484}"/>
                  </a:ext>
                </a:extLst>
              </p:cNvPr>
              <p:cNvSpPr/>
              <p:nvPr/>
            </p:nvSpPr>
            <p:spPr>
              <a:xfrm>
                <a:off x="6301677" y="1678853"/>
                <a:ext cx="8985" cy="5752"/>
              </a:xfrm>
              <a:custGeom>
                <a:avLst/>
                <a:gdLst>
                  <a:gd name="connsiteX0" fmla="*/ 0 w 8985"/>
                  <a:gd name="connsiteY0" fmla="*/ 1783 h 5752"/>
                  <a:gd name="connsiteX1" fmla="*/ 1515 w 8985"/>
                  <a:gd name="connsiteY1" fmla="*/ 0 h 5752"/>
                  <a:gd name="connsiteX2" fmla="*/ 4342 w 8985"/>
                  <a:gd name="connsiteY2" fmla="*/ 0 h 5752"/>
                  <a:gd name="connsiteX3" fmla="*/ 7337 w 8985"/>
                  <a:gd name="connsiteY3" fmla="*/ 908 h 5752"/>
                  <a:gd name="connsiteX4" fmla="*/ 8986 w 8985"/>
                  <a:gd name="connsiteY4" fmla="*/ 1783 h 5752"/>
                  <a:gd name="connsiteX5" fmla="*/ 8145 w 8985"/>
                  <a:gd name="connsiteY5" fmla="*/ 4339 h 5752"/>
                  <a:gd name="connsiteX6" fmla="*/ 5385 w 8985"/>
                  <a:gd name="connsiteY6" fmla="*/ 5752 h 5752"/>
                  <a:gd name="connsiteX7" fmla="*/ 2053 w 8985"/>
                  <a:gd name="connsiteY7" fmla="*/ 4844 h 5752"/>
                  <a:gd name="connsiteX8" fmla="*/ 0 w 8985"/>
                  <a:gd name="connsiteY8" fmla="*/ 3263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85" h="5752">
                    <a:moveTo>
                      <a:pt x="0" y="1783"/>
                    </a:moveTo>
                    <a:lnTo>
                      <a:pt x="1515" y="0"/>
                    </a:lnTo>
                    <a:lnTo>
                      <a:pt x="4342" y="0"/>
                    </a:lnTo>
                    <a:lnTo>
                      <a:pt x="7337" y="908"/>
                    </a:lnTo>
                    <a:lnTo>
                      <a:pt x="8986" y="1783"/>
                    </a:lnTo>
                    <a:lnTo>
                      <a:pt x="8145" y="4339"/>
                    </a:lnTo>
                    <a:lnTo>
                      <a:pt x="5385" y="5752"/>
                    </a:lnTo>
                    <a:lnTo>
                      <a:pt x="2053" y="4844"/>
                    </a:lnTo>
                    <a:lnTo>
                      <a:pt x="0" y="3263"/>
                    </a:lnTo>
                    <a:close/>
                  </a:path>
                </a:pathLst>
              </a:custGeom>
              <a:grpFill/>
              <a:ln w="6350" cap="flat">
                <a:solidFill>
                  <a:schemeClr val="bg1"/>
                </a:solidFill>
                <a:prstDash val="solid"/>
                <a:miter/>
              </a:ln>
            </p:spPr>
            <p:txBody>
              <a:bodyPr rtlCol="0" anchor="ctr"/>
              <a:lstStyle/>
              <a:p>
                <a:endParaRPr lang="en-US"/>
              </a:p>
            </p:txBody>
          </p:sp>
          <p:sp>
            <p:nvSpPr>
              <p:cNvPr id="211" name="Freeform 928">
                <a:extLst>
                  <a:ext uri="{FF2B5EF4-FFF2-40B4-BE49-F238E27FC236}">
                    <a16:creationId xmlns:a16="http://schemas.microsoft.com/office/drawing/2014/main" id="{6F52CE9A-EE31-862D-A456-C557650667A2}"/>
                  </a:ext>
                </a:extLst>
              </p:cNvPr>
              <p:cNvSpPr/>
              <p:nvPr/>
            </p:nvSpPr>
            <p:spPr>
              <a:xfrm>
                <a:off x="6306859" y="1701459"/>
                <a:ext cx="5754" cy="7064"/>
              </a:xfrm>
              <a:custGeom>
                <a:avLst/>
                <a:gdLst>
                  <a:gd name="connsiteX0" fmla="*/ 572 w 5754"/>
                  <a:gd name="connsiteY0" fmla="*/ 2052 h 7064"/>
                  <a:gd name="connsiteX1" fmla="*/ 2221 w 5754"/>
                  <a:gd name="connsiteY1" fmla="*/ 0 h 7064"/>
                  <a:gd name="connsiteX2" fmla="*/ 4375 w 5754"/>
                  <a:gd name="connsiteY2" fmla="*/ 0 h 7064"/>
                  <a:gd name="connsiteX3" fmla="*/ 5486 w 5754"/>
                  <a:gd name="connsiteY3" fmla="*/ 3667 h 7064"/>
                  <a:gd name="connsiteX4" fmla="*/ 5755 w 5754"/>
                  <a:gd name="connsiteY4" fmla="*/ 5988 h 7064"/>
                  <a:gd name="connsiteX5" fmla="*/ 4409 w 5754"/>
                  <a:gd name="connsiteY5" fmla="*/ 7064 h 7064"/>
                  <a:gd name="connsiteX6" fmla="*/ 2154 w 5754"/>
                  <a:gd name="connsiteY6" fmla="*/ 6694 h 7064"/>
                  <a:gd name="connsiteX7" fmla="*/ 572 w 5754"/>
                  <a:gd name="connsiteY7" fmla="*/ 4777 h 7064"/>
                  <a:gd name="connsiteX8" fmla="*/ 0 w 5754"/>
                  <a:gd name="connsiteY8" fmla="*/ 2960 h 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4" h="7064">
                    <a:moveTo>
                      <a:pt x="572" y="2052"/>
                    </a:moveTo>
                    <a:lnTo>
                      <a:pt x="2221" y="0"/>
                    </a:lnTo>
                    <a:lnTo>
                      <a:pt x="4375" y="0"/>
                    </a:lnTo>
                    <a:lnTo>
                      <a:pt x="5486" y="3667"/>
                    </a:lnTo>
                    <a:lnTo>
                      <a:pt x="5755" y="5988"/>
                    </a:lnTo>
                    <a:lnTo>
                      <a:pt x="4409" y="7064"/>
                    </a:lnTo>
                    <a:lnTo>
                      <a:pt x="2154" y="6694"/>
                    </a:lnTo>
                    <a:lnTo>
                      <a:pt x="572" y="4777"/>
                    </a:lnTo>
                    <a:lnTo>
                      <a:pt x="0" y="2960"/>
                    </a:lnTo>
                    <a:close/>
                  </a:path>
                </a:pathLst>
              </a:custGeom>
              <a:grpFill/>
              <a:ln w="6350" cap="flat">
                <a:solidFill>
                  <a:schemeClr val="bg1"/>
                </a:solidFill>
                <a:prstDash val="solid"/>
                <a:miter/>
              </a:ln>
            </p:spPr>
            <p:txBody>
              <a:bodyPr rtlCol="0" anchor="ctr"/>
              <a:lstStyle/>
              <a:p>
                <a:endParaRPr lang="en-US"/>
              </a:p>
            </p:txBody>
          </p:sp>
          <p:sp>
            <p:nvSpPr>
              <p:cNvPr id="212" name="Freeform 929">
                <a:extLst>
                  <a:ext uri="{FF2B5EF4-FFF2-40B4-BE49-F238E27FC236}">
                    <a16:creationId xmlns:a16="http://schemas.microsoft.com/office/drawing/2014/main" id="{5BC0396E-B12C-6757-8DEC-E6D5793EF2E8}"/>
                  </a:ext>
                </a:extLst>
              </p:cNvPr>
              <p:cNvSpPr/>
              <p:nvPr/>
            </p:nvSpPr>
            <p:spPr>
              <a:xfrm>
                <a:off x="6345259" y="1691972"/>
                <a:ext cx="5081" cy="6727"/>
              </a:xfrm>
              <a:custGeom>
                <a:avLst/>
                <a:gdLst>
                  <a:gd name="connsiteX0" fmla="*/ 34 w 5081"/>
                  <a:gd name="connsiteY0" fmla="*/ 5416 h 6727"/>
                  <a:gd name="connsiteX1" fmla="*/ 0 w 5081"/>
                  <a:gd name="connsiteY1" fmla="*/ 1547 h 6727"/>
                  <a:gd name="connsiteX2" fmla="*/ 1986 w 5081"/>
                  <a:gd name="connsiteY2" fmla="*/ 0 h 6727"/>
                  <a:gd name="connsiteX3" fmla="*/ 4139 w 5081"/>
                  <a:gd name="connsiteY3" fmla="*/ 774 h 6727"/>
                  <a:gd name="connsiteX4" fmla="*/ 5082 w 5081"/>
                  <a:gd name="connsiteY4" fmla="*/ 3028 h 6727"/>
                  <a:gd name="connsiteX5" fmla="*/ 5082 w 5081"/>
                  <a:gd name="connsiteY5" fmla="*/ 5113 h 6727"/>
                  <a:gd name="connsiteX6" fmla="*/ 3197 w 5081"/>
                  <a:gd name="connsiteY6" fmla="*/ 6526 h 6727"/>
                  <a:gd name="connsiteX7" fmla="*/ 1952 w 5081"/>
                  <a:gd name="connsiteY7" fmla="*/ 6728 h 6727"/>
                  <a:gd name="connsiteX8" fmla="*/ 34 w 5081"/>
                  <a:gd name="connsiteY8" fmla="*/ 5416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1" h="6727">
                    <a:moveTo>
                      <a:pt x="34" y="5416"/>
                    </a:moveTo>
                    <a:cubicBezTo>
                      <a:pt x="67" y="5349"/>
                      <a:pt x="0" y="1547"/>
                      <a:pt x="0" y="1547"/>
                    </a:cubicBezTo>
                    <a:lnTo>
                      <a:pt x="1986" y="0"/>
                    </a:lnTo>
                    <a:lnTo>
                      <a:pt x="4139" y="774"/>
                    </a:lnTo>
                    <a:lnTo>
                      <a:pt x="5082" y="3028"/>
                    </a:lnTo>
                    <a:lnTo>
                      <a:pt x="5082" y="5113"/>
                    </a:lnTo>
                    <a:lnTo>
                      <a:pt x="3197" y="6526"/>
                    </a:lnTo>
                    <a:lnTo>
                      <a:pt x="1952" y="6728"/>
                    </a:lnTo>
                    <a:lnTo>
                      <a:pt x="34" y="5416"/>
                    </a:lnTo>
                    <a:close/>
                  </a:path>
                </a:pathLst>
              </a:custGeom>
              <a:grpFill/>
              <a:ln w="6350" cap="flat">
                <a:solidFill>
                  <a:schemeClr val="bg1"/>
                </a:solidFill>
                <a:prstDash val="solid"/>
                <a:miter/>
              </a:ln>
            </p:spPr>
            <p:txBody>
              <a:bodyPr rtlCol="0" anchor="ctr"/>
              <a:lstStyle/>
              <a:p>
                <a:endParaRPr lang="en-US"/>
              </a:p>
            </p:txBody>
          </p:sp>
          <p:sp>
            <p:nvSpPr>
              <p:cNvPr id="213" name="Freeform 930">
                <a:extLst>
                  <a:ext uri="{FF2B5EF4-FFF2-40B4-BE49-F238E27FC236}">
                    <a16:creationId xmlns:a16="http://schemas.microsoft.com/office/drawing/2014/main" id="{F4CFE39B-302F-49F2-D948-4847FB317A16}"/>
                  </a:ext>
                </a:extLst>
              </p:cNvPr>
              <p:cNvSpPr/>
              <p:nvPr/>
            </p:nvSpPr>
            <p:spPr>
              <a:xfrm>
                <a:off x="6200713" y="1506315"/>
                <a:ext cx="3702" cy="7669"/>
              </a:xfrm>
              <a:custGeom>
                <a:avLst/>
                <a:gdLst>
                  <a:gd name="connsiteX0" fmla="*/ 2221 w 3702"/>
                  <a:gd name="connsiteY0" fmla="*/ 7670 h 7669"/>
                  <a:gd name="connsiteX1" fmla="*/ 0 w 3702"/>
                  <a:gd name="connsiteY1" fmla="*/ 4979 h 7669"/>
                  <a:gd name="connsiteX2" fmla="*/ 337 w 3702"/>
                  <a:gd name="connsiteY2" fmla="*/ 1951 h 7669"/>
                  <a:gd name="connsiteX3" fmla="*/ 1481 w 3702"/>
                  <a:gd name="connsiteY3" fmla="*/ 0 h 7669"/>
                  <a:gd name="connsiteX4" fmla="*/ 3568 w 3702"/>
                  <a:gd name="connsiteY4" fmla="*/ 1379 h 7669"/>
                  <a:gd name="connsiteX5" fmla="*/ 3702 w 3702"/>
                  <a:gd name="connsiteY5" fmla="*/ 3835 h 7669"/>
                  <a:gd name="connsiteX6" fmla="*/ 3467 w 3702"/>
                  <a:gd name="connsiteY6" fmla="*/ 6055 h 7669"/>
                  <a:gd name="connsiteX7" fmla="*/ 2221 w 3702"/>
                  <a:gd name="connsiteY7" fmla="*/ 7670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2" h="7669">
                    <a:moveTo>
                      <a:pt x="2221" y="7670"/>
                    </a:moveTo>
                    <a:lnTo>
                      <a:pt x="0" y="4979"/>
                    </a:lnTo>
                    <a:lnTo>
                      <a:pt x="337" y="1951"/>
                    </a:lnTo>
                    <a:lnTo>
                      <a:pt x="1481" y="0"/>
                    </a:lnTo>
                    <a:lnTo>
                      <a:pt x="3568" y="1379"/>
                    </a:lnTo>
                    <a:cubicBezTo>
                      <a:pt x="3568" y="1379"/>
                      <a:pt x="3702" y="3633"/>
                      <a:pt x="3702" y="3835"/>
                    </a:cubicBezTo>
                    <a:cubicBezTo>
                      <a:pt x="3702" y="4037"/>
                      <a:pt x="3467" y="6055"/>
                      <a:pt x="3467" y="6055"/>
                    </a:cubicBezTo>
                    <a:lnTo>
                      <a:pt x="2221" y="7670"/>
                    </a:lnTo>
                    <a:close/>
                  </a:path>
                </a:pathLst>
              </a:custGeom>
              <a:grpFill/>
              <a:ln w="6350" cap="flat">
                <a:solidFill>
                  <a:schemeClr val="bg1"/>
                </a:solidFill>
                <a:prstDash val="solid"/>
                <a:miter/>
              </a:ln>
            </p:spPr>
            <p:txBody>
              <a:bodyPr rtlCol="0" anchor="ctr"/>
              <a:lstStyle/>
              <a:p>
                <a:endParaRPr lang="en-US"/>
              </a:p>
            </p:txBody>
          </p:sp>
        </p:grpSp>
        <p:sp>
          <p:nvSpPr>
            <p:cNvPr id="185" name="Freeform 902">
              <a:extLst>
                <a:ext uri="{FF2B5EF4-FFF2-40B4-BE49-F238E27FC236}">
                  <a16:creationId xmlns:a16="http://schemas.microsoft.com/office/drawing/2014/main" id="{4A6DC52C-ACBD-4329-6A1C-8CDE54AEF4E9}"/>
                </a:ext>
              </a:extLst>
            </p:cNvPr>
            <p:cNvSpPr/>
            <p:nvPr/>
          </p:nvSpPr>
          <p:spPr>
            <a:xfrm>
              <a:off x="8243874" y="2118568"/>
              <a:ext cx="427891" cy="307468"/>
            </a:xfrm>
            <a:custGeom>
              <a:avLst/>
              <a:gdLst>
                <a:gd name="connsiteX0" fmla="*/ 816292 w 821508"/>
                <a:gd name="connsiteY0" fmla="*/ 265451 h 590308"/>
                <a:gd name="connsiteX1" fmla="*/ 817604 w 821508"/>
                <a:gd name="connsiteY1" fmla="*/ 263702 h 590308"/>
                <a:gd name="connsiteX2" fmla="*/ 819186 w 821508"/>
                <a:gd name="connsiteY2" fmla="*/ 262625 h 590308"/>
                <a:gd name="connsiteX3" fmla="*/ 820566 w 821508"/>
                <a:gd name="connsiteY3" fmla="*/ 261683 h 590308"/>
                <a:gd name="connsiteX4" fmla="*/ 821508 w 821508"/>
                <a:gd name="connsiteY4" fmla="*/ 258925 h 590308"/>
                <a:gd name="connsiteX5" fmla="*/ 821138 w 821508"/>
                <a:gd name="connsiteY5" fmla="*/ 256671 h 590308"/>
                <a:gd name="connsiteX6" fmla="*/ 819691 w 821508"/>
                <a:gd name="connsiteY6" fmla="*/ 254148 h 590308"/>
                <a:gd name="connsiteX7" fmla="*/ 818109 w 821508"/>
                <a:gd name="connsiteY7" fmla="*/ 252197 h 590308"/>
                <a:gd name="connsiteX8" fmla="*/ 816797 w 821508"/>
                <a:gd name="connsiteY8" fmla="*/ 250818 h 590308"/>
                <a:gd name="connsiteX9" fmla="*/ 816730 w 821508"/>
                <a:gd name="connsiteY9" fmla="*/ 248429 h 590308"/>
                <a:gd name="connsiteX10" fmla="*/ 817739 w 821508"/>
                <a:gd name="connsiteY10" fmla="*/ 246545 h 590308"/>
                <a:gd name="connsiteX11" fmla="*/ 819691 w 821508"/>
                <a:gd name="connsiteY11" fmla="*/ 245233 h 590308"/>
                <a:gd name="connsiteX12" fmla="*/ 820499 w 821508"/>
                <a:gd name="connsiteY12" fmla="*/ 244359 h 590308"/>
                <a:gd name="connsiteX13" fmla="*/ 819927 w 821508"/>
                <a:gd name="connsiteY13" fmla="*/ 242778 h 590308"/>
                <a:gd name="connsiteX14" fmla="*/ 818547 w 821508"/>
                <a:gd name="connsiteY14" fmla="*/ 241768 h 590308"/>
                <a:gd name="connsiteX15" fmla="*/ 818614 w 821508"/>
                <a:gd name="connsiteY15" fmla="*/ 237698 h 590308"/>
                <a:gd name="connsiteX16" fmla="*/ 817672 w 821508"/>
                <a:gd name="connsiteY16" fmla="*/ 235108 h 590308"/>
                <a:gd name="connsiteX17" fmla="*/ 816730 w 821508"/>
                <a:gd name="connsiteY17" fmla="*/ 231979 h 590308"/>
                <a:gd name="connsiteX18" fmla="*/ 817672 w 821508"/>
                <a:gd name="connsiteY18" fmla="*/ 229389 h 590308"/>
                <a:gd name="connsiteX19" fmla="*/ 817739 w 821508"/>
                <a:gd name="connsiteY19" fmla="*/ 227001 h 590308"/>
                <a:gd name="connsiteX20" fmla="*/ 817941 w 821508"/>
                <a:gd name="connsiteY20" fmla="*/ 223098 h 590308"/>
                <a:gd name="connsiteX21" fmla="*/ 817133 w 821508"/>
                <a:gd name="connsiteY21" fmla="*/ 221719 h 590308"/>
                <a:gd name="connsiteX22" fmla="*/ 815686 w 821508"/>
                <a:gd name="connsiteY22" fmla="*/ 220845 h 590308"/>
                <a:gd name="connsiteX23" fmla="*/ 812220 w 821508"/>
                <a:gd name="connsiteY23" fmla="*/ 219465 h 590308"/>
                <a:gd name="connsiteX24" fmla="*/ 810200 w 821508"/>
                <a:gd name="connsiteY24" fmla="*/ 218153 h 590308"/>
                <a:gd name="connsiteX25" fmla="*/ 808114 w 821508"/>
                <a:gd name="connsiteY25" fmla="*/ 216842 h 590308"/>
                <a:gd name="connsiteX26" fmla="*/ 805590 w 821508"/>
                <a:gd name="connsiteY26" fmla="*/ 216404 h 590308"/>
                <a:gd name="connsiteX27" fmla="*/ 803268 w 821508"/>
                <a:gd name="connsiteY27" fmla="*/ 215900 h 590308"/>
                <a:gd name="connsiteX28" fmla="*/ 801618 w 821508"/>
                <a:gd name="connsiteY28" fmla="*/ 215900 h 590308"/>
                <a:gd name="connsiteX29" fmla="*/ 800104 w 821508"/>
                <a:gd name="connsiteY29" fmla="*/ 215193 h 590308"/>
                <a:gd name="connsiteX30" fmla="*/ 798152 w 821508"/>
                <a:gd name="connsiteY30" fmla="*/ 216068 h 590308"/>
                <a:gd name="connsiteX31" fmla="*/ 796267 w 821508"/>
                <a:gd name="connsiteY31" fmla="*/ 217582 h 590308"/>
                <a:gd name="connsiteX32" fmla="*/ 795191 w 821508"/>
                <a:gd name="connsiteY32" fmla="*/ 218961 h 590308"/>
                <a:gd name="connsiteX33" fmla="*/ 793945 w 821508"/>
                <a:gd name="connsiteY33" fmla="*/ 220407 h 590308"/>
                <a:gd name="connsiteX34" fmla="*/ 792936 w 821508"/>
                <a:gd name="connsiteY34" fmla="*/ 222224 h 590308"/>
                <a:gd name="connsiteX35" fmla="*/ 791489 w 821508"/>
                <a:gd name="connsiteY35" fmla="*/ 222661 h 590308"/>
                <a:gd name="connsiteX36" fmla="*/ 790479 w 821508"/>
                <a:gd name="connsiteY36" fmla="*/ 223166 h 590308"/>
                <a:gd name="connsiteX37" fmla="*/ 788965 w 821508"/>
                <a:gd name="connsiteY37" fmla="*/ 223098 h 590308"/>
                <a:gd name="connsiteX38" fmla="*/ 787585 w 821508"/>
                <a:gd name="connsiteY38" fmla="*/ 222897 h 590308"/>
                <a:gd name="connsiteX39" fmla="*/ 786003 w 821508"/>
                <a:gd name="connsiteY39" fmla="*/ 222897 h 590308"/>
                <a:gd name="connsiteX40" fmla="*/ 783983 w 821508"/>
                <a:gd name="connsiteY40" fmla="*/ 222392 h 590308"/>
                <a:gd name="connsiteX41" fmla="*/ 781964 w 821508"/>
                <a:gd name="connsiteY41" fmla="*/ 220576 h 590308"/>
                <a:gd name="connsiteX42" fmla="*/ 777185 w 821508"/>
                <a:gd name="connsiteY42" fmla="*/ 217312 h 590308"/>
                <a:gd name="connsiteX43" fmla="*/ 772339 w 821508"/>
                <a:gd name="connsiteY43" fmla="*/ 213915 h 590308"/>
                <a:gd name="connsiteX44" fmla="*/ 768502 w 821508"/>
                <a:gd name="connsiteY44" fmla="*/ 212098 h 590308"/>
                <a:gd name="connsiteX45" fmla="*/ 763084 w 821508"/>
                <a:gd name="connsiteY45" fmla="*/ 210215 h 590308"/>
                <a:gd name="connsiteX46" fmla="*/ 759820 w 821508"/>
                <a:gd name="connsiteY46" fmla="*/ 209273 h 590308"/>
                <a:gd name="connsiteX47" fmla="*/ 754906 w 821508"/>
                <a:gd name="connsiteY47" fmla="*/ 208465 h 590308"/>
                <a:gd name="connsiteX48" fmla="*/ 751945 w 821508"/>
                <a:gd name="connsiteY48" fmla="*/ 208095 h 590308"/>
                <a:gd name="connsiteX49" fmla="*/ 748377 w 821508"/>
                <a:gd name="connsiteY49" fmla="*/ 206346 h 590308"/>
                <a:gd name="connsiteX50" fmla="*/ 744372 w 821508"/>
                <a:gd name="connsiteY50" fmla="*/ 201704 h 590308"/>
                <a:gd name="connsiteX51" fmla="*/ 741612 w 821508"/>
                <a:gd name="connsiteY51" fmla="*/ 198441 h 590308"/>
                <a:gd name="connsiteX52" fmla="*/ 740367 w 821508"/>
                <a:gd name="connsiteY52" fmla="*/ 196355 h 590308"/>
                <a:gd name="connsiteX53" fmla="*/ 739795 w 821508"/>
                <a:gd name="connsiteY53" fmla="*/ 192520 h 590308"/>
                <a:gd name="connsiteX54" fmla="*/ 738718 w 821508"/>
                <a:gd name="connsiteY54" fmla="*/ 188752 h 590308"/>
                <a:gd name="connsiteX55" fmla="*/ 736699 w 821508"/>
                <a:gd name="connsiteY55" fmla="*/ 185927 h 590308"/>
                <a:gd name="connsiteX56" fmla="*/ 734949 w 821508"/>
                <a:gd name="connsiteY56" fmla="*/ 182529 h 590308"/>
                <a:gd name="connsiteX57" fmla="*/ 735454 w 821508"/>
                <a:gd name="connsiteY57" fmla="*/ 180073 h 590308"/>
                <a:gd name="connsiteX58" fmla="*/ 736396 w 821508"/>
                <a:gd name="connsiteY58" fmla="*/ 177180 h 590308"/>
                <a:gd name="connsiteX59" fmla="*/ 736530 w 821508"/>
                <a:gd name="connsiteY59" fmla="*/ 174927 h 590308"/>
                <a:gd name="connsiteX60" fmla="*/ 736598 w 821508"/>
                <a:gd name="connsiteY60" fmla="*/ 172168 h 590308"/>
                <a:gd name="connsiteX61" fmla="*/ 736901 w 821508"/>
                <a:gd name="connsiteY61" fmla="*/ 170789 h 590308"/>
                <a:gd name="connsiteX62" fmla="*/ 737406 w 821508"/>
                <a:gd name="connsiteY62" fmla="*/ 169275 h 590308"/>
                <a:gd name="connsiteX63" fmla="*/ 734949 w 821508"/>
                <a:gd name="connsiteY63" fmla="*/ 167829 h 590308"/>
                <a:gd name="connsiteX64" fmla="*/ 731314 w 821508"/>
                <a:gd name="connsiteY64" fmla="*/ 167829 h 590308"/>
                <a:gd name="connsiteX65" fmla="*/ 729295 w 821508"/>
                <a:gd name="connsiteY65" fmla="*/ 168266 h 590308"/>
                <a:gd name="connsiteX66" fmla="*/ 727107 w 821508"/>
                <a:gd name="connsiteY66" fmla="*/ 169006 h 590308"/>
                <a:gd name="connsiteX67" fmla="*/ 725155 w 821508"/>
                <a:gd name="connsiteY67" fmla="*/ 171394 h 590308"/>
                <a:gd name="connsiteX68" fmla="*/ 723775 w 821508"/>
                <a:gd name="connsiteY68" fmla="*/ 174153 h 590308"/>
                <a:gd name="connsiteX69" fmla="*/ 722766 w 821508"/>
                <a:gd name="connsiteY69" fmla="*/ 176474 h 590308"/>
                <a:gd name="connsiteX70" fmla="*/ 721319 w 821508"/>
                <a:gd name="connsiteY70" fmla="*/ 178661 h 590308"/>
                <a:gd name="connsiteX71" fmla="*/ 719636 w 821508"/>
                <a:gd name="connsiteY71" fmla="*/ 180679 h 590308"/>
                <a:gd name="connsiteX72" fmla="*/ 719064 w 821508"/>
                <a:gd name="connsiteY72" fmla="*/ 182260 h 590308"/>
                <a:gd name="connsiteX73" fmla="*/ 717751 w 821508"/>
                <a:gd name="connsiteY73" fmla="*/ 184648 h 590308"/>
                <a:gd name="connsiteX74" fmla="*/ 717549 w 821508"/>
                <a:gd name="connsiteY74" fmla="*/ 186229 h 590308"/>
                <a:gd name="connsiteX75" fmla="*/ 716742 w 821508"/>
                <a:gd name="connsiteY75" fmla="*/ 189358 h 590308"/>
                <a:gd name="connsiteX76" fmla="*/ 715799 w 821508"/>
                <a:gd name="connsiteY76" fmla="*/ 192049 h 590308"/>
                <a:gd name="connsiteX77" fmla="*/ 714790 w 821508"/>
                <a:gd name="connsiteY77" fmla="*/ 194808 h 590308"/>
                <a:gd name="connsiteX78" fmla="*/ 713208 w 821508"/>
                <a:gd name="connsiteY78" fmla="*/ 195514 h 590308"/>
                <a:gd name="connsiteX79" fmla="*/ 711121 w 821508"/>
                <a:gd name="connsiteY79" fmla="*/ 194808 h 590308"/>
                <a:gd name="connsiteX80" fmla="*/ 710112 w 821508"/>
                <a:gd name="connsiteY80" fmla="*/ 192486 h 590308"/>
                <a:gd name="connsiteX81" fmla="*/ 709237 w 821508"/>
                <a:gd name="connsiteY81" fmla="*/ 189156 h 590308"/>
                <a:gd name="connsiteX82" fmla="*/ 707487 w 821508"/>
                <a:gd name="connsiteY82" fmla="*/ 186263 h 590308"/>
                <a:gd name="connsiteX83" fmla="*/ 706780 w 821508"/>
                <a:gd name="connsiteY83" fmla="*/ 182798 h 590308"/>
                <a:gd name="connsiteX84" fmla="*/ 706073 w 821508"/>
                <a:gd name="connsiteY84" fmla="*/ 180847 h 590308"/>
                <a:gd name="connsiteX85" fmla="*/ 704188 w 821508"/>
                <a:gd name="connsiteY85" fmla="*/ 178156 h 590308"/>
                <a:gd name="connsiteX86" fmla="*/ 702438 w 821508"/>
                <a:gd name="connsiteY86" fmla="*/ 175835 h 590308"/>
                <a:gd name="connsiteX87" fmla="*/ 700419 w 821508"/>
                <a:gd name="connsiteY87" fmla="*/ 174826 h 590308"/>
                <a:gd name="connsiteX88" fmla="*/ 697727 w 821508"/>
                <a:gd name="connsiteY88" fmla="*/ 175196 h 590308"/>
                <a:gd name="connsiteX89" fmla="*/ 695775 w 821508"/>
                <a:gd name="connsiteY89" fmla="*/ 175936 h 590308"/>
                <a:gd name="connsiteX90" fmla="*/ 691063 w 821508"/>
                <a:gd name="connsiteY90" fmla="*/ 178694 h 590308"/>
                <a:gd name="connsiteX91" fmla="*/ 688741 w 821508"/>
                <a:gd name="connsiteY91" fmla="*/ 181150 h 590308"/>
                <a:gd name="connsiteX92" fmla="*/ 686991 w 821508"/>
                <a:gd name="connsiteY92" fmla="*/ 183673 h 590308"/>
                <a:gd name="connsiteX93" fmla="*/ 686924 w 821508"/>
                <a:gd name="connsiteY93" fmla="*/ 186364 h 590308"/>
                <a:gd name="connsiteX94" fmla="*/ 687462 w 821508"/>
                <a:gd name="connsiteY94" fmla="*/ 188954 h 590308"/>
                <a:gd name="connsiteX95" fmla="*/ 689515 w 821508"/>
                <a:gd name="connsiteY95" fmla="*/ 190973 h 590308"/>
                <a:gd name="connsiteX96" fmla="*/ 689515 w 821508"/>
                <a:gd name="connsiteY96" fmla="*/ 192486 h 590308"/>
                <a:gd name="connsiteX97" fmla="*/ 687630 w 821508"/>
                <a:gd name="connsiteY97" fmla="*/ 193563 h 590308"/>
                <a:gd name="connsiteX98" fmla="*/ 684366 w 821508"/>
                <a:gd name="connsiteY98" fmla="*/ 195951 h 590308"/>
                <a:gd name="connsiteX99" fmla="*/ 681674 w 821508"/>
                <a:gd name="connsiteY99" fmla="*/ 196691 h 590308"/>
                <a:gd name="connsiteX100" fmla="*/ 677332 w 821508"/>
                <a:gd name="connsiteY100" fmla="*/ 196826 h 590308"/>
                <a:gd name="connsiteX101" fmla="*/ 673698 w 821508"/>
                <a:gd name="connsiteY101" fmla="*/ 196893 h 590308"/>
                <a:gd name="connsiteX102" fmla="*/ 668784 w 821508"/>
                <a:gd name="connsiteY102" fmla="*/ 199282 h 590308"/>
                <a:gd name="connsiteX103" fmla="*/ 662625 w 821508"/>
                <a:gd name="connsiteY103" fmla="*/ 200964 h 590308"/>
                <a:gd name="connsiteX104" fmla="*/ 660370 w 821508"/>
                <a:gd name="connsiteY104" fmla="*/ 202915 h 590308"/>
                <a:gd name="connsiteX105" fmla="*/ 658486 w 821508"/>
                <a:gd name="connsiteY105" fmla="*/ 206178 h 590308"/>
                <a:gd name="connsiteX106" fmla="*/ 655962 w 821508"/>
                <a:gd name="connsiteY106" fmla="*/ 209508 h 590308"/>
                <a:gd name="connsiteX107" fmla="*/ 654380 w 821508"/>
                <a:gd name="connsiteY107" fmla="*/ 210013 h 590308"/>
                <a:gd name="connsiteX108" fmla="*/ 649163 w 821508"/>
                <a:gd name="connsiteY108" fmla="*/ 209878 h 590308"/>
                <a:gd name="connsiteX109" fmla="*/ 647985 w 821508"/>
                <a:gd name="connsiteY109" fmla="*/ 210887 h 590308"/>
                <a:gd name="connsiteX110" fmla="*/ 647043 w 821508"/>
                <a:gd name="connsiteY110" fmla="*/ 214352 h 590308"/>
                <a:gd name="connsiteX111" fmla="*/ 646101 w 821508"/>
                <a:gd name="connsiteY111" fmla="*/ 218423 h 590308"/>
                <a:gd name="connsiteX112" fmla="*/ 647312 w 821508"/>
                <a:gd name="connsiteY112" fmla="*/ 223334 h 590308"/>
                <a:gd name="connsiteX113" fmla="*/ 649197 w 821508"/>
                <a:gd name="connsiteY113" fmla="*/ 228750 h 590308"/>
                <a:gd name="connsiteX114" fmla="*/ 650274 w 821508"/>
                <a:gd name="connsiteY114" fmla="*/ 232215 h 590308"/>
                <a:gd name="connsiteX115" fmla="*/ 649836 w 821508"/>
                <a:gd name="connsiteY115" fmla="*/ 234603 h 590308"/>
                <a:gd name="connsiteX116" fmla="*/ 647649 w 821508"/>
                <a:gd name="connsiteY116" fmla="*/ 235343 h 590308"/>
                <a:gd name="connsiteX117" fmla="*/ 643307 w 821508"/>
                <a:gd name="connsiteY117" fmla="*/ 236588 h 590308"/>
                <a:gd name="connsiteX118" fmla="*/ 640783 w 821508"/>
                <a:gd name="connsiteY118" fmla="*/ 237160 h 590308"/>
                <a:gd name="connsiteX119" fmla="*/ 639202 w 821508"/>
                <a:gd name="connsiteY119" fmla="*/ 238304 h 590308"/>
                <a:gd name="connsiteX120" fmla="*/ 636879 w 821508"/>
                <a:gd name="connsiteY120" fmla="*/ 239750 h 590308"/>
                <a:gd name="connsiteX121" fmla="*/ 634927 w 821508"/>
                <a:gd name="connsiteY121" fmla="*/ 241567 h 590308"/>
                <a:gd name="connsiteX122" fmla="*/ 632908 w 821508"/>
                <a:gd name="connsiteY122" fmla="*/ 242643 h 590308"/>
                <a:gd name="connsiteX123" fmla="*/ 628432 w 821508"/>
                <a:gd name="connsiteY123" fmla="*/ 242206 h 590308"/>
                <a:gd name="connsiteX124" fmla="*/ 625235 w 821508"/>
                <a:gd name="connsiteY124" fmla="*/ 241567 h 590308"/>
                <a:gd name="connsiteX125" fmla="*/ 622475 w 821508"/>
                <a:gd name="connsiteY125" fmla="*/ 239616 h 590308"/>
                <a:gd name="connsiteX126" fmla="*/ 618942 w 821508"/>
                <a:gd name="connsiteY126" fmla="*/ 237429 h 590308"/>
                <a:gd name="connsiteX127" fmla="*/ 615980 w 821508"/>
                <a:gd name="connsiteY127" fmla="*/ 234906 h 590308"/>
                <a:gd name="connsiteX128" fmla="*/ 613725 w 821508"/>
                <a:gd name="connsiteY128" fmla="*/ 230634 h 590308"/>
                <a:gd name="connsiteX129" fmla="*/ 611638 w 821508"/>
                <a:gd name="connsiteY129" fmla="*/ 226866 h 590308"/>
                <a:gd name="connsiteX130" fmla="*/ 609013 w 821508"/>
                <a:gd name="connsiteY130" fmla="*/ 222897 h 590308"/>
                <a:gd name="connsiteX131" fmla="*/ 602047 w 821508"/>
                <a:gd name="connsiteY131" fmla="*/ 217111 h 590308"/>
                <a:gd name="connsiteX132" fmla="*/ 597638 w 821508"/>
                <a:gd name="connsiteY132" fmla="*/ 212838 h 590308"/>
                <a:gd name="connsiteX133" fmla="*/ 595451 w 821508"/>
                <a:gd name="connsiteY133" fmla="*/ 207052 h 590308"/>
                <a:gd name="connsiteX134" fmla="*/ 592691 w 821508"/>
                <a:gd name="connsiteY134" fmla="*/ 203352 h 590308"/>
                <a:gd name="connsiteX135" fmla="*/ 587979 w 821508"/>
                <a:gd name="connsiteY135" fmla="*/ 199517 h 590308"/>
                <a:gd name="connsiteX136" fmla="*/ 584075 w 821508"/>
                <a:gd name="connsiteY136" fmla="*/ 195682 h 590308"/>
                <a:gd name="connsiteX137" fmla="*/ 581248 w 821508"/>
                <a:gd name="connsiteY137" fmla="*/ 191780 h 590308"/>
                <a:gd name="connsiteX138" fmla="*/ 579061 w 821508"/>
                <a:gd name="connsiteY138" fmla="*/ 188080 h 590308"/>
                <a:gd name="connsiteX139" fmla="*/ 577916 w 821508"/>
                <a:gd name="connsiteY139" fmla="*/ 184379 h 590308"/>
                <a:gd name="connsiteX140" fmla="*/ 575157 w 821508"/>
                <a:gd name="connsiteY140" fmla="*/ 177349 h 590308"/>
                <a:gd name="connsiteX141" fmla="*/ 573642 w 821508"/>
                <a:gd name="connsiteY141" fmla="*/ 172134 h 590308"/>
                <a:gd name="connsiteX142" fmla="*/ 573003 w 821508"/>
                <a:gd name="connsiteY142" fmla="*/ 165608 h 590308"/>
                <a:gd name="connsiteX143" fmla="*/ 572868 w 821508"/>
                <a:gd name="connsiteY143" fmla="*/ 159587 h 590308"/>
                <a:gd name="connsiteX144" fmla="*/ 572498 w 821508"/>
                <a:gd name="connsiteY144" fmla="*/ 156828 h 590308"/>
                <a:gd name="connsiteX145" fmla="*/ 570849 w 821508"/>
                <a:gd name="connsiteY145" fmla="*/ 154070 h 590308"/>
                <a:gd name="connsiteX146" fmla="*/ 568661 w 821508"/>
                <a:gd name="connsiteY146" fmla="*/ 150941 h 590308"/>
                <a:gd name="connsiteX147" fmla="*/ 565195 w 821508"/>
                <a:gd name="connsiteY147" fmla="*/ 148755 h 590308"/>
                <a:gd name="connsiteX148" fmla="*/ 561359 w 821508"/>
                <a:gd name="connsiteY148" fmla="*/ 148116 h 590308"/>
                <a:gd name="connsiteX149" fmla="*/ 558229 w 821508"/>
                <a:gd name="connsiteY149" fmla="*/ 148116 h 590308"/>
                <a:gd name="connsiteX150" fmla="*/ 556277 w 821508"/>
                <a:gd name="connsiteY150" fmla="*/ 150134 h 590308"/>
                <a:gd name="connsiteX151" fmla="*/ 554762 w 821508"/>
                <a:gd name="connsiteY151" fmla="*/ 153599 h 590308"/>
                <a:gd name="connsiteX152" fmla="*/ 554325 w 821508"/>
                <a:gd name="connsiteY152" fmla="*/ 157064 h 590308"/>
                <a:gd name="connsiteX153" fmla="*/ 553517 w 821508"/>
                <a:gd name="connsiteY153" fmla="*/ 161773 h 590308"/>
                <a:gd name="connsiteX154" fmla="*/ 551262 w 821508"/>
                <a:gd name="connsiteY154" fmla="*/ 164599 h 590308"/>
                <a:gd name="connsiteX155" fmla="*/ 547493 w 821508"/>
                <a:gd name="connsiteY155" fmla="*/ 166988 h 590308"/>
                <a:gd name="connsiteX156" fmla="*/ 544901 w 821508"/>
                <a:gd name="connsiteY156" fmla="*/ 167290 h 590308"/>
                <a:gd name="connsiteX157" fmla="*/ 540257 w 821508"/>
                <a:gd name="connsiteY157" fmla="*/ 166550 h 590308"/>
                <a:gd name="connsiteX158" fmla="*/ 538002 w 821508"/>
                <a:gd name="connsiteY158" fmla="*/ 168501 h 590308"/>
                <a:gd name="connsiteX159" fmla="*/ 538204 w 821508"/>
                <a:gd name="connsiteY159" fmla="*/ 172134 h 590308"/>
                <a:gd name="connsiteX160" fmla="*/ 540728 w 821508"/>
                <a:gd name="connsiteY160" fmla="*/ 175835 h 590308"/>
                <a:gd name="connsiteX161" fmla="*/ 541805 w 821508"/>
                <a:gd name="connsiteY161" fmla="*/ 178728 h 590308"/>
                <a:gd name="connsiteX162" fmla="*/ 543118 w 821508"/>
                <a:gd name="connsiteY162" fmla="*/ 181318 h 590308"/>
                <a:gd name="connsiteX163" fmla="*/ 543690 w 821508"/>
                <a:gd name="connsiteY163" fmla="*/ 185018 h 590308"/>
                <a:gd name="connsiteX164" fmla="*/ 540122 w 821508"/>
                <a:gd name="connsiteY164" fmla="*/ 192856 h 590308"/>
                <a:gd name="connsiteX165" fmla="*/ 535243 w 821508"/>
                <a:gd name="connsiteY165" fmla="*/ 199484 h 590308"/>
                <a:gd name="connsiteX166" fmla="*/ 529690 w 821508"/>
                <a:gd name="connsiteY166" fmla="*/ 198071 h 590308"/>
                <a:gd name="connsiteX167" fmla="*/ 527838 w 821508"/>
                <a:gd name="connsiteY167" fmla="*/ 200022 h 590308"/>
                <a:gd name="connsiteX168" fmla="*/ 525651 w 821508"/>
                <a:gd name="connsiteY168" fmla="*/ 201233 h 590308"/>
                <a:gd name="connsiteX169" fmla="*/ 523362 w 821508"/>
                <a:gd name="connsiteY169" fmla="*/ 201334 h 590308"/>
                <a:gd name="connsiteX170" fmla="*/ 519559 w 821508"/>
                <a:gd name="connsiteY170" fmla="*/ 197633 h 590308"/>
                <a:gd name="connsiteX171" fmla="*/ 519795 w 821508"/>
                <a:gd name="connsiteY171" fmla="*/ 195581 h 590308"/>
                <a:gd name="connsiteX172" fmla="*/ 520771 w 821508"/>
                <a:gd name="connsiteY172" fmla="*/ 190905 h 590308"/>
                <a:gd name="connsiteX173" fmla="*/ 520569 w 821508"/>
                <a:gd name="connsiteY173" fmla="*/ 187340 h 590308"/>
                <a:gd name="connsiteX174" fmla="*/ 518180 w 821508"/>
                <a:gd name="connsiteY174" fmla="*/ 186700 h 590308"/>
                <a:gd name="connsiteX175" fmla="*/ 515252 w 821508"/>
                <a:gd name="connsiteY175" fmla="*/ 187474 h 590308"/>
                <a:gd name="connsiteX176" fmla="*/ 513603 w 821508"/>
                <a:gd name="connsiteY176" fmla="*/ 189762 h 590308"/>
                <a:gd name="connsiteX177" fmla="*/ 509362 w 821508"/>
                <a:gd name="connsiteY177" fmla="*/ 190199 h 590308"/>
                <a:gd name="connsiteX178" fmla="*/ 508285 w 821508"/>
                <a:gd name="connsiteY178" fmla="*/ 187037 h 590308"/>
                <a:gd name="connsiteX179" fmla="*/ 503843 w 821508"/>
                <a:gd name="connsiteY179" fmla="*/ 181184 h 590308"/>
                <a:gd name="connsiteX180" fmla="*/ 502867 w 821508"/>
                <a:gd name="connsiteY180" fmla="*/ 178156 h 590308"/>
                <a:gd name="connsiteX181" fmla="*/ 500141 w 821508"/>
                <a:gd name="connsiteY181" fmla="*/ 174792 h 590308"/>
                <a:gd name="connsiteX182" fmla="*/ 495362 w 821508"/>
                <a:gd name="connsiteY182" fmla="*/ 171193 h 590308"/>
                <a:gd name="connsiteX183" fmla="*/ 492535 w 821508"/>
                <a:gd name="connsiteY183" fmla="*/ 167829 h 590308"/>
                <a:gd name="connsiteX184" fmla="*/ 492905 w 821508"/>
                <a:gd name="connsiteY184" fmla="*/ 165036 h 590308"/>
                <a:gd name="connsiteX185" fmla="*/ 492165 w 821508"/>
                <a:gd name="connsiteY185" fmla="*/ 163725 h 590308"/>
                <a:gd name="connsiteX186" fmla="*/ 490583 w 821508"/>
                <a:gd name="connsiteY186" fmla="*/ 162278 h 590308"/>
                <a:gd name="connsiteX187" fmla="*/ 489573 w 821508"/>
                <a:gd name="connsiteY187" fmla="*/ 161269 h 590308"/>
                <a:gd name="connsiteX188" fmla="*/ 488126 w 821508"/>
                <a:gd name="connsiteY188" fmla="*/ 159183 h 590308"/>
                <a:gd name="connsiteX189" fmla="*/ 487857 w 821508"/>
                <a:gd name="connsiteY189" fmla="*/ 158039 h 590308"/>
                <a:gd name="connsiteX190" fmla="*/ 488093 w 821508"/>
                <a:gd name="connsiteY190" fmla="*/ 156727 h 590308"/>
                <a:gd name="connsiteX191" fmla="*/ 488900 w 821508"/>
                <a:gd name="connsiteY191" fmla="*/ 155651 h 590308"/>
                <a:gd name="connsiteX192" fmla="*/ 490347 w 821508"/>
                <a:gd name="connsiteY192" fmla="*/ 155348 h 590308"/>
                <a:gd name="connsiteX193" fmla="*/ 491592 w 821508"/>
                <a:gd name="connsiteY193" fmla="*/ 154844 h 590308"/>
                <a:gd name="connsiteX194" fmla="*/ 492232 w 821508"/>
                <a:gd name="connsiteY194" fmla="*/ 154541 h 590308"/>
                <a:gd name="connsiteX195" fmla="*/ 494184 w 821508"/>
                <a:gd name="connsiteY195" fmla="*/ 154339 h 590308"/>
                <a:gd name="connsiteX196" fmla="*/ 494689 w 821508"/>
                <a:gd name="connsiteY196" fmla="*/ 153195 h 590308"/>
                <a:gd name="connsiteX197" fmla="*/ 494991 w 821508"/>
                <a:gd name="connsiteY197" fmla="*/ 151883 h 590308"/>
                <a:gd name="connsiteX198" fmla="*/ 495866 w 821508"/>
                <a:gd name="connsiteY198" fmla="*/ 151244 h 590308"/>
                <a:gd name="connsiteX199" fmla="*/ 497751 w 821508"/>
                <a:gd name="connsiteY199" fmla="*/ 152556 h 590308"/>
                <a:gd name="connsiteX200" fmla="*/ 500141 w 821508"/>
                <a:gd name="connsiteY200" fmla="*/ 152489 h 590308"/>
                <a:gd name="connsiteX201" fmla="*/ 501453 w 821508"/>
                <a:gd name="connsiteY201" fmla="*/ 149293 h 590308"/>
                <a:gd name="connsiteX202" fmla="*/ 498559 w 821508"/>
                <a:gd name="connsiteY202" fmla="*/ 147544 h 590308"/>
                <a:gd name="connsiteX203" fmla="*/ 494285 w 821508"/>
                <a:gd name="connsiteY203" fmla="*/ 146467 h 590308"/>
                <a:gd name="connsiteX204" fmla="*/ 490448 w 821508"/>
                <a:gd name="connsiteY204" fmla="*/ 146467 h 590308"/>
                <a:gd name="connsiteX205" fmla="*/ 486814 w 821508"/>
                <a:gd name="connsiteY205" fmla="*/ 144584 h 590308"/>
                <a:gd name="connsiteX206" fmla="*/ 482842 w 821508"/>
                <a:gd name="connsiteY206" fmla="*/ 144079 h 590308"/>
                <a:gd name="connsiteX207" fmla="*/ 479713 w 821508"/>
                <a:gd name="connsiteY207" fmla="*/ 144079 h 590308"/>
                <a:gd name="connsiteX208" fmla="*/ 476582 w 821508"/>
                <a:gd name="connsiteY208" fmla="*/ 144651 h 590308"/>
                <a:gd name="connsiteX209" fmla="*/ 472611 w 821508"/>
                <a:gd name="connsiteY209" fmla="*/ 144348 h 590308"/>
                <a:gd name="connsiteX210" fmla="*/ 470424 w 821508"/>
                <a:gd name="connsiteY210" fmla="*/ 144853 h 590308"/>
                <a:gd name="connsiteX211" fmla="*/ 469347 w 821508"/>
                <a:gd name="connsiteY211" fmla="*/ 146367 h 590308"/>
                <a:gd name="connsiteX212" fmla="*/ 468606 w 821508"/>
                <a:gd name="connsiteY212" fmla="*/ 146804 h 590308"/>
                <a:gd name="connsiteX213" fmla="*/ 465039 w 821508"/>
                <a:gd name="connsiteY213" fmla="*/ 145425 h 590308"/>
                <a:gd name="connsiteX214" fmla="*/ 464231 w 821508"/>
                <a:gd name="connsiteY214" fmla="*/ 143944 h 590308"/>
                <a:gd name="connsiteX215" fmla="*/ 461606 w 821508"/>
                <a:gd name="connsiteY215" fmla="*/ 144819 h 590308"/>
                <a:gd name="connsiteX216" fmla="*/ 460024 w 821508"/>
                <a:gd name="connsiteY216" fmla="*/ 147712 h 590308"/>
                <a:gd name="connsiteX217" fmla="*/ 458375 w 821508"/>
                <a:gd name="connsiteY217" fmla="*/ 148519 h 590308"/>
                <a:gd name="connsiteX218" fmla="*/ 457298 w 821508"/>
                <a:gd name="connsiteY218" fmla="*/ 150841 h 590308"/>
                <a:gd name="connsiteX219" fmla="*/ 454774 w 821508"/>
                <a:gd name="connsiteY219" fmla="*/ 152657 h 590308"/>
                <a:gd name="connsiteX220" fmla="*/ 451443 w 821508"/>
                <a:gd name="connsiteY220" fmla="*/ 150403 h 590308"/>
                <a:gd name="connsiteX221" fmla="*/ 450803 w 821508"/>
                <a:gd name="connsiteY221" fmla="*/ 148149 h 590308"/>
                <a:gd name="connsiteX222" fmla="*/ 451308 w 821508"/>
                <a:gd name="connsiteY222" fmla="*/ 145963 h 590308"/>
                <a:gd name="connsiteX223" fmla="*/ 451308 w 821508"/>
                <a:gd name="connsiteY223" fmla="*/ 143776 h 590308"/>
                <a:gd name="connsiteX224" fmla="*/ 451240 w 821508"/>
                <a:gd name="connsiteY224" fmla="*/ 141321 h 590308"/>
                <a:gd name="connsiteX225" fmla="*/ 449154 w 821508"/>
                <a:gd name="connsiteY225" fmla="*/ 138495 h 590308"/>
                <a:gd name="connsiteX226" fmla="*/ 445957 w 821508"/>
                <a:gd name="connsiteY226" fmla="*/ 131464 h 590308"/>
                <a:gd name="connsiteX227" fmla="*/ 445452 w 821508"/>
                <a:gd name="connsiteY227" fmla="*/ 128638 h 590308"/>
                <a:gd name="connsiteX228" fmla="*/ 446394 w 821508"/>
                <a:gd name="connsiteY228" fmla="*/ 124501 h 590308"/>
                <a:gd name="connsiteX229" fmla="*/ 447774 w 821508"/>
                <a:gd name="connsiteY229" fmla="*/ 122920 h 590308"/>
                <a:gd name="connsiteX230" fmla="*/ 450029 w 821508"/>
                <a:gd name="connsiteY230" fmla="*/ 120296 h 590308"/>
                <a:gd name="connsiteX231" fmla="*/ 453226 w 821508"/>
                <a:gd name="connsiteY231" fmla="*/ 118210 h 590308"/>
                <a:gd name="connsiteX232" fmla="*/ 454673 w 821508"/>
                <a:gd name="connsiteY232" fmla="*/ 115754 h 590308"/>
                <a:gd name="connsiteX233" fmla="*/ 452419 w 821508"/>
                <a:gd name="connsiteY233" fmla="*/ 113299 h 590308"/>
                <a:gd name="connsiteX234" fmla="*/ 448649 w 821508"/>
                <a:gd name="connsiteY234" fmla="*/ 110843 h 590308"/>
                <a:gd name="connsiteX235" fmla="*/ 445688 w 821508"/>
                <a:gd name="connsiteY235" fmla="*/ 108589 h 590308"/>
                <a:gd name="connsiteX236" fmla="*/ 442423 w 821508"/>
                <a:gd name="connsiteY236" fmla="*/ 105898 h 590308"/>
                <a:gd name="connsiteX237" fmla="*/ 439461 w 821508"/>
                <a:gd name="connsiteY237" fmla="*/ 100247 h 590308"/>
                <a:gd name="connsiteX238" fmla="*/ 440404 w 821508"/>
                <a:gd name="connsiteY238" fmla="*/ 97051 h 590308"/>
                <a:gd name="connsiteX239" fmla="*/ 438216 w 821508"/>
                <a:gd name="connsiteY239" fmla="*/ 93283 h 590308"/>
                <a:gd name="connsiteX240" fmla="*/ 435087 w 821508"/>
                <a:gd name="connsiteY240" fmla="*/ 91837 h 590308"/>
                <a:gd name="connsiteX241" fmla="*/ 432697 w 821508"/>
                <a:gd name="connsiteY241" fmla="*/ 92341 h 590308"/>
                <a:gd name="connsiteX242" fmla="*/ 430375 w 821508"/>
                <a:gd name="connsiteY242" fmla="*/ 94662 h 590308"/>
                <a:gd name="connsiteX243" fmla="*/ 428120 w 821508"/>
                <a:gd name="connsiteY243" fmla="*/ 95604 h 590308"/>
                <a:gd name="connsiteX244" fmla="*/ 427043 w 821508"/>
                <a:gd name="connsiteY244" fmla="*/ 95537 h 590308"/>
                <a:gd name="connsiteX245" fmla="*/ 421826 w 821508"/>
                <a:gd name="connsiteY245" fmla="*/ 93519 h 590308"/>
                <a:gd name="connsiteX246" fmla="*/ 419740 w 821508"/>
                <a:gd name="connsiteY246" fmla="*/ 93149 h 590308"/>
                <a:gd name="connsiteX247" fmla="*/ 417048 w 821508"/>
                <a:gd name="connsiteY247" fmla="*/ 92274 h 590308"/>
                <a:gd name="connsiteX248" fmla="*/ 416173 w 821508"/>
                <a:gd name="connsiteY248" fmla="*/ 90895 h 590308"/>
                <a:gd name="connsiteX249" fmla="*/ 414557 w 821508"/>
                <a:gd name="connsiteY249" fmla="*/ 89280 h 590308"/>
                <a:gd name="connsiteX250" fmla="*/ 412740 w 821508"/>
                <a:gd name="connsiteY250" fmla="*/ 87800 h 590308"/>
                <a:gd name="connsiteX251" fmla="*/ 410788 w 821508"/>
                <a:gd name="connsiteY251" fmla="*/ 87262 h 590308"/>
                <a:gd name="connsiteX252" fmla="*/ 408701 w 821508"/>
                <a:gd name="connsiteY252" fmla="*/ 87262 h 590308"/>
                <a:gd name="connsiteX253" fmla="*/ 404999 w 821508"/>
                <a:gd name="connsiteY253" fmla="*/ 87262 h 590308"/>
                <a:gd name="connsiteX254" fmla="*/ 401735 w 821508"/>
                <a:gd name="connsiteY254" fmla="*/ 87262 h 590308"/>
                <a:gd name="connsiteX255" fmla="*/ 399480 w 821508"/>
                <a:gd name="connsiteY255" fmla="*/ 90020 h 590308"/>
                <a:gd name="connsiteX256" fmla="*/ 392076 w 821508"/>
                <a:gd name="connsiteY256" fmla="*/ 94225 h 590308"/>
                <a:gd name="connsiteX257" fmla="*/ 385984 w 821508"/>
                <a:gd name="connsiteY257" fmla="*/ 98060 h 590308"/>
                <a:gd name="connsiteX258" fmla="*/ 382148 w 821508"/>
                <a:gd name="connsiteY258" fmla="*/ 101323 h 590308"/>
                <a:gd name="connsiteX259" fmla="*/ 378614 w 821508"/>
                <a:gd name="connsiteY259" fmla="*/ 103207 h 590308"/>
                <a:gd name="connsiteX260" fmla="*/ 374407 w 821508"/>
                <a:gd name="connsiteY260" fmla="*/ 104452 h 590308"/>
                <a:gd name="connsiteX261" fmla="*/ 369628 w 821508"/>
                <a:gd name="connsiteY261" fmla="*/ 104452 h 590308"/>
                <a:gd name="connsiteX262" fmla="*/ 364984 w 821508"/>
                <a:gd name="connsiteY262" fmla="*/ 103812 h 590308"/>
                <a:gd name="connsiteX263" fmla="*/ 358388 w 821508"/>
                <a:gd name="connsiteY263" fmla="*/ 102803 h 590308"/>
                <a:gd name="connsiteX264" fmla="*/ 348325 w 821508"/>
                <a:gd name="connsiteY264" fmla="*/ 100280 h 590308"/>
                <a:gd name="connsiteX265" fmla="*/ 341089 w 821508"/>
                <a:gd name="connsiteY265" fmla="*/ 95436 h 590308"/>
                <a:gd name="connsiteX266" fmla="*/ 336310 w 821508"/>
                <a:gd name="connsiteY266" fmla="*/ 91298 h 590308"/>
                <a:gd name="connsiteX267" fmla="*/ 333113 w 821508"/>
                <a:gd name="connsiteY267" fmla="*/ 87968 h 590308"/>
                <a:gd name="connsiteX268" fmla="*/ 330589 w 821508"/>
                <a:gd name="connsiteY268" fmla="*/ 84940 h 590308"/>
                <a:gd name="connsiteX269" fmla="*/ 330219 w 821508"/>
                <a:gd name="connsiteY269" fmla="*/ 79289 h 590308"/>
                <a:gd name="connsiteX270" fmla="*/ 329714 w 821508"/>
                <a:gd name="connsiteY270" fmla="*/ 75084 h 590308"/>
                <a:gd name="connsiteX271" fmla="*/ 330791 w 821508"/>
                <a:gd name="connsiteY271" fmla="*/ 69803 h 590308"/>
                <a:gd name="connsiteX272" fmla="*/ 331868 w 821508"/>
                <a:gd name="connsiteY272" fmla="*/ 67852 h 590308"/>
                <a:gd name="connsiteX273" fmla="*/ 331733 w 821508"/>
                <a:gd name="connsiteY273" fmla="*/ 65934 h 590308"/>
                <a:gd name="connsiteX274" fmla="*/ 329714 w 821508"/>
                <a:gd name="connsiteY274" fmla="*/ 64723 h 590308"/>
                <a:gd name="connsiteX275" fmla="*/ 326954 w 821508"/>
                <a:gd name="connsiteY275" fmla="*/ 64723 h 590308"/>
                <a:gd name="connsiteX276" fmla="*/ 324363 w 821508"/>
                <a:gd name="connsiteY276" fmla="*/ 65228 h 590308"/>
                <a:gd name="connsiteX277" fmla="*/ 320459 w 821508"/>
                <a:gd name="connsiteY277" fmla="*/ 66304 h 590308"/>
                <a:gd name="connsiteX278" fmla="*/ 317430 w 821508"/>
                <a:gd name="connsiteY278" fmla="*/ 67885 h 590308"/>
                <a:gd name="connsiteX279" fmla="*/ 314738 w 821508"/>
                <a:gd name="connsiteY279" fmla="*/ 69264 h 590308"/>
                <a:gd name="connsiteX280" fmla="*/ 311608 w 821508"/>
                <a:gd name="connsiteY280" fmla="*/ 73234 h 590308"/>
                <a:gd name="connsiteX281" fmla="*/ 309656 w 821508"/>
                <a:gd name="connsiteY281" fmla="*/ 76934 h 590308"/>
                <a:gd name="connsiteX282" fmla="*/ 306324 w 821508"/>
                <a:gd name="connsiteY282" fmla="*/ 79121 h 590308"/>
                <a:gd name="connsiteX283" fmla="*/ 302622 w 821508"/>
                <a:gd name="connsiteY283" fmla="*/ 82586 h 590308"/>
                <a:gd name="connsiteX284" fmla="*/ 299661 w 821508"/>
                <a:gd name="connsiteY284" fmla="*/ 83662 h 590308"/>
                <a:gd name="connsiteX285" fmla="*/ 294747 w 821508"/>
                <a:gd name="connsiteY285" fmla="*/ 85546 h 590308"/>
                <a:gd name="connsiteX286" fmla="*/ 291348 w 821508"/>
                <a:gd name="connsiteY286" fmla="*/ 85849 h 590308"/>
                <a:gd name="connsiteX287" fmla="*/ 288453 w 821508"/>
                <a:gd name="connsiteY287" fmla="*/ 86555 h 590308"/>
                <a:gd name="connsiteX288" fmla="*/ 285054 w 821508"/>
                <a:gd name="connsiteY288" fmla="*/ 87564 h 590308"/>
                <a:gd name="connsiteX289" fmla="*/ 281655 w 821508"/>
                <a:gd name="connsiteY289" fmla="*/ 87699 h 590308"/>
                <a:gd name="connsiteX290" fmla="*/ 279939 w 821508"/>
                <a:gd name="connsiteY290" fmla="*/ 85882 h 590308"/>
                <a:gd name="connsiteX291" fmla="*/ 278256 w 821508"/>
                <a:gd name="connsiteY291" fmla="*/ 82855 h 590308"/>
                <a:gd name="connsiteX292" fmla="*/ 276944 w 821508"/>
                <a:gd name="connsiteY292" fmla="*/ 80096 h 590308"/>
                <a:gd name="connsiteX293" fmla="*/ 276506 w 821508"/>
                <a:gd name="connsiteY293" fmla="*/ 76766 h 590308"/>
                <a:gd name="connsiteX294" fmla="*/ 275194 w 821508"/>
                <a:gd name="connsiteY294" fmla="*/ 75252 h 590308"/>
                <a:gd name="connsiteX295" fmla="*/ 271727 w 821508"/>
                <a:gd name="connsiteY295" fmla="*/ 74109 h 590308"/>
                <a:gd name="connsiteX296" fmla="*/ 268833 w 821508"/>
                <a:gd name="connsiteY296" fmla="*/ 71855 h 590308"/>
                <a:gd name="connsiteX297" fmla="*/ 265804 w 821508"/>
                <a:gd name="connsiteY297" fmla="*/ 69971 h 590308"/>
                <a:gd name="connsiteX298" fmla="*/ 264559 w 821508"/>
                <a:gd name="connsiteY298" fmla="*/ 69399 h 590308"/>
                <a:gd name="connsiteX299" fmla="*/ 262977 w 821508"/>
                <a:gd name="connsiteY299" fmla="*/ 69332 h 590308"/>
                <a:gd name="connsiteX300" fmla="*/ 261395 w 821508"/>
                <a:gd name="connsiteY300" fmla="*/ 70576 h 590308"/>
                <a:gd name="connsiteX301" fmla="*/ 260385 w 821508"/>
                <a:gd name="connsiteY301" fmla="*/ 73099 h 590308"/>
                <a:gd name="connsiteX302" fmla="*/ 260823 w 821508"/>
                <a:gd name="connsiteY302" fmla="*/ 76060 h 590308"/>
                <a:gd name="connsiteX303" fmla="*/ 261765 w 821508"/>
                <a:gd name="connsiteY303" fmla="*/ 79087 h 590308"/>
                <a:gd name="connsiteX304" fmla="*/ 261563 w 821508"/>
                <a:gd name="connsiteY304" fmla="*/ 82922 h 590308"/>
                <a:gd name="connsiteX305" fmla="*/ 259309 w 821508"/>
                <a:gd name="connsiteY305" fmla="*/ 83662 h 590308"/>
                <a:gd name="connsiteX306" fmla="*/ 257054 w 821508"/>
                <a:gd name="connsiteY306" fmla="*/ 83898 h 590308"/>
                <a:gd name="connsiteX307" fmla="*/ 253352 w 821508"/>
                <a:gd name="connsiteY307" fmla="*/ 83595 h 590308"/>
                <a:gd name="connsiteX308" fmla="*/ 249010 w 821508"/>
                <a:gd name="connsiteY308" fmla="*/ 82956 h 590308"/>
                <a:gd name="connsiteX309" fmla="*/ 245544 w 821508"/>
                <a:gd name="connsiteY309" fmla="*/ 83259 h 590308"/>
                <a:gd name="connsiteX310" fmla="*/ 241135 w 821508"/>
                <a:gd name="connsiteY310" fmla="*/ 86791 h 590308"/>
                <a:gd name="connsiteX311" fmla="*/ 238005 w 821508"/>
                <a:gd name="connsiteY311" fmla="*/ 89549 h 590308"/>
                <a:gd name="connsiteX312" fmla="*/ 236322 w 821508"/>
                <a:gd name="connsiteY312" fmla="*/ 90491 h 590308"/>
                <a:gd name="connsiteX313" fmla="*/ 234303 w 821508"/>
                <a:gd name="connsiteY313" fmla="*/ 90928 h 590308"/>
                <a:gd name="connsiteX314" fmla="*/ 229962 w 821508"/>
                <a:gd name="connsiteY314" fmla="*/ 88977 h 590308"/>
                <a:gd name="connsiteX315" fmla="*/ 225822 w 821508"/>
                <a:gd name="connsiteY315" fmla="*/ 86017 h 590308"/>
                <a:gd name="connsiteX316" fmla="*/ 222356 w 821508"/>
                <a:gd name="connsiteY316" fmla="*/ 83326 h 590308"/>
                <a:gd name="connsiteX317" fmla="*/ 218788 w 821508"/>
                <a:gd name="connsiteY317" fmla="*/ 79760 h 590308"/>
                <a:gd name="connsiteX318" fmla="*/ 211620 w 821508"/>
                <a:gd name="connsiteY318" fmla="*/ 79625 h 590308"/>
                <a:gd name="connsiteX319" fmla="*/ 207649 w 821508"/>
                <a:gd name="connsiteY319" fmla="*/ 76060 h 590308"/>
                <a:gd name="connsiteX320" fmla="*/ 207077 w 821508"/>
                <a:gd name="connsiteY320" fmla="*/ 74613 h 590308"/>
                <a:gd name="connsiteX321" fmla="*/ 203038 w 821508"/>
                <a:gd name="connsiteY321" fmla="*/ 71922 h 590308"/>
                <a:gd name="connsiteX322" fmla="*/ 200076 w 821508"/>
                <a:gd name="connsiteY322" fmla="*/ 70913 h 590308"/>
                <a:gd name="connsiteX323" fmla="*/ 198562 w 821508"/>
                <a:gd name="connsiteY323" fmla="*/ 69769 h 590308"/>
                <a:gd name="connsiteX324" fmla="*/ 197485 w 821508"/>
                <a:gd name="connsiteY324" fmla="*/ 66809 h 590308"/>
                <a:gd name="connsiteX325" fmla="*/ 194658 w 821508"/>
                <a:gd name="connsiteY325" fmla="*/ 63983 h 590308"/>
                <a:gd name="connsiteX326" fmla="*/ 192134 w 821508"/>
                <a:gd name="connsiteY326" fmla="*/ 62469 h 590308"/>
                <a:gd name="connsiteX327" fmla="*/ 188937 w 821508"/>
                <a:gd name="connsiteY327" fmla="*/ 59845 h 590308"/>
                <a:gd name="connsiteX328" fmla="*/ 187624 w 821508"/>
                <a:gd name="connsiteY328" fmla="*/ 57827 h 590308"/>
                <a:gd name="connsiteX329" fmla="*/ 188197 w 821508"/>
                <a:gd name="connsiteY329" fmla="*/ 54564 h 590308"/>
                <a:gd name="connsiteX330" fmla="*/ 189273 w 821508"/>
                <a:gd name="connsiteY330" fmla="*/ 48475 h 590308"/>
                <a:gd name="connsiteX331" fmla="*/ 188567 w 821508"/>
                <a:gd name="connsiteY331" fmla="*/ 45212 h 590308"/>
                <a:gd name="connsiteX332" fmla="*/ 186244 w 821508"/>
                <a:gd name="connsiteY332" fmla="*/ 44338 h 590308"/>
                <a:gd name="connsiteX333" fmla="*/ 183047 w 821508"/>
                <a:gd name="connsiteY333" fmla="*/ 41512 h 590308"/>
                <a:gd name="connsiteX334" fmla="*/ 181903 w 821508"/>
                <a:gd name="connsiteY334" fmla="*/ 39123 h 590308"/>
                <a:gd name="connsiteX335" fmla="*/ 181903 w 821508"/>
                <a:gd name="connsiteY335" fmla="*/ 37441 h 590308"/>
                <a:gd name="connsiteX336" fmla="*/ 184494 w 821508"/>
                <a:gd name="connsiteY336" fmla="*/ 34414 h 590308"/>
                <a:gd name="connsiteX337" fmla="*/ 186514 w 821508"/>
                <a:gd name="connsiteY337" fmla="*/ 32900 h 590308"/>
                <a:gd name="connsiteX338" fmla="*/ 187389 w 821508"/>
                <a:gd name="connsiteY338" fmla="*/ 31319 h 590308"/>
                <a:gd name="connsiteX339" fmla="*/ 187322 w 821508"/>
                <a:gd name="connsiteY339" fmla="*/ 29233 h 590308"/>
                <a:gd name="connsiteX340" fmla="*/ 185739 w 821508"/>
                <a:gd name="connsiteY340" fmla="*/ 26542 h 590308"/>
                <a:gd name="connsiteX341" fmla="*/ 184293 w 821508"/>
                <a:gd name="connsiteY341" fmla="*/ 25600 h 590308"/>
                <a:gd name="connsiteX342" fmla="*/ 182273 w 821508"/>
                <a:gd name="connsiteY342" fmla="*/ 22842 h 590308"/>
                <a:gd name="connsiteX343" fmla="*/ 181768 w 821508"/>
                <a:gd name="connsiteY343" fmla="*/ 21025 h 590308"/>
                <a:gd name="connsiteX344" fmla="*/ 180658 w 821508"/>
                <a:gd name="connsiteY344" fmla="*/ 15744 h 590308"/>
                <a:gd name="connsiteX345" fmla="*/ 178908 w 821508"/>
                <a:gd name="connsiteY345" fmla="*/ 13658 h 590308"/>
                <a:gd name="connsiteX346" fmla="*/ 177595 w 821508"/>
                <a:gd name="connsiteY346" fmla="*/ 11707 h 590308"/>
                <a:gd name="connsiteX347" fmla="*/ 178841 w 821508"/>
                <a:gd name="connsiteY347" fmla="*/ 9184 h 590308"/>
                <a:gd name="connsiteX348" fmla="*/ 181466 w 821508"/>
                <a:gd name="connsiteY348" fmla="*/ 6998 h 590308"/>
                <a:gd name="connsiteX349" fmla="*/ 181667 w 821508"/>
                <a:gd name="connsiteY349" fmla="*/ 4912 h 590308"/>
                <a:gd name="connsiteX350" fmla="*/ 180523 w 821508"/>
                <a:gd name="connsiteY350" fmla="*/ 1851 h 590308"/>
                <a:gd name="connsiteX351" fmla="*/ 177629 w 821508"/>
                <a:gd name="connsiteY351" fmla="*/ 404 h 590308"/>
                <a:gd name="connsiteX352" fmla="*/ 173490 w 821508"/>
                <a:gd name="connsiteY352" fmla="*/ 404 h 590308"/>
                <a:gd name="connsiteX353" fmla="*/ 170461 w 821508"/>
                <a:gd name="connsiteY353" fmla="*/ 2490 h 590308"/>
                <a:gd name="connsiteX354" fmla="*/ 168508 w 821508"/>
                <a:gd name="connsiteY354" fmla="*/ 2793 h 590308"/>
                <a:gd name="connsiteX355" fmla="*/ 166489 w 821508"/>
                <a:gd name="connsiteY355" fmla="*/ 3533 h 590308"/>
                <a:gd name="connsiteX356" fmla="*/ 163898 w 821508"/>
                <a:gd name="connsiteY356" fmla="*/ 4542 h 590308"/>
                <a:gd name="connsiteX357" fmla="*/ 160936 w 821508"/>
                <a:gd name="connsiteY357" fmla="*/ 5046 h 590308"/>
                <a:gd name="connsiteX358" fmla="*/ 159052 w 821508"/>
                <a:gd name="connsiteY358" fmla="*/ 5181 h 590308"/>
                <a:gd name="connsiteX359" fmla="*/ 157100 w 821508"/>
                <a:gd name="connsiteY359" fmla="*/ 5753 h 590308"/>
                <a:gd name="connsiteX360" fmla="*/ 155215 w 821508"/>
                <a:gd name="connsiteY360" fmla="*/ 6829 h 590308"/>
                <a:gd name="connsiteX361" fmla="*/ 153633 w 821508"/>
                <a:gd name="connsiteY361" fmla="*/ 8646 h 590308"/>
                <a:gd name="connsiteX362" fmla="*/ 151446 w 821508"/>
                <a:gd name="connsiteY362" fmla="*/ 10328 h 590308"/>
                <a:gd name="connsiteX363" fmla="*/ 150066 w 821508"/>
                <a:gd name="connsiteY363" fmla="*/ 11135 h 590308"/>
                <a:gd name="connsiteX364" fmla="*/ 148551 w 821508"/>
                <a:gd name="connsiteY364" fmla="*/ 12582 h 590308"/>
                <a:gd name="connsiteX365" fmla="*/ 146667 w 821508"/>
                <a:gd name="connsiteY365" fmla="*/ 13456 h 590308"/>
                <a:gd name="connsiteX366" fmla="*/ 143840 w 821508"/>
                <a:gd name="connsiteY366" fmla="*/ 12750 h 590308"/>
                <a:gd name="connsiteX367" fmla="*/ 142258 w 821508"/>
                <a:gd name="connsiteY367" fmla="*/ 11303 h 590308"/>
                <a:gd name="connsiteX368" fmla="*/ 141383 w 821508"/>
                <a:gd name="connsiteY368" fmla="*/ 8478 h 590308"/>
                <a:gd name="connsiteX369" fmla="*/ 138623 w 821508"/>
                <a:gd name="connsiteY369" fmla="*/ 9924 h 590308"/>
                <a:gd name="connsiteX370" fmla="*/ 136368 w 821508"/>
                <a:gd name="connsiteY370" fmla="*/ 11068 h 590308"/>
                <a:gd name="connsiteX371" fmla="*/ 134349 w 821508"/>
                <a:gd name="connsiteY371" fmla="*/ 12144 h 590308"/>
                <a:gd name="connsiteX372" fmla="*/ 132835 w 821508"/>
                <a:gd name="connsiteY372" fmla="*/ 13725 h 590308"/>
                <a:gd name="connsiteX373" fmla="*/ 131690 w 821508"/>
                <a:gd name="connsiteY373" fmla="*/ 14667 h 590308"/>
                <a:gd name="connsiteX374" fmla="*/ 129099 w 821508"/>
                <a:gd name="connsiteY374" fmla="*/ 14869 h 590308"/>
                <a:gd name="connsiteX375" fmla="*/ 126474 w 821508"/>
                <a:gd name="connsiteY375" fmla="*/ 14936 h 590308"/>
                <a:gd name="connsiteX376" fmla="*/ 120753 w 821508"/>
                <a:gd name="connsiteY376" fmla="*/ 14365 h 590308"/>
                <a:gd name="connsiteX377" fmla="*/ 115334 w 821508"/>
                <a:gd name="connsiteY377" fmla="*/ 14297 h 590308"/>
                <a:gd name="connsiteX378" fmla="*/ 111565 w 821508"/>
                <a:gd name="connsiteY378" fmla="*/ 14297 h 590308"/>
                <a:gd name="connsiteX379" fmla="*/ 107829 w 821508"/>
                <a:gd name="connsiteY379" fmla="*/ 14869 h 590308"/>
                <a:gd name="connsiteX380" fmla="*/ 107223 w 821508"/>
                <a:gd name="connsiteY380" fmla="*/ 17258 h 590308"/>
                <a:gd name="connsiteX381" fmla="*/ 107223 w 821508"/>
                <a:gd name="connsiteY381" fmla="*/ 20386 h 590308"/>
                <a:gd name="connsiteX382" fmla="*/ 107796 w 821508"/>
                <a:gd name="connsiteY382" fmla="*/ 21631 h 590308"/>
                <a:gd name="connsiteX383" fmla="*/ 107223 w 821508"/>
                <a:gd name="connsiteY383" fmla="*/ 26475 h 590308"/>
                <a:gd name="connsiteX384" fmla="*/ 107223 w 821508"/>
                <a:gd name="connsiteY384" fmla="*/ 28561 h 590308"/>
                <a:gd name="connsiteX385" fmla="*/ 107223 w 821508"/>
                <a:gd name="connsiteY385" fmla="*/ 31184 h 590308"/>
                <a:gd name="connsiteX386" fmla="*/ 105843 w 821508"/>
                <a:gd name="connsiteY386" fmla="*/ 32564 h 590308"/>
                <a:gd name="connsiteX387" fmla="*/ 103589 w 821508"/>
                <a:gd name="connsiteY387" fmla="*/ 33943 h 590308"/>
                <a:gd name="connsiteX388" fmla="*/ 101502 w 821508"/>
                <a:gd name="connsiteY388" fmla="*/ 34313 h 590308"/>
                <a:gd name="connsiteX389" fmla="*/ 96791 w 821508"/>
                <a:gd name="connsiteY389" fmla="*/ 35558 h 590308"/>
                <a:gd name="connsiteX390" fmla="*/ 91742 w 821508"/>
                <a:gd name="connsiteY390" fmla="*/ 35120 h 590308"/>
                <a:gd name="connsiteX391" fmla="*/ 89218 w 821508"/>
                <a:gd name="connsiteY391" fmla="*/ 35692 h 590308"/>
                <a:gd name="connsiteX392" fmla="*/ 87267 w 821508"/>
                <a:gd name="connsiteY392" fmla="*/ 36331 h 590308"/>
                <a:gd name="connsiteX393" fmla="*/ 82622 w 821508"/>
                <a:gd name="connsiteY393" fmla="*/ 37206 h 590308"/>
                <a:gd name="connsiteX394" fmla="*/ 81478 w 821508"/>
                <a:gd name="connsiteY394" fmla="*/ 39594 h 590308"/>
                <a:gd name="connsiteX395" fmla="*/ 81107 w 821508"/>
                <a:gd name="connsiteY395" fmla="*/ 43497 h 590308"/>
                <a:gd name="connsiteX396" fmla="*/ 83632 w 821508"/>
                <a:gd name="connsiteY396" fmla="*/ 47634 h 590308"/>
                <a:gd name="connsiteX397" fmla="*/ 85516 w 821508"/>
                <a:gd name="connsiteY397" fmla="*/ 49720 h 590308"/>
                <a:gd name="connsiteX398" fmla="*/ 88108 w 821508"/>
                <a:gd name="connsiteY398" fmla="*/ 54732 h 590308"/>
                <a:gd name="connsiteX399" fmla="*/ 88747 w 821508"/>
                <a:gd name="connsiteY399" fmla="*/ 57995 h 590308"/>
                <a:gd name="connsiteX400" fmla="*/ 89386 w 821508"/>
                <a:gd name="connsiteY400" fmla="*/ 60821 h 590308"/>
                <a:gd name="connsiteX401" fmla="*/ 90060 w 821508"/>
                <a:gd name="connsiteY401" fmla="*/ 67852 h 590308"/>
                <a:gd name="connsiteX402" fmla="*/ 89791 w 821508"/>
                <a:gd name="connsiteY402" fmla="*/ 70745 h 590308"/>
                <a:gd name="connsiteX403" fmla="*/ 89791 w 821508"/>
                <a:gd name="connsiteY403" fmla="*/ 74310 h 590308"/>
                <a:gd name="connsiteX404" fmla="*/ 88545 w 821508"/>
                <a:gd name="connsiteY404" fmla="*/ 75757 h 590308"/>
                <a:gd name="connsiteX405" fmla="*/ 86862 w 821508"/>
                <a:gd name="connsiteY405" fmla="*/ 77708 h 590308"/>
                <a:gd name="connsiteX406" fmla="*/ 85348 w 821508"/>
                <a:gd name="connsiteY406" fmla="*/ 81476 h 590308"/>
                <a:gd name="connsiteX407" fmla="*/ 85045 w 821508"/>
                <a:gd name="connsiteY407" fmla="*/ 83359 h 590308"/>
                <a:gd name="connsiteX408" fmla="*/ 82588 w 821508"/>
                <a:gd name="connsiteY408" fmla="*/ 84369 h 590308"/>
                <a:gd name="connsiteX409" fmla="*/ 80401 w 821508"/>
                <a:gd name="connsiteY409" fmla="*/ 83662 h 590308"/>
                <a:gd name="connsiteX410" fmla="*/ 78516 w 821508"/>
                <a:gd name="connsiteY410" fmla="*/ 81274 h 590308"/>
                <a:gd name="connsiteX411" fmla="*/ 77776 w 821508"/>
                <a:gd name="connsiteY411" fmla="*/ 79154 h 590308"/>
                <a:gd name="connsiteX412" fmla="*/ 76699 w 821508"/>
                <a:gd name="connsiteY412" fmla="*/ 77641 h 590308"/>
                <a:gd name="connsiteX413" fmla="*/ 76329 w 821508"/>
                <a:gd name="connsiteY413" fmla="*/ 74445 h 590308"/>
                <a:gd name="connsiteX414" fmla="*/ 75016 w 821508"/>
                <a:gd name="connsiteY414" fmla="*/ 72359 h 590308"/>
                <a:gd name="connsiteX415" fmla="*/ 72997 w 821508"/>
                <a:gd name="connsiteY415" fmla="*/ 71989 h 590308"/>
                <a:gd name="connsiteX416" fmla="*/ 71852 w 821508"/>
                <a:gd name="connsiteY416" fmla="*/ 72729 h 590308"/>
                <a:gd name="connsiteX417" fmla="*/ 71045 w 821508"/>
                <a:gd name="connsiteY417" fmla="*/ 74109 h 590308"/>
                <a:gd name="connsiteX418" fmla="*/ 68790 w 821508"/>
                <a:gd name="connsiteY418" fmla="*/ 74109 h 590308"/>
                <a:gd name="connsiteX419" fmla="*/ 66973 w 821508"/>
                <a:gd name="connsiteY419" fmla="*/ 71855 h 590308"/>
                <a:gd name="connsiteX420" fmla="*/ 65155 w 821508"/>
                <a:gd name="connsiteY420" fmla="*/ 69836 h 590308"/>
                <a:gd name="connsiteX421" fmla="*/ 64650 w 821508"/>
                <a:gd name="connsiteY421" fmla="*/ 67381 h 590308"/>
                <a:gd name="connsiteX422" fmla="*/ 63775 w 821508"/>
                <a:gd name="connsiteY422" fmla="*/ 64925 h 590308"/>
                <a:gd name="connsiteX423" fmla="*/ 62093 w 821508"/>
                <a:gd name="connsiteY423" fmla="*/ 62671 h 590308"/>
                <a:gd name="connsiteX424" fmla="*/ 61151 w 821508"/>
                <a:gd name="connsiteY424" fmla="*/ 61157 h 590308"/>
                <a:gd name="connsiteX425" fmla="*/ 59400 w 821508"/>
                <a:gd name="connsiteY425" fmla="*/ 59711 h 590308"/>
                <a:gd name="connsiteX426" fmla="*/ 57650 w 821508"/>
                <a:gd name="connsiteY426" fmla="*/ 59273 h 590308"/>
                <a:gd name="connsiteX427" fmla="*/ 56641 w 821508"/>
                <a:gd name="connsiteY427" fmla="*/ 59273 h 590308"/>
                <a:gd name="connsiteX428" fmla="*/ 54386 w 821508"/>
                <a:gd name="connsiteY428" fmla="*/ 60922 h 590308"/>
                <a:gd name="connsiteX429" fmla="*/ 53309 w 821508"/>
                <a:gd name="connsiteY429" fmla="*/ 62604 h 590308"/>
                <a:gd name="connsiteX430" fmla="*/ 51626 w 821508"/>
                <a:gd name="connsiteY430" fmla="*/ 64858 h 590308"/>
                <a:gd name="connsiteX431" fmla="*/ 50414 w 821508"/>
                <a:gd name="connsiteY431" fmla="*/ 66741 h 590308"/>
                <a:gd name="connsiteX432" fmla="*/ 48833 w 821508"/>
                <a:gd name="connsiteY432" fmla="*/ 69769 h 590308"/>
                <a:gd name="connsiteX433" fmla="*/ 46006 w 821508"/>
                <a:gd name="connsiteY433" fmla="*/ 71787 h 590308"/>
                <a:gd name="connsiteX434" fmla="*/ 43818 w 821508"/>
                <a:gd name="connsiteY434" fmla="*/ 72157 h 590308"/>
                <a:gd name="connsiteX435" fmla="*/ 40688 w 821508"/>
                <a:gd name="connsiteY435" fmla="*/ 69836 h 590308"/>
                <a:gd name="connsiteX436" fmla="*/ 40318 w 821508"/>
                <a:gd name="connsiteY436" fmla="*/ 67953 h 590308"/>
                <a:gd name="connsiteX437" fmla="*/ 37491 w 821508"/>
                <a:gd name="connsiteY437" fmla="*/ 65631 h 590308"/>
                <a:gd name="connsiteX438" fmla="*/ 36616 w 821508"/>
                <a:gd name="connsiteY438" fmla="*/ 64555 h 590308"/>
                <a:gd name="connsiteX439" fmla="*/ 35102 w 821508"/>
                <a:gd name="connsiteY439" fmla="*/ 62671 h 590308"/>
                <a:gd name="connsiteX440" fmla="*/ 32712 w 821508"/>
                <a:gd name="connsiteY440" fmla="*/ 63748 h 590308"/>
                <a:gd name="connsiteX441" fmla="*/ 30693 w 821508"/>
                <a:gd name="connsiteY441" fmla="*/ 64185 h 590308"/>
                <a:gd name="connsiteX442" fmla="*/ 29448 w 821508"/>
                <a:gd name="connsiteY442" fmla="*/ 61796 h 590308"/>
                <a:gd name="connsiteX443" fmla="*/ 27698 w 821508"/>
                <a:gd name="connsiteY443" fmla="*/ 59543 h 590308"/>
                <a:gd name="connsiteX444" fmla="*/ 25106 w 821508"/>
                <a:gd name="connsiteY444" fmla="*/ 56280 h 590308"/>
                <a:gd name="connsiteX445" fmla="*/ 22717 w 821508"/>
                <a:gd name="connsiteY445" fmla="*/ 54261 h 590308"/>
                <a:gd name="connsiteX446" fmla="*/ 19385 w 821508"/>
                <a:gd name="connsiteY446" fmla="*/ 52445 h 590308"/>
                <a:gd name="connsiteX447" fmla="*/ 16794 w 821508"/>
                <a:gd name="connsiteY447" fmla="*/ 51940 h 590308"/>
                <a:gd name="connsiteX448" fmla="*/ 14101 w 821508"/>
                <a:gd name="connsiteY448" fmla="*/ 51503 h 590308"/>
                <a:gd name="connsiteX449" fmla="*/ 11476 w 821508"/>
                <a:gd name="connsiteY449" fmla="*/ 52142 h 590308"/>
                <a:gd name="connsiteX450" fmla="*/ 10029 w 821508"/>
                <a:gd name="connsiteY450" fmla="*/ 52276 h 590308"/>
                <a:gd name="connsiteX451" fmla="*/ 5687 w 821508"/>
                <a:gd name="connsiteY451" fmla="*/ 53017 h 590308"/>
                <a:gd name="connsiteX452" fmla="*/ 2154 w 821508"/>
                <a:gd name="connsiteY452" fmla="*/ 54396 h 590308"/>
                <a:gd name="connsiteX453" fmla="*/ 1346 w 821508"/>
                <a:gd name="connsiteY453" fmla="*/ 57659 h 590308"/>
                <a:gd name="connsiteX454" fmla="*/ 6058 w 821508"/>
                <a:gd name="connsiteY454" fmla="*/ 60350 h 590308"/>
                <a:gd name="connsiteX455" fmla="*/ 8750 w 821508"/>
                <a:gd name="connsiteY455" fmla="*/ 62738 h 590308"/>
                <a:gd name="connsiteX456" fmla="*/ 9020 w 821508"/>
                <a:gd name="connsiteY456" fmla="*/ 64824 h 590308"/>
                <a:gd name="connsiteX457" fmla="*/ 9457 w 821508"/>
                <a:gd name="connsiteY457" fmla="*/ 67448 h 590308"/>
                <a:gd name="connsiteX458" fmla="*/ 9591 w 821508"/>
                <a:gd name="connsiteY458" fmla="*/ 69769 h 590308"/>
                <a:gd name="connsiteX459" fmla="*/ 9524 w 821508"/>
                <a:gd name="connsiteY459" fmla="*/ 72460 h 590308"/>
                <a:gd name="connsiteX460" fmla="*/ 8851 w 821508"/>
                <a:gd name="connsiteY460" fmla="*/ 73974 h 590308"/>
                <a:gd name="connsiteX461" fmla="*/ 7976 w 821508"/>
                <a:gd name="connsiteY461" fmla="*/ 75286 h 590308"/>
                <a:gd name="connsiteX462" fmla="*/ 6529 w 821508"/>
                <a:gd name="connsiteY462" fmla="*/ 76228 h 590308"/>
                <a:gd name="connsiteX463" fmla="*/ 4644 w 821508"/>
                <a:gd name="connsiteY463" fmla="*/ 77607 h 590308"/>
                <a:gd name="connsiteX464" fmla="*/ 2759 w 821508"/>
                <a:gd name="connsiteY464" fmla="*/ 78986 h 590308"/>
                <a:gd name="connsiteX465" fmla="*/ 942 w 821508"/>
                <a:gd name="connsiteY465" fmla="*/ 80870 h 590308"/>
                <a:gd name="connsiteX466" fmla="*/ 0 w 821508"/>
                <a:gd name="connsiteY466" fmla="*/ 82317 h 590308"/>
                <a:gd name="connsiteX467" fmla="*/ 740 w 821508"/>
                <a:gd name="connsiteY467" fmla="*/ 85950 h 590308"/>
                <a:gd name="connsiteX468" fmla="*/ 1750 w 821508"/>
                <a:gd name="connsiteY468" fmla="*/ 88136 h 590308"/>
                <a:gd name="connsiteX469" fmla="*/ 4644 w 821508"/>
                <a:gd name="connsiteY469" fmla="*/ 89280 h 590308"/>
                <a:gd name="connsiteX470" fmla="*/ 7539 w 821508"/>
                <a:gd name="connsiteY470" fmla="*/ 90424 h 590308"/>
                <a:gd name="connsiteX471" fmla="*/ 12250 w 821508"/>
                <a:gd name="connsiteY471" fmla="*/ 90357 h 590308"/>
                <a:gd name="connsiteX472" fmla="*/ 15582 w 821508"/>
                <a:gd name="connsiteY472" fmla="*/ 88170 h 590308"/>
                <a:gd name="connsiteX473" fmla="*/ 15952 w 821508"/>
                <a:gd name="connsiteY473" fmla="*/ 86488 h 590308"/>
                <a:gd name="connsiteX474" fmla="*/ 19957 w 821508"/>
                <a:gd name="connsiteY474" fmla="*/ 84840 h 590308"/>
                <a:gd name="connsiteX475" fmla="*/ 23289 w 821508"/>
                <a:gd name="connsiteY475" fmla="*/ 86656 h 590308"/>
                <a:gd name="connsiteX476" fmla="*/ 26924 w 821508"/>
                <a:gd name="connsiteY476" fmla="*/ 89415 h 590308"/>
                <a:gd name="connsiteX477" fmla="*/ 27125 w 821508"/>
                <a:gd name="connsiteY477" fmla="*/ 92240 h 590308"/>
                <a:gd name="connsiteX478" fmla="*/ 27193 w 821508"/>
                <a:gd name="connsiteY478" fmla="*/ 94326 h 590308"/>
                <a:gd name="connsiteX479" fmla="*/ 24299 w 821508"/>
                <a:gd name="connsiteY479" fmla="*/ 99170 h 590308"/>
                <a:gd name="connsiteX480" fmla="*/ 21539 w 821508"/>
                <a:gd name="connsiteY480" fmla="*/ 101491 h 590308"/>
                <a:gd name="connsiteX481" fmla="*/ 22616 w 821508"/>
                <a:gd name="connsiteY481" fmla="*/ 104620 h 590308"/>
                <a:gd name="connsiteX482" fmla="*/ 24871 w 821508"/>
                <a:gd name="connsiteY482" fmla="*/ 105124 h 590308"/>
                <a:gd name="connsiteX483" fmla="*/ 28640 w 821508"/>
                <a:gd name="connsiteY483" fmla="*/ 105932 h 590308"/>
                <a:gd name="connsiteX484" fmla="*/ 32107 w 821508"/>
                <a:gd name="connsiteY484" fmla="*/ 107950 h 590308"/>
                <a:gd name="connsiteX485" fmla="*/ 35640 w 821508"/>
                <a:gd name="connsiteY485" fmla="*/ 110406 h 590308"/>
                <a:gd name="connsiteX486" fmla="*/ 37895 w 821508"/>
                <a:gd name="connsiteY486" fmla="*/ 111987 h 590308"/>
                <a:gd name="connsiteX487" fmla="*/ 41866 w 821508"/>
                <a:gd name="connsiteY487" fmla="*/ 114375 h 590308"/>
                <a:gd name="connsiteX488" fmla="*/ 44828 w 821508"/>
                <a:gd name="connsiteY488" fmla="*/ 117840 h 590308"/>
                <a:gd name="connsiteX489" fmla="*/ 46578 w 821508"/>
                <a:gd name="connsiteY489" fmla="*/ 120229 h 590308"/>
                <a:gd name="connsiteX490" fmla="*/ 45131 w 821508"/>
                <a:gd name="connsiteY490" fmla="*/ 121810 h 590308"/>
                <a:gd name="connsiteX491" fmla="*/ 41159 w 821508"/>
                <a:gd name="connsiteY491" fmla="*/ 123256 h 590308"/>
                <a:gd name="connsiteX492" fmla="*/ 39342 w 821508"/>
                <a:gd name="connsiteY492" fmla="*/ 124265 h 590308"/>
                <a:gd name="connsiteX493" fmla="*/ 38400 w 821508"/>
                <a:gd name="connsiteY493" fmla="*/ 125947 h 590308"/>
                <a:gd name="connsiteX494" fmla="*/ 44121 w 821508"/>
                <a:gd name="connsiteY494" fmla="*/ 128706 h 590308"/>
                <a:gd name="connsiteX495" fmla="*/ 45064 w 821508"/>
                <a:gd name="connsiteY495" fmla="*/ 128773 h 590308"/>
                <a:gd name="connsiteX496" fmla="*/ 48429 w 821508"/>
                <a:gd name="connsiteY496" fmla="*/ 131229 h 590308"/>
                <a:gd name="connsiteX497" fmla="*/ 51357 w 821508"/>
                <a:gd name="connsiteY497" fmla="*/ 136241 h 590308"/>
                <a:gd name="connsiteX498" fmla="*/ 51357 w 821508"/>
                <a:gd name="connsiteY498" fmla="*/ 136880 h 590308"/>
                <a:gd name="connsiteX499" fmla="*/ 47789 w 821508"/>
                <a:gd name="connsiteY499" fmla="*/ 140278 h 590308"/>
                <a:gd name="connsiteX500" fmla="*/ 44592 w 821508"/>
                <a:gd name="connsiteY500" fmla="*/ 141724 h 590308"/>
                <a:gd name="connsiteX501" fmla="*/ 43516 w 821508"/>
                <a:gd name="connsiteY501" fmla="*/ 142969 h 590308"/>
                <a:gd name="connsiteX502" fmla="*/ 42506 w 821508"/>
                <a:gd name="connsiteY502" fmla="*/ 147107 h 590308"/>
                <a:gd name="connsiteX503" fmla="*/ 42741 w 821508"/>
                <a:gd name="connsiteY503" fmla="*/ 154272 h 590308"/>
                <a:gd name="connsiteX504" fmla="*/ 39914 w 821508"/>
                <a:gd name="connsiteY504" fmla="*/ 155281 h 590308"/>
                <a:gd name="connsiteX505" fmla="*/ 42876 w 821508"/>
                <a:gd name="connsiteY505" fmla="*/ 159116 h 590308"/>
                <a:gd name="connsiteX506" fmla="*/ 43953 w 821508"/>
                <a:gd name="connsiteY506" fmla="*/ 161874 h 590308"/>
                <a:gd name="connsiteX507" fmla="*/ 42876 w 821508"/>
                <a:gd name="connsiteY507" fmla="*/ 165507 h 590308"/>
                <a:gd name="connsiteX508" fmla="*/ 40284 w 821508"/>
                <a:gd name="connsiteY508" fmla="*/ 168199 h 590308"/>
                <a:gd name="connsiteX509" fmla="*/ 39713 w 821508"/>
                <a:gd name="connsiteY509" fmla="*/ 171596 h 590308"/>
                <a:gd name="connsiteX510" fmla="*/ 39140 w 821508"/>
                <a:gd name="connsiteY510" fmla="*/ 175566 h 590308"/>
                <a:gd name="connsiteX511" fmla="*/ 39847 w 821508"/>
                <a:gd name="connsiteY511" fmla="*/ 178257 h 590308"/>
                <a:gd name="connsiteX512" fmla="*/ 40217 w 821508"/>
                <a:gd name="connsiteY512" fmla="*/ 184917 h 590308"/>
                <a:gd name="connsiteX513" fmla="*/ 41025 w 821508"/>
                <a:gd name="connsiteY513" fmla="*/ 187743 h 590308"/>
                <a:gd name="connsiteX514" fmla="*/ 46241 w 821508"/>
                <a:gd name="connsiteY514" fmla="*/ 187878 h 590308"/>
                <a:gd name="connsiteX515" fmla="*/ 46376 w 821508"/>
                <a:gd name="connsiteY515" fmla="*/ 190401 h 590308"/>
                <a:gd name="connsiteX516" fmla="*/ 45232 w 821508"/>
                <a:gd name="connsiteY516" fmla="*/ 194168 h 590308"/>
                <a:gd name="connsiteX517" fmla="*/ 43616 w 821508"/>
                <a:gd name="connsiteY517" fmla="*/ 198239 h 590308"/>
                <a:gd name="connsiteX518" fmla="*/ 43414 w 821508"/>
                <a:gd name="connsiteY518" fmla="*/ 201502 h 590308"/>
                <a:gd name="connsiteX519" fmla="*/ 42977 w 821508"/>
                <a:gd name="connsiteY519" fmla="*/ 204832 h 590308"/>
                <a:gd name="connsiteX520" fmla="*/ 43347 w 821508"/>
                <a:gd name="connsiteY520" fmla="*/ 206918 h 590308"/>
                <a:gd name="connsiteX521" fmla="*/ 46174 w 821508"/>
                <a:gd name="connsiteY521" fmla="*/ 209374 h 590308"/>
                <a:gd name="connsiteX522" fmla="*/ 50953 w 821508"/>
                <a:gd name="connsiteY522" fmla="*/ 212132 h 590308"/>
                <a:gd name="connsiteX523" fmla="*/ 55093 w 821508"/>
                <a:gd name="connsiteY523" fmla="*/ 215597 h 590308"/>
                <a:gd name="connsiteX524" fmla="*/ 59501 w 821508"/>
                <a:gd name="connsiteY524" fmla="*/ 220878 h 590308"/>
                <a:gd name="connsiteX525" fmla="*/ 62833 w 821508"/>
                <a:gd name="connsiteY525" fmla="*/ 223469 h 590308"/>
                <a:gd name="connsiteX526" fmla="*/ 66165 w 821508"/>
                <a:gd name="connsiteY526" fmla="*/ 225420 h 590308"/>
                <a:gd name="connsiteX527" fmla="*/ 66603 w 821508"/>
                <a:gd name="connsiteY527" fmla="*/ 227808 h 590308"/>
                <a:gd name="connsiteX528" fmla="*/ 66232 w 821508"/>
                <a:gd name="connsiteY528" fmla="*/ 230836 h 590308"/>
                <a:gd name="connsiteX529" fmla="*/ 65862 w 821508"/>
                <a:gd name="connsiteY529" fmla="*/ 233022 h 590308"/>
                <a:gd name="connsiteX530" fmla="*/ 65290 w 821508"/>
                <a:gd name="connsiteY530" fmla="*/ 234906 h 590308"/>
                <a:gd name="connsiteX531" fmla="*/ 64617 w 821508"/>
                <a:gd name="connsiteY531" fmla="*/ 237530 h 590308"/>
                <a:gd name="connsiteX532" fmla="*/ 63540 w 821508"/>
                <a:gd name="connsiteY532" fmla="*/ 238472 h 590308"/>
                <a:gd name="connsiteX533" fmla="*/ 63102 w 821508"/>
                <a:gd name="connsiteY533" fmla="*/ 240356 h 590308"/>
                <a:gd name="connsiteX534" fmla="*/ 63304 w 821508"/>
                <a:gd name="connsiteY534" fmla="*/ 242980 h 590308"/>
                <a:gd name="connsiteX535" fmla="*/ 64011 w 821508"/>
                <a:gd name="connsiteY535" fmla="*/ 244796 h 590308"/>
                <a:gd name="connsiteX536" fmla="*/ 65761 w 821508"/>
                <a:gd name="connsiteY536" fmla="*/ 246478 h 590308"/>
                <a:gd name="connsiteX537" fmla="*/ 67713 w 821508"/>
                <a:gd name="connsiteY537" fmla="*/ 247925 h 590308"/>
                <a:gd name="connsiteX538" fmla="*/ 70675 w 821508"/>
                <a:gd name="connsiteY538" fmla="*/ 249506 h 590308"/>
                <a:gd name="connsiteX539" fmla="*/ 74141 w 821508"/>
                <a:gd name="connsiteY539" fmla="*/ 249876 h 590308"/>
                <a:gd name="connsiteX540" fmla="*/ 77776 w 821508"/>
                <a:gd name="connsiteY540" fmla="*/ 249876 h 590308"/>
                <a:gd name="connsiteX541" fmla="*/ 82117 w 821508"/>
                <a:gd name="connsiteY541" fmla="*/ 249304 h 590308"/>
                <a:gd name="connsiteX542" fmla="*/ 85887 w 821508"/>
                <a:gd name="connsiteY542" fmla="*/ 247218 h 590308"/>
                <a:gd name="connsiteX543" fmla="*/ 89925 w 821508"/>
                <a:gd name="connsiteY543" fmla="*/ 244830 h 590308"/>
                <a:gd name="connsiteX544" fmla="*/ 93055 w 821508"/>
                <a:gd name="connsiteY544" fmla="*/ 242307 h 590308"/>
                <a:gd name="connsiteX545" fmla="*/ 96319 w 821508"/>
                <a:gd name="connsiteY545" fmla="*/ 237967 h 590308"/>
                <a:gd name="connsiteX546" fmla="*/ 98271 w 821508"/>
                <a:gd name="connsiteY546" fmla="*/ 234704 h 590308"/>
                <a:gd name="connsiteX547" fmla="*/ 105305 w 821508"/>
                <a:gd name="connsiteY547" fmla="*/ 228245 h 590308"/>
                <a:gd name="connsiteX548" fmla="*/ 109579 w 821508"/>
                <a:gd name="connsiteY548" fmla="*/ 222796 h 590308"/>
                <a:gd name="connsiteX549" fmla="*/ 114796 w 821508"/>
                <a:gd name="connsiteY549" fmla="*/ 219028 h 590308"/>
                <a:gd name="connsiteX550" fmla="*/ 119003 w 821508"/>
                <a:gd name="connsiteY550" fmla="*/ 214823 h 590308"/>
                <a:gd name="connsiteX551" fmla="*/ 120685 w 821508"/>
                <a:gd name="connsiteY551" fmla="*/ 211257 h 590308"/>
                <a:gd name="connsiteX552" fmla="*/ 124017 w 821508"/>
                <a:gd name="connsiteY552" fmla="*/ 209575 h 590308"/>
                <a:gd name="connsiteX553" fmla="*/ 127416 w 821508"/>
                <a:gd name="connsiteY553" fmla="*/ 208263 h 590308"/>
                <a:gd name="connsiteX554" fmla="*/ 129166 w 821508"/>
                <a:gd name="connsiteY554" fmla="*/ 206514 h 590308"/>
                <a:gd name="connsiteX555" fmla="*/ 131118 w 821508"/>
                <a:gd name="connsiteY555" fmla="*/ 205707 h 590308"/>
                <a:gd name="connsiteX556" fmla="*/ 134012 w 821508"/>
                <a:gd name="connsiteY556" fmla="*/ 206279 h 590308"/>
                <a:gd name="connsiteX557" fmla="*/ 136536 w 821508"/>
                <a:gd name="connsiteY557" fmla="*/ 208533 h 590308"/>
                <a:gd name="connsiteX558" fmla="*/ 136772 w 821508"/>
                <a:gd name="connsiteY558" fmla="*/ 209844 h 590308"/>
                <a:gd name="connsiteX559" fmla="*/ 136705 w 821508"/>
                <a:gd name="connsiteY559" fmla="*/ 212300 h 590308"/>
                <a:gd name="connsiteX560" fmla="*/ 135628 w 821508"/>
                <a:gd name="connsiteY560" fmla="*/ 214621 h 590308"/>
                <a:gd name="connsiteX561" fmla="*/ 134988 w 821508"/>
                <a:gd name="connsiteY561" fmla="*/ 216438 h 590308"/>
                <a:gd name="connsiteX562" fmla="*/ 134484 w 821508"/>
                <a:gd name="connsiteY562" fmla="*/ 218322 h 590308"/>
                <a:gd name="connsiteX563" fmla="*/ 134282 w 821508"/>
                <a:gd name="connsiteY563" fmla="*/ 220710 h 590308"/>
                <a:gd name="connsiteX564" fmla="*/ 134416 w 821508"/>
                <a:gd name="connsiteY564" fmla="*/ 222964 h 590308"/>
                <a:gd name="connsiteX565" fmla="*/ 134787 w 821508"/>
                <a:gd name="connsiteY565" fmla="*/ 225151 h 590308"/>
                <a:gd name="connsiteX566" fmla="*/ 135729 w 821508"/>
                <a:gd name="connsiteY566" fmla="*/ 226967 h 590308"/>
                <a:gd name="connsiteX567" fmla="*/ 137243 w 821508"/>
                <a:gd name="connsiteY567" fmla="*/ 228548 h 590308"/>
                <a:gd name="connsiteX568" fmla="*/ 139431 w 821508"/>
                <a:gd name="connsiteY568" fmla="*/ 231441 h 590308"/>
                <a:gd name="connsiteX569" fmla="*/ 143402 w 821508"/>
                <a:gd name="connsiteY569" fmla="*/ 234570 h 590308"/>
                <a:gd name="connsiteX570" fmla="*/ 145657 w 821508"/>
                <a:gd name="connsiteY570" fmla="*/ 236521 h 590308"/>
                <a:gd name="connsiteX571" fmla="*/ 147845 w 821508"/>
                <a:gd name="connsiteY571" fmla="*/ 238707 h 590308"/>
                <a:gd name="connsiteX572" fmla="*/ 151042 w 821508"/>
                <a:gd name="connsiteY572" fmla="*/ 241970 h 590308"/>
                <a:gd name="connsiteX573" fmla="*/ 154441 w 821508"/>
                <a:gd name="connsiteY573" fmla="*/ 243854 h 590308"/>
                <a:gd name="connsiteX574" fmla="*/ 157571 w 821508"/>
                <a:gd name="connsiteY574" fmla="*/ 247992 h 590308"/>
                <a:gd name="connsiteX575" fmla="*/ 158278 w 821508"/>
                <a:gd name="connsiteY575" fmla="*/ 251524 h 590308"/>
                <a:gd name="connsiteX576" fmla="*/ 157907 w 821508"/>
                <a:gd name="connsiteY576" fmla="*/ 255056 h 590308"/>
                <a:gd name="connsiteX577" fmla="*/ 157470 w 821508"/>
                <a:gd name="connsiteY577" fmla="*/ 258824 h 590308"/>
                <a:gd name="connsiteX578" fmla="*/ 158244 w 821508"/>
                <a:gd name="connsiteY578" fmla="*/ 263298 h 590308"/>
                <a:gd name="connsiteX579" fmla="*/ 158446 w 821508"/>
                <a:gd name="connsiteY579" fmla="*/ 266998 h 590308"/>
                <a:gd name="connsiteX580" fmla="*/ 162484 w 821508"/>
                <a:gd name="connsiteY580" fmla="*/ 270699 h 590308"/>
                <a:gd name="connsiteX581" fmla="*/ 166489 w 821508"/>
                <a:gd name="connsiteY581" fmla="*/ 273962 h 590308"/>
                <a:gd name="connsiteX582" fmla="*/ 167566 w 821508"/>
                <a:gd name="connsiteY582" fmla="*/ 274500 h 590308"/>
                <a:gd name="connsiteX583" fmla="*/ 168542 w 821508"/>
                <a:gd name="connsiteY583" fmla="*/ 277965 h 590308"/>
                <a:gd name="connsiteX584" fmla="*/ 168879 w 821508"/>
                <a:gd name="connsiteY584" fmla="*/ 280790 h 590308"/>
                <a:gd name="connsiteX585" fmla="*/ 168778 w 821508"/>
                <a:gd name="connsiteY585" fmla="*/ 283280 h 590308"/>
                <a:gd name="connsiteX586" fmla="*/ 168677 w 821508"/>
                <a:gd name="connsiteY586" fmla="*/ 288494 h 590308"/>
                <a:gd name="connsiteX587" fmla="*/ 168778 w 821508"/>
                <a:gd name="connsiteY587" fmla="*/ 290109 h 590308"/>
                <a:gd name="connsiteX588" fmla="*/ 170730 w 821508"/>
                <a:gd name="connsiteY588" fmla="*/ 293372 h 590308"/>
                <a:gd name="connsiteX589" fmla="*/ 175744 w 821508"/>
                <a:gd name="connsiteY589" fmla="*/ 295659 h 590308"/>
                <a:gd name="connsiteX590" fmla="*/ 177797 w 821508"/>
                <a:gd name="connsiteY590" fmla="*/ 296298 h 590308"/>
                <a:gd name="connsiteX591" fmla="*/ 179884 w 821508"/>
                <a:gd name="connsiteY591" fmla="*/ 298586 h 590308"/>
                <a:gd name="connsiteX592" fmla="*/ 180523 w 821508"/>
                <a:gd name="connsiteY592" fmla="*/ 301176 h 590308"/>
                <a:gd name="connsiteX593" fmla="*/ 180187 w 821508"/>
                <a:gd name="connsiteY593" fmla="*/ 303565 h 590308"/>
                <a:gd name="connsiteX594" fmla="*/ 179412 w 821508"/>
                <a:gd name="connsiteY594" fmla="*/ 305415 h 590308"/>
                <a:gd name="connsiteX595" fmla="*/ 177461 w 821508"/>
                <a:gd name="connsiteY595" fmla="*/ 309014 h 590308"/>
                <a:gd name="connsiteX596" fmla="*/ 174095 w 821508"/>
                <a:gd name="connsiteY596" fmla="*/ 311201 h 590308"/>
                <a:gd name="connsiteX597" fmla="*/ 171706 w 821508"/>
                <a:gd name="connsiteY597" fmla="*/ 312715 h 590308"/>
                <a:gd name="connsiteX598" fmla="*/ 169417 w 821508"/>
                <a:gd name="connsiteY598" fmla="*/ 313253 h 590308"/>
                <a:gd name="connsiteX599" fmla="*/ 166489 w 821508"/>
                <a:gd name="connsiteY599" fmla="*/ 313791 h 590308"/>
                <a:gd name="connsiteX600" fmla="*/ 165177 w 821508"/>
                <a:gd name="connsiteY600" fmla="*/ 314767 h 590308"/>
                <a:gd name="connsiteX601" fmla="*/ 162888 w 821508"/>
                <a:gd name="connsiteY601" fmla="*/ 315540 h 590308"/>
                <a:gd name="connsiteX602" fmla="*/ 161576 w 821508"/>
                <a:gd name="connsiteY602" fmla="*/ 317828 h 590308"/>
                <a:gd name="connsiteX603" fmla="*/ 160936 w 821508"/>
                <a:gd name="connsiteY603" fmla="*/ 319779 h 590308"/>
                <a:gd name="connsiteX604" fmla="*/ 161710 w 821508"/>
                <a:gd name="connsiteY604" fmla="*/ 321831 h 590308"/>
                <a:gd name="connsiteX605" fmla="*/ 163763 w 821508"/>
                <a:gd name="connsiteY605" fmla="*/ 323782 h 590308"/>
                <a:gd name="connsiteX606" fmla="*/ 166254 w 821508"/>
                <a:gd name="connsiteY606" fmla="*/ 324421 h 590308"/>
                <a:gd name="connsiteX607" fmla="*/ 170595 w 821508"/>
                <a:gd name="connsiteY607" fmla="*/ 325060 h 590308"/>
                <a:gd name="connsiteX608" fmla="*/ 171470 w 821508"/>
                <a:gd name="connsiteY608" fmla="*/ 326372 h 590308"/>
                <a:gd name="connsiteX609" fmla="*/ 172547 w 821508"/>
                <a:gd name="connsiteY609" fmla="*/ 327449 h 590308"/>
                <a:gd name="connsiteX610" fmla="*/ 175038 w 821508"/>
                <a:gd name="connsiteY610" fmla="*/ 329501 h 590308"/>
                <a:gd name="connsiteX611" fmla="*/ 177864 w 821508"/>
                <a:gd name="connsiteY611" fmla="*/ 330140 h 590308"/>
                <a:gd name="connsiteX612" fmla="*/ 180153 w 821508"/>
                <a:gd name="connsiteY612" fmla="*/ 330779 h 590308"/>
                <a:gd name="connsiteX613" fmla="*/ 180927 w 821508"/>
                <a:gd name="connsiteY613" fmla="*/ 327415 h 590308"/>
                <a:gd name="connsiteX614" fmla="*/ 178841 w 821508"/>
                <a:gd name="connsiteY614" fmla="*/ 325128 h 590308"/>
                <a:gd name="connsiteX615" fmla="*/ 179278 w 821508"/>
                <a:gd name="connsiteY615" fmla="*/ 323816 h 590308"/>
                <a:gd name="connsiteX616" fmla="*/ 182206 w 821508"/>
                <a:gd name="connsiteY616" fmla="*/ 323916 h 590308"/>
                <a:gd name="connsiteX617" fmla="*/ 183619 w 821508"/>
                <a:gd name="connsiteY617" fmla="*/ 324993 h 590308"/>
                <a:gd name="connsiteX618" fmla="*/ 185134 w 821508"/>
                <a:gd name="connsiteY618" fmla="*/ 327381 h 590308"/>
                <a:gd name="connsiteX619" fmla="*/ 187961 w 821508"/>
                <a:gd name="connsiteY619" fmla="*/ 328088 h 590308"/>
                <a:gd name="connsiteX620" fmla="*/ 190249 w 821508"/>
                <a:gd name="connsiteY620" fmla="*/ 327045 h 590308"/>
                <a:gd name="connsiteX621" fmla="*/ 193076 w 821508"/>
                <a:gd name="connsiteY621" fmla="*/ 327045 h 590308"/>
                <a:gd name="connsiteX622" fmla="*/ 194524 w 821508"/>
                <a:gd name="connsiteY622" fmla="*/ 326103 h 590308"/>
                <a:gd name="connsiteX623" fmla="*/ 194961 w 821508"/>
                <a:gd name="connsiteY623" fmla="*/ 325027 h 590308"/>
                <a:gd name="connsiteX624" fmla="*/ 197586 w 821508"/>
                <a:gd name="connsiteY624" fmla="*/ 322840 h 590308"/>
                <a:gd name="connsiteX625" fmla="*/ 200177 w 821508"/>
                <a:gd name="connsiteY625" fmla="*/ 322134 h 590308"/>
                <a:gd name="connsiteX626" fmla="*/ 200446 w 821508"/>
                <a:gd name="connsiteY626" fmla="*/ 319409 h 590308"/>
                <a:gd name="connsiteX627" fmla="*/ 199875 w 821508"/>
                <a:gd name="connsiteY627" fmla="*/ 316886 h 590308"/>
                <a:gd name="connsiteX628" fmla="*/ 199101 w 821508"/>
                <a:gd name="connsiteY628" fmla="*/ 315439 h 590308"/>
                <a:gd name="connsiteX629" fmla="*/ 200446 w 821508"/>
                <a:gd name="connsiteY629" fmla="*/ 313959 h 590308"/>
                <a:gd name="connsiteX630" fmla="*/ 202466 w 821508"/>
                <a:gd name="connsiteY630" fmla="*/ 313152 h 590308"/>
                <a:gd name="connsiteX631" fmla="*/ 205259 w 821508"/>
                <a:gd name="connsiteY631" fmla="*/ 313152 h 590308"/>
                <a:gd name="connsiteX632" fmla="*/ 206942 w 821508"/>
                <a:gd name="connsiteY632" fmla="*/ 315507 h 590308"/>
                <a:gd name="connsiteX633" fmla="*/ 207851 w 821508"/>
                <a:gd name="connsiteY633" fmla="*/ 317693 h 590308"/>
                <a:gd name="connsiteX634" fmla="*/ 207851 w 821508"/>
                <a:gd name="connsiteY634" fmla="*/ 319241 h 590308"/>
                <a:gd name="connsiteX635" fmla="*/ 208591 w 821508"/>
                <a:gd name="connsiteY635" fmla="*/ 320889 h 590308"/>
                <a:gd name="connsiteX636" fmla="*/ 210543 w 821508"/>
                <a:gd name="connsiteY636" fmla="*/ 322975 h 590308"/>
                <a:gd name="connsiteX637" fmla="*/ 213101 w 821508"/>
                <a:gd name="connsiteY637" fmla="*/ 324589 h 590308"/>
                <a:gd name="connsiteX638" fmla="*/ 213101 w 821508"/>
                <a:gd name="connsiteY638" fmla="*/ 326170 h 590308"/>
                <a:gd name="connsiteX639" fmla="*/ 212764 w 821508"/>
                <a:gd name="connsiteY639" fmla="*/ 327516 h 590308"/>
                <a:gd name="connsiteX640" fmla="*/ 213976 w 821508"/>
                <a:gd name="connsiteY640" fmla="*/ 328895 h 590308"/>
                <a:gd name="connsiteX641" fmla="*/ 216365 w 821508"/>
                <a:gd name="connsiteY641" fmla="*/ 329164 h 590308"/>
                <a:gd name="connsiteX642" fmla="*/ 217779 w 821508"/>
                <a:gd name="connsiteY642" fmla="*/ 329366 h 590308"/>
                <a:gd name="connsiteX643" fmla="*/ 219798 w 821508"/>
                <a:gd name="connsiteY643" fmla="*/ 331183 h 590308"/>
                <a:gd name="connsiteX644" fmla="*/ 223870 w 821508"/>
                <a:gd name="connsiteY644" fmla="*/ 333537 h 590308"/>
                <a:gd name="connsiteX645" fmla="*/ 225654 w 821508"/>
                <a:gd name="connsiteY645" fmla="*/ 333975 h 590308"/>
                <a:gd name="connsiteX646" fmla="*/ 229490 w 821508"/>
                <a:gd name="connsiteY646" fmla="*/ 335522 h 590308"/>
                <a:gd name="connsiteX647" fmla="*/ 232755 w 821508"/>
                <a:gd name="connsiteY647" fmla="*/ 334547 h 590308"/>
                <a:gd name="connsiteX648" fmla="*/ 235043 w 821508"/>
                <a:gd name="connsiteY648" fmla="*/ 335320 h 590308"/>
                <a:gd name="connsiteX649" fmla="*/ 237534 w 821508"/>
                <a:gd name="connsiteY649" fmla="*/ 337507 h 590308"/>
                <a:gd name="connsiteX650" fmla="*/ 240024 w 821508"/>
                <a:gd name="connsiteY650" fmla="*/ 338987 h 590308"/>
                <a:gd name="connsiteX651" fmla="*/ 242515 w 821508"/>
                <a:gd name="connsiteY651" fmla="*/ 339256 h 590308"/>
                <a:gd name="connsiteX652" fmla="*/ 243491 w 821508"/>
                <a:gd name="connsiteY652" fmla="*/ 339256 h 590308"/>
                <a:gd name="connsiteX653" fmla="*/ 244029 w 821508"/>
                <a:gd name="connsiteY653" fmla="*/ 340568 h 590308"/>
                <a:gd name="connsiteX654" fmla="*/ 245006 w 821508"/>
                <a:gd name="connsiteY654" fmla="*/ 341981 h 590308"/>
                <a:gd name="connsiteX655" fmla="*/ 249885 w 821508"/>
                <a:gd name="connsiteY655" fmla="*/ 342856 h 590308"/>
                <a:gd name="connsiteX656" fmla="*/ 251534 w 821508"/>
                <a:gd name="connsiteY656" fmla="*/ 342957 h 590308"/>
                <a:gd name="connsiteX657" fmla="*/ 252847 w 821508"/>
                <a:gd name="connsiteY657" fmla="*/ 346758 h 590308"/>
                <a:gd name="connsiteX658" fmla="*/ 253486 w 821508"/>
                <a:gd name="connsiteY658" fmla="*/ 348843 h 590308"/>
                <a:gd name="connsiteX659" fmla="*/ 255674 w 821508"/>
                <a:gd name="connsiteY659" fmla="*/ 352006 h 590308"/>
                <a:gd name="connsiteX660" fmla="*/ 258602 w 821508"/>
                <a:gd name="connsiteY660" fmla="*/ 354495 h 590308"/>
                <a:gd name="connsiteX661" fmla="*/ 261429 w 821508"/>
                <a:gd name="connsiteY661" fmla="*/ 354293 h 590308"/>
                <a:gd name="connsiteX662" fmla="*/ 263078 w 821508"/>
                <a:gd name="connsiteY662" fmla="*/ 356581 h 590308"/>
                <a:gd name="connsiteX663" fmla="*/ 263852 w 821508"/>
                <a:gd name="connsiteY663" fmla="*/ 359743 h 590308"/>
                <a:gd name="connsiteX664" fmla="*/ 262337 w 821508"/>
                <a:gd name="connsiteY664" fmla="*/ 363342 h 590308"/>
                <a:gd name="connsiteX665" fmla="*/ 261698 w 821508"/>
                <a:gd name="connsiteY665" fmla="*/ 364856 h 590308"/>
                <a:gd name="connsiteX666" fmla="*/ 262237 w 821508"/>
                <a:gd name="connsiteY666" fmla="*/ 367682 h 590308"/>
                <a:gd name="connsiteX667" fmla="*/ 263852 w 821508"/>
                <a:gd name="connsiteY667" fmla="*/ 369094 h 590308"/>
                <a:gd name="connsiteX668" fmla="*/ 264491 w 821508"/>
                <a:gd name="connsiteY668" fmla="*/ 372358 h 590308"/>
                <a:gd name="connsiteX669" fmla="*/ 263852 w 821508"/>
                <a:gd name="connsiteY669" fmla="*/ 375183 h 590308"/>
                <a:gd name="connsiteX670" fmla="*/ 262674 w 821508"/>
                <a:gd name="connsiteY670" fmla="*/ 376159 h 590308"/>
                <a:gd name="connsiteX671" fmla="*/ 265064 w 821508"/>
                <a:gd name="connsiteY671" fmla="*/ 379422 h 590308"/>
                <a:gd name="connsiteX672" fmla="*/ 266814 w 821508"/>
                <a:gd name="connsiteY672" fmla="*/ 379758 h 590308"/>
                <a:gd name="connsiteX673" fmla="*/ 269539 w 821508"/>
                <a:gd name="connsiteY673" fmla="*/ 379960 h 590308"/>
                <a:gd name="connsiteX674" fmla="*/ 273241 w 821508"/>
                <a:gd name="connsiteY674" fmla="*/ 380397 h 590308"/>
                <a:gd name="connsiteX675" fmla="*/ 274991 w 821508"/>
                <a:gd name="connsiteY675" fmla="*/ 375890 h 590308"/>
                <a:gd name="connsiteX676" fmla="*/ 276237 w 821508"/>
                <a:gd name="connsiteY676" fmla="*/ 373434 h 590308"/>
                <a:gd name="connsiteX677" fmla="*/ 277718 w 821508"/>
                <a:gd name="connsiteY677" fmla="*/ 371046 h 590308"/>
                <a:gd name="connsiteX678" fmla="*/ 278256 w 821508"/>
                <a:gd name="connsiteY678" fmla="*/ 369263 h 590308"/>
                <a:gd name="connsiteX679" fmla="*/ 279030 w 821508"/>
                <a:gd name="connsiteY679" fmla="*/ 366874 h 590308"/>
                <a:gd name="connsiteX680" fmla="*/ 279838 w 821508"/>
                <a:gd name="connsiteY680" fmla="*/ 364587 h 590308"/>
                <a:gd name="connsiteX681" fmla="*/ 281588 w 821508"/>
                <a:gd name="connsiteY681" fmla="*/ 363006 h 590308"/>
                <a:gd name="connsiteX682" fmla="*/ 282026 w 821508"/>
                <a:gd name="connsiteY682" fmla="*/ 361324 h 590308"/>
                <a:gd name="connsiteX683" fmla="*/ 281352 w 821508"/>
                <a:gd name="connsiteY683" fmla="*/ 359978 h 590308"/>
                <a:gd name="connsiteX684" fmla="*/ 279939 w 821508"/>
                <a:gd name="connsiteY684" fmla="*/ 358195 h 590308"/>
                <a:gd name="connsiteX685" fmla="*/ 280309 w 821508"/>
                <a:gd name="connsiteY685" fmla="*/ 356883 h 590308"/>
                <a:gd name="connsiteX686" fmla="*/ 281992 w 821508"/>
                <a:gd name="connsiteY686" fmla="*/ 356244 h 590308"/>
                <a:gd name="connsiteX687" fmla="*/ 285424 w 821508"/>
                <a:gd name="connsiteY687" fmla="*/ 354293 h 590308"/>
                <a:gd name="connsiteX688" fmla="*/ 288151 w 821508"/>
                <a:gd name="connsiteY688" fmla="*/ 351972 h 590308"/>
                <a:gd name="connsiteX689" fmla="*/ 289901 w 821508"/>
                <a:gd name="connsiteY689" fmla="*/ 349752 h 590308"/>
                <a:gd name="connsiteX690" fmla="*/ 292795 w 821508"/>
                <a:gd name="connsiteY690" fmla="*/ 346926 h 590308"/>
                <a:gd name="connsiteX691" fmla="*/ 293939 w 821508"/>
                <a:gd name="connsiteY691" fmla="*/ 345580 h 590308"/>
                <a:gd name="connsiteX692" fmla="*/ 296228 w 821508"/>
                <a:gd name="connsiteY692" fmla="*/ 344369 h 590308"/>
                <a:gd name="connsiteX693" fmla="*/ 300064 w 821508"/>
                <a:gd name="connsiteY693" fmla="*/ 342048 h 590308"/>
                <a:gd name="connsiteX694" fmla="*/ 303632 w 821508"/>
                <a:gd name="connsiteY694" fmla="*/ 341308 h 590308"/>
                <a:gd name="connsiteX695" fmla="*/ 306088 w 821508"/>
                <a:gd name="connsiteY695" fmla="*/ 341611 h 590308"/>
                <a:gd name="connsiteX696" fmla="*/ 308612 w 821508"/>
                <a:gd name="connsiteY696" fmla="*/ 344874 h 590308"/>
                <a:gd name="connsiteX697" fmla="*/ 309858 w 821508"/>
                <a:gd name="connsiteY697" fmla="*/ 347902 h 590308"/>
                <a:gd name="connsiteX698" fmla="*/ 308478 w 821508"/>
                <a:gd name="connsiteY698" fmla="*/ 350290 h 590308"/>
                <a:gd name="connsiteX699" fmla="*/ 306088 w 821508"/>
                <a:gd name="connsiteY699" fmla="*/ 352039 h 590308"/>
                <a:gd name="connsiteX700" fmla="*/ 304069 w 821508"/>
                <a:gd name="connsiteY700" fmla="*/ 353418 h 590308"/>
                <a:gd name="connsiteX701" fmla="*/ 303362 w 821508"/>
                <a:gd name="connsiteY701" fmla="*/ 356244 h 590308"/>
                <a:gd name="connsiteX702" fmla="*/ 302689 w 821508"/>
                <a:gd name="connsiteY702" fmla="*/ 358061 h 590308"/>
                <a:gd name="connsiteX703" fmla="*/ 301242 w 821508"/>
                <a:gd name="connsiteY703" fmla="*/ 363208 h 590308"/>
                <a:gd name="connsiteX704" fmla="*/ 300805 w 821508"/>
                <a:gd name="connsiteY704" fmla="*/ 365091 h 590308"/>
                <a:gd name="connsiteX705" fmla="*/ 300232 w 821508"/>
                <a:gd name="connsiteY705" fmla="*/ 369364 h 590308"/>
                <a:gd name="connsiteX706" fmla="*/ 299728 w 821508"/>
                <a:gd name="connsiteY706" fmla="*/ 374645 h 590308"/>
                <a:gd name="connsiteX707" fmla="*/ 299661 w 821508"/>
                <a:gd name="connsiteY707" fmla="*/ 378043 h 590308"/>
                <a:gd name="connsiteX708" fmla="*/ 302185 w 821508"/>
                <a:gd name="connsiteY708" fmla="*/ 382618 h 590308"/>
                <a:gd name="connsiteX709" fmla="*/ 304776 w 821508"/>
                <a:gd name="connsiteY709" fmla="*/ 383425 h 590308"/>
                <a:gd name="connsiteX710" fmla="*/ 309185 w 821508"/>
                <a:gd name="connsiteY710" fmla="*/ 382988 h 590308"/>
                <a:gd name="connsiteX711" fmla="*/ 312819 w 821508"/>
                <a:gd name="connsiteY711" fmla="*/ 383492 h 590308"/>
                <a:gd name="connsiteX712" fmla="*/ 314031 w 821508"/>
                <a:gd name="connsiteY712" fmla="*/ 385443 h 590308"/>
                <a:gd name="connsiteX713" fmla="*/ 314031 w 821508"/>
                <a:gd name="connsiteY713" fmla="*/ 388908 h 590308"/>
                <a:gd name="connsiteX714" fmla="*/ 314468 w 821508"/>
                <a:gd name="connsiteY714" fmla="*/ 390489 h 590308"/>
                <a:gd name="connsiteX715" fmla="*/ 313661 w 821508"/>
                <a:gd name="connsiteY715" fmla="*/ 392003 h 590308"/>
                <a:gd name="connsiteX716" fmla="*/ 313021 w 821508"/>
                <a:gd name="connsiteY716" fmla="*/ 395333 h 590308"/>
                <a:gd name="connsiteX717" fmla="*/ 313223 w 821508"/>
                <a:gd name="connsiteY717" fmla="*/ 397856 h 590308"/>
                <a:gd name="connsiteX718" fmla="*/ 316992 w 821508"/>
                <a:gd name="connsiteY718" fmla="*/ 401624 h 590308"/>
                <a:gd name="connsiteX719" fmla="*/ 320964 w 821508"/>
                <a:gd name="connsiteY719" fmla="*/ 401052 h 590308"/>
                <a:gd name="connsiteX720" fmla="*/ 323925 w 821508"/>
                <a:gd name="connsiteY720" fmla="*/ 399606 h 590308"/>
                <a:gd name="connsiteX721" fmla="*/ 326752 w 821508"/>
                <a:gd name="connsiteY721" fmla="*/ 400682 h 590308"/>
                <a:gd name="connsiteX722" fmla="*/ 329276 w 821508"/>
                <a:gd name="connsiteY722" fmla="*/ 404383 h 590308"/>
                <a:gd name="connsiteX723" fmla="*/ 330017 w 821508"/>
                <a:gd name="connsiteY723" fmla="*/ 406266 h 590308"/>
                <a:gd name="connsiteX724" fmla="*/ 327392 w 821508"/>
                <a:gd name="connsiteY724" fmla="*/ 411783 h 590308"/>
                <a:gd name="connsiteX725" fmla="*/ 325810 w 821508"/>
                <a:gd name="connsiteY725" fmla="*/ 414407 h 590308"/>
                <a:gd name="connsiteX726" fmla="*/ 329276 w 821508"/>
                <a:gd name="connsiteY726" fmla="*/ 418814 h 590308"/>
                <a:gd name="connsiteX727" fmla="*/ 330017 w 821508"/>
                <a:gd name="connsiteY727" fmla="*/ 421942 h 590308"/>
                <a:gd name="connsiteX728" fmla="*/ 332911 w 821508"/>
                <a:gd name="connsiteY728" fmla="*/ 425273 h 590308"/>
                <a:gd name="connsiteX729" fmla="*/ 333349 w 821508"/>
                <a:gd name="connsiteY729" fmla="*/ 427594 h 590308"/>
                <a:gd name="connsiteX730" fmla="*/ 333349 w 821508"/>
                <a:gd name="connsiteY730" fmla="*/ 429612 h 590308"/>
                <a:gd name="connsiteX731" fmla="*/ 335974 w 821508"/>
                <a:gd name="connsiteY731" fmla="*/ 431631 h 590308"/>
                <a:gd name="connsiteX732" fmla="*/ 338801 w 821508"/>
                <a:gd name="connsiteY732" fmla="*/ 431563 h 590308"/>
                <a:gd name="connsiteX733" fmla="*/ 340887 w 821508"/>
                <a:gd name="connsiteY733" fmla="*/ 430924 h 590308"/>
                <a:gd name="connsiteX734" fmla="*/ 341829 w 821508"/>
                <a:gd name="connsiteY734" fmla="*/ 430924 h 590308"/>
                <a:gd name="connsiteX735" fmla="*/ 343277 w 821508"/>
                <a:gd name="connsiteY735" fmla="*/ 432236 h 590308"/>
                <a:gd name="connsiteX736" fmla="*/ 344118 w 821508"/>
                <a:gd name="connsiteY736" fmla="*/ 433212 h 590308"/>
                <a:gd name="connsiteX737" fmla="*/ 345464 w 821508"/>
                <a:gd name="connsiteY737" fmla="*/ 435196 h 590308"/>
                <a:gd name="connsiteX738" fmla="*/ 345195 w 821508"/>
                <a:gd name="connsiteY738" fmla="*/ 437450 h 590308"/>
                <a:gd name="connsiteX739" fmla="*/ 344118 w 821508"/>
                <a:gd name="connsiteY739" fmla="*/ 438527 h 590308"/>
                <a:gd name="connsiteX740" fmla="*/ 343580 w 821508"/>
                <a:gd name="connsiteY740" fmla="*/ 440982 h 590308"/>
                <a:gd name="connsiteX741" fmla="*/ 343580 w 821508"/>
                <a:gd name="connsiteY741" fmla="*/ 442799 h 590308"/>
                <a:gd name="connsiteX742" fmla="*/ 345027 w 821508"/>
                <a:gd name="connsiteY742" fmla="*/ 444750 h 590308"/>
                <a:gd name="connsiteX743" fmla="*/ 346272 w 821508"/>
                <a:gd name="connsiteY743" fmla="*/ 445255 h 590308"/>
                <a:gd name="connsiteX744" fmla="*/ 347753 w 821508"/>
                <a:gd name="connsiteY744" fmla="*/ 446466 h 590308"/>
                <a:gd name="connsiteX745" fmla="*/ 349200 w 821508"/>
                <a:gd name="connsiteY745" fmla="*/ 447105 h 590308"/>
                <a:gd name="connsiteX746" fmla="*/ 350647 w 821508"/>
                <a:gd name="connsiteY746" fmla="*/ 448215 h 590308"/>
                <a:gd name="connsiteX747" fmla="*/ 351791 w 821508"/>
                <a:gd name="connsiteY747" fmla="*/ 449022 h 590308"/>
                <a:gd name="connsiteX748" fmla="*/ 354147 w 821508"/>
                <a:gd name="connsiteY748" fmla="*/ 448484 h 590308"/>
                <a:gd name="connsiteX749" fmla="*/ 356099 w 821508"/>
                <a:gd name="connsiteY749" fmla="*/ 447643 h 590308"/>
                <a:gd name="connsiteX750" fmla="*/ 357008 w 821508"/>
                <a:gd name="connsiteY750" fmla="*/ 447004 h 590308"/>
                <a:gd name="connsiteX751" fmla="*/ 357715 w 821508"/>
                <a:gd name="connsiteY751" fmla="*/ 446466 h 590308"/>
                <a:gd name="connsiteX752" fmla="*/ 360171 w 821508"/>
                <a:gd name="connsiteY752" fmla="*/ 445793 h 590308"/>
                <a:gd name="connsiteX753" fmla="*/ 361787 w 821508"/>
                <a:gd name="connsiteY753" fmla="*/ 446230 h 590308"/>
                <a:gd name="connsiteX754" fmla="*/ 363705 w 821508"/>
                <a:gd name="connsiteY754" fmla="*/ 447441 h 590308"/>
                <a:gd name="connsiteX755" fmla="*/ 364109 w 821508"/>
                <a:gd name="connsiteY755" fmla="*/ 448753 h 590308"/>
                <a:gd name="connsiteX756" fmla="*/ 363671 w 821508"/>
                <a:gd name="connsiteY756" fmla="*/ 449863 h 590308"/>
                <a:gd name="connsiteX757" fmla="*/ 362729 w 821508"/>
                <a:gd name="connsiteY757" fmla="*/ 451175 h 590308"/>
                <a:gd name="connsiteX758" fmla="*/ 361013 w 821508"/>
                <a:gd name="connsiteY758" fmla="*/ 453698 h 590308"/>
                <a:gd name="connsiteX759" fmla="*/ 360205 w 821508"/>
                <a:gd name="connsiteY759" fmla="*/ 455111 h 590308"/>
                <a:gd name="connsiteX760" fmla="*/ 359229 w 821508"/>
                <a:gd name="connsiteY760" fmla="*/ 456726 h 590308"/>
                <a:gd name="connsiteX761" fmla="*/ 357815 w 821508"/>
                <a:gd name="connsiteY761" fmla="*/ 461099 h 590308"/>
                <a:gd name="connsiteX762" fmla="*/ 355864 w 821508"/>
                <a:gd name="connsiteY762" fmla="*/ 464362 h 590308"/>
                <a:gd name="connsiteX763" fmla="*/ 352027 w 821508"/>
                <a:gd name="connsiteY763" fmla="*/ 466885 h 590308"/>
                <a:gd name="connsiteX764" fmla="*/ 349133 w 821508"/>
                <a:gd name="connsiteY764" fmla="*/ 469408 h 590308"/>
                <a:gd name="connsiteX765" fmla="*/ 347450 w 821508"/>
                <a:gd name="connsiteY765" fmla="*/ 472099 h 590308"/>
                <a:gd name="connsiteX766" fmla="*/ 348594 w 821508"/>
                <a:gd name="connsiteY766" fmla="*/ 474992 h 590308"/>
                <a:gd name="connsiteX767" fmla="*/ 352061 w 821508"/>
                <a:gd name="connsiteY767" fmla="*/ 475295 h 590308"/>
                <a:gd name="connsiteX768" fmla="*/ 353945 w 821508"/>
                <a:gd name="connsiteY768" fmla="*/ 476439 h 590308"/>
                <a:gd name="connsiteX769" fmla="*/ 357412 w 821508"/>
                <a:gd name="connsiteY769" fmla="*/ 478188 h 590308"/>
                <a:gd name="connsiteX770" fmla="*/ 359431 w 821508"/>
                <a:gd name="connsiteY770" fmla="*/ 481653 h 590308"/>
                <a:gd name="connsiteX771" fmla="*/ 358994 w 821508"/>
                <a:gd name="connsiteY771" fmla="*/ 484411 h 590308"/>
                <a:gd name="connsiteX772" fmla="*/ 357109 w 821508"/>
                <a:gd name="connsiteY772" fmla="*/ 487742 h 590308"/>
                <a:gd name="connsiteX773" fmla="*/ 355224 w 821508"/>
                <a:gd name="connsiteY773" fmla="*/ 491375 h 590308"/>
                <a:gd name="connsiteX774" fmla="*/ 354484 w 821508"/>
                <a:gd name="connsiteY774" fmla="*/ 493258 h 590308"/>
                <a:gd name="connsiteX775" fmla="*/ 354484 w 821508"/>
                <a:gd name="connsiteY775" fmla="*/ 495445 h 590308"/>
                <a:gd name="connsiteX776" fmla="*/ 356066 w 821508"/>
                <a:gd name="connsiteY776" fmla="*/ 497329 h 590308"/>
                <a:gd name="connsiteX777" fmla="*/ 360979 w 821508"/>
                <a:gd name="connsiteY777" fmla="*/ 497833 h 590308"/>
                <a:gd name="connsiteX778" fmla="*/ 365186 w 821508"/>
                <a:gd name="connsiteY778" fmla="*/ 497632 h 590308"/>
                <a:gd name="connsiteX779" fmla="*/ 368652 w 821508"/>
                <a:gd name="connsiteY779" fmla="*/ 497632 h 590308"/>
                <a:gd name="connsiteX780" fmla="*/ 370234 w 821508"/>
                <a:gd name="connsiteY780" fmla="*/ 499515 h 590308"/>
                <a:gd name="connsiteX781" fmla="*/ 371681 w 821508"/>
                <a:gd name="connsiteY781" fmla="*/ 503283 h 590308"/>
                <a:gd name="connsiteX782" fmla="*/ 372422 w 821508"/>
                <a:gd name="connsiteY782" fmla="*/ 505907 h 590308"/>
                <a:gd name="connsiteX783" fmla="*/ 372422 w 821508"/>
                <a:gd name="connsiteY783" fmla="*/ 508363 h 590308"/>
                <a:gd name="connsiteX784" fmla="*/ 373566 w 821508"/>
                <a:gd name="connsiteY784" fmla="*/ 510684 h 590308"/>
                <a:gd name="connsiteX785" fmla="*/ 376898 w 821508"/>
                <a:gd name="connsiteY785" fmla="*/ 516201 h 590308"/>
                <a:gd name="connsiteX786" fmla="*/ 379792 w 821508"/>
                <a:gd name="connsiteY786" fmla="*/ 521852 h 590308"/>
                <a:gd name="connsiteX787" fmla="*/ 380667 w 821508"/>
                <a:gd name="connsiteY787" fmla="*/ 525620 h 590308"/>
                <a:gd name="connsiteX788" fmla="*/ 381980 w 821508"/>
                <a:gd name="connsiteY788" fmla="*/ 529387 h 590308"/>
                <a:gd name="connsiteX789" fmla="*/ 384301 w 821508"/>
                <a:gd name="connsiteY789" fmla="*/ 532415 h 590308"/>
                <a:gd name="connsiteX790" fmla="*/ 386826 w 821508"/>
                <a:gd name="connsiteY790" fmla="*/ 534299 h 590308"/>
                <a:gd name="connsiteX791" fmla="*/ 388643 w 821508"/>
                <a:gd name="connsiteY791" fmla="*/ 536923 h 590308"/>
                <a:gd name="connsiteX792" fmla="*/ 388643 w 821508"/>
                <a:gd name="connsiteY792" fmla="*/ 540253 h 590308"/>
                <a:gd name="connsiteX793" fmla="*/ 389787 w 821508"/>
                <a:gd name="connsiteY793" fmla="*/ 540388 h 590308"/>
                <a:gd name="connsiteX794" fmla="*/ 393254 w 821508"/>
                <a:gd name="connsiteY794" fmla="*/ 541699 h 590308"/>
                <a:gd name="connsiteX795" fmla="*/ 395710 w 821508"/>
                <a:gd name="connsiteY795" fmla="*/ 541565 h 590308"/>
                <a:gd name="connsiteX796" fmla="*/ 396855 w 821508"/>
                <a:gd name="connsiteY796" fmla="*/ 541868 h 590308"/>
                <a:gd name="connsiteX797" fmla="*/ 401196 w 821508"/>
                <a:gd name="connsiteY797" fmla="*/ 547216 h 590308"/>
                <a:gd name="connsiteX798" fmla="*/ 404528 w 821508"/>
                <a:gd name="connsiteY798" fmla="*/ 551556 h 590308"/>
                <a:gd name="connsiteX799" fmla="*/ 406413 w 821508"/>
                <a:gd name="connsiteY799" fmla="*/ 555189 h 590308"/>
                <a:gd name="connsiteX800" fmla="*/ 406413 w 821508"/>
                <a:gd name="connsiteY800" fmla="*/ 557376 h 590308"/>
                <a:gd name="connsiteX801" fmla="*/ 403519 w 821508"/>
                <a:gd name="connsiteY801" fmla="*/ 559125 h 590308"/>
                <a:gd name="connsiteX802" fmla="*/ 400994 w 821508"/>
                <a:gd name="connsiteY802" fmla="*/ 560134 h 590308"/>
                <a:gd name="connsiteX803" fmla="*/ 400792 w 821508"/>
                <a:gd name="connsiteY803" fmla="*/ 561580 h 590308"/>
                <a:gd name="connsiteX804" fmla="*/ 400792 w 821508"/>
                <a:gd name="connsiteY804" fmla="*/ 564642 h 590308"/>
                <a:gd name="connsiteX805" fmla="*/ 399917 w 821508"/>
                <a:gd name="connsiteY805" fmla="*/ 567972 h 590308"/>
                <a:gd name="connsiteX806" fmla="*/ 399480 w 821508"/>
                <a:gd name="connsiteY806" fmla="*/ 569856 h 590308"/>
                <a:gd name="connsiteX807" fmla="*/ 399042 w 821508"/>
                <a:gd name="connsiteY807" fmla="*/ 572614 h 590308"/>
                <a:gd name="connsiteX808" fmla="*/ 399042 w 821508"/>
                <a:gd name="connsiteY808" fmla="*/ 575070 h 590308"/>
                <a:gd name="connsiteX809" fmla="*/ 396855 w 821508"/>
                <a:gd name="connsiteY809" fmla="*/ 577257 h 590308"/>
                <a:gd name="connsiteX810" fmla="*/ 394835 w 821508"/>
                <a:gd name="connsiteY810" fmla="*/ 578838 h 590308"/>
                <a:gd name="connsiteX811" fmla="*/ 393086 w 821508"/>
                <a:gd name="connsiteY811" fmla="*/ 581024 h 590308"/>
                <a:gd name="connsiteX812" fmla="*/ 391941 w 821508"/>
                <a:gd name="connsiteY812" fmla="*/ 582471 h 590308"/>
                <a:gd name="connsiteX813" fmla="*/ 392143 w 821508"/>
                <a:gd name="connsiteY813" fmla="*/ 584489 h 590308"/>
                <a:gd name="connsiteX814" fmla="*/ 395408 w 821508"/>
                <a:gd name="connsiteY814" fmla="*/ 584691 h 590308"/>
                <a:gd name="connsiteX815" fmla="*/ 397427 w 821508"/>
                <a:gd name="connsiteY815" fmla="*/ 582807 h 590308"/>
                <a:gd name="connsiteX816" fmla="*/ 399009 w 821508"/>
                <a:gd name="connsiteY816" fmla="*/ 581293 h 590308"/>
                <a:gd name="connsiteX817" fmla="*/ 401028 w 821508"/>
                <a:gd name="connsiteY817" fmla="*/ 581361 h 590308"/>
                <a:gd name="connsiteX818" fmla="*/ 401903 w 821508"/>
                <a:gd name="connsiteY818" fmla="*/ 582942 h 590308"/>
                <a:gd name="connsiteX819" fmla="*/ 402273 w 821508"/>
                <a:gd name="connsiteY819" fmla="*/ 585767 h 590308"/>
                <a:gd name="connsiteX820" fmla="*/ 402341 w 821508"/>
                <a:gd name="connsiteY820" fmla="*/ 587449 h 590308"/>
                <a:gd name="connsiteX821" fmla="*/ 402206 w 821508"/>
                <a:gd name="connsiteY821" fmla="*/ 588257 h 590308"/>
                <a:gd name="connsiteX822" fmla="*/ 401028 w 821508"/>
                <a:gd name="connsiteY822" fmla="*/ 590309 h 590308"/>
                <a:gd name="connsiteX823" fmla="*/ 403014 w 821508"/>
                <a:gd name="connsiteY823" fmla="*/ 590073 h 590308"/>
                <a:gd name="connsiteX824" fmla="*/ 408230 w 821508"/>
                <a:gd name="connsiteY824" fmla="*/ 587214 h 590308"/>
                <a:gd name="connsiteX825" fmla="*/ 412975 w 821508"/>
                <a:gd name="connsiteY825" fmla="*/ 585364 h 590308"/>
                <a:gd name="connsiteX826" fmla="*/ 418932 w 821508"/>
                <a:gd name="connsiteY826" fmla="*/ 583615 h 590308"/>
                <a:gd name="connsiteX827" fmla="*/ 423779 w 821508"/>
                <a:gd name="connsiteY827" fmla="*/ 578939 h 590308"/>
                <a:gd name="connsiteX828" fmla="*/ 426572 w 821508"/>
                <a:gd name="connsiteY828" fmla="*/ 573489 h 590308"/>
                <a:gd name="connsiteX829" fmla="*/ 427548 w 821508"/>
                <a:gd name="connsiteY829" fmla="*/ 568039 h 590308"/>
                <a:gd name="connsiteX830" fmla="*/ 428995 w 821508"/>
                <a:gd name="connsiteY830" fmla="*/ 562421 h 590308"/>
                <a:gd name="connsiteX831" fmla="*/ 432360 w 821508"/>
                <a:gd name="connsiteY831" fmla="*/ 558654 h 590308"/>
                <a:gd name="connsiteX832" fmla="*/ 435759 w 821508"/>
                <a:gd name="connsiteY832" fmla="*/ 555391 h 590308"/>
                <a:gd name="connsiteX833" fmla="*/ 438923 w 821508"/>
                <a:gd name="connsiteY833" fmla="*/ 552632 h 590308"/>
                <a:gd name="connsiteX834" fmla="*/ 443702 w 821508"/>
                <a:gd name="connsiteY834" fmla="*/ 548192 h 590308"/>
                <a:gd name="connsiteX835" fmla="*/ 445654 w 821508"/>
                <a:gd name="connsiteY835" fmla="*/ 543886 h 590308"/>
                <a:gd name="connsiteX836" fmla="*/ 447741 w 821508"/>
                <a:gd name="connsiteY836" fmla="*/ 540522 h 590308"/>
                <a:gd name="connsiteX837" fmla="*/ 447741 w 821508"/>
                <a:gd name="connsiteY837" fmla="*/ 535106 h 590308"/>
                <a:gd name="connsiteX838" fmla="*/ 447135 w 821508"/>
                <a:gd name="connsiteY838" fmla="*/ 532785 h 590308"/>
                <a:gd name="connsiteX839" fmla="*/ 448077 w 821508"/>
                <a:gd name="connsiteY839" fmla="*/ 530834 h 590308"/>
                <a:gd name="connsiteX840" fmla="*/ 451173 w 821508"/>
                <a:gd name="connsiteY840" fmla="*/ 529051 h 590308"/>
                <a:gd name="connsiteX841" fmla="*/ 453832 w 821508"/>
                <a:gd name="connsiteY841" fmla="*/ 529051 h 590308"/>
                <a:gd name="connsiteX842" fmla="*/ 457871 w 821508"/>
                <a:gd name="connsiteY842" fmla="*/ 526057 h 590308"/>
                <a:gd name="connsiteX843" fmla="*/ 460428 w 821508"/>
                <a:gd name="connsiteY843" fmla="*/ 524140 h 590308"/>
                <a:gd name="connsiteX844" fmla="*/ 460428 w 821508"/>
                <a:gd name="connsiteY844" fmla="*/ 521247 h 590308"/>
                <a:gd name="connsiteX845" fmla="*/ 460428 w 821508"/>
                <a:gd name="connsiteY845" fmla="*/ 519295 h 590308"/>
                <a:gd name="connsiteX846" fmla="*/ 458948 w 821508"/>
                <a:gd name="connsiteY846" fmla="*/ 517714 h 590308"/>
                <a:gd name="connsiteX847" fmla="*/ 458476 w 821508"/>
                <a:gd name="connsiteY847" fmla="*/ 514889 h 590308"/>
                <a:gd name="connsiteX848" fmla="*/ 459015 w 821508"/>
                <a:gd name="connsiteY848" fmla="*/ 511256 h 590308"/>
                <a:gd name="connsiteX849" fmla="*/ 459722 w 821508"/>
                <a:gd name="connsiteY849" fmla="*/ 505873 h 590308"/>
                <a:gd name="connsiteX850" fmla="*/ 460462 w 821508"/>
                <a:gd name="connsiteY850" fmla="*/ 501096 h 590308"/>
                <a:gd name="connsiteX851" fmla="*/ 460462 w 821508"/>
                <a:gd name="connsiteY851" fmla="*/ 497295 h 590308"/>
                <a:gd name="connsiteX852" fmla="*/ 463727 w 821508"/>
                <a:gd name="connsiteY852" fmla="*/ 491106 h 590308"/>
                <a:gd name="connsiteX853" fmla="*/ 465476 w 821508"/>
                <a:gd name="connsiteY853" fmla="*/ 488717 h 590308"/>
                <a:gd name="connsiteX854" fmla="*/ 472308 w 821508"/>
                <a:gd name="connsiteY854" fmla="*/ 483301 h 590308"/>
                <a:gd name="connsiteX855" fmla="*/ 476111 w 821508"/>
                <a:gd name="connsiteY855" fmla="*/ 479702 h 590308"/>
                <a:gd name="connsiteX856" fmla="*/ 479914 w 821508"/>
                <a:gd name="connsiteY856" fmla="*/ 476943 h 590308"/>
                <a:gd name="connsiteX857" fmla="*/ 484054 w 821508"/>
                <a:gd name="connsiteY857" fmla="*/ 475160 h 590308"/>
                <a:gd name="connsiteX858" fmla="*/ 488597 w 821508"/>
                <a:gd name="connsiteY858" fmla="*/ 475160 h 590308"/>
                <a:gd name="connsiteX859" fmla="*/ 492198 w 821508"/>
                <a:gd name="connsiteY859" fmla="*/ 475934 h 590308"/>
                <a:gd name="connsiteX860" fmla="*/ 494319 w 821508"/>
                <a:gd name="connsiteY860" fmla="*/ 478760 h 590308"/>
                <a:gd name="connsiteX861" fmla="*/ 496439 w 821508"/>
                <a:gd name="connsiteY861" fmla="*/ 480946 h 590308"/>
                <a:gd name="connsiteX862" fmla="*/ 496439 w 821508"/>
                <a:gd name="connsiteY862" fmla="*/ 483032 h 590308"/>
                <a:gd name="connsiteX863" fmla="*/ 496439 w 821508"/>
                <a:gd name="connsiteY863" fmla="*/ 484781 h 590308"/>
                <a:gd name="connsiteX864" fmla="*/ 496977 w 821508"/>
                <a:gd name="connsiteY864" fmla="*/ 487170 h 590308"/>
                <a:gd name="connsiteX865" fmla="*/ 500343 w 821508"/>
                <a:gd name="connsiteY865" fmla="*/ 487809 h 590308"/>
                <a:gd name="connsiteX866" fmla="*/ 502093 w 821508"/>
                <a:gd name="connsiteY866" fmla="*/ 489323 h 590308"/>
                <a:gd name="connsiteX867" fmla="*/ 505694 w 821508"/>
                <a:gd name="connsiteY867" fmla="*/ 490836 h 590308"/>
                <a:gd name="connsiteX868" fmla="*/ 506905 w 821508"/>
                <a:gd name="connsiteY868" fmla="*/ 491711 h 590308"/>
                <a:gd name="connsiteX869" fmla="*/ 506905 w 821508"/>
                <a:gd name="connsiteY869" fmla="*/ 495176 h 590308"/>
                <a:gd name="connsiteX870" fmla="*/ 506266 w 821508"/>
                <a:gd name="connsiteY870" fmla="*/ 496252 h 590308"/>
                <a:gd name="connsiteX871" fmla="*/ 506367 w 821508"/>
                <a:gd name="connsiteY871" fmla="*/ 498002 h 590308"/>
                <a:gd name="connsiteX872" fmla="*/ 506905 w 821508"/>
                <a:gd name="connsiteY872" fmla="*/ 498977 h 590308"/>
                <a:gd name="connsiteX873" fmla="*/ 509396 w 821508"/>
                <a:gd name="connsiteY873" fmla="*/ 500625 h 590308"/>
                <a:gd name="connsiteX874" fmla="*/ 512761 w 821508"/>
                <a:gd name="connsiteY874" fmla="*/ 502038 h 590308"/>
                <a:gd name="connsiteX875" fmla="*/ 515252 w 821508"/>
                <a:gd name="connsiteY875" fmla="*/ 501601 h 590308"/>
                <a:gd name="connsiteX876" fmla="*/ 517843 w 821508"/>
                <a:gd name="connsiteY876" fmla="*/ 501803 h 590308"/>
                <a:gd name="connsiteX877" fmla="*/ 525550 w 821508"/>
                <a:gd name="connsiteY877" fmla="*/ 502678 h 590308"/>
                <a:gd name="connsiteX878" fmla="*/ 536959 w 821508"/>
                <a:gd name="connsiteY878" fmla="*/ 502038 h 590308"/>
                <a:gd name="connsiteX879" fmla="*/ 541974 w 821508"/>
                <a:gd name="connsiteY879" fmla="*/ 503216 h 590308"/>
                <a:gd name="connsiteX880" fmla="*/ 544262 w 821508"/>
                <a:gd name="connsiteY880" fmla="*/ 505840 h 590308"/>
                <a:gd name="connsiteX881" fmla="*/ 550791 w 821508"/>
                <a:gd name="connsiteY881" fmla="*/ 507252 h 590308"/>
                <a:gd name="connsiteX882" fmla="*/ 556882 w 821508"/>
                <a:gd name="connsiteY882" fmla="*/ 507791 h 590308"/>
                <a:gd name="connsiteX883" fmla="*/ 563512 w 821508"/>
                <a:gd name="connsiteY883" fmla="*/ 506815 h 590308"/>
                <a:gd name="connsiteX884" fmla="*/ 567315 w 821508"/>
                <a:gd name="connsiteY884" fmla="*/ 504965 h 590308"/>
                <a:gd name="connsiteX885" fmla="*/ 571556 w 821508"/>
                <a:gd name="connsiteY885" fmla="*/ 503552 h 590308"/>
                <a:gd name="connsiteX886" fmla="*/ 576234 w 821508"/>
                <a:gd name="connsiteY886" fmla="*/ 501601 h 590308"/>
                <a:gd name="connsiteX887" fmla="*/ 579936 w 821508"/>
                <a:gd name="connsiteY887" fmla="*/ 500827 h 590308"/>
                <a:gd name="connsiteX888" fmla="*/ 582662 w 821508"/>
                <a:gd name="connsiteY888" fmla="*/ 501029 h 590308"/>
                <a:gd name="connsiteX889" fmla="*/ 589931 w 821508"/>
                <a:gd name="connsiteY889" fmla="*/ 501265 h 590308"/>
                <a:gd name="connsiteX890" fmla="*/ 596460 w 821508"/>
                <a:gd name="connsiteY890" fmla="*/ 501265 h 590308"/>
                <a:gd name="connsiteX891" fmla="*/ 598210 w 821508"/>
                <a:gd name="connsiteY891" fmla="*/ 500289 h 590308"/>
                <a:gd name="connsiteX892" fmla="*/ 601677 w 821508"/>
                <a:gd name="connsiteY892" fmla="*/ 497262 h 590308"/>
                <a:gd name="connsiteX893" fmla="*/ 602451 w 821508"/>
                <a:gd name="connsiteY893" fmla="*/ 495849 h 590308"/>
                <a:gd name="connsiteX894" fmla="*/ 605480 w 821508"/>
                <a:gd name="connsiteY894" fmla="*/ 490836 h 590308"/>
                <a:gd name="connsiteX895" fmla="*/ 608643 w 821508"/>
                <a:gd name="connsiteY895" fmla="*/ 486699 h 590308"/>
                <a:gd name="connsiteX896" fmla="*/ 609518 w 821508"/>
                <a:gd name="connsiteY896" fmla="*/ 479971 h 590308"/>
                <a:gd name="connsiteX897" fmla="*/ 609518 w 821508"/>
                <a:gd name="connsiteY897" fmla="*/ 472570 h 590308"/>
                <a:gd name="connsiteX898" fmla="*/ 606355 w 821508"/>
                <a:gd name="connsiteY898" fmla="*/ 468971 h 590308"/>
                <a:gd name="connsiteX899" fmla="*/ 601777 w 821508"/>
                <a:gd name="connsiteY899" fmla="*/ 465708 h 590308"/>
                <a:gd name="connsiteX900" fmla="*/ 596898 w 821508"/>
                <a:gd name="connsiteY900" fmla="*/ 463420 h 590308"/>
                <a:gd name="connsiteX901" fmla="*/ 593431 w 821508"/>
                <a:gd name="connsiteY901" fmla="*/ 461906 h 590308"/>
                <a:gd name="connsiteX902" fmla="*/ 590705 w 821508"/>
                <a:gd name="connsiteY902" fmla="*/ 458542 h 590308"/>
                <a:gd name="connsiteX903" fmla="*/ 587878 w 821508"/>
                <a:gd name="connsiteY903" fmla="*/ 455279 h 590308"/>
                <a:gd name="connsiteX904" fmla="*/ 588215 w 821508"/>
                <a:gd name="connsiteY904" fmla="*/ 450704 h 590308"/>
                <a:gd name="connsiteX905" fmla="*/ 588753 w 821508"/>
                <a:gd name="connsiteY905" fmla="*/ 447441 h 590308"/>
                <a:gd name="connsiteX906" fmla="*/ 584176 w 821508"/>
                <a:gd name="connsiteY906" fmla="*/ 444178 h 590308"/>
                <a:gd name="connsiteX907" fmla="*/ 583436 w 821508"/>
                <a:gd name="connsiteY907" fmla="*/ 438325 h 590308"/>
                <a:gd name="connsiteX908" fmla="*/ 583537 w 821508"/>
                <a:gd name="connsiteY908" fmla="*/ 434725 h 590308"/>
                <a:gd name="connsiteX909" fmla="*/ 585825 w 821508"/>
                <a:gd name="connsiteY909" fmla="*/ 432505 h 590308"/>
                <a:gd name="connsiteX910" fmla="*/ 589628 w 821508"/>
                <a:gd name="connsiteY910" fmla="*/ 431900 h 590308"/>
                <a:gd name="connsiteX911" fmla="*/ 592960 w 821508"/>
                <a:gd name="connsiteY911" fmla="*/ 430117 h 590308"/>
                <a:gd name="connsiteX912" fmla="*/ 598951 w 821508"/>
                <a:gd name="connsiteY912" fmla="*/ 430319 h 590308"/>
                <a:gd name="connsiteX913" fmla="*/ 602518 w 821508"/>
                <a:gd name="connsiteY913" fmla="*/ 429982 h 590308"/>
                <a:gd name="connsiteX914" fmla="*/ 606893 w 821508"/>
                <a:gd name="connsiteY914" fmla="*/ 429982 h 590308"/>
                <a:gd name="connsiteX915" fmla="*/ 607802 w 821508"/>
                <a:gd name="connsiteY915" fmla="*/ 431462 h 590308"/>
                <a:gd name="connsiteX916" fmla="*/ 609484 w 821508"/>
                <a:gd name="connsiteY916" fmla="*/ 433683 h 590308"/>
                <a:gd name="connsiteX917" fmla="*/ 612379 w 821508"/>
                <a:gd name="connsiteY917" fmla="*/ 433514 h 590308"/>
                <a:gd name="connsiteX918" fmla="*/ 614768 w 821508"/>
                <a:gd name="connsiteY918" fmla="*/ 430420 h 590308"/>
                <a:gd name="connsiteX919" fmla="*/ 617797 w 821508"/>
                <a:gd name="connsiteY919" fmla="*/ 427594 h 590308"/>
                <a:gd name="connsiteX920" fmla="*/ 621432 w 821508"/>
                <a:gd name="connsiteY920" fmla="*/ 423523 h 590308"/>
                <a:gd name="connsiteX921" fmla="*/ 626884 w 821508"/>
                <a:gd name="connsiteY921" fmla="*/ 420563 h 590308"/>
                <a:gd name="connsiteX922" fmla="*/ 629980 w 821508"/>
                <a:gd name="connsiteY922" fmla="*/ 418747 h 590308"/>
                <a:gd name="connsiteX923" fmla="*/ 635937 w 821508"/>
                <a:gd name="connsiteY923" fmla="*/ 417805 h 590308"/>
                <a:gd name="connsiteX924" fmla="*/ 641658 w 821508"/>
                <a:gd name="connsiteY924" fmla="*/ 417805 h 590308"/>
                <a:gd name="connsiteX925" fmla="*/ 648052 w 821508"/>
                <a:gd name="connsiteY925" fmla="*/ 416425 h 590308"/>
                <a:gd name="connsiteX926" fmla="*/ 652630 w 821508"/>
                <a:gd name="connsiteY926" fmla="*/ 415046 h 590308"/>
                <a:gd name="connsiteX927" fmla="*/ 656399 w 821508"/>
                <a:gd name="connsiteY927" fmla="*/ 412221 h 590308"/>
                <a:gd name="connsiteX928" fmla="*/ 660976 w 821508"/>
                <a:gd name="connsiteY928" fmla="*/ 406872 h 590308"/>
                <a:gd name="connsiteX929" fmla="*/ 663938 w 821508"/>
                <a:gd name="connsiteY929" fmla="*/ 403407 h 590308"/>
                <a:gd name="connsiteX930" fmla="*/ 668178 w 821508"/>
                <a:gd name="connsiteY930" fmla="*/ 399337 h 590308"/>
                <a:gd name="connsiteX931" fmla="*/ 670399 w 821508"/>
                <a:gd name="connsiteY931" fmla="*/ 392306 h 590308"/>
                <a:gd name="connsiteX932" fmla="*/ 670399 w 821508"/>
                <a:gd name="connsiteY932" fmla="*/ 387394 h 590308"/>
                <a:gd name="connsiteX933" fmla="*/ 670399 w 821508"/>
                <a:gd name="connsiteY933" fmla="*/ 383257 h 590308"/>
                <a:gd name="connsiteX934" fmla="*/ 670399 w 821508"/>
                <a:gd name="connsiteY934" fmla="*/ 378682 h 590308"/>
                <a:gd name="connsiteX935" fmla="*/ 672452 w 821508"/>
                <a:gd name="connsiteY935" fmla="*/ 375217 h 590308"/>
                <a:gd name="connsiteX936" fmla="*/ 675649 w 821508"/>
                <a:gd name="connsiteY936" fmla="*/ 371147 h 590308"/>
                <a:gd name="connsiteX937" fmla="*/ 677164 w 821508"/>
                <a:gd name="connsiteY937" fmla="*/ 369128 h 590308"/>
                <a:gd name="connsiteX938" fmla="*/ 679351 w 821508"/>
                <a:gd name="connsiteY938" fmla="*/ 366942 h 590308"/>
                <a:gd name="connsiteX939" fmla="*/ 682044 w 821508"/>
                <a:gd name="connsiteY939" fmla="*/ 365293 h 590308"/>
                <a:gd name="connsiteX940" fmla="*/ 682750 w 821508"/>
                <a:gd name="connsiteY940" fmla="*/ 364486 h 590308"/>
                <a:gd name="connsiteX941" fmla="*/ 685006 w 821508"/>
                <a:gd name="connsiteY941" fmla="*/ 363914 h 590308"/>
                <a:gd name="connsiteX942" fmla="*/ 686957 w 821508"/>
                <a:gd name="connsiteY942" fmla="*/ 363914 h 590308"/>
                <a:gd name="connsiteX943" fmla="*/ 689414 w 821508"/>
                <a:gd name="connsiteY943" fmla="*/ 366101 h 590308"/>
                <a:gd name="connsiteX944" fmla="*/ 691501 w 821508"/>
                <a:gd name="connsiteY944" fmla="*/ 369633 h 590308"/>
                <a:gd name="connsiteX945" fmla="*/ 692073 w 821508"/>
                <a:gd name="connsiteY945" fmla="*/ 371819 h 590308"/>
                <a:gd name="connsiteX946" fmla="*/ 694159 w 821508"/>
                <a:gd name="connsiteY946" fmla="*/ 372189 h 590308"/>
                <a:gd name="connsiteX947" fmla="*/ 696919 w 821508"/>
                <a:gd name="connsiteY947" fmla="*/ 371180 h 590308"/>
                <a:gd name="connsiteX948" fmla="*/ 698063 w 821508"/>
                <a:gd name="connsiteY948" fmla="*/ 369094 h 590308"/>
                <a:gd name="connsiteX949" fmla="*/ 699208 w 821508"/>
                <a:gd name="connsiteY949" fmla="*/ 363948 h 590308"/>
                <a:gd name="connsiteX950" fmla="*/ 700015 w 821508"/>
                <a:gd name="connsiteY950" fmla="*/ 361257 h 590308"/>
                <a:gd name="connsiteX951" fmla="*/ 701900 w 821508"/>
                <a:gd name="connsiteY951" fmla="*/ 359373 h 590308"/>
                <a:gd name="connsiteX952" fmla="*/ 705097 w 821508"/>
                <a:gd name="connsiteY952" fmla="*/ 357859 h 590308"/>
                <a:gd name="connsiteX953" fmla="*/ 708227 w 821508"/>
                <a:gd name="connsiteY953" fmla="*/ 356177 h 590308"/>
                <a:gd name="connsiteX954" fmla="*/ 709742 w 821508"/>
                <a:gd name="connsiteY954" fmla="*/ 355302 h 590308"/>
                <a:gd name="connsiteX955" fmla="*/ 712434 w 821508"/>
                <a:gd name="connsiteY955" fmla="*/ 353351 h 590308"/>
                <a:gd name="connsiteX956" fmla="*/ 713679 w 821508"/>
                <a:gd name="connsiteY956" fmla="*/ 351400 h 590308"/>
                <a:gd name="connsiteX957" fmla="*/ 713679 w 821508"/>
                <a:gd name="connsiteY957" fmla="*/ 349079 h 590308"/>
                <a:gd name="connsiteX958" fmla="*/ 713477 w 821508"/>
                <a:gd name="connsiteY958" fmla="*/ 340467 h 590308"/>
                <a:gd name="connsiteX959" fmla="*/ 713881 w 821508"/>
                <a:gd name="connsiteY959" fmla="*/ 333235 h 590308"/>
                <a:gd name="connsiteX960" fmla="*/ 713881 w 821508"/>
                <a:gd name="connsiteY960" fmla="*/ 324825 h 590308"/>
                <a:gd name="connsiteX961" fmla="*/ 715631 w 821508"/>
                <a:gd name="connsiteY961" fmla="*/ 315708 h 590308"/>
                <a:gd name="connsiteX962" fmla="*/ 715631 w 821508"/>
                <a:gd name="connsiteY962" fmla="*/ 310932 h 590308"/>
                <a:gd name="connsiteX963" fmla="*/ 714251 w 821508"/>
                <a:gd name="connsiteY963" fmla="*/ 306794 h 590308"/>
                <a:gd name="connsiteX964" fmla="*/ 712602 w 821508"/>
                <a:gd name="connsiteY964" fmla="*/ 303598 h 590308"/>
                <a:gd name="connsiteX965" fmla="*/ 713174 w 821508"/>
                <a:gd name="connsiteY965" fmla="*/ 301277 h 590308"/>
                <a:gd name="connsiteX966" fmla="*/ 714857 w 821508"/>
                <a:gd name="connsiteY966" fmla="*/ 298889 h 590308"/>
                <a:gd name="connsiteX967" fmla="*/ 715934 w 821508"/>
                <a:gd name="connsiteY967" fmla="*/ 297005 h 590308"/>
                <a:gd name="connsiteX968" fmla="*/ 718963 w 821508"/>
                <a:gd name="connsiteY968" fmla="*/ 294616 h 590308"/>
                <a:gd name="connsiteX969" fmla="*/ 720545 w 821508"/>
                <a:gd name="connsiteY969" fmla="*/ 293977 h 590308"/>
                <a:gd name="connsiteX970" fmla="*/ 722429 w 821508"/>
                <a:gd name="connsiteY970" fmla="*/ 293607 h 590308"/>
                <a:gd name="connsiteX971" fmla="*/ 723876 w 821508"/>
                <a:gd name="connsiteY971" fmla="*/ 293338 h 590308"/>
                <a:gd name="connsiteX972" fmla="*/ 726131 w 821508"/>
                <a:gd name="connsiteY972" fmla="*/ 292665 h 590308"/>
                <a:gd name="connsiteX973" fmla="*/ 728655 w 821508"/>
                <a:gd name="connsiteY973" fmla="*/ 292665 h 590308"/>
                <a:gd name="connsiteX974" fmla="*/ 731718 w 821508"/>
                <a:gd name="connsiteY974" fmla="*/ 294616 h 590308"/>
                <a:gd name="connsiteX975" fmla="*/ 735050 w 821508"/>
                <a:gd name="connsiteY975" fmla="*/ 298586 h 590308"/>
                <a:gd name="connsiteX976" fmla="*/ 738752 w 821508"/>
                <a:gd name="connsiteY976" fmla="*/ 299898 h 590308"/>
                <a:gd name="connsiteX977" fmla="*/ 743968 w 821508"/>
                <a:gd name="connsiteY977" fmla="*/ 300201 h 590308"/>
                <a:gd name="connsiteX978" fmla="*/ 745483 w 821508"/>
                <a:gd name="connsiteY978" fmla="*/ 300402 h 590308"/>
                <a:gd name="connsiteX979" fmla="*/ 746930 w 821508"/>
                <a:gd name="connsiteY979" fmla="*/ 302589 h 590308"/>
                <a:gd name="connsiteX980" fmla="*/ 746930 w 821508"/>
                <a:gd name="connsiteY980" fmla="*/ 305717 h 590308"/>
                <a:gd name="connsiteX981" fmla="*/ 745988 w 821508"/>
                <a:gd name="connsiteY981" fmla="*/ 309485 h 590308"/>
                <a:gd name="connsiteX982" fmla="*/ 746930 w 821508"/>
                <a:gd name="connsiteY982" fmla="*/ 312748 h 590308"/>
                <a:gd name="connsiteX983" fmla="*/ 746189 w 821508"/>
                <a:gd name="connsiteY983" fmla="*/ 315944 h 590308"/>
                <a:gd name="connsiteX984" fmla="*/ 746324 w 821508"/>
                <a:gd name="connsiteY984" fmla="*/ 319140 h 590308"/>
                <a:gd name="connsiteX985" fmla="*/ 750800 w 821508"/>
                <a:gd name="connsiteY985" fmla="*/ 321730 h 590308"/>
                <a:gd name="connsiteX986" fmla="*/ 757194 w 821508"/>
                <a:gd name="connsiteY986" fmla="*/ 327381 h 590308"/>
                <a:gd name="connsiteX987" fmla="*/ 762175 w 821508"/>
                <a:gd name="connsiteY987" fmla="*/ 332360 h 590308"/>
                <a:gd name="connsiteX988" fmla="*/ 766820 w 821508"/>
                <a:gd name="connsiteY988" fmla="*/ 336128 h 590308"/>
                <a:gd name="connsiteX989" fmla="*/ 769276 w 821508"/>
                <a:gd name="connsiteY989" fmla="*/ 337440 h 590308"/>
                <a:gd name="connsiteX990" fmla="*/ 774695 w 821508"/>
                <a:gd name="connsiteY990" fmla="*/ 338314 h 590308"/>
                <a:gd name="connsiteX991" fmla="*/ 774695 w 821508"/>
                <a:gd name="connsiteY991" fmla="*/ 335287 h 590308"/>
                <a:gd name="connsiteX992" fmla="*/ 772844 w 821508"/>
                <a:gd name="connsiteY992" fmla="*/ 331687 h 590308"/>
                <a:gd name="connsiteX993" fmla="*/ 772507 w 821508"/>
                <a:gd name="connsiteY993" fmla="*/ 329063 h 590308"/>
                <a:gd name="connsiteX994" fmla="*/ 772709 w 821508"/>
                <a:gd name="connsiteY994" fmla="*/ 327415 h 590308"/>
                <a:gd name="connsiteX995" fmla="*/ 773887 w 821508"/>
                <a:gd name="connsiteY995" fmla="*/ 326540 h 590308"/>
                <a:gd name="connsiteX996" fmla="*/ 774661 w 821508"/>
                <a:gd name="connsiteY996" fmla="*/ 326439 h 590308"/>
                <a:gd name="connsiteX997" fmla="*/ 776849 w 821508"/>
                <a:gd name="connsiteY997" fmla="*/ 326776 h 590308"/>
                <a:gd name="connsiteX998" fmla="*/ 778700 w 821508"/>
                <a:gd name="connsiteY998" fmla="*/ 329938 h 590308"/>
                <a:gd name="connsiteX999" fmla="*/ 779844 w 821508"/>
                <a:gd name="connsiteY999" fmla="*/ 333638 h 590308"/>
                <a:gd name="connsiteX1000" fmla="*/ 782604 w 821508"/>
                <a:gd name="connsiteY1000" fmla="*/ 338079 h 590308"/>
                <a:gd name="connsiteX1001" fmla="*/ 784455 w 821508"/>
                <a:gd name="connsiteY1001" fmla="*/ 341678 h 590308"/>
                <a:gd name="connsiteX1002" fmla="*/ 786104 w 821508"/>
                <a:gd name="connsiteY1002" fmla="*/ 344706 h 590308"/>
                <a:gd name="connsiteX1003" fmla="*/ 788594 w 821508"/>
                <a:gd name="connsiteY1003" fmla="*/ 347868 h 590308"/>
                <a:gd name="connsiteX1004" fmla="*/ 788594 w 821508"/>
                <a:gd name="connsiteY1004" fmla="*/ 350895 h 590308"/>
                <a:gd name="connsiteX1005" fmla="*/ 793373 w 821508"/>
                <a:gd name="connsiteY1005" fmla="*/ 354091 h 590308"/>
                <a:gd name="connsiteX1006" fmla="*/ 795965 w 821508"/>
                <a:gd name="connsiteY1006" fmla="*/ 353351 h 590308"/>
                <a:gd name="connsiteX1007" fmla="*/ 797984 w 821508"/>
                <a:gd name="connsiteY1007" fmla="*/ 352914 h 590308"/>
                <a:gd name="connsiteX1008" fmla="*/ 800171 w 821508"/>
                <a:gd name="connsiteY1008" fmla="*/ 354091 h 590308"/>
                <a:gd name="connsiteX1009" fmla="*/ 801114 w 821508"/>
                <a:gd name="connsiteY1009" fmla="*/ 357186 h 590308"/>
                <a:gd name="connsiteX1010" fmla="*/ 802729 w 821508"/>
                <a:gd name="connsiteY1010" fmla="*/ 357388 h 590308"/>
                <a:gd name="connsiteX1011" fmla="*/ 804681 w 821508"/>
                <a:gd name="connsiteY1011" fmla="*/ 356143 h 590308"/>
                <a:gd name="connsiteX1012" fmla="*/ 804681 w 821508"/>
                <a:gd name="connsiteY1012" fmla="*/ 353385 h 590308"/>
                <a:gd name="connsiteX1013" fmla="*/ 802594 w 821508"/>
                <a:gd name="connsiteY1013" fmla="*/ 351804 h 590308"/>
                <a:gd name="connsiteX1014" fmla="*/ 801518 w 821508"/>
                <a:gd name="connsiteY1014" fmla="*/ 350492 h 590308"/>
                <a:gd name="connsiteX1015" fmla="*/ 800710 w 821508"/>
                <a:gd name="connsiteY1015" fmla="*/ 349348 h 590308"/>
                <a:gd name="connsiteX1016" fmla="*/ 798690 w 821508"/>
                <a:gd name="connsiteY1016" fmla="*/ 348339 h 590308"/>
                <a:gd name="connsiteX1017" fmla="*/ 796671 w 821508"/>
                <a:gd name="connsiteY1017" fmla="*/ 347464 h 590308"/>
                <a:gd name="connsiteX1018" fmla="*/ 795662 w 821508"/>
                <a:gd name="connsiteY1018" fmla="*/ 345580 h 590308"/>
                <a:gd name="connsiteX1019" fmla="*/ 793777 w 821508"/>
                <a:gd name="connsiteY1019" fmla="*/ 342116 h 590308"/>
                <a:gd name="connsiteX1020" fmla="*/ 792128 w 821508"/>
                <a:gd name="connsiteY1020" fmla="*/ 340097 h 590308"/>
                <a:gd name="connsiteX1021" fmla="*/ 791253 w 821508"/>
                <a:gd name="connsiteY1021" fmla="*/ 337911 h 590308"/>
                <a:gd name="connsiteX1022" fmla="*/ 789435 w 821508"/>
                <a:gd name="connsiteY1022" fmla="*/ 335085 h 590308"/>
                <a:gd name="connsiteX1023" fmla="*/ 788123 w 821508"/>
                <a:gd name="connsiteY1023" fmla="*/ 331250 h 590308"/>
                <a:gd name="connsiteX1024" fmla="*/ 787988 w 821508"/>
                <a:gd name="connsiteY1024" fmla="*/ 328794 h 590308"/>
                <a:gd name="connsiteX1025" fmla="*/ 788224 w 821508"/>
                <a:gd name="connsiteY1025" fmla="*/ 327146 h 590308"/>
                <a:gd name="connsiteX1026" fmla="*/ 788156 w 821508"/>
                <a:gd name="connsiteY1026" fmla="*/ 324959 h 590308"/>
                <a:gd name="connsiteX1027" fmla="*/ 784017 w 821508"/>
                <a:gd name="connsiteY1027" fmla="*/ 322773 h 590308"/>
                <a:gd name="connsiteX1028" fmla="*/ 782267 w 821508"/>
                <a:gd name="connsiteY1028" fmla="*/ 322134 h 590308"/>
                <a:gd name="connsiteX1029" fmla="*/ 781325 w 821508"/>
                <a:gd name="connsiteY1029" fmla="*/ 320048 h 590308"/>
                <a:gd name="connsiteX1030" fmla="*/ 781762 w 821508"/>
                <a:gd name="connsiteY1030" fmla="*/ 317222 h 590308"/>
                <a:gd name="connsiteX1031" fmla="*/ 781459 w 821508"/>
                <a:gd name="connsiteY1031" fmla="*/ 315843 h 590308"/>
                <a:gd name="connsiteX1032" fmla="*/ 777690 w 821508"/>
                <a:gd name="connsiteY1032" fmla="*/ 315776 h 590308"/>
                <a:gd name="connsiteX1033" fmla="*/ 775503 w 821508"/>
                <a:gd name="connsiteY1033" fmla="*/ 317660 h 590308"/>
                <a:gd name="connsiteX1034" fmla="*/ 773113 w 821508"/>
                <a:gd name="connsiteY1034" fmla="*/ 318231 h 590308"/>
                <a:gd name="connsiteX1035" fmla="*/ 770589 w 821508"/>
                <a:gd name="connsiteY1035" fmla="*/ 315338 h 590308"/>
                <a:gd name="connsiteX1036" fmla="*/ 771397 w 821508"/>
                <a:gd name="connsiteY1036" fmla="*/ 311705 h 590308"/>
                <a:gd name="connsiteX1037" fmla="*/ 775402 w 821508"/>
                <a:gd name="connsiteY1037" fmla="*/ 308510 h 590308"/>
                <a:gd name="connsiteX1038" fmla="*/ 776781 w 821508"/>
                <a:gd name="connsiteY1038" fmla="*/ 307433 h 590308"/>
                <a:gd name="connsiteX1039" fmla="*/ 783445 w 821508"/>
                <a:gd name="connsiteY1039" fmla="*/ 302959 h 590308"/>
                <a:gd name="connsiteX1040" fmla="*/ 787719 w 821508"/>
                <a:gd name="connsiteY1040" fmla="*/ 299259 h 590308"/>
                <a:gd name="connsiteX1041" fmla="*/ 790614 w 821508"/>
                <a:gd name="connsiteY1041" fmla="*/ 297375 h 590308"/>
                <a:gd name="connsiteX1042" fmla="*/ 796907 w 821508"/>
                <a:gd name="connsiteY1042" fmla="*/ 294179 h 590308"/>
                <a:gd name="connsiteX1043" fmla="*/ 799666 w 821508"/>
                <a:gd name="connsiteY1043" fmla="*/ 293237 h 590308"/>
                <a:gd name="connsiteX1044" fmla="*/ 802797 w 821508"/>
                <a:gd name="connsiteY1044" fmla="*/ 293103 h 590308"/>
                <a:gd name="connsiteX1045" fmla="*/ 806566 w 821508"/>
                <a:gd name="connsiteY1045" fmla="*/ 292228 h 590308"/>
                <a:gd name="connsiteX1046" fmla="*/ 808013 w 821508"/>
                <a:gd name="connsiteY1046" fmla="*/ 289335 h 590308"/>
                <a:gd name="connsiteX1047" fmla="*/ 808450 w 821508"/>
                <a:gd name="connsiteY1047" fmla="*/ 287518 h 590308"/>
                <a:gd name="connsiteX1048" fmla="*/ 811782 w 821508"/>
                <a:gd name="connsiteY1048" fmla="*/ 286879 h 590308"/>
                <a:gd name="connsiteX1049" fmla="*/ 814037 w 821508"/>
                <a:gd name="connsiteY1049" fmla="*/ 285433 h 590308"/>
                <a:gd name="connsiteX1050" fmla="*/ 816730 w 821508"/>
                <a:gd name="connsiteY1050" fmla="*/ 283414 h 590308"/>
                <a:gd name="connsiteX1051" fmla="*/ 819254 w 821508"/>
                <a:gd name="connsiteY1051" fmla="*/ 282035 h 590308"/>
                <a:gd name="connsiteX1052" fmla="*/ 819960 w 821508"/>
                <a:gd name="connsiteY1052" fmla="*/ 280790 h 590308"/>
                <a:gd name="connsiteX1053" fmla="*/ 819960 w 821508"/>
                <a:gd name="connsiteY1053" fmla="*/ 279647 h 590308"/>
                <a:gd name="connsiteX1054" fmla="*/ 818816 w 821508"/>
                <a:gd name="connsiteY1054" fmla="*/ 275946 h 590308"/>
                <a:gd name="connsiteX1055" fmla="*/ 817504 w 821508"/>
                <a:gd name="connsiteY1055" fmla="*/ 272986 h 590308"/>
                <a:gd name="connsiteX1056" fmla="*/ 814609 w 821508"/>
                <a:gd name="connsiteY1056" fmla="*/ 270968 h 590308"/>
                <a:gd name="connsiteX1057" fmla="*/ 814744 w 821508"/>
                <a:gd name="connsiteY1057" fmla="*/ 268882 h 590308"/>
                <a:gd name="connsiteX1058" fmla="*/ 816292 w 821508"/>
                <a:gd name="connsiteY1058" fmla="*/ 265451 h 59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Lst>
              <a:rect l="l" t="t" r="r" b="b"/>
              <a:pathLst>
                <a:path w="821508" h="590308">
                  <a:moveTo>
                    <a:pt x="816292" y="265451"/>
                  </a:moveTo>
                  <a:cubicBezTo>
                    <a:pt x="816561" y="265316"/>
                    <a:pt x="817369" y="263802"/>
                    <a:pt x="817604" y="263702"/>
                  </a:cubicBezTo>
                  <a:cubicBezTo>
                    <a:pt x="817806" y="263634"/>
                    <a:pt x="818681" y="262827"/>
                    <a:pt x="819186" y="262625"/>
                  </a:cubicBezTo>
                  <a:cubicBezTo>
                    <a:pt x="819691" y="262423"/>
                    <a:pt x="820566" y="261683"/>
                    <a:pt x="820566" y="261683"/>
                  </a:cubicBezTo>
                  <a:lnTo>
                    <a:pt x="821508" y="258925"/>
                  </a:lnTo>
                  <a:lnTo>
                    <a:pt x="821138" y="256671"/>
                  </a:lnTo>
                  <a:lnTo>
                    <a:pt x="819691" y="254148"/>
                  </a:lnTo>
                  <a:cubicBezTo>
                    <a:pt x="819691" y="254148"/>
                    <a:pt x="818176" y="252399"/>
                    <a:pt x="818109" y="252197"/>
                  </a:cubicBezTo>
                  <a:cubicBezTo>
                    <a:pt x="818042" y="251961"/>
                    <a:pt x="816797" y="250818"/>
                    <a:pt x="816797" y="250818"/>
                  </a:cubicBezTo>
                  <a:lnTo>
                    <a:pt x="816730" y="248429"/>
                  </a:lnTo>
                  <a:cubicBezTo>
                    <a:pt x="816730" y="248429"/>
                    <a:pt x="817100" y="246747"/>
                    <a:pt x="817739" y="246545"/>
                  </a:cubicBezTo>
                  <a:cubicBezTo>
                    <a:pt x="818379" y="246343"/>
                    <a:pt x="819388" y="245301"/>
                    <a:pt x="819691" y="245233"/>
                  </a:cubicBezTo>
                  <a:cubicBezTo>
                    <a:pt x="819994" y="245166"/>
                    <a:pt x="820499" y="244359"/>
                    <a:pt x="820499" y="244359"/>
                  </a:cubicBezTo>
                  <a:cubicBezTo>
                    <a:pt x="820499" y="244359"/>
                    <a:pt x="820196" y="242778"/>
                    <a:pt x="819927" y="242778"/>
                  </a:cubicBezTo>
                  <a:cubicBezTo>
                    <a:pt x="819624" y="242778"/>
                    <a:pt x="818547" y="241768"/>
                    <a:pt x="818547" y="241768"/>
                  </a:cubicBezTo>
                  <a:lnTo>
                    <a:pt x="818614" y="237698"/>
                  </a:lnTo>
                  <a:lnTo>
                    <a:pt x="817672" y="235108"/>
                  </a:lnTo>
                  <a:cubicBezTo>
                    <a:pt x="817672" y="235108"/>
                    <a:pt x="816730" y="232282"/>
                    <a:pt x="816730" y="231979"/>
                  </a:cubicBezTo>
                  <a:cubicBezTo>
                    <a:pt x="816730" y="231677"/>
                    <a:pt x="817672" y="229389"/>
                    <a:pt x="817672" y="229389"/>
                  </a:cubicBezTo>
                  <a:cubicBezTo>
                    <a:pt x="817672" y="229389"/>
                    <a:pt x="817739" y="227203"/>
                    <a:pt x="817739" y="227001"/>
                  </a:cubicBezTo>
                  <a:cubicBezTo>
                    <a:pt x="817739" y="226799"/>
                    <a:pt x="817941" y="223098"/>
                    <a:pt x="817941" y="223098"/>
                  </a:cubicBezTo>
                  <a:lnTo>
                    <a:pt x="817133" y="221719"/>
                  </a:lnTo>
                  <a:lnTo>
                    <a:pt x="815686" y="220845"/>
                  </a:lnTo>
                  <a:lnTo>
                    <a:pt x="812220" y="219465"/>
                  </a:lnTo>
                  <a:lnTo>
                    <a:pt x="810200" y="218153"/>
                  </a:lnTo>
                  <a:cubicBezTo>
                    <a:pt x="810200" y="218153"/>
                    <a:pt x="808619" y="216842"/>
                    <a:pt x="808114" y="216842"/>
                  </a:cubicBezTo>
                  <a:cubicBezTo>
                    <a:pt x="807609" y="216842"/>
                    <a:pt x="805590" y="216404"/>
                    <a:pt x="805590" y="216404"/>
                  </a:cubicBezTo>
                  <a:lnTo>
                    <a:pt x="803268" y="215900"/>
                  </a:lnTo>
                  <a:lnTo>
                    <a:pt x="801618" y="215900"/>
                  </a:lnTo>
                  <a:lnTo>
                    <a:pt x="800104" y="215193"/>
                  </a:lnTo>
                  <a:cubicBezTo>
                    <a:pt x="800104" y="215193"/>
                    <a:pt x="798791" y="215698"/>
                    <a:pt x="798152" y="216068"/>
                  </a:cubicBezTo>
                  <a:cubicBezTo>
                    <a:pt x="797513" y="216438"/>
                    <a:pt x="796402" y="217312"/>
                    <a:pt x="796267" y="217582"/>
                  </a:cubicBezTo>
                  <a:cubicBezTo>
                    <a:pt x="796133" y="217884"/>
                    <a:pt x="795258" y="218658"/>
                    <a:pt x="795191" y="218961"/>
                  </a:cubicBezTo>
                  <a:cubicBezTo>
                    <a:pt x="795123" y="219264"/>
                    <a:pt x="793945" y="220407"/>
                    <a:pt x="793945" y="220407"/>
                  </a:cubicBezTo>
                  <a:lnTo>
                    <a:pt x="792936" y="222224"/>
                  </a:lnTo>
                  <a:cubicBezTo>
                    <a:pt x="792936" y="222224"/>
                    <a:pt x="791993" y="222224"/>
                    <a:pt x="791489" y="222661"/>
                  </a:cubicBezTo>
                  <a:cubicBezTo>
                    <a:pt x="790984" y="223098"/>
                    <a:pt x="790748" y="223166"/>
                    <a:pt x="790479" y="223166"/>
                  </a:cubicBezTo>
                  <a:cubicBezTo>
                    <a:pt x="790176" y="223166"/>
                    <a:pt x="788965" y="223098"/>
                    <a:pt x="788965" y="223098"/>
                  </a:cubicBezTo>
                  <a:lnTo>
                    <a:pt x="787585" y="222897"/>
                  </a:lnTo>
                  <a:lnTo>
                    <a:pt x="786003" y="222897"/>
                  </a:lnTo>
                  <a:lnTo>
                    <a:pt x="783983" y="222392"/>
                  </a:lnTo>
                  <a:cubicBezTo>
                    <a:pt x="783983" y="222392"/>
                    <a:pt x="782234" y="220710"/>
                    <a:pt x="781964" y="220576"/>
                  </a:cubicBezTo>
                  <a:cubicBezTo>
                    <a:pt x="781661" y="220441"/>
                    <a:pt x="777387" y="217514"/>
                    <a:pt x="777185" y="217312"/>
                  </a:cubicBezTo>
                  <a:cubicBezTo>
                    <a:pt x="776950" y="217077"/>
                    <a:pt x="772339" y="213915"/>
                    <a:pt x="772339" y="213915"/>
                  </a:cubicBezTo>
                  <a:lnTo>
                    <a:pt x="768502" y="212098"/>
                  </a:lnTo>
                  <a:lnTo>
                    <a:pt x="763084" y="210215"/>
                  </a:lnTo>
                  <a:lnTo>
                    <a:pt x="759820" y="209273"/>
                  </a:lnTo>
                  <a:cubicBezTo>
                    <a:pt x="759820" y="209273"/>
                    <a:pt x="755411" y="208465"/>
                    <a:pt x="754906" y="208465"/>
                  </a:cubicBezTo>
                  <a:cubicBezTo>
                    <a:pt x="754401" y="208465"/>
                    <a:pt x="751945" y="208095"/>
                    <a:pt x="751945" y="208095"/>
                  </a:cubicBezTo>
                  <a:cubicBezTo>
                    <a:pt x="751945" y="208095"/>
                    <a:pt x="749252" y="207523"/>
                    <a:pt x="748377" y="206346"/>
                  </a:cubicBezTo>
                  <a:cubicBezTo>
                    <a:pt x="747502" y="205202"/>
                    <a:pt x="744540" y="202074"/>
                    <a:pt x="744372" y="201704"/>
                  </a:cubicBezTo>
                  <a:cubicBezTo>
                    <a:pt x="744237" y="201334"/>
                    <a:pt x="741612" y="198441"/>
                    <a:pt x="741612" y="198441"/>
                  </a:cubicBezTo>
                  <a:cubicBezTo>
                    <a:pt x="741612" y="198441"/>
                    <a:pt x="740468" y="197129"/>
                    <a:pt x="740367" y="196355"/>
                  </a:cubicBezTo>
                  <a:cubicBezTo>
                    <a:pt x="740300" y="195548"/>
                    <a:pt x="739795" y="192823"/>
                    <a:pt x="739795" y="192520"/>
                  </a:cubicBezTo>
                  <a:cubicBezTo>
                    <a:pt x="739795" y="192217"/>
                    <a:pt x="738785" y="189055"/>
                    <a:pt x="738718" y="188752"/>
                  </a:cubicBezTo>
                  <a:cubicBezTo>
                    <a:pt x="738651" y="188450"/>
                    <a:pt x="736968" y="186667"/>
                    <a:pt x="736699" y="185927"/>
                  </a:cubicBezTo>
                  <a:cubicBezTo>
                    <a:pt x="736429" y="185187"/>
                    <a:pt x="735016" y="182731"/>
                    <a:pt x="734949" y="182529"/>
                  </a:cubicBezTo>
                  <a:cubicBezTo>
                    <a:pt x="734881" y="182327"/>
                    <a:pt x="735218" y="180780"/>
                    <a:pt x="735454" y="180073"/>
                  </a:cubicBezTo>
                  <a:cubicBezTo>
                    <a:pt x="735655" y="179333"/>
                    <a:pt x="736329" y="177685"/>
                    <a:pt x="736396" y="177180"/>
                  </a:cubicBezTo>
                  <a:cubicBezTo>
                    <a:pt x="736463" y="176676"/>
                    <a:pt x="736463" y="175162"/>
                    <a:pt x="736530" y="174927"/>
                  </a:cubicBezTo>
                  <a:cubicBezTo>
                    <a:pt x="736598" y="174725"/>
                    <a:pt x="736598" y="172471"/>
                    <a:pt x="736598" y="172168"/>
                  </a:cubicBezTo>
                  <a:cubicBezTo>
                    <a:pt x="736598" y="171865"/>
                    <a:pt x="736901" y="170789"/>
                    <a:pt x="736901" y="170789"/>
                  </a:cubicBezTo>
                  <a:lnTo>
                    <a:pt x="737406" y="169275"/>
                  </a:lnTo>
                  <a:cubicBezTo>
                    <a:pt x="737406" y="169275"/>
                    <a:pt x="736968" y="167829"/>
                    <a:pt x="734949" y="167829"/>
                  </a:cubicBezTo>
                  <a:cubicBezTo>
                    <a:pt x="732930" y="167829"/>
                    <a:pt x="731819" y="167627"/>
                    <a:pt x="731314" y="167829"/>
                  </a:cubicBezTo>
                  <a:cubicBezTo>
                    <a:pt x="730809" y="168030"/>
                    <a:pt x="729867" y="167829"/>
                    <a:pt x="729295" y="168266"/>
                  </a:cubicBezTo>
                  <a:cubicBezTo>
                    <a:pt x="728723" y="168703"/>
                    <a:pt x="727713" y="168266"/>
                    <a:pt x="727107" y="169006"/>
                  </a:cubicBezTo>
                  <a:cubicBezTo>
                    <a:pt x="726535" y="169746"/>
                    <a:pt x="725458" y="170822"/>
                    <a:pt x="725155" y="171394"/>
                  </a:cubicBezTo>
                  <a:cubicBezTo>
                    <a:pt x="724886" y="171966"/>
                    <a:pt x="724011" y="173076"/>
                    <a:pt x="723775" y="174153"/>
                  </a:cubicBezTo>
                  <a:cubicBezTo>
                    <a:pt x="723540" y="175229"/>
                    <a:pt x="723338" y="175734"/>
                    <a:pt x="722766" y="176474"/>
                  </a:cubicBezTo>
                  <a:cubicBezTo>
                    <a:pt x="722194" y="177214"/>
                    <a:pt x="721891" y="177853"/>
                    <a:pt x="721319" y="178661"/>
                  </a:cubicBezTo>
                  <a:cubicBezTo>
                    <a:pt x="720747" y="179468"/>
                    <a:pt x="719804" y="180343"/>
                    <a:pt x="719636" y="180679"/>
                  </a:cubicBezTo>
                  <a:cubicBezTo>
                    <a:pt x="719501" y="181049"/>
                    <a:pt x="719568" y="181419"/>
                    <a:pt x="719064" y="182260"/>
                  </a:cubicBezTo>
                  <a:cubicBezTo>
                    <a:pt x="718559" y="183135"/>
                    <a:pt x="717684" y="184447"/>
                    <a:pt x="717751" y="184648"/>
                  </a:cubicBezTo>
                  <a:cubicBezTo>
                    <a:pt x="717819" y="184850"/>
                    <a:pt x="717886" y="185658"/>
                    <a:pt x="717549" y="186229"/>
                  </a:cubicBezTo>
                  <a:cubicBezTo>
                    <a:pt x="717179" y="186801"/>
                    <a:pt x="717179" y="188618"/>
                    <a:pt x="716742" y="189358"/>
                  </a:cubicBezTo>
                  <a:cubicBezTo>
                    <a:pt x="716304" y="190098"/>
                    <a:pt x="716170" y="191679"/>
                    <a:pt x="715799" y="192049"/>
                  </a:cubicBezTo>
                  <a:cubicBezTo>
                    <a:pt x="715429" y="192419"/>
                    <a:pt x="715295" y="194303"/>
                    <a:pt x="714790" y="194808"/>
                  </a:cubicBezTo>
                  <a:cubicBezTo>
                    <a:pt x="714285" y="195312"/>
                    <a:pt x="713410" y="195312"/>
                    <a:pt x="713208" y="195514"/>
                  </a:cubicBezTo>
                  <a:cubicBezTo>
                    <a:pt x="712972" y="195716"/>
                    <a:pt x="711121" y="195447"/>
                    <a:pt x="711121" y="194808"/>
                  </a:cubicBezTo>
                  <a:cubicBezTo>
                    <a:pt x="711121" y="194168"/>
                    <a:pt x="710112" y="193563"/>
                    <a:pt x="710112" y="192486"/>
                  </a:cubicBezTo>
                  <a:cubicBezTo>
                    <a:pt x="710112" y="191410"/>
                    <a:pt x="709304" y="189358"/>
                    <a:pt x="709237" y="189156"/>
                  </a:cubicBezTo>
                  <a:cubicBezTo>
                    <a:pt x="709169" y="188954"/>
                    <a:pt x="707588" y="186532"/>
                    <a:pt x="707487" y="186263"/>
                  </a:cubicBezTo>
                  <a:cubicBezTo>
                    <a:pt x="707419" y="185960"/>
                    <a:pt x="706814" y="183067"/>
                    <a:pt x="706780" y="182798"/>
                  </a:cubicBezTo>
                  <a:cubicBezTo>
                    <a:pt x="706713" y="182495"/>
                    <a:pt x="706477" y="182226"/>
                    <a:pt x="706073" y="180847"/>
                  </a:cubicBezTo>
                  <a:cubicBezTo>
                    <a:pt x="705636" y="179468"/>
                    <a:pt x="704188" y="178156"/>
                    <a:pt x="704188" y="178156"/>
                  </a:cubicBezTo>
                  <a:lnTo>
                    <a:pt x="702438" y="175835"/>
                  </a:lnTo>
                  <a:lnTo>
                    <a:pt x="700419" y="174826"/>
                  </a:lnTo>
                  <a:lnTo>
                    <a:pt x="697727" y="175196"/>
                  </a:lnTo>
                  <a:lnTo>
                    <a:pt x="695775" y="175936"/>
                  </a:lnTo>
                  <a:lnTo>
                    <a:pt x="691063" y="178694"/>
                  </a:lnTo>
                  <a:cubicBezTo>
                    <a:pt x="691063" y="178694"/>
                    <a:pt x="688875" y="180948"/>
                    <a:pt x="688741" y="181150"/>
                  </a:cubicBezTo>
                  <a:cubicBezTo>
                    <a:pt x="688606" y="181352"/>
                    <a:pt x="687092" y="183404"/>
                    <a:pt x="686991" y="183673"/>
                  </a:cubicBezTo>
                  <a:cubicBezTo>
                    <a:pt x="686924" y="183976"/>
                    <a:pt x="686924" y="186364"/>
                    <a:pt x="686924" y="186364"/>
                  </a:cubicBezTo>
                  <a:lnTo>
                    <a:pt x="687462" y="188954"/>
                  </a:lnTo>
                  <a:lnTo>
                    <a:pt x="689515" y="190973"/>
                  </a:lnTo>
                  <a:lnTo>
                    <a:pt x="689515" y="192486"/>
                  </a:lnTo>
                  <a:cubicBezTo>
                    <a:pt x="689515" y="192486"/>
                    <a:pt x="688270" y="193058"/>
                    <a:pt x="687630" y="193563"/>
                  </a:cubicBezTo>
                  <a:cubicBezTo>
                    <a:pt x="686991" y="194067"/>
                    <a:pt x="684366" y="195951"/>
                    <a:pt x="684366" y="195951"/>
                  </a:cubicBezTo>
                  <a:cubicBezTo>
                    <a:pt x="684366" y="195951"/>
                    <a:pt x="681977" y="196590"/>
                    <a:pt x="681674" y="196691"/>
                  </a:cubicBezTo>
                  <a:cubicBezTo>
                    <a:pt x="681371" y="196759"/>
                    <a:pt x="677837" y="196826"/>
                    <a:pt x="677332" y="196826"/>
                  </a:cubicBezTo>
                  <a:cubicBezTo>
                    <a:pt x="676827" y="196826"/>
                    <a:pt x="674000" y="196523"/>
                    <a:pt x="673698" y="196893"/>
                  </a:cubicBezTo>
                  <a:cubicBezTo>
                    <a:pt x="673428" y="197263"/>
                    <a:pt x="668784" y="199282"/>
                    <a:pt x="668784" y="199282"/>
                  </a:cubicBezTo>
                  <a:lnTo>
                    <a:pt x="662625" y="200964"/>
                  </a:lnTo>
                  <a:lnTo>
                    <a:pt x="660370" y="202915"/>
                  </a:lnTo>
                  <a:lnTo>
                    <a:pt x="658486" y="206178"/>
                  </a:lnTo>
                  <a:lnTo>
                    <a:pt x="655962" y="209508"/>
                  </a:lnTo>
                  <a:cubicBezTo>
                    <a:pt x="655962" y="209508"/>
                    <a:pt x="654649" y="209945"/>
                    <a:pt x="654380" y="210013"/>
                  </a:cubicBezTo>
                  <a:cubicBezTo>
                    <a:pt x="654110" y="210080"/>
                    <a:pt x="649163" y="209878"/>
                    <a:pt x="649163" y="209878"/>
                  </a:cubicBezTo>
                  <a:lnTo>
                    <a:pt x="647985" y="210887"/>
                  </a:lnTo>
                  <a:cubicBezTo>
                    <a:pt x="647985" y="210887"/>
                    <a:pt x="647178" y="214016"/>
                    <a:pt x="647043" y="214352"/>
                  </a:cubicBezTo>
                  <a:cubicBezTo>
                    <a:pt x="646908" y="214722"/>
                    <a:pt x="645865" y="217884"/>
                    <a:pt x="646101" y="218423"/>
                  </a:cubicBezTo>
                  <a:cubicBezTo>
                    <a:pt x="646303" y="218927"/>
                    <a:pt x="647312" y="223334"/>
                    <a:pt x="647312" y="223334"/>
                  </a:cubicBezTo>
                  <a:lnTo>
                    <a:pt x="649197" y="228750"/>
                  </a:lnTo>
                  <a:cubicBezTo>
                    <a:pt x="649197" y="228750"/>
                    <a:pt x="650274" y="231946"/>
                    <a:pt x="650274" y="232215"/>
                  </a:cubicBezTo>
                  <a:cubicBezTo>
                    <a:pt x="650274" y="232518"/>
                    <a:pt x="649836" y="234603"/>
                    <a:pt x="649836" y="234603"/>
                  </a:cubicBezTo>
                  <a:cubicBezTo>
                    <a:pt x="649836" y="234603"/>
                    <a:pt x="648120" y="235108"/>
                    <a:pt x="647649" y="235343"/>
                  </a:cubicBezTo>
                  <a:cubicBezTo>
                    <a:pt x="647211" y="235545"/>
                    <a:pt x="643812" y="236487"/>
                    <a:pt x="643307" y="236588"/>
                  </a:cubicBezTo>
                  <a:cubicBezTo>
                    <a:pt x="642803" y="236655"/>
                    <a:pt x="641120" y="236790"/>
                    <a:pt x="640783" y="237160"/>
                  </a:cubicBezTo>
                  <a:cubicBezTo>
                    <a:pt x="640413" y="237530"/>
                    <a:pt x="639706" y="237967"/>
                    <a:pt x="639202" y="238304"/>
                  </a:cubicBezTo>
                  <a:cubicBezTo>
                    <a:pt x="638697" y="238640"/>
                    <a:pt x="636879" y="239750"/>
                    <a:pt x="636879" y="239750"/>
                  </a:cubicBezTo>
                  <a:cubicBezTo>
                    <a:pt x="636879" y="239750"/>
                    <a:pt x="635062" y="241331"/>
                    <a:pt x="634927" y="241567"/>
                  </a:cubicBezTo>
                  <a:cubicBezTo>
                    <a:pt x="634793" y="241768"/>
                    <a:pt x="633682" y="242643"/>
                    <a:pt x="632908" y="242643"/>
                  </a:cubicBezTo>
                  <a:cubicBezTo>
                    <a:pt x="632100" y="242643"/>
                    <a:pt x="629273" y="242206"/>
                    <a:pt x="628432" y="242206"/>
                  </a:cubicBezTo>
                  <a:cubicBezTo>
                    <a:pt x="627557" y="242206"/>
                    <a:pt x="625740" y="241701"/>
                    <a:pt x="625235" y="241567"/>
                  </a:cubicBezTo>
                  <a:cubicBezTo>
                    <a:pt x="624730" y="241432"/>
                    <a:pt x="622475" y="239616"/>
                    <a:pt x="622475" y="239616"/>
                  </a:cubicBezTo>
                  <a:lnTo>
                    <a:pt x="618942" y="237429"/>
                  </a:lnTo>
                  <a:cubicBezTo>
                    <a:pt x="618942" y="237429"/>
                    <a:pt x="616619" y="236050"/>
                    <a:pt x="615980" y="234906"/>
                  </a:cubicBezTo>
                  <a:cubicBezTo>
                    <a:pt x="615340" y="233762"/>
                    <a:pt x="614230" y="231778"/>
                    <a:pt x="613725" y="230634"/>
                  </a:cubicBezTo>
                  <a:cubicBezTo>
                    <a:pt x="613220" y="229456"/>
                    <a:pt x="611706" y="227068"/>
                    <a:pt x="611638" y="226866"/>
                  </a:cubicBezTo>
                  <a:cubicBezTo>
                    <a:pt x="611537" y="226664"/>
                    <a:pt x="609013" y="222897"/>
                    <a:pt x="609013" y="222897"/>
                  </a:cubicBezTo>
                  <a:lnTo>
                    <a:pt x="602047" y="217111"/>
                  </a:lnTo>
                  <a:lnTo>
                    <a:pt x="597638" y="212838"/>
                  </a:lnTo>
                  <a:lnTo>
                    <a:pt x="595451" y="207052"/>
                  </a:lnTo>
                  <a:lnTo>
                    <a:pt x="592691" y="203352"/>
                  </a:lnTo>
                  <a:lnTo>
                    <a:pt x="587979" y="199517"/>
                  </a:lnTo>
                  <a:lnTo>
                    <a:pt x="584075" y="195682"/>
                  </a:lnTo>
                  <a:cubicBezTo>
                    <a:pt x="584075" y="195682"/>
                    <a:pt x="581551" y="192049"/>
                    <a:pt x="581248" y="191780"/>
                  </a:cubicBezTo>
                  <a:cubicBezTo>
                    <a:pt x="580945" y="191477"/>
                    <a:pt x="579061" y="188080"/>
                    <a:pt x="579061" y="188080"/>
                  </a:cubicBezTo>
                  <a:lnTo>
                    <a:pt x="577916" y="184379"/>
                  </a:lnTo>
                  <a:lnTo>
                    <a:pt x="575157" y="177349"/>
                  </a:lnTo>
                  <a:lnTo>
                    <a:pt x="573642" y="172134"/>
                  </a:lnTo>
                  <a:lnTo>
                    <a:pt x="573003" y="165608"/>
                  </a:lnTo>
                  <a:lnTo>
                    <a:pt x="572868" y="159587"/>
                  </a:lnTo>
                  <a:lnTo>
                    <a:pt x="572498" y="156828"/>
                  </a:lnTo>
                  <a:lnTo>
                    <a:pt x="570849" y="154070"/>
                  </a:lnTo>
                  <a:lnTo>
                    <a:pt x="568661" y="150941"/>
                  </a:lnTo>
                  <a:lnTo>
                    <a:pt x="565195" y="148755"/>
                  </a:lnTo>
                  <a:cubicBezTo>
                    <a:pt x="565195" y="148755"/>
                    <a:pt x="562099" y="148116"/>
                    <a:pt x="561359" y="148116"/>
                  </a:cubicBezTo>
                  <a:cubicBezTo>
                    <a:pt x="560652" y="148116"/>
                    <a:pt x="558229" y="148116"/>
                    <a:pt x="558229" y="148116"/>
                  </a:cubicBezTo>
                  <a:cubicBezTo>
                    <a:pt x="558229" y="148116"/>
                    <a:pt x="556411" y="149259"/>
                    <a:pt x="556277" y="150134"/>
                  </a:cubicBezTo>
                  <a:cubicBezTo>
                    <a:pt x="556142" y="151009"/>
                    <a:pt x="554829" y="153229"/>
                    <a:pt x="554762" y="153599"/>
                  </a:cubicBezTo>
                  <a:cubicBezTo>
                    <a:pt x="554695" y="153969"/>
                    <a:pt x="554190" y="156795"/>
                    <a:pt x="554325" y="157064"/>
                  </a:cubicBezTo>
                  <a:cubicBezTo>
                    <a:pt x="554459" y="157367"/>
                    <a:pt x="553517" y="161773"/>
                    <a:pt x="553517" y="161773"/>
                  </a:cubicBezTo>
                  <a:cubicBezTo>
                    <a:pt x="553517" y="161773"/>
                    <a:pt x="551498" y="164532"/>
                    <a:pt x="551262" y="164599"/>
                  </a:cubicBezTo>
                  <a:cubicBezTo>
                    <a:pt x="551060" y="164666"/>
                    <a:pt x="547493" y="166988"/>
                    <a:pt x="547493" y="166988"/>
                  </a:cubicBezTo>
                  <a:lnTo>
                    <a:pt x="544901" y="167290"/>
                  </a:lnTo>
                  <a:cubicBezTo>
                    <a:pt x="544901" y="167290"/>
                    <a:pt x="540560" y="166281"/>
                    <a:pt x="540257" y="166550"/>
                  </a:cubicBezTo>
                  <a:cubicBezTo>
                    <a:pt x="539988" y="166853"/>
                    <a:pt x="538171" y="167795"/>
                    <a:pt x="538002" y="168501"/>
                  </a:cubicBezTo>
                  <a:cubicBezTo>
                    <a:pt x="537867" y="169208"/>
                    <a:pt x="538069" y="171697"/>
                    <a:pt x="538204" y="172134"/>
                  </a:cubicBezTo>
                  <a:cubicBezTo>
                    <a:pt x="538339" y="172572"/>
                    <a:pt x="540594" y="175599"/>
                    <a:pt x="540728" y="175835"/>
                  </a:cubicBezTo>
                  <a:cubicBezTo>
                    <a:pt x="540863" y="176037"/>
                    <a:pt x="541233" y="177920"/>
                    <a:pt x="541805" y="178728"/>
                  </a:cubicBezTo>
                  <a:cubicBezTo>
                    <a:pt x="542377" y="179535"/>
                    <a:pt x="543185" y="180746"/>
                    <a:pt x="543118" y="181318"/>
                  </a:cubicBezTo>
                  <a:cubicBezTo>
                    <a:pt x="543050" y="181890"/>
                    <a:pt x="543824" y="184783"/>
                    <a:pt x="543690" y="185018"/>
                  </a:cubicBezTo>
                  <a:cubicBezTo>
                    <a:pt x="543555" y="185254"/>
                    <a:pt x="540122" y="192856"/>
                    <a:pt x="540122" y="192856"/>
                  </a:cubicBezTo>
                  <a:lnTo>
                    <a:pt x="535243" y="199484"/>
                  </a:lnTo>
                  <a:lnTo>
                    <a:pt x="529690" y="198071"/>
                  </a:lnTo>
                  <a:cubicBezTo>
                    <a:pt x="529690" y="198071"/>
                    <a:pt x="528175" y="199921"/>
                    <a:pt x="527838" y="200022"/>
                  </a:cubicBezTo>
                  <a:cubicBezTo>
                    <a:pt x="527502" y="200123"/>
                    <a:pt x="525988" y="201098"/>
                    <a:pt x="525651" y="201233"/>
                  </a:cubicBezTo>
                  <a:cubicBezTo>
                    <a:pt x="525348" y="201334"/>
                    <a:pt x="524339" y="202107"/>
                    <a:pt x="523362" y="201334"/>
                  </a:cubicBezTo>
                  <a:cubicBezTo>
                    <a:pt x="522386" y="200560"/>
                    <a:pt x="519559" y="197633"/>
                    <a:pt x="519559" y="197633"/>
                  </a:cubicBezTo>
                  <a:cubicBezTo>
                    <a:pt x="519559" y="197633"/>
                    <a:pt x="519357" y="196658"/>
                    <a:pt x="519795" y="195581"/>
                  </a:cubicBezTo>
                  <a:cubicBezTo>
                    <a:pt x="520232" y="194505"/>
                    <a:pt x="520670" y="193092"/>
                    <a:pt x="520771" y="190905"/>
                  </a:cubicBezTo>
                  <a:cubicBezTo>
                    <a:pt x="520872" y="188719"/>
                    <a:pt x="520569" y="187340"/>
                    <a:pt x="520569" y="187340"/>
                  </a:cubicBezTo>
                  <a:cubicBezTo>
                    <a:pt x="520569" y="187340"/>
                    <a:pt x="518516" y="186566"/>
                    <a:pt x="518180" y="186700"/>
                  </a:cubicBezTo>
                  <a:cubicBezTo>
                    <a:pt x="517843" y="186801"/>
                    <a:pt x="515554" y="186936"/>
                    <a:pt x="515252" y="187474"/>
                  </a:cubicBezTo>
                  <a:cubicBezTo>
                    <a:pt x="514915" y="188012"/>
                    <a:pt x="514814" y="189324"/>
                    <a:pt x="513603" y="189762"/>
                  </a:cubicBezTo>
                  <a:cubicBezTo>
                    <a:pt x="512391" y="190199"/>
                    <a:pt x="509800" y="191612"/>
                    <a:pt x="509362" y="190199"/>
                  </a:cubicBezTo>
                  <a:cubicBezTo>
                    <a:pt x="508924" y="188786"/>
                    <a:pt x="508386" y="187373"/>
                    <a:pt x="508285" y="187037"/>
                  </a:cubicBezTo>
                  <a:cubicBezTo>
                    <a:pt x="508184" y="186700"/>
                    <a:pt x="504146" y="182159"/>
                    <a:pt x="503843" y="181184"/>
                  </a:cubicBezTo>
                  <a:cubicBezTo>
                    <a:pt x="503506" y="180208"/>
                    <a:pt x="503304" y="178997"/>
                    <a:pt x="502867" y="178156"/>
                  </a:cubicBezTo>
                  <a:cubicBezTo>
                    <a:pt x="502429" y="177281"/>
                    <a:pt x="501453" y="175532"/>
                    <a:pt x="500141" y="174792"/>
                  </a:cubicBezTo>
                  <a:cubicBezTo>
                    <a:pt x="498828" y="174018"/>
                    <a:pt x="495362" y="171193"/>
                    <a:pt x="495362" y="171193"/>
                  </a:cubicBezTo>
                  <a:cubicBezTo>
                    <a:pt x="495362" y="171193"/>
                    <a:pt x="493073" y="168367"/>
                    <a:pt x="492535" y="167829"/>
                  </a:cubicBezTo>
                  <a:cubicBezTo>
                    <a:pt x="491996" y="167290"/>
                    <a:pt x="492905" y="165036"/>
                    <a:pt x="492905" y="165036"/>
                  </a:cubicBezTo>
                  <a:lnTo>
                    <a:pt x="492165" y="163725"/>
                  </a:lnTo>
                  <a:lnTo>
                    <a:pt x="490583" y="162278"/>
                  </a:lnTo>
                  <a:lnTo>
                    <a:pt x="489573" y="161269"/>
                  </a:lnTo>
                  <a:lnTo>
                    <a:pt x="488126" y="159183"/>
                  </a:lnTo>
                  <a:lnTo>
                    <a:pt x="487857" y="158039"/>
                  </a:lnTo>
                  <a:lnTo>
                    <a:pt x="488093" y="156727"/>
                  </a:lnTo>
                  <a:cubicBezTo>
                    <a:pt x="488093" y="156727"/>
                    <a:pt x="488160" y="155786"/>
                    <a:pt x="488900" y="155651"/>
                  </a:cubicBezTo>
                  <a:cubicBezTo>
                    <a:pt x="489607" y="155516"/>
                    <a:pt x="490347" y="155348"/>
                    <a:pt x="490347" y="155348"/>
                  </a:cubicBezTo>
                  <a:lnTo>
                    <a:pt x="491592" y="154844"/>
                  </a:lnTo>
                  <a:cubicBezTo>
                    <a:pt x="491592" y="154844"/>
                    <a:pt x="491391" y="154541"/>
                    <a:pt x="492232" y="154541"/>
                  </a:cubicBezTo>
                  <a:cubicBezTo>
                    <a:pt x="493107" y="154541"/>
                    <a:pt x="494184" y="154339"/>
                    <a:pt x="494184" y="154339"/>
                  </a:cubicBezTo>
                  <a:lnTo>
                    <a:pt x="494689" y="153195"/>
                  </a:lnTo>
                  <a:cubicBezTo>
                    <a:pt x="494689" y="153195"/>
                    <a:pt x="494891" y="152186"/>
                    <a:pt x="494991" y="151883"/>
                  </a:cubicBezTo>
                  <a:cubicBezTo>
                    <a:pt x="495059" y="151581"/>
                    <a:pt x="495429" y="150874"/>
                    <a:pt x="495866" y="151244"/>
                  </a:cubicBezTo>
                  <a:cubicBezTo>
                    <a:pt x="496304" y="151614"/>
                    <a:pt x="497011" y="152388"/>
                    <a:pt x="497751" y="152556"/>
                  </a:cubicBezTo>
                  <a:cubicBezTo>
                    <a:pt x="498492" y="152691"/>
                    <a:pt x="499872" y="152422"/>
                    <a:pt x="500141" y="152489"/>
                  </a:cubicBezTo>
                  <a:cubicBezTo>
                    <a:pt x="500443" y="152556"/>
                    <a:pt x="501453" y="149293"/>
                    <a:pt x="501453" y="149293"/>
                  </a:cubicBezTo>
                  <a:lnTo>
                    <a:pt x="498559" y="147544"/>
                  </a:lnTo>
                  <a:lnTo>
                    <a:pt x="494285" y="146467"/>
                  </a:lnTo>
                  <a:lnTo>
                    <a:pt x="490448" y="146467"/>
                  </a:lnTo>
                  <a:cubicBezTo>
                    <a:pt x="490448" y="146467"/>
                    <a:pt x="487116" y="144651"/>
                    <a:pt x="486814" y="144584"/>
                  </a:cubicBezTo>
                  <a:cubicBezTo>
                    <a:pt x="486510" y="144516"/>
                    <a:pt x="483616" y="144012"/>
                    <a:pt x="482842" y="144079"/>
                  </a:cubicBezTo>
                  <a:cubicBezTo>
                    <a:pt x="482035" y="144146"/>
                    <a:pt x="480015" y="143844"/>
                    <a:pt x="479713" y="144079"/>
                  </a:cubicBezTo>
                  <a:cubicBezTo>
                    <a:pt x="479409" y="144315"/>
                    <a:pt x="477458" y="144651"/>
                    <a:pt x="476582" y="144651"/>
                  </a:cubicBezTo>
                  <a:cubicBezTo>
                    <a:pt x="475707" y="144651"/>
                    <a:pt x="472813" y="144348"/>
                    <a:pt x="472611" y="144348"/>
                  </a:cubicBezTo>
                  <a:cubicBezTo>
                    <a:pt x="472409" y="144348"/>
                    <a:pt x="470659" y="144651"/>
                    <a:pt x="470424" y="144853"/>
                  </a:cubicBezTo>
                  <a:cubicBezTo>
                    <a:pt x="470222" y="145055"/>
                    <a:pt x="469347" y="146097"/>
                    <a:pt x="469347" y="146367"/>
                  </a:cubicBezTo>
                  <a:cubicBezTo>
                    <a:pt x="469347" y="146669"/>
                    <a:pt x="468909" y="146804"/>
                    <a:pt x="468606" y="146804"/>
                  </a:cubicBezTo>
                  <a:cubicBezTo>
                    <a:pt x="468304" y="146804"/>
                    <a:pt x="465207" y="145862"/>
                    <a:pt x="465039" y="145425"/>
                  </a:cubicBezTo>
                  <a:cubicBezTo>
                    <a:pt x="464904" y="144987"/>
                    <a:pt x="465476" y="143877"/>
                    <a:pt x="464231" y="143944"/>
                  </a:cubicBezTo>
                  <a:cubicBezTo>
                    <a:pt x="462986" y="144045"/>
                    <a:pt x="461977" y="144617"/>
                    <a:pt x="461606" y="144819"/>
                  </a:cubicBezTo>
                  <a:cubicBezTo>
                    <a:pt x="461236" y="145021"/>
                    <a:pt x="460226" y="147510"/>
                    <a:pt x="460024" y="147712"/>
                  </a:cubicBezTo>
                  <a:cubicBezTo>
                    <a:pt x="459823" y="147914"/>
                    <a:pt x="458375" y="148519"/>
                    <a:pt x="458375" y="148519"/>
                  </a:cubicBezTo>
                  <a:cubicBezTo>
                    <a:pt x="458375" y="148519"/>
                    <a:pt x="457669" y="150706"/>
                    <a:pt x="457298" y="150841"/>
                  </a:cubicBezTo>
                  <a:cubicBezTo>
                    <a:pt x="456928" y="150975"/>
                    <a:pt x="455043" y="152590"/>
                    <a:pt x="454774" y="152657"/>
                  </a:cubicBezTo>
                  <a:cubicBezTo>
                    <a:pt x="454472" y="152724"/>
                    <a:pt x="452116" y="151648"/>
                    <a:pt x="451443" y="150403"/>
                  </a:cubicBezTo>
                  <a:cubicBezTo>
                    <a:pt x="450803" y="149159"/>
                    <a:pt x="450568" y="149327"/>
                    <a:pt x="450803" y="148149"/>
                  </a:cubicBezTo>
                  <a:cubicBezTo>
                    <a:pt x="451039" y="147006"/>
                    <a:pt x="451308" y="146838"/>
                    <a:pt x="451308" y="145963"/>
                  </a:cubicBezTo>
                  <a:cubicBezTo>
                    <a:pt x="451308" y="145088"/>
                    <a:pt x="451308" y="143776"/>
                    <a:pt x="451308" y="143776"/>
                  </a:cubicBezTo>
                  <a:cubicBezTo>
                    <a:pt x="451308" y="143776"/>
                    <a:pt x="451375" y="141522"/>
                    <a:pt x="451240" y="141321"/>
                  </a:cubicBezTo>
                  <a:cubicBezTo>
                    <a:pt x="451106" y="141119"/>
                    <a:pt x="449154" y="138495"/>
                    <a:pt x="449154" y="138495"/>
                  </a:cubicBezTo>
                  <a:lnTo>
                    <a:pt x="445957" y="131464"/>
                  </a:lnTo>
                  <a:cubicBezTo>
                    <a:pt x="445957" y="131464"/>
                    <a:pt x="445385" y="128874"/>
                    <a:pt x="445452" y="128638"/>
                  </a:cubicBezTo>
                  <a:cubicBezTo>
                    <a:pt x="445519" y="128437"/>
                    <a:pt x="446024" y="125005"/>
                    <a:pt x="446394" y="124501"/>
                  </a:cubicBezTo>
                  <a:cubicBezTo>
                    <a:pt x="446765" y="123996"/>
                    <a:pt x="447471" y="123189"/>
                    <a:pt x="447774" y="122920"/>
                  </a:cubicBezTo>
                  <a:cubicBezTo>
                    <a:pt x="448077" y="122617"/>
                    <a:pt x="449794" y="120397"/>
                    <a:pt x="450029" y="120296"/>
                  </a:cubicBezTo>
                  <a:cubicBezTo>
                    <a:pt x="450231" y="120229"/>
                    <a:pt x="453226" y="118210"/>
                    <a:pt x="453226" y="118210"/>
                  </a:cubicBezTo>
                  <a:cubicBezTo>
                    <a:pt x="453226" y="118210"/>
                    <a:pt x="454673" y="115956"/>
                    <a:pt x="454673" y="115754"/>
                  </a:cubicBezTo>
                  <a:cubicBezTo>
                    <a:pt x="454673" y="115553"/>
                    <a:pt x="453058" y="113803"/>
                    <a:pt x="452419" y="113299"/>
                  </a:cubicBezTo>
                  <a:cubicBezTo>
                    <a:pt x="451745" y="112794"/>
                    <a:pt x="449020" y="110910"/>
                    <a:pt x="448649" y="110843"/>
                  </a:cubicBezTo>
                  <a:cubicBezTo>
                    <a:pt x="448279" y="110776"/>
                    <a:pt x="445957" y="108724"/>
                    <a:pt x="445688" y="108589"/>
                  </a:cubicBezTo>
                  <a:cubicBezTo>
                    <a:pt x="445418" y="108455"/>
                    <a:pt x="442423" y="105898"/>
                    <a:pt x="442423" y="105898"/>
                  </a:cubicBezTo>
                  <a:lnTo>
                    <a:pt x="439461" y="100247"/>
                  </a:lnTo>
                  <a:lnTo>
                    <a:pt x="440404" y="97051"/>
                  </a:lnTo>
                  <a:cubicBezTo>
                    <a:pt x="440404" y="97051"/>
                    <a:pt x="438822" y="93283"/>
                    <a:pt x="438216" y="93283"/>
                  </a:cubicBezTo>
                  <a:cubicBezTo>
                    <a:pt x="437644" y="93283"/>
                    <a:pt x="435457" y="91837"/>
                    <a:pt x="435087" y="91837"/>
                  </a:cubicBezTo>
                  <a:cubicBezTo>
                    <a:pt x="434716" y="91837"/>
                    <a:pt x="432697" y="92341"/>
                    <a:pt x="432697" y="92341"/>
                  </a:cubicBezTo>
                  <a:cubicBezTo>
                    <a:pt x="432697" y="92341"/>
                    <a:pt x="430442" y="94427"/>
                    <a:pt x="430375" y="94662"/>
                  </a:cubicBezTo>
                  <a:cubicBezTo>
                    <a:pt x="430307" y="94898"/>
                    <a:pt x="428120" y="95604"/>
                    <a:pt x="428120" y="95604"/>
                  </a:cubicBezTo>
                  <a:cubicBezTo>
                    <a:pt x="428120" y="95604"/>
                    <a:pt x="427380" y="95604"/>
                    <a:pt x="427043" y="95537"/>
                  </a:cubicBezTo>
                  <a:cubicBezTo>
                    <a:pt x="426673" y="95470"/>
                    <a:pt x="421826" y="93519"/>
                    <a:pt x="421826" y="93519"/>
                  </a:cubicBezTo>
                  <a:cubicBezTo>
                    <a:pt x="421826" y="93519"/>
                    <a:pt x="421019" y="93384"/>
                    <a:pt x="419740" y="93149"/>
                  </a:cubicBezTo>
                  <a:cubicBezTo>
                    <a:pt x="418427" y="92947"/>
                    <a:pt x="417283" y="92408"/>
                    <a:pt x="417048" y="92274"/>
                  </a:cubicBezTo>
                  <a:cubicBezTo>
                    <a:pt x="416846" y="92139"/>
                    <a:pt x="416475" y="91265"/>
                    <a:pt x="416173" y="90895"/>
                  </a:cubicBezTo>
                  <a:cubicBezTo>
                    <a:pt x="415869" y="90525"/>
                    <a:pt x="414860" y="89516"/>
                    <a:pt x="414557" y="89280"/>
                  </a:cubicBezTo>
                  <a:cubicBezTo>
                    <a:pt x="414288" y="89078"/>
                    <a:pt x="413043" y="87867"/>
                    <a:pt x="412740" y="87800"/>
                  </a:cubicBezTo>
                  <a:cubicBezTo>
                    <a:pt x="412470" y="87733"/>
                    <a:pt x="411091" y="87262"/>
                    <a:pt x="410788" y="87262"/>
                  </a:cubicBezTo>
                  <a:cubicBezTo>
                    <a:pt x="410519" y="87262"/>
                    <a:pt x="408701" y="87262"/>
                    <a:pt x="408701" y="87262"/>
                  </a:cubicBezTo>
                  <a:cubicBezTo>
                    <a:pt x="408701" y="87262"/>
                    <a:pt x="405807" y="87262"/>
                    <a:pt x="404999" y="87262"/>
                  </a:cubicBezTo>
                  <a:cubicBezTo>
                    <a:pt x="404191" y="87262"/>
                    <a:pt x="401735" y="87262"/>
                    <a:pt x="401735" y="87262"/>
                  </a:cubicBezTo>
                  <a:lnTo>
                    <a:pt x="399480" y="90020"/>
                  </a:lnTo>
                  <a:lnTo>
                    <a:pt x="392076" y="94225"/>
                  </a:lnTo>
                  <a:lnTo>
                    <a:pt x="385984" y="98060"/>
                  </a:lnTo>
                  <a:cubicBezTo>
                    <a:pt x="385984" y="98060"/>
                    <a:pt x="382350" y="101323"/>
                    <a:pt x="382148" y="101323"/>
                  </a:cubicBezTo>
                  <a:cubicBezTo>
                    <a:pt x="381946" y="101323"/>
                    <a:pt x="378883" y="103207"/>
                    <a:pt x="378614" y="103207"/>
                  </a:cubicBezTo>
                  <a:cubicBezTo>
                    <a:pt x="378345" y="103207"/>
                    <a:pt x="374407" y="104452"/>
                    <a:pt x="374407" y="104452"/>
                  </a:cubicBezTo>
                  <a:cubicBezTo>
                    <a:pt x="374407" y="104452"/>
                    <a:pt x="370200" y="104384"/>
                    <a:pt x="369628" y="104452"/>
                  </a:cubicBezTo>
                  <a:cubicBezTo>
                    <a:pt x="369056" y="104519"/>
                    <a:pt x="365287" y="103812"/>
                    <a:pt x="364984" y="103812"/>
                  </a:cubicBezTo>
                  <a:cubicBezTo>
                    <a:pt x="364715" y="103812"/>
                    <a:pt x="358388" y="102803"/>
                    <a:pt x="358388" y="102803"/>
                  </a:cubicBezTo>
                  <a:lnTo>
                    <a:pt x="348325" y="100280"/>
                  </a:lnTo>
                  <a:lnTo>
                    <a:pt x="341089" y="95436"/>
                  </a:lnTo>
                  <a:lnTo>
                    <a:pt x="336310" y="91298"/>
                  </a:lnTo>
                  <a:cubicBezTo>
                    <a:pt x="336310" y="91298"/>
                    <a:pt x="333416" y="88170"/>
                    <a:pt x="333113" y="87968"/>
                  </a:cubicBezTo>
                  <a:cubicBezTo>
                    <a:pt x="332810" y="87733"/>
                    <a:pt x="330488" y="85142"/>
                    <a:pt x="330589" y="84940"/>
                  </a:cubicBezTo>
                  <a:cubicBezTo>
                    <a:pt x="330656" y="84739"/>
                    <a:pt x="330219" y="79289"/>
                    <a:pt x="330219" y="79289"/>
                  </a:cubicBezTo>
                  <a:lnTo>
                    <a:pt x="329714" y="75084"/>
                  </a:lnTo>
                  <a:lnTo>
                    <a:pt x="330791" y="69803"/>
                  </a:lnTo>
                  <a:lnTo>
                    <a:pt x="331868" y="67852"/>
                  </a:lnTo>
                  <a:lnTo>
                    <a:pt x="331733" y="65934"/>
                  </a:lnTo>
                  <a:cubicBezTo>
                    <a:pt x="331733" y="65934"/>
                    <a:pt x="330219" y="64723"/>
                    <a:pt x="329714" y="64723"/>
                  </a:cubicBezTo>
                  <a:cubicBezTo>
                    <a:pt x="329209" y="64723"/>
                    <a:pt x="326954" y="64723"/>
                    <a:pt x="326954" y="64723"/>
                  </a:cubicBezTo>
                  <a:cubicBezTo>
                    <a:pt x="326954" y="64723"/>
                    <a:pt x="325642" y="65093"/>
                    <a:pt x="324363" y="65228"/>
                  </a:cubicBezTo>
                  <a:cubicBezTo>
                    <a:pt x="323050" y="65362"/>
                    <a:pt x="321166" y="65968"/>
                    <a:pt x="320459" y="66304"/>
                  </a:cubicBezTo>
                  <a:cubicBezTo>
                    <a:pt x="319752" y="66674"/>
                    <a:pt x="317767" y="67616"/>
                    <a:pt x="317430" y="67885"/>
                  </a:cubicBezTo>
                  <a:cubicBezTo>
                    <a:pt x="317060" y="68188"/>
                    <a:pt x="315108" y="68760"/>
                    <a:pt x="314738" y="69264"/>
                  </a:cubicBezTo>
                  <a:cubicBezTo>
                    <a:pt x="314368" y="69769"/>
                    <a:pt x="311709" y="72965"/>
                    <a:pt x="311608" y="73234"/>
                  </a:cubicBezTo>
                  <a:cubicBezTo>
                    <a:pt x="311540" y="73537"/>
                    <a:pt x="309656" y="76934"/>
                    <a:pt x="309656" y="76934"/>
                  </a:cubicBezTo>
                  <a:lnTo>
                    <a:pt x="306324" y="79121"/>
                  </a:lnTo>
                  <a:lnTo>
                    <a:pt x="302622" y="82586"/>
                  </a:lnTo>
                  <a:cubicBezTo>
                    <a:pt x="302622" y="82586"/>
                    <a:pt x="300031" y="83662"/>
                    <a:pt x="299661" y="83662"/>
                  </a:cubicBezTo>
                  <a:cubicBezTo>
                    <a:pt x="299290" y="83662"/>
                    <a:pt x="294747" y="85546"/>
                    <a:pt x="294747" y="85546"/>
                  </a:cubicBezTo>
                  <a:lnTo>
                    <a:pt x="291348" y="85849"/>
                  </a:lnTo>
                  <a:cubicBezTo>
                    <a:pt x="291348" y="85849"/>
                    <a:pt x="288655" y="86488"/>
                    <a:pt x="288453" y="86555"/>
                  </a:cubicBezTo>
                  <a:cubicBezTo>
                    <a:pt x="288252" y="86622"/>
                    <a:pt x="285829" y="87363"/>
                    <a:pt x="285054" y="87564"/>
                  </a:cubicBezTo>
                  <a:cubicBezTo>
                    <a:pt x="284246" y="87766"/>
                    <a:pt x="281655" y="87699"/>
                    <a:pt x="281655" y="87699"/>
                  </a:cubicBezTo>
                  <a:cubicBezTo>
                    <a:pt x="281655" y="87699"/>
                    <a:pt x="280073" y="86118"/>
                    <a:pt x="279939" y="85882"/>
                  </a:cubicBezTo>
                  <a:cubicBezTo>
                    <a:pt x="279804" y="85681"/>
                    <a:pt x="278626" y="83797"/>
                    <a:pt x="278256" y="82855"/>
                  </a:cubicBezTo>
                  <a:cubicBezTo>
                    <a:pt x="277886" y="81913"/>
                    <a:pt x="277246" y="81341"/>
                    <a:pt x="276944" y="80096"/>
                  </a:cubicBezTo>
                  <a:cubicBezTo>
                    <a:pt x="276641" y="78852"/>
                    <a:pt x="276506" y="76766"/>
                    <a:pt x="276506" y="76766"/>
                  </a:cubicBezTo>
                  <a:cubicBezTo>
                    <a:pt x="276506" y="76766"/>
                    <a:pt x="275496" y="75252"/>
                    <a:pt x="275194" y="75252"/>
                  </a:cubicBezTo>
                  <a:cubicBezTo>
                    <a:pt x="274891" y="75252"/>
                    <a:pt x="271996" y="74109"/>
                    <a:pt x="271727" y="74109"/>
                  </a:cubicBezTo>
                  <a:cubicBezTo>
                    <a:pt x="271424" y="74109"/>
                    <a:pt x="269035" y="72023"/>
                    <a:pt x="268833" y="71855"/>
                  </a:cubicBezTo>
                  <a:cubicBezTo>
                    <a:pt x="268631" y="71720"/>
                    <a:pt x="265804" y="69971"/>
                    <a:pt x="265804" y="69971"/>
                  </a:cubicBezTo>
                  <a:cubicBezTo>
                    <a:pt x="265804" y="69971"/>
                    <a:pt x="264861" y="69466"/>
                    <a:pt x="264559" y="69399"/>
                  </a:cubicBezTo>
                  <a:cubicBezTo>
                    <a:pt x="264256" y="69332"/>
                    <a:pt x="263246" y="69096"/>
                    <a:pt x="262977" y="69332"/>
                  </a:cubicBezTo>
                  <a:cubicBezTo>
                    <a:pt x="262674" y="69534"/>
                    <a:pt x="261664" y="69971"/>
                    <a:pt x="261395" y="70576"/>
                  </a:cubicBezTo>
                  <a:cubicBezTo>
                    <a:pt x="261092" y="71148"/>
                    <a:pt x="260453" y="72090"/>
                    <a:pt x="260385" y="73099"/>
                  </a:cubicBezTo>
                  <a:cubicBezTo>
                    <a:pt x="260318" y="74109"/>
                    <a:pt x="260688" y="75353"/>
                    <a:pt x="260823" y="76060"/>
                  </a:cubicBezTo>
                  <a:cubicBezTo>
                    <a:pt x="260958" y="76800"/>
                    <a:pt x="261765" y="79087"/>
                    <a:pt x="261765" y="79087"/>
                  </a:cubicBezTo>
                  <a:lnTo>
                    <a:pt x="261563" y="82922"/>
                  </a:lnTo>
                  <a:lnTo>
                    <a:pt x="259309" y="83662"/>
                  </a:lnTo>
                  <a:lnTo>
                    <a:pt x="257054" y="83898"/>
                  </a:lnTo>
                  <a:cubicBezTo>
                    <a:pt x="257054" y="83898"/>
                    <a:pt x="254294" y="83662"/>
                    <a:pt x="253352" y="83595"/>
                  </a:cubicBezTo>
                  <a:cubicBezTo>
                    <a:pt x="252409" y="83528"/>
                    <a:pt x="249212" y="82956"/>
                    <a:pt x="249010" y="82956"/>
                  </a:cubicBezTo>
                  <a:cubicBezTo>
                    <a:pt x="248809" y="82956"/>
                    <a:pt x="246688" y="82451"/>
                    <a:pt x="245544" y="83259"/>
                  </a:cubicBezTo>
                  <a:cubicBezTo>
                    <a:pt x="244400" y="84066"/>
                    <a:pt x="242145" y="85950"/>
                    <a:pt x="241135" y="86791"/>
                  </a:cubicBezTo>
                  <a:cubicBezTo>
                    <a:pt x="240125" y="87665"/>
                    <a:pt x="238174" y="89314"/>
                    <a:pt x="238005" y="89549"/>
                  </a:cubicBezTo>
                  <a:cubicBezTo>
                    <a:pt x="237871" y="89785"/>
                    <a:pt x="236928" y="90188"/>
                    <a:pt x="236322" y="90491"/>
                  </a:cubicBezTo>
                  <a:cubicBezTo>
                    <a:pt x="235751" y="90794"/>
                    <a:pt x="236322" y="91668"/>
                    <a:pt x="234303" y="90928"/>
                  </a:cubicBezTo>
                  <a:cubicBezTo>
                    <a:pt x="232284" y="90188"/>
                    <a:pt x="231981" y="90289"/>
                    <a:pt x="229962" y="88977"/>
                  </a:cubicBezTo>
                  <a:cubicBezTo>
                    <a:pt x="227942" y="87665"/>
                    <a:pt x="226260" y="86387"/>
                    <a:pt x="225822" y="86017"/>
                  </a:cubicBezTo>
                  <a:cubicBezTo>
                    <a:pt x="225385" y="85647"/>
                    <a:pt x="223635" y="84268"/>
                    <a:pt x="222356" y="83326"/>
                  </a:cubicBezTo>
                  <a:cubicBezTo>
                    <a:pt x="221043" y="82384"/>
                    <a:pt x="219024" y="79928"/>
                    <a:pt x="218788" y="79760"/>
                  </a:cubicBezTo>
                  <a:cubicBezTo>
                    <a:pt x="218586" y="79625"/>
                    <a:pt x="211620" y="79625"/>
                    <a:pt x="211620" y="79625"/>
                  </a:cubicBezTo>
                  <a:cubicBezTo>
                    <a:pt x="211620" y="79625"/>
                    <a:pt x="207918" y="76497"/>
                    <a:pt x="207649" y="76060"/>
                  </a:cubicBezTo>
                  <a:cubicBezTo>
                    <a:pt x="207380" y="75622"/>
                    <a:pt x="207211" y="74916"/>
                    <a:pt x="207077" y="74613"/>
                  </a:cubicBezTo>
                  <a:cubicBezTo>
                    <a:pt x="206942" y="74310"/>
                    <a:pt x="203240" y="71922"/>
                    <a:pt x="203038" y="71922"/>
                  </a:cubicBezTo>
                  <a:cubicBezTo>
                    <a:pt x="202803" y="71922"/>
                    <a:pt x="200076" y="70913"/>
                    <a:pt x="200076" y="70913"/>
                  </a:cubicBezTo>
                  <a:cubicBezTo>
                    <a:pt x="200076" y="70913"/>
                    <a:pt x="198562" y="69971"/>
                    <a:pt x="198562" y="69769"/>
                  </a:cubicBezTo>
                  <a:cubicBezTo>
                    <a:pt x="198562" y="69534"/>
                    <a:pt x="198495" y="67751"/>
                    <a:pt x="197485" y="66809"/>
                  </a:cubicBezTo>
                  <a:cubicBezTo>
                    <a:pt x="196475" y="65867"/>
                    <a:pt x="195971" y="64622"/>
                    <a:pt x="194658" y="63983"/>
                  </a:cubicBezTo>
                  <a:cubicBezTo>
                    <a:pt x="193345" y="63344"/>
                    <a:pt x="192336" y="62738"/>
                    <a:pt x="192134" y="62469"/>
                  </a:cubicBezTo>
                  <a:cubicBezTo>
                    <a:pt x="191898" y="62166"/>
                    <a:pt x="189240" y="60148"/>
                    <a:pt x="188937" y="59845"/>
                  </a:cubicBezTo>
                  <a:cubicBezTo>
                    <a:pt x="188634" y="59543"/>
                    <a:pt x="187624" y="58533"/>
                    <a:pt x="187624" y="57827"/>
                  </a:cubicBezTo>
                  <a:cubicBezTo>
                    <a:pt x="187624" y="57121"/>
                    <a:pt x="187557" y="55068"/>
                    <a:pt x="188197" y="54564"/>
                  </a:cubicBezTo>
                  <a:cubicBezTo>
                    <a:pt x="188836" y="54059"/>
                    <a:pt x="189273" y="48475"/>
                    <a:pt x="189273" y="48475"/>
                  </a:cubicBezTo>
                  <a:cubicBezTo>
                    <a:pt x="189273" y="48475"/>
                    <a:pt x="188768" y="45380"/>
                    <a:pt x="188567" y="45212"/>
                  </a:cubicBezTo>
                  <a:cubicBezTo>
                    <a:pt x="188365" y="45078"/>
                    <a:pt x="186244" y="44338"/>
                    <a:pt x="186244" y="44338"/>
                  </a:cubicBezTo>
                  <a:cubicBezTo>
                    <a:pt x="186244" y="44338"/>
                    <a:pt x="183283" y="41747"/>
                    <a:pt x="183047" y="41512"/>
                  </a:cubicBezTo>
                  <a:cubicBezTo>
                    <a:pt x="182845" y="41310"/>
                    <a:pt x="181903" y="39359"/>
                    <a:pt x="181903" y="39123"/>
                  </a:cubicBezTo>
                  <a:cubicBezTo>
                    <a:pt x="181903" y="38888"/>
                    <a:pt x="181600" y="37744"/>
                    <a:pt x="181903" y="37441"/>
                  </a:cubicBezTo>
                  <a:cubicBezTo>
                    <a:pt x="182206" y="37139"/>
                    <a:pt x="184158" y="34986"/>
                    <a:pt x="184494" y="34414"/>
                  </a:cubicBezTo>
                  <a:cubicBezTo>
                    <a:pt x="184865" y="33842"/>
                    <a:pt x="186143" y="33337"/>
                    <a:pt x="186514" y="32900"/>
                  </a:cubicBezTo>
                  <a:cubicBezTo>
                    <a:pt x="186884" y="32463"/>
                    <a:pt x="187389" y="31588"/>
                    <a:pt x="187389" y="31319"/>
                  </a:cubicBezTo>
                  <a:cubicBezTo>
                    <a:pt x="187389" y="31016"/>
                    <a:pt x="187389" y="29502"/>
                    <a:pt x="187322" y="29233"/>
                  </a:cubicBezTo>
                  <a:cubicBezTo>
                    <a:pt x="187254" y="28931"/>
                    <a:pt x="186076" y="26710"/>
                    <a:pt x="185739" y="26542"/>
                  </a:cubicBezTo>
                  <a:cubicBezTo>
                    <a:pt x="185369" y="26408"/>
                    <a:pt x="184595" y="25735"/>
                    <a:pt x="184293" y="25600"/>
                  </a:cubicBezTo>
                  <a:cubicBezTo>
                    <a:pt x="183990" y="25466"/>
                    <a:pt x="182273" y="23144"/>
                    <a:pt x="182273" y="22842"/>
                  </a:cubicBezTo>
                  <a:cubicBezTo>
                    <a:pt x="182273" y="22539"/>
                    <a:pt x="181802" y="21328"/>
                    <a:pt x="181768" y="21025"/>
                  </a:cubicBezTo>
                  <a:cubicBezTo>
                    <a:pt x="181735" y="20722"/>
                    <a:pt x="180658" y="15744"/>
                    <a:pt x="180658" y="15744"/>
                  </a:cubicBezTo>
                  <a:lnTo>
                    <a:pt x="178908" y="13658"/>
                  </a:lnTo>
                  <a:cubicBezTo>
                    <a:pt x="178908" y="13658"/>
                    <a:pt x="177595" y="11909"/>
                    <a:pt x="177595" y="11707"/>
                  </a:cubicBezTo>
                  <a:cubicBezTo>
                    <a:pt x="177595" y="11472"/>
                    <a:pt x="178033" y="9588"/>
                    <a:pt x="178841" y="9184"/>
                  </a:cubicBezTo>
                  <a:cubicBezTo>
                    <a:pt x="179648" y="8747"/>
                    <a:pt x="181230" y="7805"/>
                    <a:pt x="181466" y="6998"/>
                  </a:cubicBezTo>
                  <a:cubicBezTo>
                    <a:pt x="181667" y="6190"/>
                    <a:pt x="181768" y="5316"/>
                    <a:pt x="181667" y="4912"/>
                  </a:cubicBezTo>
                  <a:cubicBezTo>
                    <a:pt x="181600" y="4475"/>
                    <a:pt x="181398" y="2153"/>
                    <a:pt x="180523" y="1851"/>
                  </a:cubicBezTo>
                  <a:cubicBezTo>
                    <a:pt x="179648" y="1548"/>
                    <a:pt x="179446" y="471"/>
                    <a:pt x="177629" y="404"/>
                  </a:cubicBezTo>
                  <a:cubicBezTo>
                    <a:pt x="175812" y="337"/>
                    <a:pt x="174297" y="-470"/>
                    <a:pt x="173490" y="404"/>
                  </a:cubicBezTo>
                  <a:cubicBezTo>
                    <a:pt x="172681" y="1279"/>
                    <a:pt x="170662" y="2153"/>
                    <a:pt x="170461" y="2490"/>
                  </a:cubicBezTo>
                  <a:cubicBezTo>
                    <a:pt x="170258" y="2860"/>
                    <a:pt x="169081" y="2490"/>
                    <a:pt x="168508" y="2793"/>
                  </a:cubicBezTo>
                  <a:cubicBezTo>
                    <a:pt x="167936" y="3095"/>
                    <a:pt x="167499" y="3095"/>
                    <a:pt x="166489" y="3533"/>
                  </a:cubicBezTo>
                  <a:cubicBezTo>
                    <a:pt x="165480" y="3970"/>
                    <a:pt x="164672" y="4172"/>
                    <a:pt x="163898" y="4542"/>
                  </a:cubicBezTo>
                  <a:cubicBezTo>
                    <a:pt x="163090" y="4912"/>
                    <a:pt x="161441" y="4979"/>
                    <a:pt x="160936" y="5046"/>
                  </a:cubicBezTo>
                  <a:cubicBezTo>
                    <a:pt x="160432" y="5114"/>
                    <a:pt x="159052" y="5181"/>
                    <a:pt x="159052" y="5181"/>
                  </a:cubicBezTo>
                  <a:cubicBezTo>
                    <a:pt x="159052" y="5181"/>
                    <a:pt x="157301" y="5383"/>
                    <a:pt x="157100" y="5753"/>
                  </a:cubicBezTo>
                  <a:cubicBezTo>
                    <a:pt x="156864" y="6123"/>
                    <a:pt x="155854" y="6325"/>
                    <a:pt x="155215" y="6829"/>
                  </a:cubicBezTo>
                  <a:cubicBezTo>
                    <a:pt x="154576" y="7334"/>
                    <a:pt x="154340" y="8074"/>
                    <a:pt x="153633" y="8646"/>
                  </a:cubicBezTo>
                  <a:cubicBezTo>
                    <a:pt x="152893" y="9218"/>
                    <a:pt x="151547" y="10092"/>
                    <a:pt x="151446" y="10328"/>
                  </a:cubicBezTo>
                  <a:cubicBezTo>
                    <a:pt x="151378" y="10563"/>
                    <a:pt x="150571" y="10765"/>
                    <a:pt x="150066" y="11135"/>
                  </a:cubicBezTo>
                  <a:cubicBezTo>
                    <a:pt x="149561" y="11505"/>
                    <a:pt x="148753" y="12447"/>
                    <a:pt x="148551" y="12582"/>
                  </a:cubicBezTo>
                  <a:cubicBezTo>
                    <a:pt x="148349" y="12716"/>
                    <a:pt x="146667" y="13456"/>
                    <a:pt x="146667" y="13456"/>
                  </a:cubicBezTo>
                  <a:lnTo>
                    <a:pt x="143840" y="12750"/>
                  </a:lnTo>
                  <a:cubicBezTo>
                    <a:pt x="143840" y="12750"/>
                    <a:pt x="142460" y="12111"/>
                    <a:pt x="142258" y="11303"/>
                  </a:cubicBezTo>
                  <a:cubicBezTo>
                    <a:pt x="142056" y="10496"/>
                    <a:pt x="141618" y="8478"/>
                    <a:pt x="141383" y="8478"/>
                  </a:cubicBezTo>
                  <a:cubicBezTo>
                    <a:pt x="141181" y="8478"/>
                    <a:pt x="138623" y="9924"/>
                    <a:pt x="138623" y="9924"/>
                  </a:cubicBezTo>
                  <a:cubicBezTo>
                    <a:pt x="138623" y="9924"/>
                    <a:pt x="136604" y="10799"/>
                    <a:pt x="136368" y="11068"/>
                  </a:cubicBezTo>
                  <a:cubicBezTo>
                    <a:pt x="136133" y="11371"/>
                    <a:pt x="134349" y="12144"/>
                    <a:pt x="134349" y="12144"/>
                  </a:cubicBezTo>
                  <a:lnTo>
                    <a:pt x="132835" y="13725"/>
                  </a:lnTo>
                  <a:cubicBezTo>
                    <a:pt x="132835" y="13725"/>
                    <a:pt x="132195" y="14466"/>
                    <a:pt x="131690" y="14667"/>
                  </a:cubicBezTo>
                  <a:cubicBezTo>
                    <a:pt x="131185" y="14869"/>
                    <a:pt x="130008" y="14802"/>
                    <a:pt x="129099" y="14869"/>
                  </a:cubicBezTo>
                  <a:cubicBezTo>
                    <a:pt x="128157" y="14936"/>
                    <a:pt x="126777" y="14936"/>
                    <a:pt x="126474" y="14936"/>
                  </a:cubicBezTo>
                  <a:cubicBezTo>
                    <a:pt x="126171" y="14936"/>
                    <a:pt x="120753" y="14365"/>
                    <a:pt x="120753" y="14365"/>
                  </a:cubicBezTo>
                  <a:lnTo>
                    <a:pt x="115334" y="14297"/>
                  </a:lnTo>
                  <a:lnTo>
                    <a:pt x="111565" y="14297"/>
                  </a:lnTo>
                  <a:lnTo>
                    <a:pt x="107829" y="14869"/>
                  </a:lnTo>
                  <a:lnTo>
                    <a:pt x="107223" y="17258"/>
                  </a:lnTo>
                  <a:lnTo>
                    <a:pt x="107223" y="20386"/>
                  </a:lnTo>
                  <a:cubicBezTo>
                    <a:pt x="107223" y="20386"/>
                    <a:pt x="107796" y="21328"/>
                    <a:pt x="107796" y="21631"/>
                  </a:cubicBezTo>
                  <a:cubicBezTo>
                    <a:pt x="107796" y="21934"/>
                    <a:pt x="107156" y="26206"/>
                    <a:pt x="107223" y="26475"/>
                  </a:cubicBezTo>
                  <a:cubicBezTo>
                    <a:pt x="107291" y="26778"/>
                    <a:pt x="107223" y="28561"/>
                    <a:pt x="107223" y="28561"/>
                  </a:cubicBezTo>
                  <a:cubicBezTo>
                    <a:pt x="107223" y="28561"/>
                    <a:pt x="107358" y="31084"/>
                    <a:pt x="107223" y="31184"/>
                  </a:cubicBezTo>
                  <a:cubicBezTo>
                    <a:pt x="107089" y="31252"/>
                    <a:pt x="105843" y="32564"/>
                    <a:pt x="105843" y="32564"/>
                  </a:cubicBezTo>
                  <a:lnTo>
                    <a:pt x="103589" y="33943"/>
                  </a:lnTo>
                  <a:lnTo>
                    <a:pt x="101502" y="34313"/>
                  </a:lnTo>
                  <a:lnTo>
                    <a:pt x="96791" y="35558"/>
                  </a:lnTo>
                  <a:lnTo>
                    <a:pt x="91742" y="35120"/>
                  </a:lnTo>
                  <a:lnTo>
                    <a:pt x="89218" y="35692"/>
                  </a:lnTo>
                  <a:lnTo>
                    <a:pt x="87267" y="36331"/>
                  </a:lnTo>
                  <a:lnTo>
                    <a:pt x="82622" y="37206"/>
                  </a:lnTo>
                  <a:lnTo>
                    <a:pt x="81478" y="39594"/>
                  </a:lnTo>
                  <a:cubicBezTo>
                    <a:pt x="81478" y="39594"/>
                    <a:pt x="80973" y="43227"/>
                    <a:pt x="81107" y="43497"/>
                  </a:cubicBezTo>
                  <a:cubicBezTo>
                    <a:pt x="81242" y="43799"/>
                    <a:pt x="83060" y="47130"/>
                    <a:pt x="83632" y="47634"/>
                  </a:cubicBezTo>
                  <a:cubicBezTo>
                    <a:pt x="84204" y="48139"/>
                    <a:pt x="85516" y="49720"/>
                    <a:pt x="85516" y="49720"/>
                  </a:cubicBezTo>
                  <a:cubicBezTo>
                    <a:pt x="85516" y="49720"/>
                    <a:pt x="87906" y="54497"/>
                    <a:pt x="88108" y="54732"/>
                  </a:cubicBezTo>
                  <a:cubicBezTo>
                    <a:pt x="88310" y="54934"/>
                    <a:pt x="88747" y="57995"/>
                    <a:pt x="88747" y="57995"/>
                  </a:cubicBezTo>
                  <a:cubicBezTo>
                    <a:pt x="88747" y="57995"/>
                    <a:pt x="89386" y="60518"/>
                    <a:pt x="89386" y="60821"/>
                  </a:cubicBezTo>
                  <a:cubicBezTo>
                    <a:pt x="89386" y="61124"/>
                    <a:pt x="90060" y="67852"/>
                    <a:pt x="90060" y="67852"/>
                  </a:cubicBezTo>
                  <a:lnTo>
                    <a:pt x="89791" y="70745"/>
                  </a:lnTo>
                  <a:lnTo>
                    <a:pt x="89791" y="74310"/>
                  </a:lnTo>
                  <a:lnTo>
                    <a:pt x="88545" y="75757"/>
                  </a:lnTo>
                  <a:lnTo>
                    <a:pt x="86862" y="77708"/>
                  </a:lnTo>
                  <a:lnTo>
                    <a:pt x="85348" y="81476"/>
                  </a:lnTo>
                  <a:lnTo>
                    <a:pt x="85045" y="83359"/>
                  </a:lnTo>
                  <a:lnTo>
                    <a:pt x="82588" y="84369"/>
                  </a:lnTo>
                  <a:cubicBezTo>
                    <a:pt x="82588" y="84369"/>
                    <a:pt x="80704" y="83999"/>
                    <a:pt x="80401" y="83662"/>
                  </a:cubicBezTo>
                  <a:cubicBezTo>
                    <a:pt x="80098" y="83292"/>
                    <a:pt x="78516" y="81577"/>
                    <a:pt x="78516" y="81274"/>
                  </a:cubicBezTo>
                  <a:cubicBezTo>
                    <a:pt x="78516" y="80971"/>
                    <a:pt x="78012" y="79525"/>
                    <a:pt x="77776" y="79154"/>
                  </a:cubicBezTo>
                  <a:cubicBezTo>
                    <a:pt x="77574" y="78784"/>
                    <a:pt x="76699" y="77641"/>
                    <a:pt x="76699" y="77641"/>
                  </a:cubicBezTo>
                  <a:cubicBezTo>
                    <a:pt x="76699" y="77641"/>
                    <a:pt x="76429" y="74748"/>
                    <a:pt x="76329" y="74445"/>
                  </a:cubicBezTo>
                  <a:cubicBezTo>
                    <a:pt x="76261" y="74142"/>
                    <a:pt x="75016" y="72359"/>
                    <a:pt x="75016" y="72359"/>
                  </a:cubicBezTo>
                  <a:lnTo>
                    <a:pt x="72997" y="71989"/>
                  </a:lnTo>
                  <a:lnTo>
                    <a:pt x="71852" y="72729"/>
                  </a:lnTo>
                  <a:cubicBezTo>
                    <a:pt x="71852" y="72729"/>
                    <a:pt x="71281" y="73974"/>
                    <a:pt x="71045" y="74109"/>
                  </a:cubicBezTo>
                  <a:cubicBezTo>
                    <a:pt x="70843" y="74243"/>
                    <a:pt x="68790" y="74109"/>
                    <a:pt x="68790" y="74109"/>
                  </a:cubicBezTo>
                  <a:cubicBezTo>
                    <a:pt x="68790" y="74109"/>
                    <a:pt x="67107" y="72157"/>
                    <a:pt x="66973" y="71855"/>
                  </a:cubicBezTo>
                  <a:cubicBezTo>
                    <a:pt x="66838" y="71552"/>
                    <a:pt x="65290" y="70274"/>
                    <a:pt x="65155" y="69836"/>
                  </a:cubicBezTo>
                  <a:cubicBezTo>
                    <a:pt x="65020" y="69399"/>
                    <a:pt x="64718" y="68154"/>
                    <a:pt x="64650" y="67381"/>
                  </a:cubicBezTo>
                  <a:cubicBezTo>
                    <a:pt x="64583" y="66573"/>
                    <a:pt x="63910" y="65228"/>
                    <a:pt x="63775" y="64925"/>
                  </a:cubicBezTo>
                  <a:cubicBezTo>
                    <a:pt x="63641" y="64622"/>
                    <a:pt x="62093" y="62671"/>
                    <a:pt x="62093" y="62671"/>
                  </a:cubicBezTo>
                  <a:cubicBezTo>
                    <a:pt x="62093" y="62671"/>
                    <a:pt x="61588" y="61527"/>
                    <a:pt x="61151" y="61157"/>
                  </a:cubicBezTo>
                  <a:cubicBezTo>
                    <a:pt x="60713" y="60787"/>
                    <a:pt x="59400" y="59711"/>
                    <a:pt x="59400" y="59711"/>
                  </a:cubicBezTo>
                  <a:lnTo>
                    <a:pt x="57650" y="59273"/>
                  </a:lnTo>
                  <a:cubicBezTo>
                    <a:pt x="57650" y="59273"/>
                    <a:pt x="56843" y="59206"/>
                    <a:pt x="56641" y="59273"/>
                  </a:cubicBezTo>
                  <a:cubicBezTo>
                    <a:pt x="56439" y="59341"/>
                    <a:pt x="54386" y="60922"/>
                    <a:pt x="54386" y="60922"/>
                  </a:cubicBezTo>
                  <a:cubicBezTo>
                    <a:pt x="54386" y="60922"/>
                    <a:pt x="53443" y="62066"/>
                    <a:pt x="53309" y="62604"/>
                  </a:cubicBezTo>
                  <a:cubicBezTo>
                    <a:pt x="53174" y="63108"/>
                    <a:pt x="51996" y="63983"/>
                    <a:pt x="51626" y="64858"/>
                  </a:cubicBezTo>
                  <a:cubicBezTo>
                    <a:pt x="51256" y="65732"/>
                    <a:pt x="50414" y="66540"/>
                    <a:pt x="50414" y="66741"/>
                  </a:cubicBezTo>
                  <a:cubicBezTo>
                    <a:pt x="50414" y="66943"/>
                    <a:pt x="48833" y="69769"/>
                    <a:pt x="48833" y="69769"/>
                  </a:cubicBezTo>
                  <a:cubicBezTo>
                    <a:pt x="48833" y="69769"/>
                    <a:pt x="46241" y="71653"/>
                    <a:pt x="46006" y="71787"/>
                  </a:cubicBezTo>
                  <a:cubicBezTo>
                    <a:pt x="45804" y="71922"/>
                    <a:pt x="43818" y="72157"/>
                    <a:pt x="43818" y="72157"/>
                  </a:cubicBezTo>
                  <a:cubicBezTo>
                    <a:pt x="43818" y="72157"/>
                    <a:pt x="40789" y="70072"/>
                    <a:pt x="40688" y="69836"/>
                  </a:cubicBezTo>
                  <a:cubicBezTo>
                    <a:pt x="40621" y="69601"/>
                    <a:pt x="41328" y="69197"/>
                    <a:pt x="40318" y="67953"/>
                  </a:cubicBezTo>
                  <a:cubicBezTo>
                    <a:pt x="39309" y="66708"/>
                    <a:pt x="37491" y="65631"/>
                    <a:pt x="37491" y="65631"/>
                  </a:cubicBezTo>
                  <a:cubicBezTo>
                    <a:pt x="37491" y="65631"/>
                    <a:pt x="36919" y="64824"/>
                    <a:pt x="36616" y="64555"/>
                  </a:cubicBezTo>
                  <a:cubicBezTo>
                    <a:pt x="36313" y="64252"/>
                    <a:pt x="35102" y="62671"/>
                    <a:pt x="35102" y="62671"/>
                  </a:cubicBezTo>
                  <a:cubicBezTo>
                    <a:pt x="35102" y="62671"/>
                    <a:pt x="32914" y="63310"/>
                    <a:pt x="32712" y="63748"/>
                  </a:cubicBezTo>
                  <a:cubicBezTo>
                    <a:pt x="32510" y="64185"/>
                    <a:pt x="30693" y="64185"/>
                    <a:pt x="30693" y="64185"/>
                  </a:cubicBezTo>
                  <a:cubicBezTo>
                    <a:pt x="30693" y="64185"/>
                    <a:pt x="29751" y="62166"/>
                    <a:pt x="29448" y="61796"/>
                  </a:cubicBezTo>
                  <a:cubicBezTo>
                    <a:pt x="29179" y="61426"/>
                    <a:pt x="28000" y="59980"/>
                    <a:pt x="27698" y="59543"/>
                  </a:cubicBezTo>
                  <a:cubicBezTo>
                    <a:pt x="27395" y="59105"/>
                    <a:pt x="25106" y="56280"/>
                    <a:pt x="25106" y="56280"/>
                  </a:cubicBezTo>
                  <a:lnTo>
                    <a:pt x="22717" y="54261"/>
                  </a:lnTo>
                  <a:lnTo>
                    <a:pt x="19385" y="52445"/>
                  </a:lnTo>
                  <a:lnTo>
                    <a:pt x="16794" y="51940"/>
                  </a:lnTo>
                  <a:cubicBezTo>
                    <a:pt x="16794" y="51940"/>
                    <a:pt x="14337" y="51503"/>
                    <a:pt x="14101" y="51503"/>
                  </a:cubicBezTo>
                  <a:cubicBezTo>
                    <a:pt x="13866" y="51503"/>
                    <a:pt x="11476" y="52142"/>
                    <a:pt x="11476" y="52142"/>
                  </a:cubicBezTo>
                  <a:cubicBezTo>
                    <a:pt x="11476" y="52142"/>
                    <a:pt x="10837" y="52007"/>
                    <a:pt x="10029" y="52276"/>
                  </a:cubicBezTo>
                  <a:cubicBezTo>
                    <a:pt x="9221" y="52579"/>
                    <a:pt x="5957" y="52916"/>
                    <a:pt x="5687" y="53017"/>
                  </a:cubicBezTo>
                  <a:cubicBezTo>
                    <a:pt x="5385" y="53084"/>
                    <a:pt x="2221" y="54093"/>
                    <a:pt x="2154" y="54396"/>
                  </a:cubicBezTo>
                  <a:cubicBezTo>
                    <a:pt x="2087" y="54698"/>
                    <a:pt x="1279" y="57221"/>
                    <a:pt x="1346" y="57659"/>
                  </a:cubicBezTo>
                  <a:cubicBezTo>
                    <a:pt x="1414" y="58096"/>
                    <a:pt x="6058" y="60350"/>
                    <a:pt x="6058" y="60350"/>
                  </a:cubicBezTo>
                  <a:lnTo>
                    <a:pt x="8750" y="62738"/>
                  </a:lnTo>
                  <a:lnTo>
                    <a:pt x="9020" y="64824"/>
                  </a:lnTo>
                  <a:lnTo>
                    <a:pt x="9457" y="67448"/>
                  </a:lnTo>
                  <a:lnTo>
                    <a:pt x="9591" y="69769"/>
                  </a:lnTo>
                  <a:cubicBezTo>
                    <a:pt x="9591" y="69769"/>
                    <a:pt x="9524" y="72023"/>
                    <a:pt x="9524" y="72460"/>
                  </a:cubicBezTo>
                  <a:cubicBezTo>
                    <a:pt x="9524" y="72898"/>
                    <a:pt x="9087" y="73772"/>
                    <a:pt x="8851" y="73974"/>
                  </a:cubicBezTo>
                  <a:cubicBezTo>
                    <a:pt x="8649" y="74176"/>
                    <a:pt x="8346" y="75050"/>
                    <a:pt x="7976" y="75286"/>
                  </a:cubicBezTo>
                  <a:cubicBezTo>
                    <a:pt x="7606" y="75488"/>
                    <a:pt x="6596" y="75925"/>
                    <a:pt x="6529" y="76228"/>
                  </a:cubicBezTo>
                  <a:cubicBezTo>
                    <a:pt x="6462" y="76531"/>
                    <a:pt x="5452" y="76968"/>
                    <a:pt x="4644" y="77607"/>
                  </a:cubicBezTo>
                  <a:cubicBezTo>
                    <a:pt x="3837" y="78246"/>
                    <a:pt x="3332" y="78482"/>
                    <a:pt x="2759" y="78986"/>
                  </a:cubicBezTo>
                  <a:cubicBezTo>
                    <a:pt x="2188" y="79491"/>
                    <a:pt x="1380" y="80298"/>
                    <a:pt x="942" y="80870"/>
                  </a:cubicBezTo>
                  <a:cubicBezTo>
                    <a:pt x="505" y="81442"/>
                    <a:pt x="0" y="81745"/>
                    <a:pt x="0" y="82317"/>
                  </a:cubicBezTo>
                  <a:cubicBezTo>
                    <a:pt x="0" y="82889"/>
                    <a:pt x="370" y="85277"/>
                    <a:pt x="740" y="85950"/>
                  </a:cubicBezTo>
                  <a:cubicBezTo>
                    <a:pt x="1110" y="86589"/>
                    <a:pt x="673" y="87766"/>
                    <a:pt x="1750" y="88136"/>
                  </a:cubicBezTo>
                  <a:cubicBezTo>
                    <a:pt x="2827" y="88506"/>
                    <a:pt x="4005" y="88876"/>
                    <a:pt x="4644" y="89280"/>
                  </a:cubicBezTo>
                  <a:cubicBezTo>
                    <a:pt x="5284" y="89717"/>
                    <a:pt x="6899" y="90222"/>
                    <a:pt x="7539" y="90424"/>
                  </a:cubicBezTo>
                  <a:cubicBezTo>
                    <a:pt x="8178" y="90659"/>
                    <a:pt x="10736" y="91298"/>
                    <a:pt x="12250" y="90357"/>
                  </a:cubicBezTo>
                  <a:cubicBezTo>
                    <a:pt x="13765" y="89415"/>
                    <a:pt x="15380" y="88607"/>
                    <a:pt x="15582" y="88170"/>
                  </a:cubicBezTo>
                  <a:cubicBezTo>
                    <a:pt x="15784" y="87733"/>
                    <a:pt x="15885" y="86791"/>
                    <a:pt x="15952" y="86488"/>
                  </a:cubicBezTo>
                  <a:cubicBezTo>
                    <a:pt x="16020" y="86185"/>
                    <a:pt x="19284" y="84840"/>
                    <a:pt x="19957" y="84840"/>
                  </a:cubicBezTo>
                  <a:cubicBezTo>
                    <a:pt x="20597" y="84840"/>
                    <a:pt x="22852" y="86589"/>
                    <a:pt x="23289" y="86656"/>
                  </a:cubicBezTo>
                  <a:cubicBezTo>
                    <a:pt x="23727" y="86723"/>
                    <a:pt x="26554" y="88910"/>
                    <a:pt x="26924" y="89415"/>
                  </a:cubicBezTo>
                  <a:cubicBezTo>
                    <a:pt x="27294" y="89919"/>
                    <a:pt x="27058" y="91534"/>
                    <a:pt x="27125" y="92240"/>
                  </a:cubicBezTo>
                  <a:cubicBezTo>
                    <a:pt x="27193" y="92980"/>
                    <a:pt x="27193" y="94326"/>
                    <a:pt x="27193" y="94326"/>
                  </a:cubicBezTo>
                  <a:lnTo>
                    <a:pt x="24299" y="99170"/>
                  </a:lnTo>
                  <a:lnTo>
                    <a:pt x="21539" y="101491"/>
                  </a:lnTo>
                  <a:lnTo>
                    <a:pt x="22616" y="104620"/>
                  </a:lnTo>
                  <a:lnTo>
                    <a:pt x="24871" y="105124"/>
                  </a:lnTo>
                  <a:lnTo>
                    <a:pt x="28640" y="105932"/>
                  </a:lnTo>
                  <a:cubicBezTo>
                    <a:pt x="28640" y="105932"/>
                    <a:pt x="31736" y="107748"/>
                    <a:pt x="32107" y="107950"/>
                  </a:cubicBezTo>
                  <a:cubicBezTo>
                    <a:pt x="32477" y="108185"/>
                    <a:pt x="35506" y="110204"/>
                    <a:pt x="35640" y="110406"/>
                  </a:cubicBezTo>
                  <a:cubicBezTo>
                    <a:pt x="35775" y="110641"/>
                    <a:pt x="37895" y="111987"/>
                    <a:pt x="37895" y="111987"/>
                  </a:cubicBezTo>
                  <a:cubicBezTo>
                    <a:pt x="37895" y="111987"/>
                    <a:pt x="41530" y="114005"/>
                    <a:pt x="41866" y="114375"/>
                  </a:cubicBezTo>
                  <a:cubicBezTo>
                    <a:pt x="42237" y="114745"/>
                    <a:pt x="44323" y="117335"/>
                    <a:pt x="44828" y="117840"/>
                  </a:cubicBezTo>
                  <a:cubicBezTo>
                    <a:pt x="45333" y="118345"/>
                    <a:pt x="47083" y="119589"/>
                    <a:pt x="46578" y="120229"/>
                  </a:cubicBezTo>
                  <a:cubicBezTo>
                    <a:pt x="46073" y="120868"/>
                    <a:pt x="46073" y="121238"/>
                    <a:pt x="45131" y="121810"/>
                  </a:cubicBezTo>
                  <a:cubicBezTo>
                    <a:pt x="44188" y="122381"/>
                    <a:pt x="42001" y="122886"/>
                    <a:pt x="41159" y="123256"/>
                  </a:cubicBezTo>
                  <a:cubicBezTo>
                    <a:pt x="40284" y="123626"/>
                    <a:pt x="39914" y="123626"/>
                    <a:pt x="39342" y="124265"/>
                  </a:cubicBezTo>
                  <a:cubicBezTo>
                    <a:pt x="38770" y="124904"/>
                    <a:pt x="38097" y="125274"/>
                    <a:pt x="38400" y="125947"/>
                  </a:cubicBezTo>
                  <a:cubicBezTo>
                    <a:pt x="38703" y="126586"/>
                    <a:pt x="44121" y="128706"/>
                    <a:pt x="44121" y="128706"/>
                  </a:cubicBezTo>
                  <a:lnTo>
                    <a:pt x="45064" y="128773"/>
                  </a:lnTo>
                  <a:lnTo>
                    <a:pt x="48429" y="131229"/>
                  </a:lnTo>
                  <a:lnTo>
                    <a:pt x="51357" y="136241"/>
                  </a:lnTo>
                  <a:lnTo>
                    <a:pt x="51357" y="136880"/>
                  </a:lnTo>
                  <a:cubicBezTo>
                    <a:pt x="51357" y="136880"/>
                    <a:pt x="48159" y="140076"/>
                    <a:pt x="47789" y="140278"/>
                  </a:cubicBezTo>
                  <a:cubicBezTo>
                    <a:pt x="47419" y="140480"/>
                    <a:pt x="44592" y="141724"/>
                    <a:pt x="44592" y="141724"/>
                  </a:cubicBezTo>
                  <a:cubicBezTo>
                    <a:pt x="44592" y="141724"/>
                    <a:pt x="43650" y="142229"/>
                    <a:pt x="43516" y="142969"/>
                  </a:cubicBezTo>
                  <a:cubicBezTo>
                    <a:pt x="43381" y="143709"/>
                    <a:pt x="42506" y="147107"/>
                    <a:pt x="42506" y="147107"/>
                  </a:cubicBezTo>
                  <a:lnTo>
                    <a:pt x="42741" y="154272"/>
                  </a:lnTo>
                  <a:lnTo>
                    <a:pt x="39914" y="155281"/>
                  </a:lnTo>
                  <a:lnTo>
                    <a:pt x="42876" y="159116"/>
                  </a:lnTo>
                  <a:cubicBezTo>
                    <a:pt x="42876" y="159116"/>
                    <a:pt x="44054" y="161437"/>
                    <a:pt x="43953" y="161874"/>
                  </a:cubicBezTo>
                  <a:cubicBezTo>
                    <a:pt x="43886" y="162312"/>
                    <a:pt x="42876" y="165507"/>
                    <a:pt x="42876" y="165507"/>
                  </a:cubicBezTo>
                  <a:cubicBezTo>
                    <a:pt x="42876" y="165507"/>
                    <a:pt x="40487" y="167526"/>
                    <a:pt x="40284" y="168199"/>
                  </a:cubicBezTo>
                  <a:cubicBezTo>
                    <a:pt x="40049" y="168838"/>
                    <a:pt x="39713" y="171596"/>
                    <a:pt x="39713" y="171596"/>
                  </a:cubicBezTo>
                  <a:lnTo>
                    <a:pt x="39140" y="175566"/>
                  </a:lnTo>
                  <a:lnTo>
                    <a:pt x="39847" y="178257"/>
                  </a:lnTo>
                  <a:lnTo>
                    <a:pt x="40217" y="184917"/>
                  </a:lnTo>
                  <a:lnTo>
                    <a:pt x="41025" y="187743"/>
                  </a:lnTo>
                  <a:lnTo>
                    <a:pt x="46241" y="187878"/>
                  </a:lnTo>
                  <a:cubicBezTo>
                    <a:pt x="46241" y="187878"/>
                    <a:pt x="46612" y="189963"/>
                    <a:pt x="46376" y="190401"/>
                  </a:cubicBezTo>
                  <a:cubicBezTo>
                    <a:pt x="46174" y="190838"/>
                    <a:pt x="45434" y="193428"/>
                    <a:pt x="45232" y="194168"/>
                  </a:cubicBezTo>
                  <a:cubicBezTo>
                    <a:pt x="44996" y="194908"/>
                    <a:pt x="43684" y="197431"/>
                    <a:pt x="43616" y="198239"/>
                  </a:cubicBezTo>
                  <a:cubicBezTo>
                    <a:pt x="43549" y="199046"/>
                    <a:pt x="43549" y="200694"/>
                    <a:pt x="43414" y="201502"/>
                  </a:cubicBezTo>
                  <a:cubicBezTo>
                    <a:pt x="43280" y="202309"/>
                    <a:pt x="42977" y="204092"/>
                    <a:pt x="42977" y="204832"/>
                  </a:cubicBezTo>
                  <a:cubicBezTo>
                    <a:pt x="42977" y="205572"/>
                    <a:pt x="42674" y="205909"/>
                    <a:pt x="43347" y="206918"/>
                  </a:cubicBezTo>
                  <a:cubicBezTo>
                    <a:pt x="43986" y="207927"/>
                    <a:pt x="46174" y="209374"/>
                    <a:pt x="46174" y="209374"/>
                  </a:cubicBezTo>
                  <a:cubicBezTo>
                    <a:pt x="46174" y="209374"/>
                    <a:pt x="50751" y="212065"/>
                    <a:pt x="50953" y="212132"/>
                  </a:cubicBezTo>
                  <a:cubicBezTo>
                    <a:pt x="51155" y="212199"/>
                    <a:pt x="54420" y="215160"/>
                    <a:pt x="55093" y="215597"/>
                  </a:cubicBezTo>
                  <a:cubicBezTo>
                    <a:pt x="55732" y="216034"/>
                    <a:pt x="59501" y="220878"/>
                    <a:pt x="59501" y="220878"/>
                  </a:cubicBezTo>
                  <a:lnTo>
                    <a:pt x="62833" y="223469"/>
                  </a:lnTo>
                  <a:lnTo>
                    <a:pt x="66165" y="225420"/>
                  </a:lnTo>
                  <a:cubicBezTo>
                    <a:pt x="66165" y="225420"/>
                    <a:pt x="66670" y="227236"/>
                    <a:pt x="66603" y="227808"/>
                  </a:cubicBezTo>
                  <a:cubicBezTo>
                    <a:pt x="66535" y="228380"/>
                    <a:pt x="66299" y="230331"/>
                    <a:pt x="66232" y="230836"/>
                  </a:cubicBezTo>
                  <a:cubicBezTo>
                    <a:pt x="66165" y="231340"/>
                    <a:pt x="66064" y="232349"/>
                    <a:pt x="65862" y="233022"/>
                  </a:cubicBezTo>
                  <a:cubicBezTo>
                    <a:pt x="65660" y="233661"/>
                    <a:pt x="65290" y="234536"/>
                    <a:pt x="65290" y="234906"/>
                  </a:cubicBezTo>
                  <a:cubicBezTo>
                    <a:pt x="65290" y="235276"/>
                    <a:pt x="64617" y="237530"/>
                    <a:pt x="64617" y="237530"/>
                  </a:cubicBezTo>
                  <a:cubicBezTo>
                    <a:pt x="64617" y="237530"/>
                    <a:pt x="63540" y="238035"/>
                    <a:pt x="63540" y="238472"/>
                  </a:cubicBezTo>
                  <a:cubicBezTo>
                    <a:pt x="63540" y="238909"/>
                    <a:pt x="63035" y="239716"/>
                    <a:pt x="63102" y="240356"/>
                  </a:cubicBezTo>
                  <a:cubicBezTo>
                    <a:pt x="63170" y="240995"/>
                    <a:pt x="63035" y="242172"/>
                    <a:pt x="63304" y="242980"/>
                  </a:cubicBezTo>
                  <a:cubicBezTo>
                    <a:pt x="63607" y="243787"/>
                    <a:pt x="63809" y="244662"/>
                    <a:pt x="64011" y="244796"/>
                  </a:cubicBezTo>
                  <a:cubicBezTo>
                    <a:pt x="64213" y="244931"/>
                    <a:pt x="65525" y="246310"/>
                    <a:pt x="65761" y="246478"/>
                  </a:cubicBezTo>
                  <a:cubicBezTo>
                    <a:pt x="65963" y="246613"/>
                    <a:pt x="67141" y="247487"/>
                    <a:pt x="67713" y="247925"/>
                  </a:cubicBezTo>
                  <a:cubicBezTo>
                    <a:pt x="68285" y="248362"/>
                    <a:pt x="69968" y="249438"/>
                    <a:pt x="70675" y="249506"/>
                  </a:cubicBezTo>
                  <a:cubicBezTo>
                    <a:pt x="71415" y="249573"/>
                    <a:pt x="73199" y="249707"/>
                    <a:pt x="74141" y="249876"/>
                  </a:cubicBezTo>
                  <a:cubicBezTo>
                    <a:pt x="75083" y="250010"/>
                    <a:pt x="75790" y="249876"/>
                    <a:pt x="77776" y="249876"/>
                  </a:cubicBezTo>
                  <a:cubicBezTo>
                    <a:pt x="79728" y="249876"/>
                    <a:pt x="80670" y="249808"/>
                    <a:pt x="82117" y="249304"/>
                  </a:cubicBezTo>
                  <a:cubicBezTo>
                    <a:pt x="83564" y="248799"/>
                    <a:pt x="85247" y="247353"/>
                    <a:pt x="85887" y="247218"/>
                  </a:cubicBezTo>
                  <a:cubicBezTo>
                    <a:pt x="86526" y="247084"/>
                    <a:pt x="89286" y="245570"/>
                    <a:pt x="89925" y="244830"/>
                  </a:cubicBezTo>
                  <a:cubicBezTo>
                    <a:pt x="90565" y="244123"/>
                    <a:pt x="92617" y="242576"/>
                    <a:pt x="93055" y="242307"/>
                  </a:cubicBezTo>
                  <a:cubicBezTo>
                    <a:pt x="93493" y="242038"/>
                    <a:pt x="96319" y="237967"/>
                    <a:pt x="96319" y="237967"/>
                  </a:cubicBezTo>
                  <a:lnTo>
                    <a:pt x="98271" y="234704"/>
                  </a:lnTo>
                  <a:cubicBezTo>
                    <a:pt x="98271" y="234704"/>
                    <a:pt x="105171" y="228481"/>
                    <a:pt x="105305" y="228245"/>
                  </a:cubicBezTo>
                  <a:cubicBezTo>
                    <a:pt x="105440" y="228044"/>
                    <a:pt x="109579" y="222796"/>
                    <a:pt x="109579" y="222796"/>
                  </a:cubicBezTo>
                  <a:lnTo>
                    <a:pt x="114796" y="219028"/>
                  </a:lnTo>
                  <a:lnTo>
                    <a:pt x="119003" y="214823"/>
                  </a:lnTo>
                  <a:cubicBezTo>
                    <a:pt x="119003" y="214823"/>
                    <a:pt x="120180" y="211627"/>
                    <a:pt x="120685" y="211257"/>
                  </a:cubicBezTo>
                  <a:cubicBezTo>
                    <a:pt x="121190" y="210887"/>
                    <a:pt x="124017" y="209575"/>
                    <a:pt x="124017" y="209575"/>
                  </a:cubicBezTo>
                  <a:cubicBezTo>
                    <a:pt x="124017" y="209575"/>
                    <a:pt x="127147" y="208263"/>
                    <a:pt x="127416" y="208263"/>
                  </a:cubicBezTo>
                  <a:cubicBezTo>
                    <a:pt x="127685" y="208263"/>
                    <a:pt x="129166" y="206514"/>
                    <a:pt x="129166" y="206514"/>
                  </a:cubicBezTo>
                  <a:lnTo>
                    <a:pt x="131118" y="205707"/>
                  </a:lnTo>
                  <a:lnTo>
                    <a:pt x="134012" y="206279"/>
                  </a:lnTo>
                  <a:lnTo>
                    <a:pt x="136536" y="208533"/>
                  </a:lnTo>
                  <a:cubicBezTo>
                    <a:pt x="136536" y="208533"/>
                    <a:pt x="136772" y="209542"/>
                    <a:pt x="136772" y="209844"/>
                  </a:cubicBezTo>
                  <a:cubicBezTo>
                    <a:pt x="136772" y="210147"/>
                    <a:pt x="136907" y="211728"/>
                    <a:pt x="136705" y="212300"/>
                  </a:cubicBezTo>
                  <a:cubicBezTo>
                    <a:pt x="136503" y="212872"/>
                    <a:pt x="135695" y="214319"/>
                    <a:pt x="135628" y="214621"/>
                  </a:cubicBezTo>
                  <a:cubicBezTo>
                    <a:pt x="135561" y="214924"/>
                    <a:pt x="135191" y="215832"/>
                    <a:pt x="134988" y="216438"/>
                  </a:cubicBezTo>
                  <a:cubicBezTo>
                    <a:pt x="134787" y="217010"/>
                    <a:pt x="134618" y="217514"/>
                    <a:pt x="134484" y="218322"/>
                  </a:cubicBezTo>
                  <a:cubicBezTo>
                    <a:pt x="134349" y="219129"/>
                    <a:pt x="134282" y="220138"/>
                    <a:pt x="134282" y="220710"/>
                  </a:cubicBezTo>
                  <a:cubicBezTo>
                    <a:pt x="134282" y="221282"/>
                    <a:pt x="134282" y="222392"/>
                    <a:pt x="134416" y="222964"/>
                  </a:cubicBezTo>
                  <a:cubicBezTo>
                    <a:pt x="134551" y="223536"/>
                    <a:pt x="134551" y="224713"/>
                    <a:pt x="134787" y="225151"/>
                  </a:cubicBezTo>
                  <a:cubicBezTo>
                    <a:pt x="134988" y="225588"/>
                    <a:pt x="135729" y="226967"/>
                    <a:pt x="135729" y="226967"/>
                  </a:cubicBezTo>
                  <a:cubicBezTo>
                    <a:pt x="135729" y="226967"/>
                    <a:pt x="136873" y="227909"/>
                    <a:pt x="137243" y="228548"/>
                  </a:cubicBezTo>
                  <a:cubicBezTo>
                    <a:pt x="137614" y="229187"/>
                    <a:pt x="137984" y="229927"/>
                    <a:pt x="139431" y="231441"/>
                  </a:cubicBezTo>
                  <a:cubicBezTo>
                    <a:pt x="140878" y="232955"/>
                    <a:pt x="143066" y="234334"/>
                    <a:pt x="143402" y="234570"/>
                  </a:cubicBezTo>
                  <a:cubicBezTo>
                    <a:pt x="143772" y="234771"/>
                    <a:pt x="145657" y="236521"/>
                    <a:pt x="145657" y="236521"/>
                  </a:cubicBezTo>
                  <a:lnTo>
                    <a:pt x="147845" y="238707"/>
                  </a:lnTo>
                  <a:lnTo>
                    <a:pt x="151042" y="241970"/>
                  </a:lnTo>
                  <a:lnTo>
                    <a:pt x="154441" y="243854"/>
                  </a:lnTo>
                  <a:lnTo>
                    <a:pt x="157571" y="247992"/>
                  </a:lnTo>
                  <a:lnTo>
                    <a:pt x="158278" y="251524"/>
                  </a:lnTo>
                  <a:lnTo>
                    <a:pt x="157907" y="255056"/>
                  </a:lnTo>
                  <a:lnTo>
                    <a:pt x="157470" y="258824"/>
                  </a:lnTo>
                  <a:lnTo>
                    <a:pt x="158244" y="263298"/>
                  </a:lnTo>
                  <a:lnTo>
                    <a:pt x="158446" y="266998"/>
                  </a:lnTo>
                  <a:lnTo>
                    <a:pt x="162484" y="270699"/>
                  </a:lnTo>
                  <a:lnTo>
                    <a:pt x="166489" y="273962"/>
                  </a:lnTo>
                  <a:lnTo>
                    <a:pt x="167566" y="274500"/>
                  </a:lnTo>
                  <a:lnTo>
                    <a:pt x="168542" y="277965"/>
                  </a:lnTo>
                  <a:cubicBezTo>
                    <a:pt x="168542" y="277965"/>
                    <a:pt x="168879" y="280353"/>
                    <a:pt x="168879" y="280790"/>
                  </a:cubicBezTo>
                  <a:cubicBezTo>
                    <a:pt x="168879" y="281228"/>
                    <a:pt x="168778" y="283280"/>
                    <a:pt x="168778" y="283280"/>
                  </a:cubicBezTo>
                  <a:lnTo>
                    <a:pt x="168677" y="288494"/>
                  </a:lnTo>
                  <a:lnTo>
                    <a:pt x="168778" y="290109"/>
                  </a:lnTo>
                  <a:lnTo>
                    <a:pt x="170730" y="293372"/>
                  </a:lnTo>
                  <a:lnTo>
                    <a:pt x="175744" y="295659"/>
                  </a:lnTo>
                  <a:cubicBezTo>
                    <a:pt x="175744" y="295659"/>
                    <a:pt x="177359" y="295895"/>
                    <a:pt x="177797" y="296298"/>
                  </a:cubicBezTo>
                  <a:cubicBezTo>
                    <a:pt x="178235" y="296736"/>
                    <a:pt x="179446" y="297947"/>
                    <a:pt x="179884" y="298586"/>
                  </a:cubicBezTo>
                  <a:cubicBezTo>
                    <a:pt x="180321" y="299225"/>
                    <a:pt x="180321" y="300739"/>
                    <a:pt x="180523" y="301176"/>
                  </a:cubicBezTo>
                  <a:cubicBezTo>
                    <a:pt x="180759" y="301613"/>
                    <a:pt x="180321" y="303026"/>
                    <a:pt x="180187" y="303565"/>
                  </a:cubicBezTo>
                  <a:cubicBezTo>
                    <a:pt x="180086" y="304103"/>
                    <a:pt x="180287" y="303901"/>
                    <a:pt x="179412" y="305415"/>
                  </a:cubicBezTo>
                  <a:cubicBezTo>
                    <a:pt x="178538" y="306929"/>
                    <a:pt x="178874" y="308039"/>
                    <a:pt x="177461" y="309014"/>
                  </a:cubicBezTo>
                  <a:cubicBezTo>
                    <a:pt x="176047" y="309990"/>
                    <a:pt x="175408" y="310629"/>
                    <a:pt x="174095" y="311201"/>
                  </a:cubicBezTo>
                  <a:cubicBezTo>
                    <a:pt x="172783" y="311739"/>
                    <a:pt x="172244" y="312277"/>
                    <a:pt x="171706" y="312715"/>
                  </a:cubicBezTo>
                  <a:cubicBezTo>
                    <a:pt x="171167" y="313152"/>
                    <a:pt x="170393" y="312815"/>
                    <a:pt x="169417" y="313253"/>
                  </a:cubicBezTo>
                  <a:cubicBezTo>
                    <a:pt x="168441" y="313690"/>
                    <a:pt x="167229" y="313354"/>
                    <a:pt x="166489" y="313791"/>
                  </a:cubicBezTo>
                  <a:cubicBezTo>
                    <a:pt x="165715" y="314228"/>
                    <a:pt x="165177" y="314767"/>
                    <a:pt x="165177" y="314767"/>
                  </a:cubicBezTo>
                  <a:lnTo>
                    <a:pt x="162888" y="315540"/>
                  </a:lnTo>
                  <a:lnTo>
                    <a:pt x="161576" y="317828"/>
                  </a:lnTo>
                  <a:lnTo>
                    <a:pt x="160936" y="319779"/>
                  </a:lnTo>
                  <a:lnTo>
                    <a:pt x="161710" y="321831"/>
                  </a:lnTo>
                  <a:lnTo>
                    <a:pt x="163763" y="323782"/>
                  </a:lnTo>
                  <a:lnTo>
                    <a:pt x="166254" y="324421"/>
                  </a:lnTo>
                  <a:lnTo>
                    <a:pt x="170595" y="325060"/>
                  </a:lnTo>
                  <a:lnTo>
                    <a:pt x="171470" y="326372"/>
                  </a:lnTo>
                  <a:lnTo>
                    <a:pt x="172547" y="327449"/>
                  </a:lnTo>
                  <a:lnTo>
                    <a:pt x="175038" y="329501"/>
                  </a:lnTo>
                  <a:lnTo>
                    <a:pt x="177864" y="330140"/>
                  </a:lnTo>
                  <a:lnTo>
                    <a:pt x="180153" y="330779"/>
                  </a:lnTo>
                  <a:lnTo>
                    <a:pt x="180927" y="327415"/>
                  </a:lnTo>
                  <a:lnTo>
                    <a:pt x="178841" y="325128"/>
                  </a:lnTo>
                  <a:lnTo>
                    <a:pt x="179278" y="323816"/>
                  </a:lnTo>
                  <a:lnTo>
                    <a:pt x="182206" y="323916"/>
                  </a:lnTo>
                  <a:lnTo>
                    <a:pt x="183619" y="324993"/>
                  </a:lnTo>
                  <a:lnTo>
                    <a:pt x="185134" y="327381"/>
                  </a:lnTo>
                  <a:lnTo>
                    <a:pt x="187961" y="328088"/>
                  </a:lnTo>
                  <a:lnTo>
                    <a:pt x="190249" y="327045"/>
                  </a:lnTo>
                  <a:lnTo>
                    <a:pt x="193076" y="327045"/>
                  </a:lnTo>
                  <a:lnTo>
                    <a:pt x="194524" y="326103"/>
                  </a:lnTo>
                  <a:lnTo>
                    <a:pt x="194961" y="325027"/>
                  </a:lnTo>
                  <a:cubicBezTo>
                    <a:pt x="194961" y="325027"/>
                    <a:pt x="197216" y="322840"/>
                    <a:pt x="197586" y="322840"/>
                  </a:cubicBezTo>
                  <a:cubicBezTo>
                    <a:pt x="197956" y="322840"/>
                    <a:pt x="200177" y="322134"/>
                    <a:pt x="200177" y="322134"/>
                  </a:cubicBezTo>
                  <a:lnTo>
                    <a:pt x="200446" y="319409"/>
                  </a:lnTo>
                  <a:cubicBezTo>
                    <a:pt x="200446" y="319409"/>
                    <a:pt x="199942" y="316987"/>
                    <a:pt x="199875" y="316886"/>
                  </a:cubicBezTo>
                  <a:cubicBezTo>
                    <a:pt x="199807" y="316785"/>
                    <a:pt x="199101" y="315439"/>
                    <a:pt x="199101" y="315439"/>
                  </a:cubicBezTo>
                  <a:lnTo>
                    <a:pt x="200446" y="313959"/>
                  </a:lnTo>
                  <a:lnTo>
                    <a:pt x="202466" y="313152"/>
                  </a:lnTo>
                  <a:lnTo>
                    <a:pt x="205259" y="313152"/>
                  </a:lnTo>
                  <a:lnTo>
                    <a:pt x="206942" y="315507"/>
                  </a:lnTo>
                  <a:lnTo>
                    <a:pt x="207851" y="317693"/>
                  </a:lnTo>
                  <a:lnTo>
                    <a:pt x="207851" y="319241"/>
                  </a:lnTo>
                  <a:lnTo>
                    <a:pt x="208591" y="320889"/>
                  </a:lnTo>
                  <a:cubicBezTo>
                    <a:pt x="208591" y="320889"/>
                    <a:pt x="210409" y="322840"/>
                    <a:pt x="210543" y="322975"/>
                  </a:cubicBezTo>
                  <a:cubicBezTo>
                    <a:pt x="210644" y="323076"/>
                    <a:pt x="213101" y="324589"/>
                    <a:pt x="213101" y="324589"/>
                  </a:cubicBezTo>
                  <a:lnTo>
                    <a:pt x="213101" y="326170"/>
                  </a:lnTo>
                  <a:cubicBezTo>
                    <a:pt x="213101" y="326170"/>
                    <a:pt x="212730" y="327415"/>
                    <a:pt x="212764" y="327516"/>
                  </a:cubicBezTo>
                  <a:cubicBezTo>
                    <a:pt x="212798" y="327617"/>
                    <a:pt x="213740" y="328828"/>
                    <a:pt x="213976" y="328895"/>
                  </a:cubicBezTo>
                  <a:cubicBezTo>
                    <a:pt x="214245" y="328962"/>
                    <a:pt x="215894" y="328996"/>
                    <a:pt x="216365" y="329164"/>
                  </a:cubicBezTo>
                  <a:cubicBezTo>
                    <a:pt x="216837" y="329299"/>
                    <a:pt x="217341" y="329030"/>
                    <a:pt x="217779" y="329366"/>
                  </a:cubicBezTo>
                  <a:cubicBezTo>
                    <a:pt x="218216" y="329736"/>
                    <a:pt x="219697" y="331115"/>
                    <a:pt x="219798" y="331183"/>
                  </a:cubicBezTo>
                  <a:cubicBezTo>
                    <a:pt x="219899" y="331250"/>
                    <a:pt x="223870" y="333537"/>
                    <a:pt x="223870" y="333537"/>
                  </a:cubicBezTo>
                  <a:lnTo>
                    <a:pt x="225654" y="333975"/>
                  </a:lnTo>
                  <a:lnTo>
                    <a:pt x="229490" y="335522"/>
                  </a:lnTo>
                  <a:lnTo>
                    <a:pt x="232755" y="334547"/>
                  </a:lnTo>
                  <a:lnTo>
                    <a:pt x="235043" y="335320"/>
                  </a:lnTo>
                  <a:lnTo>
                    <a:pt x="237534" y="337507"/>
                  </a:lnTo>
                  <a:lnTo>
                    <a:pt x="240024" y="338987"/>
                  </a:lnTo>
                  <a:lnTo>
                    <a:pt x="242515" y="339256"/>
                  </a:lnTo>
                  <a:lnTo>
                    <a:pt x="243491" y="339256"/>
                  </a:lnTo>
                  <a:lnTo>
                    <a:pt x="244029" y="340568"/>
                  </a:lnTo>
                  <a:cubicBezTo>
                    <a:pt x="244029" y="340568"/>
                    <a:pt x="244702" y="341779"/>
                    <a:pt x="245006" y="341981"/>
                  </a:cubicBezTo>
                  <a:cubicBezTo>
                    <a:pt x="245342" y="342183"/>
                    <a:pt x="249885" y="342856"/>
                    <a:pt x="249885" y="342856"/>
                  </a:cubicBezTo>
                  <a:lnTo>
                    <a:pt x="251534" y="342957"/>
                  </a:lnTo>
                  <a:lnTo>
                    <a:pt x="252847" y="346758"/>
                  </a:lnTo>
                  <a:lnTo>
                    <a:pt x="253486" y="348843"/>
                  </a:lnTo>
                  <a:lnTo>
                    <a:pt x="255674" y="352006"/>
                  </a:lnTo>
                  <a:lnTo>
                    <a:pt x="258602" y="354495"/>
                  </a:lnTo>
                  <a:lnTo>
                    <a:pt x="261429" y="354293"/>
                  </a:lnTo>
                  <a:cubicBezTo>
                    <a:pt x="261429" y="354293"/>
                    <a:pt x="262943" y="356244"/>
                    <a:pt x="263078" y="356581"/>
                  </a:cubicBezTo>
                  <a:cubicBezTo>
                    <a:pt x="263179" y="356917"/>
                    <a:pt x="263852" y="359743"/>
                    <a:pt x="263852" y="359743"/>
                  </a:cubicBezTo>
                  <a:lnTo>
                    <a:pt x="262337" y="363342"/>
                  </a:lnTo>
                  <a:cubicBezTo>
                    <a:pt x="262337" y="363342"/>
                    <a:pt x="261698" y="364217"/>
                    <a:pt x="261698" y="364856"/>
                  </a:cubicBezTo>
                  <a:cubicBezTo>
                    <a:pt x="261698" y="365495"/>
                    <a:pt x="261799" y="367143"/>
                    <a:pt x="262237" y="367682"/>
                  </a:cubicBezTo>
                  <a:cubicBezTo>
                    <a:pt x="262674" y="368220"/>
                    <a:pt x="263852" y="369094"/>
                    <a:pt x="263852" y="369094"/>
                  </a:cubicBezTo>
                  <a:lnTo>
                    <a:pt x="264491" y="372358"/>
                  </a:lnTo>
                  <a:lnTo>
                    <a:pt x="263852" y="375183"/>
                  </a:lnTo>
                  <a:lnTo>
                    <a:pt x="262674" y="376159"/>
                  </a:lnTo>
                  <a:cubicBezTo>
                    <a:pt x="262674" y="376159"/>
                    <a:pt x="264626" y="379085"/>
                    <a:pt x="265064" y="379422"/>
                  </a:cubicBezTo>
                  <a:cubicBezTo>
                    <a:pt x="265501" y="379758"/>
                    <a:pt x="265703" y="379220"/>
                    <a:pt x="266814" y="379758"/>
                  </a:cubicBezTo>
                  <a:cubicBezTo>
                    <a:pt x="267890" y="380297"/>
                    <a:pt x="267890" y="379657"/>
                    <a:pt x="269539" y="379960"/>
                  </a:cubicBezTo>
                  <a:cubicBezTo>
                    <a:pt x="271155" y="380297"/>
                    <a:pt x="272367" y="380734"/>
                    <a:pt x="273241" y="380397"/>
                  </a:cubicBezTo>
                  <a:cubicBezTo>
                    <a:pt x="274116" y="380061"/>
                    <a:pt x="274991" y="375890"/>
                    <a:pt x="274991" y="375890"/>
                  </a:cubicBezTo>
                  <a:cubicBezTo>
                    <a:pt x="274991" y="375890"/>
                    <a:pt x="276169" y="373670"/>
                    <a:pt x="276237" y="373434"/>
                  </a:cubicBezTo>
                  <a:cubicBezTo>
                    <a:pt x="276304" y="373232"/>
                    <a:pt x="277718" y="371046"/>
                    <a:pt x="277718" y="371046"/>
                  </a:cubicBezTo>
                  <a:cubicBezTo>
                    <a:pt x="277718" y="371046"/>
                    <a:pt x="278256" y="369532"/>
                    <a:pt x="278256" y="369263"/>
                  </a:cubicBezTo>
                  <a:cubicBezTo>
                    <a:pt x="278256" y="368994"/>
                    <a:pt x="279030" y="367244"/>
                    <a:pt x="279030" y="366874"/>
                  </a:cubicBezTo>
                  <a:cubicBezTo>
                    <a:pt x="279030" y="366504"/>
                    <a:pt x="279670" y="364654"/>
                    <a:pt x="279838" y="364587"/>
                  </a:cubicBezTo>
                  <a:cubicBezTo>
                    <a:pt x="280006" y="364520"/>
                    <a:pt x="281588" y="363006"/>
                    <a:pt x="281588" y="363006"/>
                  </a:cubicBezTo>
                  <a:lnTo>
                    <a:pt x="282026" y="361324"/>
                  </a:lnTo>
                  <a:cubicBezTo>
                    <a:pt x="282026" y="361324"/>
                    <a:pt x="281857" y="360281"/>
                    <a:pt x="281352" y="359978"/>
                  </a:cubicBezTo>
                  <a:cubicBezTo>
                    <a:pt x="280881" y="359642"/>
                    <a:pt x="279905" y="358532"/>
                    <a:pt x="279939" y="358195"/>
                  </a:cubicBezTo>
                  <a:cubicBezTo>
                    <a:pt x="279972" y="357859"/>
                    <a:pt x="279972" y="357152"/>
                    <a:pt x="280309" y="356883"/>
                  </a:cubicBezTo>
                  <a:cubicBezTo>
                    <a:pt x="280646" y="356614"/>
                    <a:pt x="281992" y="356244"/>
                    <a:pt x="281992" y="356244"/>
                  </a:cubicBezTo>
                  <a:lnTo>
                    <a:pt x="285424" y="354293"/>
                  </a:lnTo>
                  <a:cubicBezTo>
                    <a:pt x="285424" y="354293"/>
                    <a:pt x="288083" y="352174"/>
                    <a:pt x="288151" y="351972"/>
                  </a:cubicBezTo>
                  <a:cubicBezTo>
                    <a:pt x="288218" y="351770"/>
                    <a:pt x="289901" y="349752"/>
                    <a:pt x="289901" y="349752"/>
                  </a:cubicBezTo>
                  <a:cubicBezTo>
                    <a:pt x="289901" y="349752"/>
                    <a:pt x="292526" y="347027"/>
                    <a:pt x="292795" y="346926"/>
                  </a:cubicBezTo>
                  <a:cubicBezTo>
                    <a:pt x="293064" y="346825"/>
                    <a:pt x="293939" y="345580"/>
                    <a:pt x="293939" y="345580"/>
                  </a:cubicBezTo>
                  <a:lnTo>
                    <a:pt x="296228" y="344369"/>
                  </a:lnTo>
                  <a:lnTo>
                    <a:pt x="300064" y="342048"/>
                  </a:lnTo>
                  <a:lnTo>
                    <a:pt x="303632" y="341308"/>
                  </a:lnTo>
                  <a:lnTo>
                    <a:pt x="306088" y="341611"/>
                  </a:lnTo>
                  <a:lnTo>
                    <a:pt x="308612" y="344874"/>
                  </a:lnTo>
                  <a:lnTo>
                    <a:pt x="309858" y="347902"/>
                  </a:lnTo>
                  <a:lnTo>
                    <a:pt x="308478" y="350290"/>
                  </a:lnTo>
                  <a:cubicBezTo>
                    <a:pt x="308478" y="350290"/>
                    <a:pt x="306391" y="351669"/>
                    <a:pt x="306088" y="352039"/>
                  </a:cubicBezTo>
                  <a:cubicBezTo>
                    <a:pt x="305785" y="352409"/>
                    <a:pt x="304069" y="353418"/>
                    <a:pt x="304069" y="353418"/>
                  </a:cubicBezTo>
                  <a:cubicBezTo>
                    <a:pt x="304069" y="353418"/>
                    <a:pt x="303396" y="356009"/>
                    <a:pt x="303362" y="356244"/>
                  </a:cubicBezTo>
                  <a:cubicBezTo>
                    <a:pt x="303295" y="356480"/>
                    <a:pt x="302689" y="358061"/>
                    <a:pt x="302689" y="358061"/>
                  </a:cubicBezTo>
                  <a:lnTo>
                    <a:pt x="301242" y="363208"/>
                  </a:lnTo>
                  <a:lnTo>
                    <a:pt x="300805" y="365091"/>
                  </a:lnTo>
                  <a:cubicBezTo>
                    <a:pt x="300805" y="365091"/>
                    <a:pt x="300232" y="368994"/>
                    <a:pt x="300232" y="369364"/>
                  </a:cubicBezTo>
                  <a:cubicBezTo>
                    <a:pt x="300232" y="369734"/>
                    <a:pt x="299728" y="374645"/>
                    <a:pt x="299728" y="374645"/>
                  </a:cubicBezTo>
                  <a:cubicBezTo>
                    <a:pt x="299728" y="374645"/>
                    <a:pt x="299526" y="377673"/>
                    <a:pt x="299661" y="378043"/>
                  </a:cubicBezTo>
                  <a:cubicBezTo>
                    <a:pt x="299795" y="378413"/>
                    <a:pt x="302185" y="382618"/>
                    <a:pt x="302185" y="382618"/>
                  </a:cubicBezTo>
                  <a:lnTo>
                    <a:pt x="304776" y="383425"/>
                  </a:lnTo>
                  <a:lnTo>
                    <a:pt x="309185" y="382988"/>
                  </a:lnTo>
                  <a:cubicBezTo>
                    <a:pt x="309185" y="382988"/>
                    <a:pt x="312516" y="383492"/>
                    <a:pt x="312819" y="383492"/>
                  </a:cubicBezTo>
                  <a:cubicBezTo>
                    <a:pt x="313089" y="383492"/>
                    <a:pt x="314031" y="385443"/>
                    <a:pt x="314031" y="385443"/>
                  </a:cubicBezTo>
                  <a:lnTo>
                    <a:pt x="314031" y="388908"/>
                  </a:lnTo>
                  <a:lnTo>
                    <a:pt x="314468" y="390489"/>
                  </a:lnTo>
                  <a:lnTo>
                    <a:pt x="313661" y="392003"/>
                  </a:lnTo>
                  <a:cubicBezTo>
                    <a:pt x="313661" y="392003"/>
                    <a:pt x="313021" y="394896"/>
                    <a:pt x="313021" y="395333"/>
                  </a:cubicBezTo>
                  <a:cubicBezTo>
                    <a:pt x="313021" y="395771"/>
                    <a:pt x="312752" y="397285"/>
                    <a:pt x="313223" y="397856"/>
                  </a:cubicBezTo>
                  <a:cubicBezTo>
                    <a:pt x="313728" y="398428"/>
                    <a:pt x="315680" y="401557"/>
                    <a:pt x="316992" y="401624"/>
                  </a:cubicBezTo>
                  <a:cubicBezTo>
                    <a:pt x="318305" y="401691"/>
                    <a:pt x="320190" y="401119"/>
                    <a:pt x="320964" y="401052"/>
                  </a:cubicBezTo>
                  <a:cubicBezTo>
                    <a:pt x="321771" y="400985"/>
                    <a:pt x="323925" y="399606"/>
                    <a:pt x="323925" y="399606"/>
                  </a:cubicBezTo>
                  <a:cubicBezTo>
                    <a:pt x="323925" y="399606"/>
                    <a:pt x="326315" y="400110"/>
                    <a:pt x="326752" y="400682"/>
                  </a:cubicBezTo>
                  <a:cubicBezTo>
                    <a:pt x="327190" y="401254"/>
                    <a:pt x="329276" y="404383"/>
                    <a:pt x="329276" y="404383"/>
                  </a:cubicBezTo>
                  <a:lnTo>
                    <a:pt x="330017" y="406266"/>
                  </a:lnTo>
                  <a:cubicBezTo>
                    <a:pt x="330017" y="406266"/>
                    <a:pt x="327762" y="411178"/>
                    <a:pt x="327392" y="411783"/>
                  </a:cubicBezTo>
                  <a:cubicBezTo>
                    <a:pt x="327022" y="412355"/>
                    <a:pt x="325877" y="413869"/>
                    <a:pt x="325810" y="414407"/>
                  </a:cubicBezTo>
                  <a:cubicBezTo>
                    <a:pt x="325743" y="414912"/>
                    <a:pt x="329276" y="418814"/>
                    <a:pt x="329276" y="418814"/>
                  </a:cubicBezTo>
                  <a:lnTo>
                    <a:pt x="330017" y="421942"/>
                  </a:lnTo>
                  <a:lnTo>
                    <a:pt x="332911" y="425273"/>
                  </a:lnTo>
                  <a:lnTo>
                    <a:pt x="333349" y="427594"/>
                  </a:lnTo>
                  <a:cubicBezTo>
                    <a:pt x="333349" y="427594"/>
                    <a:pt x="333551" y="429410"/>
                    <a:pt x="333349" y="429612"/>
                  </a:cubicBezTo>
                  <a:cubicBezTo>
                    <a:pt x="333147" y="429848"/>
                    <a:pt x="334661" y="431631"/>
                    <a:pt x="335974" y="431631"/>
                  </a:cubicBezTo>
                  <a:cubicBezTo>
                    <a:pt x="337286" y="431631"/>
                    <a:pt x="338296" y="431631"/>
                    <a:pt x="338801" y="431563"/>
                  </a:cubicBezTo>
                  <a:cubicBezTo>
                    <a:pt x="339305" y="431496"/>
                    <a:pt x="340685" y="430924"/>
                    <a:pt x="340887" y="430924"/>
                  </a:cubicBezTo>
                  <a:cubicBezTo>
                    <a:pt x="341089" y="430924"/>
                    <a:pt x="341459" y="430790"/>
                    <a:pt x="341829" y="430924"/>
                  </a:cubicBezTo>
                  <a:cubicBezTo>
                    <a:pt x="342200" y="431059"/>
                    <a:pt x="343277" y="432236"/>
                    <a:pt x="343277" y="432236"/>
                  </a:cubicBezTo>
                  <a:lnTo>
                    <a:pt x="344118" y="433212"/>
                  </a:lnTo>
                  <a:lnTo>
                    <a:pt x="345464" y="435196"/>
                  </a:lnTo>
                  <a:lnTo>
                    <a:pt x="345195" y="437450"/>
                  </a:lnTo>
                  <a:lnTo>
                    <a:pt x="344118" y="438527"/>
                  </a:lnTo>
                  <a:lnTo>
                    <a:pt x="343580" y="440982"/>
                  </a:lnTo>
                  <a:lnTo>
                    <a:pt x="343580" y="442799"/>
                  </a:lnTo>
                  <a:cubicBezTo>
                    <a:pt x="343580" y="442799"/>
                    <a:pt x="344959" y="444649"/>
                    <a:pt x="345027" y="444750"/>
                  </a:cubicBezTo>
                  <a:cubicBezTo>
                    <a:pt x="345094" y="444851"/>
                    <a:pt x="346104" y="445255"/>
                    <a:pt x="346272" y="445255"/>
                  </a:cubicBezTo>
                  <a:cubicBezTo>
                    <a:pt x="346440" y="445255"/>
                    <a:pt x="347753" y="446466"/>
                    <a:pt x="347753" y="446466"/>
                  </a:cubicBezTo>
                  <a:lnTo>
                    <a:pt x="349200" y="447105"/>
                  </a:lnTo>
                  <a:lnTo>
                    <a:pt x="350647" y="448215"/>
                  </a:lnTo>
                  <a:cubicBezTo>
                    <a:pt x="350647" y="448215"/>
                    <a:pt x="350714" y="449190"/>
                    <a:pt x="351791" y="449022"/>
                  </a:cubicBezTo>
                  <a:cubicBezTo>
                    <a:pt x="352868" y="448820"/>
                    <a:pt x="353508" y="448720"/>
                    <a:pt x="354147" y="448484"/>
                  </a:cubicBezTo>
                  <a:cubicBezTo>
                    <a:pt x="354787" y="448215"/>
                    <a:pt x="355897" y="447778"/>
                    <a:pt x="356099" y="447643"/>
                  </a:cubicBezTo>
                  <a:cubicBezTo>
                    <a:pt x="356301" y="447508"/>
                    <a:pt x="356806" y="447105"/>
                    <a:pt x="357008" y="447004"/>
                  </a:cubicBezTo>
                  <a:cubicBezTo>
                    <a:pt x="357210" y="446903"/>
                    <a:pt x="357715" y="446466"/>
                    <a:pt x="357715" y="446466"/>
                  </a:cubicBezTo>
                  <a:cubicBezTo>
                    <a:pt x="357715" y="446466"/>
                    <a:pt x="359936" y="445793"/>
                    <a:pt x="360171" y="445793"/>
                  </a:cubicBezTo>
                  <a:cubicBezTo>
                    <a:pt x="360440" y="445793"/>
                    <a:pt x="361383" y="446197"/>
                    <a:pt x="361787" y="446230"/>
                  </a:cubicBezTo>
                  <a:cubicBezTo>
                    <a:pt x="362224" y="446264"/>
                    <a:pt x="363705" y="447441"/>
                    <a:pt x="363705" y="447441"/>
                  </a:cubicBezTo>
                  <a:lnTo>
                    <a:pt x="364109" y="448753"/>
                  </a:lnTo>
                  <a:cubicBezTo>
                    <a:pt x="364109" y="448753"/>
                    <a:pt x="363840" y="449661"/>
                    <a:pt x="363671" y="449863"/>
                  </a:cubicBezTo>
                  <a:cubicBezTo>
                    <a:pt x="363537" y="450065"/>
                    <a:pt x="362897" y="450872"/>
                    <a:pt x="362729" y="451175"/>
                  </a:cubicBezTo>
                  <a:cubicBezTo>
                    <a:pt x="362561" y="451444"/>
                    <a:pt x="361147" y="453665"/>
                    <a:pt x="361013" y="453698"/>
                  </a:cubicBezTo>
                  <a:cubicBezTo>
                    <a:pt x="360912" y="453732"/>
                    <a:pt x="360205" y="455010"/>
                    <a:pt x="360205" y="455111"/>
                  </a:cubicBezTo>
                  <a:cubicBezTo>
                    <a:pt x="360205" y="455212"/>
                    <a:pt x="359229" y="456726"/>
                    <a:pt x="359229" y="456726"/>
                  </a:cubicBezTo>
                  <a:lnTo>
                    <a:pt x="357815" y="461099"/>
                  </a:lnTo>
                  <a:lnTo>
                    <a:pt x="355864" y="464362"/>
                  </a:lnTo>
                  <a:lnTo>
                    <a:pt x="352027" y="466885"/>
                  </a:lnTo>
                  <a:lnTo>
                    <a:pt x="349133" y="469408"/>
                  </a:lnTo>
                  <a:lnTo>
                    <a:pt x="347450" y="472099"/>
                  </a:lnTo>
                  <a:lnTo>
                    <a:pt x="348594" y="474992"/>
                  </a:lnTo>
                  <a:lnTo>
                    <a:pt x="352061" y="475295"/>
                  </a:lnTo>
                  <a:lnTo>
                    <a:pt x="353945" y="476439"/>
                  </a:lnTo>
                  <a:lnTo>
                    <a:pt x="357412" y="478188"/>
                  </a:lnTo>
                  <a:lnTo>
                    <a:pt x="359431" y="481653"/>
                  </a:lnTo>
                  <a:lnTo>
                    <a:pt x="358994" y="484411"/>
                  </a:lnTo>
                  <a:lnTo>
                    <a:pt x="357109" y="487742"/>
                  </a:lnTo>
                  <a:lnTo>
                    <a:pt x="355224" y="491375"/>
                  </a:lnTo>
                  <a:lnTo>
                    <a:pt x="354484" y="493258"/>
                  </a:lnTo>
                  <a:cubicBezTo>
                    <a:pt x="354484" y="493258"/>
                    <a:pt x="354349" y="494402"/>
                    <a:pt x="354484" y="495445"/>
                  </a:cubicBezTo>
                  <a:cubicBezTo>
                    <a:pt x="354618" y="496454"/>
                    <a:pt x="354787" y="497329"/>
                    <a:pt x="356066" y="497329"/>
                  </a:cubicBezTo>
                  <a:cubicBezTo>
                    <a:pt x="357345" y="497329"/>
                    <a:pt x="358522" y="497833"/>
                    <a:pt x="360979" y="497833"/>
                  </a:cubicBezTo>
                  <a:cubicBezTo>
                    <a:pt x="363436" y="497833"/>
                    <a:pt x="364614" y="497632"/>
                    <a:pt x="365186" y="497632"/>
                  </a:cubicBezTo>
                  <a:cubicBezTo>
                    <a:pt x="365758" y="497632"/>
                    <a:pt x="368652" y="497632"/>
                    <a:pt x="368652" y="497632"/>
                  </a:cubicBezTo>
                  <a:lnTo>
                    <a:pt x="370234" y="499515"/>
                  </a:lnTo>
                  <a:cubicBezTo>
                    <a:pt x="370234" y="499515"/>
                    <a:pt x="371243" y="502846"/>
                    <a:pt x="371681" y="503283"/>
                  </a:cubicBezTo>
                  <a:cubicBezTo>
                    <a:pt x="372119" y="503720"/>
                    <a:pt x="372253" y="505470"/>
                    <a:pt x="372422" y="505907"/>
                  </a:cubicBezTo>
                  <a:cubicBezTo>
                    <a:pt x="372556" y="506344"/>
                    <a:pt x="371849" y="507791"/>
                    <a:pt x="372422" y="508363"/>
                  </a:cubicBezTo>
                  <a:cubicBezTo>
                    <a:pt x="372994" y="508934"/>
                    <a:pt x="373431" y="510112"/>
                    <a:pt x="373566" y="510684"/>
                  </a:cubicBezTo>
                  <a:cubicBezTo>
                    <a:pt x="373701" y="511256"/>
                    <a:pt x="376898" y="516201"/>
                    <a:pt x="376898" y="516201"/>
                  </a:cubicBezTo>
                  <a:lnTo>
                    <a:pt x="379792" y="521852"/>
                  </a:lnTo>
                  <a:lnTo>
                    <a:pt x="380667" y="525620"/>
                  </a:lnTo>
                  <a:lnTo>
                    <a:pt x="381980" y="529387"/>
                  </a:lnTo>
                  <a:lnTo>
                    <a:pt x="384301" y="532415"/>
                  </a:lnTo>
                  <a:lnTo>
                    <a:pt x="386826" y="534299"/>
                  </a:lnTo>
                  <a:lnTo>
                    <a:pt x="388643" y="536923"/>
                  </a:lnTo>
                  <a:lnTo>
                    <a:pt x="388643" y="540253"/>
                  </a:lnTo>
                  <a:lnTo>
                    <a:pt x="389787" y="540388"/>
                  </a:lnTo>
                  <a:cubicBezTo>
                    <a:pt x="389787" y="540388"/>
                    <a:pt x="392682" y="541699"/>
                    <a:pt x="393254" y="541699"/>
                  </a:cubicBezTo>
                  <a:cubicBezTo>
                    <a:pt x="393826" y="541699"/>
                    <a:pt x="395710" y="541565"/>
                    <a:pt x="395710" y="541565"/>
                  </a:cubicBezTo>
                  <a:lnTo>
                    <a:pt x="396855" y="541868"/>
                  </a:lnTo>
                  <a:lnTo>
                    <a:pt x="401196" y="547216"/>
                  </a:lnTo>
                  <a:lnTo>
                    <a:pt x="404528" y="551556"/>
                  </a:lnTo>
                  <a:lnTo>
                    <a:pt x="406413" y="555189"/>
                  </a:lnTo>
                  <a:cubicBezTo>
                    <a:pt x="406413" y="555189"/>
                    <a:pt x="406850" y="556938"/>
                    <a:pt x="406413" y="557376"/>
                  </a:cubicBezTo>
                  <a:cubicBezTo>
                    <a:pt x="405975" y="557813"/>
                    <a:pt x="403519" y="559125"/>
                    <a:pt x="403519" y="559125"/>
                  </a:cubicBezTo>
                  <a:lnTo>
                    <a:pt x="400994" y="560134"/>
                  </a:lnTo>
                  <a:lnTo>
                    <a:pt x="400792" y="561580"/>
                  </a:lnTo>
                  <a:lnTo>
                    <a:pt x="400792" y="564642"/>
                  </a:lnTo>
                  <a:lnTo>
                    <a:pt x="399917" y="567972"/>
                  </a:lnTo>
                  <a:cubicBezTo>
                    <a:pt x="399917" y="567972"/>
                    <a:pt x="399480" y="569284"/>
                    <a:pt x="399480" y="569856"/>
                  </a:cubicBezTo>
                  <a:cubicBezTo>
                    <a:pt x="399480" y="570428"/>
                    <a:pt x="399042" y="572614"/>
                    <a:pt x="399042" y="572614"/>
                  </a:cubicBezTo>
                  <a:lnTo>
                    <a:pt x="399042" y="575070"/>
                  </a:lnTo>
                  <a:lnTo>
                    <a:pt x="396855" y="577257"/>
                  </a:lnTo>
                  <a:cubicBezTo>
                    <a:pt x="396855" y="577257"/>
                    <a:pt x="394970" y="578400"/>
                    <a:pt x="394835" y="578838"/>
                  </a:cubicBezTo>
                  <a:cubicBezTo>
                    <a:pt x="394701" y="579275"/>
                    <a:pt x="393086" y="581024"/>
                    <a:pt x="393086" y="581024"/>
                  </a:cubicBezTo>
                  <a:lnTo>
                    <a:pt x="391941" y="582471"/>
                  </a:lnTo>
                  <a:cubicBezTo>
                    <a:pt x="391941" y="582471"/>
                    <a:pt x="391874" y="584489"/>
                    <a:pt x="392143" y="584489"/>
                  </a:cubicBezTo>
                  <a:cubicBezTo>
                    <a:pt x="392412" y="584489"/>
                    <a:pt x="395038" y="584691"/>
                    <a:pt x="395408" y="584691"/>
                  </a:cubicBezTo>
                  <a:cubicBezTo>
                    <a:pt x="395778" y="584691"/>
                    <a:pt x="396989" y="583244"/>
                    <a:pt x="397427" y="582807"/>
                  </a:cubicBezTo>
                  <a:cubicBezTo>
                    <a:pt x="397864" y="582370"/>
                    <a:pt x="398807" y="581428"/>
                    <a:pt x="399009" y="581293"/>
                  </a:cubicBezTo>
                  <a:cubicBezTo>
                    <a:pt x="399244" y="581159"/>
                    <a:pt x="401028" y="581361"/>
                    <a:pt x="401028" y="581361"/>
                  </a:cubicBezTo>
                  <a:cubicBezTo>
                    <a:pt x="401028" y="581361"/>
                    <a:pt x="401533" y="582437"/>
                    <a:pt x="401903" y="582942"/>
                  </a:cubicBezTo>
                  <a:cubicBezTo>
                    <a:pt x="402273" y="583446"/>
                    <a:pt x="402273" y="585767"/>
                    <a:pt x="402273" y="585767"/>
                  </a:cubicBezTo>
                  <a:lnTo>
                    <a:pt x="402341" y="587449"/>
                  </a:lnTo>
                  <a:lnTo>
                    <a:pt x="402206" y="588257"/>
                  </a:lnTo>
                  <a:cubicBezTo>
                    <a:pt x="402206" y="588257"/>
                    <a:pt x="401533" y="589401"/>
                    <a:pt x="401028" y="590309"/>
                  </a:cubicBezTo>
                  <a:lnTo>
                    <a:pt x="403014" y="590073"/>
                  </a:lnTo>
                  <a:lnTo>
                    <a:pt x="408230" y="587214"/>
                  </a:lnTo>
                  <a:lnTo>
                    <a:pt x="412975" y="585364"/>
                  </a:lnTo>
                  <a:lnTo>
                    <a:pt x="418932" y="583615"/>
                  </a:lnTo>
                  <a:lnTo>
                    <a:pt x="423779" y="578939"/>
                  </a:lnTo>
                  <a:lnTo>
                    <a:pt x="426572" y="573489"/>
                  </a:lnTo>
                  <a:lnTo>
                    <a:pt x="427548" y="568039"/>
                  </a:lnTo>
                  <a:lnTo>
                    <a:pt x="428995" y="562421"/>
                  </a:lnTo>
                  <a:lnTo>
                    <a:pt x="432360" y="558654"/>
                  </a:lnTo>
                  <a:lnTo>
                    <a:pt x="435759" y="555391"/>
                  </a:lnTo>
                  <a:lnTo>
                    <a:pt x="438923" y="552632"/>
                  </a:lnTo>
                  <a:lnTo>
                    <a:pt x="443702" y="548192"/>
                  </a:lnTo>
                  <a:cubicBezTo>
                    <a:pt x="443702" y="548192"/>
                    <a:pt x="445486" y="544054"/>
                    <a:pt x="445654" y="543886"/>
                  </a:cubicBezTo>
                  <a:cubicBezTo>
                    <a:pt x="445822" y="543718"/>
                    <a:pt x="447741" y="540522"/>
                    <a:pt x="447741" y="540522"/>
                  </a:cubicBezTo>
                  <a:lnTo>
                    <a:pt x="447741" y="535106"/>
                  </a:lnTo>
                  <a:cubicBezTo>
                    <a:pt x="447741" y="535106"/>
                    <a:pt x="447135" y="532987"/>
                    <a:pt x="447135" y="532785"/>
                  </a:cubicBezTo>
                  <a:cubicBezTo>
                    <a:pt x="447135" y="532549"/>
                    <a:pt x="447909" y="530935"/>
                    <a:pt x="448077" y="530834"/>
                  </a:cubicBezTo>
                  <a:cubicBezTo>
                    <a:pt x="448245" y="530733"/>
                    <a:pt x="451173" y="529051"/>
                    <a:pt x="451173" y="529051"/>
                  </a:cubicBezTo>
                  <a:lnTo>
                    <a:pt x="453832" y="529051"/>
                  </a:lnTo>
                  <a:cubicBezTo>
                    <a:pt x="453832" y="529051"/>
                    <a:pt x="457265" y="526225"/>
                    <a:pt x="457871" y="526057"/>
                  </a:cubicBezTo>
                  <a:cubicBezTo>
                    <a:pt x="458476" y="525889"/>
                    <a:pt x="460428" y="524140"/>
                    <a:pt x="460428" y="524140"/>
                  </a:cubicBezTo>
                  <a:cubicBezTo>
                    <a:pt x="460428" y="524140"/>
                    <a:pt x="460327" y="521650"/>
                    <a:pt x="460428" y="521247"/>
                  </a:cubicBezTo>
                  <a:cubicBezTo>
                    <a:pt x="460529" y="520877"/>
                    <a:pt x="460428" y="519295"/>
                    <a:pt x="460428" y="519295"/>
                  </a:cubicBezTo>
                  <a:lnTo>
                    <a:pt x="458948" y="517714"/>
                  </a:lnTo>
                  <a:lnTo>
                    <a:pt x="458476" y="514889"/>
                  </a:lnTo>
                  <a:lnTo>
                    <a:pt x="459015" y="511256"/>
                  </a:lnTo>
                  <a:lnTo>
                    <a:pt x="459722" y="505873"/>
                  </a:lnTo>
                  <a:lnTo>
                    <a:pt x="460462" y="501096"/>
                  </a:lnTo>
                  <a:cubicBezTo>
                    <a:pt x="460462" y="501096"/>
                    <a:pt x="460125" y="497833"/>
                    <a:pt x="460462" y="497295"/>
                  </a:cubicBezTo>
                  <a:cubicBezTo>
                    <a:pt x="460799" y="496757"/>
                    <a:pt x="463727" y="491106"/>
                    <a:pt x="463727" y="491106"/>
                  </a:cubicBezTo>
                  <a:lnTo>
                    <a:pt x="465476" y="488717"/>
                  </a:lnTo>
                  <a:lnTo>
                    <a:pt x="472308" y="483301"/>
                  </a:lnTo>
                  <a:lnTo>
                    <a:pt x="476111" y="479702"/>
                  </a:lnTo>
                  <a:lnTo>
                    <a:pt x="479914" y="476943"/>
                  </a:lnTo>
                  <a:lnTo>
                    <a:pt x="484054" y="475160"/>
                  </a:lnTo>
                  <a:lnTo>
                    <a:pt x="488597" y="475160"/>
                  </a:lnTo>
                  <a:lnTo>
                    <a:pt x="492198" y="475934"/>
                  </a:lnTo>
                  <a:lnTo>
                    <a:pt x="494319" y="478760"/>
                  </a:lnTo>
                  <a:lnTo>
                    <a:pt x="496439" y="480946"/>
                  </a:lnTo>
                  <a:lnTo>
                    <a:pt x="496439" y="483032"/>
                  </a:lnTo>
                  <a:lnTo>
                    <a:pt x="496439" y="484781"/>
                  </a:lnTo>
                  <a:lnTo>
                    <a:pt x="496977" y="487170"/>
                  </a:lnTo>
                  <a:lnTo>
                    <a:pt x="500343" y="487809"/>
                  </a:lnTo>
                  <a:lnTo>
                    <a:pt x="502093" y="489323"/>
                  </a:lnTo>
                  <a:lnTo>
                    <a:pt x="505694" y="490836"/>
                  </a:lnTo>
                  <a:lnTo>
                    <a:pt x="506905" y="491711"/>
                  </a:lnTo>
                  <a:lnTo>
                    <a:pt x="506905" y="495176"/>
                  </a:lnTo>
                  <a:lnTo>
                    <a:pt x="506266" y="496252"/>
                  </a:lnTo>
                  <a:lnTo>
                    <a:pt x="506367" y="498002"/>
                  </a:lnTo>
                  <a:cubicBezTo>
                    <a:pt x="506367" y="498002"/>
                    <a:pt x="506266" y="498540"/>
                    <a:pt x="506905" y="498977"/>
                  </a:cubicBezTo>
                  <a:cubicBezTo>
                    <a:pt x="507545" y="499415"/>
                    <a:pt x="509396" y="500625"/>
                    <a:pt x="509396" y="500625"/>
                  </a:cubicBezTo>
                  <a:lnTo>
                    <a:pt x="512761" y="502038"/>
                  </a:lnTo>
                  <a:lnTo>
                    <a:pt x="515252" y="501601"/>
                  </a:lnTo>
                  <a:cubicBezTo>
                    <a:pt x="515252" y="501601"/>
                    <a:pt x="516429" y="501803"/>
                    <a:pt x="517843" y="501803"/>
                  </a:cubicBezTo>
                  <a:cubicBezTo>
                    <a:pt x="519257" y="501803"/>
                    <a:pt x="525550" y="502678"/>
                    <a:pt x="525550" y="502678"/>
                  </a:cubicBezTo>
                  <a:lnTo>
                    <a:pt x="536959" y="502038"/>
                  </a:lnTo>
                  <a:lnTo>
                    <a:pt x="541974" y="503216"/>
                  </a:lnTo>
                  <a:lnTo>
                    <a:pt x="544262" y="505840"/>
                  </a:lnTo>
                  <a:cubicBezTo>
                    <a:pt x="544262" y="505840"/>
                    <a:pt x="550353" y="507252"/>
                    <a:pt x="550791" y="507252"/>
                  </a:cubicBezTo>
                  <a:cubicBezTo>
                    <a:pt x="551229" y="507252"/>
                    <a:pt x="556882" y="507791"/>
                    <a:pt x="556882" y="507791"/>
                  </a:cubicBezTo>
                  <a:lnTo>
                    <a:pt x="563512" y="506815"/>
                  </a:lnTo>
                  <a:lnTo>
                    <a:pt x="567315" y="504965"/>
                  </a:lnTo>
                  <a:lnTo>
                    <a:pt x="571556" y="503552"/>
                  </a:lnTo>
                  <a:lnTo>
                    <a:pt x="576234" y="501601"/>
                  </a:lnTo>
                  <a:lnTo>
                    <a:pt x="579936" y="500827"/>
                  </a:lnTo>
                  <a:lnTo>
                    <a:pt x="582662" y="501029"/>
                  </a:lnTo>
                  <a:lnTo>
                    <a:pt x="589931" y="501265"/>
                  </a:lnTo>
                  <a:lnTo>
                    <a:pt x="596460" y="501265"/>
                  </a:lnTo>
                  <a:lnTo>
                    <a:pt x="598210" y="500289"/>
                  </a:lnTo>
                  <a:lnTo>
                    <a:pt x="601677" y="497262"/>
                  </a:lnTo>
                  <a:lnTo>
                    <a:pt x="602451" y="495849"/>
                  </a:lnTo>
                  <a:lnTo>
                    <a:pt x="605480" y="490836"/>
                  </a:lnTo>
                  <a:lnTo>
                    <a:pt x="608643" y="486699"/>
                  </a:lnTo>
                  <a:lnTo>
                    <a:pt x="609518" y="479971"/>
                  </a:lnTo>
                  <a:lnTo>
                    <a:pt x="609518" y="472570"/>
                  </a:lnTo>
                  <a:lnTo>
                    <a:pt x="606355" y="468971"/>
                  </a:lnTo>
                  <a:lnTo>
                    <a:pt x="601777" y="465708"/>
                  </a:lnTo>
                  <a:lnTo>
                    <a:pt x="596898" y="463420"/>
                  </a:lnTo>
                  <a:cubicBezTo>
                    <a:pt x="596898" y="463420"/>
                    <a:pt x="593532" y="462344"/>
                    <a:pt x="593431" y="461906"/>
                  </a:cubicBezTo>
                  <a:cubicBezTo>
                    <a:pt x="593330" y="461469"/>
                    <a:pt x="590806" y="458879"/>
                    <a:pt x="590705" y="458542"/>
                  </a:cubicBezTo>
                  <a:cubicBezTo>
                    <a:pt x="590604" y="458206"/>
                    <a:pt x="587878" y="455279"/>
                    <a:pt x="587878" y="455279"/>
                  </a:cubicBezTo>
                  <a:lnTo>
                    <a:pt x="588215" y="450704"/>
                  </a:lnTo>
                  <a:lnTo>
                    <a:pt x="588753" y="447441"/>
                  </a:lnTo>
                  <a:lnTo>
                    <a:pt x="584176" y="444178"/>
                  </a:lnTo>
                  <a:lnTo>
                    <a:pt x="583436" y="438325"/>
                  </a:lnTo>
                  <a:cubicBezTo>
                    <a:pt x="583436" y="438325"/>
                    <a:pt x="583200" y="435062"/>
                    <a:pt x="583537" y="434725"/>
                  </a:cubicBezTo>
                  <a:cubicBezTo>
                    <a:pt x="583873" y="434389"/>
                    <a:pt x="585825" y="432505"/>
                    <a:pt x="585825" y="432505"/>
                  </a:cubicBezTo>
                  <a:lnTo>
                    <a:pt x="589628" y="431900"/>
                  </a:lnTo>
                  <a:lnTo>
                    <a:pt x="592960" y="430117"/>
                  </a:lnTo>
                  <a:lnTo>
                    <a:pt x="598951" y="430319"/>
                  </a:lnTo>
                  <a:lnTo>
                    <a:pt x="602518" y="429982"/>
                  </a:lnTo>
                  <a:lnTo>
                    <a:pt x="606893" y="429982"/>
                  </a:lnTo>
                  <a:lnTo>
                    <a:pt x="607802" y="431462"/>
                  </a:lnTo>
                  <a:lnTo>
                    <a:pt x="609484" y="433683"/>
                  </a:lnTo>
                  <a:cubicBezTo>
                    <a:pt x="609484" y="433683"/>
                    <a:pt x="612278" y="433683"/>
                    <a:pt x="612379" y="433514"/>
                  </a:cubicBezTo>
                  <a:cubicBezTo>
                    <a:pt x="612480" y="433346"/>
                    <a:pt x="614600" y="430487"/>
                    <a:pt x="614768" y="430420"/>
                  </a:cubicBezTo>
                  <a:cubicBezTo>
                    <a:pt x="614936" y="430352"/>
                    <a:pt x="617797" y="427594"/>
                    <a:pt x="617797" y="427594"/>
                  </a:cubicBezTo>
                  <a:lnTo>
                    <a:pt x="621432" y="423523"/>
                  </a:lnTo>
                  <a:lnTo>
                    <a:pt x="626884" y="420563"/>
                  </a:lnTo>
                  <a:lnTo>
                    <a:pt x="629980" y="418747"/>
                  </a:lnTo>
                  <a:lnTo>
                    <a:pt x="635937" y="417805"/>
                  </a:lnTo>
                  <a:lnTo>
                    <a:pt x="641658" y="417805"/>
                  </a:lnTo>
                  <a:lnTo>
                    <a:pt x="648052" y="416425"/>
                  </a:lnTo>
                  <a:lnTo>
                    <a:pt x="652630" y="415046"/>
                  </a:lnTo>
                  <a:lnTo>
                    <a:pt x="656399" y="412221"/>
                  </a:lnTo>
                  <a:lnTo>
                    <a:pt x="660976" y="406872"/>
                  </a:lnTo>
                  <a:cubicBezTo>
                    <a:pt x="660976" y="406872"/>
                    <a:pt x="663668" y="403474"/>
                    <a:pt x="663938" y="403407"/>
                  </a:cubicBezTo>
                  <a:cubicBezTo>
                    <a:pt x="664207" y="403340"/>
                    <a:pt x="668178" y="399337"/>
                    <a:pt x="668178" y="399337"/>
                  </a:cubicBezTo>
                  <a:lnTo>
                    <a:pt x="670399" y="392306"/>
                  </a:lnTo>
                  <a:lnTo>
                    <a:pt x="670399" y="387394"/>
                  </a:lnTo>
                  <a:lnTo>
                    <a:pt x="670399" y="383257"/>
                  </a:lnTo>
                  <a:lnTo>
                    <a:pt x="670399" y="378682"/>
                  </a:lnTo>
                  <a:cubicBezTo>
                    <a:pt x="670399" y="378682"/>
                    <a:pt x="672217" y="375284"/>
                    <a:pt x="672452" y="375217"/>
                  </a:cubicBezTo>
                  <a:cubicBezTo>
                    <a:pt x="672654" y="375150"/>
                    <a:pt x="675649" y="371147"/>
                    <a:pt x="675649" y="371147"/>
                  </a:cubicBezTo>
                  <a:lnTo>
                    <a:pt x="677164" y="369128"/>
                  </a:lnTo>
                  <a:lnTo>
                    <a:pt x="679351" y="366942"/>
                  </a:lnTo>
                  <a:lnTo>
                    <a:pt x="682044" y="365293"/>
                  </a:lnTo>
                  <a:lnTo>
                    <a:pt x="682750" y="364486"/>
                  </a:lnTo>
                  <a:lnTo>
                    <a:pt x="685006" y="363914"/>
                  </a:lnTo>
                  <a:lnTo>
                    <a:pt x="686957" y="363914"/>
                  </a:lnTo>
                  <a:cubicBezTo>
                    <a:pt x="686957" y="363914"/>
                    <a:pt x="689145" y="365798"/>
                    <a:pt x="689414" y="366101"/>
                  </a:cubicBezTo>
                  <a:cubicBezTo>
                    <a:pt x="689717" y="366403"/>
                    <a:pt x="691501" y="369633"/>
                    <a:pt x="691501" y="369633"/>
                  </a:cubicBezTo>
                  <a:lnTo>
                    <a:pt x="692073" y="371819"/>
                  </a:lnTo>
                  <a:lnTo>
                    <a:pt x="694159" y="372189"/>
                  </a:lnTo>
                  <a:lnTo>
                    <a:pt x="696919" y="371180"/>
                  </a:lnTo>
                  <a:lnTo>
                    <a:pt x="698063" y="369094"/>
                  </a:lnTo>
                  <a:lnTo>
                    <a:pt x="699208" y="363948"/>
                  </a:lnTo>
                  <a:lnTo>
                    <a:pt x="700015" y="361257"/>
                  </a:lnTo>
                  <a:cubicBezTo>
                    <a:pt x="700015" y="361257"/>
                    <a:pt x="701530" y="359507"/>
                    <a:pt x="701900" y="359373"/>
                  </a:cubicBezTo>
                  <a:cubicBezTo>
                    <a:pt x="702270" y="359238"/>
                    <a:pt x="705097" y="357859"/>
                    <a:pt x="705097" y="357859"/>
                  </a:cubicBezTo>
                  <a:cubicBezTo>
                    <a:pt x="705097" y="357859"/>
                    <a:pt x="707722" y="356412"/>
                    <a:pt x="708227" y="356177"/>
                  </a:cubicBezTo>
                  <a:cubicBezTo>
                    <a:pt x="708732" y="355975"/>
                    <a:pt x="709539" y="355302"/>
                    <a:pt x="709742" y="355302"/>
                  </a:cubicBezTo>
                  <a:cubicBezTo>
                    <a:pt x="709943" y="355302"/>
                    <a:pt x="712131" y="353688"/>
                    <a:pt x="712434" y="353351"/>
                  </a:cubicBezTo>
                  <a:cubicBezTo>
                    <a:pt x="712703" y="352981"/>
                    <a:pt x="713612" y="351636"/>
                    <a:pt x="713679" y="351400"/>
                  </a:cubicBezTo>
                  <a:cubicBezTo>
                    <a:pt x="713746" y="351198"/>
                    <a:pt x="713679" y="349079"/>
                    <a:pt x="713679" y="349079"/>
                  </a:cubicBezTo>
                  <a:lnTo>
                    <a:pt x="713477" y="340467"/>
                  </a:lnTo>
                  <a:lnTo>
                    <a:pt x="713881" y="333235"/>
                  </a:lnTo>
                  <a:lnTo>
                    <a:pt x="713881" y="324825"/>
                  </a:lnTo>
                  <a:lnTo>
                    <a:pt x="715631" y="315708"/>
                  </a:lnTo>
                  <a:lnTo>
                    <a:pt x="715631" y="310932"/>
                  </a:lnTo>
                  <a:cubicBezTo>
                    <a:pt x="715631" y="310932"/>
                    <a:pt x="714319" y="307669"/>
                    <a:pt x="714251" y="306794"/>
                  </a:cubicBezTo>
                  <a:cubicBezTo>
                    <a:pt x="714184" y="305919"/>
                    <a:pt x="712669" y="303834"/>
                    <a:pt x="712602" y="303598"/>
                  </a:cubicBezTo>
                  <a:cubicBezTo>
                    <a:pt x="712535" y="303396"/>
                    <a:pt x="713174" y="301580"/>
                    <a:pt x="713174" y="301277"/>
                  </a:cubicBezTo>
                  <a:cubicBezTo>
                    <a:pt x="713174" y="300974"/>
                    <a:pt x="714689" y="299090"/>
                    <a:pt x="714857" y="298889"/>
                  </a:cubicBezTo>
                  <a:cubicBezTo>
                    <a:pt x="714991" y="298687"/>
                    <a:pt x="715934" y="297005"/>
                    <a:pt x="715934" y="297005"/>
                  </a:cubicBezTo>
                  <a:lnTo>
                    <a:pt x="718963" y="294616"/>
                  </a:lnTo>
                  <a:cubicBezTo>
                    <a:pt x="718963" y="294616"/>
                    <a:pt x="720275" y="293977"/>
                    <a:pt x="720545" y="293977"/>
                  </a:cubicBezTo>
                  <a:cubicBezTo>
                    <a:pt x="720847" y="293977"/>
                    <a:pt x="722126" y="293775"/>
                    <a:pt x="722429" y="293607"/>
                  </a:cubicBezTo>
                  <a:cubicBezTo>
                    <a:pt x="722698" y="293473"/>
                    <a:pt x="723876" y="293338"/>
                    <a:pt x="723876" y="293338"/>
                  </a:cubicBezTo>
                  <a:cubicBezTo>
                    <a:pt x="723876" y="293338"/>
                    <a:pt x="725761" y="292665"/>
                    <a:pt x="726131" y="292665"/>
                  </a:cubicBezTo>
                  <a:cubicBezTo>
                    <a:pt x="726501" y="292665"/>
                    <a:pt x="728655" y="292665"/>
                    <a:pt x="728655" y="292665"/>
                  </a:cubicBezTo>
                  <a:lnTo>
                    <a:pt x="731718" y="294616"/>
                  </a:lnTo>
                  <a:lnTo>
                    <a:pt x="735050" y="298586"/>
                  </a:lnTo>
                  <a:cubicBezTo>
                    <a:pt x="735050" y="298586"/>
                    <a:pt x="738449" y="299898"/>
                    <a:pt x="738752" y="299898"/>
                  </a:cubicBezTo>
                  <a:cubicBezTo>
                    <a:pt x="739021" y="299898"/>
                    <a:pt x="743968" y="300201"/>
                    <a:pt x="743968" y="300201"/>
                  </a:cubicBezTo>
                  <a:cubicBezTo>
                    <a:pt x="743968" y="300201"/>
                    <a:pt x="745281" y="300335"/>
                    <a:pt x="745483" y="300402"/>
                  </a:cubicBezTo>
                  <a:cubicBezTo>
                    <a:pt x="745684" y="300470"/>
                    <a:pt x="746930" y="302589"/>
                    <a:pt x="746930" y="302589"/>
                  </a:cubicBezTo>
                  <a:lnTo>
                    <a:pt x="746930" y="305717"/>
                  </a:lnTo>
                  <a:lnTo>
                    <a:pt x="745988" y="309485"/>
                  </a:lnTo>
                  <a:lnTo>
                    <a:pt x="746930" y="312748"/>
                  </a:lnTo>
                  <a:cubicBezTo>
                    <a:pt x="746930" y="312748"/>
                    <a:pt x="746358" y="315641"/>
                    <a:pt x="746189" y="315944"/>
                  </a:cubicBezTo>
                  <a:cubicBezTo>
                    <a:pt x="746055" y="316247"/>
                    <a:pt x="746324" y="319140"/>
                    <a:pt x="746324" y="319140"/>
                  </a:cubicBezTo>
                  <a:cubicBezTo>
                    <a:pt x="746324" y="319140"/>
                    <a:pt x="750531" y="321730"/>
                    <a:pt x="750800" y="321730"/>
                  </a:cubicBezTo>
                  <a:cubicBezTo>
                    <a:pt x="751103" y="321730"/>
                    <a:pt x="757194" y="327381"/>
                    <a:pt x="757194" y="327381"/>
                  </a:cubicBezTo>
                  <a:lnTo>
                    <a:pt x="762175" y="332360"/>
                  </a:lnTo>
                  <a:lnTo>
                    <a:pt x="766820" y="336128"/>
                  </a:lnTo>
                  <a:lnTo>
                    <a:pt x="769276" y="337440"/>
                  </a:lnTo>
                  <a:lnTo>
                    <a:pt x="774695" y="338314"/>
                  </a:lnTo>
                  <a:lnTo>
                    <a:pt x="774695" y="335287"/>
                  </a:lnTo>
                  <a:lnTo>
                    <a:pt x="772844" y="331687"/>
                  </a:lnTo>
                  <a:lnTo>
                    <a:pt x="772507" y="329063"/>
                  </a:lnTo>
                  <a:lnTo>
                    <a:pt x="772709" y="327415"/>
                  </a:lnTo>
                  <a:lnTo>
                    <a:pt x="773887" y="326540"/>
                  </a:lnTo>
                  <a:lnTo>
                    <a:pt x="774661" y="326439"/>
                  </a:lnTo>
                  <a:lnTo>
                    <a:pt x="776849" y="326776"/>
                  </a:lnTo>
                  <a:lnTo>
                    <a:pt x="778700" y="329938"/>
                  </a:lnTo>
                  <a:lnTo>
                    <a:pt x="779844" y="333638"/>
                  </a:lnTo>
                  <a:lnTo>
                    <a:pt x="782604" y="338079"/>
                  </a:lnTo>
                  <a:lnTo>
                    <a:pt x="784455" y="341678"/>
                  </a:lnTo>
                  <a:lnTo>
                    <a:pt x="786104" y="344706"/>
                  </a:lnTo>
                  <a:lnTo>
                    <a:pt x="788594" y="347868"/>
                  </a:lnTo>
                  <a:lnTo>
                    <a:pt x="788594" y="350895"/>
                  </a:lnTo>
                  <a:cubicBezTo>
                    <a:pt x="788594" y="350895"/>
                    <a:pt x="792801" y="354091"/>
                    <a:pt x="793373" y="354091"/>
                  </a:cubicBezTo>
                  <a:cubicBezTo>
                    <a:pt x="793945" y="354091"/>
                    <a:pt x="795965" y="353351"/>
                    <a:pt x="795965" y="353351"/>
                  </a:cubicBezTo>
                  <a:cubicBezTo>
                    <a:pt x="795965" y="353351"/>
                    <a:pt x="797647" y="352914"/>
                    <a:pt x="797984" y="352914"/>
                  </a:cubicBezTo>
                  <a:cubicBezTo>
                    <a:pt x="798354" y="352914"/>
                    <a:pt x="800171" y="354091"/>
                    <a:pt x="800171" y="354091"/>
                  </a:cubicBezTo>
                  <a:cubicBezTo>
                    <a:pt x="800171" y="354091"/>
                    <a:pt x="800811" y="357186"/>
                    <a:pt x="801114" y="357186"/>
                  </a:cubicBezTo>
                  <a:cubicBezTo>
                    <a:pt x="801417" y="357186"/>
                    <a:pt x="801989" y="357489"/>
                    <a:pt x="802729" y="357388"/>
                  </a:cubicBezTo>
                  <a:cubicBezTo>
                    <a:pt x="803436" y="357321"/>
                    <a:pt x="804614" y="356816"/>
                    <a:pt x="804681" y="356143"/>
                  </a:cubicBezTo>
                  <a:cubicBezTo>
                    <a:pt x="804748" y="355504"/>
                    <a:pt x="805623" y="354125"/>
                    <a:pt x="804681" y="353385"/>
                  </a:cubicBezTo>
                  <a:cubicBezTo>
                    <a:pt x="803739" y="352645"/>
                    <a:pt x="802797" y="351871"/>
                    <a:pt x="802594" y="351804"/>
                  </a:cubicBezTo>
                  <a:cubicBezTo>
                    <a:pt x="802393" y="351736"/>
                    <a:pt x="801518" y="350492"/>
                    <a:pt x="801518" y="350492"/>
                  </a:cubicBezTo>
                  <a:lnTo>
                    <a:pt x="800710" y="349348"/>
                  </a:lnTo>
                  <a:lnTo>
                    <a:pt x="798690" y="348339"/>
                  </a:lnTo>
                  <a:lnTo>
                    <a:pt x="796671" y="347464"/>
                  </a:lnTo>
                  <a:cubicBezTo>
                    <a:pt x="796671" y="347464"/>
                    <a:pt x="796032" y="346758"/>
                    <a:pt x="795662" y="345580"/>
                  </a:cubicBezTo>
                  <a:cubicBezTo>
                    <a:pt x="795291" y="344403"/>
                    <a:pt x="793945" y="342317"/>
                    <a:pt x="793777" y="342116"/>
                  </a:cubicBezTo>
                  <a:cubicBezTo>
                    <a:pt x="793642" y="341880"/>
                    <a:pt x="792128" y="340097"/>
                    <a:pt x="792128" y="340097"/>
                  </a:cubicBezTo>
                  <a:cubicBezTo>
                    <a:pt x="792128" y="340097"/>
                    <a:pt x="791320" y="338213"/>
                    <a:pt x="791253" y="337911"/>
                  </a:cubicBezTo>
                  <a:cubicBezTo>
                    <a:pt x="791185" y="337608"/>
                    <a:pt x="789435" y="335085"/>
                    <a:pt x="789435" y="335085"/>
                  </a:cubicBezTo>
                  <a:cubicBezTo>
                    <a:pt x="789435" y="335085"/>
                    <a:pt x="788123" y="331519"/>
                    <a:pt x="788123" y="331250"/>
                  </a:cubicBezTo>
                  <a:cubicBezTo>
                    <a:pt x="788123" y="330947"/>
                    <a:pt x="787988" y="328794"/>
                    <a:pt x="787988" y="328794"/>
                  </a:cubicBezTo>
                  <a:cubicBezTo>
                    <a:pt x="787988" y="328794"/>
                    <a:pt x="788224" y="327852"/>
                    <a:pt x="788224" y="327146"/>
                  </a:cubicBezTo>
                  <a:cubicBezTo>
                    <a:pt x="788224" y="326406"/>
                    <a:pt x="788594" y="325329"/>
                    <a:pt x="788156" y="324959"/>
                  </a:cubicBezTo>
                  <a:cubicBezTo>
                    <a:pt x="787719" y="324589"/>
                    <a:pt x="784455" y="322773"/>
                    <a:pt x="784017" y="322773"/>
                  </a:cubicBezTo>
                  <a:cubicBezTo>
                    <a:pt x="783579" y="322773"/>
                    <a:pt x="782267" y="322134"/>
                    <a:pt x="782267" y="322134"/>
                  </a:cubicBezTo>
                  <a:cubicBezTo>
                    <a:pt x="782267" y="322134"/>
                    <a:pt x="781123" y="320620"/>
                    <a:pt x="781325" y="320048"/>
                  </a:cubicBezTo>
                  <a:cubicBezTo>
                    <a:pt x="781560" y="319476"/>
                    <a:pt x="781762" y="317222"/>
                    <a:pt x="781762" y="317222"/>
                  </a:cubicBezTo>
                  <a:cubicBezTo>
                    <a:pt x="781762" y="317222"/>
                    <a:pt x="782200" y="316011"/>
                    <a:pt x="781459" y="315843"/>
                  </a:cubicBezTo>
                  <a:cubicBezTo>
                    <a:pt x="780719" y="315708"/>
                    <a:pt x="778195" y="315406"/>
                    <a:pt x="777690" y="315776"/>
                  </a:cubicBezTo>
                  <a:cubicBezTo>
                    <a:pt x="777185" y="316146"/>
                    <a:pt x="775738" y="317592"/>
                    <a:pt x="775503" y="317660"/>
                  </a:cubicBezTo>
                  <a:cubicBezTo>
                    <a:pt x="775301" y="317727"/>
                    <a:pt x="773988" y="318669"/>
                    <a:pt x="773113" y="318231"/>
                  </a:cubicBezTo>
                  <a:cubicBezTo>
                    <a:pt x="772238" y="317794"/>
                    <a:pt x="770353" y="316045"/>
                    <a:pt x="770589" y="315338"/>
                  </a:cubicBezTo>
                  <a:cubicBezTo>
                    <a:pt x="770791" y="314598"/>
                    <a:pt x="771161" y="311941"/>
                    <a:pt x="771397" y="311705"/>
                  </a:cubicBezTo>
                  <a:cubicBezTo>
                    <a:pt x="771632" y="311503"/>
                    <a:pt x="775402" y="308510"/>
                    <a:pt x="775402" y="308510"/>
                  </a:cubicBezTo>
                  <a:lnTo>
                    <a:pt x="776781" y="307433"/>
                  </a:lnTo>
                  <a:lnTo>
                    <a:pt x="783445" y="302959"/>
                  </a:lnTo>
                  <a:lnTo>
                    <a:pt x="787719" y="299259"/>
                  </a:lnTo>
                  <a:lnTo>
                    <a:pt x="790614" y="297375"/>
                  </a:lnTo>
                  <a:lnTo>
                    <a:pt x="796907" y="294179"/>
                  </a:lnTo>
                  <a:lnTo>
                    <a:pt x="799666" y="293237"/>
                  </a:lnTo>
                  <a:lnTo>
                    <a:pt x="802797" y="293103"/>
                  </a:lnTo>
                  <a:cubicBezTo>
                    <a:pt x="802797" y="293103"/>
                    <a:pt x="806431" y="292531"/>
                    <a:pt x="806566" y="292228"/>
                  </a:cubicBezTo>
                  <a:cubicBezTo>
                    <a:pt x="806700" y="291925"/>
                    <a:pt x="808013" y="289335"/>
                    <a:pt x="808013" y="289335"/>
                  </a:cubicBezTo>
                  <a:cubicBezTo>
                    <a:pt x="808013" y="289335"/>
                    <a:pt x="808249" y="287586"/>
                    <a:pt x="808450" y="287518"/>
                  </a:cubicBezTo>
                  <a:cubicBezTo>
                    <a:pt x="808652" y="287451"/>
                    <a:pt x="810907" y="287216"/>
                    <a:pt x="811782" y="286879"/>
                  </a:cubicBezTo>
                  <a:cubicBezTo>
                    <a:pt x="812657" y="286509"/>
                    <a:pt x="813667" y="285803"/>
                    <a:pt x="814037" y="285433"/>
                  </a:cubicBezTo>
                  <a:cubicBezTo>
                    <a:pt x="814407" y="285063"/>
                    <a:pt x="816225" y="283616"/>
                    <a:pt x="816730" y="283414"/>
                  </a:cubicBezTo>
                  <a:cubicBezTo>
                    <a:pt x="817234" y="283213"/>
                    <a:pt x="819254" y="282035"/>
                    <a:pt x="819254" y="282035"/>
                  </a:cubicBezTo>
                  <a:lnTo>
                    <a:pt x="819960" y="280790"/>
                  </a:lnTo>
                  <a:lnTo>
                    <a:pt x="819960" y="279647"/>
                  </a:lnTo>
                  <a:cubicBezTo>
                    <a:pt x="819960" y="279647"/>
                    <a:pt x="818816" y="276249"/>
                    <a:pt x="818816" y="275946"/>
                  </a:cubicBezTo>
                  <a:cubicBezTo>
                    <a:pt x="818816" y="275644"/>
                    <a:pt x="817504" y="272986"/>
                    <a:pt x="817504" y="272986"/>
                  </a:cubicBezTo>
                  <a:lnTo>
                    <a:pt x="814609" y="270968"/>
                  </a:lnTo>
                  <a:lnTo>
                    <a:pt x="814744" y="268882"/>
                  </a:lnTo>
                  <a:cubicBezTo>
                    <a:pt x="814609" y="268546"/>
                    <a:pt x="815989" y="265585"/>
                    <a:pt x="816292" y="265451"/>
                  </a:cubicBezTo>
                  <a:close/>
                </a:path>
              </a:pathLst>
            </a:custGeom>
            <a:grpFill/>
            <a:ln w="6350" cap="flat">
              <a:solidFill>
                <a:schemeClr val="bg1"/>
              </a:solidFill>
              <a:prstDash val="solid"/>
              <a:miter/>
            </a:ln>
          </p:spPr>
          <p:txBody>
            <a:bodyPr rtlCol="0" anchor="ctr"/>
            <a:lstStyle/>
            <a:p>
              <a:endParaRPr lang="en-US"/>
            </a:p>
          </p:txBody>
        </p:sp>
        <p:sp>
          <p:nvSpPr>
            <p:cNvPr id="186" name="Freeform 903">
              <a:extLst>
                <a:ext uri="{FF2B5EF4-FFF2-40B4-BE49-F238E27FC236}">
                  <a16:creationId xmlns:a16="http://schemas.microsoft.com/office/drawing/2014/main" id="{92765DB1-7ADE-6879-36C1-B2BB96B29FA4}"/>
                </a:ext>
              </a:extLst>
            </p:cNvPr>
            <p:cNvSpPr/>
            <p:nvPr/>
          </p:nvSpPr>
          <p:spPr>
            <a:xfrm>
              <a:off x="8185600" y="1718655"/>
              <a:ext cx="577811" cy="526277"/>
            </a:xfrm>
            <a:custGeom>
              <a:avLst/>
              <a:gdLst>
                <a:gd name="connsiteX0" fmla="*/ 1109167 w 1109339"/>
                <a:gd name="connsiteY0" fmla="*/ 386721 h 1010399"/>
                <a:gd name="connsiteX1" fmla="*/ 1109066 w 1109339"/>
                <a:gd name="connsiteY1" fmla="*/ 385577 h 1010399"/>
                <a:gd name="connsiteX2" fmla="*/ 1109066 w 1109339"/>
                <a:gd name="connsiteY2" fmla="*/ 384871 h 1010399"/>
                <a:gd name="connsiteX3" fmla="*/ 1108359 w 1109339"/>
                <a:gd name="connsiteY3" fmla="*/ 383391 h 1010399"/>
                <a:gd name="connsiteX4" fmla="*/ 1106508 w 1109339"/>
                <a:gd name="connsiteY4" fmla="*/ 383761 h 1010399"/>
                <a:gd name="connsiteX5" fmla="*/ 1105263 w 1109339"/>
                <a:gd name="connsiteY5" fmla="*/ 384636 h 1010399"/>
                <a:gd name="connsiteX6" fmla="*/ 1104926 w 1109339"/>
                <a:gd name="connsiteY6" fmla="*/ 385779 h 1010399"/>
                <a:gd name="connsiteX7" fmla="*/ 1104051 w 1109339"/>
                <a:gd name="connsiteY7" fmla="*/ 387630 h 1010399"/>
                <a:gd name="connsiteX8" fmla="*/ 1102133 w 1109339"/>
                <a:gd name="connsiteY8" fmla="*/ 388403 h 1010399"/>
                <a:gd name="connsiteX9" fmla="*/ 1099912 w 1109339"/>
                <a:gd name="connsiteY9" fmla="*/ 388841 h 1010399"/>
                <a:gd name="connsiteX10" fmla="*/ 1097691 w 1109339"/>
                <a:gd name="connsiteY10" fmla="*/ 389917 h 1010399"/>
                <a:gd name="connsiteX11" fmla="*/ 1095301 w 1109339"/>
                <a:gd name="connsiteY11" fmla="*/ 390455 h 1010399"/>
                <a:gd name="connsiteX12" fmla="*/ 1091060 w 1109339"/>
                <a:gd name="connsiteY12" fmla="*/ 391397 h 1010399"/>
                <a:gd name="connsiteX13" fmla="*/ 1082142 w 1109339"/>
                <a:gd name="connsiteY13" fmla="*/ 391128 h 1010399"/>
                <a:gd name="connsiteX14" fmla="*/ 1076387 w 1109339"/>
                <a:gd name="connsiteY14" fmla="*/ 391397 h 1010399"/>
                <a:gd name="connsiteX15" fmla="*/ 1071642 w 1109339"/>
                <a:gd name="connsiteY15" fmla="*/ 392474 h 1010399"/>
                <a:gd name="connsiteX16" fmla="*/ 1065921 w 1109339"/>
                <a:gd name="connsiteY16" fmla="*/ 396712 h 1010399"/>
                <a:gd name="connsiteX17" fmla="*/ 1061041 w 1109339"/>
                <a:gd name="connsiteY17" fmla="*/ 398832 h 1010399"/>
                <a:gd name="connsiteX18" fmla="*/ 1048252 w 1109339"/>
                <a:gd name="connsiteY18" fmla="*/ 405122 h 1010399"/>
                <a:gd name="connsiteX19" fmla="*/ 1041689 w 1109339"/>
                <a:gd name="connsiteY19" fmla="*/ 410605 h 1010399"/>
                <a:gd name="connsiteX20" fmla="*/ 1032569 w 1109339"/>
                <a:gd name="connsiteY20" fmla="*/ 415281 h 1010399"/>
                <a:gd name="connsiteX21" fmla="*/ 1011434 w 1109339"/>
                <a:gd name="connsiteY21" fmla="*/ 432236 h 1010399"/>
                <a:gd name="connsiteX22" fmla="*/ 1001977 w 1109339"/>
                <a:gd name="connsiteY22" fmla="*/ 439401 h 1010399"/>
                <a:gd name="connsiteX23" fmla="*/ 990467 w 1109339"/>
                <a:gd name="connsiteY23" fmla="*/ 441588 h 1010399"/>
                <a:gd name="connsiteX24" fmla="*/ 978721 w 1109339"/>
                <a:gd name="connsiteY24" fmla="*/ 445927 h 1010399"/>
                <a:gd name="connsiteX25" fmla="*/ 971115 w 1109339"/>
                <a:gd name="connsiteY25" fmla="*/ 453328 h 1010399"/>
                <a:gd name="connsiteX26" fmla="*/ 963712 w 1109339"/>
                <a:gd name="connsiteY26" fmla="*/ 460056 h 1010399"/>
                <a:gd name="connsiteX27" fmla="*/ 955668 w 1109339"/>
                <a:gd name="connsiteY27" fmla="*/ 467120 h 1010399"/>
                <a:gd name="connsiteX28" fmla="*/ 951428 w 1109339"/>
                <a:gd name="connsiteY28" fmla="*/ 475160 h 1010399"/>
                <a:gd name="connsiteX29" fmla="*/ 945673 w 1109339"/>
                <a:gd name="connsiteY29" fmla="*/ 477885 h 1010399"/>
                <a:gd name="connsiteX30" fmla="*/ 942980 w 1109339"/>
                <a:gd name="connsiteY30" fmla="*/ 477885 h 1010399"/>
                <a:gd name="connsiteX31" fmla="*/ 940355 w 1109339"/>
                <a:gd name="connsiteY31" fmla="*/ 479836 h 1010399"/>
                <a:gd name="connsiteX32" fmla="*/ 939480 w 1109339"/>
                <a:gd name="connsiteY32" fmla="*/ 486463 h 1010399"/>
                <a:gd name="connsiteX33" fmla="*/ 939918 w 1109339"/>
                <a:gd name="connsiteY33" fmla="*/ 492753 h 1010399"/>
                <a:gd name="connsiteX34" fmla="*/ 940120 w 1109339"/>
                <a:gd name="connsiteY34" fmla="*/ 494604 h 1010399"/>
                <a:gd name="connsiteX35" fmla="*/ 939346 w 1109339"/>
                <a:gd name="connsiteY35" fmla="*/ 497766 h 1010399"/>
                <a:gd name="connsiteX36" fmla="*/ 937293 w 1109339"/>
                <a:gd name="connsiteY36" fmla="*/ 498977 h 1010399"/>
                <a:gd name="connsiteX37" fmla="*/ 935543 w 1109339"/>
                <a:gd name="connsiteY37" fmla="*/ 500289 h 1010399"/>
                <a:gd name="connsiteX38" fmla="*/ 930865 w 1109339"/>
                <a:gd name="connsiteY38" fmla="*/ 500726 h 1010399"/>
                <a:gd name="connsiteX39" fmla="*/ 919658 w 1109339"/>
                <a:gd name="connsiteY39" fmla="*/ 500928 h 1010399"/>
                <a:gd name="connsiteX40" fmla="*/ 913364 w 1109339"/>
                <a:gd name="connsiteY40" fmla="*/ 506377 h 1010399"/>
                <a:gd name="connsiteX41" fmla="*/ 906297 w 1109339"/>
                <a:gd name="connsiteY41" fmla="*/ 510179 h 1010399"/>
                <a:gd name="connsiteX42" fmla="*/ 902494 w 1109339"/>
                <a:gd name="connsiteY42" fmla="*/ 512668 h 1010399"/>
                <a:gd name="connsiteX43" fmla="*/ 896402 w 1109339"/>
                <a:gd name="connsiteY43" fmla="*/ 514451 h 1010399"/>
                <a:gd name="connsiteX44" fmla="*/ 890648 w 1109339"/>
                <a:gd name="connsiteY44" fmla="*/ 516133 h 1010399"/>
                <a:gd name="connsiteX45" fmla="*/ 880315 w 1109339"/>
                <a:gd name="connsiteY45" fmla="*/ 516133 h 1010399"/>
                <a:gd name="connsiteX46" fmla="*/ 857834 w 1109339"/>
                <a:gd name="connsiteY46" fmla="*/ 516772 h 1010399"/>
                <a:gd name="connsiteX47" fmla="*/ 852416 w 1109339"/>
                <a:gd name="connsiteY47" fmla="*/ 517108 h 1010399"/>
                <a:gd name="connsiteX48" fmla="*/ 847402 w 1109339"/>
                <a:gd name="connsiteY48" fmla="*/ 518757 h 1010399"/>
                <a:gd name="connsiteX49" fmla="*/ 841646 w 1109339"/>
                <a:gd name="connsiteY49" fmla="*/ 521919 h 1010399"/>
                <a:gd name="connsiteX50" fmla="*/ 835555 w 1109339"/>
                <a:gd name="connsiteY50" fmla="*/ 522558 h 1010399"/>
                <a:gd name="connsiteX51" fmla="*/ 829463 w 1109339"/>
                <a:gd name="connsiteY51" fmla="*/ 524509 h 1010399"/>
                <a:gd name="connsiteX52" fmla="*/ 824348 w 1109339"/>
                <a:gd name="connsiteY52" fmla="*/ 526359 h 1010399"/>
                <a:gd name="connsiteX53" fmla="*/ 817819 w 1109339"/>
                <a:gd name="connsiteY53" fmla="*/ 526696 h 1010399"/>
                <a:gd name="connsiteX54" fmla="*/ 813242 w 1109339"/>
                <a:gd name="connsiteY54" fmla="*/ 525485 h 1010399"/>
                <a:gd name="connsiteX55" fmla="*/ 807790 w 1109339"/>
                <a:gd name="connsiteY55" fmla="*/ 517108 h 1010399"/>
                <a:gd name="connsiteX56" fmla="*/ 803785 w 1109339"/>
                <a:gd name="connsiteY56" fmla="*/ 509607 h 1010399"/>
                <a:gd name="connsiteX57" fmla="*/ 798468 w 1109339"/>
                <a:gd name="connsiteY57" fmla="*/ 505368 h 1010399"/>
                <a:gd name="connsiteX58" fmla="*/ 796078 w 1109339"/>
                <a:gd name="connsiteY58" fmla="*/ 503619 h 1010399"/>
                <a:gd name="connsiteX59" fmla="*/ 790963 w 1109339"/>
                <a:gd name="connsiteY59" fmla="*/ 500894 h 1010399"/>
                <a:gd name="connsiteX60" fmla="*/ 787429 w 1109339"/>
                <a:gd name="connsiteY60" fmla="*/ 498169 h 1010399"/>
                <a:gd name="connsiteX61" fmla="*/ 782044 w 1109339"/>
                <a:gd name="connsiteY61" fmla="*/ 494368 h 1010399"/>
                <a:gd name="connsiteX62" fmla="*/ 782044 w 1109339"/>
                <a:gd name="connsiteY62" fmla="*/ 490903 h 1010399"/>
                <a:gd name="connsiteX63" fmla="*/ 782044 w 1109339"/>
                <a:gd name="connsiteY63" fmla="*/ 485689 h 1010399"/>
                <a:gd name="connsiteX64" fmla="*/ 782044 w 1109339"/>
                <a:gd name="connsiteY64" fmla="*/ 483940 h 1010399"/>
                <a:gd name="connsiteX65" fmla="*/ 784332 w 1109339"/>
                <a:gd name="connsiteY65" fmla="*/ 477952 h 1010399"/>
                <a:gd name="connsiteX66" fmla="*/ 785746 w 1109339"/>
                <a:gd name="connsiteY66" fmla="*/ 475227 h 1010399"/>
                <a:gd name="connsiteX67" fmla="*/ 787059 w 1109339"/>
                <a:gd name="connsiteY67" fmla="*/ 470787 h 1010399"/>
                <a:gd name="connsiteX68" fmla="*/ 786823 w 1109339"/>
                <a:gd name="connsiteY68" fmla="*/ 466010 h 1010399"/>
                <a:gd name="connsiteX69" fmla="*/ 786621 w 1109339"/>
                <a:gd name="connsiteY69" fmla="*/ 461435 h 1010399"/>
                <a:gd name="connsiteX70" fmla="*/ 786285 w 1109339"/>
                <a:gd name="connsiteY70" fmla="*/ 456557 h 1010399"/>
                <a:gd name="connsiteX71" fmla="*/ 784332 w 1109339"/>
                <a:gd name="connsiteY71" fmla="*/ 449056 h 1010399"/>
                <a:gd name="connsiteX72" fmla="*/ 780765 w 1109339"/>
                <a:gd name="connsiteY72" fmla="*/ 444817 h 1010399"/>
                <a:gd name="connsiteX73" fmla="*/ 776323 w 1109339"/>
                <a:gd name="connsiteY73" fmla="*/ 443068 h 1010399"/>
                <a:gd name="connsiteX74" fmla="*/ 772621 w 1109339"/>
                <a:gd name="connsiteY74" fmla="*/ 442832 h 1010399"/>
                <a:gd name="connsiteX75" fmla="*/ 766193 w 1109339"/>
                <a:gd name="connsiteY75" fmla="*/ 442496 h 1010399"/>
                <a:gd name="connsiteX76" fmla="*/ 763265 w 1109339"/>
                <a:gd name="connsiteY76" fmla="*/ 440982 h 1010399"/>
                <a:gd name="connsiteX77" fmla="*/ 761616 w 1109339"/>
                <a:gd name="connsiteY77" fmla="*/ 437517 h 1010399"/>
                <a:gd name="connsiteX78" fmla="*/ 760674 w 1109339"/>
                <a:gd name="connsiteY78" fmla="*/ 434456 h 1010399"/>
                <a:gd name="connsiteX79" fmla="*/ 759428 w 1109339"/>
                <a:gd name="connsiteY79" fmla="*/ 430756 h 1010399"/>
                <a:gd name="connsiteX80" fmla="*/ 759428 w 1109339"/>
                <a:gd name="connsiteY80" fmla="*/ 428266 h 1010399"/>
                <a:gd name="connsiteX81" fmla="*/ 762457 w 1109339"/>
                <a:gd name="connsiteY81" fmla="*/ 424364 h 1010399"/>
                <a:gd name="connsiteX82" fmla="*/ 763770 w 1109339"/>
                <a:gd name="connsiteY82" fmla="*/ 420226 h 1010399"/>
                <a:gd name="connsiteX83" fmla="*/ 767236 w 1109339"/>
                <a:gd name="connsiteY83" fmla="*/ 417502 h 1010399"/>
                <a:gd name="connsiteX84" fmla="*/ 770400 w 1109339"/>
                <a:gd name="connsiteY84" fmla="*/ 414474 h 1010399"/>
                <a:gd name="connsiteX85" fmla="*/ 773126 w 1109339"/>
                <a:gd name="connsiteY85" fmla="*/ 411446 h 1010399"/>
                <a:gd name="connsiteX86" fmla="*/ 773563 w 1109339"/>
                <a:gd name="connsiteY86" fmla="*/ 408856 h 1010399"/>
                <a:gd name="connsiteX87" fmla="*/ 773227 w 1109339"/>
                <a:gd name="connsiteY87" fmla="*/ 407208 h 1010399"/>
                <a:gd name="connsiteX88" fmla="*/ 771275 w 1109339"/>
                <a:gd name="connsiteY88" fmla="*/ 406333 h 1010399"/>
                <a:gd name="connsiteX89" fmla="*/ 767909 w 1109339"/>
                <a:gd name="connsiteY89" fmla="*/ 405257 h 1010399"/>
                <a:gd name="connsiteX90" fmla="*/ 766731 w 1109339"/>
                <a:gd name="connsiteY90" fmla="*/ 404920 h 1010399"/>
                <a:gd name="connsiteX91" fmla="*/ 761077 w 1109339"/>
                <a:gd name="connsiteY91" fmla="*/ 405459 h 1010399"/>
                <a:gd name="connsiteX92" fmla="*/ 758452 w 1109339"/>
                <a:gd name="connsiteY92" fmla="*/ 405896 h 1010399"/>
                <a:gd name="connsiteX93" fmla="*/ 753337 w 1109339"/>
                <a:gd name="connsiteY93" fmla="*/ 406871 h 1010399"/>
                <a:gd name="connsiteX94" fmla="*/ 749231 w 1109339"/>
                <a:gd name="connsiteY94" fmla="*/ 407073 h 1010399"/>
                <a:gd name="connsiteX95" fmla="*/ 742601 w 1109339"/>
                <a:gd name="connsiteY95" fmla="*/ 408385 h 1010399"/>
                <a:gd name="connsiteX96" fmla="*/ 739572 w 1109339"/>
                <a:gd name="connsiteY96" fmla="*/ 409428 h 1010399"/>
                <a:gd name="connsiteX97" fmla="*/ 736106 w 1109339"/>
                <a:gd name="connsiteY97" fmla="*/ 410034 h 1010399"/>
                <a:gd name="connsiteX98" fmla="*/ 732538 w 1109339"/>
                <a:gd name="connsiteY98" fmla="*/ 410034 h 1010399"/>
                <a:gd name="connsiteX99" fmla="*/ 727759 w 1109339"/>
                <a:gd name="connsiteY99" fmla="*/ 409933 h 1010399"/>
                <a:gd name="connsiteX100" fmla="*/ 722206 w 1109339"/>
                <a:gd name="connsiteY100" fmla="*/ 408520 h 1010399"/>
                <a:gd name="connsiteX101" fmla="*/ 718504 w 1109339"/>
                <a:gd name="connsiteY101" fmla="*/ 405492 h 1010399"/>
                <a:gd name="connsiteX102" fmla="*/ 714701 w 1109339"/>
                <a:gd name="connsiteY102" fmla="*/ 403440 h 1010399"/>
                <a:gd name="connsiteX103" fmla="*/ 711672 w 1109339"/>
                <a:gd name="connsiteY103" fmla="*/ 400076 h 1010399"/>
                <a:gd name="connsiteX104" fmla="*/ 704941 w 1109339"/>
                <a:gd name="connsiteY104" fmla="*/ 394963 h 1010399"/>
                <a:gd name="connsiteX105" fmla="*/ 699187 w 1109339"/>
                <a:gd name="connsiteY105" fmla="*/ 389749 h 1010399"/>
                <a:gd name="connsiteX106" fmla="*/ 695720 w 1109339"/>
                <a:gd name="connsiteY106" fmla="*/ 387360 h 1010399"/>
                <a:gd name="connsiteX107" fmla="*/ 691480 w 1109339"/>
                <a:gd name="connsiteY107" fmla="*/ 383391 h 1010399"/>
                <a:gd name="connsiteX108" fmla="*/ 686364 w 1109339"/>
                <a:gd name="connsiteY108" fmla="*/ 379657 h 1010399"/>
                <a:gd name="connsiteX109" fmla="*/ 681787 w 1109339"/>
                <a:gd name="connsiteY109" fmla="*/ 378782 h 1010399"/>
                <a:gd name="connsiteX110" fmla="*/ 677008 w 1109339"/>
                <a:gd name="connsiteY110" fmla="*/ 377908 h 1010399"/>
                <a:gd name="connsiteX111" fmla="*/ 674282 w 1109339"/>
                <a:gd name="connsiteY111" fmla="*/ 376831 h 1010399"/>
                <a:gd name="connsiteX112" fmla="*/ 673071 w 1109339"/>
                <a:gd name="connsiteY112" fmla="*/ 374645 h 1010399"/>
                <a:gd name="connsiteX113" fmla="*/ 672532 w 1109339"/>
                <a:gd name="connsiteY113" fmla="*/ 371718 h 1010399"/>
                <a:gd name="connsiteX114" fmla="*/ 672532 w 1109339"/>
                <a:gd name="connsiteY114" fmla="*/ 369229 h 1010399"/>
                <a:gd name="connsiteX115" fmla="*/ 672532 w 1109339"/>
                <a:gd name="connsiteY115" fmla="*/ 367479 h 1010399"/>
                <a:gd name="connsiteX116" fmla="*/ 670917 w 1109339"/>
                <a:gd name="connsiteY116" fmla="*/ 364015 h 1010399"/>
                <a:gd name="connsiteX117" fmla="*/ 667888 w 1109339"/>
                <a:gd name="connsiteY117" fmla="*/ 361424 h 1010399"/>
                <a:gd name="connsiteX118" fmla="*/ 664724 w 1109339"/>
                <a:gd name="connsiteY118" fmla="*/ 361424 h 1010399"/>
                <a:gd name="connsiteX119" fmla="*/ 663008 w 1109339"/>
                <a:gd name="connsiteY119" fmla="*/ 361424 h 1010399"/>
                <a:gd name="connsiteX120" fmla="*/ 661258 w 1109339"/>
                <a:gd name="connsiteY120" fmla="*/ 361424 h 1010399"/>
                <a:gd name="connsiteX121" fmla="*/ 658767 w 1109339"/>
                <a:gd name="connsiteY121" fmla="*/ 364889 h 1010399"/>
                <a:gd name="connsiteX122" fmla="*/ 658767 w 1109339"/>
                <a:gd name="connsiteY122" fmla="*/ 366739 h 1010399"/>
                <a:gd name="connsiteX123" fmla="*/ 653450 w 1109339"/>
                <a:gd name="connsiteY123" fmla="*/ 369027 h 1010399"/>
                <a:gd name="connsiteX124" fmla="*/ 649008 w 1109339"/>
                <a:gd name="connsiteY124" fmla="*/ 372189 h 1010399"/>
                <a:gd name="connsiteX125" fmla="*/ 645844 w 1109339"/>
                <a:gd name="connsiteY125" fmla="*/ 373501 h 1010399"/>
                <a:gd name="connsiteX126" fmla="*/ 641267 w 1109339"/>
                <a:gd name="connsiteY126" fmla="*/ 373602 h 1010399"/>
                <a:gd name="connsiteX127" fmla="*/ 638676 w 1109339"/>
                <a:gd name="connsiteY127" fmla="*/ 373602 h 1010399"/>
                <a:gd name="connsiteX128" fmla="*/ 634772 w 1109339"/>
                <a:gd name="connsiteY128" fmla="*/ 374241 h 1010399"/>
                <a:gd name="connsiteX129" fmla="*/ 631070 w 1109339"/>
                <a:gd name="connsiteY129" fmla="*/ 373804 h 1010399"/>
                <a:gd name="connsiteX130" fmla="*/ 624103 w 1109339"/>
                <a:gd name="connsiteY130" fmla="*/ 370978 h 1010399"/>
                <a:gd name="connsiteX131" fmla="*/ 622050 w 1109339"/>
                <a:gd name="connsiteY131" fmla="*/ 369767 h 1010399"/>
                <a:gd name="connsiteX132" fmla="*/ 618786 w 1109339"/>
                <a:gd name="connsiteY132" fmla="*/ 367917 h 1010399"/>
                <a:gd name="connsiteX133" fmla="*/ 613031 w 1109339"/>
                <a:gd name="connsiteY133" fmla="*/ 368354 h 1010399"/>
                <a:gd name="connsiteX134" fmla="*/ 607377 w 1109339"/>
                <a:gd name="connsiteY134" fmla="*/ 368354 h 1010399"/>
                <a:gd name="connsiteX135" fmla="*/ 604112 w 1109339"/>
                <a:gd name="connsiteY135" fmla="*/ 366167 h 1010399"/>
                <a:gd name="connsiteX136" fmla="*/ 601925 w 1109339"/>
                <a:gd name="connsiteY136" fmla="*/ 361391 h 1010399"/>
                <a:gd name="connsiteX137" fmla="*/ 601252 w 1109339"/>
                <a:gd name="connsiteY137" fmla="*/ 358228 h 1010399"/>
                <a:gd name="connsiteX138" fmla="*/ 597785 w 1109339"/>
                <a:gd name="connsiteY138" fmla="*/ 355235 h 1010399"/>
                <a:gd name="connsiteX139" fmla="*/ 595295 w 1109339"/>
                <a:gd name="connsiteY139" fmla="*/ 354427 h 1010399"/>
                <a:gd name="connsiteX140" fmla="*/ 589977 w 1109339"/>
                <a:gd name="connsiteY140" fmla="*/ 354427 h 1010399"/>
                <a:gd name="connsiteX141" fmla="*/ 587487 w 1109339"/>
                <a:gd name="connsiteY141" fmla="*/ 353889 h 1010399"/>
                <a:gd name="connsiteX142" fmla="*/ 584121 w 1109339"/>
                <a:gd name="connsiteY142" fmla="*/ 355403 h 1010399"/>
                <a:gd name="connsiteX143" fmla="*/ 581093 w 1109339"/>
                <a:gd name="connsiteY143" fmla="*/ 357690 h 1010399"/>
                <a:gd name="connsiteX144" fmla="*/ 577391 w 1109339"/>
                <a:gd name="connsiteY144" fmla="*/ 360953 h 1010399"/>
                <a:gd name="connsiteX145" fmla="*/ 575102 w 1109339"/>
                <a:gd name="connsiteY145" fmla="*/ 363005 h 1010399"/>
                <a:gd name="connsiteX146" fmla="*/ 572915 w 1109339"/>
                <a:gd name="connsiteY146" fmla="*/ 363241 h 1010399"/>
                <a:gd name="connsiteX147" fmla="*/ 569886 w 1109339"/>
                <a:gd name="connsiteY147" fmla="*/ 363779 h 1010399"/>
                <a:gd name="connsiteX148" fmla="*/ 567833 w 1109339"/>
                <a:gd name="connsiteY148" fmla="*/ 363981 h 1010399"/>
                <a:gd name="connsiteX149" fmla="*/ 566318 w 1109339"/>
                <a:gd name="connsiteY149" fmla="*/ 364183 h 1010399"/>
                <a:gd name="connsiteX150" fmla="*/ 560765 w 1109339"/>
                <a:gd name="connsiteY150" fmla="*/ 364822 h 1010399"/>
                <a:gd name="connsiteX151" fmla="*/ 558712 w 1109339"/>
                <a:gd name="connsiteY151" fmla="*/ 364822 h 1010399"/>
                <a:gd name="connsiteX152" fmla="*/ 552520 w 1109339"/>
                <a:gd name="connsiteY152" fmla="*/ 364822 h 1010399"/>
                <a:gd name="connsiteX153" fmla="*/ 540573 w 1109339"/>
                <a:gd name="connsiteY153" fmla="*/ 364822 h 1010399"/>
                <a:gd name="connsiteX154" fmla="*/ 536130 w 1109339"/>
                <a:gd name="connsiteY154" fmla="*/ 364822 h 1010399"/>
                <a:gd name="connsiteX155" fmla="*/ 530914 w 1109339"/>
                <a:gd name="connsiteY155" fmla="*/ 363745 h 1010399"/>
                <a:gd name="connsiteX156" fmla="*/ 527312 w 1109339"/>
                <a:gd name="connsiteY156" fmla="*/ 362333 h 1010399"/>
                <a:gd name="connsiteX157" fmla="*/ 523308 w 1109339"/>
                <a:gd name="connsiteY157" fmla="*/ 361559 h 1010399"/>
                <a:gd name="connsiteX158" fmla="*/ 518293 w 1109339"/>
                <a:gd name="connsiteY158" fmla="*/ 358531 h 1010399"/>
                <a:gd name="connsiteX159" fmla="*/ 514053 w 1109339"/>
                <a:gd name="connsiteY159" fmla="*/ 352779 h 1010399"/>
                <a:gd name="connsiteX160" fmla="*/ 513077 w 1109339"/>
                <a:gd name="connsiteY160" fmla="*/ 350390 h 1010399"/>
                <a:gd name="connsiteX161" fmla="*/ 509274 w 1109339"/>
                <a:gd name="connsiteY161" fmla="*/ 346926 h 1010399"/>
                <a:gd name="connsiteX162" fmla="*/ 505370 w 1109339"/>
                <a:gd name="connsiteY162" fmla="*/ 344302 h 1010399"/>
                <a:gd name="connsiteX163" fmla="*/ 505101 w 1109339"/>
                <a:gd name="connsiteY163" fmla="*/ 342014 h 1010399"/>
                <a:gd name="connsiteX164" fmla="*/ 503956 w 1109339"/>
                <a:gd name="connsiteY164" fmla="*/ 338751 h 1010399"/>
                <a:gd name="connsiteX165" fmla="*/ 503956 w 1109339"/>
                <a:gd name="connsiteY165" fmla="*/ 332662 h 1010399"/>
                <a:gd name="connsiteX166" fmla="*/ 501567 w 1109339"/>
                <a:gd name="connsiteY166" fmla="*/ 325161 h 1010399"/>
                <a:gd name="connsiteX167" fmla="*/ 503081 w 1109339"/>
                <a:gd name="connsiteY167" fmla="*/ 308644 h 1010399"/>
                <a:gd name="connsiteX168" fmla="*/ 500356 w 1109339"/>
                <a:gd name="connsiteY168" fmla="*/ 305616 h 1010399"/>
                <a:gd name="connsiteX169" fmla="*/ 496350 w 1109339"/>
                <a:gd name="connsiteY169" fmla="*/ 301916 h 1010399"/>
                <a:gd name="connsiteX170" fmla="*/ 493422 w 1109339"/>
                <a:gd name="connsiteY170" fmla="*/ 298888 h 1010399"/>
                <a:gd name="connsiteX171" fmla="*/ 490158 w 1109339"/>
                <a:gd name="connsiteY171" fmla="*/ 297038 h 1010399"/>
                <a:gd name="connsiteX172" fmla="*/ 487230 w 1109339"/>
                <a:gd name="connsiteY172" fmla="*/ 292598 h 1010399"/>
                <a:gd name="connsiteX173" fmla="*/ 483259 w 1109339"/>
                <a:gd name="connsiteY173" fmla="*/ 287821 h 1010399"/>
                <a:gd name="connsiteX174" fmla="*/ 481341 w 1109339"/>
                <a:gd name="connsiteY174" fmla="*/ 279579 h 1010399"/>
                <a:gd name="connsiteX175" fmla="*/ 481341 w 1109339"/>
                <a:gd name="connsiteY175" fmla="*/ 273625 h 1010399"/>
                <a:gd name="connsiteX176" fmla="*/ 479692 w 1109339"/>
                <a:gd name="connsiteY176" fmla="*/ 267200 h 1010399"/>
                <a:gd name="connsiteX177" fmla="*/ 478951 w 1109339"/>
                <a:gd name="connsiteY177" fmla="*/ 261784 h 1010399"/>
                <a:gd name="connsiteX178" fmla="*/ 477437 w 1109339"/>
                <a:gd name="connsiteY178" fmla="*/ 253845 h 1010399"/>
                <a:gd name="connsiteX179" fmla="*/ 472961 w 1109339"/>
                <a:gd name="connsiteY179" fmla="*/ 246814 h 1010399"/>
                <a:gd name="connsiteX180" fmla="*/ 469326 w 1109339"/>
                <a:gd name="connsiteY180" fmla="*/ 242340 h 1010399"/>
                <a:gd name="connsiteX181" fmla="*/ 463672 w 1109339"/>
                <a:gd name="connsiteY181" fmla="*/ 236386 h 1010399"/>
                <a:gd name="connsiteX182" fmla="*/ 458724 w 1109339"/>
                <a:gd name="connsiteY182" fmla="*/ 231306 h 1010399"/>
                <a:gd name="connsiteX183" fmla="*/ 451489 w 1109339"/>
                <a:gd name="connsiteY183" fmla="*/ 224915 h 1010399"/>
                <a:gd name="connsiteX184" fmla="*/ 447147 w 1109339"/>
                <a:gd name="connsiteY184" fmla="*/ 220272 h 1010399"/>
                <a:gd name="connsiteX185" fmla="*/ 441359 w 1109339"/>
                <a:gd name="connsiteY185" fmla="*/ 216370 h 1010399"/>
                <a:gd name="connsiteX186" fmla="*/ 441359 w 1109339"/>
                <a:gd name="connsiteY186" fmla="*/ 214486 h 1010399"/>
                <a:gd name="connsiteX187" fmla="*/ 439609 w 1109339"/>
                <a:gd name="connsiteY187" fmla="*/ 210281 h 1010399"/>
                <a:gd name="connsiteX188" fmla="*/ 439609 w 1109339"/>
                <a:gd name="connsiteY188" fmla="*/ 205807 h 1010399"/>
                <a:gd name="connsiteX189" fmla="*/ 440349 w 1109339"/>
                <a:gd name="connsiteY189" fmla="*/ 203049 h 1010399"/>
                <a:gd name="connsiteX190" fmla="*/ 443547 w 1109339"/>
                <a:gd name="connsiteY190" fmla="*/ 200593 h 1010399"/>
                <a:gd name="connsiteX191" fmla="*/ 444859 w 1109339"/>
                <a:gd name="connsiteY191" fmla="*/ 197397 h 1010399"/>
                <a:gd name="connsiteX192" fmla="*/ 445734 w 1109339"/>
                <a:gd name="connsiteY192" fmla="*/ 193933 h 1010399"/>
                <a:gd name="connsiteX193" fmla="*/ 445027 w 1109339"/>
                <a:gd name="connsiteY193" fmla="*/ 189963 h 1010399"/>
                <a:gd name="connsiteX194" fmla="*/ 443143 w 1109339"/>
                <a:gd name="connsiteY194" fmla="*/ 185825 h 1010399"/>
                <a:gd name="connsiteX195" fmla="*/ 440518 w 1109339"/>
                <a:gd name="connsiteY195" fmla="*/ 185825 h 1010399"/>
                <a:gd name="connsiteX196" fmla="*/ 438633 w 1109339"/>
                <a:gd name="connsiteY196" fmla="*/ 184816 h 1010399"/>
                <a:gd name="connsiteX197" fmla="*/ 437051 w 1109339"/>
                <a:gd name="connsiteY197" fmla="*/ 188012 h 1010399"/>
                <a:gd name="connsiteX198" fmla="*/ 436176 w 1109339"/>
                <a:gd name="connsiteY198" fmla="*/ 191342 h 1010399"/>
                <a:gd name="connsiteX199" fmla="*/ 436176 w 1109339"/>
                <a:gd name="connsiteY199" fmla="*/ 193663 h 1010399"/>
                <a:gd name="connsiteX200" fmla="*/ 435166 w 1109339"/>
                <a:gd name="connsiteY200" fmla="*/ 196287 h 1010399"/>
                <a:gd name="connsiteX201" fmla="*/ 433854 w 1109339"/>
                <a:gd name="connsiteY201" fmla="*/ 198440 h 1010399"/>
                <a:gd name="connsiteX202" fmla="*/ 432407 w 1109339"/>
                <a:gd name="connsiteY202" fmla="*/ 200761 h 1010399"/>
                <a:gd name="connsiteX203" fmla="*/ 431263 w 1109339"/>
                <a:gd name="connsiteY203" fmla="*/ 201199 h 1010399"/>
                <a:gd name="connsiteX204" fmla="*/ 427796 w 1109339"/>
                <a:gd name="connsiteY204" fmla="*/ 200189 h 1010399"/>
                <a:gd name="connsiteX205" fmla="*/ 426416 w 1109339"/>
                <a:gd name="connsiteY205" fmla="*/ 198306 h 1010399"/>
                <a:gd name="connsiteX206" fmla="*/ 425777 w 1109339"/>
                <a:gd name="connsiteY206" fmla="*/ 195413 h 1010399"/>
                <a:gd name="connsiteX207" fmla="*/ 425777 w 1109339"/>
                <a:gd name="connsiteY207" fmla="*/ 190199 h 1010399"/>
                <a:gd name="connsiteX208" fmla="*/ 423118 w 1109339"/>
                <a:gd name="connsiteY208" fmla="*/ 186868 h 1010399"/>
                <a:gd name="connsiteX209" fmla="*/ 420594 w 1109339"/>
                <a:gd name="connsiteY209" fmla="*/ 181654 h 1010399"/>
                <a:gd name="connsiteX210" fmla="*/ 420594 w 1109339"/>
                <a:gd name="connsiteY210" fmla="*/ 178021 h 1010399"/>
                <a:gd name="connsiteX211" fmla="*/ 422613 w 1109339"/>
                <a:gd name="connsiteY211" fmla="*/ 173379 h 1010399"/>
                <a:gd name="connsiteX212" fmla="*/ 421738 w 1109339"/>
                <a:gd name="connsiteY212" fmla="*/ 170486 h 1010399"/>
                <a:gd name="connsiteX213" fmla="*/ 418406 w 1109339"/>
                <a:gd name="connsiteY213" fmla="*/ 167290 h 1010399"/>
                <a:gd name="connsiteX214" fmla="*/ 415647 w 1109339"/>
                <a:gd name="connsiteY214" fmla="*/ 163825 h 1010399"/>
                <a:gd name="connsiteX215" fmla="*/ 411743 w 1109339"/>
                <a:gd name="connsiteY215" fmla="*/ 160797 h 1010399"/>
                <a:gd name="connsiteX216" fmla="*/ 410161 w 1109339"/>
                <a:gd name="connsiteY216" fmla="*/ 159048 h 1010399"/>
                <a:gd name="connsiteX217" fmla="*/ 410161 w 1109339"/>
                <a:gd name="connsiteY217" fmla="*/ 155415 h 1010399"/>
                <a:gd name="connsiteX218" fmla="*/ 410161 w 1109339"/>
                <a:gd name="connsiteY218" fmla="*/ 153666 h 1010399"/>
                <a:gd name="connsiteX219" fmla="*/ 405517 w 1109339"/>
                <a:gd name="connsiteY219" fmla="*/ 149764 h 1010399"/>
                <a:gd name="connsiteX220" fmla="*/ 398113 w 1109339"/>
                <a:gd name="connsiteY220" fmla="*/ 144852 h 1010399"/>
                <a:gd name="connsiteX221" fmla="*/ 394915 w 1109339"/>
                <a:gd name="connsiteY221" fmla="*/ 141825 h 1010399"/>
                <a:gd name="connsiteX222" fmla="*/ 389396 w 1109339"/>
                <a:gd name="connsiteY222" fmla="*/ 136913 h 1010399"/>
                <a:gd name="connsiteX223" fmla="*/ 384920 w 1109339"/>
                <a:gd name="connsiteY223" fmla="*/ 132136 h 1010399"/>
                <a:gd name="connsiteX224" fmla="*/ 384348 w 1109339"/>
                <a:gd name="connsiteY224" fmla="*/ 126788 h 1010399"/>
                <a:gd name="connsiteX225" fmla="*/ 384348 w 1109339"/>
                <a:gd name="connsiteY225" fmla="*/ 122448 h 1010399"/>
                <a:gd name="connsiteX226" fmla="*/ 385660 w 1109339"/>
                <a:gd name="connsiteY226" fmla="*/ 120127 h 1010399"/>
                <a:gd name="connsiteX227" fmla="*/ 388286 w 1109339"/>
                <a:gd name="connsiteY227" fmla="*/ 116797 h 1010399"/>
                <a:gd name="connsiteX228" fmla="*/ 389430 w 1109339"/>
                <a:gd name="connsiteY228" fmla="*/ 115048 h 1010399"/>
                <a:gd name="connsiteX229" fmla="*/ 388992 w 1109339"/>
                <a:gd name="connsiteY229" fmla="*/ 112726 h 1010399"/>
                <a:gd name="connsiteX230" fmla="*/ 387680 w 1109339"/>
                <a:gd name="connsiteY230" fmla="*/ 109632 h 1010399"/>
                <a:gd name="connsiteX231" fmla="*/ 385391 w 1109339"/>
                <a:gd name="connsiteY231" fmla="*/ 107647 h 1010399"/>
                <a:gd name="connsiteX232" fmla="*/ 379603 w 1109339"/>
                <a:gd name="connsiteY232" fmla="*/ 107647 h 1010399"/>
                <a:gd name="connsiteX233" fmla="*/ 374386 w 1109339"/>
                <a:gd name="connsiteY233" fmla="*/ 107647 h 1010399"/>
                <a:gd name="connsiteX234" fmla="*/ 372636 w 1109339"/>
                <a:gd name="connsiteY234" fmla="*/ 107647 h 1010399"/>
                <a:gd name="connsiteX235" fmla="*/ 371761 w 1109339"/>
                <a:gd name="connsiteY235" fmla="*/ 106638 h 1010399"/>
                <a:gd name="connsiteX236" fmla="*/ 371761 w 1109339"/>
                <a:gd name="connsiteY236" fmla="*/ 103879 h 1010399"/>
                <a:gd name="connsiteX237" fmla="*/ 371761 w 1109339"/>
                <a:gd name="connsiteY237" fmla="*/ 101424 h 1010399"/>
                <a:gd name="connsiteX238" fmla="*/ 372771 w 1109339"/>
                <a:gd name="connsiteY238" fmla="*/ 99540 h 1010399"/>
                <a:gd name="connsiteX239" fmla="*/ 374790 w 1109339"/>
                <a:gd name="connsiteY239" fmla="*/ 97656 h 1010399"/>
                <a:gd name="connsiteX240" fmla="*/ 375968 w 1109339"/>
                <a:gd name="connsiteY240" fmla="*/ 94628 h 1010399"/>
                <a:gd name="connsiteX241" fmla="*/ 376237 w 1109339"/>
                <a:gd name="connsiteY241" fmla="*/ 92173 h 1010399"/>
                <a:gd name="connsiteX242" fmla="*/ 376809 w 1109339"/>
                <a:gd name="connsiteY242" fmla="*/ 88102 h 1010399"/>
                <a:gd name="connsiteX243" fmla="*/ 374925 w 1109339"/>
                <a:gd name="connsiteY243" fmla="*/ 84906 h 1010399"/>
                <a:gd name="connsiteX244" fmla="*/ 371627 w 1109339"/>
                <a:gd name="connsiteY244" fmla="*/ 83023 h 1010399"/>
                <a:gd name="connsiteX245" fmla="*/ 368564 w 1109339"/>
                <a:gd name="connsiteY245" fmla="*/ 82283 h 1010399"/>
                <a:gd name="connsiteX246" fmla="*/ 361901 w 1109339"/>
                <a:gd name="connsiteY246" fmla="*/ 77640 h 1010399"/>
                <a:gd name="connsiteX247" fmla="*/ 357256 w 1109339"/>
                <a:gd name="connsiteY247" fmla="*/ 73166 h 1010399"/>
                <a:gd name="connsiteX248" fmla="*/ 354934 w 1109339"/>
                <a:gd name="connsiteY248" fmla="*/ 70912 h 1010399"/>
                <a:gd name="connsiteX249" fmla="*/ 352477 w 1109339"/>
                <a:gd name="connsiteY249" fmla="*/ 69399 h 1010399"/>
                <a:gd name="connsiteX250" fmla="*/ 350020 w 1109339"/>
                <a:gd name="connsiteY250" fmla="*/ 69399 h 1010399"/>
                <a:gd name="connsiteX251" fmla="*/ 346689 w 1109339"/>
                <a:gd name="connsiteY251" fmla="*/ 68019 h 1010399"/>
                <a:gd name="connsiteX252" fmla="*/ 341338 w 1109339"/>
                <a:gd name="connsiteY252" fmla="*/ 67649 h 1010399"/>
                <a:gd name="connsiteX253" fmla="*/ 341338 w 1109339"/>
                <a:gd name="connsiteY253" fmla="*/ 67649 h 1010399"/>
                <a:gd name="connsiteX254" fmla="*/ 339890 w 1109339"/>
                <a:gd name="connsiteY254" fmla="*/ 64319 h 1010399"/>
                <a:gd name="connsiteX255" fmla="*/ 340765 w 1109339"/>
                <a:gd name="connsiteY255" fmla="*/ 62301 h 1010399"/>
                <a:gd name="connsiteX256" fmla="*/ 342515 w 1109339"/>
                <a:gd name="connsiteY256" fmla="*/ 60417 h 1010399"/>
                <a:gd name="connsiteX257" fmla="*/ 344400 w 1109339"/>
                <a:gd name="connsiteY257" fmla="*/ 58836 h 1010399"/>
                <a:gd name="connsiteX258" fmla="*/ 346857 w 1109339"/>
                <a:gd name="connsiteY258" fmla="*/ 57389 h 1010399"/>
                <a:gd name="connsiteX259" fmla="*/ 347429 w 1109339"/>
                <a:gd name="connsiteY259" fmla="*/ 54496 h 1010399"/>
                <a:gd name="connsiteX260" fmla="*/ 345410 w 1109339"/>
                <a:gd name="connsiteY260" fmla="*/ 52915 h 1010399"/>
                <a:gd name="connsiteX261" fmla="*/ 342953 w 1109339"/>
                <a:gd name="connsiteY261" fmla="*/ 52209 h 1010399"/>
                <a:gd name="connsiteX262" fmla="*/ 339924 w 1109339"/>
                <a:gd name="connsiteY262" fmla="*/ 50628 h 1010399"/>
                <a:gd name="connsiteX263" fmla="*/ 338914 w 1109339"/>
                <a:gd name="connsiteY263" fmla="*/ 48878 h 1010399"/>
                <a:gd name="connsiteX264" fmla="*/ 336323 w 1109339"/>
                <a:gd name="connsiteY264" fmla="*/ 46692 h 1010399"/>
                <a:gd name="connsiteX265" fmla="*/ 334304 w 1109339"/>
                <a:gd name="connsiteY265" fmla="*/ 45380 h 1010399"/>
                <a:gd name="connsiteX266" fmla="*/ 331409 w 1109339"/>
                <a:gd name="connsiteY266" fmla="*/ 44001 h 1010399"/>
                <a:gd name="connsiteX267" fmla="*/ 328078 w 1109339"/>
                <a:gd name="connsiteY267" fmla="*/ 43361 h 1010399"/>
                <a:gd name="connsiteX268" fmla="*/ 325756 w 1109339"/>
                <a:gd name="connsiteY268" fmla="*/ 43361 h 1010399"/>
                <a:gd name="connsiteX269" fmla="*/ 318217 w 1109339"/>
                <a:gd name="connsiteY269" fmla="*/ 42352 h 1010399"/>
                <a:gd name="connsiteX270" fmla="*/ 311856 w 1109339"/>
                <a:gd name="connsiteY270" fmla="*/ 41343 h 1010399"/>
                <a:gd name="connsiteX271" fmla="*/ 309534 w 1109339"/>
                <a:gd name="connsiteY271" fmla="*/ 37710 h 1010399"/>
                <a:gd name="connsiteX272" fmla="*/ 308524 w 1109339"/>
                <a:gd name="connsiteY272" fmla="*/ 31924 h 1010399"/>
                <a:gd name="connsiteX273" fmla="*/ 304620 w 1109339"/>
                <a:gd name="connsiteY273" fmla="*/ 27854 h 1010399"/>
                <a:gd name="connsiteX274" fmla="*/ 300144 w 1109339"/>
                <a:gd name="connsiteY274" fmla="*/ 25768 h 1010399"/>
                <a:gd name="connsiteX275" fmla="*/ 294625 w 1109339"/>
                <a:gd name="connsiteY275" fmla="*/ 24254 h 1010399"/>
                <a:gd name="connsiteX276" fmla="*/ 290990 w 1109339"/>
                <a:gd name="connsiteY276" fmla="*/ 24254 h 1010399"/>
                <a:gd name="connsiteX277" fmla="*/ 287793 w 1109339"/>
                <a:gd name="connsiteY277" fmla="*/ 23615 h 1010399"/>
                <a:gd name="connsiteX278" fmla="*/ 280254 w 1109339"/>
                <a:gd name="connsiteY278" fmla="*/ 20789 h 1010399"/>
                <a:gd name="connsiteX279" fmla="*/ 277057 w 1109339"/>
                <a:gd name="connsiteY279" fmla="*/ 20789 h 1010399"/>
                <a:gd name="connsiteX280" fmla="*/ 275038 w 1109339"/>
                <a:gd name="connsiteY280" fmla="*/ 19040 h 1010399"/>
                <a:gd name="connsiteX281" fmla="*/ 272144 w 1109339"/>
                <a:gd name="connsiteY281" fmla="*/ 18031 h 1010399"/>
                <a:gd name="connsiteX282" fmla="*/ 267937 w 1109339"/>
                <a:gd name="connsiteY282" fmla="*/ 16450 h 1010399"/>
                <a:gd name="connsiteX283" fmla="*/ 265177 w 1109339"/>
                <a:gd name="connsiteY283" fmla="*/ 18199 h 1010399"/>
                <a:gd name="connsiteX284" fmla="*/ 261105 w 1109339"/>
                <a:gd name="connsiteY284" fmla="*/ 19343 h 1010399"/>
                <a:gd name="connsiteX285" fmla="*/ 257201 w 1109339"/>
                <a:gd name="connsiteY285" fmla="*/ 22673 h 1010399"/>
                <a:gd name="connsiteX286" fmla="*/ 254610 w 1109339"/>
                <a:gd name="connsiteY286" fmla="*/ 24422 h 1010399"/>
                <a:gd name="connsiteX287" fmla="*/ 251715 w 1109339"/>
                <a:gd name="connsiteY287" fmla="*/ 25734 h 1010399"/>
                <a:gd name="connsiteX288" fmla="*/ 249258 w 1109339"/>
                <a:gd name="connsiteY288" fmla="*/ 26744 h 1010399"/>
                <a:gd name="connsiteX289" fmla="*/ 243907 w 1109339"/>
                <a:gd name="connsiteY289" fmla="*/ 27484 h 1010399"/>
                <a:gd name="connsiteX290" fmla="*/ 241720 w 1109339"/>
                <a:gd name="connsiteY290" fmla="*/ 26744 h 1010399"/>
                <a:gd name="connsiteX291" fmla="*/ 236806 w 1109339"/>
                <a:gd name="connsiteY291" fmla="*/ 24422 h 1010399"/>
                <a:gd name="connsiteX292" fmla="*/ 233475 w 1109339"/>
                <a:gd name="connsiteY292" fmla="*/ 23110 h 1010399"/>
                <a:gd name="connsiteX293" fmla="*/ 230883 w 1109339"/>
                <a:gd name="connsiteY293" fmla="*/ 22976 h 1010399"/>
                <a:gd name="connsiteX294" fmla="*/ 225364 w 1109339"/>
                <a:gd name="connsiteY294" fmla="*/ 22673 h 1010399"/>
                <a:gd name="connsiteX295" fmla="*/ 221897 w 1109339"/>
                <a:gd name="connsiteY295" fmla="*/ 24120 h 1010399"/>
                <a:gd name="connsiteX296" fmla="*/ 217690 w 1109339"/>
                <a:gd name="connsiteY296" fmla="*/ 23985 h 1010399"/>
                <a:gd name="connsiteX297" fmla="*/ 215066 w 1109339"/>
                <a:gd name="connsiteY297" fmla="*/ 19780 h 1010399"/>
                <a:gd name="connsiteX298" fmla="*/ 213315 w 1109339"/>
                <a:gd name="connsiteY298" fmla="*/ 14431 h 1010399"/>
                <a:gd name="connsiteX299" fmla="*/ 210556 w 1109339"/>
                <a:gd name="connsiteY299" fmla="*/ 12615 h 1010399"/>
                <a:gd name="connsiteX300" fmla="*/ 207224 w 1109339"/>
                <a:gd name="connsiteY300" fmla="*/ 10361 h 1010399"/>
                <a:gd name="connsiteX301" fmla="*/ 202310 w 1109339"/>
                <a:gd name="connsiteY301" fmla="*/ 10361 h 1010399"/>
                <a:gd name="connsiteX302" fmla="*/ 197834 w 1109339"/>
                <a:gd name="connsiteY302" fmla="*/ 9789 h 1010399"/>
                <a:gd name="connsiteX303" fmla="*/ 187267 w 1109339"/>
                <a:gd name="connsiteY303" fmla="*/ 8645 h 1010399"/>
                <a:gd name="connsiteX304" fmla="*/ 184944 w 1109339"/>
                <a:gd name="connsiteY304" fmla="*/ 8645 h 1010399"/>
                <a:gd name="connsiteX305" fmla="*/ 177272 w 1109339"/>
                <a:gd name="connsiteY305" fmla="*/ 7064 h 1010399"/>
                <a:gd name="connsiteX306" fmla="*/ 174814 w 1109339"/>
                <a:gd name="connsiteY306" fmla="*/ 4037 h 1010399"/>
                <a:gd name="connsiteX307" fmla="*/ 172930 w 1109339"/>
                <a:gd name="connsiteY307" fmla="*/ 1716 h 1010399"/>
                <a:gd name="connsiteX308" fmla="*/ 170036 w 1109339"/>
                <a:gd name="connsiteY308" fmla="*/ 572 h 1010399"/>
                <a:gd name="connsiteX309" fmla="*/ 164684 w 1109339"/>
                <a:gd name="connsiteY309" fmla="*/ 0 h 1010399"/>
                <a:gd name="connsiteX310" fmla="*/ 158896 w 1109339"/>
                <a:gd name="connsiteY310" fmla="*/ 0 h 1010399"/>
                <a:gd name="connsiteX311" fmla="*/ 145434 w 1109339"/>
                <a:gd name="connsiteY311" fmla="*/ 0 h 1010399"/>
                <a:gd name="connsiteX312" fmla="*/ 141530 w 1109339"/>
                <a:gd name="connsiteY312" fmla="*/ 0 h 1010399"/>
                <a:gd name="connsiteX313" fmla="*/ 136314 w 1109339"/>
                <a:gd name="connsiteY313" fmla="*/ 0 h 1010399"/>
                <a:gd name="connsiteX314" fmla="*/ 129347 w 1109339"/>
                <a:gd name="connsiteY314" fmla="*/ 0 h 1010399"/>
                <a:gd name="connsiteX315" fmla="*/ 118174 w 1109339"/>
                <a:gd name="connsiteY315" fmla="*/ 1009 h 1010399"/>
                <a:gd name="connsiteX316" fmla="*/ 115280 w 1109339"/>
                <a:gd name="connsiteY316" fmla="*/ 3633 h 1010399"/>
                <a:gd name="connsiteX317" fmla="*/ 110501 w 1109339"/>
                <a:gd name="connsiteY317" fmla="*/ 7535 h 1010399"/>
                <a:gd name="connsiteX318" fmla="*/ 103265 w 1109339"/>
                <a:gd name="connsiteY318" fmla="*/ 10294 h 1010399"/>
                <a:gd name="connsiteX319" fmla="*/ 98620 w 1109339"/>
                <a:gd name="connsiteY319" fmla="*/ 12884 h 1010399"/>
                <a:gd name="connsiteX320" fmla="*/ 89770 w 1109339"/>
                <a:gd name="connsiteY320" fmla="*/ 12009 h 1010399"/>
                <a:gd name="connsiteX321" fmla="*/ 82534 w 1109339"/>
                <a:gd name="connsiteY321" fmla="*/ 9823 h 1010399"/>
                <a:gd name="connsiteX322" fmla="*/ 76880 w 1109339"/>
                <a:gd name="connsiteY322" fmla="*/ 9957 h 1010399"/>
                <a:gd name="connsiteX323" fmla="*/ 71798 w 1109339"/>
                <a:gd name="connsiteY323" fmla="*/ 10832 h 1010399"/>
                <a:gd name="connsiteX324" fmla="*/ 70485 w 1109339"/>
                <a:gd name="connsiteY324" fmla="*/ 12850 h 1010399"/>
                <a:gd name="connsiteX325" fmla="*/ 69476 w 1109339"/>
                <a:gd name="connsiteY325" fmla="*/ 13994 h 1010399"/>
                <a:gd name="connsiteX326" fmla="*/ 66447 w 1109339"/>
                <a:gd name="connsiteY326" fmla="*/ 15003 h 1010399"/>
                <a:gd name="connsiteX327" fmla="*/ 62408 w 1109339"/>
                <a:gd name="connsiteY327" fmla="*/ 16753 h 1010399"/>
                <a:gd name="connsiteX328" fmla="*/ 55004 w 1109339"/>
                <a:gd name="connsiteY328" fmla="*/ 16887 h 1010399"/>
                <a:gd name="connsiteX329" fmla="*/ 51235 w 1109339"/>
                <a:gd name="connsiteY329" fmla="*/ 17459 h 1010399"/>
                <a:gd name="connsiteX330" fmla="*/ 50225 w 1109339"/>
                <a:gd name="connsiteY330" fmla="*/ 18905 h 1010399"/>
                <a:gd name="connsiteX331" fmla="*/ 46456 w 1109339"/>
                <a:gd name="connsiteY331" fmla="*/ 20789 h 1010399"/>
                <a:gd name="connsiteX332" fmla="*/ 44706 w 1109339"/>
                <a:gd name="connsiteY332" fmla="*/ 22539 h 1010399"/>
                <a:gd name="connsiteX333" fmla="*/ 41677 w 1109339"/>
                <a:gd name="connsiteY333" fmla="*/ 23548 h 1010399"/>
                <a:gd name="connsiteX334" fmla="*/ 36764 w 1109339"/>
                <a:gd name="connsiteY334" fmla="*/ 23413 h 1010399"/>
                <a:gd name="connsiteX335" fmla="*/ 34441 w 1109339"/>
                <a:gd name="connsiteY335" fmla="*/ 21967 h 1010399"/>
                <a:gd name="connsiteX336" fmla="*/ 29797 w 1109339"/>
                <a:gd name="connsiteY336" fmla="*/ 19948 h 1010399"/>
                <a:gd name="connsiteX337" fmla="*/ 27643 w 1109339"/>
                <a:gd name="connsiteY337" fmla="*/ 20957 h 1010399"/>
                <a:gd name="connsiteX338" fmla="*/ 22258 w 1109339"/>
                <a:gd name="connsiteY338" fmla="*/ 26744 h 1010399"/>
                <a:gd name="connsiteX339" fmla="*/ 20677 w 1109339"/>
                <a:gd name="connsiteY339" fmla="*/ 28055 h 1010399"/>
                <a:gd name="connsiteX340" fmla="*/ 17782 w 1109339"/>
                <a:gd name="connsiteY340" fmla="*/ 30511 h 1010399"/>
                <a:gd name="connsiteX341" fmla="*/ 14585 w 1109339"/>
                <a:gd name="connsiteY341" fmla="*/ 32832 h 1010399"/>
                <a:gd name="connsiteX342" fmla="*/ 13710 w 1109339"/>
                <a:gd name="connsiteY342" fmla="*/ 34716 h 1010399"/>
                <a:gd name="connsiteX343" fmla="*/ 13710 w 1109339"/>
                <a:gd name="connsiteY343" fmla="*/ 39056 h 1010399"/>
                <a:gd name="connsiteX344" fmla="*/ 17412 w 1109339"/>
                <a:gd name="connsiteY344" fmla="*/ 43092 h 1010399"/>
                <a:gd name="connsiteX345" fmla="*/ 23167 w 1109339"/>
                <a:gd name="connsiteY345" fmla="*/ 47768 h 1010399"/>
                <a:gd name="connsiteX346" fmla="*/ 26869 w 1109339"/>
                <a:gd name="connsiteY346" fmla="*/ 52781 h 1010399"/>
                <a:gd name="connsiteX347" fmla="*/ 31446 w 1109339"/>
                <a:gd name="connsiteY347" fmla="*/ 56582 h 1010399"/>
                <a:gd name="connsiteX348" fmla="*/ 35249 w 1109339"/>
                <a:gd name="connsiteY348" fmla="*/ 60383 h 1010399"/>
                <a:gd name="connsiteX349" fmla="*/ 36124 w 1109339"/>
                <a:gd name="connsiteY349" fmla="*/ 62334 h 1010399"/>
                <a:gd name="connsiteX350" fmla="*/ 37975 w 1109339"/>
                <a:gd name="connsiteY350" fmla="*/ 64824 h 1010399"/>
                <a:gd name="connsiteX351" fmla="*/ 37672 w 1109339"/>
                <a:gd name="connsiteY351" fmla="*/ 67010 h 1010399"/>
                <a:gd name="connsiteX352" fmla="*/ 34408 w 1109339"/>
                <a:gd name="connsiteY352" fmla="*/ 69399 h 1010399"/>
                <a:gd name="connsiteX353" fmla="*/ 30403 w 1109339"/>
                <a:gd name="connsiteY353" fmla="*/ 71148 h 1010399"/>
                <a:gd name="connsiteX354" fmla="*/ 28653 w 1109339"/>
                <a:gd name="connsiteY354" fmla="*/ 72022 h 1010399"/>
                <a:gd name="connsiteX355" fmla="*/ 26802 w 1109339"/>
                <a:gd name="connsiteY355" fmla="*/ 73637 h 1010399"/>
                <a:gd name="connsiteX356" fmla="*/ 27576 w 1109339"/>
                <a:gd name="connsiteY356" fmla="*/ 78515 h 1010399"/>
                <a:gd name="connsiteX357" fmla="*/ 28451 w 1109339"/>
                <a:gd name="connsiteY357" fmla="*/ 79591 h 1010399"/>
                <a:gd name="connsiteX358" fmla="*/ 28114 w 1109339"/>
                <a:gd name="connsiteY358" fmla="*/ 82854 h 1010399"/>
                <a:gd name="connsiteX359" fmla="*/ 26903 w 1109339"/>
                <a:gd name="connsiteY359" fmla="*/ 85882 h 1010399"/>
                <a:gd name="connsiteX360" fmla="*/ 25691 w 1109339"/>
                <a:gd name="connsiteY360" fmla="*/ 88169 h 1010399"/>
                <a:gd name="connsiteX361" fmla="*/ 24278 w 1109339"/>
                <a:gd name="connsiteY361" fmla="*/ 90793 h 1010399"/>
                <a:gd name="connsiteX362" fmla="*/ 21013 w 1109339"/>
                <a:gd name="connsiteY362" fmla="*/ 93384 h 1010399"/>
                <a:gd name="connsiteX363" fmla="*/ 19936 w 1109339"/>
                <a:gd name="connsiteY363" fmla="*/ 96008 h 1010399"/>
                <a:gd name="connsiteX364" fmla="*/ 18422 w 1109339"/>
                <a:gd name="connsiteY364" fmla="*/ 98060 h 1010399"/>
                <a:gd name="connsiteX365" fmla="*/ 14383 w 1109339"/>
                <a:gd name="connsiteY365" fmla="*/ 101087 h 1010399"/>
                <a:gd name="connsiteX366" fmla="*/ 9941 w 1109339"/>
                <a:gd name="connsiteY366" fmla="*/ 102735 h 1010399"/>
                <a:gd name="connsiteX367" fmla="*/ 8426 w 1109339"/>
                <a:gd name="connsiteY367" fmla="*/ 105326 h 1010399"/>
                <a:gd name="connsiteX368" fmla="*/ 10614 w 1109339"/>
                <a:gd name="connsiteY368" fmla="*/ 106402 h 1010399"/>
                <a:gd name="connsiteX369" fmla="*/ 11253 w 1109339"/>
                <a:gd name="connsiteY369" fmla="*/ 108151 h 1010399"/>
                <a:gd name="connsiteX370" fmla="*/ 10614 w 1109339"/>
                <a:gd name="connsiteY370" fmla="*/ 109228 h 1010399"/>
                <a:gd name="connsiteX371" fmla="*/ 7013 w 1109339"/>
                <a:gd name="connsiteY371" fmla="*/ 113466 h 1010399"/>
                <a:gd name="connsiteX372" fmla="*/ 4623 w 1109339"/>
                <a:gd name="connsiteY372" fmla="*/ 114980 h 1010399"/>
                <a:gd name="connsiteX373" fmla="*/ 1258 w 1109339"/>
                <a:gd name="connsiteY373" fmla="*/ 116494 h 1010399"/>
                <a:gd name="connsiteX374" fmla="*/ 1258 w 1109339"/>
                <a:gd name="connsiteY374" fmla="*/ 117907 h 1010399"/>
                <a:gd name="connsiteX375" fmla="*/ 80 w 1109339"/>
                <a:gd name="connsiteY375" fmla="*/ 123659 h 1010399"/>
                <a:gd name="connsiteX376" fmla="*/ 1258 w 1109339"/>
                <a:gd name="connsiteY376" fmla="*/ 124433 h 1010399"/>
                <a:gd name="connsiteX377" fmla="*/ 6710 w 1109339"/>
                <a:gd name="connsiteY377" fmla="*/ 122381 h 1010399"/>
                <a:gd name="connsiteX378" fmla="*/ 8999 w 1109339"/>
                <a:gd name="connsiteY378" fmla="*/ 121944 h 1010399"/>
                <a:gd name="connsiteX379" fmla="*/ 12162 w 1109339"/>
                <a:gd name="connsiteY379" fmla="*/ 121742 h 1010399"/>
                <a:gd name="connsiteX380" fmla="*/ 15090 w 1109339"/>
                <a:gd name="connsiteY380" fmla="*/ 124568 h 1010399"/>
                <a:gd name="connsiteX381" fmla="*/ 16604 w 1109339"/>
                <a:gd name="connsiteY381" fmla="*/ 126956 h 1010399"/>
                <a:gd name="connsiteX382" fmla="*/ 18455 w 1109339"/>
                <a:gd name="connsiteY382" fmla="*/ 127730 h 1010399"/>
                <a:gd name="connsiteX383" fmla="*/ 22797 w 1109339"/>
                <a:gd name="connsiteY383" fmla="*/ 130993 h 1010399"/>
                <a:gd name="connsiteX384" fmla="*/ 28552 w 1109339"/>
                <a:gd name="connsiteY384" fmla="*/ 130454 h 1010399"/>
                <a:gd name="connsiteX385" fmla="*/ 30302 w 1109339"/>
                <a:gd name="connsiteY385" fmla="*/ 129143 h 1010399"/>
                <a:gd name="connsiteX386" fmla="*/ 33667 w 1109339"/>
                <a:gd name="connsiteY386" fmla="*/ 128268 h 1010399"/>
                <a:gd name="connsiteX387" fmla="*/ 38009 w 1109339"/>
                <a:gd name="connsiteY387" fmla="*/ 128032 h 1010399"/>
                <a:gd name="connsiteX388" fmla="*/ 40937 w 1109339"/>
                <a:gd name="connsiteY388" fmla="*/ 129681 h 1010399"/>
                <a:gd name="connsiteX389" fmla="*/ 41374 w 1109339"/>
                <a:gd name="connsiteY389" fmla="*/ 133045 h 1010399"/>
                <a:gd name="connsiteX390" fmla="*/ 41475 w 1109339"/>
                <a:gd name="connsiteY390" fmla="*/ 135770 h 1010399"/>
                <a:gd name="connsiteX391" fmla="*/ 42249 w 1109339"/>
                <a:gd name="connsiteY391" fmla="*/ 137822 h 1010399"/>
                <a:gd name="connsiteX392" fmla="*/ 44302 w 1109339"/>
                <a:gd name="connsiteY392" fmla="*/ 140647 h 1010399"/>
                <a:gd name="connsiteX393" fmla="*/ 46153 w 1109339"/>
                <a:gd name="connsiteY393" fmla="*/ 141858 h 1010399"/>
                <a:gd name="connsiteX394" fmla="*/ 48004 w 1109339"/>
                <a:gd name="connsiteY394" fmla="*/ 143709 h 1010399"/>
                <a:gd name="connsiteX395" fmla="*/ 50629 w 1109339"/>
                <a:gd name="connsiteY395" fmla="*/ 144785 h 1010399"/>
                <a:gd name="connsiteX396" fmla="*/ 53120 w 1109339"/>
                <a:gd name="connsiteY396" fmla="*/ 144449 h 1010399"/>
                <a:gd name="connsiteX397" fmla="*/ 56283 w 1109339"/>
                <a:gd name="connsiteY397" fmla="*/ 144112 h 1010399"/>
                <a:gd name="connsiteX398" fmla="*/ 57697 w 1109339"/>
                <a:gd name="connsiteY398" fmla="*/ 143473 h 1010399"/>
                <a:gd name="connsiteX399" fmla="*/ 60423 w 1109339"/>
                <a:gd name="connsiteY399" fmla="*/ 141522 h 1010399"/>
                <a:gd name="connsiteX400" fmla="*/ 61298 w 1109339"/>
                <a:gd name="connsiteY400" fmla="*/ 139907 h 1010399"/>
                <a:gd name="connsiteX401" fmla="*/ 58908 w 1109339"/>
                <a:gd name="connsiteY401" fmla="*/ 135568 h 1010399"/>
                <a:gd name="connsiteX402" fmla="*/ 60995 w 1109339"/>
                <a:gd name="connsiteY402" fmla="*/ 134592 h 1010399"/>
                <a:gd name="connsiteX403" fmla="*/ 63048 w 1109339"/>
                <a:gd name="connsiteY403" fmla="*/ 134155 h 1010399"/>
                <a:gd name="connsiteX404" fmla="*/ 64461 w 1109339"/>
                <a:gd name="connsiteY404" fmla="*/ 132977 h 1010399"/>
                <a:gd name="connsiteX405" fmla="*/ 65538 w 1109339"/>
                <a:gd name="connsiteY405" fmla="*/ 130253 h 1010399"/>
                <a:gd name="connsiteX406" fmla="*/ 66514 w 1109339"/>
                <a:gd name="connsiteY406" fmla="*/ 126653 h 1010399"/>
                <a:gd name="connsiteX407" fmla="*/ 67153 w 1109339"/>
                <a:gd name="connsiteY407" fmla="*/ 125139 h 1010399"/>
                <a:gd name="connsiteX408" fmla="*/ 68567 w 1109339"/>
                <a:gd name="connsiteY408" fmla="*/ 122415 h 1010399"/>
                <a:gd name="connsiteX409" fmla="*/ 69543 w 1109339"/>
                <a:gd name="connsiteY409" fmla="*/ 119589 h 1010399"/>
                <a:gd name="connsiteX410" fmla="*/ 70855 w 1109339"/>
                <a:gd name="connsiteY410" fmla="*/ 116326 h 1010399"/>
                <a:gd name="connsiteX411" fmla="*/ 72909 w 1109339"/>
                <a:gd name="connsiteY411" fmla="*/ 115989 h 1010399"/>
                <a:gd name="connsiteX412" fmla="*/ 73985 w 1109339"/>
                <a:gd name="connsiteY412" fmla="*/ 116528 h 1010399"/>
                <a:gd name="connsiteX413" fmla="*/ 76375 w 1109339"/>
                <a:gd name="connsiteY413" fmla="*/ 118714 h 1010399"/>
                <a:gd name="connsiteX414" fmla="*/ 79101 w 1109339"/>
                <a:gd name="connsiteY414" fmla="*/ 120665 h 1010399"/>
                <a:gd name="connsiteX415" fmla="*/ 81827 w 1109339"/>
                <a:gd name="connsiteY415" fmla="*/ 121439 h 1010399"/>
                <a:gd name="connsiteX416" fmla="*/ 83476 w 1109339"/>
                <a:gd name="connsiteY416" fmla="*/ 122650 h 1010399"/>
                <a:gd name="connsiteX417" fmla="*/ 84553 w 1109339"/>
                <a:gd name="connsiteY417" fmla="*/ 124938 h 1010399"/>
                <a:gd name="connsiteX418" fmla="*/ 85630 w 1109339"/>
                <a:gd name="connsiteY418" fmla="*/ 127124 h 1010399"/>
                <a:gd name="connsiteX419" fmla="*/ 87683 w 1109339"/>
                <a:gd name="connsiteY419" fmla="*/ 129614 h 1010399"/>
                <a:gd name="connsiteX420" fmla="*/ 88659 w 1109339"/>
                <a:gd name="connsiteY420" fmla="*/ 130825 h 1010399"/>
                <a:gd name="connsiteX421" fmla="*/ 89870 w 1109339"/>
                <a:gd name="connsiteY421" fmla="*/ 133112 h 1010399"/>
                <a:gd name="connsiteX422" fmla="*/ 90846 w 1109339"/>
                <a:gd name="connsiteY422" fmla="*/ 134424 h 1010399"/>
                <a:gd name="connsiteX423" fmla="*/ 91587 w 1109339"/>
                <a:gd name="connsiteY423" fmla="*/ 136476 h 1010399"/>
                <a:gd name="connsiteX424" fmla="*/ 91688 w 1109339"/>
                <a:gd name="connsiteY424" fmla="*/ 138326 h 1010399"/>
                <a:gd name="connsiteX425" fmla="*/ 93640 w 1109339"/>
                <a:gd name="connsiteY425" fmla="*/ 140277 h 1010399"/>
                <a:gd name="connsiteX426" fmla="*/ 96029 w 1109339"/>
                <a:gd name="connsiteY426" fmla="*/ 140176 h 1010399"/>
                <a:gd name="connsiteX427" fmla="*/ 98957 w 1109339"/>
                <a:gd name="connsiteY427" fmla="*/ 140715 h 1010399"/>
                <a:gd name="connsiteX428" fmla="*/ 103198 w 1109339"/>
                <a:gd name="connsiteY428" fmla="*/ 138663 h 1010399"/>
                <a:gd name="connsiteX429" fmla="*/ 104947 w 1109339"/>
                <a:gd name="connsiteY429" fmla="*/ 136375 h 1010399"/>
                <a:gd name="connsiteX430" fmla="*/ 107236 w 1109339"/>
                <a:gd name="connsiteY430" fmla="*/ 136711 h 1010399"/>
                <a:gd name="connsiteX431" fmla="*/ 111578 w 1109339"/>
                <a:gd name="connsiteY431" fmla="*/ 136913 h 1010399"/>
                <a:gd name="connsiteX432" fmla="*/ 116996 w 1109339"/>
                <a:gd name="connsiteY432" fmla="*/ 138427 h 1010399"/>
                <a:gd name="connsiteX433" fmla="*/ 119486 w 1109339"/>
                <a:gd name="connsiteY433" fmla="*/ 139941 h 1010399"/>
                <a:gd name="connsiteX434" fmla="*/ 120260 w 1109339"/>
                <a:gd name="connsiteY434" fmla="*/ 141152 h 1010399"/>
                <a:gd name="connsiteX435" fmla="*/ 119924 w 1109339"/>
                <a:gd name="connsiteY435" fmla="*/ 142228 h 1010399"/>
                <a:gd name="connsiteX436" fmla="*/ 116660 w 1109339"/>
                <a:gd name="connsiteY436" fmla="*/ 143843 h 1010399"/>
                <a:gd name="connsiteX437" fmla="*/ 114909 w 1109339"/>
                <a:gd name="connsiteY437" fmla="*/ 145693 h 1010399"/>
                <a:gd name="connsiteX438" fmla="*/ 111443 w 1109339"/>
                <a:gd name="connsiteY438" fmla="*/ 147543 h 1010399"/>
                <a:gd name="connsiteX439" fmla="*/ 110366 w 1109339"/>
                <a:gd name="connsiteY439" fmla="*/ 150806 h 1010399"/>
                <a:gd name="connsiteX440" fmla="*/ 110568 w 1109339"/>
                <a:gd name="connsiteY440" fmla="*/ 154507 h 1010399"/>
                <a:gd name="connsiteX441" fmla="*/ 111645 w 1109339"/>
                <a:gd name="connsiteY441" fmla="*/ 155045 h 1010399"/>
                <a:gd name="connsiteX442" fmla="*/ 114573 w 1109339"/>
                <a:gd name="connsiteY442" fmla="*/ 159284 h 1010399"/>
                <a:gd name="connsiteX443" fmla="*/ 115986 w 1109339"/>
                <a:gd name="connsiteY443" fmla="*/ 161773 h 1010399"/>
                <a:gd name="connsiteX444" fmla="*/ 116962 w 1109339"/>
                <a:gd name="connsiteY444" fmla="*/ 165036 h 1010399"/>
                <a:gd name="connsiteX445" fmla="*/ 117501 w 1109339"/>
                <a:gd name="connsiteY445" fmla="*/ 168299 h 1010399"/>
                <a:gd name="connsiteX446" fmla="*/ 117837 w 1109339"/>
                <a:gd name="connsiteY446" fmla="*/ 171764 h 1010399"/>
                <a:gd name="connsiteX447" fmla="*/ 119688 w 1109339"/>
                <a:gd name="connsiteY447" fmla="*/ 174590 h 1010399"/>
                <a:gd name="connsiteX448" fmla="*/ 122515 w 1109339"/>
                <a:gd name="connsiteY448" fmla="*/ 177954 h 1010399"/>
                <a:gd name="connsiteX449" fmla="*/ 123929 w 1109339"/>
                <a:gd name="connsiteY449" fmla="*/ 180981 h 1010399"/>
                <a:gd name="connsiteX450" fmla="*/ 123592 w 1109339"/>
                <a:gd name="connsiteY450" fmla="*/ 183269 h 1010399"/>
                <a:gd name="connsiteX451" fmla="*/ 123929 w 1109339"/>
                <a:gd name="connsiteY451" fmla="*/ 187709 h 1010399"/>
                <a:gd name="connsiteX452" fmla="*/ 126318 w 1109339"/>
                <a:gd name="connsiteY452" fmla="*/ 190871 h 1010399"/>
                <a:gd name="connsiteX453" fmla="*/ 129818 w 1109339"/>
                <a:gd name="connsiteY453" fmla="*/ 193798 h 1010399"/>
                <a:gd name="connsiteX454" fmla="*/ 132309 w 1109339"/>
                <a:gd name="connsiteY454" fmla="*/ 195749 h 1010399"/>
                <a:gd name="connsiteX455" fmla="*/ 132208 w 1109339"/>
                <a:gd name="connsiteY455" fmla="*/ 198339 h 1010399"/>
                <a:gd name="connsiteX456" fmla="*/ 136549 w 1109339"/>
                <a:gd name="connsiteY456" fmla="*/ 203789 h 1010399"/>
                <a:gd name="connsiteX457" fmla="*/ 139578 w 1109339"/>
                <a:gd name="connsiteY457" fmla="*/ 206278 h 1010399"/>
                <a:gd name="connsiteX458" fmla="*/ 140083 w 1109339"/>
                <a:gd name="connsiteY458" fmla="*/ 216168 h 1010399"/>
                <a:gd name="connsiteX459" fmla="*/ 138939 w 1109339"/>
                <a:gd name="connsiteY459" fmla="*/ 221181 h 1010399"/>
                <a:gd name="connsiteX460" fmla="*/ 138939 w 1109339"/>
                <a:gd name="connsiteY460" fmla="*/ 226832 h 1010399"/>
                <a:gd name="connsiteX461" fmla="*/ 139376 w 1109339"/>
                <a:gd name="connsiteY461" fmla="*/ 228447 h 1010399"/>
                <a:gd name="connsiteX462" fmla="*/ 145232 w 1109339"/>
                <a:gd name="connsiteY462" fmla="*/ 229658 h 1010399"/>
                <a:gd name="connsiteX463" fmla="*/ 146444 w 1109339"/>
                <a:gd name="connsiteY463" fmla="*/ 229658 h 1010399"/>
                <a:gd name="connsiteX464" fmla="*/ 149170 w 1109339"/>
                <a:gd name="connsiteY464" fmla="*/ 233022 h 1010399"/>
                <a:gd name="connsiteX465" fmla="*/ 149170 w 1109339"/>
                <a:gd name="connsiteY465" fmla="*/ 234872 h 1010399"/>
                <a:gd name="connsiteX466" fmla="*/ 154723 w 1109339"/>
                <a:gd name="connsiteY466" fmla="*/ 234435 h 1010399"/>
                <a:gd name="connsiteX467" fmla="*/ 154723 w 1109339"/>
                <a:gd name="connsiteY467" fmla="*/ 239312 h 1010399"/>
                <a:gd name="connsiteX468" fmla="*/ 160814 w 1109339"/>
                <a:gd name="connsiteY468" fmla="*/ 236588 h 1010399"/>
                <a:gd name="connsiteX469" fmla="*/ 164617 w 1109339"/>
                <a:gd name="connsiteY469" fmla="*/ 236218 h 1010399"/>
                <a:gd name="connsiteX470" fmla="*/ 168959 w 1109339"/>
                <a:gd name="connsiteY470" fmla="*/ 240120 h 1010399"/>
                <a:gd name="connsiteX471" fmla="*/ 171146 w 1109339"/>
                <a:gd name="connsiteY471" fmla="*/ 243585 h 1010399"/>
                <a:gd name="connsiteX472" fmla="*/ 177675 w 1109339"/>
                <a:gd name="connsiteY472" fmla="*/ 237933 h 1010399"/>
                <a:gd name="connsiteX473" fmla="*/ 178988 w 1109339"/>
                <a:gd name="connsiteY473" fmla="*/ 235175 h 1010399"/>
                <a:gd name="connsiteX474" fmla="*/ 184473 w 1109339"/>
                <a:gd name="connsiteY474" fmla="*/ 231710 h 1010399"/>
                <a:gd name="connsiteX475" fmla="*/ 187671 w 1109339"/>
                <a:gd name="connsiteY475" fmla="*/ 227942 h 1010399"/>
                <a:gd name="connsiteX476" fmla="*/ 188983 w 1109339"/>
                <a:gd name="connsiteY476" fmla="*/ 224612 h 1010399"/>
                <a:gd name="connsiteX477" fmla="*/ 193493 w 1109339"/>
                <a:gd name="connsiteY477" fmla="*/ 222728 h 1010399"/>
                <a:gd name="connsiteX478" fmla="*/ 192753 w 1109339"/>
                <a:gd name="connsiteY478" fmla="*/ 219532 h 1010399"/>
                <a:gd name="connsiteX479" fmla="*/ 192315 w 1109339"/>
                <a:gd name="connsiteY479" fmla="*/ 215058 h 1010399"/>
                <a:gd name="connsiteX480" fmla="*/ 194637 w 1109339"/>
                <a:gd name="connsiteY480" fmla="*/ 214318 h 1010399"/>
                <a:gd name="connsiteX481" fmla="*/ 197969 w 1109339"/>
                <a:gd name="connsiteY481" fmla="*/ 218220 h 1010399"/>
                <a:gd name="connsiteX482" fmla="*/ 202176 w 1109339"/>
                <a:gd name="connsiteY482" fmla="*/ 221551 h 1010399"/>
                <a:gd name="connsiteX483" fmla="*/ 206382 w 1109339"/>
                <a:gd name="connsiteY483" fmla="*/ 224006 h 1010399"/>
                <a:gd name="connsiteX484" fmla="*/ 209849 w 1109339"/>
                <a:gd name="connsiteY484" fmla="*/ 224578 h 1010399"/>
                <a:gd name="connsiteX485" fmla="*/ 216512 w 1109339"/>
                <a:gd name="connsiteY485" fmla="*/ 225318 h 1010399"/>
                <a:gd name="connsiteX486" fmla="*/ 218969 w 1109339"/>
                <a:gd name="connsiteY486" fmla="*/ 226193 h 1010399"/>
                <a:gd name="connsiteX487" fmla="*/ 223042 w 1109339"/>
                <a:gd name="connsiteY487" fmla="*/ 226193 h 1010399"/>
                <a:gd name="connsiteX488" fmla="*/ 224186 w 1109339"/>
                <a:gd name="connsiteY488" fmla="*/ 229086 h 1010399"/>
                <a:gd name="connsiteX489" fmla="*/ 228393 w 1109339"/>
                <a:gd name="connsiteY489" fmla="*/ 228951 h 1010399"/>
                <a:gd name="connsiteX490" fmla="*/ 230278 w 1109339"/>
                <a:gd name="connsiteY490" fmla="*/ 226361 h 1010399"/>
                <a:gd name="connsiteX491" fmla="*/ 230849 w 1109339"/>
                <a:gd name="connsiteY491" fmla="*/ 223165 h 1010399"/>
                <a:gd name="connsiteX492" fmla="*/ 231724 w 1109339"/>
                <a:gd name="connsiteY492" fmla="*/ 221147 h 1010399"/>
                <a:gd name="connsiteX493" fmla="*/ 235359 w 1109339"/>
                <a:gd name="connsiteY493" fmla="*/ 220003 h 1010399"/>
                <a:gd name="connsiteX494" fmla="*/ 242157 w 1109339"/>
                <a:gd name="connsiteY494" fmla="*/ 220743 h 1010399"/>
                <a:gd name="connsiteX495" fmla="*/ 241888 w 1109339"/>
                <a:gd name="connsiteY495" fmla="*/ 222627 h 1010399"/>
                <a:gd name="connsiteX496" fmla="*/ 241585 w 1109339"/>
                <a:gd name="connsiteY496" fmla="*/ 224645 h 1010399"/>
                <a:gd name="connsiteX497" fmla="*/ 245657 w 1109339"/>
                <a:gd name="connsiteY497" fmla="*/ 225217 h 1010399"/>
                <a:gd name="connsiteX498" fmla="*/ 247542 w 1109339"/>
                <a:gd name="connsiteY498" fmla="*/ 224780 h 1010399"/>
                <a:gd name="connsiteX499" fmla="*/ 250437 w 1109339"/>
                <a:gd name="connsiteY499" fmla="*/ 222190 h 1010399"/>
                <a:gd name="connsiteX500" fmla="*/ 252456 w 1109339"/>
                <a:gd name="connsiteY500" fmla="*/ 224208 h 1010399"/>
                <a:gd name="connsiteX501" fmla="*/ 255485 w 1109339"/>
                <a:gd name="connsiteY501" fmla="*/ 217985 h 1010399"/>
                <a:gd name="connsiteX502" fmla="*/ 255485 w 1109339"/>
                <a:gd name="connsiteY502" fmla="*/ 216370 h 1010399"/>
                <a:gd name="connsiteX503" fmla="*/ 256629 w 1109339"/>
                <a:gd name="connsiteY503" fmla="*/ 211459 h 1010399"/>
                <a:gd name="connsiteX504" fmla="*/ 259658 w 1109339"/>
                <a:gd name="connsiteY504" fmla="*/ 211156 h 1010399"/>
                <a:gd name="connsiteX505" fmla="*/ 263865 w 1109339"/>
                <a:gd name="connsiteY505" fmla="*/ 212602 h 1010399"/>
                <a:gd name="connsiteX506" fmla="*/ 266624 w 1109339"/>
                <a:gd name="connsiteY506" fmla="*/ 214621 h 1010399"/>
                <a:gd name="connsiteX507" fmla="*/ 269384 w 1109339"/>
                <a:gd name="connsiteY507" fmla="*/ 216942 h 1010399"/>
                <a:gd name="connsiteX508" fmla="*/ 272413 w 1109339"/>
                <a:gd name="connsiteY508" fmla="*/ 218254 h 1010399"/>
                <a:gd name="connsiteX509" fmla="*/ 274163 w 1109339"/>
                <a:gd name="connsiteY509" fmla="*/ 215495 h 1010399"/>
                <a:gd name="connsiteX510" fmla="*/ 274196 w 1109339"/>
                <a:gd name="connsiteY510" fmla="*/ 213578 h 1010399"/>
                <a:gd name="connsiteX511" fmla="*/ 274432 w 1109339"/>
                <a:gd name="connsiteY511" fmla="*/ 211156 h 1010399"/>
                <a:gd name="connsiteX512" fmla="*/ 276889 w 1109339"/>
                <a:gd name="connsiteY512" fmla="*/ 208263 h 1010399"/>
                <a:gd name="connsiteX513" fmla="*/ 284999 w 1109339"/>
                <a:gd name="connsiteY513" fmla="*/ 204798 h 1010399"/>
                <a:gd name="connsiteX514" fmla="*/ 287759 w 1109339"/>
                <a:gd name="connsiteY514" fmla="*/ 199719 h 1010399"/>
                <a:gd name="connsiteX515" fmla="*/ 284697 w 1109339"/>
                <a:gd name="connsiteY515" fmla="*/ 194504 h 1010399"/>
                <a:gd name="connsiteX516" fmla="*/ 286312 w 1109339"/>
                <a:gd name="connsiteY516" fmla="*/ 192486 h 1010399"/>
                <a:gd name="connsiteX517" fmla="*/ 290654 w 1109339"/>
                <a:gd name="connsiteY517" fmla="*/ 192486 h 1010399"/>
                <a:gd name="connsiteX518" fmla="*/ 292909 w 1109339"/>
                <a:gd name="connsiteY518" fmla="*/ 195076 h 1010399"/>
                <a:gd name="connsiteX519" fmla="*/ 295433 w 1109339"/>
                <a:gd name="connsiteY519" fmla="*/ 192755 h 1010399"/>
                <a:gd name="connsiteX520" fmla="*/ 295433 w 1109339"/>
                <a:gd name="connsiteY520" fmla="*/ 188550 h 1010399"/>
                <a:gd name="connsiteX521" fmla="*/ 294558 w 1109339"/>
                <a:gd name="connsiteY521" fmla="*/ 187844 h 1010399"/>
                <a:gd name="connsiteX522" fmla="*/ 294827 w 1109339"/>
                <a:gd name="connsiteY522" fmla="*/ 184513 h 1010399"/>
                <a:gd name="connsiteX523" fmla="*/ 295567 w 1109339"/>
                <a:gd name="connsiteY523" fmla="*/ 182630 h 1010399"/>
                <a:gd name="connsiteX524" fmla="*/ 295567 w 1109339"/>
                <a:gd name="connsiteY524" fmla="*/ 177987 h 1010399"/>
                <a:gd name="connsiteX525" fmla="*/ 296274 w 1109339"/>
                <a:gd name="connsiteY525" fmla="*/ 175397 h 1010399"/>
                <a:gd name="connsiteX526" fmla="*/ 294827 w 1109339"/>
                <a:gd name="connsiteY526" fmla="*/ 173379 h 1010399"/>
                <a:gd name="connsiteX527" fmla="*/ 294389 w 1109339"/>
                <a:gd name="connsiteY527" fmla="*/ 171058 h 1010399"/>
                <a:gd name="connsiteX528" fmla="*/ 295567 w 1109339"/>
                <a:gd name="connsiteY528" fmla="*/ 169611 h 1010399"/>
                <a:gd name="connsiteX529" fmla="*/ 299202 w 1109339"/>
                <a:gd name="connsiteY529" fmla="*/ 169746 h 1010399"/>
                <a:gd name="connsiteX530" fmla="*/ 302264 w 1109339"/>
                <a:gd name="connsiteY530" fmla="*/ 171764 h 1010399"/>
                <a:gd name="connsiteX531" fmla="*/ 301827 w 1109339"/>
                <a:gd name="connsiteY531" fmla="*/ 175229 h 1010399"/>
                <a:gd name="connsiteX532" fmla="*/ 301255 w 1109339"/>
                <a:gd name="connsiteY532" fmla="*/ 178425 h 1010399"/>
                <a:gd name="connsiteX533" fmla="*/ 303274 w 1109339"/>
                <a:gd name="connsiteY533" fmla="*/ 180006 h 1010399"/>
                <a:gd name="connsiteX534" fmla="*/ 306606 w 1109339"/>
                <a:gd name="connsiteY534" fmla="*/ 178626 h 1010399"/>
                <a:gd name="connsiteX535" fmla="*/ 309063 w 1109339"/>
                <a:gd name="connsiteY535" fmla="*/ 177247 h 1010399"/>
                <a:gd name="connsiteX536" fmla="*/ 310173 w 1109339"/>
                <a:gd name="connsiteY536" fmla="*/ 177247 h 1010399"/>
                <a:gd name="connsiteX537" fmla="*/ 315390 w 1109339"/>
                <a:gd name="connsiteY537" fmla="*/ 178391 h 1010399"/>
                <a:gd name="connsiteX538" fmla="*/ 318721 w 1109339"/>
                <a:gd name="connsiteY538" fmla="*/ 180275 h 1010399"/>
                <a:gd name="connsiteX539" fmla="*/ 321178 w 1109339"/>
                <a:gd name="connsiteY539" fmla="*/ 182024 h 1010399"/>
                <a:gd name="connsiteX540" fmla="*/ 324376 w 1109339"/>
                <a:gd name="connsiteY540" fmla="*/ 183605 h 1010399"/>
                <a:gd name="connsiteX541" fmla="*/ 326395 w 1109339"/>
                <a:gd name="connsiteY541" fmla="*/ 184749 h 1010399"/>
                <a:gd name="connsiteX542" fmla="*/ 328145 w 1109339"/>
                <a:gd name="connsiteY542" fmla="*/ 186767 h 1010399"/>
                <a:gd name="connsiteX543" fmla="*/ 329457 w 1109339"/>
                <a:gd name="connsiteY543" fmla="*/ 189358 h 1010399"/>
                <a:gd name="connsiteX544" fmla="*/ 330198 w 1109339"/>
                <a:gd name="connsiteY544" fmla="*/ 190064 h 1010399"/>
                <a:gd name="connsiteX545" fmla="*/ 333227 w 1109339"/>
                <a:gd name="connsiteY545" fmla="*/ 192385 h 1010399"/>
                <a:gd name="connsiteX546" fmla="*/ 334808 w 1109339"/>
                <a:gd name="connsiteY546" fmla="*/ 193697 h 1010399"/>
                <a:gd name="connsiteX547" fmla="*/ 335381 w 1109339"/>
                <a:gd name="connsiteY547" fmla="*/ 197767 h 1010399"/>
                <a:gd name="connsiteX548" fmla="*/ 338275 w 1109339"/>
                <a:gd name="connsiteY548" fmla="*/ 200795 h 1010399"/>
                <a:gd name="connsiteX549" fmla="*/ 341607 w 1109339"/>
                <a:gd name="connsiteY549" fmla="*/ 201939 h 1010399"/>
                <a:gd name="connsiteX550" fmla="*/ 345511 w 1109339"/>
                <a:gd name="connsiteY550" fmla="*/ 203385 h 1010399"/>
                <a:gd name="connsiteX551" fmla="*/ 349280 w 1109339"/>
                <a:gd name="connsiteY551" fmla="*/ 208465 h 1010399"/>
                <a:gd name="connsiteX552" fmla="*/ 351367 w 1109339"/>
                <a:gd name="connsiteY552" fmla="*/ 211492 h 1010399"/>
                <a:gd name="connsiteX553" fmla="*/ 352746 w 1109339"/>
                <a:gd name="connsiteY553" fmla="*/ 213073 h 1010399"/>
                <a:gd name="connsiteX554" fmla="*/ 352746 w 1109339"/>
                <a:gd name="connsiteY554" fmla="*/ 216269 h 1010399"/>
                <a:gd name="connsiteX555" fmla="*/ 352443 w 1109339"/>
                <a:gd name="connsiteY555" fmla="*/ 218456 h 1010399"/>
                <a:gd name="connsiteX556" fmla="*/ 354193 w 1109339"/>
                <a:gd name="connsiteY556" fmla="*/ 220474 h 1010399"/>
                <a:gd name="connsiteX557" fmla="*/ 356381 w 1109339"/>
                <a:gd name="connsiteY557" fmla="*/ 220609 h 1010399"/>
                <a:gd name="connsiteX558" fmla="*/ 359578 w 1109339"/>
                <a:gd name="connsiteY558" fmla="*/ 221181 h 1010399"/>
                <a:gd name="connsiteX559" fmla="*/ 362035 w 1109339"/>
                <a:gd name="connsiteY559" fmla="*/ 224074 h 1010399"/>
                <a:gd name="connsiteX560" fmla="*/ 362776 w 1109339"/>
                <a:gd name="connsiteY560" fmla="*/ 227101 h 1010399"/>
                <a:gd name="connsiteX561" fmla="*/ 364222 w 1109339"/>
                <a:gd name="connsiteY561" fmla="*/ 229120 h 1010399"/>
                <a:gd name="connsiteX562" fmla="*/ 367689 w 1109339"/>
                <a:gd name="connsiteY562" fmla="*/ 228548 h 1010399"/>
                <a:gd name="connsiteX563" fmla="*/ 370011 w 1109339"/>
                <a:gd name="connsiteY563" fmla="*/ 227976 h 1010399"/>
                <a:gd name="connsiteX564" fmla="*/ 372031 w 1109339"/>
                <a:gd name="connsiteY564" fmla="*/ 227673 h 1010399"/>
                <a:gd name="connsiteX565" fmla="*/ 373780 w 1109339"/>
                <a:gd name="connsiteY565" fmla="*/ 229254 h 1010399"/>
                <a:gd name="connsiteX566" fmla="*/ 375665 w 1109339"/>
                <a:gd name="connsiteY566" fmla="*/ 231272 h 1010399"/>
                <a:gd name="connsiteX567" fmla="*/ 375665 w 1109339"/>
                <a:gd name="connsiteY567" fmla="*/ 234166 h 1010399"/>
                <a:gd name="connsiteX568" fmla="*/ 374353 w 1109339"/>
                <a:gd name="connsiteY568" fmla="*/ 236352 h 1010399"/>
                <a:gd name="connsiteX569" fmla="*/ 373780 w 1109339"/>
                <a:gd name="connsiteY569" fmla="*/ 239245 h 1010399"/>
                <a:gd name="connsiteX570" fmla="*/ 374521 w 1109339"/>
                <a:gd name="connsiteY570" fmla="*/ 242138 h 1010399"/>
                <a:gd name="connsiteX571" fmla="*/ 376271 w 1109339"/>
                <a:gd name="connsiteY571" fmla="*/ 244594 h 1010399"/>
                <a:gd name="connsiteX572" fmla="*/ 376574 w 1109339"/>
                <a:gd name="connsiteY572" fmla="*/ 247621 h 1010399"/>
                <a:gd name="connsiteX573" fmla="*/ 374689 w 1109339"/>
                <a:gd name="connsiteY573" fmla="*/ 250514 h 1010399"/>
                <a:gd name="connsiteX574" fmla="*/ 372939 w 1109339"/>
                <a:gd name="connsiteY574" fmla="*/ 252701 h 1010399"/>
                <a:gd name="connsiteX575" fmla="*/ 370617 w 1109339"/>
                <a:gd name="connsiteY575" fmla="*/ 254719 h 1010399"/>
                <a:gd name="connsiteX576" fmla="*/ 368295 w 1109339"/>
                <a:gd name="connsiteY576" fmla="*/ 256031 h 1010399"/>
                <a:gd name="connsiteX577" fmla="*/ 365670 w 1109339"/>
                <a:gd name="connsiteY577" fmla="*/ 257040 h 1010399"/>
                <a:gd name="connsiteX578" fmla="*/ 364088 w 1109339"/>
                <a:gd name="connsiteY578" fmla="*/ 259799 h 1010399"/>
                <a:gd name="connsiteX579" fmla="*/ 363785 w 1109339"/>
                <a:gd name="connsiteY579" fmla="*/ 261380 h 1010399"/>
                <a:gd name="connsiteX580" fmla="*/ 358703 w 1109339"/>
                <a:gd name="connsiteY580" fmla="*/ 263264 h 1010399"/>
                <a:gd name="connsiteX581" fmla="*/ 357391 w 1109339"/>
                <a:gd name="connsiteY581" fmla="*/ 265719 h 1010399"/>
                <a:gd name="connsiteX582" fmla="*/ 359275 w 1109339"/>
                <a:gd name="connsiteY582" fmla="*/ 269487 h 1010399"/>
                <a:gd name="connsiteX583" fmla="*/ 361867 w 1109339"/>
                <a:gd name="connsiteY583" fmla="*/ 273255 h 1010399"/>
                <a:gd name="connsiteX584" fmla="*/ 363011 w 1109339"/>
                <a:gd name="connsiteY584" fmla="*/ 275845 h 1010399"/>
                <a:gd name="connsiteX585" fmla="*/ 363583 w 1109339"/>
                <a:gd name="connsiteY585" fmla="*/ 277863 h 1010399"/>
                <a:gd name="connsiteX586" fmla="*/ 364458 w 1109339"/>
                <a:gd name="connsiteY586" fmla="*/ 282775 h 1010399"/>
                <a:gd name="connsiteX587" fmla="*/ 364155 w 1109339"/>
                <a:gd name="connsiteY587" fmla="*/ 289873 h 1010399"/>
                <a:gd name="connsiteX588" fmla="*/ 361261 w 1109339"/>
                <a:gd name="connsiteY588" fmla="*/ 293943 h 1010399"/>
                <a:gd name="connsiteX589" fmla="*/ 358636 w 1109339"/>
                <a:gd name="connsiteY589" fmla="*/ 297408 h 1010399"/>
                <a:gd name="connsiteX590" fmla="*/ 353285 w 1109339"/>
                <a:gd name="connsiteY590" fmla="*/ 300301 h 1010399"/>
                <a:gd name="connsiteX591" fmla="*/ 350963 w 1109339"/>
                <a:gd name="connsiteY591" fmla="*/ 301176 h 1010399"/>
                <a:gd name="connsiteX592" fmla="*/ 346621 w 1109339"/>
                <a:gd name="connsiteY592" fmla="*/ 301882 h 1010399"/>
                <a:gd name="connsiteX593" fmla="*/ 345881 w 1109339"/>
                <a:gd name="connsiteY593" fmla="*/ 306962 h 1010399"/>
                <a:gd name="connsiteX594" fmla="*/ 346015 w 1109339"/>
                <a:gd name="connsiteY594" fmla="*/ 310864 h 1010399"/>
                <a:gd name="connsiteX595" fmla="*/ 344568 w 1109339"/>
                <a:gd name="connsiteY595" fmla="*/ 317222 h 1010399"/>
                <a:gd name="connsiteX596" fmla="*/ 343693 w 1109339"/>
                <a:gd name="connsiteY596" fmla="*/ 323008 h 1010399"/>
                <a:gd name="connsiteX597" fmla="*/ 342953 w 1109339"/>
                <a:gd name="connsiteY597" fmla="*/ 324892 h 1010399"/>
                <a:gd name="connsiteX598" fmla="*/ 340059 w 1109339"/>
                <a:gd name="connsiteY598" fmla="*/ 332292 h 1010399"/>
                <a:gd name="connsiteX599" fmla="*/ 337030 w 1109339"/>
                <a:gd name="connsiteY599" fmla="*/ 335757 h 1010399"/>
                <a:gd name="connsiteX600" fmla="*/ 334135 w 1109339"/>
                <a:gd name="connsiteY600" fmla="*/ 338078 h 1010399"/>
                <a:gd name="connsiteX601" fmla="*/ 332991 w 1109339"/>
                <a:gd name="connsiteY601" fmla="*/ 341846 h 1010399"/>
                <a:gd name="connsiteX602" fmla="*/ 333563 w 1109339"/>
                <a:gd name="connsiteY602" fmla="*/ 346354 h 1010399"/>
                <a:gd name="connsiteX603" fmla="*/ 334270 w 1109339"/>
                <a:gd name="connsiteY603" fmla="*/ 349549 h 1010399"/>
                <a:gd name="connsiteX604" fmla="*/ 331678 w 1109339"/>
                <a:gd name="connsiteY604" fmla="*/ 353754 h 1010399"/>
                <a:gd name="connsiteX605" fmla="*/ 330231 w 1109339"/>
                <a:gd name="connsiteY605" fmla="*/ 356647 h 1010399"/>
                <a:gd name="connsiteX606" fmla="*/ 328919 w 1109339"/>
                <a:gd name="connsiteY606" fmla="*/ 361155 h 1010399"/>
                <a:gd name="connsiteX607" fmla="*/ 328784 w 1109339"/>
                <a:gd name="connsiteY607" fmla="*/ 365629 h 1010399"/>
                <a:gd name="connsiteX608" fmla="*/ 331376 w 1109339"/>
                <a:gd name="connsiteY608" fmla="*/ 373871 h 1010399"/>
                <a:gd name="connsiteX609" fmla="*/ 331948 w 1109339"/>
                <a:gd name="connsiteY609" fmla="*/ 378345 h 1010399"/>
                <a:gd name="connsiteX610" fmla="*/ 334405 w 1109339"/>
                <a:gd name="connsiteY610" fmla="*/ 382684 h 1010399"/>
                <a:gd name="connsiteX611" fmla="*/ 334270 w 1109339"/>
                <a:gd name="connsiteY611" fmla="*/ 385443 h 1010399"/>
                <a:gd name="connsiteX612" fmla="*/ 331510 w 1109339"/>
                <a:gd name="connsiteY612" fmla="*/ 389211 h 1010399"/>
                <a:gd name="connsiteX613" fmla="*/ 329323 w 1109339"/>
                <a:gd name="connsiteY613" fmla="*/ 390792 h 1010399"/>
                <a:gd name="connsiteX614" fmla="*/ 328448 w 1109339"/>
                <a:gd name="connsiteY614" fmla="*/ 393247 h 1010399"/>
                <a:gd name="connsiteX615" fmla="*/ 330333 w 1109339"/>
                <a:gd name="connsiteY615" fmla="*/ 397721 h 1010399"/>
                <a:gd name="connsiteX616" fmla="*/ 333530 w 1109339"/>
                <a:gd name="connsiteY616" fmla="*/ 401489 h 1010399"/>
                <a:gd name="connsiteX617" fmla="*/ 338309 w 1109339"/>
                <a:gd name="connsiteY617" fmla="*/ 405829 h 1010399"/>
                <a:gd name="connsiteX618" fmla="*/ 339890 w 1109339"/>
                <a:gd name="connsiteY618" fmla="*/ 409159 h 1010399"/>
                <a:gd name="connsiteX619" fmla="*/ 340328 w 1109339"/>
                <a:gd name="connsiteY619" fmla="*/ 410336 h 1010399"/>
                <a:gd name="connsiteX620" fmla="*/ 339015 w 1109339"/>
                <a:gd name="connsiteY620" fmla="*/ 412355 h 1010399"/>
                <a:gd name="connsiteX621" fmla="*/ 340463 w 1109339"/>
                <a:gd name="connsiteY621" fmla="*/ 415550 h 1010399"/>
                <a:gd name="connsiteX622" fmla="*/ 342212 w 1109339"/>
                <a:gd name="connsiteY622" fmla="*/ 418174 h 1010399"/>
                <a:gd name="connsiteX623" fmla="*/ 342078 w 1109339"/>
                <a:gd name="connsiteY623" fmla="*/ 421202 h 1010399"/>
                <a:gd name="connsiteX624" fmla="*/ 341640 w 1109339"/>
                <a:gd name="connsiteY624" fmla="*/ 424970 h 1010399"/>
                <a:gd name="connsiteX625" fmla="*/ 341203 w 1109339"/>
                <a:gd name="connsiteY625" fmla="*/ 428603 h 1010399"/>
                <a:gd name="connsiteX626" fmla="*/ 343525 w 1109339"/>
                <a:gd name="connsiteY626" fmla="*/ 434119 h 1010399"/>
                <a:gd name="connsiteX627" fmla="*/ 341068 w 1109339"/>
                <a:gd name="connsiteY627" fmla="*/ 439771 h 1010399"/>
                <a:gd name="connsiteX628" fmla="*/ 338309 w 1109339"/>
                <a:gd name="connsiteY628" fmla="*/ 445557 h 1010399"/>
                <a:gd name="connsiteX629" fmla="*/ 335280 w 1109339"/>
                <a:gd name="connsiteY629" fmla="*/ 448450 h 1010399"/>
                <a:gd name="connsiteX630" fmla="*/ 331510 w 1109339"/>
                <a:gd name="connsiteY630" fmla="*/ 449022 h 1010399"/>
                <a:gd name="connsiteX631" fmla="*/ 327169 w 1109339"/>
                <a:gd name="connsiteY631" fmla="*/ 446701 h 1010399"/>
                <a:gd name="connsiteX632" fmla="*/ 323534 w 1109339"/>
                <a:gd name="connsiteY632" fmla="*/ 443942 h 1010399"/>
                <a:gd name="connsiteX633" fmla="*/ 319462 w 1109339"/>
                <a:gd name="connsiteY633" fmla="*/ 443505 h 1010399"/>
                <a:gd name="connsiteX634" fmla="*/ 314952 w 1109339"/>
                <a:gd name="connsiteY634" fmla="*/ 444817 h 1010399"/>
                <a:gd name="connsiteX635" fmla="*/ 310039 w 1109339"/>
                <a:gd name="connsiteY635" fmla="*/ 448147 h 1010399"/>
                <a:gd name="connsiteX636" fmla="*/ 308457 w 1109339"/>
                <a:gd name="connsiteY636" fmla="*/ 454101 h 1010399"/>
                <a:gd name="connsiteX637" fmla="*/ 308457 w 1109339"/>
                <a:gd name="connsiteY637" fmla="*/ 457566 h 1010399"/>
                <a:gd name="connsiteX638" fmla="*/ 311049 w 1109339"/>
                <a:gd name="connsiteY638" fmla="*/ 460762 h 1010399"/>
                <a:gd name="connsiteX639" fmla="*/ 312361 w 1109339"/>
                <a:gd name="connsiteY639" fmla="*/ 464092 h 1010399"/>
                <a:gd name="connsiteX640" fmla="*/ 311486 w 1109339"/>
                <a:gd name="connsiteY640" fmla="*/ 467557 h 1010399"/>
                <a:gd name="connsiteX641" fmla="*/ 310341 w 1109339"/>
                <a:gd name="connsiteY641" fmla="*/ 470585 h 1010399"/>
                <a:gd name="connsiteX642" fmla="*/ 309601 w 1109339"/>
                <a:gd name="connsiteY642" fmla="*/ 473781 h 1010399"/>
                <a:gd name="connsiteX643" fmla="*/ 309029 w 1109339"/>
                <a:gd name="connsiteY643" fmla="*/ 474790 h 1010399"/>
                <a:gd name="connsiteX644" fmla="*/ 305697 w 1109339"/>
                <a:gd name="connsiteY644" fmla="*/ 477111 h 1010399"/>
                <a:gd name="connsiteX645" fmla="*/ 303678 w 1109339"/>
                <a:gd name="connsiteY645" fmla="*/ 479735 h 1010399"/>
                <a:gd name="connsiteX646" fmla="*/ 303240 w 1109339"/>
                <a:gd name="connsiteY646" fmla="*/ 482191 h 1010399"/>
                <a:gd name="connsiteX647" fmla="*/ 302668 w 1109339"/>
                <a:gd name="connsiteY647" fmla="*/ 487707 h 1010399"/>
                <a:gd name="connsiteX648" fmla="*/ 302365 w 1109339"/>
                <a:gd name="connsiteY648" fmla="*/ 491912 h 1010399"/>
                <a:gd name="connsiteX649" fmla="*/ 303240 w 1109339"/>
                <a:gd name="connsiteY649" fmla="*/ 496555 h 1010399"/>
                <a:gd name="connsiteX650" fmla="*/ 304418 w 1109339"/>
                <a:gd name="connsiteY650" fmla="*/ 502643 h 1010399"/>
                <a:gd name="connsiteX651" fmla="*/ 303543 w 1109339"/>
                <a:gd name="connsiteY651" fmla="*/ 510044 h 1010399"/>
                <a:gd name="connsiteX652" fmla="*/ 301356 w 1109339"/>
                <a:gd name="connsiteY652" fmla="*/ 511356 h 1010399"/>
                <a:gd name="connsiteX653" fmla="*/ 298461 w 1109339"/>
                <a:gd name="connsiteY653" fmla="*/ 515258 h 1010399"/>
                <a:gd name="connsiteX654" fmla="*/ 298327 w 1109339"/>
                <a:gd name="connsiteY654" fmla="*/ 517142 h 1010399"/>
                <a:gd name="connsiteX655" fmla="*/ 298764 w 1109339"/>
                <a:gd name="connsiteY655" fmla="*/ 519732 h 1010399"/>
                <a:gd name="connsiteX656" fmla="*/ 299067 w 1109339"/>
                <a:gd name="connsiteY656" fmla="*/ 522760 h 1010399"/>
                <a:gd name="connsiteX657" fmla="*/ 298630 w 1109339"/>
                <a:gd name="connsiteY657" fmla="*/ 524947 h 1010399"/>
                <a:gd name="connsiteX658" fmla="*/ 298361 w 1109339"/>
                <a:gd name="connsiteY658" fmla="*/ 532347 h 1010399"/>
                <a:gd name="connsiteX659" fmla="*/ 299942 w 1109339"/>
                <a:gd name="connsiteY659" fmla="*/ 535240 h 1010399"/>
                <a:gd name="connsiteX660" fmla="*/ 301086 w 1109339"/>
                <a:gd name="connsiteY660" fmla="*/ 539714 h 1010399"/>
                <a:gd name="connsiteX661" fmla="*/ 302702 w 1109339"/>
                <a:gd name="connsiteY661" fmla="*/ 542473 h 1010399"/>
                <a:gd name="connsiteX662" fmla="*/ 306034 w 1109339"/>
                <a:gd name="connsiteY662" fmla="*/ 543213 h 1010399"/>
                <a:gd name="connsiteX663" fmla="*/ 304889 w 1109339"/>
                <a:gd name="connsiteY663" fmla="*/ 545971 h 1010399"/>
                <a:gd name="connsiteX664" fmla="*/ 301860 w 1109339"/>
                <a:gd name="connsiteY664" fmla="*/ 547721 h 1010399"/>
                <a:gd name="connsiteX665" fmla="*/ 301995 w 1109339"/>
                <a:gd name="connsiteY665" fmla="*/ 551051 h 1010399"/>
                <a:gd name="connsiteX666" fmla="*/ 304014 w 1109339"/>
                <a:gd name="connsiteY666" fmla="*/ 554684 h 1010399"/>
                <a:gd name="connsiteX667" fmla="*/ 305024 w 1109339"/>
                <a:gd name="connsiteY667" fmla="*/ 557442 h 1010399"/>
                <a:gd name="connsiteX668" fmla="*/ 304587 w 1109339"/>
                <a:gd name="connsiteY668" fmla="*/ 561210 h 1010399"/>
                <a:gd name="connsiteX669" fmla="*/ 304587 w 1109339"/>
                <a:gd name="connsiteY669" fmla="*/ 564978 h 1010399"/>
                <a:gd name="connsiteX670" fmla="*/ 304721 w 1109339"/>
                <a:gd name="connsiteY670" fmla="*/ 568880 h 1010399"/>
                <a:gd name="connsiteX671" fmla="*/ 304014 w 1109339"/>
                <a:gd name="connsiteY671" fmla="*/ 572076 h 1010399"/>
                <a:gd name="connsiteX672" fmla="*/ 301120 w 1109339"/>
                <a:gd name="connsiteY672" fmla="*/ 570764 h 1010399"/>
                <a:gd name="connsiteX673" fmla="*/ 299808 w 1109339"/>
                <a:gd name="connsiteY673" fmla="*/ 568308 h 1010399"/>
                <a:gd name="connsiteX674" fmla="*/ 298226 w 1109339"/>
                <a:gd name="connsiteY674" fmla="*/ 565280 h 1010399"/>
                <a:gd name="connsiteX675" fmla="*/ 297082 w 1109339"/>
                <a:gd name="connsiteY675" fmla="*/ 562387 h 1010399"/>
                <a:gd name="connsiteX676" fmla="*/ 296207 w 1109339"/>
                <a:gd name="connsiteY676" fmla="*/ 560369 h 1010399"/>
                <a:gd name="connsiteX677" fmla="*/ 296072 w 1109339"/>
                <a:gd name="connsiteY677" fmla="*/ 558485 h 1010399"/>
                <a:gd name="connsiteX678" fmla="*/ 297082 w 1109339"/>
                <a:gd name="connsiteY678" fmla="*/ 557341 h 1010399"/>
                <a:gd name="connsiteX679" fmla="*/ 297216 w 1109339"/>
                <a:gd name="connsiteY679" fmla="*/ 554314 h 1010399"/>
                <a:gd name="connsiteX680" fmla="*/ 295332 w 1109339"/>
                <a:gd name="connsiteY680" fmla="*/ 553002 h 1010399"/>
                <a:gd name="connsiteX681" fmla="*/ 293750 w 1109339"/>
                <a:gd name="connsiteY681" fmla="*/ 551825 h 1010399"/>
                <a:gd name="connsiteX682" fmla="*/ 291293 w 1109339"/>
                <a:gd name="connsiteY682" fmla="*/ 551118 h 1010399"/>
                <a:gd name="connsiteX683" fmla="*/ 288399 w 1109339"/>
                <a:gd name="connsiteY683" fmla="*/ 548662 h 1010399"/>
                <a:gd name="connsiteX684" fmla="*/ 286379 w 1109339"/>
                <a:gd name="connsiteY684" fmla="*/ 545904 h 1010399"/>
                <a:gd name="connsiteX685" fmla="*/ 283754 w 1109339"/>
                <a:gd name="connsiteY685" fmla="*/ 543011 h 1010399"/>
                <a:gd name="connsiteX686" fmla="*/ 283182 w 1109339"/>
                <a:gd name="connsiteY686" fmla="*/ 541699 h 1010399"/>
                <a:gd name="connsiteX687" fmla="*/ 283048 w 1109339"/>
                <a:gd name="connsiteY687" fmla="*/ 537931 h 1010399"/>
                <a:gd name="connsiteX688" fmla="*/ 282779 w 1109339"/>
                <a:gd name="connsiteY688" fmla="*/ 536350 h 1010399"/>
                <a:gd name="connsiteX689" fmla="*/ 283216 w 1109339"/>
                <a:gd name="connsiteY689" fmla="*/ 534467 h 1010399"/>
                <a:gd name="connsiteX690" fmla="*/ 283654 w 1109339"/>
                <a:gd name="connsiteY690" fmla="*/ 532885 h 1010399"/>
                <a:gd name="connsiteX691" fmla="*/ 284225 w 1109339"/>
                <a:gd name="connsiteY691" fmla="*/ 529858 h 1010399"/>
                <a:gd name="connsiteX692" fmla="*/ 283788 w 1109339"/>
                <a:gd name="connsiteY692" fmla="*/ 526225 h 1010399"/>
                <a:gd name="connsiteX693" fmla="*/ 281466 w 1109339"/>
                <a:gd name="connsiteY693" fmla="*/ 524476 h 1010399"/>
                <a:gd name="connsiteX694" fmla="*/ 279447 w 1109339"/>
                <a:gd name="connsiteY694" fmla="*/ 521448 h 1010399"/>
                <a:gd name="connsiteX695" fmla="*/ 275678 w 1109339"/>
                <a:gd name="connsiteY695" fmla="*/ 516974 h 1010399"/>
                <a:gd name="connsiteX696" fmla="*/ 273086 w 1109339"/>
                <a:gd name="connsiteY696" fmla="*/ 519732 h 1010399"/>
                <a:gd name="connsiteX697" fmla="*/ 271639 w 1109339"/>
                <a:gd name="connsiteY697" fmla="*/ 522928 h 1010399"/>
                <a:gd name="connsiteX698" fmla="*/ 271504 w 1109339"/>
                <a:gd name="connsiteY698" fmla="*/ 526393 h 1010399"/>
                <a:gd name="connsiteX699" fmla="*/ 272951 w 1109339"/>
                <a:gd name="connsiteY699" fmla="*/ 529723 h 1010399"/>
                <a:gd name="connsiteX700" fmla="*/ 272514 w 1109339"/>
                <a:gd name="connsiteY700" fmla="*/ 531035 h 1010399"/>
                <a:gd name="connsiteX701" fmla="*/ 271201 w 1109339"/>
                <a:gd name="connsiteY701" fmla="*/ 534097 h 1010399"/>
                <a:gd name="connsiteX702" fmla="*/ 269620 w 1109339"/>
                <a:gd name="connsiteY702" fmla="*/ 535543 h 1010399"/>
                <a:gd name="connsiteX703" fmla="*/ 266725 w 1109339"/>
                <a:gd name="connsiteY703" fmla="*/ 536418 h 1010399"/>
                <a:gd name="connsiteX704" fmla="*/ 263965 w 1109339"/>
                <a:gd name="connsiteY704" fmla="*/ 538167 h 1010399"/>
                <a:gd name="connsiteX705" fmla="*/ 260499 w 1109339"/>
                <a:gd name="connsiteY705" fmla="*/ 540185 h 1010399"/>
                <a:gd name="connsiteX706" fmla="*/ 259792 w 1109339"/>
                <a:gd name="connsiteY706" fmla="*/ 542069 h 1010399"/>
                <a:gd name="connsiteX707" fmla="*/ 259220 w 1109339"/>
                <a:gd name="connsiteY707" fmla="*/ 545534 h 1010399"/>
                <a:gd name="connsiteX708" fmla="*/ 258480 w 1109339"/>
                <a:gd name="connsiteY708" fmla="*/ 546678 h 1010399"/>
                <a:gd name="connsiteX709" fmla="*/ 256595 w 1109339"/>
                <a:gd name="connsiteY709" fmla="*/ 549436 h 1010399"/>
                <a:gd name="connsiteX710" fmla="*/ 253701 w 1109339"/>
                <a:gd name="connsiteY710" fmla="*/ 550883 h 1010399"/>
                <a:gd name="connsiteX711" fmla="*/ 248922 w 1109339"/>
                <a:gd name="connsiteY711" fmla="*/ 554078 h 1010399"/>
                <a:gd name="connsiteX712" fmla="*/ 246734 w 1109339"/>
                <a:gd name="connsiteY712" fmla="*/ 558115 h 1010399"/>
                <a:gd name="connsiteX713" fmla="*/ 244581 w 1109339"/>
                <a:gd name="connsiteY713" fmla="*/ 561143 h 1010399"/>
                <a:gd name="connsiteX714" fmla="*/ 240811 w 1109339"/>
                <a:gd name="connsiteY714" fmla="*/ 565920 h 1010399"/>
                <a:gd name="connsiteX715" fmla="*/ 241686 w 1109339"/>
                <a:gd name="connsiteY715" fmla="*/ 569115 h 1010399"/>
                <a:gd name="connsiteX716" fmla="*/ 240542 w 1109339"/>
                <a:gd name="connsiteY716" fmla="*/ 571571 h 1010399"/>
                <a:gd name="connsiteX717" fmla="*/ 238085 w 1109339"/>
                <a:gd name="connsiteY717" fmla="*/ 575776 h 1010399"/>
                <a:gd name="connsiteX718" fmla="*/ 237075 w 1109339"/>
                <a:gd name="connsiteY718" fmla="*/ 577525 h 1010399"/>
                <a:gd name="connsiteX719" fmla="*/ 235326 w 1109339"/>
                <a:gd name="connsiteY719" fmla="*/ 579712 h 1010399"/>
                <a:gd name="connsiteX720" fmla="*/ 231994 w 1109339"/>
                <a:gd name="connsiteY720" fmla="*/ 583345 h 1010399"/>
                <a:gd name="connsiteX721" fmla="*/ 228359 w 1109339"/>
                <a:gd name="connsiteY721" fmla="*/ 586541 h 1010399"/>
                <a:gd name="connsiteX722" fmla="*/ 225330 w 1109339"/>
                <a:gd name="connsiteY722" fmla="*/ 588559 h 1010399"/>
                <a:gd name="connsiteX723" fmla="*/ 223311 w 1109339"/>
                <a:gd name="connsiteY723" fmla="*/ 589434 h 1010399"/>
                <a:gd name="connsiteX724" fmla="*/ 220551 w 1109339"/>
                <a:gd name="connsiteY724" fmla="*/ 590443 h 1010399"/>
                <a:gd name="connsiteX725" fmla="*/ 216210 w 1109339"/>
                <a:gd name="connsiteY725" fmla="*/ 592327 h 1010399"/>
                <a:gd name="connsiteX726" fmla="*/ 214460 w 1109339"/>
                <a:gd name="connsiteY726" fmla="*/ 594076 h 1010399"/>
                <a:gd name="connsiteX727" fmla="*/ 213585 w 1109339"/>
                <a:gd name="connsiteY727" fmla="*/ 597272 h 1010399"/>
                <a:gd name="connsiteX728" fmla="*/ 212878 w 1109339"/>
                <a:gd name="connsiteY728" fmla="*/ 598718 h 1010399"/>
                <a:gd name="connsiteX729" fmla="*/ 212306 w 1109339"/>
                <a:gd name="connsiteY729" fmla="*/ 601611 h 1010399"/>
                <a:gd name="connsiteX730" fmla="*/ 210993 w 1109339"/>
                <a:gd name="connsiteY730" fmla="*/ 605244 h 1010399"/>
                <a:gd name="connsiteX731" fmla="*/ 210724 w 1109339"/>
                <a:gd name="connsiteY731" fmla="*/ 605951 h 1010399"/>
                <a:gd name="connsiteX732" fmla="*/ 210286 w 1109339"/>
                <a:gd name="connsiteY732" fmla="*/ 609416 h 1010399"/>
                <a:gd name="connsiteX733" fmla="*/ 209714 w 1109339"/>
                <a:gd name="connsiteY733" fmla="*/ 611871 h 1010399"/>
                <a:gd name="connsiteX734" fmla="*/ 207123 w 1109339"/>
                <a:gd name="connsiteY734" fmla="*/ 613755 h 1010399"/>
                <a:gd name="connsiteX735" fmla="*/ 204532 w 1109339"/>
                <a:gd name="connsiteY735" fmla="*/ 614058 h 1010399"/>
                <a:gd name="connsiteX736" fmla="*/ 201334 w 1109339"/>
                <a:gd name="connsiteY736" fmla="*/ 613486 h 1010399"/>
                <a:gd name="connsiteX737" fmla="*/ 197868 w 1109339"/>
                <a:gd name="connsiteY737" fmla="*/ 615370 h 1010399"/>
                <a:gd name="connsiteX738" fmla="*/ 195243 w 1109339"/>
                <a:gd name="connsiteY738" fmla="*/ 619003 h 1010399"/>
                <a:gd name="connsiteX739" fmla="*/ 191339 w 1109339"/>
                <a:gd name="connsiteY739" fmla="*/ 621627 h 1010399"/>
                <a:gd name="connsiteX740" fmla="*/ 188310 w 1109339"/>
                <a:gd name="connsiteY740" fmla="*/ 623813 h 1010399"/>
                <a:gd name="connsiteX741" fmla="*/ 185416 w 1109339"/>
                <a:gd name="connsiteY741" fmla="*/ 626572 h 1010399"/>
                <a:gd name="connsiteX742" fmla="*/ 181209 w 1109339"/>
                <a:gd name="connsiteY742" fmla="*/ 629768 h 1010399"/>
                <a:gd name="connsiteX743" fmla="*/ 175420 w 1109339"/>
                <a:gd name="connsiteY743" fmla="*/ 634679 h 1010399"/>
                <a:gd name="connsiteX744" fmla="*/ 170338 w 1109339"/>
                <a:gd name="connsiteY744" fmla="*/ 638749 h 1010399"/>
                <a:gd name="connsiteX745" fmla="*/ 166872 w 1109339"/>
                <a:gd name="connsiteY745" fmla="*/ 642382 h 1010399"/>
                <a:gd name="connsiteX746" fmla="*/ 160646 w 1109339"/>
                <a:gd name="connsiteY746" fmla="*/ 647597 h 1010399"/>
                <a:gd name="connsiteX747" fmla="*/ 156002 w 1109339"/>
                <a:gd name="connsiteY747" fmla="*/ 649480 h 1010399"/>
                <a:gd name="connsiteX748" fmla="*/ 155429 w 1109339"/>
                <a:gd name="connsiteY748" fmla="*/ 653820 h 1010399"/>
                <a:gd name="connsiteX749" fmla="*/ 155867 w 1109339"/>
                <a:gd name="connsiteY749" fmla="*/ 657285 h 1010399"/>
                <a:gd name="connsiteX750" fmla="*/ 154723 w 1109339"/>
                <a:gd name="connsiteY750" fmla="*/ 662062 h 1010399"/>
                <a:gd name="connsiteX751" fmla="*/ 152973 w 1109339"/>
                <a:gd name="connsiteY751" fmla="*/ 666401 h 1010399"/>
                <a:gd name="connsiteX752" fmla="*/ 152838 w 1109339"/>
                <a:gd name="connsiteY752" fmla="*/ 667108 h 1010399"/>
                <a:gd name="connsiteX753" fmla="*/ 151694 w 1109339"/>
                <a:gd name="connsiteY753" fmla="*/ 671010 h 1010399"/>
                <a:gd name="connsiteX754" fmla="*/ 151559 w 1109339"/>
                <a:gd name="connsiteY754" fmla="*/ 674777 h 1010399"/>
                <a:gd name="connsiteX755" fmla="*/ 152569 w 1109339"/>
                <a:gd name="connsiteY755" fmla="*/ 677805 h 1010399"/>
                <a:gd name="connsiteX756" fmla="*/ 153881 w 1109339"/>
                <a:gd name="connsiteY756" fmla="*/ 680833 h 1010399"/>
                <a:gd name="connsiteX757" fmla="*/ 160545 w 1109339"/>
                <a:gd name="connsiteY757" fmla="*/ 687056 h 1010399"/>
                <a:gd name="connsiteX758" fmla="*/ 162430 w 1109339"/>
                <a:gd name="connsiteY758" fmla="*/ 689512 h 1010399"/>
                <a:gd name="connsiteX759" fmla="*/ 169262 w 1109339"/>
                <a:gd name="connsiteY759" fmla="*/ 691833 h 1010399"/>
                <a:gd name="connsiteX760" fmla="*/ 174613 w 1109339"/>
                <a:gd name="connsiteY760" fmla="*/ 691530 h 1010399"/>
                <a:gd name="connsiteX761" fmla="*/ 178517 w 1109339"/>
                <a:gd name="connsiteY761" fmla="*/ 692842 h 1010399"/>
                <a:gd name="connsiteX762" fmla="*/ 180670 w 1109339"/>
                <a:gd name="connsiteY762" fmla="*/ 695163 h 1010399"/>
                <a:gd name="connsiteX763" fmla="*/ 187469 w 1109339"/>
                <a:gd name="connsiteY763" fmla="*/ 695600 h 1010399"/>
                <a:gd name="connsiteX764" fmla="*/ 190800 w 1109339"/>
                <a:gd name="connsiteY764" fmla="*/ 697787 h 1010399"/>
                <a:gd name="connsiteX765" fmla="*/ 187031 w 1109339"/>
                <a:gd name="connsiteY765" fmla="*/ 701420 h 1010399"/>
                <a:gd name="connsiteX766" fmla="*/ 185012 w 1109339"/>
                <a:gd name="connsiteY766" fmla="*/ 702867 h 1010399"/>
                <a:gd name="connsiteX767" fmla="*/ 183262 w 1109339"/>
                <a:gd name="connsiteY767" fmla="*/ 705760 h 1010399"/>
                <a:gd name="connsiteX768" fmla="*/ 182387 w 1109339"/>
                <a:gd name="connsiteY768" fmla="*/ 709662 h 1010399"/>
                <a:gd name="connsiteX769" fmla="*/ 184406 w 1109339"/>
                <a:gd name="connsiteY769" fmla="*/ 712992 h 1010399"/>
                <a:gd name="connsiteX770" fmla="*/ 191642 w 1109339"/>
                <a:gd name="connsiteY770" fmla="*/ 713127 h 1010399"/>
                <a:gd name="connsiteX771" fmla="*/ 192954 w 1109339"/>
                <a:gd name="connsiteY771" fmla="*/ 712555 h 1010399"/>
                <a:gd name="connsiteX772" fmla="*/ 193964 w 1109339"/>
                <a:gd name="connsiteY772" fmla="*/ 712858 h 1010399"/>
                <a:gd name="connsiteX773" fmla="*/ 194973 w 1109339"/>
                <a:gd name="connsiteY773" fmla="*/ 715044 h 1010399"/>
                <a:gd name="connsiteX774" fmla="*/ 194536 w 1109339"/>
                <a:gd name="connsiteY774" fmla="*/ 717937 h 1010399"/>
                <a:gd name="connsiteX775" fmla="*/ 194402 w 1109339"/>
                <a:gd name="connsiteY775" fmla="*/ 719821 h 1010399"/>
                <a:gd name="connsiteX776" fmla="*/ 196858 w 1109339"/>
                <a:gd name="connsiteY776" fmla="*/ 720830 h 1010399"/>
                <a:gd name="connsiteX777" fmla="*/ 197868 w 1109339"/>
                <a:gd name="connsiteY777" fmla="*/ 722277 h 1010399"/>
                <a:gd name="connsiteX778" fmla="*/ 199180 w 1109339"/>
                <a:gd name="connsiteY778" fmla="*/ 725304 h 1010399"/>
                <a:gd name="connsiteX779" fmla="*/ 199483 w 1109339"/>
                <a:gd name="connsiteY779" fmla="*/ 727760 h 1010399"/>
                <a:gd name="connsiteX780" fmla="*/ 200796 w 1109339"/>
                <a:gd name="connsiteY780" fmla="*/ 729341 h 1010399"/>
                <a:gd name="connsiteX781" fmla="*/ 203825 w 1109339"/>
                <a:gd name="connsiteY781" fmla="*/ 730518 h 1010399"/>
                <a:gd name="connsiteX782" fmla="*/ 210623 w 1109339"/>
                <a:gd name="connsiteY782" fmla="*/ 730216 h 1010399"/>
                <a:gd name="connsiteX783" fmla="*/ 213248 w 1109339"/>
                <a:gd name="connsiteY783" fmla="*/ 729913 h 1010399"/>
                <a:gd name="connsiteX784" fmla="*/ 217590 w 1109339"/>
                <a:gd name="connsiteY784" fmla="*/ 729341 h 1010399"/>
                <a:gd name="connsiteX785" fmla="*/ 217892 w 1109339"/>
                <a:gd name="connsiteY785" fmla="*/ 727154 h 1010399"/>
                <a:gd name="connsiteX786" fmla="*/ 220518 w 1109339"/>
                <a:gd name="connsiteY786" fmla="*/ 724127 h 1010399"/>
                <a:gd name="connsiteX787" fmla="*/ 219070 w 1109339"/>
                <a:gd name="connsiteY787" fmla="*/ 720225 h 1010399"/>
                <a:gd name="connsiteX788" fmla="*/ 219070 w 1109339"/>
                <a:gd name="connsiteY788" fmla="*/ 716894 h 1010399"/>
                <a:gd name="connsiteX789" fmla="*/ 220955 w 1109339"/>
                <a:gd name="connsiteY789" fmla="*/ 714640 h 1010399"/>
                <a:gd name="connsiteX790" fmla="*/ 223715 w 1109339"/>
                <a:gd name="connsiteY790" fmla="*/ 714270 h 1010399"/>
                <a:gd name="connsiteX791" fmla="*/ 226912 w 1109339"/>
                <a:gd name="connsiteY791" fmla="*/ 714270 h 1010399"/>
                <a:gd name="connsiteX792" fmla="*/ 229974 w 1109339"/>
                <a:gd name="connsiteY792" fmla="*/ 714136 h 1010399"/>
                <a:gd name="connsiteX793" fmla="*/ 230984 w 1109339"/>
                <a:gd name="connsiteY793" fmla="*/ 713261 h 1010399"/>
                <a:gd name="connsiteX794" fmla="*/ 232128 w 1109339"/>
                <a:gd name="connsiteY794" fmla="*/ 710368 h 1010399"/>
                <a:gd name="connsiteX795" fmla="*/ 233138 w 1109339"/>
                <a:gd name="connsiteY795" fmla="*/ 707038 h 1010399"/>
                <a:gd name="connsiteX796" fmla="*/ 232431 w 1109339"/>
                <a:gd name="connsiteY796" fmla="*/ 706735 h 1010399"/>
                <a:gd name="connsiteX797" fmla="*/ 228662 w 1109339"/>
                <a:gd name="connsiteY797" fmla="*/ 703270 h 1010399"/>
                <a:gd name="connsiteX798" fmla="*/ 228965 w 1109339"/>
                <a:gd name="connsiteY798" fmla="*/ 701252 h 1010399"/>
                <a:gd name="connsiteX799" fmla="*/ 231152 w 1109339"/>
                <a:gd name="connsiteY799" fmla="*/ 699671 h 1010399"/>
                <a:gd name="connsiteX800" fmla="*/ 234047 w 1109339"/>
                <a:gd name="connsiteY800" fmla="*/ 699805 h 1010399"/>
                <a:gd name="connsiteX801" fmla="*/ 236806 w 1109339"/>
                <a:gd name="connsiteY801" fmla="*/ 700377 h 1010399"/>
                <a:gd name="connsiteX802" fmla="*/ 238994 w 1109339"/>
                <a:gd name="connsiteY802" fmla="*/ 700949 h 1010399"/>
                <a:gd name="connsiteX803" fmla="*/ 241753 w 1109339"/>
                <a:gd name="connsiteY803" fmla="*/ 702530 h 1010399"/>
                <a:gd name="connsiteX804" fmla="*/ 241753 w 1109339"/>
                <a:gd name="connsiteY804" fmla="*/ 708182 h 1010399"/>
                <a:gd name="connsiteX805" fmla="*/ 240744 w 1109339"/>
                <a:gd name="connsiteY805" fmla="*/ 711075 h 1010399"/>
                <a:gd name="connsiteX806" fmla="*/ 240475 w 1109339"/>
                <a:gd name="connsiteY806" fmla="*/ 713833 h 1010399"/>
                <a:gd name="connsiteX807" fmla="*/ 244951 w 1109339"/>
                <a:gd name="connsiteY807" fmla="*/ 716592 h 1010399"/>
                <a:gd name="connsiteX808" fmla="*/ 247710 w 1109339"/>
                <a:gd name="connsiteY808" fmla="*/ 715448 h 1010399"/>
                <a:gd name="connsiteX809" fmla="*/ 248585 w 1109339"/>
                <a:gd name="connsiteY809" fmla="*/ 712252 h 1010399"/>
                <a:gd name="connsiteX810" fmla="*/ 248854 w 1109339"/>
                <a:gd name="connsiteY810" fmla="*/ 709359 h 1010399"/>
                <a:gd name="connsiteX811" fmla="*/ 251312 w 1109339"/>
                <a:gd name="connsiteY811" fmla="*/ 707610 h 1010399"/>
                <a:gd name="connsiteX812" fmla="*/ 253768 w 1109339"/>
                <a:gd name="connsiteY812" fmla="*/ 709494 h 1010399"/>
                <a:gd name="connsiteX813" fmla="*/ 254071 w 1109339"/>
                <a:gd name="connsiteY813" fmla="*/ 713127 h 1010399"/>
                <a:gd name="connsiteX814" fmla="*/ 253061 w 1109339"/>
                <a:gd name="connsiteY814" fmla="*/ 716020 h 1010399"/>
                <a:gd name="connsiteX815" fmla="*/ 252052 w 1109339"/>
                <a:gd name="connsiteY815" fmla="*/ 719350 h 1010399"/>
                <a:gd name="connsiteX816" fmla="*/ 252927 w 1109339"/>
                <a:gd name="connsiteY816" fmla="*/ 719922 h 1010399"/>
                <a:gd name="connsiteX817" fmla="*/ 253499 w 1109339"/>
                <a:gd name="connsiteY817" fmla="*/ 722108 h 1010399"/>
                <a:gd name="connsiteX818" fmla="*/ 253364 w 1109339"/>
                <a:gd name="connsiteY818" fmla="*/ 723689 h 1010399"/>
                <a:gd name="connsiteX819" fmla="*/ 252657 w 1109339"/>
                <a:gd name="connsiteY819" fmla="*/ 725136 h 1010399"/>
                <a:gd name="connsiteX820" fmla="*/ 249629 w 1109339"/>
                <a:gd name="connsiteY820" fmla="*/ 727457 h 1010399"/>
                <a:gd name="connsiteX821" fmla="*/ 247004 w 1109339"/>
                <a:gd name="connsiteY821" fmla="*/ 730653 h 1010399"/>
                <a:gd name="connsiteX822" fmla="*/ 245859 w 1109339"/>
                <a:gd name="connsiteY822" fmla="*/ 731225 h 1010399"/>
                <a:gd name="connsiteX823" fmla="*/ 242090 w 1109339"/>
                <a:gd name="connsiteY823" fmla="*/ 731662 h 1010399"/>
                <a:gd name="connsiteX824" fmla="*/ 240643 w 1109339"/>
                <a:gd name="connsiteY824" fmla="*/ 732234 h 1010399"/>
                <a:gd name="connsiteX825" fmla="*/ 238758 w 1109339"/>
                <a:gd name="connsiteY825" fmla="*/ 733243 h 1010399"/>
                <a:gd name="connsiteX826" fmla="*/ 235561 w 1109339"/>
                <a:gd name="connsiteY826" fmla="*/ 734690 h 1010399"/>
                <a:gd name="connsiteX827" fmla="*/ 233676 w 1109339"/>
                <a:gd name="connsiteY827" fmla="*/ 736708 h 1010399"/>
                <a:gd name="connsiteX828" fmla="*/ 231489 w 1109339"/>
                <a:gd name="connsiteY828" fmla="*/ 738457 h 1010399"/>
                <a:gd name="connsiteX829" fmla="*/ 229301 w 1109339"/>
                <a:gd name="connsiteY829" fmla="*/ 740778 h 1010399"/>
                <a:gd name="connsiteX830" fmla="*/ 228426 w 1109339"/>
                <a:gd name="connsiteY830" fmla="*/ 743671 h 1010399"/>
                <a:gd name="connsiteX831" fmla="*/ 226845 w 1109339"/>
                <a:gd name="connsiteY831" fmla="*/ 744546 h 1010399"/>
                <a:gd name="connsiteX832" fmla="*/ 224522 w 1109339"/>
                <a:gd name="connsiteY832" fmla="*/ 742090 h 1010399"/>
                <a:gd name="connsiteX833" fmla="*/ 220753 w 1109339"/>
                <a:gd name="connsiteY833" fmla="*/ 739769 h 1010399"/>
                <a:gd name="connsiteX834" fmla="*/ 217286 w 1109339"/>
                <a:gd name="connsiteY834" fmla="*/ 741956 h 1010399"/>
                <a:gd name="connsiteX835" fmla="*/ 213955 w 1109339"/>
                <a:gd name="connsiteY835" fmla="*/ 742830 h 1010399"/>
                <a:gd name="connsiteX836" fmla="*/ 210185 w 1109339"/>
                <a:gd name="connsiteY836" fmla="*/ 743840 h 1010399"/>
                <a:gd name="connsiteX837" fmla="*/ 208301 w 1109339"/>
                <a:gd name="connsiteY837" fmla="*/ 747473 h 1010399"/>
                <a:gd name="connsiteX838" fmla="*/ 207729 w 1109339"/>
                <a:gd name="connsiteY838" fmla="*/ 750938 h 1010399"/>
                <a:gd name="connsiteX839" fmla="*/ 207998 w 1109339"/>
                <a:gd name="connsiteY839" fmla="*/ 754571 h 1010399"/>
                <a:gd name="connsiteX840" fmla="*/ 208435 w 1109339"/>
                <a:gd name="connsiteY840" fmla="*/ 760794 h 1010399"/>
                <a:gd name="connsiteX841" fmla="*/ 209614 w 1109339"/>
                <a:gd name="connsiteY841" fmla="*/ 763687 h 1010399"/>
                <a:gd name="connsiteX842" fmla="*/ 213080 w 1109339"/>
                <a:gd name="connsiteY842" fmla="*/ 767757 h 1010399"/>
                <a:gd name="connsiteX843" fmla="*/ 214089 w 1109339"/>
                <a:gd name="connsiteY843" fmla="*/ 769305 h 1010399"/>
                <a:gd name="connsiteX844" fmla="*/ 216849 w 1109339"/>
                <a:gd name="connsiteY844" fmla="*/ 774956 h 1010399"/>
                <a:gd name="connsiteX845" fmla="*/ 219440 w 1109339"/>
                <a:gd name="connsiteY845" fmla="*/ 778589 h 1010399"/>
                <a:gd name="connsiteX846" fmla="*/ 219777 w 1109339"/>
                <a:gd name="connsiteY846" fmla="*/ 782660 h 1010399"/>
                <a:gd name="connsiteX847" fmla="*/ 223513 w 1109339"/>
                <a:gd name="connsiteY847" fmla="*/ 782088 h 1010399"/>
                <a:gd name="connsiteX848" fmla="*/ 227282 w 1109339"/>
                <a:gd name="connsiteY848" fmla="*/ 782088 h 1010399"/>
                <a:gd name="connsiteX849" fmla="*/ 232701 w 1109339"/>
                <a:gd name="connsiteY849" fmla="*/ 782155 h 1010399"/>
                <a:gd name="connsiteX850" fmla="*/ 238422 w 1109339"/>
                <a:gd name="connsiteY850" fmla="*/ 782727 h 1010399"/>
                <a:gd name="connsiteX851" fmla="*/ 241047 w 1109339"/>
                <a:gd name="connsiteY851" fmla="*/ 782660 h 1010399"/>
                <a:gd name="connsiteX852" fmla="*/ 243638 w 1109339"/>
                <a:gd name="connsiteY852" fmla="*/ 782458 h 1010399"/>
                <a:gd name="connsiteX853" fmla="*/ 244782 w 1109339"/>
                <a:gd name="connsiteY853" fmla="*/ 781516 h 1010399"/>
                <a:gd name="connsiteX854" fmla="*/ 246297 w 1109339"/>
                <a:gd name="connsiteY854" fmla="*/ 779935 h 1010399"/>
                <a:gd name="connsiteX855" fmla="*/ 248316 w 1109339"/>
                <a:gd name="connsiteY855" fmla="*/ 778858 h 1010399"/>
                <a:gd name="connsiteX856" fmla="*/ 250571 w 1109339"/>
                <a:gd name="connsiteY856" fmla="*/ 777715 h 1010399"/>
                <a:gd name="connsiteX857" fmla="*/ 253331 w 1109339"/>
                <a:gd name="connsiteY857" fmla="*/ 776268 h 1010399"/>
                <a:gd name="connsiteX858" fmla="*/ 254206 w 1109339"/>
                <a:gd name="connsiteY858" fmla="*/ 779094 h 1010399"/>
                <a:gd name="connsiteX859" fmla="*/ 255788 w 1109339"/>
                <a:gd name="connsiteY859" fmla="*/ 780540 h 1010399"/>
                <a:gd name="connsiteX860" fmla="*/ 258614 w 1109339"/>
                <a:gd name="connsiteY860" fmla="*/ 781281 h 1010399"/>
                <a:gd name="connsiteX861" fmla="*/ 260499 w 1109339"/>
                <a:gd name="connsiteY861" fmla="*/ 780406 h 1010399"/>
                <a:gd name="connsiteX862" fmla="*/ 262014 w 1109339"/>
                <a:gd name="connsiteY862" fmla="*/ 778959 h 1010399"/>
                <a:gd name="connsiteX863" fmla="*/ 263394 w 1109339"/>
                <a:gd name="connsiteY863" fmla="*/ 778152 h 1010399"/>
                <a:gd name="connsiteX864" fmla="*/ 265581 w 1109339"/>
                <a:gd name="connsiteY864" fmla="*/ 776470 h 1010399"/>
                <a:gd name="connsiteX865" fmla="*/ 267163 w 1109339"/>
                <a:gd name="connsiteY865" fmla="*/ 774654 h 1010399"/>
                <a:gd name="connsiteX866" fmla="*/ 269047 w 1109339"/>
                <a:gd name="connsiteY866" fmla="*/ 773577 h 1010399"/>
                <a:gd name="connsiteX867" fmla="*/ 270999 w 1109339"/>
                <a:gd name="connsiteY867" fmla="*/ 773005 h 1010399"/>
                <a:gd name="connsiteX868" fmla="*/ 272884 w 1109339"/>
                <a:gd name="connsiteY868" fmla="*/ 772871 h 1010399"/>
                <a:gd name="connsiteX869" fmla="*/ 275846 w 1109339"/>
                <a:gd name="connsiteY869" fmla="*/ 772366 h 1010399"/>
                <a:gd name="connsiteX870" fmla="*/ 278437 w 1109339"/>
                <a:gd name="connsiteY870" fmla="*/ 771357 h 1010399"/>
                <a:gd name="connsiteX871" fmla="*/ 280456 w 1109339"/>
                <a:gd name="connsiteY871" fmla="*/ 770650 h 1010399"/>
                <a:gd name="connsiteX872" fmla="*/ 282408 w 1109339"/>
                <a:gd name="connsiteY872" fmla="*/ 770348 h 1010399"/>
                <a:gd name="connsiteX873" fmla="*/ 285437 w 1109339"/>
                <a:gd name="connsiteY873" fmla="*/ 768262 h 1010399"/>
                <a:gd name="connsiteX874" fmla="*/ 289577 w 1109339"/>
                <a:gd name="connsiteY874" fmla="*/ 768262 h 1010399"/>
                <a:gd name="connsiteX875" fmla="*/ 292471 w 1109339"/>
                <a:gd name="connsiteY875" fmla="*/ 769708 h 1010399"/>
                <a:gd name="connsiteX876" fmla="*/ 293615 w 1109339"/>
                <a:gd name="connsiteY876" fmla="*/ 772736 h 1010399"/>
                <a:gd name="connsiteX877" fmla="*/ 293413 w 1109339"/>
                <a:gd name="connsiteY877" fmla="*/ 774822 h 1010399"/>
                <a:gd name="connsiteX878" fmla="*/ 290788 w 1109339"/>
                <a:gd name="connsiteY878" fmla="*/ 777008 h 1010399"/>
                <a:gd name="connsiteX879" fmla="*/ 289543 w 1109339"/>
                <a:gd name="connsiteY879" fmla="*/ 779531 h 1010399"/>
                <a:gd name="connsiteX880" fmla="*/ 290856 w 1109339"/>
                <a:gd name="connsiteY880" fmla="*/ 781482 h 1010399"/>
                <a:gd name="connsiteX881" fmla="*/ 292605 w 1109339"/>
                <a:gd name="connsiteY881" fmla="*/ 783568 h 1010399"/>
                <a:gd name="connsiteX882" fmla="*/ 293716 w 1109339"/>
                <a:gd name="connsiteY882" fmla="*/ 788849 h 1010399"/>
                <a:gd name="connsiteX883" fmla="*/ 294221 w 1109339"/>
                <a:gd name="connsiteY883" fmla="*/ 790666 h 1010399"/>
                <a:gd name="connsiteX884" fmla="*/ 296240 w 1109339"/>
                <a:gd name="connsiteY884" fmla="*/ 793424 h 1010399"/>
                <a:gd name="connsiteX885" fmla="*/ 297687 w 1109339"/>
                <a:gd name="connsiteY885" fmla="*/ 794366 h 1010399"/>
                <a:gd name="connsiteX886" fmla="*/ 299269 w 1109339"/>
                <a:gd name="connsiteY886" fmla="*/ 797058 h 1010399"/>
                <a:gd name="connsiteX887" fmla="*/ 299336 w 1109339"/>
                <a:gd name="connsiteY887" fmla="*/ 799143 h 1010399"/>
                <a:gd name="connsiteX888" fmla="*/ 298461 w 1109339"/>
                <a:gd name="connsiteY888" fmla="*/ 800724 h 1010399"/>
                <a:gd name="connsiteX889" fmla="*/ 296442 w 1109339"/>
                <a:gd name="connsiteY889" fmla="*/ 802238 h 1010399"/>
                <a:gd name="connsiteX890" fmla="*/ 293851 w 1109339"/>
                <a:gd name="connsiteY890" fmla="*/ 805266 h 1010399"/>
                <a:gd name="connsiteX891" fmla="*/ 293851 w 1109339"/>
                <a:gd name="connsiteY891" fmla="*/ 806914 h 1010399"/>
                <a:gd name="connsiteX892" fmla="*/ 294995 w 1109339"/>
                <a:gd name="connsiteY892" fmla="*/ 809302 h 1010399"/>
                <a:gd name="connsiteX893" fmla="*/ 298192 w 1109339"/>
                <a:gd name="connsiteY893" fmla="*/ 812128 h 1010399"/>
                <a:gd name="connsiteX894" fmla="*/ 300515 w 1109339"/>
                <a:gd name="connsiteY894" fmla="*/ 813003 h 1010399"/>
                <a:gd name="connsiteX895" fmla="*/ 301221 w 1109339"/>
                <a:gd name="connsiteY895" fmla="*/ 816266 h 1010399"/>
                <a:gd name="connsiteX896" fmla="*/ 300144 w 1109339"/>
                <a:gd name="connsiteY896" fmla="*/ 822354 h 1010399"/>
                <a:gd name="connsiteX897" fmla="*/ 299572 w 1109339"/>
                <a:gd name="connsiteY897" fmla="*/ 825618 h 1010399"/>
                <a:gd name="connsiteX898" fmla="*/ 300885 w 1109339"/>
                <a:gd name="connsiteY898" fmla="*/ 827636 h 1010399"/>
                <a:gd name="connsiteX899" fmla="*/ 304082 w 1109339"/>
                <a:gd name="connsiteY899" fmla="*/ 830226 h 1010399"/>
                <a:gd name="connsiteX900" fmla="*/ 306606 w 1109339"/>
                <a:gd name="connsiteY900" fmla="*/ 831740 h 1010399"/>
                <a:gd name="connsiteX901" fmla="*/ 309433 w 1109339"/>
                <a:gd name="connsiteY901" fmla="*/ 834566 h 1010399"/>
                <a:gd name="connsiteX902" fmla="*/ 310510 w 1109339"/>
                <a:gd name="connsiteY902" fmla="*/ 837526 h 1010399"/>
                <a:gd name="connsiteX903" fmla="*/ 312024 w 1109339"/>
                <a:gd name="connsiteY903" fmla="*/ 838670 h 1010399"/>
                <a:gd name="connsiteX904" fmla="*/ 314986 w 1109339"/>
                <a:gd name="connsiteY904" fmla="*/ 839679 h 1010399"/>
                <a:gd name="connsiteX905" fmla="*/ 319025 w 1109339"/>
                <a:gd name="connsiteY905" fmla="*/ 842370 h 1010399"/>
                <a:gd name="connsiteX906" fmla="*/ 319596 w 1109339"/>
                <a:gd name="connsiteY906" fmla="*/ 843817 h 1010399"/>
                <a:gd name="connsiteX907" fmla="*/ 323568 w 1109339"/>
                <a:gd name="connsiteY907" fmla="*/ 847382 h 1010399"/>
                <a:gd name="connsiteX908" fmla="*/ 330736 w 1109339"/>
                <a:gd name="connsiteY908" fmla="*/ 847517 h 1010399"/>
                <a:gd name="connsiteX909" fmla="*/ 334304 w 1109339"/>
                <a:gd name="connsiteY909" fmla="*/ 851049 h 1010399"/>
                <a:gd name="connsiteX910" fmla="*/ 337770 w 1109339"/>
                <a:gd name="connsiteY910" fmla="*/ 853740 h 1010399"/>
                <a:gd name="connsiteX911" fmla="*/ 341909 w 1109339"/>
                <a:gd name="connsiteY911" fmla="*/ 856701 h 1010399"/>
                <a:gd name="connsiteX912" fmla="*/ 346251 w 1109339"/>
                <a:gd name="connsiteY912" fmla="*/ 858652 h 1010399"/>
                <a:gd name="connsiteX913" fmla="*/ 348270 w 1109339"/>
                <a:gd name="connsiteY913" fmla="*/ 858214 h 1010399"/>
                <a:gd name="connsiteX914" fmla="*/ 349953 w 1109339"/>
                <a:gd name="connsiteY914" fmla="*/ 857272 h 1010399"/>
                <a:gd name="connsiteX915" fmla="*/ 353083 w 1109339"/>
                <a:gd name="connsiteY915" fmla="*/ 854514 h 1010399"/>
                <a:gd name="connsiteX916" fmla="*/ 357492 w 1109339"/>
                <a:gd name="connsiteY916" fmla="*/ 850982 h 1010399"/>
                <a:gd name="connsiteX917" fmla="*/ 360958 w 1109339"/>
                <a:gd name="connsiteY917" fmla="*/ 850679 h 1010399"/>
                <a:gd name="connsiteX918" fmla="*/ 365300 w 1109339"/>
                <a:gd name="connsiteY918" fmla="*/ 851318 h 1010399"/>
                <a:gd name="connsiteX919" fmla="*/ 369002 w 1109339"/>
                <a:gd name="connsiteY919" fmla="*/ 851621 h 1010399"/>
                <a:gd name="connsiteX920" fmla="*/ 371256 w 1109339"/>
                <a:gd name="connsiteY920" fmla="*/ 851419 h 1010399"/>
                <a:gd name="connsiteX921" fmla="*/ 373511 w 1109339"/>
                <a:gd name="connsiteY921" fmla="*/ 850679 h 1010399"/>
                <a:gd name="connsiteX922" fmla="*/ 373713 w 1109339"/>
                <a:gd name="connsiteY922" fmla="*/ 846844 h 1010399"/>
                <a:gd name="connsiteX923" fmla="*/ 372771 w 1109339"/>
                <a:gd name="connsiteY923" fmla="*/ 843817 h 1010399"/>
                <a:gd name="connsiteX924" fmla="*/ 372333 w 1109339"/>
                <a:gd name="connsiteY924" fmla="*/ 840856 h 1010399"/>
                <a:gd name="connsiteX925" fmla="*/ 373343 w 1109339"/>
                <a:gd name="connsiteY925" fmla="*/ 838333 h 1010399"/>
                <a:gd name="connsiteX926" fmla="*/ 374925 w 1109339"/>
                <a:gd name="connsiteY926" fmla="*/ 837089 h 1010399"/>
                <a:gd name="connsiteX927" fmla="*/ 376506 w 1109339"/>
                <a:gd name="connsiteY927" fmla="*/ 837156 h 1010399"/>
                <a:gd name="connsiteX928" fmla="*/ 377752 w 1109339"/>
                <a:gd name="connsiteY928" fmla="*/ 837728 h 1010399"/>
                <a:gd name="connsiteX929" fmla="*/ 380781 w 1109339"/>
                <a:gd name="connsiteY929" fmla="*/ 839612 h 1010399"/>
                <a:gd name="connsiteX930" fmla="*/ 383675 w 1109339"/>
                <a:gd name="connsiteY930" fmla="*/ 841866 h 1010399"/>
                <a:gd name="connsiteX931" fmla="*/ 387141 w 1109339"/>
                <a:gd name="connsiteY931" fmla="*/ 843009 h 1010399"/>
                <a:gd name="connsiteX932" fmla="*/ 388454 w 1109339"/>
                <a:gd name="connsiteY932" fmla="*/ 844523 h 1010399"/>
                <a:gd name="connsiteX933" fmla="*/ 388891 w 1109339"/>
                <a:gd name="connsiteY933" fmla="*/ 847853 h 1010399"/>
                <a:gd name="connsiteX934" fmla="*/ 390204 w 1109339"/>
                <a:gd name="connsiteY934" fmla="*/ 850612 h 1010399"/>
                <a:gd name="connsiteX935" fmla="*/ 391886 w 1109339"/>
                <a:gd name="connsiteY935" fmla="*/ 853639 h 1010399"/>
                <a:gd name="connsiteX936" fmla="*/ 393603 w 1109339"/>
                <a:gd name="connsiteY936" fmla="*/ 855456 h 1010399"/>
                <a:gd name="connsiteX937" fmla="*/ 397002 w 1109339"/>
                <a:gd name="connsiteY937" fmla="*/ 855321 h 1010399"/>
                <a:gd name="connsiteX938" fmla="*/ 400401 w 1109339"/>
                <a:gd name="connsiteY938" fmla="*/ 854312 h 1010399"/>
                <a:gd name="connsiteX939" fmla="*/ 403295 w 1109339"/>
                <a:gd name="connsiteY939" fmla="*/ 853572 h 1010399"/>
                <a:gd name="connsiteX940" fmla="*/ 406695 w 1109339"/>
                <a:gd name="connsiteY940" fmla="*/ 853269 h 1010399"/>
                <a:gd name="connsiteX941" fmla="*/ 411608 w 1109339"/>
                <a:gd name="connsiteY941" fmla="*/ 851386 h 1010399"/>
                <a:gd name="connsiteX942" fmla="*/ 414570 w 1109339"/>
                <a:gd name="connsiteY942" fmla="*/ 850309 h 1010399"/>
                <a:gd name="connsiteX943" fmla="*/ 418272 w 1109339"/>
                <a:gd name="connsiteY943" fmla="*/ 846844 h 1010399"/>
                <a:gd name="connsiteX944" fmla="*/ 421604 w 1109339"/>
                <a:gd name="connsiteY944" fmla="*/ 844658 h 1010399"/>
                <a:gd name="connsiteX945" fmla="*/ 423556 w 1109339"/>
                <a:gd name="connsiteY945" fmla="*/ 840957 h 1010399"/>
                <a:gd name="connsiteX946" fmla="*/ 426686 w 1109339"/>
                <a:gd name="connsiteY946" fmla="*/ 836988 h 1010399"/>
                <a:gd name="connsiteX947" fmla="*/ 429378 w 1109339"/>
                <a:gd name="connsiteY947" fmla="*/ 835609 h 1010399"/>
                <a:gd name="connsiteX948" fmla="*/ 432407 w 1109339"/>
                <a:gd name="connsiteY948" fmla="*/ 834027 h 1010399"/>
                <a:gd name="connsiteX949" fmla="*/ 436311 w 1109339"/>
                <a:gd name="connsiteY949" fmla="*/ 832951 h 1010399"/>
                <a:gd name="connsiteX950" fmla="*/ 438902 w 1109339"/>
                <a:gd name="connsiteY950" fmla="*/ 832446 h 1010399"/>
                <a:gd name="connsiteX951" fmla="*/ 441662 w 1109339"/>
                <a:gd name="connsiteY951" fmla="*/ 832446 h 1010399"/>
                <a:gd name="connsiteX952" fmla="*/ 443681 w 1109339"/>
                <a:gd name="connsiteY952" fmla="*/ 833657 h 1010399"/>
                <a:gd name="connsiteX953" fmla="*/ 443816 w 1109339"/>
                <a:gd name="connsiteY953" fmla="*/ 835575 h 1010399"/>
                <a:gd name="connsiteX954" fmla="*/ 442738 w 1109339"/>
                <a:gd name="connsiteY954" fmla="*/ 837526 h 1010399"/>
                <a:gd name="connsiteX955" fmla="*/ 441662 w 1109339"/>
                <a:gd name="connsiteY955" fmla="*/ 842807 h 1010399"/>
                <a:gd name="connsiteX956" fmla="*/ 442167 w 1109339"/>
                <a:gd name="connsiteY956" fmla="*/ 847012 h 1010399"/>
                <a:gd name="connsiteX957" fmla="*/ 442537 w 1109339"/>
                <a:gd name="connsiteY957" fmla="*/ 852664 h 1010399"/>
                <a:gd name="connsiteX958" fmla="*/ 445061 w 1109339"/>
                <a:gd name="connsiteY958" fmla="*/ 855725 h 1010399"/>
                <a:gd name="connsiteX959" fmla="*/ 448258 w 1109339"/>
                <a:gd name="connsiteY959" fmla="*/ 859055 h 1010399"/>
                <a:gd name="connsiteX960" fmla="*/ 453037 w 1109339"/>
                <a:gd name="connsiteY960" fmla="*/ 863193 h 1010399"/>
                <a:gd name="connsiteX961" fmla="*/ 460273 w 1109339"/>
                <a:gd name="connsiteY961" fmla="*/ 868037 h 1010399"/>
                <a:gd name="connsiteX962" fmla="*/ 470335 w 1109339"/>
                <a:gd name="connsiteY962" fmla="*/ 870560 h 1010399"/>
                <a:gd name="connsiteX963" fmla="*/ 476932 w 1109339"/>
                <a:gd name="connsiteY963" fmla="*/ 871569 h 1010399"/>
                <a:gd name="connsiteX964" fmla="*/ 481576 w 1109339"/>
                <a:gd name="connsiteY964" fmla="*/ 872208 h 1010399"/>
                <a:gd name="connsiteX965" fmla="*/ 486355 w 1109339"/>
                <a:gd name="connsiteY965" fmla="*/ 872208 h 1010399"/>
                <a:gd name="connsiteX966" fmla="*/ 490562 w 1109339"/>
                <a:gd name="connsiteY966" fmla="*/ 870964 h 1010399"/>
                <a:gd name="connsiteX967" fmla="*/ 494095 w 1109339"/>
                <a:gd name="connsiteY967" fmla="*/ 869080 h 1010399"/>
                <a:gd name="connsiteX968" fmla="*/ 497932 w 1109339"/>
                <a:gd name="connsiteY968" fmla="*/ 865817 h 1010399"/>
                <a:gd name="connsiteX969" fmla="*/ 504024 w 1109339"/>
                <a:gd name="connsiteY969" fmla="*/ 861982 h 1010399"/>
                <a:gd name="connsiteX970" fmla="*/ 511428 w 1109339"/>
                <a:gd name="connsiteY970" fmla="*/ 857777 h 1010399"/>
                <a:gd name="connsiteX971" fmla="*/ 513683 w 1109339"/>
                <a:gd name="connsiteY971" fmla="*/ 855019 h 1010399"/>
                <a:gd name="connsiteX972" fmla="*/ 516947 w 1109339"/>
                <a:gd name="connsiteY972" fmla="*/ 855019 h 1010399"/>
                <a:gd name="connsiteX973" fmla="*/ 520649 w 1109339"/>
                <a:gd name="connsiteY973" fmla="*/ 855019 h 1010399"/>
                <a:gd name="connsiteX974" fmla="*/ 522735 w 1109339"/>
                <a:gd name="connsiteY974" fmla="*/ 855019 h 1010399"/>
                <a:gd name="connsiteX975" fmla="*/ 524688 w 1109339"/>
                <a:gd name="connsiteY975" fmla="*/ 855557 h 1010399"/>
                <a:gd name="connsiteX976" fmla="*/ 526505 w 1109339"/>
                <a:gd name="connsiteY976" fmla="*/ 857037 h 1010399"/>
                <a:gd name="connsiteX977" fmla="*/ 528121 w 1109339"/>
                <a:gd name="connsiteY977" fmla="*/ 858652 h 1010399"/>
                <a:gd name="connsiteX978" fmla="*/ 528995 w 1109339"/>
                <a:gd name="connsiteY978" fmla="*/ 860031 h 1010399"/>
                <a:gd name="connsiteX979" fmla="*/ 531688 w 1109339"/>
                <a:gd name="connsiteY979" fmla="*/ 860906 h 1010399"/>
                <a:gd name="connsiteX980" fmla="*/ 533774 w 1109339"/>
                <a:gd name="connsiteY980" fmla="*/ 861276 h 1010399"/>
                <a:gd name="connsiteX981" fmla="*/ 538991 w 1109339"/>
                <a:gd name="connsiteY981" fmla="*/ 863294 h 1010399"/>
                <a:gd name="connsiteX982" fmla="*/ 540068 w 1109339"/>
                <a:gd name="connsiteY982" fmla="*/ 863361 h 1010399"/>
                <a:gd name="connsiteX983" fmla="*/ 542323 w 1109339"/>
                <a:gd name="connsiteY983" fmla="*/ 862419 h 1010399"/>
                <a:gd name="connsiteX984" fmla="*/ 544645 w 1109339"/>
                <a:gd name="connsiteY984" fmla="*/ 860098 h 1010399"/>
                <a:gd name="connsiteX985" fmla="*/ 547034 w 1109339"/>
                <a:gd name="connsiteY985" fmla="*/ 859594 h 1010399"/>
                <a:gd name="connsiteX986" fmla="*/ 550164 w 1109339"/>
                <a:gd name="connsiteY986" fmla="*/ 861040 h 1010399"/>
                <a:gd name="connsiteX987" fmla="*/ 552352 w 1109339"/>
                <a:gd name="connsiteY987" fmla="*/ 864808 h 1010399"/>
                <a:gd name="connsiteX988" fmla="*/ 551409 w 1109339"/>
                <a:gd name="connsiteY988" fmla="*/ 868003 h 1010399"/>
                <a:gd name="connsiteX989" fmla="*/ 554371 w 1109339"/>
                <a:gd name="connsiteY989" fmla="*/ 873655 h 1010399"/>
                <a:gd name="connsiteX990" fmla="*/ 557635 w 1109339"/>
                <a:gd name="connsiteY990" fmla="*/ 876346 h 1010399"/>
                <a:gd name="connsiteX991" fmla="*/ 560597 w 1109339"/>
                <a:gd name="connsiteY991" fmla="*/ 878600 h 1010399"/>
                <a:gd name="connsiteX992" fmla="*/ 564366 w 1109339"/>
                <a:gd name="connsiteY992" fmla="*/ 881056 h 1010399"/>
                <a:gd name="connsiteX993" fmla="*/ 566621 w 1109339"/>
                <a:gd name="connsiteY993" fmla="*/ 883511 h 1010399"/>
                <a:gd name="connsiteX994" fmla="*/ 565174 w 1109339"/>
                <a:gd name="connsiteY994" fmla="*/ 885967 h 1010399"/>
                <a:gd name="connsiteX995" fmla="*/ 561977 w 1109339"/>
                <a:gd name="connsiteY995" fmla="*/ 888053 h 1010399"/>
                <a:gd name="connsiteX996" fmla="*/ 559722 w 1109339"/>
                <a:gd name="connsiteY996" fmla="*/ 890677 h 1010399"/>
                <a:gd name="connsiteX997" fmla="*/ 558342 w 1109339"/>
                <a:gd name="connsiteY997" fmla="*/ 892258 h 1010399"/>
                <a:gd name="connsiteX998" fmla="*/ 557400 w 1109339"/>
                <a:gd name="connsiteY998" fmla="*/ 896395 h 1010399"/>
                <a:gd name="connsiteX999" fmla="*/ 557905 w 1109339"/>
                <a:gd name="connsiteY999" fmla="*/ 899221 h 1010399"/>
                <a:gd name="connsiteX1000" fmla="*/ 561102 w 1109339"/>
                <a:gd name="connsiteY1000" fmla="*/ 906252 h 1010399"/>
                <a:gd name="connsiteX1001" fmla="*/ 563188 w 1109339"/>
                <a:gd name="connsiteY1001" fmla="*/ 909077 h 1010399"/>
                <a:gd name="connsiteX1002" fmla="*/ 563256 w 1109339"/>
                <a:gd name="connsiteY1002" fmla="*/ 911533 h 1010399"/>
                <a:gd name="connsiteX1003" fmla="*/ 563256 w 1109339"/>
                <a:gd name="connsiteY1003" fmla="*/ 913720 h 1010399"/>
                <a:gd name="connsiteX1004" fmla="*/ 562751 w 1109339"/>
                <a:gd name="connsiteY1004" fmla="*/ 915906 h 1010399"/>
                <a:gd name="connsiteX1005" fmla="*/ 563391 w 1109339"/>
                <a:gd name="connsiteY1005" fmla="*/ 918160 h 1010399"/>
                <a:gd name="connsiteX1006" fmla="*/ 566722 w 1109339"/>
                <a:gd name="connsiteY1006" fmla="*/ 920414 h 1010399"/>
                <a:gd name="connsiteX1007" fmla="*/ 569246 w 1109339"/>
                <a:gd name="connsiteY1007" fmla="*/ 918598 h 1010399"/>
                <a:gd name="connsiteX1008" fmla="*/ 570323 w 1109339"/>
                <a:gd name="connsiteY1008" fmla="*/ 916276 h 1010399"/>
                <a:gd name="connsiteX1009" fmla="*/ 571972 w 1109339"/>
                <a:gd name="connsiteY1009" fmla="*/ 915469 h 1010399"/>
                <a:gd name="connsiteX1010" fmla="*/ 573554 w 1109339"/>
                <a:gd name="connsiteY1010" fmla="*/ 912576 h 1010399"/>
                <a:gd name="connsiteX1011" fmla="*/ 576179 w 1109339"/>
                <a:gd name="connsiteY1011" fmla="*/ 911701 h 1010399"/>
                <a:gd name="connsiteX1012" fmla="*/ 576987 w 1109339"/>
                <a:gd name="connsiteY1012" fmla="*/ 913182 h 1010399"/>
                <a:gd name="connsiteX1013" fmla="*/ 580554 w 1109339"/>
                <a:gd name="connsiteY1013" fmla="*/ 914561 h 1010399"/>
                <a:gd name="connsiteX1014" fmla="*/ 581295 w 1109339"/>
                <a:gd name="connsiteY1014" fmla="*/ 914123 h 1010399"/>
                <a:gd name="connsiteX1015" fmla="*/ 582372 w 1109339"/>
                <a:gd name="connsiteY1015" fmla="*/ 912610 h 1010399"/>
                <a:gd name="connsiteX1016" fmla="*/ 584559 w 1109339"/>
                <a:gd name="connsiteY1016" fmla="*/ 912105 h 1010399"/>
                <a:gd name="connsiteX1017" fmla="*/ 588530 w 1109339"/>
                <a:gd name="connsiteY1017" fmla="*/ 912408 h 1010399"/>
                <a:gd name="connsiteX1018" fmla="*/ 591660 w 1109339"/>
                <a:gd name="connsiteY1018" fmla="*/ 911836 h 1010399"/>
                <a:gd name="connsiteX1019" fmla="*/ 594790 w 1109339"/>
                <a:gd name="connsiteY1019" fmla="*/ 911836 h 1010399"/>
                <a:gd name="connsiteX1020" fmla="*/ 598761 w 1109339"/>
                <a:gd name="connsiteY1020" fmla="*/ 912341 h 1010399"/>
                <a:gd name="connsiteX1021" fmla="*/ 602396 w 1109339"/>
                <a:gd name="connsiteY1021" fmla="*/ 914224 h 1010399"/>
                <a:gd name="connsiteX1022" fmla="*/ 606233 w 1109339"/>
                <a:gd name="connsiteY1022" fmla="*/ 914224 h 1010399"/>
                <a:gd name="connsiteX1023" fmla="*/ 610507 w 1109339"/>
                <a:gd name="connsiteY1023" fmla="*/ 915301 h 1010399"/>
                <a:gd name="connsiteX1024" fmla="*/ 613401 w 1109339"/>
                <a:gd name="connsiteY1024" fmla="*/ 917050 h 1010399"/>
                <a:gd name="connsiteX1025" fmla="*/ 612089 w 1109339"/>
                <a:gd name="connsiteY1025" fmla="*/ 920246 h 1010399"/>
                <a:gd name="connsiteX1026" fmla="*/ 609699 w 1109339"/>
                <a:gd name="connsiteY1026" fmla="*/ 920313 h 1010399"/>
                <a:gd name="connsiteX1027" fmla="*/ 607814 w 1109339"/>
                <a:gd name="connsiteY1027" fmla="*/ 919001 h 1010399"/>
                <a:gd name="connsiteX1028" fmla="*/ 606939 w 1109339"/>
                <a:gd name="connsiteY1028" fmla="*/ 919640 h 1010399"/>
                <a:gd name="connsiteX1029" fmla="*/ 606637 w 1109339"/>
                <a:gd name="connsiteY1029" fmla="*/ 920952 h 1010399"/>
                <a:gd name="connsiteX1030" fmla="*/ 606132 w 1109339"/>
                <a:gd name="connsiteY1030" fmla="*/ 922096 h 1010399"/>
                <a:gd name="connsiteX1031" fmla="*/ 604180 w 1109339"/>
                <a:gd name="connsiteY1031" fmla="*/ 922298 h 1010399"/>
                <a:gd name="connsiteX1032" fmla="*/ 603540 w 1109339"/>
                <a:gd name="connsiteY1032" fmla="*/ 922601 h 1010399"/>
                <a:gd name="connsiteX1033" fmla="*/ 602295 w 1109339"/>
                <a:gd name="connsiteY1033" fmla="*/ 923105 h 1010399"/>
                <a:gd name="connsiteX1034" fmla="*/ 600848 w 1109339"/>
                <a:gd name="connsiteY1034" fmla="*/ 923408 h 1010399"/>
                <a:gd name="connsiteX1035" fmla="*/ 600040 w 1109339"/>
                <a:gd name="connsiteY1035" fmla="*/ 924484 h 1010399"/>
                <a:gd name="connsiteX1036" fmla="*/ 599838 w 1109339"/>
                <a:gd name="connsiteY1036" fmla="*/ 925796 h 1010399"/>
                <a:gd name="connsiteX1037" fmla="*/ 600141 w 1109339"/>
                <a:gd name="connsiteY1037" fmla="*/ 926940 h 1010399"/>
                <a:gd name="connsiteX1038" fmla="*/ 601588 w 1109339"/>
                <a:gd name="connsiteY1038" fmla="*/ 929026 h 1010399"/>
                <a:gd name="connsiteX1039" fmla="*/ 602598 w 1109339"/>
                <a:gd name="connsiteY1039" fmla="*/ 930035 h 1010399"/>
                <a:gd name="connsiteX1040" fmla="*/ 604180 w 1109339"/>
                <a:gd name="connsiteY1040" fmla="*/ 931481 h 1010399"/>
                <a:gd name="connsiteX1041" fmla="*/ 604920 w 1109339"/>
                <a:gd name="connsiteY1041" fmla="*/ 932793 h 1010399"/>
                <a:gd name="connsiteX1042" fmla="*/ 604550 w 1109339"/>
                <a:gd name="connsiteY1042" fmla="*/ 935586 h 1010399"/>
                <a:gd name="connsiteX1043" fmla="*/ 607377 w 1109339"/>
                <a:gd name="connsiteY1043" fmla="*/ 938949 h 1010399"/>
                <a:gd name="connsiteX1044" fmla="*/ 612156 w 1109339"/>
                <a:gd name="connsiteY1044" fmla="*/ 942549 h 1010399"/>
                <a:gd name="connsiteX1045" fmla="*/ 614882 w 1109339"/>
                <a:gd name="connsiteY1045" fmla="*/ 945913 h 1010399"/>
                <a:gd name="connsiteX1046" fmla="*/ 615858 w 1109339"/>
                <a:gd name="connsiteY1046" fmla="*/ 948940 h 1010399"/>
                <a:gd name="connsiteX1047" fmla="*/ 620334 w 1109339"/>
                <a:gd name="connsiteY1047" fmla="*/ 954794 h 1010399"/>
                <a:gd name="connsiteX1048" fmla="*/ 621411 w 1109339"/>
                <a:gd name="connsiteY1048" fmla="*/ 957956 h 1010399"/>
                <a:gd name="connsiteX1049" fmla="*/ 625651 w 1109339"/>
                <a:gd name="connsiteY1049" fmla="*/ 957519 h 1010399"/>
                <a:gd name="connsiteX1050" fmla="*/ 627267 w 1109339"/>
                <a:gd name="connsiteY1050" fmla="*/ 955231 h 1010399"/>
                <a:gd name="connsiteX1051" fmla="*/ 630195 w 1109339"/>
                <a:gd name="connsiteY1051" fmla="*/ 954457 h 1010399"/>
                <a:gd name="connsiteX1052" fmla="*/ 632584 w 1109339"/>
                <a:gd name="connsiteY1052" fmla="*/ 955097 h 1010399"/>
                <a:gd name="connsiteX1053" fmla="*/ 632786 w 1109339"/>
                <a:gd name="connsiteY1053" fmla="*/ 958662 h 1010399"/>
                <a:gd name="connsiteX1054" fmla="*/ 631810 w 1109339"/>
                <a:gd name="connsiteY1054" fmla="*/ 963338 h 1010399"/>
                <a:gd name="connsiteX1055" fmla="*/ 631608 w 1109339"/>
                <a:gd name="connsiteY1055" fmla="*/ 965390 h 1010399"/>
                <a:gd name="connsiteX1056" fmla="*/ 635411 w 1109339"/>
                <a:gd name="connsiteY1056" fmla="*/ 969091 h 1010399"/>
                <a:gd name="connsiteX1057" fmla="*/ 637700 w 1109339"/>
                <a:gd name="connsiteY1057" fmla="*/ 968990 h 1010399"/>
                <a:gd name="connsiteX1058" fmla="*/ 639887 w 1109339"/>
                <a:gd name="connsiteY1058" fmla="*/ 967779 h 1010399"/>
                <a:gd name="connsiteX1059" fmla="*/ 641738 w 1109339"/>
                <a:gd name="connsiteY1059" fmla="*/ 965828 h 1010399"/>
                <a:gd name="connsiteX1060" fmla="*/ 647291 w 1109339"/>
                <a:gd name="connsiteY1060" fmla="*/ 967240 h 1010399"/>
                <a:gd name="connsiteX1061" fmla="*/ 652171 w 1109339"/>
                <a:gd name="connsiteY1061" fmla="*/ 960613 h 1010399"/>
                <a:gd name="connsiteX1062" fmla="*/ 655705 w 1109339"/>
                <a:gd name="connsiteY1062" fmla="*/ 952775 h 1010399"/>
                <a:gd name="connsiteX1063" fmla="*/ 655133 w 1109339"/>
                <a:gd name="connsiteY1063" fmla="*/ 949075 h 1010399"/>
                <a:gd name="connsiteX1064" fmla="*/ 653820 w 1109339"/>
                <a:gd name="connsiteY1064" fmla="*/ 946485 h 1010399"/>
                <a:gd name="connsiteX1065" fmla="*/ 652743 w 1109339"/>
                <a:gd name="connsiteY1065" fmla="*/ 943592 h 1010399"/>
                <a:gd name="connsiteX1066" fmla="*/ 650219 w 1109339"/>
                <a:gd name="connsiteY1066" fmla="*/ 939891 h 1010399"/>
                <a:gd name="connsiteX1067" fmla="*/ 649984 w 1109339"/>
                <a:gd name="connsiteY1067" fmla="*/ 936258 h 1010399"/>
                <a:gd name="connsiteX1068" fmla="*/ 652238 w 1109339"/>
                <a:gd name="connsiteY1068" fmla="*/ 934307 h 1010399"/>
                <a:gd name="connsiteX1069" fmla="*/ 656883 w 1109339"/>
                <a:gd name="connsiteY1069" fmla="*/ 935047 h 1010399"/>
                <a:gd name="connsiteX1070" fmla="*/ 659474 w 1109339"/>
                <a:gd name="connsiteY1070" fmla="*/ 934745 h 1010399"/>
                <a:gd name="connsiteX1071" fmla="*/ 663243 w 1109339"/>
                <a:gd name="connsiteY1071" fmla="*/ 932356 h 1010399"/>
                <a:gd name="connsiteX1072" fmla="*/ 665498 w 1109339"/>
                <a:gd name="connsiteY1072" fmla="*/ 929530 h 1010399"/>
                <a:gd name="connsiteX1073" fmla="*/ 666306 w 1109339"/>
                <a:gd name="connsiteY1073" fmla="*/ 924821 h 1010399"/>
                <a:gd name="connsiteX1074" fmla="*/ 666744 w 1109339"/>
                <a:gd name="connsiteY1074" fmla="*/ 921356 h 1010399"/>
                <a:gd name="connsiteX1075" fmla="*/ 668258 w 1109339"/>
                <a:gd name="connsiteY1075" fmla="*/ 917891 h 1010399"/>
                <a:gd name="connsiteX1076" fmla="*/ 670210 w 1109339"/>
                <a:gd name="connsiteY1076" fmla="*/ 915873 h 1010399"/>
                <a:gd name="connsiteX1077" fmla="*/ 673340 w 1109339"/>
                <a:gd name="connsiteY1077" fmla="*/ 915873 h 1010399"/>
                <a:gd name="connsiteX1078" fmla="*/ 677176 w 1109339"/>
                <a:gd name="connsiteY1078" fmla="*/ 916512 h 1010399"/>
                <a:gd name="connsiteX1079" fmla="*/ 680643 w 1109339"/>
                <a:gd name="connsiteY1079" fmla="*/ 918698 h 1010399"/>
                <a:gd name="connsiteX1080" fmla="*/ 682831 w 1109339"/>
                <a:gd name="connsiteY1080" fmla="*/ 921827 h 1010399"/>
                <a:gd name="connsiteX1081" fmla="*/ 684480 w 1109339"/>
                <a:gd name="connsiteY1081" fmla="*/ 924585 h 1010399"/>
                <a:gd name="connsiteX1082" fmla="*/ 684850 w 1109339"/>
                <a:gd name="connsiteY1082" fmla="*/ 927344 h 1010399"/>
                <a:gd name="connsiteX1083" fmla="*/ 684985 w 1109339"/>
                <a:gd name="connsiteY1083" fmla="*/ 933365 h 1010399"/>
                <a:gd name="connsiteX1084" fmla="*/ 685624 w 1109339"/>
                <a:gd name="connsiteY1084" fmla="*/ 939891 h 1010399"/>
                <a:gd name="connsiteX1085" fmla="*/ 687138 w 1109339"/>
                <a:gd name="connsiteY1085" fmla="*/ 945106 h 1010399"/>
                <a:gd name="connsiteX1086" fmla="*/ 689898 w 1109339"/>
                <a:gd name="connsiteY1086" fmla="*/ 952136 h 1010399"/>
                <a:gd name="connsiteX1087" fmla="*/ 691042 w 1109339"/>
                <a:gd name="connsiteY1087" fmla="*/ 955837 h 1010399"/>
                <a:gd name="connsiteX1088" fmla="*/ 693230 w 1109339"/>
                <a:gd name="connsiteY1088" fmla="*/ 959537 h 1010399"/>
                <a:gd name="connsiteX1089" fmla="*/ 696057 w 1109339"/>
                <a:gd name="connsiteY1089" fmla="*/ 963439 h 1010399"/>
                <a:gd name="connsiteX1090" fmla="*/ 699961 w 1109339"/>
                <a:gd name="connsiteY1090" fmla="*/ 967274 h 1010399"/>
                <a:gd name="connsiteX1091" fmla="*/ 704672 w 1109339"/>
                <a:gd name="connsiteY1091" fmla="*/ 971109 h 1010399"/>
                <a:gd name="connsiteX1092" fmla="*/ 707432 w 1109339"/>
                <a:gd name="connsiteY1092" fmla="*/ 974809 h 1010399"/>
                <a:gd name="connsiteX1093" fmla="*/ 709619 w 1109339"/>
                <a:gd name="connsiteY1093" fmla="*/ 980595 h 1010399"/>
                <a:gd name="connsiteX1094" fmla="*/ 714028 w 1109339"/>
                <a:gd name="connsiteY1094" fmla="*/ 984868 h 1010399"/>
                <a:gd name="connsiteX1095" fmla="*/ 720995 w 1109339"/>
                <a:gd name="connsiteY1095" fmla="*/ 990654 h 1010399"/>
                <a:gd name="connsiteX1096" fmla="*/ 723620 w 1109339"/>
                <a:gd name="connsiteY1096" fmla="*/ 994623 h 1010399"/>
                <a:gd name="connsiteX1097" fmla="*/ 725706 w 1109339"/>
                <a:gd name="connsiteY1097" fmla="*/ 998391 h 1010399"/>
                <a:gd name="connsiteX1098" fmla="*/ 727961 w 1109339"/>
                <a:gd name="connsiteY1098" fmla="*/ 1002663 h 1010399"/>
                <a:gd name="connsiteX1099" fmla="*/ 730923 w 1109339"/>
                <a:gd name="connsiteY1099" fmla="*/ 1005186 h 1010399"/>
                <a:gd name="connsiteX1100" fmla="*/ 734457 w 1109339"/>
                <a:gd name="connsiteY1100" fmla="*/ 1007372 h 1010399"/>
                <a:gd name="connsiteX1101" fmla="*/ 737216 w 1109339"/>
                <a:gd name="connsiteY1101" fmla="*/ 1009324 h 1010399"/>
                <a:gd name="connsiteX1102" fmla="*/ 740414 w 1109339"/>
                <a:gd name="connsiteY1102" fmla="*/ 1009963 h 1010399"/>
                <a:gd name="connsiteX1103" fmla="*/ 744889 w 1109339"/>
                <a:gd name="connsiteY1103" fmla="*/ 1010400 h 1010399"/>
                <a:gd name="connsiteX1104" fmla="*/ 746909 w 1109339"/>
                <a:gd name="connsiteY1104" fmla="*/ 1009324 h 1010399"/>
                <a:gd name="connsiteX1105" fmla="*/ 748861 w 1109339"/>
                <a:gd name="connsiteY1105" fmla="*/ 1007507 h 1010399"/>
                <a:gd name="connsiteX1106" fmla="*/ 751183 w 1109339"/>
                <a:gd name="connsiteY1106" fmla="*/ 1006061 h 1010399"/>
                <a:gd name="connsiteX1107" fmla="*/ 752765 w 1109339"/>
                <a:gd name="connsiteY1107" fmla="*/ 1004917 h 1010399"/>
                <a:gd name="connsiteX1108" fmla="*/ 755289 w 1109339"/>
                <a:gd name="connsiteY1108" fmla="*/ 1004345 h 1010399"/>
                <a:gd name="connsiteX1109" fmla="*/ 759630 w 1109339"/>
                <a:gd name="connsiteY1109" fmla="*/ 1003100 h 1010399"/>
                <a:gd name="connsiteX1110" fmla="*/ 761818 w 1109339"/>
                <a:gd name="connsiteY1110" fmla="*/ 1002394 h 1010399"/>
                <a:gd name="connsiteX1111" fmla="*/ 762255 w 1109339"/>
                <a:gd name="connsiteY1111" fmla="*/ 1000005 h 1010399"/>
                <a:gd name="connsiteX1112" fmla="*/ 761179 w 1109339"/>
                <a:gd name="connsiteY1112" fmla="*/ 996541 h 1010399"/>
                <a:gd name="connsiteX1113" fmla="*/ 759294 w 1109339"/>
                <a:gd name="connsiteY1113" fmla="*/ 991125 h 1010399"/>
                <a:gd name="connsiteX1114" fmla="*/ 758082 w 1109339"/>
                <a:gd name="connsiteY1114" fmla="*/ 986213 h 1010399"/>
                <a:gd name="connsiteX1115" fmla="*/ 759025 w 1109339"/>
                <a:gd name="connsiteY1115" fmla="*/ 982143 h 1010399"/>
                <a:gd name="connsiteX1116" fmla="*/ 759967 w 1109339"/>
                <a:gd name="connsiteY1116" fmla="*/ 978678 h 1010399"/>
                <a:gd name="connsiteX1117" fmla="*/ 761145 w 1109339"/>
                <a:gd name="connsiteY1117" fmla="*/ 977669 h 1010399"/>
                <a:gd name="connsiteX1118" fmla="*/ 766361 w 1109339"/>
                <a:gd name="connsiteY1118" fmla="*/ 977803 h 1010399"/>
                <a:gd name="connsiteX1119" fmla="*/ 767943 w 1109339"/>
                <a:gd name="connsiteY1119" fmla="*/ 977299 h 1010399"/>
                <a:gd name="connsiteX1120" fmla="*/ 770467 w 1109339"/>
                <a:gd name="connsiteY1120" fmla="*/ 973968 h 1010399"/>
                <a:gd name="connsiteX1121" fmla="*/ 772352 w 1109339"/>
                <a:gd name="connsiteY1121" fmla="*/ 970705 h 1010399"/>
                <a:gd name="connsiteX1122" fmla="*/ 774607 w 1109339"/>
                <a:gd name="connsiteY1122" fmla="*/ 968754 h 1010399"/>
                <a:gd name="connsiteX1123" fmla="*/ 780765 w 1109339"/>
                <a:gd name="connsiteY1123" fmla="*/ 967072 h 1010399"/>
                <a:gd name="connsiteX1124" fmla="*/ 785679 w 1109339"/>
                <a:gd name="connsiteY1124" fmla="*/ 964684 h 1010399"/>
                <a:gd name="connsiteX1125" fmla="*/ 789314 w 1109339"/>
                <a:gd name="connsiteY1125" fmla="*/ 964617 h 1010399"/>
                <a:gd name="connsiteX1126" fmla="*/ 793655 w 1109339"/>
                <a:gd name="connsiteY1126" fmla="*/ 964482 h 1010399"/>
                <a:gd name="connsiteX1127" fmla="*/ 796347 w 1109339"/>
                <a:gd name="connsiteY1127" fmla="*/ 963742 h 1010399"/>
                <a:gd name="connsiteX1128" fmla="*/ 799612 w 1109339"/>
                <a:gd name="connsiteY1128" fmla="*/ 961353 h 1010399"/>
                <a:gd name="connsiteX1129" fmla="*/ 801497 w 1109339"/>
                <a:gd name="connsiteY1129" fmla="*/ 960277 h 1010399"/>
                <a:gd name="connsiteX1130" fmla="*/ 801497 w 1109339"/>
                <a:gd name="connsiteY1130" fmla="*/ 958763 h 1010399"/>
                <a:gd name="connsiteX1131" fmla="*/ 799444 w 1109339"/>
                <a:gd name="connsiteY1131" fmla="*/ 956745 h 1010399"/>
                <a:gd name="connsiteX1132" fmla="*/ 798905 w 1109339"/>
                <a:gd name="connsiteY1132" fmla="*/ 954155 h 1010399"/>
                <a:gd name="connsiteX1133" fmla="*/ 798973 w 1109339"/>
                <a:gd name="connsiteY1133" fmla="*/ 951463 h 1010399"/>
                <a:gd name="connsiteX1134" fmla="*/ 800723 w 1109339"/>
                <a:gd name="connsiteY1134" fmla="*/ 948940 h 1010399"/>
                <a:gd name="connsiteX1135" fmla="*/ 803045 w 1109339"/>
                <a:gd name="connsiteY1135" fmla="*/ 946485 h 1010399"/>
                <a:gd name="connsiteX1136" fmla="*/ 807756 w 1109339"/>
                <a:gd name="connsiteY1136" fmla="*/ 943726 h 1010399"/>
                <a:gd name="connsiteX1137" fmla="*/ 809708 w 1109339"/>
                <a:gd name="connsiteY1137" fmla="*/ 942986 h 1010399"/>
                <a:gd name="connsiteX1138" fmla="*/ 812401 w 1109339"/>
                <a:gd name="connsiteY1138" fmla="*/ 942616 h 1010399"/>
                <a:gd name="connsiteX1139" fmla="*/ 814420 w 1109339"/>
                <a:gd name="connsiteY1139" fmla="*/ 943625 h 1010399"/>
                <a:gd name="connsiteX1140" fmla="*/ 816170 w 1109339"/>
                <a:gd name="connsiteY1140" fmla="*/ 945947 h 1010399"/>
                <a:gd name="connsiteX1141" fmla="*/ 818054 w 1109339"/>
                <a:gd name="connsiteY1141" fmla="*/ 948604 h 1010399"/>
                <a:gd name="connsiteX1142" fmla="*/ 818761 w 1109339"/>
                <a:gd name="connsiteY1142" fmla="*/ 950555 h 1010399"/>
                <a:gd name="connsiteX1143" fmla="*/ 819468 w 1109339"/>
                <a:gd name="connsiteY1143" fmla="*/ 954020 h 1010399"/>
                <a:gd name="connsiteX1144" fmla="*/ 821218 w 1109339"/>
                <a:gd name="connsiteY1144" fmla="*/ 956913 h 1010399"/>
                <a:gd name="connsiteX1145" fmla="*/ 822093 w 1109339"/>
                <a:gd name="connsiteY1145" fmla="*/ 960243 h 1010399"/>
                <a:gd name="connsiteX1146" fmla="*/ 823103 w 1109339"/>
                <a:gd name="connsiteY1146" fmla="*/ 962565 h 1010399"/>
                <a:gd name="connsiteX1147" fmla="*/ 825189 w 1109339"/>
                <a:gd name="connsiteY1147" fmla="*/ 963305 h 1010399"/>
                <a:gd name="connsiteX1148" fmla="*/ 826771 w 1109339"/>
                <a:gd name="connsiteY1148" fmla="*/ 962565 h 1010399"/>
                <a:gd name="connsiteX1149" fmla="*/ 827781 w 1109339"/>
                <a:gd name="connsiteY1149" fmla="*/ 959806 h 1010399"/>
                <a:gd name="connsiteX1150" fmla="*/ 828723 w 1109339"/>
                <a:gd name="connsiteY1150" fmla="*/ 957115 h 1010399"/>
                <a:gd name="connsiteX1151" fmla="*/ 829531 w 1109339"/>
                <a:gd name="connsiteY1151" fmla="*/ 953986 h 1010399"/>
                <a:gd name="connsiteX1152" fmla="*/ 829733 w 1109339"/>
                <a:gd name="connsiteY1152" fmla="*/ 952405 h 1010399"/>
                <a:gd name="connsiteX1153" fmla="*/ 831045 w 1109339"/>
                <a:gd name="connsiteY1153" fmla="*/ 950017 h 1010399"/>
                <a:gd name="connsiteX1154" fmla="*/ 831617 w 1109339"/>
                <a:gd name="connsiteY1154" fmla="*/ 948436 h 1010399"/>
                <a:gd name="connsiteX1155" fmla="*/ 833300 w 1109339"/>
                <a:gd name="connsiteY1155" fmla="*/ 946417 h 1010399"/>
                <a:gd name="connsiteX1156" fmla="*/ 834747 w 1109339"/>
                <a:gd name="connsiteY1156" fmla="*/ 944231 h 1010399"/>
                <a:gd name="connsiteX1157" fmla="*/ 835757 w 1109339"/>
                <a:gd name="connsiteY1157" fmla="*/ 941910 h 1010399"/>
                <a:gd name="connsiteX1158" fmla="*/ 837137 w 1109339"/>
                <a:gd name="connsiteY1158" fmla="*/ 939151 h 1010399"/>
                <a:gd name="connsiteX1159" fmla="*/ 839089 w 1109339"/>
                <a:gd name="connsiteY1159" fmla="*/ 936763 h 1010399"/>
                <a:gd name="connsiteX1160" fmla="*/ 841276 w 1109339"/>
                <a:gd name="connsiteY1160" fmla="*/ 936023 h 1010399"/>
                <a:gd name="connsiteX1161" fmla="*/ 843295 w 1109339"/>
                <a:gd name="connsiteY1161" fmla="*/ 935586 h 1010399"/>
                <a:gd name="connsiteX1162" fmla="*/ 846930 w 1109339"/>
                <a:gd name="connsiteY1162" fmla="*/ 935586 h 1010399"/>
                <a:gd name="connsiteX1163" fmla="*/ 849387 w 1109339"/>
                <a:gd name="connsiteY1163" fmla="*/ 937032 h 1010399"/>
                <a:gd name="connsiteX1164" fmla="*/ 848882 w 1109339"/>
                <a:gd name="connsiteY1164" fmla="*/ 938546 h 1010399"/>
                <a:gd name="connsiteX1165" fmla="*/ 848579 w 1109339"/>
                <a:gd name="connsiteY1165" fmla="*/ 939925 h 1010399"/>
                <a:gd name="connsiteX1166" fmla="*/ 848512 w 1109339"/>
                <a:gd name="connsiteY1166" fmla="*/ 942684 h 1010399"/>
                <a:gd name="connsiteX1167" fmla="*/ 848377 w 1109339"/>
                <a:gd name="connsiteY1167" fmla="*/ 944937 h 1010399"/>
                <a:gd name="connsiteX1168" fmla="*/ 847435 w 1109339"/>
                <a:gd name="connsiteY1168" fmla="*/ 947830 h 1010399"/>
                <a:gd name="connsiteX1169" fmla="*/ 846930 w 1109339"/>
                <a:gd name="connsiteY1169" fmla="*/ 950286 h 1010399"/>
                <a:gd name="connsiteX1170" fmla="*/ 848680 w 1109339"/>
                <a:gd name="connsiteY1170" fmla="*/ 953684 h 1010399"/>
                <a:gd name="connsiteX1171" fmla="*/ 850700 w 1109339"/>
                <a:gd name="connsiteY1171" fmla="*/ 956509 h 1010399"/>
                <a:gd name="connsiteX1172" fmla="*/ 851776 w 1109339"/>
                <a:gd name="connsiteY1172" fmla="*/ 960277 h 1010399"/>
                <a:gd name="connsiteX1173" fmla="*/ 852349 w 1109339"/>
                <a:gd name="connsiteY1173" fmla="*/ 964112 h 1010399"/>
                <a:gd name="connsiteX1174" fmla="*/ 853560 w 1109339"/>
                <a:gd name="connsiteY1174" fmla="*/ 966198 h 1010399"/>
                <a:gd name="connsiteX1175" fmla="*/ 856320 w 1109339"/>
                <a:gd name="connsiteY1175" fmla="*/ 969461 h 1010399"/>
                <a:gd name="connsiteX1176" fmla="*/ 860325 w 1109339"/>
                <a:gd name="connsiteY1176" fmla="*/ 974103 h 1010399"/>
                <a:gd name="connsiteX1177" fmla="*/ 863892 w 1109339"/>
                <a:gd name="connsiteY1177" fmla="*/ 975852 h 1010399"/>
                <a:gd name="connsiteX1178" fmla="*/ 866854 w 1109339"/>
                <a:gd name="connsiteY1178" fmla="*/ 976222 h 1010399"/>
                <a:gd name="connsiteX1179" fmla="*/ 871767 w 1109339"/>
                <a:gd name="connsiteY1179" fmla="*/ 977030 h 1010399"/>
                <a:gd name="connsiteX1180" fmla="*/ 875032 w 1109339"/>
                <a:gd name="connsiteY1180" fmla="*/ 977971 h 1010399"/>
                <a:gd name="connsiteX1181" fmla="*/ 880450 w 1109339"/>
                <a:gd name="connsiteY1181" fmla="*/ 979855 h 1010399"/>
                <a:gd name="connsiteX1182" fmla="*/ 884287 w 1109339"/>
                <a:gd name="connsiteY1182" fmla="*/ 981672 h 1010399"/>
                <a:gd name="connsiteX1183" fmla="*/ 889133 w 1109339"/>
                <a:gd name="connsiteY1183" fmla="*/ 985069 h 1010399"/>
                <a:gd name="connsiteX1184" fmla="*/ 893912 w 1109339"/>
                <a:gd name="connsiteY1184" fmla="*/ 988332 h 1010399"/>
                <a:gd name="connsiteX1185" fmla="*/ 895931 w 1109339"/>
                <a:gd name="connsiteY1185" fmla="*/ 990149 h 1010399"/>
                <a:gd name="connsiteX1186" fmla="*/ 897950 w 1109339"/>
                <a:gd name="connsiteY1186" fmla="*/ 990654 h 1010399"/>
                <a:gd name="connsiteX1187" fmla="*/ 899532 w 1109339"/>
                <a:gd name="connsiteY1187" fmla="*/ 990654 h 1010399"/>
                <a:gd name="connsiteX1188" fmla="*/ 900912 w 1109339"/>
                <a:gd name="connsiteY1188" fmla="*/ 990855 h 1010399"/>
                <a:gd name="connsiteX1189" fmla="*/ 902427 w 1109339"/>
                <a:gd name="connsiteY1189" fmla="*/ 990923 h 1010399"/>
                <a:gd name="connsiteX1190" fmla="*/ 903436 w 1109339"/>
                <a:gd name="connsiteY1190" fmla="*/ 990418 h 1010399"/>
                <a:gd name="connsiteX1191" fmla="*/ 904883 w 1109339"/>
                <a:gd name="connsiteY1191" fmla="*/ 989981 h 1010399"/>
                <a:gd name="connsiteX1192" fmla="*/ 905893 w 1109339"/>
                <a:gd name="connsiteY1192" fmla="*/ 988164 h 1010399"/>
                <a:gd name="connsiteX1193" fmla="*/ 907138 w 1109339"/>
                <a:gd name="connsiteY1193" fmla="*/ 986718 h 1010399"/>
                <a:gd name="connsiteX1194" fmla="*/ 908215 w 1109339"/>
                <a:gd name="connsiteY1194" fmla="*/ 985339 h 1010399"/>
                <a:gd name="connsiteX1195" fmla="*/ 910100 w 1109339"/>
                <a:gd name="connsiteY1195" fmla="*/ 983825 h 1010399"/>
                <a:gd name="connsiteX1196" fmla="*/ 912052 w 1109339"/>
                <a:gd name="connsiteY1196" fmla="*/ 982950 h 1010399"/>
                <a:gd name="connsiteX1197" fmla="*/ 913566 w 1109339"/>
                <a:gd name="connsiteY1197" fmla="*/ 983690 h 1010399"/>
                <a:gd name="connsiteX1198" fmla="*/ 915215 w 1109339"/>
                <a:gd name="connsiteY1198" fmla="*/ 983690 h 1010399"/>
                <a:gd name="connsiteX1199" fmla="*/ 917538 w 1109339"/>
                <a:gd name="connsiteY1199" fmla="*/ 984195 h 1010399"/>
                <a:gd name="connsiteX1200" fmla="*/ 920062 w 1109339"/>
                <a:gd name="connsiteY1200" fmla="*/ 984632 h 1010399"/>
                <a:gd name="connsiteX1201" fmla="*/ 922148 w 1109339"/>
                <a:gd name="connsiteY1201" fmla="*/ 985944 h 1010399"/>
                <a:gd name="connsiteX1202" fmla="*/ 924167 w 1109339"/>
                <a:gd name="connsiteY1202" fmla="*/ 987256 h 1010399"/>
                <a:gd name="connsiteX1203" fmla="*/ 927634 w 1109339"/>
                <a:gd name="connsiteY1203" fmla="*/ 988635 h 1010399"/>
                <a:gd name="connsiteX1204" fmla="*/ 928273 w 1109339"/>
                <a:gd name="connsiteY1204" fmla="*/ 989039 h 1010399"/>
                <a:gd name="connsiteX1205" fmla="*/ 928273 w 1109339"/>
                <a:gd name="connsiteY1205" fmla="*/ 986314 h 1010399"/>
                <a:gd name="connsiteX1206" fmla="*/ 925076 w 1109339"/>
                <a:gd name="connsiteY1206" fmla="*/ 979351 h 1010399"/>
                <a:gd name="connsiteX1207" fmla="*/ 921442 w 1109339"/>
                <a:gd name="connsiteY1207" fmla="*/ 973396 h 1010399"/>
                <a:gd name="connsiteX1208" fmla="*/ 919557 w 1109339"/>
                <a:gd name="connsiteY1208" fmla="*/ 970066 h 1010399"/>
                <a:gd name="connsiteX1209" fmla="*/ 919557 w 1109339"/>
                <a:gd name="connsiteY1209" fmla="*/ 965424 h 1010399"/>
                <a:gd name="connsiteX1210" fmla="*/ 921307 w 1109339"/>
                <a:gd name="connsiteY1210" fmla="*/ 961219 h 1010399"/>
                <a:gd name="connsiteX1211" fmla="*/ 923898 w 1109339"/>
                <a:gd name="connsiteY1211" fmla="*/ 955567 h 1010399"/>
                <a:gd name="connsiteX1212" fmla="*/ 923191 w 1109339"/>
                <a:gd name="connsiteY1212" fmla="*/ 949176 h 1010399"/>
                <a:gd name="connsiteX1213" fmla="*/ 918413 w 1109339"/>
                <a:gd name="connsiteY1213" fmla="*/ 945274 h 1010399"/>
                <a:gd name="connsiteX1214" fmla="*/ 921610 w 1109339"/>
                <a:gd name="connsiteY1214" fmla="*/ 941237 h 1010399"/>
                <a:gd name="connsiteX1215" fmla="*/ 920600 w 1109339"/>
                <a:gd name="connsiteY1215" fmla="*/ 928622 h 1010399"/>
                <a:gd name="connsiteX1216" fmla="*/ 919456 w 1109339"/>
                <a:gd name="connsiteY1216" fmla="*/ 916310 h 1010399"/>
                <a:gd name="connsiteX1217" fmla="*/ 916561 w 1109339"/>
                <a:gd name="connsiteY1217" fmla="*/ 909515 h 1010399"/>
                <a:gd name="connsiteX1218" fmla="*/ 916561 w 1109339"/>
                <a:gd name="connsiteY1218" fmla="*/ 905747 h 1010399"/>
                <a:gd name="connsiteX1219" fmla="*/ 916427 w 1109339"/>
                <a:gd name="connsiteY1219" fmla="*/ 901677 h 1010399"/>
                <a:gd name="connsiteX1220" fmla="*/ 911917 w 1109339"/>
                <a:gd name="connsiteY1220" fmla="*/ 899356 h 1010399"/>
                <a:gd name="connsiteX1221" fmla="*/ 909158 w 1109339"/>
                <a:gd name="connsiteY1221" fmla="*/ 896160 h 1010399"/>
                <a:gd name="connsiteX1222" fmla="*/ 909158 w 1109339"/>
                <a:gd name="connsiteY1222" fmla="*/ 888927 h 1010399"/>
                <a:gd name="connsiteX1223" fmla="*/ 904076 w 1109339"/>
                <a:gd name="connsiteY1223" fmla="*/ 881089 h 1010399"/>
                <a:gd name="connsiteX1224" fmla="*/ 899734 w 1109339"/>
                <a:gd name="connsiteY1224" fmla="*/ 873991 h 1010399"/>
                <a:gd name="connsiteX1225" fmla="*/ 897715 w 1109339"/>
                <a:gd name="connsiteY1225" fmla="*/ 866456 h 1010399"/>
                <a:gd name="connsiteX1226" fmla="*/ 893508 w 1109339"/>
                <a:gd name="connsiteY1226" fmla="*/ 861545 h 1010399"/>
                <a:gd name="connsiteX1227" fmla="*/ 893508 w 1109339"/>
                <a:gd name="connsiteY1227" fmla="*/ 857643 h 1010399"/>
                <a:gd name="connsiteX1228" fmla="*/ 890479 w 1109339"/>
                <a:gd name="connsiteY1228" fmla="*/ 854884 h 1010399"/>
                <a:gd name="connsiteX1229" fmla="*/ 886575 w 1109339"/>
                <a:gd name="connsiteY1229" fmla="*/ 851554 h 1010399"/>
                <a:gd name="connsiteX1230" fmla="*/ 880619 w 1109339"/>
                <a:gd name="connsiteY1230" fmla="*/ 846205 h 1010399"/>
                <a:gd name="connsiteX1231" fmla="*/ 876984 w 1109339"/>
                <a:gd name="connsiteY1231" fmla="*/ 840554 h 1010399"/>
                <a:gd name="connsiteX1232" fmla="*/ 878296 w 1109339"/>
                <a:gd name="connsiteY1232" fmla="*/ 837661 h 1010399"/>
                <a:gd name="connsiteX1233" fmla="*/ 882941 w 1109339"/>
                <a:gd name="connsiteY1233" fmla="*/ 833321 h 1010399"/>
                <a:gd name="connsiteX1234" fmla="*/ 886272 w 1109339"/>
                <a:gd name="connsiteY1234" fmla="*/ 830428 h 1010399"/>
                <a:gd name="connsiteX1235" fmla="*/ 888729 w 1109339"/>
                <a:gd name="connsiteY1235" fmla="*/ 830428 h 1010399"/>
                <a:gd name="connsiteX1236" fmla="*/ 894518 w 1109339"/>
                <a:gd name="connsiteY1236" fmla="*/ 832177 h 1010399"/>
                <a:gd name="connsiteX1237" fmla="*/ 901484 w 1109339"/>
                <a:gd name="connsiteY1237" fmla="*/ 829150 h 1010399"/>
                <a:gd name="connsiteX1238" fmla="*/ 901619 w 1109339"/>
                <a:gd name="connsiteY1238" fmla="*/ 826257 h 1010399"/>
                <a:gd name="connsiteX1239" fmla="*/ 900037 w 1109339"/>
                <a:gd name="connsiteY1239" fmla="*/ 823061 h 1010399"/>
                <a:gd name="connsiteX1240" fmla="*/ 905085 w 1109339"/>
                <a:gd name="connsiteY1240" fmla="*/ 820874 h 1010399"/>
                <a:gd name="connsiteX1241" fmla="*/ 907710 w 1109339"/>
                <a:gd name="connsiteY1241" fmla="*/ 822186 h 1010399"/>
                <a:gd name="connsiteX1242" fmla="*/ 910167 w 1109339"/>
                <a:gd name="connsiteY1242" fmla="*/ 819428 h 1010399"/>
                <a:gd name="connsiteX1243" fmla="*/ 915686 w 1109339"/>
                <a:gd name="connsiteY1243" fmla="*/ 814079 h 1010399"/>
                <a:gd name="connsiteX1244" fmla="*/ 919759 w 1109339"/>
                <a:gd name="connsiteY1244" fmla="*/ 806544 h 1010399"/>
                <a:gd name="connsiteX1245" fmla="*/ 925413 w 1109339"/>
                <a:gd name="connsiteY1245" fmla="*/ 800455 h 1010399"/>
                <a:gd name="connsiteX1246" fmla="*/ 924538 w 1109339"/>
                <a:gd name="connsiteY1246" fmla="*/ 791911 h 1010399"/>
                <a:gd name="connsiteX1247" fmla="*/ 930057 w 1109339"/>
                <a:gd name="connsiteY1247" fmla="*/ 791911 h 1010399"/>
                <a:gd name="connsiteX1248" fmla="*/ 933759 w 1109339"/>
                <a:gd name="connsiteY1248" fmla="*/ 791339 h 1010399"/>
                <a:gd name="connsiteX1249" fmla="*/ 935274 w 1109339"/>
                <a:gd name="connsiteY1249" fmla="*/ 785553 h 1010399"/>
                <a:gd name="connsiteX1250" fmla="*/ 935274 w 1109339"/>
                <a:gd name="connsiteY1250" fmla="*/ 781213 h 1010399"/>
                <a:gd name="connsiteX1251" fmla="*/ 936149 w 1109339"/>
                <a:gd name="connsiteY1251" fmla="*/ 778085 h 1010399"/>
                <a:gd name="connsiteX1252" fmla="*/ 938168 w 1109339"/>
                <a:gd name="connsiteY1252" fmla="*/ 776840 h 1010399"/>
                <a:gd name="connsiteX1253" fmla="*/ 939615 w 1109339"/>
                <a:gd name="connsiteY1253" fmla="*/ 776840 h 1010399"/>
                <a:gd name="connsiteX1254" fmla="*/ 943519 w 1109339"/>
                <a:gd name="connsiteY1254" fmla="*/ 777715 h 1010399"/>
                <a:gd name="connsiteX1255" fmla="*/ 950486 w 1109339"/>
                <a:gd name="connsiteY1255" fmla="*/ 778724 h 1010399"/>
                <a:gd name="connsiteX1256" fmla="*/ 958596 w 1109339"/>
                <a:gd name="connsiteY1256" fmla="*/ 781920 h 1010399"/>
                <a:gd name="connsiteX1257" fmla="*/ 964553 w 1109339"/>
                <a:gd name="connsiteY1257" fmla="*/ 781348 h 1010399"/>
                <a:gd name="connsiteX1258" fmla="*/ 1011804 w 1109339"/>
                <a:gd name="connsiteY1258" fmla="*/ 783803 h 1010399"/>
                <a:gd name="connsiteX1259" fmla="*/ 1028328 w 1109339"/>
                <a:gd name="connsiteY1259" fmla="*/ 783803 h 1010399"/>
                <a:gd name="connsiteX1260" fmla="*/ 1040781 w 1109339"/>
                <a:gd name="connsiteY1260" fmla="*/ 778287 h 1010399"/>
                <a:gd name="connsiteX1261" fmla="*/ 1045425 w 1109339"/>
                <a:gd name="connsiteY1261" fmla="*/ 771929 h 1010399"/>
                <a:gd name="connsiteX1262" fmla="*/ 1046569 w 1109339"/>
                <a:gd name="connsiteY1262" fmla="*/ 767757 h 1010399"/>
                <a:gd name="connsiteX1263" fmla="*/ 1046569 w 1109339"/>
                <a:gd name="connsiteY1263" fmla="*/ 763822 h 1010399"/>
                <a:gd name="connsiteX1264" fmla="*/ 1044819 w 1109339"/>
                <a:gd name="connsiteY1264" fmla="*/ 761231 h 1010399"/>
                <a:gd name="connsiteX1265" fmla="*/ 1043069 w 1109339"/>
                <a:gd name="connsiteY1265" fmla="*/ 758910 h 1010399"/>
                <a:gd name="connsiteX1266" fmla="*/ 1040612 w 1109339"/>
                <a:gd name="connsiteY1266" fmla="*/ 757531 h 1010399"/>
                <a:gd name="connsiteX1267" fmla="*/ 1040208 w 1109339"/>
                <a:gd name="connsiteY1267" fmla="*/ 754705 h 1010399"/>
                <a:gd name="connsiteX1268" fmla="*/ 1039603 w 1109339"/>
                <a:gd name="connsiteY1268" fmla="*/ 750366 h 1010399"/>
                <a:gd name="connsiteX1269" fmla="*/ 1039603 w 1109339"/>
                <a:gd name="connsiteY1269" fmla="*/ 748179 h 1010399"/>
                <a:gd name="connsiteX1270" fmla="*/ 1041555 w 1109339"/>
                <a:gd name="connsiteY1270" fmla="*/ 745051 h 1010399"/>
                <a:gd name="connsiteX1271" fmla="*/ 1042800 w 1109339"/>
                <a:gd name="connsiteY1271" fmla="*/ 742090 h 1010399"/>
                <a:gd name="connsiteX1272" fmla="*/ 1043944 w 1109339"/>
                <a:gd name="connsiteY1272" fmla="*/ 736439 h 1010399"/>
                <a:gd name="connsiteX1273" fmla="*/ 1045089 w 1109339"/>
                <a:gd name="connsiteY1273" fmla="*/ 730350 h 1010399"/>
                <a:gd name="connsiteX1274" fmla="*/ 1047276 w 1109339"/>
                <a:gd name="connsiteY1274" fmla="*/ 724699 h 1010399"/>
                <a:gd name="connsiteX1275" fmla="*/ 1051920 w 1109339"/>
                <a:gd name="connsiteY1275" fmla="*/ 720359 h 1010399"/>
                <a:gd name="connsiteX1276" fmla="*/ 1056699 w 1109339"/>
                <a:gd name="connsiteY1276" fmla="*/ 716592 h 1010399"/>
                <a:gd name="connsiteX1277" fmla="*/ 1057709 w 1109339"/>
                <a:gd name="connsiteY1277" fmla="*/ 707307 h 1010399"/>
                <a:gd name="connsiteX1278" fmla="*/ 1055959 w 1109339"/>
                <a:gd name="connsiteY1278" fmla="*/ 690083 h 1010399"/>
                <a:gd name="connsiteX1279" fmla="*/ 1059089 w 1109339"/>
                <a:gd name="connsiteY1279" fmla="*/ 684432 h 1010399"/>
                <a:gd name="connsiteX1280" fmla="*/ 1061344 w 1109339"/>
                <a:gd name="connsiteY1280" fmla="*/ 680530 h 1010399"/>
                <a:gd name="connsiteX1281" fmla="*/ 1064474 w 1109339"/>
                <a:gd name="connsiteY1281" fmla="*/ 676392 h 1010399"/>
                <a:gd name="connsiteX1282" fmla="*/ 1067132 w 1109339"/>
                <a:gd name="connsiteY1282" fmla="*/ 672423 h 1010399"/>
                <a:gd name="connsiteX1283" fmla="*/ 1068848 w 1109339"/>
                <a:gd name="connsiteY1283" fmla="*/ 670673 h 1010399"/>
                <a:gd name="connsiteX1284" fmla="*/ 1070901 w 1109339"/>
                <a:gd name="connsiteY1284" fmla="*/ 668857 h 1010399"/>
                <a:gd name="connsiteX1285" fmla="*/ 1070901 w 1109339"/>
                <a:gd name="connsiteY1285" fmla="*/ 666468 h 1010399"/>
                <a:gd name="connsiteX1286" fmla="*/ 1068579 w 1109339"/>
                <a:gd name="connsiteY1286" fmla="*/ 658193 h 1010399"/>
                <a:gd name="connsiteX1287" fmla="*/ 1068512 w 1109339"/>
                <a:gd name="connsiteY1287" fmla="*/ 651667 h 1010399"/>
                <a:gd name="connsiteX1288" fmla="*/ 1068950 w 1109339"/>
                <a:gd name="connsiteY1288" fmla="*/ 645814 h 1010399"/>
                <a:gd name="connsiteX1289" fmla="*/ 1072416 w 1109339"/>
                <a:gd name="connsiteY1289" fmla="*/ 641407 h 1010399"/>
                <a:gd name="connsiteX1290" fmla="*/ 1077935 w 1109339"/>
                <a:gd name="connsiteY1290" fmla="*/ 635688 h 1010399"/>
                <a:gd name="connsiteX1291" fmla="*/ 1079820 w 1109339"/>
                <a:gd name="connsiteY1291" fmla="*/ 632862 h 1010399"/>
                <a:gd name="connsiteX1292" fmla="*/ 1079517 w 1109339"/>
                <a:gd name="connsiteY1292" fmla="*/ 627278 h 1010399"/>
                <a:gd name="connsiteX1293" fmla="*/ 1077060 w 1109339"/>
                <a:gd name="connsiteY1293" fmla="*/ 623006 h 1010399"/>
                <a:gd name="connsiteX1294" fmla="*/ 1072012 w 1109339"/>
                <a:gd name="connsiteY1294" fmla="*/ 615841 h 1010399"/>
                <a:gd name="connsiteX1295" fmla="*/ 1073392 w 1109339"/>
                <a:gd name="connsiteY1295" fmla="*/ 609079 h 1010399"/>
                <a:gd name="connsiteX1296" fmla="*/ 1074738 w 1109339"/>
                <a:gd name="connsiteY1296" fmla="*/ 603293 h 1010399"/>
                <a:gd name="connsiteX1297" fmla="*/ 1079281 w 1109339"/>
                <a:gd name="connsiteY1297" fmla="*/ 599828 h 1010399"/>
                <a:gd name="connsiteX1298" fmla="*/ 1080426 w 1109339"/>
                <a:gd name="connsiteY1298" fmla="*/ 596027 h 1010399"/>
                <a:gd name="connsiteX1299" fmla="*/ 1079887 w 1109339"/>
                <a:gd name="connsiteY1299" fmla="*/ 586473 h 1010399"/>
                <a:gd name="connsiteX1300" fmla="*/ 1078743 w 1109339"/>
                <a:gd name="connsiteY1300" fmla="*/ 584657 h 1010399"/>
                <a:gd name="connsiteX1301" fmla="*/ 1077767 w 1109339"/>
                <a:gd name="connsiteY1301" fmla="*/ 580250 h 1010399"/>
                <a:gd name="connsiteX1302" fmla="*/ 1076051 w 1109339"/>
                <a:gd name="connsiteY1302" fmla="*/ 575036 h 1010399"/>
                <a:gd name="connsiteX1303" fmla="*/ 1076556 w 1109339"/>
                <a:gd name="connsiteY1303" fmla="*/ 570293 h 1010399"/>
                <a:gd name="connsiteX1304" fmla="*/ 1076724 w 1109339"/>
                <a:gd name="connsiteY1304" fmla="*/ 564339 h 1010399"/>
                <a:gd name="connsiteX1305" fmla="*/ 1077060 w 1109339"/>
                <a:gd name="connsiteY1305" fmla="*/ 556400 h 1010399"/>
                <a:gd name="connsiteX1306" fmla="*/ 1076892 w 1109339"/>
                <a:gd name="connsiteY1306" fmla="*/ 546106 h 1010399"/>
                <a:gd name="connsiteX1307" fmla="*/ 1079382 w 1109339"/>
                <a:gd name="connsiteY1307" fmla="*/ 540656 h 1010399"/>
                <a:gd name="connsiteX1308" fmla="*/ 1081772 w 1109339"/>
                <a:gd name="connsiteY1308" fmla="*/ 535644 h 1010399"/>
                <a:gd name="connsiteX1309" fmla="*/ 1083084 w 1109339"/>
                <a:gd name="connsiteY1309" fmla="*/ 528243 h 1010399"/>
                <a:gd name="connsiteX1310" fmla="*/ 1083084 w 1109339"/>
                <a:gd name="connsiteY1310" fmla="*/ 523904 h 1010399"/>
                <a:gd name="connsiteX1311" fmla="*/ 1080257 w 1109339"/>
                <a:gd name="connsiteY1311" fmla="*/ 519228 h 1010399"/>
                <a:gd name="connsiteX1312" fmla="*/ 1079382 w 1109339"/>
                <a:gd name="connsiteY1312" fmla="*/ 516503 h 1010399"/>
                <a:gd name="connsiteX1313" fmla="*/ 1078743 w 1109339"/>
                <a:gd name="connsiteY1313" fmla="*/ 510650 h 1010399"/>
                <a:gd name="connsiteX1314" fmla="*/ 1079382 w 1109339"/>
                <a:gd name="connsiteY1314" fmla="*/ 507488 h 1010399"/>
                <a:gd name="connsiteX1315" fmla="*/ 1081873 w 1109339"/>
                <a:gd name="connsiteY1315" fmla="*/ 504325 h 1010399"/>
                <a:gd name="connsiteX1316" fmla="*/ 1087729 w 1109339"/>
                <a:gd name="connsiteY1316" fmla="*/ 499448 h 1010399"/>
                <a:gd name="connsiteX1317" fmla="*/ 1097623 w 1109339"/>
                <a:gd name="connsiteY1317" fmla="*/ 491744 h 1010399"/>
                <a:gd name="connsiteX1318" fmla="*/ 1100551 w 1109339"/>
                <a:gd name="connsiteY1318" fmla="*/ 487169 h 1010399"/>
                <a:gd name="connsiteX1319" fmla="*/ 1104623 w 1109339"/>
                <a:gd name="connsiteY1319" fmla="*/ 481955 h 1010399"/>
                <a:gd name="connsiteX1320" fmla="*/ 1107383 w 1109339"/>
                <a:gd name="connsiteY1320" fmla="*/ 477279 h 1010399"/>
                <a:gd name="connsiteX1321" fmla="*/ 1107383 w 1109339"/>
                <a:gd name="connsiteY1321" fmla="*/ 470013 h 1010399"/>
                <a:gd name="connsiteX1322" fmla="*/ 1108460 w 1109339"/>
                <a:gd name="connsiteY1322" fmla="*/ 462175 h 1010399"/>
                <a:gd name="connsiteX1323" fmla="*/ 1107787 w 1109339"/>
                <a:gd name="connsiteY1323" fmla="*/ 452823 h 1010399"/>
                <a:gd name="connsiteX1324" fmla="*/ 1106171 w 1109339"/>
                <a:gd name="connsiteY1324" fmla="*/ 448484 h 1010399"/>
                <a:gd name="connsiteX1325" fmla="*/ 1099104 w 1109339"/>
                <a:gd name="connsiteY1325" fmla="*/ 445759 h 1010399"/>
                <a:gd name="connsiteX1326" fmla="*/ 1096042 w 1109339"/>
                <a:gd name="connsiteY1326" fmla="*/ 444783 h 1010399"/>
                <a:gd name="connsiteX1327" fmla="*/ 1092575 w 1109339"/>
                <a:gd name="connsiteY1327" fmla="*/ 444783 h 1010399"/>
                <a:gd name="connsiteX1328" fmla="*/ 1088772 w 1109339"/>
                <a:gd name="connsiteY1328" fmla="*/ 441857 h 1010399"/>
                <a:gd name="connsiteX1329" fmla="*/ 1086483 w 1109339"/>
                <a:gd name="connsiteY1329" fmla="*/ 439569 h 1010399"/>
                <a:gd name="connsiteX1330" fmla="*/ 1085508 w 1109339"/>
                <a:gd name="connsiteY1330" fmla="*/ 437181 h 1010399"/>
                <a:gd name="connsiteX1331" fmla="*/ 1086719 w 1109339"/>
                <a:gd name="connsiteY1331" fmla="*/ 432740 h 1010399"/>
                <a:gd name="connsiteX1332" fmla="*/ 1087493 w 1109339"/>
                <a:gd name="connsiteY1332" fmla="*/ 426113 h 1010399"/>
                <a:gd name="connsiteX1333" fmla="*/ 1088536 w 1109339"/>
                <a:gd name="connsiteY1333" fmla="*/ 421875 h 1010399"/>
                <a:gd name="connsiteX1334" fmla="*/ 1091734 w 1109339"/>
                <a:gd name="connsiteY1334" fmla="*/ 418713 h 1010399"/>
                <a:gd name="connsiteX1335" fmla="*/ 1091734 w 1109339"/>
                <a:gd name="connsiteY1335" fmla="*/ 414373 h 1010399"/>
                <a:gd name="connsiteX1336" fmla="*/ 1089546 w 1109339"/>
                <a:gd name="connsiteY1336" fmla="*/ 408822 h 1010399"/>
                <a:gd name="connsiteX1337" fmla="*/ 1090522 w 1109339"/>
                <a:gd name="connsiteY1337" fmla="*/ 405660 h 1010399"/>
                <a:gd name="connsiteX1338" fmla="*/ 1093988 w 1109339"/>
                <a:gd name="connsiteY1338" fmla="*/ 401422 h 1010399"/>
                <a:gd name="connsiteX1339" fmla="*/ 1098465 w 1109339"/>
                <a:gd name="connsiteY1339" fmla="*/ 399672 h 1010399"/>
                <a:gd name="connsiteX1340" fmla="*/ 1104321 w 1109339"/>
                <a:gd name="connsiteY1340" fmla="*/ 393920 h 1010399"/>
                <a:gd name="connsiteX1341" fmla="*/ 1107787 w 1109339"/>
                <a:gd name="connsiteY1341" fmla="*/ 390455 h 1010399"/>
                <a:gd name="connsiteX1342" fmla="*/ 1109301 w 1109339"/>
                <a:gd name="connsiteY1342" fmla="*/ 389143 h 1010399"/>
                <a:gd name="connsiteX1343" fmla="*/ 1109167 w 1109339"/>
                <a:gd name="connsiteY1343" fmla="*/ 386721 h 101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109339" h="1010399">
                  <a:moveTo>
                    <a:pt x="1109167" y="386721"/>
                  </a:moveTo>
                  <a:lnTo>
                    <a:pt x="1109066" y="385577"/>
                  </a:lnTo>
                  <a:lnTo>
                    <a:pt x="1109066" y="384871"/>
                  </a:lnTo>
                  <a:lnTo>
                    <a:pt x="1108359" y="383391"/>
                  </a:lnTo>
                  <a:lnTo>
                    <a:pt x="1106508" y="383761"/>
                  </a:lnTo>
                  <a:lnTo>
                    <a:pt x="1105263" y="384636"/>
                  </a:lnTo>
                  <a:lnTo>
                    <a:pt x="1104926" y="385779"/>
                  </a:lnTo>
                  <a:lnTo>
                    <a:pt x="1104051" y="387630"/>
                  </a:lnTo>
                  <a:lnTo>
                    <a:pt x="1102133" y="388403"/>
                  </a:lnTo>
                  <a:lnTo>
                    <a:pt x="1099912" y="388841"/>
                  </a:lnTo>
                  <a:lnTo>
                    <a:pt x="1097691" y="389917"/>
                  </a:lnTo>
                  <a:cubicBezTo>
                    <a:pt x="1097691" y="389917"/>
                    <a:pt x="1095671" y="390455"/>
                    <a:pt x="1095301" y="390455"/>
                  </a:cubicBezTo>
                  <a:cubicBezTo>
                    <a:pt x="1094931" y="390455"/>
                    <a:pt x="1091263" y="391397"/>
                    <a:pt x="1091060" y="391397"/>
                  </a:cubicBezTo>
                  <a:cubicBezTo>
                    <a:pt x="1090825" y="391397"/>
                    <a:pt x="1082142" y="391128"/>
                    <a:pt x="1082142" y="391128"/>
                  </a:cubicBezTo>
                  <a:lnTo>
                    <a:pt x="1076387" y="391397"/>
                  </a:lnTo>
                  <a:lnTo>
                    <a:pt x="1071642" y="392474"/>
                  </a:lnTo>
                  <a:lnTo>
                    <a:pt x="1065921" y="396712"/>
                  </a:lnTo>
                  <a:lnTo>
                    <a:pt x="1061041" y="398832"/>
                  </a:lnTo>
                  <a:lnTo>
                    <a:pt x="1048252" y="405122"/>
                  </a:lnTo>
                  <a:cubicBezTo>
                    <a:pt x="1048252" y="405122"/>
                    <a:pt x="1041992" y="410504"/>
                    <a:pt x="1041689" y="410605"/>
                  </a:cubicBezTo>
                  <a:cubicBezTo>
                    <a:pt x="1041353" y="410706"/>
                    <a:pt x="1032569" y="415281"/>
                    <a:pt x="1032569" y="415281"/>
                  </a:cubicBezTo>
                  <a:lnTo>
                    <a:pt x="1011434" y="432236"/>
                  </a:lnTo>
                  <a:cubicBezTo>
                    <a:pt x="1011434" y="432236"/>
                    <a:pt x="1002313" y="439199"/>
                    <a:pt x="1001977" y="439401"/>
                  </a:cubicBezTo>
                  <a:cubicBezTo>
                    <a:pt x="1001640" y="439603"/>
                    <a:pt x="991208" y="441150"/>
                    <a:pt x="990467" y="441588"/>
                  </a:cubicBezTo>
                  <a:cubicBezTo>
                    <a:pt x="989693" y="442025"/>
                    <a:pt x="980471" y="445725"/>
                    <a:pt x="978721" y="445927"/>
                  </a:cubicBezTo>
                  <a:cubicBezTo>
                    <a:pt x="976972" y="446129"/>
                    <a:pt x="971115" y="452991"/>
                    <a:pt x="971115" y="453328"/>
                  </a:cubicBezTo>
                  <a:cubicBezTo>
                    <a:pt x="971115" y="453664"/>
                    <a:pt x="964048" y="459955"/>
                    <a:pt x="963712" y="460056"/>
                  </a:cubicBezTo>
                  <a:cubicBezTo>
                    <a:pt x="963375" y="460157"/>
                    <a:pt x="955870" y="466784"/>
                    <a:pt x="955668" y="467120"/>
                  </a:cubicBezTo>
                  <a:cubicBezTo>
                    <a:pt x="955466" y="467456"/>
                    <a:pt x="951428" y="475160"/>
                    <a:pt x="951428" y="475160"/>
                  </a:cubicBezTo>
                  <a:lnTo>
                    <a:pt x="945673" y="477885"/>
                  </a:lnTo>
                  <a:lnTo>
                    <a:pt x="942980" y="477885"/>
                  </a:lnTo>
                  <a:lnTo>
                    <a:pt x="940355" y="479836"/>
                  </a:lnTo>
                  <a:lnTo>
                    <a:pt x="939480" y="486463"/>
                  </a:lnTo>
                  <a:lnTo>
                    <a:pt x="939918" y="492753"/>
                  </a:lnTo>
                  <a:lnTo>
                    <a:pt x="940120" y="494604"/>
                  </a:lnTo>
                  <a:lnTo>
                    <a:pt x="939346" y="497766"/>
                  </a:lnTo>
                  <a:lnTo>
                    <a:pt x="937293" y="498977"/>
                  </a:lnTo>
                  <a:lnTo>
                    <a:pt x="935543" y="500289"/>
                  </a:lnTo>
                  <a:lnTo>
                    <a:pt x="930865" y="500726"/>
                  </a:lnTo>
                  <a:lnTo>
                    <a:pt x="919658" y="500928"/>
                  </a:lnTo>
                  <a:lnTo>
                    <a:pt x="913364" y="506377"/>
                  </a:lnTo>
                  <a:lnTo>
                    <a:pt x="906297" y="510179"/>
                  </a:lnTo>
                  <a:lnTo>
                    <a:pt x="902494" y="512668"/>
                  </a:lnTo>
                  <a:lnTo>
                    <a:pt x="896402" y="514451"/>
                  </a:lnTo>
                  <a:lnTo>
                    <a:pt x="890648" y="516133"/>
                  </a:lnTo>
                  <a:lnTo>
                    <a:pt x="880315" y="516133"/>
                  </a:lnTo>
                  <a:lnTo>
                    <a:pt x="857834" y="516772"/>
                  </a:lnTo>
                  <a:lnTo>
                    <a:pt x="852416" y="517108"/>
                  </a:lnTo>
                  <a:lnTo>
                    <a:pt x="847402" y="518757"/>
                  </a:lnTo>
                  <a:cubicBezTo>
                    <a:pt x="847402" y="518757"/>
                    <a:pt x="842084" y="521784"/>
                    <a:pt x="841646" y="521919"/>
                  </a:cubicBezTo>
                  <a:cubicBezTo>
                    <a:pt x="841209" y="522020"/>
                    <a:pt x="835555" y="522558"/>
                    <a:pt x="835555" y="522558"/>
                  </a:cubicBezTo>
                  <a:lnTo>
                    <a:pt x="829463" y="524509"/>
                  </a:lnTo>
                  <a:lnTo>
                    <a:pt x="824348" y="526359"/>
                  </a:lnTo>
                  <a:lnTo>
                    <a:pt x="817819" y="526696"/>
                  </a:lnTo>
                  <a:lnTo>
                    <a:pt x="813242" y="525485"/>
                  </a:lnTo>
                  <a:lnTo>
                    <a:pt x="807790" y="517108"/>
                  </a:lnTo>
                  <a:lnTo>
                    <a:pt x="803785" y="509607"/>
                  </a:lnTo>
                  <a:lnTo>
                    <a:pt x="798468" y="505368"/>
                  </a:lnTo>
                  <a:cubicBezTo>
                    <a:pt x="798468" y="505368"/>
                    <a:pt x="796516" y="503854"/>
                    <a:pt x="796078" y="503619"/>
                  </a:cubicBezTo>
                  <a:cubicBezTo>
                    <a:pt x="795641" y="503417"/>
                    <a:pt x="790963" y="500894"/>
                    <a:pt x="790963" y="500894"/>
                  </a:cubicBezTo>
                  <a:cubicBezTo>
                    <a:pt x="790963" y="500894"/>
                    <a:pt x="787967" y="498506"/>
                    <a:pt x="787429" y="498169"/>
                  </a:cubicBezTo>
                  <a:cubicBezTo>
                    <a:pt x="786890" y="497833"/>
                    <a:pt x="782044" y="494368"/>
                    <a:pt x="782044" y="494368"/>
                  </a:cubicBezTo>
                  <a:lnTo>
                    <a:pt x="782044" y="490903"/>
                  </a:lnTo>
                  <a:lnTo>
                    <a:pt x="782044" y="485689"/>
                  </a:lnTo>
                  <a:lnTo>
                    <a:pt x="782044" y="483940"/>
                  </a:lnTo>
                  <a:lnTo>
                    <a:pt x="784332" y="477952"/>
                  </a:lnTo>
                  <a:lnTo>
                    <a:pt x="785746" y="475227"/>
                  </a:lnTo>
                  <a:lnTo>
                    <a:pt x="787059" y="470787"/>
                  </a:lnTo>
                  <a:cubicBezTo>
                    <a:pt x="787059" y="470787"/>
                    <a:pt x="786823" y="466346"/>
                    <a:pt x="786823" y="466010"/>
                  </a:cubicBezTo>
                  <a:cubicBezTo>
                    <a:pt x="786823" y="465673"/>
                    <a:pt x="786621" y="461435"/>
                    <a:pt x="786621" y="461435"/>
                  </a:cubicBezTo>
                  <a:cubicBezTo>
                    <a:pt x="786621" y="461435"/>
                    <a:pt x="786285" y="456994"/>
                    <a:pt x="786285" y="456557"/>
                  </a:cubicBezTo>
                  <a:cubicBezTo>
                    <a:pt x="786285" y="456120"/>
                    <a:pt x="784568" y="449392"/>
                    <a:pt x="784332" y="449056"/>
                  </a:cubicBezTo>
                  <a:cubicBezTo>
                    <a:pt x="784131" y="448719"/>
                    <a:pt x="781169" y="444817"/>
                    <a:pt x="780765" y="444817"/>
                  </a:cubicBezTo>
                  <a:cubicBezTo>
                    <a:pt x="780328" y="444817"/>
                    <a:pt x="776323" y="443068"/>
                    <a:pt x="776323" y="443068"/>
                  </a:cubicBezTo>
                  <a:lnTo>
                    <a:pt x="772621" y="442832"/>
                  </a:lnTo>
                  <a:lnTo>
                    <a:pt x="766193" y="442496"/>
                  </a:lnTo>
                  <a:cubicBezTo>
                    <a:pt x="766193" y="442496"/>
                    <a:pt x="763366" y="441285"/>
                    <a:pt x="763265" y="440982"/>
                  </a:cubicBezTo>
                  <a:cubicBezTo>
                    <a:pt x="763164" y="440646"/>
                    <a:pt x="761616" y="437517"/>
                    <a:pt x="761616" y="437517"/>
                  </a:cubicBezTo>
                  <a:lnTo>
                    <a:pt x="760674" y="434456"/>
                  </a:lnTo>
                  <a:lnTo>
                    <a:pt x="759428" y="430756"/>
                  </a:lnTo>
                  <a:lnTo>
                    <a:pt x="759428" y="428266"/>
                  </a:lnTo>
                  <a:lnTo>
                    <a:pt x="762457" y="424364"/>
                  </a:lnTo>
                  <a:lnTo>
                    <a:pt x="763770" y="420226"/>
                  </a:lnTo>
                  <a:lnTo>
                    <a:pt x="767236" y="417502"/>
                  </a:lnTo>
                  <a:lnTo>
                    <a:pt x="770400" y="414474"/>
                  </a:lnTo>
                  <a:lnTo>
                    <a:pt x="773126" y="411446"/>
                  </a:lnTo>
                  <a:lnTo>
                    <a:pt x="773563" y="408856"/>
                  </a:lnTo>
                  <a:lnTo>
                    <a:pt x="773227" y="407208"/>
                  </a:lnTo>
                  <a:lnTo>
                    <a:pt x="771275" y="406333"/>
                  </a:lnTo>
                  <a:lnTo>
                    <a:pt x="767909" y="405257"/>
                  </a:lnTo>
                  <a:cubicBezTo>
                    <a:pt x="767909" y="405257"/>
                    <a:pt x="767135" y="404920"/>
                    <a:pt x="766731" y="404920"/>
                  </a:cubicBezTo>
                  <a:cubicBezTo>
                    <a:pt x="766294" y="404920"/>
                    <a:pt x="761077" y="405459"/>
                    <a:pt x="761077" y="405459"/>
                  </a:cubicBezTo>
                  <a:lnTo>
                    <a:pt x="758452" y="405896"/>
                  </a:lnTo>
                  <a:lnTo>
                    <a:pt x="753337" y="406871"/>
                  </a:lnTo>
                  <a:lnTo>
                    <a:pt x="749231" y="407073"/>
                  </a:lnTo>
                  <a:lnTo>
                    <a:pt x="742601" y="408385"/>
                  </a:lnTo>
                  <a:lnTo>
                    <a:pt x="739572" y="409428"/>
                  </a:lnTo>
                  <a:lnTo>
                    <a:pt x="736106" y="410034"/>
                  </a:lnTo>
                  <a:lnTo>
                    <a:pt x="732538" y="410034"/>
                  </a:lnTo>
                  <a:lnTo>
                    <a:pt x="727759" y="409933"/>
                  </a:lnTo>
                  <a:lnTo>
                    <a:pt x="722206" y="408520"/>
                  </a:lnTo>
                  <a:lnTo>
                    <a:pt x="718504" y="405492"/>
                  </a:lnTo>
                  <a:lnTo>
                    <a:pt x="714701" y="403440"/>
                  </a:lnTo>
                  <a:lnTo>
                    <a:pt x="711672" y="400076"/>
                  </a:lnTo>
                  <a:lnTo>
                    <a:pt x="704941" y="394963"/>
                  </a:lnTo>
                  <a:lnTo>
                    <a:pt x="699187" y="389749"/>
                  </a:lnTo>
                  <a:lnTo>
                    <a:pt x="695720" y="387360"/>
                  </a:lnTo>
                  <a:lnTo>
                    <a:pt x="691480" y="383391"/>
                  </a:lnTo>
                  <a:lnTo>
                    <a:pt x="686364" y="379657"/>
                  </a:lnTo>
                  <a:lnTo>
                    <a:pt x="681787" y="378782"/>
                  </a:lnTo>
                  <a:cubicBezTo>
                    <a:pt x="681787" y="378782"/>
                    <a:pt x="677446" y="377908"/>
                    <a:pt x="677008" y="377908"/>
                  </a:cubicBezTo>
                  <a:cubicBezTo>
                    <a:pt x="676571" y="377908"/>
                    <a:pt x="674282" y="376831"/>
                    <a:pt x="674282" y="376831"/>
                  </a:cubicBezTo>
                  <a:lnTo>
                    <a:pt x="673071" y="374645"/>
                  </a:lnTo>
                  <a:lnTo>
                    <a:pt x="672532" y="371718"/>
                  </a:lnTo>
                  <a:lnTo>
                    <a:pt x="672532" y="369229"/>
                  </a:lnTo>
                  <a:lnTo>
                    <a:pt x="672532" y="367479"/>
                  </a:lnTo>
                  <a:lnTo>
                    <a:pt x="670917" y="364015"/>
                  </a:lnTo>
                  <a:lnTo>
                    <a:pt x="667888" y="361424"/>
                  </a:lnTo>
                  <a:lnTo>
                    <a:pt x="664724" y="361424"/>
                  </a:lnTo>
                  <a:lnTo>
                    <a:pt x="663008" y="361424"/>
                  </a:lnTo>
                  <a:lnTo>
                    <a:pt x="661258" y="361424"/>
                  </a:lnTo>
                  <a:cubicBezTo>
                    <a:pt x="661258" y="361424"/>
                    <a:pt x="658532" y="364452"/>
                    <a:pt x="658767" y="364889"/>
                  </a:cubicBezTo>
                  <a:cubicBezTo>
                    <a:pt x="658969" y="365326"/>
                    <a:pt x="658767" y="366739"/>
                    <a:pt x="658767" y="366739"/>
                  </a:cubicBezTo>
                  <a:lnTo>
                    <a:pt x="653450" y="369027"/>
                  </a:lnTo>
                  <a:lnTo>
                    <a:pt x="649008" y="372189"/>
                  </a:lnTo>
                  <a:lnTo>
                    <a:pt x="645844" y="373501"/>
                  </a:lnTo>
                  <a:lnTo>
                    <a:pt x="641267" y="373602"/>
                  </a:lnTo>
                  <a:lnTo>
                    <a:pt x="638676" y="373602"/>
                  </a:lnTo>
                  <a:cubicBezTo>
                    <a:pt x="638676" y="373602"/>
                    <a:pt x="636084" y="374241"/>
                    <a:pt x="634772" y="374241"/>
                  </a:cubicBezTo>
                  <a:cubicBezTo>
                    <a:pt x="633459" y="374241"/>
                    <a:pt x="632719" y="374241"/>
                    <a:pt x="631070" y="373804"/>
                  </a:cubicBezTo>
                  <a:cubicBezTo>
                    <a:pt x="629454" y="373366"/>
                    <a:pt x="624103" y="370978"/>
                    <a:pt x="624103" y="370978"/>
                  </a:cubicBezTo>
                  <a:lnTo>
                    <a:pt x="622050" y="369767"/>
                  </a:lnTo>
                  <a:lnTo>
                    <a:pt x="618786" y="367917"/>
                  </a:lnTo>
                  <a:lnTo>
                    <a:pt x="613031" y="368354"/>
                  </a:lnTo>
                  <a:lnTo>
                    <a:pt x="607377" y="368354"/>
                  </a:lnTo>
                  <a:lnTo>
                    <a:pt x="604112" y="366167"/>
                  </a:lnTo>
                  <a:lnTo>
                    <a:pt x="601925" y="361391"/>
                  </a:lnTo>
                  <a:lnTo>
                    <a:pt x="601252" y="358228"/>
                  </a:lnTo>
                  <a:lnTo>
                    <a:pt x="597785" y="355235"/>
                  </a:lnTo>
                  <a:lnTo>
                    <a:pt x="595295" y="354427"/>
                  </a:lnTo>
                  <a:lnTo>
                    <a:pt x="589977" y="354427"/>
                  </a:lnTo>
                  <a:cubicBezTo>
                    <a:pt x="589977" y="354427"/>
                    <a:pt x="588025" y="353553"/>
                    <a:pt x="587487" y="353889"/>
                  </a:cubicBezTo>
                  <a:cubicBezTo>
                    <a:pt x="586949" y="354225"/>
                    <a:pt x="584121" y="355403"/>
                    <a:pt x="584121" y="355403"/>
                  </a:cubicBezTo>
                  <a:cubicBezTo>
                    <a:pt x="584121" y="355403"/>
                    <a:pt x="581193" y="357354"/>
                    <a:pt x="581093" y="357690"/>
                  </a:cubicBezTo>
                  <a:cubicBezTo>
                    <a:pt x="580992" y="358027"/>
                    <a:pt x="577828" y="360415"/>
                    <a:pt x="577391" y="360953"/>
                  </a:cubicBezTo>
                  <a:cubicBezTo>
                    <a:pt x="576953" y="361492"/>
                    <a:pt x="575102" y="363005"/>
                    <a:pt x="575102" y="363005"/>
                  </a:cubicBezTo>
                  <a:lnTo>
                    <a:pt x="572915" y="363241"/>
                  </a:lnTo>
                  <a:lnTo>
                    <a:pt x="569886" y="363779"/>
                  </a:lnTo>
                  <a:lnTo>
                    <a:pt x="567833" y="363981"/>
                  </a:lnTo>
                  <a:cubicBezTo>
                    <a:pt x="567833" y="363981"/>
                    <a:pt x="567294" y="363981"/>
                    <a:pt x="566318" y="364183"/>
                  </a:cubicBezTo>
                  <a:cubicBezTo>
                    <a:pt x="565342" y="364418"/>
                    <a:pt x="560765" y="364822"/>
                    <a:pt x="560765" y="364822"/>
                  </a:cubicBezTo>
                  <a:lnTo>
                    <a:pt x="558712" y="364822"/>
                  </a:lnTo>
                  <a:lnTo>
                    <a:pt x="552520" y="364822"/>
                  </a:lnTo>
                  <a:lnTo>
                    <a:pt x="540573" y="364822"/>
                  </a:lnTo>
                  <a:lnTo>
                    <a:pt x="536130" y="364822"/>
                  </a:lnTo>
                  <a:lnTo>
                    <a:pt x="530914" y="363745"/>
                  </a:lnTo>
                  <a:cubicBezTo>
                    <a:pt x="530914" y="363745"/>
                    <a:pt x="529063" y="362669"/>
                    <a:pt x="527312" y="362333"/>
                  </a:cubicBezTo>
                  <a:cubicBezTo>
                    <a:pt x="525563" y="361996"/>
                    <a:pt x="523712" y="361794"/>
                    <a:pt x="523308" y="361559"/>
                  </a:cubicBezTo>
                  <a:cubicBezTo>
                    <a:pt x="522870" y="361357"/>
                    <a:pt x="518293" y="358531"/>
                    <a:pt x="518293" y="358531"/>
                  </a:cubicBezTo>
                  <a:lnTo>
                    <a:pt x="514053" y="352779"/>
                  </a:lnTo>
                  <a:cubicBezTo>
                    <a:pt x="514053" y="352779"/>
                    <a:pt x="513514" y="350727"/>
                    <a:pt x="513077" y="350390"/>
                  </a:cubicBezTo>
                  <a:cubicBezTo>
                    <a:pt x="512639" y="350054"/>
                    <a:pt x="509274" y="346926"/>
                    <a:pt x="509274" y="346926"/>
                  </a:cubicBezTo>
                  <a:lnTo>
                    <a:pt x="505370" y="344302"/>
                  </a:lnTo>
                  <a:cubicBezTo>
                    <a:pt x="505370" y="344302"/>
                    <a:pt x="505101" y="342451"/>
                    <a:pt x="505101" y="342014"/>
                  </a:cubicBezTo>
                  <a:cubicBezTo>
                    <a:pt x="505101" y="341577"/>
                    <a:pt x="503956" y="339188"/>
                    <a:pt x="503956" y="338751"/>
                  </a:cubicBezTo>
                  <a:cubicBezTo>
                    <a:pt x="503956" y="338314"/>
                    <a:pt x="503956" y="332662"/>
                    <a:pt x="503956" y="332662"/>
                  </a:cubicBezTo>
                  <a:lnTo>
                    <a:pt x="501567" y="325161"/>
                  </a:lnTo>
                  <a:lnTo>
                    <a:pt x="503081" y="308644"/>
                  </a:lnTo>
                  <a:lnTo>
                    <a:pt x="500356" y="305616"/>
                  </a:lnTo>
                  <a:cubicBezTo>
                    <a:pt x="500356" y="305616"/>
                    <a:pt x="496754" y="302252"/>
                    <a:pt x="496350" y="301916"/>
                  </a:cubicBezTo>
                  <a:cubicBezTo>
                    <a:pt x="495913" y="301579"/>
                    <a:pt x="494163" y="299292"/>
                    <a:pt x="493422" y="298888"/>
                  </a:cubicBezTo>
                  <a:cubicBezTo>
                    <a:pt x="492682" y="298484"/>
                    <a:pt x="490158" y="297038"/>
                    <a:pt x="490158" y="297038"/>
                  </a:cubicBezTo>
                  <a:lnTo>
                    <a:pt x="487230" y="292598"/>
                  </a:lnTo>
                  <a:lnTo>
                    <a:pt x="483259" y="287821"/>
                  </a:lnTo>
                  <a:lnTo>
                    <a:pt x="481341" y="279579"/>
                  </a:lnTo>
                  <a:lnTo>
                    <a:pt x="481341" y="273625"/>
                  </a:lnTo>
                  <a:lnTo>
                    <a:pt x="479692" y="267200"/>
                  </a:lnTo>
                  <a:lnTo>
                    <a:pt x="478951" y="261784"/>
                  </a:lnTo>
                  <a:lnTo>
                    <a:pt x="477437" y="253845"/>
                  </a:lnTo>
                  <a:lnTo>
                    <a:pt x="472961" y="246814"/>
                  </a:lnTo>
                  <a:lnTo>
                    <a:pt x="469326" y="242340"/>
                  </a:lnTo>
                  <a:lnTo>
                    <a:pt x="463672" y="236386"/>
                  </a:lnTo>
                  <a:lnTo>
                    <a:pt x="458724" y="231306"/>
                  </a:lnTo>
                  <a:lnTo>
                    <a:pt x="451489" y="224915"/>
                  </a:lnTo>
                  <a:lnTo>
                    <a:pt x="447147" y="220272"/>
                  </a:lnTo>
                  <a:lnTo>
                    <a:pt x="441359" y="216370"/>
                  </a:lnTo>
                  <a:lnTo>
                    <a:pt x="441359" y="214486"/>
                  </a:lnTo>
                  <a:lnTo>
                    <a:pt x="439609" y="210281"/>
                  </a:lnTo>
                  <a:lnTo>
                    <a:pt x="439609" y="205807"/>
                  </a:lnTo>
                  <a:lnTo>
                    <a:pt x="440349" y="203049"/>
                  </a:lnTo>
                  <a:lnTo>
                    <a:pt x="443547" y="200593"/>
                  </a:lnTo>
                  <a:lnTo>
                    <a:pt x="444859" y="197397"/>
                  </a:lnTo>
                  <a:lnTo>
                    <a:pt x="445734" y="193933"/>
                  </a:lnTo>
                  <a:lnTo>
                    <a:pt x="445027" y="189963"/>
                  </a:lnTo>
                  <a:cubicBezTo>
                    <a:pt x="445027" y="189963"/>
                    <a:pt x="443715" y="185825"/>
                    <a:pt x="443143" y="185825"/>
                  </a:cubicBezTo>
                  <a:cubicBezTo>
                    <a:pt x="442570" y="185825"/>
                    <a:pt x="440518" y="185825"/>
                    <a:pt x="440518" y="185825"/>
                  </a:cubicBezTo>
                  <a:cubicBezTo>
                    <a:pt x="440518" y="185825"/>
                    <a:pt x="439070" y="184244"/>
                    <a:pt x="438633" y="184816"/>
                  </a:cubicBezTo>
                  <a:cubicBezTo>
                    <a:pt x="438195" y="185388"/>
                    <a:pt x="437051" y="188012"/>
                    <a:pt x="437051" y="188012"/>
                  </a:cubicBezTo>
                  <a:lnTo>
                    <a:pt x="436176" y="191342"/>
                  </a:lnTo>
                  <a:lnTo>
                    <a:pt x="436176" y="193663"/>
                  </a:lnTo>
                  <a:lnTo>
                    <a:pt x="435166" y="196287"/>
                  </a:lnTo>
                  <a:cubicBezTo>
                    <a:pt x="435166" y="196287"/>
                    <a:pt x="434157" y="197734"/>
                    <a:pt x="433854" y="198440"/>
                  </a:cubicBezTo>
                  <a:cubicBezTo>
                    <a:pt x="433551" y="199180"/>
                    <a:pt x="432407" y="200761"/>
                    <a:pt x="432407" y="200761"/>
                  </a:cubicBezTo>
                  <a:cubicBezTo>
                    <a:pt x="432407" y="200761"/>
                    <a:pt x="431834" y="201333"/>
                    <a:pt x="431263" y="201199"/>
                  </a:cubicBezTo>
                  <a:cubicBezTo>
                    <a:pt x="430690" y="201064"/>
                    <a:pt x="427796" y="200189"/>
                    <a:pt x="427796" y="200189"/>
                  </a:cubicBezTo>
                  <a:lnTo>
                    <a:pt x="426416" y="198306"/>
                  </a:lnTo>
                  <a:lnTo>
                    <a:pt x="425777" y="195413"/>
                  </a:lnTo>
                  <a:lnTo>
                    <a:pt x="425777" y="190199"/>
                  </a:lnTo>
                  <a:lnTo>
                    <a:pt x="423118" y="186868"/>
                  </a:lnTo>
                  <a:lnTo>
                    <a:pt x="420594" y="181654"/>
                  </a:lnTo>
                  <a:lnTo>
                    <a:pt x="420594" y="178021"/>
                  </a:lnTo>
                  <a:lnTo>
                    <a:pt x="422613" y="173379"/>
                  </a:lnTo>
                  <a:lnTo>
                    <a:pt x="421738" y="170486"/>
                  </a:lnTo>
                  <a:lnTo>
                    <a:pt x="418406" y="167290"/>
                  </a:lnTo>
                  <a:lnTo>
                    <a:pt x="415647" y="163825"/>
                  </a:lnTo>
                  <a:lnTo>
                    <a:pt x="411743" y="160797"/>
                  </a:lnTo>
                  <a:lnTo>
                    <a:pt x="410161" y="159048"/>
                  </a:lnTo>
                  <a:lnTo>
                    <a:pt x="410161" y="155415"/>
                  </a:lnTo>
                  <a:lnTo>
                    <a:pt x="410161" y="153666"/>
                  </a:lnTo>
                  <a:lnTo>
                    <a:pt x="405517" y="149764"/>
                  </a:lnTo>
                  <a:lnTo>
                    <a:pt x="398113" y="144852"/>
                  </a:lnTo>
                  <a:lnTo>
                    <a:pt x="394915" y="141825"/>
                  </a:lnTo>
                  <a:lnTo>
                    <a:pt x="389396" y="136913"/>
                  </a:lnTo>
                  <a:lnTo>
                    <a:pt x="384920" y="132136"/>
                  </a:lnTo>
                  <a:lnTo>
                    <a:pt x="384348" y="126788"/>
                  </a:lnTo>
                  <a:cubicBezTo>
                    <a:pt x="384348" y="126788"/>
                    <a:pt x="383910" y="122886"/>
                    <a:pt x="384348" y="122448"/>
                  </a:cubicBezTo>
                  <a:cubicBezTo>
                    <a:pt x="384785" y="122011"/>
                    <a:pt x="384920" y="120867"/>
                    <a:pt x="385660" y="120127"/>
                  </a:cubicBezTo>
                  <a:cubicBezTo>
                    <a:pt x="386401" y="119387"/>
                    <a:pt x="388286" y="116797"/>
                    <a:pt x="388286" y="116797"/>
                  </a:cubicBezTo>
                  <a:lnTo>
                    <a:pt x="389430" y="115048"/>
                  </a:lnTo>
                  <a:lnTo>
                    <a:pt x="388992" y="112726"/>
                  </a:lnTo>
                  <a:lnTo>
                    <a:pt x="387680" y="109632"/>
                  </a:lnTo>
                  <a:lnTo>
                    <a:pt x="385391" y="107647"/>
                  </a:lnTo>
                  <a:lnTo>
                    <a:pt x="379603" y="107647"/>
                  </a:lnTo>
                  <a:lnTo>
                    <a:pt x="374386" y="107647"/>
                  </a:lnTo>
                  <a:lnTo>
                    <a:pt x="372636" y="107647"/>
                  </a:lnTo>
                  <a:lnTo>
                    <a:pt x="371761" y="106638"/>
                  </a:lnTo>
                  <a:cubicBezTo>
                    <a:pt x="371761" y="106638"/>
                    <a:pt x="372064" y="104317"/>
                    <a:pt x="371761" y="103879"/>
                  </a:cubicBezTo>
                  <a:cubicBezTo>
                    <a:pt x="371458" y="103442"/>
                    <a:pt x="371761" y="101424"/>
                    <a:pt x="371761" y="101424"/>
                  </a:cubicBezTo>
                  <a:cubicBezTo>
                    <a:pt x="371761" y="101424"/>
                    <a:pt x="371761" y="99977"/>
                    <a:pt x="372771" y="99540"/>
                  </a:cubicBezTo>
                  <a:cubicBezTo>
                    <a:pt x="373780" y="99102"/>
                    <a:pt x="374790" y="97656"/>
                    <a:pt x="374790" y="97656"/>
                  </a:cubicBezTo>
                  <a:lnTo>
                    <a:pt x="375968" y="94628"/>
                  </a:lnTo>
                  <a:lnTo>
                    <a:pt x="376237" y="92173"/>
                  </a:lnTo>
                  <a:lnTo>
                    <a:pt x="376809" y="88102"/>
                  </a:lnTo>
                  <a:lnTo>
                    <a:pt x="374925" y="84906"/>
                  </a:lnTo>
                  <a:lnTo>
                    <a:pt x="371627" y="83023"/>
                  </a:lnTo>
                  <a:lnTo>
                    <a:pt x="368564" y="82283"/>
                  </a:lnTo>
                  <a:lnTo>
                    <a:pt x="361901" y="77640"/>
                  </a:lnTo>
                  <a:lnTo>
                    <a:pt x="357256" y="73166"/>
                  </a:lnTo>
                  <a:lnTo>
                    <a:pt x="354934" y="70912"/>
                  </a:lnTo>
                  <a:lnTo>
                    <a:pt x="352477" y="69399"/>
                  </a:lnTo>
                  <a:lnTo>
                    <a:pt x="350020" y="69399"/>
                  </a:lnTo>
                  <a:lnTo>
                    <a:pt x="346689" y="68019"/>
                  </a:lnTo>
                  <a:lnTo>
                    <a:pt x="341338" y="67649"/>
                  </a:lnTo>
                  <a:lnTo>
                    <a:pt x="341338" y="67649"/>
                  </a:lnTo>
                  <a:lnTo>
                    <a:pt x="339890" y="64319"/>
                  </a:lnTo>
                  <a:lnTo>
                    <a:pt x="340765" y="62301"/>
                  </a:lnTo>
                  <a:lnTo>
                    <a:pt x="342515" y="60417"/>
                  </a:lnTo>
                  <a:cubicBezTo>
                    <a:pt x="342515" y="60417"/>
                    <a:pt x="343962" y="59105"/>
                    <a:pt x="344400" y="58836"/>
                  </a:cubicBezTo>
                  <a:cubicBezTo>
                    <a:pt x="344837" y="58533"/>
                    <a:pt x="346857" y="57389"/>
                    <a:pt x="346857" y="57389"/>
                  </a:cubicBezTo>
                  <a:lnTo>
                    <a:pt x="347429" y="54496"/>
                  </a:lnTo>
                  <a:lnTo>
                    <a:pt x="345410" y="52915"/>
                  </a:lnTo>
                  <a:lnTo>
                    <a:pt x="342953" y="52209"/>
                  </a:lnTo>
                  <a:lnTo>
                    <a:pt x="339924" y="50628"/>
                  </a:lnTo>
                  <a:lnTo>
                    <a:pt x="338914" y="48878"/>
                  </a:lnTo>
                  <a:lnTo>
                    <a:pt x="336323" y="46692"/>
                  </a:lnTo>
                  <a:lnTo>
                    <a:pt x="334304" y="45380"/>
                  </a:lnTo>
                  <a:cubicBezTo>
                    <a:pt x="334304" y="45380"/>
                    <a:pt x="331982" y="44001"/>
                    <a:pt x="331409" y="44001"/>
                  </a:cubicBezTo>
                  <a:cubicBezTo>
                    <a:pt x="330837" y="44001"/>
                    <a:pt x="328078" y="43361"/>
                    <a:pt x="328078" y="43361"/>
                  </a:cubicBezTo>
                  <a:lnTo>
                    <a:pt x="325756" y="43361"/>
                  </a:lnTo>
                  <a:lnTo>
                    <a:pt x="318217" y="42352"/>
                  </a:lnTo>
                  <a:lnTo>
                    <a:pt x="311856" y="41343"/>
                  </a:lnTo>
                  <a:lnTo>
                    <a:pt x="309534" y="37710"/>
                  </a:lnTo>
                  <a:lnTo>
                    <a:pt x="308524" y="31924"/>
                  </a:lnTo>
                  <a:lnTo>
                    <a:pt x="304620" y="27854"/>
                  </a:lnTo>
                  <a:lnTo>
                    <a:pt x="300144" y="25768"/>
                  </a:lnTo>
                  <a:lnTo>
                    <a:pt x="294625" y="24254"/>
                  </a:lnTo>
                  <a:lnTo>
                    <a:pt x="290990" y="24254"/>
                  </a:lnTo>
                  <a:cubicBezTo>
                    <a:pt x="290990" y="24254"/>
                    <a:pt x="288231" y="23750"/>
                    <a:pt x="287793" y="23615"/>
                  </a:cubicBezTo>
                  <a:cubicBezTo>
                    <a:pt x="287356" y="23480"/>
                    <a:pt x="280254" y="20789"/>
                    <a:pt x="280254" y="20789"/>
                  </a:cubicBezTo>
                  <a:lnTo>
                    <a:pt x="277057" y="20789"/>
                  </a:lnTo>
                  <a:lnTo>
                    <a:pt x="275038" y="19040"/>
                  </a:lnTo>
                  <a:lnTo>
                    <a:pt x="272144" y="18031"/>
                  </a:lnTo>
                  <a:lnTo>
                    <a:pt x="267937" y="16450"/>
                  </a:lnTo>
                  <a:lnTo>
                    <a:pt x="265177" y="18199"/>
                  </a:lnTo>
                  <a:lnTo>
                    <a:pt x="261105" y="19343"/>
                  </a:lnTo>
                  <a:lnTo>
                    <a:pt x="257201" y="22673"/>
                  </a:lnTo>
                  <a:lnTo>
                    <a:pt x="254610" y="24422"/>
                  </a:lnTo>
                  <a:lnTo>
                    <a:pt x="251715" y="25734"/>
                  </a:lnTo>
                  <a:lnTo>
                    <a:pt x="249258" y="26744"/>
                  </a:lnTo>
                  <a:lnTo>
                    <a:pt x="243907" y="27484"/>
                  </a:lnTo>
                  <a:lnTo>
                    <a:pt x="241720" y="26744"/>
                  </a:lnTo>
                  <a:lnTo>
                    <a:pt x="236806" y="24422"/>
                  </a:lnTo>
                  <a:lnTo>
                    <a:pt x="233475" y="23110"/>
                  </a:lnTo>
                  <a:lnTo>
                    <a:pt x="230883" y="22976"/>
                  </a:lnTo>
                  <a:lnTo>
                    <a:pt x="225364" y="22673"/>
                  </a:lnTo>
                  <a:cubicBezTo>
                    <a:pt x="225364" y="22673"/>
                    <a:pt x="222907" y="23682"/>
                    <a:pt x="221897" y="24120"/>
                  </a:cubicBezTo>
                  <a:cubicBezTo>
                    <a:pt x="220888" y="24557"/>
                    <a:pt x="217690" y="23985"/>
                    <a:pt x="217690" y="23985"/>
                  </a:cubicBezTo>
                  <a:lnTo>
                    <a:pt x="215066" y="19780"/>
                  </a:lnTo>
                  <a:lnTo>
                    <a:pt x="213315" y="14431"/>
                  </a:lnTo>
                  <a:cubicBezTo>
                    <a:pt x="213315" y="14431"/>
                    <a:pt x="210859" y="13187"/>
                    <a:pt x="210556" y="12615"/>
                  </a:cubicBezTo>
                  <a:cubicBezTo>
                    <a:pt x="210253" y="12043"/>
                    <a:pt x="207224" y="10361"/>
                    <a:pt x="207224" y="10361"/>
                  </a:cubicBezTo>
                  <a:lnTo>
                    <a:pt x="202310" y="10361"/>
                  </a:lnTo>
                  <a:lnTo>
                    <a:pt x="197834" y="9789"/>
                  </a:lnTo>
                  <a:lnTo>
                    <a:pt x="187267" y="8645"/>
                  </a:lnTo>
                  <a:lnTo>
                    <a:pt x="184944" y="8645"/>
                  </a:lnTo>
                  <a:lnTo>
                    <a:pt x="177272" y="7064"/>
                  </a:lnTo>
                  <a:lnTo>
                    <a:pt x="174814" y="4037"/>
                  </a:lnTo>
                  <a:lnTo>
                    <a:pt x="172930" y="1716"/>
                  </a:lnTo>
                  <a:lnTo>
                    <a:pt x="170036" y="572"/>
                  </a:lnTo>
                  <a:cubicBezTo>
                    <a:pt x="170036" y="572"/>
                    <a:pt x="166132" y="0"/>
                    <a:pt x="164684" y="0"/>
                  </a:cubicBezTo>
                  <a:cubicBezTo>
                    <a:pt x="163237" y="0"/>
                    <a:pt x="158896" y="0"/>
                    <a:pt x="158896" y="0"/>
                  </a:cubicBezTo>
                  <a:lnTo>
                    <a:pt x="145434" y="0"/>
                  </a:lnTo>
                  <a:lnTo>
                    <a:pt x="141530" y="0"/>
                  </a:lnTo>
                  <a:lnTo>
                    <a:pt x="136314" y="0"/>
                  </a:lnTo>
                  <a:lnTo>
                    <a:pt x="129347" y="0"/>
                  </a:lnTo>
                  <a:lnTo>
                    <a:pt x="118174" y="1009"/>
                  </a:lnTo>
                  <a:lnTo>
                    <a:pt x="115280" y="3633"/>
                  </a:lnTo>
                  <a:lnTo>
                    <a:pt x="110501" y="7535"/>
                  </a:lnTo>
                  <a:lnTo>
                    <a:pt x="103265" y="10294"/>
                  </a:lnTo>
                  <a:cubicBezTo>
                    <a:pt x="103265" y="10294"/>
                    <a:pt x="99058" y="12749"/>
                    <a:pt x="98620" y="12884"/>
                  </a:cubicBezTo>
                  <a:cubicBezTo>
                    <a:pt x="98183" y="13019"/>
                    <a:pt x="89770" y="12009"/>
                    <a:pt x="89770" y="12009"/>
                  </a:cubicBezTo>
                  <a:lnTo>
                    <a:pt x="82534" y="9823"/>
                  </a:lnTo>
                  <a:lnTo>
                    <a:pt x="76880" y="9957"/>
                  </a:lnTo>
                  <a:lnTo>
                    <a:pt x="71798" y="10832"/>
                  </a:lnTo>
                  <a:lnTo>
                    <a:pt x="70485" y="12850"/>
                  </a:lnTo>
                  <a:lnTo>
                    <a:pt x="69476" y="13994"/>
                  </a:lnTo>
                  <a:lnTo>
                    <a:pt x="66447" y="15003"/>
                  </a:lnTo>
                  <a:lnTo>
                    <a:pt x="62408" y="16753"/>
                  </a:lnTo>
                  <a:lnTo>
                    <a:pt x="55004" y="16887"/>
                  </a:lnTo>
                  <a:lnTo>
                    <a:pt x="51235" y="17459"/>
                  </a:lnTo>
                  <a:lnTo>
                    <a:pt x="50225" y="18905"/>
                  </a:lnTo>
                  <a:cubicBezTo>
                    <a:pt x="50225" y="18905"/>
                    <a:pt x="46893" y="20487"/>
                    <a:pt x="46456" y="20789"/>
                  </a:cubicBezTo>
                  <a:cubicBezTo>
                    <a:pt x="46019" y="21092"/>
                    <a:pt x="44706" y="22539"/>
                    <a:pt x="44706" y="22539"/>
                  </a:cubicBezTo>
                  <a:lnTo>
                    <a:pt x="41677" y="23548"/>
                  </a:lnTo>
                  <a:lnTo>
                    <a:pt x="36764" y="23413"/>
                  </a:lnTo>
                  <a:cubicBezTo>
                    <a:pt x="36764" y="23413"/>
                    <a:pt x="35014" y="21967"/>
                    <a:pt x="34441" y="21967"/>
                  </a:cubicBezTo>
                  <a:cubicBezTo>
                    <a:pt x="33869" y="21967"/>
                    <a:pt x="29797" y="19948"/>
                    <a:pt x="29797" y="19948"/>
                  </a:cubicBezTo>
                  <a:cubicBezTo>
                    <a:pt x="29797" y="19948"/>
                    <a:pt x="29359" y="19376"/>
                    <a:pt x="27643" y="20957"/>
                  </a:cubicBezTo>
                  <a:cubicBezTo>
                    <a:pt x="25893" y="22539"/>
                    <a:pt x="22258" y="26744"/>
                    <a:pt x="22258" y="26744"/>
                  </a:cubicBezTo>
                  <a:cubicBezTo>
                    <a:pt x="22258" y="26744"/>
                    <a:pt x="20946" y="27181"/>
                    <a:pt x="20677" y="28055"/>
                  </a:cubicBezTo>
                  <a:cubicBezTo>
                    <a:pt x="20373" y="28930"/>
                    <a:pt x="18220" y="30242"/>
                    <a:pt x="17782" y="30511"/>
                  </a:cubicBezTo>
                  <a:cubicBezTo>
                    <a:pt x="17345" y="30814"/>
                    <a:pt x="14585" y="32832"/>
                    <a:pt x="14585" y="32832"/>
                  </a:cubicBezTo>
                  <a:lnTo>
                    <a:pt x="13710" y="34716"/>
                  </a:lnTo>
                  <a:lnTo>
                    <a:pt x="13710" y="39056"/>
                  </a:lnTo>
                  <a:lnTo>
                    <a:pt x="17412" y="43092"/>
                  </a:lnTo>
                  <a:lnTo>
                    <a:pt x="23167" y="47768"/>
                  </a:lnTo>
                  <a:lnTo>
                    <a:pt x="26869" y="52781"/>
                  </a:lnTo>
                  <a:lnTo>
                    <a:pt x="31446" y="56582"/>
                  </a:lnTo>
                  <a:lnTo>
                    <a:pt x="35249" y="60383"/>
                  </a:lnTo>
                  <a:lnTo>
                    <a:pt x="36124" y="62334"/>
                  </a:lnTo>
                  <a:lnTo>
                    <a:pt x="37975" y="64824"/>
                  </a:lnTo>
                  <a:lnTo>
                    <a:pt x="37672" y="67010"/>
                  </a:lnTo>
                  <a:lnTo>
                    <a:pt x="34408" y="69399"/>
                  </a:lnTo>
                  <a:lnTo>
                    <a:pt x="30403" y="71148"/>
                  </a:lnTo>
                  <a:cubicBezTo>
                    <a:pt x="30403" y="71148"/>
                    <a:pt x="29090" y="71585"/>
                    <a:pt x="28653" y="72022"/>
                  </a:cubicBezTo>
                  <a:cubicBezTo>
                    <a:pt x="28215" y="72460"/>
                    <a:pt x="26802" y="73637"/>
                    <a:pt x="26802" y="73637"/>
                  </a:cubicBezTo>
                  <a:lnTo>
                    <a:pt x="27576" y="78515"/>
                  </a:lnTo>
                  <a:lnTo>
                    <a:pt x="28451" y="79591"/>
                  </a:lnTo>
                  <a:lnTo>
                    <a:pt x="28114" y="82854"/>
                  </a:lnTo>
                  <a:lnTo>
                    <a:pt x="26903" y="85882"/>
                  </a:lnTo>
                  <a:cubicBezTo>
                    <a:pt x="26903" y="85882"/>
                    <a:pt x="25927" y="87833"/>
                    <a:pt x="25691" y="88169"/>
                  </a:cubicBezTo>
                  <a:cubicBezTo>
                    <a:pt x="25489" y="88506"/>
                    <a:pt x="24715" y="90356"/>
                    <a:pt x="24278" y="90793"/>
                  </a:cubicBezTo>
                  <a:cubicBezTo>
                    <a:pt x="23840" y="91231"/>
                    <a:pt x="21013" y="93384"/>
                    <a:pt x="21013" y="93384"/>
                  </a:cubicBezTo>
                  <a:lnTo>
                    <a:pt x="19936" y="96008"/>
                  </a:lnTo>
                  <a:lnTo>
                    <a:pt x="18422" y="98060"/>
                  </a:lnTo>
                  <a:lnTo>
                    <a:pt x="14383" y="101087"/>
                  </a:lnTo>
                  <a:lnTo>
                    <a:pt x="9941" y="102735"/>
                  </a:lnTo>
                  <a:lnTo>
                    <a:pt x="8426" y="105326"/>
                  </a:lnTo>
                  <a:lnTo>
                    <a:pt x="10614" y="106402"/>
                  </a:lnTo>
                  <a:lnTo>
                    <a:pt x="11253" y="108151"/>
                  </a:lnTo>
                  <a:lnTo>
                    <a:pt x="10614" y="109228"/>
                  </a:lnTo>
                  <a:cubicBezTo>
                    <a:pt x="10614" y="109228"/>
                    <a:pt x="7147" y="112827"/>
                    <a:pt x="7013" y="113466"/>
                  </a:cubicBezTo>
                  <a:cubicBezTo>
                    <a:pt x="6912" y="114106"/>
                    <a:pt x="5061" y="114678"/>
                    <a:pt x="4623" y="114980"/>
                  </a:cubicBezTo>
                  <a:cubicBezTo>
                    <a:pt x="4186" y="115317"/>
                    <a:pt x="1258" y="116494"/>
                    <a:pt x="1258" y="116494"/>
                  </a:cubicBezTo>
                  <a:cubicBezTo>
                    <a:pt x="1258" y="116494"/>
                    <a:pt x="1493" y="117571"/>
                    <a:pt x="1258" y="117907"/>
                  </a:cubicBezTo>
                  <a:cubicBezTo>
                    <a:pt x="1056" y="118243"/>
                    <a:pt x="80" y="123659"/>
                    <a:pt x="80" y="123659"/>
                  </a:cubicBezTo>
                  <a:cubicBezTo>
                    <a:pt x="80" y="123659"/>
                    <a:pt x="-459" y="124433"/>
                    <a:pt x="1258" y="124433"/>
                  </a:cubicBezTo>
                  <a:cubicBezTo>
                    <a:pt x="3008" y="124433"/>
                    <a:pt x="6037" y="122583"/>
                    <a:pt x="6710" y="122381"/>
                  </a:cubicBezTo>
                  <a:cubicBezTo>
                    <a:pt x="7349" y="122179"/>
                    <a:pt x="7686" y="121944"/>
                    <a:pt x="8999" y="121944"/>
                  </a:cubicBezTo>
                  <a:cubicBezTo>
                    <a:pt x="10311" y="121944"/>
                    <a:pt x="11724" y="121607"/>
                    <a:pt x="12162" y="121742"/>
                  </a:cubicBezTo>
                  <a:cubicBezTo>
                    <a:pt x="12599" y="121843"/>
                    <a:pt x="15090" y="124568"/>
                    <a:pt x="15090" y="124568"/>
                  </a:cubicBezTo>
                  <a:lnTo>
                    <a:pt x="16604" y="126956"/>
                  </a:lnTo>
                  <a:lnTo>
                    <a:pt x="18455" y="127730"/>
                  </a:lnTo>
                  <a:lnTo>
                    <a:pt x="22797" y="130993"/>
                  </a:lnTo>
                  <a:lnTo>
                    <a:pt x="28552" y="130454"/>
                  </a:lnTo>
                  <a:lnTo>
                    <a:pt x="30302" y="129143"/>
                  </a:lnTo>
                  <a:cubicBezTo>
                    <a:pt x="30302" y="129143"/>
                    <a:pt x="33365" y="128268"/>
                    <a:pt x="33667" y="128268"/>
                  </a:cubicBezTo>
                  <a:cubicBezTo>
                    <a:pt x="34004" y="128268"/>
                    <a:pt x="37033" y="127831"/>
                    <a:pt x="38009" y="128032"/>
                  </a:cubicBezTo>
                  <a:cubicBezTo>
                    <a:pt x="38985" y="128268"/>
                    <a:pt x="40937" y="129681"/>
                    <a:pt x="40937" y="129681"/>
                  </a:cubicBezTo>
                  <a:lnTo>
                    <a:pt x="41374" y="133045"/>
                  </a:lnTo>
                  <a:lnTo>
                    <a:pt x="41475" y="135770"/>
                  </a:lnTo>
                  <a:lnTo>
                    <a:pt x="42249" y="137822"/>
                  </a:lnTo>
                  <a:lnTo>
                    <a:pt x="44302" y="140647"/>
                  </a:lnTo>
                  <a:lnTo>
                    <a:pt x="46153" y="141858"/>
                  </a:lnTo>
                  <a:lnTo>
                    <a:pt x="48004" y="143709"/>
                  </a:lnTo>
                  <a:cubicBezTo>
                    <a:pt x="48004" y="143709"/>
                    <a:pt x="50292" y="144785"/>
                    <a:pt x="50629" y="144785"/>
                  </a:cubicBezTo>
                  <a:cubicBezTo>
                    <a:pt x="50966" y="144785"/>
                    <a:pt x="53120" y="144449"/>
                    <a:pt x="53120" y="144449"/>
                  </a:cubicBezTo>
                  <a:lnTo>
                    <a:pt x="56283" y="144112"/>
                  </a:lnTo>
                  <a:cubicBezTo>
                    <a:pt x="56283" y="144112"/>
                    <a:pt x="57158" y="144011"/>
                    <a:pt x="57697" y="143473"/>
                  </a:cubicBezTo>
                  <a:cubicBezTo>
                    <a:pt x="58235" y="142935"/>
                    <a:pt x="60423" y="141825"/>
                    <a:pt x="60423" y="141522"/>
                  </a:cubicBezTo>
                  <a:cubicBezTo>
                    <a:pt x="60423" y="141186"/>
                    <a:pt x="61298" y="139907"/>
                    <a:pt x="61298" y="139907"/>
                  </a:cubicBezTo>
                  <a:lnTo>
                    <a:pt x="58908" y="135568"/>
                  </a:lnTo>
                  <a:cubicBezTo>
                    <a:pt x="58908" y="135568"/>
                    <a:pt x="60557" y="134592"/>
                    <a:pt x="60995" y="134592"/>
                  </a:cubicBezTo>
                  <a:cubicBezTo>
                    <a:pt x="61432" y="134592"/>
                    <a:pt x="62610" y="134155"/>
                    <a:pt x="63048" y="134155"/>
                  </a:cubicBezTo>
                  <a:cubicBezTo>
                    <a:pt x="63485" y="134155"/>
                    <a:pt x="64461" y="132977"/>
                    <a:pt x="64461" y="132977"/>
                  </a:cubicBezTo>
                  <a:cubicBezTo>
                    <a:pt x="64461" y="132977"/>
                    <a:pt x="65202" y="131026"/>
                    <a:pt x="65538" y="130253"/>
                  </a:cubicBezTo>
                  <a:cubicBezTo>
                    <a:pt x="65875" y="129479"/>
                    <a:pt x="66514" y="126653"/>
                    <a:pt x="66514" y="126653"/>
                  </a:cubicBezTo>
                  <a:lnTo>
                    <a:pt x="67153" y="125139"/>
                  </a:lnTo>
                  <a:cubicBezTo>
                    <a:pt x="67153" y="125139"/>
                    <a:pt x="68365" y="122852"/>
                    <a:pt x="68567" y="122415"/>
                  </a:cubicBezTo>
                  <a:cubicBezTo>
                    <a:pt x="68802" y="121977"/>
                    <a:pt x="69206" y="119824"/>
                    <a:pt x="69543" y="119589"/>
                  </a:cubicBezTo>
                  <a:cubicBezTo>
                    <a:pt x="69880" y="119353"/>
                    <a:pt x="70855" y="116326"/>
                    <a:pt x="70855" y="116326"/>
                  </a:cubicBezTo>
                  <a:lnTo>
                    <a:pt x="72909" y="115989"/>
                  </a:lnTo>
                  <a:cubicBezTo>
                    <a:pt x="72909" y="115989"/>
                    <a:pt x="73144" y="115889"/>
                    <a:pt x="73985" y="116528"/>
                  </a:cubicBezTo>
                  <a:cubicBezTo>
                    <a:pt x="74860" y="117167"/>
                    <a:pt x="76038" y="118378"/>
                    <a:pt x="76375" y="118714"/>
                  </a:cubicBezTo>
                  <a:cubicBezTo>
                    <a:pt x="76712" y="119051"/>
                    <a:pt x="77889" y="120363"/>
                    <a:pt x="79101" y="120665"/>
                  </a:cubicBezTo>
                  <a:cubicBezTo>
                    <a:pt x="80312" y="121002"/>
                    <a:pt x="81490" y="121305"/>
                    <a:pt x="81827" y="121439"/>
                  </a:cubicBezTo>
                  <a:cubicBezTo>
                    <a:pt x="82164" y="121540"/>
                    <a:pt x="83039" y="121977"/>
                    <a:pt x="83476" y="122650"/>
                  </a:cubicBezTo>
                  <a:cubicBezTo>
                    <a:pt x="83913" y="123289"/>
                    <a:pt x="84115" y="123962"/>
                    <a:pt x="84553" y="124938"/>
                  </a:cubicBezTo>
                  <a:cubicBezTo>
                    <a:pt x="84991" y="125913"/>
                    <a:pt x="84889" y="126149"/>
                    <a:pt x="85630" y="127124"/>
                  </a:cubicBezTo>
                  <a:cubicBezTo>
                    <a:pt x="86404" y="128100"/>
                    <a:pt x="87380" y="129075"/>
                    <a:pt x="87683" y="129614"/>
                  </a:cubicBezTo>
                  <a:cubicBezTo>
                    <a:pt x="88020" y="130152"/>
                    <a:pt x="88221" y="129950"/>
                    <a:pt x="88659" y="130825"/>
                  </a:cubicBezTo>
                  <a:cubicBezTo>
                    <a:pt x="89096" y="131699"/>
                    <a:pt x="89870" y="133112"/>
                    <a:pt x="89870" y="133112"/>
                  </a:cubicBezTo>
                  <a:cubicBezTo>
                    <a:pt x="89870" y="133112"/>
                    <a:pt x="90644" y="133314"/>
                    <a:pt x="90846" y="134424"/>
                  </a:cubicBezTo>
                  <a:cubicBezTo>
                    <a:pt x="91048" y="135500"/>
                    <a:pt x="91587" y="135837"/>
                    <a:pt x="91587" y="136476"/>
                  </a:cubicBezTo>
                  <a:cubicBezTo>
                    <a:pt x="91587" y="137115"/>
                    <a:pt x="91250" y="137687"/>
                    <a:pt x="91688" y="138326"/>
                  </a:cubicBezTo>
                  <a:cubicBezTo>
                    <a:pt x="92125" y="138965"/>
                    <a:pt x="93202" y="140075"/>
                    <a:pt x="93640" y="140277"/>
                  </a:cubicBezTo>
                  <a:cubicBezTo>
                    <a:pt x="94077" y="140479"/>
                    <a:pt x="95390" y="139739"/>
                    <a:pt x="96029" y="140176"/>
                  </a:cubicBezTo>
                  <a:cubicBezTo>
                    <a:pt x="96669" y="140614"/>
                    <a:pt x="97342" y="140816"/>
                    <a:pt x="98957" y="140715"/>
                  </a:cubicBezTo>
                  <a:cubicBezTo>
                    <a:pt x="100573" y="140614"/>
                    <a:pt x="102760" y="138965"/>
                    <a:pt x="103198" y="138663"/>
                  </a:cubicBezTo>
                  <a:cubicBezTo>
                    <a:pt x="103635" y="138326"/>
                    <a:pt x="104611" y="136274"/>
                    <a:pt x="104947" y="136375"/>
                  </a:cubicBezTo>
                  <a:cubicBezTo>
                    <a:pt x="105284" y="136476"/>
                    <a:pt x="105722" y="136476"/>
                    <a:pt x="107236" y="136711"/>
                  </a:cubicBezTo>
                  <a:cubicBezTo>
                    <a:pt x="108750" y="136913"/>
                    <a:pt x="109727" y="136375"/>
                    <a:pt x="111578" y="136913"/>
                  </a:cubicBezTo>
                  <a:cubicBezTo>
                    <a:pt x="113428" y="137452"/>
                    <a:pt x="116457" y="137788"/>
                    <a:pt x="116996" y="138427"/>
                  </a:cubicBezTo>
                  <a:cubicBezTo>
                    <a:pt x="117535" y="139066"/>
                    <a:pt x="119049" y="139403"/>
                    <a:pt x="119486" y="139941"/>
                  </a:cubicBezTo>
                  <a:cubicBezTo>
                    <a:pt x="119924" y="140479"/>
                    <a:pt x="120260" y="140715"/>
                    <a:pt x="120260" y="141152"/>
                  </a:cubicBezTo>
                  <a:cubicBezTo>
                    <a:pt x="120260" y="141589"/>
                    <a:pt x="120260" y="142027"/>
                    <a:pt x="119924" y="142228"/>
                  </a:cubicBezTo>
                  <a:cubicBezTo>
                    <a:pt x="119588" y="142430"/>
                    <a:pt x="116660" y="143843"/>
                    <a:pt x="116660" y="143843"/>
                  </a:cubicBezTo>
                  <a:lnTo>
                    <a:pt x="114909" y="145693"/>
                  </a:lnTo>
                  <a:lnTo>
                    <a:pt x="111443" y="147543"/>
                  </a:lnTo>
                  <a:lnTo>
                    <a:pt x="110366" y="150806"/>
                  </a:lnTo>
                  <a:lnTo>
                    <a:pt x="110568" y="154507"/>
                  </a:lnTo>
                  <a:lnTo>
                    <a:pt x="111645" y="155045"/>
                  </a:lnTo>
                  <a:lnTo>
                    <a:pt x="114573" y="159284"/>
                  </a:lnTo>
                  <a:cubicBezTo>
                    <a:pt x="114573" y="159284"/>
                    <a:pt x="115785" y="161134"/>
                    <a:pt x="115986" y="161773"/>
                  </a:cubicBezTo>
                  <a:cubicBezTo>
                    <a:pt x="116222" y="162412"/>
                    <a:pt x="116760" y="164397"/>
                    <a:pt x="116962" y="165036"/>
                  </a:cubicBezTo>
                  <a:cubicBezTo>
                    <a:pt x="117198" y="165675"/>
                    <a:pt x="117299" y="167424"/>
                    <a:pt x="117501" y="168299"/>
                  </a:cubicBezTo>
                  <a:cubicBezTo>
                    <a:pt x="117703" y="169174"/>
                    <a:pt x="117837" y="171764"/>
                    <a:pt x="117837" y="171764"/>
                  </a:cubicBezTo>
                  <a:lnTo>
                    <a:pt x="119688" y="174590"/>
                  </a:lnTo>
                  <a:lnTo>
                    <a:pt x="122515" y="177954"/>
                  </a:lnTo>
                  <a:lnTo>
                    <a:pt x="123929" y="180981"/>
                  </a:lnTo>
                  <a:lnTo>
                    <a:pt x="123592" y="183269"/>
                  </a:lnTo>
                  <a:lnTo>
                    <a:pt x="123929" y="187709"/>
                  </a:lnTo>
                  <a:lnTo>
                    <a:pt x="126318" y="190871"/>
                  </a:lnTo>
                  <a:cubicBezTo>
                    <a:pt x="126318" y="190871"/>
                    <a:pt x="129482" y="193798"/>
                    <a:pt x="129818" y="193798"/>
                  </a:cubicBezTo>
                  <a:cubicBezTo>
                    <a:pt x="130155" y="193798"/>
                    <a:pt x="132309" y="195749"/>
                    <a:pt x="132309" y="195749"/>
                  </a:cubicBezTo>
                  <a:lnTo>
                    <a:pt x="132208" y="198339"/>
                  </a:lnTo>
                  <a:cubicBezTo>
                    <a:pt x="132208" y="198339"/>
                    <a:pt x="136112" y="203553"/>
                    <a:pt x="136549" y="203789"/>
                  </a:cubicBezTo>
                  <a:cubicBezTo>
                    <a:pt x="136987" y="203991"/>
                    <a:pt x="139578" y="206278"/>
                    <a:pt x="139578" y="206278"/>
                  </a:cubicBezTo>
                  <a:lnTo>
                    <a:pt x="140083" y="216168"/>
                  </a:lnTo>
                  <a:cubicBezTo>
                    <a:pt x="140083" y="216168"/>
                    <a:pt x="138939" y="220844"/>
                    <a:pt x="138939" y="221181"/>
                  </a:cubicBezTo>
                  <a:cubicBezTo>
                    <a:pt x="138939" y="221517"/>
                    <a:pt x="138939" y="226832"/>
                    <a:pt x="138939" y="226832"/>
                  </a:cubicBezTo>
                  <a:cubicBezTo>
                    <a:pt x="138939" y="226832"/>
                    <a:pt x="138737" y="228245"/>
                    <a:pt x="139376" y="228447"/>
                  </a:cubicBezTo>
                  <a:cubicBezTo>
                    <a:pt x="140049" y="228649"/>
                    <a:pt x="144795" y="229658"/>
                    <a:pt x="145232" y="229658"/>
                  </a:cubicBezTo>
                  <a:cubicBezTo>
                    <a:pt x="145670" y="229658"/>
                    <a:pt x="145569" y="229456"/>
                    <a:pt x="146444" y="229658"/>
                  </a:cubicBezTo>
                  <a:cubicBezTo>
                    <a:pt x="147319" y="229860"/>
                    <a:pt x="149170" y="233022"/>
                    <a:pt x="149170" y="233022"/>
                  </a:cubicBezTo>
                  <a:cubicBezTo>
                    <a:pt x="149170" y="233022"/>
                    <a:pt x="148295" y="234435"/>
                    <a:pt x="149170" y="234872"/>
                  </a:cubicBezTo>
                  <a:cubicBezTo>
                    <a:pt x="150045" y="235309"/>
                    <a:pt x="154723" y="234435"/>
                    <a:pt x="154723" y="234435"/>
                  </a:cubicBezTo>
                  <a:cubicBezTo>
                    <a:pt x="154723" y="234435"/>
                    <a:pt x="153747" y="239447"/>
                    <a:pt x="154723" y="239312"/>
                  </a:cubicBezTo>
                  <a:cubicBezTo>
                    <a:pt x="155699" y="239211"/>
                    <a:pt x="160814" y="236588"/>
                    <a:pt x="160814" y="236588"/>
                  </a:cubicBezTo>
                  <a:lnTo>
                    <a:pt x="164617" y="236218"/>
                  </a:lnTo>
                  <a:lnTo>
                    <a:pt x="168959" y="240120"/>
                  </a:lnTo>
                  <a:lnTo>
                    <a:pt x="171146" y="243585"/>
                  </a:lnTo>
                  <a:cubicBezTo>
                    <a:pt x="171146" y="243585"/>
                    <a:pt x="177507" y="238370"/>
                    <a:pt x="177675" y="237933"/>
                  </a:cubicBezTo>
                  <a:cubicBezTo>
                    <a:pt x="177810" y="237496"/>
                    <a:pt x="178988" y="235175"/>
                    <a:pt x="178988" y="235175"/>
                  </a:cubicBezTo>
                  <a:lnTo>
                    <a:pt x="184473" y="231710"/>
                  </a:lnTo>
                  <a:lnTo>
                    <a:pt x="187671" y="227942"/>
                  </a:lnTo>
                  <a:lnTo>
                    <a:pt x="188983" y="224612"/>
                  </a:lnTo>
                  <a:lnTo>
                    <a:pt x="193493" y="222728"/>
                  </a:lnTo>
                  <a:cubicBezTo>
                    <a:pt x="193493" y="222728"/>
                    <a:pt x="193190" y="219835"/>
                    <a:pt x="192753" y="219532"/>
                  </a:cubicBezTo>
                  <a:cubicBezTo>
                    <a:pt x="192315" y="219229"/>
                    <a:pt x="192315" y="215058"/>
                    <a:pt x="192315" y="215058"/>
                  </a:cubicBezTo>
                  <a:cubicBezTo>
                    <a:pt x="192315" y="215058"/>
                    <a:pt x="193897" y="214049"/>
                    <a:pt x="194637" y="214318"/>
                  </a:cubicBezTo>
                  <a:cubicBezTo>
                    <a:pt x="195344" y="214621"/>
                    <a:pt x="197969" y="218220"/>
                    <a:pt x="197969" y="218220"/>
                  </a:cubicBezTo>
                  <a:lnTo>
                    <a:pt x="202176" y="221551"/>
                  </a:lnTo>
                  <a:lnTo>
                    <a:pt x="206382" y="224006"/>
                  </a:lnTo>
                  <a:lnTo>
                    <a:pt x="209849" y="224578"/>
                  </a:lnTo>
                  <a:lnTo>
                    <a:pt x="216512" y="225318"/>
                  </a:lnTo>
                  <a:cubicBezTo>
                    <a:pt x="216512" y="225318"/>
                    <a:pt x="218263" y="226193"/>
                    <a:pt x="218969" y="226193"/>
                  </a:cubicBezTo>
                  <a:cubicBezTo>
                    <a:pt x="219710" y="226193"/>
                    <a:pt x="222738" y="225621"/>
                    <a:pt x="223042" y="226193"/>
                  </a:cubicBezTo>
                  <a:cubicBezTo>
                    <a:pt x="223344" y="226765"/>
                    <a:pt x="223042" y="228817"/>
                    <a:pt x="224186" y="229086"/>
                  </a:cubicBezTo>
                  <a:cubicBezTo>
                    <a:pt x="225330" y="229389"/>
                    <a:pt x="227820" y="229792"/>
                    <a:pt x="228393" y="228951"/>
                  </a:cubicBezTo>
                  <a:cubicBezTo>
                    <a:pt x="228965" y="228077"/>
                    <a:pt x="230278" y="227505"/>
                    <a:pt x="230278" y="226361"/>
                  </a:cubicBezTo>
                  <a:cubicBezTo>
                    <a:pt x="230278" y="225184"/>
                    <a:pt x="230580" y="223603"/>
                    <a:pt x="230849" y="223165"/>
                  </a:cubicBezTo>
                  <a:cubicBezTo>
                    <a:pt x="231119" y="222728"/>
                    <a:pt x="231724" y="221147"/>
                    <a:pt x="231724" y="221147"/>
                  </a:cubicBezTo>
                  <a:cubicBezTo>
                    <a:pt x="231724" y="221147"/>
                    <a:pt x="234753" y="220003"/>
                    <a:pt x="235359" y="220003"/>
                  </a:cubicBezTo>
                  <a:cubicBezTo>
                    <a:pt x="235931" y="220003"/>
                    <a:pt x="242157" y="220743"/>
                    <a:pt x="242157" y="220743"/>
                  </a:cubicBezTo>
                  <a:lnTo>
                    <a:pt x="241888" y="222627"/>
                  </a:lnTo>
                  <a:lnTo>
                    <a:pt x="241585" y="224645"/>
                  </a:lnTo>
                  <a:lnTo>
                    <a:pt x="245657" y="225217"/>
                  </a:lnTo>
                  <a:cubicBezTo>
                    <a:pt x="245657" y="225217"/>
                    <a:pt x="246802" y="225083"/>
                    <a:pt x="247542" y="224780"/>
                  </a:cubicBezTo>
                  <a:cubicBezTo>
                    <a:pt x="248249" y="224477"/>
                    <a:pt x="250437" y="222190"/>
                    <a:pt x="250437" y="222190"/>
                  </a:cubicBezTo>
                  <a:lnTo>
                    <a:pt x="252456" y="224208"/>
                  </a:lnTo>
                  <a:lnTo>
                    <a:pt x="255485" y="217985"/>
                  </a:lnTo>
                  <a:lnTo>
                    <a:pt x="255485" y="216370"/>
                  </a:lnTo>
                  <a:lnTo>
                    <a:pt x="256629" y="211459"/>
                  </a:lnTo>
                  <a:cubicBezTo>
                    <a:pt x="256629" y="211459"/>
                    <a:pt x="258513" y="211156"/>
                    <a:pt x="259658" y="211156"/>
                  </a:cubicBezTo>
                  <a:cubicBezTo>
                    <a:pt x="260836" y="211156"/>
                    <a:pt x="263865" y="212602"/>
                    <a:pt x="263865" y="212602"/>
                  </a:cubicBezTo>
                  <a:cubicBezTo>
                    <a:pt x="263865" y="212602"/>
                    <a:pt x="266321" y="214184"/>
                    <a:pt x="266624" y="214621"/>
                  </a:cubicBezTo>
                  <a:cubicBezTo>
                    <a:pt x="266927" y="215058"/>
                    <a:pt x="268509" y="216370"/>
                    <a:pt x="269384" y="216942"/>
                  </a:cubicBezTo>
                  <a:cubicBezTo>
                    <a:pt x="270259" y="217514"/>
                    <a:pt x="271841" y="218691"/>
                    <a:pt x="272413" y="218254"/>
                  </a:cubicBezTo>
                  <a:cubicBezTo>
                    <a:pt x="272985" y="217817"/>
                    <a:pt x="274163" y="218254"/>
                    <a:pt x="274163" y="215495"/>
                  </a:cubicBezTo>
                  <a:cubicBezTo>
                    <a:pt x="274163" y="214789"/>
                    <a:pt x="274196" y="214116"/>
                    <a:pt x="274196" y="213578"/>
                  </a:cubicBezTo>
                  <a:cubicBezTo>
                    <a:pt x="274264" y="212031"/>
                    <a:pt x="274432" y="211156"/>
                    <a:pt x="274432" y="211156"/>
                  </a:cubicBezTo>
                  <a:lnTo>
                    <a:pt x="276889" y="208263"/>
                  </a:lnTo>
                  <a:lnTo>
                    <a:pt x="284999" y="204798"/>
                  </a:lnTo>
                  <a:lnTo>
                    <a:pt x="287759" y="199719"/>
                  </a:lnTo>
                  <a:lnTo>
                    <a:pt x="284697" y="194504"/>
                  </a:lnTo>
                  <a:cubicBezTo>
                    <a:pt x="284697" y="194504"/>
                    <a:pt x="285841" y="192621"/>
                    <a:pt x="286312" y="192486"/>
                  </a:cubicBezTo>
                  <a:cubicBezTo>
                    <a:pt x="286750" y="192351"/>
                    <a:pt x="289947" y="191477"/>
                    <a:pt x="290654" y="192486"/>
                  </a:cubicBezTo>
                  <a:cubicBezTo>
                    <a:pt x="291360" y="193495"/>
                    <a:pt x="291730" y="195379"/>
                    <a:pt x="292909" y="195076"/>
                  </a:cubicBezTo>
                  <a:cubicBezTo>
                    <a:pt x="294086" y="194773"/>
                    <a:pt x="295433" y="194639"/>
                    <a:pt x="295433" y="192755"/>
                  </a:cubicBezTo>
                  <a:cubicBezTo>
                    <a:pt x="295433" y="190871"/>
                    <a:pt x="295433" y="188550"/>
                    <a:pt x="295433" y="188550"/>
                  </a:cubicBezTo>
                  <a:cubicBezTo>
                    <a:pt x="295433" y="188550"/>
                    <a:pt x="294558" y="188416"/>
                    <a:pt x="294558" y="187844"/>
                  </a:cubicBezTo>
                  <a:cubicBezTo>
                    <a:pt x="294558" y="187272"/>
                    <a:pt x="294423" y="185523"/>
                    <a:pt x="294827" y="184513"/>
                  </a:cubicBezTo>
                  <a:cubicBezTo>
                    <a:pt x="295264" y="183504"/>
                    <a:pt x="295567" y="184379"/>
                    <a:pt x="295567" y="182630"/>
                  </a:cubicBezTo>
                  <a:cubicBezTo>
                    <a:pt x="295567" y="180880"/>
                    <a:pt x="295433" y="178559"/>
                    <a:pt x="295567" y="177987"/>
                  </a:cubicBezTo>
                  <a:cubicBezTo>
                    <a:pt x="295702" y="177415"/>
                    <a:pt x="296274" y="175397"/>
                    <a:pt x="296274" y="175397"/>
                  </a:cubicBezTo>
                  <a:cubicBezTo>
                    <a:pt x="296274" y="175397"/>
                    <a:pt x="294962" y="173816"/>
                    <a:pt x="294827" y="173379"/>
                  </a:cubicBezTo>
                  <a:cubicBezTo>
                    <a:pt x="294692" y="172941"/>
                    <a:pt x="294254" y="171495"/>
                    <a:pt x="294389" y="171058"/>
                  </a:cubicBezTo>
                  <a:cubicBezTo>
                    <a:pt x="294524" y="170620"/>
                    <a:pt x="294524" y="169611"/>
                    <a:pt x="295567" y="169611"/>
                  </a:cubicBezTo>
                  <a:cubicBezTo>
                    <a:pt x="296611" y="169611"/>
                    <a:pt x="299202" y="169746"/>
                    <a:pt x="299202" y="169746"/>
                  </a:cubicBezTo>
                  <a:cubicBezTo>
                    <a:pt x="299202" y="169746"/>
                    <a:pt x="302096" y="171327"/>
                    <a:pt x="302264" y="171764"/>
                  </a:cubicBezTo>
                  <a:cubicBezTo>
                    <a:pt x="302399" y="172201"/>
                    <a:pt x="302130" y="174522"/>
                    <a:pt x="301827" y="175229"/>
                  </a:cubicBezTo>
                  <a:cubicBezTo>
                    <a:pt x="301524" y="175969"/>
                    <a:pt x="301255" y="177853"/>
                    <a:pt x="301255" y="178425"/>
                  </a:cubicBezTo>
                  <a:cubicBezTo>
                    <a:pt x="301255" y="178996"/>
                    <a:pt x="303274" y="180006"/>
                    <a:pt x="303274" y="180006"/>
                  </a:cubicBezTo>
                  <a:lnTo>
                    <a:pt x="306606" y="178626"/>
                  </a:lnTo>
                  <a:lnTo>
                    <a:pt x="309063" y="177247"/>
                  </a:lnTo>
                  <a:lnTo>
                    <a:pt x="310173" y="177247"/>
                  </a:lnTo>
                  <a:lnTo>
                    <a:pt x="315390" y="178391"/>
                  </a:lnTo>
                  <a:lnTo>
                    <a:pt x="318721" y="180275"/>
                  </a:lnTo>
                  <a:cubicBezTo>
                    <a:pt x="318721" y="180275"/>
                    <a:pt x="320741" y="181721"/>
                    <a:pt x="321178" y="182024"/>
                  </a:cubicBezTo>
                  <a:cubicBezTo>
                    <a:pt x="321616" y="182327"/>
                    <a:pt x="323803" y="183471"/>
                    <a:pt x="324376" y="183605"/>
                  </a:cubicBezTo>
                  <a:cubicBezTo>
                    <a:pt x="324947" y="183740"/>
                    <a:pt x="326126" y="184345"/>
                    <a:pt x="326395" y="184749"/>
                  </a:cubicBezTo>
                  <a:cubicBezTo>
                    <a:pt x="326698" y="185186"/>
                    <a:pt x="328145" y="186767"/>
                    <a:pt x="328145" y="186767"/>
                  </a:cubicBezTo>
                  <a:cubicBezTo>
                    <a:pt x="328145" y="186767"/>
                    <a:pt x="328717" y="188651"/>
                    <a:pt x="329457" y="189358"/>
                  </a:cubicBezTo>
                  <a:cubicBezTo>
                    <a:pt x="330198" y="190064"/>
                    <a:pt x="330198" y="190064"/>
                    <a:pt x="330198" y="190064"/>
                  </a:cubicBezTo>
                  <a:cubicBezTo>
                    <a:pt x="330198" y="190064"/>
                    <a:pt x="332823" y="191948"/>
                    <a:pt x="333227" y="192385"/>
                  </a:cubicBezTo>
                  <a:cubicBezTo>
                    <a:pt x="333664" y="192822"/>
                    <a:pt x="334808" y="193697"/>
                    <a:pt x="334808" y="193697"/>
                  </a:cubicBezTo>
                  <a:lnTo>
                    <a:pt x="335381" y="197767"/>
                  </a:lnTo>
                  <a:lnTo>
                    <a:pt x="338275" y="200795"/>
                  </a:lnTo>
                  <a:lnTo>
                    <a:pt x="341607" y="201939"/>
                  </a:lnTo>
                  <a:lnTo>
                    <a:pt x="345511" y="203385"/>
                  </a:lnTo>
                  <a:lnTo>
                    <a:pt x="349280" y="208465"/>
                  </a:lnTo>
                  <a:lnTo>
                    <a:pt x="351367" y="211492"/>
                  </a:lnTo>
                  <a:lnTo>
                    <a:pt x="352746" y="213073"/>
                  </a:lnTo>
                  <a:lnTo>
                    <a:pt x="352746" y="216269"/>
                  </a:lnTo>
                  <a:cubicBezTo>
                    <a:pt x="352746" y="216269"/>
                    <a:pt x="351871" y="217144"/>
                    <a:pt x="352443" y="218456"/>
                  </a:cubicBezTo>
                  <a:cubicBezTo>
                    <a:pt x="353016" y="219768"/>
                    <a:pt x="353756" y="220340"/>
                    <a:pt x="354193" y="220474"/>
                  </a:cubicBezTo>
                  <a:cubicBezTo>
                    <a:pt x="354631" y="220609"/>
                    <a:pt x="355069" y="220609"/>
                    <a:pt x="356381" y="220609"/>
                  </a:cubicBezTo>
                  <a:cubicBezTo>
                    <a:pt x="357694" y="220609"/>
                    <a:pt x="357559" y="219431"/>
                    <a:pt x="359578" y="221181"/>
                  </a:cubicBezTo>
                  <a:cubicBezTo>
                    <a:pt x="361597" y="222930"/>
                    <a:pt x="361901" y="223636"/>
                    <a:pt x="362035" y="224074"/>
                  </a:cubicBezTo>
                  <a:cubicBezTo>
                    <a:pt x="362170" y="224511"/>
                    <a:pt x="362472" y="225655"/>
                    <a:pt x="362776" y="227101"/>
                  </a:cubicBezTo>
                  <a:cubicBezTo>
                    <a:pt x="363045" y="228548"/>
                    <a:pt x="363650" y="229120"/>
                    <a:pt x="364222" y="229120"/>
                  </a:cubicBezTo>
                  <a:cubicBezTo>
                    <a:pt x="364795" y="229120"/>
                    <a:pt x="367285" y="228682"/>
                    <a:pt x="367689" y="228548"/>
                  </a:cubicBezTo>
                  <a:cubicBezTo>
                    <a:pt x="368127" y="228413"/>
                    <a:pt x="370011" y="227976"/>
                    <a:pt x="370011" y="227976"/>
                  </a:cubicBezTo>
                  <a:cubicBezTo>
                    <a:pt x="370011" y="227976"/>
                    <a:pt x="371593" y="227841"/>
                    <a:pt x="372031" y="227673"/>
                  </a:cubicBezTo>
                  <a:cubicBezTo>
                    <a:pt x="372468" y="227538"/>
                    <a:pt x="373478" y="228413"/>
                    <a:pt x="373780" y="229254"/>
                  </a:cubicBezTo>
                  <a:cubicBezTo>
                    <a:pt x="374083" y="230129"/>
                    <a:pt x="375665" y="230129"/>
                    <a:pt x="375665" y="231272"/>
                  </a:cubicBezTo>
                  <a:cubicBezTo>
                    <a:pt x="375665" y="232416"/>
                    <a:pt x="375800" y="233156"/>
                    <a:pt x="375665" y="234166"/>
                  </a:cubicBezTo>
                  <a:cubicBezTo>
                    <a:pt x="375530" y="235175"/>
                    <a:pt x="374353" y="236352"/>
                    <a:pt x="374353" y="236352"/>
                  </a:cubicBezTo>
                  <a:cubicBezTo>
                    <a:pt x="374353" y="236352"/>
                    <a:pt x="373915" y="238539"/>
                    <a:pt x="373780" y="239245"/>
                  </a:cubicBezTo>
                  <a:cubicBezTo>
                    <a:pt x="373646" y="239985"/>
                    <a:pt x="373915" y="241566"/>
                    <a:pt x="374521" y="242138"/>
                  </a:cubicBezTo>
                  <a:cubicBezTo>
                    <a:pt x="375093" y="242710"/>
                    <a:pt x="376271" y="244022"/>
                    <a:pt x="376271" y="244594"/>
                  </a:cubicBezTo>
                  <a:cubicBezTo>
                    <a:pt x="376271" y="245166"/>
                    <a:pt x="376708" y="246343"/>
                    <a:pt x="376574" y="247621"/>
                  </a:cubicBezTo>
                  <a:cubicBezTo>
                    <a:pt x="376439" y="248933"/>
                    <a:pt x="375564" y="250077"/>
                    <a:pt x="374689" y="250514"/>
                  </a:cubicBezTo>
                  <a:cubicBezTo>
                    <a:pt x="373814" y="250952"/>
                    <a:pt x="372939" y="252701"/>
                    <a:pt x="372939" y="252701"/>
                  </a:cubicBezTo>
                  <a:cubicBezTo>
                    <a:pt x="372939" y="252701"/>
                    <a:pt x="371189" y="254282"/>
                    <a:pt x="370617" y="254719"/>
                  </a:cubicBezTo>
                  <a:cubicBezTo>
                    <a:pt x="370045" y="255157"/>
                    <a:pt x="369002" y="255728"/>
                    <a:pt x="368295" y="256031"/>
                  </a:cubicBezTo>
                  <a:cubicBezTo>
                    <a:pt x="367588" y="256334"/>
                    <a:pt x="366107" y="256603"/>
                    <a:pt x="365670" y="257040"/>
                  </a:cubicBezTo>
                  <a:cubicBezTo>
                    <a:pt x="365232" y="257478"/>
                    <a:pt x="364088" y="259799"/>
                    <a:pt x="364088" y="259799"/>
                  </a:cubicBezTo>
                  <a:cubicBezTo>
                    <a:pt x="364088" y="259799"/>
                    <a:pt x="366545" y="259933"/>
                    <a:pt x="363785" y="261380"/>
                  </a:cubicBezTo>
                  <a:cubicBezTo>
                    <a:pt x="361025" y="262826"/>
                    <a:pt x="359713" y="262961"/>
                    <a:pt x="358703" y="263264"/>
                  </a:cubicBezTo>
                  <a:cubicBezTo>
                    <a:pt x="357694" y="263533"/>
                    <a:pt x="357391" y="265148"/>
                    <a:pt x="357391" y="265719"/>
                  </a:cubicBezTo>
                  <a:cubicBezTo>
                    <a:pt x="357391" y="266291"/>
                    <a:pt x="358973" y="269050"/>
                    <a:pt x="359275" y="269487"/>
                  </a:cubicBezTo>
                  <a:cubicBezTo>
                    <a:pt x="359578" y="269924"/>
                    <a:pt x="361867" y="272683"/>
                    <a:pt x="361867" y="273255"/>
                  </a:cubicBezTo>
                  <a:cubicBezTo>
                    <a:pt x="361867" y="273827"/>
                    <a:pt x="362742" y="275273"/>
                    <a:pt x="363011" y="275845"/>
                  </a:cubicBezTo>
                  <a:cubicBezTo>
                    <a:pt x="363314" y="276417"/>
                    <a:pt x="363583" y="277863"/>
                    <a:pt x="363583" y="277863"/>
                  </a:cubicBezTo>
                  <a:lnTo>
                    <a:pt x="364458" y="282775"/>
                  </a:lnTo>
                  <a:lnTo>
                    <a:pt x="364155" y="289873"/>
                  </a:lnTo>
                  <a:cubicBezTo>
                    <a:pt x="364155" y="289873"/>
                    <a:pt x="361698" y="293338"/>
                    <a:pt x="361261" y="293943"/>
                  </a:cubicBezTo>
                  <a:cubicBezTo>
                    <a:pt x="360823" y="294515"/>
                    <a:pt x="358636" y="297408"/>
                    <a:pt x="358636" y="297408"/>
                  </a:cubicBezTo>
                  <a:cubicBezTo>
                    <a:pt x="358636" y="297408"/>
                    <a:pt x="354126" y="300032"/>
                    <a:pt x="353285" y="300301"/>
                  </a:cubicBezTo>
                  <a:cubicBezTo>
                    <a:pt x="352410" y="300604"/>
                    <a:pt x="352275" y="300604"/>
                    <a:pt x="350963" y="301176"/>
                  </a:cubicBezTo>
                  <a:cubicBezTo>
                    <a:pt x="349650" y="301748"/>
                    <a:pt x="346621" y="301882"/>
                    <a:pt x="346621" y="301882"/>
                  </a:cubicBezTo>
                  <a:cubicBezTo>
                    <a:pt x="346621" y="301882"/>
                    <a:pt x="345746" y="306524"/>
                    <a:pt x="345881" y="306962"/>
                  </a:cubicBezTo>
                  <a:cubicBezTo>
                    <a:pt x="346015" y="307399"/>
                    <a:pt x="346318" y="309552"/>
                    <a:pt x="346015" y="310864"/>
                  </a:cubicBezTo>
                  <a:cubicBezTo>
                    <a:pt x="345712" y="312176"/>
                    <a:pt x="344837" y="315775"/>
                    <a:pt x="344568" y="317222"/>
                  </a:cubicBezTo>
                  <a:cubicBezTo>
                    <a:pt x="344299" y="318668"/>
                    <a:pt x="343693" y="323008"/>
                    <a:pt x="343693" y="323008"/>
                  </a:cubicBezTo>
                  <a:cubicBezTo>
                    <a:pt x="343693" y="323008"/>
                    <a:pt x="343256" y="324017"/>
                    <a:pt x="342953" y="324892"/>
                  </a:cubicBezTo>
                  <a:cubicBezTo>
                    <a:pt x="342683" y="325766"/>
                    <a:pt x="340193" y="331687"/>
                    <a:pt x="340059" y="332292"/>
                  </a:cubicBezTo>
                  <a:cubicBezTo>
                    <a:pt x="339924" y="332864"/>
                    <a:pt x="337871" y="335051"/>
                    <a:pt x="337030" y="335757"/>
                  </a:cubicBezTo>
                  <a:cubicBezTo>
                    <a:pt x="336155" y="336497"/>
                    <a:pt x="334135" y="338078"/>
                    <a:pt x="334135" y="338078"/>
                  </a:cubicBezTo>
                  <a:lnTo>
                    <a:pt x="332991" y="341846"/>
                  </a:lnTo>
                  <a:lnTo>
                    <a:pt x="333563" y="346354"/>
                  </a:lnTo>
                  <a:cubicBezTo>
                    <a:pt x="333563" y="346354"/>
                    <a:pt x="334876" y="349112"/>
                    <a:pt x="334270" y="349549"/>
                  </a:cubicBezTo>
                  <a:cubicBezTo>
                    <a:pt x="333698" y="349987"/>
                    <a:pt x="331813" y="353317"/>
                    <a:pt x="331678" y="353754"/>
                  </a:cubicBezTo>
                  <a:cubicBezTo>
                    <a:pt x="331544" y="354192"/>
                    <a:pt x="330804" y="355335"/>
                    <a:pt x="330231" y="356647"/>
                  </a:cubicBezTo>
                  <a:cubicBezTo>
                    <a:pt x="329659" y="357959"/>
                    <a:pt x="329087" y="359978"/>
                    <a:pt x="328919" y="361155"/>
                  </a:cubicBezTo>
                  <a:cubicBezTo>
                    <a:pt x="328784" y="362299"/>
                    <a:pt x="328481" y="364048"/>
                    <a:pt x="328784" y="365629"/>
                  </a:cubicBezTo>
                  <a:cubicBezTo>
                    <a:pt x="329054" y="367210"/>
                    <a:pt x="331376" y="373871"/>
                    <a:pt x="331376" y="373871"/>
                  </a:cubicBezTo>
                  <a:lnTo>
                    <a:pt x="331948" y="378345"/>
                  </a:lnTo>
                  <a:lnTo>
                    <a:pt x="334405" y="382684"/>
                  </a:lnTo>
                  <a:lnTo>
                    <a:pt x="334270" y="385443"/>
                  </a:lnTo>
                  <a:lnTo>
                    <a:pt x="331510" y="389211"/>
                  </a:lnTo>
                  <a:lnTo>
                    <a:pt x="329323" y="390792"/>
                  </a:lnTo>
                  <a:lnTo>
                    <a:pt x="328448" y="393247"/>
                  </a:lnTo>
                  <a:lnTo>
                    <a:pt x="330333" y="397721"/>
                  </a:lnTo>
                  <a:lnTo>
                    <a:pt x="333530" y="401489"/>
                  </a:lnTo>
                  <a:lnTo>
                    <a:pt x="338309" y="405829"/>
                  </a:lnTo>
                  <a:lnTo>
                    <a:pt x="339890" y="409159"/>
                  </a:lnTo>
                  <a:lnTo>
                    <a:pt x="340328" y="410336"/>
                  </a:lnTo>
                  <a:lnTo>
                    <a:pt x="339015" y="412355"/>
                  </a:lnTo>
                  <a:lnTo>
                    <a:pt x="340463" y="415550"/>
                  </a:lnTo>
                  <a:lnTo>
                    <a:pt x="342212" y="418174"/>
                  </a:lnTo>
                  <a:lnTo>
                    <a:pt x="342078" y="421202"/>
                  </a:lnTo>
                  <a:lnTo>
                    <a:pt x="341640" y="424970"/>
                  </a:lnTo>
                  <a:cubicBezTo>
                    <a:pt x="341640" y="424970"/>
                    <a:pt x="341203" y="428031"/>
                    <a:pt x="341203" y="428603"/>
                  </a:cubicBezTo>
                  <a:cubicBezTo>
                    <a:pt x="341203" y="429174"/>
                    <a:pt x="343525" y="434119"/>
                    <a:pt x="343525" y="434119"/>
                  </a:cubicBezTo>
                  <a:lnTo>
                    <a:pt x="341068" y="439771"/>
                  </a:lnTo>
                  <a:lnTo>
                    <a:pt x="338309" y="445557"/>
                  </a:lnTo>
                  <a:lnTo>
                    <a:pt x="335280" y="448450"/>
                  </a:lnTo>
                  <a:cubicBezTo>
                    <a:pt x="335280" y="448450"/>
                    <a:pt x="331948" y="449022"/>
                    <a:pt x="331510" y="449022"/>
                  </a:cubicBezTo>
                  <a:cubicBezTo>
                    <a:pt x="331073" y="449022"/>
                    <a:pt x="328313" y="447575"/>
                    <a:pt x="327169" y="446701"/>
                  </a:cubicBezTo>
                  <a:cubicBezTo>
                    <a:pt x="326025" y="445826"/>
                    <a:pt x="324544" y="443942"/>
                    <a:pt x="323534" y="443942"/>
                  </a:cubicBezTo>
                  <a:cubicBezTo>
                    <a:pt x="322524" y="443942"/>
                    <a:pt x="320034" y="443505"/>
                    <a:pt x="319462" y="443505"/>
                  </a:cubicBezTo>
                  <a:cubicBezTo>
                    <a:pt x="318890" y="443505"/>
                    <a:pt x="316433" y="443942"/>
                    <a:pt x="314952" y="444817"/>
                  </a:cubicBezTo>
                  <a:cubicBezTo>
                    <a:pt x="313505" y="445692"/>
                    <a:pt x="310476" y="447844"/>
                    <a:pt x="310039" y="448147"/>
                  </a:cubicBezTo>
                  <a:cubicBezTo>
                    <a:pt x="309601" y="448450"/>
                    <a:pt x="308895" y="453227"/>
                    <a:pt x="308457" y="454101"/>
                  </a:cubicBezTo>
                  <a:cubicBezTo>
                    <a:pt x="308020" y="454976"/>
                    <a:pt x="308457" y="457566"/>
                    <a:pt x="308457" y="457566"/>
                  </a:cubicBezTo>
                  <a:lnTo>
                    <a:pt x="311049" y="460762"/>
                  </a:lnTo>
                  <a:lnTo>
                    <a:pt x="312361" y="464092"/>
                  </a:lnTo>
                  <a:lnTo>
                    <a:pt x="311486" y="467557"/>
                  </a:lnTo>
                  <a:lnTo>
                    <a:pt x="310341" y="470585"/>
                  </a:lnTo>
                  <a:lnTo>
                    <a:pt x="309601" y="473781"/>
                  </a:lnTo>
                  <a:cubicBezTo>
                    <a:pt x="309601" y="473781"/>
                    <a:pt x="310173" y="474352"/>
                    <a:pt x="309029" y="474790"/>
                  </a:cubicBezTo>
                  <a:cubicBezTo>
                    <a:pt x="307885" y="475227"/>
                    <a:pt x="306000" y="476674"/>
                    <a:pt x="305697" y="477111"/>
                  </a:cubicBezTo>
                  <a:cubicBezTo>
                    <a:pt x="305394" y="477548"/>
                    <a:pt x="303678" y="479735"/>
                    <a:pt x="303678" y="479735"/>
                  </a:cubicBezTo>
                  <a:cubicBezTo>
                    <a:pt x="303678" y="479735"/>
                    <a:pt x="303240" y="481619"/>
                    <a:pt x="303240" y="482191"/>
                  </a:cubicBezTo>
                  <a:cubicBezTo>
                    <a:pt x="303240" y="482762"/>
                    <a:pt x="302668" y="487707"/>
                    <a:pt x="302668" y="487707"/>
                  </a:cubicBezTo>
                  <a:lnTo>
                    <a:pt x="302365" y="491912"/>
                  </a:lnTo>
                  <a:lnTo>
                    <a:pt x="303240" y="496555"/>
                  </a:lnTo>
                  <a:lnTo>
                    <a:pt x="304418" y="502643"/>
                  </a:lnTo>
                  <a:cubicBezTo>
                    <a:pt x="304418" y="502643"/>
                    <a:pt x="303678" y="509607"/>
                    <a:pt x="303543" y="510044"/>
                  </a:cubicBezTo>
                  <a:cubicBezTo>
                    <a:pt x="303409" y="510481"/>
                    <a:pt x="301356" y="511356"/>
                    <a:pt x="301356" y="511356"/>
                  </a:cubicBezTo>
                  <a:lnTo>
                    <a:pt x="298461" y="515258"/>
                  </a:lnTo>
                  <a:lnTo>
                    <a:pt x="298327" y="517142"/>
                  </a:lnTo>
                  <a:lnTo>
                    <a:pt x="298764" y="519732"/>
                  </a:lnTo>
                  <a:lnTo>
                    <a:pt x="299067" y="522760"/>
                  </a:lnTo>
                  <a:cubicBezTo>
                    <a:pt x="299067" y="522760"/>
                    <a:pt x="298630" y="522323"/>
                    <a:pt x="298630" y="524947"/>
                  </a:cubicBezTo>
                  <a:cubicBezTo>
                    <a:pt x="298630" y="527570"/>
                    <a:pt x="298361" y="532347"/>
                    <a:pt x="298361" y="532347"/>
                  </a:cubicBezTo>
                  <a:cubicBezTo>
                    <a:pt x="298361" y="532347"/>
                    <a:pt x="299808" y="534366"/>
                    <a:pt x="299942" y="535240"/>
                  </a:cubicBezTo>
                  <a:cubicBezTo>
                    <a:pt x="300077" y="536115"/>
                    <a:pt x="300817" y="538571"/>
                    <a:pt x="301086" y="539714"/>
                  </a:cubicBezTo>
                  <a:cubicBezTo>
                    <a:pt x="301389" y="540892"/>
                    <a:pt x="302702" y="542473"/>
                    <a:pt x="302702" y="542473"/>
                  </a:cubicBezTo>
                  <a:lnTo>
                    <a:pt x="306034" y="543213"/>
                  </a:lnTo>
                  <a:cubicBezTo>
                    <a:pt x="306034" y="543213"/>
                    <a:pt x="305731" y="545534"/>
                    <a:pt x="304889" y="545971"/>
                  </a:cubicBezTo>
                  <a:cubicBezTo>
                    <a:pt x="304014" y="546409"/>
                    <a:pt x="301860" y="547721"/>
                    <a:pt x="301860" y="547721"/>
                  </a:cubicBezTo>
                  <a:lnTo>
                    <a:pt x="301995" y="551051"/>
                  </a:lnTo>
                  <a:lnTo>
                    <a:pt x="304014" y="554684"/>
                  </a:lnTo>
                  <a:lnTo>
                    <a:pt x="305024" y="557442"/>
                  </a:lnTo>
                  <a:lnTo>
                    <a:pt x="304587" y="561210"/>
                  </a:lnTo>
                  <a:cubicBezTo>
                    <a:pt x="304587" y="561210"/>
                    <a:pt x="304452" y="563968"/>
                    <a:pt x="304587" y="564978"/>
                  </a:cubicBezTo>
                  <a:cubicBezTo>
                    <a:pt x="304721" y="565987"/>
                    <a:pt x="304721" y="566996"/>
                    <a:pt x="304721" y="568880"/>
                  </a:cubicBezTo>
                  <a:cubicBezTo>
                    <a:pt x="304721" y="570764"/>
                    <a:pt x="304991" y="572076"/>
                    <a:pt x="304014" y="572076"/>
                  </a:cubicBezTo>
                  <a:cubicBezTo>
                    <a:pt x="303005" y="572076"/>
                    <a:pt x="301389" y="571638"/>
                    <a:pt x="301120" y="570764"/>
                  </a:cubicBezTo>
                  <a:cubicBezTo>
                    <a:pt x="300851" y="569889"/>
                    <a:pt x="300683" y="570057"/>
                    <a:pt x="299808" y="568308"/>
                  </a:cubicBezTo>
                  <a:cubicBezTo>
                    <a:pt x="298933" y="566559"/>
                    <a:pt x="298798" y="565987"/>
                    <a:pt x="298226" y="565280"/>
                  </a:cubicBezTo>
                  <a:cubicBezTo>
                    <a:pt x="297654" y="564540"/>
                    <a:pt x="297486" y="563262"/>
                    <a:pt x="297082" y="562387"/>
                  </a:cubicBezTo>
                  <a:cubicBezTo>
                    <a:pt x="296644" y="561513"/>
                    <a:pt x="296341" y="560941"/>
                    <a:pt x="296207" y="560369"/>
                  </a:cubicBezTo>
                  <a:cubicBezTo>
                    <a:pt x="296072" y="559797"/>
                    <a:pt x="296072" y="558485"/>
                    <a:pt x="296072" y="558485"/>
                  </a:cubicBezTo>
                  <a:lnTo>
                    <a:pt x="297082" y="557341"/>
                  </a:lnTo>
                  <a:lnTo>
                    <a:pt x="297216" y="554314"/>
                  </a:lnTo>
                  <a:lnTo>
                    <a:pt x="295332" y="553002"/>
                  </a:lnTo>
                  <a:cubicBezTo>
                    <a:pt x="295332" y="553002"/>
                    <a:pt x="295197" y="552127"/>
                    <a:pt x="293750" y="551825"/>
                  </a:cubicBezTo>
                  <a:cubicBezTo>
                    <a:pt x="292303" y="551522"/>
                    <a:pt x="292605" y="552396"/>
                    <a:pt x="291293" y="551118"/>
                  </a:cubicBezTo>
                  <a:cubicBezTo>
                    <a:pt x="289981" y="549806"/>
                    <a:pt x="288836" y="549234"/>
                    <a:pt x="288399" y="548662"/>
                  </a:cubicBezTo>
                  <a:cubicBezTo>
                    <a:pt x="287961" y="548091"/>
                    <a:pt x="286817" y="546476"/>
                    <a:pt x="286379" y="545904"/>
                  </a:cubicBezTo>
                  <a:cubicBezTo>
                    <a:pt x="285942" y="545332"/>
                    <a:pt x="284057" y="543583"/>
                    <a:pt x="283754" y="543011"/>
                  </a:cubicBezTo>
                  <a:cubicBezTo>
                    <a:pt x="283485" y="542439"/>
                    <a:pt x="283317" y="542271"/>
                    <a:pt x="283182" y="541699"/>
                  </a:cubicBezTo>
                  <a:cubicBezTo>
                    <a:pt x="283048" y="541127"/>
                    <a:pt x="283048" y="537931"/>
                    <a:pt x="283048" y="537931"/>
                  </a:cubicBezTo>
                  <a:cubicBezTo>
                    <a:pt x="283048" y="537931"/>
                    <a:pt x="282610" y="536922"/>
                    <a:pt x="282779" y="536350"/>
                  </a:cubicBezTo>
                  <a:cubicBezTo>
                    <a:pt x="282913" y="535778"/>
                    <a:pt x="283216" y="534467"/>
                    <a:pt x="283216" y="534467"/>
                  </a:cubicBezTo>
                  <a:lnTo>
                    <a:pt x="283654" y="532885"/>
                  </a:lnTo>
                  <a:lnTo>
                    <a:pt x="284225" y="529858"/>
                  </a:lnTo>
                  <a:lnTo>
                    <a:pt x="283788" y="526225"/>
                  </a:lnTo>
                  <a:cubicBezTo>
                    <a:pt x="283788" y="526225"/>
                    <a:pt x="281601" y="524913"/>
                    <a:pt x="281466" y="524476"/>
                  </a:cubicBezTo>
                  <a:cubicBezTo>
                    <a:pt x="281331" y="524038"/>
                    <a:pt x="280456" y="522020"/>
                    <a:pt x="279447" y="521448"/>
                  </a:cubicBezTo>
                  <a:cubicBezTo>
                    <a:pt x="278437" y="520876"/>
                    <a:pt x="275678" y="516974"/>
                    <a:pt x="275678" y="516974"/>
                  </a:cubicBezTo>
                  <a:lnTo>
                    <a:pt x="273086" y="519732"/>
                  </a:lnTo>
                  <a:lnTo>
                    <a:pt x="271639" y="522928"/>
                  </a:lnTo>
                  <a:lnTo>
                    <a:pt x="271504" y="526393"/>
                  </a:lnTo>
                  <a:lnTo>
                    <a:pt x="272951" y="529723"/>
                  </a:lnTo>
                  <a:lnTo>
                    <a:pt x="272514" y="531035"/>
                  </a:lnTo>
                  <a:lnTo>
                    <a:pt x="271201" y="534097"/>
                  </a:lnTo>
                  <a:lnTo>
                    <a:pt x="269620" y="535543"/>
                  </a:lnTo>
                  <a:cubicBezTo>
                    <a:pt x="269620" y="535543"/>
                    <a:pt x="267869" y="535980"/>
                    <a:pt x="266725" y="536418"/>
                  </a:cubicBezTo>
                  <a:cubicBezTo>
                    <a:pt x="265581" y="536855"/>
                    <a:pt x="264706" y="537730"/>
                    <a:pt x="263965" y="538167"/>
                  </a:cubicBezTo>
                  <a:cubicBezTo>
                    <a:pt x="263259" y="538604"/>
                    <a:pt x="260499" y="540185"/>
                    <a:pt x="260499" y="540185"/>
                  </a:cubicBezTo>
                  <a:cubicBezTo>
                    <a:pt x="260499" y="540185"/>
                    <a:pt x="259792" y="541497"/>
                    <a:pt x="259792" y="542069"/>
                  </a:cubicBezTo>
                  <a:cubicBezTo>
                    <a:pt x="259792" y="542574"/>
                    <a:pt x="259355" y="544962"/>
                    <a:pt x="259220" y="545534"/>
                  </a:cubicBezTo>
                  <a:cubicBezTo>
                    <a:pt x="259187" y="545534"/>
                    <a:pt x="259018" y="545736"/>
                    <a:pt x="258480" y="546678"/>
                  </a:cubicBezTo>
                  <a:cubicBezTo>
                    <a:pt x="257470" y="548427"/>
                    <a:pt x="257470" y="548999"/>
                    <a:pt x="256595" y="549436"/>
                  </a:cubicBezTo>
                  <a:cubicBezTo>
                    <a:pt x="255720" y="549874"/>
                    <a:pt x="253701" y="550883"/>
                    <a:pt x="253701" y="550883"/>
                  </a:cubicBezTo>
                  <a:lnTo>
                    <a:pt x="248922" y="554078"/>
                  </a:lnTo>
                  <a:lnTo>
                    <a:pt x="246734" y="558115"/>
                  </a:lnTo>
                  <a:lnTo>
                    <a:pt x="244581" y="561143"/>
                  </a:lnTo>
                  <a:lnTo>
                    <a:pt x="240811" y="565920"/>
                  </a:lnTo>
                  <a:lnTo>
                    <a:pt x="241686" y="569115"/>
                  </a:lnTo>
                  <a:cubicBezTo>
                    <a:pt x="241686" y="569115"/>
                    <a:pt x="241114" y="570427"/>
                    <a:pt x="240542" y="571571"/>
                  </a:cubicBezTo>
                  <a:cubicBezTo>
                    <a:pt x="239970" y="572715"/>
                    <a:pt x="238085" y="575776"/>
                    <a:pt x="238085" y="575776"/>
                  </a:cubicBezTo>
                  <a:cubicBezTo>
                    <a:pt x="238085" y="575776"/>
                    <a:pt x="237210" y="577088"/>
                    <a:pt x="237075" y="577525"/>
                  </a:cubicBezTo>
                  <a:cubicBezTo>
                    <a:pt x="236941" y="577963"/>
                    <a:pt x="235763" y="579409"/>
                    <a:pt x="235326" y="579712"/>
                  </a:cubicBezTo>
                  <a:cubicBezTo>
                    <a:pt x="234888" y="580015"/>
                    <a:pt x="232701" y="583042"/>
                    <a:pt x="231994" y="583345"/>
                  </a:cubicBezTo>
                  <a:cubicBezTo>
                    <a:pt x="231253" y="583648"/>
                    <a:pt x="228359" y="586541"/>
                    <a:pt x="228359" y="586541"/>
                  </a:cubicBezTo>
                  <a:lnTo>
                    <a:pt x="225330" y="588559"/>
                  </a:lnTo>
                  <a:cubicBezTo>
                    <a:pt x="225330" y="588559"/>
                    <a:pt x="224186" y="588862"/>
                    <a:pt x="223311" y="589434"/>
                  </a:cubicBezTo>
                  <a:cubicBezTo>
                    <a:pt x="222436" y="590006"/>
                    <a:pt x="222301" y="589703"/>
                    <a:pt x="220551" y="590443"/>
                  </a:cubicBezTo>
                  <a:cubicBezTo>
                    <a:pt x="218801" y="591183"/>
                    <a:pt x="217085" y="591889"/>
                    <a:pt x="216210" y="592327"/>
                  </a:cubicBezTo>
                  <a:cubicBezTo>
                    <a:pt x="215335" y="592764"/>
                    <a:pt x="214460" y="593470"/>
                    <a:pt x="214460" y="594076"/>
                  </a:cubicBezTo>
                  <a:cubicBezTo>
                    <a:pt x="214460" y="594648"/>
                    <a:pt x="213585" y="597272"/>
                    <a:pt x="213585" y="597272"/>
                  </a:cubicBezTo>
                  <a:lnTo>
                    <a:pt x="212878" y="598718"/>
                  </a:lnTo>
                  <a:cubicBezTo>
                    <a:pt x="212878" y="598718"/>
                    <a:pt x="212306" y="600905"/>
                    <a:pt x="212306" y="601611"/>
                  </a:cubicBezTo>
                  <a:cubicBezTo>
                    <a:pt x="212306" y="602351"/>
                    <a:pt x="210993" y="605244"/>
                    <a:pt x="210993" y="605244"/>
                  </a:cubicBezTo>
                  <a:lnTo>
                    <a:pt x="210724" y="605951"/>
                  </a:lnTo>
                  <a:cubicBezTo>
                    <a:pt x="210724" y="605951"/>
                    <a:pt x="210421" y="609012"/>
                    <a:pt x="210286" y="609416"/>
                  </a:cubicBezTo>
                  <a:cubicBezTo>
                    <a:pt x="210152" y="609853"/>
                    <a:pt x="210589" y="611299"/>
                    <a:pt x="209714" y="611871"/>
                  </a:cubicBezTo>
                  <a:cubicBezTo>
                    <a:pt x="208839" y="612443"/>
                    <a:pt x="207527" y="613621"/>
                    <a:pt x="207123" y="613755"/>
                  </a:cubicBezTo>
                  <a:cubicBezTo>
                    <a:pt x="206686" y="613890"/>
                    <a:pt x="205676" y="614058"/>
                    <a:pt x="204532" y="614058"/>
                  </a:cubicBezTo>
                  <a:cubicBezTo>
                    <a:pt x="203387" y="614058"/>
                    <a:pt x="201334" y="613486"/>
                    <a:pt x="201334" y="613486"/>
                  </a:cubicBezTo>
                  <a:cubicBezTo>
                    <a:pt x="201334" y="613486"/>
                    <a:pt x="198306" y="614933"/>
                    <a:pt x="197868" y="615370"/>
                  </a:cubicBezTo>
                  <a:cubicBezTo>
                    <a:pt x="197431" y="615807"/>
                    <a:pt x="195849" y="618835"/>
                    <a:pt x="195243" y="619003"/>
                  </a:cubicBezTo>
                  <a:cubicBezTo>
                    <a:pt x="194671" y="619138"/>
                    <a:pt x="191339" y="621627"/>
                    <a:pt x="191339" y="621627"/>
                  </a:cubicBezTo>
                  <a:cubicBezTo>
                    <a:pt x="191339" y="621627"/>
                    <a:pt x="189185" y="623376"/>
                    <a:pt x="188310" y="623813"/>
                  </a:cubicBezTo>
                  <a:cubicBezTo>
                    <a:pt x="187435" y="624251"/>
                    <a:pt x="185718" y="626135"/>
                    <a:pt x="185416" y="626572"/>
                  </a:cubicBezTo>
                  <a:cubicBezTo>
                    <a:pt x="185147" y="627009"/>
                    <a:pt x="181646" y="629599"/>
                    <a:pt x="181209" y="629768"/>
                  </a:cubicBezTo>
                  <a:cubicBezTo>
                    <a:pt x="180771" y="629902"/>
                    <a:pt x="175993" y="634107"/>
                    <a:pt x="175420" y="634679"/>
                  </a:cubicBezTo>
                  <a:cubicBezTo>
                    <a:pt x="174848" y="635251"/>
                    <a:pt x="171079" y="638312"/>
                    <a:pt x="170338" y="638749"/>
                  </a:cubicBezTo>
                  <a:cubicBezTo>
                    <a:pt x="169598" y="639187"/>
                    <a:pt x="166872" y="642382"/>
                    <a:pt x="166872" y="642382"/>
                  </a:cubicBezTo>
                  <a:cubicBezTo>
                    <a:pt x="166872" y="642382"/>
                    <a:pt x="161521" y="647159"/>
                    <a:pt x="160646" y="647597"/>
                  </a:cubicBezTo>
                  <a:cubicBezTo>
                    <a:pt x="159771" y="648034"/>
                    <a:pt x="156304" y="648909"/>
                    <a:pt x="156002" y="649480"/>
                  </a:cubicBezTo>
                  <a:cubicBezTo>
                    <a:pt x="155699" y="650052"/>
                    <a:pt x="155429" y="653820"/>
                    <a:pt x="155429" y="653820"/>
                  </a:cubicBezTo>
                  <a:cubicBezTo>
                    <a:pt x="155429" y="653820"/>
                    <a:pt x="155867" y="656713"/>
                    <a:pt x="155867" y="657285"/>
                  </a:cubicBezTo>
                  <a:cubicBezTo>
                    <a:pt x="155867" y="657857"/>
                    <a:pt x="155160" y="661624"/>
                    <a:pt x="154723" y="662062"/>
                  </a:cubicBezTo>
                  <a:cubicBezTo>
                    <a:pt x="154285" y="662499"/>
                    <a:pt x="152973" y="666401"/>
                    <a:pt x="152973" y="666401"/>
                  </a:cubicBezTo>
                  <a:lnTo>
                    <a:pt x="152838" y="667108"/>
                  </a:lnTo>
                  <a:cubicBezTo>
                    <a:pt x="152838" y="667108"/>
                    <a:pt x="151828" y="670438"/>
                    <a:pt x="151694" y="671010"/>
                  </a:cubicBezTo>
                  <a:cubicBezTo>
                    <a:pt x="151559" y="671582"/>
                    <a:pt x="151256" y="674037"/>
                    <a:pt x="151559" y="674777"/>
                  </a:cubicBezTo>
                  <a:cubicBezTo>
                    <a:pt x="151828" y="675484"/>
                    <a:pt x="152131" y="677536"/>
                    <a:pt x="152569" y="677805"/>
                  </a:cubicBezTo>
                  <a:cubicBezTo>
                    <a:pt x="153006" y="678108"/>
                    <a:pt x="153006" y="678949"/>
                    <a:pt x="153881" y="680833"/>
                  </a:cubicBezTo>
                  <a:cubicBezTo>
                    <a:pt x="154756" y="682716"/>
                    <a:pt x="160545" y="686484"/>
                    <a:pt x="160545" y="687056"/>
                  </a:cubicBezTo>
                  <a:cubicBezTo>
                    <a:pt x="160545" y="687628"/>
                    <a:pt x="162430" y="689512"/>
                    <a:pt x="162430" y="689512"/>
                  </a:cubicBezTo>
                  <a:lnTo>
                    <a:pt x="169262" y="691833"/>
                  </a:lnTo>
                  <a:lnTo>
                    <a:pt x="174613" y="691530"/>
                  </a:lnTo>
                  <a:lnTo>
                    <a:pt x="178517" y="692842"/>
                  </a:lnTo>
                  <a:lnTo>
                    <a:pt x="180670" y="695163"/>
                  </a:lnTo>
                  <a:lnTo>
                    <a:pt x="187469" y="695600"/>
                  </a:lnTo>
                  <a:cubicBezTo>
                    <a:pt x="187469" y="695600"/>
                    <a:pt x="190800" y="697181"/>
                    <a:pt x="190800" y="697787"/>
                  </a:cubicBezTo>
                  <a:cubicBezTo>
                    <a:pt x="190800" y="698359"/>
                    <a:pt x="187603" y="701420"/>
                    <a:pt x="187031" y="701420"/>
                  </a:cubicBezTo>
                  <a:cubicBezTo>
                    <a:pt x="186459" y="701420"/>
                    <a:pt x="185012" y="702867"/>
                    <a:pt x="185012" y="702867"/>
                  </a:cubicBezTo>
                  <a:lnTo>
                    <a:pt x="183262" y="705760"/>
                  </a:lnTo>
                  <a:lnTo>
                    <a:pt x="182387" y="709662"/>
                  </a:lnTo>
                  <a:lnTo>
                    <a:pt x="184406" y="712992"/>
                  </a:lnTo>
                  <a:lnTo>
                    <a:pt x="191642" y="713127"/>
                  </a:lnTo>
                  <a:lnTo>
                    <a:pt x="192954" y="712555"/>
                  </a:lnTo>
                  <a:lnTo>
                    <a:pt x="193964" y="712858"/>
                  </a:lnTo>
                  <a:cubicBezTo>
                    <a:pt x="193964" y="712858"/>
                    <a:pt x="194973" y="714607"/>
                    <a:pt x="194973" y="715044"/>
                  </a:cubicBezTo>
                  <a:cubicBezTo>
                    <a:pt x="194973" y="715481"/>
                    <a:pt x="194536" y="717937"/>
                    <a:pt x="194536" y="717937"/>
                  </a:cubicBezTo>
                  <a:lnTo>
                    <a:pt x="194402" y="719821"/>
                  </a:lnTo>
                  <a:lnTo>
                    <a:pt x="196858" y="720830"/>
                  </a:lnTo>
                  <a:lnTo>
                    <a:pt x="197868" y="722277"/>
                  </a:lnTo>
                  <a:lnTo>
                    <a:pt x="199180" y="725304"/>
                  </a:lnTo>
                  <a:cubicBezTo>
                    <a:pt x="199180" y="725304"/>
                    <a:pt x="199046" y="727625"/>
                    <a:pt x="199483" y="727760"/>
                  </a:cubicBezTo>
                  <a:cubicBezTo>
                    <a:pt x="199921" y="727894"/>
                    <a:pt x="199921" y="728769"/>
                    <a:pt x="200796" y="729341"/>
                  </a:cubicBezTo>
                  <a:cubicBezTo>
                    <a:pt x="201671" y="729913"/>
                    <a:pt x="202243" y="730216"/>
                    <a:pt x="203825" y="730518"/>
                  </a:cubicBezTo>
                  <a:cubicBezTo>
                    <a:pt x="205407" y="730821"/>
                    <a:pt x="210623" y="730216"/>
                    <a:pt x="210623" y="730216"/>
                  </a:cubicBezTo>
                  <a:cubicBezTo>
                    <a:pt x="210623" y="730216"/>
                    <a:pt x="211633" y="730081"/>
                    <a:pt x="213248" y="729913"/>
                  </a:cubicBezTo>
                  <a:cubicBezTo>
                    <a:pt x="214830" y="729778"/>
                    <a:pt x="216445" y="729610"/>
                    <a:pt x="217590" y="729341"/>
                  </a:cubicBezTo>
                  <a:cubicBezTo>
                    <a:pt x="218734" y="729072"/>
                    <a:pt x="217892" y="727154"/>
                    <a:pt x="217892" y="727154"/>
                  </a:cubicBezTo>
                  <a:lnTo>
                    <a:pt x="220518" y="724127"/>
                  </a:lnTo>
                  <a:lnTo>
                    <a:pt x="219070" y="720225"/>
                  </a:lnTo>
                  <a:lnTo>
                    <a:pt x="219070" y="716894"/>
                  </a:lnTo>
                  <a:lnTo>
                    <a:pt x="220955" y="714640"/>
                  </a:lnTo>
                  <a:lnTo>
                    <a:pt x="223715" y="714270"/>
                  </a:lnTo>
                  <a:lnTo>
                    <a:pt x="226912" y="714270"/>
                  </a:lnTo>
                  <a:lnTo>
                    <a:pt x="229974" y="714136"/>
                  </a:lnTo>
                  <a:cubicBezTo>
                    <a:pt x="229974" y="714136"/>
                    <a:pt x="230984" y="713699"/>
                    <a:pt x="230984" y="713261"/>
                  </a:cubicBezTo>
                  <a:cubicBezTo>
                    <a:pt x="230984" y="712824"/>
                    <a:pt x="232128" y="711815"/>
                    <a:pt x="232128" y="710368"/>
                  </a:cubicBezTo>
                  <a:cubicBezTo>
                    <a:pt x="232128" y="708922"/>
                    <a:pt x="233138" y="707038"/>
                    <a:pt x="233138" y="707038"/>
                  </a:cubicBezTo>
                  <a:cubicBezTo>
                    <a:pt x="233138" y="707038"/>
                    <a:pt x="233138" y="706735"/>
                    <a:pt x="232431" y="706735"/>
                  </a:cubicBezTo>
                  <a:cubicBezTo>
                    <a:pt x="231724" y="706735"/>
                    <a:pt x="228662" y="703270"/>
                    <a:pt x="228662" y="703270"/>
                  </a:cubicBezTo>
                  <a:cubicBezTo>
                    <a:pt x="228662" y="703270"/>
                    <a:pt x="228224" y="701958"/>
                    <a:pt x="228965" y="701252"/>
                  </a:cubicBezTo>
                  <a:cubicBezTo>
                    <a:pt x="229672" y="700545"/>
                    <a:pt x="231152" y="699671"/>
                    <a:pt x="231152" y="699671"/>
                  </a:cubicBezTo>
                  <a:lnTo>
                    <a:pt x="234047" y="699805"/>
                  </a:lnTo>
                  <a:lnTo>
                    <a:pt x="236806" y="700377"/>
                  </a:lnTo>
                  <a:lnTo>
                    <a:pt x="238994" y="700949"/>
                  </a:lnTo>
                  <a:lnTo>
                    <a:pt x="241753" y="702530"/>
                  </a:lnTo>
                  <a:lnTo>
                    <a:pt x="241753" y="708182"/>
                  </a:lnTo>
                  <a:lnTo>
                    <a:pt x="240744" y="711075"/>
                  </a:lnTo>
                  <a:lnTo>
                    <a:pt x="240475" y="713833"/>
                  </a:lnTo>
                  <a:cubicBezTo>
                    <a:pt x="240475" y="713833"/>
                    <a:pt x="244109" y="716423"/>
                    <a:pt x="244951" y="716592"/>
                  </a:cubicBezTo>
                  <a:cubicBezTo>
                    <a:pt x="245826" y="716726"/>
                    <a:pt x="247408" y="716020"/>
                    <a:pt x="247710" y="715448"/>
                  </a:cubicBezTo>
                  <a:cubicBezTo>
                    <a:pt x="248013" y="714876"/>
                    <a:pt x="248585" y="714136"/>
                    <a:pt x="248585" y="712252"/>
                  </a:cubicBezTo>
                  <a:cubicBezTo>
                    <a:pt x="248585" y="710368"/>
                    <a:pt x="248854" y="709359"/>
                    <a:pt x="248854" y="709359"/>
                  </a:cubicBezTo>
                  <a:lnTo>
                    <a:pt x="251312" y="707610"/>
                  </a:lnTo>
                  <a:lnTo>
                    <a:pt x="253768" y="709494"/>
                  </a:lnTo>
                  <a:lnTo>
                    <a:pt x="254071" y="713127"/>
                  </a:lnTo>
                  <a:lnTo>
                    <a:pt x="253061" y="716020"/>
                  </a:lnTo>
                  <a:lnTo>
                    <a:pt x="252052" y="719350"/>
                  </a:lnTo>
                  <a:lnTo>
                    <a:pt x="252927" y="719922"/>
                  </a:lnTo>
                  <a:lnTo>
                    <a:pt x="253499" y="722108"/>
                  </a:lnTo>
                  <a:lnTo>
                    <a:pt x="253364" y="723689"/>
                  </a:lnTo>
                  <a:lnTo>
                    <a:pt x="252657" y="725136"/>
                  </a:lnTo>
                  <a:lnTo>
                    <a:pt x="249629" y="727457"/>
                  </a:lnTo>
                  <a:lnTo>
                    <a:pt x="247004" y="730653"/>
                  </a:lnTo>
                  <a:lnTo>
                    <a:pt x="245859" y="731225"/>
                  </a:lnTo>
                  <a:lnTo>
                    <a:pt x="242090" y="731662"/>
                  </a:lnTo>
                  <a:lnTo>
                    <a:pt x="240643" y="732234"/>
                  </a:lnTo>
                  <a:lnTo>
                    <a:pt x="238758" y="733243"/>
                  </a:lnTo>
                  <a:cubicBezTo>
                    <a:pt x="238758" y="733243"/>
                    <a:pt x="235730" y="734252"/>
                    <a:pt x="235561" y="734690"/>
                  </a:cubicBezTo>
                  <a:cubicBezTo>
                    <a:pt x="235426" y="735127"/>
                    <a:pt x="233676" y="736708"/>
                    <a:pt x="233676" y="736708"/>
                  </a:cubicBezTo>
                  <a:cubicBezTo>
                    <a:pt x="233676" y="736708"/>
                    <a:pt x="231489" y="738020"/>
                    <a:pt x="231489" y="738457"/>
                  </a:cubicBezTo>
                  <a:cubicBezTo>
                    <a:pt x="231489" y="738895"/>
                    <a:pt x="229739" y="740476"/>
                    <a:pt x="229301" y="740778"/>
                  </a:cubicBezTo>
                  <a:cubicBezTo>
                    <a:pt x="228864" y="741081"/>
                    <a:pt x="228864" y="743100"/>
                    <a:pt x="228426" y="743671"/>
                  </a:cubicBezTo>
                  <a:cubicBezTo>
                    <a:pt x="227989" y="744243"/>
                    <a:pt x="227417" y="744546"/>
                    <a:pt x="226845" y="744546"/>
                  </a:cubicBezTo>
                  <a:cubicBezTo>
                    <a:pt x="226272" y="744546"/>
                    <a:pt x="225835" y="742797"/>
                    <a:pt x="224522" y="742090"/>
                  </a:cubicBezTo>
                  <a:cubicBezTo>
                    <a:pt x="223210" y="741384"/>
                    <a:pt x="221628" y="739063"/>
                    <a:pt x="220753" y="739769"/>
                  </a:cubicBezTo>
                  <a:cubicBezTo>
                    <a:pt x="219878" y="740476"/>
                    <a:pt x="217286" y="741956"/>
                    <a:pt x="217286" y="741956"/>
                  </a:cubicBezTo>
                  <a:cubicBezTo>
                    <a:pt x="217286" y="741956"/>
                    <a:pt x="215099" y="742528"/>
                    <a:pt x="213955" y="742830"/>
                  </a:cubicBezTo>
                  <a:cubicBezTo>
                    <a:pt x="212811" y="743133"/>
                    <a:pt x="210489" y="743268"/>
                    <a:pt x="210185" y="743840"/>
                  </a:cubicBezTo>
                  <a:cubicBezTo>
                    <a:pt x="209883" y="744411"/>
                    <a:pt x="208301" y="746161"/>
                    <a:pt x="208301" y="747473"/>
                  </a:cubicBezTo>
                  <a:cubicBezTo>
                    <a:pt x="208301" y="748785"/>
                    <a:pt x="207729" y="750938"/>
                    <a:pt x="207729" y="750938"/>
                  </a:cubicBezTo>
                  <a:cubicBezTo>
                    <a:pt x="207729" y="750938"/>
                    <a:pt x="207998" y="753965"/>
                    <a:pt x="207998" y="754571"/>
                  </a:cubicBezTo>
                  <a:cubicBezTo>
                    <a:pt x="207998" y="755176"/>
                    <a:pt x="208435" y="760222"/>
                    <a:pt x="208435" y="760794"/>
                  </a:cubicBezTo>
                  <a:cubicBezTo>
                    <a:pt x="208435" y="761366"/>
                    <a:pt x="209614" y="763687"/>
                    <a:pt x="209614" y="763687"/>
                  </a:cubicBezTo>
                  <a:lnTo>
                    <a:pt x="213080" y="767757"/>
                  </a:lnTo>
                  <a:lnTo>
                    <a:pt x="214089" y="769305"/>
                  </a:lnTo>
                  <a:lnTo>
                    <a:pt x="216849" y="774956"/>
                  </a:lnTo>
                  <a:lnTo>
                    <a:pt x="219440" y="778589"/>
                  </a:lnTo>
                  <a:lnTo>
                    <a:pt x="219777" y="782660"/>
                  </a:lnTo>
                  <a:lnTo>
                    <a:pt x="223513" y="782088"/>
                  </a:lnTo>
                  <a:lnTo>
                    <a:pt x="227282" y="782088"/>
                  </a:lnTo>
                  <a:lnTo>
                    <a:pt x="232701" y="782155"/>
                  </a:lnTo>
                  <a:cubicBezTo>
                    <a:pt x="232701" y="782155"/>
                    <a:pt x="238153" y="782727"/>
                    <a:pt x="238422" y="782727"/>
                  </a:cubicBezTo>
                  <a:cubicBezTo>
                    <a:pt x="238691" y="782727"/>
                    <a:pt x="240104" y="782727"/>
                    <a:pt x="241047" y="782660"/>
                  </a:cubicBezTo>
                  <a:cubicBezTo>
                    <a:pt x="241989" y="782593"/>
                    <a:pt x="243133" y="782660"/>
                    <a:pt x="243638" y="782458"/>
                  </a:cubicBezTo>
                  <a:cubicBezTo>
                    <a:pt x="244143" y="782256"/>
                    <a:pt x="244782" y="781516"/>
                    <a:pt x="244782" y="781516"/>
                  </a:cubicBezTo>
                  <a:lnTo>
                    <a:pt x="246297" y="779935"/>
                  </a:lnTo>
                  <a:cubicBezTo>
                    <a:pt x="246297" y="779935"/>
                    <a:pt x="248114" y="779128"/>
                    <a:pt x="248316" y="778858"/>
                  </a:cubicBezTo>
                  <a:cubicBezTo>
                    <a:pt x="248552" y="778556"/>
                    <a:pt x="250571" y="777715"/>
                    <a:pt x="250571" y="777715"/>
                  </a:cubicBezTo>
                  <a:cubicBezTo>
                    <a:pt x="250571" y="777715"/>
                    <a:pt x="253095" y="776268"/>
                    <a:pt x="253331" y="776268"/>
                  </a:cubicBezTo>
                  <a:cubicBezTo>
                    <a:pt x="253566" y="776268"/>
                    <a:pt x="253970" y="778287"/>
                    <a:pt x="254206" y="779094"/>
                  </a:cubicBezTo>
                  <a:cubicBezTo>
                    <a:pt x="254441" y="779901"/>
                    <a:pt x="255788" y="780540"/>
                    <a:pt x="255788" y="780540"/>
                  </a:cubicBezTo>
                  <a:lnTo>
                    <a:pt x="258614" y="781281"/>
                  </a:lnTo>
                  <a:cubicBezTo>
                    <a:pt x="258614" y="781281"/>
                    <a:pt x="260297" y="780540"/>
                    <a:pt x="260499" y="780406"/>
                  </a:cubicBezTo>
                  <a:cubicBezTo>
                    <a:pt x="260701" y="780271"/>
                    <a:pt x="261509" y="779329"/>
                    <a:pt x="262014" y="778959"/>
                  </a:cubicBezTo>
                  <a:cubicBezTo>
                    <a:pt x="262518" y="778589"/>
                    <a:pt x="263326" y="778388"/>
                    <a:pt x="263394" y="778152"/>
                  </a:cubicBezTo>
                  <a:cubicBezTo>
                    <a:pt x="263461" y="777950"/>
                    <a:pt x="264840" y="777076"/>
                    <a:pt x="265581" y="776470"/>
                  </a:cubicBezTo>
                  <a:cubicBezTo>
                    <a:pt x="266321" y="775898"/>
                    <a:pt x="266523" y="775158"/>
                    <a:pt x="267163" y="774654"/>
                  </a:cubicBezTo>
                  <a:cubicBezTo>
                    <a:pt x="267802" y="774149"/>
                    <a:pt x="268846" y="773947"/>
                    <a:pt x="269047" y="773577"/>
                  </a:cubicBezTo>
                  <a:cubicBezTo>
                    <a:pt x="269249" y="773207"/>
                    <a:pt x="270999" y="773005"/>
                    <a:pt x="270999" y="773005"/>
                  </a:cubicBezTo>
                  <a:cubicBezTo>
                    <a:pt x="270999" y="773005"/>
                    <a:pt x="272379" y="772938"/>
                    <a:pt x="272884" y="772871"/>
                  </a:cubicBezTo>
                  <a:cubicBezTo>
                    <a:pt x="273389" y="772803"/>
                    <a:pt x="275072" y="772736"/>
                    <a:pt x="275846" y="772366"/>
                  </a:cubicBezTo>
                  <a:cubicBezTo>
                    <a:pt x="276653" y="771996"/>
                    <a:pt x="277427" y="771794"/>
                    <a:pt x="278437" y="771357"/>
                  </a:cubicBezTo>
                  <a:cubicBezTo>
                    <a:pt x="279447" y="770920"/>
                    <a:pt x="279884" y="770920"/>
                    <a:pt x="280456" y="770650"/>
                  </a:cubicBezTo>
                  <a:cubicBezTo>
                    <a:pt x="281028" y="770348"/>
                    <a:pt x="282206" y="770718"/>
                    <a:pt x="282408" y="770348"/>
                  </a:cubicBezTo>
                  <a:cubicBezTo>
                    <a:pt x="282610" y="769978"/>
                    <a:pt x="284663" y="769103"/>
                    <a:pt x="285437" y="768262"/>
                  </a:cubicBezTo>
                  <a:cubicBezTo>
                    <a:pt x="286245" y="767387"/>
                    <a:pt x="287759" y="768195"/>
                    <a:pt x="289577" y="768262"/>
                  </a:cubicBezTo>
                  <a:cubicBezTo>
                    <a:pt x="291394" y="768329"/>
                    <a:pt x="291596" y="769406"/>
                    <a:pt x="292471" y="769708"/>
                  </a:cubicBezTo>
                  <a:cubicBezTo>
                    <a:pt x="293346" y="770011"/>
                    <a:pt x="293548" y="772332"/>
                    <a:pt x="293615" y="772736"/>
                  </a:cubicBezTo>
                  <a:cubicBezTo>
                    <a:pt x="293683" y="773173"/>
                    <a:pt x="293615" y="774048"/>
                    <a:pt x="293413" y="774822"/>
                  </a:cubicBezTo>
                  <a:cubicBezTo>
                    <a:pt x="293211" y="775629"/>
                    <a:pt x="291596" y="776571"/>
                    <a:pt x="290788" y="777008"/>
                  </a:cubicBezTo>
                  <a:cubicBezTo>
                    <a:pt x="289981" y="777446"/>
                    <a:pt x="289543" y="779329"/>
                    <a:pt x="289543" y="779531"/>
                  </a:cubicBezTo>
                  <a:cubicBezTo>
                    <a:pt x="289543" y="779733"/>
                    <a:pt x="290856" y="781482"/>
                    <a:pt x="290856" y="781482"/>
                  </a:cubicBezTo>
                  <a:lnTo>
                    <a:pt x="292605" y="783568"/>
                  </a:lnTo>
                  <a:cubicBezTo>
                    <a:pt x="292605" y="783568"/>
                    <a:pt x="293683" y="788580"/>
                    <a:pt x="293716" y="788849"/>
                  </a:cubicBezTo>
                  <a:cubicBezTo>
                    <a:pt x="293716" y="789152"/>
                    <a:pt x="294221" y="790363"/>
                    <a:pt x="294221" y="790666"/>
                  </a:cubicBezTo>
                  <a:cubicBezTo>
                    <a:pt x="294221" y="790969"/>
                    <a:pt x="295971" y="793256"/>
                    <a:pt x="296240" y="793424"/>
                  </a:cubicBezTo>
                  <a:cubicBezTo>
                    <a:pt x="296543" y="793559"/>
                    <a:pt x="297317" y="794232"/>
                    <a:pt x="297687" y="794366"/>
                  </a:cubicBezTo>
                  <a:cubicBezTo>
                    <a:pt x="298057" y="794501"/>
                    <a:pt x="299202" y="796755"/>
                    <a:pt x="299269" y="797058"/>
                  </a:cubicBezTo>
                  <a:cubicBezTo>
                    <a:pt x="299336" y="797360"/>
                    <a:pt x="299336" y="798874"/>
                    <a:pt x="299336" y="799143"/>
                  </a:cubicBezTo>
                  <a:cubicBezTo>
                    <a:pt x="299336" y="799446"/>
                    <a:pt x="298832" y="800287"/>
                    <a:pt x="298461" y="800724"/>
                  </a:cubicBezTo>
                  <a:cubicBezTo>
                    <a:pt x="298091" y="801162"/>
                    <a:pt x="296779" y="801666"/>
                    <a:pt x="296442" y="802238"/>
                  </a:cubicBezTo>
                  <a:cubicBezTo>
                    <a:pt x="296072" y="802810"/>
                    <a:pt x="294120" y="804996"/>
                    <a:pt x="293851" y="805266"/>
                  </a:cubicBezTo>
                  <a:cubicBezTo>
                    <a:pt x="293548" y="805568"/>
                    <a:pt x="293851" y="806712"/>
                    <a:pt x="293851" y="806914"/>
                  </a:cubicBezTo>
                  <a:cubicBezTo>
                    <a:pt x="293851" y="807116"/>
                    <a:pt x="294793" y="809100"/>
                    <a:pt x="294995" y="809302"/>
                  </a:cubicBezTo>
                  <a:cubicBezTo>
                    <a:pt x="295231" y="809538"/>
                    <a:pt x="298192" y="812128"/>
                    <a:pt x="298192" y="812128"/>
                  </a:cubicBezTo>
                  <a:cubicBezTo>
                    <a:pt x="298192" y="812128"/>
                    <a:pt x="300279" y="812868"/>
                    <a:pt x="300515" y="813003"/>
                  </a:cubicBezTo>
                  <a:cubicBezTo>
                    <a:pt x="300750" y="813137"/>
                    <a:pt x="301221" y="816266"/>
                    <a:pt x="301221" y="816266"/>
                  </a:cubicBezTo>
                  <a:cubicBezTo>
                    <a:pt x="301221" y="816266"/>
                    <a:pt x="300784" y="821850"/>
                    <a:pt x="300144" y="822354"/>
                  </a:cubicBezTo>
                  <a:cubicBezTo>
                    <a:pt x="299505" y="822859"/>
                    <a:pt x="299572" y="824877"/>
                    <a:pt x="299572" y="825618"/>
                  </a:cubicBezTo>
                  <a:cubicBezTo>
                    <a:pt x="299572" y="826358"/>
                    <a:pt x="300582" y="827367"/>
                    <a:pt x="300885" y="827636"/>
                  </a:cubicBezTo>
                  <a:cubicBezTo>
                    <a:pt x="301188" y="827939"/>
                    <a:pt x="303846" y="829957"/>
                    <a:pt x="304082" y="830226"/>
                  </a:cubicBezTo>
                  <a:cubicBezTo>
                    <a:pt x="304284" y="830529"/>
                    <a:pt x="305327" y="831101"/>
                    <a:pt x="306606" y="831740"/>
                  </a:cubicBezTo>
                  <a:cubicBezTo>
                    <a:pt x="307918" y="832379"/>
                    <a:pt x="308423" y="833624"/>
                    <a:pt x="309433" y="834566"/>
                  </a:cubicBezTo>
                  <a:cubicBezTo>
                    <a:pt x="310443" y="835508"/>
                    <a:pt x="310510" y="837324"/>
                    <a:pt x="310510" y="837526"/>
                  </a:cubicBezTo>
                  <a:cubicBezTo>
                    <a:pt x="310510" y="837728"/>
                    <a:pt x="312024" y="838670"/>
                    <a:pt x="312024" y="838670"/>
                  </a:cubicBezTo>
                  <a:cubicBezTo>
                    <a:pt x="312024" y="838670"/>
                    <a:pt x="314784" y="839679"/>
                    <a:pt x="314986" y="839679"/>
                  </a:cubicBezTo>
                  <a:cubicBezTo>
                    <a:pt x="315188" y="839679"/>
                    <a:pt x="318890" y="842067"/>
                    <a:pt x="319025" y="842370"/>
                  </a:cubicBezTo>
                  <a:cubicBezTo>
                    <a:pt x="319159" y="842673"/>
                    <a:pt x="319327" y="843379"/>
                    <a:pt x="319596" y="843817"/>
                  </a:cubicBezTo>
                  <a:cubicBezTo>
                    <a:pt x="319899" y="844254"/>
                    <a:pt x="323568" y="847382"/>
                    <a:pt x="323568" y="847382"/>
                  </a:cubicBezTo>
                  <a:cubicBezTo>
                    <a:pt x="323568" y="847382"/>
                    <a:pt x="330534" y="847382"/>
                    <a:pt x="330736" y="847517"/>
                  </a:cubicBezTo>
                  <a:cubicBezTo>
                    <a:pt x="330938" y="847652"/>
                    <a:pt x="332991" y="850107"/>
                    <a:pt x="334304" y="851049"/>
                  </a:cubicBezTo>
                  <a:cubicBezTo>
                    <a:pt x="335616" y="851991"/>
                    <a:pt x="337366" y="853370"/>
                    <a:pt x="337770" y="853740"/>
                  </a:cubicBezTo>
                  <a:cubicBezTo>
                    <a:pt x="338208" y="854110"/>
                    <a:pt x="339857" y="855422"/>
                    <a:pt x="341909" y="856701"/>
                  </a:cubicBezTo>
                  <a:cubicBezTo>
                    <a:pt x="343929" y="858013"/>
                    <a:pt x="344232" y="857945"/>
                    <a:pt x="346251" y="858652"/>
                  </a:cubicBezTo>
                  <a:cubicBezTo>
                    <a:pt x="348270" y="859392"/>
                    <a:pt x="347698" y="858517"/>
                    <a:pt x="348270" y="858214"/>
                  </a:cubicBezTo>
                  <a:cubicBezTo>
                    <a:pt x="348843" y="857912"/>
                    <a:pt x="349785" y="857508"/>
                    <a:pt x="349953" y="857272"/>
                  </a:cubicBezTo>
                  <a:cubicBezTo>
                    <a:pt x="350088" y="857071"/>
                    <a:pt x="352040" y="855389"/>
                    <a:pt x="353083" y="854514"/>
                  </a:cubicBezTo>
                  <a:cubicBezTo>
                    <a:pt x="354092" y="853639"/>
                    <a:pt x="356347" y="851756"/>
                    <a:pt x="357492" y="850982"/>
                  </a:cubicBezTo>
                  <a:cubicBezTo>
                    <a:pt x="358669" y="850175"/>
                    <a:pt x="360756" y="850679"/>
                    <a:pt x="360958" y="850679"/>
                  </a:cubicBezTo>
                  <a:cubicBezTo>
                    <a:pt x="361193" y="850679"/>
                    <a:pt x="364357" y="851251"/>
                    <a:pt x="365300" y="851318"/>
                  </a:cubicBezTo>
                  <a:cubicBezTo>
                    <a:pt x="366242" y="851386"/>
                    <a:pt x="369002" y="851621"/>
                    <a:pt x="369002" y="851621"/>
                  </a:cubicBezTo>
                  <a:lnTo>
                    <a:pt x="371256" y="851419"/>
                  </a:lnTo>
                  <a:lnTo>
                    <a:pt x="373511" y="850679"/>
                  </a:lnTo>
                  <a:lnTo>
                    <a:pt x="373713" y="846844"/>
                  </a:lnTo>
                  <a:cubicBezTo>
                    <a:pt x="373713" y="846844"/>
                    <a:pt x="372905" y="844523"/>
                    <a:pt x="372771" y="843817"/>
                  </a:cubicBezTo>
                  <a:cubicBezTo>
                    <a:pt x="372636" y="843077"/>
                    <a:pt x="372266" y="841866"/>
                    <a:pt x="372333" y="840856"/>
                  </a:cubicBezTo>
                  <a:cubicBezTo>
                    <a:pt x="372401" y="839847"/>
                    <a:pt x="373040" y="838905"/>
                    <a:pt x="373343" y="838333"/>
                  </a:cubicBezTo>
                  <a:cubicBezTo>
                    <a:pt x="373646" y="837761"/>
                    <a:pt x="374655" y="837324"/>
                    <a:pt x="374925" y="837089"/>
                  </a:cubicBezTo>
                  <a:cubicBezTo>
                    <a:pt x="375194" y="836887"/>
                    <a:pt x="376237" y="837089"/>
                    <a:pt x="376506" y="837156"/>
                  </a:cubicBezTo>
                  <a:cubicBezTo>
                    <a:pt x="376776" y="837223"/>
                    <a:pt x="377752" y="837728"/>
                    <a:pt x="377752" y="837728"/>
                  </a:cubicBezTo>
                  <a:cubicBezTo>
                    <a:pt x="377752" y="837728"/>
                    <a:pt x="380579" y="839477"/>
                    <a:pt x="380781" y="839612"/>
                  </a:cubicBezTo>
                  <a:cubicBezTo>
                    <a:pt x="381016" y="839746"/>
                    <a:pt x="383406" y="841866"/>
                    <a:pt x="383675" y="841866"/>
                  </a:cubicBezTo>
                  <a:cubicBezTo>
                    <a:pt x="383978" y="841866"/>
                    <a:pt x="386872" y="843009"/>
                    <a:pt x="387141" y="843009"/>
                  </a:cubicBezTo>
                  <a:cubicBezTo>
                    <a:pt x="387411" y="843009"/>
                    <a:pt x="388454" y="844523"/>
                    <a:pt x="388454" y="844523"/>
                  </a:cubicBezTo>
                  <a:cubicBezTo>
                    <a:pt x="388454" y="844523"/>
                    <a:pt x="388588" y="846609"/>
                    <a:pt x="388891" y="847853"/>
                  </a:cubicBezTo>
                  <a:cubicBezTo>
                    <a:pt x="389161" y="849098"/>
                    <a:pt x="389834" y="849670"/>
                    <a:pt x="390204" y="850612"/>
                  </a:cubicBezTo>
                  <a:cubicBezTo>
                    <a:pt x="390574" y="851554"/>
                    <a:pt x="391718" y="853438"/>
                    <a:pt x="391886" y="853639"/>
                  </a:cubicBezTo>
                  <a:cubicBezTo>
                    <a:pt x="392021" y="853841"/>
                    <a:pt x="393603" y="855456"/>
                    <a:pt x="393603" y="855456"/>
                  </a:cubicBezTo>
                  <a:cubicBezTo>
                    <a:pt x="393603" y="855456"/>
                    <a:pt x="396228" y="855523"/>
                    <a:pt x="397002" y="855321"/>
                  </a:cubicBezTo>
                  <a:cubicBezTo>
                    <a:pt x="397810" y="855086"/>
                    <a:pt x="400199" y="854379"/>
                    <a:pt x="400401" y="854312"/>
                  </a:cubicBezTo>
                  <a:cubicBezTo>
                    <a:pt x="400603" y="854245"/>
                    <a:pt x="403295" y="853572"/>
                    <a:pt x="403295" y="853572"/>
                  </a:cubicBezTo>
                  <a:lnTo>
                    <a:pt x="406695" y="853269"/>
                  </a:lnTo>
                  <a:cubicBezTo>
                    <a:pt x="406695" y="853269"/>
                    <a:pt x="411272" y="851386"/>
                    <a:pt x="411608" y="851386"/>
                  </a:cubicBezTo>
                  <a:cubicBezTo>
                    <a:pt x="411979" y="851386"/>
                    <a:pt x="414570" y="850309"/>
                    <a:pt x="414570" y="850309"/>
                  </a:cubicBezTo>
                  <a:lnTo>
                    <a:pt x="418272" y="846844"/>
                  </a:lnTo>
                  <a:lnTo>
                    <a:pt x="421604" y="844658"/>
                  </a:lnTo>
                  <a:cubicBezTo>
                    <a:pt x="421604" y="844658"/>
                    <a:pt x="423488" y="841260"/>
                    <a:pt x="423556" y="840957"/>
                  </a:cubicBezTo>
                  <a:cubicBezTo>
                    <a:pt x="423623" y="840654"/>
                    <a:pt x="426315" y="837492"/>
                    <a:pt x="426686" y="836988"/>
                  </a:cubicBezTo>
                  <a:cubicBezTo>
                    <a:pt x="427056" y="836483"/>
                    <a:pt x="429008" y="835911"/>
                    <a:pt x="429378" y="835609"/>
                  </a:cubicBezTo>
                  <a:cubicBezTo>
                    <a:pt x="429748" y="835306"/>
                    <a:pt x="431700" y="834364"/>
                    <a:pt x="432407" y="834027"/>
                  </a:cubicBezTo>
                  <a:cubicBezTo>
                    <a:pt x="433147" y="833657"/>
                    <a:pt x="435032" y="833086"/>
                    <a:pt x="436311" y="832951"/>
                  </a:cubicBezTo>
                  <a:cubicBezTo>
                    <a:pt x="437623" y="832816"/>
                    <a:pt x="438902" y="832446"/>
                    <a:pt x="438902" y="832446"/>
                  </a:cubicBezTo>
                  <a:cubicBezTo>
                    <a:pt x="438902" y="832446"/>
                    <a:pt x="441157" y="832446"/>
                    <a:pt x="441662" y="832446"/>
                  </a:cubicBezTo>
                  <a:cubicBezTo>
                    <a:pt x="442167" y="832446"/>
                    <a:pt x="443681" y="833657"/>
                    <a:pt x="443681" y="833657"/>
                  </a:cubicBezTo>
                  <a:lnTo>
                    <a:pt x="443816" y="835575"/>
                  </a:lnTo>
                  <a:lnTo>
                    <a:pt x="442738" y="837526"/>
                  </a:lnTo>
                  <a:lnTo>
                    <a:pt x="441662" y="842807"/>
                  </a:lnTo>
                  <a:lnTo>
                    <a:pt x="442167" y="847012"/>
                  </a:lnTo>
                  <a:cubicBezTo>
                    <a:pt x="442167" y="847012"/>
                    <a:pt x="442604" y="852462"/>
                    <a:pt x="442537" y="852664"/>
                  </a:cubicBezTo>
                  <a:cubicBezTo>
                    <a:pt x="442469" y="852899"/>
                    <a:pt x="444792" y="855490"/>
                    <a:pt x="445061" y="855725"/>
                  </a:cubicBezTo>
                  <a:cubicBezTo>
                    <a:pt x="445364" y="855927"/>
                    <a:pt x="448258" y="859055"/>
                    <a:pt x="448258" y="859055"/>
                  </a:cubicBezTo>
                  <a:lnTo>
                    <a:pt x="453037" y="863193"/>
                  </a:lnTo>
                  <a:lnTo>
                    <a:pt x="460273" y="868037"/>
                  </a:lnTo>
                  <a:lnTo>
                    <a:pt x="470335" y="870560"/>
                  </a:lnTo>
                  <a:cubicBezTo>
                    <a:pt x="470335" y="870560"/>
                    <a:pt x="476629" y="871569"/>
                    <a:pt x="476932" y="871569"/>
                  </a:cubicBezTo>
                  <a:cubicBezTo>
                    <a:pt x="477234" y="871569"/>
                    <a:pt x="481004" y="872309"/>
                    <a:pt x="481576" y="872208"/>
                  </a:cubicBezTo>
                  <a:cubicBezTo>
                    <a:pt x="482148" y="872141"/>
                    <a:pt x="486355" y="872208"/>
                    <a:pt x="486355" y="872208"/>
                  </a:cubicBezTo>
                  <a:cubicBezTo>
                    <a:pt x="486355" y="872208"/>
                    <a:pt x="490259" y="870964"/>
                    <a:pt x="490562" y="870964"/>
                  </a:cubicBezTo>
                  <a:cubicBezTo>
                    <a:pt x="490865" y="870964"/>
                    <a:pt x="493894" y="869080"/>
                    <a:pt x="494095" y="869080"/>
                  </a:cubicBezTo>
                  <a:cubicBezTo>
                    <a:pt x="494298" y="869080"/>
                    <a:pt x="497932" y="865817"/>
                    <a:pt x="497932" y="865817"/>
                  </a:cubicBezTo>
                  <a:lnTo>
                    <a:pt x="504024" y="861982"/>
                  </a:lnTo>
                  <a:lnTo>
                    <a:pt x="511428" y="857777"/>
                  </a:lnTo>
                  <a:lnTo>
                    <a:pt x="513683" y="855019"/>
                  </a:lnTo>
                  <a:cubicBezTo>
                    <a:pt x="513683" y="855019"/>
                    <a:pt x="516139" y="855019"/>
                    <a:pt x="516947" y="855019"/>
                  </a:cubicBezTo>
                  <a:cubicBezTo>
                    <a:pt x="517755" y="855019"/>
                    <a:pt x="520649" y="855019"/>
                    <a:pt x="520649" y="855019"/>
                  </a:cubicBezTo>
                  <a:cubicBezTo>
                    <a:pt x="520649" y="855019"/>
                    <a:pt x="522466" y="855019"/>
                    <a:pt x="522735" y="855019"/>
                  </a:cubicBezTo>
                  <a:cubicBezTo>
                    <a:pt x="523039" y="855019"/>
                    <a:pt x="524418" y="855490"/>
                    <a:pt x="524688" y="855557"/>
                  </a:cubicBezTo>
                  <a:cubicBezTo>
                    <a:pt x="524991" y="855624"/>
                    <a:pt x="526202" y="856835"/>
                    <a:pt x="526505" y="857037"/>
                  </a:cubicBezTo>
                  <a:cubicBezTo>
                    <a:pt x="526808" y="857239"/>
                    <a:pt x="527817" y="858282"/>
                    <a:pt x="528121" y="858652"/>
                  </a:cubicBezTo>
                  <a:cubicBezTo>
                    <a:pt x="528390" y="859022"/>
                    <a:pt x="528760" y="859896"/>
                    <a:pt x="528995" y="860031"/>
                  </a:cubicBezTo>
                  <a:cubicBezTo>
                    <a:pt x="529231" y="860166"/>
                    <a:pt x="530375" y="860670"/>
                    <a:pt x="531688" y="860906"/>
                  </a:cubicBezTo>
                  <a:cubicBezTo>
                    <a:pt x="533000" y="861141"/>
                    <a:pt x="533774" y="861276"/>
                    <a:pt x="533774" y="861276"/>
                  </a:cubicBezTo>
                  <a:cubicBezTo>
                    <a:pt x="533774" y="861276"/>
                    <a:pt x="538654" y="863227"/>
                    <a:pt x="538991" y="863294"/>
                  </a:cubicBezTo>
                  <a:cubicBezTo>
                    <a:pt x="539361" y="863361"/>
                    <a:pt x="540068" y="863361"/>
                    <a:pt x="540068" y="863361"/>
                  </a:cubicBezTo>
                  <a:cubicBezTo>
                    <a:pt x="540068" y="863361"/>
                    <a:pt x="542222" y="862621"/>
                    <a:pt x="542323" y="862419"/>
                  </a:cubicBezTo>
                  <a:cubicBezTo>
                    <a:pt x="542390" y="862217"/>
                    <a:pt x="544645" y="860098"/>
                    <a:pt x="544645" y="860098"/>
                  </a:cubicBezTo>
                  <a:cubicBezTo>
                    <a:pt x="544645" y="860098"/>
                    <a:pt x="546664" y="859594"/>
                    <a:pt x="547034" y="859594"/>
                  </a:cubicBezTo>
                  <a:cubicBezTo>
                    <a:pt x="547405" y="859594"/>
                    <a:pt x="549559" y="861040"/>
                    <a:pt x="550164" y="861040"/>
                  </a:cubicBezTo>
                  <a:cubicBezTo>
                    <a:pt x="550736" y="861040"/>
                    <a:pt x="552352" y="864808"/>
                    <a:pt x="552352" y="864808"/>
                  </a:cubicBezTo>
                  <a:lnTo>
                    <a:pt x="551409" y="868003"/>
                  </a:lnTo>
                  <a:lnTo>
                    <a:pt x="554371" y="873655"/>
                  </a:lnTo>
                  <a:cubicBezTo>
                    <a:pt x="554371" y="873655"/>
                    <a:pt x="557333" y="876178"/>
                    <a:pt x="557635" y="876346"/>
                  </a:cubicBezTo>
                  <a:cubicBezTo>
                    <a:pt x="557938" y="876481"/>
                    <a:pt x="560227" y="878533"/>
                    <a:pt x="560597" y="878600"/>
                  </a:cubicBezTo>
                  <a:cubicBezTo>
                    <a:pt x="560967" y="878667"/>
                    <a:pt x="563693" y="880551"/>
                    <a:pt x="564366" y="881056"/>
                  </a:cubicBezTo>
                  <a:cubicBezTo>
                    <a:pt x="565006" y="881560"/>
                    <a:pt x="566621" y="883309"/>
                    <a:pt x="566621" y="883511"/>
                  </a:cubicBezTo>
                  <a:cubicBezTo>
                    <a:pt x="566621" y="883713"/>
                    <a:pt x="565174" y="885967"/>
                    <a:pt x="565174" y="885967"/>
                  </a:cubicBezTo>
                  <a:cubicBezTo>
                    <a:pt x="565174" y="885967"/>
                    <a:pt x="562212" y="887985"/>
                    <a:pt x="561977" y="888053"/>
                  </a:cubicBezTo>
                  <a:cubicBezTo>
                    <a:pt x="561775" y="888120"/>
                    <a:pt x="560025" y="890374"/>
                    <a:pt x="559722" y="890677"/>
                  </a:cubicBezTo>
                  <a:cubicBezTo>
                    <a:pt x="559453" y="890979"/>
                    <a:pt x="558712" y="891753"/>
                    <a:pt x="558342" y="892258"/>
                  </a:cubicBezTo>
                  <a:cubicBezTo>
                    <a:pt x="557972" y="892762"/>
                    <a:pt x="557467" y="896160"/>
                    <a:pt x="557400" y="896395"/>
                  </a:cubicBezTo>
                  <a:cubicBezTo>
                    <a:pt x="557333" y="896597"/>
                    <a:pt x="557905" y="899221"/>
                    <a:pt x="557905" y="899221"/>
                  </a:cubicBezTo>
                  <a:lnTo>
                    <a:pt x="561102" y="906252"/>
                  </a:lnTo>
                  <a:cubicBezTo>
                    <a:pt x="561102" y="906252"/>
                    <a:pt x="563054" y="908842"/>
                    <a:pt x="563188" y="909077"/>
                  </a:cubicBezTo>
                  <a:cubicBezTo>
                    <a:pt x="563323" y="909279"/>
                    <a:pt x="563256" y="911533"/>
                    <a:pt x="563256" y="911533"/>
                  </a:cubicBezTo>
                  <a:cubicBezTo>
                    <a:pt x="563256" y="911533"/>
                    <a:pt x="563256" y="912845"/>
                    <a:pt x="563256" y="913720"/>
                  </a:cubicBezTo>
                  <a:cubicBezTo>
                    <a:pt x="563256" y="914594"/>
                    <a:pt x="562987" y="914729"/>
                    <a:pt x="562751" y="915906"/>
                  </a:cubicBezTo>
                  <a:cubicBezTo>
                    <a:pt x="562549" y="917050"/>
                    <a:pt x="562751" y="916916"/>
                    <a:pt x="563391" y="918160"/>
                  </a:cubicBezTo>
                  <a:cubicBezTo>
                    <a:pt x="564030" y="919405"/>
                    <a:pt x="566419" y="920481"/>
                    <a:pt x="566722" y="920414"/>
                  </a:cubicBezTo>
                  <a:cubicBezTo>
                    <a:pt x="567025" y="920347"/>
                    <a:pt x="568910" y="918766"/>
                    <a:pt x="569246" y="918598"/>
                  </a:cubicBezTo>
                  <a:cubicBezTo>
                    <a:pt x="569617" y="918463"/>
                    <a:pt x="570323" y="916276"/>
                    <a:pt x="570323" y="916276"/>
                  </a:cubicBezTo>
                  <a:cubicBezTo>
                    <a:pt x="570323" y="916276"/>
                    <a:pt x="571770" y="915704"/>
                    <a:pt x="571972" y="915469"/>
                  </a:cubicBezTo>
                  <a:cubicBezTo>
                    <a:pt x="572174" y="915234"/>
                    <a:pt x="573217" y="912778"/>
                    <a:pt x="573554" y="912576"/>
                  </a:cubicBezTo>
                  <a:cubicBezTo>
                    <a:pt x="573924" y="912341"/>
                    <a:pt x="574934" y="911769"/>
                    <a:pt x="576179" y="911701"/>
                  </a:cubicBezTo>
                  <a:cubicBezTo>
                    <a:pt x="577424" y="911600"/>
                    <a:pt x="576819" y="912744"/>
                    <a:pt x="576987" y="913182"/>
                  </a:cubicBezTo>
                  <a:cubicBezTo>
                    <a:pt x="577121" y="913619"/>
                    <a:pt x="580251" y="914561"/>
                    <a:pt x="580554" y="914561"/>
                  </a:cubicBezTo>
                  <a:cubicBezTo>
                    <a:pt x="580823" y="914561"/>
                    <a:pt x="581295" y="914426"/>
                    <a:pt x="581295" y="914123"/>
                  </a:cubicBezTo>
                  <a:cubicBezTo>
                    <a:pt x="581295" y="913821"/>
                    <a:pt x="582170" y="912812"/>
                    <a:pt x="582372" y="912610"/>
                  </a:cubicBezTo>
                  <a:cubicBezTo>
                    <a:pt x="582607" y="912374"/>
                    <a:pt x="584324" y="912105"/>
                    <a:pt x="584559" y="912105"/>
                  </a:cubicBezTo>
                  <a:cubicBezTo>
                    <a:pt x="584795" y="912105"/>
                    <a:pt x="587655" y="912408"/>
                    <a:pt x="588530" y="912408"/>
                  </a:cubicBezTo>
                  <a:cubicBezTo>
                    <a:pt x="589405" y="912408"/>
                    <a:pt x="591357" y="912038"/>
                    <a:pt x="591660" y="911836"/>
                  </a:cubicBezTo>
                  <a:cubicBezTo>
                    <a:pt x="591963" y="911600"/>
                    <a:pt x="593982" y="911903"/>
                    <a:pt x="594790" y="911836"/>
                  </a:cubicBezTo>
                  <a:cubicBezTo>
                    <a:pt x="595598" y="911769"/>
                    <a:pt x="598492" y="912273"/>
                    <a:pt x="598761" y="912341"/>
                  </a:cubicBezTo>
                  <a:cubicBezTo>
                    <a:pt x="599064" y="912408"/>
                    <a:pt x="602396" y="914224"/>
                    <a:pt x="602396" y="914224"/>
                  </a:cubicBezTo>
                  <a:lnTo>
                    <a:pt x="606233" y="914224"/>
                  </a:lnTo>
                  <a:lnTo>
                    <a:pt x="610507" y="915301"/>
                  </a:lnTo>
                  <a:lnTo>
                    <a:pt x="613401" y="917050"/>
                  </a:lnTo>
                  <a:cubicBezTo>
                    <a:pt x="613401" y="917050"/>
                    <a:pt x="612391" y="920313"/>
                    <a:pt x="612089" y="920246"/>
                  </a:cubicBezTo>
                  <a:cubicBezTo>
                    <a:pt x="611786" y="920179"/>
                    <a:pt x="610406" y="920448"/>
                    <a:pt x="609699" y="920313"/>
                  </a:cubicBezTo>
                  <a:cubicBezTo>
                    <a:pt x="608959" y="920179"/>
                    <a:pt x="608252" y="919371"/>
                    <a:pt x="607814" y="919001"/>
                  </a:cubicBezTo>
                  <a:cubicBezTo>
                    <a:pt x="607377" y="918631"/>
                    <a:pt x="607007" y="919371"/>
                    <a:pt x="606939" y="919640"/>
                  </a:cubicBezTo>
                  <a:cubicBezTo>
                    <a:pt x="606872" y="919943"/>
                    <a:pt x="606637" y="920952"/>
                    <a:pt x="606637" y="920952"/>
                  </a:cubicBezTo>
                  <a:lnTo>
                    <a:pt x="606132" y="922096"/>
                  </a:lnTo>
                  <a:cubicBezTo>
                    <a:pt x="606132" y="922096"/>
                    <a:pt x="605055" y="922298"/>
                    <a:pt x="604180" y="922298"/>
                  </a:cubicBezTo>
                  <a:cubicBezTo>
                    <a:pt x="603305" y="922298"/>
                    <a:pt x="603540" y="922601"/>
                    <a:pt x="603540" y="922601"/>
                  </a:cubicBezTo>
                  <a:lnTo>
                    <a:pt x="602295" y="923105"/>
                  </a:lnTo>
                  <a:cubicBezTo>
                    <a:pt x="602295" y="923105"/>
                    <a:pt x="601588" y="923240"/>
                    <a:pt x="600848" y="923408"/>
                  </a:cubicBezTo>
                  <a:cubicBezTo>
                    <a:pt x="600141" y="923543"/>
                    <a:pt x="600040" y="924484"/>
                    <a:pt x="600040" y="924484"/>
                  </a:cubicBezTo>
                  <a:lnTo>
                    <a:pt x="599838" y="925796"/>
                  </a:lnTo>
                  <a:lnTo>
                    <a:pt x="600141" y="926940"/>
                  </a:lnTo>
                  <a:lnTo>
                    <a:pt x="601588" y="929026"/>
                  </a:lnTo>
                  <a:lnTo>
                    <a:pt x="602598" y="930035"/>
                  </a:lnTo>
                  <a:lnTo>
                    <a:pt x="604180" y="931481"/>
                  </a:lnTo>
                  <a:lnTo>
                    <a:pt x="604920" y="932793"/>
                  </a:lnTo>
                  <a:cubicBezTo>
                    <a:pt x="604920" y="932793"/>
                    <a:pt x="604011" y="935047"/>
                    <a:pt x="604550" y="935586"/>
                  </a:cubicBezTo>
                  <a:cubicBezTo>
                    <a:pt x="605089" y="936124"/>
                    <a:pt x="607377" y="938949"/>
                    <a:pt x="607377" y="938949"/>
                  </a:cubicBezTo>
                  <a:cubicBezTo>
                    <a:pt x="607377" y="938949"/>
                    <a:pt x="610843" y="941775"/>
                    <a:pt x="612156" y="942549"/>
                  </a:cubicBezTo>
                  <a:cubicBezTo>
                    <a:pt x="613469" y="943323"/>
                    <a:pt x="614444" y="945038"/>
                    <a:pt x="614882" y="945913"/>
                  </a:cubicBezTo>
                  <a:cubicBezTo>
                    <a:pt x="615319" y="946788"/>
                    <a:pt x="615555" y="947965"/>
                    <a:pt x="615858" y="948940"/>
                  </a:cubicBezTo>
                  <a:cubicBezTo>
                    <a:pt x="616194" y="949916"/>
                    <a:pt x="620199" y="954491"/>
                    <a:pt x="620334" y="954794"/>
                  </a:cubicBezTo>
                  <a:cubicBezTo>
                    <a:pt x="620435" y="955130"/>
                    <a:pt x="620973" y="956543"/>
                    <a:pt x="621411" y="957956"/>
                  </a:cubicBezTo>
                  <a:cubicBezTo>
                    <a:pt x="621848" y="959369"/>
                    <a:pt x="624473" y="957956"/>
                    <a:pt x="625651" y="957519"/>
                  </a:cubicBezTo>
                  <a:cubicBezTo>
                    <a:pt x="626829" y="957081"/>
                    <a:pt x="626964" y="955769"/>
                    <a:pt x="627267" y="955231"/>
                  </a:cubicBezTo>
                  <a:cubicBezTo>
                    <a:pt x="627603" y="954693"/>
                    <a:pt x="629892" y="954592"/>
                    <a:pt x="630195" y="954457"/>
                  </a:cubicBezTo>
                  <a:cubicBezTo>
                    <a:pt x="630531" y="954356"/>
                    <a:pt x="632584" y="955097"/>
                    <a:pt x="632584" y="955097"/>
                  </a:cubicBezTo>
                  <a:cubicBezTo>
                    <a:pt x="632584" y="955097"/>
                    <a:pt x="632921" y="956509"/>
                    <a:pt x="632786" y="958662"/>
                  </a:cubicBezTo>
                  <a:cubicBezTo>
                    <a:pt x="632685" y="960849"/>
                    <a:pt x="632248" y="962262"/>
                    <a:pt x="631810" y="963338"/>
                  </a:cubicBezTo>
                  <a:cubicBezTo>
                    <a:pt x="631373" y="964415"/>
                    <a:pt x="631608" y="965390"/>
                    <a:pt x="631608" y="965390"/>
                  </a:cubicBezTo>
                  <a:cubicBezTo>
                    <a:pt x="631608" y="965390"/>
                    <a:pt x="634435" y="968317"/>
                    <a:pt x="635411" y="969091"/>
                  </a:cubicBezTo>
                  <a:cubicBezTo>
                    <a:pt x="636387" y="969864"/>
                    <a:pt x="637363" y="969091"/>
                    <a:pt x="637700" y="968990"/>
                  </a:cubicBezTo>
                  <a:cubicBezTo>
                    <a:pt x="638036" y="968889"/>
                    <a:pt x="639551" y="967913"/>
                    <a:pt x="639887" y="967779"/>
                  </a:cubicBezTo>
                  <a:cubicBezTo>
                    <a:pt x="640190" y="967678"/>
                    <a:pt x="641738" y="965828"/>
                    <a:pt x="641738" y="965828"/>
                  </a:cubicBezTo>
                  <a:lnTo>
                    <a:pt x="647291" y="967240"/>
                  </a:lnTo>
                  <a:lnTo>
                    <a:pt x="652171" y="960613"/>
                  </a:lnTo>
                  <a:cubicBezTo>
                    <a:pt x="652171" y="960613"/>
                    <a:pt x="655570" y="953011"/>
                    <a:pt x="655705" y="952775"/>
                  </a:cubicBezTo>
                  <a:cubicBezTo>
                    <a:pt x="655840" y="952574"/>
                    <a:pt x="655032" y="949647"/>
                    <a:pt x="655133" y="949075"/>
                  </a:cubicBezTo>
                  <a:cubicBezTo>
                    <a:pt x="655200" y="948503"/>
                    <a:pt x="654426" y="947258"/>
                    <a:pt x="653820" y="946485"/>
                  </a:cubicBezTo>
                  <a:cubicBezTo>
                    <a:pt x="653248" y="945677"/>
                    <a:pt x="652878" y="943794"/>
                    <a:pt x="652743" y="943592"/>
                  </a:cubicBezTo>
                  <a:cubicBezTo>
                    <a:pt x="652609" y="943390"/>
                    <a:pt x="650354" y="940329"/>
                    <a:pt x="650219" y="939891"/>
                  </a:cubicBezTo>
                  <a:cubicBezTo>
                    <a:pt x="650085" y="939454"/>
                    <a:pt x="649849" y="936998"/>
                    <a:pt x="649984" y="936258"/>
                  </a:cubicBezTo>
                  <a:cubicBezTo>
                    <a:pt x="650118" y="935552"/>
                    <a:pt x="651935" y="934610"/>
                    <a:pt x="652238" y="934307"/>
                  </a:cubicBezTo>
                  <a:cubicBezTo>
                    <a:pt x="652541" y="934004"/>
                    <a:pt x="656883" y="935047"/>
                    <a:pt x="656883" y="935047"/>
                  </a:cubicBezTo>
                  <a:lnTo>
                    <a:pt x="659474" y="934745"/>
                  </a:lnTo>
                  <a:cubicBezTo>
                    <a:pt x="659474" y="934745"/>
                    <a:pt x="663042" y="932423"/>
                    <a:pt x="663243" y="932356"/>
                  </a:cubicBezTo>
                  <a:cubicBezTo>
                    <a:pt x="663446" y="932289"/>
                    <a:pt x="665498" y="929530"/>
                    <a:pt x="665498" y="929530"/>
                  </a:cubicBezTo>
                  <a:cubicBezTo>
                    <a:pt x="665498" y="929530"/>
                    <a:pt x="666441" y="925124"/>
                    <a:pt x="666306" y="924821"/>
                  </a:cubicBezTo>
                  <a:cubicBezTo>
                    <a:pt x="666171" y="924518"/>
                    <a:pt x="666676" y="921692"/>
                    <a:pt x="666744" y="921356"/>
                  </a:cubicBezTo>
                  <a:cubicBezTo>
                    <a:pt x="666811" y="920986"/>
                    <a:pt x="668124" y="918732"/>
                    <a:pt x="668258" y="917891"/>
                  </a:cubicBezTo>
                  <a:cubicBezTo>
                    <a:pt x="668393" y="917016"/>
                    <a:pt x="670210" y="915873"/>
                    <a:pt x="670210" y="915873"/>
                  </a:cubicBezTo>
                  <a:cubicBezTo>
                    <a:pt x="670210" y="915873"/>
                    <a:pt x="672599" y="915873"/>
                    <a:pt x="673340" y="915873"/>
                  </a:cubicBezTo>
                  <a:cubicBezTo>
                    <a:pt x="674080" y="915873"/>
                    <a:pt x="677176" y="916512"/>
                    <a:pt x="677176" y="916512"/>
                  </a:cubicBezTo>
                  <a:lnTo>
                    <a:pt x="680643" y="918698"/>
                  </a:lnTo>
                  <a:lnTo>
                    <a:pt x="682831" y="921827"/>
                  </a:lnTo>
                  <a:lnTo>
                    <a:pt x="684480" y="924585"/>
                  </a:lnTo>
                  <a:lnTo>
                    <a:pt x="684850" y="927344"/>
                  </a:lnTo>
                  <a:lnTo>
                    <a:pt x="684985" y="933365"/>
                  </a:lnTo>
                  <a:lnTo>
                    <a:pt x="685624" y="939891"/>
                  </a:lnTo>
                  <a:lnTo>
                    <a:pt x="687138" y="945106"/>
                  </a:lnTo>
                  <a:lnTo>
                    <a:pt x="689898" y="952136"/>
                  </a:lnTo>
                  <a:lnTo>
                    <a:pt x="691042" y="955837"/>
                  </a:lnTo>
                  <a:cubicBezTo>
                    <a:pt x="691042" y="955837"/>
                    <a:pt x="692927" y="959234"/>
                    <a:pt x="693230" y="959537"/>
                  </a:cubicBezTo>
                  <a:cubicBezTo>
                    <a:pt x="693533" y="959840"/>
                    <a:pt x="696057" y="963439"/>
                    <a:pt x="696057" y="963439"/>
                  </a:cubicBezTo>
                  <a:lnTo>
                    <a:pt x="699961" y="967274"/>
                  </a:lnTo>
                  <a:lnTo>
                    <a:pt x="704672" y="971109"/>
                  </a:lnTo>
                  <a:lnTo>
                    <a:pt x="707432" y="974809"/>
                  </a:lnTo>
                  <a:lnTo>
                    <a:pt x="709619" y="980595"/>
                  </a:lnTo>
                  <a:lnTo>
                    <a:pt x="714028" y="984868"/>
                  </a:lnTo>
                  <a:lnTo>
                    <a:pt x="720995" y="990654"/>
                  </a:lnTo>
                  <a:cubicBezTo>
                    <a:pt x="720995" y="990654"/>
                    <a:pt x="723519" y="994421"/>
                    <a:pt x="723620" y="994623"/>
                  </a:cubicBezTo>
                  <a:cubicBezTo>
                    <a:pt x="723687" y="994825"/>
                    <a:pt x="725202" y="997247"/>
                    <a:pt x="725706" y="998391"/>
                  </a:cubicBezTo>
                  <a:cubicBezTo>
                    <a:pt x="726211" y="999534"/>
                    <a:pt x="727288" y="1001486"/>
                    <a:pt x="727961" y="1002663"/>
                  </a:cubicBezTo>
                  <a:cubicBezTo>
                    <a:pt x="728601" y="1003807"/>
                    <a:pt x="730923" y="1005186"/>
                    <a:pt x="730923" y="1005186"/>
                  </a:cubicBezTo>
                  <a:lnTo>
                    <a:pt x="734457" y="1007372"/>
                  </a:lnTo>
                  <a:cubicBezTo>
                    <a:pt x="734457" y="1007372"/>
                    <a:pt x="736712" y="1009189"/>
                    <a:pt x="737216" y="1009324"/>
                  </a:cubicBezTo>
                  <a:cubicBezTo>
                    <a:pt x="737721" y="1009458"/>
                    <a:pt x="739538" y="1009963"/>
                    <a:pt x="740414" y="1009963"/>
                  </a:cubicBezTo>
                  <a:cubicBezTo>
                    <a:pt x="741289" y="1009963"/>
                    <a:pt x="744115" y="1010400"/>
                    <a:pt x="744889" y="1010400"/>
                  </a:cubicBezTo>
                  <a:cubicBezTo>
                    <a:pt x="745697" y="1010400"/>
                    <a:pt x="746774" y="1009525"/>
                    <a:pt x="746909" y="1009324"/>
                  </a:cubicBezTo>
                  <a:cubicBezTo>
                    <a:pt x="747043" y="1009088"/>
                    <a:pt x="748861" y="1007507"/>
                    <a:pt x="748861" y="1007507"/>
                  </a:cubicBezTo>
                  <a:cubicBezTo>
                    <a:pt x="748861" y="1007507"/>
                    <a:pt x="750678" y="1006431"/>
                    <a:pt x="751183" y="1006061"/>
                  </a:cubicBezTo>
                  <a:cubicBezTo>
                    <a:pt x="751688" y="1005690"/>
                    <a:pt x="752428" y="1005253"/>
                    <a:pt x="752765" y="1004917"/>
                  </a:cubicBezTo>
                  <a:cubicBezTo>
                    <a:pt x="753135" y="1004547"/>
                    <a:pt x="754784" y="1004412"/>
                    <a:pt x="755289" y="1004345"/>
                  </a:cubicBezTo>
                  <a:cubicBezTo>
                    <a:pt x="755793" y="1004278"/>
                    <a:pt x="759193" y="1003336"/>
                    <a:pt x="759630" y="1003100"/>
                  </a:cubicBezTo>
                  <a:cubicBezTo>
                    <a:pt x="760068" y="1002898"/>
                    <a:pt x="761818" y="1002394"/>
                    <a:pt x="761818" y="1002394"/>
                  </a:cubicBezTo>
                  <a:cubicBezTo>
                    <a:pt x="761818" y="1002394"/>
                    <a:pt x="762255" y="1000275"/>
                    <a:pt x="762255" y="1000005"/>
                  </a:cubicBezTo>
                  <a:cubicBezTo>
                    <a:pt x="762255" y="999703"/>
                    <a:pt x="761179" y="996541"/>
                    <a:pt x="761179" y="996541"/>
                  </a:cubicBezTo>
                  <a:lnTo>
                    <a:pt x="759294" y="991125"/>
                  </a:lnTo>
                  <a:cubicBezTo>
                    <a:pt x="759294" y="991125"/>
                    <a:pt x="758284" y="986718"/>
                    <a:pt x="758082" y="986213"/>
                  </a:cubicBezTo>
                  <a:cubicBezTo>
                    <a:pt x="757846" y="985709"/>
                    <a:pt x="758890" y="982513"/>
                    <a:pt x="759025" y="982143"/>
                  </a:cubicBezTo>
                  <a:cubicBezTo>
                    <a:pt x="759159" y="981773"/>
                    <a:pt x="759967" y="978678"/>
                    <a:pt x="759967" y="978678"/>
                  </a:cubicBezTo>
                  <a:lnTo>
                    <a:pt x="761145" y="977669"/>
                  </a:lnTo>
                  <a:cubicBezTo>
                    <a:pt x="761145" y="977669"/>
                    <a:pt x="766058" y="977871"/>
                    <a:pt x="766361" y="977803"/>
                  </a:cubicBezTo>
                  <a:cubicBezTo>
                    <a:pt x="766664" y="977736"/>
                    <a:pt x="767943" y="977299"/>
                    <a:pt x="767943" y="977299"/>
                  </a:cubicBezTo>
                  <a:lnTo>
                    <a:pt x="770467" y="973968"/>
                  </a:lnTo>
                  <a:lnTo>
                    <a:pt x="772352" y="970705"/>
                  </a:lnTo>
                  <a:lnTo>
                    <a:pt x="774607" y="968754"/>
                  </a:lnTo>
                  <a:lnTo>
                    <a:pt x="780765" y="967072"/>
                  </a:lnTo>
                  <a:cubicBezTo>
                    <a:pt x="780765" y="967072"/>
                    <a:pt x="785410" y="965054"/>
                    <a:pt x="785679" y="964684"/>
                  </a:cubicBezTo>
                  <a:cubicBezTo>
                    <a:pt x="785948" y="964314"/>
                    <a:pt x="788809" y="964617"/>
                    <a:pt x="789314" y="964617"/>
                  </a:cubicBezTo>
                  <a:cubicBezTo>
                    <a:pt x="789818" y="964617"/>
                    <a:pt x="793386" y="964549"/>
                    <a:pt x="793655" y="964482"/>
                  </a:cubicBezTo>
                  <a:cubicBezTo>
                    <a:pt x="793958" y="964415"/>
                    <a:pt x="796347" y="963742"/>
                    <a:pt x="796347" y="963742"/>
                  </a:cubicBezTo>
                  <a:cubicBezTo>
                    <a:pt x="796347" y="963742"/>
                    <a:pt x="798973" y="961858"/>
                    <a:pt x="799612" y="961353"/>
                  </a:cubicBezTo>
                  <a:cubicBezTo>
                    <a:pt x="800251" y="960849"/>
                    <a:pt x="801497" y="960277"/>
                    <a:pt x="801497" y="960277"/>
                  </a:cubicBezTo>
                  <a:lnTo>
                    <a:pt x="801497" y="958763"/>
                  </a:lnTo>
                  <a:lnTo>
                    <a:pt x="799444" y="956745"/>
                  </a:lnTo>
                  <a:lnTo>
                    <a:pt x="798905" y="954155"/>
                  </a:lnTo>
                  <a:cubicBezTo>
                    <a:pt x="798905" y="954155"/>
                    <a:pt x="798905" y="951766"/>
                    <a:pt x="798973" y="951463"/>
                  </a:cubicBezTo>
                  <a:cubicBezTo>
                    <a:pt x="799040" y="951161"/>
                    <a:pt x="800588" y="949142"/>
                    <a:pt x="800723" y="948940"/>
                  </a:cubicBezTo>
                  <a:cubicBezTo>
                    <a:pt x="800857" y="948739"/>
                    <a:pt x="803045" y="946485"/>
                    <a:pt x="803045" y="946485"/>
                  </a:cubicBezTo>
                  <a:lnTo>
                    <a:pt x="807756" y="943726"/>
                  </a:lnTo>
                  <a:lnTo>
                    <a:pt x="809708" y="942986"/>
                  </a:lnTo>
                  <a:lnTo>
                    <a:pt x="812401" y="942616"/>
                  </a:lnTo>
                  <a:lnTo>
                    <a:pt x="814420" y="943625"/>
                  </a:lnTo>
                  <a:lnTo>
                    <a:pt x="816170" y="945947"/>
                  </a:lnTo>
                  <a:cubicBezTo>
                    <a:pt x="816170" y="945947"/>
                    <a:pt x="817617" y="947258"/>
                    <a:pt x="818054" y="948604"/>
                  </a:cubicBezTo>
                  <a:cubicBezTo>
                    <a:pt x="818492" y="949983"/>
                    <a:pt x="818694" y="950286"/>
                    <a:pt x="818761" y="950555"/>
                  </a:cubicBezTo>
                  <a:cubicBezTo>
                    <a:pt x="818828" y="950858"/>
                    <a:pt x="819401" y="953751"/>
                    <a:pt x="819468" y="954020"/>
                  </a:cubicBezTo>
                  <a:cubicBezTo>
                    <a:pt x="819535" y="954323"/>
                    <a:pt x="821151" y="956711"/>
                    <a:pt x="821218" y="956913"/>
                  </a:cubicBezTo>
                  <a:cubicBezTo>
                    <a:pt x="821286" y="957115"/>
                    <a:pt x="822093" y="959167"/>
                    <a:pt x="822093" y="960243"/>
                  </a:cubicBezTo>
                  <a:cubicBezTo>
                    <a:pt x="822093" y="961320"/>
                    <a:pt x="823103" y="961892"/>
                    <a:pt x="823103" y="962565"/>
                  </a:cubicBezTo>
                  <a:cubicBezTo>
                    <a:pt x="823103" y="963204"/>
                    <a:pt x="824987" y="963506"/>
                    <a:pt x="825189" y="963305"/>
                  </a:cubicBezTo>
                  <a:cubicBezTo>
                    <a:pt x="825391" y="963103"/>
                    <a:pt x="826266" y="963103"/>
                    <a:pt x="826771" y="962565"/>
                  </a:cubicBezTo>
                  <a:cubicBezTo>
                    <a:pt x="827276" y="962060"/>
                    <a:pt x="827411" y="960176"/>
                    <a:pt x="827781" y="959806"/>
                  </a:cubicBezTo>
                  <a:cubicBezTo>
                    <a:pt x="828151" y="959436"/>
                    <a:pt x="828286" y="957855"/>
                    <a:pt x="828723" y="957115"/>
                  </a:cubicBezTo>
                  <a:cubicBezTo>
                    <a:pt x="829161" y="956375"/>
                    <a:pt x="829161" y="954592"/>
                    <a:pt x="829531" y="953986"/>
                  </a:cubicBezTo>
                  <a:cubicBezTo>
                    <a:pt x="829901" y="953415"/>
                    <a:pt x="829800" y="952607"/>
                    <a:pt x="829733" y="952405"/>
                  </a:cubicBezTo>
                  <a:cubicBezTo>
                    <a:pt x="829666" y="952170"/>
                    <a:pt x="830541" y="950892"/>
                    <a:pt x="831045" y="950017"/>
                  </a:cubicBezTo>
                  <a:cubicBezTo>
                    <a:pt x="831550" y="949142"/>
                    <a:pt x="831483" y="948772"/>
                    <a:pt x="831617" y="948436"/>
                  </a:cubicBezTo>
                  <a:cubicBezTo>
                    <a:pt x="831752" y="948066"/>
                    <a:pt x="832695" y="947191"/>
                    <a:pt x="833300" y="946417"/>
                  </a:cubicBezTo>
                  <a:cubicBezTo>
                    <a:pt x="833872" y="945610"/>
                    <a:pt x="834175" y="944971"/>
                    <a:pt x="834747" y="944231"/>
                  </a:cubicBezTo>
                  <a:cubicBezTo>
                    <a:pt x="835319" y="943491"/>
                    <a:pt x="835555" y="942986"/>
                    <a:pt x="835757" y="941910"/>
                  </a:cubicBezTo>
                  <a:cubicBezTo>
                    <a:pt x="835959" y="940833"/>
                    <a:pt x="836834" y="939723"/>
                    <a:pt x="837137" y="939151"/>
                  </a:cubicBezTo>
                  <a:cubicBezTo>
                    <a:pt x="837440" y="938579"/>
                    <a:pt x="838517" y="937469"/>
                    <a:pt x="839089" y="936763"/>
                  </a:cubicBezTo>
                  <a:cubicBezTo>
                    <a:pt x="839661" y="936023"/>
                    <a:pt x="840671" y="936460"/>
                    <a:pt x="841276" y="936023"/>
                  </a:cubicBezTo>
                  <a:cubicBezTo>
                    <a:pt x="841848" y="935586"/>
                    <a:pt x="842791" y="935821"/>
                    <a:pt x="843295" y="935586"/>
                  </a:cubicBezTo>
                  <a:cubicBezTo>
                    <a:pt x="843800" y="935350"/>
                    <a:pt x="844877" y="935586"/>
                    <a:pt x="846930" y="935586"/>
                  </a:cubicBezTo>
                  <a:cubicBezTo>
                    <a:pt x="848950" y="935586"/>
                    <a:pt x="849387" y="937032"/>
                    <a:pt x="849387" y="937032"/>
                  </a:cubicBezTo>
                  <a:lnTo>
                    <a:pt x="848882" y="938546"/>
                  </a:lnTo>
                  <a:cubicBezTo>
                    <a:pt x="848882" y="938546"/>
                    <a:pt x="848579" y="939622"/>
                    <a:pt x="848579" y="939925"/>
                  </a:cubicBezTo>
                  <a:cubicBezTo>
                    <a:pt x="848579" y="940228"/>
                    <a:pt x="848579" y="942448"/>
                    <a:pt x="848512" y="942684"/>
                  </a:cubicBezTo>
                  <a:cubicBezTo>
                    <a:pt x="848445" y="942919"/>
                    <a:pt x="848445" y="944433"/>
                    <a:pt x="848377" y="944937"/>
                  </a:cubicBezTo>
                  <a:cubicBezTo>
                    <a:pt x="848310" y="945442"/>
                    <a:pt x="847637" y="947090"/>
                    <a:pt x="847435" y="947830"/>
                  </a:cubicBezTo>
                  <a:cubicBezTo>
                    <a:pt x="847199" y="948537"/>
                    <a:pt x="846863" y="950084"/>
                    <a:pt x="846930" y="950286"/>
                  </a:cubicBezTo>
                  <a:cubicBezTo>
                    <a:pt x="846998" y="950488"/>
                    <a:pt x="848377" y="952977"/>
                    <a:pt x="848680" y="953684"/>
                  </a:cubicBezTo>
                  <a:cubicBezTo>
                    <a:pt x="848983" y="954390"/>
                    <a:pt x="850632" y="956207"/>
                    <a:pt x="850700" y="956509"/>
                  </a:cubicBezTo>
                  <a:cubicBezTo>
                    <a:pt x="850767" y="956812"/>
                    <a:pt x="851776" y="959974"/>
                    <a:pt x="851776" y="960277"/>
                  </a:cubicBezTo>
                  <a:cubicBezTo>
                    <a:pt x="851776" y="960580"/>
                    <a:pt x="852281" y="963305"/>
                    <a:pt x="852349" y="964112"/>
                  </a:cubicBezTo>
                  <a:cubicBezTo>
                    <a:pt x="852416" y="964919"/>
                    <a:pt x="853560" y="966198"/>
                    <a:pt x="853560" y="966198"/>
                  </a:cubicBezTo>
                  <a:cubicBezTo>
                    <a:pt x="853560" y="966198"/>
                    <a:pt x="856185" y="969091"/>
                    <a:pt x="856320" y="969461"/>
                  </a:cubicBezTo>
                  <a:cubicBezTo>
                    <a:pt x="856454" y="969831"/>
                    <a:pt x="859450" y="972926"/>
                    <a:pt x="860325" y="974103"/>
                  </a:cubicBezTo>
                  <a:cubicBezTo>
                    <a:pt x="861200" y="975247"/>
                    <a:pt x="863892" y="975852"/>
                    <a:pt x="863892" y="975852"/>
                  </a:cubicBezTo>
                  <a:cubicBezTo>
                    <a:pt x="863892" y="975852"/>
                    <a:pt x="866349" y="976222"/>
                    <a:pt x="866854" y="976222"/>
                  </a:cubicBezTo>
                  <a:cubicBezTo>
                    <a:pt x="867358" y="976222"/>
                    <a:pt x="871767" y="977030"/>
                    <a:pt x="871767" y="977030"/>
                  </a:cubicBezTo>
                  <a:lnTo>
                    <a:pt x="875032" y="977971"/>
                  </a:lnTo>
                  <a:lnTo>
                    <a:pt x="880450" y="979855"/>
                  </a:lnTo>
                  <a:lnTo>
                    <a:pt x="884287" y="981672"/>
                  </a:lnTo>
                  <a:cubicBezTo>
                    <a:pt x="884287" y="981672"/>
                    <a:pt x="888931" y="984868"/>
                    <a:pt x="889133" y="985069"/>
                  </a:cubicBezTo>
                  <a:cubicBezTo>
                    <a:pt x="889335" y="985271"/>
                    <a:pt x="893609" y="988198"/>
                    <a:pt x="893912" y="988332"/>
                  </a:cubicBezTo>
                  <a:cubicBezTo>
                    <a:pt x="894215" y="988467"/>
                    <a:pt x="895931" y="990149"/>
                    <a:pt x="895931" y="990149"/>
                  </a:cubicBezTo>
                  <a:lnTo>
                    <a:pt x="897950" y="990654"/>
                  </a:lnTo>
                  <a:lnTo>
                    <a:pt x="899532" y="990654"/>
                  </a:lnTo>
                  <a:lnTo>
                    <a:pt x="900912" y="990855"/>
                  </a:lnTo>
                  <a:cubicBezTo>
                    <a:pt x="900912" y="990855"/>
                    <a:pt x="902157" y="990923"/>
                    <a:pt x="902427" y="990923"/>
                  </a:cubicBezTo>
                  <a:cubicBezTo>
                    <a:pt x="902696" y="990923"/>
                    <a:pt x="902932" y="990855"/>
                    <a:pt x="903436" y="990418"/>
                  </a:cubicBezTo>
                  <a:cubicBezTo>
                    <a:pt x="903941" y="989981"/>
                    <a:pt x="904883" y="989981"/>
                    <a:pt x="904883" y="989981"/>
                  </a:cubicBezTo>
                  <a:lnTo>
                    <a:pt x="905893" y="988164"/>
                  </a:lnTo>
                  <a:cubicBezTo>
                    <a:pt x="905893" y="988164"/>
                    <a:pt x="907037" y="987021"/>
                    <a:pt x="907138" y="986718"/>
                  </a:cubicBezTo>
                  <a:cubicBezTo>
                    <a:pt x="907205" y="986415"/>
                    <a:pt x="908080" y="985641"/>
                    <a:pt x="908215" y="985339"/>
                  </a:cubicBezTo>
                  <a:cubicBezTo>
                    <a:pt x="908350" y="985036"/>
                    <a:pt x="909460" y="984195"/>
                    <a:pt x="910100" y="983825"/>
                  </a:cubicBezTo>
                  <a:cubicBezTo>
                    <a:pt x="910739" y="983455"/>
                    <a:pt x="912052" y="982950"/>
                    <a:pt x="912052" y="982950"/>
                  </a:cubicBezTo>
                  <a:lnTo>
                    <a:pt x="913566" y="983690"/>
                  </a:lnTo>
                  <a:lnTo>
                    <a:pt x="915215" y="983690"/>
                  </a:lnTo>
                  <a:lnTo>
                    <a:pt x="917538" y="984195"/>
                  </a:lnTo>
                  <a:cubicBezTo>
                    <a:pt x="917538" y="984195"/>
                    <a:pt x="919557" y="984632"/>
                    <a:pt x="920062" y="984632"/>
                  </a:cubicBezTo>
                  <a:cubicBezTo>
                    <a:pt x="920567" y="984632"/>
                    <a:pt x="922148" y="985944"/>
                    <a:pt x="922148" y="985944"/>
                  </a:cubicBezTo>
                  <a:lnTo>
                    <a:pt x="924167" y="987256"/>
                  </a:lnTo>
                  <a:lnTo>
                    <a:pt x="927634" y="988635"/>
                  </a:lnTo>
                  <a:lnTo>
                    <a:pt x="928273" y="989039"/>
                  </a:lnTo>
                  <a:lnTo>
                    <a:pt x="928273" y="986314"/>
                  </a:lnTo>
                  <a:lnTo>
                    <a:pt x="925076" y="979351"/>
                  </a:lnTo>
                  <a:lnTo>
                    <a:pt x="921442" y="973396"/>
                  </a:lnTo>
                  <a:cubicBezTo>
                    <a:pt x="921442" y="973396"/>
                    <a:pt x="919557" y="970638"/>
                    <a:pt x="919557" y="970066"/>
                  </a:cubicBezTo>
                  <a:cubicBezTo>
                    <a:pt x="919557" y="969494"/>
                    <a:pt x="919557" y="965424"/>
                    <a:pt x="919557" y="965424"/>
                  </a:cubicBezTo>
                  <a:lnTo>
                    <a:pt x="921307" y="961219"/>
                  </a:lnTo>
                  <a:lnTo>
                    <a:pt x="923898" y="955567"/>
                  </a:lnTo>
                  <a:lnTo>
                    <a:pt x="923191" y="949176"/>
                  </a:lnTo>
                  <a:lnTo>
                    <a:pt x="918413" y="945274"/>
                  </a:lnTo>
                  <a:lnTo>
                    <a:pt x="921610" y="941237"/>
                  </a:lnTo>
                  <a:lnTo>
                    <a:pt x="920600" y="928622"/>
                  </a:lnTo>
                  <a:lnTo>
                    <a:pt x="919456" y="916310"/>
                  </a:lnTo>
                  <a:cubicBezTo>
                    <a:pt x="919456" y="916310"/>
                    <a:pt x="916831" y="909952"/>
                    <a:pt x="916561" y="909515"/>
                  </a:cubicBezTo>
                  <a:cubicBezTo>
                    <a:pt x="916259" y="909077"/>
                    <a:pt x="916561" y="905747"/>
                    <a:pt x="916561" y="905747"/>
                  </a:cubicBezTo>
                  <a:lnTo>
                    <a:pt x="916427" y="901677"/>
                  </a:lnTo>
                  <a:lnTo>
                    <a:pt x="911917" y="899356"/>
                  </a:lnTo>
                  <a:lnTo>
                    <a:pt x="909158" y="896160"/>
                  </a:lnTo>
                  <a:lnTo>
                    <a:pt x="909158" y="888927"/>
                  </a:lnTo>
                  <a:lnTo>
                    <a:pt x="904076" y="881089"/>
                  </a:lnTo>
                  <a:lnTo>
                    <a:pt x="899734" y="873991"/>
                  </a:lnTo>
                  <a:lnTo>
                    <a:pt x="897715" y="866456"/>
                  </a:lnTo>
                  <a:cubicBezTo>
                    <a:pt x="897715" y="866456"/>
                    <a:pt x="893508" y="862117"/>
                    <a:pt x="893508" y="861545"/>
                  </a:cubicBezTo>
                  <a:cubicBezTo>
                    <a:pt x="893508" y="860973"/>
                    <a:pt x="893508" y="857643"/>
                    <a:pt x="893508" y="857643"/>
                  </a:cubicBezTo>
                  <a:lnTo>
                    <a:pt x="890479" y="854884"/>
                  </a:lnTo>
                  <a:cubicBezTo>
                    <a:pt x="890479" y="854884"/>
                    <a:pt x="887282" y="851857"/>
                    <a:pt x="886575" y="851554"/>
                  </a:cubicBezTo>
                  <a:cubicBezTo>
                    <a:pt x="885835" y="851251"/>
                    <a:pt x="881224" y="846777"/>
                    <a:pt x="880619" y="846205"/>
                  </a:cubicBezTo>
                  <a:cubicBezTo>
                    <a:pt x="880046" y="845633"/>
                    <a:pt x="876984" y="840554"/>
                    <a:pt x="876984" y="840554"/>
                  </a:cubicBezTo>
                  <a:lnTo>
                    <a:pt x="878296" y="837661"/>
                  </a:lnTo>
                  <a:cubicBezTo>
                    <a:pt x="878296" y="837661"/>
                    <a:pt x="882368" y="833893"/>
                    <a:pt x="882941" y="833321"/>
                  </a:cubicBezTo>
                  <a:cubicBezTo>
                    <a:pt x="883513" y="832749"/>
                    <a:pt x="885566" y="830697"/>
                    <a:pt x="886272" y="830428"/>
                  </a:cubicBezTo>
                  <a:cubicBezTo>
                    <a:pt x="887013" y="830125"/>
                    <a:pt x="888729" y="830428"/>
                    <a:pt x="888729" y="830428"/>
                  </a:cubicBezTo>
                  <a:lnTo>
                    <a:pt x="894518" y="832177"/>
                  </a:lnTo>
                  <a:lnTo>
                    <a:pt x="901484" y="829150"/>
                  </a:lnTo>
                  <a:lnTo>
                    <a:pt x="901619" y="826257"/>
                  </a:lnTo>
                  <a:lnTo>
                    <a:pt x="900037" y="823061"/>
                  </a:lnTo>
                  <a:lnTo>
                    <a:pt x="905085" y="820874"/>
                  </a:lnTo>
                  <a:lnTo>
                    <a:pt x="907710" y="822186"/>
                  </a:lnTo>
                  <a:lnTo>
                    <a:pt x="910167" y="819428"/>
                  </a:lnTo>
                  <a:lnTo>
                    <a:pt x="915686" y="814079"/>
                  </a:lnTo>
                  <a:lnTo>
                    <a:pt x="919759" y="806544"/>
                  </a:lnTo>
                  <a:lnTo>
                    <a:pt x="925413" y="800455"/>
                  </a:lnTo>
                  <a:lnTo>
                    <a:pt x="924538" y="791911"/>
                  </a:lnTo>
                  <a:cubicBezTo>
                    <a:pt x="924538" y="791911"/>
                    <a:pt x="929451" y="792348"/>
                    <a:pt x="930057" y="791911"/>
                  </a:cubicBezTo>
                  <a:cubicBezTo>
                    <a:pt x="930629" y="791473"/>
                    <a:pt x="933759" y="791339"/>
                    <a:pt x="933759" y="791339"/>
                  </a:cubicBezTo>
                  <a:cubicBezTo>
                    <a:pt x="933759" y="791339"/>
                    <a:pt x="935274" y="786259"/>
                    <a:pt x="935274" y="785553"/>
                  </a:cubicBezTo>
                  <a:cubicBezTo>
                    <a:pt x="935274" y="784846"/>
                    <a:pt x="935274" y="781213"/>
                    <a:pt x="935274" y="781213"/>
                  </a:cubicBezTo>
                  <a:lnTo>
                    <a:pt x="936149" y="778085"/>
                  </a:lnTo>
                  <a:lnTo>
                    <a:pt x="938168" y="776840"/>
                  </a:lnTo>
                  <a:lnTo>
                    <a:pt x="939615" y="776840"/>
                  </a:lnTo>
                  <a:cubicBezTo>
                    <a:pt x="939615" y="776840"/>
                    <a:pt x="942947" y="777715"/>
                    <a:pt x="943519" y="777715"/>
                  </a:cubicBezTo>
                  <a:cubicBezTo>
                    <a:pt x="944091" y="777715"/>
                    <a:pt x="950486" y="778724"/>
                    <a:pt x="950486" y="778724"/>
                  </a:cubicBezTo>
                  <a:cubicBezTo>
                    <a:pt x="950486" y="778724"/>
                    <a:pt x="958158" y="781920"/>
                    <a:pt x="958596" y="781920"/>
                  </a:cubicBezTo>
                  <a:cubicBezTo>
                    <a:pt x="959034" y="781920"/>
                    <a:pt x="963510" y="781348"/>
                    <a:pt x="964553" y="781348"/>
                  </a:cubicBezTo>
                  <a:cubicBezTo>
                    <a:pt x="965596" y="781348"/>
                    <a:pt x="1011804" y="783803"/>
                    <a:pt x="1011804" y="783803"/>
                  </a:cubicBezTo>
                  <a:lnTo>
                    <a:pt x="1028328" y="783803"/>
                  </a:lnTo>
                  <a:lnTo>
                    <a:pt x="1040781" y="778287"/>
                  </a:lnTo>
                  <a:lnTo>
                    <a:pt x="1045425" y="771929"/>
                  </a:lnTo>
                  <a:lnTo>
                    <a:pt x="1046569" y="767757"/>
                  </a:lnTo>
                  <a:lnTo>
                    <a:pt x="1046569" y="763822"/>
                  </a:lnTo>
                  <a:lnTo>
                    <a:pt x="1044819" y="761231"/>
                  </a:lnTo>
                  <a:lnTo>
                    <a:pt x="1043069" y="758910"/>
                  </a:lnTo>
                  <a:lnTo>
                    <a:pt x="1040612" y="757531"/>
                  </a:lnTo>
                  <a:lnTo>
                    <a:pt x="1040208" y="754705"/>
                  </a:lnTo>
                  <a:lnTo>
                    <a:pt x="1039603" y="750366"/>
                  </a:lnTo>
                  <a:lnTo>
                    <a:pt x="1039603" y="748179"/>
                  </a:lnTo>
                  <a:lnTo>
                    <a:pt x="1041555" y="745051"/>
                  </a:lnTo>
                  <a:lnTo>
                    <a:pt x="1042800" y="742090"/>
                  </a:lnTo>
                  <a:lnTo>
                    <a:pt x="1043944" y="736439"/>
                  </a:lnTo>
                  <a:lnTo>
                    <a:pt x="1045089" y="730350"/>
                  </a:lnTo>
                  <a:cubicBezTo>
                    <a:pt x="1045089" y="730350"/>
                    <a:pt x="1046973" y="725136"/>
                    <a:pt x="1047276" y="724699"/>
                  </a:cubicBezTo>
                  <a:cubicBezTo>
                    <a:pt x="1047579" y="724261"/>
                    <a:pt x="1051920" y="720359"/>
                    <a:pt x="1051920" y="720359"/>
                  </a:cubicBezTo>
                  <a:lnTo>
                    <a:pt x="1056699" y="716592"/>
                  </a:lnTo>
                  <a:lnTo>
                    <a:pt x="1057709" y="707307"/>
                  </a:lnTo>
                  <a:lnTo>
                    <a:pt x="1055959" y="690083"/>
                  </a:lnTo>
                  <a:lnTo>
                    <a:pt x="1059089" y="684432"/>
                  </a:lnTo>
                  <a:lnTo>
                    <a:pt x="1061344" y="680530"/>
                  </a:lnTo>
                  <a:lnTo>
                    <a:pt x="1064474" y="676392"/>
                  </a:lnTo>
                  <a:lnTo>
                    <a:pt x="1067132" y="672423"/>
                  </a:lnTo>
                  <a:lnTo>
                    <a:pt x="1068848" y="670673"/>
                  </a:lnTo>
                  <a:lnTo>
                    <a:pt x="1070901" y="668857"/>
                  </a:lnTo>
                  <a:lnTo>
                    <a:pt x="1070901" y="666468"/>
                  </a:lnTo>
                  <a:lnTo>
                    <a:pt x="1068579" y="658193"/>
                  </a:lnTo>
                  <a:cubicBezTo>
                    <a:pt x="1068579" y="658193"/>
                    <a:pt x="1068512" y="651970"/>
                    <a:pt x="1068512" y="651667"/>
                  </a:cubicBezTo>
                  <a:cubicBezTo>
                    <a:pt x="1068512" y="651364"/>
                    <a:pt x="1068882" y="646083"/>
                    <a:pt x="1068950" y="645814"/>
                  </a:cubicBezTo>
                  <a:cubicBezTo>
                    <a:pt x="1069017" y="645511"/>
                    <a:pt x="1072416" y="641407"/>
                    <a:pt x="1072416" y="641407"/>
                  </a:cubicBezTo>
                  <a:lnTo>
                    <a:pt x="1077935" y="635688"/>
                  </a:lnTo>
                  <a:lnTo>
                    <a:pt x="1079820" y="632862"/>
                  </a:lnTo>
                  <a:lnTo>
                    <a:pt x="1079517" y="627278"/>
                  </a:lnTo>
                  <a:lnTo>
                    <a:pt x="1077060" y="623006"/>
                  </a:lnTo>
                  <a:lnTo>
                    <a:pt x="1072012" y="615841"/>
                  </a:lnTo>
                  <a:lnTo>
                    <a:pt x="1073392" y="609079"/>
                  </a:lnTo>
                  <a:cubicBezTo>
                    <a:pt x="1073392" y="609079"/>
                    <a:pt x="1074603" y="603361"/>
                    <a:pt x="1074738" y="603293"/>
                  </a:cubicBezTo>
                  <a:cubicBezTo>
                    <a:pt x="1074873" y="603226"/>
                    <a:pt x="1079281" y="599828"/>
                    <a:pt x="1079281" y="599828"/>
                  </a:cubicBezTo>
                  <a:lnTo>
                    <a:pt x="1080426" y="596027"/>
                  </a:lnTo>
                  <a:lnTo>
                    <a:pt x="1079887" y="586473"/>
                  </a:lnTo>
                  <a:cubicBezTo>
                    <a:pt x="1079887" y="586473"/>
                    <a:pt x="1078911" y="584859"/>
                    <a:pt x="1078743" y="584657"/>
                  </a:cubicBezTo>
                  <a:cubicBezTo>
                    <a:pt x="1078608" y="584489"/>
                    <a:pt x="1077767" y="580385"/>
                    <a:pt x="1077767" y="580250"/>
                  </a:cubicBezTo>
                  <a:cubicBezTo>
                    <a:pt x="1077767" y="580116"/>
                    <a:pt x="1076051" y="575036"/>
                    <a:pt x="1076051" y="575036"/>
                  </a:cubicBezTo>
                  <a:lnTo>
                    <a:pt x="1076556" y="570293"/>
                  </a:lnTo>
                  <a:lnTo>
                    <a:pt x="1076724" y="564339"/>
                  </a:lnTo>
                  <a:lnTo>
                    <a:pt x="1077060" y="556400"/>
                  </a:lnTo>
                  <a:lnTo>
                    <a:pt x="1076892" y="546106"/>
                  </a:lnTo>
                  <a:lnTo>
                    <a:pt x="1079382" y="540656"/>
                  </a:lnTo>
                  <a:lnTo>
                    <a:pt x="1081772" y="535644"/>
                  </a:lnTo>
                  <a:lnTo>
                    <a:pt x="1083084" y="528243"/>
                  </a:lnTo>
                  <a:lnTo>
                    <a:pt x="1083084" y="523904"/>
                  </a:lnTo>
                  <a:lnTo>
                    <a:pt x="1080257" y="519228"/>
                  </a:lnTo>
                  <a:lnTo>
                    <a:pt x="1079382" y="516503"/>
                  </a:lnTo>
                  <a:lnTo>
                    <a:pt x="1078743" y="510650"/>
                  </a:lnTo>
                  <a:cubicBezTo>
                    <a:pt x="1078743" y="510650"/>
                    <a:pt x="1079382" y="507925"/>
                    <a:pt x="1079382" y="507488"/>
                  </a:cubicBezTo>
                  <a:cubicBezTo>
                    <a:pt x="1079382" y="507050"/>
                    <a:pt x="1081671" y="504662"/>
                    <a:pt x="1081873" y="504325"/>
                  </a:cubicBezTo>
                  <a:cubicBezTo>
                    <a:pt x="1082075" y="503989"/>
                    <a:pt x="1087729" y="499448"/>
                    <a:pt x="1087729" y="499448"/>
                  </a:cubicBezTo>
                  <a:lnTo>
                    <a:pt x="1097623" y="491744"/>
                  </a:lnTo>
                  <a:lnTo>
                    <a:pt x="1100551" y="487169"/>
                  </a:lnTo>
                  <a:lnTo>
                    <a:pt x="1104623" y="481955"/>
                  </a:lnTo>
                  <a:lnTo>
                    <a:pt x="1107383" y="477279"/>
                  </a:lnTo>
                  <a:lnTo>
                    <a:pt x="1107383" y="470013"/>
                  </a:lnTo>
                  <a:lnTo>
                    <a:pt x="1108460" y="462175"/>
                  </a:lnTo>
                  <a:lnTo>
                    <a:pt x="1107787" y="452823"/>
                  </a:lnTo>
                  <a:lnTo>
                    <a:pt x="1106171" y="448484"/>
                  </a:lnTo>
                  <a:lnTo>
                    <a:pt x="1099104" y="445759"/>
                  </a:lnTo>
                  <a:lnTo>
                    <a:pt x="1096042" y="444783"/>
                  </a:lnTo>
                  <a:lnTo>
                    <a:pt x="1092575" y="444783"/>
                  </a:lnTo>
                  <a:lnTo>
                    <a:pt x="1088772" y="441857"/>
                  </a:lnTo>
                  <a:lnTo>
                    <a:pt x="1086483" y="439569"/>
                  </a:lnTo>
                  <a:lnTo>
                    <a:pt x="1085508" y="437181"/>
                  </a:lnTo>
                  <a:lnTo>
                    <a:pt x="1086719" y="432740"/>
                  </a:lnTo>
                  <a:lnTo>
                    <a:pt x="1087493" y="426113"/>
                  </a:lnTo>
                  <a:lnTo>
                    <a:pt x="1088536" y="421875"/>
                  </a:lnTo>
                  <a:lnTo>
                    <a:pt x="1091734" y="418713"/>
                  </a:lnTo>
                  <a:lnTo>
                    <a:pt x="1091734" y="414373"/>
                  </a:lnTo>
                  <a:lnTo>
                    <a:pt x="1089546" y="408822"/>
                  </a:lnTo>
                  <a:lnTo>
                    <a:pt x="1090522" y="405660"/>
                  </a:lnTo>
                  <a:lnTo>
                    <a:pt x="1093988" y="401422"/>
                  </a:lnTo>
                  <a:lnTo>
                    <a:pt x="1098465" y="399672"/>
                  </a:lnTo>
                  <a:lnTo>
                    <a:pt x="1104321" y="393920"/>
                  </a:lnTo>
                  <a:lnTo>
                    <a:pt x="1107787" y="390455"/>
                  </a:lnTo>
                  <a:cubicBezTo>
                    <a:pt x="1107787" y="390455"/>
                    <a:pt x="1109200" y="390455"/>
                    <a:pt x="1109301" y="389143"/>
                  </a:cubicBezTo>
                  <a:cubicBezTo>
                    <a:pt x="1109436" y="387932"/>
                    <a:pt x="1109167" y="386721"/>
                    <a:pt x="1109167" y="386721"/>
                  </a:cubicBezTo>
                  <a:close/>
                </a:path>
              </a:pathLst>
            </a:custGeom>
            <a:grpFill/>
            <a:ln w="6350" cap="flat">
              <a:solidFill>
                <a:schemeClr val="bg1"/>
              </a:solidFill>
              <a:prstDash val="solid"/>
              <a:miter/>
            </a:ln>
          </p:spPr>
          <p:txBody>
            <a:bodyPr rtlCol="0" anchor="ctr"/>
            <a:lstStyle/>
            <a:p>
              <a:endParaRPr lang="en-US"/>
            </a:p>
          </p:txBody>
        </p:sp>
        <p:sp>
          <p:nvSpPr>
            <p:cNvPr id="187" name="Freeform 904">
              <a:extLst>
                <a:ext uri="{FF2B5EF4-FFF2-40B4-BE49-F238E27FC236}">
                  <a16:creationId xmlns:a16="http://schemas.microsoft.com/office/drawing/2014/main" id="{5AF885FB-E393-B602-2013-0C2EDD9B22B4}"/>
                </a:ext>
              </a:extLst>
            </p:cNvPr>
            <p:cNvSpPr/>
            <p:nvPr/>
          </p:nvSpPr>
          <p:spPr>
            <a:xfrm>
              <a:off x="7761032" y="2478268"/>
              <a:ext cx="194993" cy="371230"/>
            </a:xfrm>
            <a:custGeom>
              <a:avLst/>
              <a:gdLst>
                <a:gd name="connsiteX0" fmla="*/ 313721 w 374366"/>
                <a:gd name="connsiteY0" fmla="*/ 500659 h 712723"/>
                <a:gd name="connsiteX1" fmla="*/ 306552 w 374366"/>
                <a:gd name="connsiteY1" fmla="*/ 495007 h 712723"/>
                <a:gd name="connsiteX2" fmla="*/ 301773 w 374366"/>
                <a:gd name="connsiteY2" fmla="*/ 490870 h 712723"/>
                <a:gd name="connsiteX3" fmla="*/ 301773 w 374366"/>
                <a:gd name="connsiteY3" fmla="*/ 486732 h 712723"/>
                <a:gd name="connsiteX4" fmla="*/ 301773 w 374366"/>
                <a:gd name="connsiteY4" fmla="*/ 482830 h 712723"/>
                <a:gd name="connsiteX5" fmla="*/ 299821 w 374366"/>
                <a:gd name="connsiteY5" fmla="*/ 480643 h 712723"/>
                <a:gd name="connsiteX6" fmla="*/ 296119 w 374366"/>
                <a:gd name="connsiteY6" fmla="*/ 476304 h 712723"/>
                <a:gd name="connsiteX7" fmla="*/ 292215 w 374366"/>
                <a:gd name="connsiteY7" fmla="*/ 472603 h 712723"/>
                <a:gd name="connsiteX8" fmla="*/ 291576 w 374366"/>
                <a:gd name="connsiteY8" fmla="*/ 469340 h 712723"/>
                <a:gd name="connsiteX9" fmla="*/ 297230 w 374366"/>
                <a:gd name="connsiteY9" fmla="*/ 467389 h 712723"/>
                <a:gd name="connsiteX10" fmla="*/ 296994 w 374366"/>
                <a:gd name="connsiteY10" fmla="*/ 466313 h 712723"/>
                <a:gd name="connsiteX11" fmla="*/ 291138 w 374366"/>
                <a:gd name="connsiteY11" fmla="*/ 462848 h 712723"/>
                <a:gd name="connsiteX12" fmla="*/ 291778 w 374366"/>
                <a:gd name="connsiteY12" fmla="*/ 459383 h 712723"/>
                <a:gd name="connsiteX13" fmla="*/ 295917 w 374366"/>
                <a:gd name="connsiteY13" fmla="*/ 457634 h 712723"/>
                <a:gd name="connsiteX14" fmla="*/ 299182 w 374366"/>
                <a:gd name="connsiteY14" fmla="*/ 455245 h 712723"/>
                <a:gd name="connsiteX15" fmla="*/ 303961 w 374366"/>
                <a:gd name="connsiteY15" fmla="*/ 455245 h 712723"/>
                <a:gd name="connsiteX16" fmla="*/ 306788 w 374366"/>
                <a:gd name="connsiteY16" fmla="*/ 451343 h 712723"/>
                <a:gd name="connsiteX17" fmla="*/ 305711 w 374366"/>
                <a:gd name="connsiteY17" fmla="*/ 449392 h 712723"/>
                <a:gd name="connsiteX18" fmla="*/ 305071 w 374366"/>
                <a:gd name="connsiteY18" fmla="*/ 446802 h 712723"/>
                <a:gd name="connsiteX19" fmla="*/ 309413 w 374366"/>
                <a:gd name="connsiteY19" fmla="*/ 445725 h 712723"/>
                <a:gd name="connsiteX20" fmla="*/ 313317 w 374366"/>
                <a:gd name="connsiteY20" fmla="*/ 444413 h 712723"/>
                <a:gd name="connsiteX21" fmla="*/ 315942 w 374366"/>
                <a:gd name="connsiteY21" fmla="*/ 444413 h 712723"/>
                <a:gd name="connsiteX22" fmla="*/ 317692 w 374366"/>
                <a:gd name="connsiteY22" fmla="*/ 444413 h 712723"/>
                <a:gd name="connsiteX23" fmla="*/ 317927 w 374366"/>
                <a:gd name="connsiteY23" fmla="*/ 441587 h 712723"/>
                <a:gd name="connsiteX24" fmla="*/ 317052 w 374366"/>
                <a:gd name="connsiteY24" fmla="*/ 437013 h 712723"/>
                <a:gd name="connsiteX25" fmla="*/ 319004 w 374366"/>
                <a:gd name="connsiteY25" fmla="*/ 430924 h 712723"/>
                <a:gd name="connsiteX26" fmla="*/ 316615 w 374366"/>
                <a:gd name="connsiteY26" fmla="*/ 429410 h 712723"/>
                <a:gd name="connsiteX27" fmla="*/ 315975 w 374366"/>
                <a:gd name="connsiteY27" fmla="*/ 423758 h 712723"/>
                <a:gd name="connsiteX28" fmla="*/ 316177 w 374366"/>
                <a:gd name="connsiteY28" fmla="*/ 418343 h 712723"/>
                <a:gd name="connsiteX29" fmla="*/ 317692 w 374366"/>
                <a:gd name="connsiteY29" fmla="*/ 414642 h 712723"/>
                <a:gd name="connsiteX30" fmla="*/ 321394 w 374366"/>
                <a:gd name="connsiteY30" fmla="*/ 410740 h 712723"/>
                <a:gd name="connsiteX31" fmla="*/ 324221 w 374366"/>
                <a:gd name="connsiteY31" fmla="*/ 405526 h 712723"/>
                <a:gd name="connsiteX32" fmla="*/ 326173 w 374366"/>
                <a:gd name="connsiteY32" fmla="*/ 399942 h 712723"/>
                <a:gd name="connsiteX33" fmla="*/ 330380 w 374366"/>
                <a:gd name="connsiteY33" fmla="*/ 395871 h 712723"/>
                <a:gd name="connsiteX34" fmla="*/ 334284 w 374366"/>
                <a:gd name="connsiteY34" fmla="*/ 393987 h 712723"/>
                <a:gd name="connsiteX35" fmla="*/ 335865 w 374366"/>
                <a:gd name="connsiteY35" fmla="*/ 391835 h 712723"/>
                <a:gd name="connsiteX36" fmla="*/ 331793 w 374366"/>
                <a:gd name="connsiteY36" fmla="*/ 387932 h 712723"/>
                <a:gd name="connsiteX37" fmla="*/ 331490 w 374366"/>
                <a:gd name="connsiteY37" fmla="*/ 384905 h 712723"/>
                <a:gd name="connsiteX38" fmla="*/ 333510 w 374366"/>
                <a:gd name="connsiteY38" fmla="*/ 381877 h 712723"/>
                <a:gd name="connsiteX39" fmla="*/ 336539 w 374366"/>
                <a:gd name="connsiteY39" fmla="*/ 379556 h 712723"/>
                <a:gd name="connsiteX40" fmla="*/ 338995 w 374366"/>
                <a:gd name="connsiteY40" fmla="*/ 376932 h 712723"/>
                <a:gd name="connsiteX41" fmla="*/ 341183 w 374366"/>
                <a:gd name="connsiteY41" fmla="*/ 375486 h 712723"/>
                <a:gd name="connsiteX42" fmla="*/ 342495 w 374366"/>
                <a:gd name="connsiteY42" fmla="*/ 372593 h 712723"/>
                <a:gd name="connsiteX43" fmla="*/ 344077 w 374366"/>
                <a:gd name="connsiteY43" fmla="*/ 368119 h 712723"/>
                <a:gd name="connsiteX44" fmla="*/ 346399 w 374366"/>
                <a:gd name="connsiteY44" fmla="*/ 364485 h 712723"/>
                <a:gd name="connsiteX45" fmla="*/ 347712 w 374366"/>
                <a:gd name="connsiteY45" fmla="*/ 358699 h 712723"/>
                <a:gd name="connsiteX46" fmla="*/ 348284 w 374366"/>
                <a:gd name="connsiteY46" fmla="*/ 355504 h 712723"/>
                <a:gd name="connsiteX47" fmla="*/ 348856 w 374366"/>
                <a:gd name="connsiteY47" fmla="*/ 352611 h 712723"/>
                <a:gd name="connsiteX48" fmla="*/ 348856 w 374366"/>
                <a:gd name="connsiteY48" fmla="*/ 350592 h 712723"/>
                <a:gd name="connsiteX49" fmla="*/ 346534 w 374366"/>
                <a:gd name="connsiteY49" fmla="*/ 347834 h 712723"/>
                <a:gd name="connsiteX50" fmla="*/ 343774 w 374366"/>
                <a:gd name="connsiteY50" fmla="*/ 345816 h 712723"/>
                <a:gd name="connsiteX51" fmla="*/ 340880 w 374366"/>
                <a:gd name="connsiteY51" fmla="*/ 344066 h 712723"/>
                <a:gd name="connsiteX52" fmla="*/ 339736 w 374366"/>
                <a:gd name="connsiteY52" fmla="*/ 344066 h 712723"/>
                <a:gd name="connsiteX53" fmla="*/ 336841 w 374366"/>
                <a:gd name="connsiteY53" fmla="*/ 342687 h 712723"/>
                <a:gd name="connsiteX54" fmla="*/ 336707 w 374366"/>
                <a:gd name="connsiteY54" fmla="*/ 340433 h 712723"/>
                <a:gd name="connsiteX55" fmla="*/ 336976 w 374366"/>
                <a:gd name="connsiteY55" fmla="*/ 338179 h 712723"/>
                <a:gd name="connsiteX56" fmla="*/ 336000 w 374366"/>
                <a:gd name="connsiteY56" fmla="*/ 336867 h 712723"/>
                <a:gd name="connsiteX57" fmla="*/ 335697 w 374366"/>
                <a:gd name="connsiteY57" fmla="*/ 334580 h 712723"/>
                <a:gd name="connsiteX58" fmla="*/ 333409 w 374366"/>
                <a:gd name="connsiteY58" fmla="*/ 331317 h 712723"/>
                <a:gd name="connsiteX59" fmla="*/ 331221 w 374366"/>
                <a:gd name="connsiteY59" fmla="*/ 329029 h 712723"/>
                <a:gd name="connsiteX60" fmla="*/ 329808 w 374366"/>
                <a:gd name="connsiteY60" fmla="*/ 327516 h 712723"/>
                <a:gd name="connsiteX61" fmla="*/ 327956 w 374366"/>
                <a:gd name="connsiteY61" fmla="*/ 325464 h 712723"/>
                <a:gd name="connsiteX62" fmla="*/ 325803 w 374366"/>
                <a:gd name="connsiteY62" fmla="*/ 322974 h 712723"/>
                <a:gd name="connsiteX63" fmla="*/ 324389 w 374366"/>
                <a:gd name="connsiteY63" fmla="*/ 320586 h 712723"/>
                <a:gd name="connsiteX64" fmla="*/ 324389 w 374366"/>
                <a:gd name="connsiteY64" fmla="*/ 316885 h 712723"/>
                <a:gd name="connsiteX65" fmla="*/ 324221 w 374366"/>
                <a:gd name="connsiteY65" fmla="*/ 313723 h 712723"/>
                <a:gd name="connsiteX66" fmla="*/ 321663 w 374366"/>
                <a:gd name="connsiteY66" fmla="*/ 311671 h 712723"/>
                <a:gd name="connsiteX67" fmla="*/ 319374 w 374366"/>
                <a:gd name="connsiteY67" fmla="*/ 308206 h 712723"/>
                <a:gd name="connsiteX68" fmla="*/ 319274 w 374366"/>
                <a:gd name="connsiteY68" fmla="*/ 305482 h 712723"/>
                <a:gd name="connsiteX69" fmla="*/ 319812 w 374366"/>
                <a:gd name="connsiteY69" fmla="*/ 302858 h 712723"/>
                <a:gd name="connsiteX70" fmla="*/ 320452 w 374366"/>
                <a:gd name="connsiteY70" fmla="*/ 301243 h 712723"/>
                <a:gd name="connsiteX71" fmla="*/ 320889 w 374366"/>
                <a:gd name="connsiteY71" fmla="*/ 297980 h 712723"/>
                <a:gd name="connsiteX72" fmla="*/ 320889 w 374366"/>
                <a:gd name="connsiteY72" fmla="*/ 295390 h 712723"/>
                <a:gd name="connsiteX73" fmla="*/ 319038 w 374366"/>
                <a:gd name="connsiteY73" fmla="*/ 294851 h 712723"/>
                <a:gd name="connsiteX74" fmla="*/ 316548 w 374366"/>
                <a:gd name="connsiteY74" fmla="*/ 295390 h 712723"/>
                <a:gd name="connsiteX75" fmla="*/ 313081 w 374366"/>
                <a:gd name="connsiteY75" fmla="*/ 295390 h 712723"/>
                <a:gd name="connsiteX76" fmla="*/ 309009 w 374366"/>
                <a:gd name="connsiteY76" fmla="*/ 290377 h 712723"/>
                <a:gd name="connsiteX77" fmla="*/ 306115 w 374366"/>
                <a:gd name="connsiteY77" fmla="*/ 290175 h 712723"/>
                <a:gd name="connsiteX78" fmla="*/ 305542 w 374366"/>
                <a:gd name="connsiteY78" fmla="*/ 290175 h 712723"/>
                <a:gd name="connsiteX79" fmla="*/ 302211 w 374366"/>
                <a:gd name="connsiteY79" fmla="*/ 291185 h 712723"/>
                <a:gd name="connsiteX80" fmla="*/ 298576 w 374366"/>
                <a:gd name="connsiteY80" fmla="*/ 290175 h 712723"/>
                <a:gd name="connsiteX81" fmla="*/ 295379 w 374366"/>
                <a:gd name="connsiteY81" fmla="*/ 287854 h 712723"/>
                <a:gd name="connsiteX82" fmla="*/ 292047 w 374366"/>
                <a:gd name="connsiteY82" fmla="*/ 285668 h 712723"/>
                <a:gd name="connsiteX83" fmla="*/ 290734 w 374366"/>
                <a:gd name="connsiteY83" fmla="*/ 282640 h 712723"/>
                <a:gd name="connsiteX84" fmla="*/ 287403 w 374366"/>
                <a:gd name="connsiteY84" fmla="*/ 277729 h 712723"/>
                <a:gd name="connsiteX85" fmla="*/ 290432 w 374366"/>
                <a:gd name="connsiteY85" fmla="*/ 273961 h 712723"/>
                <a:gd name="connsiteX86" fmla="*/ 291441 w 374366"/>
                <a:gd name="connsiteY86" fmla="*/ 270934 h 712723"/>
                <a:gd name="connsiteX87" fmla="*/ 291172 w 374366"/>
                <a:gd name="connsiteY87" fmla="*/ 268175 h 712723"/>
                <a:gd name="connsiteX88" fmla="*/ 290297 w 374366"/>
                <a:gd name="connsiteY88" fmla="*/ 264105 h 712723"/>
                <a:gd name="connsiteX89" fmla="*/ 289556 w 374366"/>
                <a:gd name="connsiteY89" fmla="*/ 258016 h 712723"/>
                <a:gd name="connsiteX90" fmla="*/ 289556 w 374366"/>
                <a:gd name="connsiteY90" fmla="*/ 253676 h 712723"/>
                <a:gd name="connsiteX91" fmla="*/ 290364 w 374366"/>
                <a:gd name="connsiteY91" fmla="*/ 249606 h 712723"/>
                <a:gd name="connsiteX92" fmla="*/ 292182 w 374366"/>
                <a:gd name="connsiteY92" fmla="*/ 246713 h 712723"/>
                <a:gd name="connsiteX93" fmla="*/ 296826 w 374366"/>
                <a:gd name="connsiteY93" fmla="*/ 243955 h 712723"/>
                <a:gd name="connsiteX94" fmla="*/ 299720 w 374366"/>
                <a:gd name="connsiteY94" fmla="*/ 242945 h 712723"/>
                <a:gd name="connsiteX95" fmla="*/ 304196 w 374366"/>
                <a:gd name="connsiteY95" fmla="*/ 241802 h 712723"/>
                <a:gd name="connsiteX96" fmla="*/ 304937 w 374366"/>
                <a:gd name="connsiteY96" fmla="*/ 239783 h 712723"/>
                <a:gd name="connsiteX97" fmla="*/ 305946 w 374366"/>
                <a:gd name="connsiteY97" fmla="*/ 236890 h 712723"/>
                <a:gd name="connsiteX98" fmla="*/ 311600 w 374366"/>
                <a:gd name="connsiteY98" fmla="*/ 233695 h 712723"/>
                <a:gd name="connsiteX99" fmla="*/ 315672 w 374366"/>
                <a:gd name="connsiteY99" fmla="*/ 230802 h 712723"/>
                <a:gd name="connsiteX100" fmla="*/ 316817 w 374366"/>
                <a:gd name="connsiteY100" fmla="*/ 225587 h 712723"/>
                <a:gd name="connsiteX101" fmla="*/ 317692 w 374366"/>
                <a:gd name="connsiteY101" fmla="*/ 222392 h 712723"/>
                <a:gd name="connsiteX102" fmla="*/ 317389 w 374366"/>
                <a:gd name="connsiteY102" fmla="*/ 220071 h 712723"/>
                <a:gd name="connsiteX103" fmla="*/ 314629 w 374366"/>
                <a:gd name="connsiteY103" fmla="*/ 216303 h 712723"/>
                <a:gd name="connsiteX104" fmla="*/ 311869 w 374366"/>
                <a:gd name="connsiteY104" fmla="*/ 213713 h 712723"/>
                <a:gd name="connsiteX105" fmla="*/ 309548 w 374366"/>
                <a:gd name="connsiteY105" fmla="*/ 210820 h 712723"/>
                <a:gd name="connsiteX106" fmla="*/ 307360 w 374366"/>
                <a:gd name="connsiteY106" fmla="*/ 207489 h 712723"/>
                <a:gd name="connsiteX107" fmla="*/ 306620 w 374366"/>
                <a:gd name="connsiteY107" fmla="*/ 204294 h 712723"/>
                <a:gd name="connsiteX108" fmla="*/ 309076 w 374366"/>
                <a:gd name="connsiteY108" fmla="*/ 201838 h 712723"/>
                <a:gd name="connsiteX109" fmla="*/ 312846 w 374366"/>
                <a:gd name="connsiteY109" fmla="*/ 198070 h 712723"/>
                <a:gd name="connsiteX110" fmla="*/ 314023 w 374366"/>
                <a:gd name="connsiteY110" fmla="*/ 195413 h 712723"/>
                <a:gd name="connsiteX111" fmla="*/ 317793 w 374366"/>
                <a:gd name="connsiteY111" fmla="*/ 194302 h 712723"/>
                <a:gd name="connsiteX112" fmla="*/ 318533 w 374366"/>
                <a:gd name="connsiteY112" fmla="*/ 193899 h 712723"/>
                <a:gd name="connsiteX113" fmla="*/ 320384 w 374366"/>
                <a:gd name="connsiteY113" fmla="*/ 192856 h 712723"/>
                <a:gd name="connsiteX114" fmla="*/ 321125 w 374366"/>
                <a:gd name="connsiteY114" fmla="*/ 190535 h 712723"/>
                <a:gd name="connsiteX115" fmla="*/ 326341 w 374366"/>
                <a:gd name="connsiteY115" fmla="*/ 187070 h 712723"/>
                <a:gd name="connsiteX116" fmla="*/ 330380 w 374366"/>
                <a:gd name="connsiteY116" fmla="*/ 184614 h 712723"/>
                <a:gd name="connsiteX117" fmla="*/ 334452 w 374366"/>
                <a:gd name="connsiteY117" fmla="*/ 185052 h 712723"/>
                <a:gd name="connsiteX118" fmla="*/ 338087 w 374366"/>
                <a:gd name="connsiteY118" fmla="*/ 188247 h 712723"/>
                <a:gd name="connsiteX119" fmla="*/ 344178 w 374366"/>
                <a:gd name="connsiteY119" fmla="*/ 194471 h 712723"/>
                <a:gd name="connsiteX120" fmla="*/ 346635 w 374366"/>
                <a:gd name="connsiteY120" fmla="*/ 194471 h 712723"/>
                <a:gd name="connsiteX121" fmla="*/ 349394 w 374366"/>
                <a:gd name="connsiteY121" fmla="*/ 191443 h 712723"/>
                <a:gd name="connsiteX122" fmla="*/ 353029 w 374366"/>
                <a:gd name="connsiteY122" fmla="*/ 190434 h 712723"/>
                <a:gd name="connsiteX123" fmla="*/ 355620 w 374366"/>
                <a:gd name="connsiteY123" fmla="*/ 188416 h 712723"/>
                <a:gd name="connsiteX124" fmla="*/ 358649 w 374366"/>
                <a:gd name="connsiteY124" fmla="*/ 185220 h 712723"/>
                <a:gd name="connsiteX125" fmla="*/ 362553 w 374366"/>
                <a:gd name="connsiteY125" fmla="*/ 183033 h 712723"/>
                <a:gd name="connsiteX126" fmla="*/ 365010 w 374366"/>
                <a:gd name="connsiteY126" fmla="*/ 182024 h 712723"/>
                <a:gd name="connsiteX127" fmla="*/ 369486 w 374366"/>
                <a:gd name="connsiteY127" fmla="*/ 179837 h 712723"/>
                <a:gd name="connsiteX128" fmla="*/ 371236 w 374366"/>
                <a:gd name="connsiteY128" fmla="*/ 179737 h 712723"/>
                <a:gd name="connsiteX129" fmla="*/ 371236 w 374366"/>
                <a:gd name="connsiteY129" fmla="*/ 177954 h 712723"/>
                <a:gd name="connsiteX130" fmla="*/ 368275 w 374366"/>
                <a:gd name="connsiteY130" fmla="*/ 174489 h 712723"/>
                <a:gd name="connsiteX131" fmla="*/ 366592 w 374366"/>
                <a:gd name="connsiteY131" fmla="*/ 170587 h 712723"/>
                <a:gd name="connsiteX132" fmla="*/ 365010 w 374366"/>
                <a:gd name="connsiteY132" fmla="*/ 166516 h 712723"/>
                <a:gd name="connsiteX133" fmla="*/ 365717 w 374366"/>
                <a:gd name="connsiteY133" fmla="*/ 165944 h 712723"/>
                <a:gd name="connsiteX134" fmla="*/ 367736 w 374366"/>
                <a:gd name="connsiteY134" fmla="*/ 164632 h 712723"/>
                <a:gd name="connsiteX135" fmla="*/ 368443 w 374366"/>
                <a:gd name="connsiteY135" fmla="*/ 162748 h 712723"/>
                <a:gd name="connsiteX136" fmla="*/ 367871 w 374366"/>
                <a:gd name="connsiteY136" fmla="*/ 160730 h 712723"/>
                <a:gd name="connsiteX137" fmla="*/ 366558 w 374366"/>
                <a:gd name="connsiteY137" fmla="*/ 158106 h 712723"/>
                <a:gd name="connsiteX138" fmla="*/ 366996 w 374366"/>
                <a:gd name="connsiteY138" fmla="*/ 155348 h 712723"/>
                <a:gd name="connsiteX139" fmla="*/ 369452 w 374366"/>
                <a:gd name="connsiteY139" fmla="*/ 154339 h 712723"/>
                <a:gd name="connsiteX140" fmla="*/ 370900 w 374366"/>
                <a:gd name="connsiteY140" fmla="*/ 153464 h 712723"/>
                <a:gd name="connsiteX141" fmla="*/ 372650 w 374366"/>
                <a:gd name="connsiteY141" fmla="*/ 147947 h 712723"/>
                <a:gd name="connsiteX142" fmla="*/ 373659 w 374366"/>
                <a:gd name="connsiteY142" fmla="*/ 145357 h 712723"/>
                <a:gd name="connsiteX143" fmla="*/ 373794 w 374366"/>
                <a:gd name="connsiteY143" fmla="*/ 143776 h 712723"/>
                <a:gd name="connsiteX144" fmla="*/ 374366 w 374366"/>
                <a:gd name="connsiteY144" fmla="*/ 139436 h 712723"/>
                <a:gd name="connsiteX145" fmla="*/ 373491 w 374366"/>
                <a:gd name="connsiteY145" fmla="*/ 136241 h 712723"/>
                <a:gd name="connsiteX146" fmla="*/ 373188 w 374366"/>
                <a:gd name="connsiteY146" fmla="*/ 134054 h 712723"/>
                <a:gd name="connsiteX147" fmla="*/ 371169 w 374366"/>
                <a:gd name="connsiteY147" fmla="*/ 131733 h 712723"/>
                <a:gd name="connsiteX148" fmla="*/ 369856 w 374366"/>
                <a:gd name="connsiteY148" fmla="*/ 129849 h 712723"/>
                <a:gd name="connsiteX149" fmla="*/ 368544 w 374366"/>
                <a:gd name="connsiteY149" fmla="*/ 129714 h 712723"/>
                <a:gd name="connsiteX150" fmla="*/ 364774 w 374366"/>
                <a:gd name="connsiteY150" fmla="*/ 128133 h 712723"/>
                <a:gd name="connsiteX151" fmla="*/ 363630 w 374366"/>
                <a:gd name="connsiteY151" fmla="*/ 125509 h 712723"/>
                <a:gd name="connsiteX152" fmla="*/ 362486 w 374366"/>
                <a:gd name="connsiteY152" fmla="*/ 124198 h 712723"/>
                <a:gd name="connsiteX153" fmla="*/ 362486 w 374366"/>
                <a:gd name="connsiteY153" fmla="*/ 120733 h 712723"/>
                <a:gd name="connsiteX154" fmla="*/ 361241 w 374366"/>
                <a:gd name="connsiteY154" fmla="*/ 117705 h 712723"/>
                <a:gd name="connsiteX155" fmla="*/ 361376 w 374366"/>
                <a:gd name="connsiteY155" fmla="*/ 116191 h 712723"/>
                <a:gd name="connsiteX156" fmla="*/ 363563 w 374366"/>
                <a:gd name="connsiteY156" fmla="*/ 112289 h 712723"/>
                <a:gd name="connsiteX157" fmla="*/ 364203 w 374366"/>
                <a:gd name="connsiteY157" fmla="*/ 111414 h 712723"/>
                <a:gd name="connsiteX158" fmla="*/ 365279 w 374366"/>
                <a:gd name="connsiteY158" fmla="*/ 108589 h 712723"/>
                <a:gd name="connsiteX159" fmla="*/ 365515 w 374366"/>
                <a:gd name="connsiteY159" fmla="*/ 105763 h 712723"/>
                <a:gd name="connsiteX160" fmla="*/ 363563 w 374366"/>
                <a:gd name="connsiteY160" fmla="*/ 102937 h 712723"/>
                <a:gd name="connsiteX161" fmla="*/ 362688 w 374366"/>
                <a:gd name="connsiteY161" fmla="*/ 101188 h 712723"/>
                <a:gd name="connsiteX162" fmla="*/ 361611 w 374366"/>
                <a:gd name="connsiteY162" fmla="*/ 100751 h 712723"/>
                <a:gd name="connsiteX163" fmla="*/ 358347 w 374366"/>
                <a:gd name="connsiteY163" fmla="*/ 100751 h 712723"/>
                <a:gd name="connsiteX164" fmla="*/ 353332 w 374366"/>
                <a:gd name="connsiteY164" fmla="*/ 100852 h 712723"/>
                <a:gd name="connsiteX165" fmla="*/ 349428 w 374366"/>
                <a:gd name="connsiteY165" fmla="*/ 100313 h 712723"/>
                <a:gd name="connsiteX166" fmla="*/ 343336 w 374366"/>
                <a:gd name="connsiteY166" fmla="*/ 99876 h 712723"/>
                <a:gd name="connsiteX167" fmla="*/ 338995 w 374366"/>
                <a:gd name="connsiteY167" fmla="*/ 98362 h 712723"/>
                <a:gd name="connsiteX168" fmla="*/ 333106 w 374366"/>
                <a:gd name="connsiteY168" fmla="*/ 95738 h 712723"/>
                <a:gd name="connsiteX169" fmla="*/ 332029 w 374366"/>
                <a:gd name="connsiteY169" fmla="*/ 93989 h 712723"/>
                <a:gd name="connsiteX170" fmla="*/ 330278 w 374366"/>
                <a:gd name="connsiteY170" fmla="*/ 92038 h 712723"/>
                <a:gd name="connsiteX171" fmla="*/ 327889 w 374366"/>
                <a:gd name="connsiteY171" fmla="*/ 92038 h 712723"/>
                <a:gd name="connsiteX172" fmla="*/ 324423 w 374366"/>
                <a:gd name="connsiteY172" fmla="*/ 91399 h 712723"/>
                <a:gd name="connsiteX173" fmla="*/ 320283 w 374366"/>
                <a:gd name="connsiteY173" fmla="*/ 88136 h 712723"/>
                <a:gd name="connsiteX174" fmla="*/ 318971 w 374366"/>
                <a:gd name="connsiteY174" fmla="*/ 83359 h 712723"/>
                <a:gd name="connsiteX175" fmla="*/ 321158 w 374366"/>
                <a:gd name="connsiteY175" fmla="*/ 77270 h 712723"/>
                <a:gd name="connsiteX176" fmla="*/ 323110 w 374366"/>
                <a:gd name="connsiteY176" fmla="*/ 75958 h 712723"/>
                <a:gd name="connsiteX177" fmla="*/ 325735 w 374366"/>
                <a:gd name="connsiteY177" fmla="*/ 76396 h 712723"/>
                <a:gd name="connsiteX178" fmla="*/ 330077 w 374366"/>
                <a:gd name="connsiteY178" fmla="*/ 77035 h 712723"/>
                <a:gd name="connsiteX179" fmla="*/ 331389 w 374366"/>
                <a:gd name="connsiteY179" fmla="*/ 75958 h 712723"/>
                <a:gd name="connsiteX180" fmla="*/ 330952 w 374366"/>
                <a:gd name="connsiteY180" fmla="*/ 71383 h 712723"/>
                <a:gd name="connsiteX181" fmla="*/ 330312 w 374366"/>
                <a:gd name="connsiteY181" fmla="*/ 65934 h 712723"/>
                <a:gd name="connsiteX182" fmla="*/ 339231 w 374366"/>
                <a:gd name="connsiteY182" fmla="*/ 65934 h 712723"/>
                <a:gd name="connsiteX183" fmla="*/ 342697 w 374366"/>
                <a:gd name="connsiteY183" fmla="*/ 63209 h 712723"/>
                <a:gd name="connsiteX184" fmla="*/ 344885 w 374366"/>
                <a:gd name="connsiteY184" fmla="*/ 61796 h 712723"/>
                <a:gd name="connsiteX185" fmla="*/ 352491 w 374366"/>
                <a:gd name="connsiteY185" fmla="*/ 60719 h 712723"/>
                <a:gd name="connsiteX186" fmla="*/ 360332 w 374366"/>
                <a:gd name="connsiteY186" fmla="*/ 57120 h 712723"/>
                <a:gd name="connsiteX187" fmla="*/ 362722 w 374366"/>
                <a:gd name="connsiteY187" fmla="*/ 55909 h 712723"/>
                <a:gd name="connsiteX188" fmla="*/ 364909 w 374366"/>
                <a:gd name="connsiteY188" fmla="*/ 54933 h 712723"/>
                <a:gd name="connsiteX189" fmla="*/ 366659 w 374366"/>
                <a:gd name="connsiteY189" fmla="*/ 52444 h 712723"/>
                <a:gd name="connsiteX190" fmla="*/ 369823 w 374366"/>
                <a:gd name="connsiteY190" fmla="*/ 51368 h 712723"/>
                <a:gd name="connsiteX191" fmla="*/ 370058 w 374366"/>
                <a:gd name="connsiteY191" fmla="*/ 50594 h 712723"/>
                <a:gd name="connsiteX192" fmla="*/ 368645 w 374366"/>
                <a:gd name="connsiteY192" fmla="*/ 48542 h 712723"/>
                <a:gd name="connsiteX193" fmla="*/ 368107 w 374366"/>
                <a:gd name="connsiteY193" fmla="*/ 48542 h 712723"/>
                <a:gd name="connsiteX194" fmla="*/ 364304 w 374366"/>
                <a:gd name="connsiteY194" fmla="*/ 48374 h 712723"/>
                <a:gd name="connsiteX195" fmla="*/ 361577 w 374366"/>
                <a:gd name="connsiteY195" fmla="*/ 47667 h 712723"/>
                <a:gd name="connsiteX196" fmla="*/ 356798 w 374366"/>
                <a:gd name="connsiteY196" fmla="*/ 47129 h 712723"/>
                <a:gd name="connsiteX197" fmla="*/ 354072 w 374366"/>
                <a:gd name="connsiteY197" fmla="*/ 47028 h 712723"/>
                <a:gd name="connsiteX198" fmla="*/ 351784 w 374366"/>
                <a:gd name="connsiteY198" fmla="*/ 47230 h 712723"/>
                <a:gd name="connsiteX199" fmla="*/ 349832 w 374366"/>
                <a:gd name="connsiteY199" fmla="*/ 43261 h 712723"/>
                <a:gd name="connsiteX200" fmla="*/ 351043 w 374366"/>
                <a:gd name="connsiteY200" fmla="*/ 39493 h 712723"/>
                <a:gd name="connsiteX201" fmla="*/ 349967 w 374366"/>
                <a:gd name="connsiteY201" fmla="*/ 34918 h 712723"/>
                <a:gd name="connsiteX202" fmla="*/ 349428 w 374366"/>
                <a:gd name="connsiteY202" fmla="*/ 29166 h 712723"/>
                <a:gd name="connsiteX203" fmla="*/ 348788 w 374366"/>
                <a:gd name="connsiteY203" fmla="*/ 26003 h 712723"/>
                <a:gd name="connsiteX204" fmla="*/ 348788 w 374366"/>
                <a:gd name="connsiteY204" fmla="*/ 23279 h 712723"/>
                <a:gd name="connsiteX205" fmla="*/ 348452 w 374366"/>
                <a:gd name="connsiteY205" fmla="*/ 21328 h 712723"/>
                <a:gd name="connsiteX206" fmla="*/ 347342 w 374366"/>
                <a:gd name="connsiteY206" fmla="*/ 18603 h 712723"/>
                <a:gd name="connsiteX207" fmla="*/ 343976 w 374366"/>
                <a:gd name="connsiteY207" fmla="*/ 15138 h 712723"/>
                <a:gd name="connsiteX208" fmla="*/ 341149 w 374366"/>
                <a:gd name="connsiteY208" fmla="*/ 13086 h 712723"/>
                <a:gd name="connsiteX209" fmla="*/ 337784 w 374366"/>
                <a:gd name="connsiteY209" fmla="*/ 10260 h 712723"/>
                <a:gd name="connsiteX210" fmla="*/ 334183 w 374366"/>
                <a:gd name="connsiteY210" fmla="*/ 7233 h 712723"/>
                <a:gd name="connsiteX211" fmla="*/ 333409 w 374366"/>
                <a:gd name="connsiteY211" fmla="*/ 4844 h 712723"/>
                <a:gd name="connsiteX212" fmla="*/ 332432 w 374366"/>
                <a:gd name="connsiteY212" fmla="*/ 1144 h 712723"/>
                <a:gd name="connsiteX213" fmla="*/ 331692 w 374366"/>
                <a:gd name="connsiteY213" fmla="*/ 0 h 712723"/>
                <a:gd name="connsiteX214" fmla="*/ 329908 w 374366"/>
                <a:gd name="connsiteY214" fmla="*/ 34 h 712723"/>
                <a:gd name="connsiteX215" fmla="*/ 328764 w 374366"/>
                <a:gd name="connsiteY215" fmla="*/ 1446 h 712723"/>
                <a:gd name="connsiteX216" fmla="*/ 326610 w 374366"/>
                <a:gd name="connsiteY216" fmla="*/ 3061 h 712723"/>
                <a:gd name="connsiteX217" fmla="*/ 326005 w 374366"/>
                <a:gd name="connsiteY217" fmla="*/ 5450 h 712723"/>
                <a:gd name="connsiteX218" fmla="*/ 326005 w 374366"/>
                <a:gd name="connsiteY218" fmla="*/ 11101 h 712723"/>
                <a:gd name="connsiteX219" fmla="*/ 326005 w 374366"/>
                <a:gd name="connsiteY219" fmla="*/ 14566 h 712723"/>
                <a:gd name="connsiteX220" fmla="*/ 326005 w 374366"/>
                <a:gd name="connsiteY220" fmla="*/ 19780 h 712723"/>
                <a:gd name="connsiteX221" fmla="*/ 322908 w 374366"/>
                <a:gd name="connsiteY221" fmla="*/ 20655 h 712723"/>
                <a:gd name="connsiteX222" fmla="*/ 320788 w 374366"/>
                <a:gd name="connsiteY222" fmla="*/ 22068 h 712723"/>
                <a:gd name="connsiteX223" fmla="*/ 320788 w 374366"/>
                <a:gd name="connsiteY223" fmla="*/ 26744 h 712723"/>
                <a:gd name="connsiteX224" fmla="*/ 318298 w 374366"/>
                <a:gd name="connsiteY224" fmla="*/ 30208 h 712723"/>
                <a:gd name="connsiteX225" fmla="*/ 312980 w 374366"/>
                <a:gd name="connsiteY225" fmla="*/ 30747 h 712723"/>
                <a:gd name="connsiteX226" fmla="*/ 310153 w 374366"/>
                <a:gd name="connsiteY226" fmla="*/ 28997 h 712723"/>
                <a:gd name="connsiteX227" fmla="*/ 307225 w 374366"/>
                <a:gd name="connsiteY227" fmla="*/ 26172 h 712723"/>
                <a:gd name="connsiteX228" fmla="*/ 305273 w 374366"/>
                <a:gd name="connsiteY228" fmla="*/ 25835 h 712723"/>
                <a:gd name="connsiteX229" fmla="*/ 303086 w 374366"/>
                <a:gd name="connsiteY229" fmla="*/ 27349 h 712723"/>
                <a:gd name="connsiteX230" fmla="*/ 301773 w 374366"/>
                <a:gd name="connsiteY230" fmla="*/ 31386 h 712723"/>
                <a:gd name="connsiteX231" fmla="*/ 298307 w 374366"/>
                <a:gd name="connsiteY231" fmla="*/ 35288 h 712723"/>
                <a:gd name="connsiteX232" fmla="*/ 295716 w 374366"/>
                <a:gd name="connsiteY232" fmla="*/ 38215 h 712723"/>
                <a:gd name="connsiteX233" fmla="*/ 293864 w 374366"/>
                <a:gd name="connsiteY233" fmla="*/ 41915 h 712723"/>
                <a:gd name="connsiteX234" fmla="*/ 291677 w 374366"/>
                <a:gd name="connsiteY234" fmla="*/ 46692 h 712723"/>
                <a:gd name="connsiteX235" fmla="*/ 287336 w 374366"/>
                <a:gd name="connsiteY235" fmla="*/ 48643 h 712723"/>
                <a:gd name="connsiteX236" fmla="*/ 284643 w 374366"/>
                <a:gd name="connsiteY236" fmla="*/ 51233 h 712723"/>
                <a:gd name="connsiteX237" fmla="*/ 281917 w 374366"/>
                <a:gd name="connsiteY237" fmla="*/ 52646 h 712723"/>
                <a:gd name="connsiteX238" fmla="*/ 277037 w 374366"/>
                <a:gd name="connsiteY238" fmla="*/ 53184 h 712723"/>
                <a:gd name="connsiteX239" fmla="*/ 270744 w 374366"/>
                <a:gd name="connsiteY239" fmla="*/ 50796 h 712723"/>
                <a:gd name="connsiteX240" fmla="*/ 263441 w 374366"/>
                <a:gd name="connsiteY240" fmla="*/ 47095 h 712723"/>
                <a:gd name="connsiteX241" fmla="*/ 260950 w 374366"/>
                <a:gd name="connsiteY241" fmla="*/ 43933 h 712723"/>
                <a:gd name="connsiteX242" fmla="*/ 256710 w 374366"/>
                <a:gd name="connsiteY242" fmla="*/ 40569 h 712723"/>
                <a:gd name="connsiteX243" fmla="*/ 252234 w 374366"/>
                <a:gd name="connsiteY243" fmla="*/ 38820 h 712723"/>
                <a:gd name="connsiteX244" fmla="*/ 245940 w 374366"/>
                <a:gd name="connsiteY244" fmla="*/ 39594 h 712723"/>
                <a:gd name="connsiteX245" fmla="*/ 242676 w 374366"/>
                <a:gd name="connsiteY245" fmla="*/ 42756 h 712723"/>
                <a:gd name="connsiteX246" fmla="*/ 239209 w 374366"/>
                <a:gd name="connsiteY246" fmla="*/ 46221 h 712723"/>
                <a:gd name="connsiteX247" fmla="*/ 237560 w 374366"/>
                <a:gd name="connsiteY247" fmla="*/ 48845 h 712723"/>
                <a:gd name="connsiteX248" fmla="*/ 233421 w 374366"/>
                <a:gd name="connsiteY248" fmla="*/ 57086 h 712723"/>
                <a:gd name="connsiteX249" fmla="*/ 230055 w 374366"/>
                <a:gd name="connsiteY249" fmla="*/ 61661 h 712723"/>
                <a:gd name="connsiteX250" fmla="*/ 226353 w 374366"/>
                <a:gd name="connsiteY250" fmla="*/ 66236 h 712723"/>
                <a:gd name="connsiteX251" fmla="*/ 222551 w 374366"/>
                <a:gd name="connsiteY251" fmla="*/ 69499 h 712723"/>
                <a:gd name="connsiteX252" fmla="*/ 217973 w 374366"/>
                <a:gd name="connsiteY252" fmla="*/ 70038 h 712723"/>
                <a:gd name="connsiteX253" fmla="*/ 213060 w 374366"/>
                <a:gd name="connsiteY253" fmla="*/ 68625 h 712723"/>
                <a:gd name="connsiteX254" fmla="*/ 206430 w 374366"/>
                <a:gd name="connsiteY254" fmla="*/ 63411 h 712723"/>
                <a:gd name="connsiteX255" fmla="*/ 199901 w 374366"/>
                <a:gd name="connsiteY255" fmla="*/ 58297 h 712723"/>
                <a:gd name="connsiteX256" fmla="*/ 195223 w 374366"/>
                <a:gd name="connsiteY256" fmla="*/ 55371 h 712723"/>
                <a:gd name="connsiteX257" fmla="*/ 189030 w 374366"/>
                <a:gd name="connsiteY257" fmla="*/ 55135 h 712723"/>
                <a:gd name="connsiteX258" fmla="*/ 182838 w 374366"/>
                <a:gd name="connsiteY258" fmla="*/ 56010 h 712723"/>
                <a:gd name="connsiteX259" fmla="*/ 176309 w 374366"/>
                <a:gd name="connsiteY259" fmla="*/ 61762 h 712723"/>
                <a:gd name="connsiteX260" fmla="*/ 169241 w 374366"/>
                <a:gd name="connsiteY260" fmla="*/ 67515 h 712723"/>
                <a:gd name="connsiteX261" fmla="*/ 163823 w 374366"/>
                <a:gd name="connsiteY261" fmla="*/ 77068 h 712723"/>
                <a:gd name="connsiteX262" fmla="*/ 159381 w 374366"/>
                <a:gd name="connsiteY262" fmla="*/ 84032 h 712723"/>
                <a:gd name="connsiteX263" fmla="*/ 156655 w 374366"/>
                <a:gd name="connsiteY263" fmla="*/ 90222 h 712723"/>
                <a:gd name="connsiteX264" fmla="*/ 152078 w 374366"/>
                <a:gd name="connsiteY264" fmla="*/ 96310 h 712723"/>
                <a:gd name="connsiteX265" fmla="*/ 150328 w 374366"/>
                <a:gd name="connsiteY265" fmla="*/ 104552 h 712723"/>
                <a:gd name="connsiteX266" fmla="*/ 150328 w 374366"/>
                <a:gd name="connsiteY266" fmla="*/ 108353 h 712723"/>
                <a:gd name="connsiteX267" fmla="*/ 149789 w 374366"/>
                <a:gd name="connsiteY267" fmla="*/ 116595 h 712723"/>
                <a:gd name="connsiteX268" fmla="*/ 148712 w 374366"/>
                <a:gd name="connsiteY268" fmla="*/ 122785 h 712723"/>
                <a:gd name="connsiteX269" fmla="*/ 146525 w 374366"/>
                <a:gd name="connsiteY269" fmla="*/ 125846 h 712723"/>
                <a:gd name="connsiteX270" fmla="*/ 143159 w 374366"/>
                <a:gd name="connsiteY270" fmla="*/ 131161 h 712723"/>
                <a:gd name="connsiteX271" fmla="*/ 137505 w 374366"/>
                <a:gd name="connsiteY271" fmla="*/ 132372 h 712723"/>
                <a:gd name="connsiteX272" fmla="*/ 123168 w 374366"/>
                <a:gd name="connsiteY272" fmla="*/ 132069 h 712723"/>
                <a:gd name="connsiteX273" fmla="*/ 112533 w 374366"/>
                <a:gd name="connsiteY273" fmla="*/ 131834 h 712723"/>
                <a:gd name="connsiteX274" fmla="*/ 106038 w 374366"/>
                <a:gd name="connsiteY274" fmla="*/ 131834 h 712723"/>
                <a:gd name="connsiteX275" fmla="*/ 102235 w 374366"/>
                <a:gd name="connsiteY275" fmla="*/ 132406 h 712723"/>
                <a:gd name="connsiteX276" fmla="*/ 97557 w 374366"/>
                <a:gd name="connsiteY276" fmla="*/ 133045 h 712723"/>
                <a:gd name="connsiteX277" fmla="*/ 100384 w 374366"/>
                <a:gd name="connsiteY277" fmla="*/ 137384 h 712723"/>
                <a:gd name="connsiteX278" fmla="*/ 102033 w 374366"/>
                <a:gd name="connsiteY278" fmla="*/ 138360 h 712723"/>
                <a:gd name="connsiteX279" fmla="*/ 104524 w 374366"/>
                <a:gd name="connsiteY279" fmla="*/ 139436 h 712723"/>
                <a:gd name="connsiteX280" fmla="*/ 104860 w 374366"/>
                <a:gd name="connsiteY280" fmla="*/ 141387 h 712723"/>
                <a:gd name="connsiteX281" fmla="*/ 104322 w 374366"/>
                <a:gd name="connsiteY281" fmla="*/ 144314 h 712723"/>
                <a:gd name="connsiteX282" fmla="*/ 103009 w 374366"/>
                <a:gd name="connsiteY282" fmla="*/ 147140 h 712723"/>
                <a:gd name="connsiteX283" fmla="*/ 101360 w 374366"/>
                <a:gd name="connsiteY283" fmla="*/ 149528 h 712723"/>
                <a:gd name="connsiteX284" fmla="*/ 98870 w 374366"/>
                <a:gd name="connsiteY284" fmla="*/ 151816 h 712723"/>
                <a:gd name="connsiteX285" fmla="*/ 95942 w 374366"/>
                <a:gd name="connsiteY285" fmla="*/ 153868 h 712723"/>
                <a:gd name="connsiteX286" fmla="*/ 95201 w 374366"/>
                <a:gd name="connsiteY286" fmla="*/ 155819 h 712723"/>
                <a:gd name="connsiteX287" fmla="*/ 95201 w 374366"/>
                <a:gd name="connsiteY287" fmla="*/ 158645 h 712723"/>
                <a:gd name="connsiteX288" fmla="*/ 92576 w 374366"/>
                <a:gd name="connsiteY288" fmla="*/ 160596 h 712723"/>
                <a:gd name="connsiteX289" fmla="*/ 87158 w 374366"/>
                <a:gd name="connsiteY289" fmla="*/ 161907 h 712723"/>
                <a:gd name="connsiteX290" fmla="*/ 83456 w 374366"/>
                <a:gd name="connsiteY290" fmla="*/ 161907 h 712723"/>
                <a:gd name="connsiteX291" fmla="*/ 79552 w 374366"/>
                <a:gd name="connsiteY291" fmla="*/ 161571 h 712723"/>
                <a:gd name="connsiteX292" fmla="*/ 76388 w 374366"/>
                <a:gd name="connsiteY292" fmla="*/ 163758 h 712723"/>
                <a:gd name="connsiteX293" fmla="*/ 77903 w 374366"/>
                <a:gd name="connsiteY293" fmla="*/ 168871 h 712723"/>
                <a:gd name="connsiteX294" fmla="*/ 82345 w 374366"/>
                <a:gd name="connsiteY294" fmla="*/ 170284 h 712723"/>
                <a:gd name="connsiteX295" fmla="*/ 85273 w 374366"/>
                <a:gd name="connsiteY295" fmla="*/ 173211 h 712723"/>
                <a:gd name="connsiteX296" fmla="*/ 87898 w 374366"/>
                <a:gd name="connsiteY296" fmla="*/ 174085 h 712723"/>
                <a:gd name="connsiteX297" fmla="*/ 88336 w 374366"/>
                <a:gd name="connsiteY297" fmla="*/ 175834 h 712723"/>
                <a:gd name="connsiteX298" fmla="*/ 81067 w 374366"/>
                <a:gd name="connsiteY298" fmla="*/ 181822 h 712723"/>
                <a:gd name="connsiteX299" fmla="*/ 80292 w 374366"/>
                <a:gd name="connsiteY299" fmla="*/ 188550 h 712723"/>
                <a:gd name="connsiteX300" fmla="*/ 80191 w 374366"/>
                <a:gd name="connsiteY300" fmla="*/ 192150 h 712723"/>
                <a:gd name="connsiteX301" fmla="*/ 79114 w 374366"/>
                <a:gd name="connsiteY301" fmla="*/ 196926 h 712723"/>
                <a:gd name="connsiteX302" fmla="*/ 77162 w 374366"/>
                <a:gd name="connsiteY302" fmla="*/ 201165 h 712723"/>
                <a:gd name="connsiteX303" fmla="*/ 74638 w 374366"/>
                <a:gd name="connsiteY303" fmla="*/ 203654 h 712723"/>
                <a:gd name="connsiteX304" fmla="*/ 71374 w 374366"/>
                <a:gd name="connsiteY304" fmla="*/ 205942 h 712723"/>
                <a:gd name="connsiteX305" fmla="*/ 69523 w 374366"/>
                <a:gd name="connsiteY305" fmla="*/ 207691 h 712723"/>
                <a:gd name="connsiteX306" fmla="*/ 67032 w 374366"/>
                <a:gd name="connsiteY306" fmla="*/ 208465 h 712723"/>
                <a:gd name="connsiteX307" fmla="*/ 64643 w 374366"/>
                <a:gd name="connsiteY307" fmla="*/ 210752 h 712723"/>
                <a:gd name="connsiteX308" fmla="*/ 64643 w 374366"/>
                <a:gd name="connsiteY308" fmla="*/ 214789 h 712723"/>
                <a:gd name="connsiteX309" fmla="*/ 66393 w 374366"/>
                <a:gd name="connsiteY309" fmla="*/ 218254 h 712723"/>
                <a:gd name="connsiteX310" fmla="*/ 65956 w 374366"/>
                <a:gd name="connsiteY310" fmla="*/ 222291 h 712723"/>
                <a:gd name="connsiteX311" fmla="*/ 64744 w 374366"/>
                <a:gd name="connsiteY311" fmla="*/ 225453 h 712723"/>
                <a:gd name="connsiteX312" fmla="*/ 63465 w 374366"/>
                <a:gd name="connsiteY312" fmla="*/ 227942 h 712723"/>
                <a:gd name="connsiteX313" fmla="*/ 63465 w 374366"/>
                <a:gd name="connsiteY313" fmla="*/ 230129 h 712723"/>
                <a:gd name="connsiteX314" fmla="*/ 61614 w 374366"/>
                <a:gd name="connsiteY314" fmla="*/ 234367 h 712723"/>
                <a:gd name="connsiteX315" fmla="*/ 59763 w 374366"/>
                <a:gd name="connsiteY315" fmla="*/ 237193 h 712723"/>
                <a:gd name="connsiteX316" fmla="*/ 57475 w 374366"/>
                <a:gd name="connsiteY316" fmla="*/ 239817 h 712723"/>
                <a:gd name="connsiteX317" fmla="*/ 56499 w 374366"/>
                <a:gd name="connsiteY317" fmla="*/ 242407 h 712723"/>
                <a:gd name="connsiteX318" fmla="*/ 56499 w 374366"/>
                <a:gd name="connsiteY318" fmla="*/ 245771 h 712723"/>
                <a:gd name="connsiteX319" fmla="*/ 56499 w 374366"/>
                <a:gd name="connsiteY319" fmla="*/ 249236 h 712723"/>
                <a:gd name="connsiteX320" fmla="*/ 55624 w 374366"/>
                <a:gd name="connsiteY320" fmla="*/ 252499 h 712723"/>
                <a:gd name="connsiteX321" fmla="*/ 55893 w 374366"/>
                <a:gd name="connsiteY321" fmla="*/ 255224 h 712723"/>
                <a:gd name="connsiteX322" fmla="*/ 54749 w 374366"/>
                <a:gd name="connsiteY322" fmla="*/ 259900 h 712723"/>
                <a:gd name="connsiteX323" fmla="*/ 54749 w 374366"/>
                <a:gd name="connsiteY323" fmla="*/ 264879 h 712723"/>
                <a:gd name="connsiteX324" fmla="*/ 53772 w 374366"/>
                <a:gd name="connsiteY324" fmla="*/ 267704 h 712723"/>
                <a:gd name="connsiteX325" fmla="*/ 51484 w 374366"/>
                <a:gd name="connsiteY325" fmla="*/ 269218 h 712723"/>
                <a:gd name="connsiteX326" fmla="*/ 48018 w 374366"/>
                <a:gd name="connsiteY326" fmla="*/ 270093 h 712723"/>
                <a:gd name="connsiteX327" fmla="*/ 45090 w 374366"/>
                <a:gd name="connsiteY327" fmla="*/ 271606 h 712723"/>
                <a:gd name="connsiteX328" fmla="*/ 43037 w 374366"/>
                <a:gd name="connsiteY328" fmla="*/ 275307 h 712723"/>
                <a:gd name="connsiteX329" fmla="*/ 41623 w 374366"/>
                <a:gd name="connsiteY329" fmla="*/ 277897 h 712723"/>
                <a:gd name="connsiteX330" fmla="*/ 40109 w 374366"/>
                <a:gd name="connsiteY330" fmla="*/ 281497 h 712723"/>
                <a:gd name="connsiteX331" fmla="*/ 37921 w 374366"/>
                <a:gd name="connsiteY331" fmla="*/ 284221 h 712723"/>
                <a:gd name="connsiteX332" fmla="*/ 33344 w 374366"/>
                <a:gd name="connsiteY332" fmla="*/ 286408 h 712723"/>
                <a:gd name="connsiteX333" fmla="*/ 31157 w 374366"/>
                <a:gd name="connsiteY333" fmla="*/ 287720 h 712723"/>
                <a:gd name="connsiteX334" fmla="*/ 29205 w 374366"/>
                <a:gd name="connsiteY334" fmla="*/ 290983 h 712723"/>
                <a:gd name="connsiteX335" fmla="*/ 24426 w 374366"/>
                <a:gd name="connsiteY335" fmla="*/ 295322 h 712723"/>
                <a:gd name="connsiteX336" fmla="*/ 23214 w 374366"/>
                <a:gd name="connsiteY336" fmla="*/ 299460 h 712723"/>
                <a:gd name="connsiteX337" fmla="*/ 22137 w 374366"/>
                <a:gd name="connsiteY337" fmla="*/ 301848 h 712723"/>
                <a:gd name="connsiteX338" fmla="*/ 19950 w 374366"/>
                <a:gd name="connsiteY338" fmla="*/ 304876 h 712723"/>
                <a:gd name="connsiteX339" fmla="*/ 19950 w 374366"/>
                <a:gd name="connsiteY339" fmla="*/ 308341 h 712723"/>
                <a:gd name="connsiteX340" fmla="*/ 22238 w 374366"/>
                <a:gd name="connsiteY340" fmla="*/ 309956 h 712723"/>
                <a:gd name="connsiteX341" fmla="*/ 22575 w 374366"/>
                <a:gd name="connsiteY341" fmla="*/ 312781 h 712723"/>
                <a:gd name="connsiteX342" fmla="*/ 20724 w 374366"/>
                <a:gd name="connsiteY342" fmla="*/ 315069 h 712723"/>
                <a:gd name="connsiteX343" fmla="*/ 19950 w 374366"/>
                <a:gd name="connsiteY343" fmla="*/ 318332 h 712723"/>
                <a:gd name="connsiteX344" fmla="*/ 19950 w 374366"/>
                <a:gd name="connsiteY344" fmla="*/ 320485 h 712723"/>
                <a:gd name="connsiteX345" fmla="*/ 19950 w 374366"/>
                <a:gd name="connsiteY345" fmla="*/ 321797 h 712723"/>
                <a:gd name="connsiteX346" fmla="*/ 18873 w 374366"/>
                <a:gd name="connsiteY346" fmla="*/ 324084 h 712723"/>
                <a:gd name="connsiteX347" fmla="*/ 20926 w 374366"/>
                <a:gd name="connsiteY347" fmla="*/ 326910 h 712723"/>
                <a:gd name="connsiteX348" fmla="*/ 23416 w 374366"/>
                <a:gd name="connsiteY348" fmla="*/ 328525 h 712723"/>
                <a:gd name="connsiteX349" fmla="*/ 25705 w 374366"/>
                <a:gd name="connsiteY349" fmla="*/ 330039 h 712723"/>
                <a:gd name="connsiteX350" fmla="*/ 28733 w 374366"/>
                <a:gd name="connsiteY350" fmla="*/ 333402 h 712723"/>
                <a:gd name="connsiteX351" fmla="*/ 30147 w 374366"/>
                <a:gd name="connsiteY351" fmla="*/ 334815 h 712723"/>
                <a:gd name="connsiteX352" fmla="*/ 32267 w 374366"/>
                <a:gd name="connsiteY352" fmla="*/ 337540 h 712723"/>
                <a:gd name="connsiteX353" fmla="*/ 33849 w 374366"/>
                <a:gd name="connsiteY353" fmla="*/ 340366 h 712723"/>
                <a:gd name="connsiteX354" fmla="*/ 33849 w 374366"/>
                <a:gd name="connsiteY354" fmla="*/ 343091 h 712723"/>
                <a:gd name="connsiteX355" fmla="*/ 34186 w 374366"/>
                <a:gd name="connsiteY355" fmla="*/ 344705 h 712723"/>
                <a:gd name="connsiteX356" fmla="*/ 36912 w 374366"/>
                <a:gd name="connsiteY356" fmla="*/ 345580 h 712723"/>
                <a:gd name="connsiteX357" fmla="*/ 38224 w 374366"/>
                <a:gd name="connsiteY357" fmla="*/ 346354 h 712723"/>
                <a:gd name="connsiteX358" fmla="*/ 39200 w 374366"/>
                <a:gd name="connsiteY358" fmla="*/ 347666 h 712723"/>
                <a:gd name="connsiteX359" fmla="*/ 41590 w 374366"/>
                <a:gd name="connsiteY359" fmla="*/ 348877 h 712723"/>
                <a:gd name="connsiteX360" fmla="*/ 44517 w 374366"/>
                <a:gd name="connsiteY360" fmla="*/ 351265 h 712723"/>
                <a:gd name="connsiteX361" fmla="*/ 44316 w 374366"/>
                <a:gd name="connsiteY361" fmla="*/ 352342 h 712723"/>
                <a:gd name="connsiteX362" fmla="*/ 42566 w 374366"/>
                <a:gd name="connsiteY362" fmla="*/ 353754 h 712723"/>
                <a:gd name="connsiteX363" fmla="*/ 41253 w 374366"/>
                <a:gd name="connsiteY363" fmla="*/ 354528 h 712723"/>
                <a:gd name="connsiteX364" fmla="*/ 40816 w 374366"/>
                <a:gd name="connsiteY364" fmla="*/ 357623 h 712723"/>
                <a:gd name="connsiteX365" fmla="*/ 40816 w 374366"/>
                <a:gd name="connsiteY365" fmla="*/ 358767 h 712723"/>
                <a:gd name="connsiteX366" fmla="*/ 44585 w 374366"/>
                <a:gd name="connsiteY366" fmla="*/ 360079 h 712723"/>
                <a:gd name="connsiteX367" fmla="*/ 47345 w 374366"/>
                <a:gd name="connsiteY367" fmla="*/ 361525 h 712723"/>
                <a:gd name="connsiteX368" fmla="*/ 46167 w 374366"/>
                <a:gd name="connsiteY368" fmla="*/ 363543 h 712723"/>
                <a:gd name="connsiteX369" fmla="*/ 44585 w 374366"/>
                <a:gd name="connsiteY369" fmla="*/ 365730 h 712723"/>
                <a:gd name="connsiteX370" fmla="*/ 44013 w 374366"/>
                <a:gd name="connsiteY370" fmla="*/ 368320 h 712723"/>
                <a:gd name="connsiteX371" fmla="*/ 47479 w 374366"/>
                <a:gd name="connsiteY371" fmla="*/ 372525 h 712723"/>
                <a:gd name="connsiteX372" fmla="*/ 46739 w 374366"/>
                <a:gd name="connsiteY372" fmla="*/ 376865 h 712723"/>
                <a:gd name="connsiteX373" fmla="*/ 45292 w 374366"/>
                <a:gd name="connsiteY373" fmla="*/ 379320 h 712723"/>
                <a:gd name="connsiteX374" fmla="*/ 42397 w 374366"/>
                <a:gd name="connsiteY374" fmla="*/ 381642 h 712723"/>
                <a:gd name="connsiteX375" fmla="*/ 39368 w 374366"/>
                <a:gd name="connsiteY375" fmla="*/ 382214 h 712723"/>
                <a:gd name="connsiteX376" fmla="*/ 36339 w 374366"/>
                <a:gd name="connsiteY376" fmla="*/ 386284 h 712723"/>
                <a:gd name="connsiteX377" fmla="*/ 33277 w 374366"/>
                <a:gd name="connsiteY377" fmla="*/ 388302 h 712723"/>
                <a:gd name="connsiteX378" fmla="*/ 33008 w 374366"/>
                <a:gd name="connsiteY378" fmla="*/ 390892 h 712723"/>
                <a:gd name="connsiteX379" fmla="*/ 35902 w 374366"/>
                <a:gd name="connsiteY379" fmla="*/ 395972 h 712723"/>
                <a:gd name="connsiteX380" fmla="*/ 37921 w 374366"/>
                <a:gd name="connsiteY380" fmla="*/ 397587 h 712723"/>
                <a:gd name="connsiteX381" fmla="*/ 38224 w 374366"/>
                <a:gd name="connsiteY381" fmla="*/ 402061 h 712723"/>
                <a:gd name="connsiteX382" fmla="*/ 37349 w 374366"/>
                <a:gd name="connsiteY382" fmla="*/ 404819 h 712723"/>
                <a:gd name="connsiteX383" fmla="*/ 34724 w 374366"/>
                <a:gd name="connsiteY383" fmla="*/ 407275 h 712723"/>
                <a:gd name="connsiteX384" fmla="*/ 32839 w 374366"/>
                <a:gd name="connsiteY384" fmla="*/ 411345 h 712723"/>
                <a:gd name="connsiteX385" fmla="*/ 26310 w 374366"/>
                <a:gd name="connsiteY385" fmla="*/ 416257 h 712723"/>
                <a:gd name="connsiteX386" fmla="*/ 22979 w 374366"/>
                <a:gd name="connsiteY386" fmla="*/ 421606 h 712723"/>
                <a:gd name="connsiteX387" fmla="*/ 20522 w 374366"/>
                <a:gd name="connsiteY387" fmla="*/ 425945 h 712723"/>
                <a:gd name="connsiteX388" fmla="*/ 19007 w 374366"/>
                <a:gd name="connsiteY388" fmla="*/ 428973 h 712723"/>
                <a:gd name="connsiteX389" fmla="*/ 14733 w 374366"/>
                <a:gd name="connsiteY389" fmla="*/ 430419 h 712723"/>
                <a:gd name="connsiteX390" fmla="*/ 14733 w 374366"/>
                <a:gd name="connsiteY390" fmla="*/ 433447 h 712723"/>
                <a:gd name="connsiteX391" fmla="*/ 15743 w 374366"/>
                <a:gd name="connsiteY391" fmla="*/ 434019 h 712723"/>
                <a:gd name="connsiteX392" fmla="*/ 16180 w 374366"/>
                <a:gd name="connsiteY392" fmla="*/ 436205 h 712723"/>
                <a:gd name="connsiteX393" fmla="*/ 14733 w 374366"/>
                <a:gd name="connsiteY393" fmla="*/ 437954 h 712723"/>
                <a:gd name="connsiteX394" fmla="*/ 11031 w 374366"/>
                <a:gd name="connsiteY394" fmla="*/ 438526 h 712723"/>
                <a:gd name="connsiteX395" fmla="*/ 9517 w 374366"/>
                <a:gd name="connsiteY395" fmla="*/ 440410 h 712723"/>
                <a:gd name="connsiteX396" fmla="*/ 9517 w 374366"/>
                <a:gd name="connsiteY396" fmla="*/ 443875 h 712723"/>
                <a:gd name="connsiteX397" fmla="*/ 10392 w 374366"/>
                <a:gd name="connsiteY397" fmla="*/ 448955 h 712723"/>
                <a:gd name="connsiteX398" fmla="*/ 11704 w 374366"/>
                <a:gd name="connsiteY398" fmla="*/ 451713 h 712723"/>
                <a:gd name="connsiteX399" fmla="*/ 10560 w 374366"/>
                <a:gd name="connsiteY399" fmla="*/ 453159 h 712723"/>
                <a:gd name="connsiteX400" fmla="*/ 11704 w 374366"/>
                <a:gd name="connsiteY400" fmla="*/ 454909 h 712723"/>
                <a:gd name="connsiteX401" fmla="*/ 12714 w 374366"/>
                <a:gd name="connsiteY401" fmla="*/ 456221 h 712723"/>
                <a:gd name="connsiteX402" fmla="*/ 13421 w 374366"/>
                <a:gd name="connsiteY402" fmla="*/ 458239 h 712723"/>
                <a:gd name="connsiteX403" fmla="*/ 11839 w 374366"/>
                <a:gd name="connsiteY403" fmla="*/ 460426 h 712723"/>
                <a:gd name="connsiteX404" fmla="*/ 9517 w 374366"/>
                <a:gd name="connsiteY404" fmla="*/ 461435 h 712723"/>
                <a:gd name="connsiteX405" fmla="*/ 9517 w 374366"/>
                <a:gd name="connsiteY405" fmla="*/ 463016 h 712723"/>
                <a:gd name="connsiteX406" fmla="*/ 11974 w 374366"/>
                <a:gd name="connsiteY406" fmla="*/ 463016 h 712723"/>
                <a:gd name="connsiteX407" fmla="*/ 13858 w 374366"/>
                <a:gd name="connsiteY407" fmla="*/ 465909 h 712723"/>
                <a:gd name="connsiteX408" fmla="*/ 15608 w 374366"/>
                <a:gd name="connsiteY408" fmla="*/ 465909 h 712723"/>
                <a:gd name="connsiteX409" fmla="*/ 15743 w 374366"/>
                <a:gd name="connsiteY409" fmla="*/ 468667 h 712723"/>
                <a:gd name="connsiteX410" fmla="*/ 15036 w 374366"/>
                <a:gd name="connsiteY410" fmla="*/ 470988 h 712723"/>
                <a:gd name="connsiteX411" fmla="*/ 14026 w 374366"/>
                <a:gd name="connsiteY411" fmla="*/ 472872 h 712723"/>
                <a:gd name="connsiteX412" fmla="*/ 12209 w 374366"/>
                <a:gd name="connsiteY412" fmla="*/ 474016 h 712723"/>
                <a:gd name="connsiteX413" fmla="*/ 11267 w 374366"/>
                <a:gd name="connsiteY413" fmla="*/ 475765 h 712723"/>
                <a:gd name="connsiteX414" fmla="*/ 11267 w 374366"/>
                <a:gd name="connsiteY414" fmla="*/ 476909 h 712723"/>
                <a:gd name="connsiteX415" fmla="*/ 13152 w 374366"/>
                <a:gd name="connsiteY415" fmla="*/ 478356 h 712723"/>
                <a:gd name="connsiteX416" fmla="*/ 15036 w 374366"/>
                <a:gd name="connsiteY416" fmla="*/ 480811 h 712723"/>
                <a:gd name="connsiteX417" fmla="*/ 17628 w 374366"/>
                <a:gd name="connsiteY417" fmla="*/ 484713 h 712723"/>
                <a:gd name="connsiteX418" fmla="*/ 18940 w 374366"/>
                <a:gd name="connsiteY418" fmla="*/ 488178 h 712723"/>
                <a:gd name="connsiteX419" fmla="*/ 19950 w 374366"/>
                <a:gd name="connsiteY419" fmla="*/ 489759 h 712723"/>
                <a:gd name="connsiteX420" fmla="*/ 19950 w 374366"/>
                <a:gd name="connsiteY420" fmla="*/ 492518 h 712723"/>
                <a:gd name="connsiteX421" fmla="*/ 19075 w 374366"/>
                <a:gd name="connsiteY421" fmla="*/ 494839 h 712723"/>
                <a:gd name="connsiteX422" fmla="*/ 18368 w 374366"/>
                <a:gd name="connsiteY422" fmla="*/ 497598 h 712723"/>
                <a:gd name="connsiteX423" fmla="*/ 17358 w 374366"/>
                <a:gd name="connsiteY423" fmla="*/ 499481 h 712723"/>
                <a:gd name="connsiteX424" fmla="*/ 16786 w 374366"/>
                <a:gd name="connsiteY424" fmla="*/ 502072 h 712723"/>
                <a:gd name="connsiteX425" fmla="*/ 16652 w 374366"/>
                <a:gd name="connsiteY425" fmla="*/ 503518 h 712723"/>
                <a:gd name="connsiteX426" fmla="*/ 17392 w 374366"/>
                <a:gd name="connsiteY426" fmla="*/ 505402 h 712723"/>
                <a:gd name="connsiteX427" fmla="*/ 17964 w 374366"/>
                <a:gd name="connsiteY427" fmla="*/ 508598 h 712723"/>
                <a:gd name="connsiteX428" fmla="*/ 18267 w 374366"/>
                <a:gd name="connsiteY428" fmla="*/ 512365 h 712723"/>
                <a:gd name="connsiteX429" fmla="*/ 18570 w 374366"/>
                <a:gd name="connsiteY429" fmla="*/ 515998 h 712723"/>
                <a:gd name="connsiteX430" fmla="*/ 18132 w 374366"/>
                <a:gd name="connsiteY430" fmla="*/ 519901 h 712723"/>
                <a:gd name="connsiteX431" fmla="*/ 17695 w 374366"/>
                <a:gd name="connsiteY431" fmla="*/ 525552 h 712723"/>
                <a:gd name="connsiteX432" fmla="*/ 16820 w 374366"/>
                <a:gd name="connsiteY432" fmla="*/ 527436 h 712723"/>
                <a:gd name="connsiteX433" fmla="*/ 16248 w 374366"/>
                <a:gd name="connsiteY433" fmla="*/ 530766 h 712723"/>
                <a:gd name="connsiteX434" fmla="*/ 16685 w 374366"/>
                <a:gd name="connsiteY434" fmla="*/ 535980 h 712723"/>
                <a:gd name="connsiteX435" fmla="*/ 16954 w 374366"/>
                <a:gd name="connsiteY435" fmla="*/ 541632 h 712723"/>
                <a:gd name="connsiteX436" fmla="*/ 18974 w 374366"/>
                <a:gd name="connsiteY436" fmla="*/ 544962 h 712723"/>
                <a:gd name="connsiteX437" fmla="*/ 20555 w 374366"/>
                <a:gd name="connsiteY437" fmla="*/ 548595 h 712723"/>
                <a:gd name="connsiteX438" fmla="*/ 21700 w 374366"/>
                <a:gd name="connsiteY438" fmla="*/ 553944 h 712723"/>
                <a:gd name="connsiteX439" fmla="*/ 20825 w 374366"/>
                <a:gd name="connsiteY439" fmla="*/ 558283 h 712723"/>
                <a:gd name="connsiteX440" fmla="*/ 21397 w 374366"/>
                <a:gd name="connsiteY440" fmla="*/ 565381 h 712723"/>
                <a:gd name="connsiteX441" fmla="*/ 26479 w 374366"/>
                <a:gd name="connsiteY441" fmla="*/ 571739 h 712723"/>
                <a:gd name="connsiteX442" fmla="*/ 28801 w 374366"/>
                <a:gd name="connsiteY442" fmla="*/ 574498 h 712723"/>
                <a:gd name="connsiteX443" fmla="*/ 30383 w 374366"/>
                <a:gd name="connsiteY443" fmla="*/ 582302 h 712723"/>
                <a:gd name="connsiteX444" fmla="*/ 30383 w 374366"/>
                <a:gd name="connsiteY444" fmla="*/ 586373 h 712723"/>
                <a:gd name="connsiteX445" fmla="*/ 31392 w 374366"/>
                <a:gd name="connsiteY445" fmla="*/ 591015 h 712723"/>
                <a:gd name="connsiteX446" fmla="*/ 30820 w 374366"/>
                <a:gd name="connsiteY446" fmla="*/ 596666 h 712723"/>
                <a:gd name="connsiteX447" fmla="*/ 29070 w 374366"/>
                <a:gd name="connsiteY447" fmla="*/ 600871 h 712723"/>
                <a:gd name="connsiteX448" fmla="*/ 27623 w 374366"/>
                <a:gd name="connsiteY448" fmla="*/ 605951 h 712723"/>
                <a:gd name="connsiteX449" fmla="*/ 25738 w 374366"/>
                <a:gd name="connsiteY449" fmla="*/ 609718 h 712723"/>
                <a:gd name="connsiteX450" fmla="*/ 23147 w 374366"/>
                <a:gd name="connsiteY450" fmla="*/ 613923 h 712723"/>
                <a:gd name="connsiteX451" fmla="*/ 22575 w 374366"/>
                <a:gd name="connsiteY451" fmla="*/ 619878 h 712723"/>
                <a:gd name="connsiteX452" fmla="*/ 18233 w 374366"/>
                <a:gd name="connsiteY452" fmla="*/ 625092 h 712723"/>
                <a:gd name="connsiteX453" fmla="*/ 14901 w 374366"/>
                <a:gd name="connsiteY453" fmla="*/ 629869 h 712723"/>
                <a:gd name="connsiteX454" fmla="*/ 12714 w 374366"/>
                <a:gd name="connsiteY454" fmla="*/ 633199 h 712723"/>
                <a:gd name="connsiteX455" fmla="*/ 9517 w 374366"/>
                <a:gd name="connsiteY455" fmla="*/ 637101 h 712723"/>
                <a:gd name="connsiteX456" fmla="*/ 7767 w 374366"/>
                <a:gd name="connsiteY456" fmla="*/ 639994 h 712723"/>
                <a:gd name="connsiteX457" fmla="*/ 7767 w 374366"/>
                <a:gd name="connsiteY457" fmla="*/ 645511 h 712723"/>
                <a:gd name="connsiteX458" fmla="*/ 7767 w 374366"/>
                <a:gd name="connsiteY458" fmla="*/ 649413 h 712723"/>
                <a:gd name="connsiteX459" fmla="*/ 7767 w 374366"/>
                <a:gd name="connsiteY459" fmla="*/ 654762 h 712723"/>
                <a:gd name="connsiteX460" fmla="*/ 6757 w 374366"/>
                <a:gd name="connsiteY460" fmla="*/ 657218 h 712723"/>
                <a:gd name="connsiteX461" fmla="*/ 6017 w 374366"/>
                <a:gd name="connsiteY461" fmla="*/ 660851 h 712723"/>
                <a:gd name="connsiteX462" fmla="*/ 3695 w 374366"/>
                <a:gd name="connsiteY462" fmla="*/ 664753 h 712723"/>
                <a:gd name="connsiteX463" fmla="*/ 1877 w 374366"/>
                <a:gd name="connsiteY463" fmla="*/ 668083 h 712723"/>
                <a:gd name="connsiteX464" fmla="*/ 800 w 374366"/>
                <a:gd name="connsiteY464" fmla="*/ 672154 h 712723"/>
                <a:gd name="connsiteX465" fmla="*/ 800 w 374366"/>
                <a:gd name="connsiteY465" fmla="*/ 680261 h 712723"/>
                <a:gd name="connsiteX466" fmla="*/ 1810 w 374366"/>
                <a:gd name="connsiteY466" fmla="*/ 682851 h 712723"/>
                <a:gd name="connsiteX467" fmla="*/ 194 w 374366"/>
                <a:gd name="connsiteY467" fmla="*/ 689814 h 712723"/>
                <a:gd name="connsiteX468" fmla="*/ 194 w 374366"/>
                <a:gd name="connsiteY468" fmla="*/ 700680 h 712723"/>
                <a:gd name="connsiteX469" fmla="*/ 935 w 374366"/>
                <a:gd name="connsiteY469" fmla="*/ 706634 h 712723"/>
                <a:gd name="connsiteX470" fmla="*/ 2820 w 374366"/>
                <a:gd name="connsiteY470" fmla="*/ 710267 h 712723"/>
                <a:gd name="connsiteX471" fmla="*/ 9147 w 374366"/>
                <a:gd name="connsiteY471" fmla="*/ 712723 h 712723"/>
                <a:gd name="connsiteX472" fmla="*/ 9147 w 374366"/>
                <a:gd name="connsiteY472" fmla="*/ 712723 h 712723"/>
                <a:gd name="connsiteX473" fmla="*/ 9921 w 374366"/>
                <a:gd name="connsiteY473" fmla="*/ 712420 h 712723"/>
                <a:gd name="connsiteX474" fmla="*/ 15575 w 374366"/>
                <a:gd name="connsiteY474" fmla="*/ 712420 h 712723"/>
                <a:gd name="connsiteX475" fmla="*/ 17325 w 374366"/>
                <a:gd name="connsiteY475" fmla="*/ 712420 h 712723"/>
                <a:gd name="connsiteX476" fmla="*/ 22541 w 374366"/>
                <a:gd name="connsiteY476" fmla="*/ 712420 h 712723"/>
                <a:gd name="connsiteX477" fmla="*/ 28061 w 374366"/>
                <a:gd name="connsiteY477" fmla="*/ 712420 h 712723"/>
                <a:gd name="connsiteX478" fmla="*/ 34590 w 374366"/>
                <a:gd name="connsiteY478" fmla="*/ 712420 h 712723"/>
                <a:gd name="connsiteX479" fmla="*/ 39671 w 374366"/>
                <a:gd name="connsiteY479" fmla="*/ 712218 h 712723"/>
                <a:gd name="connsiteX480" fmla="*/ 46200 w 374366"/>
                <a:gd name="connsiteY480" fmla="*/ 709359 h 712723"/>
                <a:gd name="connsiteX481" fmla="*/ 48522 w 374366"/>
                <a:gd name="connsiteY481" fmla="*/ 707341 h 712723"/>
                <a:gd name="connsiteX482" fmla="*/ 51720 w 374366"/>
                <a:gd name="connsiteY482" fmla="*/ 705019 h 712723"/>
                <a:gd name="connsiteX483" fmla="*/ 53470 w 374366"/>
                <a:gd name="connsiteY483" fmla="*/ 702261 h 712723"/>
                <a:gd name="connsiteX484" fmla="*/ 55657 w 374366"/>
                <a:gd name="connsiteY484" fmla="*/ 698493 h 712723"/>
                <a:gd name="connsiteX485" fmla="*/ 57239 w 374366"/>
                <a:gd name="connsiteY485" fmla="*/ 698493 h 712723"/>
                <a:gd name="connsiteX486" fmla="*/ 61446 w 374366"/>
                <a:gd name="connsiteY486" fmla="*/ 697787 h 712723"/>
                <a:gd name="connsiteX487" fmla="*/ 65383 w 374366"/>
                <a:gd name="connsiteY487" fmla="*/ 697787 h 712723"/>
                <a:gd name="connsiteX488" fmla="*/ 67975 w 374366"/>
                <a:gd name="connsiteY488" fmla="*/ 697787 h 712723"/>
                <a:gd name="connsiteX489" fmla="*/ 71172 w 374366"/>
                <a:gd name="connsiteY489" fmla="*/ 696643 h 712723"/>
                <a:gd name="connsiteX490" fmla="*/ 74504 w 374366"/>
                <a:gd name="connsiteY490" fmla="*/ 695062 h 712723"/>
                <a:gd name="connsiteX491" fmla="*/ 78139 w 374366"/>
                <a:gd name="connsiteY491" fmla="*/ 691295 h 712723"/>
                <a:gd name="connsiteX492" fmla="*/ 82917 w 374366"/>
                <a:gd name="connsiteY492" fmla="*/ 688704 h 712723"/>
                <a:gd name="connsiteX493" fmla="*/ 87831 w 374366"/>
                <a:gd name="connsiteY493" fmla="*/ 688132 h 712723"/>
                <a:gd name="connsiteX494" fmla="*/ 95639 w 374366"/>
                <a:gd name="connsiteY494" fmla="*/ 688132 h 712723"/>
                <a:gd name="connsiteX495" fmla="*/ 99577 w 374366"/>
                <a:gd name="connsiteY495" fmla="*/ 687426 h 712723"/>
                <a:gd name="connsiteX496" fmla="*/ 105230 w 374366"/>
                <a:gd name="connsiteY496" fmla="*/ 685542 h 712723"/>
                <a:gd name="connsiteX497" fmla="*/ 106812 w 374366"/>
                <a:gd name="connsiteY497" fmla="*/ 684667 h 712723"/>
                <a:gd name="connsiteX498" fmla="*/ 110009 w 374366"/>
                <a:gd name="connsiteY498" fmla="*/ 685037 h 712723"/>
                <a:gd name="connsiteX499" fmla="*/ 114216 w 374366"/>
                <a:gd name="connsiteY499" fmla="*/ 684667 h 712723"/>
                <a:gd name="connsiteX500" fmla="*/ 114788 w 374366"/>
                <a:gd name="connsiteY500" fmla="*/ 684667 h 712723"/>
                <a:gd name="connsiteX501" fmla="*/ 118692 w 374366"/>
                <a:gd name="connsiteY501" fmla="*/ 681909 h 712723"/>
                <a:gd name="connsiteX502" fmla="*/ 119836 w 374366"/>
                <a:gd name="connsiteY502" fmla="*/ 681169 h 712723"/>
                <a:gd name="connsiteX503" fmla="*/ 122293 w 374366"/>
                <a:gd name="connsiteY503" fmla="*/ 679588 h 712723"/>
                <a:gd name="connsiteX504" fmla="*/ 123942 w 374366"/>
                <a:gd name="connsiteY504" fmla="*/ 678007 h 712723"/>
                <a:gd name="connsiteX505" fmla="*/ 124313 w 374366"/>
                <a:gd name="connsiteY505" fmla="*/ 675988 h 712723"/>
                <a:gd name="connsiteX506" fmla="*/ 124313 w 374366"/>
                <a:gd name="connsiteY506" fmla="*/ 673365 h 712723"/>
                <a:gd name="connsiteX507" fmla="*/ 126500 w 374366"/>
                <a:gd name="connsiteY507" fmla="*/ 671783 h 712723"/>
                <a:gd name="connsiteX508" fmla="*/ 128519 w 374366"/>
                <a:gd name="connsiteY508" fmla="*/ 670034 h 712723"/>
                <a:gd name="connsiteX509" fmla="*/ 129529 w 374366"/>
                <a:gd name="connsiteY509" fmla="*/ 668722 h 712723"/>
                <a:gd name="connsiteX510" fmla="*/ 131986 w 374366"/>
                <a:gd name="connsiteY510" fmla="*/ 666973 h 712723"/>
                <a:gd name="connsiteX511" fmla="*/ 134745 w 374366"/>
                <a:gd name="connsiteY511" fmla="*/ 664517 h 712723"/>
                <a:gd name="connsiteX512" fmla="*/ 136933 w 374366"/>
                <a:gd name="connsiteY512" fmla="*/ 662331 h 712723"/>
                <a:gd name="connsiteX513" fmla="*/ 138952 w 374366"/>
                <a:gd name="connsiteY513" fmla="*/ 660582 h 712723"/>
                <a:gd name="connsiteX514" fmla="*/ 143159 w 374366"/>
                <a:gd name="connsiteY514" fmla="*/ 655502 h 712723"/>
                <a:gd name="connsiteX515" fmla="*/ 147366 w 374366"/>
                <a:gd name="connsiteY515" fmla="*/ 652878 h 712723"/>
                <a:gd name="connsiteX516" fmla="*/ 153154 w 374366"/>
                <a:gd name="connsiteY516" fmla="*/ 651566 h 712723"/>
                <a:gd name="connsiteX517" fmla="*/ 158236 w 374366"/>
                <a:gd name="connsiteY517" fmla="*/ 651566 h 712723"/>
                <a:gd name="connsiteX518" fmla="*/ 161568 w 374366"/>
                <a:gd name="connsiteY518" fmla="*/ 652138 h 712723"/>
                <a:gd name="connsiteX519" fmla="*/ 164328 w 374366"/>
                <a:gd name="connsiteY519" fmla="*/ 653282 h 712723"/>
                <a:gd name="connsiteX520" fmla="*/ 166583 w 374366"/>
                <a:gd name="connsiteY520" fmla="*/ 653147 h 712723"/>
                <a:gd name="connsiteX521" fmla="*/ 167828 w 374366"/>
                <a:gd name="connsiteY521" fmla="*/ 651566 h 712723"/>
                <a:gd name="connsiteX522" fmla="*/ 167828 w 374366"/>
                <a:gd name="connsiteY522" fmla="*/ 648942 h 712723"/>
                <a:gd name="connsiteX523" fmla="*/ 166953 w 374366"/>
                <a:gd name="connsiteY523" fmla="*/ 645612 h 712723"/>
                <a:gd name="connsiteX524" fmla="*/ 166078 w 374366"/>
                <a:gd name="connsiteY524" fmla="*/ 643425 h 712723"/>
                <a:gd name="connsiteX525" fmla="*/ 165001 w 374366"/>
                <a:gd name="connsiteY525" fmla="*/ 641541 h 712723"/>
                <a:gd name="connsiteX526" fmla="*/ 164362 w 374366"/>
                <a:gd name="connsiteY526" fmla="*/ 639220 h 712723"/>
                <a:gd name="connsiteX527" fmla="*/ 164362 w 374366"/>
                <a:gd name="connsiteY527" fmla="*/ 638480 h 712723"/>
                <a:gd name="connsiteX528" fmla="*/ 165371 w 374366"/>
                <a:gd name="connsiteY528" fmla="*/ 636731 h 712723"/>
                <a:gd name="connsiteX529" fmla="*/ 166549 w 374366"/>
                <a:gd name="connsiteY529" fmla="*/ 634982 h 712723"/>
                <a:gd name="connsiteX530" fmla="*/ 166684 w 374366"/>
                <a:gd name="connsiteY530" fmla="*/ 632526 h 712723"/>
                <a:gd name="connsiteX531" fmla="*/ 166549 w 374366"/>
                <a:gd name="connsiteY531" fmla="*/ 631651 h 712723"/>
                <a:gd name="connsiteX532" fmla="*/ 167862 w 374366"/>
                <a:gd name="connsiteY532" fmla="*/ 630642 h 712723"/>
                <a:gd name="connsiteX533" fmla="*/ 170453 w 374366"/>
                <a:gd name="connsiteY533" fmla="*/ 630642 h 712723"/>
                <a:gd name="connsiteX534" fmla="*/ 173347 w 374366"/>
                <a:gd name="connsiteY534" fmla="*/ 629902 h 712723"/>
                <a:gd name="connsiteX535" fmla="*/ 176679 w 374366"/>
                <a:gd name="connsiteY535" fmla="*/ 630642 h 712723"/>
                <a:gd name="connsiteX536" fmla="*/ 180011 w 374366"/>
                <a:gd name="connsiteY536" fmla="*/ 631786 h 712723"/>
                <a:gd name="connsiteX537" fmla="*/ 180718 w 374366"/>
                <a:gd name="connsiteY537" fmla="*/ 633098 h 712723"/>
                <a:gd name="connsiteX538" fmla="*/ 184622 w 374366"/>
                <a:gd name="connsiteY538" fmla="*/ 634242 h 712723"/>
                <a:gd name="connsiteX539" fmla="*/ 191891 w 374366"/>
                <a:gd name="connsiteY539" fmla="*/ 633872 h 712723"/>
                <a:gd name="connsiteX540" fmla="*/ 197107 w 374366"/>
                <a:gd name="connsiteY540" fmla="*/ 634511 h 712723"/>
                <a:gd name="connsiteX541" fmla="*/ 202324 w 374366"/>
                <a:gd name="connsiteY541" fmla="*/ 634410 h 712723"/>
                <a:gd name="connsiteX542" fmla="*/ 206901 w 374366"/>
                <a:gd name="connsiteY542" fmla="*/ 634948 h 712723"/>
                <a:gd name="connsiteX543" fmla="*/ 211040 w 374366"/>
                <a:gd name="connsiteY543" fmla="*/ 635856 h 712723"/>
                <a:gd name="connsiteX544" fmla="*/ 213968 w 374366"/>
                <a:gd name="connsiteY544" fmla="*/ 636731 h 712723"/>
                <a:gd name="connsiteX545" fmla="*/ 216829 w 374366"/>
                <a:gd name="connsiteY545" fmla="*/ 635083 h 712723"/>
                <a:gd name="connsiteX546" fmla="*/ 218848 w 374366"/>
                <a:gd name="connsiteY546" fmla="*/ 633064 h 712723"/>
                <a:gd name="connsiteX547" fmla="*/ 220430 w 374366"/>
                <a:gd name="connsiteY547" fmla="*/ 630878 h 712723"/>
                <a:gd name="connsiteX548" fmla="*/ 221440 w 374366"/>
                <a:gd name="connsiteY548" fmla="*/ 628859 h 712723"/>
                <a:gd name="connsiteX549" fmla="*/ 224334 w 374366"/>
                <a:gd name="connsiteY549" fmla="*/ 628859 h 712723"/>
                <a:gd name="connsiteX550" fmla="*/ 226050 w 374366"/>
                <a:gd name="connsiteY550" fmla="*/ 628859 h 712723"/>
                <a:gd name="connsiteX551" fmla="*/ 226925 w 374366"/>
                <a:gd name="connsiteY551" fmla="*/ 631752 h 712723"/>
                <a:gd name="connsiteX552" fmla="*/ 227800 w 374366"/>
                <a:gd name="connsiteY552" fmla="*/ 633636 h 712723"/>
                <a:gd name="connsiteX553" fmla="*/ 229820 w 374366"/>
                <a:gd name="connsiteY553" fmla="*/ 635385 h 712723"/>
                <a:gd name="connsiteX554" fmla="*/ 234026 w 374366"/>
                <a:gd name="connsiteY554" fmla="*/ 635251 h 712723"/>
                <a:gd name="connsiteX555" fmla="*/ 237426 w 374366"/>
                <a:gd name="connsiteY555" fmla="*/ 632358 h 712723"/>
                <a:gd name="connsiteX556" fmla="*/ 239108 w 374366"/>
                <a:gd name="connsiteY556" fmla="*/ 630474 h 712723"/>
                <a:gd name="connsiteX557" fmla="*/ 239108 w 374366"/>
                <a:gd name="connsiteY557" fmla="*/ 629734 h 712723"/>
                <a:gd name="connsiteX558" fmla="*/ 239108 w 374366"/>
                <a:gd name="connsiteY558" fmla="*/ 626269 h 712723"/>
                <a:gd name="connsiteX559" fmla="*/ 240118 w 374366"/>
                <a:gd name="connsiteY559" fmla="*/ 624688 h 712723"/>
                <a:gd name="connsiteX560" fmla="*/ 241700 w 374366"/>
                <a:gd name="connsiteY560" fmla="*/ 622939 h 712723"/>
                <a:gd name="connsiteX561" fmla="*/ 242575 w 374366"/>
                <a:gd name="connsiteY561" fmla="*/ 621795 h 712723"/>
                <a:gd name="connsiteX562" fmla="*/ 243887 w 374366"/>
                <a:gd name="connsiteY562" fmla="*/ 620349 h 712723"/>
                <a:gd name="connsiteX563" fmla="*/ 247959 w 374366"/>
                <a:gd name="connsiteY563" fmla="*/ 619339 h 712723"/>
                <a:gd name="connsiteX564" fmla="*/ 251426 w 374366"/>
                <a:gd name="connsiteY564" fmla="*/ 618465 h 712723"/>
                <a:gd name="connsiteX565" fmla="*/ 253883 w 374366"/>
                <a:gd name="connsiteY565" fmla="*/ 618465 h 712723"/>
                <a:gd name="connsiteX566" fmla="*/ 254623 w 374366"/>
                <a:gd name="connsiteY566" fmla="*/ 620786 h 712723"/>
                <a:gd name="connsiteX567" fmla="*/ 257517 w 374366"/>
                <a:gd name="connsiteY567" fmla="*/ 622670 h 712723"/>
                <a:gd name="connsiteX568" fmla="*/ 261859 w 374366"/>
                <a:gd name="connsiteY568" fmla="*/ 622939 h 712723"/>
                <a:gd name="connsiteX569" fmla="*/ 265191 w 374366"/>
                <a:gd name="connsiteY569" fmla="*/ 619911 h 712723"/>
                <a:gd name="connsiteX570" fmla="*/ 265191 w 374366"/>
                <a:gd name="connsiteY570" fmla="*/ 615874 h 712723"/>
                <a:gd name="connsiteX571" fmla="*/ 266941 w 374366"/>
                <a:gd name="connsiteY571" fmla="*/ 614125 h 712723"/>
                <a:gd name="connsiteX572" fmla="*/ 268119 w 374366"/>
                <a:gd name="connsiteY572" fmla="*/ 611232 h 712723"/>
                <a:gd name="connsiteX573" fmla="*/ 271181 w 374366"/>
                <a:gd name="connsiteY573" fmla="*/ 608642 h 712723"/>
                <a:gd name="connsiteX574" fmla="*/ 275826 w 374366"/>
                <a:gd name="connsiteY574" fmla="*/ 607902 h 712723"/>
                <a:gd name="connsiteX575" fmla="*/ 278888 w 374366"/>
                <a:gd name="connsiteY575" fmla="*/ 608642 h 712723"/>
                <a:gd name="connsiteX576" fmla="*/ 280907 w 374366"/>
                <a:gd name="connsiteY576" fmla="*/ 610660 h 712723"/>
                <a:gd name="connsiteX577" fmla="*/ 282792 w 374366"/>
                <a:gd name="connsiteY577" fmla="*/ 611232 h 712723"/>
                <a:gd name="connsiteX578" fmla="*/ 285249 w 374366"/>
                <a:gd name="connsiteY578" fmla="*/ 610357 h 712723"/>
                <a:gd name="connsiteX579" fmla="*/ 286124 w 374366"/>
                <a:gd name="connsiteY579" fmla="*/ 607902 h 712723"/>
                <a:gd name="connsiteX580" fmla="*/ 286124 w 374366"/>
                <a:gd name="connsiteY580" fmla="*/ 607162 h 712723"/>
                <a:gd name="connsiteX581" fmla="*/ 286124 w 374366"/>
                <a:gd name="connsiteY581" fmla="*/ 604572 h 712723"/>
                <a:gd name="connsiteX582" fmla="*/ 286999 w 374366"/>
                <a:gd name="connsiteY582" fmla="*/ 604572 h 712723"/>
                <a:gd name="connsiteX583" fmla="*/ 290330 w 374366"/>
                <a:gd name="connsiteY583" fmla="*/ 601948 h 712723"/>
                <a:gd name="connsiteX584" fmla="*/ 293393 w 374366"/>
                <a:gd name="connsiteY584" fmla="*/ 599492 h 712723"/>
                <a:gd name="connsiteX585" fmla="*/ 295581 w 374366"/>
                <a:gd name="connsiteY585" fmla="*/ 597608 h 712723"/>
                <a:gd name="connsiteX586" fmla="*/ 297331 w 374366"/>
                <a:gd name="connsiteY586" fmla="*/ 595152 h 712723"/>
                <a:gd name="connsiteX587" fmla="*/ 299215 w 374366"/>
                <a:gd name="connsiteY587" fmla="*/ 592966 h 712723"/>
                <a:gd name="connsiteX588" fmla="*/ 301403 w 374366"/>
                <a:gd name="connsiteY588" fmla="*/ 588492 h 712723"/>
                <a:gd name="connsiteX589" fmla="*/ 302850 w 374366"/>
                <a:gd name="connsiteY589" fmla="*/ 585464 h 712723"/>
                <a:gd name="connsiteX590" fmla="*/ 305307 w 374366"/>
                <a:gd name="connsiteY590" fmla="*/ 582268 h 712723"/>
                <a:gd name="connsiteX591" fmla="*/ 305307 w 374366"/>
                <a:gd name="connsiteY591" fmla="*/ 579375 h 712723"/>
                <a:gd name="connsiteX592" fmla="*/ 304432 w 374366"/>
                <a:gd name="connsiteY592" fmla="*/ 575608 h 712723"/>
                <a:gd name="connsiteX593" fmla="*/ 303422 w 374366"/>
                <a:gd name="connsiteY593" fmla="*/ 572715 h 712723"/>
                <a:gd name="connsiteX594" fmla="*/ 302413 w 374366"/>
                <a:gd name="connsiteY594" fmla="*/ 568813 h 712723"/>
                <a:gd name="connsiteX595" fmla="*/ 301840 w 374366"/>
                <a:gd name="connsiteY595" fmla="*/ 566357 h 712723"/>
                <a:gd name="connsiteX596" fmla="*/ 301403 w 374366"/>
                <a:gd name="connsiteY596" fmla="*/ 563733 h 712723"/>
                <a:gd name="connsiteX597" fmla="*/ 303422 w 374366"/>
                <a:gd name="connsiteY597" fmla="*/ 562858 h 712723"/>
                <a:gd name="connsiteX598" fmla="*/ 304432 w 374366"/>
                <a:gd name="connsiteY598" fmla="*/ 562858 h 712723"/>
                <a:gd name="connsiteX599" fmla="*/ 307326 w 374366"/>
                <a:gd name="connsiteY599" fmla="*/ 562858 h 712723"/>
                <a:gd name="connsiteX600" fmla="*/ 309783 w 374366"/>
                <a:gd name="connsiteY600" fmla="*/ 562724 h 712723"/>
                <a:gd name="connsiteX601" fmla="*/ 312812 w 374366"/>
                <a:gd name="connsiteY601" fmla="*/ 561849 h 712723"/>
                <a:gd name="connsiteX602" fmla="*/ 312812 w 374366"/>
                <a:gd name="connsiteY602" fmla="*/ 560974 h 712723"/>
                <a:gd name="connsiteX603" fmla="*/ 311365 w 374366"/>
                <a:gd name="connsiteY603" fmla="*/ 557947 h 712723"/>
                <a:gd name="connsiteX604" fmla="*/ 310119 w 374366"/>
                <a:gd name="connsiteY604" fmla="*/ 555626 h 712723"/>
                <a:gd name="connsiteX605" fmla="*/ 308740 w 374366"/>
                <a:gd name="connsiteY605" fmla="*/ 553439 h 712723"/>
                <a:gd name="connsiteX606" fmla="*/ 308740 w 374366"/>
                <a:gd name="connsiteY606" fmla="*/ 551555 h 712723"/>
                <a:gd name="connsiteX607" fmla="*/ 310187 w 374366"/>
                <a:gd name="connsiteY607" fmla="*/ 548225 h 712723"/>
                <a:gd name="connsiteX608" fmla="*/ 312072 w 374366"/>
                <a:gd name="connsiteY608" fmla="*/ 546476 h 712723"/>
                <a:gd name="connsiteX609" fmla="*/ 313956 w 374366"/>
                <a:gd name="connsiteY609" fmla="*/ 545601 h 712723"/>
                <a:gd name="connsiteX610" fmla="*/ 313956 w 374366"/>
                <a:gd name="connsiteY610" fmla="*/ 542843 h 712723"/>
                <a:gd name="connsiteX611" fmla="*/ 312879 w 374366"/>
                <a:gd name="connsiteY611" fmla="*/ 540522 h 712723"/>
                <a:gd name="connsiteX612" fmla="*/ 310927 w 374366"/>
                <a:gd name="connsiteY612" fmla="*/ 538335 h 712723"/>
                <a:gd name="connsiteX613" fmla="*/ 309345 w 374366"/>
                <a:gd name="connsiteY613" fmla="*/ 535577 h 712723"/>
                <a:gd name="connsiteX614" fmla="*/ 310927 w 374366"/>
                <a:gd name="connsiteY614" fmla="*/ 533390 h 712723"/>
                <a:gd name="connsiteX615" fmla="*/ 311634 w 374366"/>
                <a:gd name="connsiteY615" fmla="*/ 532078 h 712723"/>
                <a:gd name="connsiteX616" fmla="*/ 310322 w 374366"/>
                <a:gd name="connsiteY616" fmla="*/ 530934 h 712723"/>
                <a:gd name="connsiteX617" fmla="*/ 312072 w 374366"/>
                <a:gd name="connsiteY617" fmla="*/ 529185 h 712723"/>
                <a:gd name="connsiteX618" fmla="*/ 312206 w 374366"/>
                <a:gd name="connsiteY618" fmla="*/ 527873 h 712723"/>
                <a:gd name="connsiteX619" fmla="*/ 310019 w 374366"/>
                <a:gd name="connsiteY619" fmla="*/ 526124 h 712723"/>
                <a:gd name="connsiteX620" fmla="*/ 309009 w 374366"/>
                <a:gd name="connsiteY620" fmla="*/ 523937 h 712723"/>
                <a:gd name="connsiteX621" fmla="*/ 309884 w 374366"/>
                <a:gd name="connsiteY621" fmla="*/ 522188 h 712723"/>
                <a:gd name="connsiteX622" fmla="*/ 311466 w 374366"/>
                <a:gd name="connsiteY622" fmla="*/ 521044 h 712723"/>
                <a:gd name="connsiteX623" fmla="*/ 313047 w 374366"/>
                <a:gd name="connsiteY623" fmla="*/ 521044 h 712723"/>
                <a:gd name="connsiteX624" fmla="*/ 312610 w 374366"/>
                <a:gd name="connsiteY624" fmla="*/ 516402 h 712723"/>
                <a:gd name="connsiteX625" fmla="*/ 312172 w 374366"/>
                <a:gd name="connsiteY625" fmla="*/ 514216 h 712723"/>
                <a:gd name="connsiteX626" fmla="*/ 312172 w 374366"/>
                <a:gd name="connsiteY626" fmla="*/ 513206 h 712723"/>
                <a:gd name="connsiteX627" fmla="*/ 313047 w 374366"/>
                <a:gd name="connsiteY627" fmla="*/ 508295 h 712723"/>
                <a:gd name="connsiteX628" fmla="*/ 315807 w 374366"/>
                <a:gd name="connsiteY628" fmla="*/ 507723 h 712723"/>
                <a:gd name="connsiteX629" fmla="*/ 318567 w 374366"/>
                <a:gd name="connsiteY629" fmla="*/ 506983 h 712723"/>
                <a:gd name="connsiteX630" fmla="*/ 318264 w 374366"/>
                <a:gd name="connsiteY630" fmla="*/ 501903 h 712723"/>
                <a:gd name="connsiteX631" fmla="*/ 313721 w 374366"/>
                <a:gd name="connsiteY631" fmla="*/ 500659 h 71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374366" h="712723">
                  <a:moveTo>
                    <a:pt x="313721" y="500659"/>
                  </a:moveTo>
                  <a:cubicBezTo>
                    <a:pt x="312408" y="500019"/>
                    <a:pt x="306552" y="495007"/>
                    <a:pt x="306552" y="495007"/>
                  </a:cubicBezTo>
                  <a:lnTo>
                    <a:pt x="301773" y="490870"/>
                  </a:lnTo>
                  <a:cubicBezTo>
                    <a:pt x="301773" y="490870"/>
                    <a:pt x="301571" y="487606"/>
                    <a:pt x="301773" y="486732"/>
                  </a:cubicBezTo>
                  <a:cubicBezTo>
                    <a:pt x="302009" y="485857"/>
                    <a:pt x="301773" y="482830"/>
                    <a:pt x="301773" y="482830"/>
                  </a:cubicBezTo>
                  <a:lnTo>
                    <a:pt x="299821" y="480643"/>
                  </a:lnTo>
                  <a:cubicBezTo>
                    <a:pt x="299821" y="480643"/>
                    <a:pt x="296994" y="476943"/>
                    <a:pt x="296119" y="476304"/>
                  </a:cubicBezTo>
                  <a:cubicBezTo>
                    <a:pt x="295244" y="475664"/>
                    <a:pt x="293494" y="473680"/>
                    <a:pt x="292215" y="472603"/>
                  </a:cubicBezTo>
                  <a:cubicBezTo>
                    <a:pt x="290903" y="471527"/>
                    <a:pt x="291576" y="469340"/>
                    <a:pt x="291576" y="469340"/>
                  </a:cubicBezTo>
                  <a:cubicBezTo>
                    <a:pt x="291576" y="469340"/>
                    <a:pt x="293730" y="467826"/>
                    <a:pt x="297230" y="467389"/>
                  </a:cubicBezTo>
                  <a:cubicBezTo>
                    <a:pt x="300696" y="466952"/>
                    <a:pt x="296994" y="466313"/>
                    <a:pt x="296994" y="466313"/>
                  </a:cubicBezTo>
                  <a:lnTo>
                    <a:pt x="291138" y="462848"/>
                  </a:lnTo>
                  <a:lnTo>
                    <a:pt x="291778" y="459383"/>
                  </a:lnTo>
                  <a:lnTo>
                    <a:pt x="295917" y="457634"/>
                  </a:lnTo>
                  <a:lnTo>
                    <a:pt x="299182" y="455245"/>
                  </a:lnTo>
                  <a:lnTo>
                    <a:pt x="303961" y="455245"/>
                  </a:lnTo>
                  <a:lnTo>
                    <a:pt x="306788" y="451343"/>
                  </a:lnTo>
                  <a:lnTo>
                    <a:pt x="305711" y="449392"/>
                  </a:lnTo>
                  <a:lnTo>
                    <a:pt x="305071" y="446802"/>
                  </a:lnTo>
                  <a:lnTo>
                    <a:pt x="309413" y="445725"/>
                  </a:lnTo>
                  <a:cubicBezTo>
                    <a:pt x="309413" y="445725"/>
                    <a:pt x="312442" y="444649"/>
                    <a:pt x="313317" y="444413"/>
                  </a:cubicBezTo>
                  <a:cubicBezTo>
                    <a:pt x="314192" y="444211"/>
                    <a:pt x="314629" y="444649"/>
                    <a:pt x="315942" y="444413"/>
                  </a:cubicBezTo>
                  <a:cubicBezTo>
                    <a:pt x="317254" y="444211"/>
                    <a:pt x="317692" y="444413"/>
                    <a:pt x="317692" y="444413"/>
                  </a:cubicBezTo>
                  <a:lnTo>
                    <a:pt x="317927" y="441587"/>
                  </a:lnTo>
                  <a:lnTo>
                    <a:pt x="317052" y="437013"/>
                  </a:lnTo>
                  <a:lnTo>
                    <a:pt x="319004" y="430924"/>
                  </a:lnTo>
                  <a:lnTo>
                    <a:pt x="316615" y="429410"/>
                  </a:lnTo>
                  <a:lnTo>
                    <a:pt x="315975" y="423758"/>
                  </a:lnTo>
                  <a:lnTo>
                    <a:pt x="316177" y="418343"/>
                  </a:lnTo>
                  <a:lnTo>
                    <a:pt x="317692" y="414642"/>
                  </a:lnTo>
                  <a:lnTo>
                    <a:pt x="321394" y="410740"/>
                  </a:lnTo>
                  <a:lnTo>
                    <a:pt x="324221" y="405526"/>
                  </a:lnTo>
                  <a:lnTo>
                    <a:pt x="326173" y="399942"/>
                  </a:lnTo>
                  <a:cubicBezTo>
                    <a:pt x="326173" y="399942"/>
                    <a:pt x="329202" y="396039"/>
                    <a:pt x="330380" y="395871"/>
                  </a:cubicBezTo>
                  <a:cubicBezTo>
                    <a:pt x="331524" y="395737"/>
                    <a:pt x="333711" y="394290"/>
                    <a:pt x="334284" y="393987"/>
                  </a:cubicBezTo>
                  <a:cubicBezTo>
                    <a:pt x="334856" y="393685"/>
                    <a:pt x="335865" y="391835"/>
                    <a:pt x="335865" y="391835"/>
                  </a:cubicBezTo>
                  <a:lnTo>
                    <a:pt x="331793" y="387932"/>
                  </a:lnTo>
                  <a:cubicBezTo>
                    <a:pt x="331793" y="387932"/>
                    <a:pt x="331221" y="385746"/>
                    <a:pt x="331490" y="384905"/>
                  </a:cubicBezTo>
                  <a:cubicBezTo>
                    <a:pt x="331793" y="384030"/>
                    <a:pt x="332500" y="382584"/>
                    <a:pt x="333510" y="381877"/>
                  </a:cubicBezTo>
                  <a:cubicBezTo>
                    <a:pt x="334519" y="381137"/>
                    <a:pt x="335966" y="379691"/>
                    <a:pt x="336539" y="379556"/>
                  </a:cubicBezTo>
                  <a:cubicBezTo>
                    <a:pt x="337110" y="379421"/>
                    <a:pt x="337851" y="377672"/>
                    <a:pt x="338995" y="376932"/>
                  </a:cubicBezTo>
                  <a:cubicBezTo>
                    <a:pt x="340139" y="376226"/>
                    <a:pt x="340577" y="375923"/>
                    <a:pt x="341183" y="375486"/>
                  </a:cubicBezTo>
                  <a:cubicBezTo>
                    <a:pt x="341755" y="375048"/>
                    <a:pt x="342495" y="372593"/>
                    <a:pt x="342495" y="372593"/>
                  </a:cubicBezTo>
                  <a:lnTo>
                    <a:pt x="344077" y="368119"/>
                  </a:lnTo>
                  <a:cubicBezTo>
                    <a:pt x="344077" y="368119"/>
                    <a:pt x="346096" y="365091"/>
                    <a:pt x="346399" y="364485"/>
                  </a:cubicBezTo>
                  <a:cubicBezTo>
                    <a:pt x="346702" y="363914"/>
                    <a:pt x="347409" y="360583"/>
                    <a:pt x="347712" y="358699"/>
                  </a:cubicBezTo>
                  <a:cubicBezTo>
                    <a:pt x="348014" y="356816"/>
                    <a:pt x="348284" y="356244"/>
                    <a:pt x="348284" y="355504"/>
                  </a:cubicBezTo>
                  <a:cubicBezTo>
                    <a:pt x="348284" y="354764"/>
                    <a:pt x="348722" y="353048"/>
                    <a:pt x="348856" y="352611"/>
                  </a:cubicBezTo>
                  <a:cubicBezTo>
                    <a:pt x="348991" y="352173"/>
                    <a:pt x="348856" y="350592"/>
                    <a:pt x="348856" y="350592"/>
                  </a:cubicBezTo>
                  <a:cubicBezTo>
                    <a:pt x="348856" y="350592"/>
                    <a:pt x="346971" y="348137"/>
                    <a:pt x="346534" y="347834"/>
                  </a:cubicBezTo>
                  <a:cubicBezTo>
                    <a:pt x="346096" y="347565"/>
                    <a:pt x="343774" y="345816"/>
                    <a:pt x="343774" y="345816"/>
                  </a:cubicBezTo>
                  <a:lnTo>
                    <a:pt x="340880" y="344066"/>
                  </a:lnTo>
                  <a:lnTo>
                    <a:pt x="339736" y="344066"/>
                  </a:lnTo>
                  <a:lnTo>
                    <a:pt x="336841" y="342687"/>
                  </a:lnTo>
                  <a:lnTo>
                    <a:pt x="336707" y="340433"/>
                  </a:lnTo>
                  <a:lnTo>
                    <a:pt x="336976" y="338179"/>
                  </a:lnTo>
                  <a:cubicBezTo>
                    <a:pt x="336976" y="338179"/>
                    <a:pt x="336202" y="337406"/>
                    <a:pt x="336000" y="336867"/>
                  </a:cubicBezTo>
                  <a:cubicBezTo>
                    <a:pt x="335798" y="336329"/>
                    <a:pt x="335697" y="334580"/>
                    <a:pt x="335697" y="334580"/>
                  </a:cubicBezTo>
                  <a:lnTo>
                    <a:pt x="333409" y="331317"/>
                  </a:lnTo>
                  <a:lnTo>
                    <a:pt x="331221" y="329029"/>
                  </a:lnTo>
                  <a:cubicBezTo>
                    <a:pt x="331221" y="329029"/>
                    <a:pt x="330144" y="327717"/>
                    <a:pt x="329808" y="327516"/>
                  </a:cubicBezTo>
                  <a:cubicBezTo>
                    <a:pt x="329471" y="327314"/>
                    <a:pt x="327956" y="325464"/>
                    <a:pt x="327956" y="325464"/>
                  </a:cubicBezTo>
                  <a:lnTo>
                    <a:pt x="325803" y="322974"/>
                  </a:lnTo>
                  <a:lnTo>
                    <a:pt x="324389" y="320586"/>
                  </a:lnTo>
                  <a:cubicBezTo>
                    <a:pt x="324389" y="320586"/>
                    <a:pt x="324389" y="317323"/>
                    <a:pt x="324389" y="316885"/>
                  </a:cubicBezTo>
                  <a:cubicBezTo>
                    <a:pt x="324389" y="316448"/>
                    <a:pt x="324322" y="314060"/>
                    <a:pt x="324221" y="313723"/>
                  </a:cubicBezTo>
                  <a:cubicBezTo>
                    <a:pt x="324120" y="313387"/>
                    <a:pt x="322202" y="312075"/>
                    <a:pt x="321663" y="311671"/>
                  </a:cubicBezTo>
                  <a:cubicBezTo>
                    <a:pt x="321125" y="311234"/>
                    <a:pt x="319913" y="309384"/>
                    <a:pt x="319374" y="308206"/>
                  </a:cubicBezTo>
                  <a:cubicBezTo>
                    <a:pt x="318836" y="307029"/>
                    <a:pt x="319274" y="306020"/>
                    <a:pt x="319274" y="305482"/>
                  </a:cubicBezTo>
                  <a:cubicBezTo>
                    <a:pt x="319274" y="304943"/>
                    <a:pt x="319812" y="302858"/>
                    <a:pt x="319812" y="302858"/>
                  </a:cubicBezTo>
                  <a:lnTo>
                    <a:pt x="320452" y="301243"/>
                  </a:lnTo>
                  <a:lnTo>
                    <a:pt x="320889" y="297980"/>
                  </a:lnTo>
                  <a:lnTo>
                    <a:pt x="320889" y="295390"/>
                  </a:lnTo>
                  <a:lnTo>
                    <a:pt x="319038" y="294851"/>
                  </a:lnTo>
                  <a:lnTo>
                    <a:pt x="316548" y="295390"/>
                  </a:lnTo>
                  <a:lnTo>
                    <a:pt x="313081" y="295390"/>
                  </a:lnTo>
                  <a:cubicBezTo>
                    <a:pt x="313081" y="295390"/>
                    <a:pt x="309446" y="290546"/>
                    <a:pt x="309009" y="290377"/>
                  </a:cubicBezTo>
                  <a:cubicBezTo>
                    <a:pt x="308571" y="290243"/>
                    <a:pt x="306115" y="290175"/>
                    <a:pt x="306115" y="290175"/>
                  </a:cubicBezTo>
                  <a:lnTo>
                    <a:pt x="305542" y="290175"/>
                  </a:lnTo>
                  <a:cubicBezTo>
                    <a:pt x="305542" y="290175"/>
                    <a:pt x="302783" y="291050"/>
                    <a:pt x="302211" y="291185"/>
                  </a:cubicBezTo>
                  <a:cubicBezTo>
                    <a:pt x="301639" y="291319"/>
                    <a:pt x="298576" y="290175"/>
                    <a:pt x="298576" y="290175"/>
                  </a:cubicBezTo>
                  <a:cubicBezTo>
                    <a:pt x="298576" y="290175"/>
                    <a:pt x="295816" y="288157"/>
                    <a:pt x="295379" y="287854"/>
                  </a:cubicBezTo>
                  <a:cubicBezTo>
                    <a:pt x="294941" y="287552"/>
                    <a:pt x="292047" y="285668"/>
                    <a:pt x="292047" y="285668"/>
                  </a:cubicBezTo>
                  <a:lnTo>
                    <a:pt x="290734" y="282640"/>
                  </a:lnTo>
                  <a:cubicBezTo>
                    <a:pt x="290734" y="282640"/>
                    <a:pt x="287100" y="278301"/>
                    <a:pt x="287403" y="277729"/>
                  </a:cubicBezTo>
                  <a:cubicBezTo>
                    <a:pt x="287706" y="277157"/>
                    <a:pt x="289153" y="275273"/>
                    <a:pt x="290432" y="273961"/>
                  </a:cubicBezTo>
                  <a:cubicBezTo>
                    <a:pt x="291744" y="272649"/>
                    <a:pt x="291441" y="271505"/>
                    <a:pt x="291441" y="270934"/>
                  </a:cubicBezTo>
                  <a:cubicBezTo>
                    <a:pt x="291441" y="270362"/>
                    <a:pt x="291172" y="268175"/>
                    <a:pt x="291172" y="268175"/>
                  </a:cubicBezTo>
                  <a:cubicBezTo>
                    <a:pt x="291172" y="268175"/>
                    <a:pt x="290297" y="264710"/>
                    <a:pt x="290297" y="264105"/>
                  </a:cubicBezTo>
                  <a:cubicBezTo>
                    <a:pt x="290297" y="263533"/>
                    <a:pt x="289556" y="258016"/>
                    <a:pt x="289556" y="258016"/>
                  </a:cubicBezTo>
                  <a:lnTo>
                    <a:pt x="289556" y="253676"/>
                  </a:lnTo>
                  <a:lnTo>
                    <a:pt x="290364" y="249606"/>
                  </a:lnTo>
                  <a:lnTo>
                    <a:pt x="292182" y="246713"/>
                  </a:lnTo>
                  <a:cubicBezTo>
                    <a:pt x="292182" y="246713"/>
                    <a:pt x="296388" y="244257"/>
                    <a:pt x="296826" y="243955"/>
                  </a:cubicBezTo>
                  <a:cubicBezTo>
                    <a:pt x="297264" y="243652"/>
                    <a:pt x="299720" y="242945"/>
                    <a:pt x="299720" y="242945"/>
                  </a:cubicBezTo>
                  <a:cubicBezTo>
                    <a:pt x="299720" y="242945"/>
                    <a:pt x="304062" y="242239"/>
                    <a:pt x="304196" y="241802"/>
                  </a:cubicBezTo>
                  <a:cubicBezTo>
                    <a:pt x="304331" y="241364"/>
                    <a:pt x="304937" y="239783"/>
                    <a:pt x="304937" y="239783"/>
                  </a:cubicBezTo>
                  <a:lnTo>
                    <a:pt x="305946" y="236890"/>
                  </a:lnTo>
                  <a:lnTo>
                    <a:pt x="311600" y="233695"/>
                  </a:lnTo>
                  <a:lnTo>
                    <a:pt x="315672" y="230802"/>
                  </a:lnTo>
                  <a:cubicBezTo>
                    <a:pt x="315672" y="230802"/>
                    <a:pt x="316682" y="226159"/>
                    <a:pt x="316817" y="225587"/>
                  </a:cubicBezTo>
                  <a:cubicBezTo>
                    <a:pt x="316951" y="225015"/>
                    <a:pt x="317692" y="222392"/>
                    <a:pt x="317692" y="222392"/>
                  </a:cubicBezTo>
                  <a:lnTo>
                    <a:pt x="317389" y="220071"/>
                  </a:lnTo>
                  <a:lnTo>
                    <a:pt x="314629" y="216303"/>
                  </a:lnTo>
                  <a:lnTo>
                    <a:pt x="311869" y="213713"/>
                  </a:lnTo>
                  <a:lnTo>
                    <a:pt x="309548" y="210820"/>
                  </a:lnTo>
                  <a:lnTo>
                    <a:pt x="307360" y="207489"/>
                  </a:lnTo>
                  <a:lnTo>
                    <a:pt x="306620" y="204294"/>
                  </a:lnTo>
                  <a:lnTo>
                    <a:pt x="309076" y="201838"/>
                  </a:lnTo>
                  <a:lnTo>
                    <a:pt x="312846" y="198070"/>
                  </a:lnTo>
                  <a:lnTo>
                    <a:pt x="314023" y="195413"/>
                  </a:lnTo>
                  <a:lnTo>
                    <a:pt x="317793" y="194302"/>
                  </a:lnTo>
                  <a:lnTo>
                    <a:pt x="318533" y="193899"/>
                  </a:lnTo>
                  <a:lnTo>
                    <a:pt x="320384" y="192856"/>
                  </a:lnTo>
                  <a:lnTo>
                    <a:pt x="321125" y="190535"/>
                  </a:lnTo>
                  <a:lnTo>
                    <a:pt x="326341" y="187070"/>
                  </a:lnTo>
                  <a:lnTo>
                    <a:pt x="330380" y="184614"/>
                  </a:lnTo>
                  <a:cubicBezTo>
                    <a:pt x="330380" y="184614"/>
                    <a:pt x="333005" y="184749"/>
                    <a:pt x="334452" y="185052"/>
                  </a:cubicBezTo>
                  <a:cubicBezTo>
                    <a:pt x="335899" y="185354"/>
                    <a:pt x="336034" y="187373"/>
                    <a:pt x="338087" y="188247"/>
                  </a:cubicBezTo>
                  <a:cubicBezTo>
                    <a:pt x="340106" y="189122"/>
                    <a:pt x="341991" y="192318"/>
                    <a:pt x="344178" y="194471"/>
                  </a:cubicBezTo>
                  <a:cubicBezTo>
                    <a:pt x="346365" y="196657"/>
                    <a:pt x="345625" y="194471"/>
                    <a:pt x="346635" y="194471"/>
                  </a:cubicBezTo>
                  <a:cubicBezTo>
                    <a:pt x="347644" y="194471"/>
                    <a:pt x="348654" y="192587"/>
                    <a:pt x="349394" y="191443"/>
                  </a:cubicBezTo>
                  <a:cubicBezTo>
                    <a:pt x="350135" y="190299"/>
                    <a:pt x="353029" y="190434"/>
                    <a:pt x="353029" y="190434"/>
                  </a:cubicBezTo>
                  <a:cubicBezTo>
                    <a:pt x="353029" y="190434"/>
                    <a:pt x="355049" y="188853"/>
                    <a:pt x="355620" y="188416"/>
                  </a:cubicBezTo>
                  <a:cubicBezTo>
                    <a:pt x="356193" y="187978"/>
                    <a:pt x="357068" y="186229"/>
                    <a:pt x="358649" y="185220"/>
                  </a:cubicBezTo>
                  <a:cubicBezTo>
                    <a:pt x="360265" y="184211"/>
                    <a:pt x="360837" y="183773"/>
                    <a:pt x="362553" y="183033"/>
                  </a:cubicBezTo>
                  <a:cubicBezTo>
                    <a:pt x="364304" y="182293"/>
                    <a:pt x="364169" y="182461"/>
                    <a:pt x="365010" y="182024"/>
                  </a:cubicBezTo>
                  <a:cubicBezTo>
                    <a:pt x="365885" y="181587"/>
                    <a:pt x="367467" y="180275"/>
                    <a:pt x="369486" y="179837"/>
                  </a:cubicBezTo>
                  <a:cubicBezTo>
                    <a:pt x="370900" y="179535"/>
                    <a:pt x="371169" y="179636"/>
                    <a:pt x="371236" y="179737"/>
                  </a:cubicBezTo>
                  <a:lnTo>
                    <a:pt x="371236" y="177954"/>
                  </a:lnTo>
                  <a:cubicBezTo>
                    <a:pt x="371236" y="177954"/>
                    <a:pt x="368275" y="175061"/>
                    <a:pt x="368275" y="174489"/>
                  </a:cubicBezTo>
                  <a:cubicBezTo>
                    <a:pt x="368275" y="173917"/>
                    <a:pt x="367198" y="171461"/>
                    <a:pt x="366592" y="170587"/>
                  </a:cubicBezTo>
                  <a:cubicBezTo>
                    <a:pt x="366020" y="169712"/>
                    <a:pt x="364842" y="167256"/>
                    <a:pt x="365010" y="166516"/>
                  </a:cubicBezTo>
                  <a:cubicBezTo>
                    <a:pt x="365145" y="165810"/>
                    <a:pt x="365145" y="165944"/>
                    <a:pt x="365717" y="165944"/>
                  </a:cubicBezTo>
                  <a:cubicBezTo>
                    <a:pt x="366289" y="165944"/>
                    <a:pt x="367298" y="164801"/>
                    <a:pt x="367736" y="164632"/>
                  </a:cubicBezTo>
                  <a:cubicBezTo>
                    <a:pt x="368174" y="164498"/>
                    <a:pt x="368308" y="163186"/>
                    <a:pt x="368443" y="162748"/>
                  </a:cubicBezTo>
                  <a:cubicBezTo>
                    <a:pt x="368577" y="162311"/>
                    <a:pt x="367871" y="160730"/>
                    <a:pt x="367871" y="160730"/>
                  </a:cubicBezTo>
                  <a:cubicBezTo>
                    <a:pt x="367871" y="160730"/>
                    <a:pt x="366558" y="158846"/>
                    <a:pt x="366558" y="158106"/>
                  </a:cubicBezTo>
                  <a:cubicBezTo>
                    <a:pt x="366558" y="157366"/>
                    <a:pt x="366996" y="155348"/>
                    <a:pt x="366996" y="155348"/>
                  </a:cubicBezTo>
                  <a:lnTo>
                    <a:pt x="369452" y="154339"/>
                  </a:lnTo>
                  <a:lnTo>
                    <a:pt x="370900" y="153464"/>
                  </a:lnTo>
                  <a:lnTo>
                    <a:pt x="372650" y="147947"/>
                  </a:lnTo>
                  <a:lnTo>
                    <a:pt x="373659" y="145357"/>
                  </a:lnTo>
                  <a:lnTo>
                    <a:pt x="373794" y="143776"/>
                  </a:lnTo>
                  <a:lnTo>
                    <a:pt x="374366" y="139436"/>
                  </a:lnTo>
                  <a:lnTo>
                    <a:pt x="373491" y="136241"/>
                  </a:lnTo>
                  <a:lnTo>
                    <a:pt x="373188" y="134054"/>
                  </a:lnTo>
                  <a:cubicBezTo>
                    <a:pt x="373188" y="134054"/>
                    <a:pt x="371438" y="132305"/>
                    <a:pt x="371169" y="131733"/>
                  </a:cubicBezTo>
                  <a:cubicBezTo>
                    <a:pt x="370866" y="131161"/>
                    <a:pt x="369856" y="129849"/>
                    <a:pt x="369856" y="129849"/>
                  </a:cubicBezTo>
                  <a:lnTo>
                    <a:pt x="368544" y="129714"/>
                  </a:lnTo>
                  <a:lnTo>
                    <a:pt x="364774" y="128133"/>
                  </a:lnTo>
                  <a:lnTo>
                    <a:pt x="363630" y="125509"/>
                  </a:lnTo>
                  <a:lnTo>
                    <a:pt x="362486" y="124198"/>
                  </a:lnTo>
                  <a:lnTo>
                    <a:pt x="362486" y="120733"/>
                  </a:lnTo>
                  <a:lnTo>
                    <a:pt x="361241" y="117705"/>
                  </a:lnTo>
                  <a:lnTo>
                    <a:pt x="361376" y="116191"/>
                  </a:lnTo>
                  <a:cubicBezTo>
                    <a:pt x="361376" y="116191"/>
                    <a:pt x="362250" y="113601"/>
                    <a:pt x="363563" y="112289"/>
                  </a:cubicBezTo>
                  <a:cubicBezTo>
                    <a:pt x="364875" y="110977"/>
                    <a:pt x="363563" y="112289"/>
                    <a:pt x="364203" y="111414"/>
                  </a:cubicBezTo>
                  <a:cubicBezTo>
                    <a:pt x="364842" y="110540"/>
                    <a:pt x="365078" y="109463"/>
                    <a:pt x="365279" y="108589"/>
                  </a:cubicBezTo>
                  <a:cubicBezTo>
                    <a:pt x="365515" y="107714"/>
                    <a:pt x="365515" y="105763"/>
                    <a:pt x="365515" y="105763"/>
                  </a:cubicBezTo>
                  <a:lnTo>
                    <a:pt x="363563" y="102937"/>
                  </a:lnTo>
                  <a:cubicBezTo>
                    <a:pt x="363563" y="102937"/>
                    <a:pt x="363361" y="101861"/>
                    <a:pt x="362688" y="101188"/>
                  </a:cubicBezTo>
                  <a:cubicBezTo>
                    <a:pt x="362049" y="100549"/>
                    <a:pt x="361611" y="100751"/>
                    <a:pt x="361611" y="100751"/>
                  </a:cubicBezTo>
                  <a:lnTo>
                    <a:pt x="358347" y="100751"/>
                  </a:lnTo>
                  <a:lnTo>
                    <a:pt x="353332" y="100852"/>
                  </a:lnTo>
                  <a:lnTo>
                    <a:pt x="349428" y="100313"/>
                  </a:lnTo>
                  <a:cubicBezTo>
                    <a:pt x="349428" y="100313"/>
                    <a:pt x="344885" y="99876"/>
                    <a:pt x="343336" y="99876"/>
                  </a:cubicBezTo>
                  <a:cubicBezTo>
                    <a:pt x="341822" y="99876"/>
                    <a:pt x="338995" y="98362"/>
                    <a:pt x="338995" y="98362"/>
                  </a:cubicBezTo>
                  <a:cubicBezTo>
                    <a:pt x="338995" y="98362"/>
                    <a:pt x="333779" y="96176"/>
                    <a:pt x="333106" y="95738"/>
                  </a:cubicBezTo>
                  <a:cubicBezTo>
                    <a:pt x="332466" y="95301"/>
                    <a:pt x="332029" y="93989"/>
                    <a:pt x="332029" y="93989"/>
                  </a:cubicBezTo>
                  <a:lnTo>
                    <a:pt x="330278" y="92038"/>
                  </a:lnTo>
                  <a:cubicBezTo>
                    <a:pt x="330278" y="92038"/>
                    <a:pt x="328529" y="92038"/>
                    <a:pt x="327889" y="92038"/>
                  </a:cubicBezTo>
                  <a:cubicBezTo>
                    <a:pt x="327216" y="92038"/>
                    <a:pt x="325264" y="91601"/>
                    <a:pt x="324423" y="91399"/>
                  </a:cubicBezTo>
                  <a:cubicBezTo>
                    <a:pt x="323548" y="91197"/>
                    <a:pt x="320956" y="88775"/>
                    <a:pt x="320283" y="88136"/>
                  </a:cubicBezTo>
                  <a:cubicBezTo>
                    <a:pt x="319644" y="87497"/>
                    <a:pt x="318971" y="83359"/>
                    <a:pt x="318971" y="83359"/>
                  </a:cubicBezTo>
                  <a:cubicBezTo>
                    <a:pt x="318971" y="83359"/>
                    <a:pt x="320519" y="78145"/>
                    <a:pt x="321158" y="77270"/>
                  </a:cubicBezTo>
                  <a:cubicBezTo>
                    <a:pt x="321798" y="76396"/>
                    <a:pt x="323110" y="75958"/>
                    <a:pt x="323110" y="75958"/>
                  </a:cubicBezTo>
                  <a:lnTo>
                    <a:pt x="325735" y="76396"/>
                  </a:lnTo>
                  <a:cubicBezTo>
                    <a:pt x="325735" y="76396"/>
                    <a:pt x="327923" y="77035"/>
                    <a:pt x="330077" y="77035"/>
                  </a:cubicBezTo>
                  <a:cubicBezTo>
                    <a:pt x="332231" y="77035"/>
                    <a:pt x="331389" y="75958"/>
                    <a:pt x="331389" y="75958"/>
                  </a:cubicBezTo>
                  <a:lnTo>
                    <a:pt x="330952" y="71383"/>
                  </a:lnTo>
                  <a:lnTo>
                    <a:pt x="330312" y="65934"/>
                  </a:lnTo>
                  <a:lnTo>
                    <a:pt x="339231" y="65934"/>
                  </a:lnTo>
                  <a:lnTo>
                    <a:pt x="342697" y="63209"/>
                  </a:lnTo>
                  <a:lnTo>
                    <a:pt x="344885" y="61796"/>
                  </a:lnTo>
                  <a:lnTo>
                    <a:pt x="352491" y="60719"/>
                  </a:lnTo>
                  <a:lnTo>
                    <a:pt x="360332" y="57120"/>
                  </a:lnTo>
                  <a:cubicBezTo>
                    <a:pt x="360332" y="57120"/>
                    <a:pt x="361846" y="56346"/>
                    <a:pt x="362722" y="55909"/>
                  </a:cubicBezTo>
                  <a:cubicBezTo>
                    <a:pt x="363597" y="55472"/>
                    <a:pt x="364135" y="55135"/>
                    <a:pt x="364909" y="54933"/>
                  </a:cubicBezTo>
                  <a:cubicBezTo>
                    <a:pt x="365683" y="54732"/>
                    <a:pt x="366659" y="52444"/>
                    <a:pt x="366659" y="52444"/>
                  </a:cubicBezTo>
                  <a:lnTo>
                    <a:pt x="369823" y="51368"/>
                  </a:lnTo>
                  <a:lnTo>
                    <a:pt x="370058" y="50594"/>
                  </a:lnTo>
                  <a:lnTo>
                    <a:pt x="368645" y="48542"/>
                  </a:lnTo>
                  <a:cubicBezTo>
                    <a:pt x="368577" y="48542"/>
                    <a:pt x="368409" y="48542"/>
                    <a:pt x="368107" y="48542"/>
                  </a:cubicBezTo>
                  <a:cubicBezTo>
                    <a:pt x="367232" y="48542"/>
                    <a:pt x="364741" y="48374"/>
                    <a:pt x="364304" y="48374"/>
                  </a:cubicBezTo>
                  <a:cubicBezTo>
                    <a:pt x="363866" y="48374"/>
                    <a:pt x="361577" y="47667"/>
                    <a:pt x="361577" y="47667"/>
                  </a:cubicBezTo>
                  <a:lnTo>
                    <a:pt x="356798" y="47129"/>
                  </a:lnTo>
                  <a:cubicBezTo>
                    <a:pt x="356798" y="47129"/>
                    <a:pt x="354948" y="47230"/>
                    <a:pt x="354072" y="47028"/>
                  </a:cubicBezTo>
                  <a:cubicBezTo>
                    <a:pt x="353197" y="46826"/>
                    <a:pt x="351784" y="47230"/>
                    <a:pt x="351784" y="47230"/>
                  </a:cubicBezTo>
                  <a:lnTo>
                    <a:pt x="349832" y="43261"/>
                  </a:lnTo>
                  <a:lnTo>
                    <a:pt x="351043" y="39493"/>
                  </a:lnTo>
                  <a:lnTo>
                    <a:pt x="349967" y="34918"/>
                  </a:lnTo>
                  <a:lnTo>
                    <a:pt x="349428" y="29166"/>
                  </a:lnTo>
                  <a:cubicBezTo>
                    <a:pt x="349428" y="29166"/>
                    <a:pt x="348788" y="27114"/>
                    <a:pt x="348788" y="26003"/>
                  </a:cubicBezTo>
                  <a:cubicBezTo>
                    <a:pt x="348788" y="24927"/>
                    <a:pt x="348688" y="23716"/>
                    <a:pt x="348788" y="23279"/>
                  </a:cubicBezTo>
                  <a:cubicBezTo>
                    <a:pt x="348890" y="22841"/>
                    <a:pt x="348587" y="21630"/>
                    <a:pt x="348452" y="21328"/>
                  </a:cubicBezTo>
                  <a:cubicBezTo>
                    <a:pt x="348318" y="20991"/>
                    <a:pt x="347476" y="18939"/>
                    <a:pt x="347342" y="18603"/>
                  </a:cubicBezTo>
                  <a:cubicBezTo>
                    <a:pt x="347240" y="18266"/>
                    <a:pt x="344313" y="15340"/>
                    <a:pt x="343976" y="15138"/>
                  </a:cubicBezTo>
                  <a:cubicBezTo>
                    <a:pt x="343640" y="14936"/>
                    <a:pt x="342024" y="13725"/>
                    <a:pt x="341149" y="13086"/>
                  </a:cubicBezTo>
                  <a:cubicBezTo>
                    <a:pt x="340274" y="12447"/>
                    <a:pt x="337784" y="10260"/>
                    <a:pt x="337784" y="10260"/>
                  </a:cubicBezTo>
                  <a:lnTo>
                    <a:pt x="334183" y="7233"/>
                  </a:lnTo>
                  <a:lnTo>
                    <a:pt x="333409" y="4844"/>
                  </a:lnTo>
                  <a:lnTo>
                    <a:pt x="332432" y="1144"/>
                  </a:lnTo>
                  <a:lnTo>
                    <a:pt x="331692" y="0"/>
                  </a:lnTo>
                  <a:lnTo>
                    <a:pt x="329908" y="34"/>
                  </a:lnTo>
                  <a:lnTo>
                    <a:pt x="328764" y="1446"/>
                  </a:lnTo>
                  <a:lnTo>
                    <a:pt x="326610" y="3061"/>
                  </a:lnTo>
                  <a:lnTo>
                    <a:pt x="326005" y="5450"/>
                  </a:lnTo>
                  <a:lnTo>
                    <a:pt x="326005" y="11101"/>
                  </a:lnTo>
                  <a:lnTo>
                    <a:pt x="326005" y="14566"/>
                  </a:lnTo>
                  <a:lnTo>
                    <a:pt x="326005" y="19780"/>
                  </a:lnTo>
                  <a:lnTo>
                    <a:pt x="322908" y="20655"/>
                  </a:lnTo>
                  <a:lnTo>
                    <a:pt x="320788" y="22068"/>
                  </a:lnTo>
                  <a:lnTo>
                    <a:pt x="320788" y="26744"/>
                  </a:lnTo>
                  <a:cubicBezTo>
                    <a:pt x="320788" y="26744"/>
                    <a:pt x="318701" y="30108"/>
                    <a:pt x="318298" y="30208"/>
                  </a:cubicBezTo>
                  <a:cubicBezTo>
                    <a:pt x="317860" y="30309"/>
                    <a:pt x="312980" y="30747"/>
                    <a:pt x="312980" y="30747"/>
                  </a:cubicBezTo>
                  <a:cubicBezTo>
                    <a:pt x="312980" y="30747"/>
                    <a:pt x="310490" y="29132"/>
                    <a:pt x="310153" y="28997"/>
                  </a:cubicBezTo>
                  <a:cubicBezTo>
                    <a:pt x="309817" y="28896"/>
                    <a:pt x="307225" y="26172"/>
                    <a:pt x="307225" y="26172"/>
                  </a:cubicBezTo>
                  <a:lnTo>
                    <a:pt x="305273" y="25835"/>
                  </a:lnTo>
                  <a:lnTo>
                    <a:pt x="303086" y="27349"/>
                  </a:lnTo>
                  <a:lnTo>
                    <a:pt x="301773" y="31386"/>
                  </a:lnTo>
                  <a:lnTo>
                    <a:pt x="298307" y="35288"/>
                  </a:lnTo>
                  <a:lnTo>
                    <a:pt x="295716" y="38215"/>
                  </a:lnTo>
                  <a:lnTo>
                    <a:pt x="293864" y="41915"/>
                  </a:lnTo>
                  <a:cubicBezTo>
                    <a:pt x="293864" y="41915"/>
                    <a:pt x="292451" y="46591"/>
                    <a:pt x="291677" y="46692"/>
                  </a:cubicBezTo>
                  <a:cubicBezTo>
                    <a:pt x="290936" y="46793"/>
                    <a:pt x="287336" y="48643"/>
                    <a:pt x="287336" y="48643"/>
                  </a:cubicBezTo>
                  <a:lnTo>
                    <a:pt x="284643" y="51233"/>
                  </a:lnTo>
                  <a:lnTo>
                    <a:pt x="281917" y="52646"/>
                  </a:lnTo>
                  <a:lnTo>
                    <a:pt x="277037" y="53184"/>
                  </a:lnTo>
                  <a:cubicBezTo>
                    <a:pt x="277037" y="53184"/>
                    <a:pt x="271181" y="51132"/>
                    <a:pt x="270744" y="50796"/>
                  </a:cubicBezTo>
                  <a:cubicBezTo>
                    <a:pt x="270306" y="50459"/>
                    <a:pt x="263441" y="47095"/>
                    <a:pt x="263441" y="47095"/>
                  </a:cubicBezTo>
                  <a:lnTo>
                    <a:pt x="260950" y="43933"/>
                  </a:lnTo>
                  <a:lnTo>
                    <a:pt x="256710" y="40569"/>
                  </a:lnTo>
                  <a:lnTo>
                    <a:pt x="252234" y="38820"/>
                  </a:lnTo>
                  <a:lnTo>
                    <a:pt x="245940" y="39594"/>
                  </a:lnTo>
                  <a:cubicBezTo>
                    <a:pt x="245940" y="39594"/>
                    <a:pt x="243450" y="41646"/>
                    <a:pt x="242676" y="42756"/>
                  </a:cubicBezTo>
                  <a:cubicBezTo>
                    <a:pt x="241902" y="43832"/>
                    <a:pt x="239209" y="46221"/>
                    <a:pt x="239209" y="46221"/>
                  </a:cubicBezTo>
                  <a:lnTo>
                    <a:pt x="237560" y="48845"/>
                  </a:lnTo>
                  <a:lnTo>
                    <a:pt x="233421" y="57086"/>
                  </a:lnTo>
                  <a:lnTo>
                    <a:pt x="230055" y="61661"/>
                  </a:lnTo>
                  <a:lnTo>
                    <a:pt x="226353" y="66236"/>
                  </a:lnTo>
                  <a:lnTo>
                    <a:pt x="222551" y="69499"/>
                  </a:lnTo>
                  <a:lnTo>
                    <a:pt x="217973" y="70038"/>
                  </a:lnTo>
                  <a:lnTo>
                    <a:pt x="213060" y="68625"/>
                  </a:lnTo>
                  <a:cubicBezTo>
                    <a:pt x="213060" y="68625"/>
                    <a:pt x="206867" y="63512"/>
                    <a:pt x="206430" y="63411"/>
                  </a:cubicBezTo>
                  <a:cubicBezTo>
                    <a:pt x="205992" y="63310"/>
                    <a:pt x="199901" y="58297"/>
                    <a:pt x="199901" y="58297"/>
                  </a:cubicBezTo>
                  <a:cubicBezTo>
                    <a:pt x="199901" y="58297"/>
                    <a:pt x="195559" y="55371"/>
                    <a:pt x="195223" y="55371"/>
                  </a:cubicBezTo>
                  <a:cubicBezTo>
                    <a:pt x="194886" y="55371"/>
                    <a:pt x="189030" y="55135"/>
                    <a:pt x="189030" y="55135"/>
                  </a:cubicBezTo>
                  <a:lnTo>
                    <a:pt x="182838" y="56010"/>
                  </a:lnTo>
                  <a:lnTo>
                    <a:pt x="176309" y="61762"/>
                  </a:lnTo>
                  <a:lnTo>
                    <a:pt x="169241" y="67515"/>
                  </a:lnTo>
                  <a:lnTo>
                    <a:pt x="163823" y="77068"/>
                  </a:lnTo>
                  <a:lnTo>
                    <a:pt x="159381" y="84032"/>
                  </a:lnTo>
                  <a:lnTo>
                    <a:pt x="156655" y="90222"/>
                  </a:lnTo>
                  <a:lnTo>
                    <a:pt x="152078" y="96310"/>
                  </a:lnTo>
                  <a:lnTo>
                    <a:pt x="150328" y="104552"/>
                  </a:lnTo>
                  <a:lnTo>
                    <a:pt x="150328" y="108353"/>
                  </a:lnTo>
                  <a:lnTo>
                    <a:pt x="149789" y="116595"/>
                  </a:lnTo>
                  <a:lnTo>
                    <a:pt x="148712" y="122785"/>
                  </a:lnTo>
                  <a:lnTo>
                    <a:pt x="146525" y="125846"/>
                  </a:lnTo>
                  <a:lnTo>
                    <a:pt x="143159" y="131161"/>
                  </a:lnTo>
                  <a:cubicBezTo>
                    <a:pt x="143159" y="131161"/>
                    <a:pt x="137943" y="132237"/>
                    <a:pt x="137505" y="132372"/>
                  </a:cubicBezTo>
                  <a:cubicBezTo>
                    <a:pt x="137068" y="132473"/>
                    <a:pt x="123168" y="132069"/>
                    <a:pt x="123168" y="132069"/>
                  </a:cubicBezTo>
                  <a:lnTo>
                    <a:pt x="112533" y="131834"/>
                  </a:lnTo>
                  <a:lnTo>
                    <a:pt x="106038" y="131834"/>
                  </a:lnTo>
                  <a:lnTo>
                    <a:pt x="102235" y="132406"/>
                  </a:lnTo>
                  <a:cubicBezTo>
                    <a:pt x="102235" y="132406"/>
                    <a:pt x="97658" y="132708"/>
                    <a:pt x="97557" y="133045"/>
                  </a:cubicBezTo>
                  <a:cubicBezTo>
                    <a:pt x="97456" y="133381"/>
                    <a:pt x="100384" y="137384"/>
                    <a:pt x="100384" y="137384"/>
                  </a:cubicBezTo>
                  <a:lnTo>
                    <a:pt x="102033" y="138360"/>
                  </a:lnTo>
                  <a:lnTo>
                    <a:pt x="104524" y="139436"/>
                  </a:lnTo>
                  <a:cubicBezTo>
                    <a:pt x="104524" y="139436"/>
                    <a:pt x="104860" y="141085"/>
                    <a:pt x="104860" y="141387"/>
                  </a:cubicBezTo>
                  <a:cubicBezTo>
                    <a:pt x="104860" y="141724"/>
                    <a:pt x="104423" y="144011"/>
                    <a:pt x="104322" y="144314"/>
                  </a:cubicBezTo>
                  <a:cubicBezTo>
                    <a:pt x="104221" y="144650"/>
                    <a:pt x="103009" y="146803"/>
                    <a:pt x="103009" y="147140"/>
                  </a:cubicBezTo>
                  <a:cubicBezTo>
                    <a:pt x="103009" y="147476"/>
                    <a:pt x="101360" y="149528"/>
                    <a:pt x="101360" y="149528"/>
                  </a:cubicBezTo>
                  <a:cubicBezTo>
                    <a:pt x="101360" y="149528"/>
                    <a:pt x="99509" y="151580"/>
                    <a:pt x="98870" y="151816"/>
                  </a:cubicBezTo>
                  <a:cubicBezTo>
                    <a:pt x="98230" y="152051"/>
                    <a:pt x="95942" y="153868"/>
                    <a:pt x="95942" y="153868"/>
                  </a:cubicBezTo>
                  <a:cubicBezTo>
                    <a:pt x="95942" y="153868"/>
                    <a:pt x="95201" y="155516"/>
                    <a:pt x="95201" y="155819"/>
                  </a:cubicBezTo>
                  <a:cubicBezTo>
                    <a:pt x="95201" y="156155"/>
                    <a:pt x="95639" y="158308"/>
                    <a:pt x="95201" y="158645"/>
                  </a:cubicBezTo>
                  <a:cubicBezTo>
                    <a:pt x="94764" y="158981"/>
                    <a:pt x="94326" y="159957"/>
                    <a:pt x="92576" y="160596"/>
                  </a:cubicBezTo>
                  <a:cubicBezTo>
                    <a:pt x="90826" y="161235"/>
                    <a:pt x="88437" y="161807"/>
                    <a:pt x="87158" y="161907"/>
                  </a:cubicBezTo>
                  <a:cubicBezTo>
                    <a:pt x="85845" y="162008"/>
                    <a:pt x="85408" y="162109"/>
                    <a:pt x="83456" y="161907"/>
                  </a:cubicBezTo>
                  <a:cubicBezTo>
                    <a:pt x="81504" y="161706"/>
                    <a:pt x="80292" y="161571"/>
                    <a:pt x="79552" y="161571"/>
                  </a:cubicBezTo>
                  <a:cubicBezTo>
                    <a:pt x="78778" y="161571"/>
                    <a:pt x="76388" y="163320"/>
                    <a:pt x="76388" y="163758"/>
                  </a:cubicBezTo>
                  <a:cubicBezTo>
                    <a:pt x="76388" y="164195"/>
                    <a:pt x="75951" y="167996"/>
                    <a:pt x="77903" y="168871"/>
                  </a:cubicBezTo>
                  <a:cubicBezTo>
                    <a:pt x="79855" y="169746"/>
                    <a:pt x="81908" y="170082"/>
                    <a:pt x="82345" y="170284"/>
                  </a:cubicBezTo>
                  <a:cubicBezTo>
                    <a:pt x="82783" y="170486"/>
                    <a:pt x="84398" y="172773"/>
                    <a:pt x="85273" y="173211"/>
                  </a:cubicBezTo>
                  <a:cubicBezTo>
                    <a:pt x="86148" y="173648"/>
                    <a:pt x="87225" y="174085"/>
                    <a:pt x="87898" y="174085"/>
                  </a:cubicBezTo>
                  <a:cubicBezTo>
                    <a:pt x="88538" y="174085"/>
                    <a:pt x="95269" y="172235"/>
                    <a:pt x="88336" y="175834"/>
                  </a:cubicBezTo>
                  <a:cubicBezTo>
                    <a:pt x="81369" y="179434"/>
                    <a:pt x="81067" y="181822"/>
                    <a:pt x="81067" y="181822"/>
                  </a:cubicBezTo>
                  <a:lnTo>
                    <a:pt x="80292" y="188550"/>
                  </a:lnTo>
                  <a:cubicBezTo>
                    <a:pt x="80292" y="188550"/>
                    <a:pt x="80191" y="191712"/>
                    <a:pt x="80191" y="192150"/>
                  </a:cubicBezTo>
                  <a:cubicBezTo>
                    <a:pt x="80191" y="192587"/>
                    <a:pt x="79114" y="196926"/>
                    <a:pt x="79114" y="196926"/>
                  </a:cubicBezTo>
                  <a:lnTo>
                    <a:pt x="77162" y="201165"/>
                  </a:lnTo>
                  <a:lnTo>
                    <a:pt x="74638" y="203654"/>
                  </a:lnTo>
                  <a:lnTo>
                    <a:pt x="71374" y="205942"/>
                  </a:lnTo>
                  <a:lnTo>
                    <a:pt x="69523" y="207691"/>
                  </a:lnTo>
                  <a:lnTo>
                    <a:pt x="67032" y="208465"/>
                  </a:lnTo>
                  <a:cubicBezTo>
                    <a:pt x="67032" y="208465"/>
                    <a:pt x="64643" y="210315"/>
                    <a:pt x="64643" y="210752"/>
                  </a:cubicBezTo>
                  <a:cubicBezTo>
                    <a:pt x="64643" y="211190"/>
                    <a:pt x="64879" y="214116"/>
                    <a:pt x="64643" y="214789"/>
                  </a:cubicBezTo>
                  <a:cubicBezTo>
                    <a:pt x="64441" y="215428"/>
                    <a:pt x="66393" y="218254"/>
                    <a:pt x="66393" y="218254"/>
                  </a:cubicBezTo>
                  <a:cubicBezTo>
                    <a:pt x="66393" y="218254"/>
                    <a:pt x="65956" y="221954"/>
                    <a:pt x="65956" y="222291"/>
                  </a:cubicBezTo>
                  <a:cubicBezTo>
                    <a:pt x="65956" y="222627"/>
                    <a:pt x="64744" y="225453"/>
                    <a:pt x="64744" y="225453"/>
                  </a:cubicBezTo>
                  <a:lnTo>
                    <a:pt x="63465" y="227942"/>
                  </a:lnTo>
                  <a:lnTo>
                    <a:pt x="63465" y="230129"/>
                  </a:lnTo>
                  <a:cubicBezTo>
                    <a:pt x="63465" y="230129"/>
                    <a:pt x="61850" y="234031"/>
                    <a:pt x="61614" y="234367"/>
                  </a:cubicBezTo>
                  <a:cubicBezTo>
                    <a:pt x="61412" y="234704"/>
                    <a:pt x="60436" y="236419"/>
                    <a:pt x="59763" y="237193"/>
                  </a:cubicBezTo>
                  <a:cubicBezTo>
                    <a:pt x="59090" y="237967"/>
                    <a:pt x="57811" y="239480"/>
                    <a:pt x="57475" y="239817"/>
                  </a:cubicBezTo>
                  <a:cubicBezTo>
                    <a:pt x="57138" y="240153"/>
                    <a:pt x="56499" y="241869"/>
                    <a:pt x="56499" y="242407"/>
                  </a:cubicBezTo>
                  <a:cubicBezTo>
                    <a:pt x="56499" y="242945"/>
                    <a:pt x="56499" y="245771"/>
                    <a:pt x="56499" y="245771"/>
                  </a:cubicBezTo>
                  <a:lnTo>
                    <a:pt x="56499" y="249236"/>
                  </a:lnTo>
                  <a:cubicBezTo>
                    <a:pt x="56499" y="249236"/>
                    <a:pt x="55725" y="252163"/>
                    <a:pt x="55624" y="252499"/>
                  </a:cubicBezTo>
                  <a:cubicBezTo>
                    <a:pt x="55523" y="252836"/>
                    <a:pt x="55893" y="255224"/>
                    <a:pt x="55893" y="255224"/>
                  </a:cubicBezTo>
                  <a:lnTo>
                    <a:pt x="54749" y="259900"/>
                  </a:lnTo>
                  <a:lnTo>
                    <a:pt x="54749" y="264879"/>
                  </a:lnTo>
                  <a:lnTo>
                    <a:pt x="53772" y="267704"/>
                  </a:lnTo>
                  <a:lnTo>
                    <a:pt x="51484" y="269218"/>
                  </a:lnTo>
                  <a:lnTo>
                    <a:pt x="48018" y="270093"/>
                  </a:lnTo>
                  <a:lnTo>
                    <a:pt x="45090" y="271606"/>
                  </a:lnTo>
                  <a:lnTo>
                    <a:pt x="43037" y="275307"/>
                  </a:lnTo>
                  <a:cubicBezTo>
                    <a:pt x="43037" y="275307"/>
                    <a:pt x="41724" y="277594"/>
                    <a:pt x="41623" y="277897"/>
                  </a:cubicBezTo>
                  <a:cubicBezTo>
                    <a:pt x="41522" y="278233"/>
                    <a:pt x="40109" y="281497"/>
                    <a:pt x="40109" y="281497"/>
                  </a:cubicBezTo>
                  <a:lnTo>
                    <a:pt x="37921" y="284221"/>
                  </a:lnTo>
                  <a:lnTo>
                    <a:pt x="33344" y="286408"/>
                  </a:lnTo>
                  <a:lnTo>
                    <a:pt x="31157" y="287720"/>
                  </a:lnTo>
                  <a:lnTo>
                    <a:pt x="29205" y="290983"/>
                  </a:lnTo>
                  <a:lnTo>
                    <a:pt x="24426" y="295322"/>
                  </a:lnTo>
                  <a:lnTo>
                    <a:pt x="23214" y="299460"/>
                  </a:lnTo>
                  <a:cubicBezTo>
                    <a:pt x="23214" y="299460"/>
                    <a:pt x="22339" y="301411"/>
                    <a:pt x="22137" y="301848"/>
                  </a:cubicBezTo>
                  <a:cubicBezTo>
                    <a:pt x="21935" y="302286"/>
                    <a:pt x="19950" y="304876"/>
                    <a:pt x="19950" y="304876"/>
                  </a:cubicBezTo>
                  <a:lnTo>
                    <a:pt x="19950" y="308341"/>
                  </a:lnTo>
                  <a:cubicBezTo>
                    <a:pt x="19950" y="308341"/>
                    <a:pt x="22003" y="309115"/>
                    <a:pt x="22238" y="309956"/>
                  </a:cubicBezTo>
                  <a:cubicBezTo>
                    <a:pt x="22474" y="310830"/>
                    <a:pt x="22878" y="312781"/>
                    <a:pt x="22575" y="312781"/>
                  </a:cubicBezTo>
                  <a:cubicBezTo>
                    <a:pt x="22238" y="312781"/>
                    <a:pt x="20724" y="314632"/>
                    <a:pt x="20724" y="315069"/>
                  </a:cubicBezTo>
                  <a:cubicBezTo>
                    <a:pt x="20724" y="315506"/>
                    <a:pt x="19950" y="318332"/>
                    <a:pt x="19950" y="318332"/>
                  </a:cubicBezTo>
                  <a:lnTo>
                    <a:pt x="19950" y="320485"/>
                  </a:lnTo>
                  <a:cubicBezTo>
                    <a:pt x="19950" y="320485"/>
                    <a:pt x="20589" y="321158"/>
                    <a:pt x="19950" y="321797"/>
                  </a:cubicBezTo>
                  <a:cubicBezTo>
                    <a:pt x="19310" y="322436"/>
                    <a:pt x="18873" y="323748"/>
                    <a:pt x="18873" y="324084"/>
                  </a:cubicBezTo>
                  <a:cubicBezTo>
                    <a:pt x="18873" y="324421"/>
                    <a:pt x="20522" y="326574"/>
                    <a:pt x="20926" y="326910"/>
                  </a:cubicBezTo>
                  <a:cubicBezTo>
                    <a:pt x="21363" y="327246"/>
                    <a:pt x="23012" y="328424"/>
                    <a:pt x="23416" y="328525"/>
                  </a:cubicBezTo>
                  <a:cubicBezTo>
                    <a:pt x="23854" y="328626"/>
                    <a:pt x="25032" y="329500"/>
                    <a:pt x="25705" y="330039"/>
                  </a:cubicBezTo>
                  <a:cubicBezTo>
                    <a:pt x="26344" y="330577"/>
                    <a:pt x="28733" y="333402"/>
                    <a:pt x="28733" y="333402"/>
                  </a:cubicBezTo>
                  <a:cubicBezTo>
                    <a:pt x="28733" y="333402"/>
                    <a:pt x="29710" y="334613"/>
                    <a:pt x="30147" y="334815"/>
                  </a:cubicBezTo>
                  <a:cubicBezTo>
                    <a:pt x="30585" y="335017"/>
                    <a:pt x="32267" y="337540"/>
                    <a:pt x="32267" y="337540"/>
                  </a:cubicBezTo>
                  <a:lnTo>
                    <a:pt x="33849" y="340366"/>
                  </a:lnTo>
                  <a:lnTo>
                    <a:pt x="33849" y="343091"/>
                  </a:lnTo>
                  <a:lnTo>
                    <a:pt x="34186" y="344705"/>
                  </a:lnTo>
                  <a:lnTo>
                    <a:pt x="36912" y="345580"/>
                  </a:lnTo>
                  <a:lnTo>
                    <a:pt x="38224" y="346354"/>
                  </a:lnTo>
                  <a:cubicBezTo>
                    <a:pt x="38224" y="346354"/>
                    <a:pt x="38864" y="347329"/>
                    <a:pt x="39200" y="347666"/>
                  </a:cubicBezTo>
                  <a:cubicBezTo>
                    <a:pt x="39537" y="348002"/>
                    <a:pt x="41590" y="348877"/>
                    <a:pt x="41590" y="348877"/>
                  </a:cubicBezTo>
                  <a:lnTo>
                    <a:pt x="44517" y="351265"/>
                  </a:lnTo>
                  <a:cubicBezTo>
                    <a:pt x="44517" y="351265"/>
                    <a:pt x="44517" y="352039"/>
                    <a:pt x="44316" y="352342"/>
                  </a:cubicBezTo>
                  <a:cubicBezTo>
                    <a:pt x="44080" y="352678"/>
                    <a:pt x="43003" y="353519"/>
                    <a:pt x="42566" y="353754"/>
                  </a:cubicBezTo>
                  <a:cubicBezTo>
                    <a:pt x="42128" y="353956"/>
                    <a:pt x="41253" y="354528"/>
                    <a:pt x="41253" y="354528"/>
                  </a:cubicBezTo>
                  <a:lnTo>
                    <a:pt x="40816" y="357623"/>
                  </a:lnTo>
                  <a:lnTo>
                    <a:pt x="40816" y="358767"/>
                  </a:lnTo>
                  <a:lnTo>
                    <a:pt x="44585" y="360079"/>
                  </a:lnTo>
                  <a:lnTo>
                    <a:pt x="47345" y="361525"/>
                  </a:lnTo>
                  <a:lnTo>
                    <a:pt x="46167" y="363543"/>
                  </a:lnTo>
                  <a:lnTo>
                    <a:pt x="44585" y="365730"/>
                  </a:lnTo>
                  <a:lnTo>
                    <a:pt x="44013" y="368320"/>
                  </a:lnTo>
                  <a:lnTo>
                    <a:pt x="47479" y="372525"/>
                  </a:lnTo>
                  <a:lnTo>
                    <a:pt x="46739" y="376865"/>
                  </a:lnTo>
                  <a:cubicBezTo>
                    <a:pt x="46739" y="376865"/>
                    <a:pt x="46739" y="377874"/>
                    <a:pt x="45292" y="379320"/>
                  </a:cubicBezTo>
                  <a:cubicBezTo>
                    <a:pt x="43845" y="380767"/>
                    <a:pt x="42397" y="381642"/>
                    <a:pt x="42397" y="381642"/>
                  </a:cubicBezTo>
                  <a:cubicBezTo>
                    <a:pt x="42397" y="381642"/>
                    <a:pt x="40816" y="380767"/>
                    <a:pt x="39368" y="382214"/>
                  </a:cubicBezTo>
                  <a:cubicBezTo>
                    <a:pt x="37921" y="383660"/>
                    <a:pt x="36339" y="386284"/>
                    <a:pt x="36339" y="386284"/>
                  </a:cubicBezTo>
                  <a:lnTo>
                    <a:pt x="33277" y="388302"/>
                  </a:lnTo>
                  <a:cubicBezTo>
                    <a:pt x="33277" y="388302"/>
                    <a:pt x="33008" y="389883"/>
                    <a:pt x="33008" y="390892"/>
                  </a:cubicBezTo>
                  <a:cubicBezTo>
                    <a:pt x="33008" y="391902"/>
                    <a:pt x="35902" y="395972"/>
                    <a:pt x="35902" y="395972"/>
                  </a:cubicBezTo>
                  <a:lnTo>
                    <a:pt x="37921" y="397587"/>
                  </a:lnTo>
                  <a:lnTo>
                    <a:pt x="38224" y="402061"/>
                  </a:lnTo>
                  <a:lnTo>
                    <a:pt x="37349" y="404819"/>
                  </a:lnTo>
                  <a:cubicBezTo>
                    <a:pt x="37349" y="404819"/>
                    <a:pt x="35027" y="406838"/>
                    <a:pt x="34724" y="407275"/>
                  </a:cubicBezTo>
                  <a:cubicBezTo>
                    <a:pt x="34421" y="407712"/>
                    <a:pt x="32839" y="410908"/>
                    <a:pt x="32839" y="411345"/>
                  </a:cubicBezTo>
                  <a:cubicBezTo>
                    <a:pt x="32839" y="411783"/>
                    <a:pt x="26310" y="416257"/>
                    <a:pt x="26310" y="416257"/>
                  </a:cubicBezTo>
                  <a:lnTo>
                    <a:pt x="22979" y="421606"/>
                  </a:lnTo>
                  <a:cubicBezTo>
                    <a:pt x="22979" y="421606"/>
                    <a:pt x="20791" y="425508"/>
                    <a:pt x="20522" y="425945"/>
                  </a:cubicBezTo>
                  <a:cubicBezTo>
                    <a:pt x="20219" y="426382"/>
                    <a:pt x="19007" y="428973"/>
                    <a:pt x="19007" y="428973"/>
                  </a:cubicBezTo>
                  <a:lnTo>
                    <a:pt x="14733" y="430419"/>
                  </a:lnTo>
                  <a:lnTo>
                    <a:pt x="14733" y="433447"/>
                  </a:lnTo>
                  <a:lnTo>
                    <a:pt x="15743" y="434019"/>
                  </a:lnTo>
                  <a:lnTo>
                    <a:pt x="16180" y="436205"/>
                  </a:lnTo>
                  <a:lnTo>
                    <a:pt x="14733" y="437954"/>
                  </a:lnTo>
                  <a:lnTo>
                    <a:pt x="11031" y="438526"/>
                  </a:lnTo>
                  <a:lnTo>
                    <a:pt x="9517" y="440410"/>
                  </a:lnTo>
                  <a:lnTo>
                    <a:pt x="9517" y="443875"/>
                  </a:lnTo>
                  <a:lnTo>
                    <a:pt x="10392" y="448955"/>
                  </a:lnTo>
                  <a:lnTo>
                    <a:pt x="11704" y="451713"/>
                  </a:lnTo>
                  <a:lnTo>
                    <a:pt x="10560" y="453159"/>
                  </a:lnTo>
                  <a:lnTo>
                    <a:pt x="11704" y="454909"/>
                  </a:lnTo>
                  <a:cubicBezTo>
                    <a:pt x="11704" y="454909"/>
                    <a:pt x="12714" y="455649"/>
                    <a:pt x="12714" y="456221"/>
                  </a:cubicBezTo>
                  <a:cubicBezTo>
                    <a:pt x="12714" y="456793"/>
                    <a:pt x="13421" y="458239"/>
                    <a:pt x="13421" y="458239"/>
                  </a:cubicBezTo>
                  <a:lnTo>
                    <a:pt x="11839" y="460426"/>
                  </a:lnTo>
                  <a:lnTo>
                    <a:pt x="9517" y="461435"/>
                  </a:lnTo>
                  <a:lnTo>
                    <a:pt x="9517" y="463016"/>
                  </a:lnTo>
                  <a:cubicBezTo>
                    <a:pt x="9517" y="463016"/>
                    <a:pt x="11839" y="462007"/>
                    <a:pt x="11974" y="463016"/>
                  </a:cubicBezTo>
                  <a:cubicBezTo>
                    <a:pt x="12108" y="464025"/>
                    <a:pt x="13858" y="465909"/>
                    <a:pt x="13858" y="465909"/>
                  </a:cubicBezTo>
                  <a:cubicBezTo>
                    <a:pt x="13858" y="465909"/>
                    <a:pt x="15474" y="465337"/>
                    <a:pt x="15608" y="465909"/>
                  </a:cubicBezTo>
                  <a:cubicBezTo>
                    <a:pt x="15743" y="466481"/>
                    <a:pt x="15743" y="468230"/>
                    <a:pt x="15743" y="468667"/>
                  </a:cubicBezTo>
                  <a:cubicBezTo>
                    <a:pt x="15743" y="469105"/>
                    <a:pt x="15036" y="470988"/>
                    <a:pt x="15036" y="470988"/>
                  </a:cubicBezTo>
                  <a:lnTo>
                    <a:pt x="14026" y="472872"/>
                  </a:lnTo>
                  <a:lnTo>
                    <a:pt x="12209" y="474016"/>
                  </a:lnTo>
                  <a:lnTo>
                    <a:pt x="11267" y="475765"/>
                  </a:lnTo>
                  <a:lnTo>
                    <a:pt x="11267" y="476909"/>
                  </a:lnTo>
                  <a:cubicBezTo>
                    <a:pt x="11267" y="476909"/>
                    <a:pt x="13017" y="477918"/>
                    <a:pt x="13152" y="478356"/>
                  </a:cubicBezTo>
                  <a:cubicBezTo>
                    <a:pt x="13286" y="478793"/>
                    <a:pt x="15036" y="480811"/>
                    <a:pt x="15036" y="480811"/>
                  </a:cubicBezTo>
                  <a:lnTo>
                    <a:pt x="17628" y="484713"/>
                  </a:lnTo>
                  <a:lnTo>
                    <a:pt x="18940" y="488178"/>
                  </a:lnTo>
                  <a:lnTo>
                    <a:pt x="19950" y="489759"/>
                  </a:lnTo>
                  <a:lnTo>
                    <a:pt x="19950" y="492518"/>
                  </a:lnTo>
                  <a:cubicBezTo>
                    <a:pt x="19950" y="492518"/>
                    <a:pt x="19243" y="494267"/>
                    <a:pt x="19075" y="494839"/>
                  </a:cubicBezTo>
                  <a:cubicBezTo>
                    <a:pt x="18940" y="495411"/>
                    <a:pt x="18368" y="497598"/>
                    <a:pt x="18368" y="497598"/>
                  </a:cubicBezTo>
                  <a:cubicBezTo>
                    <a:pt x="18368" y="497598"/>
                    <a:pt x="17796" y="499178"/>
                    <a:pt x="17358" y="499481"/>
                  </a:cubicBezTo>
                  <a:cubicBezTo>
                    <a:pt x="16921" y="499784"/>
                    <a:pt x="17055" y="501937"/>
                    <a:pt x="16786" y="502072"/>
                  </a:cubicBezTo>
                  <a:cubicBezTo>
                    <a:pt x="16517" y="502206"/>
                    <a:pt x="16517" y="503081"/>
                    <a:pt x="16652" y="503518"/>
                  </a:cubicBezTo>
                  <a:cubicBezTo>
                    <a:pt x="16786" y="503955"/>
                    <a:pt x="17392" y="505402"/>
                    <a:pt x="17392" y="505402"/>
                  </a:cubicBezTo>
                  <a:cubicBezTo>
                    <a:pt x="17392" y="505402"/>
                    <a:pt x="17964" y="508160"/>
                    <a:pt x="17964" y="508598"/>
                  </a:cubicBezTo>
                  <a:cubicBezTo>
                    <a:pt x="17964" y="509035"/>
                    <a:pt x="18267" y="512365"/>
                    <a:pt x="18267" y="512365"/>
                  </a:cubicBezTo>
                  <a:lnTo>
                    <a:pt x="18570" y="515998"/>
                  </a:lnTo>
                  <a:lnTo>
                    <a:pt x="18132" y="519901"/>
                  </a:lnTo>
                  <a:lnTo>
                    <a:pt x="17695" y="525552"/>
                  </a:lnTo>
                  <a:lnTo>
                    <a:pt x="16820" y="527436"/>
                  </a:lnTo>
                  <a:lnTo>
                    <a:pt x="16248" y="530766"/>
                  </a:lnTo>
                  <a:lnTo>
                    <a:pt x="16685" y="535980"/>
                  </a:lnTo>
                  <a:lnTo>
                    <a:pt x="16954" y="541632"/>
                  </a:lnTo>
                  <a:lnTo>
                    <a:pt x="18974" y="544962"/>
                  </a:lnTo>
                  <a:lnTo>
                    <a:pt x="20555" y="548595"/>
                  </a:lnTo>
                  <a:lnTo>
                    <a:pt x="21700" y="553944"/>
                  </a:lnTo>
                  <a:lnTo>
                    <a:pt x="20825" y="558283"/>
                  </a:lnTo>
                  <a:lnTo>
                    <a:pt x="21397" y="565381"/>
                  </a:lnTo>
                  <a:lnTo>
                    <a:pt x="26479" y="571739"/>
                  </a:lnTo>
                  <a:lnTo>
                    <a:pt x="28801" y="574498"/>
                  </a:lnTo>
                  <a:lnTo>
                    <a:pt x="30383" y="582302"/>
                  </a:lnTo>
                  <a:lnTo>
                    <a:pt x="30383" y="586373"/>
                  </a:lnTo>
                  <a:lnTo>
                    <a:pt x="31392" y="591015"/>
                  </a:lnTo>
                  <a:cubicBezTo>
                    <a:pt x="31392" y="591015"/>
                    <a:pt x="30820" y="595792"/>
                    <a:pt x="30820" y="596666"/>
                  </a:cubicBezTo>
                  <a:cubicBezTo>
                    <a:pt x="30820" y="597541"/>
                    <a:pt x="29070" y="600871"/>
                    <a:pt x="29070" y="600871"/>
                  </a:cubicBezTo>
                  <a:cubicBezTo>
                    <a:pt x="29070" y="600871"/>
                    <a:pt x="27926" y="604773"/>
                    <a:pt x="27623" y="605951"/>
                  </a:cubicBezTo>
                  <a:cubicBezTo>
                    <a:pt x="27320" y="607095"/>
                    <a:pt x="26310" y="609146"/>
                    <a:pt x="25738" y="609718"/>
                  </a:cubicBezTo>
                  <a:cubicBezTo>
                    <a:pt x="25166" y="610290"/>
                    <a:pt x="23147" y="613351"/>
                    <a:pt x="23147" y="613923"/>
                  </a:cubicBezTo>
                  <a:cubicBezTo>
                    <a:pt x="23147" y="614495"/>
                    <a:pt x="22575" y="619878"/>
                    <a:pt x="22575" y="619878"/>
                  </a:cubicBezTo>
                  <a:cubicBezTo>
                    <a:pt x="22575" y="619878"/>
                    <a:pt x="18536" y="624654"/>
                    <a:pt x="18233" y="625092"/>
                  </a:cubicBezTo>
                  <a:cubicBezTo>
                    <a:pt x="17930" y="625529"/>
                    <a:pt x="15474" y="628994"/>
                    <a:pt x="14901" y="629869"/>
                  </a:cubicBezTo>
                  <a:cubicBezTo>
                    <a:pt x="14329" y="630743"/>
                    <a:pt x="12882" y="632627"/>
                    <a:pt x="12714" y="633199"/>
                  </a:cubicBezTo>
                  <a:cubicBezTo>
                    <a:pt x="12579" y="633771"/>
                    <a:pt x="9685" y="636832"/>
                    <a:pt x="9517" y="637101"/>
                  </a:cubicBezTo>
                  <a:cubicBezTo>
                    <a:pt x="9382" y="637404"/>
                    <a:pt x="7767" y="639120"/>
                    <a:pt x="7767" y="639994"/>
                  </a:cubicBezTo>
                  <a:cubicBezTo>
                    <a:pt x="7767" y="640869"/>
                    <a:pt x="7767" y="645511"/>
                    <a:pt x="7767" y="645511"/>
                  </a:cubicBezTo>
                  <a:cubicBezTo>
                    <a:pt x="7767" y="645511"/>
                    <a:pt x="7901" y="648269"/>
                    <a:pt x="7767" y="649413"/>
                  </a:cubicBezTo>
                  <a:cubicBezTo>
                    <a:pt x="7632" y="650557"/>
                    <a:pt x="7767" y="654762"/>
                    <a:pt x="7767" y="654762"/>
                  </a:cubicBezTo>
                  <a:cubicBezTo>
                    <a:pt x="7767" y="654762"/>
                    <a:pt x="6892" y="656780"/>
                    <a:pt x="6757" y="657218"/>
                  </a:cubicBezTo>
                  <a:cubicBezTo>
                    <a:pt x="6623" y="657655"/>
                    <a:pt x="6185" y="660245"/>
                    <a:pt x="6017" y="660851"/>
                  </a:cubicBezTo>
                  <a:cubicBezTo>
                    <a:pt x="5882" y="661423"/>
                    <a:pt x="3695" y="664753"/>
                    <a:pt x="3695" y="664753"/>
                  </a:cubicBezTo>
                  <a:cubicBezTo>
                    <a:pt x="3695" y="664753"/>
                    <a:pt x="2180" y="667377"/>
                    <a:pt x="1877" y="668083"/>
                  </a:cubicBezTo>
                  <a:cubicBezTo>
                    <a:pt x="1608" y="668823"/>
                    <a:pt x="800" y="670539"/>
                    <a:pt x="800" y="672154"/>
                  </a:cubicBezTo>
                  <a:cubicBezTo>
                    <a:pt x="800" y="673735"/>
                    <a:pt x="800" y="680261"/>
                    <a:pt x="800" y="680261"/>
                  </a:cubicBezTo>
                  <a:lnTo>
                    <a:pt x="1810" y="682851"/>
                  </a:lnTo>
                  <a:lnTo>
                    <a:pt x="194" y="689814"/>
                  </a:lnTo>
                  <a:cubicBezTo>
                    <a:pt x="194" y="689814"/>
                    <a:pt x="-243" y="700108"/>
                    <a:pt x="194" y="700680"/>
                  </a:cubicBezTo>
                  <a:cubicBezTo>
                    <a:pt x="632" y="701252"/>
                    <a:pt x="632" y="705894"/>
                    <a:pt x="935" y="706634"/>
                  </a:cubicBezTo>
                  <a:cubicBezTo>
                    <a:pt x="1238" y="707341"/>
                    <a:pt x="2820" y="710267"/>
                    <a:pt x="2820" y="710267"/>
                  </a:cubicBezTo>
                  <a:lnTo>
                    <a:pt x="9147" y="712723"/>
                  </a:lnTo>
                  <a:lnTo>
                    <a:pt x="9147" y="712723"/>
                  </a:lnTo>
                  <a:cubicBezTo>
                    <a:pt x="9416" y="712555"/>
                    <a:pt x="9685" y="712420"/>
                    <a:pt x="9921" y="712420"/>
                  </a:cubicBezTo>
                  <a:cubicBezTo>
                    <a:pt x="10930" y="712420"/>
                    <a:pt x="15575" y="712420"/>
                    <a:pt x="15575" y="712420"/>
                  </a:cubicBezTo>
                  <a:lnTo>
                    <a:pt x="17325" y="712420"/>
                  </a:lnTo>
                  <a:lnTo>
                    <a:pt x="22541" y="712420"/>
                  </a:lnTo>
                  <a:cubicBezTo>
                    <a:pt x="22541" y="712420"/>
                    <a:pt x="27455" y="712858"/>
                    <a:pt x="28061" y="712420"/>
                  </a:cubicBezTo>
                  <a:cubicBezTo>
                    <a:pt x="28633" y="711983"/>
                    <a:pt x="34590" y="712420"/>
                    <a:pt x="34590" y="712420"/>
                  </a:cubicBezTo>
                  <a:cubicBezTo>
                    <a:pt x="34590" y="712420"/>
                    <a:pt x="38796" y="712622"/>
                    <a:pt x="39671" y="712218"/>
                  </a:cubicBezTo>
                  <a:cubicBezTo>
                    <a:pt x="40546" y="711848"/>
                    <a:pt x="45763" y="709796"/>
                    <a:pt x="46200" y="709359"/>
                  </a:cubicBezTo>
                  <a:cubicBezTo>
                    <a:pt x="46638" y="708922"/>
                    <a:pt x="48522" y="707341"/>
                    <a:pt x="48522" y="707341"/>
                  </a:cubicBezTo>
                  <a:cubicBezTo>
                    <a:pt x="48522" y="707341"/>
                    <a:pt x="51282" y="705457"/>
                    <a:pt x="51720" y="705019"/>
                  </a:cubicBezTo>
                  <a:cubicBezTo>
                    <a:pt x="52157" y="704582"/>
                    <a:pt x="53032" y="702698"/>
                    <a:pt x="53470" y="702261"/>
                  </a:cubicBezTo>
                  <a:cubicBezTo>
                    <a:pt x="53907" y="701824"/>
                    <a:pt x="55051" y="698493"/>
                    <a:pt x="55657" y="698493"/>
                  </a:cubicBezTo>
                  <a:cubicBezTo>
                    <a:pt x="56229" y="698493"/>
                    <a:pt x="56667" y="698931"/>
                    <a:pt x="57239" y="698493"/>
                  </a:cubicBezTo>
                  <a:cubicBezTo>
                    <a:pt x="57811" y="698056"/>
                    <a:pt x="60874" y="697787"/>
                    <a:pt x="61446" y="697787"/>
                  </a:cubicBezTo>
                  <a:cubicBezTo>
                    <a:pt x="62018" y="697787"/>
                    <a:pt x="64778" y="698090"/>
                    <a:pt x="65383" y="697787"/>
                  </a:cubicBezTo>
                  <a:cubicBezTo>
                    <a:pt x="65956" y="697484"/>
                    <a:pt x="67571" y="698359"/>
                    <a:pt x="67975" y="697787"/>
                  </a:cubicBezTo>
                  <a:cubicBezTo>
                    <a:pt x="68412" y="697215"/>
                    <a:pt x="70600" y="696643"/>
                    <a:pt x="71172" y="696643"/>
                  </a:cubicBezTo>
                  <a:cubicBezTo>
                    <a:pt x="71744" y="696643"/>
                    <a:pt x="74504" y="695062"/>
                    <a:pt x="74504" y="695062"/>
                  </a:cubicBezTo>
                  <a:lnTo>
                    <a:pt x="78139" y="691295"/>
                  </a:lnTo>
                  <a:lnTo>
                    <a:pt x="82917" y="688704"/>
                  </a:lnTo>
                  <a:cubicBezTo>
                    <a:pt x="82917" y="688704"/>
                    <a:pt x="87427" y="688132"/>
                    <a:pt x="87831" y="688132"/>
                  </a:cubicBezTo>
                  <a:cubicBezTo>
                    <a:pt x="88268" y="688132"/>
                    <a:pt x="95639" y="688132"/>
                    <a:pt x="95639" y="688132"/>
                  </a:cubicBezTo>
                  <a:cubicBezTo>
                    <a:pt x="95639" y="688132"/>
                    <a:pt x="97961" y="687560"/>
                    <a:pt x="99577" y="687426"/>
                  </a:cubicBezTo>
                  <a:cubicBezTo>
                    <a:pt x="101158" y="687291"/>
                    <a:pt x="104625" y="685542"/>
                    <a:pt x="105230" y="685542"/>
                  </a:cubicBezTo>
                  <a:cubicBezTo>
                    <a:pt x="105803" y="685542"/>
                    <a:pt x="106240" y="684802"/>
                    <a:pt x="106812" y="684667"/>
                  </a:cubicBezTo>
                  <a:cubicBezTo>
                    <a:pt x="107384" y="684533"/>
                    <a:pt x="109404" y="685307"/>
                    <a:pt x="110009" y="685037"/>
                  </a:cubicBezTo>
                  <a:cubicBezTo>
                    <a:pt x="110581" y="684735"/>
                    <a:pt x="114216" y="684667"/>
                    <a:pt x="114216" y="684667"/>
                  </a:cubicBezTo>
                  <a:lnTo>
                    <a:pt x="114788" y="684667"/>
                  </a:lnTo>
                  <a:lnTo>
                    <a:pt x="118692" y="681909"/>
                  </a:lnTo>
                  <a:cubicBezTo>
                    <a:pt x="118692" y="681909"/>
                    <a:pt x="119264" y="681472"/>
                    <a:pt x="119836" y="681169"/>
                  </a:cubicBezTo>
                  <a:cubicBezTo>
                    <a:pt x="120409" y="680866"/>
                    <a:pt x="121721" y="679723"/>
                    <a:pt x="122293" y="679588"/>
                  </a:cubicBezTo>
                  <a:cubicBezTo>
                    <a:pt x="122865" y="679453"/>
                    <a:pt x="123942" y="678007"/>
                    <a:pt x="123942" y="678007"/>
                  </a:cubicBezTo>
                  <a:lnTo>
                    <a:pt x="124313" y="675988"/>
                  </a:lnTo>
                  <a:lnTo>
                    <a:pt x="124313" y="673365"/>
                  </a:lnTo>
                  <a:lnTo>
                    <a:pt x="126500" y="671783"/>
                  </a:lnTo>
                  <a:lnTo>
                    <a:pt x="128519" y="670034"/>
                  </a:lnTo>
                  <a:cubicBezTo>
                    <a:pt x="128519" y="670034"/>
                    <a:pt x="128957" y="668722"/>
                    <a:pt x="129529" y="668722"/>
                  </a:cubicBezTo>
                  <a:cubicBezTo>
                    <a:pt x="130101" y="668722"/>
                    <a:pt x="131986" y="666973"/>
                    <a:pt x="131986" y="666973"/>
                  </a:cubicBezTo>
                  <a:cubicBezTo>
                    <a:pt x="131986" y="666973"/>
                    <a:pt x="134308" y="664517"/>
                    <a:pt x="134745" y="664517"/>
                  </a:cubicBezTo>
                  <a:cubicBezTo>
                    <a:pt x="135183" y="664517"/>
                    <a:pt x="136933" y="662331"/>
                    <a:pt x="136933" y="662331"/>
                  </a:cubicBezTo>
                  <a:lnTo>
                    <a:pt x="138952" y="660582"/>
                  </a:lnTo>
                  <a:lnTo>
                    <a:pt x="143159" y="655502"/>
                  </a:lnTo>
                  <a:lnTo>
                    <a:pt x="147366" y="652878"/>
                  </a:lnTo>
                  <a:lnTo>
                    <a:pt x="153154" y="651566"/>
                  </a:lnTo>
                  <a:lnTo>
                    <a:pt x="158236" y="651566"/>
                  </a:lnTo>
                  <a:lnTo>
                    <a:pt x="161568" y="652138"/>
                  </a:lnTo>
                  <a:lnTo>
                    <a:pt x="164328" y="653282"/>
                  </a:lnTo>
                  <a:lnTo>
                    <a:pt x="166583" y="653147"/>
                  </a:lnTo>
                  <a:lnTo>
                    <a:pt x="167828" y="651566"/>
                  </a:lnTo>
                  <a:lnTo>
                    <a:pt x="167828" y="648942"/>
                  </a:lnTo>
                  <a:lnTo>
                    <a:pt x="166953" y="645612"/>
                  </a:lnTo>
                  <a:lnTo>
                    <a:pt x="166078" y="643425"/>
                  </a:lnTo>
                  <a:lnTo>
                    <a:pt x="165001" y="641541"/>
                  </a:lnTo>
                  <a:lnTo>
                    <a:pt x="164362" y="639220"/>
                  </a:lnTo>
                  <a:lnTo>
                    <a:pt x="164362" y="638480"/>
                  </a:lnTo>
                  <a:lnTo>
                    <a:pt x="165371" y="636731"/>
                  </a:lnTo>
                  <a:lnTo>
                    <a:pt x="166549" y="634982"/>
                  </a:lnTo>
                  <a:lnTo>
                    <a:pt x="166684" y="632526"/>
                  </a:lnTo>
                  <a:lnTo>
                    <a:pt x="166549" y="631651"/>
                  </a:lnTo>
                  <a:lnTo>
                    <a:pt x="167862" y="630642"/>
                  </a:lnTo>
                  <a:lnTo>
                    <a:pt x="170453" y="630642"/>
                  </a:lnTo>
                  <a:lnTo>
                    <a:pt x="173347" y="629902"/>
                  </a:lnTo>
                  <a:lnTo>
                    <a:pt x="176679" y="630642"/>
                  </a:lnTo>
                  <a:lnTo>
                    <a:pt x="180011" y="631786"/>
                  </a:lnTo>
                  <a:lnTo>
                    <a:pt x="180718" y="633098"/>
                  </a:lnTo>
                  <a:lnTo>
                    <a:pt x="184622" y="634242"/>
                  </a:lnTo>
                  <a:lnTo>
                    <a:pt x="191891" y="633872"/>
                  </a:lnTo>
                  <a:lnTo>
                    <a:pt x="197107" y="634511"/>
                  </a:lnTo>
                  <a:cubicBezTo>
                    <a:pt x="197107" y="634511"/>
                    <a:pt x="202122" y="634410"/>
                    <a:pt x="202324" y="634410"/>
                  </a:cubicBezTo>
                  <a:cubicBezTo>
                    <a:pt x="202526" y="634410"/>
                    <a:pt x="206901" y="634948"/>
                    <a:pt x="206901" y="634948"/>
                  </a:cubicBezTo>
                  <a:lnTo>
                    <a:pt x="211040" y="635856"/>
                  </a:lnTo>
                  <a:lnTo>
                    <a:pt x="213968" y="636731"/>
                  </a:lnTo>
                  <a:lnTo>
                    <a:pt x="216829" y="635083"/>
                  </a:lnTo>
                  <a:lnTo>
                    <a:pt x="218848" y="633064"/>
                  </a:lnTo>
                  <a:lnTo>
                    <a:pt x="220430" y="630878"/>
                  </a:lnTo>
                  <a:lnTo>
                    <a:pt x="221440" y="628859"/>
                  </a:lnTo>
                  <a:lnTo>
                    <a:pt x="224334" y="628859"/>
                  </a:lnTo>
                  <a:lnTo>
                    <a:pt x="226050" y="628859"/>
                  </a:lnTo>
                  <a:lnTo>
                    <a:pt x="226925" y="631752"/>
                  </a:lnTo>
                  <a:lnTo>
                    <a:pt x="227800" y="633636"/>
                  </a:lnTo>
                  <a:cubicBezTo>
                    <a:pt x="227800" y="633636"/>
                    <a:pt x="229248" y="635385"/>
                    <a:pt x="229820" y="635385"/>
                  </a:cubicBezTo>
                  <a:cubicBezTo>
                    <a:pt x="230392" y="635385"/>
                    <a:pt x="233724" y="635823"/>
                    <a:pt x="234026" y="635251"/>
                  </a:cubicBezTo>
                  <a:cubicBezTo>
                    <a:pt x="234330" y="634679"/>
                    <a:pt x="236988" y="632661"/>
                    <a:pt x="237426" y="632358"/>
                  </a:cubicBezTo>
                  <a:cubicBezTo>
                    <a:pt x="237863" y="632055"/>
                    <a:pt x="239108" y="630474"/>
                    <a:pt x="239108" y="630474"/>
                  </a:cubicBezTo>
                  <a:lnTo>
                    <a:pt x="239108" y="629734"/>
                  </a:lnTo>
                  <a:lnTo>
                    <a:pt x="239108" y="626269"/>
                  </a:lnTo>
                  <a:lnTo>
                    <a:pt x="240118" y="624688"/>
                  </a:lnTo>
                  <a:lnTo>
                    <a:pt x="241700" y="622939"/>
                  </a:lnTo>
                  <a:lnTo>
                    <a:pt x="242575" y="621795"/>
                  </a:lnTo>
                  <a:lnTo>
                    <a:pt x="243887" y="620349"/>
                  </a:lnTo>
                  <a:lnTo>
                    <a:pt x="247959" y="619339"/>
                  </a:lnTo>
                  <a:lnTo>
                    <a:pt x="251426" y="618465"/>
                  </a:lnTo>
                  <a:lnTo>
                    <a:pt x="253883" y="618465"/>
                  </a:lnTo>
                  <a:lnTo>
                    <a:pt x="254623" y="620786"/>
                  </a:lnTo>
                  <a:lnTo>
                    <a:pt x="257517" y="622670"/>
                  </a:lnTo>
                  <a:lnTo>
                    <a:pt x="261859" y="622939"/>
                  </a:lnTo>
                  <a:lnTo>
                    <a:pt x="265191" y="619911"/>
                  </a:lnTo>
                  <a:lnTo>
                    <a:pt x="265191" y="615874"/>
                  </a:lnTo>
                  <a:cubicBezTo>
                    <a:pt x="265191" y="615874"/>
                    <a:pt x="266806" y="614731"/>
                    <a:pt x="266941" y="614125"/>
                  </a:cubicBezTo>
                  <a:cubicBezTo>
                    <a:pt x="267075" y="613553"/>
                    <a:pt x="267513" y="611232"/>
                    <a:pt x="268119" y="611232"/>
                  </a:cubicBezTo>
                  <a:cubicBezTo>
                    <a:pt x="268691" y="611232"/>
                    <a:pt x="271181" y="608642"/>
                    <a:pt x="271181" y="608642"/>
                  </a:cubicBezTo>
                  <a:lnTo>
                    <a:pt x="275826" y="607902"/>
                  </a:lnTo>
                  <a:lnTo>
                    <a:pt x="278888" y="608642"/>
                  </a:lnTo>
                  <a:cubicBezTo>
                    <a:pt x="278888" y="608642"/>
                    <a:pt x="280470" y="610526"/>
                    <a:pt x="280907" y="610660"/>
                  </a:cubicBezTo>
                  <a:cubicBezTo>
                    <a:pt x="281345" y="610795"/>
                    <a:pt x="282792" y="611232"/>
                    <a:pt x="282792" y="611232"/>
                  </a:cubicBezTo>
                  <a:lnTo>
                    <a:pt x="285249" y="610357"/>
                  </a:lnTo>
                  <a:lnTo>
                    <a:pt x="286124" y="607902"/>
                  </a:lnTo>
                  <a:lnTo>
                    <a:pt x="286124" y="607162"/>
                  </a:lnTo>
                  <a:lnTo>
                    <a:pt x="286124" y="604572"/>
                  </a:lnTo>
                  <a:lnTo>
                    <a:pt x="286999" y="604572"/>
                  </a:lnTo>
                  <a:cubicBezTo>
                    <a:pt x="286999" y="604572"/>
                    <a:pt x="289893" y="602116"/>
                    <a:pt x="290330" y="601948"/>
                  </a:cubicBezTo>
                  <a:cubicBezTo>
                    <a:pt x="290768" y="601813"/>
                    <a:pt x="292518" y="599929"/>
                    <a:pt x="293393" y="599492"/>
                  </a:cubicBezTo>
                  <a:cubicBezTo>
                    <a:pt x="294268" y="599055"/>
                    <a:pt x="295581" y="597608"/>
                    <a:pt x="295581" y="597608"/>
                  </a:cubicBezTo>
                  <a:lnTo>
                    <a:pt x="297331" y="595152"/>
                  </a:lnTo>
                  <a:lnTo>
                    <a:pt x="299215" y="592966"/>
                  </a:lnTo>
                  <a:lnTo>
                    <a:pt x="301403" y="588492"/>
                  </a:lnTo>
                  <a:lnTo>
                    <a:pt x="302850" y="585464"/>
                  </a:lnTo>
                  <a:lnTo>
                    <a:pt x="305307" y="582268"/>
                  </a:lnTo>
                  <a:lnTo>
                    <a:pt x="305307" y="579375"/>
                  </a:lnTo>
                  <a:lnTo>
                    <a:pt x="304432" y="575608"/>
                  </a:lnTo>
                  <a:cubicBezTo>
                    <a:pt x="304432" y="575608"/>
                    <a:pt x="303422" y="573152"/>
                    <a:pt x="303422" y="572715"/>
                  </a:cubicBezTo>
                  <a:cubicBezTo>
                    <a:pt x="303422" y="572278"/>
                    <a:pt x="302413" y="568813"/>
                    <a:pt x="302413" y="568813"/>
                  </a:cubicBezTo>
                  <a:cubicBezTo>
                    <a:pt x="302413" y="568813"/>
                    <a:pt x="301975" y="566929"/>
                    <a:pt x="301840" y="566357"/>
                  </a:cubicBezTo>
                  <a:cubicBezTo>
                    <a:pt x="301706" y="565785"/>
                    <a:pt x="301403" y="563733"/>
                    <a:pt x="301403" y="563733"/>
                  </a:cubicBezTo>
                  <a:lnTo>
                    <a:pt x="303422" y="562858"/>
                  </a:lnTo>
                  <a:lnTo>
                    <a:pt x="304432" y="562858"/>
                  </a:lnTo>
                  <a:cubicBezTo>
                    <a:pt x="304432" y="562858"/>
                    <a:pt x="306754" y="562556"/>
                    <a:pt x="307326" y="562858"/>
                  </a:cubicBezTo>
                  <a:cubicBezTo>
                    <a:pt x="307898" y="563161"/>
                    <a:pt x="308774" y="562455"/>
                    <a:pt x="309783" y="562724"/>
                  </a:cubicBezTo>
                  <a:cubicBezTo>
                    <a:pt x="310793" y="562993"/>
                    <a:pt x="312408" y="562118"/>
                    <a:pt x="312812" y="561849"/>
                  </a:cubicBezTo>
                  <a:cubicBezTo>
                    <a:pt x="313249" y="561547"/>
                    <a:pt x="312374" y="561547"/>
                    <a:pt x="312812" y="560974"/>
                  </a:cubicBezTo>
                  <a:cubicBezTo>
                    <a:pt x="313249" y="560403"/>
                    <a:pt x="311365" y="557947"/>
                    <a:pt x="311365" y="557947"/>
                  </a:cubicBezTo>
                  <a:lnTo>
                    <a:pt x="310119" y="555626"/>
                  </a:lnTo>
                  <a:lnTo>
                    <a:pt x="308740" y="553439"/>
                  </a:lnTo>
                  <a:lnTo>
                    <a:pt x="308740" y="551555"/>
                  </a:lnTo>
                  <a:lnTo>
                    <a:pt x="310187" y="548225"/>
                  </a:lnTo>
                  <a:lnTo>
                    <a:pt x="312072" y="546476"/>
                  </a:lnTo>
                  <a:lnTo>
                    <a:pt x="313956" y="545601"/>
                  </a:lnTo>
                  <a:lnTo>
                    <a:pt x="313956" y="542843"/>
                  </a:lnTo>
                  <a:lnTo>
                    <a:pt x="312879" y="540522"/>
                  </a:lnTo>
                  <a:lnTo>
                    <a:pt x="310927" y="538335"/>
                  </a:lnTo>
                  <a:lnTo>
                    <a:pt x="309345" y="535577"/>
                  </a:lnTo>
                  <a:lnTo>
                    <a:pt x="310927" y="533390"/>
                  </a:lnTo>
                  <a:lnTo>
                    <a:pt x="311634" y="532078"/>
                  </a:lnTo>
                  <a:lnTo>
                    <a:pt x="310322" y="530934"/>
                  </a:lnTo>
                  <a:lnTo>
                    <a:pt x="312072" y="529185"/>
                  </a:lnTo>
                  <a:lnTo>
                    <a:pt x="312206" y="527873"/>
                  </a:lnTo>
                  <a:lnTo>
                    <a:pt x="310019" y="526124"/>
                  </a:lnTo>
                  <a:lnTo>
                    <a:pt x="309009" y="523937"/>
                  </a:lnTo>
                  <a:lnTo>
                    <a:pt x="309884" y="522188"/>
                  </a:lnTo>
                  <a:lnTo>
                    <a:pt x="311466" y="521044"/>
                  </a:lnTo>
                  <a:lnTo>
                    <a:pt x="313047" y="521044"/>
                  </a:lnTo>
                  <a:lnTo>
                    <a:pt x="312610" y="516402"/>
                  </a:lnTo>
                  <a:lnTo>
                    <a:pt x="312172" y="514216"/>
                  </a:lnTo>
                  <a:lnTo>
                    <a:pt x="312172" y="513206"/>
                  </a:lnTo>
                  <a:lnTo>
                    <a:pt x="313047" y="508295"/>
                  </a:lnTo>
                  <a:lnTo>
                    <a:pt x="315807" y="507723"/>
                  </a:lnTo>
                  <a:cubicBezTo>
                    <a:pt x="315807" y="507723"/>
                    <a:pt x="318129" y="507286"/>
                    <a:pt x="318567" y="506983"/>
                  </a:cubicBezTo>
                  <a:lnTo>
                    <a:pt x="318264" y="501903"/>
                  </a:lnTo>
                  <a:cubicBezTo>
                    <a:pt x="318264" y="502206"/>
                    <a:pt x="315033" y="501331"/>
                    <a:pt x="313721" y="500659"/>
                  </a:cubicBezTo>
                  <a:close/>
                </a:path>
              </a:pathLst>
            </a:custGeom>
            <a:grpFill/>
            <a:ln w="6350" cap="flat">
              <a:solidFill>
                <a:schemeClr val="bg1"/>
              </a:solidFill>
              <a:prstDash val="solid"/>
              <a:miter/>
            </a:ln>
          </p:spPr>
          <p:txBody>
            <a:bodyPr rtlCol="0" anchor="ctr"/>
            <a:lstStyle/>
            <a:p>
              <a:endParaRPr lang="en-US"/>
            </a:p>
          </p:txBody>
        </p:sp>
        <p:sp>
          <p:nvSpPr>
            <p:cNvPr id="188" name="Freeform 905">
              <a:extLst>
                <a:ext uri="{FF2B5EF4-FFF2-40B4-BE49-F238E27FC236}">
                  <a16:creationId xmlns:a16="http://schemas.microsoft.com/office/drawing/2014/main" id="{F328A24D-E732-7D14-EDD0-0E463CB8E85A}"/>
                </a:ext>
              </a:extLst>
            </p:cNvPr>
            <p:cNvSpPr/>
            <p:nvPr/>
          </p:nvSpPr>
          <p:spPr>
            <a:xfrm>
              <a:off x="7521508" y="2550228"/>
              <a:ext cx="287196" cy="470349"/>
            </a:xfrm>
            <a:custGeom>
              <a:avLst/>
              <a:gdLst>
                <a:gd name="connsiteX0" fmla="*/ 547829 w 551389"/>
                <a:gd name="connsiteY0" fmla="*/ 36062 h 903022"/>
                <a:gd name="connsiteX1" fmla="*/ 545238 w 551389"/>
                <a:gd name="connsiteY1" fmla="*/ 35187 h 903022"/>
                <a:gd name="connsiteX2" fmla="*/ 542310 w 551389"/>
                <a:gd name="connsiteY2" fmla="*/ 32260 h 903022"/>
                <a:gd name="connsiteX3" fmla="*/ 537868 w 551389"/>
                <a:gd name="connsiteY3" fmla="*/ 30848 h 903022"/>
                <a:gd name="connsiteX4" fmla="*/ 536353 w 551389"/>
                <a:gd name="connsiteY4" fmla="*/ 25734 h 903022"/>
                <a:gd name="connsiteX5" fmla="*/ 539517 w 551389"/>
                <a:gd name="connsiteY5" fmla="*/ 23548 h 903022"/>
                <a:gd name="connsiteX6" fmla="*/ 541906 w 551389"/>
                <a:gd name="connsiteY6" fmla="*/ 23716 h 903022"/>
                <a:gd name="connsiteX7" fmla="*/ 541334 w 551389"/>
                <a:gd name="connsiteY7" fmla="*/ 23009 h 903022"/>
                <a:gd name="connsiteX8" fmla="*/ 542546 w 551389"/>
                <a:gd name="connsiteY8" fmla="*/ 20150 h 903022"/>
                <a:gd name="connsiteX9" fmla="*/ 542546 w 551389"/>
                <a:gd name="connsiteY9" fmla="*/ 16382 h 903022"/>
                <a:gd name="connsiteX10" fmla="*/ 534704 w 551389"/>
                <a:gd name="connsiteY10" fmla="*/ 16382 h 903022"/>
                <a:gd name="connsiteX11" fmla="*/ 533829 w 551389"/>
                <a:gd name="connsiteY11" fmla="*/ 12043 h 903022"/>
                <a:gd name="connsiteX12" fmla="*/ 533829 w 551389"/>
                <a:gd name="connsiteY12" fmla="*/ 8578 h 903022"/>
                <a:gd name="connsiteX13" fmla="*/ 536017 w 551389"/>
                <a:gd name="connsiteY13" fmla="*/ 6392 h 903022"/>
                <a:gd name="connsiteX14" fmla="*/ 537464 w 551389"/>
                <a:gd name="connsiteY14" fmla="*/ 3499 h 903022"/>
                <a:gd name="connsiteX15" fmla="*/ 537161 w 551389"/>
                <a:gd name="connsiteY15" fmla="*/ 1749 h 903022"/>
                <a:gd name="connsiteX16" fmla="*/ 535276 w 551389"/>
                <a:gd name="connsiteY16" fmla="*/ 875 h 903022"/>
                <a:gd name="connsiteX17" fmla="*/ 533829 w 551389"/>
                <a:gd name="connsiteY17" fmla="*/ 0 h 903022"/>
                <a:gd name="connsiteX18" fmla="*/ 530363 w 551389"/>
                <a:gd name="connsiteY18" fmla="*/ 1144 h 903022"/>
                <a:gd name="connsiteX19" fmla="*/ 526156 w 551389"/>
                <a:gd name="connsiteY19" fmla="*/ 4340 h 903022"/>
                <a:gd name="connsiteX20" fmla="*/ 521814 w 551389"/>
                <a:gd name="connsiteY20" fmla="*/ 7233 h 903022"/>
                <a:gd name="connsiteX21" fmla="*/ 513973 w 551389"/>
                <a:gd name="connsiteY21" fmla="*/ 12884 h 903022"/>
                <a:gd name="connsiteX22" fmla="*/ 509631 w 551389"/>
                <a:gd name="connsiteY22" fmla="*/ 17358 h 903022"/>
                <a:gd name="connsiteX23" fmla="*/ 504852 w 551389"/>
                <a:gd name="connsiteY23" fmla="*/ 22572 h 903022"/>
                <a:gd name="connsiteX24" fmla="*/ 503170 w 551389"/>
                <a:gd name="connsiteY24" fmla="*/ 27214 h 903022"/>
                <a:gd name="connsiteX25" fmla="*/ 500780 w 551389"/>
                <a:gd name="connsiteY25" fmla="*/ 30107 h 903022"/>
                <a:gd name="connsiteX26" fmla="*/ 500780 w 551389"/>
                <a:gd name="connsiteY26" fmla="*/ 32866 h 903022"/>
                <a:gd name="connsiteX27" fmla="*/ 498189 w 551389"/>
                <a:gd name="connsiteY27" fmla="*/ 34615 h 903022"/>
                <a:gd name="connsiteX28" fmla="*/ 496876 w 551389"/>
                <a:gd name="connsiteY28" fmla="*/ 37205 h 903022"/>
                <a:gd name="connsiteX29" fmla="*/ 495429 w 551389"/>
                <a:gd name="connsiteY29" fmla="*/ 37205 h 903022"/>
                <a:gd name="connsiteX30" fmla="*/ 490347 w 551389"/>
                <a:gd name="connsiteY30" fmla="*/ 32563 h 903022"/>
                <a:gd name="connsiteX31" fmla="*/ 485568 w 551389"/>
                <a:gd name="connsiteY31" fmla="*/ 31117 h 903022"/>
                <a:gd name="connsiteX32" fmla="*/ 482674 w 551389"/>
                <a:gd name="connsiteY32" fmla="*/ 29367 h 903022"/>
                <a:gd name="connsiteX33" fmla="*/ 480352 w 551389"/>
                <a:gd name="connsiteY33" fmla="*/ 28661 h 903022"/>
                <a:gd name="connsiteX34" fmla="*/ 477761 w 551389"/>
                <a:gd name="connsiteY34" fmla="*/ 28795 h 903022"/>
                <a:gd name="connsiteX35" fmla="*/ 474126 w 551389"/>
                <a:gd name="connsiteY35" fmla="*/ 29939 h 903022"/>
                <a:gd name="connsiteX36" fmla="*/ 474126 w 551389"/>
                <a:gd name="connsiteY36" fmla="*/ 33404 h 903022"/>
                <a:gd name="connsiteX37" fmla="*/ 471972 w 551389"/>
                <a:gd name="connsiteY37" fmla="*/ 34716 h 903022"/>
                <a:gd name="connsiteX38" fmla="*/ 468203 w 551389"/>
                <a:gd name="connsiteY38" fmla="*/ 30377 h 903022"/>
                <a:gd name="connsiteX39" fmla="*/ 464871 w 551389"/>
                <a:gd name="connsiteY39" fmla="*/ 27618 h 903022"/>
                <a:gd name="connsiteX40" fmla="*/ 461775 w 551389"/>
                <a:gd name="connsiteY40" fmla="*/ 23279 h 903022"/>
                <a:gd name="connsiteX41" fmla="*/ 460799 w 551389"/>
                <a:gd name="connsiteY41" fmla="*/ 20823 h 903022"/>
                <a:gd name="connsiteX42" fmla="*/ 460799 w 551389"/>
                <a:gd name="connsiteY42" fmla="*/ 17190 h 903022"/>
                <a:gd name="connsiteX43" fmla="*/ 457601 w 551389"/>
                <a:gd name="connsiteY43" fmla="*/ 15676 h 903022"/>
                <a:gd name="connsiteX44" fmla="*/ 453092 w 551389"/>
                <a:gd name="connsiteY44" fmla="*/ 16315 h 903022"/>
                <a:gd name="connsiteX45" fmla="*/ 449457 w 551389"/>
                <a:gd name="connsiteY45" fmla="*/ 16315 h 903022"/>
                <a:gd name="connsiteX46" fmla="*/ 444678 w 551389"/>
                <a:gd name="connsiteY46" fmla="*/ 16450 h 903022"/>
                <a:gd name="connsiteX47" fmla="*/ 440606 w 551389"/>
                <a:gd name="connsiteY47" fmla="*/ 19343 h 903022"/>
                <a:gd name="connsiteX48" fmla="*/ 444678 w 551389"/>
                <a:gd name="connsiteY48" fmla="*/ 22976 h 903022"/>
                <a:gd name="connsiteX49" fmla="*/ 448885 w 551389"/>
                <a:gd name="connsiteY49" fmla="*/ 27046 h 903022"/>
                <a:gd name="connsiteX50" fmla="*/ 453664 w 551389"/>
                <a:gd name="connsiteY50" fmla="*/ 28795 h 903022"/>
                <a:gd name="connsiteX51" fmla="*/ 451779 w 551389"/>
                <a:gd name="connsiteY51" fmla="*/ 31554 h 903022"/>
                <a:gd name="connsiteX52" fmla="*/ 449020 w 551389"/>
                <a:gd name="connsiteY52" fmla="*/ 34010 h 903022"/>
                <a:gd name="connsiteX53" fmla="*/ 447438 w 551389"/>
                <a:gd name="connsiteY53" fmla="*/ 35591 h 903022"/>
                <a:gd name="connsiteX54" fmla="*/ 443366 w 551389"/>
                <a:gd name="connsiteY54" fmla="*/ 38181 h 903022"/>
                <a:gd name="connsiteX55" fmla="*/ 439462 w 551389"/>
                <a:gd name="connsiteY55" fmla="*/ 40065 h 903022"/>
                <a:gd name="connsiteX56" fmla="*/ 435389 w 551389"/>
                <a:gd name="connsiteY56" fmla="*/ 43261 h 903022"/>
                <a:gd name="connsiteX57" fmla="*/ 431485 w 551389"/>
                <a:gd name="connsiteY57" fmla="*/ 44572 h 903022"/>
                <a:gd name="connsiteX58" fmla="*/ 426269 w 551389"/>
                <a:gd name="connsiteY58" fmla="*/ 49921 h 903022"/>
                <a:gd name="connsiteX59" fmla="*/ 423206 w 551389"/>
                <a:gd name="connsiteY59" fmla="*/ 53689 h 903022"/>
                <a:gd name="connsiteX60" fmla="*/ 418427 w 551389"/>
                <a:gd name="connsiteY60" fmla="*/ 56582 h 903022"/>
                <a:gd name="connsiteX61" fmla="*/ 413480 w 551389"/>
                <a:gd name="connsiteY61" fmla="*/ 58466 h 903022"/>
                <a:gd name="connsiteX62" fmla="*/ 407389 w 551389"/>
                <a:gd name="connsiteY62" fmla="*/ 60047 h 903022"/>
                <a:gd name="connsiteX63" fmla="*/ 405807 w 551389"/>
                <a:gd name="connsiteY63" fmla="*/ 63512 h 903022"/>
                <a:gd name="connsiteX64" fmla="*/ 404225 w 551389"/>
                <a:gd name="connsiteY64" fmla="*/ 68154 h 903022"/>
                <a:gd name="connsiteX65" fmla="*/ 403855 w 551389"/>
                <a:gd name="connsiteY65" fmla="*/ 72359 h 903022"/>
                <a:gd name="connsiteX66" fmla="*/ 403350 w 551389"/>
                <a:gd name="connsiteY66" fmla="*/ 77573 h 903022"/>
                <a:gd name="connsiteX67" fmla="*/ 403350 w 551389"/>
                <a:gd name="connsiteY67" fmla="*/ 81475 h 903022"/>
                <a:gd name="connsiteX68" fmla="*/ 400456 w 551389"/>
                <a:gd name="connsiteY68" fmla="*/ 83796 h 903022"/>
                <a:gd name="connsiteX69" fmla="*/ 398571 w 551389"/>
                <a:gd name="connsiteY69" fmla="*/ 87867 h 903022"/>
                <a:gd name="connsiteX70" fmla="*/ 393490 w 551389"/>
                <a:gd name="connsiteY70" fmla="*/ 89313 h 903022"/>
                <a:gd name="connsiteX71" fmla="*/ 388576 w 551389"/>
                <a:gd name="connsiteY71" fmla="*/ 89313 h 903022"/>
                <a:gd name="connsiteX72" fmla="*/ 384941 w 551389"/>
                <a:gd name="connsiteY72" fmla="*/ 86555 h 903022"/>
                <a:gd name="connsiteX73" fmla="*/ 381744 w 551389"/>
                <a:gd name="connsiteY73" fmla="*/ 88439 h 903022"/>
                <a:gd name="connsiteX74" fmla="*/ 379052 w 551389"/>
                <a:gd name="connsiteY74" fmla="*/ 93653 h 903022"/>
                <a:gd name="connsiteX75" fmla="*/ 377234 w 551389"/>
                <a:gd name="connsiteY75" fmla="*/ 97690 h 903022"/>
                <a:gd name="connsiteX76" fmla="*/ 377234 w 551389"/>
                <a:gd name="connsiteY76" fmla="*/ 102332 h 903022"/>
                <a:gd name="connsiteX77" fmla="*/ 376494 w 551389"/>
                <a:gd name="connsiteY77" fmla="*/ 105965 h 903022"/>
                <a:gd name="connsiteX78" fmla="*/ 378109 w 551389"/>
                <a:gd name="connsiteY78" fmla="*/ 109295 h 903022"/>
                <a:gd name="connsiteX79" fmla="*/ 378681 w 551389"/>
                <a:gd name="connsiteY79" fmla="*/ 111751 h 903022"/>
                <a:gd name="connsiteX80" fmla="*/ 374475 w 551389"/>
                <a:gd name="connsiteY80" fmla="*/ 112491 h 903022"/>
                <a:gd name="connsiteX81" fmla="*/ 370840 w 551389"/>
                <a:gd name="connsiteY81" fmla="*/ 113366 h 903022"/>
                <a:gd name="connsiteX82" fmla="*/ 368383 w 551389"/>
                <a:gd name="connsiteY82" fmla="*/ 116124 h 903022"/>
                <a:gd name="connsiteX83" fmla="*/ 364748 w 551389"/>
                <a:gd name="connsiteY83" fmla="*/ 117436 h 903022"/>
                <a:gd name="connsiteX84" fmla="*/ 361854 w 551389"/>
                <a:gd name="connsiteY84" fmla="*/ 122650 h 903022"/>
                <a:gd name="connsiteX85" fmla="*/ 357647 w 551389"/>
                <a:gd name="connsiteY85" fmla="*/ 126283 h 903022"/>
                <a:gd name="connsiteX86" fmla="*/ 355628 w 551389"/>
                <a:gd name="connsiteY86" fmla="*/ 127292 h 903022"/>
                <a:gd name="connsiteX87" fmla="*/ 351556 w 551389"/>
                <a:gd name="connsiteY87" fmla="*/ 129311 h 903022"/>
                <a:gd name="connsiteX88" fmla="*/ 346777 w 551389"/>
                <a:gd name="connsiteY88" fmla="*/ 129311 h 903022"/>
                <a:gd name="connsiteX89" fmla="*/ 345195 w 551389"/>
                <a:gd name="connsiteY89" fmla="*/ 132776 h 903022"/>
                <a:gd name="connsiteX90" fmla="*/ 342435 w 551389"/>
                <a:gd name="connsiteY90" fmla="*/ 135669 h 903022"/>
                <a:gd name="connsiteX91" fmla="*/ 343075 w 551389"/>
                <a:gd name="connsiteY91" fmla="*/ 140176 h 903022"/>
                <a:gd name="connsiteX92" fmla="*/ 338935 w 551389"/>
                <a:gd name="connsiteY92" fmla="*/ 144516 h 903022"/>
                <a:gd name="connsiteX93" fmla="*/ 338935 w 551389"/>
                <a:gd name="connsiteY93" fmla="*/ 147543 h 903022"/>
                <a:gd name="connsiteX94" fmla="*/ 338935 w 551389"/>
                <a:gd name="connsiteY94" fmla="*/ 149360 h 903022"/>
                <a:gd name="connsiteX95" fmla="*/ 338935 w 551389"/>
                <a:gd name="connsiteY95" fmla="*/ 154574 h 903022"/>
                <a:gd name="connsiteX96" fmla="*/ 337926 w 551389"/>
                <a:gd name="connsiteY96" fmla="*/ 160528 h 903022"/>
                <a:gd name="connsiteX97" fmla="*/ 339810 w 551389"/>
                <a:gd name="connsiteY97" fmla="*/ 163859 h 903022"/>
                <a:gd name="connsiteX98" fmla="*/ 342873 w 551389"/>
                <a:gd name="connsiteY98" fmla="*/ 166617 h 903022"/>
                <a:gd name="connsiteX99" fmla="*/ 345633 w 551389"/>
                <a:gd name="connsiteY99" fmla="*/ 166617 h 903022"/>
                <a:gd name="connsiteX100" fmla="*/ 349537 w 551389"/>
                <a:gd name="connsiteY100" fmla="*/ 170385 h 903022"/>
                <a:gd name="connsiteX101" fmla="*/ 351287 w 551389"/>
                <a:gd name="connsiteY101" fmla="*/ 173850 h 903022"/>
                <a:gd name="connsiteX102" fmla="*/ 351590 w 551389"/>
                <a:gd name="connsiteY102" fmla="*/ 176877 h 903022"/>
                <a:gd name="connsiteX103" fmla="*/ 351455 w 551389"/>
                <a:gd name="connsiteY103" fmla="*/ 179770 h 903022"/>
                <a:gd name="connsiteX104" fmla="*/ 350142 w 551389"/>
                <a:gd name="connsiteY104" fmla="*/ 182226 h 903022"/>
                <a:gd name="connsiteX105" fmla="*/ 348392 w 551389"/>
                <a:gd name="connsiteY105" fmla="*/ 185994 h 903022"/>
                <a:gd name="connsiteX106" fmla="*/ 347517 w 551389"/>
                <a:gd name="connsiteY106" fmla="*/ 188449 h 903022"/>
                <a:gd name="connsiteX107" fmla="*/ 346642 w 551389"/>
                <a:gd name="connsiteY107" fmla="*/ 190636 h 903022"/>
                <a:gd name="connsiteX108" fmla="*/ 344051 w 551389"/>
                <a:gd name="connsiteY108" fmla="*/ 190636 h 903022"/>
                <a:gd name="connsiteX109" fmla="*/ 339137 w 551389"/>
                <a:gd name="connsiteY109" fmla="*/ 190737 h 903022"/>
                <a:gd name="connsiteX110" fmla="*/ 337993 w 551389"/>
                <a:gd name="connsiteY110" fmla="*/ 189189 h 903022"/>
                <a:gd name="connsiteX111" fmla="*/ 337118 w 551389"/>
                <a:gd name="connsiteY111" fmla="*/ 184715 h 903022"/>
                <a:gd name="connsiteX112" fmla="*/ 333921 w 551389"/>
                <a:gd name="connsiteY112" fmla="*/ 182394 h 903022"/>
                <a:gd name="connsiteX113" fmla="*/ 332777 w 551389"/>
                <a:gd name="connsiteY113" fmla="*/ 178761 h 903022"/>
                <a:gd name="connsiteX114" fmla="*/ 331262 w 551389"/>
                <a:gd name="connsiteY114" fmla="*/ 178324 h 903022"/>
                <a:gd name="connsiteX115" fmla="*/ 328570 w 551389"/>
                <a:gd name="connsiteY115" fmla="*/ 178626 h 903022"/>
                <a:gd name="connsiteX116" fmla="*/ 328570 w 551389"/>
                <a:gd name="connsiteY116" fmla="*/ 180645 h 903022"/>
                <a:gd name="connsiteX117" fmla="*/ 326820 w 551389"/>
                <a:gd name="connsiteY117" fmla="*/ 183841 h 903022"/>
                <a:gd name="connsiteX118" fmla="*/ 326820 w 551389"/>
                <a:gd name="connsiteY118" fmla="*/ 185859 h 903022"/>
                <a:gd name="connsiteX119" fmla="*/ 326820 w 551389"/>
                <a:gd name="connsiteY119" fmla="*/ 187608 h 903022"/>
                <a:gd name="connsiteX120" fmla="*/ 325070 w 551389"/>
                <a:gd name="connsiteY120" fmla="*/ 190232 h 903022"/>
                <a:gd name="connsiteX121" fmla="*/ 325070 w 551389"/>
                <a:gd name="connsiteY121" fmla="*/ 192856 h 903022"/>
                <a:gd name="connsiteX122" fmla="*/ 325070 w 551389"/>
                <a:gd name="connsiteY122" fmla="*/ 198070 h 903022"/>
                <a:gd name="connsiteX123" fmla="*/ 325507 w 551389"/>
                <a:gd name="connsiteY123" fmla="*/ 200391 h 903022"/>
                <a:gd name="connsiteX124" fmla="*/ 325070 w 551389"/>
                <a:gd name="connsiteY124" fmla="*/ 203284 h 903022"/>
                <a:gd name="connsiteX125" fmla="*/ 325070 w 551389"/>
                <a:gd name="connsiteY125" fmla="*/ 206749 h 903022"/>
                <a:gd name="connsiteX126" fmla="*/ 325070 w 551389"/>
                <a:gd name="connsiteY126" fmla="*/ 209373 h 903022"/>
                <a:gd name="connsiteX127" fmla="*/ 326820 w 551389"/>
                <a:gd name="connsiteY127" fmla="*/ 211997 h 903022"/>
                <a:gd name="connsiteX128" fmla="*/ 328839 w 551389"/>
                <a:gd name="connsiteY128" fmla="*/ 212872 h 903022"/>
                <a:gd name="connsiteX129" fmla="*/ 331027 w 551389"/>
                <a:gd name="connsiteY129" fmla="*/ 214890 h 903022"/>
                <a:gd name="connsiteX130" fmla="*/ 331464 w 551389"/>
                <a:gd name="connsiteY130" fmla="*/ 217211 h 903022"/>
                <a:gd name="connsiteX131" fmla="*/ 330724 w 551389"/>
                <a:gd name="connsiteY131" fmla="*/ 219667 h 903022"/>
                <a:gd name="connsiteX132" fmla="*/ 327695 w 551389"/>
                <a:gd name="connsiteY132" fmla="*/ 219667 h 903022"/>
                <a:gd name="connsiteX133" fmla="*/ 325070 w 551389"/>
                <a:gd name="connsiteY133" fmla="*/ 220811 h 903022"/>
                <a:gd name="connsiteX134" fmla="*/ 321031 w 551389"/>
                <a:gd name="connsiteY134" fmla="*/ 220811 h 903022"/>
                <a:gd name="connsiteX135" fmla="*/ 313358 w 551389"/>
                <a:gd name="connsiteY135" fmla="*/ 221517 h 903022"/>
                <a:gd name="connsiteX136" fmla="*/ 302050 w 551389"/>
                <a:gd name="connsiteY136" fmla="*/ 218254 h 903022"/>
                <a:gd name="connsiteX137" fmla="*/ 297910 w 551389"/>
                <a:gd name="connsiteY137" fmla="*/ 219330 h 903022"/>
                <a:gd name="connsiteX138" fmla="*/ 292896 w 551389"/>
                <a:gd name="connsiteY138" fmla="*/ 223233 h 903022"/>
                <a:gd name="connsiteX139" fmla="*/ 285929 w 551389"/>
                <a:gd name="connsiteY139" fmla="*/ 223233 h 903022"/>
                <a:gd name="connsiteX140" fmla="*/ 282564 w 551389"/>
                <a:gd name="connsiteY140" fmla="*/ 220912 h 903022"/>
                <a:gd name="connsiteX141" fmla="*/ 279400 w 551389"/>
                <a:gd name="connsiteY141" fmla="*/ 218018 h 903022"/>
                <a:gd name="connsiteX142" fmla="*/ 275497 w 551389"/>
                <a:gd name="connsiteY142" fmla="*/ 218018 h 903022"/>
                <a:gd name="connsiteX143" fmla="*/ 271929 w 551389"/>
                <a:gd name="connsiteY143" fmla="*/ 218355 h 903022"/>
                <a:gd name="connsiteX144" fmla="*/ 270617 w 551389"/>
                <a:gd name="connsiteY144" fmla="*/ 221282 h 903022"/>
                <a:gd name="connsiteX145" fmla="*/ 264188 w 551389"/>
                <a:gd name="connsiteY145" fmla="*/ 219667 h 903022"/>
                <a:gd name="connsiteX146" fmla="*/ 261462 w 551389"/>
                <a:gd name="connsiteY146" fmla="*/ 215866 h 903022"/>
                <a:gd name="connsiteX147" fmla="*/ 258434 w 551389"/>
                <a:gd name="connsiteY147" fmla="*/ 208364 h 903022"/>
                <a:gd name="connsiteX148" fmla="*/ 255842 w 551389"/>
                <a:gd name="connsiteY148" fmla="*/ 203150 h 903022"/>
                <a:gd name="connsiteX149" fmla="*/ 252140 w 551389"/>
                <a:gd name="connsiteY149" fmla="*/ 201199 h 903022"/>
                <a:gd name="connsiteX150" fmla="*/ 251602 w 551389"/>
                <a:gd name="connsiteY150" fmla="*/ 198171 h 903022"/>
                <a:gd name="connsiteX151" fmla="*/ 247159 w 551389"/>
                <a:gd name="connsiteY151" fmla="*/ 199147 h 903022"/>
                <a:gd name="connsiteX152" fmla="*/ 240731 w 551389"/>
                <a:gd name="connsiteY152" fmla="*/ 198171 h 903022"/>
                <a:gd name="connsiteX153" fmla="*/ 234303 w 551389"/>
                <a:gd name="connsiteY153" fmla="*/ 196422 h 903022"/>
                <a:gd name="connsiteX154" fmla="*/ 228414 w 551389"/>
                <a:gd name="connsiteY154" fmla="*/ 194235 h 903022"/>
                <a:gd name="connsiteX155" fmla="*/ 224274 w 551389"/>
                <a:gd name="connsiteY155" fmla="*/ 195312 h 903022"/>
                <a:gd name="connsiteX156" fmla="*/ 223298 w 551389"/>
                <a:gd name="connsiteY156" fmla="*/ 199214 h 903022"/>
                <a:gd name="connsiteX157" fmla="*/ 223298 w 551389"/>
                <a:gd name="connsiteY157" fmla="*/ 201602 h 903022"/>
                <a:gd name="connsiteX158" fmla="*/ 222322 w 551389"/>
                <a:gd name="connsiteY158" fmla="*/ 203890 h 903022"/>
                <a:gd name="connsiteX159" fmla="*/ 220034 w 551389"/>
                <a:gd name="connsiteY159" fmla="*/ 205303 h 903022"/>
                <a:gd name="connsiteX160" fmla="*/ 216029 w 551389"/>
                <a:gd name="connsiteY160" fmla="*/ 206076 h 903022"/>
                <a:gd name="connsiteX161" fmla="*/ 213101 w 551389"/>
                <a:gd name="connsiteY161" fmla="*/ 208465 h 903022"/>
                <a:gd name="connsiteX162" fmla="*/ 208086 w 551389"/>
                <a:gd name="connsiteY162" fmla="*/ 211089 h 903022"/>
                <a:gd name="connsiteX163" fmla="*/ 206471 w 551389"/>
                <a:gd name="connsiteY163" fmla="*/ 213275 h 903022"/>
                <a:gd name="connsiteX164" fmla="*/ 201692 w 551389"/>
                <a:gd name="connsiteY164" fmla="*/ 213713 h 903022"/>
                <a:gd name="connsiteX165" fmla="*/ 199841 w 551389"/>
                <a:gd name="connsiteY165" fmla="*/ 218489 h 903022"/>
                <a:gd name="connsiteX166" fmla="*/ 197351 w 551389"/>
                <a:gd name="connsiteY166" fmla="*/ 223804 h 903022"/>
                <a:gd name="connsiteX167" fmla="*/ 193346 w 551389"/>
                <a:gd name="connsiteY167" fmla="*/ 228480 h 903022"/>
                <a:gd name="connsiteX168" fmla="*/ 193346 w 551389"/>
                <a:gd name="connsiteY168" fmla="*/ 231844 h 903022"/>
                <a:gd name="connsiteX169" fmla="*/ 195668 w 551389"/>
                <a:gd name="connsiteY169" fmla="*/ 234704 h 903022"/>
                <a:gd name="connsiteX170" fmla="*/ 194658 w 551389"/>
                <a:gd name="connsiteY170" fmla="*/ 238337 h 903022"/>
                <a:gd name="connsiteX171" fmla="*/ 190451 w 551389"/>
                <a:gd name="connsiteY171" fmla="*/ 242676 h 903022"/>
                <a:gd name="connsiteX172" fmla="*/ 187254 w 551389"/>
                <a:gd name="connsiteY172" fmla="*/ 246747 h 903022"/>
                <a:gd name="connsiteX173" fmla="*/ 186379 w 551389"/>
                <a:gd name="connsiteY173" fmla="*/ 249943 h 903022"/>
                <a:gd name="connsiteX174" fmla="*/ 188331 w 551389"/>
                <a:gd name="connsiteY174" fmla="*/ 251322 h 903022"/>
                <a:gd name="connsiteX175" fmla="*/ 188634 w 551389"/>
                <a:gd name="connsiteY175" fmla="*/ 252566 h 903022"/>
                <a:gd name="connsiteX176" fmla="*/ 187187 w 551389"/>
                <a:gd name="connsiteY176" fmla="*/ 255257 h 903022"/>
                <a:gd name="connsiteX177" fmla="*/ 184494 w 551389"/>
                <a:gd name="connsiteY177" fmla="*/ 256637 h 903022"/>
                <a:gd name="connsiteX178" fmla="*/ 185369 w 551389"/>
                <a:gd name="connsiteY178" fmla="*/ 259833 h 903022"/>
                <a:gd name="connsiteX179" fmla="*/ 188567 w 551389"/>
                <a:gd name="connsiteY179" fmla="*/ 259833 h 903022"/>
                <a:gd name="connsiteX180" fmla="*/ 188769 w 551389"/>
                <a:gd name="connsiteY180" fmla="*/ 261716 h 903022"/>
                <a:gd name="connsiteX181" fmla="*/ 187826 w 551389"/>
                <a:gd name="connsiteY181" fmla="*/ 264105 h 903022"/>
                <a:gd name="connsiteX182" fmla="*/ 186749 w 551389"/>
                <a:gd name="connsiteY182" fmla="*/ 265989 h 903022"/>
                <a:gd name="connsiteX183" fmla="*/ 186615 w 551389"/>
                <a:gd name="connsiteY183" fmla="*/ 267872 h 903022"/>
                <a:gd name="connsiteX184" fmla="*/ 187860 w 551389"/>
                <a:gd name="connsiteY184" fmla="*/ 270261 h 903022"/>
                <a:gd name="connsiteX185" fmla="*/ 189610 w 551389"/>
                <a:gd name="connsiteY185" fmla="*/ 271203 h 903022"/>
                <a:gd name="connsiteX186" fmla="*/ 191798 w 551389"/>
                <a:gd name="connsiteY186" fmla="*/ 272447 h 903022"/>
                <a:gd name="connsiteX187" fmla="*/ 194322 w 551389"/>
                <a:gd name="connsiteY187" fmla="*/ 274634 h 903022"/>
                <a:gd name="connsiteX188" fmla="*/ 195398 w 551389"/>
                <a:gd name="connsiteY188" fmla="*/ 275576 h 903022"/>
                <a:gd name="connsiteX189" fmla="*/ 195701 w 551389"/>
                <a:gd name="connsiteY189" fmla="*/ 276821 h 903022"/>
                <a:gd name="connsiteX190" fmla="*/ 195500 w 551389"/>
                <a:gd name="connsiteY190" fmla="*/ 278032 h 903022"/>
                <a:gd name="connsiteX191" fmla="*/ 193749 w 551389"/>
                <a:gd name="connsiteY191" fmla="*/ 279478 h 903022"/>
                <a:gd name="connsiteX192" fmla="*/ 191798 w 551389"/>
                <a:gd name="connsiteY192" fmla="*/ 281867 h 903022"/>
                <a:gd name="connsiteX193" fmla="*/ 190889 w 551389"/>
                <a:gd name="connsiteY193" fmla="*/ 285937 h 903022"/>
                <a:gd name="connsiteX194" fmla="*/ 191225 w 551389"/>
                <a:gd name="connsiteY194" fmla="*/ 289637 h 903022"/>
                <a:gd name="connsiteX195" fmla="*/ 191225 w 551389"/>
                <a:gd name="connsiteY195" fmla="*/ 292026 h 903022"/>
                <a:gd name="connsiteX196" fmla="*/ 190519 w 551389"/>
                <a:gd name="connsiteY196" fmla="*/ 295659 h 903022"/>
                <a:gd name="connsiteX197" fmla="*/ 190081 w 551389"/>
                <a:gd name="connsiteY197" fmla="*/ 298283 h 903022"/>
                <a:gd name="connsiteX198" fmla="*/ 189274 w 551389"/>
                <a:gd name="connsiteY198" fmla="*/ 300167 h 903022"/>
                <a:gd name="connsiteX199" fmla="*/ 189644 w 551389"/>
                <a:gd name="connsiteY199" fmla="*/ 303127 h 903022"/>
                <a:gd name="connsiteX200" fmla="*/ 190586 w 551389"/>
                <a:gd name="connsiteY200" fmla="*/ 304640 h 903022"/>
                <a:gd name="connsiteX201" fmla="*/ 192908 w 551389"/>
                <a:gd name="connsiteY201" fmla="*/ 306020 h 903022"/>
                <a:gd name="connsiteX202" fmla="*/ 197115 w 551389"/>
                <a:gd name="connsiteY202" fmla="*/ 306659 h 903022"/>
                <a:gd name="connsiteX203" fmla="*/ 201255 w 551389"/>
                <a:gd name="connsiteY203" fmla="*/ 305751 h 903022"/>
                <a:gd name="connsiteX204" fmla="*/ 202500 w 551389"/>
                <a:gd name="connsiteY204" fmla="*/ 305044 h 903022"/>
                <a:gd name="connsiteX205" fmla="*/ 206033 w 551389"/>
                <a:gd name="connsiteY205" fmla="*/ 305044 h 903022"/>
                <a:gd name="connsiteX206" fmla="*/ 206942 w 551389"/>
                <a:gd name="connsiteY206" fmla="*/ 308610 h 903022"/>
                <a:gd name="connsiteX207" fmla="*/ 207413 w 551389"/>
                <a:gd name="connsiteY207" fmla="*/ 308745 h 903022"/>
                <a:gd name="connsiteX208" fmla="*/ 209803 w 551389"/>
                <a:gd name="connsiteY208" fmla="*/ 309686 h 903022"/>
                <a:gd name="connsiteX209" fmla="*/ 210240 w 551389"/>
                <a:gd name="connsiteY209" fmla="*/ 312580 h 903022"/>
                <a:gd name="connsiteX210" fmla="*/ 210543 w 551389"/>
                <a:gd name="connsiteY210" fmla="*/ 316650 h 903022"/>
                <a:gd name="connsiteX211" fmla="*/ 214312 w 551389"/>
                <a:gd name="connsiteY211" fmla="*/ 317659 h 903022"/>
                <a:gd name="connsiteX212" fmla="*/ 219091 w 551389"/>
                <a:gd name="connsiteY212" fmla="*/ 316078 h 903022"/>
                <a:gd name="connsiteX213" fmla="*/ 220236 w 551389"/>
                <a:gd name="connsiteY213" fmla="*/ 313689 h 903022"/>
                <a:gd name="connsiteX214" fmla="*/ 221683 w 551389"/>
                <a:gd name="connsiteY214" fmla="*/ 311806 h 903022"/>
                <a:gd name="connsiteX215" fmla="*/ 222322 w 551389"/>
                <a:gd name="connsiteY215" fmla="*/ 311234 h 903022"/>
                <a:gd name="connsiteX216" fmla="*/ 226731 w 551389"/>
                <a:gd name="connsiteY216" fmla="*/ 314262 h 903022"/>
                <a:gd name="connsiteX217" fmla="*/ 227875 w 551389"/>
                <a:gd name="connsiteY217" fmla="*/ 315708 h 903022"/>
                <a:gd name="connsiteX218" fmla="*/ 229827 w 551389"/>
                <a:gd name="connsiteY218" fmla="*/ 315910 h 903022"/>
                <a:gd name="connsiteX219" fmla="*/ 231274 w 551389"/>
                <a:gd name="connsiteY219" fmla="*/ 315338 h 903022"/>
                <a:gd name="connsiteX220" fmla="*/ 232351 w 551389"/>
                <a:gd name="connsiteY220" fmla="*/ 314530 h 903022"/>
                <a:gd name="connsiteX221" fmla="*/ 236928 w 551389"/>
                <a:gd name="connsiteY221" fmla="*/ 315775 h 903022"/>
                <a:gd name="connsiteX222" fmla="*/ 241068 w 551389"/>
                <a:gd name="connsiteY222" fmla="*/ 317659 h 903022"/>
                <a:gd name="connsiteX223" fmla="*/ 243525 w 551389"/>
                <a:gd name="connsiteY223" fmla="*/ 319745 h 903022"/>
                <a:gd name="connsiteX224" fmla="*/ 245847 w 551389"/>
                <a:gd name="connsiteY224" fmla="*/ 323008 h 903022"/>
                <a:gd name="connsiteX225" fmla="*/ 247159 w 551389"/>
                <a:gd name="connsiteY225" fmla="*/ 325598 h 903022"/>
                <a:gd name="connsiteX226" fmla="*/ 248977 w 551389"/>
                <a:gd name="connsiteY226" fmla="*/ 329736 h 903022"/>
                <a:gd name="connsiteX227" fmla="*/ 248034 w 551389"/>
                <a:gd name="connsiteY227" fmla="*/ 333436 h 903022"/>
                <a:gd name="connsiteX228" fmla="*/ 251232 w 551389"/>
                <a:gd name="connsiteY228" fmla="*/ 337641 h 903022"/>
                <a:gd name="connsiteX229" fmla="*/ 253385 w 551389"/>
                <a:gd name="connsiteY229" fmla="*/ 336329 h 903022"/>
                <a:gd name="connsiteX230" fmla="*/ 254261 w 551389"/>
                <a:gd name="connsiteY230" fmla="*/ 335320 h 903022"/>
                <a:gd name="connsiteX231" fmla="*/ 256852 w 551389"/>
                <a:gd name="connsiteY231" fmla="*/ 338347 h 903022"/>
                <a:gd name="connsiteX232" fmla="*/ 261496 w 551389"/>
                <a:gd name="connsiteY232" fmla="*/ 342687 h 903022"/>
                <a:gd name="connsiteX233" fmla="*/ 263818 w 551389"/>
                <a:gd name="connsiteY233" fmla="*/ 345008 h 903022"/>
                <a:gd name="connsiteX234" fmla="*/ 266107 w 551389"/>
                <a:gd name="connsiteY234" fmla="*/ 348338 h 903022"/>
                <a:gd name="connsiteX235" fmla="*/ 268025 w 551389"/>
                <a:gd name="connsiteY235" fmla="*/ 347968 h 903022"/>
                <a:gd name="connsiteX236" fmla="*/ 269001 w 551389"/>
                <a:gd name="connsiteY236" fmla="*/ 345513 h 903022"/>
                <a:gd name="connsiteX237" fmla="*/ 269977 w 551389"/>
                <a:gd name="connsiteY237" fmla="*/ 344537 h 903022"/>
                <a:gd name="connsiteX238" fmla="*/ 271391 w 551389"/>
                <a:gd name="connsiteY238" fmla="*/ 342855 h 903022"/>
                <a:gd name="connsiteX239" fmla="*/ 273713 w 551389"/>
                <a:gd name="connsiteY239" fmla="*/ 342788 h 903022"/>
                <a:gd name="connsiteX240" fmla="*/ 276271 w 551389"/>
                <a:gd name="connsiteY240" fmla="*/ 343696 h 903022"/>
                <a:gd name="connsiteX241" fmla="*/ 278458 w 551389"/>
                <a:gd name="connsiteY241" fmla="*/ 345647 h 903022"/>
                <a:gd name="connsiteX242" fmla="*/ 279804 w 551389"/>
                <a:gd name="connsiteY242" fmla="*/ 347262 h 903022"/>
                <a:gd name="connsiteX243" fmla="*/ 281992 w 551389"/>
                <a:gd name="connsiteY243" fmla="*/ 349617 h 903022"/>
                <a:gd name="connsiteX244" fmla="*/ 284213 w 551389"/>
                <a:gd name="connsiteY244" fmla="*/ 351803 h 903022"/>
                <a:gd name="connsiteX245" fmla="*/ 286401 w 551389"/>
                <a:gd name="connsiteY245" fmla="*/ 353721 h 903022"/>
                <a:gd name="connsiteX246" fmla="*/ 291146 w 551389"/>
                <a:gd name="connsiteY246" fmla="*/ 356715 h 903022"/>
                <a:gd name="connsiteX247" fmla="*/ 292997 w 551389"/>
                <a:gd name="connsiteY247" fmla="*/ 360112 h 903022"/>
                <a:gd name="connsiteX248" fmla="*/ 295756 w 551389"/>
                <a:gd name="connsiteY248" fmla="*/ 361189 h 903022"/>
                <a:gd name="connsiteX249" fmla="*/ 298954 w 551389"/>
                <a:gd name="connsiteY249" fmla="*/ 360752 h 903022"/>
                <a:gd name="connsiteX250" fmla="*/ 301074 w 551389"/>
                <a:gd name="connsiteY250" fmla="*/ 360179 h 903022"/>
                <a:gd name="connsiteX251" fmla="*/ 306593 w 551389"/>
                <a:gd name="connsiteY251" fmla="*/ 360886 h 903022"/>
                <a:gd name="connsiteX252" fmla="*/ 309791 w 551389"/>
                <a:gd name="connsiteY252" fmla="*/ 361828 h 903022"/>
                <a:gd name="connsiteX253" fmla="*/ 312247 w 551389"/>
                <a:gd name="connsiteY253" fmla="*/ 363779 h 903022"/>
                <a:gd name="connsiteX254" fmla="*/ 315512 w 551389"/>
                <a:gd name="connsiteY254" fmla="*/ 366907 h 903022"/>
                <a:gd name="connsiteX255" fmla="*/ 316050 w 551389"/>
                <a:gd name="connsiteY255" fmla="*/ 367984 h 903022"/>
                <a:gd name="connsiteX256" fmla="*/ 316522 w 551389"/>
                <a:gd name="connsiteY256" fmla="*/ 371449 h 903022"/>
                <a:gd name="connsiteX257" fmla="*/ 316522 w 551389"/>
                <a:gd name="connsiteY257" fmla="*/ 373703 h 903022"/>
                <a:gd name="connsiteX258" fmla="*/ 316387 w 551389"/>
                <a:gd name="connsiteY258" fmla="*/ 375587 h 903022"/>
                <a:gd name="connsiteX259" fmla="*/ 315815 w 551389"/>
                <a:gd name="connsiteY259" fmla="*/ 377033 h 903022"/>
                <a:gd name="connsiteX260" fmla="*/ 314502 w 551389"/>
                <a:gd name="connsiteY260" fmla="*/ 378849 h 903022"/>
                <a:gd name="connsiteX261" fmla="*/ 312617 w 551389"/>
                <a:gd name="connsiteY261" fmla="*/ 379489 h 903022"/>
                <a:gd name="connsiteX262" fmla="*/ 311238 w 551389"/>
                <a:gd name="connsiteY262" fmla="*/ 381137 h 903022"/>
                <a:gd name="connsiteX263" fmla="*/ 310598 w 551389"/>
                <a:gd name="connsiteY263" fmla="*/ 382584 h 903022"/>
                <a:gd name="connsiteX264" fmla="*/ 310228 w 551389"/>
                <a:gd name="connsiteY264" fmla="*/ 384770 h 903022"/>
                <a:gd name="connsiteX265" fmla="*/ 311810 w 551389"/>
                <a:gd name="connsiteY265" fmla="*/ 386957 h 903022"/>
                <a:gd name="connsiteX266" fmla="*/ 313324 w 551389"/>
                <a:gd name="connsiteY266" fmla="*/ 388605 h 903022"/>
                <a:gd name="connsiteX267" fmla="*/ 314670 w 551389"/>
                <a:gd name="connsiteY267" fmla="*/ 395097 h 903022"/>
                <a:gd name="connsiteX268" fmla="*/ 314872 w 551389"/>
                <a:gd name="connsiteY268" fmla="*/ 398697 h 903022"/>
                <a:gd name="connsiteX269" fmla="*/ 314771 w 551389"/>
                <a:gd name="connsiteY269" fmla="*/ 402162 h 903022"/>
                <a:gd name="connsiteX270" fmla="*/ 317161 w 551389"/>
                <a:gd name="connsiteY270" fmla="*/ 405425 h 903022"/>
                <a:gd name="connsiteX271" fmla="*/ 317935 w 551389"/>
                <a:gd name="connsiteY271" fmla="*/ 407477 h 903022"/>
                <a:gd name="connsiteX272" fmla="*/ 318271 w 551389"/>
                <a:gd name="connsiteY272" fmla="*/ 410202 h 903022"/>
                <a:gd name="connsiteX273" fmla="*/ 317296 w 551389"/>
                <a:gd name="connsiteY273" fmla="*/ 412691 h 903022"/>
                <a:gd name="connsiteX274" fmla="*/ 315781 w 551389"/>
                <a:gd name="connsiteY274" fmla="*/ 415954 h 903022"/>
                <a:gd name="connsiteX275" fmla="*/ 314031 w 551389"/>
                <a:gd name="connsiteY275" fmla="*/ 416728 h 903022"/>
                <a:gd name="connsiteX276" fmla="*/ 311305 w 551389"/>
                <a:gd name="connsiteY276" fmla="*/ 416728 h 903022"/>
                <a:gd name="connsiteX277" fmla="*/ 306964 w 551389"/>
                <a:gd name="connsiteY277" fmla="*/ 416728 h 903022"/>
                <a:gd name="connsiteX278" fmla="*/ 303800 w 551389"/>
                <a:gd name="connsiteY278" fmla="*/ 417502 h 903022"/>
                <a:gd name="connsiteX279" fmla="*/ 301747 w 551389"/>
                <a:gd name="connsiteY279" fmla="*/ 418813 h 903022"/>
                <a:gd name="connsiteX280" fmla="*/ 300098 w 551389"/>
                <a:gd name="connsiteY280" fmla="*/ 419789 h 903022"/>
                <a:gd name="connsiteX281" fmla="*/ 298348 w 551389"/>
                <a:gd name="connsiteY281" fmla="*/ 421101 h 903022"/>
                <a:gd name="connsiteX282" fmla="*/ 297910 w 551389"/>
                <a:gd name="connsiteY282" fmla="*/ 423388 h 903022"/>
                <a:gd name="connsiteX283" fmla="*/ 297675 w 551389"/>
                <a:gd name="connsiteY283" fmla="*/ 426416 h 903022"/>
                <a:gd name="connsiteX284" fmla="*/ 297439 w 551389"/>
                <a:gd name="connsiteY284" fmla="*/ 430318 h 903022"/>
                <a:gd name="connsiteX285" fmla="*/ 297338 w 551389"/>
                <a:gd name="connsiteY285" fmla="*/ 433346 h 903022"/>
                <a:gd name="connsiteX286" fmla="*/ 297540 w 551389"/>
                <a:gd name="connsiteY286" fmla="*/ 435398 h 903022"/>
                <a:gd name="connsiteX287" fmla="*/ 297877 w 551389"/>
                <a:gd name="connsiteY287" fmla="*/ 440275 h 903022"/>
                <a:gd name="connsiteX288" fmla="*/ 297641 w 551389"/>
                <a:gd name="connsiteY288" fmla="*/ 444413 h 903022"/>
                <a:gd name="connsiteX289" fmla="*/ 299055 w 551389"/>
                <a:gd name="connsiteY289" fmla="*/ 449156 h 903022"/>
                <a:gd name="connsiteX290" fmla="*/ 300199 w 551389"/>
                <a:gd name="connsiteY290" fmla="*/ 455077 h 903022"/>
                <a:gd name="connsiteX291" fmla="*/ 304978 w 551389"/>
                <a:gd name="connsiteY291" fmla="*/ 461031 h 903022"/>
                <a:gd name="connsiteX292" fmla="*/ 307300 w 551389"/>
                <a:gd name="connsiteY292" fmla="*/ 463352 h 903022"/>
                <a:gd name="connsiteX293" fmla="*/ 309319 w 551389"/>
                <a:gd name="connsiteY293" fmla="*/ 466817 h 903022"/>
                <a:gd name="connsiteX294" fmla="*/ 308175 w 551389"/>
                <a:gd name="connsiteY294" fmla="*/ 468398 h 903022"/>
                <a:gd name="connsiteX295" fmla="*/ 305113 w 551389"/>
                <a:gd name="connsiteY295" fmla="*/ 468398 h 903022"/>
                <a:gd name="connsiteX296" fmla="*/ 302353 w 551389"/>
                <a:gd name="connsiteY296" fmla="*/ 471594 h 903022"/>
                <a:gd name="connsiteX297" fmla="*/ 302487 w 551389"/>
                <a:gd name="connsiteY297" fmla="*/ 475059 h 903022"/>
                <a:gd name="connsiteX298" fmla="*/ 301040 w 551389"/>
                <a:gd name="connsiteY298" fmla="*/ 480139 h 903022"/>
                <a:gd name="connsiteX299" fmla="*/ 302218 w 551389"/>
                <a:gd name="connsiteY299" fmla="*/ 483771 h 903022"/>
                <a:gd name="connsiteX300" fmla="*/ 303531 w 551389"/>
                <a:gd name="connsiteY300" fmla="*/ 488851 h 903022"/>
                <a:gd name="connsiteX301" fmla="*/ 301209 w 551389"/>
                <a:gd name="connsiteY301" fmla="*/ 492181 h 903022"/>
                <a:gd name="connsiteX302" fmla="*/ 294242 w 551389"/>
                <a:gd name="connsiteY302" fmla="*/ 492181 h 903022"/>
                <a:gd name="connsiteX303" fmla="*/ 289901 w 551389"/>
                <a:gd name="connsiteY303" fmla="*/ 490163 h 903022"/>
                <a:gd name="connsiteX304" fmla="*/ 287141 w 551389"/>
                <a:gd name="connsiteY304" fmla="*/ 490735 h 903022"/>
                <a:gd name="connsiteX305" fmla="*/ 282497 w 551389"/>
                <a:gd name="connsiteY305" fmla="*/ 492383 h 903022"/>
                <a:gd name="connsiteX306" fmla="*/ 277280 w 551389"/>
                <a:gd name="connsiteY306" fmla="*/ 491610 h 903022"/>
                <a:gd name="connsiteX307" fmla="*/ 273645 w 551389"/>
                <a:gd name="connsiteY307" fmla="*/ 488279 h 903022"/>
                <a:gd name="connsiteX308" fmla="*/ 270179 w 551389"/>
                <a:gd name="connsiteY308" fmla="*/ 487842 h 903022"/>
                <a:gd name="connsiteX309" fmla="*/ 264390 w 551389"/>
                <a:gd name="connsiteY309" fmla="*/ 486530 h 903022"/>
                <a:gd name="connsiteX310" fmla="*/ 261059 w 551389"/>
                <a:gd name="connsiteY310" fmla="*/ 489558 h 903022"/>
                <a:gd name="connsiteX311" fmla="*/ 259477 w 551389"/>
                <a:gd name="connsiteY311" fmla="*/ 492350 h 903022"/>
                <a:gd name="connsiteX312" fmla="*/ 255270 w 551389"/>
                <a:gd name="connsiteY312" fmla="*/ 493897 h 903022"/>
                <a:gd name="connsiteX313" fmla="*/ 251366 w 551389"/>
                <a:gd name="connsiteY313" fmla="*/ 495916 h 903022"/>
                <a:gd name="connsiteX314" fmla="*/ 248909 w 551389"/>
                <a:gd name="connsiteY314" fmla="*/ 497934 h 903022"/>
                <a:gd name="connsiteX315" fmla="*/ 245578 w 551389"/>
                <a:gd name="connsiteY315" fmla="*/ 496050 h 903022"/>
                <a:gd name="connsiteX316" fmla="*/ 241236 w 551389"/>
                <a:gd name="connsiteY316" fmla="*/ 493157 h 903022"/>
                <a:gd name="connsiteX317" fmla="*/ 233260 w 551389"/>
                <a:gd name="connsiteY317" fmla="*/ 491845 h 903022"/>
                <a:gd name="connsiteX318" fmla="*/ 229053 w 551389"/>
                <a:gd name="connsiteY318" fmla="*/ 488515 h 903022"/>
                <a:gd name="connsiteX319" fmla="*/ 224409 w 551389"/>
                <a:gd name="connsiteY319" fmla="*/ 485184 h 903022"/>
                <a:gd name="connsiteX320" fmla="*/ 222221 w 551389"/>
                <a:gd name="connsiteY320" fmla="*/ 486496 h 903022"/>
                <a:gd name="connsiteX321" fmla="*/ 222356 w 551389"/>
                <a:gd name="connsiteY321" fmla="*/ 489961 h 903022"/>
                <a:gd name="connsiteX322" fmla="*/ 224106 w 551389"/>
                <a:gd name="connsiteY322" fmla="*/ 493594 h 903022"/>
                <a:gd name="connsiteX323" fmla="*/ 224409 w 551389"/>
                <a:gd name="connsiteY323" fmla="*/ 497934 h 903022"/>
                <a:gd name="connsiteX324" fmla="*/ 223837 w 551389"/>
                <a:gd name="connsiteY324" fmla="*/ 500255 h 903022"/>
                <a:gd name="connsiteX325" fmla="*/ 219765 w 551389"/>
                <a:gd name="connsiteY325" fmla="*/ 499111 h 903022"/>
                <a:gd name="connsiteX326" fmla="*/ 215692 w 551389"/>
                <a:gd name="connsiteY326" fmla="*/ 497362 h 903022"/>
                <a:gd name="connsiteX327" fmla="*/ 215558 w 551389"/>
                <a:gd name="connsiteY327" fmla="*/ 501701 h 903022"/>
                <a:gd name="connsiteX328" fmla="*/ 217308 w 551389"/>
                <a:gd name="connsiteY328" fmla="*/ 505906 h 903022"/>
                <a:gd name="connsiteX329" fmla="*/ 221817 w 551389"/>
                <a:gd name="connsiteY329" fmla="*/ 509809 h 903022"/>
                <a:gd name="connsiteX330" fmla="*/ 224409 w 551389"/>
                <a:gd name="connsiteY330" fmla="*/ 511255 h 903022"/>
                <a:gd name="connsiteX331" fmla="*/ 226563 w 551389"/>
                <a:gd name="connsiteY331" fmla="*/ 513442 h 903022"/>
                <a:gd name="connsiteX332" fmla="*/ 228313 w 551389"/>
                <a:gd name="connsiteY332" fmla="*/ 517209 h 903022"/>
                <a:gd name="connsiteX333" fmla="*/ 231342 w 551389"/>
                <a:gd name="connsiteY333" fmla="*/ 519665 h 903022"/>
                <a:gd name="connsiteX334" fmla="*/ 236558 w 551389"/>
                <a:gd name="connsiteY334" fmla="*/ 518084 h 903022"/>
                <a:gd name="connsiteX335" fmla="*/ 238005 w 551389"/>
                <a:gd name="connsiteY335" fmla="*/ 514619 h 903022"/>
                <a:gd name="connsiteX336" fmla="*/ 243053 w 551389"/>
                <a:gd name="connsiteY336" fmla="*/ 519699 h 903022"/>
                <a:gd name="connsiteX337" fmla="*/ 242784 w 551389"/>
                <a:gd name="connsiteY337" fmla="*/ 521583 h 903022"/>
                <a:gd name="connsiteX338" fmla="*/ 240597 w 551389"/>
                <a:gd name="connsiteY338" fmla="*/ 522592 h 903022"/>
                <a:gd name="connsiteX339" fmla="*/ 236525 w 551389"/>
                <a:gd name="connsiteY339" fmla="*/ 524778 h 903022"/>
                <a:gd name="connsiteX340" fmla="*/ 231443 w 551389"/>
                <a:gd name="connsiteY340" fmla="*/ 525788 h 903022"/>
                <a:gd name="connsiteX341" fmla="*/ 227101 w 551389"/>
                <a:gd name="connsiteY341" fmla="*/ 527234 h 903022"/>
                <a:gd name="connsiteX342" fmla="*/ 223029 w 551389"/>
                <a:gd name="connsiteY342" fmla="*/ 527234 h 903022"/>
                <a:gd name="connsiteX343" fmla="*/ 219832 w 551389"/>
                <a:gd name="connsiteY343" fmla="*/ 529555 h 903022"/>
                <a:gd name="connsiteX344" fmla="*/ 216130 w 551389"/>
                <a:gd name="connsiteY344" fmla="*/ 531136 h 903022"/>
                <a:gd name="connsiteX345" fmla="*/ 213740 w 551389"/>
                <a:gd name="connsiteY345" fmla="*/ 528815 h 903022"/>
                <a:gd name="connsiteX346" fmla="*/ 213740 w 551389"/>
                <a:gd name="connsiteY346" fmla="*/ 526629 h 903022"/>
                <a:gd name="connsiteX347" fmla="*/ 210409 w 551389"/>
                <a:gd name="connsiteY347" fmla="*/ 524610 h 903022"/>
                <a:gd name="connsiteX348" fmla="*/ 207380 w 551389"/>
                <a:gd name="connsiteY348" fmla="*/ 524913 h 903022"/>
                <a:gd name="connsiteX349" fmla="*/ 207110 w 551389"/>
                <a:gd name="connsiteY349" fmla="*/ 528681 h 903022"/>
                <a:gd name="connsiteX350" fmla="*/ 206235 w 551389"/>
                <a:gd name="connsiteY350" fmla="*/ 531708 h 903022"/>
                <a:gd name="connsiteX351" fmla="*/ 203038 w 551389"/>
                <a:gd name="connsiteY351" fmla="*/ 534466 h 903022"/>
                <a:gd name="connsiteX352" fmla="*/ 197519 w 551389"/>
                <a:gd name="connsiteY352" fmla="*/ 534466 h 903022"/>
                <a:gd name="connsiteX353" fmla="*/ 193480 w 551389"/>
                <a:gd name="connsiteY353" fmla="*/ 535207 h 903022"/>
                <a:gd name="connsiteX354" fmla="*/ 187692 w 551389"/>
                <a:gd name="connsiteY354" fmla="*/ 531573 h 903022"/>
                <a:gd name="connsiteX355" fmla="*/ 185067 w 551389"/>
                <a:gd name="connsiteY355" fmla="*/ 529118 h 903022"/>
                <a:gd name="connsiteX356" fmla="*/ 181432 w 551389"/>
                <a:gd name="connsiteY356" fmla="*/ 529824 h 903022"/>
                <a:gd name="connsiteX357" fmla="*/ 180422 w 551389"/>
                <a:gd name="connsiteY357" fmla="*/ 535173 h 903022"/>
                <a:gd name="connsiteX358" fmla="*/ 179413 w 551389"/>
                <a:gd name="connsiteY358" fmla="*/ 537931 h 903022"/>
                <a:gd name="connsiteX359" fmla="*/ 175509 w 551389"/>
                <a:gd name="connsiteY359" fmla="*/ 537057 h 903022"/>
                <a:gd name="connsiteX360" fmla="*/ 170158 w 551389"/>
                <a:gd name="connsiteY360" fmla="*/ 533424 h 903022"/>
                <a:gd name="connsiteX361" fmla="*/ 165951 w 551389"/>
                <a:gd name="connsiteY361" fmla="*/ 528344 h 903022"/>
                <a:gd name="connsiteX362" fmla="*/ 164066 w 551389"/>
                <a:gd name="connsiteY362" fmla="*/ 524005 h 903022"/>
                <a:gd name="connsiteX363" fmla="*/ 167398 w 551389"/>
                <a:gd name="connsiteY363" fmla="*/ 521549 h 903022"/>
                <a:gd name="connsiteX364" fmla="*/ 163494 w 551389"/>
                <a:gd name="connsiteY364" fmla="*/ 517916 h 903022"/>
                <a:gd name="connsiteX365" fmla="*/ 158143 w 551389"/>
                <a:gd name="connsiteY365" fmla="*/ 515292 h 903022"/>
                <a:gd name="connsiteX366" fmla="*/ 154374 w 551389"/>
                <a:gd name="connsiteY366" fmla="*/ 511087 h 903022"/>
                <a:gd name="connsiteX367" fmla="*/ 147272 w 551389"/>
                <a:gd name="connsiteY367" fmla="*/ 510650 h 903022"/>
                <a:gd name="connsiteX368" fmla="*/ 139868 w 551389"/>
                <a:gd name="connsiteY368" fmla="*/ 510952 h 903022"/>
                <a:gd name="connsiteX369" fmla="*/ 137277 w 551389"/>
                <a:gd name="connsiteY369" fmla="*/ 513139 h 903022"/>
                <a:gd name="connsiteX370" fmla="*/ 133508 w 551389"/>
                <a:gd name="connsiteY370" fmla="*/ 514451 h 903022"/>
                <a:gd name="connsiteX371" fmla="*/ 127551 w 551389"/>
                <a:gd name="connsiteY371" fmla="*/ 512130 h 903022"/>
                <a:gd name="connsiteX372" fmla="*/ 121628 w 551389"/>
                <a:gd name="connsiteY372" fmla="*/ 513576 h 903022"/>
                <a:gd name="connsiteX373" fmla="*/ 112339 w 551389"/>
                <a:gd name="connsiteY373" fmla="*/ 513711 h 903022"/>
                <a:gd name="connsiteX374" fmla="*/ 111262 w 551389"/>
                <a:gd name="connsiteY374" fmla="*/ 515897 h 903022"/>
                <a:gd name="connsiteX375" fmla="*/ 109445 w 551389"/>
                <a:gd name="connsiteY375" fmla="*/ 521246 h 903022"/>
                <a:gd name="connsiteX376" fmla="*/ 109445 w 551389"/>
                <a:gd name="connsiteY376" fmla="*/ 524879 h 903022"/>
                <a:gd name="connsiteX377" fmla="*/ 110185 w 551389"/>
                <a:gd name="connsiteY377" fmla="*/ 530531 h 903022"/>
                <a:gd name="connsiteX378" fmla="*/ 111498 w 551389"/>
                <a:gd name="connsiteY378" fmla="*/ 532549 h 903022"/>
                <a:gd name="connsiteX379" fmla="*/ 114695 w 551389"/>
                <a:gd name="connsiteY379" fmla="*/ 536619 h 903022"/>
                <a:gd name="connsiteX380" fmla="*/ 115873 w 551389"/>
                <a:gd name="connsiteY380" fmla="*/ 537931 h 903022"/>
                <a:gd name="connsiteX381" fmla="*/ 116445 w 551389"/>
                <a:gd name="connsiteY381" fmla="*/ 540555 h 903022"/>
                <a:gd name="connsiteX382" fmla="*/ 116580 w 551389"/>
                <a:gd name="connsiteY382" fmla="*/ 542136 h 903022"/>
                <a:gd name="connsiteX383" fmla="*/ 116142 w 551389"/>
                <a:gd name="connsiteY383" fmla="*/ 544895 h 903022"/>
                <a:gd name="connsiteX384" fmla="*/ 116007 w 551389"/>
                <a:gd name="connsiteY384" fmla="*/ 546476 h 903022"/>
                <a:gd name="connsiteX385" fmla="*/ 115132 w 551389"/>
                <a:gd name="connsiteY385" fmla="*/ 547620 h 903022"/>
                <a:gd name="connsiteX386" fmla="*/ 112676 w 551389"/>
                <a:gd name="connsiteY386" fmla="*/ 548360 h 903022"/>
                <a:gd name="connsiteX387" fmla="*/ 109478 w 551389"/>
                <a:gd name="connsiteY387" fmla="*/ 548360 h 903022"/>
                <a:gd name="connsiteX388" fmla="*/ 106887 w 551389"/>
                <a:gd name="connsiteY388" fmla="*/ 548360 h 903022"/>
                <a:gd name="connsiteX389" fmla="*/ 104430 w 551389"/>
                <a:gd name="connsiteY389" fmla="*/ 549806 h 903022"/>
                <a:gd name="connsiteX390" fmla="*/ 102983 w 551389"/>
                <a:gd name="connsiteY390" fmla="*/ 551387 h 903022"/>
                <a:gd name="connsiteX391" fmla="*/ 102243 w 551389"/>
                <a:gd name="connsiteY391" fmla="*/ 552262 h 903022"/>
                <a:gd name="connsiteX392" fmla="*/ 100661 w 551389"/>
                <a:gd name="connsiteY392" fmla="*/ 554718 h 903022"/>
                <a:gd name="connsiteX393" fmla="*/ 99920 w 551389"/>
                <a:gd name="connsiteY393" fmla="*/ 556467 h 903022"/>
                <a:gd name="connsiteX394" fmla="*/ 98036 w 551389"/>
                <a:gd name="connsiteY394" fmla="*/ 559225 h 903022"/>
                <a:gd name="connsiteX395" fmla="*/ 97296 w 551389"/>
                <a:gd name="connsiteY395" fmla="*/ 562421 h 903022"/>
                <a:gd name="connsiteX396" fmla="*/ 97296 w 551389"/>
                <a:gd name="connsiteY396" fmla="*/ 564877 h 903022"/>
                <a:gd name="connsiteX397" fmla="*/ 97296 w 551389"/>
                <a:gd name="connsiteY397" fmla="*/ 568342 h 903022"/>
                <a:gd name="connsiteX398" fmla="*/ 96420 w 551389"/>
                <a:gd name="connsiteY398" fmla="*/ 571235 h 903022"/>
                <a:gd name="connsiteX399" fmla="*/ 97161 w 551389"/>
                <a:gd name="connsiteY399" fmla="*/ 574430 h 903022"/>
                <a:gd name="connsiteX400" fmla="*/ 99483 w 551389"/>
                <a:gd name="connsiteY400" fmla="*/ 576617 h 903022"/>
                <a:gd name="connsiteX401" fmla="*/ 101671 w 551389"/>
                <a:gd name="connsiteY401" fmla="*/ 576617 h 903022"/>
                <a:gd name="connsiteX402" fmla="*/ 103690 w 551389"/>
                <a:gd name="connsiteY402" fmla="*/ 575305 h 903022"/>
                <a:gd name="connsiteX403" fmla="*/ 106887 w 551389"/>
                <a:gd name="connsiteY403" fmla="*/ 576684 h 903022"/>
                <a:gd name="connsiteX404" fmla="*/ 109781 w 551389"/>
                <a:gd name="connsiteY404" fmla="*/ 579073 h 903022"/>
                <a:gd name="connsiteX405" fmla="*/ 113551 w 551389"/>
                <a:gd name="connsiteY405" fmla="*/ 580822 h 903022"/>
                <a:gd name="connsiteX406" fmla="*/ 116310 w 551389"/>
                <a:gd name="connsiteY406" fmla="*/ 582403 h 903022"/>
                <a:gd name="connsiteX407" fmla="*/ 118330 w 551389"/>
                <a:gd name="connsiteY407" fmla="*/ 587045 h 903022"/>
                <a:gd name="connsiteX408" fmla="*/ 122099 w 551389"/>
                <a:gd name="connsiteY408" fmla="*/ 591822 h 903022"/>
                <a:gd name="connsiteX409" fmla="*/ 124286 w 551389"/>
                <a:gd name="connsiteY409" fmla="*/ 593269 h 903022"/>
                <a:gd name="connsiteX410" fmla="*/ 126036 w 551389"/>
                <a:gd name="connsiteY410" fmla="*/ 595186 h 903022"/>
                <a:gd name="connsiteX411" fmla="*/ 128964 w 551389"/>
                <a:gd name="connsiteY411" fmla="*/ 597675 h 903022"/>
                <a:gd name="connsiteX412" fmla="*/ 128729 w 551389"/>
                <a:gd name="connsiteY412" fmla="*/ 600703 h 903022"/>
                <a:gd name="connsiteX413" fmla="*/ 127753 w 551389"/>
                <a:gd name="connsiteY413" fmla="*/ 602822 h 903022"/>
                <a:gd name="connsiteX414" fmla="*/ 125565 w 551389"/>
                <a:gd name="connsiteY414" fmla="*/ 603966 h 903022"/>
                <a:gd name="connsiteX415" fmla="*/ 122536 w 551389"/>
                <a:gd name="connsiteY415" fmla="*/ 603966 h 903022"/>
                <a:gd name="connsiteX416" fmla="*/ 117320 w 551389"/>
                <a:gd name="connsiteY416" fmla="*/ 603966 h 903022"/>
                <a:gd name="connsiteX417" fmla="*/ 115368 w 551389"/>
                <a:gd name="connsiteY417" fmla="*/ 605043 h 903022"/>
                <a:gd name="connsiteX418" fmla="*/ 112103 w 551389"/>
                <a:gd name="connsiteY418" fmla="*/ 606556 h 903022"/>
                <a:gd name="connsiteX419" fmla="*/ 110690 w 551389"/>
                <a:gd name="connsiteY419" fmla="*/ 607633 h 903022"/>
                <a:gd name="connsiteX420" fmla="*/ 107762 w 551389"/>
                <a:gd name="connsiteY420" fmla="*/ 609247 h 903022"/>
                <a:gd name="connsiteX421" fmla="*/ 107762 w 551389"/>
                <a:gd name="connsiteY421" fmla="*/ 611737 h 903022"/>
                <a:gd name="connsiteX422" fmla="*/ 109613 w 551389"/>
                <a:gd name="connsiteY422" fmla="*/ 612376 h 903022"/>
                <a:gd name="connsiteX423" fmla="*/ 114055 w 551389"/>
                <a:gd name="connsiteY423" fmla="*/ 613452 h 903022"/>
                <a:gd name="connsiteX424" fmla="*/ 117656 w 551389"/>
                <a:gd name="connsiteY424" fmla="*/ 615067 h 903022"/>
                <a:gd name="connsiteX425" fmla="*/ 119507 w 551389"/>
                <a:gd name="connsiteY425" fmla="*/ 616480 h 903022"/>
                <a:gd name="connsiteX426" fmla="*/ 120820 w 551389"/>
                <a:gd name="connsiteY426" fmla="*/ 618969 h 903022"/>
                <a:gd name="connsiteX427" fmla="*/ 120181 w 551389"/>
                <a:gd name="connsiteY427" fmla="*/ 621257 h 903022"/>
                <a:gd name="connsiteX428" fmla="*/ 116277 w 551389"/>
                <a:gd name="connsiteY428" fmla="*/ 622031 h 903022"/>
                <a:gd name="connsiteX429" fmla="*/ 112373 w 551389"/>
                <a:gd name="connsiteY429" fmla="*/ 622031 h 903022"/>
                <a:gd name="connsiteX430" fmla="*/ 110522 w 551389"/>
                <a:gd name="connsiteY430" fmla="*/ 623443 h 903022"/>
                <a:gd name="connsiteX431" fmla="*/ 109108 w 551389"/>
                <a:gd name="connsiteY431" fmla="*/ 625394 h 903022"/>
                <a:gd name="connsiteX432" fmla="*/ 106079 w 551389"/>
                <a:gd name="connsiteY432" fmla="*/ 628994 h 903022"/>
                <a:gd name="connsiteX433" fmla="*/ 103791 w 551389"/>
                <a:gd name="connsiteY433" fmla="*/ 631618 h 903022"/>
                <a:gd name="connsiteX434" fmla="*/ 101300 w 551389"/>
                <a:gd name="connsiteY434" fmla="*/ 633670 h 903022"/>
                <a:gd name="connsiteX435" fmla="*/ 100863 w 551389"/>
                <a:gd name="connsiteY435" fmla="*/ 637706 h 903022"/>
                <a:gd name="connsiteX436" fmla="*/ 100863 w 551389"/>
                <a:gd name="connsiteY436" fmla="*/ 642921 h 903022"/>
                <a:gd name="connsiteX437" fmla="*/ 102815 w 551389"/>
                <a:gd name="connsiteY437" fmla="*/ 648909 h 903022"/>
                <a:gd name="connsiteX438" fmla="*/ 104868 w 551389"/>
                <a:gd name="connsiteY438" fmla="*/ 651734 h 903022"/>
                <a:gd name="connsiteX439" fmla="*/ 105945 w 551389"/>
                <a:gd name="connsiteY439" fmla="*/ 652609 h 903022"/>
                <a:gd name="connsiteX440" fmla="*/ 106820 w 551389"/>
                <a:gd name="connsiteY440" fmla="*/ 655098 h 903022"/>
                <a:gd name="connsiteX441" fmla="*/ 106046 w 551389"/>
                <a:gd name="connsiteY441" fmla="*/ 658899 h 903022"/>
                <a:gd name="connsiteX442" fmla="*/ 106046 w 551389"/>
                <a:gd name="connsiteY442" fmla="*/ 662163 h 903022"/>
                <a:gd name="connsiteX443" fmla="*/ 106921 w 551389"/>
                <a:gd name="connsiteY443" fmla="*/ 664988 h 903022"/>
                <a:gd name="connsiteX444" fmla="*/ 108772 w 551389"/>
                <a:gd name="connsiteY444" fmla="*/ 666300 h 903022"/>
                <a:gd name="connsiteX445" fmla="*/ 108435 w 551389"/>
                <a:gd name="connsiteY445" fmla="*/ 667713 h 903022"/>
                <a:gd name="connsiteX446" fmla="*/ 106382 w 551389"/>
                <a:gd name="connsiteY446" fmla="*/ 671952 h 903022"/>
                <a:gd name="connsiteX447" fmla="*/ 109310 w 551389"/>
                <a:gd name="connsiteY447" fmla="*/ 673465 h 903022"/>
                <a:gd name="connsiteX448" fmla="*/ 114089 w 551389"/>
                <a:gd name="connsiteY448" fmla="*/ 673028 h 903022"/>
                <a:gd name="connsiteX449" fmla="*/ 116378 w 551389"/>
                <a:gd name="connsiteY449" fmla="*/ 675316 h 903022"/>
                <a:gd name="connsiteX450" fmla="*/ 117017 w 551389"/>
                <a:gd name="connsiteY450" fmla="*/ 679655 h 903022"/>
                <a:gd name="connsiteX451" fmla="*/ 115806 w 551389"/>
                <a:gd name="connsiteY451" fmla="*/ 683995 h 903022"/>
                <a:gd name="connsiteX452" fmla="*/ 113854 w 551389"/>
                <a:gd name="connsiteY452" fmla="*/ 687258 h 903022"/>
                <a:gd name="connsiteX453" fmla="*/ 112204 w 551389"/>
                <a:gd name="connsiteY453" fmla="*/ 689444 h 903022"/>
                <a:gd name="connsiteX454" fmla="*/ 111430 w 551389"/>
                <a:gd name="connsiteY454" fmla="*/ 690083 h 903022"/>
                <a:gd name="connsiteX455" fmla="*/ 108839 w 551389"/>
                <a:gd name="connsiteY455" fmla="*/ 691160 h 903022"/>
                <a:gd name="connsiteX456" fmla="*/ 105474 w 551389"/>
                <a:gd name="connsiteY456" fmla="*/ 689848 h 903022"/>
                <a:gd name="connsiteX457" fmla="*/ 103421 w 551389"/>
                <a:gd name="connsiteY457" fmla="*/ 687460 h 903022"/>
                <a:gd name="connsiteX458" fmla="*/ 102546 w 551389"/>
                <a:gd name="connsiteY458" fmla="*/ 686686 h 903022"/>
                <a:gd name="connsiteX459" fmla="*/ 102007 w 551389"/>
                <a:gd name="connsiteY459" fmla="*/ 683759 h 903022"/>
                <a:gd name="connsiteX460" fmla="*/ 101805 w 551389"/>
                <a:gd name="connsiteY460" fmla="*/ 681270 h 903022"/>
                <a:gd name="connsiteX461" fmla="*/ 101570 w 551389"/>
                <a:gd name="connsiteY461" fmla="*/ 680193 h 903022"/>
                <a:gd name="connsiteX462" fmla="*/ 101031 w 551389"/>
                <a:gd name="connsiteY462" fmla="*/ 677704 h 903022"/>
                <a:gd name="connsiteX463" fmla="*/ 98843 w 551389"/>
                <a:gd name="connsiteY463" fmla="*/ 676729 h 903022"/>
                <a:gd name="connsiteX464" fmla="*/ 96993 w 551389"/>
                <a:gd name="connsiteY464" fmla="*/ 678141 h 903022"/>
                <a:gd name="connsiteX465" fmla="*/ 95243 w 551389"/>
                <a:gd name="connsiteY465" fmla="*/ 680193 h 903022"/>
                <a:gd name="connsiteX466" fmla="*/ 93627 w 551389"/>
                <a:gd name="connsiteY466" fmla="*/ 682044 h 903022"/>
                <a:gd name="connsiteX467" fmla="*/ 91137 w 551389"/>
                <a:gd name="connsiteY467" fmla="*/ 682683 h 903022"/>
                <a:gd name="connsiteX468" fmla="*/ 89050 w 551389"/>
                <a:gd name="connsiteY468" fmla="*/ 681808 h 903022"/>
                <a:gd name="connsiteX469" fmla="*/ 86122 w 551389"/>
                <a:gd name="connsiteY469" fmla="*/ 681169 h 903022"/>
                <a:gd name="connsiteX470" fmla="*/ 83632 w 551389"/>
                <a:gd name="connsiteY470" fmla="*/ 681505 h 903022"/>
                <a:gd name="connsiteX471" fmla="*/ 81007 w 551389"/>
                <a:gd name="connsiteY471" fmla="*/ 683154 h 903022"/>
                <a:gd name="connsiteX472" fmla="*/ 80031 w 551389"/>
                <a:gd name="connsiteY472" fmla="*/ 684230 h 903022"/>
                <a:gd name="connsiteX473" fmla="*/ 75151 w 551389"/>
                <a:gd name="connsiteY473" fmla="*/ 682178 h 903022"/>
                <a:gd name="connsiteX474" fmla="*/ 73098 w 551389"/>
                <a:gd name="connsiteY474" fmla="*/ 679790 h 903022"/>
                <a:gd name="connsiteX475" fmla="*/ 70910 w 551389"/>
                <a:gd name="connsiteY475" fmla="*/ 677940 h 903022"/>
                <a:gd name="connsiteX476" fmla="*/ 69059 w 551389"/>
                <a:gd name="connsiteY476" fmla="*/ 675450 h 903022"/>
                <a:gd name="connsiteX477" fmla="*/ 65155 w 551389"/>
                <a:gd name="connsiteY477" fmla="*/ 675248 h 903022"/>
                <a:gd name="connsiteX478" fmla="*/ 63641 w 551389"/>
                <a:gd name="connsiteY478" fmla="*/ 676560 h 903022"/>
                <a:gd name="connsiteX479" fmla="*/ 61352 w 551389"/>
                <a:gd name="connsiteY479" fmla="*/ 679050 h 903022"/>
                <a:gd name="connsiteX480" fmla="*/ 59400 w 551389"/>
                <a:gd name="connsiteY480" fmla="*/ 681102 h 903022"/>
                <a:gd name="connsiteX481" fmla="*/ 56237 w 551389"/>
                <a:gd name="connsiteY481" fmla="*/ 682716 h 903022"/>
                <a:gd name="connsiteX482" fmla="*/ 51559 w 551389"/>
                <a:gd name="connsiteY482" fmla="*/ 684566 h 903022"/>
                <a:gd name="connsiteX483" fmla="*/ 50044 w 551389"/>
                <a:gd name="connsiteY483" fmla="*/ 686417 h 903022"/>
                <a:gd name="connsiteX484" fmla="*/ 48833 w 551389"/>
                <a:gd name="connsiteY484" fmla="*/ 689680 h 903022"/>
                <a:gd name="connsiteX485" fmla="*/ 47857 w 551389"/>
                <a:gd name="connsiteY485" fmla="*/ 693380 h 903022"/>
                <a:gd name="connsiteX486" fmla="*/ 46881 w 551389"/>
                <a:gd name="connsiteY486" fmla="*/ 697518 h 903022"/>
                <a:gd name="connsiteX487" fmla="*/ 46881 w 551389"/>
                <a:gd name="connsiteY487" fmla="*/ 702160 h 903022"/>
                <a:gd name="connsiteX488" fmla="*/ 43717 w 551389"/>
                <a:gd name="connsiteY488" fmla="*/ 703035 h 903022"/>
                <a:gd name="connsiteX489" fmla="*/ 38164 w 551389"/>
                <a:gd name="connsiteY489" fmla="*/ 705322 h 903022"/>
                <a:gd name="connsiteX490" fmla="*/ 35775 w 551389"/>
                <a:gd name="connsiteY490" fmla="*/ 706399 h 903022"/>
                <a:gd name="connsiteX491" fmla="*/ 35236 w 551389"/>
                <a:gd name="connsiteY491" fmla="*/ 709124 h 903022"/>
                <a:gd name="connsiteX492" fmla="*/ 35236 w 551389"/>
                <a:gd name="connsiteY492" fmla="*/ 712488 h 903022"/>
                <a:gd name="connsiteX493" fmla="*/ 36010 w 551389"/>
                <a:gd name="connsiteY493" fmla="*/ 715111 h 903022"/>
                <a:gd name="connsiteX494" fmla="*/ 40352 w 551389"/>
                <a:gd name="connsiteY494" fmla="*/ 717062 h 903022"/>
                <a:gd name="connsiteX495" fmla="*/ 42539 w 551389"/>
                <a:gd name="connsiteY495" fmla="*/ 717601 h 903022"/>
                <a:gd name="connsiteX496" fmla="*/ 46443 w 551389"/>
                <a:gd name="connsiteY496" fmla="*/ 717601 h 903022"/>
                <a:gd name="connsiteX497" fmla="*/ 49809 w 551389"/>
                <a:gd name="connsiteY497" fmla="*/ 719787 h 903022"/>
                <a:gd name="connsiteX498" fmla="*/ 52535 w 551389"/>
                <a:gd name="connsiteY498" fmla="*/ 720931 h 903022"/>
                <a:gd name="connsiteX499" fmla="*/ 53174 w 551389"/>
                <a:gd name="connsiteY499" fmla="*/ 722176 h 903022"/>
                <a:gd name="connsiteX500" fmla="*/ 54722 w 551389"/>
                <a:gd name="connsiteY500" fmla="*/ 722176 h 903022"/>
                <a:gd name="connsiteX501" fmla="*/ 57448 w 551389"/>
                <a:gd name="connsiteY501" fmla="*/ 721301 h 903022"/>
                <a:gd name="connsiteX502" fmla="*/ 58761 w 551389"/>
                <a:gd name="connsiteY502" fmla="*/ 721301 h 903022"/>
                <a:gd name="connsiteX503" fmla="*/ 62564 w 551389"/>
                <a:gd name="connsiteY503" fmla="*/ 722176 h 903022"/>
                <a:gd name="connsiteX504" fmla="*/ 64314 w 551389"/>
                <a:gd name="connsiteY504" fmla="*/ 725237 h 903022"/>
                <a:gd name="connsiteX505" fmla="*/ 63775 w 551389"/>
                <a:gd name="connsiteY505" fmla="*/ 727188 h 903022"/>
                <a:gd name="connsiteX506" fmla="*/ 60949 w 551389"/>
                <a:gd name="connsiteY506" fmla="*/ 727726 h 903022"/>
                <a:gd name="connsiteX507" fmla="*/ 58896 w 551389"/>
                <a:gd name="connsiteY507" fmla="*/ 727087 h 903022"/>
                <a:gd name="connsiteX508" fmla="*/ 56708 w 551389"/>
                <a:gd name="connsiteY508" fmla="*/ 727087 h 903022"/>
                <a:gd name="connsiteX509" fmla="*/ 53982 w 551389"/>
                <a:gd name="connsiteY509" fmla="*/ 728500 h 903022"/>
                <a:gd name="connsiteX510" fmla="*/ 52804 w 551389"/>
                <a:gd name="connsiteY510" fmla="*/ 729576 h 903022"/>
                <a:gd name="connsiteX511" fmla="*/ 52367 w 551389"/>
                <a:gd name="connsiteY511" fmla="*/ 732503 h 903022"/>
                <a:gd name="connsiteX512" fmla="*/ 52266 w 551389"/>
                <a:gd name="connsiteY512" fmla="*/ 736102 h 903022"/>
                <a:gd name="connsiteX513" fmla="*/ 52905 w 551389"/>
                <a:gd name="connsiteY513" fmla="*/ 742191 h 903022"/>
                <a:gd name="connsiteX514" fmla="*/ 52468 w 551389"/>
                <a:gd name="connsiteY514" fmla="*/ 743806 h 903022"/>
                <a:gd name="connsiteX515" fmla="*/ 51694 w 551389"/>
                <a:gd name="connsiteY515" fmla="*/ 747271 h 903022"/>
                <a:gd name="connsiteX516" fmla="*/ 51256 w 551389"/>
                <a:gd name="connsiteY516" fmla="*/ 748684 h 903022"/>
                <a:gd name="connsiteX517" fmla="*/ 44290 w 551389"/>
                <a:gd name="connsiteY517" fmla="*/ 753461 h 903022"/>
                <a:gd name="connsiteX518" fmla="*/ 37323 w 551389"/>
                <a:gd name="connsiteY518" fmla="*/ 754537 h 903022"/>
                <a:gd name="connsiteX519" fmla="*/ 31905 w 551389"/>
                <a:gd name="connsiteY519" fmla="*/ 758877 h 903022"/>
                <a:gd name="connsiteX520" fmla="*/ 26688 w 551389"/>
                <a:gd name="connsiteY520" fmla="*/ 761063 h 903022"/>
                <a:gd name="connsiteX521" fmla="*/ 19957 w 551389"/>
                <a:gd name="connsiteY521" fmla="*/ 756724 h 903022"/>
                <a:gd name="connsiteX522" fmla="*/ 13226 w 551389"/>
                <a:gd name="connsiteY522" fmla="*/ 759112 h 903022"/>
                <a:gd name="connsiteX523" fmla="*/ 11476 w 551389"/>
                <a:gd name="connsiteY523" fmla="*/ 756084 h 903022"/>
                <a:gd name="connsiteX524" fmla="*/ 8010 w 551389"/>
                <a:gd name="connsiteY524" fmla="*/ 755210 h 903022"/>
                <a:gd name="connsiteX525" fmla="*/ 2591 w 551389"/>
                <a:gd name="connsiteY525" fmla="*/ 755210 h 903022"/>
                <a:gd name="connsiteX526" fmla="*/ 0 w 551389"/>
                <a:gd name="connsiteY526" fmla="*/ 758473 h 903022"/>
                <a:gd name="connsiteX527" fmla="*/ 0 w 551389"/>
                <a:gd name="connsiteY527" fmla="*/ 763014 h 903022"/>
                <a:gd name="connsiteX528" fmla="*/ 0 w 551389"/>
                <a:gd name="connsiteY528" fmla="*/ 766479 h 903022"/>
                <a:gd name="connsiteX529" fmla="*/ 0 w 551389"/>
                <a:gd name="connsiteY529" fmla="*/ 769944 h 903022"/>
                <a:gd name="connsiteX530" fmla="*/ 2188 w 551389"/>
                <a:gd name="connsiteY530" fmla="*/ 772568 h 903022"/>
                <a:gd name="connsiteX531" fmla="*/ 7842 w 551389"/>
                <a:gd name="connsiteY531" fmla="*/ 772568 h 903022"/>
                <a:gd name="connsiteX532" fmla="*/ 10904 w 551389"/>
                <a:gd name="connsiteY532" fmla="*/ 775393 h 903022"/>
                <a:gd name="connsiteX533" fmla="*/ 14371 w 551389"/>
                <a:gd name="connsiteY533" fmla="*/ 779531 h 903022"/>
                <a:gd name="connsiteX534" fmla="*/ 18510 w 551389"/>
                <a:gd name="connsiteY534" fmla="*/ 779531 h 903022"/>
                <a:gd name="connsiteX535" fmla="*/ 23525 w 551389"/>
                <a:gd name="connsiteY535" fmla="*/ 779531 h 903022"/>
                <a:gd name="connsiteX536" fmla="*/ 28102 w 551389"/>
                <a:gd name="connsiteY536" fmla="*/ 778455 h 903022"/>
                <a:gd name="connsiteX537" fmla="*/ 33116 w 551389"/>
                <a:gd name="connsiteY537" fmla="*/ 775629 h 903022"/>
                <a:gd name="connsiteX538" fmla="*/ 36818 w 551389"/>
                <a:gd name="connsiteY538" fmla="*/ 773443 h 903022"/>
                <a:gd name="connsiteX539" fmla="*/ 39006 w 551389"/>
                <a:gd name="connsiteY539" fmla="*/ 771054 h 903022"/>
                <a:gd name="connsiteX540" fmla="*/ 40756 w 551389"/>
                <a:gd name="connsiteY540" fmla="*/ 769103 h 903022"/>
                <a:gd name="connsiteX541" fmla="*/ 42506 w 551389"/>
                <a:gd name="connsiteY541" fmla="*/ 766715 h 903022"/>
                <a:gd name="connsiteX542" fmla="*/ 45770 w 551389"/>
                <a:gd name="connsiteY542" fmla="*/ 768464 h 903022"/>
                <a:gd name="connsiteX543" fmla="*/ 47722 w 551389"/>
                <a:gd name="connsiteY543" fmla="*/ 768901 h 903022"/>
                <a:gd name="connsiteX544" fmla="*/ 50549 w 551389"/>
                <a:gd name="connsiteY544" fmla="*/ 767152 h 903022"/>
                <a:gd name="connsiteX545" fmla="*/ 57953 w 551389"/>
                <a:gd name="connsiteY545" fmla="*/ 765840 h 903022"/>
                <a:gd name="connsiteX546" fmla="*/ 60545 w 551389"/>
                <a:gd name="connsiteY546" fmla="*/ 766277 h 903022"/>
                <a:gd name="connsiteX547" fmla="*/ 67175 w 551389"/>
                <a:gd name="connsiteY547" fmla="*/ 766815 h 903022"/>
                <a:gd name="connsiteX548" fmla="*/ 68487 w 551389"/>
                <a:gd name="connsiteY548" fmla="*/ 768329 h 903022"/>
                <a:gd name="connsiteX549" fmla="*/ 69026 w 551389"/>
                <a:gd name="connsiteY549" fmla="*/ 771256 h 903022"/>
                <a:gd name="connsiteX550" fmla="*/ 68050 w 551389"/>
                <a:gd name="connsiteY550" fmla="*/ 772332 h 903022"/>
                <a:gd name="connsiteX551" fmla="*/ 65761 w 551389"/>
                <a:gd name="connsiteY551" fmla="*/ 773745 h 903022"/>
                <a:gd name="connsiteX552" fmla="*/ 64785 w 551389"/>
                <a:gd name="connsiteY552" fmla="*/ 775797 h 903022"/>
                <a:gd name="connsiteX553" fmla="*/ 64886 w 551389"/>
                <a:gd name="connsiteY553" fmla="*/ 778825 h 903022"/>
                <a:gd name="connsiteX554" fmla="*/ 66064 w 551389"/>
                <a:gd name="connsiteY554" fmla="*/ 779834 h 903022"/>
                <a:gd name="connsiteX555" fmla="*/ 69329 w 551389"/>
                <a:gd name="connsiteY555" fmla="*/ 781112 h 903022"/>
                <a:gd name="connsiteX556" fmla="*/ 73232 w 551389"/>
                <a:gd name="connsiteY556" fmla="*/ 782424 h 903022"/>
                <a:gd name="connsiteX557" fmla="*/ 76261 w 551389"/>
                <a:gd name="connsiteY557" fmla="*/ 783837 h 903022"/>
                <a:gd name="connsiteX558" fmla="*/ 78112 w 551389"/>
                <a:gd name="connsiteY558" fmla="*/ 785048 h 903022"/>
                <a:gd name="connsiteX559" fmla="*/ 82454 w 551389"/>
                <a:gd name="connsiteY559" fmla="*/ 787336 h 903022"/>
                <a:gd name="connsiteX560" fmla="*/ 85617 w 551389"/>
                <a:gd name="connsiteY560" fmla="*/ 788210 h 903022"/>
                <a:gd name="connsiteX561" fmla="*/ 88781 w 551389"/>
                <a:gd name="connsiteY561" fmla="*/ 788210 h 903022"/>
                <a:gd name="connsiteX562" fmla="*/ 92920 w 551389"/>
                <a:gd name="connsiteY562" fmla="*/ 791372 h 903022"/>
                <a:gd name="connsiteX563" fmla="*/ 94132 w 551389"/>
                <a:gd name="connsiteY563" fmla="*/ 793424 h 903022"/>
                <a:gd name="connsiteX564" fmla="*/ 96622 w 551389"/>
                <a:gd name="connsiteY564" fmla="*/ 793424 h 903022"/>
                <a:gd name="connsiteX565" fmla="*/ 97699 w 551389"/>
                <a:gd name="connsiteY565" fmla="*/ 792348 h 903022"/>
                <a:gd name="connsiteX566" fmla="*/ 100425 w 551389"/>
                <a:gd name="connsiteY566" fmla="*/ 791473 h 903022"/>
                <a:gd name="connsiteX567" fmla="*/ 102613 w 551389"/>
                <a:gd name="connsiteY567" fmla="*/ 789960 h 903022"/>
                <a:gd name="connsiteX568" fmla="*/ 104363 w 551389"/>
                <a:gd name="connsiteY568" fmla="*/ 789320 h 903022"/>
                <a:gd name="connsiteX569" fmla="*/ 105877 w 551389"/>
                <a:gd name="connsiteY569" fmla="*/ 787134 h 903022"/>
                <a:gd name="connsiteX570" fmla="*/ 108166 w 551389"/>
                <a:gd name="connsiteY570" fmla="*/ 785183 h 903022"/>
                <a:gd name="connsiteX571" fmla="*/ 111329 w 551389"/>
                <a:gd name="connsiteY571" fmla="*/ 784544 h 903022"/>
                <a:gd name="connsiteX572" fmla="*/ 113820 w 551389"/>
                <a:gd name="connsiteY572" fmla="*/ 784005 h 903022"/>
                <a:gd name="connsiteX573" fmla="*/ 115233 w 551389"/>
                <a:gd name="connsiteY573" fmla="*/ 783568 h 903022"/>
                <a:gd name="connsiteX574" fmla="*/ 117522 w 551389"/>
                <a:gd name="connsiteY574" fmla="*/ 781920 h 903022"/>
                <a:gd name="connsiteX575" fmla="*/ 120113 w 551389"/>
                <a:gd name="connsiteY575" fmla="*/ 780709 h 903022"/>
                <a:gd name="connsiteX576" fmla="*/ 122065 w 551389"/>
                <a:gd name="connsiteY576" fmla="*/ 779498 h 903022"/>
                <a:gd name="connsiteX577" fmla="*/ 124017 w 551389"/>
                <a:gd name="connsiteY577" fmla="*/ 780137 h 903022"/>
                <a:gd name="connsiteX578" fmla="*/ 127046 w 551389"/>
                <a:gd name="connsiteY578" fmla="*/ 781348 h 903022"/>
                <a:gd name="connsiteX579" fmla="*/ 128561 w 551389"/>
                <a:gd name="connsiteY579" fmla="*/ 784611 h 903022"/>
                <a:gd name="connsiteX580" fmla="*/ 129772 w 551389"/>
                <a:gd name="connsiteY580" fmla="*/ 785923 h 903022"/>
                <a:gd name="connsiteX581" fmla="*/ 132936 w 551389"/>
                <a:gd name="connsiteY581" fmla="*/ 786259 h 903022"/>
                <a:gd name="connsiteX582" fmla="*/ 135426 w 551389"/>
                <a:gd name="connsiteY582" fmla="*/ 786360 h 903022"/>
                <a:gd name="connsiteX583" fmla="*/ 139330 w 551389"/>
                <a:gd name="connsiteY583" fmla="*/ 787134 h 903022"/>
                <a:gd name="connsiteX584" fmla="*/ 142258 w 551389"/>
                <a:gd name="connsiteY584" fmla="*/ 787033 h 903022"/>
                <a:gd name="connsiteX585" fmla="*/ 144109 w 551389"/>
                <a:gd name="connsiteY585" fmla="*/ 786596 h 903022"/>
                <a:gd name="connsiteX586" fmla="*/ 146162 w 551389"/>
                <a:gd name="connsiteY586" fmla="*/ 786495 h 903022"/>
                <a:gd name="connsiteX587" fmla="*/ 147676 w 551389"/>
                <a:gd name="connsiteY587" fmla="*/ 786293 h 903022"/>
                <a:gd name="connsiteX588" fmla="*/ 149864 w 551389"/>
                <a:gd name="connsiteY588" fmla="*/ 785956 h 903022"/>
                <a:gd name="connsiteX589" fmla="*/ 151042 w 551389"/>
                <a:gd name="connsiteY589" fmla="*/ 784443 h 903022"/>
                <a:gd name="connsiteX590" fmla="*/ 154306 w 551389"/>
                <a:gd name="connsiteY590" fmla="*/ 783030 h 903022"/>
                <a:gd name="connsiteX591" fmla="*/ 157470 w 551389"/>
                <a:gd name="connsiteY591" fmla="*/ 783131 h 903022"/>
                <a:gd name="connsiteX592" fmla="*/ 159085 w 551389"/>
                <a:gd name="connsiteY592" fmla="*/ 784005 h 903022"/>
                <a:gd name="connsiteX593" fmla="*/ 160499 w 551389"/>
                <a:gd name="connsiteY593" fmla="*/ 786057 h 903022"/>
                <a:gd name="connsiteX594" fmla="*/ 159960 w 551389"/>
                <a:gd name="connsiteY594" fmla="*/ 789220 h 903022"/>
                <a:gd name="connsiteX595" fmla="*/ 158446 w 551389"/>
                <a:gd name="connsiteY595" fmla="*/ 790834 h 903022"/>
                <a:gd name="connsiteX596" fmla="*/ 158109 w 551389"/>
                <a:gd name="connsiteY596" fmla="*/ 794635 h 903022"/>
                <a:gd name="connsiteX597" fmla="*/ 156359 w 551389"/>
                <a:gd name="connsiteY597" fmla="*/ 796048 h 903022"/>
                <a:gd name="connsiteX598" fmla="*/ 155383 w 551389"/>
                <a:gd name="connsiteY598" fmla="*/ 798235 h 903022"/>
                <a:gd name="connsiteX599" fmla="*/ 154508 w 551389"/>
                <a:gd name="connsiteY599" fmla="*/ 800287 h 903022"/>
                <a:gd name="connsiteX600" fmla="*/ 154407 w 551389"/>
                <a:gd name="connsiteY600" fmla="*/ 803113 h 903022"/>
                <a:gd name="connsiteX601" fmla="*/ 156696 w 551389"/>
                <a:gd name="connsiteY601" fmla="*/ 806140 h 903022"/>
                <a:gd name="connsiteX602" fmla="*/ 158984 w 551389"/>
                <a:gd name="connsiteY602" fmla="*/ 807217 h 903022"/>
                <a:gd name="connsiteX603" fmla="*/ 164201 w 551389"/>
                <a:gd name="connsiteY603" fmla="*/ 809807 h 903022"/>
                <a:gd name="connsiteX604" fmla="*/ 164975 w 551389"/>
                <a:gd name="connsiteY604" fmla="*/ 811993 h 903022"/>
                <a:gd name="connsiteX605" fmla="*/ 165177 w 551389"/>
                <a:gd name="connsiteY605" fmla="*/ 815055 h 903022"/>
                <a:gd name="connsiteX606" fmla="*/ 167465 w 551389"/>
                <a:gd name="connsiteY606" fmla="*/ 817107 h 903022"/>
                <a:gd name="connsiteX607" fmla="*/ 170057 w 551389"/>
                <a:gd name="connsiteY607" fmla="*/ 817645 h 903022"/>
                <a:gd name="connsiteX608" fmla="*/ 173321 w 551389"/>
                <a:gd name="connsiteY608" fmla="*/ 818183 h 903022"/>
                <a:gd name="connsiteX609" fmla="*/ 174836 w 551389"/>
                <a:gd name="connsiteY609" fmla="*/ 818183 h 903022"/>
                <a:gd name="connsiteX610" fmla="*/ 175980 w 551389"/>
                <a:gd name="connsiteY610" fmla="*/ 816232 h 903022"/>
                <a:gd name="connsiteX611" fmla="*/ 175711 w 551389"/>
                <a:gd name="connsiteY611" fmla="*/ 814382 h 903022"/>
                <a:gd name="connsiteX612" fmla="*/ 175711 w 551389"/>
                <a:gd name="connsiteY612" fmla="*/ 811657 h 903022"/>
                <a:gd name="connsiteX613" fmla="*/ 176788 w 551389"/>
                <a:gd name="connsiteY613" fmla="*/ 810883 h 903022"/>
                <a:gd name="connsiteX614" fmla="*/ 177528 w 551389"/>
                <a:gd name="connsiteY614" fmla="*/ 809571 h 903022"/>
                <a:gd name="connsiteX615" fmla="*/ 179278 w 551389"/>
                <a:gd name="connsiteY615" fmla="*/ 808596 h 903022"/>
                <a:gd name="connsiteX616" fmla="*/ 180591 w 551389"/>
                <a:gd name="connsiteY616" fmla="*/ 806308 h 903022"/>
                <a:gd name="connsiteX617" fmla="*/ 181567 w 551389"/>
                <a:gd name="connsiteY617" fmla="*/ 805232 h 903022"/>
                <a:gd name="connsiteX618" fmla="*/ 185807 w 551389"/>
                <a:gd name="connsiteY618" fmla="*/ 805131 h 903022"/>
                <a:gd name="connsiteX619" fmla="*/ 189172 w 551389"/>
                <a:gd name="connsiteY619" fmla="*/ 805131 h 903022"/>
                <a:gd name="connsiteX620" fmla="*/ 190485 w 551389"/>
                <a:gd name="connsiteY620" fmla="*/ 808192 h 903022"/>
                <a:gd name="connsiteX621" fmla="*/ 190048 w 551389"/>
                <a:gd name="connsiteY621" fmla="*/ 810480 h 903022"/>
                <a:gd name="connsiteX622" fmla="*/ 188297 w 551389"/>
                <a:gd name="connsiteY622" fmla="*/ 812431 h 903022"/>
                <a:gd name="connsiteX623" fmla="*/ 187860 w 551389"/>
                <a:gd name="connsiteY623" fmla="*/ 816333 h 903022"/>
                <a:gd name="connsiteX624" fmla="*/ 188398 w 551389"/>
                <a:gd name="connsiteY624" fmla="*/ 817309 h 903022"/>
                <a:gd name="connsiteX625" fmla="*/ 189374 w 551389"/>
                <a:gd name="connsiteY625" fmla="*/ 818183 h 903022"/>
                <a:gd name="connsiteX626" fmla="*/ 190249 w 551389"/>
                <a:gd name="connsiteY626" fmla="*/ 819394 h 903022"/>
                <a:gd name="connsiteX627" fmla="*/ 191663 w 551389"/>
                <a:gd name="connsiteY627" fmla="*/ 822422 h 903022"/>
                <a:gd name="connsiteX628" fmla="*/ 193413 w 551389"/>
                <a:gd name="connsiteY628" fmla="*/ 824709 h 903022"/>
                <a:gd name="connsiteX629" fmla="*/ 195668 w 551389"/>
                <a:gd name="connsiteY629" fmla="*/ 824709 h 903022"/>
                <a:gd name="connsiteX630" fmla="*/ 199134 w 551389"/>
                <a:gd name="connsiteY630" fmla="*/ 824709 h 903022"/>
                <a:gd name="connsiteX631" fmla="*/ 201961 w 551389"/>
                <a:gd name="connsiteY631" fmla="*/ 823734 h 903022"/>
                <a:gd name="connsiteX632" fmla="*/ 203375 w 551389"/>
                <a:gd name="connsiteY632" fmla="*/ 821244 h 903022"/>
                <a:gd name="connsiteX633" fmla="*/ 206740 w 551389"/>
                <a:gd name="connsiteY633" fmla="*/ 820807 h 903022"/>
                <a:gd name="connsiteX634" fmla="*/ 210779 w 551389"/>
                <a:gd name="connsiteY634" fmla="*/ 820908 h 903022"/>
                <a:gd name="connsiteX635" fmla="*/ 213505 w 551389"/>
                <a:gd name="connsiteY635" fmla="*/ 822119 h 903022"/>
                <a:gd name="connsiteX636" fmla="*/ 215793 w 551389"/>
                <a:gd name="connsiteY636" fmla="*/ 823868 h 903022"/>
                <a:gd name="connsiteX637" fmla="*/ 215793 w 551389"/>
                <a:gd name="connsiteY637" fmla="*/ 825281 h 903022"/>
                <a:gd name="connsiteX638" fmla="*/ 218620 w 551389"/>
                <a:gd name="connsiteY638" fmla="*/ 827569 h 903022"/>
                <a:gd name="connsiteX639" fmla="*/ 218721 w 551389"/>
                <a:gd name="connsiteY639" fmla="*/ 830731 h 903022"/>
                <a:gd name="connsiteX640" fmla="*/ 219361 w 551389"/>
                <a:gd name="connsiteY640" fmla="*/ 832480 h 903022"/>
                <a:gd name="connsiteX641" fmla="*/ 219260 w 551389"/>
                <a:gd name="connsiteY641" fmla="*/ 834667 h 903022"/>
                <a:gd name="connsiteX642" fmla="*/ 219798 w 551389"/>
                <a:gd name="connsiteY642" fmla="*/ 837593 h 903022"/>
                <a:gd name="connsiteX643" fmla="*/ 224375 w 551389"/>
                <a:gd name="connsiteY643" fmla="*/ 839544 h 903022"/>
                <a:gd name="connsiteX644" fmla="*/ 227303 w 551389"/>
                <a:gd name="connsiteY644" fmla="*/ 840419 h 903022"/>
                <a:gd name="connsiteX645" fmla="*/ 228818 w 551389"/>
                <a:gd name="connsiteY645" fmla="*/ 843043 h 903022"/>
                <a:gd name="connsiteX646" fmla="*/ 231106 w 551389"/>
                <a:gd name="connsiteY646" fmla="*/ 844456 h 903022"/>
                <a:gd name="connsiteX647" fmla="*/ 232822 w 551389"/>
                <a:gd name="connsiteY647" fmla="*/ 846945 h 903022"/>
                <a:gd name="connsiteX648" fmla="*/ 235010 w 551389"/>
                <a:gd name="connsiteY648" fmla="*/ 850208 h 903022"/>
                <a:gd name="connsiteX649" fmla="*/ 237063 w 551389"/>
                <a:gd name="connsiteY649" fmla="*/ 852395 h 903022"/>
                <a:gd name="connsiteX650" fmla="*/ 239351 w 551389"/>
                <a:gd name="connsiteY650" fmla="*/ 852395 h 903022"/>
                <a:gd name="connsiteX651" fmla="*/ 241303 w 551389"/>
                <a:gd name="connsiteY651" fmla="*/ 850881 h 903022"/>
                <a:gd name="connsiteX652" fmla="*/ 243053 w 551389"/>
                <a:gd name="connsiteY652" fmla="*/ 848829 h 903022"/>
                <a:gd name="connsiteX653" fmla="*/ 243390 w 551389"/>
                <a:gd name="connsiteY653" fmla="*/ 846003 h 903022"/>
                <a:gd name="connsiteX654" fmla="*/ 243289 w 551389"/>
                <a:gd name="connsiteY654" fmla="*/ 844052 h 903022"/>
                <a:gd name="connsiteX655" fmla="*/ 244501 w 551389"/>
                <a:gd name="connsiteY655" fmla="*/ 841563 h 903022"/>
                <a:gd name="connsiteX656" fmla="*/ 246150 w 551389"/>
                <a:gd name="connsiteY656" fmla="*/ 840486 h 903022"/>
                <a:gd name="connsiteX657" fmla="*/ 248438 w 551389"/>
                <a:gd name="connsiteY657" fmla="*/ 839612 h 903022"/>
                <a:gd name="connsiteX658" fmla="*/ 250054 w 551389"/>
                <a:gd name="connsiteY658" fmla="*/ 839712 h 903022"/>
                <a:gd name="connsiteX659" fmla="*/ 252342 w 551389"/>
                <a:gd name="connsiteY659" fmla="*/ 839712 h 903022"/>
                <a:gd name="connsiteX660" fmla="*/ 255169 w 551389"/>
                <a:gd name="connsiteY660" fmla="*/ 840486 h 903022"/>
                <a:gd name="connsiteX661" fmla="*/ 256919 w 551389"/>
                <a:gd name="connsiteY661" fmla="*/ 840486 h 903022"/>
                <a:gd name="connsiteX662" fmla="*/ 259746 w 551389"/>
                <a:gd name="connsiteY662" fmla="*/ 839612 h 903022"/>
                <a:gd name="connsiteX663" fmla="*/ 261362 w 551389"/>
                <a:gd name="connsiteY663" fmla="*/ 839174 h 903022"/>
                <a:gd name="connsiteX664" fmla="*/ 263213 w 551389"/>
                <a:gd name="connsiteY664" fmla="*/ 838838 h 903022"/>
                <a:gd name="connsiteX665" fmla="*/ 265165 w 551389"/>
                <a:gd name="connsiteY665" fmla="*/ 837862 h 903022"/>
                <a:gd name="connsiteX666" fmla="*/ 266814 w 551389"/>
                <a:gd name="connsiteY666" fmla="*/ 836651 h 903022"/>
                <a:gd name="connsiteX667" fmla="*/ 268126 w 551389"/>
                <a:gd name="connsiteY667" fmla="*/ 835777 h 903022"/>
                <a:gd name="connsiteX668" fmla="*/ 269540 w 551389"/>
                <a:gd name="connsiteY668" fmla="*/ 835777 h 903022"/>
                <a:gd name="connsiteX669" fmla="*/ 271391 w 551389"/>
                <a:gd name="connsiteY669" fmla="*/ 836853 h 903022"/>
                <a:gd name="connsiteX670" fmla="*/ 273141 w 551389"/>
                <a:gd name="connsiteY670" fmla="*/ 838602 h 903022"/>
                <a:gd name="connsiteX671" fmla="*/ 274655 w 551389"/>
                <a:gd name="connsiteY671" fmla="*/ 840453 h 903022"/>
                <a:gd name="connsiteX672" fmla="*/ 276169 w 551389"/>
                <a:gd name="connsiteY672" fmla="*/ 840453 h 903022"/>
                <a:gd name="connsiteX673" fmla="*/ 278997 w 551389"/>
                <a:gd name="connsiteY673" fmla="*/ 840453 h 903022"/>
                <a:gd name="connsiteX674" fmla="*/ 286165 w 551389"/>
                <a:gd name="connsiteY674" fmla="*/ 840453 h 903022"/>
                <a:gd name="connsiteX675" fmla="*/ 291348 w 551389"/>
                <a:gd name="connsiteY675" fmla="*/ 840453 h 903022"/>
                <a:gd name="connsiteX676" fmla="*/ 293098 w 551389"/>
                <a:gd name="connsiteY676" fmla="*/ 840453 h 903022"/>
                <a:gd name="connsiteX677" fmla="*/ 295790 w 551389"/>
                <a:gd name="connsiteY677" fmla="*/ 843211 h 903022"/>
                <a:gd name="connsiteX678" fmla="*/ 297742 w 551389"/>
                <a:gd name="connsiteY678" fmla="*/ 846407 h 903022"/>
                <a:gd name="connsiteX679" fmla="*/ 301209 w 551389"/>
                <a:gd name="connsiteY679" fmla="*/ 849165 h 903022"/>
                <a:gd name="connsiteX680" fmla="*/ 306728 w 551389"/>
                <a:gd name="connsiteY680" fmla="*/ 852193 h 903022"/>
                <a:gd name="connsiteX681" fmla="*/ 313391 w 551389"/>
                <a:gd name="connsiteY681" fmla="*/ 855523 h 903022"/>
                <a:gd name="connsiteX682" fmla="*/ 316420 w 551389"/>
                <a:gd name="connsiteY682" fmla="*/ 858988 h 903022"/>
                <a:gd name="connsiteX683" fmla="*/ 319449 w 551389"/>
                <a:gd name="connsiteY683" fmla="*/ 861175 h 903022"/>
                <a:gd name="connsiteX684" fmla="*/ 325810 w 551389"/>
                <a:gd name="connsiteY684" fmla="*/ 865077 h 903022"/>
                <a:gd name="connsiteX685" fmla="*/ 329142 w 551389"/>
                <a:gd name="connsiteY685" fmla="*/ 867398 h 903022"/>
                <a:gd name="connsiteX686" fmla="*/ 331027 w 551389"/>
                <a:gd name="connsiteY686" fmla="*/ 869416 h 903022"/>
                <a:gd name="connsiteX687" fmla="*/ 334493 w 551389"/>
                <a:gd name="connsiteY687" fmla="*/ 871166 h 903022"/>
                <a:gd name="connsiteX688" fmla="*/ 337387 w 551389"/>
                <a:gd name="connsiteY688" fmla="*/ 871300 h 903022"/>
                <a:gd name="connsiteX689" fmla="*/ 340854 w 551389"/>
                <a:gd name="connsiteY689" fmla="*/ 871435 h 903022"/>
                <a:gd name="connsiteX690" fmla="*/ 343445 w 551389"/>
                <a:gd name="connsiteY690" fmla="*/ 872007 h 903022"/>
                <a:gd name="connsiteX691" fmla="*/ 344320 w 551389"/>
                <a:gd name="connsiteY691" fmla="*/ 873756 h 903022"/>
                <a:gd name="connsiteX692" fmla="*/ 346339 w 551389"/>
                <a:gd name="connsiteY692" fmla="*/ 876077 h 903022"/>
                <a:gd name="connsiteX693" fmla="*/ 348359 w 551389"/>
                <a:gd name="connsiteY693" fmla="*/ 877221 h 903022"/>
                <a:gd name="connsiteX694" fmla="*/ 351388 w 551389"/>
                <a:gd name="connsiteY694" fmla="*/ 880686 h 903022"/>
                <a:gd name="connsiteX695" fmla="*/ 352700 w 551389"/>
                <a:gd name="connsiteY695" fmla="*/ 881997 h 903022"/>
                <a:gd name="connsiteX696" fmla="*/ 356167 w 551389"/>
                <a:gd name="connsiteY696" fmla="*/ 884756 h 903022"/>
                <a:gd name="connsiteX697" fmla="*/ 357042 w 551389"/>
                <a:gd name="connsiteY697" fmla="*/ 887514 h 903022"/>
                <a:gd name="connsiteX698" fmla="*/ 358926 w 551389"/>
                <a:gd name="connsiteY698" fmla="*/ 890979 h 903022"/>
                <a:gd name="connsiteX699" fmla="*/ 363873 w 551389"/>
                <a:gd name="connsiteY699" fmla="*/ 895184 h 903022"/>
                <a:gd name="connsiteX700" fmla="*/ 365758 w 551389"/>
                <a:gd name="connsiteY700" fmla="*/ 898817 h 903022"/>
                <a:gd name="connsiteX701" fmla="*/ 369393 w 551389"/>
                <a:gd name="connsiteY701" fmla="*/ 903022 h 903022"/>
                <a:gd name="connsiteX702" fmla="*/ 376494 w 551389"/>
                <a:gd name="connsiteY702" fmla="*/ 903022 h 903022"/>
                <a:gd name="connsiteX703" fmla="*/ 379556 w 551389"/>
                <a:gd name="connsiteY703" fmla="*/ 901946 h 903022"/>
                <a:gd name="connsiteX704" fmla="*/ 386085 w 551389"/>
                <a:gd name="connsiteY704" fmla="*/ 901307 h 903022"/>
                <a:gd name="connsiteX705" fmla="*/ 392177 w 551389"/>
                <a:gd name="connsiteY705" fmla="*/ 901307 h 903022"/>
                <a:gd name="connsiteX706" fmla="*/ 395643 w 551389"/>
                <a:gd name="connsiteY706" fmla="*/ 901307 h 903022"/>
                <a:gd name="connsiteX707" fmla="*/ 401163 w 551389"/>
                <a:gd name="connsiteY707" fmla="*/ 901744 h 903022"/>
                <a:gd name="connsiteX708" fmla="*/ 400019 w 551389"/>
                <a:gd name="connsiteY708" fmla="*/ 897539 h 903022"/>
                <a:gd name="connsiteX709" fmla="*/ 396249 w 551389"/>
                <a:gd name="connsiteY709" fmla="*/ 886539 h 903022"/>
                <a:gd name="connsiteX710" fmla="*/ 395946 w 551389"/>
                <a:gd name="connsiteY710" fmla="*/ 879878 h 903022"/>
                <a:gd name="connsiteX711" fmla="*/ 396384 w 551389"/>
                <a:gd name="connsiteY711" fmla="*/ 871603 h 903022"/>
                <a:gd name="connsiteX712" fmla="*/ 396821 w 551389"/>
                <a:gd name="connsiteY712" fmla="*/ 862756 h 903022"/>
                <a:gd name="connsiteX713" fmla="*/ 396687 w 551389"/>
                <a:gd name="connsiteY713" fmla="*/ 854514 h 903022"/>
                <a:gd name="connsiteX714" fmla="*/ 394499 w 551389"/>
                <a:gd name="connsiteY714" fmla="*/ 849165 h 903022"/>
                <a:gd name="connsiteX715" fmla="*/ 390158 w 551389"/>
                <a:gd name="connsiteY715" fmla="*/ 844388 h 903022"/>
                <a:gd name="connsiteX716" fmla="*/ 384504 w 551389"/>
                <a:gd name="connsiteY716" fmla="*/ 837593 h 903022"/>
                <a:gd name="connsiteX717" fmla="*/ 383932 w 551389"/>
                <a:gd name="connsiteY717" fmla="*/ 832951 h 903022"/>
                <a:gd name="connsiteX718" fmla="*/ 387836 w 551389"/>
                <a:gd name="connsiteY718" fmla="*/ 825988 h 903022"/>
                <a:gd name="connsiteX719" fmla="*/ 391033 w 551389"/>
                <a:gd name="connsiteY719" fmla="*/ 822220 h 903022"/>
                <a:gd name="connsiteX720" fmla="*/ 391739 w 551389"/>
                <a:gd name="connsiteY720" fmla="*/ 814382 h 903022"/>
                <a:gd name="connsiteX721" fmla="*/ 392614 w 551389"/>
                <a:gd name="connsiteY721" fmla="*/ 804391 h 903022"/>
                <a:gd name="connsiteX722" fmla="*/ 395643 w 551389"/>
                <a:gd name="connsiteY722" fmla="*/ 803315 h 903022"/>
                <a:gd name="connsiteX723" fmla="*/ 397965 w 551389"/>
                <a:gd name="connsiteY723" fmla="*/ 800489 h 903022"/>
                <a:gd name="connsiteX724" fmla="*/ 404360 w 551389"/>
                <a:gd name="connsiteY724" fmla="*/ 800489 h 903022"/>
                <a:gd name="connsiteX725" fmla="*/ 409879 w 551389"/>
                <a:gd name="connsiteY725" fmla="*/ 803819 h 903022"/>
                <a:gd name="connsiteX726" fmla="*/ 419000 w 551389"/>
                <a:gd name="connsiteY726" fmla="*/ 803382 h 903022"/>
                <a:gd name="connsiteX727" fmla="*/ 427413 w 551389"/>
                <a:gd name="connsiteY727" fmla="*/ 800489 h 903022"/>
                <a:gd name="connsiteX728" fmla="*/ 432058 w 551389"/>
                <a:gd name="connsiteY728" fmla="*/ 800489 h 903022"/>
                <a:gd name="connsiteX729" fmla="*/ 440606 w 551389"/>
                <a:gd name="connsiteY729" fmla="*/ 798739 h 903022"/>
                <a:gd name="connsiteX730" fmla="*/ 446697 w 551389"/>
                <a:gd name="connsiteY730" fmla="*/ 795544 h 903022"/>
                <a:gd name="connsiteX731" fmla="*/ 449592 w 551389"/>
                <a:gd name="connsiteY731" fmla="*/ 790632 h 903022"/>
                <a:gd name="connsiteX732" fmla="*/ 451039 w 551389"/>
                <a:gd name="connsiteY732" fmla="*/ 785856 h 903022"/>
                <a:gd name="connsiteX733" fmla="*/ 449592 w 551389"/>
                <a:gd name="connsiteY733" fmla="*/ 780204 h 903022"/>
                <a:gd name="connsiteX734" fmla="*/ 441918 w 551389"/>
                <a:gd name="connsiteY734" fmla="*/ 774687 h 903022"/>
                <a:gd name="connsiteX735" fmla="*/ 436702 w 551389"/>
                <a:gd name="connsiteY735" fmla="*/ 771357 h 903022"/>
                <a:gd name="connsiteX736" fmla="*/ 428154 w 551389"/>
                <a:gd name="connsiteY736" fmla="*/ 769910 h 903022"/>
                <a:gd name="connsiteX737" fmla="*/ 421355 w 551389"/>
                <a:gd name="connsiteY737" fmla="*/ 770617 h 903022"/>
                <a:gd name="connsiteX738" fmla="*/ 417283 w 551389"/>
                <a:gd name="connsiteY738" fmla="*/ 770920 h 903022"/>
                <a:gd name="connsiteX739" fmla="*/ 412370 w 551389"/>
                <a:gd name="connsiteY739" fmla="*/ 765840 h 903022"/>
                <a:gd name="connsiteX740" fmla="*/ 412672 w 551389"/>
                <a:gd name="connsiteY740" fmla="*/ 761063 h 903022"/>
                <a:gd name="connsiteX741" fmla="*/ 414860 w 551389"/>
                <a:gd name="connsiteY741" fmla="*/ 756993 h 903022"/>
                <a:gd name="connsiteX742" fmla="*/ 414288 w 551389"/>
                <a:gd name="connsiteY742" fmla="*/ 752081 h 903022"/>
                <a:gd name="connsiteX743" fmla="*/ 413716 w 551389"/>
                <a:gd name="connsiteY743" fmla="*/ 747439 h 903022"/>
                <a:gd name="connsiteX744" fmla="*/ 407624 w 551389"/>
                <a:gd name="connsiteY744" fmla="*/ 744546 h 903022"/>
                <a:gd name="connsiteX745" fmla="*/ 402677 w 551389"/>
                <a:gd name="connsiteY745" fmla="*/ 744546 h 903022"/>
                <a:gd name="connsiteX746" fmla="*/ 397764 w 551389"/>
                <a:gd name="connsiteY746" fmla="*/ 744277 h 903022"/>
                <a:gd name="connsiteX747" fmla="*/ 393994 w 551389"/>
                <a:gd name="connsiteY747" fmla="*/ 742797 h 903022"/>
                <a:gd name="connsiteX748" fmla="*/ 385311 w 551389"/>
                <a:gd name="connsiteY748" fmla="*/ 738726 h 903022"/>
                <a:gd name="connsiteX749" fmla="*/ 384436 w 551389"/>
                <a:gd name="connsiteY749" fmla="*/ 736775 h 903022"/>
                <a:gd name="connsiteX750" fmla="*/ 385210 w 551389"/>
                <a:gd name="connsiteY750" fmla="*/ 733849 h 903022"/>
                <a:gd name="connsiteX751" fmla="*/ 387936 w 551389"/>
                <a:gd name="connsiteY751" fmla="*/ 730485 h 903022"/>
                <a:gd name="connsiteX752" fmla="*/ 389013 w 551389"/>
                <a:gd name="connsiteY752" fmla="*/ 729408 h 903022"/>
                <a:gd name="connsiteX753" fmla="*/ 393590 w 551389"/>
                <a:gd name="connsiteY753" fmla="*/ 727457 h 903022"/>
                <a:gd name="connsiteX754" fmla="*/ 397932 w 551389"/>
                <a:gd name="connsiteY754" fmla="*/ 727457 h 903022"/>
                <a:gd name="connsiteX755" fmla="*/ 402509 w 551389"/>
                <a:gd name="connsiteY755" fmla="*/ 726112 h 903022"/>
                <a:gd name="connsiteX756" fmla="*/ 407523 w 551389"/>
                <a:gd name="connsiteY756" fmla="*/ 723992 h 903022"/>
                <a:gd name="connsiteX757" fmla="*/ 411427 w 551389"/>
                <a:gd name="connsiteY757" fmla="*/ 723992 h 903022"/>
                <a:gd name="connsiteX758" fmla="*/ 415668 w 551389"/>
                <a:gd name="connsiteY758" fmla="*/ 725943 h 903022"/>
                <a:gd name="connsiteX759" fmla="*/ 421086 w 551389"/>
                <a:gd name="connsiteY759" fmla="*/ 728433 h 903022"/>
                <a:gd name="connsiteX760" fmla="*/ 428490 w 551389"/>
                <a:gd name="connsiteY760" fmla="*/ 730922 h 903022"/>
                <a:gd name="connsiteX761" fmla="*/ 435760 w 551389"/>
                <a:gd name="connsiteY761" fmla="*/ 732873 h 903022"/>
                <a:gd name="connsiteX762" fmla="*/ 445217 w 551389"/>
                <a:gd name="connsiteY762" fmla="*/ 735261 h 903022"/>
                <a:gd name="connsiteX763" fmla="*/ 455111 w 551389"/>
                <a:gd name="connsiteY763" fmla="*/ 736910 h 903022"/>
                <a:gd name="connsiteX764" fmla="*/ 462952 w 551389"/>
                <a:gd name="connsiteY764" fmla="*/ 735497 h 903022"/>
                <a:gd name="connsiteX765" fmla="*/ 465544 w 551389"/>
                <a:gd name="connsiteY765" fmla="*/ 733983 h 903022"/>
                <a:gd name="connsiteX766" fmla="*/ 475775 w 551389"/>
                <a:gd name="connsiteY766" fmla="*/ 733748 h 903022"/>
                <a:gd name="connsiteX767" fmla="*/ 482068 w 551389"/>
                <a:gd name="connsiteY767" fmla="*/ 731157 h 903022"/>
                <a:gd name="connsiteX768" fmla="*/ 484794 w 551389"/>
                <a:gd name="connsiteY768" fmla="*/ 729106 h 903022"/>
                <a:gd name="connsiteX769" fmla="*/ 487621 w 551389"/>
                <a:gd name="connsiteY769" fmla="*/ 725506 h 903022"/>
                <a:gd name="connsiteX770" fmla="*/ 490246 w 551389"/>
                <a:gd name="connsiteY770" fmla="*/ 725304 h 903022"/>
                <a:gd name="connsiteX771" fmla="*/ 492299 w 551389"/>
                <a:gd name="connsiteY771" fmla="*/ 726280 h 903022"/>
                <a:gd name="connsiteX772" fmla="*/ 493040 w 551389"/>
                <a:gd name="connsiteY772" fmla="*/ 728130 h 903022"/>
                <a:gd name="connsiteX773" fmla="*/ 492501 w 551389"/>
                <a:gd name="connsiteY773" fmla="*/ 731292 h 903022"/>
                <a:gd name="connsiteX774" fmla="*/ 493040 w 551389"/>
                <a:gd name="connsiteY774" fmla="*/ 733781 h 903022"/>
                <a:gd name="connsiteX775" fmla="*/ 495867 w 551389"/>
                <a:gd name="connsiteY775" fmla="*/ 736607 h 903022"/>
                <a:gd name="connsiteX776" fmla="*/ 499333 w 551389"/>
                <a:gd name="connsiteY776" fmla="*/ 739096 h 903022"/>
                <a:gd name="connsiteX777" fmla="*/ 503035 w 551389"/>
                <a:gd name="connsiteY777" fmla="*/ 740072 h 903022"/>
                <a:gd name="connsiteX778" fmla="*/ 505122 w 551389"/>
                <a:gd name="connsiteY778" fmla="*/ 740173 h 903022"/>
                <a:gd name="connsiteX779" fmla="*/ 508386 w 551389"/>
                <a:gd name="connsiteY779" fmla="*/ 739736 h 903022"/>
                <a:gd name="connsiteX780" fmla="*/ 511550 w 551389"/>
                <a:gd name="connsiteY780" fmla="*/ 737549 h 903022"/>
                <a:gd name="connsiteX781" fmla="*/ 513939 w 551389"/>
                <a:gd name="connsiteY781" fmla="*/ 735699 h 903022"/>
                <a:gd name="connsiteX782" fmla="*/ 515790 w 551389"/>
                <a:gd name="connsiteY782" fmla="*/ 733310 h 903022"/>
                <a:gd name="connsiteX783" fmla="*/ 518180 w 551389"/>
                <a:gd name="connsiteY783" fmla="*/ 731023 h 903022"/>
                <a:gd name="connsiteX784" fmla="*/ 522757 w 551389"/>
                <a:gd name="connsiteY784" fmla="*/ 729274 h 903022"/>
                <a:gd name="connsiteX785" fmla="*/ 526122 w 551389"/>
                <a:gd name="connsiteY785" fmla="*/ 727121 h 903022"/>
                <a:gd name="connsiteX786" fmla="*/ 528276 w 551389"/>
                <a:gd name="connsiteY786" fmla="*/ 725237 h 903022"/>
                <a:gd name="connsiteX787" fmla="*/ 531406 w 551389"/>
                <a:gd name="connsiteY787" fmla="*/ 720527 h 903022"/>
                <a:gd name="connsiteX788" fmla="*/ 534031 w 551389"/>
                <a:gd name="connsiteY788" fmla="*/ 716793 h 903022"/>
                <a:gd name="connsiteX789" fmla="*/ 534031 w 551389"/>
                <a:gd name="connsiteY789" fmla="*/ 712656 h 903022"/>
                <a:gd name="connsiteX790" fmla="*/ 534031 w 551389"/>
                <a:gd name="connsiteY790" fmla="*/ 709393 h 903022"/>
                <a:gd name="connsiteX791" fmla="*/ 534031 w 551389"/>
                <a:gd name="connsiteY791" fmla="*/ 703977 h 903022"/>
                <a:gd name="connsiteX792" fmla="*/ 534603 w 551389"/>
                <a:gd name="connsiteY792" fmla="*/ 701151 h 903022"/>
                <a:gd name="connsiteX793" fmla="*/ 534098 w 551389"/>
                <a:gd name="connsiteY793" fmla="*/ 696240 h 903022"/>
                <a:gd name="connsiteX794" fmla="*/ 532012 w 551389"/>
                <a:gd name="connsiteY794" fmla="*/ 691967 h 903022"/>
                <a:gd name="connsiteX795" fmla="*/ 527738 w 551389"/>
                <a:gd name="connsiteY795" fmla="*/ 688435 h 903022"/>
                <a:gd name="connsiteX796" fmla="*/ 523161 w 551389"/>
                <a:gd name="connsiteY796" fmla="*/ 684466 h 903022"/>
                <a:gd name="connsiteX797" fmla="*/ 519761 w 551389"/>
                <a:gd name="connsiteY797" fmla="*/ 682145 h 903022"/>
                <a:gd name="connsiteX798" fmla="*/ 518247 w 551389"/>
                <a:gd name="connsiteY798" fmla="*/ 680563 h 903022"/>
                <a:gd name="connsiteX799" fmla="*/ 515756 w 551389"/>
                <a:gd name="connsiteY799" fmla="*/ 680563 h 903022"/>
                <a:gd name="connsiteX800" fmla="*/ 512290 w 551389"/>
                <a:gd name="connsiteY800" fmla="*/ 675787 h 903022"/>
                <a:gd name="connsiteX801" fmla="*/ 512290 w 551389"/>
                <a:gd name="connsiteY801" fmla="*/ 670875 h 903022"/>
                <a:gd name="connsiteX802" fmla="*/ 512223 w 551389"/>
                <a:gd name="connsiteY802" fmla="*/ 666670 h 903022"/>
                <a:gd name="connsiteX803" fmla="*/ 509665 w 551389"/>
                <a:gd name="connsiteY803" fmla="*/ 663777 h 903022"/>
                <a:gd name="connsiteX804" fmla="*/ 505458 w 551389"/>
                <a:gd name="connsiteY804" fmla="*/ 659370 h 903022"/>
                <a:gd name="connsiteX805" fmla="*/ 504011 w 551389"/>
                <a:gd name="connsiteY805" fmla="*/ 657991 h 903022"/>
                <a:gd name="connsiteX806" fmla="*/ 498357 w 551389"/>
                <a:gd name="connsiteY806" fmla="*/ 657991 h 903022"/>
                <a:gd name="connsiteX807" fmla="*/ 495597 w 551389"/>
                <a:gd name="connsiteY807" fmla="*/ 657991 h 903022"/>
                <a:gd name="connsiteX808" fmla="*/ 493275 w 551389"/>
                <a:gd name="connsiteY808" fmla="*/ 657251 h 903022"/>
                <a:gd name="connsiteX809" fmla="*/ 492266 w 551389"/>
                <a:gd name="connsiteY809" fmla="*/ 654930 h 903022"/>
                <a:gd name="connsiteX810" fmla="*/ 492266 w 551389"/>
                <a:gd name="connsiteY810" fmla="*/ 651903 h 903022"/>
                <a:gd name="connsiteX811" fmla="*/ 494150 w 551389"/>
                <a:gd name="connsiteY811" fmla="*/ 650153 h 903022"/>
                <a:gd name="connsiteX812" fmla="*/ 495160 w 551389"/>
                <a:gd name="connsiteY812" fmla="*/ 649144 h 903022"/>
                <a:gd name="connsiteX813" fmla="*/ 498492 w 551389"/>
                <a:gd name="connsiteY813" fmla="*/ 645814 h 903022"/>
                <a:gd name="connsiteX814" fmla="*/ 494857 w 551389"/>
                <a:gd name="connsiteY814" fmla="*/ 642349 h 903022"/>
                <a:gd name="connsiteX815" fmla="*/ 489641 w 551389"/>
                <a:gd name="connsiteY815" fmla="*/ 642349 h 903022"/>
                <a:gd name="connsiteX816" fmla="*/ 487049 w 551389"/>
                <a:gd name="connsiteY816" fmla="*/ 640028 h 903022"/>
                <a:gd name="connsiteX817" fmla="*/ 486040 w 551389"/>
                <a:gd name="connsiteY817" fmla="*/ 637000 h 903022"/>
                <a:gd name="connsiteX818" fmla="*/ 487487 w 551389"/>
                <a:gd name="connsiteY818" fmla="*/ 634107 h 903022"/>
                <a:gd name="connsiteX819" fmla="*/ 491256 w 551389"/>
                <a:gd name="connsiteY819" fmla="*/ 630777 h 903022"/>
                <a:gd name="connsiteX820" fmla="*/ 494891 w 551389"/>
                <a:gd name="connsiteY820" fmla="*/ 628893 h 903022"/>
                <a:gd name="connsiteX821" fmla="*/ 497348 w 551389"/>
                <a:gd name="connsiteY821" fmla="*/ 625865 h 903022"/>
                <a:gd name="connsiteX822" fmla="*/ 497482 w 551389"/>
                <a:gd name="connsiteY822" fmla="*/ 624419 h 903022"/>
                <a:gd name="connsiteX823" fmla="*/ 495295 w 551389"/>
                <a:gd name="connsiteY823" fmla="*/ 621829 h 903022"/>
                <a:gd name="connsiteX824" fmla="*/ 493545 w 551389"/>
                <a:gd name="connsiteY824" fmla="*/ 620517 h 903022"/>
                <a:gd name="connsiteX825" fmla="*/ 490650 w 551389"/>
                <a:gd name="connsiteY825" fmla="*/ 618767 h 903022"/>
                <a:gd name="connsiteX826" fmla="*/ 486006 w 551389"/>
                <a:gd name="connsiteY826" fmla="*/ 617590 h 903022"/>
                <a:gd name="connsiteX827" fmla="*/ 481799 w 551389"/>
                <a:gd name="connsiteY827" fmla="*/ 616446 h 903022"/>
                <a:gd name="connsiteX828" fmla="*/ 478164 w 551389"/>
                <a:gd name="connsiteY828" fmla="*/ 614697 h 903022"/>
                <a:gd name="connsiteX829" fmla="*/ 476280 w 551389"/>
                <a:gd name="connsiteY829" fmla="*/ 612241 h 903022"/>
                <a:gd name="connsiteX830" fmla="*/ 474530 w 551389"/>
                <a:gd name="connsiteY830" fmla="*/ 609046 h 903022"/>
                <a:gd name="connsiteX831" fmla="*/ 474530 w 551389"/>
                <a:gd name="connsiteY831" fmla="*/ 608104 h 903022"/>
                <a:gd name="connsiteX832" fmla="*/ 478299 w 551389"/>
                <a:gd name="connsiteY832" fmla="*/ 605850 h 903022"/>
                <a:gd name="connsiteX833" fmla="*/ 480890 w 551389"/>
                <a:gd name="connsiteY833" fmla="*/ 605850 h 903022"/>
                <a:gd name="connsiteX834" fmla="*/ 481597 w 551389"/>
                <a:gd name="connsiteY834" fmla="*/ 604101 h 903022"/>
                <a:gd name="connsiteX835" fmla="*/ 482607 w 551389"/>
                <a:gd name="connsiteY835" fmla="*/ 602520 h 903022"/>
                <a:gd name="connsiteX836" fmla="*/ 480790 w 551389"/>
                <a:gd name="connsiteY836" fmla="*/ 600131 h 903022"/>
                <a:gd name="connsiteX837" fmla="*/ 477458 w 551389"/>
                <a:gd name="connsiteY837" fmla="*/ 596935 h 903022"/>
                <a:gd name="connsiteX838" fmla="*/ 475708 w 551389"/>
                <a:gd name="connsiteY838" fmla="*/ 594917 h 903022"/>
                <a:gd name="connsiteX839" fmla="*/ 471232 w 551389"/>
                <a:gd name="connsiteY839" fmla="*/ 590275 h 903022"/>
                <a:gd name="connsiteX840" fmla="*/ 467597 w 551389"/>
                <a:gd name="connsiteY840" fmla="*/ 585767 h 903022"/>
                <a:gd name="connsiteX841" fmla="*/ 466015 w 551389"/>
                <a:gd name="connsiteY841" fmla="*/ 583446 h 903022"/>
                <a:gd name="connsiteX842" fmla="*/ 466015 w 551389"/>
                <a:gd name="connsiteY842" fmla="*/ 578669 h 903022"/>
                <a:gd name="connsiteX843" fmla="*/ 466755 w 551389"/>
                <a:gd name="connsiteY843" fmla="*/ 576718 h 903022"/>
                <a:gd name="connsiteX844" fmla="*/ 469179 w 551389"/>
                <a:gd name="connsiteY844" fmla="*/ 574599 h 903022"/>
                <a:gd name="connsiteX845" fmla="*/ 469179 w 551389"/>
                <a:gd name="connsiteY845" fmla="*/ 574599 h 903022"/>
                <a:gd name="connsiteX846" fmla="*/ 469179 w 551389"/>
                <a:gd name="connsiteY846" fmla="*/ 574599 h 903022"/>
                <a:gd name="connsiteX847" fmla="*/ 462852 w 551389"/>
                <a:gd name="connsiteY847" fmla="*/ 572143 h 903022"/>
                <a:gd name="connsiteX848" fmla="*/ 460967 w 551389"/>
                <a:gd name="connsiteY848" fmla="*/ 568510 h 903022"/>
                <a:gd name="connsiteX849" fmla="*/ 460260 w 551389"/>
                <a:gd name="connsiteY849" fmla="*/ 562556 h 903022"/>
                <a:gd name="connsiteX850" fmla="*/ 460260 w 551389"/>
                <a:gd name="connsiteY850" fmla="*/ 551690 h 903022"/>
                <a:gd name="connsiteX851" fmla="*/ 461842 w 551389"/>
                <a:gd name="connsiteY851" fmla="*/ 544727 h 903022"/>
                <a:gd name="connsiteX852" fmla="*/ 460832 w 551389"/>
                <a:gd name="connsiteY852" fmla="*/ 542136 h 903022"/>
                <a:gd name="connsiteX853" fmla="*/ 460832 w 551389"/>
                <a:gd name="connsiteY853" fmla="*/ 534029 h 903022"/>
                <a:gd name="connsiteX854" fmla="*/ 461909 w 551389"/>
                <a:gd name="connsiteY854" fmla="*/ 529959 h 903022"/>
                <a:gd name="connsiteX855" fmla="*/ 463727 w 551389"/>
                <a:gd name="connsiteY855" fmla="*/ 526629 h 903022"/>
                <a:gd name="connsiteX856" fmla="*/ 466049 w 551389"/>
                <a:gd name="connsiteY856" fmla="*/ 522726 h 903022"/>
                <a:gd name="connsiteX857" fmla="*/ 466755 w 551389"/>
                <a:gd name="connsiteY857" fmla="*/ 519093 h 903022"/>
                <a:gd name="connsiteX858" fmla="*/ 467765 w 551389"/>
                <a:gd name="connsiteY858" fmla="*/ 516637 h 903022"/>
                <a:gd name="connsiteX859" fmla="*/ 467765 w 551389"/>
                <a:gd name="connsiteY859" fmla="*/ 511289 h 903022"/>
                <a:gd name="connsiteX860" fmla="*/ 467765 w 551389"/>
                <a:gd name="connsiteY860" fmla="*/ 507387 h 903022"/>
                <a:gd name="connsiteX861" fmla="*/ 467765 w 551389"/>
                <a:gd name="connsiteY861" fmla="*/ 501870 h 903022"/>
                <a:gd name="connsiteX862" fmla="*/ 469515 w 551389"/>
                <a:gd name="connsiteY862" fmla="*/ 498977 h 903022"/>
                <a:gd name="connsiteX863" fmla="*/ 472712 w 551389"/>
                <a:gd name="connsiteY863" fmla="*/ 495075 h 903022"/>
                <a:gd name="connsiteX864" fmla="*/ 474900 w 551389"/>
                <a:gd name="connsiteY864" fmla="*/ 491744 h 903022"/>
                <a:gd name="connsiteX865" fmla="*/ 478232 w 551389"/>
                <a:gd name="connsiteY865" fmla="*/ 486967 h 903022"/>
                <a:gd name="connsiteX866" fmla="*/ 482573 w 551389"/>
                <a:gd name="connsiteY866" fmla="*/ 481753 h 903022"/>
                <a:gd name="connsiteX867" fmla="*/ 483145 w 551389"/>
                <a:gd name="connsiteY867" fmla="*/ 475799 h 903022"/>
                <a:gd name="connsiteX868" fmla="*/ 485737 w 551389"/>
                <a:gd name="connsiteY868" fmla="*/ 471594 h 903022"/>
                <a:gd name="connsiteX869" fmla="*/ 487621 w 551389"/>
                <a:gd name="connsiteY869" fmla="*/ 467826 h 903022"/>
                <a:gd name="connsiteX870" fmla="*/ 489068 w 551389"/>
                <a:gd name="connsiteY870" fmla="*/ 462747 h 903022"/>
                <a:gd name="connsiteX871" fmla="*/ 490819 w 551389"/>
                <a:gd name="connsiteY871" fmla="*/ 458542 h 903022"/>
                <a:gd name="connsiteX872" fmla="*/ 491391 w 551389"/>
                <a:gd name="connsiteY872" fmla="*/ 452890 h 903022"/>
                <a:gd name="connsiteX873" fmla="*/ 490381 w 551389"/>
                <a:gd name="connsiteY873" fmla="*/ 448248 h 903022"/>
                <a:gd name="connsiteX874" fmla="*/ 490381 w 551389"/>
                <a:gd name="connsiteY874" fmla="*/ 444178 h 903022"/>
                <a:gd name="connsiteX875" fmla="*/ 488799 w 551389"/>
                <a:gd name="connsiteY875" fmla="*/ 436373 h 903022"/>
                <a:gd name="connsiteX876" fmla="*/ 486477 w 551389"/>
                <a:gd name="connsiteY876" fmla="*/ 433615 h 903022"/>
                <a:gd name="connsiteX877" fmla="*/ 481395 w 551389"/>
                <a:gd name="connsiteY877" fmla="*/ 427257 h 903022"/>
                <a:gd name="connsiteX878" fmla="*/ 480823 w 551389"/>
                <a:gd name="connsiteY878" fmla="*/ 420159 h 903022"/>
                <a:gd name="connsiteX879" fmla="*/ 481698 w 551389"/>
                <a:gd name="connsiteY879" fmla="*/ 415820 h 903022"/>
                <a:gd name="connsiteX880" fmla="*/ 480554 w 551389"/>
                <a:gd name="connsiteY880" fmla="*/ 410471 h 903022"/>
                <a:gd name="connsiteX881" fmla="*/ 478972 w 551389"/>
                <a:gd name="connsiteY881" fmla="*/ 406838 h 903022"/>
                <a:gd name="connsiteX882" fmla="*/ 476953 w 551389"/>
                <a:gd name="connsiteY882" fmla="*/ 403507 h 903022"/>
                <a:gd name="connsiteX883" fmla="*/ 476684 w 551389"/>
                <a:gd name="connsiteY883" fmla="*/ 397856 h 903022"/>
                <a:gd name="connsiteX884" fmla="*/ 476246 w 551389"/>
                <a:gd name="connsiteY884" fmla="*/ 392642 h 903022"/>
                <a:gd name="connsiteX885" fmla="*/ 476818 w 551389"/>
                <a:gd name="connsiteY885" fmla="*/ 389312 h 903022"/>
                <a:gd name="connsiteX886" fmla="*/ 477693 w 551389"/>
                <a:gd name="connsiteY886" fmla="*/ 387428 h 903022"/>
                <a:gd name="connsiteX887" fmla="*/ 478131 w 551389"/>
                <a:gd name="connsiteY887" fmla="*/ 381776 h 903022"/>
                <a:gd name="connsiteX888" fmla="*/ 478568 w 551389"/>
                <a:gd name="connsiteY888" fmla="*/ 377874 h 903022"/>
                <a:gd name="connsiteX889" fmla="*/ 478265 w 551389"/>
                <a:gd name="connsiteY889" fmla="*/ 374241 h 903022"/>
                <a:gd name="connsiteX890" fmla="*/ 477962 w 551389"/>
                <a:gd name="connsiteY890" fmla="*/ 370473 h 903022"/>
                <a:gd name="connsiteX891" fmla="*/ 477390 w 551389"/>
                <a:gd name="connsiteY891" fmla="*/ 367278 h 903022"/>
                <a:gd name="connsiteX892" fmla="*/ 476650 w 551389"/>
                <a:gd name="connsiteY892" fmla="*/ 365394 h 903022"/>
                <a:gd name="connsiteX893" fmla="*/ 476785 w 551389"/>
                <a:gd name="connsiteY893" fmla="*/ 363947 h 903022"/>
                <a:gd name="connsiteX894" fmla="*/ 477357 w 551389"/>
                <a:gd name="connsiteY894" fmla="*/ 361323 h 903022"/>
                <a:gd name="connsiteX895" fmla="*/ 478366 w 551389"/>
                <a:gd name="connsiteY895" fmla="*/ 359440 h 903022"/>
                <a:gd name="connsiteX896" fmla="*/ 479073 w 551389"/>
                <a:gd name="connsiteY896" fmla="*/ 356681 h 903022"/>
                <a:gd name="connsiteX897" fmla="*/ 479948 w 551389"/>
                <a:gd name="connsiteY897" fmla="*/ 354360 h 903022"/>
                <a:gd name="connsiteX898" fmla="*/ 479948 w 551389"/>
                <a:gd name="connsiteY898" fmla="*/ 351601 h 903022"/>
                <a:gd name="connsiteX899" fmla="*/ 478938 w 551389"/>
                <a:gd name="connsiteY899" fmla="*/ 350020 h 903022"/>
                <a:gd name="connsiteX900" fmla="*/ 477626 w 551389"/>
                <a:gd name="connsiteY900" fmla="*/ 346555 h 903022"/>
                <a:gd name="connsiteX901" fmla="*/ 475035 w 551389"/>
                <a:gd name="connsiteY901" fmla="*/ 342653 h 903022"/>
                <a:gd name="connsiteX902" fmla="*/ 473150 w 551389"/>
                <a:gd name="connsiteY902" fmla="*/ 340198 h 903022"/>
                <a:gd name="connsiteX903" fmla="*/ 471265 w 551389"/>
                <a:gd name="connsiteY903" fmla="*/ 338751 h 903022"/>
                <a:gd name="connsiteX904" fmla="*/ 471265 w 551389"/>
                <a:gd name="connsiteY904" fmla="*/ 337607 h 903022"/>
                <a:gd name="connsiteX905" fmla="*/ 472207 w 551389"/>
                <a:gd name="connsiteY905" fmla="*/ 335858 h 903022"/>
                <a:gd name="connsiteX906" fmla="*/ 474025 w 551389"/>
                <a:gd name="connsiteY906" fmla="*/ 334714 h 903022"/>
                <a:gd name="connsiteX907" fmla="*/ 475035 w 551389"/>
                <a:gd name="connsiteY907" fmla="*/ 332830 h 903022"/>
                <a:gd name="connsiteX908" fmla="*/ 475741 w 551389"/>
                <a:gd name="connsiteY908" fmla="*/ 330509 h 903022"/>
                <a:gd name="connsiteX909" fmla="*/ 475607 w 551389"/>
                <a:gd name="connsiteY909" fmla="*/ 327751 h 903022"/>
                <a:gd name="connsiteX910" fmla="*/ 473857 w 551389"/>
                <a:gd name="connsiteY910" fmla="*/ 327751 h 903022"/>
                <a:gd name="connsiteX911" fmla="*/ 471972 w 551389"/>
                <a:gd name="connsiteY911" fmla="*/ 324858 h 903022"/>
                <a:gd name="connsiteX912" fmla="*/ 469515 w 551389"/>
                <a:gd name="connsiteY912" fmla="*/ 324858 h 903022"/>
                <a:gd name="connsiteX913" fmla="*/ 469515 w 551389"/>
                <a:gd name="connsiteY913" fmla="*/ 323277 h 903022"/>
                <a:gd name="connsiteX914" fmla="*/ 471837 w 551389"/>
                <a:gd name="connsiteY914" fmla="*/ 322268 h 903022"/>
                <a:gd name="connsiteX915" fmla="*/ 473419 w 551389"/>
                <a:gd name="connsiteY915" fmla="*/ 320081 h 903022"/>
                <a:gd name="connsiteX916" fmla="*/ 472712 w 551389"/>
                <a:gd name="connsiteY916" fmla="*/ 318063 h 903022"/>
                <a:gd name="connsiteX917" fmla="*/ 471703 w 551389"/>
                <a:gd name="connsiteY917" fmla="*/ 316751 h 903022"/>
                <a:gd name="connsiteX918" fmla="*/ 470558 w 551389"/>
                <a:gd name="connsiteY918" fmla="*/ 315001 h 903022"/>
                <a:gd name="connsiteX919" fmla="*/ 471703 w 551389"/>
                <a:gd name="connsiteY919" fmla="*/ 313555 h 903022"/>
                <a:gd name="connsiteX920" fmla="*/ 470390 w 551389"/>
                <a:gd name="connsiteY920" fmla="*/ 310797 h 903022"/>
                <a:gd name="connsiteX921" fmla="*/ 469515 w 551389"/>
                <a:gd name="connsiteY921" fmla="*/ 305717 h 903022"/>
                <a:gd name="connsiteX922" fmla="*/ 469515 w 551389"/>
                <a:gd name="connsiteY922" fmla="*/ 302252 h 903022"/>
                <a:gd name="connsiteX923" fmla="*/ 471030 w 551389"/>
                <a:gd name="connsiteY923" fmla="*/ 300368 h 903022"/>
                <a:gd name="connsiteX924" fmla="*/ 474732 w 551389"/>
                <a:gd name="connsiteY924" fmla="*/ 299796 h 903022"/>
                <a:gd name="connsiteX925" fmla="*/ 476179 w 551389"/>
                <a:gd name="connsiteY925" fmla="*/ 298047 h 903022"/>
                <a:gd name="connsiteX926" fmla="*/ 475741 w 551389"/>
                <a:gd name="connsiteY926" fmla="*/ 295861 h 903022"/>
                <a:gd name="connsiteX927" fmla="*/ 474732 w 551389"/>
                <a:gd name="connsiteY927" fmla="*/ 295289 h 903022"/>
                <a:gd name="connsiteX928" fmla="*/ 474732 w 551389"/>
                <a:gd name="connsiteY928" fmla="*/ 292261 h 903022"/>
                <a:gd name="connsiteX929" fmla="*/ 479006 w 551389"/>
                <a:gd name="connsiteY929" fmla="*/ 290815 h 903022"/>
                <a:gd name="connsiteX930" fmla="*/ 480520 w 551389"/>
                <a:gd name="connsiteY930" fmla="*/ 287787 h 903022"/>
                <a:gd name="connsiteX931" fmla="*/ 482977 w 551389"/>
                <a:gd name="connsiteY931" fmla="*/ 283447 h 903022"/>
                <a:gd name="connsiteX932" fmla="*/ 486309 w 551389"/>
                <a:gd name="connsiteY932" fmla="*/ 278099 h 903022"/>
                <a:gd name="connsiteX933" fmla="*/ 492838 w 551389"/>
                <a:gd name="connsiteY933" fmla="*/ 273187 h 903022"/>
                <a:gd name="connsiteX934" fmla="*/ 494722 w 551389"/>
                <a:gd name="connsiteY934" fmla="*/ 269117 h 903022"/>
                <a:gd name="connsiteX935" fmla="*/ 497314 w 551389"/>
                <a:gd name="connsiteY935" fmla="*/ 266661 h 903022"/>
                <a:gd name="connsiteX936" fmla="*/ 498189 w 551389"/>
                <a:gd name="connsiteY936" fmla="*/ 263903 h 903022"/>
                <a:gd name="connsiteX937" fmla="*/ 497886 w 551389"/>
                <a:gd name="connsiteY937" fmla="*/ 259395 h 903022"/>
                <a:gd name="connsiteX938" fmla="*/ 495867 w 551389"/>
                <a:gd name="connsiteY938" fmla="*/ 257780 h 903022"/>
                <a:gd name="connsiteX939" fmla="*/ 492972 w 551389"/>
                <a:gd name="connsiteY939" fmla="*/ 252701 h 903022"/>
                <a:gd name="connsiteX940" fmla="*/ 493275 w 551389"/>
                <a:gd name="connsiteY940" fmla="*/ 250111 h 903022"/>
                <a:gd name="connsiteX941" fmla="*/ 496304 w 551389"/>
                <a:gd name="connsiteY941" fmla="*/ 248092 h 903022"/>
                <a:gd name="connsiteX942" fmla="*/ 499333 w 551389"/>
                <a:gd name="connsiteY942" fmla="*/ 244022 h 903022"/>
                <a:gd name="connsiteX943" fmla="*/ 502362 w 551389"/>
                <a:gd name="connsiteY943" fmla="*/ 243450 h 903022"/>
                <a:gd name="connsiteX944" fmla="*/ 505256 w 551389"/>
                <a:gd name="connsiteY944" fmla="*/ 241129 h 903022"/>
                <a:gd name="connsiteX945" fmla="*/ 506703 w 551389"/>
                <a:gd name="connsiteY945" fmla="*/ 238673 h 903022"/>
                <a:gd name="connsiteX946" fmla="*/ 507444 w 551389"/>
                <a:gd name="connsiteY946" fmla="*/ 234334 h 903022"/>
                <a:gd name="connsiteX947" fmla="*/ 503977 w 551389"/>
                <a:gd name="connsiteY947" fmla="*/ 230129 h 903022"/>
                <a:gd name="connsiteX948" fmla="*/ 504550 w 551389"/>
                <a:gd name="connsiteY948" fmla="*/ 227505 h 903022"/>
                <a:gd name="connsiteX949" fmla="*/ 506131 w 551389"/>
                <a:gd name="connsiteY949" fmla="*/ 225318 h 903022"/>
                <a:gd name="connsiteX950" fmla="*/ 507276 w 551389"/>
                <a:gd name="connsiteY950" fmla="*/ 223300 h 903022"/>
                <a:gd name="connsiteX951" fmla="*/ 504516 w 551389"/>
                <a:gd name="connsiteY951" fmla="*/ 221853 h 903022"/>
                <a:gd name="connsiteX952" fmla="*/ 500747 w 551389"/>
                <a:gd name="connsiteY952" fmla="*/ 220541 h 903022"/>
                <a:gd name="connsiteX953" fmla="*/ 500747 w 551389"/>
                <a:gd name="connsiteY953" fmla="*/ 219398 h 903022"/>
                <a:gd name="connsiteX954" fmla="*/ 501184 w 551389"/>
                <a:gd name="connsiteY954" fmla="*/ 216303 h 903022"/>
                <a:gd name="connsiteX955" fmla="*/ 502497 w 551389"/>
                <a:gd name="connsiteY955" fmla="*/ 215529 h 903022"/>
                <a:gd name="connsiteX956" fmla="*/ 504247 w 551389"/>
                <a:gd name="connsiteY956" fmla="*/ 214116 h 903022"/>
                <a:gd name="connsiteX957" fmla="*/ 504449 w 551389"/>
                <a:gd name="connsiteY957" fmla="*/ 213040 h 903022"/>
                <a:gd name="connsiteX958" fmla="*/ 501521 w 551389"/>
                <a:gd name="connsiteY958" fmla="*/ 210651 h 903022"/>
                <a:gd name="connsiteX959" fmla="*/ 499131 w 551389"/>
                <a:gd name="connsiteY959" fmla="*/ 209440 h 903022"/>
                <a:gd name="connsiteX960" fmla="*/ 498155 w 551389"/>
                <a:gd name="connsiteY960" fmla="*/ 208128 h 903022"/>
                <a:gd name="connsiteX961" fmla="*/ 496843 w 551389"/>
                <a:gd name="connsiteY961" fmla="*/ 207355 h 903022"/>
                <a:gd name="connsiteX962" fmla="*/ 494117 w 551389"/>
                <a:gd name="connsiteY962" fmla="*/ 206480 h 903022"/>
                <a:gd name="connsiteX963" fmla="*/ 493780 w 551389"/>
                <a:gd name="connsiteY963" fmla="*/ 204865 h 903022"/>
                <a:gd name="connsiteX964" fmla="*/ 493780 w 551389"/>
                <a:gd name="connsiteY964" fmla="*/ 202141 h 903022"/>
                <a:gd name="connsiteX965" fmla="*/ 492198 w 551389"/>
                <a:gd name="connsiteY965" fmla="*/ 199315 h 903022"/>
                <a:gd name="connsiteX966" fmla="*/ 490078 w 551389"/>
                <a:gd name="connsiteY966" fmla="*/ 196590 h 903022"/>
                <a:gd name="connsiteX967" fmla="*/ 488665 w 551389"/>
                <a:gd name="connsiteY967" fmla="*/ 195177 h 903022"/>
                <a:gd name="connsiteX968" fmla="*/ 485636 w 551389"/>
                <a:gd name="connsiteY968" fmla="*/ 191813 h 903022"/>
                <a:gd name="connsiteX969" fmla="*/ 483347 w 551389"/>
                <a:gd name="connsiteY969" fmla="*/ 190299 h 903022"/>
                <a:gd name="connsiteX970" fmla="*/ 480857 w 551389"/>
                <a:gd name="connsiteY970" fmla="*/ 188685 h 903022"/>
                <a:gd name="connsiteX971" fmla="*/ 478804 w 551389"/>
                <a:gd name="connsiteY971" fmla="*/ 185859 h 903022"/>
                <a:gd name="connsiteX972" fmla="*/ 479881 w 551389"/>
                <a:gd name="connsiteY972" fmla="*/ 183571 h 903022"/>
                <a:gd name="connsiteX973" fmla="*/ 479881 w 551389"/>
                <a:gd name="connsiteY973" fmla="*/ 182260 h 903022"/>
                <a:gd name="connsiteX974" fmla="*/ 479881 w 551389"/>
                <a:gd name="connsiteY974" fmla="*/ 180073 h 903022"/>
                <a:gd name="connsiteX975" fmla="*/ 480655 w 551389"/>
                <a:gd name="connsiteY975" fmla="*/ 176810 h 903022"/>
                <a:gd name="connsiteX976" fmla="*/ 482506 w 551389"/>
                <a:gd name="connsiteY976" fmla="*/ 174522 h 903022"/>
                <a:gd name="connsiteX977" fmla="*/ 482169 w 551389"/>
                <a:gd name="connsiteY977" fmla="*/ 171697 h 903022"/>
                <a:gd name="connsiteX978" fmla="*/ 479914 w 551389"/>
                <a:gd name="connsiteY978" fmla="*/ 170082 h 903022"/>
                <a:gd name="connsiteX979" fmla="*/ 479914 w 551389"/>
                <a:gd name="connsiteY979" fmla="*/ 166617 h 903022"/>
                <a:gd name="connsiteX980" fmla="*/ 482068 w 551389"/>
                <a:gd name="connsiteY980" fmla="*/ 163589 h 903022"/>
                <a:gd name="connsiteX981" fmla="*/ 483145 w 551389"/>
                <a:gd name="connsiteY981" fmla="*/ 161201 h 903022"/>
                <a:gd name="connsiteX982" fmla="*/ 484323 w 551389"/>
                <a:gd name="connsiteY982" fmla="*/ 157063 h 903022"/>
                <a:gd name="connsiteX983" fmla="*/ 489102 w 551389"/>
                <a:gd name="connsiteY983" fmla="*/ 152724 h 903022"/>
                <a:gd name="connsiteX984" fmla="*/ 491054 w 551389"/>
                <a:gd name="connsiteY984" fmla="*/ 149461 h 903022"/>
                <a:gd name="connsiteX985" fmla="*/ 493242 w 551389"/>
                <a:gd name="connsiteY985" fmla="*/ 148149 h 903022"/>
                <a:gd name="connsiteX986" fmla="*/ 497785 w 551389"/>
                <a:gd name="connsiteY986" fmla="*/ 145962 h 903022"/>
                <a:gd name="connsiteX987" fmla="*/ 499972 w 551389"/>
                <a:gd name="connsiteY987" fmla="*/ 143238 h 903022"/>
                <a:gd name="connsiteX988" fmla="*/ 501487 w 551389"/>
                <a:gd name="connsiteY988" fmla="*/ 139638 h 903022"/>
                <a:gd name="connsiteX989" fmla="*/ 502900 w 551389"/>
                <a:gd name="connsiteY989" fmla="*/ 137048 h 903022"/>
                <a:gd name="connsiteX990" fmla="*/ 504953 w 551389"/>
                <a:gd name="connsiteY990" fmla="*/ 133347 h 903022"/>
                <a:gd name="connsiteX991" fmla="*/ 507881 w 551389"/>
                <a:gd name="connsiteY991" fmla="*/ 131834 h 903022"/>
                <a:gd name="connsiteX992" fmla="*/ 511381 w 551389"/>
                <a:gd name="connsiteY992" fmla="*/ 130959 h 903022"/>
                <a:gd name="connsiteX993" fmla="*/ 513670 w 551389"/>
                <a:gd name="connsiteY993" fmla="*/ 129445 h 903022"/>
                <a:gd name="connsiteX994" fmla="*/ 514646 w 551389"/>
                <a:gd name="connsiteY994" fmla="*/ 126620 h 903022"/>
                <a:gd name="connsiteX995" fmla="*/ 514646 w 551389"/>
                <a:gd name="connsiteY995" fmla="*/ 121607 h 903022"/>
                <a:gd name="connsiteX996" fmla="*/ 515790 w 551389"/>
                <a:gd name="connsiteY996" fmla="*/ 116931 h 903022"/>
                <a:gd name="connsiteX997" fmla="*/ 515521 w 551389"/>
                <a:gd name="connsiteY997" fmla="*/ 114206 h 903022"/>
                <a:gd name="connsiteX998" fmla="*/ 516396 w 551389"/>
                <a:gd name="connsiteY998" fmla="*/ 110944 h 903022"/>
                <a:gd name="connsiteX999" fmla="*/ 516396 w 551389"/>
                <a:gd name="connsiteY999" fmla="*/ 107479 h 903022"/>
                <a:gd name="connsiteX1000" fmla="*/ 516396 w 551389"/>
                <a:gd name="connsiteY1000" fmla="*/ 104115 h 903022"/>
                <a:gd name="connsiteX1001" fmla="*/ 517372 w 551389"/>
                <a:gd name="connsiteY1001" fmla="*/ 101524 h 903022"/>
                <a:gd name="connsiteX1002" fmla="*/ 519661 w 551389"/>
                <a:gd name="connsiteY1002" fmla="*/ 98934 h 903022"/>
                <a:gd name="connsiteX1003" fmla="*/ 521511 w 551389"/>
                <a:gd name="connsiteY1003" fmla="*/ 96108 h 903022"/>
                <a:gd name="connsiteX1004" fmla="*/ 523362 w 551389"/>
                <a:gd name="connsiteY1004" fmla="*/ 91870 h 903022"/>
                <a:gd name="connsiteX1005" fmla="*/ 523362 w 551389"/>
                <a:gd name="connsiteY1005" fmla="*/ 89683 h 903022"/>
                <a:gd name="connsiteX1006" fmla="*/ 524641 w 551389"/>
                <a:gd name="connsiteY1006" fmla="*/ 87194 h 903022"/>
                <a:gd name="connsiteX1007" fmla="*/ 525853 w 551389"/>
                <a:gd name="connsiteY1007" fmla="*/ 84032 h 903022"/>
                <a:gd name="connsiteX1008" fmla="*/ 526290 w 551389"/>
                <a:gd name="connsiteY1008" fmla="*/ 80029 h 903022"/>
                <a:gd name="connsiteX1009" fmla="*/ 524574 w 551389"/>
                <a:gd name="connsiteY1009" fmla="*/ 76564 h 903022"/>
                <a:gd name="connsiteX1010" fmla="*/ 524574 w 551389"/>
                <a:gd name="connsiteY1010" fmla="*/ 72527 h 903022"/>
                <a:gd name="connsiteX1011" fmla="*/ 526964 w 551389"/>
                <a:gd name="connsiteY1011" fmla="*/ 70239 h 903022"/>
                <a:gd name="connsiteX1012" fmla="*/ 529454 w 551389"/>
                <a:gd name="connsiteY1012" fmla="*/ 69466 h 903022"/>
                <a:gd name="connsiteX1013" fmla="*/ 531305 w 551389"/>
                <a:gd name="connsiteY1013" fmla="*/ 67717 h 903022"/>
                <a:gd name="connsiteX1014" fmla="*/ 534569 w 551389"/>
                <a:gd name="connsiteY1014" fmla="*/ 65429 h 903022"/>
                <a:gd name="connsiteX1015" fmla="*/ 537060 w 551389"/>
                <a:gd name="connsiteY1015" fmla="*/ 62940 h 903022"/>
                <a:gd name="connsiteX1016" fmla="*/ 539012 w 551389"/>
                <a:gd name="connsiteY1016" fmla="*/ 58701 h 903022"/>
                <a:gd name="connsiteX1017" fmla="*/ 540089 w 551389"/>
                <a:gd name="connsiteY1017" fmla="*/ 53924 h 903022"/>
                <a:gd name="connsiteX1018" fmla="*/ 540190 w 551389"/>
                <a:gd name="connsiteY1018" fmla="*/ 50325 h 903022"/>
                <a:gd name="connsiteX1019" fmla="*/ 540964 w 551389"/>
                <a:gd name="connsiteY1019" fmla="*/ 43597 h 903022"/>
                <a:gd name="connsiteX1020" fmla="*/ 548233 w 551389"/>
                <a:gd name="connsiteY1020" fmla="*/ 37609 h 903022"/>
                <a:gd name="connsiteX1021" fmla="*/ 547829 w 551389"/>
                <a:gd name="connsiteY1021" fmla="*/ 36062 h 90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551389" h="903022">
                  <a:moveTo>
                    <a:pt x="547829" y="36062"/>
                  </a:moveTo>
                  <a:cubicBezTo>
                    <a:pt x="547190" y="36062"/>
                    <a:pt x="546079" y="35624"/>
                    <a:pt x="545238" y="35187"/>
                  </a:cubicBezTo>
                  <a:cubicBezTo>
                    <a:pt x="544363" y="34750"/>
                    <a:pt x="542748" y="32462"/>
                    <a:pt x="542310" y="32260"/>
                  </a:cubicBezTo>
                  <a:cubicBezTo>
                    <a:pt x="541872" y="32059"/>
                    <a:pt x="539820" y="31722"/>
                    <a:pt x="537868" y="30848"/>
                  </a:cubicBezTo>
                  <a:cubicBezTo>
                    <a:pt x="535916" y="29973"/>
                    <a:pt x="536353" y="26172"/>
                    <a:pt x="536353" y="25734"/>
                  </a:cubicBezTo>
                  <a:cubicBezTo>
                    <a:pt x="536353" y="25297"/>
                    <a:pt x="538743" y="23548"/>
                    <a:pt x="539517" y="23548"/>
                  </a:cubicBezTo>
                  <a:cubicBezTo>
                    <a:pt x="540055" y="23548"/>
                    <a:pt x="540829" y="23615"/>
                    <a:pt x="541906" y="23716"/>
                  </a:cubicBezTo>
                  <a:lnTo>
                    <a:pt x="541334" y="23009"/>
                  </a:lnTo>
                  <a:lnTo>
                    <a:pt x="542546" y="20150"/>
                  </a:lnTo>
                  <a:lnTo>
                    <a:pt x="542546" y="16382"/>
                  </a:lnTo>
                  <a:lnTo>
                    <a:pt x="534704" y="16382"/>
                  </a:lnTo>
                  <a:lnTo>
                    <a:pt x="533829" y="12043"/>
                  </a:lnTo>
                  <a:lnTo>
                    <a:pt x="533829" y="8578"/>
                  </a:lnTo>
                  <a:lnTo>
                    <a:pt x="536017" y="6392"/>
                  </a:lnTo>
                  <a:lnTo>
                    <a:pt x="537464" y="3499"/>
                  </a:lnTo>
                  <a:lnTo>
                    <a:pt x="537161" y="1749"/>
                  </a:lnTo>
                  <a:lnTo>
                    <a:pt x="535276" y="875"/>
                  </a:lnTo>
                  <a:lnTo>
                    <a:pt x="533829" y="0"/>
                  </a:lnTo>
                  <a:lnTo>
                    <a:pt x="530363" y="1144"/>
                  </a:lnTo>
                  <a:lnTo>
                    <a:pt x="526156" y="4340"/>
                  </a:lnTo>
                  <a:lnTo>
                    <a:pt x="521814" y="7233"/>
                  </a:lnTo>
                  <a:cubicBezTo>
                    <a:pt x="521814" y="7233"/>
                    <a:pt x="513973" y="12447"/>
                    <a:pt x="513973" y="12884"/>
                  </a:cubicBezTo>
                  <a:cubicBezTo>
                    <a:pt x="513973" y="13321"/>
                    <a:pt x="509631" y="17358"/>
                    <a:pt x="509631" y="17358"/>
                  </a:cubicBezTo>
                  <a:lnTo>
                    <a:pt x="504852" y="22572"/>
                  </a:lnTo>
                  <a:cubicBezTo>
                    <a:pt x="504852" y="22572"/>
                    <a:pt x="503473" y="26777"/>
                    <a:pt x="503170" y="27214"/>
                  </a:cubicBezTo>
                  <a:cubicBezTo>
                    <a:pt x="502867" y="27652"/>
                    <a:pt x="500780" y="30107"/>
                    <a:pt x="500780" y="30107"/>
                  </a:cubicBezTo>
                  <a:lnTo>
                    <a:pt x="500780" y="32866"/>
                  </a:lnTo>
                  <a:lnTo>
                    <a:pt x="498189" y="34615"/>
                  </a:lnTo>
                  <a:lnTo>
                    <a:pt x="496876" y="37205"/>
                  </a:lnTo>
                  <a:cubicBezTo>
                    <a:pt x="496876" y="37205"/>
                    <a:pt x="496001" y="36903"/>
                    <a:pt x="495429" y="37205"/>
                  </a:cubicBezTo>
                  <a:cubicBezTo>
                    <a:pt x="494857" y="37508"/>
                    <a:pt x="491222" y="32866"/>
                    <a:pt x="490347" y="32563"/>
                  </a:cubicBezTo>
                  <a:cubicBezTo>
                    <a:pt x="489472" y="32260"/>
                    <a:pt x="485568" y="31117"/>
                    <a:pt x="485568" y="31117"/>
                  </a:cubicBezTo>
                  <a:lnTo>
                    <a:pt x="482674" y="29367"/>
                  </a:lnTo>
                  <a:lnTo>
                    <a:pt x="480352" y="28661"/>
                  </a:lnTo>
                  <a:lnTo>
                    <a:pt x="477761" y="28795"/>
                  </a:lnTo>
                  <a:cubicBezTo>
                    <a:pt x="477761" y="28795"/>
                    <a:pt x="474563" y="29670"/>
                    <a:pt x="474126" y="29939"/>
                  </a:cubicBezTo>
                  <a:cubicBezTo>
                    <a:pt x="473688" y="30242"/>
                    <a:pt x="474126" y="33404"/>
                    <a:pt x="474126" y="33404"/>
                  </a:cubicBezTo>
                  <a:lnTo>
                    <a:pt x="471972" y="34716"/>
                  </a:lnTo>
                  <a:lnTo>
                    <a:pt x="468203" y="30377"/>
                  </a:lnTo>
                  <a:lnTo>
                    <a:pt x="464871" y="27618"/>
                  </a:lnTo>
                  <a:lnTo>
                    <a:pt x="461775" y="23279"/>
                  </a:lnTo>
                  <a:lnTo>
                    <a:pt x="460799" y="20823"/>
                  </a:lnTo>
                  <a:lnTo>
                    <a:pt x="460799" y="17190"/>
                  </a:lnTo>
                  <a:lnTo>
                    <a:pt x="457601" y="15676"/>
                  </a:lnTo>
                  <a:lnTo>
                    <a:pt x="453092" y="16315"/>
                  </a:lnTo>
                  <a:lnTo>
                    <a:pt x="449457" y="16315"/>
                  </a:lnTo>
                  <a:lnTo>
                    <a:pt x="444678" y="16450"/>
                  </a:lnTo>
                  <a:lnTo>
                    <a:pt x="440606" y="19343"/>
                  </a:lnTo>
                  <a:lnTo>
                    <a:pt x="444678" y="22976"/>
                  </a:lnTo>
                  <a:lnTo>
                    <a:pt x="448885" y="27046"/>
                  </a:lnTo>
                  <a:lnTo>
                    <a:pt x="453664" y="28795"/>
                  </a:lnTo>
                  <a:cubicBezTo>
                    <a:pt x="453967" y="29536"/>
                    <a:pt x="452789" y="30545"/>
                    <a:pt x="451779" y="31554"/>
                  </a:cubicBezTo>
                  <a:cubicBezTo>
                    <a:pt x="450769" y="32563"/>
                    <a:pt x="449020" y="34010"/>
                    <a:pt x="449020" y="34010"/>
                  </a:cubicBezTo>
                  <a:cubicBezTo>
                    <a:pt x="449020" y="34010"/>
                    <a:pt x="447842" y="35153"/>
                    <a:pt x="447438" y="35591"/>
                  </a:cubicBezTo>
                  <a:cubicBezTo>
                    <a:pt x="447000" y="36028"/>
                    <a:pt x="443803" y="37912"/>
                    <a:pt x="443366" y="38181"/>
                  </a:cubicBezTo>
                  <a:cubicBezTo>
                    <a:pt x="442928" y="38484"/>
                    <a:pt x="440337" y="39190"/>
                    <a:pt x="439462" y="40065"/>
                  </a:cubicBezTo>
                  <a:cubicBezTo>
                    <a:pt x="438587" y="40939"/>
                    <a:pt x="435389" y="43261"/>
                    <a:pt x="435389" y="43261"/>
                  </a:cubicBezTo>
                  <a:cubicBezTo>
                    <a:pt x="435389" y="43261"/>
                    <a:pt x="432495" y="43698"/>
                    <a:pt x="431485" y="44572"/>
                  </a:cubicBezTo>
                  <a:cubicBezTo>
                    <a:pt x="430476" y="45447"/>
                    <a:pt x="426404" y="49047"/>
                    <a:pt x="426269" y="49921"/>
                  </a:cubicBezTo>
                  <a:cubicBezTo>
                    <a:pt x="426134" y="50796"/>
                    <a:pt x="423206" y="53689"/>
                    <a:pt x="423206" y="53689"/>
                  </a:cubicBezTo>
                  <a:lnTo>
                    <a:pt x="418427" y="56582"/>
                  </a:lnTo>
                  <a:lnTo>
                    <a:pt x="413480" y="58466"/>
                  </a:lnTo>
                  <a:lnTo>
                    <a:pt x="407389" y="60047"/>
                  </a:lnTo>
                  <a:lnTo>
                    <a:pt x="405807" y="63512"/>
                  </a:lnTo>
                  <a:lnTo>
                    <a:pt x="404225" y="68154"/>
                  </a:lnTo>
                  <a:cubicBezTo>
                    <a:pt x="404225" y="68154"/>
                    <a:pt x="403855" y="71921"/>
                    <a:pt x="403855" y="72359"/>
                  </a:cubicBezTo>
                  <a:cubicBezTo>
                    <a:pt x="403855" y="72796"/>
                    <a:pt x="403350" y="77573"/>
                    <a:pt x="403350" y="77573"/>
                  </a:cubicBezTo>
                  <a:lnTo>
                    <a:pt x="403350" y="81475"/>
                  </a:lnTo>
                  <a:lnTo>
                    <a:pt x="400456" y="83796"/>
                  </a:lnTo>
                  <a:lnTo>
                    <a:pt x="398571" y="87867"/>
                  </a:lnTo>
                  <a:lnTo>
                    <a:pt x="393490" y="89313"/>
                  </a:lnTo>
                  <a:lnTo>
                    <a:pt x="388576" y="89313"/>
                  </a:lnTo>
                  <a:lnTo>
                    <a:pt x="384941" y="86555"/>
                  </a:lnTo>
                  <a:lnTo>
                    <a:pt x="381744" y="88439"/>
                  </a:lnTo>
                  <a:cubicBezTo>
                    <a:pt x="381744" y="88439"/>
                    <a:pt x="379052" y="93215"/>
                    <a:pt x="379052" y="93653"/>
                  </a:cubicBezTo>
                  <a:cubicBezTo>
                    <a:pt x="379052" y="94090"/>
                    <a:pt x="377234" y="97690"/>
                    <a:pt x="377234" y="97690"/>
                  </a:cubicBezTo>
                  <a:lnTo>
                    <a:pt x="377234" y="102332"/>
                  </a:lnTo>
                  <a:lnTo>
                    <a:pt x="376494" y="105965"/>
                  </a:lnTo>
                  <a:lnTo>
                    <a:pt x="378109" y="109295"/>
                  </a:lnTo>
                  <a:lnTo>
                    <a:pt x="378681" y="111751"/>
                  </a:lnTo>
                  <a:lnTo>
                    <a:pt x="374475" y="112491"/>
                  </a:lnTo>
                  <a:lnTo>
                    <a:pt x="370840" y="113366"/>
                  </a:lnTo>
                  <a:lnTo>
                    <a:pt x="368383" y="116124"/>
                  </a:lnTo>
                  <a:cubicBezTo>
                    <a:pt x="368383" y="116124"/>
                    <a:pt x="365051" y="116999"/>
                    <a:pt x="364748" y="117436"/>
                  </a:cubicBezTo>
                  <a:cubicBezTo>
                    <a:pt x="364446" y="117873"/>
                    <a:pt x="361854" y="122650"/>
                    <a:pt x="361854" y="122650"/>
                  </a:cubicBezTo>
                  <a:lnTo>
                    <a:pt x="357647" y="126283"/>
                  </a:lnTo>
                  <a:lnTo>
                    <a:pt x="355628" y="127292"/>
                  </a:lnTo>
                  <a:lnTo>
                    <a:pt x="351556" y="129311"/>
                  </a:lnTo>
                  <a:lnTo>
                    <a:pt x="346777" y="129311"/>
                  </a:lnTo>
                  <a:lnTo>
                    <a:pt x="345195" y="132776"/>
                  </a:lnTo>
                  <a:lnTo>
                    <a:pt x="342435" y="135669"/>
                  </a:lnTo>
                  <a:lnTo>
                    <a:pt x="343075" y="140176"/>
                  </a:lnTo>
                  <a:lnTo>
                    <a:pt x="338935" y="144516"/>
                  </a:lnTo>
                  <a:lnTo>
                    <a:pt x="338935" y="147543"/>
                  </a:lnTo>
                  <a:lnTo>
                    <a:pt x="338935" y="149360"/>
                  </a:lnTo>
                  <a:lnTo>
                    <a:pt x="338935" y="154574"/>
                  </a:lnTo>
                  <a:lnTo>
                    <a:pt x="337926" y="160528"/>
                  </a:lnTo>
                  <a:lnTo>
                    <a:pt x="339810" y="163859"/>
                  </a:lnTo>
                  <a:lnTo>
                    <a:pt x="342873" y="166617"/>
                  </a:lnTo>
                  <a:cubicBezTo>
                    <a:pt x="342873" y="166617"/>
                    <a:pt x="345027" y="165742"/>
                    <a:pt x="345633" y="166617"/>
                  </a:cubicBezTo>
                  <a:cubicBezTo>
                    <a:pt x="346205" y="167492"/>
                    <a:pt x="349099" y="170250"/>
                    <a:pt x="349537" y="170385"/>
                  </a:cubicBezTo>
                  <a:cubicBezTo>
                    <a:pt x="349974" y="170519"/>
                    <a:pt x="351287" y="173850"/>
                    <a:pt x="351287" y="173850"/>
                  </a:cubicBezTo>
                  <a:lnTo>
                    <a:pt x="351590" y="176877"/>
                  </a:lnTo>
                  <a:cubicBezTo>
                    <a:pt x="351590" y="176877"/>
                    <a:pt x="351590" y="179333"/>
                    <a:pt x="351455" y="179770"/>
                  </a:cubicBezTo>
                  <a:cubicBezTo>
                    <a:pt x="351320" y="180207"/>
                    <a:pt x="350142" y="182226"/>
                    <a:pt x="350142" y="182226"/>
                  </a:cubicBezTo>
                  <a:lnTo>
                    <a:pt x="348392" y="185994"/>
                  </a:lnTo>
                  <a:cubicBezTo>
                    <a:pt x="348392" y="185994"/>
                    <a:pt x="347652" y="188012"/>
                    <a:pt x="347517" y="188449"/>
                  </a:cubicBezTo>
                  <a:cubicBezTo>
                    <a:pt x="347383" y="188887"/>
                    <a:pt x="347214" y="190333"/>
                    <a:pt x="346642" y="190636"/>
                  </a:cubicBezTo>
                  <a:cubicBezTo>
                    <a:pt x="346070" y="190938"/>
                    <a:pt x="346205" y="190501"/>
                    <a:pt x="344051" y="190636"/>
                  </a:cubicBezTo>
                  <a:cubicBezTo>
                    <a:pt x="341863" y="190770"/>
                    <a:pt x="339575" y="190972"/>
                    <a:pt x="339137" y="190737"/>
                  </a:cubicBezTo>
                  <a:cubicBezTo>
                    <a:pt x="338700" y="190501"/>
                    <a:pt x="338128" y="190064"/>
                    <a:pt x="337993" y="189189"/>
                  </a:cubicBezTo>
                  <a:cubicBezTo>
                    <a:pt x="337858" y="188315"/>
                    <a:pt x="337253" y="185119"/>
                    <a:pt x="337118" y="184715"/>
                  </a:cubicBezTo>
                  <a:cubicBezTo>
                    <a:pt x="336983" y="184278"/>
                    <a:pt x="333921" y="182394"/>
                    <a:pt x="333921" y="182394"/>
                  </a:cubicBezTo>
                  <a:lnTo>
                    <a:pt x="332777" y="178761"/>
                  </a:lnTo>
                  <a:lnTo>
                    <a:pt x="331262" y="178324"/>
                  </a:lnTo>
                  <a:lnTo>
                    <a:pt x="328570" y="178626"/>
                  </a:lnTo>
                  <a:lnTo>
                    <a:pt x="328570" y="180645"/>
                  </a:lnTo>
                  <a:lnTo>
                    <a:pt x="326820" y="183841"/>
                  </a:lnTo>
                  <a:lnTo>
                    <a:pt x="326820" y="185859"/>
                  </a:lnTo>
                  <a:lnTo>
                    <a:pt x="326820" y="187608"/>
                  </a:lnTo>
                  <a:lnTo>
                    <a:pt x="325070" y="190232"/>
                  </a:lnTo>
                  <a:lnTo>
                    <a:pt x="325070" y="192856"/>
                  </a:lnTo>
                  <a:lnTo>
                    <a:pt x="325070" y="198070"/>
                  </a:lnTo>
                  <a:cubicBezTo>
                    <a:pt x="325070" y="198070"/>
                    <a:pt x="326079" y="199954"/>
                    <a:pt x="325507" y="200391"/>
                  </a:cubicBezTo>
                  <a:cubicBezTo>
                    <a:pt x="324935" y="200829"/>
                    <a:pt x="325070" y="203284"/>
                    <a:pt x="325070" y="203284"/>
                  </a:cubicBezTo>
                  <a:lnTo>
                    <a:pt x="325070" y="206749"/>
                  </a:lnTo>
                  <a:cubicBezTo>
                    <a:pt x="325070" y="206749"/>
                    <a:pt x="325036" y="208936"/>
                    <a:pt x="325070" y="209373"/>
                  </a:cubicBezTo>
                  <a:cubicBezTo>
                    <a:pt x="325070" y="209810"/>
                    <a:pt x="326820" y="211997"/>
                    <a:pt x="326820" y="211997"/>
                  </a:cubicBezTo>
                  <a:cubicBezTo>
                    <a:pt x="326820" y="211997"/>
                    <a:pt x="327829" y="211862"/>
                    <a:pt x="328839" y="212872"/>
                  </a:cubicBezTo>
                  <a:cubicBezTo>
                    <a:pt x="329849" y="213881"/>
                    <a:pt x="330589" y="214755"/>
                    <a:pt x="331027" y="214890"/>
                  </a:cubicBezTo>
                  <a:cubicBezTo>
                    <a:pt x="331464" y="215025"/>
                    <a:pt x="331599" y="216774"/>
                    <a:pt x="331464" y="217211"/>
                  </a:cubicBezTo>
                  <a:cubicBezTo>
                    <a:pt x="331329" y="217648"/>
                    <a:pt x="330724" y="219667"/>
                    <a:pt x="330724" y="219667"/>
                  </a:cubicBezTo>
                  <a:cubicBezTo>
                    <a:pt x="330724" y="219667"/>
                    <a:pt x="328570" y="218792"/>
                    <a:pt x="327695" y="219667"/>
                  </a:cubicBezTo>
                  <a:cubicBezTo>
                    <a:pt x="326820" y="220541"/>
                    <a:pt x="327358" y="220676"/>
                    <a:pt x="325070" y="220811"/>
                  </a:cubicBezTo>
                  <a:cubicBezTo>
                    <a:pt x="322781" y="220945"/>
                    <a:pt x="321031" y="220811"/>
                    <a:pt x="321031" y="220811"/>
                  </a:cubicBezTo>
                  <a:lnTo>
                    <a:pt x="313358" y="221517"/>
                  </a:lnTo>
                  <a:lnTo>
                    <a:pt x="302050" y="218254"/>
                  </a:lnTo>
                  <a:lnTo>
                    <a:pt x="297910" y="219330"/>
                  </a:lnTo>
                  <a:lnTo>
                    <a:pt x="292896" y="223233"/>
                  </a:lnTo>
                  <a:lnTo>
                    <a:pt x="285929" y="223233"/>
                  </a:lnTo>
                  <a:lnTo>
                    <a:pt x="282564" y="220912"/>
                  </a:lnTo>
                  <a:lnTo>
                    <a:pt x="279400" y="218018"/>
                  </a:lnTo>
                  <a:lnTo>
                    <a:pt x="275497" y="218018"/>
                  </a:lnTo>
                  <a:lnTo>
                    <a:pt x="271929" y="218355"/>
                  </a:lnTo>
                  <a:cubicBezTo>
                    <a:pt x="271929" y="218355"/>
                    <a:pt x="271054" y="221180"/>
                    <a:pt x="270617" y="221282"/>
                  </a:cubicBezTo>
                  <a:cubicBezTo>
                    <a:pt x="270179" y="221382"/>
                    <a:pt x="264626" y="219667"/>
                    <a:pt x="264188" y="219667"/>
                  </a:cubicBezTo>
                  <a:cubicBezTo>
                    <a:pt x="263751" y="219667"/>
                    <a:pt x="261462" y="216303"/>
                    <a:pt x="261462" y="215866"/>
                  </a:cubicBezTo>
                  <a:cubicBezTo>
                    <a:pt x="261462" y="215428"/>
                    <a:pt x="258736" y="208801"/>
                    <a:pt x="258434" y="208364"/>
                  </a:cubicBezTo>
                  <a:cubicBezTo>
                    <a:pt x="258097" y="207926"/>
                    <a:pt x="255842" y="203150"/>
                    <a:pt x="255842" y="203150"/>
                  </a:cubicBezTo>
                  <a:lnTo>
                    <a:pt x="252140" y="201199"/>
                  </a:lnTo>
                  <a:lnTo>
                    <a:pt x="251602" y="198171"/>
                  </a:lnTo>
                  <a:lnTo>
                    <a:pt x="247159" y="199147"/>
                  </a:lnTo>
                  <a:cubicBezTo>
                    <a:pt x="247159" y="199147"/>
                    <a:pt x="242044" y="198070"/>
                    <a:pt x="240731" y="198171"/>
                  </a:cubicBezTo>
                  <a:cubicBezTo>
                    <a:pt x="239419" y="198272"/>
                    <a:pt x="234303" y="196422"/>
                    <a:pt x="234303" y="196422"/>
                  </a:cubicBezTo>
                  <a:lnTo>
                    <a:pt x="228414" y="194235"/>
                  </a:lnTo>
                  <a:lnTo>
                    <a:pt x="224274" y="195312"/>
                  </a:lnTo>
                  <a:cubicBezTo>
                    <a:pt x="224274" y="195312"/>
                    <a:pt x="223298" y="198911"/>
                    <a:pt x="223298" y="199214"/>
                  </a:cubicBezTo>
                  <a:cubicBezTo>
                    <a:pt x="223298" y="199550"/>
                    <a:pt x="223736" y="201165"/>
                    <a:pt x="223298" y="201602"/>
                  </a:cubicBezTo>
                  <a:cubicBezTo>
                    <a:pt x="222861" y="202040"/>
                    <a:pt x="222322" y="203890"/>
                    <a:pt x="222322" y="203890"/>
                  </a:cubicBezTo>
                  <a:cubicBezTo>
                    <a:pt x="222322" y="203890"/>
                    <a:pt x="220606" y="204966"/>
                    <a:pt x="220034" y="205303"/>
                  </a:cubicBezTo>
                  <a:cubicBezTo>
                    <a:pt x="219495" y="205639"/>
                    <a:pt x="216332" y="205740"/>
                    <a:pt x="216029" y="206076"/>
                  </a:cubicBezTo>
                  <a:cubicBezTo>
                    <a:pt x="215692" y="206413"/>
                    <a:pt x="213841" y="207926"/>
                    <a:pt x="213101" y="208465"/>
                  </a:cubicBezTo>
                  <a:cubicBezTo>
                    <a:pt x="212327" y="209003"/>
                    <a:pt x="208086" y="211089"/>
                    <a:pt x="208086" y="211089"/>
                  </a:cubicBezTo>
                  <a:lnTo>
                    <a:pt x="206471" y="213275"/>
                  </a:lnTo>
                  <a:lnTo>
                    <a:pt x="201692" y="213713"/>
                  </a:lnTo>
                  <a:lnTo>
                    <a:pt x="199841" y="218489"/>
                  </a:lnTo>
                  <a:lnTo>
                    <a:pt x="197351" y="223804"/>
                  </a:lnTo>
                  <a:cubicBezTo>
                    <a:pt x="197351" y="223804"/>
                    <a:pt x="193346" y="227707"/>
                    <a:pt x="193346" y="228480"/>
                  </a:cubicBezTo>
                  <a:cubicBezTo>
                    <a:pt x="193346" y="229254"/>
                    <a:pt x="192471" y="230667"/>
                    <a:pt x="193346" y="231844"/>
                  </a:cubicBezTo>
                  <a:cubicBezTo>
                    <a:pt x="194221" y="233022"/>
                    <a:pt x="195668" y="234704"/>
                    <a:pt x="195668" y="234704"/>
                  </a:cubicBezTo>
                  <a:lnTo>
                    <a:pt x="194658" y="238337"/>
                  </a:lnTo>
                  <a:lnTo>
                    <a:pt x="190451" y="242676"/>
                  </a:lnTo>
                  <a:lnTo>
                    <a:pt x="187254" y="246747"/>
                  </a:lnTo>
                  <a:lnTo>
                    <a:pt x="186379" y="249943"/>
                  </a:lnTo>
                  <a:lnTo>
                    <a:pt x="188331" y="251322"/>
                  </a:lnTo>
                  <a:lnTo>
                    <a:pt x="188634" y="252566"/>
                  </a:lnTo>
                  <a:lnTo>
                    <a:pt x="187187" y="255257"/>
                  </a:lnTo>
                  <a:lnTo>
                    <a:pt x="184494" y="256637"/>
                  </a:lnTo>
                  <a:lnTo>
                    <a:pt x="185369" y="259833"/>
                  </a:lnTo>
                  <a:lnTo>
                    <a:pt x="188567" y="259833"/>
                  </a:lnTo>
                  <a:lnTo>
                    <a:pt x="188769" y="261716"/>
                  </a:lnTo>
                  <a:lnTo>
                    <a:pt x="187826" y="264105"/>
                  </a:lnTo>
                  <a:lnTo>
                    <a:pt x="186749" y="265989"/>
                  </a:lnTo>
                  <a:lnTo>
                    <a:pt x="186615" y="267872"/>
                  </a:lnTo>
                  <a:lnTo>
                    <a:pt x="187860" y="270261"/>
                  </a:lnTo>
                  <a:cubicBezTo>
                    <a:pt x="187860" y="270261"/>
                    <a:pt x="189004" y="270900"/>
                    <a:pt x="189610" y="271203"/>
                  </a:cubicBezTo>
                  <a:cubicBezTo>
                    <a:pt x="190182" y="271505"/>
                    <a:pt x="191495" y="272279"/>
                    <a:pt x="191798" y="272447"/>
                  </a:cubicBezTo>
                  <a:cubicBezTo>
                    <a:pt x="192067" y="272582"/>
                    <a:pt x="194322" y="274634"/>
                    <a:pt x="194322" y="274634"/>
                  </a:cubicBezTo>
                  <a:lnTo>
                    <a:pt x="195398" y="275576"/>
                  </a:lnTo>
                  <a:lnTo>
                    <a:pt x="195701" y="276821"/>
                  </a:lnTo>
                  <a:cubicBezTo>
                    <a:pt x="195701" y="276821"/>
                    <a:pt x="195634" y="277830"/>
                    <a:pt x="195500" y="278032"/>
                  </a:cubicBezTo>
                  <a:cubicBezTo>
                    <a:pt x="195365" y="278267"/>
                    <a:pt x="193749" y="279478"/>
                    <a:pt x="193749" y="279478"/>
                  </a:cubicBezTo>
                  <a:lnTo>
                    <a:pt x="191798" y="281867"/>
                  </a:lnTo>
                  <a:lnTo>
                    <a:pt x="190889" y="285937"/>
                  </a:lnTo>
                  <a:lnTo>
                    <a:pt x="191225" y="289637"/>
                  </a:lnTo>
                  <a:lnTo>
                    <a:pt x="191225" y="292026"/>
                  </a:lnTo>
                  <a:lnTo>
                    <a:pt x="190519" y="295659"/>
                  </a:lnTo>
                  <a:cubicBezTo>
                    <a:pt x="190519" y="295659"/>
                    <a:pt x="190317" y="297980"/>
                    <a:pt x="190081" y="298283"/>
                  </a:cubicBezTo>
                  <a:cubicBezTo>
                    <a:pt x="189879" y="298585"/>
                    <a:pt x="189274" y="300167"/>
                    <a:pt x="189274" y="300167"/>
                  </a:cubicBezTo>
                  <a:cubicBezTo>
                    <a:pt x="189274" y="300167"/>
                    <a:pt x="189543" y="302925"/>
                    <a:pt x="189644" y="303127"/>
                  </a:cubicBezTo>
                  <a:cubicBezTo>
                    <a:pt x="189711" y="303362"/>
                    <a:pt x="190586" y="304640"/>
                    <a:pt x="190586" y="304640"/>
                  </a:cubicBezTo>
                  <a:cubicBezTo>
                    <a:pt x="190586" y="304640"/>
                    <a:pt x="192774" y="305784"/>
                    <a:pt x="192908" y="306020"/>
                  </a:cubicBezTo>
                  <a:cubicBezTo>
                    <a:pt x="193043" y="306222"/>
                    <a:pt x="197115" y="306659"/>
                    <a:pt x="197115" y="306659"/>
                  </a:cubicBezTo>
                  <a:lnTo>
                    <a:pt x="201255" y="305751"/>
                  </a:lnTo>
                  <a:lnTo>
                    <a:pt x="202500" y="305044"/>
                  </a:lnTo>
                  <a:lnTo>
                    <a:pt x="206033" y="305044"/>
                  </a:lnTo>
                  <a:lnTo>
                    <a:pt x="206942" y="308610"/>
                  </a:lnTo>
                  <a:cubicBezTo>
                    <a:pt x="207009" y="308610"/>
                    <a:pt x="207144" y="308644"/>
                    <a:pt x="207413" y="308745"/>
                  </a:cubicBezTo>
                  <a:cubicBezTo>
                    <a:pt x="208221" y="309047"/>
                    <a:pt x="209668" y="309384"/>
                    <a:pt x="209803" y="309686"/>
                  </a:cubicBezTo>
                  <a:cubicBezTo>
                    <a:pt x="209937" y="309989"/>
                    <a:pt x="210240" y="312580"/>
                    <a:pt x="210240" y="312580"/>
                  </a:cubicBezTo>
                  <a:cubicBezTo>
                    <a:pt x="210240" y="312580"/>
                    <a:pt x="210375" y="316347"/>
                    <a:pt x="210543" y="316650"/>
                  </a:cubicBezTo>
                  <a:cubicBezTo>
                    <a:pt x="210678" y="316953"/>
                    <a:pt x="214010" y="317592"/>
                    <a:pt x="214312" y="317659"/>
                  </a:cubicBezTo>
                  <a:cubicBezTo>
                    <a:pt x="214615" y="317726"/>
                    <a:pt x="218957" y="316280"/>
                    <a:pt x="219091" y="316078"/>
                  </a:cubicBezTo>
                  <a:cubicBezTo>
                    <a:pt x="219226" y="315876"/>
                    <a:pt x="219967" y="314329"/>
                    <a:pt x="220236" y="313689"/>
                  </a:cubicBezTo>
                  <a:cubicBezTo>
                    <a:pt x="220539" y="313050"/>
                    <a:pt x="221683" y="311806"/>
                    <a:pt x="221683" y="311806"/>
                  </a:cubicBezTo>
                  <a:cubicBezTo>
                    <a:pt x="221683" y="311806"/>
                    <a:pt x="220875" y="310864"/>
                    <a:pt x="222322" y="311234"/>
                  </a:cubicBezTo>
                  <a:cubicBezTo>
                    <a:pt x="223769" y="311604"/>
                    <a:pt x="226596" y="313992"/>
                    <a:pt x="226731" y="314262"/>
                  </a:cubicBezTo>
                  <a:cubicBezTo>
                    <a:pt x="226866" y="314564"/>
                    <a:pt x="227875" y="315708"/>
                    <a:pt x="227875" y="315708"/>
                  </a:cubicBezTo>
                  <a:lnTo>
                    <a:pt x="229827" y="315910"/>
                  </a:lnTo>
                  <a:lnTo>
                    <a:pt x="231274" y="315338"/>
                  </a:lnTo>
                  <a:lnTo>
                    <a:pt x="232351" y="314530"/>
                  </a:lnTo>
                  <a:cubicBezTo>
                    <a:pt x="232351" y="314530"/>
                    <a:pt x="236625" y="315540"/>
                    <a:pt x="236928" y="315775"/>
                  </a:cubicBezTo>
                  <a:cubicBezTo>
                    <a:pt x="237231" y="315977"/>
                    <a:pt x="240900" y="317289"/>
                    <a:pt x="241068" y="317659"/>
                  </a:cubicBezTo>
                  <a:cubicBezTo>
                    <a:pt x="241203" y="318029"/>
                    <a:pt x="243457" y="319543"/>
                    <a:pt x="243525" y="319745"/>
                  </a:cubicBezTo>
                  <a:cubicBezTo>
                    <a:pt x="243592" y="319947"/>
                    <a:pt x="245477" y="322570"/>
                    <a:pt x="245847" y="323008"/>
                  </a:cubicBezTo>
                  <a:cubicBezTo>
                    <a:pt x="246217" y="323445"/>
                    <a:pt x="246856" y="325026"/>
                    <a:pt x="247159" y="325598"/>
                  </a:cubicBezTo>
                  <a:cubicBezTo>
                    <a:pt x="247462" y="326170"/>
                    <a:pt x="248977" y="329736"/>
                    <a:pt x="248977" y="329736"/>
                  </a:cubicBezTo>
                  <a:lnTo>
                    <a:pt x="248034" y="333436"/>
                  </a:lnTo>
                  <a:cubicBezTo>
                    <a:pt x="248034" y="333436"/>
                    <a:pt x="250222" y="337506"/>
                    <a:pt x="251232" y="337641"/>
                  </a:cubicBezTo>
                  <a:cubicBezTo>
                    <a:pt x="252241" y="337776"/>
                    <a:pt x="253385" y="336329"/>
                    <a:pt x="253385" y="336329"/>
                  </a:cubicBezTo>
                  <a:lnTo>
                    <a:pt x="254261" y="335320"/>
                  </a:lnTo>
                  <a:lnTo>
                    <a:pt x="256852" y="338347"/>
                  </a:lnTo>
                  <a:lnTo>
                    <a:pt x="261496" y="342687"/>
                  </a:lnTo>
                  <a:lnTo>
                    <a:pt x="263818" y="345008"/>
                  </a:lnTo>
                  <a:lnTo>
                    <a:pt x="266107" y="348338"/>
                  </a:lnTo>
                  <a:lnTo>
                    <a:pt x="268025" y="347968"/>
                  </a:lnTo>
                  <a:cubicBezTo>
                    <a:pt x="268025" y="347968"/>
                    <a:pt x="268833" y="345513"/>
                    <a:pt x="269001" y="345513"/>
                  </a:cubicBezTo>
                  <a:cubicBezTo>
                    <a:pt x="269169" y="345513"/>
                    <a:pt x="269775" y="344806"/>
                    <a:pt x="269977" y="344537"/>
                  </a:cubicBezTo>
                  <a:cubicBezTo>
                    <a:pt x="270179" y="344268"/>
                    <a:pt x="271391" y="342855"/>
                    <a:pt x="271391" y="342855"/>
                  </a:cubicBezTo>
                  <a:cubicBezTo>
                    <a:pt x="271391" y="342855"/>
                    <a:pt x="273410" y="342788"/>
                    <a:pt x="273713" y="342788"/>
                  </a:cubicBezTo>
                  <a:cubicBezTo>
                    <a:pt x="274049" y="342788"/>
                    <a:pt x="276102" y="343595"/>
                    <a:pt x="276271" y="343696"/>
                  </a:cubicBezTo>
                  <a:cubicBezTo>
                    <a:pt x="276439" y="343797"/>
                    <a:pt x="278290" y="345479"/>
                    <a:pt x="278458" y="345647"/>
                  </a:cubicBezTo>
                  <a:cubicBezTo>
                    <a:pt x="278626" y="345816"/>
                    <a:pt x="279501" y="346724"/>
                    <a:pt x="279804" y="347262"/>
                  </a:cubicBezTo>
                  <a:cubicBezTo>
                    <a:pt x="280141" y="347800"/>
                    <a:pt x="281487" y="349213"/>
                    <a:pt x="281992" y="349617"/>
                  </a:cubicBezTo>
                  <a:cubicBezTo>
                    <a:pt x="282497" y="349987"/>
                    <a:pt x="284213" y="351803"/>
                    <a:pt x="284213" y="351803"/>
                  </a:cubicBezTo>
                  <a:cubicBezTo>
                    <a:pt x="284213" y="351803"/>
                    <a:pt x="286064" y="353418"/>
                    <a:pt x="286401" y="353721"/>
                  </a:cubicBezTo>
                  <a:cubicBezTo>
                    <a:pt x="286737" y="353990"/>
                    <a:pt x="291146" y="356715"/>
                    <a:pt x="291146" y="356715"/>
                  </a:cubicBezTo>
                  <a:cubicBezTo>
                    <a:pt x="291146" y="356715"/>
                    <a:pt x="293064" y="359810"/>
                    <a:pt x="292997" y="360112"/>
                  </a:cubicBezTo>
                  <a:cubicBezTo>
                    <a:pt x="292930" y="360415"/>
                    <a:pt x="295756" y="361189"/>
                    <a:pt x="295756" y="361189"/>
                  </a:cubicBezTo>
                  <a:lnTo>
                    <a:pt x="298954" y="360752"/>
                  </a:lnTo>
                  <a:lnTo>
                    <a:pt x="301074" y="360179"/>
                  </a:lnTo>
                  <a:cubicBezTo>
                    <a:pt x="301074" y="360179"/>
                    <a:pt x="306358" y="360752"/>
                    <a:pt x="306593" y="360886"/>
                  </a:cubicBezTo>
                  <a:cubicBezTo>
                    <a:pt x="306795" y="361020"/>
                    <a:pt x="309555" y="361525"/>
                    <a:pt x="309791" y="361828"/>
                  </a:cubicBezTo>
                  <a:cubicBezTo>
                    <a:pt x="309993" y="362131"/>
                    <a:pt x="312247" y="363779"/>
                    <a:pt x="312247" y="363779"/>
                  </a:cubicBezTo>
                  <a:lnTo>
                    <a:pt x="315512" y="366907"/>
                  </a:lnTo>
                  <a:lnTo>
                    <a:pt x="316050" y="367984"/>
                  </a:lnTo>
                  <a:lnTo>
                    <a:pt x="316522" y="371449"/>
                  </a:lnTo>
                  <a:lnTo>
                    <a:pt x="316522" y="373703"/>
                  </a:lnTo>
                  <a:lnTo>
                    <a:pt x="316387" y="375587"/>
                  </a:lnTo>
                  <a:lnTo>
                    <a:pt x="315815" y="377033"/>
                  </a:lnTo>
                  <a:lnTo>
                    <a:pt x="314502" y="378849"/>
                  </a:lnTo>
                  <a:cubicBezTo>
                    <a:pt x="314502" y="378849"/>
                    <a:pt x="312617" y="379220"/>
                    <a:pt x="312617" y="379489"/>
                  </a:cubicBezTo>
                  <a:cubicBezTo>
                    <a:pt x="312617" y="379791"/>
                    <a:pt x="311238" y="381137"/>
                    <a:pt x="311238" y="381137"/>
                  </a:cubicBezTo>
                  <a:lnTo>
                    <a:pt x="310598" y="382584"/>
                  </a:lnTo>
                  <a:cubicBezTo>
                    <a:pt x="310598" y="382584"/>
                    <a:pt x="310228" y="384535"/>
                    <a:pt x="310228" y="384770"/>
                  </a:cubicBezTo>
                  <a:cubicBezTo>
                    <a:pt x="310228" y="385006"/>
                    <a:pt x="311810" y="386957"/>
                    <a:pt x="311810" y="386957"/>
                  </a:cubicBezTo>
                  <a:lnTo>
                    <a:pt x="313324" y="388605"/>
                  </a:lnTo>
                  <a:lnTo>
                    <a:pt x="314670" y="395097"/>
                  </a:lnTo>
                  <a:lnTo>
                    <a:pt x="314872" y="398697"/>
                  </a:lnTo>
                  <a:lnTo>
                    <a:pt x="314771" y="402162"/>
                  </a:lnTo>
                  <a:lnTo>
                    <a:pt x="317161" y="405425"/>
                  </a:lnTo>
                  <a:lnTo>
                    <a:pt x="317935" y="407477"/>
                  </a:lnTo>
                  <a:lnTo>
                    <a:pt x="318271" y="410202"/>
                  </a:lnTo>
                  <a:cubicBezTo>
                    <a:pt x="318271" y="410202"/>
                    <a:pt x="317497" y="411816"/>
                    <a:pt x="317296" y="412691"/>
                  </a:cubicBezTo>
                  <a:cubicBezTo>
                    <a:pt x="317094" y="413566"/>
                    <a:pt x="315781" y="415954"/>
                    <a:pt x="315781" y="415954"/>
                  </a:cubicBezTo>
                  <a:lnTo>
                    <a:pt x="314031" y="416728"/>
                  </a:lnTo>
                  <a:cubicBezTo>
                    <a:pt x="314031" y="416728"/>
                    <a:pt x="311642" y="416526"/>
                    <a:pt x="311305" y="416728"/>
                  </a:cubicBezTo>
                  <a:cubicBezTo>
                    <a:pt x="310968" y="416930"/>
                    <a:pt x="307300" y="416290"/>
                    <a:pt x="306964" y="416728"/>
                  </a:cubicBezTo>
                  <a:cubicBezTo>
                    <a:pt x="306627" y="417165"/>
                    <a:pt x="303800" y="417502"/>
                    <a:pt x="303800" y="417502"/>
                  </a:cubicBezTo>
                  <a:cubicBezTo>
                    <a:pt x="303800" y="417502"/>
                    <a:pt x="302084" y="418713"/>
                    <a:pt x="301747" y="418813"/>
                  </a:cubicBezTo>
                  <a:cubicBezTo>
                    <a:pt x="301410" y="418914"/>
                    <a:pt x="300872" y="419587"/>
                    <a:pt x="300098" y="419789"/>
                  </a:cubicBezTo>
                  <a:cubicBezTo>
                    <a:pt x="299324" y="419991"/>
                    <a:pt x="298348" y="420428"/>
                    <a:pt x="298348" y="421101"/>
                  </a:cubicBezTo>
                  <a:cubicBezTo>
                    <a:pt x="298348" y="421740"/>
                    <a:pt x="297910" y="423388"/>
                    <a:pt x="297910" y="423388"/>
                  </a:cubicBezTo>
                  <a:cubicBezTo>
                    <a:pt x="297910" y="423388"/>
                    <a:pt x="297574" y="425878"/>
                    <a:pt x="297675" y="426416"/>
                  </a:cubicBezTo>
                  <a:cubicBezTo>
                    <a:pt x="297776" y="426954"/>
                    <a:pt x="297574" y="430015"/>
                    <a:pt x="297439" y="430318"/>
                  </a:cubicBezTo>
                  <a:cubicBezTo>
                    <a:pt x="297338" y="430655"/>
                    <a:pt x="297338" y="433043"/>
                    <a:pt x="297338" y="433346"/>
                  </a:cubicBezTo>
                  <a:cubicBezTo>
                    <a:pt x="297338" y="433682"/>
                    <a:pt x="297540" y="435398"/>
                    <a:pt x="297540" y="435398"/>
                  </a:cubicBezTo>
                  <a:lnTo>
                    <a:pt x="297877" y="440275"/>
                  </a:lnTo>
                  <a:lnTo>
                    <a:pt x="297641" y="444413"/>
                  </a:lnTo>
                  <a:lnTo>
                    <a:pt x="299055" y="449156"/>
                  </a:lnTo>
                  <a:cubicBezTo>
                    <a:pt x="299055" y="449156"/>
                    <a:pt x="299930" y="454505"/>
                    <a:pt x="300199" y="455077"/>
                  </a:cubicBezTo>
                  <a:cubicBezTo>
                    <a:pt x="300502" y="455649"/>
                    <a:pt x="304978" y="461031"/>
                    <a:pt x="304978" y="461031"/>
                  </a:cubicBezTo>
                  <a:lnTo>
                    <a:pt x="307300" y="463352"/>
                  </a:lnTo>
                  <a:lnTo>
                    <a:pt x="309319" y="466817"/>
                  </a:lnTo>
                  <a:lnTo>
                    <a:pt x="308175" y="468398"/>
                  </a:lnTo>
                  <a:lnTo>
                    <a:pt x="305113" y="468398"/>
                  </a:lnTo>
                  <a:lnTo>
                    <a:pt x="302353" y="471594"/>
                  </a:lnTo>
                  <a:lnTo>
                    <a:pt x="302487" y="475059"/>
                  </a:lnTo>
                  <a:lnTo>
                    <a:pt x="301040" y="480139"/>
                  </a:lnTo>
                  <a:cubicBezTo>
                    <a:pt x="301040" y="480139"/>
                    <a:pt x="301781" y="483603"/>
                    <a:pt x="302218" y="483771"/>
                  </a:cubicBezTo>
                  <a:cubicBezTo>
                    <a:pt x="302656" y="483906"/>
                    <a:pt x="303531" y="488851"/>
                    <a:pt x="303531" y="488851"/>
                  </a:cubicBezTo>
                  <a:cubicBezTo>
                    <a:pt x="303531" y="488851"/>
                    <a:pt x="301343" y="491744"/>
                    <a:pt x="301209" y="492181"/>
                  </a:cubicBezTo>
                  <a:cubicBezTo>
                    <a:pt x="301074" y="492619"/>
                    <a:pt x="294982" y="492181"/>
                    <a:pt x="294242" y="492181"/>
                  </a:cubicBezTo>
                  <a:cubicBezTo>
                    <a:pt x="293502" y="492181"/>
                    <a:pt x="290776" y="490163"/>
                    <a:pt x="289901" y="490163"/>
                  </a:cubicBezTo>
                  <a:cubicBezTo>
                    <a:pt x="289026" y="490163"/>
                    <a:pt x="287578" y="490600"/>
                    <a:pt x="287141" y="490735"/>
                  </a:cubicBezTo>
                  <a:cubicBezTo>
                    <a:pt x="286703" y="490870"/>
                    <a:pt x="283809" y="492417"/>
                    <a:pt x="282497" y="492383"/>
                  </a:cubicBezTo>
                  <a:cubicBezTo>
                    <a:pt x="281184" y="492316"/>
                    <a:pt x="277852" y="491744"/>
                    <a:pt x="277280" y="491610"/>
                  </a:cubicBezTo>
                  <a:cubicBezTo>
                    <a:pt x="276708" y="491475"/>
                    <a:pt x="273645" y="488279"/>
                    <a:pt x="273645" y="488279"/>
                  </a:cubicBezTo>
                  <a:cubicBezTo>
                    <a:pt x="273645" y="488279"/>
                    <a:pt x="271020" y="487976"/>
                    <a:pt x="270179" y="487842"/>
                  </a:cubicBezTo>
                  <a:cubicBezTo>
                    <a:pt x="269304" y="487707"/>
                    <a:pt x="264390" y="486530"/>
                    <a:pt x="264390" y="486530"/>
                  </a:cubicBezTo>
                  <a:lnTo>
                    <a:pt x="261059" y="489558"/>
                  </a:lnTo>
                  <a:lnTo>
                    <a:pt x="259477" y="492350"/>
                  </a:lnTo>
                  <a:lnTo>
                    <a:pt x="255270" y="493897"/>
                  </a:lnTo>
                  <a:lnTo>
                    <a:pt x="251366" y="495916"/>
                  </a:lnTo>
                  <a:lnTo>
                    <a:pt x="248909" y="497934"/>
                  </a:lnTo>
                  <a:cubicBezTo>
                    <a:pt x="248909" y="497934"/>
                    <a:pt x="246150" y="496185"/>
                    <a:pt x="245578" y="496050"/>
                  </a:cubicBezTo>
                  <a:cubicBezTo>
                    <a:pt x="245006" y="495916"/>
                    <a:pt x="242111" y="493292"/>
                    <a:pt x="241236" y="493157"/>
                  </a:cubicBezTo>
                  <a:cubicBezTo>
                    <a:pt x="240361" y="493022"/>
                    <a:pt x="233260" y="491845"/>
                    <a:pt x="233260" y="491845"/>
                  </a:cubicBezTo>
                  <a:lnTo>
                    <a:pt x="229053" y="488515"/>
                  </a:lnTo>
                  <a:lnTo>
                    <a:pt x="224409" y="485184"/>
                  </a:lnTo>
                  <a:lnTo>
                    <a:pt x="222221" y="486496"/>
                  </a:lnTo>
                  <a:lnTo>
                    <a:pt x="222356" y="489961"/>
                  </a:lnTo>
                  <a:lnTo>
                    <a:pt x="224106" y="493594"/>
                  </a:lnTo>
                  <a:lnTo>
                    <a:pt x="224409" y="497934"/>
                  </a:lnTo>
                  <a:cubicBezTo>
                    <a:pt x="224409" y="497934"/>
                    <a:pt x="224409" y="500120"/>
                    <a:pt x="223837" y="500255"/>
                  </a:cubicBezTo>
                  <a:cubicBezTo>
                    <a:pt x="223265" y="500389"/>
                    <a:pt x="219765" y="499111"/>
                    <a:pt x="219765" y="499111"/>
                  </a:cubicBezTo>
                  <a:lnTo>
                    <a:pt x="215692" y="497362"/>
                  </a:lnTo>
                  <a:lnTo>
                    <a:pt x="215558" y="501701"/>
                  </a:lnTo>
                  <a:cubicBezTo>
                    <a:pt x="215558" y="501701"/>
                    <a:pt x="217005" y="505032"/>
                    <a:pt x="217308" y="505906"/>
                  </a:cubicBezTo>
                  <a:cubicBezTo>
                    <a:pt x="217611" y="506781"/>
                    <a:pt x="221817" y="509809"/>
                    <a:pt x="221817" y="509809"/>
                  </a:cubicBezTo>
                  <a:lnTo>
                    <a:pt x="224409" y="511255"/>
                  </a:lnTo>
                  <a:lnTo>
                    <a:pt x="226563" y="513442"/>
                  </a:lnTo>
                  <a:lnTo>
                    <a:pt x="228313" y="517209"/>
                  </a:lnTo>
                  <a:lnTo>
                    <a:pt x="231342" y="519665"/>
                  </a:lnTo>
                  <a:lnTo>
                    <a:pt x="236558" y="518084"/>
                  </a:lnTo>
                  <a:lnTo>
                    <a:pt x="238005" y="514619"/>
                  </a:lnTo>
                  <a:lnTo>
                    <a:pt x="243053" y="519699"/>
                  </a:lnTo>
                  <a:cubicBezTo>
                    <a:pt x="243053" y="519699"/>
                    <a:pt x="243491" y="521280"/>
                    <a:pt x="242784" y="521583"/>
                  </a:cubicBezTo>
                  <a:cubicBezTo>
                    <a:pt x="242044" y="521885"/>
                    <a:pt x="242347" y="521583"/>
                    <a:pt x="240597" y="522592"/>
                  </a:cubicBezTo>
                  <a:cubicBezTo>
                    <a:pt x="238847" y="523601"/>
                    <a:pt x="238443" y="524476"/>
                    <a:pt x="236525" y="524778"/>
                  </a:cubicBezTo>
                  <a:cubicBezTo>
                    <a:pt x="234640" y="525081"/>
                    <a:pt x="232890" y="525216"/>
                    <a:pt x="231443" y="525788"/>
                  </a:cubicBezTo>
                  <a:cubicBezTo>
                    <a:pt x="229996" y="526359"/>
                    <a:pt x="229255" y="526931"/>
                    <a:pt x="227101" y="527234"/>
                  </a:cubicBezTo>
                  <a:cubicBezTo>
                    <a:pt x="224914" y="527537"/>
                    <a:pt x="223029" y="527234"/>
                    <a:pt x="223029" y="527234"/>
                  </a:cubicBezTo>
                  <a:lnTo>
                    <a:pt x="219832" y="529555"/>
                  </a:lnTo>
                  <a:lnTo>
                    <a:pt x="216130" y="531136"/>
                  </a:lnTo>
                  <a:lnTo>
                    <a:pt x="213740" y="528815"/>
                  </a:lnTo>
                  <a:lnTo>
                    <a:pt x="213740" y="526629"/>
                  </a:lnTo>
                  <a:lnTo>
                    <a:pt x="210409" y="524610"/>
                  </a:lnTo>
                  <a:lnTo>
                    <a:pt x="207380" y="524913"/>
                  </a:lnTo>
                  <a:lnTo>
                    <a:pt x="207110" y="528681"/>
                  </a:lnTo>
                  <a:lnTo>
                    <a:pt x="206235" y="531708"/>
                  </a:lnTo>
                  <a:lnTo>
                    <a:pt x="203038" y="534466"/>
                  </a:lnTo>
                  <a:cubicBezTo>
                    <a:pt x="203038" y="534466"/>
                    <a:pt x="197956" y="533726"/>
                    <a:pt x="197519" y="534466"/>
                  </a:cubicBezTo>
                  <a:cubicBezTo>
                    <a:pt x="197081" y="535207"/>
                    <a:pt x="193480" y="535207"/>
                    <a:pt x="193480" y="535207"/>
                  </a:cubicBezTo>
                  <a:lnTo>
                    <a:pt x="187692" y="531573"/>
                  </a:lnTo>
                  <a:lnTo>
                    <a:pt x="185067" y="529118"/>
                  </a:lnTo>
                  <a:lnTo>
                    <a:pt x="181432" y="529824"/>
                  </a:lnTo>
                  <a:lnTo>
                    <a:pt x="180422" y="535173"/>
                  </a:lnTo>
                  <a:lnTo>
                    <a:pt x="179413" y="537931"/>
                  </a:lnTo>
                  <a:lnTo>
                    <a:pt x="175509" y="537057"/>
                  </a:lnTo>
                  <a:lnTo>
                    <a:pt x="170158" y="533424"/>
                  </a:lnTo>
                  <a:lnTo>
                    <a:pt x="165951" y="528344"/>
                  </a:lnTo>
                  <a:lnTo>
                    <a:pt x="164066" y="524005"/>
                  </a:lnTo>
                  <a:cubicBezTo>
                    <a:pt x="164066" y="524005"/>
                    <a:pt x="167398" y="521986"/>
                    <a:pt x="167398" y="521549"/>
                  </a:cubicBezTo>
                  <a:cubicBezTo>
                    <a:pt x="167398" y="521112"/>
                    <a:pt x="165210" y="519093"/>
                    <a:pt x="163494" y="517916"/>
                  </a:cubicBezTo>
                  <a:cubicBezTo>
                    <a:pt x="161744" y="516738"/>
                    <a:pt x="158143" y="515292"/>
                    <a:pt x="158143" y="515292"/>
                  </a:cubicBezTo>
                  <a:cubicBezTo>
                    <a:pt x="158143" y="515292"/>
                    <a:pt x="154946" y="511087"/>
                    <a:pt x="154374" y="511087"/>
                  </a:cubicBezTo>
                  <a:cubicBezTo>
                    <a:pt x="153801" y="511087"/>
                    <a:pt x="147272" y="510650"/>
                    <a:pt x="147272" y="510650"/>
                  </a:cubicBezTo>
                  <a:lnTo>
                    <a:pt x="139868" y="510952"/>
                  </a:lnTo>
                  <a:lnTo>
                    <a:pt x="137277" y="513139"/>
                  </a:lnTo>
                  <a:lnTo>
                    <a:pt x="133508" y="514451"/>
                  </a:lnTo>
                  <a:lnTo>
                    <a:pt x="127551" y="512130"/>
                  </a:lnTo>
                  <a:lnTo>
                    <a:pt x="121628" y="513576"/>
                  </a:lnTo>
                  <a:lnTo>
                    <a:pt x="112339" y="513711"/>
                  </a:lnTo>
                  <a:lnTo>
                    <a:pt x="111262" y="515897"/>
                  </a:lnTo>
                  <a:cubicBezTo>
                    <a:pt x="111262" y="515897"/>
                    <a:pt x="109445" y="520237"/>
                    <a:pt x="109445" y="521246"/>
                  </a:cubicBezTo>
                  <a:cubicBezTo>
                    <a:pt x="109445" y="522255"/>
                    <a:pt x="109445" y="524879"/>
                    <a:pt x="109445" y="524879"/>
                  </a:cubicBezTo>
                  <a:lnTo>
                    <a:pt x="110185" y="530531"/>
                  </a:lnTo>
                  <a:cubicBezTo>
                    <a:pt x="110185" y="530531"/>
                    <a:pt x="111195" y="532112"/>
                    <a:pt x="111498" y="532549"/>
                  </a:cubicBezTo>
                  <a:cubicBezTo>
                    <a:pt x="111801" y="532986"/>
                    <a:pt x="114695" y="536619"/>
                    <a:pt x="114695" y="536619"/>
                  </a:cubicBezTo>
                  <a:lnTo>
                    <a:pt x="115873" y="537931"/>
                  </a:lnTo>
                  <a:lnTo>
                    <a:pt x="116445" y="540555"/>
                  </a:lnTo>
                  <a:cubicBezTo>
                    <a:pt x="116445" y="540555"/>
                    <a:pt x="116580" y="541565"/>
                    <a:pt x="116580" y="542136"/>
                  </a:cubicBezTo>
                  <a:cubicBezTo>
                    <a:pt x="116580" y="542708"/>
                    <a:pt x="116142" y="544895"/>
                    <a:pt x="116142" y="544895"/>
                  </a:cubicBezTo>
                  <a:lnTo>
                    <a:pt x="116007" y="546476"/>
                  </a:lnTo>
                  <a:lnTo>
                    <a:pt x="115132" y="547620"/>
                  </a:lnTo>
                  <a:cubicBezTo>
                    <a:pt x="115132" y="547620"/>
                    <a:pt x="113382" y="548360"/>
                    <a:pt x="112676" y="548360"/>
                  </a:cubicBezTo>
                  <a:cubicBezTo>
                    <a:pt x="111969" y="548360"/>
                    <a:pt x="110791" y="548225"/>
                    <a:pt x="109478" y="548360"/>
                  </a:cubicBezTo>
                  <a:cubicBezTo>
                    <a:pt x="108166" y="548494"/>
                    <a:pt x="107459" y="547620"/>
                    <a:pt x="106887" y="548360"/>
                  </a:cubicBezTo>
                  <a:cubicBezTo>
                    <a:pt x="106315" y="549066"/>
                    <a:pt x="104430" y="549806"/>
                    <a:pt x="104430" y="549806"/>
                  </a:cubicBezTo>
                  <a:lnTo>
                    <a:pt x="102983" y="551387"/>
                  </a:lnTo>
                  <a:lnTo>
                    <a:pt x="102243" y="552262"/>
                  </a:lnTo>
                  <a:lnTo>
                    <a:pt x="100661" y="554718"/>
                  </a:lnTo>
                  <a:cubicBezTo>
                    <a:pt x="100661" y="554718"/>
                    <a:pt x="100358" y="556030"/>
                    <a:pt x="99920" y="556467"/>
                  </a:cubicBezTo>
                  <a:cubicBezTo>
                    <a:pt x="99483" y="556904"/>
                    <a:pt x="98036" y="559225"/>
                    <a:pt x="98036" y="559225"/>
                  </a:cubicBezTo>
                  <a:lnTo>
                    <a:pt x="97296" y="562421"/>
                  </a:lnTo>
                  <a:lnTo>
                    <a:pt x="97296" y="564877"/>
                  </a:lnTo>
                  <a:lnTo>
                    <a:pt x="97296" y="568342"/>
                  </a:lnTo>
                  <a:lnTo>
                    <a:pt x="96420" y="571235"/>
                  </a:lnTo>
                  <a:lnTo>
                    <a:pt x="97161" y="574430"/>
                  </a:lnTo>
                  <a:lnTo>
                    <a:pt x="99483" y="576617"/>
                  </a:lnTo>
                  <a:cubicBezTo>
                    <a:pt x="99483" y="576617"/>
                    <a:pt x="100055" y="576751"/>
                    <a:pt x="101671" y="576617"/>
                  </a:cubicBezTo>
                  <a:cubicBezTo>
                    <a:pt x="103252" y="576482"/>
                    <a:pt x="103252" y="575473"/>
                    <a:pt x="103690" y="575305"/>
                  </a:cubicBezTo>
                  <a:cubicBezTo>
                    <a:pt x="104127" y="575171"/>
                    <a:pt x="106887" y="576684"/>
                    <a:pt x="106887" y="576684"/>
                  </a:cubicBezTo>
                  <a:lnTo>
                    <a:pt x="109781" y="579073"/>
                  </a:lnTo>
                  <a:cubicBezTo>
                    <a:pt x="109781" y="579073"/>
                    <a:pt x="112978" y="580822"/>
                    <a:pt x="113551" y="580822"/>
                  </a:cubicBezTo>
                  <a:cubicBezTo>
                    <a:pt x="114123" y="580822"/>
                    <a:pt x="116310" y="582403"/>
                    <a:pt x="116310" y="582403"/>
                  </a:cubicBezTo>
                  <a:cubicBezTo>
                    <a:pt x="116310" y="582403"/>
                    <a:pt x="118195" y="586608"/>
                    <a:pt x="118330" y="587045"/>
                  </a:cubicBezTo>
                  <a:cubicBezTo>
                    <a:pt x="118464" y="587483"/>
                    <a:pt x="122099" y="591822"/>
                    <a:pt x="122099" y="591822"/>
                  </a:cubicBezTo>
                  <a:lnTo>
                    <a:pt x="124286" y="593269"/>
                  </a:lnTo>
                  <a:lnTo>
                    <a:pt x="126036" y="595186"/>
                  </a:lnTo>
                  <a:lnTo>
                    <a:pt x="128964" y="597675"/>
                  </a:lnTo>
                  <a:cubicBezTo>
                    <a:pt x="128964" y="597675"/>
                    <a:pt x="128729" y="600266"/>
                    <a:pt x="128729" y="600703"/>
                  </a:cubicBezTo>
                  <a:cubicBezTo>
                    <a:pt x="128729" y="601140"/>
                    <a:pt x="128190" y="602721"/>
                    <a:pt x="127753" y="602822"/>
                  </a:cubicBezTo>
                  <a:cubicBezTo>
                    <a:pt x="127315" y="602923"/>
                    <a:pt x="125565" y="603966"/>
                    <a:pt x="125565" y="603966"/>
                  </a:cubicBezTo>
                  <a:lnTo>
                    <a:pt x="122536" y="603966"/>
                  </a:lnTo>
                  <a:lnTo>
                    <a:pt x="117320" y="603966"/>
                  </a:lnTo>
                  <a:cubicBezTo>
                    <a:pt x="117320" y="603966"/>
                    <a:pt x="116546" y="604504"/>
                    <a:pt x="115368" y="605043"/>
                  </a:cubicBezTo>
                  <a:cubicBezTo>
                    <a:pt x="114190" y="605581"/>
                    <a:pt x="112440" y="606354"/>
                    <a:pt x="112103" y="606556"/>
                  </a:cubicBezTo>
                  <a:cubicBezTo>
                    <a:pt x="111767" y="606758"/>
                    <a:pt x="111027" y="607330"/>
                    <a:pt x="110690" y="607633"/>
                  </a:cubicBezTo>
                  <a:cubicBezTo>
                    <a:pt x="110354" y="607969"/>
                    <a:pt x="107762" y="609247"/>
                    <a:pt x="107762" y="609247"/>
                  </a:cubicBezTo>
                  <a:lnTo>
                    <a:pt x="107762" y="611737"/>
                  </a:lnTo>
                  <a:cubicBezTo>
                    <a:pt x="107762" y="611737"/>
                    <a:pt x="107964" y="612073"/>
                    <a:pt x="109613" y="612376"/>
                  </a:cubicBezTo>
                  <a:cubicBezTo>
                    <a:pt x="111262" y="612712"/>
                    <a:pt x="113416" y="613452"/>
                    <a:pt x="114055" y="613452"/>
                  </a:cubicBezTo>
                  <a:cubicBezTo>
                    <a:pt x="114695" y="613452"/>
                    <a:pt x="117320" y="614663"/>
                    <a:pt x="117656" y="615067"/>
                  </a:cubicBezTo>
                  <a:cubicBezTo>
                    <a:pt x="117993" y="615504"/>
                    <a:pt x="119171" y="616278"/>
                    <a:pt x="119507" y="616480"/>
                  </a:cubicBezTo>
                  <a:cubicBezTo>
                    <a:pt x="119844" y="616682"/>
                    <a:pt x="120820" y="617792"/>
                    <a:pt x="120820" y="618969"/>
                  </a:cubicBezTo>
                  <a:cubicBezTo>
                    <a:pt x="120820" y="620180"/>
                    <a:pt x="121358" y="620920"/>
                    <a:pt x="120181" y="621257"/>
                  </a:cubicBezTo>
                  <a:cubicBezTo>
                    <a:pt x="118969" y="621593"/>
                    <a:pt x="117118" y="622131"/>
                    <a:pt x="116277" y="622031"/>
                  </a:cubicBezTo>
                  <a:cubicBezTo>
                    <a:pt x="115402" y="621929"/>
                    <a:pt x="112373" y="622031"/>
                    <a:pt x="112373" y="622031"/>
                  </a:cubicBezTo>
                  <a:cubicBezTo>
                    <a:pt x="112373" y="622031"/>
                    <a:pt x="111498" y="622872"/>
                    <a:pt x="110522" y="623443"/>
                  </a:cubicBezTo>
                  <a:cubicBezTo>
                    <a:pt x="109546" y="623982"/>
                    <a:pt x="109108" y="625394"/>
                    <a:pt x="109108" y="625394"/>
                  </a:cubicBezTo>
                  <a:lnTo>
                    <a:pt x="106079" y="628994"/>
                  </a:lnTo>
                  <a:lnTo>
                    <a:pt x="103791" y="631618"/>
                  </a:lnTo>
                  <a:cubicBezTo>
                    <a:pt x="103791" y="631618"/>
                    <a:pt x="101300" y="633233"/>
                    <a:pt x="101300" y="633670"/>
                  </a:cubicBezTo>
                  <a:cubicBezTo>
                    <a:pt x="101300" y="634107"/>
                    <a:pt x="100964" y="637269"/>
                    <a:pt x="100863" y="637706"/>
                  </a:cubicBezTo>
                  <a:cubicBezTo>
                    <a:pt x="100762" y="638144"/>
                    <a:pt x="100526" y="641710"/>
                    <a:pt x="100863" y="642921"/>
                  </a:cubicBezTo>
                  <a:cubicBezTo>
                    <a:pt x="101199" y="644098"/>
                    <a:pt x="102815" y="648909"/>
                    <a:pt x="102815" y="648909"/>
                  </a:cubicBezTo>
                  <a:lnTo>
                    <a:pt x="104868" y="651734"/>
                  </a:lnTo>
                  <a:lnTo>
                    <a:pt x="105945" y="652609"/>
                  </a:lnTo>
                  <a:cubicBezTo>
                    <a:pt x="105945" y="652609"/>
                    <a:pt x="106820" y="654661"/>
                    <a:pt x="106820" y="655098"/>
                  </a:cubicBezTo>
                  <a:cubicBezTo>
                    <a:pt x="106820" y="655535"/>
                    <a:pt x="106046" y="658462"/>
                    <a:pt x="106046" y="658899"/>
                  </a:cubicBezTo>
                  <a:cubicBezTo>
                    <a:pt x="106046" y="659337"/>
                    <a:pt x="106046" y="662163"/>
                    <a:pt x="106046" y="662163"/>
                  </a:cubicBezTo>
                  <a:lnTo>
                    <a:pt x="106921" y="664988"/>
                  </a:lnTo>
                  <a:lnTo>
                    <a:pt x="108772" y="666300"/>
                  </a:lnTo>
                  <a:cubicBezTo>
                    <a:pt x="108772" y="666300"/>
                    <a:pt x="109108" y="666637"/>
                    <a:pt x="108435" y="667713"/>
                  </a:cubicBezTo>
                  <a:cubicBezTo>
                    <a:pt x="107796" y="668789"/>
                    <a:pt x="106382" y="671514"/>
                    <a:pt x="106382" y="671952"/>
                  </a:cubicBezTo>
                  <a:cubicBezTo>
                    <a:pt x="106382" y="672389"/>
                    <a:pt x="107897" y="673802"/>
                    <a:pt x="109310" y="673465"/>
                  </a:cubicBezTo>
                  <a:cubicBezTo>
                    <a:pt x="110724" y="673129"/>
                    <a:pt x="114089" y="673028"/>
                    <a:pt x="114089" y="673028"/>
                  </a:cubicBezTo>
                  <a:lnTo>
                    <a:pt x="116378" y="675316"/>
                  </a:lnTo>
                  <a:cubicBezTo>
                    <a:pt x="116378" y="675316"/>
                    <a:pt x="117017" y="679319"/>
                    <a:pt x="117017" y="679655"/>
                  </a:cubicBezTo>
                  <a:cubicBezTo>
                    <a:pt x="117017" y="679992"/>
                    <a:pt x="116243" y="683019"/>
                    <a:pt x="115806" y="683995"/>
                  </a:cubicBezTo>
                  <a:cubicBezTo>
                    <a:pt x="115368" y="684970"/>
                    <a:pt x="113955" y="686181"/>
                    <a:pt x="113854" y="687258"/>
                  </a:cubicBezTo>
                  <a:cubicBezTo>
                    <a:pt x="113753" y="688334"/>
                    <a:pt x="112204" y="689444"/>
                    <a:pt x="112204" y="689444"/>
                  </a:cubicBezTo>
                  <a:cubicBezTo>
                    <a:pt x="112204" y="689444"/>
                    <a:pt x="111868" y="689781"/>
                    <a:pt x="111430" y="690083"/>
                  </a:cubicBezTo>
                  <a:cubicBezTo>
                    <a:pt x="110993" y="690420"/>
                    <a:pt x="110118" y="691160"/>
                    <a:pt x="108839" y="691160"/>
                  </a:cubicBezTo>
                  <a:cubicBezTo>
                    <a:pt x="107526" y="691160"/>
                    <a:pt x="106113" y="690723"/>
                    <a:pt x="105474" y="689848"/>
                  </a:cubicBezTo>
                  <a:cubicBezTo>
                    <a:pt x="104834" y="688973"/>
                    <a:pt x="103723" y="687460"/>
                    <a:pt x="103421" y="687460"/>
                  </a:cubicBezTo>
                  <a:cubicBezTo>
                    <a:pt x="103084" y="687460"/>
                    <a:pt x="102646" y="687123"/>
                    <a:pt x="102546" y="686686"/>
                  </a:cubicBezTo>
                  <a:cubicBezTo>
                    <a:pt x="102445" y="686248"/>
                    <a:pt x="102007" y="684196"/>
                    <a:pt x="102007" y="683759"/>
                  </a:cubicBezTo>
                  <a:cubicBezTo>
                    <a:pt x="102007" y="683322"/>
                    <a:pt x="101906" y="681573"/>
                    <a:pt x="101805" y="681270"/>
                  </a:cubicBezTo>
                  <a:cubicBezTo>
                    <a:pt x="101704" y="680934"/>
                    <a:pt x="101570" y="680631"/>
                    <a:pt x="101570" y="680193"/>
                  </a:cubicBezTo>
                  <a:cubicBezTo>
                    <a:pt x="101570" y="679756"/>
                    <a:pt x="101334" y="677906"/>
                    <a:pt x="101031" y="677704"/>
                  </a:cubicBezTo>
                  <a:cubicBezTo>
                    <a:pt x="100695" y="677502"/>
                    <a:pt x="99820" y="675854"/>
                    <a:pt x="98843" y="676729"/>
                  </a:cubicBezTo>
                  <a:cubicBezTo>
                    <a:pt x="97868" y="677603"/>
                    <a:pt x="97868" y="677502"/>
                    <a:pt x="96993" y="678141"/>
                  </a:cubicBezTo>
                  <a:cubicBezTo>
                    <a:pt x="96117" y="678781"/>
                    <a:pt x="96117" y="679218"/>
                    <a:pt x="95243" y="680193"/>
                  </a:cubicBezTo>
                  <a:cubicBezTo>
                    <a:pt x="94368" y="681169"/>
                    <a:pt x="94031" y="681270"/>
                    <a:pt x="93627" y="682044"/>
                  </a:cubicBezTo>
                  <a:cubicBezTo>
                    <a:pt x="93190" y="682817"/>
                    <a:pt x="91440" y="682683"/>
                    <a:pt x="91137" y="682683"/>
                  </a:cubicBezTo>
                  <a:cubicBezTo>
                    <a:pt x="90800" y="682683"/>
                    <a:pt x="90497" y="682044"/>
                    <a:pt x="89050" y="681808"/>
                  </a:cubicBezTo>
                  <a:cubicBezTo>
                    <a:pt x="87637" y="681573"/>
                    <a:pt x="87199" y="681169"/>
                    <a:pt x="86122" y="681169"/>
                  </a:cubicBezTo>
                  <a:cubicBezTo>
                    <a:pt x="85045" y="681169"/>
                    <a:pt x="83632" y="681505"/>
                    <a:pt x="83632" y="681505"/>
                  </a:cubicBezTo>
                  <a:cubicBezTo>
                    <a:pt x="83632" y="681505"/>
                    <a:pt x="81444" y="682279"/>
                    <a:pt x="81007" y="683154"/>
                  </a:cubicBezTo>
                  <a:cubicBezTo>
                    <a:pt x="80569" y="684028"/>
                    <a:pt x="81007" y="684028"/>
                    <a:pt x="80031" y="684230"/>
                  </a:cubicBezTo>
                  <a:cubicBezTo>
                    <a:pt x="79055" y="684432"/>
                    <a:pt x="75151" y="682178"/>
                    <a:pt x="75151" y="682178"/>
                  </a:cubicBezTo>
                  <a:lnTo>
                    <a:pt x="73098" y="679790"/>
                  </a:lnTo>
                  <a:cubicBezTo>
                    <a:pt x="73098" y="679790"/>
                    <a:pt x="71247" y="677940"/>
                    <a:pt x="70910" y="677940"/>
                  </a:cubicBezTo>
                  <a:cubicBezTo>
                    <a:pt x="70574" y="677940"/>
                    <a:pt x="69059" y="675450"/>
                    <a:pt x="69059" y="675450"/>
                  </a:cubicBezTo>
                  <a:lnTo>
                    <a:pt x="65155" y="675248"/>
                  </a:lnTo>
                  <a:lnTo>
                    <a:pt x="63641" y="676560"/>
                  </a:lnTo>
                  <a:cubicBezTo>
                    <a:pt x="63641" y="676560"/>
                    <a:pt x="61689" y="678949"/>
                    <a:pt x="61352" y="679050"/>
                  </a:cubicBezTo>
                  <a:cubicBezTo>
                    <a:pt x="61016" y="679151"/>
                    <a:pt x="59501" y="680799"/>
                    <a:pt x="59400" y="681102"/>
                  </a:cubicBezTo>
                  <a:cubicBezTo>
                    <a:pt x="59299" y="681438"/>
                    <a:pt x="57549" y="682414"/>
                    <a:pt x="56237" y="682716"/>
                  </a:cubicBezTo>
                  <a:cubicBezTo>
                    <a:pt x="54924" y="683053"/>
                    <a:pt x="51559" y="684566"/>
                    <a:pt x="51559" y="684566"/>
                  </a:cubicBezTo>
                  <a:cubicBezTo>
                    <a:pt x="51559" y="684566"/>
                    <a:pt x="50044" y="685744"/>
                    <a:pt x="50044" y="686417"/>
                  </a:cubicBezTo>
                  <a:cubicBezTo>
                    <a:pt x="50044" y="687056"/>
                    <a:pt x="48968" y="689343"/>
                    <a:pt x="48833" y="689680"/>
                  </a:cubicBezTo>
                  <a:cubicBezTo>
                    <a:pt x="48732" y="690016"/>
                    <a:pt x="47857" y="693380"/>
                    <a:pt x="47857" y="693380"/>
                  </a:cubicBezTo>
                  <a:lnTo>
                    <a:pt x="46881" y="697518"/>
                  </a:lnTo>
                  <a:lnTo>
                    <a:pt x="46881" y="702160"/>
                  </a:lnTo>
                  <a:cubicBezTo>
                    <a:pt x="46881" y="702160"/>
                    <a:pt x="44491" y="702496"/>
                    <a:pt x="43717" y="703035"/>
                  </a:cubicBezTo>
                  <a:cubicBezTo>
                    <a:pt x="42943" y="703573"/>
                    <a:pt x="38501" y="704986"/>
                    <a:pt x="38164" y="705322"/>
                  </a:cubicBezTo>
                  <a:cubicBezTo>
                    <a:pt x="37828" y="705659"/>
                    <a:pt x="36112" y="705659"/>
                    <a:pt x="35775" y="706399"/>
                  </a:cubicBezTo>
                  <a:cubicBezTo>
                    <a:pt x="35438" y="707172"/>
                    <a:pt x="35135" y="708585"/>
                    <a:pt x="35236" y="709124"/>
                  </a:cubicBezTo>
                  <a:cubicBezTo>
                    <a:pt x="35337" y="709662"/>
                    <a:pt x="35102" y="711613"/>
                    <a:pt x="35236" y="712488"/>
                  </a:cubicBezTo>
                  <a:cubicBezTo>
                    <a:pt x="35371" y="713362"/>
                    <a:pt x="34933" y="714338"/>
                    <a:pt x="36010" y="715111"/>
                  </a:cubicBezTo>
                  <a:cubicBezTo>
                    <a:pt x="37087" y="715885"/>
                    <a:pt x="40049" y="716961"/>
                    <a:pt x="40352" y="717062"/>
                  </a:cubicBezTo>
                  <a:cubicBezTo>
                    <a:pt x="40688" y="717163"/>
                    <a:pt x="41126" y="717500"/>
                    <a:pt x="42539" y="717601"/>
                  </a:cubicBezTo>
                  <a:cubicBezTo>
                    <a:pt x="43953" y="717702"/>
                    <a:pt x="46443" y="717601"/>
                    <a:pt x="46443" y="717601"/>
                  </a:cubicBezTo>
                  <a:lnTo>
                    <a:pt x="49809" y="719787"/>
                  </a:lnTo>
                  <a:lnTo>
                    <a:pt x="52535" y="720931"/>
                  </a:lnTo>
                  <a:lnTo>
                    <a:pt x="53174" y="722176"/>
                  </a:lnTo>
                  <a:lnTo>
                    <a:pt x="54722" y="722176"/>
                  </a:lnTo>
                  <a:lnTo>
                    <a:pt x="57448" y="721301"/>
                  </a:lnTo>
                  <a:cubicBezTo>
                    <a:pt x="57448" y="721301"/>
                    <a:pt x="58088" y="721200"/>
                    <a:pt x="58761" y="721301"/>
                  </a:cubicBezTo>
                  <a:cubicBezTo>
                    <a:pt x="59400" y="721402"/>
                    <a:pt x="62126" y="722277"/>
                    <a:pt x="62564" y="722176"/>
                  </a:cubicBezTo>
                  <a:cubicBezTo>
                    <a:pt x="63001" y="722075"/>
                    <a:pt x="64314" y="725237"/>
                    <a:pt x="64314" y="725237"/>
                  </a:cubicBezTo>
                  <a:cubicBezTo>
                    <a:pt x="64314" y="725237"/>
                    <a:pt x="64314" y="726885"/>
                    <a:pt x="63775" y="727188"/>
                  </a:cubicBezTo>
                  <a:cubicBezTo>
                    <a:pt x="63237" y="727524"/>
                    <a:pt x="60949" y="727726"/>
                    <a:pt x="60949" y="727726"/>
                  </a:cubicBezTo>
                  <a:cubicBezTo>
                    <a:pt x="60949" y="727726"/>
                    <a:pt x="59199" y="727087"/>
                    <a:pt x="58896" y="727087"/>
                  </a:cubicBezTo>
                  <a:cubicBezTo>
                    <a:pt x="58559" y="727087"/>
                    <a:pt x="57381" y="726650"/>
                    <a:pt x="56708" y="727087"/>
                  </a:cubicBezTo>
                  <a:cubicBezTo>
                    <a:pt x="56069" y="727524"/>
                    <a:pt x="54319" y="728063"/>
                    <a:pt x="53982" y="728500"/>
                  </a:cubicBezTo>
                  <a:cubicBezTo>
                    <a:pt x="53645" y="728937"/>
                    <a:pt x="53006" y="728937"/>
                    <a:pt x="52804" y="729576"/>
                  </a:cubicBezTo>
                  <a:cubicBezTo>
                    <a:pt x="52602" y="730215"/>
                    <a:pt x="52468" y="731326"/>
                    <a:pt x="52367" y="732503"/>
                  </a:cubicBezTo>
                  <a:cubicBezTo>
                    <a:pt x="52266" y="733680"/>
                    <a:pt x="52266" y="736102"/>
                    <a:pt x="52266" y="736102"/>
                  </a:cubicBezTo>
                  <a:lnTo>
                    <a:pt x="52905" y="742191"/>
                  </a:lnTo>
                  <a:cubicBezTo>
                    <a:pt x="52905" y="742191"/>
                    <a:pt x="52468" y="743369"/>
                    <a:pt x="52468" y="743806"/>
                  </a:cubicBezTo>
                  <a:cubicBezTo>
                    <a:pt x="52468" y="744243"/>
                    <a:pt x="51694" y="747271"/>
                    <a:pt x="51694" y="747271"/>
                  </a:cubicBezTo>
                  <a:lnTo>
                    <a:pt x="51256" y="748684"/>
                  </a:lnTo>
                  <a:lnTo>
                    <a:pt x="44290" y="753461"/>
                  </a:lnTo>
                  <a:lnTo>
                    <a:pt x="37323" y="754537"/>
                  </a:lnTo>
                  <a:lnTo>
                    <a:pt x="31905" y="758877"/>
                  </a:lnTo>
                  <a:lnTo>
                    <a:pt x="26688" y="761063"/>
                  </a:lnTo>
                  <a:lnTo>
                    <a:pt x="19957" y="756724"/>
                  </a:lnTo>
                  <a:lnTo>
                    <a:pt x="13226" y="759112"/>
                  </a:lnTo>
                  <a:lnTo>
                    <a:pt x="11476" y="756084"/>
                  </a:lnTo>
                  <a:lnTo>
                    <a:pt x="8010" y="755210"/>
                  </a:lnTo>
                  <a:lnTo>
                    <a:pt x="2591" y="755210"/>
                  </a:lnTo>
                  <a:lnTo>
                    <a:pt x="0" y="758473"/>
                  </a:lnTo>
                  <a:lnTo>
                    <a:pt x="0" y="763014"/>
                  </a:lnTo>
                  <a:lnTo>
                    <a:pt x="0" y="766479"/>
                  </a:lnTo>
                  <a:lnTo>
                    <a:pt x="0" y="769944"/>
                  </a:lnTo>
                  <a:lnTo>
                    <a:pt x="2188" y="772568"/>
                  </a:lnTo>
                  <a:lnTo>
                    <a:pt x="7842" y="772568"/>
                  </a:lnTo>
                  <a:lnTo>
                    <a:pt x="10904" y="775393"/>
                  </a:lnTo>
                  <a:lnTo>
                    <a:pt x="14371" y="779531"/>
                  </a:lnTo>
                  <a:cubicBezTo>
                    <a:pt x="14371" y="779531"/>
                    <a:pt x="16996" y="778892"/>
                    <a:pt x="18510" y="779531"/>
                  </a:cubicBezTo>
                  <a:cubicBezTo>
                    <a:pt x="20025" y="780170"/>
                    <a:pt x="22650" y="779733"/>
                    <a:pt x="23525" y="779531"/>
                  </a:cubicBezTo>
                  <a:cubicBezTo>
                    <a:pt x="24400" y="779329"/>
                    <a:pt x="28102" y="778455"/>
                    <a:pt x="28102" y="778455"/>
                  </a:cubicBezTo>
                  <a:cubicBezTo>
                    <a:pt x="28102" y="778455"/>
                    <a:pt x="32241" y="775629"/>
                    <a:pt x="33116" y="775629"/>
                  </a:cubicBezTo>
                  <a:cubicBezTo>
                    <a:pt x="33991" y="775629"/>
                    <a:pt x="36818" y="773443"/>
                    <a:pt x="36818" y="773443"/>
                  </a:cubicBezTo>
                  <a:lnTo>
                    <a:pt x="39006" y="771054"/>
                  </a:lnTo>
                  <a:lnTo>
                    <a:pt x="40756" y="769103"/>
                  </a:lnTo>
                  <a:lnTo>
                    <a:pt x="42506" y="766715"/>
                  </a:lnTo>
                  <a:lnTo>
                    <a:pt x="45770" y="768464"/>
                  </a:lnTo>
                  <a:lnTo>
                    <a:pt x="47722" y="768901"/>
                  </a:lnTo>
                  <a:cubicBezTo>
                    <a:pt x="47722" y="768901"/>
                    <a:pt x="49035" y="767589"/>
                    <a:pt x="50549" y="767152"/>
                  </a:cubicBezTo>
                  <a:cubicBezTo>
                    <a:pt x="52064" y="766715"/>
                    <a:pt x="57953" y="765840"/>
                    <a:pt x="57953" y="765840"/>
                  </a:cubicBezTo>
                  <a:lnTo>
                    <a:pt x="60545" y="766277"/>
                  </a:lnTo>
                  <a:lnTo>
                    <a:pt x="67175" y="766815"/>
                  </a:lnTo>
                  <a:lnTo>
                    <a:pt x="68487" y="768329"/>
                  </a:lnTo>
                  <a:lnTo>
                    <a:pt x="69026" y="771256"/>
                  </a:lnTo>
                  <a:lnTo>
                    <a:pt x="68050" y="772332"/>
                  </a:lnTo>
                  <a:lnTo>
                    <a:pt x="65761" y="773745"/>
                  </a:lnTo>
                  <a:cubicBezTo>
                    <a:pt x="65761" y="773745"/>
                    <a:pt x="64785" y="775360"/>
                    <a:pt x="64785" y="775797"/>
                  </a:cubicBezTo>
                  <a:cubicBezTo>
                    <a:pt x="64785" y="776234"/>
                    <a:pt x="64886" y="778825"/>
                    <a:pt x="64886" y="778825"/>
                  </a:cubicBezTo>
                  <a:lnTo>
                    <a:pt x="66064" y="779834"/>
                  </a:lnTo>
                  <a:cubicBezTo>
                    <a:pt x="66064" y="779834"/>
                    <a:pt x="68891" y="781011"/>
                    <a:pt x="69329" y="781112"/>
                  </a:cubicBezTo>
                  <a:cubicBezTo>
                    <a:pt x="69766" y="781213"/>
                    <a:pt x="72795" y="782088"/>
                    <a:pt x="73232" y="782424"/>
                  </a:cubicBezTo>
                  <a:cubicBezTo>
                    <a:pt x="73670" y="782761"/>
                    <a:pt x="75858" y="783602"/>
                    <a:pt x="76261" y="783837"/>
                  </a:cubicBezTo>
                  <a:cubicBezTo>
                    <a:pt x="76699" y="784073"/>
                    <a:pt x="77675" y="784813"/>
                    <a:pt x="78112" y="785048"/>
                  </a:cubicBezTo>
                  <a:cubicBezTo>
                    <a:pt x="78550" y="785250"/>
                    <a:pt x="82016" y="787100"/>
                    <a:pt x="82454" y="787336"/>
                  </a:cubicBezTo>
                  <a:cubicBezTo>
                    <a:pt x="82891" y="787538"/>
                    <a:pt x="85617" y="788210"/>
                    <a:pt x="85617" y="788210"/>
                  </a:cubicBezTo>
                  <a:cubicBezTo>
                    <a:pt x="85617" y="788210"/>
                    <a:pt x="86930" y="787773"/>
                    <a:pt x="88781" y="788210"/>
                  </a:cubicBezTo>
                  <a:cubicBezTo>
                    <a:pt x="90632" y="788648"/>
                    <a:pt x="92920" y="791372"/>
                    <a:pt x="92920" y="791372"/>
                  </a:cubicBezTo>
                  <a:lnTo>
                    <a:pt x="94132" y="793424"/>
                  </a:lnTo>
                  <a:lnTo>
                    <a:pt x="96622" y="793424"/>
                  </a:lnTo>
                  <a:cubicBezTo>
                    <a:pt x="96622" y="793424"/>
                    <a:pt x="96858" y="792550"/>
                    <a:pt x="97699" y="792348"/>
                  </a:cubicBezTo>
                  <a:cubicBezTo>
                    <a:pt x="98574" y="792146"/>
                    <a:pt x="99752" y="791574"/>
                    <a:pt x="100425" y="791473"/>
                  </a:cubicBezTo>
                  <a:cubicBezTo>
                    <a:pt x="101065" y="791372"/>
                    <a:pt x="102276" y="790061"/>
                    <a:pt x="102613" y="789960"/>
                  </a:cubicBezTo>
                  <a:cubicBezTo>
                    <a:pt x="102949" y="789859"/>
                    <a:pt x="104127" y="789758"/>
                    <a:pt x="104363" y="789320"/>
                  </a:cubicBezTo>
                  <a:cubicBezTo>
                    <a:pt x="104598" y="788883"/>
                    <a:pt x="105440" y="787268"/>
                    <a:pt x="105877" y="787134"/>
                  </a:cubicBezTo>
                  <a:cubicBezTo>
                    <a:pt x="106315" y="787033"/>
                    <a:pt x="108166" y="785183"/>
                    <a:pt x="108166" y="785183"/>
                  </a:cubicBezTo>
                  <a:cubicBezTo>
                    <a:pt x="108166" y="785183"/>
                    <a:pt x="110555" y="784544"/>
                    <a:pt x="111329" y="784544"/>
                  </a:cubicBezTo>
                  <a:cubicBezTo>
                    <a:pt x="112070" y="784544"/>
                    <a:pt x="113820" y="784005"/>
                    <a:pt x="113820" y="784005"/>
                  </a:cubicBezTo>
                  <a:cubicBezTo>
                    <a:pt x="113820" y="784005"/>
                    <a:pt x="114796" y="783568"/>
                    <a:pt x="115233" y="783568"/>
                  </a:cubicBezTo>
                  <a:cubicBezTo>
                    <a:pt x="115671" y="783568"/>
                    <a:pt x="117185" y="782054"/>
                    <a:pt x="117522" y="781920"/>
                  </a:cubicBezTo>
                  <a:cubicBezTo>
                    <a:pt x="117858" y="781819"/>
                    <a:pt x="119810" y="780843"/>
                    <a:pt x="120113" y="780709"/>
                  </a:cubicBezTo>
                  <a:cubicBezTo>
                    <a:pt x="120450" y="780608"/>
                    <a:pt x="122065" y="779498"/>
                    <a:pt x="122065" y="779498"/>
                  </a:cubicBezTo>
                  <a:lnTo>
                    <a:pt x="124017" y="780137"/>
                  </a:lnTo>
                  <a:lnTo>
                    <a:pt x="127046" y="781348"/>
                  </a:lnTo>
                  <a:cubicBezTo>
                    <a:pt x="127046" y="781348"/>
                    <a:pt x="128561" y="784174"/>
                    <a:pt x="128561" y="784611"/>
                  </a:cubicBezTo>
                  <a:cubicBezTo>
                    <a:pt x="128561" y="785048"/>
                    <a:pt x="129772" y="785923"/>
                    <a:pt x="129772" y="785923"/>
                  </a:cubicBezTo>
                  <a:cubicBezTo>
                    <a:pt x="129772" y="785923"/>
                    <a:pt x="132263" y="786259"/>
                    <a:pt x="132936" y="786259"/>
                  </a:cubicBezTo>
                  <a:cubicBezTo>
                    <a:pt x="133575" y="786259"/>
                    <a:pt x="133037" y="785620"/>
                    <a:pt x="135426" y="786360"/>
                  </a:cubicBezTo>
                  <a:cubicBezTo>
                    <a:pt x="137816" y="787134"/>
                    <a:pt x="139330" y="787134"/>
                    <a:pt x="139330" y="787134"/>
                  </a:cubicBezTo>
                  <a:lnTo>
                    <a:pt x="142258" y="787033"/>
                  </a:lnTo>
                  <a:lnTo>
                    <a:pt x="144109" y="786596"/>
                  </a:lnTo>
                  <a:cubicBezTo>
                    <a:pt x="144109" y="786596"/>
                    <a:pt x="145725" y="786495"/>
                    <a:pt x="146162" y="786495"/>
                  </a:cubicBezTo>
                  <a:cubicBezTo>
                    <a:pt x="146599" y="786495"/>
                    <a:pt x="147676" y="786293"/>
                    <a:pt x="147676" y="786293"/>
                  </a:cubicBezTo>
                  <a:lnTo>
                    <a:pt x="149864" y="785956"/>
                  </a:lnTo>
                  <a:cubicBezTo>
                    <a:pt x="149864" y="785956"/>
                    <a:pt x="150200" y="784880"/>
                    <a:pt x="151042" y="784443"/>
                  </a:cubicBezTo>
                  <a:cubicBezTo>
                    <a:pt x="151917" y="784005"/>
                    <a:pt x="153869" y="782828"/>
                    <a:pt x="154306" y="783030"/>
                  </a:cubicBezTo>
                  <a:cubicBezTo>
                    <a:pt x="154744" y="783232"/>
                    <a:pt x="157470" y="783131"/>
                    <a:pt x="157470" y="783131"/>
                  </a:cubicBezTo>
                  <a:lnTo>
                    <a:pt x="159085" y="784005"/>
                  </a:lnTo>
                  <a:cubicBezTo>
                    <a:pt x="159085" y="784005"/>
                    <a:pt x="160499" y="785755"/>
                    <a:pt x="160499" y="786057"/>
                  </a:cubicBezTo>
                  <a:cubicBezTo>
                    <a:pt x="160499" y="786394"/>
                    <a:pt x="159960" y="789220"/>
                    <a:pt x="159960" y="789220"/>
                  </a:cubicBezTo>
                  <a:lnTo>
                    <a:pt x="158446" y="790834"/>
                  </a:lnTo>
                  <a:cubicBezTo>
                    <a:pt x="158446" y="790834"/>
                    <a:pt x="158782" y="793862"/>
                    <a:pt x="158109" y="794635"/>
                  </a:cubicBezTo>
                  <a:cubicBezTo>
                    <a:pt x="157436" y="795409"/>
                    <a:pt x="156359" y="796048"/>
                    <a:pt x="156359" y="796048"/>
                  </a:cubicBezTo>
                  <a:cubicBezTo>
                    <a:pt x="156359" y="796048"/>
                    <a:pt x="155720" y="797461"/>
                    <a:pt x="155383" y="798235"/>
                  </a:cubicBezTo>
                  <a:cubicBezTo>
                    <a:pt x="155047" y="798975"/>
                    <a:pt x="154508" y="800287"/>
                    <a:pt x="154508" y="800287"/>
                  </a:cubicBezTo>
                  <a:cubicBezTo>
                    <a:pt x="154508" y="800287"/>
                    <a:pt x="153431" y="801700"/>
                    <a:pt x="154407" y="803113"/>
                  </a:cubicBezTo>
                  <a:cubicBezTo>
                    <a:pt x="155383" y="804526"/>
                    <a:pt x="156696" y="806140"/>
                    <a:pt x="156696" y="806140"/>
                  </a:cubicBezTo>
                  <a:lnTo>
                    <a:pt x="158984" y="807217"/>
                  </a:lnTo>
                  <a:lnTo>
                    <a:pt x="164201" y="809807"/>
                  </a:lnTo>
                  <a:lnTo>
                    <a:pt x="164975" y="811993"/>
                  </a:lnTo>
                  <a:cubicBezTo>
                    <a:pt x="164975" y="811993"/>
                    <a:pt x="165076" y="814718"/>
                    <a:pt x="165177" y="815055"/>
                  </a:cubicBezTo>
                  <a:cubicBezTo>
                    <a:pt x="165278" y="815391"/>
                    <a:pt x="167028" y="816905"/>
                    <a:pt x="167465" y="817107"/>
                  </a:cubicBezTo>
                  <a:cubicBezTo>
                    <a:pt x="167903" y="817309"/>
                    <a:pt x="169653" y="817645"/>
                    <a:pt x="170057" y="817645"/>
                  </a:cubicBezTo>
                  <a:cubicBezTo>
                    <a:pt x="170494" y="817645"/>
                    <a:pt x="172884" y="817847"/>
                    <a:pt x="173321" y="818183"/>
                  </a:cubicBezTo>
                  <a:cubicBezTo>
                    <a:pt x="173759" y="818520"/>
                    <a:pt x="173961" y="819159"/>
                    <a:pt x="174836" y="818183"/>
                  </a:cubicBezTo>
                  <a:cubicBezTo>
                    <a:pt x="175711" y="817208"/>
                    <a:pt x="175980" y="817410"/>
                    <a:pt x="175980" y="816232"/>
                  </a:cubicBezTo>
                  <a:cubicBezTo>
                    <a:pt x="175980" y="815055"/>
                    <a:pt x="175711" y="814819"/>
                    <a:pt x="175711" y="814382"/>
                  </a:cubicBezTo>
                  <a:cubicBezTo>
                    <a:pt x="175711" y="813945"/>
                    <a:pt x="175711" y="811657"/>
                    <a:pt x="175711" y="811657"/>
                  </a:cubicBezTo>
                  <a:cubicBezTo>
                    <a:pt x="175711" y="811657"/>
                    <a:pt x="176586" y="811321"/>
                    <a:pt x="176788" y="810883"/>
                  </a:cubicBezTo>
                  <a:cubicBezTo>
                    <a:pt x="176990" y="810446"/>
                    <a:pt x="176990" y="810009"/>
                    <a:pt x="177528" y="809571"/>
                  </a:cubicBezTo>
                  <a:cubicBezTo>
                    <a:pt x="178067" y="809134"/>
                    <a:pt x="178639" y="809470"/>
                    <a:pt x="179278" y="808596"/>
                  </a:cubicBezTo>
                  <a:cubicBezTo>
                    <a:pt x="179917" y="807721"/>
                    <a:pt x="180355" y="806847"/>
                    <a:pt x="180591" y="806308"/>
                  </a:cubicBezTo>
                  <a:cubicBezTo>
                    <a:pt x="180793" y="805770"/>
                    <a:pt x="180052" y="805434"/>
                    <a:pt x="181567" y="805232"/>
                  </a:cubicBezTo>
                  <a:cubicBezTo>
                    <a:pt x="183081" y="804997"/>
                    <a:pt x="185369" y="805131"/>
                    <a:pt x="185807" y="805131"/>
                  </a:cubicBezTo>
                  <a:cubicBezTo>
                    <a:pt x="186245" y="805131"/>
                    <a:pt x="188735" y="804795"/>
                    <a:pt x="189172" y="805131"/>
                  </a:cubicBezTo>
                  <a:cubicBezTo>
                    <a:pt x="189610" y="805467"/>
                    <a:pt x="190249" y="807620"/>
                    <a:pt x="190485" y="808192"/>
                  </a:cubicBezTo>
                  <a:cubicBezTo>
                    <a:pt x="190687" y="808730"/>
                    <a:pt x="190384" y="810244"/>
                    <a:pt x="190048" y="810480"/>
                  </a:cubicBezTo>
                  <a:cubicBezTo>
                    <a:pt x="189745" y="810682"/>
                    <a:pt x="189307" y="809605"/>
                    <a:pt x="188297" y="812431"/>
                  </a:cubicBezTo>
                  <a:cubicBezTo>
                    <a:pt x="187322" y="815257"/>
                    <a:pt x="187860" y="816333"/>
                    <a:pt x="187860" y="816333"/>
                  </a:cubicBezTo>
                  <a:lnTo>
                    <a:pt x="188398" y="817309"/>
                  </a:lnTo>
                  <a:cubicBezTo>
                    <a:pt x="188398" y="817309"/>
                    <a:pt x="189172" y="817847"/>
                    <a:pt x="189374" y="818183"/>
                  </a:cubicBezTo>
                  <a:cubicBezTo>
                    <a:pt x="189576" y="818520"/>
                    <a:pt x="189913" y="818822"/>
                    <a:pt x="190249" y="819394"/>
                  </a:cubicBezTo>
                  <a:cubicBezTo>
                    <a:pt x="190586" y="819933"/>
                    <a:pt x="191663" y="822422"/>
                    <a:pt x="191663" y="822422"/>
                  </a:cubicBezTo>
                  <a:lnTo>
                    <a:pt x="193413" y="824709"/>
                  </a:lnTo>
                  <a:lnTo>
                    <a:pt x="195668" y="824709"/>
                  </a:lnTo>
                  <a:lnTo>
                    <a:pt x="199134" y="824709"/>
                  </a:lnTo>
                  <a:cubicBezTo>
                    <a:pt x="199134" y="824709"/>
                    <a:pt x="201625" y="824272"/>
                    <a:pt x="201961" y="823734"/>
                  </a:cubicBezTo>
                  <a:cubicBezTo>
                    <a:pt x="202298" y="823195"/>
                    <a:pt x="203038" y="821345"/>
                    <a:pt x="203375" y="821244"/>
                  </a:cubicBezTo>
                  <a:cubicBezTo>
                    <a:pt x="203711" y="821144"/>
                    <a:pt x="205764" y="820807"/>
                    <a:pt x="206740" y="820807"/>
                  </a:cubicBezTo>
                  <a:cubicBezTo>
                    <a:pt x="207716" y="820807"/>
                    <a:pt x="210779" y="820908"/>
                    <a:pt x="210779" y="820908"/>
                  </a:cubicBezTo>
                  <a:lnTo>
                    <a:pt x="213505" y="822119"/>
                  </a:lnTo>
                  <a:cubicBezTo>
                    <a:pt x="213505" y="822119"/>
                    <a:pt x="216096" y="823532"/>
                    <a:pt x="215793" y="823868"/>
                  </a:cubicBezTo>
                  <a:cubicBezTo>
                    <a:pt x="215457" y="824205"/>
                    <a:pt x="215793" y="825281"/>
                    <a:pt x="215793" y="825281"/>
                  </a:cubicBezTo>
                  <a:lnTo>
                    <a:pt x="218620" y="827569"/>
                  </a:lnTo>
                  <a:lnTo>
                    <a:pt x="218721" y="830731"/>
                  </a:lnTo>
                  <a:lnTo>
                    <a:pt x="219361" y="832480"/>
                  </a:lnTo>
                  <a:lnTo>
                    <a:pt x="219260" y="834667"/>
                  </a:lnTo>
                  <a:cubicBezTo>
                    <a:pt x="219260" y="834667"/>
                    <a:pt x="219697" y="836853"/>
                    <a:pt x="219798" y="837593"/>
                  </a:cubicBezTo>
                  <a:cubicBezTo>
                    <a:pt x="219899" y="838367"/>
                    <a:pt x="224375" y="839544"/>
                    <a:pt x="224375" y="839544"/>
                  </a:cubicBezTo>
                  <a:lnTo>
                    <a:pt x="227303" y="840419"/>
                  </a:lnTo>
                  <a:lnTo>
                    <a:pt x="228818" y="843043"/>
                  </a:lnTo>
                  <a:cubicBezTo>
                    <a:pt x="228818" y="843043"/>
                    <a:pt x="230769" y="843817"/>
                    <a:pt x="231106" y="844456"/>
                  </a:cubicBezTo>
                  <a:cubicBezTo>
                    <a:pt x="231443" y="845095"/>
                    <a:pt x="232419" y="846642"/>
                    <a:pt x="232822" y="846945"/>
                  </a:cubicBezTo>
                  <a:cubicBezTo>
                    <a:pt x="233260" y="847281"/>
                    <a:pt x="235010" y="850208"/>
                    <a:pt x="235010" y="850208"/>
                  </a:cubicBezTo>
                  <a:cubicBezTo>
                    <a:pt x="235010" y="850208"/>
                    <a:pt x="236760" y="852395"/>
                    <a:pt x="237063" y="852395"/>
                  </a:cubicBezTo>
                  <a:cubicBezTo>
                    <a:pt x="237400" y="852395"/>
                    <a:pt x="238039" y="852832"/>
                    <a:pt x="239351" y="852395"/>
                  </a:cubicBezTo>
                  <a:cubicBezTo>
                    <a:pt x="240664" y="851957"/>
                    <a:pt x="240866" y="851184"/>
                    <a:pt x="241303" y="850881"/>
                  </a:cubicBezTo>
                  <a:cubicBezTo>
                    <a:pt x="241741" y="850545"/>
                    <a:pt x="242717" y="849569"/>
                    <a:pt x="243053" y="848829"/>
                  </a:cubicBezTo>
                  <a:cubicBezTo>
                    <a:pt x="243356" y="848055"/>
                    <a:pt x="243390" y="846777"/>
                    <a:pt x="243390" y="846003"/>
                  </a:cubicBezTo>
                  <a:cubicBezTo>
                    <a:pt x="243390" y="845229"/>
                    <a:pt x="243154" y="844388"/>
                    <a:pt x="243289" y="844052"/>
                  </a:cubicBezTo>
                  <a:cubicBezTo>
                    <a:pt x="243390" y="843716"/>
                    <a:pt x="244164" y="841664"/>
                    <a:pt x="244501" y="841563"/>
                  </a:cubicBezTo>
                  <a:cubicBezTo>
                    <a:pt x="244837" y="841462"/>
                    <a:pt x="246150" y="840486"/>
                    <a:pt x="246150" y="840486"/>
                  </a:cubicBezTo>
                  <a:cubicBezTo>
                    <a:pt x="246150" y="840486"/>
                    <a:pt x="248001" y="839612"/>
                    <a:pt x="248438" y="839612"/>
                  </a:cubicBezTo>
                  <a:cubicBezTo>
                    <a:pt x="248876" y="839612"/>
                    <a:pt x="250054" y="839712"/>
                    <a:pt x="250054" y="839712"/>
                  </a:cubicBezTo>
                  <a:cubicBezTo>
                    <a:pt x="250054" y="839712"/>
                    <a:pt x="251703" y="839511"/>
                    <a:pt x="252342" y="839712"/>
                  </a:cubicBezTo>
                  <a:cubicBezTo>
                    <a:pt x="252982" y="839948"/>
                    <a:pt x="255169" y="840486"/>
                    <a:pt x="255169" y="840486"/>
                  </a:cubicBezTo>
                  <a:cubicBezTo>
                    <a:pt x="255169" y="840486"/>
                    <a:pt x="256044" y="840924"/>
                    <a:pt x="256919" y="840486"/>
                  </a:cubicBezTo>
                  <a:cubicBezTo>
                    <a:pt x="257794" y="840049"/>
                    <a:pt x="259309" y="839712"/>
                    <a:pt x="259746" y="839612"/>
                  </a:cubicBezTo>
                  <a:cubicBezTo>
                    <a:pt x="260184" y="839511"/>
                    <a:pt x="260958" y="839174"/>
                    <a:pt x="261362" y="839174"/>
                  </a:cubicBezTo>
                  <a:cubicBezTo>
                    <a:pt x="261799" y="839174"/>
                    <a:pt x="262674" y="838972"/>
                    <a:pt x="263213" y="838838"/>
                  </a:cubicBezTo>
                  <a:cubicBezTo>
                    <a:pt x="263751" y="838737"/>
                    <a:pt x="264727" y="838064"/>
                    <a:pt x="265165" y="837862"/>
                  </a:cubicBezTo>
                  <a:cubicBezTo>
                    <a:pt x="265602" y="837627"/>
                    <a:pt x="266814" y="836651"/>
                    <a:pt x="266814" y="836651"/>
                  </a:cubicBezTo>
                  <a:lnTo>
                    <a:pt x="268126" y="835777"/>
                  </a:lnTo>
                  <a:cubicBezTo>
                    <a:pt x="268126" y="835777"/>
                    <a:pt x="269102" y="835676"/>
                    <a:pt x="269540" y="835777"/>
                  </a:cubicBezTo>
                  <a:cubicBezTo>
                    <a:pt x="269977" y="835878"/>
                    <a:pt x="270953" y="836752"/>
                    <a:pt x="271391" y="836853"/>
                  </a:cubicBezTo>
                  <a:cubicBezTo>
                    <a:pt x="271828" y="836954"/>
                    <a:pt x="273040" y="838064"/>
                    <a:pt x="273141" y="838602"/>
                  </a:cubicBezTo>
                  <a:cubicBezTo>
                    <a:pt x="273242" y="839141"/>
                    <a:pt x="274655" y="840453"/>
                    <a:pt x="274655" y="840453"/>
                  </a:cubicBezTo>
                  <a:cubicBezTo>
                    <a:pt x="274655" y="840453"/>
                    <a:pt x="274857" y="840553"/>
                    <a:pt x="276169" y="840453"/>
                  </a:cubicBezTo>
                  <a:cubicBezTo>
                    <a:pt x="277482" y="840352"/>
                    <a:pt x="278694" y="840553"/>
                    <a:pt x="278997" y="840453"/>
                  </a:cubicBezTo>
                  <a:cubicBezTo>
                    <a:pt x="279333" y="840352"/>
                    <a:pt x="286165" y="840453"/>
                    <a:pt x="286165" y="840453"/>
                  </a:cubicBezTo>
                  <a:lnTo>
                    <a:pt x="291348" y="840453"/>
                  </a:lnTo>
                  <a:lnTo>
                    <a:pt x="293098" y="840453"/>
                  </a:lnTo>
                  <a:cubicBezTo>
                    <a:pt x="293098" y="840453"/>
                    <a:pt x="295992" y="842774"/>
                    <a:pt x="295790" y="843211"/>
                  </a:cubicBezTo>
                  <a:cubicBezTo>
                    <a:pt x="295588" y="843648"/>
                    <a:pt x="297742" y="846407"/>
                    <a:pt x="297742" y="846407"/>
                  </a:cubicBezTo>
                  <a:cubicBezTo>
                    <a:pt x="297742" y="846407"/>
                    <a:pt x="300805" y="848863"/>
                    <a:pt x="301209" y="849165"/>
                  </a:cubicBezTo>
                  <a:cubicBezTo>
                    <a:pt x="301646" y="849468"/>
                    <a:pt x="306728" y="852193"/>
                    <a:pt x="306728" y="852193"/>
                  </a:cubicBezTo>
                  <a:lnTo>
                    <a:pt x="313391" y="855523"/>
                  </a:lnTo>
                  <a:lnTo>
                    <a:pt x="316420" y="858988"/>
                  </a:lnTo>
                  <a:lnTo>
                    <a:pt x="319449" y="861175"/>
                  </a:lnTo>
                  <a:lnTo>
                    <a:pt x="325810" y="865077"/>
                  </a:lnTo>
                  <a:lnTo>
                    <a:pt x="329142" y="867398"/>
                  </a:lnTo>
                  <a:lnTo>
                    <a:pt x="331027" y="869416"/>
                  </a:lnTo>
                  <a:lnTo>
                    <a:pt x="334493" y="871166"/>
                  </a:lnTo>
                  <a:cubicBezTo>
                    <a:pt x="334493" y="871166"/>
                    <a:pt x="335806" y="871300"/>
                    <a:pt x="337387" y="871300"/>
                  </a:cubicBezTo>
                  <a:cubicBezTo>
                    <a:pt x="338969" y="871300"/>
                    <a:pt x="340282" y="871435"/>
                    <a:pt x="340854" y="871435"/>
                  </a:cubicBezTo>
                  <a:cubicBezTo>
                    <a:pt x="341426" y="871435"/>
                    <a:pt x="343445" y="872007"/>
                    <a:pt x="343445" y="872007"/>
                  </a:cubicBezTo>
                  <a:lnTo>
                    <a:pt x="344320" y="873756"/>
                  </a:lnTo>
                  <a:cubicBezTo>
                    <a:pt x="344320" y="873756"/>
                    <a:pt x="345767" y="875942"/>
                    <a:pt x="346339" y="876077"/>
                  </a:cubicBezTo>
                  <a:cubicBezTo>
                    <a:pt x="346911" y="876212"/>
                    <a:pt x="347652" y="876380"/>
                    <a:pt x="348359" y="877221"/>
                  </a:cubicBezTo>
                  <a:cubicBezTo>
                    <a:pt x="349099" y="878095"/>
                    <a:pt x="351388" y="880686"/>
                    <a:pt x="351388" y="880686"/>
                  </a:cubicBezTo>
                  <a:lnTo>
                    <a:pt x="352700" y="881997"/>
                  </a:lnTo>
                  <a:lnTo>
                    <a:pt x="356167" y="884756"/>
                  </a:lnTo>
                  <a:lnTo>
                    <a:pt x="357042" y="887514"/>
                  </a:lnTo>
                  <a:cubicBezTo>
                    <a:pt x="357042" y="887514"/>
                    <a:pt x="357917" y="889533"/>
                    <a:pt x="358926" y="890979"/>
                  </a:cubicBezTo>
                  <a:cubicBezTo>
                    <a:pt x="359936" y="892426"/>
                    <a:pt x="363873" y="895184"/>
                    <a:pt x="363873" y="895184"/>
                  </a:cubicBezTo>
                  <a:lnTo>
                    <a:pt x="365758" y="898817"/>
                  </a:lnTo>
                  <a:lnTo>
                    <a:pt x="369393" y="903022"/>
                  </a:lnTo>
                  <a:lnTo>
                    <a:pt x="376494" y="903022"/>
                  </a:lnTo>
                  <a:lnTo>
                    <a:pt x="379556" y="901946"/>
                  </a:lnTo>
                  <a:lnTo>
                    <a:pt x="386085" y="901307"/>
                  </a:lnTo>
                  <a:lnTo>
                    <a:pt x="392177" y="901307"/>
                  </a:lnTo>
                  <a:lnTo>
                    <a:pt x="395643" y="901307"/>
                  </a:lnTo>
                  <a:lnTo>
                    <a:pt x="401163" y="901744"/>
                  </a:lnTo>
                  <a:cubicBezTo>
                    <a:pt x="401163" y="901744"/>
                    <a:pt x="400422" y="898111"/>
                    <a:pt x="400019" y="897539"/>
                  </a:cubicBezTo>
                  <a:cubicBezTo>
                    <a:pt x="399581" y="896967"/>
                    <a:pt x="396249" y="886539"/>
                    <a:pt x="396249" y="886539"/>
                  </a:cubicBezTo>
                  <a:cubicBezTo>
                    <a:pt x="396249" y="886539"/>
                    <a:pt x="395946" y="880450"/>
                    <a:pt x="395946" y="879878"/>
                  </a:cubicBezTo>
                  <a:cubicBezTo>
                    <a:pt x="395946" y="879306"/>
                    <a:pt x="396384" y="872208"/>
                    <a:pt x="396384" y="871603"/>
                  </a:cubicBezTo>
                  <a:cubicBezTo>
                    <a:pt x="396384" y="871031"/>
                    <a:pt x="396956" y="864202"/>
                    <a:pt x="396821" y="862756"/>
                  </a:cubicBezTo>
                  <a:cubicBezTo>
                    <a:pt x="396687" y="861309"/>
                    <a:pt x="396687" y="854514"/>
                    <a:pt x="396687" y="854514"/>
                  </a:cubicBezTo>
                  <a:cubicBezTo>
                    <a:pt x="396687" y="854514"/>
                    <a:pt x="395542" y="849872"/>
                    <a:pt x="394499" y="849165"/>
                  </a:cubicBezTo>
                  <a:cubicBezTo>
                    <a:pt x="393490" y="848425"/>
                    <a:pt x="391436" y="845970"/>
                    <a:pt x="390158" y="844388"/>
                  </a:cubicBezTo>
                  <a:cubicBezTo>
                    <a:pt x="388845" y="842807"/>
                    <a:pt x="384941" y="838165"/>
                    <a:pt x="384504" y="837593"/>
                  </a:cubicBezTo>
                  <a:cubicBezTo>
                    <a:pt x="384066" y="837021"/>
                    <a:pt x="383494" y="834700"/>
                    <a:pt x="383932" y="832951"/>
                  </a:cubicBezTo>
                  <a:cubicBezTo>
                    <a:pt x="384369" y="831202"/>
                    <a:pt x="386691" y="827165"/>
                    <a:pt x="387836" y="825988"/>
                  </a:cubicBezTo>
                  <a:cubicBezTo>
                    <a:pt x="388980" y="824844"/>
                    <a:pt x="390461" y="822657"/>
                    <a:pt x="391033" y="822220"/>
                  </a:cubicBezTo>
                  <a:cubicBezTo>
                    <a:pt x="391605" y="821783"/>
                    <a:pt x="391739" y="814382"/>
                    <a:pt x="391739" y="814382"/>
                  </a:cubicBezTo>
                  <a:lnTo>
                    <a:pt x="392614" y="804391"/>
                  </a:lnTo>
                  <a:lnTo>
                    <a:pt x="395643" y="803315"/>
                  </a:lnTo>
                  <a:lnTo>
                    <a:pt x="397965" y="800489"/>
                  </a:lnTo>
                  <a:lnTo>
                    <a:pt x="404360" y="800489"/>
                  </a:lnTo>
                  <a:lnTo>
                    <a:pt x="409879" y="803819"/>
                  </a:lnTo>
                  <a:cubicBezTo>
                    <a:pt x="409879" y="803819"/>
                    <a:pt x="417990" y="803685"/>
                    <a:pt x="419000" y="803382"/>
                  </a:cubicBezTo>
                  <a:cubicBezTo>
                    <a:pt x="420009" y="803079"/>
                    <a:pt x="427413" y="800489"/>
                    <a:pt x="427413" y="800489"/>
                  </a:cubicBezTo>
                  <a:cubicBezTo>
                    <a:pt x="427413" y="800489"/>
                    <a:pt x="429870" y="799042"/>
                    <a:pt x="432058" y="800489"/>
                  </a:cubicBezTo>
                  <a:cubicBezTo>
                    <a:pt x="434245" y="801935"/>
                    <a:pt x="438856" y="799345"/>
                    <a:pt x="440606" y="798739"/>
                  </a:cubicBezTo>
                  <a:cubicBezTo>
                    <a:pt x="442356" y="798168"/>
                    <a:pt x="445957" y="796418"/>
                    <a:pt x="446697" y="795544"/>
                  </a:cubicBezTo>
                  <a:cubicBezTo>
                    <a:pt x="447404" y="794669"/>
                    <a:pt x="449020" y="791776"/>
                    <a:pt x="449592" y="790632"/>
                  </a:cubicBezTo>
                  <a:cubicBezTo>
                    <a:pt x="450164" y="789489"/>
                    <a:pt x="451342" y="788311"/>
                    <a:pt x="451039" y="785856"/>
                  </a:cubicBezTo>
                  <a:cubicBezTo>
                    <a:pt x="450736" y="783400"/>
                    <a:pt x="451476" y="781651"/>
                    <a:pt x="449592" y="780204"/>
                  </a:cubicBezTo>
                  <a:cubicBezTo>
                    <a:pt x="447707" y="778757"/>
                    <a:pt x="443063" y="775427"/>
                    <a:pt x="441918" y="774687"/>
                  </a:cubicBezTo>
                  <a:cubicBezTo>
                    <a:pt x="440774" y="773947"/>
                    <a:pt x="439462" y="771794"/>
                    <a:pt x="436702" y="771357"/>
                  </a:cubicBezTo>
                  <a:cubicBezTo>
                    <a:pt x="433942" y="770920"/>
                    <a:pt x="432798" y="769776"/>
                    <a:pt x="428154" y="769910"/>
                  </a:cubicBezTo>
                  <a:cubicBezTo>
                    <a:pt x="423509" y="770045"/>
                    <a:pt x="423947" y="770348"/>
                    <a:pt x="421355" y="770617"/>
                  </a:cubicBezTo>
                  <a:cubicBezTo>
                    <a:pt x="418730" y="770920"/>
                    <a:pt x="419471" y="772938"/>
                    <a:pt x="417283" y="770920"/>
                  </a:cubicBezTo>
                  <a:cubicBezTo>
                    <a:pt x="415096" y="768901"/>
                    <a:pt x="412370" y="768161"/>
                    <a:pt x="412370" y="765840"/>
                  </a:cubicBezTo>
                  <a:cubicBezTo>
                    <a:pt x="412370" y="763519"/>
                    <a:pt x="412504" y="761500"/>
                    <a:pt x="412672" y="761063"/>
                  </a:cubicBezTo>
                  <a:cubicBezTo>
                    <a:pt x="412807" y="760626"/>
                    <a:pt x="414860" y="756993"/>
                    <a:pt x="414860" y="756993"/>
                  </a:cubicBezTo>
                  <a:lnTo>
                    <a:pt x="414288" y="752081"/>
                  </a:lnTo>
                  <a:lnTo>
                    <a:pt x="413716" y="747439"/>
                  </a:lnTo>
                  <a:cubicBezTo>
                    <a:pt x="413716" y="747439"/>
                    <a:pt x="409072" y="745118"/>
                    <a:pt x="407624" y="744546"/>
                  </a:cubicBezTo>
                  <a:cubicBezTo>
                    <a:pt x="406177" y="743974"/>
                    <a:pt x="402677" y="744546"/>
                    <a:pt x="402677" y="744546"/>
                  </a:cubicBezTo>
                  <a:cubicBezTo>
                    <a:pt x="402677" y="744546"/>
                    <a:pt x="400355" y="745488"/>
                    <a:pt x="397764" y="744277"/>
                  </a:cubicBezTo>
                  <a:cubicBezTo>
                    <a:pt x="395172" y="743100"/>
                    <a:pt x="394566" y="743671"/>
                    <a:pt x="393994" y="742797"/>
                  </a:cubicBezTo>
                  <a:cubicBezTo>
                    <a:pt x="393422" y="741922"/>
                    <a:pt x="385311" y="738726"/>
                    <a:pt x="385311" y="738726"/>
                  </a:cubicBezTo>
                  <a:cubicBezTo>
                    <a:pt x="385311" y="738726"/>
                    <a:pt x="384436" y="737213"/>
                    <a:pt x="384436" y="736775"/>
                  </a:cubicBezTo>
                  <a:cubicBezTo>
                    <a:pt x="384436" y="736338"/>
                    <a:pt x="384874" y="734050"/>
                    <a:pt x="385210" y="733849"/>
                  </a:cubicBezTo>
                  <a:cubicBezTo>
                    <a:pt x="385547" y="733647"/>
                    <a:pt x="387701" y="730922"/>
                    <a:pt x="387936" y="730485"/>
                  </a:cubicBezTo>
                  <a:cubicBezTo>
                    <a:pt x="388172" y="730047"/>
                    <a:pt x="388037" y="729947"/>
                    <a:pt x="389013" y="729408"/>
                  </a:cubicBezTo>
                  <a:cubicBezTo>
                    <a:pt x="389989" y="728870"/>
                    <a:pt x="392917" y="727457"/>
                    <a:pt x="393590" y="727457"/>
                  </a:cubicBezTo>
                  <a:cubicBezTo>
                    <a:pt x="394264" y="727457"/>
                    <a:pt x="396855" y="727995"/>
                    <a:pt x="397932" y="727457"/>
                  </a:cubicBezTo>
                  <a:cubicBezTo>
                    <a:pt x="399042" y="726919"/>
                    <a:pt x="401836" y="726549"/>
                    <a:pt x="402509" y="726112"/>
                  </a:cubicBezTo>
                  <a:cubicBezTo>
                    <a:pt x="403148" y="725674"/>
                    <a:pt x="407523" y="723992"/>
                    <a:pt x="407523" y="723992"/>
                  </a:cubicBezTo>
                  <a:lnTo>
                    <a:pt x="411427" y="723992"/>
                  </a:lnTo>
                  <a:lnTo>
                    <a:pt x="415668" y="725943"/>
                  </a:lnTo>
                  <a:cubicBezTo>
                    <a:pt x="415668" y="725943"/>
                    <a:pt x="420447" y="728231"/>
                    <a:pt x="421086" y="728433"/>
                  </a:cubicBezTo>
                  <a:cubicBezTo>
                    <a:pt x="421726" y="728668"/>
                    <a:pt x="427178" y="730720"/>
                    <a:pt x="428490" y="730922"/>
                  </a:cubicBezTo>
                  <a:cubicBezTo>
                    <a:pt x="429803" y="731124"/>
                    <a:pt x="434683" y="732873"/>
                    <a:pt x="435760" y="732873"/>
                  </a:cubicBezTo>
                  <a:cubicBezTo>
                    <a:pt x="436837" y="732873"/>
                    <a:pt x="444240" y="735261"/>
                    <a:pt x="445217" y="735261"/>
                  </a:cubicBezTo>
                  <a:cubicBezTo>
                    <a:pt x="446193" y="735261"/>
                    <a:pt x="454135" y="737213"/>
                    <a:pt x="455111" y="736910"/>
                  </a:cubicBezTo>
                  <a:cubicBezTo>
                    <a:pt x="456087" y="736573"/>
                    <a:pt x="462952" y="735497"/>
                    <a:pt x="462952" y="735497"/>
                  </a:cubicBezTo>
                  <a:lnTo>
                    <a:pt x="465544" y="733983"/>
                  </a:lnTo>
                  <a:lnTo>
                    <a:pt x="475775" y="733748"/>
                  </a:lnTo>
                  <a:cubicBezTo>
                    <a:pt x="475775" y="733748"/>
                    <a:pt x="481664" y="731797"/>
                    <a:pt x="482068" y="731157"/>
                  </a:cubicBezTo>
                  <a:cubicBezTo>
                    <a:pt x="482506" y="730485"/>
                    <a:pt x="484794" y="729106"/>
                    <a:pt x="484794" y="729106"/>
                  </a:cubicBezTo>
                  <a:lnTo>
                    <a:pt x="487621" y="725506"/>
                  </a:lnTo>
                  <a:lnTo>
                    <a:pt x="490246" y="725304"/>
                  </a:lnTo>
                  <a:lnTo>
                    <a:pt x="492299" y="726280"/>
                  </a:lnTo>
                  <a:lnTo>
                    <a:pt x="493040" y="728130"/>
                  </a:lnTo>
                  <a:lnTo>
                    <a:pt x="492501" y="731292"/>
                  </a:lnTo>
                  <a:cubicBezTo>
                    <a:pt x="492501" y="731292"/>
                    <a:pt x="492064" y="732907"/>
                    <a:pt x="493040" y="733781"/>
                  </a:cubicBezTo>
                  <a:cubicBezTo>
                    <a:pt x="494016" y="734656"/>
                    <a:pt x="495126" y="735968"/>
                    <a:pt x="495867" y="736607"/>
                  </a:cubicBezTo>
                  <a:cubicBezTo>
                    <a:pt x="496641" y="737246"/>
                    <a:pt x="499030" y="738895"/>
                    <a:pt x="499333" y="739096"/>
                  </a:cubicBezTo>
                  <a:cubicBezTo>
                    <a:pt x="499670" y="739332"/>
                    <a:pt x="503035" y="740072"/>
                    <a:pt x="503035" y="740072"/>
                  </a:cubicBezTo>
                  <a:cubicBezTo>
                    <a:pt x="503035" y="740072"/>
                    <a:pt x="504247" y="740173"/>
                    <a:pt x="505122" y="740173"/>
                  </a:cubicBezTo>
                  <a:cubicBezTo>
                    <a:pt x="505997" y="740173"/>
                    <a:pt x="507747" y="739937"/>
                    <a:pt x="508386" y="739736"/>
                  </a:cubicBezTo>
                  <a:cubicBezTo>
                    <a:pt x="509026" y="739500"/>
                    <a:pt x="511112" y="738121"/>
                    <a:pt x="511550" y="737549"/>
                  </a:cubicBezTo>
                  <a:cubicBezTo>
                    <a:pt x="511987" y="737011"/>
                    <a:pt x="513502" y="736035"/>
                    <a:pt x="513939" y="735699"/>
                  </a:cubicBezTo>
                  <a:cubicBezTo>
                    <a:pt x="514377" y="735362"/>
                    <a:pt x="515252" y="733849"/>
                    <a:pt x="515790" y="733310"/>
                  </a:cubicBezTo>
                  <a:cubicBezTo>
                    <a:pt x="516329" y="732772"/>
                    <a:pt x="516766" y="731460"/>
                    <a:pt x="518180" y="731023"/>
                  </a:cubicBezTo>
                  <a:cubicBezTo>
                    <a:pt x="519593" y="730586"/>
                    <a:pt x="521882" y="729947"/>
                    <a:pt x="522757" y="729274"/>
                  </a:cubicBezTo>
                  <a:cubicBezTo>
                    <a:pt x="523632" y="728635"/>
                    <a:pt x="525348" y="728197"/>
                    <a:pt x="526122" y="727121"/>
                  </a:cubicBezTo>
                  <a:cubicBezTo>
                    <a:pt x="526425" y="726683"/>
                    <a:pt x="527334" y="725943"/>
                    <a:pt x="528276" y="725237"/>
                  </a:cubicBezTo>
                  <a:lnTo>
                    <a:pt x="531406" y="720527"/>
                  </a:lnTo>
                  <a:lnTo>
                    <a:pt x="534031" y="716793"/>
                  </a:lnTo>
                  <a:lnTo>
                    <a:pt x="534031" y="712656"/>
                  </a:lnTo>
                  <a:cubicBezTo>
                    <a:pt x="534031" y="712656"/>
                    <a:pt x="534031" y="709695"/>
                    <a:pt x="534031" y="709393"/>
                  </a:cubicBezTo>
                  <a:cubicBezTo>
                    <a:pt x="534031" y="709090"/>
                    <a:pt x="534031" y="703977"/>
                    <a:pt x="534031" y="703977"/>
                  </a:cubicBezTo>
                  <a:lnTo>
                    <a:pt x="534603" y="701151"/>
                  </a:lnTo>
                  <a:cubicBezTo>
                    <a:pt x="534603" y="701151"/>
                    <a:pt x="534166" y="696441"/>
                    <a:pt x="534098" y="696240"/>
                  </a:cubicBezTo>
                  <a:cubicBezTo>
                    <a:pt x="534031" y="696004"/>
                    <a:pt x="532214" y="692102"/>
                    <a:pt x="532012" y="691967"/>
                  </a:cubicBezTo>
                  <a:cubicBezTo>
                    <a:pt x="531776" y="691833"/>
                    <a:pt x="527939" y="688570"/>
                    <a:pt x="527738" y="688435"/>
                  </a:cubicBezTo>
                  <a:cubicBezTo>
                    <a:pt x="527536" y="688301"/>
                    <a:pt x="523228" y="684667"/>
                    <a:pt x="523161" y="684466"/>
                  </a:cubicBezTo>
                  <a:cubicBezTo>
                    <a:pt x="523093" y="684264"/>
                    <a:pt x="519761" y="682145"/>
                    <a:pt x="519761" y="682145"/>
                  </a:cubicBezTo>
                  <a:lnTo>
                    <a:pt x="518247" y="680563"/>
                  </a:lnTo>
                  <a:lnTo>
                    <a:pt x="515756" y="680563"/>
                  </a:lnTo>
                  <a:cubicBezTo>
                    <a:pt x="515756" y="680563"/>
                    <a:pt x="512425" y="676358"/>
                    <a:pt x="512290" y="675787"/>
                  </a:cubicBezTo>
                  <a:cubicBezTo>
                    <a:pt x="512155" y="675215"/>
                    <a:pt x="512290" y="670875"/>
                    <a:pt x="512290" y="670875"/>
                  </a:cubicBezTo>
                  <a:lnTo>
                    <a:pt x="512223" y="666670"/>
                  </a:lnTo>
                  <a:cubicBezTo>
                    <a:pt x="512223" y="666670"/>
                    <a:pt x="509968" y="664349"/>
                    <a:pt x="509665" y="663777"/>
                  </a:cubicBezTo>
                  <a:cubicBezTo>
                    <a:pt x="509362" y="663205"/>
                    <a:pt x="505458" y="659370"/>
                    <a:pt x="505458" y="659370"/>
                  </a:cubicBezTo>
                  <a:lnTo>
                    <a:pt x="504011" y="657991"/>
                  </a:lnTo>
                  <a:lnTo>
                    <a:pt x="498357" y="657991"/>
                  </a:lnTo>
                  <a:cubicBezTo>
                    <a:pt x="498357" y="657991"/>
                    <a:pt x="496035" y="657688"/>
                    <a:pt x="495597" y="657991"/>
                  </a:cubicBezTo>
                  <a:cubicBezTo>
                    <a:pt x="495160" y="658294"/>
                    <a:pt x="493275" y="657251"/>
                    <a:pt x="493275" y="657251"/>
                  </a:cubicBezTo>
                  <a:lnTo>
                    <a:pt x="492266" y="654930"/>
                  </a:lnTo>
                  <a:lnTo>
                    <a:pt x="492266" y="651903"/>
                  </a:lnTo>
                  <a:lnTo>
                    <a:pt x="494150" y="650153"/>
                  </a:lnTo>
                  <a:cubicBezTo>
                    <a:pt x="494150" y="650153"/>
                    <a:pt x="494722" y="649279"/>
                    <a:pt x="495160" y="649144"/>
                  </a:cubicBezTo>
                  <a:cubicBezTo>
                    <a:pt x="495597" y="649010"/>
                    <a:pt x="498492" y="645814"/>
                    <a:pt x="498492" y="645814"/>
                  </a:cubicBezTo>
                  <a:lnTo>
                    <a:pt x="494857" y="642349"/>
                  </a:lnTo>
                  <a:lnTo>
                    <a:pt x="489641" y="642349"/>
                  </a:lnTo>
                  <a:cubicBezTo>
                    <a:pt x="489641" y="642349"/>
                    <a:pt x="487319" y="640465"/>
                    <a:pt x="487049" y="640028"/>
                  </a:cubicBezTo>
                  <a:cubicBezTo>
                    <a:pt x="486746" y="639590"/>
                    <a:pt x="486040" y="637572"/>
                    <a:pt x="486040" y="637000"/>
                  </a:cubicBezTo>
                  <a:cubicBezTo>
                    <a:pt x="486040" y="636428"/>
                    <a:pt x="486477" y="635116"/>
                    <a:pt x="487487" y="634107"/>
                  </a:cubicBezTo>
                  <a:cubicBezTo>
                    <a:pt x="488496" y="633098"/>
                    <a:pt x="490684" y="631080"/>
                    <a:pt x="491256" y="630777"/>
                  </a:cubicBezTo>
                  <a:cubicBezTo>
                    <a:pt x="491828" y="630508"/>
                    <a:pt x="494319" y="629196"/>
                    <a:pt x="494891" y="628893"/>
                  </a:cubicBezTo>
                  <a:cubicBezTo>
                    <a:pt x="495463" y="628590"/>
                    <a:pt x="497348" y="625865"/>
                    <a:pt x="497348" y="625865"/>
                  </a:cubicBezTo>
                  <a:cubicBezTo>
                    <a:pt x="497348" y="625865"/>
                    <a:pt x="497650" y="624991"/>
                    <a:pt x="497482" y="624419"/>
                  </a:cubicBezTo>
                  <a:cubicBezTo>
                    <a:pt x="497348" y="623847"/>
                    <a:pt x="495900" y="622098"/>
                    <a:pt x="495295" y="621829"/>
                  </a:cubicBezTo>
                  <a:cubicBezTo>
                    <a:pt x="494722" y="621526"/>
                    <a:pt x="493545" y="620517"/>
                    <a:pt x="493545" y="620517"/>
                  </a:cubicBezTo>
                  <a:cubicBezTo>
                    <a:pt x="493545" y="620517"/>
                    <a:pt x="491963" y="619373"/>
                    <a:pt x="490650" y="618767"/>
                  </a:cubicBezTo>
                  <a:cubicBezTo>
                    <a:pt x="489338" y="618196"/>
                    <a:pt x="486443" y="617893"/>
                    <a:pt x="486006" y="617590"/>
                  </a:cubicBezTo>
                  <a:cubicBezTo>
                    <a:pt x="485568" y="617287"/>
                    <a:pt x="482371" y="616581"/>
                    <a:pt x="481799" y="616446"/>
                  </a:cubicBezTo>
                  <a:cubicBezTo>
                    <a:pt x="481227" y="616312"/>
                    <a:pt x="478164" y="614697"/>
                    <a:pt x="478164" y="614697"/>
                  </a:cubicBezTo>
                  <a:lnTo>
                    <a:pt x="476280" y="612241"/>
                  </a:lnTo>
                  <a:lnTo>
                    <a:pt x="474530" y="609046"/>
                  </a:lnTo>
                  <a:cubicBezTo>
                    <a:pt x="474530" y="609046"/>
                    <a:pt x="473520" y="608238"/>
                    <a:pt x="474530" y="608104"/>
                  </a:cubicBezTo>
                  <a:cubicBezTo>
                    <a:pt x="475539" y="607969"/>
                    <a:pt x="478299" y="605850"/>
                    <a:pt x="478299" y="605850"/>
                  </a:cubicBezTo>
                  <a:lnTo>
                    <a:pt x="480890" y="605850"/>
                  </a:lnTo>
                  <a:lnTo>
                    <a:pt x="481597" y="604101"/>
                  </a:lnTo>
                  <a:lnTo>
                    <a:pt x="482607" y="602520"/>
                  </a:lnTo>
                  <a:lnTo>
                    <a:pt x="480790" y="600131"/>
                  </a:lnTo>
                  <a:lnTo>
                    <a:pt x="477458" y="596935"/>
                  </a:lnTo>
                  <a:lnTo>
                    <a:pt x="475708" y="594917"/>
                  </a:lnTo>
                  <a:lnTo>
                    <a:pt x="471232" y="590275"/>
                  </a:lnTo>
                  <a:lnTo>
                    <a:pt x="467597" y="585767"/>
                  </a:lnTo>
                  <a:cubicBezTo>
                    <a:pt x="467597" y="585767"/>
                    <a:pt x="466015" y="584018"/>
                    <a:pt x="466015" y="583446"/>
                  </a:cubicBezTo>
                  <a:cubicBezTo>
                    <a:pt x="466015" y="582874"/>
                    <a:pt x="466015" y="578669"/>
                    <a:pt x="466015" y="578669"/>
                  </a:cubicBezTo>
                  <a:lnTo>
                    <a:pt x="466755" y="576718"/>
                  </a:lnTo>
                  <a:cubicBezTo>
                    <a:pt x="466755" y="576718"/>
                    <a:pt x="468135" y="575238"/>
                    <a:pt x="469179" y="574599"/>
                  </a:cubicBezTo>
                  <a:cubicBezTo>
                    <a:pt x="469179" y="574599"/>
                    <a:pt x="469179" y="574599"/>
                    <a:pt x="469179" y="574599"/>
                  </a:cubicBezTo>
                  <a:lnTo>
                    <a:pt x="469179" y="574599"/>
                  </a:lnTo>
                  <a:lnTo>
                    <a:pt x="462852" y="572143"/>
                  </a:lnTo>
                  <a:cubicBezTo>
                    <a:pt x="462852" y="572143"/>
                    <a:pt x="461270" y="569250"/>
                    <a:pt x="460967" y="568510"/>
                  </a:cubicBezTo>
                  <a:cubicBezTo>
                    <a:pt x="460664" y="567770"/>
                    <a:pt x="460664" y="563161"/>
                    <a:pt x="460260" y="562556"/>
                  </a:cubicBezTo>
                  <a:cubicBezTo>
                    <a:pt x="459823" y="561984"/>
                    <a:pt x="460260" y="551690"/>
                    <a:pt x="460260" y="551690"/>
                  </a:cubicBezTo>
                  <a:lnTo>
                    <a:pt x="461842" y="544727"/>
                  </a:lnTo>
                  <a:lnTo>
                    <a:pt x="460832" y="542136"/>
                  </a:lnTo>
                  <a:cubicBezTo>
                    <a:pt x="460832" y="542136"/>
                    <a:pt x="460832" y="535610"/>
                    <a:pt x="460832" y="534029"/>
                  </a:cubicBezTo>
                  <a:cubicBezTo>
                    <a:pt x="460832" y="532448"/>
                    <a:pt x="461606" y="530699"/>
                    <a:pt x="461909" y="529959"/>
                  </a:cubicBezTo>
                  <a:cubicBezTo>
                    <a:pt x="462212" y="529252"/>
                    <a:pt x="463727" y="526629"/>
                    <a:pt x="463727" y="526629"/>
                  </a:cubicBezTo>
                  <a:cubicBezTo>
                    <a:pt x="463727" y="526629"/>
                    <a:pt x="465880" y="523298"/>
                    <a:pt x="466049" y="522726"/>
                  </a:cubicBezTo>
                  <a:cubicBezTo>
                    <a:pt x="466183" y="522154"/>
                    <a:pt x="466621" y="519530"/>
                    <a:pt x="466755" y="519093"/>
                  </a:cubicBezTo>
                  <a:cubicBezTo>
                    <a:pt x="466890" y="518656"/>
                    <a:pt x="467765" y="516637"/>
                    <a:pt x="467765" y="516637"/>
                  </a:cubicBezTo>
                  <a:cubicBezTo>
                    <a:pt x="467765" y="516637"/>
                    <a:pt x="467630" y="512433"/>
                    <a:pt x="467765" y="511289"/>
                  </a:cubicBezTo>
                  <a:cubicBezTo>
                    <a:pt x="467900" y="510145"/>
                    <a:pt x="467765" y="507387"/>
                    <a:pt x="467765" y="507387"/>
                  </a:cubicBezTo>
                  <a:cubicBezTo>
                    <a:pt x="467765" y="507387"/>
                    <a:pt x="467765" y="502744"/>
                    <a:pt x="467765" y="501870"/>
                  </a:cubicBezTo>
                  <a:cubicBezTo>
                    <a:pt x="467765" y="500995"/>
                    <a:pt x="469347" y="499280"/>
                    <a:pt x="469515" y="498977"/>
                  </a:cubicBezTo>
                  <a:cubicBezTo>
                    <a:pt x="469650" y="498674"/>
                    <a:pt x="472544" y="495646"/>
                    <a:pt x="472712" y="495075"/>
                  </a:cubicBezTo>
                  <a:cubicBezTo>
                    <a:pt x="472847" y="494503"/>
                    <a:pt x="474328" y="492619"/>
                    <a:pt x="474900" y="491744"/>
                  </a:cubicBezTo>
                  <a:cubicBezTo>
                    <a:pt x="475472" y="490870"/>
                    <a:pt x="477929" y="487405"/>
                    <a:pt x="478232" y="486967"/>
                  </a:cubicBezTo>
                  <a:cubicBezTo>
                    <a:pt x="478535" y="486530"/>
                    <a:pt x="482573" y="481753"/>
                    <a:pt x="482573" y="481753"/>
                  </a:cubicBezTo>
                  <a:cubicBezTo>
                    <a:pt x="482573" y="481753"/>
                    <a:pt x="483145" y="476404"/>
                    <a:pt x="483145" y="475799"/>
                  </a:cubicBezTo>
                  <a:cubicBezTo>
                    <a:pt x="483145" y="475227"/>
                    <a:pt x="485165" y="472166"/>
                    <a:pt x="485737" y="471594"/>
                  </a:cubicBezTo>
                  <a:cubicBezTo>
                    <a:pt x="486309" y="471022"/>
                    <a:pt x="487319" y="469004"/>
                    <a:pt x="487621" y="467826"/>
                  </a:cubicBezTo>
                  <a:cubicBezTo>
                    <a:pt x="487891" y="466683"/>
                    <a:pt x="489068" y="462747"/>
                    <a:pt x="489068" y="462747"/>
                  </a:cubicBezTo>
                  <a:cubicBezTo>
                    <a:pt x="489068" y="462747"/>
                    <a:pt x="490819" y="459416"/>
                    <a:pt x="490819" y="458542"/>
                  </a:cubicBezTo>
                  <a:cubicBezTo>
                    <a:pt x="490819" y="457667"/>
                    <a:pt x="491391" y="452890"/>
                    <a:pt x="491391" y="452890"/>
                  </a:cubicBezTo>
                  <a:lnTo>
                    <a:pt x="490381" y="448248"/>
                  </a:lnTo>
                  <a:lnTo>
                    <a:pt x="490381" y="444178"/>
                  </a:lnTo>
                  <a:lnTo>
                    <a:pt x="488799" y="436373"/>
                  </a:lnTo>
                  <a:lnTo>
                    <a:pt x="486477" y="433615"/>
                  </a:lnTo>
                  <a:lnTo>
                    <a:pt x="481395" y="427257"/>
                  </a:lnTo>
                  <a:lnTo>
                    <a:pt x="480823" y="420159"/>
                  </a:lnTo>
                  <a:lnTo>
                    <a:pt x="481698" y="415820"/>
                  </a:lnTo>
                  <a:lnTo>
                    <a:pt x="480554" y="410471"/>
                  </a:lnTo>
                  <a:lnTo>
                    <a:pt x="478972" y="406838"/>
                  </a:lnTo>
                  <a:lnTo>
                    <a:pt x="476953" y="403507"/>
                  </a:lnTo>
                  <a:lnTo>
                    <a:pt x="476684" y="397856"/>
                  </a:lnTo>
                  <a:lnTo>
                    <a:pt x="476246" y="392642"/>
                  </a:lnTo>
                  <a:lnTo>
                    <a:pt x="476818" y="389312"/>
                  </a:lnTo>
                  <a:lnTo>
                    <a:pt x="477693" y="387428"/>
                  </a:lnTo>
                  <a:lnTo>
                    <a:pt x="478131" y="381776"/>
                  </a:lnTo>
                  <a:lnTo>
                    <a:pt x="478568" y="377874"/>
                  </a:lnTo>
                  <a:lnTo>
                    <a:pt x="478265" y="374241"/>
                  </a:lnTo>
                  <a:cubicBezTo>
                    <a:pt x="478265" y="374241"/>
                    <a:pt x="477962" y="370911"/>
                    <a:pt x="477962" y="370473"/>
                  </a:cubicBezTo>
                  <a:cubicBezTo>
                    <a:pt x="477962" y="370036"/>
                    <a:pt x="477390" y="367278"/>
                    <a:pt x="477390" y="367278"/>
                  </a:cubicBezTo>
                  <a:cubicBezTo>
                    <a:pt x="477390" y="367278"/>
                    <a:pt x="476818" y="365831"/>
                    <a:pt x="476650" y="365394"/>
                  </a:cubicBezTo>
                  <a:cubicBezTo>
                    <a:pt x="476515" y="364956"/>
                    <a:pt x="476515" y="364082"/>
                    <a:pt x="476785" y="363947"/>
                  </a:cubicBezTo>
                  <a:cubicBezTo>
                    <a:pt x="477087" y="363813"/>
                    <a:pt x="476919" y="361626"/>
                    <a:pt x="477357" y="361323"/>
                  </a:cubicBezTo>
                  <a:cubicBezTo>
                    <a:pt x="477794" y="361020"/>
                    <a:pt x="478366" y="359440"/>
                    <a:pt x="478366" y="359440"/>
                  </a:cubicBezTo>
                  <a:cubicBezTo>
                    <a:pt x="478366" y="359440"/>
                    <a:pt x="478938" y="357253"/>
                    <a:pt x="479073" y="356681"/>
                  </a:cubicBezTo>
                  <a:cubicBezTo>
                    <a:pt x="479208" y="356109"/>
                    <a:pt x="479948" y="354360"/>
                    <a:pt x="479948" y="354360"/>
                  </a:cubicBezTo>
                  <a:lnTo>
                    <a:pt x="479948" y="351601"/>
                  </a:lnTo>
                  <a:lnTo>
                    <a:pt x="478938" y="350020"/>
                  </a:lnTo>
                  <a:lnTo>
                    <a:pt x="477626" y="346555"/>
                  </a:lnTo>
                  <a:lnTo>
                    <a:pt x="475035" y="342653"/>
                  </a:lnTo>
                  <a:cubicBezTo>
                    <a:pt x="475035" y="342653"/>
                    <a:pt x="473284" y="340635"/>
                    <a:pt x="473150" y="340198"/>
                  </a:cubicBezTo>
                  <a:cubicBezTo>
                    <a:pt x="473015" y="339760"/>
                    <a:pt x="471265" y="338751"/>
                    <a:pt x="471265" y="338751"/>
                  </a:cubicBezTo>
                  <a:lnTo>
                    <a:pt x="471265" y="337607"/>
                  </a:lnTo>
                  <a:lnTo>
                    <a:pt x="472207" y="335858"/>
                  </a:lnTo>
                  <a:lnTo>
                    <a:pt x="474025" y="334714"/>
                  </a:lnTo>
                  <a:lnTo>
                    <a:pt x="475035" y="332830"/>
                  </a:lnTo>
                  <a:cubicBezTo>
                    <a:pt x="475035" y="332830"/>
                    <a:pt x="475741" y="330947"/>
                    <a:pt x="475741" y="330509"/>
                  </a:cubicBezTo>
                  <a:cubicBezTo>
                    <a:pt x="475741" y="330072"/>
                    <a:pt x="475741" y="328323"/>
                    <a:pt x="475607" y="327751"/>
                  </a:cubicBezTo>
                  <a:cubicBezTo>
                    <a:pt x="475472" y="327179"/>
                    <a:pt x="473857" y="327751"/>
                    <a:pt x="473857" y="327751"/>
                  </a:cubicBezTo>
                  <a:cubicBezTo>
                    <a:pt x="473857" y="327751"/>
                    <a:pt x="472140" y="325867"/>
                    <a:pt x="471972" y="324858"/>
                  </a:cubicBezTo>
                  <a:cubicBezTo>
                    <a:pt x="471837" y="323849"/>
                    <a:pt x="469515" y="324858"/>
                    <a:pt x="469515" y="324858"/>
                  </a:cubicBezTo>
                  <a:lnTo>
                    <a:pt x="469515" y="323277"/>
                  </a:lnTo>
                  <a:lnTo>
                    <a:pt x="471837" y="322268"/>
                  </a:lnTo>
                  <a:lnTo>
                    <a:pt x="473419" y="320081"/>
                  </a:lnTo>
                  <a:cubicBezTo>
                    <a:pt x="473419" y="320081"/>
                    <a:pt x="472712" y="318635"/>
                    <a:pt x="472712" y="318063"/>
                  </a:cubicBezTo>
                  <a:cubicBezTo>
                    <a:pt x="472712" y="317491"/>
                    <a:pt x="471703" y="316751"/>
                    <a:pt x="471703" y="316751"/>
                  </a:cubicBezTo>
                  <a:lnTo>
                    <a:pt x="470558" y="315001"/>
                  </a:lnTo>
                  <a:lnTo>
                    <a:pt x="471703" y="313555"/>
                  </a:lnTo>
                  <a:lnTo>
                    <a:pt x="470390" y="310797"/>
                  </a:lnTo>
                  <a:lnTo>
                    <a:pt x="469515" y="305717"/>
                  </a:lnTo>
                  <a:lnTo>
                    <a:pt x="469515" y="302252"/>
                  </a:lnTo>
                  <a:lnTo>
                    <a:pt x="471030" y="300368"/>
                  </a:lnTo>
                  <a:lnTo>
                    <a:pt x="474732" y="299796"/>
                  </a:lnTo>
                  <a:lnTo>
                    <a:pt x="476179" y="298047"/>
                  </a:lnTo>
                  <a:lnTo>
                    <a:pt x="475741" y="295861"/>
                  </a:lnTo>
                  <a:lnTo>
                    <a:pt x="474732" y="295289"/>
                  </a:lnTo>
                  <a:lnTo>
                    <a:pt x="474732" y="292261"/>
                  </a:lnTo>
                  <a:lnTo>
                    <a:pt x="479006" y="290815"/>
                  </a:lnTo>
                  <a:cubicBezTo>
                    <a:pt x="479006" y="290815"/>
                    <a:pt x="480251" y="288224"/>
                    <a:pt x="480520" y="287787"/>
                  </a:cubicBezTo>
                  <a:cubicBezTo>
                    <a:pt x="480823" y="287350"/>
                    <a:pt x="482977" y="283447"/>
                    <a:pt x="482977" y="283447"/>
                  </a:cubicBezTo>
                  <a:lnTo>
                    <a:pt x="486309" y="278099"/>
                  </a:lnTo>
                  <a:cubicBezTo>
                    <a:pt x="486309" y="278099"/>
                    <a:pt x="492838" y="273625"/>
                    <a:pt x="492838" y="273187"/>
                  </a:cubicBezTo>
                  <a:cubicBezTo>
                    <a:pt x="492838" y="272750"/>
                    <a:pt x="494420" y="269554"/>
                    <a:pt x="494722" y="269117"/>
                  </a:cubicBezTo>
                  <a:cubicBezTo>
                    <a:pt x="495025" y="268680"/>
                    <a:pt x="497314" y="266661"/>
                    <a:pt x="497314" y="266661"/>
                  </a:cubicBezTo>
                  <a:lnTo>
                    <a:pt x="498189" y="263903"/>
                  </a:lnTo>
                  <a:lnTo>
                    <a:pt x="497886" y="259395"/>
                  </a:lnTo>
                  <a:lnTo>
                    <a:pt x="495867" y="257780"/>
                  </a:lnTo>
                  <a:cubicBezTo>
                    <a:pt x="495867" y="257780"/>
                    <a:pt x="492972" y="253744"/>
                    <a:pt x="492972" y="252701"/>
                  </a:cubicBezTo>
                  <a:cubicBezTo>
                    <a:pt x="492972" y="251658"/>
                    <a:pt x="493275" y="250111"/>
                    <a:pt x="493275" y="250111"/>
                  </a:cubicBezTo>
                  <a:lnTo>
                    <a:pt x="496304" y="248092"/>
                  </a:lnTo>
                  <a:cubicBezTo>
                    <a:pt x="496304" y="248092"/>
                    <a:pt x="497886" y="245468"/>
                    <a:pt x="499333" y="244022"/>
                  </a:cubicBezTo>
                  <a:cubicBezTo>
                    <a:pt x="500780" y="242575"/>
                    <a:pt x="502362" y="243450"/>
                    <a:pt x="502362" y="243450"/>
                  </a:cubicBezTo>
                  <a:cubicBezTo>
                    <a:pt x="502362" y="243450"/>
                    <a:pt x="503809" y="242575"/>
                    <a:pt x="505256" y="241129"/>
                  </a:cubicBezTo>
                  <a:cubicBezTo>
                    <a:pt x="506703" y="239682"/>
                    <a:pt x="506703" y="238673"/>
                    <a:pt x="506703" y="238673"/>
                  </a:cubicBezTo>
                  <a:lnTo>
                    <a:pt x="507444" y="234334"/>
                  </a:lnTo>
                  <a:lnTo>
                    <a:pt x="503977" y="230129"/>
                  </a:lnTo>
                  <a:lnTo>
                    <a:pt x="504550" y="227505"/>
                  </a:lnTo>
                  <a:lnTo>
                    <a:pt x="506131" y="225318"/>
                  </a:lnTo>
                  <a:lnTo>
                    <a:pt x="507276" y="223300"/>
                  </a:lnTo>
                  <a:lnTo>
                    <a:pt x="504516" y="221853"/>
                  </a:lnTo>
                  <a:lnTo>
                    <a:pt x="500747" y="220541"/>
                  </a:lnTo>
                  <a:lnTo>
                    <a:pt x="500747" y="219398"/>
                  </a:lnTo>
                  <a:lnTo>
                    <a:pt x="501184" y="216303"/>
                  </a:lnTo>
                  <a:cubicBezTo>
                    <a:pt x="501184" y="216303"/>
                    <a:pt x="502059" y="215765"/>
                    <a:pt x="502497" y="215529"/>
                  </a:cubicBezTo>
                  <a:cubicBezTo>
                    <a:pt x="502934" y="215327"/>
                    <a:pt x="504011" y="214453"/>
                    <a:pt x="504247" y="214116"/>
                  </a:cubicBezTo>
                  <a:cubicBezTo>
                    <a:pt x="504449" y="213780"/>
                    <a:pt x="504449" y="213040"/>
                    <a:pt x="504449" y="213040"/>
                  </a:cubicBezTo>
                  <a:lnTo>
                    <a:pt x="501521" y="210651"/>
                  </a:lnTo>
                  <a:cubicBezTo>
                    <a:pt x="501521" y="210651"/>
                    <a:pt x="499468" y="209777"/>
                    <a:pt x="499131" y="209440"/>
                  </a:cubicBezTo>
                  <a:cubicBezTo>
                    <a:pt x="498795" y="209104"/>
                    <a:pt x="498155" y="208128"/>
                    <a:pt x="498155" y="208128"/>
                  </a:cubicBezTo>
                  <a:lnTo>
                    <a:pt x="496843" y="207355"/>
                  </a:lnTo>
                  <a:lnTo>
                    <a:pt x="494117" y="206480"/>
                  </a:lnTo>
                  <a:lnTo>
                    <a:pt x="493780" y="204865"/>
                  </a:lnTo>
                  <a:lnTo>
                    <a:pt x="493780" y="202141"/>
                  </a:lnTo>
                  <a:lnTo>
                    <a:pt x="492198" y="199315"/>
                  </a:lnTo>
                  <a:cubicBezTo>
                    <a:pt x="492198" y="199315"/>
                    <a:pt x="490516" y="196825"/>
                    <a:pt x="490078" y="196590"/>
                  </a:cubicBezTo>
                  <a:cubicBezTo>
                    <a:pt x="489641" y="196388"/>
                    <a:pt x="488665" y="195177"/>
                    <a:pt x="488665" y="195177"/>
                  </a:cubicBezTo>
                  <a:cubicBezTo>
                    <a:pt x="488665" y="195177"/>
                    <a:pt x="486275" y="192352"/>
                    <a:pt x="485636" y="191813"/>
                  </a:cubicBezTo>
                  <a:cubicBezTo>
                    <a:pt x="484996" y="191275"/>
                    <a:pt x="483785" y="190400"/>
                    <a:pt x="483347" y="190299"/>
                  </a:cubicBezTo>
                  <a:cubicBezTo>
                    <a:pt x="482910" y="190199"/>
                    <a:pt x="481294" y="188988"/>
                    <a:pt x="480857" y="188685"/>
                  </a:cubicBezTo>
                  <a:cubicBezTo>
                    <a:pt x="480419" y="188348"/>
                    <a:pt x="478804" y="186195"/>
                    <a:pt x="478804" y="185859"/>
                  </a:cubicBezTo>
                  <a:cubicBezTo>
                    <a:pt x="478804" y="185523"/>
                    <a:pt x="479241" y="184211"/>
                    <a:pt x="479881" y="183571"/>
                  </a:cubicBezTo>
                  <a:cubicBezTo>
                    <a:pt x="480520" y="182932"/>
                    <a:pt x="479881" y="182260"/>
                    <a:pt x="479881" y="182260"/>
                  </a:cubicBezTo>
                  <a:lnTo>
                    <a:pt x="479881" y="180073"/>
                  </a:lnTo>
                  <a:cubicBezTo>
                    <a:pt x="479881" y="180073"/>
                    <a:pt x="480655" y="177247"/>
                    <a:pt x="480655" y="176810"/>
                  </a:cubicBezTo>
                  <a:cubicBezTo>
                    <a:pt x="480655" y="176373"/>
                    <a:pt x="482169" y="174522"/>
                    <a:pt x="482506" y="174522"/>
                  </a:cubicBezTo>
                  <a:cubicBezTo>
                    <a:pt x="482842" y="174522"/>
                    <a:pt x="482405" y="172571"/>
                    <a:pt x="482169" y="171697"/>
                  </a:cubicBezTo>
                  <a:cubicBezTo>
                    <a:pt x="481967" y="170822"/>
                    <a:pt x="479914" y="170082"/>
                    <a:pt x="479914" y="170082"/>
                  </a:cubicBezTo>
                  <a:lnTo>
                    <a:pt x="479914" y="166617"/>
                  </a:lnTo>
                  <a:cubicBezTo>
                    <a:pt x="479914" y="166617"/>
                    <a:pt x="481866" y="163993"/>
                    <a:pt x="482068" y="163589"/>
                  </a:cubicBezTo>
                  <a:cubicBezTo>
                    <a:pt x="482304" y="163152"/>
                    <a:pt x="483145" y="161201"/>
                    <a:pt x="483145" y="161201"/>
                  </a:cubicBezTo>
                  <a:lnTo>
                    <a:pt x="484323" y="157063"/>
                  </a:lnTo>
                  <a:lnTo>
                    <a:pt x="489102" y="152724"/>
                  </a:lnTo>
                  <a:lnTo>
                    <a:pt x="491054" y="149461"/>
                  </a:lnTo>
                  <a:lnTo>
                    <a:pt x="493242" y="148149"/>
                  </a:lnTo>
                  <a:lnTo>
                    <a:pt x="497785" y="145962"/>
                  </a:lnTo>
                  <a:lnTo>
                    <a:pt x="499972" y="143238"/>
                  </a:lnTo>
                  <a:cubicBezTo>
                    <a:pt x="499972" y="143238"/>
                    <a:pt x="501386" y="139975"/>
                    <a:pt x="501487" y="139638"/>
                  </a:cubicBezTo>
                  <a:cubicBezTo>
                    <a:pt x="501588" y="139302"/>
                    <a:pt x="502900" y="137048"/>
                    <a:pt x="502900" y="137048"/>
                  </a:cubicBezTo>
                  <a:lnTo>
                    <a:pt x="504953" y="133347"/>
                  </a:lnTo>
                  <a:lnTo>
                    <a:pt x="507881" y="131834"/>
                  </a:lnTo>
                  <a:lnTo>
                    <a:pt x="511381" y="130959"/>
                  </a:lnTo>
                  <a:lnTo>
                    <a:pt x="513670" y="129445"/>
                  </a:lnTo>
                  <a:lnTo>
                    <a:pt x="514646" y="126620"/>
                  </a:lnTo>
                  <a:lnTo>
                    <a:pt x="514646" y="121607"/>
                  </a:lnTo>
                  <a:lnTo>
                    <a:pt x="515790" y="116931"/>
                  </a:lnTo>
                  <a:cubicBezTo>
                    <a:pt x="515790" y="116931"/>
                    <a:pt x="515420" y="114543"/>
                    <a:pt x="515521" y="114206"/>
                  </a:cubicBezTo>
                  <a:cubicBezTo>
                    <a:pt x="515622" y="113870"/>
                    <a:pt x="516396" y="110944"/>
                    <a:pt x="516396" y="110944"/>
                  </a:cubicBezTo>
                  <a:lnTo>
                    <a:pt x="516396" y="107479"/>
                  </a:lnTo>
                  <a:cubicBezTo>
                    <a:pt x="516396" y="107479"/>
                    <a:pt x="516396" y="104653"/>
                    <a:pt x="516396" y="104115"/>
                  </a:cubicBezTo>
                  <a:cubicBezTo>
                    <a:pt x="516396" y="103576"/>
                    <a:pt x="517035" y="101827"/>
                    <a:pt x="517372" y="101524"/>
                  </a:cubicBezTo>
                  <a:cubicBezTo>
                    <a:pt x="517708" y="101188"/>
                    <a:pt x="518987" y="99674"/>
                    <a:pt x="519661" y="98934"/>
                  </a:cubicBezTo>
                  <a:cubicBezTo>
                    <a:pt x="520300" y="98161"/>
                    <a:pt x="521310" y="96445"/>
                    <a:pt x="521511" y="96108"/>
                  </a:cubicBezTo>
                  <a:cubicBezTo>
                    <a:pt x="521747" y="95772"/>
                    <a:pt x="523362" y="91870"/>
                    <a:pt x="523362" y="91870"/>
                  </a:cubicBezTo>
                  <a:lnTo>
                    <a:pt x="523362" y="89683"/>
                  </a:lnTo>
                  <a:lnTo>
                    <a:pt x="524641" y="87194"/>
                  </a:lnTo>
                  <a:cubicBezTo>
                    <a:pt x="524641" y="87194"/>
                    <a:pt x="525853" y="84368"/>
                    <a:pt x="525853" y="84032"/>
                  </a:cubicBezTo>
                  <a:cubicBezTo>
                    <a:pt x="525853" y="83695"/>
                    <a:pt x="526290" y="80029"/>
                    <a:pt x="526290" y="80029"/>
                  </a:cubicBezTo>
                  <a:cubicBezTo>
                    <a:pt x="526290" y="80029"/>
                    <a:pt x="524339" y="77203"/>
                    <a:pt x="524574" y="76564"/>
                  </a:cubicBezTo>
                  <a:cubicBezTo>
                    <a:pt x="524776" y="75925"/>
                    <a:pt x="524574" y="72964"/>
                    <a:pt x="524574" y="72527"/>
                  </a:cubicBezTo>
                  <a:cubicBezTo>
                    <a:pt x="524574" y="72090"/>
                    <a:pt x="526964" y="70239"/>
                    <a:pt x="526964" y="70239"/>
                  </a:cubicBezTo>
                  <a:lnTo>
                    <a:pt x="529454" y="69466"/>
                  </a:lnTo>
                  <a:lnTo>
                    <a:pt x="531305" y="67717"/>
                  </a:lnTo>
                  <a:lnTo>
                    <a:pt x="534569" y="65429"/>
                  </a:lnTo>
                  <a:lnTo>
                    <a:pt x="537060" y="62940"/>
                  </a:lnTo>
                  <a:lnTo>
                    <a:pt x="539012" y="58701"/>
                  </a:lnTo>
                  <a:cubicBezTo>
                    <a:pt x="539012" y="58701"/>
                    <a:pt x="540089" y="54362"/>
                    <a:pt x="540089" y="53924"/>
                  </a:cubicBezTo>
                  <a:cubicBezTo>
                    <a:pt x="540089" y="53487"/>
                    <a:pt x="540190" y="50325"/>
                    <a:pt x="540190" y="50325"/>
                  </a:cubicBezTo>
                  <a:lnTo>
                    <a:pt x="540964" y="43597"/>
                  </a:lnTo>
                  <a:cubicBezTo>
                    <a:pt x="540964" y="43597"/>
                    <a:pt x="541300" y="41208"/>
                    <a:pt x="548233" y="37609"/>
                  </a:cubicBezTo>
                  <a:cubicBezTo>
                    <a:pt x="555233" y="34178"/>
                    <a:pt x="548503" y="36062"/>
                    <a:pt x="547829" y="36062"/>
                  </a:cubicBezTo>
                  <a:close/>
                </a:path>
              </a:pathLst>
            </a:custGeom>
            <a:grpFill/>
            <a:ln w="6350" cap="flat">
              <a:solidFill>
                <a:schemeClr val="bg1"/>
              </a:solidFill>
              <a:prstDash val="solid"/>
              <a:miter/>
            </a:ln>
          </p:spPr>
          <p:txBody>
            <a:bodyPr rtlCol="0" anchor="ctr"/>
            <a:lstStyle/>
            <a:p>
              <a:endParaRPr lang="en-US"/>
            </a:p>
          </p:txBody>
        </p:sp>
        <p:sp>
          <p:nvSpPr>
            <p:cNvPr id="189" name="Freeform 906">
              <a:extLst>
                <a:ext uri="{FF2B5EF4-FFF2-40B4-BE49-F238E27FC236}">
                  <a16:creationId xmlns:a16="http://schemas.microsoft.com/office/drawing/2014/main" id="{951FD801-5568-7356-A83D-5120E1C241EB}"/>
                </a:ext>
              </a:extLst>
            </p:cNvPr>
            <p:cNvSpPr/>
            <p:nvPr/>
          </p:nvSpPr>
          <p:spPr>
            <a:xfrm>
              <a:off x="7482803" y="2560251"/>
              <a:ext cx="157817" cy="247545"/>
            </a:xfrm>
            <a:custGeom>
              <a:avLst/>
              <a:gdLst>
                <a:gd name="connsiteX0" fmla="*/ 75352 w 302992"/>
                <a:gd name="connsiteY0" fmla="*/ 278402 h 475260"/>
                <a:gd name="connsiteX1" fmla="*/ 78180 w 302992"/>
                <a:gd name="connsiteY1" fmla="*/ 278940 h 475260"/>
                <a:gd name="connsiteX2" fmla="*/ 81545 w 302992"/>
                <a:gd name="connsiteY2" fmla="*/ 279814 h 475260"/>
                <a:gd name="connsiteX3" fmla="*/ 83160 w 302992"/>
                <a:gd name="connsiteY3" fmla="*/ 280252 h 475260"/>
                <a:gd name="connsiteX4" fmla="*/ 85785 w 302992"/>
                <a:gd name="connsiteY4" fmla="*/ 282876 h 475260"/>
                <a:gd name="connsiteX5" fmla="*/ 87636 w 302992"/>
                <a:gd name="connsiteY5" fmla="*/ 286475 h 475260"/>
                <a:gd name="connsiteX6" fmla="*/ 89925 w 302992"/>
                <a:gd name="connsiteY6" fmla="*/ 289738 h 475260"/>
                <a:gd name="connsiteX7" fmla="*/ 90026 w 302992"/>
                <a:gd name="connsiteY7" fmla="*/ 292328 h 475260"/>
                <a:gd name="connsiteX8" fmla="*/ 89824 w 302992"/>
                <a:gd name="connsiteY8" fmla="*/ 295154 h 475260"/>
                <a:gd name="connsiteX9" fmla="*/ 89185 w 302992"/>
                <a:gd name="connsiteY9" fmla="*/ 297105 h 475260"/>
                <a:gd name="connsiteX10" fmla="*/ 87435 w 302992"/>
                <a:gd name="connsiteY10" fmla="*/ 298955 h 475260"/>
                <a:gd name="connsiteX11" fmla="*/ 85920 w 302992"/>
                <a:gd name="connsiteY11" fmla="*/ 299931 h 475260"/>
                <a:gd name="connsiteX12" fmla="*/ 85045 w 302992"/>
                <a:gd name="connsiteY12" fmla="*/ 300267 h 475260"/>
                <a:gd name="connsiteX13" fmla="*/ 82218 w 302992"/>
                <a:gd name="connsiteY13" fmla="*/ 301579 h 475260"/>
                <a:gd name="connsiteX14" fmla="*/ 80906 w 302992"/>
                <a:gd name="connsiteY14" fmla="*/ 303968 h 475260"/>
                <a:gd name="connsiteX15" fmla="*/ 79593 w 302992"/>
                <a:gd name="connsiteY15" fmla="*/ 305482 h 475260"/>
                <a:gd name="connsiteX16" fmla="*/ 78180 w 302992"/>
                <a:gd name="connsiteY16" fmla="*/ 310157 h 475260"/>
                <a:gd name="connsiteX17" fmla="*/ 78718 w 302992"/>
                <a:gd name="connsiteY17" fmla="*/ 313420 h 475260"/>
                <a:gd name="connsiteX18" fmla="*/ 78180 w 302992"/>
                <a:gd name="connsiteY18" fmla="*/ 316684 h 475260"/>
                <a:gd name="connsiteX19" fmla="*/ 78718 w 302992"/>
                <a:gd name="connsiteY19" fmla="*/ 319947 h 475260"/>
                <a:gd name="connsiteX20" fmla="*/ 80569 w 302992"/>
                <a:gd name="connsiteY20" fmla="*/ 322571 h 475260"/>
                <a:gd name="connsiteX21" fmla="*/ 83833 w 302992"/>
                <a:gd name="connsiteY21" fmla="*/ 323647 h 475260"/>
                <a:gd name="connsiteX22" fmla="*/ 87535 w 302992"/>
                <a:gd name="connsiteY22" fmla="*/ 324084 h 475260"/>
                <a:gd name="connsiteX23" fmla="*/ 90161 w 302992"/>
                <a:gd name="connsiteY23" fmla="*/ 324320 h 475260"/>
                <a:gd name="connsiteX24" fmla="*/ 93088 w 302992"/>
                <a:gd name="connsiteY24" fmla="*/ 326607 h 475260"/>
                <a:gd name="connsiteX25" fmla="*/ 93694 w 302992"/>
                <a:gd name="connsiteY25" fmla="*/ 330812 h 475260"/>
                <a:gd name="connsiteX26" fmla="*/ 96454 w 302992"/>
                <a:gd name="connsiteY26" fmla="*/ 337338 h 475260"/>
                <a:gd name="connsiteX27" fmla="*/ 99348 w 302992"/>
                <a:gd name="connsiteY27" fmla="*/ 345143 h 475260"/>
                <a:gd name="connsiteX28" fmla="*/ 100089 w 302992"/>
                <a:gd name="connsiteY28" fmla="*/ 354427 h 475260"/>
                <a:gd name="connsiteX29" fmla="*/ 101233 w 302992"/>
                <a:gd name="connsiteY29" fmla="*/ 359641 h 475260"/>
                <a:gd name="connsiteX30" fmla="*/ 100089 w 302992"/>
                <a:gd name="connsiteY30" fmla="*/ 365495 h 475260"/>
                <a:gd name="connsiteX31" fmla="*/ 100493 w 302992"/>
                <a:gd name="connsiteY31" fmla="*/ 369935 h 475260"/>
                <a:gd name="connsiteX32" fmla="*/ 100593 w 302992"/>
                <a:gd name="connsiteY32" fmla="*/ 371953 h 475260"/>
                <a:gd name="connsiteX33" fmla="*/ 99079 w 302992"/>
                <a:gd name="connsiteY33" fmla="*/ 374207 h 475260"/>
                <a:gd name="connsiteX34" fmla="*/ 95949 w 302992"/>
                <a:gd name="connsiteY34" fmla="*/ 378446 h 475260"/>
                <a:gd name="connsiteX35" fmla="*/ 93661 w 302992"/>
                <a:gd name="connsiteY35" fmla="*/ 379455 h 475260"/>
                <a:gd name="connsiteX36" fmla="*/ 91776 w 302992"/>
                <a:gd name="connsiteY36" fmla="*/ 380229 h 475260"/>
                <a:gd name="connsiteX37" fmla="*/ 89858 w 302992"/>
                <a:gd name="connsiteY37" fmla="*/ 381406 h 475260"/>
                <a:gd name="connsiteX38" fmla="*/ 89622 w 302992"/>
                <a:gd name="connsiteY38" fmla="*/ 383021 h 475260"/>
                <a:gd name="connsiteX39" fmla="*/ 89387 w 302992"/>
                <a:gd name="connsiteY39" fmla="*/ 384669 h 475260"/>
                <a:gd name="connsiteX40" fmla="*/ 88007 w 302992"/>
                <a:gd name="connsiteY40" fmla="*/ 386351 h 475260"/>
                <a:gd name="connsiteX41" fmla="*/ 86324 w 302992"/>
                <a:gd name="connsiteY41" fmla="*/ 387327 h 475260"/>
                <a:gd name="connsiteX42" fmla="*/ 83901 w 302992"/>
                <a:gd name="connsiteY42" fmla="*/ 389513 h 475260"/>
                <a:gd name="connsiteX43" fmla="*/ 83833 w 302992"/>
                <a:gd name="connsiteY43" fmla="*/ 392003 h 475260"/>
                <a:gd name="connsiteX44" fmla="*/ 83463 w 302992"/>
                <a:gd name="connsiteY44" fmla="*/ 394257 h 475260"/>
                <a:gd name="connsiteX45" fmla="*/ 83463 w 302992"/>
                <a:gd name="connsiteY45" fmla="*/ 396510 h 475260"/>
                <a:gd name="connsiteX46" fmla="*/ 83766 w 302992"/>
                <a:gd name="connsiteY46" fmla="*/ 397822 h 475260"/>
                <a:gd name="connsiteX47" fmla="*/ 85550 w 302992"/>
                <a:gd name="connsiteY47" fmla="*/ 399639 h 475260"/>
                <a:gd name="connsiteX48" fmla="*/ 88074 w 302992"/>
                <a:gd name="connsiteY48" fmla="*/ 401624 h 475260"/>
                <a:gd name="connsiteX49" fmla="*/ 88612 w 302992"/>
                <a:gd name="connsiteY49" fmla="*/ 403406 h 475260"/>
                <a:gd name="connsiteX50" fmla="*/ 87805 w 302992"/>
                <a:gd name="connsiteY50" fmla="*/ 404954 h 475260"/>
                <a:gd name="connsiteX51" fmla="*/ 89252 w 302992"/>
                <a:gd name="connsiteY51" fmla="*/ 406299 h 475260"/>
                <a:gd name="connsiteX52" fmla="*/ 91204 w 302992"/>
                <a:gd name="connsiteY52" fmla="*/ 407073 h 475260"/>
                <a:gd name="connsiteX53" fmla="*/ 93257 w 302992"/>
                <a:gd name="connsiteY53" fmla="*/ 407746 h 475260"/>
                <a:gd name="connsiteX54" fmla="*/ 94771 w 302992"/>
                <a:gd name="connsiteY54" fmla="*/ 409024 h 475260"/>
                <a:gd name="connsiteX55" fmla="*/ 96084 w 302992"/>
                <a:gd name="connsiteY55" fmla="*/ 411211 h 475260"/>
                <a:gd name="connsiteX56" fmla="*/ 96622 w 302992"/>
                <a:gd name="connsiteY56" fmla="*/ 413297 h 475260"/>
                <a:gd name="connsiteX57" fmla="*/ 99247 w 302992"/>
                <a:gd name="connsiteY57" fmla="*/ 414171 h 475260"/>
                <a:gd name="connsiteX58" fmla="*/ 104161 w 302992"/>
                <a:gd name="connsiteY58" fmla="*/ 415618 h 475260"/>
                <a:gd name="connsiteX59" fmla="*/ 106180 w 302992"/>
                <a:gd name="connsiteY59" fmla="*/ 415315 h 475260"/>
                <a:gd name="connsiteX60" fmla="*/ 108199 w 302992"/>
                <a:gd name="connsiteY60" fmla="*/ 414440 h 475260"/>
                <a:gd name="connsiteX61" fmla="*/ 111666 w 302992"/>
                <a:gd name="connsiteY61" fmla="*/ 414440 h 475260"/>
                <a:gd name="connsiteX62" fmla="*/ 118632 w 302992"/>
                <a:gd name="connsiteY62" fmla="*/ 415584 h 475260"/>
                <a:gd name="connsiteX63" fmla="*/ 120955 w 302992"/>
                <a:gd name="connsiteY63" fmla="*/ 416459 h 475260"/>
                <a:gd name="connsiteX64" fmla="*/ 120652 w 302992"/>
                <a:gd name="connsiteY64" fmla="*/ 417905 h 475260"/>
                <a:gd name="connsiteX65" fmla="*/ 120080 w 302992"/>
                <a:gd name="connsiteY65" fmla="*/ 421101 h 475260"/>
                <a:gd name="connsiteX66" fmla="*/ 118632 w 302992"/>
                <a:gd name="connsiteY66" fmla="*/ 422245 h 475260"/>
                <a:gd name="connsiteX67" fmla="*/ 120652 w 302992"/>
                <a:gd name="connsiteY67" fmla="*/ 426315 h 475260"/>
                <a:gd name="connsiteX68" fmla="*/ 122099 w 302992"/>
                <a:gd name="connsiteY68" fmla="*/ 432337 h 475260"/>
                <a:gd name="connsiteX69" fmla="*/ 131084 w 302992"/>
                <a:gd name="connsiteY69" fmla="*/ 436743 h 475260"/>
                <a:gd name="connsiteX70" fmla="*/ 134551 w 302992"/>
                <a:gd name="connsiteY70" fmla="*/ 437887 h 475260"/>
                <a:gd name="connsiteX71" fmla="*/ 141214 w 302992"/>
                <a:gd name="connsiteY71" fmla="*/ 440780 h 475260"/>
                <a:gd name="connsiteX72" fmla="*/ 146936 w 302992"/>
                <a:gd name="connsiteY72" fmla="*/ 444615 h 475260"/>
                <a:gd name="connsiteX73" fmla="*/ 149628 w 302992"/>
                <a:gd name="connsiteY73" fmla="*/ 447441 h 475260"/>
                <a:gd name="connsiteX74" fmla="*/ 149763 w 302992"/>
                <a:gd name="connsiteY74" fmla="*/ 449627 h 475260"/>
                <a:gd name="connsiteX75" fmla="*/ 149056 w 302992"/>
                <a:gd name="connsiteY75" fmla="*/ 451814 h 475260"/>
                <a:gd name="connsiteX76" fmla="*/ 149056 w 302992"/>
                <a:gd name="connsiteY76" fmla="*/ 454135 h 475260"/>
                <a:gd name="connsiteX77" fmla="*/ 150301 w 302992"/>
                <a:gd name="connsiteY77" fmla="*/ 457028 h 475260"/>
                <a:gd name="connsiteX78" fmla="*/ 151681 w 302992"/>
                <a:gd name="connsiteY78" fmla="*/ 459047 h 475260"/>
                <a:gd name="connsiteX79" fmla="*/ 154003 w 302992"/>
                <a:gd name="connsiteY79" fmla="*/ 458172 h 475260"/>
                <a:gd name="connsiteX80" fmla="*/ 155148 w 302992"/>
                <a:gd name="connsiteY80" fmla="*/ 457028 h 475260"/>
                <a:gd name="connsiteX81" fmla="*/ 155888 w 302992"/>
                <a:gd name="connsiteY81" fmla="*/ 455447 h 475260"/>
                <a:gd name="connsiteX82" fmla="*/ 157773 w 302992"/>
                <a:gd name="connsiteY82" fmla="*/ 454572 h 475260"/>
                <a:gd name="connsiteX83" fmla="*/ 161239 w 302992"/>
                <a:gd name="connsiteY83" fmla="*/ 455279 h 475260"/>
                <a:gd name="connsiteX84" fmla="*/ 161239 w 302992"/>
                <a:gd name="connsiteY84" fmla="*/ 455144 h 475260"/>
                <a:gd name="connsiteX85" fmla="*/ 162754 w 302992"/>
                <a:gd name="connsiteY85" fmla="*/ 455716 h 475260"/>
                <a:gd name="connsiteX86" fmla="*/ 165883 w 302992"/>
                <a:gd name="connsiteY86" fmla="*/ 456591 h 475260"/>
                <a:gd name="connsiteX87" fmla="*/ 167465 w 302992"/>
                <a:gd name="connsiteY87" fmla="*/ 458609 h 475260"/>
                <a:gd name="connsiteX88" fmla="*/ 168609 w 302992"/>
                <a:gd name="connsiteY88" fmla="*/ 461367 h 475260"/>
                <a:gd name="connsiteX89" fmla="*/ 169619 w 302992"/>
                <a:gd name="connsiteY89" fmla="*/ 464698 h 475260"/>
                <a:gd name="connsiteX90" fmla="*/ 171369 w 302992"/>
                <a:gd name="connsiteY90" fmla="*/ 466716 h 475260"/>
                <a:gd name="connsiteX91" fmla="*/ 171369 w 302992"/>
                <a:gd name="connsiteY91" fmla="*/ 468735 h 475260"/>
                <a:gd name="connsiteX92" fmla="*/ 172816 w 302992"/>
                <a:gd name="connsiteY92" fmla="*/ 471493 h 475260"/>
                <a:gd name="connsiteX93" fmla="*/ 173961 w 302992"/>
                <a:gd name="connsiteY93" fmla="*/ 472368 h 475260"/>
                <a:gd name="connsiteX94" fmla="*/ 176148 w 302992"/>
                <a:gd name="connsiteY94" fmla="*/ 474386 h 475260"/>
                <a:gd name="connsiteX95" fmla="*/ 177730 w 302992"/>
                <a:gd name="connsiteY95" fmla="*/ 475261 h 475260"/>
                <a:gd name="connsiteX96" fmla="*/ 179480 w 302992"/>
                <a:gd name="connsiteY96" fmla="*/ 475261 h 475260"/>
                <a:gd name="connsiteX97" fmla="*/ 180624 w 302992"/>
                <a:gd name="connsiteY97" fmla="*/ 474117 h 475260"/>
                <a:gd name="connsiteX98" fmla="*/ 181634 w 302992"/>
                <a:gd name="connsiteY98" fmla="*/ 472368 h 475260"/>
                <a:gd name="connsiteX99" fmla="*/ 182643 w 302992"/>
                <a:gd name="connsiteY99" fmla="*/ 469307 h 475260"/>
                <a:gd name="connsiteX100" fmla="*/ 183216 w 302992"/>
                <a:gd name="connsiteY100" fmla="*/ 467557 h 475260"/>
                <a:gd name="connsiteX101" fmla="*/ 184360 w 302992"/>
                <a:gd name="connsiteY101" fmla="*/ 463790 h 475260"/>
                <a:gd name="connsiteX102" fmla="*/ 184932 w 302992"/>
                <a:gd name="connsiteY102" fmla="*/ 460325 h 475260"/>
                <a:gd name="connsiteX103" fmla="*/ 185672 w 302992"/>
                <a:gd name="connsiteY103" fmla="*/ 457566 h 475260"/>
                <a:gd name="connsiteX104" fmla="*/ 185369 w 302992"/>
                <a:gd name="connsiteY104" fmla="*/ 454808 h 475260"/>
                <a:gd name="connsiteX105" fmla="*/ 184663 w 302992"/>
                <a:gd name="connsiteY105" fmla="*/ 452049 h 475260"/>
                <a:gd name="connsiteX106" fmla="*/ 182643 w 302992"/>
                <a:gd name="connsiteY106" fmla="*/ 445826 h 475260"/>
                <a:gd name="connsiteX107" fmla="*/ 182071 w 302992"/>
                <a:gd name="connsiteY107" fmla="*/ 440612 h 475260"/>
                <a:gd name="connsiteX108" fmla="*/ 184023 w 302992"/>
                <a:gd name="connsiteY108" fmla="*/ 436104 h 475260"/>
                <a:gd name="connsiteX109" fmla="*/ 182509 w 302992"/>
                <a:gd name="connsiteY109" fmla="*/ 433817 h 475260"/>
                <a:gd name="connsiteX110" fmla="*/ 181297 w 302992"/>
                <a:gd name="connsiteY110" fmla="*/ 429679 h 475260"/>
                <a:gd name="connsiteX111" fmla="*/ 180321 w 302992"/>
                <a:gd name="connsiteY111" fmla="*/ 427392 h 475260"/>
                <a:gd name="connsiteX112" fmla="*/ 180321 w 302992"/>
                <a:gd name="connsiteY112" fmla="*/ 426315 h 475260"/>
                <a:gd name="connsiteX113" fmla="*/ 179951 w 302992"/>
                <a:gd name="connsiteY113" fmla="*/ 424028 h 475260"/>
                <a:gd name="connsiteX114" fmla="*/ 178605 w 302992"/>
                <a:gd name="connsiteY114" fmla="*/ 422177 h 475260"/>
                <a:gd name="connsiteX115" fmla="*/ 178605 w 302992"/>
                <a:gd name="connsiteY115" fmla="*/ 419789 h 475260"/>
                <a:gd name="connsiteX116" fmla="*/ 179379 w 302992"/>
                <a:gd name="connsiteY116" fmla="*/ 417737 h 475260"/>
                <a:gd name="connsiteX117" fmla="*/ 182643 w 302992"/>
                <a:gd name="connsiteY117" fmla="*/ 416862 h 475260"/>
                <a:gd name="connsiteX118" fmla="*/ 184595 w 302992"/>
                <a:gd name="connsiteY118" fmla="*/ 416089 h 475260"/>
                <a:gd name="connsiteX119" fmla="*/ 187220 w 302992"/>
                <a:gd name="connsiteY119" fmla="*/ 413801 h 475260"/>
                <a:gd name="connsiteX120" fmla="*/ 188970 w 302992"/>
                <a:gd name="connsiteY120" fmla="*/ 413700 h 475260"/>
                <a:gd name="connsiteX121" fmla="*/ 191898 w 302992"/>
                <a:gd name="connsiteY121" fmla="*/ 416728 h 475260"/>
                <a:gd name="connsiteX122" fmla="*/ 194288 w 302992"/>
                <a:gd name="connsiteY122" fmla="*/ 417602 h 475260"/>
                <a:gd name="connsiteX123" fmla="*/ 197350 w 302992"/>
                <a:gd name="connsiteY123" fmla="*/ 419352 h 475260"/>
                <a:gd name="connsiteX124" fmla="*/ 200951 w 302992"/>
                <a:gd name="connsiteY124" fmla="*/ 422076 h 475260"/>
                <a:gd name="connsiteX125" fmla="*/ 203879 w 302992"/>
                <a:gd name="connsiteY125" fmla="*/ 424801 h 475260"/>
                <a:gd name="connsiteX126" fmla="*/ 205831 w 302992"/>
                <a:gd name="connsiteY126" fmla="*/ 424801 h 475260"/>
                <a:gd name="connsiteX127" fmla="*/ 207783 w 302992"/>
                <a:gd name="connsiteY127" fmla="*/ 423119 h 475260"/>
                <a:gd name="connsiteX128" fmla="*/ 209870 w 302992"/>
                <a:gd name="connsiteY128" fmla="*/ 421202 h 475260"/>
                <a:gd name="connsiteX129" fmla="*/ 213572 w 302992"/>
                <a:gd name="connsiteY129" fmla="*/ 421976 h 475260"/>
                <a:gd name="connsiteX130" fmla="*/ 215860 w 302992"/>
                <a:gd name="connsiteY130" fmla="*/ 418511 h 475260"/>
                <a:gd name="connsiteX131" fmla="*/ 216399 w 302992"/>
                <a:gd name="connsiteY131" fmla="*/ 417972 h 475260"/>
                <a:gd name="connsiteX132" fmla="*/ 217712 w 302992"/>
                <a:gd name="connsiteY132" fmla="*/ 416122 h 475260"/>
                <a:gd name="connsiteX133" fmla="*/ 219562 w 302992"/>
                <a:gd name="connsiteY133" fmla="*/ 416122 h 475260"/>
                <a:gd name="connsiteX134" fmla="*/ 223466 w 302992"/>
                <a:gd name="connsiteY134" fmla="*/ 416122 h 475260"/>
                <a:gd name="connsiteX135" fmla="*/ 226192 w 302992"/>
                <a:gd name="connsiteY135" fmla="*/ 415416 h 475260"/>
                <a:gd name="connsiteX136" fmla="*/ 227404 w 302992"/>
                <a:gd name="connsiteY136" fmla="*/ 415248 h 475260"/>
                <a:gd name="connsiteX137" fmla="*/ 227404 w 302992"/>
                <a:gd name="connsiteY137" fmla="*/ 413398 h 475260"/>
                <a:gd name="connsiteX138" fmla="*/ 226933 w 302992"/>
                <a:gd name="connsiteY138" fmla="*/ 410572 h 475260"/>
                <a:gd name="connsiteX139" fmla="*/ 227000 w 302992"/>
                <a:gd name="connsiteY139" fmla="*/ 409697 h 475260"/>
                <a:gd name="connsiteX140" fmla="*/ 223836 w 302992"/>
                <a:gd name="connsiteY140" fmla="*/ 406333 h 475260"/>
                <a:gd name="connsiteX141" fmla="*/ 220471 w 302992"/>
                <a:gd name="connsiteY141" fmla="*/ 401354 h 475260"/>
                <a:gd name="connsiteX142" fmla="*/ 220471 w 302992"/>
                <a:gd name="connsiteY142" fmla="*/ 399605 h 475260"/>
                <a:gd name="connsiteX143" fmla="*/ 224274 w 302992"/>
                <a:gd name="connsiteY143" fmla="*/ 397755 h 475260"/>
                <a:gd name="connsiteX144" fmla="*/ 226563 w 302992"/>
                <a:gd name="connsiteY144" fmla="*/ 396342 h 475260"/>
                <a:gd name="connsiteX145" fmla="*/ 228414 w 302992"/>
                <a:gd name="connsiteY145" fmla="*/ 392440 h 475260"/>
                <a:gd name="connsiteX146" fmla="*/ 229188 w 302992"/>
                <a:gd name="connsiteY146" fmla="*/ 387865 h 475260"/>
                <a:gd name="connsiteX147" fmla="*/ 230365 w 302992"/>
                <a:gd name="connsiteY147" fmla="*/ 383828 h 475260"/>
                <a:gd name="connsiteX148" fmla="*/ 232452 w 302992"/>
                <a:gd name="connsiteY148" fmla="*/ 380128 h 475260"/>
                <a:gd name="connsiteX149" fmla="*/ 231577 w 302992"/>
                <a:gd name="connsiteY149" fmla="*/ 377403 h 475260"/>
                <a:gd name="connsiteX150" fmla="*/ 229726 w 302992"/>
                <a:gd name="connsiteY150" fmla="*/ 375788 h 475260"/>
                <a:gd name="connsiteX151" fmla="*/ 227539 w 302992"/>
                <a:gd name="connsiteY151" fmla="*/ 373299 h 475260"/>
                <a:gd name="connsiteX152" fmla="*/ 226226 w 302992"/>
                <a:gd name="connsiteY152" fmla="*/ 371348 h 475260"/>
                <a:gd name="connsiteX153" fmla="*/ 228414 w 302992"/>
                <a:gd name="connsiteY153" fmla="*/ 368421 h 475260"/>
                <a:gd name="connsiteX154" fmla="*/ 226226 w 302992"/>
                <a:gd name="connsiteY154" fmla="*/ 366134 h 475260"/>
                <a:gd name="connsiteX155" fmla="*/ 221346 w 302992"/>
                <a:gd name="connsiteY155" fmla="*/ 363947 h 475260"/>
                <a:gd name="connsiteX156" fmla="*/ 218721 w 302992"/>
                <a:gd name="connsiteY156" fmla="*/ 363947 h 475260"/>
                <a:gd name="connsiteX157" fmla="*/ 214178 w 302992"/>
                <a:gd name="connsiteY157" fmla="*/ 362904 h 475260"/>
                <a:gd name="connsiteX158" fmla="*/ 209836 w 302992"/>
                <a:gd name="connsiteY158" fmla="*/ 361222 h 475260"/>
                <a:gd name="connsiteX159" fmla="*/ 207110 w 302992"/>
                <a:gd name="connsiteY159" fmla="*/ 359271 h 475260"/>
                <a:gd name="connsiteX160" fmla="*/ 205158 w 302992"/>
                <a:gd name="connsiteY160" fmla="*/ 356883 h 475260"/>
                <a:gd name="connsiteX161" fmla="*/ 201793 w 302992"/>
                <a:gd name="connsiteY161" fmla="*/ 355806 h 475260"/>
                <a:gd name="connsiteX162" fmla="*/ 198528 w 302992"/>
                <a:gd name="connsiteY162" fmla="*/ 357455 h 475260"/>
                <a:gd name="connsiteX163" fmla="*/ 189408 w 302992"/>
                <a:gd name="connsiteY163" fmla="*/ 357455 h 475260"/>
                <a:gd name="connsiteX164" fmla="*/ 186480 w 302992"/>
                <a:gd name="connsiteY164" fmla="*/ 355941 h 475260"/>
                <a:gd name="connsiteX165" fmla="*/ 184865 w 302992"/>
                <a:gd name="connsiteY165" fmla="*/ 352476 h 475260"/>
                <a:gd name="connsiteX166" fmla="*/ 189206 w 302992"/>
                <a:gd name="connsiteY166" fmla="*/ 349449 h 475260"/>
                <a:gd name="connsiteX167" fmla="*/ 190821 w 302992"/>
                <a:gd name="connsiteY167" fmla="*/ 347935 h 475260"/>
                <a:gd name="connsiteX168" fmla="*/ 191696 w 302992"/>
                <a:gd name="connsiteY168" fmla="*/ 343595 h 475260"/>
                <a:gd name="connsiteX169" fmla="*/ 191158 w 302992"/>
                <a:gd name="connsiteY169" fmla="*/ 339895 h 475260"/>
                <a:gd name="connsiteX170" fmla="*/ 189408 w 302992"/>
                <a:gd name="connsiteY170" fmla="*/ 337406 h 475260"/>
                <a:gd name="connsiteX171" fmla="*/ 187355 w 302992"/>
                <a:gd name="connsiteY171" fmla="*/ 334243 h 475260"/>
                <a:gd name="connsiteX172" fmla="*/ 184427 w 302992"/>
                <a:gd name="connsiteY172" fmla="*/ 332057 h 475260"/>
                <a:gd name="connsiteX173" fmla="*/ 181701 w 302992"/>
                <a:gd name="connsiteY173" fmla="*/ 330207 h 475260"/>
                <a:gd name="connsiteX174" fmla="*/ 178975 w 302992"/>
                <a:gd name="connsiteY174" fmla="*/ 326944 h 475260"/>
                <a:gd name="connsiteX175" fmla="*/ 178975 w 302992"/>
                <a:gd name="connsiteY175" fmla="*/ 323680 h 475260"/>
                <a:gd name="connsiteX176" fmla="*/ 181028 w 302992"/>
                <a:gd name="connsiteY176" fmla="*/ 322604 h 475260"/>
                <a:gd name="connsiteX177" fmla="*/ 184494 w 302992"/>
                <a:gd name="connsiteY177" fmla="*/ 322604 h 475260"/>
                <a:gd name="connsiteX178" fmla="*/ 185369 w 302992"/>
                <a:gd name="connsiteY178" fmla="*/ 320216 h 475260"/>
                <a:gd name="connsiteX179" fmla="*/ 187456 w 302992"/>
                <a:gd name="connsiteY179" fmla="*/ 318904 h 475260"/>
                <a:gd name="connsiteX180" fmla="*/ 189206 w 302992"/>
                <a:gd name="connsiteY180" fmla="*/ 316414 h 475260"/>
                <a:gd name="connsiteX181" fmla="*/ 189206 w 302992"/>
                <a:gd name="connsiteY181" fmla="*/ 314463 h 475260"/>
                <a:gd name="connsiteX182" fmla="*/ 189206 w 302992"/>
                <a:gd name="connsiteY182" fmla="*/ 311873 h 475260"/>
                <a:gd name="connsiteX183" fmla="*/ 190619 w 302992"/>
                <a:gd name="connsiteY183" fmla="*/ 308845 h 475260"/>
                <a:gd name="connsiteX184" fmla="*/ 192571 w 302992"/>
                <a:gd name="connsiteY184" fmla="*/ 306020 h 475260"/>
                <a:gd name="connsiteX185" fmla="*/ 194322 w 302992"/>
                <a:gd name="connsiteY185" fmla="*/ 303867 h 475260"/>
                <a:gd name="connsiteX186" fmla="*/ 197586 w 302992"/>
                <a:gd name="connsiteY186" fmla="*/ 303833 h 475260"/>
                <a:gd name="connsiteX187" fmla="*/ 200649 w 302992"/>
                <a:gd name="connsiteY187" fmla="*/ 303833 h 475260"/>
                <a:gd name="connsiteX188" fmla="*/ 204115 w 302992"/>
                <a:gd name="connsiteY188" fmla="*/ 303295 h 475260"/>
                <a:gd name="connsiteX189" fmla="*/ 203577 w 302992"/>
                <a:gd name="connsiteY189" fmla="*/ 300907 h 475260"/>
                <a:gd name="connsiteX190" fmla="*/ 202802 w 302992"/>
                <a:gd name="connsiteY190" fmla="*/ 299595 h 475260"/>
                <a:gd name="connsiteX191" fmla="*/ 203240 w 302992"/>
                <a:gd name="connsiteY191" fmla="*/ 295793 h 475260"/>
                <a:gd name="connsiteX192" fmla="*/ 205629 w 302992"/>
                <a:gd name="connsiteY192" fmla="*/ 295154 h 475260"/>
                <a:gd name="connsiteX193" fmla="*/ 205529 w 302992"/>
                <a:gd name="connsiteY193" fmla="*/ 292429 h 475260"/>
                <a:gd name="connsiteX194" fmla="*/ 204317 w 302992"/>
                <a:gd name="connsiteY194" fmla="*/ 290680 h 475260"/>
                <a:gd name="connsiteX195" fmla="*/ 201052 w 302992"/>
                <a:gd name="connsiteY195" fmla="*/ 289065 h 475260"/>
                <a:gd name="connsiteX196" fmla="*/ 197687 w 302992"/>
                <a:gd name="connsiteY196" fmla="*/ 287653 h 475260"/>
                <a:gd name="connsiteX197" fmla="*/ 195398 w 302992"/>
                <a:gd name="connsiteY197" fmla="*/ 282876 h 475260"/>
                <a:gd name="connsiteX198" fmla="*/ 196711 w 302992"/>
                <a:gd name="connsiteY198" fmla="*/ 280151 h 475260"/>
                <a:gd name="connsiteX199" fmla="*/ 200312 w 302992"/>
                <a:gd name="connsiteY199" fmla="*/ 278502 h 475260"/>
                <a:gd name="connsiteX200" fmla="*/ 203677 w 302992"/>
                <a:gd name="connsiteY200" fmla="*/ 277964 h 475260"/>
                <a:gd name="connsiteX201" fmla="*/ 204216 w 302992"/>
                <a:gd name="connsiteY201" fmla="*/ 275374 h 475260"/>
                <a:gd name="connsiteX202" fmla="*/ 204855 w 302992"/>
                <a:gd name="connsiteY202" fmla="*/ 272750 h 475260"/>
                <a:gd name="connsiteX203" fmla="*/ 204855 w 302992"/>
                <a:gd name="connsiteY203" fmla="*/ 267536 h 475260"/>
                <a:gd name="connsiteX204" fmla="*/ 204855 w 302992"/>
                <a:gd name="connsiteY204" fmla="*/ 263028 h 475260"/>
                <a:gd name="connsiteX205" fmla="*/ 206033 w 302992"/>
                <a:gd name="connsiteY205" fmla="*/ 259833 h 475260"/>
                <a:gd name="connsiteX206" fmla="*/ 208187 w 302992"/>
                <a:gd name="connsiteY206" fmla="*/ 259664 h 475260"/>
                <a:gd name="connsiteX207" fmla="*/ 210509 w 302992"/>
                <a:gd name="connsiteY207" fmla="*/ 260169 h 475260"/>
                <a:gd name="connsiteX208" fmla="*/ 214413 w 302992"/>
                <a:gd name="connsiteY208" fmla="*/ 260943 h 475260"/>
                <a:gd name="connsiteX209" fmla="*/ 216332 w 302992"/>
                <a:gd name="connsiteY209" fmla="*/ 259294 h 475260"/>
                <a:gd name="connsiteX210" fmla="*/ 217139 w 302992"/>
                <a:gd name="connsiteY210" fmla="*/ 257511 h 475260"/>
                <a:gd name="connsiteX211" fmla="*/ 221043 w 302992"/>
                <a:gd name="connsiteY211" fmla="*/ 255762 h 475260"/>
                <a:gd name="connsiteX212" fmla="*/ 224308 w 302992"/>
                <a:gd name="connsiteY212" fmla="*/ 256267 h 475260"/>
                <a:gd name="connsiteX213" fmla="*/ 227808 w 302992"/>
                <a:gd name="connsiteY213" fmla="*/ 260573 h 475260"/>
                <a:gd name="connsiteX214" fmla="*/ 228245 w 302992"/>
                <a:gd name="connsiteY214" fmla="*/ 260236 h 475260"/>
                <a:gd name="connsiteX215" fmla="*/ 231442 w 302992"/>
                <a:gd name="connsiteY215" fmla="*/ 257579 h 475260"/>
                <a:gd name="connsiteX216" fmla="*/ 233933 w 302992"/>
                <a:gd name="connsiteY216" fmla="*/ 258050 h 475260"/>
                <a:gd name="connsiteX217" fmla="*/ 237265 w 302992"/>
                <a:gd name="connsiteY217" fmla="*/ 261481 h 475260"/>
                <a:gd name="connsiteX218" fmla="*/ 239688 w 302992"/>
                <a:gd name="connsiteY218" fmla="*/ 260606 h 475260"/>
                <a:gd name="connsiteX219" fmla="*/ 241875 w 302992"/>
                <a:gd name="connsiteY219" fmla="*/ 258756 h 475260"/>
                <a:gd name="connsiteX220" fmla="*/ 244736 w 302992"/>
                <a:gd name="connsiteY220" fmla="*/ 256570 h 475260"/>
                <a:gd name="connsiteX221" fmla="*/ 248606 w 302992"/>
                <a:gd name="connsiteY221" fmla="*/ 256199 h 475260"/>
                <a:gd name="connsiteX222" fmla="*/ 254530 w 302992"/>
                <a:gd name="connsiteY222" fmla="*/ 258386 h 475260"/>
                <a:gd name="connsiteX223" fmla="*/ 258063 w 302992"/>
                <a:gd name="connsiteY223" fmla="*/ 260505 h 475260"/>
                <a:gd name="connsiteX224" fmla="*/ 260049 w 302992"/>
                <a:gd name="connsiteY224" fmla="*/ 262457 h 475260"/>
                <a:gd name="connsiteX225" fmla="*/ 265501 w 302992"/>
                <a:gd name="connsiteY225" fmla="*/ 265383 h 475260"/>
                <a:gd name="connsiteX226" fmla="*/ 265669 w 302992"/>
                <a:gd name="connsiteY226" fmla="*/ 265383 h 475260"/>
                <a:gd name="connsiteX227" fmla="*/ 265366 w 302992"/>
                <a:gd name="connsiteY227" fmla="*/ 266729 h 475260"/>
                <a:gd name="connsiteX228" fmla="*/ 266275 w 302992"/>
                <a:gd name="connsiteY228" fmla="*/ 262658 h 475260"/>
                <a:gd name="connsiteX229" fmla="*/ 268227 w 302992"/>
                <a:gd name="connsiteY229" fmla="*/ 260270 h 475260"/>
                <a:gd name="connsiteX230" fmla="*/ 269977 w 302992"/>
                <a:gd name="connsiteY230" fmla="*/ 258823 h 475260"/>
                <a:gd name="connsiteX231" fmla="*/ 270179 w 302992"/>
                <a:gd name="connsiteY231" fmla="*/ 257579 h 475260"/>
                <a:gd name="connsiteX232" fmla="*/ 269876 w 302992"/>
                <a:gd name="connsiteY232" fmla="*/ 256334 h 475260"/>
                <a:gd name="connsiteX233" fmla="*/ 268799 w 302992"/>
                <a:gd name="connsiteY233" fmla="*/ 255392 h 475260"/>
                <a:gd name="connsiteX234" fmla="*/ 266275 w 302992"/>
                <a:gd name="connsiteY234" fmla="*/ 253206 h 475260"/>
                <a:gd name="connsiteX235" fmla="*/ 264087 w 302992"/>
                <a:gd name="connsiteY235" fmla="*/ 251961 h 475260"/>
                <a:gd name="connsiteX236" fmla="*/ 262337 w 302992"/>
                <a:gd name="connsiteY236" fmla="*/ 251019 h 475260"/>
                <a:gd name="connsiteX237" fmla="*/ 261092 w 302992"/>
                <a:gd name="connsiteY237" fmla="*/ 248630 h 475260"/>
                <a:gd name="connsiteX238" fmla="*/ 261227 w 302992"/>
                <a:gd name="connsiteY238" fmla="*/ 246747 h 475260"/>
                <a:gd name="connsiteX239" fmla="*/ 262304 w 302992"/>
                <a:gd name="connsiteY239" fmla="*/ 244863 h 475260"/>
                <a:gd name="connsiteX240" fmla="*/ 263246 w 302992"/>
                <a:gd name="connsiteY240" fmla="*/ 242475 h 475260"/>
                <a:gd name="connsiteX241" fmla="*/ 263044 w 302992"/>
                <a:gd name="connsiteY241" fmla="*/ 240591 h 475260"/>
                <a:gd name="connsiteX242" fmla="*/ 259847 w 302992"/>
                <a:gd name="connsiteY242" fmla="*/ 240591 h 475260"/>
                <a:gd name="connsiteX243" fmla="*/ 258972 w 302992"/>
                <a:gd name="connsiteY243" fmla="*/ 237395 h 475260"/>
                <a:gd name="connsiteX244" fmla="*/ 261664 w 302992"/>
                <a:gd name="connsiteY244" fmla="*/ 236016 h 475260"/>
                <a:gd name="connsiteX245" fmla="*/ 263112 w 302992"/>
                <a:gd name="connsiteY245" fmla="*/ 233324 h 475260"/>
                <a:gd name="connsiteX246" fmla="*/ 262809 w 302992"/>
                <a:gd name="connsiteY246" fmla="*/ 232080 h 475260"/>
                <a:gd name="connsiteX247" fmla="*/ 260856 w 302992"/>
                <a:gd name="connsiteY247" fmla="*/ 230701 h 475260"/>
                <a:gd name="connsiteX248" fmla="*/ 261732 w 302992"/>
                <a:gd name="connsiteY248" fmla="*/ 227505 h 475260"/>
                <a:gd name="connsiteX249" fmla="*/ 264929 w 302992"/>
                <a:gd name="connsiteY249" fmla="*/ 223434 h 475260"/>
                <a:gd name="connsiteX250" fmla="*/ 269136 w 302992"/>
                <a:gd name="connsiteY250" fmla="*/ 219095 h 475260"/>
                <a:gd name="connsiteX251" fmla="*/ 270145 w 302992"/>
                <a:gd name="connsiteY251" fmla="*/ 215462 h 475260"/>
                <a:gd name="connsiteX252" fmla="*/ 267823 w 302992"/>
                <a:gd name="connsiteY252" fmla="*/ 212603 h 475260"/>
                <a:gd name="connsiteX253" fmla="*/ 267823 w 302992"/>
                <a:gd name="connsiteY253" fmla="*/ 209239 h 475260"/>
                <a:gd name="connsiteX254" fmla="*/ 271862 w 302992"/>
                <a:gd name="connsiteY254" fmla="*/ 204563 h 475260"/>
                <a:gd name="connsiteX255" fmla="*/ 274352 w 302992"/>
                <a:gd name="connsiteY255" fmla="*/ 199247 h 475260"/>
                <a:gd name="connsiteX256" fmla="*/ 276203 w 302992"/>
                <a:gd name="connsiteY256" fmla="*/ 194471 h 475260"/>
                <a:gd name="connsiteX257" fmla="*/ 280982 w 302992"/>
                <a:gd name="connsiteY257" fmla="*/ 194033 h 475260"/>
                <a:gd name="connsiteX258" fmla="*/ 282631 w 302992"/>
                <a:gd name="connsiteY258" fmla="*/ 191847 h 475260"/>
                <a:gd name="connsiteX259" fmla="*/ 287646 w 302992"/>
                <a:gd name="connsiteY259" fmla="*/ 189257 h 475260"/>
                <a:gd name="connsiteX260" fmla="*/ 290574 w 302992"/>
                <a:gd name="connsiteY260" fmla="*/ 186868 h 475260"/>
                <a:gd name="connsiteX261" fmla="*/ 294612 w 302992"/>
                <a:gd name="connsiteY261" fmla="*/ 186094 h 475260"/>
                <a:gd name="connsiteX262" fmla="*/ 296901 w 302992"/>
                <a:gd name="connsiteY262" fmla="*/ 184681 h 475260"/>
                <a:gd name="connsiteX263" fmla="*/ 297877 w 302992"/>
                <a:gd name="connsiteY263" fmla="*/ 182394 h 475260"/>
                <a:gd name="connsiteX264" fmla="*/ 297877 w 302992"/>
                <a:gd name="connsiteY264" fmla="*/ 180006 h 475260"/>
                <a:gd name="connsiteX265" fmla="*/ 298853 w 302992"/>
                <a:gd name="connsiteY265" fmla="*/ 176103 h 475260"/>
                <a:gd name="connsiteX266" fmla="*/ 302992 w 302992"/>
                <a:gd name="connsiteY266" fmla="*/ 175027 h 475260"/>
                <a:gd name="connsiteX267" fmla="*/ 296867 w 302992"/>
                <a:gd name="connsiteY267" fmla="*/ 174489 h 475260"/>
                <a:gd name="connsiteX268" fmla="*/ 292458 w 302992"/>
                <a:gd name="connsiteY268" fmla="*/ 174859 h 475260"/>
                <a:gd name="connsiteX269" fmla="*/ 288117 w 302992"/>
                <a:gd name="connsiteY269" fmla="*/ 172605 h 475260"/>
                <a:gd name="connsiteX270" fmla="*/ 286165 w 302992"/>
                <a:gd name="connsiteY270" fmla="*/ 169342 h 475260"/>
                <a:gd name="connsiteX271" fmla="*/ 285155 w 302992"/>
                <a:gd name="connsiteY271" fmla="*/ 165137 h 475260"/>
                <a:gd name="connsiteX272" fmla="*/ 281016 w 302992"/>
                <a:gd name="connsiteY272" fmla="*/ 160293 h 475260"/>
                <a:gd name="connsiteX273" fmla="*/ 277886 w 302992"/>
                <a:gd name="connsiteY273" fmla="*/ 153834 h 475260"/>
                <a:gd name="connsiteX274" fmla="*/ 275261 w 302992"/>
                <a:gd name="connsiteY274" fmla="*/ 151008 h 475260"/>
                <a:gd name="connsiteX275" fmla="*/ 270549 w 302992"/>
                <a:gd name="connsiteY275" fmla="*/ 145357 h 475260"/>
                <a:gd name="connsiteX276" fmla="*/ 268664 w 302992"/>
                <a:gd name="connsiteY276" fmla="*/ 144112 h 475260"/>
                <a:gd name="connsiteX277" fmla="*/ 262640 w 302992"/>
                <a:gd name="connsiteY277" fmla="*/ 142228 h 475260"/>
                <a:gd name="connsiteX278" fmla="*/ 259578 w 302992"/>
                <a:gd name="connsiteY278" fmla="*/ 141421 h 475260"/>
                <a:gd name="connsiteX279" fmla="*/ 256549 w 302992"/>
                <a:gd name="connsiteY279" fmla="*/ 141421 h 475260"/>
                <a:gd name="connsiteX280" fmla="*/ 253217 w 302992"/>
                <a:gd name="connsiteY280" fmla="*/ 143708 h 475260"/>
                <a:gd name="connsiteX281" fmla="*/ 247563 w 302992"/>
                <a:gd name="connsiteY281" fmla="*/ 145996 h 475260"/>
                <a:gd name="connsiteX282" fmla="*/ 244164 w 302992"/>
                <a:gd name="connsiteY282" fmla="*/ 146702 h 475260"/>
                <a:gd name="connsiteX283" fmla="*/ 238140 w 302992"/>
                <a:gd name="connsiteY283" fmla="*/ 146702 h 475260"/>
                <a:gd name="connsiteX284" fmla="*/ 234068 w 302992"/>
                <a:gd name="connsiteY284" fmla="*/ 145256 h 475260"/>
                <a:gd name="connsiteX285" fmla="*/ 225149 w 302992"/>
                <a:gd name="connsiteY285" fmla="*/ 139100 h 475260"/>
                <a:gd name="connsiteX286" fmla="*/ 219798 w 302992"/>
                <a:gd name="connsiteY286" fmla="*/ 136409 h 475260"/>
                <a:gd name="connsiteX287" fmla="*/ 215221 w 302992"/>
                <a:gd name="connsiteY287" fmla="*/ 133381 h 475260"/>
                <a:gd name="connsiteX288" fmla="*/ 212832 w 302992"/>
                <a:gd name="connsiteY288" fmla="*/ 131867 h 475260"/>
                <a:gd name="connsiteX289" fmla="*/ 208692 w 302992"/>
                <a:gd name="connsiteY289" fmla="*/ 129042 h 475260"/>
                <a:gd name="connsiteX290" fmla="*/ 203475 w 302992"/>
                <a:gd name="connsiteY290" fmla="*/ 124029 h 475260"/>
                <a:gd name="connsiteX291" fmla="*/ 202399 w 302992"/>
                <a:gd name="connsiteY291" fmla="*/ 122515 h 475260"/>
                <a:gd name="connsiteX292" fmla="*/ 202634 w 302992"/>
                <a:gd name="connsiteY292" fmla="*/ 119051 h 475260"/>
                <a:gd name="connsiteX293" fmla="*/ 203947 w 302992"/>
                <a:gd name="connsiteY293" fmla="*/ 114476 h 475260"/>
                <a:gd name="connsiteX294" fmla="*/ 202870 w 302992"/>
                <a:gd name="connsiteY294" fmla="*/ 111852 h 475260"/>
                <a:gd name="connsiteX295" fmla="*/ 202230 w 302992"/>
                <a:gd name="connsiteY295" fmla="*/ 108151 h 475260"/>
                <a:gd name="connsiteX296" fmla="*/ 203980 w 302992"/>
                <a:gd name="connsiteY296" fmla="*/ 104922 h 475260"/>
                <a:gd name="connsiteX297" fmla="*/ 205495 w 302992"/>
                <a:gd name="connsiteY297" fmla="*/ 103408 h 475260"/>
                <a:gd name="connsiteX298" fmla="*/ 206572 w 302992"/>
                <a:gd name="connsiteY298" fmla="*/ 100582 h 475260"/>
                <a:gd name="connsiteX299" fmla="*/ 206572 w 302992"/>
                <a:gd name="connsiteY299" fmla="*/ 99069 h 475260"/>
                <a:gd name="connsiteX300" fmla="*/ 203846 w 302992"/>
                <a:gd name="connsiteY300" fmla="*/ 95368 h 475260"/>
                <a:gd name="connsiteX301" fmla="*/ 203072 w 302992"/>
                <a:gd name="connsiteY301" fmla="*/ 93619 h 475260"/>
                <a:gd name="connsiteX302" fmla="*/ 203072 w 302992"/>
                <a:gd name="connsiteY302" fmla="*/ 89919 h 475260"/>
                <a:gd name="connsiteX303" fmla="*/ 205798 w 302992"/>
                <a:gd name="connsiteY303" fmla="*/ 86858 h 475260"/>
                <a:gd name="connsiteX304" fmla="*/ 206336 w 302992"/>
                <a:gd name="connsiteY304" fmla="*/ 84906 h 475260"/>
                <a:gd name="connsiteX305" fmla="*/ 206774 w 302992"/>
                <a:gd name="connsiteY305" fmla="*/ 81879 h 475260"/>
                <a:gd name="connsiteX306" fmla="*/ 207851 w 302992"/>
                <a:gd name="connsiteY306" fmla="*/ 79289 h 475260"/>
                <a:gd name="connsiteX307" fmla="*/ 208490 w 302992"/>
                <a:gd name="connsiteY307" fmla="*/ 76463 h 475260"/>
                <a:gd name="connsiteX308" fmla="*/ 211519 w 302992"/>
                <a:gd name="connsiteY308" fmla="*/ 72763 h 475260"/>
                <a:gd name="connsiteX309" fmla="*/ 213269 w 302992"/>
                <a:gd name="connsiteY309" fmla="*/ 68860 h 475260"/>
                <a:gd name="connsiteX310" fmla="*/ 215894 w 302992"/>
                <a:gd name="connsiteY310" fmla="*/ 63209 h 475260"/>
                <a:gd name="connsiteX311" fmla="*/ 220303 w 302992"/>
                <a:gd name="connsiteY311" fmla="*/ 61762 h 475260"/>
                <a:gd name="connsiteX312" fmla="*/ 222760 w 302992"/>
                <a:gd name="connsiteY312" fmla="*/ 56683 h 475260"/>
                <a:gd name="connsiteX313" fmla="*/ 226529 w 302992"/>
                <a:gd name="connsiteY313" fmla="*/ 55236 h 475260"/>
                <a:gd name="connsiteX314" fmla="*/ 231880 w 302992"/>
                <a:gd name="connsiteY314" fmla="*/ 53050 h 475260"/>
                <a:gd name="connsiteX315" fmla="*/ 234909 w 302992"/>
                <a:gd name="connsiteY315" fmla="*/ 53487 h 475260"/>
                <a:gd name="connsiteX316" fmla="*/ 238678 w 302992"/>
                <a:gd name="connsiteY316" fmla="*/ 53790 h 475260"/>
                <a:gd name="connsiteX317" fmla="*/ 240428 w 302992"/>
                <a:gd name="connsiteY317" fmla="*/ 54227 h 475260"/>
                <a:gd name="connsiteX318" fmla="*/ 242751 w 302992"/>
                <a:gd name="connsiteY318" fmla="*/ 54664 h 475260"/>
                <a:gd name="connsiteX319" fmla="*/ 244063 w 302992"/>
                <a:gd name="connsiteY319" fmla="*/ 53655 h 475260"/>
                <a:gd name="connsiteX320" fmla="*/ 244635 w 302992"/>
                <a:gd name="connsiteY320" fmla="*/ 49316 h 475260"/>
                <a:gd name="connsiteX321" fmla="*/ 244635 w 302992"/>
                <a:gd name="connsiteY321" fmla="*/ 46288 h 475260"/>
                <a:gd name="connsiteX322" fmla="*/ 243625 w 302992"/>
                <a:gd name="connsiteY322" fmla="*/ 42958 h 475260"/>
                <a:gd name="connsiteX323" fmla="*/ 242481 w 302992"/>
                <a:gd name="connsiteY323" fmla="*/ 39325 h 475260"/>
                <a:gd name="connsiteX324" fmla="*/ 239722 w 302992"/>
                <a:gd name="connsiteY324" fmla="*/ 36566 h 475260"/>
                <a:gd name="connsiteX325" fmla="*/ 236390 w 302992"/>
                <a:gd name="connsiteY325" fmla="*/ 36566 h 475260"/>
                <a:gd name="connsiteX326" fmla="*/ 234774 w 302992"/>
                <a:gd name="connsiteY326" fmla="*/ 36701 h 475260"/>
                <a:gd name="connsiteX327" fmla="*/ 232587 w 302992"/>
                <a:gd name="connsiteY327" fmla="*/ 38013 h 475260"/>
                <a:gd name="connsiteX328" fmla="*/ 232587 w 302992"/>
                <a:gd name="connsiteY328" fmla="*/ 30612 h 475260"/>
                <a:gd name="connsiteX329" fmla="*/ 231510 w 302992"/>
                <a:gd name="connsiteY329" fmla="*/ 26979 h 475260"/>
                <a:gd name="connsiteX330" fmla="*/ 231745 w 302992"/>
                <a:gd name="connsiteY330" fmla="*/ 22337 h 475260"/>
                <a:gd name="connsiteX331" fmla="*/ 230635 w 302992"/>
                <a:gd name="connsiteY331" fmla="*/ 17694 h 475260"/>
                <a:gd name="connsiteX332" fmla="*/ 228851 w 302992"/>
                <a:gd name="connsiteY332" fmla="*/ 14936 h 475260"/>
                <a:gd name="connsiteX333" fmla="*/ 230467 w 302992"/>
                <a:gd name="connsiteY333" fmla="*/ 11034 h 475260"/>
                <a:gd name="connsiteX334" fmla="*/ 230433 w 302992"/>
                <a:gd name="connsiteY334" fmla="*/ 7569 h 475260"/>
                <a:gd name="connsiteX335" fmla="*/ 230433 w 302992"/>
                <a:gd name="connsiteY335" fmla="*/ 3936 h 475260"/>
                <a:gd name="connsiteX336" fmla="*/ 229726 w 302992"/>
                <a:gd name="connsiteY336" fmla="*/ 740 h 475260"/>
                <a:gd name="connsiteX337" fmla="*/ 225654 w 302992"/>
                <a:gd name="connsiteY337" fmla="*/ 0 h 475260"/>
                <a:gd name="connsiteX338" fmla="*/ 222187 w 302992"/>
                <a:gd name="connsiteY338" fmla="*/ 3465 h 475260"/>
                <a:gd name="connsiteX339" fmla="*/ 216096 w 302992"/>
                <a:gd name="connsiteY339" fmla="*/ 4037 h 475260"/>
                <a:gd name="connsiteX340" fmla="*/ 211014 w 302992"/>
                <a:gd name="connsiteY340" fmla="*/ 4037 h 475260"/>
                <a:gd name="connsiteX341" fmla="*/ 208692 w 302992"/>
                <a:gd name="connsiteY341" fmla="*/ 4911 h 475260"/>
                <a:gd name="connsiteX342" fmla="*/ 205495 w 302992"/>
                <a:gd name="connsiteY342" fmla="*/ 6930 h 475260"/>
                <a:gd name="connsiteX343" fmla="*/ 201860 w 302992"/>
                <a:gd name="connsiteY343" fmla="*/ 8242 h 475260"/>
                <a:gd name="connsiteX344" fmla="*/ 196946 w 302992"/>
                <a:gd name="connsiteY344" fmla="*/ 9554 h 475260"/>
                <a:gd name="connsiteX345" fmla="*/ 193615 w 302992"/>
                <a:gd name="connsiteY345" fmla="*/ 9554 h 475260"/>
                <a:gd name="connsiteX346" fmla="*/ 190552 w 302992"/>
                <a:gd name="connsiteY346" fmla="*/ 8242 h 475260"/>
                <a:gd name="connsiteX347" fmla="*/ 187793 w 302992"/>
                <a:gd name="connsiteY347" fmla="*/ 11707 h 475260"/>
                <a:gd name="connsiteX348" fmla="*/ 184461 w 302992"/>
                <a:gd name="connsiteY348" fmla="*/ 16618 h 475260"/>
                <a:gd name="connsiteX349" fmla="*/ 183754 w 302992"/>
                <a:gd name="connsiteY349" fmla="*/ 19814 h 475260"/>
                <a:gd name="connsiteX350" fmla="*/ 183014 w 302992"/>
                <a:gd name="connsiteY350" fmla="*/ 25768 h 475260"/>
                <a:gd name="connsiteX351" fmla="*/ 180691 w 302992"/>
                <a:gd name="connsiteY351" fmla="*/ 27786 h 475260"/>
                <a:gd name="connsiteX352" fmla="*/ 176787 w 302992"/>
                <a:gd name="connsiteY352" fmla="*/ 30108 h 475260"/>
                <a:gd name="connsiteX353" fmla="*/ 172715 w 302992"/>
                <a:gd name="connsiteY353" fmla="*/ 32731 h 475260"/>
                <a:gd name="connsiteX354" fmla="*/ 169249 w 302992"/>
                <a:gd name="connsiteY354" fmla="*/ 35490 h 475260"/>
                <a:gd name="connsiteX355" fmla="*/ 167364 w 302992"/>
                <a:gd name="connsiteY355" fmla="*/ 37945 h 475260"/>
                <a:gd name="connsiteX356" fmla="*/ 165042 w 302992"/>
                <a:gd name="connsiteY356" fmla="*/ 42722 h 475260"/>
                <a:gd name="connsiteX357" fmla="*/ 162720 w 302992"/>
                <a:gd name="connsiteY357" fmla="*/ 45918 h 475260"/>
                <a:gd name="connsiteX358" fmla="*/ 158244 w 302992"/>
                <a:gd name="connsiteY358" fmla="*/ 50695 h 475260"/>
                <a:gd name="connsiteX359" fmla="*/ 153027 w 302992"/>
                <a:gd name="connsiteY359" fmla="*/ 56044 h 475260"/>
                <a:gd name="connsiteX360" fmla="*/ 149830 w 302992"/>
                <a:gd name="connsiteY360" fmla="*/ 65025 h 475260"/>
                <a:gd name="connsiteX361" fmla="*/ 147070 w 302992"/>
                <a:gd name="connsiteY361" fmla="*/ 74882 h 475260"/>
                <a:gd name="connsiteX362" fmla="*/ 143167 w 302992"/>
                <a:gd name="connsiteY362" fmla="*/ 80096 h 475260"/>
                <a:gd name="connsiteX363" fmla="*/ 142157 w 302992"/>
                <a:gd name="connsiteY363" fmla="*/ 93552 h 475260"/>
                <a:gd name="connsiteX364" fmla="*/ 142157 w 302992"/>
                <a:gd name="connsiteY364" fmla="*/ 99338 h 475260"/>
                <a:gd name="connsiteX365" fmla="*/ 145287 w 302992"/>
                <a:gd name="connsiteY365" fmla="*/ 102971 h 475260"/>
                <a:gd name="connsiteX366" fmla="*/ 145926 w 302992"/>
                <a:gd name="connsiteY366" fmla="*/ 107176 h 475260"/>
                <a:gd name="connsiteX367" fmla="*/ 144479 w 302992"/>
                <a:gd name="connsiteY367" fmla="*/ 110943 h 475260"/>
                <a:gd name="connsiteX368" fmla="*/ 143739 w 302992"/>
                <a:gd name="connsiteY368" fmla="*/ 116730 h 475260"/>
                <a:gd name="connsiteX369" fmla="*/ 144479 w 302992"/>
                <a:gd name="connsiteY369" fmla="*/ 120766 h 475260"/>
                <a:gd name="connsiteX370" fmla="*/ 139565 w 302992"/>
                <a:gd name="connsiteY370" fmla="*/ 125106 h 475260"/>
                <a:gd name="connsiteX371" fmla="*/ 136099 w 302992"/>
                <a:gd name="connsiteY371" fmla="*/ 127730 h 475260"/>
                <a:gd name="connsiteX372" fmla="*/ 133205 w 302992"/>
                <a:gd name="connsiteY372" fmla="*/ 134088 h 475260"/>
                <a:gd name="connsiteX373" fmla="*/ 133508 w 302992"/>
                <a:gd name="connsiteY373" fmla="*/ 138999 h 475260"/>
                <a:gd name="connsiteX374" fmla="*/ 134955 w 302992"/>
                <a:gd name="connsiteY374" fmla="*/ 144213 h 475260"/>
                <a:gd name="connsiteX375" fmla="*/ 139296 w 302992"/>
                <a:gd name="connsiteY375" fmla="*/ 149999 h 475260"/>
                <a:gd name="connsiteX376" fmla="*/ 142763 w 302992"/>
                <a:gd name="connsiteY376" fmla="*/ 157232 h 475260"/>
                <a:gd name="connsiteX377" fmla="*/ 142763 w 302992"/>
                <a:gd name="connsiteY377" fmla="*/ 166516 h 475260"/>
                <a:gd name="connsiteX378" fmla="*/ 138690 w 302992"/>
                <a:gd name="connsiteY378" fmla="*/ 171158 h 475260"/>
                <a:gd name="connsiteX379" fmla="*/ 127113 w 302992"/>
                <a:gd name="connsiteY379" fmla="*/ 177516 h 475260"/>
                <a:gd name="connsiteX380" fmla="*/ 122099 w 302992"/>
                <a:gd name="connsiteY380" fmla="*/ 177550 h 475260"/>
                <a:gd name="connsiteX381" fmla="*/ 117757 w 302992"/>
                <a:gd name="connsiteY381" fmla="*/ 178122 h 475260"/>
                <a:gd name="connsiteX382" fmla="*/ 115805 w 302992"/>
                <a:gd name="connsiteY382" fmla="*/ 180880 h 475260"/>
                <a:gd name="connsiteX383" fmla="*/ 117892 w 302992"/>
                <a:gd name="connsiteY383" fmla="*/ 183403 h 475260"/>
                <a:gd name="connsiteX384" fmla="*/ 123176 w 302992"/>
                <a:gd name="connsiteY384" fmla="*/ 184143 h 475260"/>
                <a:gd name="connsiteX385" fmla="*/ 120921 w 302992"/>
                <a:gd name="connsiteY385" fmla="*/ 187911 h 475260"/>
                <a:gd name="connsiteX386" fmla="*/ 116344 w 302992"/>
                <a:gd name="connsiteY386" fmla="*/ 188550 h 475260"/>
                <a:gd name="connsiteX387" fmla="*/ 108872 w 302992"/>
                <a:gd name="connsiteY387" fmla="*/ 186532 h 475260"/>
                <a:gd name="connsiteX388" fmla="*/ 104733 w 302992"/>
                <a:gd name="connsiteY388" fmla="*/ 186532 h 475260"/>
                <a:gd name="connsiteX389" fmla="*/ 102983 w 302992"/>
                <a:gd name="connsiteY389" fmla="*/ 186532 h 475260"/>
                <a:gd name="connsiteX390" fmla="*/ 93190 w 302992"/>
                <a:gd name="connsiteY390" fmla="*/ 186532 h 475260"/>
                <a:gd name="connsiteX391" fmla="*/ 88175 w 302992"/>
                <a:gd name="connsiteY391" fmla="*/ 187844 h 475260"/>
                <a:gd name="connsiteX392" fmla="*/ 81007 w 302992"/>
                <a:gd name="connsiteY392" fmla="*/ 192621 h 475260"/>
                <a:gd name="connsiteX393" fmla="*/ 71651 w 302992"/>
                <a:gd name="connsiteY393" fmla="*/ 195446 h 475260"/>
                <a:gd name="connsiteX394" fmla="*/ 67309 w 302992"/>
                <a:gd name="connsiteY394" fmla="*/ 198070 h 475260"/>
                <a:gd name="connsiteX395" fmla="*/ 57078 w 302992"/>
                <a:gd name="connsiteY395" fmla="*/ 200660 h 475260"/>
                <a:gd name="connsiteX396" fmla="*/ 52064 w 302992"/>
                <a:gd name="connsiteY396" fmla="*/ 202847 h 475260"/>
                <a:gd name="connsiteX397" fmla="*/ 40991 w 302992"/>
                <a:gd name="connsiteY397" fmla="*/ 203049 h 475260"/>
                <a:gd name="connsiteX398" fmla="*/ 30996 w 302992"/>
                <a:gd name="connsiteY398" fmla="*/ 200660 h 475260"/>
                <a:gd name="connsiteX399" fmla="*/ 28371 w 302992"/>
                <a:gd name="connsiteY399" fmla="*/ 203486 h 475260"/>
                <a:gd name="connsiteX400" fmla="*/ 19250 w 302992"/>
                <a:gd name="connsiteY400" fmla="*/ 205875 h 475260"/>
                <a:gd name="connsiteX401" fmla="*/ 10769 w 302992"/>
                <a:gd name="connsiteY401" fmla="*/ 209138 h 475260"/>
                <a:gd name="connsiteX402" fmla="*/ 7942 w 302992"/>
                <a:gd name="connsiteY402" fmla="*/ 209138 h 475260"/>
                <a:gd name="connsiteX403" fmla="*/ 4442 w 302992"/>
                <a:gd name="connsiteY403" fmla="*/ 211896 h 475260"/>
                <a:gd name="connsiteX404" fmla="*/ 707 w 302992"/>
                <a:gd name="connsiteY404" fmla="*/ 213343 h 475260"/>
                <a:gd name="connsiteX405" fmla="*/ 0 w 302992"/>
                <a:gd name="connsiteY405" fmla="*/ 214890 h 475260"/>
                <a:gd name="connsiteX406" fmla="*/ 3264 w 302992"/>
                <a:gd name="connsiteY406" fmla="*/ 216538 h 475260"/>
                <a:gd name="connsiteX407" fmla="*/ 7303 w 302992"/>
                <a:gd name="connsiteY407" fmla="*/ 216538 h 475260"/>
                <a:gd name="connsiteX408" fmla="*/ 13495 w 302992"/>
                <a:gd name="connsiteY408" fmla="*/ 217850 h 475260"/>
                <a:gd name="connsiteX409" fmla="*/ 19250 w 302992"/>
                <a:gd name="connsiteY409" fmla="*/ 217850 h 475260"/>
                <a:gd name="connsiteX410" fmla="*/ 26419 w 302992"/>
                <a:gd name="connsiteY410" fmla="*/ 217850 h 475260"/>
                <a:gd name="connsiteX411" fmla="*/ 31635 w 302992"/>
                <a:gd name="connsiteY411" fmla="*/ 217850 h 475260"/>
                <a:gd name="connsiteX412" fmla="*/ 38602 w 302992"/>
                <a:gd name="connsiteY412" fmla="*/ 217850 h 475260"/>
                <a:gd name="connsiteX413" fmla="*/ 42068 w 302992"/>
                <a:gd name="connsiteY413" fmla="*/ 217850 h 475260"/>
                <a:gd name="connsiteX414" fmla="*/ 44256 w 302992"/>
                <a:gd name="connsiteY414" fmla="*/ 217850 h 475260"/>
                <a:gd name="connsiteX415" fmla="*/ 45770 w 302992"/>
                <a:gd name="connsiteY415" fmla="*/ 218725 h 475260"/>
                <a:gd name="connsiteX416" fmla="*/ 46410 w 302992"/>
                <a:gd name="connsiteY416" fmla="*/ 220474 h 475260"/>
                <a:gd name="connsiteX417" fmla="*/ 46410 w 302992"/>
                <a:gd name="connsiteY417" fmla="*/ 223300 h 475260"/>
                <a:gd name="connsiteX418" fmla="*/ 45905 w 302992"/>
                <a:gd name="connsiteY418" fmla="*/ 225251 h 475260"/>
                <a:gd name="connsiteX419" fmla="*/ 44861 w 302992"/>
                <a:gd name="connsiteY419" fmla="*/ 226563 h 475260"/>
                <a:gd name="connsiteX420" fmla="*/ 42035 w 302992"/>
                <a:gd name="connsiteY420" fmla="*/ 227875 h 475260"/>
                <a:gd name="connsiteX421" fmla="*/ 40284 w 302992"/>
                <a:gd name="connsiteY421" fmla="*/ 228850 h 475260"/>
                <a:gd name="connsiteX422" fmla="*/ 38534 w 302992"/>
                <a:gd name="connsiteY422" fmla="*/ 230028 h 475260"/>
                <a:gd name="connsiteX423" fmla="*/ 35068 w 302992"/>
                <a:gd name="connsiteY423" fmla="*/ 230028 h 475260"/>
                <a:gd name="connsiteX424" fmla="*/ 31366 w 302992"/>
                <a:gd name="connsiteY424" fmla="*/ 230028 h 475260"/>
                <a:gd name="connsiteX425" fmla="*/ 29852 w 302992"/>
                <a:gd name="connsiteY425" fmla="*/ 231104 h 475260"/>
                <a:gd name="connsiteX426" fmla="*/ 27260 w 302992"/>
                <a:gd name="connsiteY426" fmla="*/ 232618 h 475260"/>
                <a:gd name="connsiteX427" fmla="*/ 27260 w 302992"/>
                <a:gd name="connsiteY427" fmla="*/ 234132 h 475260"/>
                <a:gd name="connsiteX428" fmla="*/ 27799 w 302992"/>
                <a:gd name="connsiteY428" fmla="*/ 235982 h 475260"/>
                <a:gd name="connsiteX429" fmla="*/ 29751 w 302992"/>
                <a:gd name="connsiteY429" fmla="*/ 238707 h 475260"/>
                <a:gd name="connsiteX430" fmla="*/ 33924 w 302992"/>
                <a:gd name="connsiteY430" fmla="*/ 239682 h 475260"/>
                <a:gd name="connsiteX431" fmla="*/ 35606 w 302992"/>
                <a:gd name="connsiteY431" fmla="*/ 239716 h 475260"/>
                <a:gd name="connsiteX432" fmla="*/ 37188 w 302992"/>
                <a:gd name="connsiteY432" fmla="*/ 239716 h 475260"/>
                <a:gd name="connsiteX433" fmla="*/ 40318 w 302992"/>
                <a:gd name="connsiteY433" fmla="*/ 240422 h 475260"/>
                <a:gd name="connsiteX434" fmla="*/ 43650 w 302992"/>
                <a:gd name="connsiteY434" fmla="*/ 240422 h 475260"/>
                <a:gd name="connsiteX435" fmla="*/ 46612 w 302992"/>
                <a:gd name="connsiteY435" fmla="*/ 240490 h 475260"/>
                <a:gd name="connsiteX436" fmla="*/ 48126 w 302992"/>
                <a:gd name="connsiteY436" fmla="*/ 241297 h 475260"/>
                <a:gd name="connsiteX437" fmla="*/ 48126 w 302992"/>
                <a:gd name="connsiteY437" fmla="*/ 244123 h 475260"/>
                <a:gd name="connsiteX438" fmla="*/ 48833 w 302992"/>
                <a:gd name="connsiteY438" fmla="*/ 248025 h 475260"/>
                <a:gd name="connsiteX439" fmla="*/ 49169 w 302992"/>
                <a:gd name="connsiteY439" fmla="*/ 250918 h 475260"/>
                <a:gd name="connsiteX440" fmla="*/ 51559 w 302992"/>
                <a:gd name="connsiteY440" fmla="*/ 253609 h 475260"/>
                <a:gd name="connsiteX441" fmla="*/ 54016 w 302992"/>
                <a:gd name="connsiteY441" fmla="*/ 255594 h 475260"/>
                <a:gd name="connsiteX442" fmla="*/ 54453 w 302992"/>
                <a:gd name="connsiteY442" fmla="*/ 257242 h 475260"/>
                <a:gd name="connsiteX443" fmla="*/ 54016 w 302992"/>
                <a:gd name="connsiteY443" fmla="*/ 258554 h 475260"/>
                <a:gd name="connsiteX444" fmla="*/ 55968 w 302992"/>
                <a:gd name="connsiteY444" fmla="*/ 260640 h 475260"/>
                <a:gd name="connsiteX445" fmla="*/ 57717 w 302992"/>
                <a:gd name="connsiteY445" fmla="*/ 261514 h 475260"/>
                <a:gd name="connsiteX446" fmla="*/ 63136 w 302992"/>
                <a:gd name="connsiteY446" fmla="*/ 261750 h 475260"/>
                <a:gd name="connsiteX447" fmla="*/ 65761 w 302992"/>
                <a:gd name="connsiteY447" fmla="*/ 262725 h 475260"/>
                <a:gd name="connsiteX448" fmla="*/ 67713 w 302992"/>
                <a:gd name="connsiteY448" fmla="*/ 264677 h 475260"/>
                <a:gd name="connsiteX449" fmla="*/ 70001 w 302992"/>
                <a:gd name="connsiteY449" fmla="*/ 267401 h 475260"/>
                <a:gd name="connsiteX450" fmla="*/ 71314 w 302992"/>
                <a:gd name="connsiteY450" fmla="*/ 269689 h 475260"/>
                <a:gd name="connsiteX451" fmla="*/ 73064 w 302992"/>
                <a:gd name="connsiteY451" fmla="*/ 272952 h 475260"/>
                <a:gd name="connsiteX452" fmla="*/ 74242 w 302992"/>
                <a:gd name="connsiteY452" fmla="*/ 276753 h 475260"/>
                <a:gd name="connsiteX453" fmla="*/ 75352 w 302992"/>
                <a:gd name="connsiteY453" fmla="*/ 278402 h 4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02992" h="475260">
                  <a:moveTo>
                    <a:pt x="75352" y="278402"/>
                  </a:moveTo>
                  <a:lnTo>
                    <a:pt x="78180" y="278940"/>
                  </a:lnTo>
                  <a:cubicBezTo>
                    <a:pt x="78180" y="278940"/>
                    <a:pt x="81107" y="279814"/>
                    <a:pt x="81545" y="279814"/>
                  </a:cubicBezTo>
                  <a:cubicBezTo>
                    <a:pt x="81983" y="279814"/>
                    <a:pt x="83160" y="280252"/>
                    <a:pt x="83160" y="280252"/>
                  </a:cubicBezTo>
                  <a:lnTo>
                    <a:pt x="85785" y="282876"/>
                  </a:lnTo>
                  <a:lnTo>
                    <a:pt x="87636" y="286475"/>
                  </a:lnTo>
                  <a:cubicBezTo>
                    <a:pt x="87636" y="286475"/>
                    <a:pt x="89588" y="289402"/>
                    <a:pt x="89925" y="289738"/>
                  </a:cubicBezTo>
                  <a:cubicBezTo>
                    <a:pt x="90262" y="290075"/>
                    <a:pt x="90026" y="291925"/>
                    <a:pt x="90026" y="292328"/>
                  </a:cubicBezTo>
                  <a:cubicBezTo>
                    <a:pt x="90026" y="292766"/>
                    <a:pt x="89925" y="294717"/>
                    <a:pt x="89824" y="295154"/>
                  </a:cubicBezTo>
                  <a:cubicBezTo>
                    <a:pt x="89723" y="295591"/>
                    <a:pt x="89185" y="297105"/>
                    <a:pt x="89185" y="297105"/>
                  </a:cubicBezTo>
                  <a:cubicBezTo>
                    <a:pt x="89185" y="297105"/>
                    <a:pt x="88108" y="298417"/>
                    <a:pt x="87435" y="298955"/>
                  </a:cubicBezTo>
                  <a:cubicBezTo>
                    <a:pt x="86795" y="299494"/>
                    <a:pt x="85920" y="299931"/>
                    <a:pt x="85920" y="299931"/>
                  </a:cubicBezTo>
                  <a:lnTo>
                    <a:pt x="85045" y="300267"/>
                  </a:lnTo>
                  <a:cubicBezTo>
                    <a:pt x="85045" y="300267"/>
                    <a:pt x="83295" y="301041"/>
                    <a:pt x="82218" y="301579"/>
                  </a:cubicBezTo>
                  <a:cubicBezTo>
                    <a:pt x="81141" y="302118"/>
                    <a:pt x="80906" y="303968"/>
                    <a:pt x="80906" y="303968"/>
                  </a:cubicBezTo>
                  <a:lnTo>
                    <a:pt x="79593" y="305482"/>
                  </a:lnTo>
                  <a:lnTo>
                    <a:pt x="78180" y="310157"/>
                  </a:lnTo>
                  <a:lnTo>
                    <a:pt x="78718" y="313420"/>
                  </a:lnTo>
                  <a:lnTo>
                    <a:pt x="78180" y="316684"/>
                  </a:lnTo>
                  <a:lnTo>
                    <a:pt x="78718" y="319947"/>
                  </a:lnTo>
                  <a:lnTo>
                    <a:pt x="80569" y="322571"/>
                  </a:lnTo>
                  <a:lnTo>
                    <a:pt x="83833" y="323647"/>
                  </a:lnTo>
                  <a:lnTo>
                    <a:pt x="87535" y="324084"/>
                  </a:lnTo>
                  <a:lnTo>
                    <a:pt x="90161" y="324320"/>
                  </a:lnTo>
                  <a:lnTo>
                    <a:pt x="93088" y="326607"/>
                  </a:lnTo>
                  <a:lnTo>
                    <a:pt x="93694" y="330812"/>
                  </a:lnTo>
                  <a:lnTo>
                    <a:pt x="96454" y="337338"/>
                  </a:lnTo>
                  <a:lnTo>
                    <a:pt x="99348" y="345143"/>
                  </a:lnTo>
                  <a:lnTo>
                    <a:pt x="100089" y="354427"/>
                  </a:lnTo>
                  <a:lnTo>
                    <a:pt x="101233" y="359641"/>
                  </a:lnTo>
                  <a:lnTo>
                    <a:pt x="100089" y="365495"/>
                  </a:lnTo>
                  <a:lnTo>
                    <a:pt x="100493" y="369935"/>
                  </a:lnTo>
                  <a:lnTo>
                    <a:pt x="100593" y="371953"/>
                  </a:lnTo>
                  <a:lnTo>
                    <a:pt x="99079" y="374207"/>
                  </a:lnTo>
                  <a:cubicBezTo>
                    <a:pt x="99079" y="374207"/>
                    <a:pt x="96521" y="378412"/>
                    <a:pt x="95949" y="378446"/>
                  </a:cubicBezTo>
                  <a:cubicBezTo>
                    <a:pt x="95411" y="378480"/>
                    <a:pt x="94367" y="379119"/>
                    <a:pt x="93661" y="379455"/>
                  </a:cubicBezTo>
                  <a:cubicBezTo>
                    <a:pt x="92954" y="379791"/>
                    <a:pt x="92113" y="380229"/>
                    <a:pt x="91776" y="380229"/>
                  </a:cubicBezTo>
                  <a:cubicBezTo>
                    <a:pt x="91439" y="380229"/>
                    <a:pt x="89925" y="381272"/>
                    <a:pt x="89858" y="381406"/>
                  </a:cubicBezTo>
                  <a:cubicBezTo>
                    <a:pt x="89790" y="381541"/>
                    <a:pt x="89622" y="382853"/>
                    <a:pt x="89622" y="383021"/>
                  </a:cubicBezTo>
                  <a:cubicBezTo>
                    <a:pt x="89622" y="383155"/>
                    <a:pt x="89387" y="384669"/>
                    <a:pt x="89387" y="384669"/>
                  </a:cubicBezTo>
                  <a:lnTo>
                    <a:pt x="88007" y="386351"/>
                  </a:lnTo>
                  <a:lnTo>
                    <a:pt x="86324" y="387327"/>
                  </a:lnTo>
                  <a:lnTo>
                    <a:pt x="83901" y="389513"/>
                  </a:lnTo>
                  <a:cubicBezTo>
                    <a:pt x="83901" y="389513"/>
                    <a:pt x="83867" y="391734"/>
                    <a:pt x="83833" y="392003"/>
                  </a:cubicBezTo>
                  <a:cubicBezTo>
                    <a:pt x="83800" y="392305"/>
                    <a:pt x="83699" y="394055"/>
                    <a:pt x="83463" y="394257"/>
                  </a:cubicBezTo>
                  <a:cubicBezTo>
                    <a:pt x="83261" y="394425"/>
                    <a:pt x="83463" y="396510"/>
                    <a:pt x="83463" y="396510"/>
                  </a:cubicBezTo>
                  <a:cubicBezTo>
                    <a:pt x="83463" y="396510"/>
                    <a:pt x="83699" y="397654"/>
                    <a:pt x="83766" y="397822"/>
                  </a:cubicBezTo>
                  <a:cubicBezTo>
                    <a:pt x="83833" y="397957"/>
                    <a:pt x="85011" y="399235"/>
                    <a:pt x="85550" y="399639"/>
                  </a:cubicBezTo>
                  <a:cubicBezTo>
                    <a:pt x="86088" y="400042"/>
                    <a:pt x="87872" y="401422"/>
                    <a:pt x="88074" y="401624"/>
                  </a:cubicBezTo>
                  <a:cubicBezTo>
                    <a:pt x="88276" y="401859"/>
                    <a:pt x="88713" y="403036"/>
                    <a:pt x="88612" y="403406"/>
                  </a:cubicBezTo>
                  <a:cubicBezTo>
                    <a:pt x="88512" y="403776"/>
                    <a:pt x="88040" y="404382"/>
                    <a:pt x="87805" y="404954"/>
                  </a:cubicBezTo>
                  <a:cubicBezTo>
                    <a:pt x="87603" y="405526"/>
                    <a:pt x="89117" y="406266"/>
                    <a:pt x="89252" y="406299"/>
                  </a:cubicBezTo>
                  <a:cubicBezTo>
                    <a:pt x="89387" y="406333"/>
                    <a:pt x="90699" y="406905"/>
                    <a:pt x="91204" y="407073"/>
                  </a:cubicBezTo>
                  <a:cubicBezTo>
                    <a:pt x="91709" y="407208"/>
                    <a:pt x="93055" y="407746"/>
                    <a:pt x="93257" y="407746"/>
                  </a:cubicBezTo>
                  <a:cubicBezTo>
                    <a:pt x="93425" y="407746"/>
                    <a:pt x="94771" y="409024"/>
                    <a:pt x="94771" y="409024"/>
                  </a:cubicBezTo>
                  <a:lnTo>
                    <a:pt x="96084" y="411211"/>
                  </a:lnTo>
                  <a:lnTo>
                    <a:pt x="96622" y="413297"/>
                  </a:lnTo>
                  <a:lnTo>
                    <a:pt x="99247" y="414171"/>
                  </a:lnTo>
                  <a:lnTo>
                    <a:pt x="104161" y="415618"/>
                  </a:lnTo>
                  <a:lnTo>
                    <a:pt x="106180" y="415315"/>
                  </a:lnTo>
                  <a:lnTo>
                    <a:pt x="108199" y="414440"/>
                  </a:lnTo>
                  <a:lnTo>
                    <a:pt x="111666" y="414440"/>
                  </a:lnTo>
                  <a:cubicBezTo>
                    <a:pt x="111666" y="414440"/>
                    <a:pt x="116007" y="415012"/>
                    <a:pt x="118632" y="415584"/>
                  </a:cubicBezTo>
                  <a:cubicBezTo>
                    <a:pt x="121224" y="416156"/>
                    <a:pt x="120955" y="416459"/>
                    <a:pt x="120955" y="416459"/>
                  </a:cubicBezTo>
                  <a:lnTo>
                    <a:pt x="120652" y="417905"/>
                  </a:lnTo>
                  <a:lnTo>
                    <a:pt x="120080" y="421101"/>
                  </a:lnTo>
                  <a:lnTo>
                    <a:pt x="118632" y="422245"/>
                  </a:lnTo>
                  <a:cubicBezTo>
                    <a:pt x="118632" y="422245"/>
                    <a:pt x="120382" y="425138"/>
                    <a:pt x="120652" y="426315"/>
                  </a:cubicBezTo>
                  <a:cubicBezTo>
                    <a:pt x="120955" y="427459"/>
                    <a:pt x="122099" y="432337"/>
                    <a:pt x="122099" y="432337"/>
                  </a:cubicBezTo>
                  <a:cubicBezTo>
                    <a:pt x="122099" y="432337"/>
                    <a:pt x="130210" y="436474"/>
                    <a:pt x="131084" y="436743"/>
                  </a:cubicBezTo>
                  <a:cubicBezTo>
                    <a:pt x="131959" y="437046"/>
                    <a:pt x="134551" y="437887"/>
                    <a:pt x="134551" y="437887"/>
                  </a:cubicBezTo>
                  <a:lnTo>
                    <a:pt x="141214" y="440780"/>
                  </a:lnTo>
                  <a:lnTo>
                    <a:pt x="146936" y="444615"/>
                  </a:lnTo>
                  <a:lnTo>
                    <a:pt x="149628" y="447441"/>
                  </a:lnTo>
                  <a:lnTo>
                    <a:pt x="149763" y="449627"/>
                  </a:lnTo>
                  <a:lnTo>
                    <a:pt x="149056" y="451814"/>
                  </a:lnTo>
                  <a:lnTo>
                    <a:pt x="149056" y="454135"/>
                  </a:lnTo>
                  <a:cubicBezTo>
                    <a:pt x="149056" y="454135"/>
                    <a:pt x="149998" y="455010"/>
                    <a:pt x="150301" y="457028"/>
                  </a:cubicBezTo>
                  <a:cubicBezTo>
                    <a:pt x="150604" y="459047"/>
                    <a:pt x="151681" y="459047"/>
                    <a:pt x="151681" y="459047"/>
                  </a:cubicBezTo>
                  <a:lnTo>
                    <a:pt x="154003" y="458172"/>
                  </a:lnTo>
                  <a:lnTo>
                    <a:pt x="155148" y="457028"/>
                  </a:lnTo>
                  <a:lnTo>
                    <a:pt x="155888" y="455447"/>
                  </a:lnTo>
                  <a:lnTo>
                    <a:pt x="157773" y="454572"/>
                  </a:lnTo>
                  <a:lnTo>
                    <a:pt x="161239" y="455279"/>
                  </a:lnTo>
                  <a:lnTo>
                    <a:pt x="161239" y="455144"/>
                  </a:lnTo>
                  <a:lnTo>
                    <a:pt x="162754" y="455716"/>
                  </a:lnTo>
                  <a:lnTo>
                    <a:pt x="165883" y="456591"/>
                  </a:lnTo>
                  <a:lnTo>
                    <a:pt x="167465" y="458609"/>
                  </a:lnTo>
                  <a:lnTo>
                    <a:pt x="168609" y="461367"/>
                  </a:lnTo>
                  <a:cubicBezTo>
                    <a:pt x="168609" y="461367"/>
                    <a:pt x="169181" y="462814"/>
                    <a:pt x="169619" y="464698"/>
                  </a:cubicBezTo>
                  <a:cubicBezTo>
                    <a:pt x="170056" y="466582"/>
                    <a:pt x="170629" y="465707"/>
                    <a:pt x="171369" y="466716"/>
                  </a:cubicBezTo>
                  <a:cubicBezTo>
                    <a:pt x="172076" y="467725"/>
                    <a:pt x="171369" y="468735"/>
                    <a:pt x="171369" y="468735"/>
                  </a:cubicBezTo>
                  <a:lnTo>
                    <a:pt x="172816" y="471493"/>
                  </a:lnTo>
                  <a:lnTo>
                    <a:pt x="173961" y="472368"/>
                  </a:lnTo>
                  <a:cubicBezTo>
                    <a:pt x="173961" y="472368"/>
                    <a:pt x="175542" y="474117"/>
                    <a:pt x="176148" y="474386"/>
                  </a:cubicBezTo>
                  <a:cubicBezTo>
                    <a:pt x="176720" y="474689"/>
                    <a:pt x="177730" y="475261"/>
                    <a:pt x="177730" y="475261"/>
                  </a:cubicBezTo>
                  <a:lnTo>
                    <a:pt x="179480" y="475261"/>
                  </a:lnTo>
                  <a:cubicBezTo>
                    <a:pt x="179480" y="475261"/>
                    <a:pt x="180220" y="474554"/>
                    <a:pt x="180624" y="474117"/>
                  </a:cubicBezTo>
                  <a:cubicBezTo>
                    <a:pt x="181062" y="473680"/>
                    <a:pt x="181634" y="472368"/>
                    <a:pt x="181634" y="472368"/>
                  </a:cubicBezTo>
                  <a:lnTo>
                    <a:pt x="182643" y="469307"/>
                  </a:lnTo>
                  <a:lnTo>
                    <a:pt x="183216" y="467557"/>
                  </a:lnTo>
                  <a:lnTo>
                    <a:pt x="184360" y="463790"/>
                  </a:lnTo>
                  <a:lnTo>
                    <a:pt x="184932" y="460325"/>
                  </a:lnTo>
                  <a:lnTo>
                    <a:pt x="185672" y="457566"/>
                  </a:lnTo>
                  <a:lnTo>
                    <a:pt x="185369" y="454808"/>
                  </a:lnTo>
                  <a:cubicBezTo>
                    <a:pt x="185369" y="454808"/>
                    <a:pt x="185067" y="452218"/>
                    <a:pt x="184663" y="452049"/>
                  </a:cubicBezTo>
                  <a:cubicBezTo>
                    <a:pt x="184225" y="451915"/>
                    <a:pt x="182643" y="445826"/>
                    <a:pt x="182643" y="445826"/>
                  </a:cubicBezTo>
                  <a:lnTo>
                    <a:pt x="182071" y="440612"/>
                  </a:lnTo>
                  <a:lnTo>
                    <a:pt x="184023" y="436104"/>
                  </a:lnTo>
                  <a:lnTo>
                    <a:pt x="182509" y="433817"/>
                  </a:lnTo>
                  <a:lnTo>
                    <a:pt x="181297" y="429679"/>
                  </a:lnTo>
                  <a:lnTo>
                    <a:pt x="180321" y="427392"/>
                  </a:lnTo>
                  <a:lnTo>
                    <a:pt x="180321" y="426315"/>
                  </a:lnTo>
                  <a:cubicBezTo>
                    <a:pt x="180321" y="426315"/>
                    <a:pt x="180153" y="424465"/>
                    <a:pt x="179951" y="424028"/>
                  </a:cubicBezTo>
                  <a:cubicBezTo>
                    <a:pt x="179749" y="423590"/>
                    <a:pt x="178605" y="422177"/>
                    <a:pt x="178605" y="422177"/>
                  </a:cubicBezTo>
                  <a:lnTo>
                    <a:pt x="178605" y="419789"/>
                  </a:lnTo>
                  <a:lnTo>
                    <a:pt x="179379" y="417737"/>
                  </a:lnTo>
                  <a:lnTo>
                    <a:pt x="182643" y="416862"/>
                  </a:lnTo>
                  <a:lnTo>
                    <a:pt x="184595" y="416089"/>
                  </a:lnTo>
                  <a:lnTo>
                    <a:pt x="187220" y="413801"/>
                  </a:lnTo>
                  <a:lnTo>
                    <a:pt x="188970" y="413700"/>
                  </a:lnTo>
                  <a:lnTo>
                    <a:pt x="191898" y="416728"/>
                  </a:lnTo>
                  <a:lnTo>
                    <a:pt x="194288" y="417602"/>
                  </a:lnTo>
                  <a:lnTo>
                    <a:pt x="197350" y="419352"/>
                  </a:lnTo>
                  <a:lnTo>
                    <a:pt x="200951" y="422076"/>
                  </a:lnTo>
                  <a:lnTo>
                    <a:pt x="203879" y="424801"/>
                  </a:lnTo>
                  <a:lnTo>
                    <a:pt x="205831" y="424801"/>
                  </a:lnTo>
                  <a:lnTo>
                    <a:pt x="207783" y="423119"/>
                  </a:lnTo>
                  <a:lnTo>
                    <a:pt x="209870" y="421202"/>
                  </a:lnTo>
                  <a:lnTo>
                    <a:pt x="213572" y="421976"/>
                  </a:lnTo>
                  <a:cubicBezTo>
                    <a:pt x="213572" y="421976"/>
                    <a:pt x="214548" y="419486"/>
                    <a:pt x="215860" y="418511"/>
                  </a:cubicBezTo>
                  <a:cubicBezTo>
                    <a:pt x="217173" y="417535"/>
                    <a:pt x="215860" y="418511"/>
                    <a:pt x="216399" y="417972"/>
                  </a:cubicBezTo>
                  <a:cubicBezTo>
                    <a:pt x="216937" y="417434"/>
                    <a:pt x="217375" y="416223"/>
                    <a:pt x="217712" y="416122"/>
                  </a:cubicBezTo>
                  <a:cubicBezTo>
                    <a:pt x="218048" y="416021"/>
                    <a:pt x="218485" y="416122"/>
                    <a:pt x="219562" y="416122"/>
                  </a:cubicBezTo>
                  <a:cubicBezTo>
                    <a:pt x="220639" y="416122"/>
                    <a:pt x="221952" y="416122"/>
                    <a:pt x="223466" y="416122"/>
                  </a:cubicBezTo>
                  <a:cubicBezTo>
                    <a:pt x="224981" y="416122"/>
                    <a:pt x="225216" y="415954"/>
                    <a:pt x="226192" y="415416"/>
                  </a:cubicBezTo>
                  <a:cubicBezTo>
                    <a:pt x="227168" y="414878"/>
                    <a:pt x="227404" y="415248"/>
                    <a:pt x="227404" y="415248"/>
                  </a:cubicBezTo>
                  <a:lnTo>
                    <a:pt x="227404" y="413398"/>
                  </a:lnTo>
                  <a:lnTo>
                    <a:pt x="226933" y="410572"/>
                  </a:lnTo>
                  <a:lnTo>
                    <a:pt x="227000" y="409697"/>
                  </a:lnTo>
                  <a:lnTo>
                    <a:pt x="223836" y="406333"/>
                  </a:lnTo>
                  <a:lnTo>
                    <a:pt x="220471" y="401354"/>
                  </a:lnTo>
                  <a:lnTo>
                    <a:pt x="220471" y="399605"/>
                  </a:lnTo>
                  <a:lnTo>
                    <a:pt x="224274" y="397755"/>
                  </a:lnTo>
                  <a:lnTo>
                    <a:pt x="226563" y="396342"/>
                  </a:lnTo>
                  <a:lnTo>
                    <a:pt x="228414" y="392440"/>
                  </a:lnTo>
                  <a:cubicBezTo>
                    <a:pt x="228414" y="392440"/>
                    <a:pt x="229188" y="388302"/>
                    <a:pt x="229188" y="387865"/>
                  </a:cubicBezTo>
                  <a:cubicBezTo>
                    <a:pt x="229188" y="387428"/>
                    <a:pt x="229726" y="385241"/>
                    <a:pt x="230365" y="383828"/>
                  </a:cubicBezTo>
                  <a:cubicBezTo>
                    <a:pt x="231005" y="382415"/>
                    <a:pt x="232452" y="380128"/>
                    <a:pt x="232452" y="380128"/>
                  </a:cubicBezTo>
                  <a:lnTo>
                    <a:pt x="231577" y="377403"/>
                  </a:lnTo>
                  <a:lnTo>
                    <a:pt x="229726" y="375788"/>
                  </a:lnTo>
                  <a:lnTo>
                    <a:pt x="227539" y="373299"/>
                  </a:lnTo>
                  <a:lnTo>
                    <a:pt x="226226" y="371348"/>
                  </a:lnTo>
                  <a:lnTo>
                    <a:pt x="228414" y="368421"/>
                  </a:lnTo>
                  <a:lnTo>
                    <a:pt x="226226" y="366134"/>
                  </a:lnTo>
                  <a:lnTo>
                    <a:pt x="221346" y="363947"/>
                  </a:lnTo>
                  <a:cubicBezTo>
                    <a:pt x="221346" y="363947"/>
                    <a:pt x="219058" y="363947"/>
                    <a:pt x="218721" y="363947"/>
                  </a:cubicBezTo>
                  <a:cubicBezTo>
                    <a:pt x="218384" y="363947"/>
                    <a:pt x="215255" y="362904"/>
                    <a:pt x="214178" y="362904"/>
                  </a:cubicBezTo>
                  <a:cubicBezTo>
                    <a:pt x="213101" y="362904"/>
                    <a:pt x="209836" y="361222"/>
                    <a:pt x="209836" y="361222"/>
                  </a:cubicBezTo>
                  <a:lnTo>
                    <a:pt x="207110" y="359271"/>
                  </a:lnTo>
                  <a:lnTo>
                    <a:pt x="205158" y="356883"/>
                  </a:lnTo>
                  <a:lnTo>
                    <a:pt x="201793" y="355806"/>
                  </a:lnTo>
                  <a:lnTo>
                    <a:pt x="198528" y="357455"/>
                  </a:lnTo>
                  <a:cubicBezTo>
                    <a:pt x="198528" y="357455"/>
                    <a:pt x="193413" y="357657"/>
                    <a:pt x="189408" y="357455"/>
                  </a:cubicBezTo>
                  <a:cubicBezTo>
                    <a:pt x="185369" y="357219"/>
                    <a:pt x="186783" y="356244"/>
                    <a:pt x="186480" y="355941"/>
                  </a:cubicBezTo>
                  <a:cubicBezTo>
                    <a:pt x="186143" y="355605"/>
                    <a:pt x="184865" y="352476"/>
                    <a:pt x="184865" y="352476"/>
                  </a:cubicBezTo>
                  <a:cubicBezTo>
                    <a:pt x="184865" y="352476"/>
                    <a:pt x="188028" y="349987"/>
                    <a:pt x="189206" y="349449"/>
                  </a:cubicBezTo>
                  <a:cubicBezTo>
                    <a:pt x="190417" y="348910"/>
                    <a:pt x="190519" y="348036"/>
                    <a:pt x="190821" y="347935"/>
                  </a:cubicBezTo>
                  <a:cubicBezTo>
                    <a:pt x="191158" y="347834"/>
                    <a:pt x="191696" y="344335"/>
                    <a:pt x="191696" y="343595"/>
                  </a:cubicBezTo>
                  <a:cubicBezTo>
                    <a:pt x="191696" y="342821"/>
                    <a:pt x="191158" y="339895"/>
                    <a:pt x="191158" y="339895"/>
                  </a:cubicBezTo>
                  <a:lnTo>
                    <a:pt x="189408" y="337406"/>
                  </a:lnTo>
                  <a:lnTo>
                    <a:pt x="187355" y="334243"/>
                  </a:lnTo>
                  <a:lnTo>
                    <a:pt x="184427" y="332057"/>
                  </a:lnTo>
                  <a:cubicBezTo>
                    <a:pt x="184427" y="332057"/>
                    <a:pt x="182374" y="330207"/>
                    <a:pt x="181701" y="330207"/>
                  </a:cubicBezTo>
                  <a:cubicBezTo>
                    <a:pt x="181028" y="330207"/>
                    <a:pt x="179312" y="327616"/>
                    <a:pt x="178975" y="326944"/>
                  </a:cubicBezTo>
                  <a:cubicBezTo>
                    <a:pt x="178638" y="326304"/>
                    <a:pt x="178975" y="323680"/>
                    <a:pt x="178975" y="323680"/>
                  </a:cubicBezTo>
                  <a:cubicBezTo>
                    <a:pt x="178975" y="323680"/>
                    <a:pt x="179951" y="322907"/>
                    <a:pt x="181028" y="322604"/>
                  </a:cubicBezTo>
                  <a:cubicBezTo>
                    <a:pt x="182105" y="322268"/>
                    <a:pt x="183754" y="322940"/>
                    <a:pt x="184494" y="322604"/>
                  </a:cubicBezTo>
                  <a:cubicBezTo>
                    <a:pt x="185268" y="322268"/>
                    <a:pt x="185033" y="320317"/>
                    <a:pt x="185369" y="320216"/>
                  </a:cubicBezTo>
                  <a:cubicBezTo>
                    <a:pt x="185706" y="320115"/>
                    <a:pt x="187456" y="318904"/>
                    <a:pt x="187456" y="318904"/>
                  </a:cubicBezTo>
                  <a:cubicBezTo>
                    <a:pt x="187456" y="318904"/>
                    <a:pt x="188432" y="316515"/>
                    <a:pt x="189206" y="316414"/>
                  </a:cubicBezTo>
                  <a:cubicBezTo>
                    <a:pt x="189980" y="316313"/>
                    <a:pt x="189206" y="314463"/>
                    <a:pt x="189206" y="314463"/>
                  </a:cubicBezTo>
                  <a:cubicBezTo>
                    <a:pt x="189206" y="314463"/>
                    <a:pt x="189206" y="312310"/>
                    <a:pt x="189206" y="311873"/>
                  </a:cubicBezTo>
                  <a:cubicBezTo>
                    <a:pt x="189206" y="311436"/>
                    <a:pt x="190619" y="308845"/>
                    <a:pt x="190619" y="308845"/>
                  </a:cubicBezTo>
                  <a:cubicBezTo>
                    <a:pt x="190619" y="308845"/>
                    <a:pt x="192370" y="306356"/>
                    <a:pt x="192571" y="306020"/>
                  </a:cubicBezTo>
                  <a:cubicBezTo>
                    <a:pt x="192773" y="305683"/>
                    <a:pt x="194322" y="303867"/>
                    <a:pt x="194322" y="303867"/>
                  </a:cubicBezTo>
                  <a:cubicBezTo>
                    <a:pt x="194322" y="303867"/>
                    <a:pt x="196071" y="304069"/>
                    <a:pt x="197586" y="303833"/>
                  </a:cubicBezTo>
                  <a:cubicBezTo>
                    <a:pt x="199100" y="303631"/>
                    <a:pt x="200211" y="303934"/>
                    <a:pt x="200649" y="303833"/>
                  </a:cubicBezTo>
                  <a:cubicBezTo>
                    <a:pt x="201086" y="303732"/>
                    <a:pt x="203913" y="303631"/>
                    <a:pt x="204115" y="303295"/>
                  </a:cubicBezTo>
                  <a:cubicBezTo>
                    <a:pt x="204317" y="302959"/>
                    <a:pt x="203577" y="300907"/>
                    <a:pt x="203577" y="300907"/>
                  </a:cubicBezTo>
                  <a:lnTo>
                    <a:pt x="202802" y="299595"/>
                  </a:lnTo>
                  <a:lnTo>
                    <a:pt x="203240" y="295793"/>
                  </a:lnTo>
                  <a:lnTo>
                    <a:pt x="205629" y="295154"/>
                  </a:lnTo>
                  <a:lnTo>
                    <a:pt x="205529" y="292429"/>
                  </a:lnTo>
                  <a:lnTo>
                    <a:pt x="204317" y="290680"/>
                  </a:lnTo>
                  <a:cubicBezTo>
                    <a:pt x="204317" y="290680"/>
                    <a:pt x="202264" y="289368"/>
                    <a:pt x="201052" y="289065"/>
                  </a:cubicBezTo>
                  <a:cubicBezTo>
                    <a:pt x="199841" y="288729"/>
                    <a:pt x="197687" y="287653"/>
                    <a:pt x="197687" y="287653"/>
                  </a:cubicBezTo>
                  <a:lnTo>
                    <a:pt x="195398" y="282876"/>
                  </a:lnTo>
                  <a:cubicBezTo>
                    <a:pt x="195398" y="282876"/>
                    <a:pt x="196475" y="280487"/>
                    <a:pt x="196711" y="280151"/>
                  </a:cubicBezTo>
                  <a:cubicBezTo>
                    <a:pt x="196913" y="279814"/>
                    <a:pt x="200312" y="278502"/>
                    <a:pt x="200312" y="278502"/>
                  </a:cubicBezTo>
                  <a:lnTo>
                    <a:pt x="203677" y="277964"/>
                  </a:lnTo>
                  <a:lnTo>
                    <a:pt x="204216" y="275374"/>
                  </a:lnTo>
                  <a:lnTo>
                    <a:pt x="204855" y="272750"/>
                  </a:lnTo>
                  <a:lnTo>
                    <a:pt x="204855" y="267536"/>
                  </a:lnTo>
                  <a:lnTo>
                    <a:pt x="204855" y="263028"/>
                  </a:lnTo>
                  <a:lnTo>
                    <a:pt x="206033" y="259833"/>
                  </a:lnTo>
                  <a:lnTo>
                    <a:pt x="208187" y="259664"/>
                  </a:lnTo>
                  <a:lnTo>
                    <a:pt x="210509" y="260169"/>
                  </a:lnTo>
                  <a:cubicBezTo>
                    <a:pt x="210509" y="260169"/>
                    <a:pt x="213437" y="261043"/>
                    <a:pt x="214413" y="260943"/>
                  </a:cubicBezTo>
                  <a:cubicBezTo>
                    <a:pt x="215389" y="260842"/>
                    <a:pt x="216264" y="259530"/>
                    <a:pt x="216332" y="259294"/>
                  </a:cubicBezTo>
                  <a:cubicBezTo>
                    <a:pt x="216399" y="259059"/>
                    <a:pt x="217139" y="257511"/>
                    <a:pt x="217139" y="257511"/>
                  </a:cubicBezTo>
                  <a:lnTo>
                    <a:pt x="221043" y="255762"/>
                  </a:lnTo>
                  <a:cubicBezTo>
                    <a:pt x="221043" y="255762"/>
                    <a:pt x="223668" y="256401"/>
                    <a:pt x="224308" y="256267"/>
                  </a:cubicBezTo>
                  <a:cubicBezTo>
                    <a:pt x="224981" y="256099"/>
                    <a:pt x="227808" y="260573"/>
                    <a:pt x="227808" y="260573"/>
                  </a:cubicBezTo>
                  <a:lnTo>
                    <a:pt x="228245" y="260236"/>
                  </a:lnTo>
                  <a:lnTo>
                    <a:pt x="231442" y="257579"/>
                  </a:lnTo>
                  <a:cubicBezTo>
                    <a:pt x="231442" y="257579"/>
                    <a:pt x="233294" y="258016"/>
                    <a:pt x="233933" y="258050"/>
                  </a:cubicBezTo>
                  <a:cubicBezTo>
                    <a:pt x="234572" y="258117"/>
                    <a:pt x="237265" y="261481"/>
                    <a:pt x="237265" y="261481"/>
                  </a:cubicBezTo>
                  <a:cubicBezTo>
                    <a:pt x="237265" y="261481"/>
                    <a:pt x="239553" y="260707"/>
                    <a:pt x="239688" y="260606"/>
                  </a:cubicBezTo>
                  <a:cubicBezTo>
                    <a:pt x="239856" y="260505"/>
                    <a:pt x="241875" y="258756"/>
                    <a:pt x="241875" y="258756"/>
                  </a:cubicBezTo>
                  <a:lnTo>
                    <a:pt x="244736" y="256570"/>
                  </a:lnTo>
                  <a:lnTo>
                    <a:pt x="248606" y="256199"/>
                  </a:lnTo>
                  <a:lnTo>
                    <a:pt x="254530" y="258386"/>
                  </a:lnTo>
                  <a:lnTo>
                    <a:pt x="258063" y="260505"/>
                  </a:lnTo>
                  <a:lnTo>
                    <a:pt x="260049" y="262457"/>
                  </a:lnTo>
                  <a:lnTo>
                    <a:pt x="265501" y="265383"/>
                  </a:lnTo>
                  <a:lnTo>
                    <a:pt x="265669" y="265383"/>
                  </a:lnTo>
                  <a:lnTo>
                    <a:pt x="265366" y="266729"/>
                  </a:lnTo>
                  <a:lnTo>
                    <a:pt x="266275" y="262658"/>
                  </a:lnTo>
                  <a:lnTo>
                    <a:pt x="268227" y="260270"/>
                  </a:lnTo>
                  <a:cubicBezTo>
                    <a:pt x="268227" y="260270"/>
                    <a:pt x="269809" y="259025"/>
                    <a:pt x="269977" y="258823"/>
                  </a:cubicBezTo>
                  <a:cubicBezTo>
                    <a:pt x="270112" y="258622"/>
                    <a:pt x="270179" y="257579"/>
                    <a:pt x="270179" y="257579"/>
                  </a:cubicBezTo>
                  <a:lnTo>
                    <a:pt x="269876" y="256334"/>
                  </a:lnTo>
                  <a:lnTo>
                    <a:pt x="268799" y="255392"/>
                  </a:lnTo>
                  <a:cubicBezTo>
                    <a:pt x="268799" y="255392"/>
                    <a:pt x="266544" y="253374"/>
                    <a:pt x="266275" y="253206"/>
                  </a:cubicBezTo>
                  <a:cubicBezTo>
                    <a:pt x="265972" y="253071"/>
                    <a:pt x="264693" y="252264"/>
                    <a:pt x="264087" y="251961"/>
                  </a:cubicBezTo>
                  <a:cubicBezTo>
                    <a:pt x="263515" y="251658"/>
                    <a:pt x="262337" y="251019"/>
                    <a:pt x="262337" y="251019"/>
                  </a:cubicBezTo>
                  <a:lnTo>
                    <a:pt x="261092" y="248630"/>
                  </a:lnTo>
                  <a:lnTo>
                    <a:pt x="261227" y="246747"/>
                  </a:lnTo>
                  <a:lnTo>
                    <a:pt x="262304" y="244863"/>
                  </a:lnTo>
                  <a:lnTo>
                    <a:pt x="263246" y="242475"/>
                  </a:lnTo>
                  <a:lnTo>
                    <a:pt x="263044" y="240591"/>
                  </a:lnTo>
                  <a:lnTo>
                    <a:pt x="259847" y="240591"/>
                  </a:lnTo>
                  <a:lnTo>
                    <a:pt x="258972" y="237395"/>
                  </a:lnTo>
                  <a:lnTo>
                    <a:pt x="261664" y="236016"/>
                  </a:lnTo>
                  <a:lnTo>
                    <a:pt x="263112" y="233324"/>
                  </a:lnTo>
                  <a:lnTo>
                    <a:pt x="262809" y="232080"/>
                  </a:lnTo>
                  <a:lnTo>
                    <a:pt x="260856" y="230701"/>
                  </a:lnTo>
                  <a:lnTo>
                    <a:pt x="261732" y="227505"/>
                  </a:lnTo>
                  <a:lnTo>
                    <a:pt x="264929" y="223434"/>
                  </a:lnTo>
                  <a:lnTo>
                    <a:pt x="269136" y="219095"/>
                  </a:lnTo>
                  <a:lnTo>
                    <a:pt x="270145" y="215462"/>
                  </a:lnTo>
                  <a:cubicBezTo>
                    <a:pt x="270145" y="215462"/>
                    <a:pt x="268698" y="213780"/>
                    <a:pt x="267823" y="212603"/>
                  </a:cubicBezTo>
                  <a:cubicBezTo>
                    <a:pt x="266948" y="211391"/>
                    <a:pt x="267823" y="210012"/>
                    <a:pt x="267823" y="209239"/>
                  </a:cubicBezTo>
                  <a:cubicBezTo>
                    <a:pt x="267823" y="208465"/>
                    <a:pt x="271862" y="204563"/>
                    <a:pt x="271862" y="204563"/>
                  </a:cubicBezTo>
                  <a:lnTo>
                    <a:pt x="274352" y="199247"/>
                  </a:lnTo>
                  <a:lnTo>
                    <a:pt x="276203" y="194471"/>
                  </a:lnTo>
                  <a:lnTo>
                    <a:pt x="280982" y="194033"/>
                  </a:lnTo>
                  <a:lnTo>
                    <a:pt x="282631" y="191847"/>
                  </a:lnTo>
                  <a:cubicBezTo>
                    <a:pt x="282631" y="191847"/>
                    <a:pt x="286872" y="189795"/>
                    <a:pt x="287646" y="189257"/>
                  </a:cubicBezTo>
                  <a:cubicBezTo>
                    <a:pt x="288420" y="188718"/>
                    <a:pt x="290237" y="187204"/>
                    <a:pt x="290574" y="186868"/>
                  </a:cubicBezTo>
                  <a:cubicBezTo>
                    <a:pt x="290910" y="186532"/>
                    <a:pt x="294040" y="186431"/>
                    <a:pt x="294612" y="186094"/>
                  </a:cubicBezTo>
                  <a:cubicBezTo>
                    <a:pt x="295151" y="185758"/>
                    <a:pt x="296901" y="184681"/>
                    <a:pt x="296901" y="184681"/>
                  </a:cubicBezTo>
                  <a:cubicBezTo>
                    <a:pt x="296901" y="184681"/>
                    <a:pt x="297439" y="182831"/>
                    <a:pt x="297877" y="182394"/>
                  </a:cubicBezTo>
                  <a:cubicBezTo>
                    <a:pt x="298314" y="181957"/>
                    <a:pt x="297877" y="180308"/>
                    <a:pt x="297877" y="180006"/>
                  </a:cubicBezTo>
                  <a:cubicBezTo>
                    <a:pt x="297877" y="179669"/>
                    <a:pt x="298853" y="176103"/>
                    <a:pt x="298853" y="176103"/>
                  </a:cubicBezTo>
                  <a:lnTo>
                    <a:pt x="302992" y="175027"/>
                  </a:lnTo>
                  <a:lnTo>
                    <a:pt x="296867" y="174489"/>
                  </a:lnTo>
                  <a:cubicBezTo>
                    <a:pt x="296867" y="174489"/>
                    <a:pt x="293401" y="174859"/>
                    <a:pt x="292458" y="174859"/>
                  </a:cubicBezTo>
                  <a:cubicBezTo>
                    <a:pt x="291516" y="174859"/>
                    <a:pt x="288554" y="173110"/>
                    <a:pt x="288117" y="172605"/>
                  </a:cubicBezTo>
                  <a:cubicBezTo>
                    <a:pt x="287679" y="172100"/>
                    <a:pt x="286165" y="169342"/>
                    <a:pt x="286165" y="169342"/>
                  </a:cubicBezTo>
                  <a:lnTo>
                    <a:pt x="285155" y="165137"/>
                  </a:lnTo>
                  <a:lnTo>
                    <a:pt x="281016" y="160293"/>
                  </a:lnTo>
                  <a:lnTo>
                    <a:pt x="277886" y="153834"/>
                  </a:lnTo>
                  <a:lnTo>
                    <a:pt x="275261" y="151008"/>
                  </a:lnTo>
                  <a:cubicBezTo>
                    <a:pt x="275261" y="151008"/>
                    <a:pt x="270684" y="145794"/>
                    <a:pt x="270549" y="145357"/>
                  </a:cubicBezTo>
                  <a:cubicBezTo>
                    <a:pt x="270414" y="144920"/>
                    <a:pt x="268664" y="144112"/>
                    <a:pt x="268664" y="144112"/>
                  </a:cubicBezTo>
                  <a:lnTo>
                    <a:pt x="262640" y="142228"/>
                  </a:lnTo>
                  <a:lnTo>
                    <a:pt x="259578" y="141421"/>
                  </a:lnTo>
                  <a:cubicBezTo>
                    <a:pt x="259578" y="141421"/>
                    <a:pt x="256986" y="141421"/>
                    <a:pt x="256549" y="141421"/>
                  </a:cubicBezTo>
                  <a:cubicBezTo>
                    <a:pt x="256111" y="141421"/>
                    <a:pt x="253453" y="143641"/>
                    <a:pt x="253217" y="143708"/>
                  </a:cubicBezTo>
                  <a:cubicBezTo>
                    <a:pt x="253015" y="143776"/>
                    <a:pt x="247563" y="145996"/>
                    <a:pt x="247563" y="145996"/>
                  </a:cubicBezTo>
                  <a:cubicBezTo>
                    <a:pt x="247563" y="145996"/>
                    <a:pt x="244366" y="146635"/>
                    <a:pt x="244164" y="146702"/>
                  </a:cubicBezTo>
                  <a:cubicBezTo>
                    <a:pt x="243962" y="146770"/>
                    <a:pt x="239015" y="146568"/>
                    <a:pt x="238140" y="146702"/>
                  </a:cubicBezTo>
                  <a:cubicBezTo>
                    <a:pt x="237265" y="146837"/>
                    <a:pt x="234068" y="145256"/>
                    <a:pt x="234068" y="145256"/>
                  </a:cubicBezTo>
                  <a:lnTo>
                    <a:pt x="225149" y="139100"/>
                  </a:lnTo>
                  <a:lnTo>
                    <a:pt x="219798" y="136409"/>
                  </a:lnTo>
                  <a:lnTo>
                    <a:pt x="215221" y="133381"/>
                  </a:lnTo>
                  <a:lnTo>
                    <a:pt x="212832" y="131867"/>
                  </a:lnTo>
                  <a:lnTo>
                    <a:pt x="208692" y="129042"/>
                  </a:lnTo>
                  <a:lnTo>
                    <a:pt x="203475" y="124029"/>
                  </a:lnTo>
                  <a:lnTo>
                    <a:pt x="202399" y="122515"/>
                  </a:lnTo>
                  <a:lnTo>
                    <a:pt x="202634" y="119051"/>
                  </a:lnTo>
                  <a:lnTo>
                    <a:pt x="203947" y="114476"/>
                  </a:lnTo>
                  <a:lnTo>
                    <a:pt x="202870" y="111852"/>
                  </a:lnTo>
                  <a:cubicBezTo>
                    <a:pt x="202870" y="111852"/>
                    <a:pt x="201355" y="107512"/>
                    <a:pt x="202230" y="108151"/>
                  </a:cubicBezTo>
                  <a:cubicBezTo>
                    <a:pt x="203105" y="108757"/>
                    <a:pt x="203105" y="105797"/>
                    <a:pt x="203980" y="104922"/>
                  </a:cubicBezTo>
                  <a:cubicBezTo>
                    <a:pt x="204855" y="104047"/>
                    <a:pt x="205293" y="104047"/>
                    <a:pt x="205495" y="103408"/>
                  </a:cubicBezTo>
                  <a:cubicBezTo>
                    <a:pt x="205697" y="102769"/>
                    <a:pt x="206572" y="100582"/>
                    <a:pt x="206572" y="100582"/>
                  </a:cubicBezTo>
                  <a:lnTo>
                    <a:pt x="206572" y="99069"/>
                  </a:lnTo>
                  <a:lnTo>
                    <a:pt x="203846" y="95368"/>
                  </a:lnTo>
                  <a:lnTo>
                    <a:pt x="203072" y="93619"/>
                  </a:lnTo>
                  <a:lnTo>
                    <a:pt x="203072" y="89919"/>
                  </a:lnTo>
                  <a:lnTo>
                    <a:pt x="205798" y="86858"/>
                  </a:lnTo>
                  <a:lnTo>
                    <a:pt x="206336" y="84906"/>
                  </a:lnTo>
                  <a:lnTo>
                    <a:pt x="206774" y="81879"/>
                  </a:lnTo>
                  <a:lnTo>
                    <a:pt x="207851" y="79289"/>
                  </a:lnTo>
                  <a:lnTo>
                    <a:pt x="208490" y="76463"/>
                  </a:lnTo>
                  <a:lnTo>
                    <a:pt x="211519" y="72763"/>
                  </a:lnTo>
                  <a:lnTo>
                    <a:pt x="213269" y="68860"/>
                  </a:lnTo>
                  <a:lnTo>
                    <a:pt x="215894" y="63209"/>
                  </a:lnTo>
                  <a:lnTo>
                    <a:pt x="220303" y="61762"/>
                  </a:lnTo>
                  <a:cubicBezTo>
                    <a:pt x="220303" y="61762"/>
                    <a:pt x="222625" y="57120"/>
                    <a:pt x="222760" y="56683"/>
                  </a:cubicBezTo>
                  <a:cubicBezTo>
                    <a:pt x="222894" y="56245"/>
                    <a:pt x="226529" y="55236"/>
                    <a:pt x="226529" y="55236"/>
                  </a:cubicBezTo>
                  <a:lnTo>
                    <a:pt x="231880" y="53050"/>
                  </a:lnTo>
                  <a:cubicBezTo>
                    <a:pt x="231880" y="53050"/>
                    <a:pt x="234337" y="53184"/>
                    <a:pt x="234909" y="53487"/>
                  </a:cubicBezTo>
                  <a:cubicBezTo>
                    <a:pt x="235481" y="53790"/>
                    <a:pt x="238678" y="53790"/>
                    <a:pt x="238678" y="53790"/>
                  </a:cubicBezTo>
                  <a:cubicBezTo>
                    <a:pt x="238678" y="53790"/>
                    <a:pt x="239856" y="54093"/>
                    <a:pt x="240428" y="54227"/>
                  </a:cubicBezTo>
                  <a:cubicBezTo>
                    <a:pt x="241000" y="54362"/>
                    <a:pt x="241606" y="54664"/>
                    <a:pt x="242751" y="54664"/>
                  </a:cubicBezTo>
                  <a:cubicBezTo>
                    <a:pt x="243895" y="54664"/>
                    <a:pt x="244063" y="53655"/>
                    <a:pt x="244063" y="53655"/>
                  </a:cubicBezTo>
                  <a:cubicBezTo>
                    <a:pt x="244063" y="53655"/>
                    <a:pt x="244500" y="50897"/>
                    <a:pt x="244635" y="49316"/>
                  </a:cubicBezTo>
                  <a:cubicBezTo>
                    <a:pt x="244770" y="47735"/>
                    <a:pt x="244635" y="46288"/>
                    <a:pt x="244635" y="46288"/>
                  </a:cubicBezTo>
                  <a:lnTo>
                    <a:pt x="243625" y="42958"/>
                  </a:lnTo>
                  <a:lnTo>
                    <a:pt x="242481" y="39325"/>
                  </a:lnTo>
                  <a:lnTo>
                    <a:pt x="239722" y="36566"/>
                  </a:lnTo>
                  <a:cubicBezTo>
                    <a:pt x="239722" y="36566"/>
                    <a:pt x="237265" y="36129"/>
                    <a:pt x="236390" y="36566"/>
                  </a:cubicBezTo>
                  <a:cubicBezTo>
                    <a:pt x="235515" y="37004"/>
                    <a:pt x="234774" y="36701"/>
                    <a:pt x="234774" y="36701"/>
                  </a:cubicBezTo>
                  <a:lnTo>
                    <a:pt x="232587" y="38013"/>
                  </a:lnTo>
                  <a:lnTo>
                    <a:pt x="232587" y="30612"/>
                  </a:lnTo>
                  <a:cubicBezTo>
                    <a:pt x="232587" y="30612"/>
                    <a:pt x="231947" y="27585"/>
                    <a:pt x="231510" y="26979"/>
                  </a:cubicBezTo>
                  <a:cubicBezTo>
                    <a:pt x="231072" y="26407"/>
                    <a:pt x="231745" y="22337"/>
                    <a:pt x="231745" y="22337"/>
                  </a:cubicBezTo>
                  <a:lnTo>
                    <a:pt x="230635" y="17694"/>
                  </a:lnTo>
                  <a:lnTo>
                    <a:pt x="228851" y="14936"/>
                  </a:lnTo>
                  <a:lnTo>
                    <a:pt x="230467" y="11034"/>
                  </a:lnTo>
                  <a:cubicBezTo>
                    <a:pt x="230467" y="11034"/>
                    <a:pt x="230870" y="8141"/>
                    <a:pt x="230433" y="7569"/>
                  </a:cubicBezTo>
                  <a:cubicBezTo>
                    <a:pt x="229995" y="6997"/>
                    <a:pt x="230567" y="4373"/>
                    <a:pt x="230433" y="3936"/>
                  </a:cubicBezTo>
                  <a:cubicBezTo>
                    <a:pt x="230298" y="3498"/>
                    <a:pt x="229726" y="740"/>
                    <a:pt x="229726" y="740"/>
                  </a:cubicBezTo>
                  <a:lnTo>
                    <a:pt x="225654" y="0"/>
                  </a:lnTo>
                  <a:cubicBezTo>
                    <a:pt x="225654" y="0"/>
                    <a:pt x="223466" y="2456"/>
                    <a:pt x="222187" y="3465"/>
                  </a:cubicBezTo>
                  <a:cubicBezTo>
                    <a:pt x="220875" y="4474"/>
                    <a:pt x="216096" y="4037"/>
                    <a:pt x="216096" y="4037"/>
                  </a:cubicBezTo>
                  <a:lnTo>
                    <a:pt x="211014" y="4037"/>
                  </a:lnTo>
                  <a:cubicBezTo>
                    <a:pt x="211014" y="4037"/>
                    <a:pt x="209129" y="4609"/>
                    <a:pt x="208692" y="4911"/>
                  </a:cubicBezTo>
                  <a:cubicBezTo>
                    <a:pt x="208255" y="5214"/>
                    <a:pt x="206942" y="5921"/>
                    <a:pt x="205495" y="6930"/>
                  </a:cubicBezTo>
                  <a:cubicBezTo>
                    <a:pt x="204048" y="7939"/>
                    <a:pt x="203038" y="8376"/>
                    <a:pt x="201860" y="8242"/>
                  </a:cubicBezTo>
                  <a:cubicBezTo>
                    <a:pt x="200716" y="8107"/>
                    <a:pt x="199100" y="9554"/>
                    <a:pt x="196946" y="9554"/>
                  </a:cubicBezTo>
                  <a:cubicBezTo>
                    <a:pt x="194793" y="9554"/>
                    <a:pt x="194490" y="9688"/>
                    <a:pt x="193615" y="9554"/>
                  </a:cubicBezTo>
                  <a:cubicBezTo>
                    <a:pt x="192740" y="9419"/>
                    <a:pt x="191158" y="8242"/>
                    <a:pt x="190552" y="8242"/>
                  </a:cubicBezTo>
                  <a:cubicBezTo>
                    <a:pt x="189980" y="8242"/>
                    <a:pt x="187793" y="11707"/>
                    <a:pt x="187793" y="11707"/>
                  </a:cubicBezTo>
                  <a:lnTo>
                    <a:pt x="184461" y="16618"/>
                  </a:lnTo>
                  <a:cubicBezTo>
                    <a:pt x="184461" y="16618"/>
                    <a:pt x="183754" y="19208"/>
                    <a:pt x="183754" y="19814"/>
                  </a:cubicBezTo>
                  <a:cubicBezTo>
                    <a:pt x="183754" y="20386"/>
                    <a:pt x="183014" y="25768"/>
                    <a:pt x="183014" y="25768"/>
                  </a:cubicBezTo>
                  <a:lnTo>
                    <a:pt x="180691" y="27786"/>
                  </a:lnTo>
                  <a:lnTo>
                    <a:pt x="176787" y="30108"/>
                  </a:lnTo>
                  <a:cubicBezTo>
                    <a:pt x="176787" y="30108"/>
                    <a:pt x="173321" y="32294"/>
                    <a:pt x="172715" y="32731"/>
                  </a:cubicBezTo>
                  <a:cubicBezTo>
                    <a:pt x="172143" y="33169"/>
                    <a:pt x="169956" y="35052"/>
                    <a:pt x="169249" y="35490"/>
                  </a:cubicBezTo>
                  <a:cubicBezTo>
                    <a:pt x="168509" y="35927"/>
                    <a:pt x="167364" y="37374"/>
                    <a:pt x="167364" y="37945"/>
                  </a:cubicBezTo>
                  <a:cubicBezTo>
                    <a:pt x="167364" y="38517"/>
                    <a:pt x="165177" y="42285"/>
                    <a:pt x="165042" y="42722"/>
                  </a:cubicBezTo>
                  <a:cubicBezTo>
                    <a:pt x="164907" y="43160"/>
                    <a:pt x="162720" y="45918"/>
                    <a:pt x="162720" y="45918"/>
                  </a:cubicBezTo>
                  <a:cubicBezTo>
                    <a:pt x="162720" y="45918"/>
                    <a:pt x="159388" y="49383"/>
                    <a:pt x="158244" y="50695"/>
                  </a:cubicBezTo>
                  <a:cubicBezTo>
                    <a:pt x="157100" y="52007"/>
                    <a:pt x="153162" y="55472"/>
                    <a:pt x="153027" y="56044"/>
                  </a:cubicBezTo>
                  <a:cubicBezTo>
                    <a:pt x="152893" y="56616"/>
                    <a:pt x="149830" y="64453"/>
                    <a:pt x="149830" y="65025"/>
                  </a:cubicBezTo>
                  <a:cubicBezTo>
                    <a:pt x="149830" y="65597"/>
                    <a:pt x="147205" y="74445"/>
                    <a:pt x="147070" y="74882"/>
                  </a:cubicBezTo>
                  <a:cubicBezTo>
                    <a:pt x="146936" y="75319"/>
                    <a:pt x="143604" y="79659"/>
                    <a:pt x="143167" y="80096"/>
                  </a:cubicBezTo>
                  <a:cubicBezTo>
                    <a:pt x="142729" y="80533"/>
                    <a:pt x="142157" y="93552"/>
                    <a:pt x="142157" y="93552"/>
                  </a:cubicBezTo>
                  <a:cubicBezTo>
                    <a:pt x="142157" y="93552"/>
                    <a:pt x="142157" y="97891"/>
                    <a:pt x="142157" y="99338"/>
                  </a:cubicBezTo>
                  <a:cubicBezTo>
                    <a:pt x="142157" y="100784"/>
                    <a:pt x="144849" y="102668"/>
                    <a:pt x="145287" y="102971"/>
                  </a:cubicBezTo>
                  <a:cubicBezTo>
                    <a:pt x="145724" y="103274"/>
                    <a:pt x="145792" y="105864"/>
                    <a:pt x="145926" y="107176"/>
                  </a:cubicBezTo>
                  <a:cubicBezTo>
                    <a:pt x="146061" y="108488"/>
                    <a:pt x="144479" y="110943"/>
                    <a:pt x="144479" y="110943"/>
                  </a:cubicBezTo>
                  <a:lnTo>
                    <a:pt x="143739" y="116730"/>
                  </a:lnTo>
                  <a:lnTo>
                    <a:pt x="144479" y="120766"/>
                  </a:lnTo>
                  <a:cubicBezTo>
                    <a:pt x="144479" y="120766"/>
                    <a:pt x="140138" y="124231"/>
                    <a:pt x="139565" y="125106"/>
                  </a:cubicBezTo>
                  <a:cubicBezTo>
                    <a:pt x="138993" y="125980"/>
                    <a:pt x="136099" y="127730"/>
                    <a:pt x="136099" y="127730"/>
                  </a:cubicBezTo>
                  <a:cubicBezTo>
                    <a:pt x="136099" y="127730"/>
                    <a:pt x="133205" y="133247"/>
                    <a:pt x="133205" y="134088"/>
                  </a:cubicBezTo>
                  <a:cubicBezTo>
                    <a:pt x="133205" y="134962"/>
                    <a:pt x="133508" y="138999"/>
                    <a:pt x="133508" y="138999"/>
                  </a:cubicBezTo>
                  <a:lnTo>
                    <a:pt x="134955" y="144213"/>
                  </a:lnTo>
                  <a:lnTo>
                    <a:pt x="139296" y="149999"/>
                  </a:lnTo>
                  <a:cubicBezTo>
                    <a:pt x="139296" y="149999"/>
                    <a:pt x="141921" y="156088"/>
                    <a:pt x="142763" y="157232"/>
                  </a:cubicBezTo>
                  <a:cubicBezTo>
                    <a:pt x="143638" y="158375"/>
                    <a:pt x="143065" y="165339"/>
                    <a:pt x="142763" y="166516"/>
                  </a:cubicBezTo>
                  <a:cubicBezTo>
                    <a:pt x="142460" y="167660"/>
                    <a:pt x="138690" y="171158"/>
                    <a:pt x="138690" y="171158"/>
                  </a:cubicBezTo>
                  <a:lnTo>
                    <a:pt x="127113" y="177516"/>
                  </a:lnTo>
                  <a:cubicBezTo>
                    <a:pt x="127113" y="177516"/>
                    <a:pt x="122334" y="177685"/>
                    <a:pt x="122099" y="177550"/>
                  </a:cubicBezTo>
                  <a:cubicBezTo>
                    <a:pt x="121897" y="177415"/>
                    <a:pt x="119339" y="177853"/>
                    <a:pt x="117757" y="178122"/>
                  </a:cubicBezTo>
                  <a:cubicBezTo>
                    <a:pt x="116175" y="178425"/>
                    <a:pt x="115873" y="180578"/>
                    <a:pt x="115805" y="180880"/>
                  </a:cubicBezTo>
                  <a:cubicBezTo>
                    <a:pt x="115738" y="181183"/>
                    <a:pt x="117690" y="183202"/>
                    <a:pt x="117892" y="183403"/>
                  </a:cubicBezTo>
                  <a:cubicBezTo>
                    <a:pt x="118094" y="183605"/>
                    <a:pt x="122671" y="184043"/>
                    <a:pt x="123176" y="184143"/>
                  </a:cubicBezTo>
                  <a:cubicBezTo>
                    <a:pt x="123681" y="184211"/>
                    <a:pt x="121358" y="187844"/>
                    <a:pt x="120921" y="187911"/>
                  </a:cubicBezTo>
                  <a:cubicBezTo>
                    <a:pt x="120483" y="187978"/>
                    <a:pt x="116344" y="188550"/>
                    <a:pt x="116344" y="188550"/>
                  </a:cubicBezTo>
                  <a:cubicBezTo>
                    <a:pt x="116344" y="188550"/>
                    <a:pt x="115200" y="186734"/>
                    <a:pt x="108872" y="186532"/>
                  </a:cubicBezTo>
                  <a:cubicBezTo>
                    <a:pt x="102579" y="186296"/>
                    <a:pt x="104733" y="186532"/>
                    <a:pt x="104733" y="186532"/>
                  </a:cubicBezTo>
                  <a:lnTo>
                    <a:pt x="102983" y="186532"/>
                  </a:lnTo>
                  <a:lnTo>
                    <a:pt x="93190" y="186532"/>
                  </a:lnTo>
                  <a:lnTo>
                    <a:pt x="88175" y="187844"/>
                  </a:lnTo>
                  <a:lnTo>
                    <a:pt x="81007" y="192621"/>
                  </a:lnTo>
                  <a:cubicBezTo>
                    <a:pt x="81007" y="192621"/>
                    <a:pt x="72526" y="195446"/>
                    <a:pt x="71651" y="195446"/>
                  </a:cubicBezTo>
                  <a:cubicBezTo>
                    <a:pt x="70775" y="195446"/>
                    <a:pt x="67309" y="198070"/>
                    <a:pt x="67309" y="198070"/>
                  </a:cubicBezTo>
                  <a:lnTo>
                    <a:pt x="57078" y="200660"/>
                  </a:lnTo>
                  <a:cubicBezTo>
                    <a:pt x="57078" y="200660"/>
                    <a:pt x="54049" y="202410"/>
                    <a:pt x="52064" y="202847"/>
                  </a:cubicBezTo>
                  <a:cubicBezTo>
                    <a:pt x="50112" y="203284"/>
                    <a:pt x="41833" y="203049"/>
                    <a:pt x="40991" y="203049"/>
                  </a:cubicBezTo>
                  <a:cubicBezTo>
                    <a:pt x="40116" y="203049"/>
                    <a:pt x="30996" y="200660"/>
                    <a:pt x="30996" y="200660"/>
                  </a:cubicBezTo>
                  <a:lnTo>
                    <a:pt x="28371" y="203486"/>
                  </a:lnTo>
                  <a:lnTo>
                    <a:pt x="19250" y="205875"/>
                  </a:lnTo>
                  <a:lnTo>
                    <a:pt x="10769" y="209138"/>
                  </a:lnTo>
                  <a:cubicBezTo>
                    <a:pt x="10769" y="209138"/>
                    <a:pt x="8817" y="209138"/>
                    <a:pt x="7942" y="209138"/>
                  </a:cubicBezTo>
                  <a:cubicBezTo>
                    <a:pt x="7067" y="209138"/>
                    <a:pt x="4442" y="211896"/>
                    <a:pt x="4442" y="211896"/>
                  </a:cubicBezTo>
                  <a:lnTo>
                    <a:pt x="707" y="213343"/>
                  </a:lnTo>
                  <a:lnTo>
                    <a:pt x="0" y="214890"/>
                  </a:lnTo>
                  <a:cubicBezTo>
                    <a:pt x="808" y="215327"/>
                    <a:pt x="2457" y="216202"/>
                    <a:pt x="3264" y="216538"/>
                  </a:cubicBezTo>
                  <a:cubicBezTo>
                    <a:pt x="4341" y="216976"/>
                    <a:pt x="6428" y="216673"/>
                    <a:pt x="7303" y="216538"/>
                  </a:cubicBezTo>
                  <a:cubicBezTo>
                    <a:pt x="8178" y="216437"/>
                    <a:pt x="12082" y="217312"/>
                    <a:pt x="13495" y="217850"/>
                  </a:cubicBezTo>
                  <a:cubicBezTo>
                    <a:pt x="14909" y="218388"/>
                    <a:pt x="18813" y="217749"/>
                    <a:pt x="19250" y="217850"/>
                  </a:cubicBezTo>
                  <a:cubicBezTo>
                    <a:pt x="19688" y="217951"/>
                    <a:pt x="26419" y="217850"/>
                    <a:pt x="26419" y="217850"/>
                  </a:cubicBezTo>
                  <a:lnTo>
                    <a:pt x="31635" y="217850"/>
                  </a:lnTo>
                  <a:lnTo>
                    <a:pt x="38602" y="217850"/>
                  </a:lnTo>
                  <a:lnTo>
                    <a:pt x="42068" y="217850"/>
                  </a:lnTo>
                  <a:cubicBezTo>
                    <a:pt x="42068" y="217850"/>
                    <a:pt x="43280" y="217850"/>
                    <a:pt x="44256" y="217850"/>
                  </a:cubicBezTo>
                  <a:cubicBezTo>
                    <a:pt x="45232" y="217850"/>
                    <a:pt x="45770" y="218725"/>
                    <a:pt x="45770" y="218725"/>
                  </a:cubicBezTo>
                  <a:lnTo>
                    <a:pt x="46410" y="220474"/>
                  </a:lnTo>
                  <a:cubicBezTo>
                    <a:pt x="46410" y="220474"/>
                    <a:pt x="46410" y="222863"/>
                    <a:pt x="46410" y="223300"/>
                  </a:cubicBezTo>
                  <a:cubicBezTo>
                    <a:pt x="46410" y="223737"/>
                    <a:pt x="45905" y="224948"/>
                    <a:pt x="45905" y="225251"/>
                  </a:cubicBezTo>
                  <a:cubicBezTo>
                    <a:pt x="45905" y="225587"/>
                    <a:pt x="44861" y="226563"/>
                    <a:pt x="44861" y="226563"/>
                  </a:cubicBezTo>
                  <a:lnTo>
                    <a:pt x="42035" y="227875"/>
                  </a:lnTo>
                  <a:lnTo>
                    <a:pt x="40284" y="228850"/>
                  </a:lnTo>
                  <a:lnTo>
                    <a:pt x="38534" y="230028"/>
                  </a:lnTo>
                  <a:lnTo>
                    <a:pt x="35068" y="230028"/>
                  </a:lnTo>
                  <a:lnTo>
                    <a:pt x="31366" y="230028"/>
                  </a:lnTo>
                  <a:lnTo>
                    <a:pt x="29852" y="231104"/>
                  </a:lnTo>
                  <a:lnTo>
                    <a:pt x="27260" y="232618"/>
                  </a:lnTo>
                  <a:lnTo>
                    <a:pt x="27260" y="234132"/>
                  </a:lnTo>
                  <a:lnTo>
                    <a:pt x="27799" y="235982"/>
                  </a:lnTo>
                  <a:lnTo>
                    <a:pt x="29751" y="238707"/>
                  </a:lnTo>
                  <a:lnTo>
                    <a:pt x="33924" y="239682"/>
                  </a:lnTo>
                  <a:cubicBezTo>
                    <a:pt x="33924" y="239682"/>
                    <a:pt x="35304" y="239783"/>
                    <a:pt x="35606" y="239716"/>
                  </a:cubicBezTo>
                  <a:cubicBezTo>
                    <a:pt x="35876" y="239649"/>
                    <a:pt x="37188" y="239716"/>
                    <a:pt x="37188" y="239716"/>
                  </a:cubicBezTo>
                  <a:lnTo>
                    <a:pt x="40318" y="240422"/>
                  </a:lnTo>
                  <a:lnTo>
                    <a:pt x="43650" y="240422"/>
                  </a:lnTo>
                  <a:lnTo>
                    <a:pt x="46612" y="240490"/>
                  </a:lnTo>
                  <a:lnTo>
                    <a:pt x="48126" y="241297"/>
                  </a:lnTo>
                  <a:lnTo>
                    <a:pt x="48126" y="244123"/>
                  </a:lnTo>
                  <a:lnTo>
                    <a:pt x="48833" y="248025"/>
                  </a:lnTo>
                  <a:cubicBezTo>
                    <a:pt x="48833" y="248025"/>
                    <a:pt x="49068" y="250649"/>
                    <a:pt x="49169" y="250918"/>
                  </a:cubicBezTo>
                  <a:cubicBezTo>
                    <a:pt x="49237" y="251221"/>
                    <a:pt x="50751" y="252869"/>
                    <a:pt x="51559" y="253609"/>
                  </a:cubicBezTo>
                  <a:cubicBezTo>
                    <a:pt x="52367" y="254349"/>
                    <a:pt x="54016" y="255594"/>
                    <a:pt x="54016" y="255594"/>
                  </a:cubicBezTo>
                  <a:cubicBezTo>
                    <a:pt x="54016" y="255594"/>
                    <a:pt x="54453" y="256940"/>
                    <a:pt x="54453" y="257242"/>
                  </a:cubicBezTo>
                  <a:cubicBezTo>
                    <a:pt x="54453" y="257545"/>
                    <a:pt x="54016" y="258554"/>
                    <a:pt x="54016" y="258554"/>
                  </a:cubicBezTo>
                  <a:lnTo>
                    <a:pt x="55968" y="260640"/>
                  </a:lnTo>
                  <a:lnTo>
                    <a:pt x="57717" y="261514"/>
                  </a:lnTo>
                  <a:lnTo>
                    <a:pt x="63136" y="261750"/>
                  </a:lnTo>
                  <a:lnTo>
                    <a:pt x="65761" y="262725"/>
                  </a:lnTo>
                  <a:lnTo>
                    <a:pt x="67713" y="264677"/>
                  </a:lnTo>
                  <a:lnTo>
                    <a:pt x="70001" y="267401"/>
                  </a:lnTo>
                  <a:lnTo>
                    <a:pt x="71314" y="269689"/>
                  </a:lnTo>
                  <a:lnTo>
                    <a:pt x="73064" y="272952"/>
                  </a:lnTo>
                  <a:lnTo>
                    <a:pt x="74242" y="276753"/>
                  </a:lnTo>
                  <a:lnTo>
                    <a:pt x="75352" y="278402"/>
                  </a:lnTo>
                  <a:close/>
                </a:path>
              </a:pathLst>
            </a:custGeom>
            <a:grpFill/>
            <a:ln w="6350" cap="flat">
              <a:solidFill>
                <a:schemeClr val="bg1"/>
              </a:solidFill>
              <a:prstDash val="solid"/>
              <a:miter/>
            </a:ln>
          </p:spPr>
          <p:txBody>
            <a:bodyPr rtlCol="0" anchor="ctr"/>
            <a:lstStyle/>
            <a:p>
              <a:endParaRPr lang="en-US"/>
            </a:p>
          </p:txBody>
        </p:sp>
        <p:sp>
          <p:nvSpPr>
            <p:cNvPr id="190" name="Freeform 907">
              <a:extLst>
                <a:ext uri="{FF2B5EF4-FFF2-40B4-BE49-F238E27FC236}">
                  <a16:creationId xmlns:a16="http://schemas.microsoft.com/office/drawing/2014/main" id="{95B3635B-987E-2019-E151-503BF94D28FE}"/>
                </a:ext>
              </a:extLst>
            </p:cNvPr>
            <p:cNvSpPr/>
            <p:nvPr/>
          </p:nvSpPr>
          <p:spPr>
            <a:xfrm>
              <a:off x="6965407" y="2330299"/>
              <a:ext cx="721805" cy="631318"/>
            </a:xfrm>
            <a:custGeom>
              <a:avLst/>
              <a:gdLst>
                <a:gd name="connsiteX0" fmla="*/ 1385526 w 1385794"/>
                <a:gd name="connsiteY0" fmla="*/ 829621 h 1212067"/>
                <a:gd name="connsiteX1" fmla="*/ 1384752 w 1385794"/>
                <a:gd name="connsiteY1" fmla="*/ 827569 h 1212067"/>
                <a:gd name="connsiteX2" fmla="*/ 1382362 w 1385794"/>
                <a:gd name="connsiteY2" fmla="*/ 824306 h 1212067"/>
                <a:gd name="connsiteX3" fmla="*/ 1382463 w 1385794"/>
                <a:gd name="connsiteY3" fmla="*/ 820841 h 1212067"/>
                <a:gd name="connsiteX4" fmla="*/ 1382261 w 1385794"/>
                <a:gd name="connsiteY4" fmla="*/ 817241 h 1212067"/>
                <a:gd name="connsiteX5" fmla="*/ 1380915 w 1385794"/>
                <a:gd name="connsiteY5" fmla="*/ 810749 h 1212067"/>
                <a:gd name="connsiteX6" fmla="*/ 1379400 w 1385794"/>
                <a:gd name="connsiteY6" fmla="*/ 809100 h 1212067"/>
                <a:gd name="connsiteX7" fmla="*/ 1377819 w 1385794"/>
                <a:gd name="connsiteY7" fmla="*/ 806914 h 1212067"/>
                <a:gd name="connsiteX8" fmla="*/ 1378189 w 1385794"/>
                <a:gd name="connsiteY8" fmla="*/ 804727 h 1212067"/>
                <a:gd name="connsiteX9" fmla="*/ 1378828 w 1385794"/>
                <a:gd name="connsiteY9" fmla="*/ 803281 h 1212067"/>
                <a:gd name="connsiteX10" fmla="*/ 1380208 w 1385794"/>
                <a:gd name="connsiteY10" fmla="*/ 801633 h 1212067"/>
                <a:gd name="connsiteX11" fmla="*/ 1382093 w 1385794"/>
                <a:gd name="connsiteY11" fmla="*/ 800993 h 1212067"/>
                <a:gd name="connsiteX12" fmla="*/ 1383405 w 1385794"/>
                <a:gd name="connsiteY12" fmla="*/ 799177 h 1212067"/>
                <a:gd name="connsiteX13" fmla="*/ 1383978 w 1385794"/>
                <a:gd name="connsiteY13" fmla="*/ 797730 h 1212067"/>
                <a:gd name="connsiteX14" fmla="*/ 1384112 w 1385794"/>
                <a:gd name="connsiteY14" fmla="*/ 795846 h 1212067"/>
                <a:gd name="connsiteX15" fmla="*/ 1384112 w 1385794"/>
                <a:gd name="connsiteY15" fmla="*/ 793593 h 1212067"/>
                <a:gd name="connsiteX16" fmla="*/ 1383641 w 1385794"/>
                <a:gd name="connsiteY16" fmla="*/ 790128 h 1212067"/>
                <a:gd name="connsiteX17" fmla="*/ 1383102 w 1385794"/>
                <a:gd name="connsiteY17" fmla="*/ 789051 h 1212067"/>
                <a:gd name="connsiteX18" fmla="*/ 1379838 w 1385794"/>
                <a:gd name="connsiteY18" fmla="*/ 785923 h 1212067"/>
                <a:gd name="connsiteX19" fmla="*/ 1377381 w 1385794"/>
                <a:gd name="connsiteY19" fmla="*/ 783972 h 1212067"/>
                <a:gd name="connsiteX20" fmla="*/ 1374184 w 1385794"/>
                <a:gd name="connsiteY20" fmla="*/ 783030 h 1212067"/>
                <a:gd name="connsiteX21" fmla="*/ 1368665 w 1385794"/>
                <a:gd name="connsiteY21" fmla="*/ 782323 h 1212067"/>
                <a:gd name="connsiteX22" fmla="*/ 1366578 w 1385794"/>
                <a:gd name="connsiteY22" fmla="*/ 782895 h 1212067"/>
                <a:gd name="connsiteX23" fmla="*/ 1363381 w 1385794"/>
                <a:gd name="connsiteY23" fmla="*/ 783333 h 1212067"/>
                <a:gd name="connsiteX24" fmla="*/ 1360621 w 1385794"/>
                <a:gd name="connsiteY24" fmla="*/ 782256 h 1212067"/>
                <a:gd name="connsiteX25" fmla="*/ 1358770 w 1385794"/>
                <a:gd name="connsiteY25" fmla="*/ 778858 h 1212067"/>
                <a:gd name="connsiteX26" fmla="*/ 1354025 w 1385794"/>
                <a:gd name="connsiteY26" fmla="*/ 775864 h 1212067"/>
                <a:gd name="connsiteX27" fmla="*/ 1351837 w 1385794"/>
                <a:gd name="connsiteY27" fmla="*/ 773947 h 1212067"/>
                <a:gd name="connsiteX28" fmla="*/ 1349616 w 1385794"/>
                <a:gd name="connsiteY28" fmla="*/ 771761 h 1212067"/>
                <a:gd name="connsiteX29" fmla="*/ 1347429 w 1385794"/>
                <a:gd name="connsiteY29" fmla="*/ 769406 h 1212067"/>
                <a:gd name="connsiteX30" fmla="*/ 1346082 w 1385794"/>
                <a:gd name="connsiteY30" fmla="*/ 767791 h 1212067"/>
                <a:gd name="connsiteX31" fmla="*/ 1343895 w 1385794"/>
                <a:gd name="connsiteY31" fmla="*/ 765840 h 1212067"/>
                <a:gd name="connsiteX32" fmla="*/ 1341337 w 1385794"/>
                <a:gd name="connsiteY32" fmla="*/ 764932 h 1212067"/>
                <a:gd name="connsiteX33" fmla="*/ 1339015 w 1385794"/>
                <a:gd name="connsiteY33" fmla="*/ 764999 h 1212067"/>
                <a:gd name="connsiteX34" fmla="*/ 1337601 w 1385794"/>
                <a:gd name="connsiteY34" fmla="*/ 766681 h 1212067"/>
                <a:gd name="connsiteX35" fmla="*/ 1336626 w 1385794"/>
                <a:gd name="connsiteY35" fmla="*/ 767657 h 1212067"/>
                <a:gd name="connsiteX36" fmla="*/ 1335649 w 1385794"/>
                <a:gd name="connsiteY36" fmla="*/ 770112 h 1212067"/>
                <a:gd name="connsiteX37" fmla="*/ 1333731 w 1385794"/>
                <a:gd name="connsiteY37" fmla="*/ 770482 h 1212067"/>
                <a:gd name="connsiteX38" fmla="*/ 1331443 w 1385794"/>
                <a:gd name="connsiteY38" fmla="*/ 767152 h 1212067"/>
                <a:gd name="connsiteX39" fmla="*/ 1329120 w 1385794"/>
                <a:gd name="connsiteY39" fmla="*/ 764831 h 1212067"/>
                <a:gd name="connsiteX40" fmla="*/ 1324476 w 1385794"/>
                <a:gd name="connsiteY40" fmla="*/ 760491 h 1212067"/>
                <a:gd name="connsiteX41" fmla="*/ 1321851 w 1385794"/>
                <a:gd name="connsiteY41" fmla="*/ 757464 h 1212067"/>
                <a:gd name="connsiteX42" fmla="*/ 1320976 w 1385794"/>
                <a:gd name="connsiteY42" fmla="*/ 758473 h 1212067"/>
                <a:gd name="connsiteX43" fmla="*/ 1318788 w 1385794"/>
                <a:gd name="connsiteY43" fmla="*/ 759785 h 1212067"/>
                <a:gd name="connsiteX44" fmla="*/ 1315591 w 1385794"/>
                <a:gd name="connsiteY44" fmla="*/ 755580 h 1212067"/>
                <a:gd name="connsiteX45" fmla="*/ 1316534 w 1385794"/>
                <a:gd name="connsiteY45" fmla="*/ 751880 h 1212067"/>
                <a:gd name="connsiteX46" fmla="*/ 1314716 w 1385794"/>
                <a:gd name="connsiteY46" fmla="*/ 747742 h 1212067"/>
                <a:gd name="connsiteX47" fmla="*/ 1313404 w 1385794"/>
                <a:gd name="connsiteY47" fmla="*/ 745152 h 1212067"/>
                <a:gd name="connsiteX48" fmla="*/ 1311082 w 1385794"/>
                <a:gd name="connsiteY48" fmla="*/ 741889 h 1212067"/>
                <a:gd name="connsiteX49" fmla="*/ 1308625 w 1385794"/>
                <a:gd name="connsiteY49" fmla="*/ 739803 h 1212067"/>
                <a:gd name="connsiteX50" fmla="*/ 1304485 w 1385794"/>
                <a:gd name="connsiteY50" fmla="*/ 737919 h 1212067"/>
                <a:gd name="connsiteX51" fmla="*/ 1299908 w 1385794"/>
                <a:gd name="connsiteY51" fmla="*/ 736674 h 1212067"/>
                <a:gd name="connsiteX52" fmla="*/ 1298831 w 1385794"/>
                <a:gd name="connsiteY52" fmla="*/ 737482 h 1212067"/>
                <a:gd name="connsiteX53" fmla="*/ 1297384 w 1385794"/>
                <a:gd name="connsiteY53" fmla="*/ 738054 h 1212067"/>
                <a:gd name="connsiteX54" fmla="*/ 1295432 w 1385794"/>
                <a:gd name="connsiteY54" fmla="*/ 737852 h 1212067"/>
                <a:gd name="connsiteX55" fmla="*/ 1294288 w 1385794"/>
                <a:gd name="connsiteY55" fmla="*/ 736405 h 1212067"/>
                <a:gd name="connsiteX56" fmla="*/ 1289879 w 1385794"/>
                <a:gd name="connsiteY56" fmla="*/ 733378 h 1212067"/>
                <a:gd name="connsiteX57" fmla="*/ 1289240 w 1385794"/>
                <a:gd name="connsiteY57" fmla="*/ 733950 h 1212067"/>
                <a:gd name="connsiteX58" fmla="*/ 1287793 w 1385794"/>
                <a:gd name="connsiteY58" fmla="*/ 735833 h 1212067"/>
                <a:gd name="connsiteX59" fmla="*/ 1286648 w 1385794"/>
                <a:gd name="connsiteY59" fmla="*/ 738222 h 1212067"/>
                <a:gd name="connsiteX60" fmla="*/ 1281869 w 1385794"/>
                <a:gd name="connsiteY60" fmla="*/ 739803 h 1212067"/>
                <a:gd name="connsiteX61" fmla="*/ 1278100 w 1385794"/>
                <a:gd name="connsiteY61" fmla="*/ 738794 h 1212067"/>
                <a:gd name="connsiteX62" fmla="*/ 1277797 w 1385794"/>
                <a:gd name="connsiteY62" fmla="*/ 734723 h 1212067"/>
                <a:gd name="connsiteX63" fmla="*/ 1277360 w 1385794"/>
                <a:gd name="connsiteY63" fmla="*/ 731830 h 1212067"/>
                <a:gd name="connsiteX64" fmla="*/ 1274970 w 1385794"/>
                <a:gd name="connsiteY64" fmla="*/ 730888 h 1212067"/>
                <a:gd name="connsiteX65" fmla="*/ 1274499 w 1385794"/>
                <a:gd name="connsiteY65" fmla="*/ 730754 h 1212067"/>
                <a:gd name="connsiteX66" fmla="*/ 1273590 w 1385794"/>
                <a:gd name="connsiteY66" fmla="*/ 727188 h 1212067"/>
                <a:gd name="connsiteX67" fmla="*/ 1270057 w 1385794"/>
                <a:gd name="connsiteY67" fmla="*/ 727188 h 1212067"/>
                <a:gd name="connsiteX68" fmla="*/ 1268811 w 1385794"/>
                <a:gd name="connsiteY68" fmla="*/ 727895 h 1212067"/>
                <a:gd name="connsiteX69" fmla="*/ 1264672 w 1385794"/>
                <a:gd name="connsiteY69" fmla="*/ 728803 h 1212067"/>
                <a:gd name="connsiteX70" fmla="*/ 1260465 w 1385794"/>
                <a:gd name="connsiteY70" fmla="*/ 728130 h 1212067"/>
                <a:gd name="connsiteX71" fmla="*/ 1258143 w 1385794"/>
                <a:gd name="connsiteY71" fmla="*/ 726751 h 1212067"/>
                <a:gd name="connsiteX72" fmla="*/ 1257201 w 1385794"/>
                <a:gd name="connsiteY72" fmla="*/ 725237 h 1212067"/>
                <a:gd name="connsiteX73" fmla="*/ 1256830 w 1385794"/>
                <a:gd name="connsiteY73" fmla="*/ 722277 h 1212067"/>
                <a:gd name="connsiteX74" fmla="*/ 1257638 w 1385794"/>
                <a:gd name="connsiteY74" fmla="*/ 720393 h 1212067"/>
                <a:gd name="connsiteX75" fmla="*/ 1258076 w 1385794"/>
                <a:gd name="connsiteY75" fmla="*/ 717769 h 1212067"/>
                <a:gd name="connsiteX76" fmla="*/ 1258782 w 1385794"/>
                <a:gd name="connsiteY76" fmla="*/ 714136 h 1212067"/>
                <a:gd name="connsiteX77" fmla="*/ 1258782 w 1385794"/>
                <a:gd name="connsiteY77" fmla="*/ 711747 h 1212067"/>
                <a:gd name="connsiteX78" fmla="*/ 1258446 w 1385794"/>
                <a:gd name="connsiteY78" fmla="*/ 708047 h 1212067"/>
                <a:gd name="connsiteX79" fmla="*/ 1258749 w 1385794"/>
                <a:gd name="connsiteY79" fmla="*/ 706701 h 1212067"/>
                <a:gd name="connsiteX80" fmla="*/ 1258581 w 1385794"/>
                <a:gd name="connsiteY80" fmla="*/ 706701 h 1212067"/>
                <a:gd name="connsiteX81" fmla="*/ 1253129 w 1385794"/>
                <a:gd name="connsiteY81" fmla="*/ 703775 h 1212067"/>
                <a:gd name="connsiteX82" fmla="*/ 1251143 w 1385794"/>
                <a:gd name="connsiteY82" fmla="*/ 701824 h 1212067"/>
                <a:gd name="connsiteX83" fmla="*/ 1247609 w 1385794"/>
                <a:gd name="connsiteY83" fmla="*/ 699705 h 1212067"/>
                <a:gd name="connsiteX84" fmla="*/ 1241686 w 1385794"/>
                <a:gd name="connsiteY84" fmla="*/ 697518 h 1212067"/>
                <a:gd name="connsiteX85" fmla="*/ 1237816 w 1385794"/>
                <a:gd name="connsiteY85" fmla="*/ 697888 h 1212067"/>
                <a:gd name="connsiteX86" fmla="*/ 1234955 w 1385794"/>
                <a:gd name="connsiteY86" fmla="*/ 700075 h 1212067"/>
                <a:gd name="connsiteX87" fmla="*/ 1232767 w 1385794"/>
                <a:gd name="connsiteY87" fmla="*/ 701925 h 1212067"/>
                <a:gd name="connsiteX88" fmla="*/ 1230344 w 1385794"/>
                <a:gd name="connsiteY88" fmla="*/ 702799 h 1212067"/>
                <a:gd name="connsiteX89" fmla="*/ 1227013 w 1385794"/>
                <a:gd name="connsiteY89" fmla="*/ 699368 h 1212067"/>
                <a:gd name="connsiteX90" fmla="*/ 1224522 w 1385794"/>
                <a:gd name="connsiteY90" fmla="*/ 698897 h 1212067"/>
                <a:gd name="connsiteX91" fmla="*/ 1221325 w 1385794"/>
                <a:gd name="connsiteY91" fmla="*/ 701555 h 1212067"/>
                <a:gd name="connsiteX92" fmla="*/ 1220887 w 1385794"/>
                <a:gd name="connsiteY92" fmla="*/ 701891 h 1212067"/>
                <a:gd name="connsiteX93" fmla="*/ 1217387 w 1385794"/>
                <a:gd name="connsiteY93" fmla="*/ 697585 h 1212067"/>
                <a:gd name="connsiteX94" fmla="*/ 1214123 w 1385794"/>
                <a:gd name="connsiteY94" fmla="*/ 697114 h 1212067"/>
                <a:gd name="connsiteX95" fmla="*/ 1210219 w 1385794"/>
                <a:gd name="connsiteY95" fmla="*/ 698864 h 1212067"/>
                <a:gd name="connsiteX96" fmla="*/ 1209411 w 1385794"/>
                <a:gd name="connsiteY96" fmla="*/ 700646 h 1212067"/>
                <a:gd name="connsiteX97" fmla="*/ 1207493 w 1385794"/>
                <a:gd name="connsiteY97" fmla="*/ 702261 h 1212067"/>
                <a:gd name="connsiteX98" fmla="*/ 1203589 w 1385794"/>
                <a:gd name="connsiteY98" fmla="*/ 701487 h 1212067"/>
                <a:gd name="connsiteX99" fmla="*/ 1201267 w 1385794"/>
                <a:gd name="connsiteY99" fmla="*/ 701016 h 1212067"/>
                <a:gd name="connsiteX100" fmla="*/ 1199113 w 1385794"/>
                <a:gd name="connsiteY100" fmla="*/ 701185 h 1212067"/>
                <a:gd name="connsiteX101" fmla="*/ 1197935 w 1385794"/>
                <a:gd name="connsiteY101" fmla="*/ 704380 h 1212067"/>
                <a:gd name="connsiteX102" fmla="*/ 1197935 w 1385794"/>
                <a:gd name="connsiteY102" fmla="*/ 708888 h 1212067"/>
                <a:gd name="connsiteX103" fmla="*/ 1197935 w 1385794"/>
                <a:gd name="connsiteY103" fmla="*/ 714102 h 1212067"/>
                <a:gd name="connsiteX104" fmla="*/ 1197295 w 1385794"/>
                <a:gd name="connsiteY104" fmla="*/ 716692 h 1212067"/>
                <a:gd name="connsiteX105" fmla="*/ 1196757 w 1385794"/>
                <a:gd name="connsiteY105" fmla="*/ 719283 h 1212067"/>
                <a:gd name="connsiteX106" fmla="*/ 1193392 w 1385794"/>
                <a:gd name="connsiteY106" fmla="*/ 719821 h 1212067"/>
                <a:gd name="connsiteX107" fmla="*/ 1189791 w 1385794"/>
                <a:gd name="connsiteY107" fmla="*/ 721469 h 1212067"/>
                <a:gd name="connsiteX108" fmla="*/ 1188478 w 1385794"/>
                <a:gd name="connsiteY108" fmla="*/ 724194 h 1212067"/>
                <a:gd name="connsiteX109" fmla="*/ 1190766 w 1385794"/>
                <a:gd name="connsiteY109" fmla="*/ 728971 h 1212067"/>
                <a:gd name="connsiteX110" fmla="*/ 1194132 w 1385794"/>
                <a:gd name="connsiteY110" fmla="*/ 730384 h 1212067"/>
                <a:gd name="connsiteX111" fmla="*/ 1197397 w 1385794"/>
                <a:gd name="connsiteY111" fmla="*/ 731998 h 1212067"/>
                <a:gd name="connsiteX112" fmla="*/ 1198608 w 1385794"/>
                <a:gd name="connsiteY112" fmla="*/ 733748 h 1212067"/>
                <a:gd name="connsiteX113" fmla="*/ 1198709 w 1385794"/>
                <a:gd name="connsiteY113" fmla="*/ 736473 h 1212067"/>
                <a:gd name="connsiteX114" fmla="*/ 1196320 w 1385794"/>
                <a:gd name="connsiteY114" fmla="*/ 737112 h 1212067"/>
                <a:gd name="connsiteX115" fmla="*/ 1195882 w 1385794"/>
                <a:gd name="connsiteY115" fmla="*/ 740913 h 1212067"/>
                <a:gd name="connsiteX116" fmla="*/ 1196656 w 1385794"/>
                <a:gd name="connsiteY116" fmla="*/ 742225 h 1212067"/>
                <a:gd name="connsiteX117" fmla="*/ 1197195 w 1385794"/>
                <a:gd name="connsiteY117" fmla="*/ 744613 h 1212067"/>
                <a:gd name="connsiteX118" fmla="*/ 1193728 w 1385794"/>
                <a:gd name="connsiteY118" fmla="*/ 745152 h 1212067"/>
                <a:gd name="connsiteX119" fmla="*/ 1190666 w 1385794"/>
                <a:gd name="connsiteY119" fmla="*/ 745152 h 1212067"/>
                <a:gd name="connsiteX120" fmla="*/ 1187401 w 1385794"/>
                <a:gd name="connsiteY120" fmla="*/ 745185 h 1212067"/>
                <a:gd name="connsiteX121" fmla="*/ 1185651 w 1385794"/>
                <a:gd name="connsiteY121" fmla="*/ 747338 h 1212067"/>
                <a:gd name="connsiteX122" fmla="*/ 1183699 w 1385794"/>
                <a:gd name="connsiteY122" fmla="*/ 750164 h 1212067"/>
                <a:gd name="connsiteX123" fmla="*/ 1182285 w 1385794"/>
                <a:gd name="connsiteY123" fmla="*/ 753191 h 1212067"/>
                <a:gd name="connsiteX124" fmla="*/ 1182285 w 1385794"/>
                <a:gd name="connsiteY124" fmla="*/ 755815 h 1212067"/>
                <a:gd name="connsiteX125" fmla="*/ 1182285 w 1385794"/>
                <a:gd name="connsiteY125" fmla="*/ 757767 h 1212067"/>
                <a:gd name="connsiteX126" fmla="*/ 1180536 w 1385794"/>
                <a:gd name="connsiteY126" fmla="*/ 760256 h 1212067"/>
                <a:gd name="connsiteX127" fmla="*/ 1178449 w 1385794"/>
                <a:gd name="connsiteY127" fmla="*/ 761568 h 1212067"/>
                <a:gd name="connsiteX128" fmla="*/ 1177574 w 1385794"/>
                <a:gd name="connsiteY128" fmla="*/ 763956 h 1212067"/>
                <a:gd name="connsiteX129" fmla="*/ 1174107 w 1385794"/>
                <a:gd name="connsiteY129" fmla="*/ 763956 h 1212067"/>
                <a:gd name="connsiteX130" fmla="*/ 1172055 w 1385794"/>
                <a:gd name="connsiteY130" fmla="*/ 765033 h 1212067"/>
                <a:gd name="connsiteX131" fmla="*/ 1172055 w 1385794"/>
                <a:gd name="connsiteY131" fmla="*/ 768296 h 1212067"/>
                <a:gd name="connsiteX132" fmla="*/ 1174781 w 1385794"/>
                <a:gd name="connsiteY132" fmla="*/ 771559 h 1212067"/>
                <a:gd name="connsiteX133" fmla="*/ 1177507 w 1385794"/>
                <a:gd name="connsiteY133" fmla="*/ 773409 h 1212067"/>
                <a:gd name="connsiteX134" fmla="*/ 1180434 w 1385794"/>
                <a:gd name="connsiteY134" fmla="*/ 775596 h 1212067"/>
                <a:gd name="connsiteX135" fmla="*/ 1182487 w 1385794"/>
                <a:gd name="connsiteY135" fmla="*/ 778758 h 1212067"/>
                <a:gd name="connsiteX136" fmla="*/ 1184237 w 1385794"/>
                <a:gd name="connsiteY136" fmla="*/ 781247 h 1212067"/>
                <a:gd name="connsiteX137" fmla="*/ 1184776 w 1385794"/>
                <a:gd name="connsiteY137" fmla="*/ 784947 h 1212067"/>
                <a:gd name="connsiteX138" fmla="*/ 1183901 w 1385794"/>
                <a:gd name="connsiteY138" fmla="*/ 789287 h 1212067"/>
                <a:gd name="connsiteX139" fmla="*/ 1182285 w 1385794"/>
                <a:gd name="connsiteY139" fmla="*/ 790800 h 1212067"/>
                <a:gd name="connsiteX140" fmla="*/ 1177944 w 1385794"/>
                <a:gd name="connsiteY140" fmla="*/ 793828 h 1212067"/>
                <a:gd name="connsiteX141" fmla="*/ 1179559 w 1385794"/>
                <a:gd name="connsiteY141" fmla="*/ 797293 h 1212067"/>
                <a:gd name="connsiteX142" fmla="*/ 1182487 w 1385794"/>
                <a:gd name="connsiteY142" fmla="*/ 798807 h 1212067"/>
                <a:gd name="connsiteX143" fmla="*/ 1191608 w 1385794"/>
                <a:gd name="connsiteY143" fmla="*/ 798807 h 1212067"/>
                <a:gd name="connsiteX144" fmla="*/ 1194872 w 1385794"/>
                <a:gd name="connsiteY144" fmla="*/ 797158 h 1212067"/>
                <a:gd name="connsiteX145" fmla="*/ 1198238 w 1385794"/>
                <a:gd name="connsiteY145" fmla="*/ 798235 h 1212067"/>
                <a:gd name="connsiteX146" fmla="*/ 1200190 w 1385794"/>
                <a:gd name="connsiteY146" fmla="*/ 800623 h 1212067"/>
                <a:gd name="connsiteX147" fmla="*/ 1202916 w 1385794"/>
                <a:gd name="connsiteY147" fmla="*/ 802574 h 1212067"/>
                <a:gd name="connsiteX148" fmla="*/ 1207257 w 1385794"/>
                <a:gd name="connsiteY148" fmla="*/ 804256 h 1212067"/>
                <a:gd name="connsiteX149" fmla="*/ 1211801 w 1385794"/>
                <a:gd name="connsiteY149" fmla="*/ 805299 h 1212067"/>
                <a:gd name="connsiteX150" fmla="*/ 1214426 w 1385794"/>
                <a:gd name="connsiteY150" fmla="*/ 805299 h 1212067"/>
                <a:gd name="connsiteX151" fmla="*/ 1219305 w 1385794"/>
                <a:gd name="connsiteY151" fmla="*/ 807486 h 1212067"/>
                <a:gd name="connsiteX152" fmla="*/ 1221493 w 1385794"/>
                <a:gd name="connsiteY152" fmla="*/ 809773 h 1212067"/>
                <a:gd name="connsiteX153" fmla="*/ 1219305 w 1385794"/>
                <a:gd name="connsiteY153" fmla="*/ 812700 h 1212067"/>
                <a:gd name="connsiteX154" fmla="*/ 1220618 w 1385794"/>
                <a:gd name="connsiteY154" fmla="*/ 814651 h 1212067"/>
                <a:gd name="connsiteX155" fmla="*/ 1222806 w 1385794"/>
                <a:gd name="connsiteY155" fmla="*/ 817140 h 1212067"/>
                <a:gd name="connsiteX156" fmla="*/ 1224657 w 1385794"/>
                <a:gd name="connsiteY156" fmla="*/ 818755 h 1212067"/>
                <a:gd name="connsiteX157" fmla="*/ 1225532 w 1385794"/>
                <a:gd name="connsiteY157" fmla="*/ 821480 h 1212067"/>
                <a:gd name="connsiteX158" fmla="*/ 1223445 w 1385794"/>
                <a:gd name="connsiteY158" fmla="*/ 825180 h 1212067"/>
                <a:gd name="connsiteX159" fmla="*/ 1222267 w 1385794"/>
                <a:gd name="connsiteY159" fmla="*/ 829183 h 1212067"/>
                <a:gd name="connsiteX160" fmla="*/ 1221493 w 1385794"/>
                <a:gd name="connsiteY160" fmla="*/ 833758 h 1212067"/>
                <a:gd name="connsiteX161" fmla="*/ 1219642 w 1385794"/>
                <a:gd name="connsiteY161" fmla="*/ 837661 h 1212067"/>
                <a:gd name="connsiteX162" fmla="*/ 1217354 w 1385794"/>
                <a:gd name="connsiteY162" fmla="*/ 839073 h 1212067"/>
                <a:gd name="connsiteX163" fmla="*/ 1213551 w 1385794"/>
                <a:gd name="connsiteY163" fmla="*/ 840890 h 1212067"/>
                <a:gd name="connsiteX164" fmla="*/ 1213551 w 1385794"/>
                <a:gd name="connsiteY164" fmla="*/ 842639 h 1212067"/>
                <a:gd name="connsiteX165" fmla="*/ 1216916 w 1385794"/>
                <a:gd name="connsiteY165" fmla="*/ 847652 h 1212067"/>
                <a:gd name="connsiteX166" fmla="*/ 1220080 w 1385794"/>
                <a:gd name="connsiteY166" fmla="*/ 851016 h 1212067"/>
                <a:gd name="connsiteX167" fmla="*/ 1220012 w 1385794"/>
                <a:gd name="connsiteY167" fmla="*/ 851890 h 1212067"/>
                <a:gd name="connsiteX168" fmla="*/ 1220517 w 1385794"/>
                <a:gd name="connsiteY168" fmla="*/ 854716 h 1212067"/>
                <a:gd name="connsiteX169" fmla="*/ 1220517 w 1385794"/>
                <a:gd name="connsiteY169" fmla="*/ 856566 h 1212067"/>
                <a:gd name="connsiteX170" fmla="*/ 1219305 w 1385794"/>
                <a:gd name="connsiteY170" fmla="*/ 856734 h 1212067"/>
                <a:gd name="connsiteX171" fmla="*/ 1216579 w 1385794"/>
                <a:gd name="connsiteY171" fmla="*/ 857441 h 1212067"/>
                <a:gd name="connsiteX172" fmla="*/ 1212676 w 1385794"/>
                <a:gd name="connsiteY172" fmla="*/ 857441 h 1212067"/>
                <a:gd name="connsiteX173" fmla="*/ 1210825 w 1385794"/>
                <a:gd name="connsiteY173" fmla="*/ 857441 h 1212067"/>
                <a:gd name="connsiteX174" fmla="*/ 1209512 w 1385794"/>
                <a:gd name="connsiteY174" fmla="*/ 859291 h 1212067"/>
                <a:gd name="connsiteX175" fmla="*/ 1208974 w 1385794"/>
                <a:gd name="connsiteY175" fmla="*/ 859829 h 1212067"/>
                <a:gd name="connsiteX176" fmla="*/ 1206685 w 1385794"/>
                <a:gd name="connsiteY176" fmla="*/ 863294 h 1212067"/>
                <a:gd name="connsiteX177" fmla="*/ 1202983 w 1385794"/>
                <a:gd name="connsiteY177" fmla="*/ 862520 h 1212067"/>
                <a:gd name="connsiteX178" fmla="*/ 1200930 w 1385794"/>
                <a:gd name="connsiteY178" fmla="*/ 864438 h 1212067"/>
                <a:gd name="connsiteX179" fmla="*/ 1198978 w 1385794"/>
                <a:gd name="connsiteY179" fmla="*/ 866120 h 1212067"/>
                <a:gd name="connsiteX180" fmla="*/ 1197026 w 1385794"/>
                <a:gd name="connsiteY180" fmla="*/ 866120 h 1212067"/>
                <a:gd name="connsiteX181" fmla="*/ 1194098 w 1385794"/>
                <a:gd name="connsiteY181" fmla="*/ 863395 h 1212067"/>
                <a:gd name="connsiteX182" fmla="*/ 1190497 w 1385794"/>
                <a:gd name="connsiteY182" fmla="*/ 860670 h 1212067"/>
                <a:gd name="connsiteX183" fmla="*/ 1187435 w 1385794"/>
                <a:gd name="connsiteY183" fmla="*/ 858921 h 1212067"/>
                <a:gd name="connsiteX184" fmla="*/ 1185045 w 1385794"/>
                <a:gd name="connsiteY184" fmla="*/ 858046 h 1212067"/>
                <a:gd name="connsiteX185" fmla="*/ 1182117 w 1385794"/>
                <a:gd name="connsiteY185" fmla="*/ 855019 h 1212067"/>
                <a:gd name="connsiteX186" fmla="*/ 1180367 w 1385794"/>
                <a:gd name="connsiteY186" fmla="*/ 855120 h 1212067"/>
                <a:gd name="connsiteX187" fmla="*/ 1177910 w 1385794"/>
                <a:gd name="connsiteY187" fmla="*/ 857542 h 1212067"/>
                <a:gd name="connsiteX188" fmla="*/ 1175958 w 1385794"/>
                <a:gd name="connsiteY188" fmla="*/ 858315 h 1212067"/>
                <a:gd name="connsiteX189" fmla="*/ 1172694 w 1385794"/>
                <a:gd name="connsiteY189" fmla="*/ 859190 h 1212067"/>
                <a:gd name="connsiteX190" fmla="*/ 1171920 w 1385794"/>
                <a:gd name="connsiteY190" fmla="*/ 861242 h 1212067"/>
                <a:gd name="connsiteX191" fmla="*/ 1171920 w 1385794"/>
                <a:gd name="connsiteY191" fmla="*/ 863630 h 1212067"/>
                <a:gd name="connsiteX192" fmla="*/ 1173266 w 1385794"/>
                <a:gd name="connsiteY192" fmla="*/ 865481 h 1212067"/>
                <a:gd name="connsiteX193" fmla="*/ 1173636 w 1385794"/>
                <a:gd name="connsiteY193" fmla="*/ 867768 h 1212067"/>
                <a:gd name="connsiteX194" fmla="*/ 1173636 w 1385794"/>
                <a:gd name="connsiteY194" fmla="*/ 868844 h 1212067"/>
                <a:gd name="connsiteX195" fmla="*/ 1174612 w 1385794"/>
                <a:gd name="connsiteY195" fmla="*/ 871132 h 1212067"/>
                <a:gd name="connsiteX196" fmla="*/ 1175824 w 1385794"/>
                <a:gd name="connsiteY196" fmla="*/ 875270 h 1212067"/>
                <a:gd name="connsiteX197" fmla="*/ 1177338 w 1385794"/>
                <a:gd name="connsiteY197" fmla="*/ 877557 h 1212067"/>
                <a:gd name="connsiteX198" fmla="*/ 1175386 w 1385794"/>
                <a:gd name="connsiteY198" fmla="*/ 882065 h 1212067"/>
                <a:gd name="connsiteX199" fmla="*/ 1175958 w 1385794"/>
                <a:gd name="connsiteY199" fmla="*/ 887279 h 1212067"/>
                <a:gd name="connsiteX200" fmla="*/ 1177978 w 1385794"/>
                <a:gd name="connsiteY200" fmla="*/ 893502 h 1212067"/>
                <a:gd name="connsiteX201" fmla="*/ 1178685 w 1385794"/>
                <a:gd name="connsiteY201" fmla="*/ 896261 h 1212067"/>
                <a:gd name="connsiteX202" fmla="*/ 1178987 w 1385794"/>
                <a:gd name="connsiteY202" fmla="*/ 899019 h 1212067"/>
                <a:gd name="connsiteX203" fmla="*/ 1178281 w 1385794"/>
                <a:gd name="connsiteY203" fmla="*/ 901778 h 1212067"/>
                <a:gd name="connsiteX204" fmla="*/ 1177708 w 1385794"/>
                <a:gd name="connsiteY204" fmla="*/ 905243 h 1212067"/>
                <a:gd name="connsiteX205" fmla="*/ 1176564 w 1385794"/>
                <a:gd name="connsiteY205" fmla="*/ 909010 h 1212067"/>
                <a:gd name="connsiteX206" fmla="*/ 1175992 w 1385794"/>
                <a:gd name="connsiteY206" fmla="*/ 910760 h 1212067"/>
                <a:gd name="connsiteX207" fmla="*/ 1174982 w 1385794"/>
                <a:gd name="connsiteY207" fmla="*/ 913821 h 1212067"/>
                <a:gd name="connsiteX208" fmla="*/ 1173973 w 1385794"/>
                <a:gd name="connsiteY208" fmla="*/ 915570 h 1212067"/>
                <a:gd name="connsiteX209" fmla="*/ 1172829 w 1385794"/>
                <a:gd name="connsiteY209" fmla="*/ 916714 h 1212067"/>
                <a:gd name="connsiteX210" fmla="*/ 1171079 w 1385794"/>
                <a:gd name="connsiteY210" fmla="*/ 916714 h 1212067"/>
                <a:gd name="connsiteX211" fmla="*/ 1169497 w 1385794"/>
                <a:gd name="connsiteY211" fmla="*/ 915839 h 1212067"/>
                <a:gd name="connsiteX212" fmla="*/ 1167309 w 1385794"/>
                <a:gd name="connsiteY212" fmla="*/ 913821 h 1212067"/>
                <a:gd name="connsiteX213" fmla="*/ 1166165 w 1385794"/>
                <a:gd name="connsiteY213" fmla="*/ 912946 h 1212067"/>
                <a:gd name="connsiteX214" fmla="*/ 1164718 w 1385794"/>
                <a:gd name="connsiteY214" fmla="*/ 910188 h 1212067"/>
                <a:gd name="connsiteX215" fmla="*/ 1164718 w 1385794"/>
                <a:gd name="connsiteY215" fmla="*/ 908169 h 1212067"/>
                <a:gd name="connsiteX216" fmla="*/ 1162968 w 1385794"/>
                <a:gd name="connsiteY216" fmla="*/ 906151 h 1212067"/>
                <a:gd name="connsiteX217" fmla="*/ 1161958 w 1385794"/>
                <a:gd name="connsiteY217" fmla="*/ 902821 h 1212067"/>
                <a:gd name="connsiteX218" fmla="*/ 1160814 w 1385794"/>
                <a:gd name="connsiteY218" fmla="*/ 900062 h 1212067"/>
                <a:gd name="connsiteX219" fmla="*/ 1159232 w 1385794"/>
                <a:gd name="connsiteY219" fmla="*/ 898044 h 1212067"/>
                <a:gd name="connsiteX220" fmla="*/ 1156102 w 1385794"/>
                <a:gd name="connsiteY220" fmla="*/ 897169 h 1212067"/>
                <a:gd name="connsiteX221" fmla="*/ 1154588 w 1385794"/>
                <a:gd name="connsiteY221" fmla="*/ 896597 h 1212067"/>
                <a:gd name="connsiteX222" fmla="*/ 1154588 w 1385794"/>
                <a:gd name="connsiteY222" fmla="*/ 896732 h 1212067"/>
                <a:gd name="connsiteX223" fmla="*/ 1151121 w 1385794"/>
                <a:gd name="connsiteY223" fmla="*/ 896025 h 1212067"/>
                <a:gd name="connsiteX224" fmla="*/ 1149237 w 1385794"/>
                <a:gd name="connsiteY224" fmla="*/ 896900 h 1212067"/>
                <a:gd name="connsiteX225" fmla="*/ 1148496 w 1385794"/>
                <a:gd name="connsiteY225" fmla="*/ 898481 h 1212067"/>
                <a:gd name="connsiteX226" fmla="*/ 1147352 w 1385794"/>
                <a:gd name="connsiteY226" fmla="*/ 899625 h 1212067"/>
                <a:gd name="connsiteX227" fmla="*/ 1145030 w 1385794"/>
                <a:gd name="connsiteY227" fmla="*/ 900499 h 1212067"/>
                <a:gd name="connsiteX228" fmla="*/ 1143650 w 1385794"/>
                <a:gd name="connsiteY228" fmla="*/ 898481 h 1212067"/>
                <a:gd name="connsiteX229" fmla="*/ 1142405 w 1385794"/>
                <a:gd name="connsiteY229" fmla="*/ 895588 h 1212067"/>
                <a:gd name="connsiteX230" fmla="*/ 1142405 w 1385794"/>
                <a:gd name="connsiteY230" fmla="*/ 893267 h 1212067"/>
                <a:gd name="connsiteX231" fmla="*/ 1143112 w 1385794"/>
                <a:gd name="connsiteY231" fmla="*/ 891080 h 1212067"/>
                <a:gd name="connsiteX232" fmla="*/ 1142977 w 1385794"/>
                <a:gd name="connsiteY232" fmla="*/ 888894 h 1212067"/>
                <a:gd name="connsiteX233" fmla="*/ 1140285 w 1385794"/>
                <a:gd name="connsiteY233" fmla="*/ 886068 h 1212067"/>
                <a:gd name="connsiteX234" fmla="*/ 1134563 w 1385794"/>
                <a:gd name="connsiteY234" fmla="*/ 882233 h 1212067"/>
                <a:gd name="connsiteX235" fmla="*/ 1127900 w 1385794"/>
                <a:gd name="connsiteY235" fmla="*/ 879340 h 1212067"/>
                <a:gd name="connsiteX236" fmla="*/ 1124433 w 1385794"/>
                <a:gd name="connsiteY236" fmla="*/ 878196 h 1212067"/>
                <a:gd name="connsiteX237" fmla="*/ 1115448 w 1385794"/>
                <a:gd name="connsiteY237" fmla="*/ 873790 h 1212067"/>
                <a:gd name="connsiteX238" fmla="*/ 1114000 w 1385794"/>
                <a:gd name="connsiteY238" fmla="*/ 867768 h 1212067"/>
                <a:gd name="connsiteX239" fmla="*/ 1111981 w 1385794"/>
                <a:gd name="connsiteY239" fmla="*/ 863698 h 1212067"/>
                <a:gd name="connsiteX240" fmla="*/ 1113428 w 1385794"/>
                <a:gd name="connsiteY240" fmla="*/ 862554 h 1212067"/>
                <a:gd name="connsiteX241" fmla="*/ 1114000 w 1385794"/>
                <a:gd name="connsiteY241" fmla="*/ 859358 h 1212067"/>
                <a:gd name="connsiteX242" fmla="*/ 1114303 w 1385794"/>
                <a:gd name="connsiteY242" fmla="*/ 857912 h 1212067"/>
                <a:gd name="connsiteX243" fmla="*/ 1111981 w 1385794"/>
                <a:gd name="connsiteY243" fmla="*/ 857037 h 1212067"/>
                <a:gd name="connsiteX244" fmla="*/ 1105015 w 1385794"/>
                <a:gd name="connsiteY244" fmla="*/ 855893 h 1212067"/>
                <a:gd name="connsiteX245" fmla="*/ 1101548 w 1385794"/>
                <a:gd name="connsiteY245" fmla="*/ 855893 h 1212067"/>
                <a:gd name="connsiteX246" fmla="*/ 1099529 w 1385794"/>
                <a:gd name="connsiteY246" fmla="*/ 856768 h 1212067"/>
                <a:gd name="connsiteX247" fmla="*/ 1097510 w 1385794"/>
                <a:gd name="connsiteY247" fmla="*/ 857071 h 1212067"/>
                <a:gd name="connsiteX248" fmla="*/ 1092596 w 1385794"/>
                <a:gd name="connsiteY248" fmla="*/ 855624 h 1212067"/>
                <a:gd name="connsiteX249" fmla="*/ 1089971 w 1385794"/>
                <a:gd name="connsiteY249" fmla="*/ 854749 h 1212067"/>
                <a:gd name="connsiteX250" fmla="*/ 1089433 w 1385794"/>
                <a:gd name="connsiteY250" fmla="*/ 852664 h 1212067"/>
                <a:gd name="connsiteX251" fmla="*/ 1088120 w 1385794"/>
                <a:gd name="connsiteY251" fmla="*/ 850477 h 1212067"/>
                <a:gd name="connsiteX252" fmla="*/ 1086606 w 1385794"/>
                <a:gd name="connsiteY252" fmla="*/ 849199 h 1212067"/>
                <a:gd name="connsiteX253" fmla="*/ 1084586 w 1385794"/>
                <a:gd name="connsiteY253" fmla="*/ 848493 h 1212067"/>
                <a:gd name="connsiteX254" fmla="*/ 1082634 w 1385794"/>
                <a:gd name="connsiteY254" fmla="*/ 847719 h 1212067"/>
                <a:gd name="connsiteX255" fmla="*/ 1081187 w 1385794"/>
                <a:gd name="connsiteY255" fmla="*/ 846373 h 1212067"/>
                <a:gd name="connsiteX256" fmla="*/ 1081995 w 1385794"/>
                <a:gd name="connsiteY256" fmla="*/ 844826 h 1212067"/>
                <a:gd name="connsiteX257" fmla="*/ 1081456 w 1385794"/>
                <a:gd name="connsiteY257" fmla="*/ 843043 h 1212067"/>
                <a:gd name="connsiteX258" fmla="*/ 1078932 w 1385794"/>
                <a:gd name="connsiteY258" fmla="*/ 841058 h 1212067"/>
                <a:gd name="connsiteX259" fmla="*/ 1077149 w 1385794"/>
                <a:gd name="connsiteY259" fmla="*/ 839242 h 1212067"/>
                <a:gd name="connsiteX260" fmla="*/ 1076846 w 1385794"/>
                <a:gd name="connsiteY260" fmla="*/ 837930 h 1212067"/>
                <a:gd name="connsiteX261" fmla="*/ 1076846 w 1385794"/>
                <a:gd name="connsiteY261" fmla="*/ 835676 h 1212067"/>
                <a:gd name="connsiteX262" fmla="*/ 1077216 w 1385794"/>
                <a:gd name="connsiteY262" fmla="*/ 833422 h 1212067"/>
                <a:gd name="connsiteX263" fmla="*/ 1077283 w 1385794"/>
                <a:gd name="connsiteY263" fmla="*/ 830933 h 1212067"/>
                <a:gd name="connsiteX264" fmla="*/ 1079706 w 1385794"/>
                <a:gd name="connsiteY264" fmla="*/ 828746 h 1212067"/>
                <a:gd name="connsiteX265" fmla="*/ 1081423 w 1385794"/>
                <a:gd name="connsiteY265" fmla="*/ 827771 h 1212067"/>
                <a:gd name="connsiteX266" fmla="*/ 1082803 w 1385794"/>
                <a:gd name="connsiteY266" fmla="*/ 826122 h 1212067"/>
                <a:gd name="connsiteX267" fmla="*/ 1083004 w 1385794"/>
                <a:gd name="connsiteY267" fmla="*/ 824440 h 1212067"/>
                <a:gd name="connsiteX268" fmla="*/ 1083274 w 1385794"/>
                <a:gd name="connsiteY268" fmla="*/ 822859 h 1212067"/>
                <a:gd name="connsiteX269" fmla="*/ 1085192 w 1385794"/>
                <a:gd name="connsiteY269" fmla="*/ 821648 h 1212067"/>
                <a:gd name="connsiteX270" fmla="*/ 1087077 w 1385794"/>
                <a:gd name="connsiteY270" fmla="*/ 820874 h 1212067"/>
                <a:gd name="connsiteX271" fmla="*/ 1089365 w 1385794"/>
                <a:gd name="connsiteY271" fmla="*/ 819865 h 1212067"/>
                <a:gd name="connsiteX272" fmla="*/ 1092495 w 1385794"/>
                <a:gd name="connsiteY272" fmla="*/ 815627 h 1212067"/>
                <a:gd name="connsiteX273" fmla="*/ 1094010 w 1385794"/>
                <a:gd name="connsiteY273" fmla="*/ 813373 h 1212067"/>
                <a:gd name="connsiteX274" fmla="*/ 1093909 w 1385794"/>
                <a:gd name="connsiteY274" fmla="*/ 811354 h 1212067"/>
                <a:gd name="connsiteX275" fmla="*/ 1093505 w 1385794"/>
                <a:gd name="connsiteY275" fmla="*/ 806914 h 1212067"/>
                <a:gd name="connsiteX276" fmla="*/ 1094649 w 1385794"/>
                <a:gd name="connsiteY276" fmla="*/ 801061 h 1212067"/>
                <a:gd name="connsiteX277" fmla="*/ 1093505 w 1385794"/>
                <a:gd name="connsiteY277" fmla="*/ 795846 h 1212067"/>
                <a:gd name="connsiteX278" fmla="*/ 1092764 w 1385794"/>
                <a:gd name="connsiteY278" fmla="*/ 786562 h 1212067"/>
                <a:gd name="connsiteX279" fmla="*/ 1089870 w 1385794"/>
                <a:gd name="connsiteY279" fmla="*/ 778758 h 1212067"/>
                <a:gd name="connsiteX280" fmla="*/ 1087110 w 1385794"/>
                <a:gd name="connsiteY280" fmla="*/ 772232 h 1212067"/>
                <a:gd name="connsiteX281" fmla="*/ 1086505 w 1385794"/>
                <a:gd name="connsiteY281" fmla="*/ 768027 h 1212067"/>
                <a:gd name="connsiteX282" fmla="*/ 1083577 w 1385794"/>
                <a:gd name="connsiteY282" fmla="*/ 765739 h 1212067"/>
                <a:gd name="connsiteX283" fmla="*/ 1080985 w 1385794"/>
                <a:gd name="connsiteY283" fmla="*/ 765537 h 1212067"/>
                <a:gd name="connsiteX284" fmla="*/ 1077283 w 1385794"/>
                <a:gd name="connsiteY284" fmla="*/ 765100 h 1212067"/>
                <a:gd name="connsiteX285" fmla="*/ 1074019 w 1385794"/>
                <a:gd name="connsiteY285" fmla="*/ 764023 h 1212067"/>
                <a:gd name="connsiteX286" fmla="*/ 1072168 w 1385794"/>
                <a:gd name="connsiteY286" fmla="*/ 761433 h 1212067"/>
                <a:gd name="connsiteX287" fmla="*/ 1071629 w 1385794"/>
                <a:gd name="connsiteY287" fmla="*/ 758170 h 1212067"/>
                <a:gd name="connsiteX288" fmla="*/ 1072168 w 1385794"/>
                <a:gd name="connsiteY288" fmla="*/ 754907 h 1212067"/>
                <a:gd name="connsiteX289" fmla="*/ 1071629 w 1385794"/>
                <a:gd name="connsiteY289" fmla="*/ 751644 h 1212067"/>
                <a:gd name="connsiteX290" fmla="*/ 1073043 w 1385794"/>
                <a:gd name="connsiteY290" fmla="*/ 746968 h 1212067"/>
                <a:gd name="connsiteX291" fmla="*/ 1074355 w 1385794"/>
                <a:gd name="connsiteY291" fmla="*/ 745454 h 1212067"/>
                <a:gd name="connsiteX292" fmla="*/ 1075668 w 1385794"/>
                <a:gd name="connsiteY292" fmla="*/ 743066 h 1212067"/>
                <a:gd name="connsiteX293" fmla="*/ 1078495 w 1385794"/>
                <a:gd name="connsiteY293" fmla="*/ 741754 h 1212067"/>
                <a:gd name="connsiteX294" fmla="*/ 1079370 w 1385794"/>
                <a:gd name="connsiteY294" fmla="*/ 741418 h 1212067"/>
                <a:gd name="connsiteX295" fmla="*/ 1080884 w 1385794"/>
                <a:gd name="connsiteY295" fmla="*/ 740442 h 1212067"/>
                <a:gd name="connsiteX296" fmla="*/ 1082634 w 1385794"/>
                <a:gd name="connsiteY296" fmla="*/ 738592 h 1212067"/>
                <a:gd name="connsiteX297" fmla="*/ 1083274 w 1385794"/>
                <a:gd name="connsiteY297" fmla="*/ 736641 h 1212067"/>
                <a:gd name="connsiteX298" fmla="*/ 1083476 w 1385794"/>
                <a:gd name="connsiteY298" fmla="*/ 733815 h 1212067"/>
                <a:gd name="connsiteX299" fmla="*/ 1083375 w 1385794"/>
                <a:gd name="connsiteY299" fmla="*/ 731225 h 1212067"/>
                <a:gd name="connsiteX300" fmla="*/ 1081086 w 1385794"/>
                <a:gd name="connsiteY300" fmla="*/ 727962 h 1212067"/>
                <a:gd name="connsiteX301" fmla="*/ 1079235 w 1385794"/>
                <a:gd name="connsiteY301" fmla="*/ 724362 h 1212067"/>
                <a:gd name="connsiteX302" fmla="*/ 1076610 w 1385794"/>
                <a:gd name="connsiteY302" fmla="*/ 721738 h 1212067"/>
                <a:gd name="connsiteX303" fmla="*/ 1074995 w 1385794"/>
                <a:gd name="connsiteY303" fmla="*/ 721301 h 1212067"/>
                <a:gd name="connsiteX304" fmla="*/ 1071629 w 1385794"/>
                <a:gd name="connsiteY304" fmla="*/ 720426 h 1212067"/>
                <a:gd name="connsiteX305" fmla="*/ 1068802 w 1385794"/>
                <a:gd name="connsiteY305" fmla="*/ 719888 h 1212067"/>
                <a:gd name="connsiteX306" fmla="*/ 1067725 w 1385794"/>
                <a:gd name="connsiteY306" fmla="*/ 718273 h 1212067"/>
                <a:gd name="connsiteX307" fmla="*/ 1066548 w 1385794"/>
                <a:gd name="connsiteY307" fmla="*/ 714472 h 1212067"/>
                <a:gd name="connsiteX308" fmla="*/ 1064797 w 1385794"/>
                <a:gd name="connsiteY308" fmla="*/ 711209 h 1212067"/>
                <a:gd name="connsiteX309" fmla="*/ 1063485 w 1385794"/>
                <a:gd name="connsiteY309" fmla="*/ 708922 h 1212067"/>
                <a:gd name="connsiteX310" fmla="*/ 1061196 w 1385794"/>
                <a:gd name="connsiteY310" fmla="*/ 706197 h 1212067"/>
                <a:gd name="connsiteX311" fmla="*/ 1059244 w 1385794"/>
                <a:gd name="connsiteY311" fmla="*/ 704246 h 1212067"/>
                <a:gd name="connsiteX312" fmla="*/ 1056653 w 1385794"/>
                <a:gd name="connsiteY312" fmla="*/ 703270 h 1212067"/>
                <a:gd name="connsiteX313" fmla="*/ 1051235 w 1385794"/>
                <a:gd name="connsiteY313" fmla="*/ 703068 h 1212067"/>
                <a:gd name="connsiteX314" fmla="*/ 1049485 w 1385794"/>
                <a:gd name="connsiteY314" fmla="*/ 702194 h 1212067"/>
                <a:gd name="connsiteX315" fmla="*/ 1047533 w 1385794"/>
                <a:gd name="connsiteY315" fmla="*/ 700108 h 1212067"/>
                <a:gd name="connsiteX316" fmla="*/ 1047970 w 1385794"/>
                <a:gd name="connsiteY316" fmla="*/ 698796 h 1212067"/>
                <a:gd name="connsiteX317" fmla="*/ 1047533 w 1385794"/>
                <a:gd name="connsiteY317" fmla="*/ 697148 h 1212067"/>
                <a:gd name="connsiteX318" fmla="*/ 1045076 w 1385794"/>
                <a:gd name="connsiteY318" fmla="*/ 695163 h 1212067"/>
                <a:gd name="connsiteX319" fmla="*/ 1042686 w 1385794"/>
                <a:gd name="connsiteY319" fmla="*/ 692472 h 1212067"/>
                <a:gd name="connsiteX320" fmla="*/ 1042350 w 1385794"/>
                <a:gd name="connsiteY320" fmla="*/ 689579 h 1212067"/>
                <a:gd name="connsiteX321" fmla="*/ 1041643 w 1385794"/>
                <a:gd name="connsiteY321" fmla="*/ 685677 h 1212067"/>
                <a:gd name="connsiteX322" fmla="*/ 1041643 w 1385794"/>
                <a:gd name="connsiteY322" fmla="*/ 682851 h 1212067"/>
                <a:gd name="connsiteX323" fmla="*/ 1040129 w 1385794"/>
                <a:gd name="connsiteY323" fmla="*/ 682044 h 1212067"/>
                <a:gd name="connsiteX324" fmla="*/ 1037167 w 1385794"/>
                <a:gd name="connsiteY324" fmla="*/ 681976 h 1212067"/>
                <a:gd name="connsiteX325" fmla="*/ 1033835 w 1385794"/>
                <a:gd name="connsiteY325" fmla="*/ 681976 h 1212067"/>
                <a:gd name="connsiteX326" fmla="*/ 1030705 w 1385794"/>
                <a:gd name="connsiteY326" fmla="*/ 681236 h 1212067"/>
                <a:gd name="connsiteX327" fmla="*/ 1029124 w 1385794"/>
                <a:gd name="connsiteY327" fmla="*/ 681236 h 1212067"/>
                <a:gd name="connsiteX328" fmla="*/ 1027441 w 1385794"/>
                <a:gd name="connsiteY328" fmla="*/ 681203 h 1212067"/>
                <a:gd name="connsiteX329" fmla="*/ 1023268 w 1385794"/>
                <a:gd name="connsiteY329" fmla="*/ 680227 h 1212067"/>
                <a:gd name="connsiteX330" fmla="*/ 1021316 w 1385794"/>
                <a:gd name="connsiteY330" fmla="*/ 677502 h 1212067"/>
                <a:gd name="connsiteX331" fmla="*/ 1020777 w 1385794"/>
                <a:gd name="connsiteY331" fmla="*/ 675652 h 1212067"/>
                <a:gd name="connsiteX332" fmla="*/ 1020777 w 1385794"/>
                <a:gd name="connsiteY332" fmla="*/ 674138 h 1212067"/>
                <a:gd name="connsiteX333" fmla="*/ 1023369 w 1385794"/>
                <a:gd name="connsiteY333" fmla="*/ 672625 h 1212067"/>
                <a:gd name="connsiteX334" fmla="*/ 1024883 w 1385794"/>
                <a:gd name="connsiteY334" fmla="*/ 671548 h 1212067"/>
                <a:gd name="connsiteX335" fmla="*/ 1028585 w 1385794"/>
                <a:gd name="connsiteY335" fmla="*/ 671548 h 1212067"/>
                <a:gd name="connsiteX336" fmla="*/ 1032052 w 1385794"/>
                <a:gd name="connsiteY336" fmla="*/ 671548 h 1212067"/>
                <a:gd name="connsiteX337" fmla="*/ 1033801 w 1385794"/>
                <a:gd name="connsiteY337" fmla="*/ 670371 h 1212067"/>
                <a:gd name="connsiteX338" fmla="*/ 1035552 w 1385794"/>
                <a:gd name="connsiteY338" fmla="*/ 669395 h 1212067"/>
                <a:gd name="connsiteX339" fmla="*/ 1038379 w 1385794"/>
                <a:gd name="connsiteY339" fmla="*/ 668083 h 1212067"/>
                <a:gd name="connsiteX340" fmla="*/ 1039422 w 1385794"/>
                <a:gd name="connsiteY340" fmla="*/ 666771 h 1212067"/>
                <a:gd name="connsiteX341" fmla="*/ 1039893 w 1385794"/>
                <a:gd name="connsiteY341" fmla="*/ 664820 h 1212067"/>
                <a:gd name="connsiteX342" fmla="*/ 1039893 w 1385794"/>
                <a:gd name="connsiteY342" fmla="*/ 661994 h 1212067"/>
                <a:gd name="connsiteX343" fmla="*/ 1039253 w 1385794"/>
                <a:gd name="connsiteY343" fmla="*/ 660245 h 1212067"/>
                <a:gd name="connsiteX344" fmla="*/ 1037739 w 1385794"/>
                <a:gd name="connsiteY344" fmla="*/ 659371 h 1212067"/>
                <a:gd name="connsiteX345" fmla="*/ 1035552 w 1385794"/>
                <a:gd name="connsiteY345" fmla="*/ 659371 h 1212067"/>
                <a:gd name="connsiteX346" fmla="*/ 1032052 w 1385794"/>
                <a:gd name="connsiteY346" fmla="*/ 659371 h 1212067"/>
                <a:gd name="connsiteX347" fmla="*/ 1025085 w 1385794"/>
                <a:gd name="connsiteY347" fmla="*/ 659371 h 1212067"/>
                <a:gd name="connsiteX348" fmla="*/ 1019869 w 1385794"/>
                <a:gd name="connsiteY348" fmla="*/ 659371 h 1212067"/>
                <a:gd name="connsiteX349" fmla="*/ 1012700 w 1385794"/>
                <a:gd name="connsiteY349" fmla="*/ 659371 h 1212067"/>
                <a:gd name="connsiteX350" fmla="*/ 1006945 w 1385794"/>
                <a:gd name="connsiteY350" fmla="*/ 659371 h 1212067"/>
                <a:gd name="connsiteX351" fmla="*/ 1000753 w 1385794"/>
                <a:gd name="connsiteY351" fmla="*/ 658059 h 1212067"/>
                <a:gd name="connsiteX352" fmla="*/ 996714 w 1385794"/>
                <a:gd name="connsiteY352" fmla="*/ 658059 h 1212067"/>
                <a:gd name="connsiteX353" fmla="*/ 993012 w 1385794"/>
                <a:gd name="connsiteY353" fmla="*/ 656175 h 1212067"/>
                <a:gd name="connsiteX354" fmla="*/ 990825 w 1385794"/>
                <a:gd name="connsiteY354" fmla="*/ 652441 h 1212067"/>
                <a:gd name="connsiteX355" fmla="*/ 986752 w 1385794"/>
                <a:gd name="connsiteY355" fmla="*/ 652441 h 1212067"/>
                <a:gd name="connsiteX356" fmla="*/ 984026 w 1385794"/>
                <a:gd name="connsiteY356" fmla="*/ 656578 h 1212067"/>
                <a:gd name="connsiteX357" fmla="*/ 981738 w 1385794"/>
                <a:gd name="connsiteY357" fmla="*/ 655266 h 1212067"/>
                <a:gd name="connsiteX358" fmla="*/ 977767 w 1385794"/>
                <a:gd name="connsiteY358" fmla="*/ 653450 h 1212067"/>
                <a:gd name="connsiteX359" fmla="*/ 972617 w 1385794"/>
                <a:gd name="connsiteY359" fmla="*/ 650422 h 1212067"/>
                <a:gd name="connsiteX360" fmla="*/ 965887 w 1385794"/>
                <a:gd name="connsiteY360" fmla="*/ 643694 h 1212067"/>
                <a:gd name="connsiteX361" fmla="*/ 956901 w 1385794"/>
                <a:gd name="connsiteY361" fmla="*/ 634915 h 1212067"/>
                <a:gd name="connsiteX362" fmla="*/ 948117 w 1385794"/>
                <a:gd name="connsiteY362" fmla="*/ 624789 h 1212067"/>
                <a:gd name="connsiteX363" fmla="*/ 947040 w 1385794"/>
                <a:gd name="connsiteY363" fmla="*/ 620450 h 1212067"/>
                <a:gd name="connsiteX364" fmla="*/ 942396 w 1385794"/>
                <a:gd name="connsiteY364" fmla="*/ 616110 h 1212067"/>
                <a:gd name="connsiteX365" fmla="*/ 938323 w 1385794"/>
                <a:gd name="connsiteY365" fmla="*/ 614361 h 1212067"/>
                <a:gd name="connsiteX366" fmla="*/ 930213 w 1385794"/>
                <a:gd name="connsiteY366" fmla="*/ 611602 h 1212067"/>
                <a:gd name="connsiteX367" fmla="*/ 925299 w 1385794"/>
                <a:gd name="connsiteY367" fmla="*/ 608978 h 1212067"/>
                <a:gd name="connsiteX368" fmla="*/ 920655 w 1385794"/>
                <a:gd name="connsiteY368" fmla="*/ 608978 h 1212067"/>
                <a:gd name="connsiteX369" fmla="*/ 916010 w 1385794"/>
                <a:gd name="connsiteY369" fmla="*/ 606960 h 1212067"/>
                <a:gd name="connsiteX370" fmla="*/ 916010 w 1385794"/>
                <a:gd name="connsiteY370" fmla="*/ 604639 h 1212067"/>
                <a:gd name="connsiteX371" fmla="*/ 916010 w 1385794"/>
                <a:gd name="connsiteY371" fmla="*/ 600871 h 1212067"/>
                <a:gd name="connsiteX372" fmla="*/ 915876 w 1385794"/>
                <a:gd name="connsiteY372" fmla="*/ 597675 h 1212067"/>
                <a:gd name="connsiteX373" fmla="*/ 914698 w 1385794"/>
                <a:gd name="connsiteY373" fmla="*/ 594210 h 1212067"/>
                <a:gd name="connsiteX374" fmla="*/ 912948 w 1385794"/>
                <a:gd name="connsiteY374" fmla="*/ 590746 h 1212067"/>
                <a:gd name="connsiteX375" fmla="*/ 912376 w 1385794"/>
                <a:gd name="connsiteY375" fmla="*/ 587550 h 1212067"/>
                <a:gd name="connsiteX376" fmla="*/ 912376 w 1385794"/>
                <a:gd name="connsiteY376" fmla="*/ 583917 h 1212067"/>
                <a:gd name="connsiteX377" fmla="*/ 912376 w 1385794"/>
                <a:gd name="connsiteY377" fmla="*/ 579443 h 1212067"/>
                <a:gd name="connsiteX378" fmla="*/ 912308 w 1385794"/>
                <a:gd name="connsiteY378" fmla="*/ 578804 h 1212067"/>
                <a:gd name="connsiteX379" fmla="*/ 914126 w 1385794"/>
                <a:gd name="connsiteY379" fmla="*/ 575978 h 1212067"/>
                <a:gd name="connsiteX380" fmla="*/ 918905 w 1385794"/>
                <a:gd name="connsiteY380" fmla="*/ 575978 h 1212067"/>
                <a:gd name="connsiteX381" fmla="*/ 921059 w 1385794"/>
                <a:gd name="connsiteY381" fmla="*/ 575978 h 1212067"/>
                <a:gd name="connsiteX382" fmla="*/ 924121 w 1385794"/>
                <a:gd name="connsiteY382" fmla="*/ 575978 h 1212067"/>
                <a:gd name="connsiteX383" fmla="*/ 926746 w 1385794"/>
                <a:gd name="connsiteY383" fmla="*/ 577424 h 1212067"/>
                <a:gd name="connsiteX384" fmla="*/ 929641 w 1385794"/>
                <a:gd name="connsiteY384" fmla="*/ 575978 h 1212067"/>
                <a:gd name="connsiteX385" fmla="*/ 930213 w 1385794"/>
                <a:gd name="connsiteY385" fmla="*/ 573354 h 1212067"/>
                <a:gd name="connsiteX386" fmla="*/ 930213 w 1385794"/>
                <a:gd name="connsiteY386" fmla="*/ 569889 h 1212067"/>
                <a:gd name="connsiteX387" fmla="*/ 929641 w 1385794"/>
                <a:gd name="connsiteY387" fmla="*/ 562051 h 1212067"/>
                <a:gd name="connsiteX388" fmla="*/ 929775 w 1385794"/>
                <a:gd name="connsiteY388" fmla="*/ 559730 h 1212067"/>
                <a:gd name="connsiteX389" fmla="*/ 928631 w 1385794"/>
                <a:gd name="connsiteY389" fmla="*/ 558283 h 1212067"/>
                <a:gd name="connsiteX390" fmla="*/ 928496 w 1385794"/>
                <a:gd name="connsiteY390" fmla="*/ 557106 h 1212067"/>
                <a:gd name="connsiteX391" fmla="*/ 929237 w 1385794"/>
                <a:gd name="connsiteY391" fmla="*/ 555660 h 1212067"/>
                <a:gd name="connsiteX392" fmla="*/ 930246 w 1385794"/>
                <a:gd name="connsiteY392" fmla="*/ 553776 h 1212067"/>
                <a:gd name="connsiteX393" fmla="*/ 930246 w 1385794"/>
                <a:gd name="connsiteY393" fmla="*/ 552464 h 1212067"/>
                <a:gd name="connsiteX394" fmla="*/ 929506 w 1385794"/>
                <a:gd name="connsiteY394" fmla="*/ 549840 h 1212067"/>
                <a:gd name="connsiteX395" fmla="*/ 926881 w 1385794"/>
                <a:gd name="connsiteY395" fmla="*/ 546577 h 1212067"/>
                <a:gd name="connsiteX396" fmla="*/ 923549 w 1385794"/>
                <a:gd name="connsiteY396" fmla="*/ 544626 h 1212067"/>
                <a:gd name="connsiteX397" fmla="*/ 920655 w 1385794"/>
                <a:gd name="connsiteY397" fmla="*/ 544626 h 1212067"/>
                <a:gd name="connsiteX398" fmla="*/ 919713 w 1385794"/>
                <a:gd name="connsiteY398" fmla="*/ 542843 h 1212067"/>
                <a:gd name="connsiteX399" fmla="*/ 919780 w 1385794"/>
                <a:gd name="connsiteY399" fmla="*/ 542136 h 1212067"/>
                <a:gd name="connsiteX400" fmla="*/ 920890 w 1385794"/>
                <a:gd name="connsiteY400" fmla="*/ 541127 h 1212067"/>
                <a:gd name="connsiteX401" fmla="*/ 922775 w 1385794"/>
                <a:gd name="connsiteY401" fmla="*/ 540219 h 1212067"/>
                <a:gd name="connsiteX402" fmla="*/ 926645 w 1385794"/>
                <a:gd name="connsiteY402" fmla="*/ 538268 h 1212067"/>
                <a:gd name="connsiteX403" fmla="*/ 938559 w 1385794"/>
                <a:gd name="connsiteY403" fmla="*/ 533222 h 1212067"/>
                <a:gd name="connsiteX404" fmla="*/ 947679 w 1385794"/>
                <a:gd name="connsiteY404" fmla="*/ 528109 h 1212067"/>
                <a:gd name="connsiteX405" fmla="*/ 957473 w 1385794"/>
                <a:gd name="connsiteY405" fmla="*/ 523332 h 1212067"/>
                <a:gd name="connsiteX406" fmla="*/ 962353 w 1385794"/>
                <a:gd name="connsiteY406" fmla="*/ 519430 h 1212067"/>
                <a:gd name="connsiteX407" fmla="*/ 967367 w 1385794"/>
                <a:gd name="connsiteY407" fmla="*/ 513038 h 1212067"/>
                <a:gd name="connsiteX408" fmla="*/ 969319 w 1385794"/>
                <a:gd name="connsiteY408" fmla="*/ 506411 h 1212067"/>
                <a:gd name="connsiteX409" fmla="*/ 973021 w 1385794"/>
                <a:gd name="connsiteY409" fmla="*/ 500423 h 1212067"/>
                <a:gd name="connsiteX410" fmla="*/ 974771 w 1385794"/>
                <a:gd name="connsiteY410" fmla="*/ 496958 h 1212067"/>
                <a:gd name="connsiteX411" fmla="*/ 979449 w 1385794"/>
                <a:gd name="connsiteY411" fmla="*/ 495781 h 1212067"/>
                <a:gd name="connsiteX412" fmla="*/ 980762 w 1385794"/>
                <a:gd name="connsiteY412" fmla="*/ 493393 h 1212067"/>
                <a:gd name="connsiteX413" fmla="*/ 984666 w 1385794"/>
                <a:gd name="connsiteY413" fmla="*/ 489490 h 1212067"/>
                <a:gd name="connsiteX414" fmla="*/ 985204 w 1385794"/>
                <a:gd name="connsiteY414" fmla="*/ 487539 h 1212067"/>
                <a:gd name="connsiteX415" fmla="*/ 988772 w 1385794"/>
                <a:gd name="connsiteY415" fmla="*/ 484276 h 1212067"/>
                <a:gd name="connsiteX416" fmla="*/ 992238 w 1385794"/>
                <a:gd name="connsiteY416" fmla="*/ 482224 h 1212067"/>
                <a:gd name="connsiteX417" fmla="*/ 994089 w 1385794"/>
                <a:gd name="connsiteY417" fmla="*/ 479399 h 1212067"/>
                <a:gd name="connsiteX418" fmla="*/ 993988 w 1385794"/>
                <a:gd name="connsiteY418" fmla="*/ 474285 h 1212067"/>
                <a:gd name="connsiteX419" fmla="*/ 992911 w 1385794"/>
                <a:gd name="connsiteY419" fmla="*/ 469509 h 1212067"/>
                <a:gd name="connsiteX420" fmla="*/ 992373 w 1385794"/>
                <a:gd name="connsiteY420" fmla="*/ 463756 h 1212067"/>
                <a:gd name="connsiteX421" fmla="*/ 990084 w 1385794"/>
                <a:gd name="connsiteY421" fmla="*/ 460594 h 1212067"/>
                <a:gd name="connsiteX422" fmla="*/ 987358 w 1385794"/>
                <a:gd name="connsiteY422" fmla="*/ 456456 h 1212067"/>
                <a:gd name="connsiteX423" fmla="*/ 986483 w 1385794"/>
                <a:gd name="connsiteY423" fmla="*/ 453530 h 1212067"/>
                <a:gd name="connsiteX424" fmla="*/ 985945 w 1385794"/>
                <a:gd name="connsiteY424" fmla="*/ 451478 h 1212067"/>
                <a:gd name="connsiteX425" fmla="*/ 983555 w 1385794"/>
                <a:gd name="connsiteY425" fmla="*/ 447575 h 1212067"/>
                <a:gd name="connsiteX426" fmla="*/ 982142 w 1385794"/>
                <a:gd name="connsiteY426" fmla="*/ 445523 h 1212067"/>
                <a:gd name="connsiteX427" fmla="*/ 983993 w 1385794"/>
                <a:gd name="connsiteY427" fmla="*/ 442159 h 1212067"/>
                <a:gd name="connsiteX428" fmla="*/ 985945 w 1385794"/>
                <a:gd name="connsiteY428" fmla="*/ 439771 h 1212067"/>
                <a:gd name="connsiteX429" fmla="*/ 986921 w 1385794"/>
                <a:gd name="connsiteY429" fmla="*/ 438694 h 1212067"/>
                <a:gd name="connsiteX430" fmla="*/ 987022 w 1385794"/>
                <a:gd name="connsiteY430" fmla="*/ 435970 h 1212067"/>
                <a:gd name="connsiteX431" fmla="*/ 984195 w 1385794"/>
                <a:gd name="connsiteY431" fmla="*/ 433144 h 1212067"/>
                <a:gd name="connsiteX432" fmla="*/ 980594 w 1385794"/>
                <a:gd name="connsiteY432" fmla="*/ 429444 h 1212067"/>
                <a:gd name="connsiteX433" fmla="*/ 976555 w 1385794"/>
                <a:gd name="connsiteY433" fmla="*/ 427493 h 1212067"/>
                <a:gd name="connsiteX434" fmla="*/ 972416 w 1385794"/>
                <a:gd name="connsiteY434" fmla="*/ 426517 h 1212067"/>
                <a:gd name="connsiteX435" fmla="*/ 967536 w 1385794"/>
                <a:gd name="connsiteY435" fmla="*/ 426517 h 1212067"/>
                <a:gd name="connsiteX436" fmla="*/ 963194 w 1385794"/>
                <a:gd name="connsiteY436" fmla="*/ 425979 h 1212067"/>
                <a:gd name="connsiteX437" fmla="*/ 956228 w 1385794"/>
                <a:gd name="connsiteY437" fmla="*/ 425979 h 1212067"/>
                <a:gd name="connsiteX438" fmla="*/ 951752 w 1385794"/>
                <a:gd name="connsiteY438" fmla="*/ 427392 h 1212067"/>
                <a:gd name="connsiteX439" fmla="*/ 948184 w 1385794"/>
                <a:gd name="connsiteY439" fmla="*/ 428704 h 1212067"/>
                <a:gd name="connsiteX440" fmla="*/ 945357 w 1385794"/>
                <a:gd name="connsiteY440" fmla="*/ 429242 h 1212067"/>
                <a:gd name="connsiteX441" fmla="*/ 942766 w 1385794"/>
                <a:gd name="connsiteY441" fmla="*/ 430756 h 1212067"/>
                <a:gd name="connsiteX442" fmla="*/ 940814 w 1385794"/>
                <a:gd name="connsiteY442" fmla="*/ 431630 h 1212067"/>
                <a:gd name="connsiteX443" fmla="*/ 936237 w 1385794"/>
                <a:gd name="connsiteY443" fmla="*/ 432505 h 1212067"/>
                <a:gd name="connsiteX444" fmla="*/ 932097 w 1385794"/>
                <a:gd name="connsiteY444" fmla="*/ 434456 h 1212067"/>
                <a:gd name="connsiteX445" fmla="*/ 928496 w 1385794"/>
                <a:gd name="connsiteY445" fmla="*/ 436071 h 1212067"/>
                <a:gd name="connsiteX446" fmla="*/ 926544 w 1385794"/>
                <a:gd name="connsiteY446" fmla="*/ 436306 h 1212067"/>
                <a:gd name="connsiteX447" fmla="*/ 924491 w 1385794"/>
                <a:gd name="connsiteY447" fmla="*/ 438055 h 1212067"/>
                <a:gd name="connsiteX448" fmla="*/ 922439 w 1385794"/>
                <a:gd name="connsiteY448" fmla="*/ 441419 h 1212067"/>
                <a:gd name="connsiteX449" fmla="*/ 919511 w 1385794"/>
                <a:gd name="connsiteY449" fmla="*/ 443909 h 1212067"/>
                <a:gd name="connsiteX450" fmla="*/ 915708 w 1385794"/>
                <a:gd name="connsiteY450" fmla="*/ 446398 h 1212067"/>
                <a:gd name="connsiteX451" fmla="*/ 910054 w 1385794"/>
                <a:gd name="connsiteY451" fmla="*/ 450199 h 1212067"/>
                <a:gd name="connsiteX452" fmla="*/ 904501 w 1385794"/>
                <a:gd name="connsiteY452" fmla="*/ 454640 h 1212067"/>
                <a:gd name="connsiteX453" fmla="*/ 903323 w 1385794"/>
                <a:gd name="connsiteY453" fmla="*/ 455952 h 1212067"/>
                <a:gd name="connsiteX454" fmla="*/ 900832 w 1385794"/>
                <a:gd name="connsiteY454" fmla="*/ 457028 h 1212067"/>
                <a:gd name="connsiteX455" fmla="*/ 898544 w 1385794"/>
                <a:gd name="connsiteY455" fmla="*/ 457802 h 1212067"/>
                <a:gd name="connsiteX456" fmla="*/ 892789 w 1385794"/>
                <a:gd name="connsiteY456" fmla="*/ 457802 h 1212067"/>
                <a:gd name="connsiteX457" fmla="*/ 888649 w 1385794"/>
                <a:gd name="connsiteY457" fmla="*/ 458138 h 1212067"/>
                <a:gd name="connsiteX458" fmla="*/ 882019 w 1385794"/>
                <a:gd name="connsiteY458" fmla="*/ 458340 h 1212067"/>
                <a:gd name="connsiteX459" fmla="*/ 875490 w 1385794"/>
                <a:gd name="connsiteY459" fmla="*/ 457802 h 1212067"/>
                <a:gd name="connsiteX460" fmla="*/ 873336 w 1385794"/>
                <a:gd name="connsiteY460" fmla="*/ 454640 h 1212067"/>
                <a:gd name="connsiteX461" fmla="*/ 871149 w 1385794"/>
                <a:gd name="connsiteY461" fmla="*/ 452453 h 1212067"/>
                <a:gd name="connsiteX462" fmla="*/ 866370 w 1385794"/>
                <a:gd name="connsiteY462" fmla="*/ 451579 h 1212067"/>
                <a:gd name="connsiteX463" fmla="*/ 860178 w 1385794"/>
                <a:gd name="connsiteY463" fmla="*/ 451780 h 1212067"/>
                <a:gd name="connsiteX464" fmla="*/ 857788 w 1385794"/>
                <a:gd name="connsiteY464" fmla="*/ 451679 h 1212067"/>
                <a:gd name="connsiteX465" fmla="*/ 853884 w 1385794"/>
                <a:gd name="connsiteY465" fmla="*/ 449190 h 1212067"/>
                <a:gd name="connsiteX466" fmla="*/ 851394 w 1385794"/>
                <a:gd name="connsiteY466" fmla="*/ 444851 h 1212067"/>
                <a:gd name="connsiteX467" fmla="*/ 850317 w 1385794"/>
                <a:gd name="connsiteY467" fmla="*/ 443000 h 1212067"/>
                <a:gd name="connsiteX468" fmla="*/ 847591 w 1385794"/>
                <a:gd name="connsiteY468" fmla="*/ 438863 h 1212067"/>
                <a:gd name="connsiteX469" fmla="*/ 844124 w 1385794"/>
                <a:gd name="connsiteY469" fmla="*/ 438425 h 1212067"/>
                <a:gd name="connsiteX470" fmla="*/ 840658 w 1385794"/>
                <a:gd name="connsiteY470" fmla="*/ 440376 h 1212067"/>
                <a:gd name="connsiteX471" fmla="*/ 838706 w 1385794"/>
                <a:gd name="connsiteY471" fmla="*/ 441991 h 1212067"/>
                <a:gd name="connsiteX472" fmla="*/ 837393 w 1385794"/>
                <a:gd name="connsiteY472" fmla="*/ 443841 h 1212067"/>
                <a:gd name="connsiteX473" fmla="*/ 833691 w 1385794"/>
                <a:gd name="connsiteY473" fmla="*/ 443841 h 1212067"/>
                <a:gd name="connsiteX474" fmla="*/ 829350 w 1385794"/>
                <a:gd name="connsiteY474" fmla="*/ 444043 h 1212067"/>
                <a:gd name="connsiteX475" fmla="*/ 825984 w 1385794"/>
                <a:gd name="connsiteY475" fmla="*/ 445120 h 1212067"/>
                <a:gd name="connsiteX476" fmla="*/ 823797 w 1385794"/>
                <a:gd name="connsiteY476" fmla="*/ 446734 h 1212067"/>
                <a:gd name="connsiteX477" fmla="*/ 818143 w 1385794"/>
                <a:gd name="connsiteY477" fmla="*/ 448786 h 1212067"/>
                <a:gd name="connsiteX478" fmla="*/ 813566 w 1385794"/>
                <a:gd name="connsiteY478" fmla="*/ 450199 h 1212067"/>
                <a:gd name="connsiteX479" fmla="*/ 810739 w 1385794"/>
                <a:gd name="connsiteY479" fmla="*/ 452117 h 1212067"/>
                <a:gd name="connsiteX480" fmla="*/ 807811 w 1385794"/>
                <a:gd name="connsiteY480" fmla="*/ 452487 h 1212067"/>
                <a:gd name="connsiteX481" fmla="*/ 804143 w 1385794"/>
                <a:gd name="connsiteY481" fmla="*/ 452487 h 1212067"/>
                <a:gd name="connsiteX482" fmla="*/ 799801 w 1385794"/>
                <a:gd name="connsiteY482" fmla="*/ 450738 h 1212067"/>
                <a:gd name="connsiteX483" fmla="*/ 795897 w 1385794"/>
                <a:gd name="connsiteY483" fmla="*/ 449964 h 1212067"/>
                <a:gd name="connsiteX484" fmla="*/ 792195 w 1385794"/>
                <a:gd name="connsiteY484" fmla="*/ 448652 h 1212067"/>
                <a:gd name="connsiteX485" fmla="*/ 787315 w 1385794"/>
                <a:gd name="connsiteY485" fmla="*/ 446701 h 1212067"/>
                <a:gd name="connsiteX486" fmla="*/ 785464 w 1385794"/>
                <a:gd name="connsiteY486" fmla="*/ 446465 h 1212067"/>
                <a:gd name="connsiteX487" fmla="*/ 781661 w 1385794"/>
                <a:gd name="connsiteY487" fmla="*/ 447004 h 1212067"/>
                <a:gd name="connsiteX488" fmla="*/ 780786 w 1385794"/>
                <a:gd name="connsiteY488" fmla="*/ 449190 h 1212067"/>
                <a:gd name="connsiteX489" fmla="*/ 781561 w 1385794"/>
                <a:gd name="connsiteY489" fmla="*/ 452016 h 1212067"/>
                <a:gd name="connsiteX490" fmla="*/ 784926 w 1385794"/>
                <a:gd name="connsiteY490" fmla="*/ 453765 h 1212067"/>
                <a:gd name="connsiteX491" fmla="*/ 790041 w 1385794"/>
                <a:gd name="connsiteY491" fmla="*/ 456389 h 1212067"/>
                <a:gd name="connsiteX492" fmla="*/ 794719 w 1385794"/>
                <a:gd name="connsiteY492" fmla="*/ 458777 h 1212067"/>
                <a:gd name="connsiteX493" fmla="*/ 795796 w 1385794"/>
                <a:gd name="connsiteY493" fmla="*/ 462478 h 1212067"/>
                <a:gd name="connsiteX494" fmla="*/ 797008 w 1385794"/>
                <a:gd name="connsiteY494" fmla="*/ 465943 h 1212067"/>
                <a:gd name="connsiteX495" fmla="*/ 798859 w 1385794"/>
                <a:gd name="connsiteY495" fmla="*/ 469744 h 1212067"/>
                <a:gd name="connsiteX496" fmla="*/ 802561 w 1385794"/>
                <a:gd name="connsiteY496" fmla="*/ 473209 h 1212067"/>
                <a:gd name="connsiteX497" fmla="*/ 804075 w 1385794"/>
                <a:gd name="connsiteY497" fmla="*/ 474723 h 1212067"/>
                <a:gd name="connsiteX498" fmla="*/ 807542 w 1385794"/>
                <a:gd name="connsiteY498" fmla="*/ 477346 h 1212067"/>
                <a:gd name="connsiteX499" fmla="*/ 808518 w 1385794"/>
                <a:gd name="connsiteY499" fmla="*/ 479634 h 1212067"/>
                <a:gd name="connsiteX500" fmla="*/ 805792 w 1385794"/>
                <a:gd name="connsiteY500" fmla="*/ 482258 h 1212067"/>
                <a:gd name="connsiteX501" fmla="*/ 800239 w 1385794"/>
                <a:gd name="connsiteY501" fmla="*/ 485857 h 1212067"/>
                <a:gd name="connsiteX502" fmla="*/ 796974 w 1385794"/>
                <a:gd name="connsiteY502" fmla="*/ 487808 h 1212067"/>
                <a:gd name="connsiteX503" fmla="*/ 792936 w 1385794"/>
                <a:gd name="connsiteY503" fmla="*/ 492148 h 1212067"/>
                <a:gd name="connsiteX504" fmla="*/ 791522 w 1385794"/>
                <a:gd name="connsiteY504" fmla="*/ 493897 h 1212067"/>
                <a:gd name="connsiteX505" fmla="*/ 788056 w 1385794"/>
                <a:gd name="connsiteY505" fmla="*/ 497160 h 1212067"/>
                <a:gd name="connsiteX506" fmla="*/ 785868 w 1385794"/>
                <a:gd name="connsiteY506" fmla="*/ 500524 h 1212067"/>
                <a:gd name="connsiteX507" fmla="*/ 785431 w 1385794"/>
                <a:gd name="connsiteY507" fmla="*/ 503249 h 1212067"/>
                <a:gd name="connsiteX508" fmla="*/ 784657 w 1385794"/>
                <a:gd name="connsiteY508" fmla="*/ 506512 h 1212067"/>
                <a:gd name="connsiteX509" fmla="*/ 782469 w 1385794"/>
                <a:gd name="connsiteY509" fmla="*/ 507151 h 1212067"/>
                <a:gd name="connsiteX510" fmla="*/ 779104 w 1385794"/>
                <a:gd name="connsiteY510" fmla="*/ 506714 h 1212067"/>
                <a:gd name="connsiteX511" fmla="*/ 777051 w 1385794"/>
                <a:gd name="connsiteY511" fmla="*/ 504325 h 1212067"/>
                <a:gd name="connsiteX512" fmla="*/ 775200 w 1385794"/>
                <a:gd name="connsiteY512" fmla="*/ 499751 h 1212067"/>
                <a:gd name="connsiteX513" fmla="*/ 771397 w 1385794"/>
                <a:gd name="connsiteY513" fmla="*/ 498001 h 1212067"/>
                <a:gd name="connsiteX514" fmla="*/ 768132 w 1385794"/>
                <a:gd name="connsiteY514" fmla="*/ 498977 h 1212067"/>
                <a:gd name="connsiteX515" fmla="*/ 764767 w 1385794"/>
                <a:gd name="connsiteY515" fmla="*/ 501802 h 1212067"/>
                <a:gd name="connsiteX516" fmla="*/ 763791 w 1385794"/>
                <a:gd name="connsiteY516" fmla="*/ 502442 h 1212067"/>
                <a:gd name="connsiteX517" fmla="*/ 759988 w 1385794"/>
                <a:gd name="connsiteY517" fmla="*/ 499280 h 1212067"/>
                <a:gd name="connsiteX518" fmla="*/ 757699 w 1385794"/>
                <a:gd name="connsiteY518" fmla="*/ 494503 h 1212067"/>
                <a:gd name="connsiteX519" fmla="*/ 756723 w 1385794"/>
                <a:gd name="connsiteY519" fmla="*/ 493090 h 1212067"/>
                <a:gd name="connsiteX520" fmla="*/ 754872 w 1385794"/>
                <a:gd name="connsiteY520" fmla="*/ 491038 h 1212067"/>
                <a:gd name="connsiteX521" fmla="*/ 752685 w 1385794"/>
                <a:gd name="connsiteY521" fmla="*/ 489524 h 1212067"/>
                <a:gd name="connsiteX522" fmla="*/ 750396 w 1385794"/>
                <a:gd name="connsiteY522" fmla="*/ 489423 h 1212067"/>
                <a:gd name="connsiteX523" fmla="*/ 748209 w 1385794"/>
                <a:gd name="connsiteY523" fmla="*/ 489423 h 1212067"/>
                <a:gd name="connsiteX524" fmla="*/ 744608 w 1385794"/>
                <a:gd name="connsiteY524" fmla="*/ 489524 h 1212067"/>
                <a:gd name="connsiteX525" fmla="*/ 742757 w 1385794"/>
                <a:gd name="connsiteY525" fmla="*/ 488986 h 1212067"/>
                <a:gd name="connsiteX526" fmla="*/ 740367 w 1385794"/>
                <a:gd name="connsiteY526" fmla="*/ 487371 h 1212067"/>
                <a:gd name="connsiteX527" fmla="*/ 739290 w 1385794"/>
                <a:gd name="connsiteY527" fmla="*/ 484343 h 1212067"/>
                <a:gd name="connsiteX528" fmla="*/ 739290 w 1385794"/>
                <a:gd name="connsiteY528" fmla="*/ 481181 h 1212067"/>
                <a:gd name="connsiteX529" fmla="*/ 739223 w 1385794"/>
                <a:gd name="connsiteY529" fmla="*/ 478692 h 1212067"/>
                <a:gd name="connsiteX530" fmla="*/ 739122 w 1385794"/>
                <a:gd name="connsiteY530" fmla="*/ 477178 h 1212067"/>
                <a:gd name="connsiteX531" fmla="*/ 737103 w 1385794"/>
                <a:gd name="connsiteY531" fmla="*/ 475429 h 1212067"/>
                <a:gd name="connsiteX532" fmla="*/ 734478 w 1385794"/>
                <a:gd name="connsiteY532" fmla="*/ 474353 h 1212067"/>
                <a:gd name="connsiteX533" fmla="*/ 732963 w 1385794"/>
                <a:gd name="connsiteY533" fmla="*/ 473141 h 1212067"/>
                <a:gd name="connsiteX534" fmla="*/ 731213 w 1385794"/>
                <a:gd name="connsiteY534" fmla="*/ 470854 h 1212067"/>
                <a:gd name="connsiteX535" fmla="*/ 728925 w 1385794"/>
                <a:gd name="connsiteY535" fmla="*/ 467591 h 1212067"/>
                <a:gd name="connsiteX536" fmla="*/ 728925 w 1385794"/>
                <a:gd name="connsiteY536" fmla="*/ 466279 h 1212067"/>
                <a:gd name="connsiteX537" fmla="*/ 730540 w 1385794"/>
                <a:gd name="connsiteY537" fmla="*/ 463992 h 1212067"/>
                <a:gd name="connsiteX538" fmla="*/ 733030 w 1385794"/>
                <a:gd name="connsiteY538" fmla="*/ 462579 h 1212067"/>
                <a:gd name="connsiteX539" fmla="*/ 735521 w 1385794"/>
                <a:gd name="connsiteY539" fmla="*/ 461805 h 1212067"/>
                <a:gd name="connsiteX540" fmla="*/ 737910 w 1385794"/>
                <a:gd name="connsiteY540" fmla="*/ 458004 h 1212067"/>
                <a:gd name="connsiteX541" fmla="*/ 735858 w 1385794"/>
                <a:gd name="connsiteY541" fmla="*/ 455817 h 1212067"/>
                <a:gd name="connsiteX542" fmla="*/ 731718 w 1385794"/>
                <a:gd name="connsiteY542" fmla="*/ 454841 h 1212067"/>
                <a:gd name="connsiteX543" fmla="*/ 727578 w 1385794"/>
                <a:gd name="connsiteY543" fmla="*/ 455279 h 1212067"/>
                <a:gd name="connsiteX544" fmla="*/ 725290 w 1385794"/>
                <a:gd name="connsiteY544" fmla="*/ 456456 h 1212067"/>
                <a:gd name="connsiteX545" fmla="*/ 722026 w 1385794"/>
                <a:gd name="connsiteY545" fmla="*/ 459181 h 1212067"/>
                <a:gd name="connsiteX546" fmla="*/ 719535 w 1385794"/>
                <a:gd name="connsiteY546" fmla="*/ 460493 h 1212067"/>
                <a:gd name="connsiteX547" fmla="*/ 717785 w 1385794"/>
                <a:gd name="connsiteY547" fmla="*/ 462007 h 1212067"/>
                <a:gd name="connsiteX548" fmla="*/ 714857 w 1385794"/>
                <a:gd name="connsiteY548" fmla="*/ 462343 h 1212067"/>
                <a:gd name="connsiteX549" fmla="*/ 711391 w 1385794"/>
                <a:gd name="connsiteY549" fmla="*/ 461704 h 1212067"/>
                <a:gd name="connsiteX550" fmla="*/ 708665 w 1385794"/>
                <a:gd name="connsiteY550" fmla="*/ 459854 h 1212067"/>
                <a:gd name="connsiteX551" fmla="*/ 706713 w 1385794"/>
                <a:gd name="connsiteY551" fmla="*/ 457129 h 1212067"/>
                <a:gd name="connsiteX552" fmla="*/ 706174 w 1385794"/>
                <a:gd name="connsiteY552" fmla="*/ 454841 h 1212067"/>
                <a:gd name="connsiteX553" fmla="*/ 704121 w 1385794"/>
                <a:gd name="connsiteY553" fmla="*/ 453866 h 1212067"/>
                <a:gd name="connsiteX554" fmla="*/ 700655 w 1385794"/>
                <a:gd name="connsiteY554" fmla="*/ 453866 h 1212067"/>
                <a:gd name="connsiteX555" fmla="*/ 698467 w 1385794"/>
                <a:gd name="connsiteY555" fmla="*/ 452453 h 1212067"/>
                <a:gd name="connsiteX556" fmla="*/ 699679 w 1385794"/>
                <a:gd name="connsiteY556" fmla="*/ 449527 h 1212067"/>
                <a:gd name="connsiteX557" fmla="*/ 702405 w 1385794"/>
                <a:gd name="connsiteY557" fmla="*/ 447037 h 1212067"/>
                <a:gd name="connsiteX558" fmla="*/ 702405 w 1385794"/>
                <a:gd name="connsiteY558" fmla="*/ 443673 h 1212067"/>
                <a:gd name="connsiteX559" fmla="*/ 700890 w 1385794"/>
                <a:gd name="connsiteY559" fmla="*/ 442361 h 1212067"/>
                <a:gd name="connsiteX560" fmla="*/ 698467 w 1385794"/>
                <a:gd name="connsiteY560" fmla="*/ 439973 h 1212067"/>
                <a:gd name="connsiteX561" fmla="*/ 699713 w 1385794"/>
                <a:gd name="connsiteY561" fmla="*/ 437921 h 1212067"/>
                <a:gd name="connsiteX562" fmla="*/ 701227 w 1385794"/>
                <a:gd name="connsiteY562" fmla="*/ 436272 h 1212067"/>
                <a:gd name="connsiteX563" fmla="*/ 702741 w 1385794"/>
                <a:gd name="connsiteY563" fmla="*/ 434759 h 1212067"/>
                <a:gd name="connsiteX564" fmla="*/ 701530 w 1385794"/>
                <a:gd name="connsiteY564" fmla="*/ 431933 h 1212067"/>
                <a:gd name="connsiteX565" fmla="*/ 700991 w 1385794"/>
                <a:gd name="connsiteY565" fmla="*/ 430520 h 1212067"/>
                <a:gd name="connsiteX566" fmla="*/ 702506 w 1385794"/>
                <a:gd name="connsiteY566" fmla="*/ 428670 h 1212067"/>
                <a:gd name="connsiteX567" fmla="*/ 703381 w 1385794"/>
                <a:gd name="connsiteY567" fmla="*/ 427694 h 1212067"/>
                <a:gd name="connsiteX568" fmla="*/ 703583 w 1385794"/>
                <a:gd name="connsiteY568" fmla="*/ 424667 h 1212067"/>
                <a:gd name="connsiteX569" fmla="*/ 702506 w 1385794"/>
                <a:gd name="connsiteY569" fmla="*/ 422177 h 1212067"/>
                <a:gd name="connsiteX570" fmla="*/ 704693 w 1385794"/>
                <a:gd name="connsiteY570" fmla="*/ 419789 h 1212067"/>
                <a:gd name="connsiteX571" fmla="*/ 706208 w 1385794"/>
                <a:gd name="connsiteY571" fmla="*/ 418040 h 1212067"/>
                <a:gd name="connsiteX572" fmla="*/ 706208 w 1385794"/>
                <a:gd name="connsiteY572" fmla="*/ 414878 h 1212067"/>
                <a:gd name="connsiteX573" fmla="*/ 703818 w 1385794"/>
                <a:gd name="connsiteY573" fmla="*/ 411716 h 1212067"/>
                <a:gd name="connsiteX574" fmla="*/ 701328 w 1385794"/>
                <a:gd name="connsiteY574" fmla="*/ 410740 h 1212067"/>
                <a:gd name="connsiteX575" fmla="*/ 697962 w 1385794"/>
                <a:gd name="connsiteY575" fmla="*/ 410740 h 1212067"/>
                <a:gd name="connsiteX576" fmla="*/ 696212 w 1385794"/>
                <a:gd name="connsiteY576" fmla="*/ 410740 h 1212067"/>
                <a:gd name="connsiteX577" fmla="*/ 694462 w 1385794"/>
                <a:gd name="connsiteY577" fmla="*/ 410740 h 1212067"/>
                <a:gd name="connsiteX578" fmla="*/ 690996 w 1385794"/>
                <a:gd name="connsiteY578" fmla="*/ 410740 h 1212067"/>
                <a:gd name="connsiteX579" fmla="*/ 690222 w 1385794"/>
                <a:gd name="connsiteY579" fmla="*/ 412590 h 1212067"/>
                <a:gd name="connsiteX580" fmla="*/ 688707 w 1385794"/>
                <a:gd name="connsiteY580" fmla="*/ 413465 h 1212067"/>
                <a:gd name="connsiteX581" fmla="*/ 687193 w 1385794"/>
                <a:gd name="connsiteY581" fmla="*/ 412489 h 1212067"/>
                <a:gd name="connsiteX582" fmla="*/ 684366 w 1385794"/>
                <a:gd name="connsiteY582" fmla="*/ 411514 h 1212067"/>
                <a:gd name="connsiteX583" fmla="*/ 682515 w 1385794"/>
                <a:gd name="connsiteY583" fmla="*/ 411312 h 1212067"/>
                <a:gd name="connsiteX584" fmla="*/ 680226 w 1385794"/>
                <a:gd name="connsiteY584" fmla="*/ 411648 h 1212067"/>
                <a:gd name="connsiteX585" fmla="*/ 678375 w 1385794"/>
                <a:gd name="connsiteY585" fmla="*/ 412422 h 1212067"/>
                <a:gd name="connsiteX586" fmla="*/ 674135 w 1385794"/>
                <a:gd name="connsiteY586" fmla="*/ 410807 h 1212067"/>
                <a:gd name="connsiteX587" fmla="*/ 673597 w 1385794"/>
                <a:gd name="connsiteY587" fmla="*/ 409394 h 1212067"/>
                <a:gd name="connsiteX588" fmla="*/ 676087 w 1385794"/>
                <a:gd name="connsiteY588" fmla="*/ 403104 h 1212067"/>
                <a:gd name="connsiteX589" fmla="*/ 673597 w 1385794"/>
                <a:gd name="connsiteY589" fmla="*/ 398226 h 1212067"/>
                <a:gd name="connsiteX590" fmla="*/ 670568 w 1385794"/>
                <a:gd name="connsiteY590" fmla="*/ 396914 h 1212067"/>
                <a:gd name="connsiteX591" fmla="*/ 668380 w 1385794"/>
                <a:gd name="connsiteY591" fmla="*/ 396914 h 1212067"/>
                <a:gd name="connsiteX592" fmla="*/ 664914 w 1385794"/>
                <a:gd name="connsiteY592" fmla="*/ 396914 h 1212067"/>
                <a:gd name="connsiteX593" fmla="*/ 662962 w 1385794"/>
                <a:gd name="connsiteY593" fmla="*/ 395064 h 1212067"/>
                <a:gd name="connsiteX594" fmla="*/ 662962 w 1385794"/>
                <a:gd name="connsiteY594" fmla="*/ 393113 h 1212067"/>
                <a:gd name="connsiteX595" fmla="*/ 659058 w 1385794"/>
                <a:gd name="connsiteY595" fmla="*/ 392339 h 1212067"/>
                <a:gd name="connsiteX596" fmla="*/ 658519 w 1385794"/>
                <a:gd name="connsiteY596" fmla="*/ 389312 h 1212067"/>
                <a:gd name="connsiteX597" fmla="*/ 658957 w 1385794"/>
                <a:gd name="connsiteY597" fmla="*/ 386048 h 1212067"/>
                <a:gd name="connsiteX598" fmla="*/ 659159 w 1385794"/>
                <a:gd name="connsiteY598" fmla="*/ 382785 h 1212067"/>
                <a:gd name="connsiteX599" fmla="*/ 659058 w 1385794"/>
                <a:gd name="connsiteY599" fmla="*/ 379321 h 1212067"/>
                <a:gd name="connsiteX600" fmla="*/ 657442 w 1385794"/>
                <a:gd name="connsiteY600" fmla="*/ 377370 h 1212067"/>
                <a:gd name="connsiteX601" fmla="*/ 656231 w 1385794"/>
                <a:gd name="connsiteY601" fmla="*/ 375183 h 1212067"/>
                <a:gd name="connsiteX602" fmla="*/ 657745 w 1385794"/>
                <a:gd name="connsiteY602" fmla="*/ 372122 h 1212067"/>
                <a:gd name="connsiteX603" fmla="*/ 655457 w 1385794"/>
                <a:gd name="connsiteY603" fmla="*/ 368960 h 1212067"/>
                <a:gd name="connsiteX604" fmla="*/ 652293 w 1385794"/>
                <a:gd name="connsiteY604" fmla="*/ 368051 h 1212067"/>
                <a:gd name="connsiteX605" fmla="*/ 648591 w 1385794"/>
                <a:gd name="connsiteY605" fmla="*/ 367345 h 1212067"/>
                <a:gd name="connsiteX606" fmla="*/ 642298 w 1385794"/>
                <a:gd name="connsiteY606" fmla="*/ 367345 h 1212067"/>
                <a:gd name="connsiteX607" fmla="*/ 636879 w 1385794"/>
                <a:gd name="connsiteY607" fmla="*/ 365495 h 1212067"/>
                <a:gd name="connsiteX608" fmla="*/ 633076 w 1385794"/>
                <a:gd name="connsiteY608" fmla="*/ 362871 h 1212067"/>
                <a:gd name="connsiteX609" fmla="*/ 629172 w 1385794"/>
                <a:gd name="connsiteY609" fmla="*/ 360381 h 1212067"/>
                <a:gd name="connsiteX610" fmla="*/ 625269 w 1385794"/>
                <a:gd name="connsiteY610" fmla="*/ 357758 h 1212067"/>
                <a:gd name="connsiteX611" fmla="*/ 620052 w 1385794"/>
                <a:gd name="connsiteY611" fmla="*/ 358397 h 1212067"/>
                <a:gd name="connsiteX612" fmla="*/ 617999 w 1385794"/>
                <a:gd name="connsiteY612" fmla="*/ 352846 h 1212067"/>
                <a:gd name="connsiteX613" fmla="*/ 612345 w 1385794"/>
                <a:gd name="connsiteY613" fmla="*/ 349045 h 1212067"/>
                <a:gd name="connsiteX614" fmla="*/ 608980 w 1385794"/>
                <a:gd name="connsiteY614" fmla="*/ 348507 h 1212067"/>
                <a:gd name="connsiteX615" fmla="*/ 601811 w 1385794"/>
                <a:gd name="connsiteY615" fmla="*/ 346993 h 1212067"/>
                <a:gd name="connsiteX616" fmla="*/ 597032 w 1385794"/>
                <a:gd name="connsiteY616" fmla="*/ 346993 h 1212067"/>
                <a:gd name="connsiteX617" fmla="*/ 594407 w 1385794"/>
                <a:gd name="connsiteY617" fmla="*/ 346959 h 1212067"/>
                <a:gd name="connsiteX618" fmla="*/ 590268 w 1385794"/>
                <a:gd name="connsiteY618" fmla="*/ 348204 h 1212067"/>
                <a:gd name="connsiteX619" fmla="*/ 587542 w 1385794"/>
                <a:gd name="connsiteY619" fmla="*/ 348978 h 1212067"/>
                <a:gd name="connsiteX620" fmla="*/ 582763 w 1385794"/>
                <a:gd name="connsiteY620" fmla="*/ 345513 h 1212067"/>
                <a:gd name="connsiteX621" fmla="*/ 587239 w 1385794"/>
                <a:gd name="connsiteY621" fmla="*/ 345513 h 1212067"/>
                <a:gd name="connsiteX622" fmla="*/ 589830 w 1385794"/>
                <a:gd name="connsiteY622" fmla="*/ 345378 h 1212067"/>
                <a:gd name="connsiteX623" fmla="*/ 592220 w 1385794"/>
                <a:gd name="connsiteY623" fmla="*/ 343898 h 1212067"/>
                <a:gd name="connsiteX624" fmla="*/ 592758 w 1385794"/>
                <a:gd name="connsiteY624" fmla="*/ 342822 h 1212067"/>
                <a:gd name="connsiteX625" fmla="*/ 593633 w 1385794"/>
                <a:gd name="connsiteY625" fmla="*/ 340231 h 1212067"/>
                <a:gd name="connsiteX626" fmla="*/ 594508 w 1385794"/>
                <a:gd name="connsiteY626" fmla="*/ 338482 h 1212067"/>
                <a:gd name="connsiteX627" fmla="*/ 596258 w 1385794"/>
                <a:gd name="connsiteY627" fmla="*/ 335892 h 1212067"/>
                <a:gd name="connsiteX628" fmla="*/ 598446 w 1385794"/>
                <a:gd name="connsiteY628" fmla="*/ 334681 h 1212067"/>
                <a:gd name="connsiteX629" fmla="*/ 599859 w 1385794"/>
                <a:gd name="connsiteY629" fmla="*/ 333604 h 1212067"/>
                <a:gd name="connsiteX630" fmla="*/ 601710 w 1385794"/>
                <a:gd name="connsiteY630" fmla="*/ 332831 h 1212067"/>
                <a:gd name="connsiteX631" fmla="*/ 604201 w 1385794"/>
                <a:gd name="connsiteY631" fmla="*/ 330678 h 1212067"/>
                <a:gd name="connsiteX632" fmla="*/ 605715 w 1385794"/>
                <a:gd name="connsiteY632" fmla="*/ 329265 h 1212067"/>
                <a:gd name="connsiteX633" fmla="*/ 606893 w 1385794"/>
                <a:gd name="connsiteY633" fmla="*/ 328289 h 1212067"/>
                <a:gd name="connsiteX634" fmla="*/ 609081 w 1385794"/>
                <a:gd name="connsiteY634" fmla="*/ 327415 h 1212067"/>
                <a:gd name="connsiteX635" fmla="*/ 611033 w 1385794"/>
                <a:gd name="connsiteY635" fmla="*/ 327415 h 1212067"/>
                <a:gd name="connsiteX636" fmla="*/ 615172 w 1385794"/>
                <a:gd name="connsiteY636" fmla="*/ 327415 h 1212067"/>
                <a:gd name="connsiteX637" fmla="*/ 616249 w 1385794"/>
                <a:gd name="connsiteY637" fmla="*/ 327415 h 1212067"/>
                <a:gd name="connsiteX638" fmla="*/ 618740 w 1385794"/>
                <a:gd name="connsiteY638" fmla="*/ 325564 h 1212067"/>
                <a:gd name="connsiteX639" fmla="*/ 620490 w 1385794"/>
                <a:gd name="connsiteY639" fmla="*/ 323815 h 1212067"/>
                <a:gd name="connsiteX640" fmla="*/ 622004 w 1385794"/>
                <a:gd name="connsiteY640" fmla="*/ 321629 h 1212067"/>
                <a:gd name="connsiteX641" fmla="*/ 623317 w 1385794"/>
                <a:gd name="connsiteY641" fmla="*/ 319947 h 1212067"/>
                <a:gd name="connsiteX642" fmla="*/ 624730 w 1385794"/>
                <a:gd name="connsiteY642" fmla="*/ 318702 h 1212067"/>
                <a:gd name="connsiteX643" fmla="*/ 624932 w 1385794"/>
                <a:gd name="connsiteY643" fmla="*/ 318702 h 1212067"/>
                <a:gd name="connsiteX644" fmla="*/ 628398 w 1385794"/>
                <a:gd name="connsiteY644" fmla="*/ 318702 h 1212067"/>
                <a:gd name="connsiteX645" fmla="*/ 630889 w 1385794"/>
                <a:gd name="connsiteY645" fmla="*/ 318567 h 1212067"/>
                <a:gd name="connsiteX646" fmla="*/ 633514 w 1385794"/>
                <a:gd name="connsiteY646" fmla="*/ 316650 h 1212067"/>
                <a:gd name="connsiteX647" fmla="*/ 635567 w 1385794"/>
                <a:gd name="connsiteY647" fmla="*/ 315136 h 1212067"/>
                <a:gd name="connsiteX648" fmla="*/ 636341 w 1385794"/>
                <a:gd name="connsiteY648" fmla="*/ 313084 h 1212067"/>
                <a:gd name="connsiteX649" fmla="*/ 635129 w 1385794"/>
                <a:gd name="connsiteY649" fmla="*/ 309047 h 1212067"/>
                <a:gd name="connsiteX650" fmla="*/ 634153 w 1385794"/>
                <a:gd name="connsiteY650" fmla="*/ 306861 h 1212067"/>
                <a:gd name="connsiteX651" fmla="*/ 635230 w 1385794"/>
                <a:gd name="connsiteY651" fmla="*/ 304371 h 1212067"/>
                <a:gd name="connsiteX652" fmla="*/ 637283 w 1385794"/>
                <a:gd name="connsiteY652" fmla="*/ 301748 h 1212067"/>
                <a:gd name="connsiteX653" fmla="*/ 638899 w 1385794"/>
                <a:gd name="connsiteY653" fmla="*/ 299359 h 1212067"/>
                <a:gd name="connsiteX654" fmla="*/ 642500 w 1385794"/>
                <a:gd name="connsiteY654" fmla="*/ 294347 h 1212067"/>
                <a:gd name="connsiteX655" fmla="*/ 644553 w 1385794"/>
                <a:gd name="connsiteY655" fmla="*/ 292934 h 1212067"/>
                <a:gd name="connsiteX656" fmla="*/ 645630 w 1385794"/>
                <a:gd name="connsiteY656" fmla="*/ 292396 h 1212067"/>
                <a:gd name="connsiteX657" fmla="*/ 646841 w 1385794"/>
                <a:gd name="connsiteY657" fmla="*/ 290983 h 1212067"/>
                <a:gd name="connsiteX658" fmla="*/ 646639 w 1385794"/>
                <a:gd name="connsiteY658" fmla="*/ 288494 h 1212067"/>
                <a:gd name="connsiteX659" fmla="*/ 648053 w 1385794"/>
                <a:gd name="connsiteY659" fmla="*/ 286879 h 1212067"/>
                <a:gd name="connsiteX660" fmla="*/ 649904 w 1385794"/>
                <a:gd name="connsiteY660" fmla="*/ 285264 h 1212067"/>
                <a:gd name="connsiteX661" fmla="*/ 651418 w 1385794"/>
                <a:gd name="connsiteY661" fmla="*/ 284053 h 1212067"/>
                <a:gd name="connsiteX662" fmla="*/ 653168 w 1385794"/>
                <a:gd name="connsiteY662" fmla="*/ 282876 h 1212067"/>
                <a:gd name="connsiteX663" fmla="*/ 655457 w 1385794"/>
                <a:gd name="connsiteY663" fmla="*/ 280689 h 1212067"/>
                <a:gd name="connsiteX664" fmla="*/ 656534 w 1385794"/>
                <a:gd name="connsiteY664" fmla="*/ 279377 h 1212067"/>
                <a:gd name="connsiteX665" fmla="*/ 659024 w 1385794"/>
                <a:gd name="connsiteY665" fmla="*/ 276989 h 1212067"/>
                <a:gd name="connsiteX666" fmla="*/ 660236 w 1385794"/>
                <a:gd name="connsiteY666" fmla="*/ 275374 h 1212067"/>
                <a:gd name="connsiteX667" fmla="*/ 661380 w 1385794"/>
                <a:gd name="connsiteY667" fmla="*/ 273860 h 1212067"/>
                <a:gd name="connsiteX668" fmla="*/ 662322 w 1385794"/>
                <a:gd name="connsiteY668" fmla="*/ 271236 h 1212067"/>
                <a:gd name="connsiteX669" fmla="*/ 662322 w 1385794"/>
                <a:gd name="connsiteY669" fmla="*/ 267435 h 1212067"/>
                <a:gd name="connsiteX670" fmla="*/ 661346 w 1385794"/>
                <a:gd name="connsiteY670" fmla="*/ 265585 h 1212067"/>
                <a:gd name="connsiteX671" fmla="*/ 662322 w 1385794"/>
                <a:gd name="connsiteY671" fmla="*/ 264508 h 1212067"/>
                <a:gd name="connsiteX672" fmla="*/ 663635 w 1385794"/>
                <a:gd name="connsiteY672" fmla="*/ 262995 h 1212067"/>
                <a:gd name="connsiteX673" fmla="*/ 664072 w 1385794"/>
                <a:gd name="connsiteY673" fmla="*/ 262019 h 1212067"/>
                <a:gd name="connsiteX674" fmla="*/ 662760 w 1385794"/>
                <a:gd name="connsiteY674" fmla="*/ 257680 h 1212067"/>
                <a:gd name="connsiteX675" fmla="*/ 661885 w 1385794"/>
                <a:gd name="connsiteY675" fmla="*/ 256368 h 1212067"/>
                <a:gd name="connsiteX676" fmla="*/ 660471 w 1385794"/>
                <a:gd name="connsiteY676" fmla="*/ 254854 h 1212067"/>
                <a:gd name="connsiteX677" fmla="*/ 658923 w 1385794"/>
                <a:gd name="connsiteY677" fmla="*/ 252028 h 1212067"/>
                <a:gd name="connsiteX678" fmla="*/ 658788 w 1385794"/>
                <a:gd name="connsiteY678" fmla="*/ 248900 h 1212067"/>
                <a:gd name="connsiteX679" fmla="*/ 658216 w 1385794"/>
                <a:gd name="connsiteY679" fmla="*/ 246141 h 1212067"/>
                <a:gd name="connsiteX680" fmla="*/ 657341 w 1385794"/>
                <a:gd name="connsiteY680" fmla="*/ 244627 h 1212067"/>
                <a:gd name="connsiteX681" fmla="*/ 654817 w 1385794"/>
                <a:gd name="connsiteY681" fmla="*/ 242306 h 1212067"/>
                <a:gd name="connsiteX682" fmla="*/ 651923 w 1385794"/>
                <a:gd name="connsiteY682" fmla="*/ 240288 h 1212067"/>
                <a:gd name="connsiteX683" fmla="*/ 648658 w 1385794"/>
                <a:gd name="connsiteY683" fmla="*/ 238606 h 1212067"/>
                <a:gd name="connsiteX684" fmla="*/ 647144 w 1385794"/>
                <a:gd name="connsiteY684" fmla="*/ 236789 h 1212067"/>
                <a:gd name="connsiteX685" fmla="*/ 646942 w 1385794"/>
                <a:gd name="connsiteY685" fmla="*/ 235545 h 1212067"/>
                <a:gd name="connsiteX686" fmla="*/ 644990 w 1385794"/>
                <a:gd name="connsiteY686" fmla="*/ 235545 h 1212067"/>
                <a:gd name="connsiteX687" fmla="*/ 642803 w 1385794"/>
                <a:gd name="connsiteY687" fmla="*/ 235545 h 1212067"/>
                <a:gd name="connsiteX688" fmla="*/ 640110 w 1385794"/>
                <a:gd name="connsiteY688" fmla="*/ 235545 h 1212067"/>
                <a:gd name="connsiteX689" fmla="*/ 637418 w 1385794"/>
                <a:gd name="connsiteY689" fmla="*/ 235208 h 1212067"/>
                <a:gd name="connsiteX690" fmla="*/ 632774 w 1385794"/>
                <a:gd name="connsiteY690" fmla="*/ 233896 h 1212067"/>
                <a:gd name="connsiteX691" fmla="*/ 630014 w 1385794"/>
                <a:gd name="connsiteY691" fmla="*/ 232887 h 1212067"/>
                <a:gd name="connsiteX692" fmla="*/ 628701 w 1385794"/>
                <a:gd name="connsiteY692" fmla="*/ 232887 h 1212067"/>
                <a:gd name="connsiteX693" fmla="*/ 623283 w 1385794"/>
                <a:gd name="connsiteY693" fmla="*/ 231003 h 1212067"/>
                <a:gd name="connsiteX694" fmla="*/ 621331 w 1385794"/>
                <a:gd name="connsiteY694" fmla="*/ 230364 h 1212067"/>
                <a:gd name="connsiteX695" fmla="*/ 616990 w 1385794"/>
                <a:gd name="connsiteY695" fmla="*/ 228918 h 1212067"/>
                <a:gd name="connsiteX696" fmla="*/ 615610 w 1385794"/>
                <a:gd name="connsiteY696" fmla="*/ 227101 h 1212067"/>
                <a:gd name="connsiteX697" fmla="*/ 613860 w 1385794"/>
                <a:gd name="connsiteY697" fmla="*/ 227976 h 1212067"/>
                <a:gd name="connsiteX698" fmla="*/ 612278 w 1385794"/>
                <a:gd name="connsiteY698" fmla="*/ 229994 h 1212067"/>
                <a:gd name="connsiteX699" fmla="*/ 612143 w 1385794"/>
                <a:gd name="connsiteY699" fmla="*/ 231743 h 1212067"/>
                <a:gd name="connsiteX700" fmla="*/ 611134 w 1385794"/>
                <a:gd name="connsiteY700" fmla="*/ 232988 h 1212067"/>
                <a:gd name="connsiteX701" fmla="*/ 610561 w 1385794"/>
                <a:gd name="connsiteY701" fmla="*/ 234300 h 1212067"/>
                <a:gd name="connsiteX702" fmla="*/ 610057 w 1385794"/>
                <a:gd name="connsiteY702" fmla="*/ 235612 h 1212067"/>
                <a:gd name="connsiteX703" fmla="*/ 608744 w 1385794"/>
                <a:gd name="connsiteY703" fmla="*/ 236487 h 1212067"/>
                <a:gd name="connsiteX704" fmla="*/ 606859 w 1385794"/>
                <a:gd name="connsiteY704" fmla="*/ 237294 h 1212067"/>
                <a:gd name="connsiteX705" fmla="*/ 602720 w 1385794"/>
                <a:gd name="connsiteY705" fmla="*/ 236924 h 1212067"/>
                <a:gd name="connsiteX706" fmla="*/ 599388 w 1385794"/>
                <a:gd name="connsiteY706" fmla="*/ 236991 h 1212067"/>
                <a:gd name="connsiteX707" fmla="*/ 596629 w 1385794"/>
                <a:gd name="connsiteY707" fmla="*/ 237059 h 1212067"/>
                <a:gd name="connsiteX708" fmla="*/ 593667 w 1385794"/>
                <a:gd name="connsiteY708" fmla="*/ 237059 h 1212067"/>
                <a:gd name="connsiteX709" fmla="*/ 590907 w 1385794"/>
                <a:gd name="connsiteY709" fmla="*/ 235679 h 1212067"/>
                <a:gd name="connsiteX710" fmla="*/ 589460 w 1385794"/>
                <a:gd name="connsiteY710" fmla="*/ 235545 h 1212067"/>
                <a:gd name="connsiteX711" fmla="*/ 585556 w 1385794"/>
                <a:gd name="connsiteY711" fmla="*/ 233291 h 1212067"/>
                <a:gd name="connsiteX712" fmla="*/ 580474 w 1385794"/>
                <a:gd name="connsiteY712" fmla="*/ 234300 h 1212067"/>
                <a:gd name="connsiteX713" fmla="*/ 576570 w 1385794"/>
                <a:gd name="connsiteY713" fmla="*/ 235881 h 1212067"/>
                <a:gd name="connsiteX714" fmla="*/ 570916 w 1385794"/>
                <a:gd name="connsiteY714" fmla="*/ 234872 h 1212067"/>
                <a:gd name="connsiteX715" fmla="*/ 563512 w 1385794"/>
                <a:gd name="connsiteY715" fmla="*/ 235747 h 1212067"/>
                <a:gd name="connsiteX716" fmla="*/ 560618 w 1385794"/>
                <a:gd name="connsiteY716" fmla="*/ 237933 h 1212067"/>
                <a:gd name="connsiteX717" fmla="*/ 558027 w 1385794"/>
                <a:gd name="connsiteY717" fmla="*/ 240557 h 1212067"/>
                <a:gd name="connsiteX718" fmla="*/ 555267 w 1385794"/>
                <a:gd name="connsiteY718" fmla="*/ 240422 h 1212067"/>
                <a:gd name="connsiteX719" fmla="*/ 553080 w 1385794"/>
                <a:gd name="connsiteY719" fmla="*/ 240725 h 1212067"/>
                <a:gd name="connsiteX720" fmla="*/ 550757 w 1385794"/>
                <a:gd name="connsiteY720" fmla="*/ 243618 h 1212067"/>
                <a:gd name="connsiteX721" fmla="*/ 548300 w 1385794"/>
                <a:gd name="connsiteY721" fmla="*/ 245065 h 1212067"/>
                <a:gd name="connsiteX722" fmla="*/ 544228 w 1385794"/>
                <a:gd name="connsiteY722" fmla="*/ 245637 h 1212067"/>
                <a:gd name="connsiteX723" fmla="*/ 538002 w 1385794"/>
                <a:gd name="connsiteY723" fmla="*/ 248967 h 1212067"/>
                <a:gd name="connsiteX724" fmla="*/ 532348 w 1385794"/>
                <a:gd name="connsiteY724" fmla="*/ 254047 h 1212067"/>
                <a:gd name="connsiteX725" fmla="*/ 528141 w 1385794"/>
                <a:gd name="connsiteY725" fmla="*/ 257949 h 1212067"/>
                <a:gd name="connsiteX726" fmla="*/ 524237 w 1385794"/>
                <a:gd name="connsiteY726" fmla="*/ 259530 h 1212067"/>
                <a:gd name="connsiteX727" fmla="*/ 522487 w 1385794"/>
                <a:gd name="connsiteY727" fmla="*/ 263735 h 1212067"/>
                <a:gd name="connsiteX728" fmla="*/ 520603 w 1385794"/>
                <a:gd name="connsiteY728" fmla="*/ 265888 h 1212067"/>
                <a:gd name="connsiteX729" fmla="*/ 514646 w 1385794"/>
                <a:gd name="connsiteY729" fmla="*/ 265753 h 1212067"/>
                <a:gd name="connsiteX730" fmla="*/ 508184 w 1385794"/>
                <a:gd name="connsiteY730" fmla="*/ 265047 h 1212067"/>
                <a:gd name="connsiteX731" fmla="*/ 504045 w 1385794"/>
                <a:gd name="connsiteY731" fmla="*/ 263163 h 1212067"/>
                <a:gd name="connsiteX732" fmla="*/ 504045 w 1385794"/>
                <a:gd name="connsiteY732" fmla="*/ 260539 h 1212067"/>
                <a:gd name="connsiteX733" fmla="*/ 500141 w 1385794"/>
                <a:gd name="connsiteY733" fmla="*/ 260102 h 1212067"/>
                <a:gd name="connsiteX734" fmla="*/ 499434 w 1385794"/>
                <a:gd name="connsiteY734" fmla="*/ 262423 h 1212067"/>
                <a:gd name="connsiteX735" fmla="*/ 498559 w 1385794"/>
                <a:gd name="connsiteY735" fmla="*/ 262995 h 1212067"/>
                <a:gd name="connsiteX736" fmla="*/ 495867 w 1385794"/>
                <a:gd name="connsiteY736" fmla="*/ 263197 h 1212067"/>
                <a:gd name="connsiteX737" fmla="*/ 492165 w 1385794"/>
                <a:gd name="connsiteY737" fmla="*/ 262894 h 1212067"/>
                <a:gd name="connsiteX738" fmla="*/ 489775 w 1385794"/>
                <a:gd name="connsiteY738" fmla="*/ 261817 h 1212067"/>
                <a:gd name="connsiteX739" fmla="*/ 490650 w 1385794"/>
                <a:gd name="connsiteY739" fmla="*/ 259631 h 1212067"/>
                <a:gd name="connsiteX740" fmla="*/ 491727 w 1385794"/>
                <a:gd name="connsiteY740" fmla="*/ 257242 h 1212067"/>
                <a:gd name="connsiteX741" fmla="*/ 492366 w 1385794"/>
                <a:gd name="connsiteY741" fmla="*/ 255358 h 1212067"/>
                <a:gd name="connsiteX742" fmla="*/ 493006 w 1385794"/>
                <a:gd name="connsiteY742" fmla="*/ 253172 h 1212067"/>
                <a:gd name="connsiteX743" fmla="*/ 493645 w 1385794"/>
                <a:gd name="connsiteY743" fmla="*/ 250144 h 1212067"/>
                <a:gd name="connsiteX744" fmla="*/ 494958 w 1385794"/>
                <a:gd name="connsiteY744" fmla="*/ 246444 h 1212067"/>
                <a:gd name="connsiteX745" fmla="*/ 495833 w 1385794"/>
                <a:gd name="connsiteY745" fmla="*/ 245368 h 1212067"/>
                <a:gd name="connsiteX746" fmla="*/ 498155 w 1385794"/>
                <a:gd name="connsiteY746" fmla="*/ 243551 h 1212067"/>
                <a:gd name="connsiteX747" fmla="*/ 499299 w 1385794"/>
                <a:gd name="connsiteY747" fmla="*/ 242979 h 1212067"/>
                <a:gd name="connsiteX748" fmla="*/ 499670 w 1385794"/>
                <a:gd name="connsiteY748" fmla="*/ 240221 h 1212067"/>
                <a:gd name="connsiteX749" fmla="*/ 499030 w 1385794"/>
                <a:gd name="connsiteY749" fmla="*/ 238135 h 1212067"/>
                <a:gd name="connsiteX750" fmla="*/ 499333 w 1385794"/>
                <a:gd name="connsiteY750" fmla="*/ 235747 h 1212067"/>
                <a:gd name="connsiteX751" fmla="*/ 501016 w 1385794"/>
                <a:gd name="connsiteY751" fmla="*/ 233930 h 1212067"/>
                <a:gd name="connsiteX752" fmla="*/ 502261 w 1385794"/>
                <a:gd name="connsiteY752" fmla="*/ 232685 h 1212067"/>
                <a:gd name="connsiteX753" fmla="*/ 503001 w 1385794"/>
                <a:gd name="connsiteY753" fmla="*/ 229994 h 1212067"/>
                <a:gd name="connsiteX754" fmla="*/ 503069 w 1385794"/>
                <a:gd name="connsiteY754" fmla="*/ 226227 h 1212067"/>
                <a:gd name="connsiteX755" fmla="*/ 503001 w 1385794"/>
                <a:gd name="connsiteY755" fmla="*/ 222963 h 1212067"/>
                <a:gd name="connsiteX756" fmla="*/ 502867 w 1385794"/>
                <a:gd name="connsiteY756" fmla="*/ 221282 h 1212067"/>
                <a:gd name="connsiteX757" fmla="*/ 502497 w 1385794"/>
                <a:gd name="connsiteY757" fmla="*/ 219028 h 1212067"/>
                <a:gd name="connsiteX758" fmla="*/ 497785 w 1385794"/>
                <a:gd name="connsiteY758" fmla="*/ 218153 h 1212067"/>
                <a:gd name="connsiteX759" fmla="*/ 497146 w 1385794"/>
                <a:gd name="connsiteY759" fmla="*/ 215832 h 1212067"/>
                <a:gd name="connsiteX760" fmla="*/ 494319 w 1385794"/>
                <a:gd name="connsiteY760" fmla="*/ 212804 h 1212067"/>
                <a:gd name="connsiteX761" fmla="*/ 491626 w 1385794"/>
                <a:gd name="connsiteY761" fmla="*/ 212804 h 1212067"/>
                <a:gd name="connsiteX762" fmla="*/ 489304 w 1385794"/>
                <a:gd name="connsiteY762" fmla="*/ 213174 h 1212067"/>
                <a:gd name="connsiteX763" fmla="*/ 487487 w 1385794"/>
                <a:gd name="connsiteY763" fmla="*/ 210853 h 1212067"/>
                <a:gd name="connsiteX764" fmla="*/ 482842 w 1385794"/>
                <a:gd name="connsiteY764" fmla="*/ 207590 h 1212067"/>
                <a:gd name="connsiteX765" fmla="*/ 478568 w 1385794"/>
                <a:gd name="connsiteY765" fmla="*/ 203755 h 1212067"/>
                <a:gd name="connsiteX766" fmla="*/ 475539 w 1385794"/>
                <a:gd name="connsiteY766" fmla="*/ 200223 h 1212067"/>
                <a:gd name="connsiteX767" fmla="*/ 475236 w 1385794"/>
                <a:gd name="connsiteY767" fmla="*/ 196758 h 1212067"/>
                <a:gd name="connsiteX768" fmla="*/ 473049 w 1385794"/>
                <a:gd name="connsiteY768" fmla="*/ 195177 h 1212067"/>
                <a:gd name="connsiteX769" fmla="*/ 469347 w 1385794"/>
                <a:gd name="connsiteY769" fmla="*/ 192486 h 1212067"/>
                <a:gd name="connsiteX770" fmla="*/ 467327 w 1385794"/>
                <a:gd name="connsiteY770" fmla="*/ 191107 h 1212067"/>
                <a:gd name="connsiteX771" fmla="*/ 464736 w 1385794"/>
                <a:gd name="connsiteY771" fmla="*/ 187474 h 1212067"/>
                <a:gd name="connsiteX772" fmla="*/ 462481 w 1385794"/>
                <a:gd name="connsiteY772" fmla="*/ 183908 h 1212067"/>
                <a:gd name="connsiteX773" fmla="*/ 460597 w 1385794"/>
                <a:gd name="connsiteY773" fmla="*/ 178997 h 1212067"/>
                <a:gd name="connsiteX774" fmla="*/ 457837 w 1385794"/>
                <a:gd name="connsiteY774" fmla="*/ 174792 h 1212067"/>
                <a:gd name="connsiteX775" fmla="*/ 454202 w 1385794"/>
                <a:gd name="connsiteY775" fmla="*/ 167694 h 1212067"/>
                <a:gd name="connsiteX776" fmla="*/ 454202 w 1385794"/>
                <a:gd name="connsiteY776" fmla="*/ 164935 h 1212067"/>
                <a:gd name="connsiteX777" fmla="*/ 450803 w 1385794"/>
                <a:gd name="connsiteY777" fmla="*/ 160663 h 1212067"/>
                <a:gd name="connsiteX778" fmla="*/ 448717 w 1385794"/>
                <a:gd name="connsiteY778" fmla="*/ 155213 h 1212067"/>
                <a:gd name="connsiteX779" fmla="*/ 445250 w 1385794"/>
                <a:gd name="connsiteY779" fmla="*/ 151311 h 1212067"/>
                <a:gd name="connsiteX780" fmla="*/ 443500 w 1385794"/>
                <a:gd name="connsiteY780" fmla="*/ 148351 h 1212067"/>
                <a:gd name="connsiteX781" fmla="*/ 443500 w 1385794"/>
                <a:gd name="connsiteY781" fmla="*/ 146467 h 1212067"/>
                <a:gd name="connsiteX782" fmla="*/ 444308 w 1385794"/>
                <a:gd name="connsiteY782" fmla="*/ 144583 h 1212067"/>
                <a:gd name="connsiteX783" fmla="*/ 445890 w 1385794"/>
                <a:gd name="connsiteY783" fmla="*/ 143574 h 1212067"/>
                <a:gd name="connsiteX784" fmla="*/ 450669 w 1385794"/>
                <a:gd name="connsiteY784" fmla="*/ 141186 h 1212067"/>
                <a:gd name="connsiteX785" fmla="*/ 454371 w 1385794"/>
                <a:gd name="connsiteY785" fmla="*/ 139537 h 1212067"/>
                <a:gd name="connsiteX786" fmla="*/ 458409 w 1385794"/>
                <a:gd name="connsiteY786" fmla="*/ 137283 h 1212067"/>
                <a:gd name="connsiteX787" fmla="*/ 465005 w 1385794"/>
                <a:gd name="connsiteY787" fmla="*/ 132944 h 1212067"/>
                <a:gd name="connsiteX788" fmla="*/ 467395 w 1385794"/>
                <a:gd name="connsiteY788" fmla="*/ 130421 h 1212067"/>
                <a:gd name="connsiteX789" fmla="*/ 466890 w 1385794"/>
                <a:gd name="connsiteY789" fmla="*/ 128167 h 1212067"/>
                <a:gd name="connsiteX790" fmla="*/ 466318 w 1385794"/>
                <a:gd name="connsiteY790" fmla="*/ 126283 h 1212067"/>
                <a:gd name="connsiteX791" fmla="*/ 464736 w 1385794"/>
                <a:gd name="connsiteY791" fmla="*/ 124265 h 1212067"/>
                <a:gd name="connsiteX792" fmla="*/ 462212 w 1385794"/>
                <a:gd name="connsiteY792" fmla="*/ 122516 h 1212067"/>
                <a:gd name="connsiteX793" fmla="*/ 462515 w 1385794"/>
                <a:gd name="connsiteY793" fmla="*/ 119555 h 1212067"/>
                <a:gd name="connsiteX794" fmla="*/ 462818 w 1385794"/>
                <a:gd name="connsiteY794" fmla="*/ 117234 h 1212067"/>
                <a:gd name="connsiteX795" fmla="*/ 459991 w 1385794"/>
                <a:gd name="connsiteY795" fmla="*/ 112222 h 1212067"/>
                <a:gd name="connsiteX796" fmla="*/ 457366 w 1385794"/>
                <a:gd name="connsiteY796" fmla="*/ 108892 h 1212067"/>
                <a:gd name="connsiteX797" fmla="*/ 457500 w 1385794"/>
                <a:gd name="connsiteY797" fmla="*/ 105494 h 1212067"/>
                <a:gd name="connsiteX798" fmla="*/ 458308 w 1385794"/>
                <a:gd name="connsiteY798" fmla="*/ 102164 h 1212067"/>
                <a:gd name="connsiteX799" fmla="*/ 455986 w 1385794"/>
                <a:gd name="connsiteY799" fmla="*/ 97185 h 1212067"/>
                <a:gd name="connsiteX800" fmla="*/ 453899 w 1385794"/>
                <a:gd name="connsiteY800" fmla="*/ 92173 h 1212067"/>
                <a:gd name="connsiteX801" fmla="*/ 453260 w 1385794"/>
                <a:gd name="connsiteY801" fmla="*/ 88842 h 1212067"/>
                <a:gd name="connsiteX802" fmla="*/ 451443 w 1385794"/>
                <a:gd name="connsiteY802" fmla="*/ 81543 h 1212067"/>
                <a:gd name="connsiteX803" fmla="*/ 448481 w 1385794"/>
                <a:gd name="connsiteY803" fmla="*/ 75521 h 1212067"/>
                <a:gd name="connsiteX804" fmla="*/ 447337 w 1385794"/>
                <a:gd name="connsiteY804" fmla="*/ 66977 h 1212067"/>
                <a:gd name="connsiteX805" fmla="*/ 437779 w 1385794"/>
                <a:gd name="connsiteY805" fmla="*/ 45245 h 1212067"/>
                <a:gd name="connsiteX806" fmla="*/ 432865 w 1385794"/>
                <a:gd name="connsiteY806" fmla="*/ 24389 h 1212067"/>
                <a:gd name="connsiteX807" fmla="*/ 428524 w 1385794"/>
                <a:gd name="connsiteY807" fmla="*/ 3229 h 1212067"/>
                <a:gd name="connsiteX808" fmla="*/ 409677 w 1385794"/>
                <a:gd name="connsiteY808" fmla="*/ 639 h 1212067"/>
                <a:gd name="connsiteX809" fmla="*/ 398942 w 1385794"/>
                <a:gd name="connsiteY809" fmla="*/ 639 h 1212067"/>
                <a:gd name="connsiteX810" fmla="*/ 385042 w 1385794"/>
                <a:gd name="connsiteY810" fmla="*/ 639 h 1212067"/>
                <a:gd name="connsiteX811" fmla="*/ 376359 w 1385794"/>
                <a:gd name="connsiteY811" fmla="*/ 639 h 1212067"/>
                <a:gd name="connsiteX812" fmla="*/ 364176 w 1385794"/>
                <a:gd name="connsiteY812" fmla="*/ 639 h 1212067"/>
                <a:gd name="connsiteX813" fmla="*/ 357210 w 1385794"/>
                <a:gd name="connsiteY813" fmla="*/ 639 h 1212067"/>
                <a:gd name="connsiteX814" fmla="*/ 348964 w 1385794"/>
                <a:gd name="connsiteY814" fmla="*/ 0 h 1212067"/>
                <a:gd name="connsiteX815" fmla="*/ 341695 w 1385794"/>
                <a:gd name="connsiteY815" fmla="*/ 639 h 1212067"/>
                <a:gd name="connsiteX816" fmla="*/ 335503 w 1385794"/>
                <a:gd name="connsiteY816" fmla="*/ 4878 h 1212067"/>
                <a:gd name="connsiteX817" fmla="*/ 329748 w 1385794"/>
                <a:gd name="connsiteY817" fmla="*/ 8343 h 1212067"/>
                <a:gd name="connsiteX818" fmla="*/ 327123 w 1385794"/>
                <a:gd name="connsiteY818" fmla="*/ 11606 h 1212067"/>
                <a:gd name="connsiteX819" fmla="*/ 326483 w 1385794"/>
                <a:gd name="connsiteY819" fmla="*/ 16820 h 1212067"/>
                <a:gd name="connsiteX820" fmla="*/ 326483 w 1385794"/>
                <a:gd name="connsiteY820" fmla="*/ 20958 h 1212067"/>
                <a:gd name="connsiteX821" fmla="*/ 325406 w 1385794"/>
                <a:gd name="connsiteY821" fmla="*/ 27484 h 1212067"/>
                <a:gd name="connsiteX822" fmla="*/ 326820 w 1385794"/>
                <a:gd name="connsiteY822" fmla="*/ 38114 h 1212067"/>
                <a:gd name="connsiteX823" fmla="*/ 325945 w 1385794"/>
                <a:gd name="connsiteY823" fmla="*/ 49181 h 1212067"/>
                <a:gd name="connsiteX824" fmla="*/ 322916 w 1385794"/>
                <a:gd name="connsiteY824" fmla="*/ 57120 h 1212067"/>
                <a:gd name="connsiteX825" fmla="*/ 320728 w 1385794"/>
                <a:gd name="connsiteY825" fmla="*/ 68625 h 1212067"/>
                <a:gd name="connsiteX826" fmla="*/ 325305 w 1385794"/>
                <a:gd name="connsiteY826" fmla="*/ 73839 h 1212067"/>
                <a:gd name="connsiteX827" fmla="*/ 325507 w 1385794"/>
                <a:gd name="connsiteY827" fmla="*/ 76463 h 1212067"/>
                <a:gd name="connsiteX828" fmla="*/ 322916 w 1385794"/>
                <a:gd name="connsiteY828" fmla="*/ 79490 h 1212067"/>
                <a:gd name="connsiteX829" fmla="*/ 317026 w 1385794"/>
                <a:gd name="connsiteY829" fmla="*/ 82518 h 1212067"/>
                <a:gd name="connsiteX830" fmla="*/ 313560 w 1385794"/>
                <a:gd name="connsiteY830" fmla="*/ 85007 h 1212067"/>
                <a:gd name="connsiteX831" fmla="*/ 309420 w 1385794"/>
                <a:gd name="connsiteY831" fmla="*/ 90659 h 1212067"/>
                <a:gd name="connsiteX832" fmla="*/ 300502 w 1385794"/>
                <a:gd name="connsiteY832" fmla="*/ 91197 h 1212067"/>
                <a:gd name="connsiteX833" fmla="*/ 289732 w 1385794"/>
                <a:gd name="connsiteY833" fmla="*/ 87934 h 1212067"/>
                <a:gd name="connsiteX834" fmla="*/ 284852 w 1385794"/>
                <a:gd name="connsiteY834" fmla="*/ 86757 h 1212067"/>
                <a:gd name="connsiteX835" fmla="*/ 279838 w 1385794"/>
                <a:gd name="connsiteY835" fmla="*/ 84806 h 1212067"/>
                <a:gd name="connsiteX836" fmla="*/ 275496 w 1385794"/>
                <a:gd name="connsiteY836" fmla="*/ 84032 h 1212067"/>
                <a:gd name="connsiteX837" fmla="*/ 272030 w 1385794"/>
                <a:gd name="connsiteY837" fmla="*/ 84032 h 1212067"/>
                <a:gd name="connsiteX838" fmla="*/ 267588 w 1385794"/>
                <a:gd name="connsiteY838" fmla="*/ 86656 h 1212067"/>
                <a:gd name="connsiteX839" fmla="*/ 264424 w 1385794"/>
                <a:gd name="connsiteY839" fmla="*/ 87429 h 1212067"/>
                <a:gd name="connsiteX840" fmla="*/ 261160 w 1385794"/>
                <a:gd name="connsiteY840" fmla="*/ 88741 h 1212067"/>
                <a:gd name="connsiteX841" fmla="*/ 258232 w 1385794"/>
                <a:gd name="connsiteY841" fmla="*/ 89179 h 1212067"/>
                <a:gd name="connsiteX842" fmla="*/ 252039 w 1385794"/>
                <a:gd name="connsiteY842" fmla="*/ 86790 h 1212067"/>
                <a:gd name="connsiteX843" fmla="*/ 249010 w 1385794"/>
                <a:gd name="connsiteY843" fmla="*/ 87228 h 1212067"/>
                <a:gd name="connsiteX844" fmla="*/ 230433 w 1385794"/>
                <a:gd name="connsiteY844" fmla="*/ 92105 h 1212067"/>
                <a:gd name="connsiteX845" fmla="*/ 215322 w 1385794"/>
                <a:gd name="connsiteY845" fmla="*/ 94157 h 1212067"/>
                <a:gd name="connsiteX846" fmla="*/ 211183 w 1385794"/>
                <a:gd name="connsiteY846" fmla="*/ 97219 h 1212067"/>
                <a:gd name="connsiteX847" fmla="*/ 206067 w 1385794"/>
                <a:gd name="connsiteY847" fmla="*/ 99271 h 1212067"/>
                <a:gd name="connsiteX848" fmla="*/ 199875 w 1385794"/>
                <a:gd name="connsiteY848" fmla="*/ 102197 h 1212067"/>
                <a:gd name="connsiteX849" fmla="*/ 194557 w 1385794"/>
                <a:gd name="connsiteY849" fmla="*/ 105460 h 1212067"/>
                <a:gd name="connsiteX850" fmla="*/ 190552 w 1385794"/>
                <a:gd name="connsiteY850" fmla="*/ 108824 h 1212067"/>
                <a:gd name="connsiteX851" fmla="*/ 186850 w 1385794"/>
                <a:gd name="connsiteY851" fmla="*/ 111314 h 1212067"/>
                <a:gd name="connsiteX852" fmla="*/ 178706 w 1385794"/>
                <a:gd name="connsiteY852" fmla="*/ 118479 h 1212067"/>
                <a:gd name="connsiteX853" fmla="*/ 164672 w 1385794"/>
                <a:gd name="connsiteY853" fmla="*/ 128470 h 1212067"/>
                <a:gd name="connsiteX854" fmla="*/ 159018 w 1385794"/>
                <a:gd name="connsiteY854" fmla="*/ 133146 h 1212067"/>
                <a:gd name="connsiteX855" fmla="*/ 150638 w 1385794"/>
                <a:gd name="connsiteY855" fmla="*/ 139335 h 1212067"/>
                <a:gd name="connsiteX856" fmla="*/ 141080 w 1385794"/>
                <a:gd name="connsiteY856" fmla="*/ 144987 h 1212067"/>
                <a:gd name="connsiteX857" fmla="*/ 131085 w 1385794"/>
                <a:gd name="connsiteY857" fmla="*/ 151614 h 1212067"/>
                <a:gd name="connsiteX858" fmla="*/ 123580 w 1385794"/>
                <a:gd name="connsiteY858" fmla="*/ 160091 h 1212067"/>
                <a:gd name="connsiteX859" fmla="*/ 118700 w 1385794"/>
                <a:gd name="connsiteY859" fmla="*/ 168131 h 1212067"/>
                <a:gd name="connsiteX860" fmla="*/ 114022 w 1385794"/>
                <a:gd name="connsiteY860" fmla="*/ 171394 h 1212067"/>
                <a:gd name="connsiteX861" fmla="*/ 108368 w 1385794"/>
                <a:gd name="connsiteY861" fmla="*/ 177247 h 1212067"/>
                <a:gd name="connsiteX862" fmla="*/ 106079 w 1385794"/>
                <a:gd name="connsiteY862" fmla="*/ 181688 h 1212067"/>
                <a:gd name="connsiteX863" fmla="*/ 105002 w 1385794"/>
                <a:gd name="connsiteY863" fmla="*/ 184850 h 1212067"/>
                <a:gd name="connsiteX864" fmla="*/ 103252 w 1385794"/>
                <a:gd name="connsiteY864" fmla="*/ 187137 h 1212067"/>
                <a:gd name="connsiteX865" fmla="*/ 101199 w 1385794"/>
                <a:gd name="connsiteY865" fmla="*/ 190165 h 1212067"/>
                <a:gd name="connsiteX866" fmla="*/ 100324 w 1385794"/>
                <a:gd name="connsiteY866" fmla="*/ 191914 h 1212067"/>
                <a:gd name="connsiteX867" fmla="*/ 99247 w 1385794"/>
                <a:gd name="connsiteY867" fmla="*/ 193125 h 1212067"/>
                <a:gd name="connsiteX868" fmla="*/ 97497 w 1385794"/>
                <a:gd name="connsiteY868" fmla="*/ 193899 h 1212067"/>
                <a:gd name="connsiteX869" fmla="*/ 95747 w 1385794"/>
                <a:gd name="connsiteY869" fmla="*/ 194538 h 1212067"/>
                <a:gd name="connsiteX870" fmla="*/ 94435 w 1385794"/>
                <a:gd name="connsiteY870" fmla="*/ 195749 h 1212067"/>
                <a:gd name="connsiteX871" fmla="*/ 93560 w 1385794"/>
                <a:gd name="connsiteY871" fmla="*/ 196186 h 1212067"/>
                <a:gd name="connsiteX872" fmla="*/ 92786 w 1385794"/>
                <a:gd name="connsiteY872" fmla="*/ 196725 h 1212067"/>
                <a:gd name="connsiteX873" fmla="*/ 91608 w 1385794"/>
                <a:gd name="connsiteY873" fmla="*/ 197936 h 1212067"/>
                <a:gd name="connsiteX874" fmla="*/ 89656 w 1385794"/>
                <a:gd name="connsiteY874" fmla="*/ 199550 h 1212067"/>
                <a:gd name="connsiteX875" fmla="*/ 87704 w 1385794"/>
                <a:gd name="connsiteY875" fmla="*/ 200425 h 1212067"/>
                <a:gd name="connsiteX876" fmla="*/ 86627 w 1385794"/>
                <a:gd name="connsiteY876" fmla="*/ 200862 h 1212067"/>
                <a:gd name="connsiteX877" fmla="*/ 85113 w 1385794"/>
                <a:gd name="connsiteY877" fmla="*/ 201401 h 1212067"/>
                <a:gd name="connsiteX878" fmla="*/ 83699 w 1385794"/>
                <a:gd name="connsiteY878" fmla="*/ 202477 h 1212067"/>
                <a:gd name="connsiteX879" fmla="*/ 82387 w 1385794"/>
                <a:gd name="connsiteY879" fmla="*/ 203553 h 1212067"/>
                <a:gd name="connsiteX880" fmla="*/ 80435 w 1385794"/>
                <a:gd name="connsiteY880" fmla="*/ 204765 h 1212067"/>
                <a:gd name="connsiteX881" fmla="*/ 78684 w 1385794"/>
                <a:gd name="connsiteY881" fmla="*/ 205404 h 1212067"/>
                <a:gd name="connsiteX882" fmla="*/ 76732 w 1385794"/>
                <a:gd name="connsiteY882" fmla="*/ 206278 h 1212067"/>
                <a:gd name="connsiteX883" fmla="*/ 74444 w 1385794"/>
                <a:gd name="connsiteY883" fmla="*/ 206917 h 1212067"/>
                <a:gd name="connsiteX884" fmla="*/ 72694 w 1385794"/>
                <a:gd name="connsiteY884" fmla="*/ 207456 h 1212067"/>
                <a:gd name="connsiteX885" fmla="*/ 71617 w 1385794"/>
                <a:gd name="connsiteY885" fmla="*/ 208095 h 1212067"/>
                <a:gd name="connsiteX886" fmla="*/ 68992 w 1385794"/>
                <a:gd name="connsiteY886" fmla="*/ 209070 h 1212067"/>
                <a:gd name="connsiteX887" fmla="*/ 66064 w 1385794"/>
                <a:gd name="connsiteY887" fmla="*/ 209844 h 1212067"/>
                <a:gd name="connsiteX888" fmla="*/ 62463 w 1385794"/>
                <a:gd name="connsiteY888" fmla="*/ 210046 h 1212067"/>
                <a:gd name="connsiteX889" fmla="*/ 59636 w 1385794"/>
                <a:gd name="connsiteY889" fmla="*/ 210147 h 1212067"/>
                <a:gd name="connsiteX890" fmla="*/ 55631 w 1385794"/>
                <a:gd name="connsiteY890" fmla="*/ 209810 h 1212067"/>
                <a:gd name="connsiteX891" fmla="*/ 52602 w 1385794"/>
                <a:gd name="connsiteY891" fmla="*/ 208936 h 1212067"/>
                <a:gd name="connsiteX892" fmla="*/ 49001 w 1385794"/>
                <a:gd name="connsiteY892" fmla="*/ 207624 h 1212067"/>
                <a:gd name="connsiteX893" fmla="*/ 42371 w 1385794"/>
                <a:gd name="connsiteY893" fmla="*/ 204462 h 1212067"/>
                <a:gd name="connsiteX894" fmla="*/ 37054 w 1385794"/>
                <a:gd name="connsiteY894" fmla="*/ 204361 h 1212067"/>
                <a:gd name="connsiteX895" fmla="*/ 32174 w 1385794"/>
                <a:gd name="connsiteY895" fmla="*/ 203049 h 1212067"/>
                <a:gd name="connsiteX896" fmla="*/ 29448 w 1385794"/>
                <a:gd name="connsiteY896" fmla="*/ 201838 h 1212067"/>
                <a:gd name="connsiteX897" fmla="*/ 26621 w 1385794"/>
                <a:gd name="connsiteY897" fmla="*/ 201300 h 1212067"/>
                <a:gd name="connsiteX898" fmla="*/ 24400 w 1385794"/>
                <a:gd name="connsiteY898" fmla="*/ 201199 h 1212067"/>
                <a:gd name="connsiteX899" fmla="*/ 22515 w 1385794"/>
                <a:gd name="connsiteY899" fmla="*/ 201300 h 1212067"/>
                <a:gd name="connsiteX900" fmla="*/ 22515 w 1385794"/>
                <a:gd name="connsiteY900" fmla="*/ 203049 h 1212067"/>
                <a:gd name="connsiteX901" fmla="*/ 22515 w 1385794"/>
                <a:gd name="connsiteY901" fmla="*/ 206514 h 1212067"/>
                <a:gd name="connsiteX902" fmla="*/ 22515 w 1385794"/>
                <a:gd name="connsiteY902" fmla="*/ 208129 h 1212067"/>
                <a:gd name="connsiteX903" fmla="*/ 22852 w 1385794"/>
                <a:gd name="connsiteY903" fmla="*/ 210315 h 1212067"/>
                <a:gd name="connsiteX904" fmla="*/ 22347 w 1385794"/>
                <a:gd name="connsiteY904" fmla="*/ 212804 h 1212067"/>
                <a:gd name="connsiteX905" fmla="*/ 21875 w 1385794"/>
                <a:gd name="connsiteY905" fmla="*/ 235612 h 1212067"/>
                <a:gd name="connsiteX906" fmla="*/ 22952 w 1385794"/>
                <a:gd name="connsiteY906" fmla="*/ 239851 h 1212067"/>
                <a:gd name="connsiteX907" fmla="*/ 23188 w 1385794"/>
                <a:gd name="connsiteY907" fmla="*/ 242239 h 1212067"/>
                <a:gd name="connsiteX908" fmla="*/ 21875 w 1385794"/>
                <a:gd name="connsiteY908" fmla="*/ 245704 h 1212067"/>
                <a:gd name="connsiteX909" fmla="*/ 19385 w 1385794"/>
                <a:gd name="connsiteY909" fmla="*/ 248731 h 1212067"/>
                <a:gd name="connsiteX910" fmla="*/ 17332 w 1385794"/>
                <a:gd name="connsiteY910" fmla="*/ 250784 h 1212067"/>
                <a:gd name="connsiteX911" fmla="*/ 13731 w 1385794"/>
                <a:gd name="connsiteY911" fmla="*/ 255661 h 1212067"/>
                <a:gd name="connsiteX912" fmla="*/ 10265 w 1385794"/>
                <a:gd name="connsiteY912" fmla="*/ 257713 h 1212067"/>
                <a:gd name="connsiteX913" fmla="*/ 8414 w 1385794"/>
                <a:gd name="connsiteY913" fmla="*/ 260875 h 1212067"/>
                <a:gd name="connsiteX914" fmla="*/ 5923 w 1385794"/>
                <a:gd name="connsiteY914" fmla="*/ 264576 h 1212067"/>
                <a:gd name="connsiteX915" fmla="*/ 4308 w 1385794"/>
                <a:gd name="connsiteY915" fmla="*/ 267267 h 1212067"/>
                <a:gd name="connsiteX916" fmla="*/ 4308 w 1385794"/>
                <a:gd name="connsiteY916" fmla="*/ 269117 h 1212067"/>
                <a:gd name="connsiteX917" fmla="*/ 4644 w 1385794"/>
                <a:gd name="connsiteY917" fmla="*/ 271068 h 1212067"/>
                <a:gd name="connsiteX918" fmla="*/ 5183 w 1385794"/>
                <a:gd name="connsiteY918" fmla="*/ 273154 h 1212067"/>
                <a:gd name="connsiteX919" fmla="*/ 5183 w 1385794"/>
                <a:gd name="connsiteY919" fmla="*/ 275980 h 1212067"/>
                <a:gd name="connsiteX920" fmla="*/ 4308 w 1385794"/>
                <a:gd name="connsiteY920" fmla="*/ 279243 h 1212067"/>
                <a:gd name="connsiteX921" fmla="*/ 3467 w 1385794"/>
                <a:gd name="connsiteY921" fmla="*/ 288056 h 1212067"/>
                <a:gd name="connsiteX922" fmla="*/ 3467 w 1385794"/>
                <a:gd name="connsiteY922" fmla="*/ 295121 h 1212067"/>
                <a:gd name="connsiteX923" fmla="*/ 0 w 1385794"/>
                <a:gd name="connsiteY923" fmla="*/ 298720 h 1212067"/>
                <a:gd name="connsiteX924" fmla="*/ 0 w 1385794"/>
                <a:gd name="connsiteY924" fmla="*/ 302084 h 1212067"/>
                <a:gd name="connsiteX925" fmla="*/ 1178 w 1385794"/>
                <a:gd name="connsiteY925" fmla="*/ 305549 h 1212067"/>
                <a:gd name="connsiteX926" fmla="*/ 1817 w 1385794"/>
                <a:gd name="connsiteY926" fmla="*/ 309687 h 1212067"/>
                <a:gd name="connsiteX927" fmla="*/ 2154 w 1385794"/>
                <a:gd name="connsiteY927" fmla="*/ 312849 h 1212067"/>
                <a:gd name="connsiteX928" fmla="*/ 2928 w 1385794"/>
                <a:gd name="connsiteY928" fmla="*/ 313387 h 1212067"/>
                <a:gd name="connsiteX929" fmla="*/ 6933 w 1385794"/>
                <a:gd name="connsiteY929" fmla="*/ 315977 h 1212067"/>
                <a:gd name="connsiteX930" fmla="*/ 7909 w 1385794"/>
                <a:gd name="connsiteY930" fmla="*/ 316953 h 1212067"/>
                <a:gd name="connsiteX931" fmla="*/ 9760 w 1385794"/>
                <a:gd name="connsiteY931" fmla="*/ 318164 h 1212067"/>
                <a:gd name="connsiteX932" fmla="*/ 10029 w 1385794"/>
                <a:gd name="connsiteY932" fmla="*/ 319913 h 1212067"/>
                <a:gd name="connsiteX933" fmla="*/ 10399 w 1385794"/>
                <a:gd name="connsiteY933" fmla="*/ 322940 h 1212067"/>
                <a:gd name="connsiteX934" fmla="*/ 10399 w 1385794"/>
                <a:gd name="connsiteY934" fmla="*/ 324690 h 1212067"/>
                <a:gd name="connsiteX935" fmla="*/ 10298 w 1385794"/>
                <a:gd name="connsiteY935" fmla="*/ 326540 h 1212067"/>
                <a:gd name="connsiteX936" fmla="*/ 10063 w 1385794"/>
                <a:gd name="connsiteY936" fmla="*/ 329029 h 1212067"/>
                <a:gd name="connsiteX937" fmla="*/ 9625 w 1385794"/>
                <a:gd name="connsiteY937" fmla="*/ 331754 h 1212067"/>
                <a:gd name="connsiteX938" fmla="*/ 8851 w 1385794"/>
                <a:gd name="connsiteY938" fmla="*/ 335892 h 1212067"/>
                <a:gd name="connsiteX939" fmla="*/ 8313 w 1385794"/>
                <a:gd name="connsiteY939" fmla="*/ 337507 h 1212067"/>
                <a:gd name="connsiteX940" fmla="*/ 7673 w 1385794"/>
                <a:gd name="connsiteY940" fmla="*/ 339357 h 1212067"/>
                <a:gd name="connsiteX941" fmla="*/ 6899 w 1385794"/>
                <a:gd name="connsiteY941" fmla="*/ 342519 h 1212067"/>
                <a:gd name="connsiteX942" fmla="*/ 6899 w 1385794"/>
                <a:gd name="connsiteY942" fmla="*/ 344907 h 1212067"/>
                <a:gd name="connsiteX943" fmla="*/ 7000 w 1385794"/>
                <a:gd name="connsiteY943" fmla="*/ 346993 h 1212067"/>
                <a:gd name="connsiteX944" fmla="*/ 7101 w 1385794"/>
                <a:gd name="connsiteY944" fmla="*/ 348608 h 1212067"/>
                <a:gd name="connsiteX945" fmla="*/ 8717 w 1385794"/>
                <a:gd name="connsiteY945" fmla="*/ 350794 h 1212067"/>
                <a:gd name="connsiteX946" fmla="*/ 11645 w 1385794"/>
                <a:gd name="connsiteY946" fmla="*/ 353384 h 1212067"/>
                <a:gd name="connsiteX947" fmla="*/ 13496 w 1385794"/>
                <a:gd name="connsiteY947" fmla="*/ 354999 h 1212067"/>
                <a:gd name="connsiteX948" fmla="*/ 15683 w 1385794"/>
                <a:gd name="connsiteY948" fmla="*/ 354225 h 1212067"/>
                <a:gd name="connsiteX949" fmla="*/ 18847 w 1385794"/>
                <a:gd name="connsiteY949" fmla="*/ 354024 h 1212067"/>
                <a:gd name="connsiteX950" fmla="*/ 27328 w 1385794"/>
                <a:gd name="connsiteY950" fmla="*/ 353485 h 1212067"/>
                <a:gd name="connsiteX951" fmla="*/ 34395 w 1385794"/>
                <a:gd name="connsiteY951" fmla="*/ 352947 h 1212067"/>
                <a:gd name="connsiteX952" fmla="*/ 36246 w 1385794"/>
                <a:gd name="connsiteY952" fmla="*/ 350761 h 1212067"/>
                <a:gd name="connsiteX953" fmla="*/ 38299 w 1385794"/>
                <a:gd name="connsiteY953" fmla="*/ 350962 h 1212067"/>
                <a:gd name="connsiteX954" fmla="*/ 40049 w 1385794"/>
                <a:gd name="connsiteY954" fmla="*/ 352274 h 1212067"/>
                <a:gd name="connsiteX955" fmla="*/ 44727 w 1385794"/>
                <a:gd name="connsiteY955" fmla="*/ 353149 h 1212067"/>
                <a:gd name="connsiteX956" fmla="*/ 47991 w 1385794"/>
                <a:gd name="connsiteY956" fmla="*/ 352947 h 1212067"/>
                <a:gd name="connsiteX957" fmla="*/ 50819 w 1385794"/>
                <a:gd name="connsiteY957" fmla="*/ 350559 h 1212067"/>
                <a:gd name="connsiteX958" fmla="*/ 52232 w 1385794"/>
                <a:gd name="connsiteY958" fmla="*/ 347733 h 1212067"/>
                <a:gd name="connsiteX959" fmla="*/ 52871 w 1385794"/>
                <a:gd name="connsiteY959" fmla="*/ 345345 h 1212067"/>
                <a:gd name="connsiteX960" fmla="*/ 53410 w 1385794"/>
                <a:gd name="connsiteY960" fmla="*/ 345008 h 1212067"/>
                <a:gd name="connsiteX961" fmla="*/ 56136 w 1385794"/>
                <a:gd name="connsiteY961" fmla="*/ 345345 h 1212067"/>
                <a:gd name="connsiteX962" fmla="*/ 59939 w 1385794"/>
                <a:gd name="connsiteY962" fmla="*/ 346959 h 1212067"/>
                <a:gd name="connsiteX963" fmla="*/ 63540 w 1385794"/>
                <a:gd name="connsiteY963" fmla="*/ 348574 h 1212067"/>
                <a:gd name="connsiteX964" fmla="*/ 68420 w 1385794"/>
                <a:gd name="connsiteY964" fmla="*/ 349886 h 1212067"/>
                <a:gd name="connsiteX965" fmla="*/ 75588 w 1385794"/>
                <a:gd name="connsiteY965" fmla="*/ 349886 h 1212067"/>
                <a:gd name="connsiteX966" fmla="*/ 81781 w 1385794"/>
                <a:gd name="connsiteY966" fmla="*/ 350861 h 1212067"/>
                <a:gd name="connsiteX967" fmla="*/ 88411 w 1385794"/>
                <a:gd name="connsiteY967" fmla="*/ 351635 h 1212067"/>
                <a:gd name="connsiteX968" fmla="*/ 92214 w 1385794"/>
                <a:gd name="connsiteY968" fmla="*/ 353048 h 1212067"/>
                <a:gd name="connsiteX969" fmla="*/ 95478 w 1385794"/>
                <a:gd name="connsiteY969" fmla="*/ 354562 h 1212067"/>
                <a:gd name="connsiteX970" fmla="*/ 99281 w 1385794"/>
                <a:gd name="connsiteY970" fmla="*/ 355100 h 1212067"/>
                <a:gd name="connsiteX971" fmla="*/ 102882 w 1385794"/>
                <a:gd name="connsiteY971" fmla="*/ 355335 h 1212067"/>
                <a:gd name="connsiteX972" fmla="*/ 106349 w 1385794"/>
                <a:gd name="connsiteY972" fmla="*/ 354125 h 1212067"/>
                <a:gd name="connsiteX973" fmla="*/ 110152 w 1385794"/>
                <a:gd name="connsiteY973" fmla="*/ 353485 h 1212067"/>
                <a:gd name="connsiteX974" fmla="*/ 113854 w 1385794"/>
                <a:gd name="connsiteY974" fmla="*/ 351972 h 1212067"/>
                <a:gd name="connsiteX975" fmla="*/ 117892 w 1385794"/>
                <a:gd name="connsiteY975" fmla="*/ 350660 h 1212067"/>
                <a:gd name="connsiteX976" fmla="*/ 119945 w 1385794"/>
                <a:gd name="connsiteY976" fmla="*/ 350323 h 1212067"/>
                <a:gd name="connsiteX977" fmla="*/ 121796 w 1385794"/>
                <a:gd name="connsiteY977" fmla="*/ 351736 h 1212067"/>
                <a:gd name="connsiteX978" fmla="*/ 124522 w 1385794"/>
                <a:gd name="connsiteY978" fmla="*/ 354125 h 1212067"/>
                <a:gd name="connsiteX979" fmla="*/ 128123 w 1385794"/>
                <a:gd name="connsiteY979" fmla="*/ 356176 h 1212067"/>
                <a:gd name="connsiteX980" fmla="*/ 137142 w 1385794"/>
                <a:gd name="connsiteY980" fmla="*/ 355100 h 1212067"/>
                <a:gd name="connsiteX981" fmla="*/ 143133 w 1385794"/>
                <a:gd name="connsiteY981" fmla="*/ 356076 h 1212067"/>
                <a:gd name="connsiteX982" fmla="*/ 146936 w 1385794"/>
                <a:gd name="connsiteY982" fmla="*/ 358464 h 1212067"/>
                <a:gd name="connsiteX983" fmla="*/ 153128 w 1385794"/>
                <a:gd name="connsiteY983" fmla="*/ 362904 h 1212067"/>
                <a:gd name="connsiteX984" fmla="*/ 159556 w 1385794"/>
                <a:gd name="connsiteY984" fmla="*/ 367244 h 1212067"/>
                <a:gd name="connsiteX985" fmla="*/ 165984 w 1385794"/>
                <a:gd name="connsiteY985" fmla="*/ 369094 h 1212067"/>
                <a:gd name="connsiteX986" fmla="*/ 173489 w 1385794"/>
                <a:gd name="connsiteY986" fmla="*/ 369296 h 1212067"/>
                <a:gd name="connsiteX987" fmla="*/ 178067 w 1385794"/>
                <a:gd name="connsiteY987" fmla="*/ 369195 h 1212067"/>
                <a:gd name="connsiteX988" fmla="*/ 184494 w 1385794"/>
                <a:gd name="connsiteY988" fmla="*/ 371247 h 1212067"/>
                <a:gd name="connsiteX989" fmla="*/ 190485 w 1385794"/>
                <a:gd name="connsiteY989" fmla="*/ 375385 h 1212067"/>
                <a:gd name="connsiteX990" fmla="*/ 195500 w 1385794"/>
                <a:gd name="connsiteY990" fmla="*/ 379085 h 1212067"/>
                <a:gd name="connsiteX991" fmla="*/ 203745 w 1385794"/>
                <a:gd name="connsiteY991" fmla="*/ 378009 h 1212067"/>
                <a:gd name="connsiteX992" fmla="*/ 209298 w 1385794"/>
                <a:gd name="connsiteY992" fmla="*/ 379623 h 1212067"/>
                <a:gd name="connsiteX993" fmla="*/ 212899 w 1385794"/>
                <a:gd name="connsiteY993" fmla="*/ 387327 h 1212067"/>
                <a:gd name="connsiteX994" fmla="*/ 217678 w 1385794"/>
                <a:gd name="connsiteY994" fmla="*/ 391128 h 1212067"/>
                <a:gd name="connsiteX995" fmla="*/ 225519 w 1385794"/>
                <a:gd name="connsiteY995" fmla="*/ 400816 h 1212067"/>
                <a:gd name="connsiteX996" fmla="*/ 235077 w 1385794"/>
                <a:gd name="connsiteY996" fmla="*/ 408419 h 1212067"/>
                <a:gd name="connsiteX997" fmla="*/ 237366 w 1385794"/>
                <a:gd name="connsiteY997" fmla="*/ 410706 h 1212067"/>
                <a:gd name="connsiteX998" fmla="*/ 242145 w 1385794"/>
                <a:gd name="connsiteY998" fmla="*/ 415046 h 1212067"/>
                <a:gd name="connsiteX999" fmla="*/ 243222 w 1385794"/>
                <a:gd name="connsiteY999" fmla="*/ 423187 h 1212067"/>
                <a:gd name="connsiteX1000" fmla="*/ 244871 w 1385794"/>
                <a:gd name="connsiteY1000" fmla="*/ 424499 h 1212067"/>
                <a:gd name="connsiteX1001" fmla="*/ 248674 w 1385794"/>
                <a:gd name="connsiteY1001" fmla="*/ 426349 h 1212067"/>
                <a:gd name="connsiteX1002" fmla="*/ 251164 w 1385794"/>
                <a:gd name="connsiteY1002" fmla="*/ 427863 h 1212067"/>
                <a:gd name="connsiteX1003" fmla="*/ 254092 w 1385794"/>
                <a:gd name="connsiteY1003" fmla="*/ 430587 h 1212067"/>
                <a:gd name="connsiteX1004" fmla="*/ 258972 w 1385794"/>
                <a:gd name="connsiteY1004" fmla="*/ 435802 h 1212067"/>
                <a:gd name="connsiteX1005" fmla="*/ 265501 w 1385794"/>
                <a:gd name="connsiteY1005" fmla="*/ 442092 h 1212067"/>
                <a:gd name="connsiteX1006" fmla="*/ 269943 w 1385794"/>
                <a:gd name="connsiteY1006" fmla="*/ 446331 h 1212067"/>
                <a:gd name="connsiteX1007" fmla="*/ 281891 w 1385794"/>
                <a:gd name="connsiteY1007" fmla="*/ 453933 h 1212067"/>
                <a:gd name="connsiteX1008" fmla="*/ 287982 w 1385794"/>
                <a:gd name="connsiteY1008" fmla="*/ 456759 h 1212067"/>
                <a:gd name="connsiteX1009" fmla="*/ 290574 w 1385794"/>
                <a:gd name="connsiteY1009" fmla="*/ 456759 h 1212067"/>
                <a:gd name="connsiteX1010" fmla="*/ 297103 w 1385794"/>
                <a:gd name="connsiteY1010" fmla="*/ 459248 h 1212067"/>
                <a:gd name="connsiteX1011" fmla="*/ 300906 w 1385794"/>
                <a:gd name="connsiteY1011" fmla="*/ 461099 h 1212067"/>
                <a:gd name="connsiteX1012" fmla="*/ 305785 w 1385794"/>
                <a:gd name="connsiteY1012" fmla="*/ 466649 h 1212067"/>
                <a:gd name="connsiteX1013" fmla="*/ 310026 w 1385794"/>
                <a:gd name="connsiteY1013" fmla="*/ 470652 h 1212067"/>
                <a:gd name="connsiteX1014" fmla="*/ 309925 w 1385794"/>
                <a:gd name="connsiteY1014" fmla="*/ 476505 h 1212067"/>
                <a:gd name="connsiteX1015" fmla="*/ 309723 w 1385794"/>
                <a:gd name="connsiteY1015" fmla="*/ 478894 h 1212067"/>
                <a:gd name="connsiteX1016" fmla="*/ 311473 w 1385794"/>
                <a:gd name="connsiteY1016" fmla="*/ 482493 h 1212067"/>
                <a:gd name="connsiteX1017" fmla="*/ 314839 w 1385794"/>
                <a:gd name="connsiteY1017" fmla="*/ 483368 h 1212067"/>
                <a:gd name="connsiteX1018" fmla="*/ 318642 w 1385794"/>
                <a:gd name="connsiteY1018" fmla="*/ 487068 h 1212067"/>
                <a:gd name="connsiteX1019" fmla="*/ 322546 w 1385794"/>
                <a:gd name="connsiteY1019" fmla="*/ 490432 h 1212067"/>
                <a:gd name="connsiteX1020" fmla="*/ 326685 w 1385794"/>
                <a:gd name="connsiteY1020" fmla="*/ 493796 h 1212067"/>
                <a:gd name="connsiteX1021" fmla="*/ 329075 w 1385794"/>
                <a:gd name="connsiteY1021" fmla="*/ 495007 h 1212067"/>
                <a:gd name="connsiteX1022" fmla="*/ 334392 w 1385794"/>
                <a:gd name="connsiteY1022" fmla="*/ 495546 h 1212067"/>
                <a:gd name="connsiteX1023" fmla="*/ 338094 w 1385794"/>
                <a:gd name="connsiteY1023" fmla="*/ 493931 h 1212067"/>
                <a:gd name="connsiteX1024" fmla="*/ 342570 w 1385794"/>
                <a:gd name="connsiteY1024" fmla="*/ 493931 h 1212067"/>
                <a:gd name="connsiteX1025" fmla="*/ 346911 w 1385794"/>
                <a:gd name="connsiteY1025" fmla="*/ 493056 h 1212067"/>
                <a:gd name="connsiteX1026" fmla="*/ 349301 w 1385794"/>
                <a:gd name="connsiteY1026" fmla="*/ 491542 h 1212067"/>
                <a:gd name="connsiteX1027" fmla="*/ 349839 w 1385794"/>
                <a:gd name="connsiteY1027" fmla="*/ 489053 h 1212067"/>
                <a:gd name="connsiteX1028" fmla="*/ 349940 w 1385794"/>
                <a:gd name="connsiteY1028" fmla="*/ 484713 h 1212067"/>
                <a:gd name="connsiteX1029" fmla="*/ 350479 w 1385794"/>
                <a:gd name="connsiteY1029" fmla="*/ 479499 h 1212067"/>
                <a:gd name="connsiteX1030" fmla="*/ 350714 w 1385794"/>
                <a:gd name="connsiteY1030" fmla="*/ 473074 h 1212067"/>
                <a:gd name="connsiteX1031" fmla="*/ 350378 w 1385794"/>
                <a:gd name="connsiteY1031" fmla="*/ 465808 h 1212067"/>
                <a:gd name="connsiteX1032" fmla="*/ 348527 w 1385794"/>
                <a:gd name="connsiteY1032" fmla="*/ 460695 h 1212067"/>
                <a:gd name="connsiteX1033" fmla="*/ 346911 w 1385794"/>
                <a:gd name="connsiteY1033" fmla="*/ 455817 h 1212067"/>
                <a:gd name="connsiteX1034" fmla="*/ 347988 w 1385794"/>
                <a:gd name="connsiteY1034" fmla="*/ 451040 h 1212067"/>
                <a:gd name="connsiteX1035" fmla="*/ 350479 w 1385794"/>
                <a:gd name="connsiteY1035" fmla="*/ 441688 h 1212067"/>
                <a:gd name="connsiteX1036" fmla="*/ 353407 w 1385794"/>
                <a:gd name="connsiteY1036" fmla="*/ 431462 h 1212067"/>
                <a:gd name="connsiteX1037" fmla="*/ 356234 w 1385794"/>
                <a:gd name="connsiteY1037" fmla="*/ 424734 h 1212067"/>
                <a:gd name="connsiteX1038" fmla="*/ 356133 w 1385794"/>
                <a:gd name="connsiteY1038" fmla="*/ 420395 h 1212067"/>
                <a:gd name="connsiteX1039" fmla="*/ 351253 w 1385794"/>
                <a:gd name="connsiteY1039" fmla="*/ 413566 h 1212067"/>
                <a:gd name="connsiteX1040" fmla="*/ 353541 w 1385794"/>
                <a:gd name="connsiteY1040" fmla="*/ 405963 h 1212067"/>
                <a:gd name="connsiteX1041" fmla="*/ 355157 w 1385794"/>
                <a:gd name="connsiteY1041" fmla="*/ 402599 h 1212067"/>
                <a:gd name="connsiteX1042" fmla="*/ 358758 w 1385794"/>
                <a:gd name="connsiteY1042" fmla="*/ 398798 h 1212067"/>
                <a:gd name="connsiteX1043" fmla="*/ 360272 w 1385794"/>
                <a:gd name="connsiteY1043" fmla="*/ 397721 h 1212067"/>
                <a:gd name="connsiteX1044" fmla="*/ 363739 w 1385794"/>
                <a:gd name="connsiteY1044" fmla="*/ 396948 h 1212067"/>
                <a:gd name="connsiteX1045" fmla="*/ 375484 w 1385794"/>
                <a:gd name="connsiteY1045" fmla="*/ 397385 h 1212067"/>
                <a:gd name="connsiteX1046" fmla="*/ 380600 w 1385794"/>
                <a:gd name="connsiteY1046" fmla="*/ 398125 h 1212067"/>
                <a:gd name="connsiteX1047" fmla="*/ 384840 w 1385794"/>
                <a:gd name="connsiteY1047" fmla="*/ 400615 h 1212067"/>
                <a:gd name="connsiteX1048" fmla="*/ 388206 w 1385794"/>
                <a:gd name="connsiteY1048" fmla="*/ 403339 h 1212067"/>
                <a:gd name="connsiteX1049" fmla="*/ 392345 w 1385794"/>
                <a:gd name="connsiteY1049" fmla="*/ 408452 h 1212067"/>
                <a:gd name="connsiteX1050" fmla="*/ 395273 w 1385794"/>
                <a:gd name="connsiteY1050" fmla="*/ 411480 h 1212067"/>
                <a:gd name="connsiteX1051" fmla="*/ 400052 w 1385794"/>
                <a:gd name="connsiteY1051" fmla="*/ 416795 h 1212067"/>
                <a:gd name="connsiteX1052" fmla="*/ 403216 w 1385794"/>
                <a:gd name="connsiteY1052" fmla="*/ 420260 h 1212067"/>
                <a:gd name="connsiteX1053" fmla="*/ 406581 w 1385794"/>
                <a:gd name="connsiteY1053" fmla="*/ 425138 h 1212067"/>
                <a:gd name="connsiteX1054" fmla="*/ 408869 w 1385794"/>
                <a:gd name="connsiteY1054" fmla="*/ 427963 h 1212067"/>
                <a:gd name="connsiteX1055" fmla="*/ 412908 w 1385794"/>
                <a:gd name="connsiteY1055" fmla="*/ 432976 h 1212067"/>
                <a:gd name="connsiteX1056" fmla="*/ 418562 w 1385794"/>
                <a:gd name="connsiteY1056" fmla="*/ 436239 h 1212067"/>
                <a:gd name="connsiteX1057" fmla="*/ 424553 w 1385794"/>
                <a:gd name="connsiteY1057" fmla="*/ 438190 h 1212067"/>
                <a:gd name="connsiteX1058" fmla="*/ 429332 w 1385794"/>
                <a:gd name="connsiteY1058" fmla="*/ 440679 h 1212067"/>
                <a:gd name="connsiteX1059" fmla="*/ 435423 w 1385794"/>
                <a:gd name="connsiteY1059" fmla="*/ 443606 h 1212067"/>
                <a:gd name="connsiteX1060" fmla="*/ 440639 w 1385794"/>
                <a:gd name="connsiteY1060" fmla="*/ 446095 h 1212067"/>
                <a:gd name="connsiteX1061" fmla="*/ 445082 w 1385794"/>
                <a:gd name="connsiteY1061" fmla="*/ 448484 h 1212067"/>
                <a:gd name="connsiteX1062" fmla="*/ 445317 w 1385794"/>
                <a:gd name="connsiteY1062" fmla="*/ 452285 h 1212067"/>
                <a:gd name="connsiteX1063" fmla="*/ 445317 w 1385794"/>
                <a:gd name="connsiteY1063" fmla="*/ 454976 h 1212067"/>
                <a:gd name="connsiteX1064" fmla="*/ 446091 w 1385794"/>
                <a:gd name="connsiteY1064" fmla="*/ 456288 h 1212067"/>
                <a:gd name="connsiteX1065" fmla="*/ 451106 w 1385794"/>
                <a:gd name="connsiteY1065" fmla="*/ 456624 h 1212067"/>
                <a:gd name="connsiteX1066" fmla="*/ 453395 w 1385794"/>
                <a:gd name="connsiteY1066" fmla="*/ 455985 h 1212067"/>
                <a:gd name="connsiteX1067" fmla="*/ 455683 w 1385794"/>
                <a:gd name="connsiteY1067" fmla="*/ 452285 h 1212067"/>
                <a:gd name="connsiteX1068" fmla="*/ 456558 w 1385794"/>
                <a:gd name="connsiteY1068" fmla="*/ 450233 h 1212067"/>
                <a:gd name="connsiteX1069" fmla="*/ 457972 w 1385794"/>
                <a:gd name="connsiteY1069" fmla="*/ 446768 h 1212067"/>
                <a:gd name="connsiteX1070" fmla="*/ 460698 w 1385794"/>
                <a:gd name="connsiteY1070" fmla="*/ 444716 h 1212067"/>
                <a:gd name="connsiteX1071" fmla="*/ 462010 w 1385794"/>
                <a:gd name="connsiteY1071" fmla="*/ 444279 h 1212067"/>
                <a:gd name="connsiteX1072" fmla="*/ 464299 w 1385794"/>
                <a:gd name="connsiteY1072" fmla="*/ 442428 h 1212067"/>
                <a:gd name="connsiteX1073" fmla="*/ 465813 w 1385794"/>
                <a:gd name="connsiteY1073" fmla="*/ 439704 h 1212067"/>
                <a:gd name="connsiteX1074" fmla="*/ 467227 w 1385794"/>
                <a:gd name="connsiteY1074" fmla="*/ 438291 h 1212067"/>
                <a:gd name="connsiteX1075" fmla="*/ 469515 w 1385794"/>
                <a:gd name="connsiteY1075" fmla="*/ 435263 h 1212067"/>
                <a:gd name="connsiteX1076" fmla="*/ 470929 w 1385794"/>
                <a:gd name="connsiteY1076" fmla="*/ 432976 h 1212067"/>
                <a:gd name="connsiteX1077" fmla="*/ 472881 w 1385794"/>
                <a:gd name="connsiteY1077" fmla="*/ 432774 h 1212067"/>
                <a:gd name="connsiteX1078" fmla="*/ 474294 w 1385794"/>
                <a:gd name="connsiteY1078" fmla="*/ 432572 h 1212067"/>
                <a:gd name="connsiteX1079" fmla="*/ 476885 w 1385794"/>
                <a:gd name="connsiteY1079" fmla="*/ 433548 h 1212067"/>
                <a:gd name="connsiteX1080" fmla="*/ 480587 w 1385794"/>
                <a:gd name="connsiteY1080" fmla="*/ 438425 h 1212067"/>
                <a:gd name="connsiteX1081" fmla="*/ 482775 w 1385794"/>
                <a:gd name="connsiteY1081" fmla="*/ 441688 h 1212067"/>
                <a:gd name="connsiteX1082" fmla="*/ 484088 w 1385794"/>
                <a:gd name="connsiteY1082" fmla="*/ 445052 h 1212067"/>
                <a:gd name="connsiteX1083" fmla="*/ 489943 w 1385794"/>
                <a:gd name="connsiteY1083" fmla="*/ 445692 h 1212067"/>
                <a:gd name="connsiteX1084" fmla="*/ 498290 w 1385794"/>
                <a:gd name="connsiteY1084" fmla="*/ 444447 h 1212067"/>
                <a:gd name="connsiteX1085" fmla="*/ 503372 w 1385794"/>
                <a:gd name="connsiteY1085" fmla="*/ 442866 h 1212067"/>
                <a:gd name="connsiteX1086" fmla="*/ 504247 w 1385794"/>
                <a:gd name="connsiteY1086" fmla="*/ 441722 h 1212067"/>
                <a:gd name="connsiteX1087" fmla="*/ 505997 w 1385794"/>
                <a:gd name="connsiteY1087" fmla="*/ 439132 h 1212067"/>
                <a:gd name="connsiteX1088" fmla="*/ 506569 w 1385794"/>
                <a:gd name="connsiteY1088" fmla="*/ 437685 h 1212067"/>
                <a:gd name="connsiteX1089" fmla="*/ 506872 w 1385794"/>
                <a:gd name="connsiteY1089" fmla="*/ 435230 h 1212067"/>
                <a:gd name="connsiteX1090" fmla="*/ 507881 w 1385794"/>
                <a:gd name="connsiteY1090" fmla="*/ 433346 h 1212067"/>
                <a:gd name="connsiteX1091" fmla="*/ 509059 w 1385794"/>
                <a:gd name="connsiteY1091" fmla="*/ 431327 h 1212067"/>
                <a:gd name="connsiteX1092" fmla="*/ 510944 w 1385794"/>
                <a:gd name="connsiteY1092" fmla="*/ 430520 h 1212067"/>
                <a:gd name="connsiteX1093" fmla="*/ 514579 w 1385794"/>
                <a:gd name="connsiteY1093" fmla="*/ 428132 h 1212067"/>
                <a:gd name="connsiteX1094" fmla="*/ 517607 w 1385794"/>
                <a:gd name="connsiteY1094" fmla="*/ 428132 h 1212067"/>
                <a:gd name="connsiteX1095" fmla="*/ 522084 w 1385794"/>
                <a:gd name="connsiteY1095" fmla="*/ 430453 h 1212067"/>
                <a:gd name="connsiteX1096" fmla="*/ 524540 w 1385794"/>
                <a:gd name="connsiteY1096" fmla="*/ 433211 h 1212067"/>
                <a:gd name="connsiteX1097" fmla="*/ 525853 w 1385794"/>
                <a:gd name="connsiteY1097" fmla="*/ 437416 h 1212067"/>
                <a:gd name="connsiteX1098" fmla="*/ 526862 w 1385794"/>
                <a:gd name="connsiteY1098" fmla="*/ 440612 h 1212067"/>
                <a:gd name="connsiteX1099" fmla="*/ 529454 w 1385794"/>
                <a:gd name="connsiteY1099" fmla="*/ 443505 h 1212067"/>
                <a:gd name="connsiteX1100" fmla="*/ 531473 w 1385794"/>
                <a:gd name="connsiteY1100" fmla="*/ 445523 h 1212067"/>
                <a:gd name="connsiteX1101" fmla="*/ 533223 w 1385794"/>
                <a:gd name="connsiteY1101" fmla="*/ 445523 h 1212067"/>
                <a:gd name="connsiteX1102" fmla="*/ 536993 w 1385794"/>
                <a:gd name="connsiteY1102" fmla="*/ 448114 h 1212067"/>
                <a:gd name="connsiteX1103" fmla="*/ 539315 w 1385794"/>
                <a:gd name="connsiteY1103" fmla="*/ 452184 h 1212067"/>
                <a:gd name="connsiteX1104" fmla="*/ 540897 w 1385794"/>
                <a:gd name="connsiteY1104" fmla="*/ 455952 h 1212067"/>
                <a:gd name="connsiteX1105" fmla="*/ 543791 w 1385794"/>
                <a:gd name="connsiteY1105" fmla="*/ 457533 h 1212067"/>
                <a:gd name="connsiteX1106" fmla="*/ 545675 w 1385794"/>
                <a:gd name="connsiteY1106" fmla="*/ 459417 h 1212067"/>
                <a:gd name="connsiteX1107" fmla="*/ 547257 w 1385794"/>
                <a:gd name="connsiteY1107" fmla="*/ 460998 h 1212067"/>
                <a:gd name="connsiteX1108" fmla="*/ 550286 w 1385794"/>
                <a:gd name="connsiteY1108" fmla="*/ 464025 h 1212067"/>
                <a:gd name="connsiteX1109" fmla="*/ 553483 w 1385794"/>
                <a:gd name="connsiteY1109" fmla="*/ 466615 h 1212067"/>
                <a:gd name="connsiteX1110" fmla="*/ 557253 w 1385794"/>
                <a:gd name="connsiteY1110" fmla="*/ 470518 h 1212067"/>
                <a:gd name="connsiteX1111" fmla="*/ 561762 w 1385794"/>
                <a:gd name="connsiteY1111" fmla="*/ 472973 h 1212067"/>
                <a:gd name="connsiteX1112" fmla="*/ 565397 w 1385794"/>
                <a:gd name="connsiteY1112" fmla="*/ 476304 h 1212067"/>
                <a:gd name="connsiteX1113" fmla="*/ 569032 w 1385794"/>
                <a:gd name="connsiteY1113" fmla="*/ 481081 h 1212067"/>
                <a:gd name="connsiteX1114" fmla="*/ 570782 w 1385794"/>
                <a:gd name="connsiteY1114" fmla="*/ 484848 h 1212067"/>
                <a:gd name="connsiteX1115" fmla="*/ 571960 w 1385794"/>
                <a:gd name="connsiteY1115" fmla="*/ 487607 h 1212067"/>
                <a:gd name="connsiteX1116" fmla="*/ 574416 w 1385794"/>
                <a:gd name="connsiteY1116" fmla="*/ 490062 h 1212067"/>
                <a:gd name="connsiteX1117" fmla="*/ 576166 w 1385794"/>
                <a:gd name="connsiteY1117" fmla="*/ 491509 h 1212067"/>
                <a:gd name="connsiteX1118" fmla="*/ 577311 w 1385794"/>
                <a:gd name="connsiteY1118" fmla="*/ 493830 h 1212067"/>
                <a:gd name="connsiteX1119" fmla="*/ 577748 w 1385794"/>
                <a:gd name="connsiteY1119" fmla="*/ 497160 h 1212067"/>
                <a:gd name="connsiteX1120" fmla="*/ 579061 w 1385794"/>
                <a:gd name="connsiteY1120" fmla="*/ 500188 h 1212067"/>
                <a:gd name="connsiteX1121" fmla="*/ 580643 w 1385794"/>
                <a:gd name="connsiteY1121" fmla="*/ 501634 h 1212067"/>
                <a:gd name="connsiteX1122" fmla="*/ 582662 w 1385794"/>
                <a:gd name="connsiteY1122" fmla="*/ 502643 h 1212067"/>
                <a:gd name="connsiteX1123" fmla="*/ 583974 w 1385794"/>
                <a:gd name="connsiteY1123" fmla="*/ 505099 h 1212067"/>
                <a:gd name="connsiteX1124" fmla="*/ 586229 w 1385794"/>
                <a:gd name="connsiteY1124" fmla="*/ 506613 h 1212067"/>
                <a:gd name="connsiteX1125" fmla="*/ 586734 w 1385794"/>
                <a:gd name="connsiteY1125" fmla="*/ 507757 h 1212067"/>
                <a:gd name="connsiteX1126" fmla="*/ 584917 w 1385794"/>
                <a:gd name="connsiteY1126" fmla="*/ 509506 h 1212067"/>
                <a:gd name="connsiteX1127" fmla="*/ 585051 w 1385794"/>
                <a:gd name="connsiteY1127" fmla="*/ 511087 h 1212067"/>
                <a:gd name="connsiteX1128" fmla="*/ 586498 w 1385794"/>
                <a:gd name="connsiteY1128" fmla="*/ 512399 h 1212067"/>
                <a:gd name="connsiteX1129" fmla="*/ 587508 w 1385794"/>
                <a:gd name="connsiteY1129" fmla="*/ 513341 h 1212067"/>
                <a:gd name="connsiteX1130" fmla="*/ 589258 w 1385794"/>
                <a:gd name="connsiteY1130" fmla="*/ 513543 h 1212067"/>
                <a:gd name="connsiteX1131" fmla="*/ 591513 w 1385794"/>
                <a:gd name="connsiteY1131" fmla="*/ 513173 h 1212067"/>
                <a:gd name="connsiteX1132" fmla="*/ 592960 w 1385794"/>
                <a:gd name="connsiteY1132" fmla="*/ 514182 h 1212067"/>
                <a:gd name="connsiteX1133" fmla="*/ 594609 w 1385794"/>
                <a:gd name="connsiteY1133" fmla="*/ 515830 h 1212067"/>
                <a:gd name="connsiteX1134" fmla="*/ 596797 w 1385794"/>
                <a:gd name="connsiteY1134" fmla="*/ 518454 h 1212067"/>
                <a:gd name="connsiteX1135" fmla="*/ 597874 w 1385794"/>
                <a:gd name="connsiteY1135" fmla="*/ 519329 h 1212067"/>
                <a:gd name="connsiteX1136" fmla="*/ 607364 w 1385794"/>
                <a:gd name="connsiteY1136" fmla="*/ 527436 h 1212067"/>
                <a:gd name="connsiteX1137" fmla="*/ 612076 w 1385794"/>
                <a:gd name="connsiteY1137" fmla="*/ 531204 h 1212067"/>
                <a:gd name="connsiteX1138" fmla="*/ 613961 w 1385794"/>
                <a:gd name="connsiteY1138" fmla="*/ 532078 h 1212067"/>
                <a:gd name="connsiteX1139" fmla="*/ 616653 w 1385794"/>
                <a:gd name="connsiteY1139" fmla="*/ 534534 h 1212067"/>
                <a:gd name="connsiteX1140" fmla="*/ 616956 w 1385794"/>
                <a:gd name="connsiteY1140" fmla="*/ 537360 h 1212067"/>
                <a:gd name="connsiteX1141" fmla="*/ 618639 w 1385794"/>
                <a:gd name="connsiteY1141" fmla="*/ 538604 h 1212067"/>
                <a:gd name="connsiteX1142" fmla="*/ 622273 w 1385794"/>
                <a:gd name="connsiteY1142" fmla="*/ 540421 h 1212067"/>
                <a:gd name="connsiteX1143" fmla="*/ 624293 w 1385794"/>
                <a:gd name="connsiteY1143" fmla="*/ 541363 h 1212067"/>
                <a:gd name="connsiteX1144" fmla="*/ 627692 w 1385794"/>
                <a:gd name="connsiteY1144" fmla="*/ 542372 h 1212067"/>
                <a:gd name="connsiteX1145" fmla="*/ 629812 w 1385794"/>
                <a:gd name="connsiteY1145" fmla="*/ 542237 h 1212067"/>
                <a:gd name="connsiteX1146" fmla="*/ 633548 w 1385794"/>
                <a:gd name="connsiteY1146" fmla="*/ 541161 h 1212067"/>
                <a:gd name="connsiteX1147" fmla="*/ 635298 w 1385794"/>
                <a:gd name="connsiteY1147" fmla="*/ 539142 h 1212067"/>
                <a:gd name="connsiteX1148" fmla="*/ 635600 w 1385794"/>
                <a:gd name="connsiteY1148" fmla="*/ 536249 h 1212067"/>
                <a:gd name="connsiteX1149" fmla="*/ 632134 w 1385794"/>
                <a:gd name="connsiteY1149" fmla="*/ 531607 h 1212067"/>
                <a:gd name="connsiteX1150" fmla="*/ 630990 w 1385794"/>
                <a:gd name="connsiteY1150" fmla="*/ 530867 h 1212067"/>
                <a:gd name="connsiteX1151" fmla="*/ 629846 w 1385794"/>
                <a:gd name="connsiteY1151" fmla="*/ 529421 h 1212067"/>
                <a:gd name="connsiteX1152" fmla="*/ 629240 w 1385794"/>
                <a:gd name="connsiteY1152" fmla="*/ 528916 h 1212067"/>
                <a:gd name="connsiteX1153" fmla="*/ 627995 w 1385794"/>
                <a:gd name="connsiteY1153" fmla="*/ 527167 h 1212067"/>
                <a:gd name="connsiteX1154" fmla="*/ 627120 w 1385794"/>
                <a:gd name="connsiteY1154" fmla="*/ 524846 h 1212067"/>
                <a:gd name="connsiteX1155" fmla="*/ 625841 w 1385794"/>
                <a:gd name="connsiteY1155" fmla="*/ 523029 h 1212067"/>
                <a:gd name="connsiteX1156" fmla="*/ 624562 w 1385794"/>
                <a:gd name="connsiteY1156" fmla="*/ 521078 h 1212067"/>
                <a:gd name="connsiteX1157" fmla="*/ 624562 w 1385794"/>
                <a:gd name="connsiteY1157" fmla="*/ 519261 h 1212067"/>
                <a:gd name="connsiteX1158" fmla="*/ 624629 w 1385794"/>
                <a:gd name="connsiteY1158" fmla="*/ 517310 h 1212067"/>
                <a:gd name="connsiteX1159" fmla="*/ 625201 w 1385794"/>
                <a:gd name="connsiteY1159" fmla="*/ 514922 h 1212067"/>
                <a:gd name="connsiteX1160" fmla="*/ 625639 w 1385794"/>
                <a:gd name="connsiteY1160" fmla="*/ 512534 h 1212067"/>
                <a:gd name="connsiteX1161" fmla="*/ 626514 w 1385794"/>
                <a:gd name="connsiteY1161" fmla="*/ 510582 h 1212067"/>
                <a:gd name="connsiteX1162" fmla="*/ 628264 w 1385794"/>
                <a:gd name="connsiteY1162" fmla="*/ 509270 h 1212067"/>
                <a:gd name="connsiteX1163" fmla="*/ 629879 w 1385794"/>
                <a:gd name="connsiteY1163" fmla="*/ 508463 h 1212067"/>
                <a:gd name="connsiteX1164" fmla="*/ 631091 w 1385794"/>
                <a:gd name="connsiteY1164" fmla="*/ 508598 h 1212067"/>
                <a:gd name="connsiteX1165" fmla="*/ 632841 w 1385794"/>
                <a:gd name="connsiteY1165" fmla="*/ 509977 h 1212067"/>
                <a:gd name="connsiteX1166" fmla="*/ 634355 w 1385794"/>
                <a:gd name="connsiteY1166" fmla="*/ 512164 h 1212067"/>
                <a:gd name="connsiteX1167" fmla="*/ 635567 w 1385794"/>
                <a:gd name="connsiteY1167" fmla="*/ 514855 h 1212067"/>
                <a:gd name="connsiteX1168" fmla="*/ 635870 w 1385794"/>
                <a:gd name="connsiteY1168" fmla="*/ 517613 h 1212067"/>
                <a:gd name="connsiteX1169" fmla="*/ 635802 w 1385794"/>
                <a:gd name="connsiteY1169" fmla="*/ 520506 h 1212067"/>
                <a:gd name="connsiteX1170" fmla="*/ 639067 w 1385794"/>
                <a:gd name="connsiteY1170" fmla="*/ 522020 h 1212067"/>
                <a:gd name="connsiteX1171" fmla="*/ 641153 w 1385794"/>
                <a:gd name="connsiteY1171" fmla="*/ 522760 h 1212067"/>
                <a:gd name="connsiteX1172" fmla="*/ 642096 w 1385794"/>
                <a:gd name="connsiteY1172" fmla="*/ 524509 h 1212067"/>
                <a:gd name="connsiteX1173" fmla="*/ 643240 w 1385794"/>
                <a:gd name="connsiteY1173" fmla="*/ 526763 h 1212067"/>
                <a:gd name="connsiteX1174" fmla="*/ 644822 w 1385794"/>
                <a:gd name="connsiteY1174" fmla="*/ 529286 h 1212067"/>
                <a:gd name="connsiteX1175" fmla="*/ 646269 w 1385794"/>
                <a:gd name="connsiteY1175" fmla="*/ 530665 h 1212067"/>
                <a:gd name="connsiteX1176" fmla="*/ 647649 w 1385794"/>
                <a:gd name="connsiteY1176" fmla="*/ 532044 h 1212067"/>
                <a:gd name="connsiteX1177" fmla="*/ 650543 w 1385794"/>
                <a:gd name="connsiteY1177" fmla="*/ 534433 h 1212067"/>
                <a:gd name="connsiteX1178" fmla="*/ 652226 w 1385794"/>
                <a:gd name="connsiteY1178" fmla="*/ 534904 h 1212067"/>
                <a:gd name="connsiteX1179" fmla="*/ 655793 w 1385794"/>
                <a:gd name="connsiteY1179" fmla="*/ 535812 h 1212067"/>
                <a:gd name="connsiteX1180" fmla="*/ 658418 w 1385794"/>
                <a:gd name="connsiteY1180" fmla="*/ 535812 h 1212067"/>
                <a:gd name="connsiteX1181" fmla="*/ 661784 w 1385794"/>
                <a:gd name="connsiteY1181" fmla="*/ 537561 h 1212067"/>
                <a:gd name="connsiteX1182" fmla="*/ 667640 w 1385794"/>
                <a:gd name="connsiteY1182" fmla="*/ 538436 h 1212067"/>
                <a:gd name="connsiteX1183" fmla="*/ 669390 w 1385794"/>
                <a:gd name="connsiteY1183" fmla="*/ 541161 h 1212067"/>
                <a:gd name="connsiteX1184" fmla="*/ 669726 w 1385794"/>
                <a:gd name="connsiteY1184" fmla="*/ 545299 h 1212067"/>
                <a:gd name="connsiteX1185" fmla="*/ 669726 w 1385794"/>
                <a:gd name="connsiteY1185" fmla="*/ 548898 h 1212067"/>
                <a:gd name="connsiteX1186" fmla="*/ 670702 w 1385794"/>
                <a:gd name="connsiteY1186" fmla="*/ 553776 h 1212067"/>
                <a:gd name="connsiteX1187" fmla="*/ 670265 w 1385794"/>
                <a:gd name="connsiteY1187" fmla="*/ 555828 h 1212067"/>
                <a:gd name="connsiteX1188" fmla="*/ 669726 w 1385794"/>
                <a:gd name="connsiteY1188" fmla="*/ 558553 h 1212067"/>
                <a:gd name="connsiteX1189" fmla="*/ 669188 w 1385794"/>
                <a:gd name="connsiteY1189" fmla="*/ 560403 h 1212067"/>
                <a:gd name="connsiteX1190" fmla="*/ 671241 w 1385794"/>
                <a:gd name="connsiteY1190" fmla="*/ 562455 h 1212067"/>
                <a:gd name="connsiteX1191" fmla="*/ 675582 w 1385794"/>
                <a:gd name="connsiteY1191" fmla="*/ 562118 h 1212067"/>
                <a:gd name="connsiteX1192" fmla="*/ 678746 w 1385794"/>
                <a:gd name="connsiteY1192" fmla="*/ 560369 h 1212067"/>
                <a:gd name="connsiteX1193" fmla="*/ 680058 w 1385794"/>
                <a:gd name="connsiteY1193" fmla="*/ 560033 h 1212067"/>
                <a:gd name="connsiteX1194" fmla="*/ 682448 w 1385794"/>
                <a:gd name="connsiteY1194" fmla="*/ 562522 h 1212067"/>
                <a:gd name="connsiteX1195" fmla="*/ 684400 w 1385794"/>
                <a:gd name="connsiteY1195" fmla="*/ 564137 h 1212067"/>
                <a:gd name="connsiteX1196" fmla="*/ 688977 w 1385794"/>
                <a:gd name="connsiteY1196" fmla="*/ 568375 h 1212067"/>
                <a:gd name="connsiteX1197" fmla="*/ 692982 w 1385794"/>
                <a:gd name="connsiteY1197" fmla="*/ 569586 h 1212067"/>
                <a:gd name="connsiteX1198" fmla="*/ 697659 w 1385794"/>
                <a:gd name="connsiteY1198" fmla="*/ 570898 h 1212067"/>
                <a:gd name="connsiteX1199" fmla="*/ 699713 w 1385794"/>
                <a:gd name="connsiteY1199" fmla="*/ 572311 h 1212067"/>
                <a:gd name="connsiteX1200" fmla="*/ 703179 w 1385794"/>
                <a:gd name="connsiteY1200" fmla="*/ 575238 h 1212067"/>
                <a:gd name="connsiteX1201" fmla="*/ 709910 w 1385794"/>
                <a:gd name="connsiteY1201" fmla="*/ 578703 h 1212067"/>
                <a:gd name="connsiteX1202" fmla="*/ 716001 w 1385794"/>
                <a:gd name="connsiteY1202" fmla="*/ 583917 h 1212067"/>
                <a:gd name="connsiteX1203" fmla="*/ 721453 w 1385794"/>
                <a:gd name="connsiteY1203" fmla="*/ 588155 h 1212067"/>
                <a:gd name="connsiteX1204" fmla="*/ 731449 w 1385794"/>
                <a:gd name="connsiteY1204" fmla="*/ 597070 h 1212067"/>
                <a:gd name="connsiteX1205" fmla="*/ 734040 w 1385794"/>
                <a:gd name="connsiteY1205" fmla="*/ 598483 h 1212067"/>
                <a:gd name="connsiteX1206" fmla="*/ 737641 w 1385794"/>
                <a:gd name="connsiteY1206" fmla="*/ 602183 h 1212067"/>
                <a:gd name="connsiteX1207" fmla="*/ 742959 w 1385794"/>
                <a:gd name="connsiteY1207" fmla="*/ 608474 h 1212067"/>
                <a:gd name="connsiteX1208" fmla="*/ 745247 w 1385794"/>
                <a:gd name="connsiteY1208" fmla="*/ 611299 h 1212067"/>
                <a:gd name="connsiteX1209" fmla="*/ 748848 w 1385794"/>
                <a:gd name="connsiteY1209" fmla="*/ 615336 h 1212067"/>
                <a:gd name="connsiteX1210" fmla="*/ 750901 w 1385794"/>
                <a:gd name="connsiteY1210" fmla="*/ 617086 h 1212067"/>
                <a:gd name="connsiteX1211" fmla="*/ 753089 w 1385794"/>
                <a:gd name="connsiteY1211" fmla="*/ 617960 h 1212067"/>
                <a:gd name="connsiteX1212" fmla="*/ 755142 w 1385794"/>
                <a:gd name="connsiteY1212" fmla="*/ 618498 h 1212067"/>
                <a:gd name="connsiteX1213" fmla="*/ 758171 w 1385794"/>
                <a:gd name="connsiteY1213" fmla="*/ 620550 h 1212067"/>
                <a:gd name="connsiteX1214" fmla="*/ 760897 w 1385794"/>
                <a:gd name="connsiteY1214" fmla="*/ 625125 h 1212067"/>
                <a:gd name="connsiteX1215" fmla="*/ 763623 w 1385794"/>
                <a:gd name="connsiteY1215" fmla="*/ 627716 h 1212067"/>
                <a:gd name="connsiteX1216" fmla="*/ 765372 w 1385794"/>
                <a:gd name="connsiteY1216" fmla="*/ 630440 h 1212067"/>
                <a:gd name="connsiteX1217" fmla="*/ 766786 w 1385794"/>
                <a:gd name="connsiteY1217" fmla="*/ 633266 h 1212067"/>
                <a:gd name="connsiteX1218" fmla="*/ 768401 w 1385794"/>
                <a:gd name="connsiteY1218" fmla="*/ 633367 h 1212067"/>
                <a:gd name="connsiteX1219" fmla="*/ 770690 w 1385794"/>
                <a:gd name="connsiteY1219" fmla="*/ 632930 h 1212067"/>
                <a:gd name="connsiteX1220" fmla="*/ 773079 w 1385794"/>
                <a:gd name="connsiteY1220" fmla="*/ 632291 h 1212067"/>
                <a:gd name="connsiteX1221" fmla="*/ 774930 w 1385794"/>
                <a:gd name="connsiteY1221" fmla="*/ 630541 h 1212067"/>
                <a:gd name="connsiteX1222" fmla="*/ 774830 w 1385794"/>
                <a:gd name="connsiteY1222" fmla="*/ 628927 h 1212067"/>
                <a:gd name="connsiteX1223" fmla="*/ 774291 w 1385794"/>
                <a:gd name="connsiteY1223" fmla="*/ 626437 h 1212067"/>
                <a:gd name="connsiteX1224" fmla="*/ 774055 w 1385794"/>
                <a:gd name="connsiteY1224" fmla="*/ 624587 h 1212067"/>
                <a:gd name="connsiteX1225" fmla="*/ 774156 w 1385794"/>
                <a:gd name="connsiteY1225" fmla="*/ 621761 h 1212067"/>
                <a:gd name="connsiteX1226" fmla="*/ 775233 w 1385794"/>
                <a:gd name="connsiteY1226" fmla="*/ 619575 h 1212067"/>
                <a:gd name="connsiteX1227" fmla="*/ 775873 w 1385794"/>
                <a:gd name="connsiteY1227" fmla="*/ 618700 h 1212067"/>
                <a:gd name="connsiteX1228" fmla="*/ 777522 w 1385794"/>
                <a:gd name="connsiteY1228" fmla="*/ 615975 h 1212067"/>
                <a:gd name="connsiteX1229" fmla="*/ 779272 w 1385794"/>
                <a:gd name="connsiteY1229" fmla="*/ 612611 h 1212067"/>
                <a:gd name="connsiteX1230" fmla="*/ 779810 w 1385794"/>
                <a:gd name="connsiteY1230" fmla="*/ 610425 h 1212067"/>
                <a:gd name="connsiteX1231" fmla="*/ 779911 w 1385794"/>
                <a:gd name="connsiteY1231" fmla="*/ 608373 h 1212067"/>
                <a:gd name="connsiteX1232" fmla="*/ 780988 w 1385794"/>
                <a:gd name="connsiteY1232" fmla="*/ 607162 h 1212067"/>
                <a:gd name="connsiteX1233" fmla="*/ 783277 w 1385794"/>
                <a:gd name="connsiteY1233" fmla="*/ 606388 h 1212067"/>
                <a:gd name="connsiteX1234" fmla="*/ 786003 w 1385794"/>
                <a:gd name="connsiteY1234" fmla="*/ 607599 h 1212067"/>
                <a:gd name="connsiteX1235" fmla="*/ 789469 w 1385794"/>
                <a:gd name="connsiteY1235" fmla="*/ 610324 h 1212067"/>
                <a:gd name="connsiteX1236" fmla="*/ 789705 w 1385794"/>
                <a:gd name="connsiteY1236" fmla="*/ 612712 h 1212067"/>
                <a:gd name="connsiteX1237" fmla="*/ 789705 w 1385794"/>
                <a:gd name="connsiteY1237" fmla="*/ 614899 h 1212067"/>
                <a:gd name="connsiteX1238" fmla="*/ 790041 w 1385794"/>
                <a:gd name="connsiteY1238" fmla="*/ 616951 h 1212067"/>
                <a:gd name="connsiteX1239" fmla="*/ 791657 w 1385794"/>
                <a:gd name="connsiteY1239" fmla="*/ 618700 h 1212067"/>
                <a:gd name="connsiteX1240" fmla="*/ 793609 w 1385794"/>
                <a:gd name="connsiteY1240" fmla="*/ 621190 h 1212067"/>
                <a:gd name="connsiteX1241" fmla="*/ 794147 w 1385794"/>
                <a:gd name="connsiteY1241" fmla="*/ 623141 h 1212067"/>
                <a:gd name="connsiteX1242" fmla="*/ 793811 w 1385794"/>
                <a:gd name="connsiteY1242" fmla="*/ 625092 h 1212067"/>
                <a:gd name="connsiteX1243" fmla="*/ 793373 w 1385794"/>
                <a:gd name="connsiteY1243" fmla="*/ 626841 h 1212067"/>
                <a:gd name="connsiteX1244" fmla="*/ 792599 w 1385794"/>
                <a:gd name="connsiteY1244" fmla="*/ 628893 h 1212067"/>
                <a:gd name="connsiteX1245" fmla="*/ 791926 w 1385794"/>
                <a:gd name="connsiteY1245" fmla="*/ 630541 h 1212067"/>
                <a:gd name="connsiteX1246" fmla="*/ 791287 w 1385794"/>
                <a:gd name="connsiteY1246" fmla="*/ 632291 h 1212067"/>
                <a:gd name="connsiteX1247" fmla="*/ 789772 w 1385794"/>
                <a:gd name="connsiteY1247" fmla="*/ 633804 h 1212067"/>
                <a:gd name="connsiteX1248" fmla="*/ 788460 w 1385794"/>
                <a:gd name="connsiteY1248" fmla="*/ 634578 h 1212067"/>
                <a:gd name="connsiteX1249" fmla="*/ 787685 w 1385794"/>
                <a:gd name="connsiteY1249" fmla="*/ 638043 h 1212067"/>
                <a:gd name="connsiteX1250" fmla="*/ 787248 w 1385794"/>
                <a:gd name="connsiteY1250" fmla="*/ 640330 h 1212067"/>
                <a:gd name="connsiteX1251" fmla="*/ 787147 w 1385794"/>
                <a:gd name="connsiteY1251" fmla="*/ 643055 h 1212067"/>
                <a:gd name="connsiteX1252" fmla="*/ 788460 w 1385794"/>
                <a:gd name="connsiteY1252" fmla="*/ 644367 h 1212067"/>
                <a:gd name="connsiteX1253" fmla="*/ 792263 w 1385794"/>
                <a:gd name="connsiteY1253" fmla="*/ 646991 h 1212067"/>
                <a:gd name="connsiteX1254" fmla="*/ 797816 w 1385794"/>
                <a:gd name="connsiteY1254" fmla="*/ 649918 h 1212067"/>
                <a:gd name="connsiteX1255" fmla="*/ 803133 w 1385794"/>
                <a:gd name="connsiteY1255" fmla="*/ 651667 h 1212067"/>
                <a:gd name="connsiteX1256" fmla="*/ 806162 w 1385794"/>
                <a:gd name="connsiteY1256" fmla="*/ 652979 h 1212067"/>
                <a:gd name="connsiteX1257" fmla="*/ 807239 w 1385794"/>
                <a:gd name="connsiteY1257" fmla="*/ 653315 h 1212067"/>
                <a:gd name="connsiteX1258" fmla="*/ 812556 w 1385794"/>
                <a:gd name="connsiteY1258" fmla="*/ 655704 h 1212067"/>
                <a:gd name="connsiteX1259" fmla="*/ 815282 w 1385794"/>
                <a:gd name="connsiteY1259" fmla="*/ 659169 h 1212067"/>
                <a:gd name="connsiteX1260" fmla="*/ 818648 w 1385794"/>
                <a:gd name="connsiteY1260" fmla="*/ 661658 h 1212067"/>
                <a:gd name="connsiteX1261" fmla="*/ 823427 w 1385794"/>
                <a:gd name="connsiteY1261" fmla="*/ 664686 h 1212067"/>
                <a:gd name="connsiteX1262" fmla="*/ 826254 w 1385794"/>
                <a:gd name="connsiteY1262" fmla="*/ 668689 h 1212067"/>
                <a:gd name="connsiteX1263" fmla="*/ 829081 w 1385794"/>
                <a:gd name="connsiteY1263" fmla="*/ 671178 h 1212067"/>
                <a:gd name="connsiteX1264" fmla="*/ 830494 w 1385794"/>
                <a:gd name="connsiteY1264" fmla="*/ 673129 h 1212067"/>
                <a:gd name="connsiteX1265" fmla="*/ 832783 w 1385794"/>
                <a:gd name="connsiteY1265" fmla="*/ 675719 h 1212067"/>
                <a:gd name="connsiteX1266" fmla="*/ 834095 w 1385794"/>
                <a:gd name="connsiteY1266" fmla="*/ 678343 h 1212067"/>
                <a:gd name="connsiteX1267" fmla="*/ 834196 w 1385794"/>
                <a:gd name="connsiteY1267" fmla="*/ 681943 h 1212067"/>
                <a:gd name="connsiteX1268" fmla="*/ 832446 w 1385794"/>
                <a:gd name="connsiteY1268" fmla="*/ 683457 h 1212067"/>
                <a:gd name="connsiteX1269" fmla="*/ 830057 w 1385794"/>
                <a:gd name="connsiteY1269" fmla="*/ 684331 h 1212067"/>
                <a:gd name="connsiteX1270" fmla="*/ 828542 w 1385794"/>
                <a:gd name="connsiteY1270" fmla="*/ 685206 h 1212067"/>
                <a:gd name="connsiteX1271" fmla="*/ 827768 w 1385794"/>
                <a:gd name="connsiteY1271" fmla="*/ 687695 h 1212067"/>
                <a:gd name="connsiteX1272" fmla="*/ 826355 w 1385794"/>
                <a:gd name="connsiteY1272" fmla="*/ 692136 h 1212067"/>
                <a:gd name="connsiteX1273" fmla="*/ 825244 w 1385794"/>
                <a:gd name="connsiteY1273" fmla="*/ 694827 h 1212067"/>
                <a:gd name="connsiteX1274" fmla="*/ 824268 w 1385794"/>
                <a:gd name="connsiteY1274" fmla="*/ 696879 h 1212067"/>
                <a:gd name="connsiteX1275" fmla="*/ 822518 w 1385794"/>
                <a:gd name="connsiteY1275" fmla="*/ 697854 h 1212067"/>
                <a:gd name="connsiteX1276" fmla="*/ 821004 w 1385794"/>
                <a:gd name="connsiteY1276" fmla="*/ 702328 h 1212067"/>
                <a:gd name="connsiteX1277" fmla="*/ 823629 w 1385794"/>
                <a:gd name="connsiteY1277" fmla="*/ 703640 h 1212067"/>
                <a:gd name="connsiteX1278" fmla="*/ 828845 w 1385794"/>
                <a:gd name="connsiteY1278" fmla="*/ 705154 h 1212067"/>
                <a:gd name="connsiteX1279" fmla="*/ 832985 w 1385794"/>
                <a:gd name="connsiteY1279" fmla="*/ 707643 h 1212067"/>
                <a:gd name="connsiteX1280" fmla="*/ 834634 w 1385794"/>
                <a:gd name="connsiteY1280" fmla="*/ 709157 h 1212067"/>
                <a:gd name="connsiteX1281" fmla="*/ 837898 w 1385794"/>
                <a:gd name="connsiteY1281" fmla="*/ 711781 h 1212067"/>
                <a:gd name="connsiteX1282" fmla="*/ 840624 w 1385794"/>
                <a:gd name="connsiteY1282" fmla="*/ 713093 h 1212067"/>
                <a:gd name="connsiteX1283" fmla="*/ 842139 w 1385794"/>
                <a:gd name="connsiteY1283" fmla="*/ 714943 h 1212067"/>
                <a:gd name="connsiteX1284" fmla="*/ 842576 w 1385794"/>
                <a:gd name="connsiteY1284" fmla="*/ 718105 h 1212067"/>
                <a:gd name="connsiteX1285" fmla="*/ 842812 w 1385794"/>
                <a:gd name="connsiteY1285" fmla="*/ 720056 h 1212067"/>
                <a:gd name="connsiteX1286" fmla="*/ 842273 w 1385794"/>
                <a:gd name="connsiteY1286" fmla="*/ 721907 h 1212067"/>
                <a:gd name="connsiteX1287" fmla="*/ 840860 w 1385794"/>
                <a:gd name="connsiteY1287" fmla="*/ 723959 h 1212067"/>
                <a:gd name="connsiteX1288" fmla="*/ 840321 w 1385794"/>
                <a:gd name="connsiteY1288" fmla="*/ 724295 h 1212067"/>
                <a:gd name="connsiteX1289" fmla="*/ 838470 w 1385794"/>
                <a:gd name="connsiteY1289" fmla="*/ 726347 h 1212067"/>
                <a:gd name="connsiteX1290" fmla="*/ 836417 w 1385794"/>
                <a:gd name="connsiteY1290" fmla="*/ 727424 h 1212067"/>
                <a:gd name="connsiteX1291" fmla="*/ 834465 w 1385794"/>
                <a:gd name="connsiteY1291" fmla="*/ 728500 h 1212067"/>
                <a:gd name="connsiteX1292" fmla="*/ 832715 w 1385794"/>
                <a:gd name="connsiteY1292" fmla="*/ 731326 h 1212067"/>
                <a:gd name="connsiteX1293" fmla="*/ 832513 w 1385794"/>
                <a:gd name="connsiteY1293" fmla="*/ 734151 h 1212067"/>
                <a:gd name="connsiteX1294" fmla="*/ 832951 w 1385794"/>
                <a:gd name="connsiteY1294" fmla="*/ 736002 h 1212067"/>
                <a:gd name="connsiteX1295" fmla="*/ 840119 w 1385794"/>
                <a:gd name="connsiteY1295" fmla="*/ 738928 h 1212067"/>
                <a:gd name="connsiteX1296" fmla="*/ 840994 w 1385794"/>
                <a:gd name="connsiteY1296" fmla="*/ 739567 h 1212067"/>
                <a:gd name="connsiteX1297" fmla="*/ 841768 w 1385794"/>
                <a:gd name="connsiteY1297" fmla="*/ 741754 h 1212067"/>
                <a:gd name="connsiteX1298" fmla="*/ 842745 w 1385794"/>
                <a:gd name="connsiteY1298" fmla="*/ 744916 h 1212067"/>
                <a:gd name="connsiteX1299" fmla="*/ 843821 w 1385794"/>
                <a:gd name="connsiteY1299" fmla="*/ 748616 h 1212067"/>
                <a:gd name="connsiteX1300" fmla="*/ 843956 w 1385794"/>
                <a:gd name="connsiteY1300" fmla="*/ 752956 h 1212067"/>
                <a:gd name="connsiteX1301" fmla="*/ 844057 w 1385794"/>
                <a:gd name="connsiteY1301" fmla="*/ 757094 h 1212067"/>
                <a:gd name="connsiteX1302" fmla="*/ 844932 w 1385794"/>
                <a:gd name="connsiteY1302" fmla="*/ 762409 h 1212067"/>
                <a:gd name="connsiteX1303" fmla="*/ 848971 w 1385794"/>
                <a:gd name="connsiteY1303" fmla="*/ 766008 h 1212067"/>
                <a:gd name="connsiteX1304" fmla="*/ 852672 w 1385794"/>
                <a:gd name="connsiteY1304" fmla="*/ 768296 h 1212067"/>
                <a:gd name="connsiteX1305" fmla="*/ 856375 w 1385794"/>
                <a:gd name="connsiteY1305" fmla="*/ 771996 h 1212067"/>
                <a:gd name="connsiteX1306" fmla="*/ 859976 w 1385794"/>
                <a:gd name="connsiteY1306" fmla="*/ 774586 h 1212067"/>
                <a:gd name="connsiteX1307" fmla="*/ 861625 w 1385794"/>
                <a:gd name="connsiteY1307" fmla="*/ 775562 h 1212067"/>
                <a:gd name="connsiteX1308" fmla="*/ 864115 w 1385794"/>
                <a:gd name="connsiteY1308" fmla="*/ 778589 h 1212067"/>
                <a:gd name="connsiteX1309" fmla="*/ 864553 w 1385794"/>
                <a:gd name="connsiteY1309" fmla="*/ 780978 h 1212067"/>
                <a:gd name="connsiteX1310" fmla="*/ 865327 w 1385794"/>
                <a:gd name="connsiteY1310" fmla="*/ 782391 h 1212067"/>
                <a:gd name="connsiteX1311" fmla="*/ 867952 w 1385794"/>
                <a:gd name="connsiteY1311" fmla="*/ 783366 h 1212067"/>
                <a:gd name="connsiteX1312" fmla="*/ 868726 w 1385794"/>
                <a:gd name="connsiteY1312" fmla="*/ 783804 h 1212067"/>
                <a:gd name="connsiteX1313" fmla="*/ 867413 w 1385794"/>
                <a:gd name="connsiteY1313" fmla="*/ 786831 h 1212067"/>
                <a:gd name="connsiteX1314" fmla="*/ 866538 w 1385794"/>
                <a:gd name="connsiteY1314" fmla="*/ 790397 h 1212067"/>
                <a:gd name="connsiteX1315" fmla="*/ 860783 w 1385794"/>
                <a:gd name="connsiteY1315" fmla="*/ 794736 h 1212067"/>
                <a:gd name="connsiteX1316" fmla="*/ 858495 w 1385794"/>
                <a:gd name="connsiteY1316" fmla="*/ 796149 h 1212067"/>
                <a:gd name="connsiteX1317" fmla="*/ 856442 w 1385794"/>
                <a:gd name="connsiteY1317" fmla="*/ 799951 h 1212067"/>
                <a:gd name="connsiteX1318" fmla="*/ 856105 w 1385794"/>
                <a:gd name="connsiteY1318" fmla="*/ 800724 h 1212067"/>
                <a:gd name="connsiteX1319" fmla="*/ 855903 w 1385794"/>
                <a:gd name="connsiteY1319" fmla="*/ 802675 h 1212067"/>
                <a:gd name="connsiteX1320" fmla="*/ 856980 w 1385794"/>
                <a:gd name="connsiteY1320" fmla="*/ 805165 h 1212067"/>
                <a:gd name="connsiteX1321" fmla="*/ 857620 w 1385794"/>
                <a:gd name="connsiteY1321" fmla="*/ 806477 h 1212067"/>
                <a:gd name="connsiteX1322" fmla="*/ 859235 w 1385794"/>
                <a:gd name="connsiteY1322" fmla="*/ 808966 h 1212067"/>
                <a:gd name="connsiteX1323" fmla="*/ 859235 w 1385794"/>
                <a:gd name="connsiteY1323" fmla="*/ 810715 h 1212067"/>
                <a:gd name="connsiteX1324" fmla="*/ 859336 w 1385794"/>
                <a:gd name="connsiteY1324" fmla="*/ 814517 h 1212067"/>
                <a:gd name="connsiteX1325" fmla="*/ 859336 w 1385794"/>
                <a:gd name="connsiteY1325" fmla="*/ 818217 h 1212067"/>
                <a:gd name="connsiteX1326" fmla="*/ 859235 w 1385794"/>
                <a:gd name="connsiteY1326" fmla="*/ 821917 h 1212067"/>
                <a:gd name="connsiteX1327" fmla="*/ 858798 w 1385794"/>
                <a:gd name="connsiteY1327" fmla="*/ 825718 h 1212067"/>
                <a:gd name="connsiteX1328" fmla="*/ 858697 w 1385794"/>
                <a:gd name="connsiteY1328" fmla="*/ 827131 h 1212067"/>
                <a:gd name="connsiteX1329" fmla="*/ 858461 w 1385794"/>
                <a:gd name="connsiteY1329" fmla="*/ 828342 h 1212067"/>
                <a:gd name="connsiteX1330" fmla="*/ 857283 w 1385794"/>
                <a:gd name="connsiteY1330" fmla="*/ 829318 h 1212067"/>
                <a:gd name="connsiteX1331" fmla="*/ 854221 w 1385794"/>
                <a:gd name="connsiteY1331" fmla="*/ 828881 h 1212067"/>
                <a:gd name="connsiteX1332" fmla="*/ 851629 w 1385794"/>
                <a:gd name="connsiteY1332" fmla="*/ 828107 h 1212067"/>
                <a:gd name="connsiteX1333" fmla="*/ 846076 w 1385794"/>
                <a:gd name="connsiteY1333" fmla="*/ 827468 h 1212067"/>
                <a:gd name="connsiteX1334" fmla="*/ 841836 w 1385794"/>
                <a:gd name="connsiteY1334" fmla="*/ 829520 h 1212067"/>
                <a:gd name="connsiteX1335" fmla="*/ 837932 w 1385794"/>
                <a:gd name="connsiteY1335" fmla="*/ 831370 h 1212067"/>
                <a:gd name="connsiteX1336" fmla="*/ 836619 w 1385794"/>
                <a:gd name="connsiteY1336" fmla="*/ 831706 h 1212067"/>
                <a:gd name="connsiteX1337" fmla="*/ 833691 w 1385794"/>
                <a:gd name="connsiteY1337" fmla="*/ 832682 h 1212067"/>
                <a:gd name="connsiteX1338" fmla="*/ 834566 w 1385794"/>
                <a:gd name="connsiteY1338" fmla="*/ 835609 h 1212067"/>
                <a:gd name="connsiteX1339" fmla="*/ 835105 w 1385794"/>
                <a:gd name="connsiteY1339" fmla="*/ 838098 h 1212067"/>
                <a:gd name="connsiteX1340" fmla="*/ 835441 w 1385794"/>
                <a:gd name="connsiteY1340" fmla="*/ 839948 h 1212067"/>
                <a:gd name="connsiteX1341" fmla="*/ 835643 w 1385794"/>
                <a:gd name="connsiteY1341" fmla="*/ 844187 h 1212067"/>
                <a:gd name="connsiteX1342" fmla="*/ 836417 w 1385794"/>
                <a:gd name="connsiteY1342" fmla="*/ 847988 h 1212067"/>
                <a:gd name="connsiteX1343" fmla="*/ 837292 w 1385794"/>
                <a:gd name="connsiteY1343" fmla="*/ 851049 h 1212067"/>
                <a:gd name="connsiteX1344" fmla="*/ 838066 w 1385794"/>
                <a:gd name="connsiteY1344" fmla="*/ 855490 h 1212067"/>
                <a:gd name="connsiteX1345" fmla="*/ 837965 w 1385794"/>
                <a:gd name="connsiteY1345" fmla="*/ 857777 h 1212067"/>
                <a:gd name="connsiteX1346" fmla="*/ 837763 w 1385794"/>
                <a:gd name="connsiteY1346" fmla="*/ 862117 h 1212067"/>
                <a:gd name="connsiteX1347" fmla="*/ 836451 w 1385794"/>
                <a:gd name="connsiteY1347" fmla="*/ 864942 h 1212067"/>
                <a:gd name="connsiteX1348" fmla="*/ 833860 w 1385794"/>
                <a:gd name="connsiteY1348" fmla="*/ 866591 h 1212067"/>
                <a:gd name="connsiteX1349" fmla="*/ 829081 w 1385794"/>
                <a:gd name="connsiteY1349" fmla="*/ 867028 h 1212067"/>
                <a:gd name="connsiteX1350" fmla="*/ 825816 w 1385794"/>
                <a:gd name="connsiteY1350" fmla="*/ 864539 h 1212067"/>
                <a:gd name="connsiteX1351" fmla="*/ 821138 w 1385794"/>
                <a:gd name="connsiteY1351" fmla="*/ 862352 h 1212067"/>
                <a:gd name="connsiteX1352" fmla="*/ 816460 w 1385794"/>
                <a:gd name="connsiteY1352" fmla="*/ 863765 h 1212067"/>
                <a:gd name="connsiteX1353" fmla="*/ 814845 w 1385794"/>
                <a:gd name="connsiteY1353" fmla="*/ 867903 h 1212067"/>
                <a:gd name="connsiteX1354" fmla="*/ 810941 w 1385794"/>
                <a:gd name="connsiteY1354" fmla="*/ 870829 h 1212067"/>
                <a:gd name="connsiteX1355" fmla="*/ 807676 w 1385794"/>
                <a:gd name="connsiteY1355" fmla="*/ 873655 h 1212067"/>
                <a:gd name="connsiteX1356" fmla="*/ 805388 w 1385794"/>
                <a:gd name="connsiteY1356" fmla="*/ 875068 h 1212067"/>
                <a:gd name="connsiteX1357" fmla="*/ 803200 w 1385794"/>
                <a:gd name="connsiteY1357" fmla="*/ 873117 h 1212067"/>
                <a:gd name="connsiteX1358" fmla="*/ 799296 w 1385794"/>
                <a:gd name="connsiteY1358" fmla="*/ 872780 h 1212067"/>
                <a:gd name="connsiteX1359" fmla="*/ 796469 w 1385794"/>
                <a:gd name="connsiteY1359" fmla="*/ 873991 h 1212067"/>
                <a:gd name="connsiteX1360" fmla="*/ 795392 w 1385794"/>
                <a:gd name="connsiteY1360" fmla="*/ 875505 h 1212067"/>
                <a:gd name="connsiteX1361" fmla="*/ 794248 w 1385794"/>
                <a:gd name="connsiteY1361" fmla="*/ 878095 h 1212067"/>
                <a:gd name="connsiteX1362" fmla="*/ 793306 w 1385794"/>
                <a:gd name="connsiteY1362" fmla="*/ 881695 h 1212067"/>
                <a:gd name="connsiteX1363" fmla="*/ 793306 w 1385794"/>
                <a:gd name="connsiteY1363" fmla="*/ 884319 h 1212067"/>
                <a:gd name="connsiteX1364" fmla="*/ 793844 w 1385794"/>
                <a:gd name="connsiteY1364" fmla="*/ 887044 h 1212067"/>
                <a:gd name="connsiteX1365" fmla="*/ 794484 w 1385794"/>
                <a:gd name="connsiteY1365" fmla="*/ 889533 h 1212067"/>
                <a:gd name="connsiteX1366" fmla="*/ 797210 w 1385794"/>
                <a:gd name="connsiteY1366" fmla="*/ 891719 h 1212067"/>
                <a:gd name="connsiteX1367" fmla="*/ 801551 w 1385794"/>
                <a:gd name="connsiteY1367" fmla="*/ 892931 h 1212067"/>
                <a:gd name="connsiteX1368" fmla="*/ 803941 w 1385794"/>
                <a:gd name="connsiteY1368" fmla="*/ 896093 h 1212067"/>
                <a:gd name="connsiteX1369" fmla="*/ 804479 w 1385794"/>
                <a:gd name="connsiteY1369" fmla="*/ 898145 h 1212067"/>
                <a:gd name="connsiteX1370" fmla="*/ 804580 w 1385794"/>
                <a:gd name="connsiteY1370" fmla="*/ 899457 h 1212067"/>
                <a:gd name="connsiteX1371" fmla="*/ 803402 w 1385794"/>
                <a:gd name="connsiteY1371" fmla="*/ 902921 h 1212067"/>
                <a:gd name="connsiteX1372" fmla="*/ 801349 w 1385794"/>
                <a:gd name="connsiteY1372" fmla="*/ 905747 h 1212067"/>
                <a:gd name="connsiteX1373" fmla="*/ 797647 w 1385794"/>
                <a:gd name="connsiteY1373" fmla="*/ 908472 h 1212067"/>
                <a:gd name="connsiteX1374" fmla="*/ 795359 w 1385794"/>
                <a:gd name="connsiteY1374" fmla="*/ 909885 h 1212067"/>
                <a:gd name="connsiteX1375" fmla="*/ 793272 w 1385794"/>
                <a:gd name="connsiteY1375" fmla="*/ 912475 h 1212067"/>
                <a:gd name="connsiteX1376" fmla="*/ 791758 w 1385794"/>
                <a:gd name="connsiteY1376" fmla="*/ 914863 h 1212067"/>
                <a:gd name="connsiteX1377" fmla="*/ 788493 w 1385794"/>
                <a:gd name="connsiteY1377" fmla="*/ 916478 h 1212067"/>
                <a:gd name="connsiteX1378" fmla="*/ 785666 w 1385794"/>
                <a:gd name="connsiteY1378" fmla="*/ 917790 h 1212067"/>
                <a:gd name="connsiteX1379" fmla="*/ 781964 w 1385794"/>
                <a:gd name="connsiteY1379" fmla="*/ 918665 h 1212067"/>
                <a:gd name="connsiteX1380" fmla="*/ 779676 w 1385794"/>
                <a:gd name="connsiteY1380" fmla="*/ 919539 h 1212067"/>
                <a:gd name="connsiteX1381" fmla="*/ 775873 w 1385794"/>
                <a:gd name="connsiteY1381" fmla="*/ 921726 h 1212067"/>
                <a:gd name="connsiteX1382" fmla="*/ 771969 w 1385794"/>
                <a:gd name="connsiteY1382" fmla="*/ 922601 h 1212067"/>
                <a:gd name="connsiteX1383" fmla="*/ 769142 w 1385794"/>
                <a:gd name="connsiteY1383" fmla="*/ 924114 h 1212067"/>
                <a:gd name="connsiteX1384" fmla="*/ 764363 w 1385794"/>
                <a:gd name="connsiteY1384" fmla="*/ 925965 h 1212067"/>
                <a:gd name="connsiteX1385" fmla="*/ 761772 w 1385794"/>
                <a:gd name="connsiteY1385" fmla="*/ 927579 h 1212067"/>
                <a:gd name="connsiteX1386" fmla="*/ 759820 w 1385794"/>
                <a:gd name="connsiteY1386" fmla="*/ 929531 h 1212067"/>
                <a:gd name="connsiteX1387" fmla="*/ 758069 w 1385794"/>
                <a:gd name="connsiteY1387" fmla="*/ 931717 h 1212067"/>
                <a:gd name="connsiteX1388" fmla="*/ 757632 w 1385794"/>
                <a:gd name="connsiteY1388" fmla="*/ 934980 h 1212067"/>
                <a:gd name="connsiteX1389" fmla="*/ 757868 w 1385794"/>
                <a:gd name="connsiteY1389" fmla="*/ 937469 h 1212067"/>
                <a:gd name="connsiteX1390" fmla="*/ 758507 w 1385794"/>
                <a:gd name="connsiteY1390" fmla="*/ 940632 h 1212067"/>
                <a:gd name="connsiteX1391" fmla="*/ 758507 w 1385794"/>
                <a:gd name="connsiteY1391" fmla="*/ 943424 h 1212067"/>
                <a:gd name="connsiteX1392" fmla="*/ 758305 w 1385794"/>
                <a:gd name="connsiteY1392" fmla="*/ 945173 h 1212067"/>
                <a:gd name="connsiteX1393" fmla="*/ 758406 w 1385794"/>
                <a:gd name="connsiteY1393" fmla="*/ 946922 h 1212067"/>
                <a:gd name="connsiteX1394" fmla="*/ 758137 w 1385794"/>
                <a:gd name="connsiteY1394" fmla="*/ 948840 h 1212067"/>
                <a:gd name="connsiteX1395" fmla="*/ 757497 w 1385794"/>
                <a:gd name="connsiteY1395" fmla="*/ 949210 h 1212067"/>
                <a:gd name="connsiteX1396" fmla="*/ 756252 w 1385794"/>
                <a:gd name="connsiteY1396" fmla="*/ 950017 h 1212067"/>
                <a:gd name="connsiteX1397" fmla="*/ 754502 w 1385794"/>
                <a:gd name="connsiteY1397" fmla="*/ 950017 h 1212067"/>
                <a:gd name="connsiteX1398" fmla="*/ 752550 w 1385794"/>
                <a:gd name="connsiteY1398" fmla="*/ 949512 h 1212067"/>
                <a:gd name="connsiteX1399" fmla="*/ 750766 w 1385794"/>
                <a:gd name="connsiteY1399" fmla="*/ 948099 h 1212067"/>
                <a:gd name="connsiteX1400" fmla="*/ 748882 w 1385794"/>
                <a:gd name="connsiteY1400" fmla="*/ 945980 h 1212067"/>
                <a:gd name="connsiteX1401" fmla="*/ 746425 w 1385794"/>
                <a:gd name="connsiteY1401" fmla="*/ 946417 h 1212067"/>
                <a:gd name="connsiteX1402" fmla="*/ 743867 w 1385794"/>
                <a:gd name="connsiteY1402" fmla="*/ 947662 h 1212067"/>
                <a:gd name="connsiteX1403" fmla="*/ 741478 w 1385794"/>
                <a:gd name="connsiteY1403" fmla="*/ 948739 h 1212067"/>
                <a:gd name="connsiteX1404" fmla="*/ 739189 w 1385794"/>
                <a:gd name="connsiteY1404" fmla="*/ 949546 h 1212067"/>
                <a:gd name="connsiteX1405" fmla="*/ 737136 w 1385794"/>
                <a:gd name="connsiteY1405" fmla="*/ 950723 h 1212067"/>
                <a:gd name="connsiteX1406" fmla="*/ 735521 w 1385794"/>
                <a:gd name="connsiteY1406" fmla="*/ 953011 h 1212067"/>
                <a:gd name="connsiteX1407" fmla="*/ 734444 w 1385794"/>
                <a:gd name="connsiteY1407" fmla="*/ 955904 h 1212067"/>
                <a:gd name="connsiteX1408" fmla="*/ 734107 w 1385794"/>
                <a:gd name="connsiteY1408" fmla="*/ 957922 h 1212067"/>
                <a:gd name="connsiteX1409" fmla="*/ 734208 w 1385794"/>
                <a:gd name="connsiteY1409" fmla="*/ 959604 h 1212067"/>
                <a:gd name="connsiteX1410" fmla="*/ 735958 w 1385794"/>
                <a:gd name="connsiteY1410" fmla="*/ 963742 h 1212067"/>
                <a:gd name="connsiteX1411" fmla="*/ 737742 w 1385794"/>
                <a:gd name="connsiteY1411" fmla="*/ 965626 h 1212067"/>
                <a:gd name="connsiteX1412" fmla="*/ 742050 w 1385794"/>
                <a:gd name="connsiteY1412" fmla="*/ 966433 h 1212067"/>
                <a:gd name="connsiteX1413" fmla="*/ 744540 w 1385794"/>
                <a:gd name="connsiteY1413" fmla="*/ 964112 h 1212067"/>
                <a:gd name="connsiteX1414" fmla="*/ 746492 w 1385794"/>
                <a:gd name="connsiteY1414" fmla="*/ 961656 h 1212067"/>
                <a:gd name="connsiteX1415" fmla="*/ 748545 w 1385794"/>
                <a:gd name="connsiteY1415" fmla="*/ 959873 h 1212067"/>
                <a:gd name="connsiteX1416" fmla="*/ 751978 w 1385794"/>
                <a:gd name="connsiteY1416" fmla="*/ 958797 h 1212067"/>
                <a:gd name="connsiteX1417" fmla="*/ 755411 w 1385794"/>
                <a:gd name="connsiteY1417" fmla="*/ 959840 h 1212067"/>
                <a:gd name="connsiteX1418" fmla="*/ 756656 w 1385794"/>
                <a:gd name="connsiteY1418" fmla="*/ 961690 h 1212067"/>
                <a:gd name="connsiteX1419" fmla="*/ 756925 w 1385794"/>
                <a:gd name="connsiteY1419" fmla="*/ 963607 h 1212067"/>
                <a:gd name="connsiteX1420" fmla="*/ 756017 w 1385794"/>
                <a:gd name="connsiteY1420" fmla="*/ 966635 h 1212067"/>
                <a:gd name="connsiteX1421" fmla="*/ 755074 w 1385794"/>
                <a:gd name="connsiteY1421" fmla="*/ 968855 h 1212067"/>
                <a:gd name="connsiteX1422" fmla="*/ 755074 w 1385794"/>
                <a:gd name="connsiteY1422" fmla="*/ 969494 h 1212067"/>
                <a:gd name="connsiteX1423" fmla="*/ 757295 w 1385794"/>
                <a:gd name="connsiteY1423" fmla="*/ 972253 h 1212067"/>
                <a:gd name="connsiteX1424" fmla="*/ 760122 w 1385794"/>
                <a:gd name="connsiteY1424" fmla="*/ 974036 h 1212067"/>
                <a:gd name="connsiteX1425" fmla="*/ 764026 w 1385794"/>
                <a:gd name="connsiteY1425" fmla="*/ 975650 h 1212067"/>
                <a:gd name="connsiteX1426" fmla="*/ 768469 w 1385794"/>
                <a:gd name="connsiteY1426" fmla="*/ 976727 h 1212067"/>
                <a:gd name="connsiteX1427" fmla="*/ 770690 w 1385794"/>
                <a:gd name="connsiteY1427" fmla="*/ 976525 h 1212067"/>
                <a:gd name="connsiteX1428" fmla="*/ 775099 w 1385794"/>
                <a:gd name="connsiteY1428" fmla="*/ 978577 h 1212067"/>
                <a:gd name="connsiteX1429" fmla="*/ 776950 w 1385794"/>
                <a:gd name="connsiteY1429" fmla="*/ 980595 h 1212067"/>
                <a:gd name="connsiteX1430" fmla="*/ 777017 w 1385794"/>
                <a:gd name="connsiteY1430" fmla="*/ 981907 h 1212067"/>
                <a:gd name="connsiteX1431" fmla="*/ 777825 w 1385794"/>
                <a:gd name="connsiteY1431" fmla="*/ 987021 h 1212067"/>
                <a:gd name="connsiteX1432" fmla="*/ 777724 w 1385794"/>
                <a:gd name="connsiteY1432" fmla="*/ 988433 h 1212067"/>
                <a:gd name="connsiteX1433" fmla="*/ 778060 w 1385794"/>
                <a:gd name="connsiteY1433" fmla="*/ 991595 h 1212067"/>
                <a:gd name="connsiteX1434" fmla="*/ 778397 w 1385794"/>
                <a:gd name="connsiteY1434" fmla="*/ 993547 h 1212067"/>
                <a:gd name="connsiteX1435" fmla="*/ 781224 w 1385794"/>
                <a:gd name="connsiteY1435" fmla="*/ 995229 h 1212067"/>
                <a:gd name="connsiteX1436" fmla="*/ 781830 w 1385794"/>
                <a:gd name="connsiteY1436" fmla="*/ 996810 h 1212067"/>
                <a:gd name="connsiteX1437" fmla="*/ 780786 w 1385794"/>
                <a:gd name="connsiteY1437" fmla="*/ 997853 h 1212067"/>
                <a:gd name="connsiteX1438" fmla="*/ 778296 w 1385794"/>
                <a:gd name="connsiteY1438" fmla="*/ 999030 h 1212067"/>
                <a:gd name="connsiteX1439" fmla="*/ 775267 w 1385794"/>
                <a:gd name="connsiteY1439" fmla="*/ 999736 h 1212067"/>
                <a:gd name="connsiteX1440" fmla="*/ 771901 w 1385794"/>
                <a:gd name="connsiteY1440" fmla="*/ 1000174 h 1212067"/>
                <a:gd name="connsiteX1441" fmla="*/ 771127 w 1385794"/>
                <a:gd name="connsiteY1441" fmla="*/ 1001856 h 1212067"/>
                <a:gd name="connsiteX1442" fmla="*/ 770757 w 1385794"/>
                <a:gd name="connsiteY1442" fmla="*/ 1002932 h 1212067"/>
                <a:gd name="connsiteX1443" fmla="*/ 767291 w 1385794"/>
                <a:gd name="connsiteY1443" fmla="*/ 1003740 h 1212067"/>
                <a:gd name="connsiteX1444" fmla="*/ 765608 w 1385794"/>
                <a:gd name="connsiteY1444" fmla="*/ 1004110 h 1212067"/>
                <a:gd name="connsiteX1445" fmla="*/ 762781 w 1385794"/>
                <a:gd name="connsiteY1445" fmla="*/ 1006834 h 1212067"/>
                <a:gd name="connsiteX1446" fmla="*/ 761435 w 1385794"/>
                <a:gd name="connsiteY1446" fmla="*/ 1008886 h 1212067"/>
                <a:gd name="connsiteX1447" fmla="*/ 761098 w 1385794"/>
                <a:gd name="connsiteY1447" fmla="*/ 1011207 h 1212067"/>
                <a:gd name="connsiteX1448" fmla="*/ 760661 w 1385794"/>
                <a:gd name="connsiteY1448" fmla="*/ 1013159 h 1212067"/>
                <a:gd name="connsiteX1449" fmla="*/ 759180 w 1385794"/>
                <a:gd name="connsiteY1449" fmla="*/ 1015446 h 1212067"/>
                <a:gd name="connsiteX1450" fmla="*/ 758238 w 1385794"/>
                <a:gd name="connsiteY1450" fmla="*/ 1016422 h 1212067"/>
                <a:gd name="connsiteX1451" fmla="*/ 758069 w 1385794"/>
                <a:gd name="connsiteY1451" fmla="*/ 1019887 h 1212067"/>
                <a:gd name="connsiteX1452" fmla="*/ 756757 w 1385794"/>
                <a:gd name="connsiteY1452" fmla="*/ 1021669 h 1212067"/>
                <a:gd name="connsiteX1453" fmla="*/ 753728 w 1385794"/>
                <a:gd name="connsiteY1453" fmla="*/ 1020526 h 1212067"/>
                <a:gd name="connsiteX1454" fmla="*/ 752214 w 1385794"/>
                <a:gd name="connsiteY1454" fmla="*/ 1017868 h 1212067"/>
                <a:gd name="connsiteX1455" fmla="*/ 750295 w 1385794"/>
                <a:gd name="connsiteY1455" fmla="*/ 1016354 h 1212067"/>
                <a:gd name="connsiteX1456" fmla="*/ 748411 w 1385794"/>
                <a:gd name="connsiteY1456" fmla="*/ 1017296 h 1212067"/>
                <a:gd name="connsiteX1457" fmla="*/ 747401 w 1385794"/>
                <a:gd name="connsiteY1457" fmla="*/ 1018373 h 1212067"/>
                <a:gd name="connsiteX1458" fmla="*/ 746661 w 1385794"/>
                <a:gd name="connsiteY1458" fmla="*/ 1019819 h 1212067"/>
                <a:gd name="connsiteX1459" fmla="*/ 746156 w 1385794"/>
                <a:gd name="connsiteY1459" fmla="*/ 1020963 h 1212067"/>
                <a:gd name="connsiteX1460" fmla="*/ 745786 w 1385794"/>
                <a:gd name="connsiteY1460" fmla="*/ 1022208 h 1212067"/>
                <a:gd name="connsiteX1461" fmla="*/ 745483 w 1385794"/>
                <a:gd name="connsiteY1461" fmla="*/ 1023721 h 1212067"/>
                <a:gd name="connsiteX1462" fmla="*/ 744540 w 1385794"/>
                <a:gd name="connsiteY1462" fmla="*/ 1024966 h 1212067"/>
                <a:gd name="connsiteX1463" fmla="*/ 742353 w 1385794"/>
                <a:gd name="connsiteY1463" fmla="*/ 1025773 h 1212067"/>
                <a:gd name="connsiteX1464" fmla="*/ 741410 w 1385794"/>
                <a:gd name="connsiteY1464" fmla="*/ 1026345 h 1212067"/>
                <a:gd name="connsiteX1465" fmla="*/ 739593 w 1385794"/>
                <a:gd name="connsiteY1465" fmla="*/ 1026715 h 1212067"/>
                <a:gd name="connsiteX1466" fmla="*/ 737910 w 1385794"/>
                <a:gd name="connsiteY1466" fmla="*/ 1026715 h 1212067"/>
                <a:gd name="connsiteX1467" fmla="*/ 735218 w 1385794"/>
                <a:gd name="connsiteY1467" fmla="*/ 1026278 h 1212067"/>
                <a:gd name="connsiteX1468" fmla="*/ 734141 w 1385794"/>
                <a:gd name="connsiteY1468" fmla="*/ 1024966 h 1212067"/>
                <a:gd name="connsiteX1469" fmla="*/ 731752 w 1385794"/>
                <a:gd name="connsiteY1469" fmla="*/ 1022510 h 1212067"/>
                <a:gd name="connsiteX1470" fmla="*/ 729732 w 1385794"/>
                <a:gd name="connsiteY1470" fmla="*/ 1021064 h 1212067"/>
                <a:gd name="connsiteX1471" fmla="*/ 726703 w 1385794"/>
                <a:gd name="connsiteY1471" fmla="*/ 1018743 h 1212067"/>
                <a:gd name="connsiteX1472" fmla="*/ 723136 w 1385794"/>
                <a:gd name="connsiteY1472" fmla="*/ 1016994 h 1212067"/>
                <a:gd name="connsiteX1473" fmla="*/ 721756 w 1385794"/>
                <a:gd name="connsiteY1473" fmla="*/ 1013529 h 1212067"/>
                <a:gd name="connsiteX1474" fmla="*/ 721049 w 1385794"/>
                <a:gd name="connsiteY1474" fmla="*/ 1012082 h 1212067"/>
                <a:gd name="connsiteX1475" fmla="*/ 717650 w 1385794"/>
                <a:gd name="connsiteY1475" fmla="*/ 1010501 h 1212067"/>
                <a:gd name="connsiteX1476" fmla="*/ 714689 w 1385794"/>
                <a:gd name="connsiteY1476" fmla="*/ 1009425 h 1212067"/>
                <a:gd name="connsiteX1477" fmla="*/ 712501 w 1385794"/>
                <a:gd name="connsiteY1477" fmla="*/ 1008684 h 1212067"/>
                <a:gd name="connsiteX1478" fmla="*/ 708294 w 1385794"/>
                <a:gd name="connsiteY1478" fmla="*/ 1006935 h 1212067"/>
                <a:gd name="connsiteX1479" fmla="*/ 705400 w 1385794"/>
                <a:gd name="connsiteY1479" fmla="*/ 1005859 h 1212067"/>
                <a:gd name="connsiteX1480" fmla="*/ 702943 w 1385794"/>
                <a:gd name="connsiteY1480" fmla="*/ 1004042 h 1212067"/>
                <a:gd name="connsiteX1481" fmla="*/ 698804 w 1385794"/>
                <a:gd name="connsiteY1481" fmla="*/ 1001587 h 1212067"/>
                <a:gd name="connsiteX1482" fmla="*/ 694530 w 1385794"/>
                <a:gd name="connsiteY1482" fmla="*/ 999400 h 1212067"/>
                <a:gd name="connsiteX1483" fmla="*/ 691198 w 1385794"/>
                <a:gd name="connsiteY1483" fmla="*/ 996574 h 1212067"/>
                <a:gd name="connsiteX1484" fmla="*/ 687563 w 1385794"/>
                <a:gd name="connsiteY1484" fmla="*/ 994186 h 1212067"/>
                <a:gd name="connsiteX1485" fmla="*/ 684433 w 1385794"/>
                <a:gd name="connsiteY1485" fmla="*/ 991797 h 1212067"/>
                <a:gd name="connsiteX1486" fmla="*/ 682111 w 1385794"/>
                <a:gd name="connsiteY1486" fmla="*/ 989913 h 1212067"/>
                <a:gd name="connsiteX1487" fmla="*/ 678712 w 1385794"/>
                <a:gd name="connsiteY1487" fmla="*/ 989476 h 1212067"/>
                <a:gd name="connsiteX1488" fmla="*/ 676524 w 1385794"/>
                <a:gd name="connsiteY1488" fmla="*/ 988602 h 1212067"/>
                <a:gd name="connsiteX1489" fmla="*/ 674337 w 1385794"/>
                <a:gd name="connsiteY1489" fmla="*/ 988232 h 1212067"/>
                <a:gd name="connsiteX1490" fmla="*/ 671577 w 1385794"/>
                <a:gd name="connsiteY1490" fmla="*/ 987794 h 1212067"/>
                <a:gd name="connsiteX1491" fmla="*/ 669322 w 1385794"/>
                <a:gd name="connsiteY1491" fmla="*/ 986920 h 1212067"/>
                <a:gd name="connsiteX1492" fmla="*/ 667741 w 1385794"/>
                <a:gd name="connsiteY1492" fmla="*/ 985473 h 1212067"/>
                <a:gd name="connsiteX1493" fmla="*/ 665351 w 1385794"/>
                <a:gd name="connsiteY1493" fmla="*/ 984464 h 1212067"/>
                <a:gd name="connsiteX1494" fmla="*/ 663096 w 1385794"/>
                <a:gd name="connsiteY1494" fmla="*/ 984161 h 1212067"/>
                <a:gd name="connsiteX1495" fmla="*/ 658755 w 1385794"/>
                <a:gd name="connsiteY1495" fmla="*/ 983892 h 1212067"/>
                <a:gd name="connsiteX1496" fmla="*/ 655793 w 1385794"/>
                <a:gd name="connsiteY1496" fmla="*/ 984397 h 1212067"/>
                <a:gd name="connsiteX1497" fmla="*/ 650644 w 1385794"/>
                <a:gd name="connsiteY1497" fmla="*/ 984599 h 1212067"/>
                <a:gd name="connsiteX1498" fmla="*/ 648961 w 1385794"/>
                <a:gd name="connsiteY1498" fmla="*/ 985238 h 1212067"/>
                <a:gd name="connsiteX1499" fmla="*/ 647649 w 1385794"/>
                <a:gd name="connsiteY1499" fmla="*/ 987256 h 1212067"/>
                <a:gd name="connsiteX1500" fmla="*/ 647514 w 1385794"/>
                <a:gd name="connsiteY1500" fmla="*/ 990654 h 1212067"/>
                <a:gd name="connsiteX1501" fmla="*/ 648221 w 1385794"/>
                <a:gd name="connsiteY1501" fmla="*/ 995060 h 1212067"/>
                <a:gd name="connsiteX1502" fmla="*/ 648423 w 1385794"/>
                <a:gd name="connsiteY1502" fmla="*/ 998391 h 1212067"/>
                <a:gd name="connsiteX1503" fmla="*/ 649433 w 1385794"/>
                <a:gd name="connsiteY1503" fmla="*/ 1004412 h 1212067"/>
                <a:gd name="connsiteX1504" fmla="*/ 649062 w 1385794"/>
                <a:gd name="connsiteY1504" fmla="*/ 1013764 h 1212067"/>
                <a:gd name="connsiteX1505" fmla="*/ 649567 w 1385794"/>
                <a:gd name="connsiteY1505" fmla="*/ 1016792 h 1212067"/>
                <a:gd name="connsiteX1506" fmla="*/ 653908 w 1385794"/>
                <a:gd name="connsiteY1506" fmla="*/ 1025908 h 1212067"/>
                <a:gd name="connsiteX1507" fmla="*/ 657308 w 1385794"/>
                <a:gd name="connsiteY1507" fmla="*/ 1032199 h 1212067"/>
                <a:gd name="connsiteX1508" fmla="*/ 666428 w 1385794"/>
                <a:gd name="connsiteY1508" fmla="*/ 1041752 h 1212067"/>
                <a:gd name="connsiteX1509" fmla="*/ 670837 w 1385794"/>
                <a:gd name="connsiteY1509" fmla="*/ 1046327 h 1212067"/>
                <a:gd name="connsiteX1510" fmla="*/ 676693 w 1385794"/>
                <a:gd name="connsiteY1510" fmla="*/ 1052046 h 1212067"/>
                <a:gd name="connsiteX1511" fmla="*/ 678140 w 1385794"/>
                <a:gd name="connsiteY1511" fmla="*/ 1053425 h 1212067"/>
                <a:gd name="connsiteX1512" fmla="*/ 678241 w 1385794"/>
                <a:gd name="connsiteY1512" fmla="*/ 1055914 h 1212067"/>
                <a:gd name="connsiteX1513" fmla="*/ 677601 w 1385794"/>
                <a:gd name="connsiteY1513" fmla="*/ 1058303 h 1212067"/>
                <a:gd name="connsiteX1514" fmla="*/ 676188 w 1385794"/>
                <a:gd name="connsiteY1514" fmla="*/ 1061028 h 1212067"/>
                <a:gd name="connsiteX1515" fmla="*/ 675212 w 1385794"/>
                <a:gd name="connsiteY1515" fmla="*/ 1062979 h 1212067"/>
                <a:gd name="connsiteX1516" fmla="*/ 674236 w 1385794"/>
                <a:gd name="connsiteY1516" fmla="*/ 1065468 h 1212067"/>
                <a:gd name="connsiteX1517" fmla="*/ 672789 w 1385794"/>
                <a:gd name="connsiteY1517" fmla="*/ 1066881 h 1212067"/>
                <a:gd name="connsiteX1518" fmla="*/ 673092 w 1385794"/>
                <a:gd name="connsiteY1518" fmla="*/ 1068563 h 1212067"/>
                <a:gd name="connsiteX1519" fmla="*/ 674472 w 1385794"/>
                <a:gd name="connsiteY1519" fmla="*/ 1070144 h 1212067"/>
                <a:gd name="connsiteX1520" fmla="*/ 676794 w 1385794"/>
                <a:gd name="connsiteY1520" fmla="*/ 1070144 h 1212067"/>
                <a:gd name="connsiteX1521" fmla="*/ 680933 w 1385794"/>
                <a:gd name="connsiteY1521" fmla="*/ 1070514 h 1212067"/>
                <a:gd name="connsiteX1522" fmla="*/ 685510 w 1385794"/>
                <a:gd name="connsiteY1522" fmla="*/ 1069202 h 1212067"/>
                <a:gd name="connsiteX1523" fmla="*/ 687698 w 1385794"/>
                <a:gd name="connsiteY1523" fmla="*/ 1067722 h 1212067"/>
                <a:gd name="connsiteX1524" fmla="*/ 689381 w 1385794"/>
                <a:gd name="connsiteY1524" fmla="*/ 1067554 h 1212067"/>
                <a:gd name="connsiteX1525" fmla="*/ 693217 w 1385794"/>
                <a:gd name="connsiteY1525" fmla="*/ 1067554 h 1212067"/>
                <a:gd name="connsiteX1526" fmla="*/ 693722 w 1385794"/>
                <a:gd name="connsiteY1526" fmla="*/ 1067756 h 1212067"/>
                <a:gd name="connsiteX1527" fmla="*/ 694799 w 1385794"/>
                <a:gd name="connsiteY1527" fmla="*/ 1068900 h 1212067"/>
                <a:gd name="connsiteX1528" fmla="*/ 696818 w 1385794"/>
                <a:gd name="connsiteY1528" fmla="*/ 1068832 h 1212067"/>
                <a:gd name="connsiteX1529" fmla="*/ 699578 w 1385794"/>
                <a:gd name="connsiteY1529" fmla="*/ 1068462 h 1212067"/>
                <a:gd name="connsiteX1530" fmla="*/ 703650 w 1385794"/>
                <a:gd name="connsiteY1530" fmla="*/ 1067520 h 1212067"/>
                <a:gd name="connsiteX1531" fmla="*/ 706107 w 1385794"/>
                <a:gd name="connsiteY1531" fmla="*/ 1066410 h 1212067"/>
                <a:gd name="connsiteX1532" fmla="*/ 706914 w 1385794"/>
                <a:gd name="connsiteY1532" fmla="*/ 1065805 h 1212067"/>
                <a:gd name="connsiteX1533" fmla="*/ 707116 w 1385794"/>
                <a:gd name="connsiteY1533" fmla="*/ 1065805 h 1212067"/>
                <a:gd name="connsiteX1534" fmla="*/ 709068 w 1385794"/>
                <a:gd name="connsiteY1534" fmla="*/ 1066309 h 1212067"/>
                <a:gd name="connsiteX1535" fmla="*/ 710886 w 1385794"/>
                <a:gd name="connsiteY1535" fmla="*/ 1066511 h 1212067"/>
                <a:gd name="connsiteX1536" fmla="*/ 714924 w 1385794"/>
                <a:gd name="connsiteY1536" fmla="*/ 1068597 h 1212067"/>
                <a:gd name="connsiteX1537" fmla="*/ 714924 w 1385794"/>
                <a:gd name="connsiteY1537" fmla="*/ 1073575 h 1212067"/>
                <a:gd name="connsiteX1538" fmla="*/ 714588 w 1385794"/>
                <a:gd name="connsiteY1538" fmla="*/ 1075190 h 1212067"/>
                <a:gd name="connsiteX1539" fmla="*/ 714487 w 1385794"/>
                <a:gd name="connsiteY1539" fmla="*/ 1077478 h 1212067"/>
                <a:gd name="connsiteX1540" fmla="*/ 713612 w 1385794"/>
                <a:gd name="connsiteY1540" fmla="*/ 1079429 h 1212067"/>
                <a:gd name="connsiteX1541" fmla="*/ 713073 w 1385794"/>
                <a:gd name="connsiteY1541" fmla="*/ 1081279 h 1212067"/>
                <a:gd name="connsiteX1542" fmla="*/ 712535 w 1385794"/>
                <a:gd name="connsiteY1542" fmla="*/ 1082053 h 1212067"/>
                <a:gd name="connsiteX1543" fmla="*/ 711660 w 1385794"/>
                <a:gd name="connsiteY1543" fmla="*/ 1083667 h 1212067"/>
                <a:gd name="connsiteX1544" fmla="*/ 710482 w 1385794"/>
                <a:gd name="connsiteY1544" fmla="*/ 1085316 h 1212067"/>
                <a:gd name="connsiteX1545" fmla="*/ 710381 w 1385794"/>
                <a:gd name="connsiteY1545" fmla="*/ 1086964 h 1212067"/>
                <a:gd name="connsiteX1546" fmla="*/ 711357 w 1385794"/>
                <a:gd name="connsiteY1546" fmla="*/ 1089991 h 1212067"/>
                <a:gd name="connsiteX1547" fmla="*/ 714520 w 1385794"/>
                <a:gd name="connsiteY1547" fmla="*/ 1091842 h 1212067"/>
                <a:gd name="connsiteX1548" fmla="*/ 715833 w 1385794"/>
                <a:gd name="connsiteY1548" fmla="*/ 1091842 h 1212067"/>
                <a:gd name="connsiteX1549" fmla="*/ 717718 w 1385794"/>
                <a:gd name="connsiteY1549" fmla="*/ 1092548 h 1212067"/>
                <a:gd name="connsiteX1550" fmla="*/ 719468 w 1385794"/>
                <a:gd name="connsiteY1550" fmla="*/ 1092111 h 1212067"/>
                <a:gd name="connsiteX1551" fmla="*/ 722059 w 1385794"/>
                <a:gd name="connsiteY1551" fmla="*/ 1090799 h 1212067"/>
                <a:gd name="connsiteX1552" fmla="*/ 722934 w 1385794"/>
                <a:gd name="connsiteY1552" fmla="*/ 1090496 h 1212067"/>
                <a:gd name="connsiteX1553" fmla="*/ 724078 w 1385794"/>
                <a:gd name="connsiteY1553" fmla="*/ 1089487 h 1212067"/>
                <a:gd name="connsiteX1554" fmla="*/ 727040 w 1385794"/>
                <a:gd name="connsiteY1554" fmla="*/ 1088982 h 1212067"/>
                <a:gd name="connsiteX1555" fmla="*/ 728756 w 1385794"/>
                <a:gd name="connsiteY1555" fmla="*/ 1088646 h 1212067"/>
                <a:gd name="connsiteX1556" fmla="*/ 729598 w 1385794"/>
                <a:gd name="connsiteY1556" fmla="*/ 1087839 h 1212067"/>
                <a:gd name="connsiteX1557" fmla="*/ 731449 w 1385794"/>
                <a:gd name="connsiteY1557" fmla="*/ 1085114 h 1212067"/>
                <a:gd name="connsiteX1558" fmla="*/ 733535 w 1385794"/>
                <a:gd name="connsiteY1558" fmla="*/ 1081548 h 1212067"/>
                <a:gd name="connsiteX1559" fmla="*/ 734175 w 1385794"/>
                <a:gd name="connsiteY1559" fmla="*/ 1079260 h 1212067"/>
                <a:gd name="connsiteX1560" fmla="*/ 736160 w 1385794"/>
                <a:gd name="connsiteY1560" fmla="*/ 1077377 h 1212067"/>
                <a:gd name="connsiteX1561" fmla="*/ 738920 w 1385794"/>
                <a:gd name="connsiteY1561" fmla="*/ 1074450 h 1212067"/>
                <a:gd name="connsiteX1562" fmla="*/ 740132 w 1385794"/>
                <a:gd name="connsiteY1562" fmla="*/ 1074450 h 1212067"/>
                <a:gd name="connsiteX1563" fmla="*/ 741377 w 1385794"/>
                <a:gd name="connsiteY1563" fmla="*/ 1077377 h 1212067"/>
                <a:gd name="connsiteX1564" fmla="*/ 742723 w 1385794"/>
                <a:gd name="connsiteY1564" fmla="*/ 1079227 h 1212067"/>
                <a:gd name="connsiteX1565" fmla="*/ 742723 w 1385794"/>
                <a:gd name="connsiteY1565" fmla="*/ 1082254 h 1212067"/>
                <a:gd name="connsiteX1566" fmla="*/ 742723 w 1385794"/>
                <a:gd name="connsiteY1566" fmla="*/ 1085719 h 1212067"/>
                <a:gd name="connsiteX1567" fmla="*/ 742723 w 1385794"/>
                <a:gd name="connsiteY1567" fmla="*/ 1089184 h 1212067"/>
                <a:gd name="connsiteX1568" fmla="*/ 742723 w 1385794"/>
                <a:gd name="connsiteY1568" fmla="*/ 1092649 h 1212067"/>
                <a:gd name="connsiteX1569" fmla="*/ 744843 w 1385794"/>
                <a:gd name="connsiteY1569" fmla="*/ 1095273 h 1212067"/>
                <a:gd name="connsiteX1570" fmla="*/ 746190 w 1385794"/>
                <a:gd name="connsiteY1570" fmla="*/ 1096450 h 1212067"/>
                <a:gd name="connsiteX1571" fmla="*/ 746190 w 1385794"/>
                <a:gd name="connsiteY1571" fmla="*/ 1097863 h 1212067"/>
                <a:gd name="connsiteX1572" fmla="*/ 746190 w 1385794"/>
                <a:gd name="connsiteY1572" fmla="*/ 1099613 h 1212067"/>
                <a:gd name="connsiteX1573" fmla="*/ 746190 w 1385794"/>
                <a:gd name="connsiteY1573" fmla="*/ 1103616 h 1212067"/>
                <a:gd name="connsiteX1574" fmla="*/ 744877 w 1385794"/>
                <a:gd name="connsiteY1574" fmla="*/ 1106206 h 1212067"/>
                <a:gd name="connsiteX1575" fmla="*/ 743901 w 1385794"/>
                <a:gd name="connsiteY1575" fmla="*/ 1110646 h 1212067"/>
                <a:gd name="connsiteX1576" fmla="*/ 742824 w 1385794"/>
                <a:gd name="connsiteY1576" fmla="*/ 1112496 h 1212067"/>
                <a:gd name="connsiteX1577" fmla="*/ 741747 w 1385794"/>
                <a:gd name="connsiteY1577" fmla="*/ 1113909 h 1212067"/>
                <a:gd name="connsiteX1578" fmla="*/ 739896 w 1385794"/>
                <a:gd name="connsiteY1578" fmla="*/ 1115524 h 1212067"/>
                <a:gd name="connsiteX1579" fmla="*/ 737406 w 1385794"/>
                <a:gd name="connsiteY1579" fmla="*/ 1116399 h 1212067"/>
                <a:gd name="connsiteX1580" fmla="*/ 732526 w 1385794"/>
                <a:gd name="connsiteY1580" fmla="*/ 1118888 h 1212067"/>
                <a:gd name="connsiteX1581" fmla="*/ 730641 w 1385794"/>
                <a:gd name="connsiteY1581" fmla="*/ 1120234 h 1212067"/>
                <a:gd name="connsiteX1582" fmla="*/ 733333 w 1385794"/>
                <a:gd name="connsiteY1582" fmla="*/ 1123026 h 1212067"/>
                <a:gd name="connsiteX1583" fmla="*/ 735790 w 1385794"/>
                <a:gd name="connsiteY1583" fmla="*/ 1128677 h 1212067"/>
                <a:gd name="connsiteX1584" fmla="*/ 736800 w 1385794"/>
                <a:gd name="connsiteY1584" fmla="*/ 1129686 h 1212067"/>
                <a:gd name="connsiteX1585" fmla="*/ 740132 w 1385794"/>
                <a:gd name="connsiteY1585" fmla="*/ 1132714 h 1212067"/>
                <a:gd name="connsiteX1586" fmla="*/ 746930 w 1385794"/>
                <a:gd name="connsiteY1586" fmla="*/ 1133286 h 1212067"/>
                <a:gd name="connsiteX1587" fmla="*/ 749387 w 1385794"/>
                <a:gd name="connsiteY1587" fmla="*/ 1131402 h 1212067"/>
                <a:gd name="connsiteX1588" fmla="*/ 750396 w 1385794"/>
                <a:gd name="connsiteY1588" fmla="*/ 1129081 h 1212067"/>
                <a:gd name="connsiteX1589" fmla="*/ 751137 w 1385794"/>
                <a:gd name="connsiteY1589" fmla="*/ 1127500 h 1212067"/>
                <a:gd name="connsiteX1590" fmla="*/ 752012 w 1385794"/>
                <a:gd name="connsiteY1590" fmla="*/ 1125616 h 1212067"/>
                <a:gd name="connsiteX1591" fmla="*/ 753021 w 1385794"/>
                <a:gd name="connsiteY1591" fmla="*/ 1123867 h 1212067"/>
                <a:gd name="connsiteX1592" fmla="*/ 754334 w 1385794"/>
                <a:gd name="connsiteY1592" fmla="*/ 1122723 h 1212067"/>
                <a:gd name="connsiteX1593" fmla="*/ 757531 w 1385794"/>
                <a:gd name="connsiteY1593" fmla="*/ 1123026 h 1212067"/>
                <a:gd name="connsiteX1594" fmla="*/ 758541 w 1385794"/>
                <a:gd name="connsiteY1594" fmla="*/ 1119123 h 1212067"/>
                <a:gd name="connsiteX1595" fmla="*/ 760291 w 1385794"/>
                <a:gd name="connsiteY1595" fmla="*/ 1116096 h 1212067"/>
                <a:gd name="connsiteX1596" fmla="*/ 762748 w 1385794"/>
                <a:gd name="connsiteY1596" fmla="*/ 1116096 h 1212067"/>
                <a:gd name="connsiteX1597" fmla="*/ 765204 w 1385794"/>
                <a:gd name="connsiteY1597" fmla="*/ 1121175 h 1212067"/>
                <a:gd name="connsiteX1598" fmla="*/ 766079 w 1385794"/>
                <a:gd name="connsiteY1598" fmla="*/ 1123059 h 1212067"/>
                <a:gd name="connsiteX1599" fmla="*/ 770421 w 1385794"/>
                <a:gd name="connsiteY1599" fmla="*/ 1123194 h 1212067"/>
                <a:gd name="connsiteX1600" fmla="*/ 770993 w 1385794"/>
                <a:gd name="connsiteY1600" fmla="*/ 1121613 h 1212067"/>
                <a:gd name="connsiteX1601" fmla="*/ 768805 w 1385794"/>
                <a:gd name="connsiteY1601" fmla="*/ 1120166 h 1212067"/>
                <a:gd name="connsiteX1602" fmla="*/ 767358 w 1385794"/>
                <a:gd name="connsiteY1602" fmla="*/ 1118013 h 1212067"/>
                <a:gd name="connsiteX1603" fmla="*/ 766214 w 1385794"/>
                <a:gd name="connsiteY1603" fmla="*/ 1116129 h 1212067"/>
                <a:gd name="connsiteX1604" fmla="*/ 766349 w 1385794"/>
                <a:gd name="connsiteY1604" fmla="*/ 1114683 h 1212067"/>
                <a:gd name="connsiteX1605" fmla="*/ 767661 w 1385794"/>
                <a:gd name="connsiteY1605" fmla="*/ 1113102 h 1212067"/>
                <a:gd name="connsiteX1606" fmla="*/ 769983 w 1385794"/>
                <a:gd name="connsiteY1606" fmla="*/ 1112530 h 1212067"/>
                <a:gd name="connsiteX1607" fmla="*/ 770858 w 1385794"/>
                <a:gd name="connsiteY1607" fmla="*/ 1114549 h 1212067"/>
                <a:gd name="connsiteX1608" fmla="*/ 771430 w 1385794"/>
                <a:gd name="connsiteY1608" fmla="*/ 1112530 h 1212067"/>
                <a:gd name="connsiteX1609" fmla="*/ 772171 w 1385794"/>
                <a:gd name="connsiteY1609" fmla="*/ 1109503 h 1212067"/>
                <a:gd name="connsiteX1610" fmla="*/ 773483 w 1385794"/>
                <a:gd name="connsiteY1610" fmla="*/ 1107619 h 1212067"/>
                <a:gd name="connsiteX1611" fmla="*/ 777118 w 1385794"/>
                <a:gd name="connsiteY1611" fmla="*/ 1106609 h 1212067"/>
                <a:gd name="connsiteX1612" fmla="*/ 780753 w 1385794"/>
                <a:gd name="connsiteY1612" fmla="*/ 1104860 h 1212067"/>
                <a:gd name="connsiteX1613" fmla="*/ 782772 w 1385794"/>
                <a:gd name="connsiteY1613" fmla="*/ 1104591 h 1212067"/>
                <a:gd name="connsiteX1614" fmla="*/ 786407 w 1385794"/>
                <a:gd name="connsiteY1614" fmla="*/ 1105903 h 1212067"/>
                <a:gd name="connsiteX1615" fmla="*/ 788157 w 1385794"/>
                <a:gd name="connsiteY1615" fmla="*/ 1106340 h 1212067"/>
                <a:gd name="connsiteX1616" fmla="*/ 793508 w 1385794"/>
                <a:gd name="connsiteY1616" fmla="*/ 1104591 h 1212067"/>
                <a:gd name="connsiteX1617" fmla="*/ 794955 w 1385794"/>
                <a:gd name="connsiteY1617" fmla="*/ 1102136 h 1212067"/>
                <a:gd name="connsiteX1618" fmla="*/ 795527 w 1385794"/>
                <a:gd name="connsiteY1618" fmla="*/ 1099108 h 1212067"/>
                <a:gd name="connsiteX1619" fmla="*/ 796402 w 1385794"/>
                <a:gd name="connsiteY1619" fmla="*/ 1094466 h 1212067"/>
                <a:gd name="connsiteX1620" fmla="*/ 796671 w 1385794"/>
                <a:gd name="connsiteY1620" fmla="*/ 1090429 h 1212067"/>
                <a:gd name="connsiteX1621" fmla="*/ 796671 w 1385794"/>
                <a:gd name="connsiteY1621" fmla="*/ 1089285 h 1212067"/>
                <a:gd name="connsiteX1622" fmla="*/ 794921 w 1385794"/>
                <a:gd name="connsiteY1622" fmla="*/ 1086964 h 1212067"/>
                <a:gd name="connsiteX1623" fmla="*/ 792027 w 1385794"/>
                <a:gd name="connsiteY1623" fmla="*/ 1084643 h 1212067"/>
                <a:gd name="connsiteX1624" fmla="*/ 789402 w 1385794"/>
                <a:gd name="connsiteY1624" fmla="*/ 1082624 h 1212067"/>
                <a:gd name="connsiteX1625" fmla="*/ 787383 w 1385794"/>
                <a:gd name="connsiteY1625" fmla="*/ 1081313 h 1212067"/>
                <a:gd name="connsiteX1626" fmla="*/ 786238 w 1385794"/>
                <a:gd name="connsiteY1626" fmla="*/ 1078857 h 1212067"/>
                <a:gd name="connsiteX1627" fmla="*/ 786238 w 1385794"/>
                <a:gd name="connsiteY1627" fmla="*/ 1075392 h 1212067"/>
                <a:gd name="connsiteX1628" fmla="*/ 785229 w 1385794"/>
                <a:gd name="connsiteY1628" fmla="*/ 1071321 h 1212067"/>
                <a:gd name="connsiteX1629" fmla="*/ 787113 w 1385794"/>
                <a:gd name="connsiteY1629" fmla="*/ 1066410 h 1212067"/>
                <a:gd name="connsiteX1630" fmla="*/ 788258 w 1385794"/>
                <a:gd name="connsiteY1630" fmla="*/ 1062071 h 1212067"/>
                <a:gd name="connsiteX1631" fmla="*/ 788258 w 1385794"/>
                <a:gd name="connsiteY1631" fmla="*/ 1056722 h 1212067"/>
                <a:gd name="connsiteX1632" fmla="*/ 786945 w 1385794"/>
                <a:gd name="connsiteY1632" fmla="*/ 1051642 h 1212067"/>
                <a:gd name="connsiteX1633" fmla="*/ 782738 w 1385794"/>
                <a:gd name="connsiteY1633" fmla="*/ 1048447 h 1212067"/>
                <a:gd name="connsiteX1634" fmla="*/ 778094 w 1385794"/>
                <a:gd name="connsiteY1634" fmla="*/ 1045688 h 1212067"/>
                <a:gd name="connsiteX1635" fmla="*/ 775132 w 1385794"/>
                <a:gd name="connsiteY1635" fmla="*/ 1042425 h 1212067"/>
                <a:gd name="connsiteX1636" fmla="*/ 773382 w 1385794"/>
                <a:gd name="connsiteY1636" fmla="*/ 1040037 h 1212067"/>
                <a:gd name="connsiteX1637" fmla="*/ 772878 w 1385794"/>
                <a:gd name="connsiteY1637" fmla="*/ 1039095 h 1212067"/>
                <a:gd name="connsiteX1638" fmla="*/ 773618 w 1385794"/>
                <a:gd name="connsiteY1638" fmla="*/ 1037715 h 1212067"/>
                <a:gd name="connsiteX1639" fmla="*/ 774695 w 1385794"/>
                <a:gd name="connsiteY1639" fmla="*/ 1037312 h 1212067"/>
                <a:gd name="connsiteX1640" fmla="*/ 777219 w 1385794"/>
                <a:gd name="connsiteY1640" fmla="*/ 1036269 h 1212067"/>
                <a:gd name="connsiteX1641" fmla="*/ 783613 w 1385794"/>
                <a:gd name="connsiteY1641" fmla="*/ 1036269 h 1212067"/>
                <a:gd name="connsiteX1642" fmla="*/ 786440 w 1385794"/>
                <a:gd name="connsiteY1642" fmla="*/ 1035630 h 1212067"/>
                <a:gd name="connsiteX1643" fmla="*/ 789335 w 1385794"/>
                <a:gd name="connsiteY1643" fmla="*/ 1034183 h 1212067"/>
                <a:gd name="connsiteX1644" fmla="*/ 791287 w 1385794"/>
                <a:gd name="connsiteY1644" fmla="*/ 1032939 h 1212067"/>
                <a:gd name="connsiteX1645" fmla="*/ 792868 w 1385794"/>
                <a:gd name="connsiteY1645" fmla="*/ 1031425 h 1212067"/>
                <a:gd name="connsiteX1646" fmla="*/ 794820 w 1385794"/>
                <a:gd name="connsiteY1646" fmla="*/ 1029407 h 1212067"/>
                <a:gd name="connsiteX1647" fmla="*/ 795628 w 1385794"/>
                <a:gd name="connsiteY1647" fmla="*/ 1028969 h 1212067"/>
                <a:gd name="connsiteX1648" fmla="*/ 798253 w 1385794"/>
                <a:gd name="connsiteY1648" fmla="*/ 1028835 h 1212067"/>
                <a:gd name="connsiteX1649" fmla="*/ 800340 w 1385794"/>
                <a:gd name="connsiteY1649" fmla="*/ 1029339 h 1212067"/>
                <a:gd name="connsiteX1650" fmla="*/ 802224 w 1385794"/>
                <a:gd name="connsiteY1650" fmla="*/ 1031290 h 1212067"/>
                <a:gd name="connsiteX1651" fmla="*/ 803974 w 1385794"/>
                <a:gd name="connsiteY1651" fmla="*/ 1030920 h 1212067"/>
                <a:gd name="connsiteX1652" fmla="*/ 805859 w 1385794"/>
                <a:gd name="connsiteY1652" fmla="*/ 1030046 h 1212067"/>
                <a:gd name="connsiteX1653" fmla="*/ 808114 w 1385794"/>
                <a:gd name="connsiteY1653" fmla="*/ 1029036 h 1212067"/>
                <a:gd name="connsiteX1654" fmla="*/ 811008 w 1385794"/>
                <a:gd name="connsiteY1654" fmla="*/ 1028465 h 1212067"/>
                <a:gd name="connsiteX1655" fmla="*/ 817032 w 1385794"/>
                <a:gd name="connsiteY1655" fmla="*/ 1030718 h 1212067"/>
                <a:gd name="connsiteX1656" fmla="*/ 819489 w 1385794"/>
                <a:gd name="connsiteY1656" fmla="*/ 1032670 h 1212067"/>
                <a:gd name="connsiteX1657" fmla="*/ 821071 w 1385794"/>
                <a:gd name="connsiteY1657" fmla="*/ 1032165 h 1212067"/>
                <a:gd name="connsiteX1658" fmla="*/ 821374 w 1385794"/>
                <a:gd name="connsiteY1658" fmla="*/ 1030416 h 1212067"/>
                <a:gd name="connsiteX1659" fmla="*/ 821071 w 1385794"/>
                <a:gd name="connsiteY1659" fmla="*/ 1027657 h 1212067"/>
                <a:gd name="connsiteX1660" fmla="*/ 819859 w 1385794"/>
                <a:gd name="connsiteY1660" fmla="*/ 1026076 h 1212067"/>
                <a:gd name="connsiteX1661" fmla="*/ 817604 w 1385794"/>
                <a:gd name="connsiteY1661" fmla="*/ 1024495 h 1212067"/>
                <a:gd name="connsiteX1662" fmla="*/ 815652 w 1385794"/>
                <a:gd name="connsiteY1662" fmla="*/ 1024058 h 1212067"/>
                <a:gd name="connsiteX1663" fmla="*/ 814643 w 1385794"/>
                <a:gd name="connsiteY1663" fmla="*/ 1023116 h 1212067"/>
                <a:gd name="connsiteX1664" fmla="*/ 815350 w 1385794"/>
                <a:gd name="connsiteY1664" fmla="*/ 1021737 h 1212067"/>
                <a:gd name="connsiteX1665" fmla="*/ 816494 w 1385794"/>
                <a:gd name="connsiteY1665" fmla="*/ 1020492 h 1212067"/>
                <a:gd name="connsiteX1666" fmla="*/ 817504 w 1385794"/>
                <a:gd name="connsiteY1666" fmla="*/ 1019550 h 1212067"/>
                <a:gd name="connsiteX1667" fmla="*/ 819018 w 1385794"/>
                <a:gd name="connsiteY1667" fmla="*/ 1017868 h 1212067"/>
                <a:gd name="connsiteX1668" fmla="*/ 820768 w 1385794"/>
                <a:gd name="connsiteY1668" fmla="*/ 1016623 h 1212067"/>
                <a:gd name="connsiteX1669" fmla="*/ 822282 w 1385794"/>
                <a:gd name="connsiteY1669" fmla="*/ 1015682 h 1212067"/>
                <a:gd name="connsiteX1670" fmla="*/ 824807 w 1385794"/>
                <a:gd name="connsiteY1670" fmla="*/ 1013428 h 1212067"/>
                <a:gd name="connsiteX1671" fmla="*/ 826759 w 1385794"/>
                <a:gd name="connsiteY1671" fmla="*/ 1011308 h 1212067"/>
                <a:gd name="connsiteX1672" fmla="*/ 828206 w 1385794"/>
                <a:gd name="connsiteY1672" fmla="*/ 1009996 h 1212067"/>
                <a:gd name="connsiteX1673" fmla="*/ 829283 w 1385794"/>
                <a:gd name="connsiteY1673" fmla="*/ 1009290 h 1212067"/>
                <a:gd name="connsiteX1674" fmla="*/ 831033 w 1385794"/>
                <a:gd name="connsiteY1674" fmla="*/ 1008920 h 1212067"/>
                <a:gd name="connsiteX1675" fmla="*/ 833220 w 1385794"/>
                <a:gd name="connsiteY1675" fmla="*/ 1008920 h 1212067"/>
                <a:gd name="connsiteX1676" fmla="*/ 835980 w 1385794"/>
                <a:gd name="connsiteY1676" fmla="*/ 1009122 h 1212067"/>
                <a:gd name="connsiteX1677" fmla="*/ 837292 w 1385794"/>
                <a:gd name="connsiteY1677" fmla="*/ 1010568 h 1212067"/>
                <a:gd name="connsiteX1678" fmla="*/ 838437 w 1385794"/>
                <a:gd name="connsiteY1678" fmla="*/ 1013091 h 1212067"/>
                <a:gd name="connsiteX1679" fmla="*/ 839514 w 1385794"/>
                <a:gd name="connsiteY1679" fmla="*/ 1013024 h 1212067"/>
                <a:gd name="connsiteX1680" fmla="*/ 840321 w 1385794"/>
                <a:gd name="connsiteY1680" fmla="*/ 1012082 h 1212067"/>
                <a:gd name="connsiteX1681" fmla="*/ 840759 w 1385794"/>
                <a:gd name="connsiteY1681" fmla="*/ 1011073 h 1212067"/>
                <a:gd name="connsiteX1682" fmla="*/ 841196 w 1385794"/>
                <a:gd name="connsiteY1682" fmla="*/ 1010131 h 1212067"/>
                <a:gd name="connsiteX1683" fmla="*/ 841398 w 1385794"/>
                <a:gd name="connsiteY1683" fmla="*/ 1009054 h 1212067"/>
                <a:gd name="connsiteX1684" fmla="*/ 841836 w 1385794"/>
                <a:gd name="connsiteY1684" fmla="*/ 1008045 h 1212067"/>
                <a:gd name="connsiteX1685" fmla="*/ 842273 w 1385794"/>
                <a:gd name="connsiteY1685" fmla="*/ 1007473 h 1212067"/>
                <a:gd name="connsiteX1686" fmla="*/ 844023 w 1385794"/>
                <a:gd name="connsiteY1686" fmla="*/ 1007036 h 1212067"/>
                <a:gd name="connsiteX1687" fmla="*/ 846648 w 1385794"/>
                <a:gd name="connsiteY1687" fmla="*/ 1007978 h 1212067"/>
                <a:gd name="connsiteX1688" fmla="*/ 848163 w 1385794"/>
                <a:gd name="connsiteY1688" fmla="*/ 1009425 h 1212067"/>
                <a:gd name="connsiteX1689" fmla="*/ 849004 w 1385794"/>
                <a:gd name="connsiteY1689" fmla="*/ 1011308 h 1212067"/>
                <a:gd name="connsiteX1690" fmla="*/ 848836 w 1385794"/>
                <a:gd name="connsiteY1690" fmla="*/ 1013192 h 1212067"/>
                <a:gd name="connsiteX1691" fmla="*/ 848836 w 1385794"/>
                <a:gd name="connsiteY1691" fmla="*/ 1014504 h 1212067"/>
                <a:gd name="connsiteX1692" fmla="*/ 849274 w 1385794"/>
                <a:gd name="connsiteY1692" fmla="*/ 1016994 h 1212067"/>
                <a:gd name="connsiteX1693" fmla="*/ 849274 w 1385794"/>
                <a:gd name="connsiteY1693" fmla="*/ 1018608 h 1212067"/>
                <a:gd name="connsiteX1694" fmla="*/ 850889 w 1385794"/>
                <a:gd name="connsiteY1694" fmla="*/ 1019483 h 1212067"/>
                <a:gd name="connsiteX1695" fmla="*/ 851764 w 1385794"/>
                <a:gd name="connsiteY1695" fmla="*/ 1019920 h 1212067"/>
                <a:gd name="connsiteX1696" fmla="*/ 854793 w 1385794"/>
                <a:gd name="connsiteY1696" fmla="*/ 1020458 h 1212067"/>
                <a:gd name="connsiteX1697" fmla="*/ 856644 w 1385794"/>
                <a:gd name="connsiteY1697" fmla="*/ 1019819 h 1212067"/>
                <a:gd name="connsiteX1698" fmla="*/ 857317 w 1385794"/>
                <a:gd name="connsiteY1698" fmla="*/ 1022409 h 1212067"/>
                <a:gd name="connsiteX1699" fmla="*/ 859067 w 1385794"/>
                <a:gd name="connsiteY1699" fmla="*/ 1023284 h 1212067"/>
                <a:gd name="connsiteX1700" fmla="*/ 860144 w 1385794"/>
                <a:gd name="connsiteY1700" fmla="*/ 1023385 h 1212067"/>
                <a:gd name="connsiteX1701" fmla="*/ 862331 w 1385794"/>
                <a:gd name="connsiteY1701" fmla="*/ 1023284 h 1212067"/>
                <a:gd name="connsiteX1702" fmla="*/ 863846 w 1385794"/>
                <a:gd name="connsiteY1702" fmla="*/ 1025336 h 1212067"/>
                <a:gd name="connsiteX1703" fmla="*/ 864620 w 1385794"/>
                <a:gd name="connsiteY1703" fmla="*/ 1027287 h 1212067"/>
                <a:gd name="connsiteX1704" fmla="*/ 865798 w 1385794"/>
                <a:gd name="connsiteY1704" fmla="*/ 1029676 h 1212067"/>
                <a:gd name="connsiteX1705" fmla="*/ 866000 w 1385794"/>
                <a:gd name="connsiteY1705" fmla="*/ 1033040 h 1212067"/>
                <a:gd name="connsiteX1706" fmla="*/ 864788 w 1385794"/>
                <a:gd name="connsiteY1706" fmla="*/ 1036639 h 1212067"/>
                <a:gd name="connsiteX1707" fmla="*/ 863711 w 1385794"/>
                <a:gd name="connsiteY1707" fmla="*/ 1039027 h 1212067"/>
                <a:gd name="connsiteX1708" fmla="*/ 860985 w 1385794"/>
                <a:gd name="connsiteY1708" fmla="*/ 1042627 h 1212067"/>
                <a:gd name="connsiteX1709" fmla="*/ 859908 w 1385794"/>
                <a:gd name="connsiteY1709" fmla="*/ 1045116 h 1212067"/>
                <a:gd name="connsiteX1710" fmla="*/ 860548 w 1385794"/>
                <a:gd name="connsiteY1710" fmla="*/ 1047505 h 1212067"/>
                <a:gd name="connsiteX1711" fmla="*/ 862634 w 1385794"/>
                <a:gd name="connsiteY1711" fmla="*/ 1049994 h 1212067"/>
                <a:gd name="connsiteX1712" fmla="*/ 864149 w 1385794"/>
                <a:gd name="connsiteY1712" fmla="*/ 1051407 h 1212067"/>
                <a:gd name="connsiteX1713" fmla="*/ 864384 w 1385794"/>
                <a:gd name="connsiteY1713" fmla="*/ 1053795 h 1212067"/>
                <a:gd name="connsiteX1714" fmla="*/ 864283 w 1385794"/>
                <a:gd name="connsiteY1714" fmla="*/ 1055982 h 1212067"/>
                <a:gd name="connsiteX1715" fmla="*/ 864216 w 1385794"/>
                <a:gd name="connsiteY1715" fmla="*/ 1057832 h 1212067"/>
                <a:gd name="connsiteX1716" fmla="*/ 864485 w 1385794"/>
                <a:gd name="connsiteY1716" fmla="*/ 1060557 h 1212067"/>
                <a:gd name="connsiteX1717" fmla="*/ 864485 w 1385794"/>
                <a:gd name="connsiteY1717" fmla="*/ 1061431 h 1212067"/>
                <a:gd name="connsiteX1718" fmla="*/ 864586 w 1385794"/>
                <a:gd name="connsiteY1718" fmla="*/ 1063719 h 1212067"/>
                <a:gd name="connsiteX1719" fmla="*/ 864149 w 1385794"/>
                <a:gd name="connsiteY1719" fmla="*/ 1064930 h 1212067"/>
                <a:gd name="connsiteX1720" fmla="*/ 864048 w 1385794"/>
                <a:gd name="connsiteY1720" fmla="*/ 1066444 h 1212067"/>
                <a:gd name="connsiteX1721" fmla="*/ 864384 w 1385794"/>
                <a:gd name="connsiteY1721" fmla="*/ 1067756 h 1212067"/>
                <a:gd name="connsiteX1722" fmla="*/ 868827 w 1385794"/>
                <a:gd name="connsiteY1722" fmla="*/ 1068395 h 1212067"/>
                <a:gd name="connsiteX1723" fmla="*/ 872091 w 1385794"/>
                <a:gd name="connsiteY1723" fmla="*/ 1070245 h 1212067"/>
                <a:gd name="connsiteX1724" fmla="*/ 877745 w 1385794"/>
                <a:gd name="connsiteY1724" fmla="*/ 1069606 h 1212067"/>
                <a:gd name="connsiteX1725" fmla="*/ 879394 w 1385794"/>
                <a:gd name="connsiteY1725" fmla="*/ 1069068 h 1212067"/>
                <a:gd name="connsiteX1726" fmla="*/ 881885 w 1385794"/>
                <a:gd name="connsiteY1726" fmla="*/ 1070682 h 1212067"/>
                <a:gd name="connsiteX1727" fmla="*/ 884173 w 1385794"/>
                <a:gd name="connsiteY1727" fmla="*/ 1071019 h 1212067"/>
                <a:gd name="connsiteX1728" fmla="*/ 886260 w 1385794"/>
                <a:gd name="connsiteY1728" fmla="*/ 1069707 h 1212067"/>
                <a:gd name="connsiteX1729" fmla="*/ 888548 w 1385794"/>
                <a:gd name="connsiteY1729" fmla="*/ 1068059 h 1212067"/>
                <a:gd name="connsiteX1730" fmla="*/ 890298 w 1385794"/>
                <a:gd name="connsiteY1730" fmla="*/ 1065771 h 1212067"/>
                <a:gd name="connsiteX1731" fmla="*/ 890938 w 1385794"/>
                <a:gd name="connsiteY1731" fmla="*/ 1064257 h 1212067"/>
                <a:gd name="connsiteX1732" fmla="*/ 892452 w 1385794"/>
                <a:gd name="connsiteY1732" fmla="*/ 1063046 h 1212067"/>
                <a:gd name="connsiteX1733" fmla="*/ 895178 w 1385794"/>
                <a:gd name="connsiteY1733" fmla="*/ 1063046 h 1212067"/>
                <a:gd name="connsiteX1734" fmla="*/ 896592 w 1385794"/>
                <a:gd name="connsiteY1734" fmla="*/ 1063685 h 1212067"/>
                <a:gd name="connsiteX1735" fmla="*/ 897366 w 1385794"/>
                <a:gd name="connsiteY1735" fmla="*/ 1065435 h 1212067"/>
                <a:gd name="connsiteX1736" fmla="*/ 897601 w 1385794"/>
                <a:gd name="connsiteY1736" fmla="*/ 1068462 h 1212067"/>
                <a:gd name="connsiteX1737" fmla="*/ 897164 w 1385794"/>
                <a:gd name="connsiteY1737" fmla="*/ 1070951 h 1212067"/>
                <a:gd name="connsiteX1738" fmla="*/ 896625 w 1385794"/>
                <a:gd name="connsiteY1738" fmla="*/ 1072028 h 1212067"/>
                <a:gd name="connsiteX1739" fmla="*/ 896861 w 1385794"/>
                <a:gd name="connsiteY1739" fmla="*/ 1073878 h 1212067"/>
                <a:gd name="connsiteX1740" fmla="*/ 898174 w 1385794"/>
                <a:gd name="connsiteY1740" fmla="*/ 1075392 h 1212067"/>
                <a:gd name="connsiteX1741" fmla="*/ 898914 w 1385794"/>
                <a:gd name="connsiteY1741" fmla="*/ 1077444 h 1212067"/>
                <a:gd name="connsiteX1742" fmla="*/ 898712 w 1385794"/>
                <a:gd name="connsiteY1742" fmla="*/ 1078621 h 1212067"/>
                <a:gd name="connsiteX1743" fmla="*/ 898712 w 1385794"/>
                <a:gd name="connsiteY1743" fmla="*/ 1079059 h 1212067"/>
                <a:gd name="connsiteX1744" fmla="*/ 900664 w 1385794"/>
                <a:gd name="connsiteY1744" fmla="*/ 1079933 h 1212067"/>
                <a:gd name="connsiteX1745" fmla="*/ 903727 w 1385794"/>
                <a:gd name="connsiteY1745" fmla="*/ 1078419 h 1212067"/>
                <a:gd name="connsiteX1746" fmla="*/ 904703 w 1385794"/>
                <a:gd name="connsiteY1746" fmla="*/ 1077007 h 1212067"/>
                <a:gd name="connsiteX1747" fmla="*/ 906217 w 1385794"/>
                <a:gd name="connsiteY1747" fmla="*/ 1077007 h 1212067"/>
                <a:gd name="connsiteX1748" fmla="*/ 908607 w 1385794"/>
                <a:gd name="connsiteY1748" fmla="*/ 1079059 h 1212067"/>
                <a:gd name="connsiteX1749" fmla="*/ 913924 w 1385794"/>
                <a:gd name="connsiteY1749" fmla="*/ 1080135 h 1212067"/>
                <a:gd name="connsiteX1750" fmla="*/ 917289 w 1385794"/>
                <a:gd name="connsiteY1750" fmla="*/ 1081649 h 1212067"/>
                <a:gd name="connsiteX1751" fmla="*/ 919881 w 1385794"/>
                <a:gd name="connsiteY1751" fmla="*/ 1082086 h 1212067"/>
                <a:gd name="connsiteX1752" fmla="*/ 921631 w 1385794"/>
                <a:gd name="connsiteY1752" fmla="*/ 1081985 h 1212067"/>
                <a:gd name="connsiteX1753" fmla="*/ 928261 w 1385794"/>
                <a:gd name="connsiteY1753" fmla="*/ 1081783 h 1212067"/>
                <a:gd name="connsiteX1754" fmla="*/ 931963 w 1385794"/>
                <a:gd name="connsiteY1754" fmla="*/ 1081447 h 1212067"/>
                <a:gd name="connsiteX1755" fmla="*/ 934453 w 1385794"/>
                <a:gd name="connsiteY1755" fmla="*/ 1081346 h 1212067"/>
                <a:gd name="connsiteX1756" fmla="*/ 936742 w 1385794"/>
                <a:gd name="connsiteY1756" fmla="*/ 1081346 h 1212067"/>
                <a:gd name="connsiteX1757" fmla="*/ 940208 w 1385794"/>
                <a:gd name="connsiteY1757" fmla="*/ 1081346 h 1212067"/>
                <a:gd name="connsiteX1758" fmla="*/ 942261 w 1385794"/>
                <a:gd name="connsiteY1758" fmla="*/ 1083196 h 1212067"/>
                <a:gd name="connsiteX1759" fmla="*/ 944550 w 1385794"/>
                <a:gd name="connsiteY1759" fmla="*/ 1083970 h 1212067"/>
                <a:gd name="connsiteX1760" fmla="*/ 946737 w 1385794"/>
                <a:gd name="connsiteY1760" fmla="*/ 1084744 h 1212067"/>
                <a:gd name="connsiteX1761" fmla="*/ 949127 w 1385794"/>
                <a:gd name="connsiteY1761" fmla="*/ 1086257 h 1212067"/>
                <a:gd name="connsiteX1762" fmla="*/ 950978 w 1385794"/>
                <a:gd name="connsiteY1762" fmla="*/ 1087771 h 1212067"/>
                <a:gd name="connsiteX1763" fmla="*/ 953266 w 1385794"/>
                <a:gd name="connsiteY1763" fmla="*/ 1090597 h 1212067"/>
                <a:gd name="connsiteX1764" fmla="*/ 953905 w 1385794"/>
                <a:gd name="connsiteY1764" fmla="*/ 1092212 h 1212067"/>
                <a:gd name="connsiteX1765" fmla="*/ 954545 w 1385794"/>
                <a:gd name="connsiteY1765" fmla="*/ 1095037 h 1212067"/>
                <a:gd name="connsiteX1766" fmla="*/ 956194 w 1385794"/>
                <a:gd name="connsiteY1766" fmla="*/ 1100252 h 1212067"/>
                <a:gd name="connsiteX1767" fmla="*/ 958045 w 1385794"/>
                <a:gd name="connsiteY1767" fmla="*/ 1105466 h 1212067"/>
                <a:gd name="connsiteX1768" fmla="*/ 960233 w 1385794"/>
                <a:gd name="connsiteY1768" fmla="*/ 1110243 h 1212067"/>
                <a:gd name="connsiteX1769" fmla="*/ 962084 w 1385794"/>
                <a:gd name="connsiteY1769" fmla="*/ 1115019 h 1212067"/>
                <a:gd name="connsiteX1770" fmla="*/ 963396 w 1385794"/>
                <a:gd name="connsiteY1770" fmla="*/ 1118821 h 1212067"/>
                <a:gd name="connsiteX1771" fmla="*/ 965045 w 1385794"/>
                <a:gd name="connsiteY1771" fmla="*/ 1120435 h 1212067"/>
                <a:gd name="connsiteX1772" fmla="*/ 968310 w 1385794"/>
                <a:gd name="connsiteY1772" fmla="*/ 1121747 h 1212067"/>
                <a:gd name="connsiteX1773" fmla="*/ 971238 w 1385794"/>
                <a:gd name="connsiteY1773" fmla="*/ 1123261 h 1212067"/>
                <a:gd name="connsiteX1774" fmla="*/ 976017 w 1385794"/>
                <a:gd name="connsiteY1774" fmla="*/ 1123799 h 1212067"/>
                <a:gd name="connsiteX1775" fmla="*/ 979483 w 1385794"/>
                <a:gd name="connsiteY1775" fmla="*/ 1123598 h 1212067"/>
                <a:gd name="connsiteX1776" fmla="*/ 981772 w 1385794"/>
                <a:gd name="connsiteY1776" fmla="*/ 1124472 h 1212067"/>
                <a:gd name="connsiteX1777" fmla="*/ 983185 w 1385794"/>
                <a:gd name="connsiteY1777" fmla="*/ 1128711 h 1212067"/>
                <a:gd name="connsiteX1778" fmla="*/ 980997 w 1385794"/>
                <a:gd name="connsiteY1778" fmla="*/ 1131335 h 1212067"/>
                <a:gd name="connsiteX1779" fmla="*/ 977632 w 1385794"/>
                <a:gd name="connsiteY1779" fmla="*/ 1133353 h 1212067"/>
                <a:gd name="connsiteX1780" fmla="*/ 973055 w 1385794"/>
                <a:gd name="connsiteY1780" fmla="*/ 1135338 h 1212067"/>
                <a:gd name="connsiteX1781" fmla="*/ 970766 w 1385794"/>
                <a:gd name="connsiteY1781" fmla="*/ 1140451 h 1212067"/>
                <a:gd name="connsiteX1782" fmla="*/ 972079 w 1385794"/>
                <a:gd name="connsiteY1782" fmla="*/ 1143916 h 1212067"/>
                <a:gd name="connsiteX1783" fmla="*/ 972315 w 1385794"/>
                <a:gd name="connsiteY1783" fmla="*/ 1149029 h 1212067"/>
                <a:gd name="connsiteX1784" fmla="*/ 972214 w 1385794"/>
                <a:gd name="connsiteY1784" fmla="*/ 1152830 h 1212067"/>
                <a:gd name="connsiteX1785" fmla="*/ 970026 w 1385794"/>
                <a:gd name="connsiteY1785" fmla="*/ 1154681 h 1212067"/>
                <a:gd name="connsiteX1786" fmla="*/ 971238 w 1385794"/>
                <a:gd name="connsiteY1786" fmla="*/ 1157069 h 1212067"/>
                <a:gd name="connsiteX1787" fmla="*/ 973526 w 1385794"/>
                <a:gd name="connsiteY1787" fmla="*/ 1157607 h 1212067"/>
                <a:gd name="connsiteX1788" fmla="*/ 975579 w 1385794"/>
                <a:gd name="connsiteY1788" fmla="*/ 1160097 h 1212067"/>
                <a:gd name="connsiteX1789" fmla="*/ 975142 w 1385794"/>
                <a:gd name="connsiteY1789" fmla="*/ 1164974 h 1212067"/>
                <a:gd name="connsiteX1790" fmla="*/ 973526 w 1385794"/>
                <a:gd name="connsiteY1790" fmla="*/ 1168002 h 1212067"/>
                <a:gd name="connsiteX1791" fmla="*/ 969925 w 1385794"/>
                <a:gd name="connsiteY1791" fmla="*/ 1168977 h 1212067"/>
                <a:gd name="connsiteX1792" fmla="*/ 966661 w 1385794"/>
                <a:gd name="connsiteY1792" fmla="*/ 1170727 h 1212067"/>
                <a:gd name="connsiteX1793" fmla="*/ 962420 w 1385794"/>
                <a:gd name="connsiteY1793" fmla="*/ 1171938 h 1212067"/>
                <a:gd name="connsiteX1794" fmla="*/ 961646 w 1385794"/>
                <a:gd name="connsiteY1794" fmla="*/ 1174124 h 1212067"/>
                <a:gd name="connsiteX1795" fmla="*/ 961983 w 1385794"/>
                <a:gd name="connsiteY1795" fmla="*/ 1176412 h 1212067"/>
                <a:gd name="connsiteX1796" fmla="*/ 962420 w 1385794"/>
                <a:gd name="connsiteY1796" fmla="*/ 1177925 h 1212067"/>
                <a:gd name="connsiteX1797" fmla="*/ 964911 w 1385794"/>
                <a:gd name="connsiteY1797" fmla="*/ 1181289 h 1212067"/>
                <a:gd name="connsiteX1798" fmla="*/ 968613 w 1385794"/>
                <a:gd name="connsiteY1798" fmla="*/ 1184553 h 1212067"/>
                <a:gd name="connsiteX1799" fmla="*/ 971103 w 1385794"/>
                <a:gd name="connsiteY1799" fmla="*/ 1186167 h 1212067"/>
                <a:gd name="connsiteX1800" fmla="*/ 973156 w 1385794"/>
                <a:gd name="connsiteY1800" fmla="*/ 1187816 h 1212067"/>
                <a:gd name="connsiteX1801" fmla="*/ 977598 w 1385794"/>
                <a:gd name="connsiteY1801" fmla="*/ 1189868 h 1212067"/>
                <a:gd name="connsiteX1802" fmla="*/ 979887 w 1385794"/>
                <a:gd name="connsiteY1802" fmla="*/ 1190843 h 1212067"/>
                <a:gd name="connsiteX1803" fmla="*/ 984127 w 1385794"/>
                <a:gd name="connsiteY1803" fmla="*/ 1193131 h 1212067"/>
                <a:gd name="connsiteX1804" fmla="*/ 988368 w 1385794"/>
                <a:gd name="connsiteY1804" fmla="*/ 1194543 h 1212067"/>
                <a:gd name="connsiteX1805" fmla="*/ 991834 w 1385794"/>
                <a:gd name="connsiteY1805" fmla="*/ 1195956 h 1212067"/>
                <a:gd name="connsiteX1806" fmla="*/ 995200 w 1385794"/>
                <a:gd name="connsiteY1806" fmla="*/ 1197807 h 1212067"/>
                <a:gd name="connsiteX1807" fmla="*/ 997488 w 1385794"/>
                <a:gd name="connsiteY1807" fmla="*/ 1200094 h 1212067"/>
                <a:gd name="connsiteX1808" fmla="*/ 999440 w 1385794"/>
                <a:gd name="connsiteY1808" fmla="*/ 1202045 h 1212067"/>
                <a:gd name="connsiteX1809" fmla="*/ 1001628 w 1385794"/>
                <a:gd name="connsiteY1809" fmla="*/ 1204535 h 1212067"/>
                <a:gd name="connsiteX1810" fmla="*/ 1005532 w 1385794"/>
                <a:gd name="connsiteY1810" fmla="*/ 1206385 h 1212067"/>
                <a:gd name="connsiteX1811" fmla="*/ 1008460 w 1385794"/>
                <a:gd name="connsiteY1811" fmla="*/ 1206385 h 1212067"/>
                <a:gd name="connsiteX1812" fmla="*/ 1011388 w 1385794"/>
                <a:gd name="connsiteY1812" fmla="*/ 1205510 h 1212067"/>
                <a:gd name="connsiteX1813" fmla="*/ 1016166 w 1385794"/>
                <a:gd name="connsiteY1813" fmla="*/ 1207461 h 1212067"/>
                <a:gd name="connsiteX1814" fmla="*/ 1018892 w 1385794"/>
                <a:gd name="connsiteY1814" fmla="*/ 1209210 h 1212067"/>
                <a:gd name="connsiteX1815" fmla="*/ 1023671 w 1385794"/>
                <a:gd name="connsiteY1815" fmla="*/ 1210825 h 1212067"/>
                <a:gd name="connsiteX1816" fmla="*/ 1030638 w 1385794"/>
                <a:gd name="connsiteY1816" fmla="*/ 1210825 h 1212067"/>
                <a:gd name="connsiteX1817" fmla="*/ 1032052 w 1385794"/>
                <a:gd name="connsiteY1817" fmla="*/ 1208773 h 1212067"/>
                <a:gd name="connsiteX1818" fmla="*/ 1034542 w 1385794"/>
                <a:gd name="connsiteY1818" fmla="*/ 1208571 h 1212067"/>
                <a:gd name="connsiteX1819" fmla="*/ 1038244 w 1385794"/>
                <a:gd name="connsiteY1819" fmla="*/ 1209648 h 1212067"/>
                <a:gd name="connsiteX1820" fmla="*/ 1041407 w 1385794"/>
                <a:gd name="connsiteY1820" fmla="*/ 1211700 h 1212067"/>
                <a:gd name="connsiteX1821" fmla="*/ 1044672 w 1385794"/>
                <a:gd name="connsiteY1821" fmla="*/ 1211700 h 1212067"/>
                <a:gd name="connsiteX1822" fmla="*/ 1046960 w 1385794"/>
                <a:gd name="connsiteY1822" fmla="*/ 1208874 h 1212067"/>
                <a:gd name="connsiteX1823" fmla="*/ 1047600 w 1385794"/>
                <a:gd name="connsiteY1823" fmla="*/ 1207259 h 1212067"/>
                <a:gd name="connsiteX1824" fmla="*/ 1049114 w 1385794"/>
                <a:gd name="connsiteY1824" fmla="*/ 1206183 h 1212067"/>
                <a:gd name="connsiteX1825" fmla="*/ 1055408 w 1385794"/>
                <a:gd name="connsiteY1825" fmla="*/ 1209749 h 1212067"/>
                <a:gd name="connsiteX1826" fmla="*/ 1059446 w 1385794"/>
                <a:gd name="connsiteY1826" fmla="*/ 1208235 h 1212067"/>
                <a:gd name="connsiteX1827" fmla="*/ 1062509 w 1385794"/>
                <a:gd name="connsiteY1827" fmla="*/ 1203559 h 1212067"/>
                <a:gd name="connsiteX1828" fmla="*/ 1065437 w 1385794"/>
                <a:gd name="connsiteY1828" fmla="*/ 1200531 h 1212067"/>
                <a:gd name="connsiteX1829" fmla="*/ 1067187 w 1385794"/>
                <a:gd name="connsiteY1829" fmla="*/ 1197941 h 1212067"/>
                <a:gd name="connsiteX1830" fmla="*/ 1069677 w 1385794"/>
                <a:gd name="connsiteY1830" fmla="*/ 1196192 h 1212067"/>
                <a:gd name="connsiteX1831" fmla="*/ 1070216 w 1385794"/>
                <a:gd name="connsiteY1831" fmla="*/ 1194342 h 1212067"/>
                <a:gd name="connsiteX1832" fmla="*/ 1068028 w 1385794"/>
                <a:gd name="connsiteY1832" fmla="*/ 1191751 h 1212067"/>
                <a:gd name="connsiteX1833" fmla="*/ 1068028 w 1385794"/>
                <a:gd name="connsiteY1833" fmla="*/ 1188287 h 1212067"/>
                <a:gd name="connsiteX1834" fmla="*/ 1068028 w 1385794"/>
                <a:gd name="connsiteY1834" fmla="*/ 1184822 h 1212067"/>
                <a:gd name="connsiteX1835" fmla="*/ 1068028 w 1385794"/>
                <a:gd name="connsiteY1835" fmla="*/ 1180247 h 1212067"/>
                <a:gd name="connsiteX1836" fmla="*/ 1070653 w 1385794"/>
                <a:gd name="connsiteY1836" fmla="*/ 1176984 h 1212067"/>
                <a:gd name="connsiteX1837" fmla="*/ 1076072 w 1385794"/>
                <a:gd name="connsiteY1837" fmla="*/ 1176984 h 1212067"/>
                <a:gd name="connsiteX1838" fmla="*/ 1079538 w 1385794"/>
                <a:gd name="connsiteY1838" fmla="*/ 1177858 h 1212067"/>
                <a:gd name="connsiteX1839" fmla="*/ 1081288 w 1385794"/>
                <a:gd name="connsiteY1839" fmla="*/ 1180886 h 1212067"/>
                <a:gd name="connsiteX1840" fmla="*/ 1088019 w 1385794"/>
                <a:gd name="connsiteY1840" fmla="*/ 1178497 h 1212067"/>
                <a:gd name="connsiteX1841" fmla="*/ 1094750 w 1385794"/>
                <a:gd name="connsiteY1841" fmla="*/ 1182837 h 1212067"/>
                <a:gd name="connsiteX1842" fmla="*/ 1099966 w 1385794"/>
                <a:gd name="connsiteY1842" fmla="*/ 1180650 h 1212067"/>
                <a:gd name="connsiteX1843" fmla="*/ 1105385 w 1385794"/>
                <a:gd name="connsiteY1843" fmla="*/ 1176311 h 1212067"/>
                <a:gd name="connsiteX1844" fmla="*/ 1112351 w 1385794"/>
                <a:gd name="connsiteY1844" fmla="*/ 1175234 h 1212067"/>
                <a:gd name="connsiteX1845" fmla="*/ 1119318 w 1385794"/>
                <a:gd name="connsiteY1845" fmla="*/ 1170458 h 1212067"/>
                <a:gd name="connsiteX1846" fmla="*/ 1119755 w 1385794"/>
                <a:gd name="connsiteY1846" fmla="*/ 1169045 h 1212067"/>
                <a:gd name="connsiteX1847" fmla="*/ 1120529 w 1385794"/>
                <a:gd name="connsiteY1847" fmla="*/ 1165580 h 1212067"/>
                <a:gd name="connsiteX1848" fmla="*/ 1120967 w 1385794"/>
                <a:gd name="connsiteY1848" fmla="*/ 1163965 h 1212067"/>
                <a:gd name="connsiteX1849" fmla="*/ 1120327 w 1385794"/>
                <a:gd name="connsiteY1849" fmla="*/ 1157876 h 1212067"/>
                <a:gd name="connsiteX1850" fmla="*/ 1120428 w 1385794"/>
                <a:gd name="connsiteY1850" fmla="*/ 1154277 h 1212067"/>
                <a:gd name="connsiteX1851" fmla="*/ 1120866 w 1385794"/>
                <a:gd name="connsiteY1851" fmla="*/ 1151350 h 1212067"/>
                <a:gd name="connsiteX1852" fmla="*/ 1122078 w 1385794"/>
                <a:gd name="connsiteY1852" fmla="*/ 1150274 h 1212067"/>
                <a:gd name="connsiteX1853" fmla="*/ 1124804 w 1385794"/>
                <a:gd name="connsiteY1853" fmla="*/ 1148861 h 1212067"/>
                <a:gd name="connsiteX1854" fmla="*/ 1126991 w 1385794"/>
                <a:gd name="connsiteY1854" fmla="*/ 1148861 h 1212067"/>
                <a:gd name="connsiteX1855" fmla="*/ 1129044 w 1385794"/>
                <a:gd name="connsiteY1855" fmla="*/ 1149500 h 1212067"/>
                <a:gd name="connsiteX1856" fmla="*/ 1131871 w 1385794"/>
                <a:gd name="connsiteY1856" fmla="*/ 1148962 h 1212067"/>
                <a:gd name="connsiteX1857" fmla="*/ 1132410 w 1385794"/>
                <a:gd name="connsiteY1857" fmla="*/ 1147011 h 1212067"/>
                <a:gd name="connsiteX1858" fmla="*/ 1130659 w 1385794"/>
                <a:gd name="connsiteY1858" fmla="*/ 1143983 h 1212067"/>
                <a:gd name="connsiteX1859" fmla="*/ 1126856 w 1385794"/>
                <a:gd name="connsiteY1859" fmla="*/ 1143109 h 1212067"/>
                <a:gd name="connsiteX1860" fmla="*/ 1125544 w 1385794"/>
                <a:gd name="connsiteY1860" fmla="*/ 1143109 h 1212067"/>
                <a:gd name="connsiteX1861" fmla="*/ 1122818 w 1385794"/>
                <a:gd name="connsiteY1861" fmla="*/ 1143983 h 1212067"/>
                <a:gd name="connsiteX1862" fmla="*/ 1121303 w 1385794"/>
                <a:gd name="connsiteY1862" fmla="*/ 1143983 h 1212067"/>
                <a:gd name="connsiteX1863" fmla="*/ 1120664 w 1385794"/>
                <a:gd name="connsiteY1863" fmla="*/ 1142739 h 1212067"/>
                <a:gd name="connsiteX1864" fmla="*/ 1117938 w 1385794"/>
                <a:gd name="connsiteY1864" fmla="*/ 1141595 h 1212067"/>
                <a:gd name="connsiteX1865" fmla="*/ 1114572 w 1385794"/>
                <a:gd name="connsiteY1865" fmla="*/ 1139408 h 1212067"/>
                <a:gd name="connsiteX1866" fmla="*/ 1110669 w 1385794"/>
                <a:gd name="connsiteY1866" fmla="*/ 1139408 h 1212067"/>
                <a:gd name="connsiteX1867" fmla="*/ 1108481 w 1385794"/>
                <a:gd name="connsiteY1867" fmla="*/ 1138870 h 1212067"/>
                <a:gd name="connsiteX1868" fmla="*/ 1104140 w 1385794"/>
                <a:gd name="connsiteY1868" fmla="*/ 1136919 h 1212067"/>
                <a:gd name="connsiteX1869" fmla="*/ 1103366 w 1385794"/>
                <a:gd name="connsiteY1869" fmla="*/ 1134329 h 1212067"/>
                <a:gd name="connsiteX1870" fmla="*/ 1103399 w 1385794"/>
                <a:gd name="connsiteY1870" fmla="*/ 1130965 h 1212067"/>
                <a:gd name="connsiteX1871" fmla="*/ 1103938 w 1385794"/>
                <a:gd name="connsiteY1871" fmla="*/ 1128240 h 1212067"/>
                <a:gd name="connsiteX1872" fmla="*/ 1106327 w 1385794"/>
                <a:gd name="connsiteY1872" fmla="*/ 1127163 h 1212067"/>
                <a:gd name="connsiteX1873" fmla="*/ 1111880 w 1385794"/>
                <a:gd name="connsiteY1873" fmla="*/ 1124876 h 1212067"/>
                <a:gd name="connsiteX1874" fmla="*/ 1115044 w 1385794"/>
                <a:gd name="connsiteY1874" fmla="*/ 1124001 h 1212067"/>
                <a:gd name="connsiteX1875" fmla="*/ 1115044 w 1385794"/>
                <a:gd name="connsiteY1875" fmla="*/ 1119325 h 1212067"/>
                <a:gd name="connsiteX1876" fmla="*/ 1116020 w 1385794"/>
                <a:gd name="connsiteY1876" fmla="*/ 1115188 h 1212067"/>
                <a:gd name="connsiteX1877" fmla="*/ 1116996 w 1385794"/>
                <a:gd name="connsiteY1877" fmla="*/ 1111487 h 1212067"/>
                <a:gd name="connsiteX1878" fmla="*/ 1118174 w 1385794"/>
                <a:gd name="connsiteY1878" fmla="*/ 1108224 h 1212067"/>
                <a:gd name="connsiteX1879" fmla="*/ 1119688 w 1385794"/>
                <a:gd name="connsiteY1879" fmla="*/ 1106374 h 1212067"/>
                <a:gd name="connsiteX1880" fmla="*/ 1124366 w 1385794"/>
                <a:gd name="connsiteY1880" fmla="*/ 1104524 h 1212067"/>
                <a:gd name="connsiteX1881" fmla="*/ 1127530 w 1385794"/>
                <a:gd name="connsiteY1881" fmla="*/ 1102909 h 1212067"/>
                <a:gd name="connsiteX1882" fmla="*/ 1129481 w 1385794"/>
                <a:gd name="connsiteY1882" fmla="*/ 1100857 h 1212067"/>
                <a:gd name="connsiteX1883" fmla="*/ 1131770 w 1385794"/>
                <a:gd name="connsiteY1883" fmla="*/ 1098368 h 1212067"/>
                <a:gd name="connsiteX1884" fmla="*/ 1133284 w 1385794"/>
                <a:gd name="connsiteY1884" fmla="*/ 1097056 h 1212067"/>
                <a:gd name="connsiteX1885" fmla="*/ 1137188 w 1385794"/>
                <a:gd name="connsiteY1885" fmla="*/ 1097291 h 1212067"/>
                <a:gd name="connsiteX1886" fmla="*/ 1139039 w 1385794"/>
                <a:gd name="connsiteY1886" fmla="*/ 1099781 h 1212067"/>
                <a:gd name="connsiteX1887" fmla="*/ 1141227 w 1385794"/>
                <a:gd name="connsiteY1887" fmla="*/ 1101631 h 1212067"/>
                <a:gd name="connsiteX1888" fmla="*/ 1143314 w 1385794"/>
                <a:gd name="connsiteY1888" fmla="*/ 1104019 h 1212067"/>
                <a:gd name="connsiteX1889" fmla="*/ 1148193 w 1385794"/>
                <a:gd name="connsiteY1889" fmla="*/ 1106071 h 1212067"/>
                <a:gd name="connsiteX1890" fmla="*/ 1149169 w 1385794"/>
                <a:gd name="connsiteY1890" fmla="*/ 1104995 h 1212067"/>
                <a:gd name="connsiteX1891" fmla="*/ 1151761 w 1385794"/>
                <a:gd name="connsiteY1891" fmla="*/ 1103346 h 1212067"/>
                <a:gd name="connsiteX1892" fmla="*/ 1154251 w 1385794"/>
                <a:gd name="connsiteY1892" fmla="*/ 1103010 h 1212067"/>
                <a:gd name="connsiteX1893" fmla="*/ 1157179 w 1385794"/>
                <a:gd name="connsiteY1893" fmla="*/ 1103649 h 1212067"/>
                <a:gd name="connsiteX1894" fmla="*/ 1159266 w 1385794"/>
                <a:gd name="connsiteY1894" fmla="*/ 1104524 h 1212067"/>
                <a:gd name="connsiteX1895" fmla="*/ 1161756 w 1385794"/>
                <a:gd name="connsiteY1895" fmla="*/ 1103885 h 1212067"/>
                <a:gd name="connsiteX1896" fmla="*/ 1163372 w 1385794"/>
                <a:gd name="connsiteY1896" fmla="*/ 1102034 h 1212067"/>
                <a:gd name="connsiteX1897" fmla="*/ 1165122 w 1385794"/>
                <a:gd name="connsiteY1897" fmla="*/ 1099983 h 1212067"/>
                <a:gd name="connsiteX1898" fmla="*/ 1166973 w 1385794"/>
                <a:gd name="connsiteY1898" fmla="*/ 1098570 h 1212067"/>
                <a:gd name="connsiteX1899" fmla="*/ 1169160 w 1385794"/>
                <a:gd name="connsiteY1899" fmla="*/ 1099545 h 1212067"/>
                <a:gd name="connsiteX1900" fmla="*/ 1169699 w 1385794"/>
                <a:gd name="connsiteY1900" fmla="*/ 1102034 h 1212067"/>
                <a:gd name="connsiteX1901" fmla="*/ 1169934 w 1385794"/>
                <a:gd name="connsiteY1901" fmla="*/ 1103111 h 1212067"/>
                <a:gd name="connsiteX1902" fmla="*/ 1170136 w 1385794"/>
                <a:gd name="connsiteY1902" fmla="*/ 1105600 h 1212067"/>
                <a:gd name="connsiteX1903" fmla="*/ 1170675 w 1385794"/>
                <a:gd name="connsiteY1903" fmla="*/ 1108527 h 1212067"/>
                <a:gd name="connsiteX1904" fmla="*/ 1171550 w 1385794"/>
                <a:gd name="connsiteY1904" fmla="*/ 1109301 h 1212067"/>
                <a:gd name="connsiteX1905" fmla="*/ 1173603 w 1385794"/>
                <a:gd name="connsiteY1905" fmla="*/ 1111689 h 1212067"/>
                <a:gd name="connsiteX1906" fmla="*/ 1176968 w 1385794"/>
                <a:gd name="connsiteY1906" fmla="*/ 1113001 h 1212067"/>
                <a:gd name="connsiteX1907" fmla="*/ 1179593 w 1385794"/>
                <a:gd name="connsiteY1907" fmla="*/ 1111925 h 1212067"/>
                <a:gd name="connsiteX1908" fmla="*/ 1180367 w 1385794"/>
                <a:gd name="connsiteY1908" fmla="*/ 1111285 h 1212067"/>
                <a:gd name="connsiteX1909" fmla="*/ 1181983 w 1385794"/>
                <a:gd name="connsiteY1909" fmla="*/ 1109099 h 1212067"/>
                <a:gd name="connsiteX1910" fmla="*/ 1183935 w 1385794"/>
                <a:gd name="connsiteY1910" fmla="*/ 1105836 h 1212067"/>
                <a:gd name="connsiteX1911" fmla="*/ 1185146 w 1385794"/>
                <a:gd name="connsiteY1911" fmla="*/ 1101496 h 1212067"/>
                <a:gd name="connsiteX1912" fmla="*/ 1184507 w 1385794"/>
                <a:gd name="connsiteY1912" fmla="*/ 1097157 h 1212067"/>
                <a:gd name="connsiteX1913" fmla="*/ 1182218 w 1385794"/>
                <a:gd name="connsiteY1913" fmla="*/ 1094869 h 1212067"/>
                <a:gd name="connsiteX1914" fmla="*/ 1177439 w 1385794"/>
                <a:gd name="connsiteY1914" fmla="*/ 1095307 h 1212067"/>
                <a:gd name="connsiteX1915" fmla="*/ 1174511 w 1385794"/>
                <a:gd name="connsiteY1915" fmla="*/ 1093793 h 1212067"/>
                <a:gd name="connsiteX1916" fmla="*/ 1176564 w 1385794"/>
                <a:gd name="connsiteY1916" fmla="*/ 1089554 h 1212067"/>
                <a:gd name="connsiteX1917" fmla="*/ 1176901 w 1385794"/>
                <a:gd name="connsiteY1917" fmla="*/ 1088141 h 1212067"/>
                <a:gd name="connsiteX1918" fmla="*/ 1175050 w 1385794"/>
                <a:gd name="connsiteY1918" fmla="*/ 1086829 h 1212067"/>
                <a:gd name="connsiteX1919" fmla="*/ 1174175 w 1385794"/>
                <a:gd name="connsiteY1919" fmla="*/ 1084004 h 1212067"/>
                <a:gd name="connsiteX1920" fmla="*/ 1174175 w 1385794"/>
                <a:gd name="connsiteY1920" fmla="*/ 1080741 h 1212067"/>
                <a:gd name="connsiteX1921" fmla="*/ 1174915 w 1385794"/>
                <a:gd name="connsiteY1921" fmla="*/ 1076939 h 1212067"/>
                <a:gd name="connsiteX1922" fmla="*/ 1174040 w 1385794"/>
                <a:gd name="connsiteY1922" fmla="*/ 1074450 h 1212067"/>
                <a:gd name="connsiteX1923" fmla="*/ 1172963 w 1385794"/>
                <a:gd name="connsiteY1923" fmla="*/ 1073575 h 1212067"/>
                <a:gd name="connsiteX1924" fmla="*/ 1170910 w 1385794"/>
                <a:gd name="connsiteY1924" fmla="*/ 1070750 h 1212067"/>
                <a:gd name="connsiteX1925" fmla="*/ 1168958 w 1385794"/>
                <a:gd name="connsiteY1925" fmla="*/ 1064762 h 1212067"/>
                <a:gd name="connsiteX1926" fmla="*/ 1168958 w 1385794"/>
                <a:gd name="connsiteY1926" fmla="*/ 1059548 h 1212067"/>
                <a:gd name="connsiteX1927" fmla="*/ 1169396 w 1385794"/>
                <a:gd name="connsiteY1927" fmla="*/ 1055511 h 1212067"/>
                <a:gd name="connsiteX1928" fmla="*/ 1171886 w 1385794"/>
                <a:gd name="connsiteY1928" fmla="*/ 1053459 h 1212067"/>
                <a:gd name="connsiteX1929" fmla="*/ 1174175 w 1385794"/>
                <a:gd name="connsiteY1929" fmla="*/ 1050835 h 1212067"/>
                <a:gd name="connsiteX1930" fmla="*/ 1177204 w 1385794"/>
                <a:gd name="connsiteY1930" fmla="*/ 1047236 h 1212067"/>
                <a:gd name="connsiteX1931" fmla="*/ 1178617 w 1385794"/>
                <a:gd name="connsiteY1931" fmla="*/ 1045284 h 1212067"/>
                <a:gd name="connsiteX1932" fmla="*/ 1180468 w 1385794"/>
                <a:gd name="connsiteY1932" fmla="*/ 1043872 h 1212067"/>
                <a:gd name="connsiteX1933" fmla="*/ 1184372 w 1385794"/>
                <a:gd name="connsiteY1933" fmla="*/ 1043872 h 1212067"/>
                <a:gd name="connsiteX1934" fmla="*/ 1188276 w 1385794"/>
                <a:gd name="connsiteY1934" fmla="*/ 1043098 h 1212067"/>
                <a:gd name="connsiteX1935" fmla="*/ 1188916 w 1385794"/>
                <a:gd name="connsiteY1935" fmla="*/ 1040810 h 1212067"/>
                <a:gd name="connsiteX1936" fmla="*/ 1187603 w 1385794"/>
                <a:gd name="connsiteY1936" fmla="*/ 1038321 h 1212067"/>
                <a:gd name="connsiteX1937" fmla="*/ 1185752 w 1385794"/>
                <a:gd name="connsiteY1937" fmla="*/ 1036908 h 1212067"/>
                <a:gd name="connsiteX1938" fmla="*/ 1182151 w 1385794"/>
                <a:gd name="connsiteY1938" fmla="*/ 1035294 h 1212067"/>
                <a:gd name="connsiteX1939" fmla="*/ 1177708 w 1385794"/>
                <a:gd name="connsiteY1939" fmla="*/ 1034217 h 1212067"/>
                <a:gd name="connsiteX1940" fmla="*/ 1175790 w 1385794"/>
                <a:gd name="connsiteY1940" fmla="*/ 1033578 h 1212067"/>
                <a:gd name="connsiteX1941" fmla="*/ 1175790 w 1385794"/>
                <a:gd name="connsiteY1941" fmla="*/ 1031089 h 1212067"/>
                <a:gd name="connsiteX1942" fmla="*/ 1178718 w 1385794"/>
                <a:gd name="connsiteY1942" fmla="*/ 1029440 h 1212067"/>
                <a:gd name="connsiteX1943" fmla="*/ 1180132 w 1385794"/>
                <a:gd name="connsiteY1943" fmla="*/ 1028364 h 1212067"/>
                <a:gd name="connsiteX1944" fmla="*/ 1183396 w 1385794"/>
                <a:gd name="connsiteY1944" fmla="*/ 1026850 h 1212067"/>
                <a:gd name="connsiteX1945" fmla="*/ 1185348 w 1385794"/>
                <a:gd name="connsiteY1945" fmla="*/ 1025773 h 1212067"/>
                <a:gd name="connsiteX1946" fmla="*/ 1190565 w 1385794"/>
                <a:gd name="connsiteY1946" fmla="*/ 1025773 h 1212067"/>
                <a:gd name="connsiteX1947" fmla="*/ 1193594 w 1385794"/>
                <a:gd name="connsiteY1947" fmla="*/ 1025773 h 1212067"/>
                <a:gd name="connsiteX1948" fmla="*/ 1195781 w 1385794"/>
                <a:gd name="connsiteY1948" fmla="*/ 1024630 h 1212067"/>
                <a:gd name="connsiteX1949" fmla="*/ 1196757 w 1385794"/>
                <a:gd name="connsiteY1949" fmla="*/ 1022510 h 1212067"/>
                <a:gd name="connsiteX1950" fmla="*/ 1196959 w 1385794"/>
                <a:gd name="connsiteY1950" fmla="*/ 1019483 h 1212067"/>
                <a:gd name="connsiteX1951" fmla="*/ 1194031 w 1385794"/>
                <a:gd name="connsiteY1951" fmla="*/ 1016994 h 1212067"/>
                <a:gd name="connsiteX1952" fmla="*/ 1192281 w 1385794"/>
                <a:gd name="connsiteY1952" fmla="*/ 1015076 h 1212067"/>
                <a:gd name="connsiteX1953" fmla="*/ 1190093 w 1385794"/>
                <a:gd name="connsiteY1953" fmla="*/ 1013630 h 1212067"/>
                <a:gd name="connsiteX1954" fmla="*/ 1186324 w 1385794"/>
                <a:gd name="connsiteY1954" fmla="*/ 1008853 h 1212067"/>
                <a:gd name="connsiteX1955" fmla="*/ 1184305 w 1385794"/>
                <a:gd name="connsiteY1955" fmla="*/ 1004210 h 1212067"/>
                <a:gd name="connsiteX1956" fmla="*/ 1181545 w 1385794"/>
                <a:gd name="connsiteY1956" fmla="*/ 1002629 h 1212067"/>
                <a:gd name="connsiteX1957" fmla="*/ 1177776 w 1385794"/>
                <a:gd name="connsiteY1957" fmla="*/ 1000880 h 1212067"/>
                <a:gd name="connsiteX1958" fmla="*/ 1174545 w 1385794"/>
                <a:gd name="connsiteY1958" fmla="*/ 998828 h 1212067"/>
                <a:gd name="connsiteX1959" fmla="*/ 1171348 w 1385794"/>
                <a:gd name="connsiteY1959" fmla="*/ 997449 h 1212067"/>
                <a:gd name="connsiteX1960" fmla="*/ 1169329 w 1385794"/>
                <a:gd name="connsiteY1960" fmla="*/ 998761 h 1212067"/>
                <a:gd name="connsiteX1961" fmla="*/ 1167141 w 1385794"/>
                <a:gd name="connsiteY1961" fmla="*/ 998761 h 1212067"/>
                <a:gd name="connsiteX1962" fmla="*/ 1164819 w 1385794"/>
                <a:gd name="connsiteY1962" fmla="*/ 996574 h 1212067"/>
                <a:gd name="connsiteX1963" fmla="*/ 1164078 w 1385794"/>
                <a:gd name="connsiteY1963" fmla="*/ 993378 h 1212067"/>
                <a:gd name="connsiteX1964" fmla="*/ 1164953 w 1385794"/>
                <a:gd name="connsiteY1964" fmla="*/ 990486 h 1212067"/>
                <a:gd name="connsiteX1965" fmla="*/ 1164953 w 1385794"/>
                <a:gd name="connsiteY1965" fmla="*/ 987021 h 1212067"/>
                <a:gd name="connsiteX1966" fmla="*/ 1164953 w 1385794"/>
                <a:gd name="connsiteY1966" fmla="*/ 984565 h 1212067"/>
                <a:gd name="connsiteX1967" fmla="*/ 1165694 w 1385794"/>
                <a:gd name="connsiteY1967" fmla="*/ 981369 h 1212067"/>
                <a:gd name="connsiteX1968" fmla="*/ 1167578 w 1385794"/>
                <a:gd name="connsiteY1968" fmla="*/ 978611 h 1212067"/>
                <a:gd name="connsiteX1969" fmla="*/ 1168319 w 1385794"/>
                <a:gd name="connsiteY1969" fmla="*/ 976861 h 1212067"/>
                <a:gd name="connsiteX1970" fmla="*/ 1169901 w 1385794"/>
                <a:gd name="connsiteY1970" fmla="*/ 974406 h 1212067"/>
                <a:gd name="connsiteX1971" fmla="*/ 1170607 w 1385794"/>
                <a:gd name="connsiteY1971" fmla="*/ 973531 h 1212067"/>
                <a:gd name="connsiteX1972" fmla="*/ 1172055 w 1385794"/>
                <a:gd name="connsiteY1972" fmla="*/ 971950 h 1212067"/>
                <a:gd name="connsiteX1973" fmla="*/ 1174511 w 1385794"/>
                <a:gd name="connsiteY1973" fmla="*/ 970504 h 1212067"/>
                <a:gd name="connsiteX1974" fmla="*/ 1177103 w 1385794"/>
                <a:gd name="connsiteY1974" fmla="*/ 970504 h 1212067"/>
                <a:gd name="connsiteX1975" fmla="*/ 1180300 w 1385794"/>
                <a:gd name="connsiteY1975" fmla="*/ 970504 h 1212067"/>
                <a:gd name="connsiteX1976" fmla="*/ 1182757 w 1385794"/>
                <a:gd name="connsiteY1976" fmla="*/ 969763 h 1212067"/>
                <a:gd name="connsiteX1977" fmla="*/ 1183632 w 1385794"/>
                <a:gd name="connsiteY1977" fmla="*/ 968620 h 1212067"/>
                <a:gd name="connsiteX1978" fmla="*/ 1183766 w 1385794"/>
                <a:gd name="connsiteY1978" fmla="*/ 967039 h 1212067"/>
                <a:gd name="connsiteX1979" fmla="*/ 1184204 w 1385794"/>
                <a:gd name="connsiteY1979" fmla="*/ 964280 h 1212067"/>
                <a:gd name="connsiteX1980" fmla="*/ 1184069 w 1385794"/>
                <a:gd name="connsiteY1980" fmla="*/ 962699 h 1212067"/>
                <a:gd name="connsiteX1981" fmla="*/ 1183497 w 1385794"/>
                <a:gd name="connsiteY1981" fmla="*/ 960075 h 1212067"/>
                <a:gd name="connsiteX1982" fmla="*/ 1182353 w 1385794"/>
                <a:gd name="connsiteY1982" fmla="*/ 958763 h 1212067"/>
                <a:gd name="connsiteX1983" fmla="*/ 1179156 w 1385794"/>
                <a:gd name="connsiteY1983" fmla="*/ 954693 h 1212067"/>
                <a:gd name="connsiteX1984" fmla="*/ 1177843 w 1385794"/>
                <a:gd name="connsiteY1984" fmla="*/ 952675 h 1212067"/>
                <a:gd name="connsiteX1985" fmla="*/ 1177103 w 1385794"/>
                <a:gd name="connsiteY1985" fmla="*/ 947023 h 1212067"/>
                <a:gd name="connsiteX1986" fmla="*/ 1177103 w 1385794"/>
                <a:gd name="connsiteY1986" fmla="*/ 943390 h 1212067"/>
                <a:gd name="connsiteX1987" fmla="*/ 1178920 w 1385794"/>
                <a:gd name="connsiteY1987" fmla="*/ 938041 h 1212067"/>
                <a:gd name="connsiteX1988" fmla="*/ 1179997 w 1385794"/>
                <a:gd name="connsiteY1988" fmla="*/ 935855 h 1212067"/>
                <a:gd name="connsiteX1989" fmla="*/ 1189286 w 1385794"/>
                <a:gd name="connsiteY1989" fmla="*/ 935720 h 1212067"/>
                <a:gd name="connsiteX1990" fmla="*/ 1195243 w 1385794"/>
                <a:gd name="connsiteY1990" fmla="*/ 934274 h 1212067"/>
                <a:gd name="connsiteX1991" fmla="*/ 1201199 w 1385794"/>
                <a:gd name="connsiteY1991" fmla="*/ 936595 h 1212067"/>
                <a:gd name="connsiteX1992" fmla="*/ 1204969 w 1385794"/>
                <a:gd name="connsiteY1992" fmla="*/ 935283 h 1212067"/>
                <a:gd name="connsiteX1993" fmla="*/ 1207560 w 1385794"/>
                <a:gd name="connsiteY1993" fmla="*/ 933096 h 1212067"/>
                <a:gd name="connsiteX1994" fmla="*/ 1214964 w 1385794"/>
                <a:gd name="connsiteY1994" fmla="*/ 932793 h 1212067"/>
                <a:gd name="connsiteX1995" fmla="*/ 1222065 w 1385794"/>
                <a:gd name="connsiteY1995" fmla="*/ 933231 h 1212067"/>
                <a:gd name="connsiteX1996" fmla="*/ 1225834 w 1385794"/>
                <a:gd name="connsiteY1996" fmla="*/ 937436 h 1212067"/>
                <a:gd name="connsiteX1997" fmla="*/ 1231186 w 1385794"/>
                <a:gd name="connsiteY1997" fmla="*/ 940060 h 1212067"/>
                <a:gd name="connsiteX1998" fmla="*/ 1235089 w 1385794"/>
                <a:gd name="connsiteY1998" fmla="*/ 943693 h 1212067"/>
                <a:gd name="connsiteX1999" fmla="*/ 1231758 w 1385794"/>
                <a:gd name="connsiteY1999" fmla="*/ 946149 h 1212067"/>
                <a:gd name="connsiteX2000" fmla="*/ 1233642 w 1385794"/>
                <a:gd name="connsiteY2000" fmla="*/ 950488 h 1212067"/>
                <a:gd name="connsiteX2001" fmla="*/ 1237849 w 1385794"/>
                <a:gd name="connsiteY2001" fmla="*/ 955568 h 1212067"/>
                <a:gd name="connsiteX2002" fmla="*/ 1243200 w 1385794"/>
                <a:gd name="connsiteY2002" fmla="*/ 959200 h 1212067"/>
                <a:gd name="connsiteX2003" fmla="*/ 1247104 w 1385794"/>
                <a:gd name="connsiteY2003" fmla="*/ 960075 h 1212067"/>
                <a:gd name="connsiteX2004" fmla="*/ 1248114 w 1385794"/>
                <a:gd name="connsiteY2004" fmla="*/ 957317 h 1212067"/>
                <a:gd name="connsiteX2005" fmla="*/ 1249124 w 1385794"/>
                <a:gd name="connsiteY2005" fmla="*/ 951968 h 1212067"/>
                <a:gd name="connsiteX2006" fmla="*/ 1252725 w 1385794"/>
                <a:gd name="connsiteY2006" fmla="*/ 951262 h 1212067"/>
                <a:gd name="connsiteX2007" fmla="*/ 1255350 w 1385794"/>
                <a:gd name="connsiteY2007" fmla="*/ 953717 h 1212067"/>
                <a:gd name="connsiteX2008" fmla="*/ 1261138 w 1385794"/>
                <a:gd name="connsiteY2008" fmla="*/ 957350 h 1212067"/>
                <a:gd name="connsiteX2009" fmla="*/ 1265177 w 1385794"/>
                <a:gd name="connsiteY2009" fmla="*/ 956644 h 1212067"/>
                <a:gd name="connsiteX2010" fmla="*/ 1270696 w 1385794"/>
                <a:gd name="connsiteY2010" fmla="*/ 956644 h 1212067"/>
                <a:gd name="connsiteX2011" fmla="*/ 1273893 w 1385794"/>
                <a:gd name="connsiteY2011" fmla="*/ 953886 h 1212067"/>
                <a:gd name="connsiteX2012" fmla="*/ 1274768 w 1385794"/>
                <a:gd name="connsiteY2012" fmla="*/ 950858 h 1212067"/>
                <a:gd name="connsiteX2013" fmla="*/ 1275071 w 1385794"/>
                <a:gd name="connsiteY2013" fmla="*/ 947090 h 1212067"/>
                <a:gd name="connsiteX2014" fmla="*/ 1278100 w 1385794"/>
                <a:gd name="connsiteY2014" fmla="*/ 946788 h 1212067"/>
                <a:gd name="connsiteX2015" fmla="*/ 1281432 w 1385794"/>
                <a:gd name="connsiteY2015" fmla="*/ 948806 h 1212067"/>
                <a:gd name="connsiteX2016" fmla="*/ 1281432 w 1385794"/>
                <a:gd name="connsiteY2016" fmla="*/ 950993 h 1212067"/>
                <a:gd name="connsiteX2017" fmla="*/ 1283821 w 1385794"/>
                <a:gd name="connsiteY2017" fmla="*/ 953314 h 1212067"/>
                <a:gd name="connsiteX2018" fmla="*/ 1287523 w 1385794"/>
                <a:gd name="connsiteY2018" fmla="*/ 951733 h 1212067"/>
                <a:gd name="connsiteX2019" fmla="*/ 1290721 w 1385794"/>
                <a:gd name="connsiteY2019" fmla="*/ 949411 h 1212067"/>
                <a:gd name="connsiteX2020" fmla="*/ 1294793 w 1385794"/>
                <a:gd name="connsiteY2020" fmla="*/ 949411 h 1212067"/>
                <a:gd name="connsiteX2021" fmla="*/ 1299134 w 1385794"/>
                <a:gd name="connsiteY2021" fmla="*/ 947965 h 1212067"/>
                <a:gd name="connsiteX2022" fmla="*/ 1304216 w 1385794"/>
                <a:gd name="connsiteY2022" fmla="*/ 946956 h 1212067"/>
                <a:gd name="connsiteX2023" fmla="*/ 1308255 w 1385794"/>
                <a:gd name="connsiteY2023" fmla="*/ 944803 h 1212067"/>
                <a:gd name="connsiteX2024" fmla="*/ 1310442 w 1385794"/>
                <a:gd name="connsiteY2024" fmla="*/ 943794 h 1212067"/>
                <a:gd name="connsiteX2025" fmla="*/ 1310745 w 1385794"/>
                <a:gd name="connsiteY2025" fmla="*/ 941910 h 1212067"/>
                <a:gd name="connsiteX2026" fmla="*/ 1305663 w 1385794"/>
                <a:gd name="connsiteY2026" fmla="*/ 936830 h 1212067"/>
                <a:gd name="connsiteX2027" fmla="*/ 1304216 w 1385794"/>
                <a:gd name="connsiteY2027" fmla="*/ 940295 h 1212067"/>
                <a:gd name="connsiteX2028" fmla="*/ 1299000 w 1385794"/>
                <a:gd name="connsiteY2028" fmla="*/ 941876 h 1212067"/>
                <a:gd name="connsiteX2029" fmla="*/ 1295971 w 1385794"/>
                <a:gd name="connsiteY2029" fmla="*/ 939421 h 1212067"/>
                <a:gd name="connsiteX2030" fmla="*/ 1294221 w 1385794"/>
                <a:gd name="connsiteY2030" fmla="*/ 935653 h 1212067"/>
                <a:gd name="connsiteX2031" fmla="*/ 1292033 w 1385794"/>
                <a:gd name="connsiteY2031" fmla="*/ 933466 h 1212067"/>
                <a:gd name="connsiteX2032" fmla="*/ 1289408 w 1385794"/>
                <a:gd name="connsiteY2032" fmla="*/ 932020 h 1212067"/>
                <a:gd name="connsiteX2033" fmla="*/ 1284898 w 1385794"/>
                <a:gd name="connsiteY2033" fmla="*/ 928118 h 1212067"/>
                <a:gd name="connsiteX2034" fmla="*/ 1283148 w 1385794"/>
                <a:gd name="connsiteY2034" fmla="*/ 923913 h 1212067"/>
                <a:gd name="connsiteX2035" fmla="*/ 1283283 w 1385794"/>
                <a:gd name="connsiteY2035" fmla="*/ 919573 h 1212067"/>
                <a:gd name="connsiteX2036" fmla="*/ 1287355 w 1385794"/>
                <a:gd name="connsiteY2036" fmla="*/ 921322 h 1212067"/>
                <a:gd name="connsiteX2037" fmla="*/ 1291427 w 1385794"/>
                <a:gd name="connsiteY2037" fmla="*/ 922466 h 1212067"/>
                <a:gd name="connsiteX2038" fmla="*/ 1292000 w 1385794"/>
                <a:gd name="connsiteY2038" fmla="*/ 920145 h 1212067"/>
                <a:gd name="connsiteX2039" fmla="*/ 1291697 w 1385794"/>
                <a:gd name="connsiteY2039" fmla="*/ 915805 h 1212067"/>
                <a:gd name="connsiteX2040" fmla="*/ 1289947 w 1385794"/>
                <a:gd name="connsiteY2040" fmla="*/ 912172 h 1212067"/>
                <a:gd name="connsiteX2041" fmla="*/ 1289812 w 1385794"/>
                <a:gd name="connsiteY2041" fmla="*/ 908708 h 1212067"/>
                <a:gd name="connsiteX2042" fmla="*/ 1292000 w 1385794"/>
                <a:gd name="connsiteY2042" fmla="*/ 907396 h 1212067"/>
                <a:gd name="connsiteX2043" fmla="*/ 1296644 w 1385794"/>
                <a:gd name="connsiteY2043" fmla="*/ 910726 h 1212067"/>
                <a:gd name="connsiteX2044" fmla="*/ 1300851 w 1385794"/>
                <a:gd name="connsiteY2044" fmla="*/ 914056 h 1212067"/>
                <a:gd name="connsiteX2045" fmla="*/ 1308827 w 1385794"/>
                <a:gd name="connsiteY2045" fmla="*/ 915368 h 1212067"/>
                <a:gd name="connsiteX2046" fmla="*/ 1313168 w 1385794"/>
                <a:gd name="connsiteY2046" fmla="*/ 918261 h 1212067"/>
                <a:gd name="connsiteX2047" fmla="*/ 1316500 w 1385794"/>
                <a:gd name="connsiteY2047" fmla="*/ 920145 h 1212067"/>
                <a:gd name="connsiteX2048" fmla="*/ 1318957 w 1385794"/>
                <a:gd name="connsiteY2048" fmla="*/ 918127 h 1212067"/>
                <a:gd name="connsiteX2049" fmla="*/ 1322861 w 1385794"/>
                <a:gd name="connsiteY2049" fmla="*/ 916108 h 1212067"/>
                <a:gd name="connsiteX2050" fmla="*/ 1327068 w 1385794"/>
                <a:gd name="connsiteY2050" fmla="*/ 914561 h 1212067"/>
                <a:gd name="connsiteX2051" fmla="*/ 1328649 w 1385794"/>
                <a:gd name="connsiteY2051" fmla="*/ 911769 h 1212067"/>
                <a:gd name="connsiteX2052" fmla="*/ 1331981 w 1385794"/>
                <a:gd name="connsiteY2052" fmla="*/ 908741 h 1212067"/>
                <a:gd name="connsiteX2053" fmla="*/ 1337770 w 1385794"/>
                <a:gd name="connsiteY2053" fmla="*/ 910053 h 1212067"/>
                <a:gd name="connsiteX2054" fmla="*/ 1341236 w 1385794"/>
                <a:gd name="connsiteY2054" fmla="*/ 910490 h 1212067"/>
                <a:gd name="connsiteX2055" fmla="*/ 1344871 w 1385794"/>
                <a:gd name="connsiteY2055" fmla="*/ 913821 h 1212067"/>
                <a:gd name="connsiteX2056" fmla="*/ 1350087 w 1385794"/>
                <a:gd name="connsiteY2056" fmla="*/ 914595 h 1212067"/>
                <a:gd name="connsiteX2057" fmla="*/ 1354732 w 1385794"/>
                <a:gd name="connsiteY2057" fmla="*/ 912946 h 1212067"/>
                <a:gd name="connsiteX2058" fmla="*/ 1357491 w 1385794"/>
                <a:gd name="connsiteY2058" fmla="*/ 912374 h 1212067"/>
                <a:gd name="connsiteX2059" fmla="*/ 1361833 w 1385794"/>
                <a:gd name="connsiteY2059" fmla="*/ 914393 h 1212067"/>
                <a:gd name="connsiteX2060" fmla="*/ 1368799 w 1385794"/>
                <a:gd name="connsiteY2060" fmla="*/ 914393 h 1212067"/>
                <a:gd name="connsiteX2061" fmla="*/ 1371121 w 1385794"/>
                <a:gd name="connsiteY2061" fmla="*/ 911062 h 1212067"/>
                <a:gd name="connsiteX2062" fmla="*/ 1369809 w 1385794"/>
                <a:gd name="connsiteY2062" fmla="*/ 905983 h 1212067"/>
                <a:gd name="connsiteX2063" fmla="*/ 1368631 w 1385794"/>
                <a:gd name="connsiteY2063" fmla="*/ 902350 h 1212067"/>
                <a:gd name="connsiteX2064" fmla="*/ 1370078 w 1385794"/>
                <a:gd name="connsiteY2064" fmla="*/ 897270 h 1212067"/>
                <a:gd name="connsiteX2065" fmla="*/ 1369943 w 1385794"/>
                <a:gd name="connsiteY2065" fmla="*/ 893805 h 1212067"/>
                <a:gd name="connsiteX2066" fmla="*/ 1372703 w 1385794"/>
                <a:gd name="connsiteY2066" fmla="*/ 890609 h 1212067"/>
                <a:gd name="connsiteX2067" fmla="*/ 1375732 w 1385794"/>
                <a:gd name="connsiteY2067" fmla="*/ 890609 h 1212067"/>
                <a:gd name="connsiteX2068" fmla="*/ 1376876 w 1385794"/>
                <a:gd name="connsiteY2068" fmla="*/ 889028 h 1212067"/>
                <a:gd name="connsiteX2069" fmla="*/ 1374857 w 1385794"/>
                <a:gd name="connsiteY2069" fmla="*/ 885563 h 1212067"/>
                <a:gd name="connsiteX2070" fmla="*/ 1372535 w 1385794"/>
                <a:gd name="connsiteY2070" fmla="*/ 883242 h 1212067"/>
                <a:gd name="connsiteX2071" fmla="*/ 1367756 w 1385794"/>
                <a:gd name="connsiteY2071" fmla="*/ 877288 h 1212067"/>
                <a:gd name="connsiteX2072" fmla="*/ 1366612 w 1385794"/>
                <a:gd name="connsiteY2072" fmla="*/ 871334 h 1212067"/>
                <a:gd name="connsiteX2073" fmla="*/ 1365198 w 1385794"/>
                <a:gd name="connsiteY2073" fmla="*/ 866591 h 1212067"/>
                <a:gd name="connsiteX2074" fmla="*/ 1365434 w 1385794"/>
                <a:gd name="connsiteY2074" fmla="*/ 862453 h 1212067"/>
                <a:gd name="connsiteX2075" fmla="*/ 1365097 w 1385794"/>
                <a:gd name="connsiteY2075" fmla="*/ 857575 h 1212067"/>
                <a:gd name="connsiteX2076" fmla="*/ 1364895 w 1385794"/>
                <a:gd name="connsiteY2076" fmla="*/ 855523 h 1212067"/>
                <a:gd name="connsiteX2077" fmla="*/ 1364996 w 1385794"/>
                <a:gd name="connsiteY2077" fmla="*/ 852496 h 1212067"/>
                <a:gd name="connsiteX2078" fmla="*/ 1365232 w 1385794"/>
                <a:gd name="connsiteY2078" fmla="*/ 848594 h 1212067"/>
                <a:gd name="connsiteX2079" fmla="*/ 1365468 w 1385794"/>
                <a:gd name="connsiteY2079" fmla="*/ 845532 h 1212067"/>
                <a:gd name="connsiteX2080" fmla="*/ 1365905 w 1385794"/>
                <a:gd name="connsiteY2080" fmla="*/ 843245 h 1212067"/>
                <a:gd name="connsiteX2081" fmla="*/ 1367655 w 1385794"/>
                <a:gd name="connsiteY2081" fmla="*/ 841933 h 1212067"/>
                <a:gd name="connsiteX2082" fmla="*/ 1369270 w 1385794"/>
                <a:gd name="connsiteY2082" fmla="*/ 840957 h 1212067"/>
                <a:gd name="connsiteX2083" fmla="*/ 1371323 w 1385794"/>
                <a:gd name="connsiteY2083" fmla="*/ 839645 h 1212067"/>
                <a:gd name="connsiteX2084" fmla="*/ 1374487 w 1385794"/>
                <a:gd name="connsiteY2084" fmla="*/ 838872 h 1212067"/>
                <a:gd name="connsiteX2085" fmla="*/ 1378828 w 1385794"/>
                <a:gd name="connsiteY2085" fmla="*/ 838872 h 1212067"/>
                <a:gd name="connsiteX2086" fmla="*/ 1381554 w 1385794"/>
                <a:gd name="connsiteY2086" fmla="*/ 838872 h 1212067"/>
                <a:gd name="connsiteX2087" fmla="*/ 1383304 w 1385794"/>
                <a:gd name="connsiteY2087" fmla="*/ 838098 h 1212067"/>
                <a:gd name="connsiteX2088" fmla="*/ 1384819 w 1385794"/>
                <a:gd name="connsiteY2088" fmla="*/ 834835 h 1212067"/>
                <a:gd name="connsiteX2089" fmla="*/ 1385795 w 1385794"/>
                <a:gd name="connsiteY2089" fmla="*/ 832346 h 1212067"/>
                <a:gd name="connsiteX2090" fmla="*/ 1385526 w 1385794"/>
                <a:gd name="connsiteY2090" fmla="*/ 829621 h 12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Lst>
              <a:rect l="l" t="t" r="r" b="b"/>
              <a:pathLst>
                <a:path w="1385794" h="1212067">
                  <a:moveTo>
                    <a:pt x="1385526" y="829621"/>
                  </a:moveTo>
                  <a:lnTo>
                    <a:pt x="1384752" y="827569"/>
                  </a:lnTo>
                  <a:lnTo>
                    <a:pt x="1382362" y="824306"/>
                  </a:lnTo>
                  <a:lnTo>
                    <a:pt x="1382463" y="820841"/>
                  </a:lnTo>
                  <a:lnTo>
                    <a:pt x="1382261" y="817241"/>
                  </a:lnTo>
                  <a:lnTo>
                    <a:pt x="1380915" y="810749"/>
                  </a:lnTo>
                  <a:lnTo>
                    <a:pt x="1379400" y="809100"/>
                  </a:lnTo>
                  <a:cubicBezTo>
                    <a:pt x="1379400" y="809100"/>
                    <a:pt x="1377819" y="807150"/>
                    <a:pt x="1377819" y="806914"/>
                  </a:cubicBezTo>
                  <a:cubicBezTo>
                    <a:pt x="1377819" y="806712"/>
                    <a:pt x="1378189" y="804727"/>
                    <a:pt x="1378189" y="804727"/>
                  </a:cubicBezTo>
                  <a:lnTo>
                    <a:pt x="1378828" y="803281"/>
                  </a:lnTo>
                  <a:cubicBezTo>
                    <a:pt x="1378828" y="803281"/>
                    <a:pt x="1380208" y="801902"/>
                    <a:pt x="1380208" y="801633"/>
                  </a:cubicBezTo>
                  <a:cubicBezTo>
                    <a:pt x="1380208" y="801330"/>
                    <a:pt x="1382093" y="800993"/>
                    <a:pt x="1382093" y="800993"/>
                  </a:cubicBezTo>
                  <a:lnTo>
                    <a:pt x="1383405" y="799177"/>
                  </a:lnTo>
                  <a:lnTo>
                    <a:pt x="1383978" y="797730"/>
                  </a:lnTo>
                  <a:lnTo>
                    <a:pt x="1384112" y="795846"/>
                  </a:lnTo>
                  <a:lnTo>
                    <a:pt x="1384112" y="793593"/>
                  </a:lnTo>
                  <a:lnTo>
                    <a:pt x="1383641" y="790128"/>
                  </a:lnTo>
                  <a:lnTo>
                    <a:pt x="1383102" y="789051"/>
                  </a:lnTo>
                  <a:lnTo>
                    <a:pt x="1379838" y="785923"/>
                  </a:lnTo>
                  <a:cubicBezTo>
                    <a:pt x="1379838" y="785923"/>
                    <a:pt x="1377583" y="784241"/>
                    <a:pt x="1377381" y="783972"/>
                  </a:cubicBezTo>
                  <a:cubicBezTo>
                    <a:pt x="1377179" y="783669"/>
                    <a:pt x="1374420" y="783164"/>
                    <a:pt x="1374184" y="783030"/>
                  </a:cubicBezTo>
                  <a:cubicBezTo>
                    <a:pt x="1373982" y="782895"/>
                    <a:pt x="1368665" y="782323"/>
                    <a:pt x="1368665" y="782323"/>
                  </a:cubicBezTo>
                  <a:lnTo>
                    <a:pt x="1366578" y="782895"/>
                  </a:lnTo>
                  <a:lnTo>
                    <a:pt x="1363381" y="783333"/>
                  </a:lnTo>
                  <a:cubicBezTo>
                    <a:pt x="1363381" y="783333"/>
                    <a:pt x="1360554" y="782525"/>
                    <a:pt x="1360621" y="782256"/>
                  </a:cubicBezTo>
                  <a:cubicBezTo>
                    <a:pt x="1360688" y="781953"/>
                    <a:pt x="1358770" y="778858"/>
                    <a:pt x="1358770" y="778858"/>
                  </a:cubicBezTo>
                  <a:cubicBezTo>
                    <a:pt x="1358770" y="778858"/>
                    <a:pt x="1354361" y="776134"/>
                    <a:pt x="1354025" y="775864"/>
                  </a:cubicBezTo>
                  <a:cubicBezTo>
                    <a:pt x="1353688" y="775596"/>
                    <a:pt x="1351837" y="773947"/>
                    <a:pt x="1351837" y="773947"/>
                  </a:cubicBezTo>
                  <a:cubicBezTo>
                    <a:pt x="1351837" y="773947"/>
                    <a:pt x="1350087" y="772164"/>
                    <a:pt x="1349616" y="771761"/>
                  </a:cubicBezTo>
                  <a:cubicBezTo>
                    <a:pt x="1349145" y="771391"/>
                    <a:pt x="1347765" y="769978"/>
                    <a:pt x="1347429" y="769406"/>
                  </a:cubicBezTo>
                  <a:cubicBezTo>
                    <a:pt x="1347126" y="768868"/>
                    <a:pt x="1346217" y="767926"/>
                    <a:pt x="1346082" y="767791"/>
                  </a:cubicBezTo>
                  <a:cubicBezTo>
                    <a:pt x="1345914" y="767623"/>
                    <a:pt x="1344063" y="765941"/>
                    <a:pt x="1343895" y="765840"/>
                  </a:cubicBezTo>
                  <a:cubicBezTo>
                    <a:pt x="1343727" y="765739"/>
                    <a:pt x="1341674" y="764932"/>
                    <a:pt x="1341337" y="764932"/>
                  </a:cubicBezTo>
                  <a:cubicBezTo>
                    <a:pt x="1341001" y="764932"/>
                    <a:pt x="1339015" y="764999"/>
                    <a:pt x="1339015" y="764999"/>
                  </a:cubicBezTo>
                  <a:cubicBezTo>
                    <a:pt x="1339015" y="764999"/>
                    <a:pt x="1337803" y="766412"/>
                    <a:pt x="1337601" y="766681"/>
                  </a:cubicBezTo>
                  <a:cubicBezTo>
                    <a:pt x="1337366" y="766950"/>
                    <a:pt x="1336794" y="767657"/>
                    <a:pt x="1336626" y="767657"/>
                  </a:cubicBezTo>
                  <a:cubicBezTo>
                    <a:pt x="1336457" y="767657"/>
                    <a:pt x="1335649" y="770112"/>
                    <a:pt x="1335649" y="770112"/>
                  </a:cubicBezTo>
                  <a:lnTo>
                    <a:pt x="1333731" y="770482"/>
                  </a:lnTo>
                  <a:lnTo>
                    <a:pt x="1331443" y="767152"/>
                  </a:lnTo>
                  <a:lnTo>
                    <a:pt x="1329120" y="764831"/>
                  </a:lnTo>
                  <a:lnTo>
                    <a:pt x="1324476" y="760491"/>
                  </a:lnTo>
                  <a:lnTo>
                    <a:pt x="1321851" y="757464"/>
                  </a:lnTo>
                  <a:lnTo>
                    <a:pt x="1320976" y="758473"/>
                  </a:lnTo>
                  <a:cubicBezTo>
                    <a:pt x="1320976" y="758473"/>
                    <a:pt x="1319798" y="759919"/>
                    <a:pt x="1318788" y="759785"/>
                  </a:cubicBezTo>
                  <a:cubicBezTo>
                    <a:pt x="1317779" y="759650"/>
                    <a:pt x="1315591" y="755580"/>
                    <a:pt x="1315591" y="755580"/>
                  </a:cubicBezTo>
                  <a:lnTo>
                    <a:pt x="1316534" y="751880"/>
                  </a:lnTo>
                  <a:cubicBezTo>
                    <a:pt x="1316534" y="751880"/>
                    <a:pt x="1315019" y="748347"/>
                    <a:pt x="1314716" y="747742"/>
                  </a:cubicBezTo>
                  <a:cubicBezTo>
                    <a:pt x="1314413" y="747170"/>
                    <a:pt x="1313774" y="745555"/>
                    <a:pt x="1313404" y="745152"/>
                  </a:cubicBezTo>
                  <a:cubicBezTo>
                    <a:pt x="1313034" y="744714"/>
                    <a:pt x="1311149" y="742124"/>
                    <a:pt x="1311082" y="741889"/>
                  </a:cubicBezTo>
                  <a:cubicBezTo>
                    <a:pt x="1311014" y="741687"/>
                    <a:pt x="1308759" y="740139"/>
                    <a:pt x="1308625" y="739803"/>
                  </a:cubicBezTo>
                  <a:cubicBezTo>
                    <a:pt x="1308490" y="739433"/>
                    <a:pt x="1304788" y="738121"/>
                    <a:pt x="1304485" y="737919"/>
                  </a:cubicBezTo>
                  <a:cubicBezTo>
                    <a:pt x="1304182" y="737717"/>
                    <a:pt x="1299908" y="736674"/>
                    <a:pt x="1299908" y="736674"/>
                  </a:cubicBezTo>
                  <a:lnTo>
                    <a:pt x="1298831" y="737482"/>
                  </a:lnTo>
                  <a:lnTo>
                    <a:pt x="1297384" y="738054"/>
                  </a:lnTo>
                  <a:lnTo>
                    <a:pt x="1295432" y="737852"/>
                  </a:lnTo>
                  <a:cubicBezTo>
                    <a:pt x="1295432" y="737852"/>
                    <a:pt x="1294423" y="736708"/>
                    <a:pt x="1294288" y="736405"/>
                  </a:cubicBezTo>
                  <a:cubicBezTo>
                    <a:pt x="1294153" y="736103"/>
                    <a:pt x="1291326" y="733714"/>
                    <a:pt x="1289879" y="733378"/>
                  </a:cubicBezTo>
                  <a:cubicBezTo>
                    <a:pt x="1288432" y="733008"/>
                    <a:pt x="1289240" y="733950"/>
                    <a:pt x="1289240" y="733950"/>
                  </a:cubicBezTo>
                  <a:cubicBezTo>
                    <a:pt x="1289240" y="733950"/>
                    <a:pt x="1288095" y="735194"/>
                    <a:pt x="1287793" y="735833"/>
                  </a:cubicBezTo>
                  <a:cubicBezTo>
                    <a:pt x="1287490" y="736473"/>
                    <a:pt x="1286783" y="738020"/>
                    <a:pt x="1286648" y="738222"/>
                  </a:cubicBezTo>
                  <a:cubicBezTo>
                    <a:pt x="1286514" y="738424"/>
                    <a:pt x="1282139" y="739870"/>
                    <a:pt x="1281869" y="739803"/>
                  </a:cubicBezTo>
                  <a:cubicBezTo>
                    <a:pt x="1281566" y="739736"/>
                    <a:pt x="1278235" y="739063"/>
                    <a:pt x="1278100" y="738794"/>
                  </a:cubicBezTo>
                  <a:cubicBezTo>
                    <a:pt x="1277966" y="738491"/>
                    <a:pt x="1277797" y="734723"/>
                    <a:pt x="1277797" y="734723"/>
                  </a:cubicBezTo>
                  <a:cubicBezTo>
                    <a:pt x="1277797" y="734723"/>
                    <a:pt x="1277494" y="732133"/>
                    <a:pt x="1277360" y="731830"/>
                  </a:cubicBezTo>
                  <a:cubicBezTo>
                    <a:pt x="1277225" y="731561"/>
                    <a:pt x="1275778" y="731191"/>
                    <a:pt x="1274970" y="730888"/>
                  </a:cubicBezTo>
                  <a:cubicBezTo>
                    <a:pt x="1274701" y="730788"/>
                    <a:pt x="1274566" y="730754"/>
                    <a:pt x="1274499" y="730754"/>
                  </a:cubicBezTo>
                  <a:lnTo>
                    <a:pt x="1273590" y="727188"/>
                  </a:lnTo>
                  <a:lnTo>
                    <a:pt x="1270057" y="727188"/>
                  </a:lnTo>
                  <a:lnTo>
                    <a:pt x="1268811" y="727895"/>
                  </a:lnTo>
                  <a:lnTo>
                    <a:pt x="1264672" y="728803"/>
                  </a:lnTo>
                  <a:cubicBezTo>
                    <a:pt x="1264672" y="728803"/>
                    <a:pt x="1260633" y="728365"/>
                    <a:pt x="1260465" y="728130"/>
                  </a:cubicBezTo>
                  <a:cubicBezTo>
                    <a:pt x="1260330" y="727928"/>
                    <a:pt x="1258143" y="726751"/>
                    <a:pt x="1258143" y="726751"/>
                  </a:cubicBezTo>
                  <a:cubicBezTo>
                    <a:pt x="1258143" y="726751"/>
                    <a:pt x="1257268" y="725439"/>
                    <a:pt x="1257201" y="725237"/>
                  </a:cubicBezTo>
                  <a:cubicBezTo>
                    <a:pt x="1257133" y="725035"/>
                    <a:pt x="1256830" y="722277"/>
                    <a:pt x="1256830" y="722277"/>
                  </a:cubicBezTo>
                  <a:cubicBezTo>
                    <a:pt x="1256830" y="722277"/>
                    <a:pt x="1257403" y="720696"/>
                    <a:pt x="1257638" y="720393"/>
                  </a:cubicBezTo>
                  <a:cubicBezTo>
                    <a:pt x="1257874" y="720090"/>
                    <a:pt x="1258076" y="717769"/>
                    <a:pt x="1258076" y="717769"/>
                  </a:cubicBezTo>
                  <a:lnTo>
                    <a:pt x="1258782" y="714136"/>
                  </a:lnTo>
                  <a:lnTo>
                    <a:pt x="1258782" y="711747"/>
                  </a:lnTo>
                  <a:lnTo>
                    <a:pt x="1258446" y="708047"/>
                  </a:lnTo>
                  <a:lnTo>
                    <a:pt x="1258749" y="706701"/>
                  </a:lnTo>
                  <a:lnTo>
                    <a:pt x="1258581" y="706701"/>
                  </a:lnTo>
                  <a:lnTo>
                    <a:pt x="1253129" y="703775"/>
                  </a:lnTo>
                  <a:lnTo>
                    <a:pt x="1251143" y="701824"/>
                  </a:lnTo>
                  <a:lnTo>
                    <a:pt x="1247609" y="699705"/>
                  </a:lnTo>
                  <a:lnTo>
                    <a:pt x="1241686" y="697518"/>
                  </a:lnTo>
                  <a:lnTo>
                    <a:pt x="1237816" y="697888"/>
                  </a:lnTo>
                  <a:lnTo>
                    <a:pt x="1234955" y="700075"/>
                  </a:lnTo>
                  <a:cubicBezTo>
                    <a:pt x="1234955" y="700075"/>
                    <a:pt x="1232936" y="701824"/>
                    <a:pt x="1232767" y="701925"/>
                  </a:cubicBezTo>
                  <a:cubicBezTo>
                    <a:pt x="1232599" y="702026"/>
                    <a:pt x="1230344" y="702799"/>
                    <a:pt x="1230344" y="702799"/>
                  </a:cubicBezTo>
                  <a:cubicBezTo>
                    <a:pt x="1230344" y="702799"/>
                    <a:pt x="1227686" y="699435"/>
                    <a:pt x="1227013" y="699368"/>
                  </a:cubicBezTo>
                  <a:cubicBezTo>
                    <a:pt x="1226373" y="699301"/>
                    <a:pt x="1224522" y="698897"/>
                    <a:pt x="1224522" y="698897"/>
                  </a:cubicBezTo>
                  <a:lnTo>
                    <a:pt x="1221325" y="701555"/>
                  </a:lnTo>
                  <a:lnTo>
                    <a:pt x="1220887" y="701891"/>
                  </a:lnTo>
                  <a:cubicBezTo>
                    <a:pt x="1220887" y="701891"/>
                    <a:pt x="1218060" y="697451"/>
                    <a:pt x="1217387" y="697585"/>
                  </a:cubicBezTo>
                  <a:cubicBezTo>
                    <a:pt x="1216748" y="697753"/>
                    <a:pt x="1214123" y="697114"/>
                    <a:pt x="1214123" y="697114"/>
                  </a:cubicBezTo>
                  <a:lnTo>
                    <a:pt x="1210219" y="698864"/>
                  </a:lnTo>
                  <a:cubicBezTo>
                    <a:pt x="1210219" y="698864"/>
                    <a:pt x="1209445" y="700444"/>
                    <a:pt x="1209411" y="700646"/>
                  </a:cubicBezTo>
                  <a:cubicBezTo>
                    <a:pt x="1209344" y="700848"/>
                    <a:pt x="1208503" y="702160"/>
                    <a:pt x="1207493" y="702261"/>
                  </a:cubicBezTo>
                  <a:cubicBezTo>
                    <a:pt x="1206517" y="702362"/>
                    <a:pt x="1203589" y="701487"/>
                    <a:pt x="1203589" y="701487"/>
                  </a:cubicBezTo>
                  <a:lnTo>
                    <a:pt x="1201267" y="701016"/>
                  </a:lnTo>
                  <a:lnTo>
                    <a:pt x="1199113" y="701185"/>
                  </a:lnTo>
                  <a:lnTo>
                    <a:pt x="1197935" y="704380"/>
                  </a:lnTo>
                  <a:lnTo>
                    <a:pt x="1197935" y="708888"/>
                  </a:lnTo>
                  <a:lnTo>
                    <a:pt x="1197935" y="714102"/>
                  </a:lnTo>
                  <a:lnTo>
                    <a:pt x="1197295" y="716692"/>
                  </a:lnTo>
                  <a:lnTo>
                    <a:pt x="1196757" y="719283"/>
                  </a:lnTo>
                  <a:lnTo>
                    <a:pt x="1193392" y="719821"/>
                  </a:lnTo>
                  <a:cubicBezTo>
                    <a:pt x="1193392" y="719821"/>
                    <a:pt x="1190026" y="721133"/>
                    <a:pt x="1189791" y="721469"/>
                  </a:cubicBezTo>
                  <a:cubicBezTo>
                    <a:pt x="1189555" y="721806"/>
                    <a:pt x="1188478" y="724194"/>
                    <a:pt x="1188478" y="724194"/>
                  </a:cubicBezTo>
                  <a:lnTo>
                    <a:pt x="1190766" y="728971"/>
                  </a:lnTo>
                  <a:cubicBezTo>
                    <a:pt x="1190766" y="728971"/>
                    <a:pt x="1192954" y="730047"/>
                    <a:pt x="1194132" y="730384"/>
                  </a:cubicBezTo>
                  <a:cubicBezTo>
                    <a:pt x="1195343" y="730720"/>
                    <a:pt x="1197397" y="731998"/>
                    <a:pt x="1197397" y="731998"/>
                  </a:cubicBezTo>
                  <a:lnTo>
                    <a:pt x="1198608" y="733748"/>
                  </a:lnTo>
                  <a:lnTo>
                    <a:pt x="1198709" y="736473"/>
                  </a:lnTo>
                  <a:lnTo>
                    <a:pt x="1196320" y="737112"/>
                  </a:lnTo>
                  <a:lnTo>
                    <a:pt x="1195882" y="740913"/>
                  </a:lnTo>
                  <a:lnTo>
                    <a:pt x="1196656" y="742225"/>
                  </a:lnTo>
                  <a:cubicBezTo>
                    <a:pt x="1196656" y="742225"/>
                    <a:pt x="1197397" y="744277"/>
                    <a:pt x="1197195" y="744613"/>
                  </a:cubicBezTo>
                  <a:cubicBezTo>
                    <a:pt x="1196992" y="744950"/>
                    <a:pt x="1194166" y="745051"/>
                    <a:pt x="1193728" y="745152"/>
                  </a:cubicBezTo>
                  <a:cubicBezTo>
                    <a:pt x="1193291" y="745253"/>
                    <a:pt x="1192214" y="744950"/>
                    <a:pt x="1190666" y="745152"/>
                  </a:cubicBezTo>
                  <a:cubicBezTo>
                    <a:pt x="1189151" y="745387"/>
                    <a:pt x="1187401" y="745185"/>
                    <a:pt x="1187401" y="745185"/>
                  </a:cubicBezTo>
                  <a:cubicBezTo>
                    <a:pt x="1187401" y="745185"/>
                    <a:pt x="1185887" y="747002"/>
                    <a:pt x="1185651" y="747338"/>
                  </a:cubicBezTo>
                  <a:cubicBezTo>
                    <a:pt x="1185449" y="747675"/>
                    <a:pt x="1183699" y="750164"/>
                    <a:pt x="1183699" y="750164"/>
                  </a:cubicBezTo>
                  <a:cubicBezTo>
                    <a:pt x="1183699" y="750164"/>
                    <a:pt x="1182285" y="752754"/>
                    <a:pt x="1182285" y="753191"/>
                  </a:cubicBezTo>
                  <a:cubicBezTo>
                    <a:pt x="1182285" y="753629"/>
                    <a:pt x="1182285" y="755815"/>
                    <a:pt x="1182285" y="755815"/>
                  </a:cubicBezTo>
                  <a:cubicBezTo>
                    <a:pt x="1182285" y="755815"/>
                    <a:pt x="1183060" y="757666"/>
                    <a:pt x="1182285" y="757767"/>
                  </a:cubicBezTo>
                  <a:cubicBezTo>
                    <a:pt x="1181511" y="757867"/>
                    <a:pt x="1180536" y="760256"/>
                    <a:pt x="1180536" y="760256"/>
                  </a:cubicBezTo>
                  <a:cubicBezTo>
                    <a:pt x="1180536" y="760256"/>
                    <a:pt x="1178785" y="761467"/>
                    <a:pt x="1178449" y="761568"/>
                  </a:cubicBezTo>
                  <a:cubicBezTo>
                    <a:pt x="1178112" y="761669"/>
                    <a:pt x="1178348" y="763620"/>
                    <a:pt x="1177574" y="763956"/>
                  </a:cubicBezTo>
                  <a:cubicBezTo>
                    <a:pt x="1176800" y="764293"/>
                    <a:pt x="1175184" y="763620"/>
                    <a:pt x="1174107" y="763956"/>
                  </a:cubicBezTo>
                  <a:cubicBezTo>
                    <a:pt x="1173030" y="764293"/>
                    <a:pt x="1172055" y="765033"/>
                    <a:pt x="1172055" y="765033"/>
                  </a:cubicBezTo>
                  <a:cubicBezTo>
                    <a:pt x="1172055" y="765033"/>
                    <a:pt x="1171718" y="767657"/>
                    <a:pt x="1172055" y="768296"/>
                  </a:cubicBezTo>
                  <a:cubicBezTo>
                    <a:pt x="1172391" y="768935"/>
                    <a:pt x="1174107" y="771559"/>
                    <a:pt x="1174781" y="771559"/>
                  </a:cubicBezTo>
                  <a:cubicBezTo>
                    <a:pt x="1175420" y="771559"/>
                    <a:pt x="1177507" y="773409"/>
                    <a:pt x="1177507" y="773409"/>
                  </a:cubicBezTo>
                  <a:lnTo>
                    <a:pt x="1180434" y="775596"/>
                  </a:lnTo>
                  <a:lnTo>
                    <a:pt x="1182487" y="778758"/>
                  </a:lnTo>
                  <a:lnTo>
                    <a:pt x="1184237" y="781247"/>
                  </a:lnTo>
                  <a:cubicBezTo>
                    <a:pt x="1184237" y="781247"/>
                    <a:pt x="1184776" y="784174"/>
                    <a:pt x="1184776" y="784947"/>
                  </a:cubicBezTo>
                  <a:cubicBezTo>
                    <a:pt x="1184776" y="785721"/>
                    <a:pt x="1184237" y="789186"/>
                    <a:pt x="1183901" y="789287"/>
                  </a:cubicBezTo>
                  <a:cubicBezTo>
                    <a:pt x="1183564" y="789388"/>
                    <a:pt x="1183463" y="790262"/>
                    <a:pt x="1182285" y="790800"/>
                  </a:cubicBezTo>
                  <a:cubicBezTo>
                    <a:pt x="1181074" y="791339"/>
                    <a:pt x="1177944" y="793828"/>
                    <a:pt x="1177944" y="793828"/>
                  </a:cubicBezTo>
                  <a:cubicBezTo>
                    <a:pt x="1177944" y="793828"/>
                    <a:pt x="1179257" y="796990"/>
                    <a:pt x="1179559" y="797293"/>
                  </a:cubicBezTo>
                  <a:cubicBezTo>
                    <a:pt x="1179896" y="797629"/>
                    <a:pt x="1178482" y="798605"/>
                    <a:pt x="1182487" y="798807"/>
                  </a:cubicBezTo>
                  <a:cubicBezTo>
                    <a:pt x="1186492" y="799009"/>
                    <a:pt x="1191608" y="798807"/>
                    <a:pt x="1191608" y="798807"/>
                  </a:cubicBezTo>
                  <a:lnTo>
                    <a:pt x="1194872" y="797158"/>
                  </a:lnTo>
                  <a:lnTo>
                    <a:pt x="1198238" y="798235"/>
                  </a:lnTo>
                  <a:lnTo>
                    <a:pt x="1200190" y="800623"/>
                  </a:lnTo>
                  <a:lnTo>
                    <a:pt x="1202916" y="802574"/>
                  </a:lnTo>
                  <a:cubicBezTo>
                    <a:pt x="1202916" y="802574"/>
                    <a:pt x="1206180" y="804256"/>
                    <a:pt x="1207257" y="804256"/>
                  </a:cubicBezTo>
                  <a:cubicBezTo>
                    <a:pt x="1208334" y="804256"/>
                    <a:pt x="1211498" y="805299"/>
                    <a:pt x="1211801" y="805299"/>
                  </a:cubicBezTo>
                  <a:cubicBezTo>
                    <a:pt x="1212104" y="805299"/>
                    <a:pt x="1214426" y="805299"/>
                    <a:pt x="1214426" y="805299"/>
                  </a:cubicBezTo>
                  <a:lnTo>
                    <a:pt x="1219305" y="807486"/>
                  </a:lnTo>
                  <a:lnTo>
                    <a:pt x="1221493" y="809773"/>
                  </a:lnTo>
                  <a:lnTo>
                    <a:pt x="1219305" y="812700"/>
                  </a:lnTo>
                  <a:lnTo>
                    <a:pt x="1220618" y="814651"/>
                  </a:lnTo>
                  <a:lnTo>
                    <a:pt x="1222806" y="817140"/>
                  </a:lnTo>
                  <a:lnTo>
                    <a:pt x="1224657" y="818755"/>
                  </a:lnTo>
                  <a:lnTo>
                    <a:pt x="1225532" y="821480"/>
                  </a:lnTo>
                  <a:cubicBezTo>
                    <a:pt x="1225532" y="821480"/>
                    <a:pt x="1224118" y="823768"/>
                    <a:pt x="1223445" y="825180"/>
                  </a:cubicBezTo>
                  <a:cubicBezTo>
                    <a:pt x="1222806" y="826593"/>
                    <a:pt x="1222267" y="828780"/>
                    <a:pt x="1222267" y="829183"/>
                  </a:cubicBezTo>
                  <a:cubicBezTo>
                    <a:pt x="1222267" y="829621"/>
                    <a:pt x="1221493" y="833758"/>
                    <a:pt x="1221493" y="833758"/>
                  </a:cubicBezTo>
                  <a:lnTo>
                    <a:pt x="1219642" y="837661"/>
                  </a:lnTo>
                  <a:lnTo>
                    <a:pt x="1217354" y="839073"/>
                  </a:lnTo>
                  <a:lnTo>
                    <a:pt x="1213551" y="840890"/>
                  </a:lnTo>
                  <a:lnTo>
                    <a:pt x="1213551" y="842639"/>
                  </a:lnTo>
                  <a:lnTo>
                    <a:pt x="1216916" y="847652"/>
                  </a:lnTo>
                  <a:lnTo>
                    <a:pt x="1220080" y="851016"/>
                  </a:lnTo>
                  <a:lnTo>
                    <a:pt x="1220012" y="851890"/>
                  </a:lnTo>
                  <a:lnTo>
                    <a:pt x="1220517" y="854716"/>
                  </a:lnTo>
                  <a:lnTo>
                    <a:pt x="1220517" y="856566"/>
                  </a:lnTo>
                  <a:cubicBezTo>
                    <a:pt x="1220517" y="856566"/>
                    <a:pt x="1220315" y="856196"/>
                    <a:pt x="1219305" y="856734"/>
                  </a:cubicBezTo>
                  <a:cubicBezTo>
                    <a:pt x="1218330" y="857272"/>
                    <a:pt x="1218094" y="857441"/>
                    <a:pt x="1216579" y="857441"/>
                  </a:cubicBezTo>
                  <a:cubicBezTo>
                    <a:pt x="1215065" y="857441"/>
                    <a:pt x="1213753" y="857441"/>
                    <a:pt x="1212676" y="857441"/>
                  </a:cubicBezTo>
                  <a:cubicBezTo>
                    <a:pt x="1211599" y="857441"/>
                    <a:pt x="1211127" y="857340"/>
                    <a:pt x="1210825" y="857441"/>
                  </a:cubicBezTo>
                  <a:cubicBezTo>
                    <a:pt x="1210488" y="857542"/>
                    <a:pt x="1210050" y="858753"/>
                    <a:pt x="1209512" y="859291"/>
                  </a:cubicBezTo>
                  <a:cubicBezTo>
                    <a:pt x="1208974" y="859829"/>
                    <a:pt x="1210286" y="858854"/>
                    <a:pt x="1208974" y="859829"/>
                  </a:cubicBezTo>
                  <a:cubicBezTo>
                    <a:pt x="1207661" y="860805"/>
                    <a:pt x="1206685" y="863294"/>
                    <a:pt x="1206685" y="863294"/>
                  </a:cubicBezTo>
                  <a:lnTo>
                    <a:pt x="1202983" y="862520"/>
                  </a:lnTo>
                  <a:lnTo>
                    <a:pt x="1200930" y="864438"/>
                  </a:lnTo>
                  <a:lnTo>
                    <a:pt x="1198978" y="866120"/>
                  </a:lnTo>
                  <a:lnTo>
                    <a:pt x="1197026" y="866120"/>
                  </a:lnTo>
                  <a:lnTo>
                    <a:pt x="1194098" y="863395"/>
                  </a:lnTo>
                  <a:lnTo>
                    <a:pt x="1190497" y="860670"/>
                  </a:lnTo>
                  <a:lnTo>
                    <a:pt x="1187435" y="858921"/>
                  </a:lnTo>
                  <a:lnTo>
                    <a:pt x="1185045" y="858046"/>
                  </a:lnTo>
                  <a:lnTo>
                    <a:pt x="1182117" y="855019"/>
                  </a:lnTo>
                  <a:lnTo>
                    <a:pt x="1180367" y="855120"/>
                  </a:lnTo>
                  <a:lnTo>
                    <a:pt x="1177910" y="857542"/>
                  </a:lnTo>
                  <a:lnTo>
                    <a:pt x="1175958" y="858315"/>
                  </a:lnTo>
                  <a:lnTo>
                    <a:pt x="1172694" y="859190"/>
                  </a:lnTo>
                  <a:lnTo>
                    <a:pt x="1171920" y="861242"/>
                  </a:lnTo>
                  <a:lnTo>
                    <a:pt x="1171920" y="863630"/>
                  </a:lnTo>
                  <a:cubicBezTo>
                    <a:pt x="1171920" y="863630"/>
                    <a:pt x="1173064" y="865043"/>
                    <a:pt x="1173266" y="865481"/>
                  </a:cubicBezTo>
                  <a:cubicBezTo>
                    <a:pt x="1173468" y="865918"/>
                    <a:pt x="1173636" y="867768"/>
                    <a:pt x="1173636" y="867768"/>
                  </a:cubicBezTo>
                  <a:lnTo>
                    <a:pt x="1173636" y="868844"/>
                  </a:lnTo>
                  <a:lnTo>
                    <a:pt x="1174612" y="871132"/>
                  </a:lnTo>
                  <a:lnTo>
                    <a:pt x="1175824" y="875270"/>
                  </a:lnTo>
                  <a:lnTo>
                    <a:pt x="1177338" y="877557"/>
                  </a:lnTo>
                  <a:lnTo>
                    <a:pt x="1175386" y="882065"/>
                  </a:lnTo>
                  <a:lnTo>
                    <a:pt x="1175958" y="887279"/>
                  </a:lnTo>
                  <a:cubicBezTo>
                    <a:pt x="1175958" y="887279"/>
                    <a:pt x="1177540" y="893368"/>
                    <a:pt x="1177978" y="893502"/>
                  </a:cubicBezTo>
                  <a:cubicBezTo>
                    <a:pt x="1178415" y="893637"/>
                    <a:pt x="1178685" y="896261"/>
                    <a:pt x="1178685" y="896261"/>
                  </a:cubicBezTo>
                  <a:lnTo>
                    <a:pt x="1178987" y="899019"/>
                  </a:lnTo>
                  <a:lnTo>
                    <a:pt x="1178281" y="901778"/>
                  </a:lnTo>
                  <a:lnTo>
                    <a:pt x="1177708" y="905243"/>
                  </a:lnTo>
                  <a:lnTo>
                    <a:pt x="1176564" y="909010"/>
                  </a:lnTo>
                  <a:lnTo>
                    <a:pt x="1175992" y="910760"/>
                  </a:lnTo>
                  <a:lnTo>
                    <a:pt x="1174982" y="913821"/>
                  </a:lnTo>
                  <a:cubicBezTo>
                    <a:pt x="1174982" y="913821"/>
                    <a:pt x="1174410" y="915133"/>
                    <a:pt x="1173973" y="915570"/>
                  </a:cubicBezTo>
                  <a:cubicBezTo>
                    <a:pt x="1173535" y="916007"/>
                    <a:pt x="1172829" y="916714"/>
                    <a:pt x="1172829" y="916714"/>
                  </a:cubicBezTo>
                  <a:lnTo>
                    <a:pt x="1171079" y="916714"/>
                  </a:lnTo>
                  <a:cubicBezTo>
                    <a:pt x="1171079" y="916714"/>
                    <a:pt x="1170069" y="916142"/>
                    <a:pt x="1169497" y="915839"/>
                  </a:cubicBezTo>
                  <a:cubicBezTo>
                    <a:pt x="1168925" y="915536"/>
                    <a:pt x="1167309" y="913821"/>
                    <a:pt x="1167309" y="913821"/>
                  </a:cubicBezTo>
                  <a:lnTo>
                    <a:pt x="1166165" y="912946"/>
                  </a:lnTo>
                  <a:lnTo>
                    <a:pt x="1164718" y="910188"/>
                  </a:lnTo>
                  <a:cubicBezTo>
                    <a:pt x="1164718" y="910188"/>
                    <a:pt x="1165425" y="909178"/>
                    <a:pt x="1164718" y="908169"/>
                  </a:cubicBezTo>
                  <a:cubicBezTo>
                    <a:pt x="1163977" y="907160"/>
                    <a:pt x="1163405" y="908035"/>
                    <a:pt x="1162968" y="906151"/>
                  </a:cubicBezTo>
                  <a:cubicBezTo>
                    <a:pt x="1162530" y="904267"/>
                    <a:pt x="1161958" y="902821"/>
                    <a:pt x="1161958" y="902821"/>
                  </a:cubicBezTo>
                  <a:lnTo>
                    <a:pt x="1160814" y="900062"/>
                  </a:lnTo>
                  <a:lnTo>
                    <a:pt x="1159232" y="898044"/>
                  </a:lnTo>
                  <a:lnTo>
                    <a:pt x="1156102" y="897169"/>
                  </a:lnTo>
                  <a:lnTo>
                    <a:pt x="1154588" y="896597"/>
                  </a:lnTo>
                  <a:lnTo>
                    <a:pt x="1154588" y="896732"/>
                  </a:lnTo>
                  <a:lnTo>
                    <a:pt x="1151121" y="896025"/>
                  </a:lnTo>
                  <a:lnTo>
                    <a:pt x="1149237" y="896900"/>
                  </a:lnTo>
                  <a:lnTo>
                    <a:pt x="1148496" y="898481"/>
                  </a:lnTo>
                  <a:lnTo>
                    <a:pt x="1147352" y="899625"/>
                  </a:lnTo>
                  <a:lnTo>
                    <a:pt x="1145030" y="900499"/>
                  </a:lnTo>
                  <a:cubicBezTo>
                    <a:pt x="1145030" y="900499"/>
                    <a:pt x="1143953" y="900499"/>
                    <a:pt x="1143650" y="898481"/>
                  </a:cubicBezTo>
                  <a:cubicBezTo>
                    <a:pt x="1143381" y="896463"/>
                    <a:pt x="1142405" y="895588"/>
                    <a:pt x="1142405" y="895588"/>
                  </a:cubicBezTo>
                  <a:lnTo>
                    <a:pt x="1142405" y="893267"/>
                  </a:lnTo>
                  <a:lnTo>
                    <a:pt x="1143112" y="891080"/>
                  </a:lnTo>
                  <a:lnTo>
                    <a:pt x="1142977" y="888894"/>
                  </a:lnTo>
                  <a:lnTo>
                    <a:pt x="1140285" y="886068"/>
                  </a:lnTo>
                  <a:lnTo>
                    <a:pt x="1134563" y="882233"/>
                  </a:lnTo>
                  <a:lnTo>
                    <a:pt x="1127900" y="879340"/>
                  </a:lnTo>
                  <a:cubicBezTo>
                    <a:pt x="1127900" y="879340"/>
                    <a:pt x="1125275" y="878465"/>
                    <a:pt x="1124433" y="878196"/>
                  </a:cubicBezTo>
                  <a:cubicBezTo>
                    <a:pt x="1123558" y="877894"/>
                    <a:pt x="1115448" y="873790"/>
                    <a:pt x="1115448" y="873790"/>
                  </a:cubicBezTo>
                  <a:cubicBezTo>
                    <a:pt x="1115448" y="873790"/>
                    <a:pt x="1114303" y="868946"/>
                    <a:pt x="1114000" y="867768"/>
                  </a:cubicBezTo>
                  <a:cubicBezTo>
                    <a:pt x="1113697" y="866624"/>
                    <a:pt x="1111981" y="863698"/>
                    <a:pt x="1111981" y="863698"/>
                  </a:cubicBezTo>
                  <a:lnTo>
                    <a:pt x="1113428" y="862554"/>
                  </a:lnTo>
                  <a:lnTo>
                    <a:pt x="1114000" y="859358"/>
                  </a:lnTo>
                  <a:lnTo>
                    <a:pt x="1114303" y="857912"/>
                  </a:lnTo>
                  <a:cubicBezTo>
                    <a:pt x="1114303" y="857912"/>
                    <a:pt x="1114606" y="857609"/>
                    <a:pt x="1111981" y="857037"/>
                  </a:cubicBezTo>
                  <a:cubicBezTo>
                    <a:pt x="1109390" y="856465"/>
                    <a:pt x="1105015" y="855893"/>
                    <a:pt x="1105015" y="855893"/>
                  </a:cubicBezTo>
                  <a:lnTo>
                    <a:pt x="1101548" y="855893"/>
                  </a:lnTo>
                  <a:lnTo>
                    <a:pt x="1099529" y="856768"/>
                  </a:lnTo>
                  <a:lnTo>
                    <a:pt x="1097510" y="857071"/>
                  </a:lnTo>
                  <a:lnTo>
                    <a:pt x="1092596" y="855624"/>
                  </a:lnTo>
                  <a:lnTo>
                    <a:pt x="1089971" y="854749"/>
                  </a:lnTo>
                  <a:lnTo>
                    <a:pt x="1089433" y="852664"/>
                  </a:lnTo>
                  <a:lnTo>
                    <a:pt x="1088120" y="850477"/>
                  </a:lnTo>
                  <a:cubicBezTo>
                    <a:pt x="1088120" y="850477"/>
                    <a:pt x="1086774" y="849199"/>
                    <a:pt x="1086606" y="849199"/>
                  </a:cubicBezTo>
                  <a:cubicBezTo>
                    <a:pt x="1086437" y="849199"/>
                    <a:pt x="1085091" y="848661"/>
                    <a:pt x="1084586" y="848493"/>
                  </a:cubicBezTo>
                  <a:cubicBezTo>
                    <a:pt x="1084081" y="848358"/>
                    <a:pt x="1082769" y="847786"/>
                    <a:pt x="1082634" y="847719"/>
                  </a:cubicBezTo>
                  <a:cubicBezTo>
                    <a:pt x="1082500" y="847685"/>
                    <a:pt x="1080952" y="846945"/>
                    <a:pt x="1081187" y="846373"/>
                  </a:cubicBezTo>
                  <a:cubicBezTo>
                    <a:pt x="1081389" y="845801"/>
                    <a:pt x="1081860" y="845162"/>
                    <a:pt x="1081995" y="844826"/>
                  </a:cubicBezTo>
                  <a:cubicBezTo>
                    <a:pt x="1082096" y="844456"/>
                    <a:pt x="1081658" y="843278"/>
                    <a:pt x="1081456" y="843043"/>
                  </a:cubicBezTo>
                  <a:cubicBezTo>
                    <a:pt x="1081255" y="842841"/>
                    <a:pt x="1079471" y="841462"/>
                    <a:pt x="1078932" y="841058"/>
                  </a:cubicBezTo>
                  <a:cubicBezTo>
                    <a:pt x="1078394" y="840654"/>
                    <a:pt x="1077216" y="839410"/>
                    <a:pt x="1077149" y="839242"/>
                  </a:cubicBezTo>
                  <a:cubicBezTo>
                    <a:pt x="1077081" y="839107"/>
                    <a:pt x="1076846" y="837930"/>
                    <a:pt x="1076846" y="837930"/>
                  </a:cubicBezTo>
                  <a:cubicBezTo>
                    <a:pt x="1076846" y="837930"/>
                    <a:pt x="1076644" y="835878"/>
                    <a:pt x="1076846" y="835676"/>
                  </a:cubicBezTo>
                  <a:cubicBezTo>
                    <a:pt x="1077081" y="835508"/>
                    <a:pt x="1077182" y="833725"/>
                    <a:pt x="1077216" y="833422"/>
                  </a:cubicBezTo>
                  <a:cubicBezTo>
                    <a:pt x="1077250" y="833119"/>
                    <a:pt x="1077283" y="830933"/>
                    <a:pt x="1077283" y="830933"/>
                  </a:cubicBezTo>
                  <a:lnTo>
                    <a:pt x="1079706" y="828746"/>
                  </a:lnTo>
                  <a:lnTo>
                    <a:pt x="1081423" y="827771"/>
                  </a:lnTo>
                  <a:lnTo>
                    <a:pt x="1082803" y="826122"/>
                  </a:lnTo>
                  <a:cubicBezTo>
                    <a:pt x="1082803" y="826122"/>
                    <a:pt x="1083004" y="824608"/>
                    <a:pt x="1083004" y="824440"/>
                  </a:cubicBezTo>
                  <a:cubicBezTo>
                    <a:pt x="1083004" y="824306"/>
                    <a:pt x="1083173" y="822994"/>
                    <a:pt x="1083274" y="822859"/>
                  </a:cubicBezTo>
                  <a:cubicBezTo>
                    <a:pt x="1083341" y="822725"/>
                    <a:pt x="1084856" y="821648"/>
                    <a:pt x="1085192" y="821648"/>
                  </a:cubicBezTo>
                  <a:cubicBezTo>
                    <a:pt x="1085529" y="821648"/>
                    <a:pt x="1086370" y="821211"/>
                    <a:pt x="1087077" y="820874"/>
                  </a:cubicBezTo>
                  <a:cubicBezTo>
                    <a:pt x="1087784" y="820538"/>
                    <a:pt x="1088827" y="819899"/>
                    <a:pt x="1089365" y="819865"/>
                  </a:cubicBezTo>
                  <a:cubicBezTo>
                    <a:pt x="1089904" y="819832"/>
                    <a:pt x="1092495" y="815627"/>
                    <a:pt x="1092495" y="815627"/>
                  </a:cubicBezTo>
                  <a:lnTo>
                    <a:pt x="1094010" y="813373"/>
                  </a:lnTo>
                  <a:lnTo>
                    <a:pt x="1093909" y="811354"/>
                  </a:lnTo>
                  <a:lnTo>
                    <a:pt x="1093505" y="806914"/>
                  </a:lnTo>
                  <a:lnTo>
                    <a:pt x="1094649" y="801061"/>
                  </a:lnTo>
                  <a:lnTo>
                    <a:pt x="1093505" y="795846"/>
                  </a:lnTo>
                  <a:lnTo>
                    <a:pt x="1092764" y="786562"/>
                  </a:lnTo>
                  <a:lnTo>
                    <a:pt x="1089870" y="778758"/>
                  </a:lnTo>
                  <a:lnTo>
                    <a:pt x="1087110" y="772232"/>
                  </a:lnTo>
                  <a:lnTo>
                    <a:pt x="1086505" y="768027"/>
                  </a:lnTo>
                  <a:lnTo>
                    <a:pt x="1083577" y="765739"/>
                  </a:lnTo>
                  <a:lnTo>
                    <a:pt x="1080985" y="765537"/>
                  </a:lnTo>
                  <a:lnTo>
                    <a:pt x="1077283" y="765100"/>
                  </a:lnTo>
                  <a:lnTo>
                    <a:pt x="1074019" y="764023"/>
                  </a:lnTo>
                  <a:lnTo>
                    <a:pt x="1072168" y="761433"/>
                  </a:lnTo>
                  <a:lnTo>
                    <a:pt x="1071629" y="758170"/>
                  </a:lnTo>
                  <a:lnTo>
                    <a:pt x="1072168" y="754907"/>
                  </a:lnTo>
                  <a:lnTo>
                    <a:pt x="1071629" y="751644"/>
                  </a:lnTo>
                  <a:lnTo>
                    <a:pt x="1073043" y="746968"/>
                  </a:lnTo>
                  <a:lnTo>
                    <a:pt x="1074355" y="745454"/>
                  </a:lnTo>
                  <a:cubicBezTo>
                    <a:pt x="1074355" y="745454"/>
                    <a:pt x="1074557" y="743604"/>
                    <a:pt x="1075668" y="743066"/>
                  </a:cubicBezTo>
                  <a:cubicBezTo>
                    <a:pt x="1076745" y="742528"/>
                    <a:pt x="1078495" y="741754"/>
                    <a:pt x="1078495" y="741754"/>
                  </a:cubicBezTo>
                  <a:lnTo>
                    <a:pt x="1079370" y="741418"/>
                  </a:lnTo>
                  <a:cubicBezTo>
                    <a:pt x="1079370" y="741418"/>
                    <a:pt x="1080245" y="740980"/>
                    <a:pt x="1080884" y="740442"/>
                  </a:cubicBezTo>
                  <a:cubicBezTo>
                    <a:pt x="1081524" y="739904"/>
                    <a:pt x="1082634" y="738592"/>
                    <a:pt x="1082634" y="738592"/>
                  </a:cubicBezTo>
                  <a:cubicBezTo>
                    <a:pt x="1082634" y="738592"/>
                    <a:pt x="1083173" y="737078"/>
                    <a:pt x="1083274" y="736641"/>
                  </a:cubicBezTo>
                  <a:cubicBezTo>
                    <a:pt x="1083375" y="736203"/>
                    <a:pt x="1083476" y="734252"/>
                    <a:pt x="1083476" y="733815"/>
                  </a:cubicBezTo>
                  <a:cubicBezTo>
                    <a:pt x="1083476" y="733378"/>
                    <a:pt x="1083711" y="731527"/>
                    <a:pt x="1083375" y="731225"/>
                  </a:cubicBezTo>
                  <a:cubicBezTo>
                    <a:pt x="1083038" y="730888"/>
                    <a:pt x="1081086" y="727962"/>
                    <a:pt x="1081086" y="727962"/>
                  </a:cubicBezTo>
                  <a:lnTo>
                    <a:pt x="1079235" y="724362"/>
                  </a:lnTo>
                  <a:lnTo>
                    <a:pt x="1076610" y="721738"/>
                  </a:lnTo>
                  <a:cubicBezTo>
                    <a:pt x="1076610" y="721738"/>
                    <a:pt x="1075399" y="721301"/>
                    <a:pt x="1074995" y="721301"/>
                  </a:cubicBezTo>
                  <a:cubicBezTo>
                    <a:pt x="1074557" y="721301"/>
                    <a:pt x="1071629" y="720426"/>
                    <a:pt x="1071629" y="720426"/>
                  </a:cubicBezTo>
                  <a:lnTo>
                    <a:pt x="1068802" y="719888"/>
                  </a:lnTo>
                  <a:lnTo>
                    <a:pt x="1067725" y="718273"/>
                  </a:lnTo>
                  <a:lnTo>
                    <a:pt x="1066548" y="714472"/>
                  </a:lnTo>
                  <a:lnTo>
                    <a:pt x="1064797" y="711209"/>
                  </a:lnTo>
                  <a:lnTo>
                    <a:pt x="1063485" y="708922"/>
                  </a:lnTo>
                  <a:lnTo>
                    <a:pt x="1061196" y="706197"/>
                  </a:lnTo>
                  <a:lnTo>
                    <a:pt x="1059244" y="704246"/>
                  </a:lnTo>
                  <a:lnTo>
                    <a:pt x="1056653" y="703270"/>
                  </a:lnTo>
                  <a:lnTo>
                    <a:pt x="1051235" y="703068"/>
                  </a:lnTo>
                  <a:lnTo>
                    <a:pt x="1049485" y="702194"/>
                  </a:lnTo>
                  <a:lnTo>
                    <a:pt x="1047533" y="700108"/>
                  </a:lnTo>
                  <a:cubicBezTo>
                    <a:pt x="1047533" y="700108"/>
                    <a:pt x="1047970" y="699099"/>
                    <a:pt x="1047970" y="698796"/>
                  </a:cubicBezTo>
                  <a:cubicBezTo>
                    <a:pt x="1047970" y="698493"/>
                    <a:pt x="1047533" y="697148"/>
                    <a:pt x="1047533" y="697148"/>
                  </a:cubicBezTo>
                  <a:cubicBezTo>
                    <a:pt x="1047533" y="697148"/>
                    <a:pt x="1045850" y="695903"/>
                    <a:pt x="1045076" y="695163"/>
                  </a:cubicBezTo>
                  <a:cubicBezTo>
                    <a:pt x="1044268" y="694457"/>
                    <a:pt x="1042754" y="692775"/>
                    <a:pt x="1042686" y="692472"/>
                  </a:cubicBezTo>
                  <a:cubicBezTo>
                    <a:pt x="1042619" y="692169"/>
                    <a:pt x="1042350" y="689579"/>
                    <a:pt x="1042350" y="689579"/>
                  </a:cubicBezTo>
                  <a:lnTo>
                    <a:pt x="1041643" y="685677"/>
                  </a:lnTo>
                  <a:lnTo>
                    <a:pt x="1041643" y="682851"/>
                  </a:lnTo>
                  <a:lnTo>
                    <a:pt x="1040129" y="682044"/>
                  </a:lnTo>
                  <a:lnTo>
                    <a:pt x="1037167" y="681976"/>
                  </a:lnTo>
                  <a:lnTo>
                    <a:pt x="1033835" y="681976"/>
                  </a:lnTo>
                  <a:lnTo>
                    <a:pt x="1030705" y="681236"/>
                  </a:lnTo>
                  <a:cubicBezTo>
                    <a:pt x="1030705" y="681236"/>
                    <a:pt x="1029393" y="681169"/>
                    <a:pt x="1029124" y="681236"/>
                  </a:cubicBezTo>
                  <a:cubicBezTo>
                    <a:pt x="1028821" y="681304"/>
                    <a:pt x="1027441" y="681203"/>
                    <a:pt x="1027441" y="681203"/>
                  </a:cubicBezTo>
                  <a:lnTo>
                    <a:pt x="1023268" y="680227"/>
                  </a:lnTo>
                  <a:lnTo>
                    <a:pt x="1021316" y="677502"/>
                  </a:lnTo>
                  <a:lnTo>
                    <a:pt x="1020777" y="675652"/>
                  </a:lnTo>
                  <a:lnTo>
                    <a:pt x="1020777" y="674138"/>
                  </a:lnTo>
                  <a:lnTo>
                    <a:pt x="1023369" y="672625"/>
                  </a:lnTo>
                  <a:lnTo>
                    <a:pt x="1024883" y="671548"/>
                  </a:lnTo>
                  <a:lnTo>
                    <a:pt x="1028585" y="671548"/>
                  </a:lnTo>
                  <a:lnTo>
                    <a:pt x="1032052" y="671548"/>
                  </a:lnTo>
                  <a:lnTo>
                    <a:pt x="1033801" y="670371"/>
                  </a:lnTo>
                  <a:lnTo>
                    <a:pt x="1035552" y="669395"/>
                  </a:lnTo>
                  <a:lnTo>
                    <a:pt x="1038379" y="668083"/>
                  </a:lnTo>
                  <a:cubicBezTo>
                    <a:pt x="1038379" y="668083"/>
                    <a:pt x="1039422" y="667108"/>
                    <a:pt x="1039422" y="666771"/>
                  </a:cubicBezTo>
                  <a:cubicBezTo>
                    <a:pt x="1039422" y="666435"/>
                    <a:pt x="1039893" y="665258"/>
                    <a:pt x="1039893" y="664820"/>
                  </a:cubicBezTo>
                  <a:cubicBezTo>
                    <a:pt x="1039893" y="664383"/>
                    <a:pt x="1039893" y="661994"/>
                    <a:pt x="1039893" y="661994"/>
                  </a:cubicBezTo>
                  <a:lnTo>
                    <a:pt x="1039253" y="660245"/>
                  </a:lnTo>
                  <a:cubicBezTo>
                    <a:pt x="1039253" y="660245"/>
                    <a:pt x="1038715" y="659371"/>
                    <a:pt x="1037739" y="659371"/>
                  </a:cubicBezTo>
                  <a:cubicBezTo>
                    <a:pt x="1036763" y="659371"/>
                    <a:pt x="1035552" y="659371"/>
                    <a:pt x="1035552" y="659371"/>
                  </a:cubicBezTo>
                  <a:lnTo>
                    <a:pt x="1032052" y="659371"/>
                  </a:lnTo>
                  <a:lnTo>
                    <a:pt x="1025085" y="659371"/>
                  </a:lnTo>
                  <a:lnTo>
                    <a:pt x="1019869" y="659371"/>
                  </a:lnTo>
                  <a:cubicBezTo>
                    <a:pt x="1019869" y="659371"/>
                    <a:pt x="1013138" y="659471"/>
                    <a:pt x="1012700" y="659371"/>
                  </a:cubicBezTo>
                  <a:cubicBezTo>
                    <a:pt x="1012263" y="659270"/>
                    <a:pt x="1008359" y="659909"/>
                    <a:pt x="1006945" y="659371"/>
                  </a:cubicBezTo>
                  <a:cubicBezTo>
                    <a:pt x="1005532" y="658832"/>
                    <a:pt x="1001628" y="657958"/>
                    <a:pt x="1000753" y="658059"/>
                  </a:cubicBezTo>
                  <a:cubicBezTo>
                    <a:pt x="999878" y="658159"/>
                    <a:pt x="997825" y="658462"/>
                    <a:pt x="996714" y="658059"/>
                  </a:cubicBezTo>
                  <a:cubicBezTo>
                    <a:pt x="995637" y="657621"/>
                    <a:pt x="993012" y="656175"/>
                    <a:pt x="993012" y="656175"/>
                  </a:cubicBezTo>
                  <a:lnTo>
                    <a:pt x="990825" y="652441"/>
                  </a:lnTo>
                  <a:lnTo>
                    <a:pt x="986752" y="652441"/>
                  </a:lnTo>
                  <a:lnTo>
                    <a:pt x="984026" y="656578"/>
                  </a:lnTo>
                  <a:lnTo>
                    <a:pt x="981738" y="655266"/>
                  </a:lnTo>
                  <a:cubicBezTo>
                    <a:pt x="981738" y="655266"/>
                    <a:pt x="977969" y="653517"/>
                    <a:pt x="977767" y="653450"/>
                  </a:cubicBezTo>
                  <a:cubicBezTo>
                    <a:pt x="977565" y="653383"/>
                    <a:pt x="972617" y="650422"/>
                    <a:pt x="972617" y="650422"/>
                  </a:cubicBezTo>
                  <a:cubicBezTo>
                    <a:pt x="972617" y="650422"/>
                    <a:pt x="966963" y="644771"/>
                    <a:pt x="965887" y="643694"/>
                  </a:cubicBezTo>
                  <a:cubicBezTo>
                    <a:pt x="964810" y="642618"/>
                    <a:pt x="957204" y="635217"/>
                    <a:pt x="956901" y="634915"/>
                  </a:cubicBezTo>
                  <a:cubicBezTo>
                    <a:pt x="956598" y="634612"/>
                    <a:pt x="948117" y="624789"/>
                    <a:pt x="948117" y="624789"/>
                  </a:cubicBezTo>
                  <a:lnTo>
                    <a:pt x="947040" y="620450"/>
                  </a:lnTo>
                  <a:lnTo>
                    <a:pt x="942396" y="616110"/>
                  </a:lnTo>
                  <a:cubicBezTo>
                    <a:pt x="942396" y="616110"/>
                    <a:pt x="938929" y="614663"/>
                    <a:pt x="938323" y="614361"/>
                  </a:cubicBezTo>
                  <a:cubicBezTo>
                    <a:pt x="937751" y="614058"/>
                    <a:pt x="930785" y="612174"/>
                    <a:pt x="930213" y="611602"/>
                  </a:cubicBezTo>
                  <a:cubicBezTo>
                    <a:pt x="929641" y="611030"/>
                    <a:pt x="925871" y="608978"/>
                    <a:pt x="925299" y="608978"/>
                  </a:cubicBezTo>
                  <a:cubicBezTo>
                    <a:pt x="924727" y="608978"/>
                    <a:pt x="920655" y="608978"/>
                    <a:pt x="920655" y="608978"/>
                  </a:cubicBezTo>
                  <a:lnTo>
                    <a:pt x="916010" y="606960"/>
                  </a:lnTo>
                  <a:cubicBezTo>
                    <a:pt x="916010" y="606960"/>
                    <a:pt x="916448" y="605345"/>
                    <a:pt x="916010" y="604639"/>
                  </a:cubicBezTo>
                  <a:cubicBezTo>
                    <a:pt x="915573" y="603899"/>
                    <a:pt x="916448" y="601443"/>
                    <a:pt x="916010" y="600871"/>
                  </a:cubicBezTo>
                  <a:cubicBezTo>
                    <a:pt x="915573" y="600299"/>
                    <a:pt x="916179" y="598415"/>
                    <a:pt x="915876" y="597675"/>
                  </a:cubicBezTo>
                  <a:cubicBezTo>
                    <a:pt x="915573" y="596969"/>
                    <a:pt x="915573" y="595657"/>
                    <a:pt x="914698" y="594210"/>
                  </a:cubicBezTo>
                  <a:cubicBezTo>
                    <a:pt x="913823" y="592764"/>
                    <a:pt x="912948" y="590746"/>
                    <a:pt x="912948" y="590746"/>
                  </a:cubicBezTo>
                  <a:cubicBezTo>
                    <a:pt x="912948" y="590746"/>
                    <a:pt x="912376" y="587987"/>
                    <a:pt x="912376" y="587550"/>
                  </a:cubicBezTo>
                  <a:cubicBezTo>
                    <a:pt x="912376" y="587113"/>
                    <a:pt x="912510" y="584489"/>
                    <a:pt x="912376" y="583917"/>
                  </a:cubicBezTo>
                  <a:cubicBezTo>
                    <a:pt x="912241" y="583345"/>
                    <a:pt x="912376" y="579443"/>
                    <a:pt x="912376" y="579443"/>
                  </a:cubicBezTo>
                  <a:lnTo>
                    <a:pt x="912308" y="578804"/>
                  </a:lnTo>
                  <a:lnTo>
                    <a:pt x="914126" y="575978"/>
                  </a:lnTo>
                  <a:lnTo>
                    <a:pt x="918905" y="575978"/>
                  </a:lnTo>
                  <a:lnTo>
                    <a:pt x="921059" y="575978"/>
                  </a:lnTo>
                  <a:lnTo>
                    <a:pt x="924121" y="575978"/>
                  </a:lnTo>
                  <a:lnTo>
                    <a:pt x="926746" y="577424"/>
                  </a:lnTo>
                  <a:lnTo>
                    <a:pt x="929641" y="575978"/>
                  </a:lnTo>
                  <a:cubicBezTo>
                    <a:pt x="929641" y="575978"/>
                    <a:pt x="930213" y="573960"/>
                    <a:pt x="930213" y="573354"/>
                  </a:cubicBezTo>
                  <a:cubicBezTo>
                    <a:pt x="930213" y="572782"/>
                    <a:pt x="930213" y="569889"/>
                    <a:pt x="930213" y="569889"/>
                  </a:cubicBezTo>
                  <a:lnTo>
                    <a:pt x="929641" y="562051"/>
                  </a:lnTo>
                  <a:lnTo>
                    <a:pt x="929775" y="559730"/>
                  </a:lnTo>
                  <a:lnTo>
                    <a:pt x="928631" y="558283"/>
                  </a:lnTo>
                  <a:lnTo>
                    <a:pt x="928496" y="557106"/>
                  </a:lnTo>
                  <a:cubicBezTo>
                    <a:pt x="928496" y="557106"/>
                    <a:pt x="929068" y="556097"/>
                    <a:pt x="929237" y="555660"/>
                  </a:cubicBezTo>
                  <a:cubicBezTo>
                    <a:pt x="929371" y="555222"/>
                    <a:pt x="930246" y="553776"/>
                    <a:pt x="930246" y="553776"/>
                  </a:cubicBezTo>
                  <a:lnTo>
                    <a:pt x="930246" y="552464"/>
                  </a:lnTo>
                  <a:cubicBezTo>
                    <a:pt x="930246" y="552464"/>
                    <a:pt x="929674" y="550445"/>
                    <a:pt x="929506" y="549840"/>
                  </a:cubicBezTo>
                  <a:cubicBezTo>
                    <a:pt x="929371" y="549268"/>
                    <a:pt x="927318" y="547149"/>
                    <a:pt x="926881" y="546577"/>
                  </a:cubicBezTo>
                  <a:cubicBezTo>
                    <a:pt x="926443" y="546005"/>
                    <a:pt x="923549" y="544626"/>
                    <a:pt x="923549" y="544626"/>
                  </a:cubicBezTo>
                  <a:lnTo>
                    <a:pt x="920655" y="544626"/>
                  </a:lnTo>
                  <a:lnTo>
                    <a:pt x="919713" y="542843"/>
                  </a:lnTo>
                  <a:cubicBezTo>
                    <a:pt x="919713" y="542843"/>
                    <a:pt x="919713" y="542204"/>
                    <a:pt x="919780" y="542136"/>
                  </a:cubicBezTo>
                  <a:cubicBezTo>
                    <a:pt x="919881" y="542069"/>
                    <a:pt x="920688" y="541228"/>
                    <a:pt x="920890" y="541127"/>
                  </a:cubicBezTo>
                  <a:cubicBezTo>
                    <a:pt x="921092" y="541026"/>
                    <a:pt x="922439" y="540354"/>
                    <a:pt x="922775" y="540219"/>
                  </a:cubicBezTo>
                  <a:cubicBezTo>
                    <a:pt x="923112" y="540084"/>
                    <a:pt x="926645" y="538268"/>
                    <a:pt x="926645" y="538268"/>
                  </a:cubicBezTo>
                  <a:lnTo>
                    <a:pt x="938559" y="533222"/>
                  </a:lnTo>
                  <a:lnTo>
                    <a:pt x="947679" y="528109"/>
                  </a:lnTo>
                  <a:cubicBezTo>
                    <a:pt x="947679" y="528109"/>
                    <a:pt x="957136" y="523668"/>
                    <a:pt x="957473" y="523332"/>
                  </a:cubicBezTo>
                  <a:cubicBezTo>
                    <a:pt x="957810" y="522995"/>
                    <a:pt x="961613" y="520304"/>
                    <a:pt x="962353" y="519430"/>
                  </a:cubicBezTo>
                  <a:cubicBezTo>
                    <a:pt x="963127" y="518555"/>
                    <a:pt x="967367" y="513038"/>
                    <a:pt x="967367" y="513038"/>
                  </a:cubicBezTo>
                  <a:lnTo>
                    <a:pt x="969319" y="506411"/>
                  </a:lnTo>
                  <a:lnTo>
                    <a:pt x="973021" y="500423"/>
                  </a:lnTo>
                  <a:cubicBezTo>
                    <a:pt x="973021" y="500423"/>
                    <a:pt x="974233" y="497261"/>
                    <a:pt x="974771" y="496958"/>
                  </a:cubicBezTo>
                  <a:cubicBezTo>
                    <a:pt x="975310" y="496622"/>
                    <a:pt x="979449" y="495781"/>
                    <a:pt x="979449" y="495781"/>
                  </a:cubicBezTo>
                  <a:lnTo>
                    <a:pt x="980762" y="493393"/>
                  </a:lnTo>
                  <a:lnTo>
                    <a:pt x="984666" y="489490"/>
                  </a:lnTo>
                  <a:cubicBezTo>
                    <a:pt x="984666" y="489490"/>
                    <a:pt x="984767" y="487876"/>
                    <a:pt x="985204" y="487539"/>
                  </a:cubicBezTo>
                  <a:cubicBezTo>
                    <a:pt x="985642" y="487203"/>
                    <a:pt x="988368" y="484613"/>
                    <a:pt x="988772" y="484276"/>
                  </a:cubicBezTo>
                  <a:cubicBezTo>
                    <a:pt x="989209" y="483940"/>
                    <a:pt x="991801" y="482325"/>
                    <a:pt x="992238" y="482224"/>
                  </a:cubicBezTo>
                  <a:cubicBezTo>
                    <a:pt x="992676" y="482123"/>
                    <a:pt x="994089" y="479399"/>
                    <a:pt x="994089" y="479399"/>
                  </a:cubicBezTo>
                  <a:cubicBezTo>
                    <a:pt x="994089" y="479399"/>
                    <a:pt x="994089" y="474723"/>
                    <a:pt x="993988" y="474285"/>
                  </a:cubicBezTo>
                  <a:cubicBezTo>
                    <a:pt x="993887" y="473848"/>
                    <a:pt x="992911" y="469845"/>
                    <a:pt x="992911" y="469509"/>
                  </a:cubicBezTo>
                  <a:cubicBezTo>
                    <a:pt x="992911" y="469172"/>
                    <a:pt x="992373" y="463756"/>
                    <a:pt x="992373" y="463756"/>
                  </a:cubicBezTo>
                  <a:cubicBezTo>
                    <a:pt x="992373" y="463756"/>
                    <a:pt x="990623" y="461132"/>
                    <a:pt x="990084" y="460594"/>
                  </a:cubicBezTo>
                  <a:cubicBezTo>
                    <a:pt x="989546" y="460056"/>
                    <a:pt x="987358" y="456456"/>
                    <a:pt x="987358" y="456456"/>
                  </a:cubicBezTo>
                  <a:lnTo>
                    <a:pt x="986483" y="453530"/>
                  </a:lnTo>
                  <a:lnTo>
                    <a:pt x="985945" y="451478"/>
                  </a:lnTo>
                  <a:lnTo>
                    <a:pt x="983555" y="447575"/>
                  </a:lnTo>
                  <a:cubicBezTo>
                    <a:pt x="983555" y="447575"/>
                    <a:pt x="982142" y="445826"/>
                    <a:pt x="982142" y="445523"/>
                  </a:cubicBezTo>
                  <a:cubicBezTo>
                    <a:pt x="982142" y="445187"/>
                    <a:pt x="982916" y="442899"/>
                    <a:pt x="983993" y="442159"/>
                  </a:cubicBezTo>
                  <a:cubicBezTo>
                    <a:pt x="985070" y="441386"/>
                    <a:pt x="985945" y="439771"/>
                    <a:pt x="985945" y="439771"/>
                  </a:cubicBezTo>
                  <a:cubicBezTo>
                    <a:pt x="985945" y="439771"/>
                    <a:pt x="986820" y="439334"/>
                    <a:pt x="986921" y="438694"/>
                  </a:cubicBezTo>
                  <a:cubicBezTo>
                    <a:pt x="987022" y="438055"/>
                    <a:pt x="987022" y="435970"/>
                    <a:pt x="987022" y="435970"/>
                  </a:cubicBezTo>
                  <a:cubicBezTo>
                    <a:pt x="987022" y="435970"/>
                    <a:pt x="984632" y="433783"/>
                    <a:pt x="984195" y="433144"/>
                  </a:cubicBezTo>
                  <a:cubicBezTo>
                    <a:pt x="983757" y="432505"/>
                    <a:pt x="983118" y="430554"/>
                    <a:pt x="980594" y="429444"/>
                  </a:cubicBezTo>
                  <a:cubicBezTo>
                    <a:pt x="978103" y="428367"/>
                    <a:pt x="976992" y="427694"/>
                    <a:pt x="976555" y="427493"/>
                  </a:cubicBezTo>
                  <a:cubicBezTo>
                    <a:pt x="976118" y="427291"/>
                    <a:pt x="973526" y="426517"/>
                    <a:pt x="972416" y="426517"/>
                  </a:cubicBezTo>
                  <a:cubicBezTo>
                    <a:pt x="971339" y="426517"/>
                    <a:pt x="967536" y="426517"/>
                    <a:pt x="967536" y="426517"/>
                  </a:cubicBezTo>
                  <a:cubicBezTo>
                    <a:pt x="967536" y="426517"/>
                    <a:pt x="964507" y="426080"/>
                    <a:pt x="963194" y="425979"/>
                  </a:cubicBezTo>
                  <a:cubicBezTo>
                    <a:pt x="961882" y="425878"/>
                    <a:pt x="957641" y="425777"/>
                    <a:pt x="956228" y="425979"/>
                  </a:cubicBezTo>
                  <a:cubicBezTo>
                    <a:pt x="954814" y="426181"/>
                    <a:pt x="952088" y="427156"/>
                    <a:pt x="951752" y="427392"/>
                  </a:cubicBezTo>
                  <a:cubicBezTo>
                    <a:pt x="951449" y="427593"/>
                    <a:pt x="948487" y="428468"/>
                    <a:pt x="948184" y="428704"/>
                  </a:cubicBezTo>
                  <a:cubicBezTo>
                    <a:pt x="947848" y="428905"/>
                    <a:pt x="945694" y="429040"/>
                    <a:pt x="945357" y="429242"/>
                  </a:cubicBezTo>
                  <a:cubicBezTo>
                    <a:pt x="945021" y="429444"/>
                    <a:pt x="943069" y="430655"/>
                    <a:pt x="942766" y="430756"/>
                  </a:cubicBezTo>
                  <a:cubicBezTo>
                    <a:pt x="942429" y="430857"/>
                    <a:pt x="942429" y="431193"/>
                    <a:pt x="940814" y="431630"/>
                  </a:cubicBezTo>
                  <a:cubicBezTo>
                    <a:pt x="939198" y="432067"/>
                    <a:pt x="937549" y="431967"/>
                    <a:pt x="936237" y="432505"/>
                  </a:cubicBezTo>
                  <a:cubicBezTo>
                    <a:pt x="934924" y="433043"/>
                    <a:pt x="932535" y="434120"/>
                    <a:pt x="932097" y="434456"/>
                  </a:cubicBezTo>
                  <a:cubicBezTo>
                    <a:pt x="931660" y="434792"/>
                    <a:pt x="928496" y="436071"/>
                    <a:pt x="928496" y="436071"/>
                  </a:cubicBezTo>
                  <a:lnTo>
                    <a:pt x="926544" y="436306"/>
                  </a:lnTo>
                  <a:cubicBezTo>
                    <a:pt x="926544" y="436306"/>
                    <a:pt x="924794" y="437181"/>
                    <a:pt x="924491" y="438055"/>
                  </a:cubicBezTo>
                  <a:cubicBezTo>
                    <a:pt x="924155" y="438930"/>
                    <a:pt x="922439" y="441419"/>
                    <a:pt x="922439" y="441419"/>
                  </a:cubicBezTo>
                  <a:cubicBezTo>
                    <a:pt x="922439" y="441419"/>
                    <a:pt x="920352" y="443269"/>
                    <a:pt x="919511" y="443909"/>
                  </a:cubicBezTo>
                  <a:cubicBezTo>
                    <a:pt x="918636" y="444548"/>
                    <a:pt x="915708" y="446398"/>
                    <a:pt x="915708" y="446398"/>
                  </a:cubicBezTo>
                  <a:lnTo>
                    <a:pt x="910054" y="450199"/>
                  </a:lnTo>
                  <a:lnTo>
                    <a:pt x="904501" y="454640"/>
                  </a:lnTo>
                  <a:cubicBezTo>
                    <a:pt x="904501" y="454640"/>
                    <a:pt x="903626" y="455615"/>
                    <a:pt x="903323" y="455952"/>
                  </a:cubicBezTo>
                  <a:cubicBezTo>
                    <a:pt x="902986" y="456288"/>
                    <a:pt x="901135" y="456725"/>
                    <a:pt x="900832" y="457028"/>
                  </a:cubicBezTo>
                  <a:cubicBezTo>
                    <a:pt x="900496" y="457364"/>
                    <a:pt x="900731" y="457802"/>
                    <a:pt x="898544" y="457802"/>
                  </a:cubicBezTo>
                  <a:cubicBezTo>
                    <a:pt x="896356" y="457802"/>
                    <a:pt x="892789" y="457802"/>
                    <a:pt x="892789" y="457802"/>
                  </a:cubicBezTo>
                  <a:cubicBezTo>
                    <a:pt x="892789" y="457802"/>
                    <a:pt x="889322" y="457903"/>
                    <a:pt x="888649" y="458138"/>
                  </a:cubicBezTo>
                  <a:cubicBezTo>
                    <a:pt x="888010" y="458340"/>
                    <a:pt x="882019" y="458340"/>
                    <a:pt x="882019" y="458340"/>
                  </a:cubicBezTo>
                  <a:cubicBezTo>
                    <a:pt x="882019" y="458340"/>
                    <a:pt x="875928" y="457903"/>
                    <a:pt x="875490" y="457802"/>
                  </a:cubicBezTo>
                  <a:cubicBezTo>
                    <a:pt x="875053" y="457701"/>
                    <a:pt x="873740" y="455312"/>
                    <a:pt x="873336" y="454640"/>
                  </a:cubicBezTo>
                  <a:cubicBezTo>
                    <a:pt x="872899" y="454000"/>
                    <a:pt x="871587" y="452453"/>
                    <a:pt x="871149" y="452453"/>
                  </a:cubicBezTo>
                  <a:cubicBezTo>
                    <a:pt x="870711" y="452453"/>
                    <a:pt x="868322" y="451579"/>
                    <a:pt x="866370" y="451579"/>
                  </a:cubicBezTo>
                  <a:cubicBezTo>
                    <a:pt x="864418" y="451579"/>
                    <a:pt x="860480" y="451478"/>
                    <a:pt x="860178" y="451780"/>
                  </a:cubicBezTo>
                  <a:cubicBezTo>
                    <a:pt x="859841" y="452117"/>
                    <a:pt x="857788" y="451679"/>
                    <a:pt x="857788" y="451679"/>
                  </a:cubicBezTo>
                  <a:lnTo>
                    <a:pt x="853884" y="449190"/>
                  </a:lnTo>
                  <a:lnTo>
                    <a:pt x="851394" y="444851"/>
                  </a:lnTo>
                  <a:cubicBezTo>
                    <a:pt x="851394" y="444851"/>
                    <a:pt x="850620" y="443337"/>
                    <a:pt x="850317" y="443000"/>
                  </a:cubicBezTo>
                  <a:cubicBezTo>
                    <a:pt x="849980" y="442664"/>
                    <a:pt x="847927" y="438964"/>
                    <a:pt x="847591" y="438863"/>
                  </a:cubicBezTo>
                  <a:cubicBezTo>
                    <a:pt x="847254" y="438762"/>
                    <a:pt x="844528" y="438425"/>
                    <a:pt x="844124" y="438425"/>
                  </a:cubicBezTo>
                  <a:cubicBezTo>
                    <a:pt x="843687" y="438425"/>
                    <a:pt x="841398" y="439636"/>
                    <a:pt x="840658" y="440376"/>
                  </a:cubicBezTo>
                  <a:cubicBezTo>
                    <a:pt x="839884" y="441150"/>
                    <a:pt x="839009" y="441352"/>
                    <a:pt x="838706" y="441991"/>
                  </a:cubicBezTo>
                  <a:cubicBezTo>
                    <a:pt x="838369" y="442630"/>
                    <a:pt x="837831" y="443841"/>
                    <a:pt x="837393" y="443841"/>
                  </a:cubicBezTo>
                  <a:cubicBezTo>
                    <a:pt x="836956" y="443841"/>
                    <a:pt x="833691" y="443841"/>
                    <a:pt x="833691" y="443841"/>
                  </a:cubicBezTo>
                  <a:cubicBezTo>
                    <a:pt x="833691" y="443841"/>
                    <a:pt x="831066" y="443640"/>
                    <a:pt x="829350" y="444043"/>
                  </a:cubicBezTo>
                  <a:cubicBezTo>
                    <a:pt x="827600" y="444481"/>
                    <a:pt x="825984" y="445120"/>
                    <a:pt x="825984" y="445120"/>
                  </a:cubicBezTo>
                  <a:lnTo>
                    <a:pt x="823797" y="446734"/>
                  </a:lnTo>
                  <a:cubicBezTo>
                    <a:pt x="823797" y="446734"/>
                    <a:pt x="818581" y="448585"/>
                    <a:pt x="818143" y="448786"/>
                  </a:cubicBezTo>
                  <a:cubicBezTo>
                    <a:pt x="817705" y="449022"/>
                    <a:pt x="814003" y="450098"/>
                    <a:pt x="813566" y="450199"/>
                  </a:cubicBezTo>
                  <a:cubicBezTo>
                    <a:pt x="813128" y="450300"/>
                    <a:pt x="810739" y="452117"/>
                    <a:pt x="810739" y="452117"/>
                  </a:cubicBezTo>
                  <a:lnTo>
                    <a:pt x="807811" y="452487"/>
                  </a:lnTo>
                  <a:lnTo>
                    <a:pt x="804143" y="452487"/>
                  </a:lnTo>
                  <a:cubicBezTo>
                    <a:pt x="804143" y="452487"/>
                    <a:pt x="800239" y="450872"/>
                    <a:pt x="799801" y="450738"/>
                  </a:cubicBezTo>
                  <a:cubicBezTo>
                    <a:pt x="799364" y="450637"/>
                    <a:pt x="795897" y="449964"/>
                    <a:pt x="795897" y="449964"/>
                  </a:cubicBezTo>
                  <a:cubicBezTo>
                    <a:pt x="795897" y="449964"/>
                    <a:pt x="792969" y="448753"/>
                    <a:pt x="792195" y="448652"/>
                  </a:cubicBezTo>
                  <a:cubicBezTo>
                    <a:pt x="791421" y="448551"/>
                    <a:pt x="787955" y="446701"/>
                    <a:pt x="787315" y="446701"/>
                  </a:cubicBezTo>
                  <a:cubicBezTo>
                    <a:pt x="786676" y="446701"/>
                    <a:pt x="785902" y="446465"/>
                    <a:pt x="785464" y="446465"/>
                  </a:cubicBezTo>
                  <a:cubicBezTo>
                    <a:pt x="785027" y="446465"/>
                    <a:pt x="781661" y="447004"/>
                    <a:pt x="781661" y="447004"/>
                  </a:cubicBezTo>
                  <a:lnTo>
                    <a:pt x="780786" y="449190"/>
                  </a:lnTo>
                  <a:cubicBezTo>
                    <a:pt x="780786" y="449190"/>
                    <a:pt x="781123" y="451679"/>
                    <a:pt x="781561" y="452016"/>
                  </a:cubicBezTo>
                  <a:cubicBezTo>
                    <a:pt x="781998" y="452352"/>
                    <a:pt x="784926" y="453765"/>
                    <a:pt x="784926" y="453765"/>
                  </a:cubicBezTo>
                  <a:lnTo>
                    <a:pt x="790041" y="456389"/>
                  </a:lnTo>
                  <a:lnTo>
                    <a:pt x="794719" y="458777"/>
                  </a:lnTo>
                  <a:cubicBezTo>
                    <a:pt x="794719" y="458777"/>
                    <a:pt x="795493" y="462242"/>
                    <a:pt x="795796" y="462478"/>
                  </a:cubicBezTo>
                  <a:cubicBezTo>
                    <a:pt x="796133" y="462680"/>
                    <a:pt x="797008" y="465943"/>
                    <a:pt x="797008" y="465943"/>
                  </a:cubicBezTo>
                  <a:cubicBezTo>
                    <a:pt x="797008" y="465943"/>
                    <a:pt x="798522" y="469542"/>
                    <a:pt x="798859" y="469744"/>
                  </a:cubicBezTo>
                  <a:cubicBezTo>
                    <a:pt x="799195" y="469946"/>
                    <a:pt x="802561" y="473209"/>
                    <a:pt x="802561" y="473209"/>
                  </a:cubicBezTo>
                  <a:cubicBezTo>
                    <a:pt x="802561" y="473209"/>
                    <a:pt x="803200" y="474622"/>
                    <a:pt x="804075" y="474723"/>
                  </a:cubicBezTo>
                  <a:cubicBezTo>
                    <a:pt x="804950" y="474823"/>
                    <a:pt x="807239" y="476775"/>
                    <a:pt x="807542" y="477346"/>
                  </a:cubicBezTo>
                  <a:cubicBezTo>
                    <a:pt x="807845" y="477885"/>
                    <a:pt x="808518" y="479634"/>
                    <a:pt x="808518" y="479634"/>
                  </a:cubicBezTo>
                  <a:cubicBezTo>
                    <a:pt x="808518" y="479634"/>
                    <a:pt x="807542" y="481686"/>
                    <a:pt x="805792" y="482258"/>
                  </a:cubicBezTo>
                  <a:cubicBezTo>
                    <a:pt x="804042" y="482796"/>
                    <a:pt x="801316" y="485286"/>
                    <a:pt x="800239" y="485857"/>
                  </a:cubicBezTo>
                  <a:cubicBezTo>
                    <a:pt x="799162" y="486395"/>
                    <a:pt x="798186" y="486934"/>
                    <a:pt x="796974" y="487808"/>
                  </a:cubicBezTo>
                  <a:cubicBezTo>
                    <a:pt x="795763" y="488683"/>
                    <a:pt x="792936" y="492148"/>
                    <a:pt x="792936" y="492148"/>
                  </a:cubicBezTo>
                  <a:lnTo>
                    <a:pt x="791522" y="493897"/>
                  </a:lnTo>
                  <a:cubicBezTo>
                    <a:pt x="791522" y="493897"/>
                    <a:pt x="788359" y="496622"/>
                    <a:pt x="788056" y="497160"/>
                  </a:cubicBezTo>
                  <a:cubicBezTo>
                    <a:pt x="787719" y="497699"/>
                    <a:pt x="785868" y="500087"/>
                    <a:pt x="785868" y="500524"/>
                  </a:cubicBezTo>
                  <a:cubicBezTo>
                    <a:pt x="785868" y="500961"/>
                    <a:pt x="785431" y="502812"/>
                    <a:pt x="785431" y="503249"/>
                  </a:cubicBezTo>
                  <a:cubicBezTo>
                    <a:pt x="785431" y="503686"/>
                    <a:pt x="785094" y="506277"/>
                    <a:pt x="784657" y="506512"/>
                  </a:cubicBezTo>
                  <a:cubicBezTo>
                    <a:pt x="784219" y="506747"/>
                    <a:pt x="783681" y="506949"/>
                    <a:pt x="782469" y="507151"/>
                  </a:cubicBezTo>
                  <a:cubicBezTo>
                    <a:pt x="781258" y="507353"/>
                    <a:pt x="779541" y="507252"/>
                    <a:pt x="779104" y="506714"/>
                  </a:cubicBezTo>
                  <a:cubicBezTo>
                    <a:pt x="778666" y="506176"/>
                    <a:pt x="777354" y="505839"/>
                    <a:pt x="777051" y="504325"/>
                  </a:cubicBezTo>
                  <a:cubicBezTo>
                    <a:pt x="776714" y="502812"/>
                    <a:pt x="775200" y="499751"/>
                    <a:pt x="775200" y="499751"/>
                  </a:cubicBezTo>
                  <a:lnTo>
                    <a:pt x="771397" y="498001"/>
                  </a:lnTo>
                  <a:cubicBezTo>
                    <a:pt x="771397" y="498001"/>
                    <a:pt x="768469" y="498775"/>
                    <a:pt x="768132" y="498977"/>
                  </a:cubicBezTo>
                  <a:cubicBezTo>
                    <a:pt x="767796" y="499178"/>
                    <a:pt x="764767" y="501802"/>
                    <a:pt x="764767" y="501802"/>
                  </a:cubicBezTo>
                  <a:cubicBezTo>
                    <a:pt x="764767" y="501802"/>
                    <a:pt x="764666" y="502879"/>
                    <a:pt x="763791" y="502442"/>
                  </a:cubicBezTo>
                  <a:cubicBezTo>
                    <a:pt x="762916" y="502004"/>
                    <a:pt x="760964" y="501130"/>
                    <a:pt x="759988" y="499280"/>
                  </a:cubicBezTo>
                  <a:cubicBezTo>
                    <a:pt x="759012" y="497429"/>
                    <a:pt x="758036" y="495276"/>
                    <a:pt x="757699" y="494503"/>
                  </a:cubicBezTo>
                  <a:cubicBezTo>
                    <a:pt x="757363" y="493763"/>
                    <a:pt x="757262" y="493628"/>
                    <a:pt x="756723" y="493090"/>
                  </a:cubicBezTo>
                  <a:cubicBezTo>
                    <a:pt x="756185" y="492552"/>
                    <a:pt x="755209" y="491576"/>
                    <a:pt x="754872" y="491038"/>
                  </a:cubicBezTo>
                  <a:cubicBezTo>
                    <a:pt x="754536" y="490500"/>
                    <a:pt x="752685" y="489524"/>
                    <a:pt x="752685" y="489524"/>
                  </a:cubicBezTo>
                  <a:cubicBezTo>
                    <a:pt x="752685" y="489524"/>
                    <a:pt x="751507" y="489423"/>
                    <a:pt x="750396" y="489423"/>
                  </a:cubicBezTo>
                  <a:cubicBezTo>
                    <a:pt x="749319" y="489423"/>
                    <a:pt x="750060" y="489087"/>
                    <a:pt x="748209" y="489423"/>
                  </a:cubicBezTo>
                  <a:cubicBezTo>
                    <a:pt x="746358" y="489759"/>
                    <a:pt x="744944" y="489759"/>
                    <a:pt x="744608" y="489524"/>
                  </a:cubicBezTo>
                  <a:cubicBezTo>
                    <a:pt x="744271" y="489322"/>
                    <a:pt x="743093" y="489087"/>
                    <a:pt x="742757" y="488986"/>
                  </a:cubicBezTo>
                  <a:cubicBezTo>
                    <a:pt x="742420" y="488885"/>
                    <a:pt x="741242" y="489423"/>
                    <a:pt x="740367" y="487371"/>
                  </a:cubicBezTo>
                  <a:cubicBezTo>
                    <a:pt x="739492" y="485319"/>
                    <a:pt x="739290" y="484983"/>
                    <a:pt x="739290" y="484343"/>
                  </a:cubicBezTo>
                  <a:cubicBezTo>
                    <a:pt x="739290" y="483704"/>
                    <a:pt x="739189" y="481619"/>
                    <a:pt x="739290" y="481181"/>
                  </a:cubicBezTo>
                  <a:cubicBezTo>
                    <a:pt x="739391" y="480744"/>
                    <a:pt x="738987" y="479230"/>
                    <a:pt x="739223" y="478692"/>
                  </a:cubicBezTo>
                  <a:cubicBezTo>
                    <a:pt x="739492" y="478154"/>
                    <a:pt x="739122" y="477481"/>
                    <a:pt x="739122" y="477178"/>
                  </a:cubicBezTo>
                  <a:cubicBezTo>
                    <a:pt x="739156" y="476842"/>
                    <a:pt x="737507" y="475866"/>
                    <a:pt x="737103" y="475429"/>
                  </a:cubicBezTo>
                  <a:cubicBezTo>
                    <a:pt x="736665" y="474992"/>
                    <a:pt x="734478" y="474353"/>
                    <a:pt x="734478" y="474353"/>
                  </a:cubicBezTo>
                  <a:cubicBezTo>
                    <a:pt x="734478" y="474353"/>
                    <a:pt x="733165" y="473579"/>
                    <a:pt x="732963" y="473141"/>
                  </a:cubicBezTo>
                  <a:cubicBezTo>
                    <a:pt x="732761" y="472704"/>
                    <a:pt x="731550" y="471089"/>
                    <a:pt x="731213" y="470854"/>
                  </a:cubicBezTo>
                  <a:cubicBezTo>
                    <a:pt x="730877" y="470652"/>
                    <a:pt x="728925" y="467591"/>
                    <a:pt x="728925" y="467591"/>
                  </a:cubicBezTo>
                  <a:cubicBezTo>
                    <a:pt x="728925" y="467591"/>
                    <a:pt x="727949" y="467053"/>
                    <a:pt x="728925" y="466279"/>
                  </a:cubicBezTo>
                  <a:cubicBezTo>
                    <a:pt x="729901" y="465505"/>
                    <a:pt x="730002" y="464530"/>
                    <a:pt x="730540" y="463992"/>
                  </a:cubicBezTo>
                  <a:cubicBezTo>
                    <a:pt x="731079" y="463453"/>
                    <a:pt x="731953" y="462814"/>
                    <a:pt x="733030" y="462579"/>
                  </a:cubicBezTo>
                  <a:cubicBezTo>
                    <a:pt x="734107" y="462343"/>
                    <a:pt x="735083" y="461940"/>
                    <a:pt x="735521" y="461805"/>
                  </a:cubicBezTo>
                  <a:cubicBezTo>
                    <a:pt x="735958" y="461704"/>
                    <a:pt x="737910" y="458340"/>
                    <a:pt x="737910" y="458004"/>
                  </a:cubicBezTo>
                  <a:cubicBezTo>
                    <a:pt x="737910" y="457667"/>
                    <a:pt x="737136" y="456053"/>
                    <a:pt x="735858" y="455817"/>
                  </a:cubicBezTo>
                  <a:cubicBezTo>
                    <a:pt x="734545" y="455582"/>
                    <a:pt x="732829" y="454741"/>
                    <a:pt x="731718" y="454841"/>
                  </a:cubicBezTo>
                  <a:cubicBezTo>
                    <a:pt x="730641" y="454942"/>
                    <a:pt x="727915" y="454942"/>
                    <a:pt x="727578" y="455279"/>
                  </a:cubicBezTo>
                  <a:cubicBezTo>
                    <a:pt x="727242" y="455615"/>
                    <a:pt x="726064" y="455817"/>
                    <a:pt x="725290" y="456456"/>
                  </a:cubicBezTo>
                  <a:cubicBezTo>
                    <a:pt x="724516" y="457095"/>
                    <a:pt x="723001" y="458407"/>
                    <a:pt x="722026" y="459181"/>
                  </a:cubicBezTo>
                  <a:cubicBezTo>
                    <a:pt x="721049" y="459955"/>
                    <a:pt x="719972" y="459618"/>
                    <a:pt x="719535" y="460493"/>
                  </a:cubicBezTo>
                  <a:cubicBezTo>
                    <a:pt x="719097" y="461368"/>
                    <a:pt x="718121" y="462007"/>
                    <a:pt x="717785" y="462007"/>
                  </a:cubicBezTo>
                  <a:cubicBezTo>
                    <a:pt x="717448" y="462007"/>
                    <a:pt x="714857" y="462343"/>
                    <a:pt x="714857" y="462343"/>
                  </a:cubicBezTo>
                  <a:cubicBezTo>
                    <a:pt x="714857" y="462343"/>
                    <a:pt x="711828" y="461906"/>
                    <a:pt x="711391" y="461704"/>
                  </a:cubicBezTo>
                  <a:cubicBezTo>
                    <a:pt x="710953" y="461502"/>
                    <a:pt x="709001" y="460190"/>
                    <a:pt x="708665" y="459854"/>
                  </a:cubicBezTo>
                  <a:cubicBezTo>
                    <a:pt x="708328" y="459517"/>
                    <a:pt x="707049" y="458777"/>
                    <a:pt x="706713" y="457129"/>
                  </a:cubicBezTo>
                  <a:cubicBezTo>
                    <a:pt x="706376" y="455481"/>
                    <a:pt x="706612" y="455279"/>
                    <a:pt x="706174" y="454841"/>
                  </a:cubicBezTo>
                  <a:cubicBezTo>
                    <a:pt x="705737" y="454404"/>
                    <a:pt x="704559" y="453866"/>
                    <a:pt x="704121" y="453866"/>
                  </a:cubicBezTo>
                  <a:cubicBezTo>
                    <a:pt x="703684" y="453866"/>
                    <a:pt x="700958" y="453967"/>
                    <a:pt x="700655" y="453866"/>
                  </a:cubicBezTo>
                  <a:cubicBezTo>
                    <a:pt x="700318" y="453765"/>
                    <a:pt x="698602" y="452991"/>
                    <a:pt x="698467" y="452453"/>
                  </a:cubicBezTo>
                  <a:cubicBezTo>
                    <a:pt x="698366" y="451915"/>
                    <a:pt x="698467" y="450603"/>
                    <a:pt x="699679" y="449527"/>
                  </a:cubicBezTo>
                  <a:cubicBezTo>
                    <a:pt x="700857" y="448450"/>
                    <a:pt x="702405" y="447037"/>
                    <a:pt x="702405" y="447037"/>
                  </a:cubicBezTo>
                  <a:cubicBezTo>
                    <a:pt x="702405" y="447037"/>
                    <a:pt x="702741" y="443774"/>
                    <a:pt x="702405" y="443673"/>
                  </a:cubicBezTo>
                  <a:cubicBezTo>
                    <a:pt x="702068" y="443572"/>
                    <a:pt x="701429" y="442698"/>
                    <a:pt x="700890" y="442361"/>
                  </a:cubicBezTo>
                  <a:cubicBezTo>
                    <a:pt x="700352" y="442025"/>
                    <a:pt x="698467" y="439973"/>
                    <a:pt x="698467" y="439973"/>
                  </a:cubicBezTo>
                  <a:cubicBezTo>
                    <a:pt x="698467" y="439973"/>
                    <a:pt x="699174" y="438358"/>
                    <a:pt x="699713" y="437921"/>
                  </a:cubicBezTo>
                  <a:cubicBezTo>
                    <a:pt x="700251" y="437484"/>
                    <a:pt x="701126" y="436609"/>
                    <a:pt x="701227" y="436272"/>
                  </a:cubicBezTo>
                  <a:cubicBezTo>
                    <a:pt x="701328" y="435936"/>
                    <a:pt x="702741" y="434759"/>
                    <a:pt x="702741" y="434759"/>
                  </a:cubicBezTo>
                  <a:cubicBezTo>
                    <a:pt x="702741" y="434759"/>
                    <a:pt x="701664" y="432269"/>
                    <a:pt x="701530" y="431933"/>
                  </a:cubicBezTo>
                  <a:cubicBezTo>
                    <a:pt x="701429" y="431597"/>
                    <a:pt x="700217" y="431159"/>
                    <a:pt x="700991" y="430520"/>
                  </a:cubicBezTo>
                  <a:cubicBezTo>
                    <a:pt x="701765" y="429881"/>
                    <a:pt x="702506" y="428670"/>
                    <a:pt x="702506" y="428670"/>
                  </a:cubicBezTo>
                  <a:lnTo>
                    <a:pt x="703381" y="427694"/>
                  </a:lnTo>
                  <a:cubicBezTo>
                    <a:pt x="703381" y="427694"/>
                    <a:pt x="703717" y="425070"/>
                    <a:pt x="703583" y="424667"/>
                  </a:cubicBezTo>
                  <a:cubicBezTo>
                    <a:pt x="703482" y="424229"/>
                    <a:pt x="702506" y="422615"/>
                    <a:pt x="702506" y="422177"/>
                  </a:cubicBezTo>
                  <a:cubicBezTo>
                    <a:pt x="702506" y="421740"/>
                    <a:pt x="703583" y="420428"/>
                    <a:pt x="704693" y="419789"/>
                  </a:cubicBezTo>
                  <a:cubicBezTo>
                    <a:pt x="705770" y="419150"/>
                    <a:pt x="706208" y="418477"/>
                    <a:pt x="706208" y="418040"/>
                  </a:cubicBezTo>
                  <a:cubicBezTo>
                    <a:pt x="706208" y="417602"/>
                    <a:pt x="707285" y="416627"/>
                    <a:pt x="706208" y="414878"/>
                  </a:cubicBezTo>
                  <a:cubicBezTo>
                    <a:pt x="705131" y="413128"/>
                    <a:pt x="703818" y="411716"/>
                    <a:pt x="703818" y="411716"/>
                  </a:cubicBezTo>
                  <a:lnTo>
                    <a:pt x="701328" y="410740"/>
                  </a:lnTo>
                  <a:lnTo>
                    <a:pt x="697962" y="410740"/>
                  </a:lnTo>
                  <a:lnTo>
                    <a:pt x="696212" y="410740"/>
                  </a:lnTo>
                  <a:lnTo>
                    <a:pt x="694462" y="410740"/>
                  </a:lnTo>
                  <a:lnTo>
                    <a:pt x="690996" y="410740"/>
                  </a:lnTo>
                  <a:cubicBezTo>
                    <a:pt x="690996" y="410740"/>
                    <a:pt x="690659" y="412254"/>
                    <a:pt x="690222" y="412590"/>
                  </a:cubicBezTo>
                  <a:cubicBezTo>
                    <a:pt x="689784" y="412927"/>
                    <a:pt x="688707" y="413465"/>
                    <a:pt x="688707" y="413465"/>
                  </a:cubicBezTo>
                  <a:cubicBezTo>
                    <a:pt x="688707" y="413465"/>
                    <a:pt x="687732" y="412927"/>
                    <a:pt x="687193" y="412489"/>
                  </a:cubicBezTo>
                  <a:cubicBezTo>
                    <a:pt x="686655" y="412052"/>
                    <a:pt x="684366" y="411514"/>
                    <a:pt x="684366" y="411514"/>
                  </a:cubicBezTo>
                  <a:cubicBezTo>
                    <a:pt x="684366" y="411514"/>
                    <a:pt x="683053" y="411312"/>
                    <a:pt x="682515" y="411312"/>
                  </a:cubicBezTo>
                  <a:cubicBezTo>
                    <a:pt x="681977" y="411312"/>
                    <a:pt x="680226" y="411648"/>
                    <a:pt x="680226" y="411648"/>
                  </a:cubicBezTo>
                  <a:lnTo>
                    <a:pt x="678375" y="412422"/>
                  </a:lnTo>
                  <a:lnTo>
                    <a:pt x="674135" y="410807"/>
                  </a:lnTo>
                  <a:lnTo>
                    <a:pt x="673597" y="409394"/>
                  </a:lnTo>
                  <a:cubicBezTo>
                    <a:pt x="673597" y="409394"/>
                    <a:pt x="675986" y="403407"/>
                    <a:pt x="676087" y="403104"/>
                  </a:cubicBezTo>
                  <a:cubicBezTo>
                    <a:pt x="676188" y="402767"/>
                    <a:pt x="673597" y="398226"/>
                    <a:pt x="673597" y="398226"/>
                  </a:cubicBezTo>
                  <a:lnTo>
                    <a:pt x="670568" y="396914"/>
                  </a:lnTo>
                  <a:lnTo>
                    <a:pt x="668380" y="396914"/>
                  </a:lnTo>
                  <a:lnTo>
                    <a:pt x="664914" y="396914"/>
                  </a:lnTo>
                  <a:cubicBezTo>
                    <a:pt x="664914" y="396914"/>
                    <a:pt x="662861" y="396039"/>
                    <a:pt x="662962" y="395064"/>
                  </a:cubicBezTo>
                  <a:cubicBezTo>
                    <a:pt x="663063" y="394088"/>
                    <a:pt x="664375" y="393113"/>
                    <a:pt x="662962" y="393113"/>
                  </a:cubicBezTo>
                  <a:cubicBezTo>
                    <a:pt x="661548" y="393113"/>
                    <a:pt x="659058" y="392339"/>
                    <a:pt x="659058" y="392339"/>
                  </a:cubicBezTo>
                  <a:cubicBezTo>
                    <a:pt x="659058" y="392339"/>
                    <a:pt x="658284" y="389614"/>
                    <a:pt x="658519" y="389312"/>
                  </a:cubicBezTo>
                  <a:cubicBezTo>
                    <a:pt x="658721" y="388975"/>
                    <a:pt x="658957" y="386486"/>
                    <a:pt x="658957" y="386048"/>
                  </a:cubicBezTo>
                  <a:cubicBezTo>
                    <a:pt x="658957" y="385611"/>
                    <a:pt x="659159" y="383223"/>
                    <a:pt x="659159" y="382785"/>
                  </a:cubicBezTo>
                  <a:cubicBezTo>
                    <a:pt x="659159" y="382348"/>
                    <a:pt x="659058" y="379321"/>
                    <a:pt x="659058" y="379321"/>
                  </a:cubicBezTo>
                  <a:cubicBezTo>
                    <a:pt x="659058" y="379321"/>
                    <a:pt x="657543" y="377672"/>
                    <a:pt x="657442" y="377370"/>
                  </a:cubicBezTo>
                  <a:cubicBezTo>
                    <a:pt x="657341" y="377033"/>
                    <a:pt x="655490" y="375957"/>
                    <a:pt x="656231" y="375183"/>
                  </a:cubicBezTo>
                  <a:cubicBezTo>
                    <a:pt x="657005" y="374409"/>
                    <a:pt x="657745" y="372593"/>
                    <a:pt x="657745" y="372122"/>
                  </a:cubicBezTo>
                  <a:cubicBezTo>
                    <a:pt x="657745" y="371684"/>
                    <a:pt x="655793" y="368960"/>
                    <a:pt x="655457" y="368960"/>
                  </a:cubicBezTo>
                  <a:cubicBezTo>
                    <a:pt x="655120" y="368960"/>
                    <a:pt x="652865" y="367917"/>
                    <a:pt x="652293" y="368051"/>
                  </a:cubicBezTo>
                  <a:cubicBezTo>
                    <a:pt x="651755" y="368152"/>
                    <a:pt x="648928" y="367345"/>
                    <a:pt x="648591" y="367345"/>
                  </a:cubicBezTo>
                  <a:cubicBezTo>
                    <a:pt x="648255" y="367345"/>
                    <a:pt x="642298" y="367345"/>
                    <a:pt x="642298" y="367345"/>
                  </a:cubicBezTo>
                  <a:lnTo>
                    <a:pt x="636879" y="365495"/>
                  </a:lnTo>
                  <a:lnTo>
                    <a:pt x="633076" y="362871"/>
                  </a:lnTo>
                  <a:lnTo>
                    <a:pt x="629172" y="360381"/>
                  </a:lnTo>
                  <a:lnTo>
                    <a:pt x="625269" y="357758"/>
                  </a:lnTo>
                  <a:lnTo>
                    <a:pt x="620052" y="358397"/>
                  </a:lnTo>
                  <a:cubicBezTo>
                    <a:pt x="620052" y="358397"/>
                    <a:pt x="618302" y="353284"/>
                    <a:pt x="617999" y="352846"/>
                  </a:cubicBezTo>
                  <a:cubicBezTo>
                    <a:pt x="617663" y="352409"/>
                    <a:pt x="612345" y="349045"/>
                    <a:pt x="612345" y="349045"/>
                  </a:cubicBezTo>
                  <a:cubicBezTo>
                    <a:pt x="612345" y="349045"/>
                    <a:pt x="609417" y="348608"/>
                    <a:pt x="608980" y="348507"/>
                  </a:cubicBezTo>
                  <a:cubicBezTo>
                    <a:pt x="608542" y="348406"/>
                    <a:pt x="602148" y="347094"/>
                    <a:pt x="601811" y="346993"/>
                  </a:cubicBezTo>
                  <a:cubicBezTo>
                    <a:pt x="601475" y="346892"/>
                    <a:pt x="597032" y="346993"/>
                    <a:pt x="597032" y="346993"/>
                  </a:cubicBezTo>
                  <a:cubicBezTo>
                    <a:pt x="597032" y="346993"/>
                    <a:pt x="595518" y="346455"/>
                    <a:pt x="594407" y="346959"/>
                  </a:cubicBezTo>
                  <a:cubicBezTo>
                    <a:pt x="593330" y="347430"/>
                    <a:pt x="590268" y="348204"/>
                    <a:pt x="590268" y="348204"/>
                  </a:cubicBezTo>
                  <a:cubicBezTo>
                    <a:pt x="590268" y="348204"/>
                    <a:pt x="589830" y="349617"/>
                    <a:pt x="587542" y="348978"/>
                  </a:cubicBezTo>
                  <a:cubicBezTo>
                    <a:pt x="585253" y="348338"/>
                    <a:pt x="582527" y="345816"/>
                    <a:pt x="582763" y="345513"/>
                  </a:cubicBezTo>
                  <a:cubicBezTo>
                    <a:pt x="582965" y="345176"/>
                    <a:pt x="587239" y="345513"/>
                    <a:pt x="587239" y="345513"/>
                  </a:cubicBezTo>
                  <a:lnTo>
                    <a:pt x="589830" y="345378"/>
                  </a:lnTo>
                  <a:lnTo>
                    <a:pt x="592220" y="343898"/>
                  </a:lnTo>
                  <a:lnTo>
                    <a:pt x="592758" y="342822"/>
                  </a:lnTo>
                  <a:lnTo>
                    <a:pt x="593633" y="340231"/>
                  </a:lnTo>
                  <a:cubicBezTo>
                    <a:pt x="593633" y="340231"/>
                    <a:pt x="594273" y="338818"/>
                    <a:pt x="594508" y="338482"/>
                  </a:cubicBezTo>
                  <a:cubicBezTo>
                    <a:pt x="594710" y="338146"/>
                    <a:pt x="596258" y="335892"/>
                    <a:pt x="596258" y="335892"/>
                  </a:cubicBezTo>
                  <a:cubicBezTo>
                    <a:pt x="596258" y="335892"/>
                    <a:pt x="598109" y="334916"/>
                    <a:pt x="598446" y="334681"/>
                  </a:cubicBezTo>
                  <a:cubicBezTo>
                    <a:pt x="598782" y="334479"/>
                    <a:pt x="598883" y="333806"/>
                    <a:pt x="599859" y="333604"/>
                  </a:cubicBezTo>
                  <a:cubicBezTo>
                    <a:pt x="600835" y="333402"/>
                    <a:pt x="601273" y="333402"/>
                    <a:pt x="601710" y="332831"/>
                  </a:cubicBezTo>
                  <a:cubicBezTo>
                    <a:pt x="602148" y="332292"/>
                    <a:pt x="603326" y="331317"/>
                    <a:pt x="604201" y="330678"/>
                  </a:cubicBezTo>
                  <a:cubicBezTo>
                    <a:pt x="605076" y="330039"/>
                    <a:pt x="605412" y="329366"/>
                    <a:pt x="605715" y="329265"/>
                  </a:cubicBezTo>
                  <a:cubicBezTo>
                    <a:pt x="606052" y="329164"/>
                    <a:pt x="606893" y="328289"/>
                    <a:pt x="606893" y="328289"/>
                  </a:cubicBezTo>
                  <a:lnTo>
                    <a:pt x="609081" y="327415"/>
                  </a:lnTo>
                  <a:lnTo>
                    <a:pt x="611033" y="327415"/>
                  </a:lnTo>
                  <a:lnTo>
                    <a:pt x="615172" y="327415"/>
                  </a:lnTo>
                  <a:lnTo>
                    <a:pt x="616249" y="327415"/>
                  </a:lnTo>
                  <a:cubicBezTo>
                    <a:pt x="616249" y="327415"/>
                    <a:pt x="618201" y="326103"/>
                    <a:pt x="618740" y="325564"/>
                  </a:cubicBezTo>
                  <a:cubicBezTo>
                    <a:pt x="619278" y="325026"/>
                    <a:pt x="620153" y="324252"/>
                    <a:pt x="620490" y="323815"/>
                  </a:cubicBezTo>
                  <a:cubicBezTo>
                    <a:pt x="620826" y="323378"/>
                    <a:pt x="622004" y="321629"/>
                    <a:pt x="622004" y="321629"/>
                  </a:cubicBezTo>
                  <a:lnTo>
                    <a:pt x="623317" y="319947"/>
                  </a:lnTo>
                  <a:lnTo>
                    <a:pt x="624730" y="318702"/>
                  </a:lnTo>
                  <a:lnTo>
                    <a:pt x="624932" y="318702"/>
                  </a:lnTo>
                  <a:cubicBezTo>
                    <a:pt x="624932" y="318702"/>
                    <a:pt x="627220" y="318366"/>
                    <a:pt x="628398" y="318702"/>
                  </a:cubicBezTo>
                  <a:cubicBezTo>
                    <a:pt x="629610" y="319038"/>
                    <a:pt x="630889" y="318567"/>
                    <a:pt x="630889" y="318567"/>
                  </a:cubicBezTo>
                  <a:cubicBezTo>
                    <a:pt x="630889" y="318567"/>
                    <a:pt x="632942" y="317289"/>
                    <a:pt x="633514" y="316650"/>
                  </a:cubicBezTo>
                  <a:cubicBezTo>
                    <a:pt x="634052" y="316011"/>
                    <a:pt x="635365" y="315574"/>
                    <a:pt x="635567" y="315136"/>
                  </a:cubicBezTo>
                  <a:cubicBezTo>
                    <a:pt x="635769" y="314699"/>
                    <a:pt x="636341" y="313723"/>
                    <a:pt x="636341" y="313084"/>
                  </a:cubicBezTo>
                  <a:cubicBezTo>
                    <a:pt x="636341" y="312445"/>
                    <a:pt x="635903" y="309720"/>
                    <a:pt x="635129" y="309047"/>
                  </a:cubicBezTo>
                  <a:cubicBezTo>
                    <a:pt x="634355" y="308408"/>
                    <a:pt x="634153" y="306861"/>
                    <a:pt x="634153" y="306861"/>
                  </a:cubicBezTo>
                  <a:cubicBezTo>
                    <a:pt x="634153" y="306861"/>
                    <a:pt x="635028" y="304910"/>
                    <a:pt x="635230" y="304371"/>
                  </a:cubicBezTo>
                  <a:cubicBezTo>
                    <a:pt x="635432" y="303833"/>
                    <a:pt x="636644" y="302757"/>
                    <a:pt x="637283" y="301748"/>
                  </a:cubicBezTo>
                  <a:cubicBezTo>
                    <a:pt x="637923" y="300772"/>
                    <a:pt x="638899" y="299359"/>
                    <a:pt x="638899" y="299359"/>
                  </a:cubicBezTo>
                  <a:cubicBezTo>
                    <a:pt x="638899" y="299359"/>
                    <a:pt x="642163" y="294481"/>
                    <a:pt x="642500" y="294347"/>
                  </a:cubicBezTo>
                  <a:cubicBezTo>
                    <a:pt x="642836" y="294246"/>
                    <a:pt x="644553" y="292934"/>
                    <a:pt x="644553" y="292934"/>
                  </a:cubicBezTo>
                  <a:cubicBezTo>
                    <a:pt x="644553" y="292934"/>
                    <a:pt x="645091" y="292732"/>
                    <a:pt x="645630" y="292396"/>
                  </a:cubicBezTo>
                  <a:cubicBezTo>
                    <a:pt x="646168" y="292059"/>
                    <a:pt x="646942" y="291622"/>
                    <a:pt x="646841" y="290983"/>
                  </a:cubicBezTo>
                  <a:cubicBezTo>
                    <a:pt x="646740" y="290344"/>
                    <a:pt x="646639" y="288494"/>
                    <a:pt x="646639" y="288494"/>
                  </a:cubicBezTo>
                  <a:cubicBezTo>
                    <a:pt x="646639" y="288494"/>
                    <a:pt x="647615" y="287518"/>
                    <a:pt x="648053" y="286879"/>
                  </a:cubicBezTo>
                  <a:cubicBezTo>
                    <a:pt x="648490" y="286240"/>
                    <a:pt x="649904" y="285264"/>
                    <a:pt x="649904" y="285264"/>
                  </a:cubicBezTo>
                  <a:cubicBezTo>
                    <a:pt x="649904" y="285264"/>
                    <a:pt x="650880" y="284289"/>
                    <a:pt x="651418" y="284053"/>
                  </a:cubicBezTo>
                  <a:cubicBezTo>
                    <a:pt x="651957" y="283851"/>
                    <a:pt x="653168" y="282876"/>
                    <a:pt x="653168" y="282876"/>
                  </a:cubicBezTo>
                  <a:lnTo>
                    <a:pt x="655457" y="280689"/>
                  </a:lnTo>
                  <a:cubicBezTo>
                    <a:pt x="655457" y="280689"/>
                    <a:pt x="656231" y="279478"/>
                    <a:pt x="656534" y="279377"/>
                  </a:cubicBezTo>
                  <a:cubicBezTo>
                    <a:pt x="656870" y="279276"/>
                    <a:pt x="658385" y="277762"/>
                    <a:pt x="659024" y="276989"/>
                  </a:cubicBezTo>
                  <a:cubicBezTo>
                    <a:pt x="659664" y="276249"/>
                    <a:pt x="660236" y="275677"/>
                    <a:pt x="660236" y="275374"/>
                  </a:cubicBezTo>
                  <a:cubicBezTo>
                    <a:pt x="660236" y="275038"/>
                    <a:pt x="661380" y="273860"/>
                    <a:pt x="661380" y="273860"/>
                  </a:cubicBezTo>
                  <a:cubicBezTo>
                    <a:pt x="661380" y="273860"/>
                    <a:pt x="662322" y="271573"/>
                    <a:pt x="662322" y="271236"/>
                  </a:cubicBezTo>
                  <a:cubicBezTo>
                    <a:pt x="662322" y="270900"/>
                    <a:pt x="662322" y="267435"/>
                    <a:pt x="662322" y="267435"/>
                  </a:cubicBezTo>
                  <a:cubicBezTo>
                    <a:pt x="662322" y="267435"/>
                    <a:pt x="661346" y="265921"/>
                    <a:pt x="661346" y="265585"/>
                  </a:cubicBezTo>
                  <a:cubicBezTo>
                    <a:pt x="661346" y="265249"/>
                    <a:pt x="661986" y="264710"/>
                    <a:pt x="662322" y="264508"/>
                  </a:cubicBezTo>
                  <a:cubicBezTo>
                    <a:pt x="662659" y="264307"/>
                    <a:pt x="663635" y="262995"/>
                    <a:pt x="663635" y="262995"/>
                  </a:cubicBezTo>
                  <a:lnTo>
                    <a:pt x="664072" y="262019"/>
                  </a:lnTo>
                  <a:lnTo>
                    <a:pt x="662760" y="257680"/>
                  </a:lnTo>
                  <a:cubicBezTo>
                    <a:pt x="662760" y="257680"/>
                    <a:pt x="662221" y="256704"/>
                    <a:pt x="661885" y="256368"/>
                  </a:cubicBezTo>
                  <a:cubicBezTo>
                    <a:pt x="661548" y="256031"/>
                    <a:pt x="660808" y="254955"/>
                    <a:pt x="660471" y="254854"/>
                  </a:cubicBezTo>
                  <a:cubicBezTo>
                    <a:pt x="660135" y="254753"/>
                    <a:pt x="658923" y="252028"/>
                    <a:pt x="658923" y="252028"/>
                  </a:cubicBezTo>
                  <a:lnTo>
                    <a:pt x="658788" y="248900"/>
                  </a:lnTo>
                  <a:lnTo>
                    <a:pt x="658216" y="246141"/>
                  </a:lnTo>
                  <a:lnTo>
                    <a:pt x="657341" y="244627"/>
                  </a:lnTo>
                  <a:cubicBezTo>
                    <a:pt x="657341" y="244627"/>
                    <a:pt x="655087" y="242306"/>
                    <a:pt x="654817" y="242306"/>
                  </a:cubicBezTo>
                  <a:cubicBezTo>
                    <a:pt x="654514" y="242306"/>
                    <a:pt x="652125" y="240355"/>
                    <a:pt x="651923" y="240288"/>
                  </a:cubicBezTo>
                  <a:cubicBezTo>
                    <a:pt x="651721" y="240221"/>
                    <a:pt x="648894" y="238606"/>
                    <a:pt x="648658" y="238606"/>
                  </a:cubicBezTo>
                  <a:cubicBezTo>
                    <a:pt x="648456" y="238606"/>
                    <a:pt x="647144" y="236789"/>
                    <a:pt x="647144" y="236789"/>
                  </a:cubicBezTo>
                  <a:lnTo>
                    <a:pt x="646942" y="235545"/>
                  </a:lnTo>
                  <a:cubicBezTo>
                    <a:pt x="646942" y="235545"/>
                    <a:pt x="645630" y="235612"/>
                    <a:pt x="644990" y="235545"/>
                  </a:cubicBezTo>
                  <a:cubicBezTo>
                    <a:pt x="644351" y="235477"/>
                    <a:pt x="643408" y="235612"/>
                    <a:pt x="642803" y="235545"/>
                  </a:cubicBezTo>
                  <a:cubicBezTo>
                    <a:pt x="642230" y="235477"/>
                    <a:pt x="640413" y="235578"/>
                    <a:pt x="640110" y="235545"/>
                  </a:cubicBezTo>
                  <a:cubicBezTo>
                    <a:pt x="639807" y="235477"/>
                    <a:pt x="638529" y="235410"/>
                    <a:pt x="637418" y="235208"/>
                  </a:cubicBezTo>
                  <a:cubicBezTo>
                    <a:pt x="636341" y="234973"/>
                    <a:pt x="633076" y="233964"/>
                    <a:pt x="632774" y="233896"/>
                  </a:cubicBezTo>
                  <a:cubicBezTo>
                    <a:pt x="632471" y="233829"/>
                    <a:pt x="630014" y="232887"/>
                    <a:pt x="630014" y="232887"/>
                  </a:cubicBezTo>
                  <a:cubicBezTo>
                    <a:pt x="630014" y="232887"/>
                    <a:pt x="629004" y="233089"/>
                    <a:pt x="628701" y="232887"/>
                  </a:cubicBezTo>
                  <a:cubicBezTo>
                    <a:pt x="628398" y="232685"/>
                    <a:pt x="623283" y="231003"/>
                    <a:pt x="623283" y="231003"/>
                  </a:cubicBezTo>
                  <a:cubicBezTo>
                    <a:pt x="623283" y="231003"/>
                    <a:pt x="622206" y="230499"/>
                    <a:pt x="621331" y="230364"/>
                  </a:cubicBezTo>
                  <a:cubicBezTo>
                    <a:pt x="620456" y="230230"/>
                    <a:pt x="616990" y="228918"/>
                    <a:pt x="616990" y="228918"/>
                  </a:cubicBezTo>
                  <a:cubicBezTo>
                    <a:pt x="616990" y="228918"/>
                    <a:pt x="616047" y="227034"/>
                    <a:pt x="615610" y="227101"/>
                  </a:cubicBezTo>
                  <a:cubicBezTo>
                    <a:pt x="615172" y="227168"/>
                    <a:pt x="613860" y="227976"/>
                    <a:pt x="613860" y="227976"/>
                  </a:cubicBezTo>
                  <a:cubicBezTo>
                    <a:pt x="613860" y="227976"/>
                    <a:pt x="612278" y="229658"/>
                    <a:pt x="612278" y="229994"/>
                  </a:cubicBezTo>
                  <a:cubicBezTo>
                    <a:pt x="612278" y="230364"/>
                    <a:pt x="612143" y="231743"/>
                    <a:pt x="612143" y="231743"/>
                  </a:cubicBezTo>
                  <a:lnTo>
                    <a:pt x="611134" y="232988"/>
                  </a:lnTo>
                  <a:lnTo>
                    <a:pt x="610561" y="234300"/>
                  </a:lnTo>
                  <a:cubicBezTo>
                    <a:pt x="610561" y="234300"/>
                    <a:pt x="610124" y="235377"/>
                    <a:pt x="610057" y="235612"/>
                  </a:cubicBezTo>
                  <a:cubicBezTo>
                    <a:pt x="609989" y="235814"/>
                    <a:pt x="608912" y="235982"/>
                    <a:pt x="608744" y="236487"/>
                  </a:cubicBezTo>
                  <a:cubicBezTo>
                    <a:pt x="608610" y="236991"/>
                    <a:pt x="607162" y="237294"/>
                    <a:pt x="606859" y="237294"/>
                  </a:cubicBezTo>
                  <a:cubicBezTo>
                    <a:pt x="606557" y="237294"/>
                    <a:pt x="603225" y="236857"/>
                    <a:pt x="602720" y="236924"/>
                  </a:cubicBezTo>
                  <a:cubicBezTo>
                    <a:pt x="602215" y="236991"/>
                    <a:pt x="599388" y="236991"/>
                    <a:pt x="599388" y="236991"/>
                  </a:cubicBezTo>
                  <a:cubicBezTo>
                    <a:pt x="599388" y="236991"/>
                    <a:pt x="596931" y="237059"/>
                    <a:pt x="596629" y="237059"/>
                  </a:cubicBezTo>
                  <a:cubicBezTo>
                    <a:pt x="596326" y="237059"/>
                    <a:pt x="593667" y="237059"/>
                    <a:pt x="593667" y="237059"/>
                  </a:cubicBezTo>
                  <a:lnTo>
                    <a:pt x="590907" y="235679"/>
                  </a:lnTo>
                  <a:lnTo>
                    <a:pt x="589460" y="235545"/>
                  </a:lnTo>
                  <a:lnTo>
                    <a:pt x="585556" y="233291"/>
                  </a:lnTo>
                  <a:lnTo>
                    <a:pt x="580474" y="234300"/>
                  </a:lnTo>
                  <a:lnTo>
                    <a:pt x="576570" y="235881"/>
                  </a:lnTo>
                  <a:cubicBezTo>
                    <a:pt x="576570" y="235881"/>
                    <a:pt x="571488" y="234872"/>
                    <a:pt x="570916" y="234872"/>
                  </a:cubicBezTo>
                  <a:cubicBezTo>
                    <a:pt x="570344" y="234872"/>
                    <a:pt x="563512" y="235747"/>
                    <a:pt x="563512" y="235747"/>
                  </a:cubicBezTo>
                  <a:lnTo>
                    <a:pt x="560618" y="237933"/>
                  </a:lnTo>
                  <a:lnTo>
                    <a:pt x="558027" y="240557"/>
                  </a:lnTo>
                  <a:lnTo>
                    <a:pt x="555267" y="240422"/>
                  </a:lnTo>
                  <a:lnTo>
                    <a:pt x="553080" y="240725"/>
                  </a:lnTo>
                  <a:lnTo>
                    <a:pt x="550757" y="243618"/>
                  </a:lnTo>
                  <a:lnTo>
                    <a:pt x="548300" y="245065"/>
                  </a:lnTo>
                  <a:cubicBezTo>
                    <a:pt x="548300" y="245065"/>
                    <a:pt x="545406" y="245199"/>
                    <a:pt x="544228" y="245637"/>
                  </a:cubicBezTo>
                  <a:cubicBezTo>
                    <a:pt x="543084" y="246074"/>
                    <a:pt x="538002" y="248967"/>
                    <a:pt x="538002" y="248967"/>
                  </a:cubicBezTo>
                  <a:lnTo>
                    <a:pt x="532348" y="254047"/>
                  </a:lnTo>
                  <a:lnTo>
                    <a:pt x="528141" y="257949"/>
                  </a:lnTo>
                  <a:lnTo>
                    <a:pt x="524237" y="259530"/>
                  </a:lnTo>
                  <a:lnTo>
                    <a:pt x="522487" y="263735"/>
                  </a:lnTo>
                  <a:lnTo>
                    <a:pt x="520603" y="265888"/>
                  </a:lnTo>
                  <a:lnTo>
                    <a:pt x="514646" y="265753"/>
                  </a:lnTo>
                  <a:cubicBezTo>
                    <a:pt x="514646" y="265753"/>
                    <a:pt x="508790" y="265181"/>
                    <a:pt x="508184" y="265047"/>
                  </a:cubicBezTo>
                  <a:cubicBezTo>
                    <a:pt x="507612" y="264912"/>
                    <a:pt x="504045" y="263163"/>
                    <a:pt x="504045" y="263163"/>
                  </a:cubicBezTo>
                  <a:lnTo>
                    <a:pt x="504045" y="260539"/>
                  </a:lnTo>
                  <a:lnTo>
                    <a:pt x="500141" y="260102"/>
                  </a:lnTo>
                  <a:lnTo>
                    <a:pt x="499434" y="262423"/>
                  </a:lnTo>
                  <a:lnTo>
                    <a:pt x="498559" y="262995"/>
                  </a:lnTo>
                  <a:lnTo>
                    <a:pt x="495867" y="263197"/>
                  </a:lnTo>
                  <a:cubicBezTo>
                    <a:pt x="495867" y="263197"/>
                    <a:pt x="492737" y="262894"/>
                    <a:pt x="492165" y="262894"/>
                  </a:cubicBezTo>
                  <a:cubicBezTo>
                    <a:pt x="491593" y="262894"/>
                    <a:pt x="489708" y="262086"/>
                    <a:pt x="489775" y="261817"/>
                  </a:cubicBezTo>
                  <a:cubicBezTo>
                    <a:pt x="489842" y="261515"/>
                    <a:pt x="490415" y="259934"/>
                    <a:pt x="490650" y="259631"/>
                  </a:cubicBezTo>
                  <a:cubicBezTo>
                    <a:pt x="490852" y="259328"/>
                    <a:pt x="491727" y="257242"/>
                    <a:pt x="491727" y="257242"/>
                  </a:cubicBezTo>
                  <a:lnTo>
                    <a:pt x="492366" y="255358"/>
                  </a:lnTo>
                  <a:lnTo>
                    <a:pt x="493006" y="253172"/>
                  </a:lnTo>
                  <a:lnTo>
                    <a:pt x="493645" y="250144"/>
                  </a:lnTo>
                  <a:lnTo>
                    <a:pt x="494958" y="246444"/>
                  </a:lnTo>
                  <a:cubicBezTo>
                    <a:pt x="494958" y="246444"/>
                    <a:pt x="495463" y="245569"/>
                    <a:pt x="495833" y="245368"/>
                  </a:cubicBezTo>
                  <a:cubicBezTo>
                    <a:pt x="496203" y="245132"/>
                    <a:pt x="498155" y="243551"/>
                    <a:pt x="498155" y="243551"/>
                  </a:cubicBezTo>
                  <a:cubicBezTo>
                    <a:pt x="498155" y="243551"/>
                    <a:pt x="499097" y="243753"/>
                    <a:pt x="499299" y="242979"/>
                  </a:cubicBezTo>
                  <a:cubicBezTo>
                    <a:pt x="499501" y="242172"/>
                    <a:pt x="499670" y="240658"/>
                    <a:pt x="499670" y="240221"/>
                  </a:cubicBezTo>
                  <a:cubicBezTo>
                    <a:pt x="499670" y="239783"/>
                    <a:pt x="499097" y="238404"/>
                    <a:pt x="499030" y="238135"/>
                  </a:cubicBezTo>
                  <a:cubicBezTo>
                    <a:pt x="498963" y="237832"/>
                    <a:pt x="499097" y="235948"/>
                    <a:pt x="499333" y="235747"/>
                  </a:cubicBezTo>
                  <a:cubicBezTo>
                    <a:pt x="499535" y="235545"/>
                    <a:pt x="501016" y="233930"/>
                    <a:pt x="501016" y="233930"/>
                  </a:cubicBezTo>
                  <a:cubicBezTo>
                    <a:pt x="501016" y="233930"/>
                    <a:pt x="502025" y="233123"/>
                    <a:pt x="502261" y="232685"/>
                  </a:cubicBezTo>
                  <a:cubicBezTo>
                    <a:pt x="502463" y="232248"/>
                    <a:pt x="502900" y="230667"/>
                    <a:pt x="503001" y="229994"/>
                  </a:cubicBezTo>
                  <a:cubicBezTo>
                    <a:pt x="503069" y="229355"/>
                    <a:pt x="503069" y="226529"/>
                    <a:pt x="503069" y="226227"/>
                  </a:cubicBezTo>
                  <a:cubicBezTo>
                    <a:pt x="503069" y="225924"/>
                    <a:pt x="503001" y="222963"/>
                    <a:pt x="503001" y="222963"/>
                  </a:cubicBezTo>
                  <a:lnTo>
                    <a:pt x="502867" y="221282"/>
                  </a:lnTo>
                  <a:lnTo>
                    <a:pt x="502497" y="219028"/>
                  </a:lnTo>
                  <a:lnTo>
                    <a:pt x="497785" y="218153"/>
                  </a:lnTo>
                  <a:lnTo>
                    <a:pt x="497146" y="215832"/>
                  </a:lnTo>
                  <a:cubicBezTo>
                    <a:pt x="497146" y="215832"/>
                    <a:pt x="494621" y="212804"/>
                    <a:pt x="494319" y="212804"/>
                  </a:cubicBezTo>
                  <a:cubicBezTo>
                    <a:pt x="494016" y="212804"/>
                    <a:pt x="492737" y="212300"/>
                    <a:pt x="491626" y="212804"/>
                  </a:cubicBezTo>
                  <a:cubicBezTo>
                    <a:pt x="490549" y="213309"/>
                    <a:pt x="489304" y="213174"/>
                    <a:pt x="489304" y="213174"/>
                  </a:cubicBezTo>
                  <a:cubicBezTo>
                    <a:pt x="489304" y="213174"/>
                    <a:pt x="489237" y="211997"/>
                    <a:pt x="487487" y="210853"/>
                  </a:cubicBezTo>
                  <a:cubicBezTo>
                    <a:pt x="485737" y="209710"/>
                    <a:pt x="483852" y="208229"/>
                    <a:pt x="482842" y="207590"/>
                  </a:cubicBezTo>
                  <a:cubicBezTo>
                    <a:pt x="481833" y="206951"/>
                    <a:pt x="478568" y="203755"/>
                    <a:pt x="478568" y="203755"/>
                  </a:cubicBezTo>
                  <a:lnTo>
                    <a:pt x="475539" y="200223"/>
                  </a:lnTo>
                  <a:lnTo>
                    <a:pt x="475236" y="196758"/>
                  </a:lnTo>
                  <a:cubicBezTo>
                    <a:pt x="475236" y="196758"/>
                    <a:pt x="473789" y="195379"/>
                    <a:pt x="473049" y="195177"/>
                  </a:cubicBezTo>
                  <a:cubicBezTo>
                    <a:pt x="472308" y="194942"/>
                    <a:pt x="469650" y="192553"/>
                    <a:pt x="469347" y="192486"/>
                  </a:cubicBezTo>
                  <a:cubicBezTo>
                    <a:pt x="469044" y="192419"/>
                    <a:pt x="467597" y="191410"/>
                    <a:pt x="467327" y="191107"/>
                  </a:cubicBezTo>
                  <a:cubicBezTo>
                    <a:pt x="467025" y="190804"/>
                    <a:pt x="465073" y="188147"/>
                    <a:pt x="464736" y="187474"/>
                  </a:cubicBezTo>
                  <a:cubicBezTo>
                    <a:pt x="464366" y="186835"/>
                    <a:pt x="462481" y="183908"/>
                    <a:pt x="462481" y="183908"/>
                  </a:cubicBezTo>
                  <a:lnTo>
                    <a:pt x="460597" y="178997"/>
                  </a:lnTo>
                  <a:lnTo>
                    <a:pt x="457837" y="174792"/>
                  </a:lnTo>
                  <a:lnTo>
                    <a:pt x="454202" y="167694"/>
                  </a:lnTo>
                  <a:cubicBezTo>
                    <a:pt x="454202" y="167694"/>
                    <a:pt x="454135" y="165171"/>
                    <a:pt x="454202" y="164935"/>
                  </a:cubicBezTo>
                  <a:cubicBezTo>
                    <a:pt x="454270" y="164733"/>
                    <a:pt x="451443" y="161470"/>
                    <a:pt x="450803" y="160663"/>
                  </a:cubicBezTo>
                  <a:cubicBezTo>
                    <a:pt x="450164" y="159856"/>
                    <a:pt x="448717" y="155213"/>
                    <a:pt x="448717" y="155213"/>
                  </a:cubicBezTo>
                  <a:lnTo>
                    <a:pt x="445250" y="151311"/>
                  </a:lnTo>
                  <a:cubicBezTo>
                    <a:pt x="445250" y="151311"/>
                    <a:pt x="443500" y="148620"/>
                    <a:pt x="443500" y="148351"/>
                  </a:cubicBezTo>
                  <a:cubicBezTo>
                    <a:pt x="443500" y="148082"/>
                    <a:pt x="443635" y="146770"/>
                    <a:pt x="443500" y="146467"/>
                  </a:cubicBezTo>
                  <a:cubicBezTo>
                    <a:pt x="443365" y="146164"/>
                    <a:pt x="444072" y="144650"/>
                    <a:pt x="444308" y="144583"/>
                  </a:cubicBezTo>
                  <a:cubicBezTo>
                    <a:pt x="444543" y="144516"/>
                    <a:pt x="444611" y="143843"/>
                    <a:pt x="445890" y="143574"/>
                  </a:cubicBezTo>
                  <a:cubicBezTo>
                    <a:pt x="447202" y="143271"/>
                    <a:pt x="449962" y="141320"/>
                    <a:pt x="450669" y="141186"/>
                  </a:cubicBezTo>
                  <a:cubicBezTo>
                    <a:pt x="451409" y="141051"/>
                    <a:pt x="453697" y="139672"/>
                    <a:pt x="454371" y="139537"/>
                  </a:cubicBezTo>
                  <a:cubicBezTo>
                    <a:pt x="455010" y="139403"/>
                    <a:pt x="458005" y="137283"/>
                    <a:pt x="458409" y="137283"/>
                  </a:cubicBezTo>
                  <a:cubicBezTo>
                    <a:pt x="458847" y="137283"/>
                    <a:pt x="465005" y="132944"/>
                    <a:pt x="465005" y="132944"/>
                  </a:cubicBezTo>
                  <a:lnTo>
                    <a:pt x="467395" y="130421"/>
                  </a:lnTo>
                  <a:cubicBezTo>
                    <a:pt x="467395" y="130421"/>
                    <a:pt x="466890" y="128470"/>
                    <a:pt x="466890" y="128167"/>
                  </a:cubicBezTo>
                  <a:cubicBezTo>
                    <a:pt x="466890" y="127864"/>
                    <a:pt x="466385" y="126485"/>
                    <a:pt x="466318" y="126283"/>
                  </a:cubicBezTo>
                  <a:cubicBezTo>
                    <a:pt x="466251" y="126081"/>
                    <a:pt x="465073" y="124534"/>
                    <a:pt x="464736" y="124265"/>
                  </a:cubicBezTo>
                  <a:cubicBezTo>
                    <a:pt x="464366" y="123962"/>
                    <a:pt x="462212" y="122516"/>
                    <a:pt x="462212" y="122516"/>
                  </a:cubicBezTo>
                  <a:cubicBezTo>
                    <a:pt x="462212" y="122516"/>
                    <a:pt x="462347" y="119757"/>
                    <a:pt x="462515" y="119555"/>
                  </a:cubicBezTo>
                  <a:cubicBezTo>
                    <a:pt x="462650" y="119353"/>
                    <a:pt x="462818" y="117234"/>
                    <a:pt x="462818" y="117234"/>
                  </a:cubicBezTo>
                  <a:cubicBezTo>
                    <a:pt x="462818" y="117234"/>
                    <a:pt x="460731" y="113164"/>
                    <a:pt x="459991" y="112222"/>
                  </a:cubicBezTo>
                  <a:cubicBezTo>
                    <a:pt x="459284" y="111280"/>
                    <a:pt x="457366" y="108892"/>
                    <a:pt x="457366" y="108892"/>
                  </a:cubicBezTo>
                  <a:lnTo>
                    <a:pt x="457500" y="105494"/>
                  </a:lnTo>
                  <a:lnTo>
                    <a:pt x="458308" y="102164"/>
                  </a:lnTo>
                  <a:cubicBezTo>
                    <a:pt x="458308" y="102164"/>
                    <a:pt x="456053" y="97589"/>
                    <a:pt x="455986" y="97185"/>
                  </a:cubicBezTo>
                  <a:cubicBezTo>
                    <a:pt x="455919" y="96748"/>
                    <a:pt x="453899" y="92475"/>
                    <a:pt x="453899" y="92173"/>
                  </a:cubicBezTo>
                  <a:cubicBezTo>
                    <a:pt x="453899" y="91870"/>
                    <a:pt x="453327" y="89212"/>
                    <a:pt x="453260" y="88842"/>
                  </a:cubicBezTo>
                  <a:cubicBezTo>
                    <a:pt x="453193" y="88472"/>
                    <a:pt x="451443" y="81543"/>
                    <a:pt x="451443" y="81543"/>
                  </a:cubicBezTo>
                  <a:lnTo>
                    <a:pt x="448481" y="75521"/>
                  </a:lnTo>
                  <a:lnTo>
                    <a:pt x="447337" y="66977"/>
                  </a:lnTo>
                  <a:lnTo>
                    <a:pt x="437779" y="45245"/>
                  </a:lnTo>
                  <a:lnTo>
                    <a:pt x="432865" y="24389"/>
                  </a:lnTo>
                  <a:lnTo>
                    <a:pt x="428524" y="3229"/>
                  </a:lnTo>
                  <a:lnTo>
                    <a:pt x="409677" y="639"/>
                  </a:lnTo>
                  <a:lnTo>
                    <a:pt x="398942" y="639"/>
                  </a:lnTo>
                  <a:lnTo>
                    <a:pt x="385042" y="639"/>
                  </a:lnTo>
                  <a:lnTo>
                    <a:pt x="376359" y="639"/>
                  </a:lnTo>
                  <a:lnTo>
                    <a:pt x="364176" y="639"/>
                  </a:lnTo>
                  <a:lnTo>
                    <a:pt x="357210" y="639"/>
                  </a:lnTo>
                  <a:lnTo>
                    <a:pt x="348964" y="0"/>
                  </a:lnTo>
                  <a:cubicBezTo>
                    <a:pt x="348964" y="0"/>
                    <a:pt x="341998" y="437"/>
                    <a:pt x="341695" y="639"/>
                  </a:cubicBezTo>
                  <a:cubicBezTo>
                    <a:pt x="341358" y="875"/>
                    <a:pt x="337656" y="3364"/>
                    <a:pt x="335503" y="4878"/>
                  </a:cubicBezTo>
                  <a:cubicBezTo>
                    <a:pt x="333315" y="6392"/>
                    <a:pt x="330185" y="7704"/>
                    <a:pt x="329748" y="8343"/>
                  </a:cubicBezTo>
                  <a:cubicBezTo>
                    <a:pt x="329310" y="8982"/>
                    <a:pt x="327358" y="11067"/>
                    <a:pt x="327123" y="11606"/>
                  </a:cubicBezTo>
                  <a:cubicBezTo>
                    <a:pt x="326921" y="12144"/>
                    <a:pt x="326483" y="16484"/>
                    <a:pt x="326483" y="16820"/>
                  </a:cubicBezTo>
                  <a:cubicBezTo>
                    <a:pt x="326483" y="17156"/>
                    <a:pt x="326584" y="20621"/>
                    <a:pt x="326483" y="20958"/>
                  </a:cubicBezTo>
                  <a:cubicBezTo>
                    <a:pt x="326382" y="21294"/>
                    <a:pt x="325406" y="27484"/>
                    <a:pt x="325406" y="27484"/>
                  </a:cubicBezTo>
                  <a:lnTo>
                    <a:pt x="326820" y="38114"/>
                  </a:lnTo>
                  <a:lnTo>
                    <a:pt x="325945" y="49181"/>
                  </a:lnTo>
                  <a:lnTo>
                    <a:pt x="322916" y="57120"/>
                  </a:lnTo>
                  <a:lnTo>
                    <a:pt x="320728" y="68625"/>
                  </a:lnTo>
                  <a:lnTo>
                    <a:pt x="325305" y="73839"/>
                  </a:lnTo>
                  <a:cubicBezTo>
                    <a:pt x="325305" y="73839"/>
                    <a:pt x="325844" y="75891"/>
                    <a:pt x="325507" y="76463"/>
                  </a:cubicBezTo>
                  <a:cubicBezTo>
                    <a:pt x="325171" y="77001"/>
                    <a:pt x="322916" y="79490"/>
                    <a:pt x="322916" y="79490"/>
                  </a:cubicBezTo>
                  <a:cubicBezTo>
                    <a:pt x="322916" y="79490"/>
                    <a:pt x="317161" y="82215"/>
                    <a:pt x="317026" y="82518"/>
                  </a:cubicBezTo>
                  <a:cubicBezTo>
                    <a:pt x="316925" y="82854"/>
                    <a:pt x="313560" y="85007"/>
                    <a:pt x="313560" y="85007"/>
                  </a:cubicBezTo>
                  <a:cubicBezTo>
                    <a:pt x="313560" y="85007"/>
                    <a:pt x="309656" y="90222"/>
                    <a:pt x="309420" y="90659"/>
                  </a:cubicBezTo>
                  <a:cubicBezTo>
                    <a:pt x="309218" y="91096"/>
                    <a:pt x="300939" y="91197"/>
                    <a:pt x="300502" y="91197"/>
                  </a:cubicBezTo>
                  <a:cubicBezTo>
                    <a:pt x="300064" y="91197"/>
                    <a:pt x="290170" y="88035"/>
                    <a:pt x="289732" y="87934"/>
                  </a:cubicBezTo>
                  <a:cubicBezTo>
                    <a:pt x="289295" y="87833"/>
                    <a:pt x="285290" y="86757"/>
                    <a:pt x="284852" y="86757"/>
                  </a:cubicBezTo>
                  <a:cubicBezTo>
                    <a:pt x="284415" y="86757"/>
                    <a:pt x="281487" y="84806"/>
                    <a:pt x="279838" y="84806"/>
                  </a:cubicBezTo>
                  <a:cubicBezTo>
                    <a:pt x="278222" y="84806"/>
                    <a:pt x="275496" y="84032"/>
                    <a:pt x="275496" y="84032"/>
                  </a:cubicBezTo>
                  <a:cubicBezTo>
                    <a:pt x="275496" y="84032"/>
                    <a:pt x="272434" y="84032"/>
                    <a:pt x="272030" y="84032"/>
                  </a:cubicBezTo>
                  <a:cubicBezTo>
                    <a:pt x="271593" y="84032"/>
                    <a:pt x="267588" y="86656"/>
                    <a:pt x="267588" y="86656"/>
                  </a:cubicBezTo>
                  <a:cubicBezTo>
                    <a:pt x="267588" y="86656"/>
                    <a:pt x="264761" y="87429"/>
                    <a:pt x="264424" y="87429"/>
                  </a:cubicBezTo>
                  <a:cubicBezTo>
                    <a:pt x="264088" y="87429"/>
                    <a:pt x="261934" y="88640"/>
                    <a:pt x="261160" y="88741"/>
                  </a:cubicBezTo>
                  <a:cubicBezTo>
                    <a:pt x="260385" y="88842"/>
                    <a:pt x="260621" y="90491"/>
                    <a:pt x="258232" y="89179"/>
                  </a:cubicBezTo>
                  <a:cubicBezTo>
                    <a:pt x="255842" y="87867"/>
                    <a:pt x="252039" y="86790"/>
                    <a:pt x="252039" y="86790"/>
                  </a:cubicBezTo>
                  <a:lnTo>
                    <a:pt x="249010" y="87228"/>
                  </a:lnTo>
                  <a:lnTo>
                    <a:pt x="230433" y="92105"/>
                  </a:lnTo>
                  <a:lnTo>
                    <a:pt x="215322" y="94157"/>
                  </a:lnTo>
                  <a:lnTo>
                    <a:pt x="211183" y="97219"/>
                  </a:lnTo>
                  <a:cubicBezTo>
                    <a:pt x="211183" y="97219"/>
                    <a:pt x="207043" y="98631"/>
                    <a:pt x="206067" y="99271"/>
                  </a:cubicBezTo>
                  <a:cubicBezTo>
                    <a:pt x="205091" y="99910"/>
                    <a:pt x="201052" y="101222"/>
                    <a:pt x="199875" y="102197"/>
                  </a:cubicBezTo>
                  <a:cubicBezTo>
                    <a:pt x="198663" y="103173"/>
                    <a:pt x="195096" y="105023"/>
                    <a:pt x="194557" y="105460"/>
                  </a:cubicBezTo>
                  <a:cubicBezTo>
                    <a:pt x="194019" y="105898"/>
                    <a:pt x="190956" y="108723"/>
                    <a:pt x="190552" y="108824"/>
                  </a:cubicBezTo>
                  <a:cubicBezTo>
                    <a:pt x="190115" y="108925"/>
                    <a:pt x="186850" y="111314"/>
                    <a:pt x="186850" y="111314"/>
                  </a:cubicBezTo>
                  <a:lnTo>
                    <a:pt x="178706" y="118479"/>
                  </a:lnTo>
                  <a:lnTo>
                    <a:pt x="164672" y="128470"/>
                  </a:lnTo>
                  <a:lnTo>
                    <a:pt x="159018" y="133146"/>
                  </a:lnTo>
                  <a:cubicBezTo>
                    <a:pt x="159018" y="133146"/>
                    <a:pt x="150974" y="139134"/>
                    <a:pt x="150638" y="139335"/>
                  </a:cubicBezTo>
                  <a:cubicBezTo>
                    <a:pt x="150301" y="139537"/>
                    <a:pt x="141080" y="144987"/>
                    <a:pt x="141080" y="144987"/>
                  </a:cubicBezTo>
                  <a:lnTo>
                    <a:pt x="131085" y="151614"/>
                  </a:lnTo>
                  <a:lnTo>
                    <a:pt x="123580" y="160091"/>
                  </a:lnTo>
                  <a:lnTo>
                    <a:pt x="118700" y="168131"/>
                  </a:lnTo>
                  <a:cubicBezTo>
                    <a:pt x="118700" y="168131"/>
                    <a:pt x="115334" y="170620"/>
                    <a:pt x="114022" y="171394"/>
                  </a:cubicBezTo>
                  <a:cubicBezTo>
                    <a:pt x="112709" y="172168"/>
                    <a:pt x="108368" y="177247"/>
                    <a:pt x="108368" y="177247"/>
                  </a:cubicBezTo>
                  <a:cubicBezTo>
                    <a:pt x="108368" y="177247"/>
                    <a:pt x="106416" y="180847"/>
                    <a:pt x="106079" y="181688"/>
                  </a:cubicBezTo>
                  <a:cubicBezTo>
                    <a:pt x="105743" y="182562"/>
                    <a:pt x="105305" y="184312"/>
                    <a:pt x="105002" y="184850"/>
                  </a:cubicBezTo>
                  <a:cubicBezTo>
                    <a:pt x="104666" y="185388"/>
                    <a:pt x="103387" y="186700"/>
                    <a:pt x="103252" y="187137"/>
                  </a:cubicBezTo>
                  <a:cubicBezTo>
                    <a:pt x="103151" y="187575"/>
                    <a:pt x="101199" y="190165"/>
                    <a:pt x="101199" y="190165"/>
                  </a:cubicBezTo>
                  <a:lnTo>
                    <a:pt x="100324" y="191914"/>
                  </a:lnTo>
                  <a:lnTo>
                    <a:pt x="99247" y="193125"/>
                  </a:lnTo>
                  <a:cubicBezTo>
                    <a:pt x="99247" y="193125"/>
                    <a:pt x="97935" y="193899"/>
                    <a:pt x="97497" y="193899"/>
                  </a:cubicBezTo>
                  <a:cubicBezTo>
                    <a:pt x="97060" y="193899"/>
                    <a:pt x="95747" y="194538"/>
                    <a:pt x="95747" y="194538"/>
                  </a:cubicBezTo>
                  <a:lnTo>
                    <a:pt x="94435" y="195749"/>
                  </a:lnTo>
                  <a:lnTo>
                    <a:pt x="93560" y="196186"/>
                  </a:lnTo>
                  <a:lnTo>
                    <a:pt x="92786" y="196725"/>
                  </a:lnTo>
                  <a:cubicBezTo>
                    <a:pt x="92786" y="196725"/>
                    <a:pt x="92247" y="197498"/>
                    <a:pt x="91608" y="197936"/>
                  </a:cubicBezTo>
                  <a:cubicBezTo>
                    <a:pt x="90968" y="198373"/>
                    <a:pt x="90093" y="199113"/>
                    <a:pt x="89656" y="199550"/>
                  </a:cubicBezTo>
                  <a:cubicBezTo>
                    <a:pt x="89218" y="199988"/>
                    <a:pt x="87704" y="200425"/>
                    <a:pt x="87704" y="200425"/>
                  </a:cubicBezTo>
                  <a:lnTo>
                    <a:pt x="86627" y="200862"/>
                  </a:lnTo>
                  <a:lnTo>
                    <a:pt x="85113" y="201401"/>
                  </a:lnTo>
                  <a:lnTo>
                    <a:pt x="83699" y="202477"/>
                  </a:lnTo>
                  <a:cubicBezTo>
                    <a:pt x="83699" y="202477"/>
                    <a:pt x="82723" y="203251"/>
                    <a:pt x="82387" y="203553"/>
                  </a:cubicBezTo>
                  <a:cubicBezTo>
                    <a:pt x="82050" y="203890"/>
                    <a:pt x="81074" y="204529"/>
                    <a:pt x="80435" y="204765"/>
                  </a:cubicBezTo>
                  <a:cubicBezTo>
                    <a:pt x="79795" y="204966"/>
                    <a:pt x="79257" y="204966"/>
                    <a:pt x="78684" y="205404"/>
                  </a:cubicBezTo>
                  <a:cubicBezTo>
                    <a:pt x="78146" y="205841"/>
                    <a:pt x="77809" y="206043"/>
                    <a:pt x="76732" y="206278"/>
                  </a:cubicBezTo>
                  <a:cubicBezTo>
                    <a:pt x="75656" y="206480"/>
                    <a:pt x="74444" y="206917"/>
                    <a:pt x="74444" y="206917"/>
                  </a:cubicBezTo>
                  <a:lnTo>
                    <a:pt x="72694" y="207456"/>
                  </a:lnTo>
                  <a:cubicBezTo>
                    <a:pt x="72694" y="207456"/>
                    <a:pt x="72055" y="207792"/>
                    <a:pt x="71617" y="208095"/>
                  </a:cubicBezTo>
                  <a:cubicBezTo>
                    <a:pt x="71180" y="208431"/>
                    <a:pt x="70103" y="208869"/>
                    <a:pt x="68992" y="209070"/>
                  </a:cubicBezTo>
                  <a:cubicBezTo>
                    <a:pt x="67915" y="209306"/>
                    <a:pt x="67377" y="209743"/>
                    <a:pt x="66064" y="209844"/>
                  </a:cubicBezTo>
                  <a:cubicBezTo>
                    <a:pt x="64751" y="209945"/>
                    <a:pt x="62800" y="209844"/>
                    <a:pt x="62463" y="210046"/>
                  </a:cubicBezTo>
                  <a:cubicBezTo>
                    <a:pt x="62126" y="210281"/>
                    <a:pt x="62126" y="210147"/>
                    <a:pt x="59636" y="210147"/>
                  </a:cubicBezTo>
                  <a:cubicBezTo>
                    <a:pt x="57146" y="210147"/>
                    <a:pt x="57146" y="209945"/>
                    <a:pt x="55631" y="209810"/>
                  </a:cubicBezTo>
                  <a:cubicBezTo>
                    <a:pt x="54117" y="209710"/>
                    <a:pt x="52905" y="209037"/>
                    <a:pt x="52602" y="208936"/>
                  </a:cubicBezTo>
                  <a:cubicBezTo>
                    <a:pt x="52266" y="208835"/>
                    <a:pt x="49674" y="207624"/>
                    <a:pt x="49001" y="207624"/>
                  </a:cubicBezTo>
                  <a:cubicBezTo>
                    <a:pt x="48362" y="207624"/>
                    <a:pt x="43246" y="204462"/>
                    <a:pt x="42371" y="204462"/>
                  </a:cubicBezTo>
                  <a:cubicBezTo>
                    <a:pt x="41496" y="204462"/>
                    <a:pt x="37491" y="204563"/>
                    <a:pt x="37054" y="204361"/>
                  </a:cubicBezTo>
                  <a:cubicBezTo>
                    <a:pt x="36616" y="204159"/>
                    <a:pt x="32174" y="203049"/>
                    <a:pt x="32174" y="203049"/>
                  </a:cubicBezTo>
                  <a:cubicBezTo>
                    <a:pt x="32174" y="203049"/>
                    <a:pt x="29885" y="201838"/>
                    <a:pt x="29448" y="201838"/>
                  </a:cubicBezTo>
                  <a:cubicBezTo>
                    <a:pt x="29010" y="201838"/>
                    <a:pt x="26621" y="201300"/>
                    <a:pt x="26621" y="201300"/>
                  </a:cubicBezTo>
                  <a:lnTo>
                    <a:pt x="24400" y="201199"/>
                  </a:lnTo>
                  <a:lnTo>
                    <a:pt x="22515" y="201300"/>
                  </a:lnTo>
                  <a:lnTo>
                    <a:pt x="22515" y="203049"/>
                  </a:lnTo>
                  <a:lnTo>
                    <a:pt x="22515" y="206514"/>
                  </a:lnTo>
                  <a:cubicBezTo>
                    <a:pt x="22515" y="206514"/>
                    <a:pt x="22077" y="207590"/>
                    <a:pt x="22515" y="208129"/>
                  </a:cubicBezTo>
                  <a:cubicBezTo>
                    <a:pt x="22952" y="208667"/>
                    <a:pt x="22852" y="209878"/>
                    <a:pt x="22852" y="210315"/>
                  </a:cubicBezTo>
                  <a:cubicBezTo>
                    <a:pt x="22852" y="210752"/>
                    <a:pt x="22347" y="212804"/>
                    <a:pt x="22347" y="212804"/>
                  </a:cubicBezTo>
                  <a:lnTo>
                    <a:pt x="21875" y="235612"/>
                  </a:lnTo>
                  <a:lnTo>
                    <a:pt x="22952" y="239851"/>
                  </a:lnTo>
                  <a:cubicBezTo>
                    <a:pt x="22952" y="239851"/>
                    <a:pt x="23289" y="241802"/>
                    <a:pt x="23188" y="242239"/>
                  </a:cubicBezTo>
                  <a:cubicBezTo>
                    <a:pt x="23087" y="242676"/>
                    <a:pt x="22751" y="244527"/>
                    <a:pt x="21875" y="245704"/>
                  </a:cubicBezTo>
                  <a:cubicBezTo>
                    <a:pt x="21000" y="246881"/>
                    <a:pt x="20799" y="247453"/>
                    <a:pt x="19385" y="248731"/>
                  </a:cubicBezTo>
                  <a:cubicBezTo>
                    <a:pt x="17972" y="250043"/>
                    <a:pt x="18308" y="248832"/>
                    <a:pt x="17332" y="250784"/>
                  </a:cubicBezTo>
                  <a:cubicBezTo>
                    <a:pt x="16356" y="252735"/>
                    <a:pt x="13731" y="255661"/>
                    <a:pt x="13731" y="255661"/>
                  </a:cubicBezTo>
                  <a:cubicBezTo>
                    <a:pt x="13731" y="255661"/>
                    <a:pt x="10803" y="257074"/>
                    <a:pt x="10265" y="257713"/>
                  </a:cubicBezTo>
                  <a:cubicBezTo>
                    <a:pt x="9726" y="258352"/>
                    <a:pt x="8414" y="260875"/>
                    <a:pt x="8414" y="260875"/>
                  </a:cubicBezTo>
                  <a:lnTo>
                    <a:pt x="5923" y="264576"/>
                  </a:lnTo>
                  <a:lnTo>
                    <a:pt x="4308" y="267267"/>
                  </a:lnTo>
                  <a:cubicBezTo>
                    <a:pt x="4308" y="267267"/>
                    <a:pt x="4644" y="268343"/>
                    <a:pt x="4308" y="269117"/>
                  </a:cubicBezTo>
                  <a:cubicBezTo>
                    <a:pt x="3971" y="269891"/>
                    <a:pt x="4308" y="270631"/>
                    <a:pt x="4644" y="271068"/>
                  </a:cubicBezTo>
                  <a:cubicBezTo>
                    <a:pt x="4981" y="271506"/>
                    <a:pt x="5183" y="273154"/>
                    <a:pt x="5183" y="273154"/>
                  </a:cubicBezTo>
                  <a:lnTo>
                    <a:pt x="5183" y="275980"/>
                  </a:lnTo>
                  <a:lnTo>
                    <a:pt x="4308" y="279243"/>
                  </a:lnTo>
                  <a:lnTo>
                    <a:pt x="3467" y="288056"/>
                  </a:lnTo>
                  <a:lnTo>
                    <a:pt x="3467" y="295121"/>
                  </a:lnTo>
                  <a:lnTo>
                    <a:pt x="0" y="298720"/>
                  </a:lnTo>
                  <a:lnTo>
                    <a:pt x="0" y="302084"/>
                  </a:lnTo>
                  <a:lnTo>
                    <a:pt x="1178" y="305549"/>
                  </a:lnTo>
                  <a:lnTo>
                    <a:pt x="1817" y="309687"/>
                  </a:lnTo>
                  <a:lnTo>
                    <a:pt x="2154" y="312849"/>
                  </a:lnTo>
                  <a:lnTo>
                    <a:pt x="2928" y="313387"/>
                  </a:lnTo>
                  <a:lnTo>
                    <a:pt x="6933" y="315977"/>
                  </a:lnTo>
                  <a:lnTo>
                    <a:pt x="7909" y="316953"/>
                  </a:lnTo>
                  <a:lnTo>
                    <a:pt x="9760" y="318164"/>
                  </a:lnTo>
                  <a:cubicBezTo>
                    <a:pt x="9760" y="318164"/>
                    <a:pt x="9928" y="319139"/>
                    <a:pt x="10029" y="319913"/>
                  </a:cubicBezTo>
                  <a:cubicBezTo>
                    <a:pt x="10130" y="320687"/>
                    <a:pt x="10399" y="322940"/>
                    <a:pt x="10399" y="322940"/>
                  </a:cubicBezTo>
                  <a:lnTo>
                    <a:pt x="10399" y="324690"/>
                  </a:lnTo>
                  <a:cubicBezTo>
                    <a:pt x="10399" y="324690"/>
                    <a:pt x="10298" y="326103"/>
                    <a:pt x="10298" y="326540"/>
                  </a:cubicBezTo>
                  <a:cubicBezTo>
                    <a:pt x="10298" y="326977"/>
                    <a:pt x="10063" y="329029"/>
                    <a:pt x="10063" y="329029"/>
                  </a:cubicBezTo>
                  <a:cubicBezTo>
                    <a:pt x="10063" y="329029"/>
                    <a:pt x="9625" y="331317"/>
                    <a:pt x="9625" y="331754"/>
                  </a:cubicBezTo>
                  <a:cubicBezTo>
                    <a:pt x="9625" y="332191"/>
                    <a:pt x="8851" y="335219"/>
                    <a:pt x="8851" y="335892"/>
                  </a:cubicBezTo>
                  <a:cubicBezTo>
                    <a:pt x="8851" y="336531"/>
                    <a:pt x="8414" y="337069"/>
                    <a:pt x="8313" y="337507"/>
                  </a:cubicBezTo>
                  <a:cubicBezTo>
                    <a:pt x="8212" y="337944"/>
                    <a:pt x="7875" y="338919"/>
                    <a:pt x="7673" y="339357"/>
                  </a:cubicBezTo>
                  <a:cubicBezTo>
                    <a:pt x="7471" y="339794"/>
                    <a:pt x="6899" y="342519"/>
                    <a:pt x="6899" y="342519"/>
                  </a:cubicBezTo>
                  <a:cubicBezTo>
                    <a:pt x="6899" y="342519"/>
                    <a:pt x="6798" y="344604"/>
                    <a:pt x="6899" y="344907"/>
                  </a:cubicBezTo>
                  <a:cubicBezTo>
                    <a:pt x="7000" y="345244"/>
                    <a:pt x="7000" y="346993"/>
                    <a:pt x="7000" y="346993"/>
                  </a:cubicBezTo>
                  <a:cubicBezTo>
                    <a:pt x="7000" y="346993"/>
                    <a:pt x="6899" y="348204"/>
                    <a:pt x="7101" y="348608"/>
                  </a:cubicBezTo>
                  <a:cubicBezTo>
                    <a:pt x="7303" y="349045"/>
                    <a:pt x="7640" y="349819"/>
                    <a:pt x="8717" y="350794"/>
                  </a:cubicBezTo>
                  <a:cubicBezTo>
                    <a:pt x="9794" y="351770"/>
                    <a:pt x="11005" y="352745"/>
                    <a:pt x="11645" y="353384"/>
                  </a:cubicBezTo>
                  <a:cubicBezTo>
                    <a:pt x="12284" y="354024"/>
                    <a:pt x="13058" y="354898"/>
                    <a:pt x="13496" y="354999"/>
                  </a:cubicBezTo>
                  <a:cubicBezTo>
                    <a:pt x="13933" y="355100"/>
                    <a:pt x="15683" y="354225"/>
                    <a:pt x="15683" y="354225"/>
                  </a:cubicBezTo>
                  <a:cubicBezTo>
                    <a:pt x="15683" y="354225"/>
                    <a:pt x="18409" y="354225"/>
                    <a:pt x="18847" y="354024"/>
                  </a:cubicBezTo>
                  <a:cubicBezTo>
                    <a:pt x="19284" y="353788"/>
                    <a:pt x="27328" y="353485"/>
                    <a:pt x="27328" y="353485"/>
                  </a:cubicBezTo>
                  <a:cubicBezTo>
                    <a:pt x="27328" y="353485"/>
                    <a:pt x="34159" y="353384"/>
                    <a:pt x="34395" y="352947"/>
                  </a:cubicBezTo>
                  <a:cubicBezTo>
                    <a:pt x="34631" y="352510"/>
                    <a:pt x="36246" y="350761"/>
                    <a:pt x="36246" y="350761"/>
                  </a:cubicBezTo>
                  <a:lnTo>
                    <a:pt x="38299" y="350962"/>
                  </a:lnTo>
                  <a:cubicBezTo>
                    <a:pt x="38299" y="350962"/>
                    <a:pt x="38198" y="352039"/>
                    <a:pt x="40049" y="352274"/>
                  </a:cubicBezTo>
                  <a:cubicBezTo>
                    <a:pt x="41900" y="352476"/>
                    <a:pt x="43650" y="353149"/>
                    <a:pt x="44727" y="353149"/>
                  </a:cubicBezTo>
                  <a:cubicBezTo>
                    <a:pt x="45804" y="353149"/>
                    <a:pt x="47016" y="353788"/>
                    <a:pt x="47991" y="352947"/>
                  </a:cubicBezTo>
                  <a:cubicBezTo>
                    <a:pt x="48967" y="352072"/>
                    <a:pt x="50482" y="351097"/>
                    <a:pt x="50819" y="350559"/>
                  </a:cubicBezTo>
                  <a:cubicBezTo>
                    <a:pt x="51155" y="350020"/>
                    <a:pt x="52131" y="348170"/>
                    <a:pt x="52232" y="347733"/>
                  </a:cubicBezTo>
                  <a:cubicBezTo>
                    <a:pt x="52333" y="347296"/>
                    <a:pt x="52871" y="345345"/>
                    <a:pt x="52871" y="345345"/>
                  </a:cubicBezTo>
                  <a:cubicBezTo>
                    <a:pt x="52871" y="345345"/>
                    <a:pt x="52770" y="344907"/>
                    <a:pt x="53410" y="345008"/>
                  </a:cubicBezTo>
                  <a:cubicBezTo>
                    <a:pt x="54049" y="345109"/>
                    <a:pt x="55261" y="345109"/>
                    <a:pt x="56136" y="345345"/>
                  </a:cubicBezTo>
                  <a:cubicBezTo>
                    <a:pt x="57011" y="345546"/>
                    <a:pt x="59400" y="346657"/>
                    <a:pt x="59939" y="346959"/>
                  </a:cubicBezTo>
                  <a:cubicBezTo>
                    <a:pt x="60477" y="347296"/>
                    <a:pt x="62766" y="348574"/>
                    <a:pt x="63540" y="348574"/>
                  </a:cubicBezTo>
                  <a:cubicBezTo>
                    <a:pt x="64314" y="348574"/>
                    <a:pt x="67982" y="349886"/>
                    <a:pt x="68420" y="349886"/>
                  </a:cubicBezTo>
                  <a:cubicBezTo>
                    <a:pt x="68857" y="349886"/>
                    <a:pt x="75588" y="349886"/>
                    <a:pt x="75588" y="349886"/>
                  </a:cubicBezTo>
                  <a:cubicBezTo>
                    <a:pt x="75588" y="349886"/>
                    <a:pt x="80165" y="350424"/>
                    <a:pt x="81781" y="350861"/>
                  </a:cubicBezTo>
                  <a:cubicBezTo>
                    <a:pt x="83430" y="351299"/>
                    <a:pt x="87334" y="351063"/>
                    <a:pt x="88411" y="351635"/>
                  </a:cubicBezTo>
                  <a:cubicBezTo>
                    <a:pt x="89488" y="352173"/>
                    <a:pt x="91137" y="352510"/>
                    <a:pt x="92214" y="353048"/>
                  </a:cubicBezTo>
                  <a:cubicBezTo>
                    <a:pt x="93291" y="353586"/>
                    <a:pt x="94603" y="354461"/>
                    <a:pt x="95478" y="354562"/>
                  </a:cubicBezTo>
                  <a:cubicBezTo>
                    <a:pt x="96353" y="354663"/>
                    <a:pt x="97968" y="355100"/>
                    <a:pt x="99281" y="355100"/>
                  </a:cubicBezTo>
                  <a:cubicBezTo>
                    <a:pt x="100594" y="355100"/>
                    <a:pt x="101906" y="355436"/>
                    <a:pt x="102882" y="355335"/>
                  </a:cubicBezTo>
                  <a:cubicBezTo>
                    <a:pt x="103858" y="355235"/>
                    <a:pt x="105171" y="354125"/>
                    <a:pt x="106349" y="354125"/>
                  </a:cubicBezTo>
                  <a:cubicBezTo>
                    <a:pt x="107526" y="354125"/>
                    <a:pt x="108637" y="353788"/>
                    <a:pt x="110152" y="353485"/>
                  </a:cubicBezTo>
                  <a:cubicBezTo>
                    <a:pt x="111666" y="353149"/>
                    <a:pt x="112204" y="352409"/>
                    <a:pt x="113854" y="351972"/>
                  </a:cubicBezTo>
                  <a:cubicBezTo>
                    <a:pt x="115469" y="351534"/>
                    <a:pt x="117219" y="350660"/>
                    <a:pt x="117892" y="350660"/>
                  </a:cubicBezTo>
                  <a:cubicBezTo>
                    <a:pt x="118532" y="350660"/>
                    <a:pt x="119642" y="350323"/>
                    <a:pt x="119945" y="350323"/>
                  </a:cubicBezTo>
                  <a:cubicBezTo>
                    <a:pt x="120281" y="350323"/>
                    <a:pt x="121796" y="351736"/>
                    <a:pt x="121796" y="351736"/>
                  </a:cubicBezTo>
                  <a:lnTo>
                    <a:pt x="124522" y="354125"/>
                  </a:lnTo>
                  <a:cubicBezTo>
                    <a:pt x="124522" y="354125"/>
                    <a:pt x="126810" y="356513"/>
                    <a:pt x="128123" y="356176"/>
                  </a:cubicBezTo>
                  <a:cubicBezTo>
                    <a:pt x="129436" y="355840"/>
                    <a:pt x="137142" y="355100"/>
                    <a:pt x="137142" y="355100"/>
                  </a:cubicBezTo>
                  <a:cubicBezTo>
                    <a:pt x="137142" y="355100"/>
                    <a:pt x="142796" y="355874"/>
                    <a:pt x="143133" y="356076"/>
                  </a:cubicBezTo>
                  <a:cubicBezTo>
                    <a:pt x="143470" y="356277"/>
                    <a:pt x="144984" y="357488"/>
                    <a:pt x="146936" y="358464"/>
                  </a:cubicBezTo>
                  <a:cubicBezTo>
                    <a:pt x="148888" y="359440"/>
                    <a:pt x="152253" y="362265"/>
                    <a:pt x="153128" y="362904"/>
                  </a:cubicBezTo>
                  <a:cubicBezTo>
                    <a:pt x="154003" y="363544"/>
                    <a:pt x="158883" y="367042"/>
                    <a:pt x="159556" y="367244"/>
                  </a:cubicBezTo>
                  <a:cubicBezTo>
                    <a:pt x="160196" y="367446"/>
                    <a:pt x="163460" y="368859"/>
                    <a:pt x="165984" y="369094"/>
                  </a:cubicBezTo>
                  <a:cubicBezTo>
                    <a:pt x="168475" y="369296"/>
                    <a:pt x="171201" y="369296"/>
                    <a:pt x="173489" y="369296"/>
                  </a:cubicBezTo>
                  <a:cubicBezTo>
                    <a:pt x="175778" y="369296"/>
                    <a:pt x="176754" y="369094"/>
                    <a:pt x="178067" y="369195"/>
                  </a:cubicBezTo>
                  <a:cubicBezTo>
                    <a:pt x="179379" y="369296"/>
                    <a:pt x="183384" y="370608"/>
                    <a:pt x="184494" y="371247"/>
                  </a:cubicBezTo>
                  <a:cubicBezTo>
                    <a:pt x="185571" y="371886"/>
                    <a:pt x="188937" y="374073"/>
                    <a:pt x="190485" y="375385"/>
                  </a:cubicBezTo>
                  <a:cubicBezTo>
                    <a:pt x="191999" y="376697"/>
                    <a:pt x="194826" y="378984"/>
                    <a:pt x="195500" y="379085"/>
                  </a:cubicBezTo>
                  <a:cubicBezTo>
                    <a:pt x="196139" y="379186"/>
                    <a:pt x="203745" y="378009"/>
                    <a:pt x="203745" y="378009"/>
                  </a:cubicBezTo>
                  <a:cubicBezTo>
                    <a:pt x="203745" y="378009"/>
                    <a:pt x="208961" y="377370"/>
                    <a:pt x="209298" y="379623"/>
                  </a:cubicBezTo>
                  <a:cubicBezTo>
                    <a:pt x="209635" y="381911"/>
                    <a:pt x="211485" y="385914"/>
                    <a:pt x="212899" y="387327"/>
                  </a:cubicBezTo>
                  <a:cubicBezTo>
                    <a:pt x="214312" y="388740"/>
                    <a:pt x="217038" y="389816"/>
                    <a:pt x="217678" y="391128"/>
                  </a:cubicBezTo>
                  <a:cubicBezTo>
                    <a:pt x="218317" y="392440"/>
                    <a:pt x="224543" y="399942"/>
                    <a:pt x="225519" y="400816"/>
                  </a:cubicBezTo>
                  <a:cubicBezTo>
                    <a:pt x="226495" y="401691"/>
                    <a:pt x="234741" y="408217"/>
                    <a:pt x="235077" y="408419"/>
                  </a:cubicBezTo>
                  <a:cubicBezTo>
                    <a:pt x="235414" y="408654"/>
                    <a:pt x="237130" y="410370"/>
                    <a:pt x="237366" y="410706"/>
                  </a:cubicBezTo>
                  <a:cubicBezTo>
                    <a:pt x="237568" y="411043"/>
                    <a:pt x="241707" y="411581"/>
                    <a:pt x="242145" y="415046"/>
                  </a:cubicBezTo>
                  <a:cubicBezTo>
                    <a:pt x="242582" y="418511"/>
                    <a:pt x="243222" y="423187"/>
                    <a:pt x="243222" y="423187"/>
                  </a:cubicBezTo>
                  <a:cubicBezTo>
                    <a:pt x="243222" y="423187"/>
                    <a:pt x="244433" y="424364"/>
                    <a:pt x="244871" y="424499"/>
                  </a:cubicBezTo>
                  <a:cubicBezTo>
                    <a:pt x="245308" y="424599"/>
                    <a:pt x="248674" y="426349"/>
                    <a:pt x="248674" y="426349"/>
                  </a:cubicBezTo>
                  <a:cubicBezTo>
                    <a:pt x="248674" y="426349"/>
                    <a:pt x="250727" y="427223"/>
                    <a:pt x="251164" y="427863"/>
                  </a:cubicBezTo>
                  <a:cubicBezTo>
                    <a:pt x="251602" y="428502"/>
                    <a:pt x="253655" y="429814"/>
                    <a:pt x="254092" y="430587"/>
                  </a:cubicBezTo>
                  <a:cubicBezTo>
                    <a:pt x="254530" y="431361"/>
                    <a:pt x="257996" y="435162"/>
                    <a:pt x="258972" y="435802"/>
                  </a:cubicBezTo>
                  <a:cubicBezTo>
                    <a:pt x="259948" y="436441"/>
                    <a:pt x="265265" y="441655"/>
                    <a:pt x="265501" y="442092"/>
                  </a:cubicBezTo>
                  <a:cubicBezTo>
                    <a:pt x="265703" y="442529"/>
                    <a:pt x="269641" y="446129"/>
                    <a:pt x="269943" y="446331"/>
                  </a:cubicBezTo>
                  <a:cubicBezTo>
                    <a:pt x="270280" y="446533"/>
                    <a:pt x="281352" y="453496"/>
                    <a:pt x="281891" y="453933"/>
                  </a:cubicBezTo>
                  <a:cubicBezTo>
                    <a:pt x="282429" y="454371"/>
                    <a:pt x="287982" y="456759"/>
                    <a:pt x="287982" y="456759"/>
                  </a:cubicBezTo>
                  <a:cubicBezTo>
                    <a:pt x="287982" y="456759"/>
                    <a:pt x="290170" y="456557"/>
                    <a:pt x="290574" y="456759"/>
                  </a:cubicBezTo>
                  <a:cubicBezTo>
                    <a:pt x="291011" y="456961"/>
                    <a:pt x="296665" y="459046"/>
                    <a:pt x="297103" y="459248"/>
                  </a:cubicBezTo>
                  <a:cubicBezTo>
                    <a:pt x="297540" y="459450"/>
                    <a:pt x="300569" y="460459"/>
                    <a:pt x="300906" y="461099"/>
                  </a:cubicBezTo>
                  <a:cubicBezTo>
                    <a:pt x="301242" y="461738"/>
                    <a:pt x="305146" y="466212"/>
                    <a:pt x="305785" y="466649"/>
                  </a:cubicBezTo>
                  <a:cubicBezTo>
                    <a:pt x="306425" y="467086"/>
                    <a:pt x="310026" y="470652"/>
                    <a:pt x="310026" y="470652"/>
                  </a:cubicBezTo>
                  <a:cubicBezTo>
                    <a:pt x="310026" y="470652"/>
                    <a:pt x="309925" y="476203"/>
                    <a:pt x="309925" y="476505"/>
                  </a:cubicBezTo>
                  <a:cubicBezTo>
                    <a:pt x="309925" y="476842"/>
                    <a:pt x="309723" y="478457"/>
                    <a:pt x="309723" y="478894"/>
                  </a:cubicBezTo>
                  <a:cubicBezTo>
                    <a:pt x="309723" y="479331"/>
                    <a:pt x="310800" y="482157"/>
                    <a:pt x="311473" y="482493"/>
                  </a:cubicBezTo>
                  <a:cubicBezTo>
                    <a:pt x="312113" y="482830"/>
                    <a:pt x="314300" y="483032"/>
                    <a:pt x="314839" y="483368"/>
                  </a:cubicBezTo>
                  <a:cubicBezTo>
                    <a:pt x="315377" y="483704"/>
                    <a:pt x="317329" y="485857"/>
                    <a:pt x="318642" y="487068"/>
                  </a:cubicBezTo>
                  <a:cubicBezTo>
                    <a:pt x="319954" y="488246"/>
                    <a:pt x="322108" y="490096"/>
                    <a:pt x="322546" y="490432"/>
                  </a:cubicBezTo>
                  <a:cubicBezTo>
                    <a:pt x="322983" y="490769"/>
                    <a:pt x="326685" y="493796"/>
                    <a:pt x="326685" y="493796"/>
                  </a:cubicBezTo>
                  <a:cubicBezTo>
                    <a:pt x="326685" y="493796"/>
                    <a:pt x="328200" y="495007"/>
                    <a:pt x="329075" y="495007"/>
                  </a:cubicBezTo>
                  <a:cubicBezTo>
                    <a:pt x="329950" y="495007"/>
                    <a:pt x="333416" y="495646"/>
                    <a:pt x="334392" y="495546"/>
                  </a:cubicBezTo>
                  <a:cubicBezTo>
                    <a:pt x="335368" y="495445"/>
                    <a:pt x="336243" y="493594"/>
                    <a:pt x="338094" y="493931"/>
                  </a:cubicBezTo>
                  <a:cubicBezTo>
                    <a:pt x="339945" y="494267"/>
                    <a:pt x="341897" y="493931"/>
                    <a:pt x="342570" y="493931"/>
                  </a:cubicBezTo>
                  <a:cubicBezTo>
                    <a:pt x="343210" y="493931"/>
                    <a:pt x="346036" y="493393"/>
                    <a:pt x="346911" y="493056"/>
                  </a:cubicBezTo>
                  <a:cubicBezTo>
                    <a:pt x="347787" y="492720"/>
                    <a:pt x="349200" y="492282"/>
                    <a:pt x="349301" y="491542"/>
                  </a:cubicBezTo>
                  <a:cubicBezTo>
                    <a:pt x="349402" y="490769"/>
                    <a:pt x="349839" y="491004"/>
                    <a:pt x="349839" y="489053"/>
                  </a:cubicBezTo>
                  <a:cubicBezTo>
                    <a:pt x="349839" y="487102"/>
                    <a:pt x="349940" y="485050"/>
                    <a:pt x="349940" y="484713"/>
                  </a:cubicBezTo>
                  <a:cubicBezTo>
                    <a:pt x="349940" y="484377"/>
                    <a:pt x="350277" y="481888"/>
                    <a:pt x="350479" y="479499"/>
                  </a:cubicBezTo>
                  <a:cubicBezTo>
                    <a:pt x="350714" y="477111"/>
                    <a:pt x="350479" y="473848"/>
                    <a:pt x="350714" y="473074"/>
                  </a:cubicBezTo>
                  <a:cubicBezTo>
                    <a:pt x="350916" y="472300"/>
                    <a:pt x="350613" y="466111"/>
                    <a:pt x="350378" y="465808"/>
                  </a:cubicBezTo>
                  <a:cubicBezTo>
                    <a:pt x="350142" y="465472"/>
                    <a:pt x="349065" y="462343"/>
                    <a:pt x="348527" y="460695"/>
                  </a:cubicBezTo>
                  <a:cubicBezTo>
                    <a:pt x="347988" y="459080"/>
                    <a:pt x="346911" y="457533"/>
                    <a:pt x="346911" y="455817"/>
                  </a:cubicBezTo>
                  <a:cubicBezTo>
                    <a:pt x="346911" y="454068"/>
                    <a:pt x="347012" y="453092"/>
                    <a:pt x="347988" y="451040"/>
                  </a:cubicBezTo>
                  <a:cubicBezTo>
                    <a:pt x="348964" y="448988"/>
                    <a:pt x="348964" y="446701"/>
                    <a:pt x="350479" y="441688"/>
                  </a:cubicBezTo>
                  <a:cubicBezTo>
                    <a:pt x="351993" y="436676"/>
                    <a:pt x="351690" y="433749"/>
                    <a:pt x="353407" y="431462"/>
                  </a:cubicBezTo>
                  <a:cubicBezTo>
                    <a:pt x="355157" y="429175"/>
                    <a:pt x="356133" y="427762"/>
                    <a:pt x="356234" y="424734"/>
                  </a:cubicBezTo>
                  <a:cubicBezTo>
                    <a:pt x="356335" y="421707"/>
                    <a:pt x="357210" y="421908"/>
                    <a:pt x="356133" y="420395"/>
                  </a:cubicBezTo>
                  <a:cubicBezTo>
                    <a:pt x="355056" y="418881"/>
                    <a:pt x="351556" y="413768"/>
                    <a:pt x="351253" y="413566"/>
                  </a:cubicBezTo>
                  <a:cubicBezTo>
                    <a:pt x="350916" y="413364"/>
                    <a:pt x="353642" y="406401"/>
                    <a:pt x="353541" y="405963"/>
                  </a:cubicBezTo>
                  <a:cubicBezTo>
                    <a:pt x="353440" y="405526"/>
                    <a:pt x="354316" y="403777"/>
                    <a:pt x="355157" y="402599"/>
                  </a:cubicBezTo>
                  <a:cubicBezTo>
                    <a:pt x="356032" y="401422"/>
                    <a:pt x="358758" y="398798"/>
                    <a:pt x="358758" y="398798"/>
                  </a:cubicBezTo>
                  <a:lnTo>
                    <a:pt x="360272" y="397721"/>
                  </a:lnTo>
                  <a:cubicBezTo>
                    <a:pt x="360272" y="397721"/>
                    <a:pt x="362460" y="396948"/>
                    <a:pt x="363739" y="396948"/>
                  </a:cubicBezTo>
                  <a:cubicBezTo>
                    <a:pt x="365018" y="396948"/>
                    <a:pt x="375148" y="397385"/>
                    <a:pt x="375484" y="397385"/>
                  </a:cubicBezTo>
                  <a:cubicBezTo>
                    <a:pt x="375821" y="397385"/>
                    <a:pt x="380600" y="398125"/>
                    <a:pt x="380600" y="398125"/>
                  </a:cubicBezTo>
                  <a:cubicBezTo>
                    <a:pt x="380600" y="398125"/>
                    <a:pt x="384066" y="400177"/>
                    <a:pt x="384840" y="400615"/>
                  </a:cubicBezTo>
                  <a:cubicBezTo>
                    <a:pt x="385614" y="401052"/>
                    <a:pt x="387028" y="401388"/>
                    <a:pt x="388206" y="403339"/>
                  </a:cubicBezTo>
                  <a:cubicBezTo>
                    <a:pt x="389417" y="405290"/>
                    <a:pt x="392009" y="408015"/>
                    <a:pt x="392345" y="408452"/>
                  </a:cubicBezTo>
                  <a:cubicBezTo>
                    <a:pt x="392682" y="408890"/>
                    <a:pt x="394735" y="410841"/>
                    <a:pt x="395273" y="411480"/>
                  </a:cubicBezTo>
                  <a:cubicBezTo>
                    <a:pt x="395811" y="412119"/>
                    <a:pt x="399514" y="415920"/>
                    <a:pt x="400052" y="416795"/>
                  </a:cubicBezTo>
                  <a:cubicBezTo>
                    <a:pt x="400591" y="417670"/>
                    <a:pt x="402879" y="419083"/>
                    <a:pt x="403216" y="420260"/>
                  </a:cubicBezTo>
                  <a:cubicBezTo>
                    <a:pt x="403552" y="421471"/>
                    <a:pt x="406043" y="424398"/>
                    <a:pt x="406581" y="425138"/>
                  </a:cubicBezTo>
                  <a:cubicBezTo>
                    <a:pt x="407120" y="425911"/>
                    <a:pt x="408197" y="426551"/>
                    <a:pt x="408869" y="427963"/>
                  </a:cubicBezTo>
                  <a:cubicBezTo>
                    <a:pt x="409509" y="429376"/>
                    <a:pt x="410822" y="431664"/>
                    <a:pt x="412908" y="432976"/>
                  </a:cubicBezTo>
                  <a:cubicBezTo>
                    <a:pt x="414961" y="434288"/>
                    <a:pt x="415836" y="435263"/>
                    <a:pt x="418562" y="436239"/>
                  </a:cubicBezTo>
                  <a:cubicBezTo>
                    <a:pt x="421288" y="437214"/>
                    <a:pt x="423004" y="437551"/>
                    <a:pt x="424553" y="438190"/>
                  </a:cubicBezTo>
                  <a:cubicBezTo>
                    <a:pt x="426067" y="438829"/>
                    <a:pt x="427918" y="440141"/>
                    <a:pt x="429332" y="440679"/>
                  </a:cubicBezTo>
                  <a:cubicBezTo>
                    <a:pt x="430745" y="441217"/>
                    <a:pt x="434010" y="442529"/>
                    <a:pt x="435423" y="443606"/>
                  </a:cubicBezTo>
                  <a:cubicBezTo>
                    <a:pt x="436836" y="444682"/>
                    <a:pt x="440639" y="446095"/>
                    <a:pt x="440639" y="446095"/>
                  </a:cubicBezTo>
                  <a:cubicBezTo>
                    <a:pt x="440639" y="446095"/>
                    <a:pt x="444981" y="448046"/>
                    <a:pt x="445082" y="448484"/>
                  </a:cubicBezTo>
                  <a:cubicBezTo>
                    <a:pt x="445183" y="448921"/>
                    <a:pt x="445317" y="452285"/>
                    <a:pt x="445317" y="452285"/>
                  </a:cubicBezTo>
                  <a:lnTo>
                    <a:pt x="445317" y="454976"/>
                  </a:lnTo>
                  <a:cubicBezTo>
                    <a:pt x="445317" y="454976"/>
                    <a:pt x="444005" y="455851"/>
                    <a:pt x="446091" y="456288"/>
                  </a:cubicBezTo>
                  <a:cubicBezTo>
                    <a:pt x="448145" y="456725"/>
                    <a:pt x="449894" y="456927"/>
                    <a:pt x="451106" y="456624"/>
                  </a:cubicBezTo>
                  <a:cubicBezTo>
                    <a:pt x="452284" y="456288"/>
                    <a:pt x="452183" y="456826"/>
                    <a:pt x="453395" y="455985"/>
                  </a:cubicBezTo>
                  <a:cubicBezTo>
                    <a:pt x="454606" y="455111"/>
                    <a:pt x="455246" y="452722"/>
                    <a:pt x="455683" y="452285"/>
                  </a:cubicBezTo>
                  <a:cubicBezTo>
                    <a:pt x="456121" y="451848"/>
                    <a:pt x="456558" y="451108"/>
                    <a:pt x="456558" y="450233"/>
                  </a:cubicBezTo>
                  <a:cubicBezTo>
                    <a:pt x="456558" y="449358"/>
                    <a:pt x="457198" y="447407"/>
                    <a:pt x="457972" y="446768"/>
                  </a:cubicBezTo>
                  <a:cubicBezTo>
                    <a:pt x="458746" y="446129"/>
                    <a:pt x="460698" y="444716"/>
                    <a:pt x="460698" y="444716"/>
                  </a:cubicBezTo>
                  <a:cubicBezTo>
                    <a:pt x="460698" y="444716"/>
                    <a:pt x="461034" y="445052"/>
                    <a:pt x="462010" y="444279"/>
                  </a:cubicBezTo>
                  <a:cubicBezTo>
                    <a:pt x="462986" y="443505"/>
                    <a:pt x="463626" y="442866"/>
                    <a:pt x="464299" y="442428"/>
                  </a:cubicBezTo>
                  <a:cubicBezTo>
                    <a:pt x="464938" y="441991"/>
                    <a:pt x="465813" y="439704"/>
                    <a:pt x="465813" y="439704"/>
                  </a:cubicBezTo>
                  <a:cubicBezTo>
                    <a:pt x="465813" y="439704"/>
                    <a:pt x="466352" y="439165"/>
                    <a:pt x="467227" y="438291"/>
                  </a:cubicBezTo>
                  <a:cubicBezTo>
                    <a:pt x="468102" y="437416"/>
                    <a:pt x="469078" y="436239"/>
                    <a:pt x="469515" y="435263"/>
                  </a:cubicBezTo>
                  <a:cubicBezTo>
                    <a:pt x="469953" y="434288"/>
                    <a:pt x="470289" y="433077"/>
                    <a:pt x="470929" y="432976"/>
                  </a:cubicBezTo>
                  <a:cubicBezTo>
                    <a:pt x="471568" y="432875"/>
                    <a:pt x="472544" y="432774"/>
                    <a:pt x="472881" y="432774"/>
                  </a:cubicBezTo>
                  <a:cubicBezTo>
                    <a:pt x="473217" y="432774"/>
                    <a:pt x="473856" y="432572"/>
                    <a:pt x="474294" y="432572"/>
                  </a:cubicBezTo>
                  <a:cubicBezTo>
                    <a:pt x="474732" y="432572"/>
                    <a:pt x="476885" y="433548"/>
                    <a:pt x="476885" y="433548"/>
                  </a:cubicBezTo>
                  <a:lnTo>
                    <a:pt x="480587" y="438425"/>
                  </a:lnTo>
                  <a:cubicBezTo>
                    <a:pt x="480587" y="438425"/>
                    <a:pt x="482640" y="441150"/>
                    <a:pt x="482775" y="441688"/>
                  </a:cubicBezTo>
                  <a:cubicBezTo>
                    <a:pt x="482876" y="442227"/>
                    <a:pt x="482977" y="444716"/>
                    <a:pt x="484088" y="445052"/>
                  </a:cubicBezTo>
                  <a:cubicBezTo>
                    <a:pt x="485165" y="445389"/>
                    <a:pt x="489943" y="445692"/>
                    <a:pt x="489943" y="445692"/>
                  </a:cubicBezTo>
                  <a:cubicBezTo>
                    <a:pt x="489943" y="445692"/>
                    <a:pt x="497684" y="444615"/>
                    <a:pt x="498290" y="444447"/>
                  </a:cubicBezTo>
                  <a:cubicBezTo>
                    <a:pt x="498862" y="444312"/>
                    <a:pt x="503372" y="442866"/>
                    <a:pt x="503372" y="442866"/>
                  </a:cubicBezTo>
                  <a:cubicBezTo>
                    <a:pt x="503372" y="442866"/>
                    <a:pt x="503675" y="442126"/>
                    <a:pt x="504247" y="441722"/>
                  </a:cubicBezTo>
                  <a:cubicBezTo>
                    <a:pt x="504819" y="441285"/>
                    <a:pt x="505997" y="439132"/>
                    <a:pt x="505997" y="439132"/>
                  </a:cubicBezTo>
                  <a:cubicBezTo>
                    <a:pt x="505997" y="439132"/>
                    <a:pt x="506569" y="438829"/>
                    <a:pt x="506569" y="437685"/>
                  </a:cubicBezTo>
                  <a:cubicBezTo>
                    <a:pt x="506569" y="436542"/>
                    <a:pt x="506872" y="435230"/>
                    <a:pt x="506872" y="435230"/>
                  </a:cubicBezTo>
                  <a:lnTo>
                    <a:pt x="507881" y="433346"/>
                  </a:lnTo>
                  <a:lnTo>
                    <a:pt x="509059" y="431327"/>
                  </a:lnTo>
                  <a:cubicBezTo>
                    <a:pt x="509059" y="431327"/>
                    <a:pt x="510204" y="431126"/>
                    <a:pt x="510944" y="430520"/>
                  </a:cubicBezTo>
                  <a:cubicBezTo>
                    <a:pt x="511651" y="429948"/>
                    <a:pt x="514141" y="428132"/>
                    <a:pt x="514579" y="428132"/>
                  </a:cubicBezTo>
                  <a:cubicBezTo>
                    <a:pt x="515016" y="428132"/>
                    <a:pt x="517607" y="428132"/>
                    <a:pt x="517607" y="428132"/>
                  </a:cubicBezTo>
                  <a:lnTo>
                    <a:pt x="522084" y="430453"/>
                  </a:lnTo>
                  <a:lnTo>
                    <a:pt x="524540" y="433211"/>
                  </a:lnTo>
                  <a:cubicBezTo>
                    <a:pt x="524540" y="433211"/>
                    <a:pt x="525853" y="436844"/>
                    <a:pt x="525853" y="437416"/>
                  </a:cubicBezTo>
                  <a:cubicBezTo>
                    <a:pt x="525853" y="437988"/>
                    <a:pt x="526593" y="440040"/>
                    <a:pt x="526862" y="440612"/>
                  </a:cubicBezTo>
                  <a:cubicBezTo>
                    <a:pt x="527165" y="441184"/>
                    <a:pt x="529319" y="443068"/>
                    <a:pt x="529454" y="443505"/>
                  </a:cubicBezTo>
                  <a:cubicBezTo>
                    <a:pt x="529588" y="443942"/>
                    <a:pt x="530901" y="445523"/>
                    <a:pt x="531473" y="445523"/>
                  </a:cubicBezTo>
                  <a:cubicBezTo>
                    <a:pt x="532045" y="445523"/>
                    <a:pt x="533223" y="445523"/>
                    <a:pt x="533223" y="445523"/>
                  </a:cubicBezTo>
                  <a:lnTo>
                    <a:pt x="536993" y="448114"/>
                  </a:lnTo>
                  <a:cubicBezTo>
                    <a:pt x="536993" y="448114"/>
                    <a:pt x="538877" y="451141"/>
                    <a:pt x="539315" y="452184"/>
                  </a:cubicBezTo>
                  <a:cubicBezTo>
                    <a:pt x="539752" y="453193"/>
                    <a:pt x="540762" y="455514"/>
                    <a:pt x="540897" y="455952"/>
                  </a:cubicBezTo>
                  <a:cubicBezTo>
                    <a:pt x="541031" y="456389"/>
                    <a:pt x="543353" y="457095"/>
                    <a:pt x="543791" y="457533"/>
                  </a:cubicBezTo>
                  <a:cubicBezTo>
                    <a:pt x="544228" y="457970"/>
                    <a:pt x="545675" y="459417"/>
                    <a:pt x="545675" y="459417"/>
                  </a:cubicBezTo>
                  <a:cubicBezTo>
                    <a:pt x="545675" y="459417"/>
                    <a:pt x="546248" y="459719"/>
                    <a:pt x="547257" y="460998"/>
                  </a:cubicBezTo>
                  <a:cubicBezTo>
                    <a:pt x="548267" y="462310"/>
                    <a:pt x="549714" y="463453"/>
                    <a:pt x="550286" y="464025"/>
                  </a:cubicBezTo>
                  <a:cubicBezTo>
                    <a:pt x="550858" y="464597"/>
                    <a:pt x="551868" y="465472"/>
                    <a:pt x="553483" y="466615"/>
                  </a:cubicBezTo>
                  <a:cubicBezTo>
                    <a:pt x="555065" y="467793"/>
                    <a:pt x="556681" y="470248"/>
                    <a:pt x="557253" y="470518"/>
                  </a:cubicBezTo>
                  <a:cubicBezTo>
                    <a:pt x="557825" y="470820"/>
                    <a:pt x="561459" y="472099"/>
                    <a:pt x="561762" y="472973"/>
                  </a:cubicBezTo>
                  <a:cubicBezTo>
                    <a:pt x="562065" y="473848"/>
                    <a:pt x="565397" y="476304"/>
                    <a:pt x="565397" y="476304"/>
                  </a:cubicBezTo>
                  <a:cubicBezTo>
                    <a:pt x="565397" y="476304"/>
                    <a:pt x="569032" y="480206"/>
                    <a:pt x="569032" y="481081"/>
                  </a:cubicBezTo>
                  <a:cubicBezTo>
                    <a:pt x="569032" y="481955"/>
                    <a:pt x="570613" y="484411"/>
                    <a:pt x="570782" y="484848"/>
                  </a:cubicBezTo>
                  <a:cubicBezTo>
                    <a:pt x="570916" y="485286"/>
                    <a:pt x="571657" y="486866"/>
                    <a:pt x="571960" y="487607"/>
                  </a:cubicBezTo>
                  <a:cubicBezTo>
                    <a:pt x="572263" y="488313"/>
                    <a:pt x="574416" y="489490"/>
                    <a:pt x="574416" y="490062"/>
                  </a:cubicBezTo>
                  <a:cubicBezTo>
                    <a:pt x="574416" y="490634"/>
                    <a:pt x="576166" y="491509"/>
                    <a:pt x="576166" y="491509"/>
                  </a:cubicBezTo>
                  <a:lnTo>
                    <a:pt x="577311" y="493830"/>
                  </a:lnTo>
                  <a:cubicBezTo>
                    <a:pt x="577311" y="493830"/>
                    <a:pt x="577614" y="496588"/>
                    <a:pt x="577748" y="497160"/>
                  </a:cubicBezTo>
                  <a:cubicBezTo>
                    <a:pt x="577883" y="497732"/>
                    <a:pt x="579061" y="500188"/>
                    <a:pt x="579061" y="500188"/>
                  </a:cubicBezTo>
                  <a:cubicBezTo>
                    <a:pt x="579061" y="500188"/>
                    <a:pt x="580205" y="501365"/>
                    <a:pt x="580643" y="501634"/>
                  </a:cubicBezTo>
                  <a:cubicBezTo>
                    <a:pt x="581080" y="501937"/>
                    <a:pt x="582527" y="502206"/>
                    <a:pt x="582662" y="502643"/>
                  </a:cubicBezTo>
                  <a:cubicBezTo>
                    <a:pt x="582796" y="503081"/>
                    <a:pt x="583974" y="505099"/>
                    <a:pt x="583974" y="505099"/>
                  </a:cubicBezTo>
                  <a:lnTo>
                    <a:pt x="586229" y="506613"/>
                  </a:lnTo>
                  <a:cubicBezTo>
                    <a:pt x="586229" y="506613"/>
                    <a:pt x="587239" y="507420"/>
                    <a:pt x="586734" y="507757"/>
                  </a:cubicBezTo>
                  <a:cubicBezTo>
                    <a:pt x="586229" y="508127"/>
                    <a:pt x="584984" y="509203"/>
                    <a:pt x="584917" y="509506"/>
                  </a:cubicBezTo>
                  <a:cubicBezTo>
                    <a:pt x="584849" y="509809"/>
                    <a:pt x="584715" y="510818"/>
                    <a:pt x="585051" y="511087"/>
                  </a:cubicBezTo>
                  <a:cubicBezTo>
                    <a:pt x="585422" y="511390"/>
                    <a:pt x="586498" y="512399"/>
                    <a:pt x="586498" y="512399"/>
                  </a:cubicBezTo>
                  <a:cubicBezTo>
                    <a:pt x="586498" y="512399"/>
                    <a:pt x="587071" y="513139"/>
                    <a:pt x="587508" y="513341"/>
                  </a:cubicBezTo>
                  <a:cubicBezTo>
                    <a:pt x="587946" y="513543"/>
                    <a:pt x="588080" y="513475"/>
                    <a:pt x="589258" y="513543"/>
                  </a:cubicBezTo>
                  <a:cubicBezTo>
                    <a:pt x="590402" y="513610"/>
                    <a:pt x="591277" y="513038"/>
                    <a:pt x="591513" y="513173"/>
                  </a:cubicBezTo>
                  <a:cubicBezTo>
                    <a:pt x="591715" y="513307"/>
                    <a:pt x="592826" y="513812"/>
                    <a:pt x="592960" y="514182"/>
                  </a:cubicBezTo>
                  <a:cubicBezTo>
                    <a:pt x="593095" y="514552"/>
                    <a:pt x="594205" y="515326"/>
                    <a:pt x="594609" y="515830"/>
                  </a:cubicBezTo>
                  <a:cubicBezTo>
                    <a:pt x="595047" y="516335"/>
                    <a:pt x="596494" y="518084"/>
                    <a:pt x="596797" y="518454"/>
                  </a:cubicBezTo>
                  <a:cubicBezTo>
                    <a:pt x="597100" y="518824"/>
                    <a:pt x="597874" y="519329"/>
                    <a:pt x="597874" y="519329"/>
                  </a:cubicBezTo>
                  <a:lnTo>
                    <a:pt x="607364" y="527436"/>
                  </a:lnTo>
                  <a:lnTo>
                    <a:pt x="612076" y="531204"/>
                  </a:lnTo>
                  <a:lnTo>
                    <a:pt x="613961" y="532078"/>
                  </a:lnTo>
                  <a:cubicBezTo>
                    <a:pt x="613961" y="532078"/>
                    <a:pt x="616720" y="534332"/>
                    <a:pt x="616653" y="534534"/>
                  </a:cubicBezTo>
                  <a:cubicBezTo>
                    <a:pt x="616586" y="534736"/>
                    <a:pt x="616956" y="537360"/>
                    <a:pt x="616956" y="537360"/>
                  </a:cubicBezTo>
                  <a:cubicBezTo>
                    <a:pt x="616956" y="537360"/>
                    <a:pt x="618403" y="538369"/>
                    <a:pt x="618639" y="538604"/>
                  </a:cubicBezTo>
                  <a:cubicBezTo>
                    <a:pt x="618840" y="538806"/>
                    <a:pt x="622038" y="540354"/>
                    <a:pt x="622273" y="540421"/>
                  </a:cubicBezTo>
                  <a:cubicBezTo>
                    <a:pt x="622509" y="540488"/>
                    <a:pt x="623216" y="540791"/>
                    <a:pt x="624293" y="541363"/>
                  </a:cubicBezTo>
                  <a:cubicBezTo>
                    <a:pt x="625369" y="541935"/>
                    <a:pt x="627254" y="542372"/>
                    <a:pt x="627692" y="542372"/>
                  </a:cubicBezTo>
                  <a:cubicBezTo>
                    <a:pt x="628129" y="542372"/>
                    <a:pt x="629341" y="542237"/>
                    <a:pt x="629812" y="542237"/>
                  </a:cubicBezTo>
                  <a:cubicBezTo>
                    <a:pt x="630283" y="542237"/>
                    <a:pt x="633110" y="541665"/>
                    <a:pt x="633548" y="541161"/>
                  </a:cubicBezTo>
                  <a:cubicBezTo>
                    <a:pt x="633985" y="540656"/>
                    <a:pt x="635230" y="540084"/>
                    <a:pt x="635298" y="539142"/>
                  </a:cubicBezTo>
                  <a:cubicBezTo>
                    <a:pt x="635365" y="538201"/>
                    <a:pt x="635533" y="537191"/>
                    <a:pt x="635600" y="536249"/>
                  </a:cubicBezTo>
                  <a:cubicBezTo>
                    <a:pt x="635668" y="535308"/>
                    <a:pt x="632134" y="531607"/>
                    <a:pt x="632134" y="531607"/>
                  </a:cubicBezTo>
                  <a:cubicBezTo>
                    <a:pt x="632134" y="531607"/>
                    <a:pt x="631764" y="531237"/>
                    <a:pt x="630990" y="530867"/>
                  </a:cubicBezTo>
                  <a:cubicBezTo>
                    <a:pt x="630182" y="530497"/>
                    <a:pt x="630115" y="529488"/>
                    <a:pt x="629846" y="529421"/>
                  </a:cubicBezTo>
                  <a:cubicBezTo>
                    <a:pt x="629610" y="529353"/>
                    <a:pt x="630048" y="529723"/>
                    <a:pt x="629240" y="528916"/>
                  </a:cubicBezTo>
                  <a:cubicBezTo>
                    <a:pt x="628432" y="528109"/>
                    <a:pt x="628533" y="527671"/>
                    <a:pt x="627995" y="527167"/>
                  </a:cubicBezTo>
                  <a:cubicBezTo>
                    <a:pt x="627490" y="526662"/>
                    <a:pt x="627793" y="525418"/>
                    <a:pt x="627120" y="524846"/>
                  </a:cubicBezTo>
                  <a:cubicBezTo>
                    <a:pt x="626480" y="524274"/>
                    <a:pt x="626783" y="524341"/>
                    <a:pt x="625841" y="523029"/>
                  </a:cubicBezTo>
                  <a:cubicBezTo>
                    <a:pt x="624898" y="521717"/>
                    <a:pt x="624562" y="521347"/>
                    <a:pt x="624562" y="521078"/>
                  </a:cubicBezTo>
                  <a:cubicBezTo>
                    <a:pt x="624562" y="520775"/>
                    <a:pt x="624562" y="519261"/>
                    <a:pt x="624562" y="519261"/>
                  </a:cubicBezTo>
                  <a:cubicBezTo>
                    <a:pt x="624562" y="519261"/>
                    <a:pt x="624562" y="518319"/>
                    <a:pt x="624629" y="517310"/>
                  </a:cubicBezTo>
                  <a:cubicBezTo>
                    <a:pt x="624696" y="516301"/>
                    <a:pt x="625067" y="515426"/>
                    <a:pt x="625201" y="514922"/>
                  </a:cubicBezTo>
                  <a:cubicBezTo>
                    <a:pt x="625336" y="514417"/>
                    <a:pt x="625571" y="512971"/>
                    <a:pt x="625639" y="512534"/>
                  </a:cubicBezTo>
                  <a:cubicBezTo>
                    <a:pt x="625706" y="512096"/>
                    <a:pt x="626514" y="510582"/>
                    <a:pt x="626514" y="510582"/>
                  </a:cubicBezTo>
                  <a:lnTo>
                    <a:pt x="628264" y="509270"/>
                  </a:lnTo>
                  <a:lnTo>
                    <a:pt x="629879" y="508463"/>
                  </a:lnTo>
                  <a:cubicBezTo>
                    <a:pt x="629879" y="508463"/>
                    <a:pt x="630653" y="508026"/>
                    <a:pt x="631091" y="508598"/>
                  </a:cubicBezTo>
                  <a:cubicBezTo>
                    <a:pt x="631528" y="509170"/>
                    <a:pt x="632841" y="509977"/>
                    <a:pt x="632841" y="509977"/>
                  </a:cubicBezTo>
                  <a:cubicBezTo>
                    <a:pt x="632841" y="509977"/>
                    <a:pt x="633918" y="511491"/>
                    <a:pt x="634355" y="512164"/>
                  </a:cubicBezTo>
                  <a:cubicBezTo>
                    <a:pt x="634793" y="512803"/>
                    <a:pt x="635567" y="514619"/>
                    <a:pt x="635567" y="514855"/>
                  </a:cubicBezTo>
                  <a:cubicBezTo>
                    <a:pt x="635567" y="515090"/>
                    <a:pt x="635937" y="516738"/>
                    <a:pt x="635870" y="517613"/>
                  </a:cubicBezTo>
                  <a:cubicBezTo>
                    <a:pt x="635802" y="518488"/>
                    <a:pt x="634927" y="519362"/>
                    <a:pt x="635802" y="520506"/>
                  </a:cubicBezTo>
                  <a:cubicBezTo>
                    <a:pt x="636677" y="521683"/>
                    <a:pt x="639067" y="522020"/>
                    <a:pt x="639067" y="522020"/>
                  </a:cubicBezTo>
                  <a:cubicBezTo>
                    <a:pt x="639067" y="522020"/>
                    <a:pt x="641086" y="522154"/>
                    <a:pt x="641153" y="522760"/>
                  </a:cubicBezTo>
                  <a:cubicBezTo>
                    <a:pt x="641221" y="523332"/>
                    <a:pt x="641961" y="523904"/>
                    <a:pt x="642096" y="524509"/>
                  </a:cubicBezTo>
                  <a:cubicBezTo>
                    <a:pt x="642230" y="525081"/>
                    <a:pt x="643106" y="525956"/>
                    <a:pt x="643240" y="526763"/>
                  </a:cubicBezTo>
                  <a:cubicBezTo>
                    <a:pt x="643375" y="527570"/>
                    <a:pt x="644317" y="528714"/>
                    <a:pt x="644822" y="529286"/>
                  </a:cubicBezTo>
                  <a:cubicBezTo>
                    <a:pt x="645327" y="529858"/>
                    <a:pt x="645966" y="530228"/>
                    <a:pt x="646269" y="530665"/>
                  </a:cubicBezTo>
                  <a:cubicBezTo>
                    <a:pt x="646572" y="531103"/>
                    <a:pt x="647346" y="531540"/>
                    <a:pt x="647649" y="532044"/>
                  </a:cubicBezTo>
                  <a:cubicBezTo>
                    <a:pt x="647952" y="532549"/>
                    <a:pt x="650543" y="534433"/>
                    <a:pt x="650543" y="534433"/>
                  </a:cubicBezTo>
                  <a:cubicBezTo>
                    <a:pt x="650543" y="534433"/>
                    <a:pt x="651284" y="534265"/>
                    <a:pt x="652226" y="534904"/>
                  </a:cubicBezTo>
                  <a:cubicBezTo>
                    <a:pt x="653168" y="535543"/>
                    <a:pt x="655793" y="535812"/>
                    <a:pt x="655793" y="535812"/>
                  </a:cubicBezTo>
                  <a:lnTo>
                    <a:pt x="658418" y="535812"/>
                  </a:lnTo>
                  <a:lnTo>
                    <a:pt x="661784" y="537561"/>
                  </a:lnTo>
                  <a:cubicBezTo>
                    <a:pt x="661784" y="537561"/>
                    <a:pt x="667438" y="538100"/>
                    <a:pt x="667640" y="538436"/>
                  </a:cubicBezTo>
                  <a:cubicBezTo>
                    <a:pt x="667842" y="538772"/>
                    <a:pt x="669390" y="541161"/>
                    <a:pt x="669390" y="541161"/>
                  </a:cubicBezTo>
                  <a:lnTo>
                    <a:pt x="669726" y="545299"/>
                  </a:lnTo>
                  <a:lnTo>
                    <a:pt x="669726" y="548898"/>
                  </a:lnTo>
                  <a:lnTo>
                    <a:pt x="670702" y="553776"/>
                  </a:lnTo>
                  <a:cubicBezTo>
                    <a:pt x="670702" y="553776"/>
                    <a:pt x="670500" y="554852"/>
                    <a:pt x="670265" y="555828"/>
                  </a:cubicBezTo>
                  <a:cubicBezTo>
                    <a:pt x="670063" y="556803"/>
                    <a:pt x="669726" y="558553"/>
                    <a:pt x="669726" y="558553"/>
                  </a:cubicBezTo>
                  <a:lnTo>
                    <a:pt x="669188" y="560403"/>
                  </a:lnTo>
                  <a:cubicBezTo>
                    <a:pt x="669188" y="560403"/>
                    <a:pt x="670164" y="562354"/>
                    <a:pt x="671241" y="562455"/>
                  </a:cubicBezTo>
                  <a:cubicBezTo>
                    <a:pt x="672318" y="562556"/>
                    <a:pt x="673731" y="563094"/>
                    <a:pt x="675582" y="562118"/>
                  </a:cubicBezTo>
                  <a:cubicBezTo>
                    <a:pt x="677433" y="561143"/>
                    <a:pt x="678073" y="560706"/>
                    <a:pt x="678746" y="560369"/>
                  </a:cubicBezTo>
                  <a:cubicBezTo>
                    <a:pt x="679385" y="560033"/>
                    <a:pt x="680058" y="560033"/>
                    <a:pt x="680058" y="560033"/>
                  </a:cubicBezTo>
                  <a:cubicBezTo>
                    <a:pt x="680058" y="560033"/>
                    <a:pt x="682111" y="561984"/>
                    <a:pt x="682448" y="562522"/>
                  </a:cubicBezTo>
                  <a:cubicBezTo>
                    <a:pt x="682784" y="563060"/>
                    <a:pt x="684299" y="563733"/>
                    <a:pt x="684400" y="564137"/>
                  </a:cubicBezTo>
                  <a:cubicBezTo>
                    <a:pt x="684501" y="564574"/>
                    <a:pt x="688539" y="568173"/>
                    <a:pt x="688977" y="568375"/>
                  </a:cubicBezTo>
                  <a:cubicBezTo>
                    <a:pt x="689414" y="568577"/>
                    <a:pt x="692679" y="569351"/>
                    <a:pt x="692982" y="569586"/>
                  </a:cubicBezTo>
                  <a:cubicBezTo>
                    <a:pt x="693318" y="569788"/>
                    <a:pt x="697659" y="570898"/>
                    <a:pt x="697659" y="570898"/>
                  </a:cubicBezTo>
                  <a:cubicBezTo>
                    <a:pt x="697659" y="570898"/>
                    <a:pt x="699275" y="572210"/>
                    <a:pt x="699713" y="572311"/>
                  </a:cubicBezTo>
                  <a:cubicBezTo>
                    <a:pt x="700150" y="572412"/>
                    <a:pt x="702741" y="574901"/>
                    <a:pt x="703179" y="575238"/>
                  </a:cubicBezTo>
                  <a:cubicBezTo>
                    <a:pt x="703616" y="575574"/>
                    <a:pt x="709910" y="578703"/>
                    <a:pt x="709910" y="578703"/>
                  </a:cubicBezTo>
                  <a:cubicBezTo>
                    <a:pt x="709910" y="578703"/>
                    <a:pt x="715025" y="583143"/>
                    <a:pt x="716001" y="583917"/>
                  </a:cubicBezTo>
                  <a:cubicBezTo>
                    <a:pt x="716977" y="584691"/>
                    <a:pt x="720477" y="587718"/>
                    <a:pt x="721453" y="588155"/>
                  </a:cubicBezTo>
                  <a:cubicBezTo>
                    <a:pt x="722429" y="588593"/>
                    <a:pt x="731449" y="597070"/>
                    <a:pt x="731449" y="597070"/>
                  </a:cubicBezTo>
                  <a:lnTo>
                    <a:pt x="734040" y="598483"/>
                  </a:lnTo>
                  <a:cubicBezTo>
                    <a:pt x="734040" y="598483"/>
                    <a:pt x="737507" y="601847"/>
                    <a:pt x="737641" y="602183"/>
                  </a:cubicBezTo>
                  <a:cubicBezTo>
                    <a:pt x="737742" y="602520"/>
                    <a:pt x="742959" y="608474"/>
                    <a:pt x="742959" y="608474"/>
                  </a:cubicBezTo>
                  <a:lnTo>
                    <a:pt x="745247" y="611299"/>
                  </a:lnTo>
                  <a:lnTo>
                    <a:pt x="748848" y="615336"/>
                  </a:lnTo>
                  <a:lnTo>
                    <a:pt x="750901" y="617086"/>
                  </a:lnTo>
                  <a:cubicBezTo>
                    <a:pt x="750901" y="617086"/>
                    <a:pt x="752752" y="617859"/>
                    <a:pt x="753089" y="617960"/>
                  </a:cubicBezTo>
                  <a:cubicBezTo>
                    <a:pt x="753425" y="618061"/>
                    <a:pt x="754300" y="618162"/>
                    <a:pt x="755142" y="618498"/>
                  </a:cubicBezTo>
                  <a:cubicBezTo>
                    <a:pt x="756017" y="618835"/>
                    <a:pt x="758171" y="620550"/>
                    <a:pt x="758171" y="620550"/>
                  </a:cubicBezTo>
                  <a:lnTo>
                    <a:pt x="760897" y="625125"/>
                  </a:lnTo>
                  <a:lnTo>
                    <a:pt x="763623" y="627716"/>
                  </a:lnTo>
                  <a:lnTo>
                    <a:pt x="765372" y="630440"/>
                  </a:lnTo>
                  <a:lnTo>
                    <a:pt x="766786" y="633266"/>
                  </a:lnTo>
                  <a:cubicBezTo>
                    <a:pt x="766786" y="633266"/>
                    <a:pt x="768099" y="633468"/>
                    <a:pt x="768401" y="633367"/>
                  </a:cubicBezTo>
                  <a:cubicBezTo>
                    <a:pt x="768738" y="633266"/>
                    <a:pt x="770690" y="632930"/>
                    <a:pt x="770690" y="632930"/>
                  </a:cubicBezTo>
                  <a:lnTo>
                    <a:pt x="773079" y="632291"/>
                  </a:lnTo>
                  <a:lnTo>
                    <a:pt x="774930" y="630541"/>
                  </a:lnTo>
                  <a:cubicBezTo>
                    <a:pt x="774930" y="630541"/>
                    <a:pt x="775132" y="629465"/>
                    <a:pt x="774830" y="628927"/>
                  </a:cubicBezTo>
                  <a:cubicBezTo>
                    <a:pt x="774493" y="628388"/>
                    <a:pt x="774291" y="626437"/>
                    <a:pt x="774291" y="626437"/>
                  </a:cubicBezTo>
                  <a:cubicBezTo>
                    <a:pt x="774291" y="626437"/>
                    <a:pt x="774055" y="625024"/>
                    <a:pt x="774055" y="624587"/>
                  </a:cubicBezTo>
                  <a:cubicBezTo>
                    <a:pt x="774055" y="624150"/>
                    <a:pt x="773719" y="622300"/>
                    <a:pt x="774156" y="621761"/>
                  </a:cubicBezTo>
                  <a:cubicBezTo>
                    <a:pt x="774594" y="621223"/>
                    <a:pt x="775233" y="619575"/>
                    <a:pt x="775233" y="619575"/>
                  </a:cubicBezTo>
                  <a:cubicBezTo>
                    <a:pt x="775233" y="619575"/>
                    <a:pt x="775132" y="619676"/>
                    <a:pt x="775873" y="618700"/>
                  </a:cubicBezTo>
                  <a:cubicBezTo>
                    <a:pt x="776647" y="617725"/>
                    <a:pt x="776849" y="616749"/>
                    <a:pt x="777522" y="615975"/>
                  </a:cubicBezTo>
                  <a:cubicBezTo>
                    <a:pt x="778161" y="615202"/>
                    <a:pt x="779036" y="613049"/>
                    <a:pt x="779272" y="612611"/>
                  </a:cubicBezTo>
                  <a:cubicBezTo>
                    <a:pt x="779474" y="612174"/>
                    <a:pt x="779709" y="611199"/>
                    <a:pt x="779810" y="610425"/>
                  </a:cubicBezTo>
                  <a:cubicBezTo>
                    <a:pt x="779911" y="609651"/>
                    <a:pt x="779911" y="608373"/>
                    <a:pt x="779911" y="608373"/>
                  </a:cubicBezTo>
                  <a:cubicBezTo>
                    <a:pt x="779911" y="608373"/>
                    <a:pt x="780685" y="607397"/>
                    <a:pt x="780988" y="607162"/>
                  </a:cubicBezTo>
                  <a:cubicBezTo>
                    <a:pt x="781325" y="606960"/>
                    <a:pt x="783277" y="606388"/>
                    <a:pt x="783277" y="606388"/>
                  </a:cubicBezTo>
                  <a:cubicBezTo>
                    <a:pt x="783277" y="606388"/>
                    <a:pt x="785666" y="607263"/>
                    <a:pt x="786003" y="607599"/>
                  </a:cubicBezTo>
                  <a:cubicBezTo>
                    <a:pt x="786339" y="607935"/>
                    <a:pt x="789469" y="609348"/>
                    <a:pt x="789469" y="610324"/>
                  </a:cubicBezTo>
                  <a:cubicBezTo>
                    <a:pt x="789469" y="611299"/>
                    <a:pt x="789705" y="612073"/>
                    <a:pt x="789705" y="612712"/>
                  </a:cubicBezTo>
                  <a:cubicBezTo>
                    <a:pt x="789705" y="613351"/>
                    <a:pt x="789705" y="614899"/>
                    <a:pt x="789705" y="614899"/>
                  </a:cubicBezTo>
                  <a:lnTo>
                    <a:pt x="790041" y="616951"/>
                  </a:lnTo>
                  <a:cubicBezTo>
                    <a:pt x="790041" y="616951"/>
                    <a:pt x="791017" y="616951"/>
                    <a:pt x="791657" y="618700"/>
                  </a:cubicBezTo>
                  <a:cubicBezTo>
                    <a:pt x="792296" y="620450"/>
                    <a:pt x="793508" y="620450"/>
                    <a:pt x="793609" y="621190"/>
                  </a:cubicBezTo>
                  <a:cubicBezTo>
                    <a:pt x="793710" y="621963"/>
                    <a:pt x="794147" y="623141"/>
                    <a:pt x="794147" y="623141"/>
                  </a:cubicBezTo>
                  <a:lnTo>
                    <a:pt x="793811" y="625092"/>
                  </a:lnTo>
                  <a:cubicBezTo>
                    <a:pt x="793811" y="625092"/>
                    <a:pt x="793609" y="626168"/>
                    <a:pt x="793373" y="626841"/>
                  </a:cubicBezTo>
                  <a:cubicBezTo>
                    <a:pt x="793171" y="627480"/>
                    <a:pt x="792835" y="628456"/>
                    <a:pt x="792599" y="628893"/>
                  </a:cubicBezTo>
                  <a:cubicBezTo>
                    <a:pt x="792397" y="629330"/>
                    <a:pt x="792061" y="630104"/>
                    <a:pt x="791926" y="630541"/>
                  </a:cubicBezTo>
                  <a:cubicBezTo>
                    <a:pt x="791825" y="630979"/>
                    <a:pt x="791287" y="631853"/>
                    <a:pt x="791287" y="632291"/>
                  </a:cubicBezTo>
                  <a:cubicBezTo>
                    <a:pt x="791287" y="632728"/>
                    <a:pt x="790210" y="633165"/>
                    <a:pt x="789772" y="633804"/>
                  </a:cubicBezTo>
                  <a:cubicBezTo>
                    <a:pt x="789335" y="634444"/>
                    <a:pt x="788594" y="634242"/>
                    <a:pt x="788460" y="634578"/>
                  </a:cubicBezTo>
                  <a:cubicBezTo>
                    <a:pt x="788359" y="634915"/>
                    <a:pt x="787820" y="637303"/>
                    <a:pt x="787685" y="638043"/>
                  </a:cubicBezTo>
                  <a:cubicBezTo>
                    <a:pt x="787585" y="638817"/>
                    <a:pt x="787248" y="639994"/>
                    <a:pt x="787248" y="640330"/>
                  </a:cubicBezTo>
                  <a:cubicBezTo>
                    <a:pt x="787248" y="640667"/>
                    <a:pt x="787147" y="642618"/>
                    <a:pt x="787147" y="643055"/>
                  </a:cubicBezTo>
                  <a:cubicBezTo>
                    <a:pt x="787147" y="643493"/>
                    <a:pt x="788022" y="643930"/>
                    <a:pt x="788460" y="644367"/>
                  </a:cubicBezTo>
                  <a:cubicBezTo>
                    <a:pt x="788897" y="644805"/>
                    <a:pt x="790950" y="646217"/>
                    <a:pt x="792263" y="646991"/>
                  </a:cubicBezTo>
                  <a:cubicBezTo>
                    <a:pt x="793575" y="647765"/>
                    <a:pt x="797277" y="649279"/>
                    <a:pt x="797816" y="649918"/>
                  </a:cubicBezTo>
                  <a:cubicBezTo>
                    <a:pt x="798354" y="650557"/>
                    <a:pt x="803133" y="651667"/>
                    <a:pt x="803133" y="651667"/>
                  </a:cubicBezTo>
                  <a:lnTo>
                    <a:pt x="806162" y="652979"/>
                  </a:lnTo>
                  <a:lnTo>
                    <a:pt x="807239" y="653315"/>
                  </a:lnTo>
                  <a:lnTo>
                    <a:pt x="812556" y="655704"/>
                  </a:lnTo>
                  <a:lnTo>
                    <a:pt x="815282" y="659169"/>
                  </a:lnTo>
                  <a:lnTo>
                    <a:pt x="818648" y="661658"/>
                  </a:lnTo>
                  <a:lnTo>
                    <a:pt x="823427" y="664686"/>
                  </a:lnTo>
                  <a:lnTo>
                    <a:pt x="826254" y="668689"/>
                  </a:lnTo>
                  <a:lnTo>
                    <a:pt x="829081" y="671178"/>
                  </a:lnTo>
                  <a:cubicBezTo>
                    <a:pt x="829081" y="671178"/>
                    <a:pt x="830292" y="672692"/>
                    <a:pt x="830494" y="673129"/>
                  </a:cubicBezTo>
                  <a:cubicBezTo>
                    <a:pt x="830696" y="673566"/>
                    <a:pt x="832547" y="675282"/>
                    <a:pt x="832783" y="675719"/>
                  </a:cubicBezTo>
                  <a:cubicBezTo>
                    <a:pt x="832985" y="676157"/>
                    <a:pt x="833860" y="677132"/>
                    <a:pt x="834095" y="678343"/>
                  </a:cubicBezTo>
                  <a:cubicBezTo>
                    <a:pt x="834297" y="679521"/>
                    <a:pt x="834297" y="681169"/>
                    <a:pt x="834196" y="681943"/>
                  </a:cubicBezTo>
                  <a:cubicBezTo>
                    <a:pt x="834095" y="682717"/>
                    <a:pt x="833422" y="683019"/>
                    <a:pt x="832446" y="683457"/>
                  </a:cubicBezTo>
                  <a:cubicBezTo>
                    <a:pt x="831470" y="683894"/>
                    <a:pt x="830797" y="683894"/>
                    <a:pt x="830057" y="684331"/>
                  </a:cubicBezTo>
                  <a:cubicBezTo>
                    <a:pt x="829316" y="684769"/>
                    <a:pt x="828542" y="685206"/>
                    <a:pt x="828542" y="685206"/>
                  </a:cubicBezTo>
                  <a:cubicBezTo>
                    <a:pt x="828542" y="685206"/>
                    <a:pt x="827903" y="687258"/>
                    <a:pt x="827768" y="687695"/>
                  </a:cubicBezTo>
                  <a:cubicBezTo>
                    <a:pt x="827667" y="688132"/>
                    <a:pt x="827230" y="690857"/>
                    <a:pt x="826355" y="692136"/>
                  </a:cubicBezTo>
                  <a:cubicBezTo>
                    <a:pt x="825480" y="693447"/>
                    <a:pt x="825244" y="694827"/>
                    <a:pt x="825244" y="694827"/>
                  </a:cubicBezTo>
                  <a:cubicBezTo>
                    <a:pt x="825244" y="694827"/>
                    <a:pt x="824705" y="696677"/>
                    <a:pt x="824268" y="696879"/>
                  </a:cubicBezTo>
                  <a:cubicBezTo>
                    <a:pt x="823831" y="697114"/>
                    <a:pt x="823494" y="696879"/>
                    <a:pt x="822518" y="697854"/>
                  </a:cubicBezTo>
                  <a:cubicBezTo>
                    <a:pt x="821542" y="698830"/>
                    <a:pt x="821004" y="701992"/>
                    <a:pt x="821004" y="702328"/>
                  </a:cubicBezTo>
                  <a:cubicBezTo>
                    <a:pt x="821004" y="702665"/>
                    <a:pt x="822754" y="703304"/>
                    <a:pt x="823629" y="703640"/>
                  </a:cubicBezTo>
                  <a:cubicBezTo>
                    <a:pt x="824504" y="703943"/>
                    <a:pt x="828206" y="704616"/>
                    <a:pt x="828845" y="705154"/>
                  </a:cubicBezTo>
                  <a:cubicBezTo>
                    <a:pt x="829485" y="705692"/>
                    <a:pt x="833086" y="708316"/>
                    <a:pt x="832985" y="707643"/>
                  </a:cubicBezTo>
                  <a:cubicBezTo>
                    <a:pt x="832884" y="707004"/>
                    <a:pt x="834634" y="709157"/>
                    <a:pt x="834634" y="709157"/>
                  </a:cubicBezTo>
                  <a:lnTo>
                    <a:pt x="837898" y="711781"/>
                  </a:lnTo>
                  <a:lnTo>
                    <a:pt x="840624" y="713093"/>
                  </a:lnTo>
                  <a:lnTo>
                    <a:pt x="842139" y="714943"/>
                  </a:lnTo>
                  <a:lnTo>
                    <a:pt x="842576" y="718105"/>
                  </a:lnTo>
                  <a:lnTo>
                    <a:pt x="842812" y="720056"/>
                  </a:lnTo>
                  <a:cubicBezTo>
                    <a:pt x="842812" y="720056"/>
                    <a:pt x="842812" y="721368"/>
                    <a:pt x="842273" y="721907"/>
                  </a:cubicBezTo>
                  <a:cubicBezTo>
                    <a:pt x="841735" y="722445"/>
                    <a:pt x="841398" y="723656"/>
                    <a:pt x="840860" y="723959"/>
                  </a:cubicBezTo>
                  <a:cubicBezTo>
                    <a:pt x="840321" y="724295"/>
                    <a:pt x="841062" y="723084"/>
                    <a:pt x="840321" y="724295"/>
                  </a:cubicBezTo>
                  <a:cubicBezTo>
                    <a:pt x="839547" y="725506"/>
                    <a:pt x="839345" y="725910"/>
                    <a:pt x="838470" y="726347"/>
                  </a:cubicBezTo>
                  <a:cubicBezTo>
                    <a:pt x="837595" y="726784"/>
                    <a:pt x="837696" y="726784"/>
                    <a:pt x="836417" y="727424"/>
                  </a:cubicBezTo>
                  <a:cubicBezTo>
                    <a:pt x="835105" y="728063"/>
                    <a:pt x="835105" y="727424"/>
                    <a:pt x="834465" y="728500"/>
                  </a:cubicBezTo>
                  <a:cubicBezTo>
                    <a:pt x="833826" y="729577"/>
                    <a:pt x="832850" y="730686"/>
                    <a:pt x="832715" y="731326"/>
                  </a:cubicBezTo>
                  <a:cubicBezTo>
                    <a:pt x="832614" y="731965"/>
                    <a:pt x="832513" y="733613"/>
                    <a:pt x="832513" y="734151"/>
                  </a:cubicBezTo>
                  <a:cubicBezTo>
                    <a:pt x="832513" y="734690"/>
                    <a:pt x="832715" y="735564"/>
                    <a:pt x="832951" y="736002"/>
                  </a:cubicBezTo>
                  <a:cubicBezTo>
                    <a:pt x="833153" y="736439"/>
                    <a:pt x="840119" y="738928"/>
                    <a:pt x="840119" y="738928"/>
                  </a:cubicBezTo>
                  <a:lnTo>
                    <a:pt x="840994" y="739567"/>
                  </a:lnTo>
                  <a:lnTo>
                    <a:pt x="841768" y="741754"/>
                  </a:lnTo>
                  <a:lnTo>
                    <a:pt x="842745" y="744916"/>
                  </a:lnTo>
                  <a:cubicBezTo>
                    <a:pt x="842745" y="744916"/>
                    <a:pt x="843720" y="747944"/>
                    <a:pt x="843821" y="748616"/>
                  </a:cubicBezTo>
                  <a:cubicBezTo>
                    <a:pt x="843922" y="749289"/>
                    <a:pt x="843956" y="752956"/>
                    <a:pt x="843956" y="752956"/>
                  </a:cubicBezTo>
                  <a:cubicBezTo>
                    <a:pt x="843956" y="752956"/>
                    <a:pt x="844057" y="756421"/>
                    <a:pt x="844057" y="757094"/>
                  </a:cubicBezTo>
                  <a:cubicBezTo>
                    <a:pt x="844057" y="757733"/>
                    <a:pt x="844932" y="762409"/>
                    <a:pt x="844932" y="762409"/>
                  </a:cubicBezTo>
                  <a:cubicBezTo>
                    <a:pt x="844932" y="762409"/>
                    <a:pt x="848533" y="765773"/>
                    <a:pt x="848971" y="766008"/>
                  </a:cubicBezTo>
                  <a:cubicBezTo>
                    <a:pt x="849408" y="766244"/>
                    <a:pt x="852235" y="767959"/>
                    <a:pt x="852672" y="768296"/>
                  </a:cubicBezTo>
                  <a:cubicBezTo>
                    <a:pt x="853110" y="768632"/>
                    <a:pt x="855836" y="771222"/>
                    <a:pt x="856375" y="771996"/>
                  </a:cubicBezTo>
                  <a:cubicBezTo>
                    <a:pt x="856913" y="772770"/>
                    <a:pt x="859976" y="774586"/>
                    <a:pt x="859976" y="774586"/>
                  </a:cubicBezTo>
                  <a:cubicBezTo>
                    <a:pt x="859976" y="774586"/>
                    <a:pt x="861389" y="775125"/>
                    <a:pt x="861625" y="775562"/>
                  </a:cubicBezTo>
                  <a:cubicBezTo>
                    <a:pt x="861860" y="775999"/>
                    <a:pt x="864115" y="778589"/>
                    <a:pt x="864115" y="778589"/>
                  </a:cubicBezTo>
                  <a:lnTo>
                    <a:pt x="864553" y="780978"/>
                  </a:lnTo>
                  <a:lnTo>
                    <a:pt x="865327" y="782391"/>
                  </a:lnTo>
                  <a:lnTo>
                    <a:pt x="867952" y="783366"/>
                  </a:lnTo>
                  <a:cubicBezTo>
                    <a:pt x="867952" y="783366"/>
                    <a:pt x="868827" y="783366"/>
                    <a:pt x="868726" y="783804"/>
                  </a:cubicBezTo>
                  <a:cubicBezTo>
                    <a:pt x="868625" y="784241"/>
                    <a:pt x="867413" y="786831"/>
                    <a:pt x="867413" y="786831"/>
                  </a:cubicBezTo>
                  <a:lnTo>
                    <a:pt x="866538" y="790397"/>
                  </a:lnTo>
                  <a:lnTo>
                    <a:pt x="860783" y="794736"/>
                  </a:lnTo>
                  <a:cubicBezTo>
                    <a:pt x="860783" y="794736"/>
                    <a:pt x="858932" y="795947"/>
                    <a:pt x="858495" y="796149"/>
                  </a:cubicBezTo>
                  <a:cubicBezTo>
                    <a:pt x="858057" y="796385"/>
                    <a:pt x="856442" y="799951"/>
                    <a:pt x="856442" y="799951"/>
                  </a:cubicBezTo>
                  <a:cubicBezTo>
                    <a:pt x="856442" y="799951"/>
                    <a:pt x="856341" y="800287"/>
                    <a:pt x="856105" y="800724"/>
                  </a:cubicBezTo>
                  <a:cubicBezTo>
                    <a:pt x="855903" y="801162"/>
                    <a:pt x="855903" y="801801"/>
                    <a:pt x="855903" y="802675"/>
                  </a:cubicBezTo>
                  <a:cubicBezTo>
                    <a:pt x="855903" y="803550"/>
                    <a:pt x="856778" y="804862"/>
                    <a:pt x="856980" y="805165"/>
                  </a:cubicBezTo>
                  <a:cubicBezTo>
                    <a:pt x="857182" y="805501"/>
                    <a:pt x="857620" y="806039"/>
                    <a:pt x="857620" y="806477"/>
                  </a:cubicBezTo>
                  <a:cubicBezTo>
                    <a:pt x="857620" y="806914"/>
                    <a:pt x="859134" y="808663"/>
                    <a:pt x="859235" y="808966"/>
                  </a:cubicBezTo>
                  <a:cubicBezTo>
                    <a:pt x="859336" y="809302"/>
                    <a:pt x="859235" y="809605"/>
                    <a:pt x="859235" y="810715"/>
                  </a:cubicBezTo>
                  <a:cubicBezTo>
                    <a:pt x="859235" y="811792"/>
                    <a:pt x="859336" y="813877"/>
                    <a:pt x="859336" y="814517"/>
                  </a:cubicBezTo>
                  <a:cubicBezTo>
                    <a:pt x="859336" y="815156"/>
                    <a:pt x="859336" y="818217"/>
                    <a:pt x="859336" y="818217"/>
                  </a:cubicBezTo>
                  <a:cubicBezTo>
                    <a:pt x="859336" y="818217"/>
                    <a:pt x="859336" y="821144"/>
                    <a:pt x="859235" y="821917"/>
                  </a:cubicBezTo>
                  <a:cubicBezTo>
                    <a:pt x="859134" y="822691"/>
                    <a:pt x="858798" y="825718"/>
                    <a:pt x="858798" y="825718"/>
                  </a:cubicBezTo>
                  <a:lnTo>
                    <a:pt x="858697" y="827131"/>
                  </a:lnTo>
                  <a:cubicBezTo>
                    <a:pt x="858697" y="827131"/>
                    <a:pt x="858798" y="827771"/>
                    <a:pt x="858461" y="828342"/>
                  </a:cubicBezTo>
                  <a:cubicBezTo>
                    <a:pt x="858125" y="828881"/>
                    <a:pt x="858125" y="828982"/>
                    <a:pt x="857283" y="829318"/>
                  </a:cubicBezTo>
                  <a:cubicBezTo>
                    <a:pt x="856408" y="829654"/>
                    <a:pt x="856072" y="829318"/>
                    <a:pt x="854221" y="828881"/>
                  </a:cubicBezTo>
                  <a:cubicBezTo>
                    <a:pt x="852370" y="828443"/>
                    <a:pt x="854120" y="828342"/>
                    <a:pt x="851629" y="828107"/>
                  </a:cubicBezTo>
                  <a:cubicBezTo>
                    <a:pt x="849139" y="827905"/>
                    <a:pt x="847826" y="827030"/>
                    <a:pt x="846076" y="827468"/>
                  </a:cubicBezTo>
                  <a:cubicBezTo>
                    <a:pt x="844326" y="827905"/>
                    <a:pt x="844326" y="828780"/>
                    <a:pt x="841836" y="829520"/>
                  </a:cubicBezTo>
                  <a:cubicBezTo>
                    <a:pt x="839345" y="830294"/>
                    <a:pt x="838369" y="831269"/>
                    <a:pt x="837932" y="831370"/>
                  </a:cubicBezTo>
                  <a:cubicBezTo>
                    <a:pt x="837494" y="831471"/>
                    <a:pt x="836619" y="831706"/>
                    <a:pt x="836619" y="831706"/>
                  </a:cubicBezTo>
                  <a:lnTo>
                    <a:pt x="833691" y="832682"/>
                  </a:lnTo>
                  <a:lnTo>
                    <a:pt x="834566" y="835609"/>
                  </a:lnTo>
                  <a:lnTo>
                    <a:pt x="835105" y="838098"/>
                  </a:lnTo>
                  <a:cubicBezTo>
                    <a:pt x="835105" y="838098"/>
                    <a:pt x="835441" y="839511"/>
                    <a:pt x="835441" y="839948"/>
                  </a:cubicBezTo>
                  <a:cubicBezTo>
                    <a:pt x="835441" y="840385"/>
                    <a:pt x="835643" y="844187"/>
                    <a:pt x="835643" y="844187"/>
                  </a:cubicBezTo>
                  <a:cubicBezTo>
                    <a:pt x="835643" y="844187"/>
                    <a:pt x="836182" y="847349"/>
                    <a:pt x="836417" y="847988"/>
                  </a:cubicBezTo>
                  <a:cubicBezTo>
                    <a:pt x="836619" y="848627"/>
                    <a:pt x="837292" y="851049"/>
                    <a:pt x="837292" y="851049"/>
                  </a:cubicBezTo>
                  <a:cubicBezTo>
                    <a:pt x="837292" y="851049"/>
                    <a:pt x="838066" y="855187"/>
                    <a:pt x="838066" y="855490"/>
                  </a:cubicBezTo>
                  <a:cubicBezTo>
                    <a:pt x="838066" y="855826"/>
                    <a:pt x="837831" y="856364"/>
                    <a:pt x="837965" y="857777"/>
                  </a:cubicBezTo>
                  <a:cubicBezTo>
                    <a:pt x="838066" y="859190"/>
                    <a:pt x="838066" y="861477"/>
                    <a:pt x="837763" y="862117"/>
                  </a:cubicBezTo>
                  <a:cubicBezTo>
                    <a:pt x="837427" y="862756"/>
                    <a:pt x="837225" y="864606"/>
                    <a:pt x="836451" y="864942"/>
                  </a:cubicBezTo>
                  <a:cubicBezTo>
                    <a:pt x="835677" y="865279"/>
                    <a:pt x="836788" y="866019"/>
                    <a:pt x="833860" y="866591"/>
                  </a:cubicBezTo>
                  <a:cubicBezTo>
                    <a:pt x="830932" y="867129"/>
                    <a:pt x="831234" y="867667"/>
                    <a:pt x="829081" y="867028"/>
                  </a:cubicBezTo>
                  <a:cubicBezTo>
                    <a:pt x="826893" y="866389"/>
                    <a:pt x="828441" y="865514"/>
                    <a:pt x="825816" y="864539"/>
                  </a:cubicBezTo>
                  <a:cubicBezTo>
                    <a:pt x="823225" y="863563"/>
                    <a:pt x="824941" y="862251"/>
                    <a:pt x="821138" y="862352"/>
                  </a:cubicBezTo>
                  <a:cubicBezTo>
                    <a:pt x="817335" y="862453"/>
                    <a:pt x="817100" y="863328"/>
                    <a:pt x="816460" y="863765"/>
                  </a:cubicBezTo>
                  <a:cubicBezTo>
                    <a:pt x="815821" y="864202"/>
                    <a:pt x="816023" y="866355"/>
                    <a:pt x="814845" y="867903"/>
                  </a:cubicBezTo>
                  <a:cubicBezTo>
                    <a:pt x="813633" y="869417"/>
                    <a:pt x="812792" y="869955"/>
                    <a:pt x="810941" y="870829"/>
                  </a:cubicBezTo>
                  <a:cubicBezTo>
                    <a:pt x="809090" y="871704"/>
                    <a:pt x="808316" y="873117"/>
                    <a:pt x="807676" y="873655"/>
                  </a:cubicBezTo>
                  <a:cubicBezTo>
                    <a:pt x="807037" y="874193"/>
                    <a:pt x="807037" y="876043"/>
                    <a:pt x="805388" y="875068"/>
                  </a:cubicBezTo>
                  <a:cubicBezTo>
                    <a:pt x="803739" y="874092"/>
                    <a:pt x="805489" y="873117"/>
                    <a:pt x="803200" y="873117"/>
                  </a:cubicBezTo>
                  <a:cubicBezTo>
                    <a:pt x="800912" y="873117"/>
                    <a:pt x="800710" y="872478"/>
                    <a:pt x="799296" y="872780"/>
                  </a:cubicBezTo>
                  <a:cubicBezTo>
                    <a:pt x="797883" y="873117"/>
                    <a:pt x="797008" y="873655"/>
                    <a:pt x="796469" y="873991"/>
                  </a:cubicBezTo>
                  <a:cubicBezTo>
                    <a:pt x="795931" y="874328"/>
                    <a:pt x="795695" y="874967"/>
                    <a:pt x="795392" y="875505"/>
                  </a:cubicBezTo>
                  <a:cubicBezTo>
                    <a:pt x="795056" y="876043"/>
                    <a:pt x="794450" y="877120"/>
                    <a:pt x="794248" y="878095"/>
                  </a:cubicBezTo>
                  <a:cubicBezTo>
                    <a:pt x="794046" y="879071"/>
                    <a:pt x="793306" y="881359"/>
                    <a:pt x="793306" y="881695"/>
                  </a:cubicBezTo>
                  <a:cubicBezTo>
                    <a:pt x="793306" y="882031"/>
                    <a:pt x="793306" y="884319"/>
                    <a:pt x="793306" y="884319"/>
                  </a:cubicBezTo>
                  <a:cubicBezTo>
                    <a:pt x="793306" y="884319"/>
                    <a:pt x="793743" y="886505"/>
                    <a:pt x="793844" y="887044"/>
                  </a:cubicBezTo>
                  <a:cubicBezTo>
                    <a:pt x="793945" y="887582"/>
                    <a:pt x="793609" y="887817"/>
                    <a:pt x="794484" y="889533"/>
                  </a:cubicBezTo>
                  <a:cubicBezTo>
                    <a:pt x="795359" y="891282"/>
                    <a:pt x="795460" y="891383"/>
                    <a:pt x="797210" y="891719"/>
                  </a:cubicBezTo>
                  <a:cubicBezTo>
                    <a:pt x="798960" y="892056"/>
                    <a:pt x="801349" y="892157"/>
                    <a:pt x="801551" y="892931"/>
                  </a:cubicBezTo>
                  <a:cubicBezTo>
                    <a:pt x="801753" y="893704"/>
                    <a:pt x="803941" y="896093"/>
                    <a:pt x="803941" y="896093"/>
                  </a:cubicBezTo>
                  <a:lnTo>
                    <a:pt x="804479" y="898145"/>
                  </a:lnTo>
                  <a:cubicBezTo>
                    <a:pt x="804479" y="898145"/>
                    <a:pt x="804681" y="898918"/>
                    <a:pt x="804580" y="899457"/>
                  </a:cubicBezTo>
                  <a:cubicBezTo>
                    <a:pt x="804479" y="899995"/>
                    <a:pt x="803604" y="902181"/>
                    <a:pt x="803402" y="902921"/>
                  </a:cubicBezTo>
                  <a:cubicBezTo>
                    <a:pt x="803167" y="903695"/>
                    <a:pt x="802191" y="905310"/>
                    <a:pt x="801349" y="905747"/>
                  </a:cubicBezTo>
                  <a:cubicBezTo>
                    <a:pt x="800474" y="906185"/>
                    <a:pt x="798421" y="908136"/>
                    <a:pt x="797647" y="908472"/>
                  </a:cubicBezTo>
                  <a:cubicBezTo>
                    <a:pt x="796873" y="908808"/>
                    <a:pt x="795695" y="909549"/>
                    <a:pt x="795359" y="909885"/>
                  </a:cubicBezTo>
                  <a:cubicBezTo>
                    <a:pt x="795022" y="910221"/>
                    <a:pt x="794383" y="912072"/>
                    <a:pt x="793272" y="912475"/>
                  </a:cubicBezTo>
                  <a:cubicBezTo>
                    <a:pt x="792195" y="912913"/>
                    <a:pt x="791758" y="914863"/>
                    <a:pt x="791758" y="914863"/>
                  </a:cubicBezTo>
                  <a:lnTo>
                    <a:pt x="788493" y="916478"/>
                  </a:lnTo>
                  <a:cubicBezTo>
                    <a:pt x="788493" y="916478"/>
                    <a:pt x="787181" y="917790"/>
                    <a:pt x="785666" y="917790"/>
                  </a:cubicBezTo>
                  <a:cubicBezTo>
                    <a:pt x="784152" y="917790"/>
                    <a:pt x="781964" y="918665"/>
                    <a:pt x="781964" y="918665"/>
                  </a:cubicBezTo>
                  <a:cubicBezTo>
                    <a:pt x="781964" y="918665"/>
                    <a:pt x="780113" y="919304"/>
                    <a:pt x="779676" y="919539"/>
                  </a:cubicBezTo>
                  <a:cubicBezTo>
                    <a:pt x="779238" y="919741"/>
                    <a:pt x="778700" y="921053"/>
                    <a:pt x="775873" y="921726"/>
                  </a:cubicBezTo>
                  <a:cubicBezTo>
                    <a:pt x="773046" y="922365"/>
                    <a:pt x="772608" y="922601"/>
                    <a:pt x="771969" y="922601"/>
                  </a:cubicBezTo>
                  <a:cubicBezTo>
                    <a:pt x="771329" y="922601"/>
                    <a:pt x="770454" y="923913"/>
                    <a:pt x="769142" y="924114"/>
                  </a:cubicBezTo>
                  <a:cubicBezTo>
                    <a:pt x="767829" y="924316"/>
                    <a:pt x="765002" y="925292"/>
                    <a:pt x="764363" y="925965"/>
                  </a:cubicBezTo>
                  <a:cubicBezTo>
                    <a:pt x="763723" y="926604"/>
                    <a:pt x="762310" y="927142"/>
                    <a:pt x="761772" y="927579"/>
                  </a:cubicBezTo>
                  <a:cubicBezTo>
                    <a:pt x="761233" y="928017"/>
                    <a:pt x="760795" y="928891"/>
                    <a:pt x="759820" y="929531"/>
                  </a:cubicBezTo>
                  <a:cubicBezTo>
                    <a:pt x="758844" y="930170"/>
                    <a:pt x="758171" y="931381"/>
                    <a:pt x="758069" y="931717"/>
                  </a:cubicBezTo>
                  <a:cubicBezTo>
                    <a:pt x="757969" y="932020"/>
                    <a:pt x="757632" y="934980"/>
                    <a:pt x="757632" y="934980"/>
                  </a:cubicBezTo>
                  <a:cubicBezTo>
                    <a:pt x="757632" y="934980"/>
                    <a:pt x="757868" y="936830"/>
                    <a:pt x="757868" y="937469"/>
                  </a:cubicBezTo>
                  <a:cubicBezTo>
                    <a:pt x="757868" y="938109"/>
                    <a:pt x="758507" y="940632"/>
                    <a:pt x="758507" y="940632"/>
                  </a:cubicBezTo>
                  <a:lnTo>
                    <a:pt x="758507" y="943424"/>
                  </a:lnTo>
                  <a:cubicBezTo>
                    <a:pt x="758507" y="943424"/>
                    <a:pt x="758305" y="944837"/>
                    <a:pt x="758305" y="945173"/>
                  </a:cubicBezTo>
                  <a:cubicBezTo>
                    <a:pt x="758305" y="945509"/>
                    <a:pt x="758406" y="946922"/>
                    <a:pt x="758406" y="946922"/>
                  </a:cubicBezTo>
                  <a:lnTo>
                    <a:pt x="758137" y="948840"/>
                  </a:lnTo>
                  <a:lnTo>
                    <a:pt x="757497" y="949210"/>
                  </a:lnTo>
                  <a:lnTo>
                    <a:pt x="756252" y="950017"/>
                  </a:lnTo>
                  <a:cubicBezTo>
                    <a:pt x="756252" y="950017"/>
                    <a:pt x="755209" y="949849"/>
                    <a:pt x="754502" y="950017"/>
                  </a:cubicBezTo>
                  <a:cubicBezTo>
                    <a:pt x="753795" y="950185"/>
                    <a:pt x="753089" y="949849"/>
                    <a:pt x="752550" y="949512"/>
                  </a:cubicBezTo>
                  <a:cubicBezTo>
                    <a:pt x="752012" y="949176"/>
                    <a:pt x="751036" y="948301"/>
                    <a:pt x="750766" y="948099"/>
                  </a:cubicBezTo>
                  <a:cubicBezTo>
                    <a:pt x="750497" y="947898"/>
                    <a:pt x="749454" y="946216"/>
                    <a:pt x="748882" y="945980"/>
                  </a:cubicBezTo>
                  <a:cubicBezTo>
                    <a:pt x="748276" y="945778"/>
                    <a:pt x="746661" y="946317"/>
                    <a:pt x="746425" y="946417"/>
                  </a:cubicBezTo>
                  <a:cubicBezTo>
                    <a:pt x="746223" y="946518"/>
                    <a:pt x="743867" y="947662"/>
                    <a:pt x="743867" y="947662"/>
                  </a:cubicBezTo>
                  <a:cubicBezTo>
                    <a:pt x="743867" y="947662"/>
                    <a:pt x="741814" y="948570"/>
                    <a:pt x="741478" y="948739"/>
                  </a:cubicBezTo>
                  <a:cubicBezTo>
                    <a:pt x="741141" y="948907"/>
                    <a:pt x="739627" y="949512"/>
                    <a:pt x="739189" y="949546"/>
                  </a:cubicBezTo>
                  <a:cubicBezTo>
                    <a:pt x="738752" y="949613"/>
                    <a:pt x="737507" y="950320"/>
                    <a:pt x="737136" y="950723"/>
                  </a:cubicBezTo>
                  <a:cubicBezTo>
                    <a:pt x="736766" y="951161"/>
                    <a:pt x="735824" y="952675"/>
                    <a:pt x="735521" y="953011"/>
                  </a:cubicBezTo>
                  <a:cubicBezTo>
                    <a:pt x="735184" y="953347"/>
                    <a:pt x="734545" y="955500"/>
                    <a:pt x="734444" y="955904"/>
                  </a:cubicBezTo>
                  <a:cubicBezTo>
                    <a:pt x="734343" y="956274"/>
                    <a:pt x="734107" y="957922"/>
                    <a:pt x="734107" y="957922"/>
                  </a:cubicBezTo>
                  <a:cubicBezTo>
                    <a:pt x="734107" y="957922"/>
                    <a:pt x="734040" y="959268"/>
                    <a:pt x="734208" y="959604"/>
                  </a:cubicBezTo>
                  <a:cubicBezTo>
                    <a:pt x="734377" y="959941"/>
                    <a:pt x="735958" y="963742"/>
                    <a:pt x="735958" y="963742"/>
                  </a:cubicBezTo>
                  <a:cubicBezTo>
                    <a:pt x="735958" y="963742"/>
                    <a:pt x="736497" y="964886"/>
                    <a:pt x="737742" y="965626"/>
                  </a:cubicBezTo>
                  <a:cubicBezTo>
                    <a:pt x="738987" y="966399"/>
                    <a:pt x="741208" y="966870"/>
                    <a:pt x="742050" y="966433"/>
                  </a:cubicBezTo>
                  <a:cubicBezTo>
                    <a:pt x="742858" y="965996"/>
                    <a:pt x="744170" y="964684"/>
                    <a:pt x="744540" y="964112"/>
                  </a:cubicBezTo>
                  <a:cubicBezTo>
                    <a:pt x="744911" y="963506"/>
                    <a:pt x="746055" y="962464"/>
                    <a:pt x="746492" y="961656"/>
                  </a:cubicBezTo>
                  <a:cubicBezTo>
                    <a:pt x="746930" y="960849"/>
                    <a:pt x="748411" y="959907"/>
                    <a:pt x="748545" y="959873"/>
                  </a:cubicBezTo>
                  <a:cubicBezTo>
                    <a:pt x="748714" y="959806"/>
                    <a:pt x="751978" y="958797"/>
                    <a:pt x="751978" y="958797"/>
                  </a:cubicBezTo>
                  <a:cubicBezTo>
                    <a:pt x="751978" y="958797"/>
                    <a:pt x="755243" y="959705"/>
                    <a:pt x="755411" y="959840"/>
                  </a:cubicBezTo>
                  <a:cubicBezTo>
                    <a:pt x="755579" y="959941"/>
                    <a:pt x="756555" y="961421"/>
                    <a:pt x="756656" y="961690"/>
                  </a:cubicBezTo>
                  <a:cubicBezTo>
                    <a:pt x="756757" y="961959"/>
                    <a:pt x="757194" y="963170"/>
                    <a:pt x="756925" y="963607"/>
                  </a:cubicBezTo>
                  <a:cubicBezTo>
                    <a:pt x="756656" y="964045"/>
                    <a:pt x="756252" y="966601"/>
                    <a:pt x="756017" y="966635"/>
                  </a:cubicBezTo>
                  <a:cubicBezTo>
                    <a:pt x="755781" y="966702"/>
                    <a:pt x="755074" y="968855"/>
                    <a:pt x="755074" y="968855"/>
                  </a:cubicBezTo>
                  <a:lnTo>
                    <a:pt x="755074" y="969494"/>
                  </a:lnTo>
                  <a:cubicBezTo>
                    <a:pt x="755074" y="969494"/>
                    <a:pt x="757026" y="972085"/>
                    <a:pt x="757295" y="972253"/>
                  </a:cubicBezTo>
                  <a:cubicBezTo>
                    <a:pt x="757565" y="972421"/>
                    <a:pt x="759584" y="974002"/>
                    <a:pt x="760122" y="974036"/>
                  </a:cubicBezTo>
                  <a:cubicBezTo>
                    <a:pt x="760661" y="974103"/>
                    <a:pt x="763555" y="975550"/>
                    <a:pt x="764026" y="975650"/>
                  </a:cubicBezTo>
                  <a:cubicBezTo>
                    <a:pt x="764498" y="975751"/>
                    <a:pt x="768200" y="976794"/>
                    <a:pt x="768469" y="976727"/>
                  </a:cubicBezTo>
                  <a:cubicBezTo>
                    <a:pt x="768738" y="976693"/>
                    <a:pt x="770488" y="976458"/>
                    <a:pt x="770690" y="976525"/>
                  </a:cubicBezTo>
                  <a:cubicBezTo>
                    <a:pt x="770926" y="976592"/>
                    <a:pt x="774493" y="978005"/>
                    <a:pt x="775099" y="978577"/>
                  </a:cubicBezTo>
                  <a:cubicBezTo>
                    <a:pt x="775704" y="979182"/>
                    <a:pt x="776950" y="980595"/>
                    <a:pt x="776950" y="980595"/>
                  </a:cubicBezTo>
                  <a:lnTo>
                    <a:pt x="777017" y="981907"/>
                  </a:lnTo>
                  <a:lnTo>
                    <a:pt x="777825" y="987021"/>
                  </a:lnTo>
                  <a:lnTo>
                    <a:pt x="777724" y="988433"/>
                  </a:lnTo>
                  <a:lnTo>
                    <a:pt x="778060" y="991595"/>
                  </a:lnTo>
                  <a:lnTo>
                    <a:pt x="778397" y="993547"/>
                  </a:lnTo>
                  <a:lnTo>
                    <a:pt x="781224" y="995229"/>
                  </a:lnTo>
                  <a:cubicBezTo>
                    <a:pt x="781224" y="995229"/>
                    <a:pt x="782032" y="996541"/>
                    <a:pt x="781830" y="996810"/>
                  </a:cubicBezTo>
                  <a:cubicBezTo>
                    <a:pt x="781628" y="997079"/>
                    <a:pt x="782200" y="997583"/>
                    <a:pt x="780786" y="997853"/>
                  </a:cubicBezTo>
                  <a:cubicBezTo>
                    <a:pt x="779373" y="998122"/>
                    <a:pt x="779541" y="998727"/>
                    <a:pt x="778296" y="999030"/>
                  </a:cubicBezTo>
                  <a:cubicBezTo>
                    <a:pt x="777051" y="999366"/>
                    <a:pt x="776007" y="999467"/>
                    <a:pt x="775267" y="999736"/>
                  </a:cubicBezTo>
                  <a:cubicBezTo>
                    <a:pt x="774493" y="1000005"/>
                    <a:pt x="771901" y="1000174"/>
                    <a:pt x="771901" y="1000174"/>
                  </a:cubicBezTo>
                  <a:lnTo>
                    <a:pt x="771127" y="1001856"/>
                  </a:lnTo>
                  <a:lnTo>
                    <a:pt x="770757" y="1002932"/>
                  </a:lnTo>
                  <a:lnTo>
                    <a:pt x="767291" y="1003740"/>
                  </a:lnTo>
                  <a:cubicBezTo>
                    <a:pt x="767291" y="1003740"/>
                    <a:pt x="766079" y="1003941"/>
                    <a:pt x="765608" y="1004110"/>
                  </a:cubicBezTo>
                  <a:cubicBezTo>
                    <a:pt x="765103" y="1004278"/>
                    <a:pt x="763118" y="1006666"/>
                    <a:pt x="762781" y="1006834"/>
                  </a:cubicBezTo>
                  <a:cubicBezTo>
                    <a:pt x="762445" y="1007002"/>
                    <a:pt x="761435" y="1008886"/>
                    <a:pt x="761435" y="1008886"/>
                  </a:cubicBezTo>
                  <a:lnTo>
                    <a:pt x="761098" y="1011207"/>
                  </a:lnTo>
                  <a:cubicBezTo>
                    <a:pt x="761098" y="1011207"/>
                    <a:pt x="760829" y="1012957"/>
                    <a:pt x="760661" y="1013159"/>
                  </a:cubicBezTo>
                  <a:cubicBezTo>
                    <a:pt x="760493" y="1013360"/>
                    <a:pt x="759315" y="1015278"/>
                    <a:pt x="759180" y="1015446"/>
                  </a:cubicBezTo>
                  <a:cubicBezTo>
                    <a:pt x="759079" y="1015614"/>
                    <a:pt x="758406" y="1016153"/>
                    <a:pt x="758238" y="1016422"/>
                  </a:cubicBezTo>
                  <a:cubicBezTo>
                    <a:pt x="758069" y="1016691"/>
                    <a:pt x="758339" y="1019517"/>
                    <a:pt x="758069" y="1019887"/>
                  </a:cubicBezTo>
                  <a:cubicBezTo>
                    <a:pt x="757800" y="1020257"/>
                    <a:pt x="758406" y="1022107"/>
                    <a:pt x="756757" y="1021669"/>
                  </a:cubicBezTo>
                  <a:cubicBezTo>
                    <a:pt x="755142" y="1021232"/>
                    <a:pt x="754435" y="1021030"/>
                    <a:pt x="753728" y="1020526"/>
                  </a:cubicBezTo>
                  <a:cubicBezTo>
                    <a:pt x="753021" y="1020021"/>
                    <a:pt x="753728" y="1018945"/>
                    <a:pt x="752214" y="1017868"/>
                  </a:cubicBezTo>
                  <a:cubicBezTo>
                    <a:pt x="750699" y="1016792"/>
                    <a:pt x="750295" y="1016354"/>
                    <a:pt x="750295" y="1016354"/>
                  </a:cubicBezTo>
                  <a:lnTo>
                    <a:pt x="748411" y="1017296"/>
                  </a:lnTo>
                  <a:lnTo>
                    <a:pt x="747401" y="1018373"/>
                  </a:lnTo>
                  <a:lnTo>
                    <a:pt x="746661" y="1019819"/>
                  </a:lnTo>
                  <a:lnTo>
                    <a:pt x="746156" y="1020963"/>
                  </a:lnTo>
                  <a:lnTo>
                    <a:pt x="745786" y="1022208"/>
                  </a:lnTo>
                  <a:lnTo>
                    <a:pt x="745483" y="1023721"/>
                  </a:lnTo>
                  <a:lnTo>
                    <a:pt x="744540" y="1024966"/>
                  </a:lnTo>
                  <a:lnTo>
                    <a:pt x="742353" y="1025773"/>
                  </a:lnTo>
                  <a:cubicBezTo>
                    <a:pt x="742353" y="1025773"/>
                    <a:pt x="741915" y="1026278"/>
                    <a:pt x="741410" y="1026345"/>
                  </a:cubicBezTo>
                  <a:cubicBezTo>
                    <a:pt x="740906" y="1026413"/>
                    <a:pt x="739829" y="1026715"/>
                    <a:pt x="739593" y="1026715"/>
                  </a:cubicBezTo>
                  <a:cubicBezTo>
                    <a:pt x="739391" y="1026715"/>
                    <a:pt x="739290" y="1026413"/>
                    <a:pt x="737910" y="1026715"/>
                  </a:cubicBezTo>
                  <a:cubicBezTo>
                    <a:pt x="736531" y="1027018"/>
                    <a:pt x="735218" y="1026278"/>
                    <a:pt x="735218" y="1026278"/>
                  </a:cubicBezTo>
                  <a:cubicBezTo>
                    <a:pt x="735218" y="1026278"/>
                    <a:pt x="734276" y="1025202"/>
                    <a:pt x="734141" y="1024966"/>
                  </a:cubicBezTo>
                  <a:cubicBezTo>
                    <a:pt x="734007" y="1024764"/>
                    <a:pt x="732055" y="1022510"/>
                    <a:pt x="731752" y="1022510"/>
                  </a:cubicBezTo>
                  <a:cubicBezTo>
                    <a:pt x="731449" y="1022510"/>
                    <a:pt x="730069" y="1021434"/>
                    <a:pt x="729732" y="1021064"/>
                  </a:cubicBezTo>
                  <a:cubicBezTo>
                    <a:pt x="729362" y="1020694"/>
                    <a:pt x="727276" y="1018877"/>
                    <a:pt x="726703" y="1018743"/>
                  </a:cubicBezTo>
                  <a:cubicBezTo>
                    <a:pt x="726131" y="1018608"/>
                    <a:pt x="723742" y="1017431"/>
                    <a:pt x="723136" y="1016994"/>
                  </a:cubicBezTo>
                  <a:cubicBezTo>
                    <a:pt x="722564" y="1016556"/>
                    <a:pt x="721992" y="1013663"/>
                    <a:pt x="721756" y="1013529"/>
                  </a:cubicBezTo>
                  <a:cubicBezTo>
                    <a:pt x="721554" y="1013394"/>
                    <a:pt x="721824" y="1012519"/>
                    <a:pt x="721049" y="1012082"/>
                  </a:cubicBezTo>
                  <a:cubicBezTo>
                    <a:pt x="720242" y="1011645"/>
                    <a:pt x="718660" y="1010703"/>
                    <a:pt x="717650" y="1010501"/>
                  </a:cubicBezTo>
                  <a:cubicBezTo>
                    <a:pt x="716641" y="1010299"/>
                    <a:pt x="715126" y="1009559"/>
                    <a:pt x="714689" y="1009425"/>
                  </a:cubicBezTo>
                  <a:cubicBezTo>
                    <a:pt x="714251" y="1009290"/>
                    <a:pt x="713814" y="1009189"/>
                    <a:pt x="712501" y="1008684"/>
                  </a:cubicBezTo>
                  <a:cubicBezTo>
                    <a:pt x="711189" y="1008180"/>
                    <a:pt x="709102" y="1007104"/>
                    <a:pt x="708294" y="1006935"/>
                  </a:cubicBezTo>
                  <a:cubicBezTo>
                    <a:pt x="707487" y="1006801"/>
                    <a:pt x="705669" y="1005993"/>
                    <a:pt x="705400" y="1005859"/>
                  </a:cubicBezTo>
                  <a:cubicBezTo>
                    <a:pt x="705097" y="1005724"/>
                    <a:pt x="704256" y="1004547"/>
                    <a:pt x="702943" y="1004042"/>
                  </a:cubicBezTo>
                  <a:cubicBezTo>
                    <a:pt x="701631" y="1003538"/>
                    <a:pt x="699982" y="1002091"/>
                    <a:pt x="698804" y="1001587"/>
                  </a:cubicBezTo>
                  <a:cubicBezTo>
                    <a:pt x="697626" y="1001082"/>
                    <a:pt x="694530" y="999400"/>
                    <a:pt x="694530" y="999400"/>
                  </a:cubicBezTo>
                  <a:lnTo>
                    <a:pt x="691198" y="996574"/>
                  </a:lnTo>
                  <a:lnTo>
                    <a:pt x="687563" y="994186"/>
                  </a:lnTo>
                  <a:cubicBezTo>
                    <a:pt x="687563" y="994186"/>
                    <a:pt x="684601" y="991999"/>
                    <a:pt x="684433" y="991797"/>
                  </a:cubicBezTo>
                  <a:cubicBezTo>
                    <a:pt x="684299" y="991595"/>
                    <a:pt x="682111" y="989913"/>
                    <a:pt x="682111" y="989913"/>
                  </a:cubicBezTo>
                  <a:lnTo>
                    <a:pt x="678712" y="989476"/>
                  </a:lnTo>
                  <a:cubicBezTo>
                    <a:pt x="678712" y="989476"/>
                    <a:pt x="677198" y="988669"/>
                    <a:pt x="676524" y="988602"/>
                  </a:cubicBezTo>
                  <a:cubicBezTo>
                    <a:pt x="675885" y="988534"/>
                    <a:pt x="674842" y="988232"/>
                    <a:pt x="674337" y="988232"/>
                  </a:cubicBezTo>
                  <a:cubicBezTo>
                    <a:pt x="673832" y="988232"/>
                    <a:pt x="672587" y="987862"/>
                    <a:pt x="671577" y="987794"/>
                  </a:cubicBezTo>
                  <a:cubicBezTo>
                    <a:pt x="670568" y="987727"/>
                    <a:pt x="669558" y="987155"/>
                    <a:pt x="669322" y="986920"/>
                  </a:cubicBezTo>
                  <a:cubicBezTo>
                    <a:pt x="669120" y="986684"/>
                    <a:pt x="669020" y="986180"/>
                    <a:pt x="667741" y="985473"/>
                  </a:cubicBezTo>
                  <a:cubicBezTo>
                    <a:pt x="666428" y="984767"/>
                    <a:pt x="665351" y="984464"/>
                    <a:pt x="665351" y="984464"/>
                  </a:cubicBezTo>
                  <a:cubicBezTo>
                    <a:pt x="665351" y="984464"/>
                    <a:pt x="664779" y="984161"/>
                    <a:pt x="663096" y="984161"/>
                  </a:cubicBezTo>
                  <a:cubicBezTo>
                    <a:pt x="661447" y="984161"/>
                    <a:pt x="659192" y="983892"/>
                    <a:pt x="658755" y="983892"/>
                  </a:cubicBezTo>
                  <a:cubicBezTo>
                    <a:pt x="658317" y="983892"/>
                    <a:pt x="656500" y="984397"/>
                    <a:pt x="655793" y="984397"/>
                  </a:cubicBezTo>
                  <a:cubicBezTo>
                    <a:pt x="655053" y="984397"/>
                    <a:pt x="651216" y="984464"/>
                    <a:pt x="650644" y="984599"/>
                  </a:cubicBezTo>
                  <a:cubicBezTo>
                    <a:pt x="650072" y="984733"/>
                    <a:pt x="649399" y="985036"/>
                    <a:pt x="648961" y="985238"/>
                  </a:cubicBezTo>
                  <a:cubicBezTo>
                    <a:pt x="648524" y="985440"/>
                    <a:pt x="647817" y="986819"/>
                    <a:pt x="647649" y="987256"/>
                  </a:cubicBezTo>
                  <a:cubicBezTo>
                    <a:pt x="647514" y="987693"/>
                    <a:pt x="647514" y="989880"/>
                    <a:pt x="647514" y="990654"/>
                  </a:cubicBezTo>
                  <a:cubicBezTo>
                    <a:pt x="647514" y="991461"/>
                    <a:pt x="648322" y="994791"/>
                    <a:pt x="648221" y="995060"/>
                  </a:cubicBezTo>
                  <a:cubicBezTo>
                    <a:pt x="648154" y="995363"/>
                    <a:pt x="648423" y="997819"/>
                    <a:pt x="648423" y="998391"/>
                  </a:cubicBezTo>
                  <a:cubicBezTo>
                    <a:pt x="648423" y="998963"/>
                    <a:pt x="649433" y="1004412"/>
                    <a:pt x="649433" y="1004412"/>
                  </a:cubicBezTo>
                  <a:cubicBezTo>
                    <a:pt x="649433" y="1004412"/>
                    <a:pt x="649062" y="1013024"/>
                    <a:pt x="649062" y="1013764"/>
                  </a:cubicBezTo>
                  <a:cubicBezTo>
                    <a:pt x="649062" y="1014504"/>
                    <a:pt x="649500" y="1016590"/>
                    <a:pt x="649567" y="1016792"/>
                  </a:cubicBezTo>
                  <a:cubicBezTo>
                    <a:pt x="649635" y="1016994"/>
                    <a:pt x="653908" y="1025134"/>
                    <a:pt x="653908" y="1025908"/>
                  </a:cubicBezTo>
                  <a:cubicBezTo>
                    <a:pt x="653908" y="1026715"/>
                    <a:pt x="656231" y="1030618"/>
                    <a:pt x="657308" y="1032199"/>
                  </a:cubicBezTo>
                  <a:cubicBezTo>
                    <a:pt x="658385" y="1033780"/>
                    <a:pt x="666159" y="1041483"/>
                    <a:pt x="666428" y="1041752"/>
                  </a:cubicBezTo>
                  <a:cubicBezTo>
                    <a:pt x="666731" y="1042055"/>
                    <a:pt x="669693" y="1045823"/>
                    <a:pt x="670837" y="1046327"/>
                  </a:cubicBezTo>
                  <a:cubicBezTo>
                    <a:pt x="671981" y="1046832"/>
                    <a:pt x="676693" y="1052046"/>
                    <a:pt x="676693" y="1052046"/>
                  </a:cubicBezTo>
                  <a:lnTo>
                    <a:pt x="678140" y="1053425"/>
                  </a:lnTo>
                  <a:lnTo>
                    <a:pt x="678241" y="1055914"/>
                  </a:lnTo>
                  <a:cubicBezTo>
                    <a:pt x="678241" y="1055914"/>
                    <a:pt x="677702" y="1057866"/>
                    <a:pt x="677601" y="1058303"/>
                  </a:cubicBezTo>
                  <a:cubicBezTo>
                    <a:pt x="677500" y="1058740"/>
                    <a:pt x="676188" y="1061028"/>
                    <a:pt x="676188" y="1061028"/>
                  </a:cubicBezTo>
                  <a:lnTo>
                    <a:pt x="675212" y="1062979"/>
                  </a:lnTo>
                  <a:lnTo>
                    <a:pt x="674236" y="1065468"/>
                  </a:lnTo>
                  <a:lnTo>
                    <a:pt x="672789" y="1066881"/>
                  </a:lnTo>
                  <a:lnTo>
                    <a:pt x="673092" y="1068563"/>
                  </a:lnTo>
                  <a:lnTo>
                    <a:pt x="674472" y="1070144"/>
                  </a:lnTo>
                  <a:cubicBezTo>
                    <a:pt x="674472" y="1070144"/>
                    <a:pt x="676289" y="1070077"/>
                    <a:pt x="676794" y="1070144"/>
                  </a:cubicBezTo>
                  <a:cubicBezTo>
                    <a:pt x="677298" y="1070211"/>
                    <a:pt x="680698" y="1070582"/>
                    <a:pt x="680933" y="1070514"/>
                  </a:cubicBezTo>
                  <a:cubicBezTo>
                    <a:pt x="681135" y="1070447"/>
                    <a:pt x="685207" y="1069202"/>
                    <a:pt x="685510" y="1069202"/>
                  </a:cubicBezTo>
                  <a:cubicBezTo>
                    <a:pt x="685813" y="1069202"/>
                    <a:pt x="687698" y="1067722"/>
                    <a:pt x="687698" y="1067722"/>
                  </a:cubicBezTo>
                  <a:lnTo>
                    <a:pt x="689381" y="1067554"/>
                  </a:lnTo>
                  <a:lnTo>
                    <a:pt x="693217" y="1067554"/>
                  </a:lnTo>
                  <a:cubicBezTo>
                    <a:pt x="693217" y="1067554"/>
                    <a:pt x="693520" y="1067688"/>
                    <a:pt x="693722" y="1067756"/>
                  </a:cubicBezTo>
                  <a:cubicBezTo>
                    <a:pt x="693958" y="1067823"/>
                    <a:pt x="694799" y="1068900"/>
                    <a:pt x="694799" y="1068900"/>
                  </a:cubicBezTo>
                  <a:cubicBezTo>
                    <a:pt x="694799" y="1068900"/>
                    <a:pt x="696381" y="1068967"/>
                    <a:pt x="696818" y="1068832"/>
                  </a:cubicBezTo>
                  <a:cubicBezTo>
                    <a:pt x="697256" y="1068698"/>
                    <a:pt x="698770" y="1068529"/>
                    <a:pt x="699578" y="1068462"/>
                  </a:cubicBezTo>
                  <a:cubicBezTo>
                    <a:pt x="700385" y="1068395"/>
                    <a:pt x="703213" y="1067588"/>
                    <a:pt x="703650" y="1067520"/>
                  </a:cubicBezTo>
                  <a:cubicBezTo>
                    <a:pt x="704088" y="1067453"/>
                    <a:pt x="706107" y="1066410"/>
                    <a:pt x="706107" y="1066410"/>
                  </a:cubicBezTo>
                  <a:lnTo>
                    <a:pt x="706914" y="1065805"/>
                  </a:lnTo>
                  <a:lnTo>
                    <a:pt x="707116" y="1065805"/>
                  </a:lnTo>
                  <a:lnTo>
                    <a:pt x="709068" y="1066309"/>
                  </a:lnTo>
                  <a:lnTo>
                    <a:pt x="710886" y="1066511"/>
                  </a:lnTo>
                  <a:lnTo>
                    <a:pt x="714924" y="1068597"/>
                  </a:lnTo>
                  <a:lnTo>
                    <a:pt x="714924" y="1073575"/>
                  </a:lnTo>
                  <a:cubicBezTo>
                    <a:pt x="714924" y="1073575"/>
                    <a:pt x="714588" y="1074753"/>
                    <a:pt x="714588" y="1075190"/>
                  </a:cubicBezTo>
                  <a:cubicBezTo>
                    <a:pt x="714588" y="1075627"/>
                    <a:pt x="714487" y="1077478"/>
                    <a:pt x="714487" y="1077478"/>
                  </a:cubicBezTo>
                  <a:lnTo>
                    <a:pt x="713612" y="1079429"/>
                  </a:lnTo>
                  <a:lnTo>
                    <a:pt x="713073" y="1081279"/>
                  </a:lnTo>
                  <a:lnTo>
                    <a:pt x="712535" y="1082053"/>
                  </a:lnTo>
                  <a:cubicBezTo>
                    <a:pt x="712535" y="1082053"/>
                    <a:pt x="711660" y="1083365"/>
                    <a:pt x="711660" y="1083667"/>
                  </a:cubicBezTo>
                  <a:cubicBezTo>
                    <a:pt x="711660" y="1084004"/>
                    <a:pt x="710482" y="1085316"/>
                    <a:pt x="710482" y="1085316"/>
                  </a:cubicBezTo>
                  <a:cubicBezTo>
                    <a:pt x="710482" y="1085316"/>
                    <a:pt x="710684" y="1086392"/>
                    <a:pt x="710381" y="1086964"/>
                  </a:cubicBezTo>
                  <a:cubicBezTo>
                    <a:pt x="710045" y="1087502"/>
                    <a:pt x="710819" y="1089251"/>
                    <a:pt x="711357" y="1089991"/>
                  </a:cubicBezTo>
                  <a:cubicBezTo>
                    <a:pt x="711895" y="1090765"/>
                    <a:pt x="714520" y="1091842"/>
                    <a:pt x="714520" y="1091842"/>
                  </a:cubicBezTo>
                  <a:lnTo>
                    <a:pt x="715833" y="1091842"/>
                  </a:lnTo>
                  <a:lnTo>
                    <a:pt x="717718" y="1092548"/>
                  </a:lnTo>
                  <a:lnTo>
                    <a:pt x="719468" y="1092111"/>
                  </a:lnTo>
                  <a:lnTo>
                    <a:pt x="722059" y="1090799"/>
                  </a:lnTo>
                  <a:lnTo>
                    <a:pt x="722934" y="1090496"/>
                  </a:lnTo>
                  <a:cubicBezTo>
                    <a:pt x="722934" y="1090496"/>
                    <a:pt x="723877" y="1089554"/>
                    <a:pt x="724078" y="1089487"/>
                  </a:cubicBezTo>
                  <a:cubicBezTo>
                    <a:pt x="724314" y="1089420"/>
                    <a:pt x="727040" y="1088982"/>
                    <a:pt x="727040" y="1088982"/>
                  </a:cubicBezTo>
                  <a:lnTo>
                    <a:pt x="728756" y="1088646"/>
                  </a:lnTo>
                  <a:cubicBezTo>
                    <a:pt x="729295" y="1088141"/>
                    <a:pt x="729598" y="1087839"/>
                    <a:pt x="729598" y="1087839"/>
                  </a:cubicBezTo>
                  <a:cubicBezTo>
                    <a:pt x="729598" y="1087839"/>
                    <a:pt x="731247" y="1085416"/>
                    <a:pt x="731449" y="1085114"/>
                  </a:cubicBezTo>
                  <a:cubicBezTo>
                    <a:pt x="731684" y="1084811"/>
                    <a:pt x="733535" y="1081548"/>
                    <a:pt x="733535" y="1081548"/>
                  </a:cubicBezTo>
                  <a:lnTo>
                    <a:pt x="734175" y="1079260"/>
                  </a:lnTo>
                  <a:lnTo>
                    <a:pt x="736160" y="1077377"/>
                  </a:lnTo>
                  <a:lnTo>
                    <a:pt x="738920" y="1074450"/>
                  </a:lnTo>
                  <a:lnTo>
                    <a:pt x="740132" y="1074450"/>
                  </a:lnTo>
                  <a:lnTo>
                    <a:pt x="741377" y="1077377"/>
                  </a:lnTo>
                  <a:lnTo>
                    <a:pt x="742723" y="1079227"/>
                  </a:lnTo>
                  <a:lnTo>
                    <a:pt x="742723" y="1082254"/>
                  </a:lnTo>
                  <a:lnTo>
                    <a:pt x="742723" y="1085719"/>
                  </a:lnTo>
                  <a:lnTo>
                    <a:pt x="742723" y="1089184"/>
                  </a:lnTo>
                  <a:lnTo>
                    <a:pt x="742723" y="1092649"/>
                  </a:lnTo>
                  <a:lnTo>
                    <a:pt x="744843" y="1095273"/>
                  </a:lnTo>
                  <a:lnTo>
                    <a:pt x="746190" y="1096450"/>
                  </a:lnTo>
                  <a:lnTo>
                    <a:pt x="746190" y="1097863"/>
                  </a:lnTo>
                  <a:lnTo>
                    <a:pt x="746190" y="1099613"/>
                  </a:lnTo>
                  <a:cubicBezTo>
                    <a:pt x="746190" y="1099613"/>
                    <a:pt x="746526" y="1103212"/>
                    <a:pt x="746190" y="1103616"/>
                  </a:cubicBezTo>
                  <a:cubicBezTo>
                    <a:pt x="745853" y="1104053"/>
                    <a:pt x="744877" y="1106206"/>
                    <a:pt x="744877" y="1106206"/>
                  </a:cubicBezTo>
                  <a:lnTo>
                    <a:pt x="743901" y="1110646"/>
                  </a:lnTo>
                  <a:lnTo>
                    <a:pt x="742824" y="1112496"/>
                  </a:lnTo>
                  <a:lnTo>
                    <a:pt x="741747" y="1113909"/>
                  </a:lnTo>
                  <a:lnTo>
                    <a:pt x="739896" y="1115524"/>
                  </a:lnTo>
                  <a:cubicBezTo>
                    <a:pt x="739896" y="1115524"/>
                    <a:pt x="738482" y="1115961"/>
                    <a:pt x="737406" y="1116399"/>
                  </a:cubicBezTo>
                  <a:cubicBezTo>
                    <a:pt x="736329" y="1116836"/>
                    <a:pt x="732526" y="1118888"/>
                    <a:pt x="732526" y="1118888"/>
                  </a:cubicBezTo>
                  <a:lnTo>
                    <a:pt x="730641" y="1120234"/>
                  </a:lnTo>
                  <a:lnTo>
                    <a:pt x="733333" y="1123026"/>
                  </a:lnTo>
                  <a:lnTo>
                    <a:pt x="735790" y="1128677"/>
                  </a:lnTo>
                  <a:lnTo>
                    <a:pt x="736800" y="1129686"/>
                  </a:lnTo>
                  <a:lnTo>
                    <a:pt x="740132" y="1132714"/>
                  </a:lnTo>
                  <a:lnTo>
                    <a:pt x="746930" y="1133286"/>
                  </a:lnTo>
                  <a:cubicBezTo>
                    <a:pt x="746930" y="1133286"/>
                    <a:pt x="748949" y="1131839"/>
                    <a:pt x="749387" y="1131402"/>
                  </a:cubicBezTo>
                  <a:cubicBezTo>
                    <a:pt x="749824" y="1130965"/>
                    <a:pt x="750396" y="1129081"/>
                    <a:pt x="750396" y="1129081"/>
                  </a:cubicBezTo>
                  <a:cubicBezTo>
                    <a:pt x="750396" y="1129081"/>
                    <a:pt x="750968" y="1127937"/>
                    <a:pt x="751137" y="1127500"/>
                  </a:cubicBezTo>
                  <a:cubicBezTo>
                    <a:pt x="751271" y="1127062"/>
                    <a:pt x="751877" y="1126053"/>
                    <a:pt x="752012" y="1125616"/>
                  </a:cubicBezTo>
                  <a:cubicBezTo>
                    <a:pt x="752146" y="1125179"/>
                    <a:pt x="753021" y="1123867"/>
                    <a:pt x="753021" y="1123867"/>
                  </a:cubicBezTo>
                  <a:lnTo>
                    <a:pt x="754334" y="1122723"/>
                  </a:lnTo>
                  <a:lnTo>
                    <a:pt x="757531" y="1123026"/>
                  </a:lnTo>
                  <a:lnTo>
                    <a:pt x="758541" y="1119123"/>
                  </a:lnTo>
                  <a:lnTo>
                    <a:pt x="760291" y="1116096"/>
                  </a:lnTo>
                  <a:lnTo>
                    <a:pt x="762748" y="1116096"/>
                  </a:lnTo>
                  <a:lnTo>
                    <a:pt x="765204" y="1121175"/>
                  </a:lnTo>
                  <a:cubicBezTo>
                    <a:pt x="765204" y="1121175"/>
                    <a:pt x="765642" y="1122622"/>
                    <a:pt x="766079" y="1123059"/>
                  </a:cubicBezTo>
                  <a:cubicBezTo>
                    <a:pt x="766517" y="1123497"/>
                    <a:pt x="770421" y="1123766"/>
                    <a:pt x="770421" y="1123194"/>
                  </a:cubicBezTo>
                  <a:cubicBezTo>
                    <a:pt x="770421" y="1122622"/>
                    <a:pt x="770993" y="1121613"/>
                    <a:pt x="770993" y="1121613"/>
                  </a:cubicBezTo>
                  <a:lnTo>
                    <a:pt x="768805" y="1120166"/>
                  </a:lnTo>
                  <a:cubicBezTo>
                    <a:pt x="768805" y="1120166"/>
                    <a:pt x="767796" y="1118282"/>
                    <a:pt x="767358" y="1118013"/>
                  </a:cubicBezTo>
                  <a:cubicBezTo>
                    <a:pt x="766921" y="1117711"/>
                    <a:pt x="766214" y="1116129"/>
                    <a:pt x="766214" y="1116129"/>
                  </a:cubicBezTo>
                  <a:cubicBezTo>
                    <a:pt x="766214" y="1116129"/>
                    <a:pt x="766349" y="1115255"/>
                    <a:pt x="766349" y="1114683"/>
                  </a:cubicBezTo>
                  <a:cubicBezTo>
                    <a:pt x="766349" y="1114111"/>
                    <a:pt x="767661" y="1113102"/>
                    <a:pt x="767661" y="1113102"/>
                  </a:cubicBezTo>
                  <a:lnTo>
                    <a:pt x="769983" y="1112530"/>
                  </a:lnTo>
                  <a:lnTo>
                    <a:pt x="770858" y="1114549"/>
                  </a:lnTo>
                  <a:cubicBezTo>
                    <a:pt x="770858" y="1114549"/>
                    <a:pt x="771430" y="1113405"/>
                    <a:pt x="771430" y="1112530"/>
                  </a:cubicBezTo>
                  <a:cubicBezTo>
                    <a:pt x="771430" y="1111655"/>
                    <a:pt x="772171" y="1109503"/>
                    <a:pt x="772171" y="1109503"/>
                  </a:cubicBezTo>
                  <a:cubicBezTo>
                    <a:pt x="772171" y="1109503"/>
                    <a:pt x="772878" y="1107921"/>
                    <a:pt x="773483" y="1107619"/>
                  </a:cubicBezTo>
                  <a:cubicBezTo>
                    <a:pt x="774055" y="1107316"/>
                    <a:pt x="777118" y="1106609"/>
                    <a:pt x="777118" y="1106609"/>
                  </a:cubicBezTo>
                  <a:lnTo>
                    <a:pt x="780753" y="1104860"/>
                  </a:lnTo>
                  <a:lnTo>
                    <a:pt x="782772" y="1104591"/>
                  </a:lnTo>
                  <a:lnTo>
                    <a:pt x="786407" y="1105903"/>
                  </a:lnTo>
                  <a:lnTo>
                    <a:pt x="788157" y="1106340"/>
                  </a:lnTo>
                  <a:lnTo>
                    <a:pt x="793508" y="1104591"/>
                  </a:lnTo>
                  <a:cubicBezTo>
                    <a:pt x="793508" y="1104591"/>
                    <a:pt x="794955" y="1102707"/>
                    <a:pt x="794955" y="1102136"/>
                  </a:cubicBezTo>
                  <a:cubicBezTo>
                    <a:pt x="794955" y="1101563"/>
                    <a:pt x="795258" y="1100554"/>
                    <a:pt x="795527" y="1099108"/>
                  </a:cubicBezTo>
                  <a:cubicBezTo>
                    <a:pt x="795830" y="1097661"/>
                    <a:pt x="796402" y="1094466"/>
                    <a:pt x="796402" y="1094466"/>
                  </a:cubicBezTo>
                  <a:lnTo>
                    <a:pt x="796671" y="1090429"/>
                  </a:lnTo>
                  <a:lnTo>
                    <a:pt x="796671" y="1089285"/>
                  </a:lnTo>
                  <a:cubicBezTo>
                    <a:pt x="796671" y="1089285"/>
                    <a:pt x="796402" y="1087839"/>
                    <a:pt x="794921" y="1086964"/>
                  </a:cubicBezTo>
                  <a:cubicBezTo>
                    <a:pt x="793474" y="1086089"/>
                    <a:pt x="792027" y="1084643"/>
                    <a:pt x="792027" y="1084643"/>
                  </a:cubicBezTo>
                  <a:cubicBezTo>
                    <a:pt x="792027" y="1084643"/>
                    <a:pt x="790580" y="1083062"/>
                    <a:pt x="789402" y="1082624"/>
                  </a:cubicBezTo>
                  <a:cubicBezTo>
                    <a:pt x="788258" y="1082187"/>
                    <a:pt x="787383" y="1081313"/>
                    <a:pt x="787383" y="1081313"/>
                  </a:cubicBezTo>
                  <a:lnTo>
                    <a:pt x="786238" y="1078857"/>
                  </a:lnTo>
                  <a:cubicBezTo>
                    <a:pt x="786238" y="1078857"/>
                    <a:pt x="786238" y="1075964"/>
                    <a:pt x="786238" y="1075392"/>
                  </a:cubicBezTo>
                  <a:cubicBezTo>
                    <a:pt x="786238" y="1074820"/>
                    <a:pt x="785229" y="1071321"/>
                    <a:pt x="785229" y="1071321"/>
                  </a:cubicBezTo>
                  <a:lnTo>
                    <a:pt x="787113" y="1066410"/>
                  </a:lnTo>
                  <a:lnTo>
                    <a:pt x="788258" y="1062071"/>
                  </a:lnTo>
                  <a:cubicBezTo>
                    <a:pt x="788258" y="1062071"/>
                    <a:pt x="788392" y="1057428"/>
                    <a:pt x="788258" y="1056722"/>
                  </a:cubicBezTo>
                  <a:cubicBezTo>
                    <a:pt x="788123" y="1055982"/>
                    <a:pt x="787955" y="1052820"/>
                    <a:pt x="786945" y="1051642"/>
                  </a:cubicBezTo>
                  <a:cubicBezTo>
                    <a:pt x="785936" y="1050499"/>
                    <a:pt x="784320" y="1049052"/>
                    <a:pt x="782738" y="1048447"/>
                  </a:cubicBezTo>
                  <a:cubicBezTo>
                    <a:pt x="781156" y="1047875"/>
                    <a:pt x="779272" y="1046563"/>
                    <a:pt x="778094" y="1045688"/>
                  </a:cubicBezTo>
                  <a:cubicBezTo>
                    <a:pt x="776916" y="1044813"/>
                    <a:pt x="775132" y="1042425"/>
                    <a:pt x="775132" y="1042425"/>
                  </a:cubicBezTo>
                  <a:lnTo>
                    <a:pt x="773382" y="1040037"/>
                  </a:lnTo>
                  <a:cubicBezTo>
                    <a:pt x="773382" y="1040037"/>
                    <a:pt x="772878" y="1039599"/>
                    <a:pt x="772878" y="1039095"/>
                  </a:cubicBezTo>
                  <a:cubicBezTo>
                    <a:pt x="772878" y="1038590"/>
                    <a:pt x="773618" y="1037715"/>
                    <a:pt x="773618" y="1037715"/>
                  </a:cubicBezTo>
                  <a:lnTo>
                    <a:pt x="774695" y="1037312"/>
                  </a:lnTo>
                  <a:cubicBezTo>
                    <a:pt x="774695" y="1037312"/>
                    <a:pt x="776950" y="1036269"/>
                    <a:pt x="777219" y="1036269"/>
                  </a:cubicBezTo>
                  <a:cubicBezTo>
                    <a:pt x="777522" y="1036269"/>
                    <a:pt x="783613" y="1036269"/>
                    <a:pt x="783613" y="1036269"/>
                  </a:cubicBezTo>
                  <a:cubicBezTo>
                    <a:pt x="783613" y="1036269"/>
                    <a:pt x="786205" y="1035764"/>
                    <a:pt x="786440" y="1035630"/>
                  </a:cubicBezTo>
                  <a:cubicBezTo>
                    <a:pt x="786642" y="1035495"/>
                    <a:pt x="789335" y="1034183"/>
                    <a:pt x="789335" y="1034183"/>
                  </a:cubicBezTo>
                  <a:cubicBezTo>
                    <a:pt x="789335" y="1034183"/>
                    <a:pt x="790782" y="1033174"/>
                    <a:pt x="791287" y="1032939"/>
                  </a:cubicBezTo>
                  <a:cubicBezTo>
                    <a:pt x="791791" y="1032737"/>
                    <a:pt x="792229" y="1031997"/>
                    <a:pt x="792868" y="1031425"/>
                  </a:cubicBezTo>
                  <a:cubicBezTo>
                    <a:pt x="793508" y="1030853"/>
                    <a:pt x="794820" y="1029407"/>
                    <a:pt x="794820" y="1029407"/>
                  </a:cubicBezTo>
                  <a:lnTo>
                    <a:pt x="795628" y="1028969"/>
                  </a:lnTo>
                  <a:lnTo>
                    <a:pt x="798253" y="1028835"/>
                  </a:lnTo>
                  <a:cubicBezTo>
                    <a:pt x="798253" y="1028835"/>
                    <a:pt x="800138" y="1028902"/>
                    <a:pt x="800340" y="1029339"/>
                  </a:cubicBezTo>
                  <a:cubicBezTo>
                    <a:pt x="800542" y="1029777"/>
                    <a:pt x="802224" y="1031290"/>
                    <a:pt x="802224" y="1031290"/>
                  </a:cubicBezTo>
                  <a:cubicBezTo>
                    <a:pt x="802224" y="1031290"/>
                    <a:pt x="803671" y="1030920"/>
                    <a:pt x="803974" y="1030920"/>
                  </a:cubicBezTo>
                  <a:cubicBezTo>
                    <a:pt x="804277" y="1030920"/>
                    <a:pt x="805421" y="1030214"/>
                    <a:pt x="805859" y="1030046"/>
                  </a:cubicBezTo>
                  <a:cubicBezTo>
                    <a:pt x="806297" y="1029911"/>
                    <a:pt x="807172" y="1029238"/>
                    <a:pt x="808114" y="1029036"/>
                  </a:cubicBezTo>
                  <a:cubicBezTo>
                    <a:pt x="809056" y="1028801"/>
                    <a:pt x="810436" y="1028532"/>
                    <a:pt x="811008" y="1028465"/>
                  </a:cubicBezTo>
                  <a:cubicBezTo>
                    <a:pt x="811580" y="1028397"/>
                    <a:pt x="817032" y="1030718"/>
                    <a:pt x="817032" y="1030718"/>
                  </a:cubicBezTo>
                  <a:lnTo>
                    <a:pt x="819489" y="1032670"/>
                  </a:lnTo>
                  <a:lnTo>
                    <a:pt x="821071" y="1032165"/>
                  </a:lnTo>
                  <a:lnTo>
                    <a:pt x="821374" y="1030416"/>
                  </a:lnTo>
                  <a:cubicBezTo>
                    <a:pt x="821374" y="1030416"/>
                    <a:pt x="821307" y="1027792"/>
                    <a:pt x="821071" y="1027657"/>
                  </a:cubicBezTo>
                  <a:cubicBezTo>
                    <a:pt x="820869" y="1027523"/>
                    <a:pt x="820263" y="1026345"/>
                    <a:pt x="819859" y="1026076"/>
                  </a:cubicBezTo>
                  <a:cubicBezTo>
                    <a:pt x="819422" y="1025807"/>
                    <a:pt x="818042" y="1024630"/>
                    <a:pt x="817604" y="1024495"/>
                  </a:cubicBezTo>
                  <a:cubicBezTo>
                    <a:pt x="817167" y="1024361"/>
                    <a:pt x="816090" y="1024361"/>
                    <a:pt x="815652" y="1024058"/>
                  </a:cubicBezTo>
                  <a:cubicBezTo>
                    <a:pt x="815215" y="1023755"/>
                    <a:pt x="814643" y="1023419"/>
                    <a:pt x="814643" y="1023116"/>
                  </a:cubicBezTo>
                  <a:cubicBezTo>
                    <a:pt x="814643" y="1022813"/>
                    <a:pt x="815148" y="1021905"/>
                    <a:pt x="815350" y="1021737"/>
                  </a:cubicBezTo>
                  <a:cubicBezTo>
                    <a:pt x="815552" y="1021602"/>
                    <a:pt x="816292" y="1020728"/>
                    <a:pt x="816494" y="1020492"/>
                  </a:cubicBezTo>
                  <a:cubicBezTo>
                    <a:pt x="816729" y="1020290"/>
                    <a:pt x="817504" y="1019550"/>
                    <a:pt x="817504" y="1019550"/>
                  </a:cubicBezTo>
                  <a:cubicBezTo>
                    <a:pt x="817504" y="1019550"/>
                    <a:pt x="818749" y="1018036"/>
                    <a:pt x="819018" y="1017868"/>
                  </a:cubicBezTo>
                  <a:cubicBezTo>
                    <a:pt x="819287" y="1017734"/>
                    <a:pt x="820263" y="1016859"/>
                    <a:pt x="820768" y="1016623"/>
                  </a:cubicBezTo>
                  <a:cubicBezTo>
                    <a:pt x="821273" y="1016388"/>
                    <a:pt x="821710" y="1016052"/>
                    <a:pt x="822282" y="1015682"/>
                  </a:cubicBezTo>
                  <a:cubicBezTo>
                    <a:pt x="822855" y="1015312"/>
                    <a:pt x="824470" y="1013798"/>
                    <a:pt x="824807" y="1013428"/>
                  </a:cubicBezTo>
                  <a:cubicBezTo>
                    <a:pt x="825177" y="1013058"/>
                    <a:pt x="826321" y="1011611"/>
                    <a:pt x="826759" y="1011308"/>
                  </a:cubicBezTo>
                  <a:cubicBezTo>
                    <a:pt x="827196" y="1011039"/>
                    <a:pt x="827903" y="1010064"/>
                    <a:pt x="828206" y="1009996"/>
                  </a:cubicBezTo>
                  <a:cubicBezTo>
                    <a:pt x="828508" y="1009929"/>
                    <a:pt x="829013" y="1009290"/>
                    <a:pt x="829283" y="1009290"/>
                  </a:cubicBezTo>
                  <a:cubicBezTo>
                    <a:pt x="829585" y="1009290"/>
                    <a:pt x="830427" y="1008920"/>
                    <a:pt x="831033" y="1008920"/>
                  </a:cubicBezTo>
                  <a:cubicBezTo>
                    <a:pt x="831605" y="1008920"/>
                    <a:pt x="832715" y="1008853"/>
                    <a:pt x="833220" y="1008920"/>
                  </a:cubicBezTo>
                  <a:cubicBezTo>
                    <a:pt x="833725" y="1008987"/>
                    <a:pt x="835105" y="1008550"/>
                    <a:pt x="835980" y="1009122"/>
                  </a:cubicBezTo>
                  <a:cubicBezTo>
                    <a:pt x="836855" y="1009694"/>
                    <a:pt x="837292" y="1010568"/>
                    <a:pt x="837292" y="1010568"/>
                  </a:cubicBezTo>
                  <a:lnTo>
                    <a:pt x="838437" y="1013091"/>
                  </a:lnTo>
                  <a:lnTo>
                    <a:pt x="839514" y="1013024"/>
                  </a:lnTo>
                  <a:lnTo>
                    <a:pt x="840321" y="1012082"/>
                  </a:lnTo>
                  <a:lnTo>
                    <a:pt x="840759" y="1011073"/>
                  </a:lnTo>
                  <a:cubicBezTo>
                    <a:pt x="840759" y="1011073"/>
                    <a:pt x="841196" y="1010568"/>
                    <a:pt x="841196" y="1010131"/>
                  </a:cubicBezTo>
                  <a:cubicBezTo>
                    <a:pt x="841196" y="1009694"/>
                    <a:pt x="841398" y="1009054"/>
                    <a:pt x="841398" y="1009054"/>
                  </a:cubicBezTo>
                  <a:lnTo>
                    <a:pt x="841836" y="1008045"/>
                  </a:lnTo>
                  <a:lnTo>
                    <a:pt x="842273" y="1007473"/>
                  </a:lnTo>
                  <a:cubicBezTo>
                    <a:pt x="842273" y="1007473"/>
                    <a:pt x="843518" y="1007036"/>
                    <a:pt x="844023" y="1007036"/>
                  </a:cubicBezTo>
                  <a:cubicBezTo>
                    <a:pt x="844528" y="1007036"/>
                    <a:pt x="846110" y="1007406"/>
                    <a:pt x="846648" y="1007978"/>
                  </a:cubicBezTo>
                  <a:cubicBezTo>
                    <a:pt x="847153" y="1008550"/>
                    <a:pt x="847793" y="1008785"/>
                    <a:pt x="848163" y="1009425"/>
                  </a:cubicBezTo>
                  <a:cubicBezTo>
                    <a:pt x="848533" y="1010064"/>
                    <a:pt x="849004" y="1010736"/>
                    <a:pt x="849004" y="1011308"/>
                  </a:cubicBezTo>
                  <a:cubicBezTo>
                    <a:pt x="849004" y="1011880"/>
                    <a:pt x="848836" y="1013192"/>
                    <a:pt x="848836" y="1013192"/>
                  </a:cubicBezTo>
                  <a:lnTo>
                    <a:pt x="848836" y="1014504"/>
                  </a:lnTo>
                  <a:cubicBezTo>
                    <a:pt x="848836" y="1014504"/>
                    <a:pt x="849374" y="1016119"/>
                    <a:pt x="849274" y="1016994"/>
                  </a:cubicBezTo>
                  <a:cubicBezTo>
                    <a:pt x="849172" y="1017868"/>
                    <a:pt x="849274" y="1018608"/>
                    <a:pt x="849274" y="1018608"/>
                  </a:cubicBezTo>
                  <a:lnTo>
                    <a:pt x="850889" y="1019483"/>
                  </a:lnTo>
                  <a:lnTo>
                    <a:pt x="851764" y="1019920"/>
                  </a:lnTo>
                  <a:cubicBezTo>
                    <a:pt x="851764" y="1019920"/>
                    <a:pt x="854490" y="1020358"/>
                    <a:pt x="854793" y="1020458"/>
                  </a:cubicBezTo>
                  <a:cubicBezTo>
                    <a:pt x="855129" y="1020559"/>
                    <a:pt x="856644" y="1019819"/>
                    <a:pt x="856644" y="1019819"/>
                  </a:cubicBezTo>
                  <a:cubicBezTo>
                    <a:pt x="856644" y="1019819"/>
                    <a:pt x="857182" y="1022006"/>
                    <a:pt x="857317" y="1022409"/>
                  </a:cubicBezTo>
                  <a:cubicBezTo>
                    <a:pt x="857418" y="1022847"/>
                    <a:pt x="859067" y="1023284"/>
                    <a:pt x="859067" y="1023284"/>
                  </a:cubicBezTo>
                  <a:cubicBezTo>
                    <a:pt x="859067" y="1023284"/>
                    <a:pt x="859303" y="1023385"/>
                    <a:pt x="860144" y="1023385"/>
                  </a:cubicBezTo>
                  <a:cubicBezTo>
                    <a:pt x="861019" y="1023385"/>
                    <a:pt x="861995" y="1023183"/>
                    <a:pt x="862331" y="1023284"/>
                  </a:cubicBezTo>
                  <a:cubicBezTo>
                    <a:pt x="862668" y="1023385"/>
                    <a:pt x="863745" y="1024899"/>
                    <a:pt x="863846" y="1025336"/>
                  </a:cubicBezTo>
                  <a:cubicBezTo>
                    <a:pt x="863947" y="1025773"/>
                    <a:pt x="864620" y="1026951"/>
                    <a:pt x="864620" y="1027287"/>
                  </a:cubicBezTo>
                  <a:cubicBezTo>
                    <a:pt x="864620" y="1027624"/>
                    <a:pt x="865798" y="1028902"/>
                    <a:pt x="865798" y="1029676"/>
                  </a:cubicBezTo>
                  <a:cubicBezTo>
                    <a:pt x="865798" y="1030449"/>
                    <a:pt x="866235" y="1031627"/>
                    <a:pt x="866000" y="1033040"/>
                  </a:cubicBezTo>
                  <a:cubicBezTo>
                    <a:pt x="865798" y="1034453"/>
                    <a:pt x="865024" y="1036303"/>
                    <a:pt x="864788" y="1036639"/>
                  </a:cubicBezTo>
                  <a:cubicBezTo>
                    <a:pt x="864586" y="1036976"/>
                    <a:pt x="864586" y="1038489"/>
                    <a:pt x="863711" y="1039027"/>
                  </a:cubicBezTo>
                  <a:cubicBezTo>
                    <a:pt x="862836" y="1039566"/>
                    <a:pt x="861322" y="1042055"/>
                    <a:pt x="860985" y="1042627"/>
                  </a:cubicBezTo>
                  <a:cubicBezTo>
                    <a:pt x="860649" y="1043165"/>
                    <a:pt x="859908" y="1045116"/>
                    <a:pt x="859908" y="1045116"/>
                  </a:cubicBezTo>
                  <a:lnTo>
                    <a:pt x="860548" y="1047505"/>
                  </a:lnTo>
                  <a:lnTo>
                    <a:pt x="862634" y="1049994"/>
                  </a:lnTo>
                  <a:lnTo>
                    <a:pt x="864149" y="1051407"/>
                  </a:lnTo>
                  <a:cubicBezTo>
                    <a:pt x="864149" y="1051407"/>
                    <a:pt x="864384" y="1053257"/>
                    <a:pt x="864384" y="1053795"/>
                  </a:cubicBezTo>
                  <a:cubicBezTo>
                    <a:pt x="864384" y="1054334"/>
                    <a:pt x="864283" y="1055982"/>
                    <a:pt x="864283" y="1055982"/>
                  </a:cubicBezTo>
                  <a:lnTo>
                    <a:pt x="864216" y="1057832"/>
                  </a:lnTo>
                  <a:lnTo>
                    <a:pt x="864485" y="1060557"/>
                  </a:lnTo>
                  <a:lnTo>
                    <a:pt x="864485" y="1061431"/>
                  </a:lnTo>
                  <a:lnTo>
                    <a:pt x="864586" y="1063719"/>
                  </a:lnTo>
                  <a:lnTo>
                    <a:pt x="864149" y="1064930"/>
                  </a:lnTo>
                  <a:lnTo>
                    <a:pt x="864048" y="1066444"/>
                  </a:lnTo>
                  <a:lnTo>
                    <a:pt x="864384" y="1067756"/>
                  </a:lnTo>
                  <a:lnTo>
                    <a:pt x="868827" y="1068395"/>
                  </a:lnTo>
                  <a:cubicBezTo>
                    <a:pt x="868827" y="1068395"/>
                    <a:pt x="871654" y="1070245"/>
                    <a:pt x="872091" y="1070245"/>
                  </a:cubicBezTo>
                  <a:cubicBezTo>
                    <a:pt x="872529" y="1070245"/>
                    <a:pt x="877745" y="1069606"/>
                    <a:pt x="877745" y="1069606"/>
                  </a:cubicBezTo>
                  <a:lnTo>
                    <a:pt x="879394" y="1069068"/>
                  </a:lnTo>
                  <a:cubicBezTo>
                    <a:pt x="879394" y="1069068"/>
                    <a:pt x="881582" y="1070582"/>
                    <a:pt x="881885" y="1070682"/>
                  </a:cubicBezTo>
                  <a:cubicBezTo>
                    <a:pt x="882221" y="1070783"/>
                    <a:pt x="883399" y="1071321"/>
                    <a:pt x="884173" y="1071019"/>
                  </a:cubicBezTo>
                  <a:cubicBezTo>
                    <a:pt x="884947" y="1070682"/>
                    <a:pt x="885587" y="1070480"/>
                    <a:pt x="886260" y="1069707"/>
                  </a:cubicBezTo>
                  <a:cubicBezTo>
                    <a:pt x="886899" y="1068933"/>
                    <a:pt x="888548" y="1068059"/>
                    <a:pt x="888548" y="1068059"/>
                  </a:cubicBezTo>
                  <a:cubicBezTo>
                    <a:pt x="888548" y="1068059"/>
                    <a:pt x="889962" y="1066208"/>
                    <a:pt x="890298" y="1065771"/>
                  </a:cubicBezTo>
                  <a:cubicBezTo>
                    <a:pt x="890635" y="1065334"/>
                    <a:pt x="890938" y="1064257"/>
                    <a:pt x="890938" y="1064257"/>
                  </a:cubicBezTo>
                  <a:lnTo>
                    <a:pt x="892452" y="1063046"/>
                  </a:lnTo>
                  <a:cubicBezTo>
                    <a:pt x="892452" y="1063046"/>
                    <a:pt x="894640" y="1062844"/>
                    <a:pt x="895178" y="1063046"/>
                  </a:cubicBezTo>
                  <a:cubicBezTo>
                    <a:pt x="895717" y="1063248"/>
                    <a:pt x="896592" y="1063685"/>
                    <a:pt x="896592" y="1063685"/>
                  </a:cubicBezTo>
                  <a:cubicBezTo>
                    <a:pt x="896592" y="1063685"/>
                    <a:pt x="897130" y="1064661"/>
                    <a:pt x="897366" y="1065435"/>
                  </a:cubicBezTo>
                  <a:cubicBezTo>
                    <a:pt x="897601" y="1066208"/>
                    <a:pt x="897702" y="1067621"/>
                    <a:pt x="897601" y="1068462"/>
                  </a:cubicBezTo>
                  <a:cubicBezTo>
                    <a:pt x="897500" y="1069337"/>
                    <a:pt x="897164" y="1070951"/>
                    <a:pt x="897164" y="1070951"/>
                  </a:cubicBezTo>
                  <a:cubicBezTo>
                    <a:pt x="897164" y="1070951"/>
                    <a:pt x="896726" y="1071725"/>
                    <a:pt x="896625" y="1072028"/>
                  </a:cubicBezTo>
                  <a:cubicBezTo>
                    <a:pt x="896524" y="1072364"/>
                    <a:pt x="896861" y="1073878"/>
                    <a:pt x="896861" y="1073878"/>
                  </a:cubicBezTo>
                  <a:lnTo>
                    <a:pt x="898174" y="1075392"/>
                  </a:lnTo>
                  <a:cubicBezTo>
                    <a:pt x="898174" y="1075392"/>
                    <a:pt x="898914" y="1077007"/>
                    <a:pt x="898914" y="1077444"/>
                  </a:cubicBezTo>
                  <a:cubicBezTo>
                    <a:pt x="898914" y="1077881"/>
                    <a:pt x="898712" y="1078218"/>
                    <a:pt x="898712" y="1078621"/>
                  </a:cubicBezTo>
                  <a:cubicBezTo>
                    <a:pt x="898712" y="1079025"/>
                    <a:pt x="897938" y="1078621"/>
                    <a:pt x="898712" y="1079059"/>
                  </a:cubicBezTo>
                  <a:cubicBezTo>
                    <a:pt x="899486" y="1079496"/>
                    <a:pt x="899352" y="1080270"/>
                    <a:pt x="900664" y="1079933"/>
                  </a:cubicBezTo>
                  <a:cubicBezTo>
                    <a:pt x="901976" y="1079597"/>
                    <a:pt x="903727" y="1078722"/>
                    <a:pt x="903727" y="1078419"/>
                  </a:cubicBezTo>
                  <a:cubicBezTo>
                    <a:pt x="903727" y="1078083"/>
                    <a:pt x="904703" y="1077007"/>
                    <a:pt x="904703" y="1077007"/>
                  </a:cubicBezTo>
                  <a:cubicBezTo>
                    <a:pt x="904703" y="1077007"/>
                    <a:pt x="905578" y="1076670"/>
                    <a:pt x="906217" y="1077007"/>
                  </a:cubicBezTo>
                  <a:cubicBezTo>
                    <a:pt x="906856" y="1077343"/>
                    <a:pt x="908607" y="1079059"/>
                    <a:pt x="908607" y="1079059"/>
                  </a:cubicBezTo>
                  <a:lnTo>
                    <a:pt x="913924" y="1080135"/>
                  </a:lnTo>
                  <a:lnTo>
                    <a:pt x="917289" y="1081649"/>
                  </a:lnTo>
                  <a:lnTo>
                    <a:pt x="919881" y="1082086"/>
                  </a:lnTo>
                  <a:cubicBezTo>
                    <a:pt x="919881" y="1082086"/>
                    <a:pt x="921193" y="1081985"/>
                    <a:pt x="921631" y="1081985"/>
                  </a:cubicBezTo>
                  <a:cubicBezTo>
                    <a:pt x="922068" y="1081985"/>
                    <a:pt x="927621" y="1081783"/>
                    <a:pt x="928261" y="1081783"/>
                  </a:cubicBezTo>
                  <a:cubicBezTo>
                    <a:pt x="928900" y="1081783"/>
                    <a:pt x="931525" y="1081447"/>
                    <a:pt x="931963" y="1081447"/>
                  </a:cubicBezTo>
                  <a:cubicBezTo>
                    <a:pt x="932400" y="1081447"/>
                    <a:pt x="934016" y="1081346"/>
                    <a:pt x="934453" y="1081346"/>
                  </a:cubicBezTo>
                  <a:cubicBezTo>
                    <a:pt x="934891" y="1081346"/>
                    <a:pt x="936742" y="1081346"/>
                    <a:pt x="936742" y="1081346"/>
                  </a:cubicBezTo>
                  <a:lnTo>
                    <a:pt x="940208" y="1081346"/>
                  </a:lnTo>
                  <a:lnTo>
                    <a:pt x="942261" y="1083196"/>
                  </a:lnTo>
                  <a:lnTo>
                    <a:pt x="944550" y="1083970"/>
                  </a:lnTo>
                  <a:cubicBezTo>
                    <a:pt x="944550" y="1083970"/>
                    <a:pt x="946401" y="1084609"/>
                    <a:pt x="946737" y="1084744"/>
                  </a:cubicBezTo>
                  <a:cubicBezTo>
                    <a:pt x="947074" y="1084845"/>
                    <a:pt x="949127" y="1086257"/>
                    <a:pt x="949127" y="1086257"/>
                  </a:cubicBezTo>
                  <a:cubicBezTo>
                    <a:pt x="949127" y="1086257"/>
                    <a:pt x="950776" y="1087334"/>
                    <a:pt x="950978" y="1087771"/>
                  </a:cubicBezTo>
                  <a:cubicBezTo>
                    <a:pt x="951179" y="1088209"/>
                    <a:pt x="953165" y="1090059"/>
                    <a:pt x="953266" y="1090597"/>
                  </a:cubicBezTo>
                  <a:cubicBezTo>
                    <a:pt x="953367" y="1091135"/>
                    <a:pt x="953905" y="1091774"/>
                    <a:pt x="953905" y="1092212"/>
                  </a:cubicBezTo>
                  <a:cubicBezTo>
                    <a:pt x="953905" y="1092649"/>
                    <a:pt x="954444" y="1093423"/>
                    <a:pt x="954545" y="1095037"/>
                  </a:cubicBezTo>
                  <a:cubicBezTo>
                    <a:pt x="954646" y="1096652"/>
                    <a:pt x="955958" y="1099478"/>
                    <a:pt x="956194" y="1100252"/>
                  </a:cubicBezTo>
                  <a:cubicBezTo>
                    <a:pt x="956430" y="1101025"/>
                    <a:pt x="958045" y="1104827"/>
                    <a:pt x="958045" y="1105466"/>
                  </a:cubicBezTo>
                  <a:cubicBezTo>
                    <a:pt x="958045" y="1106105"/>
                    <a:pt x="959694" y="1109166"/>
                    <a:pt x="960233" y="1110243"/>
                  </a:cubicBezTo>
                  <a:cubicBezTo>
                    <a:pt x="960771" y="1111319"/>
                    <a:pt x="961882" y="1114582"/>
                    <a:pt x="962084" y="1115019"/>
                  </a:cubicBezTo>
                  <a:cubicBezTo>
                    <a:pt x="962285" y="1115457"/>
                    <a:pt x="963396" y="1118821"/>
                    <a:pt x="963396" y="1118821"/>
                  </a:cubicBezTo>
                  <a:cubicBezTo>
                    <a:pt x="963396" y="1118821"/>
                    <a:pt x="964271" y="1119897"/>
                    <a:pt x="965045" y="1120435"/>
                  </a:cubicBezTo>
                  <a:cubicBezTo>
                    <a:pt x="965819" y="1120974"/>
                    <a:pt x="967771" y="1121512"/>
                    <a:pt x="968310" y="1121747"/>
                  </a:cubicBezTo>
                  <a:cubicBezTo>
                    <a:pt x="968848" y="1121949"/>
                    <a:pt x="970262" y="1123059"/>
                    <a:pt x="971238" y="1123261"/>
                  </a:cubicBezTo>
                  <a:cubicBezTo>
                    <a:pt x="972214" y="1123463"/>
                    <a:pt x="974940" y="1123900"/>
                    <a:pt x="976017" y="1123799"/>
                  </a:cubicBezTo>
                  <a:cubicBezTo>
                    <a:pt x="977094" y="1123698"/>
                    <a:pt x="979483" y="1123598"/>
                    <a:pt x="979483" y="1123598"/>
                  </a:cubicBezTo>
                  <a:cubicBezTo>
                    <a:pt x="979483" y="1123598"/>
                    <a:pt x="980997" y="1122958"/>
                    <a:pt x="981772" y="1124472"/>
                  </a:cubicBezTo>
                  <a:cubicBezTo>
                    <a:pt x="982546" y="1125986"/>
                    <a:pt x="983824" y="1128072"/>
                    <a:pt x="983185" y="1128711"/>
                  </a:cubicBezTo>
                  <a:cubicBezTo>
                    <a:pt x="982512" y="1129350"/>
                    <a:pt x="981973" y="1130897"/>
                    <a:pt x="980997" y="1131335"/>
                  </a:cubicBezTo>
                  <a:cubicBezTo>
                    <a:pt x="980021" y="1131772"/>
                    <a:pt x="979786" y="1133017"/>
                    <a:pt x="977632" y="1133353"/>
                  </a:cubicBezTo>
                  <a:cubicBezTo>
                    <a:pt x="975478" y="1133723"/>
                    <a:pt x="973728" y="1134799"/>
                    <a:pt x="973055" y="1135338"/>
                  </a:cubicBezTo>
                  <a:cubicBezTo>
                    <a:pt x="972416" y="1135876"/>
                    <a:pt x="970766" y="1140451"/>
                    <a:pt x="970766" y="1140451"/>
                  </a:cubicBezTo>
                  <a:cubicBezTo>
                    <a:pt x="970766" y="1140451"/>
                    <a:pt x="972079" y="1143277"/>
                    <a:pt x="972079" y="1143916"/>
                  </a:cubicBezTo>
                  <a:cubicBezTo>
                    <a:pt x="972079" y="1144555"/>
                    <a:pt x="972315" y="1149029"/>
                    <a:pt x="972315" y="1149029"/>
                  </a:cubicBezTo>
                  <a:lnTo>
                    <a:pt x="972214" y="1152830"/>
                  </a:lnTo>
                  <a:lnTo>
                    <a:pt x="970026" y="1154681"/>
                  </a:lnTo>
                  <a:lnTo>
                    <a:pt x="971238" y="1157069"/>
                  </a:lnTo>
                  <a:lnTo>
                    <a:pt x="973526" y="1157607"/>
                  </a:lnTo>
                  <a:cubicBezTo>
                    <a:pt x="973526" y="1157607"/>
                    <a:pt x="975579" y="1159020"/>
                    <a:pt x="975579" y="1160097"/>
                  </a:cubicBezTo>
                  <a:cubicBezTo>
                    <a:pt x="975579" y="1161173"/>
                    <a:pt x="975377" y="1163696"/>
                    <a:pt x="975142" y="1164974"/>
                  </a:cubicBezTo>
                  <a:cubicBezTo>
                    <a:pt x="974940" y="1166286"/>
                    <a:pt x="974940" y="1167699"/>
                    <a:pt x="973526" y="1168002"/>
                  </a:cubicBezTo>
                  <a:cubicBezTo>
                    <a:pt x="972113" y="1168338"/>
                    <a:pt x="971675" y="1168540"/>
                    <a:pt x="969925" y="1168977"/>
                  </a:cubicBezTo>
                  <a:cubicBezTo>
                    <a:pt x="968175" y="1169415"/>
                    <a:pt x="970127" y="1170054"/>
                    <a:pt x="966661" y="1170727"/>
                  </a:cubicBezTo>
                  <a:cubicBezTo>
                    <a:pt x="963194" y="1171366"/>
                    <a:pt x="962959" y="1171938"/>
                    <a:pt x="962420" y="1171938"/>
                  </a:cubicBezTo>
                  <a:cubicBezTo>
                    <a:pt x="961882" y="1171938"/>
                    <a:pt x="961646" y="1174124"/>
                    <a:pt x="961646" y="1174124"/>
                  </a:cubicBezTo>
                  <a:cubicBezTo>
                    <a:pt x="961646" y="1174124"/>
                    <a:pt x="961983" y="1175974"/>
                    <a:pt x="961983" y="1176412"/>
                  </a:cubicBezTo>
                  <a:cubicBezTo>
                    <a:pt x="961983" y="1176849"/>
                    <a:pt x="962084" y="1176849"/>
                    <a:pt x="962420" y="1177925"/>
                  </a:cubicBezTo>
                  <a:cubicBezTo>
                    <a:pt x="962757" y="1179002"/>
                    <a:pt x="964911" y="1181289"/>
                    <a:pt x="964911" y="1181289"/>
                  </a:cubicBezTo>
                  <a:cubicBezTo>
                    <a:pt x="964911" y="1181289"/>
                    <a:pt x="968175" y="1184115"/>
                    <a:pt x="968613" y="1184553"/>
                  </a:cubicBezTo>
                  <a:cubicBezTo>
                    <a:pt x="969050" y="1184990"/>
                    <a:pt x="971103" y="1186167"/>
                    <a:pt x="971103" y="1186167"/>
                  </a:cubicBezTo>
                  <a:cubicBezTo>
                    <a:pt x="971103" y="1186167"/>
                    <a:pt x="972853" y="1187580"/>
                    <a:pt x="973156" y="1187816"/>
                  </a:cubicBezTo>
                  <a:cubicBezTo>
                    <a:pt x="973492" y="1188017"/>
                    <a:pt x="977194" y="1189767"/>
                    <a:pt x="977598" y="1189868"/>
                  </a:cubicBezTo>
                  <a:cubicBezTo>
                    <a:pt x="978036" y="1189969"/>
                    <a:pt x="979550" y="1190742"/>
                    <a:pt x="979887" y="1190843"/>
                  </a:cubicBezTo>
                  <a:cubicBezTo>
                    <a:pt x="980223" y="1190944"/>
                    <a:pt x="983690" y="1192794"/>
                    <a:pt x="984127" y="1193131"/>
                  </a:cubicBezTo>
                  <a:cubicBezTo>
                    <a:pt x="984565" y="1193467"/>
                    <a:pt x="987930" y="1194207"/>
                    <a:pt x="988368" y="1194543"/>
                  </a:cubicBezTo>
                  <a:cubicBezTo>
                    <a:pt x="988805" y="1194880"/>
                    <a:pt x="990656" y="1195519"/>
                    <a:pt x="991834" y="1195956"/>
                  </a:cubicBezTo>
                  <a:cubicBezTo>
                    <a:pt x="993046" y="1196394"/>
                    <a:pt x="994863" y="1197033"/>
                    <a:pt x="995200" y="1197807"/>
                  </a:cubicBezTo>
                  <a:cubicBezTo>
                    <a:pt x="995536" y="1198580"/>
                    <a:pt x="997488" y="1200094"/>
                    <a:pt x="997488" y="1200094"/>
                  </a:cubicBezTo>
                  <a:cubicBezTo>
                    <a:pt x="997488" y="1200094"/>
                    <a:pt x="999003" y="1201070"/>
                    <a:pt x="999440" y="1202045"/>
                  </a:cubicBezTo>
                  <a:cubicBezTo>
                    <a:pt x="999878" y="1203021"/>
                    <a:pt x="1001628" y="1204535"/>
                    <a:pt x="1001628" y="1204535"/>
                  </a:cubicBezTo>
                  <a:lnTo>
                    <a:pt x="1005532" y="1206385"/>
                  </a:lnTo>
                  <a:cubicBezTo>
                    <a:pt x="1005532" y="1206385"/>
                    <a:pt x="1008157" y="1206284"/>
                    <a:pt x="1008460" y="1206385"/>
                  </a:cubicBezTo>
                  <a:cubicBezTo>
                    <a:pt x="1008796" y="1206486"/>
                    <a:pt x="1008897" y="1204972"/>
                    <a:pt x="1011388" y="1205510"/>
                  </a:cubicBezTo>
                  <a:cubicBezTo>
                    <a:pt x="1013878" y="1206048"/>
                    <a:pt x="1015628" y="1207158"/>
                    <a:pt x="1016166" y="1207461"/>
                  </a:cubicBezTo>
                  <a:cubicBezTo>
                    <a:pt x="1016705" y="1207798"/>
                    <a:pt x="1017479" y="1208672"/>
                    <a:pt x="1018892" y="1209210"/>
                  </a:cubicBezTo>
                  <a:cubicBezTo>
                    <a:pt x="1020306" y="1209749"/>
                    <a:pt x="1019532" y="1210522"/>
                    <a:pt x="1023671" y="1210825"/>
                  </a:cubicBezTo>
                  <a:cubicBezTo>
                    <a:pt x="1027811" y="1211161"/>
                    <a:pt x="1030200" y="1211061"/>
                    <a:pt x="1030638" y="1210825"/>
                  </a:cubicBezTo>
                  <a:cubicBezTo>
                    <a:pt x="1031075" y="1210623"/>
                    <a:pt x="1032052" y="1208773"/>
                    <a:pt x="1032052" y="1208773"/>
                  </a:cubicBezTo>
                  <a:cubicBezTo>
                    <a:pt x="1032052" y="1208773"/>
                    <a:pt x="1034239" y="1208672"/>
                    <a:pt x="1034542" y="1208571"/>
                  </a:cubicBezTo>
                  <a:cubicBezTo>
                    <a:pt x="1034878" y="1208470"/>
                    <a:pt x="1036595" y="1208773"/>
                    <a:pt x="1038244" y="1209648"/>
                  </a:cubicBezTo>
                  <a:cubicBezTo>
                    <a:pt x="1039859" y="1210522"/>
                    <a:pt x="1039994" y="1211599"/>
                    <a:pt x="1041407" y="1211700"/>
                  </a:cubicBezTo>
                  <a:cubicBezTo>
                    <a:pt x="1042821" y="1211801"/>
                    <a:pt x="1043595" y="1212473"/>
                    <a:pt x="1044672" y="1211700"/>
                  </a:cubicBezTo>
                  <a:cubicBezTo>
                    <a:pt x="1045749" y="1210926"/>
                    <a:pt x="1046759" y="1209749"/>
                    <a:pt x="1046960" y="1208874"/>
                  </a:cubicBezTo>
                  <a:cubicBezTo>
                    <a:pt x="1047162" y="1207999"/>
                    <a:pt x="1047061" y="1208235"/>
                    <a:pt x="1047600" y="1207259"/>
                  </a:cubicBezTo>
                  <a:cubicBezTo>
                    <a:pt x="1048138" y="1206284"/>
                    <a:pt x="1047162" y="1205308"/>
                    <a:pt x="1049114" y="1206183"/>
                  </a:cubicBezTo>
                  <a:cubicBezTo>
                    <a:pt x="1051066" y="1207058"/>
                    <a:pt x="1055408" y="1209749"/>
                    <a:pt x="1055408" y="1209749"/>
                  </a:cubicBezTo>
                  <a:lnTo>
                    <a:pt x="1059446" y="1208235"/>
                  </a:lnTo>
                  <a:lnTo>
                    <a:pt x="1062509" y="1203559"/>
                  </a:lnTo>
                  <a:lnTo>
                    <a:pt x="1065437" y="1200531"/>
                  </a:lnTo>
                  <a:lnTo>
                    <a:pt x="1067187" y="1197941"/>
                  </a:lnTo>
                  <a:lnTo>
                    <a:pt x="1069677" y="1196192"/>
                  </a:lnTo>
                  <a:lnTo>
                    <a:pt x="1070216" y="1194342"/>
                  </a:lnTo>
                  <a:lnTo>
                    <a:pt x="1068028" y="1191751"/>
                  </a:lnTo>
                  <a:lnTo>
                    <a:pt x="1068028" y="1188287"/>
                  </a:lnTo>
                  <a:lnTo>
                    <a:pt x="1068028" y="1184822"/>
                  </a:lnTo>
                  <a:lnTo>
                    <a:pt x="1068028" y="1180247"/>
                  </a:lnTo>
                  <a:lnTo>
                    <a:pt x="1070653" y="1176984"/>
                  </a:lnTo>
                  <a:lnTo>
                    <a:pt x="1076072" y="1176984"/>
                  </a:lnTo>
                  <a:lnTo>
                    <a:pt x="1079538" y="1177858"/>
                  </a:lnTo>
                  <a:lnTo>
                    <a:pt x="1081288" y="1180886"/>
                  </a:lnTo>
                  <a:lnTo>
                    <a:pt x="1088019" y="1178497"/>
                  </a:lnTo>
                  <a:lnTo>
                    <a:pt x="1094750" y="1182837"/>
                  </a:lnTo>
                  <a:lnTo>
                    <a:pt x="1099966" y="1180650"/>
                  </a:lnTo>
                  <a:lnTo>
                    <a:pt x="1105385" y="1176311"/>
                  </a:lnTo>
                  <a:lnTo>
                    <a:pt x="1112351" y="1175234"/>
                  </a:lnTo>
                  <a:lnTo>
                    <a:pt x="1119318" y="1170458"/>
                  </a:lnTo>
                  <a:lnTo>
                    <a:pt x="1119755" y="1169045"/>
                  </a:lnTo>
                  <a:cubicBezTo>
                    <a:pt x="1119755" y="1169045"/>
                    <a:pt x="1120529" y="1166017"/>
                    <a:pt x="1120529" y="1165580"/>
                  </a:cubicBezTo>
                  <a:cubicBezTo>
                    <a:pt x="1120529" y="1165142"/>
                    <a:pt x="1120967" y="1163965"/>
                    <a:pt x="1120967" y="1163965"/>
                  </a:cubicBezTo>
                  <a:lnTo>
                    <a:pt x="1120327" y="1157876"/>
                  </a:lnTo>
                  <a:cubicBezTo>
                    <a:pt x="1120327" y="1157876"/>
                    <a:pt x="1120327" y="1155488"/>
                    <a:pt x="1120428" y="1154277"/>
                  </a:cubicBezTo>
                  <a:cubicBezTo>
                    <a:pt x="1120529" y="1153066"/>
                    <a:pt x="1120630" y="1151989"/>
                    <a:pt x="1120866" y="1151350"/>
                  </a:cubicBezTo>
                  <a:cubicBezTo>
                    <a:pt x="1121101" y="1150711"/>
                    <a:pt x="1121741" y="1150711"/>
                    <a:pt x="1122078" y="1150274"/>
                  </a:cubicBezTo>
                  <a:cubicBezTo>
                    <a:pt x="1122414" y="1149836"/>
                    <a:pt x="1124130" y="1149298"/>
                    <a:pt x="1124804" y="1148861"/>
                  </a:cubicBezTo>
                  <a:cubicBezTo>
                    <a:pt x="1125443" y="1148423"/>
                    <a:pt x="1126655" y="1148861"/>
                    <a:pt x="1126991" y="1148861"/>
                  </a:cubicBezTo>
                  <a:cubicBezTo>
                    <a:pt x="1127328" y="1148861"/>
                    <a:pt x="1129044" y="1149500"/>
                    <a:pt x="1129044" y="1149500"/>
                  </a:cubicBezTo>
                  <a:cubicBezTo>
                    <a:pt x="1129044" y="1149500"/>
                    <a:pt x="1131333" y="1149264"/>
                    <a:pt x="1131871" y="1148962"/>
                  </a:cubicBezTo>
                  <a:cubicBezTo>
                    <a:pt x="1132410" y="1148626"/>
                    <a:pt x="1132410" y="1147011"/>
                    <a:pt x="1132410" y="1147011"/>
                  </a:cubicBezTo>
                  <a:cubicBezTo>
                    <a:pt x="1132410" y="1147011"/>
                    <a:pt x="1131097" y="1143849"/>
                    <a:pt x="1130659" y="1143983"/>
                  </a:cubicBezTo>
                  <a:cubicBezTo>
                    <a:pt x="1130222" y="1144084"/>
                    <a:pt x="1127496" y="1143209"/>
                    <a:pt x="1126856" y="1143109"/>
                  </a:cubicBezTo>
                  <a:cubicBezTo>
                    <a:pt x="1126217" y="1143008"/>
                    <a:pt x="1125544" y="1143109"/>
                    <a:pt x="1125544" y="1143109"/>
                  </a:cubicBezTo>
                  <a:lnTo>
                    <a:pt x="1122818" y="1143983"/>
                  </a:lnTo>
                  <a:lnTo>
                    <a:pt x="1121303" y="1143983"/>
                  </a:lnTo>
                  <a:lnTo>
                    <a:pt x="1120664" y="1142739"/>
                  </a:lnTo>
                  <a:lnTo>
                    <a:pt x="1117938" y="1141595"/>
                  </a:lnTo>
                  <a:lnTo>
                    <a:pt x="1114572" y="1139408"/>
                  </a:lnTo>
                  <a:cubicBezTo>
                    <a:pt x="1114572" y="1139408"/>
                    <a:pt x="1112082" y="1139509"/>
                    <a:pt x="1110669" y="1139408"/>
                  </a:cubicBezTo>
                  <a:cubicBezTo>
                    <a:pt x="1109255" y="1139307"/>
                    <a:pt x="1108818" y="1138971"/>
                    <a:pt x="1108481" y="1138870"/>
                  </a:cubicBezTo>
                  <a:cubicBezTo>
                    <a:pt x="1108145" y="1138769"/>
                    <a:pt x="1105217" y="1137659"/>
                    <a:pt x="1104140" y="1136919"/>
                  </a:cubicBezTo>
                  <a:cubicBezTo>
                    <a:pt x="1103063" y="1136145"/>
                    <a:pt x="1103500" y="1135170"/>
                    <a:pt x="1103366" y="1134329"/>
                  </a:cubicBezTo>
                  <a:cubicBezTo>
                    <a:pt x="1103231" y="1133454"/>
                    <a:pt x="1103500" y="1131503"/>
                    <a:pt x="1103399" y="1130965"/>
                  </a:cubicBezTo>
                  <a:cubicBezTo>
                    <a:pt x="1103298" y="1130426"/>
                    <a:pt x="1103635" y="1129014"/>
                    <a:pt x="1103938" y="1128240"/>
                  </a:cubicBezTo>
                  <a:cubicBezTo>
                    <a:pt x="1104274" y="1127500"/>
                    <a:pt x="1105991" y="1127500"/>
                    <a:pt x="1106327" y="1127163"/>
                  </a:cubicBezTo>
                  <a:cubicBezTo>
                    <a:pt x="1106664" y="1126827"/>
                    <a:pt x="1111106" y="1125414"/>
                    <a:pt x="1111880" y="1124876"/>
                  </a:cubicBezTo>
                  <a:cubicBezTo>
                    <a:pt x="1112654" y="1124338"/>
                    <a:pt x="1115044" y="1124001"/>
                    <a:pt x="1115044" y="1124001"/>
                  </a:cubicBezTo>
                  <a:lnTo>
                    <a:pt x="1115044" y="1119325"/>
                  </a:lnTo>
                  <a:lnTo>
                    <a:pt x="1116020" y="1115188"/>
                  </a:lnTo>
                  <a:cubicBezTo>
                    <a:pt x="1116020" y="1115188"/>
                    <a:pt x="1116895" y="1111824"/>
                    <a:pt x="1116996" y="1111487"/>
                  </a:cubicBezTo>
                  <a:cubicBezTo>
                    <a:pt x="1117097" y="1111151"/>
                    <a:pt x="1118174" y="1108863"/>
                    <a:pt x="1118174" y="1108224"/>
                  </a:cubicBezTo>
                  <a:cubicBezTo>
                    <a:pt x="1118174" y="1107585"/>
                    <a:pt x="1119688" y="1106374"/>
                    <a:pt x="1119688" y="1106374"/>
                  </a:cubicBezTo>
                  <a:cubicBezTo>
                    <a:pt x="1119688" y="1106374"/>
                    <a:pt x="1123053" y="1104860"/>
                    <a:pt x="1124366" y="1104524"/>
                  </a:cubicBezTo>
                  <a:cubicBezTo>
                    <a:pt x="1125679" y="1104187"/>
                    <a:pt x="1127395" y="1103212"/>
                    <a:pt x="1127530" y="1102909"/>
                  </a:cubicBezTo>
                  <a:cubicBezTo>
                    <a:pt x="1127630" y="1102573"/>
                    <a:pt x="1129179" y="1100958"/>
                    <a:pt x="1129481" y="1100857"/>
                  </a:cubicBezTo>
                  <a:cubicBezTo>
                    <a:pt x="1129818" y="1100756"/>
                    <a:pt x="1131770" y="1098368"/>
                    <a:pt x="1131770" y="1098368"/>
                  </a:cubicBezTo>
                  <a:lnTo>
                    <a:pt x="1133284" y="1097056"/>
                  </a:lnTo>
                  <a:lnTo>
                    <a:pt x="1137188" y="1097291"/>
                  </a:lnTo>
                  <a:cubicBezTo>
                    <a:pt x="1137188" y="1097291"/>
                    <a:pt x="1138703" y="1099781"/>
                    <a:pt x="1139039" y="1099781"/>
                  </a:cubicBezTo>
                  <a:cubicBezTo>
                    <a:pt x="1139376" y="1099781"/>
                    <a:pt x="1141227" y="1101631"/>
                    <a:pt x="1141227" y="1101631"/>
                  </a:cubicBezTo>
                  <a:lnTo>
                    <a:pt x="1143314" y="1104019"/>
                  </a:lnTo>
                  <a:cubicBezTo>
                    <a:pt x="1143314" y="1104019"/>
                    <a:pt x="1147217" y="1106307"/>
                    <a:pt x="1148193" y="1106071"/>
                  </a:cubicBezTo>
                  <a:cubicBezTo>
                    <a:pt x="1149169" y="1105869"/>
                    <a:pt x="1148732" y="1105869"/>
                    <a:pt x="1149169" y="1104995"/>
                  </a:cubicBezTo>
                  <a:cubicBezTo>
                    <a:pt x="1149607" y="1104120"/>
                    <a:pt x="1151761" y="1103346"/>
                    <a:pt x="1151761" y="1103346"/>
                  </a:cubicBezTo>
                  <a:cubicBezTo>
                    <a:pt x="1151761" y="1103346"/>
                    <a:pt x="1153174" y="1103010"/>
                    <a:pt x="1154251" y="1103010"/>
                  </a:cubicBezTo>
                  <a:cubicBezTo>
                    <a:pt x="1155328" y="1103010"/>
                    <a:pt x="1155766" y="1103447"/>
                    <a:pt x="1157179" y="1103649"/>
                  </a:cubicBezTo>
                  <a:cubicBezTo>
                    <a:pt x="1158593" y="1103851"/>
                    <a:pt x="1158929" y="1104524"/>
                    <a:pt x="1159266" y="1104524"/>
                  </a:cubicBezTo>
                  <a:cubicBezTo>
                    <a:pt x="1159569" y="1104524"/>
                    <a:pt x="1161319" y="1104625"/>
                    <a:pt x="1161756" y="1103885"/>
                  </a:cubicBezTo>
                  <a:cubicBezTo>
                    <a:pt x="1162194" y="1103111"/>
                    <a:pt x="1162497" y="1103010"/>
                    <a:pt x="1163372" y="1102034"/>
                  </a:cubicBezTo>
                  <a:cubicBezTo>
                    <a:pt x="1164247" y="1101059"/>
                    <a:pt x="1164247" y="1100622"/>
                    <a:pt x="1165122" y="1099983"/>
                  </a:cubicBezTo>
                  <a:cubicBezTo>
                    <a:pt x="1165997" y="1099343"/>
                    <a:pt x="1165997" y="1099444"/>
                    <a:pt x="1166973" y="1098570"/>
                  </a:cubicBezTo>
                  <a:cubicBezTo>
                    <a:pt x="1167949" y="1097695"/>
                    <a:pt x="1168824" y="1099343"/>
                    <a:pt x="1169160" y="1099545"/>
                  </a:cubicBezTo>
                  <a:cubicBezTo>
                    <a:pt x="1169497" y="1099747"/>
                    <a:pt x="1169699" y="1101597"/>
                    <a:pt x="1169699" y="1102034"/>
                  </a:cubicBezTo>
                  <a:cubicBezTo>
                    <a:pt x="1169699" y="1102472"/>
                    <a:pt x="1169800" y="1102808"/>
                    <a:pt x="1169934" y="1103111"/>
                  </a:cubicBezTo>
                  <a:cubicBezTo>
                    <a:pt x="1170035" y="1103447"/>
                    <a:pt x="1170136" y="1105163"/>
                    <a:pt x="1170136" y="1105600"/>
                  </a:cubicBezTo>
                  <a:cubicBezTo>
                    <a:pt x="1170136" y="1106038"/>
                    <a:pt x="1170574" y="1108090"/>
                    <a:pt x="1170675" y="1108527"/>
                  </a:cubicBezTo>
                  <a:cubicBezTo>
                    <a:pt x="1170776" y="1108964"/>
                    <a:pt x="1171213" y="1109301"/>
                    <a:pt x="1171550" y="1109301"/>
                  </a:cubicBezTo>
                  <a:cubicBezTo>
                    <a:pt x="1171886" y="1109301"/>
                    <a:pt x="1172963" y="1110814"/>
                    <a:pt x="1173603" y="1111689"/>
                  </a:cubicBezTo>
                  <a:cubicBezTo>
                    <a:pt x="1174242" y="1112564"/>
                    <a:pt x="1175656" y="1113001"/>
                    <a:pt x="1176968" y="1113001"/>
                  </a:cubicBezTo>
                  <a:cubicBezTo>
                    <a:pt x="1178281" y="1113001"/>
                    <a:pt x="1179156" y="1112227"/>
                    <a:pt x="1179593" y="1111925"/>
                  </a:cubicBezTo>
                  <a:cubicBezTo>
                    <a:pt x="1180031" y="1111588"/>
                    <a:pt x="1180367" y="1111285"/>
                    <a:pt x="1180367" y="1111285"/>
                  </a:cubicBezTo>
                  <a:cubicBezTo>
                    <a:pt x="1180367" y="1111285"/>
                    <a:pt x="1181882" y="1110209"/>
                    <a:pt x="1181983" y="1109099"/>
                  </a:cubicBezTo>
                  <a:cubicBezTo>
                    <a:pt x="1182084" y="1108022"/>
                    <a:pt x="1183497" y="1106811"/>
                    <a:pt x="1183935" y="1105836"/>
                  </a:cubicBezTo>
                  <a:cubicBezTo>
                    <a:pt x="1184372" y="1104860"/>
                    <a:pt x="1185146" y="1101833"/>
                    <a:pt x="1185146" y="1101496"/>
                  </a:cubicBezTo>
                  <a:cubicBezTo>
                    <a:pt x="1185146" y="1101160"/>
                    <a:pt x="1184507" y="1097157"/>
                    <a:pt x="1184507" y="1097157"/>
                  </a:cubicBezTo>
                  <a:lnTo>
                    <a:pt x="1182218" y="1094869"/>
                  </a:lnTo>
                  <a:cubicBezTo>
                    <a:pt x="1182218" y="1094869"/>
                    <a:pt x="1178853" y="1094970"/>
                    <a:pt x="1177439" y="1095307"/>
                  </a:cubicBezTo>
                  <a:cubicBezTo>
                    <a:pt x="1176026" y="1095643"/>
                    <a:pt x="1174511" y="1094230"/>
                    <a:pt x="1174511" y="1093793"/>
                  </a:cubicBezTo>
                  <a:cubicBezTo>
                    <a:pt x="1174511" y="1093355"/>
                    <a:pt x="1175925" y="1090631"/>
                    <a:pt x="1176564" y="1089554"/>
                  </a:cubicBezTo>
                  <a:cubicBezTo>
                    <a:pt x="1177204" y="1088478"/>
                    <a:pt x="1176901" y="1088141"/>
                    <a:pt x="1176901" y="1088141"/>
                  </a:cubicBezTo>
                  <a:lnTo>
                    <a:pt x="1175050" y="1086829"/>
                  </a:lnTo>
                  <a:lnTo>
                    <a:pt x="1174175" y="1084004"/>
                  </a:lnTo>
                  <a:cubicBezTo>
                    <a:pt x="1174175" y="1084004"/>
                    <a:pt x="1174175" y="1081178"/>
                    <a:pt x="1174175" y="1080741"/>
                  </a:cubicBezTo>
                  <a:cubicBezTo>
                    <a:pt x="1174175" y="1080303"/>
                    <a:pt x="1174915" y="1077377"/>
                    <a:pt x="1174915" y="1076939"/>
                  </a:cubicBezTo>
                  <a:cubicBezTo>
                    <a:pt x="1174915" y="1076502"/>
                    <a:pt x="1174040" y="1074450"/>
                    <a:pt x="1174040" y="1074450"/>
                  </a:cubicBezTo>
                  <a:lnTo>
                    <a:pt x="1172963" y="1073575"/>
                  </a:lnTo>
                  <a:lnTo>
                    <a:pt x="1170910" y="1070750"/>
                  </a:lnTo>
                  <a:cubicBezTo>
                    <a:pt x="1170910" y="1070750"/>
                    <a:pt x="1169295" y="1065973"/>
                    <a:pt x="1168958" y="1064762"/>
                  </a:cubicBezTo>
                  <a:cubicBezTo>
                    <a:pt x="1168622" y="1063551"/>
                    <a:pt x="1168824" y="1059985"/>
                    <a:pt x="1168958" y="1059548"/>
                  </a:cubicBezTo>
                  <a:cubicBezTo>
                    <a:pt x="1169059" y="1059110"/>
                    <a:pt x="1169396" y="1055948"/>
                    <a:pt x="1169396" y="1055511"/>
                  </a:cubicBezTo>
                  <a:cubicBezTo>
                    <a:pt x="1169396" y="1055073"/>
                    <a:pt x="1171886" y="1053459"/>
                    <a:pt x="1171886" y="1053459"/>
                  </a:cubicBezTo>
                  <a:lnTo>
                    <a:pt x="1174175" y="1050835"/>
                  </a:lnTo>
                  <a:lnTo>
                    <a:pt x="1177204" y="1047236"/>
                  </a:lnTo>
                  <a:cubicBezTo>
                    <a:pt x="1177204" y="1047236"/>
                    <a:pt x="1177641" y="1045823"/>
                    <a:pt x="1178617" y="1045284"/>
                  </a:cubicBezTo>
                  <a:cubicBezTo>
                    <a:pt x="1179593" y="1044746"/>
                    <a:pt x="1180468" y="1043872"/>
                    <a:pt x="1180468" y="1043872"/>
                  </a:cubicBezTo>
                  <a:cubicBezTo>
                    <a:pt x="1180468" y="1043872"/>
                    <a:pt x="1183497" y="1043737"/>
                    <a:pt x="1184372" y="1043872"/>
                  </a:cubicBezTo>
                  <a:cubicBezTo>
                    <a:pt x="1185247" y="1043972"/>
                    <a:pt x="1187098" y="1043434"/>
                    <a:pt x="1188276" y="1043098"/>
                  </a:cubicBezTo>
                  <a:cubicBezTo>
                    <a:pt x="1189454" y="1042761"/>
                    <a:pt x="1188916" y="1042021"/>
                    <a:pt x="1188916" y="1040810"/>
                  </a:cubicBezTo>
                  <a:cubicBezTo>
                    <a:pt x="1188916" y="1039633"/>
                    <a:pt x="1187940" y="1038523"/>
                    <a:pt x="1187603" y="1038321"/>
                  </a:cubicBezTo>
                  <a:cubicBezTo>
                    <a:pt x="1187266" y="1038119"/>
                    <a:pt x="1186088" y="1037346"/>
                    <a:pt x="1185752" y="1036908"/>
                  </a:cubicBezTo>
                  <a:cubicBezTo>
                    <a:pt x="1185416" y="1036471"/>
                    <a:pt x="1182824" y="1035294"/>
                    <a:pt x="1182151" y="1035294"/>
                  </a:cubicBezTo>
                  <a:cubicBezTo>
                    <a:pt x="1181511" y="1035294"/>
                    <a:pt x="1179324" y="1034520"/>
                    <a:pt x="1177708" y="1034217"/>
                  </a:cubicBezTo>
                  <a:cubicBezTo>
                    <a:pt x="1176093" y="1033881"/>
                    <a:pt x="1175790" y="1033578"/>
                    <a:pt x="1175790" y="1033578"/>
                  </a:cubicBezTo>
                  <a:lnTo>
                    <a:pt x="1175790" y="1031089"/>
                  </a:lnTo>
                  <a:cubicBezTo>
                    <a:pt x="1175790" y="1031089"/>
                    <a:pt x="1178415" y="1029777"/>
                    <a:pt x="1178718" y="1029440"/>
                  </a:cubicBezTo>
                  <a:cubicBezTo>
                    <a:pt x="1179055" y="1029104"/>
                    <a:pt x="1179795" y="1028566"/>
                    <a:pt x="1180132" y="1028364"/>
                  </a:cubicBezTo>
                  <a:cubicBezTo>
                    <a:pt x="1180468" y="1028162"/>
                    <a:pt x="1182218" y="1027388"/>
                    <a:pt x="1183396" y="1026850"/>
                  </a:cubicBezTo>
                  <a:cubicBezTo>
                    <a:pt x="1184608" y="1026312"/>
                    <a:pt x="1185348" y="1025773"/>
                    <a:pt x="1185348" y="1025773"/>
                  </a:cubicBezTo>
                  <a:lnTo>
                    <a:pt x="1190565" y="1025773"/>
                  </a:lnTo>
                  <a:lnTo>
                    <a:pt x="1193594" y="1025773"/>
                  </a:lnTo>
                  <a:cubicBezTo>
                    <a:pt x="1193594" y="1025773"/>
                    <a:pt x="1195343" y="1024731"/>
                    <a:pt x="1195781" y="1024630"/>
                  </a:cubicBezTo>
                  <a:cubicBezTo>
                    <a:pt x="1196218" y="1024529"/>
                    <a:pt x="1196757" y="1022948"/>
                    <a:pt x="1196757" y="1022510"/>
                  </a:cubicBezTo>
                  <a:cubicBezTo>
                    <a:pt x="1196757" y="1022073"/>
                    <a:pt x="1196959" y="1019483"/>
                    <a:pt x="1196959" y="1019483"/>
                  </a:cubicBezTo>
                  <a:lnTo>
                    <a:pt x="1194031" y="1016994"/>
                  </a:lnTo>
                  <a:lnTo>
                    <a:pt x="1192281" y="1015076"/>
                  </a:lnTo>
                  <a:lnTo>
                    <a:pt x="1190093" y="1013630"/>
                  </a:lnTo>
                  <a:cubicBezTo>
                    <a:pt x="1190093" y="1013630"/>
                    <a:pt x="1186459" y="1009290"/>
                    <a:pt x="1186324" y="1008853"/>
                  </a:cubicBezTo>
                  <a:cubicBezTo>
                    <a:pt x="1186189" y="1008415"/>
                    <a:pt x="1184305" y="1004210"/>
                    <a:pt x="1184305" y="1004210"/>
                  </a:cubicBezTo>
                  <a:cubicBezTo>
                    <a:pt x="1184305" y="1004210"/>
                    <a:pt x="1182117" y="1002629"/>
                    <a:pt x="1181545" y="1002629"/>
                  </a:cubicBezTo>
                  <a:cubicBezTo>
                    <a:pt x="1180973" y="1002629"/>
                    <a:pt x="1177776" y="1000880"/>
                    <a:pt x="1177776" y="1000880"/>
                  </a:cubicBezTo>
                  <a:lnTo>
                    <a:pt x="1174545" y="998828"/>
                  </a:lnTo>
                  <a:cubicBezTo>
                    <a:pt x="1174545" y="998828"/>
                    <a:pt x="1171785" y="997314"/>
                    <a:pt x="1171348" y="997449"/>
                  </a:cubicBezTo>
                  <a:cubicBezTo>
                    <a:pt x="1170910" y="997583"/>
                    <a:pt x="1170910" y="998593"/>
                    <a:pt x="1169329" y="998761"/>
                  </a:cubicBezTo>
                  <a:cubicBezTo>
                    <a:pt x="1167747" y="998895"/>
                    <a:pt x="1167141" y="998761"/>
                    <a:pt x="1167141" y="998761"/>
                  </a:cubicBezTo>
                  <a:lnTo>
                    <a:pt x="1164819" y="996574"/>
                  </a:lnTo>
                  <a:lnTo>
                    <a:pt x="1164078" y="993378"/>
                  </a:lnTo>
                  <a:lnTo>
                    <a:pt x="1164953" y="990486"/>
                  </a:lnTo>
                  <a:lnTo>
                    <a:pt x="1164953" y="987021"/>
                  </a:lnTo>
                  <a:lnTo>
                    <a:pt x="1164953" y="984565"/>
                  </a:lnTo>
                  <a:lnTo>
                    <a:pt x="1165694" y="981369"/>
                  </a:lnTo>
                  <a:cubicBezTo>
                    <a:pt x="1165694" y="981369"/>
                    <a:pt x="1167141" y="979048"/>
                    <a:pt x="1167578" y="978611"/>
                  </a:cubicBezTo>
                  <a:cubicBezTo>
                    <a:pt x="1168016" y="978173"/>
                    <a:pt x="1168319" y="976861"/>
                    <a:pt x="1168319" y="976861"/>
                  </a:cubicBezTo>
                  <a:lnTo>
                    <a:pt x="1169901" y="974406"/>
                  </a:lnTo>
                  <a:lnTo>
                    <a:pt x="1170607" y="973531"/>
                  </a:lnTo>
                  <a:lnTo>
                    <a:pt x="1172055" y="971950"/>
                  </a:lnTo>
                  <a:cubicBezTo>
                    <a:pt x="1172055" y="971950"/>
                    <a:pt x="1173939" y="971244"/>
                    <a:pt x="1174511" y="970504"/>
                  </a:cubicBezTo>
                  <a:cubicBezTo>
                    <a:pt x="1175084" y="969763"/>
                    <a:pt x="1175824" y="970638"/>
                    <a:pt x="1177103" y="970504"/>
                  </a:cubicBezTo>
                  <a:cubicBezTo>
                    <a:pt x="1178415" y="970369"/>
                    <a:pt x="1179559" y="970504"/>
                    <a:pt x="1180300" y="970504"/>
                  </a:cubicBezTo>
                  <a:cubicBezTo>
                    <a:pt x="1181007" y="970504"/>
                    <a:pt x="1182757" y="969763"/>
                    <a:pt x="1182757" y="969763"/>
                  </a:cubicBezTo>
                  <a:lnTo>
                    <a:pt x="1183632" y="968620"/>
                  </a:lnTo>
                  <a:lnTo>
                    <a:pt x="1183766" y="967039"/>
                  </a:lnTo>
                  <a:cubicBezTo>
                    <a:pt x="1183766" y="967039"/>
                    <a:pt x="1184204" y="964852"/>
                    <a:pt x="1184204" y="964280"/>
                  </a:cubicBezTo>
                  <a:cubicBezTo>
                    <a:pt x="1184204" y="963708"/>
                    <a:pt x="1184069" y="962699"/>
                    <a:pt x="1184069" y="962699"/>
                  </a:cubicBezTo>
                  <a:lnTo>
                    <a:pt x="1183497" y="960075"/>
                  </a:lnTo>
                  <a:lnTo>
                    <a:pt x="1182353" y="958763"/>
                  </a:lnTo>
                  <a:cubicBezTo>
                    <a:pt x="1182353" y="958763"/>
                    <a:pt x="1179459" y="955130"/>
                    <a:pt x="1179156" y="954693"/>
                  </a:cubicBezTo>
                  <a:cubicBezTo>
                    <a:pt x="1178853" y="954256"/>
                    <a:pt x="1177843" y="952675"/>
                    <a:pt x="1177843" y="952675"/>
                  </a:cubicBezTo>
                  <a:lnTo>
                    <a:pt x="1177103" y="947023"/>
                  </a:lnTo>
                  <a:cubicBezTo>
                    <a:pt x="1177103" y="947023"/>
                    <a:pt x="1177103" y="944399"/>
                    <a:pt x="1177103" y="943390"/>
                  </a:cubicBezTo>
                  <a:cubicBezTo>
                    <a:pt x="1177103" y="942381"/>
                    <a:pt x="1178920" y="938041"/>
                    <a:pt x="1178920" y="938041"/>
                  </a:cubicBezTo>
                  <a:lnTo>
                    <a:pt x="1179997" y="935855"/>
                  </a:lnTo>
                  <a:lnTo>
                    <a:pt x="1189286" y="935720"/>
                  </a:lnTo>
                  <a:lnTo>
                    <a:pt x="1195243" y="934274"/>
                  </a:lnTo>
                  <a:lnTo>
                    <a:pt x="1201199" y="936595"/>
                  </a:lnTo>
                  <a:lnTo>
                    <a:pt x="1204969" y="935283"/>
                  </a:lnTo>
                  <a:lnTo>
                    <a:pt x="1207560" y="933096"/>
                  </a:lnTo>
                  <a:lnTo>
                    <a:pt x="1214964" y="932793"/>
                  </a:lnTo>
                  <a:cubicBezTo>
                    <a:pt x="1214964" y="932793"/>
                    <a:pt x="1221493" y="933231"/>
                    <a:pt x="1222065" y="933231"/>
                  </a:cubicBezTo>
                  <a:cubicBezTo>
                    <a:pt x="1222637" y="933231"/>
                    <a:pt x="1225834" y="937436"/>
                    <a:pt x="1225834" y="937436"/>
                  </a:cubicBezTo>
                  <a:cubicBezTo>
                    <a:pt x="1225834" y="937436"/>
                    <a:pt x="1229469" y="938882"/>
                    <a:pt x="1231186" y="940060"/>
                  </a:cubicBezTo>
                  <a:cubicBezTo>
                    <a:pt x="1232936" y="941237"/>
                    <a:pt x="1235089" y="943255"/>
                    <a:pt x="1235089" y="943693"/>
                  </a:cubicBezTo>
                  <a:cubicBezTo>
                    <a:pt x="1235089" y="944130"/>
                    <a:pt x="1231758" y="946149"/>
                    <a:pt x="1231758" y="946149"/>
                  </a:cubicBezTo>
                  <a:lnTo>
                    <a:pt x="1233642" y="950488"/>
                  </a:lnTo>
                  <a:lnTo>
                    <a:pt x="1237849" y="955568"/>
                  </a:lnTo>
                  <a:lnTo>
                    <a:pt x="1243200" y="959200"/>
                  </a:lnTo>
                  <a:lnTo>
                    <a:pt x="1247104" y="960075"/>
                  </a:lnTo>
                  <a:lnTo>
                    <a:pt x="1248114" y="957317"/>
                  </a:lnTo>
                  <a:lnTo>
                    <a:pt x="1249124" y="951968"/>
                  </a:lnTo>
                  <a:lnTo>
                    <a:pt x="1252725" y="951262"/>
                  </a:lnTo>
                  <a:lnTo>
                    <a:pt x="1255350" y="953717"/>
                  </a:lnTo>
                  <a:lnTo>
                    <a:pt x="1261138" y="957350"/>
                  </a:lnTo>
                  <a:cubicBezTo>
                    <a:pt x="1261138" y="957350"/>
                    <a:pt x="1264773" y="957350"/>
                    <a:pt x="1265177" y="956644"/>
                  </a:cubicBezTo>
                  <a:cubicBezTo>
                    <a:pt x="1265614" y="955904"/>
                    <a:pt x="1270696" y="956644"/>
                    <a:pt x="1270696" y="956644"/>
                  </a:cubicBezTo>
                  <a:lnTo>
                    <a:pt x="1273893" y="953886"/>
                  </a:lnTo>
                  <a:lnTo>
                    <a:pt x="1274768" y="950858"/>
                  </a:lnTo>
                  <a:lnTo>
                    <a:pt x="1275071" y="947090"/>
                  </a:lnTo>
                  <a:lnTo>
                    <a:pt x="1278100" y="946788"/>
                  </a:lnTo>
                  <a:lnTo>
                    <a:pt x="1281432" y="948806"/>
                  </a:lnTo>
                  <a:lnTo>
                    <a:pt x="1281432" y="950993"/>
                  </a:lnTo>
                  <a:lnTo>
                    <a:pt x="1283821" y="953314"/>
                  </a:lnTo>
                  <a:lnTo>
                    <a:pt x="1287523" y="951733"/>
                  </a:lnTo>
                  <a:lnTo>
                    <a:pt x="1290721" y="949411"/>
                  </a:lnTo>
                  <a:cubicBezTo>
                    <a:pt x="1290721" y="949411"/>
                    <a:pt x="1292605" y="949714"/>
                    <a:pt x="1294793" y="949411"/>
                  </a:cubicBezTo>
                  <a:cubicBezTo>
                    <a:pt x="1296980" y="949109"/>
                    <a:pt x="1297687" y="948537"/>
                    <a:pt x="1299134" y="947965"/>
                  </a:cubicBezTo>
                  <a:cubicBezTo>
                    <a:pt x="1300581" y="947393"/>
                    <a:pt x="1302331" y="947225"/>
                    <a:pt x="1304216" y="946956"/>
                  </a:cubicBezTo>
                  <a:cubicBezTo>
                    <a:pt x="1306101" y="946687"/>
                    <a:pt x="1306538" y="945812"/>
                    <a:pt x="1308255" y="944803"/>
                  </a:cubicBezTo>
                  <a:cubicBezTo>
                    <a:pt x="1310005" y="943794"/>
                    <a:pt x="1309702" y="944063"/>
                    <a:pt x="1310442" y="943794"/>
                  </a:cubicBezTo>
                  <a:cubicBezTo>
                    <a:pt x="1311149" y="943491"/>
                    <a:pt x="1310745" y="941910"/>
                    <a:pt x="1310745" y="941910"/>
                  </a:cubicBezTo>
                  <a:lnTo>
                    <a:pt x="1305663" y="936830"/>
                  </a:lnTo>
                  <a:lnTo>
                    <a:pt x="1304216" y="940295"/>
                  </a:lnTo>
                  <a:lnTo>
                    <a:pt x="1299000" y="941876"/>
                  </a:lnTo>
                  <a:lnTo>
                    <a:pt x="1295971" y="939421"/>
                  </a:lnTo>
                  <a:lnTo>
                    <a:pt x="1294221" y="935653"/>
                  </a:lnTo>
                  <a:lnTo>
                    <a:pt x="1292033" y="933466"/>
                  </a:lnTo>
                  <a:lnTo>
                    <a:pt x="1289408" y="932020"/>
                  </a:lnTo>
                  <a:cubicBezTo>
                    <a:pt x="1289408" y="932020"/>
                    <a:pt x="1285201" y="928992"/>
                    <a:pt x="1284898" y="928118"/>
                  </a:cubicBezTo>
                  <a:cubicBezTo>
                    <a:pt x="1284629" y="927243"/>
                    <a:pt x="1283148" y="923913"/>
                    <a:pt x="1283148" y="923913"/>
                  </a:cubicBezTo>
                  <a:lnTo>
                    <a:pt x="1283283" y="919573"/>
                  </a:lnTo>
                  <a:lnTo>
                    <a:pt x="1287355" y="921322"/>
                  </a:lnTo>
                  <a:cubicBezTo>
                    <a:pt x="1287355" y="921322"/>
                    <a:pt x="1290821" y="922634"/>
                    <a:pt x="1291427" y="922466"/>
                  </a:cubicBezTo>
                  <a:cubicBezTo>
                    <a:pt x="1292000" y="922332"/>
                    <a:pt x="1292000" y="920145"/>
                    <a:pt x="1292000" y="920145"/>
                  </a:cubicBezTo>
                  <a:lnTo>
                    <a:pt x="1291697" y="915805"/>
                  </a:lnTo>
                  <a:lnTo>
                    <a:pt x="1289947" y="912172"/>
                  </a:lnTo>
                  <a:lnTo>
                    <a:pt x="1289812" y="908708"/>
                  </a:lnTo>
                  <a:lnTo>
                    <a:pt x="1292000" y="907396"/>
                  </a:lnTo>
                  <a:lnTo>
                    <a:pt x="1296644" y="910726"/>
                  </a:lnTo>
                  <a:lnTo>
                    <a:pt x="1300851" y="914056"/>
                  </a:lnTo>
                  <a:cubicBezTo>
                    <a:pt x="1300851" y="914056"/>
                    <a:pt x="1307952" y="915200"/>
                    <a:pt x="1308827" y="915368"/>
                  </a:cubicBezTo>
                  <a:cubicBezTo>
                    <a:pt x="1309702" y="915503"/>
                    <a:pt x="1312596" y="918127"/>
                    <a:pt x="1313168" y="918261"/>
                  </a:cubicBezTo>
                  <a:cubicBezTo>
                    <a:pt x="1313740" y="918396"/>
                    <a:pt x="1316500" y="920145"/>
                    <a:pt x="1316500" y="920145"/>
                  </a:cubicBezTo>
                  <a:lnTo>
                    <a:pt x="1318957" y="918127"/>
                  </a:lnTo>
                  <a:lnTo>
                    <a:pt x="1322861" y="916108"/>
                  </a:lnTo>
                  <a:lnTo>
                    <a:pt x="1327068" y="914561"/>
                  </a:lnTo>
                  <a:lnTo>
                    <a:pt x="1328649" y="911769"/>
                  </a:lnTo>
                  <a:lnTo>
                    <a:pt x="1331981" y="908741"/>
                  </a:lnTo>
                  <a:cubicBezTo>
                    <a:pt x="1331981" y="908741"/>
                    <a:pt x="1336895" y="909885"/>
                    <a:pt x="1337770" y="910053"/>
                  </a:cubicBezTo>
                  <a:cubicBezTo>
                    <a:pt x="1338645" y="910188"/>
                    <a:pt x="1341236" y="910490"/>
                    <a:pt x="1341236" y="910490"/>
                  </a:cubicBezTo>
                  <a:cubicBezTo>
                    <a:pt x="1341236" y="910490"/>
                    <a:pt x="1344265" y="913686"/>
                    <a:pt x="1344871" y="913821"/>
                  </a:cubicBezTo>
                  <a:cubicBezTo>
                    <a:pt x="1345443" y="913955"/>
                    <a:pt x="1348775" y="914527"/>
                    <a:pt x="1350087" y="914595"/>
                  </a:cubicBezTo>
                  <a:cubicBezTo>
                    <a:pt x="1351400" y="914628"/>
                    <a:pt x="1354294" y="913081"/>
                    <a:pt x="1354732" y="912946"/>
                  </a:cubicBezTo>
                  <a:cubicBezTo>
                    <a:pt x="1355169" y="912812"/>
                    <a:pt x="1356616" y="912374"/>
                    <a:pt x="1357491" y="912374"/>
                  </a:cubicBezTo>
                  <a:cubicBezTo>
                    <a:pt x="1358366" y="912374"/>
                    <a:pt x="1361126" y="914393"/>
                    <a:pt x="1361833" y="914393"/>
                  </a:cubicBezTo>
                  <a:cubicBezTo>
                    <a:pt x="1362539" y="914393"/>
                    <a:pt x="1368631" y="914830"/>
                    <a:pt x="1368799" y="914393"/>
                  </a:cubicBezTo>
                  <a:cubicBezTo>
                    <a:pt x="1368934" y="913955"/>
                    <a:pt x="1371121" y="911062"/>
                    <a:pt x="1371121" y="911062"/>
                  </a:cubicBezTo>
                  <a:cubicBezTo>
                    <a:pt x="1371121" y="911062"/>
                    <a:pt x="1370246" y="906151"/>
                    <a:pt x="1369809" y="905983"/>
                  </a:cubicBezTo>
                  <a:cubicBezTo>
                    <a:pt x="1369371" y="905848"/>
                    <a:pt x="1368631" y="902350"/>
                    <a:pt x="1368631" y="902350"/>
                  </a:cubicBezTo>
                  <a:lnTo>
                    <a:pt x="1370078" y="897270"/>
                  </a:lnTo>
                  <a:lnTo>
                    <a:pt x="1369943" y="893805"/>
                  </a:lnTo>
                  <a:lnTo>
                    <a:pt x="1372703" y="890609"/>
                  </a:lnTo>
                  <a:lnTo>
                    <a:pt x="1375732" y="890609"/>
                  </a:lnTo>
                  <a:lnTo>
                    <a:pt x="1376876" y="889028"/>
                  </a:lnTo>
                  <a:lnTo>
                    <a:pt x="1374857" y="885563"/>
                  </a:lnTo>
                  <a:lnTo>
                    <a:pt x="1372535" y="883242"/>
                  </a:lnTo>
                  <a:cubicBezTo>
                    <a:pt x="1372535" y="883242"/>
                    <a:pt x="1368025" y="877894"/>
                    <a:pt x="1367756" y="877288"/>
                  </a:cubicBezTo>
                  <a:cubicBezTo>
                    <a:pt x="1367453" y="876716"/>
                    <a:pt x="1366612" y="871334"/>
                    <a:pt x="1366612" y="871334"/>
                  </a:cubicBezTo>
                  <a:lnTo>
                    <a:pt x="1365198" y="866591"/>
                  </a:lnTo>
                  <a:lnTo>
                    <a:pt x="1365434" y="862453"/>
                  </a:lnTo>
                  <a:lnTo>
                    <a:pt x="1365097" y="857575"/>
                  </a:lnTo>
                  <a:cubicBezTo>
                    <a:pt x="1365097" y="857575"/>
                    <a:pt x="1364895" y="855826"/>
                    <a:pt x="1364895" y="855523"/>
                  </a:cubicBezTo>
                  <a:cubicBezTo>
                    <a:pt x="1364895" y="855187"/>
                    <a:pt x="1364895" y="852799"/>
                    <a:pt x="1364996" y="852496"/>
                  </a:cubicBezTo>
                  <a:cubicBezTo>
                    <a:pt x="1365097" y="852193"/>
                    <a:pt x="1365333" y="849132"/>
                    <a:pt x="1365232" y="848594"/>
                  </a:cubicBezTo>
                  <a:cubicBezTo>
                    <a:pt x="1365131" y="848055"/>
                    <a:pt x="1365468" y="845532"/>
                    <a:pt x="1365468" y="845532"/>
                  </a:cubicBezTo>
                  <a:cubicBezTo>
                    <a:pt x="1365468" y="845532"/>
                    <a:pt x="1365905" y="843918"/>
                    <a:pt x="1365905" y="843245"/>
                  </a:cubicBezTo>
                  <a:cubicBezTo>
                    <a:pt x="1365905" y="842572"/>
                    <a:pt x="1366881" y="842168"/>
                    <a:pt x="1367655" y="841933"/>
                  </a:cubicBezTo>
                  <a:cubicBezTo>
                    <a:pt x="1368429" y="841731"/>
                    <a:pt x="1368968" y="841058"/>
                    <a:pt x="1369270" y="840957"/>
                  </a:cubicBezTo>
                  <a:cubicBezTo>
                    <a:pt x="1369607" y="840856"/>
                    <a:pt x="1371323" y="839645"/>
                    <a:pt x="1371323" y="839645"/>
                  </a:cubicBezTo>
                  <a:cubicBezTo>
                    <a:pt x="1371323" y="839645"/>
                    <a:pt x="1374150" y="839309"/>
                    <a:pt x="1374487" y="838872"/>
                  </a:cubicBezTo>
                  <a:cubicBezTo>
                    <a:pt x="1374823" y="838434"/>
                    <a:pt x="1378492" y="839107"/>
                    <a:pt x="1378828" y="838872"/>
                  </a:cubicBezTo>
                  <a:cubicBezTo>
                    <a:pt x="1379165" y="838670"/>
                    <a:pt x="1381554" y="838872"/>
                    <a:pt x="1381554" y="838872"/>
                  </a:cubicBezTo>
                  <a:lnTo>
                    <a:pt x="1383304" y="838098"/>
                  </a:lnTo>
                  <a:cubicBezTo>
                    <a:pt x="1383304" y="838098"/>
                    <a:pt x="1384617" y="835710"/>
                    <a:pt x="1384819" y="834835"/>
                  </a:cubicBezTo>
                  <a:cubicBezTo>
                    <a:pt x="1385021" y="833960"/>
                    <a:pt x="1385795" y="832346"/>
                    <a:pt x="1385795" y="832346"/>
                  </a:cubicBezTo>
                  <a:lnTo>
                    <a:pt x="1385526" y="829621"/>
                  </a:lnTo>
                  <a:close/>
                </a:path>
              </a:pathLst>
            </a:custGeom>
            <a:solidFill>
              <a:srgbClr val="BB3023"/>
            </a:solidFill>
            <a:ln w="6350" cap="flat">
              <a:solidFill>
                <a:schemeClr val="bg1"/>
              </a:solidFill>
              <a:prstDash val="solid"/>
              <a:miter/>
            </a:ln>
          </p:spPr>
          <p:txBody>
            <a:bodyPr rtlCol="0" anchor="ctr"/>
            <a:lstStyle/>
            <a:p>
              <a:endParaRPr lang="en-US"/>
            </a:p>
          </p:txBody>
        </p:sp>
        <p:sp>
          <p:nvSpPr>
            <p:cNvPr id="191" name="Freeform 908">
              <a:extLst>
                <a:ext uri="{FF2B5EF4-FFF2-40B4-BE49-F238E27FC236}">
                  <a16:creationId xmlns:a16="http://schemas.microsoft.com/office/drawing/2014/main" id="{8F69510B-52ED-9865-FE7A-2DE9EC000953}"/>
                </a:ext>
              </a:extLst>
            </p:cNvPr>
            <p:cNvSpPr/>
            <p:nvPr/>
          </p:nvSpPr>
          <p:spPr>
            <a:xfrm>
              <a:off x="7125555" y="2850549"/>
              <a:ext cx="549716" cy="494528"/>
            </a:xfrm>
            <a:custGeom>
              <a:avLst/>
              <a:gdLst>
                <a:gd name="connsiteX0" fmla="*/ 1054161 w 1055399"/>
                <a:gd name="connsiteY0" fmla="*/ 318904 h 949444"/>
                <a:gd name="connsiteX1" fmla="*/ 1050089 w 1055399"/>
                <a:gd name="connsiteY1" fmla="*/ 315843 h 949444"/>
                <a:gd name="connsiteX2" fmla="*/ 1043728 w 1055399"/>
                <a:gd name="connsiteY2" fmla="*/ 312647 h 949444"/>
                <a:gd name="connsiteX3" fmla="*/ 1040700 w 1055399"/>
                <a:gd name="connsiteY3" fmla="*/ 311200 h 949444"/>
                <a:gd name="connsiteX4" fmla="*/ 1037065 w 1055399"/>
                <a:gd name="connsiteY4" fmla="*/ 309316 h 949444"/>
                <a:gd name="connsiteX5" fmla="*/ 1036190 w 1055399"/>
                <a:gd name="connsiteY5" fmla="*/ 306121 h 949444"/>
                <a:gd name="connsiteX6" fmla="*/ 1032858 w 1055399"/>
                <a:gd name="connsiteY6" fmla="*/ 303665 h 949444"/>
                <a:gd name="connsiteX7" fmla="*/ 1031478 w 1055399"/>
                <a:gd name="connsiteY7" fmla="*/ 302219 h 949444"/>
                <a:gd name="connsiteX8" fmla="*/ 1031411 w 1055399"/>
                <a:gd name="connsiteY8" fmla="*/ 298316 h 949444"/>
                <a:gd name="connsiteX9" fmla="*/ 1031411 w 1055399"/>
                <a:gd name="connsiteY9" fmla="*/ 292396 h 949444"/>
                <a:gd name="connsiteX10" fmla="*/ 1031276 w 1055399"/>
                <a:gd name="connsiteY10" fmla="*/ 290949 h 949444"/>
                <a:gd name="connsiteX11" fmla="*/ 1036190 w 1055399"/>
                <a:gd name="connsiteY11" fmla="*/ 290949 h 949444"/>
                <a:gd name="connsiteX12" fmla="*/ 1038815 w 1055399"/>
                <a:gd name="connsiteY12" fmla="*/ 294582 h 949444"/>
                <a:gd name="connsiteX13" fmla="*/ 1040397 w 1055399"/>
                <a:gd name="connsiteY13" fmla="*/ 293708 h 949444"/>
                <a:gd name="connsiteX14" fmla="*/ 1041103 w 1055399"/>
                <a:gd name="connsiteY14" fmla="*/ 287922 h 949444"/>
                <a:gd name="connsiteX15" fmla="*/ 1041406 w 1055399"/>
                <a:gd name="connsiteY15" fmla="*/ 285163 h 949444"/>
                <a:gd name="connsiteX16" fmla="*/ 1042854 w 1055399"/>
                <a:gd name="connsiteY16" fmla="*/ 284591 h 949444"/>
                <a:gd name="connsiteX17" fmla="*/ 1044435 w 1055399"/>
                <a:gd name="connsiteY17" fmla="*/ 284591 h 949444"/>
                <a:gd name="connsiteX18" fmla="*/ 1046185 w 1055399"/>
                <a:gd name="connsiteY18" fmla="*/ 284591 h 949444"/>
                <a:gd name="connsiteX19" fmla="*/ 1047060 w 1055399"/>
                <a:gd name="connsiteY19" fmla="*/ 282842 h 949444"/>
                <a:gd name="connsiteX20" fmla="*/ 1047060 w 1055399"/>
                <a:gd name="connsiteY20" fmla="*/ 281967 h 949444"/>
                <a:gd name="connsiteX21" fmla="*/ 1047363 w 1055399"/>
                <a:gd name="connsiteY21" fmla="*/ 278502 h 949444"/>
                <a:gd name="connsiteX22" fmla="*/ 1046219 w 1055399"/>
                <a:gd name="connsiteY22" fmla="*/ 278502 h 949444"/>
                <a:gd name="connsiteX23" fmla="*/ 1043897 w 1055399"/>
                <a:gd name="connsiteY23" fmla="*/ 276047 h 949444"/>
                <a:gd name="connsiteX24" fmla="*/ 1042147 w 1055399"/>
                <a:gd name="connsiteY24" fmla="*/ 275038 h 949444"/>
                <a:gd name="connsiteX25" fmla="*/ 1040834 w 1055399"/>
                <a:gd name="connsiteY25" fmla="*/ 273457 h 949444"/>
                <a:gd name="connsiteX26" fmla="*/ 1041406 w 1055399"/>
                <a:gd name="connsiteY26" fmla="*/ 271438 h 949444"/>
                <a:gd name="connsiteX27" fmla="*/ 1041709 w 1055399"/>
                <a:gd name="connsiteY27" fmla="*/ 269689 h 949444"/>
                <a:gd name="connsiteX28" fmla="*/ 1042147 w 1055399"/>
                <a:gd name="connsiteY28" fmla="*/ 267805 h 949444"/>
                <a:gd name="connsiteX29" fmla="*/ 1044469 w 1055399"/>
                <a:gd name="connsiteY29" fmla="*/ 265417 h 949444"/>
                <a:gd name="connsiteX30" fmla="*/ 1046219 w 1055399"/>
                <a:gd name="connsiteY30" fmla="*/ 263735 h 949444"/>
                <a:gd name="connsiteX31" fmla="*/ 1039051 w 1055399"/>
                <a:gd name="connsiteY31" fmla="*/ 263735 h 949444"/>
                <a:gd name="connsiteX32" fmla="*/ 1036223 w 1055399"/>
                <a:gd name="connsiteY32" fmla="*/ 263735 h 949444"/>
                <a:gd name="connsiteX33" fmla="*/ 1034709 w 1055399"/>
                <a:gd name="connsiteY33" fmla="*/ 263735 h 949444"/>
                <a:gd name="connsiteX34" fmla="*/ 1033194 w 1055399"/>
                <a:gd name="connsiteY34" fmla="*/ 261884 h 949444"/>
                <a:gd name="connsiteX35" fmla="*/ 1031445 w 1055399"/>
                <a:gd name="connsiteY35" fmla="*/ 260135 h 949444"/>
                <a:gd name="connsiteX36" fmla="*/ 1029594 w 1055399"/>
                <a:gd name="connsiteY36" fmla="*/ 259059 h 949444"/>
                <a:gd name="connsiteX37" fmla="*/ 1028180 w 1055399"/>
                <a:gd name="connsiteY37" fmla="*/ 259059 h 949444"/>
                <a:gd name="connsiteX38" fmla="*/ 1026868 w 1055399"/>
                <a:gd name="connsiteY38" fmla="*/ 259934 h 949444"/>
                <a:gd name="connsiteX39" fmla="*/ 1025218 w 1055399"/>
                <a:gd name="connsiteY39" fmla="*/ 261145 h 949444"/>
                <a:gd name="connsiteX40" fmla="*/ 1023267 w 1055399"/>
                <a:gd name="connsiteY40" fmla="*/ 262120 h 949444"/>
                <a:gd name="connsiteX41" fmla="*/ 1021415 w 1055399"/>
                <a:gd name="connsiteY41" fmla="*/ 262457 h 949444"/>
                <a:gd name="connsiteX42" fmla="*/ 1019766 w 1055399"/>
                <a:gd name="connsiteY42" fmla="*/ 262894 h 949444"/>
                <a:gd name="connsiteX43" fmla="*/ 1016939 w 1055399"/>
                <a:gd name="connsiteY43" fmla="*/ 263768 h 949444"/>
                <a:gd name="connsiteX44" fmla="*/ 1015189 w 1055399"/>
                <a:gd name="connsiteY44" fmla="*/ 263768 h 949444"/>
                <a:gd name="connsiteX45" fmla="*/ 1012362 w 1055399"/>
                <a:gd name="connsiteY45" fmla="*/ 262995 h 949444"/>
                <a:gd name="connsiteX46" fmla="*/ 1010074 w 1055399"/>
                <a:gd name="connsiteY46" fmla="*/ 262995 h 949444"/>
                <a:gd name="connsiteX47" fmla="*/ 1008425 w 1055399"/>
                <a:gd name="connsiteY47" fmla="*/ 262894 h 949444"/>
                <a:gd name="connsiteX48" fmla="*/ 1006136 w 1055399"/>
                <a:gd name="connsiteY48" fmla="*/ 263768 h 949444"/>
                <a:gd name="connsiteX49" fmla="*/ 1004521 w 1055399"/>
                <a:gd name="connsiteY49" fmla="*/ 264845 h 949444"/>
                <a:gd name="connsiteX50" fmla="*/ 1003309 w 1055399"/>
                <a:gd name="connsiteY50" fmla="*/ 267334 h 949444"/>
                <a:gd name="connsiteX51" fmla="*/ 1003410 w 1055399"/>
                <a:gd name="connsiteY51" fmla="*/ 269285 h 949444"/>
                <a:gd name="connsiteX52" fmla="*/ 1003074 w 1055399"/>
                <a:gd name="connsiteY52" fmla="*/ 272111 h 949444"/>
                <a:gd name="connsiteX53" fmla="*/ 1001324 w 1055399"/>
                <a:gd name="connsiteY53" fmla="*/ 274163 h 949444"/>
                <a:gd name="connsiteX54" fmla="*/ 999372 w 1055399"/>
                <a:gd name="connsiteY54" fmla="*/ 275677 h 949444"/>
                <a:gd name="connsiteX55" fmla="*/ 997083 w 1055399"/>
                <a:gd name="connsiteY55" fmla="*/ 275677 h 949444"/>
                <a:gd name="connsiteX56" fmla="*/ 994997 w 1055399"/>
                <a:gd name="connsiteY56" fmla="*/ 273490 h 949444"/>
                <a:gd name="connsiteX57" fmla="*/ 992809 w 1055399"/>
                <a:gd name="connsiteY57" fmla="*/ 270227 h 949444"/>
                <a:gd name="connsiteX58" fmla="*/ 991093 w 1055399"/>
                <a:gd name="connsiteY58" fmla="*/ 267738 h 949444"/>
                <a:gd name="connsiteX59" fmla="*/ 988804 w 1055399"/>
                <a:gd name="connsiteY59" fmla="*/ 266325 h 949444"/>
                <a:gd name="connsiteX60" fmla="*/ 987290 w 1055399"/>
                <a:gd name="connsiteY60" fmla="*/ 263701 h 949444"/>
                <a:gd name="connsiteX61" fmla="*/ 984362 w 1055399"/>
                <a:gd name="connsiteY61" fmla="*/ 262826 h 949444"/>
                <a:gd name="connsiteX62" fmla="*/ 979785 w 1055399"/>
                <a:gd name="connsiteY62" fmla="*/ 260875 h 949444"/>
                <a:gd name="connsiteX63" fmla="*/ 979246 w 1055399"/>
                <a:gd name="connsiteY63" fmla="*/ 257949 h 949444"/>
                <a:gd name="connsiteX64" fmla="*/ 979347 w 1055399"/>
                <a:gd name="connsiteY64" fmla="*/ 255762 h 949444"/>
                <a:gd name="connsiteX65" fmla="*/ 978708 w 1055399"/>
                <a:gd name="connsiteY65" fmla="*/ 254013 h 949444"/>
                <a:gd name="connsiteX66" fmla="*/ 978607 w 1055399"/>
                <a:gd name="connsiteY66" fmla="*/ 250851 h 949444"/>
                <a:gd name="connsiteX67" fmla="*/ 975780 w 1055399"/>
                <a:gd name="connsiteY67" fmla="*/ 248563 h 949444"/>
                <a:gd name="connsiteX68" fmla="*/ 975780 w 1055399"/>
                <a:gd name="connsiteY68" fmla="*/ 247150 h 949444"/>
                <a:gd name="connsiteX69" fmla="*/ 973491 w 1055399"/>
                <a:gd name="connsiteY69" fmla="*/ 245401 h 949444"/>
                <a:gd name="connsiteX70" fmla="*/ 970765 w 1055399"/>
                <a:gd name="connsiteY70" fmla="*/ 244190 h 949444"/>
                <a:gd name="connsiteX71" fmla="*/ 966727 w 1055399"/>
                <a:gd name="connsiteY71" fmla="*/ 244089 h 949444"/>
                <a:gd name="connsiteX72" fmla="*/ 963361 w 1055399"/>
                <a:gd name="connsiteY72" fmla="*/ 244527 h 949444"/>
                <a:gd name="connsiteX73" fmla="*/ 961948 w 1055399"/>
                <a:gd name="connsiteY73" fmla="*/ 247016 h 949444"/>
                <a:gd name="connsiteX74" fmla="*/ 959154 w 1055399"/>
                <a:gd name="connsiteY74" fmla="*/ 247991 h 949444"/>
                <a:gd name="connsiteX75" fmla="*/ 955688 w 1055399"/>
                <a:gd name="connsiteY75" fmla="*/ 247991 h 949444"/>
                <a:gd name="connsiteX76" fmla="*/ 953400 w 1055399"/>
                <a:gd name="connsiteY76" fmla="*/ 247991 h 949444"/>
                <a:gd name="connsiteX77" fmla="*/ 951649 w 1055399"/>
                <a:gd name="connsiteY77" fmla="*/ 245704 h 949444"/>
                <a:gd name="connsiteX78" fmla="*/ 950236 w 1055399"/>
                <a:gd name="connsiteY78" fmla="*/ 242676 h 949444"/>
                <a:gd name="connsiteX79" fmla="*/ 949361 w 1055399"/>
                <a:gd name="connsiteY79" fmla="*/ 241465 h 949444"/>
                <a:gd name="connsiteX80" fmla="*/ 948385 w 1055399"/>
                <a:gd name="connsiteY80" fmla="*/ 240591 h 949444"/>
                <a:gd name="connsiteX81" fmla="*/ 947847 w 1055399"/>
                <a:gd name="connsiteY81" fmla="*/ 239615 h 949444"/>
                <a:gd name="connsiteX82" fmla="*/ 948284 w 1055399"/>
                <a:gd name="connsiteY82" fmla="*/ 235713 h 949444"/>
                <a:gd name="connsiteX83" fmla="*/ 950000 w 1055399"/>
                <a:gd name="connsiteY83" fmla="*/ 233762 h 949444"/>
                <a:gd name="connsiteX84" fmla="*/ 950438 w 1055399"/>
                <a:gd name="connsiteY84" fmla="*/ 231474 h 949444"/>
                <a:gd name="connsiteX85" fmla="*/ 949125 w 1055399"/>
                <a:gd name="connsiteY85" fmla="*/ 228447 h 949444"/>
                <a:gd name="connsiteX86" fmla="*/ 945760 w 1055399"/>
                <a:gd name="connsiteY86" fmla="*/ 228447 h 949444"/>
                <a:gd name="connsiteX87" fmla="*/ 941519 w 1055399"/>
                <a:gd name="connsiteY87" fmla="*/ 228548 h 949444"/>
                <a:gd name="connsiteX88" fmla="*/ 940544 w 1055399"/>
                <a:gd name="connsiteY88" fmla="*/ 229624 h 949444"/>
                <a:gd name="connsiteX89" fmla="*/ 939231 w 1055399"/>
                <a:gd name="connsiteY89" fmla="*/ 231912 h 949444"/>
                <a:gd name="connsiteX90" fmla="*/ 937481 w 1055399"/>
                <a:gd name="connsiteY90" fmla="*/ 232887 h 949444"/>
                <a:gd name="connsiteX91" fmla="*/ 936741 w 1055399"/>
                <a:gd name="connsiteY91" fmla="*/ 234199 h 949444"/>
                <a:gd name="connsiteX92" fmla="*/ 935664 w 1055399"/>
                <a:gd name="connsiteY92" fmla="*/ 234973 h 949444"/>
                <a:gd name="connsiteX93" fmla="*/ 935664 w 1055399"/>
                <a:gd name="connsiteY93" fmla="*/ 237698 h 949444"/>
                <a:gd name="connsiteX94" fmla="*/ 935933 w 1055399"/>
                <a:gd name="connsiteY94" fmla="*/ 239548 h 949444"/>
                <a:gd name="connsiteX95" fmla="*/ 934789 w 1055399"/>
                <a:gd name="connsiteY95" fmla="*/ 241499 h 949444"/>
                <a:gd name="connsiteX96" fmla="*/ 933274 w 1055399"/>
                <a:gd name="connsiteY96" fmla="*/ 241499 h 949444"/>
                <a:gd name="connsiteX97" fmla="*/ 930010 w 1055399"/>
                <a:gd name="connsiteY97" fmla="*/ 240961 h 949444"/>
                <a:gd name="connsiteX98" fmla="*/ 927418 w 1055399"/>
                <a:gd name="connsiteY98" fmla="*/ 240422 h 949444"/>
                <a:gd name="connsiteX99" fmla="*/ 925130 w 1055399"/>
                <a:gd name="connsiteY99" fmla="*/ 238370 h 949444"/>
                <a:gd name="connsiteX100" fmla="*/ 924894 w 1055399"/>
                <a:gd name="connsiteY100" fmla="*/ 235343 h 949444"/>
                <a:gd name="connsiteX101" fmla="*/ 924120 w 1055399"/>
                <a:gd name="connsiteY101" fmla="*/ 233156 h 949444"/>
                <a:gd name="connsiteX102" fmla="*/ 918904 w 1055399"/>
                <a:gd name="connsiteY102" fmla="*/ 230566 h 949444"/>
                <a:gd name="connsiteX103" fmla="*/ 916615 w 1055399"/>
                <a:gd name="connsiteY103" fmla="*/ 229489 h 949444"/>
                <a:gd name="connsiteX104" fmla="*/ 914327 w 1055399"/>
                <a:gd name="connsiteY104" fmla="*/ 226462 h 949444"/>
                <a:gd name="connsiteX105" fmla="*/ 914428 w 1055399"/>
                <a:gd name="connsiteY105" fmla="*/ 223636 h 949444"/>
                <a:gd name="connsiteX106" fmla="*/ 915303 w 1055399"/>
                <a:gd name="connsiteY106" fmla="*/ 221584 h 949444"/>
                <a:gd name="connsiteX107" fmla="*/ 916278 w 1055399"/>
                <a:gd name="connsiteY107" fmla="*/ 219398 h 949444"/>
                <a:gd name="connsiteX108" fmla="*/ 918029 w 1055399"/>
                <a:gd name="connsiteY108" fmla="*/ 217985 h 949444"/>
                <a:gd name="connsiteX109" fmla="*/ 918365 w 1055399"/>
                <a:gd name="connsiteY109" fmla="*/ 214183 h 949444"/>
                <a:gd name="connsiteX110" fmla="*/ 919880 w 1055399"/>
                <a:gd name="connsiteY110" fmla="*/ 212569 h 949444"/>
                <a:gd name="connsiteX111" fmla="*/ 920418 w 1055399"/>
                <a:gd name="connsiteY111" fmla="*/ 209407 h 949444"/>
                <a:gd name="connsiteX112" fmla="*/ 919005 w 1055399"/>
                <a:gd name="connsiteY112" fmla="*/ 207355 h 949444"/>
                <a:gd name="connsiteX113" fmla="*/ 917389 w 1055399"/>
                <a:gd name="connsiteY113" fmla="*/ 206480 h 949444"/>
                <a:gd name="connsiteX114" fmla="*/ 914226 w 1055399"/>
                <a:gd name="connsiteY114" fmla="*/ 206379 h 949444"/>
                <a:gd name="connsiteX115" fmla="*/ 910961 w 1055399"/>
                <a:gd name="connsiteY115" fmla="*/ 207792 h 949444"/>
                <a:gd name="connsiteX116" fmla="*/ 909783 w 1055399"/>
                <a:gd name="connsiteY116" fmla="*/ 209306 h 949444"/>
                <a:gd name="connsiteX117" fmla="*/ 907596 w 1055399"/>
                <a:gd name="connsiteY117" fmla="*/ 209642 h 949444"/>
                <a:gd name="connsiteX118" fmla="*/ 906081 w 1055399"/>
                <a:gd name="connsiteY118" fmla="*/ 209844 h 949444"/>
                <a:gd name="connsiteX119" fmla="*/ 904028 w 1055399"/>
                <a:gd name="connsiteY119" fmla="*/ 209945 h 949444"/>
                <a:gd name="connsiteX120" fmla="*/ 902177 w 1055399"/>
                <a:gd name="connsiteY120" fmla="*/ 210382 h 949444"/>
                <a:gd name="connsiteX121" fmla="*/ 899249 w 1055399"/>
                <a:gd name="connsiteY121" fmla="*/ 210483 h 949444"/>
                <a:gd name="connsiteX122" fmla="*/ 895345 w 1055399"/>
                <a:gd name="connsiteY122" fmla="*/ 209710 h 949444"/>
                <a:gd name="connsiteX123" fmla="*/ 892855 w 1055399"/>
                <a:gd name="connsiteY123" fmla="*/ 209609 h 949444"/>
                <a:gd name="connsiteX124" fmla="*/ 889692 w 1055399"/>
                <a:gd name="connsiteY124" fmla="*/ 209272 h 949444"/>
                <a:gd name="connsiteX125" fmla="*/ 888513 w 1055399"/>
                <a:gd name="connsiteY125" fmla="*/ 207960 h 949444"/>
                <a:gd name="connsiteX126" fmla="*/ 886999 w 1055399"/>
                <a:gd name="connsiteY126" fmla="*/ 204697 h 949444"/>
                <a:gd name="connsiteX127" fmla="*/ 883936 w 1055399"/>
                <a:gd name="connsiteY127" fmla="*/ 203520 h 949444"/>
                <a:gd name="connsiteX128" fmla="*/ 881984 w 1055399"/>
                <a:gd name="connsiteY128" fmla="*/ 202881 h 949444"/>
                <a:gd name="connsiteX129" fmla="*/ 880033 w 1055399"/>
                <a:gd name="connsiteY129" fmla="*/ 204092 h 949444"/>
                <a:gd name="connsiteX130" fmla="*/ 877407 w 1055399"/>
                <a:gd name="connsiteY130" fmla="*/ 205303 h 949444"/>
                <a:gd name="connsiteX131" fmla="*/ 875119 w 1055399"/>
                <a:gd name="connsiteY131" fmla="*/ 206951 h 949444"/>
                <a:gd name="connsiteX132" fmla="*/ 873706 w 1055399"/>
                <a:gd name="connsiteY132" fmla="*/ 207388 h 949444"/>
                <a:gd name="connsiteX133" fmla="*/ 871215 w 1055399"/>
                <a:gd name="connsiteY133" fmla="*/ 207927 h 949444"/>
                <a:gd name="connsiteX134" fmla="*/ 868052 w 1055399"/>
                <a:gd name="connsiteY134" fmla="*/ 208566 h 949444"/>
                <a:gd name="connsiteX135" fmla="*/ 865763 w 1055399"/>
                <a:gd name="connsiteY135" fmla="*/ 210517 h 949444"/>
                <a:gd name="connsiteX136" fmla="*/ 864249 w 1055399"/>
                <a:gd name="connsiteY136" fmla="*/ 212703 h 949444"/>
                <a:gd name="connsiteX137" fmla="*/ 862499 w 1055399"/>
                <a:gd name="connsiteY137" fmla="*/ 213343 h 949444"/>
                <a:gd name="connsiteX138" fmla="*/ 860311 w 1055399"/>
                <a:gd name="connsiteY138" fmla="*/ 214856 h 949444"/>
                <a:gd name="connsiteX139" fmla="*/ 857585 w 1055399"/>
                <a:gd name="connsiteY139" fmla="*/ 215731 h 949444"/>
                <a:gd name="connsiteX140" fmla="*/ 856508 w 1055399"/>
                <a:gd name="connsiteY140" fmla="*/ 216807 h 949444"/>
                <a:gd name="connsiteX141" fmla="*/ 854018 w 1055399"/>
                <a:gd name="connsiteY141" fmla="*/ 216807 h 949444"/>
                <a:gd name="connsiteX142" fmla="*/ 852806 w 1055399"/>
                <a:gd name="connsiteY142" fmla="*/ 214756 h 949444"/>
                <a:gd name="connsiteX143" fmla="*/ 848667 w 1055399"/>
                <a:gd name="connsiteY143" fmla="*/ 211593 h 949444"/>
                <a:gd name="connsiteX144" fmla="*/ 845503 w 1055399"/>
                <a:gd name="connsiteY144" fmla="*/ 211593 h 949444"/>
                <a:gd name="connsiteX145" fmla="*/ 842339 w 1055399"/>
                <a:gd name="connsiteY145" fmla="*/ 210719 h 949444"/>
                <a:gd name="connsiteX146" fmla="*/ 837998 w 1055399"/>
                <a:gd name="connsiteY146" fmla="*/ 208431 h 949444"/>
                <a:gd name="connsiteX147" fmla="*/ 836147 w 1055399"/>
                <a:gd name="connsiteY147" fmla="*/ 207220 h 949444"/>
                <a:gd name="connsiteX148" fmla="*/ 833118 w 1055399"/>
                <a:gd name="connsiteY148" fmla="*/ 205807 h 949444"/>
                <a:gd name="connsiteX149" fmla="*/ 829214 w 1055399"/>
                <a:gd name="connsiteY149" fmla="*/ 204495 h 949444"/>
                <a:gd name="connsiteX150" fmla="*/ 825950 w 1055399"/>
                <a:gd name="connsiteY150" fmla="*/ 203217 h 949444"/>
                <a:gd name="connsiteX151" fmla="*/ 824738 w 1055399"/>
                <a:gd name="connsiteY151" fmla="*/ 202208 h 949444"/>
                <a:gd name="connsiteX152" fmla="*/ 824637 w 1055399"/>
                <a:gd name="connsiteY152" fmla="*/ 199180 h 949444"/>
                <a:gd name="connsiteX153" fmla="*/ 825613 w 1055399"/>
                <a:gd name="connsiteY153" fmla="*/ 197128 h 949444"/>
                <a:gd name="connsiteX154" fmla="*/ 827902 w 1055399"/>
                <a:gd name="connsiteY154" fmla="*/ 195715 h 949444"/>
                <a:gd name="connsiteX155" fmla="*/ 828878 w 1055399"/>
                <a:gd name="connsiteY155" fmla="*/ 194639 h 949444"/>
                <a:gd name="connsiteX156" fmla="*/ 828339 w 1055399"/>
                <a:gd name="connsiteY156" fmla="*/ 191712 h 949444"/>
                <a:gd name="connsiteX157" fmla="*/ 827027 w 1055399"/>
                <a:gd name="connsiteY157" fmla="*/ 190198 h 949444"/>
                <a:gd name="connsiteX158" fmla="*/ 820397 w 1055399"/>
                <a:gd name="connsiteY158" fmla="*/ 189660 h 949444"/>
                <a:gd name="connsiteX159" fmla="*/ 817805 w 1055399"/>
                <a:gd name="connsiteY159" fmla="*/ 189223 h 949444"/>
                <a:gd name="connsiteX160" fmla="*/ 810401 w 1055399"/>
                <a:gd name="connsiteY160" fmla="*/ 190535 h 949444"/>
                <a:gd name="connsiteX161" fmla="*/ 807574 w 1055399"/>
                <a:gd name="connsiteY161" fmla="*/ 192284 h 949444"/>
                <a:gd name="connsiteX162" fmla="*/ 805622 w 1055399"/>
                <a:gd name="connsiteY162" fmla="*/ 191847 h 949444"/>
                <a:gd name="connsiteX163" fmla="*/ 802358 w 1055399"/>
                <a:gd name="connsiteY163" fmla="*/ 190098 h 949444"/>
                <a:gd name="connsiteX164" fmla="*/ 800608 w 1055399"/>
                <a:gd name="connsiteY164" fmla="*/ 192486 h 949444"/>
                <a:gd name="connsiteX165" fmla="*/ 798858 w 1055399"/>
                <a:gd name="connsiteY165" fmla="*/ 194437 h 949444"/>
                <a:gd name="connsiteX166" fmla="*/ 796704 w 1055399"/>
                <a:gd name="connsiteY166" fmla="*/ 196826 h 949444"/>
                <a:gd name="connsiteX167" fmla="*/ 793002 w 1055399"/>
                <a:gd name="connsiteY167" fmla="*/ 199012 h 949444"/>
                <a:gd name="connsiteX168" fmla="*/ 787987 w 1055399"/>
                <a:gd name="connsiteY168" fmla="*/ 201838 h 949444"/>
                <a:gd name="connsiteX169" fmla="*/ 783410 w 1055399"/>
                <a:gd name="connsiteY169" fmla="*/ 202914 h 949444"/>
                <a:gd name="connsiteX170" fmla="*/ 778429 w 1055399"/>
                <a:gd name="connsiteY170" fmla="*/ 202914 h 949444"/>
                <a:gd name="connsiteX171" fmla="*/ 774290 w 1055399"/>
                <a:gd name="connsiteY171" fmla="*/ 202914 h 949444"/>
                <a:gd name="connsiteX172" fmla="*/ 770823 w 1055399"/>
                <a:gd name="connsiteY172" fmla="*/ 198777 h 949444"/>
                <a:gd name="connsiteX173" fmla="*/ 767795 w 1055399"/>
                <a:gd name="connsiteY173" fmla="*/ 195951 h 949444"/>
                <a:gd name="connsiteX174" fmla="*/ 762141 w 1055399"/>
                <a:gd name="connsiteY174" fmla="*/ 195951 h 949444"/>
                <a:gd name="connsiteX175" fmla="*/ 761602 w 1055399"/>
                <a:gd name="connsiteY175" fmla="*/ 197801 h 949444"/>
                <a:gd name="connsiteX176" fmla="*/ 759112 w 1055399"/>
                <a:gd name="connsiteY176" fmla="*/ 199550 h 949444"/>
                <a:gd name="connsiteX177" fmla="*/ 757362 w 1055399"/>
                <a:gd name="connsiteY177" fmla="*/ 202174 h 949444"/>
                <a:gd name="connsiteX178" fmla="*/ 754434 w 1055399"/>
                <a:gd name="connsiteY178" fmla="*/ 205202 h 949444"/>
                <a:gd name="connsiteX179" fmla="*/ 751371 w 1055399"/>
                <a:gd name="connsiteY179" fmla="*/ 209878 h 949444"/>
                <a:gd name="connsiteX180" fmla="*/ 747366 w 1055399"/>
                <a:gd name="connsiteY180" fmla="*/ 211392 h 949444"/>
                <a:gd name="connsiteX181" fmla="*/ 741073 w 1055399"/>
                <a:gd name="connsiteY181" fmla="*/ 207792 h 949444"/>
                <a:gd name="connsiteX182" fmla="*/ 739558 w 1055399"/>
                <a:gd name="connsiteY182" fmla="*/ 208869 h 949444"/>
                <a:gd name="connsiteX183" fmla="*/ 738919 w 1055399"/>
                <a:gd name="connsiteY183" fmla="*/ 210517 h 949444"/>
                <a:gd name="connsiteX184" fmla="*/ 736630 w 1055399"/>
                <a:gd name="connsiteY184" fmla="*/ 213343 h 949444"/>
                <a:gd name="connsiteX185" fmla="*/ 733366 w 1055399"/>
                <a:gd name="connsiteY185" fmla="*/ 213343 h 949444"/>
                <a:gd name="connsiteX186" fmla="*/ 730236 w 1055399"/>
                <a:gd name="connsiteY186" fmla="*/ 211291 h 949444"/>
                <a:gd name="connsiteX187" fmla="*/ 726534 w 1055399"/>
                <a:gd name="connsiteY187" fmla="*/ 210214 h 949444"/>
                <a:gd name="connsiteX188" fmla="*/ 724044 w 1055399"/>
                <a:gd name="connsiteY188" fmla="*/ 210416 h 949444"/>
                <a:gd name="connsiteX189" fmla="*/ 722630 w 1055399"/>
                <a:gd name="connsiteY189" fmla="*/ 212468 h 949444"/>
                <a:gd name="connsiteX190" fmla="*/ 715664 w 1055399"/>
                <a:gd name="connsiteY190" fmla="*/ 212468 h 949444"/>
                <a:gd name="connsiteX191" fmla="*/ 710885 w 1055399"/>
                <a:gd name="connsiteY191" fmla="*/ 210853 h 949444"/>
                <a:gd name="connsiteX192" fmla="*/ 708159 w 1055399"/>
                <a:gd name="connsiteY192" fmla="*/ 209104 h 949444"/>
                <a:gd name="connsiteX193" fmla="*/ 703380 w 1055399"/>
                <a:gd name="connsiteY193" fmla="*/ 207153 h 949444"/>
                <a:gd name="connsiteX194" fmla="*/ 700452 w 1055399"/>
                <a:gd name="connsiteY194" fmla="*/ 208028 h 949444"/>
                <a:gd name="connsiteX195" fmla="*/ 697524 w 1055399"/>
                <a:gd name="connsiteY195" fmla="*/ 208028 h 949444"/>
                <a:gd name="connsiteX196" fmla="*/ 693620 w 1055399"/>
                <a:gd name="connsiteY196" fmla="*/ 206177 h 949444"/>
                <a:gd name="connsiteX197" fmla="*/ 691432 w 1055399"/>
                <a:gd name="connsiteY197" fmla="*/ 203688 h 949444"/>
                <a:gd name="connsiteX198" fmla="*/ 689480 w 1055399"/>
                <a:gd name="connsiteY198" fmla="*/ 201737 h 949444"/>
                <a:gd name="connsiteX199" fmla="*/ 687192 w 1055399"/>
                <a:gd name="connsiteY199" fmla="*/ 199449 h 949444"/>
                <a:gd name="connsiteX200" fmla="*/ 683826 w 1055399"/>
                <a:gd name="connsiteY200" fmla="*/ 197599 h 949444"/>
                <a:gd name="connsiteX201" fmla="*/ 680360 w 1055399"/>
                <a:gd name="connsiteY201" fmla="*/ 196186 h 949444"/>
                <a:gd name="connsiteX202" fmla="*/ 676119 w 1055399"/>
                <a:gd name="connsiteY202" fmla="*/ 194774 h 949444"/>
                <a:gd name="connsiteX203" fmla="*/ 671879 w 1055399"/>
                <a:gd name="connsiteY203" fmla="*/ 192486 h 949444"/>
                <a:gd name="connsiteX204" fmla="*/ 669590 w 1055399"/>
                <a:gd name="connsiteY204" fmla="*/ 191510 h 949444"/>
                <a:gd name="connsiteX205" fmla="*/ 665114 w 1055399"/>
                <a:gd name="connsiteY205" fmla="*/ 189458 h 949444"/>
                <a:gd name="connsiteX206" fmla="*/ 663061 w 1055399"/>
                <a:gd name="connsiteY206" fmla="*/ 187844 h 949444"/>
                <a:gd name="connsiteX207" fmla="*/ 660571 w 1055399"/>
                <a:gd name="connsiteY207" fmla="*/ 186229 h 949444"/>
                <a:gd name="connsiteX208" fmla="*/ 656869 w 1055399"/>
                <a:gd name="connsiteY208" fmla="*/ 182966 h 949444"/>
                <a:gd name="connsiteX209" fmla="*/ 654379 w 1055399"/>
                <a:gd name="connsiteY209" fmla="*/ 179602 h 949444"/>
                <a:gd name="connsiteX210" fmla="*/ 653941 w 1055399"/>
                <a:gd name="connsiteY210" fmla="*/ 178088 h 949444"/>
                <a:gd name="connsiteX211" fmla="*/ 653605 w 1055399"/>
                <a:gd name="connsiteY211" fmla="*/ 175801 h 949444"/>
                <a:gd name="connsiteX212" fmla="*/ 654379 w 1055399"/>
                <a:gd name="connsiteY212" fmla="*/ 173614 h 949444"/>
                <a:gd name="connsiteX213" fmla="*/ 658619 w 1055399"/>
                <a:gd name="connsiteY213" fmla="*/ 172437 h 949444"/>
                <a:gd name="connsiteX214" fmla="*/ 661884 w 1055399"/>
                <a:gd name="connsiteY214" fmla="*/ 170687 h 949444"/>
                <a:gd name="connsiteX215" fmla="*/ 665485 w 1055399"/>
                <a:gd name="connsiteY215" fmla="*/ 169712 h 949444"/>
                <a:gd name="connsiteX216" fmla="*/ 667100 w 1055399"/>
                <a:gd name="connsiteY216" fmla="*/ 166684 h 949444"/>
                <a:gd name="connsiteX217" fmla="*/ 667538 w 1055399"/>
                <a:gd name="connsiteY217" fmla="*/ 161807 h 949444"/>
                <a:gd name="connsiteX218" fmla="*/ 665485 w 1055399"/>
                <a:gd name="connsiteY218" fmla="*/ 159317 h 949444"/>
                <a:gd name="connsiteX219" fmla="*/ 663196 w 1055399"/>
                <a:gd name="connsiteY219" fmla="*/ 158779 h 949444"/>
                <a:gd name="connsiteX220" fmla="*/ 661984 w 1055399"/>
                <a:gd name="connsiteY220" fmla="*/ 156391 h 949444"/>
                <a:gd name="connsiteX221" fmla="*/ 664172 w 1055399"/>
                <a:gd name="connsiteY221" fmla="*/ 154540 h 949444"/>
                <a:gd name="connsiteX222" fmla="*/ 664273 w 1055399"/>
                <a:gd name="connsiteY222" fmla="*/ 150739 h 949444"/>
                <a:gd name="connsiteX223" fmla="*/ 664071 w 1055399"/>
                <a:gd name="connsiteY223" fmla="*/ 145626 h 949444"/>
                <a:gd name="connsiteX224" fmla="*/ 662759 w 1055399"/>
                <a:gd name="connsiteY224" fmla="*/ 142161 h 949444"/>
                <a:gd name="connsiteX225" fmla="*/ 665047 w 1055399"/>
                <a:gd name="connsiteY225" fmla="*/ 137048 h 949444"/>
                <a:gd name="connsiteX226" fmla="*/ 669624 w 1055399"/>
                <a:gd name="connsiteY226" fmla="*/ 135063 h 949444"/>
                <a:gd name="connsiteX227" fmla="*/ 672990 w 1055399"/>
                <a:gd name="connsiteY227" fmla="*/ 133045 h 949444"/>
                <a:gd name="connsiteX228" fmla="*/ 675177 w 1055399"/>
                <a:gd name="connsiteY228" fmla="*/ 130455 h 949444"/>
                <a:gd name="connsiteX229" fmla="*/ 673764 w 1055399"/>
                <a:gd name="connsiteY229" fmla="*/ 126216 h 949444"/>
                <a:gd name="connsiteX230" fmla="*/ 671475 w 1055399"/>
                <a:gd name="connsiteY230" fmla="*/ 125341 h 949444"/>
                <a:gd name="connsiteX231" fmla="*/ 668009 w 1055399"/>
                <a:gd name="connsiteY231" fmla="*/ 125543 h 949444"/>
                <a:gd name="connsiteX232" fmla="*/ 663230 w 1055399"/>
                <a:gd name="connsiteY232" fmla="*/ 125005 h 949444"/>
                <a:gd name="connsiteX233" fmla="*/ 660302 w 1055399"/>
                <a:gd name="connsiteY233" fmla="*/ 123491 h 949444"/>
                <a:gd name="connsiteX234" fmla="*/ 657037 w 1055399"/>
                <a:gd name="connsiteY234" fmla="*/ 122179 h 949444"/>
                <a:gd name="connsiteX235" fmla="*/ 655388 w 1055399"/>
                <a:gd name="connsiteY235" fmla="*/ 120565 h 949444"/>
                <a:gd name="connsiteX236" fmla="*/ 654076 w 1055399"/>
                <a:gd name="connsiteY236" fmla="*/ 116763 h 949444"/>
                <a:gd name="connsiteX237" fmla="*/ 652225 w 1055399"/>
                <a:gd name="connsiteY237" fmla="*/ 111986 h 949444"/>
                <a:gd name="connsiteX238" fmla="*/ 650037 w 1055399"/>
                <a:gd name="connsiteY238" fmla="*/ 107210 h 949444"/>
                <a:gd name="connsiteX239" fmla="*/ 648186 w 1055399"/>
                <a:gd name="connsiteY239" fmla="*/ 101995 h 949444"/>
                <a:gd name="connsiteX240" fmla="*/ 646537 w 1055399"/>
                <a:gd name="connsiteY240" fmla="*/ 96781 h 949444"/>
                <a:gd name="connsiteX241" fmla="*/ 645898 w 1055399"/>
                <a:gd name="connsiteY241" fmla="*/ 93955 h 949444"/>
                <a:gd name="connsiteX242" fmla="*/ 645258 w 1055399"/>
                <a:gd name="connsiteY242" fmla="*/ 92341 h 949444"/>
                <a:gd name="connsiteX243" fmla="*/ 642970 w 1055399"/>
                <a:gd name="connsiteY243" fmla="*/ 89515 h 949444"/>
                <a:gd name="connsiteX244" fmla="*/ 641119 w 1055399"/>
                <a:gd name="connsiteY244" fmla="*/ 88001 h 949444"/>
                <a:gd name="connsiteX245" fmla="*/ 638729 w 1055399"/>
                <a:gd name="connsiteY245" fmla="*/ 86488 h 949444"/>
                <a:gd name="connsiteX246" fmla="*/ 636542 w 1055399"/>
                <a:gd name="connsiteY246" fmla="*/ 85714 h 949444"/>
                <a:gd name="connsiteX247" fmla="*/ 634253 w 1055399"/>
                <a:gd name="connsiteY247" fmla="*/ 84940 h 949444"/>
                <a:gd name="connsiteX248" fmla="*/ 632234 w 1055399"/>
                <a:gd name="connsiteY248" fmla="*/ 83124 h 949444"/>
                <a:gd name="connsiteX249" fmla="*/ 628767 w 1055399"/>
                <a:gd name="connsiteY249" fmla="*/ 83124 h 949444"/>
                <a:gd name="connsiteX250" fmla="*/ 626479 w 1055399"/>
                <a:gd name="connsiteY250" fmla="*/ 83124 h 949444"/>
                <a:gd name="connsiteX251" fmla="*/ 623989 w 1055399"/>
                <a:gd name="connsiteY251" fmla="*/ 83224 h 949444"/>
                <a:gd name="connsiteX252" fmla="*/ 620286 w 1055399"/>
                <a:gd name="connsiteY252" fmla="*/ 83561 h 949444"/>
                <a:gd name="connsiteX253" fmla="*/ 613657 w 1055399"/>
                <a:gd name="connsiteY253" fmla="*/ 83763 h 949444"/>
                <a:gd name="connsiteX254" fmla="*/ 611906 w 1055399"/>
                <a:gd name="connsiteY254" fmla="*/ 83864 h 949444"/>
                <a:gd name="connsiteX255" fmla="*/ 609315 w 1055399"/>
                <a:gd name="connsiteY255" fmla="*/ 83426 h 949444"/>
                <a:gd name="connsiteX256" fmla="*/ 605950 w 1055399"/>
                <a:gd name="connsiteY256" fmla="*/ 81912 h 949444"/>
                <a:gd name="connsiteX257" fmla="*/ 600632 w 1055399"/>
                <a:gd name="connsiteY257" fmla="*/ 80836 h 949444"/>
                <a:gd name="connsiteX258" fmla="*/ 598243 w 1055399"/>
                <a:gd name="connsiteY258" fmla="*/ 78784 h 949444"/>
                <a:gd name="connsiteX259" fmla="*/ 596728 w 1055399"/>
                <a:gd name="connsiteY259" fmla="*/ 78784 h 949444"/>
                <a:gd name="connsiteX260" fmla="*/ 595752 w 1055399"/>
                <a:gd name="connsiteY260" fmla="*/ 80197 h 949444"/>
                <a:gd name="connsiteX261" fmla="*/ 592690 w 1055399"/>
                <a:gd name="connsiteY261" fmla="*/ 81711 h 949444"/>
                <a:gd name="connsiteX262" fmla="*/ 590738 w 1055399"/>
                <a:gd name="connsiteY262" fmla="*/ 80836 h 949444"/>
                <a:gd name="connsiteX263" fmla="*/ 590738 w 1055399"/>
                <a:gd name="connsiteY263" fmla="*/ 80399 h 949444"/>
                <a:gd name="connsiteX264" fmla="*/ 590940 w 1055399"/>
                <a:gd name="connsiteY264" fmla="*/ 79221 h 949444"/>
                <a:gd name="connsiteX265" fmla="*/ 590166 w 1055399"/>
                <a:gd name="connsiteY265" fmla="*/ 77169 h 949444"/>
                <a:gd name="connsiteX266" fmla="*/ 588853 w 1055399"/>
                <a:gd name="connsiteY266" fmla="*/ 75656 h 949444"/>
                <a:gd name="connsiteX267" fmla="*/ 588651 w 1055399"/>
                <a:gd name="connsiteY267" fmla="*/ 73805 h 949444"/>
                <a:gd name="connsiteX268" fmla="*/ 589190 w 1055399"/>
                <a:gd name="connsiteY268" fmla="*/ 72729 h 949444"/>
                <a:gd name="connsiteX269" fmla="*/ 589627 w 1055399"/>
                <a:gd name="connsiteY269" fmla="*/ 70240 h 949444"/>
                <a:gd name="connsiteX270" fmla="*/ 589392 w 1055399"/>
                <a:gd name="connsiteY270" fmla="*/ 67212 h 949444"/>
                <a:gd name="connsiteX271" fmla="*/ 588618 w 1055399"/>
                <a:gd name="connsiteY271" fmla="*/ 65463 h 949444"/>
                <a:gd name="connsiteX272" fmla="*/ 587204 w 1055399"/>
                <a:gd name="connsiteY272" fmla="*/ 64824 h 949444"/>
                <a:gd name="connsiteX273" fmla="*/ 584478 w 1055399"/>
                <a:gd name="connsiteY273" fmla="*/ 64824 h 949444"/>
                <a:gd name="connsiteX274" fmla="*/ 582964 w 1055399"/>
                <a:gd name="connsiteY274" fmla="*/ 66035 h 949444"/>
                <a:gd name="connsiteX275" fmla="*/ 582324 w 1055399"/>
                <a:gd name="connsiteY275" fmla="*/ 67548 h 949444"/>
                <a:gd name="connsiteX276" fmla="*/ 580574 w 1055399"/>
                <a:gd name="connsiteY276" fmla="*/ 69836 h 949444"/>
                <a:gd name="connsiteX277" fmla="*/ 578286 w 1055399"/>
                <a:gd name="connsiteY277" fmla="*/ 71484 h 949444"/>
                <a:gd name="connsiteX278" fmla="*/ 576199 w 1055399"/>
                <a:gd name="connsiteY278" fmla="*/ 72796 h 949444"/>
                <a:gd name="connsiteX279" fmla="*/ 573911 w 1055399"/>
                <a:gd name="connsiteY279" fmla="*/ 72460 h 949444"/>
                <a:gd name="connsiteX280" fmla="*/ 571420 w 1055399"/>
                <a:gd name="connsiteY280" fmla="*/ 70845 h 949444"/>
                <a:gd name="connsiteX281" fmla="*/ 569771 w 1055399"/>
                <a:gd name="connsiteY281" fmla="*/ 71383 h 949444"/>
                <a:gd name="connsiteX282" fmla="*/ 564117 w 1055399"/>
                <a:gd name="connsiteY282" fmla="*/ 72022 h 949444"/>
                <a:gd name="connsiteX283" fmla="*/ 560853 w 1055399"/>
                <a:gd name="connsiteY283" fmla="*/ 70172 h 949444"/>
                <a:gd name="connsiteX284" fmla="*/ 556410 w 1055399"/>
                <a:gd name="connsiteY284" fmla="*/ 69533 h 949444"/>
                <a:gd name="connsiteX285" fmla="*/ 556074 w 1055399"/>
                <a:gd name="connsiteY285" fmla="*/ 68221 h 949444"/>
                <a:gd name="connsiteX286" fmla="*/ 556174 w 1055399"/>
                <a:gd name="connsiteY286" fmla="*/ 66707 h 949444"/>
                <a:gd name="connsiteX287" fmla="*/ 556612 w 1055399"/>
                <a:gd name="connsiteY287" fmla="*/ 65530 h 949444"/>
                <a:gd name="connsiteX288" fmla="*/ 556511 w 1055399"/>
                <a:gd name="connsiteY288" fmla="*/ 63242 h 949444"/>
                <a:gd name="connsiteX289" fmla="*/ 556511 w 1055399"/>
                <a:gd name="connsiteY289" fmla="*/ 62368 h 949444"/>
                <a:gd name="connsiteX290" fmla="*/ 556242 w 1055399"/>
                <a:gd name="connsiteY290" fmla="*/ 59643 h 949444"/>
                <a:gd name="connsiteX291" fmla="*/ 556309 w 1055399"/>
                <a:gd name="connsiteY291" fmla="*/ 57793 h 949444"/>
                <a:gd name="connsiteX292" fmla="*/ 556410 w 1055399"/>
                <a:gd name="connsiteY292" fmla="*/ 55640 h 949444"/>
                <a:gd name="connsiteX293" fmla="*/ 556174 w 1055399"/>
                <a:gd name="connsiteY293" fmla="*/ 53252 h 949444"/>
                <a:gd name="connsiteX294" fmla="*/ 554660 w 1055399"/>
                <a:gd name="connsiteY294" fmla="*/ 51839 h 949444"/>
                <a:gd name="connsiteX295" fmla="*/ 552573 w 1055399"/>
                <a:gd name="connsiteY295" fmla="*/ 49349 h 949444"/>
                <a:gd name="connsiteX296" fmla="*/ 551934 w 1055399"/>
                <a:gd name="connsiteY296" fmla="*/ 46961 h 949444"/>
                <a:gd name="connsiteX297" fmla="*/ 553011 w 1055399"/>
                <a:gd name="connsiteY297" fmla="*/ 44471 h 949444"/>
                <a:gd name="connsiteX298" fmla="*/ 555737 w 1055399"/>
                <a:gd name="connsiteY298" fmla="*/ 40872 h 949444"/>
                <a:gd name="connsiteX299" fmla="*/ 556814 w 1055399"/>
                <a:gd name="connsiteY299" fmla="*/ 38484 h 949444"/>
                <a:gd name="connsiteX300" fmla="*/ 558025 w 1055399"/>
                <a:gd name="connsiteY300" fmla="*/ 34884 h 949444"/>
                <a:gd name="connsiteX301" fmla="*/ 557824 w 1055399"/>
                <a:gd name="connsiteY301" fmla="*/ 31520 h 949444"/>
                <a:gd name="connsiteX302" fmla="*/ 556612 w 1055399"/>
                <a:gd name="connsiteY302" fmla="*/ 29132 h 949444"/>
                <a:gd name="connsiteX303" fmla="*/ 555838 w 1055399"/>
                <a:gd name="connsiteY303" fmla="*/ 27181 h 949444"/>
                <a:gd name="connsiteX304" fmla="*/ 554324 w 1055399"/>
                <a:gd name="connsiteY304" fmla="*/ 25129 h 949444"/>
                <a:gd name="connsiteX305" fmla="*/ 552136 w 1055399"/>
                <a:gd name="connsiteY305" fmla="*/ 25230 h 949444"/>
                <a:gd name="connsiteX306" fmla="*/ 551059 w 1055399"/>
                <a:gd name="connsiteY306" fmla="*/ 25129 h 949444"/>
                <a:gd name="connsiteX307" fmla="*/ 549309 w 1055399"/>
                <a:gd name="connsiteY307" fmla="*/ 24254 h 949444"/>
                <a:gd name="connsiteX308" fmla="*/ 548670 w 1055399"/>
                <a:gd name="connsiteY308" fmla="*/ 21664 h 949444"/>
                <a:gd name="connsiteX309" fmla="*/ 546819 w 1055399"/>
                <a:gd name="connsiteY309" fmla="*/ 22303 h 949444"/>
                <a:gd name="connsiteX310" fmla="*/ 543790 w 1055399"/>
                <a:gd name="connsiteY310" fmla="*/ 21765 h 949444"/>
                <a:gd name="connsiteX311" fmla="*/ 542915 w 1055399"/>
                <a:gd name="connsiteY311" fmla="*/ 21328 h 949444"/>
                <a:gd name="connsiteX312" fmla="*/ 541299 w 1055399"/>
                <a:gd name="connsiteY312" fmla="*/ 20453 h 949444"/>
                <a:gd name="connsiteX313" fmla="*/ 541299 w 1055399"/>
                <a:gd name="connsiteY313" fmla="*/ 18838 h 949444"/>
                <a:gd name="connsiteX314" fmla="*/ 540862 w 1055399"/>
                <a:gd name="connsiteY314" fmla="*/ 16349 h 949444"/>
                <a:gd name="connsiteX315" fmla="*/ 540862 w 1055399"/>
                <a:gd name="connsiteY315" fmla="*/ 15037 h 949444"/>
                <a:gd name="connsiteX316" fmla="*/ 541030 w 1055399"/>
                <a:gd name="connsiteY316" fmla="*/ 13153 h 949444"/>
                <a:gd name="connsiteX317" fmla="*/ 540189 w 1055399"/>
                <a:gd name="connsiteY317" fmla="*/ 11269 h 949444"/>
                <a:gd name="connsiteX318" fmla="*/ 538674 w 1055399"/>
                <a:gd name="connsiteY318" fmla="*/ 9823 h 949444"/>
                <a:gd name="connsiteX319" fmla="*/ 536083 w 1055399"/>
                <a:gd name="connsiteY319" fmla="*/ 8881 h 949444"/>
                <a:gd name="connsiteX320" fmla="*/ 534333 w 1055399"/>
                <a:gd name="connsiteY320" fmla="*/ 9318 h 949444"/>
                <a:gd name="connsiteX321" fmla="*/ 533895 w 1055399"/>
                <a:gd name="connsiteY321" fmla="*/ 9890 h 949444"/>
                <a:gd name="connsiteX322" fmla="*/ 533458 w 1055399"/>
                <a:gd name="connsiteY322" fmla="*/ 10899 h 949444"/>
                <a:gd name="connsiteX323" fmla="*/ 533222 w 1055399"/>
                <a:gd name="connsiteY323" fmla="*/ 11976 h 949444"/>
                <a:gd name="connsiteX324" fmla="*/ 532785 w 1055399"/>
                <a:gd name="connsiteY324" fmla="*/ 12918 h 949444"/>
                <a:gd name="connsiteX325" fmla="*/ 532347 w 1055399"/>
                <a:gd name="connsiteY325" fmla="*/ 13927 h 949444"/>
                <a:gd name="connsiteX326" fmla="*/ 531539 w 1055399"/>
                <a:gd name="connsiteY326" fmla="*/ 14869 h 949444"/>
                <a:gd name="connsiteX327" fmla="*/ 530463 w 1055399"/>
                <a:gd name="connsiteY327" fmla="*/ 14936 h 949444"/>
                <a:gd name="connsiteX328" fmla="*/ 529285 w 1055399"/>
                <a:gd name="connsiteY328" fmla="*/ 12413 h 949444"/>
                <a:gd name="connsiteX329" fmla="*/ 527972 w 1055399"/>
                <a:gd name="connsiteY329" fmla="*/ 10967 h 949444"/>
                <a:gd name="connsiteX330" fmla="*/ 525212 w 1055399"/>
                <a:gd name="connsiteY330" fmla="*/ 10765 h 949444"/>
                <a:gd name="connsiteX331" fmla="*/ 523025 w 1055399"/>
                <a:gd name="connsiteY331" fmla="*/ 10765 h 949444"/>
                <a:gd name="connsiteX332" fmla="*/ 521275 w 1055399"/>
                <a:gd name="connsiteY332" fmla="*/ 11135 h 949444"/>
                <a:gd name="connsiteX333" fmla="*/ 520198 w 1055399"/>
                <a:gd name="connsiteY333" fmla="*/ 11875 h 949444"/>
                <a:gd name="connsiteX334" fmla="*/ 518751 w 1055399"/>
                <a:gd name="connsiteY334" fmla="*/ 13187 h 949444"/>
                <a:gd name="connsiteX335" fmla="*/ 516799 w 1055399"/>
                <a:gd name="connsiteY335" fmla="*/ 15272 h 949444"/>
                <a:gd name="connsiteX336" fmla="*/ 514274 w 1055399"/>
                <a:gd name="connsiteY336" fmla="*/ 17526 h 949444"/>
                <a:gd name="connsiteX337" fmla="*/ 512760 w 1055399"/>
                <a:gd name="connsiteY337" fmla="*/ 18468 h 949444"/>
                <a:gd name="connsiteX338" fmla="*/ 511010 w 1055399"/>
                <a:gd name="connsiteY338" fmla="*/ 19713 h 949444"/>
                <a:gd name="connsiteX339" fmla="*/ 509496 w 1055399"/>
                <a:gd name="connsiteY339" fmla="*/ 21395 h 949444"/>
                <a:gd name="connsiteX340" fmla="*/ 508486 w 1055399"/>
                <a:gd name="connsiteY340" fmla="*/ 22337 h 949444"/>
                <a:gd name="connsiteX341" fmla="*/ 507342 w 1055399"/>
                <a:gd name="connsiteY341" fmla="*/ 23581 h 949444"/>
                <a:gd name="connsiteX342" fmla="*/ 506601 w 1055399"/>
                <a:gd name="connsiteY342" fmla="*/ 24961 h 949444"/>
                <a:gd name="connsiteX343" fmla="*/ 507611 w 1055399"/>
                <a:gd name="connsiteY343" fmla="*/ 25903 h 949444"/>
                <a:gd name="connsiteX344" fmla="*/ 509563 w 1055399"/>
                <a:gd name="connsiteY344" fmla="*/ 26340 h 949444"/>
                <a:gd name="connsiteX345" fmla="*/ 511818 w 1055399"/>
                <a:gd name="connsiteY345" fmla="*/ 27921 h 949444"/>
                <a:gd name="connsiteX346" fmla="*/ 513063 w 1055399"/>
                <a:gd name="connsiteY346" fmla="*/ 29502 h 949444"/>
                <a:gd name="connsiteX347" fmla="*/ 513366 w 1055399"/>
                <a:gd name="connsiteY347" fmla="*/ 32261 h 949444"/>
                <a:gd name="connsiteX348" fmla="*/ 513063 w 1055399"/>
                <a:gd name="connsiteY348" fmla="*/ 34010 h 949444"/>
                <a:gd name="connsiteX349" fmla="*/ 511481 w 1055399"/>
                <a:gd name="connsiteY349" fmla="*/ 34514 h 949444"/>
                <a:gd name="connsiteX350" fmla="*/ 509024 w 1055399"/>
                <a:gd name="connsiteY350" fmla="*/ 32563 h 949444"/>
                <a:gd name="connsiteX351" fmla="*/ 503000 w 1055399"/>
                <a:gd name="connsiteY351" fmla="*/ 30309 h 949444"/>
                <a:gd name="connsiteX352" fmla="*/ 500106 w 1055399"/>
                <a:gd name="connsiteY352" fmla="*/ 30881 h 949444"/>
                <a:gd name="connsiteX353" fmla="*/ 497851 w 1055399"/>
                <a:gd name="connsiteY353" fmla="*/ 31890 h 949444"/>
                <a:gd name="connsiteX354" fmla="*/ 495967 w 1055399"/>
                <a:gd name="connsiteY354" fmla="*/ 32765 h 949444"/>
                <a:gd name="connsiteX355" fmla="*/ 494216 w 1055399"/>
                <a:gd name="connsiteY355" fmla="*/ 33135 h 949444"/>
                <a:gd name="connsiteX356" fmla="*/ 492332 w 1055399"/>
                <a:gd name="connsiteY356" fmla="*/ 31184 h 949444"/>
                <a:gd name="connsiteX357" fmla="*/ 490245 w 1055399"/>
                <a:gd name="connsiteY357" fmla="*/ 30679 h 949444"/>
                <a:gd name="connsiteX358" fmla="*/ 487620 w 1055399"/>
                <a:gd name="connsiteY358" fmla="*/ 30814 h 949444"/>
                <a:gd name="connsiteX359" fmla="*/ 486812 w 1055399"/>
                <a:gd name="connsiteY359" fmla="*/ 31251 h 949444"/>
                <a:gd name="connsiteX360" fmla="*/ 484860 w 1055399"/>
                <a:gd name="connsiteY360" fmla="*/ 33270 h 949444"/>
                <a:gd name="connsiteX361" fmla="*/ 483279 w 1055399"/>
                <a:gd name="connsiteY361" fmla="*/ 34783 h 949444"/>
                <a:gd name="connsiteX362" fmla="*/ 481327 w 1055399"/>
                <a:gd name="connsiteY362" fmla="*/ 36028 h 949444"/>
                <a:gd name="connsiteX363" fmla="*/ 478432 w 1055399"/>
                <a:gd name="connsiteY363" fmla="*/ 37475 h 949444"/>
                <a:gd name="connsiteX364" fmla="*/ 475605 w 1055399"/>
                <a:gd name="connsiteY364" fmla="*/ 38147 h 949444"/>
                <a:gd name="connsiteX365" fmla="*/ 469211 w 1055399"/>
                <a:gd name="connsiteY365" fmla="*/ 38147 h 949444"/>
                <a:gd name="connsiteX366" fmla="*/ 466687 w 1055399"/>
                <a:gd name="connsiteY366" fmla="*/ 39190 h 949444"/>
                <a:gd name="connsiteX367" fmla="*/ 465610 w 1055399"/>
                <a:gd name="connsiteY367" fmla="*/ 39594 h 949444"/>
                <a:gd name="connsiteX368" fmla="*/ 464870 w 1055399"/>
                <a:gd name="connsiteY368" fmla="*/ 40973 h 949444"/>
                <a:gd name="connsiteX369" fmla="*/ 465374 w 1055399"/>
                <a:gd name="connsiteY369" fmla="*/ 41915 h 949444"/>
                <a:gd name="connsiteX370" fmla="*/ 467125 w 1055399"/>
                <a:gd name="connsiteY370" fmla="*/ 44303 h 949444"/>
                <a:gd name="connsiteX371" fmla="*/ 470086 w 1055399"/>
                <a:gd name="connsiteY371" fmla="*/ 47566 h 949444"/>
                <a:gd name="connsiteX372" fmla="*/ 474730 w 1055399"/>
                <a:gd name="connsiteY372" fmla="*/ 50325 h 949444"/>
                <a:gd name="connsiteX373" fmla="*/ 478937 w 1055399"/>
                <a:gd name="connsiteY373" fmla="*/ 53521 h 949444"/>
                <a:gd name="connsiteX374" fmla="*/ 480250 w 1055399"/>
                <a:gd name="connsiteY374" fmla="*/ 58600 h 949444"/>
                <a:gd name="connsiteX375" fmla="*/ 480250 w 1055399"/>
                <a:gd name="connsiteY375" fmla="*/ 63949 h 949444"/>
                <a:gd name="connsiteX376" fmla="*/ 479106 w 1055399"/>
                <a:gd name="connsiteY376" fmla="*/ 68288 h 949444"/>
                <a:gd name="connsiteX377" fmla="*/ 477221 w 1055399"/>
                <a:gd name="connsiteY377" fmla="*/ 73200 h 949444"/>
                <a:gd name="connsiteX378" fmla="*/ 478231 w 1055399"/>
                <a:gd name="connsiteY378" fmla="*/ 77270 h 949444"/>
                <a:gd name="connsiteX379" fmla="*/ 478231 w 1055399"/>
                <a:gd name="connsiteY379" fmla="*/ 80735 h 949444"/>
                <a:gd name="connsiteX380" fmla="*/ 479408 w 1055399"/>
                <a:gd name="connsiteY380" fmla="*/ 83191 h 949444"/>
                <a:gd name="connsiteX381" fmla="*/ 481428 w 1055399"/>
                <a:gd name="connsiteY381" fmla="*/ 84503 h 949444"/>
                <a:gd name="connsiteX382" fmla="*/ 484053 w 1055399"/>
                <a:gd name="connsiteY382" fmla="*/ 86521 h 949444"/>
                <a:gd name="connsiteX383" fmla="*/ 486947 w 1055399"/>
                <a:gd name="connsiteY383" fmla="*/ 88842 h 949444"/>
                <a:gd name="connsiteX384" fmla="*/ 488663 w 1055399"/>
                <a:gd name="connsiteY384" fmla="*/ 91163 h 949444"/>
                <a:gd name="connsiteX385" fmla="*/ 488663 w 1055399"/>
                <a:gd name="connsiteY385" fmla="*/ 92307 h 949444"/>
                <a:gd name="connsiteX386" fmla="*/ 488394 w 1055399"/>
                <a:gd name="connsiteY386" fmla="*/ 96344 h 949444"/>
                <a:gd name="connsiteX387" fmla="*/ 487519 w 1055399"/>
                <a:gd name="connsiteY387" fmla="*/ 100986 h 949444"/>
                <a:gd name="connsiteX388" fmla="*/ 486947 w 1055399"/>
                <a:gd name="connsiteY388" fmla="*/ 104014 h 949444"/>
                <a:gd name="connsiteX389" fmla="*/ 485500 w 1055399"/>
                <a:gd name="connsiteY389" fmla="*/ 106470 h 949444"/>
                <a:gd name="connsiteX390" fmla="*/ 480149 w 1055399"/>
                <a:gd name="connsiteY390" fmla="*/ 108219 h 949444"/>
                <a:gd name="connsiteX391" fmla="*/ 478399 w 1055399"/>
                <a:gd name="connsiteY391" fmla="*/ 107781 h 949444"/>
                <a:gd name="connsiteX392" fmla="*/ 474764 w 1055399"/>
                <a:gd name="connsiteY392" fmla="*/ 106470 h 949444"/>
                <a:gd name="connsiteX393" fmla="*/ 472745 w 1055399"/>
                <a:gd name="connsiteY393" fmla="*/ 106738 h 949444"/>
                <a:gd name="connsiteX394" fmla="*/ 469110 w 1055399"/>
                <a:gd name="connsiteY394" fmla="*/ 108488 h 949444"/>
                <a:gd name="connsiteX395" fmla="*/ 465475 w 1055399"/>
                <a:gd name="connsiteY395" fmla="*/ 109497 h 949444"/>
                <a:gd name="connsiteX396" fmla="*/ 464163 w 1055399"/>
                <a:gd name="connsiteY396" fmla="*/ 111381 h 949444"/>
                <a:gd name="connsiteX397" fmla="*/ 463422 w 1055399"/>
                <a:gd name="connsiteY397" fmla="*/ 114408 h 949444"/>
                <a:gd name="connsiteX398" fmla="*/ 462850 w 1055399"/>
                <a:gd name="connsiteY398" fmla="*/ 116427 h 949444"/>
                <a:gd name="connsiteX399" fmla="*/ 461975 w 1055399"/>
                <a:gd name="connsiteY399" fmla="*/ 114408 h 949444"/>
                <a:gd name="connsiteX400" fmla="*/ 459653 w 1055399"/>
                <a:gd name="connsiteY400" fmla="*/ 114980 h 949444"/>
                <a:gd name="connsiteX401" fmla="*/ 458341 w 1055399"/>
                <a:gd name="connsiteY401" fmla="*/ 116561 h 949444"/>
                <a:gd name="connsiteX402" fmla="*/ 458206 w 1055399"/>
                <a:gd name="connsiteY402" fmla="*/ 118008 h 949444"/>
                <a:gd name="connsiteX403" fmla="*/ 459350 w 1055399"/>
                <a:gd name="connsiteY403" fmla="*/ 119892 h 949444"/>
                <a:gd name="connsiteX404" fmla="*/ 460797 w 1055399"/>
                <a:gd name="connsiteY404" fmla="*/ 122078 h 949444"/>
                <a:gd name="connsiteX405" fmla="*/ 462985 w 1055399"/>
                <a:gd name="connsiteY405" fmla="*/ 123525 h 949444"/>
                <a:gd name="connsiteX406" fmla="*/ 462413 w 1055399"/>
                <a:gd name="connsiteY406" fmla="*/ 125106 h 949444"/>
                <a:gd name="connsiteX407" fmla="*/ 458071 w 1055399"/>
                <a:gd name="connsiteY407" fmla="*/ 124971 h 949444"/>
                <a:gd name="connsiteX408" fmla="*/ 457196 w 1055399"/>
                <a:gd name="connsiteY408" fmla="*/ 123088 h 949444"/>
                <a:gd name="connsiteX409" fmla="*/ 454740 w 1055399"/>
                <a:gd name="connsiteY409" fmla="*/ 118008 h 949444"/>
                <a:gd name="connsiteX410" fmla="*/ 452283 w 1055399"/>
                <a:gd name="connsiteY410" fmla="*/ 118008 h 949444"/>
                <a:gd name="connsiteX411" fmla="*/ 450533 w 1055399"/>
                <a:gd name="connsiteY411" fmla="*/ 121035 h 949444"/>
                <a:gd name="connsiteX412" fmla="*/ 449523 w 1055399"/>
                <a:gd name="connsiteY412" fmla="*/ 124938 h 949444"/>
                <a:gd name="connsiteX413" fmla="*/ 446326 w 1055399"/>
                <a:gd name="connsiteY413" fmla="*/ 124635 h 949444"/>
                <a:gd name="connsiteX414" fmla="*/ 445013 w 1055399"/>
                <a:gd name="connsiteY414" fmla="*/ 125779 h 949444"/>
                <a:gd name="connsiteX415" fmla="*/ 444004 w 1055399"/>
                <a:gd name="connsiteY415" fmla="*/ 127528 h 949444"/>
                <a:gd name="connsiteX416" fmla="*/ 443129 w 1055399"/>
                <a:gd name="connsiteY416" fmla="*/ 129412 h 949444"/>
                <a:gd name="connsiteX417" fmla="*/ 442388 w 1055399"/>
                <a:gd name="connsiteY417" fmla="*/ 130993 h 949444"/>
                <a:gd name="connsiteX418" fmla="*/ 441379 w 1055399"/>
                <a:gd name="connsiteY418" fmla="*/ 133314 h 949444"/>
                <a:gd name="connsiteX419" fmla="*/ 438922 w 1055399"/>
                <a:gd name="connsiteY419" fmla="*/ 135198 h 949444"/>
                <a:gd name="connsiteX420" fmla="*/ 432124 w 1055399"/>
                <a:gd name="connsiteY420" fmla="*/ 134626 h 949444"/>
                <a:gd name="connsiteX421" fmla="*/ 428792 w 1055399"/>
                <a:gd name="connsiteY421" fmla="*/ 131598 h 949444"/>
                <a:gd name="connsiteX422" fmla="*/ 427782 w 1055399"/>
                <a:gd name="connsiteY422" fmla="*/ 130589 h 949444"/>
                <a:gd name="connsiteX423" fmla="*/ 425325 w 1055399"/>
                <a:gd name="connsiteY423" fmla="*/ 124938 h 949444"/>
                <a:gd name="connsiteX424" fmla="*/ 422633 w 1055399"/>
                <a:gd name="connsiteY424" fmla="*/ 122146 h 949444"/>
                <a:gd name="connsiteX425" fmla="*/ 424518 w 1055399"/>
                <a:gd name="connsiteY425" fmla="*/ 120800 h 949444"/>
                <a:gd name="connsiteX426" fmla="*/ 429398 w 1055399"/>
                <a:gd name="connsiteY426" fmla="*/ 118311 h 949444"/>
                <a:gd name="connsiteX427" fmla="*/ 431888 w 1055399"/>
                <a:gd name="connsiteY427" fmla="*/ 117436 h 949444"/>
                <a:gd name="connsiteX428" fmla="*/ 433739 w 1055399"/>
                <a:gd name="connsiteY428" fmla="*/ 115821 h 949444"/>
                <a:gd name="connsiteX429" fmla="*/ 434816 w 1055399"/>
                <a:gd name="connsiteY429" fmla="*/ 114408 h 949444"/>
                <a:gd name="connsiteX430" fmla="*/ 435893 w 1055399"/>
                <a:gd name="connsiteY430" fmla="*/ 112558 h 949444"/>
                <a:gd name="connsiteX431" fmla="*/ 436869 w 1055399"/>
                <a:gd name="connsiteY431" fmla="*/ 108118 h 949444"/>
                <a:gd name="connsiteX432" fmla="*/ 438182 w 1055399"/>
                <a:gd name="connsiteY432" fmla="*/ 105528 h 949444"/>
                <a:gd name="connsiteX433" fmla="*/ 438182 w 1055399"/>
                <a:gd name="connsiteY433" fmla="*/ 101491 h 949444"/>
                <a:gd name="connsiteX434" fmla="*/ 438182 w 1055399"/>
                <a:gd name="connsiteY434" fmla="*/ 99742 h 949444"/>
                <a:gd name="connsiteX435" fmla="*/ 438182 w 1055399"/>
                <a:gd name="connsiteY435" fmla="*/ 98329 h 949444"/>
                <a:gd name="connsiteX436" fmla="*/ 436835 w 1055399"/>
                <a:gd name="connsiteY436" fmla="*/ 97151 h 949444"/>
                <a:gd name="connsiteX437" fmla="*/ 434715 w 1055399"/>
                <a:gd name="connsiteY437" fmla="*/ 94527 h 949444"/>
                <a:gd name="connsiteX438" fmla="*/ 434715 w 1055399"/>
                <a:gd name="connsiteY438" fmla="*/ 91063 h 949444"/>
                <a:gd name="connsiteX439" fmla="*/ 434715 w 1055399"/>
                <a:gd name="connsiteY439" fmla="*/ 87598 h 949444"/>
                <a:gd name="connsiteX440" fmla="*/ 434715 w 1055399"/>
                <a:gd name="connsiteY440" fmla="*/ 84133 h 949444"/>
                <a:gd name="connsiteX441" fmla="*/ 434715 w 1055399"/>
                <a:gd name="connsiteY441" fmla="*/ 81105 h 949444"/>
                <a:gd name="connsiteX442" fmla="*/ 433369 w 1055399"/>
                <a:gd name="connsiteY442" fmla="*/ 79255 h 949444"/>
                <a:gd name="connsiteX443" fmla="*/ 432124 w 1055399"/>
                <a:gd name="connsiteY443" fmla="*/ 76328 h 949444"/>
                <a:gd name="connsiteX444" fmla="*/ 430946 w 1055399"/>
                <a:gd name="connsiteY444" fmla="*/ 76328 h 949444"/>
                <a:gd name="connsiteX445" fmla="*/ 428186 w 1055399"/>
                <a:gd name="connsiteY445" fmla="*/ 79255 h 949444"/>
                <a:gd name="connsiteX446" fmla="*/ 426200 w 1055399"/>
                <a:gd name="connsiteY446" fmla="*/ 81139 h 949444"/>
                <a:gd name="connsiteX447" fmla="*/ 425561 w 1055399"/>
                <a:gd name="connsiteY447" fmla="*/ 83426 h 949444"/>
                <a:gd name="connsiteX448" fmla="*/ 423474 w 1055399"/>
                <a:gd name="connsiteY448" fmla="*/ 86992 h 949444"/>
                <a:gd name="connsiteX449" fmla="*/ 421624 w 1055399"/>
                <a:gd name="connsiteY449" fmla="*/ 89717 h 949444"/>
                <a:gd name="connsiteX450" fmla="*/ 420782 w 1055399"/>
                <a:gd name="connsiteY450" fmla="*/ 90524 h 949444"/>
                <a:gd name="connsiteX451" fmla="*/ 419335 w 1055399"/>
                <a:gd name="connsiteY451" fmla="*/ 90827 h 949444"/>
                <a:gd name="connsiteX452" fmla="*/ 422599 w 1055399"/>
                <a:gd name="connsiteY452" fmla="*/ 92307 h 949444"/>
                <a:gd name="connsiteX453" fmla="*/ 422599 w 1055399"/>
                <a:gd name="connsiteY453" fmla="*/ 94595 h 949444"/>
                <a:gd name="connsiteX454" fmla="*/ 421287 w 1055399"/>
                <a:gd name="connsiteY454" fmla="*/ 96546 h 949444"/>
                <a:gd name="connsiteX455" fmla="*/ 416710 w 1055399"/>
                <a:gd name="connsiteY455" fmla="*/ 98497 h 949444"/>
                <a:gd name="connsiteX456" fmla="*/ 413244 w 1055399"/>
                <a:gd name="connsiteY456" fmla="*/ 100986 h 949444"/>
                <a:gd name="connsiteX457" fmla="*/ 411628 w 1055399"/>
                <a:gd name="connsiteY457" fmla="*/ 102063 h 949444"/>
                <a:gd name="connsiteX458" fmla="*/ 410316 w 1055399"/>
                <a:gd name="connsiteY458" fmla="*/ 105090 h 949444"/>
                <a:gd name="connsiteX459" fmla="*/ 409340 w 1055399"/>
                <a:gd name="connsiteY459" fmla="*/ 108992 h 949444"/>
                <a:gd name="connsiteX460" fmla="*/ 411191 w 1055399"/>
                <a:gd name="connsiteY460" fmla="*/ 113231 h 949444"/>
                <a:gd name="connsiteX461" fmla="*/ 414657 w 1055399"/>
                <a:gd name="connsiteY461" fmla="*/ 115619 h 949444"/>
                <a:gd name="connsiteX462" fmla="*/ 417383 w 1055399"/>
                <a:gd name="connsiteY462" fmla="*/ 119522 h 949444"/>
                <a:gd name="connsiteX463" fmla="*/ 417383 w 1055399"/>
                <a:gd name="connsiteY463" fmla="*/ 120598 h 949444"/>
                <a:gd name="connsiteX464" fmla="*/ 415970 w 1055399"/>
                <a:gd name="connsiteY464" fmla="*/ 122011 h 949444"/>
                <a:gd name="connsiteX465" fmla="*/ 412369 w 1055399"/>
                <a:gd name="connsiteY465" fmla="*/ 125173 h 949444"/>
                <a:gd name="connsiteX466" fmla="*/ 409340 w 1055399"/>
                <a:gd name="connsiteY466" fmla="*/ 127561 h 949444"/>
                <a:gd name="connsiteX467" fmla="*/ 407590 w 1055399"/>
                <a:gd name="connsiteY467" fmla="*/ 130925 h 949444"/>
                <a:gd name="connsiteX468" fmla="*/ 406075 w 1055399"/>
                <a:gd name="connsiteY468" fmla="*/ 132137 h 949444"/>
                <a:gd name="connsiteX469" fmla="*/ 400522 w 1055399"/>
                <a:gd name="connsiteY469" fmla="*/ 132137 h 949444"/>
                <a:gd name="connsiteX470" fmla="*/ 395407 w 1055399"/>
                <a:gd name="connsiteY470" fmla="*/ 129849 h 949444"/>
                <a:gd name="connsiteX471" fmla="*/ 394330 w 1055399"/>
                <a:gd name="connsiteY471" fmla="*/ 125711 h 949444"/>
                <a:gd name="connsiteX472" fmla="*/ 393354 w 1055399"/>
                <a:gd name="connsiteY472" fmla="*/ 122684 h 949444"/>
                <a:gd name="connsiteX473" fmla="*/ 391301 w 1055399"/>
                <a:gd name="connsiteY473" fmla="*/ 120060 h 949444"/>
                <a:gd name="connsiteX474" fmla="*/ 388911 w 1055399"/>
                <a:gd name="connsiteY474" fmla="*/ 119959 h 949444"/>
                <a:gd name="connsiteX475" fmla="*/ 386724 w 1055399"/>
                <a:gd name="connsiteY475" fmla="*/ 120834 h 949444"/>
                <a:gd name="connsiteX476" fmla="*/ 385209 w 1055399"/>
                <a:gd name="connsiteY476" fmla="*/ 122886 h 949444"/>
                <a:gd name="connsiteX477" fmla="*/ 384570 w 1055399"/>
                <a:gd name="connsiteY477" fmla="*/ 125711 h 949444"/>
                <a:gd name="connsiteX478" fmla="*/ 383594 w 1055399"/>
                <a:gd name="connsiteY478" fmla="*/ 126788 h 949444"/>
                <a:gd name="connsiteX479" fmla="*/ 380329 w 1055399"/>
                <a:gd name="connsiteY479" fmla="*/ 126889 h 949444"/>
                <a:gd name="connsiteX480" fmla="*/ 377940 w 1055399"/>
                <a:gd name="connsiteY480" fmla="*/ 126014 h 949444"/>
                <a:gd name="connsiteX481" fmla="*/ 375752 w 1055399"/>
                <a:gd name="connsiteY481" fmla="*/ 124938 h 949444"/>
                <a:gd name="connsiteX482" fmla="*/ 373060 w 1055399"/>
                <a:gd name="connsiteY482" fmla="*/ 124938 h 949444"/>
                <a:gd name="connsiteX483" fmla="*/ 371411 w 1055399"/>
                <a:gd name="connsiteY483" fmla="*/ 124063 h 949444"/>
                <a:gd name="connsiteX484" fmla="*/ 367507 w 1055399"/>
                <a:gd name="connsiteY484" fmla="*/ 124164 h 949444"/>
                <a:gd name="connsiteX485" fmla="*/ 365118 w 1055399"/>
                <a:gd name="connsiteY485" fmla="*/ 124803 h 949444"/>
                <a:gd name="connsiteX486" fmla="*/ 363367 w 1055399"/>
                <a:gd name="connsiteY486" fmla="*/ 126754 h 949444"/>
                <a:gd name="connsiteX487" fmla="*/ 361180 w 1055399"/>
                <a:gd name="connsiteY487" fmla="*/ 129344 h 949444"/>
                <a:gd name="connsiteX488" fmla="*/ 359329 w 1055399"/>
                <a:gd name="connsiteY488" fmla="*/ 132507 h 949444"/>
                <a:gd name="connsiteX489" fmla="*/ 357579 w 1055399"/>
                <a:gd name="connsiteY489" fmla="*/ 135669 h 949444"/>
                <a:gd name="connsiteX490" fmla="*/ 355728 w 1055399"/>
                <a:gd name="connsiteY490" fmla="*/ 140681 h 949444"/>
                <a:gd name="connsiteX491" fmla="*/ 354853 w 1055399"/>
                <a:gd name="connsiteY491" fmla="*/ 146871 h 949444"/>
                <a:gd name="connsiteX492" fmla="*/ 354314 w 1055399"/>
                <a:gd name="connsiteY492" fmla="*/ 151210 h 949444"/>
                <a:gd name="connsiteX493" fmla="*/ 355189 w 1055399"/>
                <a:gd name="connsiteY493" fmla="*/ 155213 h 949444"/>
                <a:gd name="connsiteX494" fmla="*/ 357781 w 1055399"/>
                <a:gd name="connsiteY494" fmla="*/ 157938 h 949444"/>
                <a:gd name="connsiteX495" fmla="*/ 360372 w 1055399"/>
                <a:gd name="connsiteY495" fmla="*/ 160528 h 949444"/>
                <a:gd name="connsiteX496" fmla="*/ 362661 w 1055399"/>
                <a:gd name="connsiteY496" fmla="*/ 161302 h 949444"/>
                <a:gd name="connsiteX497" fmla="*/ 367440 w 1055399"/>
                <a:gd name="connsiteY497" fmla="*/ 165978 h 949444"/>
                <a:gd name="connsiteX498" fmla="*/ 366363 w 1055399"/>
                <a:gd name="connsiteY498" fmla="*/ 168266 h 949444"/>
                <a:gd name="connsiteX499" fmla="*/ 366901 w 1055399"/>
                <a:gd name="connsiteY499" fmla="*/ 170990 h 949444"/>
                <a:gd name="connsiteX500" fmla="*/ 366800 w 1055399"/>
                <a:gd name="connsiteY500" fmla="*/ 173580 h 949444"/>
                <a:gd name="connsiteX501" fmla="*/ 365824 w 1055399"/>
                <a:gd name="connsiteY501" fmla="*/ 175868 h 949444"/>
                <a:gd name="connsiteX502" fmla="*/ 362358 w 1055399"/>
                <a:gd name="connsiteY502" fmla="*/ 178694 h 949444"/>
                <a:gd name="connsiteX503" fmla="*/ 357242 w 1055399"/>
                <a:gd name="connsiteY503" fmla="*/ 180107 h 949444"/>
                <a:gd name="connsiteX504" fmla="*/ 355627 w 1055399"/>
                <a:gd name="connsiteY504" fmla="*/ 180107 h 949444"/>
                <a:gd name="connsiteX505" fmla="*/ 352800 w 1055399"/>
                <a:gd name="connsiteY505" fmla="*/ 180880 h 949444"/>
                <a:gd name="connsiteX506" fmla="*/ 351050 w 1055399"/>
                <a:gd name="connsiteY506" fmla="*/ 179568 h 949444"/>
                <a:gd name="connsiteX507" fmla="*/ 349737 w 1055399"/>
                <a:gd name="connsiteY507" fmla="*/ 179333 h 949444"/>
                <a:gd name="connsiteX508" fmla="*/ 347247 w 1055399"/>
                <a:gd name="connsiteY508" fmla="*/ 180847 h 949444"/>
                <a:gd name="connsiteX509" fmla="*/ 344622 w 1055399"/>
                <a:gd name="connsiteY509" fmla="*/ 183437 h 949444"/>
                <a:gd name="connsiteX510" fmla="*/ 342131 w 1055399"/>
                <a:gd name="connsiteY510" fmla="*/ 184648 h 949444"/>
                <a:gd name="connsiteX511" fmla="*/ 337992 w 1055399"/>
                <a:gd name="connsiteY511" fmla="*/ 185724 h 949444"/>
                <a:gd name="connsiteX512" fmla="*/ 334963 w 1055399"/>
                <a:gd name="connsiteY512" fmla="*/ 185724 h 949444"/>
                <a:gd name="connsiteX513" fmla="*/ 329208 w 1055399"/>
                <a:gd name="connsiteY513" fmla="*/ 183773 h 949444"/>
                <a:gd name="connsiteX514" fmla="*/ 324530 w 1055399"/>
                <a:gd name="connsiteY514" fmla="*/ 179871 h 949444"/>
                <a:gd name="connsiteX515" fmla="*/ 321939 w 1055399"/>
                <a:gd name="connsiteY515" fmla="*/ 178256 h 949444"/>
                <a:gd name="connsiteX516" fmla="*/ 318237 w 1055399"/>
                <a:gd name="connsiteY516" fmla="*/ 178357 h 949444"/>
                <a:gd name="connsiteX517" fmla="*/ 313761 w 1055399"/>
                <a:gd name="connsiteY517" fmla="*/ 179804 h 949444"/>
                <a:gd name="connsiteX518" fmla="*/ 312179 w 1055399"/>
                <a:gd name="connsiteY518" fmla="*/ 183134 h 949444"/>
                <a:gd name="connsiteX519" fmla="*/ 308409 w 1055399"/>
                <a:gd name="connsiteY519" fmla="*/ 184715 h 949444"/>
                <a:gd name="connsiteX520" fmla="*/ 306390 w 1055399"/>
                <a:gd name="connsiteY520" fmla="*/ 189627 h 949444"/>
                <a:gd name="connsiteX521" fmla="*/ 306087 w 1055399"/>
                <a:gd name="connsiteY521" fmla="*/ 193832 h 949444"/>
                <a:gd name="connsiteX522" fmla="*/ 306087 w 1055399"/>
                <a:gd name="connsiteY522" fmla="*/ 196994 h 949444"/>
                <a:gd name="connsiteX523" fmla="*/ 304337 w 1055399"/>
                <a:gd name="connsiteY523" fmla="*/ 200459 h 949444"/>
                <a:gd name="connsiteX524" fmla="*/ 301308 w 1055399"/>
                <a:gd name="connsiteY524" fmla="*/ 204226 h 949444"/>
                <a:gd name="connsiteX525" fmla="*/ 297977 w 1055399"/>
                <a:gd name="connsiteY525" fmla="*/ 204798 h 949444"/>
                <a:gd name="connsiteX526" fmla="*/ 293198 w 1055399"/>
                <a:gd name="connsiteY526" fmla="*/ 204798 h 949444"/>
                <a:gd name="connsiteX527" fmla="*/ 288856 w 1055399"/>
                <a:gd name="connsiteY527" fmla="*/ 202780 h 949444"/>
                <a:gd name="connsiteX528" fmla="*/ 286669 w 1055399"/>
                <a:gd name="connsiteY528" fmla="*/ 200324 h 949444"/>
                <a:gd name="connsiteX529" fmla="*/ 287409 w 1055399"/>
                <a:gd name="connsiteY529" fmla="*/ 198743 h 949444"/>
                <a:gd name="connsiteX530" fmla="*/ 291178 w 1055399"/>
                <a:gd name="connsiteY530" fmla="*/ 196725 h 949444"/>
                <a:gd name="connsiteX531" fmla="*/ 293770 w 1055399"/>
                <a:gd name="connsiteY531" fmla="*/ 193966 h 949444"/>
                <a:gd name="connsiteX532" fmla="*/ 296227 w 1055399"/>
                <a:gd name="connsiteY532" fmla="*/ 190939 h 949444"/>
                <a:gd name="connsiteX533" fmla="*/ 297977 w 1055399"/>
                <a:gd name="connsiteY533" fmla="*/ 188752 h 949444"/>
                <a:gd name="connsiteX534" fmla="*/ 299424 w 1055399"/>
                <a:gd name="connsiteY534" fmla="*/ 185724 h 949444"/>
                <a:gd name="connsiteX535" fmla="*/ 299424 w 1055399"/>
                <a:gd name="connsiteY535" fmla="*/ 183706 h 949444"/>
                <a:gd name="connsiteX536" fmla="*/ 298852 w 1055399"/>
                <a:gd name="connsiteY536" fmla="*/ 180376 h 949444"/>
                <a:gd name="connsiteX537" fmla="*/ 294948 w 1055399"/>
                <a:gd name="connsiteY537" fmla="*/ 174590 h 949444"/>
                <a:gd name="connsiteX538" fmla="*/ 293803 w 1055399"/>
                <a:gd name="connsiteY538" fmla="*/ 170822 h 949444"/>
                <a:gd name="connsiteX539" fmla="*/ 291212 w 1055399"/>
                <a:gd name="connsiteY539" fmla="*/ 167357 h 949444"/>
                <a:gd name="connsiteX540" fmla="*/ 288183 w 1055399"/>
                <a:gd name="connsiteY540" fmla="*/ 167223 h 949444"/>
                <a:gd name="connsiteX541" fmla="*/ 286736 w 1055399"/>
                <a:gd name="connsiteY541" fmla="*/ 168232 h 949444"/>
                <a:gd name="connsiteX542" fmla="*/ 283707 w 1055399"/>
                <a:gd name="connsiteY542" fmla="*/ 169241 h 949444"/>
                <a:gd name="connsiteX543" fmla="*/ 282967 w 1055399"/>
                <a:gd name="connsiteY543" fmla="*/ 169375 h 949444"/>
                <a:gd name="connsiteX544" fmla="*/ 277178 w 1055399"/>
                <a:gd name="connsiteY544" fmla="*/ 167492 h 949444"/>
                <a:gd name="connsiteX545" fmla="*/ 275159 w 1055399"/>
                <a:gd name="connsiteY545" fmla="*/ 165743 h 949444"/>
                <a:gd name="connsiteX546" fmla="*/ 272702 w 1055399"/>
                <a:gd name="connsiteY546" fmla="*/ 167626 h 949444"/>
                <a:gd name="connsiteX547" fmla="*/ 270817 w 1055399"/>
                <a:gd name="connsiteY547" fmla="*/ 171259 h 949444"/>
                <a:gd name="connsiteX548" fmla="*/ 269640 w 1055399"/>
                <a:gd name="connsiteY548" fmla="*/ 172706 h 949444"/>
                <a:gd name="connsiteX549" fmla="*/ 269640 w 1055399"/>
                <a:gd name="connsiteY549" fmla="*/ 174455 h 949444"/>
                <a:gd name="connsiteX550" fmla="*/ 268495 w 1055399"/>
                <a:gd name="connsiteY550" fmla="*/ 177920 h 949444"/>
                <a:gd name="connsiteX551" fmla="*/ 265904 w 1055399"/>
                <a:gd name="connsiteY551" fmla="*/ 178929 h 949444"/>
                <a:gd name="connsiteX552" fmla="*/ 262269 w 1055399"/>
                <a:gd name="connsiteY552" fmla="*/ 177785 h 949444"/>
                <a:gd name="connsiteX553" fmla="*/ 260519 w 1055399"/>
                <a:gd name="connsiteY553" fmla="*/ 176474 h 949444"/>
                <a:gd name="connsiteX554" fmla="*/ 258062 w 1055399"/>
                <a:gd name="connsiteY554" fmla="*/ 173009 h 949444"/>
                <a:gd name="connsiteX555" fmla="*/ 258062 w 1055399"/>
                <a:gd name="connsiteY555" fmla="*/ 170687 h 949444"/>
                <a:gd name="connsiteX556" fmla="*/ 259072 w 1055399"/>
                <a:gd name="connsiteY556" fmla="*/ 166651 h 949444"/>
                <a:gd name="connsiteX557" fmla="*/ 260654 w 1055399"/>
                <a:gd name="connsiteY557" fmla="*/ 163186 h 949444"/>
                <a:gd name="connsiteX558" fmla="*/ 260788 w 1055399"/>
                <a:gd name="connsiteY558" fmla="*/ 156391 h 949444"/>
                <a:gd name="connsiteX559" fmla="*/ 258904 w 1055399"/>
                <a:gd name="connsiteY559" fmla="*/ 153330 h 949444"/>
                <a:gd name="connsiteX560" fmla="*/ 253115 w 1055399"/>
                <a:gd name="connsiteY560" fmla="*/ 148990 h 949444"/>
                <a:gd name="connsiteX561" fmla="*/ 253687 w 1055399"/>
                <a:gd name="connsiteY561" fmla="*/ 146400 h 949444"/>
                <a:gd name="connsiteX562" fmla="*/ 256884 w 1055399"/>
                <a:gd name="connsiteY562" fmla="*/ 143204 h 949444"/>
                <a:gd name="connsiteX563" fmla="*/ 255303 w 1055399"/>
                <a:gd name="connsiteY563" fmla="*/ 142026 h 949444"/>
                <a:gd name="connsiteX564" fmla="*/ 252543 w 1055399"/>
                <a:gd name="connsiteY564" fmla="*/ 142464 h 949444"/>
                <a:gd name="connsiteX565" fmla="*/ 249514 w 1055399"/>
                <a:gd name="connsiteY565" fmla="*/ 143776 h 949444"/>
                <a:gd name="connsiteX566" fmla="*/ 247932 w 1055399"/>
                <a:gd name="connsiteY566" fmla="*/ 146669 h 949444"/>
                <a:gd name="connsiteX567" fmla="*/ 246788 w 1055399"/>
                <a:gd name="connsiteY567" fmla="*/ 148553 h 949444"/>
                <a:gd name="connsiteX568" fmla="*/ 245475 w 1055399"/>
                <a:gd name="connsiteY568" fmla="*/ 150302 h 949444"/>
                <a:gd name="connsiteX569" fmla="*/ 242716 w 1055399"/>
                <a:gd name="connsiteY569" fmla="*/ 150167 h 949444"/>
                <a:gd name="connsiteX570" fmla="*/ 237499 w 1055399"/>
                <a:gd name="connsiteY570" fmla="*/ 150739 h 949444"/>
                <a:gd name="connsiteX571" fmla="*/ 235749 w 1055399"/>
                <a:gd name="connsiteY571" fmla="*/ 151883 h 949444"/>
                <a:gd name="connsiteX572" fmla="*/ 234874 w 1055399"/>
                <a:gd name="connsiteY572" fmla="*/ 156222 h 949444"/>
                <a:gd name="connsiteX573" fmla="*/ 234874 w 1055399"/>
                <a:gd name="connsiteY573" fmla="*/ 160562 h 949444"/>
                <a:gd name="connsiteX574" fmla="*/ 234874 w 1055399"/>
                <a:gd name="connsiteY574" fmla="*/ 164902 h 949444"/>
                <a:gd name="connsiteX575" fmla="*/ 235615 w 1055399"/>
                <a:gd name="connsiteY575" fmla="*/ 166920 h 949444"/>
                <a:gd name="connsiteX576" fmla="*/ 235480 w 1055399"/>
                <a:gd name="connsiteY576" fmla="*/ 168064 h 949444"/>
                <a:gd name="connsiteX577" fmla="*/ 235177 w 1055399"/>
                <a:gd name="connsiteY577" fmla="*/ 169073 h 949444"/>
                <a:gd name="connsiteX578" fmla="*/ 233158 w 1055399"/>
                <a:gd name="connsiteY578" fmla="*/ 168636 h 949444"/>
                <a:gd name="connsiteX579" fmla="*/ 231845 w 1055399"/>
                <a:gd name="connsiteY579" fmla="*/ 168266 h 949444"/>
                <a:gd name="connsiteX580" fmla="*/ 230600 w 1055399"/>
                <a:gd name="connsiteY580" fmla="*/ 169510 h 949444"/>
                <a:gd name="connsiteX581" fmla="*/ 230163 w 1055399"/>
                <a:gd name="connsiteY581" fmla="*/ 170822 h 949444"/>
                <a:gd name="connsiteX582" fmla="*/ 229658 w 1055399"/>
                <a:gd name="connsiteY582" fmla="*/ 171461 h 949444"/>
                <a:gd name="connsiteX583" fmla="*/ 227134 w 1055399"/>
                <a:gd name="connsiteY583" fmla="*/ 171461 h 949444"/>
                <a:gd name="connsiteX584" fmla="*/ 225889 w 1055399"/>
                <a:gd name="connsiteY584" fmla="*/ 170385 h 949444"/>
                <a:gd name="connsiteX585" fmla="*/ 224239 w 1055399"/>
                <a:gd name="connsiteY585" fmla="*/ 168871 h 949444"/>
                <a:gd name="connsiteX586" fmla="*/ 222860 w 1055399"/>
                <a:gd name="connsiteY586" fmla="*/ 166752 h 949444"/>
                <a:gd name="connsiteX587" fmla="*/ 221985 w 1055399"/>
                <a:gd name="connsiteY587" fmla="*/ 165877 h 949444"/>
                <a:gd name="connsiteX588" fmla="*/ 221177 w 1055399"/>
                <a:gd name="connsiteY588" fmla="*/ 163993 h 949444"/>
                <a:gd name="connsiteX589" fmla="*/ 221177 w 1055399"/>
                <a:gd name="connsiteY589" fmla="*/ 161672 h 949444"/>
                <a:gd name="connsiteX590" fmla="*/ 220167 w 1055399"/>
                <a:gd name="connsiteY590" fmla="*/ 160865 h 949444"/>
                <a:gd name="connsiteX591" fmla="*/ 217710 w 1055399"/>
                <a:gd name="connsiteY591" fmla="*/ 158981 h 949444"/>
                <a:gd name="connsiteX592" fmla="*/ 216331 w 1055399"/>
                <a:gd name="connsiteY592" fmla="*/ 158779 h 949444"/>
                <a:gd name="connsiteX593" fmla="*/ 215186 w 1055399"/>
                <a:gd name="connsiteY593" fmla="*/ 159721 h 949444"/>
                <a:gd name="connsiteX594" fmla="*/ 214244 w 1055399"/>
                <a:gd name="connsiteY594" fmla="*/ 161538 h 949444"/>
                <a:gd name="connsiteX595" fmla="*/ 213302 w 1055399"/>
                <a:gd name="connsiteY595" fmla="*/ 163421 h 949444"/>
                <a:gd name="connsiteX596" fmla="*/ 211787 w 1055399"/>
                <a:gd name="connsiteY596" fmla="*/ 165877 h 949444"/>
                <a:gd name="connsiteX597" fmla="*/ 210037 w 1055399"/>
                <a:gd name="connsiteY597" fmla="*/ 165877 h 949444"/>
                <a:gd name="connsiteX598" fmla="*/ 207513 w 1055399"/>
                <a:gd name="connsiteY598" fmla="*/ 163354 h 949444"/>
                <a:gd name="connsiteX599" fmla="*/ 204383 w 1055399"/>
                <a:gd name="connsiteY599" fmla="*/ 161470 h 949444"/>
                <a:gd name="connsiteX600" fmla="*/ 201354 w 1055399"/>
                <a:gd name="connsiteY600" fmla="*/ 160091 h 949444"/>
                <a:gd name="connsiteX601" fmla="*/ 198090 w 1055399"/>
                <a:gd name="connsiteY601" fmla="*/ 158005 h 949444"/>
                <a:gd name="connsiteX602" fmla="*/ 194758 w 1055399"/>
                <a:gd name="connsiteY602" fmla="*/ 154675 h 949444"/>
                <a:gd name="connsiteX603" fmla="*/ 192873 w 1055399"/>
                <a:gd name="connsiteY603" fmla="*/ 151648 h 949444"/>
                <a:gd name="connsiteX604" fmla="*/ 191628 w 1055399"/>
                <a:gd name="connsiteY604" fmla="*/ 149629 h 949444"/>
                <a:gd name="connsiteX605" fmla="*/ 191628 w 1055399"/>
                <a:gd name="connsiteY605" fmla="*/ 148115 h 949444"/>
                <a:gd name="connsiteX606" fmla="*/ 191561 w 1055399"/>
                <a:gd name="connsiteY606" fmla="*/ 145794 h 949444"/>
                <a:gd name="connsiteX607" fmla="*/ 189609 w 1055399"/>
                <a:gd name="connsiteY607" fmla="*/ 144280 h 949444"/>
                <a:gd name="connsiteX608" fmla="*/ 186412 w 1055399"/>
                <a:gd name="connsiteY608" fmla="*/ 142094 h 949444"/>
                <a:gd name="connsiteX609" fmla="*/ 182340 w 1055399"/>
                <a:gd name="connsiteY609" fmla="*/ 136140 h 949444"/>
                <a:gd name="connsiteX610" fmla="*/ 181397 w 1055399"/>
                <a:gd name="connsiteY610" fmla="*/ 130993 h 949444"/>
                <a:gd name="connsiteX611" fmla="*/ 175306 w 1055399"/>
                <a:gd name="connsiteY611" fmla="*/ 124702 h 949444"/>
                <a:gd name="connsiteX612" fmla="*/ 171402 w 1055399"/>
                <a:gd name="connsiteY612" fmla="*/ 121002 h 949444"/>
                <a:gd name="connsiteX613" fmla="*/ 164233 w 1055399"/>
                <a:gd name="connsiteY613" fmla="*/ 117974 h 949444"/>
                <a:gd name="connsiteX614" fmla="*/ 159892 w 1055399"/>
                <a:gd name="connsiteY614" fmla="*/ 116898 h 949444"/>
                <a:gd name="connsiteX615" fmla="*/ 157267 w 1055399"/>
                <a:gd name="connsiteY615" fmla="*/ 115148 h 949444"/>
                <a:gd name="connsiteX616" fmla="*/ 153565 w 1055399"/>
                <a:gd name="connsiteY616" fmla="*/ 113197 h 949444"/>
                <a:gd name="connsiteX617" fmla="*/ 151613 w 1055399"/>
                <a:gd name="connsiteY617" fmla="*/ 111246 h 949444"/>
                <a:gd name="connsiteX618" fmla="*/ 148988 w 1055399"/>
                <a:gd name="connsiteY618" fmla="*/ 109497 h 949444"/>
                <a:gd name="connsiteX619" fmla="*/ 145286 w 1055399"/>
                <a:gd name="connsiteY619" fmla="*/ 107748 h 949444"/>
                <a:gd name="connsiteX620" fmla="*/ 145286 w 1055399"/>
                <a:gd name="connsiteY620" fmla="*/ 104720 h 949444"/>
                <a:gd name="connsiteX621" fmla="*/ 146161 w 1055399"/>
                <a:gd name="connsiteY621" fmla="*/ 102971 h 949444"/>
                <a:gd name="connsiteX622" fmla="*/ 143771 w 1055399"/>
                <a:gd name="connsiteY622" fmla="*/ 98631 h 949444"/>
                <a:gd name="connsiteX623" fmla="*/ 140507 w 1055399"/>
                <a:gd name="connsiteY623" fmla="*/ 96243 h 949444"/>
                <a:gd name="connsiteX624" fmla="*/ 137478 w 1055399"/>
                <a:gd name="connsiteY624" fmla="*/ 89852 h 949444"/>
                <a:gd name="connsiteX625" fmla="*/ 138555 w 1055399"/>
                <a:gd name="connsiteY625" fmla="*/ 82787 h 949444"/>
                <a:gd name="connsiteX626" fmla="*/ 139867 w 1055399"/>
                <a:gd name="connsiteY626" fmla="*/ 74545 h 949444"/>
                <a:gd name="connsiteX627" fmla="*/ 137478 w 1055399"/>
                <a:gd name="connsiteY627" fmla="*/ 66506 h 949444"/>
                <a:gd name="connsiteX628" fmla="*/ 132463 w 1055399"/>
                <a:gd name="connsiteY628" fmla="*/ 61291 h 949444"/>
                <a:gd name="connsiteX629" fmla="*/ 129838 w 1055399"/>
                <a:gd name="connsiteY629" fmla="*/ 54765 h 949444"/>
                <a:gd name="connsiteX630" fmla="*/ 127449 w 1055399"/>
                <a:gd name="connsiteY630" fmla="*/ 51502 h 949444"/>
                <a:gd name="connsiteX631" fmla="*/ 126372 w 1055399"/>
                <a:gd name="connsiteY631" fmla="*/ 47163 h 949444"/>
                <a:gd name="connsiteX632" fmla="*/ 129401 w 1055399"/>
                <a:gd name="connsiteY632" fmla="*/ 44774 h 949444"/>
                <a:gd name="connsiteX633" fmla="*/ 130713 w 1055399"/>
                <a:gd name="connsiteY633" fmla="*/ 42184 h 949444"/>
                <a:gd name="connsiteX634" fmla="*/ 128526 w 1055399"/>
                <a:gd name="connsiteY634" fmla="*/ 38921 h 949444"/>
                <a:gd name="connsiteX635" fmla="*/ 126338 w 1055399"/>
                <a:gd name="connsiteY635" fmla="*/ 33270 h 949444"/>
                <a:gd name="connsiteX636" fmla="*/ 121761 w 1055399"/>
                <a:gd name="connsiteY636" fmla="*/ 28829 h 949444"/>
                <a:gd name="connsiteX637" fmla="*/ 118295 w 1055399"/>
                <a:gd name="connsiteY637" fmla="*/ 25903 h 949444"/>
                <a:gd name="connsiteX638" fmla="*/ 113953 w 1055399"/>
                <a:gd name="connsiteY638" fmla="*/ 25903 h 949444"/>
                <a:gd name="connsiteX639" fmla="*/ 110924 w 1055399"/>
                <a:gd name="connsiteY639" fmla="*/ 23581 h 949444"/>
                <a:gd name="connsiteX640" fmla="*/ 109343 w 1055399"/>
                <a:gd name="connsiteY640" fmla="*/ 22707 h 949444"/>
                <a:gd name="connsiteX641" fmla="*/ 108602 w 1055399"/>
                <a:gd name="connsiteY641" fmla="*/ 20083 h 949444"/>
                <a:gd name="connsiteX642" fmla="*/ 107727 w 1055399"/>
                <a:gd name="connsiteY642" fmla="*/ 17896 h 949444"/>
                <a:gd name="connsiteX643" fmla="*/ 104463 w 1055399"/>
                <a:gd name="connsiteY643" fmla="*/ 17896 h 949444"/>
                <a:gd name="connsiteX644" fmla="*/ 99179 w 1055399"/>
                <a:gd name="connsiteY644" fmla="*/ 17896 h 949444"/>
                <a:gd name="connsiteX645" fmla="*/ 99179 w 1055399"/>
                <a:gd name="connsiteY645" fmla="*/ 14566 h 949444"/>
                <a:gd name="connsiteX646" fmla="*/ 99179 w 1055399"/>
                <a:gd name="connsiteY646" fmla="*/ 11101 h 949444"/>
                <a:gd name="connsiteX647" fmla="*/ 96722 w 1055399"/>
                <a:gd name="connsiteY647" fmla="*/ 9520 h 949444"/>
                <a:gd name="connsiteX648" fmla="*/ 94972 w 1055399"/>
                <a:gd name="connsiteY648" fmla="*/ 7199 h 949444"/>
                <a:gd name="connsiteX649" fmla="*/ 90631 w 1055399"/>
                <a:gd name="connsiteY649" fmla="*/ 6459 h 949444"/>
                <a:gd name="connsiteX650" fmla="*/ 88309 w 1055399"/>
                <a:gd name="connsiteY650" fmla="*/ 6627 h 949444"/>
                <a:gd name="connsiteX651" fmla="*/ 85549 w 1055399"/>
                <a:gd name="connsiteY651" fmla="*/ 6728 h 949444"/>
                <a:gd name="connsiteX652" fmla="*/ 79188 w 1055399"/>
                <a:gd name="connsiteY652" fmla="*/ 6728 h 949444"/>
                <a:gd name="connsiteX653" fmla="*/ 74409 w 1055399"/>
                <a:gd name="connsiteY653" fmla="*/ 7603 h 949444"/>
                <a:gd name="connsiteX654" fmla="*/ 72222 w 1055399"/>
                <a:gd name="connsiteY654" fmla="*/ 9352 h 949444"/>
                <a:gd name="connsiteX655" fmla="*/ 68318 w 1055399"/>
                <a:gd name="connsiteY655" fmla="*/ 10529 h 949444"/>
                <a:gd name="connsiteX656" fmla="*/ 63976 w 1055399"/>
                <a:gd name="connsiteY656" fmla="*/ 12110 h 949444"/>
                <a:gd name="connsiteX657" fmla="*/ 62226 w 1055399"/>
                <a:gd name="connsiteY657" fmla="*/ 13691 h 949444"/>
                <a:gd name="connsiteX658" fmla="*/ 59197 w 1055399"/>
                <a:gd name="connsiteY658" fmla="*/ 14129 h 949444"/>
                <a:gd name="connsiteX659" fmla="*/ 54553 w 1055399"/>
                <a:gd name="connsiteY659" fmla="*/ 11673 h 949444"/>
                <a:gd name="connsiteX660" fmla="*/ 54553 w 1055399"/>
                <a:gd name="connsiteY660" fmla="*/ 9486 h 949444"/>
                <a:gd name="connsiteX661" fmla="*/ 56741 w 1055399"/>
                <a:gd name="connsiteY661" fmla="*/ 6459 h 949444"/>
                <a:gd name="connsiteX662" fmla="*/ 56875 w 1055399"/>
                <a:gd name="connsiteY662" fmla="*/ 3263 h 949444"/>
                <a:gd name="connsiteX663" fmla="*/ 54553 w 1055399"/>
                <a:gd name="connsiteY663" fmla="*/ 807 h 949444"/>
                <a:gd name="connsiteX664" fmla="*/ 53106 w 1055399"/>
                <a:gd name="connsiteY664" fmla="*/ 67 h 949444"/>
                <a:gd name="connsiteX665" fmla="*/ 49034 w 1055399"/>
                <a:gd name="connsiteY665" fmla="*/ 67 h 949444"/>
                <a:gd name="connsiteX666" fmla="*/ 42976 w 1055399"/>
                <a:gd name="connsiteY666" fmla="*/ 0 h 949444"/>
                <a:gd name="connsiteX667" fmla="*/ 40048 w 1055399"/>
                <a:gd name="connsiteY667" fmla="*/ 2388 h 949444"/>
                <a:gd name="connsiteX668" fmla="*/ 40048 w 1055399"/>
                <a:gd name="connsiteY668" fmla="*/ 4138 h 949444"/>
                <a:gd name="connsiteX669" fmla="*/ 40048 w 1055399"/>
                <a:gd name="connsiteY669" fmla="*/ 5887 h 949444"/>
                <a:gd name="connsiteX670" fmla="*/ 40048 w 1055399"/>
                <a:gd name="connsiteY670" fmla="*/ 7636 h 949444"/>
                <a:gd name="connsiteX671" fmla="*/ 38971 w 1055399"/>
                <a:gd name="connsiteY671" fmla="*/ 9587 h 949444"/>
                <a:gd name="connsiteX672" fmla="*/ 36144 w 1055399"/>
                <a:gd name="connsiteY672" fmla="*/ 10126 h 949444"/>
                <a:gd name="connsiteX673" fmla="*/ 27899 w 1055399"/>
                <a:gd name="connsiteY673" fmla="*/ 10226 h 949444"/>
                <a:gd name="connsiteX674" fmla="*/ 23557 w 1055399"/>
                <a:gd name="connsiteY674" fmla="*/ 10226 h 949444"/>
                <a:gd name="connsiteX675" fmla="*/ 20966 w 1055399"/>
                <a:gd name="connsiteY675" fmla="*/ 9789 h 949444"/>
                <a:gd name="connsiteX676" fmla="*/ 17499 w 1055399"/>
                <a:gd name="connsiteY676" fmla="*/ 10428 h 949444"/>
                <a:gd name="connsiteX677" fmla="*/ 14033 w 1055399"/>
                <a:gd name="connsiteY677" fmla="*/ 12615 h 949444"/>
                <a:gd name="connsiteX678" fmla="*/ 14033 w 1055399"/>
                <a:gd name="connsiteY678" fmla="*/ 12817 h 949444"/>
                <a:gd name="connsiteX679" fmla="*/ 15110 w 1055399"/>
                <a:gd name="connsiteY679" fmla="*/ 16282 h 949444"/>
                <a:gd name="connsiteX680" fmla="*/ 15312 w 1055399"/>
                <a:gd name="connsiteY680" fmla="*/ 17358 h 949444"/>
                <a:gd name="connsiteX681" fmla="*/ 17499 w 1055399"/>
                <a:gd name="connsiteY681" fmla="*/ 22370 h 949444"/>
                <a:gd name="connsiteX682" fmla="*/ 17499 w 1055399"/>
                <a:gd name="connsiteY682" fmla="*/ 24994 h 949444"/>
                <a:gd name="connsiteX683" fmla="*/ 18374 w 1055399"/>
                <a:gd name="connsiteY683" fmla="*/ 27383 h 949444"/>
                <a:gd name="connsiteX684" fmla="*/ 18172 w 1055399"/>
                <a:gd name="connsiteY684" fmla="*/ 30646 h 949444"/>
                <a:gd name="connsiteX685" fmla="*/ 17735 w 1055399"/>
                <a:gd name="connsiteY685" fmla="*/ 34346 h 949444"/>
                <a:gd name="connsiteX686" fmla="*/ 16220 w 1055399"/>
                <a:gd name="connsiteY686" fmla="*/ 37374 h 949444"/>
                <a:gd name="connsiteX687" fmla="*/ 14033 w 1055399"/>
                <a:gd name="connsiteY687" fmla="*/ 39762 h 949444"/>
                <a:gd name="connsiteX688" fmla="*/ 14033 w 1055399"/>
                <a:gd name="connsiteY688" fmla="*/ 42352 h 949444"/>
                <a:gd name="connsiteX689" fmla="*/ 15547 w 1055399"/>
                <a:gd name="connsiteY689" fmla="*/ 43664 h 949444"/>
                <a:gd name="connsiteX690" fmla="*/ 22076 w 1055399"/>
                <a:gd name="connsiteY690" fmla="*/ 47802 h 949444"/>
                <a:gd name="connsiteX691" fmla="*/ 21437 w 1055399"/>
                <a:gd name="connsiteY691" fmla="*/ 51502 h 949444"/>
                <a:gd name="connsiteX692" fmla="*/ 20999 w 1055399"/>
                <a:gd name="connsiteY692" fmla="*/ 55203 h 949444"/>
                <a:gd name="connsiteX693" fmla="*/ 21437 w 1055399"/>
                <a:gd name="connsiteY693" fmla="*/ 57793 h 949444"/>
                <a:gd name="connsiteX694" fmla="*/ 30557 w 1055399"/>
                <a:gd name="connsiteY694" fmla="*/ 58432 h 949444"/>
                <a:gd name="connsiteX695" fmla="*/ 35134 w 1055399"/>
                <a:gd name="connsiteY695" fmla="*/ 58230 h 949444"/>
                <a:gd name="connsiteX696" fmla="*/ 40586 w 1055399"/>
                <a:gd name="connsiteY696" fmla="*/ 57793 h 949444"/>
                <a:gd name="connsiteX697" fmla="*/ 42538 w 1055399"/>
                <a:gd name="connsiteY697" fmla="*/ 60181 h 949444"/>
                <a:gd name="connsiteX698" fmla="*/ 43851 w 1055399"/>
                <a:gd name="connsiteY698" fmla="*/ 61493 h 949444"/>
                <a:gd name="connsiteX699" fmla="*/ 42774 w 1055399"/>
                <a:gd name="connsiteY699" fmla="*/ 64958 h 949444"/>
                <a:gd name="connsiteX700" fmla="*/ 41461 w 1055399"/>
                <a:gd name="connsiteY700" fmla="*/ 66035 h 949444"/>
                <a:gd name="connsiteX701" fmla="*/ 37557 w 1055399"/>
                <a:gd name="connsiteY701" fmla="*/ 72325 h 949444"/>
                <a:gd name="connsiteX702" fmla="*/ 30389 w 1055399"/>
                <a:gd name="connsiteY702" fmla="*/ 78414 h 949444"/>
                <a:gd name="connsiteX703" fmla="*/ 24533 w 1055399"/>
                <a:gd name="connsiteY703" fmla="*/ 86891 h 949444"/>
                <a:gd name="connsiteX704" fmla="*/ 18004 w 1055399"/>
                <a:gd name="connsiteY704" fmla="*/ 91029 h 949444"/>
                <a:gd name="connsiteX705" fmla="*/ 15817 w 1055399"/>
                <a:gd name="connsiteY705" fmla="*/ 94931 h 949444"/>
                <a:gd name="connsiteX706" fmla="*/ 16389 w 1055399"/>
                <a:gd name="connsiteY706" fmla="*/ 97118 h 949444"/>
                <a:gd name="connsiteX707" fmla="*/ 16961 w 1055399"/>
                <a:gd name="connsiteY707" fmla="*/ 99304 h 949444"/>
                <a:gd name="connsiteX708" fmla="*/ 19485 w 1055399"/>
                <a:gd name="connsiteY708" fmla="*/ 101121 h 949444"/>
                <a:gd name="connsiteX709" fmla="*/ 19552 w 1055399"/>
                <a:gd name="connsiteY709" fmla="*/ 102567 h 949444"/>
                <a:gd name="connsiteX710" fmla="*/ 19418 w 1055399"/>
                <a:gd name="connsiteY710" fmla="*/ 104687 h 949444"/>
                <a:gd name="connsiteX711" fmla="*/ 18273 w 1055399"/>
                <a:gd name="connsiteY711" fmla="*/ 107445 h 949444"/>
                <a:gd name="connsiteX712" fmla="*/ 17196 w 1055399"/>
                <a:gd name="connsiteY712" fmla="*/ 109026 h 949444"/>
                <a:gd name="connsiteX713" fmla="*/ 15312 w 1055399"/>
                <a:gd name="connsiteY713" fmla="*/ 110473 h 949444"/>
                <a:gd name="connsiteX714" fmla="*/ 12619 w 1055399"/>
                <a:gd name="connsiteY714" fmla="*/ 111179 h 949444"/>
                <a:gd name="connsiteX715" fmla="*/ 9489 w 1055399"/>
                <a:gd name="connsiteY715" fmla="*/ 111314 h 949444"/>
                <a:gd name="connsiteX716" fmla="*/ 6023 w 1055399"/>
                <a:gd name="connsiteY716" fmla="*/ 111314 h 949444"/>
                <a:gd name="connsiteX717" fmla="*/ 3331 w 1055399"/>
                <a:gd name="connsiteY717" fmla="*/ 111953 h 949444"/>
                <a:gd name="connsiteX718" fmla="*/ 1513 w 1055399"/>
                <a:gd name="connsiteY718" fmla="*/ 113904 h 949444"/>
                <a:gd name="connsiteX719" fmla="*/ 436 w 1055399"/>
                <a:gd name="connsiteY719" fmla="*/ 115418 h 949444"/>
                <a:gd name="connsiteX720" fmla="*/ 66 w 1055399"/>
                <a:gd name="connsiteY720" fmla="*/ 116931 h 949444"/>
                <a:gd name="connsiteX721" fmla="*/ 1143 w 1055399"/>
                <a:gd name="connsiteY721" fmla="*/ 119757 h 949444"/>
                <a:gd name="connsiteX722" fmla="*/ 2960 w 1055399"/>
                <a:gd name="connsiteY722" fmla="*/ 123155 h 949444"/>
                <a:gd name="connsiteX723" fmla="*/ 4273 w 1055399"/>
                <a:gd name="connsiteY723" fmla="*/ 124736 h 949444"/>
                <a:gd name="connsiteX724" fmla="*/ 3634 w 1055399"/>
                <a:gd name="connsiteY724" fmla="*/ 127057 h 949444"/>
                <a:gd name="connsiteX725" fmla="*/ 2826 w 1055399"/>
                <a:gd name="connsiteY725" fmla="*/ 129143 h 949444"/>
                <a:gd name="connsiteX726" fmla="*/ 1816 w 1055399"/>
                <a:gd name="connsiteY726" fmla="*/ 131161 h 949444"/>
                <a:gd name="connsiteX727" fmla="*/ 2018 w 1055399"/>
                <a:gd name="connsiteY727" fmla="*/ 133045 h 949444"/>
                <a:gd name="connsiteX728" fmla="*/ 3095 w 1055399"/>
                <a:gd name="connsiteY728" fmla="*/ 135299 h 949444"/>
                <a:gd name="connsiteX729" fmla="*/ 4845 w 1055399"/>
                <a:gd name="connsiteY729" fmla="*/ 137384 h 949444"/>
                <a:gd name="connsiteX730" fmla="*/ 9927 w 1055399"/>
                <a:gd name="connsiteY730" fmla="*/ 141791 h 949444"/>
                <a:gd name="connsiteX731" fmla="*/ 12014 w 1055399"/>
                <a:gd name="connsiteY731" fmla="*/ 143540 h 949444"/>
                <a:gd name="connsiteX732" fmla="*/ 15413 w 1055399"/>
                <a:gd name="connsiteY732" fmla="*/ 146736 h 949444"/>
                <a:gd name="connsiteX733" fmla="*/ 20562 w 1055399"/>
                <a:gd name="connsiteY733" fmla="*/ 151479 h 949444"/>
                <a:gd name="connsiteX734" fmla="*/ 25240 w 1055399"/>
                <a:gd name="connsiteY734" fmla="*/ 156592 h 949444"/>
                <a:gd name="connsiteX735" fmla="*/ 30355 w 1055399"/>
                <a:gd name="connsiteY735" fmla="*/ 161033 h 949444"/>
                <a:gd name="connsiteX736" fmla="*/ 34495 w 1055399"/>
                <a:gd name="connsiteY736" fmla="*/ 165810 h 949444"/>
                <a:gd name="connsiteX737" fmla="*/ 39812 w 1055399"/>
                <a:gd name="connsiteY737" fmla="*/ 169073 h 949444"/>
                <a:gd name="connsiteX738" fmla="*/ 44490 w 1055399"/>
                <a:gd name="connsiteY738" fmla="*/ 171898 h 949444"/>
                <a:gd name="connsiteX739" fmla="*/ 47856 w 1055399"/>
                <a:gd name="connsiteY739" fmla="*/ 173648 h 949444"/>
                <a:gd name="connsiteX740" fmla="*/ 48495 w 1055399"/>
                <a:gd name="connsiteY740" fmla="*/ 174522 h 949444"/>
                <a:gd name="connsiteX741" fmla="*/ 50111 w 1055399"/>
                <a:gd name="connsiteY741" fmla="*/ 177113 h 949444"/>
                <a:gd name="connsiteX742" fmla="*/ 54789 w 1055399"/>
                <a:gd name="connsiteY742" fmla="*/ 177214 h 949444"/>
                <a:gd name="connsiteX743" fmla="*/ 60644 w 1055399"/>
                <a:gd name="connsiteY743" fmla="*/ 178526 h 949444"/>
                <a:gd name="connsiteX744" fmla="*/ 61856 w 1055399"/>
                <a:gd name="connsiteY744" fmla="*/ 179938 h 949444"/>
                <a:gd name="connsiteX745" fmla="*/ 66534 w 1055399"/>
                <a:gd name="connsiteY745" fmla="*/ 183639 h 949444"/>
                <a:gd name="connsiteX746" fmla="*/ 69799 w 1055399"/>
                <a:gd name="connsiteY746" fmla="*/ 187238 h 949444"/>
                <a:gd name="connsiteX747" fmla="*/ 72390 w 1055399"/>
                <a:gd name="connsiteY747" fmla="*/ 189088 h 949444"/>
                <a:gd name="connsiteX748" fmla="*/ 72827 w 1055399"/>
                <a:gd name="connsiteY748" fmla="*/ 195715 h 949444"/>
                <a:gd name="connsiteX749" fmla="*/ 73265 w 1055399"/>
                <a:gd name="connsiteY749" fmla="*/ 200929 h 949444"/>
                <a:gd name="connsiteX750" fmla="*/ 74140 w 1055399"/>
                <a:gd name="connsiteY750" fmla="*/ 206816 h 949444"/>
                <a:gd name="connsiteX751" fmla="*/ 77068 w 1055399"/>
                <a:gd name="connsiteY751" fmla="*/ 211694 h 949444"/>
                <a:gd name="connsiteX752" fmla="*/ 77943 w 1055399"/>
                <a:gd name="connsiteY752" fmla="*/ 217144 h 949444"/>
                <a:gd name="connsiteX753" fmla="*/ 79794 w 1055399"/>
                <a:gd name="connsiteY753" fmla="*/ 220945 h 949444"/>
                <a:gd name="connsiteX754" fmla="*/ 85111 w 1055399"/>
                <a:gd name="connsiteY754" fmla="*/ 227572 h 949444"/>
                <a:gd name="connsiteX755" fmla="*/ 88813 w 1055399"/>
                <a:gd name="connsiteY755" fmla="*/ 231272 h 949444"/>
                <a:gd name="connsiteX756" fmla="*/ 89352 w 1055399"/>
                <a:gd name="connsiteY756" fmla="*/ 232584 h 949444"/>
                <a:gd name="connsiteX757" fmla="*/ 89453 w 1055399"/>
                <a:gd name="connsiteY757" fmla="*/ 236386 h 949444"/>
                <a:gd name="connsiteX758" fmla="*/ 88813 w 1055399"/>
                <a:gd name="connsiteY758" fmla="*/ 239312 h 949444"/>
                <a:gd name="connsiteX759" fmla="*/ 87938 w 1055399"/>
                <a:gd name="connsiteY759" fmla="*/ 242037 h 949444"/>
                <a:gd name="connsiteX760" fmla="*/ 86626 w 1055399"/>
                <a:gd name="connsiteY760" fmla="*/ 243114 h 949444"/>
                <a:gd name="connsiteX761" fmla="*/ 84472 w 1055399"/>
                <a:gd name="connsiteY761" fmla="*/ 244190 h 949444"/>
                <a:gd name="connsiteX762" fmla="*/ 83698 w 1055399"/>
                <a:gd name="connsiteY762" fmla="*/ 245065 h 949444"/>
                <a:gd name="connsiteX763" fmla="*/ 85111 w 1055399"/>
                <a:gd name="connsiteY763" fmla="*/ 247117 h 949444"/>
                <a:gd name="connsiteX764" fmla="*/ 85885 w 1055399"/>
                <a:gd name="connsiteY764" fmla="*/ 248092 h 949444"/>
                <a:gd name="connsiteX765" fmla="*/ 87736 w 1055399"/>
                <a:gd name="connsiteY765" fmla="*/ 250817 h 949444"/>
                <a:gd name="connsiteX766" fmla="*/ 88376 w 1055399"/>
                <a:gd name="connsiteY766" fmla="*/ 252331 h 949444"/>
                <a:gd name="connsiteX767" fmla="*/ 89991 w 1055399"/>
                <a:gd name="connsiteY767" fmla="*/ 254618 h 949444"/>
                <a:gd name="connsiteX768" fmla="*/ 89116 w 1055399"/>
                <a:gd name="connsiteY768" fmla="*/ 258487 h 949444"/>
                <a:gd name="connsiteX769" fmla="*/ 92717 w 1055399"/>
                <a:gd name="connsiteY769" fmla="*/ 260505 h 949444"/>
                <a:gd name="connsiteX770" fmla="*/ 93155 w 1055399"/>
                <a:gd name="connsiteY770" fmla="*/ 260505 h 949444"/>
                <a:gd name="connsiteX771" fmla="*/ 94938 w 1055399"/>
                <a:gd name="connsiteY771" fmla="*/ 263533 h 949444"/>
                <a:gd name="connsiteX772" fmla="*/ 97496 w 1055399"/>
                <a:gd name="connsiteY772" fmla="*/ 265719 h 949444"/>
                <a:gd name="connsiteX773" fmla="*/ 97496 w 1055399"/>
                <a:gd name="connsiteY773" fmla="*/ 266594 h 949444"/>
                <a:gd name="connsiteX774" fmla="*/ 97496 w 1055399"/>
                <a:gd name="connsiteY774" fmla="*/ 269958 h 949444"/>
                <a:gd name="connsiteX775" fmla="*/ 97496 w 1055399"/>
                <a:gd name="connsiteY775" fmla="*/ 273558 h 949444"/>
                <a:gd name="connsiteX776" fmla="*/ 99347 w 1055399"/>
                <a:gd name="connsiteY776" fmla="*/ 276383 h 949444"/>
                <a:gd name="connsiteX777" fmla="*/ 102511 w 1055399"/>
                <a:gd name="connsiteY777" fmla="*/ 279983 h 949444"/>
                <a:gd name="connsiteX778" fmla="*/ 105674 w 1055399"/>
                <a:gd name="connsiteY778" fmla="*/ 284019 h 949444"/>
                <a:gd name="connsiteX779" fmla="*/ 106751 w 1055399"/>
                <a:gd name="connsiteY779" fmla="*/ 285230 h 949444"/>
                <a:gd name="connsiteX780" fmla="*/ 110117 w 1055399"/>
                <a:gd name="connsiteY780" fmla="*/ 287518 h 949444"/>
                <a:gd name="connsiteX781" fmla="*/ 114357 w 1055399"/>
                <a:gd name="connsiteY781" fmla="*/ 291858 h 949444"/>
                <a:gd name="connsiteX782" fmla="*/ 119674 w 1055399"/>
                <a:gd name="connsiteY782" fmla="*/ 295558 h 949444"/>
                <a:gd name="connsiteX783" fmla="*/ 122266 w 1055399"/>
                <a:gd name="connsiteY783" fmla="*/ 299595 h 949444"/>
                <a:gd name="connsiteX784" fmla="*/ 125968 w 1055399"/>
                <a:gd name="connsiteY784" fmla="*/ 304472 h 949444"/>
                <a:gd name="connsiteX785" fmla="*/ 127045 w 1055399"/>
                <a:gd name="connsiteY785" fmla="*/ 306323 h 949444"/>
                <a:gd name="connsiteX786" fmla="*/ 127045 w 1055399"/>
                <a:gd name="connsiteY786" fmla="*/ 308374 h 949444"/>
                <a:gd name="connsiteX787" fmla="*/ 126708 w 1055399"/>
                <a:gd name="connsiteY787" fmla="*/ 309686 h 949444"/>
                <a:gd name="connsiteX788" fmla="*/ 126372 w 1055399"/>
                <a:gd name="connsiteY788" fmla="*/ 311099 h 949444"/>
                <a:gd name="connsiteX789" fmla="*/ 124184 w 1055399"/>
                <a:gd name="connsiteY789" fmla="*/ 313151 h 949444"/>
                <a:gd name="connsiteX790" fmla="*/ 123208 w 1055399"/>
                <a:gd name="connsiteY790" fmla="*/ 313690 h 949444"/>
                <a:gd name="connsiteX791" fmla="*/ 121795 w 1055399"/>
                <a:gd name="connsiteY791" fmla="*/ 314564 h 949444"/>
                <a:gd name="connsiteX792" fmla="*/ 120381 w 1055399"/>
                <a:gd name="connsiteY792" fmla="*/ 315775 h 949444"/>
                <a:gd name="connsiteX793" fmla="*/ 119069 w 1055399"/>
                <a:gd name="connsiteY793" fmla="*/ 317625 h 949444"/>
                <a:gd name="connsiteX794" fmla="*/ 117319 w 1055399"/>
                <a:gd name="connsiteY794" fmla="*/ 318164 h 949444"/>
                <a:gd name="connsiteX795" fmla="*/ 114391 w 1055399"/>
                <a:gd name="connsiteY795" fmla="*/ 317625 h 949444"/>
                <a:gd name="connsiteX796" fmla="*/ 113516 w 1055399"/>
                <a:gd name="connsiteY796" fmla="*/ 316448 h 949444"/>
                <a:gd name="connsiteX797" fmla="*/ 110924 w 1055399"/>
                <a:gd name="connsiteY797" fmla="*/ 314598 h 949444"/>
                <a:gd name="connsiteX798" fmla="*/ 108198 w 1055399"/>
                <a:gd name="connsiteY798" fmla="*/ 312546 h 949444"/>
                <a:gd name="connsiteX799" fmla="*/ 106583 w 1055399"/>
                <a:gd name="connsiteY799" fmla="*/ 311772 h 949444"/>
                <a:gd name="connsiteX800" fmla="*/ 103655 w 1055399"/>
                <a:gd name="connsiteY800" fmla="*/ 312008 h 949444"/>
                <a:gd name="connsiteX801" fmla="*/ 102578 w 1055399"/>
                <a:gd name="connsiteY801" fmla="*/ 312781 h 949444"/>
                <a:gd name="connsiteX802" fmla="*/ 101804 w 1055399"/>
                <a:gd name="connsiteY802" fmla="*/ 314093 h 949444"/>
                <a:gd name="connsiteX803" fmla="*/ 102241 w 1055399"/>
                <a:gd name="connsiteY803" fmla="*/ 318231 h 949444"/>
                <a:gd name="connsiteX804" fmla="*/ 100189 w 1055399"/>
                <a:gd name="connsiteY804" fmla="*/ 321393 h 949444"/>
                <a:gd name="connsiteX805" fmla="*/ 98876 w 1055399"/>
                <a:gd name="connsiteY805" fmla="*/ 324320 h 949444"/>
                <a:gd name="connsiteX806" fmla="*/ 98237 w 1055399"/>
                <a:gd name="connsiteY806" fmla="*/ 328054 h 949444"/>
                <a:gd name="connsiteX807" fmla="*/ 102679 w 1055399"/>
                <a:gd name="connsiteY807" fmla="*/ 331922 h 949444"/>
                <a:gd name="connsiteX808" fmla="*/ 103554 w 1055399"/>
                <a:gd name="connsiteY808" fmla="*/ 331922 h 949444"/>
                <a:gd name="connsiteX809" fmla="*/ 104732 w 1055399"/>
                <a:gd name="connsiteY809" fmla="*/ 332696 h 949444"/>
                <a:gd name="connsiteX810" fmla="*/ 107996 w 1055399"/>
                <a:gd name="connsiteY810" fmla="*/ 334883 h 949444"/>
                <a:gd name="connsiteX811" fmla="*/ 107996 w 1055399"/>
                <a:gd name="connsiteY811" fmla="*/ 335320 h 949444"/>
                <a:gd name="connsiteX812" fmla="*/ 109477 w 1055399"/>
                <a:gd name="connsiteY812" fmla="*/ 339558 h 949444"/>
                <a:gd name="connsiteX813" fmla="*/ 109645 w 1055399"/>
                <a:gd name="connsiteY813" fmla="*/ 341510 h 949444"/>
                <a:gd name="connsiteX814" fmla="*/ 109645 w 1055399"/>
                <a:gd name="connsiteY814" fmla="*/ 343259 h 949444"/>
                <a:gd name="connsiteX815" fmla="*/ 109881 w 1055399"/>
                <a:gd name="connsiteY815" fmla="*/ 345109 h 949444"/>
                <a:gd name="connsiteX816" fmla="*/ 111833 w 1055399"/>
                <a:gd name="connsiteY816" fmla="*/ 347834 h 949444"/>
                <a:gd name="connsiteX817" fmla="*/ 114559 w 1055399"/>
                <a:gd name="connsiteY817" fmla="*/ 348910 h 949444"/>
                <a:gd name="connsiteX818" fmla="*/ 114896 w 1055399"/>
                <a:gd name="connsiteY818" fmla="*/ 352375 h 949444"/>
                <a:gd name="connsiteX819" fmla="*/ 114896 w 1055399"/>
                <a:gd name="connsiteY819" fmla="*/ 355436 h 949444"/>
                <a:gd name="connsiteX820" fmla="*/ 114896 w 1055399"/>
                <a:gd name="connsiteY820" fmla="*/ 356849 h 949444"/>
                <a:gd name="connsiteX821" fmla="*/ 113583 w 1055399"/>
                <a:gd name="connsiteY821" fmla="*/ 358800 h 949444"/>
                <a:gd name="connsiteX822" fmla="*/ 112506 w 1055399"/>
                <a:gd name="connsiteY822" fmla="*/ 359877 h 949444"/>
                <a:gd name="connsiteX823" fmla="*/ 112271 w 1055399"/>
                <a:gd name="connsiteY823" fmla="*/ 361929 h 949444"/>
                <a:gd name="connsiteX824" fmla="*/ 112910 w 1055399"/>
                <a:gd name="connsiteY824" fmla="*/ 362904 h 949444"/>
                <a:gd name="connsiteX825" fmla="*/ 114088 w 1055399"/>
                <a:gd name="connsiteY825" fmla="*/ 363981 h 949444"/>
                <a:gd name="connsiteX826" fmla="*/ 117689 w 1055399"/>
                <a:gd name="connsiteY826" fmla="*/ 366605 h 949444"/>
                <a:gd name="connsiteX827" fmla="*/ 120079 w 1055399"/>
                <a:gd name="connsiteY827" fmla="*/ 368119 h 949444"/>
                <a:gd name="connsiteX828" fmla="*/ 121593 w 1055399"/>
                <a:gd name="connsiteY828" fmla="*/ 370507 h 949444"/>
                <a:gd name="connsiteX829" fmla="*/ 122569 w 1055399"/>
                <a:gd name="connsiteY829" fmla="*/ 372693 h 949444"/>
                <a:gd name="connsiteX830" fmla="*/ 124420 w 1055399"/>
                <a:gd name="connsiteY830" fmla="*/ 374443 h 949444"/>
                <a:gd name="connsiteX831" fmla="*/ 127583 w 1055399"/>
                <a:gd name="connsiteY831" fmla="*/ 377369 h 949444"/>
                <a:gd name="connsiteX832" fmla="*/ 127920 w 1055399"/>
                <a:gd name="connsiteY832" fmla="*/ 381272 h 949444"/>
                <a:gd name="connsiteX833" fmla="*/ 127482 w 1055399"/>
                <a:gd name="connsiteY833" fmla="*/ 383223 h 949444"/>
                <a:gd name="connsiteX834" fmla="*/ 126170 w 1055399"/>
                <a:gd name="connsiteY834" fmla="*/ 385712 h 949444"/>
                <a:gd name="connsiteX835" fmla="*/ 125194 w 1055399"/>
                <a:gd name="connsiteY835" fmla="*/ 387461 h 949444"/>
                <a:gd name="connsiteX836" fmla="*/ 123040 w 1055399"/>
                <a:gd name="connsiteY836" fmla="*/ 388437 h 949444"/>
                <a:gd name="connsiteX837" fmla="*/ 122064 w 1055399"/>
                <a:gd name="connsiteY837" fmla="*/ 388975 h 949444"/>
                <a:gd name="connsiteX838" fmla="*/ 120550 w 1055399"/>
                <a:gd name="connsiteY838" fmla="*/ 389951 h 949444"/>
                <a:gd name="connsiteX839" fmla="*/ 119910 w 1055399"/>
                <a:gd name="connsiteY839" fmla="*/ 392003 h 949444"/>
                <a:gd name="connsiteX840" fmla="*/ 121526 w 1055399"/>
                <a:gd name="connsiteY840" fmla="*/ 394627 h 949444"/>
                <a:gd name="connsiteX841" fmla="*/ 124016 w 1055399"/>
                <a:gd name="connsiteY841" fmla="*/ 396914 h 949444"/>
                <a:gd name="connsiteX842" fmla="*/ 124218 w 1055399"/>
                <a:gd name="connsiteY842" fmla="*/ 400278 h 949444"/>
                <a:gd name="connsiteX843" fmla="*/ 124117 w 1055399"/>
                <a:gd name="connsiteY843" fmla="*/ 403743 h 949444"/>
                <a:gd name="connsiteX844" fmla="*/ 123242 w 1055399"/>
                <a:gd name="connsiteY844" fmla="*/ 406905 h 949444"/>
                <a:gd name="connsiteX845" fmla="*/ 122805 w 1055399"/>
                <a:gd name="connsiteY845" fmla="*/ 411346 h 949444"/>
                <a:gd name="connsiteX846" fmla="*/ 126170 w 1055399"/>
                <a:gd name="connsiteY846" fmla="*/ 415584 h 949444"/>
                <a:gd name="connsiteX847" fmla="*/ 125833 w 1055399"/>
                <a:gd name="connsiteY847" fmla="*/ 417871 h 949444"/>
                <a:gd name="connsiteX848" fmla="*/ 125396 w 1055399"/>
                <a:gd name="connsiteY848" fmla="*/ 422547 h 949444"/>
                <a:gd name="connsiteX849" fmla="*/ 125396 w 1055399"/>
                <a:gd name="connsiteY849" fmla="*/ 426450 h 949444"/>
                <a:gd name="connsiteX850" fmla="*/ 124420 w 1055399"/>
                <a:gd name="connsiteY850" fmla="*/ 429175 h 949444"/>
                <a:gd name="connsiteX851" fmla="*/ 122905 w 1055399"/>
                <a:gd name="connsiteY851" fmla="*/ 431025 h 949444"/>
                <a:gd name="connsiteX852" fmla="*/ 121828 w 1055399"/>
                <a:gd name="connsiteY852" fmla="*/ 434187 h 949444"/>
                <a:gd name="connsiteX853" fmla="*/ 121828 w 1055399"/>
                <a:gd name="connsiteY853" fmla="*/ 437113 h 949444"/>
                <a:gd name="connsiteX854" fmla="*/ 122703 w 1055399"/>
                <a:gd name="connsiteY854" fmla="*/ 442866 h 949444"/>
                <a:gd name="connsiteX855" fmla="*/ 123780 w 1055399"/>
                <a:gd name="connsiteY855" fmla="*/ 447205 h 949444"/>
                <a:gd name="connsiteX856" fmla="*/ 126372 w 1055399"/>
                <a:gd name="connsiteY856" fmla="*/ 455144 h 949444"/>
                <a:gd name="connsiteX857" fmla="*/ 127247 w 1055399"/>
                <a:gd name="connsiteY857" fmla="*/ 460156 h 949444"/>
                <a:gd name="connsiteX858" fmla="*/ 128122 w 1055399"/>
                <a:gd name="connsiteY858" fmla="*/ 468398 h 949444"/>
                <a:gd name="connsiteX859" fmla="*/ 128357 w 1055399"/>
                <a:gd name="connsiteY859" fmla="*/ 480778 h 949444"/>
                <a:gd name="connsiteX860" fmla="*/ 124656 w 1055399"/>
                <a:gd name="connsiteY860" fmla="*/ 486631 h 949444"/>
                <a:gd name="connsiteX861" fmla="*/ 121828 w 1055399"/>
                <a:gd name="connsiteY861" fmla="*/ 491206 h 949444"/>
                <a:gd name="connsiteX862" fmla="*/ 120079 w 1055399"/>
                <a:gd name="connsiteY862" fmla="*/ 495781 h 949444"/>
                <a:gd name="connsiteX863" fmla="*/ 117891 w 1055399"/>
                <a:gd name="connsiteY863" fmla="*/ 498405 h 949444"/>
                <a:gd name="connsiteX864" fmla="*/ 116915 w 1055399"/>
                <a:gd name="connsiteY864" fmla="*/ 499044 h 949444"/>
                <a:gd name="connsiteX865" fmla="*/ 114828 w 1055399"/>
                <a:gd name="connsiteY865" fmla="*/ 501399 h 949444"/>
                <a:gd name="connsiteX866" fmla="*/ 114828 w 1055399"/>
                <a:gd name="connsiteY866" fmla="*/ 504864 h 949444"/>
                <a:gd name="connsiteX867" fmla="*/ 115703 w 1055399"/>
                <a:gd name="connsiteY867" fmla="*/ 510952 h 949444"/>
                <a:gd name="connsiteX868" fmla="*/ 116141 w 1055399"/>
                <a:gd name="connsiteY868" fmla="*/ 513240 h 949444"/>
                <a:gd name="connsiteX869" fmla="*/ 118530 w 1055399"/>
                <a:gd name="connsiteY869" fmla="*/ 516167 h 949444"/>
                <a:gd name="connsiteX870" fmla="*/ 120920 w 1055399"/>
                <a:gd name="connsiteY870" fmla="*/ 516167 h 949444"/>
                <a:gd name="connsiteX871" fmla="*/ 121997 w 1055399"/>
                <a:gd name="connsiteY871" fmla="*/ 519194 h 949444"/>
                <a:gd name="connsiteX872" fmla="*/ 122199 w 1055399"/>
                <a:gd name="connsiteY872" fmla="*/ 523971 h 949444"/>
                <a:gd name="connsiteX873" fmla="*/ 121997 w 1055399"/>
                <a:gd name="connsiteY873" fmla="*/ 529185 h 949444"/>
                <a:gd name="connsiteX874" fmla="*/ 122636 w 1055399"/>
                <a:gd name="connsiteY874" fmla="*/ 532011 h 949444"/>
                <a:gd name="connsiteX875" fmla="*/ 122838 w 1055399"/>
                <a:gd name="connsiteY875" fmla="*/ 539613 h 949444"/>
                <a:gd name="connsiteX876" fmla="*/ 123713 w 1055399"/>
                <a:gd name="connsiteY876" fmla="*/ 545467 h 949444"/>
                <a:gd name="connsiteX877" fmla="*/ 122838 w 1055399"/>
                <a:gd name="connsiteY877" fmla="*/ 549806 h 949444"/>
                <a:gd name="connsiteX878" fmla="*/ 124353 w 1055399"/>
                <a:gd name="connsiteY878" fmla="*/ 554583 h 949444"/>
                <a:gd name="connsiteX879" fmla="*/ 123377 w 1055399"/>
                <a:gd name="connsiteY879" fmla="*/ 557846 h 949444"/>
                <a:gd name="connsiteX880" fmla="*/ 126978 w 1055399"/>
                <a:gd name="connsiteY880" fmla="*/ 562085 h 949444"/>
                <a:gd name="connsiteX881" fmla="*/ 127314 w 1055399"/>
                <a:gd name="connsiteY881" fmla="*/ 565785 h 949444"/>
                <a:gd name="connsiteX882" fmla="*/ 127954 w 1055399"/>
                <a:gd name="connsiteY882" fmla="*/ 575339 h 949444"/>
                <a:gd name="connsiteX883" fmla="*/ 127516 w 1055399"/>
                <a:gd name="connsiteY883" fmla="*/ 577963 h 949444"/>
                <a:gd name="connsiteX884" fmla="*/ 126641 w 1055399"/>
                <a:gd name="connsiteY884" fmla="*/ 580990 h 949444"/>
                <a:gd name="connsiteX885" fmla="*/ 125127 w 1055399"/>
                <a:gd name="connsiteY885" fmla="*/ 587718 h 949444"/>
                <a:gd name="connsiteX886" fmla="*/ 122535 w 1055399"/>
                <a:gd name="connsiteY886" fmla="*/ 593470 h 949444"/>
                <a:gd name="connsiteX887" fmla="*/ 120415 w 1055399"/>
                <a:gd name="connsiteY887" fmla="*/ 600198 h 949444"/>
                <a:gd name="connsiteX888" fmla="*/ 118295 w 1055399"/>
                <a:gd name="connsiteY888" fmla="*/ 603798 h 949444"/>
                <a:gd name="connsiteX889" fmla="*/ 118295 w 1055399"/>
                <a:gd name="connsiteY889" fmla="*/ 607397 h 949444"/>
                <a:gd name="connsiteX890" fmla="*/ 119170 w 1055399"/>
                <a:gd name="connsiteY890" fmla="*/ 611535 h 949444"/>
                <a:gd name="connsiteX891" fmla="*/ 119506 w 1055399"/>
                <a:gd name="connsiteY891" fmla="*/ 615336 h 949444"/>
                <a:gd name="connsiteX892" fmla="*/ 120045 w 1055399"/>
                <a:gd name="connsiteY892" fmla="*/ 618599 h 949444"/>
                <a:gd name="connsiteX893" fmla="*/ 120045 w 1055399"/>
                <a:gd name="connsiteY893" fmla="*/ 626538 h 949444"/>
                <a:gd name="connsiteX894" fmla="*/ 120381 w 1055399"/>
                <a:gd name="connsiteY894" fmla="*/ 629263 h 949444"/>
                <a:gd name="connsiteX895" fmla="*/ 119304 w 1055399"/>
                <a:gd name="connsiteY895" fmla="*/ 633165 h 949444"/>
                <a:gd name="connsiteX896" fmla="*/ 118766 w 1055399"/>
                <a:gd name="connsiteY896" fmla="*/ 635991 h 949444"/>
                <a:gd name="connsiteX897" fmla="*/ 118429 w 1055399"/>
                <a:gd name="connsiteY897" fmla="*/ 641642 h 949444"/>
                <a:gd name="connsiteX898" fmla="*/ 119304 w 1055399"/>
                <a:gd name="connsiteY898" fmla="*/ 646083 h 949444"/>
                <a:gd name="connsiteX899" fmla="*/ 120819 w 1055399"/>
                <a:gd name="connsiteY899" fmla="*/ 654997 h 949444"/>
                <a:gd name="connsiteX900" fmla="*/ 125833 w 1055399"/>
                <a:gd name="connsiteY900" fmla="*/ 662062 h 949444"/>
                <a:gd name="connsiteX901" fmla="*/ 129636 w 1055399"/>
                <a:gd name="connsiteY901" fmla="*/ 666502 h 949444"/>
                <a:gd name="connsiteX902" fmla="*/ 134516 w 1055399"/>
                <a:gd name="connsiteY902" fmla="*/ 672894 h 949444"/>
                <a:gd name="connsiteX903" fmla="*/ 140608 w 1055399"/>
                <a:gd name="connsiteY903" fmla="*/ 672557 h 949444"/>
                <a:gd name="connsiteX904" fmla="*/ 141819 w 1055399"/>
                <a:gd name="connsiteY904" fmla="*/ 667881 h 949444"/>
                <a:gd name="connsiteX905" fmla="*/ 142694 w 1055399"/>
                <a:gd name="connsiteY905" fmla="*/ 659942 h 949444"/>
                <a:gd name="connsiteX906" fmla="*/ 142694 w 1055399"/>
                <a:gd name="connsiteY906" fmla="*/ 656040 h 949444"/>
                <a:gd name="connsiteX907" fmla="*/ 140944 w 1055399"/>
                <a:gd name="connsiteY907" fmla="*/ 649951 h 949444"/>
                <a:gd name="connsiteX908" fmla="*/ 140944 w 1055399"/>
                <a:gd name="connsiteY908" fmla="*/ 647361 h 949444"/>
                <a:gd name="connsiteX909" fmla="*/ 141718 w 1055399"/>
                <a:gd name="connsiteY909" fmla="*/ 643123 h 949444"/>
                <a:gd name="connsiteX910" fmla="*/ 142257 w 1055399"/>
                <a:gd name="connsiteY910" fmla="*/ 640936 h 949444"/>
                <a:gd name="connsiteX911" fmla="*/ 143132 w 1055399"/>
                <a:gd name="connsiteY911" fmla="*/ 639086 h 949444"/>
                <a:gd name="connsiteX912" fmla="*/ 145622 w 1055399"/>
                <a:gd name="connsiteY912" fmla="*/ 637471 h 949444"/>
                <a:gd name="connsiteX913" fmla="*/ 149762 w 1055399"/>
                <a:gd name="connsiteY913" fmla="*/ 637236 h 949444"/>
                <a:gd name="connsiteX914" fmla="*/ 153127 w 1055399"/>
                <a:gd name="connsiteY914" fmla="*/ 636361 h 949444"/>
                <a:gd name="connsiteX915" fmla="*/ 154541 w 1055399"/>
                <a:gd name="connsiteY915" fmla="*/ 635486 h 949444"/>
                <a:gd name="connsiteX916" fmla="*/ 157132 w 1055399"/>
                <a:gd name="connsiteY916" fmla="*/ 632862 h 949444"/>
                <a:gd name="connsiteX917" fmla="*/ 159858 w 1055399"/>
                <a:gd name="connsiteY917" fmla="*/ 629936 h 949444"/>
                <a:gd name="connsiteX918" fmla="*/ 161474 w 1055399"/>
                <a:gd name="connsiteY918" fmla="*/ 627447 h 949444"/>
                <a:gd name="connsiteX919" fmla="*/ 164200 w 1055399"/>
                <a:gd name="connsiteY919" fmla="*/ 623746 h 949444"/>
                <a:gd name="connsiteX920" fmla="*/ 165714 w 1055399"/>
                <a:gd name="connsiteY920" fmla="*/ 619507 h 949444"/>
                <a:gd name="connsiteX921" fmla="*/ 167228 w 1055399"/>
                <a:gd name="connsiteY921" fmla="*/ 617893 h 949444"/>
                <a:gd name="connsiteX922" fmla="*/ 170594 w 1055399"/>
                <a:gd name="connsiteY922" fmla="*/ 614731 h 949444"/>
                <a:gd name="connsiteX923" fmla="*/ 170931 w 1055399"/>
                <a:gd name="connsiteY923" fmla="*/ 611131 h 949444"/>
                <a:gd name="connsiteX924" fmla="*/ 171806 w 1055399"/>
                <a:gd name="connsiteY924" fmla="*/ 609718 h 949444"/>
                <a:gd name="connsiteX925" fmla="*/ 173421 w 1055399"/>
                <a:gd name="connsiteY925" fmla="*/ 607330 h 949444"/>
                <a:gd name="connsiteX926" fmla="*/ 174397 w 1055399"/>
                <a:gd name="connsiteY926" fmla="*/ 606253 h 949444"/>
                <a:gd name="connsiteX927" fmla="*/ 176349 w 1055399"/>
                <a:gd name="connsiteY927" fmla="*/ 605480 h 949444"/>
                <a:gd name="connsiteX928" fmla="*/ 180152 w 1055399"/>
                <a:gd name="connsiteY928" fmla="*/ 605042 h 949444"/>
                <a:gd name="connsiteX929" fmla="*/ 182104 w 1055399"/>
                <a:gd name="connsiteY929" fmla="*/ 605244 h 949444"/>
                <a:gd name="connsiteX930" fmla="*/ 184056 w 1055399"/>
                <a:gd name="connsiteY930" fmla="*/ 607969 h 949444"/>
                <a:gd name="connsiteX931" fmla="*/ 183181 w 1055399"/>
                <a:gd name="connsiteY931" fmla="*/ 609382 h 949444"/>
                <a:gd name="connsiteX932" fmla="*/ 181969 w 1055399"/>
                <a:gd name="connsiteY932" fmla="*/ 611770 h 949444"/>
                <a:gd name="connsiteX933" fmla="*/ 181330 w 1055399"/>
                <a:gd name="connsiteY933" fmla="*/ 614495 h 949444"/>
                <a:gd name="connsiteX934" fmla="*/ 181767 w 1055399"/>
                <a:gd name="connsiteY934" fmla="*/ 618532 h 949444"/>
                <a:gd name="connsiteX935" fmla="*/ 182743 w 1055399"/>
                <a:gd name="connsiteY935" fmla="*/ 621156 h 949444"/>
                <a:gd name="connsiteX936" fmla="*/ 184359 w 1055399"/>
                <a:gd name="connsiteY936" fmla="*/ 624520 h 949444"/>
                <a:gd name="connsiteX937" fmla="*/ 187623 w 1055399"/>
                <a:gd name="connsiteY937" fmla="*/ 627682 h 949444"/>
                <a:gd name="connsiteX938" fmla="*/ 189575 w 1055399"/>
                <a:gd name="connsiteY938" fmla="*/ 631382 h 949444"/>
                <a:gd name="connsiteX939" fmla="*/ 193378 w 1055399"/>
                <a:gd name="connsiteY939" fmla="*/ 634309 h 949444"/>
                <a:gd name="connsiteX940" fmla="*/ 198696 w 1055399"/>
                <a:gd name="connsiteY940" fmla="*/ 633973 h 949444"/>
                <a:gd name="connsiteX941" fmla="*/ 200648 w 1055399"/>
                <a:gd name="connsiteY941" fmla="*/ 636563 h 949444"/>
                <a:gd name="connsiteX942" fmla="*/ 201825 w 1055399"/>
                <a:gd name="connsiteY942" fmla="*/ 640902 h 949444"/>
                <a:gd name="connsiteX943" fmla="*/ 204989 w 1055399"/>
                <a:gd name="connsiteY943" fmla="*/ 648942 h 949444"/>
                <a:gd name="connsiteX944" fmla="*/ 208893 w 1055399"/>
                <a:gd name="connsiteY944" fmla="*/ 655569 h 949444"/>
                <a:gd name="connsiteX945" fmla="*/ 208994 w 1055399"/>
                <a:gd name="connsiteY945" fmla="*/ 658630 h 949444"/>
                <a:gd name="connsiteX946" fmla="*/ 210205 w 1055399"/>
                <a:gd name="connsiteY946" fmla="*/ 662432 h 949444"/>
                <a:gd name="connsiteX947" fmla="*/ 213234 w 1055399"/>
                <a:gd name="connsiteY947" fmla="*/ 666435 h 949444"/>
                <a:gd name="connsiteX948" fmla="*/ 215287 w 1055399"/>
                <a:gd name="connsiteY948" fmla="*/ 667511 h 949444"/>
                <a:gd name="connsiteX949" fmla="*/ 218215 w 1055399"/>
                <a:gd name="connsiteY949" fmla="*/ 669563 h 949444"/>
                <a:gd name="connsiteX950" fmla="*/ 218855 w 1055399"/>
                <a:gd name="connsiteY950" fmla="*/ 671178 h 949444"/>
                <a:gd name="connsiteX951" fmla="*/ 219191 w 1055399"/>
                <a:gd name="connsiteY951" fmla="*/ 673264 h 949444"/>
                <a:gd name="connsiteX952" fmla="*/ 218855 w 1055399"/>
                <a:gd name="connsiteY952" fmla="*/ 677065 h 949444"/>
                <a:gd name="connsiteX953" fmla="*/ 218081 w 1055399"/>
                <a:gd name="connsiteY953" fmla="*/ 679117 h 949444"/>
                <a:gd name="connsiteX954" fmla="*/ 215893 w 1055399"/>
                <a:gd name="connsiteY954" fmla="*/ 681943 h 949444"/>
                <a:gd name="connsiteX955" fmla="*/ 214379 w 1055399"/>
                <a:gd name="connsiteY955" fmla="*/ 682716 h 949444"/>
                <a:gd name="connsiteX956" fmla="*/ 211787 w 1055399"/>
                <a:gd name="connsiteY956" fmla="*/ 683356 h 949444"/>
                <a:gd name="connsiteX957" fmla="*/ 206234 w 1055399"/>
                <a:gd name="connsiteY957" fmla="*/ 684331 h 949444"/>
                <a:gd name="connsiteX958" fmla="*/ 204383 w 1055399"/>
                <a:gd name="connsiteY958" fmla="*/ 684768 h 949444"/>
                <a:gd name="connsiteX959" fmla="*/ 202532 w 1055399"/>
                <a:gd name="connsiteY959" fmla="*/ 685643 h 949444"/>
                <a:gd name="connsiteX960" fmla="*/ 202532 w 1055399"/>
                <a:gd name="connsiteY960" fmla="*/ 688570 h 949444"/>
                <a:gd name="connsiteX961" fmla="*/ 204047 w 1055399"/>
                <a:gd name="connsiteY961" fmla="*/ 692606 h 949444"/>
                <a:gd name="connsiteX962" fmla="*/ 205124 w 1055399"/>
                <a:gd name="connsiteY962" fmla="*/ 696509 h 949444"/>
                <a:gd name="connsiteX963" fmla="*/ 207311 w 1055399"/>
                <a:gd name="connsiteY963" fmla="*/ 700646 h 949444"/>
                <a:gd name="connsiteX964" fmla="*/ 210138 w 1055399"/>
                <a:gd name="connsiteY964" fmla="*/ 703573 h 949444"/>
                <a:gd name="connsiteX965" fmla="*/ 212965 w 1055399"/>
                <a:gd name="connsiteY965" fmla="*/ 708350 h 949444"/>
                <a:gd name="connsiteX966" fmla="*/ 214816 w 1055399"/>
                <a:gd name="connsiteY966" fmla="*/ 712689 h 949444"/>
                <a:gd name="connsiteX967" fmla="*/ 217408 w 1055399"/>
                <a:gd name="connsiteY967" fmla="*/ 717466 h 949444"/>
                <a:gd name="connsiteX968" fmla="*/ 221749 w 1055399"/>
                <a:gd name="connsiteY968" fmla="*/ 723454 h 949444"/>
                <a:gd name="connsiteX969" fmla="*/ 226326 w 1055399"/>
                <a:gd name="connsiteY969" fmla="*/ 726482 h 949444"/>
                <a:gd name="connsiteX970" fmla="*/ 232417 w 1055399"/>
                <a:gd name="connsiteY970" fmla="*/ 727121 h 949444"/>
                <a:gd name="connsiteX971" fmla="*/ 236321 w 1055399"/>
                <a:gd name="connsiteY971" fmla="*/ 726145 h 949444"/>
                <a:gd name="connsiteX972" fmla="*/ 240124 w 1055399"/>
                <a:gd name="connsiteY972" fmla="*/ 721806 h 949444"/>
                <a:gd name="connsiteX973" fmla="*/ 241874 w 1055399"/>
                <a:gd name="connsiteY973" fmla="*/ 719215 h 949444"/>
                <a:gd name="connsiteX974" fmla="*/ 243187 w 1055399"/>
                <a:gd name="connsiteY974" fmla="*/ 718576 h 949444"/>
                <a:gd name="connsiteX975" fmla="*/ 245576 w 1055399"/>
                <a:gd name="connsiteY975" fmla="*/ 718778 h 949444"/>
                <a:gd name="connsiteX976" fmla="*/ 246216 w 1055399"/>
                <a:gd name="connsiteY976" fmla="*/ 720628 h 949444"/>
                <a:gd name="connsiteX977" fmla="*/ 250019 w 1055399"/>
                <a:gd name="connsiteY977" fmla="*/ 722916 h 949444"/>
                <a:gd name="connsiteX978" fmla="*/ 254259 w 1055399"/>
                <a:gd name="connsiteY978" fmla="*/ 724362 h 949444"/>
                <a:gd name="connsiteX979" fmla="*/ 257154 w 1055399"/>
                <a:gd name="connsiteY979" fmla="*/ 719888 h 949444"/>
                <a:gd name="connsiteX980" fmla="*/ 258298 w 1055399"/>
                <a:gd name="connsiteY980" fmla="*/ 719316 h 949444"/>
                <a:gd name="connsiteX981" fmla="*/ 261495 w 1055399"/>
                <a:gd name="connsiteY981" fmla="*/ 718307 h 949444"/>
                <a:gd name="connsiteX982" fmla="*/ 263817 w 1055399"/>
                <a:gd name="connsiteY982" fmla="*/ 719182 h 949444"/>
                <a:gd name="connsiteX983" fmla="*/ 267014 w 1055399"/>
                <a:gd name="connsiteY983" fmla="*/ 722209 h 949444"/>
                <a:gd name="connsiteX984" fmla="*/ 267452 w 1055399"/>
                <a:gd name="connsiteY984" fmla="*/ 727289 h 949444"/>
                <a:gd name="connsiteX985" fmla="*/ 269337 w 1055399"/>
                <a:gd name="connsiteY985" fmla="*/ 733815 h 949444"/>
                <a:gd name="connsiteX986" fmla="*/ 271524 w 1055399"/>
                <a:gd name="connsiteY986" fmla="*/ 739904 h 949444"/>
                <a:gd name="connsiteX987" fmla="*/ 274553 w 1055399"/>
                <a:gd name="connsiteY987" fmla="*/ 744546 h 949444"/>
                <a:gd name="connsiteX988" fmla="*/ 279029 w 1055399"/>
                <a:gd name="connsiteY988" fmla="*/ 751072 h 949444"/>
                <a:gd name="connsiteX989" fmla="*/ 279904 w 1055399"/>
                <a:gd name="connsiteY989" fmla="*/ 753965 h 949444"/>
                <a:gd name="connsiteX990" fmla="*/ 279904 w 1055399"/>
                <a:gd name="connsiteY990" fmla="*/ 760323 h 949444"/>
                <a:gd name="connsiteX991" fmla="*/ 280644 w 1055399"/>
                <a:gd name="connsiteY991" fmla="*/ 766546 h 949444"/>
                <a:gd name="connsiteX992" fmla="*/ 280342 w 1055399"/>
                <a:gd name="connsiteY992" fmla="*/ 770449 h 949444"/>
                <a:gd name="connsiteX993" fmla="*/ 285121 w 1055399"/>
                <a:gd name="connsiteY993" fmla="*/ 775091 h 949444"/>
                <a:gd name="connsiteX994" fmla="*/ 287712 w 1055399"/>
                <a:gd name="connsiteY994" fmla="*/ 775091 h 949444"/>
                <a:gd name="connsiteX995" fmla="*/ 292356 w 1055399"/>
                <a:gd name="connsiteY995" fmla="*/ 774788 h 949444"/>
                <a:gd name="connsiteX996" fmla="*/ 293803 w 1055399"/>
                <a:gd name="connsiteY996" fmla="*/ 780440 h 949444"/>
                <a:gd name="connsiteX997" fmla="*/ 294376 w 1055399"/>
                <a:gd name="connsiteY997" fmla="*/ 785956 h 949444"/>
                <a:gd name="connsiteX998" fmla="*/ 297001 w 1055399"/>
                <a:gd name="connsiteY998" fmla="*/ 797831 h 949444"/>
                <a:gd name="connsiteX999" fmla="*/ 298448 w 1055399"/>
                <a:gd name="connsiteY999" fmla="*/ 801161 h 949444"/>
                <a:gd name="connsiteX1000" fmla="*/ 300635 w 1055399"/>
                <a:gd name="connsiteY1000" fmla="*/ 804492 h 949444"/>
                <a:gd name="connsiteX1001" fmla="*/ 306424 w 1055399"/>
                <a:gd name="connsiteY1001" fmla="*/ 806948 h 949444"/>
                <a:gd name="connsiteX1002" fmla="*/ 306491 w 1055399"/>
                <a:gd name="connsiteY1002" fmla="*/ 809134 h 949444"/>
                <a:gd name="connsiteX1003" fmla="*/ 305986 w 1055399"/>
                <a:gd name="connsiteY1003" fmla="*/ 815088 h 949444"/>
                <a:gd name="connsiteX1004" fmla="*/ 305986 w 1055399"/>
                <a:gd name="connsiteY1004" fmla="*/ 817679 h 949444"/>
                <a:gd name="connsiteX1005" fmla="*/ 306727 w 1055399"/>
                <a:gd name="connsiteY1005" fmla="*/ 819697 h 949444"/>
                <a:gd name="connsiteX1006" fmla="*/ 309116 w 1055399"/>
                <a:gd name="connsiteY1006" fmla="*/ 825651 h 949444"/>
                <a:gd name="connsiteX1007" fmla="*/ 311506 w 1055399"/>
                <a:gd name="connsiteY1007" fmla="*/ 830428 h 949444"/>
                <a:gd name="connsiteX1008" fmla="*/ 314131 w 1055399"/>
                <a:gd name="connsiteY1008" fmla="*/ 834330 h 949444"/>
                <a:gd name="connsiteX1009" fmla="*/ 319919 w 1055399"/>
                <a:gd name="connsiteY1009" fmla="*/ 836517 h 949444"/>
                <a:gd name="connsiteX1010" fmla="*/ 322679 w 1055399"/>
                <a:gd name="connsiteY1010" fmla="*/ 837391 h 949444"/>
                <a:gd name="connsiteX1011" fmla="*/ 325001 w 1055399"/>
                <a:gd name="connsiteY1011" fmla="*/ 838569 h 949444"/>
                <a:gd name="connsiteX1012" fmla="*/ 328198 w 1055399"/>
                <a:gd name="connsiteY1012" fmla="*/ 842908 h 949444"/>
                <a:gd name="connsiteX1013" fmla="*/ 329073 w 1055399"/>
                <a:gd name="connsiteY1013" fmla="*/ 849132 h 949444"/>
                <a:gd name="connsiteX1014" fmla="*/ 328939 w 1055399"/>
                <a:gd name="connsiteY1014" fmla="*/ 850713 h 949444"/>
                <a:gd name="connsiteX1015" fmla="*/ 328501 w 1055399"/>
                <a:gd name="connsiteY1015" fmla="*/ 854178 h 949444"/>
                <a:gd name="connsiteX1016" fmla="*/ 327626 w 1055399"/>
                <a:gd name="connsiteY1016" fmla="*/ 856499 h 949444"/>
                <a:gd name="connsiteX1017" fmla="*/ 328064 w 1055399"/>
                <a:gd name="connsiteY1017" fmla="*/ 858955 h 949444"/>
                <a:gd name="connsiteX1018" fmla="*/ 331530 w 1055399"/>
                <a:gd name="connsiteY1018" fmla="*/ 859695 h 949444"/>
                <a:gd name="connsiteX1019" fmla="*/ 338934 w 1055399"/>
                <a:gd name="connsiteY1019" fmla="*/ 855490 h 949444"/>
                <a:gd name="connsiteX1020" fmla="*/ 340819 w 1055399"/>
                <a:gd name="connsiteY1020" fmla="*/ 855927 h 949444"/>
                <a:gd name="connsiteX1021" fmla="*/ 338362 w 1055399"/>
                <a:gd name="connsiteY1021" fmla="*/ 863328 h 949444"/>
                <a:gd name="connsiteX1022" fmla="*/ 337050 w 1055399"/>
                <a:gd name="connsiteY1022" fmla="*/ 865783 h 949444"/>
                <a:gd name="connsiteX1023" fmla="*/ 334727 w 1055399"/>
                <a:gd name="connsiteY1023" fmla="*/ 868104 h 949444"/>
                <a:gd name="connsiteX1024" fmla="*/ 330958 w 1055399"/>
                <a:gd name="connsiteY1024" fmla="*/ 870291 h 949444"/>
                <a:gd name="connsiteX1025" fmla="*/ 326919 w 1055399"/>
                <a:gd name="connsiteY1025" fmla="*/ 871300 h 949444"/>
                <a:gd name="connsiteX1026" fmla="*/ 324732 w 1055399"/>
                <a:gd name="connsiteY1026" fmla="*/ 873319 h 949444"/>
                <a:gd name="connsiteX1027" fmla="*/ 324867 w 1055399"/>
                <a:gd name="connsiteY1027" fmla="*/ 876952 h 949444"/>
                <a:gd name="connsiteX1028" fmla="*/ 326617 w 1055399"/>
                <a:gd name="connsiteY1028" fmla="*/ 881728 h 949444"/>
                <a:gd name="connsiteX1029" fmla="*/ 333011 w 1055399"/>
                <a:gd name="connsiteY1029" fmla="*/ 885799 h 949444"/>
                <a:gd name="connsiteX1030" fmla="*/ 339977 w 1055399"/>
                <a:gd name="connsiteY1030" fmla="*/ 888995 h 949444"/>
                <a:gd name="connsiteX1031" fmla="*/ 343309 w 1055399"/>
                <a:gd name="connsiteY1031" fmla="*/ 892190 h 949444"/>
                <a:gd name="connsiteX1032" fmla="*/ 344184 w 1055399"/>
                <a:gd name="connsiteY1032" fmla="*/ 894209 h 949444"/>
                <a:gd name="connsiteX1033" fmla="*/ 347382 w 1055399"/>
                <a:gd name="connsiteY1033" fmla="*/ 898986 h 949444"/>
                <a:gd name="connsiteX1034" fmla="*/ 351285 w 1055399"/>
                <a:gd name="connsiteY1034" fmla="*/ 905512 h 949444"/>
                <a:gd name="connsiteX1035" fmla="*/ 349401 w 1055399"/>
                <a:gd name="connsiteY1035" fmla="*/ 908707 h 949444"/>
                <a:gd name="connsiteX1036" fmla="*/ 343040 w 1055399"/>
                <a:gd name="connsiteY1036" fmla="*/ 910019 h 949444"/>
                <a:gd name="connsiteX1037" fmla="*/ 339843 w 1055399"/>
                <a:gd name="connsiteY1037" fmla="*/ 910154 h 949444"/>
                <a:gd name="connsiteX1038" fmla="*/ 338833 w 1055399"/>
                <a:gd name="connsiteY1038" fmla="*/ 915671 h 949444"/>
                <a:gd name="connsiteX1039" fmla="*/ 340146 w 1055399"/>
                <a:gd name="connsiteY1039" fmla="*/ 920582 h 949444"/>
                <a:gd name="connsiteX1040" fmla="*/ 345228 w 1055399"/>
                <a:gd name="connsiteY1040" fmla="*/ 922903 h 949444"/>
                <a:gd name="connsiteX1041" fmla="*/ 350444 w 1055399"/>
                <a:gd name="connsiteY1041" fmla="*/ 922903 h 949444"/>
                <a:gd name="connsiteX1042" fmla="*/ 353069 w 1055399"/>
                <a:gd name="connsiteY1042" fmla="*/ 920448 h 949444"/>
                <a:gd name="connsiteX1043" fmla="*/ 355526 w 1055399"/>
                <a:gd name="connsiteY1043" fmla="*/ 918698 h 949444"/>
                <a:gd name="connsiteX1044" fmla="*/ 357545 w 1055399"/>
                <a:gd name="connsiteY1044" fmla="*/ 917252 h 949444"/>
                <a:gd name="connsiteX1045" fmla="*/ 358992 w 1055399"/>
                <a:gd name="connsiteY1045" fmla="*/ 919876 h 949444"/>
                <a:gd name="connsiteX1046" fmla="*/ 359564 w 1055399"/>
                <a:gd name="connsiteY1046" fmla="*/ 924955 h 949444"/>
                <a:gd name="connsiteX1047" fmla="*/ 361012 w 1055399"/>
                <a:gd name="connsiteY1047" fmla="*/ 929867 h 949444"/>
                <a:gd name="connsiteX1048" fmla="*/ 364041 w 1055399"/>
                <a:gd name="connsiteY1048" fmla="*/ 932188 h 949444"/>
                <a:gd name="connsiteX1049" fmla="*/ 365185 w 1055399"/>
                <a:gd name="connsiteY1049" fmla="*/ 934375 h 949444"/>
                <a:gd name="connsiteX1050" fmla="*/ 365185 w 1055399"/>
                <a:gd name="connsiteY1050" fmla="*/ 939454 h 949444"/>
                <a:gd name="connsiteX1051" fmla="*/ 365488 w 1055399"/>
                <a:gd name="connsiteY1051" fmla="*/ 942784 h 949444"/>
                <a:gd name="connsiteX1052" fmla="*/ 365925 w 1055399"/>
                <a:gd name="connsiteY1052" fmla="*/ 946989 h 949444"/>
                <a:gd name="connsiteX1053" fmla="*/ 368954 w 1055399"/>
                <a:gd name="connsiteY1053" fmla="*/ 948873 h 949444"/>
                <a:gd name="connsiteX1054" fmla="*/ 375483 w 1055399"/>
                <a:gd name="connsiteY1054" fmla="*/ 949445 h 949444"/>
                <a:gd name="connsiteX1055" fmla="*/ 382012 w 1055399"/>
                <a:gd name="connsiteY1055" fmla="*/ 946418 h 949444"/>
                <a:gd name="connsiteX1056" fmla="*/ 386522 w 1055399"/>
                <a:gd name="connsiteY1056" fmla="*/ 944029 h 949444"/>
                <a:gd name="connsiteX1057" fmla="*/ 393623 w 1055399"/>
                <a:gd name="connsiteY1057" fmla="*/ 940329 h 949444"/>
                <a:gd name="connsiteX1058" fmla="*/ 399109 w 1055399"/>
                <a:gd name="connsiteY1058" fmla="*/ 940329 h 949444"/>
                <a:gd name="connsiteX1059" fmla="*/ 403753 w 1055399"/>
                <a:gd name="connsiteY1059" fmla="*/ 937133 h 949444"/>
                <a:gd name="connsiteX1060" fmla="*/ 408094 w 1055399"/>
                <a:gd name="connsiteY1060" fmla="*/ 932928 h 949444"/>
                <a:gd name="connsiteX1061" fmla="*/ 410551 w 1055399"/>
                <a:gd name="connsiteY1061" fmla="*/ 931616 h 949444"/>
                <a:gd name="connsiteX1062" fmla="*/ 412570 w 1055399"/>
                <a:gd name="connsiteY1062" fmla="*/ 929160 h 949444"/>
                <a:gd name="connsiteX1063" fmla="*/ 414893 w 1055399"/>
                <a:gd name="connsiteY1063" fmla="*/ 928017 h 949444"/>
                <a:gd name="connsiteX1064" fmla="*/ 420412 w 1055399"/>
                <a:gd name="connsiteY1064" fmla="*/ 927075 h 949444"/>
                <a:gd name="connsiteX1065" fmla="*/ 425763 w 1055399"/>
                <a:gd name="connsiteY1065" fmla="*/ 926436 h 949444"/>
                <a:gd name="connsiteX1066" fmla="*/ 428657 w 1055399"/>
                <a:gd name="connsiteY1066" fmla="*/ 926436 h 949444"/>
                <a:gd name="connsiteX1067" fmla="*/ 432427 w 1055399"/>
                <a:gd name="connsiteY1067" fmla="*/ 922971 h 949444"/>
                <a:gd name="connsiteX1068" fmla="*/ 438215 w 1055399"/>
                <a:gd name="connsiteY1068" fmla="*/ 917757 h 949444"/>
                <a:gd name="connsiteX1069" fmla="*/ 441984 w 1055399"/>
                <a:gd name="connsiteY1069" fmla="*/ 913989 h 949444"/>
                <a:gd name="connsiteX1070" fmla="*/ 446898 w 1055399"/>
                <a:gd name="connsiteY1070" fmla="*/ 912845 h 949444"/>
                <a:gd name="connsiteX1071" fmla="*/ 448211 w 1055399"/>
                <a:gd name="connsiteY1071" fmla="*/ 914864 h 949444"/>
                <a:gd name="connsiteX1072" fmla="*/ 445182 w 1055399"/>
                <a:gd name="connsiteY1072" fmla="*/ 920650 h 949444"/>
                <a:gd name="connsiteX1073" fmla="*/ 445182 w 1055399"/>
                <a:gd name="connsiteY1073" fmla="*/ 923845 h 949444"/>
                <a:gd name="connsiteX1074" fmla="*/ 449254 w 1055399"/>
                <a:gd name="connsiteY1074" fmla="*/ 926436 h 949444"/>
                <a:gd name="connsiteX1075" fmla="*/ 453023 w 1055399"/>
                <a:gd name="connsiteY1075" fmla="*/ 926436 h 949444"/>
                <a:gd name="connsiteX1076" fmla="*/ 455345 w 1055399"/>
                <a:gd name="connsiteY1076" fmla="*/ 924686 h 949444"/>
                <a:gd name="connsiteX1077" fmla="*/ 459115 w 1055399"/>
                <a:gd name="connsiteY1077" fmla="*/ 922668 h 949444"/>
                <a:gd name="connsiteX1078" fmla="*/ 464399 w 1055399"/>
                <a:gd name="connsiteY1078" fmla="*/ 921154 h 949444"/>
                <a:gd name="connsiteX1079" fmla="*/ 468168 w 1055399"/>
                <a:gd name="connsiteY1079" fmla="*/ 920010 h 949444"/>
                <a:gd name="connsiteX1080" fmla="*/ 470759 w 1055399"/>
                <a:gd name="connsiteY1080" fmla="*/ 918564 h 949444"/>
                <a:gd name="connsiteX1081" fmla="*/ 474461 w 1055399"/>
                <a:gd name="connsiteY1081" fmla="*/ 918564 h 949444"/>
                <a:gd name="connsiteX1082" fmla="*/ 478735 w 1055399"/>
                <a:gd name="connsiteY1082" fmla="*/ 918429 h 949444"/>
                <a:gd name="connsiteX1083" fmla="*/ 482000 w 1055399"/>
                <a:gd name="connsiteY1083" fmla="*/ 917286 h 949444"/>
                <a:gd name="connsiteX1084" fmla="*/ 484255 w 1055399"/>
                <a:gd name="connsiteY1084" fmla="*/ 915536 h 949444"/>
                <a:gd name="connsiteX1085" fmla="*/ 485837 w 1055399"/>
                <a:gd name="connsiteY1085" fmla="*/ 911836 h 949444"/>
                <a:gd name="connsiteX1086" fmla="*/ 486409 w 1055399"/>
                <a:gd name="connsiteY1086" fmla="*/ 907126 h 949444"/>
                <a:gd name="connsiteX1087" fmla="*/ 484793 w 1055399"/>
                <a:gd name="connsiteY1087" fmla="*/ 901408 h 949444"/>
                <a:gd name="connsiteX1088" fmla="*/ 483111 w 1055399"/>
                <a:gd name="connsiteY1088" fmla="*/ 897875 h 949444"/>
                <a:gd name="connsiteX1089" fmla="*/ 484961 w 1055399"/>
                <a:gd name="connsiteY1089" fmla="*/ 897102 h 949444"/>
                <a:gd name="connsiteX1090" fmla="*/ 487149 w 1055399"/>
                <a:gd name="connsiteY1090" fmla="*/ 896866 h 949444"/>
                <a:gd name="connsiteX1091" fmla="*/ 489538 w 1055399"/>
                <a:gd name="connsiteY1091" fmla="*/ 896866 h 949444"/>
                <a:gd name="connsiteX1092" fmla="*/ 490750 w 1055399"/>
                <a:gd name="connsiteY1092" fmla="*/ 894579 h 949444"/>
                <a:gd name="connsiteX1093" fmla="*/ 491389 w 1055399"/>
                <a:gd name="connsiteY1093" fmla="*/ 891316 h 949444"/>
                <a:gd name="connsiteX1094" fmla="*/ 491389 w 1055399"/>
                <a:gd name="connsiteY1094" fmla="*/ 888927 h 949444"/>
                <a:gd name="connsiteX1095" fmla="*/ 489740 w 1055399"/>
                <a:gd name="connsiteY1095" fmla="*/ 887414 h 949444"/>
                <a:gd name="connsiteX1096" fmla="*/ 487452 w 1055399"/>
                <a:gd name="connsiteY1096" fmla="*/ 884588 h 949444"/>
                <a:gd name="connsiteX1097" fmla="*/ 485399 w 1055399"/>
                <a:gd name="connsiteY1097" fmla="*/ 881762 h 949444"/>
                <a:gd name="connsiteX1098" fmla="*/ 483750 w 1055399"/>
                <a:gd name="connsiteY1098" fmla="*/ 878163 h 949444"/>
                <a:gd name="connsiteX1099" fmla="*/ 483413 w 1055399"/>
                <a:gd name="connsiteY1099" fmla="*/ 876414 h 949444"/>
                <a:gd name="connsiteX1100" fmla="*/ 483413 w 1055399"/>
                <a:gd name="connsiteY1100" fmla="*/ 869887 h 949444"/>
                <a:gd name="connsiteX1101" fmla="*/ 484288 w 1055399"/>
                <a:gd name="connsiteY1101" fmla="*/ 866086 h 949444"/>
                <a:gd name="connsiteX1102" fmla="*/ 482639 w 1055399"/>
                <a:gd name="connsiteY1102" fmla="*/ 859997 h 949444"/>
                <a:gd name="connsiteX1103" fmla="*/ 481865 w 1055399"/>
                <a:gd name="connsiteY1103" fmla="*/ 857710 h 949444"/>
                <a:gd name="connsiteX1104" fmla="*/ 479375 w 1055399"/>
                <a:gd name="connsiteY1104" fmla="*/ 854884 h 949444"/>
                <a:gd name="connsiteX1105" fmla="*/ 478500 w 1055399"/>
                <a:gd name="connsiteY1105" fmla="*/ 852933 h 949444"/>
                <a:gd name="connsiteX1106" fmla="*/ 477961 w 1055399"/>
                <a:gd name="connsiteY1106" fmla="*/ 848358 h 949444"/>
                <a:gd name="connsiteX1107" fmla="*/ 480351 w 1055399"/>
                <a:gd name="connsiteY1107" fmla="*/ 844321 h 949444"/>
                <a:gd name="connsiteX1108" fmla="*/ 481663 w 1055399"/>
                <a:gd name="connsiteY1108" fmla="*/ 841596 h 949444"/>
                <a:gd name="connsiteX1109" fmla="*/ 482639 w 1055399"/>
                <a:gd name="connsiteY1109" fmla="*/ 837694 h 949444"/>
                <a:gd name="connsiteX1110" fmla="*/ 483413 w 1055399"/>
                <a:gd name="connsiteY1110" fmla="*/ 831942 h 949444"/>
                <a:gd name="connsiteX1111" fmla="*/ 483413 w 1055399"/>
                <a:gd name="connsiteY1111" fmla="*/ 829890 h 949444"/>
                <a:gd name="connsiteX1112" fmla="*/ 484288 w 1055399"/>
                <a:gd name="connsiteY1112" fmla="*/ 824575 h 949444"/>
                <a:gd name="connsiteX1113" fmla="*/ 482976 w 1055399"/>
                <a:gd name="connsiteY1113" fmla="*/ 819899 h 949444"/>
                <a:gd name="connsiteX1114" fmla="*/ 483312 w 1055399"/>
                <a:gd name="connsiteY1114" fmla="*/ 816097 h 949444"/>
                <a:gd name="connsiteX1115" fmla="*/ 483111 w 1055399"/>
                <a:gd name="connsiteY1115" fmla="*/ 814147 h 949444"/>
                <a:gd name="connsiteX1116" fmla="*/ 480183 w 1055399"/>
                <a:gd name="connsiteY1116" fmla="*/ 810883 h 949444"/>
                <a:gd name="connsiteX1117" fmla="*/ 478668 w 1055399"/>
                <a:gd name="connsiteY1117" fmla="*/ 810009 h 949444"/>
                <a:gd name="connsiteX1118" fmla="*/ 478668 w 1055399"/>
                <a:gd name="connsiteY1118" fmla="*/ 807721 h 949444"/>
                <a:gd name="connsiteX1119" fmla="*/ 480620 w 1055399"/>
                <a:gd name="connsiteY1119" fmla="*/ 804559 h 949444"/>
                <a:gd name="connsiteX1120" fmla="*/ 483346 w 1055399"/>
                <a:gd name="connsiteY1120" fmla="*/ 802070 h 949444"/>
                <a:gd name="connsiteX1121" fmla="*/ 485197 w 1055399"/>
                <a:gd name="connsiteY1121" fmla="*/ 799782 h 949444"/>
                <a:gd name="connsiteX1122" fmla="*/ 485534 w 1055399"/>
                <a:gd name="connsiteY1122" fmla="*/ 795645 h 949444"/>
                <a:gd name="connsiteX1123" fmla="*/ 485971 w 1055399"/>
                <a:gd name="connsiteY1123" fmla="*/ 791742 h 949444"/>
                <a:gd name="connsiteX1124" fmla="*/ 487586 w 1055399"/>
                <a:gd name="connsiteY1124" fmla="*/ 791406 h 949444"/>
                <a:gd name="connsiteX1125" fmla="*/ 489640 w 1055399"/>
                <a:gd name="connsiteY1125" fmla="*/ 792819 h 949444"/>
                <a:gd name="connsiteX1126" fmla="*/ 490514 w 1055399"/>
                <a:gd name="connsiteY1126" fmla="*/ 795746 h 949444"/>
                <a:gd name="connsiteX1127" fmla="*/ 491289 w 1055399"/>
                <a:gd name="connsiteY1127" fmla="*/ 799547 h 949444"/>
                <a:gd name="connsiteX1128" fmla="*/ 492938 w 1055399"/>
                <a:gd name="connsiteY1128" fmla="*/ 801061 h 949444"/>
                <a:gd name="connsiteX1129" fmla="*/ 496942 w 1055399"/>
                <a:gd name="connsiteY1129" fmla="*/ 799850 h 949444"/>
                <a:gd name="connsiteX1130" fmla="*/ 499567 w 1055399"/>
                <a:gd name="connsiteY1130" fmla="*/ 795409 h 949444"/>
                <a:gd name="connsiteX1131" fmla="*/ 503034 w 1055399"/>
                <a:gd name="connsiteY1131" fmla="*/ 793794 h 949444"/>
                <a:gd name="connsiteX1132" fmla="*/ 508486 w 1055399"/>
                <a:gd name="connsiteY1132" fmla="*/ 788782 h 949444"/>
                <a:gd name="connsiteX1133" fmla="*/ 510976 w 1055399"/>
                <a:gd name="connsiteY1133" fmla="*/ 786057 h 949444"/>
                <a:gd name="connsiteX1134" fmla="*/ 514342 w 1055399"/>
                <a:gd name="connsiteY1134" fmla="*/ 781718 h 949444"/>
                <a:gd name="connsiteX1135" fmla="*/ 516092 w 1055399"/>
                <a:gd name="connsiteY1135" fmla="*/ 778993 h 949444"/>
                <a:gd name="connsiteX1136" fmla="*/ 519356 w 1055399"/>
                <a:gd name="connsiteY1136" fmla="*/ 776605 h 949444"/>
                <a:gd name="connsiteX1137" fmla="*/ 521847 w 1055399"/>
                <a:gd name="connsiteY1137" fmla="*/ 775629 h 949444"/>
                <a:gd name="connsiteX1138" fmla="*/ 524236 w 1055399"/>
                <a:gd name="connsiteY1138" fmla="*/ 774990 h 949444"/>
                <a:gd name="connsiteX1139" fmla="*/ 525111 w 1055399"/>
                <a:gd name="connsiteY1139" fmla="*/ 773913 h 949444"/>
                <a:gd name="connsiteX1140" fmla="*/ 527265 w 1055399"/>
                <a:gd name="connsiteY1140" fmla="*/ 769675 h 949444"/>
                <a:gd name="connsiteX1141" fmla="*/ 528780 w 1055399"/>
                <a:gd name="connsiteY1141" fmla="*/ 767085 h 949444"/>
                <a:gd name="connsiteX1142" fmla="*/ 530294 w 1055399"/>
                <a:gd name="connsiteY1142" fmla="*/ 764696 h 949444"/>
                <a:gd name="connsiteX1143" fmla="*/ 532246 w 1055399"/>
                <a:gd name="connsiteY1143" fmla="*/ 762745 h 949444"/>
                <a:gd name="connsiteX1144" fmla="*/ 534636 w 1055399"/>
                <a:gd name="connsiteY1144" fmla="*/ 760256 h 949444"/>
                <a:gd name="connsiteX1145" fmla="*/ 536823 w 1055399"/>
                <a:gd name="connsiteY1145" fmla="*/ 758506 h 949444"/>
                <a:gd name="connsiteX1146" fmla="*/ 538237 w 1055399"/>
                <a:gd name="connsiteY1146" fmla="*/ 757531 h 949444"/>
                <a:gd name="connsiteX1147" fmla="*/ 539650 w 1055399"/>
                <a:gd name="connsiteY1147" fmla="*/ 757094 h 949444"/>
                <a:gd name="connsiteX1148" fmla="*/ 542713 w 1055399"/>
                <a:gd name="connsiteY1148" fmla="*/ 755142 h 949444"/>
                <a:gd name="connsiteX1149" fmla="*/ 546415 w 1055399"/>
                <a:gd name="connsiteY1149" fmla="*/ 751139 h 949444"/>
                <a:gd name="connsiteX1150" fmla="*/ 548367 w 1055399"/>
                <a:gd name="connsiteY1150" fmla="*/ 747775 h 949444"/>
                <a:gd name="connsiteX1151" fmla="*/ 549242 w 1055399"/>
                <a:gd name="connsiteY1151" fmla="*/ 745488 h 949444"/>
                <a:gd name="connsiteX1152" fmla="*/ 549780 w 1055399"/>
                <a:gd name="connsiteY1152" fmla="*/ 742225 h 949444"/>
                <a:gd name="connsiteX1153" fmla="*/ 550117 w 1055399"/>
                <a:gd name="connsiteY1153" fmla="*/ 739635 h 949444"/>
                <a:gd name="connsiteX1154" fmla="*/ 551093 w 1055399"/>
                <a:gd name="connsiteY1154" fmla="*/ 738659 h 949444"/>
                <a:gd name="connsiteX1155" fmla="*/ 553280 w 1055399"/>
                <a:gd name="connsiteY1155" fmla="*/ 736910 h 949444"/>
                <a:gd name="connsiteX1156" fmla="*/ 554357 w 1055399"/>
                <a:gd name="connsiteY1156" fmla="*/ 735497 h 949444"/>
                <a:gd name="connsiteX1157" fmla="*/ 554458 w 1055399"/>
                <a:gd name="connsiteY1157" fmla="*/ 734421 h 949444"/>
                <a:gd name="connsiteX1158" fmla="*/ 552607 w 1055399"/>
                <a:gd name="connsiteY1158" fmla="*/ 731595 h 949444"/>
                <a:gd name="connsiteX1159" fmla="*/ 551732 w 1055399"/>
                <a:gd name="connsiteY1159" fmla="*/ 731057 h 949444"/>
                <a:gd name="connsiteX1160" fmla="*/ 549982 w 1055399"/>
                <a:gd name="connsiteY1160" fmla="*/ 730283 h 949444"/>
                <a:gd name="connsiteX1161" fmla="*/ 547492 w 1055399"/>
                <a:gd name="connsiteY1161" fmla="*/ 728231 h 949444"/>
                <a:gd name="connsiteX1162" fmla="*/ 544328 w 1055399"/>
                <a:gd name="connsiteY1162" fmla="*/ 725741 h 949444"/>
                <a:gd name="connsiteX1163" fmla="*/ 542477 w 1055399"/>
                <a:gd name="connsiteY1163" fmla="*/ 724329 h 949444"/>
                <a:gd name="connsiteX1164" fmla="*/ 542376 w 1055399"/>
                <a:gd name="connsiteY1164" fmla="*/ 722277 h 949444"/>
                <a:gd name="connsiteX1165" fmla="*/ 542915 w 1055399"/>
                <a:gd name="connsiteY1165" fmla="*/ 720426 h 949444"/>
                <a:gd name="connsiteX1166" fmla="*/ 543689 w 1055399"/>
                <a:gd name="connsiteY1166" fmla="*/ 718812 h 949444"/>
                <a:gd name="connsiteX1167" fmla="*/ 544766 w 1055399"/>
                <a:gd name="connsiteY1167" fmla="*/ 716861 h 949444"/>
                <a:gd name="connsiteX1168" fmla="*/ 546381 w 1055399"/>
                <a:gd name="connsiteY1168" fmla="*/ 714371 h 949444"/>
                <a:gd name="connsiteX1169" fmla="*/ 548871 w 1055399"/>
                <a:gd name="connsiteY1169" fmla="*/ 712420 h 949444"/>
                <a:gd name="connsiteX1170" fmla="*/ 550184 w 1055399"/>
                <a:gd name="connsiteY1170" fmla="*/ 711445 h 949444"/>
                <a:gd name="connsiteX1171" fmla="*/ 553448 w 1055399"/>
                <a:gd name="connsiteY1171" fmla="*/ 709493 h 949444"/>
                <a:gd name="connsiteX1172" fmla="*/ 556276 w 1055399"/>
                <a:gd name="connsiteY1172" fmla="*/ 707307 h 949444"/>
                <a:gd name="connsiteX1173" fmla="*/ 557050 w 1055399"/>
                <a:gd name="connsiteY1173" fmla="*/ 705793 h 949444"/>
                <a:gd name="connsiteX1174" fmla="*/ 559338 w 1055399"/>
                <a:gd name="connsiteY1174" fmla="*/ 704212 h 949444"/>
                <a:gd name="connsiteX1175" fmla="*/ 561391 w 1055399"/>
                <a:gd name="connsiteY1175" fmla="*/ 702194 h 949444"/>
                <a:gd name="connsiteX1176" fmla="*/ 562569 w 1055399"/>
                <a:gd name="connsiteY1176" fmla="*/ 702194 h 949444"/>
                <a:gd name="connsiteX1177" fmla="*/ 565396 w 1055399"/>
                <a:gd name="connsiteY1177" fmla="*/ 701958 h 949444"/>
                <a:gd name="connsiteX1178" fmla="*/ 569199 w 1055399"/>
                <a:gd name="connsiteY1178" fmla="*/ 705221 h 949444"/>
                <a:gd name="connsiteX1179" fmla="*/ 569973 w 1055399"/>
                <a:gd name="connsiteY1179" fmla="*/ 705558 h 949444"/>
                <a:gd name="connsiteX1180" fmla="*/ 572564 w 1055399"/>
                <a:gd name="connsiteY1180" fmla="*/ 706533 h 949444"/>
                <a:gd name="connsiteX1181" fmla="*/ 575055 w 1055399"/>
                <a:gd name="connsiteY1181" fmla="*/ 706533 h 949444"/>
                <a:gd name="connsiteX1182" fmla="*/ 578555 w 1055399"/>
                <a:gd name="connsiteY1182" fmla="*/ 704347 h 949444"/>
                <a:gd name="connsiteX1183" fmla="*/ 581920 w 1055399"/>
                <a:gd name="connsiteY1183" fmla="*/ 701420 h 949444"/>
                <a:gd name="connsiteX1184" fmla="*/ 584310 w 1055399"/>
                <a:gd name="connsiteY1184" fmla="*/ 698695 h 949444"/>
                <a:gd name="connsiteX1185" fmla="*/ 585723 w 1055399"/>
                <a:gd name="connsiteY1185" fmla="*/ 696408 h 949444"/>
                <a:gd name="connsiteX1186" fmla="*/ 586800 w 1055399"/>
                <a:gd name="connsiteY1186" fmla="*/ 694019 h 949444"/>
                <a:gd name="connsiteX1187" fmla="*/ 587002 w 1055399"/>
                <a:gd name="connsiteY1187" fmla="*/ 690218 h 949444"/>
                <a:gd name="connsiteX1188" fmla="*/ 587103 w 1055399"/>
                <a:gd name="connsiteY1188" fmla="*/ 687493 h 949444"/>
                <a:gd name="connsiteX1189" fmla="*/ 586666 w 1055399"/>
                <a:gd name="connsiteY1189" fmla="*/ 684903 h 949444"/>
                <a:gd name="connsiteX1190" fmla="*/ 585016 w 1055399"/>
                <a:gd name="connsiteY1190" fmla="*/ 681976 h 949444"/>
                <a:gd name="connsiteX1191" fmla="*/ 583502 w 1055399"/>
                <a:gd name="connsiteY1191" fmla="*/ 679050 h 949444"/>
                <a:gd name="connsiteX1192" fmla="*/ 581315 w 1055399"/>
                <a:gd name="connsiteY1192" fmla="*/ 677738 h 949444"/>
                <a:gd name="connsiteX1193" fmla="*/ 579363 w 1055399"/>
                <a:gd name="connsiteY1193" fmla="*/ 675989 h 949444"/>
                <a:gd name="connsiteX1194" fmla="*/ 579026 w 1055399"/>
                <a:gd name="connsiteY1194" fmla="*/ 673802 h 949444"/>
                <a:gd name="connsiteX1195" fmla="*/ 580002 w 1055399"/>
                <a:gd name="connsiteY1195" fmla="*/ 671178 h 949444"/>
                <a:gd name="connsiteX1196" fmla="*/ 582190 w 1055399"/>
                <a:gd name="connsiteY1196" fmla="*/ 667040 h 949444"/>
                <a:gd name="connsiteX1197" fmla="*/ 582829 w 1055399"/>
                <a:gd name="connsiteY1197" fmla="*/ 664551 h 949444"/>
                <a:gd name="connsiteX1198" fmla="*/ 584141 w 1055399"/>
                <a:gd name="connsiteY1198" fmla="*/ 662062 h 949444"/>
                <a:gd name="connsiteX1199" fmla="*/ 584478 w 1055399"/>
                <a:gd name="connsiteY1199" fmla="*/ 659774 h 949444"/>
                <a:gd name="connsiteX1200" fmla="*/ 585892 w 1055399"/>
                <a:gd name="connsiteY1200" fmla="*/ 657588 h 949444"/>
                <a:gd name="connsiteX1201" fmla="*/ 586666 w 1055399"/>
                <a:gd name="connsiteY1201" fmla="*/ 657487 h 949444"/>
                <a:gd name="connsiteX1202" fmla="*/ 588954 w 1055399"/>
                <a:gd name="connsiteY1202" fmla="*/ 657386 h 949444"/>
                <a:gd name="connsiteX1203" fmla="*/ 590469 w 1055399"/>
                <a:gd name="connsiteY1203" fmla="*/ 660110 h 949444"/>
                <a:gd name="connsiteX1204" fmla="*/ 591445 w 1055399"/>
                <a:gd name="connsiteY1204" fmla="*/ 661422 h 949444"/>
                <a:gd name="connsiteX1205" fmla="*/ 593834 w 1055399"/>
                <a:gd name="connsiteY1205" fmla="*/ 662129 h 949444"/>
                <a:gd name="connsiteX1206" fmla="*/ 597637 w 1055399"/>
                <a:gd name="connsiteY1206" fmla="*/ 662196 h 949444"/>
                <a:gd name="connsiteX1207" fmla="*/ 599050 w 1055399"/>
                <a:gd name="connsiteY1207" fmla="*/ 662196 h 949444"/>
                <a:gd name="connsiteX1208" fmla="*/ 601642 w 1055399"/>
                <a:gd name="connsiteY1208" fmla="*/ 662533 h 949444"/>
                <a:gd name="connsiteX1209" fmla="*/ 604570 w 1055399"/>
                <a:gd name="connsiteY1209" fmla="*/ 662196 h 949444"/>
                <a:gd name="connsiteX1210" fmla="*/ 608608 w 1055399"/>
                <a:gd name="connsiteY1210" fmla="*/ 661994 h 949444"/>
                <a:gd name="connsiteX1211" fmla="*/ 610123 w 1055399"/>
                <a:gd name="connsiteY1211" fmla="*/ 659539 h 949444"/>
                <a:gd name="connsiteX1212" fmla="*/ 612613 w 1055399"/>
                <a:gd name="connsiteY1212" fmla="*/ 658731 h 949444"/>
                <a:gd name="connsiteX1213" fmla="*/ 614666 w 1055399"/>
                <a:gd name="connsiteY1213" fmla="*/ 658731 h 949444"/>
                <a:gd name="connsiteX1214" fmla="*/ 619008 w 1055399"/>
                <a:gd name="connsiteY1214" fmla="*/ 661355 h 949444"/>
                <a:gd name="connsiteX1215" fmla="*/ 623013 w 1055399"/>
                <a:gd name="connsiteY1215" fmla="*/ 663004 h 949444"/>
                <a:gd name="connsiteX1216" fmla="*/ 630518 w 1055399"/>
                <a:gd name="connsiteY1216" fmla="*/ 661591 h 949444"/>
                <a:gd name="connsiteX1217" fmla="*/ 636710 w 1055399"/>
                <a:gd name="connsiteY1217" fmla="*/ 660951 h 949444"/>
                <a:gd name="connsiteX1218" fmla="*/ 641051 w 1055399"/>
                <a:gd name="connsiteY1218" fmla="*/ 660077 h 949444"/>
                <a:gd name="connsiteX1219" fmla="*/ 644316 w 1055399"/>
                <a:gd name="connsiteY1219" fmla="*/ 663340 h 949444"/>
                <a:gd name="connsiteX1220" fmla="*/ 643676 w 1055399"/>
                <a:gd name="connsiteY1220" fmla="*/ 667478 h 949444"/>
                <a:gd name="connsiteX1221" fmla="*/ 642263 w 1055399"/>
                <a:gd name="connsiteY1221" fmla="*/ 668554 h 949444"/>
                <a:gd name="connsiteX1222" fmla="*/ 639335 w 1055399"/>
                <a:gd name="connsiteY1222" fmla="*/ 670842 h 949444"/>
                <a:gd name="connsiteX1223" fmla="*/ 635869 w 1055399"/>
                <a:gd name="connsiteY1223" fmla="*/ 671380 h 949444"/>
                <a:gd name="connsiteX1224" fmla="*/ 633244 w 1055399"/>
                <a:gd name="connsiteY1224" fmla="*/ 672692 h 949444"/>
                <a:gd name="connsiteX1225" fmla="*/ 631393 w 1055399"/>
                <a:gd name="connsiteY1225" fmla="*/ 674105 h 949444"/>
                <a:gd name="connsiteX1226" fmla="*/ 629239 w 1055399"/>
                <a:gd name="connsiteY1226" fmla="*/ 676291 h 949444"/>
                <a:gd name="connsiteX1227" fmla="*/ 627287 w 1055399"/>
                <a:gd name="connsiteY1227" fmla="*/ 678242 h 949444"/>
                <a:gd name="connsiteX1228" fmla="*/ 624796 w 1055399"/>
                <a:gd name="connsiteY1228" fmla="*/ 680429 h 949444"/>
                <a:gd name="connsiteX1229" fmla="*/ 623820 w 1055399"/>
                <a:gd name="connsiteY1229" fmla="*/ 681640 h 949444"/>
                <a:gd name="connsiteX1230" fmla="*/ 623618 w 1055399"/>
                <a:gd name="connsiteY1230" fmla="*/ 685441 h 949444"/>
                <a:gd name="connsiteX1231" fmla="*/ 623820 w 1055399"/>
                <a:gd name="connsiteY1231" fmla="*/ 691295 h 949444"/>
                <a:gd name="connsiteX1232" fmla="*/ 624022 w 1055399"/>
                <a:gd name="connsiteY1232" fmla="*/ 693044 h 949444"/>
                <a:gd name="connsiteX1233" fmla="*/ 625974 w 1055399"/>
                <a:gd name="connsiteY1233" fmla="*/ 695769 h 949444"/>
                <a:gd name="connsiteX1234" fmla="*/ 632066 w 1055399"/>
                <a:gd name="connsiteY1234" fmla="*/ 698493 h 949444"/>
                <a:gd name="connsiteX1235" fmla="*/ 635431 w 1055399"/>
                <a:gd name="connsiteY1235" fmla="*/ 698493 h 949444"/>
                <a:gd name="connsiteX1236" fmla="*/ 637922 w 1055399"/>
                <a:gd name="connsiteY1236" fmla="*/ 700007 h 949444"/>
                <a:gd name="connsiteX1237" fmla="*/ 640950 w 1055399"/>
                <a:gd name="connsiteY1237" fmla="*/ 704044 h 949444"/>
                <a:gd name="connsiteX1238" fmla="*/ 642465 w 1055399"/>
                <a:gd name="connsiteY1238" fmla="*/ 708484 h 949444"/>
                <a:gd name="connsiteX1239" fmla="*/ 640143 w 1055399"/>
                <a:gd name="connsiteY1239" fmla="*/ 709964 h 949444"/>
                <a:gd name="connsiteX1240" fmla="*/ 638999 w 1055399"/>
                <a:gd name="connsiteY1240" fmla="*/ 712992 h 949444"/>
                <a:gd name="connsiteX1241" fmla="*/ 638561 w 1055399"/>
                <a:gd name="connsiteY1241" fmla="*/ 714741 h 949444"/>
                <a:gd name="connsiteX1242" fmla="*/ 640748 w 1055399"/>
                <a:gd name="connsiteY1242" fmla="*/ 715313 h 949444"/>
                <a:gd name="connsiteX1243" fmla="*/ 643071 w 1055399"/>
                <a:gd name="connsiteY1243" fmla="*/ 716188 h 949444"/>
                <a:gd name="connsiteX1244" fmla="*/ 643777 w 1055399"/>
                <a:gd name="connsiteY1244" fmla="*/ 718206 h 949444"/>
                <a:gd name="connsiteX1245" fmla="*/ 643643 w 1055399"/>
                <a:gd name="connsiteY1245" fmla="*/ 722983 h 949444"/>
                <a:gd name="connsiteX1246" fmla="*/ 639873 w 1055399"/>
                <a:gd name="connsiteY1246" fmla="*/ 726313 h 949444"/>
                <a:gd name="connsiteX1247" fmla="*/ 637417 w 1055399"/>
                <a:gd name="connsiteY1247" fmla="*/ 727188 h 949444"/>
                <a:gd name="connsiteX1248" fmla="*/ 635095 w 1055399"/>
                <a:gd name="connsiteY1248" fmla="*/ 728937 h 949444"/>
                <a:gd name="connsiteX1249" fmla="*/ 630316 w 1055399"/>
                <a:gd name="connsiteY1249" fmla="*/ 732402 h 949444"/>
                <a:gd name="connsiteX1250" fmla="*/ 630181 w 1055399"/>
                <a:gd name="connsiteY1250" fmla="*/ 734858 h 949444"/>
                <a:gd name="connsiteX1251" fmla="*/ 630316 w 1055399"/>
                <a:gd name="connsiteY1251" fmla="*/ 736607 h 949444"/>
                <a:gd name="connsiteX1252" fmla="*/ 634085 w 1055399"/>
                <a:gd name="connsiteY1252" fmla="*/ 739500 h 949444"/>
                <a:gd name="connsiteX1253" fmla="*/ 636542 w 1055399"/>
                <a:gd name="connsiteY1253" fmla="*/ 741081 h 949444"/>
                <a:gd name="connsiteX1254" fmla="*/ 638864 w 1055399"/>
                <a:gd name="connsiteY1254" fmla="*/ 741384 h 949444"/>
                <a:gd name="connsiteX1255" fmla="*/ 642499 w 1055399"/>
                <a:gd name="connsiteY1255" fmla="*/ 743268 h 949444"/>
                <a:gd name="connsiteX1256" fmla="*/ 644821 w 1055399"/>
                <a:gd name="connsiteY1256" fmla="*/ 746295 h 949444"/>
                <a:gd name="connsiteX1257" fmla="*/ 645965 w 1055399"/>
                <a:gd name="connsiteY1257" fmla="*/ 748482 h 949444"/>
                <a:gd name="connsiteX1258" fmla="*/ 646537 w 1055399"/>
                <a:gd name="connsiteY1258" fmla="*/ 750500 h 949444"/>
                <a:gd name="connsiteX1259" fmla="*/ 646672 w 1055399"/>
                <a:gd name="connsiteY1259" fmla="*/ 751947 h 949444"/>
                <a:gd name="connsiteX1260" fmla="*/ 649128 w 1055399"/>
                <a:gd name="connsiteY1260" fmla="*/ 753090 h 949444"/>
                <a:gd name="connsiteX1261" fmla="*/ 654076 w 1055399"/>
                <a:gd name="connsiteY1261" fmla="*/ 752519 h 949444"/>
                <a:gd name="connsiteX1262" fmla="*/ 655523 w 1055399"/>
                <a:gd name="connsiteY1262" fmla="*/ 751341 h 949444"/>
                <a:gd name="connsiteX1263" fmla="*/ 660302 w 1055399"/>
                <a:gd name="connsiteY1263" fmla="*/ 751039 h 949444"/>
                <a:gd name="connsiteX1264" fmla="*/ 663364 w 1055399"/>
                <a:gd name="connsiteY1264" fmla="*/ 752216 h 949444"/>
                <a:gd name="connsiteX1265" fmla="*/ 666999 w 1055399"/>
                <a:gd name="connsiteY1265" fmla="*/ 752922 h 949444"/>
                <a:gd name="connsiteX1266" fmla="*/ 672081 w 1055399"/>
                <a:gd name="connsiteY1266" fmla="*/ 750298 h 949444"/>
                <a:gd name="connsiteX1267" fmla="*/ 673663 w 1055399"/>
                <a:gd name="connsiteY1267" fmla="*/ 747271 h 949444"/>
                <a:gd name="connsiteX1268" fmla="*/ 674100 w 1055399"/>
                <a:gd name="connsiteY1268" fmla="*/ 744815 h 949444"/>
                <a:gd name="connsiteX1269" fmla="*/ 676288 w 1055399"/>
                <a:gd name="connsiteY1269" fmla="*/ 744512 h 949444"/>
                <a:gd name="connsiteX1270" fmla="*/ 678307 w 1055399"/>
                <a:gd name="connsiteY1270" fmla="*/ 744512 h 949444"/>
                <a:gd name="connsiteX1271" fmla="*/ 680629 w 1055399"/>
                <a:gd name="connsiteY1271" fmla="*/ 745387 h 949444"/>
                <a:gd name="connsiteX1272" fmla="*/ 682379 w 1055399"/>
                <a:gd name="connsiteY1272" fmla="*/ 745690 h 949444"/>
                <a:gd name="connsiteX1273" fmla="*/ 684701 w 1055399"/>
                <a:gd name="connsiteY1273" fmla="*/ 745118 h 949444"/>
                <a:gd name="connsiteX1274" fmla="*/ 686283 w 1055399"/>
                <a:gd name="connsiteY1274" fmla="*/ 742797 h 949444"/>
                <a:gd name="connsiteX1275" fmla="*/ 687158 w 1055399"/>
                <a:gd name="connsiteY1275" fmla="*/ 740476 h 949444"/>
                <a:gd name="connsiteX1276" fmla="*/ 688168 w 1055399"/>
                <a:gd name="connsiteY1276" fmla="*/ 738895 h 949444"/>
                <a:gd name="connsiteX1277" fmla="*/ 690053 w 1055399"/>
                <a:gd name="connsiteY1277" fmla="*/ 736876 h 949444"/>
                <a:gd name="connsiteX1278" fmla="*/ 690928 w 1055399"/>
                <a:gd name="connsiteY1278" fmla="*/ 734992 h 949444"/>
                <a:gd name="connsiteX1279" fmla="*/ 692677 w 1055399"/>
                <a:gd name="connsiteY1279" fmla="*/ 732369 h 949444"/>
                <a:gd name="connsiteX1280" fmla="*/ 694259 w 1055399"/>
                <a:gd name="connsiteY1280" fmla="*/ 729778 h 949444"/>
                <a:gd name="connsiteX1281" fmla="*/ 695000 w 1055399"/>
                <a:gd name="connsiteY1281" fmla="*/ 727894 h 949444"/>
                <a:gd name="connsiteX1282" fmla="*/ 696884 w 1055399"/>
                <a:gd name="connsiteY1282" fmla="*/ 725439 h 949444"/>
                <a:gd name="connsiteX1283" fmla="*/ 699072 w 1055399"/>
                <a:gd name="connsiteY1283" fmla="*/ 722546 h 949444"/>
                <a:gd name="connsiteX1284" fmla="*/ 701529 w 1055399"/>
                <a:gd name="connsiteY1284" fmla="*/ 720225 h 949444"/>
                <a:gd name="connsiteX1285" fmla="*/ 704423 w 1055399"/>
                <a:gd name="connsiteY1285" fmla="*/ 721974 h 949444"/>
                <a:gd name="connsiteX1286" fmla="*/ 707048 w 1055399"/>
                <a:gd name="connsiteY1286" fmla="*/ 725001 h 949444"/>
                <a:gd name="connsiteX1287" fmla="*/ 707923 w 1055399"/>
                <a:gd name="connsiteY1287" fmla="*/ 727760 h 949444"/>
                <a:gd name="connsiteX1288" fmla="*/ 708630 w 1055399"/>
                <a:gd name="connsiteY1288" fmla="*/ 731225 h 949444"/>
                <a:gd name="connsiteX1289" fmla="*/ 710077 w 1055399"/>
                <a:gd name="connsiteY1289" fmla="*/ 732671 h 949444"/>
                <a:gd name="connsiteX1290" fmla="*/ 713409 w 1055399"/>
                <a:gd name="connsiteY1290" fmla="*/ 734690 h 949444"/>
                <a:gd name="connsiteX1291" fmla="*/ 715866 w 1055399"/>
                <a:gd name="connsiteY1291" fmla="*/ 736271 h 949444"/>
                <a:gd name="connsiteX1292" fmla="*/ 718760 w 1055399"/>
                <a:gd name="connsiteY1292" fmla="*/ 736977 h 949444"/>
                <a:gd name="connsiteX1293" fmla="*/ 720947 w 1055399"/>
                <a:gd name="connsiteY1293" fmla="*/ 737852 h 949444"/>
                <a:gd name="connsiteX1294" fmla="*/ 724145 w 1055399"/>
                <a:gd name="connsiteY1294" fmla="*/ 738726 h 949444"/>
                <a:gd name="connsiteX1295" fmla="*/ 726837 w 1055399"/>
                <a:gd name="connsiteY1295" fmla="*/ 741485 h 949444"/>
                <a:gd name="connsiteX1296" fmla="*/ 726904 w 1055399"/>
                <a:gd name="connsiteY1296" fmla="*/ 745387 h 949444"/>
                <a:gd name="connsiteX1297" fmla="*/ 726904 w 1055399"/>
                <a:gd name="connsiteY1297" fmla="*/ 748314 h 949444"/>
                <a:gd name="connsiteX1298" fmla="*/ 725322 w 1055399"/>
                <a:gd name="connsiteY1298" fmla="*/ 750332 h 949444"/>
                <a:gd name="connsiteX1299" fmla="*/ 723572 w 1055399"/>
                <a:gd name="connsiteY1299" fmla="*/ 751779 h 949444"/>
                <a:gd name="connsiteX1300" fmla="*/ 723135 w 1055399"/>
                <a:gd name="connsiteY1300" fmla="*/ 754537 h 949444"/>
                <a:gd name="connsiteX1301" fmla="*/ 722832 w 1055399"/>
                <a:gd name="connsiteY1301" fmla="*/ 757733 h 949444"/>
                <a:gd name="connsiteX1302" fmla="*/ 725895 w 1055399"/>
                <a:gd name="connsiteY1302" fmla="*/ 757867 h 949444"/>
                <a:gd name="connsiteX1303" fmla="*/ 731246 w 1055399"/>
                <a:gd name="connsiteY1303" fmla="*/ 757867 h 949444"/>
                <a:gd name="connsiteX1304" fmla="*/ 732121 w 1055399"/>
                <a:gd name="connsiteY1304" fmla="*/ 759886 h 949444"/>
                <a:gd name="connsiteX1305" fmla="*/ 732121 w 1055399"/>
                <a:gd name="connsiteY1305" fmla="*/ 760458 h 949444"/>
                <a:gd name="connsiteX1306" fmla="*/ 732121 w 1055399"/>
                <a:gd name="connsiteY1306" fmla="*/ 763923 h 949444"/>
                <a:gd name="connsiteX1307" fmla="*/ 729967 w 1055399"/>
                <a:gd name="connsiteY1307" fmla="*/ 765234 h 949444"/>
                <a:gd name="connsiteX1308" fmla="*/ 725188 w 1055399"/>
                <a:gd name="connsiteY1308" fmla="*/ 766681 h 949444"/>
                <a:gd name="connsiteX1309" fmla="*/ 723875 w 1055399"/>
                <a:gd name="connsiteY1309" fmla="*/ 770146 h 949444"/>
                <a:gd name="connsiteX1310" fmla="*/ 724010 w 1055399"/>
                <a:gd name="connsiteY1310" fmla="*/ 771592 h 949444"/>
                <a:gd name="connsiteX1311" fmla="*/ 726803 w 1055399"/>
                <a:gd name="connsiteY1311" fmla="*/ 773173 h 949444"/>
                <a:gd name="connsiteX1312" fmla="*/ 726904 w 1055399"/>
                <a:gd name="connsiteY1312" fmla="*/ 773476 h 949444"/>
                <a:gd name="connsiteX1313" fmla="*/ 726904 w 1055399"/>
                <a:gd name="connsiteY1313" fmla="*/ 773476 h 949444"/>
                <a:gd name="connsiteX1314" fmla="*/ 731246 w 1055399"/>
                <a:gd name="connsiteY1314" fmla="*/ 773476 h 949444"/>
                <a:gd name="connsiteX1315" fmla="*/ 736765 w 1055399"/>
                <a:gd name="connsiteY1315" fmla="*/ 768262 h 949444"/>
                <a:gd name="connsiteX1316" fmla="*/ 741679 w 1055399"/>
                <a:gd name="connsiteY1316" fmla="*/ 768262 h 949444"/>
                <a:gd name="connsiteX1317" fmla="*/ 744876 w 1055399"/>
                <a:gd name="connsiteY1317" fmla="*/ 766244 h 949444"/>
                <a:gd name="connsiteX1318" fmla="*/ 747198 w 1055399"/>
                <a:gd name="connsiteY1318" fmla="*/ 767993 h 949444"/>
                <a:gd name="connsiteX1319" fmla="*/ 748948 w 1055399"/>
                <a:gd name="connsiteY1319" fmla="*/ 772063 h 949444"/>
                <a:gd name="connsiteX1320" fmla="*/ 751842 w 1055399"/>
                <a:gd name="connsiteY1320" fmla="*/ 773510 h 949444"/>
                <a:gd name="connsiteX1321" fmla="*/ 758439 w 1055399"/>
                <a:gd name="connsiteY1321" fmla="*/ 776975 h 949444"/>
                <a:gd name="connsiteX1322" fmla="*/ 762578 w 1055399"/>
                <a:gd name="connsiteY1322" fmla="*/ 776975 h 949444"/>
                <a:gd name="connsiteX1323" fmla="*/ 771261 w 1055399"/>
                <a:gd name="connsiteY1323" fmla="*/ 776975 h 949444"/>
                <a:gd name="connsiteX1324" fmla="*/ 773852 w 1055399"/>
                <a:gd name="connsiteY1324" fmla="*/ 772938 h 949444"/>
                <a:gd name="connsiteX1325" fmla="*/ 775804 w 1055399"/>
                <a:gd name="connsiteY1325" fmla="*/ 770011 h 949444"/>
                <a:gd name="connsiteX1326" fmla="*/ 785160 w 1055399"/>
                <a:gd name="connsiteY1326" fmla="*/ 770011 h 949444"/>
                <a:gd name="connsiteX1327" fmla="*/ 790141 w 1055399"/>
                <a:gd name="connsiteY1327" fmla="*/ 770449 h 949444"/>
                <a:gd name="connsiteX1328" fmla="*/ 801449 w 1055399"/>
                <a:gd name="connsiteY1328" fmla="*/ 771693 h 949444"/>
                <a:gd name="connsiteX1329" fmla="*/ 804377 w 1055399"/>
                <a:gd name="connsiteY1329" fmla="*/ 769574 h 949444"/>
                <a:gd name="connsiteX1330" fmla="*/ 806867 w 1055399"/>
                <a:gd name="connsiteY1330" fmla="*/ 766244 h 949444"/>
                <a:gd name="connsiteX1331" fmla="*/ 806867 w 1055399"/>
                <a:gd name="connsiteY1331" fmla="*/ 765672 h 949444"/>
                <a:gd name="connsiteX1332" fmla="*/ 812286 w 1055399"/>
                <a:gd name="connsiteY1332" fmla="*/ 766984 h 949444"/>
                <a:gd name="connsiteX1333" fmla="*/ 814473 w 1055399"/>
                <a:gd name="connsiteY1333" fmla="*/ 771424 h 949444"/>
                <a:gd name="connsiteX1334" fmla="*/ 817940 w 1055399"/>
                <a:gd name="connsiteY1334" fmla="*/ 773274 h 949444"/>
                <a:gd name="connsiteX1335" fmla="*/ 821844 w 1055399"/>
                <a:gd name="connsiteY1335" fmla="*/ 771424 h 949444"/>
                <a:gd name="connsiteX1336" fmla="*/ 823796 w 1055399"/>
                <a:gd name="connsiteY1336" fmla="*/ 768935 h 949444"/>
                <a:gd name="connsiteX1337" fmla="*/ 825546 w 1055399"/>
                <a:gd name="connsiteY1337" fmla="*/ 765672 h 949444"/>
                <a:gd name="connsiteX1338" fmla="*/ 826858 w 1055399"/>
                <a:gd name="connsiteY1338" fmla="*/ 764158 h 949444"/>
                <a:gd name="connsiteX1339" fmla="*/ 826858 w 1055399"/>
                <a:gd name="connsiteY1339" fmla="*/ 761770 h 949444"/>
                <a:gd name="connsiteX1340" fmla="*/ 827161 w 1055399"/>
                <a:gd name="connsiteY1340" fmla="*/ 759818 h 949444"/>
                <a:gd name="connsiteX1341" fmla="*/ 827296 w 1055399"/>
                <a:gd name="connsiteY1341" fmla="*/ 758506 h 949444"/>
                <a:gd name="connsiteX1342" fmla="*/ 827431 w 1055399"/>
                <a:gd name="connsiteY1342" fmla="*/ 755243 h 949444"/>
                <a:gd name="connsiteX1343" fmla="*/ 827733 w 1055399"/>
                <a:gd name="connsiteY1343" fmla="*/ 752418 h 949444"/>
                <a:gd name="connsiteX1344" fmla="*/ 827733 w 1055399"/>
                <a:gd name="connsiteY1344" fmla="*/ 750029 h 949444"/>
                <a:gd name="connsiteX1345" fmla="*/ 825781 w 1055399"/>
                <a:gd name="connsiteY1345" fmla="*/ 748280 h 949444"/>
                <a:gd name="connsiteX1346" fmla="*/ 825142 w 1055399"/>
                <a:gd name="connsiteY1346" fmla="*/ 745892 h 949444"/>
                <a:gd name="connsiteX1347" fmla="*/ 823628 w 1055399"/>
                <a:gd name="connsiteY1347" fmla="*/ 744849 h 949444"/>
                <a:gd name="connsiteX1348" fmla="*/ 820800 w 1055399"/>
                <a:gd name="connsiteY1348" fmla="*/ 742797 h 949444"/>
                <a:gd name="connsiteX1349" fmla="*/ 820800 w 1055399"/>
                <a:gd name="connsiteY1349" fmla="*/ 740778 h 949444"/>
                <a:gd name="connsiteX1350" fmla="*/ 821608 w 1055399"/>
                <a:gd name="connsiteY1350" fmla="*/ 739365 h 949444"/>
                <a:gd name="connsiteX1351" fmla="*/ 822416 w 1055399"/>
                <a:gd name="connsiteY1351" fmla="*/ 738491 h 949444"/>
                <a:gd name="connsiteX1352" fmla="*/ 822921 w 1055399"/>
                <a:gd name="connsiteY1352" fmla="*/ 736540 h 949444"/>
                <a:gd name="connsiteX1353" fmla="*/ 822921 w 1055399"/>
                <a:gd name="connsiteY1353" fmla="*/ 734421 h 949444"/>
                <a:gd name="connsiteX1354" fmla="*/ 821945 w 1055399"/>
                <a:gd name="connsiteY1354" fmla="*/ 732503 h 949444"/>
                <a:gd name="connsiteX1355" fmla="*/ 819656 w 1055399"/>
                <a:gd name="connsiteY1355" fmla="*/ 731460 h 949444"/>
                <a:gd name="connsiteX1356" fmla="*/ 816897 w 1055399"/>
                <a:gd name="connsiteY1356" fmla="*/ 730014 h 949444"/>
                <a:gd name="connsiteX1357" fmla="*/ 814709 w 1055399"/>
                <a:gd name="connsiteY1357" fmla="*/ 730014 h 949444"/>
                <a:gd name="connsiteX1358" fmla="*/ 813094 w 1055399"/>
                <a:gd name="connsiteY1358" fmla="*/ 728601 h 949444"/>
                <a:gd name="connsiteX1359" fmla="*/ 811882 w 1055399"/>
                <a:gd name="connsiteY1359" fmla="*/ 728264 h 949444"/>
                <a:gd name="connsiteX1360" fmla="*/ 807742 w 1055399"/>
                <a:gd name="connsiteY1360" fmla="*/ 728264 h 949444"/>
                <a:gd name="connsiteX1361" fmla="*/ 806228 w 1055399"/>
                <a:gd name="connsiteY1361" fmla="*/ 728567 h 949444"/>
                <a:gd name="connsiteX1362" fmla="*/ 804916 w 1055399"/>
                <a:gd name="connsiteY1362" fmla="*/ 730081 h 949444"/>
                <a:gd name="connsiteX1363" fmla="*/ 802089 w 1055399"/>
                <a:gd name="connsiteY1363" fmla="*/ 731090 h 949444"/>
                <a:gd name="connsiteX1364" fmla="*/ 800069 w 1055399"/>
                <a:gd name="connsiteY1364" fmla="*/ 732335 h 949444"/>
                <a:gd name="connsiteX1365" fmla="*/ 797747 w 1055399"/>
                <a:gd name="connsiteY1365" fmla="*/ 733781 h 949444"/>
                <a:gd name="connsiteX1366" fmla="*/ 794281 w 1055399"/>
                <a:gd name="connsiteY1366" fmla="*/ 734656 h 949444"/>
                <a:gd name="connsiteX1367" fmla="*/ 788324 w 1055399"/>
                <a:gd name="connsiteY1367" fmla="*/ 735228 h 949444"/>
                <a:gd name="connsiteX1368" fmla="*/ 785127 w 1055399"/>
                <a:gd name="connsiteY1368" fmla="*/ 735228 h 949444"/>
                <a:gd name="connsiteX1369" fmla="*/ 783982 w 1055399"/>
                <a:gd name="connsiteY1369" fmla="*/ 733916 h 949444"/>
                <a:gd name="connsiteX1370" fmla="*/ 783848 w 1055399"/>
                <a:gd name="connsiteY1370" fmla="*/ 730888 h 949444"/>
                <a:gd name="connsiteX1371" fmla="*/ 784588 w 1055399"/>
                <a:gd name="connsiteY1371" fmla="*/ 729307 h 949444"/>
                <a:gd name="connsiteX1372" fmla="*/ 785598 w 1055399"/>
                <a:gd name="connsiteY1372" fmla="*/ 727121 h 949444"/>
                <a:gd name="connsiteX1373" fmla="*/ 784454 w 1055399"/>
                <a:gd name="connsiteY1373" fmla="*/ 724093 h 949444"/>
                <a:gd name="connsiteX1374" fmla="*/ 784151 w 1055399"/>
                <a:gd name="connsiteY1374" fmla="*/ 719316 h 949444"/>
                <a:gd name="connsiteX1375" fmla="*/ 783141 w 1055399"/>
                <a:gd name="connsiteY1375" fmla="*/ 715246 h 949444"/>
                <a:gd name="connsiteX1376" fmla="*/ 780381 w 1055399"/>
                <a:gd name="connsiteY1376" fmla="*/ 712353 h 949444"/>
                <a:gd name="connsiteX1377" fmla="*/ 779069 w 1055399"/>
                <a:gd name="connsiteY1377" fmla="*/ 710536 h 949444"/>
                <a:gd name="connsiteX1378" fmla="*/ 778194 w 1055399"/>
                <a:gd name="connsiteY1378" fmla="*/ 709157 h 949444"/>
                <a:gd name="connsiteX1379" fmla="*/ 777453 w 1055399"/>
                <a:gd name="connsiteY1379" fmla="*/ 709157 h 949444"/>
                <a:gd name="connsiteX1380" fmla="*/ 773684 w 1055399"/>
                <a:gd name="connsiteY1380" fmla="*/ 709090 h 949444"/>
                <a:gd name="connsiteX1381" fmla="*/ 768771 w 1055399"/>
                <a:gd name="connsiteY1381" fmla="*/ 711175 h 949444"/>
                <a:gd name="connsiteX1382" fmla="*/ 766751 w 1055399"/>
                <a:gd name="connsiteY1382" fmla="*/ 712487 h 949444"/>
                <a:gd name="connsiteX1383" fmla="*/ 764564 w 1055399"/>
                <a:gd name="connsiteY1383" fmla="*/ 710301 h 949444"/>
                <a:gd name="connsiteX1384" fmla="*/ 763823 w 1055399"/>
                <a:gd name="connsiteY1384" fmla="*/ 708821 h 949444"/>
                <a:gd name="connsiteX1385" fmla="*/ 762006 w 1055399"/>
                <a:gd name="connsiteY1385" fmla="*/ 707172 h 949444"/>
                <a:gd name="connsiteX1386" fmla="*/ 762444 w 1055399"/>
                <a:gd name="connsiteY1386" fmla="*/ 704414 h 949444"/>
                <a:gd name="connsiteX1387" fmla="*/ 762376 w 1055399"/>
                <a:gd name="connsiteY1387" fmla="*/ 701084 h 949444"/>
                <a:gd name="connsiteX1388" fmla="*/ 763386 w 1055399"/>
                <a:gd name="connsiteY1388" fmla="*/ 695096 h 949444"/>
                <a:gd name="connsiteX1389" fmla="*/ 763386 w 1055399"/>
                <a:gd name="connsiteY1389" fmla="*/ 692606 h 949444"/>
                <a:gd name="connsiteX1390" fmla="*/ 760121 w 1055399"/>
                <a:gd name="connsiteY1390" fmla="*/ 689680 h 949444"/>
                <a:gd name="connsiteX1391" fmla="*/ 758607 w 1055399"/>
                <a:gd name="connsiteY1391" fmla="*/ 687931 h 949444"/>
                <a:gd name="connsiteX1392" fmla="*/ 758943 w 1055399"/>
                <a:gd name="connsiteY1392" fmla="*/ 685643 h 949444"/>
                <a:gd name="connsiteX1393" fmla="*/ 760693 w 1055399"/>
                <a:gd name="connsiteY1393" fmla="*/ 683692 h 949444"/>
                <a:gd name="connsiteX1394" fmla="*/ 762006 w 1055399"/>
                <a:gd name="connsiteY1394" fmla="*/ 681842 h 949444"/>
                <a:gd name="connsiteX1395" fmla="*/ 763083 w 1055399"/>
                <a:gd name="connsiteY1395" fmla="*/ 679655 h 949444"/>
                <a:gd name="connsiteX1396" fmla="*/ 764295 w 1055399"/>
                <a:gd name="connsiteY1396" fmla="*/ 678680 h 949444"/>
                <a:gd name="connsiteX1397" fmla="*/ 767021 w 1055399"/>
                <a:gd name="connsiteY1397" fmla="*/ 675753 h 949444"/>
                <a:gd name="connsiteX1398" fmla="*/ 768097 w 1055399"/>
                <a:gd name="connsiteY1398" fmla="*/ 674677 h 949444"/>
                <a:gd name="connsiteX1399" fmla="*/ 768973 w 1055399"/>
                <a:gd name="connsiteY1399" fmla="*/ 674037 h 949444"/>
                <a:gd name="connsiteX1400" fmla="*/ 770487 w 1055399"/>
                <a:gd name="connsiteY1400" fmla="*/ 672725 h 949444"/>
                <a:gd name="connsiteX1401" fmla="*/ 772001 w 1055399"/>
                <a:gd name="connsiteY1401" fmla="*/ 671851 h 949444"/>
                <a:gd name="connsiteX1402" fmla="*/ 775030 w 1055399"/>
                <a:gd name="connsiteY1402" fmla="*/ 670875 h 949444"/>
                <a:gd name="connsiteX1403" fmla="*/ 778194 w 1055399"/>
                <a:gd name="connsiteY1403" fmla="*/ 670875 h 949444"/>
                <a:gd name="connsiteX1404" fmla="*/ 780785 w 1055399"/>
                <a:gd name="connsiteY1404" fmla="*/ 672490 h 949444"/>
                <a:gd name="connsiteX1405" fmla="*/ 782973 w 1055399"/>
                <a:gd name="connsiteY1405" fmla="*/ 673365 h 949444"/>
                <a:gd name="connsiteX1406" fmla="*/ 786574 w 1055399"/>
                <a:gd name="connsiteY1406" fmla="*/ 673466 h 949444"/>
                <a:gd name="connsiteX1407" fmla="*/ 788324 w 1055399"/>
                <a:gd name="connsiteY1407" fmla="*/ 673129 h 949444"/>
                <a:gd name="connsiteX1408" fmla="*/ 789939 w 1055399"/>
                <a:gd name="connsiteY1408" fmla="*/ 670303 h 949444"/>
                <a:gd name="connsiteX1409" fmla="*/ 789502 w 1055399"/>
                <a:gd name="connsiteY1409" fmla="*/ 664215 h 949444"/>
                <a:gd name="connsiteX1410" fmla="*/ 789502 w 1055399"/>
                <a:gd name="connsiteY1410" fmla="*/ 663037 h 949444"/>
                <a:gd name="connsiteX1411" fmla="*/ 790915 w 1055399"/>
                <a:gd name="connsiteY1411" fmla="*/ 660750 h 949444"/>
                <a:gd name="connsiteX1412" fmla="*/ 793002 w 1055399"/>
                <a:gd name="connsiteY1412" fmla="*/ 658630 h 949444"/>
                <a:gd name="connsiteX1413" fmla="*/ 795290 w 1055399"/>
                <a:gd name="connsiteY1413" fmla="*/ 655199 h 949444"/>
                <a:gd name="connsiteX1414" fmla="*/ 797343 w 1055399"/>
                <a:gd name="connsiteY1414" fmla="*/ 655199 h 949444"/>
                <a:gd name="connsiteX1415" fmla="*/ 799834 w 1055399"/>
                <a:gd name="connsiteY1415" fmla="*/ 656074 h 949444"/>
                <a:gd name="connsiteX1416" fmla="*/ 800608 w 1055399"/>
                <a:gd name="connsiteY1416" fmla="*/ 658799 h 949444"/>
                <a:gd name="connsiteX1417" fmla="*/ 801920 w 1055399"/>
                <a:gd name="connsiteY1417" fmla="*/ 661624 h 949444"/>
                <a:gd name="connsiteX1418" fmla="*/ 805387 w 1055399"/>
                <a:gd name="connsiteY1418" fmla="*/ 664988 h 949444"/>
                <a:gd name="connsiteX1419" fmla="*/ 807440 w 1055399"/>
                <a:gd name="connsiteY1419" fmla="*/ 667713 h 949444"/>
                <a:gd name="connsiteX1420" fmla="*/ 809930 w 1055399"/>
                <a:gd name="connsiteY1420" fmla="*/ 670202 h 949444"/>
                <a:gd name="connsiteX1421" fmla="*/ 812656 w 1055399"/>
                <a:gd name="connsiteY1421" fmla="*/ 670404 h 949444"/>
                <a:gd name="connsiteX1422" fmla="*/ 814171 w 1055399"/>
                <a:gd name="connsiteY1422" fmla="*/ 670068 h 949444"/>
                <a:gd name="connsiteX1423" fmla="*/ 815584 w 1055399"/>
                <a:gd name="connsiteY1423" fmla="*/ 669866 h 949444"/>
                <a:gd name="connsiteX1424" fmla="*/ 818209 w 1055399"/>
                <a:gd name="connsiteY1424" fmla="*/ 671178 h 949444"/>
                <a:gd name="connsiteX1425" fmla="*/ 820262 w 1055399"/>
                <a:gd name="connsiteY1425" fmla="*/ 675316 h 949444"/>
                <a:gd name="connsiteX1426" fmla="*/ 821036 w 1055399"/>
                <a:gd name="connsiteY1426" fmla="*/ 677166 h 949444"/>
                <a:gd name="connsiteX1427" fmla="*/ 822113 w 1055399"/>
                <a:gd name="connsiteY1427" fmla="*/ 679453 h 949444"/>
                <a:gd name="connsiteX1428" fmla="*/ 824166 w 1055399"/>
                <a:gd name="connsiteY1428" fmla="*/ 679117 h 949444"/>
                <a:gd name="connsiteX1429" fmla="*/ 825377 w 1055399"/>
                <a:gd name="connsiteY1429" fmla="*/ 680328 h 949444"/>
                <a:gd name="connsiteX1430" fmla="*/ 826152 w 1055399"/>
                <a:gd name="connsiteY1430" fmla="*/ 681943 h 949444"/>
                <a:gd name="connsiteX1431" fmla="*/ 827128 w 1055399"/>
                <a:gd name="connsiteY1431" fmla="*/ 683591 h 949444"/>
                <a:gd name="connsiteX1432" fmla="*/ 828979 w 1055399"/>
                <a:gd name="connsiteY1432" fmla="*/ 685206 h 949444"/>
                <a:gd name="connsiteX1433" fmla="*/ 830628 w 1055399"/>
                <a:gd name="connsiteY1433" fmla="*/ 685979 h 949444"/>
                <a:gd name="connsiteX1434" fmla="*/ 832479 w 1055399"/>
                <a:gd name="connsiteY1434" fmla="*/ 686619 h 949444"/>
                <a:gd name="connsiteX1435" fmla="*/ 834229 w 1055399"/>
                <a:gd name="connsiteY1435" fmla="*/ 686854 h 949444"/>
                <a:gd name="connsiteX1436" fmla="*/ 835642 w 1055399"/>
                <a:gd name="connsiteY1436" fmla="*/ 685374 h 949444"/>
                <a:gd name="connsiteX1437" fmla="*/ 835205 w 1055399"/>
                <a:gd name="connsiteY1437" fmla="*/ 686047 h 949444"/>
                <a:gd name="connsiteX1438" fmla="*/ 833017 w 1055399"/>
                <a:gd name="connsiteY1438" fmla="*/ 680429 h 949444"/>
                <a:gd name="connsiteX1439" fmla="*/ 833017 w 1055399"/>
                <a:gd name="connsiteY1439" fmla="*/ 675215 h 949444"/>
                <a:gd name="connsiteX1440" fmla="*/ 831906 w 1055399"/>
                <a:gd name="connsiteY1440" fmla="*/ 672826 h 949444"/>
                <a:gd name="connsiteX1441" fmla="*/ 831301 w 1055399"/>
                <a:gd name="connsiteY1441" fmla="*/ 669496 h 949444"/>
                <a:gd name="connsiteX1442" fmla="*/ 831301 w 1055399"/>
                <a:gd name="connsiteY1442" fmla="*/ 668251 h 949444"/>
                <a:gd name="connsiteX1443" fmla="*/ 829113 w 1055399"/>
                <a:gd name="connsiteY1443" fmla="*/ 663172 h 949444"/>
                <a:gd name="connsiteX1444" fmla="*/ 828238 w 1055399"/>
                <a:gd name="connsiteY1444" fmla="*/ 658967 h 949444"/>
                <a:gd name="connsiteX1445" fmla="*/ 825411 w 1055399"/>
                <a:gd name="connsiteY1445" fmla="*/ 656646 h 949444"/>
                <a:gd name="connsiteX1446" fmla="*/ 824334 w 1055399"/>
                <a:gd name="connsiteY1446" fmla="*/ 651297 h 949444"/>
                <a:gd name="connsiteX1447" fmla="*/ 824334 w 1055399"/>
                <a:gd name="connsiteY1447" fmla="*/ 647395 h 949444"/>
                <a:gd name="connsiteX1448" fmla="*/ 821877 w 1055399"/>
                <a:gd name="connsiteY1448" fmla="*/ 644939 h 949444"/>
                <a:gd name="connsiteX1449" fmla="*/ 817805 w 1055399"/>
                <a:gd name="connsiteY1449" fmla="*/ 640734 h 949444"/>
                <a:gd name="connsiteX1450" fmla="*/ 811848 w 1055399"/>
                <a:gd name="connsiteY1450" fmla="*/ 641743 h 949444"/>
                <a:gd name="connsiteX1451" fmla="*/ 806060 w 1055399"/>
                <a:gd name="connsiteY1451" fmla="*/ 639725 h 949444"/>
                <a:gd name="connsiteX1452" fmla="*/ 801584 w 1055399"/>
                <a:gd name="connsiteY1452" fmla="*/ 634511 h 949444"/>
                <a:gd name="connsiteX1453" fmla="*/ 798252 w 1055399"/>
                <a:gd name="connsiteY1453" fmla="*/ 632761 h 949444"/>
                <a:gd name="connsiteX1454" fmla="*/ 790276 w 1055399"/>
                <a:gd name="connsiteY1454" fmla="*/ 634073 h 949444"/>
                <a:gd name="connsiteX1455" fmla="*/ 783478 w 1055399"/>
                <a:gd name="connsiteY1455" fmla="*/ 636664 h 949444"/>
                <a:gd name="connsiteX1456" fmla="*/ 778396 w 1055399"/>
                <a:gd name="connsiteY1456" fmla="*/ 636226 h 949444"/>
                <a:gd name="connsiteX1457" fmla="*/ 773920 w 1055399"/>
                <a:gd name="connsiteY1457" fmla="*/ 630272 h 949444"/>
                <a:gd name="connsiteX1458" fmla="*/ 773920 w 1055399"/>
                <a:gd name="connsiteY1458" fmla="*/ 624755 h 949444"/>
                <a:gd name="connsiteX1459" fmla="*/ 773920 w 1055399"/>
                <a:gd name="connsiteY1459" fmla="*/ 619541 h 949444"/>
                <a:gd name="connsiteX1460" fmla="*/ 771093 w 1055399"/>
                <a:gd name="connsiteY1460" fmla="*/ 614529 h 949444"/>
                <a:gd name="connsiteX1461" fmla="*/ 769141 w 1055399"/>
                <a:gd name="connsiteY1461" fmla="*/ 610829 h 949444"/>
                <a:gd name="connsiteX1462" fmla="*/ 770218 w 1055399"/>
                <a:gd name="connsiteY1462" fmla="*/ 608205 h 949444"/>
                <a:gd name="connsiteX1463" fmla="*/ 771295 w 1055399"/>
                <a:gd name="connsiteY1463" fmla="*/ 605177 h 949444"/>
                <a:gd name="connsiteX1464" fmla="*/ 773247 w 1055399"/>
                <a:gd name="connsiteY1464" fmla="*/ 602553 h 949444"/>
                <a:gd name="connsiteX1465" fmla="*/ 773684 w 1055399"/>
                <a:gd name="connsiteY1465" fmla="*/ 599290 h 949444"/>
                <a:gd name="connsiteX1466" fmla="*/ 774122 w 1055399"/>
                <a:gd name="connsiteY1466" fmla="*/ 596666 h 949444"/>
                <a:gd name="connsiteX1467" fmla="*/ 776511 w 1055399"/>
                <a:gd name="connsiteY1467" fmla="*/ 593841 h 949444"/>
                <a:gd name="connsiteX1468" fmla="*/ 774357 w 1055399"/>
                <a:gd name="connsiteY1468" fmla="*/ 588862 h 949444"/>
                <a:gd name="connsiteX1469" fmla="*/ 769141 w 1055399"/>
                <a:gd name="connsiteY1469" fmla="*/ 589938 h 949444"/>
                <a:gd name="connsiteX1470" fmla="*/ 765876 w 1055399"/>
                <a:gd name="connsiteY1470" fmla="*/ 591688 h 949444"/>
                <a:gd name="connsiteX1471" fmla="*/ 760660 w 1055399"/>
                <a:gd name="connsiteY1471" fmla="*/ 594278 h 949444"/>
                <a:gd name="connsiteX1472" fmla="*/ 757395 w 1055399"/>
                <a:gd name="connsiteY1472" fmla="*/ 594278 h 949444"/>
                <a:gd name="connsiteX1473" fmla="*/ 750429 w 1055399"/>
                <a:gd name="connsiteY1473" fmla="*/ 593201 h 949444"/>
                <a:gd name="connsiteX1474" fmla="*/ 746962 w 1055399"/>
                <a:gd name="connsiteY1474" fmla="*/ 590376 h 949444"/>
                <a:gd name="connsiteX1475" fmla="*/ 744573 w 1055399"/>
                <a:gd name="connsiteY1475" fmla="*/ 586911 h 949444"/>
                <a:gd name="connsiteX1476" fmla="*/ 745650 w 1055399"/>
                <a:gd name="connsiteY1476" fmla="*/ 582773 h 949444"/>
                <a:gd name="connsiteX1477" fmla="*/ 746087 w 1055399"/>
                <a:gd name="connsiteY1477" fmla="*/ 580385 h 949444"/>
                <a:gd name="connsiteX1478" fmla="*/ 744573 w 1055399"/>
                <a:gd name="connsiteY1478" fmla="*/ 578871 h 949444"/>
                <a:gd name="connsiteX1479" fmla="*/ 740433 w 1055399"/>
                <a:gd name="connsiteY1479" fmla="*/ 573657 h 949444"/>
                <a:gd name="connsiteX1480" fmla="*/ 739356 w 1055399"/>
                <a:gd name="connsiteY1480" fmla="*/ 570595 h 949444"/>
                <a:gd name="connsiteX1481" fmla="*/ 740669 w 1055399"/>
                <a:gd name="connsiteY1481" fmla="*/ 563868 h 949444"/>
                <a:gd name="connsiteX1482" fmla="*/ 739356 w 1055399"/>
                <a:gd name="connsiteY1482" fmla="*/ 558653 h 949444"/>
                <a:gd name="connsiteX1483" fmla="*/ 743496 w 1055399"/>
                <a:gd name="connsiteY1483" fmla="*/ 556366 h 949444"/>
                <a:gd name="connsiteX1484" fmla="*/ 748477 w 1055399"/>
                <a:gd name="connsiteY1484" fmla="*/ 550815 h 949444"/>
                <a:gd name="connsiteX1485" fmla="*/ 754333 w 1055399"/>
                <a:gd name="connsiteY1485" fmla="*/ 547351 h 949444"/>
                <a:gd name="connsiteX1486" fmla="*/ 759785 w 1055399"/>
                <a:gd name="connsiteY1486" fmla="*/ 545601 h 949444"/>
                <a:gd name="connsiteX1487" fmla="*/ 762612 w 1055399"/>
                <a:gd name="connsiteY1487" fmla="*/ 542775 h 949444"/>
                <a:gd name="connsiteX1488" fmla="*/ 764564 w 1055399"/>
                <a:gd name="connsiteY1488" fmla="*/ 536149 h 949444"/>
                <a:gd name="connsiteX1489" fmla="*/ 765439 w 1055399"/>
                <a:gd name="connsiteY1489" fmla="*/ 531708 h 949444"/>
                <a:gd name="connsiteX1490" fmla="*/ 767828 w 1055399"/>
                <a:gd name="connsiteY1490" fmla="*/ 531708 h 949444"/>
                <a:gd name="connsiteX1491" fmla="*/ 770891 w 1055399"/>
                <a:gd name="connsiteY1491" fmla="*/ 531708 h 949444"/>
                <a:gd name="connsiteX1492" fmla="*/ 773920 w 1055399"/>
                <a:gd name="connsiteY1492" fmla="*/ 529959 h 949444"/>
                <a:gd name="connsiteX1493" fmla="*/ 775232 w 1055399"/>
                <a:gd name="connsiteY1493" fmla="*/ 526931 h 949444"/>
                <a:gd name="connsiteX1494" fmla="*/ 776545 w 1055399"/>
                <a:gd name="connsiteY1494" fmla="*/ 522592 h 949444"/>
                <a:gd name="connsiteX1495" fmla="*/ 777420 w 1055399"/>
                <a:gd name="connsiteY1495" fmla="*/ 518690 h 949444"/>
                <a:gd name="connsiteX1496" fmla="*/ 777857 w 1055399"/>
                <a:gd name="connsiteY1496" fmla="*/ 515662 h 949444"/>
                <a:gd name="connsiteX1497" fmla="*/ 778732 w 1055399"/>
                <a:gd name="connsiteY1497" fmla="*/ 512399 h 949444"/>
                <a:gd name="connsiteX1498" fmla="*/ 777655 w 1055399"/>
                <a:gd name="connsiteY1498" fmla="*/ 508934 h 949444"/>
                <a:gd name="connsiteX1499" fmla="*/ 775030 w 1055399"/>
                <a:gd name="connsiteY1499" fmla="*/ 503922 h 949444"/>
                <a:gd name="connsiteX1500" fmla="*/ 768703 w 1055399"/>
                <a:gd name="connsiteY1500" fmla="*/ 501533 h 949444"/>
                <a:gd name="connsiteX1501" fmla="*/ 763285 w 1055399"/>
                <a:gd name="connsiteY1501" fmla="*/ 498270 h 949444"/>
                <a:gd name="connsiteX1502" fmla="*/ 760895 w 1055399"/>
                <a:gd name="connsiteY1502" fmla="*/ 494133 h 949444"/>
                <a:gd name="connsiteX1503" fmla="*/ 760660 w 1055399"/>
                <a:gd name="connsiteY1503" fmla="*/ 489692 h 949444"/>
                <a:gd name="connsiteX1504" fmla="*/ 761299 w 1055399"/>
                <a:gd name="connsiteY1504" fmla="*/ 486530 h 949444"/>
                <a:gd name="connsiteX1505" fmla="*/ 766078 w 1055399"/>
                <a:gd name="connsiteY1505" fmla="*/ 486530 h 949444"/>
                <a:gd name="connsiteX1506" fmla="*/ 770420 w 1055399"/>
                <a:gd name="connsiteY1506" fmla="*/ 488717 h 949444"/>
                <a:gd name="connsiteX1507" fmla="*/ 771295 w 1055399"/>
                <a:gd name="connsiteY1507" fmla="*/ 485454 h 949444"/>
                <a:gd name="connsiteX1508" fmla="*/ 768670 w 1055399"/>
                <a:gd name="connsiteY1508" fmla="*/ 481316 h 949444"/>
                <a:gd name="connsiteX1509" fmla="*/ 771497 w 1055399"/>
                <a:gd name="connsiteY1509" fmla="*/ 480239 h 949444"/>
                <a:gd name="connsiteX1510" fmla="*/ 775199 w 1055399"/>
                <a:gd name="connsiteY1510" fmla="*/ 480239 h 949444"/>
                <a:gd name="connsiteX1511" fmla="*/ 777386 w 1055399"/>
                <a:gd name="connsiteY1511" fmla="*/ 480239 h 949444"/>
                <a:gd name="connsiteX1512" fmla="*/ 780651 w 1055399"/>
                <a:gd name="connsiteY1512" fmla="*/ 474151 h 949444"/>
                <a:gd name="connsiteX1513" fmla="*/ 784353 w 1055399"/>
                <a:gd name="connsiteY1513" fmla="*/ 468937 h 949444"/>
                <a:gd name="connsiteX1514" fmla="*/ 787180 w 1055399"/>
                <a:gd name="connsiteY1514" fmla="*/ 464597 h 949444"/>
                <a:gd name="connsiteX1515" fmla="*/ 790209 w 1055399"/>
                <a:gd name="connsiteY1515" fmla="*/ 462410 h 949444"/>
                <a:gd name="connsiteX1516" fmla="*/ 793473 w 1055399"/>
                <a:gd name="connsiteY1516" fmla="*/ 464799 h 949444"/>
                <a:gd name="connsiteX1517" fmla="*/ 796738 w 1055399"/>
                <a:gd name="connsiteY1517" fmla="*/ 467826 h 949444"/>
                <a:gd name="connsiteX1518" fmla="*/ 800641 w 1055399"/>
                <a:gd name="connsiteY1518" fmla="*/ 468466 h 949444"/>
                <a:gd name="connsiteX1519" fmla="*/ 804343 w 1055399"/>
                <a:gd name="connsiteY1519" fmla="*/ 470652 h 949444"/>
                <a:gd name="connsiteX1520" fmla="*/ 806733 w 1055399"/>
                <a:gd name="connsiteY1520" fmla="*/ 471729 h 949444"/>
                <a:gd name="connsiteX1521" fmla="*/ 810199 w 1055399"/>
                <a:gd name="connsiteY1521" fmla="*/ 473478 h 949444"/>
                <a:gd name="connsiteX1522" fmla="*/ 812387 w 1055399"/>
                <a:gd name="connsiteY1522" fmla="*/ 476741 h 949444"/>
                <a:gd name="connsiteX1523" fmla="*/ 814574 w 1055399"/>
                <a:gd name="connsiteY1523" fmla="*/ 479567 h 949444"/>
                <a:gd name="connsiteX1524" fmla="*/ 818276 w 1055399"/>
                <a:gd name="connsiteY1524" fmla="*/ 479567 h 949444"/>
                <a:gd name="connsiteX1525" fmla="*/ 821103 w 1055399"/>
                <a:gd name="connsiteY1525" fmla="*/ 481955 h 949444"/>
                <a:gd name="connsiteX1526" fmla="*/ 825007 w 1055399"/>
                <a:gd name="connsiteY1526" fmla="*/ 485218 h 949444"/>
                <a:gd name="connsiteX1527" fmla="*/ 826959 w 1055399"/>
                <a:gd name="connsiteY1527" fmla="*/ 488986 h 949444"/>
                <a:gd name="connsiteX1528" fmla="*/ 830426 w 1055399"/>
                <a:gd name="connsiteY1528" fmla="*/ 492316 h 949444"/>
                <a:gd name="connsiteX1529" fmla="*/ 834801 w 1055399"/>
                <a:gd name="connsiteY1529" fmla="*/ 492451 h 949444"/>
                <a:gd name="connsiteX1530" fmla="*/ 837358 w 1055399"/>
                <a:gd name="connsiteY1530" fmla="*/ 492316 h 949444"/>
                <a:gd name="connsiteX1531" fmla="*/ 840118 w 1055399"/>
                <a:gd name="connsiteY1531" fmla="*/ 490735 h 949444"/>
                <a:gd name="connsiteX1532" fmla="*/ 841565 w 1055399"/>
                <a:gd name="connsiteY1532" fmla="*/ 488717 h 949444"/>
                <a:gd name="connsiteX1533" fmla="*/ 842878 w 1055399"/>
                <a:gd name="connsiteY1533" fmla="*/ 488212 h 949444"/>
                <a:gd name="connsiteX1534" fmla="*/ 844628 w 1055399"/>
                <a:gd name="connsiteY1534" fmla="*/ 488279 h 949444"/>
                <a:gd name="connsiteX1535" fmla="*/ 847825 w 1055399"/>
                <a:gd name="connsiteY1535" fmla="*/ 488279 h 949444"/>
                <a:gd name="connsiteX1536" fmla="*/ 848700 w 1055399"/>
                <a:gd name="connsiteY1536" fmla="*/ 487707 h 949444"/>
                <a:gd name="connsiteX1537" fmla="*/ 850450 w 1055399"/>
                <a:gd name="connsiteY1537" fmla="*/ 485084 h 949444"/>
                <a:gd name="connsiteX1538" fmla="*/ 851628 w 1055399"/>
                <a:gd name="connsiteY1538" fmla="*/ 483334 h 949444"/>
                <a:gd name="connsiteX1539" fmla="*/ 852638 w 1055399"/>
                <a:gd name="connsiteY1539" fmla="*/ 482090 h 949444"/>
                <a:gd name="connsiteX1540" fmla="*/ 855667 w 1055399"/>
                <a:gd name="connsiteY1540" fmla="*/ 481282 h 949444"/>
                <a:gd name="connsiteX1541" fmla="*/ 860008 w 1055399"/>
                <a:gd name="connsiteY1541" fmla="*/ 481282 h 949444"/>
                <a:gd name="connsiteX1542" fmla="*/ 861455 w 1055399"/>
                <a:gd name="connsiteY1542" fmla="*/ 480576 h 949444"/>
                <a:gd name="connsiteX1543" fmla="*/ 863912 w 1055399"/>
                <a:gd name="connsiteY1543" fmla="*/ 481888 h 949444"/>
                <a:gd name="connsiteX1544" fmla="*/ 870441 w 1055399"/>
                <a:gd name="connsiteY1544" fmla="*/ 485958 h 949444"/>
                <a:gd name="connsiteX1545" fmla="*/ 871148 w 1055399"/>
                <a:gd name="connsiteY1545" fmla="*/ 489726 h 949444"/>
                <a:gd name="connsiteX1546" fmla="*/ 870778 w 1055399"/>
                <a:gd name="connsiteY1546" fmla="*/ 495512 h 949444"/>
                <a:gd name="connsiteX1547" fmla="*/ 871282 w 1055399"/>
                <a:gd name="connsiteY1547" fmla="*/ 500154 h 949444"/>
                <a:gd name="connsiteX1548" fmla="*/ 871282 w 1055399"/>
                <a:gd name="connsiteY1548" fmla="*/ 503047 h 949444"/>
                <a:gd name="connsiteX1549" fmla="*/ 874311 w 1055399"/>
                <a:gd name="connsiteY1549" fmla="*/ 505234 h 949444"/>
                <a:gd name="connsiteX1550" fmla="*/ 875186 w 1055399"/>
                <a:gd name="connsiteY1550" fmla="*/ 508429 h 949444"/>
                <a:gd name="connsiteX1551" fmla="*/ 880100 w 1055399"/>
                <a:gd name="connsiteY1551" fmla="*/ 511625 h 949444"/>
                <a:gd name="connsiteX1552" fmla="*/ 882557 w 1055399"/>
                <a:gd name="connsiteY1552" fmla="*/ 512130 h 949444"/>
                <a:gd name="connsiteX1553" fmla="*/ 887470 w 1055399"/>
                <a:gd name="connsiteY1553" fmla="*/ 512634 h 949444"/>
                <a:gd name="connsiteX1554" fmla="*/ 891239 w 1055399"/>
                <a:gd name="connsiteY1554" fmla="*/ 512634 h 949444"/>
                <a:gd name="connsiteX1555" fmla="*/ 896591 w 1055399"/>
                <a:gd name="connsiteY1555" fmla="*/ 512634 h 949444"/>
                <a:gd name="connsiteX1556" fmla="*/ 901673 w 1055399"/>
                <a:gd name="connsiteY1556" fmla="*/ 512634 h 949444"/>
                <a:gd name="connsiteX1557" fmla="*/ 904432 w 1055399"/>
                <a:gd name="connsiteY1557" fmla="*/ 510448 h 949444"/>
                <a:gd name="connsiteX1558" fmla="*/ 906620 w 1055399"/>
                <a:gd name="connsiteY1558" fmla="*/ 509439 h 949444"/>
                <a:gd name="connsiteX1559" fmla="*/ 909951 w 1055399"/>
                <a:gd name="connsiteY1559" fmla="*/ 508295 h 949444"/>
                <a:gd name="connsiteX1560" fmla="*/ 914731 w 1055399"/>
                <a:gd name="connsiteY1560" fmla="*/ 505839 h 949444"/>
                <a:gd name="connsiteX1561" fmla="*/ 917995 w 1055399"/>
                <a:gd name="connsiteY1561" fmla="*/ 503081 h 949444"/>
                <a:gd name="connsiteX1562" fmla="*/ 919947 w 1055399"/>
                <a:gd name="connsiteY1562" fmla="*/ 499616 h 949444"/>
                <a:gd name="connsiteX1563" fmla="*/ 919947 w 1055399"/>
                <a:gd name="connsiteY1563" fmla="*/ 497867 h 949444"/>
                <a:gd name="connsiteX1564" fmla="*/ 920822 w 1055399"/>
                <a:gd name="connsiteY1564" fmla="*/ 495276 h 949444"/>
                <a:gd name="connsiteX1565" fmla="*/ 922707 w 1055399"/>
                <a:gd name="connsiteY1565" fmla="*/ 492955 h 949444"/>
                <a:gd name="connsiteX1566" fmla="*/ 924591 w 1055399"/>
                <a:gd name="connsiteY1566" fmla="*/ 491071 h 949444"/>
                <a:gd name="connsiteX1567" fmla="*/ 928058 w 1055399"/>
                <a:gd name="connsiteY1567" fmla="*/ 486732 h 949444"/>
                <a:gd name="connsiteX1568" fmla="*/ 929808 w 1055399"/>
                <a:gd name="connsiteY1568" fmla="*/ 480509 h 949444"/>
                <a:gd name="connsiteX1569" fmla="*/ 932870 w 1055399"/>
                <a:gd name="connsiteY1569" fmla="*/ 474992 h 949444"/>
                <a:gd name="connsiteX1570" fmla="*/ 936337 w 1055399"/>
                <a:gd name="connsiteY1570" fmla="*/ 472973 h 949444"/>
                <a:gd name="connsiteX1571" fmla="*/ 937918 w 1055399"/>
                <a:gd name="connsiteY1571" fmla="*/ 469643 h 949444"/>
                <a:gd name="connsiteX1572" fmla="*/ 939366 w 1055399"/>
                <a:gd name="connsiteY1572" fmla="*/ 465303 h 949444"/>
                <a:gd name="connsiteX1573" fmla="*/ 940375 w 1055399"/>
                <a:gd name="connsiteY1573" fmla="*/ 462478 h 949444"/>
                <a:gd name="connsiteX1574" fmla="*/ 942394 w 1055399"/>
                <a:gd name="connsiteY1574" fmla="*/ 458340 h 949444"/>
                <a:gd name="connsiteX1575" fmla="*/ 943976 w 1055399"/>
                <a:gd name="connsiteY1575" fmla="*/ 456894 h 949444"/>
                <a:gd name="connsiteX1576" fmla="*/ 945558 w 1055399"/>
                <a:gd name="connsiteY1576" fmla="*/ 455010 h 949444"/>
                <a:gd name="connsiteX1577" fmla="*/ 946871 w 1055399"/>
                <a:gd name="connsiteY1577" fmla="*/ 451679 h 949444"/>
                <a:gd name="connsiteX1578" fmla="*/ 948318 w 1055399"/>
                <a:gd name="connsiteY1578" fmla="*/ 450098 h 949444"/>
                <a:gd name="connsiteX1579" fmla="*/ 951212 w 1055399"/>
                <a:gd name="connsiteY1579" fmla="*/ 450098 h 949444"/>
                <a:gd name="connsiteX1580" fmla="*/ 951212 w 1055399"/>
                <a:gd name="connsiteY1580" fmla="*/ 449224 h 949444"/>
                <a:gd name="connsiteX1581" fmla="*/ 952962 w 1055399"/>
                <a:gd name="connsiteY1581" fmla="*/ 446902 h 949444"/>
                <a:gd name="connsiteX1582" fmla="*/ 952962 w 1055399"/>
                <a:gd name="connsiteY1582" fmla="*/ 445759 h 949444"/>
                <a:gd name="connsiteX1583" fmla="*/ 952962 w 1055399"/>
                <a:gd name="connsiteY1583" fmla="*/ 442866 h 949444"/>
                <a:gd name="connsiteX1584" fmla="*/ 950068 w 1055399"/>
                <a:gd name="connsiteY1584" fmla="*/ 439233 h 949444"/>
                <a:gd name="connsiteX1585" fmla="*/ 947308 w 1055399"/>
                <a:gd name="connsiteY1585" fmla="*/ 436912 h 949444"/>
                <a:gd name="connsiteX1586" fmla="*/ 948452 w 1055399"/>
                <a:gd name="connsiteY1586" fmla="*/ 433884 h 949444"/>
                <a:gd name="connsiteX1587" fmla="*/ 950472 w 1055399"/>
                <a:gd name="connsiteY1587" fmla="*/ 430688 h 949444"/>
                <a:gd name="connsiteX1588" fmla="*/ 952726 w 1055399"/>
                <a:gd name="connsiteY1588" fmla="*/ 429107 h 949444"/>
                <a:gd name="connsiteX1589" fmla="*/ 954678 w 1055399"/>
                <a:gd name="connsiteY1589" fmla="*/ 427661 h 949444"/>
                <a:gd name="connsiteX1590" fmla="*/ 954678 w 1055399"/>
                <a:gd name="connsiteY1590" fmla="*/ 424902 h 949444"/>
                <a:gd name="connsiteX1591" fmla="*/ 953534 w 1055399"/>
                <a:gd name="connsiteY1591" fmla="*/ 423018 h 949444"/>
                <a:gd name="connsiteX1592" fmla="*/ 954678 w 1055399"/>
                <a:gd name="connsiteY1592" fmla="*/ 421067 h 949444"/>
                <a:gd name="connsiteX1593" fmla="*/ 955823 w 1055399"/>
                <a:gd name="connsiteY1593" fmla="*/ 418813 h 949444"/>
                <a:gd name="connsiteX1594" fmla="*/ 959020 w 1055399"/>
                <a:gd name="connsiteY1594" fmla="*/ 418813 h 949444"/>
                <a:gd name="connsiteX1595" fmla="*/ 960770 w 1055399"/>
                <a:gd name="connsiteY1595" fmla="*/ 418813 h 949444"/>
                <a:gd name="connsiteX1596" fmla="*/ 964102 w 1055399"/>
                <a:gd name="connsiteY1596" fmla="*/ 418813 h 949444"/>
                <a:gd name="connsiteX1597" fmla="*/ 965986 w 1055399"/>
                <a:gd name="connsiteY1597" fmla="*/ 420697 h 949444"/>
                <a:gd name="connsiteX1598" fmla="*/ 967434 w 1055399"/>
                <a:gd name="connsiteY1598" fmla="*/ 421841 h 949444"/>
                <a:gd name="connsiteX1599" fmla="*/ 970631 w 1055399"/>
                <a:gd name="connsiteY1599" fmla="*/ 422985 h 949444"/>
                <a:gd name="connsiteX1600" fmla="*/ 973390 w 1055399"/>
                <a:gd name="connsiteY1600" fmla="*/ 422850 h 949444"/>
                <a:gd name="connsiteX1601" fmla="*/ 976150 w 1055399"/>
                <a:gd name="connsiteY1601" fmla="*/ 420226 h 949444"/>
                <a:gd name="connsiteX1602" fmla="*/ 978035 w 1055399"/>
                <a:gd name="connsiteY1602" fmla="*/ 419654 h 949444"/>
                <a:gd name="connsiteX1603" fmla="*/ 979179 w 1055399"/>
                <a:gd name="connsiteY1603" fmla="*/ 420092 h 949444"/>
                <a:gd name="connsiteX1604" fmla="*/ 979886 w 1055399"/>
                <a:gd name="connsiteY1604" fmla="*/ 423119 h 949444"/>
                <a:gd name="connsiteX1605" fmla="*/ 982511 w 1055399"/>
                <a:gd name="connsiteY1605" fmla="*/ 426450 h 949444"/>
                <a:gd name="connsiteX1606" fmla="*/ 984261 w 1055399"/>
                <a:gd name="connsiteY1606" fmla="*/ 427459 h 949444"/>
                <a:gd name="connsiteX1607" fmla="*/ 986852 w 1055399"/>
                <a:gd name="connsiteY1607" fmla="*/ 427459 h 949444"/>
                <a:gd name="connsiteX1608" fmla="*/ 989174 w 1055399"/>
                <a:gd name="connsiteY1608" fmla="*/ 426450 h 949444"/>
                <a:gd name="connsiteX1609" fmla="*/ 991194 w 1055399"/>
                <a:gd name="connsiteY1609" fmla="*/ 424700 h 949444"/>
                <a:gd name="connsiteX1610" fmla="*/ 992776 w 1055399"/>
                <a:gd name="connsiteY1610" fmla="*/ 424263 h 949444"/>
                <a:gd name="connsiteX1611" fmla="*/ 994795 w 1055399"/>
                <a:gd name="connsiteY1611" fmla="*/ 422682 h 949444"/>
                <a:gd name="connsiteX1612" fmla="*/ 995804 w 1055399"/>
                <a:gd name="connsiteY1612" fmla="*/ 421235 h 949444"/>
                <a:gd name="connsiteX1613" fmla="*/ 999708 w 1055399"/>
                <a:gd name="connsiteY1613" fmla="*/ 416728 h 949444"/>
                <a:gd name="connsiteX1614" fmla="*/ 996814 w 1055399"/>
                <a:gd name="connsiteY1614" fmla="*/ 412960 h 949444"/>
                <a:gd name="connsiteX1615" fmla="*/ 995939 w 1055399"/>
                <a:gd name="connsiteY1615" fmla="*/ 409630 h 949444"/>
                <a:gd name="connsiteX1616" fmla="*/ 997083 w 1055399"/>
                <a:gd name="connsiteY1616" fmla="*/ 406434 h 949444"/>
                <a:gd name="connsiteX1617" fmla="*/ 999675 w 1055399"/>
                <a:gd name="connsiteY1617" fmla="*/ 403676 h 949444"/>
                <a:gd name="connsiteX1618" fmla="*/ 1001997 w 1055399"/>
                <a:gd name="connsiteY1618" fmla="*/ 402801 h 949444"/>
                <a:gd name="connsiteX1619" fmla="*/ 1005026 w 1055399"/>
                <a:gd name="connsiteY1619" fmla="*/ 399774 h 949444"/>
                <a:gd name="connsiteX1620" fmla="*/ 1007348 w 1055399"/>
                <a:gd name="connsiteY1620" fmla="*/ 396006 h 949444"/>
                <a:gd name="connsiteX1621" fmla="*/ 1004891 w 1055399"/>
                <a:gd name="connsiteY1621" fmla="*/ 394257 h 949444"/>
                <a:gd name="connsiteX1622" fmla="*/ 1004319 w 1055399"/>
                <a:gd name="connsiteY1622" fmla="*/ 391935 h 949444"/>
                <a:gd name="connsiteX1623" fmla="*/ 1005463 w 1055399"/>
                <a:gd name="connsiteY1623" fmla="*/ 389917 h 949444"/>
                <a:gd name="connsiteX1624" fmla="*/ 1008795 w 1055399"/>
                <a:gd name="connsiteY1624" fmla="*/ 388336 h 949444"/>
                <a:gd name="connsiteX1625" fmla="*/ 1011824 w 1055399"/>
                <a:gd name="connsiteY1625" fmla="*/ 384871 h 949444"/>
                <a:gd name="connsiteX1626" fmla="*/ 1008627 w 1055399"/>
                <a:gd name="connsiteY1626" fmla="*/ 381238 h 949444"/>
                <a:gd name="connsiteX1627" fmla="*/ 1007483 w 1055399"/>
                <a:gd name="connsiteY1627" fmla="*/ 379354 h 949444"/>
                <a:gd name="connsiteX1628" fmla="*/ 1008492 w 1055399"/>
                <a:gd name="connsiteY1628" fmla="*/ 376158 h 949444"/>
                <a:gd name="connsiteX1629" fmla="*/ 1013709 w 1055399"/>
                <a:gd name="connsiteY1629" fmla="*/ 374140 h 949444"/>
                <a:gd name="connsiteX1630" fmla="*/ 1017613 w 1055399"/>
                <a:gd name="connsiteY1630" fmla="*/ 371953 h 949444"/>
                <a:gd name="connsiteX1631" fmla="*/ 1020069 w 1055399"/>
                <a:gd name="connsiteY1631" fmla="*/ 368186 h 949444"/>
                <a:gd name="connsiteX1632" fmla="*/ 1021079 w 1055399"/>
                <a:gd name="connsiteY1632" fmla="*/ 364721 h 949444"/>
                <a:gd name="connsiteX1633" fmla="*/ 1022661 w 1055399"/>
                <a:gd name="connsiteY1633" fmla="*/ 361391 h 949444"/>
                <a:gd name="connsiteX1634" fmla="*/ 1023805 w 1055399"/>
                <a:gd name="connsiteY1634" fmla="*/ 358060 h 949444"/>
                <a:gd name="connsiteX1635" fmla="*/ 1023805 w 1055399"/>
                <a:gd name="connsiteY1635" fmla="*/ 355167 h 949444"/>
                <a:gd name="connsiteX1636" fmla="*/ 1023805 w 1055399"/>
                <a:gd name="connsiteY1636" fmla="*/ 352409 h 949444"/>
                <a:gd name="connsiteX1637" fmla="*/ 1023939 w 1055399"/>
                <a:gd name="connsiteY1637" fmla="*/ 350660 h 949444"/>
                <a:gd name="connsiteX1638" fmla="*/ 1025993 w 1055399"/>
                <a:gd name="connsiteY1638" fmla="*/ 348473 h 949444"/>
                <a:gd name="connsiteX1639" fmla="*/ 1028315 w 1055399"/>
                <a:gd name="connsiteY1639" fmla="*/ 348473 h 949444"/>
                <a:gd name="connsiteX1640" fmla="*/ 1031074 w 1055399"/>
                <a:gd name="connsiteY1640" fmla="*/ 348473 h 949444"/>
                <a:gd name="connsiteX1641" fmla="*/ 1035113 w 1055399"/>
                <a:gd name="connsiteY1641" fmla="*/ 347767 h 949444"/>
                <a:gd name="connsiteX1642" fmla="*/ 1037570 w 1055399"/>
                <a:gd name="connsiteY1642" fmla="*/ 345311 h 949444"/>
                <a:gd name="connsiteX1643" fmla="*/ 1040531 w 1055399"/>
                <a:gd name="connsiteY1643" fmla="*/ 342115 h 949444"/>
                <a:gd name="connsiteX1644" fmla="*/ 1041474 w 1055399"/>
                <a:gd name="connsiteY1644" fmla="*/ 338919 h 949444"/>
                <a:gd name="connsiteX1645" fmla="*/ 1041474 w 1055399"/>
                <a:gd name="connsiteY1645" fmla="*/ 337910 h 949444"/>
                <a:gd name="connsiteX1646" fmla="*/ 1042180 w 1055399"/>
                <a:gd name="connsiteY1646" fmla="*/ 336464 h 949444"/>
                <a:gd name="connsiteX1647" fmla="*/ 1045647 w 1055399"/>
                <a:gd name="connsiteY1647" fmla="*/ 335454 h 949444"/>
                <a:gd name="connsiteX1648" fmla="*/ 1047229 w 1055399"/>
                <a:gd name="connsiteY1648" fmla="*/ 335454 h 949444"/>
                <a:gd name="connsiteX1649" fmla="*/ 1051570 w 1055399"/>
                <a:gd name="connsiteY1649" fmla="*/ 333705 h 949444"/>
                <a:gd name="connsiteX1650" fmla="*/ 1053758 w 1055399"/>
                <a:gd name="connsiteY1650" fmla="*/ 332259 h 949444"/>
                <a:gd name="connsiteX1651" fmla="*/ 1055339 w 1055399"/>
                <a:gd name="connsiteY1651" fmla="*/ 329803 h 949444"/>
                <a:gd name="connsiteX1652" fmla="*/ 1055339 w 1055399"/>
                <a:gd name="connsiteY1652" fmla="*/ 327616 h 949444"/>
                <a:gd name="connsiteX1653" fmla="*/ 1055339 w 1055399"/>
                <a:gd name="connsiteY1653" fmla="*/ 323849 h 949444"/>
                <a:gd name="connsiteX1654" fmla="*/ 1054161 w 1055399"/>
                <a:gd name="connsiteY1654" fmla="*/ 318904 h 94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Lst>
              <a:rect l="l" t="t" r="r" b="b"/>
              <a:pathLst>
                <a:path w="1055399" h="949444">
                  <a:moveTo>
                    <a:pt x="1054161" y="318904"/>
                  </a:moveTo>
                  <a:lnTo>
                    <a:pt x="1050089" y="315843"/>
                  </a:lnTo>
                  <a:lnTo>
                    <a:pt x="1043728" y="312647"/>
                  </a:lnTo>
                  <a:lnTo>
                    <a:pt x="1040700" y="311200"/>
                  </a:lnTo>
                  <a:lnTo>
                    <a:pt x="1037065" y="309316"/>
                  </a:lnTo>
                  <a:cubicBezTo>
                    <a:pt x="1037065" y="309316"/>
                    <a:pt x="1037199" y="306255"/>
                    <a:pt x="1036190" y="306121"/>
                  </a:cubicBezTo>
                  <a:cubicBezTo>
                    <a:pt x="1035180" y="305986"/>
                    <a:pt x="1032858" y="303665"/>
                    <a:pt x="1032858" y="303665"/>
                  </a:cubicBezTo>
                  <a:cubicBezTo>
                    <a:pt x="1032858" y="303665"/>
                    <a:pt x="1031613" y="302790"/>
                    <a:pt x="1031478" y="302219"/>
                  </a:cubicBezTo>
                  <a:cubicBezTo>
                    <a:pt x="1031344" y="301647"/>
                    <a:pt x="1031411" y="298316"/>
                    <a:pt x="1031411" y="298316"/>
                  </a:cubicBezTo>
                  <a:lnTo>
                    <a:pt x="1031411" y="292396"/>
                  </a:lnTo>
                  <a:lnTo>
                    <a:pt x="1031276" y="290949"/>
                  </a:lnTo>
                  <a:cubicBezTo>
                    <a:pt x="1031276" y="290949"/>
                    <a:pt x="1035315" y="290815"/>
                    <a:pt x="1036190" y="290949"/>
                  </a:cubicBezTo>
                  <a:cubicBezTo>
                    <a:pt x="1037065" y="291084"/>
                    <a:pt x="1038815" y="294582"/>
                    <a:pt x="1038815" y="294582"/>
                  </a:cubicBezTo>
                  <a:lnTo>
                    <a:pt x="1040397" y="293708"/>
                  </a:lnTo>
                  <a:cubicBezTo>
                    <a:pt x="1040397" y="293708"/>
                    <a:pt x="1041103" y="288494"/>
                    <a:pt x="1041103" y="287922"/>
                  </a:cubicBezTo>
                  <a:cubicBezTo>
                    <a:pt x="1041103" y="287350"/>
                    <a:pt x="1041238" y="285601"/>
                    <a:pt x="1041406" y="285163"/>
                  </a:cubicBezTo>
                  <a:cubicBezTo>
                    <a:pt x="1041541" y="284726"/>
                    <a:pt x="1042854" y="284591"/>
                    <a:pt x="1042854" y="284591"/>
                  </a:cubicBezTo>
                  <a:lnTo>
                    <a:pt x="1044435" y="284591"/>
                  </a:lnTo>
                  <a:lnTo>
                    <a:pt x="1046185" y="284591"/>
                  </a:lnTo>
                  <a:lnTo>
                    <a:pt x="1047060" y="282842"/>
                  </a:lnTo>
                  <a:lnTo>
                    <a:pt x="1047060" y="281967"/>
                  </a:lnTo>
                  <a:lnTo>
                    <a:pt x="1047363" y="278502"/>
                  </a:lnTo>
                  <a:cubicBezTo>
                    <a:pt x="1047363" y="278502"/>
                    <a:pt x="1046623" y="278940"/>
                    <a:pt x="1046219" y="278502"/>
                  </a:cubicBezTo>
                  <a:cubicBezTo>
                    <a:pt x="1045781" y="278065"/>
                    <a:pt x="1043897" y="276047"/>
                    <a:pt x="1043897" y="276047"/>
                  </a:cubicBezTo>
                  <a:lnTo>
                    <a:pt x="1042147" y="275038"/>
                  </a:lnTo>
                  <a:cubicBezTo>
                    <a:pt x="1042147" y="275038"/>
                    <a:pt x="1040834" y="273894"/>
                    <a:pt x="1040834" y="273457"/>
                  </a:cubicBezTo>
                  <a:cubicBezTo>
                    <a:pt x="1040834" y="273019"/>
                    <a:pt x="1041406" y="271438"/>
                    <a:pt x="1041406" y="271438"/>
                  </a:cubicBezTo>
                  <a:lnTo>
                    <a:pt x="1041709" y="269689"/>
                  </a:lnTo>
                  <a:lnTo>
                    <a:pt x="1042147" y="267805"/>
                  </a:lnTo>
                  <a:lnTo>
                    <a:pt x="1044469" y="265417"/>
                  </a:lnTo>
                  <a:lnTo>
                    <a:pt x="1046219" y="263735"/>
                  </a:lnTo>
                  <a:cubicBezTo>
                    <a:pt x="1046219" y="263735"/>
                    <a:pt x="1039353" y="263634"/>
                    <a:pt x="1039051" y="263735"/>
                  </a:cubicBezTo>
                  <a:cubicBezTo>
                    <a:pt x="1038714" y="263836"/>
                    <a:pt x="1037536" y="263634"/>
                    <a:pt x="1036223" y="263735"/>
                  </a:cubicBezTo>
                  <a:cubicBezTo>
                    <a:pt x="1034911" y="263836"/>
                    <a:pt x="1034709" y="263735"/>
                    <a:pt x="1034709" y="263735"/>
                  </a:cubicBezTo>
                  <a:cubicBezTo>
                    <a:pt x="1034709" y="263735"/>
                    <a:pt x="1033296" y="262423"/>
                    <a:pt x="1033194" y="261884"/>
                  </a:cubicBezTo>
                  <a:cubicBezTo>
                    <a:pt x="1033094" y="261346"/>
                    <a:pt x="1031882" y="260270"/>
                    <a:pt x="1031445" y="260135"/>
                  </a:cubicBezTo>
                  <a:cubicBezTo>
                    <a:pt x="1031007" y="260034"/>
                    <a:pt x="1030031" y="259160"/>
                    <a:pt x="1029594" y="259059"/>
                  </a:cubicBezTo>
                  <a:cubicBezTo>
                    <a:pt x="1029156" y="258958"/>
                    <a:pt x="1028180" y="259059"/>
                    <a:pt x="1028180" y="259059"/>
                  </a:cubicBezTo>
                  <a:lnTo>
                    <a:pt x="1026868" y="259934"/>
                  </a:lnTo>
                  <a:cubicBezTo>
                    <a:pt x="1026868" y="259934"/>
                    <a:pt x="1025656" y="260909"/>
                    <a:pt x="1025218" y="261145"/>
                  </a:cubicBezTo>
                  <a:cubicBezTo>
                    <a:pt x="1024781" y="261346"/>
                    <a:pt x="1023805" y="262019"/>
                    <a:pt x="1023267" y="262120"/>
                  </a:cubicBezTo>
                  <a:cubicBezTo>
                    <a:pt x="1022728" y="262221"/>
                    <a:pt x="1021853" y="262457"/>
                    <a:pt x="1021415" y="262457"/>
                  </a:cubicBezTo>
                  <a:cubicBezTo>
                    <a:pt x="1020978" y="262457"/>
                    <a:pt x="1020204" y="262793"/>
                    <a:pt x="1019766" y="262894"/>
                  </a:cubicBezTo>
                  <a:cubicBezTo>
                    <a:pt x="1019329" y="262995"/>
                    <a:pt x="1017815" y="263331"/>
                    <a:pt x="1016939" y="263768"/>
                  </a:cubicBezTo>
                  <a:cubicBezTo>
                    <a:pt x="1016064" y="264206"/>
                    <a:pt x="1015189" y="263768"/>
                    <a:pt x="1015189" y="263768"/>
                  </a:cubicBezTo>
                  <a:cubicBezTo>
                    <a:pt x="1015189" y="263768"/>
                    <a:pt x="1013002" y="263230"/>
                    <a:pt x="1012362" y="262995"/>
                  </a:cubicBezTo>
                  <a:cubicBezTo>
                    <a:pt x="1011723" y="262793"/>
                    <a:pt x="1010074" y="262995"/>
                    <a:pt x="1010074" y="262995"/>
                  </a:cubicBezTo>
                  <a:cubicBezTo>
                    <a:pt x="1010074" y="262995"/>
                    <a:pt x="1008862" y="262894"/>
                    <a:pt x="1008425" y="262894"/>
                  </a:cubicBezTo>
                  <a:cubicBezTo>
                    <a:pt x="1007987" y="262894"/>
                    <a:pt x="1006136" y="263768"/>
                    <a:pt x="1006136" y="263768"/>
                  </a:cubicBezTo>
                  <a:cubicBezTo>
                    <a:pt x="1006136" y="263768"/>
                    <a:pt x="1004824" y="264744"/>
                    <a:pt x="1004521" y="264845"/>
                  </a:cubicBezTo>
                  <a:cubicBezTo>
                    <a:pt x="1004184" y="264946"/>
                    <a:pt x="1003444" y="267031"/>
                    <a:pt x="1003309" y="267334"/>
                  </a:cubicBezTo>
                  <a:cubicBezTo>
                    <a:pt x="1003208" y="267671"/>
                    <a:pt x="1003410" y="268545"/>
                    <a:pt x="1003410" y="269285"/>
                  </a:cubicBezTo>
                  <a:cubicBezTo>
                    <a:pt x="1003410" y="270025"/>
                    <a:pt x="1003410" y="271337"/>
                    <a:pt x="1003074" y="272111"/>
                  </a:cubicBezTo>
                  <a:cubicBezTo>
                    <a:pt x="1002737" y="272885"/>
                    <a:pt x="1001761" y="273860"/>
                    <a:pt x="1001324" y="274163"/>
                  </a:cubicBezTo>
                  <a:cubicBezTo>
                    <a:pt x="1000886" y="274499"/>
                    <a:pt x="1000684" y="275240"/>
                    <a:pt x="999372" y="275677"/>
                  </a:cubicBezTo>
                  <a:cubicBezTo>
                    <a:pt x="998059" y="276114"/>
                    <a:pt x="997420" y="275677"/>
                    <a:pt x="997083" y="275677"/>
                  </a:cubicBezTo>
                  <a:cubicBezTo>
                    <a:pt x="996747" y="275677"/>
                    <a:pt x="994997" y="273490"/>
                    <a:pt x="994997" y="273490"/>
                  </a:cubicBezTo>
                  <a:cubicBezTo>
                    <a:pt x="994997" y="273490"/>
                    <a:pt x="993280" y="270564"/>
                    <a:pt x="992809" y="270227"/>
                  </a:cubicBezTo>
                  <a:cubicBezTo>
                    <a:pt x="992372" y="269891"/>
                    <a:pt x="991396" y="268377"/>
                    <a:pt x="991093" y="267738"/>
                  </a:cubicBezTo>
                  <a:cubicBezTo>
                    <a:pt x="990756" y="267099"/>
                    <a:pt x="988804" y="266325"/>
                    <a:pt x="988804" y="266325"/>
                  </a:cubicBezTo>
                  <a:lnTo>
                    <a:pt x="987290" y="263701"/>
                  </a:lnTo>
                  <a:lnTo>
                    <a:pt x="984362" y="262826"/>
                  </a:lnTo>
                  <a:cubicBezTo>
                    <a:pt x="984362" y="262826"/>
                    <a:pt x="979886" y="261649"/>
                    <a:pt x="979785" y="260875"/>
                  </a:cubicBezTo>
                  <a:cubicBezTo>
                    <a:pt x="979684" y="260102"/>
                    <a:pt x="979246" y="257949"/>
                    <a:pt x="979246" y="257949"/>
                  </a:cubicBezTo>
                  <a:lnTo>
                    <a:pt x="979347" y="255762"/>
                  </a:lnTo>
                  <a:lnTo>
                    <a:pt x="978708" y="254013"/>
                  </a:lnTo>
                  <a:lnTo>
                    <a:pt x="978607" y="250851"/>
                  </a:lnTo>
                  <a:lnTo>
                    <a:pt x="975780" y="248563"/>
                  </a:lnTo>
                  <a:cubicBezTo>
                    <a:pt x="975780" y="248563"/>
                    <a:pt x="975443" y="247487"/>
                    <a:pt x="975780" y="247150"/>
                  </a:cubicBezTo>
                  <a:cubicBezTo>
                    <a:pt x="976116" y="246814"/>
                    <a:pt x="973491" y="245401"/>
                    <a:pt x="973491" y="245401"/>
                  </a:cubicBezTo>
                  <a:lnTo>
                    <a:pt x="970765" y="244190"/>
                  </a:lnTo>
                  <a:cubicBezTo>
                    <a:pt x="970765" y="244190"/>
                    <a:pt x="967703" y="244089"/>
                    <a:pt x="966727" y="244089"/>
                  </a:cubicBezTo>
                  <a:cubicBezTo>
                    <a:pt x="965751" y="244089"/>
                    <a:pt x="963698" y="244425"/>
                    <a:pt x="963361" y="244527"/>
                  </a:cubicBezTo>
                  <a:cubicBezTo>
                    <a:pt x="963025" y="244627"/>
                    <a:pt x="962284" y="246478"/>
                    <a:pt x="961948" y="247016"/>
                  </a:cubicBezTo>
                  <a:cubicBezTo>
                    <a:pt x="961611" y="247554"/>
                    <a:pt x="959154" y="247991"/>
                    <a:pt x="959154" y="247991"/>
                  </a:cubicBezTo>
                  <a:lnTo>
                    <a:pt x="955688" y="247991"/>
                  </a:lnTo>
                  <a:lnTo>
                    <a:pt x="953400" y="247991"/>
                  </a:lnTo>
                  <a:lnTo>
                    <a:pt x="951649" y="245704"/>
                  </a:lnTo>
                  <a:cubicBezTo>
                    <a:pt x="951649" y="245704"/>
                    <a:pt x="950573" y="243215"/>
                    <a:pt x="950236" y="242676"/>
                  </a:cubicBezTo>
                  <a:cubicBezTo>
                    <a:pt x="949899" y="242138"/>
                    <a:pt x="949597" y="241802"/>
                    <a:pt x="949361" y="241465"/>
                  </a:cubicBezTo>
                  <a:cubicBezTo>
                    <a:pt x="949125" y="241129"/>
                    <a:pt x="948385" y="240591"/>
                    <a:pt x="948385" y="240591"/>
                  </a:cubicBezTo>
                  <a:lnTo>
                    <a:pt x="947847" y="239615"/>
                  </a:lnTo>
                  <a:cubicBezTo>
                    <a:pt x="947847" y="239615"/>
                    <a:pt x="947308" y="238539"/>
                    <a:pt x="948284" y="235713"/>
                  </a:cubicBezTo>
                  <a:cubicBezTo>
                    <a:pt x="949260" y="232887"/>
                    <a:pt x="949697" y="233964"/>
                    <a:pt x="950000" y="233762"/>
                  </a:cubicBezTo>
                  <a:cubicBezTo>
                    <a:pt x="950337" y="233560"/>
                    <a:pt x="950640" y="232012"/>
                    <a:pt x="950438" y="231474"/>
                  </a:cubicBezTo>
                  <a:cubicBezTo>
                    <a:pt x="950236" y="230936"/>
                    <a:pt x="949563" y="228750"/>
                    <a:pt x="949125" y="228447"/>
                  </a:cubicBezTo>
                  <a:cubicBezTo>
                    <a:pt x="948688" y="228110"/>
                    <a:pt x="946197" y="228447"/>
                    <a:pt x="945760" y="228447"/>
                  </a:cubicBezTo>
                  <a:cubicBezTo>
                    <a:pt x="945322" y="228447"/>
                    <a:pt x="943034" y="228346"/>
                    <a:pt x="941519" y="228548"/>
                  </a:cubicBezTo>
                  <a:cubicBezTo>
                    <a:pt x="940005" y="228783"/>
                    <a:pt x="940745" y="229086"/>
                    <a:pt x="940544" y="229624"/>
                  </a:cubicBezTo>
                  <a:cubicBezTo>
                    <a:pt x="940342" y="230162"/>
                    <a:pt x="939904" y="231037"/>
                    <a:pt x="939231" y="231912"/>
                  </a:cubicBezTo>
                  <a:cubicBezTo>
                    <a:pt x="938558" y="232786"/>
                    <a:pt x="938019" y="232450"/>
                    <a:pt x="937481" y="232887"/>
                  </a:cubicBezTo>
                  <a:cubicBezTo>
                    <a:pt x="936942" y="233324"/>
                    <a:pt x="936942" y="233762"/>
                    <a:pt x="936741" y="234199"/>
                  </a:cubicBezTo>
                  <a:cubicBezTo>
                    <a:pt x="936505" y="234636"/>
                    <a:pt x="935664" y="234973"/>
                    <a:pt x="935664" y="234973"/>
                  </a:cubicBezTo>
                  <a:cubicBezTo>
                    <a:pt x="935664" y="234973"/>
                    <a:pt x="935664" y="237260"/>
                    <a:pt x="935664" y="237698"/>
                  </a:cubicBezTo>
                  <a:cubicBezTo>
                    <a:pt x="935664" y="238135"/>
                    <a:pt x="935933" y="238337"/>
                    <a:pt x="935933" y="239548"/>
                  </a:cubicBezTo>
                  <a:cubicBezTo>
                    <a:pt x="935933" y="240759"/>
                    <a:pt x="935664" y="240523"/>
                    <a:pt x="934789" y="241499"/>
                  </a:cubicBezTo>
                  <a:cubicBezTo>
                    <a:pt x="933913" y="242475"/>
                    <a:pt x="933712" y="241835"/>
                    <a:pt x="933274" y="241499"/>
                  </a:cubicBezTo>
                  <a:cubicBezTo>
                    <a:pt x="932837" y="241163"/>
                    <a:pt x="930447" y="240961"/>
                    <a:pt x="930010" y="240961"/>
                  </a:cubicBezTo>
                  <a:cubicBezTo>
                    <a:pt x="929572" y="240961"/>
                    <a:pt x="927822" y="240624"/>
                    <a:pt x="927418" y="240422"/>
                  </a:cubicBezTo>
                  <a:cubicBezTo>
                    <a:pt x="926981" y="240187"/>
                    <a:pt x="925231" y="238673"/>
                    <a:pt x="925130" y="238370"/>
                  </a:cubicBezTo>
                  <a:cubicBezTo>
                    <a:pt x="925029" y="238034"/>
                    <a:pt x="924894" y="235343"/>
                    <a:pt x="924894" y="235343"/>
                  </a:cubicBezTo>
                  <a:lnTo>
                    <a:pt x="924120" y="233156"/>
                  </a:lnTo>
                  <a:lnTo>
                    <a:pt x="918904" y="230566"/>
                  </a:lnTo>
                  <a:lnTo>
                    <a:pt x="916615" y="229489"/>
                  </a:lnTo>
                  <a:cubicBezTo>
                    <a:pt x="916615" y="229489"/>
                    <a:pt x="915303" y="227875"/>
                    <a:pt x="914327" y="226462"/>
                  </a:cubicBezTo>
                  <a:cubicBezTo>
                    <a:pt x="913351" y="225049"/>
                    <a:pt x="914428" y="223636"/>
                    <a:pt x="914428" y="223636"/>
                  </a:cubicBezTo>
                  <a:cubicBezTo>
                    <a:pt x="914428" y="223636"/>
                    <a:pt x="914966" y="222324"/>
                    <a:pt x="915303" y="221584"/>
                  </a:cubicBezTo>
                  <a:cubicBezTo>
                    <a:pt x="915639" y="220811"/>
                    <a:pt x="916278" y="219398"/>
                    <a:pt x="916278" y="219398"/>
                  </a:cubicBezTo>
                  <a:cubicBezTo>
                    <a:pt x="916278" y="219398"/>
                    <a:pt x="917355" y="218759"/>
                    <a:pt x="918029" y="217985"/>
                  </a:cubicBezTo>
                  <a:cubicBezTo>
                    <a:pt x="918668" y="217211"/>
                    <a:pt x="918365" y="214183"/>
                    <a:pt x="918365" y="214183"/>
                  </a:cubicBezTo>
                  <a:lnTo>
                    <a:pt x="919880" y="212569"/>
                  </a:lnTo>
                  <a:cubicBezTo>
                    <a:pt x="919880" y="212569"/>
                    <a:pt x="920418" y="209743"/>
                    <a:pt x="920418" y="209407"/>
                  </a:cubicBezTo>
                  <a:cubicBezTo>
                    <a:pt x="920418" y="209070"/>
                    <a:pt x="919005" y="207355"/>
                    <a:pt x="919005" y="207355"/>
                  </a:cubicBezTo>
                  <a:lnTo>
                    <a:pt x="917389" y="206480"/>
                  </a:lnTo>
                  <a:cubicBezTo>
                    <a:pt x="917389" y="206480"/>
                    <a:pt x="914663" y="206581"/>
                    <a:pt x="914226" y="206379"/>
                  </a:cubicBezTo>
                  <a:cubicBezTo>
                    <a:pt x="913788" y="206177"/>
                    <a:pt x="911836" y="207355"/>
                    <a:pt x="910961" y="207792"/>
                  </a:cubicBezTo>
                  <a:cubicBezTo>
                    <a:pt x="910086" y="208229"/>
                    <a:pt x="909783" y="209306"/>
                    <a:pt x="909783" y="209306"/>
                  </a:cubicBezTo>
                  <a:lnTo>
                    <a:pt x="907596" y="209642"/>
                  </a:lnTo>
                  <a:cubicBezTo>
                    <a:pt x="907596" y="209642"/>
                    <a:pt x="906519" y="209844"/>
                    <a:pt x="906081" y="209844"/>
                  </a:cubicBezTo>
                  <a:cubicBezTo>
                    <a:pt x="905644" y="209844"/>
                    <a:pt x="904028" y="209945"/>
                    <a:pt x="904028" y="209945"/>
                  </a:cubicBezTo>
                  <a:lnTo>
                    <a:pt x="902177" y="210382"/>
                  </a:lnTo>
                  <a:lnTo>
                    <a:pt x="899249" y="210483"/>
                  </a:lnTo>
                  <a:cubicBezTo>
                    <a:pt x="899249" y="210483"/>
                    <a:pt x="897735" y="210483"/>
                    <a:pt x="895345" y="209710"/>
                  </a:cubicBezTo>
                  <a:cubicBezTo>
                    <a:pt x="892956" y="208936"/>
                    <a:pt x="893494" y="209609"/>
                    <a:pt x="892855" y="209609"/>
                  </a:cubicBezTo>
                  <a:cubicBezTo>
                    <a:pt x="892216" y="209609"/>
                    <a:pt x="889692" y="209272"/>
                    <a:pt x="889692" y="209272"/>
                  </a:cubicBezTo>
                  <a:cubicBezTo>
                    <a:pt x="889692" y="209272"/>
                    <a:pt x="888513" y="208398"/>
                    <a:pt x="888513" y="207960"/>
                  </a:cubicBezTo>
                  <a:cubicBezTo>
                    <a:pt x="888513" y="207523"/>
                    <a:pt x="886999" y="204697"/>
                    <a:pt x="886999" y="204697"/>
                  </a:cubicBezTo>
                  <a:lnTo>
                    <a:pt x="883936" y="203520"/>
                  </a:lnTo>
                  <a:lnTo>
                    <a:pt x="881984" y="202881"/>
                  </a:lnTo>
                  <a:cubicBezTo>
                    <a:pt x="881984" y="202881"/>
                    <a:pt x="880335" y="203957"/>
                    <a:pt x="880033" y="204092"/>
                  </a:cubicBezTo>
                  <a:cubicBezTo>
                    <a:pt x="879696" y="204193"/>
                    <a:pt x="877744" y="205168"/>
                    <a:pt x="877407" y="205303"/>
                  </a:cubicBezTo>
                  <a:cubicBezTo>
                    <a:pt x="877105" y="205404"/>
                    <a:pt x="875557" y="206951"/>
                    <a:pt x="875119" y="206951"/>
                  </a:cubicBezTo>
                  <a:cubicBezTo>
                    <a:pt x="874681" y="206951"/>
                    <a:pt x="873706" y="207388"/>
                    <a:pt x="873706" y="207388"/>
                  </a:cubicBezTo>
                  <a:cubicBezTo>
                    <a:pt x="873706" y="207388"/>
                    <a:pt x="871955" y="207927"/>
                    <a:pt x="871215" y="207927"/>
                  </a:cubicBezTo>
                  <a:cubicBezTo>
                    <a:pt x="870475" y="207927"/>
                    <a:pt x="868052" y="208566"/>
                    <a:pt x="868052" y="208566"/>
                  </a:cubicBezTo>
                  <a:cubicBezTo>
                    <a:pt x="868052" y="208566"/>
                    <a:pt x="866200" y="210416"/>
                    <a:pt x="865763" y="210517"/>
                  </a:cubicBezTo>
                  <a:cubicBezTo>
                    <a:pt x="865326" y="210618"/>
                    <a:pt x="864451" y="212266"/>
                    <a:pt x="864249" y="212703"/>
                  </a:cubicBezTo>
                  <a:cubicBezTo>
                    <a:pt x="864047" y="213141"/>
                    <a:pt x="862835" y="213242"/>
                    <a:pt x="862499" y="213343"/>
                  </a:cubicBezTo>
                  <a:cubicBezTo>
                    <a:pt x="862162" y="213444"/>
                    <a:pt x="860984" y="214756"/>
                    <a:pt x="860311" y="214856"/>
                  </a:cubicBezTo>
                  <a:cubicBezTo>
                    <a:pt x="859671" y="214957"/>
                    <a:pt x="858460" y="215495"/>
                    <a:pt x="857585" y="215731"/>
                  </a:cubicBezTo>
                  <a:cubicBezTo>
                    <a:pt x="856710" y="215966"/>
                    <a:pt x="856508" y="216807"/>
                    <a:pt x="856508" y="216807"/>
                  </a:cubicBezTo>
                  <a:lnTo>
                    <a:pt x="854018" y="216807"/>
                  </a:lnTo>
                  <a:lnTo>
                    <a:pt x="852806" y="214756"/>
                  </a:lnTo>
                  <a:cubicBezTo>
                    <a:pt x="852806" y="214756"/>
                    <a:pt x="850518" y="212031"/>
                    <a:pt x="848667" y="211593"/>
                  </a:cubicBezTo>
                  <a:cubicBezTo>
                    <a:pt x="846816" y="211156"/>
                    <a:pt x="845503" y="211593"/>
                    <a:pt x="845503" y="211593"/>
                  </a:cubicBezTo>
                  <a:cubicBezTo>
                    <a:pt x="845503" y="211593"/>
                    <a:pt x="842777" y="210954"/>
                    <a:pt x="842339" y="210719"/>
                  </a:cubicBezTo>
                  <a:cubicBezTo>
                    <a:pt x="841902" y="210517"/>
                    <a:pt x="838435" y="208667"/>
                    <a:pt x="837998" y="208431"/>
                  </a:cubicBezTo>
                  <a:cubicBezTo>
                    <a:pt x="837561" y="208229"/>
                    <a:pt x="836584" y="207456"/>
                    <a:pt x="836147" y="207220"/>
                  </a:cubicBezTo>
                  <a:cubicBezTo>
                    <a:pt x="835709" y="207018"/>
                    <a:pt x="833556" y="206144"/>
                    <a:pt x="833118" y="205807"/>
                  </a:cubicBezTo>
                  <a:cubicBezTo>
                    <a:pt x="832681" y="205471"/>
                    <a:pt x="829652" y="204596"/>
                    <a:pt x="829214" y="204495"/>
                  </a:cubicBezTo>
                  <a:cubicBezTo>
                    <a:pt x="828777" y="204394"/>
                    <a:pt x="825950" y="203217"/>
                    <a:pt x="825950" y="203217"/>
                  </a:cubicBezTo>
                  <a:lnTo>
                    <a:pt x="824738" y="202208"/>
                  </a:lnTo>
                  <a:cubicBezTo>
                    <a:pt x="824738" y="202208"/>
                    <a:pt x="824637" y="199618"/>
                    <a:pt x="824637" y="199180"/>
                  </a:cubicBezTo>
                  <a:cubicBezTo>
                    <a:pt x="824637" y="198743"/>
                    <a:pt x="825613" y="197128"/>
                    <a:pt x="825613" y="197128"/>
                  </a:cubicBezTo>
                  <a:lnTo>
                    <a:pt x="827902" y="195715"/>
                  </a:lnTo>
                  <a:lnTo>
                    <a:pt x="828878" y="194639"/>
                  </a:lnTo>
                  <a:lnTo>
                    <a:pt x="828339" y="191712"/>
                  </a:lnTo>
                  <a:lnTo>
                    <a:pt x="827027" y="190198"/>
                  </a:lnTo>
                  <a:lnTo>
                    <a:pt x="820397" y="189660"/>
                  </a:lnTo>
                  <a:lnTo>
                    <a:pt x="817805" y="189223"/>
                  </a:lnTo>
                  <a:cubicBezTo>
                    <a:pt x="817805" y="189223"/>
                    <a:pt x="811949" y="190098"/>
                    <a:pt x="810401" y="190535"/>
                  </a:cubicBezTo>
                  <a:cubicBezTo>
                    <a:pt x="808887" y="190972"/>
                    <a:pt x="807574" y="192284"/>
                    <a:pt x="807574" y="192284"/>
                  </a:cubicBezTo>
                  <a:lnTo>
                    <a:pt x="805622" y="191847"/>
                  </a:lnTo>
                  <a:lnTo>
                    <a:pt x="802358" y="190098"/>
                  </a:lnTo>
                  <a:lnTo>
                    <a:pt x="800608" y="192486"/>
                  </a:lnTo>
                  <a:lnTo>
                    <a:pt x="798858" y="194437"/>
                  </a:lnTo>
                  <a:lnTo>
                    <a:pt x="796704" y="196826"/>
                  </a:lnTo>
                  <a:cubicBezTo>
                    <a:pt x="796704" y="196826"/>
                    <a:pt x="793877" y="199012"/>
                    <a:pt x="793002" y="199012"/>
                  </a:cubicBezTo>
                  <a:cubicBezTo>
                    <a:pt x="792127" y="199012"/>
                    <a:pt x="787987" y="201838"/>
                    <a:pt x="787987" y="201838"/>
                  </a:cubicBezTo>
                  <a:cubicBezTo>
                    <a:pt x="787987" y="201838"/>
                    <a:pt x="784285" y="202712"/>
                    <a:pt x="783410" y="202914"/>
                  </a:cubicBezTo>
                  <a:cubicBezTo>
                    <a:pt x="782535" y="203150"/>
                    <a:pt x="779944" y="203553"/>
                    <a:pt x="778429" y="202914"/>
                  </a:cubicBezTo>
                  <a:cubicBezTo>
                    <a:pt x="776915" y="202275"/>
                    <a:pt x="774290" y="202914"/>
                    <a:pt x="774290" y="202914"/>
                  </a:cubicBezTo>
                  <a:lnTo>
                    <a:pt x="770823" y="198777"/>
                  </a:lnTo>
                  <a:lnTo>
                    <a:pt x="767795" y="195951"/>
                  </a:lnTo>
                  <a:lnTo>
                    <a:pt x="762141" y="195951"/>
                  </a:lnTo>
                  <a:lnTo>
                    <a:pt x="761602" y="197801"/>
                  </a:lnTo>
                  <a:lnTo>
                    <a:pt x="759112" y="199550"/>
                  </a:lnTo>
                  <a:lnTo>
                    <a:pt x="757362" y="202174"/>
                  </a:lnTo>
                  <a:lnTo>
                    <a:pt x="754434" y="205202"/>
                  </a:lnTo>
                  <a:lnTo>
                    <a:pt x="751371" y="209878"/>
                  </a:lnTo>
                  <a:lnTo>
                    <a:pt x="747366" y="211392"/>
                  </a:lnTo>
                  <a:cubicBezTo>
                    <a:pt x="747366" y="211392"/>
                    <a:pt x="743025" y="208667"/>
                    <a:pt x="741073" y="207792"/>
                  </a:cubicBezTo>
                  <a:cubicBezTo>
                    <a:pt x="739121" y="206917"/>
                    <a:pt x="740097" y="207893"/>
                    <a:pt x="739558" y="208869"/>
                  </a:cubicBezTo>
                  <a:cubicBezTo>
                    <a:pt x="739020" y="209844"/>
                    <a:pt x="739121" y="209642"/>
                    <a:pt x="738919" y="210517"/>
                  </a:cubicBezTo>
                  <a:cubicBezTo>
                    <a:pt x="738717" y="211392"/>
                    <a:pt x="737741" y="212569"/>
                    <a:pt x="736630" y="213343"/>
                  </a:cubicBezTo>
                  <a:cubicBezTo>
                    <a:pt x="735553" y="214116"/>
                    <a:pt x="734779" y="213444"/>
                    <a:pt x="733366" y="213343"/>
                  </a:cubicBezTo>
                  <a:cubicBezTo>
                    <a:pt x="731952" y="213242"/>
                    <a:pt x="731851" y="212165"/>
                    <a:pt x="730236" y="211291"/>
                  </a:cubicBezTo>
                  <a:cubicBezTo>
                    <a:pt x="728587" y="210416"/>
                    <a:pt x="726871" y="210080"/>
                    <a:pt x="726534" y="210214"/>
                  </a:cubicBezTo>
                  <a:cubicBezTo>
                    <a:pt x="726197" y="210315"/>
                    <a:pt x="724044" y="210416"/>
                    <a:pt x="724044" y="210416"/>
                  </a:cubicBezTo>
                  <a:cubicBezTo>
                    <a:pt x="724044" y="210416"/>
                    <a:pt x="723068" y="212266"/>
                    <a:pt x="722630" y="212468"/>
                  </a:cubicBezTo>
                  <a:cubicBezTo>
                    <a:pt x="722193" y="212670"/>
                    <a:pt x="719803" y="212804"/>
                    <a:pt x="715664" y="212468"/>
                  </a:cubicBezTo>
                  <a:cubicBezTo>
                    <a:pt x="711524" y="212132"/>
                    <a:pt x="712298" y="211392"/>
                    <a:pt x="710885" y="210853"/>
                  </a:cubicBezTo>
                  <a:cubicBezTo>
                    <a:pt x="709471" y="210315"/>
                    <a:pt x="708697" y="209440"/>
                    <a:pt x="708159" y="209104"/>
                  </a:cubicBezTo>
                  <a:cubicBezTo>
                    <a:pt x="707620" y="208768"/>
                    <a:pt x="705870" y="207691"/>
                    <a:pt x="703380" y="207153"/>
                  </a:cubicBezTo>
                  <a:cubicBezTo>
                    <a:pt x="700889" y="206615"/>
                    <a:pt x="700788" y="208128"/>
                    <a:pt x="700452" y="208028"/>
                  </a:cubicBezTo>
                  <a:cubicBezTo>
                    <a:pt x="700115" y="207927"/>
                    <a:pt x="697524" y="208028"/>
                    <a:pt x="697524" y="208028"/>
                  </a:cubicBezTo>
                  <a:lnTo>
                    <a:pt x="693620" y="206177"/>
                  </a:lnTo>
                  <a:cubicBezTo>
                    <a:pt x="693620" y="206177"/>
                    <a:pt x="691870" y="204664"/>
                    <a:pt x="691432" y="203688"/>
                  </a:cubicBezTo>
                  <a:cubicBezTo>
                    <a:pt x="690995" y="202712"/>
                    <a:pt x="689480" y="201737"/>
                    <a:pt x="689480" y="201737"/>
                  </a:cubicBezTo>
                  <a:cubicBezTo>
                    <a:pt x="689480" y="201737"/>
                    <a:pt x="687528" y="200223"/>
                    <a:pt x="687192" y="199449"/>
                  </a:cubicBezTo>
                  <a:cubicBezTo>
                    <a:pt x="686855" y="198676"/>
                    <a:pt x="685004" y="198037"/>
                    <a:pt x="683826" y="197599"/>
                  </a:cubicBezTo>
                  <a:cubicBezTo>
                    <a:pt x="682615" y="197162"/>
                    <a:pt x="680797" y="196523"/>
                    <a:pt x="680360" y="196186"/>
                  </a:cubicBezTo>
                  <a:cubicBezTo>
                    <a:pt x="679922" y="195850"/>
                    <a:pt x="676557" y="195110"/>
                    <a:pt x="676119" y="194774"/>
                  </a:cubicBezTo>
                  <a:cubicBezTo>
                    <a:pt x="675682" y="194437"/>
                    <a:pt x="672216" y="192587"/>
                    <a:pt x="671879" y="192486"/>
                  </a:cubicBezTo>
                  <a:cubicBezTo>
                    <a:pt x="671542" y="192385"/>
                    <a:pt x="670028" y="191611"/>
                    <a:pt x="669590" y="191510"/>
                  </a:cubicBezTo>
                  <a:cubicBezTo>
                    <a:pt x="669153" y="191410"/>
                    <a:pt x="665451" y="189660"/>
                    <a:pt x="665114" y="189458"/>
                  </a:cubicBezTo>
                  <a:cubicBezTo>
                    <a:pt x="664778" y="189257"/>
                    <a:pt x="663061" y="187844"/>
                    <a:pt x="663061" y="187844"/>
                  </a:cubicBezTo>
                  <a:cubicBezTo>
                    <a:pt x="663061" y="187844"/>
                    <a:pt x="661009" y="186633"/>
                    <a:pt x="660571" y="186229"/>
                  </a:cubicBezTo>
                  <a:cubicBezTo>
                    <a:pt x="660134" y="185792"/>
                    <a:pt x="656869" y="182966"/>
                    <a:pt x="656869" y="182966"/>
                  </a:cubicBezTo>
                  <a:cubicBezTo>
                    <a:pt x="656869" y="182966"/>
                    <a:pt x="654682" y="180679"/>
                    <a:pt x="654379" y="179602"/>
                  </a:cubicBezTo>
                  <a:cubicBezTo>
                    <a:pt x="654042" y="178526"/>
                    <a:pt x="653941" y="178526"/>
                    <a:pt x="653941" y="178088"/>
                  </a:cubicBezTo>
                  <a:cubicBezTo>
                    <a:pt x="653941" y="177651"/>
                    <a:pt x="653605" y="175801"/>
                    <a:pt x="653605" y="175801"/>
                  </a:cubicBezTo>
                  <a:cubicBezTo>
                    <a:pt x="653605" y="175801"/>
                    <a:pt x="653840" y="173614"/>
                    <a:pt x="654379" y="173614"/>
                  </a:cubicBezTo>
                  <a:cubicBezTo>
                    <a:pt x="654917" y="173614"/>
                    <a:pt x="655153" y="173076"/>
                    <a:pt x="658619" y="172437"/>
                  </a:cubicBezTo>
                  <a:cubicBezTo>
                    <a:pt x="662086" y="171798"/>
                    <a:pt x="660134" y="171125"/>
                    <a:pt x="661884" y="170687"/>
                  </a:cubicBezTo>
                  <a:cubicBezTo>
                    <a:pt x="663634" y="170250"/>
                    <a:pt x="664071" y="170048"/>
                    <a:pt x="665485" y="169712"/>
                  </a:cubicBezTo>
                  <a:cubicBezTo>
                    <a:pt x="666898" y="169375"/>
                    <a:pt x="666898" y="167963"/>
                    <a:pt x="667100" y="166684"/>
                  </a:cubicBezTo>
                  <a:cubicBezTo>
                    <a:pt x="667302" y="165372"/>
                    <a:pt x="667538" y="162883"/>
                    <a:pt x="667538" y="161807"/>
                  </a:cubicBezTo>
                  <a:cubicBezTo>
                    <a:pt x="667538" y="160730"/>
                    <a:pt x="665485" y="159317"/>
                    <a:pt x="665485" y="159317"/>
                  </a:cubicBezTo>
                  <a:lnTo>
                    <a:pt x="663196" y="158779"/>
                  </a:lnTo>
                  <a:lnTo>
                    <a:pt x="661984" y="156391"/>
                  </a:lnTo>
                  <a:lnTo>
                    <a:pt x="664172" y="154540"/>
                  </a:lnTo>
                  <a:lnTo>
                    <a:pt x="664273" y="150739"/>
                  </a:lnTo>
                  <a:cubicBezTo>
                    <a:pt x="664273" y="150739"/>
                    <a:pt x="664071" y="146299"/>
                    <a:pt x="664071" y="145626"/>
                  </a:cubicBezTo>
                  <a:cubicBezTo>
                    <a:pt x="664071" y="144987"/>
                    <a:pt x="662759" y="142161"/>
                    <a:pt x="662759" y="142161"/>
                  </a:cubicBezTo>
                  <a:cubicBezTo>
                    <a:pt x="662759" y="142161"/>
                    <a:pt x="664374" y="137586"/>
                    <a:pt x="665047" y="137048"/>
                  </a:cubicBezTo>
                  <a:cubicBezTo>
                    <a:pt x="665687" y="136510"/>
                    <a:pt x="667437" y="135433"/>
                    <a:pt x="669624" y="135063"/>
                  </a:cubicBezTo>
                  <a:cubicBezTo>
                    <a:pt x="671812" y="134693"/>
                    <a:pt x="672014" y="133482"/>
                    <a:pt x="672990" y="133045"/>
                  </a:cubicBezTo>
                  <a:cubicBezTo>
                    <a:pt x="673966" y="132607"/>
                    <a:pt x="674504" y="131094"/>
                    <a:pt x="675177" y="130455"/>
                  </a:cubicBezTo>
                  <a:cubicBezTo>
                    <a:pt x="675816" y="129815"/>
                    <a:pt x="674538" y="127730"/>
                    <a:pt x="673764" y="126216"/>
                  </a:cubicBezTo>
                  <a:cubicBezTo>
                    <a:pt x="672990" y="124702"/>
                    <a:pt x="671475" y="125341"/>
                    <a:pt x="671475" y="125341"/>
                  </a:cubicBezTo>
                  <a:cubicBezTo>
                    <a:pt x="671475" y="125341"/>
                    <a:pt x="669086" y="125442"/>
                    <a:pt x="668009" y="125543"/>
                  </a:cubicBezTo>
                  <a:cubicBezTo>
                    <a:pt x="666932" y="125644"/>
                    <a:pt x="664206" y="125207"/>
                    <a:pt x="663230" y="125005"/>
                  </a:cubicBezTo>
                  <a:cubicBezTo>
                    <a:pt x="662254" y="124803"/>
                    <a:pt x="660840" y="123693"/>
                    <a:pt x="660302" y="123491"/>
                  </a:cubicBezTo>
                  <a:cubicBezTo>
                    <a:pt x="659763" y="123289"/>
                    <a:pt x="657811" y="122717"/>
                    <a:pt x="657037" y="122179"/>
                  </a:cubicBezTo>
                  <a:cubicBezTo>
                    <a:pt x="656263" y="121641"/>
                    <a:pt x="655388" y="120565"/>
                    <a:pt x="655388" y="120565"/>
                  </a:cubicBezTo>
                  <a:cubicBezTo>
                    <a:pt x="655388" y="120565"/>
                    <a:pt x="654311" y="117201"/>
                    <a:pt x="654076" y="116763"/>
                  </a:cubicBezTo>
                  <a:cubicBezTo>
                    <a:pt x="653874" y="116326"/>
                    <a:pt x="652763" y="113063"/>
                    <a:pt x="652225" y="111986"/>
                  </a:cubicBezTo>
                  <a:cubicBezTo>
                    <a:pt x="651686" y="110910"/>
                    <a:pt x="650037" y="107849"/>
                    <a:pt x="650037" y="107210"/>
                  </a:cubicBezTo>
                  <a:cubicBezTo>
                    <a:pt x="650037" y="106570"/>
                    <a:pt x="648388" y="102735"/>
                    <a:pt x="648186" y="101995"/>
                  </a:cubicBezTo>
                  <a:cubicBezTo>
                    <a:pt x="647984" y="101222"/>
                    <a:pt x="646672" y="98396"/>
                    <a:pt x="646537" y="96781"/>
                  </a:cubicBezTo>
                  <a:cubicBezTo>
                    <a:pt x="646436" y="95166"/>
                    <a:pt x="645898" y="94393"/>
                    <a:pt x="645898" y="93955"/>
                  </a:cubicBezTo>
                  <a:cubicBezTo>
                    <a:pt x="645898" y="93518"/>
                    <a:pt x="645359" y="92879"/>
                    <a:pt x="645258" y="92341"/>
                  </a:cubicBezTo>
                  <a:cubicBezTo>
                    <a:pt x="645157" y="91802"/>
                    <a:pt x="643205" y="89952"/>
                    <a:pt x="642970" y="89515"/>
                  </a:cubicBezTo>
                  <a:cubicBezTo>
                    <a:pt x="642768" y="89078"/>
                    <a:pt x="641119" y="88001"/>
                    <a:pt x="641119" y="88001"/>
                  </a:cubicBezTo>
                  <a:cubicBezTo>
                    <a:pt x="641119" y="88001"/>
                    <a:pt x="639066" y="86588"/>
                    <a:pt x="638729" y="86488"/>
                  </a:cubicBezTo>
                  <a:cubicBezTo>
                    <a:pt x="638393" y="86387"/>
                    <a:pt x="636542" y="85714"/>
                    <a:pt x="636542" y="85714"/>
                  </a:cubicBezTo>
                  <a:lnTo>
                    <a:pt x="634253" y="84940"/>
                  </a:lnTo>
                  <a:lnTo>
                    <a:pt x="632234" y="83124"/>
                  </a:lnTo>
                  <a:lnTo>
                    <a:pt x="628767" y="83124"/>
                  </a:lnTo>
                  <a:cubicBezTo>
                    <a:pt x="628767" y="83124"/>
                    <a:pt x="626916" y="83124"/>
                    <a:pt x="626479" y="83124"/>
                  </a:cubicBezTo>
                  <a:cubicBezTo>
                    <a:pt x="626041" y="83124"/>
                    <a:pt x="624426" y="83224"/>
                    <a:pt x="623989" y="83224"/>
                  </a:cubicBezTo>
                  <a:cubicBezTo>
                    <a:pt x="623551" y="83224"/>
                    <a:pt x="620926" y="83561"/>
                    <a:pt x="620286" y="83561"/>
                  </a:cubicBezTo>
                  <a:cubicBezTo>
                    <a:pt x="619647" y="83561"/>
                    <a:pt x="614094" y="83763"/>
                    <a:pt x="613657" y="83763"/>
                  </a:cubicBezTo>
                  <a:cubicBezTo>
                    <a:pt x="613219" y="83763"/>
                    <a:pt x="611906" y="83864"/>
                    <a:pt x="611906" y="83864"/>
                  </a:cubicBezTo>
                  <a:lnTo>
                    <a:pt x="609315" y="83426"/>
                  </a:lnTo>
                  <a:lnTo>
                    <a:pt x="605950" y="81912"/>
                  </a:lnTo>
                  <a:lnTo>
                    <a:pt x="600632" y="80836"/>
                  </a:lnTo>
                  <a:cubicBezTo>
                    <a:pt x="600632" y="80836"/>
                    <a:pt x="598882" y="79087"/>
                    <a:pt x="598243" y="78784"/>
                  </a:cubicBezTo>
                  <a:cubicBezTo>
                    <a:pt x="597570" y="78448"/>
                    <a:pt x="596728" y="78784"/>
                    <a:pt x="596728" y="78784"/>
                  </a:cubicBezTo>
                  <a:cubicBezTo>
                    <a:pt x="596728" y="78784"/>
                    <a:pt x="595752" y="79860"/>
                    <a:pt x="595752" y="80197"/>
                  </a:cubicBezTo>
                  <a:cubicBezTo>
                    <a:pt x="595752" y="80533"/>
                    <a:pt x="594002" y="81408"/>
                    <a:pt x="592690" y="81711"/>
                  </a:cubicBezTo>
                  <a:cubicBezTo>
                    <a:pt x="591377" y="82047"/>
                    <a:pt x="591512" y="81273"/>
                    <a:pt x="590738" y="80836"/>
                  </a:cubicBezTo>
                  <a:cubicBezTo>
                    <a:pt x="589964" y="80399"/>
                    <a:pt x="590738" y="80836"/>
                    <a:pt x="590738" y="80399"/>
                  </a:cubicBezTo>
                  <a:cubicBezTo>
                    <a:pt x="590738" y="79961"/>
                    <a:pt x="590940" y="79625"/>
                    <a:pt x="590940" y="79221"/>
                  </a:cubicBezTo>
                  <a:cubicBezTo>
                    <a:pt x="590940" y="78784"/>
                    <a:pt x="590166" y="77169"/>
                    <a:pt x="590166" y="77169"/>
                  </a:cubicBezTo>
                  <a:lnTo>
                    <a:pt x="588853" y="75656"/>
                  </a:lnTo>
                  <a:cubicBezTo>
                    <a:pt x="588853" y="75656"/>
                    <a:pt x="588517" y="74142"/>
                    <a:pt x="588651" y="73805"/>
                  </a:cubicBezTo>
                  <a:cubicBezTo>
                    <a:pt x="588752" y="73469"/>
                    <a:pt x="589190" y="72729"/>
                    <a:pt x="589190" y="72729"/>
                  </a:cubicBezTo>
                  <a:cubicBezTo>
                    <a:pt x="589190" y="72729"/>
                    <a:pt x="589526" y="71114"/>
                    <a:pt x="589627" y="70240"/>
                  </a:cubicBezTo>
                  <a:cubicBezTo>
                    <a:pt x="589728" y="69365"/>
                    <a:pt x="589627" y="67952"/>
                    <a:pt x="589392" y="67212"/>
                  </a:cubicBezTo>
                  <a:cubicBezTo>
                    <a:pt x="589190" y="66438"/>
                    <a:pt x="588618" y="65463"/>
                    <a:pt x="588618" y="65463"/>
                  </a:cubicBezTo>
                  <a:cubicBezTo>
                    <a:pt x="588618" y="65463"/>
                    <a:pt x="587742" y="65025"/>
                    <a:pt x="587204" y="64824"/>
                  </a:cubicBezTo>
                  <a:cubicBezTo>
                    <a:pt x="586666" y="64622"/>
                    <a:pt x="584478" y="64824"/>
                    <a:pt x="584478" y="64824"/>
                  </a:cubicBezTo>
                  <a:lnTo>
                    <a:pt x="582964" y="66035"/>
                  </a:lnTo>
                  <a:cubicBezTo>
                    <a:pt x="582964" y="66035"/>
                    <a:pt x="582627" y="67111"/>
                    <a:pt x="582324" y="67548"/>
                  </a:cubicBezTo>
                  <a:cubicBezTo>
                    <a:pt x="581988" y="67986"/>
                    <a:pt x="580574" y="69836"/>
                    <a:pt x="580574" y="69836"/>
                  </a:cubicBezTo>
                  <a:cubicBezTo>
                    <a:pt x="580574" y="69836"/>
                    <a:pt x="578925" y="70711"/>
                    <a:pt x="578286" y="71484"/>
                  </a:cubicBezTo>
                  <a:cubicBezTo>
                    <a:pt x="577646" y="72258"/>
                    <a:pt x="576973" y="72460"/>
                    <a:pt x="576199" y="72796"/>
                  </a:cubicBezTo>
                  <a:cubicBezTo>
                    <a:pt x="575425" y="73133"/>
                    <a:pt x="574247" y="72561"/>
                    <a:pt x="573911" y="72460"/>
                  </a:cubicBezTo>
                  <a:cubicBezTo>
                    <a:pt x="573574" y="72359"/>
                    <a:pt x="571420" y="70845"/>
                    <a:pt x="571420" y="70845"/>
                  </a:cubicBezTo>
                  <a:lnTo>
                    <a:pt x="569771" y="71383"/>
                  </a:lnTo>
                  <a:cubicBezTo>
                    <a:pt x="569771" y="71383"/>
                    <a:pt x="564554" y="72022"/>
                    <a:pt x="564117" y="72022"/>
                  </a:cubicBezTo>
                  <a:cubicBezTo>
                    <a:pt x="563680" y="72022"/>
                    <a:pt x="560853" y="70172"/>
                    <a:pt x="560853" y="70172"/>
                  </a:cubicBezTo>
                  <a:lnTo>
                    <a:pt x="556410" y="69533"/>
                  </a:lnTo>
                  <a:lnTo>
                    <a:pt x="556074" y="68221"/>
                  </a:lnTo>
                  <a:lnTo>
                    <a:pt x="556174" y="66707"/>
                  </a:lnTo>
                  <a:lnTo>
                    <a:pt x="556612" y="65530"/>
                  </a:lnTo>
                  <a:lnTo>
                    <a:pt x="556511" y="63242"/>
                  </a:lnTo>
                  <a:lnTo>
                    <a:pt x="556511" y="62368"/>
                  </a:lnTo>
                  <a:lnTo>
                    <a:pt x="556242" y="59643"/>
                  </a:lnTo>
                  <a:lnTo>
                    <a:pt x="556309" y="57793"/>
                  </a:lnTo>
                  <a:cubicBezTo>
                    <a:pt x="556309" y="57793"/>
                    <a:pt x="556410" y="56178"/>
                    <a:pt x="556410" y="55640"/>
                  </a:cubicBezTo>
                  <a:cubicBezTo>
                    <a:pt x="556410" y="55102"/>
                    <a:pt x="556174" y="53252"/>
                    <a:pt x="556174" y="53252"/>
                  </a:cubicBezTo>
                  <a:lnTo>
                    <a:pt x="554660" y="51839"/>
                  </a:lnTo>
                  <a:lnTo>
                    <a:pt x="552573" y="49349"/>
                  </a:lnTo>
                  <a:lnTo>
                    <a:pt x="551934" y="46961"/>
                  </a:lnTo>
                  <a:cubicBezTo>
                    <a:pt x="551934" y="46961"/>
                    <a:pt x="552708" y="45010"/>
                    <a:pt x="553011" y="44471"/>
                  </a:cubicBezTo>
                  <a:cubicBezTo>
                    <a:pt x="553348" y="43933"/>
                    <a:pt x="554862" y="41444"/>
                    <a:pt x="555737" y="40872"/>
                  </a:cubicBezTo>
                  <a:cubicBezTo>
                    <a:pt x="556612" y="40334"/>
                    <a:pt x="556612" y="38820"/>
                    <a:pt x="556814" y="38484"/>
                  </a:cubicBezTo>
                  <a:cubicBezTo>
                    <a:pt x="557050" y="38147"/>
                    <a:pt x="557790" y="36297"/>
                    <a:pt x="558025" y="34884"/>
                  </a:cubicBezTo>
                  <a:cubicBezTo>
                    <a:pt x="558228" y="33471"/>
                    <a:pt x="557824" y="32294"/>
                    <a:pt x="557824" y="31520"/>
                  </a:cubicBezTo>
                  <a:cubicBezTo>
                    <a:pt x="557824" y="30747"/>
                    <a:pt x="556612" y="29468"/>
                    <a:pt x="556612" y="29132"/>
                  </a:cubicBezTo>
                  <a:cubicBezTo>
                    <a:pt x="556612" y="28796"/>
                    <a:pt x="555973" y="27618"/>
                    <a:pt x="555838" y="27181"/>
                  </a:cubicBezTo>
                  <a:cubicBezTo>
                    <a:pt x="555737" y="26744"/>
                    <a:pt x="554660" y="25230"/>
                    <a:pt x="554324" y="25129"/>
                  </a:cubicBezTo>
                  <a:cubicBezTo>
                    <a:pt x="553987" y="25028"/>
                    <a:pt x="553011" y="25230"/>
                    <a:pt x="552136" y="25230"/>
                  </a:cubicBezTo>
                  <a:cubicBezTo>
                    <a:pt x="551261" y="25230"/>
                    <a:pt x="551059" y="25129"/>
                    <a:pt x="551059" y="25129"/>
                  </a:cubicBezTo>
                  <a:cubicBezTo>
                    <a:pt x="551059" y="25129"/>
                    <a:pt x="549444" y="24692"/>
                    <a:pt x="549309" y="24254"/>
                  </a:cubicBezTo>
                  <a:cubicBezTo>
                    <a:pt x="549208" y="23817"/>
                    <a:pt x="548670" y="21664"/>
                    <a:pt x="548670" y="21664"/>
                  </a:cubicBezTo>
                  <a:cubicBezTo>
                    <a:pt x="548670" y="21664"/>
                    <a:pt x="547155" y="22404"/>
                    <a:pt x="546819" y="22303"/>
                  </a:cubicBezTo>
                  <a:cubicBezTo>
                    <a:pt x="546482" y="22202"/>
                    <a:pt x="543790" y="21765"/>
                    <a:pt x="543790" y="21765"/>
                  </a:cubicBezTo>
                  <a:lnTo>
                    <a:pt x="542915" y="21328"/>
                  </a:lnTo>
                  <a:lnTo>
                    <a:pt x="541299" y="20453"/>
                  </a:lnTo>
                  <a:cubicBezTo>
                    <a:pt x="541299" y="20453"/>
                    <a:pt x="541198" y="19679"/>
                    <a:pt x="541299" y="18838"/>
                  </a:cubicBezTo>
                  <a:cubicBezTo>
                    <a:pt x="541400" y="17964"/>
                    <a:pt x="540862" y="16349"/>
                    <a:pt x="540862" y="16349"/>
                  </a:cubicBezTo>
                  <a:lnTo>
                    <a:pt x="540862" y="15037"/>
                  </a:lnTo>
                  <a:cubicBezTo>
                    <a:pt x="540862" y="15037"/>
                    <a:pt x="541030" y="13725"/>
                    <a:pt x="541030" y="13153"/>
                  </a:cubicBezTo>
                  <a:cubicBezTo>
                    <a:pt x="541030" y="12581"/>
                    <a:pt x="540559" y="11908"/>
                    <a:pt x="540189" y="11269"/>
                  </a:cubicBezTo>
                  <a:cubicBezTo>
                    <a:pt x="539818" y="10630"/>
                    <a:pt x="539179" y="10395"/>
                    <a:pt x="538674" y="9823"/>
                  </a:cubicBezTo>
                  <a:cubicBezTo>
                    <a:pt x="538169" y="9251"/>
                    <a:pt x="536587" y="8881"/>
                    <a:pt x="536083" y="8881"/>
                  </a:cubicBezTo>
                  <a:cubicBezTo>
                    <a:pt x="535578" y="8881"/>
                    <a:pt x="534333" y="9318"/>
                    <a:pt x="534333" y="9318"/>
                  </a:cubicBezTo>
                  <a:lnTo>
                    <a:pt x="533895" y="9890"/>
                  </a:lnTo>
                  <a:lnTo>
                    <a:pt x="533458" y="10899"/>
                  </a:lnTo>
                  <a:cubicBezTo>
                    <a:pt x="533458" y="10899"/>
                    <a:pt x="533222" y="11538"/>
                    <a:pt x="533222" y="11976"/>
                  </a:cubicBezTo>
                  <a:cubicBezTo>
                    <a:pt x="533222" y="12413"/>
                    <a:pt x="532785" y="12918"/>
                    <a:pt x="532785" y="12918"/>
                  </a:cubicBezTo>
                  <a:lnTo>
                    <a:pt x="532347" y="13927"/>
                  </a:lnTo>
                  <a:lnTo>
                    <a:pt x="531539" y="14869"/>
                  </a:lnTo>
                  <a:lnTo>
                    <a:pt x="530463" y="14936"/>
                  </a:lnTo>
                  <a:lnTo>
                    <a:pt x="529285" y="12413"/>
                  </a:lnTo>
                  <a:cubicBezTo>
                    <a:pt x="529285" y="12413"/>
                    <a:pt x="528847" y="11538"/>
                    <a:pt x="527972" y="10967"/>
                  </a:cubicBezTo>
                  <a:cubicBezTo>
                    <a:pt x="527097" y="10395"/>
                    <a:pt x="525717" y="10832"/>
                    <a:pt x="525212" y="10765"/>
                  </a:cubicBezTo>
                  <a:cubicBezTo>
                    <a:pt x="524708" y="10697"/>
                    <a:pt x="523631" y="10765"/>
                    <a:pt x="523025" y="10765"/>
                  </a:cubicBezTo>
                  <a:cubicBezTo>
                    <a:pt x="522453" y="10765"/>
                    <a:pt x="521578" y="11135"/>
                    <a:pt x="521275" y="11135"/>
                  </a:cubicBezTo>
                  <a:cubicBezTo>
                    <a:pt x="520972" y="11135"/>
                    <a:pt x="520467" y="11774"/>
                    <a:pt x="520198" y="11875"/>
                  </a:cubicBezTo>
                  <a:cubicBezTo>
                    <a:pt x="519895" y="11942"/>
                    <a:pt x="519188" y="12884"/>
                    <a:pt x="518751" y="13187"/>
                  </a:cubicBezTo>
                  <a:cubicBezTo>
                    <a:pt x="518313" y="13490"/>
                    <a:pt x="517169" y="14936"/>
                    <a:pt x="516799" y="15272"/>
                  </a:cubicBezTo>
                  <a:cubicBezTo>
                    <a:pt x="516428" y="15643"/>
                    <a:pt x="514847" y="17156"/>
                    <a:pt x="514274" y="17526"/>
                  </a:cubicBezTo>
                  <a:cubicBezTo>
                    <a:pt x="513702" y="17896"/>
                    <a:pt x="513265" y="18233"/>
                    <a:pt x="512760" y="18468"/>
                  </a:cubicBezTo>
                  <a:cubicBezTo>
                    <a:pt x="512255" y="18704"/>
                    <a:pt x="511313" y="19545"/>
                    <a:pt x="511010" y="19713"/>
                  </a:cubicBezTo>
                  <a:cubicBezTo>
                    <a:pt x="510707" y="19847"/>
                    <a:pt x="509496" y="21395"/>
                    <a:pt x="509496" y="21395"/>
                  </a:cubicBezTo>
                  <a:cubicBezTo>
                    <a:pt x="509496" y="21395"/>
                    <a:pt x="508688" y="22101"/>
                    <a:pt x="508486" y="22337"/>
                  </a:cubicBezTo>
                  <a:cubicBezTo>
                    <a:pt x="508284" y="22539"/>
                    <a:pt x="507544" y="23413"/>
                    <a:pt x="507342" y="23581"/>
                  </a:cubicBezTo>
                  <a:cubicBezTo>
                    <a:pt x="507106" y="23716"/>
                    <a:pt x="506601" y="24658"/>
                    <a:pt x="506601" y="24961"/>
                  </a:cubicBezTo>
                  <a:cubicBezTo>
                    <a:pt x="506601" y="25263"/>
                    <a:pt x="507173" y="25600"/>
                    <a:pt x="507611" y="25903"/>
                  </a:cubicBezTo>
                  <a:cubicBezTo>
                    <a:pt x="508048" y="26205"/>
                    <a:pt x="509125" y="26205"/>
                    <a:pt x="509563" y="26340"/>
                  </a:cubicBezTo>
                  <a:cubicBezTo>
                    <a:pt x="510000" y="26474"/>
                    <a:pt x="511380" y="27652"/>
                    <a:pt x="511818" y="27921"/>
                  </a:cubicBezTo>
                  <a:cubicBezTo>
                    <a:pt x="512255" y="28224"/>
                    <a:pt x="512827" y="29367"/>
                    <a:pt x="513063" y="29502"/>
                  </a:cubicBezTo>
                  <a:cubicBezTo>
                    <a:pt x="513265" y="29637"/>
                    <a:pt x="513366" y="32261"/>
                    <a:pt x="513366" y="32261"/>
                  </a:cubicBezTo>
                  <a:lnTo>
                    <a:pt x="513063" y="34010"/>
                  </a:lnTo>
                  <a:lnTo>
                    <a:pt x="511481" y="34514"/>
                  </a:lnTo>
                  <a:lnTo>
                    <a:pt x="509024" y="32563"/>
                  </a:lnTo>
                  <a:cubicBezTo>
                    <a:pt x="509024" y="32563"/>
                    <a:pt x="503572" y="30242"/>
                    <a:pt x="503000" y="30309"/>
                  </a:cubicBezTo>
                  <a:cubicBezTo>
                    <a:pt x="502428" y="30377"/>
                    <a:pt x="501048" y="30679"/>
                    <a:pt x="500106" y="30881"/>
                  </a:cubicBezTo>
                  <a:cubicBezTo>
                    <a:pt x="499164" y="31117"/>
                    <a:pt x="498289" y="31756"/>
                    <a:pt x="497851" y="31890"/>
                  </a:cubicBezTo>
                  <a:cubicBezTo>
                    <a:pt x="497414" y="32025"/>
                    <a:pt x="496269" y="32765"/>
                    <a:pt x="495967" y="32765"/>
                  </a:cubicBezTo>
                  <a:cubicBezTo>
                    <a:pt x="495664" y="32765"/>
                    <a:pt x="494216" y="33135"/>
                    <a:pt x="494216" y="33135"/>
                  </a:cubicBezTo>
                  <a:cubicBezTo>
                    <a:pt x="494216" y="33135"/>
                    <a:pt x="492534" y="31621"/>
                    <a:pt x="492332" y="31184"/>
                  </a:cubicBezTo>
                  <a:cubicBezTo>
                    <a:pt x="492130" y="30747"/>
                    <a:pt x="490245" y="30679"/>
                    <a:pt x="490245" y="30679"/>
                  </a:cubicBezTo>
                  <a:lnTo>
                    <a:pt x="487620" y="30814"/>
                  </a:lnTo>
                  <a:lnTo>
                    <a:pt x="486812" y="31251"/>
                  </a:lnTo>
                  <a:cubicBezTo>
                    <a:pt x="486812" y="31251"/>
                    <a:pt x="485500" y="32698"/>
                    <a:pt x="484860" y="33270"/>
                  </a:cubicBezTo>
                  <a:cubicBezTo>
                    <a:pt x="484221" y="33841"/>
                    <a:pt x="483783" y="34582"/>
                    <a:pt x="483279" y="34783"/>
                  </a:cubicBezTo>
                  <a:cubicBezTo>
                    <a:pt x="482774" y="35019"/>
                    <a:pt x="481327" y="36028"/>
                    <a:pt x="481327" y="36028"/>
                  </a:cubicBezTo>
                  <a:cubicBezTo>
                    <a:pt x="481327" y="36028"/>
                    <a:pt x="478634" y="37340"/>
                    <a:pt x="478432" y="37475"/>
                  </a:cubicBezTo>
                  <a:cubicBezTo>
                    <a:pt x="478231" y="37609"/>
                    <a:pt x="475605" y="38147"/>
                    <a:pt x="475605" y="38147"/>
                  </a:cubicBezTo>
                  <a:cubicBezTo>
                    <a:pt x="475605" y="38147"/>
                    <a:pt x="469514" y="38147"/>
                    <a:pt x="469211" y="38147"/>
                  </a:cubicBezTo>
                  <a:cubicBezTo>
                    <a:pt x="468908" y="38147"/>
                    <a:pt x="466687" y="39190"/>
                    <a:pt x="466687" y="39190"/>
                  </a:cubicBezTo>
                  <a:lnTo>
                    <a:pt x="465610" y="39594"/>
                  </a:lnTo>
                  <a:cubicBezTo>
                    <a:pt x="465610" y="39594"/>
                    <a:pt x="464870" y="40469"/>
                    <a:pt x="464870" y="40973"/>
                  </a:cubicBezTo>
                  <a:cubicBezTo>
                    <a:pt x="464870" y="41478"/>
                    <a:pt x="465374" y="41915"/>
                    <a:pt x="465374" y="41915"/>
                  </a:cubicBezTo>
                  <a:lnTo>
                    <a:pt x="467125" y="44303"/>
                  </a:lnTo>
                  <a:cubicBezTo>
                    <a:pt x="467125" y="44303"/>
                    <a:pt x="468942" y="46692"/>
                    <a:pt x="470086" y="47566"/>
                  </a:cubicBezTo>
                  <a:cubicBezTo>
                    <a:pt x="471230" y="48441"/>
                    <a:pt x="473115" y="49753"/>
                    <a:pt x="474730" y="50325"/>
                  </a:cubicBezTo>
                  <a:cubicBezTo>
                    <a:pt x="476312" y="50897"/>
                    <a:pt x="477928" y="52343"/>
                    <a:pt x="478937" y="53521"/>
                  </a:cubicBezTo>
                  <a:cubicBezTo>
                    <a:pt x="479947" y="54664"/>
                    <a:pt x="480082" y="57860"/>
                    <a:pt x="480250" y="58600"/>
                  </a:cubicBezTo>
                  <a:cubicBezTo>
                    <a:pt x="480384" y="59307"/>
                    <a:pt x="480250" y="63949"/>
                    <a:pt x="480250" y="63949"/>
                  </a:cubicBezTo>
                  <a:lnTo>
                    <a:pt x="479106" y="68288"/>
                  </a:lnTo>
                  <a:lnTo>
                    <a:pt x="477221" y="73200"/>
                  </a:lnTo>
                  <a:cubicBezTo>
                    <a:pt x="477221" y="73200"/>
                    <a:pt x="478231" y="76665"/>
                    <a:pt x="478231" y="77270"/>
                  </a:cubicBezTo>
                  <a:cubicBezTo>
                    <a:pt x="478231" y="77842"/>
                    <a:pt x="478231" y="80735"/>
                    <a:pt x="478231" y="80735"/>
                  </a:cubicBezTo>
                  <a:lnTo>
                    <a:pt x="479408" y="83191"/>
                  </a:lnTo>
                  <a:cubicBezTo>
                    <a:pt x="479408" y="83191"/>
                    <a:pt x="480283" y="84065"/>
                    <a:pt x="481428" y="84503"/>
                  </a:cubicBezTo>
                  <a:cubicBezTo>
                    <a:pt x="482572" y="84940"/>
                    <a:pt x="484053" y="86521"/>
                    <a:pt x="484053" y="86521"/>
                  </a:cubicBezTo>
                  <a:cubicBezTo>
                    <a:pt x="484053" y="86521"/>
                    <a:pt x="485500" y="87968"/>
                    <a:pt x="486947" y="88842"/>
                  </a:cubicBezTo>
                  <a:cubicBezTo>
                    <a:pt x="488394" y="89717"/>
                    <a:pt x="488663" y="91163"/>
                    <a:pt x="488663" y="91163"/>
                  </a:cubicBezTo>
                  <a:lnTo>
                    <a:pt x="488663" y="92307"/>
                  </a:lnTo>
                  <a:lnTo>
                    <a:pt x="488394" y="96344"/>
                  </a:lnTo>
                  <a:cubicBezTo>
                    <a:pt x="488394" y="96344"/>
                    <a:pt x="487822" y="99540"/>
                    <a:pt x="487519" y="100986"/>
                  </a:cubicBezTo>
                  <a:cubicBezTo>
                    <a:pt x="487216" y="102433"/>
                    <a:pt x="486947" y="103442"/>
                    <a:pt x="486947" y="104014"/>
                  </a:cubicBezTo>
                  <a:cubicBezTo>
                    <a:pt x="486947" y="104586"/>
                    <a:pt x="485500" y="106470"/>
                    <a:pt x="485500" y="106470"/>
                  </a:cubicBezTo>
                  <a:lnTo>
                    <a:pt x="480149" y="108219"/>
                  </a:lnTo>
                  <a:lnTo>
                    <a:pt x="478399" y="107781"/>
                  </a:lnTo>
                  <a:lnTo>
                    <a:pt x="474764" y="106470"/>
                  </a:lnTo>
                  <a:lnTo>
                    <a:pt x="472745" y="106738"/>
                  </a:lnTo>
                  <a:lnTo>
                    <a:pt x="469110" y="108488"/>
                  </a:lnTo>
                  <a:cubicBezTo>
                    <a:pt x="469110" y="108488"/>
                    <a:pt x="466081" y="109228"/>
                    <a:pt x="465475" y="109497"/>
                  </a:cubicBezTo>
                  <a:cubicBezTo>
                    <a:pt x="464870" y="109766"/>
                    <a:pt x="464163" y="111381"/>
                    <a:pt x="464163" y="111381"/>
                  </a:cubicBezTo>
                  <a:cubicBezTo>
                    <a:pt x="464163" y="111381"/>
                    <a:pt x="463422" y="113567"/>
                    <a:pt x="463422" y="114408"/>
                  </a:cubicBezTo>
                  <a:cubicBezTo>
                    <a:pt x="463422" y="115283"/>
                    <a:pt x="462850" y="116427"/>
                    <a:pt x="462850" y="116427"/>
                  </a:cubicBezTo>
                  <a:lnTo>
                    <a:pt x="461975" y="114408"/>
                  </a:lnTo>
                  <a:lnTo>
                    <a:pt x="459653" y="114980"/>
                  </a:lnTo>
                  <a:cubicBezTo>
                    <a:pt x="459653" y="114980"/>
                    <a:pt x="458341" y="115989"/>
                    <a:pt x="458341" y="116561"/>
                  </a:cubicBezTo>
                  <a:cubicBezTo>
                    <a:pt x="458341" y="117133"/>
                    <a:pt x="458206" y="118008"/>
                    <a:pt x="458206" y="118008"/>
                  </a:cubicBezTo>
                  <a:cubicBezTo>
                    <a:pt x="458206" y="118008"/>
                    <a:pt x="458947" y="119589"/>
                    <a:pt x="459350" y="119892"/>
                  </a:cubicBezTo>
                  <a:cubicBezTo>
                    <a:pt x="459788" y="120194"/>
                    <a:pt x="460797" y="122078"/>
                    <a:pt x="460797" y="122078"/>
                  </a:cubicBezTo>
                  <a:lnTo>
                    <a:pt x="462985" y="123525"/>
                  </a:lnTo>
                  <a:cubicBezTo>
                    <a:pt x="462985" y="123525"/>
                    <a:pt x="462413" y="124534"/>
                    <a:pt x="462413" y="125106"/>
                  </a:cubicBezTo>
                  <a:cubicBezTo>
                    <a:pt x="462413" y="125678"/>
                    <a:pt x="458509" y="125375"/>
                    <a:pt x="458071" y="124971"/>
                  </a:cubicBezTo>
                  <a:cubicBezTo>
                    <a:pt x="457634" y="124534"/>
                    <a:pt x="457196" y="123088"/>
                    <a:pt x="457196" y="123088"/>
                  </a:cubicBezTo>
                  <a:lnTo>
                    <a:pt x="454740" y="118008"/>
                  </a:lnTo>
                  <a:lnTo>
                    <a:pt x="452283" y="118008"/>
                  </a:lnTo>
                  <a:lnTo>
                    <a:pt x="450533" y="121035"/>
                  </a:lnTo>
                  <a:lnTo>
                    <a:pt x="449523" y="124938"/>
                  </a:lnTo>
                  <a:lnTo>
                    <a:pt x="446326" y="124635"/>
                  </a:lnTo>
                  <a:lnTo>
                    <a:pt x="445013" y="125779"/>
                  </a:lnTo>
                  <a:cubicBezTo>
                    <a:pt x="445013" y="125779"/>
                    <a:pt x="444138" y="127091"/>
                    <a:pt x="444004" y="127528"/>
                  </a:cubicBezTo>
                  <a:cubicBezTo>
                    <a:pt x="443869" y="127965"/>
                    <a:pt x="443263" y="128974"/>
                    <a:pt x="443129" y="129412"/>
                  </a:cubicBezTo>
                  <a:cubicBezTo>
                    <a:pt x="442994" y="129849"/>
                    <a:pt x="442388" y="130993"/>
                    <a:pt x="442388" y="130993"/>
                  </a:cubicBezTo>
                  <a:cubicBezTo>
                    <a:pt x="442388" y="130993"/>
                    <a:pt x="441816" y="132877"/>
                    <a:pt x="441379" y="133314"/>
                  </a:cubicBezTo>
                  <a:cubicBezTo>
                    <a:pt x="440941" y="133751"/>
                    <a:pt x="438922" y="135198"/>
                    <a:pt x="438922" y="135198"/>
                  </a:cubicBezTo>
                  <a:lnTo>
                    <a:pt x="432124" y="134626"/>
                  </a:lnTo>
                  <a:lnTo>
                    <a:pt x="428792" y="131598"/>
                  </a:lnTo>
                  <a:lnTo>
                    <a:pt x="427782" y="130589"/>
                  </a:lnTo>
                  <a:lnTo>
                    <a:pt x="425325" y="124938"/>
                  </a:lnTo>
                  <a:lnTo>
                    <a:pt x="422633" y="122146"/>
                  </a:lnTo>
                  <a:lnTo>
                    <a:pt x="424518" y="120800"/>
                  </a:lnTo>
                  <a:cubicBezTo>
                    <a:pt x="424518" y="120800"/>
                    <a:pt x="428321" y="118748"/>
                    <a:pt x="429398" y="118311"/>
                  </a:cubicBezTo>
                  <a:cubicBezTo>
                    <a:pt x="430475" y="117873"/>
                    <a:pt x="431888" y="117436"/>
                    <a:pt x="431888" y="117436"/>
                  </a:cubicBezTo>
                  <a:lnTo>
                    <a:pt x="433739" y="115821"/>
                  </a:lnTo>
                  <a:lnTo>
                    <a:pt x="434816" y="114408"/>
                  </a:lnTo>
                  <a:lnTo>
                    <a:pt x="435893" y="112558"/>
                  </a:lnTo>
                  <a:lnTo>
                    <a:pt x="436869" y="108118"/>
                  </a:lnTo>
                  <a:cubicBezTo>
                    <a:pt x="436869" y="108118"/>
                    <a:pt x="437845" y="105931"/>
                    <a:pt x="438182" y="105528"/>
                  </a:cubicBezTo>
                  <a:cubicBezTo>
                    <a:pt x="438518" y="105090"/>
                    <a:pt x="438182" y="101491"/>
                    <a:pt x="438182" y="101491"/>
                  </a:cubicBezTo>
                  <a:lnTo>
                    <a:pt x="438182" y="99742"/>
                  </a:lnTo>
                  <a:lnTo>
                    <a:pt x="438182" y="98329"/>
                  </a:lnTo>
                  <a:lnTo>
                    <a:pt x="436835" y="97151"/>
                  </a:lnTo>
                  <a:lnTo>
                    <a:pt x="434715" y="94527"/>
                  </a:lnTo>
                  <a:lnTo>
                    <a:pt x="434715" y="91063"/>
                  </a:lnTo>
                  <a:lnTo>
                    <a:pt x="434715" y="87598"/>
                  </a:lnTo>
                  <a:lnTo>
                    <a:pt x="434715" y="84133"/>
                  </a:lnTo>
                  <a:lnTo>
                    <a:pt x="434715" y="81105"/>
                  </a:lnTo>
                  <a:lnTo>
                    <a:pt x="433369" y="79255"/>
                  </a:lnTo>
                  <a:lnTo>
                    <a:pt x="432124" y="76328"/>
                  </a:lnTo>
                  <a:lnTo>
                    <a:pt x="430946" y="76328"/>
                  </a:lnTo>
                  <a:lnTo>
                    <a:pt x="428186" y="79255"/>
                  </a:lnTo>
                  <a:lnTo>
                    <a:pt x="426200" y="81139"/>
                  </a:lnTo>
                  <a:lnTo>
                    <a:pt x="425561" y="83426"/>
                  </a:lnTo>
                  <a:cubicBezTo>
                    <a:pt x="425561" y="83426"/>
                    <a:pt x="423676" y="86723"/>
                    <a:pt x="423474" y="86992"/>
                  </a:cubicBezTo>
                  <a:cubicBezTo>
                    <a:pt x="423273" y="87295"/>
                    <a:pt x="421624" y="89717"/>
                    <a:pt x="421624" y="89717"/>
                  </a:cubicBezTo>
                  <a:cubicBezTo>
                    <a:pt x="421624" y="89717"/>
                    <a:pt x="421287" y="90020"/>
                    <a:pt x="420782" y="90524"/>
                  </a:cubicBezTo>
                  <a:lnTo>
                    <a:pt x="419335" y="90827"/>
                  </a:lnTo>
                  <a:lnTo>
                    <a:pt x="422599" y="92307"/>
                  </a:lnTo>
                  <a:lnTo>
                    <a:pt x="422599" y="94595"/>
                  </a:lnTo>
                  <a:lnTo>
                    <a:pt x="421287" y="96546"/>
                  </a:lnTo>
                  <a:lnTo>
                    <a:pt x="416710" y="98497"/>
                  </a:lnTo>
                  <a:lnTo>
                    <a:pt x="413244" y="100986"/>
                  </a:lnTo>
                  <a:lnTo>
                    <a:pt x="411628" y="102063"/>
                  </a:lnTo>
                  <a:lnTo>
                    <a:pt x="410316" y="105090"/>
                  </a:lnTo>
                  <a:lnTo>
                    <a:pt x="409340" y="108992"/>
                  </a:lnTo>
                  <a:lnTo>
                    <a:pt x="411191" y="113231"/>
                  </a:lnTo>
                  <a:cubicBezTo>
                    <a:pt x="411191" y="113231"/>
                    <a:pt x="414354" y="115317"/>
                    <a:pt x="414657" y="115619"/>
                  </a:cubicBezTo>
                  <a:cubicBezTo>
                    <a:pt x="414993" y="115956"/>
                    <a:pt x="417383" y="119522"/>
                    <a:pt x="417383" y="119522"/>
                  </a:cubicBezTo>
                  <a:lnTo>
                    <a:pt x="417383" y="120598"/>
                  </a:lnTo>
                  <a:lnTo>
                    <a:pt x="415970" y="122011"/>
                  </a:lnTo>
                  <a:cubicBezTo>
                    <a:pt x="415970" y="122011"/>
                    <a:pt x="412806" y="125038"/>
                    <a:pt x="412369" y="125173"/>
                  </a:cubicBezTo>
                  <a:cubicBezTo>
                    <a:pt x="411931" y="125274"/>
                    <a:pt x="409441" y="127360"/>
                    <a:pt x="409340" y="127561"/>
                  </a:cubicBezTo>
                  <a:cubicBezTo>
                    <a:pt x="409239" y="127763"/>
                    <a:pt x="407825" y="130387"/>
                    <a:pt x="407590" y="130925"/>
                  </a:cubicBezTo>
                  <a:cubicBezTo>
                    <a:pt x="407354" y="131464"/>
                    <a:pt x="406075" y="132137"/>
                    <a:pt x="406075" y="132137"/>
                  </a:cubicBezTo>
                  <a:cubicBezTo>
                    <a:pt x="406075" y="132137"/>
                    <a:pt x="402912" y="133112"/>
                    <a:pt x="400522" y="132137"/>
                  </a:cubicBezTo>
                  <a:cubicBezTo>
                    <a:pt x="398133" y="131161"/>
                    <a:pt x="395844" y="131161"/>
                    <a:pt x="395407" y="129849"/>
                  </a:cubicBezTo>
                  <a:cubicBezTo>
                    <a:pt x="394969" y="128537"/>
                    <a:pt x="394969" y="127023"/>
                    <a:pt x="394330" y="125711"/>
                  </a:cubicBezTo>
                  <a:cubicBezTo>
                    <a:pt x="393690" y="124399"/>
                    <a:pt x="394666" y="123962"/>
                    <a:pt x="393354" y="122684"/>
                  </a:cubicBezTo>
                  <a:cubicBezTo>
                    <a:pt x="392041" y="121372"/>
                    <a:pt x="391301" y="120060"/>
                    <a:pt x="391301" y="120060"/>
                  </a:cubicBezTo>
                  <a:lnTo>
                    <a:pt x="388911" y="119959"/>
                  </a:lnTo>
                  <a:lnTo>
                    <a:pt x="386724" y="120834"/>
                  </a:lnTo>
                  <a:lnTo>
                    <a:pt x="385209" y="122886"/>
                  </a:lnTo>
                  <a:lnTo>
                    <a:pt x="384570" y="125711"/>
                  </a:lnTo>
                  <a:lnTo>
                    <a:pt x="383594" y="126788"/>
                  </a:lnTo>
                  <a:lnTo>
                    <a:pt x="380329" y="126889"/>
                  </a:lnTo>
                  <a:cubicBezTo>
                    <a:pt x="380329" y="126889"/>
                    <a:pt x="378815" y="126250"/>
                    <a:pt x="377940" y="126014"/>
                  </a:cubicBezTo>
                  <a:cubicBezTo>
                    <a:pt x="377065" y="125812"/>
                    <a:pt x="375752" y="124938"/>
                    <a:pt x="375752" y="124938"/>
                  </a:cubicBezTo>
                  <a:lnTo>
                    <a:pt x="373060" y="124938"/>
                  </a:lnTo>
                  <a:cubicBezTo>
                    <a:pt x="373060" y="124938"/>
                    <a:pt x="372421" y="124063"/>
                    <a:pt x="371411" y="124063"/>
                  </a:cubicBezTo>
                  <a:cubicBezTo>
                    <a:pt x="370435" y="124063"/>
                    <a:pt x="367507" y="124164"/>
                    <a:pt x="367507" y="124164"/>
                  </a:cubicBezTo>
                  <a:lnTo>
                    <a:pt x="365118" y="124803"/>
                  </a:lnTo>
                  <a:cubicBezTo>
                    <a:pt x="365118" y="124803"/>
                    <a:pt x="363805" y="126115"/>
                    <a:pt x="363367" y="126754"/>
                  </a:cubicBezTo>
                  <a:cubicBezTo>
                    <a:pt x="362930" y="127393"/>
                    <a:pt x="361180" y="129344"/>
                    <a:pt x="361180" y="129344"/>
                  </a:cubicBezTo>
                  <a:lnTo>
                    <a:pt x="359329" y="132507"/>
                  </a:lnTo>
                  <a:cubicBezTo>
                    <a:pt x="359329" y="132507"/>
                    <a:pt x="357814" y="135130"/>
                    <a:pt x="357579" y="135669"/>
                  </a:cubicBezTo>
                  <a:cubicBezTo>
                    <a:pt x="357377" y="136207"/>
                    <a:pt x="355728" y="140681"/>
                    <a:pt x="355728" y="140681"/>
                  </a:cubicBezTo>
                  <a:lnTo>
                    <a:pt x="354853" y="146871"/>
                  </a:lnTo>
                  <a:lnTo>
                    <a:pt x="354314" y="151210"/>
                  </a:lnTo>
                  <a:lnTo>
                    <a:pt x="355189" y="155213"/>
                  </a:lnTo>
                  <a:lnTo>
                    <a:pt x="357781" y="157938"/>
                  </a:lnTo>
                  <a:lnTo>
                    <a:pt x="360372" y="160528"/>
                  </a:lnTo>
                  <a:lnTo>
                    <a:pt x="362661" y="161302"/>
                  </a:lnTo>
                  <a:lnTo>
                    <a:pt x="367440" y="165978"/>
                  </a:lnTo>
                  <a:lnTo>
                    <a:pt x="366363" y="168266"/>
                  </a:lnTo>
                  <a:lnTo>
                    <a:pt x="366901" y="170990"/>
                  </a:lnTo>
                  <a:lnTo>
                    <a:pt x="366800" y="173580"/>
                  </a:lnTo>
                  <a:lnTo>
                    <a:pt x="365824" y="175868"/>
                  </a:lnTo>
                  <a:lnTo>
                    <a:pt x="362358" y="178694"/>
                  </a:lnTo>
                  <a:lnTo>
                    <a:pt x="357242" y="180107"/>
                  </a:lnTo>
                  <a:cubicBezTo>
                    <a:pt x="357242" y="180107"/>
                    <a:pt x="355930" y="179568"/>
                    <a:pt x="355627" y="180107"/>
                  </a:cubicBezTo>
                  <a:cubicBezTo>
                    <a:pt x="355290" y="180645"/>
                    <a:pt x="352800" y="180880"/>
                    <a:pt x="352800" y="180880"/>
                  </a:cubicBezTo>
                  <a:lnTo>
                    <a:pt x="351050" y="179568"/>
                  </a:lnTo>
                  <a:lnTo>
                    <a:pt x="349737" y="179333"/>
                  </a:lnTo>
                  <a:lnTo>
                    <a:pt x="347247" y="180847"/>
                  </a:lnTo>
                  <a:cubicBezTo>
                    <a:pt x="347247" y="180847"/>
                    <a:pt x="345194" y="183134"/>
                    <a:pt x="344622" y="183437"/>
                  </a:cubicBezTo>
                  <a:cubicBezTo>
                    <a:pt x="344083" y="183773"/>
                    <a:pt x="342333" y="184311"/>
                    <a:pt x="342131" y="184648"/>
                  </a:cubicBezTo>
                  <a:cubicBezTo>
                    <a:pt x="341929" y="184984"/>
                    <a:pt x="338328" y="185623"/>
                    <a:pt x="337992" y="185724"/>
                  </a:cubicBezTo>
                  <a:cubicBezTo>
                    <a:pt x="337655" y="185825"/>
                    <a:pt x="337218" y="186263"/>
                    <a:pt x="334963" y="185724"/>
                  </a:cubicBezTo>
                  <a:cubicBezTo>
                    <a:pt x="332674" y="185186"/>
                    <a:pt x="330722" y="184951"/>
                    <a:pt x="329208" y="183773"/>
                  </a:cubicBezTo>
                  <a:cubicBezTo>
                    <a:pt x="327694" y="182562"/>
                    <a:pt x="324530" y="179871"/>
                    <a:pt x="324530" y="179871"/>
                  </a:cubicBezTo>
                  <a:lnTo>
                    <a:pt x="321939" y="178256"/>
                  </a:lnTo>
                  <a:lnTo>
                    <a:pt x="318237" y="178357"/>
                  </a:lnTo>
                  <a:lnTo>
                    <a:pt x="313761" y="179804"/>
                  </a:lnTo>
                  <a:lnTo>
                    <a:pt x="312179" y="183134"/>
                  </a:lnTo>
                  <a:lnTo>
                    <a:pt x="308409" y="184715"/>
                  </a:lnTo>
                  <a:lnTo>
                    <a:pt x="306390" y="189627"/>
                  </a:lnTo>
                  <a:lnTo>
                    <a:pt x="306087" y="193832"/>
                  </a:lnTo>
                  <a:lnTo>
                    <a:pt x="306087" y="196994"/>
                  </a:lnTo>
                  <a:lnTo>
                    <a:pt x="304337" y="200459"/>
                  </a:lnTo>
                  <a:lnTo>
                    <a:pt x="301308" y="204226"/>
                  </a:lnTo>
                  <a:cubicBezTo>
                    <a:pt x="301308" y="204226"/>
                    <a:pt x="299727" y="204798"/>
                    <a:pt x="297977" y="204798"/>
                  </a:cubicBezTo>
                  <a:cubicBezTo>
                    <a:pt x="296227" y="204798"/>
                    <a:pt x="293635" y="205235"/>
                    <a:pt x="293198" y="204798"/>
                  </a:cubicBezTo>
                  <a:cubicBezTo>
                    <a:pt x="292760" y="204361"/>
                    <a:pt x="289294" y="203217"/>
                    <a:pt x="288856" y="202780"/>
                  </a:cubicBezTo>
                  <a:cubicBezTo>
                    <a:pt x="288419" y="202342"/>
                    <a:pt x="286669" y="200324"/>
                    <a:pt x="286669" y="200324"/>
                  </a:cubicBezTo>
                  <a:lnTo>
                    <a:pt x="287409" y="198743"/>
                  </a:lnTo>
                  <a:lnTo>
                    <a:pt x="291178" y="196725"/>
                  </a:lnTo>
                  <a:cubicBezTo>
                    <a:pt x="291178" y="196725"/>
                    <a:pt x="293198" y="194134"/>
                    <a:pt x="293770" y="193966"/>
                  </a:cubicBezTo>
                  <a:cubicBezTo>
                    <a:pt x="294342" y="193832"/>
                    <a:pt x="295520" y="191510"/>
                    <a:pt x="296227" y="190939"/>
                  </a:cubicBezTo>
                  <a:cubicBezTo>
                    <a:pt x="296933" y="190367"/>
                    <a:pt x="297808" y="189357"/>
                    <a:pt x="297977" y="188752"/>
                  </a:cubicBezTo>
                  <a:cubicBezTo>
                    <a:pt x="298111" y="188180"/>
                    <a:pt x="299424" y="185724"/>
                    <a:pt x="299424" y="185724"/>
                  </a:cubicBezTo>
                  <a:cubicBezTo>
                    <a:pt x="299424" y="185724"/>
                    <a:pt x="299727" y="184581"/>
                    <a:pt x="299424" y="183706"/>
                  </a:cubicBezTo>
                  <a:cubicBezTo>
                    <a:pt x="299121" y="182831"/>
                    <a:pt x="298986" y="180813"/>
                    <a:pt x="298852" y="180376"/>
                  </a:cubicBezTo>
                  <a:cubicBezTo>
                    <a:pt x="298717" y="179938"/>
                    <a:pt x="294948" y="175162"/>
                    <a:pt x="294948" y="174590"/>
                  </a:cubicBezTo>
                  <a:cubicBezTo>
                    <a:pt x="294948" y="174018"/>
                    <a:pt x="294207" y="171831"/>
                    <a:pt x="293803" y="170822"/>
                  </a:cubicBezTo>
                  <a:cubicBezTo>
                    <a:pt x="293366" y="169813"/>
                    <a:pt x="291919" y="167795"/>
                    <a:pt x="291212" y="167357"/>
                  </a:cubicBezTo>
                  <a:cubicBezTo>
                    <a:pt x="290472" y="166920"/>
                    <a:pt x="288318" y="166651"/>
                    <a:pt x="288183" y="167223"/>
                  </a:cubicBezTo>
                  <a:cubicBezTo>
                    <a:pt x="288048" y="167795"/>
                    <a:pt x="289193" y="168097"/>
                    <a:pt x="286736" y="168232"/>
                  </a:cubicBezTo>
                  <a:cubicBezTo>
                    <a:pt x="284279" y="168366"/>
                    <a:pt x="283707" y="169241"/>
                    <a:pt x="283707" y="169241"/>
                  </a:cubicBezTo>
                  <a:cubicBezTo>
                    <a:pt x="283707" y="169241"/>
                    <a:pt x="285019" y="169813"/>
                    <a:pt x="282967" y="169375"/>
                  </a:cubicBezTo>
                  <a:cubicBezTo>
                    <a:pt x="280947" y="168938"/>
                    <a:pt x="277178" y="167492"/>
                    <a:pt x="277178" y="167492"/>
                  </a:cubicBezTo>
                  <a:lnTo>
                    <a:pt x="275159" y="165743"/>
                  </a:lnTo>
                  <a:cubicBezTo>
                    <a:pt x="275159" y="165743"/>
                    <a:pt x="273577" y="167054"/>
                    <a:pt x="272702" y="167626"/>
                  </a:cubicBezTo>
                  <a:cubicBezTo>
                    <a:pt x="271827" y="168198"/>
                    <a:pt x="270817" y="171259"/>
                    <a:pt x="270817" y="171259"/>
                  </a:cubicBezTo>
                  <a:lnTo>
                    <a:pt x="269640" y="172706"/>
                  </a:lnTo>
                  <a:lnTo>
                    <a:pt x="269640" y="174455"/>
                  </a:lnTo>
                  <a:cubicBezTo>
                    <a:pt x="269640" y="174455"/>
                    <a:pt x="268899" y="177483"/>
                    <a:pt x="268495" y="177920"/>
                  </a:cubicBezTo>
                  <a:cubicBezTo>
                    <a:pt x="268058" y="178357"/>
                    <a:pt x="265904" y="178929"/>
                    <a:pt x="265904" y="178929"/>
                  </a:cubicBezTo>
                  <a:lnTo>
                    <a:pt x="262269" y="177785"/>
                  </a:lnTo>
                  <a:cubicBezTo>
                    <a:pt x="262269" y="177785"/>
                    <a:pt x="260957" y="176911"/>
                    <a:pt x="260519" y="176474"/>
                  </a:cubicBezTo>
                  <a:cubicBezTo>
                    <a:pt x="260082" y="176036"/>
                    <a:pt x="258197" y="173446"/>
                    <a:pt x="258062" y="173009"/>
                  </a:cubicBezTo>
                  <a:cubicBezTo>
                    <a:pt x="257928" y="172571"/>
                    <a:pt x="258062" y="171865"/>
                    <a:pt x="258062" y="170687"/>
                  </a:cubicBezTo>
                  <a:cubicBezTo>
                    <a:pt x="258062" y="169544"/>
                    <a:pt x="258197" y="168501"/>
                    <a:pt x="259072" y="166651"/>
                  </a:cubicBezTo>
                  <a:cubicBezTo>
                    <a:pt x="259947" y="164767"/>
                    <a:pt x="260519" y="163623"/>
                    <a:pt x="260654" y="163186"/>
                  </a:cubicBezTo>
                  <a:cubicBezTo>
                    <a:pt x="260788" y="162749"/>
                    <a:pt x="261529" y="157534"/>
                    <a:pt x="260788" y="156391"/>
                  </a:cubicBezTo>
                  <a:cubicBezTo>
                    <a:pt x="260048" y="155247"/>
                    <a:pt x="261932" y="155516"/>
                    <a:pt x="258904" y="153330"/>
                  </a:cubicBezTo>
                  <a:cubicBezTo>
                    <a:pt x="255875" y="151143"/>
                    <a:pt x="253115" y="148990"/>
                    <a:pt x="253115" y="148990"/>
                  </a:cubicBezTo>
                  <a:lnTo>
                    <a:pt x="253687" y="146400"/>
                  </a:lnTo>
                  <a:lnTo>
                    <a:pt x="256884" y="143204"/>
                  </a:lnTo>
                  <a:lnTo>
                    <a:pt x="255303" y="142026"/>
                  </a:lnTo>
                  <a:cubicBezTo>
                    <a:pt x="255303" y="142026"/>
                    <a:pt x="253115" y="142464"/>
                    <a:pt x="252543" y="142464"/>
                  </a:cubicBezTo>
                  <a:cubicBezTo>
                    <a:pt x="251971" y="142464"/>
                    <a:pt x="249514" y="143776"/>
                    <a:pt x="249514" y="143776"/>
                  </a:cubicBezTo>
                  <a:lnTo>
                    <a:pt x="247932" y="146669"/>
                  </a:lnTo>
                  <a:lnTo>
                    <a:pt x="246788" y="148553"/>
                  </a:lnTo>
                  <a:lnTo>
                    <a:pt x="245475" y="150302"/>
                  </a:lnTo>
                  <a:cubicBezTo>
                    <a:pt x="245475" y="150302"/>
                    <a:pt x="243288" y="149999"/>
                    <a:pt x="242716" y="150167"/>
                  </a:cubicBezTo>
                  <a:cubicBezTo>
                    <a:pt x="242144" y="150302"/>
                    <a:pt x="237499" y="150739"/>
                    <a:pt x="237499" y="150739"/>
                  </a:cubicBezTo>
                  <a:lnTo>
                    <a:pt x="235749" y="151883"/>
                  </a:lnTo>
                  <a:cubicBezTo>
                    <a:pt x="235749" y="151883"/>
                    <a:pt x="234874" y="155651"/>
                    <a:pt x="234874" y="156222"/>
                  </a:cubicBezTo>
                  <a:cubicBezTo>
                    <a:pt x="234874" y="156794"/>
                    <a:pt x="234874" y="160562"/>
                    <a:pt x="234874" y="160562"/>
                  </a:cubicBezTo>
                  <a:cubicBezTo>
                    <a:pt x="234874" y="160562"/>
                    <a:pt x="234134" y="164330"/>
                    <a:pt x="234874" y="164902"/>
                  </a:cubicBezTo>
                  <a:cubicBezTo>
                    <a:pt x="235615" y="165473"/>
                    <a:pt x="235615" y="166920"/>
                    <a:pt x="235615" y="166920"/>
                  </a:cubicBezTo>
                  <a:lnTo>
                    <a:pt x="235480" y="168064"/>
                  </a:lnTo>
                  <a:lnTo>
                    <a:pt x="235177" y="169073"/>
                  </a:lnTo>
                  <a:lnTo>
                    <a:pt x="233158" y="168636"/>
                  </a:lnTo>
                  <a:cubicBezTo>
                    <a:pt x="233158" y="168636"/>
                    <a:pt x="232148" y="168266"/>
                    <a:pt x="231845" y="168266"/>
                  </a:cubicBezTo>
                  <a:cubicBezTo>
                    <a:pt x="231543" y="168266"/>
                    <a:pt x="230600" y="169275"/>
                    <a:pt x="230600" y="169510"/>
                  </a:cubicBezTo>
                  <a:cubicBezTo>
                    <a:pt x="230600" y="169712"/>
                    <a:pt x="230163" y="170822"/>
                    <a:pt x="230163" y="170822"/>
                  </a:cubicBezTo>
                  <a:cubicBezTo>
                    <a:pt x="230163" y="170822"/>
                    <a:pt x="230364" y="171461"/>
                    <a:pt x="229658" y="171461"/>
                  </a:cubicBezTo>
                  <a:cubicBezTo>
                    <a:pt x="228917" y="171461"/>
                    <a:pt x="227638" y="171831"/>
                    <a:pt x="227134" y="171461"/>
                  </a:cubicBezTo>
                  <a:cubicBezTo>
                    <a:pt x="226629" y="171091"/>
                    <a:pt x="226696" y="171158"/>
                    <a:pt x="225889" y="170385"/>
                  </a:cubicBezTo>
                  <a:cubicBezTo>
                    <a:pt x="225081" y="169577"/>
                    <a:pt x="224744" y="169746"/>
                    <a:pt x="224239" y="168871"/>
                  </a:cubicBezTo>
                  <a:cubicBezTo>
                    <a:pt x="223735" y="167996"/>
                    <a:pt x="223230" y="167054"/>
                    <a:pt x="222860" y="166752"/>
                  </a:cubicBezTo>
                  <a:cubicBezTo>
                    <a:pt x="222489" y="166449"/>
                    <a:pt x="221985" y="165877"/>
                    <a:pt x="221985" y="165877"/>
                  </a:cubicBezTo>
                  <a:cubicBezTo>
                    <a:pt x="221985" y="165877"/>
                    <a:pt x="221177" y="164296"/>
                    <a:pt x="221177" y="163993"/>
                  </a:cubicBezTo>
                  <a:cubicBezTo>
                    <a:pt x="221177" y="163690"/>
                    <a:pt x="221547" y="161975"/>
                    <a:pt x="221177" y="161672"/>
                  </a:cubicBezTo>
                  <a:cubicBezTo>
                    <a:pt x="220807" y="161369"/>
                    <a:pt x="220874" y="161302"/>
                    <a:pt x="220167" y="160865"/>
                  </a:cubicBezTo>
                  <a:cubicBezTo>
                    <a:pt x="219460" y="160427"/>
                    <a:pt x="217980" y="159048"/>
                    <a:pt x="217710" y="158981"/>
                  </a:cubicBezTo>
                  <a:cubicBezTo>
                    <a:pt x="217408" y="158914"/>
                    <a:pt x="216768" y="158678"/>
                    <a:pt x="216331" y="158779"/>
                  </a:cubicBezTo>
                  <a:cubicBezTo>
                    <a:pt x="215893" y="158846"/>
                    <a:pt x="215456" y="158981"/>
                    <a:pt x="215186" y="159721"/>
                  </a:cubicBezTo>
                  <a:cubicBezTo>
                    <a:pt x="214883" y="160427"/>
                    <a:pt x="214984" y="160865"/>
                    <a:pt x="214244" y="161538"/>
                  </a:cubicBezTo>
                  <a:cubicBezTo>
                    <a:pt x="213503" y="162177"/>
                    <a:pt x="213672" y="162917"/>
                    <a:pt x="213302" y="163421"/>
                  </a:cubicBezTo>
                  <a:cubicBezTo>
                    <a:pt x="212931" y="163926"/>
                    <a:pt x="212359" y="165675"/>
                    <a:pt x="211787" y="165877"/>
                  </a:cubicBezTo>
                  <a:cubicBezTo>
                    <a:pt x="211215" y="166079"/>
                    <a:pt x="211350" y="167122"/>
                    <a:pt x="210037" y="165877"/>
                  </a:cubicBezTo>
                  <a:cubicBezTo>
                    <a:pt x="208725" y="164632"/>
                    <a:pt x="207513" y="163354"/>
                    <a:pt x="207513" y="163354"/>
                  </a:cubicBezTo>
                  <a:lnTo>
                    <a:pt x="204383" y="161470"/>
                  </a:lnTo>
                  <a:cubicBezTo>
                    <a:pt x="204383" y="161470"/>
                    <a:pt x="201994" y="160461"/>
                    <a:pt x="201354" y="160091"/>
                  </a:cubicBezTo>
                  <a:cubicBezTo>
                    <a:pt x="200715" y="159721"/>
                    <a:pt x="198662" y="158712"/>
                    <a:pt x="198090" y="158005"/>
                  </a:cubicBezTo>
                  <a:cubicBezTo>
                    <a:pt x="197518" y="157265"/>
                    <a:pt x="195195" y="155381"/>
                    <a:pt x="194758" y="154675"/>
                  </a:cubicBezTo>
                  <a:cubicBezTo>
                    <a:pt x="194321" y="153935"/>
                    <a:pt x="192941" y="151849"/>
                    <a:pt x="192873" y="151648"/>
                  </a:cubicBezTo>
                  <a:cubicBezTo>
                    <a:pt x="192806" y="151446"/>
                    <a:pt x="191628" y="149898"/>
                    <a:pt x="191628" y="149629"/>
                  </a:cubicBezTo>
                  <a:cubicBezTo>
                    <a:pt x="191628" y="149326"/>
                    <a:pt x="191493" y="149125"/>
                    <a:pt x="191628" y="148115"/>
                  </a:cubicBezTo>
                  <a:cubicBezTo>
                    <a:pt x="191763" y="147106"/>
                    <a:pt x="191493" y="146097"/>
                    <a:pt x="191561" y="145794"/>
                  </a:cubicBezTo>
                  <a:cubicBezTo>
                    <a:pt x="191628" y="145491"/>
                    <a:pt x="190114" y="144348"/>
                    <a:pt x="189609" y="144280"/>
                  </a:cubicBezTo>
                  <a:cubicBezTo>
                    <a:pt x="189104" y="144213"/>
                    <a:pt x="188162" y="143204"/>
                    <a:pt x="186412" y="142094"/>
                  </a:cubicBezTo>
                  <a:cubicBezTo>
                    <a:pt x="184662" y="141017"/>
                    <a:pt x="182340" y="136140"/>
                    <a:pt x="182340" y="136140"/>
                  </a:cubicBezTo>
                  <a:lnTo>
                    <a:pt x="181397" y="130993"/>
                  </a:lnTo>
                  <a:lnTo>
                    <a:pt x="175306" y="124702"/>
                  </a:lnTo>
                  <a:lnTo>
                    <a:pt x="171402" y="121002"/>
                  </a:lnTo>
                  <a:lnTo>
                    <a:pt x="164233" y="117974"/>
                  </a:lnTo>
                  <a:lnTo>
                    <a:pt x="159892" y="116898"/>
                  </a:lnTo>
                  <a:cubicBezTo>
                    <a:pt x="159892" y="116898"/>
                    <a:pt x="158377" y="115148"/>
                    <a:pt x="157267" y="115148"/>
                  </a:cubicBezTo>
                  <a:cubicBezTo>
                    <a:pt x="156190" y="115148"/>
                    <a:pt x="153565" y="113197"/>
                    <a:pt x="153565" y="113197"/>
                  </a:cubicBezTo>
                  <a:cubicBezTo>
                    <a:pt x="153565" y="113197"/>
                    <a:pt x="152252" y="111684"/>
                    <a:pt x="151613" y="111246"/>
                  </a:cubicBezTo>
                  <a:cubicBezTo>
                    <a:pt x="150973" y="110809"/>
                    <a:pt x="150300" y="109934"/>
                    <a:pt x="148988" y="109497"/>
                  </a:cubicBezTo>
                  <a:cubicBezTo>
                    <a:pt x="147675" y="109060"/>
                    <a:pt x="145286" y="107748"/>
                    <a:pt x="145286" y="107748"/>
                  </a:cubicBezTo>
                  <a:cubicBezTo>
                    <a:pt x="145286" y="107748"/>
                    <a:pt x="144848" y="105359"/>
                    <a:pt x="145286" y="104720"/>
                  </a:cubicBezTo>
                  <a:cubicBezTo>
                    <a:pt x="145723" y="104081"/>
                    <a:pt x="146800" y="105158"/>
                    <a:pt x="146161" y="102971"/>
                  </a:cubicBezTo>
                  <a:cubicBezTo>
                    <a:pt x="145521" y="100784"/>
                    <a:pt x="144411" y="99069"/>
                    <a:pt x="143771" y="98631"/>
                  </a:cubicBezTo>
                  <a:cubicBezTo>
                    <a:pt x="143132" y="98194"/>
                    <a:pt x="143132" y="100381"/>
                    <a:pt x="140507" y="96243"/>
                  </a:cubicBezTo>
                  <a:cubicBezTo>
                    <a:pt x="137882" y="92105"/>
                    <a:pt x="137478" y="89852"/>
                    <a:pt x="137478" y="89852"/>
                  </a:cubicBezTo>
                  <a:lnTo>
                    <a:pt x="138555" y="82787"/>
                  </a:lnTo>
                  <a:lnTo>
                    <a:pt x="139867" y="74545"/>
                  </a:lnTo>
                  <a:cubicBezTo>
                    <a:pt x="139867" y="74545"/>
                    <a:pt x="138790" y="67380"/>
                    <a:pt x="137478" y="66506"/>
                  </a:cubicBezTo>
                  <a:cubicBezTo>
                    <a:pt x="136165" y="65631"/>
                    <a:pt x="132901" y="62166"/>
                    <a:pt x="132463" y="61291"/>
                  </a:cubicBezTo>
                  <a:cubicBezTo>
                    <a:pt x="132026" y="60417"/>
                    <a:pt x="129838" y="54765"/>
                    <a:pt x="129838" y="54765"/>
                  </a:cubicBezTo>
                  <a:lnTo>
                    <a:pt x="127449" y="51502"/>
                  </a:lnTo>
                  <a:lnTo>
                    <a:pt x="126372" y="47163"/>
                  </a:lnTo>
                  <a:cubicBezTo>
                    <a:pt x="126372" y="47163"/>
                    <a:pt x="128761" y="45212"/>
                    <a:pt x="129401" y="44774"/>
                  </a:cubicBezTo>
                  <a:cubicBezTo>
                    <a:pt x="130040" y="44337"/>
                    <a:pt x="130713" y="43025"/>
                    <a:pt x="130713" y="42184"/>
                  </a:cubicBezTo>
                  <a:cubicBezTo>
                    <a:pt x="130713" y="41310"/>
                    <a:pt x="128526" y="38921"/>
                    <a:pt x="128526" y="38921"/>
                  </a:cubicBezTo>
                  <a:cubicBezTo>
                    <a:pt x="128526" y="38921"/>
                    <a:pt x="128088" y="35019"/>
                    <a:pt x="126338" y="33270"/>
                  </a:cubicBezTo>
                  <a:cubicBezTo>
                    <a:pt x="124588" y="31520"/>
                    <a:pt x="121761" y="28829"/>
                    <a:pt x="121761" y="28829"/>
                  </a:cubicBezTo>
                  <a:lnTo>
                    <a:pt x="118295" y="25903"/>
                  </a:lnTo>
                  <a:lnTo>
                    <a:pt x="113953" y="25903"/>
                  </a:lnTo>
                  <a:lnTo>
                    <a:pt x="110924" y="23581"/>
                  </a:lnTo>
                  <a:lnTo>
                    <a:pt x="109343" y="22707"/>
                  </a:lnTo>
                  <a:cubicBezTo>
                    <a:pt x="109343" y="22707"/>
                    <a:pt x="109208" y="21395"/>
                    <a:pt x="108602" y="20083"/>
                  </a:cubicBezTo>
                  <a:cubicBezTo>
                    <a:pt x="108030" y="18771"/>
                    <a:pt x="107727" y="17896"/>
                    <a:pt x="107727" y="17896"/>
                  </a:cubicBezTo>
                  <a:cubicBezTo>
                    <a:pt x="107727" y="17896"/>
                    <a:pt x="105910" y="18199"/>
                    <a:pt x="104463" y="17896"/>
                  </a:cubicBezTo>
                  <a:cubicBezTo>
                    <a:pt x="103016" y="17593"/>
                    <a:pt x="99179" y="17896"/>
                    <a:pt x="99179" y="17896"/>
                  </a:cubicBezTo>
                  <a:lnTo>
                    <a:pt x="99179" y="14566"/>
                  </a:lnTo>
                  <a:lnTo>
                    <a:pt x="99179" y="11101"/>
                  </a:lnTo>
                  <a:lnTo>
                    <a:pt x="96722" y="9520"/>
                  </a:lnTo>
                  <a:cubicBezTo>
                    <a:pt x="96722" y="9520"/>
                    <a:pt x="97160" y="7636"/>
                    <a:pt x="94972" y="7199"/>
                  </a:cubicBezTo>
                  <a:cubicBezTo>
                    <a:pt x="92785" y="6762"/>
                    <a:pt x="90631" y="6459"/>
                    <a:pt x="90631" y="6459"/>
                  </a:cubicBezTo>
                  <a:cubicBezTo>
                    <a:pt x="90631" y="6459"/>
                    <a:pt x="89756" y="6492"/>
                    <a:pt x="88309" y="6627"/>
                  </a:cubicBezTo>
                  <a:cubicBezTo>
                    <a:pt x="86861" y="6762"/>
                    <a:pt x="85549" y="6728"/>
                    <a:pt x="85549" y="6728"/>
                  </a:cubicBezTo>
                  <a:lnTo>
                    <a:pt x="79188" y="6728"/>
                  </a:lnTo>
                  <a:cubicBezTo>
                    <a:pt x="77741" y="7300"/>
                    <a:pt x="74409" y="7603"/>
                    <a:pt x="74409" y="7603"/>
                  </a:cubicBezTo>
                  <a:cubicBezTo>
                    <a:pt x="74409" y="7603"/>
                    <a:pt x="73097" y="8612"/>
                    <a:pt x="72222" y="9352"/>
                  </a:cubicBezTo>
                  <a:cubicBezTo>
                    <a:pt x="71347" y="10092"/>
                    <a:pt x="70774" y="9924"/>
                    <a:pt x="68318" y="10529"/>
                  </a:cubicBezTo>
                  <a:cubicBezTo>
                    <a:pt x="65861" y="11101"/>
                    <a:pt x="64246" y="11673"/>
                    <a:pt x="63976" y="12110"/>
                  </a:cubicBezTo>
                  <a:cubicBezTo>
                    <a:pt x="63673" y="12548"/>
                    <a:pt x="62967" y="13120"/>
                    <a:pt x="62226" y="13691"/>
                  </a:cubicBezTo>
                  <a:cubicBezTo>
                    <a:pt x="61486" y="14263"/>
                    <a:pt x="61654" y="15003"/>
                    <a:pt x="59197" y="14129"/>
                  </a:cubicBezTo>
                  <a:cubicBezTo>
                    <a:pt x="56741" y="13254"/>
                    <a:pt x="54553" y="11673"/>
                    <a:pt x="54553" y="11673"/>
                  </a:cubicBezTo>
                  <a:cubicBezTo>
                    <a:pt x="54553" y="11673"/>
                    <a:pt x="52803" y="11236"/>
                    <a:pt x="54553" y="9486"/>
                  </a:cubicBezTo>
                  <a:cubicBezTo>
                    <a:pt x="56303" y="7737"/>
                    <a:pt x="56572" y="7165"/>
                    <a:pt x="56741" y="6459"/>
                  </a:cubicBezTo>
                  <a:cubicBezTo>
                    <a:pt x="56875" y="5752"/>
                    <a:pt x="57313" y="3869"/>
                    <a:pt x="56875" y="3263"/>
                  </a:cubicBezTo>
                  <a:cubicBezTo>
                    <a:pt x="56438" y="2691"/>
                    <a:pt x="54553" y="807"/>
                    <a:pt x="54553" y="807"/>
                  </a:cubicBezTo>
                  <a:cubicBezTo>
                    <a:pt x="54553" y="807"/>
                    <a:pt x="53678" y="236"/>
                    <a:pt x="53106" y="67"/>
                  </a:cubicBezTo>
                  <a:cubicBezTo>
                    <a:pt x="52534" y="-67"/>
                    <a:pt x="49034" y="67"/>
                    <a:pt x="49034" y="67"/>
                  </a:cubicBezTo>
                  <a:lnTo>
                    <a:pt x="42976" y="0"/>
                  </a:lnTo>
                  <a:lnTo>
                    <a:pt x="40048" y="2388"/>
                  </a:lnTo>
                  <a:lnTo>
                    <a:pt x="40048" y="4138"/>
                  </a:lnTo>
                  <a:lnTo>
                    <a:pt x="40048" y="5887"/>
                  </a:lnTo>
                  <a:lnTo>
                    <a:pt x="40048" y="7636"/>
                  </a:lnTo>
                  <a:lnTo>
                    <a:pt x="38971" y="9587"/>
                  </a:lnTo>
                  <a:cubicBezTo>
                    <a:pt x="38971" y="9587"/>
                    <a:pt x="38331" y="10126"/>
                    <a:pt x="36144" y="10126"/>
                  </a:cubicBezTo>
                  <a:cubicBezTo>
                    <a:pt x="33956" y="10126"/>
                    <a:pt x="29615" y="10226"/>
                    <a:pt x="27899" y="10226"/>
                  </a:cubicBezTo>
                  <a:cubicBezTo>
                    <a:pt x="26148" y="10226"/>
                    <a:pt x="23557" y="10226"/>
                    <a:pt x="23557" y="10226"/>
                  </a:cubicBezTo>
                  <a:lnTo>
                    <a:pt x="20966" y="9789"/>
                  </a:lnTo>
                  <a:lnTo>
                    <a:pt x="17499" y="10428"/>
                  </a:lnTo>
                  <a:lnTo>
                    <a:pt x="14033" y="12615"/>
                  </a:lnTo>
                  <a:lnTo>
                    <a:pt x="14033" y="12817"/>
                  </a:lnTo>
                  <a:cubicBezTo>
                    <a:pt x="14033" y="12817"/>
                    <a:pt x="14470" y="15205"/>
                    <a:pt x="15110" y="16282"/>
                  </a:cubicBezTo>
                  <a:cubicBezTo>
                    <a:pt x="15749" y="17358"/>
                    <a:pt x="15312" y="17358"/>
                    <a:pt x="15312" y="17358"/>
                  </a:cubicBezTo>
                  <a:lnTo>
                    <a:pt x="17499" y="22370"/>
                  </a:lnTo>
                  <a:lnTo>
                    <a:pt x="17499" y="24994"/>
                  </a:lnTo>
                  <a:lnTo>
                    <a:pt x="18374" y="27383"/>
                  </a:lnTo>
                  <a:lnTo>
                    <a:pt x="18172" y="30646"/>
                  </a:lnTo>
                  <a:lnTo>
                    <a:pt x="17735" y="34346"/>
                  </a:lnTo>
                  <a:lnTo>
                    <a:pt x="16220" y="37374"/>
                  </a:lnTo>
                  <a:lnTo>
                    <a:pt x="14033" y="39762"/>
                  </a:lnTo>
                  <a:lnTo>
                    <a:pt x="14033" y="42352"/>
                  </a:lnTo>
                  <a:cubicBezTo>
                    <a:pt x="14033" y="42352"/>
                    <a:pt x="14908" y="43429"/>
                    <a:pt x="15547" y="43664"/>
                  </a:cubicBezTo>
                  <a:cubicBezTo>
                    <a:pt x="16187" y="43866"/>
                    <a:pt x="22076" y="47802"/>
                    <a:pt x="22076" y="47802"/>
                  </a:cubicBezTo>
                  <a:cubicBezTo>
                    <a:pt x="22076" y="47802"/>
                    <a:pt x="21437" y="50426"/>
                    <a:pt x="21437" y="51502"/>
                  </a:cubicBezTo>
                  <a:cubicBezTo>
                    <a:pt x="21437" y="52579"/>
                    <a:pt x="20798" y="54328"/>
                    <a:pt x="20999" y="55203"/>
                  </a:cubicBezTo>
                  <a:cubicBezTo>
                    <a:pt x="21201" y="56077"/>
                    <a:pt x="15345" y="57154"/>
                    <a:pt x="21437" y="57793"/>
                  </a:cubicBezTo>
                  <a:cubicBezTo>
                    <a:pt x="27528" y="58432"/>
                    <a:pt x="29043" y="58432"/>
                    <a:pt x="30557" y="58432"/>
                  </a:cubicBezTo>
                  <a:cubicBezTo>
                    <a:pt x="32072" y="58432"/>
                    <a:pt x="34259" y="58869"/>
                    <a:pt x="35134" y="58230"/>
                  </a:cubicBezTo>
                  <a:cubicBezTo>
                    <a:pt x="36009" y="57557"/>
                    <a:pt x="40586" y="57793"/>
                    <a:pt x="40586" y="57793"/>
                  </a:cubicBezTo>
                  <a:lnTo>
                    <a:pt x="42538" y="60181"/>
                  </a:lnTo>
                  <a:lnTo>
                    <a:pt x="43851" y="61493"/>
                  </a:lnTo>
                  <a:lnTo>
                    <a:pt x="42774" y="64958"/>
                  </a:lnTo>
                  <a:lnTo>
                    <a:pt x="41461" y="66035"/>
                  </a:lnTo>
                  <a:lnTo>
                    <a:pt x="37557" y="72325"/>
                  </a:lnTo>
                  <a:cubicBezTo>
                    <a:pt x="37557" y="72325"/>
                    <a:pt x="30591" y="77775"/>
                    <a:pt x="30389" y="78414"/>
                  </a:cubicBezTo>
                  <a:cubicBezTo>
                    <a:pt x="30187" y="79053"/>
                    <a:pt x="24533" y="86891"/>
                    <a:pt x="24533" y="86891"/>
                  </a:cubicBezTo>
                  <a:lnTo>
                    <a:pt x="18004" y="91029"/>
                  </a:lnTo>
                  <a:lnTo>
                    <a:pt x="15817" y="94931"/>
                  </a:lnTo>
                  <a:lnTo>
                    <a:pt x="16389" y="97118"/>
                  </a:lnTo>
                  <a:lnTo>
                    <a:pt x="16961" y="99304"/>
                  </a:lnTo>
                  <a:lnTo>
                    <a:pt x="19485" y="101121"/>
                  </a:lnTo>
                  <a:lnTo>
                    <a:pt x="19552" y="102567"/>
                  </a:lnTo>
                  <a:cubicBezTo>
                    <a:pt x="19552" y="102567"/>
                    <a:pt x="19485" y="103947"/>
                    <a:pt x="19418" y="104687"/>
                  </a:cubicBezTo>
                  <a:cubicBezTo>
                    <a:pt x="19350" y="105393"/>
                    <a:pt x="18341" y="107210"/>
                    <a:pt x="18273" y="107445"/>
                  </a:cubicBezTo>
                  <a:cubicBezTo>
                    <a:pt x="18206" y="107681"/>
                    <a:pt x="17769" y="108320"/>
                    <a:pt x="17196" y="109026"/>
                  </a:cubicBezTo>
                  <a:cubicBezTo>
                    <a:pt x="16624" y="109732"/>
                    <a:pt x="15379" y="110170"/>
                    <a:pt x="15312" y="110473"/>
                  </a:cubicBezTo>
                  <a:cubicBezTo>
                    <a:pt x="15244" y="110775"/>
                    <a:pt x="12619" y="111179"/>
                    <a:pt x="12619" y="111179"/>
                  </a:cubicBezTo>
                  <a:cubicBezTo>
                    <a:pt x="12619" y="111179"/>
                    <a:pt x="9792" y="111314"/>
                    <a:pt x="9489" y="111314"/>
                  </a:cubicBezTo>
                  <a:cubicBezTo>
                    <a:pt x="9187" y="111314"/>
                    <a:pt x="6292" y="111179"/>
                    <a:pt x="6023" y="111314"/>
                  </a:cubicBezTo>
                  <a:cubicBezTo>
                    <a:pt x="5720" y="111448"/>
                    <a:pt x="3566" y="111818"/>
                    <a:pt x="3331" y="111953"/>
                  </a:cubicBezTo>
                  <a:cubicBezTo>
                    <a:pt x="3129" y="112087"/>
                    <a:pt x="1513" y="113904"/>
                    <a:pt x="1513" y="113904"/>
                  </a:cubicBezTo>
                  <a:lnTo>
                    <a:pt x="436" y="115418"/>
                  </a:lnTo>
                  <a:cubicBezTo>
                    <a:pt x="436" y="115418"/>
                    <a:pt x="-203" y="116561"/>
                    <a:pt x="66" y="116931"/>
                  </a:cubicBezTo>
                  <a:cubicBezTo>
                    <a:pt x="369" y="117301"/>
                    <a:pt x="1143" y="119757"/>
                    <a:pt x="1143" y="119757"/>
                  </a:cubicBezTo>
                  <a:lnTo>
                    <a:pt x="2960" y="123155"/>
                  </a:lnTo>
                  <a:lnTo>
                    <a:pt x="4273" y="124736"/>
                  </a:lnTo>
                  <a:cubicBezTo>
                    <a:pt x="4273" y="124736"/>
                    <a:pt x="3903" y="126552"/>
                    <a:pt x="3634" y="127057"/>
                  </a:cubicBezTo>
                  <a:cubicBezTo>
                    <a:pt x="3331" y="127561"/>
                    <a:pt x="3129" y="128571"/>
                    <a:pt x="2826" y="129143"/>
                  </a:cubicBezTo>
                  <a:cubicBezTo>
                    <a:pt x="2557" y="129714"/>
                    <a:pt x="1816" y="131161"/>
                    <a:pt x="1816" y="131161"/>
                  </a:cubicBezTo>
                  <a:lnTo>
                    <a:pt x="2018" y="133045"/>
                  </a:lnTo>
                  <a:lnTo>
                    <a:pt x="3095" y="135299"/>
                  </a:lnTo>
                  <a:cubicBezTo>
                    <a:pt x="3095" y="135299"/>
                    <a:pt x="4610" y="136947"/>
                    <a:pt x="4845" y="137384"/>
                  </a:cubicBezTo>
                  <a:cubicBezTo>
                    <a:pt x="5047" y="137821"/>
                    <a:pt x="9759" y="141522"/>
                    <a:pt x="9927" y="141791"/>
                  </a:cubicBezTo>
                  <a:cubicBezTo>
                    <a:pt x="10062" y="142094"/>
                    <a:pt x="11879" y="143238"/>
                    <a:pt x="12014" y="143540"/>
                  </a:cubicBezTo>
                  <a:cubicBezTo>
                    <a:pt x="12148" y="143843"/>
                    <a:pt x="15043" y="146433"/>
                    <a:pt x="15413" y="146736"/>
                  </a:cubicBezTo>
                  <a:cubicBezTo>
                    <a:pt x="15783" y="147039"/>
                    <a:pt x="20562" y="151479"/>
                    <a:pt x="20562" y="151479"/>
                  </a:cubicBezTo>
                  <a:lnTo>
                    <a:pt x="25240" y="156592"/>
                  </a:lnTo>
                  <a:lnTo>
                    <a:pt x="30355" y="161033"/>
                  </a:lnTo>
                  <a:lnTo>
                    <a:pt x="34495" y="165810"/>
                  </a:lnTo>
                  <a:lnTo>
                    <a:pt x="39812" y="169073"/>
                  </a:lnTo>
                  <a:cubicBezTo>
                    <a:pt x="39812" y="169073"/>
                    <a:pt x="43615" y="171898"/>
                    <a:pt x="44490" y="171898"/>
                  </a:cubicBezTo>
                  <a:cubicBezTo>
                    <a:pt x="45365" y="171898"/>
                    <a:pt x="47856" y="173648"/>
                    <a:pt x="47856" y="173648"/>
                  </a:cubicBezTo>
                  <a:lnTo>
                    <a:pt x="48495" y="174522"/>
                  </a:lnTo>
                  <a:lnTo>
                    <a:pt x="50111" y="177113"/>
                  </a:lnTo>
                  <a:cubicBezTo>
                    <a:pt x="50111" y="177113"/>
                    <a:pt x="53375" y="177012"/>
                    <a:pt x="54789" y="177214"/>
                  </a:cubicBezTo>
                  <a:cubicBezTo>
                    <a:pt x="56202" y="177449"/>
                    <a:pt x="60342" y="178189"/>
                    <a:pt x="60644" y="178526"/>
                  </a:cubicBezTo>
                  <a:cubicBezTo>
                    <a:pt x="60981" y="178862"/>
                    <a:pt x="61519" y="179838"/>
                    <a:pt x="61856" y="179938"/>
                  </a:cubicBezTo>
                  <a:cubicBezTo>
                    <a:pt x="62193" y="180039"/>
                    <a:pt x="66534" y="183639"/>
                    <a:pt x="66534" y="183639"/>
                  </a:cubicBezTo>
                  <a:cubicBezTo>
                    <a:pt x="66534" y="183639"/>
                    <a:pt x="68385" y="186128"/>
                    <a:pt x="69799" y="187238"/>
                  </a:cubicBezTo>
                  <a:cubicBezTo>
                    <a:pt x="71212" y="188315"/>
                    <a:pt x="72390" y="189088"/>
                    <a:pt x="72390" y="189088"/>
                  </a:cubicBezTo>
                  <a:cubicBezTo>
                    <a:pt x="72390" y="189088"/>
                    <a:pt x="72827" y="195278"/>
                    <a:pt x="72827" y="195715"/>
                  </a:cubicBezTo>
                  <a:cubicBezTo>
                    <a:pt x="72827" y="196153"/>
                    <a:pt x="73164" y="200593"/>
                    <a:pt x="73265" y="200929"/>
                  </a:cubicBezTo>
                  <a:cubicBezTo>
                    <a:pt x="73366" y="201266"/>
                    <a:pt x="74140" y="206816"/>
                    <a:pt x="74140" y="206816"/>
                  </a:cubicBezTo>
                  <a:lnTo>
                    <a:pt x="77068" y="211694"/>
                  </a:lnTo>
                  <a:lnTo>
                    <a:pt x="77943" y="217144"/>
                  </a:lnTo>
                  <a:cubicBezTo>
                    <a:pt x="77943" y="217144"/>
                    <a:pt x="79794" y="220508"/>
                    <a:pt x="79794" y="220945"/>
                  </a:cubicBezTo>
                  <a:cubicBezTo>
                    <a:pt x="79794" y="221382"/>
                    <a:pt x="84472" y="227034"/>
                    <a:pt x="85111" y="227572"/>
                  </a:cubicBezTo>
                  <a:cubicBezTo>
                    <a:pt x="85751" y="228110"/>
                    <a:pt x="88813" y="231272"/>
                    <a:pt x="88813" y="231272"/>
                  </a:cubicBezTo>
                  <a:cubicBezTo>
                    <a:pt x="88813" y="231272"/>
                    <a:pt x="89352" y="232147"/>
                    <a:pt x="89352" y="232584"/>
                  </a:cubicBezTo>
                  <a:cubicBezTo>
                    <a:pt x="89352" y="233022"/>
                    <a:pt x="89453" y="235948"/>
                    <a:pt x="89453" y="236386"/>
                  </a:cubicBezTo>
                  <a:cubicBezTo>
                    <a:pt x="89453" y="236823"/>
                    <a:pt x="89116" y="238572"/>
                    <a:pt x="88813" y="239312"/>
                  </a:cubicBezTo>
                  <a:cubicBezTo>
                    <a:pt x="88477" y="240086"/>
                    <a:pt x="88275" y="241499"/>
                    <a:pt x="87938" y="242037"/>
                  </a:cubicBezTo>
                  <a:cubicBezTo>
                    <a:pt x="87602" y="242575"/>
                    <a:pt x="87400" y="242374"/>
                    <a:pt x="86626" y="243114"/>
                  </a:cubicBezTo>
                  <a:cubicBezTo>
                    <a:pt x="85852" y="243887"/>
                    <a:pt x="84674" y="243551"/>
                    <a:pt x="84472" y="244190"/>
                  </a:cubicBezTo>
                  <a:cubicBezTo>
                    <a:pt x="84236" y="244829"/>
                    <a:pt x="83698" y="245065"/>
                    <a:pt x="83698" y="245065"/>
                  </a:cubicBezTo>
                  <a:cubicBezTo>
                    <a:pt x="83698" y="245065"/>
                    <a:pt x="84573" y="246713"/>
                    <a:pt x="85111" y="247117"/>
                  </a:cubicBezTo>
                  <a:cubicBezTo>
                    <a:pt x="85650" y="247554"/>
                    <a:pt x="85111" y="247117"/>
                    <a:pt x="85885" y="248092"/>
                  </a:cubicBezTo>
                  <a:cubicBezTo>
                    <a:pt x="86659" y="249068"/>
                    <a:pt x="87736" y="250380"/>
                    <a:pt x="87736" y="250817"/>
                  </a:cubicBezTo>
                  <a:cubicBezTo>
                    <a:pt x="87736" y="251254"/>
                    <a:pt x="88275" y="251456"/>
                    <a:pt x="88376" y="252331"/>
                  </a:cubicBezTo>
                  <a:cubicBezTo>
                    <a:pt x="88477" y="253206"/>
                    <a:pt x="89688" y="254181"/>
                    <a:pt x="89991" y="254618"/>
                  </a:cubicBezTo>
                  <a:cubicBezTo>
                    <a:pt x="90328" y="255056"/>
                    <a:pt x="89116" y="258487"/>
                    <a:pt x="89116" y="258487"/>
                  </a:cubicBezTo>
                  <a:lnTo>
                    <a:pt x="92717" y="260505"/>
                  </a:lnTo>
                  <a:lnTo>
                    <a:pt x="93155" y="260505"/>
                  </a:lnTo>
                  <a:lnTo>
                    <a:pt x="94938" y="263533"/>
                  </a:lnTo>
                  <a:lnTo>
                    <a:pt x="97496" y="265719"/>
                  </a:lnTo>
                  <a:lnTo>
                    <a:pt x="97496" y="266594"/>
                  </a:lnTo>
                  <a:cubicBezTo>
                    <a:pt x="97496" y="266594"/>
                    <a:pt x="97496" y="268882"/>
                    <a:pt x="97496" y="269958"/>
                  </a:cubicBezTo>
                  <a:cubicBezTo>
                    <a:pt x="97496" y="271035"/>
                    <a:pt x="97496" y="273558"/>
                    <a:pt x="97496" y="273558"/>
                  </a:cubicBezTo>
                  <a:cubicBezTo>
                    <a:pt x="97496" y="273558"/>
                    <a:pt x="98809" y="275206"/>
                    <a:pt x="99347" y="276383"/>
                  </a:cubicBezTo>
                  <a:cubicBezTo>
                    <a:pt x="99886" y="277561"/>
                    <a:pt x="101400" y="278671"/>
                    <a:pt x="102511" y="279983"/>
                  </a:cubicBezTo>
                  <a:cubicBezTo>
                    <a:pt x="103588" y="281295"/>
                    <a:pt x="105674" y="284019"/>
                    <a:pt x="105674" y="284019"/>
                  </a:cubicBezTo>
                  <a:cubicBezTo>
                    <a:pt x="105674" y="284019"/>
                    <a:pt x="105439" y="284221"/>
                    <a:pt x="106751" y="285230"/>
                  </a:cubicBezTo>
                  <a:cubicBezTo>
                    <a:pt x="108064" y="286206"/>
                    <a:pt x="109343" y="286307"/>
                    <a:pt x="110117" y="287518"/>
                  </a:cubicBezTo>
                  <a:cubicBezTo>
                    <a:pt x="110891" y="288729"/>
                    <a:pt x="112944" y="290243"/>
                    <a:pt x="114357" y="291858"/>
                  </a:cubicBezTo>
                  <a:cubicBezTo>
                    <a:pt x="115771" y="293506"/>
                    <a:pt x="119473" y="295221"/>
                    <a:pt x="119674" y="295558"/>
                  </a:cubicBezTo>
                  <a:cubicBezTo>
                    <a:pt x="119877" y="295894"/>
                    <a:pt x="122266" y="299595"/>
                    <a:pt x="122266" y="299595"/>
                  </a:cubicBezTo>
                  <a:lnTo>
                    <a:pt x="125968" y="304472"/>
                  </a:lnTo>
                  <a:lnTo>
                    <a:pt x="127045" y="306323"/>
                  </a:lnTo>
                  <a:lnTo>
                    <a:pt x="127045" y="308374"/>
                  </a:lnTo>
                  <a:lnTo>
                    <a:pt x="126708" y="309686"/>
                  </a:lnTo>
                  <a:cubicBezTo>
                    <a:pt x="126708" y="309686"/>
                    <a:pt x="126608" y="310662"/>
                    <a:pt x="126372" y="311099"/>
                  </a:cubicBezTo>
                  <a:cubicBezTo>
                    <a:pt x="126170" y="311537"/>
                    <a:pt x="124184" y="313151"/>
                    <a:pt x="124184" y="313151"/>
                  </a:cubicBezTo>
                  <a:cubicBezTo>
                    <a:pt x="124184" y="313151"/>
                    <a:pt x="123747" y="313151"/>
                    <a:pt x="123208" y="313690"/>
                  </a:cubicBezTo>
                  <a:cubicBezTo>
                    <a:pt x="122670" y="314228"/>
                    <a:pt x="121997" y="314228"/>
                    <a:pt x="121795" y="314564"/>
                  </a:cubicBezTo>
                  <a:cubicBezTo>
                    <a:pt x="121593" y="314901"/>
                    <a:pt x="120381" y="315775"/>
                    <a:pt x="120381" y="315775"/>
                  </a:cubicBezTo>
                  <a:lnTo>
                    <a:pt x="119069" y="317625"/>
                  </a:lnTo>
                  <a:cubicBezTo>
                    <a:pt x="119069" y="317625"/>
                    <a:pt x="117655" y="318164"/>
                    <a:pt x="117319" y="318164"/>
                  </a:cubicBezTo>
                  <a:cubicBezTo>
                    <a:pt x="116982" y="318164"/>
                    <a:pt x="114391" y="317625"/>
                    <a:pt x="114391" y="317625"/>
                  </a:cubicBezTo>
                  <a:cubicBezTo>
                    <a:pt x="114391" y="317625"/>
                    <a:pt x="114189" y="316852"/>
                    <a:pt x="113516" y="316448"/>
                  </a:cubicBezTo>
                  <a:cubicBezTo>
                    <a:pt x="112876" y="316011"/>
                    <a:pt x="112001" y="314934"/>
                    <a:pt x="110924" y="314598"/>
                  </a:cubicBezTo>
                  <a:cubicBezTo>
                    <a:pt x="109847" y="314261"/>
                    <a:pt x="108198" y="312546"/>
                    <a:pt x="108198" y="312546"/>
                  </a:cubicBezTo>
                  <a:cubicBezTo>
                    <a:pt x="108198" y="312546"/>
                    <a:pt x="107121" y="311772"/>
                    <a:pt x="106583" y="311772"/>
                  </a:cubicBezTo>
                  <a:cubicBezTo>
                    <a:pt x="106044" y="311772"/>
                    <a:pt x="103655" y="312008"/>
                    <a:pt x="103655" y="312008"/>
                  </a:cubicBezTo>
                  <a:lnTo>
                    <a:pt x="102578" y="312781"/>
                  </a:lnTo>
                  <a:cubicBezTo>
                    <a:pt x="102578" y="312781"/>
                    <a:pt x="101939" y="313757"/>
                    <a:pt x="101804" y="314093"/>
                  </a:cubicBezTo>
                  <a:cubicBezTo>
                    <a:pt x="101703" y="314430"/>
                    <a:pt x="102241" y="318231"/>
                    <a:pt x="102241" y="318231"/>
                  </a:cubicBezTo>
                  <a:lnTo>
                    <a:pt x="100189" y="321393"/>
                  </a:lnTo>
                  <a:lnTo>
                    <a:pt x="98876" y="324320"/>
                  </a:lnTo>
                  <a:lnTo>
                    <a:pt x="98237" y="328054"/>
                  </a:lnTo>
                  <a:lnTo>
                    <a:pt x="102679" y="331922"/>
                  </a:lnTo>
                  <a:lnTo>
                    <a:pt x="103554" y="331922"/>
                  </a:lnTo>
                  <a:lnTo>
                    <a:pt x="104732" y="332696"/>
                  </a:lnTo>
                  <a:cubicBezTo>
                    <a:pt x="104732" y="332696"/>
                    <a:pt x="107996" y="334445"/>
                    <a:pt x="107996" y="334883"/>
                  </a:cubicBezTo>
                  <a:cubicBezTo>
                    <a:pt x="107996" y="335320"/>
                    <a:pt x="107357" y="333907"/>
                    <a:pt x="107996" y="335320"/>
                  </a:cubicBezTo>
                  <a:cubicBezTo>
                    <a:pt x="108636" y="336733"/>
                    <a:pt x="109477" y="339558"/>
                    <a:pt x="109477" y="339558"/>
                  </a:cubicBezTo>
                  <a:lnTo>
                    <a:pt x="109645" y="341510"/>
                  </a:lnTo>
                  <a:lnTo>
                    <a:pt x="109645" y="343259"/>
                  </a:lnTo>
                  <a:lnTo>
                    <a:pt x="109881" y="345109"/>
                  </a:lnTo>
                  <a:lnTo>
                    <a:pt x="111833" y="347834"/>
                  </a:lnTo>
                  <a:lnTo>
                    <a:pt x="114559" y="348910"/>
                  </a:lnTo>
                  <a:lnTo>
                    <a:pt x="114896" y="352375"/>
                  </a:lnTo>
                  <a:lnTo>
                    <a:pt x="114896" y="355436"/>
                  </a:lnTo>
                  <a:cubicBezTo>
                    <a:pt x="114896" y="355436"/>
                    <a:pt x="114997" y="356513"/>
                    <a:pt x="114896" y="356849"/>
                  </a:cubicBezTo>
                  <a:cubicBezTo>
                    <a:pt x="114795" y="357186"/>
                    <a:pt x="113583" y="358800"/>
                    <a:pt x="113583" y="358800"/>
                  </a:cubicBezTo>
                  <a:lnTo>
                    <a:pt x="112506" y="359877"/>
                  </a:lnTo>
                  <a:lnTo>
                    <a:pt x="112271" y="361929"/>
                  </a:lnTo>
                  <a:lnTo>
                    <a:pt x="112910" y="362904"/>
                  </a:lnTo>
                  <a:cubicBezTo>
                    <a:pt x="112910" y="362904"/>
                    <a:pt x="113785" y="363779"/>
                    <a:pt x="114088" y="363981"/>
                  </a:cubicBezTo>
                  <a:cubicBezTo>
                    <a:pt x="114424" y="364216"/>
                    <a:pt x="117554" y="366268"/>
                    <a:pt x="117689" y="366605"/>
                  </a:cubicBezTo>
                  <a:cubicBezTo>
                    <a:pt x="117790" y="366941"/>
                    <a:pt x="120079" y="368119"/>
                    <a:pt x="120079" y="368119"/>
                  </a:cubicBezTo>
                  <a:lnTo>
                    <a:pt x="121593" y="370507"/>
                  </a:lnTo>
                  <a:lnTo>
                    <a:pt x="122569" y="372693"/>
                  </a:lnTo>
                  <a:lnTo>
                    <a:pt x="124420" y="374443"/>
                  </a:lnTo>
                  <a:lnTo>
                    <a:pt x="127583" y="377369"/>
                  </a:lnTo>
                  <a:lnTo>
                    <a:pt x="127920" y="381272"/>
                  </a:lnTo>
                  <a:cubicBezTo>
                    <a:pt x="127920" y="381272"/>
                    <a:pt x="127920" y="382584"/>
                    <a:pt x="127482" y="383223"/>
                  </a:cubicBezTo>
                  <a:cubicBezTo>
                    <a:pt x="127045" y="383862"/>
                    <a:pt x="126506" y="385073"/>
                    <a:pt x="126170" y="385712"/>
                  </a:cubicBezTo>
                  <a:cubicBezTo>
                    <a:pt x="125833" y="386351"/>
                    <a:pt x="125968" y="387125"/>
                    <a:pt x="125194" y="387461"/>
                  </a:cubicBezTo>
                  <a:cubicBezTo>
                    <a:pt x="124420" y="387798"/>
                    <a:pt x="123040" y="388437"/>
                    <a:pt x="123040" y="388437"/>
                  </a:cubicBezTo>
                  <a:cubicBezTo>
                    <a:pt x="123040" y="388437"/>
                    <a:pt x="122603" y="388773"/>
                    <a:pt x="122064" y="388975"/>
                  </a:cubicBezTo>
                  <a:cubicBezTo>
                    <a:pt x="121526" y="389177"/>
                    <a:pt x="121088" y="389311"/>
                    <a:pt x="120550" y="389951"/>
                  </a:cubicBezTo>
                  <a:cubicBezTo>
                    <a:pt x="120011" y="390590"/>
                    <a:pt x="119574" y="391027"/>
                    <a:pt x="119910" y="392003"/>
                  </a:cubicBezTo>
                  <a:cubicBezTo>
                    <a:pt x="120247" y="392978"/>
                    <a:pt x="120550" y="393416"/>
                    <a:pt x="121526" y="394627"/>
                  </a:cubicBezTo>
                  <a:cubicBezTo>
                    <a:pt x="122502" y="395804"/>
                    <a:pt x="124016" y="396914"/>
                    <a:pt x="124016" y="396914"/>
                  </a:cubicBezTo>
                  <a:cubicBezTo>
                    <a:pt x="124016" y="396914"/>
                    <a:pt x="124218" y="399841"/>
                    <a:pt x="124218" y="400278"/>
                  </a:cubicBezTo>
                  <a:cubicBezTo>
                    <a:pt x="124218" y="400715"/>
                    <a:pt x="124117" y="403306"/>
                    <a:pt x="124117" y="403743"/>
                  </a:cubicBezTo>
                  <a:cubicBezTo>
                    <a:pt x="124117" y="404180"/>
                    <a:pt x="123242" y="406905"/>
                    <a:pt x="123242" y="406905"/>
                  </a:cubicBezTo>
                  <a:lnTo>
                    <a:pt x="122805" y="411346"/>
                  </a:lnTo>
                  <a:lnTo>
                    <a:pt x="126170" y="415584"/>
                  </a:lnTo>
                  <a:cubicBezTo>
                    <a:pt x="126170" y="415584"/>
                    <a:pt x="125968" y="417434"/>
                    <a:pt x="125833" y="417871"/>
                  </a:cubicBezTo>
                  <a:cubicBezTo>
                    <a:pt x="125732" y="418309"/>
                    <a:pt x="125396" y="422547"/>
                    <a:pt x="125396" y="422547"/>
                  </a:cubicBezTo>
                  <a:cubicBezTo>
                    <a:pt x="125396" y="422547"/>
                    <a:pt x="125598" y="425811"/>
                    <a:pt x="125396" y="426450"/>
                  </a:cubicBezTo>
                  <a:cubicBezTo>
                    <a:pt x="125160" y="427089"/>
                    <a:pt x="125396" y="428502"/>
                    <a:pt x="124420" y="429175"/>
                  </a:cubicBezTo>
                  <a:cubicBezTo>
                    <a:pt x="123444" y="429814"/>
                    <a:pt x="123242" y="430385"/>
                    <a:pt x="122905" y="431025"/>
                  </a:cubicBezTo>
                  <a:cubicBezTo>
                    <a:pt x="122569" y="431664"/>
                    <a:pt x="121828" y="433514"/>
                    <a:pt x="121828" y="434187"/>
                  </a:cubicBezTo>
                  <a:cubicBezTo>
                    <a:pt x="121828" y="434826"/>
                    <a:pt x="121828" y="437113"/>
                    <a:pt x="121828" y="437113"/>
                  </a:cubicBezTo>
                  <a:cubicBezTo>
                    <a:pt x="121828" y="437113"/>
                    <a:pt x="122703" y="442126"/>
                    <a:pt x="122703" y="442866"/>
                  </a:cubicBezTo>
                  <a:cubicBezTo>
                    <a:pt x="122703" y="443640"/>
                    <a:pt x="123780" y="445893"/>
                    <a:pt x="123780" y="447205"/>
                  </a:cubicBezTo>
                  <a:cubicBezTo>
                    <a:pt x="123780" y="448517"/>
                    <a:pt x="126170" y="454471"/>
                    <a:pt x="126372" y="455144"/>
                  </a:cubicBezTo>
                  <a:cubicBezTo>
                    <a:pt x="126608" y="455783"/>
                    <a:pt x="127247" y="460156"/>
                    <a:pt x="127247" y="460156"/>
                  </a:cubicBezTo>
                  <a:lnTo>
                    <a:pt x="128122" y="468398"/>
                  </a:lnTo>
                  <a:lnTo>
                    <a:pt x="128357" y="480778"/>
                  </a:lnTo>
                  <a:lnTo>
                    <a:pt x="124656" y="486631"/>
                  </a:lnTo>
                  <a:lnTo>
                    <a:pt x="121828" y="491206"/>
                  </a:lnTo>
                  <a:lnTo>
                    <a:pt x="120079" y="495781"/>
                  </a:lnTo>
                  <a:cubicBezTo>
                    <a:pt x="120079" y="495781"/>
                    <a:pt x="118564" y="497732"/>
                    <a:pt x="117891" y="498405"/>
                  </a:cubicBezTo>
                  <a:cubicBezTo>
                    <a:pt x="117251" y="499044"/>
                    <a:pt x="117992" y="497968"/>
                    <a:pt x="116915" y="499044"/>
                  </a:cubicBezTo>
                  <a:cubicBezTo>
                    <a:pt x="115838" y="500120"/>
                    <a:pt x="114828" y="501399"/>
                    <a:pt x="114828" y="501399"/>
                  </a:cubicBezTo>
                  <a:lnTo>
                    <a:pt x="114828" y="504864"/>
                  </a:lnTo>
                  <a:lnTo>
                    <a:pt x="115703" y="510952"/>
                  </a:lnTo>
                  <a:lnTo>
                    <a:pt x="116141" y="513240"/>
                  </a:lnTo>
                  <a:lnTo>
                    <a:pt x="118530" y="516167"/>
                  </a:lnTo>
                  <a:lnTo>
                    <a:pt x="120920" y="516167"/>
                  </a:lnTo>
                  <a:cubicBezTo>
                    <a:pt x="120920" y="516167"/>
                    <a:pt x="121795" y="518118"/>
                    <a:pt x="121997" y="519194"/>
                  </a:cubicBezTo>
                  <a:cubicBezTo>
                    <a:pt x="122199" y="520271"/>
                    <a:pt x="122434" y="523096"/>
                    <a:pt x="122199" y="523971"/>
                  </a:cubicBezTo>
                  <a:cubicBezTo>
                    <a:pt x="121997" y="524846"/>
                    <a:pt x="121997" y="529185"/>
                    <a:pt x="121997" y="529185"/>
                  </a:cubicBezTo>
                  <a:lnTo>
                    <a:pt x="122636" y="532011"/>
                  </a:lnTo>
                  <a:cubicBezTo>
                    <a:pt x="122636" y="532011"/>
                    <a:pt x="122838" y="538739"/>
                    <a:pt x="122838" y="539613"/>
                  </a:cubicBezTo>
                  <a:cubicBezTo>
                    <a:pt x="122838" y="540488"/>
                    <a:pt x="123713" y="545467"/>
                    <a:pt x="123713" y="545467"/>
                  </a:cubicBezTo>
                  <a:lnTo>
                    <a:pt x="122838" y="549806"/>
                  </a:lnTo>
                  <a:lnTo>
                    <a:pt x="124353" y="554583"/>
                  </a:lnTo>
                  <a:lnTo>
                    <a:pt x="123377" y="557846"/>
                  </a:lnTo>
                  <a:cubicBezTo>
                    <a:pt x="123814" y="557846"/>
                    <a:pt x="126978" y="562085"/>
                    <a:pt x="126978" y="562085"/>
                  </a:cubicBezTo>
                  <a:lnTo>
                    <a:pt x="127314" y="565785"/>
                  </a:lnTo>
                  <a:lnTo>
                    <a:pt x="127954" y="575339"/>
                  </a:lnTo>
                  <a:lnTo>
                    <a:pt x="127516" y="577963"/>
                  </a:lnTo>
                  <a:lnTo>
                    <a:pt x="126641" y="580990"/>
                  </a:lnTo>
                  <a:lnTo>
                    <a:pt x="125127" y="587718"/>
                  </a:lnTo>
                  <a:lnTo>
                    <a:pt x="122535" y="593470"/>
                  </a:lnTo>
                  <a:lnTo>
                    <a:pt x="120415" y="600198"/>
                  </a:lnTo>
                  <a:lnTo>
                    <a:pt x="118295" y="603798"/>
                  </a:lnTo>
                  <a:lnTo>
                    <a:pt x="118295" y="607397"/>
                  </a:lnTo>
                  <a:lnTo>
                    <a:pt x="119170" y="611535"/>
                  </a:lnTo>
                  <a:lnTo>
                    <a:pt x="119506" y="615336"/>
                  </a:lnTo>
                  <a:lnTo>
                    <a:pt x="120045" y="618599"/>
                  </a:lnTo>
                  <a:lnTo>
                    <a:pt x="120045" y="626538"/>
                  </a:lnTo>
                  <a:lnTo>
                    <a:pt x="120381" y="629263"/>
                  </a:lnTo>
                  <a:lnTo>
                    <a:pt x="119304" y="633165"/>
                  </a:lnTo>
                  <a:lnTo>
                    <a:pt x="118766" y="635991"/>
                  </a:lnTo>
                  <a:lnTo>
                    <a:pt x="118429" y="641642"/>
                  </a:lnTo>
                  <a:lnTo>
                    <a:pt x="119304" y="646083"/>
                  </a:lnTo>
                  <a:lnTo>
                    <a:pt x="120819" y="654997"/>
                  </a:lnTo>
                  <a:lnTo>
                    <a:pt x="125833" y="662062"/>
                  </a:lnTo>
                  <a:lnTo>
                    <a:pt x="129636" y="666502"/>
                  </a:lnTo>
                  <a:lnTo>
                    <a:pt x="134516" y="672894"/>
                  </a:lnTo>
                  <a:cubicBezTo>
                    <a:pt x="134516" y="672894"/>
                    <a:pt x="140507" y="672995"/>
                    <a:pt x="140608" y="672557"/>
                  </a:cubicBezTo>
                  <a:cubicBezTo>
                    <a:pt x="140709" y="672120"/>
                    <a:pt x="141819" y="668319"/>
                    <a:pt x="141819" y="667881"/>
                  </a:cubicBezTo>
                  <a:cubicBezTo>
                    <a:pt x="141819" y="667444"/>
                    <a:pt x="142694" y="661053"/>
                    <a:pt x="142694" y="659942"/>
                  </a:cubicBezTo>
                  <a:cubicBezTo>
                    <a:pt x="142694" y="658866"/>
                    <a:pt x="142694" y="656040"/>
                    <a:pt x="142694" y="656040"/>
                  </a:cubicBezTo>
                  <a:cubicBezTo>
                    <a:pt x="142694" y="656040"/>
                    <a:pt x="140944" y="651028"/>
                    <a:pt x="140944" y="649951"/>
                  </a:cubicBezTo>
                  <a:cubicBezTo>
                    <a:pt x="140944" y="648875"/>
                    <a:pt x="140944" y="647361"/>
                    <a:pt x="140944" y="647361"/>
                  </a:cubicBezTo>
                  <a:cubicBezTo>
                    <a:pt x="140944" y="647361"/>
                    <a:pt x="141584" y="643997"/>
                    <a:pt x="141718" y="643123"/>
                  </a:cubicBezTo>
                  <a:cubicBezTo>
                    <a:pt x="141819" y="642248"/>
                    <a:pt x="142257" y="641272"/>
                    <a:pt x="142257" y="640936"/>
                  </a:cubicBezTo>
                  <a:cubicBezTo>
                    <a:pt x="142257" y="640600"/>
                    <a:pt x="142896" y="639523"/>
                    <a:pt x="143132" y="639086"/>
                  </a:cubicBezTo>
                  <a:cubicBezTo>
                    <a:pt x="143334" y="638648"/>
                    <a:pt x="145084" y="637673"/>
                    <a:pt x="145622" y="637471"/>
                  </a:cubicBezTo>
                  <a:cubicBezTo>
                    <a:pt x="146161" y="637236"/>
                    <a:pt x="147911" y="637807"/>
                    <a:pt x="149762" y="637236"/>
                  </a:cubicBezTo>
                  <a:cubicBezTo>
                    <a:pt x="151613" y="636697"/>
                    <a:pt x="152791" y="636462"/>
                    <a:pt x="153127" y="636361"/>
                  </a:cubicBezTo>
                  <a:cubicBezTo>
                    <a:pt x="153464" y="636260"/>
                    <a:pt x="153228" y="636361"/>
                    <a:pt x="154541" y="635486"/>
                  </a:cubicBezTo>
                  <a:cubicBezTo>
                    <a:pt x="155853" y="634612"/>
                    <a:pt x="156829" y="633199"/>
                    <a:pt x="157132" y="632862"/>
                  </a:cubicBezTo>
                  <a:cubicBezTo>
                    <a:pt x="157469" y="632526"/>
                    <a:pt x="159421" y="630474"/>
                    <a:pt x="159858" y="629936"/>
                  </a:cubicBezTo>
                  <a:cubicBezTo>
                    <a:pt x="160296" y="629397"/>
                    <a:pt x="161474" y="627447"/>
                    <a:pt x="161474" y="627447"/>
                  </a:cubicBezTo>
                  <a:cubicBezTo>
                    <a:pt x="161474" y="627447"/>
                    <a:pt x="163863" y="624284"/>
                    <a:pt x="164200" y="623746"/>
                  </a:cubicBezTo>
                  <a:cubicBezTo>
                    <a:pt x="164536" y="623208"/>
                    <a:pt x="165714" y="619507"/>
                    <a:pt x="165714" y="619507"/>
                  </a:cubicBezTo>
                  <a:cubicBezTo>
                    <a:pt x="165714" y="619507"/>
                    <a:pt x="166488" y="617994"/>
                    <a:pt x="167228" y="617893"/>
                  </a:cubicBezTo>
                  <a:cubicBezTo>
                    <a:pt x="168003" y="617792"/>
                    <a:pt x="170594" y="614731"/>
                    <a:pt x="170594" y="614731"/>
                  </a:cubicBezTo>
                  <a:lnTo>
                    <a:pt x="170931" y="611131"/>
                  </a:lnTo>
                  <a:cubicBezTo>
                    <a:pt x="170931" y="611131"/>
                    <a:pt x="171469" y="610055"/>
                    <a:pt x="171806" y="609718"/>
                  </a:cubicBezTo>
                  <a:cubicBezTo>
                    <a:pt x="172142" y="609382"/>
                    <a:pt x="173421" y="607330"/>
                    <a:pt x="173421" y="607330"/>
                  </a:cubicBezTo>
                  <a:cubicBezTo>
                    <a:pt x="173421" y="607330"/>
                    <a:pt x="174060" y="606354"/>
                    <a:pt x="174397" y="606253"/>
                  </a:cubicBezTo>
                  <a:cubicBezTo>
                    <a:pt x="174734" y="606153"/>
                    <a:pt x="175474" y="605480"/>
                    <a:pt x="176349" y="605480"/>
                  </a:cubicBezTo>
                  <a:cubicBezTo>
                    <a:pt x="177224" y="605480"/>
                    <a:pt x="180152" y="605042"/>
                    <a:pt x="180152" y="605042"/>
                  </a:cubicBezTo>
                  <a:cubicBezTo>
                    <a:pt x="180152" y="605042"/>
                    <a:pt x="181767" y="605244"/>
                    <a:pt x="182104" y="605244"/>
                  </a:cubicBezTo>
                  <a:cubicBezTo>
                    <a:pt x="182440" y="605244"/>
                    <a:pt x="184056" y="607969"/>
                    <a:pt x="184056" y="607969"/>
                  </a:cubicBezTo>
                  <a:cubicBezTo>
                    <a:pt x="184056" y="607969"/>
                    <a:pt x="183618" y="608743"/>
                    <a:pt x="183181" y="609382"/>
                  </a:cubicBezTo>
                  <a:cubicBezTo>
                    <a:pt x="182743" y="610021"/>
                    <a:pt x="181969" y="611770"/>
                    <a:pt x="181969" y="611770"/>
                  </a:cubicBezTo>
                  <a:cubicBezTo>
                    <a:pt x="181969" y="611770"/>
                    <a:pt x="181330" y="613856"/>
                    <a:pt x="181330" y="614495"/>
                  </a:cubicBezTo>
                  <a:cubicBezTo>
                    <a:pt x="181330" y="615134"/>
                    <a:pt x="181767" y="618532"/>
                    <a:pt x="181767" y="618532"/>
                  </a:cubicBezTo>
                  <a:cubicBezTo>
                    <a:pt x="181767" y="618532"/>
                    <a:pt x="182306" y="620483"/>
                    <a:pt x="182743" y="621156"/>
                  </a:cubicBezTo>
                  <a:cubicBezTo>
                    <a:pt x="183181" y="621795"/>
                    <a:pt x="183820" y="623746"/>
                    <a:pt x="184359" y="624520"/>
                  </a:cubicBezTo>
                  <a:cubicBezTo>
                    <a:pt x="184897" y="625294"/>
                    <a:pt x="187623" y="627682"/>
                    <a:pt x="187623" y="627682"/>
                  </a:cubicBezTo>
                  <a:lnTo>
                    <a:pt x="189575" y="631382"/>
                  </a:lnTo>
                  <a:cubicBezTo>
                    <a:pt x="189575" y="631382"/>
                    <a:pt x="192941" y="634309"/>
                    <a:pt x="193378" y="634309"/>
                  </a:cubicBezTo>
                  <a:cubicBezTo>
                    <a:pt x="193816" y="634309"/>
                    <a:pt x="198696" y="633973"/>
                    <a:pt x="198696" y="633973"/>
                  </a:cubicBezTo>
                  <a:lnTo>
                    <a:pt x="200648" y="636563"/>
                  </a:lnTo>
                  <a:lnTo>
                    <a:pt x="201825" y="640902"/>
                  </a:lnTo>
                  <a:lnTo>
                    <a:pt x="204989" y="648942"/>
                  </a:lnTo>
                  <a:lnTo>
                    <a:pt x="208893" y="655569"/>
                  </a:lnTo>
                  <a:lnTo>
                    <a:pt x="208994" y="658630"/>
                  </a:lnTo>
                  <a:lnTo>
                    <a:pt x="210205" y="662432"/>
                  </a:lnTo>
                  <a:lnTo>
                    <a:pt x="213234" y="666435"/>
                  </a:lnTo>
                  <a:cubicBezTo>
                    <a:pt x="213234" y="666435"/>
                    <a:pt x="214883" y="667511"/>
                    <a:pt x="215287" y="667511"/>
                  </a:cubicBezTo>
                  <a:cubicBezTo>
                    <a:pt x="215725" y="667511"/>
                    <a:pt x="218215" y="669563"/>
                    <a:pt x="218215" y="669563"/>
                  </a:cubicBezTo>
                  <a:cubicBezTo>
                    <a:pt x="218215" y="669563"/>
                    <a:pt x="218552" y="670774"/>
                    <a:pt x="218855" y="671178"/>
                  </a:cubicBezTo>
                  <a:cubicBezTo>
                    <a:pt x="219191" y="671615"/>
                    <a:pt x="219191" y="672793"/>
                    <a:pt x="219191" y="673264"/>
                  </a:cubicBezTo>
                  <a:cubicBezTo>
                    <a:pt x="219191" y="673701"/>
                    <a:pt x="219090" y="676628"/>
                    <a:pt x="218855" y="677065"/>
                  </a:cubicBezTo>
                  <a:cubicBezTo>
                    <a:pt x="218619" y="677502"/>
                    <a:pt x="218518" y="678579"/>
                    <a:pt x="218081" y="679117"/>
                  </a:cubicBezTo>
                  <a:cubicBezTo>
                    <a:pt x="217643" y="679655"/>
                    <a:pt x="216667" y="681606"/>
                    <a:pt x="215893" y="681943"/>
                  </a:cubicBezTo>
                  <a:cubicBezTo>
                    <a:pt x="215119" y="682279"/>
                    <a:pt x="214682" y="682582"/>
                    <a:pt x="214379" y="682716"/>
                  </a:cubicBezTo>
                  <a:cubicBezTo>
                    <a:pt x="214042" y="682817"/>
                    <a:pt x="216129" y="682817"/>
                    <a:pt x="211787" y="683356"/>
                  </a:cubicBezTo>
                  <a:cubicBezTo>
                    <a:pt x="207446" y="683894"/>
                    <a:pt x="206234" y="684331"/>
                    <a:pt x="206234" y="684331"/>
                  </a:cubicBezTo>
                  <a:cubicBezTo>
                    <a:pt x="206234" y="684331"/>
                    <a:pt x="204821" y="684768"/>
                    <a:pt x="204383" y="684768"/>
                  </a:cubicBezTo>
                  <a:cubicBezTo>
                    <a:pt x="203946" y="684768"/>
                    <a:pt x="202633" y="685307"/>
                    <a:pt x="202532" y="685643"/>
                  </a:cubicBezTo>
                  <a:cubicBezTo>
                    <a:pt x="202431" y="685979"/>
                    <a:pt x="202431" y="688132"/>
                    <a:pt x="202532" y="688570"/>
                  </a:cubicBezTo>
                  <a:cubicBezTo>
                    <a:pt x="202633" y="689007"/>
                    <a:pt x="203172" y="691059"/>
                    <a:pt x="204047" y="692606"/>
                  </a:cubicBezTo>
                  <a:cubicBezTo>
                    <a:pt x="204922" y="694120"/>
                    <a:pt x="204821" y="696408"/>
                    <a:pt x="205124" y="696509"/>
                  </a:cubicBezTo>
                  <a:cubicBezTo>
                    <a:pt x="205460" y="696610"/>
                    <a:pt x="206874" y="700310"/>
                    <a:pt x="207311" y="700646"/>
                  </a:cubicBezTo>
                  <a:cubicBezTo>
                    <a:pt x="207749" y="700983"/>
                    <a:pt x="209263" y="703472"/>
                    <a:pt x="210138" y="703573"/>
                  </a:cubicBezTo>
                  <a:cubicBezTo>
                    <a:pt x="211013" y="703674"/>
                    <a:pt x="212965" y="708350"/>
                    <a:pt x="212965" y="708350"/>
                  </a:cubicBezTo>
                  <a:lnTo>
                    <a:pt x="214816" y="712689"/>
                  </a:lnTo>
                  <a:lnTo>
                    <a:pt x="217408" y="717466"/>
                  </a:lnTo>
                  <a:lnTo>
                    <a:pt x="221749" y="723454"/>
                  </a:lnTo>
                  <a:lnTo>
                    <a:pt x="226326" y="726482"/>
                  </a:lnTo>
                  <a:lnTo>
                    <a:pt x="232417" y="727121"/>
                  </a:lnTo>
                  <a:cubicBezTo>
                    <a:pt x="232417" y="727121"/>
                    <a:pt x="235682" y="726482"/>
                    <a:pt x="236321" y="726145"/>
                  </a:cubicBezTo>
                  <a:cubicBezTo>
                    <a:pt x="236961" y="725809"/>
                    <a:pt x="239788" y="722243"/>
                    <a:pt x="240124" y="721806"/>
                  </a:cubicBezTo>
                  <a:cubicBezTo>
                    <a:pt x="240461" y="721368"/>
                    <a:pt x="241639" y="719518"/>
                    <a:pt x="241874" y="719215"/>
                  </a:cubicBezTo>
                  <a:cubicBezTo>
                    <a:pt x="242076" y="718879"/>
                    <a:pt x="243187" y="718576"/>
                    <a:pt x="243187" y="718576"/>
                  </a:cubicBezTo>
                  <a:lnTo>
                    <a:pt x="245576" y="718778"/>
                  </a:lnTo>
                  <a:lnTo>
                    <a:pt x="246216" y="720628"/>
                  </a:lnTo>
                  <a:lnTo>
                    <a:pt x="250019" y="722916"/>
                  </a:lnTo>
                  <a:lnTo>
                    <a:pt x="254259" y="724362"/>
                  </a:lnTo>
                  <a:lnTo>
                    <a:pt x="257154" y="719888"/>
                  </a:lnTo>
                  <a:lnTo>
                    <a:pt x="258298" y="719316"/>
                  </a:lnTo>
                  <a:lnTo>
                    <a:pt x="261495" y="718307"/>
                  </a:lnTo>
                  <a:lnTo>
                    <a:pt x="263817" y="719182"/>
                  </a:lnTo>
                  <a:lnTo>
                    <a:pt x="267014" y="722209"/>
                  </a:lnTo>
                  <a:lnTo>
                    <a:pt x="267452" y="727289"/>
                  </a:lnTo>
                  <a:lnTo>
                    <a:pt x="269337" y="733815"/>
                  </a:lnTo>
                  <a:lnTo>
                    <a:pt x="271524" y="739904"/>
                  </a:lnTo>
                  <a:lnTo>
                    <a:pt x="274553" y="744546"/>
                  </a:lnTo>
                  <a:lnTo>
                    <a:pt x="279029" y="751072"/>
                  </a:lnTo>
                  <a:lnTo>
                    <a:pt x="279904" y="753965"/>
                  </a:lnTo>
                  <a:lnTo>
                    <a:pt x="279904" y="760323"/>
                  </a:lnTo>
                  <a:lnTo>
                    <a:pt x="280644" y="766546"/>
                  </a:lnTo>
                  <a:lnTo>
                    <a:pt x="280342" y="770449"/>
                  </a:lnTo>
                  <a:cubicBezTo>
                    <a:pt x="280342" y="770449"/>
                    <a:pt x="284414" y="775091"/>
                    <a:pt x="285121" y="775091"/>
                  </a:cubicBezTo>
                  <a:cubicBezTo>
                    <a:pt x="285861" y="775091"/>
                    <a:pt x="287712" y="775091"/>
                    <a:pt x="287712" y="775091"/>
                  </a:cubicBezTo>
                  <a:lnTo>
                    <a:pt x="292356" y="774788"/>
                  </a:lnTo>
                  <a:lnTo>
                    <a:pt x="293803" y="780440"/>
                  </a:lnTo>
                  <a:cubicBezTo>
                    <a:pt x="293803" y="780440"/>
                    <a:pt x="294106" y="785351"/>
                    <a:pt x="294376" y="785956"/>
                  </a:cubicBezTo>
                  <a:cubicBezTo>
                    <a:pt x="294678" y="786528"/>
                    <a:pt x="297001" y="797831"/>
                    <a:pt x="297001" y="797831"/>
                  </a:cubicBezTo>
                  <a:lnTo>
                    <a:pt x="298448" y="801161"/>
                  </a:lnTo>
                  <a:lnTo>
                    <a:pt x="300635" y="804492"/>
                  </a:lnTo>
                  <a:lnTo>
                    <a:pt x="306424" y="806948"/>
                  </a:lnTo>
                  <a:lnTo>
                    <a:pt x="306491" y="809134"/>
                  </a:lnTo>
                  <a:lnTo>
                    <a:pt x="305986" y="815088"/>
                  </a:lnTo>
                  <a:lnTo>
                    <a:pt x="305986" y="817679"/>
                  </a:lnTo>
                  <a:lnTo>
                    <a:pt x="306727" y="819697"/>
                  </a:lnTo>
                  <a:lnTo>
                    <a:pt x="309116" y="825651"/>
                  </a:lnTo>
                  <a:lnTo>
                    <a:pt x="311506" y="830428"/>
                  </a:lnTo>
                  <a:lnTo>
                    <a:pt x="314131" y="834330"/>
                  </a:lnTo>
                  <a:lnTo>
                    <a:pt x="319919" y="836517"/>
                  </a:lnTo>
                  <a:lnTo>
                    <a:pt x="322679" y="837391"/>
                  </a:lnTo>
                  <a:lnTo>
                    <a:pt x="325001" y="838569"/>
                  </a:lnTo>
                  <a:lnTo>
                    <a:pt x="328198" y="842908"/>
                  </a:lnTo>
                  <a:lnTo>
                    <a:pt x="329073" y="849132"/>
                  </a:lnTo>
                  <a:lnTo>
                    <a:pt x="328939" y="850713"/>
                  </a:lnTo>
                  <a:lnTo>
                    <a:pt x="328501" y="854178"/>
                  </a:lnTo>
                  <a:lnTo>
                    <a:pt x="327626" y="856499"/>
                  </a:lnTo>
                  <a:lnTo>
                    <a:pt x="328064" y="858955"/>
                  </a:lnTo>
                  <a:cubicBezTo>
                    <a:pt x="328064" y="858955"/>
                    <a:pt x="329814" y="859695"/>
                    <a:pt x="331530" y="859695"/>
                  </a:cubicBezTo>
                  <a:cubicBezTo>
                    <a:pt x="333280" y="859695"/>
                    <a:pt x="338934" y="855490"/>
                    <a:pt x="338934" y="855490"/>
                  </a:cubicBezTo>
                  <a:lnTo>
                    <a:pt x="340819" y="855927"/>
                  </a:lnTo>
                  <a:lnTo>
                    <a:pt x="338362" y="863328"/>
                  </a:lnTo>
                  <a:lnTo>
                    <a:pt x="337050" y="865783"/>
                  </a:lnTo>
                  <a:lnTo>
                    <a:pt x="334727" y="868104"/>
                  </a:lnTo>
                  <a:cubicBezTo>
                    <a:pt x="334727" y="868104"/>
                    <a:pt x="331833" y="870291"/>
                    <a:pt x="330958" y="870291"/>
                  </a:cubicBezTo>
                  <a:cubicBezTo>
                    <a:pt x="330083" y="870291"/>
                    <a:pt x="327761" y="870863"/>
                    <a:pt x="326919" y="871300"/>
                  </a:cubicBezTo>
                  <a:cubicBezTo>
                    <a:pt x="326044" y="871738"/>
                    <a:pt x="324732" y="873319"/>
                    <a:pt x="324732" y="873319"/>
                  </a:cubicBezTo>
                  <a:cubicBezTo>
                    <a:pt x="324732" y="873319"/>
                    <a:pt x="324597" y="876346"/>
                    <a:pt x="324867" y="876952"/>
                  </a:cubicBezTo>
                  <a:cubicBezTo>
                    <a:pt x="325170" y="877523"/>
                    <a:pt x="326617" y="881728"/>
                    <a:pt x="326617" y="881728"/>
                  </a:cubicBezTo>
                  <a:lnTo>
                    <a:pt x="333011" y="885799"/>
                  </a:lnTo>
                  <a:lnTo>
                    <a:pt x="339977" y="888995"/>
                  </a:lnTo>
                  <a:lnTo>
                    <a:pt x="343309" y="892190"/>
                  </a:lnTo>
                  <a:lnTo>
                    <a:pt x="344184" y="894209"/>
                  </a:lnTo>
                  <a:lnTo>
                    <a:pt x="347382" y="898986"/>
                  </a:lnTo>
                  <a:lnTo>
                    <a:pt x="351285" y="905512"/>
                  </a:lnTo>
                  <a:lnTo>
                    <a:pt x="349401" y="908707"/>
                  </a:lnTo>
                  <a:lnTo>
                    <a:pt x="343040" y="910019"/>
                  </a:lnTo>
                  <a:lnTo>
                    <a:pt x="339843" y="910154"/>
                  </a:lnTo>
                  <a:lnTo>
                    <a:pt x="338833" y="915671"/>
                  </a:lnTo>
                  <a:lnTo>
                    <a:pt x="340146" y="920582"/>
                  </a:lnTo>
                  <a:cubicBezTo>
                    <a:pt x="340146" y="920582"/>
                    <a:pt x="344353" y="922903"/>
                    <a:pt x="345228" y="922903"/>
                  </a:cubicBezTo>
                  <a:cubicBezTo>
                    <a:pt x="346103" y="922903"/>
                    <a:pt x="350444" y="922903"/>
                    <a:pt x="350444" y="922903"/>
                  </a:cubicBezTo>
                  <a:cubicBezTo>
                    <a:pt x="350444" y="922903"/>
                    <a:pt x="352194" y="920885"/>
                    <a:pt x="353069" y="920448"/>
                  </a:cubicBezTo>
                  <a:cubicBezTo>
                    <a:pt x="353944" y="920010"/>
                    <a:pt x="355526" y="918698"/>
                    <a:pt x="355526" y="918698"/>
                  </a:cubicBezTo>
                  <a:lnTo>
                    <a:pt x="357545" y="917252"/>
                  </a:lnTo>
                  <a:lnTo>
                    <a:pt x="358992" y="919876"/>
                  </a:lnTo>
                  <a:lnTo>
                    <a:pt x="359564" y="924955"/>
                  </a:lnTo>
                  <a:lnTo>
                    <a:pt x="361012" y="929867"/>
                  </a:lnTo>
                  <a:lnTo>
                    <a:pt x="364041" y="932188"/>
                  </a:lnTo>
                  <a:lnTo>
                    <a:pt x="365185" y="934375"/>
                  </a:lnTo>
                  <a:lnTo>
                    <a:pt x="365185" y="939454"/>
                  </a:lnTo>
                  <a:lnTo>
                    <a:pt x="365488" y="942784"/>
                  </a:lnTo>
                  <a:lnTo>
                    <a:pt x="365925" y="946989"/>
                  </a:lnTo>
                  <a:cubicBezTo>
                    <a:pt x="365925" y="946989"/>
                    <a:pt x="366935" y="948604"/>
                    <a:pt x="368954" y="948873"/>
                  </a:cubicBezTo>
                  <a:cubicBezTo>
                    <a:pt x="370973" y="949176"/>
                    <a:pt x="374911" y="949445"/>
                    <a:pt x="375483" y="949445"/>
                  </a:cubicBezTo>
                  <a:cubicBezTo>
                    <a:pt x="376055" y="949445"/>
                    <a:pt x="380834" y="947259"/>
                    <a:pt x="382012" y="946418"/>
                  </a:cubicBezTo>
                  <a:cubicBezTo>
                    <a:pt x="383156" y="945543"/>
                    <a:pt x="385344" y="944332"/>
                    <a:pt x="386522" y="944029"/>
                  </a:cubicBezTo>
                  <a:cubicBezTo>
                    <a:pt x="387666" y="943726"/>
                    <a:pt x="393623" y="940329"/>
                    <a:pt x="393623" y="940329"/>
                  </a:cubicBezTo>
                  <a:lnTo>
                    <a:pt x="399109" y="940329"/>
                  </a:lnTo>
                  <a:cubicBezTo>
                    <a:pt x="399109" y="940329"/>
                    <a:pt x="403315" y="937301"/>
                    <a:pt x="403753" y="937133"/>
                  </a:cubicBezTo>
                  <a:cubicBezTo>
                    <a:pt x="404190" y="936998"/>
                    <a:pt x="407522" y="932928"/>
                    <a:pt x="408094" y="932928"/>
                  </a:cubicBezTo>
                  <a:cubicBezTo>
                    <a:pt x="408667" y="932928"/>
                    <a:pt x="410114" y="931784"/>
                    <a:pt x="410551" y="931616"/>
                  </a:cubicBezTo>
                  <a:cubicBezTo>
                    <a:pt x="410989" y="931482"/>
                    <a:pt x="412570" y="929160"/>
                    <a:pt x="412570" y="929160"/>
                  </a:cubicBezTo>
                  <a:cubicBezTo>
                    <a:pt x="412570" y="929160"/>
                    <a:pt x="414018" y="928017"/>
                    <a:pt x="414893" y="928017"/>
                  </a:cubicBezTo>
                  <a:cubicBezTo>
                    <a:pt x="415768" y="928017"/>
                    <a:pt x="419234" y="927075"/>
                    <a:pt x="420412" y="927075"/>
                  </a:cubicBezTo>
                  <a:cubicBezTo>
                    <a:pt x="421556" y="927075"/>
                    <a:pt x="425763" y="926436"/>
                    <a:pt x="425763" y="926436"/>
                  </a:cubicBezTo>
                  <a:lnTo>
                    <a:pt x="428657" y="926436"/>
                  </a:lnTo>
                  <a:lnTo>
                    <a:pt x="432427" y="922971"/>
                  </a:lnTo>
                  <a:lnTo>
                    <a:pt x="438215" y="917757"/>
                  </a:lnTo>
                  <a:lnTo>
                    <a:pt x="441984" y="913989"/>
                  </a:lnTo>
                  <a:lnTo>
                    <a:pt x="446898" y="912845"/>
                  </a:lnTo>
                  <a:cubicBezTo>
                    <a:pt x="446898" y="912845"/>
                    <a:pt x="448211" y="913720"/>
                    <a:pt x="448211" y="914864"/>
                  </a:cubicBezTo>
                  <a:cubicBezTo>
                    <a:pt x="448211" y="916007"/>
                    <a:pt x="445182" y="920650"/>
                    <a:pt x="445182" y="920650"/>
                  </a:cubicBezTo>
                  <a:lnTo>
                    <a:pt x="445182" y="923845"/>
                  </a:lnTo>
                  <a:lnTo>
                    <a:pt x="449254" y="926436"/>
                  </a:lnTo>
                  <a:lnTo>
                    <a:pt x="453023" y="926436"/>
                  </a:lnTo>
                  <a:lnTo>
                    <a:pt x="455345" y="924686"/>
                  </a:lnTo>
                  <a:lnTo>
                    <a:pt x="459115" y="922668"/>
                  </a:lnTo>
                  <a:lnTo>
                    <a:pt x="464399" y="921154"/>
                  </a:lnTo>
                  <a:cubicBezTo>
                    <a:pt x="464399" y="921154"/>
                    <a:pt x="467865" y="920010"/>
                    <a:pt x="468168" y="920010"/>
                  </a:cubicBezTo>
                  <a:cubicBezTo>
                    <a:pt x="468471" y="920010"/>
                    <a:pt x="470759" y="918564"/>
                    <a:pt x="470759" y="918564"/>
                  </a:cubicBezTo>
                  <a:cubicBezTo>
                    <a:pt x="470759" y="918564"/>
                    <a:pt x="473889" y="918698"/>
                    <a:pt x="474461" y="918564"/>
                  </a:cubicBezTo>
                  <a:cubicBezTo>
                    <a:pt x="475033" y="918429"/>
                    <a:pt x="477928" y="918497"/>
                    <a:pt x="478735" y="918429"/>
                  </a:cubicBezTo>
                  <a:cubicBezTo>
                    <a:pt x="479543" y="918362"/>
                    <a:pt x="481764" y="917286"/>
                    <a:pt x="482000" y="917286"/>
                  </a:cubicBezTo>
                  <a:cubicBezTo>
                    <a:pt x="482235" y="917286"/>
                    <a:pt x="483750" y="916781"/>
                    <a:pt x="484255" y="915536"/>
                  </a:cubicBezTo>
                  <a:cubicBezTo>
                    <a:pt x="484760" y="914292"/>
                    <a:pt x="485837" y="912206"/>
                    <a:pt x="485837" y="911836"/>
                  </a:cubicBezTo>
                  <a:cubicBezTo>
                    <a:pt x="485837" y="911466"/>
                    <a:pt x="486409" y="907126"/>
                    <a:pt x="486409" y="907126"/>
                  </a:cubicBezTo>
                  <a:lnTo>
                    <a:pt x="484793" y="901408"/>
                  </a:lnTo>
                  <a:lnTo>
                    <a:pt x="483111" y="897875"/>
                  </a:lnTo>
                  <a:cubicBezTo>
                    <a:pt x="483111" y="897875"/>
                    <a:pt x="484187" y="897337"/>
                    <a:pt x="484961" y="897102"/>
                  </a:cubicBezTo>
                  <a:cubicBezTo>
                    <a:pt x="485735" y="896866"/>
                    <a:pt x="486712" y="896866"/>
                    <a:pt x="487149" y="896866"/>
                  </a:cubicBezTo>
                  <a:cubicBezTo>
                    <a:pt x="487586" y="896866"/>
                    <a:pt x="489538" y="896866"/>
                    <a:pt x="489538" y="896866"/>
                  </a:cubicBezTo>
                  <a:cubicBezTo>
                    <a:pt x="489538" y="896866"/>
                    <a:pt x="490750" y="895117"/>
                    <a:pt x="490750" y="894579"/>
                  </a:cubicBezTo>
                  <a:cubicBezTo>
                    <a:pt x="490750" y="894041"/>
                    <a:pt x="491389" y="891753"/>
                    <a:pt x="491389" y="891316"/>
                  </a:cubicBezTo>
                  <a:cubicBezTo>
                    <a:pt x="491389" y="890879"/>
                    <a:pt x="491726" y="889028"/>
                    <a:pt x="491389" y="888927"/>
                  </a:cubicBezTo>
                  <a:cubicBezTo>
                    <a:pt x="491053" y="888826"/>
                    <a:pt x="490312" y="888053"/>
                    <a:pt x="489740" y="887414"/>
                  </a:cubicBezTo>
                  <a:cubicBezTo>
                    <a:pt x="489202" y="886774"/>
                    <a:pt x="488125" y="885227"/>
                    <a:pt x="487452" y="884588"/>
                  </a:cubicBezTo>
                  <a:cubicBezTo>
                    <a:pt x="486812" y="883949"/>
                    <a:pt x="485702" y="881998"/>
                    <a:pt x="485399" y="881762"/>
                  </a:cubicBezTo>
                  <a:cubicBezTo>
                    <a:pt x="485062" y="881527"/>
                    <a:pt x="483750" y="878163"/>
                    <a:pt x="483750" y="878163"/>
                  </a:cubicBezTo>
                  <a:cubicBezTo>
                    <a:pt x="483750" y="878163"/>
                    <a:pt x="483413" y="877523"/>
                    <a:pt x="483413" y="876414"/>
                  </a:cubicBezTo>
                  <a:cubicBezTo>
                    <a:pt x="483413" y="875337"/>
                    <a:pt x="483413" y="869887"/>
                    <a:pt x="483413" y="869887"/>
                  </a:cubicBezTo>
                  <a:cubicBezTo>
                    <a:pt x="483413" y="869887"/>
                    <a:pt x="484288" y="866523"/>
                    <a:pt x="484288" y="866086"/>
                  </a:cubicBezTo>
                  <a:cubicBezTo>
                    <a:pt x="484288" y="865649"/>
                    <a:pt x="482639" y="859997"/>
                    <a:pt x="482639" y="859997"/>
                  </a:cubicBezTo>
                  <a:lnTo>
                    <a:pt x="481865" y="857710"/>
                  </a:lnTo>
                  <a:cubicBezTo>
                    <a:pt x="481865" y="857710"/>
                    <a:pt x="479812" y="854682"/>
                    <a:pt x="479375" y="854884"/>
                  </a:cubicBezTo>
                  <a:cubicBezTo>
                    <a:pt x="478937" y="855086"/>
                    <a:pt x="478601" y="853269"/>
                    <a:pt x="478500" y="852933"/>
                  </a:cubicBezTo>
                  <a:cubicBezTo>
                    <a:pt x="478399" y="852597"/>
                    <a:pt x="477961" y="848795"/>
                    <a:pt x="477961" y="848358"/>
                  </a:cubicBezTo>
                  <a:cubicBezTo>
                    <a:pt x="477961" y="847921"/>
                    <a:pt x="480115" y="845196"/>
                    <a:pt x="480351" y="844321"/>
                  </a:cubicBezTo>
                  <a:cubicBezTo>
                    <a:pt x="480553" y="843447"/>
                    <a:pt x="481663" y="841596"/>
                    <a:pt x="481663" y="841596"/>
                  </a:cubicBezTo>
                  <a:cubicBezTo>
                    <a:pt x="481663" y="841596"/>
                    <a:pt x="482437" y="838132"/>
                    <a:pt x="482639" y="837694"/>
                  </a:cubicBezTo>
                  <a:cubicBezTo>
                    <a:pt x="482875" y="837257"/>
                    <a:pt x="483413" y="831942"/>
                    <a:pt x="483413" y="831942"/>
                  </a:cubicBezTo>
                  <a:lnTo>
                    <a:pt x="483413" y="829890"/>
                  </a:lnTo>
                  <a:cubicBezTo>
                    <a:pt x="483413" y="829890"/>
                    <a:pt x="484490" y="824911"/>
                    <a:pt x="484288" y="824575"/>
                  </a:cubicBezTo>
                  <a:cubicBezTo>
                    <a:pt x="484053" y="824238"/>
                    <a:pt x="482976" y="819899"/>
                    <a:pt x="482976" y="819899"/>
                  </a:cubicBezTo>
                  <a:lnTo>
                    <a:pt x="483312" y="816097"/>
                  </a:lnTo>
                  <a:cubicBezTo>
                    <a:pt x="483312" y="816097"/>
                    <a:pt x="483514" y="814786"/>
                    <a:pt x="483111" y="814147"/>
                  </a:cubicBezTo>
                  <a:cubicBezTo>
                    <a:pt x="482673" y="813507"/>
                    <a:pt x="481158" y="811220"/>
                    <a:pt x="480183" y="810883"/>
                  </a:cubicBezTo>
                  <a:cubicBezTo>
                    <a:pt x="479206" y="810547"/>
                    <a:pt x="478668" y="810009"/>
                    <a:pt x="478668" y="810009"/>
                  </a:cubicBezTo>
                  <a:cubicBezTo>
                    <a:pt x="478668" y="810009"/>
                    <a:pt x="477793" y="809471"/>
                    <a:pt x="478668" y="807721"/>
                  </a:cubicBezTo>
                  <a:cubicBezTo>
                    <a:pt x="479543" y="805972"/>
                    <a:pt x="480620" y="804559"/>
                    <a:pt x="480620" y="804559"/>
                  </a:cubicBezTo>
                  <a:lnTo>
                    <a:pt x="483346" y="802070"/>
                  </a:lnTo>
                  <a:lnTo>
                    <a:pt x="485197" y="799782"/>
                  </a:lnTo>
                  <a:cubicBezTo>
                    <a:pt x="485197" y="799782"/>
                    <a:pt x="485433" y="796082"/>
                    <a:pt x="485534" y="795645"/>
                  </a:cubicBezTo>
                  <a:cubicBezTo>
                    <a:pt x="485635" y="795207"/>
                    <a:pt x="485971" y="791742"/>
                    <a:pt x="485971" y="791742"/>
                  </a:cubicBezTo>
                  <a:cubicBezTo>
                    <a:pt x="485971" y="791742"/>
                    <a:pt x="486846" y="791406"/>
                    <a:pt x="487586" y="791406"/>
                  </a:cubicBezTo>
                  <a:cubicBezTo>
                    <a:pt x="488361" y="791406"/>
                    <a:pt x="489640" y="792819"/>
                    <a:pt x="489640" y="792819"/>
                  </a:cubicBezTo>
                  <a:cubicBezTo>
                    <a:pt x="489640" y="792819"/>
                    <a:pt x="490279" y="795308"/>
                    <a:pt x="490514" y="795746"/>
                  </a:cubicBezTo>
                  <a:cubicBezTo>
                    <a:pt x="490750" y="796183"/>
                    <a:pt x="491289" y="799547"/>
                    <a:pt x="491289" y="799547"/>
                  </a:cubicBezTo>
                  <a:cubicBezTo>
                    <a:pt x="491289" y="799547"/>
                    <a:pt x="491962" y="801061"/>
                    <a:pt x="492938" y="801061"/>
                  </a:cubicBezTo>
                  <a:cubicBezTo>
                    <a:pt x="493913" y="801061"/>
                    <a:pt x="496640" y="799984"/>
                    <a:pt x="496942" y="799850"/>
                  </a:cubicBezTo>
                  <a:cubicBezTo>
                    <a:pt x="497279" y="799749"/>
                    <a:pt x="499567" y="795409"/>
                    <a:pt x="499567" y="795409"/>
                  </a:cubicBezTo>
                  <a:lnTo>
                    <a:pt x="503034" y="793794"/>
                  </a:lnTo>
                  <a:lnTo>
                    <a:pt x="508486" y="788782"/>
                  </a:lnTo>
                  <a:lnTo>
                    <a:pt x="510976" y="786057"/>
                  </a:lnTo>
                  <a:cubicBezTo>
                    <a:pt x="510976" y="786057"/>
                    <a:pt x="513904" y="782357"/>
                    <a:pt x="514342" y="781718"/>
                  </a:cubicBezTo>
                  <a:cubicBezTo>
                    <a:pt x="514779" y="781079"/>
                    <a:pt x="515654" y="779666"/>
                    <a:pt x="516092" y="778993"/>
                  </a:cubicBezTo>
                  <a:cubicBezTo>
                    <a:pt x="516529" y="778354"/>
                    <a:pt x="518683" y="776706"/>
                    <a:pt x="519356" y="776605"/>
                  </a:cubicBezTo>
                  <a:cubicBezTo>
                    <a:pt x="519996" y="776504"/>
                    <a:pt x="520972" y="775730"/>
                    <a:pt x="521847" y="775629"/>
                  </a:cubicBezTo>
                  <a:cubicBezTo>
                    <a:pt x="522722" y="775528"/>
                    <a:pt x="524236" y="774990"/>
                    <a:pt x="524236" y="774990"/>
                  </a:cubicBezTo>
                  <a:cubicBezTo>
                    <a:pt x="524236" y="774990"/>
                    <a:pt x="524674" y="774990"/>
                    <a:pt x="525111" y="773913"/>
                  </a:cubicBezTo>
                  <a:cubicBezTo>
                    <a:pt x="525549" y="772837"/>
                    <a:pt x="526861" y="770213"/>
                    <a:pt x="527265" y="769675"/>
                  </a:cubicBezTo>
                  <a:cubicBezTo>
                    <a:pt x="527703" y="769137"/>
                    <a:pt x="528140" y="768060"/>
                    <a:pt x="528780" y="767085"/>
                  </a:cubicBezTo>
                  <a:cubicBezTo>
                    <a:pt x="529419" y="766109"/>
                    <a:pt x="529857" y="764898"/>
                    <a:pt x="530294" y="764696"/>
                  </a:cubicBezTo>
                  <a:cubicBezTo>
                    <a:pt x="530732" y="764461"/>
                    <a:pt x="531910" y="762846"/>
                    <a:pt x="532246" y="762745"/>
                  </a:cubicBezTo>
                  <a:cubicBezTo>
                    <a:pt x="532583" y="762644"/>
                    <a:pt x="534097" y="760559"/>
                    <a:pt x="534636" y="760256"/>
                  </a:cubicBezTo>
                  <a:cubicBezTo>
                    <a:pt x="535174" y="759919"/>
                    <a:pt x="536823" y="758506"/>
                    <a:pt x="536823" y="758506"/>
                  </a:cubicBezTo>
                  <a:lnTo>
                    <a:pt x="538237" y="757531"/>
                  </a:lnTo>
                  <a:lnTo>
                    <a:pt x="539650" y="757094"/>
                  </a:lnTo>
                  <a:lnTo>
                    <a:pt x="542713" y="755142"/>
                  </a:lnTo>
                  <a:cubicBezTo>
                    <a:pt x="542713" y="755142"/>
                    <a:pt x="546179" y="751442"/>
                    <a:pt x="546415" y="751139"/>
                  </a:cubicBezTo>
                  <a:cubicBezTo>
                    <a:pt x="546617" y="750803"/>
                    <a:pt x="548367" y="747775"/>
                    <a:pt x="548367" y="747775"/>
                  </a:cubicBezTo>
                  <a:cubicBezTo>
                    <a:pt x="548367" y="747775"/>
                    <a:pt x="549242" y="745824"/>
                    <a:pt x="549242" y="745488"/>
                  </a:cubicBezTo>
                  <a:cubicBezTo>
                    <a:pt x="549242" y="745152"/>
                    <a:pt x="549780" y="742561"/>
                    <a:pt x="549780" y="742225"/>
                  </a:cubicBezTo>
                  <a:cubicBezTo>
                    <a:pt x="549780" y="741888"/>
                    <a:pt x="550117" y="739635"/>
                    <a:pt x="550117" y="739635"/>
                  </a:cubicBezTo>
                  <a:cubicBezTo>
                    <a:pt x="550117" y="739635"/>
                    <a:pt x="550453" y="739534"/>
                    <a:pt x="551093" y="738659"/>
                  </a:cubicBezTo>
                  <a:cubicBezTo>
                    <a:pt x="551732" y="737785"/>
                    <a:pt x="552944" y="737246"/>
                    <a:pt x="553280" y="736910"/>
                  </a:cubicBezTo>
                  <a:cubicBezTo>
                    <a:pt x="553617" y="736574"/>
                    <a:pt x="554357" y="735497"/>
                    <a:pt x="554357" y="735497"/>
                  </a:cubicBezTo>
                  <a:cubicBezTo>
                    <a:pt x="554357" y="735497"/>
                    <a:pt x="555333" y="735295"/>
                    <a:pt x="554458" y="734421"/>
                  </a:cubicBezTo>
                  <a:cubicBezTo>
                    <a:pt x="553583" y="733546"/>
                    <a:pt x="552607" y="731595"/>
                    <a:pt x="552607" y="731595"/>
                  </a:cubicBezTo>
                  <a:cubicBezTo>
                    <a:pt x="552607" y="731595"/>
                    <a:pt x="552506" y="731258"/>
                    <a:pt x="551732" y="731057"/>
                  </a:cubicBezTo>
                  <a:cubicBezTo>
                    <a:pt x="550958" y="730855"/>
                    <a:pt x="550319" y="730417"/>
                    <a:pt x="549982" y="730283"/>
                  </a:cubicBezTo>
                  <a:cubicBezTo>
                    <a:pt x="549645" y="730182"/>
                    <a:pt x="548131" y="728534"/>
                    <a:pt x="547492" y="728231"/>
                  </a:cubicBezTo>
                  <a:cubicBezTo>
                    <a:pt x="546852" y="727894"/>
                    <a:pt x="545405" y="726179"/>
                    <a:pt x="544328" y="725741"/>
                  </a:cubicBezTo>
                  <a:cubicBezTo>
                    <a:pt x="543251" y="725304"/>
                    <a:pt x="542578" y="724665"/>
                    <a:pt x="542477" y="724329"/>
                  </a:cubicBezTo>
                  <a:cubicBezTo>
                    <a:pt x="542376" y="723992"/>
                    <a:pt x="542376" y="722277"/>
                    <a:pt x="542376" y="722277"/>
                  </a:cubicBezTo>
                  <a:lnTo>
                    <a:pt x="542915" y="720426"/>
                  </a:lnTo>
                  <a:lnTo>
                    <a:pt x="543689" y="718812"/>
                  </a:lnTo>
                  <a:cubicBezTo>
                    <a:pt x="543689" y="718812"/>
                    <a:pt x="544564" y="717197"/>
                    <a:pt x="544766" y="716861"/>
                  </a:cubicBezTo>
                  <a:cubicBezTo>
                    <a:pt x="544968" y="716524"/>
                    <a:pt x="545742" y="715010"/>
                    <a:pt x="546381" y="714371"/>
                  </a:cubicBezTo>
                  <a:cubicBezTo>
                    <a:pt x="547021" y="713732"/>
                    <a:pt x="548871" y="712420"/>
                    <a:pt x="548871" y="712420"/>
                  </a:cubicBezTo>
                  <a:cubicBezTo>
                    <a:pt x="548871" y="712420"/>
                    <a:pt x="549410" y="711781"/>
                    <a:pt x="550184" y="711445"/>
                  </a:cubicBezTo>
                  <a:cubicBezTo>
                    <a:pt x="550958" y="711108"/>
                    <a:pt x="551934" y="710469"/>
                    <a:pt x="553448" y="709493"/>
                  </a:cubicBezTo>
                  <a:cubicBezTo>
                    <a:pt x="554963" y="708518"/>
                    <a:pt x="556276" y="707307"/>
                    <a:pt x="556276" y="707307"/>
                  </a:cubicBezTo>
                  <a:lnTo>
                    <a:pt x="557050" y="705793"/>
                  </a:lnTo>
                  <a:lnTo>
                    <a:pt x="559338" y="704212"/>
                  </a:lnTo>
                  <a:lnTo>
                    <a:pt x="561391" y="702194"/>
                  </a:lnTo>
                  <a:lnTo>
                    <a:pt x="562569" y="702194"/>
                  </a:lnTo>
                  <a:lnTo>
                    <a:pt x="565396" y="701958"/>
                  </a:lnTo>
                  <a:lnTo>
                    <a:pt x="569199" y="705221"/>
                  </a:lnTo>
                  <a:lnTo>
                    <a:pt x="569973" y="705558"/>
                  </a:lnTo>
                  <a:lnTo>
                    <a:pt x="572564" y="706533"/>
                  </a:lnTo>
                  <a:cubicBezTo>
                    <a:pt x="572564" y="706533"/>
                    <a:pt x="573776" y="706870"/>
                    <a:pt x="575055" y="706533"/>
                  </a:cubicBezTo>
                  <a:cubicBezTo>
                    <a:pt x="576367" y="706197"/>
                    <a:pt x="577242" y="705659"/>
                    <a:pt x="578555" y="704347"/>
                  </a:cubicBezTo>
                  <a:cubicBezTo>
                    <a:pt x="579867" y="703035"/>
                    <a:pt x="581382" y="701857"/>
                    <a:pt x="581920" y="701420"/>
                  </a:cubicBezTo>
                  <a:cubicBezTo>
                    <a:pt x="582459" y="700983"/>
                    <a:pt x="583771" y="699368"/>
                    <a:pt x="584310" y="698695"/>
                  </a:cubicBezTo>
                  <a:cubicBezTo>
                    <a:pt x="584848" y="698056"/>
                    <a:pt x="585387" y="697282"/>
                    <a:pt x="585723" y="696408"/>
                  </a:cubicBezTo>
                  <a:cubicBezTo>
                    <a:pt x="586060" y="695533"/>
                    <a:pt x="586800" y="694759"/>
                    <a:pt x="586800" y="694019"/>
                  </a:cubicBezTo>
                  <a:cubicBezTo>
                    <a:pt x="586800" y="693246"/>
                    <a:pt x="586901" y="691429"/>
                    <a:pt x="587002" y="690218"/>
                  </a:cubicBezTo>
                  <a:cubicBezTo>
                    <a:pt x="587103" y="689007"/>
                    <a:pt x="587339" y="688805"/>
                    <a:pt x="587103" y="687493"/>
                  </a:cubicBezTo>
                  <a:cubicBezTo>
                    <a:pt x="586901" y="686181"/>
                    <a:pt x="586767" y="685206"/>
                    <a:pt x="586666" y="684903"/>
                  </a:cubicBezTo>
                  <a:cubicBezTo>
                    <a:pt x="586565" y="684567"/>
                    <a:pt x="585589" y="682952"/>
                    <a:pt x="585016" y="681976"/>
                  </a:cubicBezTo>
                  <a:cubicBezTo>
                    <a:pt x="584478" y="681001"/>
                    <a:pt x="583805" y="679151"/>
                    <a:pt x="583502" y="679050"/>
                  </a:cubicBezTo>
                  <a:cubicBezTo>
                    <a:pt x="583166" y="678949"/>
                    <a:pt x="582190" y="678612"/>
                    <a:pt x="581315" y="677738"/>
                  </a:cubicBezTo>
                  <a:cubicBezTo>
                    <a:pt x="580440" y="676863"/>
                    <a:pt x="579464" y="676762"/>
                    <a:pt x="579363" y="675989"/>
                  </a:cubicBezTo>
                  <a:cubicBezTo>
                    <a:pt x="579262" y="675215"/>
                    <a:pt x="579026" y="674239"/>
                    <a:pt x="579026" y="673802"/>
                  </a:cubicBezTo>
                  <a:cubicBezTo>
                    <a:pt x="579026" y="673365"/>
                    <a:pt x="577814" y="675316"/>
                    <a:pt x="580002" y="671178"/>
                  </a:cubicBezTo>
                  <a:cubicBezTo>
                    <a:pt x="582190" y="667040"/>
                    <a:pt x="582190" y="667040"/>
                    <a:pt x="582190" y="667040"/>
                  </a:cubicBezTo>
                  <a:lnTo>
                    <a:pt x="582829" y="664551"/>
                  </a:lnTo>
                  <a:lnTo>
                    <a:pt x="584141" y="662062"/>
                  </a:lnTo>
                  <a:lnTo>
                    <a:pt x="584478" y="659774"/>
                  </a:lnTo>
                  <a:lnTo>
                    <a:pt x="585892" y="657588"/>
                  </a:lnTo>
                  <a:cubicBezTo>
                    <a:pt x="585892" y="657588"/>
                    <a:pt x="586093" y="657487"/>
                    <a:pt x="586666" y="657487"/>
                  </a:cubicBezTo>
                  <a:cubicBezTo>
                    <a:pt x="587204" y="657487"/>
                    <a:pt x="588954" y="657386"/>
                    <a:pt x="588954" y="657386"/>
                  </a:cubicBezTo>
                  <a:lnTo>
                    <a:pt x="590469" y="660110"/>
                  </a:lnTo>
                  <a:lnTo>
                    <a:pt x="591445" y="661422"/>
                  </a:lnTo>
                  <a:cubicBezTo>
                    <a:pt x="591445" y="661422"/>
                    <a:pt x="593396" y="662129"/>
                    <a:pt x="593834" y="662129"/>
                  </a:cubicBezTo>
                  <a:cubicBezTo>
                    <a:pt x="594271" y="662129"/>
                    <a:pt x="597637" y="662196"/>
                    <a:pt x="597637" y="662196"/>
                  </a:cubicBezTo>
                  <a:lnTo>
                    <a:pt x="599050" y="662196"/>
                  </a:lnTo>
                  <a:lnTo>
                    <a:pt x="601642" y="662533"/>
                  </a:lnTo>
                  <a:cubicBezTo>
                    <a:pt x="601642" y="662533"/>
                    <a:pt x="603392" y="662196"/>
                    <a:pt x="604570" y="662196"/>
                  </a:cubicBezTo>
                  <a:cubicBezTo>
                    <a:pt x="605781" y="662196"/>
                    <a:pt x="608272" y="661994"/>
                    <a:pt x="608608" y="661994"/>
                  </a:cubicBezTo>
                  <a:cubicBezTo>
                    <a:pt x="608945" y="661994"/>
                    <a:pt x="610123" y="659539"/>
                    <a:pt x="610123" y="659539"/>
                  </a:cubicBezTo>
                  <a:cubicBezTo>
                    <a:pt x="610123" y="659539"/>
                    <a:pt x="612176" y="658731"/>
                    <a:pt x="612613" y="658731"/>
                  </a:cubicBezTo>
                  <a:cubicBezTo>
                    <a:pt x="613051" y="658731"/>
                    <a:pt x="614666" y="658731"/>
                    <a:pt x="614666" y="658731"/>
                  </a:cubicBezTo>
                  <a:lnTo>
                    <a:pt x="619008" y="661355"/>
                  </a:lnTo>
                  <a:cubicBezTo>
                    <a:pt x="619008" y="661355"/>
                    <a:pt x="622710" y="663104"/>
                    <a:pt x="623013" y="663004"/>
                  </a:cubicBezTo>
                  <a:cubicBezTo>
                    <a:pt x="623349" y="662903"/>
                    <a:pt x="630518" y="661591"/>
                    <a:pt x="630518" y="661591"/>
                  </a:cubicBezTo>
                  <a:cubicBezTo>
                    <a:pt x="630518" y="661591"/>
                    <a:pt x="635734" y="661389"/>
                    <a:pt x="636710" y="660951"/>
                  </a:cubicBezTo>
                  <a:cubicBezTo>
                    <a:pt x="637686" y="660514"/>
                    <a:pt x="640715" y="660077"/>
                    <a:pt x="641051" y="660077"/>
                  </a:cubicBezTo>
                  <a:cubicBezTo>
                    <a:pt x="641388" y="660077"/>
                    <a:pt x="644316" y="663340"/>
                    <a:pt x="644316" y="663340"/>
                  </a:cubicBezTo>
                  <a:lnTo>
                    <a:pt x="643676" y="667478"/>
                  </a:lnTo>
                  <a:lnTo>
                    <a:pt x="642263" y="668554"/>
                  </a:lnTo>
                  <a:cubicBezTo>
                    <a:pt x="642263" y="668554"/>
                    <a:pt x="639974" y="670842"/>
                    <a:pt x="639335" y="670842"/>
                  </a:cubicBezTo>
                  <a:cubicBezTo>
                    <a:pt x="638696" y="670842"/>
                    <a:pt x="635869" y="671380"/>
                    <a:pt x="635869" y="671380"/>
                  </a:cubicBezTo>
                  <a:lnTo>
                    <a:pt x="633244" y="672692"/>
                  </a:lnTo>
                  <a:lnTo>
                    <a:pt x="631393" y="674105"/>
                  </a:lnTo>
                  <a:cubicBezTo>
                    <a:pt x="631393" y="674105"/>
                    <a:pt x="629441" y="675955"/>
                    <a:pt x="629239" y="676291"/>
                  </a:cubicBezTo>
                  <a:cubicBezTo>
                    <a:pt x="629003" y="676628"/>
                    <a:pt x="627489" y="677906"/>
                    <a:pt x="627287" y="678242"/>
                  </a:cubicBezTo>
                  <a:cubicBezTo>
                    <a:pt x="627085" y="678579"/>
                    <a:pt x="624796" y="680429"/>
                    <a:pt x="624796" y="680429"/>
                  </a:cubicBezTo>
                  <a:lnTo>
                    <a:pt x="623820" y="681640"/>
                  </a:lnTo>
                  <a:cubicBezTo>
                    <a:pt x="623820" y="681640"/>
                    <a:pt x="623618" y="685004"/>
                    <a:pt x="623618" y="685441"/>
                  </a:cubicBezTo>
                  <a:cubicBezTo>
                    <a:pt x="623618" y="685879"/>
                    <a:pt x="623820" y="691295"/>
                    <a:pt x="623820" y="691295"/>
                  </a:cubicBezTo>
                  <a:cubicBezTo>
                    <a:pt x="623820" y="691295"/>
                    <a:pt x="623820" y="692371"/>
                    <a:pt x="624022" y="693044"/>
                  </a:cubicBezTo>
                  <a:cubicBezTo>
                    <a:pt x="624224" y="693683"/>
                    <a:pt x="625537" y="695769"/>
                    <a:pt x="625974" y="695769"/>
                  </a:cubicBezTo>
                  <a:cubicBezTo>
                    <a:pt x="626412" y="695769"/>
                    <a:pt x="630114" y="698493"/>
                    <a:pt x="632066" y="698493"/>
                  </a:cubicBezTo>
                  <a:cubicBezTo>
                    <a:pt x="634018" y="698493"/>
                    <a:pt x="634556" y="698292"/>
                    <a:pt x="635431" y="698493"/>
                  </a:cubicBezTo>
                  <a:cubicBezTo>
                    <a:pt x="636306" y="698695"/>
                    <a:pt x="637922" y="700007"/>
                    <a:pt x="637922" y="700007"/>
                  </a:cubicBezTo>
                  <a:lnTo>
                    <a:pt x="640950" y="704044"/>
                  </a:lnTo>
                  <a:cubicBezTo>
                    <a:pt x="640950" y="704044"/>
                    <a:pt x="642364" y="708047"/>
                    <a:pt x="642465" y="708484"/>
                  </a:cubicBezTo>
                  <a:cubicBezTo>
                    <a:pt x="642566" y="708922"/>
                    <a:pt x="640143" y="709964"/>
                    <a:pt x="640143" y="709964"/>
                  </a:cubicBezTo>
                  <a:lnTo>
                    <a:pt x="638999" y="712992"/>
                  </a:lnTo>
                  <a:lnTo>
                    <a:pt x="638561" y="714741"/>
                  </a:lnTo>
                  <a:cubicBezTo>
                    <a:pt x="638561" y="714741"/>
                    <a:pt x="640580" y="714876"/>
                    <a:pt x="640748" y="715313"/>
                  </a:cubicBezTo>
                  <a:cubicBezTo>
                    <a:pt x="640883" y="715751"/>
                    <a:pt x="643071" y="716188"/>
                    <a:pt x="643071" y="716188"/>
                  </a:cubicBezTo>
                  <a:lnTo>
                    <a:pt x="643777" y="718206"/>
                  </a:lnTo>
                  <a:cubicBezTo>
                    <a:pt x="643777" y="718206"/>
                    <a:pt x="643777" y="722411"/>
                    <a:pt x="643643" y="722983"/>
                  </a:cubicBezTo>
                  <a:cubicBezTo>
                    <a:pt x="643508" y="723555"/>
                    <a:pt x="639873" y="726313"/>
                    <a:pt x="639873" y="726313"/>
                  </a:cubicBezTo>
                  <a:cubicBezTo>
                    <a:pt x="639873" y="726313"/>
                    <a:pt x="638426" y="726448"/>
                    <a:pt x="637417" y="727188"/>
                  </a:cubicBezTo>
                  <a:cubicBezTo>
                    <a:pt x="636407" y="727894"/>
                    <a:pt x="635095" y="728937"/>
                    <a:pt x="635095" y="728937"/>
                  </a:cubicBezTo>
                  <a:lnTo>
                    <a:pt x="630316" y="732402"/>
                  </a:lnTo>
                  <a:cubicBezTo>
                    <a:pt x="630316" y="732402"/>
                    <a:pt x="630181" y="734286"/>
                    <a:pt x="630181" y="734858"/>
                  </a:cubicBezTo>
                  <a:cubicBezTo>
                    <a:pt x="630181" y="735430"/>
                    <a:pt x="629744" y="735295"/>
                    <a:pt x="630316" y="736607"/>
                  </a:cubicBezTo>
                  <a:cubicBezTo>
                    <a:pt x="630888" y="737919"/>
                    <a:pt x="634085" y="739500"/>
                    <a:pt x="634085" y="739500"/>
                  </a:cubicBezTo>
                  <a:lnTo>
                    <a:pt x="636542" y="741081"/>
                  </a:lnTo>
                  <a:lnTo>
                    <a:pt x="638864" y="741384"/>
                  </a:lnTo>
                  <a:lnTo>
                    <a:pt x="642499" y="743268"/>
                  </a:lnTo>
                  <a:lnTo>
                    <a:pt x="644821" y="746295"/>
                  </a:lnTo>
                  <a:lnTo>
                    <a:pt x="645965" y="748482"/>
                  </a:lnTo>
                  <a:lnTo>
                    <a:pt x="646537" y="750500"/>
                  </a:lnTo>
                  <a:lnTo>
                    <a:pt x="646672" y="751947"/>
                  </a:lnTo>
                  <a:lnTo>
                    <a:pt x="649128" y="753090"/>
                  </a:lnTo>
                  <a:lnTo>
                    <a:pt x="654076" y="752519"/>
                  </a:lnTo>
                  <a:lnTo>
                    <a:pt x="655523" y="751341"/>
                  </a:lnTo>
                  <a:cubicBezTo>
                    <a:pt x="655523" y="751341"/>
                    <a:pt x="659730" y="751039"/>
                    <a:pt x="660302" y="751039"/>
                  </a:cubicBezTo>
                  <a:cubicBezTo>
                    <a:pt x="660874" y="751039"/>
                    <a:pt x="662927" y="752216"/>
                    <a:pt x="663364" y="752216"/>
                  </a:cubicBezTo>
                  <a:cubicBezTo>
                    <a:pt x="663802" y="752216"/>
                    <a:pt x="665821" y="752922"/>
                    <a:pt x="666999" y="752922"/>
                  </a:cubicBezTo>
                  <a:cubicBezTo>
                    <a:pt x="668143" y="752922"/>
                    <a:pt x="672081" y="750298"/>
                    <a:pt x="672081" y="750298"/>
                  </a:cubicBezTo>
                  <a:lnTo>
                    <a:pt x="673663" y="747271"/>
                  </a:lnTo>
                  <a:lnTo>
                    <a:pt x="674100" y="744815"/>
                  </a:lnTo>
                  <a:lnTo>
                    <a:pt x="676288" y="744512"/>
                  </a:lnTo>
                  <a:cubicBezTo>
                    <a:pt x="676288" y="744512"/>
                    <a:pt x="677600" y="744075"/>
                    <a:pt x="678307" y="744512"/>
                  </a:cubicBezTo>
                  <a:cubicBezTo>
                    <a:pt x="679047" y="744950"/>
                    <a:pt x="680629" y="745387"/>
                    <a:pt x="680629" y="745387"/>
                  </a:cubicBezTo>
                  <a:lnTo>
                    <a:pt x="682379" y="745690"/>
                  </a:lnTo>
                  <a:cubicBezTo>
                    <a:pt x="682379" y="745690"/>
                    <a:pt x="684264" y="745387"/>
                    <a:pt x="684701" y="745118"/>
                  </a:cubicBezTo>
                  <a:cubicBezTo>
                    <a:pt x="685139" y="744815"/>
                    <a:pt x="686148" y="743369"/>
                    <a:pt x="686283" y="742797"/>
                  </a:cubicBezTo>
                  <a:cubicBezTo>
                    <a:pt x="686418" y="742225"/>
                    <a:pt x="687158" y="740476"/>
                    <a:pt x="687158" y="740476"/>
                  </a:cubicBezTo>
                  <a:lnTo>
                    <a:pt x="688168" y="738895"/>
                  </a:lnTo>
                  <a:cubicBezTo>
                    <a:pt x="688168" y="738895"/>
                    <a:pt x="690053" y="737313"/>
                    <a:pt x="690053" y="736876"/>
                  </a:cubicBezTo>
                  <a:cubicBezTo>
                    <a:pt x="690053" y="736439"/>
                    <a:pt x="690928" y="734992"/>
                    <a:pt x="690928" y="734992"/>
                  </a:cubicBezTo>
                  <a:cubicBezTo>
                    <a:pt x="690928" y="734992"/>
                    <a:pt x="692375" y="732974"/>
                    <a:pt x="692677" y="732369"/>
                  </a:cubicBezTo>
                  <a:cubicBezTo>
                    <a:pt x="692980" y="731797"/>
                    <a:pt x="694259" y="729778"/>
                    <a:pt x="694259" y="729778"/>
                  </a:cubicBezTo>
                  <a:lnTo>
                    <a:pt x="695000" y="727894"/>
                  </a:lnTo>
                  <a:cubicBezTo>
                    <a:pt x="695000" y="727894"/>
                    <a:pt x="696582" y="725876"/>
                    <a:pt x="696884" y="725439"/>
                  </a:cubicBezTo>
                  <a:cubicBezTo>
                    <a:pt x="697187" y="725001"/>
                    <a:pt x="699072" y="722546"/>
                    <a:pt x="699072" y="722546"/>
                  </a:cubicBezTo>
                  <a:cubicBezTo>
                    <a:pt x="699072" y="722546"/>
                    <a:pt x="701529" y="719350"/>
                    <a:pt x="701529" y="720225"/>
                  </a:cubicBezTo>
                  <a:cubicBezTo>
                    <a:pt x="701529" y="721099"/>
                    <a:pt x="704423" y="721974"/>
                    <a:pt x="704423" y="721974"/>
                  </a:cubicBezTo>
                  <a:lnTo>
                    <a:pt x="707048" y="725001"/>
                  </a:lnTo>
                  <a:cubicBezTo>
                    <a:pt x="707048" y="725001"/>
                    <a:pt x="707486" y="726885"/>
                    <a:pt x="707923" y="727760"/>
                  </a:cubicBezTo>
                  <a:cubicBezTo>
                    <a:pt x="708361" y="728634"/>
                    <a:pt x="708630" y="731225"/>
                    <a:pt x="708630" y="731225"/>
                  </a:cubicBezTo>
                  <a:cubicBezTo>
                    <a:pt x="708630" y="731225"/>
                    <a:pt x="709202" y="732099"/>
                    <a:pt x="710077" y="732671"/>
                  </a:cubicBezTo>
                  <a:cubicBezTo>
                    <a:pt x="710952" y="733243"/>
                    <a:pt x="712702" y="734421"/>
                    <a:pt x="713409" y="734690"/>
                  </a:cubicBezTo>
                  <a:cubicBezTo>
                    <a:pt x="714149" y="734992"/>
                    <a:pt x="715024" y="735564"/>
                    <a:pt x="715866" y="736271"/>
                  </a:cubicBezTo>
                  <a:cubicBezTo>
                    <a:pt x="716741" y="736977"/>
                    <a:pt x="718760" y="736977"/>
                    <a:pt x="718760" y="736977"/>
                  </a:cubicBezTo>
                  <a:lnTo>
                    <a:pt x="720947" y="737852"/>
                  </a:lnTo>
                  <a:cubicBezTo>
                    <a:pt x="720947" y="737852"/>
                    <a:pt x="721082" y="737415"/>
                    <a:pt x="724145" y="738726"/>
                  </a:cubicBezTo>
                  <a:cubicBezTo>
                    <a:pt x="727207" y="740038"/>
                    <a:pt x="726837" y="741485"/>
                    <a:pt x="726837" y="741485"/>
                  </a:cubicBezTo>
                  <a:lnTo>
                    <a:pt x="726904" y="745387"/>
                  </a:lnTo>
                  <a:lnTo>
                    <a:pt x="726904" y="748314"/>
                  </a:lnTo>
                  <a:lnTo>
                    <a:pt x="725322" y="750332"/>
                  </a:lnTo>
                  <a:lnTo>
                    <a:pt x="723572" y="751779"/>
                  </a:lnTo>
                  <a:lnTo>
                    <a:pt x="723135" y="754537"/>
                  </a:lnTo>
                  <a:cubicBezTo>
                    <a:pt x="723135" y="754537"/>
                    <a:pt x="722260" y="757598"/>
                    <a:pt x="722832" y="757733"/>
                  </a:cubicBezTo>
                  <a:cubicBezTo>
                    <a:pt x="723404" y="757867"/>
                    <a:pt x="725289" y="757867"/>
                    <a:pt x="725895" y="757867"/>
                  </a:cubicBezTo>
                  <a:cubicBezTo>
                    <a:pt x="726467" y="757867"/>
                    <a:pt x="731246" y="757867"/>
                    <a:pt x="731246" y="757867"/>
                  </a:cubicBezTo>
                  <a:lnTo>
                    <a:pt x="732121" y="759886"/>
                  </a:lnTo>
                  <a:lnTo>
                    <a:pt x="732121" y="760458"/>
                  </a:lnTo>
                  <a:lnTo>
                    <a:pt x="732121" y="763923"/>
                  </a:lnTo>
                  <a:lnTo>
                    <a:pt x="729967" y="765234"/>
                  </a:lnTo>
                  <a:lnTo>
                    <a:pt x="725188" y="766681"/>
                  </a:lnTo>
                  <a:lnTo>
                    <a:pt x="723875" y="770146"/>
                  </a:lnTo>
                  <a:cubicBezTo>
                    <a:pt x="723875" y="770146"/>
                    <a:pt x="723438" y="771290"/>
                    <a:pt x="724010" y="771592"/>
                  </a:cubicBezTo>
                  <a:cubicBezTo>
                    <a:pt x="724582" y="771895"/>
                    <a:pt x="726803" y="773173"/>
                    <a:pt x="726803" y="773173"/>
                  </a:cubicBezTo>
                  <a:cubicBezTo>
                    <a:pt x="726803" y="773173"/>
                    <a:pt x="726904" y="773308"/>
                    <a:pt x="726904" y="773476"/>
                  </a:cubicBezTo>
                  <a:lnTo>
                    <a:pt x="726904" y="773476"/>
                  </a:lnTo>
                  <a:lnTo>
                    <a:pt x="731246" y="773476"/>
                  </a:lnTo>
                  <a:lnTo>
                    <a:pt x="736765" y="768262"/>
                  </a:lnTo>
                  <a:lnTo>
                    <a:pt x="741679" y="768262"/>
                  </a:lnTo>
                  <a:lnTo>
                    <a:pt x="744876" y="766244"/>
                  </a:lnTo>
                  <a:lnTo>
                    <a:pt x="747198" y="767993"/>
                  </a:lnTo>
                  <a:lnTo>
                    <a:pt x="748948" y="772063"/>
                  </a:lnTo>
                  <a:lnTo>
                    <a:pt x="751842" y="773510"/>
                  </a:lnTo>
                  <a:lnTo>
                    <a:pt x="758439" y="776975"/>
                  </a:lnTo>
                  <a:lnTo>
                    <a:pt x="762578" y="776975"/>
                  </a:lnTo>
                  <a:cubicBezTo>
                    <a:pt x="762578" y="776975"/>
                    <a:pt x="770622" y="777412"/>
                    <a:pt x="771261" y="776975"/>
                  </a:cubicBezTo>
                  <a:cubicBezTo>
                    <a:pt x="771900" y="776537"/>
                    <a:pt x="773852" y="772938"/>
                    <a:pt x="773852" y="772938"/>
                  </a:cubicBezTo>
                  <a:lnTo>
                    <a:pt x="775804" y="770011"/>
                  </a:lnTo>
                  <a:lnTo>
                    <a:pt x="785160" y="770011"/>
                  </a:lnTo>
                  <a:lnTo>
                    <a:pt x="790141" y="770449"/>
                  </a:lnTo>
                  <a:cubicBezTo>
                    <a:pt x="790141" y="770449"/>
                    <a:pt x="800574" y="772534"/>
                    <a:pt x="801449" y="771693"/>
                  </a:cubicBezTo>
                  <a:cubicBezTo>
                    <a:pt x="802324" y="770886"/>
                    <a:pt x="802661" y="772164"/>
                    <a:pt x="804377" y="769574"/>
                  </a:cubicBezTo>
                  <a:cubicBezTo>
                    <a:pt x="806127" y="766950"/>
                    <a:pt x="806867" y="766244"/>
                    <a:pt x="806867" y="766244"/>
                  </a:cubicBezTo>
                  <a:lnTo>
                    <a:pt x="806867" y="765672"/>
                  </a:lnTo>
                  <a:lnTo>
                    <a:pt x="812286" y="766984"/>
                  </a:lnTo>
                  <a:lnTo>
                    <a:pt x="814473" y="771424"/>
                  </a:lnTo>
                  <a:cubicBezTo>
                    <a:pt x="814473" y="771424"/>
                    <a:pt x="817065" y="773274"/>
                    <a:pt x="817940" y="773274"/>
                  </a:cubicBezTo>
                  <a:cubicBezTo>
                    <a:pt x="818815" y="773274"/>
                    <a:pt x="821204" y="772164"/>
                    <a:pt x="821844" y="771424"/>
                  </a:cubicBezTo>
                  <a:cubicBezTo>
                    <a:pt x="822483" y="770684"/>
                    <a:pt x="822483" y="770247"/>
                    <a:pt x="823796" y="768935"/>
                  </a:cubicBezTo>
                  <a:cubicBezTo>
                    <a:pt x="825108" y="767623"/>
                    <a:pt x="825108" y="765907"/>
                    <a:pt x="825546" y="765672"/>
                  </a:cubicBezTo>
                  <a:cubicBezTo>
                    <a:pt x="825983" y="765436"/>
                    <a:pt x="826858" y="764158"/>
                    <a:pt x="826858" y="764158"/>
                  </a:cubicBezTo>
                  <a:cubicBezTo>
                    <a:pt x="826858" y="764158"/>
                    <a:pt x="827498" y="762409"/>
                    <a:pt x="826858" y="761770"/>
                  </a:cubicBezTo>
                  <a:cubicBezTo>
                    <a:pt x="826219" y="761130"/>
                    <a:pt x="826993" y="761130"/>
                    <a:pt x="827161" y="759818"/>
                  </a:cubicBezTo>
                  <a:cubicBezTo>
                    <a:pt x="827296" y="758506"/>
                    <a:pt x="826858" y="760054"/>
                    <a:pt x="827296" y="758506"/>
                  </a:cubicBezTo>
                  <a:cubicBezTo>
                    <a:pt x="827733" y="756993"/>
                    <a:pt x="827431" y="755243"/>
                    <a:pt x="827431" y="755243"/>
                  </a:cubicBezTo>
                  <a:lnTo>
                    <a:pt x="827733" y="752418"/>
                  </a:lnTo>
                  <a:lnTo>
                    <a:pt x="827733" y="750029"/>
                  </a:lnTo>
                  <a:cubicBezTo>
                    <a:pt x="827733" y="750029"/>
                    <a:pt x="825983" y="748953"/>
                    <a:pt x="825781" y="748280"/>
                  </a:cubicBezTo>
                  <a:cubicBezTo>
                    <a:pt x="825546" y="747641"/>
                    <a:pt x="825142" y="745892"/>
                    <a:pt x="825142" y="745892"/>
                  </a:cubicBezTo>
                  <a:lnTo>
                    <a:pt x="823628" y="744849"/>
                  </a:lnTo>
                  <a:lnTo>
                    <a:pt x="820800" y="742797"/>
                  </a:lnTo>
                  <a:cubicBezTo>
                    <a:pt x="820800" y="742797"/>
                    <a:pt x="820733" y="741014"/>
                    <a:pt x="820800" y="740778"/>
                  </a:cubicBezTo>
                  <a:cubicBezTo>
                    <a:pt x="820868" y="740577"/>
                    <a:pt x="821406" y="739635"/>
                    <a:pt x="821608" y="739365"/>
                  </a:cubicBezTo>
                  <a:cubicBezTo>
                    <a:pt x="821810" y="739096"/>
                    <a:pt x="822147" y="738995"/>
                    <a:pt x="822416" y="738491"/>
                  </a:cubicBezTo>
                  <a:cubicBezTo>
                    <a:pt x="822685" y="737986"/>
                    <a:pt x="822921" y="737583"/>
                    <a:pt x="822921" y="736540"/>
                  </a:cubicBezTo>
                  <a:cubicBezTo>
                    <a:pt x="822921" y="735497"/>
                    <a:pt x="823022" y="735060"/>
                    <a:pt x="822921" y="734421"/>
                  </a:cubicBezTo>
                  <a:cubicBezTo>
                    <a:pt x="822820" y="733781"/>
                    <a:pt x="822719" y="732940"/>
                    <a:pt x="821945" y="732503"/>
                  </a:cubicBezTo>
                  <a:cubicBezTo>
                    <a:pt x="821171" y="732066"/>
                    <a:pt x="820329" y="732268"/>
                    <a:pt x="819656" y="731460"/>
                  </a:cubicBezTo>
                  <a:cubicBezTo>
                    <a:pt x="819017" y="730653"/>
                    <a:pt x="816897" y="730014"/>
                    <a:pt x="816897" y="730014"/>
                  </a:cubicBezTo>
                  <a:lnTo>
                    <a:pt x="814709" y="730014"/>
                  </a:lnTo>
                  <a:lnTo>
                    <a:pt x="813094" y="728601"/>
                  </a:lnTo>
                  <a:lnTo>
                    <a:pt x="811882" y="728264"/>
                  </a:lnTo>
                  <a:lnTo>
                    <a:pt x="807742" y="728264"/>
                  </a:lnTo>
                  <a:lnTo>
                    <a:pt x="806228" y="728567"/>
                  </a:lnTo>
                  <a:lnTo>
                    <a:pt x="804916" y="730081"/>
                  </a:lnTo>
                  <a:lnTo>
                    <a:pt x="802089" y="731090"/>
                  </a:lnTo>
                  <a:lnTo>
                    <a:pt x="800069" y="732335"/>
                  </a:lnTo>
                  <a:lnTo>
                    <a:pt x="797747" y="733781"/>
                  </a:lnTo>
                  <a:lnTo>
                    <a:pt x="794281" y="734656"/>
                  </a:lnTo>
                  <a:lnTo>
                    <a:pt x="788324" y="735228"/>
                  </a:lnTo>
                  <a:lnTo>
                    <a:pt x="785127" y="735228"/>
                  </a:lnTo>
                  <a:cubicBezTo>
                    <a:pt x="785127" y="735228"/>
                    <a:pt x="784117" y="734353"/>
                    <a:pt x="783982" y="733916"/>
                  </a:cubicBezTo>
                  <a:cubicBezTo>
                    <a:pt x="783848" y="733479"/>
                    <a:pt x="783848" y="731292"/>
                    <a:pt x="783848" y="730888"/>
                  </a:cubicBezTo>
                  <a:cubicBezTo>
                    <a:pt x="783848" y="730451"/>
                    <a:pt x="784588" y="729307"/>
                    <a:pt x="784588" y="729307"/>
                  </a:cubicBezTo>
                  <a:cubicBezTo>
                    <a:pt x="784588" y="729307"/>
                    <a:pt x="785463" y="727592"/>
                    <a:pt x="785598" y="727121"/>
                  </a:cubicBezTo>
                  <a:cubicBezTo>
                    <a:pt x="785732" y="726683"/>
                    <a:pt x="784723" y="726818"/>
                    <a:pt x="784454" y="724093"/>
                  </a:cubicBezTo>
                  <a:cubicBezTo>
                    <a:pt x="784151" y="721335"/>
                    <a:pt x="784319" y="720763"/>
                    <a:pt x="784151" y="719316"/>
                  </a:cubicBezTo>
                  <a:cubicBezTo>
                    <a:pt x="784016" y="717870"/>
                    <a:pt x="783713" y="715414"/>
                    <a:pt x="783141" y="715246"/>
                  </a:cubicBezTo>
                  <a:cubicBezTo>
                    <a:pt x="782569" y="715111"/>
                    <a:pt x="780381" y="712353"/>
                    <a:pt x="780381" y="712353"/>
                  </a:cubicBezTo>
                  <a:lnTo>
                    <a:pt x="779069" y="710536"/>
                  </a:lnTo>
                  <a:cubicBezTo>
                    <a:pt x="779069" y="710536"/>
                    <a:pt x="778766" y="709157"/>
                    <a:pt x="778194" y="709157"/>
                  </a:cubicBezTo>
                  <a:cubicBezTo>
                    <a:pt x="778194" y="709157"/>
                    <a:pt x="778328" y="709023"/>
                    <a:pt x="777453" y="709157"/>
                  </a:cubicBezTo>
                  <a:cubicBezTo>
                    <a:pt x="776578" y="709292"/>
                    <a:pt x="775569" y="708451"/>
                    <a:pt x="773684" y="709090"/>
                  </a:cubicBezTo>
                  <a:cubicBezTo>
                    <a:pt x="771799" y="709729"/>
                    <a:pt x="768771" y="710604"/>
                    <a:pt x="768771" y="711175"/>
                  </a:cubicBezTo>
                  <a:cubicBezTo>
                    <a:pt x="768771" y="711747"/>
                    <a:pt x="767021" y="712925"/>
                    <a:pt x="766751" y="712487"/>
                  </a:cubicBezTo>
                  <a:cubicBezTo>
                    <a:pt x="766448" y="712050"/>
                    <a:pt x="764564" y="710301"/>
                    <a:pt x="764564" y="710301"/>
                  </a:cubicBezTo>
                  <a:lnTo>
                    <a:pt x="763823" y="708821"/>
                  </a:lnTo>
                  <a:lnTo>
                    <a:pt x="762006" y="707172"/>
                  </a:lnTo>
                  <a:cubicBezTo>
                    <a:pt x="762006" y="707172"/>
                    <a:pt x="762444" y="704717"/>
                    <a:pt x="762444" y="704414"/>
                  </a:cubicBezTo>
                  <a:cubicBezTo>
                    <a:pt x="762444" y="704111"/>
                    <a:pt x="762376" y="701084"/>
                    <a:pt x="762376" y="701084"/>
                  </a:cubicBezTo>
                  <a:lnTo>
                    <a:pt x="763386" y="695096"/>
                  </a:lnTo>
                  <a:lnTo>
                    <a:pt x="763386" y="692606"/>
                  </a:lnTo>
                  <a:cubicBezTo>
                    <a:pt x="763386" y="692606"/>
                    <a:pt x="760559" y="690016"/>
                    <a:pt x="760121" y="689680"/>
                  </a:cubicBezTo>
                  <a:cubicBezTo>
                    <a:pt x="759684" y="689343"/>
                    <a:pt x="758607" y="687931"/>
                    <a:pt x="758607" y="687931"/>
                  </a:cubicBezTo>
                  <a:cubicBezTo>
                    <a:pt x="758607" y="687931"/>
                    <a:pt x="758405" y="686080"/>
                    <a:pt x="758943" y="685643"/>
                  </a:cubicBezTo>
                  <a:cubicBezTo>
                    <a:pt x="759482" y="685206"/>
                    <a:pt x="760357" y="683793"/>
                    <a:pt x="760693" y="683692"/>
                  </a:cubicBezTo>
                  <a:cubicBezTo>
                    <a:pt x="761030" y="683591"/>
                    <a:pt x="762006" y="681842"/>
                    <a:pt x="762006" y="681842"/>
                  </a:cubicBezTo>
                  <a:cubicBezTo>
                    <a:pt x="762006" y="681842"/>
                    <a:pt x="762780" y="679790"/>
                    <a:pt x="763083" y="679655"/>
                  </a:cubicBezTo>
                  <a:cubicBezTo>
                    <a:pt x="763419" y="679554"/>
                    <a:pt x="763419" y="679218"/>
                    <a:pt x="764295" y="678680"/>
                  </a:cubicBezTo>
                  <a:cubicBezTo>
                    <a:pt x="765170" y="678141"/>
                    <a:pt x="767021" y="675753"/>
                    <a:pt x="767021" y="675753"/>
                  </a:cubicBezTo>
                  <a:lnTo>
                    <a:pt x="768097" y="674677"/>
                  </a:lnTo>
                  <a:lnTo>
                    <a:pt x="768973" y="674037"/>
                  </a:lnTo>
                  <a:lnTo>
                    <a:pt x="770487" y="672725"/>
                  </a:lnTo>
                  <a:cubicBezTo>
                    <a:pt x="770487" y="672725"/>
                    <a:pt x="771126" y="671851"/>
                    <a:pt x="772001" y="671851"/>
                  </a:cubicBezTo>
                  <a:cubicBezTo>
                    <a:pt x="772876" y="671851"/>
                    <a:pt x="774593" y="670875"/>
                    <a:pt x="775030" y="670875"/>
                  </a:cubicBezTo>
                  <a:cubicBezTo>
                    <a:pt x="775468" y="670875"/>
                    <a:pt x="778194" y="670875"/>
                    <a:pt x="778194" y="670875"/>
                  </a:cubicBezTo>
                  <a:cubicBezTo>
                    <a:pt x="778194" y="670875"/>
                    <a:pt x="780348" y="672187"/>
                    <a:pt x="780785" y="672490"/>
                  </a:cubicBezTo>
                  <a:cubicBezTo>
                    <a:pt x="781223" y="672826"/>
                    <a:pt x="782401" y="673264"/>
                    <a:pt x="782973" y="673365"/>
                  </a:cubicBezTo>
                  <a:cubicBezTo>
                    <a:pt x="783511" y="673466"/>
                    <a:pt x="786103" y="673466"/>
                    <a:pt x="786574" y="673466"/>
                  </a:cubicBezTo>
                  <a:cubicBezTo>
                    <a:pt x="787011" y="673466"/>
                    <a:pt x="787213" y="674979"/>
                    <a:pt x="788324" y="673129"/>
                  </a:cubicBezTo>
                  <a:cubicBezTo>
                    <a:pt x="789401" y="671279"/>
                    <a:pt x="789939" y="670741"/>
                    <a:pt x="789939" y="670303"/>
                  </a:cubicBezTo>
                  <a:cubicBezTo>
                    <a:pt x="789939" y="669866"/>
                    <a:pt x="789502" y="664215"/>
                    <a:pt x="789502" y="664215"/>
                  </a:cubicBezTo>
                  <a:lnTo>
                    <a:pt x="789502" y="663037"/>
                  </a:lnTo>
                  <a:lnTo>
                    <a:pt x="790915" y="660750"/>
                  </a:lnTo>
                  <a:lnTo>
                    <a:pt x="793002" y="658630"/>
                  </a:lnTo>
                  <a:lnTo>
                    <a:pt x="795290" y="655199"/>
                  </a:lnTo>
                  <a:lnTo>
                    <a:pt x="797343" y="655199"/>
                  </a:lnTo>
                  <a:lnTo>
                    <a:pt x="799834" y="656074"/>
                  </a:lnTo>
                  <a:lnTo>
                    <a:pt x="800608" y="658799"/>
                  </a:lnTo>
                  <a:lnTo>
                    <a:pt x="801920" y="661624"/>
                  </a:lnTo>
                  <a:lnTo>
                    <a:pt x="805387" y="664988"/>
                  </a:lnTo>
                  <a:lnTo>
                    <a:pt x="807440" y="667713"/>
                  </a:lnTo>
                  <a:lnTo>
                    <a:pt x="809930" y="670202"/>
                  </a:lnTo>
                  <a:lnTo>
                    <a:pt x="812656" y="670404"/>
                  </a:lnTo>
                  <a:lnTo>
                    <a:pt x="814171" y="670068"/>
                  </a:lnTo>
                  <a:lnTo>
                    <a:pt x="815584" y="669866"/>
                  </a:lnTo>
                  <a:lnTo>
                    <a:pt x="818209" y="671178"/>
                  </a:lnTo>
                  <a:lnTo>
                    <a:pt x="820262" y="675316"/>
                  </a:lnTo>
                  <a:lnTo>
                    <a:pt x="821036" y="677166"/>
                  </a:lnTo>
                  <a:lnTo>
                    <a:pt x="822113" y="679453"/>
                  </a:lnTo>
                  <a:lnTo>
                    <a:pt x="824166" y="679117"/>
                  </a:lnTo>
                  <a:lnTo>
                    <a:pt x="825377" y="680328"/>
                  </a:lnTo>
                  <a:lnTo>
                    <a:pt x="826152" y="681943"/>
                  </a:lnTo>
                  <a:lnTo>
                    <a:pt x="827128" y="683591"/>
                  </a:lnTo>
                  <a:lnTo>
                    <a:pt x="828979" y="685206"/>
                  </a:lnTo>
                  <a:lnTo>
                    <a:pt x="830628" y="685979"/>
                  </a:lnTo>
                  <a:lnTo>
                    <a:pt x="832479" y="686619"/>
                  </a:lnTo>
                  <a:cubicBezTo>
                    <a:pt x="832479" y="686619"/>
                    <a:pt x="833253" y="687258"/>
                    <a:pt x="834229" y="686854"/>
                  </a:cubicBezTo>
                  <a:cubicBezTo>
                    <a:pt x="835205" y="686417"/>
                    <a:pt x="835642" y="685374"/>
                    <a:pt x="835642" y="685374"/>
                  </a:cubicBezTo>
                  <a:cubicBezTo>
                    <a:pt x="835642" y="685374"/>
                    <a:pt x="835474" y="685710"/>
                    <a:pt x="835205" y="686047"/>
                  </a:cubicBezTo>
                  <a:lnTo>
                    <a:pt x="833017" y="680429"/>
                  </a:lnTo>
                  <a:lnTo>
                    <a:pt x="833017" y="675215"/>
                  </a:lnTo>
                  <a:lnTo>
                    <a:pt x="831906" y="672826"/>
                  </a:lnTo>
                  <a:lnTo>
                    <a:pt x="831301" y="669496"/>
                  </a:lnTo>
                  <a:lnTo>
                    <a:pt x="831301" y="668251"/>
                  </a:lnTo>
                  <a:cubicBezTo>
                    <a:pt x="831301" y="668251"/>
                    <a:pt x="829113" y="663609"/>
                    <a:pt x="829113" y="663172"/>
                  </a:cubicBezTo>
                  <a:cubicBezTo>
                    <a:pt x="829113" y="662734"/>
                    <a:pt x="828238" y="658967"/>
                    <a:pt x="828238" y="658967"/>
                  </a:cubicBezTo>
                  <a:lnTo>
                    <a:pt x="825411" y="656646"/>
                  </a:lnTo>
                  <a:lnTo>
                    <a:pt x="824334" y="651297"/>
                  </a:lnTo>
                  <a:lnTo>
                    <a:pt x="824334" y="647395"/>
                  </a:lnTo>
                  <a:cubicBezTo>
                    <a:pt x="824334" y="647395"/>
                    <a:pt x="822450" y="644939"/>
                    <a:pt x="821877" y="644939"/>
                  </a:cubicBezTo>
                  <a:cubicBezTo>
                    <a:pt x="821305" y="644939"/>
                    <a:pt x="817805" y="640734"/>
                    <a:pt x="817805" y="640734"/>
                  </a:cubicBezTo>
                  <a:cubicBezTo>
                    <a:pt x="817805" y="640734"/>
                    <a:pt x="813026" y="641743"/>
                    <a:pt x="811848" y="641743"/>
                  </a:cubicBezTo>
                  <a:cubicBezTo>
                    <a:pt x="810704" y="641743"/>
                    <a:pt x="806935" y="641003"/>
                    <a:pt x="806060" y="639725"/>
                  </a:cubicBezTo>
                  <a:cubicBezTo>
                    <a:pt x="805185" y="638413"/>
                    <a:pt x="801584" y="634511"/>
                    <a:pt x="801584" y="634511"/>
                  </a:cubicBezTo>
                  <a:lnTo>
                    <a:pt x="798252" y="632761"/>
                  </a:lnTo>
                  <a:lnTo>
                    <a:pt x="790276" y="634073"/>
                  </a:lnTo>
                  <a:cubicBezTo>
                    <a:pt x="790276" y="634073"/>
                    <a:pt x="783915" y="636529"/>
                    <a:pt x="783478" y="636664"/>
                  </a:cubicBezTo>
                  <a:cubicBezTo>
                    <a:pt x="783040" y="636798"/>
                    <a:pt x="778833" y="636361"/>
                    <a:pt x="778396" y="636226"/>
                  </a:cubicBezTo>
                  <a:cubicBezTo>
                    <a:pt x="777958" y="636092"/>
                    <a:pt x="773920" y="630272"/>
                    <a:pt x="773920" y="630272"/>
                  </a:cubicBezTo>
                  <a:lnTo>
                    <a:pt x="773920" y="624755"/>
                  </a:lnTo>
                  <a:lnTo>
                    <a:pt x="773920" y="619541"/>
                  </a:lnTo>
                  <a:cubicBezTo>
                    <a:pt x="773920" y="619541"/>
                    <a:pt x="771968" y="615202"/>
                    <a:pt x="771093" y="614529"/>
                  </a:cubicBezTo>
                  <a:cubicBezTo>
                    <a:pt x="770218" y="613890"/>
                    <a:pt x="769141" y="611703"/>
                    <a:pt x="769141" y="610829"/>
                  </a:cubicBezTo>
                  <a:cubicBezTo>
                    <a:pt x="769141" y="609954"/>
                    <a:pt x="770016" y="609315"/>
                    <a:pt x="770218" y="608205"/>
                  </a:cubicBezTo>
                  <a:cubicBezTo>
                    <a:pt x="770420" y="607128"/>
                    <a:pt x="771295" y="606018"/>
                    <a:pt x="771295" y="605177"/>
                  </a:cubicBezTo>
                  <a:cubicBezTo>
                    <a:pt x="771295" y="604302"/>
                    <a:pt x="773247" y="602553"/>
                    <a:pt x="773247" y="602553"/>
                  </a:cubicBezTo>
                  <a:lnTo>
                    <a:pt x="773684" y="599290"/>
                  </a:lnTo>
                  <a:lnTo>
                    <a:pt x="774122" y="596666"/>
                  </a:lnTo>
                  <a:lnTo>
                    <a:pt x="776511" y="593841"/>
                  </a:lnTo>
                  <a:lnTo>
                    <a:pt x="774357" y="588862"/>
                  </a:lnTo>
                  <a:lnTo>
                    <a:pt x="769141" y="589938"/>
                  </a:lnTo>
                  <a:cubicBezTo>
                    <a:pt x="769141" y="589938"/>
                    <a:pt x="766516" y="591015"/>
                    <a:pt x="765876" y="591688"/>
                  </a:cubicBezTo>
                  <a:cubicBezTo>
                    <a:pt x="765237" y="592327"/>
                    <a:pt x="760660" y="594278"/>
                    <a:pt x="760660" y="594278"/>
                  </a:cubicBezTo>
                  <a:lnTo>
                    <a:pt x="757395" y="594278"/>
                  </a:lnTo>
                  <a:lnTo>
                    <a:pt x="750429" y="593201"/>
                  </a:lnTo>
                  <a:lnTo>
                    <a:pt x="746962" y="590376"/>
                  </a:lnTo>
                  <a:lnTo>
                    <a:pt x="744573" y="586911"/>
                  </a:lnTo>
                  <a:lnTo>
                    <a:pt x="745650" y="582773"/>
                  </a:lnTo>
                  <a:lnTo>
                    <a:pt x="746087" y="580385"/>
                  </a:lnTo>
                  <a:lnTo>
                    <a:pt x="744573" y="578871"/>
                  </a:lnTo>
                  <a:lnTo>
                    <a:pt x="740433" y="573657"/>
                  </a:lnTo>
                  <a:cubicBezTo>
                    <a:pt x="740433" y="573657"/>
                    <a:pt x="739356" y="571268"/>
                    <a:pt x="739356" y="570595"/>
                  </a:cubicBezTo>
                  <a:cubicBezTo>
                    <a:pt x="739356" y="569956"/>
                    <a:pt x="739996" y="564069"/>
                    <a:pt x="740669" y="563868"/>
                  </a:cubicBezTo>
                  <a:cubicBezTo>
                    <a:pt x="741342" y="563666"/>
                    <a:pt x="739356" y="558653"/>
                    <a:pt x="739356" y="558653"/>
                  </a:cubicBezTo>
                  <a:cubicBezTo>
                    <a:pt x="739356" y="558653"/>
                    <a:pt x="742823" y="556265"/>
                    <a:pt x="743496" y="556366"/>
                  </a:cubicBezTo>
                  <a:cubicBezTo>
                    <a:pt x="744135" y="556467"/>
                    <a:pt x="748477" y="550815"/>
                    <a:pt x="748477" y="550815"/>
                  </a:cubicBezTo>
                  <a:cubicBezTo>
                    <a:pt x="748477" y="550815"/>
                    <a:pt x="753895" y="547990"/>
                    <a:pt x="754333" y="547351"/>
                  </a:cubicBezTo>
                  <a:cubicBezTo>
                    <a:pt x="754770" y="546711"/>
                    <a:pt x="759112" y="545837"/>
                    <a:pt x="759785" y="545601"/>
                  </a:cubicBezTo>
                  <a:cubicBezTo>
                    <a:pt x="760424" y="545399"/>
                    <a:pt x="762612" y="543650"/>
                    <a:pt x="762612" y="542775"/>
                  </a:cubicBezTo>
                  <a:cubicBezTo>
                    <a:pt x="762612" y="541901"/>
                    <a:pt x="764564" y="537023"/>
                    <a:pt x="764564" y="536149"/>
                  </a:cubicBezTo>
                  <a:cubicBezTo>
                    <a:pt x="764564" y="535274"/>
                    <a:pt x="765439" y="531708"/>
                    <a:pt x="765439" y="531708"/>
                  </a:cubicBezTo>
                  <a:lnTo>
                    <a:pt x="767828" y="531708"/>
                  </a:lnTo>
                  <a:cubicBezTo>
                    <a:pt x="767828" y="531708"/>
                    <a:pt x="769343" y="531910"/>
                    <a:pt x="770891" y="531708"/>
                  </a:cubicBezTo>
                  <a:cubicBezTo>
                    <a:pt x="772405" y="531473"/>
                    <a:pt x="773280" y="530632"/>
                    <a:pt x="773920" y="529959"/>
                  </a:cubicBezTo>
                  <a:cubicBezTo>
                    <a:pt x="774559" y="529320"/>
                    <a:pt x="774795" y="527570"/>
                    <a:pt x="775232" y="526931"/>
                  </a:cubicBezTo>
                  <a:cubicBezTo>
                    <a:pt x="775670" y="526292"/>
                    <a:pt x="776545" y="523466"/>
                    <a:pt x="776545" y="522592"/>
                  </a:cubicBezTo>
                  <a:cubicBezTo>
                    <a:pt x="776545" y="521717"/>
                    <a:pt x="777420" y="518690"/>
                    <a:pt x="777420" y="518690"/>
                  </a:cubicBezTo>
                  <a:cubicBezTo>
                    <a:pt x="777420" y="518690"/>
                    <a:pt x="777857" y="516503"/>
                    <a:pt x="777857" y="515662"/>
                  </a:cubicBezTo>
                  <a:cubicBezTo>
                    <a:pt x="777857" y="514787"/>
                    <a:pt x="779170" y="513274"/>
                    <a:pt x="778732" y="512399"/>
                  </a:cubicBezTo>
                  <a:cubicBezTo>
                    <a:pt x="778295" y="511524"/>
                    <a:pt x="778295" y="509136"/>
                    <a:pt x="777655" y="508934"/>
                  </a:cubicBezTo>
                  <a:cubicBezTo>
                    <a:pt x="777016" y="508732"/>
                    <a:pt x="776780" y="505032"/>
                    <a:pt x="775030" y="503922"/>
                  </a:cubicBezTo>
                  <a:cubicBezTo>
                    <a:pt x="773280" y="502845"/>
                    <a:pt x="771328" y="501971"/>
                    <a:pt x="768703" y="501533"/>
                  </a:cubicBezTo>
                  <a:cubicBezTo>
                    <a:pt x="766112" y="501096"/>
                    <a:pt x="763924" y="498506"/>
                    <a:pt x="763285" y="498270"/>
                  </a:cubicBezTo>
                  <a:cubicBezTo>
                    <a:pt x="762612" y="498035"/>
                    <a:pt x="760895" y="494133"/>
                    <a:pt x="760895" y="494133"/>
                  </a:cubicBezTo>
                  <a:lnTo>
                    <a:pt x="760660" y="489692"/>
                  </a:lnTo>
                  <a:lnTo>
                    <a:pt x="761299" y="486530"/>
                  </a:lnTo>
                  <a:lnTo>
                    <a:pt x="766078" y="486530"/>
                  </a:lnTo>
                  <a:lnTo>
                    <a:pt x="770420" y="488717"/>
                  </a:lnTo>
                  <a:lnTo>
                    <a:pt x="771295" y="485454"/>
                  </a:lnTo>
                  <a:lnTo>
                    <a:pt x="768670" y="481316"/>
                  </a:lnTo>
                  <a:lnTo>
                    <a:pt x="771497" y="480239"/>
                  </a:lnTo>
                  <a:cubicBezTo>
                    <a:pt x="771497" y="480239"/>
                    <a:pt x="774324" y="480677"/>
                    <a:pt x="775199" y="480239"/>
                  </a:cubicBezTo>
                  <a:cubicBezTo>
                    <a:pt x="776074" y="479802"/>
                    <a:pt x="777386" y="480239"/>
                    <a:pt x="777386" y="480239"/>
                  </a:cubicBezTo>
                  <a:lnTo>
                    <a:pt x="780651" y="474151"/>
                  </a:lnTo>
                  <a:cubicBezTo>
                    <a:pt x="780651" y="474151"/>
                    <a:pt x="783680" y="469811"/>
                    <a:pt x="784353" y="468937"/>
                  </a:cubicBezTo>
                  <a:cubicBezTo>
                    <a:pt x="784992" y="468062"/>
                    <a:pt x="786574" y="464597"/>
                    <a:pt x="787180" y="464597"/>
                  </a:cubicBezTo>
                  <a:cubicBezTo>
                    <a:pt x="787819" y="464597"/>
                    <a:pt x="790209" y="462410"/>
                    <a:pt x="790209" y="462410"/>
                  </a:cubicBezTo>
                  <a:cubicBezTo>
                    <a:pt x="790209" y="462410"/>
                    <a:pt x="792834" y="464597"/>
                    <a:pt x="793473" y="464799"/>
                  </a:cubicBezTo>
                  <a:cubicBezTo>
                    <a:pt x="794112" y="465001"/>
                    <a:pt x="796738" y="467826"/>
                    <a:pt x="796738" y="467826"/>
                  </a:cubicBezTo>
                  <a:cubicBezTo>
                    <a:pt x="796738" y="467826"/>
                    <a:pt x="800002" y="468264"/>
                    <a:pt x="800641" y="468466"/>
                  </a:cubicBezTo>
                  <a:cubicBezTo>
                    <a:pt x="801315" y="468667"/>
                    <a:pt x="804343" y="470652"/>
                    <a:pt x="804343" y="470652"/>
                  </a:cubicBezTo>
                  <a:lnTo>
                    <a:pt x="806733" y="471729"/>
                  </a:lnTo>
                  <a:lnTo>
                    <a:pt x="810199" y="473478"/>
                  </a:lnTo>
                  <a:lnTo>
                    <a:pt x="812387" y="476741"/>
                  </a:lnTo>
                  <a:lnTo>
                    <a:pt x="814574" y="479567"/>
                  </a:lnTo>
                  <a:lnTo>
                    <a:pt x="818276" y="479567"/>
                  </a:lnTo>
                  <a:lnTo>
                    <a:pt x="821103" y="481955"/>
                  </a:lnTo>
                  <a:lnTo>
                    <a:pt x="825007" y="485218"/>
                  </a:lnTo>
                  <a:lnTo>
                    <a:pt x="826959" y="488986"/>
                  </a:lnTo>
                  <a:lnTo>
                    <a:pt x="830426" y="492316"/>
                  </a:lnTo>
                  <a:cubicBezTo>
                    <a:pt x="830426" y="492316"/>
                    <a:pt x="834700" y="492451"/>
                    <a:pt x="834801" y="492451"/>
                  </a:cubicBezTo>
                  <a:cubicBezTo>
                    <a:pt x="834902" y="492451"/>
                    <a:pt x="836921" y="492451"/>
                    <a:pt x="837358" y="492316"/>
                  </a:cubicBezTo>
                  <a:cubicBezTo>
                    <a:pt x="837796" y="492181"/>
                    <a:pt x="840118" y="490735"/>
                    <a:pt x="840118" y="490735"/>
                  </a:cubicBezTo>
                  <a:lnTo>
                    <a:pt x="841565" y="488717"/>
                  </a:lnTo>
                  <a:lnTo>
                    <a:pt x="842878" y="488212"/>
                  </a:lnTo>
                  <a:cubicBezTo>
                    <a:pt x="842878" y="488212"/>
                    <a:pt x="844190" y="488279"/>
                    <a:pt x="844628" y="488279"/>
                  </a:cubicBezTo>
                  <a:cubicBezTo>
                    <a:pt x="845065" y="488279"/>
                    <a:pt x="847825" y="488279"/>
                    <a:pt x="847825" y="488279"/>
                  </a:cubicBezTo>
                  <a:lnTo>
                    <a:pt x="848700" y="487707"/>
                  </a:lnTo>
                  <a:cubicBezTo>
                    <a:pt x="848700" y="487707"/>
                    <a:pt x="850013" y="485521"/>
                    <a:pt x="850450" y="485084"/>
                  </a:cubicBezTo>
                  <a:cubicBezTo>
                    <a:pt x="850888" y="484646"/>
                    <a:pt x="851628" y="483334"/>
                    <a:pt x="851628" y="483334"/>
                  </a:cubicBezTo>
                  <a:lnTo>
                    <a:pt x="852638" y="482090"/>
                  </a:lnTo>
                  <a:lnTo>
                    <a:pt x="855667" y="481282"/>
                  </a:lnTo>
                  <a:lnTo>
                    <a:pt x="860008" y="481282"/>
                  </a:lnTo>
                  <a:lnTo>
                    <a:pt x="861455" y="480576"/>
                  </a:lnTo>
                  <a:cubicBezTo>
                    <a:pt x="861455" y="480576"/>
                    <a:pt x="862465" y="481013"/>
                    <a:pt x="863912" y="481888"/>
                  </a:cubicBezTo>
                  <a:cubicBezTo>
                    <a:pt x="865359" y="482762"/>
                    <a:pt x="870441" y="485958"/>
                    <a:pt x="870441" y="485958"/>
                  </a:cubicBezTo>
                  <a:lnTo>
                    <a:pt x="871148" y="489726"/>
                  </a:lnTo>
                  <a:cubicBezTo>
                    <a:pt x="871148" y="489726"/>
                    <a:pt x="870508" y="494940"/>
                    <a:pt x="870778" y="495512"/>
                  </a:cubicBezTo>
                  <a:cubicBezTo>
                    <a:pt x="871080" y="496084"/>
                    <a:pt x="871282" y="500154"/>
                    <a:pt x="871282" y="500154"/>
                  </a:cubicBezTo>
                  <a:lnTo>
                    <a:pt x="871282" y="503047"/>
                  </a:lnTo>
                  <a:lnTo>
                    <a:pt x="874311" y="505234"/>
                  </a:lnTo>
                  <a:lnTo>
                    <a:pt x="875186" y="508429"/>
                  </a:lnTo>
                  <a:cubicBezTo>
                    <a:pt x="875186" y="508429"/>
                    <a:pt x="879258" y="511322"/>
                    <a:pt x="880100" y="511625"/>
                  </a:cubicBezTo>
                  <a:cubicBezTo>
                    <a:pt x="880975" y="511928"/>
                    <a:pt x="881109" y="511827"/>
                    <a:pt x="882557" y="512130"/>
                  </a:cubicBezTo>
                  <a:cubicBezTo>
                    <a:pt x="884004" y="512433"/>
                    <a:pt x="886898" y="512634"/>
                    <a:pt x="887470" y="512634"/>
                  </a:cubicBezTo>
                  <a:cubicBezTo>
                    <a:pt x="888042" y="512634"/>
                    <a:pt x="891239" y="512634"/>
                    <a:pt x="891239" y="512634"/>
                  </a:cubicBezTo>
                  <a:cubicBezTo>
                    <a:pt x="891239" y="512634"/>
                    <a:pt x="895144" y="512634"/>
                    <a:pt x="896591" y="512634"/>
                  </a:cubicBezTo>
                  <a:cubicBezTo>
                    <a:pt x="898038" y="512634"/>
                    <a:pt x="901673" y="512634"/>
                    <a:pt x="901673" y="512634"/>
                  </a:cubicBezTo>
                  <a:lnTo>
                    <a:pt x="904432" y="510448"/>
                  </a:lnTo>
                  <a:lnTo>
                    <a:pt x="906620" y="509439"/>
                  </a:lnTo>
                  <a:cubicBezTo>
                    <a:pt x="906620" y="509439"/>
                    <a:pt x="909379" y="508295"/>
                    <a:pt x="909951" y="508295"/>
                  </a:cubicBezTo>
                  <a:cubicBezTo>
                    <a:pt x="910524" y="508295"/>
                    <a:pt x="914158" y="505974"/>
                    <a:pt x="914731" y="505839"/>
                  </a:cubicBezTo>
                  <a:cubicBezTo>
                    <a:pt x="915303" y="505705"/>
                    <a:pt x="917557" y="503081"/>
                    <a:pt x="917995" y="503081"/>
                  </a:cubicBezTo>
                  <a:cubicBezTo>
                    <a:pt x="918432" y="503081"/>
                    <a:pt x="919947" y="499616"/>
                    <a:pt x="919947" y="499616"/>
                  </a:cubicBezTo>
                  <a:lnTo>
                    <a:pt x="919947" y="497867"/>
                  </a:lnTo>
                  <a:lnTo>
                    <a:pt x="920822" y="495276"/>
                  </a:lnTo>
                  <a:lnTo>
                    <a:pt x="922707" y="492955"/>
                  </a:lnTo>
                  <a:lnTo>
                    <a:pt x="924591" y="491071"/>
                  </a:lnTo>
                  <a:lnTo>
                    <a:pt x="928058" y="486732"/>
                  </a:lnTo>
                  <a:lnTo>
                    <a:pt x="929808" y="480509"/>
                  </a:lnTo>
                  <a:cubicBezTo>
                    <a:pt x="929808" y="480509"/>
                    <a:pt x="932130" y="474992"/>
                    <a:pt x="932870" y="474992"/>
                  </a:cubicBezTo>
                  <a:cubicBezTo>
                    <a:pt x="933577" y="474992"/>
                    <a:pt x="936337" y="472973"/>
                    <a:pt x="936337" y="472973"/>
                  </a:cubicBezTo>
                  <a:lnTo>
                    <a:pt x="937918" y="469643"/>
                  </a:lnTo>
                  <a:lnTo>
                    <a:pt x="939366" y="465303"/>
                  </a:lnTo>
                  <a:cubicBezTo>
                    <a:pt x="939366" y="465303"/>
                    <a:pt x="939938" y="462982"/>
                    <a:pt x="940375" y="462478"/>
                  </a:cubicBezTo>
                  <a:cubicBezTo>
                    <a:pt x="940813" y="461973"/>
                    <a:pt x="942394" y="458340"/>
                    <a:pt x="942394" y="458340"/>
                  </a:cubicBezTo>
                  <a:cubicBezTo>
                    <a:pt x="942394" y="458340"/>
                    <a:pt x="943842" y="457331"/>
                    <a:pt x="943976" y="456894"/>
                  </a:cubicBezTo>
                  <a:cubicBezTo>
                    <a:pt x="944111" y="456456"/>
                    <a:pt x="945558" y="455010"/>
                    <a:pt x="945558" y="455010"/>
                  </a:cubicBezTo>
                  <a:lnTo>
                    <a:pt x="946871" y="451679"/>
                  </a:lnTo>
                  <a:cubicBezTo>
                    <a:pt x="946871" y="451679"/>
                    <a:pt x="946736" y="450098"/>
                    <a:pt x="948318" y="450098"/>
                  </a:cubicBezTo>
                  <a:cubicBezTo>
                    <a:pt x="949899" y="450098"/>
                    <a:pt x="951212" y="450098"/>
                    <a:pt x="951212" y="450098"/>
                  </a:cubicBezTo>
                  <a:lnTo>
                    <a:pt x="951212" y="449224"/>
                  </a:lnTo>
                  <a:lnTo>
                    <a:pt x="952962" y="446902"/>
                  </a:lnTo>
                  <a:lnTo>
                    <a:pt x="952962" y="445759"/>
                  </a:lnTo>
                  <a:cubicBezTo>
                    <a:pt x="952962" y="445759"/>
                    <a:pt x="952828" y="443303"/>
                    <a:pt x="952962" y="442866"/>
                  </a:cubicBezTo>
                  <a:cubicBezTo>
                    <a:pt x="953097" y="442429"/>
                    <a:pt x="950068" y="439233"/>
                    <a:pt x="950068" y="439233"/>
                  </a:cubicBezTo>
                  <a:lnTo>
                    <a:pt x="947308" y="436912"/>
                  </a:lnTo>
                  <a:lnTo>
                    <a:pt x="948452" y="433884"/>
                  </a:lnTo>
                  <a:lnTo>
                    <a:pt x="950472" y="430688"/>
                  </a:lnTo>
                  <a:lnTo>
                    <a:pt x="952726" y="429107"/>
                  </a:lnTo>
                  <a:lnTo>
                    <a:pt x="954678" y="427661"/>
                  </a:lnTo>
                  <a:lnTo>
                    <a:pt x="954678" y="424902"/>
                  </a:lnTo>
                  <a:cubicBezTo>
                    <a:pt x="954678" y="424902"/>
                    <a:pt x="953097" y="423153"/>
                    <a:pt x="953534" y="423018"/>
                  </a:cubicBezTo>
                  <a:cubicBezTo>
                    <a:pt x="953972" y="422884"/>
                    <a:pt x="954409" y="421202"/>
                    <a:pt x="954678" y="421067"/>
                  </a:cubicBezTo>
                  <a:cubicBezTo>
                    <a:pt x="954981" y="420933"/>
                    <a:pt x="955823" y="418813"/>
                    <a:pt x="955823" y="418813"/>
                  </a:cubicBezTo>
                  <a:lnTo>
                    <a:pt x="959020" y="418813"/>
                  </a:lnTo>
                  <a:lnTo>
                    <a:pt x="960770" y="418813"/>
                  </a:lnTo>
                  <a:cubicBezTo>
                    <a:pt x="960770" y="418813"/>
                    <a:pt x="963227" y="418242"/>
                    <a:pt x="964102" y="418813"/>
                  </a:cubicBezTo>
                  <a:cubicBezTo>
                    <a:pt x="964977" y="419385"/>
                    <a:pt x="965986" y="420697"/>
                    <a:pt x="965986" y="420697"/>
                  </a:cubicBezTo>
                  <a:cubicBezTo>
                    <a:pt x="965986" y="420697"/>
                    <a:pt x="966558" y="421269"/>
                    <a:pt x="967434" y="421841"/>
                  </a:cubicBezTo>
                  <a:cubicBezTo>
                    <a:pt x="968309" y="422413"/>
                    <a:pt x="969890" y="422985"/>
                    <a:pt x="970631" y="422985"/>
                  </a:cubicBezTo>
                  <a:cubicBezTo>
                    <a:pt x="971338" y="422985"/>
                    <a:pt x="972650" y="423557"/>
                    <a:pt x="973390" y="422850"/>
                  </a:cubicBezTo>
                  <a:cubicBezTo>
                    <a:pt x="974097" y="422110"/>
                    <a:pt x="975578" y="420226"/>
                    <a:pt x="976150" y="420226"/>
                  </a:cubicBezTo>
                  <a:cubicBezTo>
                    <a:pt x="976722" y="420226"/>
                    <a:pt x="978035" y="419654"/>
                    <a:pt x="978035" y="419654"/>
                  </a:cubicBezTo>
                  <a:lnTo>
                    <a:pt x="979179" y="420092"/>
                  </a:lnTo>
                  <a:cubicBezTo>
                    <a:pt x="979179" y="420092"/>
                    <a:pt x="979482" y="422682"/>
                    <a:pt x="979886" y="423119"/>
                  </a:cubicBezTo>
                  <a:cubicBezTo>
                    <a:pt x="980323" y="423557"/>
                    <a:pt x="982511" y="426450"/>
                    <a:pt x="982511" y="426450"/>
                  </a:cubicBezTo>
                  <a:lnTo>
                    <a:pt x="984261" y="427459"/>
                  </a:lnTo>
                  <a:lnTo>
                    <a:pt x="986852" y="427459"/>
                  </a:lnTo>
                  <a:lnTo>
                    <a:pt x="989174" y="426450"/>
                  </a:lnTo>
                  <a:lnTo>
                    <a:pt x="991194" y="424700"/>
                  </a:lnTo>
                  <a:cubicBezTo>
                    <a:pt x="991194" y="424700"/>
                    <a:pt x="992338" y="424566"/>
                    <a:pt x="992776" y="424263"/>
                  </a:cubicBezTo>
                  <a:cubicBezTo>
                    <a:pt x="993213" y="423960"/>
                    <a:pt x="994357" y="422951"/>
                    <a:pt x="994795" y="422682"/>
                  </a:cubicBezTo>
                  <a:cubicBezTo>
                    <a:pt x="995232" y="422379"/>
                    <a:pt x="995804" y="421235"/>
                    <a:pt x="995804" y="421235"/>
                  </a:cubicBezTo>
                  <a:lnTo>
                    <a:pt x="999708" y="416728"/>
                  </a:lnTo>
                  <a:lnTo>
                    <a:pt x="996814" y="412960"/>
                  </a:lnTo>
                  <a:cubicBezTo>
                    <a:pt x="996814" y="412960"/>
                    <a:pt x="995804" y="410505"/>
                    <a:pt x="995939" y="409630"/>
                  </a:cubicBezTo>
                  <a:cubicBezTo>
                    <a:pt x="996074" y="408755"/>
                    <a:pt x="996242" y="407174"/>
                    <a:pt x="997083" y="406434"/>
                  </a:cubicBezTo>
                  <a:cubicBezTo>
                    <a:pt x="997958" y="405694"/>
                    <a:pt x="999675" y="403676"/>
                    <a:pt x="999675" y="403676"/>
                  </a:cubicBezTo>
                  <a:lnTo>
                    <a:pt x="1001997" y="402801"/>
                  </a:lnTo>
                  <a:cubicBezTo>
                    <a:pt x="1001997" y="402801"/>
                    <a:pt x="1004454" y="401052"/>
                    <a:pt x="1005026" y="399774"/>
                  </a:cubicBezTo>
                  <a:cubicBezTo>
                    <a:pt x="1005598" y="398462"/>
                    <a:pt x="1007348" y="396006"/>
                    <a:pt x="1007348" y="396006"/>
                  </a:cubicBezTo>
                  <a:lnTo>
                    <a:pt x="1004891" y="394257"/>
                  </a:lnTo>
                  <a:lnTo>
                    <a:pt x="1004319" y="391935"/>
                  </a:lnTo>
                  <a:lnTo>
                    <a:pt x="1005463" y="389917"/>
                  </a:lnTo>
                  <a:lnTo>
                    <a:pt x="1008795" y="388336"/>
                  </a:lnTo>
                  <a:lnTo>
                    <a:pt x="1011824" y="384871"/>
                  </a:lnTo>
                  <a:lnTo>
                    <a:pt x="1008627" y="381238"/>
                  </a:lnTo>
                  <a:lnTo>
                    <a:pt x="1007483" y="379354"/>
                  </a:lnTo>
                  <a:cubicBezTo>
                    <a:pt x="1007483" y="379354"/>
                    <a:pt x="1008055" y="376327"/>
                    <a:pt x="1008492" y="376158"/>
                  </a:cubicBezTo>
                  <a:cubicBezTo>
                    <a:pt x="1008930" y="376024"/>
                    <a:pt x="1013709" y="374140"/>
                    <a:pt x="1013709" y="374140"/>
                  </a:cubicBezTo>
                  <a:lnTo>
                    <a:pt x="1017613" y="371953"/>
                  </a:lnTo>
                  <a:lnTo>
                    <a:pt x="1020069" y="368186"/>
                  </a:lnTo>
                  <a:lnTo>
                    <a:pt x="1021079" y="364721"/>
                  </a:lnTo>
                  <a:cubicBezTo>
                    <a:pt x="1021079" y="364721"/>
                    <a:pt x="1022661" y="361962"/>
                    <a:pt x="1022661" y="361391"/>
                  </a:cubicBezTo>
                  <a:cubicBezTo>
                    <a:pt x="1022661" y="360819"/>
                    <a:pt x="1023805" y="358060"/>
                    <a:pt x="1023805" y="358060"/>
                  </a:cubicBezTo>
                  <a:cubicBezTo>
                    <a:pt x="1023805" y="358060"/>
                    <a:pt x="1023502" y="355605"/>
                    <a:pt x="1023805" y="355167"/>
                  </a:cubicBezTo>
                  <a:cubicBezTo>
                    <a:pt x="1024108" y="354730"/>
                    <a:pt x="1023805" y="352409"/>
                    <a:pt x="1023805" y="352409"/>
                  </a:cubicBezTo>
                  <a:cubicBezTo>
                    <a:pt x="1023805" y="352409"/>
                    <a:pt x="1023199" y="351097"/>
                    <a:pt x="1023939" y="350660"/>
                  </a:cubicBezTo>
                  <a:cubicBezTo>
                    <a:pt x="1024680" y="350222"/>
                    <a:pt x="1025993" y="348473"/>
                    <a:pt x="1025993" y="348473"/>
                  </a:cubicBezTo>
                  <a:cubicBezTo>
                    <a:pt x="1025993" y="348473"/>
                    <a:pt x="1027742" y="348608"/>
                    <a:pt x="1028315" y="348473"/>
                  </a:cubicBezTo>
                  <a:cubicBezTo>
                    <a:pt x="1028887" y="348338"/>
                    <a:pt x="1029762" y="348608"/>
                    <a:pt x="1031074" y="348473"/>
                  </a:cubicBezTo>
                  <a:cubicBezTo>
                    <a:pt x="1032387" y="348338"/>
                    <a:pt x="1035113" y="347767"/>
                    <a:pt x="1035113" y="347767"/>
                  </a:cubicBezTo>
                  <a:cubicBezTo>
                    <a:pt x="1035113" y="347767"/>
                    <a:pt x="1035988" y="346017"/>
                    <a:pt x="1037570" y="345311"/>
                  </a:cubicBezTo>
                  <a:cubicBezTo>
                    <a:pt x="1039151" y="344571"/>
                    <a:pt x="1040531" y="342721"/>
                    <a:pt x="1040531" y="342115"/>
                  </a:cubicBezTo>
                  <a:cubicBezTo>
                    <a:pt x="1040531" y="341543"/>
                    <a:pt x="1041474" y="338919"/>
                    <a:pt x="1041474" y="338919"/>
                  </a:cubicBezTo>
                  <a:lnTo>
                    <a:pt x="1041474" y="337910"/>
                  </a:lnTo>
                  <a:lnTo>
                    <a:pt x="1042180" y="336464"/>
                  </a:lnTo>
                  <a:cubicBezTo>
                    <a:pt x="1042180" y="336464"/>
                    <a:pt x="1045075" y="335454"/>
                    <a:pt x="1045647" y="335454"/>
                  </a:cubicBezTo>
                  <a:cubicBezTo>
                    <a:pt x="1046219" y="335454"/>
                    <a:pt x="1046656" y="335589"/>
                    <a:pt x="1047229" y="335454"/>
                  </a:cubicBezTo>
                  <a:cubicBezTo>
                    <a:pt x="1047801" y="335320"/>
                    <a:pt x="1051132" y="333705"/>
                    <a:pt x="1051570" y="333705"/>
                  </a:cubicBezTo>
                  <a:cubicBezTo>
                    <a:pt x="1052008" y="333705"/>
                    <a:pt x="1053320" y="332259"/>
                    <a:pt x="1053758" y="332259"/>
                  </a:cubicBezTo>
                  <a:cubicBezTo>
                    <a:pt x="1054195" y="332259"/>
                    <a:pt x="1055339" y="329803"/>
                    <a:pt x="1055339" y="329803"/>
                  </a:cubicBezTo>
                  <a:cubicBezTo>
                    <a:pt x="1055339" y="329803"/>
                    <a:pt x="1055205" y="328222"/>
                    <a:pt x="1055339" y="327616"/>
                  </a:cubicBezTo>
                  <a:cubicBezTo>
                    <a:pt x="1055474" y="327044"/>
                    <a:pt x="1055339" y="323849"/>
                    <a:pt x="1055339" y="323849"/>
                  </a:cubicBezTo>
                  <a:lnTo>
                    <a:pt x="1054161" y="318904"/>
                  </a:lnTo>
                  <a:close/>
                </a:path>
              </a:pathLst>
            </a:custGeom>
            <a:grpFill/>
            <a:ln w="6350" cap="flat">
              <a:solidFill>
                <a:schemeClr val="bg1"/>
              </a:solidFill>
              <a:prstDash val="solid"/>
              <a:miter/>
            </a:ln>
          </p:spPr>
          <p:txBody>
            <a:bodyPr rtlCol="0" anchor="ctr"/>
            <a:lstStyle/>
            <a:p>
              <a:endParaRPr lang="en-US"/>
            </a:p>
          </p:txBody>
        </p:sp>
        <p:sp>
          <p:nvSpPr>
            <p:cNvPr id="192" name="Freeform 909">
              <a:extLst>
                <a:ext uri="{FF2B5EF4-FFF2-40B4-BE49-F238E27FC236}">
                  <a16:creationId xmlns:a16="http://schemas.microsoft.com/office/drawing/2014/main" id="{DB5DBC50-D9D8-D356-204E-2E837903B245}"/>
                </a:ext>
              </a:extLst>
            </p:cNvPr>
            <p:cNvSpPr/>
            <p:nvPr/>
          </p:nvSpPr>
          <p:spPr>
            <a:xfrm>
              <a:off x="6762206" y="2509387"/>
              <a:ext cx="655514" cy="476204"/>
            </a:xfrm>
            <a:custGeom>
              <a:avLst/>
              <a:gdLst>
                <a:gd name="connsiteX0" fmla="*/ 1116827 w 1258521"/>
                <a:gd name="connsiteY0" fmla="*/ 745555 h 914263"/>
                <a:gd name="connsiteX1" fmla="*/ 1113866 w 1258521"/>
                <a:gd name="connsiteY1" fmla="*/ 746060 h 914263"/>
                <a:gd name="connsiteX2" fmla="*/ 1112721 w 1258521"/>
                <a:gd name="connsiteY2" fmla="*/ 747069 h 914263"/>
                <a:gd name="connsiteX3" fmla="*/ 1111846 w 1258521"/>
                <a:gd name="connsiteY3" fmla="*/ 747372 h 914263"/>
                <a:gd name="connsiteX4" fmla="*/ 1109255 w 1258521"/>
                <a:gd name="connsiteY4" fmla="*/ 748684 h 914263"/>
                <a:gd name="connsiteX5" fmla="*/ 1107505 w 1258521"/>
                <a:gd name="connsiteY5" fmla="*/ 749121 h 914263"/>
                <a:gd name="connsiteX6" fmla="*/ 1105620 w 1258521"/>
                <a:gd name="connsiteY6" fmla="*/ 748381 h 914263"/>
                <a:gd name="connsiteX7" fmla="*/ 1104274 w 1258521"/>
                <a:gd name="connsiteY7" fmla="*/ 748381 h 914263"/>
                <a:gd name="connsiteX8" fmla="*/ 1101111 w 1258521"/>
                <a:gd name="connsiteY8" fmla="*/ 746531 h 914263"/>
                <a:gd name="connsiteX9" fmla="*/ 1100135 w 1258521"/>
                <a:gd name="connsiteY9" fmla="*/ 743503 h 914263"/>
                <a:gd name="connsiteX10" fmla="*/ 1100236 w 1258521"/>
                <a:gd name="connsiteY10" fmla="*/ 741855 h 914263"/>
                <a:gd name="connsiteX11" fmla="*/ 1101414 w 1258521"/>
                <a:gd name="connsiteY11" fmla="*/ 740207 h 914263"/>
                <a:gd name="connsiteX12" fmla="*/ 1102288 w 1258521"/>
                <a:gd name="connsiteY12" fmla="*/ 738592 h 914263"/>
                <a:gd name="connsiteX13" fmla="*/ 1102827 w 1258521"/>
                <a:gd name="connsiteY13" fmla="*/ 737818 h 914263"/>
                <a:gd name="connsiteX14" fmla="*/ 1103365 w 1258521"/>
                <a:gd name="connsiteY14" fmla="*/ 735968 h 914263"/>
                <a:gd name="connsiteX15" fmla="*/ 1104240 w 1258521"/>
                <a:gd name="connsiteY15" fmla="*/ 734017 h 914263"/>
                <a:gd name="connsiteX16" fmla="*/ 1104342 w 1258521"/>
                <a:gd name="connsiteY16" fmla="*/ 731729 h 914263"/>
                <a:gd name="connsiteX17" fmla="*/ 1104678 w 1258521"/>
                <a:gd name="connsiteY17" fmla="*/ 730115 h 914263"/>
                <a:gd name="connsiteX18" fmla="*/ 1104678 w 1258521"/>
                <a:gd name="connsiteY18" fmla="*/ 725102 h 914263"/>
                <a:gd name="connsiteX19" fmla="*/ 1100639 w 1258521"/>
                <a:gd name="connsiteY19" fmla="*/ 723017 h 914263"/>
                <a:gd name="connsiteX20" fmla="*/ 1098822 w 1258521"/>
                <a:gd name="connsiteY20" fmla="*/ 722815 h 914263"/>
                <a:gd name="connsiteX21" fmla="*/ 1096870 w 1258521"/>
                <a:gd name="connsiteY21" fmla="*/ 722310 h 914263"/>
                <a:gd name="connsiteX22" fmla="*/ 1096668 w 1258521"/>
                <a:gd name="connsiteY22" fmla="*/ 722310 h 914263"/>
                <a:gd name="connsiteX23" fmla="*/ 1095861 w 1258521"/>
                <a:gd name="connsiteY23" fmla="*/ 722916 h 914263"/>
                <a:gd name="connsiteX24" fmla="*/ 1093404 w 1258521"/>
                <a:gd name="connsiteY24" fmla="*/ 724026 h 914263"/>
                <a:gd name="connsiteX25" fmla="*/ 1089332 w 1258521"/>
                <a:gd name="connsiteY25" fmla="*/ 724968 h 914263"/>
                <a:gd name="connsiteX26" fmla="*/ 1086572 w 1258521"/>
                <a:gd name="connsiteY26" fmla="*/ 725338 h 914263"/>
                <a:gd name="connsiteX27" fmla="*/ 1084553 w 1258521"/>
                <a:gd name="connsiteY27" fmla="*/ 725405 h 914263"/>
                <a:gd name="connsiteX28" fmla="*/ 1083476 w 1258521"/>
                <a:gd name="connsiteY28" fmla="*/ 724228 h 914263"/>
                <a:gd name="connsiteX29" fmla="*/ 1082971 w 1258521"/>
                <a:gd name="connsiteY29" fmla="*/ 724026 h 914263"/>
                <a:gd name="connsiteX30" fmla="*/ 1079134 w 1258521"/>
                <a:gd name="connsiteY30" fmla="*/ 724026 h 914263"/>
                <a:gd name="connsiteX31" fmla="*/ 1077485 w 1258521"/>
                <a:gd name="connsiteY31" fmla="*/ 724194 h 914263"/>
                <a:gd name="connsiteX32" fmla="*/ 1075298 w 1258521"/>
                <a:gd name="connsiteY32" fmla="*/ 725674 h 914263"/>
                <a:gd name="connsiteX33" fmla="*/ 1070721 w 1258521"/>
                <a:gd name="connsiteY33" fmla="*/ 726986 h 914263"/>
                <a:gd name="connsiteX34" fmla="*/ 1066581 w 1258521"/>
                <a:gd name="connsiteY34" fmla="*/ 726616 h 914263"/>
                <a:gd name="connsiteX35" fmla="*/ 1064259 w 1258521"/>
                <a:gd name="connsiteY35" fmla="*/ 726616 h 914263"/>
                <a:gd name="connsiteX36" fmla="*/ 1062879 w 1258521"/>
                <a:gd name="connsiteY36" fmla="*/ 725035 h 914263"/>
                <a:gd name="connsiteX37" fmla="*/ 1062576 w 1258521"/>
                <a:gd name="connsiteY37" fmla="*/ 723353 h 914263"/>
                <a:gd name="connsiteX38" fmla="*/ 1064023 w 1258521"/>
                <a:gd name="connsiteY38" fmla="*/ 721940 h 914263"/>
                <a:gd name="connsiteX39" fmla="*/ 1064999 w 1258521"/>
                <a:gd name="connsiteY39" fmla="*/ 719451 h 914263"/>
                <a:gd name="connsiteX40" fmla="*/ 1065975 w 1258521"/>
                <a:gd name="connsiteY40" fmla="*/ 717500 h 914263"/>
                <a:gd name="connsiteX41" fmla="*/ 1067389 w 1258521"/>
                <a:gd name="connsiteY41" fmla="*/ 714775 h 914263"/>
                <a:gd name="connsiteX42" fmla="*/ 1068028 w 1258521"/>
                <a:gd name="connsiteY42" fmla="*/ 712387 h 914263"/>
                <a:gd name="connsiteX43" fmla="*/ 1067927 w 1258521"/>
                <a:gd name="connsiteY43" fmla="*/ 709897 h 914263"/>
                <a:gd name="connsiteX44" fmla="*/ 1066480 w 1258521"/>
                <a:gd name="connsiteY44" fmla="*/ 708518 h 914263"/>
                <a:gd name="connsiteX45" fmla="*/ 1060624 w 1258521"/>
                <a:gd name="connsiteY45" fmla="*/ 702799 h 914263"/>
                <a:gd name="connsiteX46" fmla="*/ 1056215 w 1258521"/>
                <a:gd name="connsiteY46" fmla="*/ 698224 h 914263"/>
                <a:gd name="connsiteX47" fmla="*/ 1047095 w 1258521"/>
                <a:gd name="connsiteY47" fmla="*/ 688671 h 914263"/>
                <a:gd name="connsiteX48" fmla="*/ 1043696 w 1258521"/>
                <a:gd name="connsiteY48" fmla="*/ 682380 h 914263"/>
                <a:gd name="connsiteX49" fmla="*/ 1039355 w 1258521"/>
                <a:gd name="connsiteY49" fmla="*/ 673264 h 914263"/>
                <a:gd name="connsiteX50" fmla="*/ 1038850 w 1258521"/>
                <a:gd name="connsiteY50" fmla="*/ 670236 h 914263"/>
                <a:gd name="connsiteX51" fmla="*/ 1039220 w 1258521"/>
                <a:gd name="connsiteY51" fmla="*/ 660884 h 914263"/>
                <a:gd name="connsiteX52" fmla="*/ 1038210 w 1258521"/>
                <a:gd name="connsiteY52" fmla="*/ 654863 h 914263"/>
                <a:gd name="connsiteX53" fmla="*/ 1038008 w 1258521"/>
                <a:gd name="connsiteY53" fmla="*/ 651532 h 914263"/>
                <a:gd name="connsiteX54" fmla="*/ 1037268 w 1258521"/>
                <a:gd name="connsiteY54" fmla="*/ 647126 h 914263"/>
                <a:gd name="connsiteX55" fmla="*/ 1037402 w 1258521"/>
                <a:gd name="connsiteY55" fmla="*/ 643728 h 914263"/>
                <a:gd name="connsiteX56" fmla="*/ 1038715 w 1258521"/>
                <a:gd name="connsiteY56" fmla="*/ 641710 h 914263"/>
                <a:gd name="connsiteX57" fmla="*/ 1040398 w 1258521"/>
                <a:gd name="connsiteY57" fmla="*/ 641070 h 914263"/>
                <a:gd name="connsiteX58" fmla="*/ 1045547 w 1258521"/>
                <a:gd name="connsiteY58" fmla="*/ 640869 h 914263"/>
                <a:gd name="connsiteX59" fmla="*/ 1048508 w 1258521"/>
                <a:gd name="connsiteY59" fmla="*/ 640364 h 914263"/>
                <a:gd name="connsiteX60" fmla="*/ 1052850 w 1258521"/>
                <a:gd name="connsiteY60" fmla="*/ 640667 h 914263"/>
                <a:gd name="connsiteX61" fmla="*/ 1055105 w 1258521"/>
                <a:gd name="connsiteY61" fmla="*/ 640970 h 914263"/>
                <a:gd name="connsiteX62" fmla="*/ 1057494 w 1258521"/>
                <a:gd name="connsiteY62" fmla="*/ 641979 h 914263"/>
                <a:gd name="connsiteX63" fmla="*/ 1059076 w 1258521"/>
                <a:gd name="connsiteY63" fmla="*/ 643425 h 914263"/>
                <a:gd name="connsiteX64" fmla="*/ 1061331 w 1258521"/>
                <a:gd name="connsiteY64" fmla="*/ 644300 h 914263"/>
                <a:gd name="connsiteX65" fmla="*/ 1064091 w 1258521"/>
                <a:gd name="connsiteY65" fmla="*/ 644737 h 914263"/>
                <a:gd name="connsiteX66" fmla="*/ 1066278 w 1258521"/>
                <a:gd name="connsiteY66" fmla="*/ 645107 h 914263"/>
                <a:gd name="connsiteX67" fmla="*/ 1068466 w 1258521"/>
                <a:gd name="connsiteY67" fmla="*/ 645982 h 914263"/>
                <a:gd name="connsiteX68" fmla="*/ 1071865 w 1258521"/>
                <a:gd name="connsiteY68" fmla="*/ 646419 h 914263"/>
                <a:gd name="connsiteX69" fmla="*/ 1074187 w 1258521"/>
                <a:gd name="connsiteY69" fmla="*/ 648303 h 914263"/>
                <a:gd name="connsiteX70" fmla="*/ 1077283 w 1258521"/>
                <a:gd name="connsiteY70" fmla="*/ 650691 h 914263"/>
                <a:gd name="connsiteX71" fmla="*/ 1080918 w 1258521"/>
                <a:gd name="connsiteY71" fmla="*/ 653080 h 914263"/>
                <a:gd name="connsiteX72" fmla="*/ 1084250 w 1258521"/>
                <a:gd name="connsiteY72" fmla="*/ 655906 h 914263"/>
                <a:gd name="connsiteX73" fmla="*/ 1088524 w 1258521"/>
                <a:gd name="connsiteY73" fmla="*/ 658092 h 914263"/>
                <a:gd name="connsiteX74" fmla="*/ 1092663 w 1258521"/>
                <a:gd name="connsiteY74" fmla="*/ 660548 h 914263"/>
                <a:gd name="connsiteX75" fmla="*/ 1095120 w 1258521"/>
                <a:gd name="connsiteY75" fmla="*/ 662364 h 914263"/>
                <a:gd name="connsiteX76" fmla="*/ 1098014 w 1258521"/>
                <a:gd name="connsiteY76" fmla="*/ 663441 h 914263"/>
                <a:gd name="connsiteX77" fmla="*/ 1102221 w 1258521"/>
                <a:gd name="connsiteY77" fmla="*/ 665190 h 914263"/>
                <a:gd name="connsiteX78" fmla="*/ 1104409 w 1258521"/>
                <a:gd name="connsiteY78" fmla="*/ 665897 h 914263"/>
                <a:gd name="connsiteX79" fmla="*/ 1107370 w 1258521"/>
                <a:gd name="connsiteY79" fmla="*/ 666973 h 914263"/>
                <a:gd name="connsiteX80" fmla="*/ 1110769 w 1258521"/>
                <a:gd name="connsiteY80" fmla="*/ 668554 h 914263"/>
                <a:gd name="connsiteX81" fmla="*/ 1111510 w 1258521"/>
                <a:gd name="connsiteY81" fmla="*/ 670001 h 914263"/>
                <a:gd name="connsiteX82" fmla="*/ 1112890 w 1258521"/>
                <a:gd name="connsiteY82" fmla="*/ 673465 h 914263"/>
                <a:gd name="connsiteX83" fmla="*/ 1116457 w 1258521"/>
                <a:gd name="connsiteY83" fmla="*/ 675215 h 914263"/>
                <a:gd name="connsiteX84" fmla="*/ 1119486 w 1258521"/>
                <a:gd name="connsiteY84" fmla="*/ 677536 h 914263"/>
                <a:gd name="connsiteX85" fmla="*/ 1121505 w 1258521"/>
                <a:gd name="connsiteY85" fmla="*/ 678982 h 914263"/>
                <a:gd name="connsiteX86" fmla="*/ 1123895 w 1258521"/>
                <a:gd name="connsiteY86" fmla="*/ 681438 h 914263"/>
                <a:gd name="connsiteX87" fmla="*/ 1124972 w 1258521"/>
                <a:gd name="connsiteY87" fmla="*/ 682750 h 914263"/>
                <a:gd name="connsiteX88" fmla="*/ 1127664 w 1258521"/>
                <a:gd name="connsiteY88" fmla="*/ 683187 h 914263"/>
                <a:gd name="connsiteX89" fmla="*/ 1129313 w 1258521"/>
                <a:gd name="connsiteY89" fmla="*/ 683187 h 914263"/>
                <a:gd name="connsiteX90" fmla="*/ 1131130 w 1258521"/>
                <a:gd name="connsiteY90" fmla="*/ 682817 h 914263"/>
                <a:gd name="connsiteX91" fmla="*/ 1132073 w 1258521"/>
                <a:gd name="connsiteY91" fmla="*/ 682245 h 914263"/>
                <a:gd name="connsiteX92" fmla="*/ 1134260 w 1258521"/>
                <a:gd name="connsiteY92" fmla="*/ 681438 h 914263"/>
                <a:gd name="connsiteX93" fmla="*/ 1135203 w 1258521"/>
                <a:gd name="connsiteY93" fmla="*/ 680193 h 914263"/>
                <a:gd name="connsiteX94" fmla="*/ 1135506 w 1258521"/>
                <a:gd name="connsiteY94" fmla="*/ 678680 h 914263"/>
                <a:gd name="connsiteX95" fmla="*/ 1135876 w 1258521"/>
                <a:gd name="connsiteY95" fmla="*/ 677435 h 914263"/>
                <a:gd name="connsiteX96" fmla="*/ 1136381 w 1258521"/>
                <a:gd name="connsiteY96" fmla="*/ 676291 h 914263"/>
                <a:gd name="connsiteX97" fmla="*/ 1137121 w 1258521"/>
                <a:gd name="connsiteY97" fmla="*/ 674845 h 914263"/>
                <a:gd name="connsiteX98" fmla="*/ 1138131 w 1258521"/>
                <a:gd name="connsiteY98" fmla="*/ 673768 h 914263"/>
                <a:gd name="connsiteX99" fmla="*/ 1140015 w 1258521"/>
                <a:gd name="connsiteY99" fmla="*/ 672826 h 914263"/>
                <a:gd name="connsiteX100" fmla="*/ 1141900 w 1258521"/>
                <a:gd name="connsiteY100" fmla="*/ 674340 h 914263"/>
                <a:gd name="connsiteX101" fmla="*/ 1143414 w 1258521"/>
                <a:gd name="connsiteY101" fmla="*/ 676998 h 914263"/>
                <a:gd name="connsiteX102" fmla="*/ 1146443 w 1258521"/>
                <a:gd name="connsiteY102" fmla="*/ 678141 h 914263"/>
                <a:gd name="connsiteX103" fmla="*/ 1147756 w 1258521"/>
                <a:gd name="connsiteY103" fmla="*/ 676358 h 914263"/>
                <a:gd name="connsiteX104" fmla="*/ 1147924 w 1258521"/>
                <a:gd name="connsiteY104" fmla="*/ 672894 h 914263"/>
                <a:gd name="connsiteX105" fmla="*/ 1148833 w 1258521"/>
                <a:gd name="connsiteY105" fmla="*/ 671918 h 914263"/>
                <a:gd name="connsiteX106" fmla="*/ 1150314 w 1258521"/>
                <a:gd name="connsiteY106" fmla="*/ 669630 h 914263"/>
                <a:gd name="connsiteX107" fmla="*/ 1150751 w 1258521"/>
                <a:gd name="connsiteY107" fmla="*/ 667680 h 914263"/>
                <a:gd name="connsiteX108" fmla="*/ 1151088 w 1258521"/>
                <a:gd name="connsiteY108" fmla="*/ 665358 h 914263"/>
                <a:gd name="connsiteX109" fmla="*/ 1152434 w 1258521"/>
                <a:gd name="connsiteY109" fmla="*/ 663306 h 914263"/>
                <a:gd name="connsiteX110" fmla="*/ 1155261 w 1258521"/>
                <a:gd name="connsiteY110" fmla="*/ 660581 h 914263"/>
                <a:gd name="connsiteX111" fmla="*/ 1156944 w 1258521"/>
                <a:gd name="connsiteY111" fmla="*/ 660211 h 914263"/>
                <a:gd name="connsiteX112" fmla="*/ 1160410 w 1258521"/>
                <a:gd name="connsiteY112" fmla="*/ 659404 h 914263"/>
                <a:gd name="connsiteX113" fmla="*/ 1160780 w 1258521"/>
                <a:gd name="connsiteY113" fmla="*/ 658328 h 914263"/>
                <a:gd name="connsiteX114" fmla="*/ 1161554 w 1258521"/>
                <a:gd name="connsiteY114" fmla="*/ 656646 h 914263"/>
                <a:gd name="connsiteX115" fmla="*/ 1164920 w 1258521"/>
                <a:gd name="connsiteY115" fmla="*/ 656208 h 914263"/>
                <a:gd name="connsiteX116" fmla="*/ 1167949 w 1258521"/>
                <a:gd name="connsiteY116" fmla="*/ 655502 h 914263"/>
                <a:gd name="connsiteX117" fmla="*/ 1170439 w 1258521"/>
                <a:gd name="connsiteY117" fmla="*/ 654291 h 914263"/>
                <a:gd name="connsiteX118" fmla="*/ 1171482 w 1258521"/>
                <a:gd name="connsiteY118" fmla="*/ 653248 h 914263"/>
                <a:gd name="connsiteX119" fmla="*/ 1170876 w 1258521"/>
                <a:gd name="connsiteY119" fmla="*/ 651667 h 914263"/>
                <a:gd name="connsiteX120" fmla="*/ 1168050 w 1258521"/>
                <a:gd name="connsiteY120" fmla="*/ 649985 h 914263"/>
                <a:gd name="connsiteX121" fmla="*/ 1167713 w 1258521"/>
                <a:gd name="connsiteY121" fmla="*/ 648034 h 914263"/>
                <a:gd name="connsiteX122" fmla="*/ 1167376 w 1258521"/>
                <a:gd name="connsiteY122" fmla="*/ 644872 h 914263"/>
                <a:gd name="connsiteX123" fmla="*/ 1167478 w 1258521"/>
                <a:gd name="connsiteY123" fmla="*/ 643459 h 914263"/>
                <a:gd name="connsiteX124" fmla="*/ 1166670 w 1258521"/>
                <a:gd name="connsiteY124" fmla="*/ 638346 h 914263"/>
                <a:gd name="connsiteX125" fmla="*/ 1166603 w 1258521"/>
                <a:gd name="connsiteY125" fmla="*/ 637034 h 914263"/>
                <a:gd name="connsiteX126" fmla="*/ 1164751 w 1258521"/>
                <a:gd name="connsiteY126" fmla="*/ 635015 h 914263"/>
                <a:gd name="connsiteX127" fmla="*/ 1160343 w 1258521"/>
                <a:gd name="connsiteY127" fmla="*/ 632963 h 914263"/>
                <a:gd name="connsiteX128" fmla="*/ 1158121 w 1258521"/>
                <a:gd name="connsiteY128" fmla="*/ 633165 h 914263"/>
                <a:gd name="connsiteX129" fmla="*/ 1153679 w 1258521"/>
                <a:gd name="connsiteY129" fmla="*/ 632089 h 914263"/>
                <a:gd name="connsiteX130" fmla="*/ 1149775 w 1258521"/>
                <a:gd name="connsiteY130" fmla="*/ 630474 h 914263"/>
                <a:gd name="connsiteX131" fmla="*/ 1146948 w 1258521"/>
                <a:gd name="connsiteY131" fmla="*/ 628691 h 914263"/>
                <a:gd name="connsiteX132" fmla="*/ 1144727 w 1258521"/>
                <a:gd name="connsiteY132" fmla="*/ 625933 h 914263"/>
                <a:gd name="connsiteX133" fmla="*/ 1144727 w 1258521"/>
                <a:gd name="connsiteY133" fmla="*/ 625293 h 914263"/>
                <a:gd name="connsiteX134" fmla="*/ 1145669 w 1258521"/>
                <a:gd name="connsiteY134" fmla="*/ 623073 h 914263"/>
                <a:gd name="connsiteX135" fmla="*/ 1146578 w 1258521"/>
                <a:gd name="connsiteY135" fmla="*/ 620046 h 914263"/>
                <a:gd name="connsiteX136" fmla="*/ 1146309 w 1258521"/>
                <a:gd name="connsiteY136" fmla="*/ 618128 h 914263"/>
                <a:gd name="connsiteX137" fmla="*/ 1145063 w 1258521"/>
                <a:gd name="connsiteY137" fmla="*/ 616278 h 914263"/>
                <a:gd name="connsiteX138" fmla="*/ 1141631 w 1258521"/>
                <a:gd name="connsiteY138" fmla="*/ 615235 h 914263"/>
                <a:gd name="connsiteX139" fmla="*/ 1138198 w 1258521"/>
                <a:gd name="connsiteY139" fmla="*/ 616312 h 914263"/>
                <a:gd name="connsiteX140" fmla="*/ 1136145 w 1258521"/>
                <a:gd name="connsiteY140" fmla="*/ 618095 h 914263"/>
                <a:gd name="connsiteX141" fmla="*/ 1134193 w 1258521"/>
                <a:gd name="connsiteY141" fmla="*/ 620550 h 914263"/>
                <a:gd name="connsiteX142" fmla="*/ 1131703 w 1258521"/>
                <a:gd name="connsiteY142" fmla="*/ 622872 h 914263"/>
                <a:gd name="connsiteX143" fmla="*/ 1127395 w 1258521"/>
                <a:gd name="connsiteY143" fmla="*/ 622064 h 914263"/>
                <a:gd name="connsiteX144" fmla="*/ 1125611 w 1258521"/>
                <a:gd name="connsiteY144" fmla="*/ 620147 h 914263"/>
                <a:gd name="connsiteX145" fmla="*/ 1123861 w 1258521"/>
                <a:gd name="connsiteY145" fmla="*/ 616009 h 914263"/>
                <a:gd name="connsiteX146" fmla="*/ 1123760 w 1258521"/>
                <a:gd name="connsiteY146" fmla="*/ 614327 h 914263"/>
                <a:gd name="connsiteX147" fmla="*/ 1124097 w 1258521"/>
                <a:gd name="connsiteY147" fmla="*/ 612309 h 914263"/>
                <a:gd name="connsiteX148" fmla="*/ 1125174 w 1258521"/>
                <a:gd name="connsiteY148" fmla="*/ 609416 h 914263"/>
                <a:gd name="connsiteX149" fmla="*/ 1126823 w 1258521"/>
                <a:gd name="connsiteY149" fmla="*/ 607128 h 914263"/>
                <a:gd name="connsiteX150" fmla="*/ 1128876 w 1258521"/>
                <a:gd name="connsiteY150" fmla="*/ 605951 h 914263"/>
                <a:gd name="connsiteX151" fmla="*/ 1131164 w 1258521"/>
                <a:gd name="connsiteY151" fmla="*/ 605143 h 914263"/>
                <a:gd name="connsiteX152" fmla="*/ 1133554 w 1258521"/>
                <a:gd name="connsiteY152" fmla="*/ 604067 h 914263"/>
                <a:gd name="connsiteX153" fmla="*/ 1136111 w 1258521"/>
                <a:gd name="connsiteY153" fmla="*/ 602822 h 914263"/>
                <a:gd name="connsiteX154" fmla="*/ 1138568 w 1258521"/>
                <a:gd name="connsiteY154" fmla="*/ 602385 h 914263"/>
                <a:gd name="connsiteX155" fmla="*/ 1140487 w 1258521"/>
                <a:gd name="connsiteY155" fmla="*/ 604504 h 914263"/>
                <a:gd name="connsiteX156" fmla="*/ 1142270 w 1258521"/>
                <a:gd name="connsiteY156" fmla="*/ 605917 h 914263"/>
                <a:gd name="connsiteX157" fmla="*/ 1144222 w 1258521"/>
                <a:gd name="connsiteY157" fmla="*/ 606422 h 914263"/>
                <a:gd name="connsiteX158" fmla="*/ 1145972 w 1258521"/>
                <a:gd name="connsiteY158" fmla="*/ 606422 h 914263"/>
                <a:gd name="connsiteX159" fmla="*/ 1147217 w 1258521"/>
                <a:gd name="connsiteY159" fmla="*/ 605614 h 914263"/>
                <a:gd name="connsiteX160" fmla="*/ 1147857 w 1258521"/>
                <a:gd name="connsiteY160" fmla="*/ 605244 h 914263"/>
                <a:gd name="connsiteX161" fmla="*/ 1148126 w 1258521"/>
                <a:gd name="connsiteY161" fmla="*/ 603327 h 914263"/>
                <a:gd name="connsiteX162" fmla="*/ 1148025 w 1258521"/>
                <a:gd name="connsiteY162" fmla="*/ 601578 h 914263"/>
                <a:gd name="connsiteX163" fmla="*/ 1148227 w 1258521"/>
                <a:gd name="connsiteY163" fmla="*/ 599828 h 914263"/>
                <a:gd name="connsiteX164" fmla="*/ 1148227 w 1258521"/>
                <a:gd name="connsiteY164" fmla="*/ 597003 h 914263"/>
                <a:gd name="connsiteX165" fmla="*/ 1147588 w 1258521"/>
                <a:gd name="connsiteY165" fmla="*/ 593840 h 914263"/>
                <a:gd name="connsiteX166" fmla="*/ 1147386 w 1258521"/>
                <a:gd name="connsiteY166" fmla="*/ 591351 h 914263"/>
                <a:gd name="connsiteX167" fmla="*/ 1147823 w 1258521"/>
                <a:gd name="connsiteY167" fmla="*/ 588088 h 914263"/>
                <a:gd name="connsiteX168" fmla="*/ 1149573 w 1258521"/>
                <a:gd name="connsiteY168" fmla="*/ 585902 h 914263"/>
                <a:gd name="connsiteX169" fmla="*/ 1151525 w 1258521"/>
                <a:gd name="connsiteY169" fmla="*/ 583950 h 914263"/>
                <a:gd name="connsiteX170" fmla="*/ 1154117 w 1258521"/>
                <a:gd name="connsiteY170" fmla="*/ 582336 h 914263"/>
                <a:gd name="connsiteX171" fmla="*/ 1158895 w 1258521"/>
                <a:gd name="connsiteY171" fmla="*/ 580485 h 914263"/>
                <a:gd name="connsiteX172" fmla="*/ 1161723 w 1258521"/>
                <a:gd name="connsiteY172" fmla="*/ 578972 h 914263"/>
                <a:gd name="connsiteX173" fmla="*/ 1165626 w 1258521"/>
                <a:gd name="connsiteY173" fmla="*/ 578097 h 914263"/>
                <a:gd name="connsiteX174" fmla="*/ 1169429 w 1258521"/>
                <a:gd name="connsiteY174" fmla="*/ 575910 h 914263"/>
                <a:gd name="connsiteX175" fmla="*/ 1171718 w 1258521"/>
                <a:gd name="connsiteY175" fmla="*/ 575036 h 914263"/>
                <a:gd name="connsiteX176" fmla="*/ 1175420 w 1258521"/>
                <a:gd name="connsiteY176" fmla="*/ 574161 h 914263"/>
                <a:gd name="connsiteX177" fmla="*/ 1178247 w 1258521"/>
                <a:gd name="connsiteY177" fmla="*/ 572849 h 914263"/>
                <a:gd name="connsiteX178" fmla="*/ 1181511 w 1258521"/>
                <a:gd name="connsiteY178" fmla="*/ 571235 h 914263"/>
                <a:gd name="connsiteX179" fmla="*/ 1183026 w 1258521"/>
                <a:gd name="connsiteY179" fmla="*/ 568846 h 914263"/>
                <a:gd name="connsiteX180" fmla="*/ 1185113 w 1258521"/>
                <a:gd name="connsiteY180" fmla="*/ 566222 h 914263"/>
                <a:gd name="connsiteX181" fmla="*/ 1187401 w 1258521"/>
                <a:gd name="connsiteY181" fmla="*/ 564809 h 914263"/>
                <a:gd name="connsiteX182" fmla="*/ 1191103 w 1258521"/>
                <a:gd name="connsiteY182" fmla="*/ 562085 h 914263"/>
                <a:gd name="connsiteX183" fmla="*/ 1193156 w 1258521"/>
                <a:gd name="connsiteY183" fmla="*/ 559259 h 914263"/>
                <a:gd name="connsiteX184" fmla="*/ 1194334 w 1258521"/>
                <a:gd name="connsiteY184" fmla="*/ 555794 h 914263"/>
                <a:gd name="connsiteX185" fmla="*/ 1194233 w 1258521"/>
                <a:gd name="connsiteY185" fmla="*/ 554482 h 914263"/>
                <a:gd name="connsiteX186" fmla="*/ 1193694 w 1258521"/>
                <a:gd name="connsiteY186" fmla="*/ 552430 h 914263"/>
                <a:gd name="connsiteX187" fmla="*/ 1191305 w 1258521"/>
                <a:gd name="connsiteY187" fmla="*/ 549268 h 914263"/>
                <a:gd name="connsiteX188" fmla="*/ 1186963 w 1258521"/>
                <a:gd name="connsiteY188" fmla="*/ 548057 h 914263"/>
                <a:gd name="connsiteX189" fmla="*/ 1184237 w 1258521"/>
                <a:gd name="connsiteY189" fmla="*/ 545870 h 914263"/>
                <a:gd name="connsiteX190" fmla="*/ 1183598 w 1258521"/>
                <a:gd name="connsiteY190" fmla="*/ 543381 h 914263"/>
                <a:gd name="connsiteX191" fmla="*/ 1183059 w 1258521"/>
                <a:gd name="connsiteY191" fmla="*/ 540690 h 914263"/>
                <a:gd name="connsiteX192" fmla="*/ 1183059 w 1258521"/>
                <a:gd name="connsiteY192" fmla="*/ 538100 h 914263"/>
                <a:gd name="connsiteX193" fmla="*/ 1184002 w 1258521"/>
                <a:gd name="connsiteY193" fmla="*/ 534500 h 914263"/>
                <a:gd name="connsiteX194" fmla="*/ 1185146 w 1258521"/>
                <a:gd name="connsiteY194" fmla="*/ 531876 h 914263"/>
                <a:gd name="connsiteX195" fmla="*/ 1186223 w 1258521"/>
                <a:gd name="connsiteY195" fmla="*/ 530363 h 914263"/>
                <a:gd name="connsiteX196" fmla="*/ 1189050 w 1258521"/>
                <a:gd name="connsiteY196" fmla="*/ 529152 h 914263"/>
                <a:gd name="connsiteX197" fmla="*/ 1192954 w 1258521"/>
                <a:gd name="connsiteY197" fmla="*/ 529488 h 914263"/>
                <a:gd name="connsiteX198" fmla="*/ 1195142 w 1258521"/>
                <a:gd name="connsiteY198" fmla="*/ 531439 h 914263"/>
                <a:gd name="connsiteX199" fmla="*/ 1197430 w 1258521"/>
                <a:gd name="connsiteY199" fmla="*/ 530026 h 914263"/>
                <a:gd name="connsiteX200" fmla="*/ 1200695 w 1258521"/>
                <a:gd name="connsiteY200" fmla="*/ 527200 h 914263"/>
                <a:gd name="connsiteX201" fmla="*/ 1204598 w 1258521"/>
                <a:gd name="connsiteY201" fmla="*/ 524274 h 914263"/>
                <a:gd name="connsiteX202" fmla="*/ 1206214 w 1258521"/>
                <a:gd name="connsiteY202" fmla="*/ 520136 h 914263"/>
                <a:gd name="connsiteX203" fmla="*/ 1210892 w 1258521"/>
                <a:gd name="connsiteY203" fmla="*/ 518723 h 914263"/>
                <a:gd name="connsiteX204" fmla="*/ 1215570 w 1258521"/>
                <a:gd name="connsiteY204" fmla="*/ 520910 h 914263"/>
                <a:gd name="connsiteX205" fmla="*/ 1218834 w 1258521"/>
                <a:gd name="connsiteY205" fmla="*/ 523399 h 914263"/>
                <a:gd name="connsiteX206" fmla="*/ 1223613 w 1258521"/>
                <a:gd name="connsiteY206" fmla="*/ 522962 h 914263"/>
                <a:gd name="connsiteX207" fmla="*/ 1226238 w 1258521"/>
                <a:gd name="connsiteY207" fmla="*/ 521347 h 914263"/>
                <a:gd name="connsiteX208" fmla="*/ 1227551 w 1258521"/>
                <a:gd name="connsiteY208" fmla="*/ 518521 h 914263"/>
                <a:gd name="connsiteX209" fmla="*/ 1227753 w 1258521"/>
                <a:gd name="connsiteY209" fmla="*/ 514182 h 914263"/>
                <a:gd name="connsiteX210" fmla="*/ 1227854 w 1258521"/>
                <a:gd name="connsiteY210" fmla="*/ 511894 h 914263"/>
                <a:gd name="connsiteX211" fmla="*/ 1227080 w 1258521"/>
                <a:gd name="connsiteY211" fmla="*/ 507454 h 914263"/>
                <a:gd name="connsiteX212" fmla="*/ 1226205 w 1258521"/>
                <a:gd name="connsiteY212" fmla="*/ 504426 h 914263"/>
                <a:gd name="connsiteX213" fmla="*/ 1225431 w 1258521"/>
                <a:gd name="connsiteY213" fmla="*/ 500625 h 914263"/>
                <a:gd name="connsiteX214" fmla="*/ 1225229 w 1258521"/>
                <a:gd name="connsiteY214" fmla="*/ 496386 h 914263"/>
                <a:gd name="connsiteX215" fmla="*/ 1224892 w 1258521"/>
                <a:gd name="connsiteY215" fmla="*/ 494536 h 914263"/>
                <a:gd name="connsiteX216" fmla="*/ 1224354 w 1258521"/>
                <a:gd name="connsiteY216" fmla="*/ 492047 h 914263"/>
                <a:gd name="connsiteX217" fmla="*/ 1223479 w 1258521"/>
                <a:gd name="connsiteY217" fmla="*/ 489120 h 914263"/>
                <a:gd name="connsiteX218" fmla="*/ 1226407 w 1258521"/>
                <a:gd name="connsiteY218" fmla="*/ 488145 h 914263"/>
                <a:gd name="connsiteX219" fmla="*/ 1227719 w 1258521"/>
                <a:gd name="connsiteY219" fmla="*/ 487808 h 914263"/>
                <a:gd name="connsiteX220" fmla="*/ 1231623 w 1258521"/>
                <a:gd name="connsiteY220" fmla="*/ 485958 h 914263"/>
                <a:gd name="connsiteX221" fmla="*/ 1235863 w 1258521"/>
                <a:gd name="connsiteY221" fmla="*/ 483906 h 914263"/>
                <a:gd name="connsiteX222" fmla="*/ 1241417 w 1258521"/>
                <a:gd name="connsiteY222" fmla="*/ 484579 h 914263"/>
                <a:gd name="connsiteX223" fmla="*/ 1244008 w 1258521"/>
                <a:gd name="connsiteY223" fmla="*/ 485353 h 914263"/>
                <a:gd name="connsiteX224" fmla="*/ 1247037 w 1258521"/>
                <a:gd name="connsiteY224" fmla="*/ 485790 h 914263"/>
                <a:gd name="connsiteX225" fmla="*/ 1248249 w 1258521"/>
                <a:gd name="connsiteY225" fmla="*/ 484814 h 914263"/>
                <a:gd name="connsiteX226" fmla="*/ 1248484 w 1258521"/>
                <a:gd name="connsiteY226" fmla="*/ 483637 h 914263"/>
                <a:gd name="connsiteX227" fmla="*/ 1248585 w 1258521"/>
                <a:gd name="connsiteY227" fmla="*/ 482224 h 914263"/>
                <a:gd name="connsiteX228" fmla="*/ 1249023 w 1258521"/>
                <a:gd name="connsiteY228" fmla="*/ 478423 h 914263"/>
                <a:gd name="connsiteX229" fmla="*/ 1249123 w 1258521"/>
                <a:gd name="connsiteY229" fmla="*/ 474722 h 914263"/>
                <a:gd name="connsiteX230" fmla="*/ 1249123 w 1258521"/>
                <a:gd name="connsiteY230" fmla="*/ 471022 h 914263"/>
                <a:gd name="connsiteX231" fmla="*/ 1249023 w 1258521"/>
                <a:gd name="connsiteY231" fmla="*/ 467221 h 914263"/>
                <a:gd name="connsiteX232" fmla="*/ 1249023 w 1258521"/>
                <a:gd name="connsiteY232" fmla="*/ 465472 h 914263"/>
                <a:gd name="connsiteX233" fmla="*/ 1247407 w 1258521"/>
                <a:gd name="connsiteY233" fmla="*/ 462982 h 914263"/>
                <a:gd name="connsiteX234" fmla="*/ 1246768 w 1258521"/>
                <a:gd name="connsiteY234" fmla="*/ 461670 h 914263"/>
                <a:gd name="connsiteX235" fmla="*/ 1245691 w 1258521"/>
                <a:gd name="connsiteY235" fmla="*/ 459181 h 914263"/>
                <a:gd name="connsiteX236" fmla="*/ 1245893 w 1258521"/>
                <a:gd name="connsiteY236" fmla="*/ 457230 h 914263"/>
                <a:gd name="connsiteX237" fmla="*/ 1246229 w 1258521"/>
                <a:gd name="connsiteY237" fmla="*/ 456456 h 914263"/>
                <a:gd name="connsiteX238" fmla="*/ 1248282 w 1258521"/>
                <a:gd name="connsiteY238" fmla="*/ 452655 h 914263"/>
                <a:gd name="connsiteX239" fmla="*/ 1250571 w 1258521"/>
                <a:gd name="connsiteY239" fmla="*/ 451242 h 914263"/>
                <a:gd name="connsiteX240" fmla="*/ 1256326 w 1258521"/>
                <a:gd name="connsiteY240" fmla="*/ 446903 h 914263"/>
                <a:gd name="connsiteX241" fmla="*/ 1257201 w 1258521"/>
                <a:gd name="connsiteY241" fmla="*/ 443303 h 914263"/>
                <a:gd name="connsiteX242" fmla="*/ 1258513 w 1258521"/>
                <a:gd name="connsiteY242" fmla="*/ 440275 h 914263"/>
                <a:gd name="connsiteX243" fmla="*/ 1257739 w 1258521"/>
                <a:gd name="connsiteY243" fmla="*/ 439838 h 914263"/>
                <a:gd name="connsiteX244" fmla="*/ 1255114 w 1258521"/>
                <a:gd name="connsiteY244" fmla="*/ 438863 h 914263"/>
                <a:gd name="connsiteX245" fmla="*/ 1254340 w 1258521"/>
                <a:gd name="connsiteY245" fmla="*/ 437450 h 914263"/>
                <a:gd name="connsiteX246" fmla="*/ 1253902 w 1258521"/>
                <a:gd name="connsiteY246" fmla="*/ 435061 h 914263"/>
                <a:gd name="connsiteX247" fmla="*/ 1251412 w 1258521"/>
                <a:gd name="connsiteY247" fmla="*/ 432034 h 914263"/>
                <a:gd name="connsiteX248" fmla="*/ 1249763 w 1258521"/>
                <a:gd name="connsiteY248" fmla="*/ 431058 h 914263"/>
                <a:gd name="connsiteX249" fmla="*/ 1246195 w 1258521"/>
                <a:gd name="connsiteY249" fmla="*/ 428468 h 914263"/>
                <a:gd name="connsiteX250" fmla="*/ 1242494 w 1258521"/>
                <a:gd name="connsiteY250" fmla="*/ 424768 h 914263"/>
                <a:gd name="connsiteX251" fmla="*/ 1238791 w 1258521"/>
                <a:gd name="connsiteY251" fmla="*/ 422480 h 914263"/>
                <a:gd name="connsiteX252" fmla="*/ 1234753 w 1258521"/>
                <a:gd name="connsiteY252" fmla="*/ 418881 h 914263"/>
                <a:gd name="connsiteX253" fmla="*/ 1233878 w 1258521"/>
                <a:gd name="connsiteY253" fmla="*/ 413566 h 914263"/>
                <a:gd name="connsiteX254" fmla="*/ 1233777 w 1258521"/>
                <a:gd name="connsiteY254" fmla="*/ 409428 h 914263"/>
                <a:gd name="connsiteX255" fmla="*/ 1233676 w 1258521"/>
                <a:gd name="connsiteY255" fmla="*/ 405089 h 914263"/>
                <a:gd name="connsiteX256" fmla="*/ 1232599 w 1258521"/>
                <a:gd name="connsiteY256" fmla="*/ 401388 h 914263"/>
                <a:gd name="connsiteX257" fmla="*/ 1231623 w 1258521"/>
                <a:gd name="connsiteY257" fmla="*/ 398226 h 914263"/>
                <a:gd name="connsiteX258" fmla="*/ 1230849 w 1258521"/>
                <a:gd name="connsiteY258" fmla="*/ 396039 h 914263"/>
                <a:gd name="connsiteX259" fmla="*/ 1229974 w 1258521"/>
                <a:gd name="connsiteY259" fmla="*/ 395400 h 914263"/>
                <a:gd name="connsiteX260" fmla="*/ 1222805 w 1258521"/>
                <a:gd name="connsiteY260" fmla="*/ 392474 h 914263"/>
                <a:gd name="connsiteX261" fmla="*/ 1222368 w 1258521"/>
                <a:gd name="connsiteY261" fmla="*/ 390623 h 914263"/>
                <a:gd name="connsiteX262" fmla="*/ 1222570 w 1258521"/>
                <a:gd name="connsiteY262" fmla="*/ 387798 h 914263"/>
                <a:gd name="connsiteX263" fmla="*/ 1224320 w 1258521"/>
                <a:gd name="connsiteY263" fmla="*/ 384972 h 914263"/>
                <a:gd name="connsiteX264" fmla="*/ 1226272 w 1258521"/>
                <a:gd name="connsiteY264" fmla="*/ 383895 h 914263"/>
                <a:gd name="connsiteX265" fmla="*/ 1228325 w 1258521"/>
                <a:gd name="connsiteY265" fmla="*/ 382819 h 914263"/>
                <a:gd name="connsiteX266" fmla="*/ 1230176 w 1258521"/>
                <a:gd name="connsiteY266" fmla="*/ 380767 h 914263"/>
                <a:gd name="connsiteX267" fmla="*/ 1230714 w 1258521"/>
                <a:gd name="connsiteY267" fmla="*/ 380431 h 914263"/>
                <a:gd name="connsiteX268" fmla="*/ 1232128 w 1258521"/>
                <a:gd name="connsiteY268" fmla="*/ 378379 h 914263"/>
                <a:gd name="connsiteX269" fmla="*/ 1232666 w 1258521"/>
                <a:gd name="connsiteY269" fmla="*/ 376528 h 914263"/>
                <a:gd name="connsiteX270" fmla="*/ 1232431 w 1258521"/>
                <a:gd name="connsiteY270" fmla="*/ 374577 h 914263"/>
                <a:gd name="connsiteX271" fmla="*/ 1231993 w 1258521"/>
                <a:gd name="connsiteY271" fmla="*/ 371415 h 914263"/>
                <a:gd name="connsiteX272" fmla="*/ 1230479 w 1258521"/>
                <a:gd name="connsiteY272" fmla="*/ 369565 h 914263"/>
                <a:gd name="connsiteX273" fmla="*/ 1227753 w 1258521"/>
                <a:gd name="connsiteY273" fmla="*/ 368253 h 914263"/>
                <a:gd name="connsiteX274" fmla="*/ 1224488 w 1258521"/>
                <a:gd name="connsiteY274" fmla="*/ 365629 h 914263"/>
                <a:gd name="connsiteX275" fmla="*/ 1222839 w 1258521"/>
                <a:gd name="connsiteY275" fmla="*/ 364115 h 914263"/>
                <a:gd name="connsiteX276" fmla="*/ 1218700 w 1258521"/>
                <a:gd name="connsiteY276" fmla="*/ 361626 h 914263"/>
                <a:gd name="connsiteX277" fmla="*/ 1213483 w 1258521"/>
                <a:gd name="connsiteY277" fmla="*/ 360112 h 914263"/>
                <a:gd name="connsiteX278" fmla="*/ 1210858 w 1258521"/>
                <a:gd name="connsiteY278" fmla="*/ 358800 h 914263"/>
                <a:gd name="connsiteX279" fmla="*/ 1212373 w 1258521"/>
                <a:gd name="connsiteY279" fmla="*/ 354326 h 914263"/>
                <a:gd name="connsiteX280" fmla="*/ 1214123 w 1258521"/>
                <a:gd name="connsiteY280" fmla="*/ 353351 h 914263"/>
                <a:gd name="connsiteX281" fmla="*/ 1215099 w 1258521"/>
                <a:gd name="connsiteY281" fmla="*/ 351332 h 914263"/>
                <a:gd name="connsiteX282" fmla="*/ 1216176 w 1258521"/>
                <a:gd name="connsiteY282" fmla="*/ 348607 h 914263"/>
                <a:gd name="connsiteX283" fmla="*/ 1217589 w 1258521"/>
                <a:gd name="connsiteY283" fmla="*/ 344167 h 914263"/>
                <a:gd name="connsiteX284" fmla="*/ 1218363 w 1258521"/>
                <a:gd name="connsiteY284" fmla="*/ 341678 h 914263"/>
                <a:gd name="connsiteX285" fmla="*/ 1219878 w 1258521"/>
                <a:gd name="connsiteY285" fmla="*/ 340803 h 914263"/>
                <a:gd name="connsiteX286" fmla="*/ 1222267 w 1258521"/>
                <a:gd name="connsiteY286" fmla="*/ 339929 h 914263"/>
                <a:gd name="connsiteX287" fmla="*/ 1224017 w 1258521"/>
                <a:gd name="connsiteY287" fmla="*/ 338415 h 914263"/>
                <a:gd name="connsiteX288" fmla="*/ 1223916 w 1258521"/>
                <a:gd name="connsiteY288" fmla="*/ 334815 h 914263"/>
                <a:gd name="connsiteX289" fmla="*/ 1222604 w 1258521"/>
                <a:gd name="connsiteY289" fmla="*/ 332225 h 914263"/>
                <a:gd name="connsiteX290" fmla="*/ 1220315 w 1258521"/>
                <a:gd name="connsiteY290" fmla="*/ 329601 h 914263"/>
                <a:gd name="connsiteX291" fmla="*/ 1218902 w 1258521"/>
                <a:gd name="connsiteY291" fmla="*/ 327650 h 914263"/>
                <a:gd name="connsiteX292" fmla="*/ 1216075 w 1258521"/>
                <a:gd name="connsiteY292" fmla="*/ 325161 h 914263"/>
                <a:gd name="connsiteX293" fmla="*/ 1213248 w 1258521"/>
                <a:gd name="connsiteY293" fmla="*/ 321158 h 914263"/>
                <a:gd name="connsiteX294" fmla="*/ 1208469 w 1258521"/>
                <a:gd name="connsiteY294" fmla="*/ 318130 h 914263"/>
                <a:gd name="connsiteX295" fmla="*/ 1205103 w 1258521"/>
                <a:gd name="connsiteY295" fmla="*/ 315641 h 914263"/>
                <a:gd name="connsiteX296" fmla="*/ 1202377 w 1258521"/>
                <a:gd name="connsiteY296" fmla="*/ 312176 h 914263"/>
                <a:gd name="connsiteX297" fmla="*/ 1197060 w 1258521"/>
                <a:gd name="connsiteY297" fmla="*/ 309787 h 914263"/>
                <a:gd name="connsiteX298" fmla="*/ 1195983 w 1258521"/>
                <a:gd name="connsiteY298" fmla="*/ 309451 h 914263"/>
                <a:gd name="connsiteX299" fmla="*/ 1192920 w 1258521"/>
                <a:gd name="connsiteY299" fmla="*/ 308139 h 914263"/>
                <a:gd name="connsiteX300" fmla="*/ 1187603 w 1258521"/>
                <a:gd name="connsiteY300" fmla="*/ 306390 h 914263"/>
                <a:gd name="connsiteX301" fmla="*/ 1182050 w 1258521"/>
                <a:gd name="connsiteY301" fmla="*/ 303463 h 914263"/>
                <a:gd name="connsiteX302" fmla="*/ 1178247 w 1258521"/>
                <a:gd name="connsiteY302" fmla="*/ 300873 h 914263"/>
                <a:gd name="connsiteX303" fmla="*/ 1176934 w 1258521"/>
                <a:gd name="connsiteY303" fmla="*/ 299561 h 914263"/>
                <a:gd name="connsiteX304" fmla="*/ 1177035 w 1258521"/>
                <a:gd name="connsiteY304" fmla="*/ 296836 h 914263"/>
                <a:gd name="connsiteX305" fmla="*/ 1177473 w 1258521"/>
                <a:gd name="connsiteY305" fmla="*/ 294549 h 914263"/>
                <a:gd name="connsiteX306" fmla="*/ 1178247 w 1258521"/>
                <a:gd name="connsiteY306" fmla="*/ 291084 h 914263"/>
                <a:gd name="connsiteX307" fmla="*/ 1179559 w 1258521"/>
                <a:gd name="connsiteY307" fmla="*/ 290310 h 914263"/>
                <a:gd name="connsiteX308" fmla="*/ 1181074 w 1258521"/>
                <a:gd name="connsiteY308" fmla="*/ 288796 h 914263"/>
                <a:gd name="connsiteX309" fmla="*/ 1181713 w 1258521"/>
                <a:gd name="connsiteY309" fmla="*/ 287047 h 914263"/>
                <a:gd name="connsiteX310" fmla="*/ 1182353 w 1258521"/>
                <a:gd name="connsiteY310" fmla="*/ 285399 h 914263"/>
                <a:gd name="connsiteX311" fmla="*/ 1183127 w 1258521"/>
                <a:gd name="connsiteY311" fmla="*/ 283347 h 914263"/>
                <a:gd name="connsiteX312" fmla="*/ 1183564 w 1258521"/>
                <a:gd name="connsiteY312" fmla="*/ 281597 h 914263"/>
                <a:gd name="connsiteX313" fmla="*/ 1183901 w 1258521"/>
                <a:gd name="connsiteY313" fmla="*/ 279646 h 914263"/>
                <a:gd name="connsiteX314" fmla="*/ 1183362 w 1258521"/>
                <a:gd name="connsiteY314" fmla="*/ 277695 h 914263"/>
                <a:gd name="connsiteX315" fmla="*/ 1181410 w 1258521"/>
                <a:gd name="connsiteY315" fmla="*/ 275206 h 914263"/>
                <a:gd name="connsiteX316" fmla="*/ 1179795 w 1258521"/>
                <a:gd name="connsiteY316" fmla="*/ 273457 h 914263"/>
                <a:gd name="connsiteX317" fmla="*/ 1179459 w 1258521"/>
                <a:gd name="connsiteY317" fmla="*/ 271404 h 914263"/>
                <a:gd name="connsiteX318" fmla="*/ 1179459 w 1258521"/>
                <a:gd name="connsiteY318" fmla="*/ 269218 h 914263"/>
                <a:gd name="connsiteX319" fmla="*/ 1179223 w 1258521"/>
                <a:gd name="connsiteY319" fmla="*/ 266830 h 914263"/>
                <a:gd name="connsiteX320" fmla="*/ 1175756 w 1258521"/>
                <a:gd name="connsiteY320" fmla="*/ 264105 h 914263"/>
                <a:gd name="connsiteX321" fmla="*/ 1173030 w 1258521"/>
                <a:gd name="connsiteY321" fmla="*/ 262894 h 914263"/>
                <a:gd name="connsiteX322" fmla="*/ 1170742 w 1258521"/>
                <a:gd name="connsiteY322" fmla="*/ 263667 h 914263"/>
                <a:gd name="connsiteX323" fmla="*/ 1169665 w 1258521"/>
                <a:gd name="connsiteY323" fmla="*/ 264879 h 914263"/>
                <a:gd name="connsiteX324" fmla="*/ 1169564 w 1258521"/>
                <a:gd name="connsiteY324" fmla="*/ 266931 h 914263"/>
                <a:gd name="connsiteX325" fmla="*/ 1169026 w 1258521"/>
                <a:gd name="connsiteY325" fmla="*/ 269117 h 914263"/>
                <a:gd name="connsiteX326" fmla="*/ 1167275 w 1258521"/>
                <a:gd name="connsiteY326" fmla="*/ 272481 h 914263"/>
                <a:gd name="connsiteX327" fmla="*/ 1165626 w 1258521"/>
                <a:gd name="connsiteY327" fmla="*/ 275206 h 914263"/>
                <a:gd name="connsiteX328" fmla="*/ 1164987 w 1258521"/>
                <a:gd name="connsiteY328" fmla="*/ 276080 h 914263"/>
                <a:gd name="connsiteX329" fmla="*/ 1163910 w 1258521"/>
                <a:gd name="connsiteY329" fmla="*/ 278267 h 914263"/>
                <a:gd name="connsiteX330" fmla="*/ 1163809 w 1258521"/>
                <a:gd name="connsiteY330" fmla="*/ 281093 h 914263"/>
                <a:gd name="connsiteX331" fmla="*/ 1164011 w 1258521"/>
                <a:gd name="connsiteY331" fmla="*/ 282943 h 914263"/>
                <a:gd name="connsiteX332" fmla="*/ 1164549 w 1258521"/>
                <a:gd name="connsiteY332" fmla="*/ 285432 h 914263"/>
                <a:gd name="connsiteX333" fmla="*/ 1164650 w 1258521"/>
                <a:gd name="connsiteY333" fmla="*/ 287047 h 914263"/>
                <a:gd name="connsiteX334" fmla="*/ 1162800 w 1258521"/>
                <a:gd name="connsiteY334" fmla="*/ 288796 h 914263"/>
                <a:gd name="connsiteX335" fmla="*/ 1160410 w 1258521"/>
                <a:gd name="connsiteY335" fmla="*/ 289435 h 914263"/>
                <a:gd name="connsiteX336" fmla="*/ 1158121 w 1258521"/>
                <a:gd name="connsiteY336" fmla="*/ 289873 h 914263"/>
                <a:gd name="connsiteX337" fmla="*/ 1156472 w 1258521"/>
                <a:gd name="connsiteY337" fmla="*/ 289772 h 914263"/>
                <a:gd name="connsiteX338" fmla="*/ 1155059 w 1258521"/>
                <a:gd name="connsiteY338" fmla="*/ 286946 h 914263"/>
                <a:gd name="connsiteX339" fmla="*/ 1153309 w 1258521"/>
                <a:gd name="connsiteY339" fmla="*/ 284221 h 914263"/>
                <a:gd name="connsiteX340" fmla="*/ 1150583 w 1258521"/>
                <a:gd name="connsiteY340" fmla="*/ 281631 h 914263"/>
                <a:gd name="connsiteX341" fmla="*/ 1147857 w 1258521"/>
                <a:gd name="connsiteY341" fmla="*/ 277056 h 914263"/>
                <a:gd name="connsiteX342" fmla="*/ 1144828 w 1258521"/>
                <a:gd name="connsiteY342" fmla="*/ 275004 h 914263"/>
                <a:gd name="connsiteX343" fmla="*/ 1142775 w 1258521"/>
                <a:gd name="connsiteY343" fmla="*/ 274466 h 914263"/>
                <a:gd name="connsiteX344" fmla="*/ 1140587 w 1258521"/>
                <a:gd name="connsiteY344" fmla="*/ 273591 h 914263"/>
                <a:gd name="connsiteX345" fmla="*/ 1138534 w 1258521"/>
                <a:gd name="connsiteY345" fmla="*/ 271842 h 914263"/>
                <a:gd name="connsiteX346" fmla="*/ 1134933 w 1258521"/>
                <a:gd name="connsiteY346" fmla="*/ 267805 h 914263"/>
                <a:gd name="connsiteX347" fmla="*/ 1132645 w 1258521"/>
                <a:gd name="connsiteY347" fmla="*/ 264979 h 914263"/>
                <a:gd name="connsiteX348" fmla="*/ 1127327 w 1258521"/>
                <a:gd name="connsiteY348" fmla="*/ 258689 h 914263"/>
                <a:gd name="connsiteX349" fmla="*/ 1123727 w 1258521"/>
                <a:gd name="connsiteY349" fmla="*/ 254988 h 914263"/>
                <a:gd name="connsiteX350" fmla="*/ 1121135 w 1258521"/>
                <a:gd name="connsiteY350" fmla="*/ 253575 h 914263"/>
                <a:gd name="connsiteX351" fmla="*/ 1111140 w 1258521"/>
                <a:gd name="connsiteY351" fmla="*/ 244661 h 914263"/>
                <a:gd name="connsiteX352" fmla="*/ 1105688 w 1258521"/>
                <a:gd name="connsiteY352" fmla="*/ 240422 h 914263"/>
                <a:gd name="connsiteX353" fmla="*/ 1099596 w 1258521"/>
                <a:gd name="connsiteY353" fmla="*/ 235208 h 914263"/>
                <a:gd name="connsiteX354" fmla="*/ 1092865 w 1258521"/>
                <a:gd name="connsiteY354" fmla="*/ 231743 h 914263"/>
                <a:gd name="connsiteX355" fmla="*/ 1089399 w 1258521"/>
                <a:gd name="connsiteY355" fmla="*/ 228817 h 914263"/>
                <a:gd name="connsiteX356" fmla="*/ 1087346 w 1258521"/>
                <a:gd name="connsiteY356" fmla="*/ 227404 h 914263"/>
                <a:gd name="connsiteX357" fmla="*/ 1082668 w 1258521"/>
                <a:gd name="connsiteY357" fmla="*/ 226092 h 914263"/>
                <a:gd name="connsiteX358" fmla="*/ 1078629 w 1258521"/>
                <a:gd name="connsiteY358" fmla="*/ 224881 h 914263"/>
                <a:gd name="connsiteX359" fmla="*/ 1074052 w 1258521"/>
                <a:gd name="connsiteY359" fmla="*/ 220642 h 914263"/>
                <a:gd name="connsiteX360" fmla="*/ 1072100 w 1258521"/>
                <a:gd name="connsiteY360" fmla="*/ 219028 h 914263"/>
                <a:gd name="connsiteX361" fmla="*/ 1069711 w 1258521"/>
                <a:gd name="connsiteY361" fmla="*/ 216538 h 914263"/>
                <a:gd name="connsiteX362" fmla="*/ 1068398 w 1258521"/>
                <a:gd name="connsiteY362" fmla="*/ 216875 h 914263"/>
                <a:gd name="connsiteX363" fmla="*/ 1065235 w 1258521"/>
                <a:gd name="connsiteY363" fmla="*/ 218624 h 914263"/>
                <a:gd name="connsiteX364" fmla="*/ 1060893 w 1258521"/>
                <a:gd name="connsiteY364" fmla="*/ 218960 h 914263"/>
                <a:gd name="connsiteX365" fmla="*/ 1058840 w 1258521"/>
                <a:gd name="connsiteY365" fmla="*/ 216908 h 914263"/>
                <a:gd name="connsiteX366" fmla="*/ 1059379 w 1258521"/>
                <a:gd name="connsiteY366" fmla="*/ 215058 h 914263"/>
                <a:gd name="connsiteX367" fmla="*/ 1059917 w 1258521"/>
                <a:gd name="connsiteY367" fmla="*/ 212333 h 914263"/>
                <a:gd name="connsiteX368" fmla="*/ 1060355 w 1258521"/>
                <a:gd name="connsiteY368" fmla="*/ 210281 h 914263"/>
                <a:gd name="connsiteX369" fmla="*/ 1059379 w 1258521"/>
                <a:gd name="connsiteY369" fmla="*/ 205404 h 914263"/>
                <a:gd name="connsiteX370" fmla="*/ 1059379 w 1258521"/>
                <a:gd name="connsiteY370" fmla="*/ 201804 h 914263"/>
                <a:gd name="connsiteX371" fmla="*/ 1059042 w 1258521"/>
                <a:gd name="connsiteY371" fmla="*/ 197666 h 914263"/>
                <a:gd name="connsiteX372" fmla="*/ 1057292 w 1258521"/>
                <a:gd name="connsiteY372" fmla="*/ 194942 h 914263"/>
                <a:gd name="connsiteX373" fmla="*/ 1051436 w 1258521"/>
                <a:gd name="connsiteY373" fmla="*/ 194067 h 914263"/>
                <a:gd name="connsiteX374" fmla="*/ 1048071 w 1258521"/>
                <a:gd name="connsiteY374" fmla="*/ 192318 h 914263"/>
                <a:gd name="connsiteX375" fmla="*/ 1045379 w 1258521"/>
                <a:gd name="connsiteY375" fmla="*/ 192318 h 914263"/>
                <a:gd name="connsiteX376" fmla="*/ 1041845 w 1258521"/>
                <a:gd name="connsiteY376" fmla="*/ 191410 h 914263"/>
                <a:gd name="connsiteX377" fmla="*/ 1040162 w 1258521"/>
                <a:gd name="connsiteY377" fmla="*/ 190938 h 914263"/>
                <a:gd name="connsiteX378" fmla="*/ 1037268 w 1258521"/>
                <a:gd name="connsiteY378" fmla="*/ 188550 h 914263"/>
                <a:gd name="connsiteX379" fmla="*/ 1035888 w 1258521"/>
                <a:gd name="connsiteY379" fmla="*/ 187171 h 914263"/>
                <a:gd name="connsiteX380" fmla="*/ 1034441 w 1258521"/>
                <a:gd name="connsiteY380" fmla="*/ 185792 h 914263"/>
                <a:gd name="connsiteX381" fmla="*/ 1032859 w 1258521"/>
                <a:gd name="connsiteY381" fmla="*/ 183269 h 914263"/>
                <a:gd name="connsiteX382" fmla="*/ 1031715 w 1258521"/>
                <a:gd name="connsiteY382" fmla="*/ 181015 h 914263"/>
                <a:gd name="connsiteX383" fmla="*/ 1030772 w 1258521"/>
                <a:gd name="connsiteY383" fmla="*/ 179266 h 914263"/>
                <a:gd name="connsiteX384" fmla="*/ 1028686 w 1258521"/>
                <a:gd name="connsiteY384" fmla="*/ 178525 h 914263"/>
                <a:gd name="connsiteX385" fmla="*/ 1025421 w 1258521"/>
                <a:gd name="connsiteY385" fmla="*/ 177012 h 914263"/>
                <a:gd name="connsiteX386" fmla="*/ 1025489 w 1258521"/>
                <a:gd name="connsiteY386" fmla="*/ 174119 h 914263"/>
                <a:gd name="connsiteX387" fmla="*/ 1025186 w 1258521"/>
                <a:gd name="connsiteY387" fmla="*/ 171360 h 914263"/>
                <a:gd name="connsiteX388" fmla="*/ 1023941 w 1258521"/>
                <a:gd name="connsiteY388" fmla="*/ 168669 h 914263"/>
                <a:gd name="connsiteX389" fmla="*/ 1022426 w 1258521"/>
                <a:gd name="connsiteY389" fmla="*/ 166516 h 914263"/>
                <a:gd name="connsiteX390" fmla="*/ 1020676 w 1258521"/>
                <a:gd name="connsiteY390" fmla="*/ 165137 h 914263"/>
                <a:gd name="connsiteX391" fmla="*/ 1019465 w 1258521"/>
                <a:gd name="connsiteY391" fmla="*/ 165002 h 914263"/>
                <a:gd name="connsiteX392" fmla="*/ 1017849 w 1258521"/>
                <a:gd name="connsiteY392" fmla="*/ 165810 h 914263"/>
                <a:gd name="connsiteX393" fmla="*/ 1016099 w 1258521"/>
                <a:gd name="connsiteY393" fmla="*/ 167122 h 914263"/>
                <a:gd name="connsiteX394" fmla="*/ 1015224 w 1258521"/>
                <a:gd name="connsiteY394" fmla="*/ 169073 h 914263"/>
                <a:gd name="connsiteX395" fmla="*/ 1014787 w 1258521"/>
                <a:gd name="connsiteY395" fmla="*/ 171461 h 914263"/>
                <a:gd name="connsiteX396" fmla="*/ 1014214 w 1258521"/>
                <a:gd name="connsiteY396" fmla="*/ 173850 h 914263"/>
                <a:gd name="connsiteX397" fmla="*/ 1014147 w 1258521"/>
                <a:gd name="connsiteY397" fmla="*/ 175801 h 914263"/>
                <a:gd name="connsiteX398" fmla="*/ 1014147 w 1258521"/>
                <a:gd name="connsiteY398" fmla="*/ 177617 h 914263"/>
                <a:gd name="connsiteX399" fmla="*/ 1015426 w 1258521"/>
                <a:gd name="connsiteY399" fmla="*/ 179568 h 914263"/>
                <a:gd name="connsiteX400" fmla="*/ 1016705 w 1258521"/>
                <a:gd name="connsiteY400" fmla="*/ 181385 h 914263"/>
                <a:gd name="connsiteX401" fmla="*/ 1017580 w 1258521"/>
                <a:gd name="connsiteY401" fmla="*/ 183706 h 914263"/>
                <a:gd name="connsiteX402" fmla="*/ 1018825 w 1258521"/>
                <a:gd name="connsiteY402" fmla="*/ 185455 h 914263"/>
                <a:gd name="connsiteX403" fmla="*/ 1019431 w 1258521"/>
                <a:gd name="connsiteY403" fmla="*/ 185960 h 914263"/>
                <a:gd name="connsiteX404" fmla="*/ 1020575 w 1258521"/>
                <a:gd name="connsiteY404" fmla="*/ 187406 h 914263"/>
                <a:gd name="connsiteX405" fmla="*/ 1021719 w 1258521"/>
                <a:gd name="connsiteY405" fmla="*/ 188146 h 914263"/>
                <a:gd name="connsiteX406" fmla="*/ 1025186 w 1258521"/>
                <a:gd name="connsiteY406" fmla="*/ 192789 h 914263"/>
                <a:gd name="connsiteX407" fmla="*/ 1024883 w 1258521"/>
                <a:gd name="connsiteY407" fmla="*/ 195682 h 914263"/>
                <a:gd name="connsiteX408" fmla="*/ 1023133 w 1258521"/>
                <a:gd name="connsiteY408" fmla="*/ 197700 h 914263"/>
                <a:gd name="connsiteX409" fmla="*/ 1019397 w 1258521"/>
                <a:gd name="connsiteY409" fmla="*/ 198777 h 914263"/>
                <a:gd name="connsiteX410" fmla="*/ 1017277 w 1258521"/>
                <a:gd name="connsiteY410" fmla="*/ 198911 h 914263"/>
                <a:gd name="connsiteX411" fmla="*/ 1013878 w 1258521"/>
                <a:gd name="connsiteY411" fmla="*/ 197902 h 914263"/>
                <a:gd name="connsiteX412" fmla="*/ 1011859 w 1258521"/>
                <a:gd name="connsiteY412" fmla="*/ 196960 h 914263"/>
                <a:gd name="connsiteX413" fmla="*/ 1008224 w 1258521"/>
                <a:gd name="connsiteY413" fmla="*/ 195143 h 914263"/>
                <a:gd name="connsiteX414" fmla="*/ 1006575 w 1258521"/>
                <a:gd name="connsiteY414" fmla="*/ 193899 h 914263"/>
                <a:gd name="connsiteX415" fmla="*/ 1006272 w 1258521"/>
                <a:gd name="connsiteY415" fmla="*/ 191073 h 914263"/>
                <a:gd name="connsiteX416" fmla="*/ 1003580 w 1258521"/>
                <a:gd name="connsiteY416" fmla="*/ 188617 h 914263"/>
                <a:gd name="connsiteX417" fmla="*/ 1001695 w 1258521"/>
                <a:gd name="connsiteY417" fmla="*/ 187743 h 914263"/>
                <a:gd name="connsiteX418" fmla="*/ 996983 w 1258521"/>
                <a:gd name="connsiteY418" fmla="*/ 183975 h 914263"/>
                <a:gd name="connsiteX419" fmla="*/ 987493 w 1258521"/>
                <a:gd name="connsiteY419" fmla="*/ 175868 h 914263"/>
                <a:gd name="connsiteX420" fmla="*/ 986416 w 1258521"/>
                <a:gd name="connsiteY420" fmla="*/ 174993 h 914263"/>
                <a:gd name="connsiteX421" fmla="*/ 984228 w 1258521"/>
                <a:gd name="connsiteY421" fmla="*/ 172370 h 914263"/>
                <a:gd name="connsiteX422" fmla="*/ 982579 w 1258521"/>
                <a:gd name="connsiteY422" fmla="*/ 170721 h 914263"/>
                <a:gd name="connsiteX423" fmla="*/ 981132 w 1258521"/>
                <a:gd name="connsiteY423" fmla="*/ 169712 h 914263"/>
                <a:gd name="connsiteX424" fmla="*/ 978877 w 1258521"/>
                <a:gd name="connsiteY424" fmla="*/ 170082 h 914263"/>
                <a:gd name="connsiteX425" fmla="*/ 977127 w 1258521"/>
                <a:gd name="connsiteY425" fmla="*/ 169880 h 914263"/>
                <a:gd name="connsiteX426" fmla="*/ 976117 w 1258521"/>
                <a:gd name="connsiteY426" fmla="*/ 168938 h 914263"/>
                <a:gd name="connsiteX427" fmla="*/ 974670 w 1258521"/>
                <a:gd name="connsiteY427" fmla="*/ 167626 h 914263"/>
                <a:gd name="connsiteX428" fmla="*/ 974536 w 1258521"/>
                <a:gd name="connsiteY428" fmla="*/ 166045 h 914263"/>
                <a:gd name="connsiteX429" fmla="*/ 976353 w 1258521"/>
                <a:gd name="connsiteY429" fmla="*/ 164296 h 914263"/>
                <a:gd name="connsiteX430" fmla="*/ 975848 w 1258521"/>
                <a:gd name="connsiteY430" fmla="*/ 163152 h 914263"/>
                <a:gd name="connsiteX431" fmla="*/ 973593 w 1258521"/>
                <a:gd name="connsiteY431" fmla="*/ 161639 h 914263"/>
                <a:gd name="connsiteX432" fmla="*/ 972281 w 1258521"/>
                <a:gd name="connsiteY432" fmla="*/ 159183 h 914263"/>
                <a:gd name="connsiteX433" fmla="*/ 970262 w 1258521"/>
                <a:gd name="connsiteY433" fmla="*/ 158174 h 914263"/>
                <a:gd name="connsiteX434" fmla="*/ 968680 w 1258521"/>
                <a:gd name="connsiteY434" fmla="*/ 156727 h 914263"/>
                <a:gd name="connsiteX435" fmla="*/ 967367 w 1258521"/>
                <a:gd name="connsiteY435" fmla="*/ 153699 h 914263"/>
                <a:gd name="connsiteX436" fmla="*/ 966930 w 1258521"/>
                <a:gd name="connsiteY436" fmla="*/ 150369 h 914263"/>
                <a:gd name="connsiteX437" fmla="*/ 965785 w 1258521"/>
                <a:gd name="connsiteY437" fmla="*/ 148048 h 914263"/>
                <a:gd name="connsiteX438" fmla="*/ 964036 w 1258521"/>
                <a:gd name="connsiteY438" fmla="*/ 146601 h 914263"/>
                <a:gd name="connsiteX439" fmla="*/ 961579 w 1258521"/>
                <a:gd name="connsiteY439" fmla="*/ 144146 h 914263"/>
                <a:gd name="connsiteX440" fmla="*/ 960401 w 1258521"/>
                <a:gd name="connsiteY440" fmla="*/ 141387 h 914263"/>
                <a:gd name="connsiteX441" fmla="*/ 958651 w 1258521"/>
                <a:gd name="connsiteY441" fmla="*/ 137620 h 914263"/>
                <a:gd name="connsiteX442" fmla="*/ 955016 w 1258521"/>
                <a:gd name="connsiteY442" fmla="*/ 132843 h 914263"/>
                <a:gd name="connsiteX443" fmla="*/ 951381 w 1258521"/>
                <a:gd name="connsiteY443" fmla="*/ 129512 h 914263"/>
                <a:gd name="connsiteX444" fmla="*/ 946872 w 1258521"/>
                <a:gd name="connsiteY444" fmla="*/ 127057 h 914263"/>
                <a:gd name="connsiteX445" fmla="*/ 943102 w 1258521"/>
                <a:gd name="connsiteY445" fmla="*/ 123155 h 914263"/>
                <a:gd name="connsiteX446" fmla="*/ 939905 w 1258521"/>
                <a:gd name="connsiteY446" fmla="*/ 120564 h 914263"/>
                <a:gd name="connsiteX447" fmla="*/ 936876 w 1258521"/>
                <a:gd name="connsiteY447" fmla="*/ 117537 h 914263"/>
                <a:gd name="connsiteX448" fmla="*/ 935294 w 1258521"/>
                <a:gd name="connsiteY448" fmla="*/ 115956 h 914263"/>
                <a:gd name="connsiteX449" fmla="*/ 933410 w 1258521"/>
                <a:gd name="connsiteY449" fmla="*/ 114072 h 914263"/>
                <a:gd name="connsiteX450" fmla="*/ 930516 w 1258521"/>
                <a:gd name="connsiteY450" fmla="*/ 112491 h 914263"/>
                <a:gd name="connsiteX451" fmla="*/ 928934 w 1258521"/>
                <a:gd name="connsiteY451" fmla="*/ 108723 h 914263"/>
                <a:gd name="connsiteX452" fmla="*/ 926612 w 1258521"/>
                <a:gd name="connsiteY452" fmla="*/ 104653 h 914263"/>
                <a:gd name="connsiteX453" fmla="*/ 922842 w 1258521"/>
                <a:gd name="connsiteY453" fmla="*/ 102063 h 914263"/>
                <a:gd name="connsiteX454" fmla="*/ 921092 w 1258521"/>
                <a:gd name="connsiteY454" fmla="*/ 102063 h 914263"/>
                <a:gd name="connsiteX455" fmla="*/ 919073 w 1258521"/>
                <a:gd name="connsiteY455" fmla="*/ 100044 h 914263"/>
                <a:gd name="connsiteX456" fmla="*/ 916482 w 1258521"/>
                <a:gd name="connsiteY456" fmla="*/ 97151 h 914263"/>
                <a:gd name="connsiteX457" fmla="*/ 915472 w 1258521"/>
                <a:gd name="connsiteY457" fmla="*/ 93955 h 914263"/>
                <a:gd name="connsiteX458" fmla="*/ 914159 w 1258521"/>
                <a:gd name="connsiteY458" fmla="*/ 89751 h 914263"/>
                <a:gd name="connsiteX459" fmla="*/ 911703 w 1258521"/>
                <a:gd name="connsiteY459" fmla="*/ 86992 h 914263"/>
                <a:gd name="connsiteX460" fmla="*/ 907227 w 1258521"/>
                <a:gd name="connsiteY460" fmla="*/ 84671 h 914263"/>
                <a:gd name="connsiteX461" fmla="*/ 904198 w 1258521"/>
                <a:gd name="connsiteY461" fmla="*/ 84671 h 914263"/>
                <a:gd name="connsiteX462" fmla="*/ 900563 w 1258521"/>
                <a:gd name="connsiteY462" fmla="*/ 87059 h 914263"/>
                <a:gd name="connsiteX463" fmla="*/ 898678 w 1258521"/>
                <a:gd name="connsiteY463" fmla="*/ 87867 h 914263"/>
                <a:gd name="connsiteX464" fmla="*/ 897534 w 1258521"/>
                <a:gd name="connsiteY464" fmla="*/ 89885 h 914263"/>
                <a:gd name="connsiteX465" fmla="*/ 896524 w 1258521"/>
                <a:gd name="connsiteY465" fmla="*/ 91769 h 914263"/>
                <a:gd name="connsiteX466" fmla="*/ 896221 w 1258521"/>
                <a:gd name="connsiteY466" fmla="*/ 94225 h 914263"/>
                <a:gd name="connsiteX467" fmla="*/ 895649 w 1258521"/>
                <a:gd name="connsiteY467" fmla="*/ 95671 h 914263"/>
                <a:gd name="connsiteX468" fmla="*/ 893899 w 1258521"/>
                <a:gd name="connsiteY468" fmla="*/ 98295 h 914263"/>
                <a:gd name="connsiteX469" fmla="*/ 893024 w 1258521"/>
                <a:gd name="connsiteY469" fmla="*/ 99439 h 914263"/>
                <a:gd name="connsiteX470" fmla="*/ 887942 w 1258521"/>
                <a:gd name="connsiteY470" fmla="*/ 101020 h 914263"/>
                <a:gd name="connsiteX471" fmla="*/ 879596 w 1258521"/>
                <a:gd name="connsiteY471" fmla="*/ 102264 h 914263"/>
                <a:gd name="connsiteX472" fmla="*/ 873740 w 1258521"/>
                <a:gd name="connsiteY472" fmla="*/ 101625 h 914263"/>
                <a:gd name="connsiteX473" fmla="*/ 872428 w 1258521"/>
                <a:gd name="connsiteY473" fmla="*/ 98261 h 914263"/>
                <a:gd name="connsiteX474" fmla="*/ 870240 w 1258521"/>
                <a:gd name="connsiteY474" fmla="*/ 94998 h 914263"/>
                <a:gd name="connsiteX475" fmla="*/ 866538 w 1258521"/>
                <a:gd name="connsiteY475" fmla="*/ 90087 h 914263"/>
                <a:gd name="connsiteX476" fmla="*/ 863913 w 1258521"/>
                <a:gd name="connsiteY476" fmla="*/ 89111 h 914263"/>
                <a:gd name="connsiteX477" fmla="*/ 862500 w 1258521"/>
                <a:gd name="connsiteY477" fmla="*/ 89313 h 914263"/>
                <a:gd name="connsiteX478" fmla="*/ 860548 w 1258521"/>
                <a:gd name="connsiteY478" fmla="*/ 89515 h 914263"/>
                <a:gd name="connsiteX479" fmla="*/ 859134 w 1258521"/>
                <a:gd name="connsiteY479" fmla="*/ 91802 h 914263"/>
                <a:gd name="connsiteX480" fmla="*/ 856846 w 1258521"/>
                <a:gd name="connsiteY480" fmla="*/ 94830 h 914263"/>
                <a:gd name="connsiteX481" fmla="*/ 855432 w 1258521"/>
                <a:gd name="connsiteY481" fmla="*/ 96243 h 914263"/>
                <a:gd name="connsiteX482" fmla="*/ 853918 w 1258521"/>
                <a:gd name="connsiteY482" fmla="*/ 98968 h 914263"/>
                <a:gd name="connsiteX483" fmla="*/ 851629 w 1258521"/>
                <a:gd name="connsiteY483" fmla="*/ 100818 h 914263"/>
                <a:gd name="connsiteX484" fmla="*/ 850317 w 1258521"/>
                <a:gd name="connsiteY484" fmla="*/ 101255 h 914263"/>
                <a:gd name="connsiteX485" fmla="*/ 847591 w 1258521"/>
                <a:gd name="connsiteY485" fmla="*/ 103307 h 914263"/>
                <a:gd name="connsiteX486" fmla="*/ 846177 w 1258521"/>
                <a:gd name="connsiteY486" fmla="*/ 106772 h 914263"/>
                <a:gd name="connsiteX487" fmla="*/ 845302 w 1258521"/>
                <a:gd name="connsiteY487" fmla="*/ 108824 h 914263"/>
                <a:gd name="connsiteX488" fmla="*/ 843014 w 1258521"/>
                <a:gd name="connsiteY488" fmla="*/ 112525 h 914263"/>
                <a:gd name="connsiteX489" fmla="*/ 840725 w 1258521"/>
                <a:gd name="connsiteY489" fmla="*/ 113164 h 914263"/>
                <a:gd name="connsiteX490" fmla="*/ 835711 w 1258521"/>
                <a:gd name="connsiteY490" fmla="*/ 112827 h 914263"/>
                <a:gd name="connsiteX491" fmla="*/ 834970 w 1258521"/>
                <a:gd name="connsiteY491" fmla="*/ 111515 h 914263"/>
                <a:gd name="connsiteX492" fmla="*/ 834970 w 1258521"/>
                <a:gd name="connsiteY492" fmla="*/ 108791 h 914263"/>
                <a:gd name="connsiteX493" fmla="*/ 834768 w 1258521"/>
                <a:gd name="connsiteY493" fmla="*/ 104989 h 914263"/>
                <a:gd name="connsiteX494" fmla="*/ 830326 w 1258521"/>
                <a:gd name="connsiteY494" fmla="*/ 102601 h 914263"/>
                <a:gd name="connsiteX495" fmla="*/ 825109 w 1258521"/>
                <a:gd name="connsiteY495" fmla="*/ 100111 h 914263"/>
                <a:gd name="connsiteX496" fmla="*/ 819018 w 1258521"/>
                <a:gd name="connsiteY496" fmla="*/ 97185 h 914263"/>
                <a:gd name="connsiteX497" fmla="*/ 814239 w 1258521"/>
                <a:gd name="connsiteY497" fmla="*/ 94696 h 914263"/>
                <a:gd name="connsiteX498" fmla="*/ 808248 w 1258521"/>
                <a:gd name="connsiteY498" fmla="*/ 92744 h 914263"/>
                <a:gd name="connsiteX499" fmla="*/ 802594 w 1258521"/>
                <a:gd name="connsiteY499" fmla="*/ 89481 h 914263"/>
                <a:gd name="connsiteX500" fmla="*/ 798590 w 1258521"/>
                <a:gd name="connsiteY500" fmla="*/ 84469 h 914263"/>
                <a:gd name="connsiteX501" fmla="*/ 796301 w 1258521"/>
                <a:gd name="connsiteY501" fmla="*/ 81643 h 914263"/>
                <a:gd name="connsiteX502" fmla="*/ 792936 w 1258521"/>
                <a:gd name="connsiteY502" fmla="*/ 76766 h 914263"/>
                <a:gd name="connsiteX503" fmla="*/ 789772 w 1258521"/>
                <a:gd name="connsiteY503" fmla="*/ 73301 h 914263"/>
                <a:gd name="connsiteX504" fmla="*/ 784993 w 1258521"/>
                <a:gd name="connsiteY504" fmla="*/ 67986 h 914263"/>
                <a:gd name="connsiteX505" fmla="*/ 782065 w 1258521"/>
                <a:gd name="connsiteY505" fmla="*/ 64958 h 914263"/>
                <a:gd name="connsiteX506" fmla="*/ 777926 w 1258521"/>
                <a:gd name="connsiteY506" fmla="*/ 59845 h 914263"/>
                <a:gd name="connsiteX507" fmla="*/ 774560 w 1258521"/>
                <a:gd name="connsiteY507" fmla="*/ 57120 h 914263"/>
                <a:gd name="connsiteX508" fmla="*/ 770320 w 1258521"/>
                <a:gd name="connsiteY508" fmla="*/ 54631 h 914263"/>
                <a:gd name="connsiteX509" fmla="*/ 765204 w 1258521"/>
                <a:gd name="connsiteY509" fmla="*/ 53857 h 914263"/>
                <a:gd name="connsiteX510" fmla="*/ 753459 w 1258521"/>
                <a:gd name="connsiteY510" fmla="*/ 53420 h 914263"/>
                <a:gd name="connsiteX511" fmla="*/ 749992 w 1258521"/>
                <a:gd name="connsiteY511" fmla="*/ 54193 h 914263"/>
                <a:gd name="connsiteX512" fmla="*/ 748478 w 1258521"/>
                <a:gd name="connsiteY512" fmla="*/ 55270 h 914263"/>
                <a:gd name="connsiteX513" fmla="*/ 744877 w 1258521"/>
                <a:gd name="connsiteY513" fmla="*/ 59071 h 914263"/>
                <a:gd name="connsiteX514" fmla="*/ 743261 w 1258521"/>
                <a:gd name="connsiteY514" fmla="*/ 62435 h 914263"/>
                <a:gd name="connsiteX515" fmla="*/ 740973 w 1258521"/>
                <a:gd name="connsiteY515" fmla="*/ 70038 h 914263"/>
                <a:gd name="connsiteX516" fmla="*/ 745853 w 1258521"/>
                <a:gd name="connsiteY516" fmla="*/ 76867 h 914263"/>
                <a:gd name="connsiteX517" fmla="*/ 745954 w 1258521"/>
                <a:gd name="connsiteY517" fmla="*/ 81206 h 914263"/>
                <a:gd name="connsiteX518" fmla="*/ 743127 w 1258521"/>
                <a:gd name="connsiteY518" fmla="*/ 87934 h 914263"/>
                <a:gd name="connsiteX519" fmla="*/ 740199 w 1258521"/>
                <a:gd name="connsiteY519" fmla="*/ 98160 h 914263"/>
                <a:gd name="connsiteX520" fmla="*/ 737708 w 1258521"/>
                <a:gd name="connsiteY520" fmla="*/ 107512 h 914263"/>
                <a:gd name="connsiteX521" fmla="*/ 736632 w 1258521"/>
                <a:gd name="connsiteY521" fmla="*/ 112289 h 914263"/>
                <a:gd name="connsiteX522" fmla="*/ 738247 w 1258521"/>
                <a:gd name="connsiteY522" fmla="*/ 117167 h 914263"/>
                <a:gd name="connsiteX523" fmla="*/ 740098 w 1258521"/>
                <a:gd name="connsiteY523" fmla="*/ 122280 h 914263"/>
                <a:gd name="connsiteX524" fmla="*/ 740435 w 1258521"/>
                <a:gd name="connsiteY524" fmla="*/ 129546 h 914263"/>
                <a:gd name="connsiteX525" fmla="*/ 740233 w 1258521"/>
                <a:gd name="connsiteY525" fmla="*/ 135971 h 914263"/>
                <a:gd name="connsiteX526" fmla="*/ 739694 w 1258521"/>
                <a:gd name="connsiteY526" fmla="*/ 141186 h 914263"/>
                <a:gd name="connsiteX527" fmla="*/ 739593 w 1258521"/>
                <a:gd name="connsiteY527" fmla="*/ 145525 h 914263"/>
                <a:gd name="connsiteX528" fmla="*/ 739055 w 1258521"/>
                <a:gd name="connsiteY528" fmla="*/ 148014 h 914263"/>
                <a:gd name="connsiteX529" fmla="*/ 736665 w 1258521"/>
                <a:gd name="connsiteY529" fmla="*/ 149528 h 914263"/>
                <a:gd name="connsiteX530" fmla="*/ 732324 w 1258521"/>
                <a:gd name="connsiteY530" fmla="*/ 150403 h 914263"/>
                <a:gd name="connsiteX531" fmla="*/ 727881 w 1258521"/>
                <a:gd name="connsiteY531" fmla="*/ 150403 h 914263"/>
                <a:gd name="connsiteX532" fmla="*/ 724179 w 1258521"/>
                <a:gd name="connsiteY532" fmla="*/ 152051 h 914263"/>
                <a:gd name="connsiteX533" fmla="*/ 718862 w 1258521"/>
                <a:gd name="connsiteY533" fmla="*/ 151513 h 914263"/>
                <a:gd name="connsiteX534" fmla="*/ 716472 w 1258521"/>
                <a:gd name="connsiteY534" fmla="*/ 150302 h 914263"/>
                <a:gd name="connsiteX535" fmla="*/ 712333 w 1258521"/>
                <a:gd name="connsiteY535" fmla="*/ 146938 h 914263"/>
                <a:gd name="connsiteX536" fmla="*/ 708429 w 1258521"/>
                <a:gd name="connsiteY536" fmla="*/ 143574 h 914263"/>
                <a:gd name="connsiteX537" fmla="*/ 704626 w 1258521"/>
                <a:gd name="connsiteY537" fmla="*/ 139874 h 914263"/>
                <a:gd name="connsiteX538" fmla="*/ 701261 w 1258521"/>
                <a:gd name="connsiteY538" fmla="*/ 138999 h 914263"/>
                <a:gd name="connsiteX539" fmla="*/ 699510 w 1258521"/>
                <a:gd name="connsiteY539" fmla="*/ 135399 h 914263"/>
                <a:gd name="connsiteX540" fmla="*/ 699746 w 1258521"/>
                <a:gd name="connsiteY540" fmla="*/ 133011 h 914263"/>
                <a:gd name="connsiteX541" fmla="*/ 699847 w 1258521"/>
                <a:gd name="connsiteY541" fmla="*/ 127158 h 914263"/>
                <a:gd name="connsiteX542" fmla="*/ 695607 w 1258521"/>
                <a:gd name="connsiteY542" fmla="*/ 123155 h 914263"/>
                <a:gd name="connsiteX543" fmla="*/ 690727 w 1258521"/>
                <a:gd name="connsiteY543" fmla="*/ 117604 h 914263"/>
                <a:gd name="connsiteX544" fmla="*/ 686924 w 1258521"/>
                <a:gd name="connsiteY544" fmla="*/ 115754 h 914263"/>
                <a:gd name="connsiteX545" fmla="*/ 680395 w 1258521"/>
                <a:gd name="connsiteY545" fmla="*/ 113265 h 914263"/>
                <a:gd name="connsiteX546" fmla="*/ 677770 w 1258521"/>
                <a:gd name="connsiteY546" fmla="*/ 113265 h 914263"/>
                <a:gd name="connsiteX547" fmla="*/ 671678 w 1258521"/>
                <a:gd name="connsiteY547" fmla="*/ 110439 h 914263"/>
                <a:gd name="connsiteX548" fmla="*/ 659731 w 1258521"/>
                <a:gd name="connsiteY548" fmla="*/ 102836 h 914263"/>
                <a:gd name="connsiteX549" fmla="*/ 655288 w 1258521"/>
                <a:gd name="connsiteY549" fmla="*/ 98598 h 914263"/>
                <a:gd name="connsiteX550" fmla="*/ 648759 w 1258521"/>
                <a:gd name="connsiteY550" fmla="*/ 92307 h 914263"/>
                <a:gd name="connsiteX551" fmla="*/ 643879 w 1258521"/>
                <a:gd name="connsiteY551" fmla="*/ 87093 h 914263"/>
                <a:gd name="connsiteX552" fmla="*/ 640952 w 1258521"/>
                <a:gd name="connsiteY552" fmla="*/ 84368 h 914263"/>
                <a:gd name="connsiteX553" fmla="*/ 638461 w 1258521"/>
                <a:gd name="connsiteY553" fmla="*/ 82854 h 914263"/>
                <a:gd name="connsiteX554" fmla="*/ 634658 w 1258521"/>
                <a:gd name="connsiteY554" fmla="*/ 81004 h 914263"/>
                <a:gd name="connsiteX555" fmla="*/ 633043 w 1258521"/>
                <a:gd name="connsiteY555" fmla="*/ 79692 h 914263"/>
                <a:gd name="connsiteX556" fmla="*/ 631966 w 1258521"/>
                <a:gd name="connsiteY556" fmla="*/ 71551 h 914263"/>
                <a:gd name="connsiteX557" fmla="*/ 627187 w 1258521"/>
                <a:gd name="connsiteY557" fmla="*/ 67212 h 914263"/>
                <a:gd name="connsiteX558" fmla="*/ 624898 w 1258521"/>
                <a:gd name="connsiteY558" fmla="*/ 64924 h 914263"/>
                <a:gd name="connsiteX559" fmla="*/ 615340 w 1258521"/>
                <a:gd name="connsiteY559" fmla="*/ 57322 h 914263"/>
                <a:gd name="connsiteX560" fmla="*/ 607499 w 1258521"/>
                <a:gd name="connsiteY560" fmla="*/ 47667 h 914263"/>
                <a:gd name="connsiteX561" fmla="*/ 602720 w 1258521"/>
                <a:gd name="connsiteY561" fmla="*/ 43866 h 914263"/>
                <a:gd name="connsiteX562" fmla="*/ 599119 w 1258521"/>
                <a:gd name="connsiteY562" fmla="*/ 36163 h 914263"/>
                <a:gd name="connsiteX563" fmla="*/ 593566 w 1258521"/>
                <a:gd name="connsiteY563" fmla="*/ 34514 h 914263"/>
                <a:gd name="connsiteX564" fmla="*/ 585320 w 1258521"/>
                <a:gd name="connsiteY564" fmla="*/ 35591 h 914263"/>
                <a:gd name="connsiteX565" fmla="*/ 580306 w 1258521"/>
                <a:gd name="connsiteY565" fmla="*/ 31890 h 914263"/>
                <a:gd name="connsiteX566" fmla="*/ 574316 w 1258521"/>
                <a:gd name="connsiteY566" fmla="*/ 27753 h 914263"/>
                <a:gd name="connsiteX567" fmla="*/ 567887 w 1258521"/>
                <a:gd name="connsiteY567" fmla="*/ 25701 h 914263"/>
                <a:gd name="connsiteX568" fmla="*/ 563310 w 1258521"/>
                <a:gd name="connsiteY568" fmla="*/ 25802 h 914263"/>
                <a:gd name="connsiteX569" fmla="*/ 555806 w 1258521"/>
                <a:gd name="connsiteY569" fmla="*/ 25600 h 914263"/>
                <a:gd name="connsiteX570" fmla="*/ 549377 w 1258521"/>
                <a:gd name="connsiteY570" fmla="*/ 23750 h 914263"/>
                <a:gd name="connsiteX571" fmla="*/ 542949 w 1258521"/>
                <a:gd name="connsiteY571" fmla="*/ 19410 h 914263"/>
                <a:gd name="connsiteX572" fmla="*/ 536757 w 1258521"/>
                <a:gd name="connsiteY572" fmla="*/ 14970 h 914263"/>
                <a:gd name="connsiteX573" fmla="*/ 532954 w 1258521"/>
                <a:gd name="connsiteY573" fmla="*/ 12581 h 914263"/>
                <a:gd name="connsiteX574" fmla="*/ 526997 w 1258521"/>
                <a:gd name="connsiteY574" fmla="*/ 11606 h 914263"/>
                <a:gd name="connsiteX575" fmla="*/ 517978 w 1258521"/>
                <a:gd name="connsiteY575" fmla="*/ 12682 h 914263"/>
                <a:gd name="connsiteX576" fmla="*/ 514377 w 1258521"/>
                <a:gd name="connsiteY576" fmla="*/ 10630 h 914263"/>
                <a:gd name="connsiteX577" fmla="*/ 511651 w 1258521"/>
                <a:gd name="connsiteY577" fmla="*/ 8242 h 914263"/>
                <a:gd name="connsiteX578" fmla="*/ 509800 w 1258521"/>
                <a:gd name="connsiteY578" fmla="*/ 6829 h 914263"/>
                <a:gd name="connsiteX579" fmla="*/ 507747 w 1258521"/>
                <a:gd name="connsiteY579" fmla="*/ 7165 h 914263"/>
                <a:gd name="connsiteX580" fmla="*/ 503708 w 1258521"/>
                <a:gd name="connsiteY580" fmla="*/ 8477 h 914263"/>
                <a:gd name="connsiteX581" fmla="*/ 500006 w 1258521"/>
                <a:gd name="connsiteY581" fmla="*/ 9991 h 914263"/>
                <a:gd name="connsiteX582" fmla="*/ 496203 w 1258521"/>
                <a:gd name="connsiteY582" fmla="*/ 10630 h 914263"/>
                <a:gd name="connsiteX583" fmla="*/ 492737 w 1258521"/>
                <a:gd name="connsiteY583" fmla="*/ 11841 h 914263"/>
                <a:gd name="connsiteX584" fmla="*/ 489136 w 1258521"/>
                <a:gd name="connsiteY584" fmla="*/ 11639 h 914263"/>
                <a:gd name="connsiteX585" fmla="*/ 485333 w 1258521"/>
                <a:gd name="connsiteY585" fmla="*/ 11101 h 914263"/>
                <a:gd name="connsiteX586" fmla="*/ 482068 w 1258521"/>
                <a:gd name="connsiteY586" fmla="*/ 9587 h 914263"/>
                <a:gd name="connsiteX587" fmla="*/ 478265 w 1258521"/>
                <a:gd name="connsiteY587" fmla="*/ 8174 h 914263"/>
                <a:gd name="connsiteX588" fmla="*/ 471635 w 1258521"/>
                <a:gd name="connsiteY588" fmla="*/ 7401 h 914263"/>
                <a:gd name="connsiteX589" fmla="*/ 465477 w 1258521"/>
                <a:gd name="connsiteY589" fmla="*/ 6425 h 914263"/>
                <a:gd name="connsiteX590" fmla="*/ 458308 w 1258521"/>
                <a:gd name="connsiteY590" fmla="*/ 6425 h 914263"/>
                <a:gd name="connsiteX591" fmla="*/ 453428 w 1258521"/>
                <a:gd name="connsiteY591" fmla="*/ 5113 h 914263"/>
                <a:gd name="connsiteX592" fmla="*/ 449827 w 1258521"/>
                <a:gd name="connsiteY592" fmla="*/ 3498 h 914263"/>
                <a:gd name="connsiteX593" fmla="*/ 446024 w 1258521"/>
                <a:gd name="connsiteY593" fmla="*/ 1884 h 914263"/>
                <a:gd name="connsiteX594" fmla="*/ 443298 w 1258521"/>
                <a:gd name="connsiteY594" fmla="*/ 1547 h 914263"/>
                <a:gd name="connsiteX595" fmla="*/ 442760 w 1258521"/>
                <a:gd name="connsiteY595" fmla="*/ 1884 h 914263"/>
                <a:gd name="connsiteX596" fmla="*/ 442120 w 1258521"/>
                <a:gd name="connsiteY596" fmla="*/ 4272 h 914263"/>
                <a:gd name="connsiteX597" fmla="*/ 440707 w 1258521"/>
                <a:gd name="connsiteY597" fmla="*/ 7098 h 914263"/>
                <a:gd name="connsiteX598" fmla="*/ 437880 w 1258521"/>
                <a:gd name="connsiteY598" fmla="*/ 9486 h 914263"/>
                <a:gd name="connsiteX599" fmla="*/ 434615 w 1258521"/>
                <a:gd name="connsiteY599" fmla="*/ 9688 h 914263"/>
                <a:gd name="connsiteX600" fmla="*/ 429937 w 1258521"/>
                <a:gd name="connsiteY600" fmla="*/ 8814 h 914263"/>
                <a:gd name="connsiteX601" fmla="*/ 428187 w 1258521"/>
                <a:gd name="connsiteY601" fmla="*/ 7502 h 914263"/>
                <a:gd name="connsiteX602" fmla="*/ 426134 w 1258521"/>
                <a:gd name="connsiteY602" fmla="*/ 7266 h 914263"/>
                <a:gd name="connsiteX603" fmla="*/ 424283 w 1258521"/>
                <a:gd name="connsiteY603" fmla="*/ 9453 h 914263"/>
                <a:gd name="connsiteX604" fmla="*/ 417216 w 1258521"/>
                <a:gd name="connsiteY604" fmla="*/ 9991 h 914263"/>
                <a:gd name="connsiteX605" fmla="*/ 408735 w 1258521"/>
                <a:gd name="connsiteY605" fmla="*/ 10529 h 914263"/>
                <a:gd name="connsiteX606" fmla="*/ 405571 w 1258521"/>
                <a:gd name="connsiteY606" fmla="*/ 10765 h 914263"/>
                <a:gd name="connsiteX607" fmla="*/ 403417 w 1258521"/>
                <a:gd name="connsiteY607" fmla="*/ 11538 h 914263"/>
                <a:gd name="connsiteX608" fmla="*/ 401567 w 1258521"/>
                <a:gd name="connsiteY608" fmla="*/ 9924 h 914263"/>
                <a:gd name="connsiteX609" fmla="*/ 398639 w 1258521"/>
                <a:gd name="connsiteY609" fmla="*/ 7333 h 914263"/>
                <a:gd name="connsiteX610" fmla="*/ 397023 w 1258521"/>
                <a:gd name="connsiteY610" fmla="*/ 5147 h 914263"/>
                <a:gd name="connsiteX611" fmla="*/ 396922 w 1258521"/>
                <a:gd name="connsiteY611" fmla="*/ 3532 h 914263"/>
                <a:gd name="connsiteX612" fmla="*/ 396821 w 1258521"/>
                <a:gd name="connsiteY612" fmla="*/ 1480 h 914263"/>
                <a:gd name="connsiteX613" fmla="*/ 396788 w 1258521"/>
                <a:gd name="connsiteY613" fmla="*/ 0 h 914263"/>
                <a:gd name="connsiteX614" fmla="*/ 396720 w 1258521"/>
                <a:gd name="connsiteY614" fmla="*/ 0 h 914263"/>
                <a:gd name="connsiteX615" fmla="*/ 393355 w 1258521"/>
                <a:gd name="connsiteY615" fmla="*/ 2725 h 914263"/>
                <a:gd name="connsiteX616" fmla="*/ 393355 w 1258521"/>
                <a:gd name="connsiteY616" fmla="*/ 7367 h 914263"/>
                <a:gd name="connsiteX617" fmla="*/ 375686 w 1258521"/>
                <a:gd name="connsiteY617" fmla="*/ 10125 h 914263"/>
                <a:gd name="connsiteX618" fmla="*/ 372489 w 1258521"/>
                <a:gd name="connsiteY618" fmla="*/ 11707 h 914263"/>
                <a:gd name="connsiteX619" fmla="*/ 364681 w 1258521"/>
                <a:gd name="connsiteY619" fmla="*/ 11707 h 914263"/>
                <a:gd name="connsiteX620" fmla="*/ 360609 w 1258521"/>
                <a:gd name="connsiteY620" fmla="*/ 7064 h 914263"/>
                <a:gd name="connsiteX621" fmla="*/ 349301 w 1258521"/>
                <a:gd name="connsiteY621" fmla="*/ 11707 h 914263"/>
                <a:gd name="connsiteX622" fmla="*/ 340887 w 1258521"/>
                <a:gd name="connsiteY622" fmla="*/ 18670 h 914263"/>
                <a:gd name="connsiteX623" fmla="*/ 334796 w 1258521"/>
                <a:gd name="connsiteY623" fmla="*/ 20116 h 914263"/>
                <a:gd name="connsiteX624" fmla="*/ 331026 w 1258521"/>
                <a:gd name="connsiteY624" fmla="*/ 15474 h 914263"/>
                <a:gd name="connsiteX625" fmla="*/ 323791 w 1258521"/>
                <a:gd name="connsiteY625" fmla="*/ 18098 h 914263"/>
                <a:gd name="connsiteX626" fmla="*/ 315983 w 1258521"/>
                <a:gd name="connsiteY626" fmla="*/ 20116 h 914263"/>
                <a:gd name="connsiteX627" fmla="*/ 305853 w 1258521"/>
                <a:gd name="connsiteY627" fmla="*/ 20116 h 914263"/>
                <a:gd name="connsiteX628" fmla="*/ 302386 w 1258521"/>
                <a:gd name="connsiteY628" fmla="*/ 24591 h 914263"/>
                <a:gd name="connsiteX629" fmla="*/ 297170 w 1258521"/>
                <a:gd name="connsiteY629" fmla="*/ 27349 h 914263"/>
                <a:gd name="connsiteX630" fmla="*/ 288218 w 1258521"/>
                <a:gd name="connsiteY630" fmla="*/ 27349 h 914263"/>
                <a:gd name="connsiteX631" fmla="*/ 281251 w 1258521"/>
                <a:gd name="connsiteY631" fmla="*/ 27349 h 914263"/>
                <a:gd name="connsiteX632" fmla="*/ 271996 w 1258521"/>
                <a:gd name="connsiteY632" fmla="*/ 28796 h 914263"/>
                <a:gd name="connsiteX633" fmla="*/ 253453 w 1258521"/>
                <a:gd name="connsiteY633" fmla="*/ 32260 h 914263"/>
                <a:gd name="connsiteX634" fmla="*/ 238678 w 1258521"/>
                <a:gd name="connsiteY634" fmla="*/ 35288 h 914263"/>
                <a:gd name="connsiteX635" fmla="*/ 223029 w 1258521"/>
                <a:gd name="connsiteY635" fmla="*/ 37744 h 914263"/>
                <a:gd name="connsiteX636" fmla="*/ 206504 w 1258521"/>
                <a:gd name="connsiteY636" fmla="*/ 37744 h 914263"/>
                <a:gd name="connsiteX637" fmla="*/ 194894 w 1258521"/>
                <a:gd name="connsiteY637" fmla="*/ 34279 h 914263"/>
                <a:gd name="connsiteX638" fmla="*/ 187052 w 1258521"/>
                <a:gd name="connsiteY638" fmla="*/ 29637 h 914263"/>
                <a:gd name="connsiteX639" fmla="*/ 177764 w 1258521"/>
                <a:gd name="connsiteY639" fmla="*/ 30511 h 914263"/>
                <a:gd name="connsiteX640" fmla="*/ 173422 w 1258521"/>
                <a:gd name="connsiteY640" fmla="*/ 32832 h 914263"/>
                <a:gd name="connsiteX641" fmla="*/ 168509 w 1258521"/>
                <a:gd name="connsiteY641" fmla="*/ 39493 h 914263"/>
                <a:gd name="connsiteX642" fmla="*/ 159523 w 1258521"/>
                <a:gd name="connsiteY642" fmla="*/ 45279 h 914263"/>
                <a:gd name="connsiteX643" fmla="*/ 155181 w 1258521"/>
                <a:gd name="connsiteY643" fmla="*/ 49181 h 914263"/>
                <a:gd name="connsiteX644" fmla="*/ 151109 w 1258521"/>
                <a:gd name="connsiteY644" fmla="*/ 51637 h 914263"/>
                <a:gd name="connsiteX645" fmla="*/ 140373 w 1258521"/>
                <a:gd name="connsiteY645" fmla="*/ 51637 h 914263"/>
                <a:gd name="connsiteX646" fmla="*/ 136032 w 1258521"/>
                <a:gd name="connsiteY646" fmla="*/ 54833 h 914263"/>
                <a:gd name="connsiteX647" fmla="*/ 136032 w 1258521"/>
                <a:gd name="connsiteY647" fmla="*/ 62940 h 914263"/>
                <a:gd name="connsiteX648" fmla="*/ 141820 w 1258521"/>
                <a:gd name="connsiteY648" fmla="*/ 75117 h 914263"/>
                <a:gd name="connsiteX649" fmla="*/ 148787 w 1258521"/>
                <a:gd name="connsiteY649" fmla="*/ 87867 h 914263"/>
                <a:gd name="connsiteX650" fmla="*/ 153431 w 1258521"/>
                <a:gd name="connsiteY650" fmla="*/ 97420 h 914263"/>
                <a:gd name="connsiteX651" fmla="*/ 155753 w 1258521"/>
                <a:gd name="connsiteY651" fmla="*/ 101491 h 914263"/>
                <a:gd name="connsiteX652" fmla="*/ 153734 w 1258521"/>
                <a:gd name="connsiteY652" fmla="*/ 109598 h 914263"/>
                <a:gd name="connsiteX653" fmla="*/ 147946 w 1258521"/>
                <a:gd name="connsiteY653" fmla="*/ 112491 h 914263"/>
                <a:gd name="connsiteX654" fmla="*/ 147070 w 1258521"/>
                <a:gd name="connsiteY654" fmla="*/ 120026 h 914263"/>
                <a:gd name="connsiteX655" fmla="*/ 145926 w 1258521"/>
                <a:gd name="connsiteY655" fmla="*/ 125812 h 914263"/>
                <a:gd name="connsiteX656" fmla="*/ 154609 w 1258521"/>
                <a:gd name="connsiteY656" fmla="*/ 133347 h 914263"/>
                <a:gd name="connsiteX657" fmla="*/ 162720 w 1258521"/>
                <a:gd name="connsiteY657" fmla="*/ 137990 h 914263"/>
                <a:gd name="connsiteX658" fmla="*/ 167364 w 1258521"/>
                <a:gd name="connsiteY658" fmla="*/ 144079 h 914263"/>
                <a:gd name="connsiteX659" fmla="*/ 176350 w 1258521"/>
                <a:gd name="connsiteY659" fmla="*/ 150436 h 914263"/>
                <a:gd name="connsiteX660" fmla="*/ 180759 w 1258521"/>
                <a:gd name="connsiteY660" fmla="*/ 149562 h 914263"/>
                <a:gd name="connsiteX661" fmla="*/ 181264 w 1258521"/>
                <a:gd name="connsiteY661" fmla="*/ 154776 h 914263"/>
                <a:gd name="connsiteX662" fmla="*/ 181264 w 1258521"/>
                <a:gd name="connsiteY662" fmla="*/ 160293 h 914263"/>
                <a:gd name="connsiteX663" fmla="*/ 180961 w 1258521"/>
                <a:gd name="connsiteY663" fmla="*/ 165810 h 914263"/>
                <a:gd name="connsiteX664" fmla="*/ 186918 w 1258521"/>
                <a:gd name="connsiteY664" fmla="*/ 167996 h 914263"/>
                <a:gd name="connsiteX665" fmla="*/ 193884 w 1258521"/>
                <a:gd name="connsiteY665" fmla="*/ 173211 h 914263"/>
                <a:gd name="connsiteX666" fmla="*/ 197350 w 1258521"/>
                <a:gd name="connsiteY666" fmla="*/ 175666 h 914263"/>
                <a:gd name="connsiteX667" fmla="*/ 200682 w 1258521"/>
                <a:gd name="connsiteY667" fmla="*/ 176406 h 914263"/>
                <a:gd name="connsiteX668" fmla="*/ 200379 w 1258521"/>
                <a:gd name="connsiteY668" fmla="*/ 180880 h 914263"/>
                <a:gd name="connsiteX669" fmla="*/ 202836 w 1258521"/>
                <a:gd name="connsiteY669" fmla="*/ 191611 h 914263"/>
                <a:gd name="connsiteX670" fmla="*/ 204418 w 1258521"/>
                <a:gd name="connsiteY670" fmla="*/ 197969 h 914263"/>
                <a:gd name="connsiteX671" fmla="*/ 209264 w 1258521"/>
                <a:gd name="connsiteY671" fmla="*/ 204193 h 914263"/>
                <a:gd name="connsiteX672" fmla="*/ 214279 w 1258521"/>
                <a:gd name="connsiteY672" fmla="*/ 210584 h 914263"/>
                <a:gd name="connsiteX673" fmla="*/ 214279 w 1258521"/>
                <a:gd name="connsiteY673" fmla="*/ 214217 h 914263"/>
                <a:gd name="connsiteX674" fmla="*/ 213101 w 1258521"/>
                <a:gd name="connsiteY674" fmla="*/ 217682 h 914263"/>
                <a:gd name="connsiteX675" fmla="*/ 211216 w 1258521"/>
                <a:gd name="connsiteY675" fmla="*/ 222459 h 914263"/>
                <a:gd name="connsiteX676" fmla="*/ 209904 w 1258521"/>
                <a:gd name="connsiteY676" fmla="*/ 224040 h 914263"/>
                <a:gd name="connsiteX677" fmla="*/ 208154 w 1258521"/>
                <a:gd name="connsiteY677" fmla="*/ 225486 h 914263"/>
                <a:gd name="connsiteX678" fmla="*/ 206404 w 1258521"/>
                <a:gd name="connsiteY678" fmla="*/ 225486 h 914263"/>
                <a:gd name="connsiteX679" fmla="*/ 202937 w 1258521"/>
                <a:gd name="connsiteY679" fmla="*/ 225486 h 914263"/>
                <a:gd name="connsiteX680" fmla="*/ 199471 w 1258521"/>
                <a:gd name="connsiteY680" fmla="*/ 223737 h 914263"/>
                <a:gd name="connsiteX681" fmla="*/ 196004 w 1258521"/>
                <a:gd name="connsiteY681" fmla="*/ 223737 h 914263"/>
                <a:gd name="connsiteX682" fmla="*/ 194591 w 1258521"/>
                <a:gd name="connsiteY682" fmla="*/ 225486 h 914263"/>
                <a:gd name="connsiteX683" fmla="*/ 192100 w 1258521"/>
                <a:gd name="connsiteY683" fmla="*/ 226899 h 914263"/>
                <a:gd name="connsiteX684" fmla="*/ 190249 w 1258521"/>
                <a:gd name="connsiteY684" fmla="*/ 229389 h 914263"/>
                <a:gd name="connsiteX685" fmla="*/ 186211 w 1258521"/>
                <a:gd name="connsiteY685" fmla="*/ 231340 h 914263"/>
                <a:gd name="connsiteX686" fmla="*/ 181970 w 1258521"/>
                <a:gd name="connsiteY686" fmla="*/ 232315 h 914263"/>
                <a:gd name="connsiteX687" fmla="*/ 173388 w 1258521"/>
                <a:gd name="connsiteY687" fmla="*/ 232315 h 914263"/>
                <a:gd name="connsiteX688" fmla="*/ 169047 w 1258521"/>
                <a:gd name="connsiteY688" fmla="*/ 232349 h 914263"/>
                <a:gd name="connsiteX689" fmla="*/ 166994 w 1258521"/>
                <a:gd name="connsiteY689" fmla="*/ 233594 h 914263"/>
                <a:gd name="connsiteX690" fmla="*/ 163830 w 1258521"/>
                <a:gd name="connsiteY690" fmla="*/ 235444 h 914263"/>
                <a:gd name="connsiteX691" fmla="*/ 158614 w 1258521"/>
                <a:gd name="connsiteY691" fmla="*/ 238068 h 914263"/>
                <a:gd name="connsiteX692" fmla="*/ 156864 w 1258521"/>
                <a:gd name="connsiteY692" fmla="*/ 239480 h 914263"/>
                <a:gd name="connsiteX693" fmla="*/ 152825 w 1258521"/>
                <a:gd name="connsiteY693" fmla="*/ 241095 h 914263"/>
                <a:gd name="connsiteX694" fmla="*/ 151311 w 1258521"/>
                <a:gd name="connsiteY694" fmla="*/ 243282 h 914263"/>
                <a:gd name="connsiteX695" fmla="*/ 151849 w 1258521"/>
                <a:gd name="connsiteY695" fmla="*/ 245031 h 914263"/>
                <a:gd name="connsiteX696" fmla="*/ 151950 w 1258521"/>
                <a:gd name="connsiteY696" fmla="*/ 248059 h 914263"/>
                <a:gd name="connsiteX697" fmla="*/ 155316 w 1258521"/>
                <a:gd name="connsiteY697" fmla="*/ 250884 h 914263"/>
                <a:gd name="connsiteX698" fmla="*/ 155215 w 1258521"/>
                <a:gd name="connsiteY698" fmla="*/ 252499 h 914263"/>
                <a:gd name="connsiteX699" fmla="*/ 153599 w 1258521"/>
                <a:gd name="connsiteY699" fmla="*/ 255661 h 914263"/>
                <a:gd name="connsiteX700" fmla="*/ 152960 w 1258521"/>
                <a:gd name="connsiteY700" fmla="*/ 256637 h 914263"/>
                <a:gd name="connsiteX701" fmla="*/ 152253 w 1258521"/>
                <a:gd name="connsiteY701" fmla="*/ 259126 h 914263"/>
                <a:gd name="connsiteX702" fmla="*/ 151648 w 1258521"/>
                <a:gd name="connsiteY702" fmla="*/ 262793 h 914263"/>
                <a:gd name="connsiteX703" fmla="*/ 151648 w 1258521"/>
                <a:gd name="connsiteY703" fmla="*/ 266258 h 914263"/>
                <a:gd name="connsiteX704" fmla="*/ 152422 w 1258521"/>
                <a:gd name="connsiteY704" fmla="*/ 270395 h 914263"/>
                <a:gd name="connsiteX705" fmla="*/ 157638 w 1258521"/>
                <a:gd name="connsiteY705" fmla="*/ 271472 h 914263"/>
                <a:gd name="connsiteX706" fmla="*/ 161542 w 1258521"/>
                <a:gd name="connsiteY706" fmla="*/ 273524 h 914263"/>
                <a:gd name="connsiteX707" fmla="*/ 164806 w 1258521"/>
                <a:gd name="connsiteY707" fmla="*/ 274836 h 914263"/>
                <a:gd name="connsiteX708" fmla="*/ 167398 w 1258521"/>
                <a:gd name="connsiteY708" fmla="*/ 275912 h 914263"/>
                <a:gd name="connsiteX709" fmla="*/ 172076 w 1258521"/>
                <a:gd name="connsiteY709" fmla="*/ 279613 h 914263"/>
                <a:gd name="connsiteX710" fmla="*/ 173860 w 1258521"/>
                <a:gd name="connsiteY710" fmla="*/ 283078 h 914263"/>
                <a:gd name="connsiteX711" fmla="*/ 174230 w 1258521"/>
                <a:gd name="connsiteY711" fmla="*/ 286441 h 914263"/>
                <a:gd name="connsiteX712" fmla="*/ 174230 w 1258521"/>
                <a:gd name="connsiteY712" fmla="*/ 290579 h 914263"/>
                <a:gd name="connsiteX713" fmla="*/ 175105 w 1258521"/>
                <a:gd name="connsiteY713" fmla="*/ 297240 h 914263"/>
                <a:gd name="connsiteX714" fmla="*/ 174802 w 1258521"/>
                <a:gd name="connsiteY714" fmla="*/ 302757 h 914263"/>
                <a:gd name="connsiteX715" fmla="*/ 176249 w 1258521"/>
                <a:gd name="connsiteY715" fmla="*/ 306827 h 914263"/>
                <a:gd name="connsiteX716" fmla="*/ 176821 w 1258521"/>
                <a:gd name="connsiteY716" fmla="*/ 311469 h 914263"/>
                <a:gd name="connsiteX717" fmla="*/ 175946 w 1258521"/>
                <a:gd name="connsiteY717" fmla="*/ 316381 h 914263"/>
                <a:gd name="connsiteX718" fmla="*/ 172480 w 1258521"/>
                <a:gd name="connsiteY718" fmla="*/ 322907 h 914263"/>
                <a:gd name="connsiteX719" fmla="*/ 170460 w 1258521"/>
                <a:gd name="connsiteY719" fmla="*/ 326237 h 914263"/>
                <a:gd name="connsiteX720" fmla="*/ 166388 w 1258521"/>
                <a:gd name="connsiteY720" fmla="*/ 326237 h 914263"/>
                <a:gd name="connsiteX721" fmla="*/ 162316 w 1258521"/>
                <a:gd name="connsiteY721" fmla="*/ 331451 h 914263"/>
                <a:gd name="connsiteX722" fmla="*/ 159422 w 1258521"/>
                <a:gd name="connsiteY722" fmla="*/ 331451 h 914263"/>
                <a:gd name="connsiteX723" fmla="*/ 155955 w 1258521"/>
                <a:gd name="connsiteY723" fmla="*/ 328861 h 914263"/>
                <a:gd name="connsiteX724" fmla="*/ 149864 w 1258521"/>
                <a:gd name="connsiteY724" fmla="*/ 327415 h 914263"/>
                <a:gd name="connsiteX725" fmla="*/ 144344 w 1258521"/>
                <a:gd name="connsiteY725" fmla="*/ 322503 h 914263"/>
                <a:gd name="connsiteX726" fmla="*/ 143470 w 1258521"/>
                <a:gd name="connsiteY726" fmla="*/ 317592 h 914263"/>
                <a:gd name="connsiteX727" fmla="*/ 140844 w 1258521"/>
                <a:gd name="connsiteY727" fmla="*/ 317020 h 914263"/>
                <a:gd name="connsiteX728" fmla="*/ 132162 w 1258521"/>
                <a:gd name="connsiteY728" fmla="*/ 315573 h 914263"/>
                <a:gd name="connsiteX729" fmla="*/ 127517 w 1258521"/>
                <a:gd name="connsiteY729" fmla="*/ 312983 h 914263"/>
                <a:gd name="connsiteX730" fmla="*/ 115065 w 1258521"/>
                <a:gd name="connsiteY730" fmla="*/ 312109 h 914263"/>
                <a:gd name="connsiteX731" fmla="*/ 105776 w 1258521"/>
                <a:gd name="connsiteY731" fmla="*/ 310359 h 914263"/>
                <a:gd name="connsiteX732" fmla="*/ 99988 w 1258521"/>
                <a:gd name="connsiteY732" fmla="*/ 305717 h 914263"/>
                <a:gd name="connsiteX733" fmla="*/ 95343 w 1258521"/>
                <a:gd name="connsiteY733" fmla="*/ 302824 h 914263"/>
                <a:gd name="connsiteX734" fmla="*/ 91002 w 1258521"/>
                <a:gd name="connsiteY734" fmla="*/ 296735 h 914263"/>
                <a:gd name="connsiteX735" fmla="*/ 87233 w 1258521"/>
                <a:gd name="connsiteY735" fmla="*/ 293270 h 914263"/>
                <a:gd name="connsiteX736" fmla="*/ 82891 w 1258521"/>
                <a:gd name="connsiteY736" fmla="*/ 293270 h 914263"/>
                <a:gd name="connsiteX737" fmla="*/ 80502 w 1258521"/>
                <a:gd name="connsiteY737" fmla="*/ 294952 h 914263"/>
                <a:gd name="connsiteX738" fmla="*/ 78314 w 1258521"/>
                <a:gd name="connsiteY738" fmla="*/ 298081 h 914263"/>
                <a:gd name="connsiteX739" fmla="*/ 78752 w 1258521"/>
                <a:gd name="connsiteY739" fmla="*/ 303228 h 914263"/>
                <a:gd name="connsiteX740" fmla="*/ 75117 w 1258521"/>
                <a:gd name="connsiteY740" fmla="*/ 303968 h 914263"/>
                <a:gd name="connsiteX741" fmla="*/ 72929 w 1258521"/>
                <a:gd name="connsiteY741" fmla="*/ 305111 h 914263"/>
                <a:gd name="connsiteX742" fmla="*/ 71482 w 1258521"/>
                <a:gd name="connsiteY742" fmla="*/ 309182 h 914263"/>
                <a:gd name="connsiteX743" fmla="*/ 66569 w 1258521"/>
                <a:gd name="connsiteY743" fmla="*/ 309417 h 914263"/>
                <a:gd name="connsiteX744" fmla="*/ 61924 w 1258521"/>
                <a:gd name="connsiteY744" fmla="*/ 306592 h 914263"/>
                <a:gd name="connsiteX745" fmla="*/ 60477 w 1258521"/>
                <a:gd name="connsiteY745" fmla="*/ 304708 h 914263"/>
                <a:gd name="connsiteX746" fmla="*/ 57583 w 1258521"/>
                <a:gd name="connsiteY746" fmla="*/ 303059 h 914263"/>
                <a:gd name="connsiteX747" fmla="*/ 54117 w 1258521"/>
                <a:gd name="connsiteY747" fmla="*/ 302925 h 914263"/>
                <a:gd name="connsiteX748" fmla="*/ 50482 w 1258521"/>
                <a:gd name="connsiteY748" fmla="*/ 303261 h 914263"/>
                <a:gd name="connsiteX749" fmla="*/ 44626 w 1258521"/>
                <a:gd name="connsiteY749" fmla="*/ 303799 h 914263"/>
                <a:gd name="connsiteX750" fmla="*/ 41159 w 1258521"/>
                <a:gd name="connsiteY750" fmla="*/ 303799 h 914263"/>
                <a:gd name="connsiteX751" fmla="*/ 39342 w 1258521"/>
                <a:gd name="connsiteY751" fmla="*/ 302992 h 914263"/>
                <a:gd name="connsiteX752" fmla="*/ 35707 w 1258521"/>
                <a:gd name="connsiteY752" fmla="*/ 304506 h 914263"/>
                <a:gd name="connsiteX753" fmla="*/ 32376 w 1258521"/>
                <a:gd name="connsiteY753" fmla="*/ 306154 h 914263"/>
                <a:gd name="connsiteX754" fmla="*/ 28606 w 1258521"/>
                <a:gd name="connsiteY754" fmla="*/ 307668 h 914263"/>
                <a:gd name="connsiteX755" fmla="*/ 25477 w 1258521"/>
                <a:gd name="connsiteY755" fmla="*/ 308307 h 914263"/>
                <a:gd name="connsiteX756" fmla="*/ 22448 w 1258521"/>
                <a:gd name="connsiteY756" fmla="*/ 308879 h 914263"/>
                <a:gd name="connsiteX757" fmla="*/ 19688 w 1258521"/>
                <a:gd name="connsiteY757" fmla="*/ 311402 h 914263"/>
                <a:gd name="connsiteX758" fmla="*/ 19385 w 1258521"/>
                <a:gd name="connsiteY758" fmla="*/ 314968 h 914263"/>
                <a:gd name="connsiteX759" fmla="*/ 19385 w 1258521"/>
                <a:gd name="connsiteY759" fmla="*/ 320249 h 914263"/>
                <a:gd name="connsiteX760" fmla="*/ 21034 w 1258521"/>
                <a:gd name="connsiteY760" fmla="*/ 323075 h 914263"/>
                <a:gd name="connsiteX761" fmla="*/ 24568 w 1258521"/>
                <a:gd name="connsiteY761" fmla="*/ 326103 h 914263"/>
                <a:gd name="connsiteX762" fmla="*/ 27832 w 1258521"/>
                <a:gd name="connsiteY762" fmla="*/ 326742 h 914263"/>
                <a:gd name="connsiteX763" fmla="*/ 32981 w 1258521"/>
                <a:gd name="connsiteY763" fmla="*/ 327246 h 914263"/>
                <a:gd name="connsiteX764" fmla="*/ 37020 w 1258521"/>
                <a:gd name="connsiteY764" fmla="*/ 328491 h 914263"/>
                <a:gd name="connsiteX765" fmla="*/ 41092 w 1258521"/>
                <a:gd name="connsiteY765" fmla="*/ 330577 h 914263"/>
                <a:gd name="connsiteX766" fmla="*/ 43414 w 1258521"/>
                <a:gd name="connsiteY766" fmla="*/ 332595 h 914263"/>
                <a:gd name="connsiteX767" fmla="*/ 46174 w 1258521"/>
                <a:gd name="connsiteY767" fmla="*/ 335858 h 914263"/>
                <a:gd name="connsiteX768" fmla="*/ 49068 w 1258521"/>
                <a:gd name="connsiteY768" fmla="*/ 339121 h 914263"/>
                <a:gd name="connsiteX769" fmla="*/ 48765 w 1258521"/>
                <a:gd name="connsiteY769" fmla="*/ 341072 h 914263"/>
                <a:gd name="connsiteX770" fmla="*/ 46881 w 1258521"/>
                <a:gd name="connsiteY770" fmla="*/ 344975 h 914263"/>
                <a:gd name="connsiteX771" fmla="*/ 43852 w 1258521"/>
                <a:gd name="connsiteY771" fmla="*/ 348877 h 914263"/>
                <a:gd name="connsiteX772" fmla="*/ 41900 w 1258521"/>
                <a:gd name="connsiteY772" fmla="*/ 352072 h 914263"/>
                <a:gd name="connsiteX773" fmla="*/ 39679 w 1258521"/>
                <a:gd name="connsiteY773" fmla="*/ 357858 h 914263"/>
                <a:gd name="connsiteX774" fmla="*/ 40217 w 1258521"/>
                <a:gd name="connsiteY774" fmla="*/ 361424 h 914263"/>
                <a:gd name="connsiteX775" fmla="*/ 40217 w 1258521"/>
                <a:gd name="connsiteY775" fmla="*/ 365427 h 914263"/>
                <a:gd name="connsiteX776" fmla="*/ 34698 w 1258521"/>
                <a:gd name="connsiteY776" fmla="*/ 368253 h 914263"/>
                <a:gd name="connsiteX777" fmla="*/ 33453 w 1258521"/>
                <a:gd name="connsiteY777" fmla="*/ 370070 h 914263"/>
                <a:gd name="connsiteX778" fmla="*/ 33756 w 1258521"/>
                <a:gd name="connsiteY778" fmla="*/ 373535 h 914263"/>
                <a:gd name="connsiteX779" fmla="*/ 34496 w 1258521"/>
                <a:gd name="connsiteY779" fmla="*/ 377167 h 914263"/>
                <a:gd name="connsiteX780" fmla="*/ 34496 w 1258521"/>
                <a:gd name="connsiteY780" fmla="*/ 378849 h 914263"/>
                <a:gd name="connsiteX781" fmla="*/ 33183 w 1258521"/>
                <a:gd name="connsiteY781" fmla="*/ 380868 h 914263"/>
                <a:gd name="connsiteX782" fmla="*/ 30861 w 1258521"/>
                <a:gd name="connsiteY782" fmla="*/ 381171 h 914263"/>
                <a:gd name="connsiteX783" fmla="*/ 27900 w 1258521"/>
                <a:gd name="connsiteY783" fmla="*/ 380229 h 914263"/>
                <a:gd name="connsiteX784" fmla="*/ 25443 w 1258521"/>
                <a:gd name="connsiteY784" fmla="*/ 380229 h 914263"/>
                <a:gd name="connsiteX785" fmla="*/ 22313 w 1258521"/>
                <a:gd name="connsiteY785" fmla="*/ 380666 h 914263"/>
                <a:gd name="connsiteX786" fmla="*/ 16962 w 1258521"/>
                <a:gd name="connsiteY786" fmla="*/ 382684 h 914263"/>
                <a:gd name="connsiteX787" fmla="*/ 14640 w 1258521"/>
                <a:gd name="connsiteY787" fmla="*/ 385308 h 914263"/>
                <a:gd name="connsiteX788" fmla="*/ 11813 w 1258521"/>
                <a:gd name="connsiteY788" fmla="*/ 391532 h 914263"/>
                <a:gd name="connsiteX789" fmla="*/ 8986 w 1258521"/>
                <a:gd name="connsiteY789" fmla="*/ 397990 h 914263"/>
                <a:gd name="connsiteX790" fmla="*/ 5654 w 1258521"/>
                <a:gd name="connsiteY790" fmla="*/ 403507 h 914263"/>
                <a:gd name="connsiteX791" fmla="*/ 8178 w 1258521"/>
                <a:gd name="connsiteY791" fmla="*/ 409966 h 914263"/>
                <a:gd name="connsiteX792" fmla="*/ 13596 w 1258521"/>
                <a:gd name="connsiteY792" fmla="*/ 414238 h 914263"/>
                <a:gd name="connsiteX793" fmla="*/ 14337 w 1258521"/>
                <a:gd name="connsiteY793" fmla="*/ 417434 h 914263"/>
                <a:gd name="connsiteX794" fmla="*/ 10938 w 1258521"/>
                <a:gd name="connsiteY794" fmla="*/ 423220 h 914263"/>
                <a:gd name="connsiteX795" fmla="*/ 9928 w 1258521"/>
                <a:gd name="connsiteY795" fmla="*/ 427425 h 914263"/>
                <a:gd name="connsiteX796" fmla="*/ 8616 w 1258521"/>
                <a:gd name="connsiteY796" fmla="*/ 429814 h 914263"/>
                <a:gd name="connsiteX797" fmla="*/ 7168 w 1258521"/>
                <a:gd name="connsiteY797" fmla="*/ 432067 h 914263"/>
                <a:gd name="connsiteX798" fmla="*/ 5654 w 1258521"/>
                <a:gd name="connsiteY798" fmla="*/ 433447 h 914263"/>
                <a:gd name="connsiteX799" fmla="*/ 7236 w 1258521"/>
                <a:gd name="connsiteY799" fmla="*/ 436340 h 914263"/>
                <a:gd name="connsiteX800" fmla="*/ 10063 w 1258521"/>
                <a:gd name="connsiteY800" fmla="*/ 437484 h 914263"/>
                <a:gd name="connsiteX801" fmla="*/ 13327 w 1258521"/>
                <a:gd name="connsiteY801" fmla="*/ 439502 h 914263"/>
                <a:gd name="connsiteX802" fmla="*/ 16222 w 1258521"/>
                <a:gd name="connsiteY802" fmla="*/ 439502 h 914263"/>
                <a:gd name="connsiteX803" fmla="*/ 22077 w 1258521"/>
                <a:gd name="connsiteY803" fmla="*/ 438560 h 914263"/>
                <a:gd name="connsiteX804" fmla="*/ 23659 w 1258521"/>
                <a:gd name="connsiteY804" fmla="*/ 438694 h 914263"/>
                <a:gd name="connsiteX805" fmla="*/ 27563 w 1258521"/>
                <a:gd name="connsiteY805" fmla="*/ 441083 h 914263"/>
                <a:gd name="connsiteX806" fmla="*/ 30188 w 1258521"/>
                <a:gd name="connsiteY806" fmla="*/ 444346 h 914263"/>
                <a:gd name="connsiteX807" fmla="*/ 33756 w 1258521"/>
                <a:gd name="connsiteY807" fmla="*/ 447172 h 914263"/>
                <a:gd name="connsiteX808" fmla="*/ 33183 w 1258521"/>
                <a:gd name="connsiteY808" fmla="*/ 449930 h 914263"/>
                <a:gd name="connsiteX809" fmla="*/ 31602 w 1258521"/>
                <a:gd name="connsiteY809" fmla="*/ 451881 h 914263"/>
                <a:gd name="connsiteX810" fmla="*/ 30861 w 1258521"/>
                <a:gd name="connsiteY810" fmla="*/ 452823 h 914263"/>
                <a:gd name="connsiteX811" fmla="*/ 28337 w 1258521"/>
                <a:gd name="connsiteY811" fmla="*/ 457297 h 914263"/>
                <a:gd name="connsiteX812" fmla="*/ 22380 w 1258521"/>
                <a:gd name="connsiteY812" fmla="*/ 458811 h 914263"/>
                <a:gd name="connsiteX813" fmla="*/ 18173 w 1258521"/>
                <a:gd name="connsiteY813" fmla="*/ 461199 h 914263"/>
                <a:gd name="connsiteX814" fmla="*/ 16356 w 1258521"/>
                <a:gd name="connsiteY814" fmla="*/ 463016 h 914263"/>
                <a:gd name="connsiteX815" fmla="*/ 14909 w 1258521"/>
                <a:gd name="connsiteY815" fmla="*/ 464698 h 914263"/>
                <a:gd name="connsiteX816" fmla="*/ 14976 w 1258521"/>
                <a:gd name="connsiteY816" fmla="*/ 466514 h 914263"/>
                <a:gd name="connsiteX817" fmla="*/ 16289 w 1258521"/>
                <a:gd name="connsiteY817" fmla="*/ 467759 h 914263"/>
                <a:gd name="connsiteX818" fmla="*/ 17164 w 1258521"/>
                <a:gd name="connsiteY818" fmla="*/ 468634 h 914263"/>
                <a:gd name="connsiteX819" fmla="*/ 18544 w 1258521"/>
                <a:gd name="connsiteY819" fmla="*/ 469206 h 914263"/>
                <a:gd name="connsiteX820" fmla="*/ 20193 w 1258521"/>
                <a:gd name="connsiteY820" fmla="*/ 471157 h 914263"/>
                <a:gd name="connsiteX821" fmla="*/ 20933 w 1258521"/>
                <a:gd name="connsiteY821" fmla="*/ 473175 h 914263"/>
                <a:gd name="connsiteX822" fmla="*/ 21741 w 1258521"/>
                <a:gd name="connsiteY822" fmla="*/ 474622 h 914263"/>
                <a:gd name="connsiteX823" fmla="*/ 22818 w 1258521"/>
                <a:gd name="connsiteY823" fmla="*/ 476438 h 914263"/>
                <a:gd name="connsiteX824" fmla="*/ 22818 w 1258521"/>
                <a:gd name="connsiteY824" fmla="*/ 478457 h 914263"/>
                <a:gd name="connsiteX825" fmla="*/ 22347 w 1258521"/>
                <a:gd name="connsiteY825" fmla="*/ 480980 h 914263"/>
                <a:gd name="connsiteX826" fmla="*/ 22818 w 1258521"/>
                <a:gd name="connsiteY826" fmla="*/ 484612 h 914263"/>
                <a:gd name="connsiteX827" fmla="*/ 22818 w 1258521"/>
                <a:gd name="connsiteY827" fmla="*/ 487135 h 914263"/>
                <a:gd name="connsiteX828" fmla="*/ 22616 w 1258521"/>
                <a:gd name="connsiteY828" fmla="*/ 490029 h 914263"/>
                <a:gd name="connsiteX829" fmla="*/ 22751 w 1258521"/>
                <a:gd name="connsiteY829" fmla="*/ 492854 h 914263"/>
                <a:gd name="connsiteX830" fmla="*/ 22885 w 1258521"/>
                <a:gd name="connsiteY830" fmla="*/ 495243 h 914263"/>
                <a:gd name="connsiteX831" fmla="*/ 22683 w 1258521"/>
                <a:gd name="connsiteY831" fmla="*/ 499212 h 914263"/>
                <a:gd name="connsiteX832" fmla="*/ 23255 w 1258521"/>
                <a:gd name="connsiteY832" fmla="*/ 501230 h 914263"/>
                <a:gd name="connsiteX833" fmla="*/ 23188 w 1258521"/>
                <a:gd name="connsiteY833" fmla="*/ 503989 h 914263"/>
                <a:gd name="connsiteX834" fmla="*/ 22818 w 1258521"/>
                <a:gd name="connsiteY834" fmla="*/ 508194 h 914263"/>
                <a:gd name="connsiteX835" fmla="*/ 22818 w 1258521"/>
                <a:gd name="connsiteY835" fmla="*/ 511457 h 914263"/>
                <a:gd name="connsiteX836" fmla="*/ 23558 w 1258521"/>
                <a:gd name="connsiteY836" fmla="*/ 513980 h 914263"/>
                <a:gd name="connsiteX837" fmla="*/ 22313 w 1258521"/>
                <a:gd name="connsiteY837" fmla="*/ 517310 h 914263"/>
                <a:gd name="connsiteX838" fmla="*/ 19553 w 1258521"/>
                <a:gd name="connsiteY838" fmla="*/ 520641 h 914263"/>
                <a:gd name="connsiteX839" fmla="*/ 15851 w 1258521"/>
                <a:gd name="connsiteY839" fmla="*/ 522457 h 914263"/>
                <a:gd name="connsiteX840" fmla="*/ 14404 w 1258521"/>
                <a:gd name="connsiteY840" fmla="*/ 523836 h 914263"/>
                <a:gd name="connsiteX841" fmla="*/ 11274 w 1258521"/>
                <a:gd name="connsiteY841" fmla="*/ 525283 h 914263"/>
                <a:gd name="connsiteX842" fmla="*/ 8447 w 1258521"/>
                <a:gd name="connsiteY842" fmla="*/ 525653 h 914263"/>
                <a:gd name="connsiteX843" fmla="*/ 4476 w 1258521"/>
                <a:gd name="connsiteY843" fmla="*/ 523567 h 914263"/>
                <a:gd name="connsiteX844" fmla="*/ 2154 w 1258521"/>
                <a:gd name="connsiteY844" fmla="*/ 524139 h 914263"/>
                <a:gd name="connsiteX845" fmla="*/ 1077 w 1258521"/>
                <a:gd name="connsiteY845" fmla="*/ 526965 h 914263"/>
                <a:gd name="connsiteX846" fmla="*/ 0 w 1258521"/>
                <a:gd name="connsiteY846" fmla="*/ 530531 h 914263"/>
                <a:gd name="connsiteX847" fmla="*/ 875 w 1258521"/>
                <a:gd name="connsiteY847" fmla="*/ 536989 h 914263"/>
                <a:gd name="connsiteX848" fmla="*/ 942 w 1258521"/>
                <a:gd name="connsiteY848" fmla="*/ 542069 h 914263"/>
                <a:gd name="connsiteX849" fmla="*/ 1885 w 1258521"/>
                <a:gd name="connsiteY849" fmla="*/ 548225 h 914263"/>
                <a:gd name="connsiteX850" fmla="*/ 4207 w 1258521"/>
                <a:gd name="connsiteY850" fmla="*/ 552699 h 914263"/>
                <a:gd name="connsiteX851" fmla="*/ 8111 w 1258521"/>
                <a:gd name="connsiteY851" fmla="*/ 558923 h 914263"/>
                <a:gd name="connsiteX852" fmla="*/ 11745 w 1258521"/>
                <a:gd name="connsiteY852" fmla="*/ 561883 h 914263"/>
                <a:gd name="connsiteX853" fmla="*/ 16322 w 1258521"/>
                <a:gd name="connsiteY853" fmla="*/ 563026 h 914263"/>
                <a:gd name="connsiteX854" fmla="*/ 18207 w 1258521"/>
                <a:gd name="connsiteY854" fmla="*/ 565348 h 914263"/>
                <a:gd name="connsiteX855" fmla="*/ 17972 w 1258521"/>
                <a:gd name="connsiteY855" fmla="*/ 568543 h 914263"/>
                <a:gd name="connsiteX856" fmla="*/ 17467 w 1258521"/>
                <a:gd name="connsiteY856" fmla="*/ 570360 h 914263"/>
                <a:gd name="connsiteX857" fmla="*/ 14943 w 1258521"/>
                <a:gd name="connsiteY857" fmla="*/ 572681 h 914263"/>
                <a:gd name="connsiteX858" fmla="*/ 15750 w 1258521"/>
                <a:gd name="connsiteY858" fmla="*/ 575641 h 914263"/>
                <a:gd name="connsiteX859" fmla="*/ 18779 w 1258521"/>
                <a:gd name="connsiteY859" fmla="*/ 577323 h 914263"/>
                <a:gd name="connsiteX860" fmla="*/ 20226 w 1258521"/>
                <a:gd name="connsiteY860" fmla="*/ 578400 h 914263"/>
                <a:gd name="connsiteX861" fmla="*/ 21101 w 1258521"/>
                <a:gd name="connsiteY861" fmla="*/ 579712 h 914263"/>
                <a:gd name="connsiteX862" fmla="*/ 21101 w 1258521"/>
                <a:gd name="connsiteY862" fmla="*/ 582739 h 914263"/>
                <a:gd name="connsiteX863" fmla="*/ 20361 w 1258521"/>
                <a:gd name="connsiteY863" fmla="*/ 583177 h 914263"/>
                <a:gd name="connsiteX864" fmla="*/ 19217 w 1258521"/>
                <a:gd name="connsiteY864" fmla="*/ 585431 h 914263"/>
                <a:gd name="connsiteX865" fmla="*/ 18847 w 1258521"/>
                <a:gd name="connsiteY865" fmla="*/ 586507 h 914263"/>
                <a:gd name="connsiteX866" fmla="*/ 18847 w 1258521"/>
                <a:gd name="connsiteY866" fmla="*/ 587382 h 914263"/>
                <a:gd name="connsiteX867" fmla="*/ 18914 w 1258521"/>
                <a:gd name="connsiteY867" fmla="*/ 590073 h 914263"/>
                <a:gd name="connsiteX868" fmla="*/ 20226 w 1258521"/>
                <a:gd name="connsiteY868" fmla="*/ 591216 h 914263"/>
                <a:gd name="connsiteX869" fmla="*/ 21606 w 1258521"/>
                <a:gd name="connsiteY869" fmla="*/ 591587 h 914263"/>
                <a:gd name="connsiteX870" fmla="*/ 23996 w 1258521"/>
                <a:gd name="connsiteY870" fmla="*/ 592091 h 914263"/>
                <a:gd name="connsiteX871" fmla="*/ 26520 w 1258521"/>
                <a:gd name="connsiteY871" fmla="*/ 592898 h 914263"/>
                <a:gd name="connsiteX872" fmla="*/ 28606 w 1258521"/>
                <a:gd name="connsiteY872" fmla="*/ 593403 h 914263"/>
                <a:gd name="connsiteX873" fmla="*/ 29616 w 1258521"/>
                <a:gd name="connsiteY873" fmla="*/ 594984 h 914263"/>
                <a:gd name="connsiteX874" fmla="*/ 30424 w 1258521"/>
                <a:gd name="connsiteY874" fmla="*/ 596498 h 914263"/>
                <a:gd name="connsiteX875" fmla="*/ 31433 w 1258521"/>
                <a:gd name="connsiteY875" fmla="*/ 598886 h 914263"/>
                <a:gd name="connsiteX876" fmla="*/ 33621 w 1258521"/>
                <a:gd name="connsiteY876" fmla="*/ 600400 h 914263"/>
                <a:gd name="connsiteX877" fmla="*/ 37592 w 1258521"/>
                <a:gd name="connsiteY877" fmla="*/ 604033 h 914263"/>
                <a:gd name="connsiteX878" fmla="*/ 38333 w 1258521"/>
                <a:gd name="connsiteY878" fmla="*/ 604975 h 914263"/>
                <a:gd name="connsiteX879" fmla="*/ 40015 w 1258521"/>
                <a:gd name="connsiteY879" fmla="*/ 608810 h 914263"/>
                <a:gd name="connsiteX880" fmla="*/ 40318 w 1258521"/>
                <a:gd name="connsiteY880" fmla="*/ 611703 h 914263"/>
                <a:gd name="connsiteX881" fmla="*/ 40453 w 1258521"/>
                <a:gd name="connsiteY881" fmla="*/ 615235 h 914263"/>
                <a:gd name="connsiteX882" fmla="*/ 40587 w 1258521"/>
                <a:gd name="connsiteY882" fmla="*/ 617489 h 914263"/>
                <a:gd name="connsiteX883" fmla="*/ 40958 w 1258521"/>
                <a:gd name="connsiteY883" fmla="*/ 619070 h 914263"/>
                <a:gd name="connsiteX884" fmla="*/ 42775 w 1258521"/>
                <a:gd name="connsiteY884" fmla="*/ 620315 h 914263"/>
                <a:gd name="connsiteX885" fmla="*/ 44794 w 1258521"/>
                <a:gd name="connsiteY885" fmla="*/ 621560 h 914263"/>
                <a:gd name="connsiteX886" fmla="*/ 46174 w 1258521"/>
                <a:gd name="connsiteY886" fmla="*/ 625764 h 914263"/>
                <a:gd name="connsiteX887" fmla="*/ 46982 w 1258521"/>
                <a:gd name="connsiteY887" fmla="*/ 627783 h 914263"/>
                <a:gd name="connsiteX888" fmla="*/ 48866 w 1258521"/>
                <a:gd name="connsiteY888" fmla="*/ 630979 h 914263"/>
                <a:gd name="connsiteX889" fmla="*/ 49809 w 1258521"/>
                <a:gd name="connsiteY889" fmla="*/ 633502 h 914263"/>
                <a:gd name="connsiteX890" fmla="*/ 50381 w 1258521"/>
                <a:gd name="connsiteY890" fmla="*/ 634814 h 914263"/>
                <a:gd name="connsiteX891" fmla="*/ 54016 w 1258521"/>
                <a:gd name="connsiteY891" fmla="*/ 637067 h 914263"/>
                <a:gd name="connsiteX892" fmla="*/ 59535 w 1258521"/>
                <a:gd name="connsiteY892" fmla="*/ 638211 h 914263"/>
                <a:gd name="connsiteX893" fmla="*/ 63506 w 1258521"/>
                <a:gd name="connsiteY893" fmla="*/ 640667 h 914263"/>
                <a:gd name="connsiteX894" fmla="*/ 65761 w 1258521"/>
                <a:gd name="connsiteY894" fmla="*/ 643493 h 914263"/>
                <a:gd name="connsiteX895" fmla="*/ 70910 w 1258521"/>
                <a:gd name="connsiteY895" fmla="*/ 648505 h 914263"/>
                <a:gd name="connsiteX896" fmla="*/ 77809 w 1258521"/>
                <a:gd name="connsiteY896" fmla="*/ 655233 h 914263"/>
                <a:gd name="connsiteX897" fmla="*/ 78550 w 1258521"/>
                <a:gd name="connsiteY897" fmla="*/ 657621 h 914263"/>
                <a:gd name="connsiteX898" fmla="*/ 78550 w 1258521"/>
                <a:gd name="connsiteY898" fmla="*/ 659202 h 914263"/>
                <a:gd name="connsiteX899" fmla="*/ 79997 w 1258521"/>
                <a:gd name="connsiteY899" fmla="*/ 661826 h 914263"/>
                <a:gd name="connsiteX900" fmla="*/ 82891 w 1258521"/>
                <a:gd name="connsiteY900" fmla="*/ 661826 h 914263"/>
                <a:gd name="connsiteX901" fmla="*/ 87367 w 1258521"/>
                <a:gd name="connsiteY901" fmla="*/ 660581 h 914263"/>
                <a:gd name="connsiteX902" fmla="*/ 90262 w 1258521"/>
                <a:gd name="connsiteY902" fmla="*/ 659774 h 914263"/>
                <a:gd name="connsiteX903" fmla="*/ 94031 w 1258521"/>
                <a:gd name="connsiteY903" fmla="*/ 658529 h 914263"/>
                <a:gd name="connsiteX904" fmla="*/ 95613 w 1258521"/>
                <a:gd name="connsiteY904" fmla="*/ 656948 h 914263"/>
                <a:gd name="connsiteX905" fmla="*/ 97632 w 1258521"/>
                <a:gd name="connsiteY905" fmla="*/ 654627 h 914263"/>
                <a:gd name="connsiteX906" fmla="*/ 99146 w 1258521"/>
                <a:gd name="connsiteY906" fmla="*/ 652239 h 914263"/>
                <a:gd name="connsiteX907" fmla="*/ 100964 w 1258521"/>
                <a:gd name="connsiteY907" fmla="*/ 650557 h 914263"/>
                <a:gd name="connsiteX908" fmla="*/ 102916 w 1258521"/>
                <a:gd name="connsiteY908" fmla="*/ 649480 h 914263"/>
                <a:gd name="connsiteX909" fmla="*/ 105608 w 1258521"/>
                <a:gd name="connsiteY909" fmla="*/ 648740 h 914263"/>
                <a:gd name="connsiteX910" fmla="*/ 110959 w 1258521"/>
                <a:gd name="connsiteY910" fmla="*/ 649178 h 914263"/>
                <a:gd name="connsiteX911" fmla="*/ 112911 w 1258521"/>
                <a:gd name="connsiteY911" fmla="*/ 650254 h 914263"/>
                <a:gd name="connsiteX912" fmla="*/ 114863 w 1258521"/>
                <a:gd name="connsiteY912" fmla="*/ 652340 h 914263"/>
                <a:gd name="connsiteX913" fmla="*/ 116377 w 1258521"/>
                <a:gd name="connsiteY913" fmla="*/ 653585 h 914263"/>
                <a:gd name="connsiteX914" fmla="*/ 117825 w 1258521"/>
                <a:gd name="connsiteY914" fmla="*/ 653786 h 914263"/>
                <a:gd name="connsiteX915" fmla="*/ 119642 w 1258521"/>
                <a:gd name="connsiteY915" fmla="*/ 652340 h 914263"/>
                <a:gd name="connsiteX916" fmla="*/ 120887 w 1258521"/>
                <a:gd name="connsiteY916" fmla="*/ 651263 h 914263"/>
                <a:gd name="connsiteX917" fmla="*/ 121695 w 1258521"/>
                <a:gd name="connsiteY917" fmla="*/ 650187 h 914263"/>
                <a:gd name="connsiteX918" fmla="*/ 122839 w 1258521"/>
                <a:gd name="connsiteY918" fmla="*/ 648303 h 914263"/>
                <a:gd name="connsiteX919" fmla="*/ 125094 w 1258521"/>
                <a:gd name="connsiteY919" fmla="*/ 647933 h 914263"/>
                <a:gd name="connsiteX920" fmla="*/ 126609 w 1258521"/>
                <a:gd name="connsiteY920" fmla="*/ 647126 h 914263"/>
                <a:gd name="connsiteX921" fmla="*/ 127618 w 1258521"/>
                <a:gd name="connsiteY921" fmla="*/ 646116 h 914263"/>
                <a:gd name="connsiteX922" fmla="*/ 130142 w 1258521"/>
                <a:gd name="connsiteY922" fmla="*/ 645477 h 914263"/>
                <a:gd name="connsiteX923" fmla="*/ 132969 w 1258521"/>
                <a:gd name="connsiteY923" fmla="*/ 645612 h 914263"/>
                <a:gd name="connsiteX924" fmla="*/ 136166 w 1258521"/>
                <a:gd name="connsiteY924" fmla="*/ 646352 h 914263"/>
                <a:gd name="connsiteX925" fmla="*/ 138354 w 1258521"/>
                <a:gd name="connsiteY925" fmla="*/ 646924 h 914263"/>
                <a:gd name="connsiteX926" fmla="*/ 143066 w 1258521"/>
                <a:gd name="connsiteY926" fmla="*/ 649817 h 914263"/>
                <a:gd name="connsiteX927" fmla="*/ 143200 w 1258521"/>
                <a:gd name="connsiteY927" fmla="*/ 651129 h 914263"/>
                <a:gd name="connsiteX928" fmla="*/ 142763 w 1258521"/>
                <a:gd name="connsiteY928" fmla="*/ 653012 h 914263"/>
                <a:gd name="connsiteX929" fmla="*/ 141719 w 1258521"/>
                <a:gd name="connsiteY929" fmla="*/ 653954 h 914263"/>
                <a:gd name="connsiteX930" fmla="*/ 141114 w 1258521"/>
                <a:gd name="connsiteY930" fmla="*/ 654896 h 914263"/>
                <a:gd name="connsiteX931" fmla="*/ 141114 w 1258521"/>
                <a:gd name="connsiteY931" fmla="*/ 655704 h 914263"/>
                <a:gd name="connsiteX932" fmla="*/ 141618 w 1258521"/>
                <a:gd name="connsiteY932" fmla="*/ 658092 h 914263"/>
                <a:gd name="connsiteX933" fmla="*/ 143301 w 1258521"/>
                <a:gd name="connsiteY933" fmla="*/ 658664 h 914263"/>
                <a:gd name="connsiteX934" fmla="*/ 145623 w 1258521"/>
                <a:gd name="connsiteY934" fmla="*/ 660178 h 914263"/>
                <a:gd name="connsiteX935" fmla="*/ 146196 w 1258521"/>
                <a:gd name="connsiteY935" fmla="*/ 660615 h 914263"/>
                <a:gd name="connsiteX936" fmla="*/ 147575 w 1258521"/>
                <a:gd name="connsiteY936" fmla="*/ 662364 h 914263"/>
                <a:gd name="connsiteX937" fmla="*/ 147946 w 1258521"/>
                <a:gd name="connsiteY937" fmla="*/ 664383 h 914263"/>
                <a:gd name="connsiteX938" fmla="*/ 148450 w 1258521"/>
                <a:gd name="connsiteY938" fmla="*/ 665964 h 914263"/>
                <a:gd name="connsiteX939" fmla="*/ 149325 w 1258521"/>
                <a:gd name="connsiteY939" fmla="*/ 667478 h 914263"/>
                <a:gd name="connsiteX940" fmla="*/ 150470 w 1258521"/>
                <a:gd name="connsiteY940" fmla="*/ 669160 h 914263"/>
                <a:gd name="connsiteX941" fmla="*/ 152422 w 1258521"/>
                <a:gd name="connsiteY941" fmla="*/ 672927 h 914263"/>
                <a:gd name="connsiteX942" fmla="*/ 154172 w 1258521"/>
                <a:gd name="connsiteY942" fmla="*/ 676459 h 914263"/>
                <a:gd name="connsiteX943" fmla="*/ 156561 w 1258521"/>
                <a:gd name="connsiteY943" fmla="*/ 679857 h 914263"/>
                <a:gd name="connsiteX944" fmla="*/ 157874 w 1258521"/>
                <a:gd name="connsiteY944" fmla="*/ 680664 h 914263"/>
                <a:gd name="connsiteX945" fmla="*/ 160768 w 1258521"/>
                <a:gd name="connsiteY945" fmla="*/ 682548 h 914263"/>
                <a:gd name="connsiteX946" fmla="*/ 161205 w 1258521"/>
                <a:gd name="connsiteY946" fmla="*/ 685071 h 914263"/>
                <a:gd name="connsiteX947" fmla="*/ 162080 w 1258521"/>
                <a:gd name="connsiteY947" fmla="*/ 687392 h 914263"/>
                <a:gd name="connsiteX948" fmla="*/ 163830 w 1258521"/>
                <a:gd name="connsiteY948" fmla="*/ 688200 h 914263"/>
                <a:gd name="connsiteX949" fmla="*/ 166960 w 1258521"/>
                <a:gd name="connsiteY949" fmla="*/ 690151 h 914263"/>
                <a:gd name="connsiteX950" fmla="*/ 168980 w 1258521"/>
                <a:gd name="connsiteY950" fmla="*/ 692169 h 914263"/>
                <a:gd name="connsiteX951" fmla="*/ 169484 w 1258521"/>
                <a:gd name="connsiteY951" fmla="*/ 692808 h 914263"/>
                <a:gd name="connsiteX952" fmla="*/ 173489 w 1258521"/>
                <a:gd name="connsiteY952" fmla="*/ 692808 h 914263"/>
                <a:gd name="connsiteX953" fmla="*/ 175138 w 1258521"/>
                <a:gd name="connsiteY953" fmla="*/ 692842 h 914263"/>
                <a:gd name="connsiteX954" fmla="*/ 177158 w 1258521"/>
                <a:gd name="connsiteY954" fmla="*/ 692842 h 914263"/>
                <a:gd name="connsiteX955" fmla="*/ 178908 w 1258521"/>
                <a:gd name="connsiteY955" fmla="*/ 693246 h 914263"/>
                <a:gd name="connsiteX956" fmla="*/ 182980 w 1258521"/>
                <a:gd name="connsiteY956" fmla="*/ 697148 h 914263"/>
                <a:gd name="connsiteX957" fmla="*/ 184326 w 1258521"/>
                <a:gd name="connsiteY957" fmla="*/ 699536 h 914263"/>
                <a:gd name="connsiteX958" fmla="*/ 186379 w 1258521"/>
                <a:gd name="connsiteY958" fmla="*/ 704448 h 914263"/>
                <a:gd name="connsiteX959" fmla="*/ 186379 w 1258521"/>
                <a:gd name="connsiteY959" fmla="*/ 706029 h 914263"/>
                <a:gd name="connsiteX960" fmla="*/ 186009 w 1258521"/>
                <a:gd name="connsiteY960" fmla="*/ 708215 h 914263"/>
                <a:gd name="connsiteX961" fmla="*/ 187389 w 1258521"/>
                <a:gd name="connsiteY961" fmla="*/ 710536 h 914263"/>
                <a:gd name="connsiteX962" fmla="*/ 189711 w 1258521"/>
                <a:gd name="connsiteY962" fmla="*/ 711344 h 914263"/>
                <a:gd name="connsiteX963" fmla="*/ 196004 w 1258521"/>
                <a:gd name="connsiteY963" fmla="*/ 710402 h 914263"/>
                <a:gd name="connsiteX964" fmla="*/ 197889 w 1258521"/>
                <a:gd name="connsiteY964" fmla="*/ 709325 h 914263"/>
                <a:gd name="connsiteX965" fmla="*/ 201153 w 1258521"/>
                <a:gd name="connsiteY965" fmla="*/ 708821 h 914263"/>
                <a:gd name="connsiteX966" fmla="*/ 206235 w 1258521"/>
                <a:gd name="connsiteY966" fmla="*/ 708888 h 914263"/>
                <a:gd name="connsiteX967" fmla="*/ 209634 w 1258521"/>
                <a:gd name="connsiteY967" fmla="*/ 710637 h 914263"/>
                <a:gd name="connsiteX968" fmla="*/ 212764 w 1258521"/>
                <a:gd name="connsiteY968" fmla="*/ 712958 h 914263"/>
                <a:gd name="connsiteX969" fmla="*/ 214952 w 1258521"/>
                <a:gd name="connsiteY969" fmla="*/ 715650 h 914263"/>
                <a:gd name="connsiteX970" fmla="*/ 215187 w 1258521"/>
                <a:gd name="connsiteY970" fmla="*/ 717601 h 914263"/>
                <a:gd name="connsiteX971" fmla="*/ 215120 w 1258521"/>
                <a:gd name="connsiteY971" fmla="*/ 720056 h 914263"/>
                <a:gd name="connsiteX972" fmla="*/ 214985 w 1258521"/>
                <a:gd name="connsiteY972" fmla="*/ 722007 h 914263"/>
                <a:gd name="connsiteX973" fmla="*/ 214346 w 1258521"/>
                <a:gd name="connsiteY973" fmla="*/ 725641 h 914263"/>
                <a:gd name="connsiteX974" fmla="*/ 215154 w 1258521"/>
                <a:gd name="connsiteY974" fmla="*/ 729980 h 914263"/>
                <a:gd name="connsiteX975" fmla="*/ 215961 w 1258521"/>
                <a:gd name="connsiteY975" fmla="*/ 729980 h 914263"/>
                <a:gd name="connsiteX976" fmla="*/ 218216 w 1258521"/>
                <a:gd name="connsiteY976" fmla="*/ 728096 h 914263"/>
                <a:gd name="connsiteX977" fmla="*/ 218519 w 1258521"/>
                <a:gd name="connsiteY977" fmla="*/ 726650 h 914263"/>
                <a:gd name="connsiteX978" fmla="*/ 219394 w 1258521"/>
                <a:gd name="connsiteY978" fmla="*/ 724833 h 914263"/>
                <a:gd name="connsiteX979" fmla="*/ 221414 w 1258521"/>
                <a:gd name="connsiteY979" fmla="*/ 723689 h 914263"/>
                <a:gd name="connsiteX980" fmla="*/ 227135 w 1258521"/>
                <a:gd name="connsiteY980" fmla="*/ 723118 h 914263"/>
                <a:gd name="connsiteX981" fmla="*/ 229457 w 1258521"/>
                <a:gd name="connsiteY981" fmla="*/ 723925 h 914263"/>
                <a:gd name="connsiteX982" fmla="*/ 231207 w 1258521"/>
                <a:gd name="connsiteY982" fmla="*/ 725170 h 914263"/>
                <a:gd name="connsiteX983" fmla="*/ 234471 w 1258521"/>
                <a:gd name="connsiteY983" fmla="*/ 729072 h 914263"/>
                <a:gd name="connsiteX984" fmla="*/ 235851 w 1258521"/>
                <a:gd name="connsiteY984" fmla="*/ 731326 h 914263"/>
                <a:gd name="connsiteX985" fmla="*/ 236491 w 1258521"/>
                <a:gd name="connsiteY985" fmla="*/ 733344 h 914263"/>
                <a:gd name="connsiteX986" fmla="*/ 237568 w 1258521"/>
                <a:gd name="connsiteY986" fmla="*/ 734286 h 914263"/>
                <a:gd name="connsiteX987" fmla="*/ 240597 w 1258521"/>
                <a:gd name="connsiteY987" fmla="*/ 732907 h 914263"/>
                <a:gd name="connsiteX988" fmla="*/ 242347 w 1258521"/>
                <a:gd name="connsiteY988" fmla="*/ 731460 h 914263"/>
                <a:gd name="connsiteX989" fmla="*/ 244803 w 1258521"/>
                <a:gd name="connsiteY989" fmla="*/ 730215 h 914263"/>
                <a:gd name="connsiteX990" fmla="*/ 248270 w 1258521"/>
                <a:gd name="connsiteY990" fmla="*/ 732301 h 914263"/>
                <a:gd name="connsiteX991" fmla="*/ 250020 w 1258521"/>
                <a:gd name="connsiteY991" fmla="*/ 733815 h 914263"/>
                <a:gd name="connsiteX992" fmla="*/ 251467 w 1258521"/>
                <a:gd name="connsiteY992" fmla="*/ 733613 h 914263"/>
                <a:gd name="connsiteX993" fmla="*/ 253991 w 1258521"/>
                <a:gd name="connsiteY993" fmla="*/ 731662 h 914263"/>
                <a:gd name="connsiteX994" fmla="*/ 254496 w 1258521"/>
                <a:gd name="connsiteY994" fmla="*/ 730855 h 914263"/>
                <a:gd name="connsiteX995" fmla="*/ 255809 w 1258521"/>
                <a:gd name="connsiteY995" fmla="*/ 730350 h 914263"/>
                <a:gd name="connsiteX996" fmla="*/ 259342 w 1258521"/>
                <a:gd name="connsiteY996" fmla="*/ 731662 h 914263"/>
                <a:gd name="connsiteX997" fmla="*/ 260285 w 1258521"/>
                <a:gd name="connsiteY997" fmla="*/ 732301 h 914263"/>
                <a:gd name="connsiteX998" fmla="*/ 262035 w 1258521"/>
                <a:gd name="connsiteY998" fmla="*/ 734757 h 914263"/>
                <a:gd name="connsiteX999" fmla="*/ 263616 w 1258521"/>
                <a:gd name="connsiteY999" fmla="*/ 736439 h 914263"/>
                <a:gd name="connsiteX1000" fmla="*/ 265366 w 1258521"/>
                <a:gd name="connsiteY1000" fmla="*/ 737313 h 914263"/>
                <a:gd name="connsiteX1001" fmla="*/ 267049 w 1258521"/>
                <a:gd name="connsiteY1001" fmla="*/ 736674 h 914263"/>
                <a:gd name="connsiteX1002" fmla="*/ 269237 w 1258521"/>
                <a:gd name="connsiteY1002" fmla="*/ 736372 h 914263"/>
                <a:gd name="connsiteX1003" fmla="*/ 272367 w 1258521"/>
                <a:gd name="connsiteY1003" fmla="*/ 735800 h 914263"/>
                <a:gd name="connsiteX1004" fmla="*/ 274117 w 1258521"/>
                <a:gd name="connsiteY1004" fmla="*/ 734858 h 914263"/>
                <a:gd name="connsiteX1005" fmla="*/ 275867 w 1258521"/>
                <a:gd name="connsiteY1005" fmla="*/ 732907 h 914263"/>
                <a:gd name="connsiteX1006" fmla="*/ 278391 w 1258521"/>
                <a:gd name="connsiteY1006" fmla="*/ 732604 h 914263"/>
                <a:gd name="connsiteX1007" fmla="*/ 282867 w 1258521"/>
                <a:gd name="connsiteY1007" fmla="*/ 737313 h 914263"/>
                <a:gd name="connsiteX1008" fmla="*/ 283742 w 1258521"/>
                <a:gd name="connsiteY1008" fmla="*/ 739063 h 914263"/>
                <a:gd name="connsiteX1009" fmla="*/ 284617 w 1258521"/>
                <a:gd name="connsiteY1009" fmla="*/ 743638 h 914263"/>
                <a:gd name="connsiteX1010" fmla="*/ 285425 w 1258521"/>
                <a:gd name="connsiteY1010" fmla="*/ 746968 h 914263"/>
                <a:gd name="connsiteX1011" fmla="*/ 286804 w 1258521"/>
                <a:gd name="connsiteY1011" fmla="*/ 749289 h 914263"/>
                <a:gd name="connsiteX1012" fmla="*/ 287679 w 1258521"/>
                <a:gd name="connsiteY1012" fmla="*/ 749726 h 914263"/>
                <a:gd name="connsiteX1013" fmla="*/ 289934 w 1258521"/>
                <a:gd name="connsiteY1013" fmla="*/ 749996 h 914263"/>
                <a:gd name="connsiteX1014" fmla="*/ 294646 w 1258521"/>
                <a:gd name="connsiteY1014" fmla="*/ 749626 h 914263"/>
                <a:gd name="connsiteX1015" fmla="*/ 297338 w 1258521"/>
                <a:gd name="connsiteY1015" fmla="*/ 749054 h 914263"/>
                <a:gd name="connsiteX1016" fmla="*/ 300670 w 1258521"/>
                <a:gd name="connsiteY1016" fmla="*/ 748044 h 914263"/>
                <a:gd name="connsiteX1017" fmla="*/ 305314 w 1258521"/>
                <a:gd name="connsiteY1017" fmla="*/ 748986 h 914263"/>
                <a:gd name="connsiteX1018" fmla="*/ 306896 w 1258521"/>
                <a:gd name="connsiteY1018" fmla="*/ 750870 h 914263"/>
                <a:gd name="connsiteX1019" fmla="*/ 308141 w 1258521"/>
                <a:gd name="connsiteY1019" fmla="*/ 755580 h 914263"/>
                <a:gd name="connsiteX1020" fmla="*/ 308882 w 1258521"/>
                <a:gd name="connsiteY1020" fmla="*/ 758271 h 914263"/>
                <a:gd name="connsiteX1021" fmla="*/ 309016 w 1258521"/>
                <a:gd name="connsiteY1021" fmla="*/ 760222 h 914263"/>
                <a:gd name="connsiteX1022" fmla="*/ 310464 w 1258521"/>
                <a:gd name="connsiteY1022" fmla="*/ 761736 h 914263"/>
                <a:gd name="connsiteX1023" fmla="*/ 313930 w 1258521"/>
                <a:gd name="connsiteY1023" fmla="*/ 761736 h 914263"/>
                <a:gd name="connsiteX1024" fmla="*/ 315310 w 1258521"/>
                <a:gd name="connsiteY1024" fmla="*/ 762240 h 914263"/>
                <a:gd name="connsiteX1025" fmla="*/ 316690 w 1258521"/>
                <a:gd name="connsiteY1025" fmla="*/ 765874 h 914263"/>
                <a:gd name="connsiteX1026" fmla="*/ 316993 w 1258521"/>
                <a:gd name="connsiteY1026" fmla="*/ 767017 h 914263"/>
                <a:gd name="connsiteX1027" fmla="*/ 319180 w 1258521"/>
                <a:gd name="connsiteY1027" fmla="*/ 767017 h 914263"/>
                <a:gd name="connsiteX1028" fmla="*/ 320324 w 1258521"/>
                <a:gd name="connsiteY1028" fmla="*/ 766143 h 914263"/>
                <a:gd name="connsiteX1029" fmla="*/ 323723 w 1258521"/>
                <a:gd name="connsiteY1029" fmla="*/ 764763 h 914263"/>
                <a:gd name="connsiteX1030" fmla="*/ 325372 w 1258521"/>
                <a:gd name="connsiteY1030" fmla="*/ 766008 h 914263"/>
                <a:gd name="connsiteX1031" fmla="*/ 325507 w 1258521"/>
                <a:gd name="connsiteY1031" fmla="*/ 767959 h 914263"/>
                <a:gd name="connsiteX1032" fmla="*/ 325574 w 1258521"/>
                <a:gd name="connsiteY1032" fmla="*/ 769204 h 914263"/>
                <a:gd name="connsiteX1033" fmla="*/ 325709 w 1258521"/>
                <a:gd name="connsiteY1033" fmla="*/ 771390 h 914263"/>
                <a:gd name="connsiteX1034" fmla="*/ 326786 w 1258521"/>
                <a:gd name="connsiteY1034" fmla="*/ 773342 h 914263"/>
                <a:gd name="connsiteX1035" fmla="*/ 328098 w 1258521"/>
                <a:gd name="connsiteY1035" fmla="*/ 773913 h 914263"/>
                <a:gd name="connsiteX1036" fmla="*/ 330791 w 1258521"/>
                <a:gd name="connsiteY1036" fmla="*/ 774351 h 914263"/>
                <a:gd name="connsiteX1037" fmla="*/ 332676 w 1258521"/>
                <a:gd name="connsiteY1037" fmla="*/ 775158 h 914263"/>
                <a:gd name="connsiteX1038" fmla="*/ 334560 w 1258521"/>
                <a:gd name="connsiteY1038" fmla="*/ 776302 h 914263"/>
                <a:gd name="connsiteX1039" fmla="*/ 336580 w 1258521"/>
                <a:gd name="connsiteY1039" fmla="*/ 774284 h 914263"/>
                <a:gd name="connsiteX1040" fmla="*/ 337892 w 1258521"/>
                <a:gd name="connsiteY1040" fmla="*/ 772332 h 914263"/>
                <a:gd name="connsiteX1041" fmla="*/ 338834 w 1258521"/>
                <a:gd name="connsiteY1041" fmla="*/ 770751 h 914263"/>
                <a:gd name="connsiteX1042" fmla="*/ 339709 w 1258521"/>
                <a:gd name="connsiteY1042" fmla="*/ 769002 h 914263"/>
                <a:gd name="connsiteX1043" fmla="*/ 341291 w 1258521"/>
                <a:gd name="connsiteY1043" fmla="*/ 767690 h 914263"/>
                <a:gd name="connsiteX1044" fmla="*/ 343041 w 1258521"/>
                <a:gd name="connsiteY1044" fmla="*/ 766984 h 914263"/>
                <a:gd name="connsiteX1045" fmla="*/ 344858 w 1258521"/>
                <a:gd name="connsiteY1045" fmla="*/ 765806 h 914263"/>
                <a:gd name="connsiteX1046" fmla="*/ 347046 w 1258521"/>
                <a:gd name="connsiteY1046" fmla="*/ 765604 h 914263"/>
                <a:gd name="connsiteX1047" fmla="*/ 349738 w 1258521"/>
                <a:gd name="connsiteY1047" fmla="*/ 765403 h 914263"/>
                <a:gd name="connsiteX1048" fmla="*/ 351623 w 1258521"/>
                <a:gd name="connsiteY1048" fmla="*/ 765100 h 914263"/>
                <a:gd name="connsiteX1049" fmla="*/ 353508 w 1258521"/>
                <a:gd name="connsiteY1049" fmla="*/ 765773 h 914263"/>
                <a:gd name="connsiteX1050" fmla="*/ 355965 w 1258521"/>
                <a:gd name="connsiteY1050" fmla="*/ 766210 h 914263"/>
                <a:gd name="connsiteX1051" fmla="*/ 358421 w 1258521"/>
                <a:gd name="connsiteY1051" fmla="*/ 767219 h 914263"/>
                <a:gd name="connsiteX1052" fmla="*/ 360945 w 1258521"/>
                <a:gd name="connsiteY1052" fmla="*/ 768598 h 914263"/>
                <a:gd name="connsiteX1053" fmla="*/ 362191 w 1258521"/>
                <a:gd name="connsiteY1053" fmla="*/ 769675 h 914263"/>
                <a:gd name="connsiteX1054" fmla="*/ 362628 w 1258521"/>
                <a:gd name="connsiteY1054" fmla="*/ 772803 h 914263"/>
                <a:gd name="connsiteX1055" fmla="*/ 362696 w 1258521"/>
                <a:gd name="connsiteY1055" fmla="*/ 775764 h 914263"/>
                <a:gd name="connsiteX1056" fmla="*/ 362628 w 1258521"/>
                <a:gd name="connsiteY1056" fmla="*/ 779397 h 914263"/>
                <a:gd name="connsiteX1057" fmla="*/ 362763 w 1258521"/>
                <a:gd name="connsiteY1057" fmla="*/ 781583 h 914263"/>
                <a:gd name="connsiteX1058" fmla="*/ 364008 w 1258521"/>
                <a:gd name="connsiteY1058" fmla="*/ 782323 h 914263"/>
                <a:gd name="connsiteX1059" fmla="*/ 365960 w 1258521"/>
                <a:gd name="connsiteY1059" fmla="*/ 781381 h 914263"/>
                <a:gd name="connsiteX1060" fmla="*/ 366969 w 1258521"/>
                <a:gd name="connsiteY1060" fmla="*/ 778488 h 914263"/>
                <a:gd name="connsiteX1061" fmla="*/ 367609 w 1258521"/>
                <a:gd name="connsiteY1061" fmla="*/ 777244 h 914263"/>
                <a:gd name="connsiteX1062" fmla="*/ 368854 w 1258521"/>
                <a:gd name="connsiteY1062" fmla="*/ 776605 h 914263"/>
                <a:gd name="connsiteX1063" fmla="*/ 370941 w 1258521"/>
                <a:gd name="connsiteY1063" fmla="*/ 776470 h 914263"/>
                <a:gd name="connsiteX1064" fmla="*/ 372523 w 1258521"/>
                <a:gd name="connsiteY1064" fmla="*/ 778219 h 914263"/>
                <a:gd name="connsiteX1065" fmla="*/ 376662 w 1258521"/>
                <a:gd name="connsiteY1065" fmla="*/ 780608 h 914263"/>
                <a:gd name="connsiteX1066" fmla="*/ 379186 w 1258521"/>
                <a:gd name="connsiteY1066" fmla="*/ 783063 h 914263"/>
                <a:gd name="connsiteX1067" fmla="*/ 381878 w 1258521"/>
                <a:gd name="connsiteY1067" fmla="*/ 785452 h 914263"/>
                <a:gd name="connsiteX1068" fmla="*/ 384133 w 1258521"/>
                <a:gd name="connsiteY1068" fmla="*/ 785452 h 914263"/>
                <a:gd name="connsiteX1069" fmla="*/ 386758 w 1258521"/>
                <a:gd name="connsiteY1069" fmla="*/ 784947 h 914263"/>
                <a:gd name="connsiteX1070" fmla="*/ 389653 w 1258521"/>
                <a:gd name="connsiteY1070" fmla="*/ 783568 h 914263"/>
                <a:gd name="connsiteX1071" fmla="*/ 391537 w 1258521"/>
                <a:gd name="connsiteY1071" fmla="*/ 781247 h 914263"/>
                <a:gd name="connsiteX1072" fmla="*/ 393624 w 1258521"/>
                <a:gd name="connsiteY1072" fmla="*/ 779800 h 914263"/>
                <a:gd name="connsiteX1073" fmla="*/ 399211 w 1258521"/>
                <a:gd name="connsiteY1073" fmla="*/ 778556 h 914263"/>
                <a:gd name="connsiteX1074" fmla="*/ 403283 w 1258521"/>
                <a:gd name="connsiteY1074" fmla="*/ 778556 h 914263"/>
                <a:gd name="connsiteX1075" fmla="*/ 406749 w 1258521"/>
                <a:gd name="connsiteY1075" fmla="*/ 778556 h 914263"/>
                <a:gd name="connsiteX1076" fmla="*/ 409576 w 1258521"/>
                <a:gd name="connsiteY1076" fmla="*/ 777446 h 914263"/>
                <a:gd name="connsiteX1077" fmla="*/ 410283 w 1258521"/>
                <a:gd name="connsiteY1077" fmla="*/ 776605 h 914263"/>
                <a:gd name="connsiteX1078" fmla="*/ 411730 w 1258521"/>
                <a:gd name="connsiteY1078" fmla="*/ 776605 h 914263"/>
                <a:gd name="connsiteX1079" fmla="*/ 414322 w 1258521"/>
                <a:gd name="connsiteY1079" fmla="*/ 775797 h 914263"/>
                <a:gd name="connsiteX1080" fmla="*/ 417149 w 1258521"/>
                <a:gd name="connsiteY1080" fmla="*/ 776369 h 914263"/>
                <a:gd name="connsiteX1081" fmla="*/ 418898 w 1258521"/>
                <a:gd name="connsiteY1081" fmla="*/ 776672 h 914263"/>
                <a:gd name="connsiteX1082" fmla="*/ 421423 w 1258521"/>
                <a:gd name="connsiteY1082" fmla="*/ 776234 h 914263"/>
                <a:gd name="connsiteX1083" fmla="*/ 422735 w 1258521"/>
                <a:gd name="connsiteY1083" fmla="*/ 774149 h 914263"/>
                <a:gd name="connsiteX1084" fmla="*/ 424115 w 1258521"/>
                <a:gd name="connsiteY1084" fmla="*/ 772904 h 914263"/>
                <a:gd name="connsiteX1085" fmla="*/ 425495 w 1258521"/>
                <a:gd name="connsiteY1085" fmla="*/ 772534 h 914263"/>
                <a:gd name="connsiteX1086" fmla="*/ 428255 w 1258521"/>
                <a:gd name="connsiteY1086" fmla="*/ 771155 h 914263"/>
                <a:gd name="connsiteX1087" fmla="*/ 430442 w 1258521"/>
                <a:gd name="connsiteY1087" fmla="*/ 770718 h 914263"/>
                <a:gd name="connsiteX1088" fmla="*/ 432024 w 1258521"/>
                <a:gd name="connsiteY1088" fmla="*/ 770079 h 914263"/>
                <a:gd name="connsiteX1089" fmla="*/ 433606 w 1258521"/>
                <a:gd name="connsiteY1089" fmla="*/ 770146 h 914263"/>
                <a:gd name="connsiteX1090" fmla="*/ 434985 w 1258521"/>
                <a:gd name="connsiteY1090" fmla="*/ 770650 h 914263"/>
                <a:gd name="connsiteX1091" fmla="*/ 437375 w 1258521"/>
                <a:gd name="connsiteY1091" fmla="*/ 772400 h 914263"/>
                <a:gd name="connsiteX1092" fmla="*/ 439327 w 1258521"/>
                <a:gd name="connsiteY1092" fmla="*/ 773409 h 914263"/>
                <a:gd name="connsiteX1093" fmla="*/ 440909 w 1258521"/>
                <a:gd name="connsiteY1093" fmla="*/ 775730 h 914263"/>
                <a:gd name="connsiteX1094" fmla="*/ 441918 w 1258521"/>
                <a:gd name="connsiteY1094" fmla="*/ 777176 h 914263"/>
                <a:gd name="connsiteX1095" fmla="*/ 443736 w 1258521"/>
                <a:gd name="connsiteY1095" fmla="*/ 778690 h 914263"/>
                <a:gd name="connsiteX1096" fmla="*/ 447067 w 1258521"/>
                <a:gd name="connsiteY1096" fmla="*/ 781516 h 914263"/>
                <a:gd name="connsiteX1097" fmla="*/ 448515 w 1258521"/>
                <a:gd name="connsiteY1097" fmla="*/ 782525 h 914263"/>
                <a:gd name="connsiteX1098" fmla="*/ 451342 w 1258521"/>
                <a:gd name="connsiteY1098" fmla="*/ 784476 h 914263"/>
                <a:gd name="connsiteX1099" fmla="*/ 453664 w 1258521"/>
                <a:gd name="connsiteY1099" fmla="*/ 786865 h 914263"/>
                <a:gd name="connsiteX1100" fmla="*/ 454673 w 1258521"/>
                <a:gd name="connsiteY1100" fmla="*/ 789892 h 914263"/>
                <a:gd name="connsiteX1101" fmla="*/ 457803 w 1258521"/>
                <a:gd name="connsiteY1101" fmla="*/ 795174 h 914263"/>
                <a:gd name="connsiteX1102" fmla="*/ 458880 w 1258521"/>
                <a:gd name="connsiteY1102" fmla="*/ 798134 h 914263"/>
                <a:gd name="connsiteX1103" fmla="*/ 460765 w 1258521"/>
                <a:gd name="connsiteY1103" fmla="*/ 801767 h 914263"/>
                <a:gd name="connsiteX1104" fmla="*/ 461270 w 1258521"/>
                <a:gd name="connsiteY1104" fmla="*/ 805097 h 914263"/>
                <a:gd name="connsiteX1105" fmla="*/ 462212 w 1258521"/>
                <a:gd name="connsiteY1105" fmla="*/ 809672 h 914263"/>
                <a:gd name="connsiteX1106" fmla="*/ 464164 w 1258521"/>
                <a:gd name="connsiteY1106" fmla="*/ 810110 h 914263"/>
                <a:gd name="connsiteX1107" fmla="*/ 466924 w 1258521"/>
                <a:gd name="connsiteY1107" fmla="*/ 810110 h 914263"/>
                <a:gd name="connsiteX1108" fmla="*/ 469178 w 1258521"/>
                <a:gd name="connsiteY1108" fmla="*/ 809403 h 914263"/>
                <a:gd name="connsiteX1109" fmla="*/ 470053 w 1258521"/>
                <a:gd name="connsiteY1109" fmla="*/ 810211 h 914263"/>
                <a:gd name="connsiteX1110" fmla="*/ 473082 w 1258521"/>
                <a:gd name="connsiteY1110" fmla="*/ 815694 h 914263"/>
                <a:gd name="connsiteX1111" fmla="*/ 473890 w 1258521"/>
                <a:gd name="connsiteY1111" fmla="*/ 817645 h 914263"/>
                <a:gd name="connsiteX1112" fmla="*/ 475135 w 1258521"/>
                <a:gd name="connsiteY1112" fmla="*/ 819596 h 914263"/>
                <a:gd name="connsiteX1113" fmla="*/ 475842 w 1258521"/>
                <a:gd name="connsiteY1113" fmla="*/ 820908 h 914263"/>
                <a:gd name="connsiteX1114" fmla="*/ 476852 w 1258521"/>
                <a:gd name="connsiteY1114" fmla="*/ 820908 h 914263"/>
                <a:gd name="connsiteX1115" fmla="*/ 478938 w 1258521"/>
                <a:gd name="connsiteY1115" fmla="*/ 820471 h 914263"/>
                <a:gd name="connsiteX1116" fmla="*/ 480453 w 1258521"/>
                <a:gd name="connsiteY1116" fmla="*/ 820403 h 914263"/>
                <a:gd name="connsiteX1117" fmla="*/ 482977 w 1258521"/>
                <a:gd name="connsiteY1117" fmla="*/ 820908 h 914263"/>
                <a:gd name="connsiteX1118" fmla="*/ 485366 w 1258521"/>
                <a:gd name="connsiteY1118" fmla="*/ 821547 h 914263"/>
                <a:gd name="connsiteX1119" fmla="*/ 486814 w 1258521"/>
                <a:gd name="connsiteY1119" fmla="*/ 822119 h 914263"/>
                <a:gd name="connsiteX1120" fmla="*/ 488564 w 1258521"/>
                <a:gd name="connsiteY1120" fmla="*/ 822926 h 914263"/>
                <a:gd name="connsiteX1121" fmla="*/ 490886 w 1258521"/>
                <a:gd name="connsiteY1121" fmla="*/ 823666 h 914263"/>
                <a:gd name="connsiteX1122" fmla="*/ 492400 w 1258521"/>
                <a:gd name="connsiteY1122" fmla="*/ 823666 h 914263"/>
                <a:gd name="connsiteX1123" fmla="*/ 493780 w 1258521"/>
                <a:gd name="connsiteY1123" fmla="*/ 824743 h 914263"/>
                <a:gd name="connsiteX1124" fmla="*/ 495530 w 1258521"/>
                <a:gd name="connsiteY1124" fmla="*/ 826761 h 914263"/>
                <a:gd name="connsiteX1125" fmla="*/ 496169 w 1258521"/>
                <a:gd name="connsiteY1125" fmla="*/ 828948 h 914263"/>
                <a:gd name="connsiteX1126" fmla="*/ 497415 w 1258521"/>
                <a:gd name="connsiteY1126" fmla="*/ 831774 h 914263"/>
                <a:gd name="connsiteX1127" fmla="*/ 498492 w 1258521"/>
                <a:gd name="connsiteY1127" fmla="*/ 833590 h 914263"/>
                <a:gd name="connsiteX1128" fmla="*/ 500948 w 1258521"/>
                <a:gd name="connsiteY1128" fmla="*/ 836550 h 914263"/>
                <a:gd name="connsiteX1129" fmla="*/ 502194 w 1258521"/>
                <a:gd name="connsiteY1129" fmla="*/ 838501 h 914263"/>
                <a:gd name="connsiteX1130" fmla="*/ 502194 w 1258521"/>
                <a:gd name="connsiteY1130" fmla="*/ 842908 h 914263"/>
                <a:gd name="connsiteX1131" fmla="*/ 502631 w 1258521"/>
                <a:gd name="connsiteY1131" fmla="*/ 847248 h 914263"/>
                <a:gd name="connsiteX1132" fmla="*/ 502059 w 1258521"/>
                <a:gd name="connsiteY1132" fmla="*/ 848560 h 914263"/>
                <a:gd name="connsiteX1133" fmla="*/ 501756 w 1258521"/>
                <a:gd name="connsiteY1133" fmla="*/ 851688 h 914263"/>
                <a:gd name="connsiteX1134" fmla="*/ 499434 w 1258521"/>
                <a:gd name="connsiteY1134" fmla="*/ 852698 h 914263"/>
                <a:gd name="connsiteX1135" fmla="*/ 497549 w 1258521"/>
                <a:gd name="connsiteY1135" fmla="*/ 853269 h 914263"/>
                <a:gd name="connsiteX1136" fmla="*/ 496876 w 1258521"/>
                <a:gd name="connsiteY1136" fmla="*/ 855086 h 914263"/>
                <a:gd name="connsiteX1137" fmla="*/ 496035 w 1258521"/>
                <a:gd name="connsiteY1137" fmla="*/ 857037 h 914263"/>
                <a:gd name="connsiteX1138" fmla="*/ 496035 w 1258521"/>
                <a:gd name="connsiteY1138" fmla="*/ 859123 h 914263"/>
                <a:gd name="connsiteX1139" fmla="*/ 496775 w 1258521"/>
                <a:gd name="connsiteY1139" fmla="*/ 860435 h 914263"/>
                <a:gd name="connsiteX1140" fmla="*/ 498525 w 1258521"/>
                <a:gd name="connsiteY1140" fmla="*/ 863563 h 914263"/>
                <a:gd name="connsiteX1141" fmla="*/ 499165 w 1258521"/>
                <a:gd name="connsiteY1141" fmla="*/ 864572 h 914263"/>
                <a:gd name="connsiteX1142" fmla="*/ 499535 w 1258521"/>
                <a:gd name="connsiteY1142" fmla="*/ 867028 h 914263"/>
                <a:gd name="connsiteX1143" fmla="*/ 500410 w 1258521"/>
                <a:gd name="connsiteY1143" fmla="*/ 869046 h 914263"/>
                <a:gd name="connsiteX1144" fmla="*/ 501790 w 1258521"/>
                <a:gd name="connsiteY1144" fmla="*/ 872377 h 914263"/>
                <a:gd name="connsiteX1145" fmla="*/ 502093 w 1258521"/>
                <a:gd name="connsiteY1145" fmla="*/ 873890 h 914263"/>
                <a:gd name="connsiteX1146" fmla="*/ 502665 w 1258521"/>
                <a:gd name="connsiteY1146" fmla="*/ 876918 h 914263"/>
                <a:gd name="connsiteX1147" fmla="*/ 504415 w 1258521"/>
                <a:gd name="connsiteY1147" fmla="*/ 879306 h 914263"/>
                <a:gd name="connsiteX1148" fmla="*/ 505559 w 1258521"/>
                <a:gd name="connsiteY1148" fmla="*/ 880114 h 914263"/>
                <a:gd name="connsiteX1149" fmla="*/ 508319 w 1258521"/>
                <a:gd name="connsiteY1149" fmla="*/ 882065 h 914263"/>
                <a:gd name="connsiteX1150" fmla="*/ 510641 w 1258521"/>
                <a:gd name="connsiteY1150" fmla="*/ 882570 h 914263"/>
                <a:gd name="connsiteX1151" fmla="*/ 512593 w 1258521"/>
                <a:gd name="connsiteY1151" fmla="*/ 882570 h 914263"/>
                <a:gd name="connsiteX1152" fmla="*/ 514107 w 1258521"/>
                <a:gd name="connsiteY1152" fmla="*/ 882570 h 914263"/>
                <a:gd name="connsiteX1153" fmla="*/ 516564 w 1258521"/>
                <a:gd name="connsiteY1153" fmla="*/ 881258 h 914263"/>
                <a:gd name="connsiteX1154" fmla="*/ 517204 w 1258521"/>
                <a:gd name="connsiteY1154" fmla="*/ 880686 h 914263"/>
                <a:gd name="connsiteX1155" fmla="*/ 518146 w 1258521"/>
                <a:gd name="connsiteY1155" fmla="*/ 879878 h 914263"/>
                <a:gd name="connsiteX1156" fmla="*/ 518954 w 1258521"/>
                <a:gd name="connsiteY1156" fmla="*/ 879441 h 914263"/>
                <a:gd name="connsiteX1157" fmla="*/ 519896 w 1258521"/>
                <a:gd name="connsiteY1157" fmla="*/ 879508 h 914263"/>
                <a:gd name="connsiteX1158" fmla="*/ 521814 w 1258521"/>
                <a:gd name="connsiteY1158" fmla="*/ 879744 h 914263"/>
                <a:gd name="connsiteX1159" fmla="*/ 522151 w 1258521"/>
                <a:gd name="connsiteY1159" fmla="*/ 880988 h 914263"/>
                <a:gd name="connsiteX1160" fmla="*/ 522151 w 1258521"/>
                <a:gd name="connsiteY1160" fmla="*/ 881729 h 914263"/>
                <a:gd name="connsiteX1161" fmla="*/ 523901 w 1258521"/>
                <a:gd name="connsiteY1161" fmla="*/ 883545 h 914263"/>
                <a:gd name="connsiteX1162" fmla="*/ 523901 w 1258521"/>
                <a:gd name="connsiteY1162" fmla="*/ 883478 h 914263"/>
                <a:gd name="connsiteX1163" fmla="*/ 524776 w 1258521"/>
                <a:gd name="connsiteY1163" fmla="*/ 885361 h 914263"/>
                <a:gd name="connsiteX1164" fmla="*/ 526290 w 1258521"/>
                <a:gd name="connsiteY1164" fmla="*/ 885933 h 914263"/>
                <a:gd name="connsiteX1165" fmla="*/ 528478 w 1258521"/>
                <a:gd name="connsiteY1165" fmla="*/ 887380 h 914263"/>
                <a:gd name="connsiteX1166" fmla="*/ 529488 w 1258521"/>
                <a:gd name="connsiteY1166" fmla="*/ 888961 h 914263"/>
                <a:gd name="connsiteX1167" fmla="*/ 530295 w 1258521"/>
                <a:gd name="connsiteY1167" fmla="*/ 891551 h 914263"/>
                <a:gd name="connsiteX1168" fmla="*/ 530295 w 1258521"/>
                <a:gd name="connsiteY1168" fmla="*/ 892998 h 914263"/>
                <a:gd name="connsiteX1169" fmla="*/ 530935 w 1258521"/>
                <a:gd name="connsiteY1169" fmla="*/ 894142 h 914263"/>
                <a:gd name="connsiteX1170" fmla="*/ 531877 w 1258521"/>
                <a:gd name="connsiteY1170" fmla="*/ 894848 h 914263"/>
                <a:gd name="connsiteX1171" fmla="*/ 533762 w 1258521"/>
                <a:gd name="connsiteY1171" fmla="*/ 894848 h 914263"/>
                <a:gd name="connsiteX1172" fmla="*/ 535209 w 1258521"/>
                <a:gd name="connsiteY1172" fmla="*/ 893704 h 914263"/>
                <a:gd name="connsiteX1173" fmla="*/ 536017 w 1258521"/>
                <a:gd name="connsiteY1173" fmla="*/ 892190 h 914263"/>
                <a:gd name="connsiteX1174" fmla="*/ 536891 w 1258521"/>
                <a:gd name="connsiteY1174" fmla="*/ 891248 h 914263"/>
                <a:gd name="connsiteX1175" fmla="*/ 538709 w 1258521"/>
                <a:gd name="connsiteY1175" fmla="*/ 891248 h 914263"/>
                <a:gd name="connsiteX1176" fmla="*/ 540526 w 1258521"/>
                <a:gd name="connsiteY1176" fmla="*/ 890946 h 914263"/>
                <a:gd name="connsiteX1177" fmla="*/ 541771 w 1258521"/>
                <a:gd name="connsiteY1177" fmla="*/ 891013 h 914263"/>
                <a:gd name="connsiteX1178" fmla="*/ 542916 w 1258521"/>
                <a:gd name="connsiteY1178" fmla="*/ 892022 h 914263"/>
                <a:gd name="connsiteX1179" fmla="*/ 544733 w 1258521"/>
                <a:gd name="connsiteY1179" fmla="*/ 892157 h 914263"/>
                <a:gd name="connsiteX1180" fmla="*/ 546416 w 1258521"/>
                <a:gd name="connsiteY1180" fmla="*/ 890206 h 914263"/>
                <a:gd name="connsiteX1181" fmla="*/ 547560 w 1258521"/>
                <a:gd name="connsiteY1181" fmla="*/ 890273 h 914263"/>
                <a:gd name="connsiteX1182" fmla="*/ 551329 w 1258521"/>
                <a:gd name="connsiteY1182" fmla="*/ 892157 h 914263"/>
                <a:gd name="connsiteX1183" fmla="*/ 553719 w 1258521"/>
                <a:gd name="connsiteY1183" fmla="*/ 893973 h 914263"/>
                <a:gd name="connsiteX1184" fmla="*/ 555974 w 1258521"/>
                <a:gd name="connsiteY1184" fmla="*/ 896429 h 914263"/>
                <a:gd name="connsiteX1185" fmla="*/ 561998 w 1258521"/>
                <a:gd name="connsiteY1185" fmla="*/ 899456 h 914263"/>
                <a:gd name="connsiteX1186" fmla="*/ 565262 w 1258521"/>
                <a:gd name="connsiteY1186" fmla="*/ 901038 h 914263"/>
                <a:gd name="connsiteX1187" fmla="*/ 566205 w 1258521"/>
                <a:gd name="connsiteY1187" fmla="*/ 902551 h 914263"/>
                <a:gd name="connsiteX1188" fmla="*/ 565700 w 1258521"/>
                <a:gd name="connsiteY1188" fmla="*/ 906454 h 914263"/>
                <a:gd name="connsiteX1189" fmla="*/ 565700 w 1258521"/>
                <a:gd name="connsiteY1189" fmla="*/ 907698 h 914263"/>
                <a:gd name="connsiteX1190" fmla="*/ 566205 w 1258521"/>
                <a:gd name="connsiteY1190" fmla="*/ 909010 h 914263"/>
                <a:gd name="connsiteX1191" fmla="*/ 567450 w 1258521"/>
                <a:gd name="connsiteY1191" fmla="*/ 910591 h 914263"/>
                <a:gd name="connsiteX1192" fmla="*/ 569503 w 1258521"/>
                <a:gd name="connsiteY1192" fmla="*/ 913417 h 914263"/>
                <a:gd name="connsiteX1193" fmla="*/ 571118 w 1258521"/>
                <a:gd name="connsiteY1193" fmla="*/ 913787 h 914263"/>
                <a:gd name="connsiteX1194" fmla="*/ 573508 w 1258521"/>
                <a:gd name="connsiteY1194" fmla="*/ 913787 h 914263"/>
                <a:gd name="connsiteX1195" fmla="*/ 578455 w 1258521"/>
                <a:gd name="connsiteY1195" fmla="*/ 914224 h 914263"/>
                <a:gd name="connsiteX1196" fmla="*/ 579263 w 1258521"/>
                <a:gd name="connsiteY1196" fmla="*/ 912710 h 914263"/>
                <a:gd name="connsiteX1197" fmla="*/ 579263 w 1258521"/>
                <a:gd name="connsiteY1197" fmla="*/ 910322 h 914263"/>
                <a:gd name="connsiteX1198" fmla="*/ 578993 w 1258521"/>
                <a:gd name="connsiteY1198" fmla="*/ 907295 h 914263"/>
                <a:gd name="connsiteX1199" fmla="*/ 578219 w 1258521"/>
                <a:gd name="connsiteY1199" fmla="*/ 905007 h 914263"/>
                <a:gd name="connsiteX1200" fmla="*/ 577614 w 1258521"/>
                <a:gd name="connsiteY1200" fmla="*/ 903762 h 914263"/>
                <a:gd name="connsiteX1201" fmla="*/ 577008 w 1258521"/>
                <a:gd name="connsiteY1201" fmla="*/ 901576 h 914263"/>
                <a:gd name="connsiteX1202" fmla="*/ 576200 w 1258521"/>
                <a:gd name="connsiteY1202" fmla="*/ 899086 h 914263"/>
                <a:gd name="connsiteX1203" fmla="*/ 575157 w 1258521"/>
                <a:gd name="connsiteY1203" fmla="*/ 897438 h 914263"/>
                <a:gd name="connsiteX1204" fmla="*/ 573205 w 1258521"/>
                <a:gd name="connsiteY1204" fmla="*/ 894242 h 914263"/>
                <a:gd name="connsiteX1205" fmla="*/ 571791 w 1258521"/>
                <a:gd name="connsiteY1205" fmla="*/ 892190 h 914263"/>
                <a:gd name="connsiteX1206" fmla="*/ 570479 w 1258521"/>
                <a:gd name="connsiteY1206" fmla="*/ 890710 h 914263"/>
                <a:gd name="connsiteX1207" fmla="*/ 569133 w 1258521"/>
                <a:gd name="connsiteY1207" fmla="*/ 888927 h 914263"/>
                <a:gd name="connsiteX1208" fmla="*/ 567988 w 1258521"/>
                <a:gd name="connsiteY1208" fmla="*/ 885664 h 914263"/>
                <a:gd name="connsiteX1209" fmla="*/ 568089 w 1258521"/>
                <a:gd name="connsiteY1209" fmla="*/ 884520 h 914263"/>
                <a:gd name="connsiteX1210" fmla="*/ 569570 w 1258521"/>
                <a:gd name="connsiteY1210" fmla="*/ 881796 h 914263"/>
                <a:gd name="connsiteX1211" fmla="*/ 571488 w 1258521"/>
                <a:gd name="connsiteY1211" fmla="*/ 879845 h 914263"/>
                <a:gd name="connsiteX1212" fmla="*/ 574046 w 1258521"/>
                <a:gd name="connsiteY1212" fmla="*/ 877187 h 914263"/>
                <a:gd name="connsiteX1213" fmla="*/ 576368 w 1258521"/>
                <a:gd name="connsiteY1213" fmla="*/ 875505 h 914263"/>
                <a:gd name="connsiteX1214" fmla="*/ 579633 w 1258521"/>
                <a:gd name="connsiteY1214" fmla="*/ 874597 h 914263"/>
                <a:gd name="connsiteX1215" fmla="*/ 581417 w 1258521"/>
                <a:gd name="connsiteY1215" fmla="*/ 874429 h 914263"/>
                <a:gd name="connsiteX1216" fmla="*/ 583200 w 1258521"/>
                <a:gd name="connsiteY1216" fmla="*/ 874698 h 914263"/>
                <a:gd name="connsiteX1217" fmla="*/ 586397 w 1258521"/>
                <a:gd name="connsiteY1217" fmla="*/ 876615 h 914263"/>
                <a:gd name="connsiteX1218" fmla="*/ 587878 w 1258521"/>
                <a:gd name="connsiteY1218" fmla="*/ 878196 h 914263"/>
                <a:gd name="connsiteX1219" fmla="*/ 590638 w 1258521"/>
                <a:gd name="connsiteY1219" fmla="*/ 881190 h 914263"/>
                <a:gd name="connsiteX1220" fmla="*/ 595518 w 1258521"/>
                <a:gd name="connsiteY1220" fmla="*/ 885361 h 914263"/>
                <a:gd name="connsiteX1221" fmla="*/ 597470 w 1258521"/>
                <a:gd name="connsiteY1221" fmla="*/ 888524 h 914263"/>
                <a:gd name="connsiteX1222" fmla="*/ 600027 w 1258521"/>
                <a:gd name="connsiteY1222" fmla="*/ 893301 h 914263"/>
                <a:gd name="connsiteX1223" fmla="*/ 603292 w 1258521"/>
                <a:gd name="connsiteY1223" fmla="*/ 896025 h 914263"/>
                <a:gd name="connsiteX1224" fmla="*/ 608307 w 1258521"/>
                <a:gd name="connsiteY1224" fmla="*/ 896732 h 914263"/>
                <a:gd name="connsiteX1225" fmla="*/ 610057 w 1258521"/>
                <a:gd name="connsiteY1225" fmla="*/ 897976 h 914263"/>
                <a:gd name="connsiteX1226" fmla="*/ 612783 w 1258521"/>
                <a:gd name="connsiteY1226" fmla="*/ 898347 h 914263"/>
                <a:gd name="connsiteX1227" fmla="*/ 615711 w 1258521"/>
                <a:gd name="connsiteY1227" fmla="*/ 900970 h 914263"/>
                <a:gd name="connsiteX1228" fmla="*/ 618167 w 1258521"/>
                <a:gd name="connsiteY1228" fmla="*/ 902551 h 914263"/>
                <a:gd name="connsiteX1229" fmla="*/ 620490 w 1258521"/>
                <a:gd name="connsiteY1229" fmla="*/ 904502 h 914263"/>
                <a:gd name="connsiteX1230" fmla="*/ 622778 w 1258521"/>
                <a:gd name="connsiteY1230" fmla="*/ 905579 h 914263"/>
                <a:gd name="connsiteX1231" fmla="*/ 627490 w 1258521"/>
                <a:gd name="connsiteY1231" fmla="*/ 907328 h 914263"/>
                <a:gd name="connsiteX1232" fmla="*/ 630384 w 1258521"/>
                <a:gd name="connsiteY1232" fmla="*/ 905108 h 914263"/>
                <a:gd name="connsiteX1233" fmla="*/ 632168 w 1258521"/>
                <a:gd name="connsiteY1233" fmla="*/ 902518 h 914263"/>
                <a:gd name="connsiteX1234" fmla="*/ 630249 w 1258521"/>
                <a:gd name="connsiteY1234" fmla="*/ 898178 h 914263"/>
                <a:gd name="connsiteX1235" fmla="*/ 626917 w 1258521"/>
                <a:gd name="connsiteY1235" fmla="*/ 895252 h 914263"/>
                <a:gd name="connsiteX1236" fmla="*/ 623788 w 1258521"/>
                <a:gd name="connsiteY1236" fmla="*/ 892493 h 914263"/>
                <a:gd name="connsiteX1237" fmla="*/ 623586 w 1258521"/>
                <a:gd name="connsiteY1237" fmla="*/ 889600 h 914263"/>
                <a:gd name="connsiteX1238" fmla="*/ 624158 w 1258521"/>
                <a:gd name="connsiteY1238" fmla="*/ 887144 h 914263"/>
                <a:gd name="connsiteX1239" fmla="*/ 627624 w 1258521"/>
                <a:gd name="connsiteY1239" fmla="*/ 883881 h 914263"/>
                <a:gd name="connsiteX1240" fmla="*/ 628264 w 1258521"/>
                <a:gd name="connsiteY1240" fmla="*/ 882199 h 914263"/>
                <a:gd name="connsiteX1241" fmla="*/ 627523 w 1258521"/>
                <a:gd name="connsiteY1241" fmla="*/ 878735 h 914263"/>
                <a:gd name="connsiteX1242" fmla="*/ 624999 w 1258521"/>
                <a:gd name="connsiteY1242" fmla="*/ 875404 h 914263"/>
                <a:gd name="connsiteX1243" fmla="*/ 624696 w 1258521"/>
                <a:gd name="connsiteY1243" fmla="*/ 872713 h 914263"/>
                <a:gd name="connsiteX1244" fmla="*/ 628163 w 1258521"/>
                <a:gd name="connsiteY1244" fmla="*/ 868508 h 914263"/>
                <a:gd name="connsiteX1245" fmla="*/ 629240 w 1258521"/>
                <a:gd name="connsiteY1245" fmla="*/ 865918 h 914263"/>
                <a:gd name="connsiteX1246" fmla="*/ 633581 w 1258521"/>
                <a:gd name="connsiteY1246" fmla="*/ 867364 h 914263"/>
                <a:gd name="connsiteX1247" fmla="*/ 637990 w 1258521"/>
                <a:gd name="connsiteY1247" fmla="*/ 869046 h 914263"/>
                <a:gd name="connsiteX1248" fmla="*/ 641894 w 1258521"/>
                <a:gd name="connsiteY1248" fmla="*/ 870493 h 914263"/>
                <a:gd name="connsiteX1249" fmla="*/ 645798 w 1258521"/>
                <a:gd name="connsiteY1249" fmla="*/ 869753 h 914263"/>
                <a:gd name="connsiteX1250" fmla="*/ 646875 w 1258521"/>
                <a:gd name="connsiteY1250" fmla="*/ 867499 h 914263"/>
                <a:gd name="connsiteX1251" fmla="*/ 648759 w 1258521"/>
                <a:gd name="connsiteY1251" fmla="*/ 865245 h 914263"/>
                <a:gd name="connsiteX1252" fmla="*/ 650005 w 1258521"/>
                <a:gd name="connsiteY1252" fmla="*/ 864169 h 914263"/>
                <a:gd name="connsiteX1253" fmla="*/ 652899 w 1258521"/>
                <a:gd name="connsiteY1253" fmla="*/ 864370 h 914263"/>
                <a:gd name="connsiteX1254" fmla="*/ 654043 w 1258521"/>
                <a:gd name="connsiteY1254" fmla="*/ 865447 h 914263"/>
                <a:gd name="connsiteX1255" fmla="*/ 657947 w 1258521"/>
                <a:gd name="connsiteY1255" fmla="*/ 867331 h 914263"/>
                <a:gd name="connsiteX1256" fmla="*/ 660202 w 1258521"/>
                <a:gd name="connsiteY1256" fmla="*/ 869719 h 914263"/>
                <a:gd name="connsiteX1257" fmla="*/ 664039 w 1258521"/>
                <a:gd name="connsiteY1257" fmla="*/ 871300 h 914263"/>
                <a:gd name="connsiteX1258" fmla="*/ 670500 w 1258521"/>
                <a:gd name="connsiteY1258" fmla="*/ 871065 h 914263"/>
                <a:gd name="connsiteX1259" fmla="*/ 670870 w 1258521"/>
                <a:gd name="connsiteY1259" fmla="*/ 868979 h 914263"/>
                <a:gd name="connsiteX1260" fmla="*/ 670366 w 1258521"/>
                <a:gd name="connsiteY1260" fmla="*/ 865144 h 914263"/>
                <a:gd name="connsiteX1261" fmla="*/ 672015 w 1258521"/>
                <a:gd name="connsiteY1261" fmla="*/ 863395 h 914263"/>
                <a:gd name="connsiteX1262" fmla="*/ 673260 w 1258521"/>
                <a:gd name="connsiteY1262" fmla="*/ 863260 h 914263"/>
                <a:gd name="connsiteX1263" fmla="*/ 675515 w 1258521"/>
                <a:gd name="connsiteY1263" fmla="*/ 865447 h 914263"/>
                <a:gd name="connsiteX1264" fmla="*/ 676760 w 1258521"/>
                <a:gd name="connsiteY1264" fmla="*/ 866019 h 914263"/>
                <a:gd name="connsiteX1265" fmla="*/ 679520 w 1258521"/>
                <a:gd name="connsiteY1265" fmla="*/ 862621 h 914263"/>
                <a:gd name="connsiteX1266" fmla="*/ 680327 w 1258521"/>
                <a:gd name="connsiteY1266" fmla="*/ 859493 h 914263"/>
                <a:gd name="connsiteX1267" fmla="*/ 680327 w 1258521"/>
                <a:gd name="connsiteY1267" fmla="*/ 855590 h 914263"/>
                <a:gd name="connsiteX1268" fmla="*/ 681202 w 1258521"/>
                <a:gd name="connsiteY1268" fmla="*/ 853572 h 914263"/>
                <a:gd name="connsiteX1269" fmla="*/ 682784 w 1258521"/>
                <a:gd name="connsiteY1269" fmla="*/ 850107 h 914263"/>
                <a:gd name="connsiteX1270" fmla="*/ 684803 w 1258521"/>
                <a:gd name="connsiteY1270" fmla="*/ 848089 h 914263"/>
                <a:gd name="connsiteX1271" fmla="*/ 688270 w 1258521"/>
                <a:gd name="connsiteY1271" fmla="*/ 845196 h 914263"/>
                <a:gd name="connsiteX1272" fmla="*/ 691736 w 1258521"/>
                <a:gd name="connsiteY1272" fmla="*/ 842437 h 914263"/>
                <a:gd name="connsiteX1273" fmla="*/ 693486 w 1258521"/>
                <a:gd name="connsiteY1273" fmla="*/ 841428 h 914263"/>
                <a:gd name="connsiteX1274" fmla="*/ 694294 w 1258521"/>
                <a:gd name="connsiteY1274" fmla="*/ 838670 h 914263"/>
                <a:gd name="connsiteX1275" fmla="*/ 692779 w 1258521"/>
                <a:gd name="connsiteY1275" fmla="*/ 836281 h 914263"/>
                <a:gd name="connsiteX1276" fmla="*/ 692712 w 1258521"/>
                <a:gd name="connsiteY1276" fmla="*/ 835474 h 914263"/>
                <a:gd name="connsiteX1277" fmla="*/ 693856 w 1258521"/>
                <a:gd name="connsiteY1277" fmla="*/ 834330 h 914263"/>
                <a:gd name="connsiteX1278" fmla="*/ 694294 w 1258521"/>
                <a:gd name="connsiteY1278" fmla="*/ 833691 h 914263"/>
                <a:gd name="connsiteX1279" fmla="*/ 693991 w 1258521"/>
                <a:gd name="connsiteY1279" fmla="*/ 831370 h 914263"/>
                <a:gd name="connsiteX1280" fmla="*/ 691299 w 1258521"/>
                <a:gd name="connsiteY1280" fmla="*/ 828241 h 914263"/>
                <a:gd name="connsiteX1281" fmla="*/ 690289 w 1258521"/>
                <a:gd name="connsiteY1281" fmla="*/ 826997 h 914263"/>
                <a:gd name="connsiteX1282" fmla="*/ 689919 w 1258521"/>
                <a:gd name="connsiteY1282" fmla="*/ 823734 h 914263"/>
                <a:gd name="connsiteX1283" fmla="*/ 691232 w 1258521"/>
                <a:gd name="connsiteY1283" fmla="*/ 821850 h 914263"/>
                <a:gd name="connsiteX1284" fmla="*/ 693251 w 1258521"/>
                <a:gd name="connsiteY1284" fmla="*/ 819024 h 914263"/>
                <a:gd name="connsiteX1285" fmla="*/ 696381 w 1258521"/>
                <a:gd name="connsiteY1285" fmla="*/ 816770 h 914263"/>
                <a:gd name="connsiteX1286" fmla="*/ 698905 w 1258521"/>
                <a:gd name="connsiteY1286" fmla="*/ 815761 h 914263"/>
                <a:gd name="connsiteX1287" fmla="*/ 704323 w 1258521"/>
                <a:gd name="connsiteY1287" fmla="*/ 816770 h 914263"/>
                <a:gd name="connsiteX1288" fmla="*/ 706140 w 1258521"/>
                <a:gd name="connsiteY1288" fmla="*/ 817948 h 914263"/>
                <a:gd name="connsiteX1289" fmla="*/ 709842 w 1258521"/>
                <a:gd name="connsiteY1289" fmla="*/ 820538 h 914263"/>
                <a:gd name="connsiteX1290" fmla="*/ 712669 w 1258521"/>
                <a:gd name="connsiteY1290" fmla="*/ 822052 h 914263"/>
                <a:gd name="connsiteX1291" fmla="*/ 716371 w 1258521"/>
                <a:gd name="connsiteY1291" fmla="*/ 823935 h 914263"/>
                <a:gd name="connsiteX1292" fmla="*/ 720208 w 1258521"/>
                <a:gd name="connsiteY1292" fmla="*/ 824003 h 914263"/>
                <a:gd name="connsiteX1293" fmla="*/ 724785 w 1258521"/>
                <a:gd name="connsiteY1293" fmla="*/ 823498 h 914263"/>
                <a:gd name="connsiteX1294" fmla="*/ 728319 w 1258521"/>
                <a:gd name="connsiteY1294" fmla="*/ 821985 h 914263"/>
                <a:gd name="connsiteX1295" fmla="*/ 732021 w 1258521"/>
                <a:gd name="connsiteY1295" fmla="*/ 820942 h 914263"/>
                <a:gd name="connsiteX1296" fmla="*/ 727881 w 1258521"/>
                <a:gd name="connsiteY1296" fmla="*/ 816165 h 914263"/>
                <a:gd name="connsiteX1297" fmla="*/ 722766 w 1258521"/>
                <a:gd name="connsiteY1297" fmla="*/ 811724 h 914263"/>
                <a:gd name="connsiteX1298" fmla="*/ 718088 w 1258521"/>
                <a:gd name="connsiteY1298" fmla="*/ 806611 h 914263"/>
                <a:gd name="connsiteX1299" fmla="*/ 712939 w 1258521"/>
                <a:gd name="connsiteY1299" fmla="*/ 801868 h 914263"/>
                <a:gd name="connsiteX1300" fmla="*/ 709540 w 1258521"/>
                <a:gd name="connsiteY1300" fmla="*/ 798672 h 914263"/>
                <a:gd name="connsiteX1301" fmla="*/ 707453 w 1258521"/>
                <a:gd name="connsiteY1301" fmla="*/ 796923 h 914263"/>
                <a:gd name="connsiteX1302" fmla="*/ 702371 w 1258521"/>
                <a:gd name="connsiteY1302" fmla="*/ 792516 h 914263"/>
                <a:gd name="connsiteX1303" fmla="*/ 700621 w 1258521"/>
                <a:gd name="connsiteY1303" fmla="*/ 790431 h 914263"/>
                <a:gd name="connsiteX1304" fmla="*/ 699544 w 1258521"/>
                <a:gd name="connsiteY1304" fmla="*/ 788177 h 914263"/>
                <a:gd name="connsiteX1305" fmla="*/ 699342 w 1258521"/>
                <a:gd name="connsiteY1305" fmla="*/ 786293 h 914263"/>
                <a:gd name="connsiteX1306" fmla="*/ 700352 w 1258521"/>
                <a:gd name="connsiteY1306" fmla="*/ 784274 h 914263"/>
                <a:gd name="connsiteX1307" fmla="*/ 701159 w 1258521"/>
                <a:gd name="connsiteY1307" fmla="*/ 782189 h 914263"/>
                <a:gd name="connsiteX1308" fmla="*/ 701799 w 1258521"/>
                <a:gd name="connsiteY1308" fmla="*/ 779868 h 914263"/>
                <a:gd name="connsiteX1309" fmla="*/ 700487 w 1258521"/>
                <a:gd name="connsiteY1309" fmla="*/ 778287 h 914263"/>
                <a:gd name="connsiteX1310" fmla="*/ 698669 w 1258521"/>
                <a:gd name="connsiteY1310" fmla="*/ 774889 h 914263"/>
                <a:gd name="connsiteX1311" fmla="*/ 697592 w 1258521"/>
                <a:gd name="connsiteY1311" fmla="*/ 772063 h 914263"/>
                <a:gd name="connsiteX1312" fmla="*/ 697962 w 1258521"/>
                <a:gd name="connsiteY1312" fmla="*/ 770549 h 914263"/>
                <a:gd name="connsiteX1313" fmla="*/ 699039 w 1258521"/>
                <a:gd name="connsiteY1313" fmla="*/ 769036 h 914263"/>
                <a:gd name="connsiteX1314" fmla="*/ 700857 w 1258521"/>
                <a:gd name="connsiteY1314" fmla="*/ 767085 h 914263"/>
                <a:gd name="connsiteX1315" fmla="*/ 703549 w 1258521"/>
                <a:gd name="connsiteY1315" fmla="*/ 766445 h 914263"/>
                <a:gd name="connsiteX1316" fmla="*/ 707016 w 1258521"/>
                <a:gd name="connsiteY1316" fmla="*/ 766445 h 914263"/>
                <a:gd name="connsiteX1317" fmla="*/ 710145 w 1258521"/>
                <a:gd name="connsiteY1317" fmla="*/ 766311 h 914263"/>
                <a:gd name="connsiteX1318" fmla="*/ 712838 w 1258521"/>
                <a:gd name="connsiteY1318" fmla="*/ 765604 h 914263"/>
                <a:gd name="connsiteX1319" fmla="*/ 714722 w 1258521"/>
                <a:gd name="connsiteY1319" fmla="*/ 764158 h 914263"/>
                <a:gd name="connsiteX1320" fmla="*/ 715799 w 1258521"/>
                <a:gd name="connsiteY1320" fmla="*/ 762577 h 914263"/>
                <a:gd name="connsiteX1321" fmla="*/ 716943 w 1258521"/>
                <a:gd name="connsiteY1321" fmla="*/ 759818 h 914263"/>
                <a:gd name="connsiteX1322" fmla="*/ 717078 w 1258521"/>
                <a:gd name="connsiteY1322" fmla="*/ 757699 h 914263"/>
                <a:gd name="connsiteX1323" fmla="*/ 717011 w 1258521"/>
                <a:gd name="connsiteY1323" fmla="*/ 756253 h 914263"/>
                <a:gd name="connsiteX1324" fmla="*/ 714487 w 1258521"/>
                <a:gd name="connsiteY1324" fmla="*/ 754436 h 914263"/>
                <a:gd name="connsiteX1325" fmla="*/ 713915 w 1258521"/>
                <a:gd name="connsiteY1325" fmla="*/ 752249 h 914263"/>
                <a:gd name="connsiteX1326" fmla="*/ 713343 w 1258521"/>
                <a:gd name="connsiteY1326" fmla="*/ 750063 h 914263"/>
                <a:gd name="connsiteX1327" fmla="*/ 715530 w 1258521"/>
                <a:gd name="connsiteY1327" fmla="*/ 746161 h 914263"/>
                <a:gd name="connsiteX1328" fmla="*/ 722059 w 1258521"/>
                <a:gd name="connsiteY1328" fmla="*/ 742023 h 914263"/>
                <a:gd name="connsiteX1329" fmla="*/ 727915 w 1258521"/>
                <a:gd name="connsiteY1329" fmla="*/ 733546 h 914263"/>
                <a:gd name="connsiteX1330" fmla="*/ 735083 w 1258521"/>
                <a:gd name="connsiteY1330" fmla="*/ 727457 h 914263"/>
                <a:gd name="connsiteX1331" fmla="*/ 738987 w 1258521"/>
                <a:gd name="connsiteY1331" fmla="*/ 721166 h 914263"/>
                <a:gd name="connsiteX1332" fmla="*/ 740300 w 1258521"/>
                <a:gd name="connsiteY1332" fmla="*/ 720090 h 914263"/>
                <a:gd name="connsiteX1333" fmla="*/ 741377 w 1258521"/>
                <a:gd name="connsiteY1333" fmla="*/ 716625 h 914263"/>
                <a:gd name="connsiteX1334" fmla="*/ 740064 w 1258521"/>
                <a:gd name="connsiteY1334" fmla="*/ 715313 h 914263"/>
                <a:gd name="connsiteX1335" fmla="*/ 738112 w 1258521"/>
                <a:gd name="connsiteY1335" fmla="*/ 712925 h 914263"/>
                <a:gd name="connsiteX1336" fmla="*/ 732660 w 1258521"/>
                <a:gd name="connsiteY1336" fmla="*/ 713362 h 914263"/>
                <a:gd name="connsiteX1337" fmla="*/ 728083 w 1258521"/>
                <a:gd name="connsiteY1337" fmla="*/ 713564 h 914263"/>
                <a:gd name="connsiteX1338" fmla="*/ 718963 w 1258521"/>
                <a:gd name="connsiteY1338" fmla="*/ 712925 h 914263"/>
                <a:gd name="connsiteX1339" fmla="*/ 718525 w 1258521"/>
                <a:gd name="connsiteY1339" fmla="*/ 710335 h 914263"/>
                <a:gd name="connsiteX1340" fmla="*/ 718963 w 1258521"/>
                <a:gd name="connsiteY1340" fmla="*/ 706634 h 914263"/>
                <a:gd name="connsiteX1341" fmla="*/ 719602 w 1258521"/>
                <a:gd name="connsiteY1341" fmla="*/ 702934 h 914263"/>
                <a:gd name="connsiteX1342" fmla="*/ 713073 w 1258521"/>
                <a:gd name="connsiteY1342" fmla="*/ 698796 h 914263"/>
                <a:gd name="connsiteX1343" fmla="*/ 711559 w 1258521"/>
                <a:gd name="connsiteY1343" fmla="*/ 697484 h 914263"/>
                <a:gd name="connsiteX1344" fmla="*/ 711559 w 1258521"/>
                <a:gd name="connsiteY1344" fmla="*/ 694894 h 914263"/>
                <a:gd name="connsiteX1345" fmla="*/ 713746 w 1258521"/>
                <a:gd name="connsiteY1345" fmla="*/ 692506 h 914263"/>
                <a:gd name="connsiteX1346" fmla="*/ 715261 w 1258521"/>
                <a:gd name="connsiteY1346" fmla="*/ 689478 h 914263"/>
                <a:gd name="connsiteX1347" fmla="*/ 715698 w 1258521"/>
                <a:gd name="connsiteY1347" fmla="*/ 685778 h 914263"/>
                <a:gd name="connsiteX1348" fmla="*/ 715900 w 1258521"/>
                <a:gd name="connsiteY1348" fmla="*/ 682515 h 914263"/>
                <a:gd name="connsiteX1349" fmla="*/ 715025 w 1258521"/>
                <a:gd name="connsiteY1349" fmla="*/ 680126 h 914263"/>
                <a:gd name="connsiteX1350" fmla="*/ 715025 w 1258521"/>
                <a:gd name="connsiteY1350" fmla="*/ 677502 h 914263"/>
                <a:gd name="connsiteX1351" fmla="*/ 712838 w 1258521"/>
                <a:gd name="connsiteY1351" fmla="*/ 672490 h 914263"/>
                <a:gd name="connsiteX1352" fmla="*/ 712636 w 1258521"/>
                <a:gd name="connsiteY1352" fmla="*/ 671413 h 914263"/>
                <a:gd name="connsiteX1353" fmla="*/ 711559 w 1258521"/>
                <a:gd name="connsiteY1353" fmla="*/ 667948 h 914263"/>
                <a:gd name="connsiteX1354" fmla="*/ 711559 w 1258521"/>
                <a:gd name="connsiteY1354" fmla="*/ 667713 h 914263"/>
                <a:gd name="connsiteX1355" fmla="*/ 715025 w 1258521"/>
                <a:gd name="connsiteY1355" fmla="*/ 665527 h 914263"/>
                <a:gd name="connsiteX1356" fmla="*/ 718492 w 1258521"/>
                <a:gd name="connsiteY1356" fmla="*/ 664887 h 914263"/>
                <a:gd name="connsiteX1357" fmla="*/ 721083 w 1258521"/>
                <a:gd name="connsiteY1357" fmla="*/ 665325 h 914263"/>
                <a:gd name="connsiteX1358" fmla="*/ 725424 w 1258521"/>
                <a:gd name="connsiteY1358" fmla="*/ 665325 h 914263"/>
                <a:gd name="connsiteX1359" fmla="*/ 733670 w 1258521"/>
                <a:gd name="connsiteY1359" fmla="*/ 665224 h 914263"/>
                <a:gd name="connsiteX1360" fmla="*/ 736497 w 1258521"/>
                <a:gd name="connsiteY1360" fmla="*/ 664686 h 914263"/>
                <a:gd name="connsiteX1361" fmla="*/ 737574 w 1258521"/>
                <a:gd name="connsiteY1361" fmla="*/ 662734 h 914263"/>
                <a:gd name="connsiteX1362" fmla="*/ 737574 w 1258521"/>
                <a:gd name="connsiteY1362" fmla="*/ 660985 h 914263"/>
                <a:gd name="connsiteX1363" fmla="*/ 737574 w 1258521"/>
                <a:gd name="connsiteY1363" fmla="*/ 659236 h 914263"/>
                <a:gd name="connsiteX1364" fmla="*/ 737574 w 1258521"/>
                <a:gd name="connsiteY1364" fmla="*/ 657487 h 914263"/>
                <a:gd name="connsiteX1365" fmla="*/ 740502 w 1258521"/>
                <a:gd name="connsiteY1365" fmla="*/ 655098 h 914263"/>
                <a:gd name="connsiteX1366" fmla="*/ 746560 w 1258521"/>
                <a:gd name="connsiteY1366" fmla="*/ 655165 h 914263"/>
                <a:gd name="connsiteX1367" fmla="*/ 750632 w 1258521"/>
                <a:gd name="connsiteY1367" fmla="*/ 655165 h 914263"/>
                <a:gd name="connsiteX1368" fmla="*/ 752079 w 1258521"/>
                <a:gd name="connsiteY1368" fmla="*/ 655906 h 914263"/>
                <a:gd name="connsiteX1369" fmla="*/ 754401 w 1258521"/>
                <a:gd name="connsiteY1369" fmla="*/ 658361 h 914263"/>
                <a:gd name="connsiteX1370" fmla="*/ 754266 w 1258521"/>
                <a:gd name="connsiteY1370" fmla="*/ 661557 h 914263"/>
                <a:gd name="connsiteX1371" fmla="*/ 752079 w 1258521"/>
                <a:gd name="connsiteY1371" fmla="*/ 664585 h 914263"/>
                <a:gd name="connsiteX1372" fmla="*/ 752079 w 1258521"/>
                <a:gd name="connsiteY1372" fmla="*/ 666771 h 914263"/>
                <a:gd name="connsiteX1373" fmla="*/ 756723 w 1258521"/>
                <a:gd name="connsiteY1373" fmla="*/ 669227 h 914263"/>
                <a:gd name="connsiteX1374" fmla="*/ 759752 w 1258521"/>
                <a:gd name="connsiteY1374" fmla="*/ 668789 h 914263"/>
                <a:gd name="connsiteX1375" fmla="*/ 761502 w 1258521"/>
                <a:gd name="connsiteY1375" fmla="*/ 667209 h 914263"/>
                <a:gd name="connsiteX1376" fmla="*/ 765844 w 1258521"/>
                <a:gd name="connsiteY1376" fmla="*/ 665627 h 914263"/>
                <a:gd name="connsiteX1377" fmla="*/ 769748 w 1258521"/>
                <a:gd name="connsiteY1377" fmla="*/ 664450 h 914263"/>
                <a:gd name="connsiteX1378" fmla="*/ 771935 w 1258521"/>
                <a:gd name="connsiteY1378" fmla="*/ 662701 h 914263"/>
                <a:gd name="connsiteX1379" fmla="*/ 776714 w 1258521"/>
                <a:gd name="connsiteY1379" fmla="*/ 661826 h 914263"/>
                <a:gd name="connsiteX1380" fmla="*/ 783075 w 1258521"/>
                <a:gd name="connsiteY1380" fmla="*/ 661826 h 914263"/>
                <a:gd name="connsiteX1381" fmla="*/ 785834 w 1258521"/>
                <a:gd name="connsiteY1381" fmla="*/ 661725 h 914263"/>
                <a:gd name="connsiteX1382" fmla="*/ 788157 w 1258521"/>
                <a:gd name="connsiteY1382" fmla="*/ 661557 h 914263"/>
                <a:gd name="connsiteX1383" fmla="*/ 792498 w 1258521"/>
                <a:gd name="connsiteY1383" fmla="*/ 662263 h 914263"/>
                <a:gd name="connsiteX1384" fmla="*/ 794248 w 1258521"/>
                <a:gd name="connsiteY1384" fmla="*/ 664585 h 914263"/>
                <a:gd name="connsiteX1385" fmla="*/ 796705 w 1258521"/>
                <a:gd name="connsiteY1385" fmla="*/ 666166 h 914263"/>
                <a:gd name="connsiteX1386" fmla="*/ 796705 w 1258521"/>
                <a:gd name="connsiteY1386" fmla="*/ 669630 h 914263"/>
                <a:gd name="connsiteX1387" fmla="*/ 796705 w 1258521"/>
                <a:gd name="connsiteY1387" fmla="*/ 672961 h 914263"/>
                <a:gd name="connsiteX1388" fmla="*/ 801989 w 1258521"/>
                <a:gd name="connsiteY1388" fmla="*/ 672961 h 914263"/>
                <a:gd name="connsiteX1389" fmla="*/ 805253 w 1258521"/>
                <a:gd name="connsiteY1389" fmla="*/ 672961 h 914263"/>
                <a:gd name="connsiteX1390" fmla="*/ 806128 w 1258521"/>
                <a:gd name="connsiteY1390" fmla="*/ 675147 h 914263"/>
                <a:gd name="connsiteX1391" fmla="*/ 806835 w 1258521"/>
                <a:gd name="connsiteY1391" fmla="*/ 677738 h 914263"/>
                <a:gd name="connsiteX1392" fmla="*/ 808417 w 1258521"/>
                <a:gd name="connsiteY1392" fmla="*/ 678612 h 914263"/>
                <a:gd name="connsiteX1393" fmla="*/ 811479 w 1258521"/>
                <a:gd name="connsiteY1393" fmla="*/ 680934 h 914263"/>
                <a:gd name="connsiteX1394" fmla="*/ 815821 w 1258521"/>
                <a:gd name="connsiteY1394" fmla="*/ 680934 h 914263"/>
                <a:gd name="connsiteX1395" fmla="*/ 819287 w 1258521"/>
                <a:gd name="connsiteY1395" fmla="*/ 683860 h 914263"/>
                <a:gd name="connsiteX1396" fmla="*/ 823864 w 1258521"/>
                <a:gd name="connsiteY1396" fmla="*/ 688301 h 914263"/>
                <a:gd name="connsiteX1397" fmla="*/ 826052 w 1258521"/>
                <a:gd name="connsiteY1397" fmla="*/ 693952 h 914263"/>
                <a:gd name="connsiteX1398" fmla="*/ 828239 w 1258521"/>
                <a:gd name="connsiteY1398" fmla="*/ 697215 h 914263"/>
                <a:gd name="connsiteX1399" fmla="*/ 826927 w 1258521"/>
                <a:gd name="connsiteY1399" fmla="*/ 699839 h 914263"/>
                <a:gd name="connsiteX1400" fmla="*/ 823898 w 1258521"/>
                <a:gd name="connsiteY1400" fmla="*/ 702227 h 914263"/>
                <a:gd name="connsiteX1401" fmla="*/ 824975 w 1258521"/>
                <a:gd name="connsiteY1401" fmla="*/ 706567 h 914263"/>
                <a:gd name="connsiteX1402" fmla="*/ 827364 w 1258521"/>
                <a:gd name="connsiteY1402" fmla="*/ 709830 h 914263"/>
                <a:gd name="connsiteX1403" fmla="*/ 829989 w 1258521"/>
                <a:gd name="connsiteY1403" fmla="*/ 716356 h 914263"/>
                <a:gd name="connsiteX1404" fmla="*/ 835004 w 1258521"/>
                <a:gd name="connsiteY1404" fmla="*/ 721570 h 914263"/>
                <a:gd name="connsiteX1405" fmla="*/ 837393 w 1258521"/>
                <a:gd name="connsiteY1405" fmla="*/ 729610 h 914263"/>
                <a:gd name="connsiteX1406" fmla="*/ 836081 w 1258521"/>
                <a:gd name="connsiteY1406" fmla="*/ 737885 h 914263"/>
                <a:gd name="connsiteX1407" fmla="*/ 835004 w 1258521"/>
                <a:gd name="connsiteY1407" fmla="*/ 744950 h 914263"/>
                <a:gd name="connsiteX1408" fmla="*/ 838033 w 1258521"/>
                <a:gd name="connsiteY1408" fmla="*/ 751375 h 914263"/>
                <a:gd name="connsiteX1409" fmla="*/ 841297 w 1258521"/>
                <a:gd name="connsiteY1409" fmla="*/ 753763 h 914263"/>
                <a:gd name="connsiteX1410" fmla="*/ 843687 w 1258521"/>
                <a:gd name="connsiteY1410" fmla="*/ 758103 h 914263"/>
                <a:gd name="connsiteX1411" fmla="*/ 842812 w 1258521"/>
                <a:gd name="connsiteY1411" fmla="*/ 759852 h 914263"/>
                <a:gd name="connsiteX1412" fmla="*/ 842812 w 1258521"/>
                <a:gd name="connsiteY1412" fmla="*/ 762880 h 914263"/>
                <a:gd name="connsiteX1413" fmla="*/ 846514 w 1258521"/>
                <a:gd name="connsiteY1413" fmla="*/ 764629 h 914263"/>
                <a:gd name="connsiteX1414" fmla="*/ 849105 w 1258521"/>
                <a:gd name="connsiteY1414" fmla="*/ 766378 h 914263"/>
                <a:gd name="connsiteX1415" fmla="*/ 851057 w 1258521"/>
                <a:gd name="connsiteY1415" fmla="*/ 768329 h 914263"/>
                <a:gd name="connsiteX1416" fmla="*/ 854759 w 1258521"/>
                <a:gd name="connsiteY1416" fmla="*/ 770280 h 914263"/>
                <a:gd name="connsiteX1417" fmla="*/ 857350 w 1258521"/>
                <a:gd name="connsiteY1417" fmla="*/ 772030 h 914263"/>
                <a:gd name="connsiteX1418" fmla="*/ 861692 w 1258521"/>
                <a:gd name="connsiteY1418" fmla="*/ 773106 h 914263"/>
                <a:gd name="connsiteX1419" fmla="*/ 868860 w 1258521"/>
                <a:gd name="connsiteY1419" fmla="*/ 776134 h 914263"/>
                <a:gd name="connsiteX1420" fmla="*/ 872764 w 1258521"/>
                <a:gd name="connsiteY1420" fmla="*/ 779834 h 914263"/>
                <a:gd name="connsiteX1421" fmla="*/ 878856 w 1258521"/>
                <a:gd name="connsiteY1421" fmla="*/ 786125 h 914263"/>
                <a:gd name="connsiteX1422" fmla="*/ 879798 w 1258521"/>
                <a:gd name="connsiteY1422" fmla="*/ 791272 h 914263"/>
                <a:gd name="connsiteX1423" fmla="*/ 883870 w 1258521"/>
                <a:gd name="connsiteY1423" fmla="*/ 797226 h 914263"/>
                <a:gd name="connsiteX1424" fmla="*/ 887068 w 1258521"/>
                <a:gd name="connsiteY1424" fmla="*/ 799412 h 914263"/>
                <a:gd name="connsiteX1425" fmla="*/ 889019 w 1258521"/>
                <a:gd name="connsiteY1425" fmla="*/ 800926 h 914263"/>
                <a:gd name="connsiteX1426" fmla="*/ 889087 w 1258521"/>
                <a:gd name="connsiteY1426" fmla="*/ 803247 h 914263"/>
                <a:gd name="connsiteX1427" fmla="*/ 889087 w 1258521"/>
                <a:gd name="connsiteY1427" fmla="*/ 804761 h 914263"/>
                <a:gd name="connsiteX1428" fmla="*/ 890332 w 1258521"/>
                <a:gd name="connsiteY1428" fmla="*/ 806779 h 914263"/>
                <a:gd name="connsiteX1429" fmla="*/ 892217 w 1258521"/>
                <a:gd name="connsiteY1429" fmla="*/ 809807 h 914263"/>
                <a:gd name="connsiteX1430" fmla="*/ 895548 w 1258521"/>
                <a:gd name="connsiteY1430" fmla="*/ 813137 h 914263"/>
                <a:gd name="connsiteX1431" fmla="*/ 898813 w 1258521"/>
                <a:gd name="connsiteY1431" fmla="*/ 815223 h 914263"/>
                <a:gd name="connsiteX1432" fmla="*/ 901842 w 1258521"/>
                <a:gd name="connsiteY1432" fmla="*/ 816602 h 914263"/>
                <a:gd name="connsiteX1433" fmla="*/ 904972 w 1258521"/>
                <a:gd name="connsiteY1433" fmla="*/ 818486 h 914263"/>
                <a:gd name="connsiteX1434" fmla="*/ 907496 w 1258521"/>
                <a:gd name="connsiteY1434" fmla="*/ 821009 h 914263"/>
                <a:gd name="connsiteX1435" fmla="*/ 909246 w 1258521"/>
                <a:gd name="connsiteY1435" fmla="*/ 821009 h 914263"/>
                <a:gd name="connsiteX1436" fmla="*/ 910760 w 1258521"/>
                <a:gd name="connsiteY1436" fmla="*/ 818553 h 914263"/>
                <a:gd name="connsiteX1437" fmla="*/ 911703 w 1258521"/>
                <a:gd name="connsiteY1437" fmla="*/ 816669 h 914263"/>
                <a:gd name="connsiteX1438" fmla="*/ 912645 w 1258521"/>
                <a:gd name="connsiteY1438" fmla="*/ 814853 h 914263"/>
                <a:gd name="connsiteX1439" fmla="*/ 913789 w 1258521"/>
                <a:gd name="connsiteY1439" fmla="*/ 813911 h 914263"/>
                <a:gd name="connsiteX1440" fmla="*/ 915169 w 1258521"/>
                <a:gd name="connsiteY1440" fmla="*/ 814113 h 914263"/>
                <a:gd name="connsiteX1441" fmla="*/ 917626 w 1258521"/>
                <a:gd name="connsiteY1441" fmla="*/ 815997 h 914263"/>
                <a:gd name="connsiteX1442" fmla="*/ 918636 w 1258521"/>
                <a:gd name="connsiteY1442" fmla="*/ 816804 h 914263"/>
                <a:gd name="connsiteX1443" fmla="*/ 918636 w 1258521"/>
                <a:gd name="connsiteY1443" fmla="*/ 819125 h 914263"/>
                <a:gd name="connsiteX1444" fmla="*/ 919443 w 1258521"/>
                <a:gd name="connsiteY1444" fmla="*/ 821009 h 914263"/>
                <a:gd name="connsiteX1445" fmla="*/ 920318 w 1258521"/>
                <a:gd name="connsiteY1445" fmla="*/ 821883 h 914263"/>
                <a:gd name="connsiteX1446" fmla="*/ 921698 w 1258521"/>
                <a:gd name="connsiteY1446" fmla="*/ 824003 h 914263"/>
                <a:gd name="connsiteX1447" fmla="*/ 923381 w 1258521"/>
                <a:gd name="connsiteY1447" fmla="*/ 825517 h 914263"/>
                <a:gd name="connsiteX1448" fmla="*/ 924626 w 1258521"/>
                <a:gd name="connsiteY1448" fmla="*/ 826593 h 914263"/>
                <a:gd name="connsiteX1449" fmla="*/ 927150 w 1258521"/>
                <a:gd name="connsiteY1449" fmla="*/ 826593 h 914263"/>
                <a:gd name="connsiteX1450" fmla="*/ 927655 w 1258521"/>
                <a:gd name="connsiteY1450" fmla="*/ 825954 h 914263"/>
                <a:gd name="connsiteX1451" fmla="*/ 928092 w 1258521"/>
                <a:gd name="connsiteY1451" fmla="*/ 824642 h 914263"/>
                <a:gd name="connsiteX1452" fmla="*/ 929338 w 1258521"/>
                <a:gd name="connsiteY1452" fmla="*/ 823397 h 914263"/>
                <a:gd name="connsiteX1453" fmla="*/ 930650 w 1258521"/>
                <a:gd name="connsiteY1453" fmla="*/ 823767 h 914263"/>
                <a:gd name="connsiteX1454" fmla="*/ 932669 w 1258521"/>
                <a:gd name="connsiteY1454" fmla="*/ 824205 h 914263"/>
                <a:gd name="connsiteX1455" fmla="*/ 932972 w 1258521"/>
                <a:gd name="connsiteY1455" fmla="*/ 823195 h 914263"/>
                <a:gd name="connsiteX1456" fmla="*/ 933107 w 1258521"/>
                <a:gd name="connsiteY1456" fmla="*/ 822052 h 914263"/>
                <a:gd name="connsiteX1457" fmla="*/ 932366 w 1258521"/>
                <a:gd name="connsiteY1457" fmla="*/ 820033 h 914263"/>
                <a:gd name="connsiteX1458" fmla="*/ 932366 w 1258521"/>
                <a:gd name="connsiteY1458" fmla="*/ 815694 h 914263"/>
                <a:gd name="connsiteX1459" fmla="*/ 932366 w 1258521"/>
                <a:gd name="connsiteY1459" fmla="*/ 811354 h 914263"/>
                <a:gd name="connsiteX1460" fmla="*/ 933242 w 1258521"/>
                <a:gd name="connsiteY1460" fmla="*/ 807015 h 914263"/>
                <a:gd name="connsiteX1461" fmla="*/ 934992 w 1258521"/>
                <a:gd name="connsiteY1461" fmla="*/ 805871 h 914263"/>
                <a:gd name="connsiteX1462" fmla="*/ 940208 w 1258521"/>
                <a:gd name="connsiteY1462" fmla="*/ 805299 h 914263"/>
                <a:gd name="connsiteX1463" fmla="*/ 942968 w 1258521"/>
                <a:gd name="connsiteY1463" fmla="*/ 805434 h 914263"/>
                <a:gd name="connsiteX1464" fmla="*/ 944280 w 1258521"/>
                <a:gd name="connsiteY1464" fmla="*/ 803685 h 914263"/>
                <a:gd name="connsiteX1465" fmla="*/ 945424 w 1258521"/>
                <a:gd name="connsiteY1465" fmla="*/ 801801 h 914263"/>
                <a:gd name="connsiteX1466" fmla="*/ 947006 w 1258521"/>
                <a:gd name="connsiteY1466" fmla="*/ 798908 h 914263"/>
                <a:gd name="connsiteX1467" fmla="*/ 950035 w 1258521"/>
                <a:gd name="connsiteY1467" fmla="*/ 797596 h 914263"/>
                <a:gd name="connsiteX1468" fmla="*/ 952795 w 1258521"/>
                <a:gd name="connsiteY1468" fmla="*/ 797158 h 914263"/>
                <a:gd name="connsiteX1469" fmla="*/ 954377 w 1258521"/>
                <a:gd name="connsiteY1469" fmla="*/ 798302 h 914263"/>
                <a:gd name="connsiteX1470" fmla="*/ 951179 w 1258521"/>
                <a:gd name="connsiteY1470" fmla="*/ 801498 h 914263"/>
                <a:gd name="connsiteX1471" fmla="*/ 950607 w 1258521"/>
                <a:gd name="connsiteY1471" fmla="*/ 804088 h 914263"/>
                <a:gd name="connsiteX1472" fmla="*/ 956396 w 1258521"/>
                <a:gd name="connsiteY1472" fmla="*/ 808428 h 914263"/>
                <a:gd name="connsiteX1473" fmla="*/ 958281 w 1258521"/>
                <a:gd name="connsiteY1473" fmla="*/ 811455 h 914263"/>
                <a:gd name="connsiteX1474" fmla="*/ 958146 w 1258521"/>
                <a:gd name="connsiteY1474" fmla="*/ 818251 h 914263"/>
                <a:gd name="connsiteX1475" fmla="*/ 956564 w 1258521"/>
                <a:gd name="connsiteY1475" fmla="*/ 821715 h 914263"/>
                <a:gd name="connsiteX1476" fmla="*/ 955555 w 1258521"/>
                <a:gd name="connsiteY1476" fmla="*/ 825786 h 914263"/>
                <a:gd name="connsiteX1477" fmla="*/ 955555 w 1258521"/>
                <a:gd name="connsiteY1477" fmla="*/ 828107 h 914263"/>
                <a:gd name="connsiteX1478" fmla="*/ 958011 w 1258521"/>
                <a:gd name="connsiteY1478" fmla="*/ 831572 h 914263"/>
                <a:gd name="connsiteX1479" fmla="*/ 959761 w 1258521"/>
                <a:gd name="connsiteY1479" fmla="*/ 832884 h 914263"/>
                <a:gd name="connsiteX1480" fmla="*/ 963396 w 1258521"/>
                <a:gd name="connsiteY1480" fmla="*/ 834027 h 914263"/>
                <a:gd name="connsiteX1481" fmla="*/ 965987 w 1258521"/>
                <a:gd name="connsiteY1481" fmla="*/ 833018 h 914263"/>
                <a:gd name="connsiteX1482" fmla="*/ 967132 w 1258521"/>
                <a:gd name="connsiteY1482" fmla="*/ 829553 h 914263"/>
                <a:gd name="connsiteX1483" fmla="*/ 967132 w 1258521"/>
                <a:gd name="connsiteY1483" fmla="*/ 827804 h 914263"/>
                <a:gd name="connsiteX1484" fmla="*/ 968276 w 1258521"/>
                <a:gd name="connsiteY1484" fmla="*/ 826358 h 914263"/>
                <a:gd name="connsiteX1485" fmla="*/ 970161 w 1258521"/>
                <a:gd name="connsiteY1485" fmla="*/ 822724 h 914263"/>
                <a:gd name="connsiteX1486" fmla="*/ 972617 w 1258521"/>
                <a:gd name="connsiteY1486" fmla="*/ 820841 h 914263"/>
                <a:gd name="connsiteX1487" fmla="*/ 974637 w 1258521"/>
                <a:gd name="connsiteY1487" fmla="*/ 822590 h 914263"/>
                <a:gd name="connsiteX1488" fmla="*/ 980425 w 1258521"/>
                <a:gd name="connsiteY1488" fmla="*/ 824474 h 914263"/>
                <a:gd name="connsiteX1489" fmla="*/ 981166 w 1258521"/>
                <a:gd name="connsiteY1489" fmla="*/ 824339 h 914263"/>
                <a:gd name="connsiteX1490" fmla="*/ 984195 w 1258521"/>
                <a:gd name="connsiteY1490" fmla="*/ 823330 h 914263"/>
                <a:gd name="connsiteX1491" fmla="*/ 985642 w 1258521"/>
                <a:gd name="connsiteY1491" fmla="*/ 822321 h 914263"/>
                <a:gd name="connsiteX1492" fmla="*/ 988671 w 1258521"/>
                <a:gd name="connsiteY1492" fmla="*/ 822456 h 914263"/>
                <a:gd name="connsiteX1493" fmla="*/ 991262 w 1258521"/>
                <a:gd name="connsiteY1493" fmla="*/ 825920 h 914263"/>
                <a:gd name="connsiteX1494" fmla="*/ 992440 w 1258521"/>
                <a:gd name="connsiteY1494" fmla="*/ 829688 h 914263"/>
                <a:gd name="connsiteX1495" fmla="*/ 996344 w 1258521"/>
                <a:gd name="connsiteY1495" fmla="*/ 835474 h 914263"/>
                <a:gd name="connsiteX1496" fmla="*/ 996916 w 1258521"/>
                <a:gd name="connsiteY1496" fmla="*/ 838804 h 914263"/>
                <a:gd name="connsiteX1497" fmla="*/ 996916 w 1258521"/>
                <a:gd name="connsiteY1497" fmla="*/ 840823 h 914263"/>
                <a:gd name="connsiteX1498" fmla="*/ 995469 w 1258521"/>
                <a:gd name="connsiteY1498" fmla="*/ 843850 h 914263"/>
                <a:gd name="connsiteX1499" fmla="*/ 993719 w 1258521"/>
                <a:gd name="connsiteY1499" fmla="*/ 846037 h 914263"/>
                <a:gd name="connsiteX1500" fmla="*/ 991262 w 1258521"/>
                <a:gd name="connsiteY1500" fmla="*/ 849064 h 914263"/>
                <a:gd name="connsiteX1501" fmla="*/ 988671 w 1258521"/>
                <a:gd name="connsiteY1501" fmla="*/ 851823 h 914263"/>
                <a:gd name="connsiteX1502" fmla="*/ 984901 w 1258521"/>
                <a:gd name="connsiteY1502" fmla="*/ 853841 h 914263"/>
                <a:gd name="connsiteX1503" fmla="*/ 984161 w 1258521"/>
                <a:gd name="connsiteY1503" fmla="*/ 855422 h 914263"/>
                <a:gd name="connsiteX1504" fmla="*/ 986349 w 1258521"/>
                <a:gd name="connsiteY1504" fmla="*/ 857878 h 914263"/>
                <a:gd name="connsiteX1505" fmla="*/ 990690 w 1258521"/>
                <a:gd name="connsiteY1505" fmla="*/ 859896 h 914263"/>
                <a:gd name="connsiteX1506" fmla="*/ 995469 w 1258521"/>
                <a:gd name="connsiteY1506" fmla="*/ 859896 h 914263"/>
                <a:gd name="connsiteX1507" fmla="*/ 998801 w 1258521"/>
                <a:gd name="connsiteY1507" fmla="*/ 859324 h 914263"/>
                <a:gd name="connsiteX1508" fmla="*/ 1001830 w 1258521"/>
                <a:gd name="connsiteY1508" fmla="*/ 855557 h 914263"/>
                <a:gd name="connsiteX1509" fmla="*/ 1003580 w 1258521"/>
                <a:gd name="connsiteY1509" fmla="*/ 852092 h 914263"/>
                <a:gd name="connsiteX1510" fmla="*/ 1003580 w 1258521"/>
                <a:gd name="connsiteY1510" fmla="*/ 848896 h 914263"/>
                <a:gd name="connsiteX1511" fmla="*/ 1003882 w 1258521"/>
                <a:gd name="connsiteY1511" fmla="*/ 844691 h 914263"/>
                <a:gd name="connsiteX1512" fmla="*/ 1005902 w 1258521"/>
                <a:gd name="connsiteY1512" fmla="*/ 839780 h 914263"/>
                <a:gd name="connsiteX1513" fmla="*/ 1009671 w 1258521"/>
                <a:gd name="connsiteY1513" fmla="*/ 838199 h 914263"/>
                <a:gd name="connsiteX1514" fmla="*/ 1011253 w 1258521"/>
                <a:gd name="connsiteY1514" fmla="*/ 834868 h 914263"/>
                <a:gd name="connsiteX1515" fmla="*/ 1015729 w 1258521"/>
                <a:gd name="connsiteY1515" fmla="*/ 833422 h 914263"/>
                <a:gd name="connsiteX1516" fmla="*/ 1019431 w 1258521"/>
                <a:gd name="connsiteY1516" fmla="*/ 833321 h 914263"/>
                <a:gd name="connsiteX1517" fmla="*/ 1022056 w 1258521"/>
                <a:gd name="connsiteY1517" fmla="*/ 834969 h 914263"/>
                <a:gd name="connsiteX1518" fmla="*/ 1026734 w 1258521"/>
                <a:gd name="connsiteY1518" fmla="*/ 838871 h 914263"/>
                <a:gd name="connsiteX1519" fmla="*/ 1032489 w 1258521"/>
                <a:gd name="connsiteY1519" fmla="*/ 840823 h 914263"/>
                <a:gd name="connsiteX1520" fmla="*/ 1035518 w 1258521"/>
                <a:gd name="connsiteY1520" fmla="*/ 840823 h 914263"/>
                <a:gd name="connsiteX1521" fmla="*/ 1039657 w 1258521"/>
                <a:gd name="connsiteY1521" fmla="*/ 839746 h 914263"/>
                <a:gd name="connsiteX1522" fmla="*/ 1042148 w 1258521"/>
                <a:gd name="connsiteY1522" fmla="*/ 838569 h 914263"/>
                <a:gd name="connsiteX1523" fmla="*/ 1044773 w 1258521"/>
                <a:gd name="connsiteY1523" fmla="*/ 835945 h 914263"/>
                <a:gd name="connsiteX1524" fmla="*/ 1047263 w 1258521"/>
                <a:gd name="connsiteY1524" fmla="*/ 834431 h 914263"/>
                <a:gd name="connsiteX1525" fmla="*/ 1048576 w 1258521"/>
                <a:gd name="connsiteY1525" fmla="*/ 834633 h 914263"/>
                <a:gd name="connsiteX1526" fmla="*/ 1050326 w 1258521"/>
                <a:gd name="connsiteY1526" fmla="*/ 835945 h 914263"/>
                <a:gd name="connsiteX1527" fmla="*/ 1053153 w 1258521"/>
                <a:gd name="connsiteY1527" fmla="*/ 835171 h 914263"/>
                <a:gd name="connsiteX1528" fmla="*/ 1054802 w 1258521"/>
                <a:gd name="connsiteY1528" fmla="*/ 835171 h 914263"/>
                <a:gd name="connsiteX1529" fmla="*/ 1059917 w 1258521"/>
                <a:gd name="connsiteY1529" fmla="*/ 833758 h 914263"/>
                <a:gd name="connsiteX1530" fmla="*/ 1063384 w 1258521"/>
                <a:gd name="connsiteY1530" fmla="*/ 830933 h 914263"/>
                <a:gd name="connsiteX1531" fmla="*/ 1064360 w 1258521"/>
                <a:gd name="connsiteY1531" fmla="*/ 828645 h 914263"/>
                <a:gd name="connsiteX1532" fmla="*/ 1064461 w 1258521"/>
                <a:gd name="connsiteY1532" fmla="*/ 826021 h 914263"/>
                <a:gd name="connsiteX1533" fmla="*/ 1063922 w 1258521"/>
                <a:gd name="connsiteY1533" fmla="*/ 823296 h 914263"/>
                <a:gd name="connsiteX1534" fmla="*/ 1064999 w 1258521"/>
                <a:gd name="connsiteY1534" fmla="*/ 821009 h 914263"/>
                <a:gd name="connsiteX1535" fmla="*/ 1060220 w 1258521"/>
                <a:gd name="connsiteY1535" fmla="*/ 816333 h 914263"/>
                <a:gd name="connsiteX1536" fmla="*/ 1057932 w 1258521"/>
                <a:gd name="connsiteY1536" fmla="*/ 815559 h 914263"/>
                <a:gd name="connsiteX1537" fmla="*/ 1055340 w 1258521"/>
                <a:gd name="connsiteY1537" fmla="*/ 812935 h 914263"/>
                <a:gd name="connsiteX1538" fmla="*/ 1052749 w 1258521"/>
                <a:gd name="connsiteY1538" fmla="*/ 810211 h 914263"/>
                <a:gd name="connsiteX1539" fmla="*/ 1051874 w 1258521"/>
                <a:gd name="connsiteY1539" fmla="*/ 806174 h 914263"/>
                <a:gd name="connsiteX1540" fmla="*/ 1052413 w 1258521"/>
                <a:gd name="connsiteY1540" fmla="*/ 801834 h 914263"/>
                <a:gd name="connsiteX1541" fmla="*/ 1053287 w 1258521"/>
                <a:gd name="connsiteY1541" fmla="*/ 795645 h 914263"/>
                <a:gd name="connsiteX1542" fmla="*/ 1055139 w 1258521"/>
                <a:gd name="connsiteY1542" fmla="*/ 790632 h 914263"/>
                <a:gd name="connsiteX1543" fmla="*/ 1056888 w 1258521"/>
                <a:gd name="connsiteY1543" fmla="*/ 787470 h 914263"/>
                <a:gd name="connsiteX1544" fmla="*/ 1058739 w 1258521"/>
                <a:gd name="connsiteY1544" fmla="*/ 784308 h 914263"/>
                <a:gd name="connsiteX1545" fmla="*/ 1060927 w 1258521"/>
                <a:gd name="connsiteY1545" fmla="*/ 781684 h 914263"/>
                <a:gd name="connsiteX1546" fmla="*/ 1062677 w 1258521"/>
                <a:gd name="connsiteY1546" fmla="*/ 779733 h 914263"/>
                <a:gd name="connsiteX1547" fmla="*/ 1065066 w 1258521"/>
                <a:gd name="connsiteY1547" fmla="*/ 779094 h 914263"/>
                <a:gd name="connsiteX1548" fmla="*/ 1068971 w 1258521"/>
                <a:gd name="connsiteY1548" fmla="*/ 778993 h 914263"/>
                <a:gd name="connsiteX1549" fmla="*/ 1070586 w 1258521"/>
                <a:gd name="connsiteY1549" fmla="*/ 779868 h 914263"/>
                <a:gd name="connsiteX1550" fmla="*/ 1073312 w 1258521"/>
                <a:gd name="connsiteY1550" fmla="*/ 779868 h 914263"/>
                <a:gd name="connsiteX1551" fmla="*/ 1075500 w 1258521"/>
                <a:gd name="connsiteY1551" fmla="*/ 780944 h 914263"/>
                <a:gd name="connsiteX1552" fmla="*/ 1077889 w 1258521"/>
                <a:gd name="connsiteY1552" fmla="*/ 781819 h 914263"/>
                <a:gd name="connsiteX1553" fmla="*/ 1081153 w 1258521"/>
                <a:gd name="connsiteY1553" fmla="*/ 781718 h 914263"/>
                <a:gd name="connsiteX1554" fmla="*/ 1082129 w 1258521"/>
                <a:gd name="connsiteY1554" fmla="*/ 780641 h 914263"/>
                <a:gd name="connsiteX1555" fmla="*/ 1082769 w 1258521"/>
                <a:gd name="connsiteY1555" fmla="*/ 777816 h 914263"/>
                <a:gd name="connsiteX1556" fmla="*/ 1084283 w 1258521"/>
                <a:gd name="connsiteY1556" fmla="*/ 775764 h 914263"/>
                <a:gd name="connsiteX1557" fmla="*/ 1086471 w 1258521"/>
                <a:gd name="connsiteY1557" fmla="*/ 774889 h 914263"/>
                <a:gd name="connsiteX1558" fmla="*/ 1088860 w 1258521"/>
                <a:gd name="connsiteY1558" fmla="*/ 774990 h 914263"/>
                <a:gd name="connsiteX1559" fmla="*/ 1090913 w 1258521"/>
                <a:gd name="connsiteY1559" fmla="*/ 777580 h 914263"/>
                <a:gd name="connsiteX1560" fmla="*/ 1091889 w 1258521"/>
                <a:gd name="connsiteY1560" fmla="*/ 780608 h 914263"/>
                <a:gd name="connsiteX1561" fmla="*/ 1092966 w 1258521"/>
                <a:gd name="connsiteY1561" fmla="*/ 784745 h 914263"/>
                <a:gd name="connsiteX1562" fmla="*/ 1098082 w 1258521"/>
                <a:gd name="connsiteY1562" fmla="*/ 787033 h 914263"/>
                <a:gd name="connsiteX1563" fmla="*/ 1103635 w 1258521"/>
                <a:gd name="connsiteY1563" fmla="*/ 787033 h 914263"/>
                <a:gd name="connsiteX1564" fmla="*/ 1105149 w 1258521"/>
                <a:gd name="connsiteY1564" fmla="*/ 785856 h 914263"/>
                <a:gd name="connsiteX1565" fmla="*/ 1106899 w 1258521"/>
                <a:gd name="connsiteY1565" fmla="*/ 782492 h 914263"/>
                <a:gd name="connsiteX1566" fmla="*/ 1109928 w 1258521"/>
                <a:gd name="connsiteY1566" fmla="*/ 780103 h 914263"/>
                <a:gd name="connsiteX1567" fmla="*/ 1113529 w 1258521"/>
                <a:gd name="connsiteY1567" fmla="*/ 776941 h 914263"/>
                <a:gd name="connsiteX1568" fmla="*/ 1114943 w 1258521"/>
                <a:gd name="connsiteY1568" fmla="*/ 775528 h 914263"/>
                <a:gd name="connsiteX1569" fmla="*/ 1114943 w 1258521"/>
                <a:gd name="connsiteY1569" fmla="*/ 774452 h 914263"/>
                <a:gd name="connsiteX1570" fmla="*/ 1112217 w 1258521"/>
                <a:gd name="connsiteY1570" fmla="*/ 770549 h 914263"/>
                <a:gd name="connsiteX1571" fmla="*/ 1108750 w 1258521"/>
                <a:gd name="connsiteY1571" fmla="*/ 768161 h 914263"/>
                <a:gd name="connsiteX1572" fmla="*/ 1106899 w 1258521"/>
                <a:gd name="connsiteY1572" fmla="*/ 763922 h 914263"/>
                <a:gd name="connsiteX1573" fmla="*/ 1107875 w 1258521"/>
                <a:gd name="connsiteY1573" fmla="*/ 760020 h 914263"/>
                <a:gd name="connsiteX1574" fmla="*/ 1109188 w 1258521"/>
                <a:gd name="connsiteY1574" fmla="*/ 756993 h 914263"/>
                <a:gd name="connsiteX1575" fmla="*/ 1110803 w 1258521"/>
                <a:gd name="connsiteY1575" fmla="*/ 755916 h 914263"/>
                <a:gd name="connsiteX1576" fmla="*/ 1114269 w 1258521"/>
                <a:gd name="connsiteY1576" fmla="*/ 753427 h 914263"/>
                <a:gd name="connsiteX1577" fmla="*/ 1118847 w 1258521"/>
                <a:gd name="connsiteY1577" fmla="*/ 751476 h 914263"/>
                <a:gd name="connsiteX1578" fmla="*/ 1120159 w 1258521"/>
                <a:gd name="connsiteY1578" fmla="*/ 749525 h 914263"/>
                <a:gd name="connsiteX1579" fmla="*/ 1120159 w 1258521"/>
                <a:gd name="connsiteY1579" fmla="*/ 747237 h 914263"/>
                <a:gd name="connsiteX1580" fmla="*/ 1116895 w 1258521"/>
                <a:gd name="connsiteY1580" fmla="*/ 745757 h 914263"/>
                <a:gd name="connsiteX1581" fmla="*/ 1116827 w 1258521"/>
                <a:gd name="connsiteY1581" fmla="*/ 745555 h 9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Lst>
              <a:rect l="l" t="t" r="r" b="b"/>
              <a:pathLst>
                <a:path w="1258521" h="914263">
                  <a:moveTo>
                    <a:pt x="1116827" y="745555"/>
                  </a:moveTo>
                  <a:cubicBezTo>
                    <a:pt x="1116827" y="745555"/>
                    <a:pt x="1114068" y="745992"/>
                    <a:pt x="1113866" y="746060"/>
                  </a:cubicBezTo>
                  <a:cubicBezTo>
                    <a:pt x="1113664" y="746127"/>
                    <a:pt x="1112721" y="747069"/>
                    <a:pt x="1112721" y="747069"/>
                  </a:cubicBezTo>
                  <a:lnTo>
                    <a:pt x="1111846" y="747372"/>
                  </a:lnTo>
                  <a:lnTo>
                    <a:pt x="1109255" y="748684"/>
                  </a:lnTo>
                  <a:lnTo>
                    <a:pt x="1107505" y="749121"/>
                  </a:lnTo>
                  <a:lnTo>
                    <a:pt x="1105620" y="748381"/>
                  </a:lnTo>
                  <a:lnTo>
                    <a:pt x="1104274" y="748381"/>
                  </a:lnTo>
                  <a:cubicBezTo>
                    <a:pt x="1104274" y="748381"/>
                    <a:pt x="1101683" y="747304"/>
                    <a:pt x="1101111" y="746531"/>
                  </a:cubicBezTo>
                  <a:cubicBezTo>
                    <a:pt x="1100572" y="745757"/>
                    <a:pt x="1099798" y="744041"/>
                    <a:pt x="1100135" y="743503"/>
                  </a:cubicBezTo>
                  <a:cubicBezTo>
                    <a:pt x="1100471" y="742965"/>
                    <a:pt x="1100236" y="741855"/>
                    <a:pt x="1100236" y="741855"/>
                  </a:cubicBezTo>
                  <a:cubicBezTo>
                    <a:pt x="1100236" y="741855"/>
                    <a:pt x="1101414" y="740543"/>
                    <a:pt x="1101414" y="740207"/>
                  </a:cubicBezTo>
                  <a:cubicBezTo>
                    <a:pt x="1101414" y="739870"/>
                    <a:pt x="1102288" y="738592"/>
                    <a:pt x="1102288" y="738592"/>
                  </a:cubicBezTo>
                  <a:lnTo>
                    <a:pt x="1102827" y="737818"/>
                  </a:lnTo>
                  <a:lnTo>
                    <a:pt x="1103365" y="735968"/>
                  </a:lnTo>
                  <a:lnTo>
                    <a:pt x="1104240" y="734017"/>
                  </a:lnTo>
                  <a:cubicBezTo>
                    <a:pt x="1104240" y="734017"/>
                    <a:pt x="1104342" y="732167"/>
                    <a:pt x="1104342" y="731729"/>
                  </a:cubicBezTo>
                  <a:cubicBezTo>
                    <a:pt x="1104342" y="731292"/>
                    <a:pt x="1104678" y="730115"/>
                    <a:pt x="1104678" y="730115"/>
                  </a:cubicBezTo>
                  <a:lnTo>
                    <a:pt x="1104678" y="725102"/>
                  </a:lnTo>
                  <a:lnTo>
                    <a:pt x="1100639" y="723017"/>
                  </a:lnTo>
                  <a:lnTo>
                    <a:pt x="1098822" y="722815"/>
                  </a:lnTo>
                  <a:lnTo>
                    <a:pt x="1096870" y="722310"/>
                  </a:lnTo>
                  <a:lnTo>
                    <a:pt x="1096668" y="722310"/>
                  </a:lnTo>
                  <a:lnTo>
                    <a:pt x="1095861" y="722916"/>
                  </a:lnTo>
                  <a:cubicBezTo>
                    <a:pt x="1095861" y="722916"/>
                    <a:pt x="1093841" y="723959"/>
                    <a:pt x="1093404" y="724026"/>
                  </a:cubicBezTo>
                  <a:cubicBezTo>
                    <a:pt x="1092966" y="724093"/>
                    <a:pt x="1090139" y="724901"/>
                    <a:pt x="1089332" y="724968"/>
                  </a:cubicBezTo>
                  <a:cubicBezTo>
                    <a:pt x="1088524" y="725035"/>
                    <a:pt x="1087009" y="725170"/>
                    <a:pt x="1086572" y="725338"/>
                  </a:cubicBezTo>
                  <a:cubicBezTo>
                    <a:pt x="1086134" y="725472"/>
                    <a:pt x="1084553" y="725405"/>
                    <a:pt x="1084553" y="725405"/>
                  </a:cubicBezTo>
                  <a:cubicBezTo>
                    <a:pt x="1084553" y="725405"/>
                    <a:pt x="1083678" y="724329"/>
                    <a:pt x="1083476" y="724228"/>
                  </a:cubicBezTo>
                  <a:cubicBezTo>
                    <a:pt x="1083274" y="724160"/>
                    <a:pt x="1082971" y="724026"/>
                    <a:pt x="1082971" y="724026"/>
                  </a:cubicBezTo>
                  <a:lnTo>
                    <a:pt x="1079134" y="724026"/>
                  </a:lnTo>
                  <a:lnTo>
                    <a:pt x="1077485" y="724194"/>
                  </a:lnTo>
                  <a:cubicBezTo>
                    <a:pt x="1077485" y="724194"/>
                    <a:pt x="1075600" y="725674"/>
                    <a:pt x="1075298" y="725674"/>
                  </a:cubicBezTo>
                  <a:cubicBezTo>
                    <a:pt x="1074995" y="725674"/>
                    <a:pt x="1070956" y="726919"/>
                    <a:pt x="1070721" y="726986"/>
                  </a:cubicBezTo>
                  <a:cubicBezTo>
                    <a:pt x="1070485" y="727053"/>
                    <a:pt x="1067086" y="726683"/>
                    <a:pt x="1066581" y="726616"/>
                  </a:cubicBezTo>
                  <a:cubicBezTo>
                    <a:pt x="1066076" y="726549"/>
                    <a:pt x="1064259" y="726616"/>
                    <a:pt x="1064259" y="726616"/>
                  </a:cubicBezTo>
                  <a:lnTo>
                    <a:pt x="1062879" y="725035"/>
                  </a:lnTo>
                  <a:lnTo>
                    <a:pt x="1062576" y="723353"/>
                  </a:lnTo>
                  <a:lnTo>
                    <a:pt x="1064023" y="721940"/>
                  </a:lnTo>
                  <a:lnTo>
                    <a:pt x="1064999" y="719451"/>
                  </a:lnTo>
                  <a:lnTo>
                    <a:pt x="1065975" y="717500"/>
                  </a:lnTo>
                  <a:cubicBezTo>
                    <a:pt x="1065975" y="717500"/>
                    <a:pt x="1067288" y="715212"/>
                    <a:pt x="1067389" y="714775"/>
                  </a:cubicBezTo>
                  <a:cubicBezTo>
                    <a:pt x="1067490" y="714338"/>
                    <a:pt x="1068028" y="712387"/>
                    <a:pt x="1068028" y="712387"/>
                  </a:cubicBezTo>
                  <a:lnTo>
                    <a:pt x="1067927" y="709897"/>
                  </a:lnTo>
                  <a:lnTo>
                    <a:pt x="1066480" y="708518"/>
                  </a:lnTo>
                  <a:cubicBezTo>
                    <a:pt x="1066480" y="708518"/>
                    <a:pt x="1061768" y="703304"/>
                    <a:pt x="1060624" y="702799"/>
                  </a:cubicBezTo>
                  <a:cubicBezTo>
                    <a:pt x="1059480" y="702295"/>
                    <a:pt x="1056485" y="698527"/>
                    <a:pt x="1056215" y="698224"/>
                  </a:cubicBezTo>
                  <a:cubicBezTo>
                    <a:pt x="1055913" y="697955"/>
                    <a:pt x="1048172" y="690252"/>
                    <a:pt x="1047095" y="688671"/>
                  </a:cubicBezTo>
                  <a:cubicBezTo>
                    <a:pt x="1046018" y="687089"/>
                    <a:pt x="1043696" y="683154"/>
                    <a:pt x="1043696" y="682380"/>
                  </a:cubicBezTo>
                  <a:cubicBezTo>
                    <a:pt x="1043696" y="681573"/>
                    <a:pt x="1039422" y="673465"/>
                    <a:pt x="1039355" y="673264"/>
                  </a:cubicBezTo>
                  <a:cubicBezTo>
                    <a:pt x="1039287" y="673062"/>
                    <a:pt x="1038850" y="670942"/>
                    <a:pt x="1038850" y="670236"/>
                  </a:cubicBezTo>
                  <a:cubicBezTo>
                    <a:pt x="1038850" y="669496"/>
                    <a:pt x="1039220" y="660884"/>
                    <a:pt x="1039220" y="660884"/>
                  </a:cubicBezTo>
                  <a:cubicBezTo>
                    <a:pt x="1039220" y="660884"/>
                    <a:pt x="1038210" y="655435"/>
                    <a:pt x="1038210" y="654863"/>
                  </a:cubicBezTo>
                  <a:cubicBezTo>
                    <a:pt x="1038210" y="654291"/>
                    <a:pt x="1037907" y="651835"/>
                    <a:pt x="1038008" y="651532"/>
                  </a:cubicBezTo>
                  <a:cubicBezTo>
                    <a:pt x="1038076" y="651230"/>
                    <a:pt x="1037268" y="647899"/>
                    <a:pt x="1037268" y="647126"/>
                  </a:cubicBezTo>
                  <a:cubicBezTo>
                    <a:pt x="1037268" y="646318"/>
                    <a:pt x="1037268" y="644165"/>
                    <a:pt x="1037402" y="643728"/>
                  </a:cubicBezTo>
                  <a:cubicBezTo>
                    <a:pt x="1037537" y="643291"/>
                    <a:pt x="1038278" y="641911"/>
                    <a:pt x="1038715" y="641710"/>
                  </a:cubicBezTo>
                  <a:cubicBezTo>
                    <a:pt x="1039153" y="641474"/>
                    <a:pt x="1039792" y="641205"/>
                    <a:pt x="1040398" y="641070"/>
                  </a:cubicBezTo>
                  <a:cubicBezTo>
                    <a:pt x="1040970" y="640936"/>
                    <a:pt x="1044807" y="640869"/>
                    <a:pt x="1045547" y="640869"/>
                  </a:cubicBezTo>
                  <a:cubicBezTo>
                    <a:pt x="1046287" y="640869"/>
                    <a:pt x="1048071" y="640364"/>
                    <a:pt x="1048508" y="640364"/>
                  </a:cubicBezTo>
                  <a:cubicBezTo>
                    <a:pt x="1048946" y="640364"/>
                    <a:pt x="1051201" y="640667"/>
                    <a:pt x="1052850" y="640667"/>
                  </a:cubicBezTo>
                  <a:cubicBezTo>
                    <a:pt x="1054499" y="640667"/>
                    <a:pt x="1055105" y="640970"/>
                    <a:pt x="1055105" y="640970"/>
                  </a:cubicBezTo>
                  <a:cubicBezTo>
                    <a:pt x="1055105" y="640970"/>
                    <a:pt x="1056182" y="641272"/>
                    <a:pt x="1057494" y="641979"/>
                  </a:cubicBezTo>
                  <a:cubicBezTo>
                    <a:pt x="1058807" y="642685"/>
                    <a:pt x="1058874" y="643190"/>
                    <a:pt x="1059076" y="643425"/>
                  </a:cubicBezTo>
                  <a:cubicBezTo>
                    <a:pt x="1059278" y="643627"/>
                    <a:pt x="1060321" y="644233"/>
                    <a:pt x="1061331" y="644300"/>
                  </a:cubicBezTo>
                  <a:cubicBezTo>
                    <a:pt x="1062340" y="644367"/>
                    <a:pt x="1063586" y="644737"/>
                    <a:pt x="1064091" y="644737"/>
                  </a:cubicBezTo>
                  <a:cubicBezTo>
                    <a:pt x="1064595" y="644737"/>
                    <a:pt x="1065605" y="645040"/>
                    <a:pt x="1066278" y="645107"/>
                  </a:cubicBezTo>
                  <a:cubicBezTo>
                    <a:pt x="1066918" y="645175"/>
                    <a:pt x="1068466" y="645982"/>
                    <a:pt x="1068466" y="645982"/>
                  </a:cubicBezTo>
                  <a:lnTo>
                    <a:pt x="1071865" y="646419"/>
                  </a:lnTo>
                  <a:cubicBezTo>
                    <a:pt x="1071865" y="646419"/>
                    <a:pt x="1074052" y="648101"/>
                    <a:pt x="1074187" y="648303"/>
                  </a:cubicBezTo>
                  <a:cubicBezTo>
                    <a:pt x="1074321" y="648505"/>
                    <a:pt x="1077283" y="650691"/>
                    <a:pt x="1077283" y="650691"/>
                  </a:cubicBezTo>
                  <a:lnTo>
                    <a:pt x="1080918" y="653080"/>
                  </a:lnTo>
                  <a:lnTo>
                    <a:pt x="1084250" y="655906"/>
                  </a:lnTo>
                  <a:cubicBezTo>
                    <a:pt x="1084250" y="655906"/>
                    <a:pt x="1087379" y="657588"/>
                    <a:pt x="1088524" y="658092"/>
                  </a:cubicBezTo>
                  <a:cubicBezTo>
                    <a:pt x="1089668" y="658597"/>
                    <a:pt x="1091351" y="660043"/>
                    <a:pt x="1092663" y="660548"/>
                  </a:cubicBezTo>
                  <a:cubicBezTo>
                    <a:pt x="1093976" y="661052"/>
                    <a:pt x="1094851" y="662196"/>
                    <a:pt x="1095120" y="662364"/>
                  </a:cubicBezTo>
                  <a:cubicBezTo>
                    <a:pt x="1095423" y="662499"/>
                    <a:pt x="1097207" y="663306"/>
                    <a:pt x="1098014" y="663441"/>
                  </a:cubicBezTo>
                  <a:cubicBezTo>
                    <a:pt x="1098822" y="663575"/>
                    <a:pt x="1100909" y="664686"/>
                    <a:pt x="1102221" y="665190"/>
                  </a:cubicBezTo>
                  <a:cubicBezTo>
                    <a:pt x="1103534" y="665695"/>
                    <a:pt x="1103971" y="665762"/>
                    <a:pt x="1104409" y="665897"/>
                  </a:cubicBezTo>
                  <a:cubicBezTo>
                    <a:pt x="1104846" y="666031"/>
                    <a:pt x="1106361" y="666771"/>
                    <a:pt x="1107370" y="666973"/>
                  </a:cubicBezTo>
                  <a:cubicBezTo>
                    <a:pt x="1108380" y="667175"/>
                    <a:pt x="1109962" y="668117"/>
                    <a:pt x="1110769" y="668554"/>
                  </a:cubicBezTo>
                  <a:cubicBezTo>
                    <a:pt x="1111577" y="668991"/>
                    <a:pt x="1111274" y="669866"/>
                    <a:pt x="1111510" y="670001"/>
                  </a:cubicBezTo>
                  <a:cubicBezTo>
                    <a:pt x="1111712" y="670135"/>
                    <a:pt x="1112318" y="673028"/>
                    <a:pt x="1112890" y="673465"/>
                  </a:cubicBezTo>
                  <a:cubicBezTo>
                    <a:pt x="1113462" y="673903"/>
                    <a:pt x="1115851" y="675047"/>
                    <a:pt x="1116457" y="675215"/>
                  </a:cubicBezTo>
                  <a:cubicBezTo>
                    <a:pt x="1117029" y="675349"/>
                    <a:pt x="1119149" y="677166"/>
                    <a:pt x="1119486" y="677536"/>
                  </a:cubicBezTo>
                  <a:cubicBezTo>
                    <a:pt x="1119856" y="677906"/>
                    <a:pt x="1121236" y="678982"/>
                    <a:pt x="1121505" y="678982"/>
                  </a:cubicBezTo>
                  <a:cubicBezTo>
                    <a:pt x="1121808" y="678982"/>
                    <a:pt x="1123760" y="681236"/>
                    <a:pt x="1123895" y="681438"/>
                  </a:cubicBezTo>
                  <a:cubicBezTo>
                    <a:pt x="1124029" y="681674"/>
                    <a:pt x="1124972" y="682750"/>
                    <a:pt x="1124972" y="682750"/>
                  </a:cubicBezTo>
                  <a:cubicBezTo>
                    <a:pt x="1124972" y="682750"/>
                    <a:pt x="1126284" y="683490"/>
                    <a:pt x="1127664" y="683187"/>
                  </a:cubicBezTo>
                  <a:cubicBezTo>
                    <a:pt x="1129044" y="682884"/>
                    <a:pt x="1129111" y="683187"/>
                    <a:pt x="1129313" y="683187"/>
                  </a:cubicBezTo>
                  <a:cubicBezTo>
                    <a:pt x="1129515" y="683187"/>
                    <a:pt x="1130626" y="682884"/>
                    <a:pt x="1131130" y="682817"/>
                  </a:cubicBezTo>
                  <a:cubicBezTo>
                    <a:pt x="1131635" y="682750"/>
                    <a:pt x="1132073" y="682245"/>
                    <a:pt x="1132073" y="682245"/>
                  </a:cubicBezTo>
                  <a:lnTo>
                    <a:pt x="1134260" y="681438"/>
                  </a:lnTo>
                  <a:lnTo>
                    <a:pt x="1135203" y="680193"/>
                  </a:lnTo>
                  <a:lnTo>
                    <a:pt x="1135506" y="678680"/>
                  </a:lnTo>
                  <a:lnTo>
                    <a:pt x="1135876" y="677435"/>
                  </a:lnTo>
                  <a:lnTo>
                    <a:pt x="1136381" y="676291"/>
                  </a:lnTo>
                  <a:lnTo>
                    <a:pt x="1137121" y="674845"/>
                  </a:lnTo>
                  <a:lnTo>
                    <a:pt x="1138131" y="673768"/>
                  </a:lnTo>
                  <a:lnTo>
                    <a:pt x="1140015" y="672826"/>
                  </a:lnTo>
                  <a:cubicBezTo>
                    <a:pt x="1140015" y="672826"/>
                    <a:pt x="1140385" y="673264"/>
                    <a:pt x="1141900" y="674340"/>
                  </a:cubicBezTo>
                  <a:cubicBezTo>
                    <a:pt x="1143414" y="675417"/>
                    <a:pt x="1142708" y="676527"/>
                    <a:pt x="1143414" y="676998"/>
                  </a:cubicBezTo>
                  <a:cubicBezTo>
                    <a:pt x="1144121" y="677502"/>
                    <a:pt x="1144828" y="677704"/>
                    <a:pt x="1146443" y="678141"/>
                  </a:cubicBezTo>
                  <a:cubicBezTo>
                    <a:pt x="1148092" y="678579"/>
                    <a:pt x="1147487" y="676729"/>
                    <a:pt x="1147756" y="676358"/>
                  </a:cubicBezTo>
                  <a:cubicBezTo>
                    <a:pt x="1148025" y="675988"/>
                    <a:pt x="1147756" y="673163"/>
                    <a:pt x="1147924" y="672894"/>
                  </a:cubicBezTo>
                  <a:cubicBezTo>
                    <a:pt x="1148092" y="672624"/>
                    <a:pt x="1148732" y="672086"/>
                    <a:pt x="1148833" y="671918"/>
                  </a:cubicBezTo>
                  <a:cubicBezTo>
                    <a:pt x="1148934" y="671750"/>
                    <a:pt x="1150145" y="669866"/>
                    <a:pt x="1150314" y="669630"/>
                  </a:cubicBezTo>
                  <a:cubicBezTo>
                    <a:pt x="1150482" y="669429"/>
                    <a:pt x="1150751" y="667680"/>
                    <a:pt x="1150751" y="667680"/>
                  </a:cubicBezTo>
                  <a:lnTo>
                    <a:pt x="1151088" y="665358"/>
                  </a:lnTo>
                  <a:cubicBezTo>
                    <a:pt x="1151088" y="665358"/>
                    <a:pt x="1152131" y="663475"/>
                    <a:pt x="1152434" y="663306"/>
                  </a:cubicBezTo>
                  <a:cubicBezTo>
                    <a:pt x="1152770" y="663138"/>
                    <a:pt x="1154756" y="660750"/>
                    <a:pt x="1155261" y="660581"/>
                  </a:cubicBezTo>
                  <a:cubicBezTo>
                    <a:pt x="1155766" y="660413"/>
                    <a:pt x="1156944" y="660211"/>
                    <a:pt x="1156944" y="660211"/>
                  </a:cubicBezTo>
                  <a:lnTo>
                    <a:pt x="1160410" y="659404"/>
                  </a:lnTo>
                  <a:lnTo>
                    <a:pt x="1160780" y="658328"/>
                  </a:lnTo>
                  <a:lnTo>
                    <a:pt x="1161554" y="656646"/>
                  </a:lnTo>
                  <a:cubicBezTo>
                    <a:pt x="1161554" y="656646"/>
                    <a:pt x="1164179" y="656477"/>
                    <a:pt x="1164920" y="656208"/>
                  </a:cubicBezTo>
                  <a:cubicBezTo>
                    <a:pt x="1165694" y="655939"/>
                    <a:pt x="1166703" y="655838"/>
                    <a:pt x="1167949" y="655502"/>
                  </a:cubicBezTo>
                  <a:cubicBezTo>
                    <a:pt x="1169194" y="655165"/>
                    <a:pt x="1169026" y="654560"/>
                    <a:pt x="1170439" y="654291"/>
                  </a:cubicBezTo>
                  <a:cubicBezTo>
                    <a:pt x="1171853" y="654022"/>
                    <a:pt x="1171247" y="653517"/>
                    <a:pt x="1171482" y="653248"/>
                  </a:cubicBezTo>
                  <a:cubicBezTo>
                    <a:pt x="1171718" y="652979"/>
                    <a:pt x="1170876" y="651667"/>
                    <a:pt x="1170876" y="651667"/>
                  </a:cubicBezTo>
                  <a:lnTo>
                    <a:pt x="1168050" y="649985"/>
                  </a:lnTo>
                  <a:lnTo>
                    <a:pt x="1167713" y="648034"/>
                  </a:lnTo>
                  <a:lnTo>
                    <a:pt x="1167376" y="644872"/>
                  </a:lnTo>
                  <a:lnTo>
                    <a:pt x="1167478" y="643459"/>
                  </a:lnTo>
                  <a:lnTo>
                    <a:pt x="1166670" y="638346"/>
                  </a:lnTo>
                  <a:lnTo>
                    <a:pt x="1166603" y="637034"/>
                  </a:lnTo>
                  <a:cubicBezTo>
                    <a:pt x="1166603" y="637034"/>
                    <a:pt x="1165357" y="635621"/>
                    <a:pt x="1164751" y="635015"/>
                  </a:cubicBezTo>
                  <a:cubicBezTo>
                    <a:pt x="1164146" y="634410"/>
                    <a:pt x="1160578" y="632997"/>
                    <a:pt x="1160343" y="632963"/>
                  </a:cubicBezTo>
                  <a:cubicBezTo>
                    <a:pt x="1160141" y="632896"/>
                    <a:pt x="1158391" y="633132"/>
                    <a:pt x="1158121" y="633165"/>
                  </a:cubicBezTo>
                  <a:cubicBezTo>
                    <a:pt x="1157852" y="633233"/>
                    <a:pt x="1154150" y="632190"/>
                    <a:pt x="1153679" y="632089"/>
                  </a:cubicBezTo>
                  <a:cubicBezTo>
                    <a:pt x="1153174" y="631988"/>
                    <a:pt x="1150314" y="630508"/>
                    <a:pt x="1149775" y="630474"/>
                  </a:cubicBezTo>
                  <a:cubicBezTo>
                    <a:pt x="1149237" y="630407"/>
                    <a:pt x="1147217" y="628859"/>
                    <a:pt x="1146948" y="628691"/>
                  </a:cubicBezTo>
                  <a:cubicBezTo>
                    <a:pt x="1146679" y="628523"/>
                    <a:pt x="1144727" y="625933"/>
                    <a:pt x="1144727" y="625933"/>
                  </a:cubicBezTo>
                  <a:lnTo>
                    <a:pt x="1144727" y="625293"/>
                  </a:lnTo>
                  <a:cubicBezTo>
                    <a:pt x="1144727" y="625293"/>
                    <a:pt x="1145467" y="623107"/>
                    <a:pt x="1145669" y="623073"/>
                  </a:cubicBezTo>
                  <a:cubicBezTo>
                    <a:pt x="1145871" y="623006"/>
                    <a:pt x="1146309" y="620449"/>
                    <a:pt x="1146578" y="620046"/>
                  </a:cubicBezTo>
                  <a:cubicBezTo>
                    <a:pt x="1146847" y="619608"/>
                    <a:pt x="1146410" y="618397"/>
                    <a:pt x="1146309" y="618128"/>
                  </a:cubicBezTo>
                  <a:cubicBezTo>
                    <a:pt x="1146208" y="617859"/>
                    <a:pt x="1145232" y="616379"/>
                    <a:pt x="1145063" y="616278"/>
                  </a:cubicBezTo>
                  <a:cubicBezTo>
                    <a:pt x="1144895" y="616177"/>
                    <a:pt x="1141631" y="615235"/>
                    <a:pt x="1141631" y="615235"/>
                  </a:cubicBezTo>
                  <a:cubicBezTo>
                    <a:pt x="1141631" y="615235"/>
                    <a:pt x="1138366" y="616278"/>
                    <a:pt x="1138198" y="616312"/>
                  </a:cubicBezTo>
                  <a:cubicBezTo>
                    <a:pt x="1138030" y="616379"/>
                    <a:pt x="1136582" y="617287"/>
                    <a:pt x="1136145" y="618095"/>
                  </a:cubicBezTo>
                  <a:cubicBezTo>
                    <a:pt x="1135708" y="618902"/>
                    <a:pt x="1134563" y="619945"/>
                    <a:pt x="1134193" y="620550"/>
                  </a:cubicBezTo>
                  <a:cubicBezTo>
                    <a:pt x="1133823" y="621156"/>
                    <a:pt x="1132510" y="622468"/>
                    <a:pt x="1131703" y="622872"/>
                  </a:cubicBezTo>
                  <a:cubicBezTo>
                    <a:pt x="1130895" y="623309"/>
                    <a:pt x="1128674" y="622804"/>
                    <a:pt x="1127395" y="622064"/>
                  </a:cubicBezTo>
                  <a:cubicBezTo>
                    <a:pt x="1126150" y="621290"/>
                    <a:pt x="1125611" y="620147"/>
                    <a:pt x="1125611" y="620147"/>
                  </a:cubicBezTo>
                  <a:cubicBezTo>
                    <a:pt x="1125611" y="620147"/>
                    <a:pt x="1124029" y="616345"/>
                    <a:pt x="1123861" y="616009"/>
                  </a:cubicBezTo>
                  <a:cubicBezTo>
                    <a:pt x="1123693" y="615673"/>
                    <a:pt x="1123760" y="614327"/>
                    <a:pt x="1123760" y="614327"/>
                  </a:cubicBezTo>
                  <a:cubicBezTo>
                    <a:pt x="1123760" y="614327"/>
                    <a:pt x="1123962" y="612712"/>
                    <a:pt x="1124097" y="612309"/>
                  </a:cubicBezTo>
                  <a:cubicBezTo>
                    <a:pt x="1124198" y="611939"/>
                    <a:pt x="1124871" y="609752"/>
                    <a:pt x="1125174" y="609416"/>
                  </a:cubicBezTo>
                  <a:cubicBezTo>
                    <a:pt x="1125510" y="609079"/>
                    <a:pt x="1126419" y="607566"/>
                    <a:pt x="1126823" y="607128"/>
                  </a:cubicBezTo>
                  <a:cubicBezTo>
                    <a:pt x="1127193" y="606691"/>
                    <a:pt x="1128472" y="605984"/>
                    <a:pt x="1128876" y="605951"/>
                  </a:cubicBezTo>
                  <a:cubicBezTo>
                    <a:pt x="1129313" y="605884"/>
                    <a:pt x="1130828" y="605312"/>
                    <a:pt x="1131164" y="605143"/>
                  </a:cubicBezTo>
                  <a:cubicBezTo>
                    <a:pt x="1131501" y="604975"/>
                    <a:pt x="1133554" y="604067"/>
                    <a:pt x="1133554" y="604067"/>
                  </a:cubicBezTo>
                  <a:cubicBezTo>
                    <a:pt x="1133554" y="604067"/>
                    <a:pt x="1135910" y="602923"/>
                    <a:pt x="1136111" y="602822"/>
                  </a:cubicBezTo>
                  <a:cubicBezTo>
                    <a:pt x="1136313" y="602721"/>
                    <a:pt x="1137962" y="602183"/>
                    <a:pt x="1138568" y="602385"/>
                  </a:cubicBezTo>
                  <a:cubicBezTo>
                    <a:pt x="1139174" y="602587"/>
                    <a:pt x="1140217" y="604269"/>
                    <a:pt x="1140487" y="604504"/>
                  </a:cubicBezTo>
                  <a:cubicBezTo>
                    <a:pt x="1140756" y="604706"/>
                    <a:pt x="1141732" y="605581"/>
                    <a:pt x="1142270" y="605917"/>
                  </a:cubicBezTo>
                  <a:cubicBezTo>
                    <a:pt x="1142809" y="606254"/>
                    <a:pt x="1143515" y="606556"/>
                    <a:pt x="1144222" y="606422"/>
                  </a:cubicBezTo>
                  <a:cubicBezTo>
                    <a:pt x="1144929" y="606254"/>
                    <a:pt x="1145972" y="606422"/>
                    <a:pt x="1145972" y="606422"/>
                  </a:cubicBezTo>
                  <a:lnTo>
                    <a:pt x="1147217" y="605614"/>
                  </a:lnTo>
                  <a:lnTo>
                    <a:pt x="1147857" y="605244"/>
                  </a:lnTo>
                  <a:lnTo>
                    <a:pt x="1148126" y="603327"/>
                  </a:lnTo>
                  <a:cubicBezTo>
                    <a:pt x="1148126" y="603327"/>
                    <a:pt x="1148025" y="601914"/>
                    <a:pt x="1148025" y="601578"/>
                  </a:cubicBezTo>
                  <a:cubicBezTo>
                    <a:pt x="1148025" y="601241"/>
                    <a:pt x="1148227" y="599828"/>
                    <a:pt x="1148227" y="599828"/>
                  </a:cubicBezTo>
                  <a:lnTo>
                    <a:pt x="1148227" y="597003"/>
                  </a:lnTo>
                  <a:cubicBezTo>
                    <a:pt x="1148227" y="597003"/>
                    <a:pt x="1147588" y="594513"/>
                    <a:pt x="1147588" y="593840"/>
                  </a:cubicBezTo>
                  <a:cubicBezTo>
                    <a:pt x="1147588" y="593201"/>
                    <a:pt x="1147386" y="591351"/>
                    <a:pt x="1147386" y="591351"/>
                  </a:cubicBezTo>
                  <a:cubicBezTo>
                    <a:pt x="1147386" y="591351"/>
                    <a:pt x="1147722" y="588425"/>
                    <a:pt x="1147823" y="588088"/>
                  </a:cubicBezTo>
                  <a:cubicBezTo>
                    <a:pt x="1147924" y="587752"/>
                    <a:pt x="1148597" y="586574"/>
                    <a:pt x="1149573" y="585902"/>
                  </a:cubicBezTo>
                  <a:cubicBezTo>
                    <a:pt x="1150549" y="585262"/>
                    <a:pt x="1150987" y="584388"/>
                    <a:pt x="1151525" y="583950"/>
                  </a:cubicBezTo>
                  <a:cubicBezTo>
                    <a:pt x="1152064" y="583513"/>
                    <a:pt x="1153477" y="582975"/>
                    <a:pt x="1154117" y="582336"/>
                  </a:cubicBezTo>
                  <a:cubicBezTo>
                    <a:pt x="1154756" y="581697"/>
                    <a:pt x="1157583" y="580721"/>
                    <a:pt x="1158895" y="580485"/>
                  </a:cubicBezTo>
                  <a:cubicBezTo>
                    <a:pt x="1160208" y="580284"/>
                    <a:pt x="1161083" y="578972"/>
                    <a:pt x="1161723" y="578972"/>
                  </a:cubicBezTo>
                  <a:cubicBezTo>
                    <a:pt x="1162362" y="578972"/>
                    <a:pt x="1162800" y="578770"/>
                    <a:pt x="1165626" y="578097"/>
                  </a:cubicBezTo>
                  <a:cubicBezTo>
                    <a:pt x="1168453" y="577458"/>
                    <a:pt x="1168992" y="576146"/>
                    <a:pt x="1169429" y="575910"/>
                  </a:cubicBezTo>
                  <a:cubicBezTo>
                    <a:pt x="1169867" y="575709"/>
                    <a:pt x="1171718" y="575036"/>
                    <a:pt x="1171718" y="575036"/>
                  </a:cubicBezTo>
                  <a:cubicBezTo>
                    <a:pt x="1171718" y="575036"/>
                    <a:pt x="1173905" y="574161"/>
                    <a:pt x="1175420" y="574161"/>
                  </a:cubicBezTo>
                  <a:cubicBezTo>
                    <a:pt x="1176934" y="574161"/>
                    <a:pt x="1178247" y="572849"/>
                    <a:pt x="1178247" y="572849"/>
                  </a:cubicBezTo>
                  <a:lnTo>
                    <a:pt x="1181511" y="571235"/>
                  </a:lnTo>
                  <a:cubicBezTo>
                    <a:pt x="1181511" y="571235"/>
                    <a:pt x="1181949" y="569284"/>
                    <a:pt x="1183026" y="568846"/>
                  </a:cubicBezTo>
                  <a:cubicBezTo>
                    <a:pt x="1184103" y="568409"/>
                    <a:pt x="1184776" y="566559"/>
                    <a:pt x="1185113" y="566222"/>
                  </a:cubicBezTo>
                  <a:cubicBezTo>
                    <a:pt x="1185449" y="565886"/>
                    <a:pt x="1186627" y="565146"/>
                    <a:pt x="1187401" y="564809"/>
                  </a:cubicBezTo>
                  <a:cubicBezTo>
                    <a:pt x="1188175" y="564473"/>
                    <a:pt x="1190228" y="562522"/>
                    <a:pt x="1191103" y="562085"/>
                  </a:cubicBezTo>
                  <a:cubicBezTo>
                    <a:pt x="1191978" y="561647"/>
                    <a:pt x="1192954" y="560033"/>
                    <a:pt x="1193156" y="559259"/>
                  </a:cubicBezTo>
                  <a:cubicBezTo>
                    <a:pt x="1193358" y="558485"/>
                    <a:pt x="1194233" y="556332"/>
                    <a:pt x="1194334" y="555794"/>
                  </a:cubicBezTo>
                  <a:cubicBezTo>
                    <a:pt x="1194435" y="555256"/>
                    <a:pt x="1194233" y="554482"/>
                    <a:pt x="1194233" y="554482"/>
                  </a:cubicBezTo>
                  <a:lnTo>
                    <a:pt x="1193694" y="552430"/>
                  </a:lnTo>
                  <a:cubicBezTo>
                    <a:pt x="1193694" y="552430"/>
                    <a:pt x="1191507" y="550042"/>
                    <a:pt x="1191305" y="549268"/>
                  </a:cubicBezTo>
                  <a:cubicBezTo>
                    <a:pt x="1191103" y="548494"/>
                    <a:pt x="1188714" y="548393"/>
                    <a:pt x="1186963" y="548057"/>
                  </a:cubicBezTo>
                  <a:cubicBezTo>
                    <a:pt x="1185213" y="547720"/>
                    <a:pt x="1185113" y="547620"/>
                    <a:pt x="1184237" y="545870"/>
                  </a:cubicBezTo>
                  <a:cubicBezTo>
                    <a:pt x="1183362" y="544121"/>
                    <a:pt x="1183699" y="543919"/>
                    <a:pt x="1183598" y="543381"/>
                  </a:cubicBezTo>
                  <a:cubicBezTo>
                    <a:pt x="1183497" y="542843"/>
                    <a:pt x="1183059" y="540690"/>
                    <a:pt x="1183059" y="540690"/>
                  </a:cubicBezTo>
                  <a:cubicBezTo>
                    <a:pt x="1183059" y="540690"/>
                    <a:pt x="1183059" y="538402"/>
                    <a:pt x="1183059" y="538100"/>
                  </a:cubicBezTo>
                  <a:cubicBezTo>
                    <a:pt x="1183059" y="537763"/>
                    <a:pt x="1183766" y="535476"/>
                    <a:pt x="1184002" y="534500"/>
                  </a:cubicBezTo>
                  <a:cubicBezTo>
                    <a:pt x="1184204" y="533525"/>
                    <a:pt x="1184810" y="532448"/>
                    <a:pt x="1185146" y="531876"/>
                  </a:cubicBezTo>
                  <a:cubicBezTo>
                    <a:pt x="1185483" y="531338"/>
                    <a:pt x="1185685" y="530665"/>
                    <a:pt x="1186223" y="530363"/>
                  </a:cubicBezTo>
                  <a:cubicBezTo>
                    <a:pt x="1186762" y="530026"/>
                    <a:pt x="1187637" y="529488"/>
                    <a:pt x="1189050" y="529152"/>
                  </a:cubicBezTo>
                  <a:cubicBezTo>
                    <a:pt x="1190463" y="528815"/>
                    <a:pt x="1190699" y="529488"/>
                    <a:pt x="1192954" y="529488"/>
                  </a:cubicBezTo>
                  <a:cubicBezTo>
                    <a:pt x="1195243" y="529488"/>
                    <a:pt x="1193492" y="530463"/>
                    <a:pt x="1195142" y="531439"/>
                  </a:cubicBezTo>
                  <a:cubicBezTo>
                    <a:pt x="1196757" y="532414"/>
                    <a:pt x="1196757" y="530564"/>
                    <a:pt x="1197430" y="530026"/>
                  </a:cubicBezTo>
                  <a:cubicBezTo>
                    <a:pt x="1198069" y="529488"/>
                    <a:pt x="1198843" y="528075"/>
                    <a:pt x="1200695" y="527200"/>
                  </a:cubicBezTo>
                  <a:cubicBezTo>
                    <a:pt x="1202546" y="526326"/>
                    <a:pt x="1203421" y="525788"/>
                    <a:pt x="1204598" y="524274"/>
                  </a:cubicBezTo>
                  <a:cubicBezTo>
                    <a:pt x="1205776" y="522760"/>
                    <a:pt x="1205574" y="520573"/>
                    <a:pt x="1206214" y="520136"/>
                  </a:cubicBezTo>
                  <a:cubicBezTo>
                    <a:pt x="1206853" y="519699"/>
                    <a:pt x="1207089" y="518824"/>
                    <a:pt x="1210892" y="518723"/>
                  </a:cubicBezTo>
                  <a:cubicBezTo>
                    <a:pt x="1214695" y="518622"/>
                    <a:pt x="1212945" y="519934"/>
                    <a:pt x="1215570" y="520910"/>
                  </a:cubicBezTo>
                  <a:cubicBezTo>
                    <a:pt x="1218161" y="521885"/>
                    <a:pt x="1216647" y="522760"/>
                    <a:pt x="1218834" y="523399"/>
                  </a:cubicBezTo>
                  <a:cubicBezTo>
                    <a:pt x="1221022" y="524038"/>
                    <a:pt x="1220685" y="523500"/>
                    <a:pt x="1223613" y="522962"/>
                  </a:cubicBezTo>
                  <a:cubicBezTo>
                    <a:pt x="1226541" y="522424"/>
                    <a:pt x="1225464" y="521650"/>
                    <a:pt x="1226238" y="521347"/>
                  </a:cubicBezTo>
                  <a:cubicBezTo>
                    <a:pt x="1227012" y="521011"/>
                    <a:pt x="1227214" y="519160"/>
                    <a:pt x="1227551" y="518521"/>
                  </a:cubicBezTo>
                  <a:cubicBezTo>
                    <a:pt x="1227887" y="517882"/>
                    <a:pt x="1227887" y="515595"/>
                    <a:pt x="1227753" y="514182"/>
                  </a:cubicBezTo>
                  <a:cubicBezTo>
                    <a:pt x="1227652" y="512769"/>
                    <a:pt x="1227854" y="512231"/>
                    <a:pt x="1227854" y="511894"/>
                  </a:cubicBezTo>
                  <a:cubicBezTo>
                    <a:pt x="1227854" y="511558"/>
                    <a:pt x="1227080" y="507454"/>
                    <a:pt x="1227080" y="507454"/>
                  </a:cubicBezTo>
                  <a:cubicBezTo>
                    <a:pt x="1227080" y="507454"/>
                    <a:pt x="1226440" y="505065"/>
                    <a:pt x="1226205" y="504426"/>
                  </a:cubicBezTo>
                  <a:cubicBezTo>
                    <a:pt x="1226003" y="503787"/>
                    <a:pt x="1225431" y="500625"/>
                    <a:pt x="1225431" y="500625"/>
                  </a:cubicBezTo>
                  <a:cubicBezTo>
                    <a:pt x="1225431" y="500625"/>
                    <a:pt x="1225229" y="496824"/>
                    <a:pt x="1225229" y="496386"/>
                  </a:cubicBezTo>
                  <a:cubicBezTo>
                    <a:pt x="1225229" y="495949"/>
                    <a:pt x="1224892" y="494536"/>
                    <a:pt x="1224892" y="494536"/>
                  </a:cubicBezTo>
                  <a:lnTo>
                    <a:pt x="1224354" y="492047"/>
                  </a:lnTo>
                  <a:lnTo>
                    <a:pt x="1223479" y="489120"/>
                  </a:lnTo>
                  <a:lnTo>
                    <a:pt x="1226407" y="488145"/>
                  </a:lnTo>
                  <a:cubicBezTo>
                    <a:pt x="1226407" y="488145"/>
                    <a:pt x="1227282" y="487943"/>
                    <a:pt x="1227719" y="487808"/>
                  </a:cubicBezTo>
                  <a:cubicBezTo>
                    <a:pt x="1228157" y="487707"/>
                    <a:pt x="1229133" y="486732"/>
                    <a:pt x="1231623" y="485958"/>
                  </a:cubicBezTo>
                  <a:cubicBezTo>
                    <a:pt x="1234114" y="485184"/>
                    <a:pt x="1234114" y="484343"/>
                    <a:pt x="1235863" y="483906"/>
                  </a:cubicBezTo>
                  <a:cubicBezTo>
                    <a:pt x="1237614" y="483469"/>
                    <a:pt x="1238892" y="484343"/>
                    <a:pt x="1241417" y="484579"/>
                  </a:cubicBezTo>
                  <a:cubicBezTo>
                    <a:pt x="1243907" y="484781"/>
                    <a:pt x="1242191" y="484915"/>
                    <a:pt x="1244008" y="485353"/>
                  </a:cubicBezTo>
                  <a:cubicBezTo>
                    <a:pt x="1245859" y="485790"/>
                    <a:pt x="1246195" y="486126"/>
                    <a:pt x="1247037" y="485790"/>
                  </a:cubicBezTo>
                  <a:cubicBezTo>
                    <a:pt x="1247912" y="485453"/>
                    <a:pt x="1247912" y="485353"/>
                    <a:pt x="1248249" y="484814"/>
                  </a:cubicBezTo>
                  <a:cubicBezTo>
                    <a:pt x="1248585" y="484276"/>
                    <a:pt x="1248484" y="483637"/>
                    <a:pt x="1248484" y="483637"/>
                  </a:cubicBezTo>
                  <a:lnTo>
                    <a:pt x="1248585" y="482224"/>
                  </a:lnTo>
                  <a:cubicBezTo>
                    <a:pt x="1248585" y="482224"/>
                    <a:pt x="1248921" y="479197"/>
                    <a:pt x="1249023" y="478423"/>
                  </a:cubicBezTo>
                  <a:cubicBezTo>
                    <a:pt x="1249123" y="477649"/>
                    <a:pt x="1249123" y="474722"/>
                    <a:pt x="1249123" y="474722"/>
                  </a:cubicBezTo>
                  <a:cubicBezTo>
                    <a:pt x="1249123" y="474722"/>
                    <a:pt x="1249123" y="471695"/>
                    <a:pt x="1249123" y="471022"/>
                  </a:cubicBezTo>
                  <a:cubicBezTo>
                    <a:pt x="1249123" y="470383"/>
                    <a:pt x="1249023" y="468297"/>
                    <a:pt x="1249023" y="467221"/>
                  </a:cubicBezTo>
                  <a:cubicBezTo>
                    <a:pt x="1249023" y="466144"/>
                    <a:pt x="1249123" y="465808"/>
                    <a:pt x="1249023" y="465472"/>
                  </a:cubicBezTo>
                  <a:cubicBezTo>
                    <a:pt x="1248921" y="465135"/>
                    <a:pt x="1247407" y="463420"/>
                    <a:pt x="1247407" y="462982"/>
                  </a:cubicBezTo>
                  <a:cubicBezTo>
                    <a:pt x="1247407" y="462545"/>
                    <a:pt x="1246970" y="462007"/>
                    <a:pt x="1246768" y="461670"/>
                  </a:cubicBezTo>
                  <a:cubicBezTo>
                    <a:pt x="1246566" y="461334"/>
                    <a:pt x="1245691" y="460022"/>
                    <a:pt x="1245691" y="459181"/>
                  </a:cubicBezTo>
                  <a:cubicBezTo>
                    <a:pt x="1245691" y="458306"/>
                    <a:pt x="1245691" y="457667"/>
                    <a:pt x="1245893" y="457230"/>
                  </a:cubicBezTo>
                  <a:cubicBezTo>
                    <a:pt x="1246095" y="456793"/>
                    <a:pt x="1246229" y="456456"/>
                    <a:pt x="1246229" y="456456"/>
                  </a:cubicBezTo>
                  <a:cubicBezTo>
                    <a:pt x="1246229" y="456456"/>
                    <a:pt x="1247878" y="452857"/>
                    <a:pt x="1248282" y="452655"/>
                  </a:cubicBezTo>
                  <a:cubicBezTo>
                    <a:pt x="1248720" y="452453"/>
                    <a:pt x="1250571" y="451242"/>
                    <a:pt x="1250571" y="451242"/>
                  </a:cubicBezTo>
                  <a:lnTo>
                    <a:pt x="1256326" y="446903"/>
                  </a:lnTo>
                  <a:lnTo>
                    <a:pt x="1257201" y="443303"/>
                  </a:lnTo>
                  <a:cubicBezTo>
                    <a:pt x="1257201" y="443303"/>
                    <a:pt x="1258378" y="440713"/>
                    <a:pt x="1258513" y="440275"/>
                  </a:cubicBezTo>
                  <a:cubicBezTo>
                    <a:pt x="1258614" y="439838"/>
                    <a:pt x="1257739" y="439838"/>
                    <a:pt x="1257739" y="439838"/>
                  </a:cubicBezTo>
                  <a:lnTo>
                    <a:pt x="1255114" y="438863"/>
                  </a:lnTo>
                  <a:lnTo>
                    <a:pt x="1254340" y="437450"/>
                  </a:lnTo>
                  <a:lnTo>
                    <a:pt x="1253902" y="435061"/>
                  </a:lnTo>
                  <a:cubicBezTo>
                    <a:pt x="1253902" y="435061"/>
                    <a:pt x="1251614" y="432471"/>
                    <a:pt x="1251412" y="432034"/>
                  </a:cubicBezTo>
                  <a:cubicBezTo>
                    <a:pt x="1251210" y="431597"/>
                    <a:pt x="1249763" y="431058"/>
                    <a:pt x="1249763" y="431058"/>
                  </a:cubicBezTo>
                  <a:cubicBezTo>
                    <a:pt x="1249763" y="431058"/>
                    <a:pt x="1246734" y="429208"/>
                    <a:pt x="1246195" y="428468"/>
                  </a:cubicBezTo>
                  <a:cubicBezTo>
                    <a:pt x="1245657" y="427694"/>
                    <a:pt x="1242931" y="425104"/>
                    <a:pt x="1242494" y="424768"/>
                  </a:cubicBezTo>
                  <a:cubicBezTo>
                    <a:pt x="1242056" y="424431"/>
                    <a:pt x="1239229" y="422716"/>
                    <a:pt x="1238791" y="422480"/>
                  </a:cubicBezTo>
                  <a:cubicBezTo>
                    <a:pt x="1238354" y="422278"/>
                    <a:pt x="1234753" y="418881"/>
                    <a:pt x="1234753" y="418881"/>
                  </a:cubicBezTo>
                  <a:cubicBezTo>
                    <a:pt x="1234753" y="418881"/>
                    <a:pt x="1233878" y="414205"/>
                    <a:pt x="1233878" y="413566"/>
                  </a:cubicBezTo>
                  <a:cubicBezTo>
                    <a:pt x="1233878" y="412926"/>
                    <a:pt x="1233777" y="409428"/>
                    <a:pt x="1233777" y="409428"/>
                  </a:cubicBezTo>
                  <a:cubicBezTo>
                    <a:pt x="1233777" y="409428"/>
                    <a:pt x="1233777" y="405728"/>
                    <a:pt x="1233676" y="405089"/>
                  </a:cubicBezTo>
                  <a:cubicBezTo>
                    <a:pt x="1233575" y="404449"/>
                    <a:pt x="1232599" y="401388"/>
                    <a:pt x="1232599" y="401388"/>
                  </a:cubicBezTo>
                  <a:lnTo>
                    <a:pt x="1231623" y="398226"/>
                  </a:lnTo>
                  <a:lnTo>
                    <a:pt x="1230849" y="396039"/>
                  </a:lnTo>
                  <a:lnTo>
                    <a:pt x="1229974" y="395400"/>
                  </a:lnTo>
                  <a:cubicBezTo>
                    <a:pt x="1229974" y="395400"/>
                    <a:pt x="1223008" y="392911"/>
                    <a:pt x="1222805" y="392474"/>
                  </a:cubicBezTo>
                  <a:cubicBezTo>
                    <a:pt x="1222570" y="392036"/>
                    <a:pt x="1222368" y="391162"/>
                    <a:pt x="1222368" y="390623"/>
                  </a:cubicBezTo>
                  <a:cubicBezTo>
                    <a:pt x="1222368" y="390085"/>
                    <a:pt x="1222469" y="388437"/>
                    <a:pt x="1222570" y="387798"/>
                  </a:cubicBezTo>
                  <a:cubicBezTo>
                    <a:pt x="1222671" y="387159"/>
                    <a:pt x="1223647" y="386048"/>
                    <a:pt x="1224320" y="384972"/>
                  </a:cubicBezTo>
                  <a:cubicBezTo>
                    <a:pt x="1224959" y="383895"/>
                    <a:pt x="1224959" y="384535"/>
                    <a:pt x="1226272" y="383895"/>
                  </a:cubicBezTo>
                  <a:cubicBezTo>
                    <a:pt x="1227585" y="383256"/>
                    <a:pt x="1227484" y="383256"/>
                    <a:pt x="1228325" y="382819"/>
                  </a:cubicBezTo>
                  <a:cubicBezTo>
                    <a:pt x="1229200" y="382382"/>
                    <a:pt x="1229402" y="381944"/>
                    <a:pt x="1230176" y="380767"/>
                  </a:cubicBezTo>
                  <a:cubicBezTo>
                    <a:pt x="1230950" y="379556"/>
                    <a:pt x="1230176" y="380767"/>
                    <a:pt x="1230714" y="380431"/>
                  </a:cubicBezTo>
                  <a:cubicBezTo>
                    <a:pt x="1231253" y="380094"/>
                    <a:pt x="1231589" y="378917"/>
                    <a:pt x="1232128" y="378379"/>
                  </a:cubicBezTo>
                  <a:cubicBezTo>
                    <a:pt x="1232666" y="377840"/>
                    <a:pt x="1232666" y="376528"/>
                    <a:pt x="1232666" y="376528"/>
                  </a:cubicBezTo>
                  <a:lnTo>
                    <a:pt x="1232431" y="374577"/>
                  </a:lnTo>
                  <a:lnTo>
                    <a:pt x="1231993" y="371415"/>
                  </a:lnTo>
                  <a:lnTo>
                    <a:pt x="1230479" y="369565"/>
                  </a:lnTo>
                  <a:lnTo>
                    <a:pt x="1227753" y="368253"/>
                  </a:lnTo>
                  <a:lnTo>
                    <a:pt x="1224488" y="365629"/>
                  </a:lnTo>
                  <a:cubicBezTo>
                    <a:pt x="1224488" y="365629"/>
                    <a:pt x="1222738" y="363443"/>
                    <a:pt x="1222839" y="364115"/>
                  </a:cubicBezTo>
                  <a:cubicBezTo>
                    <a:pt x="1222940" y="364754"/>
                    <a:pt x="1219373" y="362164"/>
                    <a:pt x="1218700" y="361626"/>
                  </a:cubicBezTo>
                  <a:cubicBezTo>
                    <a:pt x="1218060" y="361088"/>
                    <a:pt x="1214358" y="360415"/>
                    <a:pt x="1213483" y="360112"/>
                  </a:cubicBezTo>
                  <a:cubicBezTo>
                    <a:pt x="1212608" y="359776"/>
                    <a:pt x="1210858" y="359137"/>
                    <a:pt x="1210858" y="358800"/>
                  </a:cubicBezTo>
                  <a:cubicBezTo>
                    <a:pt x="1210858" y="358464"/>
                    <a:pt x="1211397" y="355335"/>
                    <a:pt x="1212373" y="354326"/>
                  </a:cubicBezTo>
                  <a:cubicBezTo>
                    <a:pt x="1213349" y="353351"/>
                    <a:pt x="1213685" y="353553"/>
                    <a:pt x="1214123" y="353351"/>
                  </a:cubicBezTo>
                  <a:cubicBezTo>
                    <a:pt x="1214560" y="353149"/>
                    <a:pt x="1215099" y="351332"/>
                    <a:pt x="1215099" y="351332"/>
                  </a:cubicBezTo>
                  <a:cubicBezTo>
                    <a:pt x="1215099" y="351332"/>
                    <a:pt x="1215301" y="349919"/>
                    <a:pt x="1216176" y="348607"/>
                  </a:cubicBezTo>
                  <a:cubicBezTo>
                    <a:pt x="1217051" y="347296"/>
                    <a:pt x="1217488" y="344571"/>
                    <a:pt x="1217589" y="344167"/>
                  </a:cubicBezTo>
                  <a:cubicBezTo>
                    <a:pt x="1217690" y="343730"/>
                    <a:pt x="1218363" y="341678"/>
                    <a:pt x="1218363" y="341678"/>
                  </a:cubicBezTo>
                  <a:cubicBezTo>
                    <a:pt x="1218363" y="341678"/>
                    <a:pt x="1219137" y="341240"/>
                    <a:pt x="1219878" y="340803"/>
                  </a:cubicBezTo>
                  <a:cubicBezTo>
                    <a:pt x="1220652" y="340366"/>
                    <a:pt x="1221291" y="340366"/>
                    <a:pt x="1222267" y="339929"/>
                  </a:cubicBezTo>
                  <a:cubicBezTo>
                    <a:pt x="1223243" y="339491"/>
                    <a:pt x="1223916" y="339155"/>
                    <a:pt x="1224017" y="338415"/>
                  </a:cubicBezTo>
                  <a:cubicBezTo>
                    <a:pt x="1224118" y="337641"/>
                    <a:pt x="1224118" y="336026"/>
                    <a:pt x="1223916" y="334815"/>
                  </a:cubicBezTo>
                  <a:cubicBezTo>
                    <a:pt x="1223714" y="333604"/>
                    <a:pt x="1222839" y="332629"/>
                    <a:pt x="1222604" y="332225"/>
                  </a:cubicBezTo>
                  <a:cubicBezTo>
                    <a:pt x="1222368" y="331788"/>
                    <a:pt x="1220551" y="330039"/>
                    <a:pt x="1220315" y="329601"/>
                  </a:cubicBezTo>
                  <a:cubicBezTo>
                    <a:pt x="1220079" y="329164"/>
                    <a:pt x="1218902" y="327650"/>
                    <a:pt x="1218902" y="327650"/>
                  </a:cubicBezTo>
                  <a:lnTo>
                    <a:pt x="1216075" y="325161"/>
                  </a:lnTo>
                  <a:lnTo>
                    <a:pt x="1213248" y="321158"/>
                  </a:lnTo>
                  <a:lnTo>
                    <a:pt x="1208469" y="318130"/>
                  </a:lnTo>
                  <a:lnTo>
                    <a:pt x="1205103" y="315641"/>
                  </a:lnTo>
                  <a:lnTo>
                    <a:pt x="1202377" y="312176"/>
                  </a:lnTo>
                  <a:lnTo>
                    <a:pt x="1197060" y="309787"/>
                  </a:lnTo>
                  <a:lnTo>
                    <a:pt x="1195983" y="309451"/>
                  </a:lnTo>
                  <a:lnTo>
                    <a:pt x="1192920" y="308139"/>
                  </a:lnTo>
                  <a:cubicBezTo>
                    <a:pt x="1192920" y="308139"/>
                    <a:pt x="1188141" y="307063"/>
                    <a:pt x="1187603" y="306390"/>
                  </a:cubicBezTo>
                  <a:cubicBezTo>
                    <a:pt x="1187064" y="305751"/>
                    <a:pt x="1183362" y="304203"/>
                    <a:pt x="1182050" y="303463"/>
                  </a:cubicBezTo>
                  <a:cubicBezTo>
                    <a:pt x="1180737" y="302689"/>
                    <a:pt x="1178684" y="301276"/>
                    <a:pt x="1178247" y="300873"/>
                  </a:cubicBezTo>
                  <a:cubicBezTo>
                    <a:pt x="1177809" y="300435"/>
                    <a:pt x="1176934" y="299998"/>
                    <a:pt x="1176934" y="299561"/>
                  </a:cubicBezTo>
                  <a:cubicBezTo>
                    <a:pt x="1176934" y="299124"/>
                    <a:pt x="1177035" y="297173"/>
                    <a:pt x="1177035" y="296836"/>
                  </a:cubicBezTo>
                  <a:cubicBezTo>
                    <a:pt x="1177035" y="296500"/>
                    <a:pt x="1177372" y="295322"/>
                    <a:pt x="1177473" y="294549"/>
                  </a:cubicBezTo>
                  <a:cubicBezTo>
                    <a:pt x="1177574" y="293775"/>
                    <a:pt x="1178146" y="291386"/>
                    <a:pt x="1178247" y="291084"/>
                  </a:cubicBezTo>
                  <a:cubicBezTo>
                    <a:pt x="1178348" y="290747"/>
                    <a:pt x="1179122" y="290983"/>
                    <a:pt x="1179559" y="290310"/>
                  </a:cubicBezTo>
                  <a:cubicBezTo>
                    <a:pt x="1179997" y="289671"/>
                    <a:pt x="1181074" y="289234"/>
                    <a:pt x="1181074" y="288796"/>
                  </a:cubicBezTo>
                  <a:cubicBezTo>
                    <a:pt x="1181074" y="288359"/>
                    <a:pt x="1181612" y="287484"/>
                    <a:pt x="1181713" y="287047"/>
                  </a:cubicBezTo>
                  <a:cubicBezTo>
                    <a:pt x="1181814" y="286610"/>
                    <a:pt x="1182151" y="285836"/>
                    <a:pt x="1182353" y="285399"/>
                  </a:cubicBezTo>
                  <a:cubicBezTo>
                    <a:pt x="1182555" y="284961"/>
                    <a:pt x="1182891" y="283986"/>
                    <a:pt x="1183127" y="283347"/>
                  </a:cubicBezTo>
                  <a:cubicBezTo>
                    <a:pt x="1183329" y="282708"/>
                    <a:pt x="1183564" y="281597"/>
                    <a:pt x="1183564" y="281597"/>
                  </a:cubicBezTo>
                  <a:lnTo>
                    <a:pt x="1183901" y="279646"/>
                  </a:lnTo>
                  <a:cubicBezTo>
                    <a:pt x="1183901" y="279646"/>
                    <a:pt x="1183463" y="278435"/>
                    <a:pt x="1183362" y="277695"/>
                  </a:cubicBezTo>
                  <a:cubicBezTo>
                    <a:pt x="1183261" y="276921"/>
                    <a:pt x="1182050" y="276921"/>
                    <a:pt x="1181410" y="275206"/>
                  </a:cubicBezTo>
                  <a:cubicBezTo>
                    <a:pt x="1180771" y="273457"/>
                    <a:pt x="1179795" y="273457"/>
                    <a:pt x="1179795" y="273457"/>
                  </a:cubicBezTo>
                  <a:lnTo>
                    <a:pt x="1179459" y="271404"/>
                  </a:lnTo>
                  <a:cubicBezTo>
                    <a:pt x="1179459" y="271404"/>
                    <a:pt x="1179459" y="269891"/>
                    <a:pt x="1179459" y="269218"/>
                  </a:cubicBezTo>
                  <a:cubicBezTo>
                    <a:pt x="1179459" y="268579"/>
                    <a:pt x="1179223" y="267805"/>
                    <a:pt x="1179223" y="266830"/>
                  </a:cubicBezTo>
                  <a:cubicBezTo>
                    <a:pt x="1179223" y="265854"/>
                    <a:pt x="1176059" y="264441"/>
                    <a:pt x="1175756" y="264105"/>
                  </a:cubicBezTo>
                  <a:cubicBezTo>
                    <a:pt x="1175420" y="263768"/>
                    <a:pt x="1173030" y="262894"/>
                    <a:pt x="1173030" y="262894"/>
                  </a:cubicBezTo>
                  <a:cubicBezTo>
                    <a:pt x="1173030" y="262894"/>
                    <a:pt x="1171078" y="263432"/>
                    <a:pt x="1170742" y="263667"/>
                  </a:cubicBezTo>
                  <a:cubicBezTo>
                    <a:pt x="1170405" y="263869"/>
                    <a:pt x="1169665" y="264879"/>
                    <a:pt x="1169665" y="264879"/>
                  </a:cubicBezTo>
                  <a:cubicBezTo>
                    <a:pt x="1169665" y="264879"/>
                    <a:pt x="1169665" y="266190"/>
                    <a:pt x="1169564" y="266931"/>
                  </a:cubicBezTo>
                  <a:cubicBezTo>
                    <a:pt x="1169463" y="267704"/>
                    <a:pt x="1169227" y="268680"/>
                    <a:pt x="1169026" y="269117"/>
                  </a:cubicBezTo>
                  <a:cubicBezTo>
                    <a:pt x="1168824" y="269554"/>
                    <a:pt x="1167949" y="271741"/>
                    <a:pt x="1167275" y="272481"/>
                  </a:cubicBezTo>
                  <a:cubicBezTo>
                    <a:pt x="1166636" y="273255"/>
                    <a:pt x="1166401" y="274230"/>
                    <a:pt x="1165626" y="275206"/>
                  </a:cubicBezTo>
                  <a:cubicBezTo>
                    <a:pt x="1164852" y="276181"/>
                    <a:pt x="1164987" y="276080"/>
                    <a:pt x="1164987" y="276080"/>
                  </a:cubicBezTo>
                  <a:cubicBezTo>
                    <a:pt x="1164987" y="276080"/>
                    <a:pt x="1164348" y="277695"/>
                    <a:pt x="1163910" y="278267"/>
                  </a:cubicBezTo>
                  <a:cubicBezTo>
                    <a:pt x="1163473" y="278805"/>
                    <a:pt x="1163809" y="280655"/>
                    <a:pt x="1163809" y="281093"/>
                  </a:cubicBezTo>
                  <a:cubicBezTo>
                    <a:pt x="1163809" y="281530"/>
                    <a:pt x="1164011" y="282943"/>
                    <a:pt x="1164011" y="282943"/>
                  </a:cubicBezTo>
                  <a:cubicBezTo>
                    <a:pt x="1164011" y="282943"/>
                    <a:pt x="1164247" y="284894"/>
                    <a:pt x="1164549" y="285432"/>
                  </a:cubicBezTo>
                  <a:cubicBezTo>
                    <a:pt x="1164886" y="285970"/>
                    <a:pt x="1164650" y="287047"/>
                    <a:pt x="1164650" y="287047"/>
                  </a:cubicBezTo>
                  <a:lnTo>
                    <a:pt x="1162800" y="288796"/>
                  </a:lnTo>
                  <a:lnTo>
                    <a:pt x="1160410" y="289435"/>
                  </a:lnTo>
                  <a:cubicBezTo>
                    <a:pt x="1160410" y="289435"/>
                    <a:pt x="1158458" y="289772"/>
                    <a:pt x="1158121" y="289873"/>
                  </a:cubicBezTo>
                  <a:cubicBezTo>
                    <a:pt x="1157785" y="289974"/>
                    <a:pt x="1156472" y="289772"/>
                    <a:pt x="1156472" y="289772"/>
                  </a:cubicBezTo>
                  <a:lnTo>
                    <a:pt x="1155059" y="286946"/>
                  </a:lnTo>
                  <a:lnTo>
                    <a:pt x="1153309" y="284221"/>
                  </a:lnTo>
                  <a:lnTo>
                    <a:pt x="1150583" y="281631"/>
                  </a:lnTo>
                  <a:lnTo>
                    <a:pt x="1147857" y="277056"/>
                  </a:lnTo>
                  <a:cubicBezTo>
                    <a:pt x="1147857" y="277056"/>
                    <a:pt x="1145669" y="275307"/>
                    <a:pt x="1144828" y="275004"/>
                  </a:cubicBezTo>
                  <a:cubicBezTo>
                    <a:pt x="1143953" y="274668"/>
                    <a:pt x="1143078" y="274567"/>
                    <a:pt x="1142775" y="274466"/>
                  </a:cubicBezTo>
                  <a:cubicBezTo>
                    <a:pt x="1142439" y="274365"/>
                    <a:pt x="1140587" y="273591"/>
                    <a:pt x="1140587" y="273591"/>
                  </a:cubicBezTo>
                  <a:lnTo>
                    <a:pt x="1138534" y="271842"/>
                  </a:lnTo>
                  <a:lnTo>
                    <a:pt x="1134933" y="267805"/>
                  </a:lnTo>
                  <a:lnTo>
                    <a:pt x="1132645" y="264979"/>
                  </a:lnTo>
                  <a:cubicBezTo>
                    <a:pt x="1132645" y="264979"/>
                    <a:pt x="1127429" y="258992"/>
                    <a:pt x="1127327" y="258689"/>
                  </a:cubicBezTo>
                  <a:cubicBezTo>
                    <a:pt x="1127227" y="258352"/>
                    <a:pt x="1123727" y="254988"/>
                    <a:pt x="1123727" y="254988"/>
                  </a:cubicBezTo>
                  <a:lnTo>
                    <a:pt x="1121135" y="253575"/>
                  </a:lnTo>
                  <a:cubicBezTo>
                    <a:pt x="1121135" y="253575"/>
                    <a:pt x="1112116" y="245098"/>
                    <a:pt x="1111140" y="244661"/>
                  </a:cubicBezTo>
                  <a:cubicBezTo>
                    <a:pt x="1110164" y="244224"/>
                    <a:pt x="1106697" y="241196"/>
                    <a:pt x="1105688" y="240422"/>
                  </a:cubicBezTo>
                  <a:cubicBezTo>
                    <a:pt x="1104712" y="239649"/>
                    <a:pt x="1099596" y="235208"/>
                    <a:pt x="1099596" y="235208"/>
                  </a:cubicBezTo>
                  <a:cubicBezTo>
                    <a:pt x="1099596" y="235208"/>
                    <a:pt x="1093303" y="232046"/>
                    <a:pt x="1092865" y="231743"/>
                  </a:cubicBezTo>
                  <a:cubicBezTo>
                    <a:pt x="1092428" y="231407"/>
                    <a:pt x="1089803" y="228918"/>
                    <a:pt x="1089399" y="228817"/>
                  </a:cubicBezTo>
                  <a:cubicBezTo>
                    <a:pt x="1088961" y="228716"/>
                    <a:pt x="1087346" y="227404"/>
                    <a:pt x="1087346" y="227404"/>
                  </a:cubicBezTo>
                  <a:cubicBezTo>
                    <a:pt x="1087346" y="227404"/>
                    <a:pt x="1083004" y="226327"/>
                    <a:pt x="1082668" y="226092"/>
                  </a:cubicBezTo>
                  <a:cubicBezTo>
                    <a:pt x="1082331" y="225890"/>
                    <a:pt x="1079067" y="225116"/>
                    <a:pt x="1078629" y="224881"/>
                  </a:cubicBezTo>
                  <a:cubicBezTo>
                    <a:pt x="1078192" y="224679"/>
                    <a:pt x="1074187" y="221080"/>
                    <a:pt x="1074052" y="220642"/>
                  </a:cubicBezTo>
                  <a:cubicBezTo>
                    <a:pt x="1073951" y="220205"/>
                    <a:pt x="1072437" y="219566"/>
                    <a:pt x="1072100" y="219028"/>
                  </a:cubicBezTo>
                  <a:cubicBezTo>
                    <a:pt x="1071764" y="218489"/>
                    <a:pt x="1069711" y="216538"/>
                    <a:pt x="1069711" y="216538"/>
                  </a:cubicBezTo>
                  <a:cubicBezTo>
                    <a:pt x="1069711" y="216538"/>
                    <a:pt x="1069071" y="216538"/>
                    <a:pt x="1068398" y="216875"/>
                  </a:cubicBezTo>
                  <a:cubicBezTo>
                    <a:pt x="1067759" y="217211"/>
                    <a:pt x="1067086" y="217648"/>
                    <a:pt x="1065235" y="218624"/>
                  </a:cubicBezTo>
                  <a:cubicBezTo>
                    <a:pt x="1063384" y="219600"/>
                    <a:pt x="1061970" y="219061"/>
                    <a:pt x="1060893" y="218960"/>
                  </a:cubicBezTo>
                  <a:cubicBezTo>
                    <a:pt x="1059816" y="218859"/>
                    <a:pt x="1058840" y="216908"/>
                    <a:pt x="1058840" y="216908"/>
                  </a:cubicBezTo>
                  <a:lnTo>
                    <a:pt x="1059379" y="215058"/>
                  </a:lnTo>
                  <a:cubicBezTo>
                    <a:pt x="1059379" y="215058"/>
                    <a:pt x="1059716" y="213309"/>
                    <a:pt x="1059917" y="212333"/>
                  </a:cubicBezTo>
                  <a:cubicBezTo>
                    <a:pt x="1060119" y="211358"/>
                    <a:pt x="1060355" y="210281"/>
                    <a:pt x="1060355" y="210281"/>
                  </a:cubicBezTo>
                  <a:lnTo>
                    <a:pt x="1059379" y="205404"/>
                  </a:lnTo>
                  <a:lnTo>
                    <a:pt x="1059379" y="201804"/>
                  </a:lnTo>
                  <a:lnTo>
                    <a:pt x="1059042" y="197666"/>
                  </a:lnTo>
                  <a:cubicBezTo>
                    <a:pt x="1059042" y="197666"/>
                    <a:pt x="1057528" y="195278"/>
                    <a:pt x="1057292" y="194942"/>
                  </a:cubicBezTo>
                  <a:cubicBezTo>
                    <a:pt x="1057090" y="194605"/>
                    <a:pt x="1051436" y="194067"/>
                    <a:pt x="1051436" y="194067"/>
                  </a:cubicBezTo>
                  <a:lnTo>
                    <a:pt x="1048071" y="192318"/>
                  </a:lnTo>
                  <a:lnTo>
                    <a:pt x="1045379" y="192318"/>
                  </a:lnTo>
                  <a:cubicBezTo>
                    <a:pt x="1045379" y="192318"/>
                    <a:pt x="1042787" y="192049"/>
                    <a:pt x="1041845" y="191410"/>
                  </a:cubicBezTo>
                  <a:cubicBezTo>
                    <a:pt x="1040902" y="190770"/>
                    <a:pt x="1040162" y="190938"/>
                    <a:pt x="1040162" y="190938"/>
                  </a:cubicBezTo>
                  <a:cubicBezTo>
                    <a:pt x="1040162" y="190938"/>
                    <a:pt x="1037571" y="189055"/>
                    <a:pt x="1037268" y="188550"/>
                  </a:cubicBezTo>
                  <a:cubicBezTo>
                    <a:pt x="1036965" y="188046"/>
                    <a:pt x="1036191" y="187608"/>
                    <a:pt x="1035888" y="187171"/>
                  </a:cubicBezTo>
                  <a:cubicBezTo>
                    <a:pt x="1035585" y="186734"/>
                    <a:pt x="1034946" y="186364"/>
                    <a:pt x="1034441" y="185792"/>
                  </a:cubicBezTo>
                  <a:cubicBezTo>
                    <a:pt x="1033936" y="185220"/>
                    <a:pt x="1032994" y="184042"/>
                    <a:pt x="1032859" y="183269"/>
                  </a:cubicBezTo>
                  <a:cubicBezTo>
                    <a:pt x="1032724" y="182461"/>
                    <a:pt x="1031849" y="181620"/>
                    <a:pt x="1031715" y="181015"/>
                  </a:cubicBezTo>
                  <a:cubicBezTo>
                    <a:pt x="1031580" y="180443"/>
                    <a:pt x="1030840" y="179871"/>
                    <a:pt x="1030772" y="179266"/>
                  </a:cubicBezTo>
                  <a:cubicBezTo>
                    <a:pt x="1030705" y="178694"/>
                    <a:pt x="1028686" y="178525"/>
                    <a:pt x="1028686" y="178525"/>
                  </a:cubicBezTo>
                  <a:cubicBezTo>
                    <a:pt x="1028686" y="178525"/>
                    <a:pt x="1026297" y="178155"/>
                    <a:pt x="1025421" y="177012"/>
                  </a:cubicBezTo>
                  <a:cubicBezTo>
                    <a:pt x="1024546" y="175868"/>
                    <a:pt x="1025421" y="174993"/>
                    <a:pt x="1025489" y="174119"/>
                  </a:cubicBezTo>
                  <a:cubicBezTo>
                    <a:pt x="1025556" y="173244"/>
                    <a:pt x="1025186" y="171596"/>
                    <a:pt x="1025186" y="171360"/>
                  </a:cubicBezTo>
                  <a:cubicBezTo>
                    <a:pt x="1025186" y="171125"/>
                    <a:pt x="1024378" y="169342"/>
                    <a:pt x="1023941" y="168669"/>
                  </a:cubicBezTo>
                  <a:cubicBezTo>
                    <a:pt x="1023503" y="168030"/>
                    <a:pt x="1022426" y="166516"/>
                    <a:pt x="1022426" y="166516"/>
                  </a:cubicBezTo>
                  <a:cubicBezTo>
                    <a:pt x="1022426" y="166516"/>
                    <a:pt x="1021114" y="165709"/>
                    <a:pt x="1020676" y="165137"/>
                  </a:cubicBezTo>
                  <a:cubicBezTo>
                    <a:pt x="1020239" y="164565"/>
                    <a:pt x="1019465" y="165002"/>
                    <a:pt x="1019465" y="165002"/>
                  </a:cubicBezTo>
                  <a:lnTo>
                    <a:pt x="1017849" y="165810"/>
                  </a:lnTo>
                  <a:lnTo>
                    <a:pt x="1016099" y="167122"/>
                  </a:lnTo>
                  <a:cubicBezTo>
                    <a:pt x="1016099" y="167122"/>
                    <a:pt x="1015291" y="168635"/>
                    <a:pt x="1015224" y="169073"/>
                  </a:cubicBezTo>
                  <a:cubicBezTo>
                    <a:pt x="1015157" y="169510"/>
                    <a:pt x="1014921" y="170957"/>
                    <a:pt x="1014787" y="171461"/>
                  </a:cubicBezTo>
                  <a:cubicBezTo>
                    <a:pt x="1014652" y="171966"/>
                    <a:pt x="1014282" y="172840"/>
                    <a:pt x="1014214" y="173850"/>
                  </a:cubicBezTo>
                  <a:cubicBezTo>
                    <a:pt x="1014147" y="174859"/>
                    <a:pt x="1014147" y="175801"/>
                    <a:pt x="1014147" y="175801"/>
                  </a:cubicBezTo>
                  <a:cubicBezTo>
                    <a:pt x="1014147" y="175801"/>
                    <a:pt x="1014147" y="177314"/>
                    <a:pt x="1014147" y="177617"/>
                  </a:cubicBezTo>
                  <a:cubicBezTo>
                    <a:pt x="1014147" y="177920"/>
                    <a:pt x="1014484" y="178256"/>
                    <a:pt x="1015426" y="179568"/>
                  </a:cubicBezTo>
                  <a:cubicBezTo>
                    <a:pt x="1016368" y="180880"/>
                    <a:pt x="1016032" y="180813"/>
                    <a:pt x="1016705" y="181385"/>
                  </a:cubicBezTo>
                  <a:cubicBezTo>
                    <a:pt x="1017344" y="181957"/>
                    <a:pt x="1017075" y="183201"/>
                    <a:pt x="1017580" y="183706"/>
                  </a:cubicBezTo>
                  <a:cubicBezTo>
                    <a:pt x="1018085" y="184211"/>
                    <a:pt x="1018017" y="184648"/>
                    <a:pt x="1018825" y="185455"/>
                  </a:cubicBezTo>
                  <a:cubicBezTo>
                    <a:pt x="1019633" y="186263"/>
                    <a:pt x="1019195" y="185893"/>
                    <a:pt x="1019431" y="185960"/>
                  </a:cubicBezTo>
                  <a:cubicBezTo>
                    <a:pt x="1019666" y="186027"/>
                    <a:pt x="1019768" y="187036"/>
                    <a:pt x="1020575" y="187406"/>
                  </a:cubicBezTo>
                  <a:cubicBezTo>
                    <a:pt x="1021383" y="187776"/>
                    <a:pt x="1021719" y="188146"/>
                    <a:pt x="1021719" y="188146"/>
                  </a:cubicBezTo>
                  <a:cubicBezTo>
                    <a:pt x="1021719" y="188146"/>
                    <a:pt x="1025287" y="191847"/>
                    <a:pt x="1025186" y="192789"/>
                  </a:cubicBezTo>
                  <a:cubicBezTo>
                    <a:pt x="1025118" y="193731"/>
                    <a:pt x="1024984" y="194740"/>
                    <a:pt x="1024883" y="195682"/>
                  </a:cubicBezTo>
                  <a:cubicBezTo>
                    <a:pt x="1024816" y="196624"/>
                    <a:pt x="1023571" y="197195"/>
                    <a:pt x="1023133" y="197700"/>
                  </a:cubicBezTo>
                  <a:cubicBezTo>
                    <a:pt x="1022695" y="198205"/>
                    <a:pt x="1019868" y="198777"/>
                    <a:pt x="1019397" y="198777"/>
                  </a:cubicBezTo>
                  <a:cubicBezTo>
                    <a:pt x="1018926" y="198777"/>
                    <a:pt x="1017715" y="198911"/>
                    <a:pt x="1017277" y="198911"/>
                  </a:cubicBezTo>
                  <a:cubicBezTo>
                    <a:pt x="1016840" y="198911"/>
                    <a:pt x="1014955" y="198474"/>
                    <a:pt x="1013878" y="197902"/>
                  </a:cubicBezTo>
                  <a:cubicBezTo>
                    <a:pt x="1012801" y="197330"/>
                    <a:pt x="1012060" y="197027"/>
                    <a:pt x="1011859" y="196960"/>
                  </a:cubicBezTo>
                  <a:cubicBezTo>
                    <a:pt x="1011657" y="196893"/>
                    <a:pt x="1008460" y="195379"/>
                    <a:pt x="1008224" y="195143"/>
                  </a:cubicBezTo>
                  <a:cubicBezTo>
                    <a:pt x="1007988" y="194908"/>
                    <a:pt x="1006575" y="193899"/>
                    <a:pt x="1006575" y="193899"/>
                  </a:cubicBezTo>
                  <a:cubicBezTo>
                    <a:pt x="1006575" y="193899"/>
                    <a:pt x="1006205" y="191275"/>
                    <a:pt x="1006272" y="191073"/>
                  </a:cubicBezTo>
                  <a:cubicBezTo>
                    <a:pt x="1006339" y="190871"/>
                    <a:pt x="1003580" y="188617"/>
                    <a:pt x="1003580" y="188617"/>
                  </a:cubicBezTo>
                  <a:lnTo>
                    <a:pt x="1001695" y="187743"/>
                  </a:lnTo>
                  <a:lnTo>
                    <a:pt x="996983" y="183975"/>
                  </a:lnTo>
                  <a:lnTo>
                    <a:pt x="987493" y="175868"/>
                  </a:lnTo>
                  <a:cubicBezTo>
                    <a:pt x="987493" y="175868"/>
                    <a:pt x="986685" y="175363"/>
                    <a:pt x="986416" y="174993"/>
                  </a:cubicBezTo>
                  <a:cubicBezTo>
                    <a:pt x="986113" y="174623"/>
                    <a:pt x="984666" y="172908"/>
                    <a:pt x="984228" y="172370"/>
                  </a:cubicBezTo>
                  <a:cubicBezTo>
                    <a:pt x="983791" y="171865"/>
                    <a:pt x="982714" y="171058"/>
                    <a:pt x="982579" y="170721"/>
                  </a:cubicBezTo>
                  <a:cubicBezTo>
                    <a:pt x="982445" y="170351"/>
                    <a:pt x="981334" y="169847"/>
                    <a:pt x="981132" y="169712"/>
                  </a:cubicBezTo>
                  <a:cubicBezTo>
                    <a:pt x="980897" y="169577"/>
                    <a:pt x="980055" y="170149"/>
                    <a:pt x="978877" y="170082"/>
                  </a:cubicBezTo>
                  <a:cubicBezTo>
                    <a:pt x="977733" y="170015"/>
                    <a:pt x="977565" y="170082"/>
                    <a:pt x="977127" y="169880"/>
                  </a:cubicBezTo>
                  <a:cubicBezTo>
                    <a:pt x="976690" y="169678"/>
                    <a:pt x="976117" y="168938"/>
                    <a:pt x="976117" y="168938"/>
                  </a:cubicBezTo>
                  <a:cubicBezTo>
                    <a:pt x="976117" y="168938"/>
                    <a:pt x="975040" y="167929"/>
                    <a:pt x="974670" y="167626"/>
                  </a:cubicBezTo>
                  <a:cubicBezTo>
                    <a:pt x="974300" y="167324"/>
                    <a:pt x="974468" y="166314"/>
                    <a:pt x="974536" y="166045"/>
                  </a:cubicBezTo>
                  <a:cubicBezTo>
                    <a:pt x="974603" y="165742"/>
                    <a:pt x="975848" y="164666"/>
                    <a:pt x="976353" y="164296"/>
                  </a:cubicBezTo>
                  <a:cubicBezTo>
                    <a:pt x="976858" y="163926"/>
                    <a:pt x="975848" y="163152"/>
                    <a:pt x="975848" y="163152"/>
                  </a:cubicBezTo>
                  <a:lnTo>
                    <a:pt x="973593" y="161639"/>
                  </a:lnTo>
                  <a:cubicBezTo>
                    <a:pt x="973593" y="161639"/>
                    <a:pt x="972449" y="159620"/>
                    <a:pt x="972281" y="159183"/>
                  </a:cubicBezTo>
                  <a:cubicBezTo>
                    <a:pt x="972146" y="158745"/>
                    <a:pt x="970699" y="158476"/>
                    <a:pt x="970262" y="158174"/>
                  </a:cubicBezTo>
                  <a:cubicBezTo>
                    <a:pt x="969824" y="157871"/>
                    <a:pt x="968680" y="156727"/>
                    <a:pt x="968680" y="156727"/>
                  </a:cubicBezTo>
                  <a:cubicBezTo>
                    <a:pt x="968680" y="156727"/>
                    <a:pt x="967536" y="154271"/>
                    <a:pt x="967367" y="153699"/>
                  </a:cubicBezTo>
                  <a:cubicBezTo>
                    <a:pt x="967233" y="153128"/>
                    <a:pt x="966930" y="150369"/>
                    <a:pt x="966930" y="150369"/>
                  </a:cubicBezTo>
                  <a:lnTo>
                    <a:pt x="965785" y="148048"/>
                  </a:lnTo>
                  <a:cubicBezTo>
                    <a:pt x="965785" y="148048"/>
                    <a:pt x="964036" y="147173"/>
                    <a:pt x="964036" y="146601"/>
                  </a:cubicBezTo>
                  <a:cubicBezTo>
                    <a:pt x="964036" y="146030"/>
                    <a:pt x="961848" y="144852"/>
                    <a:pt x="961579" y="144146"/>
                  </a:cubicBezTo>
                  <a:cubicBezTo>
                    <a:pt x="961276" y="143406"/>
                    <a:pt x="960569" y="141825"/>
                    <a:pt x="960401" y="141387"/>
                  </a:cubicBezTo>
                  <a:cubicBezTo>
                    <a:pt x="960266" y="140950"/>
                    <a:pt x="958651" y="138494"/>
                    <a:pt x="958651" y="137620"/>
                  </a:cubicBezTo>
                  <a:cubicBezTo>
                    <a:pt x="958651" y="136745"/>
                    <a:pt x="955016" y="132843"/>
                    <a:pt x="955016" y="132843"/>
                  </a:cubicBezTo>
                  <a:cubicBezTo>
                    <a:pt x="955016" y="132843"/>
                    <a:pt x="951684" y="130387"/>
                    <a:pt x="951381" y="129512"/>
                  </a:cubicBezTo>
                  <a:cubicBezTo>
                    <a:pt x="951078" y="128638"/>
                    <a:pt x="947477" y="127326"/>
                    <a:pt x="946872" y="127057"/>
                  </a:cubicBezTo>
                  <a:cubicBezTo>
                    <a:pt x="946300" y="126754"/>
                    <a:pt x="944684" y="124298"/>
                    <a:pt x="943102" y="123155"/>
                  </a:cubicBezTo>
                  <a:cubicBezTo>
                    <a:pt x="941521" y="122011"/>
                    <a:pt x="940511" y="121136"/>
                    <a:pt x="939905" y="120564"/>
                  </a:cubicBezTo>
                  <a:cubicBezTo>
                    <a:pt x="939333" y="119993"/>
                    <a:pt x="937886" y="118815"/>
                    <a:pt x="936876" y="117537"/>
                  </a:cubicBezTo>
                  <a:cubicBezTo>
                    <a:pt x="935867" y="116225"/>
                    <a:pt x="935294" y="115956"/>
                    <a:pt x="935294" y="115956"/>
                  </a:cubicBezTo>
                  <a:cubicBezTo>
                    <a:pt x="935294" y="115956"/>
                    <a:pt x="933847" y="114509"/>
                    <a:pt x="933410" y="114072"/>
                  </a:cubicBezTo>
                  <a:cubicBezTo>
                    <a:pt x="932972" y="113635"/>
                    <a:pt x="930650" y="112928"/>
                    <a:pt x="930516" y="112491"/>
                  </a:cubicBezTo>
                  <a:cubicBezTo>
                    <a:pt x="930381" y="112054"/>
                    <a:pt x="929371" y="109732"/>
                    <a:pt x="928934" y="108723"/>
                  </a:cubicBezTo>
                  <a:cubicBezTo>
                    <a:pt x="928496" y="107714"/>
                    <a:pt x="926612" y="104653"/>
                    <a:pt x="926612" y="104653"/>
                  </a:cubicBezTo>
                  <a:lnTo>
                    <a:pt x="922842" y="102063"/>
                  </a:lnTo>
                  <a:cubicBezTo>
                    <a:pt x="922842" y="102063"/>
                    <a:pt x="921664" y="102063"/>
                    <a:pt x="921092" y="102063"/>
                  </a:cubicBezTo>
                  <a:cubicBezTo>
                    <a:pt x="920520" y="102063"/>
                    <a:pt x="919208" y="100481"/>
                    <a:pt x="919073" y="100044"/>
                  </a:cubicBezTo>
                  <a:cubicBezTo>
                    <a:pt x="918938" y="99607"/>
                    <a:pt x="916751" y="97723"/>
                    <a:pt x="916482" y="97151"/>
                  </a:cubicBezTo>
                  <a:cubicBezTo>
                    <a:pt x="916179" y="96579"/>
                    <a:pt x="915472" y="94527"/>
                    <a:pt x="915472" y="93955"/>
                  </a:cubicBezTo>
                  <a:cubicBezTo>
                    <a:pt x="915472" y="93384"/>
                    <a:pt x="914159" y="89751"/>
                    <a:pt x="914159" y="89751"/>
                  </a:cubicBezTo>
                  <a:lnTo>
                    <a:pt x="911703" y="86992"/>
                  </a:lnTo>
                  <a:lnTo>
                    <a:pt x="907227" y="84671"/>
                  </a:lnTo>
                  <a:cubicBezTo>
                    <a:pt x="907227" y="84671"/>
                    <a:pt x="904635" y="84671"/>
                    <a:pt x="904198" y="84671"/>
                  </a:cubicBezTo>
                  <a:cubicBezTo>
                    <a:pt x="903760" y="84671"/>
                    <a:pt x="901303" y="86487"/>
                    <a:pt x="900563" y="87059"/>
                  </a:cubicBezTo>
                  <a:cubicBezTo>
                    <a:pt x="899856" y="87631"/>
                    <a:pt x="898678" y="87867"/>
                    <a:pt x="898678" y="87867"/>
                  </a:cubicBezTo>
                  <a:lnTo>
                    <a:pt x="897534" y="89885"/>
                  </a:lnTo>
                  <a:lnTo>
                    <a:pt x="896524" y="91769"/>
                  </a:lnTo>
                  <a:cubicBezTo>
                    <a:pt x="896524" y="91769"/>
                    <a:pt x="896221" y="93081"/>
                    <a:pt x="896221" y="94225"/>
                  </a:cubicBezTo>
                  <a:cubicBezTo>
                    <a:pt x="896221" y="95368"/>
                    <a:pt x="895649" y="95671"/>
                    <a:pt x="895649" y="95671"/>
                  </a:cubicBezTo>
                  <a:cubicBezTo>
                    <a:pt x="895649" y="95671"/>
                    <a:pt x="894505" y="97858"/>
                    <a:pt x="893899" y="98295"/>
                  </a:cubicBezTo>
                  <a:cubicBezTo>
                    <a:pt x="893327" y="98732"/>
                    <a:pt x="893024" y="99439"/>
                    <a:pt x="893024" y="99439"/>
                  </a:cubicBezTo>
                  <a:cubicBezTo>
                    <a:pt x="893024" y="99439"/>
                    <a:pt x="888548" y="100885"/>
                    <a:pt x="887942" y="101020"/>
                  </a:cubicBezTo>
                  <a:cubicBezTo>
                    <a:pt x="887370" y="101154"/>
                    <a:pt x="879596" y="102264"/>
                    <a:pt x="879596" y="102264"/>
                  </a:cubicBezTo>
                  <a:cubicBezTo>
                    <a:pt x="879596" y="102264"/>
                    <a:pt x="874817" y="101928"/>
                    <a:pt x="873740" y="101625"/>
                  </a:cubicBezTo>
                  <a:cubicBezTo>
                    <a:pt x="872663" y="101289"/>
                    <a:pt x="872529" y="98799"/>
                    <a:pt x="872428" y="98261"/>
                  </a:cubicBezTo>
                  <a:cubicBezTo>
                    <a:pt x="872327" y="97723"/>
                    <a:pt x="870240" y="94998"/>
                    <a:pt x="870240" y="94998"/>
                  </a:cubicBezTo>
                  <a:lnTo>
                    <a:pt x="866538" y="90087"/>
                  </a:lnTo>
                  <a:cubicBezTo>
                    <a:pt x="866538" y="90087"/>
                    <a:pt x="864351" y="89111"/>
                    <a:pt x="863913" y="89111"/>
                  </a:cubicBezTo>
                  <a:cubicBezTo>
                    <a:pt x="863476" y="89111"/>
                    <a:pt x="862836" y="89313"/>
                    <a:pt x="862500" y="89313"/>
                  </a:cubicBezTo>
                  <a:cubicBezTo>
                    <a:pt x="862163" y="89313"/>
                    <a:pt x="861187" y="89414"/>
                    <a:pt x="860548" y="89515"/>
                  </a:cubicBezTo>
                  <a:cubicBezTo>
                    <a:pt x="859908" y="89616"/>
                    <a:pt x="859572" y="90827"/>
                    <a:pt x="859134" y="91802"/>
                  </a:cubicBezTo>
                  <a:cubicBezTo>
                    <a:pt x="858697" y="92778"/>
                    <a:pt x="857721" y="93989"/>
                    <a:pt x="856846" y="94830"/>
                  </a:cubicBezTo>
                  <a:cubicBezTo>
                    <a:pt x="855971" y="95705"/>
                    <a:pt x="855432" y="96243"/>
                    <a:pt x="855432" y="96243"/>
                  </a:cubicBezTo>
                  <a:cubicBezTo>
                    <a:pt x="855432" y="96243"/>
                    <a:pt x="854557" y="98531"/>
                    <a:pt x="853918" y="98968"/>
                  </a:cubicBezTo>
                  <a:cubicBezTo>
                    <a:pt x="853278" y="99405"/>
                    <a:pt x="852605" y="100044"/>
                    <a:pt x="851629" y="100818"/>
                  </a:cubicBezTo>
                  <a:cubicBezTo>
                    <a:pt x="850653" y="101592"/>
                    <a:pt x="850317" y="101255"/>
                    <a:pt x="850317" y="101255"/>
                  </a:cubicBezTo>
                  <a:cubicBezTo>
                    <a:pt x="850317" y="101255"/>
                    <a:pt x="848365" y="102668"/>
                    <a:pt x="847591" y="103307"/>
                  </a:cubicBezTo>
                  <a:cubicBezTo>
                    <a:pt x="846817" y="103946"/>
                    <a:pt x="846177" y="105898"/>
                    <a:pt x="846177" y="106772"/>
                  </a:cubicBezTo>
                  <a:cubicBezTo>
                    <a:pt x="846177" y="107647"/>
                    <a:pt x="845740" y="108387"/>
                    <a:pt x="845302" y="108824"/>
                  </a:cubicBezTo>
                  <a:cubicBezTo>
                    <a:pt x="844865" y="109262"/>
                    <a:pt x="844225" y="111650"/>
                    <a:pt x="843014" y="112525"/>
                  </a:cubicBezTo>
                  <a:cubicBezTo>
                    <a:pt x="841802" y="113399"/>
                    <a:pt x="841937" y="112861"/>
                    <a:pt x="840725" y="113164"/>
                  </a:cubicBezTo>
                  <a:cubicBezTo>
                    <a:pt x="839514" y="113500"/>
                    <a:pt x="837797" y="113265"/>
                    <a:pt x="835711" y="112827"/>
                  </a:cubicBezTo>
                  <a:cubicBezTo>
                    <a:pt x="833658" y="112390"/>
                    <a:pt x="834970" y="111515"/>
                    <a:pt x="834970" y="111515"/>
                  </a:cubicBezTo>
                  <a:lnTo>
                    <a:pt x="834970" y="108791"/>
                  </a:lnTo>
                  <a:cubicBezTo>
                    <a:pt x="834970" y="108791"/>
                    <a:pt x="834869" y="105427"/>
                    <a:pt x="834768" y="104989"/>
                  </a:cubicBezTo>
                  <a:cubicBezTo>
                    <a:pt x="834667" y="104552"/>
                    <a:pt x="830326" y="102601"/>
                    <a:pt x="830326" y="102601"/>
                  </a:cubicBezTo>
                  <a:cubicBezTo>
                    <a:pt x="830326" y="102601"/>
                    <a:pt x="826523" y="101188"/>
                    <a:pt x="825109" y="100111"/>
                  </a:cubicBezTo>
                  <a:cubicBezTo>
                    <a:pt x="823696" y="99035"/>
                    <a:pt x="820431" y="97723"/>
                    <a:pt x="819018" y="97185"/>
                  </a:cubicBezTo>
                  <a:cubicBezTo>
                    <a:pt x="817604" y="96647"/>
                    <a:pt x="815753" y="95335"/>
                    <a:pt x="814239" y="94696"/>
                  </a:cubicBezTo>
                  <a:cubicBezTo>
                    <a:pt x="812724" y="94056"/>
                    <a:pt x="810974" y="93720"/>
                    <a:pt x="808248" y="92744"/>
                  </a:cubicBezTo>
                  <a:cubicBezTo>
                    <a:pt x="805522" y="91769"/>
                    <a:pt x="804647" y="90793"/>
                    <a:pt x="802594" y="89481"/>
                  </a:cubicBezTo>
                  <a:cubicBezTo>
                    <a:pt x="800542" y="88169"/>
                    <a:pt x="799229" y="85882"/>
                    <a:pt x="798590" y="84469"/>
                  </a:cubicBezTo>
                  <a:cubicBezTo>
                    <a:pt x="797950" y="83056"/>
                    <a:pt x="796840" y="82417"/>
                    <a:pt x="796301" y="81643"/>
                  </a:cubicBezTo>
                  <a:cubicBezTo>
                    <a:pt x="795763" y="80870"/>
                    <a:pt x="793272" y="77943"/>
                    <a:pt x="792936" y="76766"/>
                  </a:cubicBezTo>
                  <a:cubicBezTo>
                    <a:pt x="792599" y="75555"/>
                    <a:pt x="790344" y="74142"/>
                    <a:pt x="789772" y="73301"/>
                  </a:cubicBezTo>
                  <a:cubicBezTo>
                    <a:pt x="789234" y="72426"/>
                    <a:pt x="785532" y="68625"/>
                    <a:pt x="784993" y="67986"/>
                  </a:cubicBezTo>
                  <a:cubicBezTo>
                    <a:pt x="784455" y="67347"/>
                    <a:pt x="782368" y="65362"/>
                    <a:pt x="782065" y="64958"/>
                  </a:cubicBezTo>
                  <a:cubicBezTo>
                    <a:pt x="781729" y="64521"/>
                    <a:pt x="779137" y="61796"/>
                    <a:pt x="777926" y="59845"/>
                  </a:cubicBezTo>
                  <a:cubicBezTo>
                    <a:pt x="776748" y="57894"/>
                    <a:pt x="775301" y="57557"/>
                    <a:pt x="774560" y="57120"/>
                  </a:cubicBezTo>
                  <a:cubicBezTo>
                    <a:pt x="773786" y="56683"/>
                    <a:pt x="770320" y="54631"/>
                    <a:pt x="770320" y="54631"/>
                  </a:cubicBezTo>
                  <a:cubicBezTo>
                    <a:pt x="770320" y="54631"/>
                    <a:pt x="765541" y="53857"/>
                    <a:pt x="765204" y="53857"/>
                  </a:cubicBezTo>
                  <a:cubicBezTo>
                    <a:pt x="764868" y="53857"/>
                    <a:pt x="754771" y="53420"/>
                    <a:pt x="753459" y="53420"/>
                  </a:cubicBezTo>
                  <a:cubicBezTo>
                    <a:pt x="752146" y="53420"/>
                    <a:pt x="749992" y="54193"/>
                    <a:pt x="749992" y="54193"/>
                  </a:cubicBezTo>
                  <a:lnTo>
                    <a:pt x="748478" y="55270"/>
                  </a:lnTo>
                  <a:cubicBezTo>
                    <a:pt x="748478" y="55270"/>
                    <a:pt x="745752" y="57860"/>
                    <a:pt x="744877" y="59071"/>
                  </a:cubicBezTo>
                  <a:cubicBezTo>
                    <a:pt x="744002" y="60249"/>
                    <a:pt x="743127" y="61998"/>
                    <a:pt x="743261" y="62435"/>
                  </a:cubicBezTo>
                  <a:cubicBezTo>
                    <a:pt x="743362" y="62872"/>
                    <a:pt x="740670" y="69836"/>
                    <a:pt x="740973" y="70038"/>
                  </a:cubicBezTo>
                  <a:cubicBezTo>
                    <a:pt x="741310" y="70240"/>
                    <a:pt x="744776" y="75353"/>
                    <a:pt x="745853" y="76867"/>
                  </a:cubicBezTo>
                  <a:cubicBezTo>
                    <a:pt x="746930" y="78380"/>
                    <a:pt x="746088" y="78178"/>
                    <a:pt x="745954" y="81206"/>
                  </a:cubicBezTo>
                  <a:cubicBezTo>
                    <a:pt x="745853" y="84234"/>
                    <a:pt x="744877" y="85646"/>
                    <a:pt x="743127" y="87934"/>
                  </a:cubicBezTo>
                  <a:cubicBezTo>
                    <a:pt x="741377" y="90221"/>
                    <a:pt x="741713" y="93148"/>
                    <a:pt x="740199" y="98160"/>
                  </a:cubicBezTo>
                  <a:cubicBezTo>
                    <a:pt x="738684" y="103173"/>
                    <a:pt x="738684" y="105427"/>
                    <a:pt x="737708" y="107512"/>
                  </a:cubicBezTo>
                  <a:cubicBezTo>
                    <a:pt x="736732" y="109564"/>
                    <a:pt x="736632" y="110540"/>
                    <a:pt x="736632" y="112289"/>
                  </a:cubicBezTo>
                  <a:cubicBezTo>
                    <a:pt x="736632" y="114038"/>
                    <a:pt x="737708" y="115552"/>
                    <a:pt x="738247" y="117167"/>
                  </a:cubicBezTo>
                  <a:cubicBezTo>
                    <a:pt x="738785" y="118781"/>
                    <a:pt x="739862" y="121944"/>
                    <a:pt x="740098" y="122280"/>
                  </a:cubicBezTo>
                  <a:cubicBezTo>
                    <a:pt x="740333" y="122616"/>
                    <a:pt x="740636" y="128806"/>
                    <a:pt x="740435" y="129546"/>
                  </a:cubicBezTo>
                  <a:cubicBezTo>
                    <a:pt x="740233" y="130320"/>
                    <a:pt x="740435" y="133549"/>
                    <a:pt x="740233" y="135971"/>
                  </a:cubicBezTo>
                  <a:cubicBezTo>
                    <a:pt x="740031" y="138360"/>
                    <a:pt x="739694" y="140849"/>
                    <a:pt x="739694" y="141186"/>
                  </a:cubicBezTo>
                  <a:cubicBezTo>
                    <a:pt x="739694" y="141522"/>
                    <a:pt x="739593" y="143574"/>
                    <a:pt x="739593" y="145525"/>
                  </a:cubicBezTo>
                  <a:cubicBezTo>
                    <a:pt x="739593" y="147476"/>
                    <a:pt x="739156" y="147274"/>
                    <a:pt x="739055" y="148014"/>
                  </a:cubicBezTo>
                  <a:cubicBezTo>
                    <a:pt x="738954" y="148788"/>
                    <a:pt x="737540" y="149225"/>
                    <a:pt x="736665" y="149528"/>
                  </a:cubicBezTo>
                  <a:cubicBezTo>
                    <a:pt x="735790" y="149865"/>
                    <a:pt x="732963" y="150403"/>
                    <a:pt x="732324" y="150403"/>
                  </a:cubicBezTo>
                  <a:cubicBezTo>
                    <a:pt x="731684" y="150403"/>
                    <a:pt x="729732" y="150739"/>
                    <a:pt x="727881" y="150403"/>
                  </a:cubicBezTo>
                  <a:cubicBezTo>
                    <a:pt x="726030" y="150066"/>
                    <a:pt x="725155" y="151917"/>
                    <a:pt x="724179" y="152051"/>
                  </a:cubicBezTo>
                  <a:cubicBezTo>
                    <a:pt x="723203" y="152152"/>
                    <a:pt x="719737" y="151513"/>
                    <a:pt x="718862" y="151513"/>
                  </a:cubicBezTo>
                  <a:cubicBezTo>
                    <a:pt x="717987" y="151513"/>
                    <a:pt x="716472" y="150302"/>
                    <a:pt x="716472" y="150302"/>
                  </a:cubicBezTo>
                  <a:cubicBezTo>
                    <a:pt x="716472" y="150302"/>
                    <a:pt x="712770" y="147274"/>
                    <a:pt x="712333" y="146938"/>
                  </a:cubicBezTo>
                  <a:cubicBezTo>
                    <a:pt x="711895" y="146601"/>
                    <a:pt x="709742" y="144751"/>
                    <a:pt x="708429" y="143574"/>
                  </a:cubicBezTo>
                  <a:cubicBezTo>
                    <a:pt x="707116" y="142397"/>
                    <a:pt x="705164" y="140210"/>
                    <a:pt x="704626" y="139874"/>
                  </a:cubicBezTo>
                  <a:cubicBezTo>
                    <a:pt x="704088" y="139537"/>
                    <a:pt x="701900" y="139335"/>
                    <a:pt x="701261" y="138999"/>
                  </a:cubicBezTo>
                  <a:cubicBezTo>
                    <a:pt x="700621" y="138663"/>
                    <a:pt x="699510" y="135837"/>
                    <a:pt x="699510" y="135399"/>
                  </a:cubicBezTo>
                  <a:cubicBezTo>
                    <a:pt x="699510" y="134962"/>
                    <a:pt x="699746" y="133347"/>
                    <a:pt x="699746" y="133011"/>
                  </a:cubicBezTo>
                  <a:cubicBezTo>
                    <a:pt x="699746" y="132675"/>
                    <a:pt x="699847" y="127158"/>
                    <a:pt x="699847" y="127158"/>
                  </a:cubicBezTo>
                  <a:cubicBezTo>
                    <a:pt x="699847" y="127158"/>
                    <a:pt x="696246" y="123558"/>
                    <a:pt x="695607" y="123155"/>
                  </a:cubicBezTo>
                  <a:cubicBezTo>
                    <a:pt x="694967" y="122717"/>
                    <a:pt x="691030" y="118277"/>
                    <a:pt x="690727" y="117604"/>
                  </a:cubicBezTo>
                  <a:cubicBezTo>
                    <a:pt x="690390" y="116965"/>
                    <a:pt x="687361" y="115989"/>
                    <a:pt x="686924" y="115754"/>
                  </a:cubicBezTo>
                  <a:cubicBezTo>
                    <a:pt x="686486" y="115552"/>
                    <a:pt x="680832" y="113467"/>
                    <a:pt x="680395" y="113265"/>
                  </a:cubicBezTo>
                  <a:cubicBezTo>
                    <a:pt x="679957" y="113063"/>
                    <a:pt x="677770" y="113265"/>
                    <a:pt x="677770" y="113265"/>
                  </a:cubicBezTo>
                  <a:cubicBezTo>
                    <a:pt x="677770" y="113265"/>
                    <a:pt x="672217" y="110876"/>
                    <a:pt x="671678" y="110439"/>
                  </a:cubicBezTo>
                  <a:cubicBezTo>
                    <a:pt x="671140" y="110002"/>
                    <a:pt x="660034" y="103038"/>
                    <a:pt x="659731" y="102836"/>
                  </a:cubicBezTo>
                  <a:cubicBezTo>
                    <a:pt x="659394" y="102634"/>
                    <a:pt x="655490" y="99035"/>
                    <a:pt x="655288" y="98598"/>
                  </a:cubicBezTo>
                  <a:cubicBezTo>
                    <a:pt x="655087" y="98160"/>
                    <a:pt x="649735" y="92946"/>
                    <a:pt x="648759" y="92307"/>
                  </a:cubicBezTo>
                  <a:cubicBezTo>
                    <a:pt x="647783" y="91668"/>
                    <a:pt x="644283" y="87867"/>
                    <a:pt x="643879" y="87093"/>
                  </a:cubicBezTo>
                  <a:cubicBezTo>
                    <a:pt x="643442" y="86319"/>
                    <a:pt x="641389" y="85041"/>
                    <a:pt x="640952" y="84368"/>
                  </a:cubicBezTo>
                  <a:cubicBezTo>
                    <a:pt x="640514" y="83729"/>
                    <a:pt x="638461" y="82854"/>
                    <a:pt x="638461" y="82854"/>
                  </a:cubicBezTo>
                  <a:cubicBezTo>
                    <a:pt x="638461" y="82854"/>
                    <a:pt x="635096" y="81105"/>
                    <a:pt x="634658" y="81004"/>
                  </a:cubicBezTo>
                  <a:cubicBezTo>
                    <a:pt x="634221" y="80903"/>
                    <a:pt x="633043" y="79692"/>
                    <a:pt x="633043" y="79692"/>
                  </a:cubicBezTo>
                  <a:cubicBezTo>
                    <a:pt x="633043" y="79692"/>
                    <a:pt x="632403" y="75016"/>
                    <a:pt x="631966" y="71551"/>
                  </a:cubicBezTo>
                  <a:cubicBezTo>
                    <a:pt x="631528" y="68087"/>
                    <a:pt x="627389" y="67515"/>
                    <a:pt x="627187" y="67212"/>
                  </a:cubicBezTo>
                  <a:cubicBezTo>
                    <a:pt x="626951" y="66876"/>
                    <a:pt x="625235" y="65160"/>
                    <a:pt x="624898" y="64924"/>
                  </a:cubicBezTo>
                  <a:cubicBezTo>
                    <a:pt x="624562" y="64723"/>
                    <a:pt x="616316" y="58197"/>
                    <a:pt x="615340" y="57322"/>
                  </a:cubicBezTo>
                  <a:cubicBezTo>
                    <a:pt x="614364" y="56447"/>
                    <a:pt x="608172" y="48946"/>
                    <a:pt x="607499" y="47667"/>
                  </a:cubicBezTo>
                  <a:cubicBezTo>
                    <a:pt x="606859" y="46355"/>
                    <a:pt x="604133" y="45279"/>
                    <a:pt x="602720" y="43866"/>
                  </a:cubicBezTo>
                  <a:cubicBezTo>
                    <a:pt x="601306" y="42453"/>
                    <a:pt x="599455" y="38416"/>
                    <a:pt x="599119" y="36163"/>
                  </a:cubicBezTo>
                  <a:cubicBezTo>
                    <a:pt x="598782" y="33875"/>
                    <a:pt x="593566" y="34514"/>
                    <a:pt x="593566" y="34514"/>
                  </a:cubicBezTo>
                  <a:cubicBezTo>
                    <a:pt x="593566" y="34514"/>
                    <a:pt x="585960" y="35725"/>
                    <a:pt x="585320" y="35591"/>
                  </a:cubicBezTo>
                  <a:cubicBezTo>
                    <a:pt x="584681" y="35490"/>
                    <a:pt x="581854" y="33202"/>
                    <a:pt x="580306" y="31890"/>
                  </a:cubicBezTo>
                  <a:cubicBezTo>
                    <a:pt x="578791" y="30578"/>
                    <a:pt x="575426" y="28425"/>
                    <a:pt x="574316" y="27753"/>
                  </a:cubicBezTo>
                  <a:cubicBezTo>
                    <a:pt x="573239" y="27114"/>
                    <a:pt x="569200" y="25802"/>
                    <a:pt x="567887" y="25701"/>
                  </a:cubicBezTo>
                  <a:cubicBezTo>
                    <a:pt x="566575" y="25600"/>
                    <a:pt x="565599" y="25802"/>
                    <a:pt x="563310" y="25802"/>
                  </a:cubicBezTo>
                  <a:cubicBezTo>
                    <a:pt x="561022" y="25802"/>
                    <a:pt x="558296" y="25802"/>
                    <a:pt x="555806" y="25600"/>
                  </a:cubicBezTo>
                  <a:cubicBezTo>
                    <a:pt x="553315" y="25364"/>
                    <a:pt x="550051" y="23951"/>
                    <a:pt x="549377" y="23750"/>
                  </a:cubicBezTo>
                  <a:cubicBezTo>
                    <a:pt x="548738" y="23548"/>
                    <a:pt x="543824" y="20049"/>
                    <a:pt x="542949" y="19410"/>
                  </a:cubicBezTo>
                  <a:cubicBezTo>
                    <a:pt x="542074" y="18771"/>
                    <a:pt x="538709" y="15945"/>
                    <a:pt x="536757" y="14970"/>
                  </a:cubicBezTo>
                  <a:cubicBezTo>
                    <a:pt x="534805" y="13994"/>
                    <a:pt x="533291" y="12783"/>
                    <a:pt x="532954" y="12581"/>
                  </a:cubicBezTo>
                  <a:cubicBezTo>
                    <a:pt x="532617" y="12379"/>
                    <a:pt x="526997" y="11606"/>
                    <a:pt x="526997" y="11606"/>
                  </a:cubicBezTo>
                  <a:cubicBezTo>
                    <a:pt x="526997" y="11606"/>
                    <a:pt x="519290" y="12379"/>
                    <a:pt x="517978" y="12682"/>
                  </a:cubicBezTo>
                  <a:cubicBezTo>
                    <a:pt x="516665" y="13019"/>
                    <a:pt x="514377" y="10630"/>
                    <a:pt x="514377" y="10630"/>
                  </a:cubicBezTo>
                  <a:lnTo>
                    <a:pt x="511651" y="8242"/>
                  </a:lnTo>
                  <a:cubicBezTo>
                    <a:pt x="511651" y="8242"/>
                    <a:pt x="510136" y="6829"/>
                    <a:pt x="509800" y="6829"/>
                  </a:cubicBezTo>
                  <a:cubicBezTo>
                    <a:pt x="509463" y="6829"/>
                    <a:pt x="508386" y="7165"/>
                    <a:pt x="507747" y="7165"/>
                  </a:cubicBezTo>
                  <a:cubicBezTo>
                    <a:pt x="507107" y="7165"/>
                    <a:pt x="505357" y="8040"/>
                    <a:pt x="503708" y="8477"/>
                  </a:cubicBezTo>
                  <a:cubicBezTo>
                    <a:pt x="502093" y="8914"/>
                    <a:pt x="501521" y="9688"/>
                    <a:pt x="500006" y="9991"/>
                  </a:cubicBezTo>
                  <a:cubicBezTo>
                    <a:pt x="498492" y="10327"/>
                    <a:pt x="497415" y="10630"/>
                    <a:pt x="496203" y="10630"/>
                  </a:cubicBezTo>
                  <a:cubicBezTo>
                    <a:pt x="494992" y="10630"/>
                    <a:pt x="493713" y="11707"/>
                    <a:pt x="492737" y="11841"/>
                  </a:cubicBezTo>
                  <a:cubicBezTo>
                    <a:pt x="491761" y="11942"/>
                    <a:pt x="490448" y="11639"/>
                    <a:pt x="489136" y="11639"/>
                  </a:cubicBezTo>
                  <a:cubicBezTo>
                    <a:pt x="487823" y="11639"/>
                    <a:pt x="486208" y="11202"/>
                    <a:pt x="485333" y="11101"/>
                  </a:cubicBezTo>
                  <a:cubicBezTo>
                    <a:pt x="484458" y="11000"/>
                    <a:pt x="483145" y="10125"/>
                    <a:pt x="482068" y="9587"/>
                  </a:cubicBezTo>
                  <a:cubicBezTo>
                    <a:pt x="480991" y="9049"/>
                    <a:pt x="479342" y="8713"/>
                    <a:pt x="478265" y="8174"/>
                  </a:cubicBezTo>
                  <a:cubicBezTo>
                    <a:pt x="477188" y="7636"/>
                    <a:pt x="473284" y="7838"/>
                    <a:pt x="471635" y="7401"/>
                  </a:cubicBezTo>
                  <a:cubicBezTo>
                    <a:pt x="470020" y="6963"/>
                    <a:pt x="465477" y="6425"/>
                    <a:pt x="465477" y="6425"/>
                  </a:cubicBezTo>
                  <a:cubicBezTo>
                    <a:pt x="465477" y="6425"/>
                    <a:pt x="458746" y="6425"/>
                    <a:pt x="458308" y="6425"/>
                  </a:cubicBezTo>
                  <a:cubicBezTo>
                    <a:pt x="457871" y="6425"/>
                    <a:pt x="454169" y="5113"/>
                    <a:pt x="453428" y="5113"/>
                  </a:cubicBezTo>
                  <a:cubicBezTo>
                    <a:pt x="452654" y="5113"/>
                    <a:pt x="450399" y="3801"/>
                    <a:pt x="449827" y="3498"/>
                  </a:cubicBezTo>
                  <a:cubicBezTo>
                    <a:pt x="449289" y="3162"/>
                    <a:pt x="446899" y="2086"/>
                    <a:pt x="446024" y="1884"/>
                  </a:cubicBezTo>
                  <a:cubicBezTo>
                    <a:pt x="445149" y="1648"/>
                    <a:pt x="443971" y="1648"/>
                    <a:pt x="443298" y="1547"/>
                  </a:cubicBezTo>
                  <a:cubicBezTo>
                    <a:pt x="442659" y="1446"/>
                    <a:pt x="442760" y="1884"/>
                    <a:pt x="442760" y="1884"/>
                  </a:cubicBezTo>
                  <a:cubicBezTo>
                    <a:pt x="442760" y="1884"/>
                    <a:pt x="442221" y="3835"/>
                    <a:pt x="442120" y="4272"/>
                  </a:cubicBezTo>
                  <a:cubicBezTo>
                    <a:pt x="442019" y="4710"/>
                    <a:pt x="441043" y="6560"/>
                    <a:pt x="440707" y="7098"/>
                  </a:cubicBezTo>
                  <a:cubicBezTo>
                    <a:pt x="440370" y="7636"/>
                    <a:pt x="438856" y="8612"/>
                    <a:pt x="437880" y="9486"/>
                  </a:cubicBezTo>
                  <a:cubicBezTo>
                    <a:pt x="436904" y="10361"/>
                    <a:pt x="435692" y="9688"/>
                    <a:pt x="434615" y="9688"/>
                  </a:cubicBezTo>
                  <a:cubicBezTo>
                    <a:pt x="433538" y="9688"/>
                    <a:pt x="431788" y="9049"/>
                    <a:pt x="429937" y="8814"/>
                  </a:cubicBezTo>
                  <a:cubicBezTo>
                    <a:pt x="428086" y="8578"/>
                    <a:pt x="428187" y="7502"/>
                    <a:pt x="428187" y="7502"/>
                  </a:cubicBezTo>
                  <a:lnTo>
                    <a:pt x="426134" y="7266"/>
                  </a:lnTo>
                  <a:cubicBezTo>
                    <a:pt x="426134" y="7266"/>
                    <a:pt x="424519" y="9015"/>
                    <a:pt x="424283" y="9453"/>
                  </a:cubicBezTo>
                  <a:cubicBezTo>
                    <a:pt x="424081" y="9890"/>
                    <a:pt x="417216" y="9991"/>
                    <a:pt x="417216" y="9991"/>
                  </a:cubicBezTo>
                  <a:cubicBezTo>
                    <a:pt x="417216" y="9991"/>
                    <a:pt x="409172" y="10327"/>
                    <a:pt x="408735" y="10529"/>
                  </a:cubicBezTo>
                  <a:cubicBezTo>
                    <a:pt x="408297" y="10765"/>
                    <a:pt x="405571" y="10765"/>
                    <a:pt x="405571" y="10765"/>
                  </a:cubicBezTo>
                  <a:cubicBezTo>
                    <a:pt x="405571" y="10765"/>
                    <a:pt x="403821" y="11639"/>
                    <a:pt x="403417" y="11538"/>
                  </a:cubicBezTo>
                  <a:cubicBezTo>
                    <a:pt x="402980" y="11437"/>
                    <a:pt x="402206" y="10563"/>
                    <a:pt x="401567" y="9924"/>
                  </a:cubicBezTo>
                  <a:cubicBezTo>
                    <a:pt x="400927" y="9284"/>
                    <a:pt x="399716" y="8309"/>
                    <a:pt x="398639" y="7333"/>
                  </a:cubicBezTo>
                  <a:cubicBezTo>
                    <a:pt x="397562" y="6358"/>
                    <a:pt x="397225" y="5584"/>
                    <a:pt x="397023" y="5147"/>
                  </a:cubicBezTo>
                  <a:cubicBezTo>
                    <a:pt x="396788" y="4710"/>
                    <a:pt x="396922" y="3532"/>
                    <a:pt x="396922" y="3532"/>
                  </a:cubicBezTo>
                  <a:cubicBezTo>
                    <a:pt x="396922" y="3532"/>
                    <a:pt x="396922" y="1783"/>
                    <a:pt x="396821" y="1480"/>
                  </a:cubicBezTo>
                  <a:cubicBezTo>
                    <a:pt x="396754" y="1312"/>
                    <a:pt x="396754" y="605"/>
                    <a:pt x="396788" y="0"/>
                  </a:cubicBezTo>
                  <a:lnTo>
                    <a:pt x="396720" y="0"/>
                  </a:lnTo>
                  <a:lnTo>
                    <a:pt x="393355" y="2725"/>
                  </a:lnTo>
                  <a:lnTo>
                    <a:pt x="393355" y="7367"/>
                  </a:lnTo>
                  <a:lnTo>
                    <a:pt x="375686" y="10125"/>
                  </a:lnTo>
                  <a:lnTo>
                    <a:pt x="372489" y="11707"/>
                  </a:lnTo>
                  <a:lnTo>
                    <a:pt x="364681" y="11707"/>
                  </a:lnTo>
                  <a:lnTo>
                    <a:pt x="360609" y="7064"/>
                  </a:lnTo>
                  <a:lnTo>
                    <a:pt x="349301" y="11707"/>
                  </a:lnTo>
                  <a:lnTo>
                    <a:pt x="340887" y="18670"/>
                  </a:lnTo>
                  <a:lnTo>
                    <a:pt x="334796" y="20116"/>
                  </a:lnTo>
                  <a:lnTo>
                    <a:pt x="331026" y="15474"/>
                  </a:lnTo>
                  <a:lnTo>
                    <a:pt x="323791" y="18098"/>
                  </a:lnTo>
                  <a:cubicBezTo>
                    <a:pt x="323791" y="18098"/>
                    <a:pt x="317127" y="19847"/>
                    <a:pt x="315983" y="20116"/>
                  </a:cubicBezTo>
                  <a:cubicBezTo>
                    <a:pt x="314839" y="20419"/>
                    <a:pt x="305853" y="20116"/>
                    <a:pt x="305853" y="20116"/>
                  </a:cubicBezTo>
                  <a:lnTo>
                    <a:pt x="302386" y="24591"/>
                  </a:lnTo>
                  <a:lnTo>
                    <a:pt x="297170" y="27349"/>
                  </a:lnTo>
                  <a:lnTo>
                    <a:pt x="288218" y="27349"/>
                  </a:lnTo>
                  <a:lnTo>
                    <a:pt x="281251" y="27349"/>
                  </a:lnTo>
                  <a:lnTo>
                    <a:pt x="271996" y="28796"/>
                  </a:lnTo>
                  <a:lnTo>
                    <a:pt x="253453" y="32260"/>
                  </a:lnTo>
                  <a:lnTo>
                    <a:pt x="238678" y="35288"/>
                  </a:lnTo>
                  <a:lnTo>
                    <a:pt x="223029" y="37744"/>
                  </a:lnTo>
                  <a:lnTo>
                    <a:pt x="206504" y="37744"/>
                  </a:lnTo>
                  <a:lnTo>
                    <a:pt x="194894" y="34279"/>
                  </a:lnTo>
                  <a:lnTo>
                    <a:pt x="187052" y="29637"/>
                  </a:lnTo>
                  <a:lnTo>
                    <a:pt x="177764" y="30511"/>
                  </a:lnTo>
                  <a:lnTo>
                    <a:pt x="173422" y="32832"/>
                  </a:lnTo>
                  <a:lnTo>
                    <a:pt x="168509" y="39493"/>
                  </a:lnTo>
                  <a:lnTo>
                    <a:pt x="159523" y="45279"/>
                  </a:lnTo>
                  <a:lnTo>
                    <a:pt x="155181" y="49181"/>
                  </a:lnTo>
                  <a:lnTo>
                    <a:pt x="151109" y="51637"/>
                  </a:lnTo>
                  <a:lnTo>
                    <a:pt x="140373" y="51637"/>
                  </a:lnTo>
                  <a:lnTo>
                    <a:pt x="136032" y="54833"/>
                  </a:lnTo>
                  <a:lnTo>
                    <a:pt x="136032" y="62940"/>
                  </a:lnTo>
                  <a:lnTo>
                    <a:pt x="141820" y="75117"/>
                  </a:lnTo>
                  <a:lnTo>
                    <a:pt x="148787" y="87867"/>
                  </a:lnTo>
                  <a:lnTo>
                    <a:pt x="153431" y="97420"/>
                  </a:lnTo>
                  <a:lnTo>
                    <a:pt x="155753" y="101491"/>
                  </a:lnTo>
                  <a:lnTo>
                    <a:pt x="153734" y="109598"/>
                  </a:lnTo>
                  <a:lnTo>
                    <a:pt x="147946" y="112491"/>
                  </a:lnTo>
                  <a:lnTo>
                    <a:pt x="147070" y="120026"/>
                  </a:lnTo>
                  <a:lnTo>
                    <a:pt x="145926" y="125812"/>
                  </a:lnTo>
                  <a:lnTo>
                    <a:pt x="154609" y="133347"/>
                  </a:lnTo>
                  <a:lnTo>
                    <a:pt x="162720" y="137990"/>
                  </a:lnTo>
                  <a:lnTo>
                    <a:pt x="167364" y="144079"/>
                  </a:lnTo>
                  <a:lnTo>
                    <a:pt x="176350" y="150436"/>
                  </a:lnTo>
                  <a:lnTo>
                    <a:pt x="180759" y="149562"/>
                  </a:lnTo>
                  <a:lnTo>
                    <a:pt x="181264" y="154776"/>
                  </a:lnTo>
                  <a:lnTo>
                    <a:pt x="181264" y="160293"/>
                  </a:lnTo>
                  <a:lnTo>
                    <a:pt x="180961" y="165810"/>
                  </a:lnTo>
                  <a:lnTo>
                    <a:pt x="186918" y="167996"/>
                  </a:lnTo>
                  <a:lnTo>
                    <a:pt x="193884" y="173211"/>
                  </a:lnTo>
                  <a:lnTo>
                    <a:pt x="197350" y="175666"/>
                  </a:lnTo>
                  <a:lnTo>
                    <a:pt x="200682" y="176406"/>
                  </a:lnTo>
                  <a:lnTo>
                    <a:pt x="200379" y="180880"/>
                  </a:lnTo>
                  <a:lnTo>
                    <a:pt x="202836" y="191611"/>
                  </a:lnTo>
                  <a:lnTo>
                    <a:pt x="204418" y="197969"/>
                  </a:lnTo>
                  <a:lnTo>
                    <a:pt x="209264" y="204193"/>
                  </a:lnTo>
                  <a:lnTo>
                    <a:pt x="214279" y="210584"/>
                  </a:lnTo>
                  <a:lnTo>
                    <a:pt x="214279" y="214217"/>
                  </a:lnTo>
                  <a:lnTo>
                    <a:pt x="213101" y="217682"/>
                  </a:lnTo>
                  <a:lnTo>
                    <a:pt x="211216" y="222459"/>
                  </a:lnTo>
                  <a:lnTo>
                    <a:pt x="209904" y="224040"/>
                  </a:lnTo>
                  <a:lnTo>
                    <a:pt x="208154" y="225486"/>
                  </a:lnTo>
                  <a:lnTo>
                    <a:pt x="206404" y="225486"/>
                  </a:lnTo>
                  <a:lnTo>
                    <a:pt x="202937" y="225486"/>
                  </a:lnTo>
                  <a:lnTo>
                    <a:pt x="199471" y="223737"/>
                  </a:lnTo>
                  <a:lnTo>
                    <a:pt x="196004" y="223737"/>
                  </a:lnTo>
                  <a:lnTo>
                    <a:pt x="194591" y="225486"/>
                  </a:lnTo>
                  <a:lnTo>
                    <a:pt x="192100" y="226899"/>
                  </a:lnTo>
                  <a:lnTo>
                    <a:pt x="190249" y="229389"/>
                  </a:lnTo>
                  <a:lnTo>
                    <a:pt x="186211" y="231340"/>
                  </a:lnTo>
                  <a:cubicBezTo>
                    <a:pt x="186211" y="231340"/>
                    <a:pt x="182408" y="232214"/>
                    <a:pt x="181970" y="232315"/>
                  </a:cubicBezTo>
                  <a:cubicBezTo>
                    <a:pt x="181533" y="232416"/>
                    <a:pt x="173388" y="232315"/>
                    <a:pt x="173388" y="232315"/>
                  </a:cubicBezTo>
                  <a:lnTo>
                    <a:pt x="169047" y="232349"/>
                  </a:lnTo>
                  <a:cubicBezTo>
                    <a:pt x="169047" y="232349"/>
                    <a:pt x="167398" y="233392"/>
                    <a:pt x="166994" y="233594"/>
                  </a:cubicBezTo>
                  <a:cubicBezTo>
                    <a:pt x="166556" y="233829"/>
                    <a:pt x="164268" y="235208"/>
                    <a:pt x="163830" y="235444"/>
                  </a:cubicBezTo>
                  <a:cubicBezTo>
                    <a:pt x="163393" y="235646"/>
                    <a:pt x="158614" y="238068"/>
                    <a:pt x="158614" y="238068"/>
                  </a:cubicBezTo>
                  <a:cubicBezTo>
                    <a:pt x="158614" y="238068"/>
                    <a:pt x="157638" y="239144"/>
                    <a:pt x="156864" y="239480"/>
                  </a:cubicBezTo>
                  <a:cubicBezTo>
                    <a:pt x="156090" y="239817"/>
                    <a:pt x="152825" y="241095"/>
                    <a:pt x="152825" y="241095"/>
                  </a:cubicBezTo>
                  <a:lnTo>
                    <a:pt x="151311" y="243282"/>
                  </a:lnTo>
                  <a:lnTo>
                    <a:pt x="151849" y="245031"/>
                  </a:lnTo>
                  <a:cubicBezTo>
                    <a:pt x="151849" y="245031"/>
                    <a:pt x="151412" y="247083"/>
                    <a:pt x="151950" y="248059"/>
                  </a:cubicBezTo>
                  <a:cubicBezTo>
                    <a:pt x="152489" y="249034"/>
                    <a:pt x="155316" y="250884"/>
                    <a:pt x="155316" y="250884"/>
                  </a:cubicBezTo>
                  <a:cubicBezTo>
                    <a:pt x="155316" y="250884"/>
                    <a:pt x="155316" y="252196"/>
                    <a:pt x="155215" y="252499"/>
                  </a:cubicBezTo>
                  <a:cubicBezTo>
                    <a:pt x="155114" y="252836"/>
                    <a:pt x="153599" y="255661"/>
                    <a:pt x="153599" y="255661"/>
                  </a:cubicBezTo>
                  <a:lnTo>
                    <a:pt x="152960" y="256637"/>
                  </a:lnTo>
                  <a:lnTo>
                    <a:pt x="152253" y="259126"/>
                  </a:lnTo>
                  <a:lnTo>
                    <a:pt x="151648" y="262793"/>
                  </a:lnTo>
                  <a:lnTo>
                    <a:pt x="151648" y="266258"/>
                  </a:lnTo>
                  <a:lnTo>
                    <a:pt x="152422" y="270395"/>
                  </a:lnTo>
                  <a:lnTo>
                    <a:pt x="157638" y="271472"/>
                  </a:lnTo>
                  <a:lnTo>
                    <a:pt x="161542" y="273524"/>
                  </a:lnTo>
                  <a:cubicBezTo>
                    <a:pt x="161542" y="273524"/>
                    <a:pt x="164369" y="274836"/>
                    <a:pt x="164806" y="274836"/>
                  </a:cubicBezTo>
                  <a:cubicBezTo>
                    <a:pt x="165244" y="274836"/>
                    <a:pt x="166859" y="275374"/>
                    <a:pt x="167398" y="275912"/>
                  </a:cubicBezTo>
                  <a:cubicBezTo>
                    <a:pt x="167936" y="276450"/>
                    <a:pt x="172076" y="279613"/>
                    <a:pt x="172076" y="279613"/>
                  </a:cubicBezTo>
                  <a:lnTo>
                    <a:pt x="173860" y="283078"/>
                  </a:lnTo>
                  <a:lnTo>
                    <a:pt x="174230" y="286441"/>
                  </a:lnTo>
                  <a:lnTo>
                    <a:pt x="174230" y="290579"/>
                  </a:lnTo>
                  <a:lnTo>
                    <a:pt x="175105" y="297240"/>
                  </a:lnTo>
                  <a:lnTo>
                    <a:pt x="174802" y="302757"/>
                  </a:lnTo>
                  <a:lnTo>
                    <a:pt x="176249" y="306827"/>
                  </a:lnTo>
                  <a:lnTo>
                    <a:pt x="176821" y="311469"/>
                  </a:lnTo>
                  <a:lnTo>
                    <a:pt x="175946" y="316381"/>
                  </a:lnTo>
                  <a:lnTo>
                    <a:pt x="172480" y="322907"/>
                  </a:lnTo>
                  <a:lnTo>
                    <a:pt x="170460" y="326237"/>
                  </a:lnTo>
                  <a:lnTo>
                    <a:pt x="166388" y="326237"/>
                  </a:lnTo>
                  <a:lnTo>
                    <a:pt x="162316" y="331451"/>
                  </a:lnTo>
                  <a:lnTo>
                    <a:pt x="159422" y="331451"/>
                  </a:lnTo>
                  <a:lnTo>
                    <a:pt x="155955" y="328861"/>
                  </a:lnTo>
                  <a:lnTo>
                    <a:pt x="149864" y="327415"/>
                  </a:lnTo>
                  <a:lnTo>
                    <a:pt x="144344" y="322503"/>
                  </a:lnTo>
                  <a:lnTo>
                    <a:pt x="143470" y="317592"/>
                  </a:lnTo>
                  <a:lnTo>
                    <a:pt x="140844" y="317020"/>
                  </a:lnTo>
                  <a:lnTo>
                    <a:pt x="132162" y="315573"/>
                  </a:lnTo>
                  <a:lnTo>
                    <a:pt x="127517" y="312983"/>
                  </a:lnTo>
                  <a:lnTo>
                    <a:pt x="115065" y="312109"/>
                  </a:lnTo>
                  <a:lnTo>
                    <a:pt x="105776" y="310359"/>
                  </a:lnTo>
                  <a:lnTo>
                    <a:pt x="99988" y="305717"/>
                  </a:lnTo>
                  <a:lnTo>
                    <a:pt x="95343" y="302824"/>
                  </a:lnTo>
                  <a:lnTo>
                    <a:pt x="91002" y="296735"/>
                  </a:lnTo>
                  <a:lnTo>
                    <a:pt x="87233" y="293270"/>
                  </a:lnTo>
                  <a:lnTo>
                    <a:pt x="82891" y="293270"/>
                  </a:lnTo>
                  <a:lnTo>
                    <a:pt x="80502" y="294952"/>
                  </a:lnTo>
                  <a:cubicBezTo>
                    <a:pt x="80502" y="294952"/>
                    <a:pt x="78314" y="297778"/>
                    <a:pt x="78314" y="298081"/>
                  </a:cubicBezTo>
                  <a:cubicBezTo>
                    <a:pt x="78314" y="298384"/>
                    <a:pt x="78752" y="303228"/>
                    <a:pt x="78752" y="303228"/>
                  </a:cubicBezTo>
                  <a:lnTo>
                    <a:pt x="75117" y="303968"/>
                  </a:lnTo>
                  <a:cubicBezTo>
                    <a:pt x="75117" y="303968"/>
                    <a:pt x="73535" y="304607"/>
                    <a:pt x="72929" y="305111"/>
                  </a:cubicBezTo>
                  <a:cubicBezTo>
                    <a:pt x="72357" y="305616"/>
                    <a:pt x="71482" y="309182"/>
                    <a:pt x="71482" y="309182"/>
                  </a:cubicBezTo>
                  <a:lnTo>
                    <a:pt x="66569" y="309417"/>
                  </a:lnTo>
                  <a:lnTo>
                    <a:pt x="61924" y="306592"/>
                  </a:lnTo>
                  <a:cubicBezTo>
                    <a:pt x="61924" y="306592"/>
                    <a:pt x="60679" y="304708"/>
                    <a:pt x="60477" y="304708"/>
                  </a:cubicBezTo>
                  <a:cubicBezTo>
                    <a:pt x="60275" y="304708"/>
                    <a:pt x="57852" y="303059"/>
                    <a:pt x="57583" y="303059"/>
                  </a:cubicBezTo>
                  <a:cubicBezTo>
                    <a:pt x="57280" y="303059"/>
                    <a:pt x="54117" y="302925"/>
                    <a:pt x="54117" y="302925"/>
                  </a:cubicBezTo>
                  <a:lnTo>
                    <a:pt x="50482" y="303261"/>
                  </a:lnTo>
                  <a:lnTo>
                    <a:pt x="44626" y="303799"/>
                  </a:lnTo>
                  <a:lnTo>
                    <a:pt x="41159" y="303799"/>
                  </a:lnTo>
                  <a:lnTo>
                    <a:pt x="39342" y="302992"/>
                  </a:lnTo>
                  <a:lnTo>
                    <a:pt x="35707" y="304506"/>
                  </a:lnTo>
                  <a:cubicBezTo>
                    <a:pt x="35707" y="304506"/>
                    <a:pt x="34193" y="305582"/>
                    <a:pt x="32376" y="306154"/>
                  </a:cubicBezTo>
                  <a:cubicBezTo>
                    <a:pt x="30558" y="306726"/>
                    <a:pt x="28606" y="307668"/>
                    <a:pt x="28606" y="307668"/>
                  </a:cubicBezTo>
                  <a:lnTo>
                    <a:pt x="25477" y="308307"/>
                  </a:lnTo>
                  <a:lnTo>
                    <a:pt x="22448" y="308879"/>
                  </a:lnTo>
                  <a:lnTo>
                    <a:pt x="19688" y="311402"/>
                  </a:lnTo>
                  <a:lnTo>
                    <a:pt x="19385" y="314968"/>
                  </a:lnTo>
                  <a:lnTo>
                    <a:pt x="19385" y="320249"/>
                  </a:lnTo>
                  <a:lnTo>
                    <a:pt x="21034" y="323075"/>
                  </a:lnTo>
                  <a:lnTo>
                    <a:pt x="24568" y="326103"/>
                  </a:lnTo>
                  <a:lnTo>
                    <a:pt x="27832" y="326742"/>
                  </a:lnTo>
                  <a:lnTo>
                    <a:pt x="32981" y="327246"/>
                  </a:lnTo>
                  <a:lnTo>
                    <a:pt x="37020" y="328491"/>
                  </a:lnTo>
                  <a:cubicBezTo>
                    <a:pt x="37020" y="328491"/>
                    <a:pt x="40655" y="330173"/>
                    <a:pt x="41092" y="330577"/>
                  </a:cubicBezTo>
                  <a:cubicBezTo>
                    <a:pt x="41530" y="331014"/>
                    <a:pt x="43414" y="332595"/>
                    <a:pt x="43414" y="332595"/>
                  </a:cubicBezTo>
                  <a:lnTo>
                    <a:pt x="46174" y="335858"/>
                  </a:lnTo>
                  <a:lnTo>
                    <a:pt x="49068" y="339121"/>
                  </a:lnTo>
                  <a:lnTo>
                    <a:pt x="48765" y="341072"/>
                  </a:lnTo>
                  <a:cubicBezTo>
                    <a:pt x="48765" y="341072"/>
                    <a:pt x="47015" y="344402"/>
                    <a:pt x="46881" y="344975"/>
                  </a:cubicBezTo>
                  <a:cubicBezTo>
                    <a:pt x="46746" y="345546"/>
                    <a:pt x="43987" y="348675"/>
                    <a:pt x="43852" y="348877"/>
                  </a:cubicBezTo>
                  <a:cubicBezTo>
                    <a:pt x="43717" y="349078"/>
                    <a:pt x="42270" y="351837"/>
                    <a:pt x="41900" y="352072"/>
                  </a:cubicBezTo>
                  <a:cubicBezTo>
                    <a:pt x="41530" y="352274"/>
                    <a:pt x="39679" y="357858"/>
                    <a:pt x="39679" y="357858"/>
                  </a:cubicBezTo>
                  <a:lnTo>
                    <a:pt x="40217" y="361424"/>
                  </a:lnTo>
                  <a:lnTo>
                    <a:pt x="40217" y="365427"/>
                  </a:lnTo>
                  <a:lnTo>
                    <a:pt x="34698" y="368253"/>
                  </a:lnTo>
                  <a:lnTo>
                    <a:pt x="33453" y="370070"/>
                  </a:lnTo>
                  <a:lnTo>
                    <a:pt x="33756" y="373535"/>
                  </a:lnTo>
                  <a:lnTo>
                    <a:pt x="34496" y="377167"/>
                  </a:lnTo>
                  <a:cubicBezTo>
                    <a:pt x="34496" y="377167"/>
                    <a:pt x="34631" y="378177"/>
                    <a:pt x="34496" y="378849"/>
                  </a:cubicBezTo>
                  <a:cubicBezTo>
                    <a:pt x="34361" y="379489"/>
                    <a:pt x="33183" y="380868"/>
                    <a:pt x="33183" y="380868"/>
                  </a:cubicBezTo>
                  <a:cubicBezTo>
                    <a:pt x="33183" y="380868"/>
                    <a:pt x="31097" y="380801"/>
                    <a:pt x="30861" y="381171"/>
                  </a:cubicBezTo>
                  <a:cubicBezTo>
                    <a:pt x="30626" y="381541"/>
                    <a:pt x="27900" y="380229"/>
                    <a:pt x="27900" y="380229"/>
                  </a:cubicBezTo>
                  <a:lnTo>
                    <a:pt x="25443" y="380229"/>
                  </a:lnTo>
                  <a:cubicBezTo>
                    <a:pt x="25443" y="380229"/>
                    <a:pt x="22616" y="380531"/>
                    <a:pt x="22313" y="380666"/>
                  </a:cubicBezTo>
                  <a:cubicBezTo>
                    <a:pt x="22010" y="380801"/>
                    <a:pt x="16962" y="382684"/>
                    <a:pt x="16962" y="382684"/>
                  </a:cubicBezTo>
                  <a:lnTo>
                    <a:pt x="14640" y="385308"/>
                  </a:lnTo>
                  <a:lnTo>
                    <a:pt x="11813" y="391532"/>
                  </a:lnTo>
                  <a:lnTo>
                    <a:pt x="8986" y="397990"/>
                  </a:lnTo>
                  <a:lnTo>
                    <a:pt x="5654" y="403507"/>
                  </a:lnTo>
                  <a:lnTo>
                    <a:pt x="8178" y="409966"/>
                  </a:lnTo>
                  <a:lnTo>
                    <a:pt x="13596" y="414238"/>
                  </a:lnTo>
                  <a:lnTo>
                    <a:pt x="14337" y="417434"/>
                  </a:lnTo>
                  <a:lnTo>
                    <a:pt x="10938" y="423220"/>
                  </a:lnTo>
                  <a:lnTo>
                    <a:pt x="9928" y="427425"/>
                  </a:lnTo>
                  <a:lnTo>
                    <a:pt x="8616" y="429814"/>
                  </a:lnTo>
                  <a:lnTo>
                    <a:pt x="7168" y="432067"/>
                  </a:lnTo>
                  <a:lnTo>
                    <a:pt x="5654" y="433447"/>
                  </a:lnTo>
                  <a:lnTo>
                    <a:pt x="7236" y="436340"/>
                  </a:lnTo>
                  <a:cubicBezTo>
                    <a:pt x="7236" y="436340"/>
                    <a:pt x="9861" y="437484"/>
                    <a:pt x="10063" y="437484"/>
                  </a:cubicBezTo>
                  <a:cubicBezTo>
                    <a:pt x="10265" y="437484"/>
                    <a:pt x="13327" y="439502"/>
                    <a:pt x="13327" y="439502"/>
                  </a:cubicBezTo>
                  <a:cubicBezTo>
                    <a:pt x="13327" y="439502"/>
                    <a:pt x="15077" y="439872"/>
                    <a:pt x="16222" y="439502"/>
                  </a:cubicBezTo>
                  <a:cubicBezTo>
                    <a:pt x="17399" y="439132"/>
                    <a:pt x="22077" y="438560"/>
                    <a:pt x="22077" y="438560"/>
                  </a:cubicBezTo>
                  <a:lnTo>
                    <a:pt x="23659" y="438694"/>
                  </a:lnTo>
                  <a:cubicBezTo>
                    <a:pt x="23659" y="438694"/>
                    <a:pt x="27428" y="440881"/>
                    <a:pt x="27563" y="441083"/>
                  </a:cubicBezTo>
                  <a:cubicBezTo>
                    <a:pt x="27698" y="441318"/>
                    <a:pt x="29313" y="443707"/>
                    <a:pt x="30188" y="444346"/>
                  </a:cubicBezTo>
                  <a:cubicBezTo>
                    <a:pt x="31063" y="444985"/>
                    <a:pt x="33756" y="447172"/>
                    <a:pt x="33756" y="447172"/>
                  </a:cubicBezTo>
                  <a:cubicBezTo>
                    <a:pt x="33756" y="447172"/>
                    <a:pt x="33453" y="449627"/>
                    <a:pt x="33183" y="449930"/>
                  </a:cubicBezTo>
                  <a:cubicBezTo>
                    <a:pt x="32880" y="450233"/>
                    <a:pt x="31804" y="451747"/>
                    <a:pt x="31602" y="451881"/>
                  </a:cubicBezTo>
                  <a:cubicBezTo>
                    <a:pt x="31400" y="452016"/>
                    <a:pt x="30861" y="452823"/>
                    <a:pt x="30861" y="452823"/>
                  </a:cubicBezTo>
                  <a:lnTo>
                    <a:pt x="28337" y="457297"/>
                  </a:lnTo>
                  <a:lnTo>
                    <a:pt x="22380" y="458811"/>
                  </a:lnTo>
                  <a:lnTo>
                    <a:pt x="18173" y="461199"/>
                  </a:lnTo>
                  <a:lnTo>
                    <a:pt x="16356" y="463016"/>
                  </a:lnTo>
                  <a:lnTo>
                    <a:pt x="14909" y="464698"/>
                  </a:lnTo>
                  <a:lnTo>
                    <a:pt x="14976" y="466514"/>
                  </a:lnTo>
                  <a:lnTo>
                    <a:pt x="16289" y="467759"/>
                  </a:lnTo>
                  <a:lnTo>
                    <a:pt x="17164" y="468634"/>
                  </a:lnTo>
                  <a:lnTo>
                    <a:pt x="18544" y="469206"/>
                  </a:lnTo>
                  <a:lnTo>
                    <a:pt x="20193" y="471157"/>
                  </a:lnTo>
                  <a:lnTo>
                    <a:pt x="20933" y="473175"/>
                  </a:lnTo>
                  <a:lnTo>
                    <a:pt x="21741" y="474622"/>
                  </a:lnTo>
                  <a:lnTo>
                    <a:pt x="22818" y="476438"/>
                  </a:lnTo>
                  <a:lnTo>
                    <a:pt x="22818" y="478457"/>
                  </a:lnTo>
                  <a:cubicBezTo>
                    <a:pt x="22818" y="478457"/>
                    <a:pt x="22347" y="480542"/>
                    <a:pt x="22347" y="480980"/>
                  </a:cubicBezTo>
                  <a:cubicBezTo>
                    <a:pt x="22347" y="481417"/>
                    <a:pt x="22818" y="483570"/>
                    <a:pt x="22818" y="484612"/>
                  </a:cubicBezTo>
                  <a:cubicBezTo>
                    <a:pt x="22818" y="485622"/>
                    <a:pt x="22818" y="487135"/>
                    <a:pt x="22818" y="487135"/>
                  </a:cubicBezTo>
                  <a:cubicBezTo>
                    <a:pt x="22818" y="487135"/>
                    <a:pt x="22616" y="489759"/>
                    <a:pt x="22616" y="490029"/>
                  </a:cubicBezTo>
                  <a:cubicBezTo>
                    <a:pt x="22616" y="490331"/>
                    <a:pt x="22751" y="492552"/>
                    <a:pt x="22751" y="492854"/>
                  </a:cubicBezTo>
                  <a:cubicBezTo>
                    <a:pt x="22751" y="493157"/>
                    <a:pt x="22885" y="495041"/>
                    <a:pt x="22885" y="495243"/>
                  </a:cubicBezTo>
                  <a:cubicBezTo>
                    <a:pt x="22885" y="495445"/>
                    <a:pt x="22683" y="499212"/>
                    <a:pt x="22683" y="499212"/>
                  </a:cubicBezTo>
                  <a:lnTo>
                    <a:pt x="23255" y="501230"/>
                  </a:lnTo>
                  <a:lnTo>
                    <a:pt x="23188" y="503989"/>
                  </a:lnTo>
                  <a:lnTo>
                    <a:pt x="22818" y="508194"/>
                  </a:lnTo>
                  <a:lnTo>
                    <a:pt x="22818" y="511457"/>
                  </a:lnTo>
                  <a:lnTo>
                    <a:pt x="23558" y="513980"/>
                  </a:lnTo>
                  <a:cubicBezTo>
                    <a:pt x="23558" y="513980"/>
                    <a:pt x="22549" y="516604"/>
                    <a:pt x="22313" y="517310"/>
                  </a:cubicBezTo>
                  <a:cubicBezTo>
                    <a:pt x="22111" y="518050"/>
                    <a:pt x="19553" y="520641"/>
                    <a:pt x="19553" y="520641"/>
                  </a:cubicBezTo>
                  <a:cubicBezTo>
                    <a:pt x="19553" y="520641"/>
                    <a:pt x="15919" y="522154"/>
                    <a:pt x="15851" y="522457"/>
                  </a:cubicBezTo>
                  <a:cubicBezTo>
                    <a:pt x="15784" y="522726"/>
                    <a:pt x="14404" y="523836"/>
                    <a:pt x="14404" y="523836"/>
                  </a:cubicBezTo>
                  <a:cubicBezTo>
                    <a:pt x="14404" y="523836"/>
                    <a:pt x="11577" y="525283"/>
                    <a:pt x="11274" y="525283"/>
                  </a:cubicBezTo>
                  <a:cubicBezTo>
                    <a:pt x="10971" y="525283"/>
                    <a:pt x="8750" y="525653"/>
                    <a:pt x="8447" y="525653"/>
                  </a:cubicBezTo>
                  <a:cubicBezTo>
                    <a:pt x="8144" y="525653"/>
                    <a:pt x="4745" y="523567"/>
                    <a:pt x="4476" y="523567"/>
                  </a:cubicBezTo>
                  <a:cubicBezTo>
                    <a:pt x="4173" y="523567"/>
                    <a:pt x="2154" y="523870"/>
                    <a:pt x="2154" y="524139"/>
                  </a:cubicBezTo>
                  <a:cubicBezTo>
                    <a:pt x="2154" y="524442"/>
                    <a:pt x="1716" y="526090"/>
                    <a:pt x="1077" y="526965"/>
                  </a:cubicBezTo>
                  <a:cubicBezTo>
                    <a:pt x="438" y="527840"/>
                    <a:pt x="0" y="530531"/>
                    <a:pt x="0" y="530531"/>
                  </a:cubicBezTo>
                  <a:lnTo>
                    <a:pt x="875" y="536989"/>
                  </a:lnTo>
                  <a:lnTo>
                    <a:pt x="942" y="542069"/>
                  </a:lnTo>
                  <a:lnTo>
                    <a:pt x="1885" y="548225"/>
                  </a:lnTo>
                  <a:cubicBezTo>
                    <a:pt x="1885" y="548225"/>
                    <a:pt x="3904" y="551757"/>
                    <a:pt x="4207" y="552699"/>
                  </a:cubicBezTo>
                  <a:cubicBezTo>
                    <a:pt x="4510" y="553641"/>
                    <a:pt x="8111" y="558923"/>
                    <a:pt x="8111" y="558923"/>
                  </a:cubicBezTo>
                  <a:lnTo>
                    <a:pt x="11745" y="561883"/>
                  </a:lnTo>
                  <a:cubicBezTo>
                    <a:pt x="11745" y="561883"/>
                    <a:pt x="16020" y="562825"/>
                    <a:pt x="16322" y="563026"/>
                  </a:cubicBezTo>
                  <a:cubicBezTo>
                    <a:pt x="16625" y="563262"/>
                    <a:pt x="18207" y="565045"/>
                    <a:pt x="18207" y="565348"/>
                  </a:cubicBezTo>
                  <a:cubicBezTo>
                    <a:pt x="18207" y="565650"/>
                    <a:pt x="18140" y="567602"/>
                    <a:pt x="17972" y="568543"/>
                  </a:cubicBezTo>
                  <a:cubicBezTo>
                    <a:pt x="17837" y="569485"/>
                    <a:pt x="17467" y="570360"/>
                    <a:pt x="17467" y="570360"/>
                  </a:cubicBezTo>
                  <a:lnTo>
                    <a:pt x="14943" y="572681"/>
                  </a:lnTo>
                  <a:lnTo>
                    <a:pt x="15750" y="575641"/>
                  </a:lnTo>
                  <a:lnTo>
                    <a:pt x="18779" y="577323"/>
                  </a:lnTo>
                  <a:lnTo>
                    <a:pt x="20226" y="578400"/>
                  </a:lnTo>
                  <a:lnTo>
                    <a:pt x="21101" y="579712"/>
                  </a:lnTo>
                  <a:lnTo>
                    <a:pt x="21101" y="582739"/>
                  </a:lnTo>
                  <a:cubicBezTo>
                    <a:pt x="21101" y="582739"/>
                    <a:pt x="20597" y="582975"/>
                    <a:pt x="20361" y="583177"/>
                  </a:cubicBezTo>
                  <a:cubicBezTo>
                    <a:pt x="20159" y="583379"/>
                    <a:pt x="19217" y="585431"/>
                    <a:pt x="19217" y="585431"/>
                  </a:cubicBezTo>
                  <a:cubicBezTo>
                    <a:pt x="19217" y="585431"/>
                    <a:pt x="18847" y="586238"/>
                    <a:pt x="18847" y="586507"/>
                  </a:cubicBezTo>
                  <a:cubicBezTo>
                    <a:pt x="18847" y="586810"/>
                    <a:pt x="18779" y="587146"/>
                    <a:pt x="18847" y="587382"/>
                  </a:cubicBezTo>
                  <a:cubicBezTo>
                    <a:pt x="18914" y="587617"/>
                    <a:pt x="18914" y="590073"/>
                    <a:pt x="18914" y="590073"/>
                  </a:cubicBezTo>
                  <a:cubicBezTo>
                    <a:pt x="18914" y="590073"/>
                    <a:pt x="19991" y="591015"/>
                    <a:pt x="20226" y="591216"/>
                  </a:cubicBezTo>
                  <a:cubicBezTo>
                    <a:pt x="20462" y="591418"/>
                    <a:pt x="20529" y="591587"/>
                    <a:pt x="21606" y="591587"/>
                  </a:cubicBezTo>
                  <a:cubicBezTo>
                    <a:pt x="22683" y="591587"/>
                    <a:pt x="22986" y="592024"/>
                    <a:pt x="23996" y="592091"/>
                  </a:cubicBezTo>
                  <a:cubicBezTo>
                    <a:pt x="25005" y="592159"/>
                    <a:pt x="26015" y="592663"/>
                    <a:pt x="26520" y="592898"/>
                  </a:cubicBezTo>
                  <a:cubicBezTo>
                    <a:pt x="27025" y="593100"/>
                    <a:pt x="28539" y="593201"/>
                    <a:pt x="28606" y="593403"/>
                  </a:cubicBezTo>
                  <a:cubicBezTo>
                    <a:pt x="28674" y="593605"/>
                    <a:pt x="29246" y="594345"/>
                    <a:pt x="29616" y="594984"/>
                  </a:cubicBezTo>
                  <a:cubicBezTo>
                    <a:pt x="29986" y="595623"/>
                    <a:pt x="30424" y="596498"/>
                    <a:pt x="30424" y="596498"/>
                  </a:cubicBezTo>
                  <a:lnTo>
                    <a:pt x="31433" y="598886"/>
                  </a:lnTo>
                  <a:cubicBezTo>
                    <a:pt x="31433" y="598886"/>
                    <a:pt x="33385" y="600266"/>
                    <a:pt x="33621" y="600400"/>
                  </a:cubicBezTo>
                  <a:cubicBezTo>
                    <a:pt x="33823" y="600535"/>
                    <a:pt x="37592" y="604033"/>
                    <a:pt x="37592" y="604033"/>
                  </a:cubicBezTo>
                  <a:cubicBezTo>
                    <a:pt x="37592" y="604033"/>
                    <a:pt x="38164" y="604740"/>
                    <a:pt x="38333" y="604975"/>
                  </a:cubicBezTo>
                  <a:cubicBezTo>
                    <a:pt x="38467" y="605177"/>
                    <a:pt x="40015" y="608810"/>
                    <a:pt x="40015" y="608810"/>
                  </a:cubicBezTo>
                  <a:cubicBezTo>
                    <a:pt x="40015" y="608810"/>
                    <a:pt x="40318" y="611434"/>
                    <a:pt x="40318" y="611703"/>
                  </a:cubicBezTo>
                  <a:cubicBezTo>
                    <a:pt x="40318" y="612006"/>
                    <a:pt x="40453" y="614529"/>
                    <a:pt x="40453" y="615235"/>
                  </a:cubicBezTo>
                  <a:cubicBezTo>
                    <a:pt x="40453" y="615975"/>
                    <a:pt x="40587" y="617489"/>
                    <a:pt x="40587" y="617489"/>
                  </a:cubicBezTo>
                  <a:lnTo>
                    <a:pt x="40958" y="619070"/>
                  </a:lnTo>
                  <a:cubicBezTo>
                    <a:pt x="40958" y="619070"/>
                    <a:pt x="42405" y="620079"/>
                    <a:pt x="42775" y="620315"/>
                  </a:cubicBezTo>
                  <a:cubicBezTo>
                    <a:pt x="43145" y="620517"/>
                    <a:pt x="44592" y="621391"/>
                    <a:pt x="44794" y="621560"/>
                  </a:cubicBezTo>
                  <a:cubicBezTo>
                    <a:pt x="45030" y="621694"/>
                    <a:pt x="46174" y="625764"/>
                    <a:pt x="46174" y="625764"/>
                  </a:cubicBezTo>
                  <a:lnTo>
                    <a:pt x="46982" y="627783"/>
                  </a:lnTo>
                  <a:lnTo>
                    <a:pt x="48866" y="630979"/>
                  </a:lnTo>
                  <a:lnTo>
                    <a:pt x="49809" y="633502"/>
                  </a:lnTo>
                  <a:lnTo>
                    <a:pt x="50381" y="634814"/>
                  </a:lnTo>
                  <a:lnTo>
                    <a:pt x="54016" y="637067"/>
                  </a:lnTo>
                  <a:lnTo>
                    <a:pt x="59535" y="638211"/>
                  </a:lnTo>
                  <a:cubicBezTo>
                    <a:pt x="59535" y="638211"/>
                    <a:pt x="63304" y="640599"/>
                    <a:pt x="63506" y="640667"/>
                  </a:cubicBezTo>
                  <a:cubicBezTo>
                    <a:pt x="63708" y="640734"/>
                    <a:pt x="65694" y="643291"/>
                    <a:pt x="65761" y="643493"/>
                  </a:cubicBezTo>
                  <a:cubicBezTo>
                    <a:pt x="65828" y="643694"/>
                    <a:pt x="70338" y="647765"/>
                    <a:pt x="70910" y="648505"/>
                  </a:cubicBezTo>
                  <a:cubicBezTo>
                    <a:pt x="71482" y="649211"/>
                    <a:pt x="77809" y="655233"/>
                    <a:pt x="77809" y="655233"/>
                  </a:cubicBezTo>
                  <a:cubicBezTo>
                    <a:pt x="77809" y="655233"/>
                    <a:pt x="78550" y="657318"/>
                    <a:pt x="78550" y="657621"/>
                  </a:cubicBezTo>
                  <a:cubicBezTo>
                    <a:pt x="78550" y="657924"/>
                    <a:pt x="78550" y="659202"/>
                    <a:pt x="78550" y="659202"/>
                  </a:cubicBezTo>
                  <a:lnTo>
                    <a:pt x="79997" y="661826"/>
                  </a:lnTo>
                  <a:lnTo>
                    <a:pt x="82891" y="661826"/>
                  </a:lnTo>
                  <a:cubicBezTo>
                    <a:pt x="82891" y="661826"/>
                    <a:pt x="86223" y="660884"/>
                    <a:pt x="87367" y="660581"/>
                  </a:cubicBezTo>
                  <a:cubicBezTo>
                    <a:pt x="88512" y="660279"/>
                    <a:pt x="89891" y="659942"/>
                    <a:pt x="90262" y="659774"/>
                  </a:cubicBezTo>
                  <a:cubicBezTo>
                    <a:pt x="90632" y="659640"/>
                    <a:pt x="93391" y="659034"/>
                    <a:pt x="94031" y="658529"/>
                  </a:cubicBezTo>
                  <a:cubicBezTo>
                    <a:pt x="94670" y="658025"/>
                    <a:pt x="95041" y="657150"/>
                    <a:pt x="95613" y="656948"/>
                  </a:cubicBezTo>
                  <a:cubicBezTo>
                    <a:pt x="96185" y="656747"/>
                    <a:pt x="97430" y="654930"/>
                    <a:pt x="97632" y="654627"/>
                  </a:cubicBezTo>
                  <a:cubicBezTo>
                    <a:pt x="97834" y="654324"/>
                    <a:pt x="99012" y="652542"/>
                    <a:pt x="99146" y="652239"/>
                  </a:cubicBezTo>
                  <a:cubicBezTo>
                    <a:pt x="99281" y="651936"/>
                    <a:pt x="100964" y="650557"/>
                    <a:pt x="100964" y="650557"/>
                  </a:cubicBezTo>
                  <a:lnTo>
                    <a:pt x="102916" y="649480"/>
                  </a:lnTo>
                  <a:lnTo>
                    <a:pt x="105608" y="648740"/>
                  </a:lnTo>
                  <a:lnTo>
                    <a:pt x="110959" y="649178"/>
                  </a:lnTo>
                  <a:lnTo>
                    <a:pt x="112911" y="650254"/>
                  </a:lnTo>
                  <a:lnTo>
                    <a:pt x="114863" y="652340"/>
                  </a:lnTo>
                  <a:lnTo>
                    <a:pt x="116377" y="653585"/>
                  </a:lnTo>
                  <a:cubicBezTo>
                    <a:pt x="116377" y="653585"/>
                    <a:pt x="117253" y="653786"/>
                    <a:pt x="117825" y="653786"/>
                  </a:cubicBezTo>
                  <a:cubicBezTo>
                    <a:pt x="118397" y="653786"/>
                    <a:pt x="119272" y="652979"/>
                    <a:pt x="119642" y="652340"/>
                  </a:cubicBezTo>
                  <a:cubicBezTo>
                    <a:pt x="120012" y="651701"/>
                    <a:pt x="120887" y="651263"/>
                    <a:pt x="120887" y="651263"/>
                  </a:cubicBezTo>
                  <a:lnTo>
                    <a:pt x="121695" y="650187"/>
                  </a:lnTo>
                  <a:cubicBezTo>
                    <a:pt x="121695" y="650187"/>
                    <a:pt x="122637" y="648370"/>
                    <a:pt x="122839" y="648303"/>
                  </a:cubicBezTo>
                  <a:cubicBezTo>
                    <a:pt x="123041" y="648236"/>
                    <a:pt x="125094" y="647933"/>
                    <a:pt x="125094" y="647933"/>
                  </a:cubicBezTo>
                  <a:cubicBezTo>
                    <a:pt x="125094" y="647933"/>
                    <a:pt x="126339" y="647193"/>
                    <a:pt x="126609" y="647126"/>
                  </a:cubicBezTo>
                  <a:cubicBezTo>
                    <a:pt x="126911" y="647058"/>
                    <a:pt x="126911" y="646318"/>
                    <a:pt x="127618" y="646116"/>
                  </a:cubicBezTo>
                  <a:cubicBezTo>
                    <a:pt x="128359" y="645915"/>
                    <a:pt x="129301" y="645242"/>
                    <a:pt x="130142" y="645477"/>
                  </a:cubicBezTo>
                  <a:cubicBezTo>
                    <a:pt x="131017" y="645713"/>
                    <a:pt x="132666" y="645477"/>
                    <a:pt x="132969" y="645612"/>
                  </a:cubicBezTo>
                  <a:cubicBezTo>
                    <a:pt x="133272" y="645746"/>
                    <a:pt x="135864" y="646251"/>
                    <a:pt x="136166" y="646352"/>
                  </a:cubicBezTo>
                  <a:cubicBezTo>
                    <a:pt x="136469" y="646419"/>
                    <a:pt x="137479" y="646352"/>
                    <a:pt x="138354" y="646924"/>
                  </a:cubicBezTo>
                  <a:cubicBezTo>
                    <a:pt x="139229" y="647496"/>
                    <a:pt x="143066" y="649817"/>
                    <a:pt x="143066" y="649817"/>
                  </a:cubicBezTo>
                  <a:lnTo>
                    <a:pt x="143200" y="651129"/>
                  </a:lnTo>
                  <a:cubicBezTo>
                    <a:pt x="143200" y="651129"/>
                    <a:pt x="142897" y="652811"/>
                    <a:pt x="142763" y="653012"/>
                  </a:cubicBezTo>
                  <a:cubicBezTo>
                    <a:pt x="142628" y="653214"/>
                    <a:pt x="141719" y="653954"/>
                    <a:pt x="141719" y="653954"/>
                  </a:cubicBezTo>
                  <a:lnTo>
                    <a:pt x="141114" y="654896"/>
                  </a:lnTo>
                  <a:lnTo>
                    <a:pt x="141114" y="655704"/>
                  </a:lnTo>
                  <a:lnTo>
                    <a:pt x="141618" y="658092"/>
                  </a:lnTo>
                  <a:lnTo>
                    <a:pt x="143301" y="658664"/>
                  </a:lnTo>
                  <a:lnTo>
                    <a:pt x="145623" y="660178"/>
                  </a:lnTo>
                  <a:lnTo>
                    <a:pt x="146196" y="660615"/>
                  </a:lnTo>
                  <a:lnTo>
                    <a:pt x="147575" y="662364"/>
                  </a:lnTo>
                  <a:cubicBezTo>
                    <a:pt x="147575" y="662364"/>
                    <a:pt x="147811" y="664181"/>
                    <a:pt x="147946" y="664383"/>
                  </a:cubicBezTo>
                  <a:cubicBezTo>
                    <a:pt x="148080" y="664618"/>
                    <a:pt x="148450" y="665964"/>
                    <a:pt x="148450" y="665964"/>
                  </a:cubicBezTo>
                  <a:lnTo>
                    <a:pt x="149325" y="667478"/>
                  </a:lnTo>
                  <a:lnTo>
                    <a:pt x="150470" y="669160"/>
                  </a:lnTo>
                  <a:lnTo>
                    <a:pt x="152422" y="672927"/>
                  </a:lnTo>
                  <a:cubicBezTo>
                    <a:pt x="152422" y="672927"/>
                    <a:pt x="153936" y="675820"/>
                    <a:pt x="154172" y="676459"/>
                  </a:cubicBezTo>
                  <a:cubicBezTo>
                    <a:pt x="154374" y="677099"/>
                    <a:pt x="156359" y="679588"/>
                    <a:pt x="156561" y="679857"/>
                  </a:cubicBezTo>
                  <a:cubicBezTo>
                    <a:pt x="156763" y="680160"/>
                    <a:pt x="157201" y="680160"/>
                    <a:pt x="157874" y="680664"/>
                  </a:cubicBezTo>
                  <a:cubicBezTo>
                    <a:pt x="158513" y="681169"/>
                    <a:pt x="160768" y="682044"/>
                    <a:pt x="160768" y="682548"/>
                  </a:cubicBezTo>
                  <a:cubicBezTo>
                    <a:pt x="160768" y="683053"/>
                    <a:pt x="161138" y="684499"/>
                    <a:pt x="161205" y="685071"/>
                  </a:cubicBezTo>
                  <a:cubicBezTo>
                    <a:pt x="161273" y="685643"/>
                    <a:pt x="161273" y="686888"/>
                    <a:pt x="162080" y="687392"/>
                  </a:cubicBezTo>
                  <a:cubicBezTo>
                    <a:pt x="162888" y="687897"/>
                    <a:pt x="162955" y="687695"/>
                    <a:pt x="163830" y="688200"/>
                  </a:cubicBezTo>
                  <a:cubicBezTo>
                    <a:pt x="164706" y="688704"/>
                    <a:pt x="166523" y="689882"/>
                    <a:pt x="166960" y="690151"/>
                  </a:cubicBezTo>
                  <a:cubicBezTo>
                    <a:pt x="167398" y="690453"/>
                    <a:pt x="168980" y="692169"/>
                    <a:pt x="168980" y="692169"/>
                  </a:cubicBezTo>
                  <a:cubicBezTo>
                    <a:pt x="168980" y="692169"/>
                    <a:pt x="169283" y="692741"/>
                    <a:pt x="169484" y="692808"/>
                  </a:cubicBezTo>
                  <a:cubicBezTo>
                    <a:pt x="169720" y="692876"/>
                    <a:pt x="173052" y="692741"/>
                    <a:pt x="173489" y="692808"/>
                  </a:cubicBezTo>
                  <a:cubicBezTo>
                    <a:pt x="173927" y="692876"/>
                    <a:pt x="174735" y="692775"/>
                    <a:pt x="175138" y="692842"/>
                  </a:cubicBezTo>
                  <a:cubicBezTo>
                    <a:pt x="175576" y="692909"/>
                    <a:pt x="176384" y="692876"/>
                    <a:pt x="177158" y="692842"/>
                  </a:cubicBezTo>
                  <a:cubicBezTo>
                    <a:pt x="177965" y="692808"/>
                    <a:pt x="178470" y="692909"/>
                    <a:pt x="178908" y="693246"/>
                  </a:cubicBezTo>
                  <a:cubicBezTo>
                    <a:pt x="179345" y="693616"/>
                    <a:pt x="182980" y="697148"/>
                    <a:pt x="182980" y="697148"/>
                  </a:cubicBezTo>
                  <a:cubicBezTo>
                    <a:pt x="182980" y="697148"/>
                    <a:pt x="183889" y="698964"/>
                    <a:pt x="184326" y="699536"/>
                  </a:cubicBezTo>
                  <a:cubicBezTo>
                    <a:pt x="184764" y="700108"/>
                    <a:pt x="186379" y="704448"/>
                    <a:pt x="186379" y="704448"/>
                  </a:cubicBezTo>
                  <a:lnTo>
                    <a:pt x="186379" y="706029"/>
                  </a:lnTo>
                  <a:lnTo>
                    <a:pt x="186009" y="708215"/>
                  </a:lnTo>
                  <a:lnTo>
                    <a:pt x="187389" y="710536"/>
                  </a:lnTo>
                  <a:cubicBezTo>
                    <a:pt x="187389" y="710536"/>
                    <a:pt x="188970" y="711108"/>
                    <a:pt x="189711" y="711344"/>
                  </a:cubicBezTo>
                  <a:cubicBezTo>
                    <a:pt x="190418" y="711546"/>
                    <a:pt x="195735" y="710469"/>
                    <a:pt x="196004" y="710402"/>
                  </a:cubicBezTo>
                  <a:cubicBezTo>
                    <a:pt x="196307" y="710335"/>
                    <a:pt x="197586" y="709325"/>
                    <a:pt x="197889" y="709325"/>
                  </a:cubicBezTo>
                  <a:cubicBezTo>
                    <a:pt x="198192" y="709325"/>
                    <a:pt x="200851" y="708955"/>
                    <a:pt x="201153" y="708821"/>
                  </a:cubicBezTo>
                  <a:cubicBezTo>
                    <a:pt x="201456" y="708686"/>
                    <a:pt x="205865" y="708619"/>
                    <a:pt x="206235" y="708888"/>
                  </a:cubicBezTo>
                  <a:cubicBezTo>
                    <a:pt x="206605" y="709157"/>
                    <a:pt x="209634" y="710637"/>
                    <a:pt x="209634" y="710637"/>
                  </a:cubicBezTo>
                  <a:cubicBezTo>
                    <a:pt x="209634" y="710637"/>
                    <a:pt x="212529" y="712891"/>
                    <a:pt x="212764" y="712958"/>
                  </a:cubicBezTo>
                  <a:cubicBezTo>
                    <a:pt x="213000" y="713026"/>
                    <a:pt x="214952" y="715650"/>
                    <a:pt x="214952" y="715650"/>
                  </a:cubicBezTo>
                  <a:lnTo>
                    <a:pt x="215187" y="717601"/>
                  </a:lnTo>
                  <a:cubicBezTo>
                    <a:pt x="215187" y="717601"/>
                    <a:pt x="215120" y="719619"/>
                    <a:pt x="215120" y="720056"/>
                  </a:cubicBezTo>
                  <a:cubicBezTo>
                    <a:pt x="215120" y="720494"/>
                    <a:pt x="214985" y="721570"/>
                    <a:pt x="214985" y="722007"/>
                  </a:cubicBezTo>
                  <a:cubicBezTo>
                    <a:pt x="214985" y="722445"/>
                    <a:pt x="214346" y="725641"/>
                    <a:pt x="214346" y="725641"/>
                  </a:cubicBezTo>
                  <a:lnTo>
                    <a:pt x="215154" y="729980"/>
                  </a:lnTo>
                  <a:cubicBezTo>
                    <a:pt x="215154" y="729980"/>
                    <a:pt x="215086" y="730182"/>
                    <a:pt x="215961" y="729980"/>
                  </a:cubicBezTo>
                  <a:cubicBezTo>
                    <a:pt x="216836" y="729778"/>
                    <a:pt x="218216" y="728096"/>
                    <a:pt x="218216" y="728096"/>
                  </a:cubicBezTo>
                  <a:cubicBezTo>
                    <a:pt x="218216" y="728096"/>
                    <a:pt x="218351" y="727020"/>
                    <a:pt x="218519" y="726650"/>
                  </a:cubicBezTo>
                  <a:cubicBezTo>
                    <a:pt x="218654" y="726280"/>
                    <a:pt x="218957" y="725338"/>
                    <a:pt x="219394" y="724833"/>
                  </a:cubicBezTo>
                  <a:cubicBezTo>
                    <a:pt x="219832" y="724329"/>
                    <a:pt x="220841" y="723824"/>
                    <a:pt x="221414" y="723689"/>
                  </a:cubicBezTo>
                  <a:cubicBezTo>
                    <a:pt x="221986" y="723555"/>
                    <a:pt x="227135" y="723118"/>
                    <a:pt x="227135" y="723118"/>
                  </a:cubicBezTo>
                  <a:cubicBezTo>
                    <a:pt x="227135" y="723118"/>
                    <a:pt x="228817" y="723555"/>
                    <a:pt x="229457" y="723925"/>
                  </a:cubicBezTo>
                  <a:cubicBezTo>
                    <a:pt x="230096" y="724295"/>
                    <a:pt x="230399" y="724228"/>
                    <a:pt x="231207" y="725170"/>
                  </a:cubicBezTo>
                  <a:cubicBezTo>
                    <a:pt x="232015" y="726112"/>
                    <a:pt x="234236" y="728870"/>
                    <a:pt x="234471" y="729072"/>
                  </a:cubicBezTo>
                  <a:cubicBezTo>
                    <a:pt x="234673" y="729307"/>
                    <a:pt x="235851" y="731326"/>
                    <a:pt x="235851" y="731326"/>
                  </a:cubicBezTo>
                  <a:lnTo>
                    <a:pt x="236491" y="733344"/>
                  </a:lnTo>
                  <a:cubicBezTo>
                    <a:pt x="236491" y="733344"/>
                    <a:pt x="236861" y="734286"/>
                    <a:pt x="237568" y="734286"/>
                  </a:cubicBezTo>
                  <a:cubicBezTo>
                    <a:pt x="238274" y="734286"/>
                    <a:pt x="240159" y="733041"/>
                    <a:pt x="240597" y="732907"/>
                  </a:cubicBezTo>
                  <a:cubicBezTo>
                    <a:pt x="241034" y="732772"/>
                    <a:pt x="242044" y="731763"/>
                    <a:pt x="242347" y="731460"/>
                  </a:cubicBezTo>
                  <a:cubicBezTo>
                    <a:pt x="242650" y="731157"/>
                    <a:pt x="244803" y="730215"/>
                    <a:pt x="244803" y="730215"/>
                  </a:cubicBezTo>
                  <a:cubicBezTo>
                    <a:pt x="244803" y="730215"/>
                    <a:pt x="247563" y="731595"/>
                    <a:pt x="248270" y="732301"/>
                  </a:cubicBezTo>
                  <a:cubicBezTo>
                    <a:pt x="249010" y="733041"/>
                    <a:pt x="250020" y="733815"/>
                    <a:pt x="250020" y="733815"/>
                  </a:cubicBezTo>
                  <a:lnTo>
                    <a:pt x="251467" y="733613"/>
                  </a:lnTo>
                  <a:lnTo>
                    <a:pt x="253991" y="731662"/>
                  </a:lnTo>
                  <a:cubicBezTo>
                    <a:pt x="253991" y="731662"/>
                    <a:pt x="254294" y="731090"/>
                    <a:pt x="254496" y="730855"/>
                  </a:cubicBezTo>
                  <a:cubicBezTo>
                    <a:pt x="254698" y="730653"/>
                    <a:pt x="255573" y="730350"/>
                    <a:pt x="255809" y="730350"/>
                  </a:cubicBezTo>
                  <a:cubicBezTo>
                    <a:pt x="256010" y="730350"/>
                    <a:pt x="259342" y="731662"/>
                    <a:pt x="259342" y="731662"/>
                  </a:cubicBezTo>
                  <a:cubicBezTo>
                    <a:pt x="259342" y="731662"/>
                    <a:pt x="260083" y="731965"/>
                    <a:pt x="260285" y="732301"/>
                  </a:cubicBezTo>
                  <a:cubicBezTo>
                    <a:pt x="260486" y="732671"/>
                    <a:pt x="262035" y="734757"/>
                    <a:pt x="262035" y="734757"/>
                  </a:cubicBezTo>
                  <a:cubicBezTo>
                    <a:pt x="262035" y="734757"/>
                    <a:pt x="263414" y="736136"/>
                    <a:pt x="263616" y="736439"/>
                  </a:cubicBezTo>
                  <a:cubicBezTo>
                    <a:pt x="263818" y="736742"/>
                    <a:pt x="265064" y="737246"/>
                    <a:pt x="265366" y="737313"/>
                  </a:cubicBezTo>
                  <a:cubicBezTo>
                    <a:pt x="265669" y="737381"/>
                    <a:pt x="266814" y="736674"/>
                    <a:pt x="267049" y="736674"/>
                  </a:cubicBezTo>
                  <a:cubicBezTo>
                    <a:pt x="267251" y="736674"/>
                    <a:pt x="268227" y="736540"/>
                    <a:pt x="269237" y="736372"/>
                  </a:cubicBezTo>
                  <a:cubicBezTo>
                    <a:pt x="270246" y="736237"/>
                    <a:pt x="271626" y="736002"/>
                    <a:pt x="272367" y="735800"/>
                  </a:cubicBezTo>
                  <a:cubicBezTo>
                    <a:pt x="273107" y="735598"/>
                    <a:pt x="273814" y="734992"/>
                    <a:pt x="274117" y="734858"/>
                  </a:cubicBezTo>
                  <a:cubicBezTo>
                    <a:pt x="274419" y="734723"/>
                    <a:pt x="275564" y="732907"/>
                    <a:pt x="275867" y="732907"/>
                  </a:cubicBezTo>
                  <a:cubicBezTo>
                    <a:pt x="276169" y="732907"/>
                    <a:pt x="278121" y="732604"/>
                    <a:pt x="278391" y="732604"/>
                  </a:cubicBezTo>
                  <a:cubicBezTo>
                    <a:pt x="278694" y="732604"/>
                    <a:pt x="282463" y="736742"/>
                    <a:pt x="282867" y="737313"/>
                  </a:cubicBezTo>
                  <a:cubicBezTo>
                    <a:pt x="283304" y="737885"/>
                    <a:pt x="283304" y="737751"/>
                    <a:pt x="283742" y="739063"/>
                  </a:cubicBezTo>
                  <a:cubicBezTo>
                    <a:pt x="284179" y="740375"/>
                    <a:pt x="284549" y="743335"/>
                    <a:pt x="284617" y="743638"/>
                  </a:cubicBezTo>
                  <a:cubicBezTo>
                    <a:pt x="284684" y="743941"/>
                    <a:pt x="285122" y="746262"/>
                    <a:pt x="285425" y="746968"/>
                  </a:cubicBezTo>
                  <a:cubicBezTo>
                    <a:pt x="285694" y="747674"/>
                    <a:pt x="286804" y="749289"/>
                    <a:pt x="286804" y="749289"/>
                  </a:cubicBezTo>
                  <a:lnTo>
                    <a:pt x="287679" y="749726"/>
                  </a:lnTo>
                  <a:cubicBezTo>
                    <a:pt x="287679" y="749726"/>
                    <a:pt x="289194" y="750231"/>
                    <a:pt x="289934" y="749996"/>
                  </a:cubicBezTo>
                  <a:cubicBezTo>
                    <a:pt x="290641" y="749794"/>
                    <a:pt x="294410" y="749693"/>
                    <a:pt x="294646" y="749626"/>
                  </a:cubicBezTo>
                  <a:cubicBezTo>
                    <a:pt x="294848" y="749558"/>
                    <a:pt x="297035" y="749054"/>
                    <a:pt x="297338" y="749054"/>
                  </a:cubicBezTo>
                  <a:cubicBezTo>
                    <a:pt x="297641" y="749054"/>
                    <a:pt x="300098" y="748044"/>
                    <a:pt x="300670" y="748044"/>
                  </a:cubicBezTo>
                  <a:cubicBezTo>
                    <a:pt x="301242" y="748044"/>
                    <a:pt x="305079" y="748919"/>
                    <a:pt x="305314" y="748986"/>
                  </a:cubicBezTo>
                  <a:cubicBezTo>
                    <a:pt x="305516" y="749054"/>
                    <a:pt x="306762" y="750366"/>
                    <a:pt x="306896" y="750870"/>
                  </a:cubicBezTo>
                  <a:cubicBezTo>
                    <a:pt x="307031" y="751375"/>
                    <a:pt x="307973" y="754941"/>
                    <a:pt x="308141" y="755580"/>
                  </a:cubicBezTo>
                  <a:cubicBezTo>
                    <a:pt x="308276" y="756219"/>
                    <a:pt x="308781" y="757901"/>
                    <a:pt x="308882" y="758271"/>
                  </a:cubicBezTo>
                  <a:cubicBezTo>
                    <a:pt x="308949" y="758641"/>
                    <a:pt x="308949" y="759650"/>
                    <a:pt x="309016" y="760222"/>
                  </a:cubicBezTo>
                  <a:cubicBezTo>
                    <a:pt x="309084" y="760794"/>
                    <a:pt x="310161" y="761601"/>
                    <a:pt x="310464" y="761736"/>
                  </a:cubicBezTo>
                  <a:cubicBezTo>
                    <a:pt x="310766" y="761870"/>
                    <a:pt x="313223" y="761534"/>
                    <a:pt x="313930" y="761736"/>
                  </a:cubicBezTo>
                  <a:cubicBezTo>
                    <a:pt x="314637" y="761971"/>
                    <a:pt x="315310" y="761870"/>
                    <a:pt x="315310" y="762240"/>
                  </a:cubicBezTo>
                  <a:cubicBezTo>
                    <a:pt x="315310" y="762610"/>
                    <a:pt x="316690" y="765874"/>
                    <a:pt x="316690" y="765874"/>
                  </a:cubicBezTo>
                  <a:cubicBezTo>
                    <a:pt x="316690" y="765874"/>
                    <a:pt x="316488" y="766378"/>
                    <a:pt x="316993" y="767017"/>
                  </a:cubicBezTo>
                  <a:cubicBezTo>
                    <a:pt x="317497" y="767656"/>
                    <a:pt x="318944" y="767085"/>
                    <a:pt x="319180" y="767017"/>
                  </a:cubicBezTo>
                  <a:cubicBezTo>
                    <a:pt x="319382" y="766950"/>
                    <a:pt x="320324" y="766143"/>
                    <a:pt x="320324" y="766143"/>
                  </a:cubicBezTo>
                  <a:cubicBezTo>
                    <a:pt x="320324" y="766143"/>
                    <a:pt x="323522" y="764763"/>
                    <a:pt x="323723" y="764763"/>
                  </a:cubicBezTo>
                  <a:cubicBezTo>
                    <a:pt x="323959" y="764763"/>
                    <a:pt x="325372" y="765705"/>
                    <a:pt x="325372" y="766008"/>
                  </a:cubicBezTo>
                  <a:cubicBezTo>
                    <a:pt x="325372" y="766311"/>
                    <a:pt x="325507" y="767959"/>
                    <a:pt x="325507" y="767959"/>
                  </a:cubicBezTo>
                  <a:lnTo>
                    <a:pt x="325574" y="769204"/>
                  </a:lnTo>
                  <a:lnTo>
                    <a:pt x="325709" y="771390"/>
                  </a:lnTo>
                  <a:cubicBezTo>
                    <a:pt x="325709" y="771390"/>
                    <a:pt x="326584" y="773140"/>
                    <a:pt x="326786" y="773342"/>
                  </a:cubicBezTo>
                  <a:cubicBezTo>
                    <a:pt x="327022" y="773577"/>
                    <a:pt x="326651" y="773913"/>
                    <a:pt x="328098" y="773913"/>
                  </a:cubicBezTo>
                  <a:cubicBezTo>
                    <a:pt x="329546" y="773913"/>
                    <a:pt x="330353" y="774216"/>
                    <a:pt x="330791" y="774351"/>
                  </a:cubicBezTo>
                  <a:cubicBezTo>
                    <a:pt x="331228" y="774485"/>
                    <a:pt x="331666" y="773981"/>
                    <a:pt x="332676" y="775158"/>
                  </a:cubicBezTo>
                  <a:cubicBezTo>
                    <a:pt x="333685" y="776302"/>
                    <a:pt x="333820" y="776605"/>
                    <a:pt x="334560" y="776302"/>
                  </a:cubicBezTo>
                  <a:cubicBezTo>
                    <a:pt x="335301" y="775999"/>
                    <a:pt x="336243" y="774351"/>
                    <a:pt x="336580" y="774284"/>
                  </a:cubicBezTo>
                  <a:cubicBezTo>
                    <a:pt x="336950" y="774216"/>
                    <a:pt x="337757" y="772602"/>
                    <a:pt x="337892" y="772332"/>
                  </a:cubicBezTo>
                  <a:cubicBezTo>
                    <a:pt x="338027" y="772030"/>
                    <a:pt x="338632" y="771121"/>
                    <a:pt x="338834" y="770751"/>
                  </a:cubicBezTo>
                  <a:cubicBezTo>
                    <a:pt x="339036" y="770381"/>
                    <a:pt x="339709" y="769002"/>
                    <a:pt x="339709" y="769002"/>
                  </a:cubicBezTo>
                  <a:cubicBezTo>
                    <a:pt x="339709" y="769002"/>
                    <a:pt x="340854" y="767993"/>
                    <a:pt x="341291" y="767690"/>
                  </a:cubicBezTo>
                  <a:cubicBezTo>
                    <a:pt x="341729" y="767387"/>
                    <a:pt x="342301" y="767387"/>
                    <a:pt x="343041" y="766984"/>
                  </a:cubicBezTo>
                  <a:cubicBezTo>
                    <a:pt x="343782" y="766546"/>
                    <a:pt x="344286" y="765907"/>
                    <a:pt x="344858" y="765806"/>
                  </a:cubicBezTo>
                  <a:cubicBezTo>
                    <a:pt x="345431" y="765739"/>
                    <a:pt x="346676" y="765604"/>
                    <a:pt x="347046" y="765604"/>
                  </a:cubicBezTo>
                  <a:cubicBezTo>
                    <a:pt x="347416" y="765604"/>
                    <a:pt x="349738" y="765403"/>
                    <a:pt x="349738" y="765403"/>
                  </a:cubicBezTo>
                  <a:lnTo>
                    <a:pt x="351623" y="765100"/>
                  </a:lnTo>
                  <a:lnTo>
                    <a:pt x="353508" y="765773"/>
                  </a:lnTo>
                  <a:cubicBezTo>
                    <a:pt x="353508" y="765773"/>
                    <a:pt x="355325" y="765974"/>
                    <a:pt x="355965" y="766210"/>
                  </a:cubicBezTo>
                  <a:cubicBezTo>
                    <a:pt x="356604" y="766412"/>
                    <a:pt x="357849" y="766782"/>
                    <a:pt x="358421" y="767219"/>
                  </a:cubicBezTo>
                  <a:cubicBezTo>
                    <a:pt x="358993" y="767656"/>
                    <a:pt x="360373" y="768228"/>
                    <a:pt x="360945" y="768598"/>
                  </a:cubicBezTo>
                  <a:cubicBezTo>
                    <a:pt x="361517" y="768968"/>
                    <a:pt x="362191" y="769406"/>
                    <a:pt x="362191" y="769675"/>
                  </a:cubicBezTo>
                  <a:cubicBezTo>
                    <a:pt x="362191" y="769978"/>
                    <a:pt x="362628" y="772366"/>
                    <a:pt x="362628" y="772803"/>
                  </a:cubicBezTo>
                  <a:cubicBezTo>
                    <a:pt x="362628" y="773241"/>
                    <a:pt x="362696" y="775764"/>
                    <a:pt x="362696" y="775764"/>
                  </a:cubicBezTo>
                  <a:cubicBezTo>
                    <a:pt x="362696" y="775764"/>
                    <a:pt x="362628" y="779094"/>
                    <a:pt x="362628" y="779397"/>
                  </a:cubicBezTo>
                  <a:cubicBezTo>
                    <a:pt x="362628" y="779699"/>
                    <a:pt x="362561" y="781482"/>
                    <a:pt x="362763" y="781583"/>
                  </a:cubicBezTo>
                  <a:cubicBezTo>
                    <a:pt x="362965" y="781651"/>
                    <a:pt x="363570" y="782323"/>
                    <a:pt x="364008" y="782323"/>
                  </a:cubicBezTo>
                  <a:cubicBezTo>
                    <a:pt x="364445" y="782323"/>
                    <a:pt x="365455" y="781886"/>
                    <a:pt x="365960" y="781381"/>
                  </a:cubicBezTo>
                  <a:cubicBezTo>
                    <a:pt x="366465" y="780877"/>
                    <a:pt x="366700" y="778690"/>
                    <a:pt x="366969" y="778488"/>
                  </a:cubicBezTo>
                  <a:cubicBezTo>
                    <a:pt x="367272" y="778253"/>
                    <a:pt x="367037" y="777546"/>
                    <a:pt x="367609" y="777244"/>
                  </a:cubicBezTo>
                  <a:cubicBezTo>
                    <a:pt x="368181" y="776941"/>
                    <a:pt x="368854" y="776605"/>
                    <a:pt x="368854" y="776605"/>
                  </a:cubicBezTo>
                  <a:lnTo>
                    <a:pt x="370941" y="776470"/>
                  </a:lnTo>
                  <a:lnTo>
                    <a:pt x="372523" y="778219"/>
                  </a:lnTo>
                  <a:lnTo>
                    <a:pt x="376662" y="780608"/>
                  </a:lnTo>
                  <a:lnTo>
                    <a:pt x="379186" y="783063"/>
                  </a:lnTo>
                  <a:lnTo>
                    <a:pt x="381878" y="785452"/>
                  </a:lnTo>
                  <a:cubicBezTo>
                    <a:pt x="381878" y="785452"/>
                    <a:pt x="383629" y="785519"/>
                    <a:pt x="384133" y="785452"/>
                  </a:cubicBezTo>
                  <a:cubicBezTo>
                    <a:pt x="384638" y="785385"/>
                    <a:pt x="385581" y="785519"/>
                    <a:pt x="386758" y="784947"/>
                  </a:cubicBezTo>
                  <a:cubicBezTo>
                    <a:pt x="387903" y="784375"/>
                    <a:pt x="388441" y="784644"/>
                    <a:pt x="389653" y="783568"/>
                  </a:cubicBezTo>
                  <a:cubicBezTo>
                    <a:pt x="390898" y="782492"/>
                    <a:pt x="391235" y="781415"/>
                    <a:pt x="391537" y="781247"/>
                  </a:cubicBezTo>
                  <a:cubicBezTo>
                    <a:pt x="391840" y="781112"/>
                    <a:pt x="393187" y="779868"/>
                    <a:pt x="393624" y="779800"/>
                  </a:cubicBezTo>
                  <a:cubicBezTo>
                    <a:pt x="394061" y="779733"/>
                    <a:pt x="399211" y="778556"/>
                    <a:pt x="399211" y="778556"/>
                  </a:cubicBezTo>
                  <a:cubicBezTo>
                    <a:pt x="399211" y="778556"/>
                    <a:pt x="402677" y="778488"/>
                    <a:pt x="403283" y="778556"/>
                  </a:cubicBezTo>
                  <a:cubicBezTo>
                    <a:pt x="403855" y="778623"/>
                    <a:pt x="406749" y="778556"/>
                    <a:pt x="406749" y="778556"/>
                  </a:cubicBezTo>
                  <a:cubicBezTo>
                    <a:pt x="406749" y="778556"/>
                    <a:pt x="409341" y="777513"/>
                    <a:pt x="409576" y="777446"/>
                  </a:cubicBezTo>
                  <a:cubicBezTo>
                    <a:pt x="409778" y="777378"/>
                    <a:pt x="410283" y="776605"/>
                    <a:pt x="410283" y="776605"/>
                  </a:cubicBezTo>
                  <a:lnTo>
                    <a:pt x="411730" y="776605"/>
                  </a:lnTo>
                  <a:cubicBezTo>
                    <a:pt x="411730" y="776605"/>
                    <a:pt x="414120" y="775797"/>
                    <a:pt x="414322" y="775797"/>
                  </a:cubicBezTo>
                  <a:cubicBezTo>
                    <a:pt x="414523" y="775797"/>
                    <a:pt x="416846" y="776234"/>
                    <a:pt x="417149" y="776369"/>
                  </a:cubicBezTo>
                  <a:cubicBezTo>
                    <a:pt x="417451" y="776504"/>
                    <a:pt x="418528" y="776504"/>
                    <a:pt x="418898" y="776672"/>
                  </a:cubicBezTo>
                  <a:cubicBezTo>
                    <a:pt x="419269" y="776806"/>
                    <a:pt x="421086" y="776605"/>
                    <a:pt x="421423" y="776234"/>
                  </a:cubicBezTo>
                  <a:cubicBezTo>
                    <a:pt x="421793" y="775864"/>
                    <a:pt x="422500" y="774418"/>
                    <a:pt x="422735" y="774149"/>
                  </a:cubicBezTo>
                  <a:cubicBezTo>
                    <a:pt x="422937" y="773846"/>
                    <a:pt x="423880" y="773005"/>
                    <a:pt x="424115" y="772904"/>
                  </a:cubicBezTo>
                  <a:cubicBezTo>
                    <a:pt x="424351" y="772837"/>
                    <a:pt x="424755" y="772904"/>
                    <a:pt x="425495" y="772534"/>
                  </a:cubicBezTo>
                  <a:cubicBezTo>
                    <a:pt x="426235" y="772164"/>
                    <a:pt x="427952" y="771155"/>
                    <a:pt x="428255" y="771155"/>
                  </a:cubicBezTo>
                  <a:cubicBezTo>
                    <a:pt x="428557" y="771155"/>
                    <a:pt x="430139" y="770785"/>
                    <a:pt x="430442" y="770718"/>
                  </a:cubicBezTo>
                  <a:cubicBezTo>
                    <a:pt x="430745" y="770650"/>
                    <a:pt x="431822" y="770079"/>
                    <a:pt x="432024" y="770079"/>
                  </a:cubicBezTo>
                  <a:cubicBezTo>
                    <a:pt x="432259" y="770079"/>
                    <a:pt x="433168" y="769776"/>
                    <a:pt x="433606" y="770146"/>
                  </a:cubicBezTo>
                  <a:cubicBezTo>
                    <a:pt x="434043" y="770516"/>
                    <a:pt x="434615" y="770280"/>
                    <a:pt x="434985" y="770650"/>
                  </a:cubicBezTo>
                  <a:cubicBezTo>
                    <a:pt x="435356" y="771020"/>
                    <a:pt x="437072" y="772097"/>
                    <a:pt x="437375" y="772400"/>
                  </a:cubicBezTo>
                  <a:cubicBezTo>
                    <a:pt x="437678" y="772702"/>
                    <a:pt x="439024" y="773140"/>
                    <a:pt x="439327" y="773409"/>
                  </a:cubicBezTo>
                  <a:cubicBezTo>
                    <a:pt x="439630" y="773712"/>
                    <a:pt x="440774" y="775158"/>
                    <a:pt x="440909" y="775730"/>
                  </a:cubicBezTo>
                  <a:cubicBezTo>
                    <a:pt x="441043" y="776302"/>
                    <a:pt x="441279" y="776369"/>
                    <a:pt x="441918" y="777176"/>
                  </a:cubicBezTo>
                  <a:cubicBezTo>
                    <a:pt x="442558" y="777984"/>
                    <a:pt x="442995" y="777984"/>
                    <a:pt x="443736" y="778690"/>
                  </a:cubicBezTo>
                  <a:cubicBezTo>
                    <a:pt x="444476" y="779430"/>
                    <a:pt x="446765" y="781314"/>
                    <a:pt x="447067" y="781516"/>
                  </a:cubicBezTo>
                  <a:cubicBezTo>
                    <a:pt x="447370" y="781718"/>
                    <a:pt x="448515" y="782525"/>
                    <a:pt x="448515" y="782525"/>
                  </a:cubicBezTo>
                  <a:lnTo>
                    <a:pt x="451342" y="784476"/>
                  </a:lnTo>
                  <a:lnTo>
                    <a:pt x="453664" y="786865"/>
                  </a:lnTo>
                  <a:cubicBezTo>
                    <a:pt x="453664" y="786865"/>
                    <a:pt x="454303" y="789119"/>
                    <a:pt x="454673" y="789892"/>
                  </a:cubicBezTo>
                  <a:cubicBezTo>
                    <a:pt x="455044" y="790700"/>
                    <a:pt x="457803" y="795174"/>
                    <a:pt x="457803" y="795174"/>
                  </a:cubicBezTo>
                  <a:lnTo>
                    <a:pt x="458880" y="798134"/>
                  </a:lnTo>
                  <a:cubicBezTo>
                    <a:pt x="458880" y="798134"/>
                    <a:pt x="460765" y="801464"/>
                    <a:pt x="460765" y="801767"/>
                  </a:cubicBezTo>
                  <a:cubicBezTo>
                    <a:pt x="460765" y="802036"/>
                    <a:pt x="461270" y="805097"/>
                    <a:pt x="461270" y="805097"/>
                  </a:cubicBezTo>
                  <a:lnTo>
                    <a:pt x="462212" y="809672"/>
                  </a:lnTo>
                  <a:cubicBezTo>
                    <a:pt x="462212" y="809672"/>
                    <a:pt x="463457" y="810110"/>
                    <a:pt x="464164" y="810110"/>
                  </a:cubicBezTo>
                  <a:cubicBezTo>
                    <a:pt x="464904" y="810110"/>
                    <a:pt x="466621" y="810311"/>
                    <a:pt x="466924" y="810110"/>
                  </a:cubicBezTo>
                  <a:cubicBezTo>
                    <a:pt x="467227" y="809874"/>
                    <a:pt x="469178" y="809403"/>
                    <a:pt x="469178" y="809403"/>
                  </a:cubicBezTo>
                  <a:cubicBezTo>
                    <a:pt x="469178" y="809403"/>
                    <a:pt x="469986" y="809807"/>
                    <a:pt x="470053" y="810211"/>
                  </a:cubicBezTo>
                  <a:cubicBezTo>
                    <a:pt x="470121" y="810614"/>
                    <a:pt x="472948" y="815458"/>
                    <a:pt x="473082" y="815694"/>
                  </a:cubicBezTo>
                  <a:cubicBezTo>
                    <a:pt x="473217" y="815896"/>
                    <a:pt x="473890" y="817645"/>
                    <a:pt x="473890" y="817645"/>
                  </a:cubicBezTo>
                  <a:lnTo>
                    <a:pt x="475135" y="819596"/>
                  </a:lnTo>
                  <a:lnTo>
                    <a:pt x="475842" y="820908"/>
                  </a:lnTo>
                  <a:cubicBezTo>
                    <a:pt x="475842" y="820908"/>
                    <a:pt x="476145" y="820841"/>
                    <a:pt x="476852" y="820908"/>
                  </a:cubicBezTo>
                  <a:cubicBezTo>
                    <a:pt x="477559" y="820975"/>
                    <a:pt x="478669" y="820538"/>
                    <a:pt x="478938" y="820471"/>
                  </a:cubicBezTo>
                  <a:cubicBezTo>
                    <a:pt x="479241" y="820403"/>
                    <a:pt x="479948" y="820403"/>
                    <a:pt x="480453" y="820403"/>
                  </a:cubicBezTo>
                  <a:cubicBezTo>
                    <a:pt x="480958" y="820403"/>
                    <a:pt x="482203" y="820571"/>
                    <a:pt x="482977" y="820908"/>
                  </a:cubicBezTo>
                  <a:cubicBezTo>
                    <a:pt x="483785" y="821244"/>
                    <a:pt x="485164" y="821345"/>
                    <a:pt x="485366" y="821547"/>
                  </a:cubicBezTo>
                  <a:cubicBezTo>
                    <a:pt x="485568" y="821749"/>
                    <a:pt x="486376" y="821850"/>
                    <a:pt x="486814" y="822119"/>
                  </a:cubicBezTo>
                  <a:cubicBezTo>
                    <a:pt x="487251" y="822422"/>
                    <a:pt x="488261" y="822691"/>
                    <a:pt x="488564" y="822926"/>
                  </a:cubicBezTo>
                  <a:cubicBezTo>
                    <a:pt x="488866" y="823162"/>
                    <a:pt x="490650" y="823498"/>
                    <a:pt x="490886" y="823666"/>
                  </a:cubicBezTo>
                  <a:cubicBezTo>
                    <a:pt x="491121" y="823801"/>
                    <a:pt x="492198" y="823296"/>
                    <a:pt x="492400" y="823666"/>
                  </a:cubicBezTo>
                  <a:cubicBezTo>
                    <a:pt x="492602" y="824036"/>
                    <a:pt x="493545" y="824541"/>
                    <a:pt x="493780" y="824743"/>
                  </a:cubicBezTo>
                  <a:cubicBezTo>
                    <a:pt x="493982" y="824945"/>
                    <a:pt x="495530" y="826761"/>
                    <a:pt x="495530" y="826761"/>
                  </a:cubicBezTo>
                  <a:cubicBezTo>
                    <a:pt x="495530" y="826761"/>
                    <a:pt x="495968" y="828342"/>
                    <a:pt x="496169" y="828948"/>
                  </a:cubicBezTo>
                  <a:cubicBezTo>
                    <a:pt x="496371" y="829520"/>
                    <a:pt x="497246" y="831336"/>
                    <a:pt x="497415" y="831774"/>
                  </a:cubicBezTo>
                  <a:cubicBezTo>
                    <a:pt x="497549" y="832211"/>
                    <a:pt x="498492" y="833590"/>
                    <a:pt x="498492" y="833590"/>
                  </a:cubicBezTo>
                  <a:cubicBezTo>
                    <a:pt x="498492" y="833590"/>
                    <a:pt x="500746" y="836348"/>
                    <a:pt x="500948" y="836550"/>
                  </a:cubicBezTo>
                  <a:cubicBezTo>
                    <a:pt x="501184" y="836786"/>
                    <a:pt x="502025" y="838232"/>
                    <a:pt x="502194" y="838501"/>
                  </a:cubicBezTo>
                  <a:cubicBezTo>
                    <a:pt x="502328" y="838804"/>
                    <a:pt x="501891" y="842135"/>
                    <a:pt x="502194" y="842908"/>
                  </a:cubicBezTo>
                  <a:cubicBezTo>
                    <a:pt x="502497" y="843716"/>
                    <a:pt x="502631" y="847248"/>
                    <a:pt x="502631" y="847248"/>
                  </a:cubicBezTo>
                  <a:lnTo>
                    <a:pt x="502059" y="848560"/>
                  </a:lnTo>
                  <a:cubicBezTo>
                    <a:pt x="502059" y="848560"/>
                    <a:pt x="501992" y="851520"/>
                    <a:pt x="501756" y="851688"/>
                  </a:cubicBezTo>
                  <a:cubicBezTo>
                    <a:pt x="501554" y="851823"/>
                    <a:pt x="499434" y="852698"/>
                    <a:pt x="499434" y="852698"/>
                  </a:cubicBezTo>
                  <a:lnTo>
                    <a:pt x="497549" y="853269"/>
                  </a:lnTo>
                  <a:cubicBezTo>
                    <a:pt x="497549" y="853269"/>
                    <a:pt x="496943" y="854850"/>
                    <a:pt x="496876" y="855086"/>
                  </a:cubicBezTo>
                  <a:cubicBezTo>
                    <a:pt x="496809" y="855321"/>
                    <a:pt x="496035" y="856330"/>
                    <a:pt x="496035" y="857037"/>
                  </a:cubicBezTo>
                  <a:cubicBezTo>
                    <a:pt x="496035" y="857777"/>
                    <a:pt x="496035" y="859123"/>
                    <a:pt x="496035" y="859123"/>
                  </a:cubicBezTo>
                  <a:lnTo>
                    <a:pt x="496775" y="860435"/>
                  </a:lnTo>
                  <a:lnTo>
                    <a:pt x="498525" y="863563"/>
                  </a:lnTo>
                  <a:lnTo>
                    <a:pt x="499165" y="864572"/>
                  </a:lnTo>
                  <a:cubicBezTo>
                    <a:pt x="499165" y="864572"/>
                    <a:pt x="499535" y="866759"/>
                    <a:pt x="499535" y="867028"/>
                  </a:cubicBezTo>
                  <a:cubicBezTo>
                    <a:pt x="499535" y="867331"/>
                    <a:pt x="500410" y="868710"/>
                    <a:pt x="500410" y="869046"/>
                  </a:cubicBezTo>
                  <a:cubicBezTo>
                    <a:pt x="500410" y="869416"/>
                    <a:pt x="501790" y="872377"/>
                    <a:pt x="501790" y="872377"/>
                  </a:cubicBezTo>
                  <a:lnTo>
                    <a:pt x="502093" y="873890"/>
                  </a:lnTo>
                  <a:lnTo>
                    <a:pt x="502665" y="876918"/>
                  </a:lnTo>
                  <a:lnTo>
                    <a:pt x="504415" y="879306"/>
                  </a:lnTo>
                  <a:lnTo>
                    <a:pt x="505559" y="880114"/>
                  </a:lnTo>
                  <a:cubicBezTo>
                    <a:pt x="505559" y="880114"/>
                    <a:pt x="508083" y="881930"/>
                    <a:pt x="508319" y="882065"/>
                  </a:cubicBezTo>
                  <a:cubicBezTo>
                    <a:pt x="508521" y="882199"/>
                    <a:pt x="510641" y="882570"/>
                    <a:pt x="510641" y="882570"/>
                  </a:cubicBezTo>
                  <a:lnTo>
                    <a:pt x="512593" y="882570"/>
                  </a:lnTo>
                  <a:cubicBezTo>
                    <a:pt x="512593" y="882570"/>
                    <a:pt x="513535" y="882940"/>
                    <a:pt x="514107" y="882570"/>
                  </a:cubicBezTo>
                  <a:cubicBezTo>
                    <a:pt x="514679" y="882199"/>
                    <a:pt x="516564" y="881258"/>
                    <a:pt x="516564" y="881258"/>
                  </a:cubicBezTo>
                  <a:cubicBezTo>
                    <a:pt x="516564" y="881258"/>
                    <a:pt x="516934" y="880686"/>
                    <a:pt x="517204" y="880686"/>
                  </a:cubicBezTo>
                  <a:cubicBezTo>
                    <a:pt x="517507" y="880686"/>
                    <a:pt x="518146" y="879878"/>
                    <a:pt x="518146" y="879878"/>
                  </a:cubicBezTo>
                  <a:lnTo>
                    <a:pt x="518954" y="879441"/>
                  </a:lnTo>
                  <a:cubicBezTo>
                    <a:pt x="518954" y="879441"/>
                    <a:pt x="519593" y="879508"/>
                    <a:pt x="519896" y="879508"/>
                  </a:cubicBezTo>
                  <a:cubicBezTo>
                    <a:pt x="520199" y="879508"/>
                    <a:pt x="521579" y="879441"/>
                    <a:pt x="521814" y="879744"/>
                  </a:cubicBezTo>
                  <a:cubicBezTo>
                    <a:pt x="522016" y="880047"/>
                    <a:pt x="522151" y="880988"/>
                    <a:pt x="522151" y="880988"/>
                  </a:cubicBezTo>
                  <a:lnTo>
                    <a:pt x="522151" y="881729"/>
                  </a:lnTo>
                  <a:lnTo>
                    <a:pt x="523901" y="883545"/>
                  </a:lnTo>
                  <a:lnTo>
                    <a:pt x="523901" y="883478"/>
                  </a:lnTo>
                  <a:cubicBezTo>
                    <a:pt x="523901" y="883478"/>
                    <a:pt x="524338" y="885227"/>
                    <a:pt x="524776" y="885361"/>
                  </a:cubicBezTo>
                  <a:cubicBezTo>
                    <a:pt x="525213" y="885496"/>
                    <a:pt x="525920" y="885866"/>
                    <a:pt x="526290" y="885933"/>
                  </a:cubicBezTo>
                  <a:cubicBezTo>
                    <a:pt x="526661" y="886001"/>
                    <a:pt x="528175" y="887178"/>
                    <a:pt x="528478" y="887380"/>
                  </a:cubicBezTo>
                  <a:cubicBezTo>
                    <a:pt x="528781" y="887582"/>
                    <a:pt x="529185" y="888322"/>
                    <a:pt x="529488" y="888961"/>
                  </a:cubicBezTo>
                  <a:cubicBezTo>
                    <a:pt x="529790" y="889600"/>
                    <a:pt x="530295" y="891551"/>
                    <a:pt x="530295" y="891551"/>
                  </a:cubicBezTo>
                  <a:cubicBezTo>
                    <a:pt x="530295" y="891551"/>
                    <a:pt x="530228" y="892426"/>
                    <a:pt x="530295" y="892998"/>
                  </a:cubicBezTo>
                  <a:cubicBezTo>
                    <a:pt x="530362" y="893570"/>
                    <a:pt x="530800" y="893738"/>
                    <a:pt x="530935" y="894142"/>
                  </a:cubicBezTo>
                  <a:cubicBezTo>
                    <a:pt x="531069" y="894579"/>
                    <a:pt x="531002" y="894713"/>
                    <a:pt x="531877" y="894848"/>
                  </a:cubicBezTo>
                  <a:cubicBezTo>
                    <a:pt x="532752" y="894983"/>
                    <a:pt x="532887" y="894713"/>
                    <a:pt x="533762" y="894848"/>
                  </a:cubicBezTo>
                  <a:cubicBezTo>
                    <a:pt x="534637" y="894983"/>
                    <a:pt x="534637" y="894545"/>
                    <a:pt x="535209" y="893704"/>
                  </a:cubicBezTo>
                  <a:cubicBezTo>
                    <a:pt x="535781" y="892830"/>
                    <a:pt x="535714" y="892628"/>
                    <a:pt x="536017" y="892190"/>
                  </a:cubicBezTo>
                  <a:cubicBezTo>
                    <a:pt x="536319" y="891753"/>
                    <a:pt x="536891" y="891248"/>
                    <a:pt x="536891" y="891248"/>
                  </a:cubicBezTo>
                  <a:lnTo>
                    <a:pt x="538709" y="891248"/>
                  </a:lnTo>
                  <a:cubicBezTo>
                    <a:pt x="538709" y="891248"/>
                    <a:pt x="540089" y="890946"/>
                    <a:pt x="540526" y="890946"/>
                  </a:cubicBezTo>
                  <a:cubicBezTo>
                    <a:pt x="540964" y="890946"/>
                    <a:pt x="541267" y="890710"/>
                    <a:pt x="541771" y="891013"/>
                  </a:cubicBezTo>
                  <a:cubicBezTo>
                    <a:pt x="542276" y="891316"/>
                    <a:pt x="542714" y="892022"/>
                    <a:pt x="542916" y="892022"/>
                  </a:cubicBezTo>
                  <a:cubicBezTo>
                    <a:pt x="543118" y="892022"/>
                    <a:pt x="543488" y="893200"/>
                    <a:pt x="544733" y="892157"/>
                  </a:cubicBezTo>
                  <a:cubicBezTo>
                    <a:pt x="545978" y="891148"/>
                    <a:pt x="546180" y="890206"/>
                    <a:pt x="546416" y="890206"/>
                  </a:cubicBezTo>
                  <a:cubicBezTo>
                    <a:pt x="546651" y="890206"/>
                    <a:pt x="546853" y="889903"/>
                    <a:pt x="547560" y="890273"/>
                  </a:cubicBezTo>
                  <a:cubicBezTo>
                    <a:pt x="548300" y="890643"/>
                    <a:pt x="550084" y="891215"/>
                    <a:pt x="551329" y="892157"/>
                  </a:cubicBezTo>
                  <a:cubicBezTo>
                    <a:pt x="552575" y="893099"/>
                    <a:pt x="552911" y="893031"/>
                    <a:pt x="553719" y="893973"/>
                  </a:cubicBezTo>
                  <a:cubicBezTo>
                    <a:pt x="554527" y="894915"/>
                    <a:pt x="554224" y="895487"/>
                    <a:pt x="555974" y="896429"/>
                  </a:cubicBezTo>
                  <a:cubicBezTo>
                    <a:pt x="557724" y="897371"/>
                    <a:pt x="561190" y="899322"/>
                    <a:pt x="561998" y="899456"/>
                  </a:cubicBezTo>
                  <a:cubicBezTo>
                    <a:pt x="562806" y="899591"/>
                    <a:pt x="564758" y="900768"/>
                    <a:pt x="565262" y="901038"/>
                  </a:cubicBezTo>
                  <a:cubicBezTo>
                    <a:pt x="565767" y="901340"/>
                    <a:pt x="566205" y="902551"/>
                    <a:pt x="566205" y="902551"/>
                  </a:cubicBezTo>
                  <a:lnTo>
                    <a:pt x="565700" y="906454"/>
                  </a:lnTo>
                  <a:lnTo>
                    <a:pt x="565700" y="907698"/>
                  </a:lnTo>
                  <a:lnTo>
                    <a:pt x="566205" y="909010"/>
                  </a:lnTo>
                  <a:lnTo>
                    <a:pt x="567450" y="910591"/>
                  </a:lnTo>
                  <a:lnTo>
                    <a:pt x="569503" y="913417"/>
                  </a:lnTo>
                  <a:cubicBezTo>
                    <a:pt x="569503" y="913417"/>
                    <a:pt x="570815" y="913787"/>
                    <a:pt x="571118" y="913787"/>
                  </a:cubicBezTo>
                  <a:cubicBezTo>
                    <a:pt x="571455" y="913787"/>
                    <a:pt x="573508" y="913787"/>
                    <a:pt x="573508" y="913787"/>
                  </a:cubicBezTo>
                  <a:cubicBezTo>
                    <a:pt x="573508" y="913787"/>
                    <a:pt x="578219" y="914426"/>
                    <a:pt x="578455" y="914224"/>
                  </a:cubicBezTo>
                  <a:cubicBezTo>
                    <a:pt x="578691" y="914022"/>
                    <a:pt x="579263" y="912912"/>
                    <a:pt x="579263" y="912710"/>
                  </a:cubicBezTo>
                  <a:cubicBezTo>
                    <a:pt x="579263" y="912475"/>
                    <a:pt x="579330" y="911197"/>
                    <a:pt x="579263" y="910322"/>
                  </a:cubicBezTo>
                  <a:cubicBezTo>
                    <a:pt x="579195" y="909448"/>
                    <a:pt x="579162" y="907396"/>
                    <a:pt x="578993" y="907295"/>
                  </a:cubicBezTo>
                  <a:cubicBezTo>
                    <a:pt x="578825" y="907194"/>
                    <a:pt x="578287" y="905243"/>
                    <a:pt x="578219" y="905007"/>
                  </a:cubicBezTo>
                  <a:cubicBezTo>
                    <a:pt x="578152" y="904805"/>
                    <a:pt x="577714" y="903931"/>
                    <a:pt x="577614" y="903762"/>
                  </a:cubicBezTo>
                  <a:cubicBezTo>
                    <a:pt x="577513" y="903594"/>
                    <a:pt x="577008" y="901576"/>
                    <a:pt x="577008" y="901576"/>
                  </a:cubicBezTo>
                  <a:lnTo>
                    <a:pt x="576200" y="899086"/>
                  </a:lnTo>
                  <a:lnTo>
                    <a:pt x="575157" y="897438"/>
                  </a:lnTo>
                  <a:lnTo>
                    <a:pt x="573205" y="894242"/>
                  </a:lnTo>
                  <a:cubicBezTo>
                    <a:pt x="573205" y="894242"/>
                    <a:pt x="571993" y="892291"/>
                    <a:pt x="571791" y="892190"/>
                  </a:cubicBezTo>
                  <a:cubicBezTo>
                    <a:pt x="571589" y="892089"/>
                    <a:pt x="570580" y="890878"/>
                    <a:pt x="570479" y="890710"/>
                  </a:cubicBezTo>
                  <a:cubicBezTo>
                    <a:pt x="570378" y="890542"/>
                    <a:pt x="569166" y="889096"/>
                    <a:pt x="569133" y="888927"/>
                  </a:cubicBezTo>
                  <a:cubicBezTo>
                    <a:pt x="569065" y="888759"/>
                    <a:pt x="567988" y="885832"/>
                    <a:pt x="567988" y="885664"/>
                  </a:cubicBezTo>
                  <a:cubicBezTo>
                    <a:pt x="567988" y="885496"/>
                    <a:pt x="568089" y="884520"/>
                    <a:pt x="568089" y="884520"/>
                  </a:cubicBezTo>
                  <a:cubicBezTo>
                    <a:pt x="568089" y="884520"/>
                    <a:pt x="569065" y="882401"/>
                    <a:pt x="569570" y="881796"/>
                  </a:cubicBezTo>
                  <a:cubicBezTo>
                    <a:pt x="570075" y="881190"/>
                    <a:pt x="570916" y="880551"/>
                    <a:pt x="571488" y="879845"/>
                  </a:cubicBezTo>
                  <a:cubicBezTo>
                    <a:pt x="572027" y="879138"/>
                    <a:pt x="573710" y="877624"/>
                    <a:pt x="574046" y="877187"/>
                  </a:cubicBezTo>
                  <a:cubicBezTo>
                    <a:pt x="574383" y="876750"/>
                    <a:pt x="576368" y="875505"/>
                    <a:pt x="576368" y="875505"/>
                  </a:cubicBezTo>
                  <a:lnTo>
                    <a:pt x="579633" y="874597"/>
                  </a:lnTo>
                  <a:lnTo>
                    <a:pt x="581417" y="874429"/>
                  </a:lnTo>
                  <a:lnTo>
                    <a:pt x="583200" y="874698"/>
                  </a:lnTo>
                  <a:lnTo>
                    <a:pt x="586397" y="876615"/>
                  </a:lnTo>
                  <a:cubicBezTo>
                    <a:pt x="586397" y="876615"/>
                    <a:pt x="587575" y="877759"/>
                    <a:pt x="587878" y="878196"/>
                  </a:cubicBezTo>
                  <a:cubicBezTo>
                    <a:pt x="588148" y="878634"/>
                    <a:pt x="590099" y="880517"/>
                    <a:pt x="590638" y="881190"/>
                  </a:cubicBezTo>
                  <a:cubicBezTo>
                    <a:pt x="591176" y="881829"/>
                    <a:pt x="595417" y="885160"/>
                    <a:pt x="595518" y="885361"/>
                  </a:cubicBezTo>
                  <a:cubicBezTo>
                    <a:pt x="595619" y="885563"/>
                    <a:pt x="597301" y="888019"/>
                    <a:pt x="597470" y="888524"/>
                  </a:cubicBezTo>
                  <a:cubicBezTo>
                    <a:pt x="597638" y="889028"/>
                    <a:pt x="599422" y="892830"/>
                    <a:pt x="600027" y="893301"/>
                  </a:cubicBezTo>
                  <a:cubicBezTo>
                    <a:pt x="600633" y="893771"/>
                    <a:pt x="602350" y="895756"/>
                    <a:pt x="603292" y="896025"/>
                  </a:cubicBezTo>
                  <a:cubicBezTo>
                    <a:pt x="604201" y="896294"/>
                    <a:pt x="608307" y="896732"/>
                    <a:pt x="608307" y="896732"/>
                  </a:cubicBezTo>
                  <a:lnTo>
                    <a:pt x="610057" y="897976"/>
                  </a:lnTo>
                  <a:cubicBezTo>
                    <a:pt x="610057" y="897976"/>
                    <a:pt x="612648" y="898178"/>
                    <a:pt x="612783" y="898347"/>
                  </a:cubicBezTo>
                  <a:cubicBezTo>
                    <a:pt x="612884" y="898515"/>
                    <a:pt x="615509" y="900668"/>
                    <a:pt x="615711" y="900970"/>
                  </a:cubicBezTo>
                  <a:cubicBezTo>
                    <a:pt x="615913" y="901239"/>
                    <a:pt x="617999" y="902114"/>
                    <a:pt x="618167" y="902551"/>
                  </a:cubicBezTo>
                  <a:cubicBezTo>
                    <a:pt x="618336" y="902989"/>
                    <a:pt x="620490" y="904502"/>
                    <a:pt x="620490" y="904502"/>
                  </a:cubicBezTo>
                  <a:cubicBezTo>
                    <a:pt x="620490" y="904502"/>
                    <a:pt x="620321" y="904132"/>
                    <a:pt x="622778" y="905579"/>
                  </a:cubicBezTo>
                  <a:cubicBezTo>
                    <a:pt x="625235" y="907059"/>
                    <a:pt x="627086" y="907261"/>
                    <a:pt x="627490" y="907328"/>
                  </a:cubicBezTo>
                  <a:cubicBezTo>
                    <a:pt x="627927" y="907396"/>
                    <a:pt x="630048" y="905545"/>
                    <a:pt x="630384" y="905108"/>
                  </a:cubicBezTo>
                  <a:cubicBezTo>
                    <a:pt x="630720" y="904671"/>
                    <a:pt x="632504" y="903964"/>
                    <a:pt x="632168" y="902518"/>
                  </a:cubicBezTo>
                  <a:cubicBezTo>
                    <a:pt x="631831" y="901038"/>
                    <a:pt x="632437" y="899356"/>
                    <a:pt x="630249" y="898178"/>
                  </a:cubicBezTo>
                  <a:cubicBezTo>
                    <a:pt x="628062" y="897001"/>
                    <a:pt x="626917" y="895252"/>
                    <a:pt x="626917" y="895252"/>
                  </a:cubicBezTo>
                  <a:cubicBezTo>
                    <a:pt x="626917" y="895252"/>
                    <a:pt x="623788" y="892863"/>
                    <a:pt x="623788" y="892493"/>
                  </a:cubicBezTo>
                  <a:cubicBezTo>
                    <a:pt x="623788" y="892123"/>
                    <a:pt x="623586" y="890475"/>
                    <a:pt x="623586" y="889600"/>
                  </a:cubicBezTo>
                  <a:cubicBezTo>
                    <a:pt x="623586" y="888725"/>
                    <a:pt x="623889" y="887414"/>
                    <a:pt x="624158" y="887144"/>
                  </a:cubicBezTo>
                  <a:cubicBezTo>
                    <a:pt x="624461" y="886842"/>
                    <a:pt x="627422" y="883949"/>
                    <a:pt x="627624" y="883881"/>
                  </a:cubicBezTo>
                  <a:cubicBezTo>
                    <a:pt x="627860" y="883814"/>
                    <a:pt x="628499" y="883007"/>
                    <a:pt x="628264" y="882199"/>
                  </a:cubicBezTo>
                  <a:cubicBezTo>
                    <a:pt x="628062" y="881392"/>
                    <a:pt x="628634" y="880450"/>
                    <a:pt x="627523" y="878735"/>
                  </a:cubicBezTo>
                  <a:cubicBezTo>
                    <a:pt x="626446" y="876985"/>
                    <a:pt x="625066" y="875909"/>
                    <a:pt x="624999" y="875404"/>
                  </a:cubicBezTo>
                  <a:cubicBezTo>
                    <a:pt x="624932" y="874900"/>
                    <a:pt x="624696" y="873016"/>
                    <a:pt x="624696" y="872713"/>
                  </a:cubicBezTo>
                  <a:cubicBezTo>
                    <a:pt x="624696" y="872410"/>
                    <a:pt x="627826" y="869383"/>
                    <a:pt x="628163" y="868508"/>
                  </a:cubicBezTo>
                  <a:cubicBezTo>
                    <a:pt x="628533" y="867634"/>
                    <a:pt x="628971" y="865985"/>
                    <a:pt x="629240" y="865918"/>
                  </a:cubicBezTo>
                  <a:cubicBezTo>
                    <a:pt x="629543" y="865851"/>
                    <a:pt x="633211" y="867163"/>
                    <a:pt x="633581" y="867364"/>
                  </a:cubicBezTo>
                  <a:cubicBezTo>
                    <a:pt x="633951" y="867566"/>
                    <a:pt x="637721" y="868743"/>
                    <a:pt x="637990" y="869046"/>
                  </a:cubicBezTo>
                  <a:cubicBezTo>
                    <a:pt x="638293" y="869349"/>
                    <a:pt x="641254" y="870425"/>
                    <a:pt x="641894" y="870493"/>
                  </a:cubicBezTo>
                  <a:cubicBezTo>
                    <a:pt x="642533" y="870560"/>
                    <a:pt x="645798" y="869753"/>
                    <a:pt x="645798" y="869753"/>
                  </a:cubicBezTo>
                  <a:lnTo>
                    <a:pt x="646875" y="867499"/>
                  </a:lnTo>
                  <a:lnTo>
                    <a:pt x="648759" y="865245"/>
                  </a:lnTo>
                  <a:cubicBezTo>
                    <a:pt x="648759" y="865245"/>
                    <a:pt x="649702" y="864236"/>
                    <a:pt x="650005" y="864169"/>
                  </a:cubicBezTo>
                  <a:cubicBezTo>
                    <a:pt x="650274" y="864101"/>
                    <a:pt x="652899" y="864370"/>
                    <a:pt x="652899" y="864370"/>
                  </a:cubicBezTo>
                  <a:lnTo>
                    <a:pt x="654043" y="865447"/>
                  </a:lnTo>
                  <a:lnTo>
                    <a:pt x="657947" y="867331"/>
                  </a:lnTo>
                  <a:lnTo>
                    <a:pt x="660202" y="869719"/>
                  </a:lnTo>
                  <a:cubicBezTo>
                    <a:pt x="660202" y="869719"/>
                    <a:pt x="662726" y="871401"/>
                    <a:pt x="664039" y="871300"/>
                  </a:cubicBezTo>
                  <a:cubicBezTo>
                    <a:pt x="665351" y="871233"/>
                    <a:pt x="670500" y="871065"/>
                    <a:pt x="670500" y="871065"/>
                  </a:cubicBezTo>
                  <a:cubicBezTo>
                    <a:pt x="670500" y="871065"/>
                    <a:pt x="671072" y="869484"/>
                    <a:pt x="670870" y="868979"/>
                  </a:cubicBezTo>
                  <a:cubicBezTo>
                    <a:pt x="670668" y="868475"/>
                    <a:pt x="670366" y="865144"/>
                    <a:pt x="670366" y="865144"/>
                  </a:cubicBezTo>
                  <a:lnTo>
                    <a:pt x="672015" y="863395"/>
                  </a:lnTo>
                  <a:cubicBezTo>
                    <a:pt x="672015" y="863395"/>
                    <a:pt x="672957" y="863260"/>
                    <a:pt x="673260" y="863260"/>
                  </a:cubicBezTo>
                  <a:cubicBezTo>
                    <a:pt x="673563" y="863260"/>
                    <a:pt x="675515" y="865447"/>
                    <a:pt x="675515" y="865447"/>
                  </a:cubicBezTo>
                  <a:cubicBezTo>
                    <a:pt x="675515" y="865447"/>
                    <a:pt x="675717" y="866591"/>
                    <a:pt x="676760" y="866019"/>
                  </a:cubicBezTo>
                  <a:cubicBezTo>
                    <a:pt x="677770" y="865447"/>
                    <a:pt x="679082" y="864270"/>
                    <a:pt x="679520" y="862621"/>
                  </a:cubicBezTo>
                  <a:cubicBezTo>
                    <a:pt x="679957" y="860939"/>
                    <a:pt x="680327" y="859493"/>
                    <a:pt x="680327" y="859493"/>
                  </a:cubicBezTo>
                  <a:lnTo>
                    <a:pt x="680327" y="855590"/>
                  </a:lnTo>
                  <a:cubicBezTo>
                    <a:pt x="680327" y="855590"/>
                    <a:pt x="681068" y="854447"/>
                    <a:pt x="681202" y="853572"/>
                  </a:cubicBezTo>
                  <a:cubicBezTo>
                    <a:pt x="681337" y="852698"/>
                    <a:pt x="682784" y="850107"/>
                    <a:pt x="682784" y="850107"/>
                  </a:cubicBezTo>
                  <a:cubicBezTo>
                    <a:pt x="682784" y="850107"/>
                    <a:pt x="683222" y="848795"/>
                    <a:pt x="684803" y="848089"/>
                  </a:cubicBezTo>
                  <a:cubicBezTo>
                    <a:pt x="686385" y="847349"/>
                    <a:pt x="687698" y="845499"/>
                    <a:pt x="688270" y="845196"/>
                  </a:cubicBezTo>
                  <a:cubicBezTo>
                    <a:pt x="688842" y="844893"/>
                    <a:pt x="691299" y="842740"/>
                    <a:pt x="691736" y="842437"/>
                  </a:cubicBezTo>
                  <a:cubicBezTo>
                    <a:pt x="692174" y="842135"/>
                    <a:pt x="693486" y="841428"/>
                    <a:pt x="693486" y="841428"/>
                  </a:cubicBezTo>
                  <a:lnTo>
                    <a:pt x="694294" y="838670"/>
                  </a:lnTo>
                  <a:lnTo>
                    <a:pt x="692779" y="836281"/>
                  </a:lnTo>
                  <a:cubicBezTo>
                    <a:pt x="692779" y="836281"/>
                    <a:pt x="692342" y="835642"/>
                    <a:pt x="692712" y="835474"/>
                  </a:cubicBezTo>
                  <a:cubicBezTo>
                    <a:pt x="693082" y="835339"/>
                    <a:pt x="693722" y="834768"/>
                    <a:pt x="693856" y="834330"/>
                  </a:cubicBezTo>
                  <a:cubicBezTo>
                    <a:pt x="693991" y="833893"/>
                    <a:pt x="694361" y="833960"/>
                    <a:pt x="694294" y="833691"/>
                  </a:cubicBezTo>
                  <a:cubicBezTo>
                    <a:pt x="694227" y="833388"/>
                    <a:pt x="694530" y="832177"/>
                    <a:pt x="693991" y="831370"/>
                  </a:cubicBezTo>
                  <a:cubicBezTo>
                    <a:pt x="693486" y="830563"/>
                    <a:pt x="691299" y="828241"/>
                    <a:pt x="691299" y="828241"/>
                  </a:cubicBezTo>
                  <a:cubicBezTo>
                    <a:pt x="691299" y="828241"/>
                    <a:pt x="690659" y="828881"/>
                    <a:pt x="690289" y="826997"/>
                  </a:cubicBezTo>
                  <a:cubicBezTo>
                    <a:pt x="689919" y="825113"/>
                    <a:pt x="689650" y="824743"/>
                    <a:pt x="689919" y="823734"/>
                  </a:cubicBezTo>
                  <a:cubicBezTo>
                    <a:pt x="690222" y="822724"/>
                    <a:pt x="690053" y="823229"/>
                    <a:pt x="691232" y="821850"/>
                  </a:cubicBezTo>
                  <a:cubicBezTo>
                    <a:pt x="692376" y="820471"/>
                    <a:pt x="691804" y="820269"/>
                    <a:pt x="693251" y="819024"/>
                  </a:cubicBezTo>
                  <a:cubicBezTo>
                    <a:pt x="694698" y="817780"/>
                    <a:pt x="695203" y="817578"/>
                    <a:pt x="696381" y="816770"/>
                  </a:cubicBezTo>
                  <a:cubicBezTo>
                    <a:pt x="697525" y="815963"/>
                    <a:pt x="697761" y="815694"/>
                    <a:pt x="698905" y="815761"/>
                  </a:cubicBezTo>
                  <a:cubicBezTo>
                    <a:pt x="700049" y="815828"/>
                    <a:pt x="704323" y="816770"/>
                    <a:pt x="704323" y="816770"/>
                  </a:cubicBezTo>
                  <a:cubicBezTo>
                    <a:pt x="704323" y="816770"/>
                    <a:pt x="705770" y="817847"/>
                    <a:pt x="706140" y="817948"/>
                  </a:cubicBezTo>
                  <a:cubicBezTo>
                    <a:pt x="706511" y="818015"/>
                    <a:pt x="709842" y="820538"/>
                    <a:pt x="709842" y="820538"/>
                  </a:cubicBezTo>
                  <a:cubicBezTo>
                    <a:pt x="709842" y="820538"/>
                    <a:pt x="711929" y="821985"/>
                    <a:pt x="712669" y="822052"/>
                  </a:cubicBezTo>
                  <a:cubicBezTo>
                    <a:pt x="713410" y="822119"/>
                    <a:pt x="715631" y="823935"/>
                    <a:pt x="716371" y="823935"/>
                  </a:cubicBezTo>
                  <a:cubicBezTo>
                    <a:pt x="717078" y="823935"/>
                    <a:pt x="720208" y="824003"/>
                    <a:pt x="720208" y="824003"/>
                  </a:cubicBezTo>
                  <a:lnTo>
                    <a:pt x="724785" y="823498"/>
                  </a:lnTo>
                  <a:cubicBezTo>
                    <a:pt x="724785" y="823498"/>
                    <a:pt x="728117" y="821985"/>
                    <a:pt x="728319" y="821985"/>
                  </a:cubicBezTo>
                  <a:cubicBezTo>
                    <a:pt x="728521" y="821985"/>
                    <a:pt x="732021" y="820942"/>
                    <a:pt x="732021" y="820942"/>
                  </a:cubicBezTo>
                  <a:lnTo>
                    <a:pt x="727881" y="816165"/>
                  </a:lnTo>
                  <a:lnTo>
                    <a:pt x="722766" y="811724"/>
                  </a:lnTo>
                  <a:lnTo>
                    <a:pt x="718088" y="806611"/>
                  </a:lnTo>
                  <a:cubicBezTo>
                    <a:pt x="718088" y="806611"/>
                    <a:pt x="713309" y="802171"/>
                    <a:pt x="712939" y="801868"/>
                  </a:cubicBezTo>
                  <a:cubicBezTo>
                    <a:pt x="712568" y="801565"/>
                    <a:pt x="709674" y="798975"/>
                    <a:pt x="709540" y="798672"/>
                  </a:cubicBezTo>
                  <a:cubicBezTo>
                    <a:pt x="709405" y="798403"/>
                    <a:pt x="707588" y="797226"/>
                    <a:pt x="707453" y="796923"/>
                  </a:cubicBezTo>
                  <a:cubicBezTo>
                    <a:pt x="707318" y="796620"/>
                    <a:pt x="702607" y="792920"/>
                    <a:pt x="702371" y="792516"/>
                  </a:cubicBezTo>
                  <a:cubicBezTo>
                    <a:pt x="702136" y="792079"/>
                    <a:pt x="700621" y="790431"/>
                    <a:pt x="700621" y="790431"/>
                  </a:cubicBezTo>
                  <a:lnTo>
                    <a:pt x="699544" y="788177"/>
                  </a:lnTo>
                  <a:lnTo>
                    <a:pt x="699342" y="786293"/>
                  </a:lnTo>
                  <a:cubicBezTo>
                    <a:pt x="699342" y="786293"/>
                    <a:pt x="700083" y="784846"/>
                    <a:pt x="700352" y="784274"/>
                  </a:cubicBezTo>
                  <a:cubicBezTo>
                    <a:pt x="700655" y="783703"/>
                    <a:pt x="700857" y="782693"/>
                    <a:pt x="701159" y="782189"/>
                  </a:cubicBezTo>
                  <a:cubicBezTo>
                    <a:pt x="701429" y="781684"/>
                    <a:pt x="701799" y="779868"/>
                    <a:pt x="701799" y="779868"/>
                  </a:cubicBezTo>
                  <a:lnTo>
                    <a:pt x="700487" y="778287"/>
                  </a:lnTo>
                  <a:lnTo>
                    <a:pt x="698669" y="774889"/>
                  </a:lnTo>
                  <a:cubicBezTo>
                    <a:pt x="698669" y="774889"/>
                    <a:pt x="697861" y="772433"/>
                    <a:pt x="697592" y="772063"/>
                  </a:cubicBezTo>
                  <a:cubicBezTo>
                    <a:pt x="697289" y="771693"/>
                    <a:pt x="697962" y="770549"/>
                    <a:pt x="697962" y="770549"/>
                  </a:cubicBezTo>
                  <a:lnTo>
                    <a:pt x="699039" y="769036"/>
                  </a:lnTo>
                  <a:cubicBezTo>
                    <a:pt x="699039" y="769036"/>
                    <a:pt x="700621" y="767219"/>
                    <a:pt x="700857" y="767085"/>
                  </a:cubicBezTo>
                  <a:cubicBezTo>
                    <a:pt x="701092" y="766950"/>
                    <a:pt x="703246" y="766580"/>
                    <a:pt x="703549" y="766445"/>
                  </a:cubicBezTo>
                  <a:cubicBezTo>
                    <a:pt x="703852" y="766311"/>
                    <a:pt x="706746" y="766445"/>
                    <a:pt x="707016" y="766445"/>
                  </a:cubicBezTo>
                  <a:cubicBezTo>
                    <a:pt x="707318" y="766445"/>
                    <a:pt x="710145" y="766311"/>
                    <a:pt x="710145" y="766311"/>
                  </a:cubicBezTo>
                  <a:cubicBezTo>
                    <a:pt x="710145" y="766311"/>
                    <a:pt x="712770" y="765874"/>
                    <a:pt x="712838" y="765604"/>
                  </a:cubicBezTo>
                  <a:cubicBezTo>
                    <a:pt x="712905" y="765302"/>
                    <a:pt x="714150" y="764864"/>
                    <a:pt x="714722" y="764158"/>
                  </a:cubicBezTo>
                  <a:cubicBezTo>
                    <a:pt x="715294" y="763418"/>
                    <a:pt x="715732" y="762779"/>
                    <a:pt x="715799" y="762577"/>
                  </a:cubicBezTo>
                  <a:cubicBezTo>
                    <a:pt x="715867" y="762375"/>
                    <a:pt x="716876" y="760558"/>
                    <a:pt x="716943" y="759818"/>
                  </a:cubicBezTo>
                  <a:cubicBezTo>
                    <a:pt x="717011" y="759078"/>
                    <a:pt x="717078" y="757699"/>
                    <a:pt x="717078" y="757699"/>
                  </a:cubicBezTo>
                  <a:lnTo>
                    <a:pt x="717011" y="756253"/>
                  </a:lnTo>
                  <a:lnTo>
                    <a:pt x="714487" y="754436"/>
                  </a:lnTo>
                  <a:lnTo>
                    <a:pt x="713915" y="752249"/>
                  </a:lnTo>
                  <a:lnTo>
                    <a:pt x="713343" y="750063"/>
                  </a:lnTo>
                  <a:lnTo>
                    <a:pt x="715530" y="746161"/>
                  </a:lnTo>
                  <a:lnTo>
                    <a:pt x="722059" y="742023"/>
                  </a:lnTo>
                  <a:cubicBezTo>
                    <a:pt x="722059" y="742023"/>
                    <a:pt x="727713" y="734185"/>
                    <a:pt x="727915" y="733546"/>
                  </a:cubicBezTo>
                  <a:cubicBezTo>
                    <a:pt x="728117" y="732907"/>
                    <a:pt x="735083" y="727457"/>
                    <a:pt x="735083" y="727457"/>
                  </a:cubicBezTo>
                  <a:lnTo>
                    <a:pt x="738987" y="721166"/>
                  </a:lnTo>
                  <a:lnTo>
                    <a:pt x="740300" y="720090"/>
                  </a:lnTo>
                  <a:lnTo>
                    <a:pt x="741377" y="716625"/>
                  </a:lnTo>
                  <a:lnTo>
                    <a:pt x="740064" y="715313"/>
                  </a:lnTo>
                  <a:lnTo>
                    <a:pt x="738112" y="712925"/>
                  </a:lnTo>
                  <a:cubicBezTo>
                    <a:pt x="738112" y="712925"/>
                    <a:pt x="733535" y="712689"/>
                    <a:pt x="732660" y="713362"/>
                  </a:cubicBezTo>
                  <a:cubicBezTo>
                    <a:pt x="731785" y="714001"/>
                    <a:pt x="729631" y="713564"/>
                    <a:pt x="728083" y="713564"/>
                  </a:cubicBezTo>
                  <a:cubicBezTo>
                    <a:pt x="726569" y="713564"/>
                    <a:pt x="725054" y="713564"/>
                    <a:pt x="718963" y="712925"/>
                  </a:cubicBezTo>
                  <a:cubicBezTo>
                    <a:pt x="712871" y="712286"/>
                    <a:pt x="718761" y="711176"/>
                    <a:pt x="718525" y="710335"/>
                  </a:cubicBezTo>
                  <a:cubicBezTo>
                    <a:pt x="718323" y="709460"/>
                    <a:pt x="718963" y="707711"/>
                    <a:pt x="718963" y="706634"/>
                  </a:cubicBezTo>
                  <a:cubicBezTo>
                    <a:pt x="718963" y="705558"/>
                    <a:pt x="719602" y="702934"/>
                    <a:pt x="719602" y="702934"/>
                  </a:cubicBezTo>
                  <a:cubicBezTo>
                    <a:pt x="719602" y="702934"/>
                    <a:pt x="713746" y="699032"/>
                    <a:pt x="713073" y="698796"/>
                  </a:cubicBezTo>
                  <a:cubicBezTo>
                    <a:pt x="712434" y="698594"/>
                    <a:pt x="711559" y="697484"/>
                    <a:pt x="711559" y="697484"/>
                  </a:cubicBezTo>
                  <a:lnTo>
                    <a:pt x="711559" y="694894"/>
                  </a:lnTo>
                  <a:lnTo>
                    <a:pt x="713746" y="692506"/>
                  </a:lnTo>
                  <a:lnTo>
                    <a:pt x="715261" y="689478"/>
                  </a:lnTo>
                  <a:lnTo>
                    <a:pt x="715698" y="685778"/>
                  </a:lnTo>
                  <a:lnTo>
                    <a:pt x="715900" y="682515"/>
                  </a:lnTo>
                  <a:lnTo>
                    <a:pt x="715025" y="680126"/>
                  </a:lnTo>
                  <a:lnTo>
                    <a:pt x="715025" y="677502"/>
                  </a:lnTo>
                  <a:lnTo>
                    <a:pt x="712838" y="672490"/>
                  </a:lnTo>
                  <a:cubicBezTo>
                    <a:pt x="712838" y="672490"/>
                    <a:pt x="713275" y="672490"/>
                    <a:pt x="712636" y="671413"/>
                  </a:cubicBezTo>
                  <a:cubicBezTo>
                    <a:pt x="711996" y="670337"/>
                    <a:pt x="711559" y="667948"/>
                    <a:pt x="711559" y="667948"/>
                  </a:cubicBezTo>
                  <a:lnTo>
                    <a:pt x="711559" y="667713"/>
                  </a:lnTo>
                  <a:lnTo>
                    <a:pt x="715025" y="665527"/>
                  </a:lnTo>
                  <a:lnTo>
                    <a:pt x="718492" y="664887"/>
                  </a:lnTo>
                  <a:lnTo>
                    <a:pt x="721083" y="665325"/>
                  </a:lnTo>
                  <a:cubicBezTo>
                    <a:pt x="721083" y="665325"/>
                    <a:pt x="723674" y="665325"/>
                    <a:pt x="725424" y="665325"/>
                  </a:cubicBezTo>
                  <a:cubicBezTo>
                    <a:pt x="727175" y="665325"/>
                    <a:pt x="731516" y="665224"/>
                    <a:pt x="733670" y="665224"/>
                  </a:cubicBezTo>
                  <a:cubicBezTo>
                    <a:pt x="735858" y="665224"/>
                    <a:pt x="736497" y="664686"/>
                    <a:pt x="736497" y="664686"/>
                  </a:cubicBezTo>
                  <a:lnTo>
                    <a:pt x="737574" y="662734"/>
                  </a:lnTo>
                  <a:lnTo>
                    <a:pt x="737574" y="660985"/>
                  </a:lnTo>
                  <a:lnTo>
                    <a:pt x="737574" y="659236"/>
                  </a:lnTo>
                  <a:lnTo>
                    <a:pt x="737574" y="657487"/>
                  </a:lnTo>
                  <a:lnTo>
                    <a:pt x="740502" y="655098"/>
                  </a:lnTo>
                  <a:lnTo>
                    <a:pt x="746560" y="655165"/>
                  </a:lnTo>
                  <a:cubicBezTo>
                    <a:pt x="746560" y="655165"/>
                    <a:pt x="750026" y="655031"/>
                    <a:pt x="750632" y="655165"/>
                  </a:cubicBezTo>
                  <a:cubicBezTo>
                    <a:pt x="751204" y="655300"/>
                    <a:pt x="752079" y="655906"/>
                    <a:pt x="752079" y="655906"/>
                  </a:cubicBezTo>
                  <a:cubicBezTo>
                    <a:pt x="752079" y="655906"/>
                    <a:pt x="753964" y="657789"/>
                    <a:pt x="754401" y="658361"/>
                  </a:cubicBezTo>
                  <a:cubicBezTo>
                    <a:pt x="754839" y="658933"/>
                    <a:pt x="754401" y="660817"/>
                    <a:pt x="754266" y="661557"/>
                  </a:cubicBezTo>
                  <a:cubicBezTo>
                    <a:pt x="754132" y="662263"/>
                    <a:pt x="753829" y="662869"/>
                    <a:pt x="752079" y="664585"/>
                  </a:cubicBezTo>
                  <a:cubicBezTo>
                    <a:pt x="750329" y="666334"/>
                    <a:pt x="752079" y="666771"/>
                    <a:pt x="752079" y="666771"/>
                  </a:cubicBezTo>
                  <a:cubicBezTo>
                    <a:pt x="752079" y="666771"/>
                    <a:pt x="754266" y="668352"/>
                    <a:pt x="756723" y="669227"/>
                  </a:cubicBezTo>
                  <a:cubicBezTo>
                    <a:pt x="759180" y="670101"/>
                    <a:pt x="759045" y="669362"/>
                    <a:pt x="759752" y="668789"/>
                  </a:cubicBezTo>
                  <a:cubicBezTo>
                    <a:pt x="760492" y="668218"/>
                    <a:pt x="761199" y="667646"/>
                    <a:pt x="761502" y="667209"/>
                  </a:cubicBezTo>
                  <a:cubicBezTo>
                    <a:pt x="761805" y="666771"/>
                    <a:pt x="763387" y="666199"/>
                    <a:pt x="765844" y="665627"/>
                  </a:cubicBezTo>
                  <a:cubicBezTo>
                    <a:pt x="768300" y="665056"/>
                    <a:pt x="768906" y="665190"/>
                    <a:pt x="769748" y="664450"/>
                  </a:cubicBezTo>
                  <a:cubicBezTo>
                    <a:pt x="770623" y="663744"/>
                    <a:pt x="771935" y="662701"/>
                    <a:pt x="771935" y="662701"/>
                  </a:cubicBezTo>
                  <a:cubicBezTo>
                    <a:pt x="771935" y="662701"/>
                    <a:pt x="775267" y="662398"/>
                    <a:pt x="776714" y="661826"/>
                  </a:cubicBezTo>
                  <a:lnTo>
                    <a:pt x="783075" y="661826"/>
                  </a:lnTo>
                  <a:cubicBezTo>
                    <a:pt x="783075" y="661826"/>
                    <a:pt x="784387" y="661860"/>
                    <a:pt x="785834" y="661725"/>
                  </a:cubicBezTo>
                  <a:cubicBezTo>
                    <a:pt x="787282" y="661591"/>
                    <a:pt x="788157" y="661557"/>
                    <a:pt x="788157" y="661557"/>
                  </a:cubicBezTo>
                  <a:cubicBezTo>
                    <a:pt x="788157" y="661557"/>
                    <a:pt x="790344" y="661860"/>
                    <a:pt x="792498" y="662263"/>
                  </a:cubicBezTo>
                  <a:cubicBezTo>
                    <a:pt x="794686" y="662701"/>
                    <a:pt x="794248" y="664585"/>
                    <a:pt x="794248" y="664585"/>
                  </a:cubicBezTo>
                  <a:lnTo>
                    <a:pt x="796705" y="666166"/>
                  </a:lnTo>
                  <a:lnTo>
                    <a:pt x="796705" y="669630"/>
                  </a:lnTo>
                  <a:lnTo>
                    <a:pt x="796705" y="672961"/>
                  </a:lnTo>
                  <a:cubicBezTo>
                    <a:pt x="796705" y="672961"/>
                    <a:pt x="800542" y="672692"/>
                    <a:pt x="801989" y="672961"/>
                  </a:cubicBezTo>
                  <a:cubicBezTo>
                    <a:pt x="803436" y="673264"/>
                    <a:pt x="805253" y="672961"/>
                    <a:pt x="805253" y="672961"/>
                  </a:cubicBezTo>
                  <a:cubicBezTo>
                    <a:pt x="805253" y="672961"/>
                    <a:pt x="805556" y="673835"/>
                    <a:pt x="806128" y="675147"/>
                  </a:cubicBezTo>
                  <a:cubicBezTo>
                    <a:pt x="806700" y="676459"/>
                    <a:pt x="806835" y="677738"/>
                    <a:pt x="806835" y="677738"/>
                  </a:cubicBezTo>
                  <a:lnTo>
                    <a:pt x="808417" y="678612"/>
                  </a:lnTo>
                  <a:lnTo>
                    <a:pt x="811479" y="680934"/>
                  </a:lnTo>
                  <a:lnTo>
                    <a:pt x="815821" y="680934"/>
                  </a:lnTo>
                  <a:lnTo>
                    <a:pt x="819287" y="683860"/>
                  </a:lnTo>
                  <a:cubicBezTo>
                    <a:pt x="819287" y="683860"/>
                    <a:pt x="822114" y="686585"/>
                    <a:pt x="823864" y="688301"/>
                  </a:cubicBezTo>
                  <a:cubicBezTo>
                    <a:pt x="825614" y="690050"/>
                    <a:pt x="826052" y="693952"/>
                    <a:pt x="826052" y="693952"/>
                  </a:cubicBezTo>
                  <a:cubicBezTo>
                    <a:pt x="826052" y="693952"/>
                    <a:pt x="828239" y="696340"/>
                    <a:pt x="828239" y="697215"/>
                  </a:cubicBezTo>
                  <a:cubicBezTo>
                    <a:pt x="828239" y="698090"/>
                    <a:pt x="827600" y="699402"/>
                    <a:pt x="826927" y="699839"/>
                  </a:cubicBezTo>
                  <a:cubicBezTo>
                    <a:pt x="826287" y="700276"/>
                    <a:pt x="823898" y="702227"/>
                    <a:pt x="823898" y="702227"/>
                  </a:cubicBezTo>
                  <a:lnTo>
                    <a:pt x="824975" y="706567"/>
                  </a:lnTo>
                  <a:lnTo>
                    <a:pt x="827364" y="709830"/>
                  </a:lnTo>
                  <a:cubicBezTo>
                    <a:pt x="827364" y="709830"/>
                    <a:pt x="829552" y="715481"/>
                    <a:pt x="829989" y="716356"/>
                  </a:cubicBezTo>
                  <a:cubicBezTo>
                    <a:pt x="830427" y="717231"/>
                    <a:pt x="833691" y="720696"/>
                    <a:pt x="835004" y="721570"/>
                  </a:cubicBezTo>
                  <a:cubicBezTo>
                    <a:pt x="836316" y="722445"/>
                    <a:pt x="837393" y="729610"/>
                    <a:pt x="837393" y="729610"/>
                  </a:cubicBezTo>
                  <a:lnTo>
                    <a:pt x="836081" y="737885"/>
                  </a:lnTo>
                  <a:lnTo>
                    <a:pt x="835004" y="744950"/>
                  </a:lnTo>
                  <a:cubicBezTo>
                    <a:pt x="835004" y="744950"/>
                    <a:pt x="835441" y="747237"/>
                    <a:pt x="838033" y="751375"/>
                  </a:cubicBezTo>
                  <a:cubicBezTo>
                    <a:pt x="840658" y="755513"/>
                    <a:pt x="840658" y="753326"/>
                    <a:pt x="841297" y="753763"/>
                  </a:cubicBezTo>
                  <a:cubicBezTo>
                    <a:pt x="841937" y="754201"/>
                    <a:pt x="843047" y="755950"/>
                    <a:pt x="843687" y="758103"/>
                  </a:cubicBezTo>
                  <a:cubicBezTo>
                    <a:pt x="844326" y="760289"/>
                    <a:pt x="843249" y="759179"/>
                    <a:pt x="842812" y="759852"/>
                  </a:cubicBezTo>
                  <a:cubicBezTo>
                    <a:pt x="842374" y="760491"/>
                    <a:pt x="842812" y="762880"/>
                    <a:pt x="842812" y="762880"/>
                  </a:cubicBezTo>
                  <a:cubicBezTo>
                    <a:pt x="842812" y="762880"/>
                    <a:pt x="845201" y="764192"/>
                    <a:pt x="846514" y="764629"/>
                  </a:cubicBezTo>
                  <a:cubicBezTo>
                    <a:pt x="847826" y="765066"/>
                    <a:pt x="848466" y="765941"/>
                    <a:pt x="849105" y="766378"/>
                  </a:cubicBezTo>
                  <a:cubicBezTo>
                    <a:pt x="849745" y="766815"/>
                    <a:pt x="851057" y="768329"/>
                    <a:pt x="851057" y="768329"/>
                  </a:cubicBezTo>
                  <a:cubicBezTo>
                    <a:pt x="851057" y="768329"/>
                    <a:pt x="853682" y="770280"/>
                    <a:pt x="854759" y="770280"/>
                  </a:cubicBezTo>
                  <a:cubicBezTo>
                    <a:pt x="855836" y="770280"/>
                    <a:pt x="857350" y="772030"/>
                    <a:pt x="857350" y="772030"/>
                  </a:cubicBezTo>
                  <a:lnTo>
                    <a:pt x="861692" y="773106"/>
                  </a:lnTo>
                  <a:lnTo>
                    <a:pt x="868860" y="776134"/>
                  </a:lnTo>
                  <a:lnTo>
                    <a:pt x="872764" y="779834"/>
                  </a:lnTo>
                  <a:lnTo>
                    <a:pt x="878856" y="786125"/>
                  </a:lnTo>
                  <a:lnTo>
                    <a:pt x="879798" y="791272"/>
                  </a:lnTo>
                  <a:cubicBezTo>
                    <a:pt x="879798" y="791272"/>
                    <a:pt x="882120" y="796116"/>
                    <a:pt x="883870" y="797226"/>
                  </a:cubicBezTo>
                  <a:cubicBezTo>
                    <a:pt x="885620" y="798302"/>
                    <a:pt x="886563" y="799311"/>
                    <a:pt x="887068" y="799412"/>
                  </a:cubicBezTo>
                  <a:cubicBezTo>
                    <a:pt x="887572" y="799480"/>
                    <a:pt x="889087" y="800657"/>
                    <a:pt x="889019" y="800926"/>
                  </a:cubicBezTo>
                  <a:cubicBezTo>
                    <a:pt x="888952" y="801229"/>
                    <a:pt x="889221" y="802238"/>
                    <a:pt x="889087" y="803247"/>
                  </a:cubicBezTo>
                  <a:cubicBezTo>
                    <a:pt x="888952" y="804256"/>
                    <a:pt x="889087" y="804492"/>
                    <a:pt x="889087" y="804761"/>
                  </a:cubicBezTo>
                  <a:cubicBezTo>
                    <a:pt x="889087" y="805064"/>
                    <a:pt x="890231" y="806577"/>
                    <a:pt x="890332" y="806779"/>
                  </a:cubicBezTo>
                  <a:cubicBezTo>
                    <a:pt x="890399" y="806981"/>
                    <a:pt x="891779" y="809100"/>
                    <a:pt x="892217" y="809807"/>
                  </a:cubicBezTo>
                  <a:cubicBezTo>
                    <a:pt x="892654" y="810547"/>
                    <a:pt x="894976" y="812431"/>
                    <a:pt x="895548" y="813137"/>
                  </a:cubicBezTo>
                  <a:cubicBezTo>
                    <a:pt x="896121" y="813844"/>
                    <a:pt x="898140" y="814887"/>
                    <a:pt x="898813" y="815223"/>
                  </a:cubicBezTo>
                  <a:cubicBezTo>
                    <a:pt x="899452" y="815593"/>
                    <a:pt x="901842" y="816602"/>
                    <a:pt x="901842" y="816602"/>
                  </a:cubicBezTo>
                  <a:lnTo>
                    <a:pt x="904972" y="818486"/>
                  </a:lnTo>
                  <a:cubicBezTo>
                    <a:pt x="904972" y="818486"/>
                    <a:pt x="906217" y="819798"/>
                    <a:pt x="907496" y="821009"/>
                  </a:cubicBezTo>
                  <a:cubicBezTo>
                    <a:pt x="908808" y="822253"/>
                    <a:pt x="908640" y="821211"/>
                    <a:pt x="909246" y="821009"/>
                  </a:cubicBezTo>
                  <a:cubicBezTo>
                    <a:pt x="909818" y="820807"/>
                    <a:pt x="910424" y="819058"/>
                    <a:pt x="910760" y="818553"/>
                  </a:cubicBezTo>
                  <a:cubicBezTo>
                    <a:pt x="911130" y="818049"/>
                    <a:pt x="910996" y="817309"/>
                    <a:pt x="911703" y="816669"/>
                  </a:cubicBezTo>
                  <a:cubicBezTo>
                    <a:pt x="912443" y="816030"/>
                    <a:pt x="912342" y="815593"/>
                    <a:pt x="912645" y="814853"/>
                  </a:cubicBezTo>
                  <a:cubicBezTo>
                    <a:pt x="912948" y="814113"/>
                    <a:pt x="913385" y="813978"/>
                    <a:pt x="913789" y="813911"/>
                  </a:cubicBezTo>
                  <a:cubicBezTo>
                    <a:pt x="914227" y="813844"/>
                    <a:pt x="914866" y="814046"/>
                    <a:pt x="915169" y="814113"/>
                  </a:cubicBezTo>
                  <a:cubicBezTo>
                    <a:pt x="915472" y="814180"/>
                    <a:pt x="916919" y="815559"/>
                    <a:pt x="917626" y="815997"/>
                  </a:cubicBezTo>
                  <a:cubicBezTo>
                    <a:pt x="918366" y="816434"/>
                    <a:pt x="918265" y="816501"/>
                    <a:pt x="918636" y="816804"/>
                  </a:cubicBezTo>
                  <a:cubicBezTo>
                    <a:pt x="919006" y="817107"/>
                    <a:pt x="918636" y="818822"/>
                    <a:pt x="918636" y="819125"/>
                  </a:cubicBezTo>
                  <a:cubicBezTo>
                    <a:pt x="918636" y="819428"/>
                    <a:pt x="919443" y="821009"/>
                    <a:pt x="919443" y="821009"/>
                  </a:cubicBezTo>
                  <a:cubicBezTo>
                    <a:pt x="919443" y="821009"/>
                    <a:pt x="919948" y="821581"/>
                    <a:pt x="920318" y="821883"/>
                  </a:cubicBezTo>
                  <a:cubicBezTo>
                    <a:pt x="920688" y="822186"/>
                    <a:pt x="921193" y="823128"/>
                    <a:pt x="921698" y="824003"/>
                  </a:cubicBezTo>
                  <a:cubicBezTo>
                    <a:pt x="922203" y="824877"/>
                    <a:pt x="922573" y="824709"/>
                    <a:pt x="923381" y="825517"/>
                  </a:cubicBezTo>
                  <a:cubicBezTo>
                    <a:pt x="924188" y="826324"/>
                    <a:pt x="924088" y="826257"/>
                    <a:pt x="924626" y="826593"/>
                  </a:cubicBezTo>
                  <a:cubicBezTo>
                    <a:pt x="925131" y="826963"/>
                    <a:pt x="926443" y="826593"/>
                    <a:pt x="927150" y="826593"/>
                  </a:cubicBezTo>
                  <a:cubicBezTo>
                    <a:pt x="927857" y="826593"/>
                    <a:pt x="927655" y="825954"/>
                    <a:pt x="927655" y="825954"/>
                  </a:cubicBezTo>
                  <a:cubicBezTo>
                    <a:pt x="927655" y="825954"/>
                    <a:pt x="928092" y="824877"/>
                    <a:pt x="928092" y="824642"/>
                  </a:cubicBezTo>
                  <a:cubicBezTo>
                    <a:pt x="928092" y="824440"/>
                    <a:pt x="929035" y="823397"/>
                    <a:pt x="929338" y="823397"/>
                  </a:cubicBezTo>
                  <a:cubicBezTo>
                    <a:pt x="929640" y="823397"/>
                    <a:pt x="930650" y="823767"/>
                    <a:pt x="930650" y="823767"/>
                  </a:cubicBezTo>
                  <a:lnTo>
                    <a:pt x="932669" y="824205"/>
                  </a:lnTo>
                  <a:lnTo>
                    <a:pt x="932972" y="823195"/>
                  </a:lnTo>
                  <a:lnTo>
                    <a:pt x="933107" y="822052"/>
                  </a:lnTo>
                  <a:cubicBezTo>
                    <a:pt x="933107" y="822052"/>
                    <a:pt x="933107" y="820605"/>
                    <a:pt x="932366" y="820033"/>
                  </a:cubicBezTo>
                  <a:cubicBezTo>
                    <a:pt x="931626" y="819462"/>
                    <a:pt x="932366" y="815694"/>
                    <a:pt x="932366" y="815694"/>
                  </a:cubicBezTo>
                  <a:cubicBezTo>
                    <a:pt x="932366" y="815694"/>
                    <a:pt x="932366" y="811926"/>
                    <a:pt x="932366" y="811354"/>
                  </a:cubicBezTo>
                  <a:cubicBezTo>
                    <a:pt x="932366" y="810782"/>
                    <a:pt x="933242" y="807015"/>
                    <a:pt x="933242" y="807015"/>
                  </a:cubicBezTo>
                  <a:lnTo>
                    <a:pt x="934992" y="805871"/>
                  </a:lnTo>
                  <a:cubicBezTo>
                    <a:pt x="934992" y="805871"/>
                    <a:pt x="939636" y="805434"/>
                    <a:pt x="940208" y="805299"/>
                  </a:cubicBezTo>
                  <a:cubicBezTo>
                    <a:pt x="940780" y="805165"/>
                    <a:pt x="942968" y="805434"/>
                    <a:pt x="942968" y="805434"/>
                  </a:cubicBezTo>
                  <a:lnTo>
                    <a:pt x="944280" y="803685"/>
                  </a:lnTo>
                  <a:lnTo>
                    <a:pt x="945424" y="801801"/>
                  </a:lnTo>
                  <a:lnTo>
                    <a:pt x="947006" y="798908"/>
                  </a:lnTo>
                  <a:cubicBezTo>
                    <a:pt x="947006" y="798908"/>
                    <a:pt x="949463" y="797596"/>
                    <a:pt x="950035" y="797596"/>
                  </a:cubicBezTo>
                  <a:cubicBezTo>
                    <a:pt x="950607" y="797596"/>
                    <a:pt x="952795" y="797158"/>
                    <a:pt x="952795" y="797158"/>
                  </a:cubicBezTo>
                  <a:lnTo>
                    <a:pt x="954377" y="798302"/>
                  </a:lnTo>
                  <a:lnTo>
                    <a:pt x="951179" y="801498"/>
                  </a:lnTo>
                  <a:lnTo>
                    <a:pt x="950607" y="804088"/>
                  </a:lnTo>
                  <a:cubicBezTo>
                    <a:pt x="950607" y="804088"/>
                    <a:pt x="953367" y="806275"/>
                    <a:pt x="956396" y="808428"/>
                  </a:cubicBezTo>
                  <a:cubicBezTo>
                    <a:pt x="959425" y="810614"/>
                    <a:pt x="957540" y="810311"/>
                    <a:pt x="958281" y="811455"/>
                  </a:cubicBezTo>
                  <a:cubicBezTo>
                    <a:pt x="958987" y="812599"/>
                    <a:pt x="958281" y="817813"/>
                    <a:pt x="958146" y="818251"/>
                  </a:cubicBezTo>
                  <a:cubicBezTo>
                    <a:pt x="958011" y="818688"/>
                    <a:pt x="957405" y="819832"/>
                    <a:pt x="956564" y="821715"/>
                  </a:cubicBezTo>
                  <a:cubicBezTo>
                    <a:pt x="955689" y="823599"/>
                    <a:pt x="955555" y="824608"/>
                    <a:pt x="955555" y="825786"/>
                  </a:cubicBezTo>
                  <a:cubicBezTo>
                    <a:pt x="955555" y="826929"/>
                    <a:pt x="955420" y="827670"/>
                    <a:pt x="955555" y="828107"/>
                  </a:cubicBezTo>
                  <a:cubicBezTo>
                    <a:pt x="955689" y="828544"/>
                    <a:pt x="957574" y="831134"/>
                    <a:pt x="958011" y="831572"/>
                  </a:cubicBezTo>
                  <a:cubicBezTo>
                    <a:pt x="958449" y="832009"/>
                    <a:pt x="959761" y="832884"/>
                    <a:pt x="959761" y="832884"/>
                  </a:cubicBezTo>
                  <a:lnTo>
                    <a:pt x="963396" y="834027"/>
                  </a:lnTo>
                  <a:cubicBezTo>
                    <a:pt x="963396" y="834027"/>
                    <a:pt x="965584" y="833456"/>
                    <a:pt x="965987" y="833018"/>
                  </a:cubicBezTo>
                  <a:cubicBezTo>
                    <a:pt x="966425" y="832581"/>
                    <a:pt x="967132" y="829553"/>
                    <a:pt x="967132" y="829553"/>
                  </a:cubicBezTo>
                  <a:lnTo>
                    <a:pt x="967132" y="827804"/>
                  </a:lnTo>
                  <a:lnTo>
                    <a:pt x="968276" y="826358"/>
                  </a:lnTo>
                  <a:cubicBezTo>
                    <a:pt x="968276" y="826358"/>
                    <a:pt x="969286" y="823330"/>
                    <a:pt x="970161" y="822724"/>
                  </a:cubicBezTo>
                  <a:cubicBezTo>
                    <a:pt x="971036" y="822153"/>
                    <a:pt x="972617" y="820841"/>
                    <a:pt x="972617" y="820841"/>
                  </a:cubicBezTo>
                  <a:lnTo>
                    <a:pt x="974637" y="822590"/>
                  </a:lnTo>
                  <a:cubicBezTo>
                    <a:pt x="974637" y="822590"/>
                    <a:pt x="978406" y="824036"/>
                    <a:pt x="980425" y="824474"/>
                  </a:cubicBezTo>
                  <a:cubicBezTo>
                    <a:pt x="982445" y="824911"/>
                    <a:pt x="981166" y="824339"/>
                    <a:pt x="981166" y="824339"/>
                  </a:cubicBezTo>
                  <a:cubicBezTo>
                    <a:pt x="981166" y="824339"/>
                    <a:pt x="981738" y="823465"/>
                    <a:pt x="984195" y="823330"/>
                  </a:cubicBezTo>
                  <a:cubicBezTo>
                    <a:pt x="986651" y="823195"/>
                    <a:pt x="985507" y="822893"/>
                    <a:pt x="985642" y="822321"/>
                  </a:cubicBezTo>
                  <a:cubicBezTo>
                    <a:pt x="985776" y="821749"/>
                    <a:pt x="987964" y="822018"/>
                    <a:pt x="988671" y="822456"/>
                  </a:cubicBezTo>
                  <a:cubicBezTo>
                    <a:pt x="989377" y="822893"/>
                    <a:pt x="990858" y="824911"/>
                    <a:pt x="991262" y="825920"/>
                  </a:cubicBezTo>
                  <a:cubicBezTo>
                    <a:pt x="991700" y="826929"/>
                    <a:pt x="992440" y="829116"/>
                    <a:pt x="992440" y="829688"/>
                  </a:cubicBezTo>
                  <a:cubicBezTo>
                    <a:pt x="992440" y="830260"/>
                    <a:pt x="996209" y="835037"/>
                    <a:pt x="996344" y="835474"/>
                  </a:cubicBezTo>
                  <a:cubicBezTo>
                    <a:pt x="996478" y="835911"/>
                    <a:pt x="996647" y="837930"/>
                    <a:pt x="996916" y="838804"/>
                  </a:cubicBezTo>
                  <a:cubicBezTo>
                    <a:pt x="997219" y="839679"/>
                    <a:pt x="996916" y="840823"/>
                    <a:pt x="996916" y="840823"/>
                  </a:cubicBezTo>
                  <a:cubicBezTo>
                    <a:pt x="996916" y="840823"/>
                    <a:pt x="995604" y="843278"/>
                    <a:pt x="995469" y="843850"/>
                  </a:cubicBezTo>
                  <a:cubicBezTo>
                    <a:pt x="995334" y="844422"/>
                    <a:pt x="994459" y="845431"/>
                    <a:pt x="993719" y="846037"/>
                  </a:cubicBezTo>
                  <a:cubicBezTo>
                    <a:pt x="992978" y="846609"/>
                    <a:pt x="991834" y="848930"/>
                    <a:pt x="991262" y="849064"/>
                  </a:cubicBezTo>
                  <a:cubicBezTo>
                    <a:pt x="990690" y="849199"/>
                    <a:pt x="988671" y="851823"/>
                    <a:pt x="988671" y="851823"/>
                  </a:cubicBezTo>
                  <a:lnTo>
                    <a:pt x="984901" y="853841"/>
                  </a:lnTo>
                  <a:lnTo>
                    <a:pt x="984161" y="855422"/>
                  </a:lnTo>
                  <a:cubicBezTo>
                    <a:pt x="984161" y="855422"/>
                    <a:pt x="985911" y="857441"/>
                    <a:pt x="986349" y="857878"/>
                  </a:cubicBezTo>
                  <a:cubicBezTo>
                    <a:pt x="986786" y="858315"/>
                    <a:pt x="990252" y="859459"/>
                    <a:pt x="990690" y="859896"/>
                  </a:cubicBezTo>
                  <a:cubicBezTo>
                    <a:pt x="991127" y="860334"/>
                    <a:pt x="993719" y="859896"/>
                    <a:pt x="995469" y="859896"/>
                  </a:cubicBezTo>
                  <a:cubicBezTo>
                    <a:pt x="997219" y="859896"/>
                    <a:pt x="998801" y="859324"/>
                    <a:pt x="998801" y="859324"/>
                  </a:cubicBezTo>
                  <a:lnTo>
                    <a:pt x="1001830" y="855557"/>
                  </a:lnTo>
                  <a:lnTo>
                    <a:pt x="1003580" y="852092"/>
                  </a:lnTo>
                  <a:lnTo>
                    <a:pt x="1003580" y="848896"/>
                  </a:lnTo>
                  <a:lnTo>
                    <a:pt x="1003882" y="844691"/>
                  </a:lnTo>
                  <a:lnTo>
                    <a:pt x="1005902" y="839780"/>
                  </a:lnTo>
                  <a:lnTo>
                    <a:pt x="1009671" y="838199"/>
                  </a:lnTo>
                  <a:lnTo>
                    <a:pt x="1011253" y="834868"/>
                  </a:lnTo>
                  <a:lnTo>
                    <a:pt x="1015729" y="833422"/>
                  </a:lnTo>
                  <a:lnTo>
                    <a:pt x="1019431" y="833321"/>
                  </a:lnTo>
                  <a:lnTo>
                    <a:pt x="1022056" y="834969"/>
                  </a:lnTo>
                  <a:cubicBezTo>
                    <a:pt x="1022056" y="834969"/>
                    <a:pt x="1025220" y="837694"/>
                    <a:pt x="1026734" y="838871"/>
                  </a:cubicBezTo>
                  <a:cubicBezTo>
                    <a:pt x="1028248" y="840083"/>
                    <a:pt x="1030200" y="840284"/>
                    <a:pt x="1032489" y="840823"/>
                  </a:cubicBezTo>
                  <a:cubicBezTo>
                    <a:pt x="1034777" y="841361"/>
                    <a:pt x="1035215" y="840924"/>
                    <a:pt x="1035518" y="840823"/>
                  </a:cubicBezTo>
                  <a:cubicBezTo>
                    <a:pt x="1035854" y="840722"/>
                    <a:pt x="1039422" y="840049"/>
                    <a:pt x="1039657" y="839746"/>
                  </a:cubicBezTo>
                  <a:cubicBezTo>
                    <a:pt x="1039893" y="839410"/>
                    <a:pt x="1041609" y="838871"/>
                    <a:pt x="1042148" y="838569"/>
                  </a:cubicBezTo>
                  <a:cubicBezTo>
                    <a:pt x="1042686" y="838232"/>
                    <a:pt x="1044773" y="835945"/>
                    <a:pt x="1044773" y="835945"/>
                  </a:cubicBezTo>
                  <a:lnTo>
                    <a:pt x="1047263" y="834431"/>
                  </a:lnTo>
                  <a:lnTo>
                    <a:pt x="1048576" y="834633"/>
                  </a:lnTo>
                  <a:lnTo>
                    <a:pt x="1050326" y="835945"/>
                  </a:lnTo>
                  <a:cubicBezTo>
                    <a:pt x="1050326" y="835945"/>
                    <a:pt x="1052816" y="835743"/>
                    <a:pt x="1053153" y="835171"/>
                  </a:cubicBezTo>
                  <a:cubicBezTo>
                    <a:pt x="1053489" y="834633"/>
                    <a:pt x="1054802" y="835171"/>
                    <a:pt x="1054802" y="835171"/>
                  </a:cubicBezTo>
                  <a:lnTo>
                    <a:pt x="1059917" y="833758"/>
                  </a:lnTo>
                  <a:lnTo>
                    <a:pt x="1063384" y="830933"/>
                  </a:lnTo>
                  <a:lnTo>
                    <a:pt x="1064360" y="828645"/>
                  </a:lnTo>
                  <a:lnTo>
                    <a:pt x="1064461" y="826021"/>
                  </a:lnTo>
                  <a:lnTo>
                    <a:pt x="1063922" y="823296"/>
                  </a:lnTo>
                  <a:lnTo>
                    <a:pt x="1064999" y="821009"/>
                  </a:lnTo>
                  <a:lnTo>
                    <a:pt x="1060220" y="816333"/>
                  </a:lnTo>
                  <a:lnTo>
                    <a:pt x="1057932" y="815559"/>
                  </a:lnTo>
                  <a:lnTo>
                    <a:pt x="1055340" y="812935"/>
                  </a:lnTo>
                  <a:lnTo>
                    <a:pt x="1052749" y="810211"/>
                  </a:lnTo>
                  <a:lnTo>
                    <a:pt x="1051874" y="806174"/>
                  </a:lnTo>
                  <a:lnTo>
                    <a:pt x="1052413" y="801834"/>
                  </a:lnTo>
                  <a:lnTo>
                    <a:pt x="1053287" y="795645"/>
                  </a:lnTo>
                  <a:cubicBezTo>
                    <a:pt x="1053287" y="795645"/>
                    <a:pt x="1054903" y="791204"/>
                    <a:pt x="1055139" y="790632"/>
                  </a:cubicBezTo>
                  <a:cubicBezTo>
                    <a:pt x="1055340" y="790094"/>
                    <a:pt x="1056888" y="787470"/>
                    <a:pt x="1056888" y="787470"/>
                  </a:cubicBezTo>
                  <a:lnTo>
                    <a:pt x="1058739" y="784308"/>
                  </a:lnTo>
                  <a:cubicBezTo>
                    <a:pt x="1058739" y="784308"/>
                    <a:pt x="1060490" y="782357"/>
                    <a:pt x="1060927" y="781684"/>
                  </a:cubicBezTo>
                  <a:cubicBezTo>
                    <a:pt x="1061365" y="781045"/>
                    <a:pt x="1062677" y="779733"/>
                    <a:pt x="1062677" y="779733"/>
                  </a:cubicBezTo>
                  <a:lnTo>
                    <a:pt x="1065066" y="779094"/>
                  </a:lnTo>
                  <a:cubicBezTo>
                    <a:pt x="1065066" y="779094"/>
                    <a:pt x="1067994" y="778993"/>
                    <a:pt x="1068971" y="778993"/>
                  </a:cubicBezTo>
                  <a:cubicBezTo>
                    <a:pt x="1069946" y="778993"/>
                    <a:pt x="1070586" y="779868"/>
                    <a:pt x="1070586" y="779868"/>
                  </a:cubicBezTo>
                  <a:lnTo>
                    <a:pt x="1073312" y="779868"/>
                  </a:lnTo>
                  <a:cubicBezTo>
                    <a:pt x="1073312" y="779868"/>
                    <a:pt x="1074624" y="780742"/>
                    <a:pt x="1075500" y="780944"/>
                  </a:cubicBezTo>
                  <a:cubicBezTo>
                    <a:pt x="1076375" y="781146"/>
                    <a:pt x="1077889" y="781819"/>
                    <a:pt x="1077889" y="781819"/>
                  </a:cubicBezTo>
                  <a:lnTo>
                    <a:pt x="1081153" y="781718"/>
                  </a:lnTo>
                  <a:lnTo>
                    <a:pt x="1082129" y="780641"/>
                  </a:lnTo>
                  <a:lnTo>
                    <a:pt x="1082769" y="777816"/>
                  </a:lnTo>
                  <a:lnTo>
                    <a:pt x="1084283" y="775764"/>
                  </a:lnTo>
                  <a:lnTo>
                    <a:pt x="1086471" y="774889"/>
                  </a:lnTo>
                  <a:lnTo>
                    <a:pt x="1088860" y="774990"/>
                  </a:lnTo>
                  <a:cubicBezTo>
                    <a:pt x="1088860" y="774990"/>
                    <a:pt x="1089634" y="776302"/>
                    <a:pt x="1090913" y="777580"/>
                  </a:cubicBezTo>
                  <a:cubicBezTo>
                    <a:pt x="1092226" y="778892"/>
                    <a:pt x="1091250" y="779329"/>
                    <a:pt x="1091889" y="780608"/>
                  </a:cubicBezTo>
                  <a:cubicBezTo>
                    <a:pt x="1092529" y="781920"/>
                    <a:pt x="1092529" y="783433"/>
                    <a:pt x="1092966" y="784745"/>
                  </a:cubicBezTo>
                  <a:cubicBezTo>
                    <a:pt x="1093404" y="786057"/>
                    <a:pt x="1095692" y="786057"/>
                    <a:pt x="1098082" y="787033"/>
                  </a:cubicBezTo>
                  <a:cubicBezTo>
                    <a:pt x="1100471" y="788008"/>
                    <a:pt x="1103635" y="787033"/>
                    <a:pt x="1103635" y="787033"/>
                  </a:cubicBezTo>
                  <a:cubicBezTo>
                    <a:pt x="1103635" y="787033"/>
                    <a:pt x="1104947" y="786394"/>
                    <a:pt x="1105149" y="785856"/>
                  </a:cubicBezTo>
                  <a:cubicBezTo>
                    <a:pt x="1105351" y="785317"/>
                    <a:pt x="1106765" y="782693"/>
                    <a:pt x="1106899" y="782492"/>
                  </a:cubicBezTo>
                  <a:cubicBezTo>
                    <a:pt x="1107000" y="782256"/>
                    <a:pt x="1109524" y="780204"/>
                    <a:pt x="1109928" y="780103"/>
                  </a:cubicBezTo>
                  <a:cubicBezTo>
                    <a:pt x="1110366" y="780002"/>
                    <a:pt x="1113529" y="776941"/>
                    <a:pt x="1113529" y="776941"/>
                  </a:cubicBezTo>
                  <a:lnTo>
                    <a:pt x="1114943" y="775528"/>
                  </a:lnTo>
                  <a:lnTo>
                    <a:pt x="1114943" y="774452"/>
                  </a:lnTo>
                  <a:cubicBezTo>
                    <a:pt x="1114943" y="774452"/>
                    <a:pt x="1112553" y="770852"/>
                    <a:pt x="1112217" y="770549"/>
                  </a:cubicBezTo>
                  <a:cubicBezTo>
                    <a:pt x="1111880" y="770213"/>
                    <a:pt x="1108750" y="768161"/>
                    <a:pt x="1108750" y="768161"/>
                  </a:cubicBezTo>
                  <a:lnTo>
                    <a:pt x="1106899" y="763922"/>
                  </a:lnTo>
                  <a:lnTo>
                    <a:pt x="1107875" y="760020"/>
                  </a:lnTo>
                  <a:lnTo>
                    <a:pt x="1109188" y="756993"/>
                  </a:lnTo>
                  <a:lnTo>
                    <a:pt x="1110803" y="755916"/>
                  </a:lnTo>
                  <a:lnTo>
                    <a:pt x="1114269" y="753427"/>
                  </a:lnTo>
                  <a:lnTo>
                    <a:pt x="1118847" y="751476"/>
                  </a:lnTo>
                  <a:lnTo>
                    <a:pt x="1120159" y="749525"/>
                  </a:lnTo>
                  <a:lnTo>
                    <a:pt x="1120159" y="747237"/>
                  </a:lnTo>
                  <a:lnTo>
                    <a:pt x="1116895" y="745757"/>
                  </a:lnTo>
                  <a:lnTo>
                    <a:pt x="1116827" y="745555"/>
                  </a:lnTo>
                  <a:close/>
                </a:path>
              </a:pathLst>
            </a:custGeom>
            <a:grpFill/>
            <a:ln w="6350" cap="flat">
              <a:solidFill>
                <a:schemeClr val="bg1"/>
              </a:solidFill>
              <a:prstDash val="solid"/>
              <a:miter/>
            </a:ln>
          </p:spPr>
          <p:txBody>
            <a:bodyPr rtlCol="0" anchor="ctr"/>
            <a:lstStyle/>
            <a:p>
              <a:endParaRPr lang="en-US"/>
            </a:p>
          </p:txBody>
        </p:sp>
        <p:sp>
          <p:nvSpPr>
            <p:cNvPr id="193" name="Freeform 910">
              <a:extLst>
                <a:ext uri="{FF2B5EF4-FFF2-40B4-BE49-F238E27FC236}">
                  <a16:creationId xmlns:a16="http://schemas.microsoft.com/office/drawing/2014/main" id="{189BC3CC-B62F-3894-4B89-CDED222838AD}"/>
                </a:ext>
              </a:extLst>
            </p:cNvPr>
            <p:cNvSpPr/>
            <p:nvPr/>
          </p:nvSpPr>
          <p:spPr>
            <a:xfrm>
              <a:off x="7188590" y="1736685"/>
              <a:ext cx="1193060" cy="935511"/>
            </a:xfrm>
            <a:custGeom>
              <a:avLst/>
              <a:gdLst>
                <a:gd name="connsiteX0" fmla="*/ 2222549 w 2290556"/>
                <a:gd name="connsiteY0" fmla="*/ 1067285 h 1796087"/>
                <a:gd name="connsiteX1" fmla="*/ 2222246 w 2290556"/>
                <a:gd name="connsiteY1" fmla="*/ 1063652 h 1796087"/>
                <a:gd name="connsiteX2" fmla="*/ 2221371 w 2290556"/>
                <a:gd name="connsiteY2" fmla="*/ 1061465 h 1796087"/>
                <a:gd name="connsiteX3" fmla="*/ 2220428 w 2290556"/>
                <a:gd name="connsiteY3" fmla="*/ 1059379 h 1796087"/>
                <a:gd name="connsiteX4" fmla="*/ 2218981 w 2290556"/>
                <a:gd name="connsiteY4" fmla="*/ 1060321 h 1796087"/>
                <a:gd name="connsiteX5" fmla="*/ 2216154 w 2290556"/>
                <a:gd name="connsiteY5" fmla="*/ 1060321 h 1796087"/>
                <a:gd name="connsiteX6" fmla="*/ 2213866 w 2290556"/>
                <a:gd name="connsiteY6" fmla="*/ 1061364 h 1796087"/>
                <a:gd name="connsiteX7" fmla="*/ 2211039 w 2290556"/>
                <a:gd name="connsiteY7" fmla="*/ 1060658 h 1796087"/>
                <a:gd name="connsiteX8" fmla="*/ 2209524 w 2290556"/>
                <a:gd name="connsiteY8" fmla="*/ 1058269 h 1796087"/>
                <a:gd name="connsiteX9" fmla="*/ 2208111 w 2290556"/>
                <a:gd name="connsiteY9" fmla="*/ 1057193 h 1796087"/>
                <a:gd name="connsiteX10" fmla="*/ 2205183 w 2290556"/>
                <a:gd name="connsiteY10" fmla="*/ 1057092 h 1796087"/>
                <a:gd name="connsiteX11" fmla="*/ 2204745 w 2290556"/>
                <a:gd name="connsiteY11" fmla="*/ 1058404 h 1796087"/>
                <a:gd name="connsiteX12" fmla="*/ 2206832 w 2290556"/>
                <a:gd name="connsiteY12" fmla="*/ 1060691 h 1796087"/>
                <a:gd name="connsiteX13" fmla="*/ 2206058 w 2290556"/>
                <a:gd name="connsiteY13" fmla="*/ 1064055 h 1796087"/>
                <a:gd name="connsiteX14" fmla="*/ 2203769 w 2290556"/>
                <a:gd name="connsiteY14" fmla="*/ 1063416 h 1796087"/>
                <a:gd name="connsiteX15" fmla="*/ 2200942 w 2290556"/>
                <a:gd name="connsiteY15" fmla="*/ 1062777 h 1796087"/>
                <a:gd name="connsiteX16" fmla="*/ 2198452 w 2290556"/>
                <a:gd name="connsiteY16" fmla="*/ 1060725 h 1796087"/>
                <a:gd name="connsiteX17" fmla="*/ 2197375 w 2290556"/>
                <a:gd name="connsiteY17" fmla="*/ 1059649 h 1796087"/>
                <a:gd name="connsiteX18" fmla="*/ 2196500 w 2290556"/>
                <a:gd name="connsiteY18" fmla="*/ 1058337 h 1796087"/>
                <a:gd name="connsiteX19" fmla="*/ 2192159 w 2290556"/>
                <a:gd name="connsiteY19" fmla="*/ 1057697 h 1796087"/>
                <a:gd name="connsiteX20" fmla="*/ 2189668 w 2290556"/>
                <a:gd name="connsiteY20" fmla="*/ 1057058 h 1796087"/>
                <a:gd name="connsiteX21" fmla="*/ 2187582 w 2290556"/>
                <a:gd name="connsiteY21" fmla="*/ 1055107 h 1796087"/>
                <a:gd name="connsiteX22" fmla="*/ 2186808 w 2290556"/>
                <a:gd name="connsiteY22" fmla="*/ 1053055 h 1796087"/>
                <a:gd name="connsiteX23" fmla="*/ 2187447 w 2290556"/>
                <a:gd name="connsiteY23" fmla="*/ 1051104 h 1796087"/>
                <a:gd name="connsiteX24" fmla="*/ 2188759 w 2290556"/>
                <a:gd name="connsiteY24" fmla="*/ 1048817 h 1796087"/>
                <a:gd name="connsiteX25" fmla="*/ 2191048 w 2290556"/>
                <a:gd name="connsiteY25" fmla="*/ 1048043 h 1796087"/>
                <a:gd name="connsiteX26" fmla="*/ 2192361 w 2290556"/>
                <a:gd name="connsiteY26" fmla="*/ 1047067 h 1796087"/>
                <a:gd name="connsiteX27" fmla="*/ 2195289 w 2290556"/>
                <a:gd name="connsiteY27" fmla="*/ 1046529 h 1796087"/>
                <a:gd name="connsiteX28" fmla="*/ 2197577 w 2290556"/>
                <a:gd name="connsiteY28" fmla="*/ 1045991 h 1796087"/>
                <a:gd name="connsiteX29" fmla="*/ 2199967 w 2290556"/>
                <a:gd name="connsiteY29" fmla="*/ 1044477 h 1796087"/>
                <a:gd name="connsiteX30" fmla="*/ 2203332 w 2290556"/>
                <a:gd name="connsiteY30" fmla="*/ 1042290 h 1796087"/>
                <a:gd name="connsiteX31" fmla="*/ 2205284 w 2290556"/>
                <a:gd name="connsiteY31" fmla="*/ 1038691 h 1796087"/>
                <a:gd name="connsiteX32" fmla="*/ 2206058 w 2290556"/>
                <a:gd name="connsiteY32" fmla="*/ 1036841 h 1796087"/>
                <a:gd name="connsiteX33" fmla="*/ 2206394 w 2290556"/>
                <a:gd name="connsiteY33" fmla="*/ 1034452 h 1796087"/>
                <a:gd name="connsiteX34" fmla="*/ 2205755 w 2290556"/>
                <a:gd name="connsiteY34" fmla="*/ 1031828 h 1796087"/>
                <a:gd name="connsiteX35" fmla="*/ 2203702 w 2290556"/>
                <a:gd name="connsiteY35" fmla="*/ 1029541 h 1796087"/>
                <a:gd name="connsiteX36" fmla="*/ 2201649 w 2290556"/>
                <a:gd name="connsiteY36" fmla="*/ 1028902 h 1796087"/>
                <a:gd name="connsiteX37" fmla="*/ 2196634 w 2290556"/>
                <a:gd name="connsiteY37" fmla="*/ 1026614 h 1796087"/>
                <a:gd name="connsiteX38" fmla="*/ 2194683 w 2290556"/>
                <a:gd name="connsiteY38" fmla="*/ 1023351 h 1796087"/>
                <a:gd name="connsiteX39" fmla="*/ 2194582 w 2290556"/>
                <a:gd name="connsiteY39" fmla="*/ 1021737 h 1796087"/>
                <a:gd name="connsiteX40" fmla="*/ 2194683 w 2290556"/>
                <a:gd name="connsiteY40" fmla="*/ 1016522 h 1796087"/>
                <a:gd name="connsiteX41" fmla="*/ 2194784 w 2290556"/>
                <a:gd name="connsiteY41" fmla="*/ 1014033 h 1796087"/>
                <a:gd name="connsiteX42" fmla="*/ 2194447 w 2290556"/>
                <a:gd name="connsiteY42" fmla="*/ 1011207 h 1796087"/>
                <a:gd name="connsiteX43" fmla="*/ 2193471 w 2290556"/>
                <a:gd name="connsiteY43" fmla="*/ 1007742 h 1796087"/>
                <a:gd name="connsiteX44" fmla="*/ 2192394 w 2290556"/>
                <a:gd name="connsiteY44" fmla="*/ 1007204 h 1796087"/>
                <a:gd name="connsiteX45" fmla="*/ 2188389 w 2290556"/>
                <a:gd name="connsiteY45" fmla="*/ 1003941 h 1796087"/>
                <a:gd name="connsiteX46" fmla="*/ 2184351 w 2290556"/>
                <a:gd name="connsiteY46" fmla="*/ 1000241 h 1796087"/>
                <a:gd name="connsiteX47" fmla="*/ 2184149 w 2290556"/>
                <a:gd name="connsiteY47" fmla="*/ 996541 h 1796087"/>
                <a:gd name="connsiteX48" fmla="*/ 2183375 w 2290556"/>
                <a:gd name="connsiteY48" fmla="*/ 992067 h 1796087"/>
                <a:gd name="connsiteX49" fmla="*/ 2183812 w 2290556"/>
                <a:gd name="connsiteY49" fmla="*/ 988299 h 1796087"/>
                <a:gd name="connsiteX50" fmla="*/ 2184182 w 2290556"/>
                <a:gd name="connsiteY50" fmla="*/ 984733 h 1796087"/>
                <a:gd name="connsiteX51" fmla="*/ 2183476 w 2290556"/>
                <a:gd name="connsiteY51" fmla="*/ 981167 h 1796087"/>
                <a:gd name="connsiteX52" fmla="*/ 2180379 w 2290556"/>
                <a:gd name="connsiteY52" fmla="*/ 977030 h 1796087"/>
                <a:gd name="connsiteX53" fmla="*/ 2176980 w 2290556"/>
                <a:gd name="connsiteY53" fmla="*/ 975146 h 1796087"/>
                <a:gd name="connsiteX54" fmla="*/ 2173783 w 2290556"/>
                <a:gd name="connsiteY54" fmla="*/ 971883 h 1796087"/>
                <a:gd name="connsiteX55" fmla="*/ 2171596 w 2290556"/>
                <a:gd name="connsiteY55" fmla="*/ 969696 h 1796087"/>
                <a:gd name="connsiteX56" fmla="*/ 2169341 w 2290556"/>
                <a:gd name="connsiteY56" fmla="*/ 967745 h 1796087"/>
                <a:gd name="connsiteX57" fmla="*/ 2165370 w 2290556"/>
                <a:gd name="connsiteY57" fmla="*/ 964617 h 1796087"/>
                <a:gd name="connsiteX58" fmla="*/ 2163182 w 2290556"/>
                <a:gd name="connsiteY58" fmla="*/ 961723 h 1796087"/>
                <a:gd name="connsiteX59" fmla="*/ 2161668 w 2290556"/>
                <a:gd name="connsiteY59" fmla="*/ 960142 h 1796087"/>
                <a:gd name="connsiteX60" fmla="*/ 2160725 w 2290556"/>
                <a:gd name="connsiteY60" fmla="*/ 958326 h 1796087"/>
                <a:gd name="connsiteX61" fmla="*/ 2160355 w 2290556"/>
                <a:gd name="connsiteY61" fmla="*/ 956139 h 1796087"/>
                <a:gd name="connsiteX62" fmla="*/ 2160187 w 2290556"/>
                <a:gd name="connsiteY62" fmla="*/ 953886 h 1796087"/>
                <a:gd name="connsiteX63" fmla="*/ 2160423 w 2290556"/>
                <a:gd name="connsiteY63" fmla="*/ 951497 h 1796087"/>
                <a:gd name="connsiteX64" fmla="*/ 2160927 w 2290556"/>
                <a:gd name="connsiteY64" fmla="*/ 949613 h 1796087"/>
                <a:gd name="connsiteX65" fmla="*/ 2161567 w 2290556"/>
                <a:gd name="connsiteY65" fmla="*/ 947797 h 1796087"/>
                <a:gd name="connsiteX66" fmla="*/ 2162643 w 2290556"/>
                <a:gd name="connsiteY66" fmla="*/ 945476 h 1796087"/>
                <a:gd name="connsiteX67" fmla="*/ 2162711 w 2290556"/>
                <a:gd name="connsiteY67" fmla="*/ 943020 h 1796087"/>
                <a:gd name="connsiteX68" fmla="*/ 2162509 w 2290556"/>
                <a:gd name="connsiteY68" fmla="*/ 941708 h 1796087"/>
                <a:gd name="connsiteX69" fmla="*/ 2159985 w 2290556"/>
                <a:gd name="connsiteY69" fmla="*/ 939454 h 1796087"/>
                <a:gd name="connsiteX70" fmla="*/ 2157090 w 2290556"/>
                <a:gd name="connsiteY70" fmla="*/ 938882 h 1796087"/>
                <a:gd name="connsiteX71" fmla="*/ 2155139 w 2290556"/>
                <a:gd name="connsiteY71" fmla="*/ 939690 h 1796087"/>
                <a:gd name="connsiteX72" fmla="*/ 2153388 w 2290556"/>
                <a:gd name="connsiteY72" fmla="*/ 941439 h 1796087"/>
                <a:gd name="connsiteX73" fmla="*/ 2149989 w 2290556"/>
                <a:gd name="connsiteY73" fmla="*/ 942751 h 1796087"/>
                <a:gd name="connsiteX74" fmla="*/ 2146657 w 2290556"/>
                <a:gd name="connsiteY74" fmla="*/ 944433 h 1796087"/>
                <a:gd name="connsiteX75" fmla="*/ 2144975 w 2290556"/>
                <a:gd name="connsiteY75" fmla="*/ 947965 h 1796087"/>
                <a:gd name="connsiteX76" fmla="*/ 2140768 w 2290556"/>
                <a:gd name="connsiteY76" fmla="*/ 952170 h 1796087"/>
                <a:gd name="connsiteX77" fmla="*/ 2135552 w 2290556"/>
                <a:gd name="connsiteY77" fmla="*/ 955937 h 1796087"/>
                <a:gd name="connsiteX78" fmla="*/ 2131278 w 2290556"/>
                <a:gd name="connsiteY78" fmla="*/ 961354 h 1796087"/>
                <a:gd name="connsiteX79" fmla="*/ 2124244 w 2290556"/>
                <a:gd name="connsiteY79" fmla="*/ 967812 h 1796087"/>
                <a:gd name="connsiteX80" fmla="*/ 2122292 w 2290556"/>
                <a:gd name="connsiteY80" fmla="*/ 971075 h 1796087"/>
                <a:gd name="connsiteX81" fmla="*/ 2119027 w 2290556"/>
                <a:gd name="connsiteY81" fmla="*/ 975415 h 1796087"/>
                <a:gd name="connsiteX82" fmla="*/ 2115897 w 2290556"/>
                <a:gd name="connsiteY82" fmla="*/ 977938 h 1796087"/>
                <a:gd name="connsiteX83" fmla="*/ 2111825 w 2290556"/>
                <a:gd name="connsiteY83" fmla="*/ 980326 h 1796087"/>
                <a:gd name="connsiteX84" fmla="*/ 2108056 w 2290556"/>
                <a:gd name="connsiteY84" fmla="*/ 982412 h 1796087"/>
                <a:gd name="connsiteX85" fmla="*/ 2103714 w 2290556"/>
                <a:gd name="connsiteY85" fmla="*/ 982984 h 1796087"/>
                <a:gd name="connsiteX86" fmla="*/ 2100080 w 2290556"/>
                <a:gd name="connsiteY86" fmla="*/ 982984 h 1796087"/>
                <a:gd name="connsiteX87" fmla="*/ 2096613 w 2290556"/>
                <a:gd name="connsiteY87" fmla="*/ 982614 h 1796087"/>
                <a:gd name="connsiteX88" fmla="*/ 2093651 w 2290556"/>
                <a:gd name="connsiteY88" fmla="*/ 981033 h 1796087"/>
                <a:gd name="connsiteX89" fmla="*/ 2091700 w 2290556"/>
                <a:gd name="connsiteY89" fmla="*/ 979586 h 1796087"/>
                <a:gd name="connsiteX90" fmla="*/ 2089950 w 2290556"/>
                <a:gd name="connsiteY90" fmla="*/ 977938 h 1796087"/>
                <a:gd name="connsiteX91" fmla="*/ 2089243 w 2290556"/>
                <a:gd name="connsiteY91" fmla="*/ 976121 h 1796087"/>
                <a:gd name="connsiteX92" fmla="*/ 2089041 w 2290556"/>
                <a:gd name="connsiteY92" fmla="*/ 973531 h 1796087"/>
                <a:gd name="connsiteX93" fmla="*/ 2089478 w 2290556"/>
                <a:gd name="connsiteY93" fmla="*/ 971647 h 1796087"/>
                <a:gd name="connsiteX94" fmla="*/ 2090556 w 2290556"/>
                <a:gd name="connsiteY94" fmla="*/ 970705 h 1796087"/>
                <a:gd name="connsiteX95" fmla="*/ 2091195 w 2290556"/>
                <a:gd name="connsiteY95" fmla="*/ 968081 h 1796087"/>
                <a:gd name="connsiteX96" fmla="*/ 2091767 w 2290556"/>
                <a:gd name="connsiteY96" fmla="*/ 966198 h 1796087"/>
                <a:gd name="connsiteX97" fmla="*/ 2092137 w 2290556"/>
                <a:gd name="connsiteY97" fmla="*/ 964011 h 1796087"/>
                <a:gd name="connsiteX98" fmla="*/ 2092507 w 2290556"/>
                <a:gd name="connsiteY98" fmla="*/ 960983 h 1796087"/>
                <a:gd name="connsiteX99" fmla="*/ 2092070 w 2290556"/>
                <a:gd name="connsiteY99" fmla="*/ 958595 h 1796087"/>
                <a:gd name="connsiteX100" fmla="*/ 2088738 w 2290556"/>
                <a:gd name="connsiteY100" fmla="*/ 956644 h 1796087"/>
                <a:gd name="connsiteX101" fmla="*/ 2085406 w 2290556"/>
                <a:gd name="connsiteY101" fmla="*/ 954054 h 1796087"/>
                <a:gd name="connsiteX102" fmla="*/ 2080997 w 2290556"/>
                <a:gd name="connsiteY102" fmla="*/ 948772 h 1796087"/>
                <a:gd name="connsiteX103" fmla="*/ 2076858 w 2290556"/>
                <a:gd name="connsiteY103" fmla="*/ 945307 h 1796087"/>
                <a:gd name="connsiteX104" fmla="*/ 2072079 w 2290556"/>
                <a:gd name="connsiteY104" fmla="*/ 942549 h 1796087"/>
                <a:gd name="connsiteX105" fmla="*/ 2069252 w 2290556"/>
                <a:gd name="connsiteY105" fmla="*/ 940093 h 1796087"/>
                <a:gd name="connsiteX106" fmla="*/ 2068882 w 2290556"/>
                <a:gd name="connsiteY106" fmla="*/ 938008 h 1796087"/>
                <a:gd name="connsiteX107" fmla="*/ 2069319 w 2290556"/>
                <a:gd name="connsiteY107" fmla="*/ 934677 h 1796087"/>
                <a:gd name="connsiteX108" fmla="*/ 2069521 w 2290556"/>
                <a:gd name="connsiteY108" fmla="*/ 931414 h 1796087"/>
                <a:gd name="connsiteX109" fmla="*/ 2071103 w 2290556"/>
                <a:gd name="connsiteY109" fmla="*/ 927344 h 1796087"/>
                <a:gd name="connsiteX110" fmla="*/ 2072281 w 2290556"/>
                <a:gd name="connsiteY110" fmla="*/ 923576 h 1796087"/>
                <a:gd name="connsiteX111" fmla="*/ 2072146 w 2290556"/>
                <a:gd name="connsiteY111" fmla="*/ 921053 h 1796087"/>
                <a:gd name="connsiteX112" fmla="*/ 2066930 w 2290556"/>
                <a:gd name="connsiteY112" fmla="*/ 920919 h 1796087"/>
                <a:gd name="connsiteX113" fmla="*/ 2066122 w 2290556"/>
                <a:gd name="connsiteY113" fmla="*/ 918093 h 1796087"/>
                <a:gd name="connsiteX114" fmla="*/ 2065752 w 2290556"/>
                <a:gd name="connsiteY114" fmla="*/ 911432 h 1796087"/>
                <a:gd name="connsiteX115" fmla="*/ 2065011 w 2290556"/>
                <a:gd name="connsiteY115" fmla="*/ 908741 h 1796087"/>
                <a:gd name="connsiteX116" fmla="*/ 2065584 w 2290556"/>
                <a:gd name="connsiteY116" fmla="*/ 904772 h 1796087"/>
                <a:gd name="connsiteX117" fmla="*/ 2066156 w 2290556"/>
                <a:gd name="connsiteY117" fmla="*/ 901374 h 1796087"/>
                <a:gd name="connsiteX118" fmla="*/ 2068781 w 2290556"/>
                <a:gd name="connsiteY118" fmla="*/ 898683 h 1796087"/>
                <a:gd name="connsiteX119" fmla="*/ 2069858 w 2290556"/>
                <a:gd name="connsiteY119" fmla="*/ 895050 h 1796087"/>
                <a:gd name="connsiteX120" fmla="*/ 2068781 w 2290556"/>
                <a:gd name="connsiteY120" fmla="*/ 892291 h 1796087"/>
                <a:gd name="connsiteX121" fmla="*/ 2065819 w 2290556"/>
                <a:gd name="connsiteY121" fmla="*/ 888456 h 1796087"/>
                <a:gd name="connsiteX122" fmla="*/ 2068646 w 2290556"/>
                <a:gd name="connsiteY122" fmla="*/ 887447 h 1796087"/>
                <a:gd name="connsiteX123" fmla="*/ 2068411 w 2290556"/>
                <a:gd name="connsiteY123" fmla="*/ 880282 h 1796087"/>
                <a:gd name="connsiteX124" fmla="*/ 2069420 w 2290556"/>
                <a:gd name="connsiteY124" fmla="*/ 876144 h 1796087"/>
                <a:gd name="connsiteX125" fmla="*/ 2070497 w 2290556"/>
                <a:gd name="connsiteY125" fmla="*/ 874933 h 1796087"/>
                <a:gd name="connsiteX126" fmla="*/ 2073695 w 2290556"/>
                <a:gd name="connsiteY126" fmla="*/ 873487 h 1796087"/>
                <a:gd name="connsiteX127" fmla="*/ 2077262 w 2290556"/>
                <a:gd name="connsiteY127" fmla="*/ 870089 h 1796087"/>
                <a:gd name="connsiteX128" fmla="*/ 2077262 w 2290556"/>
                <a:gd name="connsiteY128" fmla="*/ 869450 h 1796087"/>
                <a:gd name="connsiteX129" fmla="*/ 2074334 w 2290556"/>
                <a:gd name="connsiteY129" fmla="*/ 864438 h 1796087"/>
                <a:gd name="connsiteX130" fmla="*/ 2070968 w 2290556"/>
                <a:gd name="connsiteY130" fmla="*/ 861982 h 1796087"/>
                <a:gd name="connsiteX131" fmla="*/ 2070026 w 2290556"/>
                <a:gd name="connsiteY131" fmla="*/ 861915 h 1796087"/>
                <a:gd name="connsiteX132" fmla="*/ 2064305 w 2290556"/>
                <a:gd name="connsiteY132" fmla="*/ 859156 h 1796087"/>
                <a:gd name="connsiteX133" fmla="*/ 2065247 w 2290556"/>
                <a:gd name="connsiteY133" fmla="*/ 857474 h 1796087"/>
                <a:gd name="connsiteX134" fmla="*/ 2067064 w 2290556"/>
                <a:gd name="connsiteY134" fmla="*/ 856465 h 1796087"/>
                <a:gd name="connsiteX135" fmla="*/ 2071036 w 2290556"/>
                <a:gd name="connsiteY135" fmla="*/ 855019 h 1796087"/>
                <a:gd name="connsiteX136" fmla="*/ 2072483 w 2290556"/>
                <a:gd name="connsiteY136" fmla="*/ 853438 h 1796087"/>
                <a:gd name="connsiteX137" fmla="*/ 2070733 w 2290556"/>
                <a:gd name="connsiteY137" fmla="*/ 851049 h 1796087"/>
                <a:gd name="connsiteX138" fmla="*/ 2067771 w 2290556"/>
                <a:gd name="connsiteY138" fmla="*/ 847584 h 1796087"/>
                <a:gd name="connsiteX139" fmla="*/ 2063800 w 2290556"/>
                <a:gd name="connsiteY139" fmla="*/ 845196 h 1796087"/>
                <a:gd name="connsiteX140" fmla="*/ 2061545 w 2290556"/>
                <a:gd name="connsiteY140" fmla="*/ 843615 h 1796087"/>
                <a:gd name="connsiteX141" fmla="*/ 2057978 w 2290556"/>
                <a:gd name="connsiteY141" fmla="*/ 841159 h 1796087"/>
                <a:gd name="connsiteX142" fmla="*/ 2054511 w 2290556"/>
                <a:gd name="connsiteY142" fmla="*/ 839141 h 1796087"/>
                <a:gd name="connsiteX143" fmla="*/ 2050742 w 2290556"/>
                <a:gd name="connsiteY143" fmla="*/ 838333 h 1796087"/>
                <a:gd name="connsiteX144" fmla="*/ 2048487 w 2290556"/>
                <a:gd name="connsiteY144" fmla="*/ 837829 h 1796087"/>
                <a:gd name="connsiteX145" fmla="*/ 2047410 w 2290556"/>
                <a:gd name="connsiteY145" fmla="*/ 834700 h 1796087"/>
                <a:gd name="connsiteX146" fmla="*/ 2050170 w 2290556"/>
                <a:gd name="connsiteY146" fmla="*/ 832379 h 1796087"/>
                <a:gd name="connsiteX147" fmla="*/ 2053064 w 2290556"/>
                <a:gd name="connsiteY147" fmla="*/ 827535 h 1796087"/>
                <a:gd name="connsiteX148" fmla="*/ 2052997 w 2290556"/>
                <a:gd name="connsiteY148" fmla="*/ 825449 h 1796087"/>
                <a:gd name="connsiteX149" fmla="*/ 2052795 w 2290556"/>
                <a:gd name="connsiteY149" fmla="*/ 822624 h 1796087"/>
                <a:gd name="connsiteX150" fmla="*/ 2049160 w 2290556"/>
                <a:gd name="connsiteY150" fmla="*/ 819865 h 1796087"/>
                <a:gd name="connsiteX151" fmla="*/ 2045828 w 2290556"/>
                <a:gd name="connsiteY151" fmla="*/ 818049 h 1796087"/>
                <a:gd name="connsiteX152" fmla="*/ 2041823 w 2290556"/>
                <a:gd name="connsiteY152" fmla="*/ 819697 h 1796087"/>
                <a:gd name="connsiteX153" fmla="*/ 2041453 w 2290556"/>
                <a:gd name="connsiteY153" fmla="*/ 821379 h 1796087"/>
                <a:gd name="connsiteX154" fmla="*/ 2038121 w 2290556"/>
                <a:gd name="connsiteY154" fmla="*/ 823565 h 1796087"/>
                <a:gd name="connsiteX155" fmla="*/ 2033410 w 2290556"/>
                <a:gd name="connsiteY155" fmla="*/ 823633 h 1796087"/>
                <a:gd name="connsiteX156" fmla="*/ 2030515 w 2290556"/>
                <a:gd name="connsiteY156" fmla="*/ 822489 h 1796087"/>
                <a:gd name="connsiteX157" fmla="*/ 2027621 w 2290556"/>
                <a:gd name="connsiteY157" fmla="*/ 821345 h 1796087"/>
                <a:gd name="connsiteX158" fmla="*/ 2026612 w 2290556"/>
                <a:gd name="connsiteY158" fmla="*/ 819159 h 1796087"/>
                <a:gd name="connsiteX159" fmla="*/ 2025905 w 2290556"/>
                <a:gd name="connsiteY159" fmla="*/ 815526 h 1796087"/>
                <a:gd name="connsiteX160" fmla="*/ 2026847 w 2290556"/>
                <a:gd name="connsiteY160" fmla="*/ 814079 h 1796087"/>
                <a:gd name="connsiteX161" fmla="*/ 2028665 w 2290556"/>
                <a:gd name="connsiteY161" fmla="*/ 812195 h 1796087"/>
                <a:gd name="connsiteX162" fmla="*/ 2030549 w 2290556"/>
                <a:gd name="connsiteY162" fmla="*/ 810816 h 1796087"/>
                <a:gd name="connsiteX163" fmla="*/ 2032434 w 2290556"/>
                <a:gd name="connsiteY163" fmla="*/ 809437 h 1796087"/>
                <a:gd name="connsiteX164" fmla="*/ 2033881 w 2290556"/>
                <a:gd name="connsiteY164" fmla="*/ 808495 h 1796087"/>
                <a:gd name="connsiteX165" fmla="*/ 2034756 w 2290556"/>
                <a:gd name="connsiteY165" fmla="*/ 807183 h 1796087"/>
                <a:gd name="connsiteX166" fmla="*/ 2035396 w 2290556"/>
                <a:gd name="connsiteY166" fmla="*/ 805669 h 1796087"/>
                <a:gd name="connsiteX167" fmla="*/ 2035463 w 2290556"/>
                <a:gd name="connsiteY167" fmla="*/ 802978 h 1796087"/>
                <a:gd name="connsiteX168" fmla="*/ 2035328 w 2290556"/>
                <a:gd name="connsiteY168" fmla="*/ 800657 h 1796087"/>
                <a:gd name="connsiteX169" fmla="*/ 2034891 w 2290556"/>
                <a:gd name="connsiteY169" fmla="*/ 798033 h 1796087"/>
                <a:gd name="connsiteX170" fmla="*/ 2034588 w 2290556"/>
                <a:gd name="connsiteY170" fmla="*/ 795947 h 1796087"/>
                <a:gd name="connsiteX171" fmla="*/ 2031895 w 2290556"/>
                <a:gd name="connsiteY171" fmla="*/ 793559 h 1796087"/>
                <a:gd name="connsiteX172" fmla="*/ 2027184 w 2290556"/>
                <a:gd name="connsiteY172" fmla="*/ 790868 h 1796087"/>
                <a:gd name="connsiteX173" fmla="*/ 2027991 w 2290556"/>
                <a:gd name="connsiteY173" fmla="*/ 787605 h 1796087"/>
                <a:gd name="connsiteX174" fmla="*/ 2031559 w 2290556"/>
                <a:gd name="connsiteY174" fmla="*/ 786226 h 1796087"/>
                <a:gd name="connsiteX175" fmla="*/ 2035900 w 2290556"/>
                <a:gd name="connsiteY175" fmla="*/ 785519 h 1796087"/>
                <a:gd name="connsiteX176" fmla="*/ 2037347 w 2290556"/>
                <a:gd name="connsiteY176" fmla="*/ 785385 h 1796087"/>
                <a:gd name="connsiteX177" fmla="*/ 2039973 w 2290556"/>
                <a:gd name="connsiteY177" fmla="*/ 784745 h 1796087"/>
                <a:gd name="connsiteX178" fmla="*/ 2042665 w 2290556"/>
                <a:gd name="connsiteY178" fmla="*/ 785183 h 1796087"/>
                <a:gd name="connsiteX179" fmla="*/ 2045256 w 2290556"/>
                <a:gd name="connsiteY179" fmla="*/ 785687 h 1796087"/>
                <a:gd name="connsiteX180" fmla="*/ 2048588 w 2290556"/>
                <a:gd name="connsiteY180" fmla="*/ 787504 h 1796087"/>
                <a:gd name="connsiteX181" fmla="*/ 2050978 w 2290556"/>
                <a:gd name="connsiteY181" fmla="*/ 789522 h 1796087"/>
                <a:gd name="connsiteX182" fmla="*/ 2053602 w 2290556"/>
                <a:gd name="connsiteY182" fmla="*/ 792785 h 1796087"/>
                <a:gd name="connsiteX183" fmla="*/ 2055353 w 2290556"/>
                <a:gd name="connsiteY183" fmla="*/ 795039 h 1796087"/>
                <a:gd name="connsiteX184" fmla="*/ 2056598 w 2290556"/>
                <a:gd name="connsiteY184" fmla="*/ 797428 h 1796087"/>
                <a:gd name="connsiteX185" fmla="*/ 2058617 w 2290556"/>
                <a:gd name="connsiteY185" fmla="*/ 796990 h 1796087"/>
                <a:gd name="connsiteX186" fmla="*/ 2061007 w 2290556"/>
                <a:gd name="connsiteY186" fmla="*/ 795914 h 1796087"/>
                <a:gd name="connsiteX187" fmla="*/ 2062521 w 2290556"/>
                <a:gd name="connsiteY187" fmla="*/ 797798 h 1796087"/>
                <a:gd name="connsiteX188" fmla="*/ 2063396 w 2290556"/>
                <a:gd name="connsiteY188" fmla="*/ 798874 h 1796087"/>
                <a:gd name="connsiteX189" fmla="*/ 2066223 w 2290556"/>
                <a:gd name="connsiteY189" fmla="*/ 801195 h 1796087"/>
                <a:gd name="connsiteX190" fmla="*/ 2066593 w 2290556"/>
                <a:gd name="connsiteY190" fmla="*/ 803079 h 1796087"/>
                <a:gd name="connsiteX191" fmla="*/ 2069689 w 2290556"/>
                <a:gd name="connsiteY191" fmla="*/ 805400 h 1796087"/>
                <a:gd name="connsiteX192" fmla="*/ 2071877 w 2290556"/>
                <a:gd name="connsiteY192" fmla="*/ 805030 h 1796087"/>
                <a:gd name="connsiteX193" fmla="*/ 2074704 w 2290556"/>
                <a:gd name="connsiteY193" fmla="*/ 803012 h 1796087"/>
                <a:gd name="connsiteX194" fmla="*/ 2076286 w 2290556"/>
                <a:gd name="connsiteY194" fmla="*/ 799984 h 1796087"/>
                <a:gd name="connsiteX195" fmla="*/ 2077531 w 2290556"/>
                <a:gd name="connsiteY195" fmla="*/ 798100 h 1796087"/>
                <a:gd name="connsiteX196" fmla="*/ 2079180 w 2290556"/>
                <a:gd name="connsiteY196" fmla="*/ 795846 h 1796087"/>
                <a:gd name="connsiteX197" fmla="*/ 2080257 w 2290556"/>
                <a:gd name="connsiteY197" fmla="*/ 794164 h 1796087"/>
                <a:gd name="connsiteX198" fmla="*/ 2082512 w 2290556"/>
                <a:gd name="connsiteY198" fmla="*/ 792516 h 1796087"/>
                <a:gd name="connsiteX199" fmla="*/ 2083521 w 2290556"/>
                <a:gd name="connsiteY199" fmla="*/ 792516 h 1796087"/>
                <a:gd name="connsiteX200" fmla="*/ 2085272 w 2290556"/>
                <a:gd name="connsiteY200" fmla="*/ 792954 h 1796087"/>
                <a:gd name="connsiteX201" fmla="*/ 2087022 w 2290556"/>
                <a:gd name="connsiteY201" fmla="*/ 794400 h 1796087"/>
                <a:gd name="connsiteX202" fmla="*/ 2087964 w 2290556"/>
                <a:gd name="connsiteY202" fmla="*/ 795914 h 1796087"/>
                <a:gd name="connsiteX203" fmla="*/ 2089647 w 2290556"/>
                <a:gd name="connsiteY203" fmla="*/ 798168 h 1796087"/>
                <a:gd name="connsiteX204" fmla="*/ 2090522 w 2290556"/>
                <a:gd name="connsiteY204" fmla="*/ 800623 h 1796087"/>
                <a:gd name="connsiteX205" fmla="*/ 2091026 w 2290556"/>
                <a:gd name="connsiteY205" fmla="*/ 803079 h 1796087"/>
                <a:gd name="connsiteX206" fmla="*/ 2092844 w 2290556"/>
                <a:gd name="connsiteY206" fmla="*/ 805097 h 1796087"/>
                <a:gd name="connsiteX207" fmla="*/ 2094661 w 2290556"/>
                <a:gd name="connsiteY207" fmla="*/ 807351 h 1796087"/>
                <a:gd name="connsiteX208" fmla="*/ 2096916 w 2290556"/>
                <a:gd name="connsiteY208" fmla="*/ 807351 h 1796087"/>
                <a:gd name="connsiteX209" fmla="*/ 2097724 w 2290556"/>
                <a:gd name="connsiteY209" fmla="*/ 805972 h 1796087"/>
                <a:gd name="connsiteX210" fmla="*/ 2098868 w 2290556"/>
                <a:gd name="connsiteY210" fmla="*/ 805266 h 1796087"/>
                <a:gd name="connsiteX211" fmla="*/ 2100887 w 2290556"/>
                <a:gd name="connsiteY211" fmla="*/ 805636 h 1796087"/>
                <a:gd name="connsiteX212" fmla="*/ 2102200 w 2290556"/>
                <a:gd name="connsiteY212" fmla="*/ 807721 h 1796087"/>
                <a:gd name="connsiteX213" fmla="*/ 2102570 w 2290556"/>
                <a:gd name="connsiteY213" fmla="*/ 810917 h 1796087"/>
                <a:gd name="connsiteX214" fmla="*/ 2103647 w 2290556"/>
                <a:gd name="connsiteY214" fmla="*/ 812431 h 1796087"/>
                <a:gd name="connsiteX215" fmla="*/ 2104388 w 2290556"/>
                <a:gd name="connsiteY215" fmla="*/ 814517 h 1796087"/>
                <a:gd name="connsiteX216" fmla="*/ 2106272 w 2290556"/>
                <a:gd name="connsiteY216" fmla="*/ 816905 h 1796087"/>
                <a:gd name="connsiteX217" fmla="*/ 2108460 w 2290556"/>
                <a:gd name="connsiteY217" fmla="*/ 817611 h 1796087"/>
                <a:gd name="connsiteX218" fmla="*/ 2110916 w 2290556"/>
                <a:gd name="connsiteY218" fmla="*/ 816602 h 1796087"/>
                <a:gd name="connsiteX219" fmla="*/ 2111219 w 2290556"/>
                <a:gd name="connsiteY219" fmla="*/ 814718 h 1796087"/>
                <a:gd name="connsiteX220" fmla="*/ 2112734 w 2290556"/>
                <a:gd name="connsiteY220" fmla="*/ 810951 h 1796087"/>
                <a:gd name="connsiteX221" fmla="*/ 2114417 w 2290556"/>
                <a:gd name="connsiteY221" fmla="*/ 809000 h 1796087"/>
                <a:gd name="connsiteX222" fmla="*/ 2115662 w 2290556"/>
                <a:gd name="connsiteY222" fmla="*/ 807553 h 1796087"/>
                <a:gd name="connsiteX223" fmla="*/ 2115662 w 2290556"/>
                <a:gd name="connsiteY223" fmla="*/ 803987 h 1796087"/>
                <a:gd name="connsiteX224" fmla="*/ 2115931 w 2290556"/>
                <a:gd name="connsiteY224" fmla="*/ 801094 h 1796087"/>
                <a:gd name="connsiteX225" fmla="*/ 2115224 w 2290556"/>
                <a:gd name="connsiteY225" fmla="*/ 794064 h 1796087"/>
                <a:gd name="connsiteX226" fmla="*/ 2114585 w 2290556"/>
                <a:gd name="connsiteY226" fmla="*/ 791238 h 1796087"/>
                <a:gd name="connsiteX227" fmla="*/ 2113945 w 2290556"/>
                <a:gd name="connsiteY227" fmla="*/ 787975 h 1796087"/>
                <a:gd name="connsiteX228" fmla="*/ 2111354 w 2290556"/>
                <a:gd name="connsiteY228" fmla="*/ 782963 h 1796087"/>
                <a:gd name="connsiteX229" fmla="*/ 2109469 w 2290556"/>
                <a:gd name="connsiteY229" fmla="*/ 780877 h 1796087"/>
                <a:gd name="connsiteX230" fmla="*/ 2106945 w 2290556"/>
                <a:gd name="connsiteY230" fmla="*/ 776739 h 1796087"/>
                <a:gd name="connsiteX231" fmla="*/ 2107315 w 2290556"/>
                <a:gd name="connsiteY231" fmla="*/ 772837 h 1796087"/>
                <a:gd name="connsiteX232" fmla="*/ 2108460 w 2290556"/>
                <a:gd name="connsiteY232" fmla="*/ 770449 h 1796087"/>
                <a:gd name="connsiteX233" fmla="*/ 2113104 w 2290556"/>
                <a:gd name="connsiteY233" fmla="*/ 769574 h 1796087"/>
                <a:gd name="connsiteX234" fmla="*/ 2115056 w 2290556"/>
                <a:gd name="connsiteY234" fmla="*/ 768935 h 1796087"/>
                <a:gd name="connsiteX235" fmla="*/ 2117580 w 2290556"/>
                <a:gd name="connsiteY235" fmla="*/ 768363 h 1796087"/>
                <a:gd name="connsiteX236" fmla="*/ 2122662 w 2290556"/>
                <a:gd name="connsiteY236" fmla="*/ 768800 h 1796087"/>
                <a:gd name="connsiteX237" fmla="*/ 2127373 w 2290556"/>
                <a:gd name="connsiteY237" fmla="*/ 767556 h 1796087"/>
                <a:gd name="connsiteX238" fmla="*/ 2129494 w 2290556"/>
                <a:gd name="connsiteY238" fmla="*/ 767186 h 1796087"/>
                <a:gd name="connsiteX239" fmla="*/ 2131749 w 2290556"/>
                <a:gd name="connsiteY239" fmla="*/ 765806 h 1796087"/>
                <a:gd name="connsiteX240" fmla="*/ 2133128 w 2290556"/>
                <a:gd name="connsiteY240" fmla="*/ 764427 h 1796087"/>
                <a:gd name="connsiteX241" fmla="*/ 2133128 w 2290556"/>
                <a:gd name="connsiteY241" fmla="*/ 761803 h 1796087"/>
                <a:gd name="connsiteX242" fmla="*/ 2133128 w 2290556"/>
                <a:gd name="connsiteY242" fmla="*/ 759718 h 1796087"/>
                <a:gd name="connsiteX243" fmla="*/ 2133701 w 2290556"/>
                <a:gd name="connsiteY243" fmla="*/ 754873 h 1796087"/>
                <a:gd name="connsiteX244" fmla="*/ 2133128 w 2290556"/>
                <a:gd name="connsiteY244" fmla="*/ 753629 h 1796087"/>
                <a:gd name="connsiteX245" fmla="*/ 2133128 w 2290556"/>
                <a:gd name="connsiteY245" fmla="*/ 750500 h 1796087"/>
                <a:gd name="connsiteX246" fmla="*/ 2133734 w 2290556"/>
                <a:gd name="connsiteY246" fmla="*/ 748112 h 1796087"/>
                <a:gd name="connsiteX247" fmla="*/ 2133398 w 2290556"/>
                <a:gd name="connsiteY247" fmla="*/ 744041 h 1796087"/>
                <a:gd name="connsiteX248" fmla="*/ 2130806 w 2290556"/>
                <a:gd name="connsiteY248" fmla="*/ 740408 h 1796087"/>
                <a:gd name="connsiteX249" fmla="*/ 2128046 w 2290556"/>
                <a:gd name="connsiteY249" fmla="*/ 734757 h 1796087"/>
                <a:gd name="connsiteX250" fmla="*/ 2127037 w 2290556"/>
                <a:gd name="connsiteY250" fmla="*/ 733209 h 1796087"/>
                <a:gd name="connsiteX251" fmla="*/ 2123570 w 2290556"/>
                <a:gd name="connsiteY251" fmla="*/ 729139 h 1796087"/>
                <a:gd name="connsiteX252" fmla="*/ 2122426 w 2290556"/>
                <a:gd name="connsiteY252" fmla="*/ 726246 h 1796087"/>
                <a:gd name="connsiteX253" fmla="*/ 2121989 w 2290556"/>
                <a:gd name="connsiteY253" fmla="*/ 720023 h 1796087"/>
                <a:gd name="connsiteX254" fmla="*/ 2121686 w 2290556"/>
                <a:gd name="connsiteY254" fmla="*/ 716390 h 1796087"/>
                <a:gd name="connsiteX255" fmla="*/ 2122258 w 2290556"/>
                <a:gd name="connsiteY255" fmla="*/ 712925 h 1796087"/>
                <a:gd name="connsiteX256" fmla="*/ 2124143 w 2290556"/>
                <a:gd name="connsiteY256" fmla="*/ 709292 h 1796087"/>
                <a:gd name="connsiteX257" fmla="*/ 2127912 w 2290556"/>
                <a:gd name="connsiteY257" fmla="*/ 708283 h 1796087"/>
                <a:gd name="connsiteX258" fmla="*/ 2131244 w 2290556"/>
                <a:gd name="connsiteY258" fmla="*/ 707408 h 1796087"/>
                <a:gd name="connsiteX259" fmla="*/ 2134710 w 2290556"/>
                <a:gd name="connsiteY259" fmla="*/ 705221 h 1796087"/>
                <a:gd name="connsiteX260" fmla="*/ 2138480 w 2290556"/>
                <a:gd name="connsiteY260" fmla="*/ 707542 h 1796087"/>
                <a:gd name="connsiteX261" fmla="*/ 2140802 w 2290556"/>
                <a:gd name="connsiteY261" fmla="*/ 709998 h 1796087"/>
                <a:gd name="connsiteX262" fmla="*/ 2142383 w 2290556"/>
                <a:gd name="connsiteY262" fmla="*/ 709123 h 1796087"/>
                <a:gd name="connsiteX263" fmla="*/ 2143258 w 2290556"/>
                <a:gd name="connsiteY263" fmla="*/ 706230 h 1796087"/>
                <a:gd name="connsiteX264" fmla="*/ 2145446 w 2290556"/>
                <a:gd name="connsiteY264" fmla="*/ 703909 h 1796087"/>
                <a:gd name="connsiteX265" fmla="*/ 2147634 w 2290556"/>
                <a:gd name="connsiteY265" fmla="*/ 702160 h 1796087"/>
                <a:gd name="connsiteX266" fmla="*/ 2149518 w 2290556"/>
                <a:gd name="connsiteY266" fmla="*/ 700142 h 1796087"/>
                <a:gd name="connsiteX267" fmla="*/ 2152715 w 2290556"/>
                <a:gd name="connsiteY267" fmla="*/ 698695 h 1796087"/>
                <a:gd name="connsiteX268" fmla="*/ 2154600 w 2290556"/>
                <a:gd name="connsiteY268" fmla="*/ 697686 h 1796087"/>
                <a:gd name="connsiteX269" fmla="*/ 2156047 w 2290556"/>
                <a:gd name="connsiteY269" fmla="*/ 697114 h 1796087"/>
                <a:gd name="connsiteX270" fmla="*/ 2159817 w 2290556"/>
                <a:gd name="connsiteY270" fmla="*/ 696677 h 1796087"/>
                <a:gd name="connsiteX271" fmla="*/ 2160961 w 2290556"/>
                <a:gd name="connsiteY271" fmla="*/ 696105 h 1796087"/>
                <a:gd name="connsiteX272" fmla="*/ 2163586 w 2290556"/>
                <a:gd name="connsiteY272" fmla="*/ 692909 h 1796087"/>
                <a:gd name="connsiteX273" fmla="*/ 2166615 w 2290556"/>
                <a:gd name="connsiteY273" fmla="*/ 690588 h 1796087"/>
                <a:gd name="connsiteX274" fmla="*/ 2167355 w 2290556"/>
                <a:gd name="connsiteY274" fmla="*/ 689142 h 1796087"/>
                <a:gd name="connsiteX275" fmla="*/ 2167490 w 2290556"/>
                <a:gd name="connsiteY275" fmla="*/ 687560 h 1796087"/>
                <a:gd name="connsiteX276" fmla="*/ 2166918 w 2290556"/>
                <a:gd name="connsiteY276" fmla="*/ 685374 h 1796087"/>
                <a:gd name="connsiteX277" fmla="*/ 2166043 w 2290556"/>
                <a:gd name="connsiteY277" fmla="*/ 684802 h 1796087"/>
                <a:gd name="connsiteX278" fmla="*/ 2167052 w 2290556"/>
                <a:gd name="connsiteY278" fmla="*/ 681472 h 1796087"/>
                <a:gd name="connsiteX279" fmla="*/ 2168062 w 2290556"/>
                <a:gd name="connsiteY279" fmla="*/ 678579 h 1796087"/>
                <a:gd name="connsiteX280" fmla="*/ 2167759 w 2290556"/>
                <a:gd name="connsiteY280" fmla="*/ 674946 h 1796087"/>
                <a:gd name="connsiteX281" fmla="*/ 2165302 w 2290556"/>
                <a:gd name="connsiteY281" fmla="*/ 673062 h 1796087"/>
                <a:gd name="connsiteX282" fmla="*/ 2162846 w 2290556"/>
                <a:gd name="connsiteY282" fmla="*/ 674811 h 1796087"/>
                <a:gd name="connsiteX283" fmla="*/ 2162542 w 2290556"/>
                <a:gd name="connsiteY283" fmla="*/ 677704 h 1796087"/>
                <a:gd name="connsiteX284" fmla="*/ 2161668 w 2290556"/>
                <a:gd name="connsiteY284" fmla="*/ 680900 h 1796087"/>
                <a:gd name="connsiteX285" fmla="*/ 2158908 w 2290556"/>
                <a:gd name="connsiteY285" fmla="*/ 682044 h 1796087"/>
                <a:gd name="connsiteX286" fmla="*/ 2154398 w 2290556"/>
                <a:gd name="connsiteY286" fmla="*/ 679285 h 1796087"/>
                <a:gd name="connsiteX287" fmla="*/ 2154701 w 2290556"/>
                <a:gd name="connsiteY287" fmla="*/ 676527 h 1796087"/>
                <a:gd name="connsiteX288" fmla="*/ 2155711 w 2290556"/>
                <a:gd name="connsiteY288" fmla="*/ 673634 h 1796087"/>
                <a:gd name="connsiteX289" fmla="*/ 2155711 w 2290556"/>
                <a:gd name="connsiteY289" fmla="*/ 667982 h 1796087"/>
                <a:gd name="connsiteX290" fmla="*/ 2152951 w 2290556"/>
                <a:gd name="connsiteY290" fmla="*/ 666401 h 1796087"/>
                <a:gd name="connsiteX291" fmla="*/ 2150763 w 2290556"/>
                <a:gd name="connsiteY291" fmla="*/ 665829 h 1796087"/>
                <a:gd name="connsiteX292" fmla="*/ 2148004 w 2290556"/>
                <a:gd name="connsiteY292" fmla="*/ 665257 h 1796087"/>
                <a:gd name="connsiteX293" fmla="*/ 2145110 w 2290556"/>
                <a:gd name="connsiteY293" fmla="*/ 665123 h 1796087"/>
                <a:gd name="connsiteX294" fmla="*/ 2142922 w 2290556"/>
                <a:gd name="connsiteY294" fmla="*/ 666704 h 1796087"/>
                <a:gd name="connsiteX295" fmla="*/ 2142619 w 2290556"/>
                <a:gd name="connsiteY295" fmla="*/ 668722 h 1796087"/>
                <a:gd name="connsiteX296" fmla="*/ 2146388 w 2290556"/>
                <a:gd name="connsiteY296" fmla="*/ 672187 h 1796087"/>
                <a:gd name="connsiteX297" fmla="*/ 2147095 w 2290556"/>
                <a:gd name="connsiteY297" fmla="*/ 672490 h 1796087"/>
                <a:gd name="connsiteX298" fmla="*/ 2146086 w 2290556"/>
                <a:gd name="connsiteY298" fmla="*/ 675820 h 1796087"/>
                <a:gd name="connsiteX299" fmla="*/ 2144941 w 2290556"/>
                <a:gd name="connsiteY299" fmla="*/ 678713 h 1796087"/>
                <a:gd name="connsiteX300" fmla="*/ 2143932 w 2290556"/>
                <a:gd name="connsiteY300" fmla="*/ 679588 h 1796087"/>
                <a:gd name="connsiteX301" fmla="*/ 2140869 w 2290556"/>
                <a:gd name="connsiteY301" fmla="*/ 679722 h 1796087"/>
                <a:gd name="connsiteX302" fmla="*/ 2137672 w 2290556"/>
                <a:gd name="connsiteY302" fmla="*/ 679722 h 1796087"/>
                <a:gd name="connsiteX303" fmla="*/ 2134912 w 2290556"/>
                <a:gd name="connsiteY303" fmla="*/ 680093 h 1796087"/>
                <a:gd name="connsiteX304" fmla="*/ 2133028 w 2290556"/>
                <a:gd name="connsiteY304" fmla="*/ 682346 h 1796087"/>
                <a:gd name="connsiteX305" fmla="*/ 2133028 w 2290556"/>
                <a:gd name="connsiteY305" fmla="*/ 685677 h 1796087"/>
                <a:gd name="connsiteX306" fmla="*/ 2134475 w 2290556"/>
                <a:gd name="connsiteY306" fmla="*/ 689579 h 1796087"/>
                <a:gd name="connsiteX307" fmla="*/ 2131849 w 2290556"/>
                <a:gd name="connsiteY307" fmla="*/ 692606 h 1796087"/>
                <a:gd name="connsiteX308" fmla="*/ 2131547 w 2290556"/>
                <a:gd name="connsiteY308" fmla="*/ 694793 h 1796087"/>
                <a:gd name="connsiteX309" fmla="*/ 2127205 w 2290556"/>
                <a:gd name="connsiteY309" fmla="*/ 695365 h 1796087"/>
                <a:gd name="connsiteX310" fmla="*/ 2124580 w 2290556"/>
                <a:gd name="connsiteY310" fmla="*/ 695668 h 1796087"/>
                <a:gd name="connsiteX311" fmla="*/ 2117782 w 2290556"/>
                <a:gd name="connsiteY311" fmla="*/ 695970 h 1796087"/>
                <a:gd name="connsiteX312" fmla="*/ 2114753 w 2290556"/>
                <a:gd name="connsiteY312" fmla="*/ 694827 h 1796087"/>
                <a:gd name="connsiteX313" fmla="*/ 2113440 w 2290556"/>
                <a:gd name="connsiteY313" fmla="*/ 693246 h 1796087"/>
                <a:gd name="connsiteX314" fmla="*/ 2113138 w 2290556"/>
                <a:gd name="connsiteY314" fmla="*/ 690790 h 1796087"/>
                <a:gd name="connsiteX315" fmla="*/ 2111825 w 2290556"/>
                <a:gd name="connsiteY315" fmla="*/ 687762 h 1796087"/>
                <a:gd name="connsiteX316" fmla="*/ 2110815 w 2290556"/>
                <a:gd name="connsiteY316" fmla="*/ 686316 h 1796087"/>
                <a:gd name="connsiteX317" fmla="*/ 2108359 w 2290556"/>
                <a:gd name="connsiteY317" fmla="*/ 685307 h 1796087"/>
                <a:gd name="connsiteX318" fmla="*/ 2108493 w 2290556"/>
                <a:gd name="connsiteY318" fmla="*/ 683423 h 1796087"/>
                <a:gd name="connsiteX319" fmla="*/ 2108931 w 2290556"/>
                <a:gd name="connsiteY319" fmla="*/ 680530 h 1796087"/>
                <a:gd name="connsiteX320" fmla="*/ 2107921 w 2290556"/>
                <a:gd name="connsiteY320" fmla="*/ 678343 h 1796087"/>
                <a:gd name="connsiteX321" fmla="*/ 2106912 w 2290556"/>
                <a:gd name="connsiteY321" fmla="*/ 678041 h 1796087"/>
                <a:gd name="connsiteX322" fmla="*/ 2105599 w 2290556"/>
                <a:gd name="connsiteY322" fmla="*/ 678612 h 1796087"/>
                <a:gd name="connsiteX323" fmla="*/ 2098363 w 2290556"/>
                <a:gd name="connsiteY323" fmla="*/ 678478 h 1796087"/>
                <a:gd name="connsiteX324" fmla="*/ 2096344 w 2290556"/>
                <a:gd name="connsiteY324" fmla="*/ 675147 h 1796087"/>
                <a:gd name="connsiteX325" fmla="*/ 2097219 w 2290556"/>
                <a:gd name="connsiteY325" fmla="*/ 671245 h 1796087"/>
                <a:gd name="connsiteX326" fmla="*/ 2098969 w 2290556"/>
                <a:gd name="connsiteY326" fmla="*/ 668352 h 1796087"/>
                <a:gd name="connsiteX327" fmla="*/ 2100988 w 2290556"/>
                <a:gd name="connsiteY327" fmla="*/ 666906 h 1796087"/>
                <a:gd name="connsiteX328" fmla="*/ 2104758 w 2290556"/>
                <a:gd name="connsiteY328" fmla="*/ 663273 h 1796087"/>
                <a:gd name="connsiteX329" fmla="*/ 2101426 w 2290556"/>
                <a:gd name="connsiteY329" fmla="*/ 661086 h 1796087"/>
                <a:gd name="connsiteX330" fmla="*/ 2094628 w 2290556"/>
                <a:gd name="connsiteY330" fmla="*/ 660649 h 1796087"/>
                <a:gd name="connsiteX331" fmla="*/ 2092474 w 2290556"/>
                <a:gd name="connsiteY331" fmla="*/ 658328 h 1796087"/>
                <a:gd name="connsiteX332" fmla="*/ 2088570 w 2290556"/>
                <a:gd name="connsiteY332" fmla="*/ 657016 h 1796087"/>
                <a:gd name="connsiteX333" fmla="*/ 2083219 w 2290556"/>
                <a:gd name="connsiteY333" fmla="*/ 657318 h 1796087"/>
                <a:gd name="connsiteX334" fmla="*/ 2076387 w 2290556"/>
                <a:gd name="connsiteY334" fmla="*/ 654997 h 1796087"/>
                <a:gd name="connsiteX335" fmla="*/ 2074502 w 2290556"/>
                <a:gd name="connsiteY335" fmla="*/ 652542 h 1796087"/>
                <a:gd name="connsiteX336" fmla="*/ 2067839 w 2290556"/>
                <a:gd name="connsiteY336" fmla="*/ 646318 h 1796087"/>
                <a:gd name="connsiteX337" fmla="*/ 2066526 w 2290556"/>
                <a:gd name="connsiteY337" fmla="*/ 643291 h 1796087"/>
                <a:gd name="connsiteX338" fmla="*/ 2065516 w 2290556"/>
                <a:gd name="connsiteY338" fmla="*/ 640263 h 1796087"/>
                <a:gd name="connsiteX339" fmla="*/ 2065651 w 2290556"/>
                <a:gd name="connsiteY339" fmla="*/ 636496 h 1796087"/>
                <a:gd name="connsiteX340" fmla="*/ 2066795 w 2290556"/>
                <a:gd name="connsiteY340" fmla="*/ 632593 h 1796087"/>
                <a:gd name="connsiteX341" fmla="*/ 2066930 w 2290556"/>
                <a:gd name="connsiteY341" fmla="*/ 631853 h 1796087"/>
                <a:gd name="connsiteX342" fmla="*/ 2068680 w 2290556"/>
                <a:gd name="connsiteY342" fmla="*/ 627514 h 1796087"/>
                <a:gd name="connsiteX343" fmla="*/ 2069824 w 2290556"/>
                <a:gd name="connsiteY343" fmla="*/ 622737 h 1796087"/>
                <a:gd name="connsiteX344" fmla="*/ 2069387 w 2290556"/>
                <a:gd name="connsiteY344" fmla="*/ 619272 h 1796087"/>
                <a:gd name="connsiteX345" fmla="*/ 2069959 w 2290556"/>
                <a:gd name="connsiteY345" fmla="*/ 614933 h 1796087"/>
                <a:gd name="connsiteX346" fmla="*/ 2074603 w 2290556"/>
                <a:gd name="connsiteY346" fmla="*/ 613049 h 1796087"/>
                <a:gd name="connsiteX347" fmla="*/ 2080829 w 2290556"/>
                <a:gd name="connsiteY347" fmla="*/ 607835 h 1796087"/>
                <a:gd name="connsiteX348" fmla="*/ 2084295 w 2290556"/>
                <a:gd name="connsiteY348" fmla="*/ 604201 h 1796087"/>
                <a:gd name="connsiteX349" fmla="*/ 2089377 w 2290556"/>
                <a:gd name="connsiteY349" fmla="*/ 600131 h 1796087"/>
                <a:gd name="connsiteX350" fmla="*/ 2095166 w 2290556"/>
                <a:gd name="connsiteY350" fmla="*/ 595220 h 1796087"/>
                <a:gd name="connsiteX351" fmla="*/ 2099373 w 2290556"/>
                <a:gd name="connsiteY351" fmla="*/ 592024 h 1796087"/>
                <a:gd name="connsiteX352" fmla="*/ 2102267 w 2290556"/>
                <a:gd name="connsiteY352" fmla="*/ 589266 h 1796087"/>
                <a:gd name="connsiteX353" fmla="*/ 2105296 w 2290556"/>
                <a:gd name="connsiteY353" fmla="*/ 587079 h 1796087"/>
                <a:gd name="connsiteX354" fmla="*/ 2109200 w 2290556"/>
                <a:gd name="connsiteY354" fmla="*/ 584489 h 1796087"/>
                <a:gd name="connsiteX355" fmla="*/ 2111825 w 2290556"/>
                <a:gd name="connsiteY355" fmla="*/ 580856 h 1796087"/>
                <a:gd name="connsiteX356" fmla="*/ 2115292 w 2290556"/>
                <a:gd name="connsiteY356" fmla="*/ 578972 h 1796087"/>
                <a:gd name="connsiteX357" fmla="*/ 2118489 w 2290556"/>
                <a:gd name="connsiteY357" fmla="*/ 579544 h 1796087"/>
                <a:gd name="connsiteX358" fmla="*/ 2121080 w 2290556"/>
                <a:gd name="connsiteY358" fmla="*/ 579241 h 1796087"/>
                <a:gd name="connsiteX359" fmla="*/ 2123672 w 2290556"/>
                <a:gd name="connsiteY359" fmla="*/ 577357 h 1796087"/>
                <a:gd name="connsiteX360" fmla="*/ 2124244 w 2290556"/>
                <a:gd name="connsiteY360" fmla="*/ 574901 h 1796087"/>
                <a:gd name="connsiteX361" fmla="*/ 2124681 w 2290556"/>
                <a:gd name="connsiteY361" fmla="*/ 571436 h 1796087"/>
                <a:gd name="connsiteX362" fmla="*/ 2124950 w 2290556"/>
                <a:gd name="connsiteY362" fmla="*/ 570696 h 1796087"/>
                <a:gd name="connsiteX363" fmla="*/ 2126263 w 2290556"/>
                <a:gd name="connsiteY363" fmla="*/ 567063 h 1796087"/>
                <a:gd name="connsiteX364" fmla="*/ 2126835 w 2290556"/>
                <a:gd name="connsiteY364" fmla="*/ 564170 h 1796087"/>
                <a:gd name="connsiteX365" fmla="*/ 2127542 w 2290556"/>
                <a:gd name="connsiteY365" fmla="*/ 562724 h 1796087"/>
                <a:gd name="connsiteX366" fmla="*/ 2128417 w 2290556"/>
                <a:gd name="connsiteY366" fmla="*/ 559528 h 1796087"/>
                <a:gd name="connsiteX367" fmla="*/ 2130167 w 2290556"/>
                <a:gd name="connsiteY367" fmla="*/ 557779 h 1796087"/>
                <a:gd name="connsiteX368" fmla="*/ 2134508 w 2290556"/>
                <a:gd name="connsiteY368" fmla="*/ 555895 h 1796087"/>
                <a:gd name="connsiteX369" fmla="*/ 2137268 w 2290556"/>
                <a:gd name="connsiteY369" fmla="*/ 554886 h 1796087"/>
                <a:gd name="connsiteX370" fmla="*/ 2139287 w 2290556"/>
                <a:gd name="connsiteY370" fmla="*/ 554011 h 1796087"/>
                <a:gd name="connsiteX371" fmla="*/ 2142316 w 2290556"/>
                <a:gd name="connsiteY371" fmla="*/ 551993 h 1796087"/>
                <a:gd name="connsiteX372" fmla="*/ 2145951 w 2290556"/>
                <a:gd name="connsiteY372" fmla="*/ 548797 h 1796087"/>
                <a:gd name="connsiteX373" fmla="*/ 2149283 w 2290556"/>
                <a:gd name="connsiteY373" fmla="*/ 545164 h 1796087"/>
                <a:gd name="connsiteX374" fmla="*/ 2151033 w 2290556"/>
                <a:gd name="connsiteY374" fmla="*/ 542977 h 1796087"/>
                <a:gd name="connsiteX375" fmla="*/ 2152042 w 2290556"/>
                <a:gd name="connsiteY375" fmla="*/ 541228 h 1796087"/>
                <a:gd name="connsiteX376" fmla="*/ 2154499 w 2290556"/>
                <a:gd name="connsiteY376" fmla="*/ 537023 h 1796087"/>
                <a:gd name="connsiteX377" fmla="*/ 2155643 w 2290556"/>
                <a:gd name="connsiteY377" fmla="*/ 534567 h 1796087"/>
                <a:gd name="connsiteX378" fmla="*/ 2154768 w 2290556"/>
                <a:gd name="connsiteY378" fmla="*/ 531372 h 1796087"/>
                <a:gd name="connsiteX379" fmla="*/ 2158538 w 2290556"/>
                <a:gd name="connsiteY379" fmla="*/ 526595 h 1796087"/>
                <a:gd name="connsiteX380" fmla="*/ 2160692 w 2290556"/>
                <a:gd name="connsiteY380" fmla="*/ 523567 h 1796087"/>
                <a:gd name="connsiteX381" fmla="*/ 2162879 w 2290556"/>
                <a:gd name="connsiteY381" fmla="*/ 519497 h 1796087"/>
                <a:gd name="connsiteX382" fmla="*/ 2167658 w 2290556"/>
                <a:gd name="connsiteY382" fmla="*/ 516301 h 1796087"/>
                <a:gd name="connsiteX383" fmla="*/ 2170552 w 2290556"/>
                <a:gd name="connsiteY383" fmla="*/ 514855 h 1796087"/>
                <a:gd name="connsiteX384" fmla="*/ 2172437 w 2290556"/>
                <a:gd name="connsiteY384" fmla="*/ 512096 h 1796087"/>
                <a:gd name="connsiteX385" fmla="*/ 2173177 w 2290556"/>
                <a:gd name="connsiteY385" fmla="*/ 510952 h 1796087"/>
                <a:gd name="connsiteX386" fmla="*/ 2173750 w 2290556"/>
                <a:gd name="connsiteY386" fmla="*/ 507488 h 1796087"/>
                <a:gd name="connsiteX387" fmla="*/ 2174456 w 2290556"/>
                <a:gd name="connsiteY387" fmla="*/ 505604 h 1796087"/>
                <a:gd name="connsiteX388" fmla="*/ 2177923 w 2290556"/>
                <a:gd name="connsiteY388" fmla="*/ 503585 h 1796087"/>
                <a:gd name="connsiteX389" fmla="*/ 2180682 w 2290556"/>
                <a:gd name="connsiteY389" fmla="*/ 501836 h 1796087"/>
                <a:gd name="connsiteX390" fmla="*/ 2183576 w 2290556"/>
                <a:gd name="connsiteY390" fmla="*/ 500961 h 1796087"/>
                <a:gd name="connsiteX391" fmla="*/ 2185159 w 2290556"/>
                <a:gd name="connsiteY391" fmla="*/ 499515 h 1796087"/>
                <a:gd name="connsiteX392" fmla="*/ 2186471 w 2290556"/>
                <a:gd name="connsiteY392" fmla="*/ 496487 h 1796087"/>
                <a:gd name="connsiteX393" fmla="*/ 2186909 w 2290556"/>
                <a:gd name="connsiteY393" fmla="*/ 495175 h 1796087"/>
                <a:gd name="connsiteX394" fmla="*/ 2185461 w 2290556"/>
                <a:gd name="connsiteY394" fmla="*/ 491845 h 1796087"/>
                <a:gd name="connsiteX395" fmla="*/ 2185596 w 2290556"/>
                <a:gd name="connsiteY395" fmla="*/ 488380 h 1796087"/>
                <a:gd name="connsiteX396" fmla="*/ 2187043 w 2290556"/>
                <a:gd name="connsiteY396" fmla="*/ 485184 h 1796087"/>
                <a:gd name="connsiteX397" fmla="*/ 2189634 w 2290556"/>
                <a:gd name="connsiteY397" fmla="*/ 482426 h 1796087"/>
                <a:gd name="connsiteX398" fmla="*/ 2193404 w 2290556"/>
                <a:gd name="connsiteY398" fmla="*/ 486934 h 1796087"/>
                <a:gd name="connsiteX399" fmla="*/ 2195423 w 2290556"/>
                <a:gd name="connsiteY399" fmla="*/ 489961 h 1796087"/>
                <a:gd name="connsiteX400" fmla="*/ 2197745 w 2290556"/>
                <a:gd name="connsiteY400" fmla="*/ 491711 h 1796087"/>
                <a:gd name="connsiteX401" fmla="*/ 2198183 w 2290556"/>
                <a:gd name="connsiteY401" fmla="*/ 495344 h 1796087"/>
                <a:gd name="connsiteX402" fmla="*/ 2197611 w 2290556"/>
                <a:gd name="connsiteY402" fmla="*/ 498405 h 1796087"/>
                <a:gd name="connsiteX403" fmla="*/ 2197173 w 2290556"/>
                <a:gd name="connsiteY403" fmla="*/ 499986 h 1796087"/>
                <a:gd name="connsiteX404" fmla="*/ 2196736 w 2290556"/>
                <a:gd name="connsiteY404" fmla="*/ 501870 h 1796087"/>
                <a:gd name="connsiteX405" fmla="*/ 2197005 w 2290556"/>
                <a:gd name="connsiteY405" fmla="*/ 503451 h 1796087"/>
                <a:gd name="connsiteX406" fmla="*/ 2197139 w 2290556"/>
                <a:gd name="connsiteY406" fmla="*/ 507218 h 1796087"/>
                <a:gd name="connsiteX407" fmla="*/ 2197712 w 2290556"/>
                <a:gd name="connsiteY407" fmla="*/ 508530 h 1796087"/>
                <a:gd name="connsiteX408" fmla="*/ 2200337 w 2290556"/>
                <a:gd name="connsiteY408" fmla="*/ 511423 h 1796087"/>
                <a:gd name="connsiteX409" fmla="*/ 2202356 w 2290556"/>
                <a:gd name="connsiteY409" fmla="*/ 514182 h 1796087"/>
                <a:gd name="connsiteX410" fmla="*/ 2205250 w 2290556"/>
                <a:gd name="connsiteY410" fmla="*/ 516637 h 1796087"/>
                <a:gd name="connsiteX411" fmla="*/ 2207707 w 2290556"/>
                <a:gd name="connsiteY411" fmla="*/ 517344 h 1796087"/>
                <a:gd name="connsiteX412" fmla="*/ 2209289 w 2290556"/>
                <a:gd name="connsiteY412" fmla="*/ 518521 h 1796087"/>
                <a:gd name="connsiteX413" fmla="*/ 2211173 w 2290556"/>
                <a:gd name="connsiteY413" fmla="*/ 519833 h 1796087"/>
                <a:gd name="connsiteX414" fmla="*/ 2211039 w 2290556"/>
                <a:gd name="connsiteY414" fmla="*/ 522861 h 1796087"/>
                <a:gd name="connsiteX415" fmla="*/ 2210029 w 2290556"/>
                <a:gd name="connsiteY415" fmla="*/ 524005 h 1796087"/>
                <a:gd name="connsiteX416" fmla="*/ 2210164 w 2290556"/>
                <a:gd name="connsiteY416" fmla="*/ 525888 h 1796087"/>
                <a:gd name="connsiteX417" fmla="*/ 2211039 w 2290556"/>
                <a:gd name="connsiteY417" fmla="*/ 527907 h 1796087"/>
                <a:gd name="connsiteX418" fmla="*/ 2212183 w 2290556"/>
                <a:gd name="connsiteY418" fmla="*/ 530800 h 1796087"/>
                <a:gd name="connsiteX419" fmla="*/ 2213765 w 2290556"/>
                <a:gd name="connsiteY419" fmla="*/ 533827 h 1796087"/>
                <a:gd name="connsiteX420" fmla="*/ 2215078 w 2290556"/>
                <a:gd name="connsiteY420" fmla="*/ 536283 h 1796087"/>
                <a:gd name="connsiteX421" fmla="*/ 2217972 w 2290556"/>
                <a:gd name="connsiteY421" fmla="*/ 537595 h 1796087"/>
                <a:gd name="connsiteX422" fmla="*/ 2218678 w 2290556"/>
                <a:gd name="connsiteY422" fmla="*/ 534399 h 1796087"/>
                <a:gd name="connsiteX423" fmla="*/ 2218544 w 2290556"/>
                <a:gd name="connsiteY423" fmla="*/ 530497 h 1796087"/>
                <a:gd name="connsiteX424" fmla="*/ 2218544 w 2290556"/>
                <a:gd name="connsiteY424" fmla="*/ 526729 h 1796087"/>
                <a:gd name="connsiteX425" fmla="*/ 2218981 w 2290556"/>
                <a:gd name="connsiteY425" fmla="*/ 522962 h 1796087"/>
                <a:gd name="connsiteX426" fmla="*/ 2217972 w 2290556"/>
                <a:gd name="connsiteY426" fmla="*/ 520203 h 1796087"/>
                <a:gd name="connsiteX427" fmla="*/ 2215953 w 2290556"/>
                <a:gd name="connsiteY427" fmla="*/ 516570 h 1796087"/>
                <a:gd name="connsiteX428" fmla="*/ 2215818 w 2290556"/>
                <a:gd name="connsiteY428" fmla="*/ 513240 h 1796087"/>
                <a:gd name="connsiteX429" fmla="*/ 2218847 w 2290556"/>
                <a:gd name="connsiteY429" fmla="*/ 511491 h 1796087"/>
                <a:gd name="connsiteX430" fmla="*/ 2219991 w 2290556"/>
                <a:gd name="connsiteY430" fmla="*/ 508732 h 1796087"/>
                <a:gd name="connsiteX431" fmla="*/ 2216659 w 2290556"/>
                <a:gd name="connsiteY431" fmla="*/ 508026 h 1796087"/>
                <a:gd name="connsiteX432" fmla="*/ 2215044 w 2290556"/>
                <a:gd name="connsiteY432" fmla="*/ 505267 h 1796087"/>
                <a:gd name="connsiteX433" fmla="*/ 2213899 w 2290556"/>
                <a:gd name="connsiteY433" fmla="*/ 500760 h 1796087"/>
                <a:gd name="connsiteX434" fmla="*/ 2212318 w 2290556"/>
                <a:gd name="connsiteY434" fmla="*/ 497867 h 1796087"/>
                <a:gd name="connsiteX435" fmla="*/ 2212587 w 2290556"/>
                <a:gd name="connsiteY435" fmla="*/ 490466 h 1796087"/>
                <a:gd name="connsiteX436" fmla="*/ 2213024 w 2290556"/>
                <a:gd name="connsiteY436" fmla="*/ 488279 h 1796087"/>
                <a:gd name="connsiteX437" fmla="*/ 2212721 w 2290556"/>
                <a:gd name="connsiteY437" fmla="*/ 485252 h 1796087"/>
                <a:gd name="connsiteX438" fmla="*/ 2212284 w 2290556"/>
                <a:gd name="connsiteY438" fmla="*/ 482628 h 1796087"/>
                <a:gd name="connsiteX439" fmla="*/ 2212419 w 2290556"/>
                <a:gd name="connsiteY439" fmla="*/ 480744 h 1796087"/>
                <a:gd name="connsiteX440" fmla="*/ 2215313 w 2290556"/>
                <a:gd name="connsiteY440" fmla="*/ 476842 h 1796087"/>
                <a:gd name="connsiteX441" fmla="*/ 2217501 w 2290556"/>
                <a:gd name="connsiteY441" fmla="*/ 475530 h 1796087"/>
                <a:gd name="connsiteX442" fmla="*/ 2218376 w 2290556"/>
                <a:gd name="connsiteY442" fmla="*/ 468129 h 1796087"/>
                <a:gd name="connsiteX443" fmla="*/ 2217198 w 2290556"/>
                <a:gd name="connsiteY443" fmla="*/ 462040 h 1796087"/>
                <a:gd name="connsiteX444" fmla="*/ 2216323 w 2290556"/>
                <a:gd name="connsiteY444" fmla="*/ 457398 h 1796087"/>
                <a:gd name="connsiteX445" fmla="*/ 2216625 w 2290556"/>
                <a:gd name="connsiteY445" fmla="*/ 453193 h 1796087"/>
                <a:gd name="connsiteX446" fmla="*/ 2217198 w 2290556"/>
                <a:gd name="connsiteY446" fmla="*/ 447676 h 1796087"/>
                <a:gd name="connsiteX447" fmla="*/ 2217635 w 2290556"/>
                <a:gd name="connsiteY447" fmla="*/ 445221 h 1796087"/>
                <a:gd name="connsiteX448" fmla="*/ 2219654 w 2290556"/>
                <a:gd name="connsiteY448" fmla="*/ 442630 h 1796087"/>
                <a:gd name="connsiteX449" fmla="*/ 2222986 w 2290556"/>
                <a:gd name="connsiteY449" fmla="*/ 440309 h 1796087"/>
                <a:gd name="connsiteX450" fmla="*/ 2223558 w 2290556"/>
                <a:gd name="connsiteY450" fmla="*/ 439300 h 1796087"/>
                <a:gd name="connsiteX451" fmla="*/ 2224299 w 2290556"/>
                <a:gd name="connsiteY451" fmla="*/ 436104 h 1796087"/>
                <a:gd name="connsiteX452" fmla="*/ 2225443 w 2290556"/>
                <a:gd name="connsiteY452" fmla="*/ 433077 h 1796087"/>
                <a:gd name="connsiteX453" fmla="*/ 2226318 w 2290556"/>
                <a:gd name="connsiteY453" fmla="*/ 429612 h 1796087"/>
                <a:gd name="connsiteX454" fmla="*/ 2225005 w 2290556"/>
                <a:gd name="connsiteY454" fmla="*/ 426281 h 1796087"/>
                <a:gd name="connsiteX455" fmla="*/ 2222414 w 2290556"/>
                <a:gd name="connsiteY455" fmla="*/ 423086 h 1796087"/>
                <a:gd name="connsiteX456" fmla="*/ 2222414 w 2290556"/>
                <a:gd name="connsiteY456" fmla="*/ 419621 h 1796087"/>
                <a:gd name="connsiteX457" fmla="*/ 2223996 w 2290556"/>
                <a:gd name="connsiteY457" fmla="*/ 413667 h 1796087"/>
                <a:gd name="connsiteX458" fmla="*/ 2228909 w 2290556"/>
                <a:gd name="connsiteY458" fmla="*/ 410336 h 1796087"/>
                <a:gd name="connsiteX459" fmla="*/ 2233419 w 2290556"/>
                <a:gd name="connsiteY459" fmla="*/ 409024 h 1796087"/>
                <a:gd name="connsiteX460" fmla="*/ 2237491 w 2290556"/>
                <a:gd name="connsiteY460" fmla="*/ 409462 h 1796087"/>
                <a:gd name="connsiteX461" fmla="*/ 2241126 w 2290556"/>
                <a:gd name="connsiteY461" fmla="*/ 412220 h 1796087"/>
                <a:gd name="connsiteX462" fmla="*/ 2245467 w 2290556"/>
                <a:gd name="connsiteY462" fmla="*/ 414541 h 1796087"/>
                <a:gd name="connsiteX463" fmla="*/ 2249237 w 2290556"/>
                <a:gd name="connsiteY463" fmla="*/ 413969 h 1796087"/>
                <a:gd name="connsiteX464" fmla="*/ 2252266 w 2290556"/>
                <a:gd name="connsiteY464" fmla="*/ 411076 h 1796087"/>
                <a:gd name="connsiteX465" fmla="*/ 2255025 w 2290556"/>
                <a:gd name="connsiteY465" fmla="*/ 405290 h 1796087"/>
                <a:gd name="connsiteX466" fmla="*/ 2257482 w 2290556"/>
                <a:gd name="connsiteY466" fmla="*/ 399639 h 1796087"/>
                <a:gd name="connsiteX467" fmla="*/ 2255160 w 2290556"/>
                <a:gd name="connsiteY467" fmla="*/ 394122 h 1796087"/>
                <a:gd name="connsiteX468" fmla="*/ 2255597 w 2290556"/>
                <a:gd name="connsiteY468" fmla="*/ 390489 h 1796087"/>
                <a:gd name="connsiteX469" fmla="*/ 2256035 w 2290556"/>
                <a:gd name="connsiteY469" fmla="*/ 386721 h 1796087"/>
                <a:gd name="connsiteX470" fmla="*/ 2256170 w 2290556"/>
                <a:gd name="connsiteY470" fmla="*/ 383694 h 1796087"/>
                <a:gd name="connsiteX471" fmla="*/ 2254420 w 2290556"/>
                <a:gd name="connsiteY471" fmla="*/ 381103 h 1796087"/>
                <a:gd name="connsiteX472" fmla="*/ 2252973 w 2290556"/>
                <a:gd name="connsiteY472" fmla="*/ 377908 h 1796087"/>
                <a:gd name="connsiteX473" fmla="*/ 2254285 w 2290556"/>
                <a:gd name="connsiteY473" fmla="*/ 375889 h 1796087"/>
                <a:gd name="connsiteX474" fmla="*/ 2253847 w 2290556"/>
                <a:gd name="connsiteY474" fmla="*/ 374746 h 1796087"/>
                <a:gd name="connsiteX475" fmla="*/ 2252266 w 2290556"/>
                <a:gd name="connsiteY475" fmla="*/ 371415 h 1796087"/>
                <a:gd name="connsiteX476" fmla="*/ 2247487 w 2290556"/>
                <a:gd name="connsiteY476" fmla="*/ 367076 h 1796087"/>
                <a:gd name="connsiteX477" fmla="*/ 2244289 w 2290556"/>
                <a:gd name="connsiteY477" fmla="*/ 363308 h 1796087"/>
                <a:gd name="connsiteX478" fmla="*/ 2242405 w 2290556"/>
                <a:gd name="connsiteY478" fmla="*/ 358800 h 1796087"/>
                <a:gd name="connsiteX479" fmla="*/ 2243280 w 2290556"/>
                <a:gd name="connsiteY479" fmla="*/ 356345 h 1796087"/>
                <a:gd name="connsiteX480" fmla="*/ 2245467 w 2290556"/>
                <a:gd name="connsiteY480" fmla="*/ 354764 h 1796087"/>
                <a:gd name="connsiteX481" fmla="*/ 2248227 w 2290556"/>
                <a:gd name="connsiteY481" fmla="*/ 350996 h 1796087"/>
                <a:gd name="connsiteX482" fmla="*/ 2248362 w 2290556"/>
                <a:gd name="connsiteY482" fmla="*/ 348237 h 1796087"/>
                <a:gd name="connsiteX483" fmla="*/ 2245905 w 2290556"/>
                <a:gd name="connsiteY483" fmla="*/ 343898 h 1796087"/>
                <a:gd name="connsiteX484" fmla="*/ 2245333 w 2290556"/>
                <a:gd name="connsiteY484" fmla="*/ 339390 h 1796087"/>
                <a:gd name="connsiteX485" fmla="*/ 2242741 w 2290556"/>
                <a:gd name="connsiteY485" fmla="*/ 331149 h 1796087"/>
                <a:gd name="connsiteX486" fmla="*/ 2242876 w 2290556"/>
                <a:gd name="connsiteY486" fmla="*/ 326641 h 1796087"/>
                <a:gd name="connsiteX487" fmla="*/ 2244188 w 2290556"/>
                <a:gd name="connsiteY487" fmla="*/ 322167 h 1796087"/>
                <a:gd name="connsiteX488" fmla="*/ 2245636 w 2290556"/>
                <a:gd name="connsiteY488" fmla="*/ 319274 h 1796087"/>
                <a:gd name="connsiteX489" fmla="*/ 2248227 w 2290556"/>
                <a:gd name="connsiteY489" fmla="*/ 315069 h 1796087"/>
                <a:gd name="connsiteX490" fmla="*/ 2247520 w 2290556"/>
                <a:gd name="connsiteY490" fmla="*/ 311873 h 1796087"/>
                <a:gd name="connsiteX491" fmla="*/ 2246948 w 2290556"/>
                <a:gd name="connsiteY491" fmla="*/ 307399 h 1796087"/>
                <a:gd name="connsiteX492" fmla="*/ 2248092 w 2290556"/>
                <a:gd name="connsiteY492" fmla="*/ 303631 h 1796087"/>
                <a:gd name="connsiteX493" fmla="*/ 2250987 w 2290556"/>
                <a:gd name="connsiteY493" fmla="*/ 301310 h 1796087"/>
                <a:gd name="connsiteX494" fmla="*/ 2254016 w 2290556"/>
                <a:gd name="connsiteY494" fmla="*/ 297845 h 1796087"/>
                <a:gd name="connsiteX495" fmla="*/ 2256910 w 2290556"/>
                <a:gd name="connsiteY495" fmla="*/ 290478 h 1796087"/>
                <a:gd name="connsiteX496" fmla="*/ 2257650 w 2290556"/>
                <a:gd name="connsiteY496" fmla="*/ 288594 h 1796087"/>
                <a:gd name="connsiteX497" fmla="*/ 2258525 w 2290556"/>
                <a:gd name="connsiteY497" fmla="*/ 282808 h 1796087"/>
                <a:gd name="connsiteX498" fmla="*/ 2259973 w 2290556"/>
                <a:gd name="connsiteY498" fmla="*/ 276417 h 1796087"/>
                <a:gd name="connsiteX499" fmla="*/ 2259838 w 2290556"/>
                <a:gd name="connsiteY499" fmla="*/ 272515 h 1796087"/>
                <a:gd name="connsiteX500" fmla="*/ 2260578 w 2290556"/>
                <a:gd name="connsiteY500" fmla="*/ 267435 h 1796087"/>
                <a:gd name="connsiteX501" fmla="*/ 2264920 w 2290556"/>
                <a:gd name="connsiteY501" fmla="*/ 266729 h 1796087"/>
                <a:gd name="connsiteX502" fmla="*/ 2267242 w 2290556"/>
                <a:gd name="connsiteY502" fmla="*/ 265854 h 1796087"/>
                <a:gd name="connsiteX503" fmla="*/ 2272593 w 2290556"/>
                <a:gd name="connsiteY503" fmla="*/ 262961 h 1796087"/>
                <a:gd name="connsiteX504" fmla="*/ 2275218 w 2290556"/>
                <a:gd name="connsiteY504" fmla="*/ 259496 h 1796087"/>
                <a:gd name="connsiteX505" fmla="*/ 2278112 w 2290556"/>
                <a:gd name="connsiteY505" fmla="*/ 255426 h 1796087"/>
                <a:gd name="connsiteX506" fmla="*/ 2278415 w 2290556"/>
                <a:gd name="connsiteY506" fmla="*/ 248328 h 1796087"/>
                <a:gd name="connsiteX507" fmla="*/ 2277540 w 2290556"/>
                <a:gd name="connsiteY507" fmla="*/ 243416 h 1796087"/>
                <a:gd name="connsiteX508" fmla="*/ 2276968 w 2290556"/>
                <a:gd name="connsiteY508" fmla="*/ 241398 h 1796087"/>
                <a:gd name="connsiteX509" fmla="*/ 2275824 w 2290556"/>
                <a:gd name="connsiteY509" fmla="*/ 238808 h 1796087"/>
                <a:gd name="connsiteX510" fmla="*/ 2273232 w 2290556"/>
                <a:gd name="connsiteY510" fmla="*/ 235040 h 1796087"/>
                <a:gd name="connsiteX511" fmla="*/ 2271348 w 2290556"/>
                <a:gd name="connsiteY511" fmla="*/ 231272 h 1796087"/>
                <a:gd name="connsiteX512" fmla="*/ 2272660 w 2290556"/>
                <a:gd name="connsiteY512" fmla="*/ 228817 h 1796087"/>
                <a:gd name="connsiteX513" fmla="*/ 2277742 w 2290556"/>
                <a:gd name="connsiteY513" fmla="*/ 226933 h 1796087"/>
                <a:gd name="connsiteX514" fmla="*/ 2278045 w 2290556"/>
                <a:gd name="connsiteY514" fmla="*/ 225352 h 1796087"/>
                <a:gd name="connsiteX515" fmla="*/ 2279627 w 2290556"/>
                <a:gd name="connsiteY515" fmla="*/ 222593 h 1796087"/>
                <a:gd name="connsiteX516" fmla="*/ 2282252 w 2290556"/>
                <a:gd name="connsiteY516" fmla="*/ 221584 h 1796087"/>
                <a:gd name="connsiteX517" fmla="*/ 2284574 w 2290556"/>
                <a:gd name="connsiteY517" fmla="*/ 220272 h 1796087"/>
                <a:gd name="connsiteX518" fmla="*/ 2286896 w 2290556"/>
                <a:gd name="connsiteY518" fmla="*/ 218254 h 1796087"/>
                <a:gd name="connsiteX519" fmla="*/ 2288646 w 2290556"/>
                <a:gd name="connsiteY519" fmla="*/ 216067 h 1796087"/>
                <a:gd name="connsiteX520" fmla="*/ 2290531 w 2290556"/>
                <a:gd name="connsiteY520" fmla="*/ 213174 h 1796087"/>
                <a:gd name="connsiteX521" fmla="*/ 2290228 w 2290556"/>
                <a:gd name="connsiteY521" fmla="*/ 210147 h 1796087"/>
                <a:gd name="connsiteX522" fmla="*/ 2288478 w 2290556"/>
                <a:gd name="connsiteY522" fmla="*/ 207691 h 1796087"/>
                <a:gd name="connsiteX523" fmla="*/ 2287738 w 2290556"/>
                <a:gd name="connsiteY523" fmla="*/ 204798 h 1796087"/>
                <a:gd name="connsiteX524" fmla="*/ 2288310 w 2290556"/>
                <a:gd name="connsiteY524" fmla="*/ 201905 h 1796087"/>
                <a:gd name="connsiteX525" fmla="*/ 2289622 w 2290556"/>
                <a:gd name="connsiteY525" fmla="*/ 199719 h 1796087"/>
                <a:gd name="connsiteX526" fmla="*/ 2289622 w 2290556"/>
                <a:gd name="connsiteY526" fmla="*/ 196826 h 1796087"/>
                <a:gd name="connsiteX527" fmla="*/ 2287738 w 2290556"/>
                <a:gd name="connsiteY527" fmla="*/ 194807 h 1796087"/>
                <a:gd name="connsiteX528" fmla="*/ 2285988 w 2290556"/>
                <a:gd name="connsiteY528" fmla="*/ 193226 h 1796087"/>
                <a:gd name="connsiteX529" fmla="*/ 2283968 w 2290556"/>
                <a:gd name="connsiteY529" fmla="*/ 193529 h 1796087"/>
                <a:gd name="connsiteX530" fmla="*/ 2281646 w 2290556"/>
                <a:gd name="connsiteY530" fmla="*/ 194101 h 1796087"/>
                <a:gd name="connsiteX531" fmla="*/ 2278180 w 2290556"/>
                <a:gd name="connsiteY531" fmla="*/ 194673 h 1796087"/>
                <a:gd name="connsiteX532" fmla="*/ 2276733 w 2290556"/>
                <a:gd name="connsiteY532" fmla="*/ 192654 h 1796087"/>
                <a:gd name="connsiteX533" fmla="*/ 2275992 w 2290556"/>
                <a:gd name="connsiteY533" fmla="*/ 189627 h 1796087"/>
                <a:gd name="connsiteX534" fmla="*/ 2273536 w 2290556"/>
                <a:gd name="connsiteY534" fmla="*/ 186734 h 1796087"/>
                <a:gd name="connsiteX535" fmla="*/ 2270338 w 2290556"/>
                <a:gd name="connsiteY535" fmla="*/ 186162 h 1796087"/>
                <a:gd name="connsiteX536" fmla="*/ 2268150 w 2290556"/>
                <a:gd name="connsiteY536" fmla="*/ 186027 h 1796087"/>
                <a:gd name="connsiteX537" fmla="*/ 2266401 w 2290556"/>
                <a:gd name="connsiteY537" fmla="*/ 184009 h 1796087"/>
                <a:gd name="connsiteX538" fmla="*/ 2266704 w 2290556"/>
                <a:gd name="connsiteY538" fmla="*/ 181822 h 1796087"/>
                <a:gd name="connsiteX539" fmla="*/ 2266704 w 2290556"/>
                <a:gd name="connsiteY539" fmla="*/ 178626 h 1796087"/>
                <a:gd name="connsiteX540" fmla="*/ 2265324 w 2290556"/>
                <a:gd name="connsiteY540" fmla="*/ 177045 h 1796087"/>
                <a:gd name="connsiteX541" fmla="*/ 2263237 w 2290556"/>
                <a:gd name="connsiteY541" fmla="*/ 174018 h 1796087"/>
                <a:gd name="connsiteX542" fmla="*/ 2259468 w 2290556"/>
                <a:gd name="connsiteY542" fmla="*/ 168938 h 1796087"/>
                <a:gd name="connsiteX543" fmla="*/ 2255564 w 2290556"/>
                <a:gd name="connsiteY543" fmla="*/ 167492 h 1796087"/>
                <a:gd name="connsiteX544" fmla="*/ 2252232 w 2290556"/>
                <a:gd name="connsiteY544" fmla="*/ 166348 h 1796087"/>
                <a:gd name="connsiteX545" fmla="*/ 2249338 w 2290556"/>
                <a:gd name="connsiteY545" fmla="*/ 163320 h 1796087"/>
                <a:gd name="connsiteX546" fmla="*/ 2248766 w 2290556"/>
                <a:gd name="connsiteY546" fmla="*/ 159250 h 1796087"/>
                <a:gd name="connsiteX547" fmla="*/ 2247184 w 2290556"/>
                <a:gd name="connsiteY547" fmla="*/ 157938 h 1796087"/>
                <a:gd name="connsiteX548" fmla="*/ 2244155 w 2290556"/>
                <a:gd name="connsiteY548" fmla="*/ 155617 h 1796087"/>
                <a:gd name="connsiteX549" fmla="*/ 2243414 w 2290556"/>
                <a:gd name="connsiteY549" fmla="*/ 154877 h 1796087"/>
                <a:gd name="connsiteX550" fmla="*/ 2242102 w 2290556"/>
                <a:gd name="connsiteY550" fmla="*/ 152287 h 1796087"/>
                <a:gd name="connsiteX551" fmla="*/ 2240352 w 2290556"/>
                <a:gd name="connsiteY551" fmla="*/ 150268 h 1796087"/>
                <a:gd name="connsiteX552" fmla="*/ 2238333 w 2290556"/>
                <a:gd name="connsiteY552" fmla="*/ 149125 h 1796087"/>
                <a:gd name="connsiteX553" fmla="*/ 2235136 w 2290556"/>
                <a:gd name="connsiteY553" fmla="*/ 147543 h 1796087"/>
                <a:gd name="connsiteX554" fmla="*/ 2232679 w 2290556"/>
                <a:gd name="connsiteY554" fmla="*/ 145794 h 1796087"/>
                <a:gd name="connsiteX555" fmla="*/ 2229347 w 2290556"/>
                <a:gd name="connsiteY555" fmla="*/ 143910 h 1796087"/>
                <a:gd name="connsiteX556" fmla="*/ 2224130 w 2290556"/>
                <a:gd name="connsiteY556" fmla="*/ 142733 h 1796087"/>
                <a:gd name="connsiteX557" fmla="*/ 2222986 w 2290556"/>
                <a:gd name="connsiteY557" fmla="*/ 142733 h 1796087"/>
                <a:gd name="connsiteX558" fmla="*/ 2220530 w 2290556"/>
                <a:gd name="connsiteY558" fmla="*/ 144112 h 1796087"/>
                <a:gd name="connsiteX559" fmla="*/ 2217198 w 2290556"/>
                <a:gd name="connsiteY559" fmla="*/ 145491 h 1796087"/>
                <a:gd name="connsiteX560" fmla="*/ 2215144 w 2290556"/>
                <a:gd name="connsiteY560" fmla="*/ 143910 h 1796087"/>
                <a:gd name="connsiteX561" fmla="*/ 2215717 w 2290556"/>
                <a:gd name="connsiteY561" fmla="*/ 140715 h 1796087"/>
                <a:gd name="connsiteX562" fmla="*/ 2216154 w 2290556"/>
                <a:gd name="connsiteY562" fmla="*/ 137250 h 1796087"/>
                <a:gd name="connsiteX563" fmla="*/ 2213125 w 2290556"/>
                <a:gd name="connsiteY563" fmla="*/ 135231 h 1796087"/>
                <a:gd name="connsiteX564" fmla="*/ 2209491 w 2290556"/>
                <a:gd name="connsiteY564" fmla="*/ 135097 h 1796087"/>
                <a:gd name="connsiteX565" fmla="*/ 2208347 w 2290556"/>
                <a:gd name="connsiteY565" fmla="*/ 136543 h 1796087"/>
                <a:gd name="connsiteX566" fmla="*/ 2208784 w 2290556"/>
                <a:gd name="connsiteY566" fmla="*/ 138864 h 1796087"/>
                <a:gd name="connsiteX567" fmla="*/ 2210231 w 2290556"/>
                <a:gd name="connsiteY567" fmla="*/ 140883 h 1796087"/>
                <a:gd name="connsiteX568" fmla="*/ 2209524 w 2290556"/>
                <a:gd name="connsiteY568" fmla="*/ 143507 h 1796087"/>
                <a:gd name="connsiteX569" fmla="*/ 2209524 w 2290556"/>
                <a:gd name="connsiteY569" fmla="*/ 148149 h 1796087"/>
                <a:gd name="connsiteX570" fmla="*/ 2208784 w 2290556"/>
                <a:gd name="connsiteY570" fmla="*/ 150033 h 1796087"/>
                <a:gd name="connsiteX571" fmla="*/ 2208515 w 2290556"/>
                <a:gd name="connsiteY571" fmla="*/ 153363 h 1796087"/>
                <a:gd name="connsiteX572" fmla="*/ 2209390 w 2290556"/>
                <a:gd name="connsiteY572" fmla="*/ 154070 h 1796087"/>
                <a:gd name="connsiteX573" fmla="*/ 2209390 w 2290556"/>
                <a:gd name="connsiteY573" fmla="*/ 158274 h 1796087"/>
                <a:gd name="connsiteX574" fmla="*/ 2206866 w 2290556"/>
                <a:gd name="connsiteY574" fmla="*/ 160596 h 1796087"/>
                <a:gd name="connsiteX575" fmla="*/ 2204611 w 2290556"/>
                <a:gd name="connsiteY575" fmla="*/ 158005 h 1796087"/>
                <a:gd name="connsiteX576" fmla="*/ 2200269 w 2290556"/>
                <a:gd name="connsiteY576" fmla="*/ 158005 h 1796087"/>
                <a:gd name="connsiteX577" fmla="*/ 2198688 w 2290556"/>
                <a:gd name="connsiteY577" fmla="*/ 160024 h 1796087"/>
                <a:gd name="connsiteX578" fmla="*/ 2201716 w 2290556"/>
                <a:gd name="connsiteY578" fmla="*/ 165238 h 1796087"/>
                <a:gd name="connsiteX579" fmla="*/ 2198957 w 2290556"/>
                <a:gd name="connsiteY579" fmla="*/ 170317 h 1796087"/>
                <a:gd name="connsiteX580" fmla="*/ 2190846 w 2290556"/>
                <a:gd name="connsiteY580" fmla="*/ 173782 h 1796087"/>
                <a:gd name="connsiteX581" fmla="*/ 2188389 w 2290556"/>
                <a:gd name="connsiteY581" fmla="*/ 176675 h 1796087"/>
                <a:gd name="connsiteX582" fmla="*/ 2188154 w 2290556"/>
                <a:gd name="connsiteY582" fmla="*/ 179097 h 1796087"/>
                <a:gd name="connsiteX583" fmla="*/ 2188086 w 2290556"/>
                <a:gd name="connsiteY583" fmla="*/ 181015 h 1796087"/>
                <a:gd name="connsiteX584" fmla="*/ 2186336 w 2290556"/>
                <a:gd name="connsiteY584" fmla="*/ 183773 h 1796087"/>
                <a:gd name="connsiteX585" fmla="*/ 2183307 w 2290556"/>
                <a:gd name="connsiteY585" fmla="*/ 182461 h 1796087"/>
                <a:gd name="connsiteX586" fmla="*/ 2180548 w 2290556"/>
                <a:gd name="connsiteY586" fmla="*/ 180140 h 1796087"/>
                <a:gd name="connsiteX587" fmla="*/ 2177788 w 2290556"/>
                <a:gd name="connsiteY587" fmla="*/ 178122 h 1796087"/>
                <a:gd name="connsiteX588" fmla="*/ 2173581 w 2290556"/>
                <a:gd name="connsiteY588" fmla="*/ 176675 h 1796087"/>
                <a:gd name="connsiteX589" fmla="*/ 2170552 w 2290556"/>
                <a:gd name="connsiteY589" fmla="*/ 176978 h 1796087"/>
                <a:gd name="connsiteX590" fmla="*/ 2169374 w 2290556"/>
                <a:gd name="connsiteY590" fmla="*/ 181890 h 1796087"/>
                <a:gd name="connsiteX591" fmla="*/ 2169374 w 2290556"/>
                <a:gd name="connsiteY591" fmla="*/ 183471 h 1796087"/>
                <a:gd name="connsiteX592" fmla="*/ 2166345 w 2290556"/>
                <a:gd name="connsiteY592" fmla="*/ 189694 h 1796087"/>
                <a:gd name="connsiteX593" fmla="*/ 2164326 w 2290556"/>
                <a:gd name="connsiteY593" fmla="*/ 187676 h 1796087"/>
                <a:gd name="connsiteX594" fmla="*/ 2161432 w 2290556"/>
                <a:gd name="connsiteY594" fmla="*/ 190266 h 1796087"/>
                <a:gd name="connsiteX595" fmla="*/ 2159547 w 2290556"/>
                <a:gd name="connsiteY595" fmla="*/ 190703 h 1796087"/>
                <a:gd name="connsiteX596" fmla="*/ 2155475 w 2290556"/>
                <a:gd name="connsiteY596" fmla="*/ 190131 h 1796087"/>
                <a:gd name="connsiteX597" fmla="*/ 2155744 w 2290556"/>
                <a:gd name="connsiteY597" fmla="*/ 188113 h 1796087"/>
                <a:gd name="connsiteX598" fmla="*/ 2156047 w 2290556"/>
                <a:gd name="connsiteY598" fmla="*/ 186229 h 1796087"/>
                <a:gd name="connsiteX599" fmla="*/ 2149249 w 2290556"/>
                <a:gd name="connsiteY599" fmla="*/ 185489 h 1796087"/>
                <a:gd name="connsiteX600" fmla="*/ 2145614 w 2290556"/>
                <a:gd name="connsiteY600" fmla="*/ 186633 h 1796087"/>
                <a:gd name="connsiteX601" fmla="*/ 2144739 w 2290556"/>
                <a:gd name="connsiteY601" fmla="*/ 188651 h 1796087"/>
                <a:gd name="connsiteX602" fmla="*/ 2144167 w 2290556"/>
                <a:gd name="connsiteY602" fmla="*/ 191847 h 1796087"/>
                <a:gd name="connsiteX603" fmla="*/ 2142283 w 2290556"/>
                <a:gd name="connsiteY603" fmla="*/ 194471 h 1796087"/>
                <a:gd name="connsiteX604" fmla="*/ 2138076 w 2290556"/>
                <a:gd name="connsiteY604" fmla="*/ 194605 h 1796087"/>
                <a:gd name="connsiteX605" fmla="*/ 2136898 w 2290556"/>
                <a:gd name="connsiteY605" fmla="*/ 191712 h 1796087"/>
                <a:gd name="connsiteX606" fmla="*/ 2132826 w 2290556"/>
                <a:gd name="connsiteY606" fmla="*/ 191712 h 1796087"/>
                <a:gd name="connsiteX607" fmla="*/ 2130369 w 2290556"/>
                <a:gd name="connsiteY607" fmla="*/ 190838 h 1796087"/>
                <a:gd name="connsiteX608" fmla="*/ 2123705 w 2290556"/>
                <a:gd name="connsiteY608" fmla="*/ 190131 h 1796087"/>
                <a:gd name="connsiteX609" fmla="*/ 2120239 w 2290556"/>
                <a:gd name="connsiteY609" fmla="*/ 189559 h 1796087"/>
                <a:gd name="connsiteX610" fmla="*/ 2116032 w 2290556"/>
                <a:gd name="connsiteY610" fmla="*/ 187104 h 1796087"/>
                <a:gd name="connsiteX611" fmla="*/ 2111825 w 2290556"/>
                <a:gd name="connsiteY611" fmla="*/ 183773 h 1796087"/>
                <a:gd name="connsiteX612" fmla="*/ 2108493 w 2290556"/>
                <a:gd name="connsiteY612" fmla="*/ 179871 h 1796087"/>
                <a:gd name="connsiteX613" fmla="*/ 2106171 w 2290556"/>
                <a:gd name="connsiteY613" fmla="*/ 180578 h 1796087"/>
                <a:gd name="connsiteX614" fmla="*/ 2106608 w 2290556"/>
                <a:gd name="connsiteY614" fmla="*/ 185085 h 1796087"/>
                <a:gd name="connsiteX615" fmla="*/ 2107349 w 2290556"/>
                <a:gd name="connsiteY615" fmla="*/ 188281 h 1796087"/>
                <a:gd name="connsiteX616" fmla="*/ 2102873 w 2290556"/>
                <a:gd name="connsiteY616" fmla="*/ 190165 h 1796087"/>
                <a:gd name="connsiteX617" fmla="*/ 2101560 w 2290556"/>
                <a:gd name="connsiteY617" fmla="*/ 193495 h 1796087"/>
                <a:gd name="connsiteX618" fmla="*/ 2098363 w 2290556"/>
                <a:gd name="connsiteY618" fmla="*/ 197263 h 1796087"/>
                <a:gd name="connsiteX619" fmla="*/ 2092844 w 2290556"/>
                <a:gd name="connsiteY619" fmla="*/ 200728 h 1796087"/>
                <a:gd name="connsiteX620" fmla="*/ 2091531 w 2290556"/>
                <a:gd name="connsiteY620" fmla="*/ 203486 h 1796087"/>
                <a:gd name="connsiteX621" fmla="*/ 2085002 w 2290556"/>
                <a:gd name="connsiteY621" fmla="*/ 209138 h 1796087"/>
                <a:gd name="connsiteX622" fmla="*/ 2082815 w 2290556"/>
                <a:gd name="connsiteY622" fmla="*/ 205673 h 1796087"/>
                <a:gd name="connsiteX623" fmla="*/ 2078473 w 2290556"/>
                <a:gd name="connsiteY623" fmla="*/ 201771 h 1796087"/>
                <a:gd name="connsiteX624" fmla="*/ 2074670 w 2290556"/>
                <a:gd name="connsiteY624" fmla="*/ 202141 h 1796087"/>
                <a:gd name="connsiteX625" fmla="*/ 2068579 w 2290556"/>
                <a:gd name="connsiteY625" fmla="*/ 204865 h 1796087"/>
                <a:gd name="connsiteX626" fmla="*/ 2068579 w 2290556"/>
                <a:gd name="connsiteY626" fmla="*/ 199988 h 1796087"/>
                <a:gd name="connsiteX627" fmla="*/ 2063026 w 2290556"/>
                <a:gd name="connsiteY627" fmla="*/ 200425 h 1796087"/>
                <a:gd name="connsiteX628" fmla="*/ 2063026 w 2290556"/>
                <a:gd name="connsiteY628" fmla="*/ 198575 h 1796087"/>
                <a:gd name="connsiteX629" fmla="*/ 2060300 w 2290556"/>
                <a:gd name="connsiteY629" fmla="*/ 195211 h 1796087"/>
                <a:gd name="connsiteX630" fmla="*/ 2059088 w 2290556"/>
                <a:gd name="connsiteY630" fmla="*/ 195211 h 1796087"/>
                <a:gd name="connsiteX631" fmla="*/ 2053232 w 2290556"/>
                <a:gd name="connsiteY631" fmla="*/ 194000 h 1796087"/>
                <a:gd name="connsiteX632" fmla="*/ 2052795 w 2290556"/>
                <a:gd name="connsiteY632" fmla="*/ 192385 h 1796087"/>
                <a:gd name="connsiteX633" fmla="*/ 2052795 w 2290556"/>
                <a:gd name="connsiteY633" fmla="*/ 186734 h 1796087"/>
                <a:gd name="connsiteX634" fmla="*/ 2053939 w 2290556"/>
                <a:gd name="connsiteY634" fmla="*/ 181755 h 1796087"/>
                <a:gd name="connsiteX635" fmla="*/ 2053468 w 2290556"/>
                <a:gd name="connsiteY635" fmla="*/ 171865 h 1796087"/>
                <a:gd name="connsiteX636" fmla="*/ 2050439 w 2290556"/>
                <a:gd name="connsiteY636" fmla="*/ 169376 h 1796087"/>
                <a:gd name="connsiteX637" fmla="*/ 2046098 w 2290556"/>
                <a:gd name="connsiteY637" fmla="*/ 163926 h 1796087"/>
                <a:gd name="connsiteX638" fmla="*/ 2046199 w 2290556"/>
                <a:gd name="connsiteY638" fmla="*/ 161302 h 1796087"/>
                <a:gd name="connsiteX639" fmla="*/ 2043708 w 2290556"/>
                <a:gd name="connsiteY639" fmla="*/ 159351 h 1796087"/>
                <a:gd name="connsiteX640" fmla="*/ 2040242 w 2290556"/>
                <a:gd name="connsiteY640" fmla="*/ 156424 h 1796087"/>
                <a:gd name="connsiteX641" fmla="*/ 2037852 w 2290556"/>
                <a:gd name="connsiteY641" fmla="*/ 153262 h 1796087"/>
                <a:gd name="connsiteX642" fmla="*/ 2037516 w 2290556"/>
                <a:gd name="connsiteY642" fmla="*/ 148822 h 1796087"/>
                <a:gd name="connsiteX643" fmla="*/ 2037852 w 2290556"/>
                <a:gd name="connsiteY643" fmla="*/ 146534 h 1796087"/>
                <a:gd name="connsiteX644" fmla="*/ 2036439 w 2290556"/>
                <a:gd name="connsiteY644" fmla="*/ 143507 h 1796087"/>
                <a:gd name="connsiteX645" fmla="*/ 2033612 w 2290556"/>
                <a:gd name="connsiteY645" fmla="*/ 140143 h 1796087"/>
                <a:gd name="connsiteX646" fmla="*/ 2031761 w 2290556"/>
                <a:gd name="connsiteY646" fmla="*/ 137317 h 1796087"/>
                <a:gd name="connsiteX647" fmla="*/ 2031424 w 2290556"/>
                <a:gd name="connsiteY647" fmla="*/ 133852 h 1796087"/>
                <a:gd name="connsiteX648" fmla="*/ 2030886 w 2290556"/>
                <a:gd name="connsiteY648" fmla="*/ 130589 h 1796087"/>
                <a:gd name="connsiteX649" fmla="*/ 2029910 w 2290556"/>
                <a:gd name="connsiteY649" fmla="*/ 127326 h 1796087"/>
                <a:gd name="connsiteX650" fmla="*/ 2028496 w 2290556"/>
                <a:gd name="connsiteY650" fmla="*/ 124837 h 1796087"/>
                <a:gd name="connsiteX651" fmla="*/ 2025568 w 2290556"/>
                <a:gd name="connsiteY651" fmla="*/ 120598 h 1796087"/>
                <a:gd name="connsiteX652" fmla="*/ 2024492 w 2290556"/>
                <a:gd name="connsiteY652" fmla="*/ 120060 h 1796087"/>
                <a:gd name="connsiteX653" fmla="*/ 2024256 w 2290556"/>
                <a:gd name="connsiteY653" fmla="*/ 116359 h 1796087"/>
                <a:gd name="connsiteX654" fmla="*/ 2025333 w 2290556"/>
                <a:gd name="connsiteY654" fmla="*/ 113096 h 1796087"/>
                <a:gd name="connsiteX655" fmla="*/ 2028799 w 2290556"/>
                <a:gd name="connsiteY655" fmla="*/ 111246 h 1796087"/>
                <a:gd name="connsiteX656" fmla="*/ 2030549 w 2290556"/>
                <a:gd name="connsiteY656" fmla="*/ 109396 h 1796087"/>
                <a:gd name="connsiteX657" fmla="*/ 2033814 w 2290556"/>
                <a:gd name="connsiteY657" fmla="*/ 107781 h 1796087"/>
                <a:gd name="connsiteX658" fmla="*/ 2034150 w 2290556"/>
                <a:gd name="connsiteY658" fmla="*/ 106705 h 1796087"/>
                <a:gd name="connsiteX659" fmla="*/ 2033376 w 2290556"/>
                <a:gd name="connsiteY659" fmla="*/ 105494 h 1796087"/>
                <a:gd name="connsiteX660" fmla="*/ 2030886 w 2290556"/>
                <a:gd name="connsiteY660" fmla="*/ 103980 h 1796087"/>
                <a:gd name="connsiteX661" fmla="*/ 2025467 w 2290556"/>
                <a:gd name="connsiteY661" fmla="*/ 102466 h 1796087"/>
                <a:gd name="connsiteX662" fmla="*/ 2021126 w 2290556"/>
                <a:gd name="connsiteY662" fmla="*/ 102264 h 1796087"/>
                <a:gd name="connsiteX663" fmla="*/ 2018837 w 2290556"/>
                <a:gd name="connsiteY663" fmla="*/ 101928 h 1796087"/>
                <a:gd name="connsiteX664" fmla="*/ 2017087 w 2290556"/>
                <a:gd name="connsiteY664" fmla="*/ 104216 h 1796087"/>
                <a:gd name="connsiteX665" fmla="*/ 2012847 w 2290556"/>
                <a:gd name="connsiteY665" fmla="*/ 106268 h 1796087"/>
                <a:gd name="connsiteX666" fmla="*/ 2009919 w 2290556"/>
                <a:gd name="connsiteY666" fmla="*/ 105729 h 1796087"/>
                <a:gd name="connsiteX667" fmla="*/ 2007530 w 2290556"/>
                <a:gd name="connsiteY667" fmla="*/ 105830 h 1796087"/>
                <a:gd name="connsiteX668" fmla="*/ 2005578 w 2290556"/>
                <a:gd name="connsiteY668" fmla="*/ 103879 h 1796087"/>
                <a:gd name="connsiteX669" fmla="*/ 2005477 w 2290556"/>
                <a:gd name="connsiteY669" fmla="*/ 102029 h 1796087"/>
                <a:gd name="connsiteX670" fmla="*/ 2004703 w 2290556"/>
                <a:gd name="connsiteY670" fmla="*/ 99977 h 1796087"/>
                <a:gd name="connsiteX671" fmla="*/ 2003727 w 2290556"/>
                <a:gd name="connsiteY671" fmla="*/ 98665 h 1796087"/>
                <a:gd name="connsiteX672" fmla="*/ 2002515 w 2290556"/>
                <a:gd name="connsiteY672" fmla="*/ 96378 h 1796087"/>
                <a:gd name="connsiteX673" fmla="*/ 2001539 w 2290556"/>
                <a:gd name="connsiteY673" fmla="*/ 95167 h 1796087"/>
                <a:gd name="connsiteX674" fmla="*/ 1999486 w 2290556"/>
                <a:gd name="connsiteY674" fmla="*/ 92677 h 1796087"/>
                <a:gd name="connsiteX675" fmla="*/ 1998409 w 2290556"/>
                <a:gd name="connsiteY675" fmla="*/ 90491 h 1796087"/>
                <a:gd name="connsiteX676" fmla="*/ 1997298 w 2290556"/>
                <a:gd name="connsiteY676" fmla="*/ 88203 h 1796087"/>
                <a:gd name="connsiteX677" fmla="*/ 1995683 w 2290556"/>
                <a:gd name="connsiteY677" fmla="*/ 87026 h 1796087"/>
                <a:gd name="connsiteX678" fmla="*/ 1992957 w 2290556"/>
                <a:gd name="connsiteY678" fmla="*/ 86252 h 1796087"/>
                <a:gd name="connsiteX679" fmla="*/ 1990231 w 2290556"/>
                <a:gd name="connsiteY679" fmla="*/ 84301 h 1796087"/>
                <a:gd name="connsiteX680" fmla="*/ 1987842 w 2290556"/>
                <a:gd name="connsiteY680" fmla="*/ 82114 h 1796087"/>
                <a:gd name="connsiteX681" fmla="*/ 1986764 w 2290556"/>
                <a:gd name="connsiteY681" fmla="*/ 81576 h 1796087"/>
                <a:gd name="connsiteX682" fmla="*/ 1984712 w 2290556"/>
                <a:gd name="connsiteY682" fmla="*/ 81913 h 1796087"/>
                <a:gd name="connsiteX683" fmla="*/ 1983399 w 2290556"/>
                <a:gd name="connsiteY683" fmla="*/ 85176 h 1796087"/>
                <a:gd name="connsiteX684" fmla="*/ 1982423 w 2290556"/>
                <a:gd name="connsiteY684" fmla="*/ 88001 h 1796087"/>
                <a:gd name="connsiteX685" fmla="*/ 1981010 w 2290556"/>
                <a:gd name="connsiteY685" fmla="*/ 90726 h 1796087"/>
                <a:gd name="connsiteX686" fmla="*/ 1980370 w 2290556"/>
                <a:gd name="connsiteY686" fmla="*/ 92240 h 1796087"/>
                <a:gd name="connsiteX687" fmla="*/ 1979394 w 2290556"/>
                <a:gd name="connsiteY687" fmla="*/ 95839 h 1796087"/>
                <a:gd name="connsiteX688" fmla="*/ 1978317 w 2290556"/>
                <a:gd name="connsiteY688" fmla="*/ 98564 h 1796087"/>
                <a:gd name="connsiteX689" fmla="*/ 1976904 w 2290556"/>
                <a:gd name="connsiteY689" fmla="*/ 99775 h 1796087"/>
                <a:gd name="connsiteX690" fmla="*/ 1974851 w 2290556"/>
                <a:gd name="connsiteY690" fmla="*/ 100212 h 1796087"/>
                <a:gd name="connsiteX691" fmla="*/ 1972798 w 2290556"/>
                <a:gd name="connsiteY691" fmla="*/ 101188 h 1796087"/>
                <a:gd name="connsiteX692" fmla="*/ 1975188 w 2290556"/>
                <a:gd name="connsiteY692" fmla="*/ 105528 h 1796087"/>
                <a:gd name="connsiteX693" fmla="*/ 1974312 w 2290556"/>
                <a:gd name="connsiteY693" fmla="*/ 107142 h 1796087"/>
                <a:gd name="connsiteX694" fmla="*/ 1971586 w 2290556"/>
                <a:gd name="connsiteY694" fmla="*/ 109093 h 1796087"/>
                <a:gd name="connsiteX695" fmla="*/ 1970173 w 2290556"/>
                <a:gd name="connsiteY695" fmla="*/ 109732 h 1796087"/>
                <a:gd name="connsiteX696" fmla="*/ 1967009 w 2290556"/>
                <a:gd name="connsiteY696" fmla="*/ 110069 h 1796087"/>
                <a:gd name="connsiteX697" fmla="*/ 1964519 w 2290556"/>
                <a:gd name="connsiteY697" fmla="*/ 110405 h 1796087"/>
                <a:gd name="connsiteX698" fmla="*/ 1961927 w 2290556"/>
                <a:gd name="connsiteY698" fmla="*/ 109329 h 1796087"/>
                <a:gd name="connsiteX699" fmla="*/ 1960077 w 2290556"/>
                <a:gd name="connsiteY699" fmla="*/ 107479 h 1796087"/>
                <a:gd name="connsiteX700" fmla="*/ 1958225 w 2290556"/>
                <a:gd name="connsiteY700" fmla="*/ 106268 h 1796087"/>
                <a:gd name="connsiteX701" fmla="*/ 1956173 w 2290556"/>
                <a:gd name="connsiteY701" fmla="*/ 103442 h 1796087"/>
                <a:gd name="connsiteX702" fmla="*/ 1955399 w 2290556"/>
                <a:gd name="connsiteY702" fmla="*/ 101356 h 1796087"/>
                <a:gd name="connsiteX703" fmla="*/ 1955298 w 2290556"/>
                <a:gd name="connsiteY703" fmla="*/ 98631 h 1796087"/>
                <a:gd name="connsiteX704" fmla="*/ 1954860 w 2290556"/>
                <a:gd name="connsiteY704" fmla="*/ 95267 h 1796087"/>
                <a:gd name="connsiteX705" fmla="*/ 1951932 w 2290556"/>
                <a:gd name="connsiteY705" fmla="*/ 93653 h 1796087"/>
                <a:gd name="connsiteX706" fmla="*/ 1947590 w 2290556"/>
                <a:gd name="connsiteY706" fmla="*/ 93888 h 1796087"/>
                <a:gd name="connsiteX707" fmla="*/ 1944225 w 2290556"/>
                <a:gd name="connsiteY707" fmla="*/ 94763 h 1796087"/>
                <a:gd name="connsiteX708" fmla="*/ 1942475 w 2290556"/>
                <a:gd name="connsiteY708" fmla="*/ 96075 h 1796087"/>
                <a:gd name="connsiteX709" fmla="*/ 1936720 w 2290556"/>
                <a:gd name="connsiteY709" fmla="*/ 96613 h 1796087"/>
                <a:gd name="connsiteX710" fmla="*/ 1932379 w 2290556"/>
                <a:gd name="connsiteY710" fmla="*/ 93350 h 1796087"/>
                <a:gd name="connsiteX711" fmla="*/ 1930528 w 2290556"/>
                <a:gd name="connsiteY711" fmla="*/ 92576 h 1796087"/>
                <a:gd name="connsiteX712" fmla="*/ 1929014 w 2290556"/>
                <a:gd name="connsiteY712" fmla="*/ 90188 h 1796087"/>
                <a:gd name="connsiteX713" fmla="*/ 1926086 w 2290556"/>
                <a:gd name="connsiteY713" fmla="*/ 87362 h 1796087"/>
                <a:gd name="connsiteX714" fmla="*/ 1922956 w 2290556"/>
                <a:gd name="connsiteY714" fmla="*/ 87564 h 1796087"/>
                <a:gd name="connsiteX715" fmla="*/ 1920667 w 2290556"/>
                <a:gd name="connsiteY715" fmla="*/ 88001 h 1796087"/>
                <a:gd name="connsiteX716" fmla="*/ 1915248 w 2290556"/>
                <a:gd name="connsiteY716" fmla="*/ 90053 h 1796087"/>
                <a:gd name="connsiteX717" fmla="*/ 1914037 w 2290556"/>
                <a:gd name="connsiteY717" fmla="*/ 89280 h 1796087"/>
                <a:gd name="connsiteX718" fmla="*/ 1915248 w 2290556"/>
                <a:gd name="connsiteY718" fmla="*/ 83527 h 1796087"/>
                <a:gd name="connsiteX719" fmla="*/ 1915248 w 2290556"/>
                <a:gd name="connsiteY719" fmla="*/ 82114 h 1796087"/>
                <a:gd name="connsiteX720" fmla="*/ 1918614 w 2290556"/>
                <a:gd name="connsiteY720" fmla="*/ 80601 h 1796087"/>
                <a:gd name="connsiteX721" fmla="*/ 1921004 w 2290556"/>
                <a:gd name="connsiteY721" fmla="*/ 79087 h 1796087"/>
                <a:gd name="connsiteX722" fmla="*/ 1924605 w 2290556"/>
                <a:gd name="connsiteY722" fmla="*/ 74848 h 1796087"/>
                <a:gd name="connsiteX723" fmla="*/ 1925244 w 2290556"/>
                <a:gd name="connsiteY723" fmla="*/ 73772 h 1796087"/>
                <a:gd name="connsiteX724" fmla="*/ 1924605 w 2290556"/>
                <a:gd name="connsiteY724" fmla="*/ 72022 h 1796087"/>
                <a:gd name="connsiteX725" fmla="*/ 1922417 w 2290556"/>
                <a:gd name="connsiteY725" fmla="*/ 70946 h 1796087"/>
                <a:gd name="connsiteX726" fmla="*/ 1923932 w 2290556"/>
                <a:gd name="connsiteY726" fmla="*/ 68356 h 1796087"/>
                <a:gd name="connsiteX727" fmla="*/ 1928374 w 2290556"/>
                <a:gd name="connsiteY727" fmla="*/ 66741 h 1796087"/>
                <a:gd name="connsiteX728" fmla="*/ 1932379 w 2290556"/>
                <a:gd name="connsiteY728" fmla="*/ 63713 h 1796087"/>
                <a:gd name="connsiteX729" fmla="*/ 1933893 w 2290556"/>
                <a:gd name="connsiteY729" fmla="*/ 61661 h 1796087"/>
                <a:gd name="connsiteX730" fmla="*/ 1934970 w 2290556"/>
                <a:gd name="connsiteY730" fmla="*/ 59071 h 1796087"/>
                <a:gd name="connsiteX731" fmla="*/ 1938235 w 2290556"/>
                <a:gd name="connsiteY731" fmla="*/ 56447 h 1796087"/>
                <a:gd name="connsiteX732" fmla="*/ 1939648 w 2290556"/>
                <a:gd name="connsiteY732" fmla="*/ 53823 h 1796087"/>
                <a:gd name="connsiteX733" fmla="*/ 1940826 w 2290556"/>
                <a:gd name="connsiteY733" fmla="*/ 51536 h 1796087"/>
                <a:gd name="connsiteX734" fmla="*/ 1942004 w 2290556"/>
                <a:gd name="connsiteY734" fmla="*/ 48508 h 1796087"/>
                <a:gd name="connsiteX735" fmla="*/ 1942341 w 2290556"/>
                <a:gd name="connsiteY735" fmla="*/ 45245 h 1796087"/>
                <a:gd name="connsiteX736" fmla="*/ 1941466 w 2290556"/>
                <a:gd name="connsiteY736" fmla="*/ 43765 h 1796087"/>
                <a:gd name="connsiteX737" fmla="*/ 1940725 w 2290556"/>
                <a:gd name="connsiteY737" fmla="*/ 38887 h 1796087"/>
                <a:gd name="connsiteX738" fmla="*/ 1942576 w 2290556"/>
                <a:gd name="connsiteY738" fmla="*/ 37273 h 1796087"/>
                <a:gd name="connsiteX739" fmla="*/ 1944326 w 2290556"/>
                <a:gd name="connsiteY739" fmla="*/ 36398 h 1796087"/>
                <a:gd name="connsiteX740" fmla="*/ 1948331 w 2290556"/>
                <a:gd name="connsiteY740" fmla="*/ 34649 h 1796087"/>
                <a:gd name="connsiteX741" fmla="*/ 1951596 w 2290556"/>
                <a:gd name="connsiteY741" fmla="*/ 32260 h 1796087"/>
                <a:gd name="connsiteX742" fmla="*/ 1951898 w 2290556"/>
                <a:gd name="connsiteY742" fmla="*/ 30074 h 1796087"/>
                <a:gd name="connsiteX743" fmla="*/ 1950048 w 2290556"/>
                <a:gd name="connsiteY743" fmla="*/ 27585 h 1796087"/>
                <a:gd name="connsiteX744" fmla="*/ 1949173 w 2290556"/>
                <a:gd name="connsiteY744" fmla="*/ 25633 h 1796087"/>
                <a:gd name="connsiteX745" fmla="*/ 1945370 w 2290556"/>
                <a:gd name="connsiteY745" fmla="*/ 21832 h 1796087"/>
                <a:gd name="connsiteX746" fmla="*/ 1940793 w 2290556"/>
                <a:gd name="connsiteY746" fmla="*/ 18031 h 1796087"/>
                <a:gd name="connsiteX747" fmla="*/ 1937090 w 2290556"/>
                <a:gd name="connsiteY747" fmla="*/ 13052 h 1796087"/>
                <a:gd name="connsiteX748" fmla="*/ 1931335 w 2290556"/>
                <a:gd name="connsiteY748" fmla="*/ 8376 h 1796087"/>
                <a:gd name="connsiteX749" fmla="*/ 1927634 w 2290556"/>
                <a:gd name="connsiteY749" fmla="*/ 4373 h 1796087"/>
                <a:gd name="connsiteX750" fmla="*/ 1927634 w 2290556"/>
                <a:gd name="connsiteY750" fmla="*/ 34 h 1796087"/>
                <a:gd name="connsiteX751" fmla="*/ 1926759 w 2290556"/>
                <a:gd name="connsiteY751" fmla="*/ 0 h 1796087"/>
                <a:gd name="connsiteX752" fmla="*/ 1925008 w 2290556"/>
                <a:gd name="connsiteY752" fmla="*/ 0 h 1796087"/>
                <a:gd name="connsiteX753" fmla="*/ 1921979 w 2290556"/>
                <a:gd name="connsiteY753" fmla="*/ 0 h 1796087"/>
                <a:gd name="connsiteX754" fmla="*/ 1918210 w 2290556"/>
                <a:gd name="connsiteY754" fmla="*/ 706 h 1796087"/>
                <a:gd name="connsiteX755" fmla="*/ 1912859 w 2290556"/>
                <a:gd name="connsiteY755" fmla="*/ 1716 h 1796087"/>
                <a:gd name="connsiteX756" fmla="*/ 1910537 w 2290556"/>
                <a:gd name="connsiteY756" fmla="*/ 1716 h 1796087"/>
                <a:gd name="connsiteX757" fmla="*/ 1907643 w 2290556"/>
                <a:gd name="connsiteY757" fmla="*/ 1716 h 1796087"/>
                <a:gd name="connsiteX758" fmla="*/ 1905758 w 2290556"/>
                <a:gd name="connsiteY758" fmla="*/ 1716 h 1796087"/>
                <a:gd name="connsiteX759" fmla="*/ 1903133 w 2290556"/>
                <a:gd name="connsiteY759" fmla="*/ 3364 h 1796087"/>
                <a:gd name="connsiteX760" fmla="*/ 1898791 w 2290556"/>
                <a:gd name="connsiteY760" fmla="*/ 6930 h 1796087"/>
                <a:gd name="connsiteX761" fmla="*/ 1897479 w 2290556"/>
                <a:gd name="connsiteY761" fmla="*/ 9385 h 1796087"/>
                <a:gd name="connsiteX762" fmla="*/ 1893710 w 2290556"/>
                <a:gd name="connsiteY762" fmla="*/ 10395 h 1796087"/>
                <a:gd name="connsiteX763" fmla="*/ 1874594 w 2290556"/>
                <a:gd name="connsiteY763" fmla="*/ 10395 h 1796087"/>
                <a:gd name="connsiteX764" fmla="*/ 1872002 w 2290556"/>
                <a:gd name="connsiteY764" fmla="*/ 10395 h 1796087"/>
                <a:gd name="connsiteX765" fmla="*/ 1870252 w 2290556"/>
                <a:gd name="connsiteY765" fmla="*/ 11471 h 1796087"/>
                <a:gd name="connsiteX766" fmla="*/ 1868502 w 2290556"/>
                <a:gd name="connsiteY766" fmla="*/ 12850 h 1796087"/>
                <a:gd name="connsiteX767" fmla="*/ 1864733 w 2290556"/>
                <a:gd name="connsiteY767" fmla="*/ 14734 h 1796087"/>
                <a:gd name="connsiteX768" fmla="*/ 1862276 w 2290556"/>
                <a:gd name="connsiteY768" fmla="*/ 16315 h 1796087"/>
                <a:gd name="connsiteX769" fmla="*/ 1861570 w 2290556"/>
                <a:gd name="connsiteY769" fmla="*/ 17190 h 1796087"/>
                <a:gd name="connsiteX770" fmla="*/ 1860425 w 2290556"/>
                <a:gd name="connsiteY770" fmla="*/ 20083 h 1796087"/>
                <a:gd name="connsiteX771" fmla="*/ 1860291 w 2290556"/>
                <a:gd name="connsiteY771" fmla="*/ 22101 h 1796087"/>
                <a:gd name="connsiteX772" fmla="*/ 1859853 w 2290556"/>
                <a:gd name="connsiteY772" fmla="*/ 23985 h 1796087"/>
                <a:gd name="connsiteX773" fmla="*/ 1859281 w 2290556"/>
                <a:gd name="connsiteY773" fmla="*/ 25734 h 1796087"/>
                <a:gd name="connsiteX774" fmla="*/ 1858541 w 2290556"/>
                <a:gd name="connsiteY774" fmla="*/ 27484 h 1796087"/>
                <a:gd name="connsiteX775" fmla="*/ 1857396 w 2290556"/>
                <a:gd name="connsiteY775" fmla="*/ 29065 h 1796087"/>
                <a:gd name="connsiteX776" fmla="*/ 1855646 w 2290556"/>
                <a:gd name="connsiteY776" fmla="*/ 31958 h 1796087"/>
                <a:gd name="connsiteX777" fmla="*/ 1854199 w 2290556"/>
                <a:gd name="connsiteY777" fmla="*/ 34582 h 1796087"/>
                <a:gd name="connsiteX778" fmla="*/ 1852315 w 2290556"/>
                <a:gd name="connsiteY778" fmla="*/ 36903 h 1796087"/>
                <a:gd name="connsiteX779" fmla="*/ 1851002 w 2290556"/>
                <a:gd name="connsiteY779" fmla="*/ 38786 h 1796087"/>
                <a:gd name="connsiteX780" fmla="*/ 1849420 w 2290556"/>
                <a:gd name="connsiteY780" fmla="*/ 39796 h 1796087"/>
                <a:gd name="connsiteX781" fmla="*/ 1847839 w 2290556"/>
                <a:gd name="connsiteY781" fmla="*/ 41545 h 1796087"/>
                <a:gd name="connsiteX782" fmla="*/ 1845954 w 2290556"/>
                <a:gd name="connsiteY782" fmla="*/ 43732 h 1796087"/>
                <a:gd name="connsiteX783" fmla="*/ 1843497 w 2290556"/>
                <a:gd name="connsiteY783" fmla="*/ 44741 h 1796087"/>
                <a:gd name="connsiteX784" fmla="*/ 1841747 w 2290556"/>
                <a:gd name="connsiteY784" fmla="*/ 45481 h 1796087"/>
                <a:gd name="connsiteX785" fmla="*/ 1838853 w 2290556"/>
                <a:gd name="connsiteY785" fmla="*/ 48105 h 1796087"/>
                <a:gd name="connsiteX786" fmla="*/ 1837540 w 2290556"/>
                <a:gd name="connsiteY786" fmla="*/ 49114 h 1796087"/>
                <a:gd name="connsiteX787" fmla="*/ 1835790 w 2290556"/>
                <a:gd name="connsiteY787" fmla="*/ 50426 h 1796087"/>
                <a:gd name="connsiteX788" fmla="*/ 1835487 w 2290556"/>
                <a:gd name="connsiteY788" fmla="*/ 51300 h 1796087"/>
                <a:gd name="connsiteX789" fmla="*/ 1835487 w 2290556"/>
                <a:gd name="connsiteY789" fmla="*/ 53184 h 1796087"/>
                <a:gd name="connsiteX790" fmla="*/ 1835622 w 2290556"/>
                <a:gd name="connsiteY790" fmla="*/ 55943 h 1796087"/>
                <a:gd name="connsiteX791" fmla="*/ 1833737 w 2290556"/>
                <a:gd name="connsiteY791" fmla="*/ 58701 h 1796087"/>
                <a:gd name="connsiteX792" fmla="*/ 1833434 w 2290556"/>
                <a:gd name="connsiteY792" fmla="*/ 61460 h 1796087"/>
                <a:gd name="connsiteX793" fmla="*/ 1831684 w 2290556"/>
                <a:gd name="connsiteY793" fmla="*/ 63915 h 1796087"/>
                <a:gd name="connsiteX794" fmla="*/ 1829799 w 2290556"/>
                <a:gd name="connsiteY794" fmla="*/ 65227 h 1796087"/>
                <a:gd name="connsiteX795" fmla="*/ 1827612 w 2290556"/>
                <a:gd name="connsiteY795" fmla="*/ 67246 h 1796087"/>
                <a:gd name="connsiteX796" fmla="*/ 1822396 w 2290556"/>
                <a:gd name="connsiteY796" fmla="*/ 67818 h 1796087"/>
                <a:gd name="connsiteX797" fmla="*/ 1819804 w 2290556"/>
                <a:gd name="connsiteY797" fmla="*/ 67818 h 1796087"/>
                <a:gd name="connsiteX798" fmla="*/ 1817920 w 2290556"/>
                <a:gd name="connsiteY798" fmla="*/ 69129 h 1796087"/>
                <a:gd name="connsiteX799" fmla="*/ 1815463 w 2290556"/>
                <a:gd name="connsiteY799" fmla="*/ 71316 h 1796087"/>
                <a:gd name="connsiteX800" fmla="*/ 1815025 w 2290556"/>
                <a:gd name="connsiteY800" fmla="*/ 71316 h 1796087"/>
                <a:gd name="connsiteX801" fmla="*/ 1814016 w 2290556"/>
                <a:gd name="connsiteY801" fmla="*/ 72527 h 1796087"/>
                <a:gd name="connsiteX802" fmla="*/ 1814588 w 2290556"/>
                <a:gd name="connsiteY802" fmla="*/ 75656 h 1796087"/>
                <a:gd name="connsiteX803" fmla="*/ 1814588 w 2290556"/>
                <a:gd name="connsiteY803" fmla="*/ 77102 h 1796087"/>
                <a:gd name="connsiteX804" fmla="*/ 1814285 w 2290556"/>
                <a:gd name="connsiteY804" fmla="*/ 78111 h 1796087"/>
                <a:gd name="connsiteX805" fmla="*/ 1813275 w 2290556"/>
                <a:gd name="connsiteY805" fmla="*/ 81576 h 1796087"/>
                <a:gd name="connsiteX806" fmla="*/ 1812838 w 2290556"/>
                <a:gd name="connsiteY806" fmla="*/ 86050 h 1796087"/>
                <a:gd name="connsiteX807" fmla="*/ 1812838 w 2290556"/>
                <a:gd name="connsiteY807" fmla="*/ 88371 h 1796087"/>
                <a:gd name="connsiteX808" fmla="*/ 1813343 w 2290556"/>
                <a:gd name="connsiteY808" fmla="*/ 90827 h 1796087"/>
                <a:gd name="connsiteX809" fmla="*/ 1813982 w 2290556"/>
                <a:gd name="connsiteY809" fmla="*/ 92845 h 1796087"/>
                <a:gd name="connsiteX810" fmla="*/ 1814857 w 2290556"/>
                <a:gd name="connsiteY810" fmla="*/ 94426 h 1796087"/>
                <a:gd name="connsiteX811" fmla="*/ 1815732 w 2290556"/>
                <a:gd name="connsiteY811" fmla="*/ 95301 h 1796087"/>
                <a:gd name="connsiteX812" fmla="*/ 1817482 w 2290556"/>
                <a:gd name="connsiteY812" fmla="*/ 95604 h 1796087"/>
                <a:gd name="connsiteX813" fmla="*/ 1821117 w 2290556"/>
                <a:gd name="connsiteY813" fmla="*/ 96344 h 1796087"/>
                <a:gd name="connsiteX814" fmla="*/ 1823708 w 2290556"/>
                <a:gd name="connsiteY814" fmla="*/ 96209 h 1796087"/>
                <a:gd name="connsiteX815" fmla="*/ 1825896 w 2290556"/>
                <a:gd name="connsiteY815" fmla="*/ 95469 h 1796087"/>
                <a:gd name="connsiteX816" fmla="*/ 1827477 w 2290556"/>
                <a:gd name="connsiteY816" fmla="*/ 94595 h 1796087"/>
                <a:gd name="connsiteX817" fmla="*/ 1829665 w 2290556"/>
                <a:gd name="connsiteY817" fmla="*/ 93148 h 1796087"/>
                <a:gd name="connsiteX818" fmla="*/ 1831247 w 2290556"/>
                <a:gd name="connsiteY818" fmla="*/ 90692 h 1796087"/>
                <a:gd name="connsiteX819" fmla="*/ 1833132 w 2290556"/>
                <a:gd name="connsiteY819" fmla="*/ 88237 h 1796087"/>
                <a:gd name="connsiteX820" fmla="*/ 1836766 w 2290556"/>
                <a:gd name="connsiteY820" fmla="*/ 86555 h 1796087"/>
                <a:gd name="connsiteX821" fmla="*/ 1839526 w 2290556"/>
                <a:gd name="connsiteY821" fmla="*/ 86723 h 1796087"/>
                <a:gd name="connsiteX822" fmla="*/ 1843295 w 2290556"/>
                <a:gd name="connsiteY822" fmla="*/ 86790 h 1796087"/>
                <a:gd name="connsiteX823" fmla="*/ 1846627 w 2290556"/>
                <a:gd name="connsiteY823" fmla="*/ 86790 h 1796087"/>
                <a:gd name="connsiteX824" fmla="*/ 1849656 w 2290556"/>
                <a:gd name="connsiteY824" fmla="*/ 87665 h 1796087"/>
                <a:gd name="connsiteX825" fmla="*/ 1852685 w 2290556"/>
                <a:gd name="connsiteY825" fmla="*/ 89111 h 1796087"/>
                <a:gd name="connsiteX826" fmla="*/ 1855007 w 2290556"/>
                <a:gd name="connsiteY826" fmla="*/ 90255 h 1796087"/>
                <a:gd name="connsiteX827" fmla="*/ 1858069 w 2290556"/>
                <a:gd name="connsiteY827" fmla="*/ 92274 h 1796087"/>
                <a:gd name="connsiteX828" fmla="*/ 1858776 w 2290556"/>
                <a:gd name="connsiteY828" fmla="*/ 93148 h 1796087"/>
                <a:gd name="connsiteX829" fmla="*/ 1859786 w 2290556"/>
                <a:gd name="connsiteY829" fmla="*/ 94595 h 1796087"/>
                <a:gd name="connsiteX830" fmla="*/ 1861098 w 2290556"/>
                <a:gd name="connsiteY830" fmla="*/ 96344 h 1796087"/>
                <a:gd name="connsiteX831" fmla="*/ 1863252 w 2290556"/>
                <a:gd name="connsiteY831" fmla="*/ 99977 h 1796087"/>
                <a:gd name="connsiteX832" fmla="*/ 1863252 w 2290556"/>
                <a:gd name="connsiteY832" fmla="*/ 102433 h 1796087"/>
                <a:gd name="connsiteX833" fmla="*/ 1861872 w 2290556"/>
                <a:gd name="connsiteY833" fmla="*/ 104754 h 1796087"/>
                <a:gd name="connsiteX834" fmla="*/ 1860358 w 2290556"/>
                <a:gd name="connsiteY834" fmla="*/ 106940 h 1796087"/>
                <a:gd name="connsiteX835" fmla="*/ 1859921 w 2290556"/>
                <a:gd name="connsiteY835" fmla="*/ 109564 h 1796087"/>
                <a:gd name="connsiteX836" fmla="*/ 1859786 w 2290556"/>
                <a:gd name="connsiteY836" fmla="*/ 112188 h 1796087"/>
                <a:gd name="connsiteX837" fmla="*/ 1859786 w 2290556"/>
                <a:gd name="connsiteY837" fmla="*/ 115081 h 1796087"/>
                <a:gd name="connsiteX838" fmla="*/ 1862175 w 2290556"/>
                <a:gd name="connsiteY838" fmla="*/ 117402 h 1796087"/>
                <a:gd name="connsiteX839" fmla="*/ 1865574 w 2290556"/>
                <a:gd name="connsiteY839" fmla="*/ 119152 h 1796087"/>
                <a:gd name="connsiteX840" fmla="*/ 1867324 w 2290556"/>
                <a:gd name="connsiteY840" fmla="*/ 120901 h 1796087"/>
                <a:gd name="connsiteX841" fmla="*/ 1870084 w 2290556"/>
                <a:gd name="connsiteY841" fmla="*/ 122045 h 1796087"/>
                <a:gd name="connsiteX842" fmla="*/ 1872104 w 2290556"/>
                <a:gd name="connsiteY842" fmla="*/ 123491 h 1796087"/>
                <a:gd name="connsiteX843" fmla="*/ 1874291 w 2290556"/>
                <a:gd name="connsiteY843" fmla="*/ 124938 h 1796087"/>
                <a:gd name="connsiteX844" fmla="*/ 1875435 w 2290556"/>
                <a:gd name="connsiteY844" fmla="*/ 129580 h 1796087"/>
                <a:gd name="connsiteX845" fmla="*/ 1875435 w 2290556"/>
                <a:gd name="connsiteY845" fmla="*/ 135231 h 1796087"/>
                <a:gd name="connsiteX846" fmla="*/ 1874224 w 2290556"/>
                <a:gd name="connsiteY846" fmla="*/ 141017 h 1796087"/>
                <a:gd name="connsiteX847" fmla="*/ 1872709 w 2290556"/>
                <a:gd name="connsiteY847" fmla="*/ 146803 h 1796087"/>
                <a:gd name="connsiteX848" fmla="*/ 1869377 w 2290556"/>
                <a:gd name="connsiteY848" fmla="*/ 152589 h 1796087"/>
                <a:gd name="connsiteX849" fmla="*/ 1862714 w 2290556"/>
                <a:gd name="connsiteY849" fmla="*/ 159553 h 1796087"/>
                <a:gd name="connsiteX850" fmla="*/ 1854738 w 2290556"/>
                <a:gd name="connsiteY850" fmla="*/ 165507 h 1796087"/>
                <a:gd name="connsiteX851" fmla="*/ 1848781 w 2290556"/>
                <a:gd name="connsiteY851" fmla="*/ 170418 h 1796087"/>
                <a:gd name="connsiteX852" fmla="*/ 1840233 w 2290556"/>
                <a:gd name="connsiteY852" fmla="*/ 177382 h 1796087"/>
                <a:gd name="connsiteX853" fmla="*/ 1833838 w 2290556"/>
                <a:gd name="connsiteY853" fmla="*/ 183033 h 1796087"/>
                <a:gd name="connsiteX854" fmla="*/ 1829766 w 2290556"/>
                <a:gd name="connsiteY854" fmla="*/ 191578 h 1796087"/>
                <a:gd name="connsiteX855" fmla="*/ 1825425 w 2290556"/>
                <a:gd name="connsiteY855" fmla="*/ 198978 h 1796087"/>
                <a:gd name="connsiteX856" fmla="*/ 1823977 w 2290556"/>
                <a:gd name="connsiteY856" fmla="*/ 206951 h 1796087"/>
                <a:gd name="connsiteX857" fmla="*/ 1823102 w 2290556"/>
                <a:gd name="connsiteY857" fmla="*/ 218254 h 1796087"/>
                <a:gd name="connsiteX858" fmla="*/ 1821521 w 2290556"/>
                <a:gd name="connsiteY858" fmla="*/ 226058 h 1796087"/>
                <a:gd name="connsiteX859" fmla="*/ 1817448 w 2290556"/>
                <a:gd name="connsiteY859" fmla="*/ 233459 h 1796087"/>
                <a:gd name="connsiteX860" fmla="*/ 1812098 w 2290556"/>
                <a:gd name="connsiteY860" fmla="*/ 242575 h 1796087"/>
                <a:gd name="connsiteX861" fmla="*/ 1810953 w 2290556"/>
                <a:gd name="connsiteY861" fmla="*/ 248799 h 1796087"/>
                <a:gd name="connsiteX862" fmla="*/ 1804727 w 2290556"/>
                <a:gd name="connsiteY862" fmla="*/ 261851 h 1796087"/>
                <a:gd name="connsiteX863" fmla="*/ 1798400 w 2290556"/>
                <a:gd name="connsiteY863" fmla="*/ 274096 h 1796087"/>
                <a:gd name="connsiteX864" fmla="*/ 1795640 w 2290556"/>
                <a:gd name="connsiteY864" fmla="*/ 279680 h 1796087"/>
                <a:gd name="connsiteX865" fmla="*/ 1793688 w 2290556"/>
                <a:gd name="connsiteY865" fmla="*/ 282708 h 1796087"/>
                <a:gd name="connsiteX866" fmla="*/ 1790929 w 2290556"/>
                <a:gd name="connsiteY866" fmla="*/ 287282 h 1796087"/>
                <a:gd name="connsiteX867" fmla="*/ 1789919 w 2290556"/>
                <a:gd name="connsiteY867" fmla="*/ 292295 h 1796087"/>
                <a:gd name="connsiteX868" fmla="*/ 1789414 w 2290556"/>
                <a:gd name="connsiteY868" fmla="*/ 298081 h 1796087"/>
                <a:gd name="connsiteX869" fmla="*/ 1785342 w 2290556"/>
                <a:gd name="connsiteY869" fmla="*/ 306423 h 1796087"/>
                <a:gd name="connsiteX870" fmla="*/ 1783020 w 2290556"/>
                <a:gd name="connsiteY870" fmla="*/ 310763 h 1796087"/>
                <a:gd name="connsiteX871" fmla="*/ 1782650 w 2290556"/>
                <a:gd name="connsiteY871" fmla="*/ 311638 h 1796087"/>
                <a:gd name="connsiteX872" fmla="*/ 1781573 w 2290556"/>
                <a:gd name="connsiteY872" fmla="*/ 313589 h 1796087"/>
                <a:gd name="connsiteX873" fmla="*/ 1780765 w 2290556"/>
                <a:gd name="connsiteY873" fmla="*/ 315540 h 1796087"/>
                <a:gd name="connsiteX874" fmla="*/ 1780496 w 2290556"/>
                <a:gd name="connsiteY874" fmla="*/ 317625 h 1796087"/>
                <a:gd name="connsiteX875" fmla="*/ 1779755 w 2290556"/>
                <a:gd name="connsiteY875" fmla="*/ 319072 h 1796087"/>
                <a:gd name="connsiteX876" fmla="*/ 1779755 w 2290556"/>
                <a:gd name="connsiteY876" fmla="*/ 321326 h 1796087"/>
                <a:gd name="connsiteX877" fmla="*/ 1779755 w 2290556"/>
                <a:gd name="connsiteY877" fmla="*/ 323210 h 1796087"/>
                <a:gd name="connsiteX878" fmla="*/ 1779755 w 2290556"/>
                <a:gd name="connsiteY878" fmla="*/ 324959 h 1796087"/>
                <a:gd name="connsiteX879" fmla="*/ 1778880 w 2290556"/>
                <a:gd name="connsiteY879" fmla="*/ 327650 h 1796087"/>
                <a:gd name="connsiteX880" fmla="*/ 1777433 w 2290556"/>
                <a:gd name="connsiteY880" fmla="*/ 329164 h 1796087"/>
                <a:gd name="connsiteX881" fmla="*/ 1775851 w 2290556"/>
                <a:gd name="connsiteY881" fmla="*/ 330173 h 1796087"/>
                <a:gd name="connsiteX882" fmla="*/ 1774472 w 2290556"/>
                <a:gd name="connsiteY882" fmla="*/ 330980 h 1796087"/>
                <a:gd name="connsiteX883" fmla="*/ 1771947 w 2290556"/>
                <a:gd name="connsiteY883" fmla="*/ 332292 h 1796087"/>
                <a:gd name="connsiteX884" fmla="*/ 1770567 w 2290556"/>
                <a:gd name="connsiteY884" fmla="*/ 333234 h 1796087"/>
                <a:gd name="connsiteX885" fmla="*/ 1769895 w 2290556"/>
                <a:gd name="connsiteY885" fmla="*/ 335051 h 1796087"/>
                <a:gd name="connsiteX886" fmla="*/ 1768952 w 2290556"/>
                <a:gd name="connsiteY886" fmla="*/ 337439 h 1796087"/>
                <a:gd name="connsiteX887" fmla="*/ 1768380 w 2290556"/>
                <a:gd name="connsiteY887" fmla="*/ 339323 h 1796087"/>
                <a:gd name="connsiteX888" fmla="*/ 1769524 w 2290556"/>
                <a:gd name="connsiteY888" fmla="*/ 340332 h 1796087"/>
                <a:gd name="connsiteX889" fmla="*/ 1771914 w 2290556"/>
                <a:gd name="connsiteY889" fmla="*/ 342149 h 1796087"/>
                <a:gd name="connsiteX890" fmla="*/ 1773495 w 2290556"/>
                <a:gd name="connsiteY890" fmla="*/ 342283 h 1796087"/>
                <a:gd name="connsiteX891" fmla="*/ 1775818 w 2290556"/>
                <a:gd name="connsiteY891" fmla="*/ 342283 h 1796087"/>
                <a:gd name="connsiteX892" fmla="*/ 1777770 w 2290556"/>
                <a:gd name="connsiteY892" fmla="*/ 342081 h 1796087"/>
                <a:gd name="connsiteX893" fmla="*/ 1779082 w 2290556"/>
                <a:gd name="connsiteY893" fmla="*/ 341644 h 1796087"/>
                <a:gd name="connsiteX894" fmla="*/ 1780462 w 2290556"/>
                <a:gd name="connsiteY894" fmla="*/ 341140 h 1796087"/>
                <a:gd name="connsiteX895" fmla="*/ 1782347 w 2290556"/>
                <a:gd name="connsiteY895" fmla="*/ 341140 h 1796087"/>
                <a:gd name="connsiteX896" fmla="*/ 1783524 w 2290556"/>
                <a:gd name="connsiteY896" fmla="*/ 341140 h 1796087"/>
                <a:gd name="connsiteX897" fmla="*/ 1785712 w 2290556"/>
                <a:gd name="connsiteY897" fmla="*/ 342653 h 1796087"/>
                <a:gd name="connsiteX898" fmla="*/ 1786587 w 2290556"/>
                <a:gd name="connsiteY898" fmla="*/ 344604 h 1796087"/>
                <a:gd name="connsiteX899" fmla="*/ 1787092 w 2290556"/>
                <a:gd name="connsiteY899" fmla="*/ 349684 h 1796087"/>
                <a:gd name="connsiteX900" fmla="*/ 1786957 w 2290556"/>
                <a:gd name="connsiteY900" fmla="*/ 353452 h 1796087"/>
                <a:gd name="connsiteX901" fmla="*/ 1786823 w 2290556"/>
                <a:gd name="connsiteY901" fmla="*/ 356917 h 1796087"/>
                <a:gd name="connsiteX902" fmla="*/ 1786385 w 2290556"/>
                <a:gd name="connsiteY902" fmla="*/ 359608 h 1796087"/>
                <a:gd name="connsiteX903" fmla="*/ 1785510 w 2290556"/>
                <a:gd name="connsiteY903" fmla="*/ 362501 h 1796087"/>
                <a:gd name="connsiteX904" fmla="*/ 1783693 w 2290556"/>
                <a:gd name="connsiteY904" fmla="*/ 365764 h 1796087"/>
                <a:gd name="connsiteX905" fmla="*/ 1782077 w 2290556"/>
                <a:gd name="connsiteY905" fmla="*/ 367950 h 1796087"/>
                <a:gd name="connsiteX906" fmla="*/ 1779822 w 2290556"/>
                <a:gd name="connsiteY906" fmla="*/ 370406 h 1796087"/>
                <a:gd name="connsiteX907" fmla="*/ 1777298 w 2290556"/>
                <a:gd name="connsiteY907" fmla="*/ 372794 h 1796087"/>
                <a:gd name="connsiteX908" fmla="*/ 1773664 w 2290556"/>
                <a:gd name="connsiteY908" fmla="*/ 374981 h 1796087"/>
                <a:gd name="connsiteX909" fmla="*/ 1768447 w 2290556"/>
                <a:gd name="connsiteY909" fmla="*/ 379119 h 1796087"/>
                <a:gd name="connsiteX910" fmla="*/ 1762558 w 2290556"/>
                <a:gd name="connsiteY910" fmla="*/ 379119 h 1796087"/>
                <a:gd name="connsiteX911" fmla="*/ 1756264 w 2290556"/>
                <a:gd name="connsiteY911" fmla="*/ 380868 h 1796087"/>
                <a:gd name="connsiteX912" fmla="*/ 1752798 w 2290556"/>
                <a:gd name="connsiteY912" fmla="*/ 380868 h 1796087"/>
                <a:gd name="connsiteX913" fmla="*/ 1750207 w 2290556"/>
                <a:gd name="connsiteY913" fmla="*/ 382516 h 1796087"/>
                <a:gd name="connsiteX914" fmla="*/ 1745865 w 2290556"/>
                <a:gd name="connsiteY914" fmla="*/ 385880 h 1796087"/>
                <a:gd name="connsiteX915" fmla="*/ 1729778 w 2290556"/>
                <a:gd name="connsiteY915" fmla="*/ 396510 h 1796087"/>
                <a:gd name="connsiteX916" fmla="*/ 1709014 w 2290556"/>
                <a:gd name="connsiteY916" fmla="*/ 411076 h 1796087"/>
                <a:gd name="connsiteX917" fmla="*/ 1706388 w 2290556"/>
                <a:gd name="connsiteY917" fmla="*/ 414339 h 1796087"/>
                <a:gd name="connsiteX918" fmla="*/ 1703999 w 2290556"/>
                <a:gd name="connsiteY918" fmla="*/ 416526 h 1796087"/>
                <a:gd name="connsiteX919" fmla="*/ 1700398 w 2290556"/>
                <a:gd name="connsiteY919" fmla="*/ 420092 h 1796087"/>
                <a:gd name="connsiteX920" fmla="*/ 1695484 w 2290556"/>
                <a:gd name="connsiteY920" fmla="*/ 423119 h 1796087"/>
                <a:gd name="connsiteX921" fmla="*/ 1692321 w 2290556"/>
                <a:gd name="connsiteY921" fmla="*/ 425945 h 1796087"/>
                <a:gd name="connsiteX922" fmla="*/ 1689258 w 2290556"/>
                <a:gd name="connsiteY922" fmla="*/ 425844 h 1796087"/>
                <a:gd name="connsiteX923" fmla="*/ 1684580 w 2290556"/>
                <a:gd name="connsiteY923" fmla="*/ 428132 h 1796087"/>
                <a:gd name="connsiteX924" fmla="*/ 1682965 w 2290556"/>
                <a:gd name="connsiteY924" fmla="*/ 428132 h 1796087"/>
                <a:gd name="connsiteX925" fmla="*/ 1681215 w 2290556"/>
                <a:gd name="connsiteY925" fmla="*/ 429107 h 1796087"/>
                <a:gd name="connsiteX926" fmla="*/ 1679700 w 2290556"/>
                <a:gd name="connsiteY926" fmla="*/ 431058 h 1796087"/>
                <a:gd name="connsiteX927" fmla="*/ 1676234 w 2290556"/>
                <a:gd name="connsiteY927" fmla="*/ 432034 h 1796087"/>
                <a:gd name="connsiteX928" fmla="*/ 1673306 w 2290556"/>
                <a:gd name="connsiteY928" fmla="*/ 432471 h 1796087"/>
                <a:gd name="connsiteX929" fmla="*/ 1668863 w 2290556"/>
                <a:gd name="connsiteY929" fmla="*/ 432572 h 1796087"/>
                <a:gd name="connsiteX930" fmla="*/ 1667012 w 2290556"/>
                <a:gd name="connsiteY930" fmla="*/ 432370 h 1796087"/>
                <a:gd name="connsiteX931" fmla="*/ 1665263 w 2290556"/>
                <a:gd name="connsiteY931" fmla="*/ 431395 h 1796087"/>
                <a:gd name="connsiteX932" fmla="*/ 1662873 w 2290556"/>
                <a:gd name="connsiteY932" fmla="*/ 429780 h 1796087"/>
                <a:gd name="connsiteX933" fmla="*/ 1660685 w 2290556"/>
                <a:gd name="connsiteY933" fmla="*/ 427392 h 1796087"/>
                <a:gd name="connsiteX934" fmla="*/ 1658296 w 2290556"/>
                <a:gd name="connsiteY934" fmla="*/ 423691 h 1796087"/>
                <a:gd name="connsiteX935" fmla="*/ 1655772 w 2290556"/>
                <a:gd name="connsiteY935" fmla="*/ 421101 h 1796087"/>
                <a:gd name="connsiteX936" fmla="*/ 1653618 w 2290556"/>
                <a:gd name="connsiteY936" fmla="*/ 420865 h 1796087"/>
                <a:gd name="connsiteX937" fmla="*/ 1650993 w 2290556"/>
                <a:gd name="connsiteY937" fmla="*/ 420865 h 1796087"/>
                <a:gd name="connsiteX938" fmla="*/ 1647392 w 2290556"/>
                <a:gd name="connsiteY938" fmla="*/ 421572 h 1796087"/>
                <a:gd name="connsiteX939" fmla="*/ 1642950 w 2290556"/>
                <a:gd name="connsiteY939" fmla="*/ 422278 h 1796087"/>
                <a:gd name="connsiteX940" fmla="*/ 1635209 w 2290556"/>
                <a:gd name="connsiteY940" fmla="*/ 423893 h 1796087"/>
                <a:gd name="connsiteX941" fmla="*/ 1631204 w 2290556"/>
                <a:gd name="connsiteY941" fmla="*/ 423557 h 1796087"/>
                <a:gd name="connsiteX942" fmla="*/ 1625785 w 2290556"/>
                <a:gd name="connsiteY942" fmla="*/ 421269 h 1796087"/>
                <a:gd name="connsiteX943" fmla="*/ 1621646 w 2290556"/>
                <a:gd name="connsiteY943" fmla="*/ 419856 h 1796087"/>
                <a:gd name="connsiteX944" fmla="*/ 1617843 w 2290556"/>
                <a:gd name="connsiteY944" fmla="*/ 417905 h 1796087"/>
                <a:gd name="connsiteX945" fmla="*/ 1615016 w 2290556"/>
                <a:gd name="connsiteY945" fmla="*/ 416156 h 1796087"/>
                <a:gd name="connsiteX946" fmla="*/ 1611987 w 2290556"/>
                <a:gd name="connsiteY946" fmla="*/ 414541 h 1796087"/>
                <a:gd name="connsiteX947" fmla="*/ 1609261 w 2290556"/>
                <a:gd name="connsiteY947" fmla="*/ 413128 h 1796087"/>
                <a:gd name="connsiteX948" fmla="*/ 1605896 w 2290556"/>
                <a:gd name="connsiteY948" fmla="*/ 410639 h 1796087"/>
                <a:gd name="connsiteX949" fmla="*/ 1603069 w 2290556"/>
                <a:gd name="connsiteY949" fmla="*/ 408789 h 1796087"/>
                <a:gd name="connsiteX950" fmla="*/ 1599804 w 2290556"/>
                <a:gd name="connsiteY950" fmla="*/ 406300 h 1796087"/>
                <a:gd name="connsiteX951" fmla="*/ 1596741 w 2290556"/>
                <a:gd name="connsiteY951" fmla="*/ 404550 h 1796087"/>
                <a:gd name="connsiteX952" fmla="*/ 1593915 w 2290556"/>
                <a:gd name="connsiteY952" fmla="*/ 403137 h 1796087"/>
                <a:gd name="connsiteX953" fmla="*/ 1590314 w 2290556"/>
                <a:gd name="connsiteY953" fmla="*/ 401725 h 1796087"/>
                <a:gd name="connsiteX954" fmla="*/ 1587486 w 2290556"/>
                <a:gd name="connsiteY954" fmla="*/ 401725 h 1796087"/>
                <a:gd name="connsiteX955" fmla="*/ 1586511 w 2290556"/>
                <a:gd name="connsiteY955" fmla="*/ 401725 h 1796087"/>
                <a:gd name="connsiteX956" fmla="*/ 1584660 w 2290556"/>
                <a:gd name="connsiteY956" fmla="*/ 402532 h 1796087"/>
                <a:gd name="connsiteX957" fmla="*/ 1581833 w 2290556"/>
                <a:gd name="connsiteY957" fmla="*/ 405829 h 1796087"/>
                <a:gd name="connsiteX958" fmla="*/ 1578568 w 2290556"/>
                <a:gd name="connsiteY958" fmla="*/ 412691 h 1796087"/>
                <a:gd name="connsiteX959" fmla="*/ 1575741 w 2290556"/>
                <a:gd name="connsiteY959" fmla="*/ 416930 h 1796087"/>
                <a:gd name="connsiteX960" fmla="*/ 1573352 w 2290556"/>
                <a:gd name="connsiteY960" fmla="*/ 424532 h 1796087"/>
                <a:gd name="connsiteX961" fmla="*/ 1569885 w 2290556"/>
                <a:gd name="connsiteY961" fmla="*/ 430957 h 1796087"/>
                <a:gd name="connsiteX962" fmla="*/ 1566520 w 2290556"/>
                <a:gd name="connsiteY962" fmla="*/ 439771 h 1796087"/>
                <a:gd name="connsiteX963" fmla="*/ 1561068 w 2290556"/>
                <a:gd name="connsiteY963" fmla="*/ 452588 h 1796087"/>
                <a:gd name="connsiteX964" fmla="*/ 1560092 w 2290556"/>
                <a:gd name="connsiteY964" fmla="*/ 457364 h 1796087"/>
                <a:gd name="connsiteX965" fmla="*/ 1558443 w 2290556"/>
                <a:gd name="connsiteY965" fmla="*/ 466178 h 1796087"/>
                <a:gd name="connsiteX966" fmla="*/ 1555515 w 2290556"/>
                <a:gd name="connsiteY966" fmla="*/ 471830 h 1796087"/>
                <a:gd name="connsiteX967" fmla="*/ 1554303 w 2290556"/>
                <a:gd name="connsiteY967" fmla="*/ 476068 h 1796087"/>
                <a:gd name="connsiteX968" fmla="*/ 1550399 w 2290556"/>
                <a:gd name="connsiteY968" fmla="*/ 480206 h 1796087"/>
                <a:gd name="connsiteX969" fmla="*/ 1548111 w 2290556"/>
                <a:gd name="connsiteY969" fmla="*/ 486395 h 1796087"/>
                <a:gd name="connsiteX970" fmla="*/ 1545620 w 2290556"/>
                <a:gd name="connsiteY970" fmla="*/ 491408 h 1796087"/>
                <a:gd name="connsiteX971" fmla="*/ 1544544 w 2290556"/>
                <a:gd name="connsiteY971" fmla="*/ 499650 h 1796087"/>
                <a:gd name="connsiteX972" fmla="*/ 1540000 w 2290556"/>
                <a:gd name="connsiteY972" fmla="*/ 510313 h 1796087"/>
                <a:gd name="connsiteX973" fmla="*/ 1540202 w 2290556"/>
                <a:gd name="connsiteY973" fmla="*/ 514552 h 1796087"/>
                <a:gd name="connsiteX974" fmla="*/ 1540101 w 2290556"/>
                <a:gd name="connsiteY974" fmla="*/ 521818 h 1796087"/>
                <a:gd name="connsiteX975" fmla="*/ 1539024 w 2290556"/>
                <a:gd name="connsiteY975" fmla="*/ 528109 h 1796087"/>
                <a:gd name="connsiteX976" fmla="*/ 1535221 w 2290556"/>
                <a:gd name="connsiteY976" fmla="*/ 531809 h 1796087"/>
                <a:gd name="connsiteX977" fmla="*/ 1532596 w 2290556"/>
                <a:gd name="connsiteY977" fmla="*/ 535274 h 1796087"/>
                <a:gd name="connsiteX978" fmla="*/ 1526740 w 2290556"/>
                <a:gd name="connsiteY978" fmla="*/ 540824 h 1796087"/>
                <a:gd name="connsiteX979" fmla="*/ 1524351 w 2290556"/>
                <a:gd name="connsiteY979" fmla="*/ 545265 h 1796087"/>
                <a:gd name="connsiteX980" fmla="*/ 1521086 w 2290556"/>
                <a:gd name="connsiteY980" fmla="*/ 548091 h 1796087"/>
                <a:gd name="connsiteX981" fmla="*/ 1520009 w 2290556"/>
                <a:gd name="connsiteY981" fmla="*/ 552329 h 1796087"/>
                <a:gd name="connsiteX982" fmla="*/ 1519773 w 2290556"/>
                <a:gd name="connsiteY982" fmla="*/ 556904 h 1796087"/>
                <a:gd name="connsiteX983" fmla="*/ 1520413 w 2290556"/>
                <a:gd name="connsiteY983" fmla="*/ 561244 h 1796087"/>
                <a:gd name="connsiteX984" fmla="*/ 1520649 w 2290556"/>
                <a:gd name="connsiteY984" fmla="*/ 569485 h 1796087"/>
                <a:gd name="connsiteX985" fmla="*/ 1524115 w 2290556"/>
                <a:gd name="connsiteY985" fmla="*/ 574700 h 1796087"/>
                <a:gd name="connsiteX986" fmla="*/ 1524553 w 2290556"/>
                <a:gd name="connsiteY986" fmla="*/ 578938 h 1796087"/>
                <a:gd name="connsiteX987" fmla="*/ 1521625 w 2290556"/>
                <a:gd name="connsiteY987" fmla="*/ 583076 h 1796087"/>
                <a:gd name="connsiteX988" fmla="*/ 1517822 w 2290556"/>
                <a:gd name="connsiteY988" fmla="*/ 586238 h 1796087"/>
                <a:gd name="connsiteX989" fmla="*/ 1512942 w 2290556"/>
                <a:gd name="connsiteY989" fmla="*/ 590477 h 1796087"/>
                <a:gd name="connsiteX990" fmla="*/ 1509879 w 2290556"/>
                <a:gd name="connsiteY990" fmla="*/ 592327 h 1796087"/>
                <a:gd name="connsiteX991" fmla="*/ 1505201 w 2290556"/>
                <a:gd name="connsiteY991" fmla="*/ 594715 h 1796087"/>
                <a:gd name="connsiteX992" fmla="*/ 1504764 w 2290556"/>
                <a:gd name="connsiteY992" fmla="*/ 596666 h 1796087"/>
                <a:gd name="connsiteX993" fmla="*/ 1504663 w 2290556"/>
                <a:gd name="connsiteY993" fmla="*/ 601880 h 1796087"/>
                <a:gd name="connsiteX994" fmla="*/ 1504764 w 2290556"/>
                <a:gd name="connsiteY994" fmla="*/ 607431 h 1796087"/>
                <a:gd name="connsiteX995" fmla="*/ 1505538 w 2290556"/>
                <a:gd name="connsiteY995" fmla="*/ 611333 h 1796087"/>
                <a:gd name="connsiteX996" fmla="*/ 1505975 w 2290556"/>
                <a:gd name="connsiteY996" fmla="*/ 613183 h 1796087"/>
                <a:gd name="connsiteX997" fmla="*/ 1507591 w 2290556"/>
                <a:gd name="connsiteY997" fmla="*/ 619474 h 1796087"/>
                <a:gd name="connsiteX998" fmla="*/ 1508903 w 2290556"/>
                <a:gd name="connsiteY998" fmla="*/ 621223 h 1796087"/>
                <a:gd name="connsiteX999" fmla="*/ 1512706 w 2290556"/>
                <a:gd name="connsiteY999" fmla="*/ 625563 h 1796087"/>
                <a:gd name="connsiteX1000" fmla="*/ 1515870 w 2290556"/>
                <a:gd name="connsiteY1000" fmla="*/ 629263 h 1796087"/>
                <a:gd name="connsiteX1001" fmla="*/ 1521086 w 2290556"/>
                <a:gd name="connsiteY1001" fmla="*/ 635251 h 1796087"/>
                <a:gd name="connsiteX1002" fmla="*/ 1524149 w 2290556"/>
                <a:gd name="connsiteY1002" fmla="*/ 638850 h 1796087"/>
                <a:gd name="connsiteX1003" fmla="*/ 1532966 w 2290556"/>
                <a:gd name="connsiteY1003" fmla="*/ 643526 h 1796087"/>
                <a:gd name="connsiteX1004" fmla="*/ 1535457 w 2290556"/>
                <a:gd name="connsiteY1004" fmla="*/ 645814 h 1796087"/>
                <a:gd name="connsiteX1005" fmla="*/ 1537207 w 2290556"/>
                <a:gd name="connsiteY1005" fmla="*/ 645814 h 1796087"/>
                <a:gd name="connsiteX1006" fmla="*/ 1541010 w 2290556"/>
                <a:gd name="connsiteY1006" fmla="*/ 644737 h 1796087"/>
                <a:gd name="connsiteX1007" fmla="*/ 1543399 w 2290556"/>
                <a:gd name="connsiteY1007" fmla="*/ 641272 h 1796087"/>
                <a:gd name="connsiteX1008" fmla="*/ 1541986 w 2290556"/>
                <a:gd name="connsiteY1008" fmla="*/ 635285 h 1796087"/>
                <a:gd name="connsiteX1009" fmla="*/ 1544914 w 2290556"/>
                <a:gd name="connsiteY1009" fmla="*/ 632021 h 1796087"/>
                <a:gd name="connsiteX1010" fmla="*/ 1549827 w 2290556"/>
                <a:gd name="connsiteY1010" fmla="*/ 629835 h 1796087"/>
                <a:gd name="connsiteX1011" fmla="*/ 1556020 w 2290556"/>
                <a:gd name="connsiteY1011" fmla="*/ 627648 h 1796087"/>
                <a:gd name="connsiteX1012" fmla="*/ 1561674 w 2290556"/>
                <a:gd name="connsiteY1012" fmla="*/ 626336 h 1796087"/>
                <a:gd name="connsiteX1013" fmla="*/ 1567428 w 2290556"/>
                <a:gd name="connsiteY1013" fmla="*/ 624587 h 1796087"/>
                <a:gd name="connsiteX1014" fmla="*/ 1577121 w 2290556"/>
                <a:gd name="connsiteY1014" fmla="*/ 624251 h 1796087"/>
                <a:gd name="connsiteX1015" fmla="*/ 1579746 w 2290556"/>
                <a:gd name="connsiteY1015" fmla="*/ 624251 h 1796087"/>
                <a:gd name="connsiteX1016" fmla="*/ 1584525 w 2290556"/>
                <a:gd name="connsiteY1016" fmla="*/ 625933 h 1796087"/>
                <a:gd name="connsiteX1017" fmla="*/ 1588429 w 2290556"/>
                <a:gd name="connsiteY1017" fmla="*/ 623914 h 1796087"/>
                <a:gd name="connsiteX1018" fmla="*/ 1594857 w 2290556"/>
                <a:gd name="connsiteY1018" fmla="*/ 622401 h 1796087"/>
                <a:gd name="connsiteX1019" fmla="*/ 1598996 w 2290556"/>
                <a:gd name="connsiteY1019" fmla="*/ 621425 h 1796087"/>
                <a:gd name="connsiteX1020" fmla="*/ 1606064 w 2290556"/>
                <a:gd name="connsiteY1020" fmla="*/ 621189 h 1796087"/>
                <a:gd name="connsiteX1021" fmla="*/ 1611281 w 2290556"/>
                <a:gd name="connsiteY1021" fmla="*/ 620214 h 1796087"/>
                <a:gd name="connsiteX1022" fmla="*/ 1617035 w 2290556"/>
                <a:gd name="connsiteY1022" fmla="*/ 620113 h 1796087"/>
                <a:gd name="connsiteX1023" fmla="*/ 1624002 w 2290556"/>
                <a:gd name="connsiteY1023" fmla="*/ 621526 h 1796087"/>
                <a:gd name="connsiteX1024" fmla="*/ 1637598 w 2290556"/>
                <a:gd name="connsiteY1024" fmla="*/ 629128 h 1796087"/>
                <a:gd name="connsiteX1025" fmla="*/ 1641199 w 2290556"/>
                <a:gd name="connsiteY1025" fmla="*/ 633266 h 1796087"/>
                <a:gd name="connsiteX1026" fmla="*/ 1648704 w 2290556"/>
                <a:gd name="connsiteY1026" fmla="*/ 637168 h 1796087"/>
                <a:gd name="connsiteX1027" fmla="*/ 1653921 w 2290556"/>
                <a:gd name="connsiteY1027" fmla="*/ 637942 h 1796087"/>
                <a:gd name="connsiteX1028" fmla="*/ 1660214 w 2290556"/>
                <a:gd name="connsiteY1028" fmla="*/ 637067 h 1796087"/>
                <a:gd name="connsiteX1029" fmla="*/ 1662907 w 2290556"/>
                <a:gd name="connsiteY1029" fmla="*/ 635015 h 1796087"/>
                <a:gd name="connsiteX1030" fmla="*/ 1663782 w 2290556"/>
                <a:gd name="connsiteY1030" fmla="*/ 630878 h 1796087"/>
                <a:gd name="connsiteX1031" fmla="*/ 1664421 w 2290556"/>
                <a:gd name="connsiteY1031" fmla="*/ 628927 h 1796087"/>
                <a:gd name="connsiteX1032" fmla="*/ 1664959 w 2290556"/>
                <a:gd name="connsiteY1032" fmla="*/ 626875 h 1796087"/>
                <a:gd name="connsiteX1033" fmla="*/ 1664959 w 2290556"/>
                <a:gd name="connsiteY1033" fmla="*/ 624385 h 1796087"/>
                <a:gd name="connsiteX1034" fmla="*/ 1668157 w 2290556"/>
                <a:gd name="connsiteY1034" fmla="*/ 620786 h 1796087"/>
                <a:gd name="connsiteX1035" fmla="*/ 1669940 w 2290556"/>
                <a:gd name="connsiteY1035" fmla="*/ 618196 h 1796087"/>
                <a:gd name="connsiteX1036" fmla="*/ 1671892 w 2290556"/>
                <a:gd name="connsiteY1036" fmla="*/ 615706 h 1796087"/>
                <a:gd name="connsiteX1037" fmla="*/ 1674383 w 2290556"/>
                <a:gd name="connsiteY1037" fmla="*/ 612006 h 1796087"/>
                <a:gd name="connsiteX1038" fmla="*/ 1678085 w 2290556"/>
                <a:gd name="connsiteY1038" fmla="*/ 608406 h 1796087"/>
                <a:gd name="connsiteX1039" fmla="*/ 1682426 w 2290556"/>
                <a:gd name="connsiteY1039" fmla="*/ 606119 h 1796087"/>
                <a:gd name="connsiteX1040" fmla="*/ 1686431 w 2290556"/>
                <a:gd name="connsiteY1040" fmla="*/ 603831 h 1796087"/>
                <a:gd name="connsiteX1041" fmla="*/ 1691446 w 2290556"/>
                <a:gd name="connsiteY1041" fmla="*/ 601006 h 1796087"/>
                <a:gd name="connsiteX1042" fmla="*/ 1694037 w 2290556"/>
                <a:gd name="connsiteY1042" fmla="*/ 599694 h 1796087"/>
                <a:gd name="connsiteX1043" fmla="*/ 1700364 w 2290556"/>
                <a:gd name="connsiteY1043" fmla="*/ 596229 h 1796087"/>
                <a:gd name="connsiteX1044" fmla="*/ 1707768 w 2290556"/>
                <a:gd name="connsiteY1044" fmla="*/ 596128 h 1796087"/>
                <a:gd name="connsiteX1045" fmla="*/ 1714499 w 2290556"/>
                <a:gd name="connsiteY1045" fmla="*/ 594715 h 1796087"/>
                <a:gd name="connsiteX1046" fmla="*/ 1719177 w 2290556"/>
                <a:gd name="connsiteY1046" fmla="*/ 594715 h 1796087"/>
                <a:gd name="connsiteX1047" fmla="*/ 1722341 w 2290556"/>
                <a:gd name="connsiteY1047" fmla="*/ 595859 h 1796087"/>
                <a:gd name="connsiteX1048" fmla="*/ 1725066 w 2290556"/>
                <a:gd name="connsiteY1048" fmla="*/ 596229 h 1796087"/>
                <a:gd name="connsiteX1049" fmla="*/ 1729105 w 2290556"/>
                <a:gd name="connsiteY1049" fmla="*/ 597440 h 1796087"/>
                <a:gd name="connsiteX1050" fmla="*/ 1733009 w 2290556"/>
                <a:gd name="connsiteY1050" fmla="*/ 601039 h 1796087"/>
                <a:gd name="connsiteX1051" fmla="*/ 1734422 w 2290556"/>
                <a:gd name="connsiteY1051" fmla="*/ 602116 h 1796087"/>
                <a:gd name="connsiteX1052" fmla="*/ 1735836 w 2290556"/>
                <a:gd name="connsiteY1052" fmla="*/ 602890 h 1796087"/>
                <a:gd name="connsiteX1053" fmla="*/ 1739303 w 2290556"/>
                <a:gd name="connsiteY1053" fmla="*/ 602890 h 1796087"/>
                <a:gd name="connsiteX1054" fmla="*/ 1742466 w 2290556"/>
                <a:gd name="connsiteY1054" fmla="*/ 603529 h 1796087"/>
                <a:gd name="connsiteX1055" fmla="*/ 1746067 w 2290556"/>
                <a:gd name="connsiteY1055" fmla="*/ 606253 h 1796087"/>
                <a:gd name="connsiteX1056" fmla="*/ 1748457 w 2290556"/>
                <a:gd name="connsiteY1056" fmla="*/ 608642 h 1796087"/>
                <a:gd name="connsiteX1057" fmla="*/ 1750509 w 2290556"/>
                <a:gd name="connsiteY1057" fmla="*/ 611030 h 1796087"/>
                <a:gd name="connsiteX1058" fmla="*/ 1753875 w 2290556"/>
                <a:gd name="connsiteY1058" fmla="*/ 613856 h 1796087"/>
                <a:gd name="connsiteX1059" fmla="*/ 1757678 w 2290556"/>
                <a:gd name="connsiteY1059" fmla="*/ 617556 h 1796087"/>
                <a:gd name="connsiteX1060" fmla="*/ 1760303 w 2290556"/>
                <a:gd name="connsiteY1060" fmla="*/ 619608 h 1796087"/>
                <a:gd name="connsiteX1061" fmla="*/ 1764308 w 2290556"/>
                <a:gd name="connsiteY1061" fmla="*/ 620248 h 1796087"/>
                <a:gd name="connsiteX1062" fmla="*/ 1769524 w 2290556"/>
                <a:gd name="connsiteY1062" fmla="*/ 620248 h 1796087"/>
                <a:gd name="connsiteX1063" fmla="*/ 1773664 w 2290556"/>
                <a:gd name="connsiteY1063" fmla="*/ 621122 h 1796087"/>
                <a:gd name="connsiteX1064" fmla="*/ 1776289 w 2290556"/>
                <a:gd name="connsiteY1064" fmla="*/ 621660 h 1796087"/>
                <a:gd name="connsiteX1065" fmla="*/ 1781404 w 2290556"/>
                <a:gd name="connsiteY1065" fmla="*/ 625462 h 1796087"/>
                <a:gd name="connsiteX1066" fmla="*/ 1785005 w 2290556"/>
                <a:gd name="connsiteY1066" fmla="*/ 627514 h 1796087"/>
                <a:gd name="connsiteX1067" fmla="*/ 1787159 w 2290556"/>
                <a:gd name="connsiteY1067" fmla="*/ 628927 h 1796087"/>
                <a:gd name="connsiteX1068" fmla="*/ 1790962 w 2290556"/>
                <a:gd name="connsiteY1068" fmla="*/ 631752 h 1796087"/>
                <a:gd name="connsiteX1069" fmla="*/ 1791736 w 2290556"/>
                <a:gd name="connsiteY1069" fmla="*/ 635217 h 1796087"/>
                <a:gd name="connsiteX1070" fmla="*/ 1794462 w 2290556"/>
                <a:gd name="connsiteY1070" fmla="*/ 640532 h 1796087"/>
                <a:gd name="connsiteX1071" fmla="*/ 1797390 w 2290556"/>
                <a:gd name="connsiteY1071" fmla="*/ 641508 h 1796087"/>
                <a:gd name="connsiteX1072" fmla="*/ 1799578 w 2290556"/>
                <a:gd name="connsiteY1072" fmla="*/ 641508 h 1796087"/>
                <a:gd name="connsiteX1073" fmla="*/ 1803818 w 2290556"/>
                <a:gd name="connsiteY1073" fmla="*/ 643257 h 1796087"/>
                <a:gd name="connsiteX1074" fmla="*/ 1804054 w 2290556"/>
                <a:gd name="connsiteY1074" fmla="*/ 645107 h 1796087"/>
                <a:gd name="connsiteX1075" fmla="*/ 1805232 w 2290556"/>
                <a:gd name="connsiteY1075" fmla="*/ 647832 h 1796087"/>
                <a:gd name="connsiteX1076" fmla="*/ 1808833 w 2290556"/>
                <a:gd name="connsiteY1076" fmla="*/ 651095 h 1796087"/>
                <a:gd name="connsiteX1077" fmla="*/ 1814386 w 2290556"/>
                <a:gd name="connsiteY1077" fmla="*/ 656208 h 1796087"/>
                <a:gd name="connsiteX1078" fmla="*/ 1818391 w 2290556"/>
                <a:gd name="connsiteY1078" fmla="*/ 659808 h 1796087"/>
                <a:gd name="connsiteX1079" fmla="*/ 1824247 w 2290556"/>
                <a:gd name="connsiteY1079" fmla="*/ 665022 h 1796087"/>
                <a:gd name="connsiteX1080" fmla="*/ 1830540 w 2290556"/>
                <a:gd name="connsiteY1080" fmla="*/ 669900 h 1796087"/>
                <a:gd name="connsiteX1081" fmla="*/ 1836396 w 2290556"/>
                <a:gd name="connsiteY1081" fmla="*/ 676325 h 1796087"/>
                <a:gd name="connsiteX1082" fmla="*/ 1839223 w 2290556"/>
                <a:gd name="connsiteY1082" fmla="*/ 680664 h 1796087"/>
                <a:gd name="connsiteX1083" fmla="*/ 1841713 w 2290556"/>
                <a:gd name="connsiteY1083" fmla="*/ 683726 h 1796087"/>
                <a:gd name="connsiteX1084" fmla="*/ 1845180 w 2290556"/>
                <a:gd name="connsiteY1084" fmla="*/ 690016 h 1796087"/>
                <a:gd name="connsiteX1085" fmla="*/ 1854098 w 2290556"/>
                <a:gd name="connsiteY1085" fmla="*/ 696744 h 1796087"/>
                <a:gd name="connsiteX1086" fmla="*/ 1857464 w 2290556"/>
                <a:gd name="connsiteY1086" fmla="*/ 701319 h 1796087"/>
                <a:gd name="connsiteX1087" fmla="*/ 1856286 w 2290556"/>
                <a:gd name="connsiteY1087" fmla="*/ 704145 h 1796087"/>
                <a:gd name="connsiteX1088" fmla="*/ 1853459 w 2290556"/>
                <a:gd name="connsiteY1088" fmla="*/ 707509 h 1796087"/>
                <a:gd name="connsiteX1089" fmla="*/ 1859550 w 2290556"/>
                <a:gd name="connsiteY1089" fmla="*/ 712622 h 1796087"/>
                <a:gd name="connsiteX1090" fmla="*/ 1861704 w 2290556"/>
                <a:gd name="connsiteY1090" fmla="*/ 713799 h 1796087"/>
                <a:gd name="connsiteX1091" fmla="*/ 1867156 w 2290556"/>
                <a:gd name="connsiteY1091" fmla="*/ 719989 h 1796087"/>
                <a:gd name="connsiteX1092" fmla="*/ 1867156 w 2290556"/>
                <a:gd name="connsiteY1092" fmla="*/ 722916 h 1796087"/>
                <a:gd name="connsiteX1093" fmla="*/ 1866180 w 2290556"/>
                <a:gd name="connsiteY1093" fmla="*/ 724766 h 1796087"/>
                <a:gd name="connsiteX1094" fmla="*/ 1862478 w 2290556"/>
                <a:gd name="connsiteY1094" fmla="*/ 727794 h 1796087"/>
                <a:gd name="connsiteX1095" fmla="*/ 1857800 w 2290556"/>
                <a:gd name="connsiteY1095" fmla="*/ 731158 h 1796087"/>
                <a:gd name="connsiteX1096" fmla="*/ 1851170 w 2290556"/>
                <a:gd name="connsiteY1096" fmla="*/ 736473 h 1796087"/>
                <a:gd name="connsiteX1097" fmla="*/ 1849118 w 2290556"/>
                <a:gd name="connsiteY1097" fmla="*/ 738222 h 1796087"/>
                <a:gd name="connsiteX1098" fmla="*/ 1842689 w 2290556"/>
                <a:gd name="connsiteY1098" fmla="*/ 740947 h 1796087"/>
                <a:gd name="connsiteX1099" fmla="*/ 1836834 w 2290556"/>
                <a:gd name="connsiteY1099" fmla="*/ 742898 h 1796087"/>
                <a:gd name="connsiteX1100" fmla="*/ 1830641 w 2290556"/>
                <a:gd name="connsiteY1100" fmla="*/ 744210 h 1796087"/>
                <a:gd name="connsiteX1101" fmla="*/ 1825727 w 2290556"/>
                <a:gd name="connsiteY1101" fmla="*/ 744411 h 1796087"/>
                <a:gd name="connsiteX1102" fmla="*/ 1814318 w 2290556"/>
                <a:gd name="connsiteY1102" fmla="*/ 744311 h 1796087"/>
                <a:gd name="connsiteX1103" fmla="*/ 1805737 w 2290556"/>
                <a:gd name="connsiteY1103" fmla="*/ 744950 h 1796087"/>
                <a:gd name="connsiteX1104" fmla="*/ 1801732 w 2290556"/>
                <a:gd name="connsiteY1104" fmla="*/ 743739 h 1796087"/>
                <a:gd name="connsiteX1105" fmla="*/ 1798131 w 2290556"/>
                <a:gd name="connsiteY1105" fmla="*/ 741989 h 1796087"/>
                <a:gd name="connsiteX1106" fmla="*/ 1796078 w 2290556"/>
                <a:gd name="connsiteY1106" fmla="*/ 739803 h 1796087"/>
                <a:gd name="connsiteX1107" fmla="*/ 1793688 w 2290556"/>
                <a:gd name="connsiteY1107" fmla="*/ 736775 h 1796087"/>
                <a:gd name="connsiteX1108" fmla="*/ 1792510 w 2290556"/>
                <a:gd name="connsiteY1108" fmla="*/ 735800 h 1796087"/>
                <a:gd name="connsiteX1109" fmla="*/ 1790996 w 2290556"/>
                <a:gd name="connsiteY1109" fmla="*/ 734286 h 1796087"/>
                <a:gd name="connsiteX1110" fmla="*/ 1788606 w 2290556"/>
                <a:gd name="connsiteY1110" fmla="*/ 732537 h 1796087"/>
                <a:gd name="connsiteX1111" fmla="*/ 1786857 w 2290556"/>
                <a:gd name="connsiteY1111" fmla="*/ 731662 h 1796087"/>
                <a:gd name="connsiteX1112" fmla="*/ 1784803 w 2290556"/>
                <a:gd name="connsiteY1112" fmla="*/ 731763 h 1796087"/>
                <a:gd name="connsiteX1113" fmla="*/ 1782515 w 2290556"/>
                <a:gd name="connsiteY1113" fmla="*/ 731763 h 1796087"/>
                <a:gd name="connsiteX1114" fmla="*/ 1780563 w 2290556"/>
                <a:gd name="connsiteY1114" fmla="*/ 731763 h 1796087"/>
                <a:gd name="connsiteX1115" fmla="*/ 1778376 w 2290556"/>
                <a:gd name="connsiteY1115" fmla="*/ 732537 h 1796087"/>
                <a:gd name="connsiteX1116" fmla="*/ 1775784 w 2290556"/>
                <a:gd name="connsiteY1116" fmla="*/ 734824 h 1796087"/>
                <a:gd name="connsiteX1117" fmla="*/ 1774034 w 2290556"/>
                <a:gd name="connsiteY1117" fmla="*/ 736136 h 1796087"/>
                <a:gd name="connsiteX1118" fmla="*/ 1771207 w 2290556"/>
                <a:gd name="connsiteY1118" fmla="*/ 738087 h 1796087"/>
                <a:gd name="connsiteX1119" fmla="*/ 1768144 w 2290556"/>
                <a:gd name="connsiteY1119" fmla="*/ 738962 h 1796087"/>
                <a:gd name="connsiteX1120" fmla="*/ 1766731 w 2290556"/>
                <a:gd name="connsiteY1120" fmla="*/ 738962 h 1796087"/>
                <a:gd name="connsiteX1121" fmla="*/ 1763567 w 2290556"/>
                <a:gd name="connsiteY1121" fmla="*/ 738962 h 1796087"/>
                <a:gd name="connsiteX1122" fmla="*/ 1760101 w 2290556"/>
                <a:gd name="connsiteY1122" fmla="*/ 738794 h 1796087"/>
                <a:gd name="connsiteX1123" fmla="*/ 1757375 w 2290556"/>
                <a:gd name="connsiteY1123" fmla="*/ 738726 h 1796087"/>
                <a:gd name="connsiteX1124" fmla="*/ 1751182 w 2290556"/>
                <a:gd name="connsiteY1124" fmla="*/ 736876 h 1796087"/>
                <a:gd name="connsiteX1125" fmla="*/ 1746605 w 2290556"/>
                <a:gd name="connsiteY1125" fmla="*/ 735800 h 1796087"/>
                <a:gd name="connsiteX1126" fmla="*/ 1743779 w 2290556"/>
                <a:gd name="connsiteY1126" fmla="*/ 735800 h 1796087"/>
                <a:gd name="connsiteX1127" fmla="*/ 1739740 w 2290556"/>
                <a:gd name="connsiteY1127" fmla="*/ 735800 h 1796087"/>
                <a:gd name="connsiteX1128" fmla="*/ 1736173 w 2290556"/>
                <a:gd name="connsiteY1128" fmla="*/ 736674 h 1796087"/>
                <a:gd name="connsiteX1129" fmla="*/ 1733346 w 2290556"/>
                <a:gd name="connsiteY1129" fmla="*/ 737549 h 1796087"/>
                <a:gd name="connsiteX1130" fmla="*/ 1729879 w 2290556"/>
                <a:gd name="connsiteY1130" fmla="*/ 738861 h 1796087"/>
                <a:gd name="connsiteX1131" fmla="*/ 1725538 w 2290556"/>
                <a:gd name="connsiteY1131" fmla="*/ 740913 h 1796087"/>
                <a:gd name="connsiteX1132" fmla="*/ 1722913 w 2290556"/>
                <a:gd name="connsiteY1132" fmla="*/ 741788 h 1796087"/>
                <a:gd name="connsiteX1133" fmla="*/ 1720321 w 2290556"/>
                <a:gd name="connsiteY1133" fmla="*/ 742662 h 1796087"/>
                <a:gd name="connsiteX1134" fmla="*/ 1717158 w 2290556"/>
                <a:gd name="connsiteY1134" fmla="*/ 743840 h 1796087"/>
                <a:gd name="connsiteX1135" fmla="*/ 1713994 w 2290556"/>
                <a:gd name="connsiteY1135" fmla="*/ 745791 h 1796087"/>
                <a:gd name="connsiteX1136" fmla="*/ 1711268 w 2290556"/>
                <a:gd name="connsiteY1136" fmla="*/ 748078 h 1796087"/>
                <a:gd name="connsiteX1137" fmla="*/ 1708340 w 2290556"/>
                <a:gd name="connsiteY1137" fmla="*/ 750130 h 1796087"/>
                <a:gd name="connsiteX1138" fmla="*/ 1704537 w 2290556"/>
                <a:gd name="connsiteY1138" fmla="*/ 753057 h 1796087"/>
                <a:gd name="connsiteX1139" fmla="*/ 1699960 w 2290556"/>
                <a:gd name="connsiteY1139" fmla="*/ 756421 h 1796087"/>
                <a:gd name="connsiteX1140" fmla="*/ 1697335 w 2290556"/>
                <a:gd name="connsiteY1140" fmla="*/ 757396 h 1796087"/>
                <a:gd name="connsiteX1141" fmla="*/ 1692321 w 2290556"/>
                <a:gd name="connsiteY1141" fmla="*/ 760020 h 1796087"/>
                <a:gd name="connsiteX1142" fmla="*/ 1688282 w 2290556"/>
                <a:gd name="connsiteY1142" fmla="*/ 760121 h 1796087"/>
                <a:gd name="connsiteX1143" fmla="*/ 1682527 w 2290556"/>
                <a:gd name="connsiteY1143" fmla="*/ 759146 h 1796087"/>
                <a:gd name="connsiteX1144" fmla="*/ 1679364 w 2290556"/>
                <a:gd name="connsiteY1144" fmla="*/ 757497 h 1796087"/>
                <a:gd name="connsiteX1145" fmla="*/ 1677950 w 2290556"/>
                <a:gd name="connsiteY1145" fmla="*/ 758036 h 1796087"/>
                <a:gd name="connsiteX1146" fmla="*/ 1674349 w 2290556"/>
                <a:gd name="connsiteY1146" fmla="*/ 758036 h 1796087"/>
                <a:gd name="connsiteX1147" fmla="*/ 1672060 w 2290556"/>
                <a:gd name="connsiteY1147" fmla="*/ 758574 h 1796087"/>
                <a:gd name="connsiteX1148" fmla="*/ 1667921 w 2290556"/>
                <a:gd name="connsiteY1148" fmla="*/ 760323 h 1796087"/>
                <a:gd name="connsiteX1149" fmla="*/ 1664454 w 2290556"/>
                <a:gd name="connsiteY1149" fmla="*/ 764225 h 1796087"/>
                <a:gd name="connsiteX1150" fmla="*/ 1662940 w 2290556"/>
                <a:gd name="connsiteY1150" fmla="*/ 767589 h 1796087"/>
                <a:gd name="connsiteX1151" fmla="*/ 1662940 w 2290556"/>
                <a:gd name="connsiteY1151" fmla="*/ 772601 h 1796087"/>
                <a:gd name="connsiteX1152" fmla="*/ 1660349 w 2290556"/>
                <a:gd name="connsiteY1152" fmla="*/ 777177 h 1796087"/>
                <a:gd name="connsiteX1153" fmla="*/ 1657959 w 2290556"/>
                <a:gd name="connsiteY1153" fmla="*/ 781079 h 1796087"/>
                <a:gd name="connsiteX1154" fmla="*/ 1654358 w 2290556"/>
                <a:gd name="connsiteY1154" fmla="*/ 783568 h 1796087"/>
                <a:gd name="connsiteX1155" fmla="*/ 1651195 w 2290556"/>
                <a:gd name="connsiteY1155" fmla="*/ 784443 h 1796087"/>
                <a:gd name="connsiteX1156" fmla="*/ 1647930 w 2290556"/>
                <a:gd name="connsiteY1156" fmla="*/ 784241 h 1796087"/>
                <a:gd name="connsiteX1157" fmla="*/ 1644868 w 2290556"/>
                <a:gd name="connsiteY1157" fmla="*/ 783164 h 1796087"/>
                <a:gd name="connsiteX1158" fmla="*/ 1637464 w 2290556"/>
                <a:gd name="connsiteY1158" fmla="*/ 781953 h 1796087"/>
                <a:gd name="connsiteX1159" fmla="*/ 1631608 w 2290556"/>
                <a:gd name="connsiteY1159" fmla="*/ 781953 h 1796087"/>
                <a:gd name="connsiteX1160" fmla="*/ 1626829 w 2290556"/>
                <a:gd name="connsiteY1160" fmla="*/ 781953 h 1796087"/>
                <a:gd name="connsiteX1161" fmla="*/ 1621074 w 2290556"/>
                <a:gd name="connsiteY1161" fmla="*/ 783265 h 1796087"/>
                <a:gd name="connsiteX1162" fmla="*/ 1614444 w 2290556"/>
                <a:gd name="connsiteY1162" fmla="*/ 786730 h 1796087"/>
                <a:gd name="connsiteX1163" fmla="*/ 1606199 w 2290556"/>
                <a:gd name="connsiteY1163" fmla="*/ 792718 h 1796087"/>
                <a:gd name="connsiteX1164" fmla="*/ 1600343 w 2290556"/>
                <a:gd name="connsiteY1164" fmla="*/ 794333 h 1796087"/>
                <a:gd name="connsiteX1165" fmla="*/ 1595463 w 2290556"/>
                <a:gd name="connsiteY1165" fmla="*/ 798672 h 1796087"/>
                <a:gd name="connsiteX1166" fmla="*/ 1593410 w 2290556"/>
                <a:gd name="connsiteY1166" fmla="*/ 805198 h 1796087"/>
                <a:gd name="connsiteX1167" fmla="*/ 1590919 w 2290556"/>
                <a:gd name="connsiteY1167" fmla="*/ 808798 h 1796087"/>
                <a:gd name="connsiteX1168" fmla="*/ 1585804 w 2290556"/>
                <a:gd name="connsiteY1168" fmla="*/ 813575 h 1796087"/>
                <a:gd name="connsiteX1169" fmla="*/ 1583953 w 2290556"/>
                <a:gd name="connsiteY1169" fmla="*/ 815526 h 1796087"/>
                <a:gd name="connsiteX1170" fmla="*/ 1581227 w 2290556"/>
                <a:gd name="connsiteY1170" fmla="*/ 818351 h 1796087"/>
                <a:gd name="connsiteX1171" fmla="*/ 1577962 w 2290556"/>
                <a:gd name="connsiteY1171" fmla="*/ 822691 h 1796087"/>
                <a:gd name="connsiteX1172" fmla="*/ 1576212 w 2290556"/>
                <a:gd name="connsiteY1172" fmla="*/ 826829 h 1796087"/>
                <a:gd name="connsiteX1173" fmla="*/ 1574563 w 2290556"/>
                <a:gd name="connsiteY1173" fmla="*/ 828040 h 1796087"/>
                <a:gd name="connsiteX1174" fmla="*/ 1573486 w 2290556"/>
                <a:gd name="connsiteY1174" fmla="*/ 831404 h 1796087"/>
                <a:gd name="connsiteX1175" fmla="*/ 1572712 w 2290556"/>
                <a:gd name="connsiteY1175" fmla="*/ 833893 h 1796087"/>
                <a:gd name="connsiteX1176" fmla="*/ 1572376 w 2290556"/>
                <a:gd name="connsiteY1176" fmla="*/ 836618 h 1796087"/>
                <a:gd name="connsiteX1177" fmla="*/ 1572039 w 2290556"/>
                <a:gd name="connsiteY1177" fmla="*/ 837694 h 1796087"/>
                <a:gd name="connsiteX1178" fmla="*/ 1573654 w 2290556"/>
                <a:gd name="connsiteY1178" fmla="*/ 840318 h 1796087"/>
                <a:gd name="connsiteX1179" fmla="*/ 1576683 w 2290556"/>
                <a:gd name="connsiteY1179" fmla="*/ 845431 h 1796087"/>
                <a:gd name="connsiteX1180" fmla="*/ 1577323 w 2290556"/>
                <a:gd name="connsiteY1180" fmla="*/ 847618 h 1796087"/>
                <a:gd name="connsiteX1181" fmla="*/ 1577861 w 2290556"/>
                <a:gd name="connsiteY1181" fmla="*/ 851083 h 1796087"/>
                <a:gd name="connsiteX1182" fmla="*/ 1577861 w 2290556"/>
                <a:gd name="connsiteY1182" fmla="*/ 854548 h 1796087"/>
                <a:gd name="connsiteX1183" fmla="*/ 1577861 w 2290556"/>
                <a:gd name="connsiteY1183" fmla="*/ 856600 h 1796087"/>
                <a:gd name="connsiteX1184" fmla="*/ 1577054 w 2290556"/>
                <a:gd name="connsiteY1184" fmla="*/ 858349 h 1796087"/>
                <a:gd name="connsiteX1185" fmla="*/ 1575034 w 2290556"/>
                <a:gd name="connsiteY1185" fmla="*/ 860098 h 1796087"/>
                <a:gd name="connsiteX1186" fmla="*/ 1572544 w 2290556"/>
                <a:gd name="connsiteY1186" fmla="*/ 862049 h 1796087"/>
                <a:gd name="connsiteX1187" fmla="*/ 1569818 w 2290556"/>
                <a:gd name="connsiteY1187" fmla="*/ 862924 h 1796087"/>
                <a:gd name="connsiteX1188" fmla="*/ 1565678 w 2290556"/>
                <a:gd name="connsiteY1188" fmla="*/ 862924 h 1796087"/>
                <a:gd name="connsiteX1189" fmla="*/ 1561236 w 2290556"/>
                <a:gd name="connsiteY1189" fmla="*/ 863698 h 1796087"/>
                <a:gd name="connsiteX1190" fmla="*/ 1558207 w 2290556"/>
                <a:gd name="connsiteY1190" fmla="*/ 864236 h 1796087"/>
                <a:gd name="connsiteX1191" fmla="*/ 1555918 w 2290556"/>
                <a:gd name="connsiteY1191" fmla="*/ 865110 h 1796087"/>
                <a:gd name="connsiteX1192" fmla="*/ 1553193 w 2290556"/>
                <a:gd name="connsiteY1192" fmla="*/ 866961 h 1796087"/>
                <a:gd name="connsiteX1193" fmla="*/ 1551341 w 2290556"/>
                <a:gd name="connsiteY1193" fmla="*/ 868710 h 1796087"/>
                <a:gd name="connsiteX1194" fmla="*/ 1549928 w 2290556"/>
                <a:gd name="connsiteY1194" fmla="*/ 870997 h 1796087"/>
                <a:gd name="connsiteX1195" fmla="*/ 1547438 w 2290556"/>
                <a:gd name="connsiteY1195" fmla="*/ 874462 h 1796087"/>
                <a:gd name="connsiteX1196" fmla="*/ 1542995 w 2290556"/>
                <a:gd name="connsiteY1196" fmla="*/ 878802 h 1796087"/>
                <a:gd name="connsiteX1197" fmla="*/ 1538519 w 2290556"/>
                <a:gd name="connsiteY1197" fmla="*/ 880316 h 1796087"/>
                <a:gd name="connsiteX1198" fmla="*/ 1533202 w 2290556"/>
                <a:gd name="connsiteY1198" fmla="*/ 885631 h 1796087"/>
                <a:gd name="connsiteX1199" fmla="*/ 1527312 w 2290556"/>
                <a:gd name="connsiteY1199" fmla="*/ 891282 h 1796087"/>
                <a:gd name="connsiteX1200" fmla="*/ 1520918 w 2290556"/>
                <a:gd name="connsiteY1200" fmla="*/ 895285 h 1796087"/>
                <a:gd name="connsiteX1201" fmla="*/ 1515802 w 2290556"/>
                <a:gd name="connsiteY1201" fmla="*/ 896799 h 1796087"/>
                <a:gd name="connsiteX1202" fmla="*/ 1509812 w 2290556"/>
                <a:gd name="connsiteY1202" fmla="*/ 899187 h 1796087"/>
                <a:gd name="connsiteX1203" fmla="*/ 1502240 w 2290556"/>
                <a:gd name="connsiteY1203" fmla="*/ 900600 h 1796087"/>
                <a:gd name="connsiteX1204" fmla="*/ 1479624 w 2290556"/>
                <a:gd name="connsiteY1204" fmla="*/ 900600 h 1796087"/>
                <a:gd name="connsiteX1205" fmla="*/ 1467441 w 2290556"/>
                <a:gd name="connsiteY1205" fmla="*/ 900600 h 1796087"/>
                <a:gd name="connsiteX1206" fmla="*/ 1459397 w 2290556"/>
                <a:gd name="connsiteY1206" fmla="*/ 900600 h 1796087"/>
                <a:gd name="connsiteX1207" fmla="*/ 1453306 w 2290556"/>
                <a:gd name="connsiteY1207" fmla="*/ 901139 h 1796087"/>
                <a:gd name="connsiteX1208" fmla="*/ 1446878 w 2290556"/>
                <a:gd name="connsiteY1208" fmla="*/ 902114 h 1796087"/>
                <a:gd name="connsiteX1209" fmla="*/ 1443176 w 2290556"/>
                <a:gd name="connsiteY1209" fmla="*/ 903191 h 1796087"/>
                <a:gd name="connsiteX1210" fmla="*/ 1439036 w 2290556"/>
                <a:gd name="connsiteY1210" fmla="*/ 905243 h 1796087"/>
                <a:gd name="connsiteX1211" fmla="*/ 1437959 w 2290556"/>
                <a:gd name="connsiteY1211" fmla="*/ 906555 h 1796087"/>
                <a:gd name="connsiteX1212" fmla="*/ 1436983 w 2290556"/>
                <a:gd name="connsiteY1212" fmla="*/ 908405 h 1796087"/>
                <a:gd name="connsiteX1213" fmla="*/ 1436983 w 2290556"/>
                <a:gd name="connsiteY1213" fmla="*/ 911567 h 1796087"/>
                <a:gd name="connsiteX1214" fmla="*/ 1435233 w 2290556"/>
                <a:gd name="connsiteY1214" fmla="*/ 915368 h 1796087"/>
                <a:gd name="connsiteX1215" fmla="*/ 1435233 w 2290556"/>
                <a:gd name="connsiteY1215" fmla="*/ 920246 h 1796087"/>
                <a:gd name="connsiteX1216" fmla="*/ 1432070 w 2290556"/>
                <a:gd name="connsiteY1216" fmla="*/ 925023 h 1796087"/>
                <a:gd name="connsiteX1217" fmla="*/ 1427055 w 2290556"/>
                <a:gd name="connsiteY1217" fmla="*/ 930674 h 1796087"/>
                <a:gd name="connsiteX1218" fmla="*/ 1421401 w 2290556"/>
                <a:gd name="connsiteY1218" fmla="*/ 936225 h 1796087"/>
                <a:gd name="connsiteX1219" fmla="*/ 1412180 w 2290556"/>
                <a:gd name="connsiteY1219" fmla="*/ 942953 h 1796087"/>
                <a:gd name="connsiteX1220" fmla="*/ 1400233 w 2290556"/>
                <a:gd name="connsiteY1220" fmla="*/ 955668 h 1796087"/>
                <a:gd name="connsiteX1221" fmla="*/ 1389699 w 2290556"/>
                <a:gd name="connsiteY1221" fmla="*/ 962834 h 1796087"/>
                <a:gd name="connsiteX1222" fmla="*/ 1378626 w 2290556"/>
                <a:gd name="connsiteY1222" fmla="*/ 970672 h 1796087"/>
                <a:gd name="connsiteX1223" fmla="*/ 1374722 w 2290556"/>
                <a:gd name="connsiteY1223" fmla="*/ 971849 h 1796087"/>
                <a:gd name="connsiteX1224" fmla="*/ 1364828 w 2290556"/>
                <a:gd name="connsiteY1224" fmla="*/ 975314 h 1796087"/>
                <a:gd name="connsiteX1225" fmla="*/ 1355169 w 2290556"/>
                <a:gd name="connsiteY1225" fmla="*/ 975314 h 1796087"/>
                <a:gd name="connsiteX1226" fmla="*/ 1348001 w 2290556"/>
                <a:gd name="connsiteY1226" fmla="*/ 974776 h 1796087"/>
                <a:gd name="connsiteX1227" fmla="*/ 1341808 w 2290556"/>
                <a:gd name="connsiteY1227" fmla="*/ 974338 h 1796087"/>
                <a:gd name="connsiteX1228" fmla="*/ 1336255 w 2290556"/>
                <a:gd name="connsiteY1228" fmla="*/ 974776 h 1796087"/>
                <a:gd name="connsiteX1229" fmla="*/ 1332553 w 2290556"/>
                <a:gd name="connsiteY1229" fmla="*/ 974237 h 1796087"/>
                <a:gd name="connsiteX1230" fmla="*/ 1327135 w 2290556"/>
                <a:gd name="connsiteY1230" fmla="*/ 973262 h 1796087"/>
                <a:gd name="connsiteX1231" fmla="*/ 1322558 w 2290556"/>
                <a:gd name="connsiteY1231" fmla="*/ 972051 h 1796087"/>
                <a:gd name="connsiteX1232" fmla="*/ 1317139 w 2290556"/>
                <a:gd name="connsiteY1232" fmla="*/ 971513 h 1796087"/>
                <a:gd name="connsiteX1233" fmla="*/ 1307582 w 2290556"/>
                <a:gd name="connsiteY1233" fmla="*/ 967711 h 1796087"/>
                <a:gd name="connsiteX1234" fmla="*/ 1302264 w 2290556"/>
                <a:gd name="connsiteY1234" fmla="*/ 968351 h 1796087"/>
                <a:gd name="connsiteX1235" fmla="*/ 1298024 w 2290556"/>
                <a:gd name="connsiteY1235" fmla="*/ 968351 h 1796087"/>
                <a:gd name="connsiteX1236" fmla="*/ 1293446 w 2290556"/>
                <a:gd name="connsiteY1236" fmla="*/ 967812 h 1796087"/>
                <a:gd name="connsiteX1237" fmla="*/ 1289307 w 2290556"/>
                <a:gd name="connsiteY1237" fmla="*/ 966063 h 1796087"/>
                <a:gd name="connsiteX1238" fmla="*/ 1284427 w 2290556"/>
                <a:gd name="connsiteY1238" fmla="*/ 963574 h 1796087"/>
                <a:gd name="connsiteX1239" fmla="*/ 1274735 w 2290556"/>
                <a:gd name="connsiteY1239" fmla="*/ 954760 h 1796087"/>
                <a:gd name="connsiteX1240" fmla="*/ 1272143 w 2290556"/>
                <a:gd name="connsiteY1240" fmla="*/ 952035 h 1796087"/>
                <a:gd name="connsiteX1241" fmla="*/ 1269653 w 2290556"/>
                <a:gd name="connsiteY1241" fmla="*/ 949546 h 1796087"/>
                <a:gd name="connsiteX1242" fmla="*/ 1267028 w 2290556"/>
                <a:gd name="connsiteY1242" fmla="*/ 948133 h 1796087"/>
                <a:gd name="connsiteX1243" fmla="*/ 1262249 w 2290556"/>
                <a:gd name="connsiteY1243" fmla="*/ 947494 h 1796087"/>
                <a:gd name="connsiteX1244" fmla="*/ 1253566 w 2290556"/>
                <a:gd name="connsiteY1244" fmla="*/ 947494 h 1796087"/>
                <a:gd name="connsiteX1245" fmla="*/ 1240508 w 2290556"/>
                <a:gd name="connsiteY1245" fmla="*/ 947494 h 1796087"/>
                <a:gd name="connsiteX1246" fmla="*/ 1236907 w 2290556"/>
                <a:gd name="connsiteY1246" fmla="*/ 947696 h 1796087"/>
                <a:gd name="connsiteX1247" fmla="*/ 1233340 w 2290556"/>
                <a:gd name="connsiteY1247" fmla="*/ 947830 h 1796087"/>
                <a:gd name="connsiteX1248" fmla="*/ 1229739 w 2290556"/>
                <a:gd name="connsiteY1248" fmla="*/ 948806 h 1796087"/>
                <a:gd name="connsiteX1249" fmla="*/ 1227450 w 2290556"/>
                <a:gd name="connsiteY1249" fmla="*/ 949344 h 1796087"/>
                <a:gd name="connsiteX1250" fmla="*/ 1222873 w 2290556"/>
                <a:gd name="connsiteY1250" fmla="*/ 951632 h 1796087"/>
                <a:gd name="connsiteX1251" fmla="*/ 1219507 w 2290556"/>
                <a:gd name="connsiteY1251" fmla="*/ 953280 h 1796087"/>
                <a:gd name="connsiteX1252" fmla="*/ 1216479 w 2290556"/>
                <a:gd name="connsiteY1252" fmla="*/ 955870 h 1796087"/>
                <a:gd name="connsiteX1253" fmla="*/ 1213753 w 2290556"/>
                <a:gd name="connsiteY1253" fmla="*/ 957922 h 1796087"/>
                <a:gd name="connsiteX1254" fmla="*/ 1210152 w 2290556"/>
                <a:gd name="connsiteY1254" fmla="*/ 960950 h 1796087"/>
                <a:gd name="connsiteX1255" fmla="*/ 1208099 w 2290556"/>
                <a:gd name="connsiteY1255" fmla="*/ 964953 h 1796087"/>
                <a:gd name="connsiteX1256" fmla="*/ 1205810 w 2290556"/>
                <a:gd name="connsiteY1256" fmla="*/ 969831 h 1796087"/>
                <a:gd name="connsiteX1257" fmla="*/ 1200358 w 2290556"/>
                <a:gd name="connsiteY1257" fmla="*/ 975684 h 1796087"/>
                <a:gd name="connsiteX1258" fmla="*/ 1198171 w 2290556"/>
                <a:gd name="connsiteY1258" fmla="*/ 985675 h 1796087"/>
                <a:gd name="connsiteX1259" fmla="*/ 1197194 w 2290556"/>
                <a:gd name="connsiteY1259" fmla="*/ 987962 h 1796087"/>
                <a:gd name="connsiteX1260" fmla="*/ 1195243 w 2290556"/>
                <a:gd name="connsiteY1260" fmla="*/ 992403 h 1796087"/>
                <a:gd name="connsiteX1261" fmla="*/ 1193728 w 2290556"/>
                <a:gd name="connsiteY1261" fmla="*/ 996641 h 1796087"/>
                <a:gd name="connsiteX1262" fmla="*/ 1191978 w 2290556"/>
                <a:gd name="connsiteY1262" fmla="*/ 1000544 h 1796087"/>
                <a:gd name="connsiteX1263" fmla="*/ 1191002 w 2290556"/>
                <a:gd name="connsiteY1263" fmla="*/ 1004984 h 1796087"/>
                <a:gd name="connsiteX1264" fmla="*/ 1190565 w 2290556"/>
                <a:gd name="connsiteY1264" fmla="*/ 1009559 h 1796087"/>
                <a:gd name="connsiteX1265" fmla="*/ 1189689 w 2290556"/>
                <a:gd name="connsiteY1265" fmla="*/ 1012721 h 1796087"/>
                <a:gd name="connsiteX1266" fmla="*/ 1188377 w 2290556"/>
                <a:gd name="connsiteY1266" fmla="*/ 1015648 h 1796087"/>
                <a:gd name="connsiteX1267" fmla="*/ 1185314 w 2290556"/>
                <a:gd name="connsiteY1267" fmla="*/ 1019348 h 1796087"/>
                <a:gd name="connsiteX1268" fmla="*/ 1184574 w 2290556"/>
                <a:gd name="connsiteY1268" fmla="*/ 1021299 h 1796087"/>
                <a:gd name="connsiteX1269" fmla="*/ 1184776 w 2290556"/>
                <a:gd name="connsiteY1269" fmla="*/ 1024764 h 1796087"/>
                <a:gd name="connsiteX1270" fmla="*/ 1184776 w 2290556"/>
                <a:gd name="connsiteY1270" fmla="*/ 1027691 h 1796087"/>
                <a:gd name="connsiteX1271" fmla="*/ 1185819 w 2290556"/>
                <a:gd name="connsiteY1271" fmla="*/ 1030752 h 1796087"/>
                <a:gd name="connsiteX1272" fmla="*/ 1188040 w 2290556"/>
                <a:gd name="connsiteY1272" fmla="*/ 1033342 h 1796087"/>
                <a:gd name="connsiteX1273" fmla="*/ 1191204 w 2290556"/>
                <a:gd name="connsiteY1273" fmla="*/ 1036942 h 1796087"/>
                <a:gd name="connsiteX1274" fmla="*/ 1192718 w 2290556"/>
                <a:gd name="connsiteY1274" fmla="*/ 1043569 h 1796087"/>
                <a:gd name="connsiteX1275" fmla="*/ 1192920 w 2290556"/>
                <a:gd name="connsiteY1275" fmla="*/ 1046731 h 1796087"/>
                <a:gd name="connsiteX1276" fmla="*/ 1198036 w 2290556"/>
                <a:gd name="connsiteY1276" fmla="*/ 1054434 h 1796087"/>
                <a:gd name="connsiteX1277" fmla="*/ 1201300 w 2290556"/>
                <a:gd name="connsiteY1277" fmla="*/ 1059850 h 1796087"/>
                <a:gd name="connsiteX1278" fmla="*/ 1207493 w 2290556"/>
                <a:gd name="connsiteY1278" fmla="*/ 1064863 h 1796087"/>
                <a:gd name="connsiteX1279" fmla="*/ 1218464 w 2290556"/>
                <a:gd name="connsiteY1279" fmla="*/ 1074854 h 1796087"/>
                <a:gd name="connsiteX1280" fmla="*/ 1221931 w 2290556"/>
                <a:gd name="connsiteY1280" fmla="*/ 1078991 h 1796087"/>
                <a:gd name="connsiteX1281" fmla="*/ 1225296 w 2290556"/>
                <a:gd name="connsiteY1281" fmla="*/ 1082153 h 1796087"/>
                <a:gd name="connsiteX1282" fmla="*/ 1226508 w 2290556"/>
                <a:gd name="connsiteY1282" fmla="*/ 1085618 h 1796087"/>
                <a:gd name="connsiteX1283" fmla="*/ 1226508 w 2290556"/>
                <a:gd name="connsiteY1283" fmla="*/ 1089857 h 1796087"/>
                <a:gd name="connsiteX1284" fmla="*/ 1226036 w 2290556"/>
                <a:gd name="connsiteY1284" fmla="*/ 1095845 h 1796087"/>
                <a:gd name="connsiteX1285" fmla="*/ 1222267 w 2290556"/>
                <a:gd name="connsiteY1285" fmla="*/ 1100622 h 1796087"/>
                <a:gd name="connsiteX1286" fmla="*/ 1217589 w 2290556"/>
                <a:gd name="connsiteY1286" fmla="*/ 1106273 h 1796087"/>
                <a:gd name="connsiteX1287" fmla="*/ 1207493 w 2290556"/>
                <a:gd name="connsiteY1287" fmla="*/ 1114851 h 1796087"/>
                <a:gd name="connsiteX1288" fmla="*/ 1196420 w 2290556"/>
                <a:gd name="connsiteY1288" fmla="*/ 1123429 h 1796087"/>
                <a:gd name="connsiteX1289" fmla="*/ 1185314 w 2290556"/>
                <a:gd name="connsiteY1289" fmla="*/ 1129518 h 1796087"/>
                <a:gd name="connsiteX1290" fmla="*/ 1166535 w 2290556"/>
                <a:gd name="connsiteY1290" fmla="*/ 1137423 h 1796087"/>
                <a:gd name="connsiteX1291" fmla="*/ 1159569 w 2290556"/>
                <a:gd name="connsiteY1291" fmla="*/ 1140586 h 1796087"/>
                <a:gd name="connsiteX1292" fmla="*/ 1153141 w 2290556"/>
                <a:gd name="connsiteY1292" fmla="*/ 1142436 h 1796087"/>
                <a:gd name="connsiteX1293" fmla="*/ 1148799 w 2290556"/>
                <a:gd name="connsiteY1293" fmla="*/ 1145160 h 1796087"/>
                <a:gd name="connsiteX1294" fmla="*/ 1144020 w 2290556"/>
                <a:gd name="connsiteY1294" fmla="*/ 1148087 h 1796087"/>
                <a:gd name="connsiteX1295" fmla="*/ 1140857 w 2290556"/>
                <a:gd name="connsiteY1295" fmla="*/ 1151552 h 1796087"/>
                <a:gd name="connsiteX1296" fmla="*/ 1137794 w 2290556"/>
                <a:gd name="connsiteY1296" fmla="*/ 1155589 h 1796087"/>
                <a:gd name="connsiteX1297" fmla="*/ 1135943 w 2290556"/>
                <a:gd name="connsiteY1297" fmla="*/ 1158852 h 1796087"/>
                <a:gd name="connsiteX1298" fmla="*/ 1134092 w 2290556"/>
                <a:gd name="connsiteY1298" fmla="*/ 1162014 h 1796087"/>
                <a:gd name="connsiteX1299" fmla="*/ 1131467 w 2290556"/>
                <a:gd name="connsiteY1299" fmla="*/ 1165378 h 1796087"/>
                <a:gd name="connsiteX1300" fmla="*/ 1129179 w 2290556"/>
                <a:gd name="connsiteY1300" fmla="*/ 1168103 h 1796087"/>
                <a:gd name="connsiteX1301" fmla="*/ 1126789 w 2290556"/>
                <a:gd name="connsiteY1301" fmla="*/ 1172341 h 1796087"/>
                <a:gd name="connsiteX1302" fmla="*/ 1123323 w 2290556"/>
                <a:gd name="connsiteY1302" fmla="*/ 1175941 h 1796087"/>
                <a:gd name="connsiteX1303" fmla="*/ 1120832 w 2290556"/>
                <a:gd name="connsiteY1303" fmla="*/ 1180818 h 1796087"/>
                <a:gd name="connsiteX1304" fmla="*/ 1115818 w 2290556"/>
                <a:gd name="connsiteY1304" fmla="*/ 1189195 h 1796087"/>
                <a:gd name="connsiteX1305" fmla="*/ 1094178 w 2290556"/>
                <a:gd name="connsiteY1305" fmla="*/ 1207562 h 1796087"/>
                <a:gd name="connsiteX1306" fmla="*/ 1091014 w 2290556"/>
                <a:gd name="connsiteY1306" fmla="*/ 1211599 h 1796087"/>
                <a:gd name="connsiteX1307" fmla="*/ 1087851 w 2290556"/>
                <a:gd name="connsiteY1307" fmla="*/ 1215198 h 1796087"/>
                <a:gd name="connsiteX1308" fmla="*/ 1084923 w 2290556"/>
                <a:gd name="connsiteY1308" fmla="*/ 1217048 h 1796087"/>
                <a:gd name="connsiteX1309" fmla="*/ 1080783 w 2290556"/>
                <a:gd name="connsiteY1309" fmla="*/ 1220110 h 1796087"/>
                <a:gd name="connsiteX1310" fmla="*/ 1076105 w 2290556"/>
                <a:gd name="connsiteY1310" fmla="*/ 1221422 h 1796087"/>
                <a:gd name="connsiteX1311" fmla="*/ 1070889 w 2290556"/>
                <a:gd name="connsiteY1311" fmla="*/ 1222498 h 1796087"/>
                <a:gd name="connsiteX1312" fmla="*/ 1067523 w 2290556"/>
                <a:gd name="connsiteY1312" fmla="*/ 1222935 h 1796087"/>
                <a:gd name="connsiteX1313" fmla="*/ 1062745 w 2290556"/>
                <a:gd name="connsiteY1313" fmla="*/ 1223373 h 1796087"/>
                <a:gd name="connsiteX1314" fmla="*/ 1055340 w 2290556"/>
                <a:gd name="connsiteY1314" fmla="*/ 1224146 h 1796087"/>
                <a:gd name="connsiteX1315" fmla="*/ 1051436 w 2290556"/>
                <a:gd name="connsiteY1315" fmla="*/ 1224584 h 1796087"/>
                <a:gd name="connsiteX1316" fmla="*/ 1046657 w 2290556"/>
                <a:gd name="connsiteY1316" fmla="*/ 1226636 h 1796087"/>
                <a:gd name="connsiteX1317" fmla="*/ 1040028 w 2290556"/>
                <a:gd name="connsiteY1317" fmla="*/ 1230235 h 1796087"/>
                <a:gd name="connsiteX1318" fmla="*/ 1034037 w 2290556"/>
                <a:gd name="connsiteY1318" fmla="*/ 1234238 h 1796087"/>
                <a:gd name="connsiteX1319" fmla="*/ 1025657 w 2290556"/>
                <a:gd name="connsiteY1319" fmla="*/ 1241504 h 1796087"/>
                <a:gd name="connsiteX1320" fmla="*/ 1016873 w 2290556"/>
                <a:gd name="connsiteY1320" fmla="*/ 1244734 h 1796087"/>
                <a:gd name="connsiteX1321" fmla="*/ 1002536 w 2290556"/>
                <a:gd name="connsiteY1321" fmla="*/ 1244734 h 1796087"/>
                <a:gd name="connsiteX1322" fmla="*/ 978944 w 2290556"/>
                <a:gd name="connsiteY1322" fmla="*/ 1246079 h 1796087"/>
                <a:gd name="connsiteX1323" fmla="*/ 959055 w 2290556"/>
                <a:gd name="connsiteY1323" fmla="*/ 1248199 h 1796087"/>
                <a:gd name="connsiteX1324" fmla="*/ 953199 w 2290556"/>
                <a:gd name="connsiteY1324" fmla="*/ 1248636 h 1796087"/>
                <a:gd name="connsiteX1325" fmla="*/ 941352 w 2290556"/>
                <a:gd name="connsiteY1325" fmla="*/ 1246786 h 1796087"/>
                <a:gd name="connsiteX1326" fmla="*/ 926242 w 2290556"/>
                <a:gd name="connsiteY1326" fmla="*/ 1245272 h 1796087"/>
                <a:gd name="connsiteX1327" fmla="*/ 916010 w 2290556"/>
                <a:gd name="connsiteY1327" fmla="*/ 1245474 h 1796087"/>
                <a:gd name="connsiteX1328" fmla="*/ 890130 w 2290556"/>
                <a:gd name="connsiteY1328" fmla="*/ 1246113 h 1796087"/>
                <a:gd name="connsiteX1329" fmla="*/ 883702 w 2290556"/>
                <a:gd name="connsiteY1329" fmla="*/ 1246449 h 1796087"/>
                <a:gd name="connsiteX1330" fmla="*/ 871250 w 2290556"/>
                <a:gd name="connsiteY1330" fmla="*/ 1248064 h 1796087"/>
                <a:gd name="connsiteX1331" fmla="*/ 860615 w 2290556"/>
                <a:gd name="connsiteY1331" fmla="*/ 1248064 h 1796087"/>
                <a:gd name="connsiteX1332" fmla="*/ 856576 w 2290556"/>
                <a:gd name="connsiteY1332" fmla="*/ 1245171 h 1796087"/>
                <a:gd name="connsiteX1333" fmla="*/ 852235 w 2290556"/>
                <a:gd name="connsiteY1333" fmla="*/ 1243388 h 1796087"/>
                <a:gd name="connsiteX1334" fmla="*/ 847692 w 2290556"/>
                <a:gd name="connsiteY1334" fmla="*/ 1242850 h 1796087"/>
                <a:gd name="connsiteX1335" fmla="*/ 842038 w 2290556"/>
                <a:gd name="connsiteY1335" fmla="*/ 1243085 h 1796087"/>
                <a:gd name="connsiteX1336" fmla="*/ 837898 w 2290556"/>
                <a:gd name="connsiteY1336" fmla="*/ 1243422 h 1796087"/>
                <a:gd name="connsiteX1337" fmla="*/ 833994 w 2290556"/>
                <a:gd name="connsiteY1337" fmla="*/ 1244734 h 1796087"/>
                <a:gd name="connsiteX1338" fmla="*/ 828677 w 2290556"/>
                <a:gd name="connsiteY1338" fmla="*/ 1247459 h 1796087"/>
                <a:gd name="connsiteX1339" fmla="*/ 815854 w 2290556"/>
                <a:gd name="connsiteY1339" fmla="*/ 1255936 h 1796087"/>
                <a:gd name="connsiteX1340" fmla="*/ 812354 w 2290556"/>
                <a:gd name="connsiteY1340" fmla="*/ 1260073 h 1796087"/>
                <a:gd name="connsiteX1341" fmla="*/ 803234 w 2290556"/>
                <a:gd name="connsiteY1341" fmla="*/ 1262361 h 1796087"/>
                <a:gd name="connsiteX1342" fmla="*/ 794214 w 2290556"/>
                <a:gd name="connsiteY1342" fmla="*/ 1262563 h 1796087"/>
                <a:gd name="connsiteX1343" fmla="*/ 785633 w 2290556"/>
                <a:gd name="connsiteY1343" fmla="*/ 1262462 h 1796087"/>
                <a:gd name="connsiteX1344" fmla="*/ 780079 w 2290556"/>
                <a:gd name="connsiteY1344" fmla="*/ 1263437 h 1796087"/>
                <a:gd name="connsiteX1345" fmla="*/ 770084 w 2290556"/>
                <a:gd name="connsiteY1345" fmla="*/ 1267239 h 1796087"/>
                <a:gd name="connsiteX1346" fmla="*/ 735184 w 2290556"/>
                <a:gd name="connsiteY1346" fmla="*/ 1282444 h 1796087"/>
                <a:gd name="connsiteX1347" fmla="*/ 719097 w 2290556"/>
                <a:gd name="connsiteY1347" fmla="*/ 1288734 h 1796087"/>
                <a:gd name="connsiteX1348" fmla="*/ 693890 w 2290556"/>
                <a:gd name="connsiteY1348" fmla="*/ 1299062 h 1796087"/>
                <a:gd name="connsiteX1349" fmla="*/ 667808 w 2290556"/>
                <a:gd name="connsiteY1349" fmla="*/ 1313291 h 1796087"/>
                <a:gd name="connsiteX1350" fmla="*/ 661817 w 2290556"/>
                <a:gd name="connsiteY1350" fmla="*/ 1316117 h 1796087"/>
                <a:gd name="connsiteX1351" fmla="*/ 655962 w 2290556"/>
                <a:gd name="connsiteY1351" fmla="*/ 1322105 h 1796087"/>
                <a:gd name="connsiteX1352" fmla="*/ 647817 w 2290556"/>
                <a:gd name="connsiteY1352" fmla="*/ 1326344 h 1796087"/>
                <a:gd name="connsiteX1353" fmla="*/ 645428 w 2290556"/>
                <a:gd name="connsiteY1353" fmla="*/ 1328934 h 1796087"/>
                <a:gd name="connsiteX1354" fmla="*/ 643476 w 2290556"/>
                <a:gd name="connsiteY1354" fmla="*/ 1332096 h 1796087"/>
                <a:gd name="connsiteX1355" fmla="*/ 638899 w 2290556"/>
                <a:gd name="connsiteY1355" fmla="*/ 1333946 h 1796087"/>
                <a:gd name="connsiteX1356" fmla="*/ 634423 w 2290556"/>
                <a:gd name="connsiteY1356" fmla="*/ 1332298 h 1796087"/>
                <a:gd name="connsiteX1357" fmla="*/ 633447 w 2290556"/>
                <a:gd name="connsiteY1357" fmla="*/ 1329573 h 1796087"/>
                <a:gd name="connsiteX1358" fmla="*/ 632134 w 2290556"/>
                <a:gd name="connsiteY1358" fmla="*/ 1325973 h 1796087"/>
                <a:gd name="connsiteX1359" fmla="*/ 627994 w 2290556"/>
                <a:gd name="connsiteY1359" fmla="*/ 1324998 h 1796087"/>
                <a:gd name="connsiteX1360" fmla="*/ 621600 w 2290556"/>
                <a:gd name="connsiteY1360" fmla="*/ 1324022 h 1796087"/>
                <a:gd name="connsiteX1361" fmla="*/ 616720 w 2290556"/>
                <a:gd name="connsiteY1361" fmla="*/ 1324897 h 1796087"/>
                <a:gd name="connsiteX1362" fmla="*/ 611066 w 2290556"/>
                <a:gd name="connsiteY1362" fmla="*/ 1325873 h 1796087"/>
                <a:gd name="connsiteX1363" fmla="*/ 606489 w 2290556"/>
                <a:gd name="connsiteY1363" fmla="*/ 1325873 h 1796087"/>
                <a:gd name="connsiteX1364" fmla="*/ 602047 w 2290556"/>
                <a:gd name="connsiteY1364" fmla="*/ 1324460 h 1796087"/>
                <a:gd name="connsiteX1365" fmla="*/ 600432 w 2290556"/>
                <a:gd name="connsiteY1365" fmla="*/ 1322408 h 1796087"/>
                <a:gd name="connsiteX1366" fmla="*/ 599119 w 2290556"/>
                <a:gd name="connsiteY1366" fmla="*/ 1318505 h 1796087"/>
                <a:gd name="connsiteX1367" fmla="*/ 599119 w 2290556"/>
                <a:gd name="connsiteY1367" fmla="*/ 1311542 h 1796087"/>
                <a:gd name="connsiteX1368" fmla="*/ 599119 w 2290556"/>
                <a:gd name="connsiteY1368" fmla="*/ 1308077 h 1796087"/>
                <a:gd name="connsiteX1369" fmla="*/ 599119 w 2290556"/>
                <a:gd name="connsiteY1369" fmla="*/ 1303199 h 1796087"/>
                <a:gd name="connsiteX1370" fmla="*/ 596561 w 2290556"/>
                <a:gd name="connsiteY1370" fmla="*/ 1299936 h 1796087"/>
                <a:gd name="connsiteX1371" fmla="*/ 594441 w 2290556"/>
                <a:gd name="connsiteY1371" fmla="*/ 1298288 h 1796087"/>
                <a:gd name="connsiteX1372" fmla="*/ 589426 w 2290556"/>
                <a:gd name="connsiteY1372" fmla="*/ 1297851 h 1796087"/>
                <a:gd name="connsiteX1373" fmla="*/ 584648 w 2290556"/>
                <a:gd name="connsiteY1373" fmla="*/ 1300475 h 1796087"/>
                <a:gd name="connsiteX1374" fmla="*/ 572262 w 2290556"/>
                <a:gd name="connsiteY1374" fmla="*/ 1303199 h 1796087"/>
                <a:gd name="connsiteX1375" fmla="*/ 539988 w 2290556"/>
                <a:gd name="connsiteY1375" fmla="*/ 1302224 h 1796087"/>
                <a:gd name="connsiteX1376" fmla="*/ 531170 w 2290556"/>
                <a:gd name="connsiteY1376" fmla="*/ 1300374 h 1796087"/>
                <a:gd name="connsiteX1377" fmla="*/ 518684 w 2290556"/>
                <a:gd name="connsiteY1377" fmla="*/ 1299297 h 1796087"/>
                <a:gd name="connsiteX1378" fmla="*/ 507275 w 2290556"/>
                <a:gd name="connsiteY1378" fmla="*/ 1294621 h 1796087"/>
                <a:gd name="connsiteX1379" fmla="*/ 486073 w 2290556"/>
                <a:gd name="connsiteY1379" fmla="*/ 1282881 h 1796087"/>
                <a:gd name="connsiteX1380" fmla="*/ 454774 w 2290556"/>
                <a:gd name="connsiteY1380" fmla="*/ 1267575 h 1796087"/>
                <a:gd name="connsiteX1381" fmla="*/ 438788 w 2290556"/>
                <a:gd name="connsiteY1381" fmla="*/ 1259434 h 1796087"/>
                <a:gd name="connsiteX1382" fmla="*/ 420750 w 2290556"/>
                <a:gd name="connsiteY1382" fmla="*/ 1254859 h 1796087"/>
                <a:gd name="connsiteX1383" fmla="*/ 411932 w 2290556"/>
                <a:gd name="connsiteY1383" fmla="*/ 1252471 h 1796087"/>
                <a:gd name="connsiteX1384" fmla="*/ 406480 w 2290556"/>
                <a:gd name="connsiteY1384" fmla="*/ 1250621 h 1796087"/>
                <a:gd name="connsiteX1385" fmla="*/ 398672 w 2290556"/>
                <a:gd name="connsiteY1385" fmla="*/ 1248232 h 1796087"/>
                <a:gd name="connsiteX1386" fmla="*/ 394634 w 2290556"/>
                <a:gd name="connsiteY1386" fmla="*/ 1246046 h 1796087"/>
                <a:gd name="connsiteX1387" fmla="*/ 391706 w 2290556"/>
                <a:gd name="connsiteY1387" fmla="*/ 1242244 h 1796087"/>
                <a:gd name="connsiteX1388" fmla="*/ 389619 w 2290556"/>
                <a:gd name="connsiteY1388" fmla="*/ 1238107 h 1796087"/>
                <a:gd name="connsiteX1389" fmla="*/ 389081 w 2290556"/>
                <a:gd name="connsiteY1389" fmla="*/ 1233532 h 1796087"/>
                <a:gd name="connsiteX1390" fmla="*/ 383629 w 2290556"/>
                <a:gd name="connsiteY1390" fmla="*/ 1227443 h 1796087"/>
                <a:gd name="connsiteX1391" fmla="*/ 376561 w 2290556"/>
                <a:gd name="connsiteY1391" fmla="*/ 1219067 h 1796087"/>
                <a:gd name="connsiteX1392" fmla="*/ 374912 w 2290556"/>
                <a:gd name="connsiteY1392" fmla="*/ 1215366 h 1796087"/>
                <a:gd name="connsiteX1393" fmla="*/ 371311 w 2290556"/>
                <a:gd name="connsiteY1393" fmla="*/ 1210791 h 1796087"/>
                <a:gd name="connsiteX1394" fmla="*/ 368383 w 2290556"/>
                <a:gd name="connsiteY1394" fmla="*/ 1208840 h 1796087"/>
                <a:gd name="connsiteX1395" fmla="*/ 365152 w 2290556"/>
                <a:gd name="connsiteY1395" fmla="*/ 1208100 h 1796087"/>
                <a:gd name="connsiteX1396" fmla="*/ 359936 w 2290556"/>
                <a:gd name="connsiteY1396" fmla="*/ 1208100 h 1796087"/>
                <a:gd name="connsiteX1397" fmla="*/ 355056 w 2290556"/>
                <a:gd name="connsiteY1397" fmla="*/ 1208100 h 1796087"/>
                <a:gd name="connsiteX1398" fmla="*/ 346036 w 2290556"/>
                <a:gd name="connsiteY1398" fmla="*/ 1206586 h 1796087"/>
                <a:gd name="connsiteX1399" fmla="*/ 337892 w 2290556"/>
                <a:gd name="connsiteY1399" fmla="*/ 1204534 h 1796087"/>
                <a:gd name="connsiteX1400" fmla="*/ 315949 w 2290556"/>
                <a:gd name="connsiteY1400" fmla="*/ 1193770 h 1796087"/>
                <a:gd name="connsiteX1401" fmla="*/ 284549 w 2290556"/>
                <a:gd name="connsiteY1401" fmla="*/ 1183005 h 1796087"/>
                <a:gd name="connsiteX1402" fmla="*/ 267285 w 2290556"/>
                <a:gd name="connsiteY1402" fmla="*/ 1182366 h 1796087"/>
                <a:gd name="connsiteX1403" fmla="*/ 213909 w 2290556"/>
                <a:gd name="connsiteY1403" fmla="*/ 1185528 h 1796087"/>
                <a:gd name="connsiteX1404" fmla="*/ 185773 w 2290556"/>
                <a:gd name="connsiteY1404" fmla="*/ 1185528 h 1796087"/>
                <a:gd name="connsiteX1405" fmla="*/ 139330 w 2290556"/>
                <a:gd name="connsiteY1405" fmla="*/ 1179607 h 1796087"/>
                <a:gd name="connsiteX1406" fmla="*/ 109075 w 2290556"/>
                <a:gd name="connsiteY1406" fmla="*/ 1171938 h 1796087"/>
                <a:gd name="connsiteX1407" fmla="*/ 84776 w 2290556"/>
                <a:gd name="connsiteY1407" fmla="*/ 1167026 h 1796087"/>
                <a:gd name="connsiteX1408" fmla="*/ 58593 w 2290556"/>
                <a:gd name="connsiteY1408" fmla="*/ 1161476 h 1796087"/>
                <a:gd name="connsiteX1409" fmla="*/ 23390 w 2290556"/>
                <a:gd name="connsiteY1409" fmla="*/ 1148625 h 1796087"/>
                <a:gd name="connsiteX1410" fmla="*/ 0 w 2290556"/>
                <a:gd name="connsiteY1410" fmla="*/ 1142974 h 1796087"/>
                <a:gd name="connsiteX1411" fmla="*/ 4341 w 2290556"/>
                <a:gd name="connsiteY1411" fmla="*/ 1164100 h 1796087"/>
                <a:gd name="connsiteX1412" fmla="*/ 9255 w 2290556"/>
                <a:gd name="connsiteY1412" fmla="*/ 1184956 h 1796087"/>
                <a:gd name="connsiteX1413" fmla="*/ 18813 w 2290556"/>
                <a:gd name="connsiteY1413" fmla="*/ 1206687 h 1796087"/>
                <a:gd name="connsiteX1414" fmla="*/ 19957 w 2290556"/>
                <a:gd name="connsiteY1414" fmla="*/ 1215232 h 1796087"/>
                <a:gd name="connsiteX1415" fmla="*/ 22919 w 2290556"/>
                <a:gd name="connsiteY1415" fmla="*/ 1221253 h 1796087"/>
                <a:gd name="connsiteX1416" fmla="*/ 24736 w 2290556"/>
                <a:gd name="connsiteY1416" fmla="*/ 1228553 h 1796087"/>
                <a:gd name="connsiteX1417" fmla="*/ 25375 w 2290556"/>
                <a:gd name="connsiteY1417" fmla="*/ 1231883 h 1796087"/>
                <a:gd name="connsiteX1418" fmla="*/ 27462 w 2290556"/>
                <a:gd name="connsiteY1418" fmla="*/ 1236896 h 1796087"/>
                <a:gd name="connsiteX1419" fmla="*/ 29784 w 2290556"/>
                <a:gd name="connsiteY1419" fmla="*/ 1241874 h 1796087"/>
                <a:gd name="connsiteX1420" fmla="*/ 28977 w 2290556"/>
                <a:gd name="connsiteY1420" fmla="*/ 1245205 h 1796087"/>
                <a:gd name="connsiteX1421" fmla="*/ 28842 w 2290556"/>
                <a:gd name="connsiteY1421" fmla="*/ 1248602 h 1796087"/>
                <a:gd name="connsiteX1422" fmla="*/ 31467 w 2290556"/>
                <a:gd name="connsiteY1422" fmla="*/ 1251933 h 1796087"/>
                <a:gd name="connsiteX1423" fmla="*/ 34294 w 2290556"/>
                <a:gd name="connsiteY1423" fmla="*/ 1256945 h 1796087"/>
                <a:gd name="connsiteX1424" fmla="*/ 33991 w 2290556"/>
                <a:gd name="connsiteY1424" fmla="*/ 1259266 h 1796087"/>
                <a:gd name="connsiteX1425" fmla="*/ 33688 w 2290556"/>
                <a:gd name="connsiteY1425" fmla="*/ 1262226 h 1796087"/>
                <a:gd name="connsiteX1426" fmla="*/ 36212 w 2290556"/>
                <a:gd name="connsiteY1426" fmla="*/ 1263976 h 1796087"/>
                <a:gd name="connsiteX1427" fmla="*/ 37794 w 2290556"/>
                <a:gd name="connsiteY1427" fmla="*/ 1265994 h 1796087"/>
                <a:gd name="connsiteX1428" fmla="*/ 38366 w 2290556"/>
                <a:gd name="connsiteY1428" fmla="*/ 1267878 h 1796087"/>
                <a:gd name="connsiteX1429" fmla="*/ 38871 w 2290556"/>
                <a:gd name="connsiteY1429" fmla="*/ 1270132 h 1796087"/>
                <a:gd name="connsiteX1430" fmla="*/ 36616 w 2290556"/>
                <a:gd name="connsiteY1430" fmla="*/ 1272621 h 1796087"/>
                <a:gd name="connsiteX1431" fmla="*/ 30020 w 2290556"/>
                <a:gd name="connsiteY1431" fmla="*/ 1276961 h 1796087"/>
                <a:gd name="connsiteX1432" fmla="*/ 25948 w 2290556"/>
                <a:gd name="connsiteY1432" fmla="*/ 1279214 h 1796087"/>
                <a:gd name="connsiteX1433" fmla="*/ 22246 w 2290556"/>
                <a:gd name="connsiteY1433" fmla="*/ 1280896 h 1796087"/>
                <a:gd name="connsiteX1434" fmla="*/ 17467 w 2290556"/>
                <a:gd name="connsiteY1434" fmla="*/ 1283285 h 1796087"/>
                <a:gd name="connsiteX1435" fmla="*/ 15885 w 2290556"/>
                <a:gd name="connsiteY1435" fmla="*/ 1284294 h 1796087"/>
                <a:gd name="connsiteX1436" fmla="*/ 15077 w 2290556"/>
                <a:gd name="connsiteY1436" fmla="*/ 1286178 h 1796087"/>
                <a:gd name="connsiteX1437" fmla="*/ 15077 w 2290556"/>
                <a:gd name="connsiteY1437" fmla="*/ 1288062 h 1796087"/>
                <a:gd name="connsiteX1438" fmla="*/ 16827 w 2290556"/>
                <a:gd name="connsiteY1438" fmla="*/ 1291022 h 1796087"/>
                <a:gd name="connsiteX1439" fmla="*/ 20294 w 2290556"/>
                <a:gd name="connsiteY1439" fmla="*/ 1294924 h 1796087"/>
                <a:gd name="connsiteX1440" fmla="*/ 22380 w 2290556"/>
                <a:gd name="connsiteY1440" fmla="*/ 1300340 h 1796087"/>
                <a:gd name="connsiteX1441" fmla="*/ 25780 w 2290556"/>
                <a:gd name="connsiteY1441" fmla="*/ 1304612 h 1796087"/>
                <a:gd name="connsiteX1442" fmla="*/ 25780 w 2290556"/>
                <a:gd name="connsiteY1442" fmla="*/ 1307371 h 1796087"/>
                <a:gd name="connsiteX1443" fmla="*/ 29414 w 2290556"/>
                <a:gd name="connsiteY1443" fmla="*/ 1314469 h 1796087"/>
                <a:gd name="connsiteX1444" fmla="*/ 32174 w 2290556"/>
                <a:gd name="connsiteY1444" fmla="*/ 1318674 h 1796087"/>
                <a:gd name="connsiteX1445" fmla="*/ 34058 w 2290556"/>
                <a:gd name="connsiteY1445" fmla="*/ 1323585 h 1796087"/>
                <a:gd name="connsiteX1446" fmla="*/ 36313 w 2290556"/>
                <a:gd name="connsiteY1446" fmla="*/ 1327151 h 1796087"/>
                <a:gd name="connsiteX1447" fmla="*/ 38905 w 2290556"/>
                <a:gd name="connsiteY1447" fmla="*/ 1330784 h 1796087"/>
                <a:gd name="connsiteX1448" fmla="*/ 40924 w 2290556"/>
                <a:gd name="connsiteY1448" fmla="*/ 1332163 h 1796087"/>
                <a:gd name="connsiteX1449" fmla="*/ 44626 w 2290556"/>
                <a:gd name="connsiteY1449" fmla="*/ 1334854 h 1796087"/>
                <a:gd name="connsiteX1450" fmla="*/ 46814 w 2290556"/>
                <a:gd name="connsiteY1450" fmla="*/ 1336435 h 1796087"/>
                <a:gd name="connsiteX1451" fmla="*/ 47116 w 2290556"/>
                <a:gd name="connsiteY1451" fmla="*/ 1339900 h 1796087"/>
                <a:gd name="connsiteX1452" fmla="*/ 50145 w 2290556"/>
                <a:gd name="connsiteY1452" fmla="*/ 1343432 h 1796087"/>
                <a:gd name="connsiteX1453" fmla="*/ 54419 w 2290556"/>
                <a:gd name="connsiteY1453" fmla="*/ 1347267 h 1796087"/>
                <a:gd name="connsiteX1454" fmla="*/ 59064 w 2290556"/>
                <a:gd name="connsiteY1454" fmla="*/ 1350530 h 1796087"/>
                <a:gd name="connsiteX1455" fmla="*/ 60881 w 2290556"/>
                <a:gd name="connsiteY1455" fmla="*/ 1352852 h 1796087"/>
                <a:gd name="connsiteX1456" fmla="*/ 63203 w 2290556"/>
                <a:gd name="connsiteY1456" fmla="*/ 1352482 h 1796087"/>
                <a:gd name="connsiteX1457" fmla="*/ 65896 w 2290556"/>
                <a:gd name="connsiteY1457" fmla="*/ 1352482 h 1796087"/>
                <a:gd name="connsiteX1458" fmla="*/ 68723 w 2290556"/>
                <a:gd name="connsiteY1458" fmla="*/ 1355509 h 1796087"/>
                <a:gd name="connsiteX1459" fmla="*/ 69362 w 2290556"/>
                <a:gd name="connsiteY1459" fmla="*/ 1357830 h 1796087"/>
                <a:gd name="connsiteX1460" fmla="*/ 74074 w 2290556"/>
                <a:gd name="connsiteY1460" fmla="*/ 1358705 h 1796087"/>
                <a:gd name="connsiteX1461" fmla="*/ 74444 w 2290556"/>
                <a:gd name="connsiteY1461" fmla="*/ 1360959 h 1796087"/>
                <a:gd name="connsiteX1462" fmla="*/ 74579 w 2290556"/>
                <a:gd name="connsiteY1462" fmla="*/ 1362641 h 1796087"/>
                <a:gd name="connsiteX1463" fmla="*/ 74646 w 2290556"/>
                <a:gd name="connsiteY1463" fmla="*/ 1365904 h 1796087"/>
                <a:gd name="connsiteX1464" fmla="*/ 74579 w 2290556"/>
                <a:gd name="connsiteY1464" fmla="*/ 1369671 h 1796087"/>
                <a:gd name="connsiteX1465" fmla="*/ 73838 w 2290556"/>
                <a:gd name="connsiteY1465" fmla="*/ 1372363 h 1796087"/>
                <a:gd name="connsiteX1466" fmla="*/ 72593 w 2290556"/>
                <a:gd name="connsiteY1466" fmla="*/ 1373607 h 1796087"/>
                <a:gd name="connsiteX1467" fmla="*/ 70944 w 2290556"/>
                <a:gd name="connsiteY1467" fmla="*/ 1375424 h 1796087"/>
                <a:gd name="connsiteX1468" fmla="*/ 70641 w 2290556"/>
                <a:gd name="connsiteY1468" fmla="*/ 1377812 h 1796087"/>
                <a:gd name="connsiteX1469" fmla="*/ 71280 w 2290556"/>
                <a:gd name="connsiteY1469" fmla="*/ 1379898 h 1796087"/>
                <a:gd name="connsiteX1470" fmla="*/ 70910 w 2290556"/>
                <a:gd name="connsiteY1470" fmla="*/ 1382656 h 1796087"/>
                <a:gd name="connsiteX1471" fmla="*/ 69732 w 2290556"/>
                <a:gd name="connsiteY1471" fmla="*/ 1383228 h 1796087"/>
                <a:gd name="connsiteX1472" fmla="*/ 67410 w 2290556"/>
                <a:gd name="connsiteY1472" fmla="*/ 1385045 h 1796087"/>
                <a:gd name="connsiteX1473" fmla="*/ 66535 w 2290556"/>
                <a:gd name="connsiteY1473" fmla="*/ 1386121 h 1796087"/>
                <a:gd name="connsiteX1474" fmla="*/ 65223 w 2290556"/>
                <a:gd name="connsiteY1474" fmla="*/ 1389822 h 1796087"/>
                <a:gd name="connsiteX1475" fmla="*/ 64583 w 2290556"/>
                <a:gd name="connsiteY1475" fmla="*/ 1392849 h 1796087"/>
                <a:gd name="connsiteX1476" fmla="*/ 63944 w 2290556"/>
                <a:gd name="connsiteY1476" fmla="*/ 1395036 h 1796087"/>
                <a:gd name="connsiteX1477" fmla="*/ 63304 w 2290556"/>
                <a:gd name="connsiteY1477" fmla="*/ 1396919 h 1796087"/>
                <a:gd name="connsiteX1478" fmla="*/ 62227 w 2290556"/>
                <a:gd name="connsiteY1478" fmla="*/ 1399308 h 1796087"/>
                <a:gd name="connsiteX1479" fmla="*/ 61352 w 2290556"/>
                <a:gd name="connsiteY1479" fmla="*/ 1401494 h 1796087"/>
                <a:gd name="connsiteX1480" fmla="*/ 63742 w 2290556"/>
                <a:gd name="connsiteY1480" fmla="*/ 1402571 h 1796087"/>
                <a:gd name="connsiteX1481" fmla="*/ 67444 w 2290556"/>
                <a:gd name="connsiteY1481" fmla="*/ 1402874 h 1796087"/>
                <a:gd name="connsiteX1482" fmla="*/ 70136 w 2290556"/>
                <a:gd name="connsiteY1482" fmla="*/ 1402672 h 1796087"/>
                <a:gd name="connsiteX1483" fmla="*/ 71011 w 2290556"/>
                <a:gd name="connsiteY1483" fmla="*/ 1402100 h 1796087"/>
                <a:gd name="connsiteX1484" fmla="*/ 71718 w 2290556"/>
                <a:gd name="connsiteY1484" fmla="*/ 1399779 h 1796087"/>
                <a:gd name="connsiteX1485" fmla="*/ 75622 w 2290556"/>
                <a:gd name="connsiteY1485" fmla="*/ 1400216 h 1796087"/>
                <a:gd name="connsiteX1486" fmla="*/ 75622 w 2290556"/>
                <a:gd name="connsiteY1486" fmla="*/ 1402806 h 1796087"/>
                <a:gd name="connsiteX1487" fmla="*/ 79761 w 2290556"/>
                <a:gd name="connsiteY1487" fmla="*/ 1404690 h 1796087"/>
                <a:gd name="connsiteX1488" fmla="*/ 86223 w 2290556"/>
                <a:gd name="connsiteY1488" fmla="*/ 1405397 h 1796087"/>
                <a:gd name="connsiteX1489" fmla="*/ 92180 w 2290556"/>
                <a:gd name="connsiteY1489" fmla="*/ 1405531 h 1796087"/>
                <a:gd name="connsiteX1490" fmla="*/ 94065 w 2290556"/>
                <a:gd name="connsiteY1490" fmla="*/ 1403345 h 1796087"/>
                <a:gd name="connsiteX1491" fmla="*/ 95815 w 2290556"/>
                <a:gd name="connsiteY1491" fmla="*/ 1399140 h 1796087"/>
                <a:gd name="connsiteX1492" fmla="*/ 99719 w 2290556"/>
                <a:gd name="connsiteY1492" fmla="*/ 1397559 h 1796087"/>
                <a:gd name="connsiteX1493" fmla="*/ 103925 w 2290556"/>
                <a:gd name="connsiteY1493" fmla="*/ 1393656 h 1796087"/>
                <a:gd name="connsiteX1494" fmla="*/ 109579 w 2290556"/>
                <a:gd name="connsiteY1494" fmla="*/ 1388577 h 1796087"/>
                <a:gd name="connsiteX1495" fmla="*/ 115806 w 2290556"/>
                <a:gd name="connsiteY1495" fmla="*/ 1385246 h 1796087"/>
                <a:gd name="connsiteX1496" fmla="*/ 119878 w 2290556"/>
                <a:gd name="connsiteY1496" fmla="*/ 1384675 h 1796087"/>
                <a:gd name="connsiteX1497" fmla="*/ 122334 w 2290556"/>
                <a:gd name="connsiteY1497" fmla="*/ 1383228 h 1796087"/>
                <a:gd name="connsiteX1498" fmla="*/ 124656 w 2290556"/>
                <a:gd name="connsiteY1498" fmla="*/ 1380335 h 1796087"/>
                <a:gd name="connsiteX1499" fmla="*/ 126844 w 2290556"/>
                <a:gd name="connsiteY1499" fmla="*/ 1380032 h 1796087"/>
                <a:gd name="connsiteX1500" fmla="*/ 129604 w 2290556"/>
                <a:gd name="connsiteY1500" fmla="*/ 1380167 h 1796087"/>
                <a:gd name="connsiteX1501" fmla="*/ 132195 w 2290556"/>
                <a:gd name="connsiteY1501" fmla="*/ 1377543 h 1796087"/>
                <a:gd name="connsiteX1502" fmla="*/ 135090 w 2290556"/>
                <a:gd name="connsiteY1502" fmla="*/ 1375357 h 1796087"/>
                <a:gd name="connsiteX1503" fmla="*/ 142494 w 2290556"/>
                <a:gd name="connsiteY1503" fmla="*/ 1374482 h 1796087"/>
                <a:gd name="connsiteX1504" fmla="*/ 148148 w 2290556"/>
                <a:gd name="connsiteY1504" fmla="*/ 1375491 h 1796087"/>
                <a:gd name="connsiteX1505" fmla="*/ 152051 w 2290556"/>
                <a:gd name="connsiteY1505" fmla="*/ 1373876 h 1796087"/>
                <a:gd name="connsiteX1506" fmla="*/ 157133 w 2290556"/>
                <a:gd name="connsiteY1506" fmla="*/ 1372867 h 1796087"/>
                <a:gd name="connsiteX1507" fmla="*/ 161037 w 2290556"/>
                <a:gd name="connsiteY1507" fmla="*/ 1375121 h 1796087"/>
                <a:gd name="connsiteX1508" fmla="*/ 162484 w 2290556"/>
                <a:gd name="connsiteY1508" fmla="*/ 1375256 h 1796087"/>
                <a:gd name="connsiteX1509" fmla="*/ 165244 w 2290556"/>
                <a:gd name="connsiteY1509" fmla="*/ 1376635 h 1796087"/>
                <a:gd name="connsiteX1510" fmla="*/ 168206 w 2290556"/>
                <a:gd name="connsiteY1510" fmla="*/ 1376635 h 1796087"/>
                <a:gd name="connsiteX1511" fmla="*/ 170965 w 2290556"/>
                <a:gd name="connsiteY1511" fmla="*/ 1376568 h 1796087"/>
                <a:gd name="connsiteX1512" fmla="*/ 174297 w 2290556"/>
                <a:gd name="connsiteY1512" fmla="*/ 1376500 h 1796087"/>
                <a:gd name="connsiteX1513" fmla="*/ 178437 w 2290556"/>
                <a:gd name="connsiteY1513" fmla="*/ 1376870 h 1796087"/>
                <a:gd name="connsiteX1514" fmla="*/ 180321 w 2290556"/>
                <a:gd name="connsiteY1514" fmla="*/ 1376063 h 1796087"/>
                <a:gd name="connsiteX1515" fmla="*/ 181634 w 2290556"/>
                <a:gd name="connsiteY1515" fmla="*/ 1375188 h 1796087"/>
                <a:gd name="connsiteX1516" fmla="*/ 182139 w 2290556"/>
                <a:gd name="connsiteY1516" fmla="*/ 1373876 h 1796087"/>
                <a:gd name="connsiteX1517" fmla="*/ 182711 w 2290556"/>
                <a:gd name="connsiteY1517" fmla="*/ 1372564 h 1796087"/>
                <a:gd name="connsiteX1518" fmla="*/ 183720 w 2290556"/>
                <a:gd name="connsiteY1518" fmla="*/ 1371320 h 1796087"/>
                <a:gd name="connsiteX1519" fmla="*/ 183855 w 2290556"/>
                <a:gd name="connsiteY1519" fmla="*/ 1369571 h 1796087"/>
                <a:gd name="connsiteX1520" fmla="*/ 185437 w 2290556"/>
                <a:gd name="connsiteY1520" fmla="*/ 1367552 h 1796087"/>
                <a:gd name="connsiteX1521" fmla="*/ 187187 w 2290556"/>
                <a:gd name="connsiteY1521" fmla="*/ 1366677 h 1796087"/>
                <a:gd name="connsiteX1522" fmla="*/ 188567 w 2290556"/>
                <a:gd name="connsiteY1522" fmla="*/ 1368494 h 1796087"/>
                <a:gd name="connsiteX1523" fmla="*/ 192908 w 2290556"/>
                <a:gd name="connsiteY1523" fmla="*/ 1369941 h 1796087"/>
                <a:gd name="connsiteX1524" fmla="*/ 194860 w 2290556"/>
                <a:gd name="connsiteY1524" fmla="*/ 1370580 h 1796087"/>
                <a:gd name="connsiteX1525" fmla="*/ 200278 w 2290556"/>
                <a:gd name="connsiteY1525" fmla="*/ 1372463 h 1796087"/>
                <a:gd name="connsiteX1526" fmla="*/ 201591 w 2290556"/>
                <a:gd name="connsiteY1526" fmla="*/ 1372463 h 1796087"/>
                <a:gd name="connsiteX1527" fmla="*/ 204351 w 2290556"/>
                <a:gd name="connsiteY1527" fmla="*/ 1373473 h 1796087"/>
                <a:gd name="connsiteX1528" fmla="*/ 208995 w 2290556"/>
                <a:gd name="connsiteY1528" fmla="*/ 1374785 h 1796087"/>
                <a:gd name="connsiteX1529" fmla="*/ 211687 w 2290556"/>
                <a:gd name="connsiteY1529" fmla="*/ 1375121 h 1796087"/>
                <a:gd name="connsiteX1530" fmla="*/ 214380 w 2290556"/>
                <a:gd name="connsiteY1530" fmla="*/ 1375155 h 1796087"/>
                <a:gd name="connsiteX1531" fmla="*/ 216567 w 2290556"/>
                <a:gd name="connsiteY1531" fmla="*/ 1375155 h 1796087"/>
                <a:gd name="connsiteX1532" fmla="*/ 218519 w 2290556"/>
                <a:gd name="connsiteY1532" fmla="*/ 1375155 h 1796087"/>
                <a:gd name="connsiteX1533" fmla="*/ 218755 w 2290556"/>
                <a:gd name="connsiteY1533" fmla="*/ 1376399 h 1796087"/>
                <a:gd name="connsiteX1534" fmla="*/ 220269 w 2290556"/>
                <a:gd name="connsiteY1534" fmla="*/ 1378216 h 1796087"/>
                <a:gd name="connsiteX1535" fmla="*/ 223534 w 2290556"/>
                <a:gd name="connsiteY1535" fmla="*/ 1379898 h 1796087"/>
                <a:gd name="connsiteX1536" fmla="*/ 226428 w 2290556"/>
                <a:gd name="connsiteY1536" fmla="*/ 1381916 h 1796087"/>
                <a:gd name="connsiteX1537" fmla="*/ 228952 w 2290556"/>
                <a:gd name="connsiteY1537" fmla="*/ 1384237 h 1796087"/>
                <a:gd name="connsiteX1538" fmla="*/ 229827 w 2290556"/>
                <a:gd name="connsiteY1538" fmla="*/ 1385751 h 1796087"/>
                <a:gd name="connsiteX1539" fmla="*/ 230399 w 2290556"/>
                <a:gd name="connsiteY1539" fmla="*/ 1388510 h 1796087"/>
                <a:gd name="connsiteX1540" fmla="*/ 230534 w 2290556"/>
                <a:gd name="connsiteY1540" fmla="*/ 1391638 h 1796087"/>
                <a:gd name="connsiteX1541" fmla="*/ 232082 w 2290556"/>
                <a:gd name="connsiteY1541" fmla="*/ 1394464 h 1796087"/>
                <a:gd name="connsiteX1542" fmla="*/ 233496 w 2290556"/>
                <a:gd name="connsiteY1542" fmla="*/ 1395978 h 1796087"/>
                <a:gd name="connsiteX1543" fmla="*/ 234371 w 2290556"/>
                <a:gd name="connsiteY1543" fmla="*/ 1397290 h 1796087"/>
                <a:gd name="connsiteX1544" fmla="*/ 235683 w 2290556"/>
                <a:gd name="connsiteY1544" fmla="*/ 1401629 h 1796087"/>
                <a:gd name="connsiteX1545" fmla="*/ 235246 w 2290556"/>
                <a:gd name="connsiteY1545" fmla="*/ 1402605 h 1796087"/>
                <a:gd name="connsiteX1546" fmla="*/ 233933 w 2290556"/>
                <a:gd name="connsiteY1546" fmla="*/ 1404118 h 1796087"/>
                <a:gd name="connsiteX1547" fmla="*/ 232957 w 2290556"/>
                <a:gd name="connsiteY1547" fmla="*/ 1405195 h 1796087"/>
                <a:gd name="connsiteX1548" fmla="*/ 233933 w 2290556"/>
                <a:gd name="connsiteY1548" fmla="*/ 1407045 h 1796087"/>
                <a:gd name="connsiteX1549" fmla="*/ 233933 w 2290556"/>
                <a:gd name="connsiteY1549" fmla="*/ 1410846 h 1796087"/>
                <a:gd name="connsiteX1550" fmla="*/ 232991 w 2290556"/>
                <a:gd name="connsiteY1550" fmla="*/ 1413470 h 1796087"/>
                <a:gd name="connsiteX1551" fmla="*/ 231846 w 2290556"/>
                <a:gd name="connsiteY1551" fmla="*/ 1414984 h 1796087"/>
                <a:gd name="connsiteX1552" fmla="*/ 230668 w 2290556"/>
                <a:gd name="connsiteY1552" fmla="*/ 1416632 h 1796087"/>
                <a:gd name="connsiteX1553" fmla="*/ 228178 w 2290556"/>
                <a:gd name="connsiteY1553" fmla="*/ 1419021 h 1796087"/>
                <a:gd name="connsiteX1554" fmla="*/ 227101 w 2290556"/>
                <a:gd name="connsiteY1554" fmla="*/ 1420333 h 1796087"/>
                <a:gd name="connsiteX1555" fmla="*/ 224813 w 2290556"/>
                <a:gd name="connsiteY1555" fmla="*/ 1422519 h 1796087"/>
                <a:gd name="connsiteX1556" fmla="*/ 223063 w 2290556"/>
                <a:gd name="connsiteY1556" fmla="*/ 1423730 h 1796087"/>
                <a:gd name="connsiteX1557" fmla="*/ 221548 w 2290556"/>
                <a:gd name="connsiteY1557" fmla="*/ 1424941 h 1796087"/>
                <a:gd name="connsiteX1558" fmla="*/ 219697 w 2290556"/>
                <a:gd name="connsiteY1558" fmla="*/ 1426556 h 1796087"/>
                <a:gd name="connsiteX1559" fmla="*/ 218284 w 2290556"/>
                <a:gd name="connsiteY1559" fmla="*/ 1428171 h 1796087"/>
                <a:gd name="connsiteX1560" fmla="*/ 218485 w 2290556"/>
                <a:gd name="connsiteY1560" fmla="*/ 1430660 h 1796087"/>
                <a:gd name="connsiteX1561" fmla="*/ 217308 w 2290556"/>
                <a:gd name="connsiteY1561" fmla="*/ 1432073 h 1796087"/>
                <a:gd name="connsiteX1562" fmla="*/ 216231 w 2290556"/>
                <a:gd name="connsiteY1562" fmla="*/ 1432611 h 1796087"/>
                <a:gd name="connsiteX1563" fmla="*/ 214178 w 2290556"/>
                <a:gd name="connsiteY1563" fmla="*/ 1434024 h 1796087"/>
                <a:gd name="connsiteX1564" fmla="*/ 210577 w 2290556"/>
                <a:gd name="connsiteY1564" fmla="*/ 1439036 h 1796087"/>
                <a:gd name="connsiteX1565" fmla="*/ 208961 w 2290556"/>
                <a:gd name="connsiteY1565" fmla="*/ 1441425 h 1796087"/>
                <a:gd name="connsiteX1566" fmla="*/ 206908 w 2290556"/>
                <a:gd name="connsiteY1566" fmla="*/ 1444015 h 1796087"/>
                <a:gd name="connsiteX1567" fmla="*/ 205832 w 2290556"/>
                <a:gd name="connsiteY1567" fmla="*/ 1446504 h 1796087"/>
                <a:gd name="connsiteX1568" fmla="*/ 206807 w 2290556"/>
                <a:gd name="connsiteY1568" fmla="*/ 1448691 h 1796087"/>
                <a:gd name="connsiteX1569" fmla="*/ 208019 w 2290556"/>
                <a:gd name="connsiteY1569" fmla="*/ 1452694 h 1796087"/>
                <a:gd name="connsiteX1570" fmla="*/ 207245 w 2290556"/>
                <a:gd name="connsiteY1570" fmla="*/ 1454746 h 1796087"/>
                <a:gd name="connsiteX1571" fmla="*/ 205192 w 2290556"/>
                <a:gd name="connsiteY1571" fmla="*/ 1456260 h 1796087"/>
                <a:gd name="connsiteX1572" fmla="*/ 202601 w 2290556"/>
                <a:gd name="connsiteY1572" fmla="*/ 1458177 h 1796087"/>
                <a:gd name="connsiteX1573" fmla="*/ 200110 w 2290556"/>
                <a:gd name="connsiteY1573" fmla="*/ 1458312 h 1796087"/>
                <a:gd name="connsiteX1574" fmla="*/ 196644 w 2290556"/>
                <a:gd name="connsiteY1574" fmla="*/ 1458312 h 1796087"/>
                <a:gd name="connsiteX1575" fmla="*/ 196442 w 2290556"/>
                <a:gd name="connsiteY1575" fmla="*/ 1458312 h 1796087"/>
                <a:gd name="connsiteX1576" fmla="*/ 195028 w 2290556"/>
                <a:gd name="connsiteY1576" fmla="*/ 1459557 h 1796087"/>
                <a:gd name="connsiteX1577" fmla="*/ 193716 w 2290556"/>
                <a:gd name="connsiteY1577" fmla="*/ 1461239 h 1796087"/>
                <a:gd name="connsiteX1578" fmla="*/ 192201 w 2290556"/>
                <a:gd name="connsiteY1578" fmla="*/ 1463425 h 1796087"/>
                <a:gd name="connsiteX1579" fmla="*/ 190451 w 2290556"/>
                <a:gd name="connsiteY1579" fmla="*/ 1465174 h 1796087"/>
                <a:gd name="connsiteX1580" fmla="*/ 187961 w 2290556"/>
                <a:gd name="connsiteY1580" fmla="*/ 1467025 h 1796087"/>
                <a:gd name="connsiteX1581" fmla="*/ 186884 w 2290556"/>
                <a:gd name="connsiteY1581" fmla="*/ 1467025 h 1796087"/>
                <a:gd name="connsiteX1582" fmla="*/ 182744 w 2290556"/>
                <a:gd name="connsiteY1582" fmla="*/ 1467025 h 1796087"/>
                <a:gd name="connsiteX1583" fmla="*/ 180793 w 2290556"/>
                <a:gd name="connsiteY1583" fmla="*/ 1467025 h 1796087"/>
                <a:gd name="connsiteX1584" fmla="*/ 178605 w 2290556"/>
                <a:gd name="connsiteY1584" fmla="*/ 1467899 h 1796087"/>
                <a:gd name="connsiteX1585" fmla="*/ 177393 w 2290556"/>
                <a:gd name="connsiteY1585" fmla="*/ 1468875 h 1796087"/>
                <a:gd name="connsiteX1586" fmla="*/ 175879 w 2290556"/>
                <a:gd name="connsiteY1586" fmla="*/ 1470287 h 1796087"/>
                <a:gd name="connsiteX1587" fmla="*/ 173388 w 2290556"/>
                <a:gd name="connsiteY1587" fmla="*/ 1472474 h 1796087"/>
                <a:gd name="connsiteX1588" fmla="*/ 171538 w 2290556"/>
                <a:gd name="connsiteY1588" fmla="*/ 1473248 h 1796087"/>
                <a:gd name="connsiteX1589" fmla="*/ 170124 w 2290556"/>
                <a:gd name="connsiteY1589" fmla="*/ 1474324 h 1796087"/>
                <a:gd name="connsiteX1590" fmla="*/ 167936 w 2290556"/>
                <a:gd name="connsiteY1590" fmla="*/ 1475535 h 1796087"/>
                <a:gd name="connsiteX1591" fmla="*/ 166186 w 2290556"/>
                <a:gd name="connsiteY1591" fmla="*/ 1478126 h 1796087"/>
                <a:gd name="connsiteX1592" fmla="*/ 165311 w 2290556"/>
                <a:gd name="connsiteY1592" fmla="*/ 1479875 h 1796087"/>
                <a:gd name="connsiteX1593" fmla="*/ 164436 w 2290556"/>
                <a:gd name="connsiteY1593" fmla="*/ 1482465 h 1796087"/>
                <a:gd name="connsiteX1594" fmla="*/ 163898 w 2290556"/>
                <a:gd name="connsiteY1594" fmla="*/ 1483542 h 1796087"/>
                <a:gd name="connsiteX1595" fmla="*/ 161508 w 2290556"/>
                <a:gd name="connsiteY1595" fmla="*/ 1485022 h 1796087"/>
                <a:gd name="connsiteX1596" fmla="*/ 158917 w 2290556"/>
                <a:gd name="connsiteY1596" fmla="*/ 1485156 h 1796087"/>
                <a:gd name="connsiteX1597" fmla="*/ 154475 w 2290556"/>
                <a:gd name="connsiteY1597" fmla="*/ 1485156 h 1796087"/>
                <a:gd name="connsiteX1598" fmla="*/ 159254 w 2290556"/>
                <a:gd name="connsiteY1598" fmla="*/ 1488621 h 1796087"/>
                <a:gd name="connsiteX1599" fmla="*/ 161980 w 2290556"/>
                <a:gd name="connsiteY1599" fmla="*/ 1487847 h 1796087"/>
                <a:gd name="connsiteX1600" fmla="*/ 166119 w 2290556"/>
                <a:gd name="connsiteY1600" fmla="*/ 1486603 h 1796087"/>
                <a:gd name="connsiteX1601" fmla="*/ 168744 w 2290556"/>
                <a:gd name="connsiteY1601" fmla="*/ 1486636 h 1796087"/>
                <a:gd name="connsiteX1602" fmla="*/ 173523 w 2290556"/>
                <a:gd name="connsiteY1602" fmla="*/ 1486636 h 1796087"/>
                <a:gd name="connsiteX1603" fmla="*/ 180691 w 2290556"/>
                <a:gd name="connsiteY1603" fmla="*/ 1488150 h 1796087"/>
                <a:gd name="connsiteX1604" fmla="*/ 184057 w 2290556"/>
                <a:gd name="connsiteY1604" fmla="*/ 1488688 h 1796087"/>
                <a:gd name="connsiteX1605" fmla="*/ 189711 w 2290556"/>
                <a:gd name="connsiteY1605" fmla="*/ 1492490 h 1796087"/>
                <a:gd name="connsiteX1606" fmla="*/ 191764 w 2290556"/>
                <a:gd name="connsiteY1606" fmla="*/ 1498040 h 1796087"/>
                <a:gd name="connsiteX1607" fmla="*/ 196980 w 2290556"/>
                <a:gd name="connsiteY1607" fmla="*/ 1497401 h 1796087"/>
                <a:gd name="connsiteX1608" fmla="*/ 200884 w 2290556"/>
                <a:gd name="connsiteY1608" fmla="*/ 1500025 h 1796087"/>
                <a:gd name="connsiteX1609" fmla="*/ 204788 w 2290556"/>
                <a:gd name="connsiteY1609" fmla="*/ 1502514 h 1796087"/>
                <a:gd name="connsiteX1610" fmla="*/ 208591 w 2290556"/>
                <a:gd name="connsiteY1610" fmla="*/ 1505105 h 1796087"/>
                <a:gd name="connsiteX1611" fmla="*/ 214043 w 2290556"/>
                <a:gd name="connsiteY1611" fmla="*/ 1506955 h 1796087"/>
                <a:gd name="connsiteX1612" fmla="*/ 220337 w 2290556"/>
                <a:gd name="connsiteY1612" fmla="*/ 1506955 h 1796087"/>
                <a:gd name="connsiteX1613" fmla="*/ 224039 w 2290556"/>
                <a:gd name="connsiteY1613" fmla="*/ 1507661 h 1796087"/>
                <a:gd name="connsiteX1614" fmla="*/ 227202 w 2290556"/>
                <a:gd name="connsiteY1614" fmla="*/ 1508569 h 1796087"/>
                <a:gd name="connsiteX1615" fmla="*/ 229491 w 2290556"/>
                <a:gd name="connsiteY1615" fmla="*/ 1511732 h 1796087"/>
                <a:gd name="connsiteX1616" fmla="*/ 227976 w 2290556"/>
                <a:gd name="connsiteY1616" fmla="*/ 1514793 h 1796087"/>
                <a:gd name="connsiteX1617" fmla="*/ 229188 w 2290556"/>
                <a:gd name="connsiteY1617" fmla="*/ 1516979 h 1796087"/>
                <a:gd name="connsiteX1618" fmla="*/ 230803 w 2290556"/>
                <a:gd name="connsiteY1618" fmla="*/ 1518930 h 1796087"/>
                <a:gd name="connsiteX1619" fmla="*/ 230904 w 2290556"/>
                <a:gd name="connsiteY1619" fmla="*/ 1522395 h 1796087"/>
                <a:gd name="connsiteX1620" fmla="*/ 230668 w 2290556"/>
                <a:gd name="connsiteY1620" fmla="*/ 1525658 h 1796087"/>
                <a:gd name="connsiteX1621" fmla="*/ 230231 w 2290556"/>
                <a:gd name="connsiteY1621" fmla="*/ 1528921 h 1796087"/>
                <a:gd name="connsiteX1622" fmla="*/ 230769 w 2290556"/>
                <a:gd name="connsiteY1622" fmla="*/ 1531949 h 1796087"/>
                <a:gd name="connsiteX1623" fmla="*/ 234673 w 2290556"/>
                <a:gd name="connsiteY1623" fmla="*/ 1532723 h 1796087"/>
                <a:gd name="connsiteX1624" fmla="*/ 234673 w 2290556"/>
                <a:gd name="connsiteY1624" fmla="*/ 1534674 h 1796087"/>
                <a:gd name="connsiteX1625" fmla="*/ 236625 w 2290556"/>
                <a:gd name="connsiteY1625" fmla="*/ 1536524 h 1796087"/>
                <a:gd name="connsiteX1626" fmla="*/ 240092 w 2290556"/>
                <a:gd name="connsiteY1626" fmla="*/ 1536524 h 1796087"/>
                <a:gd name="connsiteX1627" fmla="*/ 242279 w 2290556"/>
                <a:gd name="connsiteY1627" fmla="*/ 1536524 h 1796087"/>
                <a:gd name="connsiteX1628" fmla="*/ 245308 w 2290556"/>
                <a:gd name="connsiteY1628" fmla="*/ 1537836 h 1796087"/>
                <a:gd name="connsiteX1629" fmla="*/ 247799 w 2290556"/>
                <a:gd name="connsiteY1629" fmla="*/ 1542714 h 1796087"/>
                <a:gd name="connsiteX1630" fmla="*/ 245308 w 2290556"/>
                <a:gd name="connsiteY1630" fmla="*/ 1549004 h 1796087"/>
                <a:gd name="connsiteX1631" fmla="*/ 245847 w 2290556"/>
                <a:gd name="connsiteY1631" fmla="*/ 1550417 h 1796087"/>
                <a:gd name="connsiteX1632" fmla="*/ 250087 w 2290556"/>
                <a:gd name="connsiteY1632" fmla="*/ 1552032 h 1796087"/>
                <a:gd name="connsiteX1633" fmla="*/ 251938 w 2290556"/>
                <a:gd name="connsiteY1633" fmla="*/ 1551258 h 1796087"/>
                <a:gd name="connsiteX1634" fmla="*/ 254227 w 2290556"/>
                <a:gd name="connsiteY1634" fmla="*/ 1550922 h 1796087"/>
                <a:gd name="connsiteX1635" fmla="*/ 256078 w 2290556"/>
                <a:gd name="connsiteY1635" fmla="*/ 1551124 h 1796087"/>
                <a:gd name="connsiteX1636" fmla="*/ 258905 w 2290556"/>
                <a:gd name="connsiteY1636" fmla="*/ 1552099 h 1796087"/>
                <a:gd name="connsiteX1637" fmla="*/ 260419 w 2290556"/>
                <a:gd name="connsiteY1637" fmla="*/ 1553075 h 1796087"/>
                <a:gd name="connsiteX1638" fmla="*/ 261934 w 2290556"/>
                <a:gd name="connsiteY1638" fmla="*/ 1552200 h 1796087"/>
                <a:gd name="connsiteX1639" fmla="*/ 262674 w 2290556"/>
                <a:gd name="connsiteY1639" fmla="*/ 1550350 h 1796087"/>
                <a:gd name="connsiteX1640" fmla="*/ 266140 w 2290556"/>
                <a:gd name="connsiteY1640" fmla="*/ 1550350 h 1796087"/>
                <a:gd name="connsiteX1641" fmla="*/ 267890 w 2290556"/>
                <a:gd name="connsiteY1641" fmla="*/ 1550350 h 1796087"/>
                <a:gd name="connsiteX1642" fmla="*/ 269641 w 2290556"/>
                <a:gd name="connsiteY1642" fmla="*/ 1550350 h 1796087"/>
                <a:gd name="connsiteX1643" fmla="*/ 273006 w 2290556"/>
                <a:gd name="connsiteY1643" fmla="*/ 1550350 h 1796087"/>
                <a:gd name="connsiteX1644" fmla="*/ 275496 w 2290556"/>
                <a:gd name="connsiteY1644" fmla="*/ 1551325 h 1796087"/>
                <a:gd name="connsiteX1645" fmla="*/ 277886 w 2290556"/>
                <a:gd name="connsiteY1645" fmla="*/ 1554488 h 1796087"/>
                <a:gd name="connsiteX1646" fmla="*/ 277886 w 2290556"/>
                <a:gd name="connsiteY1646" fmla="*/ 1557650 h 1796087"/>
                <a:gd name="connsiteX1647" fmla="*/ 276371 w 2290556"/>
                <a:gd name="connsiteY1647" fmla="*/ 1559399 h 1796087"/>
                <a:gd name="connsiteX1648" fmla="*/ 274184 w 2290556"/>
                <a:gd name="connsiteY1648" fmla="*/ 1561787 h 1796087"/>
                <a:gd name="connsiteX1649" fmla="*/ 275261 w 2290556"/>
                <a:gd name="connsiteY1649" fmla="*/ 1564277 h 1796087"/>
                <a:gd name="connsiteX1650" fmla="*/ 275059 w 2290556"/>
                <a:gd name="connsiteY1650" fmla="*/ 1567304 h 1796087"/>
                <a:gd name="connsiteX1651" fmla="*/ 274184 w 2290556"/>
                <a:gd name="connsiteY1651" fmla="*/ 1568280 h 1796087"/>
                <a:gd name="connsiteX1652" fmla="*/ 272669 w 2290556"/>
                <a:gd name="connsiteY1652" fmla="*/ 1570130 h 1796087"/>
                <a:gd name="connsiteX1653" fmla="*/ 273208 w 2290556"/>
                <a:gd name="connsiteY1653" fmla="*/ 1571543 h 1796087"/>
                <a:gd name="connsiteX1654" fmla="*/ 274419 w 2290556"/>
                <a:gd name="connsiteY1654" fmla="*/ 1574369 h 1796087"/>
                <a:gd name="connsiteX1655" fmla="*/ 272905 w 2290556"/>
                <a:gd name="connsiteY1655" fmla="*/ 1575882 h 1796087"/>
                <a:gd name="connsiteX1656" fmla="*/ 271391 w 2290556"/>
                <a:gd name="connsiteY1656" fmla="*/ 1577497 h 1796087"/>
                <a:gd name="connsiteX1657" fmla="*/ 270145 w 2290556"/>
                <a:gd name="connsiteY1657" fmla="*/ 1579549 h 1796087"/>
                <a:gd name="connsiteX1658" fmla="*/ 272568 w 2290556"/>
                <a:gd name="connsiteY1658" fmla="*/ 1581937 h 1796087"/>
                <a:gd name="connsiteX1659" fmla="*/ 274083 w 2290556"/>
                <a:gd name="connsiteY1659" fmla="*/ 1583249 h 1796087"/>
                <a:gd name="connsiteX1660" fmla="*/ 274083 w 2290556"/>
                <a:gd name="connsiteY1660" fmla="*/ 1586613 h 1796087"/>
                <a:gd name="connsiteX1661" fmla="*/ 271357 w 2290556"/>
                <a:gd name="connsiteY1661" fmla="*/ 1589103 h 1796087"/>
                <a:gd name="connsiteX1662" fmla="*/ 270145 w 2290556"/>
                <a:gd name="connsiteY1662" fmla="*/ 1592029 h 1796087"/>
                <a:gd name="connsiteX1663" fmla="*/ 272333 w 2290556"/>
                <a:gd name="connsiteY1663" fmla="*/ 1593442 h 1796087"/>
                <a:gd name="connsiteX1664" fmla="*/ 275799 w 2290556"/>
                <a:gd name="connsiteY1664" fmla="*/ 1593442 h 1796087"/>
                <a:gd name="connsiteX1665" fmla="*/ 277852 w 2290556"/>
                <a:gd name="connsiteY1665" fmla="*/ 1594418 h 1796087"/>
                <a:gd name="connsiteX1666" fmla="*/ 278391 w 2290556"/>
                <a:gd name="connsiteY1666" fmla="*/ 1596705 h 1796087"/>
                <a:gd name="connsiteX1667" fmla="*/ 280343 w 2290556"/>
                <a:gd name="connsiteY1667" fmla="*/ 1599430 h 1796087"/>
                <a:gd name="connsiteX1668" fmla="*/ 283069 w 2290556"/>
                <a:gd name="connsiteY1668" fmla="*/ 1601280 h 1796087"/>
                <a:gd name="connsiteX1669" fmla="*/ 286535 w 2290556"/>
                <a:gd name="connsiteY1669" fmla="*/ 1601919 h 1796087"/>
                <a:gd name="connsiteX1670" fmla="*/ 289463 w 2290556"/>
                <a:gd name="connsiteY1670" fmla="*/ 1601583 h 1796087"/>
                <a:gd name="connsiteX1671" fmla="*/ 291213 w 2290556"/>
                <a:gd name="connsiteY1671" fmla="*/ 1600069 h 1796087"/>
                <a:gd name="connsiteX1672" fmla="*/ 293704 w 2290556"/>
                <a:gd name="connsiteY1672" fmla="*/ 1598757 h 1796087"/>
                <a:gd name="connsiteX1673" fmla="*/ 296968 w 2290556"/>
                <a:gd name="connsiteY1673" fmla="*/ 1596032 h 1796087"/>
                <a:gd name="connsiteX1674" fmla="*/ 299256 w 2290556"/>
                <a:gd name="connsiteY1674" fmla="*/ 1594821 h 1796087"/>
                <a:gd name="connsiteX1675" fmla="*/ 303396 w 2290556"/>
                <a:gd name="connsiteY1675" fmla="*/ 1594384 h 1796087"/>
                <a:gd name="connsiteX1676" fmla="*/ 307536 w 2290556"/>
                <a:gd name="connsiteY1676" fmla="*/ 1595360 h 1796087"/>
                <a:gd name="connsiteX1677" fmla="*/ 309588 w 2290556"/>
                <a:gd name="connsiteY1677" fmla="*/ 1597546 h 1796087"/>
                <a:gd name="connsiteX1678" fmla="*/ 307199 w 2290556"/>
                <a:gd name="connsiteY1678" fmla="*/ 1601348 h 1796087"/>
                <a:gd name="connsiteX1679" fmla="*/ 304709 w 2290556"/>
                <a:gd name="connsiteY1679" fmla="*/ 1602121 h 1796087"/>
                <a:gd name="connsiteX1680" fmla="*/ 302218 w 2290556"/>
                <a:gd name="connsiteY1680" fmla="*/ 1603534 h 1796087"/>
                <a:gd name="connsiteX1681" fmla="*/ 300603 w 2290556"/>
                <a:gd name="connsiteY1681" fmla="*/ 1605822 h 1796087"/>
                <a:gd name="connsiteX1682" fmla="*/ 300603 w 2290556"/>
                <a:gd name="connsiteY1682" fmla="*/ 1607133 h 1796087"/>
                <a:gd name="connsiteX1683" fmla="*/ 302891 w 2290556"/>
                <a:gd name="connsiteY1683" fmla="*/ 1610397 h 1796087"/>
                <a:gd name="connsiteX1684" fmla="*/ 304641 w 2290556"/>
                <a:gd name="connsiteY1684" fmla="*/ 1612684 h 1796087"/>
                <a:gd name="connsiteX1685" fmla="*/ 306156 w 2290556"/>
                <a:gd name="connsiteY1685" fmla="*/ 1613861 h 1796087"/>
                <a:gd name="connsiteX1686" fmla="*/ 308747 w 2290556"/>
                <a:gd name="connsiteY1686" fmla="*/ 1614938 h 1796087"/>
                <a:gd name="connsiteX1687" fmla="*/ 310767 w 2290556"/>
                <a:gd name="connsiteY1687" fmla="*/ 1616687 h 1796087"/>
                <a:gd name="connsiteX1688" fmla="*/ 310867 w 2290556"/>
                <a:gd name="connsiteY1688" fmla="*/ 1618201 h 1796087"/>
                <a:gd name="connsiteX1689" fmla="*/ 310935 w 2290556"/>
                <a:gd name="connsiteY1689" fmla="*/ 1620690 h 1796087"/>
                <a:gd name="connsiteX1690" fmla="*/ 310935 w 2290556"/>
                <a:gd name="connsiteY1690" fmla="*/ 1623852 h 1796087"/>
                <a:gd name="connsiteX1691" fmla="*/ 312012 w 2290556"/>
                <a:gd name="connsiteY1691" fmla="*/ 1626880 h 1796087"/>
                <a:gd name="connsiteX1692" fmla="*/ 314401 w 2290556"/>
                <a:gd name="connsiteY1692" fmla="*/ 1628495 h 1796087"/>
                <a:gd name="connsiteX1693" fmla="*/ 316252 w 2290556"/>
                <a:gd name="connsiteY1693" fmla="*/ 1629033 h 1796087"/>
                <a:gd name="connsiteX1694" fmla="*/ 319853 w 2290556"/>
                <a:gd name="connsiteY1694" fmla="*/ 1628932 h 1796087"/>
                <a:gd name="connsiteX1695" fmla="*/ 322041 w 2290556"/>
                <a:gd name="connsiteY1695" fmla="*/ 1628932 h 1796087"/>
                <a:gd name="connsiteX1696" fmla="*/ 324329 w 2290556"/>
                <a:gd name="connsiteY1696" fmla="*/ 1629033 h 1796087"/>
                <a:gd name="connsiteX1697" fmla="*/ 326517 w 2290556"/>
                <a:gd name="connsiteY1697" fmla="*/ 1630547 h 1796087"/>
                <a:gd name="connsiteX1698" fmla="*/ 328368 w 2290556"/>
                <a:gd name="connsiteY1698" fmla="*/ 1632599 h 1796087"/>
                <a:gd name="connsiteX1699" fmla="*/ 329344 w 2290556"/>
                <a:gd name="connsiteY1699" fmla="*/ 1634012 h 1796087"/>
                <a:gd name="connsiteX1700" fmla="*/ 331632 w 2290556"/>
                <a:gd name="connsiteY1700" fmla="*/ 1638788 h 1796087"/>
                <a:gd name="connsiteX1701" fmla="*/ 335435 w 2290556"/>
                <a:gd name="connsiteY1701" fmla="*/ 1641951 h 1796087"/>
                <a:gd name="connsiteX1702" fmla="*/ 336411 w 2290556"/>
                <a:gd name="connsiteY1702" fmla="*/ 1641311 h 1796087"/>
                <a:gd name="connsiteX1703" fmla="*/ 339777 w 2290556"/>
                <a:gd name="connsiteY1703" fmla="*/ 1638486 h 1796087"/>
                <a:gd name="connsiteX1704" fmla="*/ 343041 w 2290556"/>
                <a:gd name="connsiteY1704" fmla="*/ 1637510 h 1796087"/>
                <a:gd name="connsiteX1705" fmla="*/ 346844 w 2290556"/>
                <a:gd name="connsiteY1705" fmla="*/ 1639260 h 1796087"/>
                <a:gd name="connsiteX1706" fmla="*/ 348695 w 2290556"/>
                <a:gd name="connsiteY1706" fmla="*/ 1643834 h 1796087"/>
                <a:gd name="connsiteX1707" fmla="*/ 350782 w 2290556"/>
                <a:gd name="connsiteY1707" fmla="*/ 1646223 h 1796087"/>
                <a:gd name="connsiteX1708" fmla="*/ 354147 w 2290556"/>
                <a:gd name="connsiteY1708" fmla="*/ 1646660 h 1796087"/>
                <a:gd name="connsiteX1709" fmla="*/ 356335 w 2290556"/>
                <a:gd name="connsiteY1709" fmla="*/ 1646021 h 1796087"/>
                <a:gd name="connsiteX1710" fmla="*/ 357109 w 2290556"/>
                <a:gd name="connsiteY1710" fmla="*/ 1642758 h 1796087"/>
                <a:gd name="connsiteX1711" fmla="*/ 357546 w 2290556"/>
                <a:gd name="connsiteY1711" fmla="*/ 1640033 h 1796087"/>
                <a:gd name="connsiteX1712" fmla="*/ 359734 w 2290556"/>
                <a:gd name="connsiteY1712" fmla="*/ 1636669 h 1796087"/>
                <a:gd name="connsiteX1713" fmla="*/ 363200 w 2290556"/>
                <a:gd name="connsiteY1713" fmla="*/ 1633406 h 1796087"/>
                <a:gd name="connsiteX1714" fmla="*/ 364614 w 2290556"/>
                <a:gd name="connsiteY1714" fmla="*/ 1631657 h 1796087"/>
                <a:gd name="connsiteX1715" fmla="*/ 368619 w 2290556"/>
                <a:gd name="connsiteY1715" fmla="*/ 1627317 h 1796087"/>
                <a:gd name="connsiteX1716" fmla="*/ 371883 w 2290556"/>
                <a:gd name="connsiteY1716" fmla="*/ 1625366 h 1796087"/>
                <a:gd name="connsiteX1717" fmla="*/ 377436 w 2290556"/>
                <a:gd name="connsiteY1717" fmla="*/ 1621767 h 1796087"/>
                <a:gd name="connsiteX1718" fmla="*/ 380162 w 2290556"/>
                <a:gd name="connsiteY1718" fmla="*/ 1619177 h 1796087"/>
                <a:gd name="connsiteX1719" fmla="*/ 379186 w 2290556"/>
                <a:gd name="connsiteY1719" fmla="*/ 1616889 h 1796087"/>
                <a:gd name="connsiteX1720" fmla="*/ 375720 w 2290556"/>
                <a:gd name="connsiteY1720" fmla="*/ 1614299 h 1796087"/>
                <a:gd name="connsiteX1721" fmla="*/ 374205 w 2290556"/>
                <a:gd name="connsiteY1721" fmla="*/ 1612785 h 1796087"/>
                <a:gd name="connsiteX1722" fmla="*/ 370503 w 2290556"/>
                <a:gd name="connsiteY1722" fmla="*/ 1609320 h 1796087"/>
                <a:gd name="connsiteX1723" fmla="*/ 368652 w 2290556"/>
                <a:gd name="connsiteY1723" fmla="*/ 1605519 h 1796087"/>
                <a:gd name="connsiteX1724" fmla="*/ 367474 w 2290556"/>
                <a:gd name="connsiteY1724" fmla="*/ 1602054 h 1796087"/>
                <a:gd name="connsiteX1725" fmla="*/ 366397 w 2290556"/>
                <a:gd name="connsiteY1725" fmla="*/ 1598354 h 1796087"/>
                <a:gd name="connsiteX1726" fmla="*/ 361719 w 2290556"/>
                <a:gd name="connsiteY1726" fmla="*/ 1595965 h 1796087"/>
                <a:gd name="connsiteX1727" fmla="*/ 356604 w 2290556"/>
                <a:gd name="connsiteY1727" fmla="*/ 1593341 h 1796087"/>
                <a:gd name="connsiteX1728" fmla="*/ 353239 w 2290556"/>
                <a:gd name="connsiteY1728" fmla="*/ 1591592 h 1796087"/>
                <a:gd name="connsiteX1729" fmla="*/ 352464 w 2290556"/>
                <a:gd name="connsiteY1729" fmla="*/ 1588766 h 1796087"/>
                <a:gd name="connsiteX1730" fmla="*/ 353339 w 2290556"/>
                <a:gd name="connsiteY1730" fmla="*/ 1586580 h 1796087"/>
                <a:gd name="connsiteX1731" fmla="*/ 357142 w 2290556"/>
                <a:gd name="connsiteY1731" fmla="*/ 1586042 h 1796087"/>
                <a:gd name="connsiteX1732" fmla="*/ 358993 w 2290556"/>
                <a:gd name="connsiteY1732" fmla="*/ 1586243 h 1796087"/>
                <a:gd name="connsiteX1733" fmla="*/ 363873 w 2290556"/>
                <a:gd name="connsiteY1733" fmla="*/ 1588194 h 1796087"/>
                <a:gd name="connsiteX1734" fmla="*/ 367575 w 2290556"/>
                <a:gd name="connsiteY1734" fmla="*/ 1589506 h 1796087"/>
                <a:gd name="connsiteX1735" fmla="*/ 371479 w 2290556"/>
                <a:gd name="connsiteY1735" fmla="*/ 1590280 h 1796087"/>
                <a:gd name="connsiteX1736" fmla="*/ 375821 w 2290556"/>
                <a:gd name="connsiteY1736" fmla="*/ 1592029 h 1796087"/>
                <a:gd name="connsiteX1737" fmla="*/ 379523 w 2290556"/>
                <a:gd name="connsiteY1737" fmla="*/ 1592029 h 1796087"/>
                <a:gd name="connsiteX1738" fmla="*/ 382451 w 2290556"/>
                <a:gd name="connsiteY1738" fmla="*/ 1591659 h 1796087"/>
                <a:gd name="connsiteX1739" fmla="*/ 385278 w 2290556"/>
                <a:gd name="connsiteY1739" fmla="*/ 1589742 h 1796087"/>
                <a:gd name="connsiteX1740" fmla="*/ 389855 w 2290556"/>
                <a:gd name="connsiteY1740" fmla="*/ 1588329 h 1796087"/>
                <a:gd name="connsiteX1741" fmla="*/ 395509 w 2290556"/>
                <a:gd name="connsiteY1741" fmla="*/ 1586277 h 1796087"/>
                <a:gd name="connsiteX1742" fmla="*/ 397696 w 2290556"/>
                <a:gd name="connsiteY1742" fmla="*/ 1584662 h 1796087"/>
                <a:gd name="connsiteX1743" fmla="*/ 401062 w 2290556"/>
                <a:gd name="connsiteY1743" fmla="*/ 1583586 h 1796087"/>
                <a:gd name="connsiteX1744" fmla="*/ 405403 w 2290556"/>
                <a:gd name="connsiteY1744" fmla="*/ 1583384 h 1796087"/>
                <a:gd name="connsiteX1745" fmla="*/ 409105 w 2290556"/>
                <a:gd name="connsiteY1745" fmla="*/ 1583384 h 1796087"/>
                <a:gd name="connsiteX1746" fmla="*/ 410418 w 2290556"/>
                <a:gd name="connsiteY1746" fmla="*/ 1581534 h 1796087"/>
                <a:gd name="connsiteX1747" fmla="*/ 412370 w 2290556"/>
                <a:gd name="connsiteY1747" fmla="*/ 1579919 h 1796087"/>
                <a:gd name="connsiteX1748" fmla="*/ 415836 w 2290556"/>
                <a:gd name="connsiteY1748" fmla="*/ 1577968 h 1796087"/>
                <a:gd name="connsiteX1749" fmla="*/ 419303 w 2290556"/>
                <a:gd name="connsiteY1749" fmla="*/ 1578405 h 1796087"/>
                <a:gd name="connsiteX1750" fmla="*/ 422029 w 2290556"/>
                <a:gd name="connsiteY1750" fmla="*/ 1582543 h 1796087"/>
                <a:gd name="connsiteX1751" fmla="*/ 423106 w 2290556"/>
                <a:gd name="connsiteY1751" fmla="*/ 1584393 h 1796087"/>
                <a:gd name="connsiteX1752" fmla="*/ 425596 w 2290556"/>
                <a:gd name="connsiteY1752" fmla="*/ 1588733 h 1796087"/>
                <a:gd name="connsiteX1753" fmla="*/ 429500 w 2290556"/>
                <a:gd name="connsiteY1753" fmla="*/ 1591222 h 1796087"/>
                <a:gd name="connsiteX1754" fmla="*/ 431889 w 2290556"/>
                <a:gd name="connsiteY1754" fmla="*/ 1591323 h 1796087"/>
                <a:gd name="connsiteX1755" fmla="*/ 438082 w 2290556"/>
                <a:gd name="connsiteY1755" fmla="*/ 1591088 h 1796087"/>
                <a:gd name="connsiteX1756" fmla="*/ 442861 w 2290556"/>
                <a:gd name="connsiteY1756" fmla="*/ 1591962 h 1796087"/>
                <a:gd name="connsiteX1757" fmla="*/ 445048 w 2290556"/>
                <a:gd name="connsiteY1757" fmla="*/ 1594149 h 1796087"/>
                <a:gd name="connsiteX1758" fmla="*/ 447236 w 2290556"/>
                <a:gd name="connsiteY1758" fmla="*/ 1597311 h 1796087"/>
                <a:gd name="connsiteX1759" fmla="*/ 453765 w 2290556"/>
                <a:gd name="connsiteY1759" fmla="*/ 1597849 h 1796087"/>
                <a:gd name="connsiteX1760" fmla="*/ 460395 w 2290556"/>
                <a:gd name="connsiteY1760" fmla="*/ 1597647 h 1796087"/>
                <a:gd name="connsiteX1761" fmla="*/ 464501 w 2290556"/>
                <a:gd name="connsiteY1761" fmla="*/ 1597311 h 1796087"/>
                <a:gd name="connsiteX1762" fmla="*/ 470255 w 2290556"/>
                <a:gd name="connsiteY1762" fmla="*/ 1597311 h 1796087"/>
                <a:gd name="connsiteX1763" fmla="*/ 472544 w 2290556"/>
                <a:gd name="connsiteY1763" fmla="*/ 1596537 h 1796087"/>
                <a:gd name="connsiteX1764" fmla="*/ 475035 w 2290556"/>
                <a:gd name="connsiteY1764" fmla="*/ 1595461 h 1796087"/>
                <a:gd name="connsiteX1765" fmla="*/ 476246 w 2290556"/>
                <a:gd name="connsiteY1765" fmla="*/ 1594149 h 1796087"/>
                <a:gd name="connsiteX1766" fmla="*/ 481799 w 2290556"/>
                <a:gd name="connsiteY1766" fmla="*/ 1589675 h 1796087"/>
                <a:gd name="connsiteX1767" fmla="*/ 487453 w 2290556"/>
                <a:gd name="connsiteY1767" fmla="*/ 1585873 h 1796087"/>
                <a:gd name="connsiteX1768" fmla="*/ 491256 w 2290556"/>
                <a:gd name="connsiteY1768" fmla="*/ 1583384 h 1796087"/>
                <a:gd name="connsiteX1769" fmla="*/ 494184 w 2290556"/>
                <a:gd name="connsiteY1769" fmla="*/ 1580895 h 1796087"/>
                <a:gd name="connsiteX1770" fmla="*/ 496237 w 2290556"/>
                <a:gd name="connsiteY1770" fmla="*/ 1577531 h 1796087"/>
                <a:gd name="connsiteX1771" fmla="*/ 498290 w 2290556"/>
                <a:gd name="connsiteY1771" fmla="*/ 1575781 h 1796087"/>
                <a:gd name="connsiteX1772" fmla="*/ 500242 w 2290556"/>
                <a:gd name="connsiteY1772" fmla="*/ 1575580 h 1796087"/>
                <a:gd name="connsiteX1773" fmla="*/ 503843 w 2290556"/>
                <a:gd name="connsiteY1773" fmla="*/ 1573931 h 1796087"/>
                <a:gd name="connsiteX1774" fmla="*/ 507982 w 2290556"/>
                <a:gd name="connsiteY1774" fmla="*/ 1571980 h 1796087"/>
                <a:gd name="connsiteX1775" fmla="*/ 512559 w 2290556"/>
                <a:gd name="connsiteY1775" fmla="*/ 1571105 h 1796087"/>
                <a:gd name="connsiteX1776" fmla="*/ 514511 w 2290556"/>
                <a:gd name="connsiteY1776" fmla="*/ 1570231 h 1796087"/>
                <a:gd name="connsiteX1777" fmla="*/ 517103 w 2290556"/>
                <a:gd name="connsiteY1777" fmla="*/ 1568717 h 1796087"/>
                <a:gd name="connsiteX1778" fmla="*/ 519930 w 2290556"/>
                <a:gd name="connsiteY1778" fmla="*/ 1568179 h 1796087"/>
                <a:gd name="connsiteX1779" fmla="*/ 523531 w 2290556"/>
                <a:gd name="connsiteY1779" fmla="*/ 1566867 h 1796087"/>
                <a:gd name="connsiteX1780" fmla="*/ 527973 w 2290556"/>
                <a:gd name="connsiteY1780" fmla="*/ 1565454 h 1796087"/>
                <a:gd name="connsiteX1781" fmla="*/ 534940 w 2290556"/>
                <a:gd name="connsiteY1781" fmla="*/ 1565454 h 1796087"/>
                <a:gd name="connsiteX1782" fmla="*/ 539281 w 2290556"/>
                <a:gd name="connsiteY1782" fmla="*/ 1565992 h 1796087"/>
                <a:gd name="connsiteX1783" fmla="*/ 544161 w 2290556"/>
                <a:gd name="connsiteY1783" fmla="*/ 1565992 h 1796087"/>
                <a:gd name="connsiteX1784" fmla="*/ 548300 w 2290556"/>
                <a:gd name="connsiteY1784" fmla="*/ 1566968 h 1796087"/>
                <a:gd name="connsiteX1785" fmla="*/ 552339 w 2290556"/>
                <a:gd name="connsiteY1785" fmla="*/ 1568919 h 1796087"/>
                <a:gd name="connsiteX1786" fmla="*/ 555940 w 2290556"/>
                <a:gd name="connsiteY1786" fmla="*/ 1572619 h 1796087"/>
                <a:gd name="connsiteX1787" fmla="*/ 558767 w 2290556"/>
                <a:gd name="connsiteY1787" fmla="*/ 1575445 h 1796087"/>
                <a:gd name="connsiteX1788" fmla="*/ 558666 w 2290556"/>
                <a:gd name="connsiteY1788" fmla="*/ 1578170 h 1796087"/>
                <a:gd name="connsiteX1789" fmla="*/ 557690 w 2290556"/>
                <a:gd name="connsiteY1789" fmla="*/ 1579246 h 1796087"/>
                <a:gd name="connsiteX1790" fmla="*/ 555738 w 2290556"/>
                <a:gd name="connsiteY1790" fmla="*/ 1581635 h 1796087"/>
                <a:gd name="connsiteX1791" fmla="*/ 553887 w 2290556"/>
                <a:gd name="connsiteY1791" fmla="*/ 1584999 h 1796087"/>
                <a:gd name="connsiteX1792" fmla="*/ 555301 w 2290556"/>
                <a:gd name="connsiteY1792" fmla="*/ 1587051 h 1796087"/>
                <a:gd name="connsiteX1793" fmla="*/ 557690 w 2290556"/>
                <a:gd name="connsiteY1793" fmla="*/ 1590953 h 1796087"/>
                <a:gd name="connsiteX1794" fmla="*/ 558229 w 2290556"/>
                <a:gd name="connsiteY1794" fmla="*/ 1593005 h 1796087"/>
                <a:gd name="connsiteX1795" fmla="*/ 559104 w 2290556"/>
                <a:gd name="connsiteY1795" fmla="*/ 1595932 h 1796087"/>
                <a:gd name="connsiteX1796" fmla="*/ 561830 w 2290556"/>
                <a:gd name="connsiteY1796" fmla="*/ 1600069 h 1796087"/>
                <a:gd name="connsiteX1797" fmla="*/ 564118 w 2290556"/>
                <a:gd name="connsiteY1797" fmla="*/ 1603231 h 1796087"/>
                <a:gd name="connsiteX1798" fmla="*/ 564657 w 2290556"/>
                <a:gd name="connsiteY1798" fmla="*/ 1608984 h 1796087"/>
                <a:gd name="connsiteX1799" fmla="*/ 565733 w 2290556"/>
                <a:gd name="connsiteY1799" fmla="*/ 1613761 h 1796087"/>
                <a:gd name="connsiteX1800" fmla="*/ 565835 w 2290556"/>
                <a:gd name="connsiteY1800" fmla="*/ 1618874 h 1796087"/>
                <a:gd name="connsiteX1801" fmla="*/ 563984 w 2290556"/>
                <a:gd name="connsiteY1801" fmla="*/ 1621700 h 1796087"/>
                <a:gd name="connsiteX1802" fmla="*/ 560517 w 2290556"/>
                <a:gd name="connsiteY1802" fmla="*/ 1623751 h 1796087"/>
                <a:gd name="connsiteX1803" fmla="*/ 556916 w 2290556"/>
                <a:gd name="connsiteY1803" fmla="*/ 1627015 h 1796087"/>
                <a:gd name="connsiteX1804" fmla="*/ 556378 w 2290556"/>
                <a:gd name="connsiteY1804" fmla="*/ 1628966 h 1796087"/>
                <a:gd name="connsiteX1805" fmla="*/ 552474 w 2290556"/>
                <a:gd name="connsiteY1805" fmla="*/ 1632868 h 1796087"/>
                <a:gd name="connsiteX1806" fmla="*/ 551161 w 2290556"/>
                <a:gd name="connsiteY1806" fmla="*/ 1635256 h 1796087"/>
                <a:gd name="connsiteX1807" fmla="*/ 546483 w 2290556"/>
                <a:gd name="connsiteY1807" fmla="*/ 1636434 h 1796087"/>
                <a:gd name="connsiteX1808" fmla="*/ 544767 w 2290556"/>
                <a:gd name="connsiteY1808" fmla="*/ 1639899 h 1796087"/>
                <a:gd name="connsiteX1809" fmla="*/ 541065 w 2290556"/>
                <a:gd name="connsiteY1809" fmla="*/ 1645886 h 1796087"/>
                <a:gd name="connsiteX1810" fmla="*/ 539113 w 2290556"/>
                <a:gd name="connsiteY1810" fmla="*/ 1652514 h 1796087"/>
                <a:gd name="connsiteX1811" fmla="*/ 534098 w 2290556"/>
                <a:gd name="connsiteY1811" fmla="*/ 1658939 h 1796087"/>
                <a:gd name="connsiteX1812" fmla="*/ 529218 w 2290556"/>
                <a:gd name="connsiteY1812" fmla="*/ 1662841 h 1796087"/>
                <a:gd name="connsiteX1813" fmla="*/ 519425 w 2290556"/>
                <a:gd name="connsiteY1813" fmla="*/ 1667618 h 1796087"/>
                <a:gd name="connsiteX1814" fmla="*/ 510304 w 2290556"/>
                <a:gd name="connsiteY1814" fmla="*/ 1672731 h 1796087"/>
                <a:gd name="connsiteX1815" fmla="*/ 498391 w 2290556"/>
                <a:gd name="connsiteY1815" fmla="*/ 1677777 h 1796087"/>
                <a:gd name="connsiteX1816" fmla="*/ 494520 w 2290556"/>
                <a:gd name="connsiteY1816" fmla="*/ 1679728 h 1796087"/>
                <a:gd name="connsiteX1817" fmla="*/ 492636 w 2290556"/>
                <a:gd name="connsiteY1817" fmla="*/ 1680636 h 1796087"/>
                <a:gd name="connsiteX1818" fmla="*/ 491525 w 2290556"/>
                <a:gd name="connsiteY1818" fmla="*/ 1681645 h 1796087"/>
                <a:gd name="connsiteX1819" fmla="*/ 491458 w 2290556"/>
                <a:gd name="connsiteY1819" fmla="*/ 1682352 h 1796087"/>
                <a:gd name="connsiteX1820" fmla="*/ 492366 w 2290556"/>
                <a:gd name="connsiteY1820" fmla="*/ 1684135 h 1796087"/>
                <a:gd name="connsiteX1821" fmla="*/ 495261 w 2290556"/>
                <a:gd name="connsiteY1821" fmla="*/ 1684135 h 1796087"/>
                <a:gd name="connsiteX1822" fmla="*/ 498593 w 2290556"/>
                <a:gd name="connsiteY1822" fmla="*/ 1686086 h 1796087"/>
                <a:gd name="connsiteX1823" fmla="*/ 501218 w 2290556"/>
                <a:gd name="connsiteY1823" fmla="*/ 1689349 h 1796087"/>
                <a:gd name="connsiteX1824" fmla="*/ 501924 w 2290556"/>
                <a:gd name="connsiteY1824" fmla="*/ 1691973 h 1796087"/>
                <a:gd name="connsiteX1825" fmla="*/ 501924 w 2290556"/>
                <a:gd name="connsiteY1825" fmla="*/ 1693285 h 1796087"/>
                <a:gd name="connsiteX1826" fmla="*/ 500915 w 2290556"/>
                <a:gd name="connsiteY1826" fmla="*/ 1695169 h 1796087"/>
                <a:gd name="connsiteX1827" fmla="*/ 500174 w 2290556"/>
                <a:gd name="connsiteY1827" fmla="*/ 1696615 h 1796087"/>
                <a:gd name="connsiteX1828" fmla="*/ 500309 w 2290556"/>
                <a:gd name="connsiteY1828" fmla="*/ 1697792 h 1796087"/>
                <a:gd name="connsiteX1829" fmla="*/ 501453 w 2290556"/>
                <a:gd name="connsiteY1829" fmla="*/ 1699239 h 1796087"/>
                <a:gd name="connsiteX1830" fmla="*/ 501319 w 2290556"/>
                <a:gd name="connsiteY1830" fmla="*/ 1701560 h 1796087"/>
                <a:gd name="connsiteX1831" fmla="*/ 501891 w 2290556"/>
                <a:gd name="connsiteY1831" fmla="*/ 1709398 h 1796087"/>
                <a:gd name="connsiteX1832" fmla="*/ 501891 w 2290556"/>
                <a:gd name="connsiteY1832" fmla="*/ 1712863 h 1796087"/>
                <a:gd name="connsiteX1833" fmla="*/ 501319 w 2290556"/>
                <a:gd name="connsiteY1833" fmla="*/ 1715453 h 1796087"/>
                <a:gd name="connsiteX1834" fmla="*/ 498424 w 2290556"/>
                <a:gd name="connsiteY1834" fmla="*/ 1716900 h 1796087"/>
                <a:gd name="connsiteX1835" fmla="*/ 495799 w 2290556"/>
                <a:gd name="connsiteY1835" fmla="*/ 1715453 h 1796087"/>
                <a:gd name="connsiteX1836" fmla="*/ 492770 w 2290556"/>
                <a:gd name="connsiteY1836" fmla="*/ 1715453 h 1796087"/>
                <a:gd name="connsiteX1837" fmla="*/ 490583 w 2290556"/>
                <a:gd name="connsiteY1837" fmla="*/ 1715453 h 1796087"/>
                <a:gd name="connsiteX1838" fmla="*/ 485804 w 2290556"/>
                <a:gd name="connsiteY1838" fmla="*/ 1715453 h 1796087"/>
                <a:gd name="connsiteX1839" fmla="*/ 483987 w 2290556"/>
                <a:gd name="connsiteY1839" fmla="*/ 1718279 h 1796087"/>
                <a:gd name="connsiteX1840" fmla="*/ 484054 w 2290556"/>
                <a:gd name="connsiteY1840" fmla="*/ 1718918 h 1796087"/>
                <a:gd name="connsiteX1841" fmla="*/ 484054 w 2290556"/>
                <a:gd name="connsiteY1841" fmla="*/ 1723426 h 1796087"/>
                <a:gd name="connsiteX1842" fmla="*/ 484054 w 2290556"/>
                <a:gd name="connsiteY1842" fmla="*/ 1727059 h 1796087"/>
                <a:gd name="connsiteX1843" fmla="*/ 484626 w 2290556"/>
                <a:gd name="connsiteY1843" fmla="*/ 1730255 h 1796087"/>
                <a:gd name="connsiteX1844" fmla="*/ 486376 w 2290556"/>
                <a:gd name="connsiteY1844" fmla="*/ 1733719 h 1796087"/>
                <a:gd name="connsiteX1845" fmla="*/ 487554 w 2290556"/>
                <a:gd name="connsiteY1845" fmla="*/ 1737184 h 1796087"/>
                <a:gd name="connsiteX1846" fmla="*/ 487689 w 2290556"/>
                <a:gd name="connsiteY1846" fmla="*/ 1740380 h 1796087"/>
                <a:gd name="connsiteX1847" fmla="*/ 487689 w 2290556"/>
                <a:gd name="connsiteY1847" fmla="*/ 1744148 h 1796087"/>
                <a:gd name="connsiteX1848" fmla="*/ 487689 w 2290556"/>
                <a:gd name="connsiteY1848" fmla="*/ 1746469 h 1796087"/>
                <a:gd name="connsiteX1849" fmla="*/ 492333 w 2290556"/>
                <a:gd name="connsiteY1849" fmla="*/ 1748487 h 1796087"/>
                <a:gd name="connsiteX1850" fmla="*/ 496977 w 2290556"/>
                <a:gd name="connsiteY1850" fmla="*/ 1748487 h 1796087"/>
                <a:gd name="connsiteX1851" fmla="*/ 501891 w 2290556"/>
                <a:gd name="connsiteY1851" fmla="*/ 1751111 h 1796087"/>
                <a:gd name="connsiteX1852" fmla="*/ 510001 w 2290556"/>
                <a:gd name="connsiteY1852" fmla="*/ 1753870 h 1796087"/>
                <a:gd name="connsiteX1853" fmla="*/ 514074 w 2290556"/>
                <a:gd name="connsiteY1853" fmla="*/ 1755619 h 1796087"/>
                <a:gd name="connsiteX1854" fmla="*/ 518718 w 2290556"/>
                <a:gd name="connsiteY1854" fmla="*/ 1759958 h 1796087"/>
                <a:gd name="connsiteX1855" fmla="*/ 519795 w 2290556"/>
                <a:gd name="connsiteY1855" fmla="*/ 1764298 h 1796087"/>
                <a:gd name="connsiteX1856" fmla="*/ 528545 w 2290556"/>
                <a:gd name="connsiteY1856" fmla="*/ 1774424 h 1796087"/>
                <a:gd name="connsiteX1857" fmla="*/ 537531 w 2290556"/>
                <a:gd name="connsiteY1857" fmla="*/ 1783203 h 1796087"/>
                <a:gd name="connsiteX1858" fmla="*/ 544262 w 2290556"/>
                <a:gd name="connsiteY1858" fmla="*/ 1789931 h 1796087"/>
                <a:gd name="connsiteX1859" fmla="*/ 549411 w 2290556"/>
                <a:gd name="connsiteY1859" fmla="*/ 1792959 h 1796087"/>
                <a:gd name="connsiteX1860" fmla="*/ 553416 w 2290556"/>
                <a:gd name="connsiteY1860" fmla="*/ 1794775 h 1796087"/>
                <a:gd name="connsiteX1861" fmla="*/ 555704 w 2290556"/>
                <a:gd name="connsiteY1861" fmla="*/ 1796087 h 1796087"/>
                <a:gd name="connsiteX1862" fmla="*/ 558430 w 2290556"/>
                <a:gd name="connsiteY1862" fmla="*/ 1791950 h 1796087"/>
                <a:gd name="connsiteX1863" fmla="*/ 562435 w 2290556"/>
                <a:gd name="connsiteY1863" fmla="*/ 1791950 h 1796087"/>
                <a:gd name="connsiteX1864" fmla="*/ 564623 w 2290556"/>
                <a:gd name="connsiteY1864" fmla="*/ 1795684 h 1796087"/>
                <a:gd name="connsiteX1865" fmla="*/ 565061 w 2290556"/>
                <a:gd name="connsiteY1865" fmla="*/ 1795919 h 1796087"/>
                <a:gd name="connsiteX1866" fmla="*/ 565767 w 2290556"/>
                <a:gd name="connsiteY1866" fmla="*/ 1794372 h 1796087"/>
                <a:gd name="connsiteX1867" fmla="*/ 569469 w 2290556"/>
                <a:gd name="connsiteY1867" fmla="*/ 1792925 h 1796087"/>
                <a:gd name="connsiteX1868" fmla="*/ 572969 w 2290556"/>
                <a:gd name="connsiteY1868" fmla="*/ 1790167 h 1796087"/>
                <a:gd name="connsiteX1869" fmla="*/ 575796 w 2290556"/>
                <a:gd name="connsiteY1869" fmla="*/ 1790167 h 1796087"/>
                <a:gd name="connsiteX1870" fmla="*/ 584277 w 2290556"/>
                <a:gd name="connsiteY1870" fmla="*/ 1786904 h 1796087"/>
                <a:gd name="connsiteX1871" fmla="*/ 593398 w 2290556"/>
                <a:gd name="connsiteY1871" fmla="*/ 1784515 h 1796087"/>
                <a:gd name="connsiteX1872" fmla="*/ 595989 w 2290556"/>
                <a:gd name="connsiteY1872" fmla="*/ 1781690 h 1796087"/>
                <a:gd name="connsiteX1873" fmla="*/ 605984 w 2290556"/>
                <a:gd name="connsiteY1873" fmla="*/ 1784078 h 1796087"/>
                <a:gd name="connsiteX1874" fmla="*/ 617057 w 2290556"/>
                <a:gd name="connsiteY1874" fmla="*/ 1783876 h 1796087"/>
                <a:gd name="connsiteX1875" fmla="*/ 622071 w 2290556"/>
                <a:gd name="connsiteY1875" fmla="*/ 1781690 h 1796087"/>
                <a:gd name="connsiteX1876" fmla="*/ 632302 w 2290556"/>
                <a:gd name="connsiteY1876" fmla="*/ 1779099 h 1796087"/>
                <a:gd name="connsiteX1877" fmla="*/ 636644 w 2290556"/>
                <a:gd name="connsiteY1877" fmla="*/ 1776475 h 1796087"/>
                <a:gd name="connsiteX1878" fmla="*/ 646000 w 2290556"/>
                <a:gd name="connsiteY1878" fmla="*/ 1773650 h 1796087"/>
                <a:gd name="connsiteX1879" fmla="*/ 653168 w 2290556"/>
                <a:gd name="connsiteY1879" fmla="*/ 1768873 h 1796087"/>
                <a:gd name="connsiteX1880" fmla="*/ 658183 w 2290556"/>
                <a:gd name="connsiteY1880" fmla="*/ 1767561 h 1796087"/>
                <a:gd name="connsiteX1881" fmla="*/ 667943 w 2290556"/>
                <a:gd name="connsiteY1881" fmla="*/ 1767561 h 1796087"/>
                <a:gd name="connsiteX1882" fmla="*/ 669693 w 2290556"/>
                <a:gd name="connsiteY1882" fmla="*/ 1767561 h 1796087"/>
                <a:gd name="connsiteX1883" fmla="*/ 673832 w 2290556"/>
                <a:gd name="connsiteY1883" fmla="*/ 1767561 h 1796087"/>
                <a:gd name="connsiteX1884" fmla="*/ 681303 w 2290556"/>
                <a:gd name="connsiteY1884" fmla="*/ 1769579 h 1796087"/>
                <a:gd name="connsiteX1885" fmla="*/ 685880 w 2290556"/>
                <a:gd name="connsiteY1885" fmla="*/ 1768940 h 1796087"/>
                <a:gd name="connsiteX1886" fmla="*/ 688135 w 2290556"/>
                <a:gd name="connsiteY1886" fmla="*/ 1765173 h 1796087"/>
                <a:gd name="connsiteX1887" fmla="*/ 682852 w 2290556"/>
                <a:gd name="connsiteY1887" fmla="*/ 1764432 h 1796087"/>
                <a:gd name="connsiteX1888" fmla="*/ 680765 w 2290556"/>
                <a:gd name="connsiteY1888" fmla="*/ 1761909 h 1796087"/>
                <a:gd name="connsiteX1889" fmla="*/ 682717 w 2290556"/>
                <a:gd name="connsiteY1889" fmla="*/ 1759151 h 1796087"/>
                <a:gd name="connsiteX1890" fmla="*/ 687058 w 2290556"/>
                <a:gd name="connsiteY1890" fmla="*/ 1758579 h 1796087"/>
                <a:gd name="connsiteX1891" fmla="*/ 692073 w 2290556"/>
                <a:gd name="connsiteY1891" fmla="*/ 1758546 h 1796087"/>
                <a:gd name="connsiteX1892" fmla="*/ 703650 w 2290556"/>
                <a:gd name="connsiteY1892" fmla="*/ 1752188 h 1796087"/>
                <a:gd name="connsiteX1893" fmla="*/ 707722 w 2290556"/>
                <a:gd name="connsiteY1893" fmla="*/ 1747545 h 1796087"/>
                <a:gd name="connsiteX1894" fmla="*/ 707722 w 2290556"/>
                <a:gd name="connsiteY1894" fmla="*/ 1738261 h 1796087"/>
                <a:gd name="connsiteX1895" fmla="*/ 704256 w 2290556"/>
                <a:gd name="connsiteY1895" fmla="*/ 1731028 h 1796087"/>
                <a:gd name="connsiteX1896" fmla="*/ 699914 w 2290556"/>
                <a:gd name="connsiteY1896" fmla="*/ 1725242 h 1796087"/>
                <a:gd name="connsiteX1897" fmla="*/ 698467 w 2290556"/>
                <a:gd name="connsiteY1897" fmla="*/ 1720028 h 1796087"/>
                <a:gd name="connsiteX1898" fmla="*/ 698164 w 2290556"/>
                <a:gd name="connsiteY1898" fmla="*/ 1715117 h 1796087"/>
                <a:gd name="connsiteX1899" fmla="*/ 701059 w 2290556"/>
                <a:gd name="connsiteY1899" fmla="*/ 1708759 h 1796087"/>
                <a:gd name="connsiteX1900" fmla="*/ 704525 w 2290556"/>
                <a:gd name="connsiteY1900" fmla="*/ 1706135 h 1796087"/>
                <a:gd name="connsiteX1901" fmla="*/ 709439 w 2290556"/>
                <a:gd name="connsiteY1901" fmla="*/ 1701795 h 1796087"/>
                <a:gd name="connsiteX1902" fmla="*/ 708698 w 2290556"/>
                <a:gd name="connsiteY1902" fmla="*/ 1697759 h 1796087"/>
                <a:gd name="connsiteX1903" fmla="*/ 709439 w 2290556"/>
                <a:gd name="connsiteY1903" fmla="*/ 1691973 h 1796087"/>
                <a:gd name="connsiteX1904" fmla="*/ 710886 w 2290556"/>
                <a:gd name="connsiteY1904" fmla="*/ 1688205 h 1796087"/>
                <a:gd name="connsiteX1905" fmla="*/ 710246 w 2290556"/>
                <a:gd name="connsiteY1905" fmla="*/ 1684000 h 1796087"/>
                <a:gd name="connsiteX1906" fmla="*/ 707116 w 2290556"/>
                <a:gd name="connsiteY1906" fmla="*/ 1680367 h 1796087"/>
                <a:gd name="connsiteX1907" fmla="*/ 707116 w 2290556"/>
                <a:gd name="connsiteY1907" fmla="*/ 1674581 h 1796087"/>
                <a:gd name="connsiteX1908" fmla="*/ 708126 w 2290556"/>
                <a:gd name="connsiteY1908" fmla="*/ 1661125 h 1796087"/>
                <a:gd name="connsiteX1909" fmla="*/ 712030 w 2290556"/>
                <a:gd name="connsiteY1909" fmla="*/ 1655911 h 1796087"/>
                <a:gd name="connsiteX1910" fmla="*/ 714790 w 2290556"/>
                <a:gd name="connsiteY1910" fmla="*/ 1646055 h 1796087"/>
                <a:gd name="connsiteX1911" fmla="*/ 717987 w 2290556"/>
                <a:gd name="connsiteY1911" fmla="*/ 1637073 h 1796087"/>
                <a:gd name="connsiteX1912" fmla="*/ 723203 w 2290556"/>
                <a:gd name="connsiteY1912" fmla="*/ 1631724 h 1796087"/>
                <a:gd name="connsiteX1913" fmla="*/ 727679 w 2290556"/>
                <a:gd name="connsiteY1913" fmla="*/ 1626947 h 1796087"/>
                <a:gd name="connsiteX1914" fmla="*/ 730002 w 2290556"/>
                <a:gd name="connsiteY1914" fmla="*/ 1623751 h 1796087"/>
                <a:gd name="connsiteX1915" fmla="*/ 732324 w 2290556"/>
                <a:gd name="connsiteY1915" fmla="*/ 1618975 h 1796087"/>
                <a:gd name="connsiteX1916" fmla="*/ 734208 w 2290556"/>
                <a:gd name="connsiteY1916" fmla="*/ 1616519 h 1796087"/>
                <a:gd name="connsiteX1917" fmla="*/ 737675 w 2290556"/>
                <a:gd name="connsiteY1917" fmla="*/ 1613761 h 1796087"/>
                <a:gd name="connsiteX1918" fmla="*/ 741747 w 2290556"/>
                <a:gd name="connsiteY1918" fmla="*/ 1611137 h 1796087"/>
                <a:gd name="connsiteX1919" fmla="*/ 745651 w 2290556"/>
                <a:gd name="connsiteY1919" fmla="*/ 1608815 h 1796087"/>
                <a:gd name="connsiteX1920" fmla="*/ 747973 w 2290556"/>
                <a:gd name="connsiteY1920" fmla="*/ 1606797 h 1796087"/>
                <a:gd name="connsiteX1921" fmla="*/ 748714 w 2290556"/>
                <a:gd name="connsiteY1921" fmla="*/ 1600843 h 1796087"/>
                <a:gd name="connsiteX1922" fmla="*/ 749420 w 2290556"/>
                <a:gd name="connsiteY1922" fmla="*/ 1597647 h 1796087"/>
                <a:gd name="connsiteX1923" fmla="*/ 752752 w 2290556"/>
                <a:gd name="connsiteY1923" fmla="*/ 1592736 h 1796087"/>
                <a:gd name="connsiteX1924" fmla="*/ 755512 w 2290556"/>
                <a:gd name="connsiteY1924" fmla="*/ 1589271 h 1796087"/>
                <a:gd name="connsiteX1925" fmla="*/ 758574 w 2290556"/>
                <a:gd name="connsiteY1925" fmla="*/ 1590583 h 1796087"/>
                <a:gd name="connsiteX1926" fmla="*/ 761906 w 2290556"/>
                <a:gd name="connsiteY1926" fmla="*/ 1590583 h 1796087"/>
                <a:gd name="connsiteX1927" fmla="*/ 766820 w 2290556"/>
                <a:gd name="connsiteY1927" fmla="*/ 1589271 h 1796087"/>
                <a:gd name="connsiteX1928" fmla="*/ 770454 w 2290556"/>
                <a:gd name="connsiteY1928" fmla="*/ 1587959 h 1796087"/>
                <a:gd name="connsiteX1929" fmla="*/ 773652 w 2290556"/>
                <a:gd name="connsiteY1929" fmla="*/ 1585941 h 1796087"/>
                <a:gd name="connsiteX1930" fmla="*/ 775974 w 2290556"/>
                <a:gd name="connsiteY1930" fmla="*/ 1585066 h 1796087"/>
                <a:gd name="connsiteX1931" fmla="*/ 781056 w 2290556"/>
                <a:gd name="connsiteY1931" fmla="*/ 1585066 h 1796087"/>
                <a:gd name="connsiteX1932" fmla="*/ 787147 w 2290556"/>
                <a:gd name="connsiteY1932" fmla="*/ 1584494 h 1796087"/>
                <a:gd name="connsiteX1933" fmla="*/ 790613 w 2290556"/>
                <a:gd name="connsiteY1933" fmla="*/ 1581029 h 1796087"/>
                <a:gd name="connsiteX1934" fmla="*/ 794686 w 2290556"/>
                <a:gd name="connsiteY1934" fmla="*/ 1581769 h 1796087"/>
                <a:gd name="connsiteX1935" fmla="*/ 795392 w 2290556"/>
                <a:gd name="connsiteY1935" fmla="*/ 1584965 h 1796087"/>
                <a:gd name="connsiteX1936" fmla="*/ 795392 w 2290556"/>
                <a:gd name="connsiteY1936" fmla="*/ 1588598 h 1796087"/>
                <a:gd name="connsiteX1937" fmla="*/ 795426 w 2290556"/>
                <a:gd name="connsiteY1937" fmla="*/ 1592063 h 1796087"/>
                <a:gd name="connsiteX1938" fmla="*/ 793811 w 2290556"/>
                <a:gd name="connsiteY1938" fmla="*/ 1595965 h 1796087"/>
                <a:gd name="connsiteX1939" fmla="*/ 795594 w 2290556"/>
                <a:gd name="connsiteY1939" fmla="*/ 1598724 h 1796087"/>
                <a:gd name="connsiteX1940" fmla="*/ 796705 w 2290556"/>
                <a:gd name="connsiteY1940" fmla="*/ 1603366 h 1796087"/>
                <a:gd name="connsiteX1941" fmla="*/ 796469 w 2290556"/>
                <a:gd name="connsiteY1941" fmla="*/ 1608008 h 1796087"/>
                <a:gd name="connsiteX1942" fmla="*/ 797546 w 2290556"/>
                <a:gd name="connsiteY1942" fmla="*/ 1611641 h 1796087"/>
                <a:gd name="connsiteX1943" fmla="*/ 797546 w 2290556"/>
                <a:gd name="connsiteY1943" fmla="*/ 1619042 h 1796087"/>
                <a:gd name="connsiteX1944" fmla="*/ 799734 w 2290556"/>
                <a:gd name="connsiteY1944" fmla="*/ 1617730 h 1796087"/>
                <a:gd name="connsiteX1945" fmla="*/ 801349 w 2290556"/>
                <a:gd name="connsiteY1945" fmla="*/ 1617596 h 1796087"/>
                <a:gd name="connsiteX1946" fmla="*/ 804681 w 2290556"/>
                <a:gd name="connsiteY1946" fmla="*/ 1617596 h 1796087"/>
                <a:gd name="connsiteX1947" fmla="*/ 807441 w 2290556"/>
                <a:gd name="connsiteY1947" fmla="*/ 1620354 h 1796087"/>
                <a:gd name="connsiteX1948" fmla="*/ 808585 w 2290556"/>
                <a:gd name="connsiteY1948" fmla="*/ 1623953 h 1796087"/>
                <a:gd name="connsiteX1949" fmla="*/ 809595 w 2290556"/>
                <a:gd name="connsiteY1949" fmla="*/ 1627284 h 1796087"/>
                <a:gd name="connsiteX1950" fmla="*/ 809595 w 2290556"/>
                <a:gd name="connsiteY1950" fmla="*/ 1630311 h 1796087"/>
                <a:gd name="connsiteX1951" fmla="*/ 809023 w 2290556"/>
                <a:gd name="connsiteY1951" fmla="*/ 1634651 h 1796087"/>
                <a:gd name="connsiteX1952" fmla="*/ 807710 w 2290556"/>
                <a:gd name="connsiteY1952" fmla="*/ 1635660 h 1796087"/>
                <a:gd name="connsiteX1953" fmla="*/ 805388 w 2290556"/>
                <a:gd name="connsiteY1953" fmla="*/ 1635223 h 1796087"/>
                <a:gd name="connsiteX1954" fmla="*/ 803638 w 2290556"/>
                <a:gd name="connsiteY1954" fmla="*/ 1634785 h 1796087"/>
                <a:gd name="connsiteX1955" fmla="*/ 799868 w 2290556"/>
                <a:gd name="connsiteY1955" fmla="*/ 1634483 h 1796087"/>
                <a:gd name="connsiteX1956" fmla="*/ 796840 w 2290556"/>
                <a:gd name="connsiteY1956" fmla="*/ 1634045 h 1796087"/>
                <a:gd name="connsiteX1957" fmla="*/ 791488 w 2290556"/>
                <a:gd name="connsiteY1957" fmla="*/ 1636232 h 1796087"/>
                <a:gd name="connsiteX1958" fmla="*/ 787719 w 2290556"/>
                <a:gd name="connsiteY1958" fmla="*/ 1637678 h 1796087"/>
                <a:gd name="connsiteX1959" fmla="*/ 785262 w 2290556"/>
                <a:gd name="connsiteY1959" fmla="*/ 1642758 h 1796087"/>
                <a:gd name="connsiteX1960" fmla="*/ 780854 w 2290556"/>
                <a:gd name="connsiteY1960" fmla="*/ 1644204 h 1796087"/>
                <a:gd name="connsiteX1961" fmla="*/ 778229 w 2290556"/>
                <a:gd name="connsiteY1961" fmla="*/ 1649856 h 1796087"/>
                <a:gd name="connsiteX1962" fmla="*/ 776479 w 2290556"/>
                <a:gd name="connsiteY1962" fmla="*/ 1653758 h 1796087"/>
                <a:gd name="connsiteX1963" fmla="*/ 773450 w 2290556"/>
                <a:gd name="connsiteY1963" fmla="*/ 1657458 h 1796087"/>
                <a:gd name="connsiteX1964" fmla="*/ 772810 w 2290556"/>
                <a:gd name="connsiteY1964" fmla="*/ 1660284 h 1796087"/>
                <a:gd name="connsiteX1965" fmla="*/ 771733 w 2290556"/>
                <a:gd name="connsiteY1965" fmla="*/ 1662908 h 1796087"/>
                <a:gd name="connsiteX1966" fmla="*/ 771296 w 2290556"/>
                <a:gd name="connsiteY1966" fmla="*/ 1665936 h 1796087"/>
                <a:gd name="connsiteX1967" fmla="*/ 770757 w 2290556"/>
                <a:gd name="connsiteY1967" fmla="*/ 1667887 h 1796087"/>
                <a:gd name="connsiteX1968" fmla="*/ 768031 w 2290556"/>
                <a:gd name="connsiteY1968" fmla="*/ 1670948 h 1796087"/>
                <a:gd name="connsiteX1969" fmla="*/ 768031 w 2290556"/>
                <a:gd name="connsiteY1969" fmla="*/ 1674648 h 1796087"/>
                <a:gd name="connsiteX1970" fmla="*/ 768805 w 2290556"/>
                <a:gd name="connsiteY1970" fmla="*/ 1676398 h 1796087"/>
                <a:gd name="connsiteX1971" fmla="*/ 771531 w 2290556"/>
                <a:gd name="connsiteY1971" fmla="*/ 1680098 h 1796087"/>
                <a:gd name="connsiteX1972" fmla="*/ 771531 w 2290556"/>
                <a:gd name="connsiteY1972" fmla="*/ 1681612 h 1796087"/>
                <a:gd name="connsiteX1973" fmla="*/ 770454 w 2290556"/>
                <a:gd name="connsiteY1973" fmla="*/ 1684438 h 1796087"/>
                <a:gd name="connsiteX1974" fmla="*/ 768940 w 2290556"/>
                <a:gd name="connsiteY1974" fmla="*/ 1685951 h 1796087"/>
                <a:gd name="connsiteX1975" fmla="*/ 767190 w 2290556"/>
                <a:gd name="connsiteY1975" fmla="*/ 1689181 h 1796087"/>
                <a:gd name="connsiteX1976" fmla="*/ 767829 w 2290556"/>
                <a:gd name="connsiteY1976" fmla="*/ 1692881 h 1796087"/>
                <a:gd name="connsiteX1977" fmla="*/ 768906 w 2290556"/>
                <a:gd name="connsiteY1977" fmla="*/ 1695505 h 1796087"/>
                <a:gd name="connsiteX1978" fmla="*/ 767594 w 2290556"/>
                <a:gd name="connsiteY1978" fmla="*/ 1700080 h 1796087"/>
                <a:gd name="connsiteX1979" fmla="*/ 767358 w 2290556"/>
                <a:gd name="connsiteY1979" fmla="*/ 1703545 h 1796087"/>
                <a:gd name="connsiteX1980" fmla="*/ 768435 w 2290556"/>
                <a:gd name="connsiteY1980" fmla="*/ 1705059 h 1796087"/>
                <a:gd name="connsiteX1981" fmla="*/ 773652 w 2290556"/>
                <a:gd name="connsiteY1981" fmla="*/ 1710037 h 1796087"/>
                <a:gd name="connsiteX1982" fmla="*/ 777791 w 2290556"/>
                <a:gd name="connsiteY1982" fmla="*/ 1712863 h 1796087"/>
                <a:gd name="connsiteX1983" fmla="*/ 780181 w 2290556"/>
                <a:gd name="connsiteY1983" fmla="*/ 1714377 h 1796087"/>
                <a:gd name="connsiteX1984" fmla="*/ 784758 w 2290556"/>
                <a:gd name="connsiteY1984" fmla="*/ 1717404 h 1796087"/>
                <a:gd name="connsiteX1985" fmla="*/ 790109 w 2290556"/>
                <a:gd name="connsiteY1985" fmla="*/ 1720095 h 1796087"/>
                <a:gd name="connsiteX1986" fmla="*/ 799027 w 2290556"/>
                <a:gd name="connsiteY1986" fmla="*/ 1726252 h 1796087"/>
                <a:gd name="connsiteX1987" fmla="*/ 803099 w 2290556"/>
                <a:gd name="connsiteY1987" fmla="*/ 1727698 h 1796087"/>
                <a:gd name="connsiteX1988" fmla="*/ 809123 w 2290556"/>
                <a:gd name="connsiteY1988" fmla="*/ 1727698 h 1796087"/>
                <a:gd name="connsiteX1989" fmla="*/ 812523 w 2290556"/>
                <a:gd name="connsiteY1989" fmla="*/ 1726992 h 1796087"/>
                <a:gd name="connsiteX1990" fmla="*/ 818176 w 2290556"/>
                <a:gd name="connsiteY1990" fmla="*/ 1724704 h 1796087"/>
                <a:gd name="connsiteX1991" fmla="*/ 821508 w 2290556"/>
                <a:gd name="connsiteY1991" fmla="*/ 1722417 h 1796087"/>
                <a:gd name="connsiteX1992" fmla="*/ 824537 w 2290556"/>
                <a:gd name="connsiteY1992" fmla="*/ 1722417 h 1796087"/>
                <a:gd name="connsiteX1993" fmla="*/ 827600 w 2290556"/>
                <a:gd name="connsiteY1993" fmla="*/ 1723224 h 1796087"/>
                <a:gd name="connsiteX1994" fmla="*/ 833624 w 2290556"/>
                <a:gd name="connsiteY1994" fmla="*/ 1725108 h 1796087"/>
                <a:gd name="connsiteX1995" fmla="*/ 835509 w 2290556"/>
                <a:gd name="connsiteY1995" fmla="*/ 1726352 h 1796087"/>
                <a:gd name="connsiteX1996" fmla="*/ 840220 w 2290556"/>
                <a:gd name="connsiteY1996" fmla="*/ 1732004 h 1796087"/>
                <a:gd name="connsiteX1997" fmla="*/ 842812 w 2290556"/>
                <a:gd name="connsiteY1997" fmla="*/ 1734830 h 1796087"/>
                <a:gd name="connsiteX1998" fmla="*/ 845942 w 2290556"/>
                <a:gd name="connsiteY1998" fmla="*/ 1741288 h 1796087"/>
                <a:gd name="connsiteX1999" fmla="*/ 850081 w 2290556"/>
                <a:gd name="connsiteY1999" fmla="*/ 1746132 h 1796087"/>
                <a:gd name="connsiteX2000" fmla="*/ 851091 w 2290556"/>
                <a:gd name="connsiteY2000" fmla="*/ 1750337 h 1796087"/>
                <a:gd name="connsiteX2001" fmla="*/ 853043 w 2290556"/>
                <a:gd name="connsiteY2001" fmla="*/ 1753601 h 1796087"/>
                <a:gd name="connsiteX2002" fmla="*/ 857384 w 2290556"/>
                <a:gd name="connsiteY2002" fmla="*/ 1755854 h 1796087"/>
                <a:gd name="connsiteX2003" fmla="*/ 861793 w 2290556"/>
                <a:gd name="connsiteY2003" fmla="*/ 1755484 h 1796087"/>
                <a:gd name="connsiteX2004" fmla="*/ 867918 w 2290556"/>
                <a:gd name="connsiteY2004" fmla="*/ 1756023 h 1796087"/>
                <a:gd name="connsiteX2005" fmla="*/ 873774 w 2290556"/>
                <a:gd name="connsiteY2005" fmla="*/ 1758209 h 1796087"/>
                <a:gd name="connsiteX2006" fmla="*/ 880202 w 2290556"/>
                <a:gd name="connsiteY2006" fmla="*/ 1759958 h 1796087"/>
                <a:gd name="connsiteX2007" fmla="*/ 886630 w 2290556"/>
                <a:gd name="connsiteY2007" fmla="*/ 1760934 h 1796087"/>
                <a:gd name="connsiteX2008" fmla="*/ 891072 w 2290556"/>
                <a:gd name="connsiteY2008" fmla="*/ 1759958 h 1796087"/>
                <a:gd name="connsiteX2009" fmla="*/ 891611 w 2290556"/>
                <a:gd name="connsiteY2009" fmla="*/ 1762986 h 1796087"/>
                <a:gd name="connsiteX2010" fmla="*/ 895313 w 2290556"/>
                <a:gd name="connsiteY2010" fmla="*/ 1764937 h 1796087"/>
                <a:gd name="connsiteX2011" fmla="*/ 897938 w 2290556"/>
                <a:gd name="connsiteY2011" fmla="*/ 1770151 h 1796087"/>
                <a:gd name="connsiteX2012" fmla="*/ 900967 w 2290556"/>
                <a:gd name="connsiteY2012" fmla="*/ 1777653 h 1796087"/>
                <a:gd name="connsiteX2013" fmla="*/ 903693 w 2290556"/>
                <a:gd name="connsiteY2013" fmla="*/ 1781454 h 1796087"/>
                <a:gd name="connsiteX2014" fmla="*/ 910121 w 2290556"/>
                <a:gd name="connsiteY2014" fmla="*/ 1783069 h 1796087"/>
                <a:gd name="connsiteX2015" fmla="*/ 911433 w 2290556"/>
                <a:gd name="connsiteY2015" fmla="*/ 1780142 h 1796087"/>
                <a:gd name="connsiteX2016" fmla="*/ 915001 w 2290556"/>
                <a:gd name="connsiteY2016" fmla="*/ 1779806 h 1796087"/>
                <a:gd name="connsiteX2017" fmla="*/ 918905 w 2290556"/>
                <a:gd name="connsiteY2017" fmla="*/ 1779806 h 1796087"/>
                <a:gd name="connsiteX2018" fmla="*/ 922068 w 2290556"/>
                <a:gd name="connsiteY2018" fmla="*/ 1782699 h 1796087"/>
                <a:gd name="connsiteX2019" fmla="*/ 925434 w 2290556"/>
                <a:gd name="connsiteY2019" fmla="*/ 1785020 h 1796087"/>
                <a:gd name="connsiteX2020" fmla="*/ 932400 w 2290556"/>
                <a:gd name="connsiteY2020" fmla="*/ 1785020 h 1796087"/>
                <a:gd name="connsiteX2021" fmla="*/ 937415 w 2290556"/>
                <a:gd name="connsiteY2021" fmla="*/ 1781118 h 1796087"/>
                <a:gd name="connsiteX2022" fmla="*/ 941554 w 2290556"/>
                <a:gd name="connsiteY2022" fmla="*/ 1780041 h 1796087"/>
                <a:gd name="connsiteX2023" fmla="*/ 952862 w 2290556"/>
                <a:gd name="connsiteY2023" fmla="*/ 1783304 h 1796087"/>
                <a:gd name="connsiteX2024" fmla="*/ 960536 w 2290556"/>
                <a:gd name="connsiteY2024" fmla="*/ 1782564 h 1796087"/>
                <a:gd name="connsiteX2025" fmla="*/ 964574 w 2290556"/>
                <a:gd name="connsiteY2025" fmla="*/ 1782564 h 1796087"/>
                <a:gd name="connsiteX2026" fmla="*/ 967199 w 2290556"/>
                <a:gd name="connsiteY2026" fmla="*/ 1781420 h 1796087"/>
                <a:gd name="connsiteX2027" fmla="*/ 970262 w 2290556"/>
                <a:gd name="connsiteY2027" fmla="*/ 1781420 h 1796087"/>
                <a:gd name="connsiteX2028" fmla="*/ 970968 w 2290556"/>
                <a:gd name="connsiteY2028" fmla="*/ 1778965 h 1796087"/>
                <a:gd name="connsiteX2029" fmla="*/ 970531 w 2290556"/>
                <a:gd name="connsiteY2029" fmla="*/ 1776644 h 1796087"/>
                <a:gd name="connsiteX2030" fmla="*/ 968343 w 2290556"/>
                <a:gd name="connsiteY2030" fmla="*/ 1774625 h 1796087"/>
                <a:gd name="connsiteX2031" fmla="*/ 966324 w 2290556"/>
                <a:gd name="connsiteY2031" fmla="*/ 1773751 h 1796087"/>
                <a:gd name="connsiteX2032" fmla="*/ 964574 w 2290556"/>
                <a:gd name="connsiteY2032" fmla="*/ 1771160 h 1796087"/>
                <a:gd name="connsiteX2033" fmla="*/ 964574 w 2290556"/>
                <a:gd name="connsiteY2033" fmla="*/ 1768570 h 1796087"/>
                <a:gd name="connsiteX2034" fmla="*/ 964574 w 2290556"/>
                <a:gd name="connsiteY2034" fmla="*/ 1765105 h 1796087"/>
                <a:gd name="connsiteX2035" fmla="*/ 965011 w 2290556"/>
                <a:gd name="connsiteY2035" fmla="*/ 1762212 h 1796087"/>
                <a:gd name="connsiteX2036" fmla="*/ 964574 w 2290556"/>
                <a:gd name="connsiteY2036" fmla="*/ 1759891 h 1796087"/>
                <a:gd name="connsiteX2037" fmla="*/ 964574 w 2290556"/>
                <a:gd name="connsiteY2037" fmla="*/ 1754677 h 1796087"/>
                <a:gd name="connsiteX2038" fmla="*/ 964574 w 2290556"/>
                <a:gd name="connsiteY2038" fmla="*/ 1752053 h 1796087"/>
                <a:gd name="connsiteX2039" fmla="*/ 966324 w 2290556"/>
                <a:gd name="connsiteY2039" fmla="*/ 1749463 h 1796087"/>
                <a:gd name="connsiteX2040" fmla="*/ 966324 w 2290556"/>
                <a:gd name="connsiteY2040" fmla="*/ 1747714 h 1796087"/>
                <a:gd name="connsiteX2041" fmla="*/ 966324 w 2290556"/>
                <a:gd name="connsiteY2041" fmla="*/ 1745695 h 1796087"/>
                <a:gd name="connsiteX2042" fmla="*/ 968074 w 2290556"/>
                <a:gd name="connsiteY2042" fmla="*/ 1742500 h 1796087"/>
                <a:gd name="connsiteX2043" fmla="*/ 968074 w 2290556"/>
                <a:gd name="connsiteY2043" fmla="*/ 1740481 h 1796087"/>
                <a:gd name="connsiteX2044" fmla="*/ 970766 w 2290556"/>
                <a:gd name="connsiteY2044" fmla="*/ 1740178 h 1796087"/>
                <a:gd name="connsiteX2045" fmla="*/ 972281 w 2290556"/>
                <a:gd name="connsiteY2045" fmla="*/ 1740616 h 1796087"/>
                <a:gd name="connsiteX2046" fmla="*/ 973425 w 2290556"/>
                <a:gd name="connsiteY2046" fmla="*/ 1744249 h 1796087"/>
                <a:gd name="connsiteX2047" fmla="*/ 976622 w 2290556"/>
                <a:gd name="connsiteY2047" fmla="*/ 1746570 h 1796087"/>
                <a:gd name="connsiteX2048" fmla="*/ 977497 w 2290556"/>
                <a:gd name="connsiteY2048" fmla="*/ 1751044 h 1796087"/>
                <a:gd name="connsiteX2049" fmla="*/ 978642 w 2290556"/>
                <a:gd name="connsiteY2049" fmla="*/ 1752591 h 1796087"/>
                <a:gd name="connsiteX2050" fmla="*/ 983589 w 2290556"/>
                <a:gd name="connsiteY2050" fmla="*/ 1752490 h 1796087"/>
                <a:gd name="connsiteX2051" fmla="*/ 986180 w 2290556"/>
                <a:gd name="connsiteY2051" fmla="*/ 1752490 h 1796087"/>
                <a:gd name="connsiteX2052" fmla="*/ 987055 w 2290556"/>
                <a:gd name="connsiteY2052" fmla="*/ 1750304 h 1796087"/>
                <a:gd name="connsiteX2053" fmla="*/ 987930 w 2290556"/>
                <a:gd name="connsiteY2053" fmla="*/ 1747848 h 1796087"/>
                <a:gd name="connsiteX2054" fmla="*/ 989680 w 2290556"/>
                <a:gd name="connsiteY2054" fmla="*/ 1744081 h 1796087"/>
                <a:gd name="connsiteX2055" fmla="*/ 990993 w 2290556"/>
                <a:gd name="connsiteY2055" fmla="*/ 1741625 h 1796087"/>
                <a:gd name="connsiteX2056" fmla="*/ 991127 w 2290556"/>
                <a:gd name="connsiteY2056" fmla="*/ 1738732 h 1796087"/>
                <a:gd name="connsiteX2057" fmla="*/ 990825 w 2290556"/>
                <a:gd name="connsiteY2057" fmla="*/ 1735671 h 1796087"/>
                <a:gd name="connsiteX2058" fmla="*/ 989075 w 2290556"/>
                <a:gd name="connsiteY2058" fmla="*/ 1732206 h 1796087"/>
                <a:gd name="connsiteX2059" fmla="*/ 985171 w 2290556"/>
                <a:gd name="connsiteY2059" fmla="*/ 1728438 h 1796087"/>
                <a:gd name="connsiteX2060" fmla="*/ 982411 w 2290556"/>
                <a:gd name="connsiteY2060" fmla="*/ 1728438 h 1796087"/>
                <a:gd name="connsiteX2061" fmla="*/ 979348 w 2290556"/>
                <a:gd name="connsiteY2061" fmla="*/ 1725680 h 1796087"/>
                <a:gd name="connsiteX2062" fmla="*/ 977464 w 2290556"/>
                <a:gd name="connsiteY2062" fmla="*/ 1722349 h 1796087"/>
                <a:gd name="connsiteX2063" fmla="*/ 978473 w 2290556"/>
                <a:gd name="connsiteY2063" fmla="*/ 1716395 h 1796087"/>
                <a:gd name="connsiteX2064" fmla="*/ 978473 w 2290556"/>
                <a:gd name="connsiteY2064" fmla="*/ 1711282 h 1796087"/>
                <a:gd name="connsiteX2065" fmla="*/ 978473 w 2290556"/>
                <a:gd name="connsiteY2065" fmla="*/ 1709533 h 1796087"/>
                <a:gd name="connsiteX2066" fmla="*/ 978473 w 2290556"/>
                <a:gd name="connsiteY2066" fmla="*/ 1706505 h 1796087"/>
                <a:gd name="connsiteX2067" fmla="*/ 982613 w 2290556"/>
                <a:gd name="connsiteY2067" fmla="*/ 1702165 h 1796087"/>
                <a:gd name="connsiteX2068" fmla="*/ 981973 w 2290556"/>
                <a:gd name="connsiteY2068" fmla="*/ 1697692 h 1796087"/>
                <a:gd name="connsiteX2069" fmla="*/ 984733 w 2290556"/>
                <a:gd name="connsiteY2069" fmla="*/ 1694798 h 1796087"/>
                <a:gd name="connsiteX2070" fmla="*/ 986315 w 2290556"/>
                <a:gd name="connsiteY2070" fmla="*/ 1691334 h 1796087"/>
                <a:gd name="connsiteX2071" fmla="*/ 991094 w 2290556"/>
                <a:gd name="connsiteY2071" fmla="*/ 1691334 h 1796087"/>
                <a:gd name="connsiteX2072" fmla="*/ 995166 w 2290556"/>
                <a:gd name="connsiteY2072" fmla="*/ 1689315 h 1796087"/>
                <a:gd name="connsiteX2073" fmla="*/ 997185 w 2290556"/>
                <a:gd name="connsiteY2073" fmla="*/ 1688306 h 1796087"/>
                <a:gd name="connsiteX2074" fmla="*/ 1001392 w 2290556"/>
                <a:gd name="connsiteY2074" fmla="*/ 1684673 h 1796087"/>
                <a:gd name="connsiteX2075" fmla="*/ 1004286 w 2290556"/>
                <a:gd name="connsiteY2075" fmla="*/ 1679459 h 1796087"/>
                <a:gd name="connsiteX2076" fmla="*/ 1007921 w 2290556"/>
                <a:gd name="connsiteY2076" fmla="*/ 1678147 h 1796087"/>
                <a:gd name="connsiteX2077" fmla="*/ 1010378 w 2290556"/>
                <a:gd name="connsiteY2077" fmla="*/ 1675388 h 1796087"/>
                <a:gd name="connsiteX2078" fmla="*/ 1014013 w 2290556"/>
                <a:gd name="connsiteY2078" fmla="*/ 1674514 h 1796087"/>
                <a:gd name="connsiteX2079" fmla="*/ 1018219 w 2290556"/>
                <a:gd name="connsiteY2079" fmla="*/ 1673807 h 1796087"/>
                <a:gd name="connsiteX2080" fmla="*/ 1017647 w 2290556"/>
                <a:gd name="connsiteY2080" fmla="*/ 1671352 h 1796087"/>
                <a:gd name="connsiteX2081" fmla="*/ 1016032 w 2290556"/>
                <a:gd name="connsiteY2081" fmla="*/ 1668021 h 1796087"/>
                <a:gd name="connsiteX2082" fmla="*/ 1016772 w 2290556"/>
                <a:gd name="connsiteY2082" fmla="*/ 1664388 h 1796087"/>
                <a:gd name="connsiteX2083" fmla="*/ 1016772 w 2290556"/>
                <a:gd name="connsiteY2083" fmla="*/ 1659746 h 1796087"/>
                <a:gd name="connsiteX2084" fmla="*/ 1018590 w 2290556"/>
                <a:gd name="connsiteY2084" fmla="*/ 1655709 h 1796087"/>
                <a:gd name="connsiteX2085" fmla="*/ 1021282 w 2290556"/>
                <a:gd name="connsiteY2085" fmla="*/ 1650495 h 1796087"/>
                <a:gd name="connsiteX2086" fmla="*/ 1024479 w 2290556"/>
                <a:gd name="connsiteY2086" fmla="*/ 1648611 h 1796087"/>
                <a:gd name="connsiteX2087" fmla="*/ 1028114 w 2290556"/>
                <a:gd name="connsiteY2087" fmla="*/ 1651370 h 1796087"/>
                <a:gd name="connsiteX2088" fmla="*/ 1033027 w 2290556"/>
                <a:gd name="connsiteY2088" fmla="*/ 1651370 h 1796087"/>
                <a:gd name="connsiteX2089" fmla="*/ 1038109 w 2290556"/>
                <a:gd name="connsiteY2089" fmla="*/ 1649923 h 1796087"/>
                <a:gd name="connsiteX2090" fmla="*/ 1039994 w 2290556"/>
                <a:gd name="connsiteY2090" fmla="*/ 1645853 h 1796087"/>
                <a:gd name="connsiteX2091" fmla="*/ 1042888 w 2290556"/>
                <a:gd name="connsiteY2091" fmla="*/ 1643532 h 1796087"/>
                <a:gd name="connsiteX2092" fmla="*/ 1042888 w 2290556"/>
                <a:gd name="connsiteY2092" fmla="*/ 1639629 h 1796087"/>
                <a:gd name="connsiteX2093" fmla="*/ 1043393 w 2290556"/>
                <a:gd name="connsiteY2093" fmla="*/ 1634415 h 1796087"/>
                <a:gd name="connsiteX2094" fmla="*/ 1043763 w 2290556"/>
                <a:gd name="connsiteY2094" fmla="*/ 1630210 h 1796087"/>
                <a:gd name="connsiteX2095" fmla="*/ 1045345 w 2290556"/>
                <a:gd name="connsiteY2095" fmla="*/ 1625568 h 1796087"/>
                <a:gd name="connsiteX2096" fmla="*/ 1046927 w 2290556"/>
                <a:gd name="connsiteY2096" fmla="*/ 1622103 h 1796087"/>
                <a:gd name="connsiteX2097" fmla="*/ 1053018 w 2290556"/>
                <a:gd name="connsiteY2097" fmla="*/ 1620522 h 1796087"/>
                <a:gd name="connsiteX2098" fmla="*/ 1057932 w 2290556"/>
                <a:gd name="connsiteY2098" fmla="*/ 1618638 h 1796087"/>
                <a:gd name="connsiteX2099" fmla="*/ 1062711 w 2290556"/>
                <a:gd name="connsiteY2099" fmla="*/ 1615745 h 1796087"/>
                <a:gd name="connsiteX2100" fmla="*/ 1065773 w 2290556"/>
                <a:gd name="connsiteY2100" fmla="*/ 1611978 h 1796087"/>
                <a:gd name="connsiteX2101" fmla="*/ 1070990 w 2290556"/>
                <a:gd name="connsiteY2101" fmla="*/ 1606629 h 1796087"/>
                <a:gd name="connsiteX2102" fmla="*/ 1074894 w 2290556"/>
                <a:gd name="connsiteY2102" fmla="*/ 1605317 h 1796087"/>
                <a:gd name="connsiteX2103" fmla="*/ 1078966 w 2290556"/>
                <a:gd name="connsiteY2103" fmla="*/ 1602121 h 1796087"/>
                <a:gd name="connsiteX2104" fmla="*/ 1082870 w 2290556"/>
                <a:gd name="connsiteY2104" fmla="*/ 1600237 h 1796087"/>
                <a:gd name="connsiteX2105" fmla="*/ 1086942 w 2290556"/>
                <a:gd name="connsiteY2105" fmla="*/ 1597614 h 1796087"/>
                <a:gd name="connsiteX2106" fmla="*/ 1088524 w 2290556"/>
                <a:gd name="connsiteY2106" fmla="*/ 1596032 h 1796087"/>
                <a:gd name="connsiteX2107" fmla="*/ 1091284 w 2290556"/>
                <a:gd name="connsiteY2107" fmla="*/ 1593577 h 1796087"/>
                <a:gd name="connsiteX2108" fmla="*/ 1093168 w 2290556"/>
                <a:gd name="connsiteY2108" fmla="*/ 1590818 h 1796087"/>
                <a:gd name="connsiteX2109" fmla="*/ 1088389 w 2290556"/>
                <a:gd name="connsiteY2109" fmla="*/ 1589069 h 1796087"/>
                <a:gd name="connsiteX2110" fmla="*/ 1084182 w 2290556"/>
                <a:gd name="connsiteY2110" fmla="*/ 1584999 h 1796087"/>
                <a:gd name="connsiteX2111" fmla="*/ 1080110 w 2290556"/>
                <a:gd name="connsiteY2111" fmla="*/ 1581366 h 1796087"/>
                <a:gd name="connsiteX2112" fmla="*/ 1084182 w 2290556"/>
                <a:gd name="connsiteY2112" fmla="*/ 1578473 h 1796087"/>
                <a:gd name="connsiteX2113" fmla="*/ 1088961 w 2290556"/>
                <a:gd name="connsiteY2113" fmla="*/ 1578338 h 1796087"/>
                <a:gd name="connsiteX2114" fmla="*/ 1092596 w 2290556"/>
                <a:gd name="connsiteY2114" fmla="*/ 1578338 h 1796087"/>
                <a:gd name="connsiteX2115" fmla="*/ 1097106 w 2290556"/>
                <a:gd name="connsiteY2115" fmla="*/ 1577699 h 1796087"/>
                <a:gd name="connsiteX2116" fmla="*/ 1100303 w 2290556"/>
                <a:gd name="connsiteY2116" fmla="*/ 1579213 h 1796087"/>
                <a:gd name="connsiteX2117" fmla="*/ 1100303 w 2290556"/>
                <a:gd name="connsiteY2117" fmla="*/ 1582846 h 1796087"/>
                <a:gd name="connsiteX2118" fmla="*/ 1101279 w 2290556"/>
                <a:gd name="connsiteY2118" fmla="*/ 1585301 h 1796087"/>
                <a:gd name="connsiteX2119" fmla="*/ 1104375 w 2290556"/>
                <a:gd name="connsiteY2119" fmla="*/ 1589641 h 1796087"/>
                <a:gd name="connsiteX2120" fmla="*/ 1107707 w 2290556"/>
                <a:gd name="connsiteY2120" fmla="*/ 1592399 h 1796087"/>
                <a:gd name="connsiteX2121" fmla="*/ 1111476 w 2290556"/>
                <a:gd name="connsiteY2121" fmla="*/ 1596739 h 1796087"/>
                <a:gd name="connsiteX2122" fmla="*/ 1113630 w 2290556"/>
                <a:gd name="connsiteY2122" fmla="*/ 1595427 h 1796087"/>
                <a:gd name="connsiteX2123" fmla="*/ 1113630 w 2290556"/>
                <a:gd name="connsiteY2123" fmla="*/ 1591962 h 1796087"/>
                <a:gd name="connsiteX2124" fmla="*/ 1117265 w 2290556"/>
                <a:gd name="connsiteY2124" fmla="*/ 1590818 h 1796087"/>
                <a:gd name="connsiteX2125" fmla="*/ 1119856 w 2290556"/>
                <a:gd name="connsiteY2125" fmla="*/ 1590684 h 1796087"/>
                <a:gd name="connsiteX2126" fmla="*/ 1122178 w 2290556"/>
                <a:gd name="connsiteY2126" fmla="*/ 1591390 h 1796087"/>
                <a:gd name="connsiteX2127" fmla="*/ 1125073 w 2290556"/>
                <a:gd name="connsiteY2127" fmla="*/ 1593139 h 1796087"/>
                <a:gd name="connsiteX2128" fmla="*/ 1129852 w 2290556"/>
                <a:gd name="connsiteY2128" fmla="*/ 1594586 h 1796087"/>
                <a:gd name="connsiteX2129" fmla="*/ 1134933 w 2290556"/>
                <a:gd name="connsiteY2129" fmla="*/ 1599228 h 1796087"/>
                <a:gd name="connsiteX2130" fmla="*/ 1136381 w 2290556"/>
                <a:gd name="connsiteY2130" fmla="*/ 1599228 h 1796087"/>
                <a:gd name="connsiteX2131" fmla="*/ 1137693 w 2290556"/>
                <a:gd name="connsiteY2131" fmla="*/ 1596638 h 1796087"/>
                <a:gd name="connsiteX2132" fmla="*/ 1140285 w 2290556"/>
                <a:gd name="connsiteY2132" fmla="*/ 1594889 h 1796087"/>
                <a:gd name="connsiteX2133" fmla="*/ 1140285 w 2290556"/>
                <a:gd name="connsiteY2133" fmla="*/ 1592130 h 1796087"/>
                <a:gd name="connsiteX2134" fmla="*/ 1142674 w 2290556"/>
                <a:gd name="connsiteY2134" fmla="*/ 1589237 h 1796087"/>
                <a:gd name="connsiteX2135" fmla="*/ 1144357 w 2290556"/>
                <a:gd name="connsiteY2135" fmla="*/ 1584595 h 1796087"/>
                <a:gd name="connsiteX2136" fmla="*/ 1149136 w 2290556"/>
                <a:gd name="connsiteY2136" fmla="*/ 1579381 h 1796087"/>
                <a:gd name="connsiteX2137" fmla="*/ 1153477 w 2290556"/>
                <a:gd name="connsiteY2137" fmla="*/ 1574907 h 1796087"/>
                <a:gd name="connsiteX2138" fmla="*/ 1161319 w 2290556"/>
                <a:gd name="connsiteY2138" fmla="*/ 1569255 h 1796087"/>
                <a:gd name="connsiteX2139" fmla="*/ 1165660 w 2290556"/>
                <a:gd name="connsiteY2139" fmla="*/ 1566362 h 1796087"/>
                <a:gd name="connsiteX2140" fmla="*/ 1169867 w 2290556"/>
                <a:gd name="connsiteY2140" fmla="*/ 1563167 h 1796087"/>
                <a:gd name="connsiteX2141" fmla="*/ 1173333 w 2290556"/>
                <a:gd name="connsiteY2141" fmla="*/ 1562023 h 1796087"/>
                <a:gd name="connsiteX2142" fmla="*/ 1174781 w 2290556"/>
                <a:gd name="connsiteY2142" fmla="*/ 1562897 h 1796087"/>
                <a:gd name="connsiteX2143" fmla="*/ 1176665 w 2290556"/>
                <a:gd name="connsiteY2143" fmla="*/ 1563772 h 1796087"/>
                <a:gd name="connsiteX2144" fmla="*/ 1176968 w 2290556"/>
                <a:gd name="connsiteY2144" fmla="*/ 1565521 h 1796087"/>
                <a:gd name="connsiteX2145" fmla="*/ 1175521 w 2290556"/>
                <a:gd name="connsiteY2145" fmla="*/ 1568414 h 1796087"/>
                <a:gd name="connsiteX2146" fmla="*/ 1173333 w 2290556"/>
                <a:gd name="connsiteY2146" fmla="*/ 1570601 h 1796087"/>
                <a:gd name="connsiteX2147" fmla="*/ 1173333 w 2290556"/>
                <a:gd name="connsiteY2147" fmla="*/ 1574066 h 1796087"/>
                <a:gd name="connsiteX2148" fmla="*/ 1174208 w 2290556"/>
                <a:gd name="connsiteY2148" fmla="*/ 1578405 h 1796087"/>
                <a:gd name="connsiteX2149" fmla="*/ 1182050 w 2290556"/>
                <a:gd name="connsiteY2149" fmla="*/ 1578405 h 1796087"/>
                <a:gd name="connsiteX2150" fmla="*/ 1182050 w 2290556"/>
                <a:gd name="connsiteY2150" fmla="*/ 1582173 h 1796087"/>
                <a:gd name="connsiteX2151" fmla="*/ 1180838 w 2290556"/>
                <a:gd name="connsiteY2151" fmla="*/ 1585032 h 1796087"/>
                <a:gd name="connsiteX2152" fmla="*/ 1181410 w 2290556"/>
                <a:gd name="connsiteY2152" fmla="*/ 1585739 h 1796087"/>
                <a:gd name="connsiteX2153" fmla="*/ 1182925 w 2290556"/>
                <a:gd name="connsiteY2153" fmla="*/ 1585907 h 1796087"/>
                <a:gd name="connsiteX2154" fmla="*/ 1186627 w 2290556"/>
                <a:gd name="connsiteY2154" fmla="*/ 1585907 h 1796087"/>
                <a:gd name="connsiteX2155" fmla="*/ 1192045 w 2290556"/>
                <a:gd name="connsiteY2155" fmla="*/ 1584595 h 1796087"/>
                <a:gd name="connsiteX2156" fmla="*/ 1194670 w 2290556"/>
                <a:gd name="connsiteY2156" fmla="*/ 1582644 h 1796087"/>
                <a:gd name="connsiteX2157" fmla="*/ 1194670 w 2290556"/>
                <a:gd name="connsiteY2157" fmla="*/ 1579818 h 1796087"/>
                <a:gd name="connsiteX2158" fmla="*/ 1195411 w 2290556"/>
                <a:gd name="connsiteY2158" fmla="*/ 1577867 h 1796087"/>
                <a:gd name="connsiteX2159" fmla="*/ 1198339 w 2290556"/>
                <a:gd name="connsiteY2159" fmla="*/ 1575815 h 1796087"/>
                <a:gd name="connsiteX2160" fmla="*/ 1200829 w 2290556"/>
                <a:gd name="connsiteY2160" fmla="*/ 1573528 h 1796087"/>
                <a:gd name="connsiteX2161" fmla="*/ 1202478 w 2290556"/>
                <a:gd name="connsiteY2161" fmla="*/ 1571139 h 1796087"/>
                <a:gd name="connsiteX2162" fmla="*/ 1203791 w 2290556"/>
                <a:gd name="connsiteY2162" fmla="*/ 1568313 h 1796087"/>
                <a:gd name="connsiteX2163" fmla="*/ 1204329 w 2290556"/>
                <a:gd name="connsiteY2163" fmla="*/ 1565387 h 1796087"/>
                <a:gd name="connsiteX2164" fmla="*/ 1203993 w 2290556"/>
                <a:gd name="connsiteY2164" fmla="*/ 1563436 h 1796087"/>
                <a:gd name="connsiteX2165" fmla="*/ 1201502 w 2290556"/>
                <a:gd name="connsiteY2165" fmla="*/ 1562359 h 1796087"/>
                <a:gd name="connsiteX2166" fmla="*/ 1199887 w 2290556"/>
                <a:gd name="connsiteY2166" fmla="*/ 1561384 h 1796087"/>
                <a:gd name="connsiteX2167" fmla="*/ 1197060 w 2290556"/>
                <a:gd name="connsiteY2167" fmla="*/ 1557044 h 1796087"/>
                <a:gd name="connsiteX2168" fmla="*/ 1201738 w 2290556"/>
                <a:gd name="connsiteY2168" fmla="*/ 1556405 h 1796087"/>
                <a:gd name="connsiteX2169" fmla="*/ 1205541 w 2290556"/>
                <a:gd name="connsiteY2169" fmla="*/ 1555833 h 1796087"/>
                <a:gd name="connsiteX2170" fmla="*/ 1212070 w 2290556"/>
                <a:gd name="connsiteY2170" fmla="*/ 1555833 h 1796087"/>
                <a:gd name="connsiteX2171" fmla="*/ 1222738 w 2290556"/>
                <a:gd name="connsiteY2171" fmla="*/ 1556069 h 1796087"/>
                <a:gd name="connsiteX2172" fmla="*/ 1237075 w 2290556"/>
                <a:gd name="connsiteY2172" fmla="*/ 1556371 h 1796087"/>
                <a:gd name="connsiteX2173" fmla="*/ 1242729 w 2290556"/>
                <a:gd name="connsiteY2173" fmla="*/ 1555160 h 1796087"/>
                <a:gd name="connsiteX2174" fmla="*/ 1246095 w 2290556"/>
                <a:gd name="connsiteY2174" fmla="*/ 1549845 h 1796087"/>
                <a:gd name="connsiteX2175" fmla="*/ 1248282 w 2290556"/>
                <a:gd name="connsiteY2175" fmla="*/ 1546784 h 1796087"/>
                <a:gd name="connsiteX2176" fmla="*/ 1249359 w 2290556"/>
                <a:gd name="connsiteY2176" fmla="*/ 1540594 h 1796087"/>
                <a:gd name="connsiteX2177" fmla="*/ 1249898 w 2290556"/>
                <a:gd name="connsiteY2177" fmla="*/ 1532353 h 1796087"/>
                <a:gd name="connsiteX2178" fmla="*/ 1249898 w 2290556"/>
                <a:gd name="connsiteY2178" fmla="*/ 1528551 h 1796087"/>
                <a:gd name="connsiteX2179" fmla="*/ 1251648 w 2290556"/>
                <a:gd name="connsiteY2179" fmla="*/ 1520276 h 1796087"/>
                <a:gd name="connsiteX2180" fmla="*/ 1256225 w 2290556"/>
                <a:gd name="connsiteY2180" fmla="*/ 1514187 h 1796087"/>
                <a:gd name="connsiteX2181" fmla="*/ 1258950 w 2290556"/>
                <a:gd name="connsiteY2181" fmla="*/ 1507998 h 1796087"/>
                <a:gd name="connsiteX2182" fmla="*/ 1263427 w 2290556"/>
                <a:gd name="connsiteY2182" fmla="*/ 1501034 h 1796087"/>
                <a:gd name="connsiteX2183" fmla="*/ 1268845 w 2290556"/>
                <a:gd name="connsiteY2183" fmla="*/ 1491481 h 1796087"/>
                <a:gd name="connsiteX2184" fmla="*/ 1275913 w 2290556"/>
                <a:gd name="connsiteY2184" fmla="*/ 1485728 h 1796087"/>
                <a:gd name="connsiteX2185" fmla="*/ 1282442 w 2290556"/>
                <a:gd name="connsiteY2185" fmla="*/ 1479976 h 1796087"/>
                <a:gd name="connsiteX2186" fmla="*/ 1288634 w 2290556"/>
                <a:gd name="connsiteY2186" fmla="*/ 1479101 h 1796087"/>
                <a:gd name="connsiteX2187" fmla="*/ 1294826 w 2290556"/>
                <a:gd name="connsiteY2187" fmla="*/ 1479337 h 1796087"/>
                <a:gd name="connsiteX2188" fmla="*/ 1299504 w 2290556"/>
                <a:gd name="connsiteY2188" fmla="*/ 1482263 h 1796087"/>
                <a:gd name="connsiteX2189" fmla="*/ 1306033 w 2290556"/>
                <a:gd name="connsiteY2189" fmla="*/ 1487376 h 1796087"/>
                <a:gd name="connsiteX2190" fmla="*/ 1312663 w 2290556"/>
                <a:gd name="connsiteY2190" fmla="*/ 1492591 h 1796087"/>
                <a:gd name="connsiteX2191" fmla="*/ 1317543 w 2290556"/>
                <a:gd name="connsiteY2191" fmla="*/ 1494003 h 1796087"/>
                <a:gd name="connsiteX2192" fmla="*/ 1322087 w 2290556"/>
                <a:gd name="connsiteY2192" fmla="*/ 1493465 h 1796087"/>
                <a:gd name="connsiteX2193" fmla="*/ 1325889 w 2290556"/>
                <a:gd name="connsiteY2193" fmla="*/ 1490202 h 1796087"/>
                <a:gd name="connsiteX2194" fmla="*/ 1329591 w 2290556"/>
                <a:gd name="connsiteY2194" fmla="*/ 1485627 h 1796087"/>
                <a:gd name="connsiteX2195" fmla="*/ 1332957 w 2290556"/>
                <a:gd name="connsiteY2195" fmla="*/ 1481052 h 1796087"/>
                <a:gd name="connsiteX2196" fmla="*/ 1337097 w 2290556"/>
                <a:gd name="connsiteY2196" fmla="*/ 1472777 h 1796087"/>
                <a:gd name="connsiteX2197" fmla="*/ 1338712 w 2290556"/>
                <a:gd name="connsiteY2197" fmla="*/ 1470187 h 1796087"/>
                <a:gd name="connsiteX2198" fmla="*/ 1342212 w 2290556"/>
                <a:gd name="connsiteY2198" fmla="*/ 1466722 h 1796087"/>
                <a:gd name="connsiteX2199" fmla="*/ 1345477 w 2290556"/>
                <a:gd name="connsiteY2199" fmla="*/ 1463560 h 1796087"/>
                <a:gd name="connsiteX2200" fmla="*/ 1351770 w 2290556"/>
                <a:gd name="connsiteY2200" fmla="*/ 1462786 h 1796087"/>
                <a:gd name="connsiteX2201" fmla="*/ 1356246 w 2290556"/>
                <a:gd name="connsiteY2201" fmla="*/ 1464535 h 1796087"/>
                <a:gd name="connsiteX2202" fmla="*/ 1360486 w 2290556"/>
                <a:gd name="connsiteY2202" fmla="*/ 1467899 h 1796087"/>
                <a:gd name="connsiteX2203" fmla="*/ 1362977 w 2290556"/>
                <a:gd name="connsiteY2203" fmla="*/ 1471061 h 1796087"/>
                <a:gd name="connsiteX2204" fmla="*/ 1370246 w 2290556"/>
                <a:gd name="connsiteY2204" fmla="*/ 1474762 h 1796087"/>
                <a:gd name="connsiteX2205" fmla="*/ 1376540 w 2290556"/>
                <a:gd name="connsiteY2205" fmla="*/ 1477150 h 1796087"/>
                <a:gd name="connsiteX2206" fmla="*/ 1381453 w 2290556"/>
                <a:gd name="connsiteY2206" fmla="*/ 1476612 h 1796087"/>
                <a:gd name="connsiteX2207" fmla="*/ 1384179 w 2290556"/>
                <a:gd name="connsiteY2207" fmla="*/ 1475199 h 1796087"/>
                <a:gd name="connsiteX2208" fmla="*/ 1386872 w 2290556"/>
                <a:gd name="connsiteY2208" fmla="*/ 1472575 h 1796087"/>
                <a:gd name="connsiteX2209" fmla="*/ 1391247 w 2290556"/>
                <a:gd name="connsiteY2209" fmla="*/ 1470624 h 1796087"/>
                <a:gd name="connsiteX2210" fmla="*/ 1393434 w 2290556"/>
                <a:gd name="connsiteY2210" fmla="*/ 1465847 h 1796087"/>
                <a:gd name="connsiteX2211" fmla="*/ 1395285 w 2290556"/>
                <a:gd name="connsiteY2211" fmla="*/ 1462147 h 1796087"/>
                <a:gd name="connsiteX2212" fmla="*/ 1397910 w 2290556"/>
                <a:gd name="connsiteY2212" fmla="*/ 1459220 h 1796087"/>
                <a:gd name="connsiteX2213" fmla="*/ 1401377 w 2290556"/>
                <a:gd name="connsiteY2213" fmla="*/ 1455318 h 1796087"/>
                <a:gd name="connsiteX2214" fmla="*/ 1402689 w 2290556"/>
                <a:gd name="connsiteY2214" fmla="*/ 1451281 h 1796087"/>
                <a:gd name="connsiteX2215" fmla="*/ 1404877 w 2290556"/>
                <a:gd name="connsiteY2215" fmla="*/ 1449767 h 1796087"/>
                <a:gd name="connsiteX2216" fmla="*/ 1406829 w 2290556"/>
                <a:gd name="connsiteY2216" fmla="*/ 1450104 h 1796087"/>
                <a:gd name="connsiteX2217" fmla="*/ 1409757 w 2290556"/>
                <a:gd name="connsiteY2217" fmla="*/ 1452930 h 1796087"/>
                <a:gd name="connsiteX2218" fmla="*/ 1412584 w 2290556"/>
                <a:gd name="connsiteY2218" fmla="*/ 1454679 h 1796087"/>
                <a:gd name="connsiteX2219" fmla="*/ 1417901 w 2290556"/>
                <a:gd name="connsiteY2219" fmla="*/ 1454140 h 1796087"/>
                <a:gd name="connsiteX2220" fmla="*/ 1420392 w 2290556"/>
                <a:gd name="connsiteY2220" fmla="*/ 1450676 h 1796087"/>
                <a:gd name="connsiteX2221" fmla="*/ 1420392 w 2290556"/>
                <a:gd name="connsiteY2221" fmla="*/ 1446000 h 1796087"/>
                <a:gd name="connsiteX2222" fmla="*/ 1422512 w 2290556"/>
                <a:gd name="connsiteY2222" fmla="*/ 1444587 h 1796087"/>
                <a:gd name="connsiteX2223" fmla="*/ 1425608 w 2290556"/>
                <a:gd name="connsiteY2223" fmla="*/ 1443712 h 1796087"/>
                <a:gd name="connsiteX2224" fmla="*/ 1425608 w 2290556"/>
                <a:gd name="connsiteY2224" fmla="*/ 1438498 h 1796087"/>
                <a:gd name="connsiteX2225" fmla="*/ 1425608 w 2290556"/>
                <a:gd name="connsiteY2225" fmla="*/ 1435033 h 1796087"/>
                <a:gd name="connsiteX2226" fmla="*/ 1425608 w 2290556"/>
                <a:gd name="connsiteY2226" fmla="*/ 1429382 h 1796087"/>
                <a:gd name="connsiteX2227" fmla="*/ 1426214 w 2290556"/>
                <a:gd name="connsiteY2227" fmla="*/ 1426993 h 1796087"/>
                <a:gd name="connsiteX2228" fmla="*/ 1428368 w 2290556"/>
                <a:gd name="connsiteY2228" fmla="*/ 1425345 h 1796087"/>
                <a:gd name="connsiteX2229" fmla="*/ 1429512 w 2290556"/>
                <a:gd name="connsiteY2229" fmla="*/ 1423932 h 1796087"/>
                <a:gd name="connsiteX2230" fmla="*/ 1431296 w 2290556"/>
                <a:gd name="connsiteY2230" fmla="*/ 1423899 h 1796087"/>
                <a:gd name="connsiteX2231" fmla="*/ 1430488 w 2290556"/>
                <a:gd name="connsiteY2231" fmla="*/ 1422654 h 1796087"/>
                <a:gd name="connsiteX2232" fmla="*/ 1428973 w 2290556"/>
                <a:gd name="connsiteY2232" fmla="*/ 1418213 h 1796087"/>
                <a:gd name="connsiteX2233" fmla="*/ 1427897 w 2290556"/>
                <a:gd name="connsiteY2233" fmla="*/ 1414311 h 1796087"/>
                <a:gd name="connsiteX2234" fmla="*/ 1426921 w 2290556"/>
                <a:gd name="connsiteY2234" fmla="*/ 1410947 h 1796087"/>
                <a:gd name="connsiteX2235" fmla="*/ 1423993 w 2290556"/>
                <a:gd name="connsiteY2235" fmla="*/ 1406810 h 1796087"/>
                <a:gd name="connsiteX2236" fmla="*/ 1421267 w 2290556"/>
                <a:gd name="connsiteY2236" fmla="*/ 1402907 h 1796087"/>
                <a:gd name="connsiteX2237" fmla="*/ 1418069 w 2290556"/>
                <a:gd name="connsiteY2237" fmla="*/ 1400149 h 1796087"/>
                <a:gd name="connsiteX2238" fmla="*/ 1416185 w 2290556"/>
                <a:gd name="connsiteY2238" fmla="*/ 1398131 h 1796087"/>
                <a:gd name="connsiteX2239" fmla="*/ 1415310 w 2290556"/>
                <a:gd name="connsiteY2239" fmla="*/ 1395809 h 1796087"/>
                <a:gd name="connsiteX2240" fmla="*/ 1414435 w 2290556"/>
                <a:gd name="connsiteY2240" fmla="*/ 1394666 h 1796087"/>
                <a:gd name="connsiteX2241" fmla="*/ 1412853 w 2290556"/>
                <a:gd name="connsiteY2241" fmla="*/ 1393656 h 1796087"/>
                <a:gd name="connsiteX2242" fmla="*/ 1410093 w 2290556"/>
                <a:gd name="connsiteY2242" fmla="*/ 1392210 h 1796087"/>
                <a:gd name="connsiteX2243" fmla="*/ 1408209 w 2290556"/>
                <a:gd name="connsiteY2243" fmla="*/ 1391638 h 1796087"/>
                <a:gd name="connsiteX2244" fmla="*/ 1408209 w 2290556"/>
                <a:gd name="connsiteY2244" fmla="*/ 1389182 h 1796087"/>
                <a:gd name="connsiteX2245" fmla="*/ 1408579 w 2290556"/>
                <a:gd name="connsiteY2245" fmla="*/ 1386996 h 1796087"/>
                <a:gd name="connsiteX2246" fmla="*/ 1410396 w 2290556"/>
                <a:gd name="connsiteY2246" fmla="*/ 1383363 h 1796087"/>
                <a:gd name="connsiteX2247" fmla="*/ 1411911 w 2290556"/>
                <a:gd name="connsiteY2247" fmla="*/ 1381412 h 1796087"/>
                <a:gd name="connsiteX2248" fmla="*/ 1414300 w 2290556"/>
                <a:gd name="connsiteY2248" fmla="*/ 1380100 h 1796087"/>
                <a:gd name="connsiteX2249" fmla="*/ 1415377 w 2290556"/>
                <a:gd name="connsiteY2249" fmla="*/ 1379460 h 1796087"/>
                <a:gd name="connsiteX2250" fmla="*/ 1418642 w 2290556"/>
                <a:gd name="connsiteY2250" fmla="*/ 1378384 h 1796087"/>
                <a:gd name="connsiteX2251" fmla="*/ 1420829 w 2290556"/>
                <a:gd name="connsiteY2251" fmla="*/ 1377106 h 1796087"/>
                <a:gd name="connsiteX2252" fmla="*/ 1423858 w 2290556"/>
                <a:gd name="connsiteY2252" fmla="*/ 1374246 h 1796087"/>
                <a:gd name="connsiteX2253" fmla="*/ 1423858 w 2290556"/>
                <a:gd name="connsiteY2253" fmla="*/ 1371622 h 1796087"/>
                <a:gd name="connsiteX2254" fmla="*/ 1422680 w 2290556"/>
                <a:gd name="connsiteY2254" fmla="*/ 1369032 h 1796087"/>
                <a:gd name="connsiteX2255" fmla="*/ 1421031 w 2290556"/>
                <a:gd name="connsiteY2255" fmla="*/ 1367720 h 1796087"/>
                <a:gd name="connsiteX2256" fmla="*/ 1418406 w 2290556"/>
                <a:gd name="connsiteY2256" fmla="*/ 1367518 h 1796087"/>
                <a:gd name="connsiteX2257" fmla="*/ 1416656 w 2290556"/>
                <a:gd name="connsiteY2257" fmla="*/ 1367283 h 1796087"/>
                <a:gd name="connsiteX2258" fmla="*/ 1415781 w 2290556"/>
                <a:gd name="connsiteY2258" fmla="*/ 1363583 h 1796087"/>
                <a:gd name="connsiteX2259" fmla="*/ 1418608 w 2290556"/>
                <a:gd name="connsiteY2259" fmla="*/ 1362069 h 1796087"/>
                <a:gd name="connsiteX2260" fmla="*/ 1418608 w 2290556"/>
                <a:gd name="connsiteY2260" fmla="*/ 1357292 h 1796087"/>
                <a:gd name="connsiteX2261" fmla="*/ 1416757 w 2290556"/>
                <a:gd name="connsiteY2261" fmla="*/ 1353794 h 1796087"/>
                <a:gd name="connsiteX2262" fmla="*/ 1413594 w 2290556"/>
                <a:gd name="connsiteY2262" fmla="*/ 1352280 h 1796087"/>
                <a:gd name="connsiteX2263" fmla="*/ 1409689 w 2290556"/>
                <a:gd name="connsiteY2263" fmla="*/ 1352078 h 1796087"/>
                <a:gd name="connsiteX2264" fmla="*/ 1408613 w 2290556"/>
                <a:gd name="connsiteY2264" fmla="*/ 1351439 h 1796087"/>
                <a:gd name="connsiteX2265" fmla="*/ 1406863 w 2290556"/>
                <a:gd name="connsiteY2265" fmla="*/ 1349252 h 1796087"/>
                <a:gd name="connsiteX2266" fmla="*/ 1407939 w 2290556"/>
                <a:gd name="connsiteY2266" fmla="*/ 1346864 h 1796087"/>
                <a:gd name="connsiteX2267" fmla="*/ 1409252 w 2290556"/>
                <a:gd name="connsiteY2267" fmla="*/ 1344677 h 1796087"/>
                <a:gd name="connsiteX2268" fmla="*/ 1415142 w 2290556"/>
                <a:gd name="connsiteY2268" fmla="*/ 1339026 h 1796087"/>
                <a:gd name="connsiteX2269" fmla="*/ 1418608 w 2290556"/>
                <a:gd name="connsiteY2269" fmla="*/ 1336200 h 1796087"/>
                <a:gd name="connsiteX2270" fmla="*/ 1421233 w 2290556"/>
                <a:gd name="connsiteY2270" fmla="*/ 1334686 h 1796087"/>
                <a:gd name="connsiteX2271" fmla="*/ 1426685 w 2290556"/>
                <a:gd name="connsiteY2271" fmla="*/ 1335325 h 1796087"/>
                <a:gd name="connsiteX2272" fmla="*/ 1431531 w 2290556"/>
                <a:gd name="connsiteY2272" fmla="*/ 1333542 h 1796087"/>
                <a:gd name="connsiteX2273" fmla="*/ 1435334 w 2290556"/>
                <a:gd name="connsiteY2273" fmla="*/ 1335998 h 1796087"/>
                <a:gd name="connsiteX2274" fmla="*/ 1437993 w 2290556"/>
                <a:gd name="connsiteY2274" fmla="*/ 1336335 h 1796087"/>
                <a:gd name="connsiteX2275" fmla="*/ 1438936 w 2290556"/>
                <a:gd name="connsiteY2275" fmla="*/ 1335157 h 1796087"/>
                <a:gd name="connsiteX2276" fmla="*/ 1438060 w 2290556"/>
                <a:gd name="connsiteY2276" fmla="*/ 1332062 h 1796087"/>
                <a:gd name="connsiteX2277" fmla="*/ 1437623 w 2290556"/>
                <a:gd name="connsiteY2277" fmla="*/ 1327824 h 1796087"/>
                <a:gd name="connsiteX2278" fmla="*/ 1437421 w 2290556"/>
                <a:gd name="connsiteY2278" fmla="*/ 1325368 h 1796087"/>
                <a:gd name="connsiteX2279" fmla="*/ 1436445 w 2290556"/>
                <a:gd name="connsiteY2279" fmla="*/ 1321230 h 1796087"/>
                <a:gd name="connsiteX2280" fmla="*/ 1435805 w 2290556"/>
                <a:gd name="connsiteY2280" fmla="*/ 1318842 h 1796087"/>
                <a:gd name="connsiteX2281" fmla="*/ 1434729 w 2290556"/>
                <a:gd name="connsiteY2281" fmla="*/ 1315848 h 1796087"/>
                <a:gd name="connsiteX2282" fmla="*/ 1435503 w 2290556"/>
                <a:gd name="connsiteY2282" fmla="*/ 1313560 h 1796087"/>
                <a:gd name="connsiteX2283" fmla="*/ 1435873 w 2290556"/>
                <a:gd name="connsiteY2283" fmla="*/ 1311979 h 1796087"/>
                <a:gd name="connsiteX2284" fmla="*/ 1434358 w 2290556"/>
                <a:gd name="connsiteY2284" fmla="*/ 1309927 h 1796087"/>
                <a:gd name="connsiteX2285" fmla="*/ 1434358 w 2290556"/>
                <a:gd name="connsiteY2285" fmla="*/ 1307741 h 1796087"/>
                <a:gd name="connsiteX2286" fmla="*/ 1435536 w 2290556"/>
                <a:gd name="connsiteY2286" fmla="*/ 1305352 h 1796087"/>
                <a:gd name="connsiteX2287" fmla="*/ 1435133 w 2290556"/>
                <a:gd name="connsiteY2287" fmla="*/ 1302325 h 1796087"/>
                <a:gd name="connsiteX2288" fmla="*/ 1436748 w 2290556"/>
                <a:gd name="connsiteY2288" fmla="*/ 1298725 h 1796087"/>
                <a:gd name="connsiteX2289" fmla="*/ 1438599 w 2290556"/>
                <a:gd name="connsiteY2289" fmla="*/ 1295799 h 1796087"/>
                <a:gd name="connsiteX2290" fmla="*/ 1440652 w 2290556"/>
                <a:gd name="connsiteY2290" fmla="*/ 1293410 h 1796087"/>
                <a:gd name="connsiteX2291" fmla="*/ 1442805 w 2290556"/>
                <a:gd name="connsiteY2291" fmla="*/ 1290585 h 1796087"/>
                <a:gd name="connsiteX2292" fmla="*/ 1445296 w 2290556"/>
                <a:gd name="connsiteY2292" fmla="*/ 1289374 h 1796087"/>
                <a:gd name="connsiteX2293" fmla="*/ 1448022 w 2290556"/>
                <a:gd name="connsiteY2293" fmla="*/ 1288499 h 1796087"/>
                <a:gd name="connsiteX2294" fmla="*/ 1451825 w 2290556"/>
                <a:gd name="connsiteY2294" fmla="*/ 1288263 h 1796087"/>
                <a:gd name="connsiteX2295" fmla="*/ 1454652 w 2290556"/>
                <a:gd name="connsiteY2295" fmla="*/ 1288163 h 1796087"/>
                <a:gd name="connsiteX2296" fmla="*/ 1457916 w 2290556"/>
                <a:gd name="connsiteY2296" fmla="*/ 1288263 h 1796087"/>
                <a:gd name="connsiteX2297" fmla="*/ 1459431 w 2290556"/>
                <a:gd name="connsiteY2297" fmla="*/ 1288062 h 1796087"/>
                <a:gd name="connsiteX2298" fmla="*/ 1460744 w 2290556"/>
                <a:gd name="connsiteY2298" fmla="*/ 1286548 h 1796087"/>
                <a:gd name="connsiteX2299" fmla="*/ 1461080 w 2290556"/>
                <a:gd name="connsiteY2299" fmla="*/ 1285471 h 1796087"/>
                <a:gd name="connsiteX2300" fmla="*/ 1461282 w 2290556"/>
                <a:gd name="connsiteY2300" fmla="*/ 1282982 h 1796087"/>
                <a:gd name="connsiteX2301" fmla="*/ 1460306 w 2290556"/>
                <a:gd name="connsiteY2301" fmla="*/ 1281132 h 1796087"/>
                <a:gd name="connsiteX2302" fmla="*/ 1458994 w 2290556"/>
                <a:gd name="connsiteY2302" fmla="*/ 1280156 h 1796087"/>
                <a:gd name="connsiteX2303" fmla="*/ 1458354 w 2290556"/>
                <a:gd name="connsiteY2303" fmla="*/ 1278945 h 1796087"/>
                <a:gd name="connsiteX2304" fmla="*/ 1456941 w 2290556"/>
                <a:gd name="connsiteY2304" fmla="*/ 1276893 h 1796087"/>
                <a:gd name="connsiteX2305" fmla="*/ 1456941 w 2290556"/>
                <a:gd name="connsiteY2305" fmla="*/ 1274168 h 1796087"/>
                <a:gd name="connsiteX2306" fmla="*/ 1458691 w 2290556"/>
                <a:gd name="connsiteY2306" fmla="*/ 1272857 h 1796087"/>
                <a:gd name="connsiteX2307" fmla="*/ 1460979 w 2290556"/>
                <a:gd name="connsiteY2307" fmla="*/ 1271982 h 1796087"/>
                <a:gd name="connsiteX2308" fmla="*/ 1462056 w 2290556"/>
                <a:gd name="connsiteY2308" fmla="*/ 1270233 h 1796087"/>
                <a:gd name="connsiteX2309" fmla="*/ 1462594 w 2290556"/>
                <a:gd name="connsiteY2309" fmla="*/ 1268046 h 1796087"/>
                <a:gd name="connsiteX2310" fmla="*/ 1463570 w 2290556"/>
                <a:gd name="connsiteY2310" fmla="*/ 1265994 h 1796087"/>
                <a:gd name="connsiteX2311" fmla="*/ 1466498 w 2290556"/>
                <a:gd name="connsiteY2311" fmla="*/ 1265355 h 1796087"/>
                <a:gd name="connsiteX2312" fmla="*/ 1467912 w 2290556"/>
                <a:gd name="connsiteY2312" fmla="*/ 1265557 h 1796087"/>
                <a:gd name="connsiteX2313" fmla="*/ 1468888 w 2290556"/>
                <a:gd name="connsiteY2313" fmla="*/ 1267071 h 1796087"/>
                <a:gd name="connsiteX2314" fmla="*/ 1471378 w 2290556"/>
                <a:gd name="connsiteY2314" fmla="*/ 1269022 h 1796087"/>
                <a:gd name="connsiteX2315" fmla="*/ 1472354 w 2290556"/>
                <a:gd name="connsiteY2315" fmla="*/ 1267609 h 1796087"/>
                <a:gd name="connsiteX2316" fmla="*/ 1474508 w 2290556"/>
                <a:gd name="connsiteY2316" fmla="*/ 1264682 h 1796087"/>
                <a:gd name="connsiteX2317" fmla="*/ 1476898 w 2290556"/>
                <a:gd name="connsiteY2317" fmla="*/ 1266431 h 1796087"/>
                <a:gd name="connsiteX2318" fmla="*/ 1477537 w 2290556"/>
                <a:gd name="connsiteY2318" fmla="*/ 1269257 h 1796087"/>
                <a:gd name="connsiteX2319" fmla="*/ 1480162 w 2290556"/>
                <a:gd name="connsiteY2319" fmla="*/ 1269795 h 1796087"/>
                <a:gd name="connsiteX2320" fmla="*/ 1482350 w 2290556"/>
                <a:gd name="connsiteY2320" fmla="*/ 1268921 h 1796087"/>
                <a:gd name="connsiteX2321" fmla="*/ 1483427 w 2290556"/>
                <a:gd name="connsiteY2321" fmla="*/ 1267508 h 1796087"/>
                <a:gd name="connsiteX2322" fmla="*/ 1484840 w 2290556"/>
                <a:gd name="connsiteY2322" fmla="*/ 1264581 h 1796087"/>
                <a:gd name="connsiteX2323" fmla="*/ 1485581 w 2290556"/>
                <a:gd name="connsiteY2323" fmla="*/ 1263841 h 1796087"/>
                <a:gd name="connsiteX2324" fmla="*/ 1488946 w 2290556"/>
                <a:gd name="connsiteY2324" fmla="*/ 1263841 h 1796087"/>
                <a:gd name="connsiteX2325" fmla="*/ 1490359 w 2290556"/>
                <a:gd name="connsiteY2325" fmla="*/ 1267407 h 1796087"/>
                <a:gd name="connsiteX2326" fmla="*/ 1492211 w 2290556"/>
                <a:gd name="connsiteY2326" fmla="*/ 1269257 h 1796087"/>
                <a:gd name="connsiteX2327" fmla="*/ 1494162 w 2290556"/>
                <a:gd name="connsiteY2327" fmla="*/ 1273496 h 1796087"/>
                <a:gd name="connsiteX2328" fmla="*/ 1493287 w 2290556"/>
                <a:gd name="connsiteY2328" fmla="*/ 1275009 h 1796087"/>
                <a:gd name="connsiteX2329" fmla="*/ 1490460 w 2290556"/>
                <a:gd name="connsiteY2329" fmla="*/ 1277398 h 1796087"/>
                <a:gd name="connsiteX2330" fmla="*/ 1492412 w 2290556"/>
                <a:gd name="connsiteY2330" fmla="*/ 1280022 h 1796087"/>
                <a:gd name="connsiteX2331" fmla="*/ 1493725 w 2290556"/>
                <a:gd name="connsiteY2331" fmla="*/ 1282074 h 1796087"/>
                <a:gd name="connsiteX2332" fmla="*/ 1499043 w 2290556"/>
                <a:gd name="connsiteY2332" fmla="*/ 1287389 h 1796087"/>
                <a:gd name="connsiteX2333" fmla="*/ 1497965 w 2290556"/>
                <a:gd name="connsiteY2333" fmla="*/ 1290551 h 1796087"/>
                <a:gd name="connsiteX2334" fmla="*/ 1498605 w 2290556"/>
                <a:gd name="connsiteY2334" fmla="*/ 1297851 h 1796087"/>
                <a:gd name="connsiteX2335" fmla="*/ 1497629 w 2290556"/>
                <a:gd name="connsiteY2335" fmla="*/ 1299062 h 1796087"/>
                <a:gd name="connsiteX2336" fmla="*/ 1496215 w 2290556"/>
                <a:gd name="connsiteY2336" fmla="*/ 1301652 h 1796087"/>
                <a:gd name="connsiteX2337" fmla="*/ 1496754 w 2290556"/>
                <a:gd name="connsiteY2337" fmla="*/ 1304814 h 1796087"/>
                <a:gd name="connsiteX2338" fmla="*/ 1495677 w 2290556"/>
                <a:gd name="connsiteY2338" fmla="*/ 1306227 h 1796087"/>
                <a:gd name="connsiteX2339" fmla="*/ 1494365 w 2290556"/>
                <a:gd name="connsiteY2339" fmla="*/ 1307539 h 1796087"/>
                <a:gd name="connsiteX2340" fmla="*/ 1493927 w 2290556"/>
                <a:gd name="connsiteY2340" fmla="*/ 1310028 h 1796087"/>
                <a:gd name="connsiteX2341" fmla="*/ 1494701 w 2290556"/>
                <a:gd name="connsiteY2341" fmla="*/ 1312518 h 1796087"/>
                <a:gd name="connsiteX2342" fmla="*/ 1495677 w 2290556"/>
                <a:gd name="connsiteY2342" fmla="*/ 1314570 h 1796087"/>
                <a:gd name="connsiteX2343" fmla="*/ 1496316 w 2290556"/>
                <a:gd name="connsiteY2343" fmla="*/ 1317194 h 1796087"/>
                <a:gd name="connsiteX2344" fmla="*/ 1495879 w 2290556"/>
                <a:gd name="connsiteY2344" fmla="*/ 1320995 h 1796087"/>
                <a:gd name="connsiteX2345" fmla="*/ 1495139 w 2290556"/>
                <a:gd name="connsiteY2345" fmla="*/ 1323720 h 1796087"/>
                <a:gd name="connsiteX2346" fmla="*/ 1494062 w 2290556"/>
                <a:gd name="connsiteY2346" fmla="*/ 1325469 h 1796087"/>
                <a:gd name="connsiteX2347" fmla="*/ 1492008 w 2290556"/>
                <a:gd name="connsiteY2347" fmla="*/ 1327319 h 1796087"/>
                <a:gd name="connsiteX2348" fmla="*/ 1492008 w 2290556"/>
                <a:gd name="connsiteY2348" fmla="*/ 1328194 h 1796087"/>
                <a:gd name="connsiteX2349" fmla="*/ 1497225 w 2290556"/>
                <a:gd name="connsiteY2349" fmla="*/ 1327756 h 1796087"/>
                <a:gd name="connsiteX2350" fmla="*/ 1498874 w 2290556"/>
                <a:gd name="connsiteY2350" fmla="*/ 1326444 h 1796087"/>
                <a:gd name="connsiteX2351" fmla="*/ 1502139 w 2290556"/>
                <a:gd name="connsiteY2351" fmla="*/ 1325368 h 1796087"/>
                <a:gd name="connsiteX2352" fmla="*/ 1504528 w 2290556"/>
                <a:gd name="connsiteY2352" fmla="*/ 1326108 h 1796087"/>
                <a:gd name="connsiteX2353" fmla="*/ 1507793 w 2290556"/>
                <a:gd name="connsiteY2353" fmla="*/ 1326646 h 1796087"/>
                <a:gd name="connsiteX2354" fmla="*/ 1510721 w 2290556"/>
                <a:gd name="connsiteY2354" fmla="*/ 1325671 h 1796087"/>
                <a:gd name="connsiteX2355" fmla="*/ 1513009 w 2290556"/>
                <a:gd name="connsiteY2355" fmla="*/ 1322946 h 1796087"/>
                <a:gd name="connsiteX2356" fmla="*/ 1517149 w 2290556"/>
                <a:gd name="connsiteY2356" fmla="*/ 1322172 h 1796087"/>
                <a:gd name="connsiteX2357" fmla="*/ 1520615 w 2290556"/>
                <a:gd name="connsiteY2357" fmla="*/ 1324998 h 1796087"/>
                <a:gd name="connsiteX2358" fmla="*/ 1524654 w 2290556"/>
                <a:gd name="connsiteY2358" fmla="*/ 1325099 h 1796087"/>
                <a:gd name="connsiteX2359" fmla="*/ 1529533 w 2290556"/>
                <a:gd name="connsiteY2359" fmla="*/ 1325334 h 1796087"/>
                <a:gd name="connsiteX2360" fmla="*/ 1531822 w 2290556"/>
                <a:gd name="connsiteY2360" fmla="*/ 1325233 h 1796087"/>
                <a:gd name="connsiteX2361" fmla="*/ 1536837 w 2290556"/>
                <a:gd name="connsiteY2361" fmla="*/ 1325032 h 1796087"/>
                <a:gd name="connsiteX2362" fmla="*/ 1538486 w 2290556"/>
                <a:gd name="connsiteY2362" fmla="*/ 1323282 h 1796087"/>
                <a:gd name="connsiteX2363" fmla="*/ 1538587 w 2290556"/>
                <a:gd name="connsiteY2363" fmla="*/ 1321769 h 1796087"/>
                <a:gd name="connsiteX2364" fmla="*/ 1536736 w 2290556"/>
                <a:gd name="connsiteY2364" fmla="*/ 1320019 h 1796087"/>
                <a:gd name="connsiteX2365" fmla="*/ 1533808 w 2290556"/>
                <a:gd name="connsiteY2365" fmla="*/ 1317967 h 1796087"/>
                <a:gd name="connsiteX2366" fmla="*/ 1530106 w 2290556"/>
                <a:gd name="connsiteY2366" fmla="*/ 1313493 h 1796087"/>
                <a:gd name="connsiteX2367" fmla="*/ 1530880 w 2290556"/>
                <a:gd name="connsiteY2367" fmla="*/ 1310466 h 1796087"/>
                <a:gd name="connsiteX2368" fmla="*/ 1533707 w 2290556"/>
                <a:gd name="connsiteY2368" fmla="*/ 1307741 h 1796087"/>
                <a:gd name="connsiteX2369" fmla="*/ 1535659 w 2290556"/>
                <a:gd name="connsiteY2369" fmla="*/ 1307741 h 1796087"/>
                <a:gd name="connsiteX2370" fmla="*/ 1542524 w 2290556"/>
                <a:gd name="connsiteY2370" fmla="*/ 1311778 h 1796087"/>
                <a:gd name="connsiteX2371" fmla="*/ 1544274 w 2290556"/>
                <a:gd name="connsiteY2371" fmla="*/ 1309591 h 1796087"/>
                <a:gd name="connsiteX2372" fmla="*/ 1545688 w 2290556"/>
                <a:gd name="connsiteY2372" fmla="*/ 1306866 h 1796087"/>
                <a:gd name="connsiteX2373" fmla="*/ 1548515 w 2290556"/>
                <a:gd name="connsiteY2373" fmla="*/ 1304915 h 1796087"/>
                <a:gd name="connsiteX2374" fmla="*/ 1556659 w 2290556"/>
                <a:gd name="connsiteY2374" fmla="*/ 1299600 h 1796087"/>
                <a:gd name="connsiteX2375" fmla="*/ 1559924 w 2290556"/>
                <a:gd name="connsiteY2375" fmla="*/ 1296875 h 1796087"/>
                <a:gd name="connsiteX2376" fmla="*/ 1568405 w 2290556"/>
                <a:gd name="connsiteY2376" fmla="*/ 1290013 h 1796087"/>
                <a:gd name="connsiteX2377" fmla="*/ 1572107 w 2290556"/>
                <a:gd name="connsiteY2377" fmla="*/ 1286985 h 1796087"/>
                <a:gd name="connsiteX2378" fmla="*/ 1575136 w 2290556"/>
                <a:gd name="connsiteY2378" fmla="*/ 1284933 h 1796087"/>
                <a:gd name="connsiteX2379" fmla="*/ 1576549 w 2290556"/>
                <a:gd name="connsiteY2379" fmla="*/ 1284395 h 1796087"/>
                <a:gd name="connsiteX2380" fmla="*/ 1580789 w 2290556"/>
                <a:gd name="connsiteY2380" fmla="*/ 1283520 h 1796087"/>
                <a:gd name="connsiteX2381" fmla="*/ 1583414 w 2290556"/>
                <a:gd name="connsiteY2381" fmla="*/ 1285572 h 1796087"/>
                <a:gd name="connsiteX2382" fmla="*/ 1585804 w 2290556"/>
                <a:gd name="connsiteY2382" fmla="*/ 1288196 h 1796087"/>
                <a:gd name="connsiteX2383" fmla="*/ 1588429 w 2290556"/>
                <a:gd name="connsiteY2383" fmla="*/ 1289845 h 1796087"/>
                <a:gd name="connsiteX2384" fmla="*/ 1589607 w 2290556"/>
                <a:gd name="connsiteY2384" fmla="*/ 1291997 h 1796087"/>
                <a:gd name="connsiteX2385" fmla="*/ 1590684 w 2290556"/>
                <a:gd name="connsiteY2385" fmla="*/ 1298725 h 1796087"/>
                <a:gd name="connsiteX2386" fmla="*/ 1592198 w 2290556"/>
                <a:gd name="connsiteY2386" fmla="*/ 1301013 h 1796087"/>
                <a:gd name="connsiteX2387" fmla="*/ 1596102 w 2290556"/>
                <a:gd name="connsiteY2387" fmla="*/ 1302964 h 1796087"/>
                <a:gd name="connsiteX2388" fmla="*/ 1596102 w 2290556"/>
                <a:gd name="connsiteY2388" fmla="*/ 1299499 h 1796087"/>
                <a:gd name="connsiteX2389" fmla="*/ 1596102 w 2290556"/>
                <a:gd name="connsiteY2389" fmla="*/ 1296774 h 1796087"/>
                <a:gd name="connsiteX2390" fmla="*/ 1597516 w 2290556"/>
                <a:gd name="connsiteY2390" fmla="*/ 1294049 h 1796087"/>
                <a:gd name="connsiteX2391" fmla="*/ 1599165 w 2290556"/>
                <a:gd name="connsiteY2391" fmla="*/ 1292536 h 1796087"/>
                <a:gd name="connsiteX2392" fmla="*/ 1600679 w 2290556"/>
                <a:gd name="connsiteY2392" fmla="*/ 1291997 h 1796087"/>
                <a:gd name="connsiteX2393" fmla="*/ 1602968 w 2290556"/>
                <a:gd name="connsiteY2393" fmla="*/ 1291123 h 1796087"/>
                <a:gd name="connsiteX2394" fmla="*/ 1604718 w 2290556"/>
                <a:gd name="connsiteY2394" fmla="*/ 1290349 h 1796087"/>
                <a:gd name="connsiteX2395" fmla="*/ 1607107 w 2290556"/>
                <a:gd name="connsiteY2395" fmla="*/ 1288701 h 1796087"/>
                <a:gd name="connsiteX2396" fmla="*/ 1608857 w 2290556"/>
                <a:gd name="connsiteY2396" fmla="*/ 1286750 h 1796087"/>
                <a:gd name="connsiteX2397" fmla="*/ 1611785 w 2290556"/>
                <a:gd name="connsiteY2397" fmla="*/ 1283823 h 1796087"/>
                <a:gd name="connsiteX2398" fmla="*/ 1611785 w 2290556"/>
                <a:gd name="connsiteY2398" fmla="*/ 1282377 h 1796087"/>
                <a:gd name="connsiteX2399" fmla="*/ 1613536 w 2290556"/>
                <a:gd name="connsiteY2399" fmla="*/ 1280358 h 1796087"/>
                <a:gd name="connsiteX2400" fmla="*/ 1613536 w 2290556"/>
                <a:gd name="connsiteY2400" fmla="*/ 1278609 h 1796087"/>
                <a:gd name="connsiteX2401" fmla="*/ 1615723 w 2290556"/>
                <a:gd name="connsiteY2401" fmla="*/ 1275413 h 1796087"/>
                <a:gd name="connsiteX2402" fmla="*/ 1617742 w 2290556"/>
                <a:gd name="connsiteY2402" fmla="*/ 1273529 h 1796087"/>
                <a:gd name="connsiteX2403" fmla="*/ 1620771 w 2290556"/>
                <a:gd name="connsiteY2403" fmla="*/ 1272386 h 1796087"/>
                <a:gd name="connsiteX2404" fmla="*/ 1623968 w 2290556"/>
                <a:gd name="connsiteY2404" fmla="*/ 1273395 h 1796087"/>
                <a:gd name="connsiteX2405" fmla="*/ 1623968 w 2290556"/>
                <a:gd name="connsiteY2405" fmla="*/ 1275985 h 1796087"/>
                <a:gd name="connsiteX2406" fmla="*/ 1622656 w 2290556"/>
                <a:gd name="connsiteY2406" fmla="*/ 1277566 h 1796087"/>
                <a:gd name="connsiteX2407" fmla="*/ 1622353 w 2290556"/>
                <a:gd name="connsiteY2407" fmla="*/ 1279887 h 1796087"/>
                <a:gd name="connsiteX2408" fmla="*/ 1625112 w 2290556"/>
                <a:gd name="connsiteY2408" fmla="*/ 1279147 h 1796087"/>
                <a:gd name="connsiteX2409" fmla="*/ 1626560 w 2290556"/>
                <a:gd name="connsiteY2409" fmla="*/ 1275951 h 1796087"/>
                <a:gd name="connsiteX2410" fmla="*/ 1629757 w 2290556"/>
                <a:gd name="connsiteY2410" fmla="*/ 1275951 h 1796087"/>
                <a:gd name="connsiteX2411" fmla="*/ 1631339 w 2290556"/>
                <a:gd name="connsiteY2411" fmla="*/ 1277903 h 1796087"/>
                <a:gd name="connsiteX2412" fmla="*/ 1634401 w 2290556"/>
                <a:gd name="connsiteY2412" fmla="*/ 1281166 h 1796087"/>
                <a:gd name="connsiteX2413" fmla="*/ 1637901 w 2290556"/>
                <a:gd name="connsiteY2413" fmla="*/ 1282477 h 1796087"/>
                <a:gd name="connsiteX2414" fmla="*/ 1643690 w 2290556"/>
                <a:gd name="connsiteY2414" fmla="*/ 1282175 h 1796087"/>
                <a:gd name="connsiteX2415" fmla="*/ 1649478 w 2290556"/>
                <a:gd name="connsiteY2415" fmla="*/ 1281737 h 1796087"/>
                <a:gd name="connsiteX2416" fmla="*/ 1650623 w 2290556"/>
                <a:gd name="connsiteY2416" fmla="*/ 1280594 h 1796087"/>
                <a:gd name="connsiteX2417" fmla="*/ 1651632 w 2290556"/>
                <a:gd name="connsiteY2417" fmla="*/ 1276086 h 1796087"/>
                <a:gd name="connsiteX2418" fmla="*/ 1653214 w 2290556"/>
                <a:gd name="connsiteY2418" fmla="*/ 1274505 h 1796087"/>
                <a:gd name="connsiteX2419" fmla="*/ 1656108 w 2290556"/>
                <a:gd name="connsiteY2419" fmla="*/ 1274202 h 1796087"/>
                <a:gd name="connsiteX2420" fmla="*/ 1658868 w 2290556"/>
                <a:gd name="connsiteY2420" fmla="*/ 1274202 h 1796087"/>
                <a:gd name="connsiteX2421" fmla="*/ 1660887 w 2290556"/>
                <a:gd name="connsiteY2421" fmla="*/ 1274000 h 1796087"/>
                <a:gd name="connsiteX2422" fmla="*/ 1661897 w 2290556"/>
                <a:gd name="connsiteY2422" fmla="*/ 1272184 h 1796087"/>
                <a:gd name="connsiteX2423" fmla="*/ 1662604 w 2290556"/>
                <a:gd name="connsiteY2423" fmla="*/ 1268113 h 1796087"/>
                <a:gd name="connsiteX2424" fmla="*/ 1663479 w 2290556"/>
                <a:gd name="connsiteY2424" fmla="*/ 1264043 h 1796087"/>
                <a:gd name="connsiteX2425" fmla="*/ 1664051 w 2290556"/>
                <a:gd name="connsiteY2425" fmla="*/ 1261722 h 1796087"/>
                <a:gd name="connsiteX2426" fmla="*/ 1663041 w 2290556"/>
                <a:gd name="connsiteY2426" fmla="*/ 1259838 h 1796087"/>
                <a:gd name="connsiteX2427" fmla="*/ 1660887 w 2290556"/>
                <a:gd name="connsiteY2427" fmla="*/ 1258526 h 1796087"/>
                <a:gd name="connsiteX2428" fmla="*/ 1656983 w 2290556"/>
                <a:gd name="connsiteY2428" fmla="*/ 1256642 h 1796087"/>
                <a:gd name="connsiteX2429" fmla="*/ 1653954 w 2290556"/>
                <a:gd name="connsiteY2429" fmla="*/ 1251563 h 1796087"/>
                <a:gd name="connsiteX2430" fmla="*/ 1660181 w 2290556"/>
                <a:gd name="connsiteY2430" fmla="*/ 1249813 h 1796087"/>
                <a:gd name="connsiteX2431" fmla="*/ 1663075 w 2290556"/>
                <a:gd name="connsiteY2431" fmla="*/ 1249107 h 1796087"/>
                <a:gd name="connsiteX2432" fmla="*/ 1664219 w 2290556"/>
                <a:gd name="connsiteY2432" fmla="*/ 1245339 h 1796087"/>
                <a:gd name="connsiteX2433" fmla="*/ 1662200 w 2290556"/>
                <a:gd name="connsiteY2433" fmla="*/ 1241134 h 1796087"/>
                <a:gd name="connsiteX2434" fmla="*/ 1662065 w 2290556"/>
                <a:gd name="connsiteY2434" fmla="*/ 1239251 h 1796087"/>
                <a:gd name="connsiteX2435" fmla="*/ 1661762 w 2290556"/>
                <a:gd name="connsiteY2435" fmla="*/ 1236055 h 1796087"/>
                <a:gd name="connsiteX2436" fmla="*/ 1661056 w 2290556"/>
                <a:gd name="connsiteY2436" fmla="*/ 1234305 h 1796087"/>
                <a:gd name="connsiteX2437" fmla="*/ 1660618 w 2290556"/>
                <a:gd name="connsiteY2437" fmla="*/ 1232556 h 1796087"/>
                <a:gd name="connsiteX2438" fmla="*/ 1659743 w 2290556"/>
                <a:gd name="connsiteY2438" fmla="*/ 1230807 h 1796087"/>
                <a:gd name="connsiteX2439" fmla="*/ 1658733 w 2290556"/>
                <a:gd name="connsiteY2439" fmla="*/ 1229798 h 1796087"/>
                <a:gd name="connsiteX2440" fmla="*/ 1658733 w 2290556"/>
                <a:gd name="connsiteY2440" fmla="*/ 1226905 h 1796087"/>
                <a:gd name="connsiteX2441" fmla="*/ 1665464 w 2290556"/>
                <a:gd name="connsiteY2441" fmla="*/ 1225761 h 1796087"/>
                <a:gd name="connsiteX2442" fmla="*/ 1665397 w 2290556"/>
                <a:gd name="connsiteY2442" fmla="*/ 1221422 h 1796087"/>
                <a:gd name="connsiteX2443" fmla="*/ 1667854 w 2290556"/>
                <a:gd name="connsiteY2443" fmla="*/ 1220681 h 1796087"/>
                <a:gd name="connsiteX2444" fmla="*/ 1670748 w 2290556"/>
                <a:gd name="connsiteY2444" fmla="*/ 1219975 h 1796087"/>
                <a:gd name="connsiteX2445" fmla="*/ 1674383 w 2290556"/>
                <a:gd name="connsiteY2445" fmla="*/ 1218831 h 1796087"/>
                <a:gd name="connsiteX2446" fmla="*/ 1677277 w 2290556"/>
                <a:gd name="connsiteY2446" fmla="*/ 1218697 h 1796087"/>
                <a:gd name="connsiteX2447" fmla="*/ 1682628 w 2290556"/>
                <a:gd name="connsiteY2447" fmla="*/ 1218999 h 1796087"/>
                <a:gd name="connsiteX2448" fmla="*/ 1686263 w 2290556"/>
                <a:gd name="connsiteY2448" fmla="*/ 1218697 h 1796087"/>
                <a:gd name="connsiteX2449" fmla="*/ 1687576 w 2290556"/>
                <a:gd name="connsiteY2449" fmla="*/ 1216510 h 1796087"/>
                <a:gd name="connsiteX2450" fmla="*/ 1690907 w 2290556"/>
                <a:gd name="connsiteY2450" fmla="*/ 1214626 h 1796087"/>
                <a:gd name="connsiteX2451" fmla="*/ 1692489 w 2290556"/>
                <a:gd name="connsiteY2451" fmla="*/ 1215636 h 1796087"/>
                <a:gd name="connsiteX2452" fmla="*/ 1696124 w 2290556"/>
                <a:gd name="connsiteY2452" fmla="*/ 1217654 h 1796087"/>
                <a:gd name="connsiteX2453" fmla="*/ 1697874 w 2290556"/>
                <a:gd name="connsiteY2453" fmla="*/ 1218528 h 1796087"/>
                <a:gd name="connsiteX2454" fmla="*/ 1701205 w 2290556"/>
                <a:gd name="connsiteY2454" fmla="*/ 1218528 h 1796087"/>
                <a:gd name="connsiteX2455" fmla="*/ 1703831 w 2290556"/>
                <a:gd name="connsiteY2455" fmla="*/ 1217889 h 1796087"/>
                <a:gd name="connsiteX2456" fmla="*/ 1704571 w 2290556"/>
                <a:gd name="connsiteY2456" fmla="*/ 1217385 h 1796087"/>
                <a:gd name="connsiteX2457" fmla="*/ 1707465 w 2290556"/>
                <a:gd name="connsiteY2457" fmla="*/ 1214189 h 1796087"/>
                <a:gd name="connsiteX2458" fmla="*/ 1707465 w 2290556"/>
                <a:gd name="connsiteY2458" fmla="*/ 1212002 h 1796087"/>
                <a:gd name="connsiteX2459" fmla="*/ 1708475 w 2290556"/>
                <a:gd name="connsiteY2459" fmla="*/ 1209681 h 1796087"/>
                <a:gd name="connsiteX2460" fmla="*/ 1709350 w 2290556"/>
                <a:gd name="connsiteY2460" fmla="*/ 1207966 h 1796087"/>
                <a:gd name="connsiteX2461" fmla="*/ 1710797 w 2290556"/>
                <a:gd name="connsiteY2461" fmla="*/ 1205645 h 1796087"/>
                <a:gd name="connsiteX2462" fmla="*/ 1713826 w 2290556"/>
                <a:gd name="connsiteY2462" fmla="*/ 1205207 h 1796087"/>
                <a:gd name="connsiteX2463" fmla="*/ 1714701 w 2290556"/>
                <a:gd name="connsiteY2463" fmla="*/ 1205779 h 1796087"/>
                <a:gd name="connsiteX2464" fmla="*/ 1716720 w 2290556"/>
                <a:gd name="connsiteY2464" fmla="*/ 1207226 h 1796087"/>
                <a:gd name="connsiteX2465" fmla="*/ 1720220 w 2290556"/>
                <a:gd name="connsiteY2465" fmla="*/ 1208235 h 1796087"/>
                <a:gd name="connsiteX2466" fmla="*/ 1722374 w 2290556"/>
                <a:gd name="connsiteY2466" fmla="*/ 1206486 h 1796087"/>
                <a:gd name="connsiteX2467" fmla="*/ 1724393 w 2290556"/>
                <a:gd name="connsiteY2467" fmla="*/ 1203727 h 1796087"/>
                <a:gd name="connsiteX2468" fmla="*/ 1727153 w 2290556"/>
                <a:gd name="connsiteY2468" fmla="*/ 1202718 h 1796087"/>
                <a:gd name="connsiteX2469" fmla="*/ 1730788 w 2290556"/>
                <a:gd name="connsiteY2469" fmla="*/ 1201978 h 1796087"/>
                <a:gd name="connsiteX2470" fmla="*/ 1733985 w 2290556"/>
                <a:gd name="connsiteY2470" fmla="*/ 1201339 h 1796087"/>
                <a:gd name="connsiteX2471" fmla="*/ 1739403 w 2290556"/>
                <a:gd name="connsiteY2471" fmla="*/ 1203088 h 1796087"/>
                <a:gd name="connsiteX2472" fmla="*/ 1742668 w 2290556"/>
                <a:gd name="connsiteY2472" fmla="*/ 1206553 h 1796087"/>
                <a:gd name="connsiteX2473" fmla="*/ 1742668 w 2290556"/>
                <a:gd name="connsiteY2473" fmla="*/ 1208504 h 1796087"/>
                <a:gd name="connsiteX2474" fmla="*/ 1743980 w 2290556"/>
                <a:gd name="connsiteY2474" fmla="*/ 1211969 h 1796087"/>
                <a:gd name="connsiteX2475" fmla="*/ 1749837 w 2290556"/>
                <a:gd name="connsiteY2475" fmla="*/ 1215232 h 1796087"/>
                <a:gd name="connsiteX2476" fmla="*/ 1754346 w 2290556"/>
                <a:gd name="connsiteY2476" fmla="*/ 1219639 h 1796087"/>
                <a:gd name="connsiteX2477" fmla="*/ 1756803 w 2290556"/>
                <a:gd name="connsiteY2477" fmla="*/ 1221522 h 1796087"/>
                <a:gd name="connsiteX2478" fmla="*/ 1757476 w 2290556"/>
                <a:gd name="connsiteY2478" fmla="*/ 1223406 h 1796087"/>
                <a:gd name="connsiteX2479" fmla="*/ 1758486 w 2290556"/>
                <a:gd name="connsiteY2479" fmla="*/ 1225727 h 1796087"/>
                <a:gd name="connsiteX2480" fmla="*/ 1759731 w 2290556"/>
                <a:gd name="connsiteY2480" fmla="*/ 1227409 h 1796087"/>
                <a:gd name="connsiteX2481" fmla="*/ 1760976 w 2290556"/>
                <a:gd name="connsiteY2481" fmla="*/ 1228990 h 1796087"/>
                <a:gd name="connsiteX2482" fmla="*/ 1761481 w 2290556"/>
                <a:gd name="connsiteY2482" fmla="*/ 1231379 h 1796087"/>
                <a:gd name="connsiteX2483" fmla="*/ 1760034 w 2290556"/>
                <a:gd name="connsiteY2483" fmla="*/ 1233532 h 1796087"/>
                <a:gd name="connsiteX2484" fmla="*/ 1759764 w 2290556"/>
                <a:gd name="connsiteY2484" fmla="*/ 1233902 h 1796087"/>
                <a:gd name="connsiteX2485" fmla="*/ 1757509 w 2290556"/>
                <a:gd name="connsiteY2485" fmla="*/ 1236425 h 1796087"/>
                <a:gd name="connsiteX2486" fmla="*/ 1758317 w 2290556"/>
                <a:gd name="connsiteY2486" fmla="*/ 1239183 h 1796087"/>
                <a:gd name="connsiteX2487" fmla="*/ 1759731 w 2290556"/>
                <a:gd name="connsiteY2487" fmla="*/ 1242278 h 1796087"/>
                <a:gd name="connsiteX2488" fmla="*/ 1764072 w 2290556"/>
                <a:gd name="connsiteY2488" fmla="*/ 1245037 h 1796087"/>
                <a:gd name="connsiteX2489" fmla="*/ 1764745 w 2290556"/>
                <a:gd name="connsiteY2489" fmla="*/ 1246180 h 1796087"/>
                <a:gd name="connsiteX2490" fmla="*/ 1764140 w 2290556"/>
                <a:gd name="connsiteY2490" fmla="*/ 1248031 h 1796087"/>
                <a:gd name="connsiteX2491" fmla="*/ 1764140 w 2290556"/>
                <a:gd name="connsiteY2491" fmla="*/ 1250688 h 1796087"/>
                <a:gd name="connsiteX2492" fmla="*/ 1764779 w 2290556"/>
                <a:gd name="connsiteY2492" fmla="*/ 1251058 h 1796087"/>
                <a:gd name="connsiteX2493" fmla="*/ 1766899 w 2290556"/>
                <a:gd name="connsiteY2493" fmla="*/ 1249645 h 1796087"/>
                <a:gd name="connsiteX2494" fmla="*/ 1769793 w 2290556"/>
                <a:gd name="connsiteY2494" fmla="*/ 1251764 h 1796087"/>
                <a:gd name="connsiteX2495" fmla="*/ 1770500 w 2290556"/>
                <a:gd name="connsiteY2495" fmla="*/ 1252942 h 1796087"/>
                <a:gd name="connsiteX2496" fmla="*/ 1771173 w 2290556"/>
                <a:gd name="connsiteY2496" fmla="*/ 1254624 h 1796087"/>
                <a:gd name="connsiteX2497" fmla="*/ 1768380 w 2290556"/>
                <a:gd name="connsiteY2497" fmla="*/ 1255835 h 1796087"/>
                <a:gd name="connsiteX2498" fmla="*/ 1768380 w 2290556"/>
                <a:gd name="connsiteY2498" fmla="*/ 1257853 h 1796087"/>
                <a:gd name="connsiteX2499" fmla="*/ 1769491 w 2290556"/>
                <a:gd name="connsiteY2499" fmla="*/ 1259300 h 1796087"/>
                <a:gd name="connsiteX2500" fmla="*/ 1770702 w 2290556"/>
                <a:gd name="connsiteY2500" fmla="*/ 1260746 h 1796087"/>
                <a:gd name="connsiteX2501" fmla="*/ 1772520 w 2290556"/>
                <a:gd name="connsiteY2501" fmla="*/ 1260881 h 1796087"/>
                <a:gd name="connsiteX2502" fmla="*/ 1774169 w 2290556"/>
                <a:gd name="connsiteY2502" fmla="*/ 1259434 h 1796087"/>
                <a:gd name="connsiteX2503" fmla="*/ 1775313 w 2290556"/>
                <a:gd name="connsiteY2503" fmla="*/ 1257550 h 1796087"/>
                <a:gd name="connsiteX2504" fmla="*/ 1776491 w 2290556"/>
                <a:gd name="connsiteY2504" fmla="*/ 1255667 h 1796087"/>
                <a:gd name="connsiteX2505" fmla="*/ 1778678 w 2290556"/>
                <a:gd name="connsiteY2505" fmla="*/ 1254927 h 1796087"/>
                <a:gd name="connsiteX2506" fmla="*/ 1781438 w 2290556"/>
                <a:gd name="connsiteY2506" fmla="*/ 1256676 h 1796087"/>
                <a:gd name="connsiteX2507" fmla="*/ 1782448 w 2290556"/>
                <a:gd name="connsiteY2507" fmla="*/ 1256676 h 1796087"/>
                <a:gd name="connsiteX2508" fmla="*/ 1783154 w 2290556"/>
                <a:gd name="connsiteY2508" fmla="*/ 1258997 h 1796087"/>
                <a:gd name="connsiteX2509" fmla="*/ 1782582 w 2290556"/>
                <a:gd name="connsiteY2509" fmla="*/ 1260746 h 1796087"/>
                <a:gd name="connsiteX2510" fmla="*/ 1781000 w 2290556"/>
                <a:gd name="connsiteY2510" fmla="*/ 1263067 h 1796087"/>
                <a:gd name="connsiteX2511" fmla="*/ 1783457 w 2290556"/>
                <a:gd name="connsiteY2511" fmla="*/ 1264648 h 1796087"/>
                <a:gd name="connsiteX2512" fmla="*/ 1787799 w 2290556"/>
                <a:gd name="connsiteY2512" fmla="*/ 1265389 h 1796087"/>
                <a:gd name="connsiteX2513" fmla="*/ 1787227 w 2290556"/>
                <a:gd name="connsiteY2513" fmla="*/ 1267979 h 1796087"/>
                <a:gd name="connsiteX2514" fmla="*/ 1783760 w 2290556"/>
                <a:gd name="connsiteY2514" fmla="*/ 1270872 h 1796087"/>
                <a:gd name="connsiteX2515" fmla="*/ 1783188 w 2290556"/>
                <a:gd name="connsiteY2515" fmla="*/ 1272756 h 1796087"/>
                <a:gd name="connsiteX2516" fmla="*/ 1786520 w 2290556"/>
                <a:gd name="connsiteY2516" fmla="*/ 1276086 h 1796087"/>
                <a:gd name="connsiteX2517" fmla="*/ 1787395 w 2290556"/>
                <a:gd name="connsiteY2517" fmla="*/ 1279551 h 1796087"/>
                <a:gd name="connsiteX2518" fmla="*/ 1789851 w 2290556"/>
                <a:gd name="connsiteY2518" fmla="*/ 1283184 h 1796087"/>
                <a:gd name="connsiteX2519" fmla="*/ 1790559 w 2290556"/>
                <a:gd name="connsiteY2519" fmla="*/ 1288835 h 1796087"/>
                <a:gd name="connsiteX2520" fmla="*/ 1787361 w 2290556"/>
                <a:gd name="connsiteY2520" fmla="*/ 1292468 h 1796087"/>
                <a:gd name="connsiteX2521" fmla="*/ 1784164 w 2290556"/>
                <a:gd name="connsiteY2521" fmla="*/ 1291156 h 1796087"/>
                <a:gd name="connsiteX2522" fmla="*/ 1780967 w 2290556"/>
                <a:gd name="connsiteY2522" fmla="*/ 1288835 h 1796087"/>
                <a:gd name="connsiteX2523" fmla="*/ 1777770 w 2290556"/>
                <a:gd name="connsiteY2523" fmla="*/ 1287961 h 1796087"/>
                <a:gd name="connsiteX2524" fmla="*/ 1776188 w 2290556"/>
                <a:gd name="connsiteY2524" fmla="*/ 1287961 h 1796087"/>
                <a:gd name="connsiteX2525" fmla="*/ 1775616 w 2290556"/>
                <a:gd name="connsiteY2525" fmla="*/ 1287961 h 1796087"/>
                <a:gd name="connsiteX2526" fmla="*/ 1774741 w 2290556"/>
                <a:gd name="connsiteY2526" fmla="*/ 1289037 h 1796087"/>
                <a:gd name="connsiteX2527" fmla="*/ 1772721 w 2290556"/>
                <a:gd name="connsiteY2527" fmla="*/ 1293007 h 1796087"/>
                <a:gd name="connsiteX2528" fmla="*/ 1772721 w 2290556"/>
                <a:gd name="connsiteY2528" fmla="*/ 1295193 h 1796087"/>
                <a:gd name="connsiteX2529" fmla="*/ 1773866 w 2290556"/>
                <a:gd name="connsiteY2529" fmla="*/ 1298086 h 1796087"/>
                <a:gd name="connsiteX2530" fmla="*/ 1776323 w 2290556"/>
                <a:gd name="connsiteY2530" fmla="*/ 1301854 h 1796087"/>
                <a:gd name="connsiteX2531" fmla="*/ 1777467 w 2290556"/>
                <a:gd name="connsiteY2531" fmla="*/ 1303603 h 1796087"/>
                <a:gd name="connsiteX2532" fmla="*/ 1780799 w 2290556"/>
                <a:gd name="connsiteY2532" fmla="*/ 1304478 h 1796087"/>
                <a:gd name="connsiteX2533" fmla="*/ 1783693 w 2290556"/>
                <a:gd name="connsiteY2533" fmla="*/ 1307943 h 1796087"/>
                <a:gd name="connsiteX2534" fmla="*/ 1780058 w 2290556"/>
                <a:gd name="connsiteY2534" fmla="*/ 1309961 h 1796087"/>
                <a:gd name="connsiteX2535" fmla="*/ 1781236 w 2290556"/>
                <a:gd name="connsiteY2535" fmla="*/ 1312989 h 1796087"/>
                <a:gd name="connsiteX2536" fmla="*/ 1788337 w 2290556"/>
                <a:gd name="connsiteY2536" fmla="*/ 1313998 h 1796087"/>
                <a:gd name="connsiteX2537" fmla="*/ 1789212 w 2290556"/>
                <a:gd name="connsiteY2537" fmla="*/ 1314872 h 1796087"/>
                <a:gd name="connsiteX2538" fmla="*/ 1789212 w 2290556"/>
                <a:gd name="connsiteY2538" fmla="*/ 1320087 h 1796087"/>
                <a:gd name="connsiteX2539" fmla="*/ 1787631 w 2290556"/>
                <a:gd name="connsiteY2539" fmla="*/ 1322105 h 1796087"/>
                <a:gd name="connsiteX2540" fmla="*/ 1787193 w 2290556"/>
                <a:gd name="connsiteY2540" fmla="*/ 1323854 h 1796087"/>
                <a:gd name="connsiteX2541" fmla="*/ 1788068 w 2290556"/>
                <a:gd name="connsiteY2541" fmla="*/ 1325873 h 1796087"/>
                <a:gd name="connsiteX2542" fmla="*/ 1789212 w 2290556"/>
                <a:gd name="connsiteY2542" fmla="*/ 1328194 h 1796087"/>
                <a:gd name="connsiteX2543" fmla="*/ 1790794 w 2290556"/>
                <a:gd name="connsiteY2543" fmla="*/ 1332264 h 1796087"/>
                <a:gd name="connsiteX2544" fmla="*/ 1791366 w 2290556"/>
                <a:gd name="connsiteY2544" fmla="*/ 1335897 h 1796087"/>
                <a:gd name="connsiteX2545" fmla="*/ 1793116 w 2290556"/>
                <a:gd name="connsiteY2545" fmla="*/ 1336604 h 1796087"/>
                <a:gd name="connsiteX2546" fmla="*/ 1798636 w 2290556"/>
                <a:gd name="connsiteY2546" fmla="*/ 1339934 h 1796087"/>
                <a:gd name="connsiteX2547" fmla="*/ 1800958 w 2290556"/>
                <a:gd name="connsiteY2547" fmla="*/ 1338790 h 1796087"/>
                <a:gd name="connsiteX2548" fmla="*/ 1803987 w 2290556"/>
                <a:gd name="connsiteY2548" fmla="*/ 1338050 h 1796087"/>
                <a:gd name="connsiteX2549" fmla="*/ 1806746 w 2290556"/>
                <a:gd name="connsiteY2549" fmla="*/ 1336469 h 1796087"/>
                <a:gd name="connsiteX2550" fmla="*/ 1808496 w 2290556"/>
                <a:gd name="connsiteY2550" fmla="*/ 1333273 h 1796087"/>
                <a:gd name="connsiteX2551" fmla="*/ 1810515 w 2290556"/>
                <a:gd name="connsiteY2551" fmla="*/ 1330818 h 1796087"/>
                <a:gd name="connsiteX2552" fmla="*/ 1814420 w 2290556"/>
                <a:gd name="connsiteY2552" fmla="*/ 1333576 h 1796087"/>
                <a:gd name="connsiteX2553" fmla="*/ 1816607 w 2290556"/>
                <a:gd name="connsiteY2553" fmla="*/ 1333441 h 1796087"/>
                <a:gd name="connsiteX2554" fmla="*/ 1818189 w 2290556"/>
                <a:gd name="connsiteY2554" fmla="*/ 1336200 h 1796087"/>
                <a:gd name="connsiteX2555" fmla="*/ 1821218 w 2290556"/>
                <a:gd name="connsiteY2555" fmla="*/ 1335460 h 1796087"/>
                <a:gd name="connsiteX2556" fmla="*/ 1826569 w 2290556"/>
                <a:gd name="connsiteY2556" fmla="*/ 1334585 h 1796087"/>
                <a:gd name="connsiteX2557" fmla="*/ 1831348 w 2290556"/>
                <a:gd name="connsiteY2557" fmla="*/ 1332264 h 1796087"/>
                <a:gd name="connsiteX2558" fmla="*/ 1834107 w 2290556"/>
                <a:gd name="connsiteY2558" fmla="*/ 1333711 h 1796087"/>
                <a:gd name="connsiteX2559" fmla="*/ 1836733 w 2290556"/>
                <a:gd name="connsiteY2559" fmla="*/ 1335729 h 1796087"/>
                <a:gd name="connsiteX2560" fmla="*/ 1841074 w 2290556"/>
                <a:gd name="connsiteY2560" fmla="*/ 1338757 h 1796087"/>
                <a:gd name="connsiteX2561" fmla="*/ 1843093 w 2290556"/>
                <a:gd name="connsiteY2561" fmla="*/ 1337310 h 1796087"/>
                <a:gd name="connsiteX2562" fmla="*/ 1845112 w 2290556"/>
                <a:gd name="connsiteY2562" fmla="*/ 1334720 h 1796087"/>
                <a:gd name="connsiteX2563" fmla="*/ 1848007 w 2290556"/>
                <a:gd name="connsiteY2563" fmla="*/ 1334148 h 1796087"/>
                <a:gd name="connsiteX2564" fmla="*/ 1850194 w 2290556"/>
                <a:gd name="connsiteY2564" fmla="*/ 1336166 h 1796087"/>
                <a:gd name="connsiteX2565" fmla="*/ 1852516 w 2290556"/>
                <a:gd name="connsiteY2565" fmla="*/ 1336906 h 1796087"/>
                <a:gd name="connsiteX2566" fmla="*/ 1857733 w 2290556"/>
                <a:gd name="connsiteY2566" fmla="*/ 1336166 h 1796087"/>
                <a:gd name="connsiteX2567" fmla="*/ 1862377 w 2290556"/>
                <a:gd name="connsiteY2567" fmla="*/ 1333980 h 1796087"/>
                <a:gd name="connsiteX2568" fmla="*/ 1865272 w 2290556"/>
                <a:gd name="connsiteY2568" fmla="*/ 1332365 h 1796087"/>
                <a:gd name="connsiteX2569" fmla="*/ 1868906 w 2290556"/>
                <a:gd name="connsiteY2569" fmla="*/ 1332399 h 1796087"/>
                <a:gd name="connsiteX2570" fmla="*/ 1875704 w 2290556"/>
                <a:gd name="connsiteY2570" fmla="*/ 1332399 h 1796087"/>
                <a:gd name="connsiteX2571" fmla="*/ 1876176 w 2290556"/>
                <a:gd name="connsiteY2571" fmla="*/ 1332634 h 1796087"/>
                <a:gd name="connsiteX2572" fmla="*/ 1876176 w 2290556"/>
                <a:gd name="connsiteY2572" fmla="*/ 1332634 h 1796087"/>
                <a:gd name="connsiteX2573" fmla="*/ 1876176 w 2290556"/>
                <a:gd name="connsiteY2573" fmla="*/ 1332264 h 1796087"/>
                <a:gd name="connsiteX2574" fmla="*/ 1876176 w 2290556"/>
                <a:gd name="connsiteY2574" fmla="*/ 1325301 h 1796087"/>
                <a:gd name="connsiteX2575" fmla="*/ 1877959 w 2290556"/>
                <a:gd name="connsiteY2575" fmla="*/ 1322038 h 1796087"/>
                <a:gd name="connsiteX2576" fmla="*/ 1880281 w 2290556"/>
                <a:gd name="connsiteY2576" fmla="*/ 1317900 h 1796087"/>
                <a:gd name="connsiteX2577" fmla="*/ 1881359 w 2290556"/>
                <a:gd name="connsiteY2577" fmla="*/ 1314301 h 1796087"/>
                <a:gd name="connsiteX2578" fmla="*/ 1881359 w 2290556"/>
                <a:gd name="connsiteY2578" fmla="*/ 1309625 h 1796087"/>
                <a:gd name="connsiteX2579" fmla="*/ 1876478 w 2290556"/>
                <a:gd name="connsiteY2579" fmla="*/ 1306261 h 1796087"/>
                <a:gd name="connsiteX2580" fmla="*/ 1876142 w 2290556"/>
                <a:gd name="connsiteY2580" fmla="*/ 1302661 h 1796087"/>
                <a:gd name="connsiteX2581" fmla="*/ 1877724 w 2290556"/>
                <a:gd name="connsiteY2581" fmla="*/ 1300475 h 1796087"/>
                <a:gd name="connsiteX2582" fmla="*/ 1878094 w 2290556"/>
                <a:gd name="connsiteY2582" fmla="*/ 1297884 h 1796087"/>
                <a:gd name="connsiteX2583" fmla="*/ 1873685 w 2290556"/>
                <a:gd name="connsiteY2583" fmla="*/ 1294251 h 1796087"/>
                <a:gd name="connsiteX2584" fmla="*/ 1872171 w 2290556"/>
                <a:gd name="connsiteY2584" fmla="*/ 1292334 h 1796087"/>
                <a:gd name="connsiteX2585" fmla="*/ 1871666 w 2290556"/>
                <a:gd name="connsiteY2585" fmla="*/ 1283756 h 1796087"/>
                <a:gd name="connsiteX2586" fmla="*/ 1871026 w 2290556"/>
                <a:gd name="connsiteY2586" fmla="*/ 1279685 h 1796087"/>
                <a:gd name="connsiteX2587" fmla="*/ 1869176 w 2290556"/>
                <a:gd name="connsiteY2587" fmla="*/ 1277398 h 1796087"/>
                <a:gd name="connsiteX2588" fmla="*/ 1869176 w 2290556"/>
                <a:gd name="connsiteY2588" fmla="*/ 1274841 h 1796087"/>
                <a:gd name="connsiteX2589" fmla="*/ 1869983 w 2290556"/>
                <a:gd name="connsiteY2589" fmla="*/ 1272251 h 1796087"/>
                <a:gd name="connsiteX2590" fmla="*/ 1870993 w 2290556"/>
                <a:gd name="connsiteY2590" fmla="*/ 1270199 h 1796087"/>
                <a:gd name="connsiteX2591" fmla="*/ 1870926 w 2290556"/>
                <a:gd name="connsiteY2591" fmla="*/ 1265489 h 1796087"/>
                <a:gd name="connsiteX2592" fmla="*/ 1870926 w 2290556"/>
                <a:gd name="connsiteY2592" fmla="*/ 1262731 h 1796087"/>
                <a:gd name="connsiteX2593" fmla="*/ 1872810 w 2290556"/>
                <a:gd name="connsiteY2593" fmla="*/ 1258762 h 1796087"/>
                <a:gd name="connsiteX2594" fmla="*/ 1874392 w 2290556"/>
                <a:gd name="connsiteY2594" fmla="*/ 1254153 h 1796087"/>
                <a:gd name="connsiteX2595" fmla="*/ 1876883 w 2290556"/>
                <a:gd name="connsiteY2595" fmla="*/ 1249477 h 1796087"/>
                <a:gd name="connsiteX2596" fmla="*/ 1878060 w 2290556"/>
                <a:gd name="connsiteY2596" fmla="*/ 1246651 h 1796087"/>
                <a:gd name="connsiteX2597" fmla="*/ 1875772 w 2290556"/>
                <a:gd name="connsiteY2597" fmla="*/ 1245440 h 1796087"/>
                <a:gd name="connsiteX2598" fmla="*/ 1873180 w 2290556"/>
                <a:gd name="connsiteY2598" fmla="*/ 1244465 h 1796087"/>
                <a:gd name="connsiteX2599" fmla="*/ 1871767 w 2290556"/>
                <a:gd name="connsiteY2599" fmla="*/ 1244465 h 1796087"/>
                <a:gd name="connsiteX2600" fmla="*/ 1869916 w 2290556"/>
                <a:gd name="connsiteY2600" fmla="*/ 1242514 h 1796087"/>
                <a:gd name="connsiteX2601" fmla="*/ 1870118 w 2290556"/>
                <a:gd name="connsiteY2601" fmla="*/ 1240865 h 1796087"/>
                <a:gd name="connsiteX2602" fmla="*/ 1870252 w 2290556"/>
                <a:gd name="connsiteY2602" fmla="*/ 1239654 h 1796087"/>
                <a:gd name="connsiteX2603" fmla="*/ 1866550 w 2290556"/>
                <a:gd name="connsiteY2603" fmla="*/ 1238679 h 1796087"/>
                <a:gd name="connsiteX2604" fmla="*/ 1864800 w 2290556"/>
                <a:gd name="connsiteY2604" fmla="*/ 1238040 h 1796087"/>
                <a:gd name="connsiteX2605" fmla="*/ 1862950 w 2290556"/>
                <a:gd name="connsiteY2605" fmla="*/ 1236728 h 1796087"/>
                <a:gd name="connsiteX2606" fmla="*/ 1861973 w 2290556"/>
                <a:gd name="connsiteY2606" fmla="*/ 1234003 h 1796087"/>
                <a:gd name="connsiteX2607" fmla="*/ 1862613 w 2290556"/>
                <a:gd name="connsiteY2607" fmla="*/ 1232153 h 1796087"/>
                <a:gd name="connsiteX2608" fmla="*/ 1863151 w 2290556"/>
                <a:gd name="connsiteY2608" fmla="*/ 1230201 h 1796087"/>
                <a:gd name="connsiteX2609" fmla="*/ 1864800 w 2290556"/>
                <a:gd name="connsiteY2609" fmla="*/ 1228789 h 1796087"/>
                <a:gd name="connsiteX2610" fmla="*/ 1866012 w 2290556"/>
                <a:gd name="connsiteY2610" fmla="*/ 1227376 h 1796087"/>
                <a:gd name="connsiteX2611" fmla="*/ 1866853 w 2290556"/>
                <a:gd name="connsiteY2611" fmla="*/ 1224685 h 1796087"/>
                <a:gd name="connsiteX2612" fmla="*/ 1867998 w 2290556"/>
                <a:gd name="connsiteY2612" fmla="*/ 1221825 h 1796087"/>
                <a:gd name="connsiteX2613" fmla="*/ 1870017 w 2290556"/>
                <a:gd name="connsiteY2613" fmla="*/ 1221825 h 1796087"/>
                <a:gd name="connsiteX2614" fmla="*/ 1871767 w 2290556"/>
                <a:gd name="connsiteY2614" fmla="*/ 1221825 h 1796087"/>
                <a:gd name="connsiteX2615" fmla="*/ 1871666 w 2290556"/>
                <a:gd name="connsiteY2615" fmla="*/ 1220244 h 1796087"/>
                <a:gd name="connsiteX2616" fmla="*/ 1872507 w 2290556"/>
                <a:gd name="connsiteY2616" fmla="*/ 1218999 h 1796087"/>
                <a:gd name="connsiteX2617" fmla="*/ 1874459 w 2290556"/>
                <a:gd name="connsiteY2617" fmla="*/ 1218360 h 1796087"/>
                <a:gd name="connsiteX2618" fmla="*/ 1876983 w 2290556"/>
                <a:gd name="connsiteY2618" fmla="*/ 1218360 h 1796087"/>
                <a:gd name="connsiteX2619" fmla="*/ 1878431 w 2290556"/>
                <a:gd name="connsiteY2619" fmla="*/ 1216981 h 1796087"/>
                <a:gd name="connsiteX2620" fmla="*/ 1879575 w 2290556"/>
                <a:gd name="connsiteY2620" fmla="*/ 1215400 h 1796087"/>
                <a:gd name="connsiteX2621" fmla="*/ 1879575 w 2290556"/>
                <a:gd name="connsiteY2621" fmla="*/ 1214021 h 1796087"/>
                <a:gd name="connsiteX2622" fmla="*/ 1882099 w 2290556"/>
                <a:gd name="connsiteY2622" fmla="*/ 1212272 h 1796087"/>
                <a:gd name="connsiteX2623" fmla="*/ 1882536 w 2290556"/>
                <a:gd name="connsiteY2623" fmla="*/ 1209883 h 1796087"/>
                <a:gd name="connsiteX2624" fmla="*/ 1883714 w 2290556"/>
                <a:gd name="connsiteY2624" fmla="*/ 1210186 h 1796087"/>
                <a:gd name="connsiteX2625" fmla="*/ 1885801 w 2290556"/>
                <a:gd name="connsiteY2625" fmla="*/ 1211060 h 1796087"/>
                <a:gd name="connsiteX2626" fmla="*/ 1887046 w 2290556"/>
                <a:gd name="connsiteY2626" fmla="*/ 1213247 h 1796087"/>
                <a:gd name="connsiteX2627" fmla="*/ 1888931 w 2290556"/>
                <a:gd name="connsiteY2627" fmla="*/ 1217587 h 1796087"/>
                <a:gd name="connsiteX2628" fmla="*/ 1890883 w 2290556"/>
                <a:gd name="connsiteY2628" fmla="*/ 1220177 h 1796087"/>
                <a:gd name="connsiteX2629" fmla="*/ 1891690 w 2290556"/>
                <a:gd name="connsiteY2629" fmla="*/ 1222061 h 1796087"/>
                <a:gd name="connsiteX2630" fmla="*/ 1891421 w 2290556"/>
                <a:gd name="connsiteY2630" fmla="*/ 1223070 h 1796087"/>
                <a:gd name="connsiteX2631" fmla="*/ 1891118 w 2290556"/>
                <a:gd name="connsiteY2631" fmla="*/ 1224584 h 1796087"/>
                <a:gd name="connsiteX2632" fmla="*/ 1893306 w 2290556"/>
                <a:gd name="connsiteY2632" fmla="*/ 1225727 h 1796087"/>
                <a:gd name="connsiteX2633" fmla="*/ 1895863 w 2290556"/>
                <a:gd name="connsiteY2633" fmla="*/ 1225593 h 1796087"/>
                <a:gd name="connsiteX2634" fmla="*/ 1896974 w 2290556"/>
                <a:gd name="connsiteY2634" fmla="*/ 1226972 h 1796087"/>
                <a:gd name="connsiteX2635" fmla="*/ 1896974 w 2290556"/>
                <a:gd name="connsiteY2635" fmla="*/ 1229663 h 1796087"/>
                <a:gd name="connsiteX2636" fmla="*/ 1898051 w 2290556"/>
                <a:gd name="connsiteY2636" fmla="*/ 1230740 h 1796087"/>
                <a:gd name="connsiteX2637" fmla="*/ 1899195 w 2290556"/>
                <a:gd name="connsiteY2637" fmla="*/ 1229360 h 1796087"/>
                <a:gd name="connsiteX2638" fmla="*/ 1900272 w 2290556"/>
                <a:gd name="connsiteY2638" fmla="*/ 1229226 h 1796087"/>
                <a:gd name="connsiteX2639" fmla="*/ 1900912 w 2290556"/>
                <a:gd name="connsiteY2639" fmla="*/ 1229024 h 1796087"/>
                <a:gd name="connsiteX2640" fmla="*/ 1903604 w 2290556"/>
                <a:gd name="connsiteY2640" fmla="*/ 1228890 h 1796087"/>
                <a:gd name="connsiteX2641" fmla="*/ 1908013 w 2290556"/>
                <a:gd name="connsiteY2641" fmla="*/ 1228318 h 1796087"/>
                <a:gd name="connsiteX2642" fmla="*/ 1912489 w 2290556"/>
                <a:gd name="connsiteY2642" fmla="*/ 1228755 h 1796087"/>
                <a:gd name="connsiteX2643" fmla="*/ 1914441 w 2290556"/>
                <a:gd name="connsiteY2643" fmla="*/ 1230201 h 1796087"/>
                <a:gd name="connsiteX2644" fmla="*/ 1914172 w 2290556"/>
                <a:gd name="connsiteY2644" fmla="*/ 1232657 h 1796087"/>
                <a:gd name="connsiteX2645" fmla="*/ 1912724 w 2290556"/>
                <a:gd name="connsiteY2645" fmla="*/ 1234541 h 1796087"/>
                <a:gd name="connsiteX2646" fmla="*/ 1912085 w 2290556"/>
                <a:gd name="connsiteY2646" fmla="*/ 1236492 h 1796087"/>
                <a:gd name="connsiteX2647" fmla="*/ 1912455 w 2290556"/>
                <a:gd name="connsiteY2647" fmla="*/ 1241202 h 1796087"/>
                <a:gd name="connsiteX2648" fmla="*/ 1914475 w 2290556"/>
                <a:gd name="connsiteY2648" fmla="*/ 1244027 h 1796087"/>
                <a:gd name="connsiteX2649" fmla="*/ 1917537 w 2290556"/>
                <a:gd name="connsiteY2649" fmla="*/ 1245474 h 1796087"/>
                <a:gd name="connsiteX2650" fmla="*/ 1917537 w 2290556"/>
                <a:gd name="connsiteY2650" fmla="*/ 1246988 h 1796087"/>
                <a:gd name="connsiteX2651" fmla="*/ 1920431 w 2290556"/>
                <a:gd name="connsiteY2651" fmla="*/ 1250688 h 1796087"/>
                <a:gd name="connsiteX2652" fmla="*/ 1926388 w 2290556"/>
                <a:gd name="connsiteY2652" fmla="*/ 1257550 h 1796087"/>
                <a:gd name="connsiteX2653" fmla="*/ 1931234 w 2290556"/>
                <a:gd name="connsiteY2653" fmla="*/ 1262832 h 1796087"/>
                <a:gd name="connsiteX2654" fmla="*/ 1931571 w 2290556"/>
                <a:gd name="connsiteY2654" fmla="*/ 1267104 h 1796087"/>
                <a:gd name="connsiteX2655" fmla="*/ 1931739 w 2290556"/>
                <a:gd name="connsiteY2655" fmla="*/ 1269930 h 1796087"/>
                <a:gd name="connsiteX2656" fmla="*/ 1931739 w 2290556"/>
                <a:gd name="connsiteY2656" fmla="*/ 1271376 h 1796087"/>
                <a:gd name="connsiteX2657" fmla="*/ 1931739 w 2290556"/>
                <a:gd name="connsiteY2657" fmla="*/ 1274841 h 1796087"/>
                <a:gd name="connsiteX2658" fmla="*/ 1933489 w 2290556"/>
                <a:gd name="connsiteY2658" fmla="*/ 1280123 h 1796087"/>
                <a:gd name="connsiteX2659" fmla="*/ 1933489 w 2290556"/>
                <a:gd name="connsiteY2659" fmla="*/ 1283520 h 1796087"/>
                <a:gd name="connsiteX2660" fmla="*/ 1935946 w 2290556"/>
                <a:gd name="connsiteY2660" fmla="*/ 1285841 h 1796087"/>
                <a:gd name="connsiteX2661" fmla="*/ 1940860 w 2290556"/>
                <a:gd name="connsiteY2661" fmla="*/ 1286077 h 1796087"/>
                <a:gd name="connsiteX2662" fmla="*/ 1943182 w 2290556"/>
                <a:gd name="connsiteY2662" fmla="*/ 1283184 h 1796087"/>
                <a:gd name="connsiteX2663" fmla="*/ 1943451 w 2290556"/>
                <a:gd name="connsiteY2663" fmla="*/ 1280055 h 1796087"/>
                <a:gd name="connsiteX2664" fmla="*/ 1940860 w 2290556"/>
                <a:gd name="connsiteY2664" fmla="*/ 1276490 h 1796087"/>
                <a:gd name="connsiteX2665" fmla="*/ 1942004 w 2290556"/>
                <a:gd name="connsiteY2665" fmla="*/ 1274808 h 1796087"/>
                <a:gd name="connsiteX2666" fmla="*/ 1943451 w 2290556"/>
                <a:gd name="connsiteY2666" fmla="*/ 1273496 h 1796087"/>
                <a:gd name="connsiteX2667" fmla="*/ 1945538 w 2290556"/>
                <a:gd name="connsiteY2667" fmla="*/ 1271679 h 1796087"/>
                <a:gd name="connsiteX2668" fmla="*/ 1945538 w 2290556"/>
                <a:gd name="connsiteY2668" fmla="*/ 1269493 h 1796087"/>
                <a:gd name="connsiteX2669" fmla="*/ 1944966 w 2290556"/>
                <a:gd name="connsiteY2669" fmla="*/ 1266095 h 1796087"/>
                <a:gd name="connsiteX2670" fmla="*/ 1945201 w 2290556"/>
                <a:gd name="connsiteY2670" fmla="*/ 1262967 h 1796087"/>
                <a:gd name="connsiteX2671" fmla="*/ 1945672 w 2290556"/>
                <a:gd name="connsiteY2671" fmla="*/ 1261015 h 1796087"/>
                <a:gd name="connsiteX2672" fmla="*/ 1947288 w 2290556"/>
                <a:gd name="connsiteY2672" fmla="*/ 1258997 h 1796087"/>
                <a:gd name="connsiteX2673" fmla="*/ 1949980 w 2290556"/>
                <a:gd name="connsiteY2673" fmla="*/ 1256743 h 1796087"/>
                <a:gd name="connsiteX2674" fmla="*/ 1951360 w 2290556"/>
                <a:gd name="connsiteY2674" fmla="*/ 1254927 h 1796087"/>
                <a:gd name="connsiteX2675" fmla="*/ 1953312 w 2290556"/>
                <a:gd name="connsiteY2675" fmla="*/ 1253346 h 1796087"/>
                <a:gd name="connsiteX2676" fmla="*/ 1954625 w 2290556"/>
                <a:gd name="connsiteY2676" fmla="*/ 1249511 h 1796087"/>
                <a:gd name="connsiteX2677" fmla="*/ 1957822 w 2290556"/>
                <a:gd name="connsiteY2677" fmla="*/ 1247829 h 1796087"/>
                <a:gd name="connsiteX2678" fmla="*/ 1961153 w 2290556"/>
                <a:gd name="connsiteY2678" fmla="*/ 1249208 h 1796087"/>
                <a:gd name="connsiteX2679" fmla="*/ 1963341 w 2290556"/>
                <a:gd name="connsiteY2679" fmla="*/ 1249847 h 1796087"/>
                <a:gd name="connsiteX2680" fmla="*/ 1965596 w 2290556"/>
                <a:gd name="connsiteY2680" fmla="*/ 1249544 h 1796087"/>
                <a:gd name="connsiteX2681" fmla="*/ 1967783 w 2290556"/>
                <a:gd name="connsiteY2681" fmla="*/ 1247156 h 1796087"/>
                <a:gd name="connsiteX2682" fmla="*/ 1968423 w 2290556"/>
                <a:gd name="connsiteY2682" fmla="*/ 1242951 h 1796087"/>
                <a:gd name="connsiteX2683" fmla="*/ 1968423 w 2290556"/>
                <a:gd name="connsiteY2683" fmla="*/ 1238241 h 1796087"/>
                <a:gd name="connsiteX2684" fmla="*/ 1967783 w 2290556"/>
                <a:gd name="connsiteY2684" fmla="*/ 1235113 h 1796087"/>
                <a:gd name="connsiteX2685" fmla="*/ 1968490 w 2290556"/>
                <a:gd name="connsiteY2685" fmla="*/ 1233364 h 1796087"/>
                <a:gd name="connsiteX2686" fmla="*/ 1969466 w 2290556"/>
                <a:gd name="connsiteY2686" fmla="*/ 1231042 h 1796087"/>
                <a:gd name="connsiteX2687" fmla="*/ 1970274 w 2290556"/>
                <a:gd name="connsiteY2687" fmla="*/ 1230235 h 1796087"/>
                <a:gd name="connsiteX2688" fmla="*/ 1973168 w 2290556"/>
                <a:gd name="connsiteY2688" fmla="*/ 1228789 h 1796087"/>
                <a:gd name="connsiteX2689" fmla="*/ 1974851 w 2290556"/>
                <a:gd name="connsiteY2689" fmla="*/ 1228856 h 1796087"/>
                <a:gd name="connsiteX2690" fmla="*/ 1976735 w 2290556"/>
                <a:gd name="connsiteY2690" fmla="*/ 1228990 h 1796087"/>
                <a:gd name="connsiteX2691" fmla="*/ 1979260 w 2290556"/>
                <a:gd name="connsiteY2691" fmla="*/ 1228049 h 1796087"/>
                <a:gd name="connsiteX2692" fmla="*/ 1981077 w 2290556"/>
                <a:gd name="connsiteY2692" fmla="*/ 1226972 h 1796087"/>
                <a:gd name="connsiteX2693" fmla="*/ 1982019 w 2290556"/>
                <a:gd name="connsiteY2693" fmla="*/ 1225727 h 1796087"/>
                <a:gd name="connsiteX2694" fmla="*/ 1982895 w 2290556"/>
                <a:gd name="connsiteY2694" fmla="*/ 1223709 h 1796087"/>
                <a:gd name="connsiteX2695" fmla="*/ 1984207 w 2290556"/>
                <a:gd name="connsiteY2695" fmla="*/ 1221960 h 1796087"/>
                <a:gd name="connsiteX2696" fmla="*/ 1985789 w 2290556"/>
                <a:gd name="connsiteY2696" fmla="*/ 1219269 h 1796087"/>
                <a:gd name="connsiteX2697" fmla="*/ 1988245 w 2290556"/>
                <a:gd name="connsiteY2697" fmla="*/ 1218899 h 1796087"/>
                <a:gd name="connsiteX2698" fmla="*/ 1992587 w 2290556"/>
                <a:gd name="connsiteY2698" fmla="*/ 1218158 h 1796087"/>
                <a:gd name="connsiteX2699" fmla="*/ 1995717 w 2290556"/>
                <a:gd name="connsiteY2699" fmla="*/ 1215905 h 1796087"/>
                <a:gd name="connsiteX2700" fmla="*/ 1997366 w 2290556"/>
                <a:gd name="connsiteY2700" fmla="*/ 1214357 h 1796087"/>
                <a:gd name="connsiteX2701" fmla="*/ 1998678 w 2290556"/>
                <a:gd name="connsiteY2701" fmla="*/ 1212944 h 1796087"/>
                <a:gd name="connsiteX2702" fmla="*/ 2000496 w 2290556"/>
                <a:gd name="connsiteY2702" fmla="*/ 1212944 h 1796087"/>
                <a:gd name="connsiteX2703" fmla="*/ 2001875 w 2290556"/>
                <a:gd name="connsiteY2703" fmla="*/ 1213684 h 1796087"/>
                <a:gd name="connsiteX2704" fmla="*/ 2004198 w 2290556"/>
                <a:gd name="connsiteY2704" fmla="*/ 1213247 h 1796087"/>
                <a:gd name="connsiteX2705" fmla="*/ 2005712 w 2290556"/>
                <a:gd name="connsiteY2705" fmla="*/ 1211296 h 1796087"/>
                <a:gd name="connsiteX2706" fmla="*/ 2006486 w 2290556"/>
                <a:gd name="connsiteY2706" fmla="*/ 1211229 h 1796087"/>
                <a:gd name="connsiteX2707" fmla="*/ 2008741 w 2290556"/>
                <a:gd name="connsiteY2707" fmla="*/ 1211969 h 1796087"/>
                <a:gd name="connsiteX2708" fmla="*/ 2010929 w 2290556"/>
                <a:gd name="connsiteY2708" fmla="*/ 1213853 h 1796087"/>
                <a:gd name="connsiteX2709" fmla="*/ 2012578 w 2290556"/>
                <a:gd name="connsiteY2709" fmla="*/ 1213987 h 1796087"/>
                <a:gd name="connsiteX2710" fmla="*/ 2016145 w 2290556"/>
                <a:gd name="connsiteY2710" fmla="*/ 1213617 h 1796087"/>
                <a:gd name="connsiteX2711" fmla="*/ 2018097 w 2290556"/>
                <a:gd name="connsiteY2711" fmla="*/ 1210926 h 1796087"/>
                <a:gd name="connsiteX2712" fmla="*/ 2021496 w 2290556"/>
                <a:gd name="connsiteY2712" fmla="*/ 1206956 h 1796087"/>
                <a:gd name="connsiteX2713" fmla="*/ 2026342 w 2290556"/>
                <a:gd name="connsiteY2713" fmla="*/ 1202180 h 1796087"/>
                <a:gd name="connsiteX2714" fmla="*/ 2028967 w 2290556"/>
                <a:gd name="connsiteY2714" fmla="*/ 1199421 h 1796087"/>
                <a:gd name="connsiteX2715" fmla="*/ 2030549 w 2290556"/>
                <a:gd name="connsiteY2715" fmla="*/ 1197033 h 1796087"/>
                <a:gd name="connsiteX2716" fmla="*/ 2033309 w 2290556"/>
                <a:gd name="connsiteY2716" fmla="*/ 1192323 h 1796087"/>
                <a:gd name="connsiteX2717" fmla="*/ 2036338 w 2290556"/>
                <a:gd name="connsiteY2717" fmla="*/ 1188993 h 1796087"/>
                <a:gd name="connsiteX2718" fmla="*/ 2038155 w 2290556"/>
                <a:gd name="connsiteY2718" fmla="*/ 1186167 h 1796087"/>
                <a:gd name="connsiteX2719" fmla="*/ 2042127 w 2290556"/>
                <a:gd name="connsiteY2719" fmla="*/ 1183712 h 1796087"/>
                <a:gd name="connsiteX2720" fmla="*/ 2047848 w 2290556"/>
                <a:gd name="connsiteY2720" fmla="*/ 1183207 h 1796087"/>
                <a:gd name="connsiteX2721" fmla="*/ 2050910 w 2290556"/>
                <a:gd name="connsiteY2721" fmla="*/ 1183644 h 1796087"/>
                <a:gd name="connsiteX2722" fmla="*/ 2054175 w 2290556"/>
                <a:gd name="connsiteY2722" fmla="*/ 1181256 h 1796087"/>
                <a:gd name="connsiteX2723" fmla="*/ 2056430 w 2290556"/>
                <a:gd name="connsiteY2723" fmla="*/ 1178363 h 1796087"/>
                <a:gd name="connsiteX2724" fmla="*/ 2057978 w 2290556"/>
                <a:gd name="connsiteY2724" fmla="*/ 1177858 h 1796087"/>
                <a:gd name="connsiteX2725" fmla="*/ 2060468 w 2290556"/>
                <a:gd name="connsiteY2725" fmla="*/ 1180045 h 1796087"/>
                <a:gd name="connsiteX2726" fmla="*/ 2060468 w 2290556"/>
                <a:gd name="connsiteY2726" fmla="*/ 1182601 h 1796087"/>
                <a:gd name="connsiteX2727" fmla="*/ 2061040 w 2290556"/>
                <a:gd name="connsiteY2727" fmla="*/ 1185124 h 1796087"/>
                <a:gd name="connsiteX2728" fmla="*/ 2063060 w 2290556"/>
                <a:gd name="connsiteY2728" fmla="*/ 1186201 h 1796087"/>
                <a:gd name="connsiteX2729" fmla="*/ 2066627 w 2290556"/>
                <a:gd name="connsiteY2729" fmla="*/ 1186134 h 1796087"/>
                <a:gd name="connsiteX2730" fmla="*/ 2069387 w 2290556"/>
                <a:gd name="connsiteY2730" fmla="*/ 1182063 h 1796087"/>
                <a:gd name="connsiteX2731" fmla="*/ 2068949 w 2290556"/>
                <a:gd name="connsiteY2731" fmla="*/ 1179540 h 1796087"/>
                <a:gd name="connsiteX2732" fmla="*/ 2069824 w 2290556"/>
                <a:gd name="connsiteY2732" fmla="*/ 1177118 h 1796087"/>
                <a:gd name="connsiteX2733" fmla="*/ 2071776 w 2290556"/>
                <a:gd name="connsiteY2733" fmla="*/ 1176513 h 1796087"/>
                <a:gd name="connsiteX2734" fmla="*/ 2075243 w 2290556"/>
                <a:gd name="connsiteY2734" fmla="*/ 1176513 h 1796087"/>
                <a:gd name="connsiteX2735" fmla="*/ 2076824 w 2290556"/>
                <a:gd name="connsiteY2735" fmla="*/ 1176513 h 1796087"/>
                <a:gd name="connsiteX2736" fmla="*/ 2079348 w 2290556"/>
                <a:gd name="connsiteY2736" fmla="*/ 1174124 h 1796087"/>
                <a:gd name="connsiteX2737" fmla="*/ 2081300 w 2290556"/>
                <a:gd name="connsiteY2737" fmla="*/ 1170727 h 1796087"/>
                <a:gd name="connsiteX2738" fmla="*/ 2081300 w 2290556"/>
                <a:gd name="connsiteY2738" fmla="*/ 1168708 h 1796087"/>
                <a:gd name="connsiteX2739" fmla="*/ 2081805 w 2290556"/>
                <a:gd name="connsiteY2739" fmla="*/ 1162485 h 1796087"/>
                <a:gd name="connsiteX2740" fmla="*/ 2083421 w 2290556"/>
                <a:gd name="connsiteY2740" fmla="*/ 1159659 h 1796087"/>
                <a:gd name="connsiteX2741" fmla="*/ 2084935 w 2290556"/>
                <a:gd name="connsiteY2741" fmla="*/ 1157136 h 1796087"/>
                <a:gd name="connsiteX2742" fmla="*/ 2086618 w 2290556"/>
                <a:gd name="connsiteY2742" fmla="*/ 1154512 h 1796087"/>
                <a:gd name="connsiteX2743" fmla="*/ 2088368 w 2290556"/>
                <a:gd name="connsiteY2743" fmla="*/ 1153638 h 1796087"/>
                <a:gd name="connsiteX2744" fmla="*/ 2093382 w 2290556"/>
                <a:gd name="connsiteY2744" fmla="*/ 1153335 h 1796087"/>
                <a:gd name="connsiteX2745" fmla="*/ 2096074 w 2290556"/>
                <a:gd name="connsiteY2745" fmla="*/ 1153335 h 1796087"/>
                <a:gd name="connsiteX2746" fmla="*/ 2100281 w 2290556"/>
                <a:gd name="connsiteY2746" fmla="*/ 1153638 h 1796087"/>
                <a:gd name="connsiteX2747" fmla="*/ 2104859 w 2290556"/>
                <a:gd name="connsiteY2747" fmla="*/ 1153705 h 1796087"/>
                <a:gd name="connsiteX2748" fmla="*/ 2109503 w 2290556"/>
                <a:gd name="connsiteY2748" fmla="*/ 1154142 h 1796087"/>
                <a:gd name="connsiteX2749" fmla="*/ 2113643 w 2290556"/>
                <a:gd name="connsiteY2749" fmla="*/ 1155084 h 1796087"/>
                <a:gd name="connsiteX2750" fmla="*/ 2117782 w 2290556"/>
                <a:gd name="connsiteY2750" fmla="*/ 1155959 h 1796087"/>
                <a:gd name="connsiteX2751" fmla="*/ 2121417 w 2290556"/>
                <a:gd name="connsiteY2751" fmla="*/ 1154210 h 1796087"/>
                <a:gd name="connsiteX2752" fmla="*/ 2123369 w 2290556"/>
                <a:gd name="connsiteY2752" fmla="*/ 1149870 h 1796087"/>
                <a:gd name="connsiteX2753" fmla="*/ 2126633 w 2290556"/>
                <a:gd name="connsiteY2753" fmla="*/ 1147616 h 1796087"/>
                <a:gd name="connsiteX2754" fmla="*/ 2126633 w 2290556"/>
                <a:gd name="connsiteY2754" fmla="*/ 1144353 h 1796087"/>
                <a:gd name="connsiteX2755" fmla="*/ 2126633 w 2290556"/>
                <a:gd name="connsiteY2755" fmla="*/ 1140888 h 1796087"/>
                <a:gd name="connsiteX2756" fmla="*/ 2124681 w 2290556"/>
                <a:gd name="connsiteY2756" fmla="*/ 1141965 h 1796087"/>
                <a:gd name="connsiteX2757" fmla="*/ 2122359 w 2290556"/>
                <a:gd name="connsiteY2757" fmla="*/ 1142032 h 1796087"/>
                <a:gd name="connsiteX2758" fmla="*/ 2119801 w 2290556"/>
                <a:gd name="connsiteY2758" fmla="*/ 1141796 h 1796087"/>
                <a:gd name="connsiteX2759" fmla="*/ 2117446 w 2290556"/>
                <a:gd name="connsiteY2759" fmla="*/ 1140855 h 1796087"/>
                <a:gd name="connsiteX2760" fmla="*/ 2116167 w 2290556"/>
                <a:gd name="connsiteY2760" fmla="*/ 1139038 h 1796087"/>
                <a:gd name="connsiteX2761" fmla="*/ 2116167 w 2290556"/>
                <a:gd name="connsiteY2761" fmla="*/ 1137390 h 1796087"/>
                <a:gd name="connsiteX2762" fmla="*/ 2117816 w 2290556"/>
                <a:gd name="connsiteY2762" fmla="*/ 1136246 h 1796087"/>
                <a:gd name="connsiteX2763" fmla="*/ 2119330 w 2290556"/>
                <a:gd name="connsiteY2763" fmla="*/ 1135035 h 1796087"/>
                <a:gd name="connsiteX2764" fmla="*/ 2120710 w 2290556"/>
                <a:gd name="connsiteY2764" fmla="*/ 1134766 h 1796087"/>
                <a:gd name="connsiteX2765" fmla="*/ 2123974 w 2290556"/>
                <a:gd name="connsiteY2765" fmla="*/ 1134766 h 1796087"/>
                <a:gd name="connsiteX2766" fmla="*/ 2124479 w 2290556"/>
                <a:gd name="connsiteY2766" fmla="*/ 1134766 h 1796087"/>
                <a:gd name="connsiteX2767" fmla="*/ 2125792 w 2290556"/>
                <a:gd name="connsiteY2767" fmla="*/ 1135338 h 1796087"/>
                <a:gd name="connsiteX2768" fmla="*/ 2129696 w 2290556"/>
                <a:gd name="connsiteY2768" fmla="*/ 1137020 h 1796087"/>
                <a:gd name="connsiteX2769" fmla="*/ 2131580 w 2290556"/>
                <a:gd name="connsiteY2769" fmla="*/ 1136952 h 1796087"/>
                <a:gd name="connsiteX2770" fmla="*/ 2134340 w 2290556"/>
                <a:gd name="connsiteY2770" fmla="*/ 1136078 h 1796087"/>
                <a:gd name="connsiteX2771" fmla="*/ 2135518 w 2290556"/>
                <a:gd name="connsiteY2771" fmla="*/ 1135775 h 1796087"/>
                <a:gd name="connsiteX2772" fmla="*/ 2138110 w 2290556"/>
                <a:gd name="connsiteY2772" fmla="*/ 1137154 h 1796087"/>
                <a:gd name="connsiteX2773" fmla="*/ 2139859 w 2290556"/>
                <a:gd name="connsiteY2773" fmla="*/ 1138029 h 1796087"/>
                <a:gd name="connsiteX2774" fmla="*/ 2143057 w 2290556"/>
                <a:gd name="connsiteY2774" fmla="*/ 1139206 h 1796087"/>
                <a:gd name="connsiteX2775" fmla="*/ 2143696 w 2290556"/>
                <a:gd name="connsiteY2775" fmla="*/ 1139711 h 1796087"/>
                <a:gd name="connsiteX2776" fmla="*/ 2147667 w 2290556"/>
                <a:gd name="connsiteY2776" fmla="*/ 1138634 h 1796087"/>
                <a:gd name="connsiteX2777" fmla="*/ 2150427 w 2290556"/>
                <a:gd name="connsiteY2777" fmla="*/ 1138197 h 1796087"/>
                <a:gd name="connsiteX2778" fmla="*/ 2153254 w 2290556"/>
                <a:gd name="connsiteY2778" fmla="*/ 1138264 h 1796087"/>
                <a:gd name="connsiteX2779" fmla="*/ 2154634 w 2290556"/>
                <a:gd name="connsiteY2779" fmla="*/ 1139442 h 1796087"/>
                <a:gd name="connsiteX2780" fmla="*/ 2157326 w 2290556"/>
                <a:gd name="connsiteY2780" fmla="*/ 1142402 h 1796087"/>
                <a:gd name="connsiteX2781" fmla="*/ 2156821 w 2290556"/>
                <a:gd name="connsiteY2781" fmla="*/ 1143546 h 1796087"/>
                <a:gd name="connsiteX2782" fmla="*/ 2156316 w 2290556"/>
                <a:gd name="connsiteY2782" fmla="*/ 1145362 h 1796087"/>
                <a:gd name="connsiteX2783" fmla="*/ 2159211 w 2290556"/>
                <a:gd name="connsiteY2783" fmla="*/ 1146506 h 1796087"/>
                <a:gd name="connsiteX2784" fmla="*/ 2161095 w 2290556"/>
                <a:gd name="connsiteY2784" fmla="*/ 1146372 h 1796087"/>
                <a:gd name="connsiteX2785" fmla="*/ 2163115 w 2290556"/>
                <a:gd name="connsiteY2785" fmla="*/ 1145564 h 1796087"/>
                <a:gd name="connsiteX2786" fmla="*/ 2163115 w 2290556"/>
                <a:gd name="connsiteY2786" fmla="*/ 1142604 h 1796087"/>
                <a:gd name="connsiteX2787" fmla="*/ 2162408 w 2290556"/>
                <a:gd name="connsiteY2787" fmla="*/ 1140922 h 1796087"/>
                <a:gd name="connsiteX2788" fmla="*/ 2163216 w 2290556"/>
                <a:gd name="connsiteY2788" fmla="*/ 1139475 h 1796087"/>
                <a:gd name="connsiteX2789" fmla="*/ 2164865 w 2290556"/>
                <a:gd name="connsiteY2789" fmla="*/ 1138466 h 1796087"/>
                <a:gd name="connsiteX2790" fmla="*/ 2166514 w 2290556"/>
                <a:gd name="connsiteY2790" fmla="*/ 1137659 h 1796087"/>
                <a:gd name="connsiteX2791" fmla="*/ 2170283 w 2290556"/>
                <a:gd name="connsiteY2791" fmla="*/ 1137592 h 1796087"/>
                <a:gd name="connsiteX2792" fmla="*/ 2173110 w 2290556"/>
                <a:gd name="connsiteY2792" fmla="*/ 1137995 h 1796087"/>
                <a:gd name="connsiteX2793" fmla="*/ 2175432 w 2290556"/>
                <a:gd name="connsiteY2793" fmla="*/ 1138264 h 1796087"/>
                <a:gd name="connsiteX2794" fmla="*/ 2177889 w 2290556"/>
                <a:gd name="connsiteY2794" fmla="*/ 1138264 h 1796087"/>
                <a:gd name="connsiteX2795" fmla="*/ 2179707 w 2290556"/>
                <a:gd name="connsiteY2795" fmla="*/ 1137894 h 1796087"/>
                <a:gd name="connsiteX2796" fmla="*/ 2181658 w 2290556"/>
                <a:gd name="connsiteY2796" fmla="*/ 1137087 h 1796087"/>
                <a:gd name="connsiteX2797" fmla="*/ 2182601 w 2290556"/>
                <a:gd name="connsiteY2797" fmla="*/ 1134328 h 1796087"/>
                <a:gd name="connsiteX2798" fmla="*/ 2183913 w 2290556"/>
                <a:gd name="connsiteY2798" fmla="*/ 1132747 h 1796087"/>
                <a:gd name="connsiteX2799" fmla="*/ 2186303 w 2290556"/>
                <a:gd name="connsiteY2799" fmla="*/ 1132445 h 1796087"/>
                <a:gd name="connsiteX2800" fmla="*/ 2189567 w 2290556"/>
                <a:gd name="connsiteY2800" fmla="*/ 1132445 h 1796087"/>
                <a:gd name="connsiteX2801" fmla="*/ 2190442 w 2290556"/>
                <a:gd name="connsiteY2801" fmla="*/ 1128913 h 1796087"/>
                <a:gd name="connsiteX2802" fmla="*/ 2189433 w 2290556"/>
                <a:gd name="connsiteY2802" fmla="*/ 1127769 h 1796087"/>
                <a:gd name="connsiteX2803" fmla="*/ 2186976 w 2290556"/>
                <a:gd name="connsiteY2803" fmla="*/ 1125246 h 1796087"/>
                <a:gd name="connsiteX2804" fmla="*/ 2186404 w 2290556"/>
                <a:gd name="connsiteY2804" fmla="*/ 1123867 h 1796087"/>
                <a:gd name="connsiteX2805" fmla="*/ 2184956 w 2290556"/>
                <a:gd name="connsiteY2805" fmla="*/ 1121983 h 1796087"/>
                <a:gd name="connsiteX2806" fmla="*/ 2184081 w 2290556"/>
                <a:gd name="connsiteY2806" fmla="*/ 1120469 h 1796087"/>
                <a:gd name="connsiteX2807" fmla="*/ 2184586 w 2290556"/>
                <a:gd name="connsiteY2807" fmla="*/ 1118148 h 1796087"/>
                <a:gd name="connsiteX2808" fmla="*/ 2186875 w 2290556"/>
                <a:gd name="connsiteY2808" fmla="*/ 1114178 h 1796087"/>
                <a:gd name="connsiteX2809" fmla="*/ 2189231 w 2290556"/>
                <a:gd name="connsiteY2809" fmla="*/ 1111218 h 1796087"/>
                <a:gd name="connsiteX2810" fmla="*/ 2189231 w 2290556"/>
                <a:gd name="connsiteY2810" fmla="*/ 1109637 h 1796087"/>
                <a:gd name="connsiteX2811" fmla="*/ 2194952 w 2290556"/>
                <a:gd name="connsiteY2811" fmla="*/ 1107013 h 1796087"/>
                <a:gd name="connsiteX2812" fmla="*/ 2199361 w 2290556"/>
                <a:gd name="connsiteY2812" fmla="*/ 1105197 h 1796087"/>
                <a:gd name="connsiteX2813" fmla="*/ 2205452 w 2290556"/>
                <a:gd name="connsiteY2813" fmla="*/ 1103817 h 1796087"/>
                <a:gd name="connsiteX2814" fmla="*/ 2207202 w 2290556"/>
                <a:gd name="connsiteY2814" fmla="*/ 1103817 h 1796087"/>
                <a:gd name="connsiteX2815" fmla="*/ 2211779 w 2290556"/>
                <a:gd name="connsiteY2815" fmla="*/ 1104322 h 1796087"/>
                <a:gd name="connsiteX2816" fmla="*/ 2213092 w 2290556"/>
                <a:gd name="connsiteY2816" fmla="*/ 1106340 h 1796087"/>
                <a:gd name="connsiteX2817" fmla="*/ 2216222 w 2290556"/>
                <a:gd name="connsiteY2817" fmla="*/ 1105398 h 1796087"/>
                <a:gd name="connsiteX2818" fmla="*/ 2218173 w 2290556"/>
                <a:gd name="connsiteY2818" fmla="*/ 1103784 h 1796087"/>
                <a:gd name="connsiteX2819" fmla="*/ 2219486 w 2290556"/>
                <a:gd name="connsiteY2819" fmla="*/ 1102001 h 1796087"/>
                <a:gd name="connsiteX2820" fmla="*/ 2220900 w 2290556"/>
                <a:gd name="connsiteY2820" fmla="*/ 1098671 h 1796087"/>
                <a:gd name="connsiteX2821" fmla="*/ 2220563 w 2290556"/>
                <a:gd name="connsiteY2821" fmla="*/ 1094264 h 1796087"/>
                <a:gd name="connsiteX2822" fmla="*/ 2220563 w 2290556"/>
                <a:gd name="connsiteY2822" fmla="*/ 1090496 h 1796087"/>
                <a:gd name="connsiteX2823" fmla="*/ 2220563 w 2290556"/>
                <a:gd name="connsiteY2823" fmla="*/ 1087906 h 1796087"/>
                <a:gd name="connsiteX2824" fmla="*/ 2220563 w 2290556"/>
                <a:gd name="connsiteY2824" fmla="*/ 1085282 h 1796087"/>
                <a:gd name="connsiteX2825" fmla="*/ 2220361 w 2290556"/>
                <a:gd name="connsiteY2825" fmla="*/ 1080135 h 1796087"/>
                <a:gd name="connsiteX2826" fmla="*/ 2220496 w 2290556"/>
                <a:gd name="connsiteY2826" fmla="*/ 1077242 h 1796087"/>
                <a:gd name="connsiteX2827" fmla="*/ 2225140 w 2290556"/>
                <a:gd name="connsiteY2827" fmla="*/ 1075493 h 1796087"/>
                <a:gd name="connsiteX2828" fmla="*/ 2226789 w 2290556"/>
                <a:gd name="connsiteY2828" fmla="*/ 1071725 h 1796087"/>
                <a:gd name="connsiteX2829" fmla="*/ 2223693 w 2290556"/>
                <a:gd name="connsiteY2829" fmla="*/ 1069774 h 1796087"/>
                <a:gd name="connsiteX2830" fmla="*/ 2222549 w 2290556"/>
                <a:gd name="connsiteY2830" fmla="*/ 1067285 h 17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Lst>
              <a:rect l="l" t="t" r="r" b="b"/>
              <a:pathLst>
                <a:path w="2290556" h="1796087">
                  <a:moveTo>
                    <a:pt x="2222549" y="1067285"/>
                  </a:moveTo>
                  <a:lnTo>
                    <a:pt x="2222246" y="1063652"/>
                  </a:lnTo>
                  <a:cubicBezTo>
                    <a:pt x="2222246" y="1063652"/>
                    <a:pt x="2221539" y="1061701"/>
                    <a:pt x="2221371" y="1061465"/>
                  </a:cubicBezTo>
                  <a:cubicBezTo>
                    <a:pt x="2221236" y="1061263"/>
                    <a:pt x="2220428" y="1059379"/>
                    <a:pt x="2220428" y="1059379"/>
                  </a:cubicBezTo>
                  <a:lnTo>
                    <a:pt x="2218981" y="1060321"/>
                  </a:lnTo>
                  <a:lnTo>
                    <a:pt x="2216154" y="1060321"/>
                  </a:lnTo>
                  <a:lnTo>
                    <a:pt x="2213866" y="1061364"/>
                  </a:lnTo>
                  <a:lnTo>
                    <a:pt x="2211039" y="1060658"/>
                  </a:lnTo>
                  <a:lnTo>
                    <a:pt x="2209524" y="1058269"/>
                  </a:lnTo>
                  <a:lnTo>
                    <a:pt x="2208111" y="1057193"/>
                  </a:lnTo>
                  <a:lnTo>
                    <a:pt x="2205183" y="1057092"/>
                  </a:lnTo>
                  <a:lnTo>
                    <a:pt x="2204745" y="1058404"/>
                  </a:lnTo>
                  <a:lnTo>
                    <a:pt x="2206832" y="1060691"/>
                  </a:lnTo>
                  <a:lnTo>
                    <a:pt x="2206058" y="1064055"/>
                  </a:lnTo>
                  <a:lnTo>
                    <a:pt x="2203769" y="1063416"/>
                  </a:lnTo>
                  <a:lnTo>
                    <a:pt x="2200942" y="1062777"/>
                  </a:lnTo>
                  <a:lnTo>
                    <a:pt x="2198452" y="1060725"/>
                  </a:lnTo>
                  <a:lnTo>
                    <a:pt x="2197375" y="1059649"/>
                  </a:lnTo>
                  <a:lnTo>
                    <a:pt x="2196500" y="1058337"/>
                  </a:lnTo>
                  <a:lnTo>
                    <a:pt x="2192159" y="1057697"/>
                  </a:lnTo>
                  <a:lnTo>
                    <a:pt x="2189668" y="1057058"/>
                  </a:lnTo>
                  <a:lnTo>
                    <a:pt x="2187582" y="1055107"/>
                  </a:lnTo>
                  <a:lnTo>
                    <a:pt x="2186808" y="1053055"/>
                  </a:lnTo>
                  <a:lnTo>
                    <a:pt x="2187447" y="1051104"/>
                  </a:lnTo>
                  <a:lnTo>
                    <a:pt x="2188759" y="1048817"/>
                  </a:lnTo>
                  <a:lnTo>
                    <a:pt x="2191048" y="1048043"/>
                  </a:lnTo>
                  <a:cubicBezTo>
                    <a:pt x="2191048" y="1048043"/>
                    <a:pt x="2191586" y="1047505"/>
                    <a:pt x="2192361" y="1047067"/>
                  </a:cubicBezTo>
                  <a:cubicBezTo>
                    <a:pt x="2193135" y="1046630"/>
                    <a:pt x="2194312" y="1046966"/>
                    <a:pt x="2195289" y="1046529"/>
                  </a:cubicBezTo>
                  <a:cubicBezTo>
                    <a:pt x="2196264" y="1046092"/>
                    <a:pt x="2197038" y="1046428"/>
                    <a:pt x="2197577" y="1045991"/>
                  </a:cubicBezTo>
                  <a:cubicBezTo>
                    <a:pt x="2198115" y="1045554"/>
                    <a:pt x="2198654" y="1045015"/>
                    <a:pt x="2199967" y="1044477"/>
                  </a:cubicBezTo>
                  <a:cubicBezTo>
                    <a:pt x="2201279" y="1043939"/>
                    <a:pt x="2201918" y="1043266"/>
                    <a:pt x="2203332" y="1042290"/>
                  </a:cubicBezTo>
                  <a:cubicBezTo>
                    <a:pt x="2204745" y="1041315"/>
                    <a:pt x="2204409" y="1040238"/>
                    <a:pt x="2205284" y="1038691"/>
                  </a:cubicBezTo>
                  <a:cubicBezTo>
                    <a:pt x="2206159" y="1037177"/>
                    <a:pt x="2205923" y="1037379"/>
                    <a:pt x="2206058" y="1036841"/>
                  </a:cubicBezTo>
                  <a:cubicBezTo>
                    <a:pt x="2206159" y="1036303"/>
                    <a:pt x="2206596" y="1034890"/>
                    <a:pt x="2206394" y="1034452"/>
                  </a:cubicBezTo>
                  <a:cubicBezTo>
                    <a:pt x="2206193" y="1034015"/>
                    <a:pt x="2206193" y="1032501"/>
                    <a:pt x="2205755" y="1031828"/>
                  </a:cubicBezTo>
                  <a:cubicBezTo>
                    <a:pt x="2205318" y="1031189"/>
                    <a:pt x="2204106" y="1029978"/>
                    <a:pt x="2203702" y="1029541"/>
                  </a:cubicBezTo>
                  <a:cubicBezTo>
                    <a:pt x="2203265" y="1029104"/>
                    <a:pt x="2201649" y="1028902"/>
                    <a:pt x="2201649" y="1028902"/>
                  </a:cubicBezTo>
                  <a:lnTo>
                    <a:pt x="2196634" y="1026614"/>
                  </a:lnTo>
                  <a:lnTo>
                    <a:pt x="2194683" y="1023351"/>
                  </a:lnTo>
                  <a:lnTo>
                    <a:pt x="2194582" y="1021737"/>
                  </a:lnTo>
                  <a:lnTo>
                    <a:pt x="2194683" y="1016522"/>
                  </a:lnTo>
                  <a:cubicBezTo>
                    <a:pt x="2194683" y="1016522"/>
                    <a:pt x="2194784" y="1014470"/>
                    <a:pt x="2194784" y="1014033"/>
                  </a:cubicBezTo>
                  <a:cubicBezTo>
                    <a:pt x="2194784" y="1013596"/>
                    <a:pt x="2194447" y="1011207"/>
                    <a:pt x="2194447" y="1011207"/>
                  </a:cubicBezTo>
                  <a:lnTo>
                    <a:pt x="2193471" y="1007742"/>
                  </a:lnTo>
                  <a:lnTo>
                    <a:pt x="2192394" y="1007204"/>
                  </a:lnTo>
                  <a:lnTo>
                    <a:pt x="2188389" y="1003941"/>
                  </a:lnTo>
                  <a:lnTo>
                    <a:pt x="2184351" y="1000241"/>
                  </a:lnTo>
                  <a:lnTo>
                    <a:pt x="2184149" y="996541"/>
                  </a:lnTo>
                  <a:lnTo>
                    <a:pt x="2183375" y="992067"/>
                  </a:lnTo>
                  <a:lnTo>
                    <a:pt x="2183812" y="988299"/>
                  </a:lnTo>
                  <a:lnTo>
                    <a:pt x="2184182" y="984733"/>
                  </a:lnTo>
                  <a:lnTo>
                    <a:pt x="2183476" y="981167"/>
                  </a:lnTo>
                  <a:lnTo>
                    <a:pt x="2180379" y="977030"/>
                  </a:lnTo>
                  <a:lnTo>
                    <a:pt x="2176980" y="975146"/>
                  </a:lnTo>
                  <a:lnTo>
                    <a:pt x="2173783" y="971883"/>
                  </a:lnTo>
                  <a:lnTo>
                    <a:pt x="2171596" y="969696"/>
                  </a:lnTo>
                  <a:cubicBezTo>
                    <a:pt x="2171596" y="969696"/>
                    <a:pt x="2169711" y="967947"/>
                    <a:pt x="2169341" y="967745"/>
                  </a:cubicBezTo>
                  <a:cubicBezTo>
                    <a:pt x="2168970" y="967543"/>
                    <a:pt x="2166817" y="966164"/>
                    <a:pt x="2165370" y="964617"/>
                  </a:cubicBezTo>
                  <a:cubicBezTo>
                    <a:pt x="2163922" y="963103"/>
                    <a:pt x="2163552" y="962363"/>
                    <a:pt x="2163182" y="961723"/>
                  </a:cubicBezTo>
                  <a:cubicBezTo>
                    <a:pt x="2162812" y="961084"/>
                    <a:pt x="2161668" y="960142"/>
                    <a:pt x="2161668" y="960142"/>
                  </a:cubicBezTo>
                  <a:cubicBezTo>
                    <a:pt x="2161668" y="960142"/>
                    <a:pt x="2160927" y="958763"/>
                    <a:pt x="2160725" y="958326"/>
                  </a:cubicBezTo>
                  <a:cubicBezTo>
                    <a:pt x="2160523" y="957889"/>
                    <a:pt x="2160523" y="956711"/>
                    <a:pt x="2160355" y="956139"/>
                  </a:cubicBezTo>
                  <a:cubicBezTo>
                    <a:pt x="2160187" y="955567"/>
                    <a:pt x="2160187" y="954491"/>
                    <a:pt x="2160187" y="953886"/>
                  </a:cubicBezTo>
                  <a:cubicBezTo>
                    <a:pt x="2160187" y="953314"/>
                    <a:pt x="2160254" y="952304"/>
                    <a:pt x="2160423" y="951497"/>
                  </a:cubicBezTo>
                  <a:cubicBezTo>
                    <a:pt x="2160557" y="950690"/>
                    <a:pt x="2160725" y="950185"/>
                    <a:pt x="2160927" y="949613"/>
                  </a:cubicBezTo>
                  <a:cubicBezTo>
                    <a:pt x="2161163" y="949041"/>
                    <a:pt x="2161499" y="948099"/>
                    <a:pt x="2161567" y="947797"/>
                  </a:cubicBezTo>
                  <a:cubicBezTo>
                    <a:pt x="2161634" y="947494"/>
                    <a:pt x="2162442" y="946047"/>
                    <a:pt x="2162643" y="945476"/>
                  </a:cubicBezTo>
                  <a:cubicBezTo>
                    <a:pt x="2162879" y="944904"/>
                    <a:pt x="2162711" y="943289"/>
                    <a:pt x="2162711" y="943020"/>
                  </a:cubicBezTo>
                  <a:cubicBezTo>
                    <a:pt x="2162711" y="942717"/>
                    <a:pt x="2162509" y="941708"/>
                    <a:pt x="2162509" y="941708"/>
                  </a:cubicBezTo>
                  <a:lnTo>
                    <a:pt x="2159985" y="939454"/>
                  </a:lnTo>
                  <a:lnTo>
                    <a:pt x="2157090" y="938882"/>
                  </a:lnTo>
                  <a:lnTo>
                    <a:pt x="2155139" y="939690"/>
                  </a:lnTo>
                  <a:cubicBezTo>
                    <a:pt x="2155139" y="939690"/>
                    <a:pt x="2153692" y="941439"/>
                    <a:pt x="2153388" y="941439"/>
                  </a:cubicBezTo>
                  <a:cubicBezTo>
                    <a:pt x="2153086" y="941439"/>
                    <a:pt x="2149989" y="942751"/>
                    <a:pt x="2149989" y="942751"/>
                  </a:cubicBezTo>
                  <a:cubicBezTo>
                    <a:pt x="2149989" y="942751"/>
                    <a:pt x="2147162" y="944063"/>
                    <a:pt x="2146657" y="944433"/>
                  </a:cubicBezTo>
                  <a:cubicBezTo>
                    <a:pt x="2146153" y="944803"/>
                    <a:pt x="2144975" y="947965"/>
                    <a:pt x="2144975" y="947965"/>
                  </a:cubicBezTo>
                  <a:lnTo>
                    <a:pt x="2140768" y="952170"/>
                  </a:lnTo>
                  <a:lnTo>
                    <a:pt x="2135552" y="955937"/>
                  </a:lnTo>
                  <a:cubicBezTo>
                    <a:pt x="2135552" y="955937"/>
                    <a:pt x="2131412" y="961152"/>
                    <a:pt x="2131278" y="961354"/>
                  </a:cubicBezTo>
                  <a:cubicBezTo>
                    <a:pt x="2131143" y="961555"/>
                    <a:pt x="2124244" y="967812"/>
                    <a:pt x="2124244" y="967812"/>
                  </a:cubicBezTo>
                  <a:lnTo>
                    <a:pt x="2122292" y="971075"/>
                  </a:lnTo>
                  <a:cubicBezTo>
                    <a:pt x="2122292" y="971075"/>
                    <a:pt x="2119465" y="975146"/>
                    <a:pt x="2119027" y="975415"/>
                  </a:cubicBezTo>
                  <a:cubicBezTo>
                    <a:pt x="2118590" y="975718"/>
                    <a:pt x="2116570" y="977231"/>
                    <a:pt x="2115897" y="977938"/>
                  </a:cubicBezTo>
                  <a:cubicBezTo>
                    <a:pt x="2115224" y="978644"/>
                    <a:pt x="2112498" y="980192"/>
                    <a:pt x="2111825" y="980326"/>
                  </a:cubicBezTo>
                  <a:cubicBezTo>
                    <a:pt x="2111186" y="980461"/>
                    <a:pt x="2109503" y="981907"/>
                    <a:pt x="2108056" y="982412"/>
                  </a:cubicBezTo>
                  <a:cubicBezTo>
                    <a:pt x="2106608" y="982917"/>
                    <a:pt x="2105666" y="982984"/>
                    <a:pt x="2103714" y="982984"/>
                  </a:cubicBezTo>
                  <a:cubicBezTo>
                    <a:pt x="2101762" y="982984"/>
                    <a:pt x="2101056" y="983118"/>
                    <a:pt x="2100080" y="982984"/>
                  </a:cubicBezTo>
                  <a:cubicBezTo>
                    <a:pt x="2099137" y="982849"/>
                    <a:pt x="2097320" y="982681"/>
                    <a:pt x="2096613" y="982614"/>
                  </a:cubicBezTo>
                  <a:cubicBezTo>
                    <a:pt x="2095906" y="982546"/>
                    <a:pt x="2094224" y="981470"/>
                    <a:pt x="2093651" y="981033"/>
                  </a:cubicBezTo>
                  <a:cubicBezTo>
                    <a:pt x="2093080" y="980595"/>
                    <a:pt x="2091901" y="979721"/>
                    <a:pt x="2091700" y="979586"/>
                  </a:cubicBezTo>
                  <a:cubicBezTo>
                    <a:pt x="2091464" y="979452"/>
                    <a:pt x="2090185" y="978072"/>
                    <a:pt x="2089950" y="977938"/>
                  </a:cubicBezTo>
                  <a:cubicBezTo>
                    <a:pt x="2089748" y="977803"/>
                    <a:pt x="2089512" y="976929"/>
                    <a:pt x="2089243" y="976121"/>
                  </a:cubicBezTo>
                  <a:cubicBezTo>
                    <a:pt x="2088940" y="975314"/>
                    <a:pt x="2089108" y="974170"/>
                    <a:pt x="2089041" y="973531"/>
                  </a:cubicBezTo>
                  <a:cubicBezTo>
                    <a:pt x="2088973" y="972892"/>
                    <a:pt x="2089478" y="972085"/>
                    <a:pt x="2089478" y="971647"/>
                  </a:cubicBezTo>
                  <a:cubicBezTo>
                    <a:pt x="2089478" y="971210"/>
                    <a:pt x="2090556" y="970705"/>
                    <a:pt x="2090556" y="970705"/>
                  </a:cubicBezTo>
                  <a:cubicBezTo>
                    <a:pt x="2090556" y="970705"/>
                    <a:pt x="2091195" y="968451"/>
                    <a:pt x="2091195" y="968081"/>
                  </a:cubicBezTo>
                  <a:cubicBezTo>
                    <a:pt x="2091195" y="967711"/>
                    <a:pt x="2091565" y="966837"/>
                    <a:pt x="2091767" y="966198"/>
                  </a:cubicBezTo>
                  <a:cubicBezTo>
                    <a:pt x="2091969" y="965558"/>
                    <a:pt x="2092070" y="964516"/>
                    <a:pt x="2092137" y="964011"/>
                  </a:cubicBezTo>
                  <a:cubicBezTo>
                    <a:pt x="2092205" y="963506"/>
                    <a:pt x="2092406" y="961555"/>
                    <a:pt x="2092507" y="960983"/>
                  </a:cubicBezTo>
                  <a:cubicBezTo>
                    <a:pt x="2092575" y="960412"/>
                    <a:pt x="2092070" y="958595"/>
                    <a:pt x="2092070" y="958595"/>
                  </a:cubicBezTo>
                  <a:lnTo>
                    <a:pt x="2088738" y="956644"/>
                  </a:lnTo>
                  <a:lnTo>
                    <a:pt x="2085406" y="954054"/>
                  </a:lnTo>
                  <a:cubicBezTo>
                    <a:pt x="2085406" y="954054"/>
                    <a:pt x="2081637" y="949210"/>
                    <a:pt x="2080997" y="948772"/>
                  </a:cubicBezTo>
                  <a:cubicBezTo>
                    <a:pt x="2080358" y="948335"/>
                    <a:pt x="2077094" y="945375"/>
                    <a:pt x="2076858" y="945307"/>
                  </a:cubicBezTo>
                  <a:cubicBezTo>
                    <a:pt x="2076656" y="945240"/>
                    <a:pt x="2072079" y="942549"/>
                    <a:pt x="2072079" y="942549"/>
                  </a:cubicBezTo>
                  <a:cubicBezTo>
                    <a:pt x="2072079" y="942549"/>
                    <a:pt x="2069892" y="941102"/>
                    <a:pt x="2069252" y="940093"/>
                  </a:cubicBezTo>
                  <a:cubicBezTo>
                    <a:pt x="2068613" y="939084"/>
                    <a:pt x="2068882" y="938714"/>
                    <a:pt x="2068882" y="938008"/>
                  </a:cubicBezTo>
                  <a:cubicBezTo>
                    <a:pt x="2068882" y="937301"/>
                    <a:pt x="2069151" y="935485"/>
                    <a:pt x="2069319" y="934677"/>
                  </a:cubicBezTo>
                  <a:cubicBezTo>
                    <a:pt x="2069454" y="933870"/>
                    <a:pt x="2069454" y="932222"/>
                    <a:pt x="2069521" y="931414"/>
                  </a:cubicBezTo>
                  <a:cubicBezTo>
                    <a:pt x="2069588" y="930607"/>
                    <a:pt x="2070901" y="928084"/>
                    <a:pt x="2071103" y="927344"/>
                  </a:cubicBezTo>
                  <a:cubicBezTo>
                    <a:pt x="2071305" y="926637"/>
                    <a:pt x="2072045" y="924013"/>
                    <a:pt x="2072281" y="923576"/>
                  </a:cubicBezTo>
                  <a:cubicBezTo>
                    <a:pt x="2072483" y="923139"/>
                    <a:pt x="2072146" y="921053"/>
                    <a:pt x="2072146" y="921053"/>
                  </a:cubicBezTo>
                  <a:lnTo>
                    <a:pt x="2066930" y="920919"/>
                  </a:lnTo>
                  <a:lnTo>
                    <a:pt x="2066122" y="918093"/>
                  </a:lnTo>
                  <a:lnTo>
                    <a:pt x="2065752" y="911432"/>
                  </a:lnTo>
                  <a:lnTo>
                    <a:pt x="2065011" y="908741"/>
                  </a:lnTo>
                  <a:lnTo>
                    <a:pt x="2065584" y="904772"/>
                  </a:lnTo>
                  <a:cubicBezTo>
                    <a:pt x="2065584" y="904772"/>
                    <a:pt x="2065954" y="902013"/>
                    <a:pt x="2066156" y="901374"/>
                  </a:cubicBezTo>
                  <a:cubicBezTo>
                    <a:pt x="2066391" y="900735"/>
                    <a:pt x="2068781" y="898683"/>
                    <a:pt x="2068781" y="898683"/>
                  </a:cubicBezTo>
                  <a:cubicBezTo>
                    <a:pt x="2068781" y="898683"/>
                    <a:pt x="2069790" y="895487"/>
                    <a:pt x="2069858" y="895050"/>
                  </a:cubicBezTo>
                  <a:cubicBezTo>
                    <a:pt x="2069925" y="894612"/>
                    <a:pt x="2068781" y="892291"/>
                    <a:pt x="2068781" y="892291"/>
                  </a:cubicBezTo>
                  <a:lnTo>
                    <a:pt x="2065819" y="888456"/>
                  </a:lnTo>
                  <a:lnTo>
                    <a:pt x="2068646" y="887447"/>
                  </a:lnTo>
                  <a:lnTo>
                    <a:pt x="2068411" y="880282"/>
                  </a:lnTo>
                  <a:cubicBezTo>
                    <a:pt x="2068411" y="880282"/>
                    <a:pt x="2069286" y="876884"/>
                    <a:pt x="2069420" y="876144"/>
                  </a:cubicBezTo>
                  <a:cubicBezTo>
                    <a:pt x="2069555" y="875404"/>
                    <a:pt x="2070497" y="874933"/>
                    <a:pt x="2070497" y="874933"/>
                  </a:cubicBezTo>
                  <a:cubicBezTo>
                    <a:pt x="2070497" y="874933"/>
                    <a:pt x="2073324" y="873689"/>
                    <a:pt x="2073695" y="873487"/>
                  </a:cubicBezTo>
                  <a:cubicBezTo>
                    <a:pt x="2074065" y="873285"/>
                    <a:pt x="2077262" y="870089"/>
                    <a:pt x="2077262" y="870089"/>
                  </a:cubicBezTo>
                  <a:lnTo>
                    <a:pt x="2077262" y="869450"/>
                  </a:lnTo>
                  <a:lnTo>
                    <a:pt x="2074334" y="864438"/>
                  </a:lnTo>
                  <a:lnTo>
                    <a:pt x="2070968" y="861982"/>
                  </a:lnTo>
                  <a:lnTo>
                    <a:pt x="2070026" y="861915"/>
                  </a:lnTo>
                  <a:cubicBezTo>
                    <a:pt x="2070026" y="861915"/>
                    <a:pt x="2064574" y="859829"/>
                    <a:pt x="2064305" y="859156"/>
                  </a:cubicBezTo>
                  <a:cubicBezTo>
                    <a:pt x="2064002" y="858517"/>
                    <a:pt x="2064675" y="858147"/>
                    <a:pt x="2065247" y="857474"/>
                  </a:cubicBezTo>
                  <a:cubicBezTo>
                    <a:pt x="2065819" y="856835"/>
                    <a:pt x="2066190" y="856835"/>
                    <a:pt x="2067064" y="856465"/>
                  </a:cubicBezTo>
                  <a:cubicBezTo>
                    <a:pt x="2067939" y="856095"/>
                    <a:pt x="2070093" y="855590"/>
                    <a:pt x="2071036" y="855019"/>
                  </a:cubicBezTo>
                  <a:cubicBezTo>
                    <a:pt x="2071978" y="854447"/>
                    <a:pt x="2071978" y="854077"/>
                    <a:pt x="2072483" y="853438"/>
                  </a:cubicBezTo>
                  <a:cubicBezTo>
                    <a:pt x="2072988" y="852798"/>
                    <a:pt x="2071238" y="851554"/>
                    <a:pt x="2070733" y="851049"/>
                  </a:cubicBezTo>
                  <a:cubicBezTo>
                    <a:pt x="2070228" y="850545"/>
                    <a:pt x="2068141" y="847921"/>
                    <a:pt x="2067771" y="847584"/>
                  </a:cubicBezTo>
                  <a:cubicBezTo>
                    <a:pt x="2067401" y="847214"/>
                    <a:pt x="2063800" y="845196"/>
                    <a:pt x="2063800" y="845196"/>
                  </a:cubicBezTo>
                  <a:cubicBezTo>
                    <a:pt x="2063800" y="845196"/>
                    <a:pt x="2061680" y="843817"/>
                    <a:pt x="2061545" y="843615"/>
                  </a:cubicBezTo>
                  <a:cubicBezTo>
                    <a:pt x="2061411" y="843413"/>
                    <a:pt x="2058348" y="841361"/>
                    <a:pt x="2057978" y="841159"/>
                  </a:cubicBezTo>
                  <a:cubicBezTo>
                    <a:pt x="2057608" y="840924"/>
                    <a:pt x="2054511" y="839141"/>
                    <a:pt x="2054511" y="839141"/>
                  </a:cubicBezTo>
                  <a:lnTo>
                    <a:pt x="2050742" y="838333"/>
                  </a:lnTo>
                  <a:lnTo>
                    <a:pt x="2048487" y="837829"/>
                  </a:lnTo>
                  <a:lnTo>
                    <a:pt x="2047410" y="834700"/>
                  </a:lnTo>
                  <a:lnTo>
                    <a:pt x="2050170" y="832379"/>
                  </a:lnTo>
                  <a:lnTo>
                    <a:pt x="2053064" y="827535"/>
                  </a:lnTo>
                  <a:cubicBezTo>
                    <a:pt x="2053064" y="827535"/>
                    <a:pt x="2053064" y="826156"/>
                    <a:pt x="2052997" y="825449"/>
                  </a:cubicBezTo>
                  <a:cubicBezTo>
                    <a:pt x="2052930" y="824743"/>
                    <a:pt x="2053132" y="823128"/>
                    <a:pt x="2052795" y="822624"/>
                  </a:cubicBezTo>
                  <a:cubicBezTo>
                    <a:pt x="2052425" y="822119"/>
                    <a:pt x="2049598" y="819932"/>
                    <a:pt x="2049160" y="819865"/>
                  </a:cubicBezTo>
                  <a:cubicBezTo>
                    <a:pt x="2048723" y="819798"/>
                    <a:pt x="2046468" y="818049"/>
                    <a:pt x="2045828" y="818049"/>
                  </a:cubicBezTo>
                  <a:cubicBezTo>
                    <a:pt x="2045189" y="818049"/>
                    <a:pt x="2041924" y="819428"/>
                    <a:pt x="2041823" y="819697"/>
                  </a:cubicBezTo>
                  <a:cubicBezTo>
                    <a:pt x="2041756" y="820000"/>
                    <a:pt x="2041689" y="820942"/>
                    <a:pt x="2041453" y="821379"/>
                  </a:cubicBezTo>
                  <a:cubicBezTo>
                    <a:pt x="2041251" y="821816"/>
                    <a:pt x="2039636" y="822624"/>
                    <a:pt x="2038121" y="823565"/>
                  </a:cubicBezTo>
                  <a:cubicBezTo>
                    <a:pt x="2036607" y="824508"/>
                    <a:pt x="2034049" y="823868"/>
                    <a:pt x="2033410" y="823633"/>
                  </a:cubicBezTo>
                  <a:cubicBezTo>
                    <a:pt x="2032770" y="823431"/>
                    <a:pt x="2031155" y="822926"/>
                    <a:pt x="2030515" y="822489"/>
                  </a:cubicBezTo>
                  <a:cubicBezTo>
                    <a:pt x="2029876" y="822052"/>
                    <a:pt x="2028698" y="821682"/>
                    <a:pt x="2027621" y="821345"/>
                  </a:cubicBezTo>
                  <a:cubicBezTo>
                    <a:pt x="2026544" y="820975"/>
                    <a:pt x="2026982" y="819832"/>
                    <a:pt x="2026612" y="819159"/>
                  </a:cubicBezTo>
                  <a:cubicBezTo>
                    <a:pt x="2026241" y="818520"/>
                    <a:pt x="2025905" y="816131"/>
                    <a:pt x="2025905" y="815526"/>
                  </a:cubicBezTo>
                  <a:cubicBezTo>
                    <a:pt x="2025905" y="814954"/>
                    <a:pt x="2026410" y="814651"/>
                    <a:pt x="2026847" y="814079"/>
                  </a:cubicBezTo>
                  <a:cubicBezTo>
                    <a:pt x="2027285" y="813507"/>
                    <a:pt x="2028092" y="812700"/>
                    <a:pt x="2028665" y="812195"/>
                  </a:cubicBezTo>
                  <a:cubicBezTo>
                    <a:pt x="2029237" y="811691"/>
                    <a:pt x="2029741" y="811489"/>
                    <a:pt x="2030549" y="810816"/>
                  </a:cubicBezTo>
                  <a:cubicBezTo>
                    <a:pt x="2031357" y="810177"/>
                    <a:pt x="2032367" y="809740"/>
                    <a:pt x="2032434" y="809437"/>
                  </a:cubicBezTo>
                  <a:cubicBezTo>
                    <a:pt x="2032501" y="809134"/>
                    <a:pt x="2033511" y="808697"/>
                    <a:pt x="2033881" y="808495"/>
                  </a:cubicBezTo>
                  <a:cubicBezTo>
                    <a:pt x="2034251" y="808293"/>
                    <a:pt x="2034521" y="807419"/>
                    <a:pt x="2034756" y="807183"/>
                  </a:cubicBezTo>
                  <a:cubicBezTo>
                    <a:pt x="2034958" y="806981"/>
                    <a:pt x="2035396" y="806107"/>
                    <a:pt x="2035396" y="805669"/>
                  </a:cubicBezTo>
                  <a:cubicBezTo>
                    <a:pt x="2035396" y="805232"/>
                    <a:pt x="2035463" y="802978"/>
                    <a:pt x="2035463" y="802978"/>
                  </a:cubicBezTo>
                  <a:lnTo>
                    <a:pt x="2035328" y="800657"/>
                  </a:lnTo>
                  <a:lnTo>
                    <a:pt x="2034891" y="798033"/>
                  </a:lnTo>
                  <a:lnTo>
                    <a:pt x="2034588" y="795947"/>
                  </a:lnTo>
                  <a:lnTo>
                    <a:pt x="2031895" y="793559"/>
                  </a:lnTo>
                  <a:cubicBezTo>
                    <a:pt x="2031895" y="793559"/>
                    <a:pt x="2027251" y="791305"/>
                    <a:pt x="2027184" y="790868"/>
                  </a:cubicBezTo>
                  <a:cubicBezTo>
                    <a:pt x="2027116" y="790431"/>
                    <a:pt x="2027891" y="787908"/>
                    <a:pt x="2027991" y="787605"/>
                  </a:cubicBezTo>
                  <a:cubicBezTo>
                    <a:pt x="2028059" y="787302"/>
                    <a:pt x="2031256" y="786293"/>
                    <a:pt x="2031559" y="786226"/>
                  </a:cubicBezTo>
                  <a:cubicBezTo>
                    <a:pt x="2031828" y="786158"/>
                    <a:pt x="2035092" y="785788"/>
                    <a:pt x="2035900" y="785519"/>
                  </a:cubicBezTo>
                  <a:cubicBezTo>
                    <a:pt x="2036708" y="785216"/>
                    <a:pt x="2037347" y="785385"/>
                    <a:pt x="2037347" y="785385"/>
                  </a:cubicBezTo>
                  <a:cubicBezTo>
                    <a:pt x="2037347" y="785385"/>
                    <a:pt x="2039737" y="784745"/>
                    <a:pt x="2039973" y="784745"/>
                  </a:cubicBezTo>
                  <a:cubicBezTo>
                    <a:pt x="2040174" y="784745"/>
                    <a:pt x="2042665" y="785183"/>
                    <a:pt x="2042665" y="785183"/>
                  </a:cubicBezTo>
                  <a:lnTo>
                    <a:pt x="2045256" y="785687"/>
                  </a:lnTo>
                  <a:lnTo>
                    <a:pt x="2048588" y="787504"/>
                  </a:lnTo>
                  <a:lnTo>
                    <a:pt x="2050978" y="789522"/>
                  </a:lnTo>
                  <a:cubicBezTo>
                    <a:pt x="2050978" y="789522"/>
                    <a:pt x="2053300" y="792348"/>
                    <a:pt x="2053602" y="792785"/>
                  </a:cubicBezTo>
                  <a:cubicBezTo>
                    <a:pt x="2053906" y="793223"/>
                    <a:pt x="2055050" y="794669"/>
                    <a:pt x="2055353" y="795039"/>
                  </a:cubicBezTo>
                  <a:cubicBezTo>
                    <a:pt x="2055656" y="795409"/>
                    <a:pt x="2056598" y="797428"/>
                    <a:pt x="2056598" y="797428"/>
                  </a:cubicBezTo>
                  <a:cubicBezTo>
                    <a:pt x="2056598" y="797428"/>
                    <a:pt x="2058415" y="797428"/>
                    <a:pt x="2058617" y="796990"/>
                  </a:cubicBezTo>
                  <a:cubicBezTo>
                    <a:pt x="2058853" y="796553"/>
                    <a:pt x="2061007" y="795914"/>
                    <a:pt x="2061007" y="795914"/>
                  </a:cubicBezTo>
                  <a:cubicBezTo>
                    <a:pt x="2061007" y="795914"/>
                    <a:pt x="2062252" y="797495"/>
                    <a:pt x="2062521" y="797798"/>
                  </a:cubicBezTo>
                  <a:cubicBezTo>
                    <a:pt x="2062824" y="798100"/>
                    <a:pt x="2063396" y="798874"/>
                    <a:pt x="2063396" y="798874"/>
                  </a:cubicBezTo>
                  <a:cubicBezTo>
                    <a:pt x="2063396" y="798874"/>
                    <a:pt x="2065214" y="799951"/>
                    <a:pt x="2066223" y="801195"/>
                  </a:cubicBezTo>
                  <a:cubicBezTo>
                    <a:pt x="2067233" y="802440"/>
                    <a:pt x="2066526" y="802844"/>
                    <a:pt x="2066593" y="803079"/>
                  </a:cubicBezTo>
                  <a:cubicBezTo>
                    <a:pt x="2066660" y="803281"/>
                    <a:pt x="2069689" y="805400"/>
                    <a:pt x="2069689" y="805400"/>
                  </a:cubicBezTo>
                  <a:cubicBezTo>
                    <a:pt x="2069689" y="805400"/>
                    <a:pt x="2071642" y="805198"/>
                    <a:pt x="2071877" y="805030"/>
                  </a:cubicBezTo>
                  <a:cubicBezTo>
                    <a:pt x="2072112" y="804896"/>
                    <a:pt x="2074704" y="803012"/>
                    <a:pt x="2074704" y="803012"/>
                  </a:cubicBezTo>
                  <a:cubicBezTo>
                    <a:pt x="2074704" y="803012"/>
                    <a:pt x="2076286" y="800186"/>
                    <a:pt x="2076286" y="799984"/>
                  </a:cubicBezTo>
                  <a:cubicBezTo>
                    <a:pt x="2076286" y="799782"/>
                    <a:pt x="2077161" y="798975"/>
                    <a:pt x="2077531" y="798100"/>
                  </a:cubicBezTo>
                  <a:cubicBezTo>
                    <a:pt x="2077901" y="797226"/>
                    <a:pt x="2079045" y="796351"/>
                    <a:pt x="2079180" y="795846"/>
                  </a:cubicBezTo>
                  <a:cubicBezTo>
                    <a:pt x="2079315" y="795342"/>
                    <a:pt x="2080257" y="794164"/>
                    <a:pt x="2080257" y="794164"/>
                  </a:cubicBezTo>
                  <a:cubicBezTo>
                    <a:pt x="2080257" y="794164"/>
                    <a:pt x="2082276" y="792583"/>
                    <a:pt x="2082512" y="792516"/>
                  </a:cubicBezTo>
                  <a:cubicBezTo>
                    <a:pt x="2082714" y="792449"/>
                    <a:pt x="2083521" y="792516"/>
                    <a:pt x="2083521" y="792516"/>
                  </a:cubicBezTo>
                  <a:lnTo>
                    <a:pt x="2085272" y="792954"/>
                  </a:lnTo>
                  <a:cubicBezTo>
                    <a:pt x="2085272" y="792954"/>
                    <a:pt x="2086584" y="794030"/>
                    <a:pt x="2087022" y="794400"/>
                  </a:cubicBezTo>
                  <a:cubicBezTo>
                    <a:pt x="2087459" y="794770"/>
                    <a:pt x="2087964" y="795914"/>
                    <a:pt x="2087964" y="795914"/>
                  </a:cubicBezTo>
                  <a:cubicBezTo>
                    <a:pt x="2087964" y="795914"/>
                    <a:pt x="2089478" y="797865"/>
                    <a:pt x="2089647" y="798168"/>
                  </a:cubicBezTo>
                  <a:cubicBezTo>
                    <a:pt x="2089781" y="798470"/>
                    <a:pt x="2090454" y="799850"/>
                    <a:pt x="2090522" y="800623"/>
                  </a:cubicBezTo>
                  <a:cubicBezTo>
                    <a:pt x="2090589" y="801431"/>
                    <a:pt x="2090892" y="802642"/>
                    <a:pt x="2091026" y="803079"/>
                  </a:cubicBezTo>
                  <a:cubicBezTo>
                    <a:pt x="2091161" y="803516"/>
                    <a:pt x="2092709" y="804828"/>
                    <a:pt x="2092844" y="805097"/>
                  </a:cubicBezTo>
                  <a:cubicBezTo>
                    <a:pt x="2092979" y="805400"/>
                    <a:pt x="2094661" y="807351"/>
                    <a:pt x="2094661" y="807351"/>
                  </a:cubicBezTo>
                  <a:cubicBezTo>
                    <a:pt x="2094661" y="807351"/>
                    <a:pt x="2096680" y="807486"/>
                    <a:pt x="2096916" y="807351"/>
                  </a:cubicBezTo>
                  <a:cubicBezTo>
                    <a:pt x="2097118" y="807217"/>
                    <a:pt x="2097724" y="805972"/>
                    <a:pt x="2097724" y="805972"/>
                  </a:cubicBezTo>
                  <a:lnTo>
                    <a:pt x="2098868" y="805266"/>
                  </a:lnTo>
                  <a:lnTo>
                    <a:pt x="2100887" y="805636"/>
                  </a:lnTo>
                  <a:cubicBezTo>
                    <a:pt x="2100887" y="805636"/>
                    <a:pt x="2102133" y="807452"/>
                    <a:pt x="2102200" y="807721"/>
                  </a:cubicBezTo>
                  <a:cubicBezTo>
                    <a:pt x="2102267" y="808024"/>
                    <a:pt x="2102570" y="810917"/>
                    <a:pt x="2102570" y="810917"/>
                  </a:cubicBezTo>
                  <a:cubicBezTo>
                    <a:pt x="2102570" y="810917"/>
                    <a:pt x="2103445" y="812094"/>
                    <a:pt x="2103647" y="812431"/>
                  </a:cubicBezTo>
                  <a:cubicBezTo>
                    <a:pt x="2103849" y="812801"/>
                    <a:pt x="2104388" y="814247"/>
                    <a:pt x="2104388" y="814517"/>
                  </a:cubicBezTo>
                  <a:cubicBezTo>
                    <a:pt x="2104388" y="814819"/>
                    <a:pt x="2105969" y="816535"/>
                    <a:pt x="2106272" y="816905"/>
                  </a:cubicBezTo>
                  <a:cubicBezTo>
                    <a:pt x="2106575" y="817275"/>
                    <a:pt x="2108460" y="817611"/>
                    <a:pt x="2108460" y="817611"/>
                  </a:cubicBezTo>
                  <a:lnTo>
                    <a:pt x="2110916" y="816602"/>
                  </a:lnTo>
                  <a:lnTo>
                    <a:pt x="2111219" y="814718"/>
                  </a:lnTo>
                  <a:lnTo>
                    <a:pt x="2112734" y="810951"/>
                  </a:lnTo>
                  <a:lnTo>
                    <a:pt x="2114417" y="809000"/>
                  </a:lnTo>
                  <a:lnTo>
                    <a:pt x="2115662" y="807553"/>
                  </a:lnTo>
                  <a:lnTo>
                    <a:pt x="2115662" y="803987"/>
                  </a:lnTo>
                  <a:lnTo>
                    <a:pt x="2115931" y="801094"/>
                  </a:lnTo>
                  <a:cubicBezTo>
                    <a:pt x="2115931" y="801094"/>
                    <a:pt x="2115224" y="794366"/>
                    <a:pt x="2115224" y="794064"/>
                  </a:cubicBezTo>
                  <a:cubicBezTo>
                    <a:pt x="2115224" y="793761"/>
                    <a:pt x="2114585" y="791238"/>
                    <a:pt x="2114585" y="791238"/>
                  </a:cubicBezTo>
                  <a:cubicBezTo>
                    <a:pt x="2114585" y="791238"/>
                    <a:pt x="2114147" y="788210"/>
                    <a:pt x="2113945" y="787975"/>
                  </a:cubicBezTo>
                  <a:cubicBezTo>
                    <a:pt x="2113743" y="787773"/>
                    <a:pt x="2111354" y="782963"/>
                    <a:pt x="2111354" y="782963"/>
                  </a:cubicBezTo>
                  <a:cubicBezTo>
                    <a:pt x="2111354" y="782963"/>
                    <a:pt x="2110041" y="781381"/>
                    <a:pt x="2109469" y="780877"/>
                  </a:cubicBezTo>
                  <a:cubicBezTo>
                    <a:pt x="2108897" y="780372"/>
                    <a:pt x="2107080" y="777042"/>
                    <a:pt x="2106945" y="776739"/>
                  </a:cubicBezTo>
                  <a:cubicBezTo>
                    <a:pt x="2106811" y="776436"/>
                    <a:pt x="2107315" y="772837"/>
                    <a:pt x="2107315" y="772837"/>
                  </a:cubicBezTo>
                  <a:lnTo>
                    <a:pt x="2108460" y="770449"/>
                  </a:lnTo>
                  <a:lnTo>
                    <a:pt x="2113104" y="769574"/>
                  </a:lnTo>
                  <a:lnTo>
                    <a:pt x="2115056" y="768935"/>
                  </a:lnTo>
                  <a:lnTo>
                    <a:pt x="2117580" y="768363"/>
                  </a:lnTo>
                  <a:lnTo>
                    <a:pt x="2122662" y="768800"/>
                  </a:lnTo>
                  <a:lnTo>
                    <a:pt x="2127373" y="767556"/>
                  </a:lnTo>
                  <a:lnTo>
                    <a:pt x="2129494" y="767186"/>
                  </a:lnTo>
                  <a:lnTo>
                    <a:pt x="2131749" y="765806"/>
                  </a:lnTo>
                  <a:cubicBezTo>
                    <a:pt x="2131749" y="765806"/>
                    <a:pt x="2132994" y="764494"/>
                    <a:pt x="2133128" y="764427"/>
                  </a:cubicBezTo>
                  <a:cubicBezTo>
                    <a:pt x="2133263" y="764360"/>
                    <a:pt x="2133128" y="761803"/>
                    <a:pt x="2133128" y="761803"/>
                  </a:cubicBezTo>
                  <a:cubicBezTo>
                    <a:pt x="2133128" y="761803"/>
                    <a:pt x="2133196" y="759987"/>
                    <a:pt x="2133128" y="759718"/>
                  </a:cubicBezTo>
                  <a:cubicBezTo>
                    <a:pt x="2133061" y="759448"/>
                    <a:pt x="2133701" y="755142"/>
                    <a:pt x="2133701" y="754873"/>
                  </a:cubicBezTo>
                  <a:cubicBezTo>
                    <a:pt x="2133701" y="754571"/>
                    <a:pt x="2133128" y="753629"/>
                    <a:pt x="2133128" y="753629"/>
                  </a:cubicBezTo>
                  <a:lnTo>
                    <a:pt x="2133128" y="750500"/>
                  </a:lnTo>
                  <a:lnTo>
                    <a:pt x="2133734" y="748112"/>
                  </a:lnTo>
                  <a:lnTo>
                    <a:pt x="2133398" y="744041"/>
                  </a:lnTo>
                  <a:lnTo>
                    <a:pt x="2130806" y="740408"/>
                  </a:lnTo>
                  <a:lnTo>
                    <a:pt x="2128046" y="734757"/>
                  </a:lnTo>
                  <a:lnTo>
                    <a:pt x="2127037" y="733209"/>
                  </a:lnTo>
                  <a:lnTo>
                    <a:pt x="2123570" y="729139"/>
                  </a:lnTo>
                  <a:cubicBezTo>
                    <a:pt x="2123570" y="729139"/>
                    <a:pt x="2122426" y="726818"/>
                    <a:pt x="2122426" y="726246"/>
                  </a:cubicBezTo>
                  <a:cubicBezTo>
                    <a:pt x="2122426" y="725674"/>
                    <a:pt x="2121989" y="720595"/>
                    <a:pt x="2121989" y="720023"/>
                  </a:cubicBezTo>
                  <a:cubicBezTo>
                    <a:pt x="2121989" y="719451"/>
                    <a:pt x="2121686" y="716390"/>
                    <a:pt x="2121686" y="716390"/>
                  </a:cubicBezTo>
                  <a:cubicBezTo>
                    <a:pt x="2121686" y="716390"/>
                    <a:pt x="2122258" y="714203"/>
                    <a:pt x="2122258" y="712925"/>
                  </a:cubicBezTo>
                  <a:cubicBezTo>
                    <a:pt x="2122258" y="711613"/>
                    <a:pt x="2123840" y="709897"/>
                    <a:pt x="2124143" y="709292"/>
                  </a:cubicBezTo>
                  <a:cubicBezTo>
                    <a:pt x="2124412" y="708720"/>
                    <a:pt x="2126768" y="708552"/>
                    <a:pt x="2127912" y="708283"/>
                  </a:cubicBezTo>
                  <a:cubicBezTo>
                    <a:pt x="2129090" y="708013"/>
                    <a:pt x="2131244" y="707408"/>
                    <a:pt x="2131244" y="707408"/>
                  </a:cubicBezTo>
                  <a:cubicBezTo>
                    <a:pt x="2131244" y="707408"/>
                    <a:pt x="2133835" y="705961"/>
                    <a:pt x="2134710" y="705221"/>
                  </a:cubicBezTo>
                  <a:cubicBezTo>
                    <a:pt x="2135585" y="704515"/>
                    <a:pt x="2137167" y="706802"/>
                    <a:pt x="2138480" y="707542"/>
                  </a:cubicBezTo>
                  <a:cubicBezTo>
                    <a:pt x="2139792" y="708249"/>
                    <a:pt x="2140230" y="709998"/>
                    <a:pt x="2140802" y="709998"/>
                  </a:cubicBezTo>
                  <a:cubicBezTo>
                    <a:pt x="2141374" y="709998"/>
                    <a:pt x="2141946" y="709695"/>
                    <a:pt x="2142383" y="709123"/>
                  </a:cubicBezTo>
                  <a:cubicBezTo>
                    <a:pt x="2142821" y="708552"/>
                    <a:pt x="2142821" y="706533"/>
                    <a:pt x="2143258" y="706230"/>
                  </a:cubicBezTo>
                  <a:cubicBezTo>
                    <a:pt x="2143696" y="705928"/>
                    <a:pt x="2145446" y="704347"/>
                    <a:pt x="2145446" y="703909"/>
                  </a:cubicBezTo>
                  <a:cubicBezTo>
                    <a:pt x="2145446" y="703472"/>
                    <a:pt x="2147634" y="702160"/>
                    <a:pt x="2147634" y="702160"/>
                  </a:cubicBezTo>
                  <a:cubicBezTo>
                    <a:pt x="2147634" y="702160"/>
                    <a:pt x="2149384" y="700579"/>
                    <a:pt x="2149518" y="700142"/>
                  </a:cubicBezTo>
                  <a:cubicBezTo>
                    <a:pt x="2149653" y="699704"/>
                    <a:pt x="2152715" y="698695"/>
                    <a:pt x="2152715" y="698695"/>
                  </a:cubicBezTo>
                  <a:lnTo>
                    <a:pt x="2154600" y="697686"/>
                  </a:lnTo>
                  <a:lnTo>
                    <a:pt x="2156047" y="697114"/>
                  </a:lnTo>
                  <a:lnTo>
                    <a:pt x="2159817" y="696677"/>
                  </a:lnTo>
                  <a:lnTo>
                    <a:pt x="2160961" y="696105"/>
                  </a:lnTo>
                  <a:lnTo>
                    <a:pt x="2163586" y="692909"/>
                  </a:lnTo>
                  <a:lnTo>
                    <a:pt x="2166615" y="690588"/>
                  </a:lnTo>
                  <a:lnTo>
                    <a:pt x="2167355" y="689142"/>
                  </a:lnTo>
                  <a:lnTo>
                    <a:pt x="2167490" y="687560"/>
                  </a:lnTo>
                  <a:lnTo>
                    <a:pt x="2166918" y="685374"/>
                  </a:lnTo>
                  <a:lnTo>
                    <a:pt x="2166043" y="684802"/>
                  </a:lnTo>
                  <a:lnTo>
                    <a:pt x="2167052" y="681472"/>
                  </a:lnTo>
                  <a:lnTo>
                    <a:pt x="2168062" y="678579"/>
                  </a:lnTo>
                  <a:lnTo>
                    <a:pt x="2167759" y="674946"/>
                  </a:lnTo>
                  <a:lnTo>
                    <a:pt x="2165302" y="673062"/>
                  </a:lnTo>
                  <a:lnTo>
                    <a:pt x="2162846" y="674811"/>
                  </a:lnTo>
                  <a:cubicBezTo>
                    <a:pt x="2162846" y="674811"/>
                    <a:pt x="2162542" y="675820"/>
                    <a:pt x="2162542" y="677704"/>
                  </a:cubicBezTo>
                  <a:cubicBezTo>
                    <a:pt x="2162542" y="679588"/>
                    <a:pt x="2161970" y="680328"/>
                    <a:pt x="2161668" y="680900"/>
                  </a:cubicBezTo>
                  <a:cubicBezTo>
                    <a:pt x="2161365" y="681472"/>
                    <a:pt x="2159783" y="682212"/>
                    <a:pt x="2158908" y="682044"/>
                  </a:cubicBezTo>
                  <a:cubicBezTo>
                    <a:pt x="2158033" y="681909"/>
                    <a:pt x="2154398" y="679285"/>
                    <a:pt x="2154398" y="679285"/>
                  </a:cubicBezTo>
                  <a:lnTo>
                    <a:pt x="2154701" y="676527"/>
                  </a:lnTo>
                  <a:lnTo>
                    <a:pt x="2155711" y="673634"/>
                  </a:lnTo>
                  <a:lnTo>
                    <a:pt x="2155711" y="667982"/>
                  </a:lnTo>
                  <a:lnTo>
                    <a:pt x="2152951" y="666401"/>
                  </a:lnTo>
                  <a:lnTo>
                    <a:pt x="2150763" y="665829"/>
                  </a:lnTo>
                  <a:lnTo>
                    <a:pt x="2148004" y="665257"/>
                  </a:lnTo>
                  <a:lnTo>
                    <a:pt x="2145110" y="665123"/>
                  </a:lnTo>
                  <a:cubicBezTo>
                    <a:pt x="2145110" y="665123"/>
                    <a:pt x="2143662" y="665998"/>
                    <a:pt x="2142922" y="666704"/>
                  </a:cubicBezTo>
                  <a:cubicBezTo>
                    <a:pt x="2142215" y="667444"/>
                    <a:pt x="2142619" y="668722"/>
                    <a:pt x="2142619" y="668722"/>
                  </a:cubicBezTo>
                  <a:cubicBezTo>
                    <a:pt x="2142619" y="668722"/>
                    <a:pt x="2145682" y="672187"/>
                    <a:pt x="2146388" y="672187"/>
                  </a:cubicBezTo>
                  <a:cubicBezTo>
                    <a:pt x="2147095" y="672187"/>
                    <a:pt x="2147095" y="672490"/>
                    <a:pt x="2147095" y="672490"/>
                  </a:cubicBezTo>
                  <a:cubicBezTo>
                    <a:pt x="2147095" y="672490"/>
                    <a:pt x="2146086" y="674374"/>
                    <a:pt x="2146086" y="675820"/>
                  </a:cubicBezTo>
                  <a:cubicBezTo>
                    <a:pt x="2146086" y="677267"/>
                    <a:pt x="2144941" y="678276"/>
                    <a:pt x="2144941" y="678713"/>
                  </a:cubicBezTo>
                  <a:cubicBezTo>
                    <a:pt x="2144941" y="679151"/>
                    <a:pt x="2143932" y="679588"/>
                    <a:pt x="2143932" y="679588"/>
                  </a:cubicBezTo>
                  <a:lnTo>
                    <a:pt x="2140869" y="679722"/>
                  </a:lnTo>
                  <a:lnTo>
                    <a:pt x="2137672" y="679722"/>
                  </a:lnTo>
                  <a:lnTo>
                    <a:pt x="2134912" y="680093"/>
                  </a:lnTo>
                  <a:lnTo>
                    <a:pt x="2133028" y="682346"/>
                  </a:lnTo>
                  <a:lnTo>
                    <a:pt x="2133028" y="685677"/>
                  </a:lnTo>
                  <a:lnTo>
                    <a:pt x="2134475" y="689579"/>
                  </a:lnTo>
                  <a:lnTo>
                    <a:pt x="2131849" y="692606"/>
                  </a:lnTo>
                  <a:cubicBezTo>
                    <a:pt x="2131849" y="692606"/>
                    <a:pt x="2132724" y="694490"/>
                    <a:pt x="2131547" y="694793"/>
                  </a:cubicBezTo>
                  <a:cubicBezTo>
                    <a:pt x="2130402" y="695096"/>
                    <a:pt x="2128787" y="695230"/>
                    <a:pt x="2127205" y="695365"/>
                  </a:cubicBezTo>
                  <a:cubicBezTo>
                    <a:pt x="2125590" y="695499"/>
                    <a:pt x="2124580" y="695668"/>
                    <a:pt x="2124580" y="695668"/>
                  </a:cubicBezTo>
                  <a:cubicBezTo>
                    <a:pt x="2124580" y="695668"/>
                    <a:pt x="2119364" y="696240"/>
                    <a:pt x="2117782" y="695970"/>
                  </a:cubicBezTo>
                  <a:cubicBezTo>
                    <a:pt x="2116200" y="695668"/>
                    <a:pt x="2115594" y="695399"/>
                    <a:pt x="2114753" y="694827"/>
                  </a:cubicBezTo>
                  <a:cubicBezTo>
                    <a:pt x="2113878" y="694255"/>
                    <a:pt x="2113878" y="693380"/>
                    <a:pt x="2113440" y="693246"/>
                  </a:cubicBezTo>
                  <a:cubicBezTo>
                    <a:pt x="2113003" y="693111"/>
                    <a:pt x="2113138" y="690790"/>
                    <a:pt x="2113138" y="690790"/>
                  </a:cubicBezTo>
                  <a:lnTo>
                    <a:pt x="2111825" y="687762"/>
                  </a:lnTo>
                  <a:lnTo>
                    <a:pt x="2110815" y="686316"/>
                  </a:lnTo>
                  <a:lnTo>
                    <a:pt x="2108359" y="685307"/>
                  </a:lnTo>
                  <a:lnTo>
                    <a:pt x="2108493" y="683423"/>
                  </a:lnTo>
                  <a:cubicBezTo>
                    <a:pt x="2108493" y="683423"/>
                    <a:pt x="2108931" y="680967"/>
                    <a:pt x="2108931" y="680530"/>
                  </a:cubicBezTo>
                  <a:cubicBezTo>
                    <a:pt x="2108931" y="680093"/>
                    <a:pt x="2107921" y="678343"/>
                    <a:pt x="2107921" y="678343"/>
                  </a:cubicBezTo>
                  <a:lnTo>
                    <a:pt x="2106912" y="678041"/>
                  </a:lnTo>
                  <a:lnTo>
                    <a:pt x="2105599" y="678612"/>
                  </a:lnTo>
                  <a:lnTo>
                    <a:pt x="2098363" y="678478"/>
                  </a:lnTo>
                  <a:lnTo>
                    <a:pt x="2096344" y="675147"/>
                  </a:lnTo>
                  <a:lnTo>
                    <a:pt x="2097219" y="671245"/>
                  </a:lnTo>
                  <a:lnTo>
                    <a:pt x="2098969" y="668352"/>
                  </a:lnTo>
                  <a:cubicBezTo>
                    <a:pt x="2098969" y="668352"/>
                    <a:pt x="2100416" y="666906"/>
                    <a:pt x="2100988" y="666906"/>
                  </a:cubicBezTo>
                  <a:cubicBezTo>
                    <a:pt x="2101560" y="666906"/>
                    <a:pt x="2104758" y="663878"/>
                    <a:pt x="2104758" y="663273"/>
                  </a:cubicBezTo>
                  <a:cubicBezTo>
                    <a:pt x="2104758" y="662701"/>
                    <a:pt x="2101426" y="661086"/>
                    <a:pt x="2101426" y="661086"/>
                  </a:cubicBezTo>
                  <a:lnTo>
                    <a:pt x="2094628" y="660649"/>
                  </a:lnTo>
                  <a:lnTo>
                    <a:pt x="2092474" y="658328"/>
                  </a:lnTo>
                  <a:lnTo>
                    <a:pt x="2088570" y="657016"/>
                  </a:lnTo>
                  <a:lnTo>
                    <a:pt x="2083219" y="657318"/>
                  </a:lnTo>
                  <a:lnTo>
                    <a:pt x="2076387" y="654997"/>
                  </a:lnTo>
                  <a:cubicBezTo>
                    <a:pt x="2076387" y="654997"/>
                    <a:pt x="2074502" y="653114"/>
                    <a:pt x="2074502" y="652542"/>
                  </a:cubicBezTo>
                  <a:cubicBezTo>
                    <a:pt x="2074502" y="651970"/>
                    <a:pt x="2068714" y="648202"/>
                    <a:pt x="2067839" y="646318"/>
                  </a:cubicBezTo>
                  <a:cubicBezTo>
                    <a:pt x="2066964" y="644434"/>
                    <a:pt x="2066964" y="643560"/>
                    <a:pt x="2066526" y="643291"/>
                  </a:cubicBezTo>
                  <a:cubicBezTo>
                    <a:pt x="2066089" y="642988"/>
                    <a:pt x="2065785" y="640970"/>
                    <a:pt x="2065516" y="640263"/>
                  </a:cubicBezTo>
                  <a:cubicBezTo>
                    <a:pt x="2065214" y="639557"/>
                    <a:pt x="2065516" y="637067"/>
                    <a:pt x="2065651" y="636496"/>
                  </a:cubicBezTo>
                  <a:cubicBezTo>
                    <a:pt x="2065785" y="635924"/>
                    <a:pt x="2066795" y="632593"/>
                    <a:pt x="2066795" y="632593"/>
                  </a:cubicBezTo>
                  <a:lnTo>
                    <a:pt x="2066930" y="631853"/>
                  </a:lnTo>
                  <a:cubicBezTo>
                    <a:pt x="2066930" y="631853"/>
                    <a:pt x="2068243" y="627951"/>
                    <a:pt x="2068680" y="627514"/>
                  </a:cubicBezTo>
                  <a:cubicBezTo>
                    <a:pt x="2069118" y="627076"/>
                    <a:pt x="2069824" y="623309"/>
                    <a:pt x="2069824" y="622737"/>
                  </a:cubicBezTo>
                  <a:cubicBezTo>
                    <a:pt x="2069824" y="622165"/>
                    <a:pt x="2069387" y="619272"/>
                    <a:pt x="2069387" y="619272"/>
                  </a:cubicBezTo>
                  <a:cubicBezTo>
                    <a:pt x="2069387" y="619272"/>
                    <a:pt x="2069656" y="615504"/>
                    <a:pt x="2069959" y="614933"/>
                  </a:cubicBezTo>
                  <a:cubicBezTo>
                    <a:pt x="2070262" y="614361"/>
                    <a:pt x="2073728" y="613486"/>
                    <a:pt x="2074603" y="613049"/>
                  </a:cubicBezTo>
                  <a:cubicBezTo>
                    <a:pt x="2075478" y="612611"/>
                    <a:pt x="2080829" y="607835"/>
                    <a:pt x="2080829" y="607835"/>
                  </a:cubicBezTo>
                  <a:cubicBezTo>
                    <a:pt x="2080829" y="607835"/>
                    <a:pt x="2083589" y="604639"/>
                    <a:pt x="2084295" y="604201"/>
                  </a:cubicBezTo>
                  <a:cubicBezTo>
                    <a:pt x="2085036" y="603764"/>
                    <a:pt x="2088772" y="600737"/>
                    <a:pt x="2089377" y="600131"/>
                  </a:cubicBezTo>
                  <a:cubicBezTo>
                    <a:pt x="2089950" y="599559"/>
                    <a:pt x="2094729" y="595354"/>
                    <a:pt x="2095166" y="595220"/>
                  </a:cubicBezTo>
                  <a:cubicBezTo>
                    <a:pt x="2095604" y="595085"/>
                    <a:pt x="2099070" y="592461"/>
                    <a:pt x="2099373" y="592024"/>
                  </a:cubicBezTo>
                  <a:cubicBezTo>
                    <a:pt x="2099676" y="591587"/>
                    <a:pt x="2101392" y="589703"/>
                    <a:pt x="2102267" y="589266"/>
                  </a:cubicBezTo>
                  <a:cubicBezTo>
                    <a:pt x="2103142" y="588828"/>
                    <a:pt x="2105296" y="587079"/>
                    <a:pt x="2105296" y="587079"/>
                  </a:cubicBezTo>
                  <a:cubicBezTo>
                    <a:pt x="2105296" y="587079"/>
                    <a:pt x="2108628" y="584623"/>
                    <a:pt x="2109200" y="584489"/>
                  </a:cubicBezTo>
                  <a:cubicBezTo>
                    <a:pt x="2109772" y="584354"/>
                    <a:pt x="2111388" y="581293"/>
                    <a:pt x="2111825" y="580856"/>
                  </a:cubicBezTo>
                  <a:cubicBezTo>
                    <a:pt x="2112263" y="580418"/>
                    <a:pt x="2115292" y="578972"/>
                    <a:pt x="2115292" y="578972"/>
                  </a:cubicBezTo>
                  <a:cubicBezTo>
                    <a:pt x="2115292" y="578972"/>
                    <a:pt x="2117344" y="579544"/>
                    <a:pt x="2118489" y="579544"/>
                  </a:cubicBezTo>
                  <a:cubicBezTo>
                    <a:pt x="2119633" y="579544"/>
                    <a:pt x="2120676" y="579409"/>
                    <a:pt x="2121080" y="579241"/>
                  </a:cubicBezTo>
                  <a:cubicBezTo>
                    <a:pt x="2121518" y="579106"/>
                    <a:pt x="2122830" y="577929"/>
                    <a:pt x="2123672" y="577357"/>
                  </a:cubicBezTo>
                  <a:cubicBezTo>
                    <a:pt x="2124547" y="576785"/>
                    <a:pt x="2124109" y="575339"/>
                    <a:pt x="2124244" y="574901"/>
                  </a:cubicBezTo>
                  <a:cubicBezTo>
                    <a:pt x="2124378" y="574464"/>
                    <a:pt x="2124681" y="571436"/>
                    <a:pt x="2124681" y="571436"/>
                  </a:cubicBezTo>
                  <a:lnTo>
                    <a:pt x="2124950" y="570696"/>
                  </a:lnTo>
                  <a:cubicBezTo>
                    <a:pt x="2124950" y="570696"/>
                    <a:pt x="2126263" y="567803"/>
                    <a:pt x="2126263" y="567063"/>
                  </a:cubicBezTo>
                  <a:cubicBezTo>
                    <a:pt x="2126263" y="566323"/>
                    <a:pt x="2126835" y="564170"/>
                    <a:pt x="2126835" y="564170"/>
                  </a:cubicBezTo>
                  <a:lnTo>
                    <a:pt x="2127542" y="562724"/>
                  </a:lnTo>
                  <a:cubicBezTo>
                    <a:pt x="2127542" y="562724"/>
                    <a:pt x="2128417" y="560134"/>
                    <a:pt x="2128417" y="559528"/>
                  </a:cubicBezTo>
                  <a:cubicBezTo>
                    <a:pt x="2128417" y="558956"/>
                    <a:pt x="2129292" y="558216"/>
                    <a:pt x="2130167" y="557779"/>
                  </a:cubicBezTo>
                  <a:cubicBezTo>
                    <a:pt x="2131042" y="557341"/>
                    <a:pt x="2132792" y="556635"/>
                    <a:pt x="2134508" y="555895"/>
                  </a:cubicBezTo>
                  <a:cubicBezTo>
                    <a:pt x="2136258" y="555189"/>
                    <a:pt x="2136393" y="555458"/>
                    <a:pt x="2137268" y="554886"/>
                  </a:cubicBezTo>
                  <a:cubicBezTo>
                    <a:pt x="2138143" y="554314"/>
                    <a:pt x="2139287" y="554011"/>
                    <a:pt x="2139287" y="554011"/>
                  </a:cubicBezTo>
                  <a:lnTo>
                    <a:pt x="2142316" y="551993"/>
                  </a:lnTo>
                  <a:cubicBezTo>
                    <a:pt x="2142316" y="551993"/>
                    <a:pt x="2145211" y="549100"/>
                    <a:pt x="2145951" y="548797"/>
                  </a:cubicBezTo>
                  <a:cubicBezTo>
                    <a:pt x="2146691" y="548494"/>
                    <a:pt x="2148845" y="545467"/>
                    <a:pt x="2149283" y="545164"/>
                  </a:cubicBezTo>
                  <a:cubicBezTo>
                    <a:pt x="2149720" y="544861"/>
                    <a:pt x="2150864" y="543415"/>
                    <a:pt x="2151033" y="542977"/>
                  </a:cubicBezTo>
                  <a:cubicBezTo>
                    <a:pt x="2151167" y="542540"/>
                    <a:pt x="2152042" y="541228"/>
                    <a:pt x="2152042" y="541228"/>
                  </a:cubicBezTo>
                  <a:cubicBezTo>
                    <a:pt x="2152042" y="541228"/>
                    <a:pt x="2153927" y="538201"/>
                    <a:pt x="2154499" y="537023"/>
                  </a:cubicBezTo>
                  <a:cubicBezTo>
                    <a:pt x="2155071" y="535879"/>
                    <a:pt x="2155643" y="534567"/>
                    <a:pt x="2155643" y="534567"/>
                  </a:cubicBezTo>
                  <a:lnTo>
                    <a:pt x="2154768" y="531372"/>
                  </a:lnTo>
                  <a:lnTo>
                    <a:pt x="2158538" y="526595"/>
                  </a:lnTo>
                  <a:lnTo>
                    <a:pt x="2160692" y="523567"/>
                  </a:lnTo>
                  <a:lnTo>
                    <a:pt x="2162879" y="519497"/>
                  </a:lnTo>
                  <a:lnTo>
                    <a:pt x="2167658" y="516301"/>
                  </a:lnTo>
                  <a:cubicBezTo>
                    <a:pt x="2167658" y="516301"/>
                    <a:pt x="2169678" y="515292"/>
                    <a:pt x="2170552" y="514855"/>
                  </a:cubicBezTo>
                  <a:cubicBezTo>
                    <a:pt x="2171427" y="514417"/>
                    <a:pt x="2171427" y="513845"/>
                    <a:pt x="2172437" y="512096"/>
                  </a:cubicBezTo>
                  <a:cubicBezTo>
                    <a:pt x="2173009" y="511121"/>
                    <a:pt x="2173144" y="510919"/>
                    <a:pt x="2173177" y="510952"/>
                  </a:cubicBezTo>
                  <a:cubicBezTo>
                    <a:pt x="2173278" y="510347"/>
                    <a:pt x="2173750" y="507992"/>
                    <a:pt x="2173750" y="507488"/>
                  </a:cubicBezTo>
                  <a:cubicBezTo>
                    <a:pt x="2173750" y="506916"/>
                    <a:pt x="2174456" y="505604"/>
                    <a:pt x="2174456" y="505604"/>
                  </a:cubicBezTo>
                  <a:cubicBezTo>
                    <a:pt x="2174456" y="505604"/>
                    <a:pt x="2177216" y="504023"/>
                    <a:pt x="2177923" y="503585"/>
                  </a:cubicBezTo>
                  <a:cubicBezTo>
                    <a:pt x="2178663" y="503148"/>
                    <a:pt x="2179504" y="502273"/>
                    <a:pt x="2180682" y="501836"/>
                  </a:cubicBezTo>
                  <a:cubicBezTo>
                    <a:pt x="2181827" y="501399"/>
                    <a:pt x="2183576" y="500961"/>
                    <a:pt x="2183576" y="500961"/>
                  </a:cubicBezTo>
                  <a:lnTo>
                    <a:pt x="2185159" y="499515"/>
                  </a:lnTo>
                  <a:lnTo>
                    <a:pt x="2186471" y="496487"/>
                  </a:lnTo>
                  <a:lnTo>
                    <a:pt x="2186909" y="495175"/>
                  </a:lnTo>
                  <a:lnTo>
                    <a:pt x="2185461" y="491845"/>
                  </a:lnTo>
                  <a:lnTo>
                    <a:pt x="2185596" y="488380"/>
                  </a:lnTo>
                  <a:lnTo>
                    <a:pt x="2187043" y="485184"/>
                  </a:lnTo>
                  <a:lnTo>
                    <a:pt x="2189634" y="482426"/>
                  </a:lnTo>
                  <a:cubicBezTo>
                    <a:pt x="2189634" y="482426"/>
                    <a:pt x="2192394" y="486328"/>
                    <a:pt x="2193404" y="486934"/>
                  </a:cubicBezTo>
                  <a:cubicBezTo>
                    <a:pt x="2194414" y="487506"/>
                    <a:pt x="2195289" y="489524"/>
                    <a:pt x="2195423" y="489961"/>
                  </a:cubicBezTo>
                  <a:cubicBezTo>
                    <a:pt x="2195558" y="490399"/>
                    <a:pt x="2197745" y="491711"/>
                    <a:pt x="2197745" y="491711"/>
                  </a:cubicBezTo>
                  <a:lnTo>
                    <a:pt x="2198183" y="495344"/>
                  </a:lnTo>
                  <a:lnTo>
                    <a:pt x="2197611" y="498405"/>
                  </a:lnTo>
                  <a:lnTo>
                    <a:pt x="2197173" y="499986"/>
                  </a:lnTo>
                  <a:cubicBezTo>
                    <a:pt x="2197173" y="499986"/>
                    <a:pt x="2196870" y="501298"/>
                    <a:pt x="2196736" y="501870"/>
                  </a:cubicBezTo>
                  <a:cubicBezTo>
                    <a:pt x="2196567" y="502442"/>
                    <a:pt x="2197005" y="503451"/>
                    <a:pt x="2197005" y="503451"/>
                  </a:cubicBezTo>
                  <a:cubicBezTo>
                    <a:pt x="2197005" y="503451"/>
                    <a:pt x="2197005" y="506647"/>
                    <a:pt x="2197139" y="507218"/>
                  </a:cubicBezTo>
                  <a:cubicBezTo>
                    <a:pt x="2197274" y="507790"/>
                    <a:pt x="2197443" y="507925"/>
                    <a:pt x="2197712" y="508530"/>
                  </a:cubicBezTo>
                  <a:cubicBezTo>
                    <a:pt x="2197981" y="509102"/>
                    <a:pt x="2199899" y="510851"/>
                    <a:pt x="2200337" y="511423"/>
                  </a:cubicBezTo>
                  <a:cubicBezTo>
                    <a:pt x="2200774" y="511995"/>
                    <a:pt x="2201918" y="513610"/>
                    <a:pt x="2202356" y="514182"/>
                  </a:cubicBezTo>
                  <a:cubicBezTo>
                    <a:pt x="2202794" y="514754"/>
                    <a:pt x="2203938" y="515326"/>
                    <a:pt x="2205250" y="516637"/>
                  </a:cubicBezTo>
                  <a:cubicBezTo>
                    <a:pt x="2206563" y="517949"/>
                    <a:pt x="2206260" y="517075"/>
                    <a:pt x="2207707" y="517344"/>
                  </a:cubicBezTo>
                  <a:cubicBezTo>
                    <a:pt x="2209154" y="517647"/>
                    <a:pt x="2209289" y="518521"/>
                    <a:pt x="2209289" y="518521"/>
                  </a:cubicBezTo>
                  <a:lnTo>
                    <a:pt x="2211173" y="519833"/>
                  </a:lnTo>
                  <a:lnTo>
                    <a:pt x="2211039" y="522861"/>
                  </a:lnTo>
                  <a:lnTo>
                    <a:pt x="2210029" y="524005"/>
                  </a:lnTo>
                  <a:cubicBezTo>
                    <a:pt x="2210029" y="524005"/>
                    <a:pt x="2210029" y="525317"/>
                    <a:pt x="2210164" y="525888"/>
                  </a:cubicBezTo>
                  <a:cubicBezTo>
                    <a:pt x="2210298" y="526460"/>
                    <a:pt x="2210601" y="527032"/>
                    <a:pt x="2211039" y="527907"/>
                  </a:cubicBezTo>
                  <a:cubicBezTo>
                    <a:pt x="2211476" y="528781"/>
                    <a:pt x="2211611" y="530093"/>
                    <a:pt x="2212183" y="530800"/>
                  </a:cubicBezTo>
                  <a:cubicBezTo>
                    <a:pt x="2212755" y="531540"/>
                    <a:pt x="2212890" y="532112"/>
                    <a:pt x="2213765" y="533827"/>
                  </a:cubicBezTo>
                  <a:cubicBezTo>
                    <a:pt x="2214640" y="535577"/>
                    <a:pt x="2214774" y="535408"/>
                    <a:pt x="2215078" y="536283"/>
                  </a:cubicBezTo>
                  <a:cubicBezTo>
                    <a:pt x="2215380" y="537158"/>
                    <a:pt x="2216962" y="537595"/>
                    <a:pt x="2217972" y="537595"/>
                  </a:cubicBezTo>
                  <a:cubicBezTo>
                    <a:pt x="2218981" y="537595"/>
                    <a:pt x="2218678" y="536283"/>
                    <a:pt x="2218678" y="534399"/>
                  </a:cubicBezTo>
                  <a:cubicBezTo>
                    <a:pt x="2218678" y="532515"/>
                    <a:pt x="2218678" y="531506"/>
                    <a:pt x="2218544" y="530497"/>
                  </a:cubicBezTo>
                  <a:cubicBezTo>
                    <a:pt x="2218409" y="529488"/>
                    <a:pt x="2218544" y="526729"/>
                    <a:pt x="2218544" y="526729"/>
                  </a:cubicBezTo>
                  <a:lnTo>
                    <a:pt x="2218981" y="522962"/>
                  </a:lnTo>
                  <a:lnTo>
                    <a:pt x="2217972" y="520203"/>
                  </a:lnTo>
                  <a:lnTo>
                    <a:pt x="2215953" y="516570"/>
                  </a:lnTo>
                  <a:lnTo>
                    <a:pt x="2215818" y="513240"/>
                  </a:lnTo>
                  <a:cubicBezTo>
                    <a:pt x="2215818" y="513240"/>
                    <a:pt x="2218005" y="511928"/>
                    <a:pt x="2218847" y="511491"/>
                  </a:cubicBezTo>
                  <a:cubicBezTo>
                    <a:pt x="2219722" y="511053"/>
                    <a:pt x="2219991" y="508732"/>
                    <a:pt x="2219991" y="508732"/>
                  </a:cubicBezTo>
                  <a:lnTo>
                    <a:pt x="2216659" y="508026"/>
                  </a:lnTo>
                  <a:cubicBezTo>
                    <a:pt x="2216659" y="508026"/>
                    <a:pt x="2215347" y="506445"/>
                    <a:pt x="2215044" y="505267"/>
                  </a:cubicBezTo>
                  <a:cubicBezTo>
                    <a:pt x="2214774" y="504124"/>
                    <a:pt x="2214034" y="501634"/>
                    <a:pt x="2213899" y="500760"/>
                  </a:cubicBezTo>
                  <a:cubicBezTo>
                    <a:pt x="2213765" y="499885"/>
                    <a:pt x="2212318" y="497867"/>
                    <a:pt x="2212318" y="497867"/>
                  </a:cubicBezTo>
                  <a:cubicBezTo>
                    <a:pt x="2212318" y="497867"/>
                    <a:pt x="2212587" y="493090"/>
                    <a:pt x="2212587" y="490466"/>
                  </a:cubicBezTo>
                  <a:cubicBezTo>
                    <a:pt x="2212587" y="487842"/>
                    <a:pt x="2213024" y="488279"/>
                    <a:pt x="2213024" y="488279"/>
                  </a:cubicBezTo>
                  <a:lnTo>
                    <a:pt x="2212721" y="485252"/>
                  </a:lnTo>
                  <a:lnTo>
                    <a:pt x="2212284" y="482628"/>
                  </a:lnTo>
                  <a:lnTo>
                    <a:pt x="2212419" y="480744"/>
                  </a:lnTo>
                  <a:lnTo>
                    <a:pt x="2215313" y="476842"/>
                  </a:lnTo>
                  <a:cubicBezTo>
                    <a:pt x="2215313" y="476842"/>
                    <a:pt x="2217332" y="475967"/>
                    <a:pt x="2217501" y="475530"/>
                  </a:cubicBezTo>
                  <a:cubicBezTo>
                    <a:pt x="2217635" y="475093"/>
                    <a:pt x="2218376" y="468129"/>
                    <a:pt x="2218376" y="468129"/>
                  </a:cubicBezTo>
                  <a:lnTo>
                    <a:pt x="2217198" y="462040"/>
                  </a:lnTo>
                  <a:lnTo>
                    <a:pt x="2216323" y="457398"/>
                  </a:lnTo>
                  <a:lnTo>
                    <a:pt x="2216625" y="453193"/>
                  </a:lnTo>
                  <a:cubicBezTo>
                    <a:pt x="2216625" y="453193"/>
                    <a:pt x="2217198" y="448282"/>
                    <a:pt x="2217198" y="447676"/>
                  </a:cubicBezTo>
                  <a:cubicBezTo>
                    <a:pt x="2217198" y="447104"/>
                    <a:pt x="2217635" y="445221"/>
                    <a:pt x="2217635" y="445221"/>
                  </a:cubicBezTo>
                  <a:cubicBezTo>
                    <a:pt x="2217635" y="445221"/>
                    <a:pt x="2219385" y="443034"/>
                    <a:pt x="2219654" y="442630"/>
                  </a:cubicBezTo>
                  <a:cubicBezTo>
                    <a:pt x="2219957" y="442193"/>
                    <a:pt x="2221842" y="440746"/>
                    <a:pt x="2222986" y="440309"/>
                  </a:cubicBezTo>
                  <a:cubicBezTo>
                    <a:pt x="2224130" y="439872"/>
                    <a:pt x="2223558" y="439300"/>
                    <a:pt x="2223558" y="439300"/>
                  </a:cubicBezTo>
                  <a:lnTo>
                    <a:pt x="2224299" y="436104"/>
                  </a:lnTo>
                  <a:lnTo>
                    <a:pt x="2225443" y="433077"/>
                  </a:lnTo>
                  <a:lnTo>
                    <a:pt x="2226318" y="429612"/>
                  </a:lnTo>
                  <a:lnTo>
                    <a:pt x="2225005" y="426281"/>
                  </a:lnTo>
                  <a:lnTo>
                    <a:pt x="2222414" y="423086"/>
                  </a:lnTo>
                  <a:cubicBezTo>
                    <a:pt x="2222414" y="423086"/>
                    <a:pt x="2221976" y="420462"/>
                    <a:pt x="2222414" y="419621"/>
                  </a:cubicBezTo>
                  <a:cubicBezTo>
                    <a:pt x="2222852" y="418746"/>
                    <a:pt x="2223558" y="413969"/>
                    <a:pt x="2223996" y="413667"/>
                  </a:cubicBezTo>
                  <a:cubicBezTo>
                    <a:pt x="2224433" y="413364"/>
                    <a:pt x="2227462" y="411211"/>
                    <a:pt x="2228909" y="410336"/>
                  </a:cubicBezTo>
                  <a:cubicBezTo>
                    <a:pt x="2230356" y="409462"/>
                    <a:pt x="2232813" y="409024"/>
                    <a:pt x="2233419" y="409024"/>
                  </a:cubicBezTo>
                  <a:cubicBezTo>
                    <a:pt x="2233991" y="409024"/>
                    <a:pt x="2236448" y="409462"/>
                    <a:pt x="2237491" y="409462"/>
                  </a:cubicBezTo>
                  <a:cubicBezTo>
                    <a:pt x="2238501" y="409462"/>
                    <a:pt x="2239948" y="411345"/>
                    <a:pt x="2241126" y="412220"/>
                  </a:cubicBezTo>
                  <a:cubicBezTo>
                    <a:pt x="2242270" y="413095"/>
                    <a:pt x="2245030" y="414541"/>
                    <a:pt x="2245467" y="414541"/>
                  </a:cubicBezTo>
                  <a:cubicBezTo>
                    <a:pt x="2245905" y="414541"/>
                    <a:pt x="2249237" y="413969"/>
                    <a:pt x="2249237" y="413969"/>
                  </a:cubicBezTo>
                  <a:lnTo>
                    <a:pt x="2252266" y="411076"/>
                  </a:lnTo>
                  <a:lnTo>
                    <a:pt x="2255025" y="405290"/>
                  </a:lnTo>
                  <a:lnTo>
                    <a:pt x="2257482" y="399639"/>
                  </a:lnTo>
                  <a:cubicBezTo>
                    <a:pt x="2257482" y="399639"/>
                    <a:pt x="2255160" y="394727"/>
                    <a:pt x="2255160" y="394122"/>
                  </a:cubicBezTo>
                  <a:cubicBezTo>
                    <a:pt x="2255160" y="393550"/>
                    <a:pt x="2255597" y="390489"/>
                    <a:pt x="2255597" y="390489"/>
                  </a:cubicBezTo>
                  <a:lnTo>
                    <a:pt x="2256035" y="386721"/>
                  </a:lnTo>
                  <a:lnTo>
                    <a:pt x="2256170" y="383694"/>
                  </a:lnTo>
                  <a:lnTo>
                    <a:pt x="2254420" y="381103"/>
                  </a:lnTo>
                  <a:lnTo>
                    <a:pt x="2252973" y="377908"/>
                  </a:lnTo>
                  <a:lnTo>
                    <a:pt x="2254285" y="375889"/>
                  </a:lnTo>
                  <a:lnTo>
                    <a:pt x="2253847" y="374746"/>
                  </a:lnTo>
                  <a:lnTo>
                    <a:pt x="2252266" y="371415"/>
                  </a:lnTo>
                  <a:lnTo>
                    <a:pt x="2247487" y="367076"/>
                  </a:lnTo>
                  <a:lnTo>
                    <a:pt x="2244289" y="363308"/>
                  </a:lnTo>
                  <a:lnTo>
                    <a:pt x="2242405" y="358800"/>
                  </a:lnTo>
                  <a:lnTo>
                    <a:pt x="2243280" y="356345"/>
                  </a:lnTo>
                  <a:lnTo>
                    <a:pt x="2245467" y="354764"/>
                  </a:lnTo>
                  <a:lnTo>
                    <a:pt x="2248227" y="350996"/>
                  </a:lnTo>
                  <a:lnTo>
                    <a:pt x="2248362" y="348237"/>
                  </a:lnTo>
                  <a:lnTo>
                    <a:pt x="2245905" y="343898"/>
                  </a:lnTo>
                  <a:lnTo>
                    <a:pt x="2245333" y="339390"/>
                  </a:lnTo>
                  <a:cubicBezTo>
                    <a:pt x="2245333" y="339390"/>
                    <a:pt x="2243011" y="332730"/>
                    <a:pt x="2242741" y="331149"/>
                  </a:cubicBezTo>
                  <a:cubicBezTo>
                    <a:pt x="2242439" y="329567"/>
                    <a:pt x="2242741" y="327818"/>
                    <a:pt x="2242876" y="326641"/>
                  </a:cubicBezTo>
                  <a:cubicBezTo>
                    <a:pt x="2243011" y="325497"/>
                    <a:pt x="2243617" y="323445"/>
                    <a:pt x="2244188" y="322167"/>
                  </a:cubicBezTo>
                  <a:cubicBezTo>
                    <a:pt x="2244761" y="320855"/>
                    <a:pt x="2245501" y="319711"/>
                    <a:pt x="2245636" y="319274"/>
                  </a:cubicBezTo>
                  <a:cubicBezTo>
                    <a:pt x="2245770" y="318836"/>
                    <a:pt x="2247655" y="315506"/>
                    <a:pt x="2248227" y="315069"/>
                  </a:cubicBezTo>
                  <a:cubicBezTo>
                    <a:pt x="2248799" y="314632"/>
                    <a:pt x="2247520" y="311873"/>
                    <a:pt x="2247520" y="311873"/>
                  </a:cubicBezTo>
                  <a:lnTo>
                    <a:pt x="2246948" y="307399"/>
                  </a:lnTo>
                  <a:lnTo>
                    <a:pt x="2248092" y="303631"/>
                  </a:lnTo>
                  <a:cubicBezTo>
                    <a:pt x="2248092" y="303631"/>
                    <a:pt x="2250112" y="302050"/>
                    <a:pt x="2250987" y="301310"/>
                  </a:cubicBezTo>
                  <a:cubicBezTo>
                    <a:pt x="2251862" y="300570"/>
                    <a:pt x="2253881" y="298417"/>
                    <a:pt x="2254016" y="297845"/>
                  </a:cubicBezTo>
                  <a:cubicBezTo>
                    <a:pt x="2254150" y="297273"/>
                    <a:pt x="2256641" y="291319"/>
                    <a:pt x="2256910" y="290478"/>
                  </a:cubicBezTo>
                  <a:cubicBezTo>
                    <a:pt x="2257213" y="289604"/>
                    <a:pt x="2257650" y="288594"/>
                    <a:pt x="2257650" y="288594"/>
                  </a:cubicBezTo>
                  <a:cubicBezTo>
                    <a:pt x="2257650" y="288594"/>
                    <a:pt x="2258223" y="284255"/>
                    <a:pt x="2258525" y="282808"/>
                  </a:cubicBezTo>
                  <a:cubicBezTo>
                    <a:pt x="2258828" y="281362"/>
                    <a:pt x="2259704" y="277729"/>
                    <a:pt x="2259973" y="276417"/>
                  </a:cubicBezTo>
                  <a:cubicBezTo>
                    <a:pt x="2260275" y="275105"/>
                    <a:pt x="2259973" y="272952"/>
                    <a:pt x="2259838" y="272515"/>
                  </a:cubicBezTo>
                  <a:cubicBezTo>
                    <a:pt x="2259704" y="272077"/>
                    <a:pt x="2260578" y="267435"/>
                    <a:pt x="2260578" y="267435"/>
                  </a:cubicBezTo>
                  <a:cubicBezTo>
                    <a:pt x="2260578" y="267435"/>
                    <a:pt x="2263607" y="267301"/>
                    <a:pt x="2264920" y="266729"/>
                  </a:cubicBezTo>
                  <a:cubicBezTo>
                    <a:pt x="2266232" y="266157"/>
                    <a:pt x="2266367" y="266157"/>
                    <a:pt x="2267242" y="265854"/>
                  </a:cubicBezTo>
                  <a:cubicBezTo>
                    <a:pt x="2268117" y="265551"/>
                    <a:pt x="2272593" y="262961"/>
                    <a:pt x="2272593" y="262961"/>
                  </a:cubicBezTo>
                  <a:cubicBezTo>
                    <a:pt x="2272593" y="262961"/>
                    <a:pt x="2274781" y="260068"/>
                    <a:pt x="2275218" y="259496"/>
                  </a:cubicBezTo>
                  <a:cubicBezTo>
                    <a:pt x="2275656" y="258924"/>
                    <a:pt x="2278112" y="255426"/>
                    <a:pt x="2278112" y="255426"/>
                  </a:cubicBezTo>
                  <a:lnTo>
                    <a:pt x="2278415" y="248328"/>
                  </a:lnTo>
                  <a:lnTo>
                    <a:pt x="2277540" y="243416"/>
                  </a:lnTo>
                  <a:cubicBezTo>
                    <a:pt x="2277540" y="243416"/>
                    <a:pt x="2277237" y="241970"/>
                    <a:pt x="2276968" y="241398"/>
                  </a:cubicBezTo>
                  <a:cubicBezTo>
                    <a:pt x="2276699" y="240826"/>
                    <a:pt x="2275824" y="239380"/>
                    <a:pt x="2275824" y="238808"/>
                  </a:cubicBezTo>
                  <a:cubicBezTo>
                    <a:pt x="2275824" y="238236"/>
                    <a:pt x="2273502" y="235477"/>
                    <a:pt x="2273232" y="235040"/>
                  </a:cubicBezTo>
                  <a:cubicBezTo>
                    <a:pt x="2272963" y="234603"/>
                    <a:pt x="2271348" y="231844"/>
                    <a:pt x="2271348" y="231272"/>
                  </a:cubicBezTo>
                  <a:cubicBezTo>
                    <a:pt x="2271348" y="230701"/>
                    <a:pt x="2271651" y="229086"/>
                    <a:pt x="2272660" y="228817"/>
                  </a:cubicBezTo>
                  <a:cubicBezTo>
                    <a:pt x="2273670" y="228514"/>
                    <a:pt x="2274982" y="228379"/>
                    <a:pt x="2277742" y="226933"/>
                  </a:cubicBezTo>
                  <a:cubicBezTo>
                    <a:pt x="2280502" y="225486"/>
                    <a:pt x="2278045" y="225352"/>
                    <a:pt x="2278045" y="225352"/>
                  </a:cubicBezTo>
                  <a:cubicBezTo>
                    <a:pt x="2278045" y="225352"/>
                    <a:pt x="2279189" y="223031"/>
                    <a:pt x="2279627" y="222593"/>
                  </a:cubicBezTo>
                  <a:cubicBezTo>
                    <a:pt x="2280064" y="222156"/>
                    <a:pt x="2281512" y="221853"/>
                    <a:pt x="2282252" y="221584"/>
                  </a:cubicBezTo>
                  <a:cubicBezTo>
                    <a:pt x="2282959" y="221282"/>
                    <a:pt x="2284002" y="220710"/>
                    <a:pt x="2284574" y="220272"/>
                  </a:cubicBezTo>
                  <a:cubicBezTo>
                    <a:pt x="2285146" y="219835"/>
                    <a:pt x="2286896" y="218254"/>
                    <a:pt x="2286896" y="218254"/>
                  </a:cubicBezTo>
                  <a:cubicBezTo>
                    <a:pt x="2286896" y="218254"/>
                    <a:pt x="2287771" y="216505"/>
                    <a:pt x="2288646" y="216067"/>
                  </a:cubicBezTo>
                  <a:cubicBezTo>
                    <a:pt x="2289521" y="215630"/>
                    <a:pt x="2290396" y="214486"/>
                    <a:pt x="2290531" y="213174"/>
                  </a:cubicBezTo>
                  <a:cubicBezTo>
                    <a:pt x="2290666" y="211862"/>
                    <a:pt x="2290228" y="210719"/>
                    <a:pt x="2290228" y="210147"/>
                  </a:cubicBezTo>
                  <a:cubicBezTo>
                    <a:pt x="2290228" y="209575"/>
                    <a:pt x="2289084" y="208263"/>
                    <a:pt x="2288478" y="207691"/>
                  </a:cubicBezTo>
                  <a:cubicBezTo>
                    <a:pt x="2287906" y="207119"/>
                    <a:pt x="2287603" y="205538"/>
                    <a:pt x="2287738" y="204798"/>
                  </a:cubicBezTo>
                  <a:cubicBezTo>
                    <a:pt x="2287872" y="204058"/>
                    <a:pt x="2288310" y="201905"/>
                    <a:pt x="2288310" y="201905"/>
                  </a:cubicBezTo>
                  <a:cubicBezTo>
                    <a:pt x="2288310" y="201905"/>
                    <a:pt x="2289454" y="200761"/>
                    <a:pt x="2289622" y="199719"/>
                  </a:cubicBezTo>
                  <a:cubicBezTo>
                    <a:pt x="2289757" y="198709"/>
                    <a:pt x="2289622" y="197969"/>
                    <a:pt x="2289622" y="196826"/>
                  </a:cubicBezTo>
                  <a:cubicBezTo>
                    <a:pt x="2289622" y="195682"/>
                    <a:pt x="2288040" y="195682"/>
                    <a:pt x="2287738" y="194807"/>
                  </a:cubicBezTo>
                  <a:cubicBezTo>
                    <a:pt x="2287435" y="193933"/>
                    <a:pt x="2286425" y="193058"/>
                    <a:pt x="2285988" y="193226"/>
                  </a:cubicBezTo>
                  <a:cubicBezTo>
                    <a:pt x="2285550" y="193361"/>
                    <a:pt x="2283968" y="193529"/>
                    <a:pt x="2283968" y="193529"/>
                  </a:cubicBezTo>
                  <a:cubicBezTo>
                    <a:pt x="2283968" y="193529"/>
                    <a:pt x="2282083" y="193966"/>
                    <a:pt x="2281646" y="194101"/>
                  </a:cubicBezTo>
                  <a:cubicBezTo>
                    <a:pt x="2281208" y="194235"/>
                    <a:pt x="2278752" y="194673"/>
                    <a:pt x="2278180" y="194673"/>
                  </a:cubicBezTo>
                  <a:cubicBezTo>
                    <a:pt x="2277608" y="194673"/>
                    <a:pt x="2277035" y="194101"/>
                    <a:pt x="2276733" y="192654"/>
                  </a:cubicBezTo>
                  <a:cubicBezTo>
                    <a:pt x="2276430" y="191208"/>
                    <a:pt x="2276160" y="190064"/>
                    <a:pt x="2275992" y="189627"/>
                  </a:cubicBezTo>
                  <a:cubicBezTo>
                    <a:pt x="2275857" y="189189"/>
                    <a:pt x="2275555" y="188483"/>
                    <a:pt x="2273536" y="186734"/>
                  </a:cubicBezTo>
                  <a:cubicBezTo>
                    <a:pt x="2271516" y="184984"/>
                    <a:pt x="2271651" y="186162"/>
                    <a:pt x="2270338" y="186162"/>
                  </a:cubicBezTo>
                  <a:cubicBezTo>
                    <a:pt x="2269025" y="186162"/>
                    <a:pt x="2268588" y="186162"/>
                    <a:pt x="2268150" y="186027"/>
                  </a:cubicBezTo>
                  <a:cubicBezTo>
                    <a:pt x="2267713" y="185893"/>
                    <a:pt x="2267006" y="185287"/>
                    <a:pt x="2266401" y="184009"/>
                  </a:cubicBezTo>
                  <a:cubicBezTo>
                    <a:pt x="2265828" y="182697"/>
                    <a:pt x="2266704" y="181822"/>
                    <a:pt x="2266704" y="181822"/>
                  </a:cubicBezTo>
                  <a:lnTo>
                    <a:pt x="2266704" y="178626"/>
                  </a:lnTo>
                  <a:lnTo>
                    <a:pt x="2265324" y="177045"/>
                  </a:lnTo>
                  <a:lnTo>
                    <a:pt x="2263237" y="174018"/>
                  </a:lnTo>
                  <a:lnTo>
                    <a:pt x="2259468" y="168938"/>
                  </a:lnTo>
                  <a:lnTo>
                    <a:pt x="2255564" y="167492"/>
                  </a:lnTo>
                  <a:lnTo>
                    <a:pt x="2252232" y="166348"/>
                  </a:lnTo>
                  <a:lnTo>
                    <a:pt x="2249338" y="163320"/>
                  </a:lnTo>
                  <a:lnTo>
                    <a:pt x="2248766" y="159250"/>
                  </a:lnTo>
                  <a:cubicBezTo>
                    <a:pt x="2248766" y="159250"/>
                    <a:pt x="2247621" y="158375"/>
                    <a:pt x="2247184" y="157938"/>
                  </a:cubicBezTo>
                  <a:cubicBezTo>
                    <a:pt x="2246746" y="157501"/>
                    <a:pt x="2244155" y="155617"/>
                    <a:pt x="2244155" y="155617"/>
                  </a:cubicBezTo>
                  <a:cubicBezTo>
                    <a:pt x="2244155" y="155617"/>
                    <a:pt x="2244155" y="155617"/>
                    <a:pt x="2243414" y="154877"/>
                  </a:cubicBezTo>
                  <a:cubicBezTo>
                    <a:pt x="2242708" y="154170"/>
                    <a:pt x="2242102" y="152287"/>
                    <a:pt x="2242102" y="152287"/>
                  </a:cubicBezTo>
                  <a:cubicBezTo>
                    <a:pt x="2242102" y="152287"/>
                    <a:pt x="2240655" y="150706"/>
                    <a:pt x="2240352" y="150268"/>
                  </a:cubicBezTo>
                  <a:cubicBezTo>
                    <a:pt x="2240083" y="149831"/>
                    <a:pt x="2238905" y="149259"/>
                    <a:pt x="2238333" y="149125"/>
                  </a:cubicBezTo>
                  <a:cubicBezTo>
                    <a:pt x="2237761" y="148990"/>
                    <a:pt x="2235573" y="147813"/>
                    <a:pt x="2235136" y="147543"/>
                  </a:cubicBezTo>
                  <a:cubicBezTo>
                    <a:pt x="2234698" y="147241"/>
                    <a:pt x="2232679" y="145794"/>
                    <a:pt x="2232679" y="145794"/>
                  </a:cubicBezTo>
                  <a:lnTo>
                    <a:pt x="2229347" y="143910"/>
                  </a:lnTo>
                  <a:lnTo>
                    <a:pt x="2224130" y="142733"/>
                  </a:lnTo>
                  <a:lnTo>
                    <a:pt x="2222986" y="142733"/>
                  </a:lnTo>
                  <a:lnTo>
                    <a:pt x="2220530" y="144112"/>
                  </a:lnTo>
                  <a:lnTo>
                    <a:pt x="2217198" y="145491"/>
                  </a:lnTo>
                  <a:cubicBezTo>
                    <a:pt x="2217198" y="145491"/>
                    <a:pt x="2215144" y="144482"/>
                    <a:pt x="2215144" y="143910"/>
                  </a:cubicBezTo>
                  <a:cubicBezTo>
                    <a:pt x="2215144" y="143338"/>
                    <a:pt x="2215448" y="141455"/>
                    <a:pt x="2215717" y="140715"/>
                  </a:cubicBezTo>
                  <a:cubicBezTo>
                    <a:pt x="2215986" y="139975"/>
                    <a:pt x="2216289" y="137687"/>
                    <a:pt x="2216154" y="137250"/>
                  </a:cubicBezTo>
                  <a:cubicBezTo>
                    <a:pt x="2216020" y="136812"/>
                    <a:pt x="2213125" y="135231"/>
                    <a:pt x="2213125" y="135231"/>
                  </a:cubicBezTo>
                  <a:cubicBezTo>
                    <a:pt x="2213125" y="135231"/>
                    <a:pt x="2210534" y="135097"/>
                    <a:pt x="2209491" y="135097"/>
                  </a:cubicBezTo>
                  <a:cubicBezTo>
                    <a:pt x="2208481" y="135097"/>
                    <a:pt x="2208481" y="136106"/>
                    <a:pt x="2208347" y="136543"/>
                  </a:cubicBezTo>
                  <a:cubicBezTo>
                    <a:pt x="2208212" y="136981"/>
                    <a:pt x="2208616" y="138427"/>
                    <a:pt x="2208784" y="138864"/>
                  </a:cubicBezTo>
                  <a:cubicBezTo>
                    <a:pt x="2208918" y="139302"/>
                    <a:pt x="2210231" y="140883"/>
                    <a:pt x="2210231" y="140883"/>
                  </a:cubicBezTo>
                  <a:cubicBezTo>
                    <a:pt x="2210231" y="140883"/>
                    <a:pt x="2209659" y="142901"/>
                    <a:pt x="2209524" y="143507"/>
                  </a:cubicBezTo>
                  <a:cubicBezTo>
                    <a:pt x="2209390" y="144079"/>
                    <a:pt x="2209524" y="146400"/>
                    <a:pt x="2209524" y="148149"/>
                  </a:cubicBezTo>
                  <a:cubicBezTo>
                    <a:pt x="2209524" y="149898"/>
                    <a:pt x="2209222" y="149024"/>
                    <a:pt x="2208784" y="150033"/>
                  </a:cubicBezTo>
                  <a:cubicBezTo>
                    <a:pt x="2208347" y="151042"/>
                    <a:pt x="2208515" y="152791"/>
                    <a:pt x="2208515" y="153363"/>
                  </a:cubicBezTo>
                  <a:cubicBezTo>
                    <a:pt x="2208515" y="153935"/>
                    <a:pt x="2209390" y="154070"/>
                    <a:pt x="2209390" y="154070"/>
                  </a:cubicBezTo>
                  <a:cubicBezTo>
                    <a:pt x="2209390" y="154070"/>
                    <a:pt x="2209390" y="156391"/>
                    <a:pt x="2209390" y="158274"/>
                  </a:cubicBezTo>
                  <a:cubicBezTo>
                    <a:pt x="2209390" y="160158"/>
                    <a:pt x="2208010" y="160293"/>
                    <a:pt x="2206866" y="160596"/>
                  </a:cubicBezTo>
                  <a:cubicBezTo>
                    <a:pt x="2205721" y="160898"/>
                    <a:pt x="2205351" y="159015"/>
                    <a:pt x="2204611" y="158005"/>
                  </a:cubicBezTo>
                  <a:cubicBezTo>
                    <a:pt x="2203904" y="156996"/>
                    <a:pt x="2200707" y="157871"/>
                    <a:pt x="2200269" y="158005"/>
                  </a:cubicBezTo>
                  <a:cubicBezTo>
                    <a:pt x="2199832" y="158140"/>
                    <a:pt x="2198688" y="160024"/>
                    <a:pt x="2198688" y="160024"/>
                  </a:cubicBezTo>
                  <a:lnTo>
                    <a:pt x="2201716" y="165238"/>
                  </a:lnTo>
                  <a:lnTo>
                    <a:pt x="2198957" y="170317"/>
                  </a:lnTo>
                  <a:lnTo>
                    <a:pt x="2190846" y="173782"/>
                  </a:lnTo>
                  <a:lnTo>
                    <a:pt x="2188389" y="176675"/>
                  </a:lnTo>
                  <a:cubicBezTo>
                    <a:pt x="2188389" y="176675"/>
                    <a:pt x="2188221" y="177550"/>
                    <a:pt x="2188154" y="179097"/>
                  </a:cubicBezTo>
                  <a:cubicBezTo>
                    <a:pt x="2188120" y="179636"/>
                    <a:pt x="2188086" y="180308"/>
                    <a:pt x="2188086" y="181015"/>
                  </a:cubicBezTo>
                  <a:cubicBezTo>
                    <a:pt x="2188086" y="183773"/>
                    <a:pt x="2186909" y="183336"/>
                    <a:pt x="2186336" y="183773"/>
                  </a:cubicBezTo>
                  <a:cubicBezTo>
                    <a:pt x="2185764" y="184211"/>
                    <a:pt x="2184149" y="183067"/>
                    <a:pt x="2183307" y="182461"/>
                  </a:cubicBezTo>
                  <a:cubicBezTo>
                    <a:pt x="2182432" y="181890"/>
                    <a:pt x="2180851" y="180578"/>
                    <a:pt x="2180548" y="180140"/>
                  </a:cubicBezTo>
                  <a:cubicBezTo>
                    <a:pt x="2180245" y="179703"/>
                    <a:pt x="2177788" y="178122"/>
                    <a:pt x="2177788" y="178122"/>
                  </a:cubicBezTo>
                  <a:cubicBezTo>
                    <a:pt x="2177788" y="178122"/>
                    <a:pt x="2174726" y="176675"/>
                    <a:pt x="2173581" y="176675"/>
                  </a:cubicBezTo>
                  <a:cubicBezTo>
                    <a:pt x="2172403" y="176675"/>
                    <a:pt x="2170552" y="176978"/>
                    <a:pt x="2170552" y="176978"/>
                  </a:cubicBezTo>
                  <a:lnTo>
                    <a:pt x="2169374" y="181890"/>
                  </a:lnTo>
                  <a:lnTo>
                    <a:pt x="2169374" y="183471"/>
                  </a:lnTo>
                  <a:lnTo>
                    <a:pt x="2166345" y="189694"/>
                  </a:lnTo>
                  <a:lnTo>
                    <a:pt x="2164326" y="187676"/>
                  </a:lnTo>
                  <a:cubicBezTo>
                    <a:pt x="2164326" y="187676"/>
                    <a:pt x="2162139" y="189997"/>
                    <a:pt x="2161432" y="190266"/>
                  </a:cubicBezTo>
                  <a:cubicBezTo>
                    <a:pt x="2160692" y="190569"/>
                    <a:pt x="2159547" y="190703"/>
                    <a:pt x="2159547" y="190703"/>
                  </a:cubicBezTo>
                  <a:lnTo>
                    <a:pt x="2155475" y="190131"/>
                  </a:lnTo>
                  <a:lnTo>
                    <a:pt x="2155744" y="188113"/>
                  </a:lnTo>
                  <a:lnTo>
                    <a:pt x="2156047" y="186229"/>
                  </a:lnTo>
                  <a:cubicBezTo>
                    <a:pt x="2156047" y="186229"/>
                    <a:pt x="2149821" y="185489"/>
                    <a:pt x="2149249" y="185489"/>
                  </a:cubicBezTo>
                  <a:cubicBezTo>
                    <a:pt x="2148677" y="185489"/>
                    <a:pt x="2145614" y="186633"/>
                    <a:pt x="2145614" y="186633"/>
                  </a:cubicBezTo>
                  <a:cubicBezTo>
                    <a:pt x="2145614" y="186633"/>
                    <a:pt x="2145042" y="188214"/>
                    <a:pt x="2144739" y="188651"/>
                  </a:cubicBezTo>
                  <a:cubicBezTo>
                    <a:pt x="2144437" y="189088"/>
                    <a:pt x="2144167" y="190669"/>
                    <a:pt x="2144167" y="191847"/>
                  </a:cubicBezTo>
                  <a:cubicBezTo>
                    <a:pt x="2144167" y="192991"/>
                    <a:pt x="2142855" y="193596"/>
                    <a:pt x="2142283" y="194471"/>
                  </a:cubicBezTo>
                  <a:cubicBezTo>
                    <a:pt x="2141710" y="195345"/>
                    <a:pt x="2139254" y="194908"/>
                    <a:pt x="2138076" y="194605"/>
                  </a:cubicBezTo>
                  <a:cubicBezTo>
                    <a:pt x="2136931" y="194303"/>
                    <a:pt x="2137201" y="192284"/>
                    <a:pt x="2136898" y="191712"/>
                  </a:cubicBezTo>
                  <a:cubicBezTo>
                    <a:pt x="2136628" y="191140"/>
                    <a:pt x="2133566" y="191712"/>
                    <a:pt x="2132826" y="191712"/>
                  </a:cubicBezTo>
                  <a:cubicBezTo>
                    <a:pt x="2132119" y="191712"/>
                    <a:pt x="2130369" y="190838"/>
                    <a:pt x="2130369" y="190838"/>
                  </a:cubicBezTo>
                  <a:lnTo>
                    <a:pt x="2123705" y="190131"/>
                  </a:lnTo>
                  <a:lnTo>
                    <a:pt x="2120239" y="189559"/>
                  </a:lnTo>
                  <a:lnTo>
                    <a:pt x="2116032" y="187104"/>
                  </a:lnTo>
                  <a:lnTo>
                    <a:pt x="2111825" y="183773"/>
                  </a:lnTo>
                  <a:cubicBezTo>
                    <a:pt x="2111825" y="183773"/>
                    <a:pt x="2109234" y="180140"/>
                    <a:pt x="2108493" y="179871"/>
                  </a:cubicBezTo>
                  <a:cubicBezTo>
                    <a:pt x="2107787" y="179568"/>
                    <a:pt x="2106171" y="180578"/>
                    <a:pt x="2106171" y="180578"/>
                  </a:cubicBezTo>
                  <a:cubicBezTo>
                    <a:pt x="2106171" y="180578"/>
                    <a:pt x="2106171" y="184783"/>
                    <a:pt x="2106608" y="185085"/>
                  </a:cubicBezTo>
                  <a:cubicBezTo>
                    <a:pt x="2107046" y="185388"/>
                    <a:pt x="2107349" y="188281"/>
                    <a:pt x="2107349" y="188281"/>
                  </a:cubicBezTo>
                  <a:lnTo>
                    <a:pt x="2102873" y="190165"/>
                  </a:lnTo>
                  <a:lnTo>
                    <a:pt x="2101560" y="193495"/>
                  </a:lnTo>
                  <a:lnTo>
                    <a:pt x="2098363" y="197263"/>
                  </a:lnTo>
                  <a:lnTo>
                    <a:pt x="2092844" y="200728"/>
                  </a:lnTo>
                  <a:cubicBezTo>
                    <a:pt x="2092844" y="200728"/>
                    <a:pt x="2091700" y="203049"/>
                    <a:pt x="2091531" y="203486"/>
                  </a:cubicBezTo>
                  <a:cubicBezTo>
                    <a:pt x="2091397" y="203923"/>
                    <a:pt x="2085002" y="209138"/>
                    <a:pt x="2085002" y="209138"/>
                  </a:cubicBezTo>
                  <a:lnTo>
                    <a:pt x="2082815" y="205673"/>
                  </a:lnTo>
                  <a:lnTo>
                    <a:pt x="2078473" y="201771"/>
                  </a:lnTo>
                  <a:lnTo>
                    <a:pt x="2074670" y="202141"/>
                  </a:lnTo>
                  <a:cubicBezTo>
                    <a:pt x="2074670" y="202141"/>
                    <a:pt x="2069555" y="204731"/>
                    <a:pt x="2068579" y="204865"/>
                  </a:cubicBezTo>
                  <a:cubicBezTo>
                    <a:pt x="2067603" y="204966"/>
                    <a:pt x="2068579" y="199988"/>
                    <a:pt x="2068579" y="199988"/>
                  </a:cubicBezTo>
                  <a:cubicBezTo>
                    <a:pt x="2068579" y="199988"/>
                    <a:pt x="2063901" y="200862"/>
                    <a:pt x="2063026" y="200425"/>
                  </a:cubicBezTo>
                  <a:cubicBezTo>
                    <a:pt x="2062151" y="199988"/>
                    <a:pt x="2063026" y="198575"/>
                    <a:pt x="2063026" y="198575"/>
                  </a:cubicBezTo>
                  <a:cubicBezTo>
                    <a:pt x="2063026" y="198575"/>
                    <a:pt x="2061175" y="195413"/>
                    <a:pt x="2060300" y="195211"/>
                  </a:cubicBezTo>
                  <a:cubicBezTo>
                    <a:pt x="2059425" y="195009"/>
                    <a:pt x="2059559" y="195211"/>
                    <a:pt x="2059088" y="195211"/>
                  </a:cubicBezTo>
                  <a:cubicBezTo>
                    <a:pt x="2058651" y="195211"/>
                    <a:pt x="2053872" y="194235"/>
                    <a:pt x="2053232" y="194000"/>
                  </a:cubicBezTo>
                  <a:cubicBezTo>
                    <a:pt x="2052593" y="193798"/>
                    <a:pt x="2052795" y="192385"/>
                    <a:pt x="2052795" y="192385"/>
                  </a:cubicBezTo>
                  <a:cubicBezTo>
                    <a:pt x="2052795" y="192385"/>
                    <a:pt x="2052795" y="187070"/>
                    <a:pt x="2052795" y="186734"/>
                  </a:cubicBezTo>
                  <a:cubicBezTo>
                    <a:pt x="2052795" y="186397"/>
                    <a:pt x="2053939" y="181755"/>
                    <a:pt x="2053939" y="181755"/>
                  </a:cubicBezTo>
                  <a:lnTo>
                    <a:pt x="2053468" y="171865"/>
                  </a:lnTo>
                  <a:cubicBezTo>
                    <a:pt x="2053468" y="171865"/>
                    <a:pt x="2050843" y="169577"/>
                    <a:pt x="2050439" y="169376"/>
                  </a:cubicBezTo>
                  <a:cubicBezTo>
                    <a:pt x="2050002" y="169174"/>
                    <a:pt x="2046098" y="163926"/>
                    <a:pt x="2046098" y="163926"/>
                  </a:cubicBezTo>
                  <a:lnTo>
                    <a:pt x="2046199" y="161302"/>
                  </a:lnTo>
                  <a:cubicBezTo>
                    <a:pt x="2046199" y="161302"/>
                    <a:pt x="2044011" y="159351"/>
                    <a:pt x="2043708" y="159351"/>
                  </a:cubicBezTo>
                  <a:cubicBezTo>
                    <a:pt x="2043405" y="159351"/>
                    <a:pt x="2040242" y="156424"/>
                    <a:pt x="2040242" y="156424"/>
                  </a:cubicBezTo>
                  <a:lnTo>
                    <a:pt x="2037852" y="153262"/>
                  </a:lnTo>
                  <a:lnTo>
                    <a:pt x="2037516" y="148822"/>
                  </a:lnTo>
                  <a:lnTo>
                    <a:pt x="2037852" y="146534"/>
                  </a:lnTo>
                  <a:lnTo>
                    <a:pt x="2036439" y="143507"/>
                  </a:lnTo>
                  <a:lnTo>
                    <a:pt x="2033612" y="140143"/>
                  </a:lnTo>
                  <a:lnTo>
                    <a:pt x="2031761" y="137317"/>
                  </a:lnTo>
                  <a:cubicBezTo>
                    <a:pt x="2031761" y="137317"/>
                    <a:pt x="2031660" y="134727"/>
                    <a:pt x="2031424" y="133852"/>
                  </a:cubicBezTo>
                  <a:cubicBezTo>
                    <a:pt x="2031222" y="132977"/>
                    <a:pt x="2031088" y="131262"/>
                    <a:pt x="2030886" y="130589"/>
                  </a:cubicBezTo>
                  <a:cubicBezTo>
                    <a:pt x="2030684" y="129950"/>
                    <a:pt x="2030112" y="127965"/>
                    <a:pt x="2029910" y="127326"/>
                  </a:cubicBezTo>
                  <a:cubicBezTo>
                    <a:pt x="2029708" y="126687"/>
                    <a:pt x="2028496" y="124837"/>
                    <a:pt x="2028496" y="124837"/>
                  </a:cubicBezTo>
                  <a:lnTo>
                    <a:pt x="2025568" y="120598"/>
                  </a:lnTo>
                  <a:lnTo>
                    <a:pt x="2024492" y="120060"/>
                  </a:lnTo>
                  <a:lnTo>
                    <a:pt x="2024256" y="116359"/>
                  </a:lnTo>
                  <a:lnTo>
                    <a:pt x="2025333" y="113096"/>
                  </a:lnTo>
                  <a:lnTo>
                    <a:pt x="2028799" y="111246"/>
                  </a:lnTo>
                  <a:lnTo>
                    <a:pt x="2030549" y="109396"/>
                  </a:lnTo>
                  <a:cubicBezTo>
                    <a:pt x="2030549" y="109396"/>
                    <a:pt x="2033477" y="107983"/>
                    <a:pt x="2033814" y="107781"/>
                  </a:cubicBezTo>
                  <a:cubicBezTo>
                    <a:pt x="2034150" y="107580"/>
                    <a:pt x="2034150" y="107142"/>
                    <a:pt x="2034150" y="106705"/>
                  </a:cubicBezTo>
                  <a:cubicBezTo>
                    <a:pt x="2034150" y="106268"/>
                    <a:pt x="2033814" y="106066"/>
                    <a:pt x="2033376" y="105494"/>
                  </a:cubicBezTo>
                  <a:cubicBezTo>
                    <a:pt x="2032939" y="104956"/>
                    <a:pt x="2031424" y="104619"/>
                    <a:pt x="2030886" y="103980"/>
                  </a:cubicBezTo>
                  <a:cubicBezTo>
                    <a:pt x="2030347" y="103341"/>
                    <a:pt x="2027285" y="103005"/>
                    <a:pt x="2025467" y="102466"/>
                  </a:cubicBezTo>
                  <a:cubicBezTo>
                    <a:pt x="2023616" y="101928"/>
                    <a:pt x="2022640" y="102466"/>
                    <a:pt x="2021126" y="102264"/>
                  </a:cubicBezTo>
                  <a:cubicBezTo>
                    <a:pt x="2019611" y="102029"/>
                    <a:pt x="2019174" y="102029"/>
                    <a:pt x="2018837" y="101928"/>
                  </a:cubicBezTo>
                  <a:cubicBezTo>
                    <a:pt x="2018501" y="101827"/>
                    <a:pt x="2017525" y="103879"/>
                    <a:pt x="2017087" y="104216"/>
                  </a:cubicBezTo>
                  <a:cubicBezTo>
                    <a:pt x="2016650" y="104552"/>
                    <a:pt x="2014496" y="106167"/>
                    <a:pt x="2012847" y="106268"/>
                  </a:cubicBezTo>
                  <a:cubicBezTo>
                    <a:pt x="2011231" y="106369"/>
                    <a:pt x="2010558" y="106167"/>
                    <a:pt x="2009919" y="105729"/>
                  </a:cubicBezTo>
                  <a:cubicBezTo>
                    <a:pt x="2009246" y="105292"/>
                    <a:pt x="2007967" y="106066"/>
                    <a:pt x="2007530" y="105830"/>
                  </a:cubicBezTo>
                  <a:cubicBezTo>
                    <a:pt x="2007092" y="105628"/>
                    <a:pt x="2006015" y="104518"/>
                    <a:pt x="2005578" y="103879"/>
                  </a:cubicBezTo>
                  <a:cubicBezTo>
                    <a:pt x="2005140" y="103240"/>
                    <a:pt x="2005477" y="102668"/>
                    <a:pt x="2005477" y="102029"/>
                  </a:cubicBezTo>
                  <a:cubicBezTo>
                    <a:pt x="2005477" y="101390"/>
                    <a:pt x="2004938" y="101053"/>
                    <a:pt x="2004703" y="99977"/>
                  </a:cubicBezTo>
                  <a:cubicBezTo>
                    <a:pt x="2004501" y="98901"/>
                    <a:pt x="2003727" y="98665"/>
                    <a:pt x="2003727" y="98665"/>
                  </a:cubicBezTo>
                  <a:cubicBezTo>
                    <a:pt x="2003727" y="98665"/>
                    <a:pt x="2002953" y="97252"/>
                    <a:pt x="2002515" y="96378"/>
                  </a:cubicBezTo>
                  <a:cubicBezTo>
                    <a:pt x="2002077" y="95503"/>
                    <a:pt x="2001875" y="95738"/>
                    <a:pt x="2001539" y="95167"/>
                  </a:cubicBezTo>
                  <a:cubicBezTo>
                    <a:pt x="2001202" y="94628"/>
                    <a:pt x="2000226" y="93653"/>
                    <a:pt x="1999486" y="92677"/>
                  </a:cubicBezTo>
                  <a:cubicBezTo>
                    <a:pt x="1998712" y="91702"/>
                    <a:pt x="1998813" y="91466"/>
                    <a:pt x="1998409" y="90491"/>
                  </a:cubicBezTo>
                  <a:cubicBezTo>
                    <a:pt x="1997972" y="89515"/>
                    <a:pt x="1997736" y="88842"/>
                    <a:pt x="1997298" y="88203"/>
                  </a:cubicBezTo>
                  <a:cubicBezTo>
                    <a:pt x="1996861" y="87564"/>
                    <a:pt x="1995986" y="87127"/>
                    <a:pt x="1995683" y="87026"/>
                  </a:cubicBezTo>
                  <a:cubicBezTo>
                    <a:pt x="1995347" y="86925"/>
                    <a:pt x="1994169" y="86588"/>
                    <a:pt x="1992957" y="86252"/>
                  </a:cubicBezTo>
                  <a:cubicBezTo>
                    <a:pt x="1991779" y="85916"/>
                    <a:pt x="1990567" y="84637"/>
                    <a:pt x="1990231" y="84301"/>
                  </a:cubicBezTo>
                  <a:cubicBezTo>
                    <a:pt x="1989895" y="83965"/>
                    <a:pt x="1988717" y="82787"/>
                    <a:pt x="1987842" y="82114"/>
                  </a:cubicBezTo>
                  <a:cubicBezTo>
                    <a:pt x="1986967" y="81475"/>
                    <a:pt x="1986764" y="81576"/>
                    <a:pt x="1986764" y="81576"/>
                  </a:cubicBezTo>
                  <a:lnTo>
                    <a:pt x="1984712" y="81913"/>
                  </a:lnTo>
                  <a:cubicBezTo>
                    <a:pt x="1984712" y="81913"/>
                    <a:pt x="1983736" y="84940"/>
                    <a:pt x="1983399" y="85176"/>
                  </a:cubicBezTo>
                  <a:cubicBezTo>
                    <a:pt x="1983063" y="85377"/>
                    <a:pt x="1982625" y="87564"/>
                    <a:pt x="1982423" y="88001"/>
                  </a:cubicBezTo>
                  <a:cubicBezTo>
                    <a:pt x="1982188" y="88439"/>
                    <a:pt x="1981010" y="90726"/>
                    <a:pt x="1981010" y="90726"/>
                  </a:cubicBezTo>
                  <a:lnTo>
                    <a:pt x="1980370" y="92240"/>
                  </a:lnTo>
                  <a:cubicBezTo>
                    <a:pt x="1980370" y="92240"/>
                    <a:pt x="1979697" y="95066"/>
                    <a:pt x="1979394" y="95839"/>
                  </a:cubicBezTo>
                  <a:cubicBezTo>
                    <a:pt x="1979058" y="96613"/>
                    <a:pt x="1978317" y="98564"/>
                    <a:pt x="1978317" y="98564"/>
                  </a:cubicBezTo>
                  <a:cubicBezTo>
                    <a:pt x="1978317" y="98564"/>
                    <a:pt x="1977341" y="99775"/>
                    <a:pt x="1976904" y="99775"/>
                  </a:cubicBezTo>
                  <a:cubicBezTo>
                    <a:pt x="1976466" y="99775"/>
                    <a:pt x="1975289" y="100212"/>
                    <a:pt x="1974851" y="100212"/>
                  </a:cubicBezTo>
                  <a:cubicBezTo>
                    <a:pt x="1974414" y="100212"/>
                    <a:pt x="1972798" y="101188"/>
                    <a:pt x="1972798" y="101188"/>
                  </a:cubicBezTo>
                  <a:lnTo>
                    <a:pt x="1975188" y="105528"/>
                  </a:lnTo>
                  <a:cubicBezTo>
                    <a:pt x="1975188" y="105528"/>
                    <a:pt x="1974312" y="106839"/>
                    <a:pt x="1974312" y="107142"/>
                  </a:cubicBezTo>
                  <a:cubicBezTo>
                    <a:pt x="1974312" y="107479"/>
                    <a:pt x="1972125" y="108555"/>
                    <a:pt x="1971586" y="109093"/>
                  </a:cubicBezTo>
                  <a:cubicBezTo>
                    <a:pt x="1971048" y="109632"/>
                    <a:pt x="1970173" y="109732"/>
                    <a:pt x="1970173" y="109732"/>
                  </a:cubicBezTo>
                  <a:lnTo>
                    <a:pt x="1967009" y="110069"/>
                  </a:lnTo>
                  <a:cubicBezTo>
                    <a:pt x="1967009" y="110069"/>
                    <a:pt x="1964822" y="110405"/>
                    <a:pt x="1964519" y="110405"/>
                  </a:cubicBezTo>
                  <a:cubicBezTo>
                    <a:pt x="1964182" y="110405"/>
                    <a:pt x="1961927" y="109329"/>
                    <a:pt x="1961927" y="109329"/>
                  </a:cubicBezTo>
                  <a:lnTo>
                    <a:pt x="1960077" y="107479"/>
                  </a:lnTo>
                  <a:lnTo>
                    <a:pt x="1958225" y="106268"/>
                  </a:lnTo>
                  <a:lnTo>
                    <a:pt x="1956173" y="103442"/>
                  </a:lnTo>
                  <a:lnTo>
                    <a:pt x="1955399" y="101356"/>
                  </a:lnTo>
                  <a:lnTo>
                    <a:pt x="1955298" y="98631"/>
                  </a:lnTo>
                  <a:lnTo>
                    <a:pt x="1954860" y="95267"/>
                  </a:lnTo>
                  <a:cubicBezTo>
                    <a:pt x="1954860" y="95267"/>
                    <a:pt x="1952908" y="93855"/>
                    <a:pt x="1951932" y="93653"/>
                  </a:cubicBezTo>
                  <a:cubicBezTo>
                    <a:pt x="1950956" y="93451"/>
                    <a:pt x="1947927" y="93888"/>
                    <a:pt x="1947590" y="93888"/>
                  </a:cubicBezTo>
                  <a:cubicBezTo>
                    <a:pt x="1947254" y="93888"/>
                    <a:pt x="1944225" y="94763"/>
                    <a:pt x="1944225" y="94763"/>
                  </a:cubicBezTo>
                  <a:lnTo>
                    <a:pt x="1942475" y="96075"/>
                  </a:lnTo>
                  <a:lnTo>
                    <a:pt x="1936720" y="96613"/>
                  </a:lnTo>
                  <a:lnTo>
                    <a:pt x="1932379" y="93350"/>
                  </a:lnTo>
                  <a:lnTo>
                    <a:pt x="1930528" y="92576"/>
                  </a:lnTo>
                  <a:lnTo>
                    <a:pt x="1929014" y="90188"/>
                  </a:lnTo>
                  <a:cubicBezTo>
                    <a:pt x="1929014" y="90188"/>
                    <a:pt x="1926523" y="87463"/>
                    <a:pt x="1926086" y="87362"/>
                  </a:cubicBezTo>
                  <a:cubicBezTo>
                    <a:pt x="1925648" y="87261"/>
                    <a:pt x="1924234" y="87564"/>
                    <a:pt x="1922956" y="87564"/>
                  </a:cubicBezTo>
                  <a:cubicBezTo>
                    <a:pt x="1921643" y="87564"/>
                    <a:pt x="1921306" y="87766"/>
                    <a:pt x="1920667" y="88001"/>
                  </a:cubicBezTo>
                  <a:cubicBezTo>
                    <a:pt x="1920028" y="88203"/>
                    <a:pt x="1916965" y="90053"/>
                    <a:pt x="1915248" y="90053"/>
                  </a:cubicBezTo>
                  <a:cubicBezTo>
                    <a:pt x="1913498" y="90053"/>
                    <a:pt x="1914037" y="89280"/>
                    <a:pt x="1914037" y="89280"/>
                  </a:cubicBezTo>
                  <a:cubicBezTo>
                    <a:pt x="1914037" y="89280"/>
                    <a:pt x="1915013" y="83864"/>
                    <a:pt x="1915248" y="83527"/>
                  </a:cubicBezTo>
                  <a:cubicBezTo>
                    <a:pt x="1915451" y="83191"/>
                    <a:pt x="1915248" y="82114"/>
                    <a:pt x="1915248" y="82114"/>
                  </a:cubicBezTo>
                  <a:cubicBezTo>
                    <a:pt x="1915248" y="82114"/>
                    <a:pt x="1918176" y="80903"/>
                    <a:pt x="1918614" y="80601"/>
                  </a:cubicBezTo>
                  <a:cubicBezTo>
                    <a:pt x="1919051" y="80264"/>
                    <a:pt x="1920903" y="79726"/>
                    <a:pt x="1921004" y="79087"/>
                  </a:cubicBezTo>
                  <a:cubicBezTo>
                    <a:pt x="1921104" y="78448"/>
                    <a:pt x="1924605" y="74848"/>
                    <a:pt x="1924605" y="74848"/>
                  </a:cubicBezTo>
                  <a:lnTo>
                    <a:pt x="1925244" y="73772"/>
                  </a:lnTo>
                  <a:lnTo>
                    <a:pt x="1924605" y="72022"/>
                  </a:lnTo>
                  <a:lnTo>
                    <a:pt x="1922417" y="70946"/>
                  </a:lnTo>
                  <a:lnTo>
                    <a:pt x="1923932" y="68356"/>
                  </a:lnTo>
                  <a:lnTo>
                    <a:pt x="1928374" y="66741"/>
                  </a:lnTo>
                  <a:lnTo>
                    <a:pt x="1932379" y="63713"/>
                  </a:lnTo>
                  <a:lnTo>
                    <a:pt x="1933893" y="61661"/>
                  </a:lnTo>
                  <a:lnTo>
                    <a:pt x="1934970" y="59071"/>
                  </a:lnTo>
                  <a:cubicBezTo>
                    <a:pt x="1934970" y="59071"/>
                    <a:pt x="1937797" y="56885"/>
                    <a:pt x="1938235" y="56447"/>
                  </a:cubicBezTo>
                  <a:cubicBezTo>
                    <a:pt x="1938672" y="56010"/>
                    <a:pt x="1939446" y="54160"/>
                    <a:pt x="1939648" y="53823"/>
                  </a:cubicBezTo>
                  <a:cubicBezTo>
                    <a:pt x="1939850" y="53487"/>
                    <a:pt x="1940826" y="51536"/>
                    <a:pt x="1940826" y="51536"/>
                  </a:cubicBezTo>
                  <a:lnTo>
                    <a:pt x="1942004" y="48508"/>
                  </a:lnTo>
                  <a:lnTo>
                    <a:pt x="1942341" y="45245"/>
                  </a:lnTo>
                  <a:lnTo>
                    <a:pt x="1941466" y="43765"/>
                  </a:lnTo>
                  <a:lnTo>
                    <a:pt x="1940725" y="38887"/>
                  </a:lnTo>
                  <a:cubicBezTo>
                    <a:pt x="1940725" y="38887"/>
                    <a:pt x="1942138" y="37676"/>
                    <a:pt x="1942576" y="37273"/>
                  </a:cubicBezTo>
                  <a:cubicBezTo>
                    <a:pt x="1943014" y="36835"/>
                    <a:pt x="1944326" y="36398"/>
                    <a:pt x="1944326" y="36398"/>
                  </a:cubicBezTo>
                  <a:lnTo>
                    <a:pt x="1948331" y="34649"/>
                  </a:lnTo>
                  <a:lnTo>
                    <a:pt x="1951596" y="32260"/>
                  </a:lnTo>
                  <a:lnTo>
                    <a:pt x="1951898" y="30074"/>
                  </a:lnTo>
                  <a:lnTo>
                    <a:pt x="1950048" y="27585"/>
                  </a:lnTo>
                  <a:lnTo>
                    <a:pt x="1949173" y="25633"/>
                  </a:lnTo>
                  <a:lnTo>
                    <a:pt x="1945370" y="21832"/>
                  </a:lnTo>
                  <a:lnTo>
                    <a:pt x="1940793" y="18031"/>
                  </a:lnTo>
                  <a:lnTo>
                    <a:pt x="1937090" y="13052"/>
                  </a:lnTo>
                  <a:lnTo>
                    <a:pt x="1931335" y="8376"/>
                  </a:lnTo>
                  <a:lnTo>
                    <a:pt x="1927634" y="4373"/>
                  </a:lnTo>
                  <a:lnTo>
                    <a:pt x="1927634" y="34"/>
                  </a:lnTo>
                  <a:lnTo>
                    <a:pt x="1926759" y="0"/>
                  </a:lnTo>
                  <a:lnTo>
                    <a:pt x="1925008" y="0"/>
                  </a:lnTo>
                  <a:lnTo>
                    <a:pt x="1921979" y="0"/>
                  </a:lnTo>
                  <a:lnTo>
                    <a:pt x="1918210" y="706"/>
                  </a:lnTo>
                  <a:lnTo>
                    <a:pt x="1912859" y="1716"/>
                  </a:lnTo>
                  <a:lnTo>
                    <a:pt x="1910537" y="1716"/>
                  </a:lnTo>
                  <a:lnTo>
                    <a:pt x="1907643" y="1716"/>
                  </a:lnTo>
                  <a:lnTo>
                    <a:pt x="1905758" y="1716"/>
                  </a:lnTo>
                  <a:lnTo>
                    <a:pt x="1903133" y="3364"/>
                  </a:lnTo>
                  <a:lnTo>
                    <a:pt x="1898791" y="6930"/>
                  </a:lnTo>
                  <a:lnTo>
                    <a:pt x="1897479" y="9385"/>
                  </a:lnTo>
                  <a:lnTo>
                    <a:pt x="1893710" y="10395"/>
                  </a:lnTo>
                  <a:lnTo>
                    <a:pt x="1874594" y="10395"/>
                  </a:lnTo>
                  <a:lnTo>
                    <a:pt x="1872002" y="10395"/>
                  </a:lnTo>
                  <a:lnTo>
                    <a:pt x="1870252" y="11471"/>
                  </a:lnTo>
                  <a:lnTo>
                    <a:pt x="1868502" y="12850"/>
                  </a:lnTo>
                  <a:lnTo>
                    <a:pt x="1864733" y="14734"/>
                  </a:lnTo>
                  <a:lnTo>
                    <a:pt x="1862276" y="16315"/>
                  </a:lnTo>
                  <a:lnTo>
                    <a:pt x="1861570" y="17190"/>
                  </a:lnTo>
                  <a:lnTo>
                    <a:pt x="1860425" y="20083"/>
                  </a:lnTo>
                  <a:cubicBezTo>
                    <a:pt x="1860425" y="20083"/>
                    <a:pt x="1860291" y="21664"/>
                    <a:pt x="1860291" y="22101"/>
                  </a:cubicBezTo>
                  <a:cubicBezTo>
                    <a:pt x="1860291" y="22539"/>
                    <a:pt x="1859853" y="23985"/>
                    <a:pt x="1859853" y="23985"/>
                  </a:cubicBezTo>
                  <a:lnTo>
                    <a:pt x="1859281" y="25734"/>
                  </a:lnTo>
                  <a:lnTo>
                    <a:pt x="1858541" y="27484"/>
                  </a:lnTo>
                  <a:lnTo>
                    <a:pt x="1857396" y="29065"/>
                  </a:lnTo>
                  <a:cubicBezTo>
                    <a:pt x="1857396" y="29065"/>
                    <a:pt x="1856084" y="31386"/>
                    <a:pt x="1855646" y="31958"/>
                  </a:cubicBezTo>
                  <a:cubicBezTo>
                    <a:pt x="1855209" y="32530"/>
                    <a:pt x="1854199" y="34582"/>
                    <a:pt x="1854199" y="34582"/>
                  </a:cubicBezTo>
                  <a:lnTo>
                    <a:pt x="1852315" y="36903"/>
                  </a:lnTo>
                  <a:lnTo>
                    <a:pt x="1851002" y="38786"/>
                  </a:lnTo>
                  <a:lnTo>
                    <a:pt x="1849420" y="39796"/>
                  </a:lnTo>
                  <a:lnTo>
                    <a:pt x="1847839" y="41545"/>
                  </a:lnTo>
                  <a:cubicBezTo>
                    <a:pt x="1847839" y="41545"/>
                    <a:pt x="1846391" y="43563"/>
                    <a:pt x="1845954" y="43732"/>
                  </a:cubicBezTo>
                  <a:cubicBezTo>
                    <a:pt x="1845516" y="43866"/>
                    <a:pt x="1843497" y="44741"/>
                    <a:pt x="1843497" y="44741"/>
                  </a:cubicBezTo>
                  <a:lnTo>
                    <a:pt x="1841747" y="45481"/>
                  </a:lnTo>
                  <a:lnTo>
                    <a:pt x="1838853" y="48105"/>
                  </a:lnTo>
                  <a:lnTo>
                    <a:pt x="1837540" y="49114"/>
                  </a:lnTo>
                  <a:lnTo>
                    <a:pt x="1835790" y="50426"/>
                  </a:lnTo>
                  <a:lnTo>
                    <a:pt x="1835487" y="51300"/>
                  </a:lnTo>
                  <a:lnTo>
                    <a:pt x="1835487" y="53184"/>
                  </a:lnTo>
                  <a:lnTo>
                    <a:pt x="1835622" y="55943"/>
                  </a:lnTo>
                  <a:lnTo>
                    <a:pt x="1833737" y="58701"/>
                  </a:lnTo>
                  <a:lnTo>
                    <a:pt x="1833434" y="61460"/>
                  </a:lnTo>
                  <a:lnTo>
                    <a:pt x="1831684" y="63915"/>
                  </a:lnTo>
                  <a:lnTo>
                    <a:pt x="1829799" y="65227"/>
                  </a:lnTo>
                  <a:lnTo>
                    <a:pt x="1827612" y="67246"/>
                  </a:lnTo>
                  <a:lnTo>
                    <a:pt x="1822396" y="67818"/>
                  </a:lnTo>
                  <a:lnTo>
                    <a:pt x="1819804" y="67818"/>
                  </a:lnTo>
                  <a:lnTo>
                    <a:pt x="1817920" y="69129"/>
                  </a:lnTo>
                  <a:lnTo>
                    <a:pt x="1815463" y="71316"/>
                  </a:lnTo>
                  <a:lnTo>
                    <a:pt x="1815025" y="71316"/>
                  </a:lnTo>
                  <a:lnTo>
                    <a:pt x="1814016" y="72527"/>
                  </a:lnTo>
                  <a:lnTo>
                    <a:pt x="1814588" y="75656"/>
                  </a:lnTo>
                  <a:lnTo>
                    <a:pt x="1814588" y="77102"/>
                  </a:lnTo>
                  <a:lnTo>
                    <a:pt x="1814285" y="78111"/>
                  </a:lnTo>
                  <a:lnTo>
                    <a:pt x="1813275" y="81576"/>
                  </a:lnTo>
                  <a:lnTo>
                    <a:pt x="1812838" y="86050"/>
                  </a:lnTo>
                  <a:cubicBezTo>
                    <a:pt x="1812838" y="86050"/>
                    <a:pt x="1812838" y="87934"/>
                    <a:pt x="1812838" y="88371"/>
                  </a:cubicBezTo>
                  <a:cubicBezTo>
                    <a:pt x="1812838" y="88809"/>
                    <a:pt x="1813343" y="90390"/>
                    <a:pt x="1813343" y="90827"/>
                  </a:cubicBezTo>
                  <a:cubicBezTo>
                    <a:pt x="1813343" y="91264"/>
                    <a:pt x="1813982" y="92845"/>
                    <a:pt x="1813982" y="92845"/>
                  </a:cubicBezTo>
                  <a:lnTo>
                    <a:pt x="1814857" y="94426"/>
                  </a:lnTo>
                  <a:lnTo>
                    <a:pt x="1815732" y="95301"/>
                  </a:lnTo>
                  <a:cubicBezTo>
                    <a:pt x="1815732" y="95301"/>
                    <a:pt x="1816876" y="95604"/>
                    <a:pt x="1817482" y="95604"/>
                  </a:cubicBezTo>
                  <a:cubicBezTo>
                    <a:pt x="1818054" y="95604"/>
                    <a:pt x="1821117" y="96344"/>
                    <a:pt x="1821117" y="96344"/>
                  </a:cubicBezTo>
                  <a:lnTo>
                    <a:pt x="1823708" y="96209"/>
                  </a:lnTo>
                  <a:lnTo>
                    <a:pt x="1825896" y="95469"/>
                  </a:lnTo>
                  <a:lnTo>
                    <a:pt x="1827477" y="94595"/>
                  </a:lnTo>
                  <a:cubicBezTo>
                    <a:pt x="1827477" y="94595"/>
                    <a:pt x="1829059" y="94460"/>
                    <a:pt x="1829665" y="93148"/>
                  </a:cubicBezTo>
                  <a:cubicBezTo>
                    <a:pt x="1830237" y="91836"/>
                    <a:pt x="1831247" y="90692"/>
                    <a:pt x="1831247" y="90692"/>
                  </a:cubicBezTo>
                  <a:lnTo>
                    <a:pt x="1833132" y="88237"/>
                  </a:lnTo>
                  <a:cubicBezTo>
                    <a:pt x="1833132" y="88237"/>
                    <a:pt x="1835319" y="87059"/>
                    <a:pt x="1836766" y="86555"/>
                  </a:cubicBezTo>
                  <a:cubicBezTo>
                    <a:pt x="1838213" y="86050"/>
                    <a:pt x="1839088" y="86487"/>
                    <a:pt x="1839526" y="86723"/>
                  </a:cubicBezTo>
                  <a:cubicBezTo>
                    <a:pt x="1839963" y="86958"/>
                    <a:pt x="1841848" y="86218"/>
                    <a:pt x="1843295" y="86790"/>
                  </a:cubicBezTo>
                  <a:cubicBezTo>
                    <a:pt x="1844742" y="87362"/>
                    <a:pt x="1845315" y="86487"/>
                    <a:pt x="1846627" y="86790"/>
                  </a:cubicBezTo>
                  <a:cubicBezTo>
                    <a:pt x="1847939" y="87093"/>
                    <a:pt x="1848949" y="87362"/>
                    <a:pt x="1849656" y="87665"/>
                  </a:cubicBezTo>
                  <a:cubicBezTo>
                    <a:pt x="1850396" y="87968"/>
                    <a:pt x="1852112" y="88674"/>
                    <a:pt x="1852685" y="89111"/>
                  </a:cubicBezTo>
                  <a:cubicBezTo>
                    <a:pt x="1853257" y="89549"/>
                    <a:pt x="1854570" y="90121"/>
                    <a:pt x="1855007" y="90255"/>
                  </a:cubicBezTo>
                  <a:cubicBezTo>
                    <a:pt x="1855444" y="90390"/>
                    <a:pt x="1857464" y="92139"/>
                    <a:pt x="1858069" y="92274"/>
                  </a:cubicBezTo>
                  <a:cubicBezTo>
                    <a:pt x="1858642" y="92408"/>
                    <a:pt x="1858776" y="93148"/>
                    <a:pt x="1858776" y="93148"/>
                  </a:cubicBezTo>
                  <a:lnTo>
                    <a:pt x="1859786" y="94595"/>
                  </a:lnTo>
                  <a:lnTo>
                    <a:pt x="1861098" y="96344"/>
                  </a:lnTo>
                  <a:lnTo>
                    <a:pt x="1863252" y="99977"/>
                  </a:lnTo>
                  <a:lnTo>
                    <a:pt x="1863252" y="102433"/>
                  </a:lnTo>
                  <a:lnTo>
                    <a:pt x="1861872" y="104754"/>
                  </a:lnTo>
                  <a:lnTo>
                    <a:pt x="1860358" y="106940"/>
                  </a:lnTo>
                  <a:lnTo>
                    <a:pt x="1859921" y="109564"/>
                  </a:lnTo>
                  <a:lnTo>
                    <a:pt x="1859786" y="112188"/>
                  </a:lnTo>
                  <a:lnTo>
                    <a:pt x="1859786" y="115081"/>
                  </a:lnTo>
                  <a:lnTo>
                    <a:pt x="1862175" y="117402"/>
                  </a:lnTo>
                  <a:lnTo>
                    <a:pt x="1865574" y="119152"/>
                  </a:lnTo>
                  <a:lnTo>
                    <a:pt x="1867324" y="120901"/>
                  </a:lnTo>
                  <a:lnTo>
                    <a:pt x="1870084" y="122045"/>
                  </a:lnTo>
                  <a:lnTo>
                    <a:pt x="1872104" y="123491"/>
                  </a:lnTo>
                  <a:lnTo>
                    <a:pt x="1874291" y="124938"/>
                  </a:lnTo>
                  <a:lnTo>
                    <a:pt x="1875435" y="129580"/>
                  </a:lnTo>
                  <a:lnTo>
                    <a:pt x="1875435" y="135231"/>
                  </a:lnTo>
                  <a:lnTo>
                    <a:pt x="1874224" y="141017"/>
                  </a:lnTo>
                  <a:cubicBezTo>
                    <a:pt x="1874224" y="141017"/>
                    <a:pt x="1872709" y="146231"/>
                    <a:pt x="1872709" y="146803"/>
                  </a:cubicBezTo>
                  <a:cubicBezTo>
                    <a:pt x="1872709" y="147375"/>
                    <a:pt x="1869377" y="152589"/>
                    <a:pt x="1869377" y="152589"/>
                  </a:cubicBezTo>
                  <a:lnTo>
                    <a:pt x="1862714" y="159553"/>
                  </a:lnTo>
                  <a:lnTo>
                    <a:pt x="1854738" y="165507"/>
                  </a:lnTo>
                  <a:lnTo>
                    <a:pt x="1848781" y="170418"/>
                  </a:lnTo>
                  <a:lnTo>
                    <a:pt x="1840233" y="177382"/>
                  </a:lnTo>
                  <a:lnTo>
                    <a:pt x="1833838" y="183033"/>
                  </a:lnTo>
                  <a:lnTo>
                    <a:pt x="1829766" y="191578"/>
                  </a:lnTo>
                  <a:lnTo>
                    <a:pt x="1825425" y="198978"/>
                  </a:lnTo>
                  <a:lnTo>
                    <a:pt x="1823977" y="206951"/>
                  </a:lnTo>
                  <a:lnTo>
                    <a:pt x="1823102" y="218254"/>
                  </a:lnTo>
                  <a:lnTo>
                    <a:pt x="1821521" y="226058"/>
                  </a:lnTo>
                  <a:lnTo>
                    <a:pt x="1817448" y="233459"/>
                  </a:lnTo>
                  <a:lnTo>
                    <a:pt x="1812098" y="242575"/>
                  </a:lnTo>
                  <a:lnTo>
                    <a:pt x="1810953" y="248799"/>
                  </a:lnTo>
                  <a:lnTo>
                    <a:pt x="1804727" y="261851"/>
                  </a:lnTo>
                  <a:lnTo>
                    <a:pt x="1798400" y="274096"/>
                  </a:lnTo>
                  <a:lnTo>
                    <a:pt x="1795640" y="279680"/>
                  </a:lnTo>
                  <a:cubicBezTo>
                    <a:pt x="1795640" y="279680"/>
                    <a:pt x="1793756" y="282506"/>
                    <a:pt x="1793688" y="282708"/>
                  </a:cubicBezTo>
                  <a:cubicBezTo>
                    <a:pt x="1793621" y="282943"/>
                    <a:pt x="1790929" y="287282"/>
                    <a:pt x="1790929" y="287282"/>
                  </a:cubicBezTo>
                  <a:lnTo>
                    <a:pt x="1789919" y="292295"/>
                  </a:lnTo>
                  <a:lnTo>
                    <a:pt x="1789414" y="298081"/>
                  </a:lnTo>
                  <a:lnTo>
                    <a:pt x="1785342" y="306423"/>
                  </a:lnTo>
                  <a:lnTo>
                    <a:pt x="1783020" y="310763"/>
                  </a:lnTo>
                  <a:lnTo>
                    <a:pt x="1782650" y="311638"/>
                  </a:lnTo>
                  <a:cubicBezTo>
                    <a:pt x="1782650" y="311638"/>
                    <a:pt x="1781573" y="313286"/>
                    <a:pt x="1781573" y="313589"/>
                  </a:cubicBezTo>
                  <a:cubicBezTo>
                    <a:pt x="1781573" y="313891"/>
                    <a:pt x="1780765" y="315540"/>
                    <a:pt x="1780765" y="315540"/>
                  </a:cubicBezTo>
                  <a:lnTo>
                    <a:pt x="1780496" y="317625"/>
                  </a:lnTo>
                  <a:lnTo>
                    <a:pt x="1779755" y="319072"/>
                  </a:lnTo>
                  <a:lnTo>
                    <a:pt x="1779755" y="321326"/>
                  </a:lnTo>
                  <a:lnTo>
                    <a:pt x="1779755" y="323210"/>
                  </a:lnTo>
                  <a:cubicBezTo>
                    <a:pt x="1779755" y="323210"/>
                    <a:pt x="1779755" y="324656"/>
                    <a:pt x="1779755" y="324959"/>
                  </a:cubicBezTo>
                  <a:cubicBezTo>
                    <a:pt x="1779755" y="325262"/>
                    <a:pt x="1778880" y="327650"/>
                    <a:pt x="1778880" y="327650"/>
                  </a:cubicBezTo>
                  <a:cubicBezTo>
                    <a:pt x="1778880" y="327650"/>
                    <a:pt x="1777938" y="328827"/>
                    <a:pt x="1777433" y="329164"/>
                  </a:cubicBezTo>
                  <a:cubicBezTo>
                    <a:pt x="1776928" y="329534"/>
                    <a:pt x="1775851" y="330173"/>
                    <a:pt x="1775851" y="330173"/>
                  </a:cubicBezTo>
                  <a:lnTo>
                    <a:pt x="1774472" y="330980"/>
                  </a:lnTo>
                  <a:cubicBezTo>
                    <a:pt x="1774472" y="330980"/>
                    <a:pt x="1772149" y="332225"/>
                    <a:pt x="1771947" y="332292"/>
                  </a:cubicBezTo>
                  <a:cubicBezTo>
                    <a:pt x="1771745" y="332360"/>
                    <a:pt x="1770567" y="333234"/>
                    <a:pt x="1770567" y="333234"/>
                  </a:cubicBezTo>
                  <a:lnTo>
                    <a:pt x="1769895" y="335051"/>
                  </a:lnTo>
                  <a:lnTo>
                    <a:pt x="1768952" y="337439"/>
                  </a:lnTo>
                  <a:lnTo>
                    <a:pt x="1768380" y="339323"/>
                  </a:lnTo>
                  <a:lnTo>
                    <a:pt x="1769524" y="340332"/>
                  </a:lnTo>
                  <a:lnTo>
                    <a:pt x="1771914" y="342149"/>
                  </a:lnTo>
                  <a:cubicBezTo>
                    <a:pt x="1771914" y="342149"/>
                    <a:pt x="1773294" y="342216"/>
                    <a:pt x="1773495" y="342283"/>
                  </a:cubicBezTo>
                  <a:cubicBezTo>
                    <a:pt x="1773698" y="342351"/>
                    <a:pt x="1775515" y="342418"/>
                    <a:pt x="1775818" y="342283"/>
                  </a:cubicBezTo>
                  <a:cubicBezTo>
                    <a:pt x="1776121" y="342149"/>
                    <a:pt x="1777501" y="342081"/>
                    <a:pt x="1777770" y="342081"/>
                  </a:cubicBezTo>
                  <a:cubicBezTo>
                    <a:pt x="1778039" y="342081"/>
                    <a:pt x="1779082" y="341644"/>
                    <a:pt x="1779082" y="341644"/>
                  </a:cubicBezTo>
                  <a:cubicBezTo>
                    <a:pt x="1779082" y="341644"/>
                    <a:pt x="1780226" y="341207"/>
                    <a:pt x="1780462" y="341140"/>
                  </a:cubicBezTo>
                  <a:cubicBezTo>
                    <a:pt x="1780698" y="341072"/>
                    <a:pt x="1782044" y="341072"/>
                    <a:pt x="1782347" y="341140"/>
                  </a:cubicBezTo>
                  <a:cubicBezTo>
                    <a:pt x="1782650" y="341207"/>
                    <a:pt x="1783524" y="341140"/>
                    <a:pt x="1783524" y="341140"/>
                  </a:cubicBezTo>
                  <a:lnTo>
                    <a:pt x="1785712" y="342653"/>
                  </a:lnTo>
                  <a:lnTo>
                    <a:pt x="1786587" y="344604"/>
                  </a:lnTo>
                  <a:lnTo>
                    <a:pt x="1787092" y="349684"/>
                  </a:lnTo>
                  <a:lnTo>
                    <a:pt x="1786957" y="353452"/>
                  </a:lnTo>
                  <a:lnTo>
                    <a:pt x="1786823" y="356917"/>
                  </a:lnTo>
                  <a:lnTo>
                    <a:pt x="1786385" y="359608"/>
                  </a:lnTo>
                  <a:lnTo>
                    <a:pt x="1785510" y="362501"/>
                  </a:lnTo>
                  <a:lnTo>
                    <a:pt x="1783693" y="365764"/>
                  </a:lnTo>
                  <a:lnTo>
                    <a:pt x="1782077" y="367950"/>
                  </a:lnTo>
                  <a:lnTo>
                    <a:pt x="1779822" y="370406"/>
                  </a:lnTo>
                  <a:lnTo>
                    <a:pt x="1777298" y="372794"/>
                  </a:lnTo>
                  <a:lnTo>
                    <a:pt x="1773664" y="374981"/>
                  </a:lnTo>
                  <a:lnTo>
                    <a:pt x="1768447" y="379119"/>
                  </a:lnTo>
                  <a:lnTo>
                    <a:pt x="1762558" y="379119"/>
                  </a:lnTo>
                  <a:lnTo>
                    <a:pt x="1756264" y="380868"/>
                  </a:lnTo>
                  <a:lnTo>
                    <a:pt x="1752798" y="380868"/>
                  </a:lnTo>
                  <a:lnTo>
                    <a:pt x="1750207" y="382516"/>
                  </a:lnTo>
                  <a:lnTo>
                    <a:pt x="1745865" y="385880"/>
                  </a:lnTo>
                  <a:lnTo>
                    <a:pt x="1729778" y="396510"/>
                  </a:lnTo>
                  <a:cubicBezTo>
                    <a:pt x="1729778" y="396510"/>
                    <a:pt x="1709350" y="410841"/>
                    <a:pt x="1709014" y="411076"/>
                  </a:cubicBezTo>
                  <a:cubicBezTo>
                    <a:pt x="1708677" y="411278"/>
                    <a:pt x="1706388" y="414339"/>
                    <a:pt x="1706388" y="414339"/>
                  </a:cubicBezTo>
                  <a:cubicBezTo>
                    <a:pt x="1706388" y="414339"/>
                    <a:pt x="1704739" y="415988"/>
                    <a:pt x="1703999" y="416526"/>
                  </a:cubicBezTo>
                  <a:cubicBezTo>
                    <a:pt x="1703225" y="417064"/>
                    <a:pt x="1701273" y="419251"/>
                    <a:pt x="1700398" y="420092"/>
                  </a:cubicBezTo>
                  <a:cubicBezTo>
                    <a:pt x="1699523" y="420966"/>
                    <a:pt x="1696056" y="422917"/>
                    <a:pt x="1695484" y="423119"/>
                  </a:cubicBezTo>
                  <a:cubicBezTo>
                    <a:pt x="1694946" y="423321"/>
                    <a:pt x="1692321" y="425945"/>
                    <a:pt x="1692321" y="425945"/>
                  </a:cubicBezTo>
                  <a:lnTo>
                    <a:pt x="1689258" y="425844"/>
                  </a:lnTo>
                  <a:cubicBezTo>
                    <a:pt x="1689258" y="425844"/>
                    <a:pt x="1685018" y="428031"/>
                    <a:pt x="1684580" y="428132"/>
                  </a:cubicBezTo>
                  <a:cubicBezTo>
                    <a:pt x="1684143" y="428233"/>
                    <a:pt x="1683402" y="428233"/>
                    <a:pt x="1682965" y="428132"/>
                  </a:cubicBezTo>
                  <a:cubicBezTo>
                    <a:pt x="1682527" y="428031"/>
                    <a:pt x="1681450" y="428771"/>
                    <a:pt x="1681215" y="429107"/>
                  </a:cubicBezTo>
                  <a:cubicBezTo>
                    <a:pt x="1681013" y="429444"/>
                    <a:pt x="1680003" y="430756"/>
                    <a:pt x="1679700" y="431058"/>
                  </a:cubicBezTo>
                  <a:cubicBezTo>
                    <a:pt x="1679364" y="431395"/>
                    <a:pt x="1677109" y="431933"/>
                    <a:pt x="1676234" y="432034"/>
                  </a:cubicBezTo>
                  <a:cubicBezTo>
                    <a:pt x="1675359" y="432135"/>
                    <a:pt x="1673945" y="432471"/>
                    <a:pt x="1673306" y="432471"/>
                  </a:cubicBezTo>
                  <a:cubicBezTo>
                    <a:pt x="1672666" y="432471"/>
                    <a:pt x="1669267" y="432572"/>
                    <a:pt x="1668863" y="432572"/>
                  </a:cubicBezTo>
                  <a:cubicBezTo>
                    <a:pt x="1668426" y="432572"/>
                    <a:pt x="1667012" y="432370"/>
                    <a:pt x="1667012" y="432370"/>
                  </a:cubicBezTo>
                  <a:cubicBezTo>
                    <a:pt x="1667012" y="432370"/>
                    <a:pt x="1665498" y="431731"/>
                    <a:pt x="1665263" y="431395"/>
                  </a:cubicBezTo>
                  <a:cubicBezTo>
                    <a:pt x="1665027" y="431058"/>
                    <a:pt x="1662873" y="429780"/>
                    <a:pt x="1662873" y="429780"/>
                  </a:cubicBezTo>
                  <a:lnTo>
                    <a:pt x="1660685" y="427392"/>
                  </a:lnTo>
                  <a:lnTo>
                    <a:pt x="1658296" y="423691"/>
                  </a:lnTo>
                  <a:lnTo>
                    <a:pt x="1655772" y="421101"/>
                  </a:lnTo>
                  <a:lnTo>
                    <a:pt x="1653618" y="420865"/>
                  </a:lnTo>
                  <a:lnTo>
                    <a:pt x="1650993" y="420865"/>
                  </a:lnTo>
                  <a:lnTo>
                    <a:pt x="1647392" y="421572"/>
                  </a:lnTo>
                  <a:lnTo>
                    <a:pt x="1642950" y="422278"/>
                  </a:lnTo>
                  <a:lnTo>
                    <a:pt x="1635209" y="423893"/>
                  </a:lnTo>
                  <a:cubicBezTo>
                    <a:pt x="1635209" y="423893"/>
                    <a:pt x="1632180" y="423893"/>
                    <a:pt x="1631204" y="423557"/>
                  </a:cubicBezTo>
                  <a:cubicBezTo>
                    <a:pt x="1630228" y="423220"/>
                    <a:pt x="1627300" y="422346"/>
                    <a:pt x="1625785" y="421269"/>
                  </a:cubicBezTo>
                  <a:cubicBezTo>
                    <a:pt x="1624271" y="420193"/>
                    <a:pt x="1623396" y="420933"/>
                    <a:pt x="1621646" y="419856"/>
                  </a:cubicBezTo>
                  <a:cubicBezTo>
                    <a:pt x="1619896" y="418780"/>
                    <a:pt x="1618483" y="418342"/>
                    <a:pt x="1617843" y="417905"/>
                  </a:cubicBezTo>
                  <a:cubicBezTo>
                    <a:pt x="1617204" y="417468"/>
                    <a:pt x="1616093" y="416930"/>
                    <a:pt x="1615016" y="416156"/>
                  </a:cubicBezTo>
                  <a:cubicBezTo>
                    <a:pt x="1613939" y="415382"/>
                    <a:pt x="1612727" y="415281"/>
                    <a:pt x="1611987" y="414541"/>
                  </a:cubicBezTo>
                  <a:cubicBezTo>
                    <a:pt x="1611213" y="413767"/>
                    <a:pt x="1609799" y="413566"/>
                    <a:pt x="1609261" y="413128"/>
                  </a:cubicBezTo>
                  <a:cubicBezTo>
                    <a:pt x="1608723" y="412691"/>
                    <a:pt x="1606771" y="411514"/>
                    <a:pt x="1605896" y="410639"/>
                  </a:cubicBezTo>
                  <a:cubicBezTo>
                    <a:pt x="1605021" y="409764"/>
                    <a:pt x="1603708" y="409428"/>
                    <a:pt x="1603069" y="408789"/>
                  </a:cubicBezTo>
                  <a:cubicBezTo>
                    <a:pt x="1602429" y="408150"/>
                    <a:pt x="1601016" y="407578"/>
                    <a:pt x="1599804" y="406300"/>
                  </a:cubicBezTo>
                  <a:cubicBezTo>
                    <a:pt x="1598593" y="404988"/>
                    <a:pt x="1598256" y="405761"/>
                    <a:pt x="1596741" y="404550"/>
                  </a:cubicBezTo>
                  <a:cubicBezTo>
                    <a:pt x="1595227" y="403373"/>
                    <a:pt x="1595429" y="404012"/>
                    <a:pt x="1593915" y="403137"/>
                  </a:cubicBezTo>
                  <a:cubicBezTo>
                    <a:pt x="1592400" y="402263"/>
                    <a:pt x="1591525" y="402498"/>
                    <a:pt x="1590314" y="401725"/>
                  </a:cubicBezTo>
                  <a:cubicBezTo>
                    <a:pt x="1589102" y="400951"/>
                    <a:pt x="1587486" y="401725"/>
                    <a:pt x="1587486" y="401725"/>
                  </a:cubicBezTo>
                  <a:lnTo>
                    <a:pt x="1586511" y="401725"/>
                  </a:lnTo>
                  <a:lnTo>
                    <a:pt x="1584660" y="402532"/>
                  </a:lnTo>
                  <a:lnTo>
                    <a:pt x="1581833" y="405829"/>
                  </a:lnTo>
                  <a:lnTo>
                    <a:pt x="1578568" y="412691"/>
                  </a:lnTo>
                  <a:lnTo>
                    <a:pt x="1575741" y="416930"/>
                  </a:lnTo>
                  <a:lnTo>
                    <a:pt x="1573352" y="424532"/>
                  </a:lnTo>
                  <a:lnTo>
                    <a:pt x="1569885" y="430957"/>
                  </a:lnTo>
                  <a:lnTo>
                    <a:pt x="1566520" y="439771"/>
                  </a:lnTo>
                  <a:cubicBezTo>
                    <a:pt x="1566520" y="439771"/>
                    <a:pt x="1561068" y="452251"/>
                    <a:pt x="1561068" y="452588"/>
                  </a:cubicBezTo>
                  <a:cubicBezTo>
                    <a:pt x="1561068" y="452924"/>
                    <a:pt x="1560092" y="457364"/>
                    <a:pt x="1560092" y="457364"/>
                  </a:cubicBezTo>
                  <a:cubicBezTo>
                    <a:pt x="1560092" y="457364"/>
                    <a:pt x="1558880" y="464092"/>
                    <a:pt x="1558443" y="466178"/>
                  </a:cubicBezTo>
                  <a:cubicBezTo>
                    <a:pt x="1558005" y="468230"/>
                    <a:pt x="1555380" y="471493"/>
                    <a:pt x="1555515" y="471830"/>
                  </a:cubicBezTo>
                  <a:cubicBezTo>
                    <a:pt x="1555616" y="472166"/>
                    <a:pt x="1554303" y="476068"/>
                    <a:pt x="1554303" y="476068"/>
                  </a:cubicBezTo>
                  <a:cubicBezTo>
                    <a:pt x="1554303" y="476068"/>
                    <a:pt x="1551275" y="479869"/>
                    <a:pt x="1550399" y="480206"/>
                  </a:cubicBezTo>
                  <a:cubicBezTo>
                    <a:pt x="1549524" y="480542"/>
                    <a:pt x="1548111" y="486059"/>
                    <a:pt x="1548111" y="486395"/>
                  </a:cubicBezTo>
                  <a:cubicBezTo>
                    <a:pt x="1548111" y="486732"/>
                    <a:pt x="1545822" y="490836"/>
                    <a:pt x="1545620" y="491408"/>
                  </a:cubicBezTo>
                  <a:cubicBezTo>
                    <a:pt x="1545385" y="491946"/>
                    <a:pt x="1544544" y="499650"/>
                    <a:pt x="1544544" y="499650"/>
                  </a:cubicBezTo>
                  <a:lnTo>
                    <a:pt x="1540000" y="510313"/>
                  </a:lnTo>
                  <a:cubicBezTo>
                    <a:pt x="1540000" y="510313"/>
                    <a:pt x="1540202" y="514014"/>
                    <a:pt x="1540202" y="514552"/>
                  </a:cubicBezTo>
                  <a:cubicBezTo>
                    <a:pt x="1540202" y="515090"/>
                    <a:pt x="1540303" y="521381"/>
                    <a:pt x="1540101" y="521818"/>
                  </a:cubicBezTo>
                  <a:cubicBezTo>
                    <a:pt x="1539866" y="522255"/>
                    <a:pt x="1539327" y="526931"/>
                    <a:pt x="1539024" y="528109"/>
                  </a:cubicBezTo>
                  <a:cubicBezTo>
                    <a:pt x="1538687" y="529286"/>
                    <a:pt x="1536433" y="530497"/>
                    <a:pt x="1535221" y="531809"/>
                  </a:cubicBezTo>
                  <a:cubicBezTo>
                    <a:pt x="1534043" y="533121"/>
                    <a:pt x="1532831" y="534971"/>
                    <a:pt x="1532596" y="535274"/>
                  </a:cubicBezTo>
                  <a:cubicBezTo>
                    <a:pt x="1532394" y="535610"/>
                    <a:pt x="1527178" y="540589"/>
                    <a:pt x="1526740" y="540824"/>
                  </a:cubicBezTo>
                  <a:cubicBezTo>
                    <a:pt x="1526303" y="541026"/>
                    <a:pt x="1524452" y="544962"/>
                    <a:pt x="1524351" y="545265"/>
                  </a:cubicBezTo>
                  <a:cubicBezTo>
                    <a:pt x="1524250" y="545601"/>
                    <a:pt x="1521423" y="547889"/>
                    <a:pt x="1521086" y="548091"/>
                  </a:cubicBezTo>
                  <a:cubicBezTo>
                    <a:pt x="1520783" y="548292"/>
                    <a:pt x="1520009" y="552329"/>
                    <a:pt x="1520009" y="552329"/>
                  </a:cubicBezTo>
                  <a:cubicBezTo>
                    <a:pt x="1520009" y="552329"/>
                    <a:pt x="1519773" y="556568"/>
                    <a:pt x="1519773" y="556904"/>
                  </a:cubicBezTo>
                  <a:cubicBezTo>
                    <a:pt x="1519773" y="557241"/>
                    <a:pt x="1520413" y="561244"/>
                    <a:pt x="1520413" y="561244"/>
                  </a:cubicBezTo>
                  <a:lnTo>
                    <a:pt x="1520649" y="569485"/>
                  </a:lnTo>
                  <a:cubicBezTo>
                    <a:pt x="1520649" y="569485"/>
                    <a:pt x="1523913" y="574060"/>
                    <a:pt x="1524115" y="574700"/>
                  </a:cubicBezTo>
                  <a:cubicBezTo>
                    <a:pt x="1524317" y="575339"/>
                    <a:pt x="1524553" y="578299"/>
                    <a:pt x="1524553" y="578938"/>
                  </a:cubicBezTo>
                  <a:cubicBezTo>
                    <a:pt x="1524553" y="579577"/>
                    <a:pt x="1523240" y="581663"/>
                    <a:pt x="1521625" y="583076"/>
                  </a:cubicBezTo>
                  <a:cubicBezTo>
                    <a:pt x="1520009" y="584489"/>
                    <a:pt x="1518898" y="585565"/>
                    <a:pt x="1517822" y="586238"/>
                  </a:cubicBezTo>
                  <a:cubicBezTo>
                    <a:pt x="1516745" y="586877"/>
                    <a:pt x="1513379" y="590140"/>
                    <a:pt x="1512942" y="590477"/>
                  </a:cubicBezTo>
                  <a:cubicBezTo>
                    <a:pt x="1512504" y="590813"/>
                    <a:pt x="1510653" y="592226"/>
                    <a:pt x="1509879" y="592327"/>
                  </a:cubicBezTo>
                  <a:cubicBezTo>
                    <a:pt x="1509105" y="592428"/>
                    <a:pt x="1505740" y="594816"/>
                    <a:pt x="1505201" y="594715"/>
                  </a:cubicBezTo>
                  <a:cubicBezTo>
                    <a:pt x="1504663" y="594614"/>
                    <a:pt x="1504764" y="596666"/>
                    <a:pt x="1504764" y="596666"/>
                  </a:cubicBezTo>
                  <a:cubicBezTo>
                    <a:pt x="1504764" y="596666"/>
                    <a:pt x="1504663" y="601342"/>
                    <a:pt x="1504663" y="601880"/>
                  </a:cubicBezTo>
                  <a:cubicBezTo>
                    <a:pt x="1504663" y="602419"/>
                    <a:pt x="1504764" y="607431"/>
                    <a:pt x="1504764" y="607431"/>
                  </a:cubicBezTo>
                  <a:cubicBezTo>
                    <a:pt x="1504764" y="607431"/>
                    <a:pt x="1505437" y="610896"/>
                    <a:pt x="1505538" y="611333"/>
                  </a:cubicBezTo>
                  <a:cubicBezTo>
                    <a:pt x="1505639" y="611770"/>
                    <a:pt x="1505975" y="613183"/>
                    <a:pt x="1505975" y="613183"/>
                  </a:cubicBezTo>
                  <a:cubicBezTo>
                    <a:pt x="1505975" y="613183"/>
                    <a:pt x="1507389" y="619171"/>
                    <a:pt x="1507591" y="619474"/>
                  </a:cubicBezTo>
                  <a:cubicBezTo>
                    <a:pt x="1507826" y="619810"/>
                    <a:pt x="1508903" y="621223"/>
                    <a:pt x="1508903" y="621223"/>
                  </a:cubicBezTo>
                  <a:lnTo>
                    <a:pt x="1512706" y="625563"/>
                  </a:lnTo>
                  <a:lnTo>
                    <a:pt x="1515870" y="629263"/>
                  </a:lnTo>
                  <a:cubicBezTo>
                    <a:pt x="1515870" y="629263"/>
                    <a:pt x="1520884" y="634814"/>
                    <a:pt x="1521086" y="635251"/>
                  </a:cubicBezTo>
                  <a:cubicBezTo>
                    <a:pt x="1521322" y="635688"/>
                    <a:pt x="1524149" y="638850"/>
                    <a:pt x="1524149" y="638850"/>
                  </a:cubicBezTo>
                  <a:lnTo>
                    <a:pt x="1532966" y="643526"/>
                  </a:lnTo>
                  <a:cubicBezTo>
                    <a:pt x="1532966" y="643526"/>
                    <a:pt x="1535053" y="645477"/>
                    <a:pt x="1535457" y="645814"/>
                  </a:cubicBezTo>
                  <a:cubicBezTo>
                    <a:pt x="1535894" y="646150"/>
                    <a:pt x="1537207" y="645814"/>
                    <a:pt x="1537207" y="645814"/>
                  </a:cubicBezTo>
                  <a:lnTo>
                    <a:pt x="1541010" y="644737"/>
                  </a:lnTo>
                  <a:lnTo>
                    <a:pt x="1543399" y="641272"/>
                  </a:lnTo>
                  <a:cubicBezTo>
                    <a:pt x="1543399" y="641272"/>
                    <a:pt x="1541986" y="635957"/>
                    <a:pt x="1541986" y="635285"/>
                  </a:cubicBezTo>
                  <a:cubicBezTo>
                    <a:pt x="1541986" y="634645"/>
                    <a:pt x="1543197" y="632896"/>
                    <a:pt x="1544914" y="632021"/>
                  </a:cubicBezTo>
                  <a:cubicBezTo>
                    <a:pt x="1546663" y="631147"/>
                    <a:pt x="1548717" y="630407"/>
                    <a:pt x="1549827" y="629835"/>
                  </a:cubicBezTo>
                  <a:cubicBezTo>
                    <a:pt x="1550904" y="629297"/>
                    <a:pt x="1553866" y="628220"/>
                    <a:pt x="1556020" y="627648"/>
                  </a:cubicBezTo>
                  <a:cubicBezTo>
                    <a:pt x="1558207" y="627110"/>
                    <a:pt x="1560159" y="626673"/>
                    <a:pt x="1561674" y="626336"/>
                  </a:cubicBezTo>
                  <a:cubicBezTo>
                    <a:pt x="1563188" y="626000"/>
                    <a:pt x="1565712" y="625024"/>
                    <a:pt x="1567428" y="624587"/>
                  </a:cubicBezTo>
                  <a:cubicBezTo>
                    <a:pt x="1569179" y="624150"/>
                    <a:pt x="1577121" y="624251"/>
                    <a:pt x="1577121" y="624251"/>
                  </a:cubicBezTo>
                  <a:lnTo>
                    <a:pt x="1579746" y="624251"/>
                  </a:lnTo>
                  <a:cubicBezTo>
                    <a:pt x="1579746" y="624251"/>
                    <a:pt x="1584323" y="626269"/>
                    <a:pt x="1584525" y="625933"/>
                  </a:cubicBezTo>
                  <a:cubicBezTo>
                    <a:pt x="1584727" y="625596"/>
                    <a:pt x="1587554" y="624587"/>
                    <a:pt x="1588429" y="623914"/>
                  </a:cubicBezTo>
                  <a:cubicBezTo>
                    <a:pt x="1589304" y="623275"/>
                    <a:pt x="1593107" y="623040"/>
                    <a:pt x="1594857" y="622401"/>
                  </a:cubicBezTo>
                  <a:cubicBezTo>
                    <a:pt x="1596607" y="621761"/>
                    <a:pt x="1598559" y="621761"/>
                    <a:pt x="1598996" y="621425"/>
                  </a:cubicBezTo>
                  <a:cubicBezTo>
                    <a:pt x="1599434" y="621089"/>
                    <a:pt x="1606064" y="621189"/>
                    <a:pt x="1606064" y="621189"/>
                  </a:cubicBezTo>
                  <a:lnTo>
                    <a:pt x="1611281" y="620214"/>
                  </a:lnTo>
                  <a:lnTo>
                    <a:pt x="1617035" y="620113"/>
                  </a:lnTo>
                  <a:lnTo>
                    <a:pt x="1624002" y="621526"/>
                  </a:lnTo>
                  <a:lnTo>
                    <a:pt x="1637598" y="629128"/>
                  </a:lnTo>
                  <a:cubicBezTo>
                    <a:pt x="1637598" y="629128"/>
                    <a:pt x="1639988" y="631853"/>
                    <a:pt x="1641199" y="633266"/>
                  </a:cubicBezTo>
                  <a:cubicBezTo>
                    <a:pt x="1642411" y="634679"/>
                    <a:pt x="1648267" y="637067"/>
                    <a:pt x="1648704" y="637168"/>
                  </a:cubicBezTo>
                  <a:cubicBezTo>
                    <a:pt x="1649142" y="637269"/>
                    <a:pt x="1653382" y="638043"/>
                    <a:pt x="1653921" y="637942"/>
                  </a:cubicBezTo>
                  <a:cubicBezTo>
                    <a:pt x="1654459" y="637841"/>
                    <a:pt x="1659238" y="637606"/>
                    <a:pt x="1660214" y="637067"/>
                  </a:cubicBezTo>
                  <a:cubicBezTo>
                    <a:pt x="1661190" y="636529"/>
                    <a:pt x="1662805" y="635318"/>
                    <a:pt x="1662907" y="635015"/>
                  </a:cubicBezTo>
                  <a:cubicBezTo>
                    <a:pt x="1663008" y="634679"/>
                    <a:pt x="1663681" y="632291"/>
                    <a:pt x="1663782" y="630878"/>
                  </a:cubicBezTo>
                  <a:cubicBezTo>
                    <a:pt x="1663883" y="629465"/>
                    <a:pt x="1664421" y="628927"/>
                    <a:pt x="1664421" y="628927"/>
                  </a:cubicBezTo>
                  <a:lnTo>
                    <a:pt x="1664959" y="626875"/>
                  </a:lnTo>
                  <a:lnTo>
                    <a:pt x="1664959" y="624385"/>
                  </a:lnTo>
                  <a:lnTo>
                    <a:pt x="1668157" y="620786"/>
                  </a:lnTo>
                  <a:lnTo>
                    <a:pt x="1669940" y="618196"/>
                  </a:lnTo>
                  <a:lnTo>
                    <a:pt x="1671892" y="615706"/>
                  </a:lnTo>
                  <a:lnTo>
                    <a:pt x="1674383" y="612006"/>
                  </a:lnTo>
                  <a:cubicBezTo>
                    <a:pt x="1674383" y="612006"/>
                    <a:pt x="1677647" y="608844"/>
                    <a:pt x="1678085" y="608406"/>
                  </a:cubicBezTo>
                  <a:cubicBezTo>
                    <a:pt x="1678522" y="607969"/>
                    <a:pt x="1682426" y="606119"/>
                    <a:pt x="1682426" y="606119"/>
                  </a:cubicBezTo>
                  <a:cubicBezTo>
                    <a:pt x="1682426" y="606119"/>
                    <a:pt x="1685792" y="603932"/>
                    <a:pt x="1686431" y="603831"/>
                  </a:cubicBezTo>
                  <a:cubicBezTo>
                    <a:pt x="1687071" y="603731"/>
                    <a:pt x="1691446" y="601006"/>
                    <a:pt x="1691446" y="601006"/>
                  </a:cubicBezTo>
                  <a:lnTo>
                    <a:pt x="1694037" y="599694"/>
                  </a:lnTo>
                  <a:cubicBezTo>
                    <a:pt x="1694037" y="599694"/>
                    <a:pt x="1700028" y="596330"/>
                    <a:pt x="1700364" y="596229"/>
                  </a:cubicBezTo>
                  <a:cubicBezTo>
                    <a:pt x="1700701" y="596128"/>
                    <a:pt x="1707768" y="596128"/>
                    <a:pt x="1707768" y="596128"/>
                  </a:cubicBezTo>
                  <a:lnTo>
                    <a:pt x="1714499" y="594715"/>
                  </a:lnTo>
                  <a:lnTo>
                    <a:pt x="1719177" y="594715"/>
                  </a:lnTo>
                  <a:cubicBezTo>
                    <a:pt x="1719177" y="594715"/>
                    <a:pt x="1721667" y="595220"/>
                    <a:pt x="1722341" y="595859"/>
                  </a:cubicBezTo>
                  <a:cubicBezTo>
                    <a:pt x="1722980" y="596498"/>
                    <a:pt x="1725066" y="596229"/>
                    <a:pt x="1725066" y="596229"/>
                  </a:cubicBezTo>
                  <a:cubicBezTo>
                    <a:pt x="1725066" y="596229"/>
                    <a:pt x="1728668" y="597305"/>
                    <a:pt x="1729105" y="597440"/>
                  </a:cubicBezTo>
                  <a:cubicBezTo>
                    <a:pt x="1729543" y="597541"/>
                    <a:pt x="1732706" y="600602"/>
                    <a:pt x="1733009" y="601039"/>
                  </a:cubicBezTo>
                  <a:cubicBezTo>
                    <a:pt x="1733346" y="601477"/>
                    <a:pt x="1734422" y="602116"/>
                    <a:pt x="1734422" y="602116"/>
                  </a:cubicBezTo>
                  <a:cubicBezTo>
                    <a:pt x="1734422" y="602116"/>
                    <a:pt x="1735399" y="602351"/>
                    <a:pt x="1735836" y="602890"/>
                  </a:cubicBezTo>
                  <a:cubicBezTo>
                    <a:pt x="1736274" y="603428"/>
                    <a:pt x="1738999" y="602688"/>
                    <a:pt x="1739303" y="602890"/>
                  </a:cubicBezTo>
                  <a:cubicBezTo>
                    <a:pt x="1739639" y="603125"/>
                    <a:pt x="1741894" y="603529"/>
                    <a:pt x="1742466" y="603529"/>
                  </a:cubicBezTo>
                  <a:cubicBezTo>
                    <a:pt x="1743005" y="603529"/>
                    <a:pt x="1745630" y="605715"/>
                    <a:pt x="1746067" y="606253"/>
                  </a:cubicBezTo>
                  <a:cubicBezTo>
                    <a:pt x="1746504" y="606792"/>
                    <a:pt x="1748457" y="608642"/>
                    <a:pt x="1748457" y="608642"/>
                  </a:cubicBezTo>
                  <a:cubicBezTo>
                    <a:pt x="1748457" y="608642"/>
                    <a:pt x="1750408" y="610694"/>
                    <a:pt x="1750509" y="611030"/>
                  </a:cubicBezTo>
                  <a:cubicBezTo>
                    <a:pt x="1750611" y="611367"/>
                    <a:pt x="1753437" y="613520"/>
                    <a:pt x="1753875" y="613856"/>
                  </a:cubicBezTo>
                  <a:cubicBezTo>
                    <a:pt x="1754312" y="614192"/>
                    <a:pt x="1757240" y="617220"/>
                    <a:pt x="1757678" y="617556"/>
                  </a:cubicBezTo>
                  <a:cubicBezTo>
                    <a:pt x="1758115" y="617893"/>
                    <a:pt x="1760067" y="619306"/>
                    <a:pt x="1760303" y="619608"/>
                  </a:cubicBezTo>
                  <a:cubicBezTo>
                    <a:pt x="1760505" y="619945"/>
                    <a:pt x="1763029" y="620046"/>
                    <a:pt x="1764308" y="620248"/>
                  </a:cubicBezTo>
                  <a:cubicBezTo>
                    <a:pt x="1765620" y="620449"/>
                    <a:pt x="1766260" y="620349"/>
                    <a:pt x="1769524" y="620248"/>
                  </a:cubicBezTo>
                  <a:cubicBezTo>
                    <a:pt x="1772789" y="620147"/>
                    <a:pt x="1772015" y="621122"/>
                    <a:pt x="1773664" y="621122"/>
                  </a:cubicBezTo>
                  <a:cubicBezTo>
                    <a:pt x="1775313" y="621122"/>
                    <a:pt x="1775279" y="621560"/>
                    <a:pt x="1776289" y="621660"/>
                  </a:cubicBezTo>
                  <a:cubicBezTo>
                    <a:pt x="1777265" y="621761"/>
                    <a:pt x="1779553" y="624251"/>
                    <a:pt x="1781404" y="625462"/>
                  </a:cubicBezTo>
                  <a:cubicBezTo>
                    <a:pt x="1783255" y="626673"/>
                    <a:pt x="1783054" y="627076"/>
                    <a:pt x="1785005" y="627514"/>
                  </a:cubicBezTo>
                  <a:cubicBezTo>
                    <a:pt x="1786957" y="627951"/>
                    <a:pt x="1787159" y="628927"/>
                    <a:pt x="1787159" y="628927"/>
                  </a:cubicBezTo>
                  <a:cubicBezTo>
                    <a:pt x="1787159" y="628927"/>
                    <a:pt x="1790525" y="631416"/>
                    <a:pt x="1790962" y="631752"/>
                  </a:cubicBezTo>
                  <a:cubicBezTo>
                    <a:pt x="1791400" y="632089"/>
                    <a:pt x="1791602" y="634914"/>
                    <a:pt x="1791736" y="635217"/>
                  </a:cubicBezTo>
                  <a:cubicBezTo>
                    <a:pt x="1791837" y="635554"/>
                    <a:pt x="1794025" y="640431"/>
                    <a:pt x="1794462" y="640532"/>
                  </a:cubicBezTo>
                  <a:cubicBezTo>
                    <a:pt x="1794900" y="640633"/>
                    <a:pt x="1795438" y="640734"/>
                    <a:pt x="1797390" y="641508"/>
                  </a:cubicBezTo>
                  <a:cubicBezTo>
                    <a:pt x="1799342" y="642282"/>
                    <a:pt x="1799241" y="641272"/>
                    <a:pt x="1799578" y="641508"/>
                  </a:cubicBezTo>
                  <a:cubicBezTo>
                    <a:pt x="1799914" y="641710"/>
                    <a:pt x="1802068" y="642046"/>
                    <a:pt x="1803818" y="643257"/>
                  </a:cubicBezTo>
                  <a:cubicBezTo>
                    <a:pt x="1805568" y="644468"/>
                    <a:pt x="1804054" y="645107"/>
                    <a:pt x="1804054" y="645107"/>
                  </a:cubicBezTo>
                  <a:lnTo>
                    <a:pt x="1805232" y="647832"/>
                  </a:lnTo>
                  <a:cubicBezTo>
                    <a:pt x="1805232" y="647832"/>
                    <a:pt x="1807184" y="650120"/>
                    <a:pt x="1808833" y="651095"/>
                  </a:cubicBezTo>
                  <a:cubicBezTo>
                    <a:pt x="1810448" y="652071"/>
                    <a:pt x="1813713" y="655771"/>
                    <a:pt x="1814386" y="656208"/>
                  </a:cubicBezTo>
                  <a:cubicBezTo>
                    <a:pt x="1815025" y="656646"/>
                    <a:pt x="1818088" y="659471"/>
                    <a:pt x="1818391" y="659808"/>
                  </a:cubicBezTo>
                  <a:cubicBezTo>
                    <a:pt x="1818727" y="660144"/>
                    <a:pt x="1823944" y="664686"/>
                    <a:pt x="1824247" y="665022"/>
                  </a:cubicBezTo>
                  <a:cubicBezTo>
                    <a:pt x="1824583" y="665358"/>
                    <a:pt x="1830338" y="669597"/>
                    <a:pt x="1830540" y="669900"/>
                  </a:cubicBezTo>
                  <a:cubicBezTo>
                    <a:pt x="1830742" y="670236"/>
                    <a:pt x="1836396" y="676325"/>
                    <a:pt x="1836396" y="676325"/>
                  </a:cubicBezTo>
                  <a:lnTo>
                    <a:pt x="1839223" y="680664"/>
                  </a:lnTo>
                  <a:lnTo>
                    <a:pt x="1841713" y="683726"/>
                  </a:lnTo>
                  <a:cubicBezTo>
                    <a:pt x="1841713" y="683726"/>
                    <a:pt x="1844877" y="689915"/>
                    <a:pt x="1845180" y="690016"/>
                  </a:cubicBezTo>
                  <a:cubicBezTo>
                    <a:pt x="1845516" y="690117"/>
                    <a:pt x="1853324" y="696105"/>
                    <a:pt x="1854098" y="696744"/>
                  </a:cubicBezTo>
                  <a:cubicBezTo>
                    <a:pt x="1854872" y="697383"/>
                    <a:pt x="1856824" y="700209"/>
                    <a:pt x="1857464" y="701319"/>
                  </a:cubicBezTo>
                  <a:cubicBezTo>
                    <a:pt x="1858103" y="702396"/>
                    <a:pt x="1856387" y="703708"/>
                    <a:pt x="1856286" y="704145"/>
                  </a:cubicBezTo>
                  <a:cubicBezTo>
                    <a:pt x="1856185" y="704582"/>
                    <a:pt x="1853896" y="707071"/>
                    <a:pt x="1853459" y="707509"/>
                  </a:cubicBezTo>
                  <a:cubicBezTo>
                    <a:pt x="1853021" y="707946"/>
                    <a:pt x="1857464" y="711411"/>
                    <a:pt x="1859550" y="712622"/>
                  </a:cubicBezTo>
                  <a:cubicBezTo>
                    <a:pt x="1861603" y="713799"/>
                    <a:pt x="1861704" y="713799"/>
                    <a:pt x="1861704" y="713799"/>
                  </a:cubicBezTo>
                  <a:cubicBezTo>
                    <a:pt x="1861704" y="713799"/>
                    <a:pt x="1866820" y="719451"/>
                    <a:pt x="1867156" y="719989"/>
                  </a:cubicBezTo>
                  <a:cubicBezTo>
                    <a:pt x="1867493" y="720527"/>
                    <a:pt x="1867156" y="722916"/>
                    <a:pt x="1867156" y="722916"/>
                  </a:cubicBezTo>
                  <a:cubicBezTo>
                    <a:pt x="1867156" y="722916"/>
                    <a:pt x="1866483" y="724665"/>
                    <a:pt x="1866180" y="724766"/>
                  </a:cubicBezTo>
                  <a:cubicBezTo>
                    <a:pt x="1865844" y="724867"/>
                    <a:pt x="1862916" y="727592"/>
                    <a:pt x="1862478" y="727794"/>
                  </a:cubicBezTo>
                  <a:cubicBezTo>
                    <a:pt x="1862041" y="727995"/>
                    <a:pt x="1857800" y="731158"/>
                    <a:pt x="1857800" y="731158"/>
                  </a:cubicBezTo>
                  <a:cubicBezTo>
                    <a:pt x="1857800" y="731158"/>
                    <a:pt x="1851810" y="736170"/>
                    <a:pt x="1851170" y="736473"/>
                  </a:cubicBezTo>
                  <a:cubicBezTo>
                    <a:pt x="1850531" y="736809"/>
                    <a:pt x="1849118" y="738222"/>
                    <a:pt x="1849118" y="738222"/>
                  </a:cubicBezTo>
                  <a:lnTo>
                    <a:pt x="1842689" y="740947"/>
                  </a:lnTo>
                  <a:cubicBezTo>
                    <a:pt x="1842689" y="740947"/>
                    <a:pt x="1837271" y="742696"/>
                    <a:pt x="1836834" y="742898"/>
                  </a:cubicBezTo>
                  <a:cubicBezTo>
                    <a:pt x="1836396" y="743100"/>
                    <a:pt x="1830641" y="744210"/>
                    <a:pt x="1830641" y="744210"/>
                  </a:cubicBezTo>
                  <a:lnTo>
                    <a:pt x="1825727" y="744411"/>
                  </a:lnTo>
                  <a:cubicBezTo>
                    <a:pt x="1825727" y="744411"/>
                    <a:pt x="1815496" y="744210"/>
                    <a:pt x="1814318" y="744311"/>
                  </a:cubicBezTo>
                  <a:cubicBezTo>
                    <a:pt x="1813107" y="744411"/>
                    <a:pt x="1806174" y="745084"/>
                    <a:pt x="1805737" y="744950"/>
                  </a:cubicBezTo>
                  <a:cubicBezTo>
                    <a:pt x="1805299" y="744849"/>
                    <a:pt x="1803347" y="744411"/>
                    <a:pt x="1801732" y="743739"/>
                  </a:cubicBezTo>
                  <a:cubicBezTo>
                    <a:pt x="1800083" y="743100"/>
                    <a:pt x="1798568" y="742427"/>
                    <a:pt x="1798131" y="741989"/>
                  </a:cubicBezTo>
                  <a:cubicBezTo>
                    <a:pt x="1797693" y="741552"/>
                    <a:pt x="1796381" y="740139"/>
                    <a:pt x="1796078" y="739803"/>
                  </a:cubicBezTo>
                  <a:cubicBezTo>
                    <a:pt x="1795741" y="739466"/>
                    <a:pt x="1794429" y="737953"/>
                    <a:pt x="1793688" y="736775"/>
                  </a:cubicBezTo>
                  <a:cubicBezTo>
                    <a:pt x="1792914" y="735564"/>
                    <a:pt x="1792510" y="735800"/>
                    <a:pt x="1792510" y="735800"/>
                  </a:cubicBezTo>
                  <a:lnTo>
                    <a:pt x="1790996" y="734286"/>
                  </a:lnTo>
                  <a:lnTo>
                    <a:pt x="1788606" y="732537"/>
                  </a:lnTo>
                  <a:lnTo>
                    <a:pt x="1786857" y="731662"/>
                  </a:lnTo>
                  <a:lnTo>
                    <a:pt x="1784803" y="731763"/>
                  </a:lnTo>
                  <a:cubicBezTo>
                    <a:pt x="1784803" y="731763"/>
                    <a:pt x="1783491" y="731561"/>
                    <a:pt x="1782515" y="731763"/>
                  </a:cubicBezTo>
                  <a:cubicBezTo>
                    <a:pt x="1781539" y="731965"/>
                    <a:pt x="1780563" y="731763"/>
                    <a:pt x="1780563" y="731763"/>
                  </a:cubicBezTo>
                  <a:cubicBezTo>
                    <a:pt x="1780563" y="731763"/>
                    <a:pt x="1778712" y="732402"/>
                    <a:pt x="1778376" y="732537"/>
                  </a:cubicBezTo>
                  <a:cubicBezTo>
                    <a:pt x="1778072" y="732638"/>
                    <a:pt x="1776087" y="734488"/>
                    <a:pt x="1775784" y="734824"/>
                  </a:cubicBezTo>
                  <a:cubicBezTo>
                    <a:pt x="1775448" y="735161"/>
                    <a:pt x="1774034" y="736136"/>
                    <a:pt x="1774034" y="736136"/>
                  </a:cubicBezTo>
                  <a:cubicBezTo>
                    <a:pt x="1774034" y="736136"/>
                    <a:pt x="1771645" y="737650"/>
                    <a:pt x="1771207" y="738087"/>
                  </a:cubicBezTo>
                  <a:cubicBezTo>
                    <a:pt x="1770770" y="738525"/>
                    <a:pt x="1768481" y="738861"/>
                    <a:pt x="1768144" y="738962"/>
                  </a:cubicBezTo>
                  <a:cubicBezTo>
                    <a:pt x="1767842" y="739063"/>
                    <a:pt x="1766731" y="738962"/>
                    <a:pt x="1766731" y="738962"/>
                  </a:cubicBezTo>
                  <a:lnTo>
                    <a:pt x="1763567" y="738962"/>
                  </a:lnTo>
                  <a:cubicBezTo>
                    <a:pt x="1763567" y="738962"/>
                    <a:pt x="1760741" y="738693"/>
                    <a:pt x="1760101" y="738794"/>
                  </a:cubicBezTo>
                  <a:cubicBezTo>
                    <a:pt x="1759462" y="738895"/>
                    <a:pt x="1757813" y="738726"/>
                    <a:pt x="1757375" y="738726"/>
                  </a:cubicBezTo>
                  <a:cubicBezTo>
                    <a:pt x="1756938" y="738726"/>
                    <a:pt x="1752260" y="737213"/>
                    <a:pt x="1751182" y="736876"/>
                  </a:cubicBezTo>
                  <a:cubicBezTo>
                    <a:pt x="1750106" y="736540"/>
                    <a:pt x="1747279" y="736237"/>
                    <a:pt x="1746605" y="735800"/>
                  </a:cubicBezTo>
                  <a:cubicBezTo>
                    <a:pt x="1745966" y="735362"/>
                    <a:pt x="1744216" y="735699"/>
                    <a:pt x="1743779" y="735800"/>
                  </a:cubicBezTo>
                  <a:cubicBezTo>
                    <a:pt x="1743341" y="735901"/>
                    <a:pt x="1739740" y="735800"/>
                    <a:pt x="1739740" y="735800"/>
                  </a:cubicBezTo>
                  <a:cubicBezTo>
                    <a:pt x="1739740" y="735800"/>
                    <a:pt x="1736576" y="736573"/>
                    <a:pt x="1736173" y="736674"/>
                  </a:cubicBezTo>
                  <a:cubicBezTo>
                    <a:pt x="1735735" y="736775"/>
                    <a:pt x="1733346" y="737549"/>
                    <a:pt x="1733346" y="737549"/>
                  </a:cubicBezTo>
                  <a:lnTo>
                    <a:pt x="1729879" y="738861"/>
                  </a:lnTo>
                  <a:lnTo>
                    <a:pt x="1725538" y="740913"/>
                  </a:lnTo>
                  <a:cubicBezTo>
                    <a:pt x="1725538" y="740913"/>
                    <a:pt x="1723350" y="741687"/>
                    <a:pt x="1722913" y="741788"/>
                  </a:cubicBezTo>
                  <a:cubicBezTo>
                    <a:pt x="1722475" y="741888"/>
                    <a:pt x="1720321" y="742662"/>
                    <a:pt x="1720321" y="742662"/>
                  </a:cubicBezTo>
                  <a:lnTo>
                    <a:pt x="1717158" y="743840"/>
                  </a:lnTo>
                  <a:cubicBezTo>
                    <a:pt x="1717158" y="743840"/>
                    <a:pt x="1714432" y="745589"/>
                    <a:pt x="1713994" y="745791"/>
                  </a:cubicBezTo>
                  <a:cubicBezTo>
                    <a:pt x="1713557" y="746026"/>
                    <a:pt x="1711605" y="747742"/>
                    <a:pt x="1711268" y="748078"/>
                  </a:cubicBezTo>
                  <a:cubicBezTo>
                    <a:pt x="1710965" y="748415"/>
                    <a:pt x="1708677" y="750029"/>
                    <a:pt x="1708340" y="750130"/>
                  </a:cubicBezTo>
                  <a:cubicBezTo>
                    <a:pt x="1708004" y="750231"/>
                    <a:pt x="1705311" y="752519"/>
                    <a:pt x="1704537" y="753057"/>
                  </a:cubicBezTo>
                  <a:cubicBezTo>
                    <a:pt x="1703763" y="753595"/>
                    <a:pt x="1700499" y="756084"/>
                    <a:pt x="1699960" y="756421"/>
                  </a:cubicBezTo>
                  <a:cubicBezTo>
                    <a:pt x="1699422" y="756757"/>
                    <a:pt x="1698008" y="757632"/>
                    <a:pt x="1697335" y="757396"/>
                  </a:cubicBezTo>
                  <a:cubicBezTo>
                    <a:pt x="1696696" y="757161"/>
                    <a:pt x="1692321" y="760020"/>
                    <a:pt x="1692321" y="760020"/>
                  </a:cubicBezTo>
                  <a:lnTo>
                    <a:pt x="1688282" y="760121"/>
                  </a:lnTo>
                  <a:lnTo>
                    <a:pt x="1682527" y="759146"/>
                  </a:lnTo>
                  <a:cubicBezTo>
                    <a:pt x="1682527" y="759146"/>
                    <a:pt x="1679700" y="757935"/>
                    <a:pt x="1679364" y="757497"/>
                  </a:cubicBezTo>
                  <a:cubicBezTo>
                    <a:pt x="1679027" y="757060"/>
                    <a:pt x="1677950" y="758036"/>
                    <a:pt x="1677950" y="758036"/>
                  </a:cubicBezTo>
                  <a:cubicBezTo>
                    <a:pt x="1677950" y="758036"/>
                    <a:pt x="1675224" y="758036"/>
                    <a:pt x="1674349" y="758036"/>
                  </a:cubicBezTo>
                  <a:cubicBezTo>
                    <a:pt x="1673474" y="758036"/>
                    <a:pt x="1672397" y="758372"/>
                    <a:pt x="1672060" y="758574"/>
                  </a:cubicBezTo>
                  <a:cubicBezTo>
                    <a:pt x="1671724" y="758776"/>
                    <a:pt x="1667921" y="760323"/>
                    <a:pt x="1667921" y="760323"/>
                  </a:cubicBezTo>
                  <a:lnTo>
                    <a:pt x="1664454" y="764225"/>
                  </a:lnTo>
                  <a:lnTo>
                    <a:pt x="1662940" y="767589"/>
                  </a:lnTo>
                  <a:cubicBezTo>
                    <a:pt x="1662940" y="767589"/>
                    <a:pt x="1663041" y="772265"/>
                    <a:pt x="1662940" y="772601"/>
                  </a:cubicBezTo>
                  <a:cubicBezTo>
                    <a:pt x="1662839" y="772938"/>
                    <a:pt x="1660854" y="776638"/>
                    <a:pt x="1660349" y="777177"/>
                  </a:cubicBezTo>
                  <a:cubicBezTo>
                    <a:pt x="1659811" y="777715"/>
                    <a:pt x="1658599" y="780002"/>
                    <a:pt x="1657959" y="781079"/>
                  </a:cubicBezTo>
                  <a:cubicBezTo>
                    <a:pt x="1657320" y="782155"/>
                    <a:pt x="1655133" y="783232"/>
                    <a:pt x="1654358" y="783568"/>
                  </a:cubicBezTo>
                  <a:cubicBezTo>
                    <a:pt x="1653584" y="783904"/>
                    <a:pt x="1651868" y="784443"/>
                    <a:pt x="1651195" y="784443"/>
                  </a:cubicBezTo>
                  <a:cubicBezTo>
                    <a:pt x="1650556" y="784443"/>
                    <a:pt x="1648805" y="784443"/>
                    <a:pt x="1647930" y="784241"/>
                  </a:cubicBezTo>
                  <a:cubicBezTo>
                    <a:pt x="1647055" y="784039"/>
                    <a:pt x="1645743" y="783164"/>
                    <a:pt x="1644868" y="783164"/>
                  </a:cubicBezTo>
                  <a:cubicBezTo>
                    <a:pt x="1643993" y="783164"/>
                    <a:pt x="1638339" y="782391"/>
                    <a:pt x="1637464" y="781953"/>
                  </a:cubicBezTo>
                  <a:cubicBezTo>
                    <a:pt x="1636589" y="781516"/>
                    <a:pt x="1631911" y="781751"/>
                    <a:pt x="1631608" y="781953"/>
                  </a:cubicBezTo>
                  <a:cubicBezTo>
                    <a:pt x="1631271" y="782155"/>
                    <a:pt x="1626829" y="781953"/>
                    <a:pt x="1626829" y="781953"/>
                  </a:cubicBezTo>
                  <a:lnTo>
                    <a:pt x="1621074" y="783265"/>
                  </a:lnTo>
                  <a:cubicBezTo>
                    <a:pt x="1621074" y="783265"/>
                    <a:pt x="1614646" y="786427"/>
                    <a:pt x="1614444" y="786730"/>
                  </a:cubicBezTo>
                  <a:cubicBezTo>
                    <a:pt x="1614242" y="787067"/>
                    <a:pt x="1606602" y="792718"/>
                    <a:pt x="1606199" y="792718"/>
                  </a:cubicBezTo>
                  <a:cubicBezTo>
                    <a:pt x="1605795" y="792718"/>
                    <a:pt x="1600343" y="794333"/>
                    <a:pt x="1600343" y="794333"/>
                  </a:cubicBezTo>
                  <a:lnTo>
                    <a:pt x="1595463" y="798672"/>
                  </a:lnTo>
                  <a:lnTo>
                    <a:pt x="1593410" y="805198"/>
                  </a:lnTo>
                  <a:lnTo>
                    <a:pt x="1590919" y="808798"/>
                  </a:lnTo>
                  <a:lnTo>
                    <a:pt x="1585804" y="813575"/>
                  </a:lnTo>
                  <a:lnTo>
                    <a:pt x="1583953" y="815526"/>
                  </a:lnTo>
                  <a:lnTo>
                    <a:pt x="1581227" y="818351"/>
                  </a:lnTo>
                  <a:lnTo>
                    <a:pt x="1577962" y="822691"/>
                  </a:lnTo>
                  <a:lnTo>
                    <a:pt x="1576212" y="826829"/>
                  </a:lnTo>
                  <a:lnTo>
                    <a:pt x="1574563" y="828040"/>
                  </a:lnTo>
                  <a:cubicBezTo>
                    <a:pt x="1574563" y="828040"/>
                    <a:pt x="1573823" y="831067"/>
                    <a:pt x="1573486" y="831404"/>
                  </a:cubicBezTo>
                  <a:cubicBezTo>
                    <a:pt x="1573150" y="831740"/>
                    <a:pt x="1572712" y="833893"/>
                    <a:pt x="1572712" y="833893"/>
                  </a:cubicBezTo>
                  <a:cubicBezTo>
                    <a:pt x="1572712" y="833893"/>
                    <a:pt x="1572510" y="835743"/>
                    <a:pt x="1572376" y="836618"/>
                  </a:cubicBezTo>
                  <a:cubicBezTo>
                    <a:pt x="1572275" y="837492"/>
                    <a:pt x="1572039" y="837694"/>
                    <a:pt x="1572039" y="837694"/>
                  </a:cubicBezTo>
                  <a:lnTo>
                    <a:pt x="1573654" y="840318"/>
                  </a:lnTo>
                  <a:lnTo>
                    <a:pt x="1576683" y="845431"/>
                  </a:lnTo>
                  <a:lnTo>
                    <a:pt x="1577323" y="847618"/>
                  </a:lnTo>
                  <a:lnTo>
                    <a:pt x="1577861" y="851083"/>
                  </a:lnTo>
                  <a:lnTo>
                    <a:pt x="1577861" y="854548"/>
                  </a:lnTo>
                  <a:lnTo>
                    <a:pt x="1577861" y="856600"/>
                  </a:lnTo>
                  <a:lnTo>
                    <a:pt x="1577054" y="858349"/>
                  </a:lnTo>
                  <a:cubicBezTo>
                    <a:pt x="1577054" y="858349"/>
                    <a:pt x="1575472" y="859863"/>
                    <a:pt x="1575034" y="860098"/>
                  </a:cubicBezTo>
                  <a:cubicBezTo>
                    <a:pt x="1574597" y="860334"/>
                    <a:pt x="1572544" y="862049"/>
                    <a:pt x="1572544" y="862049"/>
                  </a:cubicBezTo>
                  <a:cubicBezTo>
                    <a:pt x="1572544" y="862049"/>
                    <a:pt x="1570155" y="862688"/>
                    <a:pt x="1569818" y="862924"/>
                  </a:cubicBezTo>
                  <a:cubicBezTo>
                    <a:pt x="1569481" y="863126"/>
                    <a:pt x="1565678" y="862924"/>
                    <a:pt x="1565678" y="862924"/>
                  </a:cubicBezTo>
                  <a:lnTo>
                    <a:pt x="1561236" y="863698"/>
                  </a:lnTo>
                  <a:lnTo>
                    <a:pt x="1558207" y="864236"/>
                  </a:lnTo>
                  <a:lnTo>
                    <a:pt x="1555918" y="865110"/>
                  </a:lnTo>
                  <a:cubicBezTo>
                    <a:pt x="1555918" y="865110"/>
                    <a:pt x="1553529" y="866860"/>
                    <a:pt x="1553193" y="866961"/>
                  </a:cubicBezTo>
                  <a:cubicBezTo>
                    <a:pt x="1552856" y="867062"/>
                    <a:pt x="1551341" y="868710"/>
                    <a:pt x="1551341" y="868710"/>
                  </a:cubicBezTo>
                  <a:lnTo>
                    <a:pt x="1549928" y="870997"/>
                  </a:lnTo>
                  <a:lnTo>
                    <a:pt x="1547438" y="874462"/>
                  </a:lnTo>
                  <a:lnTo>
                    <a:pt x="1542995" y="878802"/>
                  </a:lnTo>
                  <a:lnTo>
                    <a:pt x="1538519" y="880316"/>
                  </a:lnTo>
                  <a:lnTo>
                    <a:pt x="1533202" y="885631"/>
                  </a:lnTo>
                  <a:cubicBezTo>
                    <a:pt x="1533202" y="885631"/>
                    <a:pt x="1527649" y="891047"/>
                    <a:pt x="1527312" y="891282"/>
                  </a:cubicBezTo>
                  <a:cubicBezTo>
                    <a:pt x="1527009" y="891484"/>
                    <a:pt x="1520918" y="895285"/>
                    <a:pt x="1520918" y="895285"/>
                  </a:cubicBezTo>
                  <a:lnTo>
                    <a:pt x="1515802" y="896799"/>
                  </a:lnTo>
                  <a:lnTo>
                    <a:pt x="1509812" y="899187"/>
                  </a:lnTo>
                  <a:lnTo>
                    <a:pt x="1502240" y="900600"/>
                  </a:lnTo>
                  <a:lnTo>
                    <a:pt x="1479624" y="900600"/>
                  </a:lnTo>
                  <a:lnTo>
                    <a:pt x="1467441" y="900600"/>
                  </a:lnTo>
                  <a:lnTo>
                    <a:pt x="1459397" y="900600"/>
                  </a:lnTo>
                  <a:cubicBezTo>
                    <a:pt x="1459397" y="900600"/>
                    <a:pt x="1453643" y="901139"/>
                    <a:pt x="1453306" y="901139"/>
                  </a:cubicBezTo>
                  <a:cubicBezTo>
                    <a:pt x="1452969" y="901139"/>
                    <a:pt x="1446878" y="902114"/>
                    <a:pt x="1446878" y="902114"/>
                  </a:cubicBezTo>
                  <a:cubicBezTo>
                    <a:pt x="1446878" y="902114"/>
                    <a:pt x="1443613" y="903191"/>
                    <a:pt x="1443176" y="903191"/>
                  </a:cubicBezTo>
                  <a:cubicBezTo>
                    <a:pt x="1442739" y="903191"/>
                    <a:pt x="1439272" y="904940"/>
                    <a:pt x="1439036" y="905243"/>
                  </a:cubicBezTo>
                  <a:cubicBezTo>
                    <a:pt x="1438801" y="905579"/>
                    <a:pt x="1437959" y="906555"/>
                    <a:pt x="1437959" y="906555"/>
                  </a:cubicBezTo>
                  <a:lnTo>
                    <a:pt x="1436983" y="908405"/>
                  </a:lnTo>
                  <a:lnTo>
                    <a:pt x="1436983" y="911567"/>
                  </a:lnTo>
                  <a:lnTo>
                    <a:pt x="1435233" y="915368"/>
                  </a:lnTo>
                  <a:lnTo>
                    <a:pt x="1435233" y="920246"/>
                  </a:lnTo>
                  <a:lnTo>
                    <a:pt x="1432070" y="925023"/>
                  </a:lnTo>
                  <a:lnTo>
                    <a:pt x="1427055" y="930674"/>
                  </a:lnTo>
                  <a:lnTo>
                    <a:pt x="1421401" y="936225"/>
                  </a:lnTo>
                  <a:lnTo>
                    <a:pt x="1412180" y="942953"/>
                  </a:lnTo>
                  <a:cubicBezTo>
                    <a:pt x="1412180" y="942953"/>
                    <a:pt x="1400670" y="955567"/>
                    <a:pt x="1400233" y="955668"/>
                  </a:cubicBezTo>
                  <a:cubicBezTo>
                    <a:pt x="1399795" y="955769"/>
                    <a:pt x="1389699" y="962834"/>
                    <a:pt x="1389699" y="962834"/>
                  </a:cubicBezTo>
                  <a:cubicBezTo>
                    <a:pt x="1389699" y="962834"/>
                    <a:pt x="1380242" y="970133"/>
                    <a:pt x="1378626" y="970672"/>
                  </a:cubicBezTo>
                  <a:cubicBezTo>
                    <a:pt x="1377011" y="971210"/>
                    <a:pt x="1374722" y="971849"/>
                    <a:pt x="1374722" y="971849"/>
                  </a:cubicBezTo>
                  <a:lnTo>
                    <a:pt x="1364828" y="975314"/>
                  </a:lnTo>
                  <a:lnTo>
                    <a:pt x="1355169" y="975314"/>
                  </a:lnTo>
                  <a:cubicBezTo>
                    <a:pt x="1355169" y="975314"/>
                    <a:pt x="1348438" y="974776"/>
                    <a:pt x="1348001" y="974776"/>
                  </a:cubicBezTo>
                  <a:cubicBezTo>
                    <a:pt x="1347563" y="974776"/>
                    <a:pt x="1342549" y="974237"/>
                    <a:pt x="1341808" y="974338"/>
                  </a:cubicBezTo>
                  <a:cubicBezTo>
                    <a:pt x="1341034" y="974439"/>
                    <a:pt x="1337130" y="974776"/>
                    <a:pt x="1336255" y="974776"/>
                  </a:cubicBezTo>
                  <a:cubicBezTo>
                    <a:pt x="1335380" y="974776"/>
                    <a:pt x="1333428" y="974540"/>
                    <a:pt x="1332553" y="974237"/>
                  </a:cubicBezTo>
                  <a:cubicBezTo>
                    <a:pt x="1331678" y="973901"/>
                    <a:pt x="1328010" y="973262"/>
                    <a:pt x="1327135" y="973262"/>
                  </a:cubicBezTo>
                  <a:cubicBezTo>
                    <a:pt x="1326260" y="973262"/>
                    <a:pt x="1322995" y="972051"/>
                    <a:pt x="1322558" y="972051"/>
                  </a:cubicBezTo>
                  <a:cubicBezTo>
                    <a:pt x="1322120" y="972051"/>
                    <a:pt x="1317139" y="971513"/>
                    <a:pt x="1317139" y="971513"/>
                  </a:cubicBezTo>
                  <a:lnTo>
                    <a:pt x="1307582" y="967711"/>
                  </a:lnTo>
                  <a:lnTo>
                    <a:pt x="1302264" y="968351"/>
                  </a:lnTo>
                  <a:lnTo>
                    <a:pt x="1298024" y="968351"/>
                  </a:lnTo>
                  <a:lnTo>
                    <a:pt x="1293446" y="967812"/>
                  </a:lnTo>
                  <a:lnTo>
                    <a:pt x="1289307" y="966063"/>
                  </a:lnTo>
                  <a:lnTo>
                    <a:pt x="1284427" y="963574"/>
                  </a:lnTo>
                  <a:lnTo>
                    <a:pt x="1274735" y="954760"/>
                  </a:lnTo>
                  <a:cubicBezTo>
                    <a:pt x="1274735" y="954760"/>
                    <a:pt x="1272446" y="952271"/>
                    <a:pt x="1272143" y="952035"/>
                  </a:cubicBezTo>
                  <a:cubicBezTo>
                    <a:pt x="1271840" y="951800"/>
                    <a:pt x="1269956" y="949748"/>
                    <a:pt x="1269653" y="949546"/>
                  </a:cubicBezTo>
                  <a:cubicBezTo>
                    <a:pt x="1269316" y="949310"/>
                    <a:pt x="1267364" y="948234"/>
                    <a:pt x="1267028" y="948133"/>
                  </a:cubicBezTo>
                  <a:cubicBezTo>
                    <a:pt x="1266691" y="948032"/>
                    <a:pt x="1262249" y="947494"/>
                    <a:pt x="1262249" y="947494"/>
                  </a:cubicBezTo>
                  <a:lnTo>
                    <a:pt x="1253566" y="947494"/>
                  </a:lnTo>
                  <a:lnTo>
                    <a:pt x="1240508" y="947494"/>
                  </a:lnTo>
                  <a:lnTo>
                    <a:pt x="1236907" y="947696"/>
                  </a:lnTo>
                  <a:cubicBezTo>
                    <a:pt x="1236907" y="947696"/>
                    <a:pt x="1233777" y="947729"/>
                    <a:pt x="1233340" y="947830"/>
                  </a:cubicBezTo>
                  <a:cubicBezTo>
                    <a:pt x="1232902" y="947931"/>
                    <a:pt x="1229739" y="948806"/>
                    <a:pt x="1229739" y="948806"/>
                  </a:cubicBezTo>
                  <a:lnTo>
                    <a:pt x="1227450" y="949344"/>
                  </a:lnTo>
                  <a:cubicBezTo>
                    <a:pt x="1227450" y="949344"/>
                    <a:pt x="1224859" y="950858"/>
                    <a:pt x="1222873" y="951632"/>
                  </a:cubicBezTo>
                  <a:cubicBezTo>
                    <a:pt x="1220921" y="952405"/>
                    <a:pt x="1219507" y="953280"/>
                    <a:pt x="1219507" y="953280"/>
                  </a:cubicBezTo>
                  <a:lnTo>
                    <a:pt x="1216479" y="955870"/>
                  </a:lnTo>
                  <a:lnTo>
                    <a:pt x="1213753" y="957922"/>
                  </a:lnTo>
                  <a:cubicBezTo>
                    <a:pt x="1213753" y="957922"/>
                    <a:pt x="1210589" y="960513"/>
                    <a:pt x="1210152" y="960950"/>
                  </a:cubicBezTo>
                  <a:cubicBezTo>
                    <a:pt x="1209714" y="961387"/>
                    <a:pt x="1208099" y="964953"/>
                    <a:pt x="1208099" y="964953"/>
                  </a:cubicBezTo>
                  <a:lnTo>
                    <a:pt x="1205810" y="969831"/>
                  </a:lnTo>
                  <a:lnTo>
                    <a:pt x="1200358" y="975684"/>
                  </a:lnTo>
                  <a:lnTo>
                    <a:pt x="1198171" y="985675"/>
                  </a:lnTo>
                  <a:lnTo>
                    <a:pt x="1197194" y="987962"/>
                  </a:lnTo>
                  <a:lnTo>
                    <a:pt x="1195243" y="992403"/>
                  </a:lnTo>
                  <a:lnTo>
                    <a:pt x="1193728" y="996641"/>
                  </a:lnTo>
                  <a:lnTo>
                    <a:pt x="1191978" y="1000544"/>
                  </a:lnTo>
                  <a:lnTo>
                    <a:pt x="1191002" y="1004984"/>
                  </a:lnTo>
                  <a:lnTo>
                    <a:pt x="1190565" y="1009559"/>
                  </a:lnTo>
                  <a:lnTo>
                    <a:pt x="1189689" y="1012721"/>
                  </a:lnTo>
                  <a:lnTo>
                    <a:pt x="1188377" y="1015648"/>
                  </a:lnTo>
                  <a:lnTo>
                    <a:pt x="1185314" y="1019348"/>
                  </a:lnTo>
                  <a:lnTo>
                    <a:pt x="1184574" y="1021299"/>
                  </a:lnTo>
                  <a:lnTo>
                    <a:pt x="1184776" y="1024764"/>
                  </a:lnTo>
                  <a:cubicBezTo>
                    <a:pt x="1184776" y="1024764"/>
                    <a:pt x="1184776" y="1027153"/>
                    <a:pt x="1184776" y="1027691"/>
                  </a:cubicBezTo>
                  <a:cubicBezTo>
                    <a:pt x="1184776" y="1028229"/>
                    <a:pt x="1185819" y="1030752"/>
                    <a:pt x="1185819" y="1030752"/>
                  </a:cubicBezTo>
                  <a:lnTo>
                    <a:pt x="1188040" y="1033342"/>
                  </a:lnTo>
                  <a:lnTo>
                    <a:pt x="1191204" y="1036942"/>
                  </a:lnTo>
                  <a:lnTo>
                    <a:pt x="1192718" y="1043569"/>
                  </a:lnTo>
                  <a:lnTo>
                    <a:pt x="1192920" y="1046731"/>
                  </a:lnTo>
                  <a:lnTo>
                    <a:pt x="1198036" y="1054434"/>
                  </a:lnTo>
                  <a:lnTo>
                    <a:pt x="1201300" y="1059850"/>
                  </a:lnTo>
                  <a:lnTo>
                    <a:pt x="1207493" y="1064863"/>
                  </a:lnTo>
                  <a:lnTo>
                    <a:pt x="1218464" y="1074854"/>
                  </a:lnTo>
                  <a:lnTo>
                    <a:pt x="1221931" y="1078991"/>
                  </a:lnTo>
                  <a:lnTo>
                    <a:pt x="1225296" y="1082153"/>
                  </a:lnTo>
                  <a:lnTo>
                    <a:pt x="1226508" y="1085618"/>
                  </a:lnTo>
                  <a:lnTo>
                    <a:pt x="1226508" y="1089857"/>
                  </a:lnTo>
                  <a:lnTo>
                    <a:pt x="1226036" y="1095845"/>
                  </a:lnTo>
                  <a:lnTo>
                    <a:pt x="1222267" y="1100622"/>
                  </a:lnTo>
                  <a:cubicBezTo>
                    <a:pt x="1222267" y="1100622"/>
                    <a:pt x="1217926" y="1106273"/>
                    <a:pt x="1217589" y="1106273"/>
                  </a:cubicBezTo>
                  <a:cubicBezTo>
                    <a:pt x="1217253" y="1106273"/>
                    <a:pt x="1207493" y="1114851"/>
                    <a:pt x="1207493" y="1114851"/>
                  </a:cubicBezTo>
                  <a:lnTo>
                    <a:pt x="1196420" y="1123429"/>
                  </a:lnTo>
                  <a:lnTo>
                    <a:pt x="1185314" y="1129518"/>
                  </a:lnTo>
                  <a:lnTo>
                    <a:pt x="1166535" y="1137423"/>
                  </a:lnTo>
                  <a:lnTo>
                    <a:pt x="1159569" y="1140586"/>
                  </a:lnTo>
                  <a:lnTo>
                    <a:pt x="1153141" y="1142436"/>
                  </a:lnTo>
                  <a:cubicBezTo>
                    <a:pt x="1153141" y="1142436"/>
                    <a:pt x="1149136" y="1144824"/>
                    <a:pt x="1148799" y="1145160"/>
                  </a:cubicBezTo>
                  <a:cubicBezTo>
                    <a:pt x="1148463" y="1145497"/>
                    <a:pt x="1144323" y="1147784"/>
                    <a:pt x="1144020" y="1148087"/>
                  </a:cubicBezTo>
                  <a:cubicBezTo>
                    <a:pt x="1143684" y="1148423"/>
                    <a:pt x="1141193" y="1150812"/>
                    <a:pt x="1140857" y="1151552"/>
                  </a:cubicBezTo>
                  <a:cubicBezTo>
                    <a:pt x="1140520" y="1152292"/>
                    <a:pt x="1137794" y="1155589"/>
                    <a:pt x="1137794" y="1155589"/>
                  </a:cubicBezTo>
                  <a:lnTo>
                    <a:pt x="1135943" y="1158852"/>
                  </a:lnTo>
                  <a:lnTo>
                    <a:pt x="1134092" y="1162014"/>
                  </a:lnTo>
                  <a:lnTo>
                    <a:pt x="1131467" y="1165378"/>
                  </a:lnTo>
                  <a:lnTo>
                    <a:pt x="1129179" y="1168103"/>
                  </a:lnTo>
                  <a:lnTo>
                    <a:pt x="1126789" y="1172341"/>
                  </a:lnTo>
                  <a:lnTo>
                    <a:pt x="1123323" y="1175941"/>
                  </a:lnTo>
                  <a:lnTo>
                    <a:pt x="1120832" y="1180818"/>
                  </a:lnTo>
                  <a:lnTo>
                    <a:pt x="1115818" y="1189195"/>
                  </a:lnTo>
                  <a:lnTo>
                    <a:pt x="1094178" y="1207562"/>
                  </a:lnTo>
                  <a:cubicBezTo>
                    <a:pt x="1094178" y="1207562"/>
                    <a:pt x="1091351" y="1211262"/>
                    <a:pt x="1091014" y="1211599"/>
                  </a:cubicBezTo>
                  <a:cubicBezTo>
                    <a:pt x="1090678" y="1211935"/>
                    <a:pt x="1088288" y="1214963"/>
                    <a:pt x="1087851" y="1215198"/>
                  </a:cubicBezTo>
                  <a:cubicBezTo>
                    <a:pt x="1087413" y="1215400"/>
                    <a:pt x="1084923" y="1217048"/>
                    <a:pt x="1084923" y="1217048"/>
                  </a:cubicBezTo>
                  <a:cubicBezTo>
                    <a:pt x="1084923" y="1217048"/>
                    <a:pt x="1081557" y="1219437"/>
                    <a:pt x="1080783" y="1220110"/>
                  </a:cubicBezTo>
                  <a:cubicBezTo>
                    <a:pt x="1080043" y="1220749"/>
                    <a:pt x="1077519" y="1221287"/>
                    <a:pt x="1076105" y="1221422"/>
                  </a:cubicBezTo>
                  <a:cubicBezTo>
                    <a:pt x="1074692" y="1221522"/>
                    <a:pt x="1071966" y="1222296"/>
                    <a:pt x="1070889" y="1222498"/>
                  </a:cubicBezTo>
                  <a:cubicBezTo>
                    <a:pt x="1069812" y="1222733"/>
                    <a:pt x="1068398" y="1222834"/>
                    <a:pt x="1067523" y="1222935"/>
                  </a:cubicBezTo>
                  <a:cubicBezTo>
                    <a:pt x="1066648" y="1223036"/>
                    <a:pt x="1062745" y="1223373"/>
                    <a:pt x="1062745" y="1223373"/>
                  </a:cubicBezTo>
                  <a:cubicBezTo>
                    <a:pt x="1062745" y="1223373"/>
                    <a:pt x="1056451" y="1224146"/>
                    <a:pt x="1055340" y="1224146"/>
                  </a:cubicBezTo>
                  <a:cubicBezTo>
                    <a:pt x="1054263" y="1224146"/>
                    <a:pt x="1051436" y="1224584"/>
                    <a:pt x="1051436" y="1224584"/>
                  </a:cubicBezTo>
                  <a:lnTo>
                    <a:pt x="1046657" y="1226636"/>
                  </a:lnTo>
                  <a:lnTo>
                    <a:pt x="1040028" y="1230235"/>
                  </a:lnTo>
                  <a:lnTo>
                    <a:pt x="1034037" y="1234238"/>
                  </a:lnTo>
                  <a:cubicBezTo>
                    <a:pt x="1034037" y="1234238"/>
                    <a:pt x="1025994" y="1241202"/>
                    <a:pt x="1025657" y="1241504"/>
                  </a:cubicBezTo>
                  <a:cubicBezTo>
                    <a:pt x="1025321" y="1241841"/>
                    <a:pt x="1016873" y="1244734"/>
                    <a:pt x="1016873" y="1244734"/>
                  </a:cubicBezTo>
                  <a:lnTo>
                    <a:pt x="1002536" y="1244734"/>
                  </a:lnTo>
                  <a:lnTo>
                    <a:pt x="978944" y="1246079"/>
                  </a:lnTo>
                  <a:lnTo>
                    <a:pt x="959055" y="1248199"/>
                  </a:lnTo>
                  <a:lnTo>
                    <a:pt x="953199" y="1248636"/>
                  </a:lnTo>
                  <a:lnTo>
                    <a:pt x="941352" y="1246786"/>
                  </a:lnTo>
                  <a:lnTo>
                    <a:pt x="926242" y="1245272"/>
                  </a:lnTo>
                  <a:lnTo>
                    <a:pt x="916010" y="1245474"/>
                  </a:lnTo>
                  <a:lnTo>
                    <a:pt x="890130" y="1246113"/>
                  </a:lnTo>
                  <a:lnTo>
                    <a:pt x="883702" y="1246449"/>
                  </a:lnTo>
                  <a:lnTo>
                    <a:pt x="871250" y="1248064"/>
                  </a:lnTo>
                  <a:lnTo>
                    <a:pt x="860615" y="1248064"/>
                  </a:lnTo>
                  <a:cubicBezTo>
                    <a:pt x="860615" y="1248064"/>
                    <a:pt x="856711" y="1245508"/>
                    <a:pt x="856576" y="1245171"/>
                  </a:cubicBezTo>
                  <a:cubicBezTo>
                    <a:pt x="856475" y="1244835"/>
                    <a:pt x="852235" y="1243388"/>
                    <a:pt x="852235" y="1243388"/>
                  </a:cubicBezTo>
                  <a:lnTo>
                    <a:pt x="847692" y="1242850"/>
                  </a:lnTo>
                  <a:lnTo>
                    <a:pt x="842038" y="1243085"/>
                  </a:lnTo>
                  <a:lnTo>
                    <a:pt x="837898" y="1243422"/>
                  </a:lnTo>
                  <a:lnTo>
                    <a:pt x="833994" y="1244734"/>
                  </a:lnTo>
                  <a:lnTo>
                    <a:pt x="828677" y="1247459"/>
                  </a:lnTo>
                  <a:lnTo>
                    <a:pt x="815854" y="1255936"/>
                  </a:lnTo>
                  <a:lnTo>
                    <a:pt x="812354" y="1260073"/>
                  </a:lnTo>
                  <a:lnTo>
                    <a:pt x="803234" y="1262361"/>
                  </a:lnTo>
                  <a:lnTo>
                    <a:pt x="794214" y="1262563"/>
                  </a:lnTo>
                  <a:lnTo>
                    <a:pt x="785633" y="1262462"/>
                  </a:lnTo>
                  <a:lnTo>
                    <a:pt x="780079" y="1263437"/>
                  </a:lnTo>
                  <a:lnTo>
                    <a:pt x="770084" y="1267239"/>
                  </a:lnTo>
                  <a:lnTo>
                    <a:pt x="735184" y="1282444"/>
                  </a:lnTo>
                  <a:lnTo>
                    <a:pt x="719097" y="1288734"/>
                  </a:lnTo>
                  <a:lnTo>
                    <a:pt x="693890" y="1299062"/>
                  </a:lnTo>
                  <a:lnTo>
                    <a:pt x="667808" y="1313291"/>
                  </a:lnTo>
                  <a:lnTo>
                    <a:pt x="661817" y="1316117"/>
                  </a:lnTo>
                  <a:lnTo>
                    <a:pt x="655962" y="1322105"/>
                  </a:lnTo>
                  <a:lnTo>
                    <a:pt x="647817" y="1326344"/>
                  </a:lnTo>
                  <a:lnTo>
                    <a:pt x="645428" y="1328934"/>
                  </a:lnTo>
                  <a:lnTo>
                    <a:pt x="643476" y="1332096"/>
                  </a:lnTo>
                  <a:cubicBezTo>
                    <a:pt x="643476" y="1332096"/>
                    <a:pt x="639336" y="1333946"/>
                    <a:pt x="638899" y="1333946"/>
                  </a:cubicBezTo>
                  <a:cubicBezTo>
                    <a:pt x="638461" y="1333946"/>
                    <a:pt x="634860" y="1332432"/>
                    <a:pt x="634423" y="1332298"/>
                  </a:cubicBezTo>
                  <a:cubicBezTo>
                    <a:pt x="633985" y="1332197"/>
                    <a:pt x="633447" y="1329573"/>
                    <a:pt x="633447" y="1329573"/>
                  </a:cubicBezTo>
                  <a:lnTo>
                    <a:pt x="632134" y="1325973"/>
                  </a:lnTo>
                  <a:lnTo>
                    <a:pt x="627994" y="1324998"/>
                  </a:lnTo>
                  <a:lnTo>
                    <a:pt x="621600" y="1324022"/>
                  </a:lnTo>
                  <a:lnTo>
                    <a:pt x="616720" y="1324897"/>
                  </a:lnTo>
                  <a:cubicBezTo>
                    <a:pt x="616720" y="1324897"/>
                    <a:pt x="611403" y="1325671"/>
                    <a:pt x="611066" y="1325873"/>
                  </a:cubicBezTo>
                  <a:cubicBezTo>
                    <a:pt x="610730" y="1326074"/>
                    <a:pt x="606927" y="1325873"/>
                    <a:pt x="606489" y="1325873"/>
                  </a:cubicBezTo>
                  <a:cubicBezTo>
                    <a:pt x="606052" y="1325873"/>
                    <a:pt x="602350" y="1324796"/>
                    <a:pt x="602047" y="1324460"/>
                  </a:cubicBezTo>
                  <a:cubicBezTo>
                    <a:pt x="601710" y="1324123"/>
                    <a:pt x="600432" y="1322408"/>
                    <a:pt x="600432" y="1322408"/>
                  </a:cubicBezTo>
                  <a:lnTo>
                    <a:pt x="599119" y="1318505"/>
                  </a:lnTo>
                  <a:lnTo>
                    <a:pt x="599119" y="1311542"/>
                  </a:lnTo>
                  <a:lnTo>
                    <a:pt x="599119" y="1308077"/>
                  </a:lnTo>
                  <a:lnTo>
                    <a:pt x="599119" y="1303199"/>
                  </a:lnTo>
                  <a:cubicBezTo>
                    <a:pt x="599119" y="1303199"/>
                    <a:pt x="596797" y="1300273"/>
                    <a:pt x="596561" y="1299936"/>
                  </a:cubicBezTo>
                  <a:cubicBezTo>
                    <a:pt x="596359" y="1299600"/>
                    <a:pt x="594441" y="1298288"/>
                    <a:pt x="594441" y="1298288"/>
                  </a:cubicBezTo>
                  <a:lnTo>
                    <a:pt x="589426" y="1297851"/>
                  </a:lnTo>
                  <a:lnTo>
                    <a:pt x="584648" y="1300475"/>
                  </a:lnTo>
                  <a:lnTo>
                    <a:pt x="572262" y="1303199"/>
                  </a:lnTo>
                  <a:lnTo>
                    <a:pt x="539988" y="1302224"/>
                  </a:lnTo>
                  <a:lnTo>
                    <a:pt x="531170" y="1300374"/>
                  </a:lnTo>
                  <a:lnTo>
                    <a:pt x="518684" y="1299297"/>
                  </a:lnTo>
                  <a:lnTo>
                    <a:pt x="507275" y="1294621"/>
                  </a:lnTo>
                  <a:lnTo>
                    <a:pt x="486073" y="1282881"/>
                  </a:lnTo>
                  <a:lnTo>
                    <a:pt x="454774" y="1267575"/>
                  </a:lnTo>
                  <a:lnTo>
                    <a:pt x="438788" y="1259434"/>
                  </a:lnTo>
                  <a:lnTo>
                    <a:pt x="420750" y="1254859"/>
                  </a:lnTo>
                  <a:lnTo>
                    <a:pt x="411932" y="1252471"/>
                  </a:lnTo>
                  <a:lnTo>
                    <a:pt x="406480" y="1250621"/>
                  </a:lnTo>
                  <a:lnTo>
                    <a:pt x="398672" y="1248232"/>
                  </a:lnTo>
                  <a:lnTo>
                    <a:pt x="394634" y="1246046"/>
                  </a:lnTo>
                  <a:cubicBezTo>
                    <a:pt x="394634" y="1246046"/>
                    <a:pt x="391908" y="1242581"/>
                    <a:pt x="391706" y="1242244"/>
                  </a:cubicBezTo>
                  <a:cubicBezTo>
                    <a:pt x="391470" y="1241908"/>
                    <a:pt x="389619" y="1238107"/>
                    <a:pt x="389619" y="1238107"/>
                  </a:cubicBezTo>
                  <a:lnTo>
                    <a:pt x="389081" y="1233532"/>
                  </a:lnTo>
                  <a:lnTo>
                    <a:pt x="383629" y="1227443"/>
                  </a:lnTo>
                  <a:lnTo>
                    <a:pt x="376561" y="1219067"/>
                  </a:lnTo>
                  <a:lnTo>
                    <a:pt x="374912" y="1215366"/>
                  </a:lnTo>
                  <a:lnTo>
                    <a:pt x="371311" y="1210791"/>
                  </a:lnTo>
                  <a:lnTo>
                    <a:pt x="368383" y="1208840"/>
                  </a:lnTo>
                  <a:lnTo>
                    <a:pt x="365152" y="1208100"/>
                  </a:lnTo>
                  <a:lnTo>
                    <a:pt x="359936" y="1208100"/>
                  </a:lnTo>
                  <a:lnTo>
                    <a:pt x="355056" y="1208100"/>
                  </a:lnTo>
                  <a:lnTo>
                    <a:pt x="346036" y="1206586"/>
                  </a:lnTo>
                  <a:lnTo>
                    <a:pt x="337892" y="1204534"/>
                  </a:lnTo>
                  <a:lnTo>
                    <a:pt x="315949" y="1193770"/>
                  </a:lnTo>
                  <a:lnTo>
                    <a:pt x="284549" y="1183005"/>
                  </a:lnTo>
                  <a:lnTo>
                    <a:pt x="267285" y="1182366"/>
                  </a:lnTo>
                  <a:lnTo>
                    <a:pt x="213909" y="1185528"/>
                  </a:lnTo>
                  <a:lnTo>
                    <a:pt x="185773" y="1185528"/>
                  </a:lnTo>
                  <a:lnTo>
                    <a:pt x="139330" y="1179607"/>
                  </a:lnTo>
                  <a:lnTo>
                    <a:pt x="109075" y="1171938"/>
                  </a:lnTo>
                  <a:lnTo>
                    <a:pt x="84776" y="1167026"/>
                  </a:lnTo>
                  <a:lnTo>
                    <a:pt x="58593" y="1161476"/>
                  </a:lnTo>
                  <a:lnTo>
                    <a:pt x="23390" y="1148625"/>
                  </a:lnTo>
                  <a:lnTo>
                    <a:pt x="0" y="1142974"/>
                  </a:lnTo>
                  <a:lnTo>
                    <a:pt x="4341" y="1164100"/>
                  </a:lnTo>
                  <a:lnTo>
                    <a:pt x="9255" y="1184956"/>
                  </a:lnTo>
                  <a:lnTo>
                    <a:pt x="18813" y="1206687"/>
                  </a:lnTo>
                  <a:lnTo>
                    <a:pt x="19957" y="1215232"/>
                  </a:lnTo>
                  <a:lnTo>
                    <a:pt x="22919" y="1221253"/>
                  </a:lnTo>
                  <a:cubicBezTo>
                    <a:pt x="22919" y="1221253"/>
                    <a:pt x="24669" y="1228217"/>
                    <a:pt x="24736" y="1228553"/>
                  </a:cubicBezTo>
                  <a:cubicBezTo>
                    <a:pt x="24803" y="1228923"/>
                    <a:pt x="25375" y="1231581"/>
                    <a:pt x="25375" y="1231883"/>
                  </a:cubicBezTo>
                  <a:cubicBezTo>
                    <a:pt x="25375" y="1232186"/>
                    <a:pt x="27395" y="1236458"/>
                    <a:pt x="27462" y="1236896"/>
                  </a:cubicBezTo>
                  <a:cubicBezTo>
                    <a:pt x="27529" y="1237333"/>
                    <a:pt x="29784" y="1241874"/>
                    <a:pt x="29784" y="1241874"/>
                  </a:cubicBezTo>
                  <a:lnTo>
                    <a:pt x="28977" y="1245205"/>
                  </a:lnTo>
                  <a:lnTo>
                    <a:pt x="28842" y="1248602"/>
                  </a:lnTo>
                  <a:cubicBezTo>
                    <a:pt x="28842" y="1248602"/>
                    <a:pt x="30727" y="1250991"/>
                    <a:pt x="31467" y="1251933"/>
                  </a:cubicBezTo>
                  <a:cubicBezTo>
                    <a:pt x="32174" y="1252875"/>
                    <a:pt x="34294" y="1256945"/>
                    <a:pt x="34294" y="1256945"/>
                  </a:cubicBezTo>
                  <a:cubicBezTo>
                    <a:pt x="34294" y="1256945"/>
                    <a:pt x="34159" y="1259031"/>
                    <a:pt x="33991" y="1259266"/>
                  </a:cubicBezTo>
                  <a:cubicBezTo>
                    <a:pt x="33857" y="1259468"/>
                    <a:pt x="33688" y="1262226"/>
                    <a:pt x="33688" y="1262226"/>
                  </a:cubicBezTo>
                  <a:cubicBezTo>
                    <a:pt x="33688" y="1262226"/>
                    <a:pt x="35876" y="1263673"/>
                    <a:pt x="36212" y="1263976"/>
                  </a:cubicBezTo>
                  <a:cubicBezTo>
                    <a:pt x="36583" y="1264278"/>
                    <a:pt x="37727" y="1265792"/>
                    <a:pt x="37794" y="1265994"/>
                  </a:cubicBezTo>
                  <a:cubicBezTo>
                    <a:pt x="37861" y="1266196"/>
                    <a:pt x="38366" y="1267575"/>
                    <a:pt x="38366" y="1267878"/>
                  </a:cubicBezTo>
                  <a:cubicBezTo>
                    <a:pt x="38366" y="1268181"/>
                    <a:pt x="38871" y="1270132"/>
                    <a:pt x="38871" y="1270132"/>
                  </a:cubicBezTo>
                  <a:lnTo>
                    <a:pt x="36616" y="1272621"/>
                  </a:lnTo>
                  <a:cubicBezTo>
                    <a:pt x="36616" y="1272621"/>
                    <a:pt x="30457" y="1276961"/>
                    <a:pt x="30020" y="1276961"/>
                  </a:cubicBezTo>
                  <a:cubicBezTo>
                    <a:pt x="29582" y="1276961"/>
                    <a:pt x="26621" y="1279046"/>
                    <a:pt x="25948" y="1279214"/>
                  </a:cubicBezTo>
                  <a:cubicBezTo>
                    <a:pt x="25308" y="1279349"/>
                    <a:pt x="22986" y="1280728"/>
                    <a:pt x="22246" y="1280896"/>
                  </a:cubicBezTo>
                  <a:cubicBezTo>
                    <a:pt x="21539" y="1281031"/>
                    <a:pt x="18779" y="1282982"/>
                    <a:pt x="17467" y="1283285"/>
                  </a:cubicBezTo>
                  <a:cubicBezTo>
                    <a:pt x="16154" y="1283588"/>
                    <a:pt x="16087" y="1284227"/>
                    <a:pt x="15885" y="1284294"/>
                  </a:cubicBezTo>
                  <a:cubicBezTo>
                    <a:pt x="15683" y="1284361"/>
                    <a:pt x="14943" y="1285875"/>
                    <a:pt x="15077" y="1286178"/>
                  </a:cubicBezTo>
                  <a:cubicBezTo>
                    <a:pt x="15212" y="1286481"/>
                    <a:pt x="15077" y="1287759"/>
                    <a:pt x="15077" y="1288062"/>
                  </a:cubicBezTo>
                  <a:cubicBezTo>
                    <a:pt x="15077" y="1288364"/>
                    <a:pt x="16827" y="1291022"/>
                    <a:pt x="16827" y="1291022"/>
                  </a:cubicBezTo>
                  <a:lnTo>
                    <a:pt x="20294" y="1294924"/>
                  </a:lnTo>
                  <a:cubicBezTo>
                    <a:pt x="20294" y="1294924"/>
                    <a:pt x="21741" y="1299566"/>
                    <a:pt x="22380" y="1300340"/>
                  </a:cubicBezTo>
                  <a:cubicBezTo>
                    <a:pt x="23020" y="1301147"/>
                    <a:pt x="25847" y="1304410"/>
                    <a:pt x="25780" y="1304612"/>
                  </a:cubicBezTo>
                  <a:cubicBezTo>
                    <a:pt x="25712" y="1304814"/>
                    <a:pt x="25780" y="1307371"/>
                    <a:pt x="25780" y="1307371"/>
                  </a:cubicBezTo>
                  <a:lnTo>
                    <a:pt x="29414" y="1314469"/>
                  </a:lnTo>
                  <a:lnTo>
                    <a:pt x="32174" y="1318674"/>
                  </a:lnTo>
                  <a:lnTo>
                    <a:pt x="34058" y="1323585"/>
                  </a:lnTo>
                  <a:cubicBezTo>
                    <a:pt x="34058" y="1323585"/>
                    <a:pt x="35943" y="1326478"/>
                    <a:pt x="36313" y="1327151"/>
                  </a:cubicBezTo>
                  <a:cubicBezTo>
                    <a:pt x="36684" y="1327790"/>
                    <a:pt x="38635" y="1330481"/>
                    <a:pt x="38905" y="1330784"/>
                  </a:cubicBezTo>
                  <a:cubicBezTo>
                    <a:pt x="39208" y="1331087"/>
                    <a:pt x="40655" y="1332096"/>
                    <a:pt x="40924" y="1332163"/>
                  </a:cubicBezTo>
                  <a:cubicBezTo>
                    <a:pt x="41227" y="1332230"/>
                    <a:pt x="43886" y="1334619"/>
                    <a:pt x="44626" y="1334854"/>
                  </a:cubicBezTo>
                  <a:cubicBezTo>
                    <a:pt x="45333" y="1335056"/>
                    <a:pt x="46814" y="1336435"/>
                    <a:pt x="46814" y="1336435"/>
                  </a:cubicBezTo>
                  <a:lnTo>
                    <a:pt x="47116" y="1339900"/>
                  </a:lnTo>
                  <a:lnTo>
                    <a:pt x="50145" y="1343432"/>
                  </a:lnTo>
                  <a:cubicBezTo>
                    <a:pt x="50145" y="1343432"/>
                    <a:pt x="53410" y="1346628"/>
                    <a:pt x="54419" y="1347267"/>
                  </a:cubicBezTo>
                  <a:cubicBezTo>
                    <a:pt x="55429" y="1347907"/>
                    <a:pt x="57314" y="1349353"/>
                    <a:pt x="59064" y="1350530"/>
                  </a:cubicBezTo>
                  <a:cubicBezTo>
                    <a:pt x="60814" y="1351674"/>
                    <a:pt x="60881" y="1352852"/>
                    <a:pt x="60881" y="1352852"/>
                  </a:cubicBezTo>
                  <a:cubicBezTo>
                    <a:pt x="60881" y="1352852"/>
                    <a:pt x="62126" y="1352986"/>
                    <a:pt x="63203" y="1352482"/>
                  </a:cubicBezTo>
                  <a:cubicBezTo>
                    <a:pt x="64280" y="1351977"/>
                    <a:pt x="65593" y="1352482"/>
                    <a:pt x="65896" y="1352482"/>
                  </a:cubicBezTo>
                  <a:cubicBezTo>
                    <a:pt x="66199" y="1352482"/>
                    <a:pt x="68723" y="1355509"/>
                    <a:pt x="68723" y="1355509"/>
                  </a:cubicBezTo>
                  <a:lnTo>
                    <a:pt x="69362" y="1357830"/>
                  </a:lnTo>
                  <a:lnTo>
                    <a:pt x="74074" y="1358705"/>
                  </a:lnTo>
                  <a:lnTo>
                    <a:pt x="74444" y="1360959"/>
                  </a:lnTo>
                  <a:lnTo>
                    <a:pt x="74579" y="1362641"/>
                  </a:lnTo>
                  <a:cubicBezTo>
                    <a:pt x="74579" y="1362641"/>
                    <a:pt x="74646" y="1365601"/>
                    <a:pt x="74646" y="1365904"/>
                  </a:cubicBezTo>
                  <a:cubicBezTo>
                    <a:pt x="74646" y="1366207"/>
                    <a:pt x="74646" y="1369032"/>
                    <a:pt x="74579" y="1369671"/>
                  </a:cubicBezTo>
                  <a:cubicBezTo>
                    <a:pt x="74511" y="1370311"/>
                    <a:pt x="74074" y="1371925"/>
                    <a:pt x="73838" y="1372363"/>
                  </a:cubicBezTo>
                  <a:cubicBezTo>
                    <a:pt x="73636" y="1372800"/>
                    <a:pt x="72593" y="1373607"/>
                    <a:pt x="72593" y="1373607"/>
                  </a:cubicBezTo>
                  <a:cubicBezTo>
                    <a:pt x="72593" y="1373607"/>
                    <a:pt x="71146" y="1375188"/>
                    <a:pt x="70944" y="1375424"/>
                  </a:cubicBezTo>
                  <a:cubicBezTo>
                    <a:pt x="70708" y="1375626"/>
                    <a:pt x="70574" y="1377509"/>
                    <a:pt x="70641" y="1377812"/>
                  </a:cubicBezTo>
                  <a:cubicBezTo>
                    <a:pt x="70708" y="1378115"/>
                    <a:pt x="71280" y="1379494"/>
                    <a:pt x="71280" y="1379898"/>
                  </a:cubicBezTo>
                  <a:cubicBezTo>
                    <a:pt x="71280" y="1380335"/>
                    <a:pt x="71146" y="1381849"/>
                    <a:pt x="70910" y="1382656"/>
                  </a:cubicBezTo>
                  <a:cubicBezTo>
                    <a:pt x="70675" y="1383464"/>
                    <a:pt x="69732" y="1383228"/>
                    <a:pt x="69732" y="1383228"/>
                  </a:cubicBezTo>
                  <a:cubicBezTo>
                    <a:pt x="69732" y="1383228"/>
                    <a:pt x="67780" y="1384809"/>
                    <a:pt x="67410" y="1385045"/>
                  </a:cubicBezTo>
                  <a:cubicBezTo>
                    <a:pt x="67040" y="1385246"/>
                    <a:pt x="66535" y="1386121"/>
                    <a:pt x="66535" y="1386121"/>
                  </a:cubicBezTo>
                  <a:lnTo>
                    <a:pt x="65223" y="1389822"/>
                  </a:lnTo>
                  <a:lnTo>
                    <a:pt x="64583" y="1392849"/>
                  </a:lnTo>
                  <a:lnTo>
                    <a:pt x="63944" y="1395036"/>
                  </a:lnTo>
                  <a:lnTo>
                    <a:pt x="63304" y="1396919"/>
                  </a:lnTo>
                  <a:cubicBezTo>
                    <a:pt x="63304" y="1396919"/>
                    <a:pt x="62429" y="1399005"/>
                    <a:pt x="62227" y="1399308"/>
                  </a:cubicBezTo>
                  <a:cubicBezTo>
                    <a:pt x="62025" y="1399611"/>
                    <a:pt x="61420" y="1401192"/>
                    <a:pt x="61352" y="1401494"/>
                  </a:cubicBezTo>
                  <a:cubicBezTo>
                    <a:pt x="61285" y="1401797"/>
                    <a:pt x="63170" y="1402571"/>
                    <a:pt x="63742" y="1402571"/>
                  </a:cubicBezTo>
                  <a:cubicBezTo>
                    <a:pt x="64314" y="1402571"/>
                    <a:pt x="67444" y="1402874"/>
                    <a:pt x="67444" y="1402874"/>
                  </a:cubicBezTo>
                  <a:lnTo>
                    <a:pt x="70136" y="1402672"/>
                  </a:lnTo>
                  <a:lnTo>
                    <a:pt x="71011" y="1402100"/>
                  </a:lnTo>
                  <a:lnTo>
                    <a:pt x="71718" y="1399779"/>
                  </a:lnTo>
                  <a:lnTo>
                    <a:pt x="75622" y="1400216"/>
                  </a:lnTo>
                  <a:lnTo>
                    <a:pt x="75622" y="1402806"/>
                  </a:lnTo>
                  <a:cubicBezTo>
                    <a:pt x="75622" y="1402806"/>
                    <a:pt x="79189" y="1404556"/>
                    <a:pt x="79761" y="1404690"/>
                  </a:cubicBezTo>
                  <a:cubicBezTo>
                    <a:pt x="80333" y="1404825"/>
                    <a:pt x="86223" y="1405397"/>
                    <a:pt x="86223" y="1405397"/>
                  </a:cubicBezTo>
                  <a:lnTo>
                    <a:pt x="92180" y="1405531"/>
                  </a:lnTo>
                  <a:lnTo>
                    <a:pt x="94065" y="1403345"/>
                  </a:lnTo>
                  <a:lnTo>
                    <a:pt x="95815" y="1399140"/>
                  </a:lnTo>
                  <a:lnTo>
                    <a:pt x="99719" y="1397559"/>
                  </a:lnTo>
                  <a:lnTo>
                    <a:pt x="103925" y="1393656"/>
                  </a:lnTo>
                  <a:lnTo>
                    <a:pt x="109579" y="1388577"/>
                  </a:lnTo>
                  <a:cubicBezTo>
                    <a:pt x="109579" y="1388577"/>
                    <a:pt x="114661" y="1385684"/>
                    <a:pt x="115806" y="1385246"/>
                  </a:cubicBezTo>
                  <a:cubicBezTo>
                    <a:pt x="116950" y="1384809"/>
                    <a:pt x="119878" y="1384675"/>
                    <a:pt x="119878" y="1384675"/>
                  </a:cubicBezTo>
                  <a:lnTo>
                    <a:pt x="122334" y="1383228"/>
                  </a:lnTo>
                  <a:lnTo>
                    <a:pt x="124656" y="1380335"/>
                  </a:lnTo>
                  <a:lnTo>
                    <a:pt x="126844" y="1380032"/>
                  </a:lnTo>
                  <a:lnTo>
                    <a:pt x="129604" y="1380167"/>
                  </a:lnTo>
                  <a:lnTo>
                    <a:pt x="132195" y="1377543"/>
                  </a:lnTo>
                  <a:lnTo>
                    <a:pt x="135090" y="1375357"/>
                  </a:lnTo>
                  <a:cubicBezTo>
                    <a:pt x="135090" y="1375357"/>
                    <a:pt x="141888" y="1374482"/>
                    <a:pt x="142494" y="1374482"/>
                  </a:cubicBezTo>
                  <a:cubicBezTo>
                    <a:pt x="143066" y="1374482"/>
                    <a:pt x="148148" y="1375491"/>
                    <a:pt x="148148" y="1375491"/>
                  </a:cubicBezTo>
                  <a:lnTo>
                    <a:pt x="152051" y="1373876"/>
                  </a:lnTo>
                  <a:lnTo>
                    <a:pt x="157133" y="1372867"/>
                  </a:lnTo>
                  <a:lnTo>
                    <a:pt x="161037" y="1375121"/>
                  </a:lnTo>
                  <a:lnTo>
                    <a:pt x="162484" y="1375256"/>
                  </a:lnTo>
                  <a:lnTo>
                    <a:pt x="165244" y="1376635"/>
                  </a:lnTo>
                  <a:cubicBezTo>
                    <a:pt x="165244" y="1376635"/>
                    <a:pt x="167936" y="1376635"/>
                    <a:pt x="168206" y="1376635"/>
                  </a:cubicBezTo>
                  <a:cubicBezTo>
                    <a:pt x="168475" y="1376635"/>
                    <a:pt x="170965" y="1376568"/>
                    <a:pt x="170965" y="1376568"/>
                  </a:cubicBezTo>
                  <a:cubicBezTo>
                    <a:pt x="170965" y="1376568"/>
                    <a:pt x="173792" y="1376568"/>
                    <a:pt x="174297" y="1376500"/>
                  </a:cubicBezTo>
                  <a:cubicBezTo>
                    <a:pt x="174802" y="1376433"/>
                    <a:pt x="178134" y="1376870"/>
                    <a:pt x="178437" y="1376870"/>
                  </a:cubicBezTo>
                  <a:cubicBezTo>
                    <a:pt x="178739" y="1376870"/>
                    <a:pt x="180187" y="1376568"/>
                    <a:pt x="180321" y="1376063"/>
                  </a:cubicBezTo>
                  <a:cubicBezTo>
                    <a:pt x="180456" y="1375558"/>
                    <a:pt x="181567" y="1375424"/>
                    <a:pt x="181634" y="1375188"/>
                  </a:cubicBezTo>
                  <a:cubicBezTo>
                    <a:pt x="181701" y="1374986"/>
                    <a:pt x="182139" y="1373876"/>
                    <a:pt x="182139" y="1373876"/>
                  </a:cubicBezTo>
                  <a:lnTo>
                    <a:pt x="182711" y="1372564"/>
                  </a:lnTo>
                  <a:lnTo>
                    <a:pt x="183720" y="1371320"/>
                  </a:lnTo>
                  <a:cubicBezTo>
                    <a:pt x="183720" y="1371320"/>
                    <a:pt x="183855" y="1369941"/>
                    <a:pt x="183855" y="1369571"/>
                  </a:cubicBezTo>
                  <a:cubicBezTo>
                    <a:pt x="183855" y="1369200"/>
                    <a:pt x="185437" y="1367552"/>
                    <a:pt x="185437" y="1367552"/>
                  </a:cubicBezTo>
                  <a:cubicBezTo>
                    <a:pt x="185437" y="1367552"/>
                    <a:pt x="186749" y="1366745"/>
                    <a:pt x="187187" y="1366677"/>
                  </a:cubicBezTo>
                  <a:cubicBezTo>
                    <a:pt x="187624" y="1366610"/>
                    <a:pt x="188567" y="1368494"/>
                    <a:pt x="188567" y="1368494"/>
                  </a:cubicBezTo>
                  <a:cubicBezTo>
                    <a:pt x="188567" y="1368494"/>
                    <a:pt x="192033" y="1369806"/>
                    <a:pt x="192908" y="1369941"/>
                  </a:cubicBezTo>
                  <a:cubicBezTo>
                    <a:pt x="193783" y="1370075"/>
                    <a:pt x="194860" y="1370580"/>
                    <a:pt x="194860" y="1370580"/>
                  </a:cubicBezTo>
                  <a:cubicBezTo>
                    <a:pt x="194860" y="1370580"/>
                    <a:pt x="200009" y="1372262"/>
                    <a:pt x="200278" y="1372463"/>
                  </a:cubicBezTo>
                  <a:cubicBezTo>
                    <a:pt x="200581" y="1372665"/>
                    <a:pt x="201591" y="1372463"/>
                    <a:pt x="201591" y="1372463"/>
                  </a:cubicBezTo>
                  <a:cubicBezTo>
                    <a:pt x="201591" y="1372463"/>
                    <a:pt x="204048" y="1373405"/>
                    <a:pt x="204351" y="1373473"/>
                  </a:cubicBezTo>
                  <a:cubicBezTo>
                    <a:pt x="204654" y="1373540"/>
                    <a:pt x="207918" y="1374549"/>
                    <a:pt x="208995" y="1374785"/>
                  </a:cubicBezTo>
                  <a:cubicBezTo>
                    <a:pt x="210072" y="1374986"/>
                    <a:pt x="211384" y="1375087"/>
                    <a:pt x="211687" y="1375121"/>
                  </a:cubicBezTo>
                  <a:cubicBezTo>
                    <a:pt x="211990" y="1375155"/>
                    <a:pt x="213774" y="1375054"/>
                    <a:pt x="214380" y="1375155"/>
                  </a:cubicBezTo>
                  <a:cubicBezTo>
                    <a:pt x="214952" y="1375222"/>
                    <a:pt x="215894" y="1375087"/>
                    <a:pt x="216567" y="1375155"/>
                  </a:cubicBezTo>
                  <a:cubicBezTo>
                    <a:pt x="217207" y="1375222"/>
                    <a:pt x="218519" y="1375155"/>
                    <a:pt x="218519" y="1375155"/>
                  </a:cubicBezTo>
                  <a:lnTo>
                    <a:pt x="218755" y="1376399"/>
                  </a:lnTo>
                  <a:cubicBezTo>
                    <a:pt x="218755" y="1376399"/>
                    <a:pt x="220067" y="1378216"/>
                    <a:pt x="220269" y="1378216"/>
                  </a:cubicBezTo>
                  <a:cubicBezTo>
                    <a:pt x="220505" y="1378216"/>
                    <a:pt x="223298" y="1379797"/>
                    <a:pt x="223534" y="1379898"/>
                  </a:cubicBezTo>
                  <a:cubicBezTo>
                    <a:pt x="223769" y="1379965"/>
                    <a:pt x="226159" y="1381916"/>
                    <a:pt x="226428" y="1381916"/>
                  </a:cubicBezTo>
                  <a:cubicBezTo>
                    <a:pt x="226697" y="1381916"/>
                    <a:pt x="228952" y="1384237"/>
                    <a:pt x="228952" y="1384237"/>
                  </a:cubicBezTo>
                  <a:lnTo>
                    <a:pt x="229827" y="1385751"/>
                  </a:lnTo>
                  <a:lnTo>
                    <a:pt x="230399" y="1388510"/>
                  </a:lnTo>
                  <a:lnTo>
                    <a:pt x="230534" y="1391638"/>
                  </a:lnTo>
                  <a:cubicBezTo>
                    <a:pt x="230534" y="1391638"/>
                    <a:pt x="231779" y="1394363"/>
                    <a:pt x="232082" y="1394464"/>
                  </a:cubicBezTo>
                  <a:cubicBezTo>
                    <a:pt x="232419" y="1394565"/>
                    <a:pt x="233159" y="1395675"/>
                    <a:pt x="233496" y="1395978"/>
                  </a:cubicBezTo>
                  <a:cubicBezTo>
                    <a:pt x="233832" y="1396314"/>
                    <a:pt x="234371" y="1397290"/>
                    <a:pt x="234371" y="1397290"/>
                  </a:cubicBezTo>
                  <a:lnTo>
                    <a:pt x="235683" y="1401629"/>
                  </a:lnTo>
                  <a:lnTo>
                    <a:pt x="235246" y="1402605"/>
                  </a:lnTo>
                  <a:cubicBezTo>
                    <a:pt x="235246" y="1402605"/>
                    <a:pt x="234269" y="1403917"/>
                    <a:pt x="233933" y="1404118"/>
                  </a:cubicBezTo>
                  <a:cubicBezTo>
                    <a:pt x="233597" y="1404354"/>
                    <a:pt x="232957" y="1404892"/>
                    <a:pt x="232957" y="1405195"/>
                  </a:cubicBezTo>
                  <a:cubicBezTo>
                    <a:pt x="232957" y="1405531"/>
                    <a:pt x="233933" y="1407045"/>
                    <a:pt x="233933" y="1407045"/>
                  </a:cubicBezTo>
                  <a:cubicBezTo>
                    <a:pt x="233933" y="1407045"/>
                    <a:pt x="233933" y="1410510"/>
                    <a:pt x="233933" y="1410846"/>
                  </a:cubicBezTo>
                  <a:cubicBezTo>
                    <a:pt x="233933" y="1411183"/>
                    <a:pt x="232991" y="1413470"/>
                    <a:pt x="232991" y="1413470"/>
                  </a:cubicBezTo>
                  <a:cubicBezTo>
                    <a:pt x="232991" y="1413470"/>
                    <a:pt x="231846" y="1414681"/>
                    <a:pt x="231846" y="1414984"/>
                  </a:cubicBezTo>
                  <a:cubicBezTo>
                    <a:pt x="231846" y="1415320"/>
                    <a:pt x="231308" y="1415859"/>
                    <a:pt x="230668" y="1416632"/>
                  </a:cubicBezTo>
                  <a:cubicBezTo>
                    <a:pt x="230029" y="1417406"/>
                    <a:pt x="228481" y="1418920"/>
                    <a:pt x="228178" y="1419021"/>
                  </a:cubicBezTo>
                  <a:cubicBezTo>
                    <a:pt x="227842" y="1419122"/>
                    <a:pt x="227101" y="1420333"/>
                    <a:pt x="227101" y="1420333"/>
                  </a:cubicBezTo>
                  <a:lnTo>
                    <a:pt x="224813" y="1422519"/>
                  </a:lnTo>
                  <a:cubicBezTo>
                    <a:pt x="224813" y="1422519"/>
                    <a:pt x="223601" y="1423495"/>
                    <a:pt x="223063" y="1423730"/>
                  </a:cubicBezTo>
                  <a:cubicBezTo>
                    <a:pt x="222524" y="1423932"/>
                    <a:pt x="221548" y="1424941"/>
                    <a:pt x="221548" y="1424941"/>
                  </a:cubicBezTo>
                  <a:cubicBezTo>
                    <a:pt x="221548" y="1424941"/>
                    <a:pt x="220135" y="1425917"/>
                    <a:pt x="219697" y="1426556"/>
                  </a:cubicBezTo>
                  <a:cubicBezTo>
                    <a:pt x="219260" y="1427195"/>
                    <a:pt x="218284" y="1428171"/>
                    <a:pt x="218284" y="1428171"/>
                  </a:cubicBezTo>
                  <a:cubicBezTo>
                    <a:pt x="218284" y="1428171"/>
                    <a:pt x="218385" y="1430021"/>
                    <a:pt x="218485" y="1430660"/>
                  </a:cubicBezTo>
                  <a:cubicBezTo>
                    <a:pt x="218587" y="1431299"/>
                    <a:pt x="217846" y="1431736"/>
                    <a:pt x="217308" y="1432073"/>
                  </a:cubicBezTo>
                  <a:cubicBezTo>
                    <a:pt x="216769" y="1432409"/>
                    <a:pt x="216231" y="1432611"/>
                    <a:pt x="216231" y="1432611"/>
                  </a:cubicBezTo>
                  <a:cubicBezTo>
                    <a:pt x="216231" y="1432611"/>
                    <a:pt x="214481" y="1433923"/>
                    <a:pt x="214178" y="1434024"/>
                  </a:cubicBezTo>
                  <a:cubicBezTo>
                    <a:pt x="213841" y="1434125"/>
                    <a:pt x="210577" y="1439036"/>
                    <a:pt x="210577" y="1439036"/>
                  </a:cubicBezTo>
                  <a:cubicBezTo>
                    <a:pt x="210577" y="1439036"/>
                    <a:pt x="209601" y="1440449"/>
                    <a:pt x="208961" y="1441425"/>
                  </a:cubicBezTo>
                  <a:cubicBezTo>
                    <a:pt x="208322" y="1442400"/>
                    <a:pt x="207110" y="1443477"/>
                    <a:pt x="206908" y="1444015"/>
                  </a:cubicBezTo>
                  <a:cubicBezTo>
                    <a:pt x="206706" y="1444553"/>
                    <a:pt x="205832" y="1446504"/>
                    <a:pt x="205832" y="1446504"/>
                  </a:cubicBezTo>
                  <a:cubicBezTo>
                    <a:pt x="205832" y="1446504"/>
                    <a:pt x="206033" y="1448018"/>
                    <a:pt x="206807" y="1448691"/>
                  </a:cubicBezTo>
                  <a:cubicBezTo>
                    <a:pt x="207581" y="1449330"/>
                    <a:pt x="208019" y="1452055"/>
                    <a:pt x="208019" y="1452694"/>
                  </a:cubicBezTo>
                  <a:cubicBezTo>
                    <a:pt x="208019" y="1453333"/>
                    <a:pt x="207481" y="1454309"/>
                    <a:pt x="207245" y="1454746"/>
                  </a:cubicBezTo>
                  <a:cubicBezTo>
                    <a:pt x="207009" y="1455183"/>
                    <a:pt x="205730" y="1455621"/>
                    <a:pt x="205192" y="1456260"/>
                  </a:cubicBezTo>
                  <a:cubicBezTo>
                    <a:pt x="204654" y="1456899"/>
                    <a:pt x="202601" y="1458177"/>
                    <a:pt x="202601" y="1458177"/>
                  </a:cubicBezTo>
                  <a:cubicBezTo>
                    <a:pt x="202601" y="1458177"/>
                    <a:pt x="201288" y="1458648"/>
                    <a:pt x="200110" y="1458312"/>
                  </a:cubicBezTo>
                  <a:cubicBezTo>
                    <a:pt x="198898" y="1457975"/>
                    <a:pt x="196644" y="1458312"/>
                    <a:pt x="196644" y="1458312"/>
                  </a:cubicBezTo>
                  <a:lnTo>
                    <a:pt x="196442" y="1458312"/>
                  </a:lnTo>
                  <a:lnTo>
                    <a:pt x="195028" y="1459557"/>
                  </a:lnTo>
                  <a:lnTo>
                    <a:pt x="193716" y="1461239"/>
                  </a:lnTo>
                  <a:cubicBezTo>
                    <a:pt x="193716" y="1461239"/>
                    <a:pt x="192538" y="1462988"/>
                    <a:pt x="192201" y="1463425"/>
                  </a:cubicBezTo>
                  <a:cubicBezTo>
                    <a:pt x="191865" y="1463862"/>
                    <a:pt x="191023" y="1464602"/>
                    <a:pt x="190451" y="1465174"/>
                  </a:cubicBezTo>
                  <a:cubicBezTo>
                    <a:pt x="189913" y="1465713"/>
                    <a:pt x="187961" y="1467025"/>
                    <a:pt x="187961" y="1467025"/>
                  </a:cubicBezTo>
                  <a:lnTo>
                    <a:pt x="186884" y="1467025"/>
                  </a:lnTo>
                  <a:lnTo>
                    <a:pt x="182744" y="1467025"/>
                  </a:lnTo>
                  <a:lnTo>
                    <a:pt x="180793" y="1467025"/>
                  </a:lnTo>
                  <a:lnTo>
                    <a:pt x="178605" y="1467899"/>
                  </a:lnTo>
                  <a:cubicBezTo>
                    <a:pt x="178605" y="1467899"/>
                    <a:pt x="177730" y="1468774"/>
                    <a:pt x="177393" y="1468875"/>
                  </a:cubicBezTo>
                  <a:cubicBezTo>
                    <a:pt x="177057" y="1468976"/>
                    <a:pt x="176754" y="1469648"/>
                    <a:pt x="175879" y="1470287"/>
                  </a:cubicBezTo>
                  <a:cubicBezTo>
                    <a:pt x="175004" y="1470927"/>
                    <a:pt x="173826" y="1471902"/>
                    <a:pt x="173388" y="1472474"/>
                  </a:cubicBezTo>
                  <a:cubicBezTo>
                    <a:pt x="172951" y="1473012"/>
                    <a:pt x="172513" y="1473012"/>
                    <a:pt x="171538" y="1473248"/>
                  </a:cubicBezTo>
                  <a:cubicBezTo>
                    <a:pt x="170561" y="1473483"/>
                    <a:pt x="170461" y="1474122"/>
                    <a:pt x="170124" y="1474324"/>
                  </a:cubicBezTo>
                  <a:cubicBezTo>
                    <a:pt x="169787" y="1474560"/>
                    <a:pt x="167936" y="1475535"/>
                    <a:pt x="167936" y="1475535"/>
                  </a:cubicBezTo>
                  <a:cubicBezTo>
                    <a:pt x="167936" y="1475535"/>
                    <a:pt x="166422" y="1477823"/>
                    <a:pt x="166186" y="1478126"/>
                  </a:cubicBezTo>
                  <a:cubicBezTo>
                    <a:pt x="165984" y="1478462"/>
                    <a:pt x="165311" y="1479875"/>
                    <a:pt x="165311" y="1479875"/>
                  </a:cubicBezTo>
                  <a:lnTo>
                    <a:pt x="164436" y="1482465"/>
                  </a:lnTo>
                  <a:lnTo>
                    <a:pt x="163898" y="1483542"/>
                  </a:lnTo>
                  <a:lnTo>
                    <a:pt x="161508" y="1485022"/>
                  </a:lnTo>
                  <a:lnTo>
                    <a:pt x="158917" y="1485156"/>
                  </a:lnTo>
                  <a:cubicBezTo>
                    <a:pt x="158917" y="1485156"/>
                    <a:pt x="154677" y="1484820"/>
                    <a:pt x="154475" y="1485156"/>
                  </a:cubicBezTo>
                  <a:cubicBezTo>
                    <a:pt x="154273" y="1485493"/>
                    <a:pt x="156965" y="1487982"/>
                    <a:pt x="159254" y="1488621"/>
                  </a:cubicBezTo>
                  <a:cubicBezTo>
                    <a:pt x="161542" y="1489260"/>
                    <a:pt x="161980" y="1487847"/>
                    <a:pt x="161980" y="1487847"/>
                  </a:cubicBezTo>
                  <a:cubicBezTo>
                    <a:pt x="161980" y="1487847"/>
                    <a:pt x="165009" y="1487074"/>
                    <a:pt x="166119" y="1486603"/>
                  </a:cubicBezTo>
                  <a:cubicBezTo>
                    <a:pt x="167196" y="1486132"/>
                    <a:pt x="168744" y="1486636"/>
                    <a:pt x="168744" y="1486636"/>
                  </a:cubicBezTo>
                  <a:cubicBezTo>
                    <a:pt x="168744" y="1486636"/>
                    <a:pt x="173187" y="1486535"/>
                    <a:pt x="173523" y="1486636"/>
                  </a:cubicBezTo>
                  <a:cubicBezTo>
                    <a:pt x="173860" y="1486737"/>
                    <a:pt x="180254" y="1488049"/>
                    <a:pt x="180691" y="1488150"/>
                  </a:cubicBezTo>
                  <a:cubicBezTo>
                    <a:pt x="181129" y="1488251"/>
                    <a:pt x="184057" y="1488688"/>
                    <a:pt x="184057" y="1488688"/>
                  </a:cubicBezTo>
                  <a:cubicBezTo>
                    <a:pt x="184057" y="1488688"/>
                    <a:pt x="189374" y="1492052"/>
                    <a:pt x="189711" y="1492490"/>
                  </a:cubicBezTo>
                  <a:cubicBezTo>
                    <a:pt x="190048" y="1492927"/>
                    <a:pt x="191764" y="1498040"/>
                    <a:pt x="191764" y="1498040"/>
                  </a:cubicBezTo>
                  <a:lnTo>
                    <a:pt x="196980" y="1497401"/>
                  </a:lnTo>
                  <a:lnTo>
                    <a:pt x="200884" y="1500025"/>
                  </a:lnTo>
                  <a:lnTo>
                    <a:pt x="204788" y="1502514"/>
                  </a:lnTo>
                  <a:lnTo>
                    <a:pt x="208591" y="1505105"/>
                  </a:lnTo>
                  <a:lnTo>
                    <a:pt x="214043" y="1506955"/>
                  </a:lnTo>
                  <a:cubicBezTo>
                    <a:pt x="214043" y="1506955"/>
                    <a:pt x="220034" y="1506955"/>
                    <a:pt x="220337" y="1506955"/>
                  </a:cubicBezTo>
                  <a:cubicBezTo>
                    <a:pt x="220673" y="1506955"/>
                    <a:pt x="223500" y="1507762"/>
                    <a:pt x="224039" y="1507661"/>
                  </a:cubicBezTo>
                  <a:cubicBezTo>
                    <a:pt x="224577" y="1507560"/>
                    <a:pt x="226866" y="1508569"/>
                    <a:pt x="227202" y="1508569"/>
                  </a:cubicBezTo>
                  <a:cubicBezTo>
                    <a:pt x="227539" y="1508569"/>
                    <a:pt x="229491" y="1511294"/>
                    <a:pt x="229491" y="1511732"/>
                  </a:cubicBezTo>
                  <a:cubicBezTo>
                    <a:pt x="229491" y="1512169"/>
                    <a:pt x="228717" y="1514019"/>
                    <a:pt x="227976" y="1514793"/>
                  </a:cubicBezTo>
                  <a:cubicBezTo>
                    <a:pt x="227236" y="1515567"/>
                    <a:pt x="229053" y="1516643"/>
                    <a:pt x="229188" y="1516979"/>
                  </a:cubicBezTo>
                  <a:cubicBezTo>
                    <a:pt x="229289" y="1517316"/>
                    <a:pt x="230803" y="1518930"/>
                    <a:pt x="230803" y="1518930"/>
                  </a:cubicBezTo>
                  <a:cubicBezTo>
                    <a:pt x="230803" y="1518930"/>
                    <a:pt x="230904" y="1521958"/>
                    <a:pt x="230904" y="1522395"/>
                  </a:cubicBezTo>
                  <a:cubicBezTo>
                    <a:pt x="230904" y="1522833"/>
                    <a:pt x="230668" y="1525221"/>
                    <a:pt x="230668" y="1525658"/>
                  </a:cubicBezTo>
                  <a:cubicBezTo>
                    <a:pt x="230668" y="1526096"/>
                    <a:pt x="230467" y="1528585"/>
                    <a:pt x="230231" y="1528921"/>
                  </a:cubicBezTo>
                  <a:cubicBezTo>
                    <a:pt x="230029" y="1529258"/>
                    <a:pt x="230769" y="1531949"/>
                    <a:pt x="230769" y="1531949"/>
                  </a:cubicBezTo>
                  <a:cubicBezTo>
                    <a:pt x="230769" y="1531949"/>
                    <a:pt x="233260" y="1532723"/>
                    <a:pt x="234673" y="1532723"/>
                  </a:cubicBezTo>
                  <a:cubicBezTo>
                    <a:pt x="236087" y="1532723"/>
                    <a:pt x="234774" y="1533698"/>
                    <a:pt x="234673" y="1534674"/>
                  </a:cubicBezTo>
                  <a:cubicBezTo>
                    <a:pt x="234572" y="1535649"/>
                    <a:pt x="236625" y="1536524"/>
                    <a:pt x="236625" y="1536524"/>
                  </a:cubicBezTo>
                  <a:lnTo>
                    <a:pt x="240092" y="1536524"/>
                  </a:lnTo>
                  <a:lnTo>
                    <a:pt x="242279" y="1536524"/>
                  </a:lnTo>
                  <a:lnTo>
                    <a:pt x="245308" y="1537836"/>
                  </a:lnTo>
                  <a:cubicBezTo>
                    <a:pt x="245308" y="1537836"/>
                    <a:pt x="247933" y="1542411"/>
                    <a:pt x="247799" y="1542714"/>
                  </a:cubicBezTo>
                  <a:cubicBezTo>
                    <a:pt x="247698" y="1543050"/>
                    <a:pt x="245308" y="1549004"/>
                    <a:pt x="245308" y="1549004"/>
                  </a:cubicBezTo>
                  <a:lnTo>
                    <a:pt x="245847" y="1550417"/>
                  </a:lnTo>
                  <a:lnTo>
                    <a:pt x="250087" y="1552032"/>
                  </a:lnTo>
                  <a:lnTo>
                    <a:pt x="251938" y="1551258"/>
                  </a:lnTo>
                  <a:cubicBezTo>
                    <a:pt x="251938" y="1551258"/>
                    <a:pt x="253688" y="1550922"/>
                    <a:pt x="254227" y="1550922"/>
                  </a:cubicBezTo>
                  <a:cubicBezTo>
                    <a:pt x="254765" y="1550922"/>
                    <a:pt x="256078" y="1551124"/>
                    <a:pt x="256078" y="1551124"/>
                  </a:cubicBezTo>
                  <a:cubicBezTo>
                    <a:pt x="256078" y="1551124"/>
                    <a:pt x="258366" y="1551662"/>
                    <a:pt x="258905" y="1552099"/>
                  </a:cubicBezTo>
                  <a:cubicBezTo>
                    <a:pt x="259443" y="1552536"/>
                    <a:pt x="260419" y="1553075"/>
                    <a:pt x="260419" y="1553075"/>
                  </a:cubicBezTo>
                  <a:cubicBezTo>
                    <a:pt x="260419" y="1553075"/>
                    <a:pt x="261496" y="1552536"/>
                    <a:pt x="261934" y="1552200"/>
                  </a:cubicBezTo>
                  <a:cubicBezTo>
                    <a:pt x="262371" y="1551864"/>
                    <a:pt x="262674" y="1550350"/>
                    <a:pt x="262674" y="1550350"/>
                  </a:cubicBezTo>
                  <a:lnTo>
                    <a:pt x="266140" y="1550350"/>
                  </a:lnTo>
                  <a:lnTo>
                    <a:pt x="267890" y="1550350"/>
                  </a:lnTo>
                  <a:lnTo>
                    <a:pt x="269641" y="1550350"/>
                  </a:lnTo>
                  <a:lnTo>
                    <a:pt x="273006" y="1550350"/>
                  </a:lnTo>
                  <a:lnTo>
                    <a:pt x="275496" y="1551325"/>
                  </a:lnTo>
                  <a:cubicBezTo>
                    <a:pt x="275496" y="1551325"/>
                    <a:pt x="276809" y="1552738"/>
                    <a:pt x="277886" y="1554488"/>
                  </a:cubicBezTo>
                  <a:cubicBezTo>
                    <a:pt x="278963" y="1556237"/>
                    <a:pt x="277886" y="1557212"/>
                    <a:pt x="277886" y="1557650"/>
                  </a:cubicBezTo>
                  <a:cubicBezTo>
                    <a:pt x="277886" y="1558087"/>
                    <a:pt x="277448" y="1558726"/>
                    <a:pt x="276371" y="1559399"/>
                  </a:cubicBezTo>
                  <a:cubicBezTo>
                    <a:pt x="275294" y="1560038"/>
                    <a:pt x="274184" y="1561350"/>
                    <a:pt x="274184" y="1561787"/>
                  </a:cubicBezTo>
                  <a:cubicBezTo>
                    <a:pt x="274184" y="1562225"/>
                    <a:pt x="275160" y="1563839"/>
                    <a:pt x="275261" y="1564277"/>
                  </a:cubicBezTo>
                  <a:cubicBezTo>
                    <a:pt x="275362" y="1564714"/>
                    <a:pt x="275059" y="1567304"/>
                    <a:pt x="275059" y="1567304"/>
                  </a:cubicBezTo>
                  <a:lnTo>
                    <a:pt x="274184" y="1568280"/>
                  </a:lnTo>
                  <a:cubicBezTo>
                    <a:pt x="274184" y="1568280"/>
                    <a:pt x="273410" y="1569491"/>
                    <a:pt x="272669" y="1570130"/>
                  </a:cubicBezTo>
                  <a:cubicBezTo>
                    <a:pt x="271895" y="1570769"/>
                    <a:pt x="273107" y="1571206"/>
                    <a:pt x="273208" y="1571543"/>
                  </a:cubicBezTo>
                  <a:cubicBezTo>
                    <a:pt x="273309" y="1571879"/>
                    <a:pt x="274419" y="1574369"/>
                    <a:pt x="274419" y="1574369"/>
                  </a:cubicBezTo>
                  <a:cubicBezTo>
                    <a:pt x="274419" y="1574369"/>
                    <a:pt x="273006" y="1575580"/>
                    <a:pt x="272905" y="1575882"/>
                  </a:cubicBezTo>
                  <a:cubicBezTo>
                    <a:pt x="272804" y="1576219"/>
                    <a:pt x="271929" y="1577060"/>
                    <a:pt x="271391" y="1577497"/>
                  </a:cubicBezTo>
                  <a:cubicBezTo>
                    <a:pt x="270852" y="1577934"/>
                    <a:pt x="270145" y="1579549"/>
                    <a:pt x="270145" y="1579549"/>
                  </a:cubicBezTo>
                  <a:cubicBezTo>
                    <a:pt x="270145" y="1579549"/>
                    <a:pt x="272030" y="1581601"/>
                    <a:pt x="272568" y="1581937"/>
                  </a:cubicBezTo>
                  <a:cubicBezTo>
                    <a:pt x="273107" y="1582274"/>
                    <a:pt x="273746" y="1583148"/>
                    <a:pt x="274083" y="1583249"/>
                  </a:cubicBezTo>
                  <a:cubicBezTo>
                    <a:pt x="274419" y="1583350"/>
                    <a:pt x="274083" y="1586613"/>
                    <a:pt x="274083" y="1586613"/>
                  </a:cubicBezTo>
                  <a:cubicBezTo>
                    <a:pt x="274083" y="1586613"/>
                    <a:pt x="272568" y="1588026"/>
                    <a:pt x="271357" y="1589103"/>
                  </a:cubicBezTo>
                  <a:cubicBezTo>
                    <a:pt x="270145" y="1590179"/>
                    <a:pt x="270044" y="1591491"/>
                    <a:pt x="270145" y="1592029"/>
                  </a:cubicBezTo>
                  <a:cubicBezTo>
                    <a:pt x="270246" y="1592568"/>
                    <a:pt x="271996" y="1593341"/>
                    <a:pt x="272333" y="1593442"/>
                  </a:cubicBezTo>
                  <a:cubicBezTo>
                    <a:pt x="272669" y="1593543"/>
                    <a:pt x="275362" y="1593442"/>
                    <a:pt x="275799" y="1593442"/>
                  </a:cubicBezTo>
                  <a:cubicBezTo>
                    <a:pt x="276237" y="1593442"/>
                    <a:pt x="277415" y="1593980"/>
                    <a:pt x="277852" y="1594418"/>
                  </a:cubicBezTo>
                  <a:cubicBezTo>
                    <a:pt x="278290" y="1594855"/>
                    <a:pt x="278054" y="1595057"/>
                    <a:pt x="278391" y="1596705"/>
                  </a:cubicBezTo>
                  <a:cubicBezTo>
                    <a:pt x="278727" y="1598320"/>
                    <a:pt x="280006" y="1599094"/>
                    <a:pt x="280343" y="1599430"/>
                  </a:cubicBezTo>
                  <a:cubicBezTo>
                    <a:pt x="280679" y="1599766"/>
                    <a:pt x="282631" y="1601045"/>
                    <a:pt x="283069" y="1601280"/>
                  </a:cubicBezTo>
                  <a:cubicBezTo>
                    <a:pt x="283506" y="1601482"/>
                    <a:pt x="286535" y="1601919"/>
                    <a:pt x="286535" y="1601919"/>
                  </a:cubicBezTo>
                  <a:cubicBezTo>
                    <a:pt x="286535" y="1601919"/>
                    <a:pt x="289127" y="1601583"/>
                    <a:pt x="289463" y="1601583"/>
                  </a:cubicBezTo>
                  <a:cubicBezTo>
                    <a:pt x="289800" y="1601583"/>
                    <a:pt x="290776" y="1600944"/>
                    <a:pt x="291213" y="1600069"/>
                  </a:cubicBezTo>
                  <a:cubicBezTo>
                    <a:pt x="291651" y="1599195"/>
                    <a:pt x="292727" y="1599531"/>
                    <a:pt x="293704" y="1598757"/>
                  </a:cubicBezTo>
                  <a:cubicBezTo>
                    <a:pt x="294680" y="1597984"/>
                    <a:pt x="296194" y="1596705"/>
                    <a:pt x="296968" y="1596032"/>
                  </a:cubicBezTo>
                  <a:cubicBezTo>
                    <a:pt x="297742" y="1595393"/>
                    <a:pt x="298920" y="1595158"/>
                    <a:pt x="299256" y="1594821"/>
                  </a:cubicBezTo>
                  <a:cubicBezTo>
                    <a:pt x="299593" y="1594485"/>
                    <a:pt x="302285" y="1594485"/>
                    <a:pt x="303396" y="1594384"/>
                  </a:cubicBezTo>
                  <a:cubicBezTo>
                    <a:pt x="304473" y="1594283"/>
                    <a:pt x="306223" y="1595158"/>
                    <a:pt x="307536" y="1595360"/>
                  </a:cubicBezTo>
                  <a:cubicBezTo>
                    <a:pt x="308848" y="1595561"/>
                    <a:pt x="309588" y="1597210"/>
                    <a:pt x="309588" y="1597546"/>
                  </a:cubicBezTo>
                  <a:cubicBezTo>
                    <a:pt x="309588" y="1597883"/>
                    <a:pt x="307637" y="1601247"/>
                    <a:pt x="307199" y="1601348"/>
                  </a:cubicBezTo>
                  <a:cubicBezTo>
                    <a:pt x="306762" y="1601448"/>
                    <a:pt x="305785" y="1601886"/>
                    <a:pt x="304709" y="1602121"/>
                  </a:cubicBezTo>
                  <a:cubicBezTo>
                    <a:pt x="303632" y="1602323"/>
                    <a:pt x="302757" y="1602996"/>
                    <a:pt x="302218" y="1603534"/>
                  </a:cubicBezTo>
                  <a:cubicBezTo>
                    <a:pt x="301680" y="1604072"/>
                    <a:pt x="301579" y="1605048"/>
                    <a:pt x="300603" y="1605822"/>
                  </a:cubicBezTo>
                  <a:cubicBezTo>
                    <a:pt x="299627" y="1606595"/>
                    <a:pt x="300603" y="1607133"/>
                    <a:pt x="300603" y="1607133"/>
                  </a:cubicBezTo>
                  <a:cubicBezTo>
                    <a:pt x="300603" y="1607133"/>
                    <a:pt x="302555" y="1610161"/>
                    <a:pt x="302891" y="1610397"/>
                  </a:cubicBezTo>
                  <a:cubicBezTo>
                    <a:pt x="303228" y="1610632"/>
                    <a:pt x="304406" y="1612247"/>
                    <a:pt x="304641" y="1612684"/>
                  </a:cubicBezTo>
                  <a:cubicBezTo>
                    <a:pt x="304877" y="1613121"/>
                    <a:pt x="306156" y="1613861"/>
                    <a:pt x="306156" y="1613861"/>
                  </a:cubicBezTo>
                  <a:cubicBezTo>
                    <a:pt x="306156" y="1613861"/>
                    <a:pt x="308343" y="1614501"/>
                    <a:pt x="308747" y="1614938"/>
                  </a:cubicBezTo>
                  <a:cubicBezTo>
                    <a:pt x="309185" y="1615375"/>
                    <a:pt x="310800" y="1616351"/>
                    <a:pt x="310767" y="1616687"/>
                  </a:cubicBezTo>
                  <a:cubicBezTo>
                    <a:pt x="310733" y="1617024"/>
                    <a:pt x="311137" y="1617663"/>
                    <a:pt x="310867" y="1618201"/>
                  </a:cubicBezTo>
                  <a:cubicBezTo>
                    <a:pt x="310598" y="1618739"/>
                    <a:pt x="311036" y="1620253"/>
                    <a:pt x="310935" y="1620690"/>
                  </a:cubicBezTo>
                  <a:cubicBezTo>
                    <a:pt x="310834" y="1621128"/>
                    <a:pt x="310935" y="1623180"/>
                    <a:pt x="310935" y="1623852"/>
                  </a:cubicBezTo>
                  <a:cubicBezTo>
                    <a:pt x="310935" y="1624525"/>
                    <a:pt x="311137" y="1624828"/>
                    <a:pt x="312012" y="1626880"/>
                  </a:cubicBezTo>
                  <a:cubicBezTo>
                    <a:pt x="312887" y="1628932"/>
                    <a:pt x="314065" y="1628394"/>
                    <a:pt x="314401" y="1628495"/>
                  </a:cubicBezTo>
                  <a:cubicBezTo>
                    <a:pt x="314738" y="1628596"/>
                    <a:pt x="315916" y="1628831"/>
                    <a:pt x="316252" y="1629033"/>
                  </a:cubicBezTo>
                  <a:cubicBezTo>
                    <a:pt x="316589" y="1629235"/>
                    <a:pt x="318002" y="1629235"/>
                    <a:pt x="319853" y="1628932"/>
                  </a:cubicBezTo>
                  <a:cubicBezTo>
                    <a:pt x="321704" y="1628596"/>
                    <a:pt x="320930" y="1628932"/>
                    <a:pt x="322041" y="1628932"/>
                  </a:cubicBezTo>
                  <a:cubicBezTo>
                    <a:pt x="323118" y="1628932"/>
                    <a:pt x="324329" y="1629033"/>
                    <a:pt x="324329" y="1629033"/>
                  </a:cubicBezTo>
                  <a:cubicBezTo>
                    <a:pt x="324329" y="1629033"/>
                    <a:pt x="326180" y="1630009"/>
                    <a:pt x="326517" y="1630547"/>
                  </a:cubicBezTo>
                  <a:cubicBezTo>
                    <a:pt x="326853" y="1631085"/>
                    <a:pt x="327829" y="1632061"/>
                    <a:pt x="328368" y="1632599"/>
                  </a:cubicBezTo>
                  <a:cubicBezTo>
                    <a:pt x="328906" y="1633137"/>
                    <a:pt x="329007" y="1633238"/>
                    <a:pt x="329344" y="1634012"/>
                  </a:cubicBezTo>
                  <a:cubicBezTo>
                    <a:pt x="329680" y="1634785"/>
                    <a:pt x="330656" y="1636938"/>
                    <a:pt x="331632" y="1638788"/>
                  </a:cubicBezTo>
                  <a:cubicBezTo>
                    <a:pt x="332608" y="1640639"/>
                    <a:pt x="334560" y="1641513"/>
                    <a:pt x="335435" y="1641951"/>
                  </a:cubicBezTo>
                  <a:cubicBezTo>
                    <a:pt x="336310" y="1642388"/>
                    <a:pt x="336411" y="1641311"/>
                    <a:pt x="336411" y="1641311"/>
                  </a:cubicBezTo>
                  <a:cubicBezTo>
                    <a:pt x="336411" y="1641311"/>
                    <a:pt x="339440" y="1638687"/>
                    <a:pt x="339777" y="1638486"/>
                  </a:cubicBezTo>
                  <a:cubicBezTo>
                    <a:pt x="340113" y="1638284"/>
                    <a:pt x="343041" y="1637510"/>
                    <a:pt x="343041" y="1637510"/>
                  </a:cubicBezTo>
                  <a:lnTo>
                    <a:pt x="346844" y="1639260"/>
                  </a:lnTo>
                  <a:cubicBezTo>
                    <a:pt x="346844" y="1639260"/>
                    <a:pt x="348359" y="1642287"/>
                    <a:pt x="348695" y="1643834"/>
                  </a:cubicBezTo>
                  <a:cubicBezTo>
                    <a:pt x="349032" y="1645348"/>
                    <a:pt x="350344" y="1645685"/>
                    <a:pt x="350782" y="1646223"/>
                  </a:cubicBezTo>
                  <a:cubicBezTo>
                    <a:pt x="351219" y="1646761"/>
                    <a:pt x="352936" y="1646862"/>
                    <a:pt x="354147" y="1646660"/>
                  </a:cubicBezTo>
                  <a:cubicBezTo>
                    <a:pt x="355359" y="1646458"/>
                    <a:pt x="355897" y="1646223"/>
                    <a:pt x="356335" y="1646021"/>
                  </a:cubicBezTo>
                  <a:cubicBezTo>
                    <a:pt x="356772" y="1645819"/>
                    <a:pt x="357109" y="1643195"/>
                    <a:pt x="357109" y="1642758"/>
                  </a:cubicBezTo>
                  <a:cubicBezTo>
                    <a:pt x="357109" y="1642321"/>
                    <a:pt x="357546" y="1640470"/>
                    <a:pt x="357546" y="1640033"/>
                  </a:cubicBezTo>
                  <a:cubicBezTo>
                    <a:pt x="357546" y="1639596"/>
                    <a:pt x="359397" y="1637207"/>
                    <a:pt x="359734" y="1636669"/>
                  </a:cubicBezTo>
                  <a:cubicBezTo>
                    <a:pt x="360070" y="1636131"/>
                    <a:pt x="363200" y="1633406"/>
                    <a:pt x="363200" y="1633406"/>
                  </a:cubicBezTo>
                  <a:lnTo>
                    <a:pt x="364614" y="1631657"/>
                  </a:lnTo>
                  <a:cubicBezTo>
                    <a:pt x="364614" y="1631657"/>
                    <a:pt x="367441" y="1628192"/>
                    <a:pt x="368619" y="1627317"/>
                  </a:cubicBezTo>
                  <a:cubicBezTo>
                    <a:pt x="369830" y="1626443"/>
                    <a:pt x="370806" y="1625904"/>
                    <a:pt x="371883" y="1625366"/>
                  </a:cubicBezTo>
                  <a:cubicBezTo>
                    <a:pt x="372960" y="1624828"/>
                    <a:pt x="375686" y="1622339"/>
                    <a:pt x="377436" y="1621767"/>
                  </a:cubicBezTo>
                  <a:cubicBezTo>
                    <a:pt x="379186" y="1621229"/>
                    <a:pt x="380162" y="1619177"/>
                    <a:pt x="380162" y="1619177"/>
                  </a:cubicBezTo>
                  <a:cubicBezTo>
                    <a:pt x="380162" y="1619177"/>
                    <a:pt x="379523" y="1617427"/>
                    <a:pt x="379186" y="1616889"/>
                  </a:cubicBezTo>
                  <a:cubicBezTo>
                    <a:pt x="378850" y="1616351"/>
                    <a:pt x="376561" y="1614400"/>
                    <a:pt x="375720" y="1614299"/>
                  </a:cubicBezTo>
                  <a:cubicBezTo>
                    <a:pt x="374845" y="1614198"/>
                    <a:pt x="374205" y="1612785"/>
                    <a:pt x="374205" y="1612785"/>
                  </a:cubicBezTo>
                  <a:cubicBezTo>
                    <a:pt x="374205" y="1612785"/>
                    <a:pt x="370840" y="1609522"/>
                    <a:pt x="370503" y="1609320"/>
                  </a:cubicBezTo>
                  <a:cubicBezTo>
                    <a:pt x="370200" y="1609118"/>
                    <a:pt x="368652" y="1605519"/>
                    <a:pt x="368652" y="1605519"/>
                  </a:cubicBezTo>
                  <a:cubicBezTo>
                    <a:pt x="368652" y="1605519"/>
                    <a:pt x="367777" y="1602256"/>
                    <a:pt x="367474" y="1602054"/>
                  </a:cubicBezTo>
                  <a:cubicBezTo>
                    <a:pt x="367138" y="1601819"/>
                    <a:pt x="366397" y="1598354"/>
                    <a:pt x="366397" y="1598354"/>
                  </a:cubicBezTo>
                  <a:lnTo>
                    <a:pt x="361719" y="1595965"/>
                  </a:lnTo>
                  <a:lnTo>
                    <a:pt x="356604" y="1593341"/>
                  </a:lnTo>
                  <a:cubicBezTo>
                    <a:pt x="356604" y="1593341"/>
                    <a:pt x="353676" y="1591929"/>
                    <a:pt x="353239" y="1591592"/>
                  </a:cubicBezTo>
                  <a:cubicBezTo>
                    <a:pt x="352801" y="1591256"/>
                    <a:pt x="352464" y="1588766"/>
                    <a:pt x="352464" y="1588766"/>
                  </a:cubicBezTo>
                  <a:lnTo>
                    <a:pt x="353339" y="1586580"/>
                  </a:lnTo>
                  <a:cubicBezTo>
                    <a:pt x="353339" y="1586580"/>
                    <a:pt x="356705" y="1586042"/>
                    <a:pt x="357142" y="1586042"/>
                  </a:cubicBezTo>
                  <a:cubicBezTo>
                    <a:pt x="357580" y="1586042"/>
                    <a:pt x="358354" y="1586243"/>
                    <a:pt x="358993" y="1586243"/>
                  </a:cubicBezTo>
                  <a:cubicBezTo>
                    <a:pt x="359633" y="1586243"/>
                    <a:pt x="363133" y="1588094"/>
                    <a:pt x="363873" y="1588194"/>
                  </a:cubicBezTo>
                  <a:cubicBezTo>
                    <a:pt x="364647" y="1588295"/>
                    <a:pt x="367575" y="1589506"/>
                    <a:pt x="367575" y="1589506"/>
                  </a:cubicBezTo>
                  <a:cubicBezTo>
                    <a:pt x="367575" y="1589506"/>
                    <a:pt x="371042" y="1590146"/>
                    <a:pt x="371479" y="1590280"/>
                  </a:cubicBezTo>
                  <a:cubicBezTo>
                    <a:pt x="371917" y="1590381"/>
                    <a:pt x="375821" y="1592029"/>
                    <a:pt x="375821" y="1592029"/>
                  </a:cubicBezTo>
                  <a:lnTo>
                    <a:pt x="379523" y="1592029"/>
                  </a:lnTo>
                  <a:lnTo>
                    <a:pt x="382451" y="1591659"/>
                  </a:lnTo>
                  <a:cubicBezTo>
                    <a:pt x="382451" y="1591659"/>
                    <a:pt x="384840" y="1589876"/>
                    <a:pt x="385278" y="1589742"/>
                  </a:cubicBezTo>
                  <a:cubicBezTo>
                    <a:pt x="385715" y="1589641"/>
                    <a:pt x="389417" y="1588531"/>
                    <a:pt x="389855" y="1588329"/>
                  </a:cubicBezTo>
                  <a:cubicBezTo>
                    <a:pt x="390292" y="1588127"/>
                    <a:pt x="395509" y="1586277"/>
                    <a:pt x="395509" y="1586277"/>
                  </a:cubicBezTo>
                  <a:lnTo>
                    <a:pt x="397696" y="1584662"/>
                  </a:lnTo>
                  <a:cubicBezTo>
                    <a:pt x="397696" y="1584662"/>
                    <a:pt x="399312" y="1584023"/>
                    <a:pt x="401062" y="1583586"/>
                  </a:cubicBezTo>
                  <a:cubicBezTo>
                    <a:pt x="402812" y="1583148"/>
                    <a:pt x="405403" y="1583384"/>
                    <a:pt x="405403" y="1583384"/>
                  </a:cubicBezTo>
                  <a:cubicBezTo>
                    <a:pt x="405403" y="1583384"/>
                    <a:pt x="408668" y="1583384"/>
                    <a:pt x="409105" y="1583384"/>
                  </a:cubicBezTo>
                  <a:cubicBezTo>
                    <a:pt x="409543" y="1583384"/>
                    <a:pt x="410081" y="1582207"/>
                    <a:pt x="410418" y="1581534"/>
                  </a:cubicBezTo>
                  <a:cubicBezTo>
                    <a:pt x="410754" y="1580895"/>
                    <a:pt x="411629" y="1580659"/>
                    <a:pt x="412370" y="1579919"/>
                  </a:cubicBezTo>
                  <a:cubicBezTo>
                    <a:pt x="413144" y="1579145"/>
                    <a:pt x="415398" y="1577968"/>
                    <a:pt x="415836" y="1577968"/>
                  </a:cubicBezTo>
                  <a:cubicBezTo>
                    <a:pt x="416274" y="1577968"/>
                    <a:pt x="419000" y="1578304"/>
                    <a:pt x="419303" y="1578405"/>
                  </a:cubicBezTo>
                  <a:cubicBezTo>
                    <a:pt x="419639" y="1578506"/>
                    <a:pt x="421692" y="1582207"/>
                    <a:pt x="422029" y="1582543"/>
                  </a:cubicBezTo>
                  <a:cubicBezTo>
                    <a:pt x="422365" y="1582879"/>
                    <a:pt x="423106" y="1584393"/>
                    <a:pt x="423106" y="1584393"/>
                  </a:cubicBezTo>
                  <a:lnTo>
                    <a:pt x="425596" y="1588733"/>
                  </a:lnTo>
                  <a:lnTo>
                    <a:pt x="429500" y="1591222"/>
                  </a:lnTo>
                  <a:cubicBezTo>
                    <a:pt x="429500" y="1591222"/>
                    <a:pt x="431553" y="1591659"/>
                    <a:pt x="431889" y="1591323"/>
                  </a:cubicBezTo>
                  <a:cubicBezTo>
                    <a:pt x="432226" y="1590987"/>
                    <a:pt x="436130" y="1591088"/>
                    <a:pt x="438082" y="1591088"/>
                  </a:cubicBezTo>
                  <a:cubicBezTo>
                    <a:pt x="440034" y="1591088"/>
                    <a:pt x="442423" y="1591962"/>
                    <a:pt x="442861" y="1591962"/>
                  </a:cubicBezTo>
                  <a:cubicBezTo>
                    <a:pt x="443298" y="1591962"/>
                    <a:pt x="444611" y="1593476"/>
                    <a:pt x="445048" y="1594149"/>
                  </a:cubicBezTo>
                  <a:cubicBezTo>
                    <a:pt x="445486" y="1594788"/>
                    <a:pt x="446798" y="1597176"/>
                    <a:pt x="447236" y="1597311"/>
                  </a:cubicBezTo>
                  <a:cubicBezTo>
                    <a:pt x="447673" y="1597412"/>
                    <a:pt x="453765" y="1597849"/>
                    <a:pt x="453765" y="1597849"/>
                  </a:cubicBezTo>
                  <a:cubicBezTo>
                    <a:pt x="453765" y="1597849"/>
                    <a:pt x="459722" y="1597849"/>
                    <a:pt x="460395" y="1597647"/>
                  </a:cubicBezTo>
                  <a:cubicBezTo>
                    <a:pt x="461034" y="1597445"/>
                    <a:pt x="464501" y="1597311"/>
                    <a:pt x="464501" y="1597311"/>
                  </a:cubicBezTo>
                  <a:cubicBezTo>
                    <a:pt x="464501" y="1597311"/>
                    <a:pt x="468102" y="1597311"/>
                    <a:pt x="470255" y="1597311"/>
                  </a:cubicBezTo>
                  <a:cubicBezTo>
                    <a:pt x="472409" y="1597311"/>
                    <a:pt x="472207" y="1596873"/>
                    <a:pt x="472544" y="1596537"/>
                  </a:cubicBezTo>
                  <a:cubicBezTo>
                    <a:pt x="472881" y="1596201"/>
                    <a:pt x="474732" y="1595763"/>
                    <a:pt x="475035" y="1595461"/>
                  </a:cubicBezTo>
                  <a:cubicBezTo>
                    <a:pt x="475371" y="1595124"/>
                    <a:pt x="476246" y="1594149"/>
                    <a:pt x="476246" y="1594149"/>
                  </a:cubicBezTo>
                  <a:lnTo>
                    <a:pt x="481799" y="1589675"/>
                  </a:lnTo>
                  <a:lnTo>
                    <a:pt x="487453" y="1585873"/>
                  </a:lnTo>
                  <a:cubicBezTo>
                    <a:pt x="487453" y="1585873"/>
                    <a:pt x="490381" y="1584023"/>
                    <a:pt x="491256" y="1583384"/>
                  </a:cubicBezTo>
                  <a:cubicBezTo>
                    <a:pt x="492131" y="1582745"/>
                    <a:pt x="494184" y="1580895"/>
                    <a:pt x="494184" y="1580895"/>
                  </a:cubicBezTo>
                  <a:cubicBezTo>
                    <a:pt x="494184" y="1580895"/>
                    <a:pt x="495934" y="1578405"/>
                    <a:pt x="496237" y="1577531"/>
                  </a:cubicBezTo>
                  <a:cubicBezTo>
                    <a:pt x="496573" y="1576656"/>
                    <a:pt x="498290" y="1575781"/>
                    <a:pt x="498290" y="1575781"/>
                  </a:cubicBezTo>
                  <a:lnTo>
                    <a:pt x="500242" y="1575580"/>
                  </a:lnTo>
                  <a:cubicBezTo>
                    <a:pt x="500242" y="1575580"/>
                    <a:pt x="503405" y="1574268"/>
                    <a:pt x="503843" y="1573931"/>
                  </a:cubicBezTo>
                  <a:cubicBezTo>
                    <a:pt x="504280" y="1573595"/>
                    <a:pt x="506670" y="1572518"/>
                    <a:pt x="507982" y="1571980"/>
                  </a:cubicBezTo>
                  <a:cubicBezTo>
                    <a:pt x="509295" y="1571442"/>
                    <a:pt x="510910" y="1571543"/>
                    <a:pt x="512559" y="1571105"/>
                  </a:cubicBezTo>
                  <a:cubicBezTo>
                    <a:pt x="514175" y="1570668"/>
                    <a:pt x="514208" y="1570332"/>
                    <a:pt x="514511" y="1570231"/>
                  </a:cubicBezTo>
                  <a:cubicBezTo>
                    <a:pt x="514848" y="1570130"/>
                    <a:pt x="516800" y="1568919"/>
                    <a:pt x="517103" y="1568717"/>
                  </a:cubicBezTo>
                  <a:cubicBezTo>
                    <a:pt x="517439" y="1568515"/>
                    <a:pt x="519593" y="1568381"/>
                    <a:pt x="519930" y="1568179"/>
                  </a:cubicBezTo>
                  <a:cubicBezTo>
                    <a:pt x="520266" y="1567977"/>
                    <a:pt x="523194" y="1567102"/>
                    <a:pt x="523531" y="1566867"/>
                  </a:cubicBezTo>
                  <a:cubicBezTo>
                    <a:pt x="523867" y="1566631"/>
                    <a:pt x="526560" y="1565656"/>
                    <a:pt x="527973" y="1565454"/>
                  </a:cubicBezTo>
                  <a:cubicBezTo>
                    <a:pt x="529387" y="1565219"/>
                    <a:pt x="533627" y="1565353"/>
                    <a:pt x="534940" y="1565454"/>
                  </a:cubicBezTo>
                  <a:cubicBezTo>
                    <a:pt x="536252" y="1565555"/>
                    <a:pt x="539281" y="1565992"/>
                    <a:pt x="539281" y="1565992"/>
                  </a:cubicBezTo>
                  <a:cubicBezTo>
                    <a:pt x="539281" y="1565992"/>
                    <a:pt x="543084" y="1565992"/>
                    <a:pt x="544161" y="1565992"/>
                  </a:cubicBezTo>
                  <a:cubicBezTo>
                    <a:pt x="545238" y="1565992"/>
                    <a:pt x="547863" y="1566766"/>
                    <a:pt x="548300" y="1566968"/>
                  </a:cubicBezTo>
                  <a:cubicBezTo>
                    <a:pt x="548738" y="1567170"/>
                    <a:pt x="549815" y="1567842"/>
                    <a:pt x="552339" y="1568919"/>
                  </a:cubicBezTo>
                  <a:cubicBezTo>
                    <a:pt x="554829" y="1569995"/>
                    <a:pt x="555503" y="1571946"/>
                    <a:pt x="555940" y="1572619"/>
                  </a:cubicBezTo>
                  <a:cubicBezTo>
                    <a:pt x="556378" y="1573258"/>
                    <a:pt x="558767" y="1575445"/>
                    <a:pt x="558767" y="1575445"/>
                  </a:cubicBezTo>
                  <a:cubicBezTo>
                    <a:pt x="558767" y="1575445"/>
                    <a:pt x="558767" y="1577497"/>
                    <a:pt x="558666" y="1578170"/>
                  </a:cubicBezTo>
                  <a:cubicBezTo>
                    <a:pt x="558565" y="1578809"/>
                    <a:pt x="557690" y="1579246"/>
                    <a:pt x="557690" y="1579246"/>
                  </a:cubicBezTo>
                  <a:cubicBezTo>
                    <a:pt x="557690" y="1579246"/>
                    <a:pt x="556815" y="1580861"/>
                    <a:pt x="555738" y="1581635"/>
                  </a:cubicBezTo>
                  <a:cubicBezTo>
                    <a:pt x="554661" y="1582408"/>
                    <a:pt x="553887" y="1584662"/>
                    <a:pt x="553887" y="1584999"/>
                  </a:cubicBezTo>
                  <a:cubicBezTo>
                    <a:pt x="553887" y="1585335"/>
                    <a:pt x="555301" y="1587051"/>
                    <a:pt x="555301" y="1587051"/>
                  </a:cubicBezTo>
                  <a:lnTo>
                    <a:pt x="557690" y="1590953"/>
                  </a:lnTo>
                  <a:lnTo>
                    <a:pt x="558229" y="1593005"/>
                  </a:lnTo>
                  <a:lnTo>
                    <a:pt x="559104" y="1595932"/>
                  </a:lnTo>
                  <a:cubicBezTo>
                    <a:pt x="559104" y="1595932"/>
                    <a:pt x="561291" y="1599531"/>
                    <a:pt x="561830" y="1600069"/>
                  </a:cubicBezTo>
                  <a:cubicBezTo>
                    <a:pt x="562368" y="1600607"/>
                    <a:pt x="564118" y="1603231"/>
                    <a:pt x="564118" y="1603231"/>
                  </a:cubicBezTo>
                  <a:cubicBezTo>
                    <a:pt x="564118" y="1603231"/>
                    <a:pt x="564657" y="1608681"/>
                    <a:pt x="564657" y="1608984"/>
                  </a:cubicBezTo>
                  <a:cubicBezTo>
                    <a:pt x="564657" y="1609320"/>
                    <a:pt x="565633" y="1613323"/>
                    <a:pt x="565733" y="1613761"/>
                  </a:cubicBezTo>
                  <a:cubicBezTo>
                    <a:pt x="565835" y="1614198"/>
                    <a:pt x="565835" y="1618874"/>
                    <a:pt x="565835" y="1618874"/>
                  </a:cubicBezTo>
                  <a:cubicBezTo>
                    <a:pt x="565835" y="1618874"/>
                    <a:pt x="564421" y="1621599"/>
                    <a:pt x="563984" y="1621700"/>
                  </a:cubicBezTo>
                  <a:cubicBezTo>
                    <a:pt x="563546" y="1621801"/>
                    <a:pt x="560955" y="1623449"/>
                    <a:pt x="560517" y="1623751"/>
                  </a:cubicBezTo>
                  <a:cubicBezTo>
                    <a:pt x="560080" y="1624088"/>
                    <a:pt x="557353" y="1626678"/>
                    <a:pt x="556916" y="1627015"/>
                  </a:cubicBezTo>
                  <a:cubicBezTo>
                    <a:pt x="556478" y="1627351"/>
                    <a:pt x="556378" y="1628966"/>
                    <a:pt x="556378" y="1628966"/>
                  </a:cubicBezTo>
                  <a:lnTo>
                    <a:pt x="552474" y="1632868"/>
                  </a:lnTo>
                  <a:lnTo>
                    <a:pt x="551161" y="1635256"/>
                  </a:lnTo>
                  <a:cubicBezTo>
                    <a:pt x="551161" y="1635256"/>
                    <a:pt x="547022" y="1636131"/>
                    <a:pt x="546483" y="1636434"/>
                  </a:cubicBezTo>
                  <a:cubicBezTo>
                    <a:pt x="545945" y="1636770"/>
                    <a:pt x="544767" y="1639899"/>
                    <a:pt x="544767" y="1639899"/>
                  </a:cubicBezTo>
                  <a:lnTo>
                    <a:pt x="541065" y="1645886"/>
                  </a:lnTo>
                  <a:lnTo>
                    <a:pt x="539113" y="1652514"/>
                  </a:lnTo>
                  <a:cubicBezTo>
                    <a:pt x="539113" y="1652514"/>
                    <a:pt x="534872" y="1658064"/>
                    <a:pt x="534098" y="1658939"/>
                  </a:cubicBezTo>
                  <a:cubicBezTo>
                    <a:pt x="533324" y="1659813"/>
                    <a:pt x="529521" y="1662538"/>
                    <a:pt x="529218" y="1662841"/>
                  </a:cubicBezTo>
                  <a:cubicBezTo>
                    <a:pt x="528882" y="1663177"/>
                    <a:pt x="519425" y="1667618"/>
                    <a:pt x="519425" y="1667618"/>
                  </a:cubicBezTo>
                  <a:lnTo>
                    <a:pt x="510304" y="1672731"/>
                  </a:lnTo>
                  <a:lnTo>
                    <a:pt x="498391" y="1677777"/>
                  </a:lnTo>
                  <a:cubicBezTo>
                    <a:pt x="498391" y="1677777"/>
                    <a:pt x="494823" y="1679593"/>
                    <a:pt x="494520" y="1679728"/>
                  </a:cubicBezTo>
                  <a:cubicBezTo>
                    <a:pt x="494184" y="1679862"/>
                    <a:pt x="492871" y="1680502"/>
                    <a:pt x="492636" y="1680636"/>
                  </a:cubicBezTo>
                  <a:cubicBezTo>
                    <a:pt x="492400" y="1680737"/>
                    <a:pt x="491593" y="1681544"/>
                    <a:pt x="491525" y="1681645"/>
                  </a:cubicBezTo>
                  <a:cubicBezTo>
                    <a:pt x="491458" y="1681713"/>
                    <a:pt x="491458" y="1682352"/>
                    <a:pt x="491458" y="1682352"/>
                  </a:cubicBezTo>
                  <a:lnTo>
                    <a:pt x="492366" y="1684135"/>
                  </a:lnTo>
                  <a:lnTo>
                    <a:pt x="495261" y="1684135"/>
                  </a:lnTo>
                  <a:cubicBezTo>
                    <a:pt x="495261" y="1684135"/>
                    <a:pt x="498155" y="1685514"/>
                    <a:pt x="498593" y="1686086"/>
                  </a:cubicBezTo>
                  <a:cubicBezTo>
                    <a:pt x="499030" y="1686658"/>
                    <a:pt x="501049" y="1688777"/>
                    <a:pt x="501218" y="1689349"/>
                  </a:cubicBezTo>
                  <a:cubicBezTo>
                    <a:pt x="501352" y="1689921"/>
                    <a:pt x="501924" y="1691973"/>
                    <a:pt x="501924" y="1691973"/>
                  </a:cubicBezTo>
                  <a:lnTo>
                    <a:pt x="501924" y="1693285"/>
                  </a:lnTo>
                  <a:cubicBezTo>
                    <a:pt x="501924" y="1693285"/>
                    <a:pt x="501049" y="1694731"/>
                    <a:pt x="500915" y="1695169"/>
                  </a:cubicBezTo>
                  <a:cubicBezTo>
                    <a:pt x="500780" y="1695606"/>
                    <a:pt x="500174" y="1696615"/>
                    <a:pt x="500174" y="1696615"/>
                  </a:cubicBezTo>
                  <a:lnTo>
                    <a:pt x="500309" y="1697792"/>
                  </a:lnTo>
                  <a:lnTo>
                    <a:pt x="501453" y="1699239"/>
                  </a:lnTo>
                  <a:lnTo>
                    <a:pt x="501319" y="1701560"/>
                  </a:lnTo>
                  <a:lnTo>
                    <a:pt x="501891" y="1709398"/>
                  </a:lnTo>
                  <a:cubicBezTo>
                    <a:pt x="501891" y="1709398"/>
                    <a:pt x="501891" y="1712291"/>
                    <a:pt x="501891" y="1712863"/>
                  </a:cubicBezTo>
                  <a:cubicBezTo>
                    <a:pt x="501891" y="1713435"/>
                    <a:pt x="501319" y="1715453"/>
                    <a:pt x="501319" y="1715453"/>
                  </a:cubicBezTo>
                  <a:lnTo>
                    <a:pt x="498424" y="1716900"/>
                  </a:lnTo>
                  <a:lnTo>
                    <a:pt x="495799" y="1715453"/>
                  </a:lnTo>
                  <a:lnTo>
                    <a:pt x="492770" y="1715453"/>
                  </a:lnTo>
                  <a:lnTo>
                    <a:pt x="490583" y="1715453"/>
                  </a:lnTo>
                  <a:lnTo>
                    <a:pt x="485804" y="1715453"/>
                  </a:lnTo>
                  <a:lnTo>
                    <a:pt x="483987" y="1718279"/>
                  </a:lnTo>
                  <a:lnTo>
                    <a:pt x="484054" y="1718918"/>
                  </a:lnTo>
                  <a:cubicBezTo>
                    <a:pt x="484054" y="1718918"/>
                    <a:pt x="483919" y="1722820"/>
                    <a:pt x="484054" y="1723426"/>
                  </a:cubicBezTo>
                  <a:cubicBezTo>
                    <a:pt x="484188" y="1723998"/>
                    <a:pt x="484054" y="1726622"/>
                    <a:pt x="484054" y="1727059"/>
                  </a:cubicBezTo>
                  <a:cubicBezTo>
                    <a:pt x="484054" y="1727496"/>
                    <a:pt x="484626" y="1730255"/>
                    <a:pt x="484626" y="1730255"/>
                  </a:cubicBezTo>
                  <a:cubicBezTo>
                    <a:pt x="484626" y="1730255"/>
                    <a:pt x="485501" y="1732273"/>
                    <a:pt x="486376" y="1733719"/>
                  </a:cubicBezTo>
                  <a:cubicBezTo>
                    <a:pt x="487251" y="1735166"/>
                    <a:pt x="487251" y="1736478"/>
                    <a:pt x="487554" y="1737184"/>
                  </a:cubicBezTo>
                  <a:cubicBezTo>
                    <a:pt x="487857" y="1737924"/>
                    <a:pt x="487251" y="1739775"/>
                    <a:pt x="487689" y="1740380"/>
                  </a:cubicBezTo>
                  <a:cubicBezTo>
                    <a:pt x="488126" y="1740952"/>
                    <a:pt x="487251" y="1743408"/>
                    <a:pt x="487689" y="1744148"/>
                  </a:cubicBezTo>
                  <a:cubicBezTo>
                    <a:pt x="488126" y="1744854"/>
                    <a:pt x="487689" y="1746469"/>
                    <a:pt x="487689" y="1746469"/>
                  </a:cubicBezTo>
                  <a:lnTo>
                    <a:pt x="492333" y="1748487"/>
                  </a:lnTo>
                  <a:cubicBezTo>
                    <a:pt x="492333" y="1748487"/>
                    <a:pt x="496371" y="1748487"/>
                    <a:pt x="496977" y="1748487"/>
                  </a:cubicBezTo>
                  <a:cubicBezTo>
                    <a:pt x="497549" y="1748487"/>
                    <a:pt x="501319" y="1750506"/>
                    <a:pt x="501891" y="1751111"/>
                  </a:cubicBezTo>
                  <a:cubicBezTo>
                    <a:pt x="502463" y="1751683"/>
                    <a:pt x="509429" y="1753567"/>
                    <a:pt x="510001" y="1753870"/>
                  </a:cubicBezTo>
                  <a:cubicBezTo>
                    <a:pt x="510574" y="1754172"/>
                    <a:pt x="514074" y="1755619"/>
                    <a:pt x="514074" y="1755619"/>
                  </a:cubicBezTo>
                  <a:lnTo>
                    <a:pt x="518718" y="1759958"/>
                  </a:lnTo>
                  <a:lnTo>
                    <a:pt x="519795" y="1764298"/>
                  </a:lnTo>
                  <a:cubicBezTo>
                    <a:pt x="519795" y="1764298"/>
                    <a:pt x="528276" y="1774154"/>
                    <a:pt x="528545" y="1774424"/>
                  </a:cubicBezTo>
                  <a:cubicBezTo>
                    <a:pt x="528848" y="1774726"/>
                    <a:pt x="536454" y="1782093"/>
                    <a:pt x="537531" y="1783203"/>
                  </a:cubicBezTo>
                  <a:cubicBezTo>
                    <a:pt x="538608" y="1784280"/>
                    <a:pt x="544262" y="1789931"/>
                    <a:pt x="544262" y="1789931"/>
                  </a:cubicBezTo>
                  <a:cubicBezTo>
                    <a:pt x="544262" y="1789931"/>
                    <a:pt x="549175" y="1792892"/>
                    <a:pt x="549411" y="1792959"/>
                  </a:cubicBezTo>
                  <a:cubicBezTo>
                    <a:pt x="549613" y="1793026"/>
                    <a:pt x="553416" y="1794775"/>
                    <a:pt x="553416" y="1794775"/>
                  </a:cubicBezTo>
                  <a:lnTo>
                    <a:pt x="555704" y="1796087"/>
                  </a:lnTo>
                  <a:lnTo>
                    <a:pt x="558430" y="1791950"/>
                  </a:lnTo>
                  <a:lnTo>
                    <a:pt x="562435" y="1791950"/>
                  </a:lnTo>
                  <a:lnTo>
                    <a:pt x="564623" y="1795684"/>
                  </a:lnTo>
                  <a:cubicBezTo>
                    <a:pt x="564623" y="1795684"/>
                    <a:pt x="564791" y="1795785"/>
                    <a:pt x="565061" y="1795919"/>
                  </a:cubicBezTo>
                  <a:lnTo>
                    <a:pt x="565767" y="1794372"/>
                  </a:lnTo>
                  <a:lnTo>
                    <a:pt x="569469" y="1792925"/>
                  </a:lnTo>
                  <a:cubicBezTo>
                    <a:pt x="569469" y="1792925"/>
                    <a:pt x="572094" y="1790167"/>
                    <a:pt x="572969" y="1790167"/>
                  </a:cubicBezTo>
                  <a:cubicBezTo>
                    <a:pt x="573844" y="1790167"/>
                    <a:pt x="575796" y="1790167"/>
                    <a:pt x="575796" y="1790167"/>
                  </a:cubicBezTo>
                  <a:lnTo>
                    <a:pt x="584277" y="1786904"/>
                  </a:lnTo>
                  <a:lnTo>
                    <a:pt x="593398" y="1784515"/>
                  </a:lnTo>
                  <a:lnTo>
                    <a:pt x="595989" y="1781690"/>
                  </a:lnTo>
                  <a:cubicBezTo>
                    <a:pt x="595989" y="1781690"/>
                    <a:pt x="605109" y="1784078"/>
                    <a:pt x="605984" y="1784078"/>
                  </a:cubicBezTo>
                  <a:cubicBezTo>
                    <a:pt x="606859" y="1784078"/>
                    <a:pt x="615105" y="1784280"/>
                    <a:pt x="617057" y="1783876"/>
                  </a:cubicBezTo>
                  <a:cubicBezTo>
                    <a:pt x="619009" y="1783439"/>
                    <a:pt x="622071" y="1781690"/>
                    <a:pt x="622071" y="1781690"/>
                  </a:cubicBezTo>
                  <a:lnTo>
                    <a:pt x="632302" y="1779099"/>
                  </a:lnTo>
                  <a:cubicBezTo>
                    <a:pt x="632302" y="1779099"/>
                    <a:pt x="635769" y="1776475"/>
                    <a:pt x="636644" y="1776475"/>
                  </a:cubicBezTo>
                  <a:cubicBezTo>
                    <a:pt x="637519" y="1776475"/>
                    <a:pt x="646000" y="1773650"/>
                    <a:pt x="646000" y="1773650"/>
                  </a:cubicBezTo>
                  <a:lnTo>
                    <a:pt x="653168" y="1768873"/>
                  </a:lnTo>
                  <a:lnTo>
                    <a:pt x="658183" y="1767561"/>
                  </a:lnTo>
                  <a:lnTo>
                    <a:pt x="667943" y="1767561"/>
                  </a:lnTo>
                  <a:lnTo>
                    <a:pt x="669693" y="1767561"/>
                  </a:lnTo>
                  <a:cubicBezTo>
                    <a:pt x="669693" y="1767561"/>
                    <a:pt x="667505" y="1767325"/>
                    <a:pt x="673832" y="1767561"/>
                  </a:cubicBezTo>
                  <a:cubicBezTo>
                    <a:pt x="680126" y="1767763"/>
                    <a:pt x="681303" y="1769579"/>
                    <a:pt x="681303" y="1769579"/>
                  </a:cubicBezTo>
                  <a:cubicBezTo>
                    <a:pt x="681303" y="1769579"/>
                    <a:pt x="685443" y="1769007"/>
                    <a:pt x="685880" y="1768940"/>
                  </a:cubicBezTo>
                  <a:cubicBezTo>
                    <a:pt x="686318" y="1768873"/>
                    <a:pt x="688640" y="1765240"/>
                    <a:pt x="688135" y="1765173"/>
                  </a:cubicBezTo>
                  <a:cubicBezTo>
                    <a:pt x="687630" y="1765105"/>
                    <a:pt x="683053" y="1764668"/>
                    <a:pt x="682852" y="1764432"/>
                  </a:cubicBezTo>
                  <a:cubicBezTo>
                    <a:pt x="682616" y="1764197"/>
                    <a:pt x="680664" y="1762179"/>
                    <a:pt x="680765" y="1761909"/>
                  </a:cubicBezTo>
                  <a:cubicBezTo>
                    <a:pt x="680832" y="1761607"/>
                    <a:pt x="681135" y="1759454"/>
                    <a:pt x="682717" y="1759151"/>
                  </a:cubicBezTo>
                  <a:cubicBezTo>
                    <a:pt x="684299" y="1758848"/>
                    <a:pt x="686856" y="1758411"/>
                    <a:pt x="687058" y="1758579"/>
                  </a:cubicBezTo>
                  <a:cubicBezTo>
                    <a:pt x="687260" y="1758714"/>
                    <a:pt x="692073" y="1758546"/>
                    <a:pt x="692073" y="1758546"/>
                  </a:cubicBezTo>
                  <a:lnTo>
                    <a:pt x="703650" y="1752188"/>
                  </a:lnTo>
                  <a:cubicBezTo>
                    <a:pt x="703650" y="1752188"/>
                    <a:pt x="707419" y="1748723"/>
                    <a:pt x="707722" y="1747545"/>
                  </a:cubicBezTo>
                  <a:cubicBezTo>
                    <a:pt x="708025" y="1746402"/>
                    <a:pt x="708597" y="1739438"/>
                    <a:pt x="707722" y="1738261"/>
                  </a:cubicBezTo>
                  <a:cubicBezTo>
                    <a:pt x="706847" y="1737117"/>
                    <a:pt x="704256" y="1731028"/>
                    <a:pt x="704256" y="1731028"/>
                  </a:cubicBezTo>
                  <a:lnTo>
                    <a:pt x="699914" y="1725242"/>
                  </a:lnTo>
                  <a:lnTo>
                    <a:pt x="698467" y="1720028"/>
                  </a:lnTo>
                  <a:cubicBezTo>
                    <a:pt x="698467" y="1720028"/>
                    <a:pt x="698164" y="1715958"/>
                    <a:pt x="698164" y="1715117"/>
                  </a:cubicBezTo>
                  <a:cubicBezTo>
                    <a:pt x="698164" y="1714242"/>
                    <a:pt x="701059" y="1708759"/>
                    <a:pt x="701059" y="1708759"/>
                  </a:cubicBezTo>
                  <a:cubicBezTo>
                    <a:pt x="701059" y="1708759"/>
                    <a:pt x="703953" y="1707010"/>
                    <a:pt x="704525" y="1706135"/>
                  </a:cubicBezTo>
                  <a:cubicBezTo>
                    <a:pt x="705097" y="1705260"/>
                    <a:pt x="709439" y="1701795"/>
                    <a:pt x="709439" y="1701795"/>
                  </a:cubicBezTo>
                  <a:lnTo>
                    <a:pt x="708698" y="1697759"/>
                  </a:lnTo>
                  <a:lnTo>
                    <a:pt x="709439" y="1691973"/>
                  </a:lnTo>
                  <a:cubicBezTo>
                    <a:pt x="709439" y="1691973"/>
                    <a:pt x="711020" y="1689517"/>
                    <a:pt x="710886" y="1688205"/>
                  </a:cubicBezTo>
                  <a:cubicBezTo>
                    <a:pt x="710751" y="1686893"/>
                    <a:pt x="710684" y="1684303"/>
                    <a:pt x="710246" y="1684000"/>
                  </a:cubicBezTo>
                  <a:cubicBezTo>
                    <a:pt x="709809" y="1683697"/>
                    <a:pt x="707116" y="1681814"/>
                    <a:pt x="707116" y="1680367"/>
                  </a:cubicBezTo>
                  <a:cubicBezTo>
                    <a:pt x="707116" y="1678921"/>
                    <a:pt x="707116" y="1674581"/>
                    <a:pt x="707116" y="1674581"/>
                  </a:cubicBezTo>
                  <a:cubicBezTo>
                    <a:pt x="707116" y="1674581"/>
                    <a:pt x="707689" y="1661529"/>
                    <a:pt x="708126" y="1661125"/>
                  </a:cubicBezTo>
                  <a:cubicBezTo>
                    <a:pt x="708564" y="1660688"/>
                    <a:pt x="711895" y="1656348"/>
                    <a:pt x="712030" y="1655911"/>
                  </a:cubicBezTo>
                  <a:cubicBezTo>
                    <a:pt x="712165" y="1655474"/>
                    <a:pt x="714790" y="1646660"/>
                    <a:pt x="714790" y="1646055"/>
                  </a:cubicBezTo>
                  <a:cubicBezTo>
                    <a:pt x="714790" y="1645483"/>
                    <a:pt x="717819" y="1637645"/>
                    <a:pt x="717987" y="1637073"/>
                  </a:cubicBezTo>
                  <a:cubicBezTo>
                    <a:pt x="718121" y="1636501"/>
                    <a:pt x="722059" y="1633002"/>
                    <a:pt x="723203" y="1631724"/>
                  </a:cubicBezTo>
                  <a:cubicBezTo>
                    <a:pt x="724348" y="1630412"/>
                    <a:pt x="727679" y="1626947"/>
                    <a:pt x="727679" y="1626947"/>
                  </a:cubicBezTo>
                  <a:cubicBezTo>
                    <a:pt x="727679" y="1626947"/>
                    <a:pt x="729867" y="1624189"/>
                    <a:pt x="730002" y="1623751"/>
                  </a:cubicBezTo>
                  <a:cubicBezTo>
                    <a:pt x="730136" y="1623314"/>
                    <a:pt x="732324" y="1619547"/>
                    <a:pt x="732324" y="1618975"/>
                  </a:cubicBezTo>
                  <a:cubicBezTo>
                    <a:pt x="732324" y="1618403"/>
                    <a:pt x="733468" y="1616956"/>
                    <a:pt x="734208" y="1616519"/>
                  </a:cubicBezTo>
                  <a:cubicBezTo>
                    <a:pt x="734915" y="1616082"/>
                    <a:pt x="737103" y="1614198"/>
                    <a:pt x="737675" y="1613761"/>
                  </a:cubicBezTo>
                  <a:cubicBezTo>
                    <a:pt x="738247" y="1613323"/>
                    <a:pt x="741747" y="1611137"/>
                    <a:pt x="741747" y="1611137"/>
                  </a:cubicBezTo>
                  <a:lnTo>
                    <a:pt x="745651" y="1608815"/>
                  </a:lnTo>
                  <a:lnTo>
                    <a:pt x="747973" y="1606797"/>
                  </a:lnTo>
                  <a:cubicBezTo>
                    <a:pt x="747973" y="1606797"/>
                    <a:pt x="748714" y="1601448"/>
                    <a:pt x="748714" y="1600843"/>
                  </a:cubicBezTo>
                  <a:cubicBezTo>
                    <a:pt x="748714" y="1600271"/>
                    <a:pt x="749420" y="1597647"/>
                    <a:pt x="749420" y="1597647"/>
                  </a:cubicBezTo>
                  <a:lnTo>
                    <a:pt x="752752" y="1592736"/>
                  </a:lnTo>
                  <a:cubicBezTo>
                    <a:pt x="752752" y="1592736"/>
                    <a:pt x="754940" y="1589271"/>
                    <a:pt x="755512" y="1589271"/>
                  </a:cubicBezTo>
                  <a:cubicBezTo>
                    <a:pt x="756084" y="1589271"/>
                    <a:pt x="757699" y="1590415"/>
                    <a:pt x="758574" y="1590583"/>
                  </a:cubicBezTo>
                  <a:cubicBezTo>
                    <a:pt x="759449" y="1590717"/>
                    <a:pt x="759719" y="1590583"/>
                    <a:pt x="761906" y="1590583"/>
                  </a:cubicBezTo>
                  <a:cubicBezTo>
                    <a:pt x="764094" y="1590583"/>
                    <a:pt x="765675" y="1589136"/>
                    <a:pt x="766820" y="1589271"/>
                  </a:cubicBezTo>
                  <a:cubicBezTo>
                    <a:pt x="767964" y="1589406"/>
                    <a:pt x="769007" y="1588968"/>
                    <a:pt x="770454" y="1587959"/>
                  </a:cubicBezTo>
                  <a:cubicBezTo>
                    <a:pt x="771901" y="1586950"/>
                    <a:pt x="773214" y="1586210"/>
                    <a:pt x="773652" y="1585941"/>
                  </a:cubicBezTo>
                  <a:cubicBezTo>
                    <a:pt x="774089" y="1585638"/>
                    <a:pt x="775974" y="1585066"/>
                    <a:pt x="775974" y="1585066"/>
                  </a:cubicBezTo>
                  <a:lnTo>
                    <a:pt x="781056" y="1585066"/>
                  </a:lnTo>
                  <a:cubicBezTo>
                    <a:pt x="781056" y="1585066"/>
                    <a:pt x="785834" y="1585503"/>
                    <a:pt x="787147" y="1584494"/>
                  </a:cubicBezTo>
                  <a:cubicBezTo>
                    <a:pt x="788460" y="1583485"/>
                    <a:pt x="790613" y="1581029"/>
                    <a:pt x="790613" y="1581029"/>
                  </a:cubicBezTo>
                  <a:lnTo>
                    <a:pt x="794686" y="1581769"/>
                  </a:lnTo>
                  <a:cubicBezTo>
                    <a:pt x="794686" y="1581769"/>
                    <a:pt x="795258" y="1584528"/>
                    <a:pt x="795392" y="1584965"/>
                  </a:cubicBezTo>
                  <a:cubicBezTo>
                    <a:pt x="795527" y="1585402"/>
                    <a:pt x="794955" y="1587993"/>
                    <a:pt x="795392" y="1588598"/>
                  </a:cubicBezTo>
                  <a:cubicBezTo>
                    <a:pt x="795830" y="1589170"/>
                    <a:pt x="795426" y="1592063"/>
                    <a:pt x="795426" y="1592063"/>
                  </a:cubicBezTo>
                  <a:lnTo>
                    <a:pt x="793811" y="1595965"/>
                  </a:lnTo>
                  <a:lnTo>
                    <a:pt x="795594" y="1598724"/>
                  </a:lnTo>
                  <a:lnTo>
                    <a:pt x="796705" y="1603366"/>
                  </a:lnTo>
                  <a:cubicBezTo>
                    <a:pt x="796705" y="1603366"/>
                    <a:pt x="796065" y="1607436"/>
                    <a:pt x="796469" y="1608008"/>
                  </a:cubicBezTo>
                  <a:cubicBezTo>
                    <a:pt x="796907" y="1608580"/>
                    <a:pt x="797546" y="1611641"/>
                    <a:pt x="797546" y="1611641"/>
                  </a:cubicBezTo>
                  <a:lnTo>
                    <a:pt x="797546" y="1619042"/>
                  </a:lnTo>
                  <a:lnTo>
                    <a:pt x="799734" y="1617730"/>
                  </a:lnTo>
                  <a:cubicBezTo>
                    <a:pt x="799734" y="1617730"/>
                    <a:pt x="800474" y="1618033"/>
                    <a:pt x="801349" y="1617596"/>
                  </a:cubicBezTo>
                  <a:cubicBezTo>
                    <a:pt x="802224" y="1617158"/>
                    <a:pt x="804681" y="1617596"/>
                    <a:pt x="804681" y="1617596"/>
                  </a:cubicBezTo>
                  <a:lnTo>
                    <a:pt x="807441" y="1620354"/>
                  </a:lnTo>
                  <a:lnTo>
                    <a:pt x="808585" y="1623953"/>
                  </a:lnTo>
                  <a:lnTo>
                    <a:pt x="809595" y="1627284"/>
                  </a:lnTo>
                  <a:cubicBezTo>
                    <a:pt x="809595" y="1627284"/>
                    <a:pt x="809729" y="1628730"/>
                    <a:pt x="809595" y="1630311"/>
                  </a:cubicBezTo>
                  <a:cubicBezTo>
                    <a:pt x="809460" y="1631892"/>
                    <a:pt x="809023" y="1634651"/>
                    <a:pt x="809023" y="1634651"/>
                  </a:cubicBezTo>
                  <a:cubicBezTo>
                    <a:pt x="809023" y="1634651"/>
                    <a:pt x="808888" y="1635660"/>
                    <a:pt x="807710" y="1635660"/>
                  </a:cubicBezTo>
                  <a:cubicBezTo>
                    <a:pt x="806566" y="1635660"/>
                    <a:pt x="805960" y="1635357"/>
                    <a:pt x="805388" y="1635223"/>
                  </a:cubicBezTo>
                  <a:cubicBezTo>
                    <a:pt x="804816" y="1635088"/>
                    <a:pt x="803638" y="1634785"/>
                    <a:pt x="803638" y="1634785"/>
                  </a:cubicBezTo>
                  <a:cubicBezTo>
                    <a:pt x="803638" y="1634785"/>
                    <a:pt x="800441" y="1634785"/>
                    <a:pt x="799868" y="1634483"/>
                  </a:cubicBezTo>
                  <a:cubicBezTo>
                    <a:pt x="799296" y="1634180"/>
                    <a:pt x="796840" y="1634045"/>
                    <a:pt x="796840" y="1634045"/>
                  </a:cubicBezTo>
                  <a:lnTo>
                    <a:pt x="791488" y="1636232"/>
                  </a:lnTo>
                  <a:cubicBezTo>
                    <a:pt x="791488" y="1636232"/>
                    <a:pt x="787887" y="1637241"/>
                    <a:pt x="787719" y="1637678"/>
                  </a:cubicBezTo>
                  <a:cubicBezTo>
                    <a:pt x="787585" y="1638116"/>
                    <a:pt x="785262" y="1642758"/>
                    <a:pt x="785262" y="1642758"/>
                  </a:cubicBezTo>
                  <a:lnTo>
                    <a:pt x="780854" y="1644204"/>
                  </a:lnTo>
                  <a:lnTo>
                    <a:pt x="778229" y="1649856"/>
                  </a:lnTo>
                  <a:lnTo>
                    <a:pt x="776479" y="1653758"/>
                  </a:lnTo>
                  <a:lnTo>
                    <a:pt x="773450" y="1657458"/>
                  </a:lnTo>
                  <a:lnTo>
                    <a:pt x="772810" y="1660284"/>
                  </a:lnTo>
                  <a:lnTo>
                    <a:pt x="771733" y="1662908"/>
                  </a:lnTo>
                  <a:lnTo>
                    <a:pt x="771296" y="1665936"/>
                  </a:lnTo>
                  <a:lnTo>
                    <a:pt x="770757" y="1667887"/>
                  </a:lnTo>
                  <a:lnTo>
                    <a:pt x="768031" y="1670948"/>
                  </a:lnTo>
                  <a:lnTo>
                    <a:pt x="768031" y="1674648"/>
                  </a:lnTo>
                  <a:lnTo>
                    <a:pt x="768805" y="1676398"/>
                  </a:lnTo>
                  <a:lnTo>
                    <a:pt x="771531" y="1680098"/>
                  </a:lnTo>
                  <a:lnTo>
                    <a:pt x="771531" y="1681612"/>
                  </a:lnTo>
                  <a:cubicBezTo>
                    <a:pt x="771531" y="1681612"/>
                    <a:pt x="770656" y="1683798"/>
                    <a:pt x="770454" y="1684438"/>
                  </a:cubicBezTo>
                  <a:cubicBezTo>
                    <a:pt x="770219" y="1685077"/>
                    <a:pt x="769815" y="1685077"/>
                    <a:pt x="768940" y="1685951"/>
                  </a:cubicBezTo>
                  <a:cubicBezTo>
                    <a:pt x="768065" y="1686826"/>
                    <a:pt x="768065" y="1689820"/>
                    <a:pt x="767190" y="1689181"/>
                  </a:cubicBezTo>
                  <a:cubicBezTo>
                    <a:pt x="766315" y="1688541"/>
                    <a:pt x="767829" y="1692881"/>
                    <a:pt x="767829" y="1692881"/>
                  </a:cubicBezTo>
                  <a:lnTo>
                    <a:pt x="768906" y="1695505"/>
                  </a:lnTo>
                  <a:lnTo>
                    <a:pt x="767594" y="1700080"/>
                  </a:lnTo>
                  <a:lnTo>
                    <a:pt x="767358" y="1703545"/>
                  </a:lnTo>
                  <a:lnTo>
                    <a:pt x="768435" y="1705059"/>
                  </a:lnTo>
                  <a:lnTo>
                    <a:pt x="773652" y="1710037"/>
                  </a:lnTo>
                  <a:lnTo>
                    <a:pt x="777791" y="1712863"/>
                  </a:lnTo>
                  <a:lnTo>
                    <a:pt x="780181" y="1714377"/>
                  </a:lnTo>
                  <a:lnTo>
                    <a:pt x="784758" y="1717404"/>
                  </a:lnTo>
                  <a:lnTo>
                    <a:pt x="790109" y="1720095"/>
                  </a:lnTo>
                  <a:lnTo>
                    <a:pt x="799027" y="1726252"/>
                  </a:lnTo>
                  <a:cubicBezTo>
                    <a:pt x="799027" y="1726252"/>
                    <a:pt x="802224" y="1727833"/>
                    <a:pt x="803099" y="1727698"/>
                  </a:cubicBezTo>
                  <a:cubicBezTo>
                    <a:pt x="803974" y="1727564"/>
                    <a:pt x="808888" y="1727765"/>
                    <a:pt x="809123" y="1727698"/>
                  </a:cubicBezTo>
                  <a:cubicBezTo>
                    <a:pt x="809325" y="1727631"/>
                    <a:pt x="812523" y="1726992"/>
                    <a:pt x="812523" y="1726992"/>
                  </a:cubicBezTo>
                  <a:cubicBezTo>
                    <a:pt x="812523" y="1726992"/>
                    <a:pt x="817941" y="1724771"/>
                    <a:pt x="818176" y="1724704"/>
                  </a:cubicBezTo>
                  <a:cubicBezTo>
                    <a:pt x="818412" y="1724637"/>
                    <a:pt x="821071" y="1722417"/>
                    <a:pt x="821508" y="1722417"/>
                  </a:cubicBezTo>
                  <a:cubicBezTo>
                    <a:pt x="821946" y="1722417"/>
                    <a:pt x="824537" y="1722417"/>
                    <a:pt x="824537" y="1722417"/>
                  </a:cubicBezTo>
                  <a:lnTo>
                    <a:pt x="827600" y="1723224"/>
                  </a:lnTo>
                  <a:lnTo>
                    <a:pt x="833624" y="1725108"/>
                  </a:lnTo>
                  <a:cubicBezTo>
                    <a:pt x="833624" y="1725108"/>
                    <a:pt x="835374" y="1725915"/>
                    <a:pt x="835509" y="1726352"/>
                  </a:cubicBezTo>
                  <a:cubicBezTo>
                    <a:pt x="835643" y="1726790"/>
                    <a:pt x="840220" y="1732004"/>
                    <a:pt x="840220" y="1732004"/>
                  </a:cubicBezTo>
                  <a:lnTo>
                    <a:pt x="842812" y="1734830"/>
                  </a:lnTo>
                  <a:lnTo>
                    <a:pt x="845942" y="1741288"/>
                  </a:lnTo>
                  <a:lnTo>
                    <a:pt x="850081" y="1746132"/>
                  </a:lnTo>
                  <a:lnTo>
                    <a:pt x="851091" y="1750337"/>
                  </a:lnTo>
                  <a:cubicBezTo>
                    <a:pt x="851091" y="1750337"/>
                    <a:pt x="852605" y="1753096"/>
                    <a:pt x="853043" y="1753601"/>
                  </a:cubicBezTo>
                  <a:cubicBezTo>
                    <a:pt x="853480" y="1754105"/>
                    <a:pt x="856442" y="1755854"/>
                    <a:pt x="857384" y="1755854"/>
                  </a:cubicBezTo>
                  <a:cubicBezTo>
                    <a:pt x="858326" y="1755854"/>
                    <a:pt x="861793" y="1755484"/>
                    <a:pt x="861793" y="1755484"/>
                  </a:cubicBezTo>
                  <a:lnTo>
                    <a:pt x="867918" y="1756023"/>
                  </a:lnTo>
                  <a:lnTo>
                    <a:pt x="873774" y="1758209"/>
                  </a:lnTo>
                  <a:cubicBezTo>
                    <a:pt x="873774" y="1758209"/>
                    <a:pt x="878889" y="1760059"/>
                    <a:pt x="880202" y="1759958"/>
                  </a:cubicBezTo>
                  <a:cubicBezTo>
                    <a:pt x="881514" y="1759858"/>
                    <a:pt x="886630" y="1760934"/>
                    <a:pt x="886630" y="1760934"/>
                  </a:cubicBezTo>
                  <a:lnTo>
                    <a:pt x="891072" y="1759958"/>
                  </a:lnTo>
                  <a:lnTo>
                    <a:pt x="891611" y="1762986"/>
                  </a:lnTo>
                  <a:lnTo>
                    <a:pt x="895313" y="1764937"/>
                  </a:lnTo>
                  <a:cubicBezTo>
                    <a:pt x="895313" y="1764937"/>
                    <a:pt x="897601" y="1769714"/>
                    <a:pt x="897938" y="1770151"/>
                  </a:cubicBezTo>
                  <a:cubicBezTo>
                    <a:pt x="898275" y="1770589"/>
                    <a:pt x="900967" y="1777215"/>
                    <a:pt x="900967" y="1777653"/>
                  </a:cubicBezTo>
                  <a:cubicBezTo>
                    <a:pt x="900967" y="1778090"/>
                    <a:pt x="903255" y="1781454"/>
                    <a:pt x="903693" y="1781454"/>
                  </a:cubicBezTo>
                  <a:cubicBezTo>
                    <a:pt x="904130" y="1781454"/>
                    <a:pt x="909683" y="1783203"/>
                    <a:pt x="910121" y="1783069"/>
                  </a:cubicBezTo>
                  <a:cubicBezTo>
                    <a:pt x="910558" y="1782968"/>
                    <a:pt x="911433" y="1780142"/>
                    <a:pt x="911433" y="1780142"/>
                  </a:cubicBezTo>
                  <a:lnTo>
                    <a:pt x="915001" y="1779806"/>
                  </a:lnTo>
                  <a:lnTo>
                    <a:pt x="918905" y="1779806"/>
                  </a:lnTo>
                  <a:lnTo>
                    <a:pt x="922068" y="1782699"/>
                  </a:lnTo>
                  <a:lnTo>
                    <a:pt x="925434" y="1785020"/>
                  </a:lnTo>
                  <a:lnTo>
                    <a:pt x="932400" y="1785020"/>
                  </a:lnTo>
                  <a:lnTo>
                    <a:pt x="937415" y="1781118"/>
                  </a:lnTo>
                  <a:lnTo>
                    <a:pt x="941554" y="1780041"/>
                  </a:lnTo>
                  <a:lnTo>
                    <a:pt x="952862" y="1783304"/>
                  </a:lnTo>
                  <a:lnTo>
                    <a:pt x="960536" y="1782564"/>
                  </a:lnTo>
                  <a:cubicBezTo>
                    <a:pt x="960536" y="1782564"/>
                    <a:pt x="962285" y="1782699"/>
                    <a:pt x="964574" y="1782564"/>
                  </a:cubicBezTo>
                  <a:cubicBezTo>
                    <a:pt x="966862" y="1782430"/>
                    <a:pt x="966324" y="1782261"/>
                    <a:pt x="967199" y="1781420"/>
                  </a:cubicBezTo>
                  <a:cubicBezTo>
                    <a:pt x="968074" y="1780546"/>
                    <a:pt x="970262" y="1781420"/>
                    <a:pt x="970262" y="1781420"/>
                  </a:cubicBezTo>
                  <a:cubicBezTo>
                    <a:pt x="970262" y="1781420"/>
                    <a:pt x="970834" y="1779402"/>
                    <a:pt x="970968" y="1778965"/>
                  </a:cubicBezTo>
                  <a:cubicBezTo>
                    <a:pt x="971103" y="1778527"/>
                    <a:pt x="970968" y="1776778"/>
                    <a:pt x="970531" y="1776644"/>
                  </a:cubicBezTo>
                  <a:cubicBezTo>
                    <a:pt x="970093" y="1776509"/>
                    <a:pt x="969387" y="1775635"/>
                    <a:pt x="968343" y="1774625"/>
                  </a:cubicBezTo>
                  <a:cubicBezTo>
                    <a:pt x="967334" y="1773616"/>
                    <a:pt x="966324" y="1773751"/>
                    <a:pt x="966324" y="1773751"/>
                  </a:cubicBezTo>
                  <a:cubicBezTo>
                    <a:pt x="966324" y="1773751"/>
                    <a:pt x="964574" y="1771564"/>
                    <a:pt x="964574" y="1771160"/>
                  </a:cubicBezTo>
                  <a:cubicBezTo>
                    <a:pt x="964540" y="1770723"/>
                    <a:pt x="964574" y="1768570"/>
                    <a:pt x="964574" y="1768570"/>
                  </a:cubicBezTo>
                  <a:lnTo>
                    <a:pt x="964574" y="1765105"/>
                  </a:lnTo>
                  <a:cubicBezTo>
                    <a:pt x="964574" y="1765105"/>
                    <a:pt x="964439" y="1762650"/>
                    <a:pt x="965011" y="1762212"/>
                  </a:cubicBezTo>
                  <a:cubicBezTo>
                    <a:pt x="965584" y="1761775"/>
                    <a:pt x="964574" y="1759891"/>
                    <a:pt x="964574" y="1759891"/>
                  </a:cubicBezTo>
                  <a:lnTo>
                    <a:pt x="964574" y="1754677"/>
                  </a:lnTo>
                  <a:lnTo>
                    <a:pt x="964574" y="1752053"/>
                  </a:lnTo>
                  <a:lnTo>
                    <a:pt x="966324" y="1749463"/>
                  </a:lnTo>
                  <a:lnTo>
                    <a:pt x="966324" y="1747714"/>
                  </a:lnTo>
                  <a:lnTo>
                    <a:pt x="966324" y="1745695"/>
                  </a:lnTo>
                  <a:lnTo>
                    <a:pt x="968074" y="1742500"/>
                  </a:lnTo>
                  <a:lnTo>
                    <a:pt x="968074" y="1740481"/>
                  </a:lnTo>
                  <a:lnTo>
                    <a:pt x="970766" y="1740178"/>
                  </a:lnTo>
                  <a:lnTo>
                    <a:pt x="972281" y="1740616"/>
                  </a:lnTo>
                  <a:lnTo>
                    <a:pt x="973425" y="1744249"/>
                  </a:lnTo>
                  <a:cubicBezTo>
                    <a:pt x="973425" y="1744249"/>
                    <a:pt x="976454" y="1746132"/>
                    <a:pt x="976622" y="1746570"/>
                  </a:cubicBezTo>
                  <a:cubicBezTo>
                    <a:pt x="976757" y="1747007"/>
                    <a:pt x="977329" y="1750203"/>
                    <a:pt x="977497" y="1751044"/>
                  </a:cubicBezTo>
                  <a:cubicBezTo>
                    <a:pt x="977632" y="1751919"/>
                    <a:pt x="978204" y="1752356"/>
                    <a:pt x="978642" y="1752591"/>
                  </a:cubicBezTo>
                  <a:cubicBezTo>
                    <a:pt x="979079" y="1752827"/>
                    <a:pt x="981401" y="1752625"/>
                    <a:pt x="983589" y="1752490"/>
                  </a:cubicBezTo>
                  <a:cubicBezTo>
                    <a:pt x="985776" y="1752356"/>
                    <a:pt x="985608" y="1752793"/>
                    <a:pt x="986180" y="1752490"/>
                  </a:cubicBezTo>
                  <a:cubicBezTo>
                    <a:pt x="986752" y="1752188"/>
                    <a:pt x="986921" y="1750741"/>
                    <a:pt x="987055" y="1750304"/>
                  </a:cubicBezTo>
                  <a:cubicBezTo>
                    <a:pt x="987190" y="1749866"/>
                    <a:pt x="987930" y="1747848"/>
                    <a:pt x="987930" y="1747848"/>
                  </a:cubicBezTo>
                  <a:lnTo>
                    <a:pt x="989680" y="1744081"/>
                  </a:lnTo>
                  <a:cubicBezTo>
                    <a:pt x="989680" y="1744081"/>
                    <a:pt x="990825" y="1742062"/>
                    <a:pt x="990993" y="1741625"/>
                  </a:cubicBezTo>
                  <a:cubicBezTo>
                    <a:pt x="991127" y="1741188"/>
                    <a:pt x="991127" y="1738732"/>
                    <a:pt x="991127" y="1738732"/>
                  </a:cubicBezTo>
                  <a:lnTo>
                    <a:pt x="990825" y="1735671"/>
                  </a:lnTo>
                  <a:cubicBezTo>
                    <a:pt x="990825" y="1735671"/>
                    <a:pt x="989512" y="1732340"/>
                    <a:pt x="989075" y="1732206"/>
                  </a:cubicBezTo>
                  <a:cubicBezTo>
                    <a:pt x="988637" y="1732071"/>
                    <a:pt x="985743" y="1729313"/>
                    <a:pt x="985171" y="1728438"/>
                  </a:cubicBezTo>
                  <a:cubicBezTo>
                    <a:pt x="984598" y="1727564"/>
                    <a:pt x="982411" y="1728438"/>
                    <a:pt x="982411" y="1728438"/>
                  </a:cubicBezTo>
                  <a:lnTo>
                    <a:pt x="979348" y="1725680"/>
                  </a:lnTo>
                  <a:lnTo>
                    <a:pt x="977464" y="1722349"/>
                  </a:lnTo>
                  <a:lnTo>
                    <a:pt x="978473" y="1716395"/>
                  </a:lnTo>
                  <a:lnTo>
                    <a:pt x="978473" y="1711282"/>
                  </a:lnTo>
                  <a:lnTo>
                    <a:pt x="978473" y="1709533"/>
                  </a:lnTo>
                  <a:lnTo>
                    <a:pt x="978473" y="1706505"/>
                  </a:lnTo>
                  <a:lnTo>
                    <a:pt x="982613" y="1702165"/>
                  </a:lnTo>
                  <a:lnTo>
                    <a:pt x="981973" y="1697692"/>
                  </a:lnTo>
                  <a:lnTo>
                    <a:pt x="984733" y="1694798"/>
                  </a:lnTo>
                  <a:lnTo>
                    <a:pt x="986315" y="1691334"/>
                  </a:lnTo>
                  <a:lnTo>
                    <a:pt x="991094" y="1691334"/>
                  </a:lnTo>
                  <a:lnTo>
                    <a:pt x="995166" y="1689315"/>
                  </a:lnTo>
                  <a:lnTo>
                    <a:pt x="997185" y="1688306"/>
                  </a:lnTo>
                  <a:lnTo>
                    <a:pt x="1001392" y="1684673"/>
                  </a:lnTo>
                  <a:cubicBezTo>
                    <a:pt x="1001392" y="1684673"/>
                    <a:pt x="1003984" y="1679896"/>
                    <a:pt x="1004286" y="1679459"/>
                  </a:cubicBezTo>
                  <a:cubicBezTo>
                    <a:pt x="1004589" y="1679021"/>
                    <a:pt x="1007921" y="1678147"/>
                    <a:pt x="1007921" y="1678147"/>
                  </a:cubicBezTo>
                  <a:lnTo>
                    <a:pt x="1010378" y="1675388"/>
                  </a:lnTo>
                  <a:lnTo>
                    <a:pt x="1014013" y="1674514"/>
                  </a:lnTo>
                  <a:lnTo>
                    <a:pt x="1018219" y="1673807"/>
                  </a:lnTo>
                  <a:lnTo>
                    <a:pt x="1017647" y="1671352"/>
                  </a:lnTo>
                  <a:lnTo>
                    <a:pt x="1016032" y="1668021"/>
                  </a:lnTo>
                  <a:lnTo>
                    <a:pt x="1016772" y="1664388"/>
                  </a:lnTo>
                  <a:lnTo>
                    <a:pt x="1016772" y="1659746"/>
                  </a:lnTo>
                  <a:cubicBezTo>
                    <a:pt x="1016772" y="1659746"/>
                    <a:pt x="1018590" y="1656113"/>
                    <a:pt x="1018590" y="1655709"/>
                  </a:cubicBezTo>
                  <a:cubicBezTo>
                    <a:pt x="1018590" y="1655272"/>
                    <a:pt x="1021282" y="1650495"/>
                    <a:pt x="1021282" y="1650495"/>
                  </a:cubicBezTo>
                  <a:lnTo>
                    <a:pt x="1024479" y="1648611"/>
                  </a:lnTo>
                  <a:lnTo>
                    <a:pt x="1028114" y="1651370"/>
                  </a:lnTo>
                  <a:lnTo>
                    <a:pt x="1033027" y="1651370"/>
                  </a:lnTo>
                  <a:lnTo>
                    <a:pt x="1038109" y="1649923"/>
                  </a:lnTo>
                  <a:lnTo>
                    <a:pt x="1039994" y="1645853"/>
                  </a:lnTo>
                  <a:lnTo>
                    <a:pt x="1042888" y="1643532"/>
                  </a:lnTo>
                  <a:lnTo>
                    <a:pt x="1042888" y="1639629"/>
                  </a:lnTo>
                  <a:cubicBezTo>
                    <a:pt x="1042888" y="1639629"/>
                    <a:pt x="1043393" y="1634853"/>
                    <a:pt x="1043393" y="1634415"/>
                  </a:cubicBezTo>
                  <a:cubicBezTo>
                    <a:pt x="1043393" y="1633978"/>
                    <a:pt x="1043763" y="1630210"/>
                    <a:pt x="1043763" y="1630210"/>
                  </a:cubicBezTo>
                  <a:lnTo>
                    <a:pt x="1045345" y="1625568"/>
                  </a:lnTo>
                  <a:lnTo>
                    <a:pt x="1046927" y="1622103"/>
                  </a:lnTo>
                  <a:lnTo>
                    <a:pt x="1053018" y="1620522"/>
                  </a:lnTo>
                  <a:lnTo>
                    <a:pt x="1057932" y="1618638"/>
                  </a:lnTo>
                  <a:lnTo>
                    <a:pt x="1062711" y="1615745"/>
                  </a:lnTo>
                  <a:cubicBezTo>
                    <a:pt x="1062711" y="1615745"/>
                    <a:pt x="1065605" y="1612852"/>
                    <a:pt x="1065773" y="1611978"/>
                  </a:cubicBezTo>
                  <a:cubicBezTo>
                    <a:pt x="1065908" y="1611103"/>
                    <a:pt x="1069980" y="1607504"/>
                    <a:pt x="1070990" y="1606629"/>
                  </a:cubicBezTo>
                  <a:cubicBezTo>
                    <a:pt x="1072000" y="1605754"/>
                    <a:pt x="1074894" y="1605317"/>
                    <a:pt x="1074894" y="1605317"/>
                  </a:cubicBezTo>
                  <a:cubicBezTo>
                    <a:pt x="1074894" y="1605317"/>
                    <a:pt x="1078091" y="1602996"/>
                    <a:pt x="1078966" y="1602121"/>
                  </a:cubicBezTo>
                  <a:cubicBezTo>
                    <a:pt x="1079841" y="1601247"/>
                    <a:pt x="1082432" y="1600540"/>
                    <a:pt x="1082870" y="1600237"/>
                  </a:cubicBezTo>
                  <a:cubicBezTo>
                    <a:pt x="1083307" y="1599935"/>
                    <a:pt x="1086505" y="1598051"/>
                    <a:pt x="1086942" y="1597614"/>
                  </a:cubicBezTo>
                  <a:cubicBezTo>
                    <a:pt x="1087379" y="1597176"/>
                    <a:pt x="1088524" y="1596032"/>
                    <a:pt x="1088524" y="1596032"/>
                  </a:cubicBezTo>
                  <a:cubicBezTo>
                    <a:pt x="1088524" y="1596032"/>
                    <a:pt x="1090274" y="1594586"/>
                    <a:pt x="1091284" y="1593577"/>
                  </a:cubicBezTo>
                  <a:cubicBezTo>
                    <a:pt x="1092293" y="1592568"/>
                    <a:pt x="1093471" y="1591558"/>
                    <a:pt x="1093168" y="1590818"/>
                  </a:cubicBezTo>
                  <a:lnTo>
                    <a:pt x="1088389" y="1589069"/>
                  </a:lnTo>
                  <a:lnTo>
                    <a:pt x="1084182" y="1584999"/>
                  </a:lnTo>
                  <a:lnTo>
                    <a:pt x="1080110" y="1581366"/>
                  </a:lnTo>
                  <a:lnTo>
                    <a:pt x="1084182" y="1578473"/>
                  </a:lnTo>
                  <a:lnTo>
                    <a:pt x="1088961" y="1578338"/>
                  </a:lnTo>
                  <a:lnTo>
                    <a:pt x="1092596" y="1578338"/>
                  </a:lnTo>
                  <a:lnTo>
                    <a:pt x="1097106" y="1577699"/>
                  </a:lnTo>
                  <a:lnTo>
                    <a:pt x="1100303" y="1579213"/>
                  </a:lnTo>
                  <a:lnTo>
                    <a:pt x="1100303" y="1582846"/>
                  </a:lnTo>
                  <a:lnTo>
                    <a:pt x="1101279" y="1585301"/>
                  </a:lnTo>
                  <a:lnTo>
                    <a:pt x="1104375" y="1589641"/>
                  </a:lnTo>
                  <a:lnTo>
                    <a:pt x="1107707" y="1592399"/>
                  </a:lnTo>
                  <a:lnTo>
                    <a:pt x="1111476" y="1596739"/>
                  </a:lnTo>
                  <a:lnTo>
                    <a:pt x="1113630" y="1595427"/>
                  </a:lnTo>
                  <a:cubicBezTo>
                    <a:pt x="1113630" y="1595427"/>
                    <a:pt x="1113193" y="1592231"/>
                    <a:pt x="1113630" y="1591962"/>
                  </a:cubicBezTo>
                  <a:cubicBezTo>
                    <a:pt x="1114068" y="1591659"/>
                    <a:pt x="1117265" y="1590818"/>
                    <a:pt x="1117265" y="1590818"/>
                  </a:cubicBezTo>
                  <a:lnTo>
                    <a:pt x="1119856" y="1590684"/>
                  </a:lnTo>
                  <a:lnTo>
                    <a:pt x="1122178" y="1591390"/>
                  </a:lnTo>
                  <a:lnTo>
                    <a:pt x="1125073" y="1593139"/>
                  </a:lnTo>
                  <a:cubicBezTo>
                    <a:pt x="1125073" y="1593139"/>
                    <a:pt x="1128977" y="1594283"/>
                    <a:pt x="1129852" y="1594586"/>
                  </a:cubicBezTo>
                  <a:cubicBezTo>
                    <a:pt x="1130727" y="1594889"/>
                    <a:pt x="1134328" y="1599497"/>
                    <a:pt x="1134933" y="1599228"/>
                  </a:cubicBezTo>
                  <a:cubicBezTo>
                    <a:pt x="1135506" y="1598925"/>
                    <a:pt x="1136381" y="1599228"/>
                    <a:pt x="1136381" y="1599228"/>
                  </a:cubicBezTo>
                  <a:lnTo>
                    <a:pt x="1137693" y="1596638"/>
                  </a:lnTo>
                  <a:lnTo>
                    <a:pt x="1140285" y="1594889"/>
                  </a:lnTo>
                  <a:lnTo>
                    <a:pt x="1140285" y="1592130"/>
                  </a:lnTo>
                  <a:cubicBezTo>
                    <a:pt x="1140285" y="1592130"/>
                    <a:pt x="1142371" y="1589675"/>
                    <a:pt x="1142674" y="1589237"/>
                  </a:cubicBezTo>
                  <a:cubicBezTo>
                    <a:pt x="1142977" y="1588800"/>
                    <a:pt x="1144357" y="1584595"/>
                    <a:pt x="1144357" y="1584595"/>
                  </a:cubicBezTo>
                  <a:lnTo>
                    <a:pt x="1149136" y="1579381"/>
                  </a:lnTo>
                  <a:cubicBezTo>
                    <a:pt x="1149136" y="1579381"/>
                    <a:pt x="1153477" y="1575310"/>
                    <a:pt x="1153477" y="1574907"/>
                  </a:cubicBezTo>
                  <a:cubicBezTo>
                    <a:pt x="1153477" y="1574469"/>
                    <a:pt x="1161319" y="1569255"/>
                    <a:pt x="1161319" y="1569255"/>
                  </a:cubicBezTo>
                  <a:lnTo>
                    <a:pt x="1165660" y="1566362"/>
                  </a:lnTo>
                  <a:lnTo>
                    <a:pt x="1169867" y="1563167"/>
                  </a:lnTo>
                  <a:lnTo>
                    <a:pt x="1173333" y="1562023"/>
                  </a:lnTo>
                  <a:lnTo>
                    <a:pt x="1174781" y="1562897"/>
                  </a:lnTo>
                  <a:lnTo>
                    <a:pt x="1176665" y="1563772"/>
                  </a:lnTo>
                  <a:lnTo>
                    <a:pt x="1176968" y="1565521"/>
                  </a:lnTo>
                  <a:lnTo>
                    <a:pt x="1175521" y="1568414"/>
                  </a:lnTo>
                  <a:lnTo>
                    <a:pt x="1173333" y="1570601"/>
                  </a:lnTo>
                  <a:lnTo>
                    <a:pt x="1173333" y="1574066"/>
                  </a:lnTo>
                  <a:lnTo>
                    <a:pt x="1174208" y="1578405"/>
                  </a:lnTo>
                  <a:lnTo>
                    <a:pt x="1182050" y="1578405"/>
                  </a:lnTo>
                  <a:lnTo>
                    <a:pt x="1182050" y="1582173"/>
                  </a:lnTo>
                  <a:lnTo>
                    <a:pt x="1180838" y="1585032"/>
                  </a:lnTo>
                  <a:lnTo>
                    <a:pt x="1181410" y="1585739"/>
                  </a:lnTo>
                  <a:cubicBezTo>
                    <a:pt x="1181882" y="1585772"/>
                    <a:pt x="1182353" y="1585840"/>
                    <a:pt x="1182925" y="1585907"/>
                  </a:cubicBezTo>
                  <a:cubicBezTo>
                    <a:pt x="1184877" y="1586142"/>
                    <a:pt x="1185314" y="1586008"/>
                    <a:pt x="1186627" y="1585907"/>
                  </a:cubicBezTo>
                  <a:cubicBezTo>
                    <a:pt x="1187939" y="1585806"/>
                    <a:pt x="1190329" y="1585268"/>
                    <a:pt x="1192045" y="1584595"/>
                  </a:cubicBezTo>
                  <a:cubicBezTo>
                    <a:pt x="1193795" y="1583956"/>
                    <a:pt x="1194233" y="1582947"/>
                    <a:pt x="1194670" y="1582644"/>
                  </a:cubicBezTo>
                  <a:cubicBezTo>
                    <a:pt x="1195108" y="1582307"/>
                    <a:pt x="1194670" y="1580155"/>
                    <a:pt x="1194670" y="1579818"/>
                  </a:cubicBezTo>
                  <a:cubicBezTo>
                    <a:pt x="1194670" y="1579482"/>
                    <a:pt x="1195411" y="1577867"/>
                    <a:pt x="1195411" y="1577867"/>
                  </a:cubicBezTo>
                  <a:cubicBezTo>
                    <a:pt x="1195411" y="1577867"/>
                    <a:pt x="1197699" y="1576017"/>
                    <a:pt x="1198339" y="1575815"/>
                  </a:cubicBezTo>
                  <a:cubicBezTo>
                    <a:pt x="1199012" y="1575580"/>
                    <a:pt x="1200829" y="1573528"/>
                    <a:pt x="1200829" y="1573528"/>
                  </a:cubicBezTo>
                  <a:cubicBezTo>
                    <a:pt x="1200829" y="1573528"/>
                    <a:pt x="1202478" y="1571476"/>
                    <a:pt x="1202478" y="1571139"/>
                  </a:cubicBezTo>
                  <a:cubicBezTo>
                    <a:pt x="1202478" y="1570803"/>
                    <a:pt x="1203690" y="1568650"/>
                    <a:pt x="1203791" y="1568313"/>
                  </a:cubicBezTo>
                  <a:cubicBezTo>
                    <a:pt x="1203892" y="1567977"/>
                    <a:pt x="1204329" y="1565690"/>
                    <a:pt x="1204329" y="1565387"/>
                  </a:cubicBezTo>
                  <a:cubicBezTo>
                    <a:pt x="1204329" y="1565050"/>
                    <a:pt x="1203993" y="1563436"/>
                    <a:pt x="1203993" y="1563436"/>
                  </a:cubicBezTo>
                  <a:lnTo>
                    <a:pt x="1201502" y="1562359"/>
                  </a:lnTo>
                  <a:lnTo>
                    <a:pt x="1199887" y="1561384"/>
                  </a:lnTo>
                  <a:cubicBezTo>
                    <a:pt x="1199887" y="1561384"/>
                    <a:pt x="1196959" y="1557381"/>
                    <a:pt x="1197060" y="1557044"/>
                  </a:cubicBezTo>
                  <a:cubicBezTo>
                    <a:pt x="1197161" y="1556708"/>
                    <a:pt x="1201738" y="1556405"/>
                    <a:pt x="1201738" y="1556405"/>
                  </a:cubicBezTo>
                  <a:lnTo>
                    <a:pt x="1205541" y="1555833"/>
                  </a:lnTo>
                  <a:lnTo>
                    <a:pt x="1212070" y="1555833"/>
                  </a:lnTo>
                  <a:lnTo>
                    <a:pt x="1222738" y="1556069"/>
                  </a:lnTo>
                  <a:cubicBezTo>
                    <a:pt x="1222738" y="1556069"/>
                    <a:pt x="1236638" y="1556472"/>
                    <a:pt x="1237075" y="1556371"/>
                  </a:cubicBezTo>
                  <a:cubicBezTo>
                    <a:pt x="1237513" y="1556270"/>
                    <a:pt x="1242729" y="1555160"/>
                    <a:pt x="1242729" y="1555160"/>
                  </a:cubicBezTo>
                  <a:lnTo>
                    <a:pt x="1246095" y="1549845"/>
                  </a:lnTo>
                  <a:lnTo>
                    <a:pt x="1248282" y="1546784"/>
                  </a:lnTo>
                  <a:lnTo>
                    <a:pt x="1249359" y="1540594"/>
                  </a:lnTo>
                  <a:lnTo>
                    <a:pt x="1249898" y="1532353"/>
                  </a:lnTo>
                  <a:lnTo>
                    <a:pt x="1249898" y="1528551"/>
                  </a:lnTo>
                  <a:lnTo>
                    <a:pt x="1251648" y="1520276"/>
                  </a:lnTo>
                  <a:lnTo>
                    <a:pt x="1256225" y="1514187"/>
                  </a:lnTo>
                  <a:lnTo>
                    <a:pt x="1258950" y="1507998"/>
                  </a:lnTo>
                  <a:lnTo>
                    <a:pt x="1263427" y="1501034"/>
                  </a:lnTo>
                  <a:lnTo>
                    <a:pt x="1268845" y="1491481"/>
                  </a:lnTo>
                  <a:lnTo>
                    <a:pt x="1275913" y="1485728"/>
                  </a:lnTo>
                  <a:lnTo>
                    <a:pt x="1282442" y="1479976"/>
                  </a:lnTo>
                  <a:lnTo>
                    <a:pt x="1288634" y="1479101"/>
                  </a:lnTo>
                  <a:cubicBezTo>
                    <a:pt x="1288634" y="1479101"/>
                    <a:pt x="1294524" y="1479337"/>
                    <a:pt x="1294826" y="1479337"/>
                  </a:cubicBezTo>
                  <a:cubicBezTo>
                    <a:pt x="1295163" y="1479337"/>
                    <a:pt x="1299504" y="1482263"/>
                    <a:pt x="1299504" y="1482263"/>
                  </a:cubicBezTo>
                  <a:cubicBezTo>
                    <a:pt x="1299504" y="1482263"/>
                    <a:pt x="1305596" y="1487276"/>
                    <a:pt x="1306033" y="1487376"/>
                  </a:cubicBezTo>
                  <a:cubicBezTo>
                    <a:pt x="1306471" y="1487477"/>
                    <a:pt x="1312663" y="1492591"/>
                    <a:pt x="1312663" y="1492591"/>
                  </a:cubicBezTo>
                  <a:lnTo>
                    <a:pt x="1317543" y="1494003"/>
                  </a:lnTo>
                  <a:lnTo>
                    <a:pt x="1322087" y="1493465"/>
                  </a:lnTo>
                  <a:lnTo>
                    <a:pt x="1325889" y="1490202"/>
                  </a:lnTo>
                  <a:lnTo>
                    <a:pt x="1329591" y="1485627"/>
                  </a:lnTo>
                  <a:lnTo>
                    <a:pt x="1332957" y="1481052"/>
                  </a:lnTo>
                  <a:lnTo>
                    <a:pt x="1337097" y="1472777"/>
                  </a:lnTo>
                  <a:lnTo>
                    <a:pt x="1338712" y="1470187"/>
                  </a:lnTo>
                  <a:cubicBezTo>
                    <a:pt x="1338712" y="1470187"/>
                    <a:pt x="1341438" y="1467798"/>
                    <a:pt x="1342212" y="1466722"/>
                  </a:cubicBezTo>
                  <a:cubicBezTo>
                    <a:pt x="1342986" y="1465645"/>
                    <a:pt x="1345477" y="1463560"/>
                    <a:pt x="1345477" y="1463560"/>
                  </a:cubicBezTo>
                  <a:lnTo>
                    <a:pt x="1351770" y="1462786"/>
                  </a:lnTo>
                  <a:lnTo>
                    <a:pt x="1356246" y="1464535"/>
                  </a:lnTo>
                  <a:lnTo>
                    <a:pt x="1360486" y="1467899"/>
                  </a:lnTo>
                  <a:lnTo>
                    <a:pt x="1362977" y="1471061"/>
                  </a:lnTo>
                  <a:cubicBezTo>
                    <a:pt x="1362977" y="1471061"/>
                    <a:pt x="1369843" y="1474425"/>
                    <a:pt x="1370246" y="1474762"/>
                  </a:cubicBezTo>
                  <a:cubicBezTo>
                    <a:pt x="1370684" y="1475098"/>
                    <a:pt x="1376540" y="1477150"/>
                    <a:pt x="1376540" y="1477150"/>
                  </a:cubicBezTo>
                  <a:lnTo>
                    <a:pt x="1381453" y="1476612"/>
                  </a:lnTo>
                  <a:lnTo>
                    <a:pt x="1384179" y="1475199"/>
                  </a:lnTo>
                  <a:lnTo>
                    <a:pt x="1386872" y="1472575"/>
                  </a:lnTo>
                  <a:cubicBezTo>
                    <a:pt x="1386872" y="1472575"/>
                    <a:pt x="1390473" y="1470725"/>
                    <a:pt x="1391247" y="1470624"/>
                  </a:cubicBezTo>
                  <a:cubicBezTo>
                    <a:pt x="1392021" y="1470523"/>
                    <a:pt x="1393434" y="1465847"/>
                    <a:pt x="1393434" y="1465847"/>
                  </a:cubicBezTo>
                  <a:lnTo>
                    <a:pt x="1395285" y="1462147"/>
                  </a:lnTo>
                  <a:lnTo>
                    <a:pt x="1397910" y="1459220"/>
                  </a:lnTo>
                  <a:lnTo>
                    <a:pt x="1401377" y="1455318"/>
                  </a:lnTo>
                  <a:lnTo>
                    <a:pt x="1402689" y="1451281"/>
                  </a:lnTo>
                  <a:lnTo>
                    <a:pt x="1404877" y="1449767"/>
                  </a:lnTo>
                  <a:lnTo>
                    <a:pt x="1406829" y="1450104"/>
                  </a:lnTo>
                  <a:cubicBezTo>
                    <a:pt x="1406829" y="1450104"/>
                    <a:pt x="1409454" y="1452829"/>
                    <a:pt x="1409757" y="1452930"/>
                  </a:cubicBezTo>
                  <a:cubicBezTo>
                    <a:pt x="1410093" y="1453030"/>
                    <a:pt x="1412584" y="1454679"/>
                    <a:pt x="1412584" y="1454679"/>
                  </a:cubicBezTo>
                  <a:cubicBezTo>
                    <a:pt x="1412584" y="1454679"/>
                    <a:pt x="1417464" y="1454241"/>
                    <a:pt x="1417901" y="1454140"/>
                  </a:cubicBezTo>
                  <a:cubicBezTo>
                    <a:pt x="1418339" y="1454040"/>
                    <a:pt x="1420392" y="1450676"/>
                    <a:pt x="1420392" y="1450676"/>
                  </a:cubicBezTo>
                  <a:lnTo>
                    <a:pt x="1420392" y="1446000"/>
                  </a:lnTo>
                  <a:lnTo>
                    <a:pt x="1422512" y="1444587"/>
                  </a:lnTo>
                  <a:lnTo>
                    <a:pt x="1425608" y="1443712"/>
                  </a:lnTo>
                  <a:lnTo>
                    <a:pt x="1425608" y="1438498"/>
                  </a:lnTo>
                  <a:lnTo>
                    <a:pt x="1425608" y="1435033"/>
                  </a:lnTo>
                  <a:lnTo>
                    <a:pt x="1425608" y="1429382"/>
                  </a:lnTo>
                  <a:lnTo>
                    <a:pt x="1426214" y="1426993"/>
                  </a:lnTo>
                  <a:lnTo>
                    <a:pt x="1428368" y="1425345"/>
                  </a:lnTo>
                  <a:lnTo>
                    <a:pt x="1429512" y="1423932"/>
                  </a:lnTo>
                  <a:lnTo>
                    <a:pt x="1431296" y="1423899"/>
                  </a:lnTo>
                  <a:lnTo>
                    <a:pt x="1430488" y="1422654"/>
                  </a:lnTo>
                  <a:lnTo>
                    <a:pt x="1428973" y="1418213"/>
                  </a:lnTo>
                  <a:lnTo>
                    <a:pt x="1427897" y="1414311"/>
                  </a:lnTo>
                  <a:lnTo>
                    <a:pt x="1426921" y="1410947"/>
                  </a:lnTo>
                  <a:lnTo>
                    <a:pt x="1423993" y="1406810"/>
                  </a:lnTo>
                  <a:cubicBezTo>
                    <a:pt x="1423993" y="1406810"/>
                    <a:pt x="1421872" y="1403042"/>
                    <a:pt x="1421267" y="1402907"/>
                  </a:cubicBezTo>
                  <a:cubicBezTo>
                    <a:pt x="1420695" y="1402773"/>
                    <a:pt x="1418238" y="1400586"/>
                    <a:pt x="1418069" y="1400149"/>
                  </a:cubicBezTo>
                  <a:cubicBezTo>
                    <a:pt x="1417935" y="1399712"/>
                    <a:pt x="1416185" y="1398131"/>
                    <a:pt x="1416185" y="1398131"/>
                  </a:cubicBezTo>
                  <a:lnTo>
                    <a:pt x="1415310" y="1395809"/>
                  </a:lnTo>
                  <a:lnTo>
                    <a:pt x="1414435" y="1394666"/>
                  </a:lnTo>
                  <a:lnTo>
                    <a:pt x="1412853" y="1393656"/>
                  </a:lnTo>
                  <a:lnTo>
                    <a:pt x="1410093" y="1392210"/>
                  </a:lnTo>
                  <a:lnTo>
                    <a:pt x="1408209" y="1391638"/>
                  </a:lnTo>
                  <a:lnTo>
                    <a:pt x="1408209" y="1389182"/>
                  </a:lnTo>
                  <a:lnTo>
                    <a:pt x="1408579" y="1386996"/>
                  </a:lnTo>
                  <a:cubicBezTo>
                    <a:pt x="1408579" y="1386996"/>
                    <a:pt x="1410396" y="1384036"/>
                    <a:pt x="1410396" y="1383363"/>
                  </a:cubicBezTo>
                  <a:cubicBezTo>
                    <a:pt x="1410396" y="1382724"/>
                    <a:pt x="1411911" y="1381412"/>
                    <a:pt x="1411911" y="1381412"/>
                  </a:cubicBezTo>
                  <a:lnTo>
                    <a:pt x="1414300" y="1380100"/>
                  </a:lnTo>
                  <a:cubicBezTo>
                    <a:pt x="1414300" y="1380100"/>
                    <a:pt x="1414300" y="1380100"/>
                    <a:pt x="1415377" y="1379460"/>
                  </a:cubicBezTo>
                  <a:cubicBezTo>
                    <a:pt x="1416454" y="1378821"/>
                    <a:pt x="1417329" y="1378586"/>
                    <a:pt x="1418642" y="1378384"/>
                  </a:cubicBezTo>
                  <a:cubicBezTo>
                    <a:pt x="1419954" y="1378149"/>
                    <a:pt x="1420829" y="1377106"/>
                    <a:pt x="1420829" y="1377106"/>
                  </a:cubicBezTo>
                  <a:lnTo>
                    <a:pt x="1423858" y="1374246"/>
                  </a:lnTo>
                  <a:lnTo>
                    <a:pt x="1423858" y="1371622"/>
                  </a:lnTo>
                  <a:lnTo>
                    <a:pt x="1422680" y="1369032"/>
                  </a:lnTo>
                  <a:lnTo>
                    <a:pt x="1421031" y="1367720"/>
                  </a:lnTo>
                  <a:lnTo>
                    <a:pt x="1418406" y="1367518"/>
                  </a:lnTo>
                  <a:lnTo>
                    <a:pt x="1416656" y="1367283"/>
                  </a:lnTo>
                  <a:lnTo>
                    <a:pt x="1415781" y="1363583"/>
                  </a:lnTo>
                  <a:lnTo>
                    <a:pt x="1418608" y="1362069"/>
                  </a:lnTo>
                  <a:lnTo>
                    <a:pt x="1418608" y="1357292"/>
                  </a:lnTo>
                  <a:lnTo>
                    <a:pt x="1416757" y="1353794"/>
                  </a:lnTo>
                  <a:lnTo>
                    <a:pt x="1413594" y="1352280"/>
                  </a:lnTo>
                  <a:lnTo>
                    <a:pt x="1409689" y="1352078"/>
                  </a:lnTo>
                  <a:lnTo>
                    <a:pt x="1408613" y="1351439"/>
                  </a:lnTo>
                  <a:lnTo>
                    <a:pt x="1406863" y="1349252"/>
                  </a:lnTo>
                  <a:lnTo>
                    <a:pt x="1407939" y="1346864"/>
                  </a:lnTo>
                  <a:lnTo>
                    <a:pt x="1409252" y="1344677"/>
                  </a:lnTo>
                  <a:lnTo>
                    <a:pt x="1415142" y="1339026"/>
                  </a:lnTo>
                  <a:lnTo>
                    <a:pt x="1418608" y="1336200"/>
                  </a:lnTo>
                  <a:lnTo>
                    <a:pt x="1421233" y="1334686"/>
                  </a:lnTo>
                  <a:lnTo>
                    <a:pt x="1426685" y="1335325"/>
                  </a:lnTo>
                  <a:cubicBezTo>
                    <a:pt x="1426685" y="1335325"/>
                    <a:pt x="1431363" y="1333475"/>
                    <a:pt x="1431531" y="1333542"/>
                  </a:cubicBezTo>
                  <a:cubicBezTo>
                    <a:pt x="1431700" y="1333610"/>
                    <a:pt x="1434527" y="1335763"/>
                    <a:pt x="1435334" y="1335998"/>
                  </a:cubicBezTo>
                  <a:cubicBezTo>
                    <a:pt x="1436142" y="1336200"/>
                    <a:pt x="1437118" y="1336435"/>
                    <a:pt x="1437993" y="1336335"/>
                  </a:cubicBezTo>
                  <a:cubicBezTo>
                    <a:pt x="1438868" y="1336234"/>
                    <a:pt x="1438936" y="1335157"/>
                    <a:pt x="1438936" y="1335157"/>
                  </a:cubicBezTo>
                  <a:lnTo>
                    <a:pt x="1438060" y="1332062"/>
                  </a:lnTo>
                  <a:cubicBezTo>
                    <a:pt x="1438060" y="1332062"/>
                    <a:pt x="1437690" y="1328026"/>
                    <a:pt x="1437623" y="1327824"/>
                  </a:cubicBezTo>
                  <a:cubicBezTo>
                    <a:pt x="1437589" y="1327622"/>
                    <a:pt x="1437421" y="1325603"/>
                    <a:pt x="1437421" y="1325368"/>
                  </a:cubicBezTo>
                  <a:cubicBezTo>
                    <a:pt x="1437421" y="1325166"/>
                    <a:pt x="1436445" y="1321230"/>
                    <a:pt x="1436445" y="1321230"/>
                  </a:cubicBezTo>
                  <a:lnTo>
                    <a:pt x="1435805" y="1318842"/>
                  </a:lnTo>
                  <a:cubicBezTo>
                    <a:pt x="1435805" y="1318842"/>
                    <a:pt x="1434729" y="1316083"/>
                    <a:pt x="1434729" y="1315848"/>
                  </a:cubicBezTo>
                  <a:cubicBezTo>
                    <a:pt x="1434729" y="1315613"/>
                    <a:pt x="1435503" y="1313560"/>
                    <a:pt x="1435503" y="1313560"/>
                  </a:cubicBezTo>
                  <a:lnTo>
                    <a:pt x="1435873" y="1311979"/>
                  </a:lnTo>
                  <a:lnTo>
                    <a:pt x="1434358" y="1309927"/>
                  </a:lnTo>
                  <a:lnTo>
                    <a:pt x="1434358" y="1307741"/>
                  </a:lnTo>
                  <a:lnTo>
                    <a:pt x="1435536" y="1305352"/>
                  </a:lnTo>
                  <a:lnTo>
                    <a:pt x="1435133" y="1302325"/>
                  </a:lnTo>
                  <a:lnTo>
                    <a:pt x="1436748" y="1298725"/>
                  </a:lnTo>
                  <a:cubicBezTo>
                    <a:pt x="1436748" y="1298725"/>
                    <a:pt x="1438599" y="1296101"/>
                    <a:pt x="1438599" y="1295799"/>
                  </a:cubicBezTo>
                  <a:cubicBezTo>
                    <a:pt x="1438599" y="1295462"/>
                    <a:pt x="1440652" y="1293410"/>
                    <a:pt x="1440652" y="1293410"/>
                  </a:cubicBezTo>
                  <a:cubicBezTo>
                    <a:pt x="1440652" y="1293410"/>
                    <a:pt x="1442301" y="1291022"/>
                    <a:pt x="1442805" y="1290585"/>
                  </a:cubicBezTo>
                  <a:cubicBezTo>
                    <a:pt x="1443344" y="1290147"/>
                    <a:pt x="1444993" y="1289508"/>
                    <a:pt x="1445296" y="1289374"/>
                  </a:cubicBezTo>
                  <a:cubicBezTo>
                    <a:pt x="1445633" y="1289273"/>
                    <a:pt x="1447248" y="1288835"/>
                    <a:pt x="1448022" y="1288499"/>
                  </a:cubicBezTo>
                  <a:cubicBezTo>
                    <a:pt x="1448762" y="1288163"/>
                    <a:pt x="1450950" y="1288499"/>
                    <a:pt x="1451825" y="1288263"/>
                  </a:cubicBezTo>
                  <a:cubicBezTo>
                    <a:pt x="1452700" y="1288062"/>
                    <a:pt x="1454214" y="1288163"/>
                    <a:pt x="1454652" y="1288163"/>
                  </a:cubicBezTo>
                  <a:cubicBezTo>
                    <a:pt x="1455089" y="1288163"/>
                    <a:pt x="1457479" y="1288263"/>
                    <a:pt x="1457916" y="1288263"/>
                  </a:cubicBezTo>
                  <a:cubicBezTo>
                    <a:pt x="1458354" y="1288263"/>
                    <a:pt x="1458994" y="1288163"/>
                    <a:pt x="1459431" y="1288062"/>
                  </a:cubicBezTo>
                  <a:cubicBezTo>
                    <a:pt x="1459869" y="1287961"/>
                    <a:pt x="1460744" y="1286548"/>
                    <a:pt x="1460744" y="1286548"/>
                  </a:cubicBezTo>
                  <a:lnTo>
                    <a:pt x="1461080" y="1285471"/>
                  </a:lnTo>
                  <a:lnTo>
                    <a:pt x="1461282" y="1282982"/>
                  </a:lnTo>
                  <a:cubicBezTo>
                    <a:pt x="1461282" y="1282982"/>
                    <a:pt x="1460643" y="1281906"/>
                    <a:pt x="1460306" y="1281132"/>
                  </a:cubicBezTo>
                  <a:cubicBezTo>
                    <a:pt x="1459970" y="1280358"/>
                    <a:pt x="1458994" y="1280156"/>
                    <a:pt x="1458994" y="1280156"/>
                  </a:cubicBezTo>
                  <a:lnTo>
                    <a:pt x="1458354" y="1278945"/>
                  </a:lnTo>
                  <a:lnTo>
                    <a:pt x="1456941" y="1276893"/>
                  </a:lnTo>
                  <a:lnTo>
                    <a:pt x="1456941" y="1274168"/>
                  </a:lnTo>
                  <a:cubicBezTo>
                    <a:pt x="1456941" y="1274168"/>
                    <a:pt x="1458354" y="1273193"/>
                    <a:pt x="1458691" y="1272857"/>
                  </a:cubicBezTo>
                  <a:cubicBezTo>
                    <a:pt x="1459027" y="1272520"/>
                    <a:pt x="1460979" y="1271982"/>
                    <a:pt x="1460979" y="1271982"/>
                  </a:cubicBezTo>
                  <a:lnTo>
                    <a:pt x="1462056" y="1270233"/>
                  </a:lnTo>
                  <a:lnTo>
                    <a:pt x="1462594" y="1268046"/>
                  </a:lnTo>
                  <a:cubicBezTo>
                    <a:pt x="1462594" y="1268046"/>
                    <a:pt x="1463469" y="1266431"/>
                    <a:pt x="1463570" y="1265994"/>
                  </a:cubicBezTo>
                  <a:cubicBezTo>
                    <a:pt x="1463672" y="1265557"/>
                    <a:pt x="1466061" y="1265355"/>
                    <a:pt x="1466498" y="1265355"/>
                  </a:cubicBezTo>
                  <a:cubicBezTo>
                    <a:pt x="1466936" y="1265355"/>
                    <a:pt x="1467575" y="1265557"/>
                    <a:pt x="1467912" y="1265557"/>
                  </a:cubicBezTo>
                  <a:cubicBezTo>
                    <a:pt x="1468249" y="1265557"/>
                    <a:pt x="1468888" y="1267071"/>
                    <a:pt x="1468888" y="1267071"/>
                  </a:cubicBezTo>
                  <a:lnTo>
                    <a:pt x="1471378" y="1269022"/>
                  </a:lnTo>
                  <a:lnTo>
                    <a:pt x="1472354" y="1267609"/>
                  </a:lnTo>
                  <a:lnTo>
                    <a:pt x="1474508" y="1264682"/>
                  </a:lnTo>
                  <a:lnTo>
                    <a:pt x="1476898" y="1266431"/>
                  </a:lnTo>
                  <a:lnTo>
                    <a:pt x="1477537" y="1269257"/>
                  </a:lnTo>
                  <a:lnTo>
                    <a:pt x="1480162" y="1269795"/>
                  </a:lnTo>
                  <a:lnTo>
                    <a:pt x="1482350" y="1268921"/>
                  </a:lnTo>
                  <a:lnTo>
                    <a:pt x="1483427" y="1267508"/>
                  </a:lnTo>
                  <a:lnTo>
                    <a:pt x="1484840" y="1264581"/>
                  </a:lnTo>
                  <a:lnTo>
                    <a:pt x="1485581" y="1263841"/>
                  </a:lnTo>
                  <a:cubicBezTo>
                    <a:pt x="1485581" y="1263841"/>
                    <a:pt x="1487869" y="1263841"/>
                    <a:pt x="1488946" y="1263841"/>
                  </a:cubicBezTo>
                  <a:cubicBezTo>
                    <a:pt x="1490023" y="1263841"/>
                    <a:pt x="1490158" y="1266028"/>
                    <a:pt x="1490359" y="1267407"/>
                  </a:cubicBezTo>
                  <a:cubicBezTo>
                    <a:pt x="1490562" y="1268820"/>
                    <a:pt x="1491437" y="1269156"/>
                    <a:pt x="1492211" y="1269257"/>
                  </a:cubicBezTo>
                  <a:cubicBezTo>
                    <a:pt x="1492985" y="1269358"/>
                    <a:pt x="1493187" y="1271746"/>
                    <a:pt x="1494162" y="1273496"/>
                  </a:cubicBezTo>
                  <a:cubicBezTo>
                    <a:pt x="1495139" y="1275245"/>
                    <a:pt x="1493287" y="1275009"/>
                    <a:pt x="1493287" y="1275009"/>
                  </a:cubicBezTo>
                  <a:cubicBezTo>
                    <a:pt x="1493287" y="1275009"/>
                    <a:pt x="1491100" y="1276187"/>
                    <a:pt x="1490460" y="1277398"/>
                  </a:cubicBezTo>
                  <a:cubicBezTo>
                    <a:pt x="1489821" y="1278575"/>
                    <a:pt x="1492312" y="1279584"/>
                    <a:pt x="1492412" y="1280022"/>
                  </a:cubicBezTo>
                  <a:cubicBezTo>
                    <a:pt x="1492513" y="1280459"/>
                    <a:pt x="1493725" y="1282074"/>
                    <a:pt x="1493725" y="1282074"/>
                  </a:cubicBezTo>
                  <a:cubicBezTo>
                    <a:pt x="1493725" y="1282074"/>
                    <a:pt x="1498739" y="1287187"/>
                    <a:pt x="1499043" y="1287389"/>
                  </a:cubicBezTo>
                  <a:cubicBezTo>
                    <a:pt x="1499379" y="1287591"/>
                    <a:pt x="1497965" y="1290551"/>
                    <a:pt x="1497965" y="1290551"/>
                  </a:cubicBezTo>
                  <a:lnTo>
                    <a:pt x="1498605" y="1297851"/>
                  </a:lnTo>
                  <a:lnTo>
                    <a:pt x="1497629" y="1299062"/>
                  </a:lnTo>
                  <a:cubicBezTo>
                    <a:pt x="1497629" y="1299062"/>
                    <a:pt x="1496215" y="1301349"/>
                    <a:pt x="1496215" y="1301652"/>
                  </a:cubicBezTo>
                  <a:cubicBezTo>
                    <a:pt x="1496215" y="1301988"/>
                    <a:pt x="1496754" y="1304814"/>
                    <a:pt x="1496754" y="1304814"/>
                  </a:cubicBezTo>
                  <a:cubicBezTo>
                    <a:pt x="1496754" y="1304814"/>
                    <a:pt x="1495980" y="1306126"/>
                    <a:pt x="1495677" y="1306227"/>
                  </a:cubicBezTo>
                  <a:cubicBezTo>
                    <a:pt x="1495340" y="1306328"/>
                    <a:pt x="1494365" y="1307539"/>
                    <a:pt x="1494365" y="1307539"/>
                  </a:cubicBezTo>
                  <a:cubicBezTo>
                    <a:pt x="1494365" y="1307539"/>
                    <a:pt x="1493927" y="1309726"/>
                    <a:pt x="1493927" y="1310028"/>
                  </a:cubicBezTo>
                  <a:cubicBezTo>
                    <a:pt x="1493927" y="1310365"/>
                    <a:pt x="1494566" y="1312215"/>
                    <a:pt x="1494701" y="1312518"/>
                  </a:cubicBezTo>
                  <a:cubicBezTo>
                    <a:pt x="1494802" y="1312854"/>
                    <a:pt x="1495677" y="1314570"/>
                    <a:pt x="1495677" y="1314570"/>
                  </a:cubicBezTo>
                  <a:cubicBezTo>
                    <a:pt x="1495677" y="1314570"/>
                    <a:pt x="1496316" y="1316756"/>
                    <a:pt x="1496316" y="1317194"/>
                  </a:cubicBezTo>
                  <a:cubicBezTo>
                    <a:pt x="1496316" y="1317631"/>
                    <a:pt x="1495879" y="1320558"/>
                    <a:pt x="1495879" y="1320995"/>
                  </a:cubicBezTo>
                  <a:cubicBezTo>
                    <a:pt x="1495879" y="1321432"/>
                    <a:pt x="1495240" y="1323282"/>
                    <a:pt x="1495139" y="1323720"/>
                  </a:cubicBezTo>
                  <a:cubicBezTo>
                    <a:pt x="1495037" y="1324157"/>
                    <a:pt x="1494162" y="1325032"/>
                    <a:pt x="1494062" y="1325469"/>
                  </a:cubicBezTo>
                  <a:cubicBezTo>
                    <a:pt x="1493961" y="1325906"/>
                    <a:pt x="1493187" y="1326983"/>
                    <a:pt x="1492008" y="1327319"/>
                  </a:cubicBezTo>
                  <a:cubicBezTo>
                    <a:pt x="1490831" y="1327655"/>
                    <a:pt x="1492008" y="1328194"/>
                    <a:pt x="1492008" y="1328194"/>
                  </a:cubicBezTo>
                  <a:lnTo>
                    <a:pt x="1497225" y="1327756"/>
                  </a:lnTo>
                  <a:lnTo>
                    <a:pt x="1498874" y="1326444"/>
                  </a:lnTo>
                  <a:lnTo>
                    <a:pt x="1502139" y="1325368"/>
                  </a:lnTo>
                  <a:lnTo>
                    <a:pt x="1504528" y="1326108"/>
                  </a:lnTo>
                  <a:cubicBezTo>
                    <a:pt x="1504528" y="1326108"/>
                    <a:pt x="1505841" y="1326646"/>
                    <a:pt x="1507793" y="1326646"/>
                  </a:cubicBezTo>
                  <a:cubicBezTo>
                    <a:pt x="1509744" y="1326646"/>
                    <a:pt x="1510418" y="1326209"/>
                    <a:pt x="1510721" y="1325671"/>
                  </a:cubicBezTo>
                  <a:cubicBezTo>
                    <a:pt x="1511057" y="1325132"/>
                    <a:pt x="1512134" y="1323484"/>
                    <a:pt x="1513009" y="1322946"/>
                  </a:cubicBezTo>
                  <a:cubicBezTo>
                    <a:pt x="1513884" y="1322408"/>
                    <a:pt x="1515399" y="1322172"/>
                    <a:pt x="1517149" y="1322172"/>
                  </a:cubicBezTo>
                  <a:cubicBezTo>
                    <a:pt x="1518898" y="1322172"/>
                    <a:pt x="1519202" y="1324998"/>
                    <a:pt x="1520615" y="1324998"/>
                  </a:cubicBezTo>
                  <a:cubicBezTo>
                    <a:pt x="1522028" y="1324998"/>
                    <a:pt x="1523442" y="1325099"/>
                    <a:pt x="1524654" y="1325099"/>
                  </a:cubicBezTo>
                  <a:cubicBezTo>
                    <a:pt x="1525865" y="1325099"/>
                    <a:pt x="1526707" y="1325435"/>
                    <a:pt x="1529533" y="1325334"/>
                  </a:cubicBezTo>
                  <a:cubicBezTo>
                    <a:pt x="1532360" y="1325233"/>
                    <a:pt x="1530408" y="1325233"/>
                    <a:pt x="1531822" y="1325233"/>
                  </a:cubicBezTo>
                  <a:cubicBezTo>
                    <a:pt x="1533235" y="1325233"/>
                    <a:pt x="1534985" y="1325233"/>
                    <a:pt x="1536837" y="1325032"/>
                  </a:cubicBezTo>
                  <a:cubicBezTo>
                    <a:pt x="1538687" y="1324796"/>
                    <a:pt x="1538149" y="1323955"/>
                    <a:pt x="1538486" y="1323282"/>
                  </a:cubicBezTo>
                  <a:cubicBezTo>
                    <a:pt x="1538822" y="1322643"/>
                    <a:pt x="1538587" y="1321769"/>
                    <a:pt x="1538587" y="1321769"/>
                  </a:cubicBezTo>
                  <a:lnTo>
                    <a:pt x="1536736" y="1320019"/>
                  </a:lnTo>
                  <a:cubicBezTo>
                    <a:pt x="1536736" y="1320019"/>
                    <a:pt x="1534245" y="1318270"/>
                    <a:pt x="1533808" y="1317967"/>
                  </a:cubicBezTo>
                  <a:cubicBezTo>
                    <a:pt x="1533370" y="1317631"/>
                    <a:pt x="1530341" y="1313931"/>
                    <a:pt x="1530106" y="1313493"/>
                  </a:cubicBezTo>
                  <a:cubicBezTo>
                    <a:pt x="1529904" y="1313056"/>
                    <a:pt x="1530644" y="1310903"/>
                    <a:pt x="1530880" y="1310466"/>
                  </a:cubicBezTo>
                  <a:cubicBezTo>
                    <a:pt x="1531082" y="1310028"/>
                    <a:pt x="1532394" y="1308178"/>
                    <a:pt x="1533707" y="1307741"/>
                  </a:cubicBezTo>
                  <a:cubicBezTo>
                    <a:pt x="1534985" y="1307304"/>
                    <a:pt x="1535659" y="1307741"/>
                    <a:pt x="1535659" y="1307741"/>
                  </a:cubicBezTo>
                  <a:cubicBezTo>
                    <a:pt x="1535659" y="1307741"/>
                    <a:pt x="1537846" y="1310567"/>
                    <a:pt x="1542524" y="1311778"/>
                  </a:cubicBezTo>
                  <a:cubicBezTo>
                    <a:pt x="1547202" y="1312989"/>
                    <a:pt x="1544274" y="1309591"/>
                    <a:pt x="1544274" y="1309591"/>
                  </a:cubicBezTo>
                  <a:lnTo>
                    <a:pt x="1545688" y="1306866"/>
                  </a:lnTo>
                  <a:lnTo>
                    <a:pt x="1548515" y="1304915"/>
                  </a:lnTo>
                  <a:lnTo>
                    <a:pt x="1556659" y="1299600"/>
                  </a:lnTo>
                  <a:lnTo>
                    <a:pt x="1559924" y="1296875"/>
                  </a:lnTo>
                  <a:cubicBezTo>
                    <a:pt x="1559924" y="1296875"/>
                    <a:pt x="1568304" y="1290349"/>
                    <a:pt x="1568405" y="1290013"/>
                  </a:cubicBezTo>
                  <a:cubicBezTo>
                    <a:pt x="1568506" y="1289676"/>
                    <a:pt x="1571770" y="1287187"/>
                    <a:pt x="1572107" y="1286985"/>
                  </a:cubicBezTo>
                  <a:cubicBezTo>
                    <a:pt x="1572443" y="1286783"/>
                    <a:pt x="1574933" y="1285236"/>
                    <a:pt x="1575136" y="1284933"/>
                  </a:cubicBezTo>
                  <a:cubicBezTo>
                    <a:pt x="1575337" y="1284597"/>
                    <a:pt x="1576549" y="1284395"/>
                    <a:pt x="1576549" y="1284395"/>
                  </a:cubicBezTo>
                  <a:cubicBezTo>
                    <a:pt x="1576549" y="1284395"/>
                    <a:pt x="1579477" y="1283520"/>
                    <a:pt x="1580789" y="1283520"/>
                  </a:cubicBezTo>
                  <a:cubicBezTo>
                    <a:pt x="1582102" y="1283520"/>
                    <a:pt x="1583414" y="1285572"/>
                    <a:pt x="1583414" y="1285572"/>
                  </a:cubicBezTo>
                  <a:lnTo>
                    <a:pt x="1585804" y="1288196"/>
                  </a:lnTo>
                  <a:lnTo>
                    <a:pt x="1588429" y="1289845"/>
                  </a:lnTo>
                  <a:lnTo>
                    <a:pt x="1589607" y="1291997"/>
                  </a:lnTo>
                  <a:cubicBezTo>
                    <a:pt x="1589607" y="1291997"/>
                    <a:pt x="1590684" y="1298423"/>
                    <a:pt x="1590684" y="1298725"/>
                  </a:cubicBezTo>
                  <a:cubicBezTo>
                    <a:pt x="1590684" y="1299062"/>
                    <a:pt x="1591223" y="1299701"/>
                    <a:pt x="1592198" y="1301013"/>
                  </a:cubicBezTo>
                  <a:cubicBezTo>
                    <a:pt x="1593174" y="1302325"/>
                    <a:pt x="1595328" y="1303300"/>
                    <a:pt x="1596102" y="1302964"/>
                  </a:cubicBezTo>
                  <a:lnTo>
                    <a:pt x="1596102" y="1299499"/>
                  </a:lnTo>
                  <a:lnTo>
                    <a:pt x="1596102" y="1296774"/>
                  </a:lnTo>
                  <a:lnTo>
                    <a:pt x="1597516" y="1294049"/>
                  </a:lnTo>
                  <a:lnTo>
                    <a:pt x="1599165" y="1292536"/>
                  </a:lnTo>
                  <a:cubicBezTo>
                    <a:pt x="1599165" y="1292536"/>
                    <a:pt x="1600242" y="1292098"/>
                    <a:pt x="1600679" y="1291997"/>
                  </a:cubicBezTo>
                  <a:cubicBezTo>
                    <a:pt x="1601117" y="1291897"/>
                    <a:pt x="1602968" y="1291123"/>
                    <a:pt x="1602968" y="1291123"/>
                  </a:cubicBezTo>
                  <a:lnTo>
                    <a:pt x="1604718" y="1290349"/>
                  </a:lnTo>
                  <a:lnTo>
                    <a:pt x="1607107" y="1288701"/>
                  </a:lnTo>
                  <a:lnTo>
                    <a:pt x="1608857" y="1286750"/>
                  </a:lnTo>
                  <a:lnTo>
                    <a:pt x="1611785" y="1283823"/>
                  </a:lnTo>
                  <a:lnTo>
                    <a:pt x="1611785" y="1282377"/>
                  </a:lnTo>
                  <a:lnTo>
                    <a:pt x="1613536" y="1280358"/>
                  </a:lnTo>
                  <a:lnTo>
                    <a:pt x="1613536" y="1278609"/>
                  </a:lnTo>
                  <a:lnTo>
                    <a:pt x="1615723" y="1275413"/>
                  </a:lnTo>
                  <a:lnTo>
                    <a:pt x="1617742" y="1273529"/>
                  </a:lnTo>
                  <a:cubicBezTo>
                    <a:pt x="1617742" y="1273529"/>
                    <a:pt x="1620064" y="1272386"/>
                    <a:pt x="1620771" y="1272386"/>
                  </a:cubicBezTo>
                  <a:cubicBezTo>
                    <a:pt x="1621478" y="1272386"/>
                    <a:pt x="1623968" y="1273395"/>
                    <a:pt x="1623968" y="1273395"/>
                  </a:cubicBezTo>
                  <a:cubicBezTo>
                    <a:pt x="1623968" y="1273395"/>
                    <a:pt x="1623968" y="1275279"/>
                    <a:pt x="1623968" y="1275985"/>
                  </a:cubicBezTo>
                  <a:cubicBezTo>
                    <a:pt x="1623968" y="1276725"/>
                    <a:pt x="1622959" y="1276994"/>
                    <a:pt x="1622656" y="1277566"/>
                  </a:cubicBezTo>
                  <a:cubicBezTo>
                    <a:pt x="1622353" y="1278138"/>
                    <a:pt x="1622083" y="1279450"/>
                    <a:pt x="1622353" y="1279887"/>
                  </a:cubicBezTo>
                  <a:cubicBezTo>
                    <a:pt x="1622656" y="1280325"/>
                    <a:pt x="1625112" y="1279147"/>
                    <a:pt x="1625112" y="1279147"/>
                  </a:cubicBezTo>
                  <a:lnTo>
                    <a:pt x="1626560" y="1275951"/>
                  </a:lnTo>
                  <a:lnTo>
                    <a:pt x="1629757" y="1275951"/>
                  </a:lnTo>
                  <a:lnTo>
                    <a:pt x="1631339" y="1277903"/>
                  </a:lnTo>
                  <a:lnTo>
                    <a:pt x="1634401" y="1281166"/>
                  </a:lnTo>
                  <a:cubicBezTo>
                    <a:pt x="1634401" y="1281166"/>
                    <a:pt x="1636858" y="1282477"/>
                    <a:pt x="1637901" y="1282477"/>
                  </a:cubicBezTo>
                  <a:cubicBezTo>
                    <a:pt x="1638911" y="1282477"/>
                    <a:pt x="1643690" y="1282175"/>
                    <a:pt x="1643690" y="1282175"/>
                  </a:cubicBezTo>
                  <a:cubicBezTo>
                    <a:pt x="1643690" y="1282175"/>
                    <a:pt x="1648906" y="1282040"/>
                    <a:pt x="1649478" y="1281737"/>
                  </a:cubicBezTo>
                  <a:cubicBezTo>
                    <a:pt x="1650051" y="1281435"/>
                    <a:pt x="1650353" y="1281166"/>
                    <a:pt x="1650623" y="1280594"/>
                  </a:cubicBezTo>
                  <a:cubicBezTo>
                    <a:pt x="1650926" y="1280022"/>
                    <a:pt x="1651195" y="1277566"/>
                    <a:pt x="1651632" y="1276086"/>
                  </a:cubicBezTo>
                  <a:cubicBezTo>
                    <a:pt x="1652070" y="1274639"/>
                    <a:pt x="1653214" y="1274505"/>
                    <a:pt x="1653214" y="1274505"/>
                  </a:cubicBezTo>
                  <a:lnTo>
                    <a:pt x="1656108" y="1274202"/>
                  </a:lnTo>
                  <a:cubicBezTo>
                    <a:pt x="1656108" y="1274202"/>
                    <a:pt x="1658262" y="1274202"/>
                    <a:pt x="1658868" y="1274202"/>
                  </a:cubicBezTo>
                  <a:cubicBezTo>
                    <a:pt x="1659440" y="1274202"/>
                    <a:pt x="1660450" y="1274135"/>
                    <a:pt x="1660887" y="1274000"/>
                  </a:cubicBezTo>
                  <a:cubicBezTo>
                    <a:pt x="1661325" y="1273866"/>
                    <a:pt x="1661762" y="1272621"/>
                    <a:pt x="1661897" y="1272184"/>
                  </a:cubicBezTo>
                  <a:cubicBezTo>
                    <a:pt x="1662031" y="1271746"/>
                    <a:pt x="1662604" y="1268719"/>
                    <a:pt x="1662604" y="1268113"/>
                  </a:cubicBezTo>
                  <a:cubicBezTo>
                    <a:pt x="1662604" y="1267541"/>
                    <a:pt x="1663479" y="1264043"/>
                    <a:pt x="1663479" y="1264043"/>
                  </a:cubicBezTo>
                  <a:lnTo>
                    <a:pt x="1664051" y="1261722"/>
                  </a:lnTo>
                  <a:lnTo>
                    <a:pt x="1663041" y="1259838"/>
                  </a:lnTo>
                  <a:lnTo>
                    <a:pt x="1660887" y="1258526"/>
                  </a:lnTo>
                  <a:lnTo>
                    <a:pt x="1656983" y="1256642"/>
                  </a:lnTo>
                  <a:cubicBezTo>
                    <a:pt x="1656983" y="1256642"/>
                    <a:pt x="1653954" y="1253312"/>
                    <a:pt x="1653954" y="1251563"/>
                  </a:cubicBezTo>
                  <a:cubicBezTo>
                    <a:pt x="1653954" y="1251563"/>
                    <a:pt x="1658733" y="1250251"/>
                    <a:pt x="1660181" y="1249813"/>
                  </a:cubicBezTo>
                  <a:cubicBezTo>
                    <a:pt x="1661628" y="1249376"/>
                    <a:pt x="1663075" y="1249107"/>
                    <a:pt x="1663075" y="1249107"/>
                  </a:cubicBezTo>
                  <a:lnTo>
                    <a:pt x="1664219" y="1245339"/>
                  </a:lnTo>
                  <a:lnTo>
                    <a:pt x="1662200" y="1241134"/>
                  </a:lnTo>
                  <a:lnTo>
                    <a:pt x="1662065" y="1239251"/>
                  </a:lnTo>
                  <a:lnTo>
                    <a:pt x="1661762" y="1236055"/>
                  </a:lnTo>
                  <a:lnTo>
                    <a:pt x="1661056" y="1234305"/>
                  </a:lnTo>
                  <a:cubicBezTo>
                    <a:pt x="1661056" y="1234305"/>
                    <a:pt x="1660753" y="1233162"/>
                    <a:pt x="1660618" y="1232556"/>
                  </a:cubicBezTo>
                  <a:cubicBezTo>
                    <a:pt x="1660483" y="1231984"/>
                    <a:pt x="1659743" y="1230807"/>
                    <a:pt x="1659743" y="1230807"/>
                  </a:cubicBezTo>
                  <a:lnTo>
                    <a:pt x="1658733" y="1229798"/>
                  </a:lnTo>
                  <a:lnTo>
                    <a:pt x="1658733" y="1226905"/>
                  </a:lnTo>
                  <a:cubicBezTo>
                    <a:pt x="1658733" y="1226905"/>
                    <a:pt x="1664758" y="1225896"/>
                    <a:pt x="1665464" y="1225761"/>
                  </a:cubicBezTo>
                  <a:cubicBezTo>
                    <a:pt x="1666205" y="1225626"/>
                    <a:pt x="1665094" y="1221859"/>
                    <a:pt x="1665397" y="1221422"/>
                  </a:cubicBezTo>
                  <a:cubicBezTo>
                    <a:pt x="1665666" y="1220984"/>
                    <a:pt x="1667282" y="1220984"/>
                    <a:pt x="1667854" y="1220681"/>
                  </a:cubicBezTo>
                  <a:cubicBezTo>
                    <a:pt x="1668426" y="1220412"/>
                    <a:pt x="1670748" y="1219975"/>
                    <a:pt x="1670748" y="1219975"/>
                  </a:cubicBezTo>
                  <a:cubicBezTo>
                    <a:pt x="1670748" y="1219975"/>
                    <a:pt x="1673777" y="1219100"/>
                    <a:pt x="1674383" y="1218831"/>
                  </a:cubicBezTo>
                  <a:cubicBezTo>
                    <a:pt x="1674955" y="1218528"/>
                    <a:pt x="1677277" y="1218697"/>
                    <a:pt x="1677277" y="1218697"/>
                  </a:cubicBezTo>
                  <a:cubicBezTo>
                    <a:pt x="1677277" y="1218697"/>
                    <a:pt x="1681046" y="1218999"/>
                    <a:pt x="1682628" y="1218999"/>
                  </a:cubicBezTo>
                  <a:cubicBezTo>
                    <a:pt x="1684243" y="1218999"/>
                    <a:pt x="1686263" y="1218697"/>
                    <a:pt x="1686263" y="1218697"/>
                  </a:cubicBezTo>
                  <a:lnTo>
                    <a:pt x="1687576" y="1216510"/>
                  </a:lnTo>
                  <a:cubicBezTo>
                    <a:pt x="1687576" y="1216510"/>
                    <a:pt x="1690335" y="1214626"/>
                    <a:pt x="1690907" y="1214626"/>
                  </a:cubicBezTo>
                  <a:cubicBezTo>
                    <a:pt x="1691479" y="1214626"/>
                    <a:pt x="1692489" y="1215636"/>
                    <a:pt x="1692489" y="1215636"/>
                  </a:cubicBezTo>
                  <a:lnTo>
                    <a:pt x="1696124" y="1217654"/>
                  </a:lnTo>
                  <a:lnTo>
                    <a:pt x="1697874" y="1218528"/>
                  </a:lnTo>
                  <a:lnTo>
                    <a:pt x="1701205" y="1218528"/>
                  </a:lnTo>
                  <a:cubicBezTo>
                    <a:pt x="1701205" y="1218528"/>
                    <a:pt x="1702215" y="1218158"/>
                    <a:pt x="1703831" y="1217889"/>
                  </a:cubicBezTo>
                  <a:cubicBezTo>
                    <a:pt x="1705412" y="1217587"/>
                    <a:pt x="1704571" y="1217385"/>
                    <a:pt x="1704571" y="1217385"/>
                  </a:cubicBezTo>
                  <a:lnTo>
                    <a:pt x="1707465" y="1214189"/>
                  </a:lnTo>
                  <a:lnTo>
                    <a:pt x="1707465" y="1212002"/>
                  </a:lnTo>
                  <a:lnTo>
                    <a:pt x="1708475" y="1209681"/>
                  </a:lnTo>
                  <a:cubicBezTo>
                    <a:pt x="1708475" y="1209681"/>
                    <a:pt x="1709047" y="1208538"/>
                    <a:pt x="1709350" y="1207966"/>
                  </a:cubicBezTo>
                  <a:cubicBezTo>
                    <a:pt x="1709619" y="1207394"/>
                    <a:pt x="1710359" y="1206082"/>
                    <a:pt x="1710797" y="1205645"/>
                  </a:cubicBezTo>
                  <a:cubicBezTo>
                    <a:pt x="1711234" y="1205207"/>
                    <a:pt x="1712985" y="1205073"/>
                    <a:pt x="1713826" y="1205207"/>
                  </a:cubicBezTo>
                  <a:cubicBezTo>
                    <a:pt x="1714701" y="1205342"/>
                    <a:pt x="1714701" y="1205779"/>
                    <a:pt x="1714701" y="1205779"/>
                  </a:cubicBezTo>
                  <a:lnTo>
                    <a:pt x="1716720" y="1207226"/>
                  </a:lnTo>
                  <a:cubicBezTo>
                    <a:pt x="1716720" y="1207226"/>
                    <a:pt x="1719749" y="1208369"/>
                    <a:pt x="1720220" y="1208235"/>
                  </a:cubicBezTo>
                  <a:cubicBezTo>
                    <a:pt x="1720658" y="1208100"/>
                    <a:pt x="1722374" y="1206486"/>
                    <a:pt x="1722374" y="1206486"/>
                  </a:cubicBezTo>
                  <a:lnTo>
                    <a:pt x="1724393" y="1203727"/>
                  </a:lnTo>
                  <a:lnTo>
                    <a:pt x="1727153" y="1202718"/>
                  </a:lnTo>
                  <a:lnTo>
                    <a:pt x="1730788" y="1201978"/>
                  </a:lnTo>
                  <a:lnTo>
                    <a:pt x="1733985" y="1201339"/>
                  </a:lnTo>
                  <a:lnTo>
                    <a:pt x="1739403" y="1203088"/>
                  </a:lnTo>
                  <a:cubicBezTo>
                    <a:pt x="1739403" y="1203088"/>
                    <a:pt x="1742028" y="1206351"/>
                    <a:pt x="1742668" y="1206553"/>
                  </a:cubicBezTo>
                  <a:cubicBezTo>
                    <a:pt x="1743307" y="1206788"/>
                    <a:pt x="1742668" y="1208504"/>
                    <a:pt x="1742668" y="1208504"/>
                  </a:cubicBezTo>
                  <a:lnTo>
                    <a:pt x="1743980" y="1211969"/>
                  </a:lnTo>
                  <a:lnTo>
                    <a:pt x="1749837" y="1215232"/>
                  </a:lnTo>
                  <a:lnTo>
                    <a:pt x="1754346" y="1219639"/>
                  </a:lnTo>
                  <a:lnTo>
                    <a:pt x="1756803" y="1221522"/>
                  </a:lnTo>
                  <a:cubicBezTo>
                    <a:pt x="1756803" y="1221522"/>
                    <a:pt x="1757509" y="1223104"/>
                    <a:pt x="1757476" y="1223406"/>
                  </a:cubicBezTo>
                  <a:cubicBezTo>
                    <a:pt x="1757409" y="1223675"/>
                    <a:pt x="1758486" y="1225727"/>
                    <a:pt x="1758486" y="1225727"/>
                  </a:cubicBezTo>
                  <a:cubicBezTo>
                    <a:pt x="1758486" y="1225727"/>
                    <a:pt x="1759663" y="1227174"/>
                    <a:pt x="1759731" y="1227409"/>
                  </a:cubicBezTo>
                  <a:cubicBezTo>
                    <a:pt x="1759798" y="1227611"/>
                    <a:pt x="1760976" y="1228990"/>
                    <a:pt x="1760976" y="1228990"/>
                  </a:cubicBezTo>
                  <a:lnTo>
                    <a:pt x="1761481" y="1231379"/>
                  </a:lnTo>
                  <a:lnTo>
                    <a:pt x="1760034" y="1233532"/>
                  </a:lnTo>
                  <a:lnTo>
                    <a:pt x="1759764" y="1233902"/>
                  </a:lnTo>
                  <a:cubicBezTo>
                    <a:pt x="1759764" y="1233902"/>
                    <a:pt x="1757509" y="1236156"/>
                    <a:pt x="1757509" y="1236425"/>
                  </a:cubicBezTo>
                  <a:cubicBezTo>
                    <a:pt x="1757509" y="1236728"/>
                    <a:pt x="1758317" y="1239183"/>
                    <a:pt x="1758317" y="1239183"/>
                  </a:cubicBezTo>
                  <a:lnTo>
                    <a:pt x="1759731" y="1242278"/>
                  </a:lnTo>
                  <a:cubicBezTo>
                    <a:pt x="1759731" y="1242278"/>
                    <a:pt x="1763971" y="1244936"/>
                    <a:pt x="1764072" y="1245037"/>
                  </a:cubicBezTo>
                  <a:cubicBezTo>
                    <a:pt x="1764173" y="1245137"/>
                    <a:pt x="1764745" y="1246180"/>
                    <a:pt x="1764745" y="1246180"/>
                  </a:cubicBezTo>
                  <a:cubicBezTo>
                    <a:pt x="1764745" y="1246180"/>
                    <a:pt x="1764308" y="1247526"/>
                    <a:pt x="1764140" y="1248031"/>
                  </a:cubicBezTo>
                  <a:cubicBezTo>
                    <a:pt x="1763971" y="1248535"/>
                    <a:pt x="1764140" y="1250520"/>
                    <a:pt x="1764140" y="1250688"/>
                  </a:cubicBezTo>
                  <a:cubicBezTo>
                    <a:pt x="1764140" y="1250856"/>
                    <a:pt x="1764779" y="1251058"/>
                    <a:pt x="1764779" y="1251058"/>
                  </a:cubicBezTo>
                  <a:lnTo>
                    <a:pt x="1766899" y="1249645"/>
                  </a:lnTo>
                  <a:lnTo>
                    <a:pt x="1769793" y="1251764"/>
                  </a:lnTo>
                  <a:lnTo>
                    <a:pt x="1770500" y="1252942"/>
                  </a:lnTo>
                  <a:lnTo>
                    <a:pt x="1771173" y="1254624"/>
                  </a:lnTo>
                  <a:lnTo>
                    <a:pt x="1768380" y="1255835"/>
                  </a:lnTo>
                  <a:lnTo>
                    <a:pt x="1768380" y="1257853"/>
                  </a:lnTo>
                  <a:cubicBezTo>
                    <a:pt x="1768380" y="1257853"/>
                    <a:pt x="1769188" y="1258728"/>
                    <a:pt x="1769491" y="1259300"/>
                  </a:cubicBezTo>
                  <a:cubicBezTo>
                    <a:pt x="1769760" y="1259872"/>
                    <a:pt x="1770702" y="1260746"/>
                    <a:pt x="1770702" y="1260746"/>
                  </a:cubicBezTo>
                  <a:cubicBezTo>
                    <a:pt x="1770702" y="1260746"/>
                    <a:pt x="1772452" y="1260881"/>
                    <a:pt x="1772520" y="1260881"/>
                  </a:cubicBezTo>
                  <a:cubicBezTo>
                    <a:pt x="1772620" y="1260881"/>
                    <a:pt x="1774169" y="1259434"/>
                    <a:pt x="1774169" y="1259434"/>
                  </a:cubicBezTo>
                  <a:cubicBezTo>
                    <a:pt x="1774169" y="1259434"/>
                    <a:pt x="1775044" y="1258122"/>
                    <a:pt x="1775313" y="1257550"/>
                  </a:cubicBezTo>
                  <a:cubicBezTo>
                    <a:pt x="1775616" y="1256979"/>
                    <a:pt x="1776053" y="1255969"/>
                    <a:pt x="1776491" y="1255667"/>
                  </a:cubicBezTo>
                  <a:cubicBezTo>
                    <a:pt x="1776928" y="1255364"/>
                    <a:pt x="1778072" y="1254927"/>
                    <a:pt x="1778678" y="1254927"/>
                  </a:cubicBezTo>
                  <a:cubicBezTo>
                    <a:pt x="1779251" y="1254927"/>
                    <a:pt x="1781438" y="1256676"/>
                    <a:pt x="1781438" y="1256676"/>
                  </a:cubicBezTo>
                  <a:lnTo>
                    <a:pt x="1782448" y="1256676"/>
                  </a:lnTo>
                  <a:lnTo>
                    <a:pt x="1783154" y="1258997"/>
                  </a:lnTo>
                  <a:lnTo>
                    <a:pt x="1782582" y="1260746"/>
                  </a:lnTo>
                  <a:cubicBezTo>
                    <a:pt x="1782582" y="1260746"/>
                    <a:pt x="1780832" y="1262193"/>
                    <a:pt x="1781000" y="1263067"/>
                  </a:cubicBezTo>
                  <a:cubicBezTo>
                    <a:pt x="1781135" y="1263942"/>
                    <a:pt x="1783457" y="1264648"/>
                    <a:pt x="1783457" y="1264648"/>
                  </a:cubicBezTo>
                  <a:cubicBezTo>
                    <a:pt x="1783457" y="1264648"/>
                    <a:pt x="1786789" y="1265389"/>
                    <a:pt x="1787799" y="1265389"/>
                  </a:cubicBezTo>
                  <a:cubicBezTo>
                    <a:pt x="1788808" y="1265389"/>
                    <a:pt x="1787664" y="1267979"/>
                    <a:pt x="1787227" y="1267979"/>
                  </a:cubicBezTo>
                  <a:cubicBezTo>
                    <a:pt x="1786789" y="1267979"/>
                    <a:pt x="1784770" y="1269997"/>
                    <a:pt x="1783760" y="1270872"/>
                  </a:cubicBezTo>
                  <a:cubicBezTo>
                    <a:pt x="1782750" y="1271746"/>
                    <a:pt x="1783188" y="1272756"/>
                    <a:pt x="1783188" y="1272756"/>
                  </a:cubicBezTo>
                  <a:lnTo>
                    <a:pt x="1786520" y="1276086"/>
                  </a:lnTo>
                  <a:lnTo>
                    <a:pt x="1787395" y="1279551"/>
                  </a:lnTo>
                  <a:cubicBezTo>
                    <a:pt x="1787395" y="1279551"/>
                    <a:pt x="1789280" y="1282175"/>
                    <a:pt x="1789851" y="1283184"/>
                  </a:cubicBezTo>
                  <a:cubicBezTo>
                    <a:pt x="1790424" y="1284193"/>
                    <a:pt x="1790559" y="1288835"/>
                    <a:pt x="1790559" y="1288835"/>
                  </a:cubicBezTo>
                  <a:cubicBezTo>
                    <a:pt x="1790559" y="1288835"/>
                    <a:pt x="1789111" y="1291728"/>
                    <a:pt x="1787361" y="1292468"/>
                  </a:cubicBezTo>
                  <a:cubicBezTo>
                    <a:pt x="1785611" y="1293209"/>
                    <a:pt x="1784467" y="1291762"/>
                    <a:pt x="1784164" y="1291156"/>
                  </a:cubicBezTo>
                  <a:cubicBezTo>
                    <a:pt x="1783861" y="1290585"/>
                    <a:pt x="1780967" y="1288835"/>
                    <a:pt x="1780967" y="1288835"/>
                  </a:cubicBezTo>
                  <a:cubicBezTo>
                    <a:pt x="1780967" y="1288835"/>
                    <a:pt x="1779654" y="1288398"/>
                    <a:pt x="1777770" y="1287961"/>
                  </a:cubicBezTo>
                  <a:cubicBezTo>
                    <a:pt x="1775885" y="1287523"/>
                    <a:pt x="1776188" y="1287961"/>
                    <a:pt x="1776188" y="1287961"/>
                  </a:cubicBezTo>
                  <a:lnTo>
                    <a:pt x="1775616" y="1287961"/>
                  </a:lnTo>
                  <a:lnTo>
                    <a:pt x="1774741" y="1289037"/>
                  </a:lnTo>
                  <a:cubicBezTo>
                    <a:pt x="1774741" y="1289037"/>
                    <a:pt x="1773125" y="1292435"/>
                    <a:pt x="1772721" y="1293007"/>
                  </a:cubicBezTo>
                  <a:cubicBezTo>
                    <a:pt x="1772284" y="1293578"/>
                    <a:pt x="1772721" y="1295193"/>
                    <a:pt x="1772721" y="1295193"/>
                  </a:cubicBezTo>
                  <a:cubicBezTo>
                    <a:pt x="1772721" y="1295193"/>
                    <a:pt x="1773596" y="1297212"/>
                    <a:pt x="1773866" y="1298086"/>
                  </a:cubicBezTo>
                  <a:cubicBezTo>
                    <a:pt x="1774169" y="1298961"/>
                    <a:pt x="1775885" y="1301282"/>
                    <a:pt x="1776323" y="1301854"/>
                  </a:cubicBezTo>
                  <a:cubicBezTo>
                    <a:pt x="1776760" y="1302426"/>
                    <a:pt x="1777029" y="1303300"/>
                    <a:pt x="1777467" y="1303603"/>
                  </a:cubicBezTo>
                  <a:cubicBezTo>
                    <a:pt x="1777904" y="1303906"/>
                    <a:pt x="1780226" y="1304175"/>
                    <a:pt x="1780799" y="1304478"/>
                  </a:cubicBezTo>
                  <a:cubicBezTo>
                    <a:pt x="1781371" y="1304781"/>
                    <a:pt x="1783693" y="1307943"/>
                    <a:pt x="1783693" y="1307943"/>
                  </a:cubicBezTo>
                  <a:lnTo>
                    <a:pt x="1780058" y="1309961"/>
                  </a:lnTo>
                  <a:lnTo>
                    <a:pt x="1781236" y="1312989"/>
                  </a:lnTo>
                  <a:lnTo>
                    <a:pt x="1788337" y="1313998"/>
                  </a:lnTo>
                  <a:lnTo>
                    <a:pt x="1789212" y="1314872"/>
                  </a:lnTo>
                  <a:cubicBezTo>
                    <a:pt x="1789212" y="1314872"/>
                    <a:pt x="1789212" y="1319515"/>
                    <a:pt x="1789212" y="1320087"/>
                  </a:cubicBezTo>
                  <a:cubicBezTo>
                    <a:pt x="1789212" y="1320658"/>
                    <a:pt x="1788506" y="1321533"/>
                    <a:pt x="1787631" y="1322105"/>
                  </a:cubicBezTo>
                  <a:cubicBezTo>
                    <a:pt x="1786756" y="1322677"/>
                    <a:pt x="1787193" y="1323417"/>
                    <a:pt x="1787193" y="1323854"/>
                  </a:cubicBezTo>
                  <a:cubicBezTo>
                    <a:pt x="1787193" y="1324291"/>
                    <a:pt x="1788068" y="1325435"/>
                    <a:pt x="1788068" y="1325873"/>
                  </a:cubicBezTo>
                  <a:cubicBezTo>
                    <a:pt x="1788068" y="1326310"/>
                    <a:pt x="1789212" y="1328194"/>
                    <a:pt x="1789212" y="1328194"/>
                  </a:cubicBezTo>
                  <a:lnTo>
                    <a:pt x="1790794" y="1332264"/>
                  </a:lnTo>
                  <a:cubicBezTo>
                    <a:pt x="1790794" y="1332264"/>
                    <a:pt x="1791097" y="1335292"/>
                    <a:pt x="1791366" y="1335897"/>
                  </a:cubicBezTo>
                  <a:cubicBezTo>
                    <a:pt x="1791669" y="1336469"/>
                    <a:pt x="1792544" y="1336469"/>
                    <a:pt x="1793116" y="1336604"/>
                  </a:cubicBezTo>
                  <a:cubicBezTo>
                    <a:pt x="1793688" y="1336738"/>
                    <a:pt x="1798636" y="1339934"/>
                    <a:pt x="1798636" y="1339934"/>
                  </a:cubicBezTo>
                  <a:lnTo>
                    <a:pt x="1800958" y="1338790"/>
                  </a:lnTo>
                  <a:cubicBezTo>
                    <a:pt x="1800958" y="1338790"/>
                    <a:pt x="1802539" y="1338487"/>
                    <a:pt x="1803987" y="1338050"/>
                  </a:cubicBezTo>
                  <a:cubicBezTo>
                    <a:pt x="1805434" y="1337613"/>
                    <a:pt x="1806746" y="1336469"/>
                    <a:pt x="1806746" y="1336469"/>
                  </a:cubicBezTo>
                  <a:cubicBezTo>
                    <a:pt x="1806746" y="1336469"/>
                    <a:pt x="1808328" y="1333845"/>
                    <a:pt x="1808496" y="1333273"/>
                  </a:cubicBezTo>
                  <a:cubicBezTo>
                    <a:pt x="1808631" y="1332701"/>
                    <a:pt x="1810078" y="1330649"/>
                    <a:pt x="1810515" y="1330818"/>
                  </a:cubicBezTo>
                  <a:cubicBezTo>
                    <a:pt x="1810953" y="1330952"/>
                    <a:pt x="1814420" y="1333576"/>
                    <a:pt x="1814420" y="1333576"/>
                  </a:cubicBezTo>
                  <a:lnTo>
                    <a:pt x="1816607" y="1333441"/>
                  </a:lnTo>
                  <a:cubicBezTo>
                    <a:pt x="1816607" y="1333441"/>
                    <a:pt x="1818054" y="1335763"/>
                    <a:pt x="1818189" y="1336200"/>
                  </a:cubicBezTo>
                  <a:cubicBezTo>
                    <a:pt x="1818324" y="1336637"/>
                    <a:pt x="1821218" y="1335460"/>
                    <a:pt x="1821218" y="1335460"/>
                  </a:cubicBezTo>
                  <a:lnTo>
                    <a:pt x="1826569" y="1334585"/>
                  </a:lnTo>
                  <a:lnTo>
                    <a:pt x="1831348" y="1332264"/>
                  </a:lnTo>
                  <a:cubicBezTo>
                    <a:pt x="1831348" y="1332264"/>
                    <a:pt x="1833535" y="1333408"/>
                    <a:pt x="1834107" y="1333711"/>
                  </a:cubicBezTo>
                  <a:cubicBezTo>
                    <a:pt x="1834680" y="1334013"/>
                    <a:pt x="1835857" y="1335157"/>
                    <a:pt x="1836733" y="1335729"/>
                  </a:cubicBezTo>
                  <a:cubicBezTo>
                    <a:pt x="1837608" y="1336301"/>
                    <a:pt x="1840637" y="1338925"/>
                    <a:pt x="1841074" y="1338757"/>
                  </a:cubicBezTo>
                  <a:cubicBezTo>
                    <a:pt x="1841512" y="1338622"/>
                    <a:pt x="1843093" y="1337310"/>
                    <a:pt x="1843093" y="1337310"/>
                  </a:cubicBezTo>
                  <a:cubicBezTo>
                    <a:pt x="1843093" y="1337310"/>
                    <a:pt x="1844406" y="1334989"/>
                    <a:pt x="1845112" y="1334720"/>
                  </a:cubicBezTo>
                  <a:cubicBezTo>
                    <a:pt x="1845853" y="1334417"/>
                    <a:pt x="1848007" y="1334148"/>
                    <a:pt x="1848007" y="1334148"/>
                  </a:cubicBezTo>
                  <a:lnTo>
                    <a:pt x="1850194" y="1336166"/>
                  </a:lnTo>
                  <a:lnTo>
                    <a:pt x="1852516" y="1336906"/>
                  </a:lnTo>
                  <a:lnTo>
                    <a:pt x="1857733" y="1336166"/>
                  </a:lnTo>
                  <a:lnTo>
                    <a:pt x="1862377" y="1333980"/>
                  </a:lnTo>
                  <a:lnTo>
                    <a:pt x="1865272" y="1332365"/>
                  </a:lnTo>
                  <a:cubicBezTo>
                    <a:pt x="1865272" y="1332365"/>
                    <a:pt x="1867863" y="1332096"/>
                    <a:pt x="1868906" y="1332399"/>
                  </a:cubicBezTo>
                  <a:cubicBezTo>
                    <a:pt x="1869916" y="1332701"/>
                    <a:pt x="1875132" y="1332264"/>
                    <a:pt x="1875704" y="1332399"/>
                  </a:cubicBezTo>
                  <a:cubicBezTo>
                    <a:pt x="1875805" y="1332432"/>
                    <a:pt x="1876176" y="1332500"/>
                    <a:pt x="1876176" y="1332634"/>
                  </a:cubicBezTo>
                  <a:cubicBezTo>
                    <a:pt x="1876176" y="1332634"/>
                    <a:pt x="1876176" y="1332634"/>
                    <a:pt x="1876176" y="1332634"/>
                  </a:cubicBezTo>
                  <a:lnTo>
                    <a:pt x="1876176" y="1332264"/>
                  </a:lnTo>
                  <a:lnTo>
                    <a:pt x="1876176" y="1325301"/>
                  </a:lnTo>
                  <a:cubicBezTo>
                    <a:pt x="1876176" y="1325301"/>
                    <a:pt x="1877858" y="1322206"/>
                    <a:pt x="1877959" y="1322038"/>
                  </a:cubicBezTo>
                  <a:cubicBezTo>
                    <a:pt x="1878060" y="1321869"/>
                    <a:pt x="1880281" y="1317900"/>
                    <a:pt x="1880281" y="1317900"/>
                  </a:cubicBezTo>
                  <a:cubicBezTo>
                    <a:pt x="1880281" y="1317900"/>
                    <a:pt x="1881359" y="1314536"/>
                    <a:pt x="1881359" y="1314301"/>
                  </a:cubicBezTo>
                  <a:cubicBezTo>
                    <a:pt x="1881359" y="1314099"/>
                    <a:pt x="1881359" y="1309625"/>
                    <a:pt x="1881359" y="1309625"/>
                  </a:cubicBezTo>
                  <a:lnTo>
                    <a:pt x="1876478" y="1306261"/>
                  </a:lnTo>
                  <a:cubicBezTo>
                    <a:pt x="1876478" y="1306261"/>
                    <a:pt x="1875704" y="1302796"/>
                    <a:pt x="1876142" y="1302661"/>
                  </a:cubicBezTo>
                  <a:cubicBezTo>
                    <a:pt x="1876579" y="1302560"/>
                    <a:pt x="1877724" y="1300475"/>
                    <a:pt x="1877724" y="1300475"/>
                  </a:cubicBezTo>
                  <a:cubicBezTo>
                    <a:pt x="1877724" y="1300475"/>
                    <a:pt x="1878801" y="1298591"/>
                    <a:pt x="1878094" y="1297884"/>
                  </a:cubicBezTo>
                  <a:cubicBezTo>
                    <a:pt x="1877387" y="1297178"/>
                    <a:pt x="1873685" y="1294251"/>
                    <a:pt x="1873685" y="1294251"/>
                  </a:cubicBezTo>
                  <a:lnTo>
                    <a:pt x="1872171" y="1292334"/>
                  </a:lnTo>
                  <a:lnTo>
                    <a:pt x="1871666" y="1283756"/>
                  </a:lnTo>
                  <a:cubicBezTo>
                    <a:pt x="1871666" y="1283756"/>
                    <a:pt x="1871127" y="1279854"/>
                    <a:pt x="1871026" y="1279685"/>
                  </a:cubicBezTo>
                  <a:cubicBezTo>
                    <a:pt x="1870926" y="1279517"/>
                    <a:pt x="1869176" y="1277398"/>
                    <a:pt x="1869176" y="1277398"/>
                  </a:cubicBezTo>
                  <a:lnTo>
                    <a:pt x="1869176" y="1274841"/>
                  </a:lnTo>
                  <a:lnTo>
                    <a:pt x="1869983" y="1272251"/>
                  </a:lnTo>
                  <a:cubicBezTo>
                    <a:pt x="1869983" y="1272251"/>
                    <a:pt x="1870993" y="1270401"/>
                    <a:pt x="1870993" y="1270199"/>
                  </a:cubicBezTo>
                  <a:cubicBezTo>
                    <a:pt x="1870993" y="1269997"/>
                    <a:pt x="1870926" y="1265691"/>
                    <a:pt x="1870926" y="1265489"/>
                  </a:cubicBezTo>
                  <a:cubicBezTo>
                    <a:pt x="1870926" y="1265254"/>
                    <a:pt x="1870926" y="1262731"/>
                    <a:pt x="1870926" y="1262731"/>
                  </a:cubicBezTo>
                  <a:lnTo>
                    <a:pt x="1872810" y="1258762"/>
                  </a:lnTo>
                  <a:lnTo>
                    <a:pt x="1874392" y="1254153"/>
                  </a:lnTo>
                  <a:lnTo>
                    <a:pt x="1876883" y="1249477"/>
                  </a:lnTo>
                  <a:lnTo>
                    <a:pt x="1878060" y="1246651"/>
                  </a:lnTo>
                  <a:lnTo>
                    <a:pt x="1875772" y="1245440"/>
                  </a:lnTo>
                  <a:cubicBezTo>
                    <a:pt x="1875772" y="1245440"/>
                    <a:pt x="1873584" y="1244465"/>
                    <a:pt x="1873180" y="1244465"/>
                  </a:cubicBezTo>
                  <a:cubicBezTo>
                    <a:pt x="1872743" y="1244465"/>
                    <a:pt x="1871767" y="1244465"/>
                    <a:pt x="1871767" y="1244465"/>
                  </a:cubicBezTo>
                  <a:cubicBezTo>
                    <a:pt x="1871767" y="1244465"/>
                    <a:pt x="1869916" y="1243287"/>
                    <a:pt x="1869916" y="1242514"/>
                  </a:cubicBezTo>
                  <a:cubicBezTo>
                    <a:pt x="1869916" y="1241740"/>
                    <a:pt x="1870118" y="1240865"/>
                    <a:pt x="1870118" y="1240865"/>
                  </a:cubicBezTo>
                  <a:lnTo>
                    <a:pt x="1870252" y="1239654"/>
                  </a:lnTo>
                  <a:lnTo>
                    <a:pt x="1866550" y="1238679"/>
                  </a:lnTo>
                  <a:lnTo>
                    <a:pt x="1864800" y="1238040"/>
                  </a:lnTo>
                  <a:cubicBezTo>
                    <a:pt x="1864800" y="1238040"/>
                    <a:pt x="1863724" y="1237602"/>
                    <a:pt x="1862950" y="1236728"/>
                  </a:cubicBezTo>
                  <a:cubicBezTo>
                    <a:pt x="1862209" y="1235853"/>
                    <a:pt x="1861973" y="1234003"/>
                    <a:pt x="1861973" y="1234003"/>
                  </a:cubicBezTo>
                  <a:lnTo>
                    <a:pt x="1862613" y="1232153"/>
                  </a:lnTo>
                  <a:lnTo>
                    <a:pt x="1863151" y="1230201"/>
                  </a:lnTo>
                  <a:lnTo>
                    <a:pt x="1864800" y="1228789"/>
                  </a:lnTo>
                  <a:lnTo>
                    <a:pt x="1866012" y="1227376"/>
                  </a:lnTo>
                  <a:lnTo>
                    <a:pt x="1866853" y="1224685"/>
                  </a:lnTo>
                  <a:lnTo>
                    <a:pt x="1867998" y="1221825"/>
                  </a:lnTo>
                  <a:lnTo>
                    <a:pt x="1870017" y="1221825"/>
                  </a:lnTo>
                  <a:lnTo>
                    <a:pt x="1871767" y="1221825"/>
                  </a:lnTo>
                  <a:lnTo>
                    <a:pt x="1871666" y="1220244"/>
                  </a:lnTo>
                  <a:lnTo>
                    <a:pt x="1872507" y="1218999"/>
                  </a:lnTo>
                  <a:lnTo>
                    <a:pt x="1874459" y="1218360"/>
                  </a:lnTo>
                  <a:lnTo>
                    <a:pt x="1876983" y="1218360"/>
                  </a:lnTo>
                  <a:cubicBezTo>
                    <a:pt x="1876983" y="1218360"/>
                    <a:pt x="1878161" y="1217048"/>
                    <a:pt x="1878431" y="1216981"/>
                  </a:cubicBezTo>
                  <a:cubicBezTo>
                    <a:pt x="1878700" y="1216914"/>
                    <a:pt x="1879575" y="1215400"/>
                    <a:pt x="1879575" y="1215400"/>
                  </a:cubicBezTo>
                  <a:lnTo>
                    <a:pt x="1879575" y="1214021"/>
                  </a:lnTo>
                  <a:lnTo>
                    <a:pt x="1882099" y="1212272"/>
                  </a:lnTo>
                  <a:lnTo>
                    <a:pt x="1882536" y="1209883"/>
                  </a:lnTo>
                  <a:lnTo>
                    <a:pt x="1883714" y="1210186"/>
                  </a:lnTo>
                  <a:lnTo>
                    <a:pt x="1885801" y="1211060"/>
                  </a:lnTo>
                  <a:lnTo>
                    <a:pt x="1887046" y="1213247"/>
                  </a:lnTo>
                  <a:lnTo>
                    <a:pt x="1888931" y="1217587"/>
                  </a:lnTo>
                  <a:lnTo>
                    <a:pt x="1890883" y="1220177"/>
                  </a:lnTo>
                  <a:lnTo>
                    <a:pt x="1891690" y="1222061"/>
                  </a:lnTo>
                  <a:lnTo>
                    <a:pt x="1891421" y="1223070"/>
                  </a:lnTo>
                  <a:lnTo>
                    <a:pt x="1891118" y="1224584"/>
                  </a:lnTo>
                  <a:lnTo>
                    <a:pt x="1893306" y="1225727"/>
                  </a:lnTo>
                  <a:lnTo>
                    <a:pt x="1895863" y="1225593"/>
                  </a:lnTo>
                  <a:lnTo>
                    <a:pt x="1896974" y="1226972"/>
                  </a:lnTo>
                  <a:lnTo>
                    <a:pt x="1896974" y="1229663"/>
                  </a:lnTo>
                  <a:lnTo>
                    <a:pt x="1898051" y="1230740"/>
                  </a:lnTo>
                  <a:lnTo>
                    <a:pt x="1899195" y="1229360"/>
                  </a:lnTo>
                  <a:lnTo>
                    <a:pt x="1900272" y="1229226"/>
                  </a:lnTo>
                  <a:cubicBezTo>
                    <a:pt x="1900272" y="1229226"/>
                    <a:pt x="1900643" y="1229024"/>
                    <a:pt x="1900912" y="1229024"/>
                  </a:cubicBezTo>
                  <a:cubicBezTo>
                    <a:pt x="1901215" y="1229024"/>
                    <a:pt x="1903604" y="1228890"/>
                    <a:pt x="1903604" y="1228890"/>
                  </a:cubicBezTo>
                  <a:lnTo>
                    <a:pt x="1908013" y="1228318"/>
                  </a:lnTo>
                  <a:lnTo>
                    <a:pt x="1912489" y="1228755"/>
                  </a:lnTo>
                  <a:lnTo>
                    <a:pt x="1914441" y="1230201"/>
                  </a:lnTo>
                  <a:lnTo>
                    <a:pt x="1914172" y="1232657"/>
                  </a:lnTo>
                  <a:lnTo>
                    <a:pt x="1912724" y="1234541"/>
                  </a:lnTo>
                  <a:lnTo>
                    <a:pt x="1912085" y="1236492"/>
                  </a:lnTo>
                  <a:lnTo>
                    <a:pt x="1912455" y="1241202"/>
                  </a:lnTo>
                  <a:lnTo>
                    <a:pt x="1914475" y="1244027"/>
                  </a:lnTo>
                  <a:lnTo>
                    <a:pt x="1917537" y="1245474"/>
                  </a:lnTo>
                  <a:cubicBezTo>
                    <a:pt x="1917537" y="1245474"/>
                    <a:pt x="1917739" y="1246786"/>
                    <a:pt x="1917537" y="1246988"/>
                  </a:cubicBezTo>
                  <a:cubicBezTo>
                    <a:pt x="1917335" y="1247190"/>
                    <a:pt x="1920431" y="1250688"/>
                    <a:pt x="1920431" y="1250688"/>
                  </a:cubicBezTo>
                  <a:lnTo>
                    <a:pt x="1926388" y="1257550"/>
                  </a:lnTo>
                  <a:lnTo>
                    <a:pt x="1931234" y="1262832"/>
                  </a:lnTo>
                  <a:lnTo>
                    <a:pt x="1931571" y="1267104"/>
                  </a:lnTo>
                  <a:lnTo>
                    <a:pt x="1931739" y="1269930"/>
                  </a:lnTo>
                  <a:lnTo>
                    <a:pt x="1931739" y="1271376"/>
                  </a:lnTo>
                  <a:lnTo>
                    <a:pt x="1931739" y="1274841"/>
                  </a:lnTo>
                  <a:lnTo>
                    <a:pt x="1933489" y="1280123"/>
                  </a:lnTo>
                  <a:lnTo>
                    <a:pt x="1933489" y="1283520"/>
                  </a:lnTo>
                  <a:cubicBezTo>
                    <a:pt x="1933489" y="1283520"/>
                    <a:pt x="1935744" y="1285841"/>
                    <a:pt x="1935946" y="1285841"/>
                  </a:cubicBezTo>
                  <a:cubicBezTo>
                    <a:pt x="1936182" y="1285841"/>
                    <a:pt x="1940590" y="1286279"/>
                    <a:pt x="1940860" y="1286077"/>
                  </a:cubicBezTo>
                  <a:cubicBezTo>
                    <a:pt x="1941163" y="1285841"/>
                    <a:pt x="1943182" y="1283621"/>
                    <a:pt x="1943182" y="1283184"/>
                  </a:cubicBezTo>
                  <a:cubicBezTo>
                    <a:pt x="1943182" y="1282747"/>
                    <a:pt x="1943451" y="1280358"/>
                    <a:pt x="1943451" y="1280055"/>
                  </a:cubicBezTo>
                  <a:cubicBezTo>
                    <a:pt x="1943451" y="1279753"/>
                    <a:pt x="1940860" y="1276490"/>
                    <a:pt x="1940860" y="1276490"/>
                  </a:cubicBezTo>
                  <a:cubicBezTo>
                    <a:pt x="1940860" y="1276490"/>
                    <a:pt x="1941802" y="1275110"/>
                    <a:pt x="1942004" y="1274808"/>
                  </a:cubicBezTo>
                  <a:cubicBezTo>
                    <a:pt x="1942206" y="1274539"/>
                    <a:pt x="1942946" y="1273731"/>
                    <a:pt x="1943451" y="1273496"/>
                  </a:cubicBezTo>
                  <a:cubicBezTo>
                    <a:pt x="1943956" y="1273294"/>
                    <a:pt x="1945403" y="1271982"/>
                    <a:pt x="1945538" y="1271679"/>
                  </a:cubicBezTo>
                  <a:cubicBezTo>
                    <a:pt x="1945672" y="1271376"/>
                    <a:pt x="1945672" y="1270233"/>
                    <a:pt x="1945538" y="1269493"/>
                  </a:cubicBezTo>
                  <a:cubicBezTo>
                    <a:pt x="1945403" y="1268753"/>
                    <a:pt x="1944898" y="1267037"/>
                    <a:pt x="1944966" y="1266095"/>
                  </a:cubicBezTo>
                  <a:cubicBezTo>
                    <a:pt x="1945033" y="1265153"/>
                    <a:pt x="1945033" y="1263471"/>
                    <a:pt x="1945201" y="1262967"/>
                  </a:cubicBezTo>
                  <a:cubicBezTo>
                    <a:pt x="1945336" y="1262462"/>
                    <a:pt x="1945470" y="1261285"/>
                    <a:pt x="1945672" y="1261015"/>
                  </a:cubicBezTo>
                  <a:cubicBezTo>
                    <a:pt x="1945841" y="1260713"/>
                    <a:pt x="1946648" y="1259502"/>
                    <a:pt x="1947288" y="1258997"/>
                  </a:cubicBezTo>
                  <a:cubicBezTo>
                    <a:pt x="1947927" y="1258492"/>
                    <a:pt x="1949744" y="1256979"/>
                    <a:pt x="1949980" y="1256743"/>
                  </a:cubicBezTo>
                  <a:cubicBezTo>
                    <a:pt x="1950182" y="1256541"/>
                    <a:pt x="1951124" y="1254994"/>
                    <a:pt x="1951360" y="1254927"/>
                  </a:cubicBezTo>
                  <a:cubicBezTo>
                    <a:pt x="1951562" y="1254859"/>
                    <a:pt x="1953312" y="1253346"/>
                    <a:pt x="1953312" y="1253346"/>
                  </a:cubicBezTo>
                  <a:lnTo>
                    <a:pt x="1954625" y="1249511"/>
                  </a:lnTo>
                  <a:cubicBezTo>
                    <a:pt x="1954625" y="1249511"/>
                    <a:pt x="1957519" y="1247829"/>
                    <a:pt x="1957822" y="1247829"/>
                  </a:cubicBezTo>
                  <a:cubicBezTo>
                    <a:pt x="1958124" y="1247829"/>
                    <a:pt x="1961153" y="1249208"/>
                    <a:pt x="1961153" y="1249208"/>
                  </a:cubicBezTo>
                  <a:cubicBezTo>
                    <a:pt x="1961153" y="1249208"/>
                    <a:pt x="1962231" y="1249948"/>
                    <a:pt x="1963341" y="1249847"/>
                  </a:cubicBezTo>
                  <a:cubicBezTo>
                    <a:pt x="1964418" y="1249780"/>
                    <a:pt x="1965293" y="1249914"/>
                    <a:pt x="1965596" y="1249544"/>
                  </a:cubicBezTo>
                  <a:cubicBezTo>
                    <a:pt x="1965899" y="1249174"/>
                    <a:pt x="1967716" y="1247459"/>
                    <a:pt x="1967783" y="1247156"/>
                  </a:cubicBezTo>
                  <a:cubicBezTo>
                    <a:pt x="1967851" y="1246853"/>
                    <a:pt x="1968356" y="1244027"/>
                    <a:pt x="1968423" y="1242951"/>
                  </a:cubicBezTo>
                  <a:cubicBezTo>
                    <a:pt x="1968490" y="1241874"/>
                    <a:pt x="1968423" y="1238241"/>
                    <a:pt x="1968423" y="1238241"/>
                  </a:cubicBezTo>
                  <a:lnTo>
                    <a:pt x="1967783" y="1235113"/>
                  </a:lnTo>
                  <a:cubicBezTo>
                    <a:pt x="1967783" y="1235113"/>
                    <a:pt x="1968490" y="1233969"/>
                    <a:pt x="1968490" y="1233364"/>
                  </a:cubicBezTo>
                  <a:cubicBezTo>
                    <a:pt x="1968457" y="1232792"/>
                    <a:pt x="1969264" y="1231278"/>
                    <a:pt x="1969466" y="1231042"/>
                  </a:cubicBezTo>
                  <a:cubicBezTo>
                    <a:pt x="1969668" y="1230841"/>
                    <a:pt x="1970274" y="1230235"/>
                    <a:pt x="1970274" y="1230235"/>
                  </a:cubicBezTo>
                  <a:lnTo>
                    <a:pt x="1973168" y="1228789"/>
                  </a:lnTo>
                  <a:lnTo>
                    <a:pt x="1974851" y="1228856"/>
                  </a:lnTo>
                  <a:cubicBezTo>
                    <a:pt x="1974851" y="1228856"/>
                    <a:pt x="1976365" y="1229159"/>
                    <a:pt x="1976735" y="1228990"/>
                  </a:cubicBezTo>
                  <a:cubicBezTo>
                    <a:pt x="1977106" y="1228856"/>
                    <a:pt x="1978990" y="1228049"/>
                    <a:pt x="1979260" y="1228049"/>
                  </a:cubicBezTo>
                  <a:cubicBezTo>
                    <a:pt x="1979562" y="1228049"/>
                    <a:pt x="1980942" y="1227409"/>
                    <a:pt x="1981077" y="1226972"/>
                  </a:cubicBezTo>
                  <a:cubicBezTo>
                    <a:pt x="1981212" y="1226535"/>
                    <a:pt x="1981952" y="1226165"/>
                    <a:pt x="1982019" y="1225727"/>
                  </a:cubicBezTo>
                  <a:cubicBezTo>
                    <a:pt x="1982086" y="1225290"/>
                    <a:pt x="1982895" y="1223709"/>
                    <a:pt x="1982895" y="1223709"/>
                  </a:cubicBezTo>
                  <a:lnTo>
                    <a:pt x="1984207" y="1221960"/>
                  </a:lnTo>
                  <a:lnTo>
                    <a:pt x="1985789" y="1219269"/>
                  </a:lnTo>
                  <a:lnTo>
                    <a:pt x="1988245" y="1218899"/>
                  </a:lnTo>
                  <a:lnTo>
                    <a:pt x="1992587" y="1218158"/>
                  </a:lnTo>
                  <a:lnTo>
                    <a:pt x="1995717" y="1215905"/>
                  </a:lnTo>
                  <a:lnTo>
                    <a:pt x="1997366" y="1214357"/>
                  </a:lnTo>
                  <a:lnTo>
                    <a:pt x="1998678" y="1212944"/>
                  </a:lnTo>
                  <a:lnTo>
                    <a:pt x="2000496" y="1212944"/>
                  </a:lnTo>
                  <a:lnTo>
                    <a:pt x="2001875" y="1213684"/>
                  </a:lnTo>
                  <a:lnTo>
                    <a:pt x="2004198" y="1213247"/>
                  </a:lnTo>
                  <a:lnTo>
                    <a:pt x="2005712" y="1211296"/>
                  </a:lnTo>
                  <a:lnTo>
                    <a:pt x="2006486" y="1211229"/>
                  </a:lnTo>
                  <a:lnTo>
                    <a:pt x="2008741" y="1211969"/>
                  </a:lnTo>
                  <a:lnTo>
                    <a:pt x="2010929" y="1213853"/>
                  </a:lnTo>
                  <a:cubicBezTo>
                    <a:pt x="2010929" y="1213853"/>
                    <a:pt x="2012309" y="1213987"/>
                    <a:pt x="2012578" y="1213987"/>
                  </a:cubicBezTo>
                  <a:cubicBezTo>
                    <a:pt x="2012880" y="1213987"/>
                    <a:pt x="2016145" y="1213617"/>
                    <a:pt x="2016145" y="1213617"/>
                  </a:cubicBezTo>
                  <a:lnTo>
                    <a:pt x="2018097" y="1210926"/>
                  </a:lnTo>
                  <a:lnTo>
                    <a:pt x="2021496" y="1206956"/>
                  </a:lnTo>
                  <a:lnTo>
                    <a:pt x="2026342" y="1202180"/>
                  </a:lnTo>
                  <a:lnTo>
                    <a:pt x="2028967" y="1199421"/>
                  </a:lnTo>
                  <a:lnTo>
                    <a:pt x="2030549" y="1197033"/>
                  </a:lnTo>
                  <a:lnTo>
                    <a:pt x="2033309" y="1192323"/>
                  </a:lnTo>
                  <a:lnTo>
                    <a:pt x="2036338" y="1188993"/>
                  </a:lnTo>
                  <a:lnTo>
                    <a:pt x="2038155" y="1186167"/>
                  </a:lnTo>
                  <a:lnTo>
                    <a:pt x="2042127" y="1183712"/>
                  </a:lnTo>
                  <a:cubicBezTo>
                    <a:pt x="2042127" y="1183712"/>
                    <a:pt x="2047646" y="1183274"/>
                    <a:pt x="2047848" y="1183207"/>
                  </a:cubicBezTo>
                  <a:cubicBezTo>
                    <a:pt x="2048083" y="1183140"/>
                    <a:pt x="2050910" y="1183644"/>
                    <a:pt x="2050910" y="1183644"/>
                  </a:cubicBezTo>
                  <a:lnTo>
                    <a:pt x="2054175" y="1181256"/>
                  </a:lnTo>
                  <a:lnTo>
                    <a:pt x="2056430" y="1178363"/>
                  </a:lnTo>
                  <a:cubicBezTo>
                    <a:pt x="2056430" y="1178363"/>
                    <a:pt x="2057709" y="1177858"/>
                    <a:pt x="2057978" y="1177858"/>
                  </a:cubicBezTo>
                  <a:cubicBezTo>
                    <a:pt x="2058280" y="1177858"/>
                    <a:pt x="2060468" y="1180045"/>
                    <a:pt x="2060468" y="1180045"/>
                  </a:cubicBezTo>
                  <a:lnTo>
                    <a:pt x="2060468" y="1182601"/>
                  </a:lnTo>
                  <a:lnTo>
                    <a:pt x="2061040" y="1185124"/>
                  </a:lnTo>
                  <a:cubicBezTo>
                    <a:pt x="2061040" y="1185124"/>
                    <a:pt x="2062286" y="1186066"/>
                    <a:pt x="2063060" y="1186201"/>
                  </a:cubicBezTo>
                  <a:cubicBezTo>
                    <a:pt x="2063867" y="1186335"/>
                    <a:pt x="2066324" y="1186268"/>
                    <a:pt x="2066627" y="1186134"/>
                  </a:cubicBezTo>
                  <a:cubicBezTo>
                    <a:pt x="2066930" y="1185999"/>
                    <a:pt x="2069387" y="1182063"/>
                    <a:pt x="2069387" y="1182063"/>
                  </a:cubicBezTo>
                  <a:lnTo>
                    <a:pt x="2068949" y="1179540"/>
                  </a:lnTo>
                  <a:lnTo>
                    <a:pt x="2069824" y="1177118"/>
                  </a:lnTo>
                  <a:lnTo>
                    <a:pt x="2071776" y="1176513"/>
                  </a:lnTo>
                  <a:lnTo>
                    <a:pt x="2075243" y="1176513"/>
                  </a:lnTo>
                  <a:cubicBezTo>
                    <a:pt x="2075243" y="1176513"/>
                    <a:pt x="2076488" y="1176883"/>
                    <a:pt x="2076824" y="1176513"/>
                  </a:cubicBezTo>
                  <a:cubicBezTo>
                    <a:pt x="2077194" y="1176143"/>
                    <a:pt x="2079147" y="1174763"/>
                    <a:pt x="2079348" y="1174124"/>
                  </a:cubicBezTo>
                  <a:cubicBezTo>
                    <a:pt x="2079550" y="1173485"/>
                    <a:pt x="2081300" y="1171029"/>
                    <a:pt x="2081300" y="1170727"/>
                  </a:cubicBezTo>
                  <a:cubicBezTo>
                    <a:pt x="2081300" y="1170424"/>
                    <a:pt x="2081300" y="1168708"/>
                    <a:pt x="2081300" y="1168708"/>
                  </a:cubicBezTo>
                  <a:lnTo>
                    <a:pt x="2081805" y="1162485"/>
                  </a:lnTo>
                  <a:cubicBezTo>
                    <a:pt x="2081805" y="1162485"/>
                    <a:pt x="2083252" y="1159962"/>
                    <a:pt x="2083421" y="1159659"/>
                  </a:cubicBezTo>
                  <a:cubicBezTo>
                    <a:pt x="2083555" y="1159356"/>
                    <a:pt x="2084935" y="1157136"/>
                    <a:pt x="2084935" y="1157136"/>
                  </a:cubicBezTo>
                  <a:lnTo>
                    <a:pt x="2086618" y="1154512"/>
                  </a:lnTo>
                  <a:lnTo>
                    <a:pt x="2088368" y="1153638"/>
                  </a:lnTo>
                  <a:lnTo>
                    <a:pt x="2093382" y="1153335"/>
                  </a:lnTo>
                  <a:cubicBezTo>
                    <a:pt x="2093382" y="1153335"/>
                    <a:pt x="2095772" y="1153638"/>
                    <a:pt x="2096074" y="1153335"/>
                  </a:cubicBezTo>
                  <a:cubicBezTo>
                    <a:pt x="2096378" y="1153032"/>
                    <a:pt x="2100281" y="1153638"/>
                    <a:pt x="2100281" y="1153638"/>
                  </a:cubicBezTo>
                  <a:lnTo>
                    <a:pt x="2104859" y="1153705"/>
                  </a:lnTo>
                  <a:lnTo>
                    <a:pt x="2109503" y="1154142"/>
                  </a:lnTo>
                  <a:lnTo>
                    <a:pt x="2113643" y="1155084"/>
                  </a:lnTo>
                  <a:cubicBezTo>
                    <a:pt x="2113643" y="1155084"/>
                    <a:pt x="2116469" y="1156093"/>
                    <a:pt x="2117782" y="1155959"/>
                  </a:cubicBezTo>
                  <a:cubicBezTo>
                    <a:pt x="2119095" y="1155824"/>
                    <a:pt x="2121417" y="1154512"/>
                    <a:pt x="2121417" y="1154210"/>
                  </a:cubicBezTo>
                  <a:cubicBezTo>
                    <a:pt x="2121417" y="1153907"/>
                    <a:pt x="2123369" y="1149870"/>
                    <a:pt x="2123369" y="1149870"/>
                  </a:cubicBezTo>
                  <a:lnTo>
                    <a:pt x="2126633" y="1147616"/>
                  </a:lnTo>
                  <a:lnTo>
                    <a:pt x="2126633" y="1144353"/>
                  </a:lnTo>
                  <a:lnTo>
                    <a:pt x="2126633" y="1140888"/>
                  </a:lnTo>
                  <a:lnTo>
                    <a:pt x="2124681" y="1141965"/>
                  </a:lnTo>
                  <a:cubicBezTo>
                    <a:pt x="2124681" y="1141965"/>
                    <a:pt x="2122931" y="1142032"/>
                    <a:pt x="2122359" y="1142032"/>
                  </a:cubicBezTo>
                  <a:cubicBezTo>
                    <a:pt x="2121787" y="1142032"/>
                    <a:pt x="2120037" y="1141897"/>
                    <a:pt x="2119801" y="1141796"/>
                  </a:cubicBezTo>
                  <a:cubicBezTo>
                    <a:pt x="2119599" y="1141729"/>
                    <a:pt x="2117446" y="1141359"/>
                    <a:pt x="2117446" y="1140855"/>
                  </a:cubicBezTo>
                  <a:cubicBezTo>
                    <a:pt x="2117446" y="1140350"/>
                    <a:pt x="2116167" y="1139341"/>
                    <a:pt x="2116167" y="1139038"/>
                  </a:cubicBezTo>
                  <a:cubicBezTo>
                    <a:pt x="2116167" y="1138735"/>
                    <a:pt x="2116167" y="1137390"/>
                    <a:pt x="2116167" y="1137390"/>
                  </a:cubicBezTo>
                  <a:cubicBezTo>
                    <a:pt x="2116167" y="1137390"/>
                    <a:pt x="2117614" y="1136313"/>
                    <a:pt x="2117816" y="1136246"/>
                  </a:cubicBezTo>
                  <a:cubicBezTo>
                    <a:pt x="2118051" y="1136179"/>
                    <a:pt x="2119330" y="1135035"/>
                    <a:pt x="2119330" y="1135035"/>
                  </a:cubicBezTo>
                  <a:cubicBezTo>
                    <a:pt x="2119330" y="1135035"/>
                    <a:pt x="2120508" y="1134766"/>
                    <a:pt x="2120710" y="1134766"/>
                  </a:cubicBezTo>
                  <a:cubicBezTo>
                    <a:pt x="2120912" y="1134766"/>
                    <a:pt x="2123974" y="1134766"/>
                    <a:pt x="2123974" y="1134766"/>
                  </a:cubicBezTo>
                  <a:cubicBezTo>
                    <a:pt x="2123974" y="1134766"/>
                    <a:pt x="2124344" y="1134699"/>
                    <a:pt x="2124479" y="1134766"/>
                  </a:cubicBezTo>
                  <a:cubicBezTo>
                    <a:pt x="2124614" y="1134833"/>
                    <a:pt x="2125792" y="1135338"/>
                    <a:pt x="2125792" y="1135338"/>
                  </a:cubicBezTo>
                  <a:lnTo>
                    <a:pt x="2129696" y="1137020"/>
                  </a:lnTo>
                  <a:cubicBezTo>
                    <a:pt x="2129696" y="1137020"/>
                    <a:pt x="2131008" y="1137222"/>
                    <a:pt x="2131580" y="1136952"/>
                  </a:cubicBezTo>
                  <a:cubicBezTo>
                    <a:pt x="2132153" y="1136650"/>
                    <a:pt x="2134037" y="1136212"/>
                    <a:pt x="2134340" y="1136078"/>
                  </a:cubicBezTo>
                  <a:cubicBezTo>
                    <a:pt x="2134643" y="1135943"/>
                    <a:pt x="2135282" y="1135775"/>
                    <a:pt x="2135518" y="1135775"/>
                  </a:cubicBezTo>
                  <a:cubicBezTo>
                    <a:pt x="2135720" y="1135775"/>
                    <a:pt x="2138110" y="1137154"/>
                    <a:pt x="2138110" y="1137154"/>
                  </a:cubicBezTo>
                  <a:lnTo>
                    <a:pt x="2139859" y="1138029"/>
                  </a:lnTo>
                  <a:lnTo>
                    <a:pt x="2143057" y="1139206"/>
                  </a:lnTo>
                  <a:lnTo>
                    <a:pt x="2143696" y="1139711"/>
                  </a:lnTo>
                  <a:lnTo>
                    <a:pt x="2147667" y="1138634"/>
                  </a:lnTo>
                  <a:lnTo>
                    <a:pt x="2150427" y="1138197"/>
                  </a:lnTo>
                  <a:lnTo>
                    <a:pt x="2153254" y="1138264"/>
                  </a:lnTo>
                  <a:lnTo>
                    <a:pt x="2154634" y="1139442"/>
                  </a:lnTo>
                  <a:lnTo>
                    <a:pt x="2157326" y="1142402"/>
                  </a:lnTo>
                  <a:cubicBezTo>
                    <a:pt x="2157326" y="1142402"/>
                    <a:pt x="2156956" y="1143108"/>
                    <a:pt x="2156821" y="1143546"/>
                  </a:cubicBezTo>
                  <a:cubicBezTo>
                    <a:pt x="2156686" y="1143983"/>
                    <a:pt x="2155711" y="1145060"/>
                    <a:pt x="2156316" y="1145362"/>
                  </a:cubicBezTo>
                  <a:cubicBezTo>
                    <a:pt x="2156889" y="1145665"/>
                    <a:pt x="2158941" y="1146506"/>
                    <a:pt x="2159211" y="1146506"/>
                  </a:cubicBezTo>
                  <a:cubicBezTo>
                    <a:pt x="2159514" y="1146506"/>
                    <a:pt x="2159850" y="1146439"/>
                    <a:pt x="2161095" y="1146372"/>
                  </a:cubicBezTo>
                  <a:cubicBezTo>
                    <a:pt x="2162341" y="1146304"/>
                    <a:pt x="2163115" y="1145867"/>
                    <a:pt x="2163115" y="1145564"/>
                  </a:cubicBezTo>
                  <a:cubicBezTo>
                    <a:pt x="2163115" y="1145261"/>
                    <a:pt x="2163317" y="1142806"/>
                    <a:pt x="2163115" y="1142604"/>
                  </a:cubicBezTo>
                  <a:cubicBezTo>
                    <a:pt x="2162913" y="1142402"/>
                    <a:pt x="2162408" y="1140922"/>
                    <a:pt x="2162408" y="1140922"/>
                  </a:cubicBezTo>
                  <a:cubicBezTo>
                    <a:pt x="2162408" y="1140922"/>
                    <a:pt x="2162744" y="1139610"/>
                    <a:pt x="2163216" y="1139475"/>
                  </a:cubicBezTo>
                  <a:cubicBezTo>
                    <a:pt x="2163721" y="1139341"/>
                    <a:pt x="2164629" y="1138466"/>
                    <a:pt x="2164865" y="1138466"/>
                  </a:cubicBezTo>
                  <a:cubicBezTo>
                    <a:pt x="2165066" y="1138466"/>
                    <a:pt x="2166312" y="1137760"/>
                    <a:pt x="2166514" y="1137659"/>
                  </a:cubicBezTo>
                  <a:cubicBezTo>
                    <a:pt x="2166716" y="1137592"/>
                    <a:pt x="2169543" y="1137659"/>
                    <a:pt x="2170283" y="1137592"/>
                  </a:cubicBezTo>
                  <a:cubicBezTo>
                    <a:pt x="2170990" y="1137524"/>
                    <a:pt x="2172101" y="1137995"/>
                    <a:pt x="2173110" y="1137995"/>
                  </a:cubicBezTo>
                  <a:cubicBezTo>
                    <a:pt x="2174120" y="1137995"/>
                    <a:pt x="2174860" y="1138264"/>
                    <a:pt x="2175432" y="1138264"/>
                  </a:cubicBezTo>
                  <a:cubicBezTo>
                    <a:pt x="2176004" y="1138264"/>
                    <a:pt x="2177889" y="1138264"/>
                    <a:pt x="2177889" y="1138264"/>
                  </a:cubicBezTo>
                  <a:lnTo>
                    <a:pt x="2179707" y="1137894"/>
                  </a:lnTo>
                  <a:lnTo>
                    <a:pt x="2181658" y="1137087"/>
                  </a:lnTo>
                  <a:cubicBezTo>
                    <a:pt x="2181658" y="1137087"/>
                    <a:pt x="2182399" y="1134564"/>
                    <a:pt x="2182601" y="1134328"/>
                  </a:cubicBezTo>
                  <a:cubicBezTo>
                    <a:pt x="2182802" y="1134127"/>
                    <a:pt x="2183913" y="1132747"/>
                    <a:pt x="2183913" y="1132747"/>
                  </a:cubicBezTo>
                  <a:lnTo>
                    <a:pt x="2186303" y="1132445"/>
                  </a:lnTo>
                  <a:cubicBezTo>
                    <a:pt x="2186303" y="1132445"/>
                    <a:pt x="2189197" y="1132815"/>
                    <a:pt x="2189567" y="1132445"/>
                  </a:cubicBezTo>
                  <a:cubicBezTo>
                    <a:pt x="2189937" y="1132075"/>
                    <a:pt x="2190442" y="1128913"/>
                    <a:pt x="2190442" y="1128913"/>
                  </a:cubicBezTo>
                  <a:lnTo>
                    <a:pt x="2189433" y="1127769"/>
                  </a:lnTo>
                  <a:lnTo>
                    <a:pt x="2186976" y="1125246"/>
                  </a:lnTo>
                  <a:lnTo>
                    <a:pt x="2186404" y="1123867"/>
                  </a:lnTo>
                  <a:cubicBezTo>
                    <a:pt x="2186404" y="1123867"/>
                    <a:pt x="2185159" y="1122353"/>
                    <a:pt x="2184956" y="1121983"/>
                  </a:cubicBezTo>
                  <a:cubicBezTo>
                    <a:pt x="2184721" y="1121613"/>
                    <a:pt x="2184149" y="1120906"/>
                    <a:pt x="2184081" y="1120469"/>
                  </a:cubicBezTo>
                  <a:cubicBezTo>
                    <a:pt x="2184014" y="1120032"/>
                    <a:pt x="2183644" y="1118888"/>
                    <a:pt x="2184586" y="1118148"/>
                  </a:cubicBezTo>
                  <a:cubicBezTo>
                    <a:pt x="2185529" y="1117441"/>
                    <a:pt x="2186437" y="1114750"/>
                    <a:pt x="2186875" y="1114178"/>
                  </a:cubicBezTo>
                  <a:cubicBezTo>
                    <a:pt x="2187312" y="1113606"/>
                    <a:pt x="2189231" y="1111487"/>
                    <a:pt x="2189231" y="1111218"/>
                  </a:cubicBezTo>
                  <a:cubicBezTo>
                    <a:pt x="2189231" y="1110915"/>
                    <a:pt x="2189231" y="1109637"/>
                    <a:pt x="2189231" y="1109637"/>
                  </a:cubicBezTo>
                  <a:lnTo>
                    <a:pt x="2194952" y="1107013"/>
                  </a:lnTo>
                  <a:lnTo>
                    <a:pt x="2199361" y="1105197"/>
                  </a:lnTo>
                  <a:lnTo>
                    <a:pt x="2205452" y="1103817"/>
                  </a:lnTo>
                  <a:cubicBezTo>
                    <a:pt x="2205452" y="1103817"/>
                    <a:pt x="2206967" y="1103952"/>
                    <a:pt x="2207202" y="1103817"/>
                  </a:cubicBezTo>
                  <a:cubicBezTo>
                    <a:pt x="2207438" y="1103683"/>
                    <a:pt x="2211544" y="1104255"/>
                    <a:pt x="2211779" y="1104322"/>
                  </a:cubicBezTo>
                  <a:cubicBezTo>
                    <a:pt x="2211981" y="1104389"/>
                    <a:pt x="2213092" y="1106340"/>
                    <a:pt x="2213092" y="1106340"/>
                  </a:cubicBezTo>
                  <a:cubicBezTo>
                    <a:pt x="2213092" y="1106340"/>
                    <a:pt x="2215717" y="1105533"/>
                    <a:pt x="2216222" y="1105398"/>
                  </a:cubicBezTo>
                  <a:cubicBezTo>
                    <a:pt x="2216727" y="1105264"/>
                    <a:pt x="2217972" y="1103817"/>
                    <a:pt x="2218173" y="1103784"/>
                  </a:cubicBezTo>
                  <a:cubicBezTo>
                    <a:pt x="2218376" y="1103750"/>
                    <a:pt x="2219486" y="1102001"/>
                    <a:pt x="2219486" y="1102001"/>
                  </a:cubicBezTo>
                  <a:cubicBezTo>
                    <a:pt x="2219486" y="1102001"/>
                    <a:pt x="2220967" y="1099310"/>
                    <a:pt x="2220900" y="1098671"/>
                  </a:cubicBezTo>
                  <a:cubicBezTo>
                    <a:pt x="2220832" y="1098031"/>
                    <a:pt x="2220563" y="1094533"/>
                    <a:pt x="2220563" y="1094264"/>
                  </a:cubicBezTo>
                  <a:cubicBezTo>
                    <a:pt x="2220563" y="1093961"/>
                    <a:pt x="2220563" y="1090496"/>
                    <a:pt x="2220563" y="1090496"/>
                  </a:cubicBezTo>
                  <a:lnTo>
                    <a:pt x="2220563" y="1087906"/>
                  </a:lnTo>
                  <a:lnTo>
                    <a:pt x="2220563" y="1085282"/>
                  </a:lnTo>
                  <a:lnTo>
                    <a:pt x="2220361" y="1080135"/>
                  </a:lnTo>
                  <a:lnTo>
                    <a:pt x="2220496" y="1077242"/>
                  </a:lnTo>
                  <a:lnTo>
                    <a:pt x="2225140" y="1075493"/>
                  </a:lnTo>
                  <a:lnTo>
                    <a:pt x="2226789" y="1071725"/>
                  </a:lnTo>
                  <a:lnTo>
                    <a:pt x="2223693" y="1069774"/>
                  </a:lnTo>
                  <a:lnTo>
                    <a:pt x="2222549" y="1067285"/>
                  </a:lnTo>
                  <a:close/>
                </a:path>
              </a:pathLst>
            </a:custGeom>
            <a:solidFill>
              <a:srgbClr val="1E344D"/>
            </a:solidFill>
            <a:ln w="6350" cap="flat">
              <a:solidFill>
                <a:schemeClr val="bg1"/>
              </a:solidFill>
              <a:prstDash val="solid"/>
              <a:miter/>
            </a:ln>
          </p:spPr>
          <p:txBody>
            <a:bodyPr rtlCol="0" anchor="ctr"/>
            <a:lstStyle/>
            <a:p>
              <a:endParaRPr lang="en-US"/>
            </a:p>
          </p:txBody>
        </p:sp>
        <p:sp>
          <p:nvSpPr>
            <p:cNvPr id="194" name="Freeform 911">
              <a:extLst>
                <a:ext uri="{FF2B5EF4-FFF2-40B4-BE49-F238E27FC236}">
                  <a16:creationId xmlns:a16="http://schemas.microsoft.com/office/drawing/2014/main" id="{FF778625-56BF-35D8-F2BB-7CC1FEB11444}"/>
                </a:ext>
              </a:extLst>
            </p:cNvPr>
            <p:cNvSpPr/>
            <p:nvPr/>
          </p:nvSpPr>
          <p:spPr>
            <a:xfrm>
              <a:off x="6199900" y="2603441"/>
              <a:ext cx="992582" cy="636055"/>
            </a:xfrm>
            <a:custGeom>
              <a:avLst/>
              <a:gdLst>
                <a:gd name="connsiteX0" fmla="*/ 1899094 w 1905657"/>
                <a:gd name="connsiteY0" fmla="*/ 1031662 h 1221162"/>
                <a:gd name="connsiteX1" fmla="*/ 1900710 w 1905657"/>
                <a:gd name="connsiteY1" fmla="*/ 1031898 h 1221162"/>
                <a:gd name="connsiteX2" fmla="*/ 1901686 w 1905657"/>
                <a:gd name="connsiteY2" fmla="*/ 1028635 h 1221162"/>
                <a:gd name="connsiteX3" fmla="*/ 1900171 w 1905657"/>
                <a:gd name="connsiteY3" fmla="*/ 1023858 h 1221162"/>
                <a:gd name="connsiteX4" fmla="*/ 1901046 w 1905657"/>
                <a:gd name="connsiteY4" fmla="*/ 1019518 h 1221162"/>
                <a:gd name="connsiteX5" fmla="*/ 1900171 w 1905657"/>
                <a:gd name="connsiteY5" fmla="*/ 1013665 h 1221162"/>
                <a:gd name="connsiteX6" fmla="*/ 1899970 w 1905657"/>
                <a:gd name="connsiteY6" fmla="*/ 1006062 h 1221162"/>
                <a:gd name="connsiteX7" fmla="*/ 1899330 w 1905657"/>
                <a:gd name="connsiteY7" fmla="*/ 1003237 h 1221162"/>
                <a:gd name="connsiteX8" fmla="*/ 1899566 w 1905657"/>
                <a:gd name="connsiteY8" fmla="*/ 998023 h 1221162"/>
                <a:gd name="connsiteX9" fmla="*/ 1899330 w 1905657"/>
                <a:gd name="connsiteY9" fmla="*/ 993246 h 1221162"/>
                <a:gd name="connsiteX10" fmla="*/ 1898253 w 1905657"/>
                <a:gd name="connsiteY10" fmla="*/ 990218 h 1221162"/>
                <a:gd name="connsiteX11" fmla="*/ 1895864 w 1905657"/>
                <a:gd name="connsiteY11" fmla="*/ 990218 h 1221162"/>
                <a:gd name="connsiteX12" fmla="*/ 1893474 w 1905657"/>
                <a:gd name="connsiteY12" fmla="*/ 987292 h 1221162"/>
                <a:gd name="connsiteX13" fmla="*/ 1893037 w 1905657"/>
                <a:gd name="connsiteY13" fmla="*/ 985004 h 1221162"/>
                <a:gd name="connsiteX14" fmla="*/ 1892162 w 1905657"/>
                <a:gd name="connsiteY14" fmla="*/ 978915 h 1221162"/>
                <a:gd name="connsiteX15" fmla="*/ 1892162 w 1905657"/>
                <a:gd name="connsiteY15" fmla="*/ 975450 h 1221162"/>
                <a:gd name="connsiteX16" fmla="*/ 1894215 w 1905657"/>
                <a:gd name="connsiteY16" fmla="*/ 973062 h 1221162"/>
                <a:gd name="connsiteX17" fmla="*/ 1895190 w 1905657"/>
                <a:gd name="connsiteY17" fmla="*/ 972423 h 1221162"/>
                <a:gd name="connsiteX18" fmla="*/ 1897378 w 1905657"/>
                <a:gd name="connsiteY18" fmla="*/ 969799 h 1221162"/>
                <a:gd name="connsiteX19" fmla="*/ 1899128 w 1905657"/>
                <a:gd name="connsiteY19" fmla="*/ 965257 h 1221162"/>
                <a:gd name="connsiteX20" fmla="*/ 1901955 w 1905657"/>
                <a:gd name="connsiteY20" fmla="*/ 960683 h 1221162"/>
                <a:gd name="connsiteX21" fmla="*/ 1905657 w 1905657"/>
                <a:gd name="connsiteY21" fmla="*/ 954796 h 1221162"/>
                <a:gd name="connsiteX22" fmla="*/ 1905455 w 1905657"/>
                <a:gd name="connsiteY22" fmla="*/ 942416 h 1221162"/>
                <a:gd name="connsiteX23" fmla="*/ 1904580 w 1905657"/>
                <a:gd name="connsiteY23" fmla="*/ 934141 h 1221162"/>
                <a:gd name="connsiteX24" fmla="*/ 1903705 w 1905657"/>
                <a:gd name="connsiteY24" fmla="*/ 929129 h 1221162"/>
                <a:gd name="connsiteX25" fmla="*/ 1901080 w 1905657"/>
                <a:gd name="connsiteY25" fmla="*/ 921190 h 1221162"/>
                <a:gd name="connsiteX26" fmla="*/ 1900003 w 1905657"/>
                <a:gd name="connsiteY26" fmla="*/ 916850 h 1221162"/>
                <a:gd name="connsiteX27" fmla="*/ 1899128 w 1905657"/>
                <a:gd name="connsiteY27" fmla="*/ 911098 h 1221162"/>
                <a:gd name="connsiteX28" fmla="*/ 1899128 w 1905657"/>
                <a:gd name="connsiteY28" fmla="*/ 908171 h 1221162"/>
                <a:gd name="connsiteX29" fmla="*/ 1900205 w 1905657"/>
                <a:gd name="connsiteY29" fmla="*/ 905009 h 1221162"/>
                <a:gd name="connsiteX30" fmla="*/ 1901719 w 1905657"/>
                <a:gd name="connsiteY30" fmla="*/ 903159 h 1221162"/>
                <a:gd name="connsiteX31" fmla="*/ 1902696 w 1905657"/>
                <a:gd name="connsiteY31" fmla="*/ 900434 h 1221162"/>
                <a:gd name="connsiteX32" fmla="*/ 1902696 w 1905657"/>
                <a:gd name="connsiteY32" fmla="*/ 896532 h 1221162"/>
                <a:gd name="connsiteX33" fmla="*/ 1903133 w 1905657"/>
                <a:gd name="connsiteY33" fmla="*/ 891856 h 1221162"/>
                <a:gd name="connsiteX34" fmla="*/ 1903470 w 1905657"/>
                <a:gd name="connsiteY34" fmla="*/ 889568 h 1221162"/>
                <a:gd name="connsiteX35" fmla="*/ 1900104 w 1905657"/>
                <a:gd name="connsiteY35" fmla="*/ 885330 h 1221162"/>
                <a:gd name="connsiteX36" fmla="*/ 1900542 w 1905657"/>
                <a:gd name="connsiteY36" fmla="*/ 880889 h 1221162"/>
                <a:gd name="connsiteX37" fmla="*/ 1901417 w 1905657"/>
                <a:gd name="connsiteY37" fmla="*/ 877727 h 1221162"/>
                <a:gd name="connsiteX38" fmla="*/ 1901517 w 1905657"/>
                <a:gd name="connsiteY38" fmla="*/ 874262 h 1221162"/>
                <a:gd name="connsiteX39" fmla="*/ 1901316 w 1905657"/>
                <a:gd name="connsiteY39" fmla="*/ 870898 h 1221162"/>
                <a:gd name="connsiteX40" fmla="*/ 1898825 w 1905657"/>
                <a:gd name="connsiteY40" fmla="*/ 868611 h 1221162"/>
                <a:gd name="connsiteX41" fmla="*/ 1897210 w 1905657"/>
                <a:gd name="connsiteY41" fmla="*/ 866021 h 1221162"/>
                <a:gd name="connsiteX42" fmla="*/ 1897849 w 1905657"/>
                <a:gd name="connsiteY42" fmla="*/ 863969 h 1221162"/>
                <a:gd name="connsiteX43" fmla="*/ 1899364 w 1905657"/>
                <a:gd name="connsiteY43" fmla="*/ 862993 h 1221162"/>
                <a:gd name="connsiteX44" fmla="*/ 1900340 w 1905657"/>
                <a:gd name="connsiteY44" fmla="*/ 862455 h 1221162"/>
                <a:gd name="connsiteX45" fmla="*/ 1902527 w 1905657"/>
                <a:gd name="connsiteY45" fmla="*/ 861479 h 1221162"/>
                <a:gd name="connsiteX46" fmla="*/ 1903503 w 1905657"/>
                <a:gd name="connsiteY46" fmla="*/ 859730 h 1221162"/>
                <a:gd name="connsiteX47" fmla="*/ 1904816 w 1905657"/>
                <a:gd name="connsiteY47" fmla="*/ 857241 h 1221162"/>
                <a:gd name="connsiteX48" fmla="*/ 1905253 w 1905657"/>
                <a:gd name="connsiteY48" fmla="*/ 855290 h 1221162"/>
                <a:gd name="connsiteX49" fmla="*/ 1904917 w 1905657"/>
                <a:gd name="connsiteY49" fmla="*/ 851387 h 1221162"/>
                <a:gd name="connsiteX50" fmla="*/ 1901753 w 1905657"/>
                <a:gd name="connsiteY50" fmla="*/ 848461 h 1221162"/>
                <a:gd name="connsiteX51" fmla="*/ 1899902 w 1905657"/>
                <a:gd name="connsiteY51" fmla="*/ 846711 h 1221162"/>
                <a:gd name="connsiteX52" fmla="*/ 1898926 w 1905657"/>
                <a:gd name="connsiteY52" fmla="*/ 844525 h 1221162"/>
                <a:gd name="connsiteX53" fmla="*/ 1897412 w 1905657"/>
                <a:gd name="connsiteY53" fmla="*/ 842137 h 1221162"/>
                <a:gd name="connsiteX54" fmla="*/ 1895022 w 1905657"/>
                <a:gd name="connsiteY54" fmla="*/ 840623 h 1221162"/>
                <a:gd name="connsiteX55" fmla="*/ 1891421 w 1905657"/>
                <a:gd name="connsiteY55" fmla="*/ 838033 h 1221162"/>
                <a:gd name="connsiteX56" fmla="*/ 1890243 w 1905657"/>
                <a:gd name="connsiteY56" fmla="*/ 836956 h 1221162"/>
                <a:gd name="connsiteX57" fmla="*/ 1889604 w 1905657"/>
                <a:gd name="connsiteY57" fmla="*/ 835980 h 1221162"/>
                <a:gd name="connsiteX58" fmla="*/ 1889806 w 1905657"/>
                <a:gd name="connsiteY58" fmla="*/ 833928 h 1221162"/>
                <a:gd name="connsiteX59" fmla="*/ 1890883 w 1905657"/>
                <a:gd name="connsiteY59" fmla="*/ 832852 h 1221162"/>
                <a:gd name="connsiteX60" fmla="*/ 1892195 w 1905657"/>
                <a:gd name="connsiteY60" fmla="*/ 830901 h 1221162"/>
                <a:gd name="connsiteX61" fmla="*/ 1892195 w 1905657"/>
                <a:gd name="connsiteY61" fmla="*/ 829488 h 1221162"/>
                <a:gd name="connsiteX62" fmla="*/ 1892195 w 1905657"/>
                <a:gd name="connsiteY62" fmla="*/ 826461 h 1221162"/>
                <a:gd name="connsiteX63" fmla="*/ 1891859 w 1905657"/>
                <a:gd name="connsiteY63" fmla="*/ 822996 h 1221162"/>
                <a:gd name="connsiteX64" fmla="*/ 1889133 w 1905657"/>
                <a:gd name="connsiteY64" fmla="*/ 821919 h 1221162"/>
                <a:gd name="connsiteX65" fmla="*/ 1887181 w 1905657"/>
                <a:gd name="connsiteY65" fmla="*/ 819194 h 1221162"/>
                <a:gd name="connsiteX66" fmla="*/ 1886979 w 1905657"/>
                <a:gd name="connsiteY66" fmla="*/ 817378 h 1221162"/>
                <a:gd name="connsiteX67" fmla="*/ 1886979 w 1905657"/>
                <a:gd name="connsiteY67" fmla="*/ 815628 h 1221162"/>
                <a:gd name="connsiteX68" fmla="*/ 1886810 w 1905657"/>
                <a:gd name="connsiteY68" fmla="*/ 813677 h 1221162"/>
                <a:gd name="connsiteX69" fmla="*/ 1885330 w 1905657"/>
                <a:gd name="connsiteY69" fmla="*/ 809439 h 1221162"/>
                <a:gd name="connsiteX70" fmla="*/ 1885330 w 1905657"/>
                <a:gd name="connsiteY70" fmla="*/ 809002 h 1221162"/>
                <a:gd name="connsiteX71" fmla="*/ 1882065 w 1905657"/>
                <a:gd name="connsiteY71" fmla="*/ 806815 h 1221162"/>
                <a:gd name="connsiteX72" fmla="*/ 1880854 w 1905657"/>
                <a:gd name="connsiteY72" fmla="*/ 806041 h 1221162"/>
                <a:gd name="connsiteX73" fmla="*/ 1879979 w 1905657"/>
                <a:gd name="connsiteY73" fmla="*/ 806041 h 1221162"/>
                <a:gd name="connsiteX74" fmla="*/ 1875536 w 1905657"/>
                <a:gd name="connsiteY74" fmla="*/ 802173 h 1221162"/>
                <a:gd name="connsiteX75" fmla="*/ 1876176 w 1905657"/>
                <a:gd name="connsiteY75" fmla="*/ 798405 h 1221162"/>
                <a:gd name="connsiteX76" fmla="*/ 1877488 w 1905657"/>
                <a:gd name="connsiteY76" fmla="*/ 795478 h 1221162"/>
                <a:gd name="connsiteX77" fmla="*/ 1879541 w 1905657"/>
                <a:gd name="connsiteY77" fmla="*/ 792316 h 1221162"/>
                <a:gd name="connsiteX78" fmla="*/ 1879104 w 1905657"/>
                <a:gd name="connsiteY78" fmla="*/ 788179 h 1221162"/>
                <a:gd name="connsiteX79" fmla="*/ 1879878 w 1905657"/>
                <a:gd name="connsiteY79" fmla="*/ 786867 h 1221162"/>
                <a:gd name="connsiteX80" fmla="*/ 1880955 w 1905657"/>
                <a:gd name="connsiteY80" fmla="*/ 786093 h 1221162"/>
                <a:gd name="connsiteX81" fmla="*/ 1883883 w 1905657"/>
                <a:gd name="connsiteY81" fmla="*/ 785857 h 1221162"/>
                <a:gd name="connsiteX82" fmla="*/ 1885498 w 1905657"/>
                <a:gd name="connsiteY82" fmla="*/ 786631 h 1221162"/>
                <a:gd name="connsiteX83" fmla="*/ 1888224 w 1905657"/>
                <a:gd name="connsiteY83" fmla="*/ 788683 h 1221162"/>
                <a:gd name="connsiteX84" fmla="*/ 1890849 w 1905657"/>
                <a:gd name="connsiteY84" fmla="*/ 790533 h 1221162"/>
                <a:gd name="connsiteX85" fmla="*/ 1891724 w 1905657"/>
                <a:gd name="connsiteY85" fmla="*/ 791711 h 1221162"/>
                <a:gd name="connsiteX86" fmla="*/ 1894652 w 1905657"/>
                <a:gd name="connsiteY86" fmla="*/ 792249 h 1221162"/>
                <a:gd name="connsiteX87" fmla="*/ 1896402 w 1905657"/>
                <a:gd name="connsiteY87" fmla="*/ 791711 h 1221162"/>
                <a:gd name="connsiteX88" fmla="*/ 1897715 w 1905657"/>
                <a:gd name="connsiteY88" fmla="*/ 789861 h 1221162"/>
                <a:gd name="connsiteX89" fmla="*/ 1899128 w 1905657"/>
                <a:gd name="connsiteY89" fmla="*/ 788683 h 1221162"/>
                <a:gd name="connsiteX90" fmla="*/ 1900542 w 1905657"/>
                <a:gd name="connsiteY90" fmla="*/ 787808 h 1221162"/>
                <a:gd name="connsiteX91" fmla="*/ 1901517 w 1905657"/>
                <a:gd name="connsiteY91" fmla="*/ 787270 h 1221162"/>
                <a:gd name="connsiteX92" fmla="*/ 1903705 w 1905657"/>
                <a:gd name="connsiteY92" fmla="*/ 785218 h 1221162"/>
                <a:gd name="connsiteX93" fmla="*/ 1904042 w 1905657"/>
                <a:gd name="connsiteY93" fmla="*/ 783805 h 1221162"/>
                <a:gd name="connsiteX94" fmla="*/ 1904378 w 1905657"/>
                <a:gd name="connsiteY94" fmla="*/ 782493 h 1221162"/>
                <a:gd name="connsiteX95" fmla="*/ 1904378 w 1905657"/>
                <a:gd name="connsiteY95" fmla="*/ 780408 h 1221162"/>
                <a:gd name="connsiteX96" fmla="*/ 1903301 w 1905657"/>
                <a:gd name="connsiteY96" fmla="*/ 778558 h 1221162"/>
                <a:gd name="connsiteX97" fmla="*/ 1899599 w 1905657"/>
                <a:gd name="connsiteY97" fmla="*/ 773680 h 1221162"/>
                <a:gd name="connsiteX98" fmla="*/ 1896974 w 1905657"/>
                <a:gd name="connsiteY98" fmla="*/ 769643 h 1221162"/>
                <a:gd name="connsiteX99" fmla="*/ 1891657 w 1905657"/>
                <a:gd name="connsiteY99" fmla="*/ 765943 h 1221162"/>
                <a:gd name="connsiteX100" fmla="*/ 1887416 w 1905657"/>
                <a:gd name="connsiteY100" fmla="*/ 761603 h 1221162"/>
                <a:gd name="connsiteX101" fmla="*/ 1884051 w 1905657"/>
                <a:gd name="connsiteY101" fmla="*/ 759316 h 1221162"/>
                <a:gd name="connsiteX102" fmla="*/ 1882974 w 1905657"/>
                <a:gd name="connsiteY102" fmla="*/ 758105 h 1221162"/>
                <a:gd name="connsiteX103" fmla="*/ 1879810 w 1905657"/>
                <a:gd name="connsiteY103" fmla="*/ 754068 h 1221162"/>
                <a:gd name="connsiteX104" fmla="*/ 1876647 w 1905657"/>
                <a:gd name="connsiteY104" fmla="*/ 750469 h 1221162"/>
                <a:gd name="connsiteX105" fmla="*/ 1874796 w 1905657"/>
                <a:gd name="connsiteY105" fmla="*/ 747643 h 1221162"/>
                <a:gd name="connsiteX106" fmla="*/ 1874796 w 1905657"/>
                <a:gd name="connsiteY106" fmla="*/ 744043 h 1221162"/>
                <a:gd name="connsiteX107" fmla="*/ 1874796 w 1905657"/>
                <a:gd name="connsiteY107" fmla="*/ 740679 h 1221162"/>
                <a:gd name="connsiteX108" fmla="*/ 1874796 w 1905657"/>
                <a:gd name="connsiteY108" fmla="*/ 739805 h 1221162"/>
                <a:gd name="connsiteX109" fmla="*/ 1872238 w 1905657"/>
                <a:gd name="connsiteY109" fmla="*/ 737618 h 1221162"/>
                <a:gd name="connsiteX110" fmla="*/ 1870454 w 1905657"/>
                <a:gd name="connsiteY110" fmla="*/ 734591 h 1221162"/>
                <a:gd name="connsiteX111" fmla="*/ 1870017 w 1905657"/>
                <a:gd name="connsiteY111" fmla="*/ 734591 h 1221162"/>
                <a:gd name="connsiteX112" fmla="*/ 1866449 w 1905657"/>
                <a:gd name="connsiteY112" fmla="*/ 732572 h 1221162"/>
                <a:gd name="connsiteX113" fmla="*/ 1867325 w 1905657"/>
                <a:gd name="connsiteY113" fmla="*/ 728704 h 1221162"/>
                <a:gd name="connsiteX114" fmla="*/ 1865709 w 1905657"/>
                <a:gd name="connsiteY114" fmla="*/ 726416 h 1221162"/>
                <a:gd name="connsiteX115" fmla="*/ 1865070 w 1905657"/>
                <a:gd name="connsiteY115" fmla="*/ 724902 h 1221162"/>
                <a:gd name="connsiteX116" fmla="*/ 1863219 w 1905657"/>
                <a:gd name="connsiteY116" fmla="*/ 722178 h 1221162"/>
                <a:gd name="connsiteX117" fmla="*/ 1862445 w 1905657"/>
                <a:gd name="connsiteY117" fmla="*/ 721202 h 1221162"/>
                <a:gd name="connsiteX118" fmla="*/ 1861031 w 1905657"/>
                <a:gd name="connsiteY118" fmla="*/ 719150 h 1221162"/>
                <a:gd name="connsiteX119" fmla="*/ 1861805 w 1905657"/>
                <a:gd name="connsiteY119" fmla="*/ 718275 h 1221162"/>
                <a:gd name="connsiteX120" fmla="*/ 1863993 w 1905657"/>
                <a:gd name="connsiteY120" fmla="*/ 717199 h 1221162"/>
                <a:gd name="connsiteX121" fmla="*/ 1865305 w 1905657"/>
                <a:gd name="connsiteY121" fmla="*/ 716122 h 1221162"/>
                <a:gd name="connsiteX122" fmla="*/ 1866180 w 1905657"/>
                <a:gd name="connsiteY122" fmla="*/ 713398 h 1221162"/>
                <a:gd name="connsiteX123" fmla="*/ 1866820 w 1905657"/>
                <a:gd name="connsiteY123" fmla="*/ 710471 h 1221162"/>
                <a:gd name="connsiteX124" fmla="*/ 1866719 w 1905657"/>
                <a:gd name="connsiteY124" fmla="*/ 706670 h 1221162"/>
                <a:gd name="connsiteX125" fmla="*/ 1866180 w 1905657"/>
                <a:gd name="connsiteY125" fmla="*/ 705358 h 1221162"/>
                <a:gd name="connsiteX126" fmla="*/ 1862478 w 1905657"/>
                <a:gd name="connsiteY126" fmla="*/ 701657 h 1221162"/>
                <a:gd name="connsiteX127" fmla="*/ 1857161 w 1905657"/>
                <a:gd name="connsiteY127" fmla="*/ 695030 h 1221162"/>
                <a:gd name="connsiteX128" fmla="*/ 1855310 w 1905657"/>
                <a:gd name="connsiteY128" fmla="*/ 691229 h 1221162"/>
                <a:gd name="connsiteX129" fmla="*/ 1854435 w 1905657"/>
                <a:gd name="connsiteY129" fmla="*/ 685813 h 1221162"/>
                <a:gd name="connsiteX130" fmla="*/ 1851507 w 1905657"/>
                <a:gd name="connsiteY130" fmla="*/ 680935 h 1221162"/>
                <a:gd name="connsiteX131" fmla="*/ 1850632 w 1905657"/>
                <a:gd name="connsiteY131" fmla="*/ 675082 h 1221162"/>
                <a:gd name="connsiteX132" fmla="*/ 1850194 w 1905657"/>
                <a:gd name="connsiteY132" fmla="*/ 669868 h 1221162"/>
                <a:gd name="connsiteX133" fmla="*/ 1849757 w 1905657"/>
                <a:gd name="connsiteY133" fmla="*/ 663241 h 1221162"/>
                <a:gd name="connsiteX134" fmla="*/ 1847165 w 1905657"/>
                <a:gd name="connsiteY134" fmla="*/ 661391 h 1221162"/>
                <a:gd name="connsiteX135" fmla="*/ 1843901 w 1905657"/>
                <a:gd name="connsiteY135" fmla="*/ 657791 h 1221162"/>
                <a:gd name="connsiteX136" fmla="*/ 1839223 w 1905657"/>
                <a:gd name="connsiteY136" fmla="*/ 654091 h 1221162"/>
                <a:gd name="connsiteX137" fmla="*/ 1838011 w 1905657"/>
                <a:gd name="connsiteY137" fmla="*/ 652678 h 1221162"/>
                <a:gd name="connsiteX138" fmla="*/ 1832155 w 1905657"/>
                <a:gd name="connsiteY138" fmla="*/ 651366 h 1221162"/>
                <a:gd name="connsiteX139" fmla="*/ 1827477 w 1905657"/>
                <a:gd name="connsiteY139" fmla="*/ 651265 h 1221162"/>
                <a:gd name="connsiteX140" fmla="*/ 1825862 w 1905657"/>
                <a:gd name="connsiteY140" fmla="*/ 648675 h 1221162"/>
                <a:gd name="connsiteX141" fmla="*/ 1825223 w 1905657"/>
                <a:gd name="connsiteY141" fmla="*/ 647800 h 1221162"/>
                <a:gd name="connsiteX142" fmla="*/ 1821857 w 1905657"/>
                <a:gd name="connsiteY142" fmla="*/ 646051 h 1221162"/>
                <a:gd name="connsiteX143" fmla="*/ 1817179 w 1905657"/>
                <a:gd name="connsiteY143" fmla="*/ 643225 h 1221162"/>
                <a:gd name="connsiteX144" fmla="*/ 1811862 w 1905657"/>
                <a:gd name="connsiteY144" fmla="*/ 639962 h 1221162"/>
                <a:gd name="connsiteX145" fmla="*/ 1808160 w 1905657"/>
                <a:gd name="connsiteY145" fmla="*/ 641005 h 1221162"/>
                <a:gd name="connsiteX146" fmla="*/ 1804592 w 1905657"/>
                <a:gd name="connsiteY146" fmla="*/ 642519 h 1221162"/>
                <a:gd name="connsiteX147" fmla="*/ 1800015 w 1905657"/>
                <a:gd name="connsiteY147" fmla="*/ 643024 h 1221162"/>
                <a:gd name="connsiteX148" fmla="*/ 1796179 w 1905657"/>
                <a:gd name="connsiteY148" fmla="*/ 642956 h 1221162"/>
                <a:gd name="connsiteX149" fmla="*/ 1792477 w 1905657"/>
                <a:gd name="connsiteY149" fmla="*/ 641072 h 1221162"/>
                <a:gd name="connsiteX150" fmla="*/ 1789650 w 1905657"/>
                <a:gd name="connsiteY150" fmla="*/ 639559 h 1221162"/>
                <a:gd name="connsiteX151" fmla="*/ 1785948 w 1905657"/>
                <a:gd name="connsiteY151" fmla="*/ 636968 h 1221162"/>
                <a:gd name="connsiteX152" fmla="*/ 1784130 w 1905657"/>
                <a:gd name="connsiteY152" fmla="*/ 635791 h 1221162"/>
                <a:gd name="connsiteX153" fmla="*/ 1778712 w 1905657"/>
                <a:gd name="connsiteY153" fmla="*/ 634782 h 1221162"/>
                <a:gd name="connsiteX154" fmla="*/ 1776188 w 1905657"/>
                <a:gd name="connsiteY154" fmla="*/ 635791 h 1221162"/>
                <a:gd name="connsiteX155" fmla="*/ 1773058 w 1905657"/>
                <a:gd name="connsiteY155" fmla="*/ 638045 h 1221162"/>
                <a:gd name="connsiteX156" fmla="*/ 1771039 w 1905657"/>
                <a:gd name="connsiteY156" fmla="*/ 640871 h 1221162"/>
                <a:gd name="connsiteX157" fmla="*/ 1769726 w 1905657"/>
                <a:gd name="connsiteY157" fmla="*/ 642754 h 1221162"/>
                <a:gd name="connsiteX158" fmla="*/ 1770096 w 1905657"/>
                <a:gd name="connsiteY158" fmla="*/ 646017 h 1221162"/>
                <a:gd name="connsiteX159" fmla="*/ 1771106 w 1905657"/>
                <a:gd name="connsiteY159" fmla="*/ 647262 h 1221162"/>
                <a:gd name="connsiteX160" fmla="*/ 1773798 w 1905657"/>
                <a:gd name="connsiteY160" fmla="*/ 650391 h 1221162"/>
                <a:gd name="connsiteX161" fmla="*/ 1774101 w 1905657"/>
                <a:gd name="connsiteY161" fmla="*/ 652712 h 1221162"/>
                <a:gd name="connsiteX162" fmla="*/ 1773664 w 1905657"/>
                <a:gd name="connsiteY162" fmla="*/ 653351 h 1221162"/>
                <a:gd name="connsiteX163" fmla="*/ 1772520 w 1905657"/>
                <a:gd name="connsiteY163" fmla="*/ 654495 h 1221162"/>
                <a:gd name="connsiteX164" fmla="*/ 1772587 w 1905657"/>
                <a:gd name="connsiteY164" fmla="*/ 655302 h 1221162"/>
                <a:gd name="connsiteX165" fmla="*/ 1774101 w 1905657"/>
                <a:gd name="connsiteY165" fmla="*/ 657690 h 1221162"/>
                <a:gd name="connsiteX166" fmla="*/ 1773294 w 1905657"/>
                <a:gd name="connsiteY166" fmla="*/ 660449 h 1221162"/>
                <a:gd name="connsiteX167" fmla="*/ 1771544 w 1905657"/>
                <a:gd name="connsiteY167" fmla="*/ 661458 h 1221162"/>
                <a:gd name="connsiteX168" fmla="*/ 1768077 w 1905657"/>
                <a:gd name="connsiteY168" fmla="*/ 664216 h 1221162"/>
                <a:gd name="connsiteX169" fmla="*/ 1764611 w 1905657"/>
                <a:gd name="connsiteY169" fmla="*/ 667110 h 1221162"/>
                <a:gd name="connsiteX170" fmla="*/ 1762591 w 1905657"/>
                <a:gd name="connsiteY170" fmla="*/ 669128 h 1221162"/>
                <a:gd name="connsiteX171" fmla="*/ 1761010 w 1905657"/>
                <a:gd name="connsiteY171" fmla="*/ 672593 h 1221162"/>
                <a:gd name="connsiteX172" fmla="*/ 1760135 w 1905657"/>
                <a:gd name="connsiteY172" fmla="*/ 674611 h 1221162"/>
                <a:gd name="connsiteX173" fmla="*/ 1760135 w 1905657"/>
                <a:gd name="connsiteY173" fmla="*/ 678513 h 1221162"/>
                <a:gd name="connsiteX174" fmla="*/ 1759327 w 1905657"/>
                <a:gd name="connsiteY174" fmla="*/ 681642 h 1221162"/>
                <a:gd name="connsiteX175" fmla="*/ 1756567 w 1905657"/>
                <a:gd name="connsiteY175" fmla="*/ 685039 h 1221162"/>
                <a:gd name="connsiteX176" fmla="*/ 1755322 w 1905657"/>
                <a:gd name="connsiteY176" fmla="*/ 684468 h 1221162"/>
                <a:gd name="connsiteX177" fmla="*/ 1753067 w 1905657"/>
                <a:gd name="connsiteY177" fmla="*/ 682281 h 1221162"/>
                <a:gd name="connsiteX178" fmla="*/ 1751822 w 1905657"/>
                <a:gd name="connsiteY178" fmla="*/ 682416 h 1221162"/>
                <a:gd name="connsiteX179" fmla="*/ 1750173 w 1905657"/>
                <a:gd name="connsiteY179" fmla="*/ 684165 h 1221162"/>
                <a:gd name="connsiteX180" fmla="*/ 1750678 w 1905657"/>
                <a:gd name="connsiteY180" fmla="*/ 688000 h 1221162"/>
                <a:gd name="connsiteX181" fmla="*/ 1750307 w 1905657"/>
                <a:gd name="connsiteY181" fmla="*/ 690085 h 1221162"/>
                <a:gd name="connsiteX182" fmla="*/ 1743846 w 1905657"/>
                <a:gd name="connsiteY182" fmla="*/ 690287 h 1221162"/>
                <a:gd name="connsiteX183" fmla="*/ 1740009 w 1905657"/>
                <a:gd name="connsiteY183" fmla="*/ 688706 h 1221162"/>
                <a:gd name="connsiteX184" fmla="*/ 1737754 w 1905657"/>
                <a:gd name="connsiteY184" fmla="*/ 686318 h 1221162"/>
                <a:gd name="connsiteX185" fmla="*/ 1733850 w 1905657"/>
                <a:gd name="connsiteY185" fmla="*/ 684434 h 1221162"/>
                <a:gd name="connsiteX186" fmla="*/ 1732706 w 1905657"/>
                <a:gd name="connsiteY186" fmla="*/ 683357 h 1221162"/>
                <a:gd name="connsiteX187" fmla="*/ 1729812 w 1905657"/>
                <a:gd name="connsiteY187" fmla="*/ 683156 h 1221162"/>
                <a:gd name="connsiteX188" fmla="*/ 1728567 w 1905657"/>
                <a:gd name="connsiteY188" fmla="*/ 684232 h 1221162"/>
                <a:gd name="connsiteX189" fmla="*/ 1726682 w 1905657"/>
                <a:gd name="connsiteY189" fmla="*/ 686486 h 1221162"/>
                <a:gd name="connsiteX190" fmla="*/ 1725605 w 1905657"/>
                <a:gd name="connsiteY190" fmla="*/ 688740 h 1221162"/>
                <a:gd name="connsiteX191" fmla="*/ 1721701 w 1905657"/>
                <a:gd name="connsiteY191" fmla="*/ 689480 h 1221162"/>
                <a:gd name="connsiteX192" fmla="*/ 1717797 w 1905657"/>
                <a:gd name="connsiteY192" fmla="*/ 688033 h 1221162"/>
                <a:gd name="connsiteX193" fmla="*/ 1713389 w 1905657"/>
                <a:gd name="connsiteY193" fmla="*/ 686351 h 1221162"/>
                <a:gd name="connsiteX194" fmla="*/ 1709047 w 1905657"/>
                <a:gd name="connsiteY194" fmla="*/ 684905 h 1221162"/>
                <a:gd name="connsiteX195" fmla="*/ 1707970 w 1905657"/>
                <a:gd name="connsiteY195" fmla="*/ 687495 h 1221162"/>
                <a:gd name="connsiteX196" fmla="*/ 1704504 w 1905657"/>
                <a:gd name="connsiteY196" fmla="*/ 691700 h 1221162"/>
                <a:gd name="connsiteX197" fmla="*/ 1704806 w 1905657"/>
                <a:gd name="connsiteY197" fmla="*/ 694391 h 1221162"/>
                <a:gd name="connsiteX198" fmla="*/ 1707331 w 1905657"/>
                <a:gd name="connsiteY198" fmla="*/ 697722 h 1221162"/>
                <a:gd name="connsiteX199" fmla="*/ 1708071 w 1905657"/>
                <a:gd name="connsiteY199" fmla="*/ 701186 h 1221162"/>
                <a:gd name="connsiteX200" fmla="*/ 1707432 w 1905657"/>
                <a:gd name="connsiteY200" fmla="*/ 702868 h 1221162"/>
                <a:gd name="connsiteX201" fmla="*/ 1703965 w 1905657"/>
                <a:gd name="connsiteY201" fmla="*/ 706131 h 1221162"/>
                <a:gd name="connsiteX202" fmla="*/ 1703393 w 1905657"/>
                <a:gd name="connsiteY202" fmla="*/ 708587 h 1221162"/>
                <a:gd name="connsiteX203" fmla="*/ 1703595 w 1905657"/>
                <a:gd name="connsiteY203" fmla="*/ 711480 h 1221162"/>
                <a:gd name="connsiteX204" fmla="*/ 1706725 w 1905657"/>
                <a:gd name="connsiteY204" fmla="*/ 714239 h 1221162"/>
                <a:gd name="connsiteX205" fmla="*/ 1710023 w 1905657"/>
                <a:gd name="connsiteY205" fmla="*/ 717165 h 1221162"/>
                <a:gd name="connsiteX206" fmla="*/ 1711941 w 1905657"/>
                <a:gd name="connsiteY206" fmla="*/ 721505 h 1221162"/>
                <a:gd name="connsiteX207" fmla="*/ 1710158 w 1905657"/>
                <a:gd name="connsiteY207" fmla="*/ 724095 h 1221162"/>
                <a:gd name="connsiteX208" fmla="*/ 1707263 w 1905657"/>
                <a:gd name="connsiteY208" fmla="*/ 726315 h 1221162"/>
                <a:gd name="connsiteX209" fmla="*/ 1702518 w 1905657"/>
                <a:gd name="connsiteY209" fmla="*/ 724566 h 1221162"/>
                <a:gd name="connsiteX210" fmla="*/ 1700229 w 1905657"/>
                <a:gd name="connsiteY210" fmla="*/ 723489 h 1221162"/>
                <a:gd name="connsiteX211" fmla="*/ 1697907 w 1905657"/>
                <a:gd name="connsiteY211" fmla="*/ 721538 h 1221162"/>
                <a:gd name="connsiteX212" fmla="*/ 1695451 w 1905657"/>
                <a:gd name="connsiteY212" fmla="*/ 719957 h 1221162"/>
                <a:gd name="connsiteX213" fmla="*/ 1692523 w 1905657"/>
                <a:gd name="connsiteY213" fmla="*/ 717334 h 1221162"/>
                <a:gd name="connsiteX214" fmla="*/ 1689797 w 1905657"/>
                <a:gd name="connsiteY214" fmla="*/ 716963 h 1221162"/>
                <a:gd name="connsiteX215" fmla="*/ 1688047 w 1905657"/>
                <a:gd name="connsiteY215" fmla="*/ 715719 h 1221162"/>
                <a:gd name="connsiteX216" fmla="*/ 1683032 w 1905657"/>
                <a:gd name="connsiteY216" fmla="*/ 715012 h 1221162"/>
                <a:gd name="connsiteX217" fmla="*/ 1679767 w 1905657"/>
                <a:gd name="connsiteY217" fmla="*/ 712288 h 1221162"/>
                <a:gd name="connsiteX218" fmla="*/ 1677210 w 1905657"/>
                <a:gd name="connsiteY218" fmla="*/ 707511 h 1221162"/>
                <a:gd name="connsiteX219" fmla="*/ 1675258 w 1905657"/>
                <a:gd name="connsiteY219" fmla="*/ 704348 h 1221162"/>
                <a:gd name="connsiteX220" fmla="*/ 1670378 w 1905657"/>
                <a:gd name="connsiteY220" fmla="*/ 700177 h 1221162"/>
                <a:gd name="connsiteX221" fmla="*/ 1667618 w 1905657"/>
                <a:gd name="connsiteY221" fmla="*/ 697183 h 1221162"/>
                <a:gd name="connsiteX222" fmla="*/ 1666137 w 1905657"/>
                <a:gd name="connsiteY222" fmla="*/ 695602 h 1221162"/>
                <a:gd name="connsiteX223" fmla="*/ 1662940 w 1905657"/>
                <a:gd name="connsiteY223" fmla="*/ 693685 h 1221162"/>
                <a:gd name="connsiteX224" fmla="*/ 1661157 w 1905657"/>
                <a:gd name="connsiteY224" fmla="*/ 693416 h 1221162"/>
                <a:gd name="connsiteX225" fmla="*/ 1659373 w 1905657"/>
                <a:gd name="connsiteY225" fmla="*/ 693584 h 1221162"/>
                <a:gd name="connsiteX226" fmla="*/ 1656108 w 1905657"/>
                <a:gd name="connsiteY226" fmla="*/ 694492 h 1221162"/>
                <a:gd name="connsiteX227" fmla="*/ 1653786 w 1905657"/>
                <a:gd name="connsiteY227" fmla="*/ 696174 h 1221162"/>
                <a:gd name="connsiteX228" fmla="*/ 1651228 w 1905657"/>
                <a:gd name="connsiteY228" fmla="*/ 698832 h 1221162"/>
                <a:gd name="connsiteX229" fmla="*/ 1649344 w 1905657"/>
                <a:gd name="connsiteY229" fmla="*/ 700783 h 1221162"/>
                <a:gd name="connsiteX230" fmla="*/ 1647863 w 1905657"/>
                <a:gd name="connsiteY230" fmla="*/ 703507 h 1221162"/>
                <a:gd name="connsiteX231" fmla="*/ 1647762 w 1905657"/>
                <a:gd name="connsiteY231" fmla="*/ 704651 h 1221162"/>
                <a:gd name="connsiteX232" fmla="*/ 1648906 w 1905657"/>
                <a:gd name="connsiteY232" fmla="*/ 707914 h 1221162"/>
                <a:gd name="connsiteX233" fmla="*/ 1650252 w 1905657"/>
                <a:gd name="connsiteY233" fmla="*/ 709697 h 1221162"/>
                <a:gd name="connsiteX234" fmla="*/ 1651565 w 1905657"/>
                <a:gd name="connsiteY234" fmla="*/ 711144 h 1221162"/>
                <a:gd name="connsiteX235" fmla="*/ 1652978 w 1905657"/>
                <a:gd name="connsiteY235" fmla="*/ 713229 h 1221162"/>
                <a:gd name="connsiteX236" fmla="*/ 1654931 w 1905657"/>
                <a:gd name="connsiteY236" fmla="*/ 716425 h 1221162"/>
                <a:gd name="connsiteX237" fmla="*/ 1655974 w 1905657"/>
                <a:gd name="connsiteY237" fmla="*/ 718040 h 1221162"/>
                <a:gd name="connsiteX238" fmla="*/ 1656781 w 1905657"/>
                <a:gd name="connsiteY238" fmla="*/ 720529 h 1221162"/>
                <a:gd name="connsiteX239" fmla="*/ 1657387 w 1905657"/>
                <a:gd name="connsiteY239" fmla="*/ 722716 h 1221162"/>
                <a:gd name="connsiteX240" fmla="*/ 1657993 w 1905657"/>
                <a:gd name="connsiteY240" fmla="*/ 723960 h 1221162"/>
                <a:gd name="connsiteX241" fmla="*/ 1658767 w 1905657"/>
                <a:gd name="connsiteY241" fmla="*/ 726248 h 1221162"/>
                <a:gd name="connsiteX242" fmla="*/ 1659036 w 1905657"/>
                <a:gd name="connsiteY242" fmla="*/ 729276 h 1221162"/>
                <a:gd name="connsiteX243" fmla="*/ 1659036 w 1905657"/>
                <a:gd name="connsiteY243" fmla="*/ 731664 h 1221162"/>
                <a:gd name="connsiteX244" fmla="*/ 1658229 w 1905657"/>
                <a:gd name="connsiteY244" fmla="*/ 733178 h 1221162"/>
                <a:gd name="connsiteX245" fmla="*/ 1653281 w 1905657"/>
                <a:gd name="connsiteY245" fmla="*/ 732740 h 1221162"/>
                <a:gd name="connsiteX246" fmla="*/ 1650892 w 1905657"/>
                <a:gd name="connsiteY246" fmla="*/ 732740 h 1221162"/>
                <a:gd name="connsiteX247" fmla="*/ 1649276 w 1905657"/>
                <a:gd name="connsiteY247" fmla="*/ 732370 h 1221162"/>
                <a:gd name="connsiteX248" fmla="*/ 1647223 w 1905657"/>
                <a:gd name="connsiteY248" fmla="*/ 729545 h 1221162"/>
                <a:gd name="connsiteX249" fmla="*/ 1645978 w 1905657"/>
                <a:gd name="connsiteY249" fmla="*/ 727964 h 1221162"/>
                <a:gd name="connsiteX250" fmla="*/ 1645474 w 1905657"/>
                <a:gd name="connsiteY250" fmla="*/ 726652 h 1221162"/>
                <a:gd name="connsiteX251" fmla="*/ 1645474 w 1905657"/>
                <a:gd name="connsiteY251" fmla="*/ 725407 h 1221162"/>
                <a:gd name="connsiteX252" fmla="*/ 1645978 w 1905657"/>
                <a:gd name="connsiteY252" fmla="*/ 721505 h 1221162"/>
                <a:gd name="connsiteX253" fmla="*/ 1645036 w 1905657"/>
                <a:gd name="connsiteY253" fmla="*/ 719991 h 1221162"/>
                <a:gd name="connsiteX254" fmla="*/ 1641771 w 1905657"/>
                <a:gd name="connsiteY254" fmla="*/ 718376 h 1221162"/>
                <a:gd name="connsiteX255" fmla="*/ 1635747 w 1905657"/>
                <a:gd name="connsiteY255" fmla="*/ 715349 h 1221162"/>
                <a:gd name="connsiteX256" fmla="*/ 1633492 w 1905657"/>
                <a:gd name="connsiteY256" fmla="*/ 712893 h 1221162"/>
                <a:gd name="connsiteX257" fmla="*/ 1631103 w 1905657"/>
                <a:gd name="connsiteY257" fmla="*/ 711076 h 1221162"/>
                <a:gd name="connsiteX258" fmla="*/ 1627334 w 1905657"/>
                <a:gd name="connsiteY258" fmla="*/ 709193 h 1221162"/>
                <a:gd name="connsiteX259" fmla="*/ 1626189 w 1905657"/>
                <a:gd name="connsiteY259" fmla="*/ 709125 h 1221162"/>
                <a:gd name="connsiteX260" fmla="*/ 1624507 w 1905657"/>
                <a:gd name="connsiteY260" fmla="*/ 711076 h 1221162"/>
                <a:gd name="connsiteX261" fmla="*/ 1622689 w 1905657"/>
                <a:gd name="connsiteY261" fmla="*/ 710942 h 1221162"/>
                <a:gd name="connsiteX262" fmla="*/ 1621545 w 1905657"/>
                <a:gd name="connsiteY262" fmla="*/ 709933 h 1221162"/>
                <a:gd name="connsiteX263" fmla="*/ 1620300 w 1905657"/>
                <a:gd name="connsiteY263" fmla="*/ 709865 h 1221162"/>
                <a:gd name="connsiteX264" fmla="*/ 1618516 w 1905657"/>
                <a:gd name="connsiteY264" fmla="*/ 710168 h 1221162"/>
                <a:gd name="connsiteX265" fmla="*/ 1616699 w 1905657"/>
                <a:gd name="connsiteY265" fmla="*/ 710168 h 1221162"/>
                <a:gd name="connsiteX266" fmla="*/ 1615824 w 1905657"/>
                <a:gd name="connsiteY266" fmla="*/ 711110 h 1221162"/>
                <a:gd name="connsiteX267" fmla="*/ 1615016 w 1905657"/>
                <a:gd name="connsiteY267" fmla="*/ 712624 h 1221162"/>
                <a:gd name="connsiteX268" fmla="*/ 1613569 w 1905657"/>
                <a:gd name="connsiteY268" fmla="*/ 713768 h 1221162"/>
                <a:gd name="connsiteX269" fmla="*/ 1611684 w 1905657"/>
                <a:gd name="connsiteY269" fmla="*/ 713768 h 1221162"/>
                <a:gd name="connsiteX270" fmla="*/ 1610742 w 1905657"/>
                <a:gd name="connsiteY270" fmla="*/ 713061 h 1221162"/>
                <a:gd name="connsiteX271" fmla="*/ 1610103 w 1905657"/>
                <a:gd name="connsiteY271" fmla="*/ 711917 h 1221162"/>
                <a:gd name="connsiteX272" fmla="*/ 1610103 w 1905657"/>
                <a:gd name="connsiteY272" fmla="*/ 710471 h 1221162"/>
                <a:gd name="connsiteX273" fmla="*/ 1609295 w 1905657"/>
                <a:gd name="connsiteY273" fmla="*/ 707881 h 1221162"/>
                <a:gd name="connsiteX274" fmla="*/ 1608285 w 1905657"/>
                <a:gd name="connsiteY274" fmla="*/ 706300 h 1221162"/>
                <a:gd name="connsiteX275" fmla="*/ 1606098 w 1905657"/>
                <a:gd name="connsiteY275" fmla="*/ 704853 h 1221162"/>
                <a:gd name="connsiteX276" fmla="*/ 1604583 w 1905657"/>
                <a:gd name="connsiteY276" fmla="*/ 704281 h 1221162"/>
                <a:gd name="connsiteX277" fmla="*/ 1603708 w 1905657"/>
                <a:gd name="connsiteY277" fmla="*/ 702398 h 1221162"/>
                <a:gd name="connsiteX278" fmla="*/ 1603708 w 1905657"/>
                <a:gd name="connsiteY278" fmla="*/ 702465 h 1221162"/>
                <a:gd name="connsiteX279" fmla="*/ 1601958 w 1905657"/>
                <a:gd name="connsiteY279" fmla="*/ 700648 h 1221162"/>
                <a:gd name="connsiteX280" fmla="*/ 1601958 w 1905657"/>
                <a:gd name="connsiteY280" fmla="*/ 699908 h 1221162"/>
                <a:gd name="connsiteX281" fmla="*/ 1601622 w 1905657"/>
                <a:gd name="connsiteY281" fmla="*/ 698663 h 1221162"/>
                <a:gd name="connsiteX282" fmla="*/ 1599703 w 1905657"/>
                <a:gd name="connsiteY282" fmla="*/ 698428 h 1221162"/>
                <a:gd name="connsiteX283" fmla="*/ 1598761 w 1905657"/>
                <a:gd name="connsiteY283" fmla="*/ 698361 h 1221162"/>
                <a:gd name="connsiteX284" fmla="*/ 1597953 w 1905657"/>
                <a:gd name="connsiteY284" fmla="*/ 698798 h 1221162"/>
                <a:gd name="connsiteX285" fmla="*/ 1597011 w 1905657"/>
                <a:gd name="connsiteY285" fmla="*/ 699605 h 1221162"/>
                <a:gd name="connsiteX286" fmla="*/ 1596371 w 1905657"/>
                <a:gd name="connsiteY286" fmla="*/ 700177 h 1221162"/>
                <a:gd name="connsiteX287" fmla="*/ 1593915 w 1905657"/>
                <a:gd name="connsiteY287" fmla="*/ 701489 h 1221162"/>
                <a:gd name="connsiteX288" fmla="*/ 1592400 w 1905657"/>
                <a:gd name="connsiteY288" fmla="*/ 701489 h 1221162"/>
                <a:gd name="connsiteX289" fmla="*/ 1590448 w 1905657"/>
                <a:gd name="connsiteY289" fmla="*/ 701489 h 1221162"/>
                <a:gd name="connsiteX290" fmla="*/ 1588126 w 1905657"/>
                <a:gd name="connsiteY290" fmla="*/ 700985 h 1221162"/>
                <a:gd name="connsiteX291" fmla="*/ 1585366 w 1905657"/>
                <a:gd name="connsiteY291" fmla="*/ 699034 h 1221162"/>
                <a:gd name="connsiteX292" fmla="*/ 1584222 w 1905657"/>
                <a:gd name="connsiteY292" fmla="*/ 698226 h 1221162"/>
                <a:gd name="connsiteX293" fmla="*/ 1582472 w 1905657"/>
                <a:gd name="connsiteY293" fmla="*/ 695838 h 1221162"/>
                <a:gd name="connsiteX294" fmla="*/ 1581900 w 1905657"/>
                <a:gd name="connsiteY294" fmla="*/ 692810 h 1221162"/>
                <a:gd name="connsiteX295" fmla="*/ 1581597 w 1905657"/>
                <a:gd name="connsiteY295" fmla="*/ 691296 h 1221162"/>
                <a:gd name="connsiteX296" fmla="*/ 1580217 w 1905657"/>
                <a:gd name="connsiteY296" fmla="*/ 687966 h 1221162"/>
                <a:gd name="connsiteX297" fmla="*/ 1579342 w 1905657"/>
                <a:gd name="connsiteY297" fmla="*/ 685948 h 1221162"/>
                <a:gd name="connsiteX298" fmla="*/ 1578972 w 1905657"/>
                <a:gd name="connsiteY298" fmla="*/ 683492 h 1221162"/>
                <a:gd name="connsiteX299" fmla="*/ 1578333 w 1905657"/>
                <a:gd name="connsiteY299" fmla="*/ 682483 h 1221162"/>
                <a:gd name="connsiteX300" fmla="*/ 1576583 w 1905657"/>
                <a:gd name="connsiteY300" fmla="*/ 679354 h 1221162"/>
                <a:gd name="connsiteX301" fmla="*/ 1575842 w 1905657"/>
                <a:gd name="connsiteY301" fmla="*/ 678042 h 1221162"/>
                <a:gd name="connsiteX302" fmla="*/ 1575842 w 1905657"/>
                <a:gd name="connsiteY302" fmla="*/ 675957 h 1221162"/>
                <a:gd name="connsiteX303" fmla="*/ 1576684 w 1905657"/>
                <a:gd name="connsiteY303" fmla="*/ 674006 h 1221162"/>
                <a:gd name="connsiteX304" fmla="*/ 1577357 w 1905657"/>
                <a:gd name="connsiteY304" fmla="*/ 672189 h 1221162"/>
                <a:gd name="connsiteX305" fmla="*/ 1579241 w 1905657"/>
                <a:gd name="connsiteY305" fmla="*/ 671617 h 1221162"/>
                <a:gd name="connsiteX306" fmla="*/ 1581563 w 1905657"/>
                <a:gd name="connsiteY306" fmla="*/ 670608 h 1221162"/>
                <a:gd name="connsiteX307" fmla="*/ 1581866 w 1905657"/>
                <a:gd name="connsiteY307" fmla="*/ 667480 h 1221162"/>
                <a:gd name="connsiteX308" fmla="*/ 1582438 w 1905657"/>
                <a:gd name="connsiteY308" fmla="*/ 666168 h 1221162"/>
                <a:gd name="connsiteX309" fmla="*/ 1582001 w 1905657"/>
                <a:gd name="connsiteY309" fmla="*/ 661828 h 1221162"/>
                <a:gd name="connsiteX310" fmla="*/ 1582001 w 1905657"/>
                <a:gd name="connsiteY310" fmla="*/ 657421 h 1221162"/>
                <a:gd name="connsiteX311" fmla="*/ 1580756 w 1905657"/>
                <a:gd name="connsiteY311" fmla="*/ 655470 h 1221162"/>
                <a:gd name="connsiteX312" fmla="*/ 1578299 w 1905657"/>
                <a:gd name="connsiteY312" fmla="*/ 652510 h 1221162"/>
                <a:gd name="connsiteX313" fmla="*/ 1577222 w 1905657"/>
                <a:gd name="connsiteY313" fmla="*/ 650693 h 1221162"/>
                <a:gd name="connsiteX314" fmla="*/ 1575977 w 1905657"/>
                <a:gd name="connsiteY314" fmla="*/ 647868 h 1221162"/>
                <a:gd name="connsiteX315" fmla="*/ 1575337 w 1905657"/>
                <a:gd name="connsiteY315" fmla="*/ 645681 h 1221162"/>
                <a:gd name="connsiteX316" fmla="*/ 1573587 w 1905657"/>
                <a:gd name="connsiteY316" fmla="*/ 643663 h 1221162"/>
                <a:gd name="connsiteX317" fmla="*/ 1572208 w 1905657"/>
                <a:gd name="connsiteY317" fmla="*/ 642586 h 1221162"/>
                <a:gd name="connsiteX318" fmla="*/ 1570693 w 1905657"/>
                <a:gd name="connsiteY318" fmla="*/ 642586 h 1221162"/>
                <a:gd name="connsiteX319" fmla="*/ 1568371 w 1905657"/>
                <a:gd name="connsiteY319" fmla="*/ 641846 h 1221162"/>
                <a:gd name="connsiteX320" fmla="*/ 1566621 w 1905657"/>
                <a:gd name="connsiteY320" fmla="*/ 641039 h 1221162"/>
                <a:gd name="connsiteX321" fmla="*/ 1565174 w 1905657"/>
                <a:gd name="connsiteY321" fmla="*/ 640467 h 1221162"/>
                <a:gd name="connsiteX322" fmla="*/ 1562784 w 1905657"/>
                <a:gd name="connsiteY322" fmla="*/ 639828 h 1221162"/>
                <a:gd name="connsiteX323" fmla="*/ 1560260 w 1905657"/>
                <a:gd name="connsiteY323" fmla="*/ 639323 h 1221162"/>
                <a:gd name="connsiteX324" fmla="*/ 1558746 w 1905657"/>
                <a:gd name="connsiteY324" fmla="*/ 639390 h 1221162"/>
                <a:gd name="connsiteX325" fmla="*/ 1556659 w 1905657"/>
                <a:gd name="connsiteY325" fmla="*/ 639828 h 1221162"/>
                <a:gd name="connsiteX326" fmla="*/ 1555650 w 1905657"/>
                <a:gd name="connsiteY326" fmla="*/ 639828 h 1221162"/>
                <a:gd name="connsiteX327" fmla="*/ 1554943 w 1905657"/>
                <a:gd name="connsiteY327" fmla="*/ 638516 h 1221162"/>
                <a:gd name="connsiteX328" fmla="*/ 1553697 w 1905657"/>
                <a:gd name="connsiteY328" fmla="*/ 636565 h 1221162"/>
                <a:gd name="connsiteX329" fmla="*/ 1552890 w 1905657"/>
                <a:gd name="connsiteY329" fmla="*/ 634614 h 1221162"/>
                <a:gd name="connsiteX330" fmla="*/ 1549861 w 1905657"/>
                <a:gd name="connsiteY330" fmla="*/ 629130 h 1221162"/>
                <a:gd name="connsiteX331" fmla="*/ 1548986 w 1905657"/>
                <a:gd name="connsiteY331" fmla="*/ 628323 h 1221162"/>
                <a:gd name="connsiteX332" fmla="*/ 1546731 w 1905657"/>
                <a:gd name="connsiteY332" fmla="*/ 629030 h 1221162"/>
                <a:gd name="connsiteX333" fmla="*/ 1543971 w 1905657"/>
                <a:gd name="connsiteY333" fmla="*/ 629030 h 1221162"/>
                <a:gd name="connsiteX334" fmla="*/ 1542019 w 1905657"/>
                <a:gd name="connsiteY334" fmla="*/ 628592 h 1221162"/>
                <a:gd name="connsiteX335" fmla="*/ 1541077 w 1905657"/>
                <a:gd name="connsiteY335" fmla="*/ 624017 h 1221162"/>
                <a:gd name="connsiteX336" fmla="*/ 1540572 w 1905657"/>
                <a:gd name="connsiteY336" fmla="*/ 620687 h 1221162"/>
                <a:gd name="connsiteX337" fmla="*/ 1538687 w 1905657"/>
                <a:gd name="connsiteY337" fmla="*/ 617054 h 1221162"/>
                <a:gd name="connsiteX338" fmla="*/ 1537610 w 1905657"/>
                <a:gd name="connsiteY338" fmla="*/ 614094 h 1221162"/>
                <a:gd name="connsiteX339" fmla="*/ 1534481 w 1905657"/>
                <a:gd name="connsiteY339" fmla="*/ 608812 h 1221162"/>
                <a:gd name="connsiteX340" fmla="*/ 1533471 w 1905657"/>
                <a:gd name="connsiteY340" fmla="*/ 605784 h 1221162"/>
                <a:gd name="connsiteX341" fmla="*/ 1531149 w 1905657"/>
                <a:gd name="connsiteY341" fmla="*/ 603396 h 1221162"/>
                <a:gd name="connsiteX342" fmla="*/ 1528322 w 1905657"/>
                <a:gd name="connsiteY342" fmla="*/ 601445 h 1221162"/>
                <a:gd name="connsiteX343" fmla="*/ 1526875 w 1905657"/>
                <a:gd name="connsiteY343" fmla="*/ 600436 h 1221162"/>
                <a:gd name="connsiteX344" fmla="*/ 1523543 w 1905657"/>
                <a:gd name="connsiteY344" fmla="*/ 597610 h 1221162"/>
                <a:gd name="connsiteX345" fmla="*/ 1521726 w 1905657"/>
                <a:gd name="connsiteY345" fmla="*/ 596096 h 1221162"/>
                <a:gd name="connsiteX346" fmla="*/ 1520716 w 1905657"/>
                <a:gd name="connsiteY346" fmla="*/ 594650 h 1221162"/>
                <a:gd name="connsiteX347" fmla="*/ 1519134 w 1905657"/>
                <a:gd name="connsiteY347" fmla="*/ 592329 h 1221162"/>
                <a:gd name="connsiteX348" fmla="*/ 1517182 w 1905657"/>
                <a:gd name="connsiteY348" fmla="*/ 591319 h 1221162"/>
                <a:gd name="connsiteX349" fmla="*/ 1514793 w 1905657"/>
                <a:gd name="connsiteY349" fmla="*/ 589570 h 1221162"/>
                <a:gd name="connsiteX350" fmla="*/ 1513413 w 1905657"/>
                <a:gd name="connsiteY350" fmla="*/ 589066 h 1221162"/>
                <a:gd name="connsiteX351" fmla="*/ 1511831 w 1905657"/>
                <a:gd name="connsiteY351" fmla="*/ 588998 h 1221162"/>
                <a:gd name="connsiteX352" fmla="*/ 1510249 w 1905657"/>
                <a:gd name="connsiteY352" fmla="*/ 589637 h 1221162"/>
                <a:gd name="connsiteX353" fmla="*/ 1508062 w 1905657"/>
                <a:gd name="connsiteY353" fmla="*/ 590075 h 1221162"/>
                <a:gd name="connsiteX354" fmla="*/ 1505302 w 1905657"/>
                <a:gd name="connsiteY354" fmla="*/ 591454 h 1221162"/>
                <a:gd name="connsiteX355" fmla="*/ 1503922 w 1905657"/>
                <a:gd name="connsiteY355" fmla="*/ 591824 h 1221162"/>
                <a:gd name="connsiteX356" fmla="*/ 1502542 w 1905657"/>
                <a:gd name="connsiteY356" fmla="*/ 593069 h 1221162"/>
                <a:gd name="connsiteX357" fmla="*/ 1501230 w 1905657"/>
                <a:gd name="connsiteY357" fmla="*/ 595154 h 1221162"/>
                <a:gd name="connsiteX358" fmla="*/ 1498706 w 1905657"/>
                <a:gd name="connsiteY358" fmla="*/ 595592 h 1221162"/>
                <a:gd name="connsiteX359" fmla="*/ 1496956 w 1905657"/>
                <a:gd name="connsiteY359" fmla="*/ 595289 h 1221162"/>
                <a:gd name="connsiteX360" fmla="*/ 1494129 w 1905657"/>
                <a:gd name="connsiteY360" fmla="*/ 594717 h 1221162"/>
                <a:gd name="connsiteX361" fmla="*/ 1491537 w 1905657"/>
                <a:gd name="connsiteY361" fmla="*/ 595524 h 1221162"/>
                <a:gd name="connsiteX362" fmla="*/ 1490090 w 1905657"/>
                <a:gd name="connsiteY362" fmla="*/ 595524 h 1221162"/>
                <a:gd name="connsiteX363" fmla="*/ 1489350 w 1905657"/>
                <a:gd name="connsiteY363" fmla="*/ 596365 h 1221162"/>
                <a:gd name="connsiteX364" fmla="*/ 1486523 w 1905657"/>
                <a:gd name="connsiteY364" fmla="*/ 597476 h 1221162"/>
                <a:gd name="connsiteX365" fmla="*/ 1483057 w 1905657"/>
                <a:gd name="connsiteY365" fmla="*/ 597476 h 1221162"/>
                <a:gd name="connsiteX366" fmla="*/ 1478984 w 1905657"/>
                <a:gd name="connsiteY366" fmla="*/ 597476 h 1221162"/>
                <a:gd name="connsiteX367" fmla="*/ 1473398 w 1905657"/>
                <a:gd name="connsiteY367" fmla="*/ 598720 h 1221162"/>
                <a:gd name="connsiteX368" fmla="*/ 1471311 w 1905657"/>
                <a:gd name="connsiteY368" fmla="*/ 600167 h 1221162"/>
                <a:gd name="connsiteX369" fmla="*/ 1469426 w 1905657"/>
                <a:gd name="connsiteY369" fmla="*/ 602488 h 1221162"/>
                <a:gd name="connsiteX370" fmla="*/ 1466532 w 1905657"/>
                <a:gd name="connsiteY370" fmla="*/ 603867 h 1221162"/>
                <a:gd name="connsiteX371" fmla="*/ 1463907 w 1905657"/>
                <a:gd name="connsiteY371" fmla="*/ 604372 h 1221162"/>
                <a:gd name="connsiteX372" fmla="*/ 1461652 w 1905657"/>
                <a:gd name="connsiteY372" fmla="*/ 604372 h 1221162"/>
                <a:gd name="connsiteX373" fmla="*/ 1458960 w 1905657"/>
                <a:gd name="connsiteY373" fmla="*/ 601983 h 1221162"/>
                <a:gd name="connsiteX374" fmla="*/ 1456436 w 1905657"/>
                <a:gd name="connsiteY374" fmla="*/ 599527 h 1221162"/>
                <a:gd name="connsiteX375" fmla="*/ 1452296 w 1905657"/>
                <a:gd name="connsiteY375" fmla="*/ 597139 h 1221162"/>
                <a:gd name="connsiteX376" fmla="*/ 1450714 w 1905657"/>
                <a:gd name="connsiteY376" fmla="*/ 595390 h 1221162"/>
                <a:gd name="connsiteX377" fmla="*/ 1448628 w 1905657"/>
                <a:gd name="connsiteY377" fmla="*/ 595524 h 1221162"/>
                <a:gd name="connsiteX378" fmla="*/ 1447383 w 1905657"/>
                <a:gd name="connsiteY378" fmla="*/ 596164 h 1221162"/>
                <a:gd name="connsiteX379" fmla="*/ 1446743 w 1905657"/>
                <a:gd name="connsiteY379" fmla="*/ 597408 h 1221162"/>
                <a:gd name="connsiteX380" fmla="*/ 1445734 w 1905657"/>
                <a:gd name="connsiteY380" fmla="*/ 600301 h 1221162"/>
                <a:gd name="connsiteX381" fmla="*/ 1443782 w 1905657"/>
                <a:gd name="connsiteY381" fmla="*/ 601243 h 1221162"/>
                <a:gd name="connsiteX382" fmla="*/ 1442536 w 1905657"/>
                <a:gd name="connsiteY382" fmla="*/ 600503 h 1221162"/>
                <a:gd name="connsiteX383" fmla="*/ 1442402 w 1905657"/>
                <a:gd name="connsiteY383" fmla="*/ 598317 h 1221162"/>
                <a:gd name="connsiteX384" fmla="*/ 1442469 w 1905657"/>
                <a:gd name="connsiteY384" fmla="*/ 594683 h 1221162"/>
                <a:gd name="connsiteX385" fmla="*/ 1442402 w 1905657"/>
                <a:gd name="connsiteY385" fmla="*/ 591723 h 1221162"/>
                <a:gd name="connsiteX386" fmla="*/ 1441964 w 1905657"/>
                <a:gd name="connsiteY386" fmla="*/ 588595 h 1221162"/>
                <a:gd name="connsiteX387" fmla="*/ 1440719 w 1905657"/>
                <a:gd name="connsiteY387" fmla="*/ 587518 h 1221162"/>
                <a:gd name="connsiteX388" fmla="*/ 1438195 w 1905657"/>
                <a:gd name="connsiteY388" fmla="*/ 586139 h 1221162"/>
                <a:gd name="connsiteX389" fmla="*/ 1435738 w 1905657"/>
                <a:gd name="connsiteY389" fmla="*/ 585130 h 1221162"/>
                <a:gd name="connsiteX390" fmla="*/ 1433281 w 1905657"/>
                <a:gd name="connsiteY390" fmla="*/ 584692 h 1221162"/>
                <a:gd name="connsiteX391" fmla="*/ 1431397 w 1905657"/>
                <a:gd name="connsiteY391" fmla="*/ 584020 h 1221162"/>
                <a:gd name="connsiteX392" fmla="*/ 1429512 w 1905657"/>
                <a:gd name="connsiteY392" fmla="*/ 584322 h 1221162"/>
                <a:gd name="connsiteX393" fmla="*/ 1426820 w 1905657"/>
                <a:gd name="connsiteY393" fmla="*/ 584524 h 1221162"/>
                <a:gd name="connsiteX394" fmla="*/ 1424632 w 1905657"/>
                <a:gd name="connsiteY394" fmla="*/ 584726 h 1221162"/>
                <a:gd name="connsiteX395" fmla="*/ 1422815 w 1905657"/>
                <a:gd name="connsiteY395" fmla="*/ 585903 h 1221162"/>
                <a:gd name="connsiteX396" fmla="*/ 1421065 w 1905657"/>
                <a:gd name="connsiteY396" fmla="*/ 586610 h 1221162"/>
                <a:gd name="connsiteX397" fmla="*/ 1419483 w 1905657"/>
                <a:gd name="connsiteY397" fmla="*/ 587922 h 1221162"/>
                <a:gd name="connsiteX398" fmla="*/ 1418608 w 1905657"/>
                <a:gd name="connsiteY398" fmla="*/ 589671 h 1221162"/>
                <a:gd name="connsiteX399" fmla="*/ 1417666 w 1905657"/>
                <a:gd name="connsiteY399" fmla="*/ 591252 h 1221162"/>
                <a:gd name="connsiteX400" fmla="*/ 1416353 w 1905657"/>
                <a:gd name="connsiteY400" fmla="*/ 593203 h 1221162"/>
                <a:gd name="connsiteX401" fmla="*/ 1414334 w 1905657"/>
                <a:gd name="connsiteY401" fmla="*/ 595222 h 1221162"/>
                <a:gd name="connsiteX402" fmla="*/ 1412449 w 1905657"/>
                <a:gd name="connsiteY402" fmla="*/ 594078 h 1221162"/>
                <a:gd name="connsiteX403" fmla="*/ 1410565 w 1905657"/>
                <a:gd name="connsiteY403" fmla="*/ 593271 h 1221162"/>
                <a:gd name="connsiteX404" fmla="*/ 1407872 w 1905657"/>
                <a:gd name="connsiteY404" fmla="*/ 592833 h 1221162"/>
                <a:gd name="connsiteX405" fmla="*/ 1406560 w 1905657"/>
                <a:gd name="connsiteY405" fmla="*/ 592261 h 1221162"/>
                <a:gd name="connsiteX406" fmla="*/ 1405483 w 1905657"/>
                <a:gd name="connsiteY406" fmla="*/ 590310 h 1221162"/>
                <a:gd name="connsiteX407" fmla="*/ 1405348 w 1905657"/>
                <a:gd name="connsiteY407" fmla="*/ 588124 h 1221162"/>
                <a:gd name="connsiteX408" fmla="*/ 1405281 w 1905657"/>
                <a:gd name="connsiteY408" fmla="*/ 586879 h 1221162"/>
                <a:gd name="connsiteX409" fmla="*/ 1405146 w 1905657"/>
                <a:gd name="connsiteY409" fmla="*/ 584928 h 1221162"/>
                <a:gd name="connsiteX410" fmla="*/ 1403463 w 1905657"/>
                <a:gd name="connsiteY410" fmla="*/ 583683 h 1221162"/>
                <a:gd name="connsiteX411" fmla="*/ 1400064 w 1905657"/>
                <a:gd name="connsiteY411" fmla="*/ 585062 h 1221162"/>
                <a:gd name="connsiteX412" fmla="*/ 1398920 w 1905657"/>
                <a:gd name="connsiteY412" fmla="*/ 585937 h 1221162"/>
                <a:gd name="connsiteX413" fmla="*/ 1396732 w 1905657"/>
                <a:gd name="connsiteY413" fmla="*/ 585937 h 1221162"/>
                <a:gd name="connsiteX414" fmla="*/ 1396430 w 1905657"/>
                <a:gd name="connsiteY414" fmla="*/ 584793 h 1221162"/>
                <a:gd name="connsiteX415" fmla="*/ 1395050 w 1905657"/>
                <a:gd name="connsiteY415" fmla="*/ 581160 h 1221162"/>
                <a:gd name="connsiteX416" fmla="*/ 1393670 w 1905657"/>
                <a:gd name="connsiteY416" fmla="*/ 580656 h 1221162"/>
                <a:gd name="connsiteX417" fmla="*/ 1390203 w 1905657"/>
                <a:gd name="connsiteY417" fmla="*/ 580656 h 1221162"/>
                <a:gd name="connsiteX418" fmla="*/ 1388756 w 1905657"/>
                <a:gd name="connsiteY418" fmla="*/ 579142 h 1221162"/>
                <a:gd name="connsiteX419" fmla="*/ 1388622 w 1905657"/>
                <a:gd name="connsiteY419" fmla="*/ 577191 h 1221162"/>
                <a:gd name="connsiteX420" fmla="*/ 1387881 w 1905657"/>
                <a:gd name="connsiteY420" fmla="*/ 574500 h 1221162"/>
                <a:gd name="connsiteX421" fmla="*/ 1386636 w 1905657"/>
                <a:gd name="connsiteY421" fmla="*/ 569790 h 1221162"/>
                <a:gd name="connsiteX422" fmla="*/ 1385054 w 1905657"/>
                <a:gd name="connsiteY422" fmla="*/ 567906 h 1221162"/>
                <a:gd name="connsiteX423" fmla="*/ 1380410 w 1905657"/>
                <a:gd name="connsiteY423" fmla="*/ 566964 h 1221162"/>
                <a:gd name="connsiteX424" fmla="*/ 1377078 w 1905657"/>
                <a:gd name="connsiteY424" fmla="*/ 567973 h 1221162"/>
                <a:gd name="connsiteX425" fmla="*/ 1374386 w 1905657"/>
                <a:gd name="connsiteY425" fmla="*/ 568545 h 1221162"/>
                <a:gd name="connsiteX426" fmla="*/ 1369674 w 1905657"/>
                <a:gd name="connsiteY426" fmla="*/ 568915 h 1221162"/>
                <a:gd name="connsiteX427" fmla="*/ 1367419 w 1905657"/>
                <a:gd name="connsiteY427" fmla="*/ 568646 h 1221162"/>
                <a:gd name="connsiteX428" fmla="*/ 1366544 w 1905657"/>
                <a:gd name="connsiteY428" fmla="*/ 568209 h 1221162"/>
                <a:gd name="connsiteX429" fmla="*/ 1365164 w 1905657"/>
                <a:gd name="connsiteY429" fmla="*/ 565888 h 1221162"/>
                <a:gd name="connsiteX430" fmla="*/ 1364357 w 1905657"/>
                <a:gd name="connsiteY430" fmla="*/ 562558 h 1221162"/>
                <a:gd name="connsiteX431" fmla="*/ 1363482 w 1905657"/>
                <a:gd name="connsiteY431" fmla="*/ 557983 h 1221162"/>
                <a:gd name="connsiteX432" fmla="*/ 1362607 w 1905657"/>
                <a:gd name="connsiteY432" fmla="*/ 556233 h 1221162"/>
                <a:gd name="connsiteX433" fmla="*/ 1358131 w 1905657"/>
                <a:gd name="connsiteY433" fmla="*/ 551524 h 1221162"/>
                <a:gd name="connsiteX434" fmla="*/ 1355607 w 1905657"/>
                <a:gd name="connsiteY434" fmla="*/ 551827 h 1221162"/>
                <a:gd name="connsiteX435" fmla="*/ 1353857 w 1905657"/>
                <a:gd name="connsiteY435" fmla="*/ 553778 h 1221162"/>
                <a:gd name="connsiteX436" fmla="*/ 1352106 w 1905657"/>
                <a:gd name="connsiteY436" fmla="*/ 554719 h 1221162"/>
                <a:gd name="connsiteX437" fmla="*/ 1348977 w 1905657"/>
                <a:gd name="connsiteY437" fmla="*/ 555291 h 1221162"/>
                <a:gd name="connsiteX438" fmla="*/ 1346789 w 1905657"/>
                <a:gd name="connsiteY438" fmla="*/ 555594 h 1221162"/>
                <a:gd name="connsiteX439" fmla="*/ 1345106 w 1905657"/>
                <a:gd name="connsiteY439" fmla="*/ 556233 h 1221162"/>
                <a:gd name="connsiteX440" fmla="*/ 1343356 w 1905657"/>
                <a:gd name="connsiteY440" fmla="*/ 555359 h 1221162"/>
                <a:gd name="connsiteX441" fmla="*/ 1341775 w 1905657"/>
                <a:gd name="connsiteY441" fmla="*/ 553677 h 1221162"/>
                <a:gd name="connsiteX442" fmla="*/ 1340024 w 1905657"/>
                <a:gd name="connsiteY442" fmla="*/ 551221 h 1221162"/>
                <a:gd name="connsiteX443" fmla="*/ 1339082 w 1905657"/>
                <a:gd name="connsiteY443" fmla="*/ 550582 h 1221162"/>
                <a:gd name="connsiteX444" fmla="*/ 1335515 w 1905657"/>
                <a:gd name="connsiteY444" fmla="*/ 549270 h 1221162"/>
                <a:gd name="connsiteX445" fmla="*/ 1334202 w 1905657"/>
                <a:gd name="connsiteY445" fmla="*/ 549775 h 1221162"/>
                <a:gd name="connsiteX446" fmla="*/ 1333698 w 1905657"/>
                <a:gd name="connsiteY446" fmla="*/ 550582 h 1221162"/>
                <a:gd name="connsiteX447" fmla="*/ 1331173 w 1905657"/>
                <a:gd name="connsiteY447" fmla="*/ 552533 h 1221162"/>
                <a:gd name="connsiteX448" fmla="*/ 1329726 w 1905657"/>
                <a:gd name="connsiteY448" fmla="*/ 552735 h 1221162"/>
                <a:gd name="connsiteX449" fmla="*/ 1327976 w 1905657"/>
                <a:gd name="connsiteY449" fmla="*/ 551221 h 1221162"/>
                <a:gd name="connsiteX450" fmla="*/ 1324510 w 1905657"/>
                <a:gd name="connsiteY450" fmla="*/ 549135 h 1221162"/>
                <a:gd name="connsiteX451" fmla="*/ 1322053 w 1905657"/>
                <a:gd name="connsiteY451" fmla="*/ 550380 h 1221162"/>
                <a:gd name="connsiteX452" fmla="*/ 1320303 w 1905657"/>
                <a:gd name="connsiteY452" fmla="*/ 551827 h 1221162"/>
                <a:gd name="connsiteX453" fmla="*/ 1317274 w 1905657"/>
                <a:gd name="connsiteY453" fmla="*/ 553206 h 1221162"/>
                <a:gd name="connsiteX454" fmla="*/ 1316197 w 1905657"/>
                <a:gd name="connsiteY454" fmla="*/ 552264 h 1221162"/>
                <a:gd name="connsiteX455" fmla="*/ 1315558 w 1905657"/>
                <a:gd name="connsiteY455" fmla="*/ 550245 h 1221162"/>
                <a:gd name="connsiteX456" fmla="*/ 1314178 w 1905657"/>
                <a:gd name="connsiteY456" fmla="*/ 547992 h 1221162"/>
                <a:gd name="connsiteX457" fmla="*/ 1310913 w 1905657"/>
                <a:gd name="connsiteY457" fmla="*/ 544089 h 1221162"/>
                <a:gd name="connsiteX458" fmla="*/ 1309163 w 1905657"/>
                <a:gd name="connsiteY458" fmla="*/ 542845 h 1221162"/>
                <a:gd name="connsiteX459" fmla="*/ 1306841 w 1905657"/>
                <a:gd name="connsiteY459" fmla="*/ 542037 h 1221162"/>
                <a:gd name="connsiteX460" fmla="*/ 1301120 w 1905657"/>
                <a:gd name="connsiteY460" fmla="*/ 542609 h 1221162"/>
                <a:gd name="connsiteX461" fmla="*/ 1299100 w 1905657"/>
                <a:gd name="connsiteY461" fmla="*/ 543753 h 1221162"/>
                <a:gd name="connsiteX462" fmla="*/ 1298226 w 1905657"/>
                <a:gd name="connsiteY462" fmla="*/ 545570 h 1221162"/>
                <a:gd name="connsiteX463" fmla="*/ 1297923 w 1905657"/>
                <a:gd name="connsiteY463" fmla="*/ 547016 h 1221162"/>
                <a:gd name="connsiteX464" fmla="*/ 1295668 w 1905657"/>
                <a:gd name="connsiteY464" fmla="*/ 548900 h 1221162"/>
                <a:gd name="connsiteX465" fmla="*/ 1294860 w 1905657"/>
                <a:gd name="connsiteY465" fmla="*/ 548900 h 1221162"/>
                <a:gd name="connsiteX466" fmla="*/ 1294052 w 1905657"/>
                <a:gd name="connsiteY466" fmla="*/ 544560 h 1221162"/>
                <a:gd name="connsiteX467" fmla="*/ 1294692 w 1905657"/>
                <a:gd name="connsiteY467" fmla="*/ 540927 h 1221162"/>
                <a:gd name="connsiteX468" fmla="*/ 1294826 w 1905657"/>
                <a:gd name="connsiteY468" fmla="*/ 538976 h 1221162"/>
                <a:gd name="connsiteX469" fmla="*/ 1294894 w 1905657"/>
                <a:gd name="connsiteY469" fmla="*/ 536521 h 1221162"/>
                <a:gd name="connsiteX470" fmla="*/ 1294692 w 1905657"/>
                <a:gd name="connsiteY470" fmla="*/ 534569 h 1221162"/>
                <a:gd name="connsiteX471" fmla="*/ 1292504 w 1905657"/>
                <a:gd name="connsiteY471" fmla="*/ 531878 h 1221162"/>
                <a:gd name="connsiteX472" fmla="*/ 1289374 w 1905657"/>
                <a:gd name="connsiteY472" fmla="*/ 529557 h 1221162"/>
                <a:gd name="connsiteX473" fmla="*/ 1285975 w 1905657"/>
                <a:gd name="connsiteY473" fmla="*/ 527808 h 1221162"/>
                <a:gd name="connsiteX474" fmla="*/ 1280893 w 1905657"/>
                <a:gd name="connsiteY474" fmla="*/ 527740 h 1221162"/>
                <a:gd name="connsiteX475" fmla="*/ 1277629 w 1905657"/>
                <a:gd name="connsiteY475" fmla="*/ 528245 h 1221162"/>
                <a:gd name="connsiteX476" fmla="*/ 1275744 w 1905657"/>
                <a:gd name="connsiteY476" fmla="*/ 529322 h 1221162"/>
                <a:gd name="connsiteX477" fmla="*/ 1269451 w 1905657"/>
                <a:gd name="connsiteY477" fmla="*/ 530263 h 1221162"/>
                <a:gd name="connsiteX478" fmla="*/ 1267129 w 1905657"/>
                <a:gd name="connsiteY478" fmla="*/ 529456 h 1221162"/>
                <a:gd name="connsiteX479" fmla="*/ 1265749 w 1905657"/>
                <a:gd name="connsiteY479" fmla="*/ 527135 h 1221162"/>
                <a:gd name="connsiteX480" fmla="*/ 1266119 w 1905657"/>
                <a:gd name="connsiteY480" fmla="*/ 524948 h 1221162"/>
                <a:gd name="connsiteX481" fmla="*/ 1266119 w 1905657"/>
                <a:gd name="connsiteY481" fmla="*/ 523367 h 1221162"/>
                <a:gd name="connsiteX482" fmla="*/ 1264066 w 1905657"/>
                <a:gd name="connsiteY482" fmla="*/ 518456 h 1221162"/>
                <a:gd name="connsiteX483" fmla="*/ 1262720 w 1905657"/>
                <a:gd name="connsiteY483" fmla="*/ 516068 h 1221162"/>
                <a:gd name="connsiteX484" fmla="*/ 1258648 w 1905657"/>
                <a:gd name="connsiteY484" fmla="*/ 512165 h 1221162"/>
                <a:gd name="connsiteX485" fmla="*/ 1256898 w 1905657"/>
                <a:gd name="connsiteY485" fmla="*/ 511762 h 1221162"/>
                <a:gd name="connsiteX486" fmla="*/ 1254878 w 1905657"/>
                <a:gd name="connsiteY486" fmla="*/ 511762 h 1221162"/>
                <a:gd name="connsiteX487" fmla="*/ 1253196 w 1905657"/>
                <a:gd name="connsiteY487" fmla="*/ 511728 h 1221162"/>
                <a:gd name="connsiteX488" fmla="*/ 1249224 w 1905657"/>
                <a:gd name="connsiteY488" fmla="*/ 511728 h 1221162"/>
                <a:gd name="connsiteX489" fmla="*/ 1248720 w 1905657"/>
                <a:gd name="connsiteY489" fmla="*/ 511089 h 1221162"/>
                <a:gd name="connsiteX490" fmla="*/ 1246700 w 1905657"/>
                <a:gd name="connsiteY490" fmla="*/ 509070 h 1221162"/>
                <a:gd name="connsiteX491" fmla="*/ 1243570 w 1905657"/>
                <a:gd name="connsiteY491" fmla="*/ 507119 h 1221162"/>
                <a:gd name="connsiteX492" fmla="*/ 1241820 w 1905657"/>
                <a:gd name="connsiteY492" fmla="*/ 506312 h 1221162"/>
                <a:gd name="connsiteX493" fmla="*/ 1240945 w 1905657"/>
                <a:gd name="connsiteY493" fmla="*/ 503991 h 1221162"/>
                <a:gd name="connsiteX494" fmla="*/ 1240508 w 1905657"/>
                <a:gd name="connsiteY494" fmla="*/ 501468 h 1221162"/>
                <a:gd name="connsiteX495" fmla="*/ 1237614 w 1905657"/>
                <a:gd name="connsiteY495" fmla="*/ 499584 h 1221162"/>
                <a:gd name="connsiteX496" fmla="*/ 1236301 w 1905657"/>
                <a:gd name="connsiteY496" fmla="*/ 498777 h 1221162"/>
                <a:gd name="connsiteX497" fmla="*/ 1233912 w 1905657"/>
                <a:gd name="connsiteY497" fmla="*/ 495379 h 1221162"/>
                <a:gd name="connsiteX498" fmla="*/ 1232162 w 1905657"/>
                <a:gd name="connsiteY498" fmla="*/ 491847 h 1221162"/>
                <a:gd name="connsiteX499" fmla="*/ 1230210 w 1905657"/>
                <a:gd name="connsiteY499" fmla="*/ 488079 h 1221162"/>
                <a:gd name="connsiteX500" fmla="*/ 1229065 w 1905657"/>
                <a:gd name="connsiteY500" fmla="*/ 486397 h 1221162"/>
                <a:gd name="connsiteX501" fmla="*/ 1228190 w 1905657"/>
                <a:gd name="connsiteY501" fmla="*/ 484884 h 1221162"/>
                <a:gd name="connsiteX502" fmla="*/ 1227686 w 1905657"/>
                <a:gd name="connsiteY502" fmla="*/ 483303 h 1221162"/>
                <a:gd name="connsiteX503" fmla="*/ 1227315 w 1905657"/>
                <a:gd name="connsiteY503" fmla="*/ 481284 h 1221162"/>
                <a:gd name="connsiteX504" fmla="*/ 1225935 w 1905657"/>
                <a:gd name="connsiteY504" fmla="*/ 479535 h 1221162"/>
                <a:gd name="connsiteX505" fmla="*/ 1225363 w 1905657"/>
                <a:gd name="connsiteY505" fmla="*/ 479098 h 1221162"/>
                <a:gd name="connsiteX506" fmla="*/ 1223041 w 1905657"/>
                <a:gd name="connsiteY506" fmla="*/ 477584 h 1221162"/>
                <a:gd name="connsiteX507" fmla="*/ 1221358 w 1905657"/>
                <a:gd name="connsiteY507" fmla="*/ 477012 h 1221162"/>
                <a:gd name="connsiteX508" fmla="*/ 1220854 w 1905657"/>
                <a:gd name="connsiteY508" fmla="*/ 474623 h 1221162"/>
                <a:gd name="connsiteX509" fmla="*/ 1220854 w 1905657"/>
                <a:gd name="connsiteY509" fmla="*/ 473816 h 1221162"/>
                <a:gd name="connsiteX510" fmla="*/ 1221459 w 1905657"/>
                <a:gd name="connsiteY510" fmla="*/ 472874 h 1221162"/>
                <a:gd name="connsiteX511" fmla="*/ 1222503 w 1905657"/>
                <a:gd name="connsiteY511" fmla="*/ 471932 h 1221162"/>
                <a:gd name="connsiteX512" fmla="*/ 1222940 w 1905657"/>
                <a:gd name="connsiteY512" fmla="*/ 470049 h 1221162"/>
                <a:gd name="connsiteX513" fmla="*/ 1222806 w 1905657"/>
                <a:gd name="connsiteY513" fmla="*/ 468737 h 1221162"/>
                <a:gd name="connsiteX514" fmla="*/ 1218094 w 1905657"/>
                <a:gd name="connsiteY514" fmla="*/ 465844 h 1221162"/>
                <a:gd name="connsiteX515" fmla="*/ 1215906 w 1905657"/>
                <a:gd name="connsiteY515" fmla="*/ 465272 h 1221162"/>
                <a:gd name="connsiteX516" fmla="*/ 1212709 w 1905657"/>
                <a:gd name="connsiteY516" fmla="*/ 464532 h 1221162"/>
                <a:gd name="connsiteX517" fmla="*/ 1209882 w 1905657"/>
                <a:gd name="connsiteY517" fmla="*/ 464397 h 1221162"/>
                <a:gd name="connsiteX518" fmla="*/ 1207358 w 1905657"/>
                <a:gd name="connsiteY518" fmla="*/ 465036 h 1221162"/>
                <a:gd name="connsiteX519" fmla="*/ 1206348 w 1905657"/>
                <a:gd name="connsiteY519" fmla="*/ 466045 h 1221162"/>
                <a:gd name="connsiteX520" fmla="*/ 1204834 w 1905657"/>
                <a:gd name="connsiteY520" fmla="*/ 466853 h 1221162"/>
                <a:gd name="connsiteX521" fmla="*/ 1202579 w 1905657"/>
                <a:gd name="connsiteY521" fmla="*/ 467223 h 1221162"/>
                <a:gd name="connsiteX522" fmla="*/ 1201435 w 1905657"/>
                <a:gd name="connsiteY522" fmla="*/ 469107 h 1221162"/>
                <a:gd name="connsiteX523" fmla="*/ 1200627 w 1905657"/>
                <a:gd name="connsiteY523" fmla="*/ 470183 h 1221162"/>
                <a:gd name="connsiteX524" fmla="*/ 1199382 w 1905657"/>
                <a:gd name="connsiteY524" fmla="*/ 471260 h 1221162"/>
                <a:gd name="connsiteX525" fmla="*/ 1197565 w 1905657"/>
                <a:gd name="connsiteY525" fmla="*/ 472706 h 1221162"/>
                <a:gd name="connsiteX526" fmla="*/ 1196118 w 1905657"/>
                <a:gd name="connsiteY526" fmla="*/ 472504 h 1221162"/>
                <a:gd name="connsiteX527" fmla="*/ 1194603 w 1905657"/>
                <a:gd name="connsiteY527" fmla="*/ 471260 h 1221162"/>
                <a:gd name="connsiteX528" fmla="*/ 1192651 w 1905657"/>
                <a:gd name="connsiteY528" fmla="*/ 469174 h 1221162"/>
                <a:gd name="connsiteX529" fmla="*/ 1190699 w 1905657"/>
                <a:gd name="connsiteY529" fmla="*/ 468097 h 1221162"/>
                <a:gd name="connsiteX530" fmla="*/ 1185348 w 1905657"/>
                <a:gd name="connsiteY530" fmla="*/ 467660 h 1221162"/>
                <a:gd name="connsiteX531" fmla="*/ 1182656 w 1905657"/>
                <a:gd name="connsiteY531" fmla="*/ 468400 h 1221162"/>
                <a:gd name="connsiteX532" fmla="*/ 1180704 w 1905657"/>
                <a:gd name="connsiteY532" fmla="*/ 469477 h 1221162"/>
                <a:gd name="connsiteX533" fmla="*/ 1178886 w 1905657"/>
                <a:gd name="connsiteY533" fmla="*/ 471159 h 1221162"/>
                <a:gd name="connsiteX534" fmla="*/ 1177372 w 1905657"/>
                <a:gd name="connsiteY534" fmla="*/ 473547 h 1221162"/>
                <a:gd name="connsiteX535" fmla="*/ 1175353 w 1905657"/>
                <a:gd name="connsiteY535" fmla="*/ 475868 h 1221162"/>
                <a:gd name="connsiteX536" fmla="*/ 1173771 w 1905657"/>
                <a:gd name="connsiteY536" fmla="*/ 477449 h 1221162"/>
                <a:gd name="connsiteX537" fmla="*/ 1170002 w 1905657"/>
                <a:gd name="connsiteY537" fmla="*/ 478694 h 1221162"/>
                <a:gd name="connsiteX538" fmla="*/ 1167107 w 1905657"/>
                <a:gd name="connsiteY538" fmla="*/ 479501 h 1221162"/>
                <a:gd name="connsiteX539" fmla="*/ 1162631 w 1905657"/>
                <a:gd name="connsiteY539" fmla="*/ 480746 h 1221162"/>
                <a:gd name="connsiteX540" fmla="*/ 1159737 w 1905657"/>
                <a:gd name="connsiteY540" fmla="*/ 480746 h 1221162"/>
                <a:gd name="connsiteX541" fmla="*/ 1158290 w 1905657"/>
                <a:gd name="connsiteY541" fmla="*/ 478122 h 1221162"/>
                <a:gd name="connsiteX542" fmla="*/ 1158290 w 1905657"/>
                <a:gd name="connsiteY542" fmla="*/ 476541 h 1221162"/>
                <a:gd name="connsiteX543" fmla="*/ 1157549 w 1905657"/>
                <a:gd name="connsiteY543" fmla="*/ 474152 h 1221162"/>
                <a:gd name="connsiteX544" fmla="*/ 1150650 w 1905657"/>
                <a:gd name="connsiteY544" fmla="*/ 467425 h 1221162"/>
                <a:gd name="connsiteX545" fmla="*/ 1145501 w 1905657"/>
                <a:gd name="connsiteY545" fmla="*/ 462412 h 1221162"/>
                <a:gd name="connsiteX546" fmla="*/ 1143246 w 1905657"/>
                <a:gd name="connsiteY546" fmla="*/ 459587 h 1221162"/>
                <a:gd name="connsiteX547" fmla="*/ 1139275 w 1905657"/>
                <a:gd name="connsiteY547" fmla="*/ 457131 h 1221162"/>
                <a:gd name="connsiteX548" fmla="*/ 1133756 w 1905657"/>
                <a:gd name="connsiteY548" fmla="*/ 455987 h 1221162"/>
                <a:gd name="connsiteX549" fmla="*/ 1130121 w 1905657"/>
                <a:gd name="connsiteY549" fmla="*/ 453733 h 1221162"/>
                <a:gd name="connsiteX550" fmla="*/ 1129549 w 1905657"/>
                <a:gd name="connsiteY550" fmla="*/ 452421 h 1221162"/>
                <a:gd name="connsiteX551" fmla="*/ 1128606 w 1905657"/>
                <a:gd name="connsiteY551" fmla="*/ 449898 h 1221162"/>
                <a:gd name="connsiteX552" fmla="*/ 1126722 w 1905657"/>
                <a:gd name="connsiteY552" fmla="*/ 446703 h 1221162"/>
                <a:gd name="connsiteX553" fmla="*/ 1125914 w 1905657"/>
                <a:gd name="connsiteY553" fmla="*/ 444684 h 1221162"/>
                <a:gd name="connsiteX554" fmla="*/ 1124534 w 1905657"/>
                <a:gd name="connsiteY554" fmla="*/ 440479 h 1221162"/>
                <a:gd name="connsiteX555" fmla="*/ 1122515 w 1905657"/>
                <a:gd name="connsiteY555" fmla="*/ 439235 h 1221162"/>
                <a:gd name="connsiteX556" fmla="*/ 1120698 w 1905657"/>
                <a:gd name="connsiteY556" fmla="*/ 437990 h 1221162"/>
                <a:gd name="connsiteX557" fmla="*/ 1120327 w 1905657"/>
                <a:gd name="connsiteY557" fmla="*/ 436409 h 1221162"/>
                <a:gd name="connsiteX558" fmla="*/ 1120193 w 1905657"/>
                <a:gd name="connsiteY558" fmla="*/ 434155 h 1221162"/>
                <a:gd name="connsiteX559" fmla="*/ 1120058 w 1905657"/>
                <a:gd name="connsiteY559" fmla="*/ 430623 h 1221162"/>
                <a:gd name="connsiteX560" fmla="*/ 1119755 w 1905657"/>
                <a:gd name="connsiteY560" fmla="*/ 427730 h 1221162"/>
                <a:gd name="connsiteX561" fmla="*/ 1118073 w 1905657"/>
                <a:gd name="connsiteY561" fmla="*/ 423895 h 1221162"/>
                <a:gd name="connsiteX562" fmla="*/ 1117332 w 1905657"/>
                <a:gd name="connsiteY562" fmla="*/ 422953 h 1221162"/>
                <a:gd name="connsiteX563" fmla="*/ 1113361 w 1905657"/>
                <a:gd name="connsiteY563" fmla="*/ 419320 h 1221162"/>
                <a:gd name="connsiteX564" fmla="*/ 1111173 w 1905657"/>
                <a:gd name="connsiteY564" fmla="*/ 417806 h 1221162"/>
                <a:gd name="connsiteX565" fmla="*/ 1110164 w 1905657"/>
                <a:gd name="connsiteY565" fmla="*/ 415418 h 1221162"/>
                <a:gd name="connsiteX566" fmla="*/ 1109356 w 1905657"/>
                <a:gd name="connsiteY566" fmla="*/ 413904 h 1221162"/>
                <a:gd name="connsiteX567" fmla="*/ 1108346 w 1905657"/>
                <a:gd name="connsiteY567" fmla="*/ 412323 h 1221162"/>
                <a:gd name="connsiteX568" fmla="*/ 1106260 w 1905657"/>
                <a:gd name="connsiteY568" fmla="*/ 411818 h 1221162"/>
                <a:gd name="connsiteX569" fmla="*/ 1103736 w 1905657"/>
                <a:gd name="connsiteY569" fmla="*/ 411011 h 1221162"/>
                <a:gd name="connsiteX570" fmla="*/ 1101346 w 1905657"/>
                <a:gd name="connsiteY570" fmla="*/ 410506 h 1221162"/>
                <a:gd name="connsiteX571" fmla="*/ 1099966 w 1905657"/>
                <a:gd name="connsiteY571" fmla="*/ 410136 h 1221162"/>
                <a:gd name="connsiteX572" fmla="*/ 1098654 w 1905657"/>
                <a:gd name="connsiteY572" fmla="*/ 408993 h 1221162"/>
                <a:gd name="connsiteX573" fmla="*/ 1098587 w 1905657"/>
                <a:gd name="connsiteY573" fmla="*/ 406301 h 1221162"/>
                <a:gd name="connsiteX574" fmla="*/ 1098587 w 1905657"/>
                <a:gd name="connsiteY574" fmla="*/ 405427 h 1221162"/>
                <a:gd name="connsiteX575" fmla="*/ 1098957 w 1905657"/>
                <a:gd name="connsiteY575" fmla="*/ 404350 h 1221162"/>
                <a:gd name="connsiteX576" fmla="*/ 1100101 w 1905657"/>
                <a:gd name="connsiteY576" fmla="*/ 402096 h 1221162"/>
                <a:gd name="connsiteX577" fmla="*/ 1100808 w 1905657"/>
                <a:gd name="connsiteY577" fmla="*/ 401659 h 1221162"/>
                <a:gd name="connsiteX578" fmla="*/ 1100808 w 1905657"/>
                <a:gd name="connsiteY578" fmla="*/ 398631 h 1221162"/>
                <a:gd name="connsiteX579" fmla="*/ 1099933 w 1905657"/>
                <a:gd name="connsiteY579" fmla="*/ 397320 h 1221162"/>
                <a:gd name="connsiteX580" fmla="*/ 1098486 w 1905657"/>
                <a:gd name="connsiteY580" fmla="*/ 396243 h 1221162"/>
                <a:gd name="connsiteX581" fmla="*/ 1095457 w 1905657"/>
                <a:gd name="connsiteY581" fmla="*/ 394561 h 1221162"/>
                <a:gd name="connsiteX582" fmla="*/ 1094649 w 1905657"/>
                <a:gd name="connsiteY582" fmla="*/ 391601 h 1221162"/>
                <a:gd name="connsiteX583" fmla="*/ 1097173 w 1905657"/>
                <a:gd name="connsiteY583" fmla="*/ 389280 h 1221162"/>
                <a:gd name="connsiteX584" fmla="*/ 1097678 w 1905657"/>
                <a:gd name="connsiteY584" fmla="*/ 387463 h 1221162"/>
                <a:gd name="connsiteX585" fmla="*/ 1097913 w 1905657"/>
                <a:gd name="connsiteY585" fmla="*/ 384267 h 1221162"/>
                <a:gd name="connsiteX586" fmla="*/ 1096029 w 1905657"/>
                <a:gd name="connsiteY586" fmla="*/ 381946 h 1221162"/>
                <a:gd name="connsiteX587" fmla="*/ 1091452 w 1905657"/>
                <a:gd name="connsiteY587" fmla="*/ 380803 h 1221162"/>
                <a:gd name="connsiteX588" fmla="*/ 1087817 w 1905657"/>
                <a:gd name="connsiteY588" fmla="*/ 377842 h 1221162"/>
                <a:gd name="connsiteX589" fmla="*/ 1083913 w 1905657"/>
                <a:gd name="connsiteY589" fmla="*/ 371619 h 1221162"/>
                <a:gd name="connsiteX590" fmla="*/ 1081591 w 1905657"/>
                <a:gd name="connsiteY590" fmla="*/ 367145 h 1221162"/>
                <a:gd name="connsiteX591" fmla="*/ 1080649 w 1905657"/>
                <a:gd name="connsiteY591" fmla="*/ 360989 h 1221162"/>
                <a:gd name="connsiteX592" fmla="*/ 1080581 w 1905657"/>
                <a:gd name="connsiteY592" fmla="*/ 355909 h 1221162"/>
                <a:gd name="connsiteX593" fmla="*/ 1079706 w 1905657"/>
                <a:gd name="connsiteY593" fmla="*/ 349450 h 1221162"/>
                <a:gd name="connsiteX594" fmla="*/ 1080783 w 1905657"/>
                <a:gd name="connsiteY594" fmla="*/ 345885 h 1221162"/>
                <a:gd name="connsiteX595" fmla="*/ 1081860 w 1905657"/>
                <a:gd name="connsiteY595" fmla="*/ 343059 h 1221162"/>
                <a:gd name="connsiteX596" fmla="*/ 1084182 w 1905657"/>
                <a:gd name="connsiteY596" fmla="*/ 342487 h 1221162"/>
                <a:gd name="connsiteX597" fmla="*/ 1088154 w 1905657"/>
                <a:gd name="connsiteY597" fmla="*/ 344573 h 1221162"/>
                <a:gd name="connsiteX598" fmla="*/ 1090981 w 1905657"/>
                <a:gd name="connsiteY598" fmla="*/ 344203 h 1221162"/>
                <a:gd name="connsiteX599" fmla="*/ 1094111 w 1905657"/>
                <a:gd name="connsiteY599" fmla="*/ 342756 h 1221162"/>
                <a:gd name="connsiteX600" fmla="*/ 1095558 w 1905657"/>
                <a:gd name="connsiteY600" fmla="*/ 341377 h 1221162"/>
                <a:gd name="connsiteX601" fmla="*/ 1099260 w 1905657"/>
                <a:gd name="connsiteY601" fmla="*/ 339560 h 1221162"/>
                <a:gd name="connsiteX602" fmla="*/ 1102019 w 1905657"/>
                <a:gd name="connsiteY602" fmla="*/ 336230 h 1221162"/>
                <a:gd name="connsiteX603" fmla="*/ 1103265 w 1905657"/>
                <a:gd name="connsiteY603" fmla="*/ 332900 h 1221162"/>
                <a:gd name="connsiteX604" fmla="*/ 1102524 w 1905657"/>
                <a:gd name="connsiteY604" fmla="*/ 330377 h 1221162"/>
                <a:gd name="connsiteX605" fmla="*/ 1102524 w 1905657"/>
                <a:gd name="connsiteY605" fmla="*/ 327114 h 1221162"/>
                <a:gd name="connsiteX606" fmla="*/ 1102894 w 1905657"/>
                <a:gd name="connsiteY606" fmla="*/ 322909 h 1221162"/>
                <a:gd name="connsiteX607" fmla="*/ 1102962 w 1905657"/>
                <a:gd name="connsiteY607" fmla="*/ 320150 h 1221162"/>
                <a:gd name="connsiteX608" fmla="*/ 1102390 w 1905657"/>
                <a:gd name="connsiteY608" fmla="*/ 318132 h 1221162"/>
                <a:gd name="connsiteX609" fmla="*/ 1102591 w 1905657"/>
                <a:gd name="connsiteY609" fmla="*/ 314162 h 1221162"/>
                <a:gd name="connsiteX610" fmla="*/ 1102457 w 1905657"/>
                <a:gd name="connsiteY610" fmla="*/ 311774 h 1221162"/>
                <a:gd name="connsiteX611" fmla="*/ 1102322 w 1905657"/>
                <a:gd name="connsiteY611" fmla="*/ 308948 h 1221162"/>
                <a:gd name="connsiteX612" fmla="*/ 1102524 w 1905657"/>
                <a:gd name="connsiteY612" fmla="*/ 306055 h 1221162"/>
                <a:gd name="connsiteX613" fmla="*/ 1102524 w 1905657"/>
                <a:gd name="connsiteY613" fmla="*/ 303532 h 1221162"/>
                <a:gd name="connsiteX614" fmla="*/ 1102053 w 1905657"/>
                <a:gd name="connsiteY614" fmla="*/ 299899 h 1221162"/>
                <a:gd name="connsiteX615" fmla="*/ 1102524 w 1905657"/>
                <a:gd name="connsiteY615" fmla="*/ 297376 h 1221162"/>
                <a:gd name="connsiteX616" fmla="*/ 1102524 w 1905657"/>
                <a:gd name="connsiteY616" fmla="*/ 295358 h 1221162"/>
                <a:gd name="connsiteX617" fmla="*/ 1101447 w 1905657"/>
                <a:gd name="connsiteY617" fmla="*/ 293541 h 1221162"/>
                <a:gd name="connsiteX618" fmla="*/ 1100640 w 1905657"/>
                <a:gd name="connsiteY618" fmla="*/ 292095 h 1221162"/>
                <a:gd name="connsiteX619" fmla="*/ 1099899 w 1905657"/>
                <a:gd name="connsiteY619" fmla="*/ 290077 h 1221162"/>
                <a:gd name="connsiteX620" fmla="*/ 1098216 w 1905657"/>
                <a:gd name="connsiteY620" fmla="*/ 288125 h 1221162"/>
                <a:gd name="connsiteX621" fmla="*/ 1096837 w 1905657"/>
                <a:gd name="connsiteY621" fmla="*/ 287554 h 1221162"/>
                <a:gd name="connsiteX622" fmla="*/ 1095961 w 1905657"/>
                <a:gd name="connsiteY622" fmla="*/ 286679 h 1221162"/>
                <a:gd name="connsiteX623" fmla="*/ 1094649 w 1905657"/>
                <a:gd name="connsiteY623" fmla="*/ 285434 h 1221162"/>
                <a:gd name="connsiteX624" fmla="*/ 1094582 w 1905657"/>
                <a:gd name="connsiteY624" fmla="*/ 283618 h 1221162"/>
                <a:gd name="connsiteX625" fmla="*/ 1096029 w 1905657"/>
                <a:gd name="connsiteY625" fmla="*/ 281936 h 1221162"/>
                <a:gd name="connsiteX626" fmla="*/ 1097846 w 1905657"/>
                <a:gd name="connsiteY626" fmla="*/ 280119 h 1221162"/>
                <a:gd name="connsiteX627" fmla="*/ 1102053 w 1905657"/>
                <a:gd name="connsiteY627" fmla="*/ 277731 h 1221162"/>
                <a:gd name="connsiteX628" fmla="*/ 1108010 w 1905657"/>
                <a:gd name="connsiteY628" fmla="*/ 276217 h 1221162"/>
                <a:gd name="connsiteX629" fmla="*/ 1110534 w 1905657"/>
                <a:gd name="connsiteY629" fmla="*/ 271743 h 1221162"/>
                <a:gd name="connsiteX630" fmla="*/ 1111274 w 1905657"/>
                <a:gd name="connsiteY630" fmla="*/ 270801 h 1221162"/>
                <a:gd name="connsiteX631" fmla="*/ 1112856 w 1905657"/>
                <a:gd name="connsiteY631" fmla="*/ 268850 h 1221162"/>
                <a:gd name="connsiteX632" fmla="*/ 1113428 w 1905657"/>
                <a:gd name="connsiteY632" fmla="*/ 266091 h 1221162"/>
                <a:gd name="connsiteX633" fmla="*/ 1109861 w 1905657"/>
                <a:gd name="connsiteY633" fmla="*/ 263266 h 1221162"/>
                <a:gd name="connsiteX634" fmla="*/ 1107269 w 1905657"/>
                <a:gd name="connsiteY634" fmla="*/ 260003 h 1221162"/>
                <a:gd name="connsiteX635" fmla="*/ 1103366 w 1905657"/>
                <a:gd name="connsiteY635" fmla="*/ 257614 h 1221162"/>
                <a:gd name="connsiteX636" fmla="*/ 1101784 w 1905657"/>
                <a:gd name="connsiteY636" fmla="*/ 257480 h 1221162"/>
                <a:gd name="connsiteX637" fmla="*/ 1095928 w 1905657"/>
                <a:gd name="connsiteY637" fmla="*/ 258421 h 1221162"/>
                <a:gd name="connsiteX638" fmla="*/ 1093034 w 1905657"/>
                <a:gd name="connsiteY638" fmla="*/ 258421 h 1221162"/>
                <a:gd name="connsiteX639" fmla="*/ 1089769 w 1905657"/>
                <a:gd name="connsiteY639" fmla="*/ 256403 h 1221162"/>
                <a:gd name="connsiteX640" fmla="*/ 1086942 w 1905657"/>
                <a:gd name="connsiteY640" fmla="*/ 255259 h 1221162"/>
                <a:gd name="connsiteX641" fmla="*/ 1085360 w 1905657"/>
                <a:gd name="connsiteY641" fmla="*/ 252366 h 1221162"/>
                <a:gd name="connsiteX642" fmla="*/ 1086875 w 1905657"/>
                <a:gd name="connsiteY642" fmla="*/ 250987 h 1221162"/>
                <a:gd name="connsiteX643" fmla="*/ 1088322 w 1905657"/>
                <a:gd name="connsiteY643" fmla="*/ 248733 h 1221162"/>
                <a:gd name="connsiteX644" fmla="*/ 1089634 w 1905657"/>
                <a:gd name="connsiteY644" fmla="*/ 246345 h 1221162"/>
                <a:gd name="connsiteX645" fmla="*/ 1090644 w 1905657"/>
                <a:gd name="connsiteY645" fmla="*/ 242140 h 1221162"/>
                <a:gd name="connsiteX646" fmla="*/ 1094043 w 1905657"/>
                <a:gd name="connsiteY646" fmla="*/ 236354 h 1221162"/>
                <a:gd name="connsiteX647" fmla="*/ 1093303 w 1905657"/>
                <a:gd name="connsiteY647" fmla="*/ 233158 h 1221162"/>
                <a:gd name="connsiteX648" fmla="*/ 1087884 w 1905657"/>
                <a:gd name="connsiteY648" fmla="*/ 228886 h 1221162"/>
                <a:gd name="connsiteX649" fmla="*/ 1085360 w 1905657"/>
                <a:gd name="connsiteY649" fmla="*/ 222427 h 1221162"/>
                <a:gd name="connsiteX650" fmla="*/ 1088692 w 1905657"/>
                <a:gd name="connsiteY650" fmla="*/ 216910 h 1221162"/>
                <a:gd name="connsiteX651" fmla="*/ 1091519 w 1905657"/>
                <a:gd name="connsiteY651" fmla="*/ 210452 h 1221162"/>
                <a:gd name="connsiteX652" fmla="*/ 1094346 w 1905657"/>
                <a:gd name="connsiteY652" fmla="*/ 204228 h 1221162"/>
                <a:gd name="connsiteX653" fmla="*/ 1096668 w 1905657"/>
                <a:gd name="connsiteY653" fmla="*/ 201604 h 1221162"/>
                <a:gd name="connsiteX654" fmla="*/ 1102019 w 1905657"/>
                <a:gd name="connsiteY654" fmla="*/ 199586 h 1221162"/>
                <a:gd name="connsiteX655" fmla="*/ 1105149 w 1905657"/>
                <a:gd name="connsiteY655" fmla="*/ 199148 h 1221162"/>
                <a:gd name="connsiteX656" fmla="*/ 1107606 w 1905657"/>
                <a:gd name="connsiteY656" fmla="*/ 199148 h 1221162"/>
                <a:gd name="connsiteX657" fmla="*/ 1110568 w 1905657"/>
                <a:gd name="connsiteY657" fmla="*/ 200090 h 1221162"/>
                <a:gd name="connsiteX658" fmla="*/ 1112890 w 1905657"/>
                <a:gd name="connsiteY658" fmla="*/ 199788 h 1221162"/>
                <a:gd name="connsiteX659" fmla="*/ 1114202 w 1905657"/>
                <a:gd name="connsiteY659" fmla="*/ 197769 h 1221162"/>
                <a:gd name="connsiteX660" fmla="*/ 1114202 w 1905657"/>
                <a:gd name="connsiteY660" fmla="*/ 196087 h 1221162"/>
                <a:gd name="connsiteX661" fmla="*/ 1113462 w 1905657"/>
                <a:gd name="connsiteY661" fmla="*/ 192454 h 1221162"/>
                <a:gd name="connsiteX662" fmla="*/ 1113159 w 1905657"/>
                <a:gd name="connsiteY662" fmla="*/ 188989 h 1221162"/>
                <a:gd name="connsiteX663" fmla="*/ 1114404 w 1905657"/>
                <a:gd name="connsiteY663" fmla="*/ 187173 h 1221162"/>
                <a:gd name="connsiteX664" fmla="*/ 1119924 w 1905657"/>
                <a:gd name="connsiteY664" fmla="*/ 184347 h 1221162"/>
                <a:gd name="connsiteX665" fmla="*/ 1119924 w 1905657"/>
                <a:gd name="connsiteY665" fmla="*/ 180344 h 1221162"/>
                <a:gd name="connsiteX666" fmla="*/ 1119385 w 1905657"/>
                <a:gd name="connsiteY666" fmla="*/ 176778 h 1221162"/>
                <a:gd name="connsiteX667" fmla="*/ 1121606 w 1905657"/>
                <a:gd name="connsiteY667" fmla="*/ 170992 h 1221162"/>
                <a:gd name="connsiteX668" fmla="*/ 1123558 w 1905657"/>
                <a:gd name="connsiteY668" fmla="*/ 167796 h 1221162"/>
                <a:gd name="connsiteX669" fmla="*/ 1126587 w 1905657"/>
                <a:gd name="connsiteY669" fmla="*/ 163894 h 1221162"/>
                <a:gd name="connsiteX670" fmla="*/ 1128472 w 1905657"/>
                <a:gd name="connsiteY670" fmla="*/ 159992 h 1221162"/>
                <a:gd name="connsiteX671" fmla="*/ 1128775 w 1905657"/>
                <a:gd name="connsiteY671" fmla="*/ 158041 h 1221162"/>
                <a:gd name="connsiteX672" fmla="*/ 1125880 w 1905657"/>
                <a:gd name="connsiteY672" fmla="*/ 154778 h 1221162"/>
                <a:gd name="connsiteX673" fmla="*/ 1123121 w 1905657"/>
                <a:gd name="connsiteY673" fmla="*/ 151515 h 1221162"/>
                <a:gd name="connsiteX674" fmla="*/ 1120799 w 1905657"/>
                <a:gd name="connsiteY674" fmla="*/ 149496 h 1221162"/>
                <a:gd name="connsiteX675" fmla="*/ 1116760 w 1905657"/>
                <a:gd name="connsiteY675" fmla="*/ 147411 h 1221162"/>
                <a:gd name="connsiteX676" fmla="*/ 1112688 w 1905657"/>
                <a:gd name="connsiteY676" fmla="*/ 146166 h 1221162"/>
                <a:gd name="connsiteX677" fmla="*/ 1107539 w 1905657"/>
                <a:gd name="connsiteY677" fmla="*/ 145662 h 1221162"/>
                <a:gd name="connsiteX678" fmla="*/ 1104274 w 1905657"/>
                <a:gd name="connsiteY678" fmla="*/ 145022 h 1221162"/>
                <a:gd name="connsiteX679" fmla="*/ 1100740 w 1905657"/>
                <a:gd name="connsiteY679" fmla="*/ 141995 h 1221162"/>
                <a:gd name="connsiteX680" fmla="*/ 1099058 w 1905657"/>
                <a:gd name="connsiteY680" fmla="*/ 139169 h 1221162"/>
                <a:gd name="connsiteX681" fmla="*/ 1099058 w 1905657"/>
                <a:gd name="connsiteY681" fmla="*/ 133888 h 1221162"/>
                <a:gd name="connsiteX682" fmla="*/ 1099361 w 1905657"/>
                <a:gd name="connsiteY682" fmla="*/ 130322 h 1221162"/>
                <a:gd name="connsiteX683" fmla="*/ 1102120 w 1905657"/>
                <a:gd name="connsiteY683" fmla="*/ 127799 h 1221162"/>
                <a:gd name="connsiteX684" fmla="*/ 1105149 w 1905657"/>
                <a:gd name="connsiteY684" fmla="*/ 127227 h 1221162"/>
                <a:gd name="connsiteX685" fmla="*/ 1108279 w 1905657"/>
                <a:gd name="connsiteY685" fmla="*/ 126588 h 1221162"/>
                <a:gd name="connsiteX686" fmla="*/ 1112048 w 1905657"/>
                <a:gd name="connsiteY686" fmla="*/ 125074 h 1221162"/>
                <a:gd name="connsiteX687" fmla="*/ 1115380 w 1905657"/>
                <a:gd name="connsiteY687" fmla="*/ 123426 h 1221162"/>
                <a:gd name="connsiteX688" fmla="*/ 1118746 w 1905657"/>
                <a:gd name="connsiteY688" fmla="*/ 122013 h 1221162"/>
                <a:gd name="connsiteX689" fmla="*/ 1118174 w 1905657"/>
                <a:gd name="connsiteY689" fmla="*/ 121340 h 1221162"/>
                <a:gd name="connsiteX690" fmla="*/ 1113260 w 1905657"/>
                <a:gd name="connsiteY690" fmla="*/ 117472 h 1221162"/>
                <a:gd name="connsiteX691" fmla="*/ 1108616 w 1905657"/>
                <a:gd name="connsiteY691" fmla="*/ 117472 h 1221162"/>
                <a:gd name="connsiteX692" fmla="*/ 1101649 w 1905657"/>
                <a:gd name="connsiteY692" fmla="*/ 103848 h 1221162"/>
                <a:gd name="connsiteX693" fmla="*/ 1096433 w 1905657"/>
                <a:gd name="connsiteY693" fmla="*/ 102536 h 1221162"/>
                <a:gd name="connsiteX694" fmla="*/ 1090341 w 1905657"/>
                <a:gd name="connsiteY694" fmla="*/ 98331 h 1221162"/>
                <a:gd name="connsiteX695" fmla="*/ 1086000 w 1905657"/>
                <a:gd name="connsiteY695" fmla="*/ 98331 h 1221162"/>
                <a:gd name="connsiteX696" fmla="*/ 1079706 w 1905657"/>
                <a:gd name="connsiteY696" fmla="*/ 100080 h 1221162"/>
                <a:gd name="connsiteX697" fmla="*/ 1076442 w 1905657"/>
                <a:gd name="connsiteY697" fmla="*/ 92242 h 1221162"/>
                <a:gd name="connsiteX698" fmla="*/ 1072672 w 1905657"/>
                <a:gd name="connsiteY698" fmla="*/ 90223 h 1221162"/>
                <a:gd name="connsiteX699" fmla="*/ 1064259 w 1905657"/>
                <a:gd name="connsiteY699" fmla="*/ 83832 h 1221162"/>
                <a:gd name="connsiteX700" fmla="*/ 1060792 w 1905657"/>
                <a:gd name="connsiteY700" fmla="*/ 80367 h 1221162"/>
                <a:gd name="connsiteX701" fmla="*/ 1055576 w 1905657"/>
                <a:gd name="connsiteY701" fmla="*/ 78618 h 1221162"/>
                <a:gd name="connsiteX702" fmla="*/ 1050932 w 1905657"/>
                <a:gd name="connsiteY702" fmla="*/ 81813 h 1221162"/>
                <a:gd name="connsiteX703" fmla="*/ 1046287 w 1905657"/>
                <a:gd name="connsiteY703" fmla="*/ 84437 h 1221162"/>
                <a:gd name="connsiteX704" fmla="*/ 1040499 w 1905657"/>
                <a:gd name="connsiteY704" fmla="*/ 76330 h 1221162"/>
                <a:gd name="connsiteX705" fmla="*/ 1033263 w 1905657"/>
                <a:gd name="connsiteY705" fmla="*/ 70544 h 1221162"/>
                <a:gd name="connsiteX706" fmla="*/ 1035282 w 1905657"/>
                <a:gd name="connsiteY706" fmla="*/ 67348 h 1221162"/>
                <a:gd name="connsiteX707" fmla="*/ 1033263 w 1905657"/>
                <a:gd name="connsiteY707" fmla="*/ 61697 h 1221162"/>
                <a:gd name="connsiteX708" fmla="*/ 1025152 w 1905657"/>
                <a:gd name="connsiteY708" fmla="*/ 60116 h 1221162"/>
                <a:gd name="connsiteX709" fmla="*/ 1019936 w 1905657"/>
                <a:gd name="connsiteY709" fmla="*/ 60116 h 1221162"/>
                <a:gd name="connsiteX710" fmla="*/ 1015864 w 1905657"/>
                <a:gd name="connsiteY710" fmla="*/ 58367 h 1221162"/>
                <a:gd name="connsiteX711" fmla="*/ 1006003 w 1905657"/>
                <a:gd name="connsiteY711" fmla="*/ 58367 h 1221162"/>
                <a:gd name="connsiteX712" fmla="*/ 997017 w 1905657"/>
                <a:gd name="connsiteY712" fmla="*/ 56617 h 1221162"/>
                <a:gd name="connsiteX713" fmla="*/ 981671 w 1905657"/>
                <a:gd name="connsiteY713" fmla="*/ 56617 h 1221162"/>
                <a:gd name="connsiteX714" fmla="*/ 967771 w 1905657"/>
                <a:gd name="connsiteY714" fmla="*/ 56617 h 1221162"/>
                <a:gd name="connsiteX715" fmla="*/ 963699 w 1905657"/>
                <a:gd name="connsiteY715" fmla="*/ 59813 h 1221162"/>
                <a:gd name="connsiteX716" fmla="*/ 958617 w 1905657"/>
                <a:gd name="connsiteY716" fmla="*/ 58299 h 1221162"/>
                <a:gd name="connsiteX717" fmla="*/ 948824 w 1905657"/>
                <a:gd name="connsiteY717" fmla="*/ 53388 h 1221162"/>
                <a:gd name="connsiteX718" fmla="*/ 938963 w 1905657"/>
                <a:gd name="connsiteY718" fmla="*/ 50495 h 1221162"/>
                <a:gd name="connsiteX719" fmla="*/ 934992 w 1905657"/>
                <a:gd name="connsiteY719" fmla="*/ 51874 h 1221162"/>
                <a:gd name="connsiteX720" fmla="*/ 929943 w 1905657"/>
                <a:gd name="connsiteY720" fmla="*/ 47366 h 1221162"/>
                <a:gd name="connsiteX721" fmla="*/ 930347 w 1905657"/>
                <a:gd name="connsiteY721" fmla="*/ 45718 h 1221162"/>
                <a:gd name="connsiteX722" fmla="*/ 930347 w 1905657"/>
                <a:gd name="connsiteY722" fmla="*/ 43599 h 1221162"/>
                <a:gd name="connsiteX723" fmla="*/ 926645 w 1905657"/>
                <a:gd name="connsiteY723" fmla="*/ 42724 h 1221162"/>
                <a:gd name="connsiteX724" fmla="*/ 922506 w 1905657"/>
                <a:gd name="connsiteY724" fmla="*/ 42724 h 1221162"/>
                <a:gd name="connsiteX725" fmla="*/ 919746 w 1905657"/>
                <a:gd name="connsiteY725" fmla="*/ 47366 h 1221162"/>
                <a:gd name="connsiteX726" fmla="*/ 917558 w 1905657"/>
                <a:gd name="connsiteY726" fmla="*/ 48073 h 1221162"/>
                <a:gd name="connsiteX727" fmla="*/ 911703 w 1905657"/>
                <a:gd name="connsiteY727" fmla="*/ 50091 h 1221162"/>
                <a:gd name="connsiteX728" fmla="*/ 906688 w 1905657"/>
                <a:gd name="connsiteY728" fmla="*/ 51403 h 1221162"/>
                <a:gd name="connsiteX729" fmla="*/ 902784 w 1905657"/>
                <a:gd name="connsiteY729" fmla="*/ 51538 h 1221162"/>
                <a:gd name="connsiteX730" fmla="*/ 896322 w 1905657"/>
                <a:gd name="connsiteY730" fmla="*/ 52547 h 1221162"/>
                <a:gd name="connsiteX731" fmla="*/ 887707 w 1905657"/>
                <a:gd name="connsiteY731" fmla="*/ 54195 h 1221162"/>
                <a:gd name="connsiteX732" fmla="*/ 882120 w 1905657"/>
                <a:gd name="connsiteY732" fmla="*/ 53119 h 1221162"/>
                <a:gd name="connsiteX733" fmla="*/ 876163 w 1905657"/>
                <a:gd name="connsiteY733" fmla="*/ 51807 h 1221162"/>
                <a:gd name="connsiteX734" fmla="*/ 872832 w 1905657"/>
                <a:gd name="connsiteY734" fmla="*/ 47905 h 1221162"/>
                <a:gd name="connsiteX735" fmla="*/ 864721 w 1905657"/>
                <a:gd name="connsiteY735" fmla="*/ 48544 h 1221162"/>
                <a:gd name="connsiteX736" fmla="*/ 859639 w 1905657"/>
                <a:gd name="connsiteY736" fmla="*/ 50562 h 1221162"/>
                <a:gd name="connsiteX737" fmla="*/ 854927 w 1905657"/>
                <a:gd name="connsiteY737" fmla="*/ 53321 h 1221162"/>
                <a:gd name="connsiteX738" fmla="*/ 851394 w 1905657"/>
                <a:gd name="connsiteY738" fmla="*/ 53960 h 1221162"/>
                <a:gd name="connsiteX739" fmla="*/ 848668 w 1905657"/>
                <a:gd name="connsiteY739" fmla="*/ 49620 h 1221162"/>
                <a:gd name="connsiteX740" fmla="*/ 845841 w 1905657"/>
                <a:gd name="connsiteY740" fmla="*/ 47871 h 1221162"/>
                <a:gd name="connsiteX741" fmla="*/ 841163 w 1905657"/>
                <a:gd name="connsiteY741" fmla="*/ 49048 h 1221162"/>
                <a:gd name="connsiteX742" fmla="*/ 836720 w 1905657"/>
                <a:gd name="connsiteY742" fmla="*/ 51336 h 1221162"/>
                <a:gd name="connsiteX743" fmla="*/ 832480 w 1905657"/>
                <a:gd name="connsiteY743" fmla="*/ 53724 h 1221162"/>
                <a:gd name="connsiteX744" fmla="*/ 828239 w 1905657"/>
                <a:gd name="connsiteY744" fmla="*/ 54801 h 1221162"/>
                <a:gd name="connsiteX745" fmla="*/ 821609 w 1905657"/>
                <a:gd name="connsiteY745" fmla="*/ 54801 h 1221162"/>
                <a:gd name="connsiteX746" fmla="*/ 816729 w 1905657"/>
                <a:gd name="connsiteY746" fmla="*/ 54263 h 1221162"/>
                <a:gd name="connsiteX747" fmla="*/ 812287 w 1905657"/>
                <a:gd name="connsiteY747" fmla="*/ 56012 h 1221162"/>
                <a:gd name="connsiteX748" fmla="*/ 809898 w 1905657"/>
                <a:gd name="connsiteY748" fmla="*/ 60149 h 1221162"/>
                <a:gd name="connsiteX749" fmla="*/ 807172 w 1905657"/>
                <a:gd name="connsiteY749" fmla="*/ 65700 h 1221162"/>
                <a:gd name="connsiteX750" fmla="*/ 803907 w 1905657"/>
                <a:gd name="connsiteY750" fmla="*/ 68526 h 1221162"/>
                <a:gd name="connsiteX751" fmla="*/ 802056 w 1905657"/>
                <a:gd name="connsiteY751" fmla="*/ 71991 h 1221162"/>
                <a:gd name="connsiteX752" fmla="*/ 800003 w 1905657"/>
                <a:gd name="connsiteY752" fmla="*/ 75691 h 1221162"/>
                <a:gd name="connsiteX753" fmla="*/ 798152 w 1905657"/>
                <a:gd name="connsiteY753" fmla="*/ 77979 h 1221162"/>
                <a:gd name="connsiteX754" fmla="*/ 794888 w 1905657"/>
                <a:gd name="connsiteY754" fmla="*/ 82116 h 1221162"/>
                <a:gd name="connsiteX755" fmla="*/ 791287 w 1905657"/>
                <a:gd name="connsiteY755" fmla="*/ 84303 h 1221162"/>
                <a:gd name="connsiteX756" fmla="*/ 788022 w 1905657"/>
                <a:gd name="connsiteY756" fmla="*/ 85817 h 1221162"/>
                <a:gd name="connsiteX757" fmla="*/ 785431 w 1905657"/>
                <a:gd name="connsiteY757" fmla="*/ 86153 h 1221162"/>
                <a:gd name="connsiteX758" fmla="*/ 780012 w 1905657"/>
                <a:gd name="connsiteY758" fmla="*/ 86153 h 1221162"/>
                <a:gd name="connsiteX759" fmla="*/ 773281 w 1905657"/>
                <a:gd name="connsiteY759" fmla="*/ 86254 h 1221162"/>
                <a:gd name="connsiteX760" fmla="*/ 766853 w 1905657"/>
                <a:gd name="connsiteY760" fmla="*/ 86691 h 1221162"/>
                <a:gd name="connsiteX761" fmla="*/ 761199 w 1905657"/>
                <a:gd name="connsiteY761" fmla="*/ 87230 h 1221162"/>
                <a:gd name="connsiteX762" fmla="*/ 751641 w 1905657"/>
                <a:gd name="connsiteY762" fmla="*/ 90257 h 1221162"/>
                <a:gd name="connsiteX763" fmla="*/ 750564 w 1905657"/>
                <a:gd name="connsiteY763" fmla="*/ 92982 h 1221162"/>
                <a:gd name="connsiteX764" fmla="*/ 748411 w 1905657"/>
                <a:gd name="connsiteY764" fmla="*/ 95707 h 1221162"/>
                <a:gd name="connsiteX765" fmla="*/ 746896 w 1905657"/>
                <a:gd name="connsiteY765" fmla="*/ 96918 h 1221162"/>
                <a:gd name="connsiteX766" fmla="*/ 743295 w 1905657"/>
                <a:gd name="connsiteY766" fmla="*/ 96817 h 1221162"/>
                <a:gd name="connsiteX767" fmla="*/ 740367 w 1905657"/>
                <a:gd name="connsiteY767" fmla="*/ 96379 h 1221162"/>
                <a:gd name="connsiteX768" fmla="*/ 737641 w 1905657"/>
                <a:gd name="connsiteY768" fmla="*/ 94731 h 1221162"/>
                <a:gd name="connsiteX769" fmla="*/ 738617 w 1905657"/>
                <a:gd name="connsiteY769" fmla="*/ 93520 h 1221162"/>
                <a:gd name="connsiteX770" fmla="*/ 742084 w 1905657"/>
                <a:gd name="connsiteY770" fmla="*/ 91569 h 1221162"/>
                <a:gd name="connsiteX771" fmla="*/ 745011 w 1905657"/>
                <a:gd name="connsiteY771" fmla="*/ 88541 h 1221162"/>
                <a:gd name="connsiteX772" fmla="*/ 743834 w 1905657"/>
                <a:gd name="connsiteY772" fmla="*/ 86624 h 1221162"/>
                <a:gd name="connsiteX773" fmla="*/ 739593 w 1905657"/>
                <a:gd name="connsiteY773" fmla="*/ 86119 h 1221162"/>
                <a:gd name="connsiteX774" fmla="*/ 734713 w 1905657"/>
                <a:gd name="connsiteY774" fmla="*/ 86119 h 1221162"/>
                <a:gd name="connsiteX775" fmla="*/ 732223 w 1905657"/>
                <a:gd name="connsiteY775" fmla="*/ 85245 h 1221162"/>
                <a:gd name="connsiteX776" fmla="*/ 728184 w 1905657"/>
                <a:gd name="connsiteY776" fmla="*/ 81443 h 1221162"/>
                <a:gd name="connsiteX777" fmla="*/ 725357 w 1905657"/>
                <a:gd name="connsiteY777" fmla="*/ 79257 h 1221162"/>
                <a:gd name="connsiteX778" fmla="*/ 723170 w 1905657"/>
                <a:gd name="connsiteY778" fmla="*/ 76431 h 1221162"/>
                <a:gd name="connsiteX779" fmla="*/ 720881 w 1905657"/>
                <a:gd name="connsiteY779" fmla="*/ 72966 h 1221162"/>
                <a:gd name="connsiteX780" fmla="*/ 719131 w 1905657"/>
                <a:gd name="connsiteY780" fmla="*/ 70241 h 1221162"/>
                <a:gd name="connsiteX781" fmla="*/ 714251 w 1905657"/>
                <a:gd name="connsiteY781" fmla="*/ 67416 h 1221162"/>
                <a:gd name="connsiteX782" fmla="*/ 712299 w 1905657"/>
                <a:gd name="connsiteY782" fmla="*/ 68728 h 1221162"/>
                <a:gd name="connsiteX783" fmla="*/ 710886 w 1905657"/>
                <a:gd name="connsiteY783" fmla="*/ 71318 h 1221162"/>
                <a:gd name="connsiteX784" fmla="*/ 710112 w 1905657"/>
                <a:gd name="connsiteY784" fmla="*/ 74783 h 1221162"/>
                <a:gd name="connsiteX785" fmla="*/ 708698 w 1905657"/>
                <a:gd name="connsiteY785" fmla="*/ 77407 h 1221162"/>
                <a:gd name="connsiteX786" fmla="*/ 705333 w 1905657"/>
                <a:gd name="connsiteY786" fmla="*/ 77844 h 1221162"/>
                <a:gd name="connsiteX787" fmla="*/ 700756 w 1905657"/>
                <a:gd name="connsiteY787" fmla="*/ 76767 h 1221162"/>
                <a:gd name="connsiteX788" fmla="*/ 699914 w 1905657"/>
                <a:gd name="connsiteY788" fmla="*/ 76532 h 1221162"/>
                <a:gd name="connsiteX789" fmla="*/ 693284 w 1905657"/>
                <a:gd name="connsiteY789" fmla="*/ 76196 h 1221162"/>
                <a:gd name="connsiteX790" fmla="*/ 689683 w 1905657"/>
                <a:gd name="connsiteY790" fmla="*/ 76397 h 1221162"/>
                <a:gd name="connsiteX791" fmla="*/ 681640 w 1905657"/>
                <a:gd name="connsiteY791" fmla="*/ 80535 h 1221162"/>
                <a:gd name="connsiteX792" fmla="*/ 673697 w 1905657"/>
                <a:gd name="connsiteY792" fmla="*/ 81073 h 1221162"/>
                <a:gd name="connsiteX793" fmla="*/ 663803 w 1905657"/>
                <a:gd name="connsiteY793" fmla="*/ 83798 h 1221162"/>
                <a:gd name="connsiteX794" fmla="*/ 654885 w 1905657"/>
                <a:gd name="connsiteY794" fmla="*/ 82688 h 1221162"/>
                <a:gd name="connsiteX795" fmla="*/ 647918 w 1905657"/>
                <a:gd name="connsiteY795" fmla="*/ 81713 h 1221162"/>
                <a:gd name="connsiteX796" fmla="*/ 642601 w 1905657"/>
                <a:gd name="connsiteY796" fmla="*/ 82049 h 1221162"/>
                <a:gd name="connsiteX797" fmla="*/ 640413 w 1905657"/>
                <a:gd name="connsiteY797" fmla="*/ 84976 h 1221162"/>
                <a:gd name="connsiteX798" fmla="*/ 642601 w 1905657"/>
                <a:gd name="connsiteY798" fmla="*/ 87162 h 1221162"/>
                <a:gd name="connsiteX799" fmla="*/ 644654 w 1905657"/>
                <a:gd name="connsiteY799" fmla="*/ 90190 h 1221162"/>
                <a:gd name="connsiteX800" fmla="*/ 644654 w 1905657"/>
                <a:gd name="connsiteY800" fmla="*/ 91939 h 1221162"/>
                <a:gd name="connsiteX801" fmla="*/ 640951 w 1905657"/>
                <a:gd name="connsiteY801" fmla="*/ 92275 h 1221162"/>
                <a:gd name="connsiteX802" fmla="*/ 635197 w 1905657"/>
                <a:gd name="connsiteY802" fmla="*/ 91300 h 1221162"/>
                <a:gd name="connsiteX803" fmla="*/ 629980 w 1905657"/>
                <a:gd name="connsiteY803" fmla="*/ 91300 h 1221162"/>
                <a:gd name="connsiteX804" fmla="*/ 624562 w 1905657"/>
                <a:gd name="connsiteY804" fmla="*/ 92275 h 1221162"/>
                <a:gd name="connsiteX805" fmla="*/ 620759 w 1905657"/>
                <a:gd name="connsiteY805" fmla="*/ 92713 h 1221162"/>
                <a:gd name="connsiteX806" fmla="*/ 616182 w 1905657"/>
                <a:gd name="connsiteY806" fmla="*/ 93486 h 1221162"/>
                <a:gd name="connsiteX807" fmla="*/ 612816 w 1905657"/>
                <a:gd name="connsiteY807" fmla="*/ 93924 h 1221162"/>
                <a:gd name="connsiteX808" fmla="*/ 608811 w 1905657"/>
                <a:gd name="connsiteY808" fmla="*/ 94025 h 1221162"/>
                <a:gd name="connsiteX809" fmla="*/ 605345 w 1905657"/>
                <a:gd name="connsiteY809" fmla="*/ 93251 h 1221162"/>
                <a:gd name="connsiteX810" fmla="*/ 601004 w 1905657"/>
                <a:gd name="connsiteY810" fmla="*/ 91064 h 1221162"/>
                <a:gd name="connsiteX811" fmla="*/ 598816 w 1905657"/>
                <a:gd name="connsiteY811" fmla="*/ 89315 h 1221162"/>
                <a:gd name="connsiteX812" fmla="*/ 595888 w 1905657"/>
                <a:gd name="connsiteY812" fmla="*/ 87566 h 1221162"/>
                <a:gd name="connsiteX813" fmla="*/ 591109 w 1905657"/>
                <a:gd name="connsiteY813" fmla="*/ 86153 h 1221162"/>
                <a:gd name="connsiteX814" fmla="*/ 586431 w 1905657"/>
                <a:gd name="connsiteY814" fmla="*/ 86052 h 1221162"/>
                <a:gd name="connsiteX815" fmla="*/ 582090 w 1905657"/>
                <a:gd name="connsiteY815" fmla="*/ 86254 h 1221162"/>
                <a:gd name="connsiteX816" fmla="*/ 571657 w 1905657"/>
                <a:gd name="connsiteY816" fmla="*/ 85817 h 1221162"/>
                <a:gd name="connsiteX817" fmla="*/ 561998 w 1905657"/>
                <a:gd name="connsiteY817" fmla="*/ 85278 h 1221162"/>
                <a:gd name="connsiteX818" fmla="*/ 556512 w 1905657"/>
                <a:gd name="connsiteY818" fmla="*/ 84639 h 1221162"/>
                <a:gd name="connsiteX819" fmla="*/ 549512 w 1905657"/>
                <a:gd name="connsiteY819" fmla="*/ 82688 h 1221162"/>
                <a:gd name="connsiteX820" fmla="*/ 549512 w 1905657"/>
                <a:gd name="connsiteY820" fmla="*/ 79997 h 1221162"/>
                <a:gd name="connsiteX821" fmla="*/ 547897 w 1905657"/>
                <a:gd name="connsiteY821" fmla="*/ 75658 h 1221162"/>
                <a:gd name="connsiteX822" fmla="*/ 544195 w 1905657"/>
                <a:gd name="connsiteY822" fmla="*/ 73168 h 1221162"/>
                <a:gd name="connsiteX823" fmla="*/ 539954 w 1905657"/>
                <a:gd name="connsiteY823" fmla="*/ 72394 h 1221162"/>
                <a:gd name="connsiteX824" fmla="*/ 537026 w 1905657"/>
                <a:gd name="connsiteY824" fmla="*/ 71957 h 1221162"/>
                <a:gd name="connsiteX825" fmla="*/ 533324 w 1905657"/>
                <a:gd name="connsiteY825" fmla="*/ 71856 h 1221162"/>
                <a:gd name="connsiteX826" fmla="*/ 525180 w 1905657"/>
                <a:gd name="connsiteY826" fmla="*/ 71318 h 1221162"/>
                <a:gd name="connsiteX827" fmla="*/ 521377 w 1905657"/>
                <a:gd name="connsiteY827" fmla="*/ 69905 h 1221162"/>
                <a:gd name="connsiteX828" fmla="*/ 516160 w 1905657"/>
                <a:gd name="connsiteY828" fmla="*/ 68055 h 1221162"/>
                <a:gd name="connsiteX829" fmla="*/ 514107 w 1905657"/>
                <a:gd name="connsiteY829" fmla="*/ 66205 h 1221162"/>
                <a:gd name="connsiteX830" fmla="*/ 511920 w 1905657"/>
                <a:gd name="connsiteY830" fmla="*/ 64792 h 1221162"/>
                <a:gd name="connsiteX831" fmla="*/ 510405 w 1905657"/>
                <a:gd name="connsiteY831" fmla="*/ 62942 h 1221162"/>
                <a:gd name="connsiteX832" fmla="*/ 509766 w 1905657"/>
                <a:gd name="connsiteY832" fmla="*/ 60217 h 1221162"/>
                <a:gd name="connsiteX833" fmla="*/ 508352 w 1905657"/>
                <a:gd name="connsiteY833" fmla="*/ 56416 h 1221162"/>
                <a:gd name="connsiteX834" fmla="*/ 506064 w 1905657"/>
                <a:gd name="connsiteY834" fmla="*/ 52715 h 1221162"/>
                <a:gd name="connsiteX835" fmla="*/ 506064 w 1905657"/>
                <a:gd name="connsiteY835" fmla="*/ 48712 h 1221162"/>
                <a:gd name="connsiteX836" fmla="*/ 507376 w 1905657"/>
                <a:gd name="connsiteY836" fmla="*/ 45684 h 1221162"/>
                <a:gd name="connsiteX837" fmla="*/ 507814 w 1905657"/>
                <a:gd name="connsiteY837" fmla="*/ 40369 h 1221162"/>
                <a:gd name="connsiteX838" fmla="*/ 508352 w 1905657"/>
                <a:gd name="connsiteY838" fmla="*/ 36030 h 1221162"/>
                <a:gd name="connsiteX839" fmla="*/ 507713 w 1905657"/>
                <a:gd name="connsiteY839" fmla="*/ 33843 h 1221162"/>
                <a:gd name="connsiteX840" fmla="*/ 505324 w 1905657"/>
                <a:gd name="connsiteY840" fmla="*/ 32094 h 1221162"/>
                <a:gd name="connsiteX841" fmla="*/ 500646 w 1905657"/>
                <a:gd name="connsiteY841" fmla="*/ 28495 h 1221162"/>
                <a:gd name="connsiteX842" fmla="*/ 498021 w 1905657"/>
                <a:gd name="connsiteY842" fmla="*/ 27082 h 1221162"/>
                <a:gd name="connsiteX843" fmla="*/ 495093 w 1905657"/>
                <a:gd name="connsiteY843" fmla="*/ 27082 h 1221162"/>
                <a:gd name="connsiteX844" fmla="*/ 492602 w 1905657"/>
                <a:gd name="connsiteY844" fmla="*/ 28394 h 1221162"/>
                <a:gd name="connsiteX845" fmla="*/ 491290 w 1905657"/>
                <a:gd name="connsiteY845" fmla="*/ 30580 h 1221162"/>
                <a:gd name="connsiteX846" fmla="*/ 490314 w 1905657"/>
                <a:gd name="connsiteY846" fmla="*/ 32430 h 1221162"/>
                <a:gd name="connsiteX847" fmla="*/ 487386 w 1905657"/>
                <a:gd name="connsiteY847" fmla="*/ 32767 h 1221162"/>
                <a:gd name="connsiteX848" fmla="*/ 482708 w 1905657"/>
                <a:gd name="connsiteY848" fmla="*/ 31690 h 1221162"/>
                <a:gd name="connsiteX849" fmla="*/ 478804 w 1905657"/>
                <a:gd name="connsiteY849" fmla="*/ 29066 h 1221162"/>
                <a:gd name="connsiteX850" fmla="*/ 476212 w 1905657"/>
                <a:gd name="connsiteY850" fmla="*/ 25703 h 1221162"/>
                <a:gd name="connsiteX851" fmla="*/ 475438 w 1905657"/>
                <a:gd name="connsiteY851" fmla="*/ 24626 h 1221162"/>
                <a:gd name="connsiteX852" fmla="*/ 472611 w 1905657"/>
                <a:gd name="connsiteY852" fmla="*/ 22776 h 1221162"/>
                <a:gd name="connsiteX853" fmla="*/ 470323 w 1905657"/>
                <a:gd name="connsiteY853" fmla="*/ 21027 h 1221162"/>
                <a:gd name="connsiteX854" fmla="*/ 466621 w 1905657"/>
                <a:gd name="connsiteY854" fmla="*/ 19614 h 1221162"/>
                <a:gd name="connsiteX855" fmla="*/ 461505 w 1905657"/>
                <a:gd name="connsiteY855" fmla="*/ 19076 h 1221162"/>
                <a:gd name="connsiteX856" fmla="*/ 456726 w 1905657"/>
                <a:gd name="connsiteY856" fmla="*/ 19076 h 1221162"/>
                <a:gd name="connsiteX857" fmla="*/ 452284 w 1905657"/>
                <a:gd name="connsiteY857" fmla="*/ 19076 h 1221162"/>
                <a:gd name="connsiteX858" fmla="*/ 448818 w 1905657"/>
                <a:gd name="connsiteY858" fmla="*/ 18975 h 1221162"/>
                <a:gd name="connsiteX859" fmla="*/ 446967 w 1905657"/>
                <a:gd name="connsiteY859" fmla="*/ 21262 h 1221162"/>
                <a:gd name="connsiteX860" fmla="*/ 446967 w 1905657"/>
                <a:gd name="connsiteY860" fmla="*/ 22675 h 1221162"/>
                <a:gd name="connsiteX861" fmla="*/ 449995 w 1905657"/>
                <a:gd name="connsiteY861" fmla="*/ 25265 h 1221162"/>
                <a:gd name="connsiteX862" fmla="*/ 450197 w 1905657"/>
                <a:gd name="connsiteY862" fmla="*/ 26342 h 1221162"/>
                <a:gd name="connsiteX863" fmla="*/ 449423 w 1905657"/>
                <a:gd name="connsiteY863" fmla="*/ 27216 h 1221162"/>
                <a:gd name="connsiteX864" fmla="*/ 446933 w 1905657"/>
                <a:gd name="connsiteY864" fmla="*/ 29403 h 1221162"/>
                <a:gd name="connsiteX865" fmla="*/ 445957 w 1905657"/>
                <a:gd name="connsiteY865" fmla="*/ 30614 h 1221162"/>
                <a:gd name="connsiteX866" fmla="*/ 444442 w 1905657"/>
                <a:gd name="connsiteY866" fmla="*/ 31489 h 1221162"/>
                <a:gd name="connsiteX867" fmla="*/ 441514 w 1905657"/>
                <a:gd name="connsiteY867" fmla="*/ 32700 h 1221162"/>
                <a:gd name="connsiteX868" fmla="*/ 439865 w 1905657"/>
                <a:gd name="connsiteY868" fmla="*/ 33137 h 1221162"/>
                <a:gd name="connsiteX869" fmla="*/ 438014 w 1905657"/>
                <a:gd name="connsiteY869" fmla="*/ 34112 h 1221162"/>
                <a:gd name="connsiteX870" fmla="*/ 435288 w 1905657"/>
                <a:gd name="connsiteY870" fmla="*/ 34886 h 1221162"/>
                <a:gd name="connsiteX871" fmla="*/ 430812 w 1905657"/>
                <a:gd name="connsiteY871" fmla="*/ 35660 h 1221162"/>
                <a:gd name="connsiteX872" fmla="*/ 427985 w 1905657"/>
                <a:gd name="connsiteY872" fmla="*/ 36097 h 1221162"/>
                <a:gd name="connsiteX873" fmla="*/ 426235 w 1905657"/>
                <a:gd name="connsiteY873" fmla="*/ 37947 h 1221162"/>
                <a:gd name="connsiteX874" fmla="*/ 421658 w 1905657"/>
                <a:gd name="connsiteY874" fmla="*/ 39798 h 1221162"/>
                <a:gd name="connsiteX875" fmla="*/ 419605 w 1905657"/>
                <a:gd name="connsiteY875" fmla="*/ 42085 h 1221162"/>
                <a:gd name="connsiteX876" fmla="*/ 417115 w 1905657"/>
                <a:gd name="connsiteY876" fmla="*/ 45449 h 1221162"/>
                <a:gd name="connsiteX877" fmla="*/ 415802 w 1905657"/>
                <a:gd name="connsiteY877" fmla="*/ 47736 h 1221162"/>
                <a:gd name="connsiteX878" fmla="*/ 413312 w 1905657"/>
                <a:gd name="connsiteY878" fmla="*/ 49048 h 1221162"/>
                <a:gd name="connsiteX879" fmla="*/ 408735 w 1905657"/>
                <a:gd name="connsiteY879" fmla="*/ 50360 h 1221162"/>
                <a:gd name="connsiteX880" fmla="*/ 402643 w 1905657"/>
                <a:gd name="connsiteY880" fmla="*/ 50562 h 1221162"/>
                <a:gd name="connsiteX881" fmla="*/ 398605 w 1905657"/>
                <a:gd name="connsiteY881" fmla="*/ 51000 h 1221162"/>
                <a:gd name="connsiteX882" fmla="*/ 394364 w 1905657"/>
                <a:gd name="connsiteY882" fmla="*/ 51201 h 1221162"/>
                <a:gd name="connsiteX883" fmla="*/ 390326 w 1905657"/>
                <a:gd name="connsiteY883" fmla="*/ 51302 h 1221162"/>
                <a:gd name="connsiteX884" fmla="*/ 385883 w 1905657"/>
                <a:gd name="connsiteY884" fmla="*/ 51403 h 1221162"/>
                <a:gd name="connsiteX885" fmla="*/ 381744 w 1905657"/>
                <a:gd name="connsiteY885" fmla="*/ 49217 h 1221162"/>
                <a:gd name="connsiteX886" fmla="*/ 374037 w 1905657"/>
                <a:gd name="connsiteY886" fmla="*/ 48678 h 1221162"/>
                <a:gd name="connsiteX887" fmla="*/ 368619 w 1905657"/>
                <a:gd name="connsiteY887" fmla="*/ 45853 h 1221162"/>
                <a:gd name="connsiteX888" fmla="*/ 368619 w 1905657"/>
                <a:gd name="connsiteY888" fmla="*/ 41816 h 1221162"/>
                <a:gd name="connsiteX889" fmla="*/ 367104 w 1905657"/>
                <a:gd name="connsiteY889" fmla="*/ 38889 h 1221162"/>
                <a:gd name="connsiteX890" fmla="*/ 364378 w 1905657"/>
                <a:gd name="connsiteY890" fmla="*/ 35189 h 1221162"/>
                <a:gd name="connsiteX891" fmla="*/ 360474 w 1905657"/>
                <a:gd name="connsiteY891" fmla="*/ 32901 h 1221162"/>
                <a:gd name="connsiteX892" fmla="*/ 353844 w 1905657"/>
                <a:gd name="connsiteY892" fmla="*/ 30849 h 1221162"/>
                <a:gd name="connsiteX893" fmla="*/ 350681 w 1905657"/>
                <a:gd name="connsiteY893" fmla="*/ 30513 h 1221162"/>
                <a:gd name="connsiteX894" fmla="*/ 345666 w 1905657"/>
                <a:gd name="connsiteY894" fmla="*/ 28999 h 1221162"/>
                <a:gd name="connsiteX895" fmla="*/ 339036 w 1905657"/>
                <a:gd name="connsiteY895" fmla="*/ 25837 h 1221162"/>
                <a:gd name="connsiteX896" fmla="*/ 338397 w 1905657"/>
                <a:gd name="connsiteY896" fmla="*/ 24525 h 1221162"/>
                <a:gd name="connsiteX897" fmla="*/ 335233 w 1905657"/>
                <a:gd name="connsiteY897" fmla="*/ 21800 h 1221162"/>
                <a:gd name="connsiteX898" fmla="*/ 332070 w 1905657"/>
                <a:gd name="connsiteY898" fmla="*/ 19311 h 1221162"/>
                <a:gd name="connsiteX899" fmla="*/ 329478 w 1905657"/>
                <a:gd name="connsiteY899" fmla="*/ 19513 h 1221162"/>
                <a:gd name="connsiteX900" fmla="*/ 328603 w 1905657"/>
                <a:gd name="connsiteY900" fmla="*/ 21363 h 1221162"/>
                <a:gd name="connsiteX901" fmla="*/ 328603 w 1905657"/>
                <a:gd name="connsiteY901" fmla="*/ 22675 h 1221162"/>
                <a:gd name="connsiteX902" fmla="*/ 329243 w 1905657"/>
                <a:gd name="connsiteY902" fmla="*/ 25837 h 1221162"/>
                <a:gd name="connsiteX903" fmla="*/ 328603 w 1905657"/>
                <a:gd name="connsiteY903" fmla="*/ 26611 h 1221162"/>
                <a:gd name="connsiteX904" fmla="*/ 325675 w 1905657"/>
                <a:gd name="connsiteY904" fmla="*/ 27586 h 1221162"/>
                <a:gd name="connsiteX905" fmla="*/ 324464 w 1905657"/>
                <a:gd name="connsiteY905" fmla="*/ 28225 h 1221162"/>
                <a:gd name="connsiteX906" fmla="*/ 321199 w 1905657"/>
                <a:gd name="connsiteY906" fmla="*/ 28764 h 1221162"/>
                <a:gd name="connsiteX907" fmla="*/ 319012 w 1905657"/>
                <a:gd name="connsiteY907" fmla="*/ 28764 h 1221162"/>
                <a:gd name="connsiteX908" fmla="*/ 312045 w 1905657"/>
                <a:gd name="connsiteY908" fmla="*/ 23550 h 1221162"/>
                <a:gd name="connsiteX909" fmla="*/ 309016 w 1905657"/>
                <a:gd name="connsiteY909" fmla="*/ 20623 h 1221162"/>
                <a:gd name="connsiteX910" fmla="*/ 303901 w 1905657"/>
                <a:gd name="connsiteY910" fmla="*/ 17259 h 1221162"/>
                <a:gd name="connsiteX911" fmla="*/ 299559 w 1905657"/>
                <a:gd name="connsiteY911" fmla="*/ 13693 h 1221162"/>
                <a:gd name="connsiteX912" fmla="*/ 295319 w 1905657"/>
                <a:gd name="connsiteY912" fmla="*/ 10430 h 1221162"/>
                <a:gd name="connsiteX913" fmla="*/ 291718 w 1905657"/>
                <a:gd name="connsiteY913" fmla="*/ 8143 h 1221162"/>
                <a:gd name="connsiteX914" fmla="*/ 289026 w 1905657"/>
                <a:gd name="connsiteY914" fmla="*/ 5317 h 1221162"/>
                <a:gd name="connsiteX915" fmla="*/ 288487 w 1905657"/>
                <a:gd name="connsiteY915" fmla="*/ 3265 h 1221162"/>
                <a:gd name="connsiteX916" fmla="*/ 287713 w 1905657"/>
                <a:gd name="connsiteY916" fmla="*/ 1583 h 1221162"/>
                <a:gd name="connsiteX917" fmla="*/ 284886 w 1905657"/>
                <a:gd name="connsiteY917" fmla="*/ 977 h 1221162"/>
                <a:gd name="connsiteX918" fmla="*/ 282497 w 1905657"/>
                <a:gd name="connsiteY918" fmla="*/ 977 h 1221162"/>
                <a:gd name="connsiteX919" fmla="*/ 279468 w 1905657"/>
                <a:gd name="connsiteY919" fmla="*/ 204 h 1221162"/>
                <a:gd name="connsiteX920" fmla="*/ 276304 w 1905657"/>
                <a:gd name="connsiteY920" fmla="*/ 1078 h 1221162"/>
                <a:gd name="connsiteX921" fmla="*/ 273275 w 1905657"/>
                <a:gd name="connsiteY921" fmla="*/ 1617 h 1221162"/>
                <a:gd name="connsiteX922" fmla="*/ 269270 w 1905657"/>
                <a:gd name="connsiteY922" fmla="*/ 3130 h 1221162"/>
                <a:gd name="connsiteX923" fmla="*/ 265905 w 1905657"/>
                <a:gd name="connsiteY923" fmla="*/ 4207 h 1221162"/>
                <a:gd name="connsiteX924" fmla="*/ 262304 w 1905657"/>
                <a:gd name="connsiteY924" fmla="*/ 4981 h 1221162"/>
                <a:gd name="connsiteX925" fmla="*/ 259813 w 1905657"/>
                <a:gd name="connsiteY925" fmla="*/ 6494 h 1221162"/>
                <a:gd name="connsiteX926" fmla="*/ 257760 w 1905657"/>
                <a:gd name="connsiteY926" fmla="*/ 9522 h 1221162"/>
                <a:gd name="connsiteX927" fmla="*/ 257323 w 1905657"/>
                <a:gd name="connsiteY927" fmla="*/ 11910 h 1221162"/>
                <a:gd name="connsiteX928" fmla="*/ 257323 w 1905657"/>
                <a:gd name="connsiteY928" fmla="*/ 15712 h 1221162"/>
                <a:gd name="connsiteX929" fmla="*/ 258400 w 1905657"/>
                <a:gd name="connsiteY929" fmla="*/ 18739 h 1221162"/>
                <a:gd name="connsiteX930" fmla="*/ 258063 w 1905657"/>
                <a:gd name="connsiteY930" fmla="*/ 20926 h 1221162"/>
                <a:gd name="connsiteX931" fmla="*/ 257289 w 1905657"/>
                <a:gd name="connsiteY931" fmla="*/ 22137 h 1221162"/>
                <a:gd name="connsiteX932" fmla="*/ 253688 w 1905657"/>
                <a:gd name="connsiteY932" fmla="*/ 24963 h 1221162"/>
                <a:gd name="connsiteX933" fmla="*/ 251635 w 1905657"/>
                <a:gd name="connsiteY933" fmla="*/ 26174 h 1221162"/>
                <a:gd name="connsiteX934" fmla="*/ 247731 w 1905657"/>
                <a:gd name="connsiteY934" fmla="*/ 28125 h 1221162"/>
                <a:gd name="connsiteX935" fmla="*/ 245140 w 1905657"/>
                <a:gd name="connsiteY935" fmla="*/ 29201 h 1221162"/>
                <a:gd name="connsiteX936" fmla="*/ 243289 w 1905657"/>
                <a:gd name="connsiteY936" fmla="*/ 30614 h 1221162"/>
                <a:gd name="connsiteX937" fmla="*/ 241976 w 1905657"/>
                <a:gd name="connsiteY937" fmla="*/ 34314 h 1221162"/>
                <a:gd name="connsiteX938" fmla="*/ 237097 w 1905657"/>
                <a:gd name="connsiteY938" fmla="*/ 36938 h 1221162"/>
                <a:gd name="connsiteX939" fmla="*/ 234270 w 1905657"/>
                <a:gd name="connsiteY939" fmla="*/ 38250 h 1221162"/>
                <a:gd name="connsiteX940" fmla="*/ 230029 w 1905657"/>
                <a:gd name="connsiteY940" fmla="*/ 42590 h 1221162"/>
                <a:gd name="connsiteX941" fmla="*/ 228178 w 1905657"/>
                <a:gd name="connsiteY941" fmla="*/ 45180 h 1221162"/>
                <a:gd name="connsiteX942" fmla="*/ 223837 w 1905657"/>
                <a:gd name="connsiteY942" fmla="*/ 48544 h 1221162"/>
                <a:gd name="connsiteX943" fmla="*/ 215894 w 1905657"/>
                <a:gd name="connsiteY943" fmla="*/ 48914 h 1221162"/>
                <a:gd name="connsiteX944" fmla="*/ 212529 w 1905657"/>
                <a:gd name="connsiteY944" fmla="*/ 49620 h 1221162"/>
                <a:gd name="connsiteX945" fmla="*/ 207750 w 1905657"/>
                <a:gd name="connsiteY945" fmla="*/ 49620 h 1221162"/>
                <a:gd name="connsiteX946" fmla="*/ 203711 w 1905657"/>
                <a:gd name="connsiteY946" fmla="*/ 53220 h 1221162"/>
                <a:gd name="connsiteX947" fmla="*/ 200548 w 1905657"/>
                <a:gd name="connsiteY947" fmla="*/ 56382 h 1221162"/>
                <a:gd name="connsiteX948" fmla="*/ 197081 w 1905657"/>
                <a:gd name="connsiteY948" fmla="*/ 61226 h 1221162"/>
                <a:gd name="connsiteX949" fmla="*/ 190990 w 1905657"/>
                <a:gd name="connsiteY949" fmla="*/ 61226 h 1221162"/>
                <a:gd name="connsiteX950" fmla="*/ 178268 w 1905657"/>
                <a:gd name="connsiteY950" fmla="*/ 61932 h 1221162"/>
                <a:gd name="connsiteX951" fmla="*/ 174028 w 1905657"/>
                <a:gd name="connsiteY951" fmla="*/ 61831 h 1221162"/>
                <a:gd name="connsiteX952" fmla="*/ 170427 w 1905657"/>
                <a:gd name="connsiteY952" fmla="*/ 60957 h 1221162"/>
                <a:gd name="connsiteX953" fmla="*/ 165749 w 1905657"/>
                <a:gd name="connsiteY953" fmla="*/ 61831 h 1221162"/>
                <a:gd name="connsiteX954" fmla="*/ 162518 w 1905657"/>
                <a:gd name="connsiteY954" fmla="*/ 61831 h 1221162"/>
                <a:gd name="connsiteX955" fmla="*/ 158076 w 1905657"/>
                <a:gd name="connsiteY955" fmla="*/ 65969 h 1221162"/>
                <a:gd name="connsiteX956" fmla="*/ 153196 w 1905657"/>
                <a:gd name="connsiteY956" fmla="*/ 68694 h 1221162"/>
                <a:gd name="connsiteX957" fmla="*/ 150369 w 1905657"/>
                <a:gd name="connsiteY957" fmla="*/ 70746 h 1221162"/>
                <a:gd name="connsiteX958" fmla="*/ 147003 w 1905657"/>
                <a:gd name="connsiteY958" fmla="*/ 72260 h 1221162"/>
                <a:gd name="connsiteX959" fmla="*/ 141787 w 1905657"/>
                <a:gd name="connsiteY959" fmla="*/ 71923 h 1221162"/>
                <a:gd name="connsiteX960" fmla="*/ 137782 w 1905657"/>
                <a:gd name="connsiteY960" fmla="*/ 72024 h 1221162"/>
                <a:gd name="connsiteX961" fmla="*/ 130815 w 1905657"/>
                <a:gd name="connsiteY961" fmla="*/ 72226 h 1221162"/>
                <a:gd name="connsiteX962" fmla="*/ 125700 w 1905657"/>
                <a:gd name="connsiteY962" fmla="*/ 73303 h 1221162"/>
                <a:gd name="connsiteX963" fmla="*/ 120685 w 1905657"/>
                <a:gd name="connsiteY963" fmla="*/ 73202 h 1221162"/>
                <a:gd name="connsiteX964" fmla="*/ 120147 w 1905657"/>
                <a:gd name="connsiteY964" fmla="*/ 77676 h 1221162"/>
                <a:gd name="connsiteX965" fmla="*/ 117926 w 1905657"/>
                <a:gd name="connsiteY965" fmla="*/ 79190 h 1221162"/>
                <a:gd name="connsiteX966" fmla="*/ 112978 w 1905657"/>
                <a:gd name="connsiteY966" fmla="*/ 82789 h 1221162"/>
                <a:gd name="connsiteX967" fmla="*/ 112978 w 1905657"/>
                <a:gd name="connsiteY967" fmla="*/ 85278 h 1221162"/>
                <a:gd name="connsiteX968" fmla="*/ 109950 w 1905657"/>
                <a:gd name="connsiteY968" fmla="*/ 87330 h 1221162"/>
                <a:gd name="connsiteX969" fmla="*/ 108435 w 1905657"/>
                <a:gd name="connsiteY969" fmla="*/ 88642 h 1221162"/>
                <a:gd name="connsiteX970" fmla="*/ 106685 w 1905657"/>
                <a:gd name="connsiteY970" fmla="*/ 90156 h 1221162"/>
                <a:gd name="connsiteX971" fmla="*/ 103959 w 1905657"/>
                <a:gd name="connsiteY971" fmla="*/ 91132 h 1221162"/>
                <a:gd name="connsiteX972" fmla="*/ 100358 w 1905657"/>
                <a:gd name="connsiteY972" fmla="*/ 92511 h 1221162"/>
                <a:gd name="connsiteX973" fmla="*/ 95882 w 1905657"/>
                <a:gd name="connsiteY973" fmla="*/ 93217 h 1221162"/>
                <a:gd name="connsiteX974" fmla="*/ 91978 w 1905657"/>
                <a:gd name="connsiteY974" fmla="*/ 94092 h 1221162"/>
                <a:gd name="connsiteX975" fmla="*/ 88209 w 1905657"/>
                <a:gd name="connsiteY975" fmla="*/ 94529 h 1221162"/>
                <a:gd name="connsiteX976" fmla="*/ 85314 w 1905657"/>
                <a:gd name="connsiteY976" fmla="*/ 95101 h 1221162"/>
                <a:gd name="connsiteX977" fmla="*/ 82723 w 1905657"/>
                <a:gd name="connsiteY977" fmla="*/ 95404 h 1221162"/>
                <a:gd name="connsiteX978" fmla="*/ 81713 w 1905657"/>
                <a:gd name="connsiteY978" fmla="*/ 96413 h 1221162"/>
                <a:gd name="connsiteX979" fmla="*/ 82285 w 1905657"/>
                <a:gd name="connsiteY979" fmla="*/ 99609 h 1221162"/>
                <a:gd name="connsiteX980" fmla="*/ 82588 w 1905657"/>
                <a:gd name="connsiteY980" fmla="*/ 103814 h 1221162"/>
                <a:gd name="connsiteX981" fmla="*/ 84776 w 1905657"/>
                <a:gd name="connsiteY981" fmla="*/ 108019 h 1221162"/>
                <a:gd name="connsiteX982" fmla="*/ 85348 w 1905657"/>
                <a:gd name="connsiteY982" fmla="*/ 110777 h 1221162"/>
                <a:gd name="connsiteX983" fmla="*/ 85651 w 1905657"/>
                <a:gd name="connsiteY983" fmla="*/ 116731 h 1221162"/>
                <a:gd name="connsiteX984" fmla="*/ 85213 w 1905657"/>
                <a:gd name="connsiteY984" fmla="*/ 124973 h 1221162"/>
                <a:gd name="connsiteX985" fmla="*/ 81747 w 1905657"/>
                <a:gd name="connsiteY985" fmla="*/ 129010 h 1221162"/>
                <a:gd name="connsiteX986" fmla="*/ 81747 w 1905657"/>
                <a:gd name="connsiteY986" fmla="*/ 133921 h 1221162"/>
                <a:gd name="connsiteX987" fmla="*/ 79559 w 1905657"/>
                <a:gd name="connsiteY987" fmla="*/ 135670 h 1221162"/>
                <a:gd name="connsiteX988" fmla="*/ 76531 w 1905657"/>
                <a:gd name="connsiteY988" fmla="*/ 138429 h 1221162"/>
                <a:gd name="connsiteX989" fmla="*/ 74848 w 1905657"/>
                <a:gd name="connsiteY989" fmla="*/ 141894 h 1221162"/>
                <a:gd name="connsiteX990" fmla="*/ 73030 w 1905657"/>
                <a:gd name="connsiteY990" fmla="*/ 145224 h 1221162"/>
                <a:gd name="connsiteX991" fmla="*/ 73030 w 1905657"/>
                <a:gd name="connsiteY991" fmla="*/ 147848 h 1221162"/>
                <a:gd name="connsiteX992" fmla="*/ 73030 w 1905657"/>
                <a:gd name="connsiteY992" fmla="*/ 153062 h 1221162"/>
                <a:gd name="connsiteX993" fmla="*/ 76800 w 1905657"/>
                <a:gd name="connsiteY993" fmla="*/ 161169 h 1221162"/>
                <a:gd name="connsiteX994" fmla="*/ 83329 w 1905657"/>
                <a:gd name="connsiteY994" fmla="*/ 175365 h 1221162"/>
                <a:gd name="connsiteX995" fmla="*/ 85516 w 1905657"/>
                <a:gd name="connsiteY995" fmla="*/ 179268 h 1221162"/>
                <a:gd name="connsiteX996" fmla="*/ 86526 w 1905657"/>
                <a:gd name="connsiteY996" fmla="*/ 183472 h 1221162"/>
                <a:gd name="connsiteX997" fmla="*/ 87536 w 1905657"/>
                <a:gd name="connsiteY997" fmla="*/ 188687 h 1221162"/>
                <a:gd name="connsiteX998" fmla="*/ 88983 w 1905657"/>
                <a:gd name="connsiteY998" fmla="*/ 192892 h 1221162"/>
                <a:gd name="connsiteX999" fmla="*/ 89689 w 1905657"/>
                <a:gd name="connsiteY999" fmla="*/ 194641 h 1221162"/>
                <a:gd name="connsiteX1000" fmla="*/ 91877 w 1905657"/>
                <a:gd name="connsiteY1000" fmla="*/ 198106 h 1221162"/>
                <a:gd name="connsiteX1001" fmla="*/ 97968 w 1905657"/>
                <a:gd name="connsiteY1001" fmla="*/ 204632 h 1221162"/>
                <a:gd name="connsiteX1002" fmla="*/ 99483 w 1905657"/>
                <a:gd name="connsiteY1002" fmla="*/ 206818 h 1221162"/>
                <a:gd name="connsiteX1003" fmla="*/ 100863 w 1905657"/>
                <a:gd name="connsiteY1003" fmla="*/ 209577 h 1221162"/>
                <a:gd name="connsiteX1004" fmla="*/ 100863 w 1905657"/>
                <a:gd name="connsiteY1004" fmla="*/ 212201 h 1221162"/>
                <a:gd name="connsiteX1005" fmla="*/ 98978 w 1905657"/>
                <a:gd name="connsiteY1005" fmla="*/ 216540 h 1221162"/>
                <a:gd name="connsiteX1006" fmla="*/ 97228 w 1905657"/>
                <a:gd name="connsiteY1006" fmla="*/ 221317 h 1221162"/>
                <a:gd name="connsiteX1007" fmla="*/ 95916 w 1905657"/>
                <a:gd name="connsiteY1007" fmla="*/ 223638 h 1221162"/>
                <a:gd name="connsiteX1008" fmla="*/ 95343 w 1905657"/>
                <a:gd name="connsiteY1008" fmla="*/ 226666 h 1221162"/>
                <a:gd name="connsiteX1009" fmla="*/ 96925 w 1905657"/>
                <a:gd name="connsiteY1009" fmla="*/ 233192 h 1221162"/>
                <a:gd name="connsiteX1010" fmla="*/ 98372 w 1905657"/>
                <a:gd name="connsiteY1010" fmla="*/ 240424 h 1221162"/>
                <a:gd name="connsiteX1011" fmla="*/ 97632 w 1905657"/>
                <a:gd name="connsiteY1011" fmla="*/ 244629 h 1221162"/>
                <a:gd name="connsiteX1012" fmla="*/ 95613 w 1905657"/>
                <a:gd name="connsiteY1012" fmla="*/ 246076 h 1221162"/>
                <a:gd name="connsiteX1013" fmla="*/ 95613 w 1905657"/>
                <a:gd name="connsiteY1013" fmla="*/ 246950 h 1221162"/>
                <a:gd name="connsiteX1014" fmla="*/ 95613 w 1905657"/>
                <a:gd name="connsiteY1014" fmla="*/ 250415 h 1221162"/>
                <a:gd name="connsiteX1015" fmla="*/ 94872 w 1905657"/>
                <a:gd name="connsiteY1015" fmla="*/ 253308 h 1221162"/>
                <a:gd name="connsiteX1016" fmla="*/ 93863 w 1905657"/>
                <a:gd name="connsiteY1016" fmla="*/ 257648 h 1221162"/>
                <a:gd name="connsiteX1017" fmla="*/ 94166 w 1905657"/>
                <a:gd name="connsiteY1017" fmla="*/ 260541 h 1221162"/>
                <a:gd name="connsiteX1018" fmla="*/ 94166 w 1905657"/>
                <a:gd name="connsiteY1018" fmla="*/ 262727 h 1221162"/>
                <a:gd name="connsiteX1019" fmla="*/ 93425 w 1905657"/>
                <a:gd name="connsiteY1019" fmla="*/ 265351 h 1221162"/>
                <a:gd name="connsiteX1020" fmla="*/ 93291 w 1905657"/>
                <a:gd name="connsiteY1020" fmla="*/ 267370 h 1221162"/>
                <a:gd name="connsiteX1021" fmla="*/ 91978 w 1905657"/>
                <a:gd name="connsiteY1021" fmla="*/ 270566 h 1221162"/>
                <a:gd name="connsiteX1022" fmla="*/ 89521 w 1905657"/>
                <a:gd name="connsiteY1022" fmla="*/ 274198 h 1221162"/>
                <a:gd name="connsiteX1023" fmla="*/ 87334 w 1905657"/>
                <a:gd name="connsiteY1023" fmla="*/ 276217 h 1221162"/>
                <a:gd name="connsiteX1024" fmla="*/ 84305 w 1905657"/>
                <a:gd name="connsiteY1024" fmla="*/ 278841 h 1221162"/>
                <a:gd name="connsiteX1025" fmla="*/ 80670 w 1905657"/>
                <a:gd name="connsiteY1025" fmla="*/ 281734 h 1221162"/>
                <a:gd name="connsiteX1026" fmla="*/ 78079 w 1905657"/>
                <a:gd name="connsiteY1026" fmla="*/ 283483 h 1221162"/>
                <a:gd name="connsiteX1027" fmla="*/ 75117 w 1905657"/>
                <a:gd name="connsiteY1027" fmla="*/ 284190 h 1221162"/>
                <a:gd name="connsiteX1028" fmla="*/ 73030 w 1905657"/>
                <a:gd name="connsiteY1028" fmla="*/ 287654 h 1221162"/>
                <a:gd name="connsiteX1029" fmla="*/ 73030 w 1905657"/>
                <a:gd name="connsiteY1029" fmla="*/ 288664 h 1221162"/>
                <a:gd name="connsiteX1030" fmla="*/ 72155 w 1905657"/>
                <a:gd name="connsiteY1030" fmla="*/ 289975 h 1221162"/>
                <a:gd name="connsiteX1031" fmla="*/ 70641 w 1905657"/>
                <a:gd name="connsiteY1031" fmla="*/ 290682 h 1221162"/>
                <a:gd name="connsiteX1032" fmla="*/ 69127 w 1905657"/>
                <a:gd name="connsiteY1032" fmla="*/ 293003 h 1221162"/>
                <a:gd name="connsiteX1033" fmla="*/ 66535 w 1905657"/>
                <a:gd name="connsiteY1033" fmla="*/ 293945 h 1221162"/>
                <a:gd name="connsiteX1034" fmla="*/ 64482 w 1905657"/>
                <a:gd name="connsiteY1034" fmla="*/ 294382 h 1221162"/>
                <a:gd name="connsiteX1035" fmla="*/ 60343 w 1905657"/>
                <a:gd name="connsiteY1035" fmla="*/ 294382 h 1221162"/>
                <a:gd name="connsiteX1036" fmla="*/ 58727 w 1905657"/>
                <a:gd name="connsiteY1036" fmla="*/ 294113 h 1221162"/>
                <a:gd name="connsiteX1037" fmla="*/ 55732 w 1905657"/>
                <a:gd name="connsiteY1037" fmla="*/ 293676 h 1221162"/>
                <a:gd name="connsiteX1038" fmla="*/ 51592 w 1905657"/>
                <a:gd name="connsiteY1038" fmla="*/ 291826 h 1221162"/>
                <a:gd name="connsiteX1039" fmla="*/ 46713 w 1905657"/>
                <a:gd name="connsiteY1039" fmla="*/ 288731 h 1221162"/>
                <a:gd name="connsiteX1040" fmla="*/ 46006 w 1905657"/>
                <a:gd name="connsiteY1040" fmla="*/ 286813 h 1221162"/>
                <a:gd name="connsiteX1041" fmla="*/ 43246 w 1905657"/>
                <a:gd name="connsiteY1041" fmla="*/ 281667 h 1221162"/>
                <a:gd name="connsiteX1042" fmla="*/ 42203 w 1905657"/>
                <a:gd name="connsiteY1042" fmla="*/ 277226 h 1221162"/>
                <a:gd name="connsiteX1043" fmla="*/ 42203 w 1905657"/>
                <a:gd name="connsiteY1043" fmla="*/ 274468 h 1221162"/>
                <a:gd name="connsiteX1044" fmla="*/ 42809 w 1905657"/>
                <a:gd name="connsiteY1044" fmla="*/ 272416 h 1221162"/>
                <a:gd name="connsiteX1045" fmla="*/ 44761 w 1905657"/>
                <a:gd name="connsiteY1045" fmla="*/ 270397 h 1221162"/>
                <a:gd name="connsiteX1046" fmla="*/ 45804 w 1905657"/>
                <a:gd name="connsiteY1046" fmla="*/ 268715 h 1221162"/>
                <a:gd name="connsiteX1047" fmla="*/ 44054 w 1905657"/>
                <a:gd name="connsiteY1047" fmla="*/ 264544 h 1221162"/>
                <a:gd name="connsiteX1048" fmla="*/ 44390 w 1905657"/>
                <a:gd name="connsiteY1048" fmla="*/ 259061 h 1221162"/>
                <a:gd name="connsiteX1049" fmla="*/ 43448 w 1905657"/>
                <a:gd name="connsiteY1049" fmla="*/ 256134 h 1221162"/>
                <a:gd name="connsiteX1050" fmla="*/ 43515 w 1905657"/>
                <a:gd name="connsiteY1050" fmla="*/ 253510 h 1221162"/>
                <a:gd name="connsiteX1051" fmla="*/ 41698 w 1905657"/>
                <a:gd name="connsiteY1051" fmla="*/ 250819 h 1221162"/>
                <a:gd name="connsiteX1052" fmla="*/ 39376 w 1905657"/>
                <a:gd name="connsiteY1052" fmla="*/ 248296 h 1221162"/>
                <a:gd name="connsiteX1053" fmla="*/ 37054 w 1905657"/>
                <a:gd name="connsiteY1053" fmla="*/ 249440 h 1221162"/>
                <a:gd name="connsiteX1054" fmla="*/ 34361 w 1905657"/>
                <a:gd name="connsiteY1054" fmla="*/ 251626 h 1221162"/>
                <a:gd name="connsiteX1055" fmla="*/ 32914 w 1905657"/>
                <a:gd name="connsiteY1055" fmla="*/ 252636 h 1221162"/>
                <a:gd name="connsiteX1056" fmla="*/ 30727 w 1905657"/>
                <a:gd name="connsiteY1056" fmla="*/ 253880 h 1221162"/>
                <a:gd name="connsiteX1057" fmla="*/ 26890 w 1905657"/>
                <a:gd name="connsiteY1057" fmla="*/ 252736 h 1221162"/>
                <a:gd name="connsiteX1058" fmla="*/ 24366 w 1905657"/>
                <a:gd name="connsiteY1058" fmla="*/ 253308 h 1221162"/>
                <a:gd name="connsiteX1059" fmla="*/ 19351 w 1905657"/>
                <a:gd name="connsiteY1059" fmla="*/ 253813 h 1221162"/>
                <a:gd name="connsiteX1060" fmla="*/ 16020 w 1905657"/>
                <a:gd name="connsiteY1060" fmla="*/ 254957 h 1221162"/>
                <a:gd name="connsiteX1061" fmla="*/ 13697 w 1905657"/>
                <a:gd name="connsiteY1061" fmla="*/ 259431 h 1221162"/>
                <a:gd name="connsiteX1062" fmla="*/ 10870 w 1905657"/>
                <a:gd name="connsiteY1062" fmla="*/ 262391 h 1221162"/>
                <a:gd name="connsiteX1063" fmla="*/ 9524 w 1905657"/>
                <a:gd name="connsiteY1063" fmla="*/ 266596 h 1221162"/>
                <a:gd name="connsiteX1064" fmla="*/ 8683 w 1905657"/>
                <a:gd name="connsiteY1064" fmla="*/ 272685 h 1221162"/>
                <a:gd name="connsiteX1065" fmla="*/ 8683 w 1905657"/>
                <a:gd name="connsiteY1065" fmla="*/ 276520 h 1221162"/>
                <a:gd name="connsiteX1066" fmla="*/ 6933 w 1905657"/>
                <a:gd name="connsiteY1066" fmla="*/ 283315 h 1221162"/>
                <a:gd name="connsiteX1067" fmla="*/ 6933 w 1905657"/>
                <a:gd name="connsiteY1067" fmla="*/ 288664 h 1221162"/>
                <a:gd name="connsiteX1068" fmla="*/ 3904 w 1905657"/>
                <a:gd name="connsiteY1068" fmla="*/ 292869 h 1221162"/>
                <a:gd name="connsiteX1069" fmla="*/ 1716 w 1905657"/>
                <a:gd name="connsiteY1069" fmla="*/ 298957 h 1221162"/>
                <a:gd name="connsiteX1070" fmla="*/ 2457 w 1905657"/>
                <a:gd name="connsiteY1070" fmla="*/ 303028 h 1221162"/>
                <a:gd name="connsiteX1071" fmla="*/ 4779 w 1905657"/>
                <a:gd name="connsiteY1071" fmla="*/ 309116 h 1221162"/>
                <a:gd name="connsiteX1072" fmla="*/ 6361 w 1905657"/>
                <a:gd name="connsiteY1072" fmla="*/ 314331 h 1221162"/>
                <a:gd name="connsiteX1073" fmla="*/ 8380 w 1905657"/>
                <a:gd name="connsiteY1073" fmla="*/ 320554 h 1221162"/>
                <a:gd name="connsiteX1074" fmla="*/ 12284 w 1905657"/>
                <a:gd name="connsiteY1074" fmla="*/ 325196 h 1221162"/>
                <a:gd name="connsiteX1075" fmla="*/ 15481 w 1905657"/>
                <a:gd name="connsiteY1075" fmla="*/ 327955 h 1221162"/>
                <a:gd name="connsiteX1076" fmla="*/ 17366 w 1905657"/>
                <a:gd name="connsiteY1076" fmla="*/ 328998 h 1221162"/>
                <a:gd name="connsiteX1077" fmla="*/ 19553 w 1905657"/>
                <a:gd name="connsiteY1077" fmla="*/ 330747 h 1221162"/>
                <a:gd name="connsiteX1078" fmla="*/ 21169 w 1905657"/>
                <a:gd name="connsiteY1078" fmla="*/ 333371 h 1221162"/>
                <a:gd name="connsiteX1079" fmla="*/ 21068 w 1905657"/>
                <a:gd name="connsiteY1079" fmla="*/ 335860 h 1221162"/>
                <a:gd name="connsiteX1080" fmla="*/ 20092 w 1905657"/>
                <a:gd name="connsiteY1080" fmla="*/ 336835 h 1221162"/>
                <a:gd name="connsiteX1081" fmla="*/ 15952 w 1905657"/>
                <a:gd name="connsiteY1081" fmla="*/ 342252 h 1221162"/>
                <a:gd name="connsiteX1082" fmla="*/ 14101 w 1905657"/>
                <a:gd name="connsiteY1082" fmla="*/ 343227 h 1221162"/>
                <a:gd name="connsiteX1083" fmla="*/ 12688 w 1905657"/>
                <a:gd name="connsiteY1083" fmla="*/ 345178 h 1221162"/>
                <a:gd name="connsiteX1084" fmla="*/ 12048 w 1905657"/>
                <a:gd name="connsiteY1084" fmla="*/ 347903 h 1221162"/>
                <a:gd name="connsiteX1085" fmla="*/ 10971 w 1905657"/>
                <a:gd name="connsiteY1085" fmla="*/ 350191 h 1221162"/>
                <a:gd name="connsiteX1086" fmla="*/ 9659 w 1905657"/>
                <a:gd name="connsiteY1086" fmla="*/ 352142 h 1221162"/>
                <a:gd name="connsiteX1087" fmla="*/ 9322 w 1905657"/>
                <a:gd name="connsiteY1087" fmla="*/ 354194 h 1221162"/>
                <a:gd name="connsiteX1088" fmla="*/ 9120 w 1905657"/>
                <a:gd name="connsiteY1088" fmla="*/ 356918 h 1221162"/>
                <a:gd name="connsiteX1089" fmla="*/ 10197 w 1905657"/>
                <a:gd name="connsiteY1089" fmla="*/ 360081 h 1221162"/>
                <a:gd name="connsiteX1090" fmla="*/ 11611 w 1905657"/>
                <a:gd name="connsiteY1090" fmla="*/ 363007 h 1221162"/>
                <a:gd name="connsiteX1091" fmla="*/ 12923 w 1905657"/>
                <a:gd name="connsiteY1091" fmla="*/ 365631 h 1221162"/>
                <a:gd name="connsiteX1092" fmla="*/ 12048 w 1905657"/>
                <a:gd name="connsiteY1092" fmla="*/ 372157 h 1221162"/>
                <a:gd name="connsiteX1093" fmla="*/ 11409 w 1905657"/>
                <a:gd name="connsiteY1093" fmla="*/ 374983 h 1221162"/>
                <a:gd name="connsiteX1094" fmla="*/ 10769 w 1905657"/>
                <a:gd name="connsiteY1094" fmla="*/ 376497 h 1221162"/>
                <a:gd name="connsiteX1095" fmla="*/ 7168 w 1905657"/>
                <a:gd name="connsiteY1095" fmla="*/ 380836 h 1221162"/>
                <a:gd name="connsiteX1096" fmla="*/ 6529 w 1905657"/>
                <a:gd name="connsiteY1096" fmla="*/ 384436 h 1221162"/>
                <a:gd name="connsiteX1097" fmla="*/ 4880 w 1905657"/>
                <a:gd name="connsiteY1097" fmla="*/ 388338 h 1221162"/>
                <a:gd name="connsiteX1098" fmla="*/ 3130 w 1905657"/>
                <a:gd name="connsiteY1098" fmla="*/ 391063 h 1221162"/>
                <a:gd name="connsiteX1099" fmla="*/ 1615 w 1905657"/>
                <a:gd name="connsiteY1099" fmla="*/ 393451 h 1221162"/>
                <a:gd name="connsiteX1100" fmla="*/ 0 w 1905657"/>
                <a:gd name="connsiteY1100" fmla="*/ 399002 h 1221162"/>
                <a:gd name="connsiteX1101" fmla="*/ 0 w 1905657"/>
                <a:gd name="connsiteY1101" fmla="*/ 403442 h 1221162"/>
                <a:gd name="connsiteX1102" fmla="*/ 3904 w 1905657"/>
                <a:gd name="connsiteY1102" fmla="*/ 408017 h 1221162"/>
                <a:gd name="connsiteX1103" fmla="*/ 9558 w 1905657"/>
                <a:gd name="connsiteY1103" fmla="*/ 413567 h 1221162"/>
                <a:gd name="connsiteX1104" fmla="*/ 11846 w 1905657"/>
                <a:gd name="connsiteY1104" fmla="*/ 415956 h 1221162"/>
                <a:gd name="connsiteX1105" fmla="*/ 13058 w 1905657"/>
                <a:gd name="connsiteY1105" fmla="*/ 418681 h 1221162"/>
                <a:gd name="connsiteX1106" fmla="*/ 13058 w 1905657"/>
                <a:gd name="connsiteY1106" fmla="*/ 424433 h 1221162"/>
                <a:gd name="connsiteX1107" fmla="*/ 12082 w 1905657"/>
                <a:gd name="connsiteY1107" fmla="*/ 429311 h 1221162"/>
                <a:gd name="connsiteX1108" fmla="*/ 12520 w 1905657"/>
                <a:gd name="connsiteY1108" fmla="*/ 433886 h 1221162"/>
                <a:gd name="connsiteX1109" fmla="*/ 12856 w 1905657"/>
                <a:gd name="connsiteY1109" fmla="*/ 436913 h 1221162"/>
                <a:gd name="connsiteX1110" fmla="*/ 13731 w 1905657"/>
                <a:gd name="connsiteY1110" fmla="*/ 440715 h 1221162"/>
                <a:gd name="connsiteX1111" fmla="*/ 16121 w 1905657"/>
                <a:gd name="connsiteY1111" fmla="*/ 443978 h 1221162"/>
                <a:gd name="connsiteX1112" fmla="*/ 20024 w 1905657"/>
                <a:gd name="connsiteY1112" fmla="*/ 448015 h 1221162"/>
                <a:gd name="connsiteX1113" fmla="*/ 24164 w 1905657"/>
                <a:gd name="connsiteY1113" fmla="*/ 450739 h 1221162"/>
                <a:gd name="connsiteX1114" fmla="*/ 26015 w 1905657"/>
                <a:gd name="connsiteY1114" fmla="*/ 452354 h 1221162"/>
                <a:gd name="connsiteX1115" fmla="*/ 28404 w 1905657"/>
                <a:gd name="connsiteY1115" fmla="*/ 453431 h 1221162"/>
                <a:gd name="connsiteX1116" fmla="*/ 31669 w 1905657"/>
                <a:gd name="connsiteY1116" fmla="*/ 455920 h 1221162"/>
                <a:gd name="connsiteX1117" fmla="*/ 33857 w 1905657"/>
                <a:gd name="connsiteY1117" fmla="*/ 457232 h 1221162"/>
                <a:gd name="connsiteX1118" fmla="*/ 37020 w 1905657"/>
                <a:gd name="connsiteY1118" fmla="*/ 457232 h 1221162"/>
                <a:gd name="connsiteX1119" fmla="*/ 38669 w 1905657"/>
                <a:gd name="connsiteY1119" fmla="*/ 454608 h 1221162"/>
                <a:gd name="connsiteX1120" fmla="*/ 39746 w 1905657"/>
                <a:gd name="connsiteY1120" fmla="*/ 452859 h 1221162"/>
                <a:gd name="connsiteX1121" fmla="*/ 40722 w 1905657"/>
                <a:gd name="connsiteY1121" fmla="*/ 452320 h 1221162"/>
                <a:gd name="connsiteX1122" fmla="*/ 45164 w 1905657"/>
                <a:gd name="connsiteY1122" fmla="*/ 453397 h 1221162"/>
                <a:gd name="connsiteX1123" fmla="*/ 48092 w 1905657"/>
                <a:gd name="connsiteY1123" fmla="*/ 455684 h 1221162"/>
                <a:gd name="connsiteX1124" fmla="*/ 51357 w 1905657"/>
                <a:gd name="connsiteY1124" fmla="*/ 458948 h 1221162"/>
                <a:gd name="connsiteX1125" fmla="*/ 55496 w 1905657"/>
                <a:gd name="connsiteY1125" fmla="*/ 461773 h 1221162"/>
                <a:gd name="connsiteX1126" fmla="*/ 56809 w 1905657"/>
                <a:gd name="connsiteY1126" fmla="*/ 462547 h 1221162"/>
                <a:gd name="connsiteX1127" fmla="*/ 61689 w 1905657"/>
                <a:gd name="connsiteY1127" fmla="*/ 466012 h 1221162"/>
                <a:gd name="connsiteX1128" fmla="*/ 63876 w 1905657"/>
                <a:gd name="connsiteY1128" fmla="*/ 466651 h 1221162"/>
                <a:gd name="connsiteX1129" fmla="*/ 69867 w 1905657"/>
                <a:gd name="connsiteY1129" fmla="*/ 468602 h 1221162"/>
                <a:gd name="connsiteX1130" fmla="*/ 73905 w 1905657"/>
                <a:gd name="connsiteY1130" fmla="*/ 470553 h 1221162"/>
                <a:gd name="connsiteX1131" fmla="*/ 77506 w 1905657"/>
                <a:gd name="connsiteY1131" fmla="*/ 473581 h 1221162"/>
                <a:gd name="connsiteX1132" fmla="*/ 79257 w 1905657"/>
                <a:gd name="connsiteY1132" fmla="*/ 476171 h 1221162"/>
                <a:gd name="connsiteX1133" fmla="*/ 80031 w 1905657"/>
                <a:gd name="connsiteY1133" fmla="*/ 479198 h 1221162"/>
                <a:gd name="connsiteX1134" fmla="*/ 81781 w 1905657"/>
                <a:gd name="connsiteY1134" fmla="*/ 482462 h 1221162"/>
                <a:gd name="connsiteX1135" fmla="*/ 82757 w 1905657"/>
                <a:gd name="connsiteY1135" fmla="*/ 485085 h 1221162"/>
                <a:gd name="connsiteX1136" fmla="*/ 84372 w 1905657"/>
                <a:gd name="connsiteY1136" fmla="*/ 489761 h 1221162"/>
                <a:gd name="connsiteX1137" fmla="*/ 85987 w 1905657"/>
                <a:gd name="connsiteY1137" fmla="*/ 493798 h 1221162"/>
                <a:gd name="connsiteX1138" fmla="*/ 87939 w 1905657"/>
                <a:gd name="connsiteY1138" fmla="*/ 495985 h 1221162"/>
                <a:gd name="connsiteX1139" fmla="*/ 89891 w 1905657"/>
                <a:gd name="connsiteY1139" fmla="*/ 499012 h 1221162"/>
                <a:gd name="connsiteX1140" fmla="*/ 92180 w 1905657"/>
                <a:gd name="connsiteY1140" fmla="*/ 503352 h 1221162"/>
                <a:gd name="connsiteX1141" fmla="*/ 93055 w 1905657"/>
                <a:gd name="connsiteY1141" fmla="*/ 505303 h 1221162"/>
                <a:gd name="connsiteX1142" fmla="*/ 97194 w 1905657"/>
                <a:gd name="connsiteY1142" fmla="*/ 513242 h 1221162"/>
                <a:gd name="connsiteX1143" fmla="*/ 98507 w 1905657"/>
                <a:gd name="connsiteY1143" fmla="*/ 516606 h 1221162"/>
                <a:gd name="connsiteX1144" fmla="*/ 101570 w 1905657"/>
                <a:gd name="connsiteY1144" fmla="*/ 519230 h 1221162"/>
                <a:gd name="connsiteX1145" fmla="*/ 102747 w 1905657"/>
                <a:gd name="connsiteY1145" fmla="*/ 521719 h 1221162"/>
                <a:gd name="connsiteX1146" fmla="*/ 108839 w 1905657"/>
                <a:gd name="connsiteY1146" fmla="*/ 526933 h 1221162"/>
                <a:gd name="connsiteX1147" fmla="*/ 113079 w 1905657"/>
                <a:gd name="connsiteY1147" fmla="*/ 531710 h 1221162"/>
                <a:gd name="connsiteX1148" fmla="*/ 117858 w 1905657"/>
                <a:gd name="connsiteY1148" fmla="*/ 535309 h 1221162"/>
                <a:gd name="connsiteX1149" fmla="*/ 121998 w 1905657"/>
                <a:gd name="connsiteY1149" fmla="*/ 539010 h 1221162"/>
                <a:gd name="connsiteX1150" fmla="*/ 129402 w 1905657"/>
                <a:gd name="connsiteY1150" fmla="*/ 544123 h 1221162"/>
                <a:gd name="connsiteX1151" fmla="*/ 134181 w 1905657"/>
                <a:gd name="connsiteY1151" fmla="*/ 547487 h 1221162"/>
                <a:gd name="connsiteX1152" fmla="*/ 137445 w 1905657"/>
                <a:gd name="connsiteY1152" fmla="*/ 551187 h 1221162"/>
                <a:gd name="connsiteX1153" fmla="*/ 144412 w 1905657"/>
                <a:gd name="connsiteY1153" fmla="*/ 557377 h 1221162"/>
                <a:gd name="connsiteX1154" fmla="*/ 147878 w 1905657"/>
                <a:gd name="connsiteY1154" fmla="*/ 560741 h 1221162"/>
                <a:gd name="connsiteX1155" fmla="*/ 151244 w 1905657"/>
                <a:gd name="connsiteY1155" fmla="*/ 565753 h 1221162"/>
                <a:gd name="connsiteX1156" fmla="*/ 153431 w 1905657"/>
                <a:gd name="connsiteY1156" fmla="*/ 570766 h 1221162"/>
                <a:gd name="connsiteX1157" fmla="*/ 158008 w 1905657"/>
                <a:gd name="connsiteY1157" fmla="*/ 574802 h 1221162"/>
                <a:gd name="connsiteX1158" fmla="*/ 159085 w 1905657"/>
                <a:gd name="connsiteY1158" fmla="*/ 575442 h 1221162"/>
                <a:gd name="connsiteX1159" fmla="*/ 161138 w 1905657"/>
                <a:gd name="connsiteY1159" fmla="*/ 578772 h 1221162"/>
                <a:gd name="connsiteX1160" fmla="*/ 163090 w 1905657"/>
                <a:gd name="connsiteY1160" fmla="*/ 579916 h 1221162"/>
                <a:gd name="connsiteX1161" fmla="*/ 166220 w 1905657"/>
                <a:gd name="connsiteY1161" fmla="*/ 579916 h 1221162"/>
                <a:gd name="connsiteX1162" fmla="*/ 167095 w 1905657"/>
                <a:gd name="connsiteY1162" fmla="*/ 580992 h 1221162"/>
                <a:gd name="connsiteX1163" fmla="*/ 170124 w 1905657"/>
                <a:gd name="connsiteY1163" fmla="*/ 584591 h 1221162"/>
                <a:gd name="connsiteX1164" fmla="*/ 170360 w 1905657"/>
                <a:gd name="connsiteY1164" fmla="*/ 586879 h 1221162"/>
                <a:gd name="connsiteX1165" fmla="*/ 170561 w 1905657"/>
                <a:gd name="connsiteY1165" fmla="*/ 589166 h 1221162"/>
                <a:gd name="connsiteX1166" fmla="*/ 170662 w 1905657"/>
                <a:gd name="connsiteY1166" fmla="*/ 590916 h 1221162"/>
                <a:gd name="connsiteX1167" fmla="*/ 170561 w 1905657"/>
                <a:gd name="connsiteY1167" fmla="*/ 593842 h 1221162"/>
                <a:gd name="connsiteX1168" fmla="*/ 170561 w 1905657"/>
                <a:gd name="connsiteY1168" fmla="*/ 596466 h 1221162"/>
                <a:gd name="connsiteX1169" fmla="*/ 170797 w 1905657"/>
                <a:gd name="connsiteY1169" fmla="*/ 600267 h 1221162"/>
                <a:gd name="connsiteX1170" fmla="*/ 171874 w 1905657"/>
                <a:gd name="connsiteY1170" fmla="*/ 602757 h 1221162"/>
                <a:gd name="connsiteX1171" fmla="*/ 172951 w 1905657"/>
                <a:gd name="connsiteY1171" fmla="*/ 604809 h 1221162"/>
                <a:gd name="connsiteX1172" fmla="*/ 174129 w 1905657"/>
                <a:gd name="connsiteY1172" fmla="*/ 607635 h 1221162"/>
                <a:gd name="connsiteX1173" fmla="*/ 175206 w 1905657"/>
                <a:gd name="connsiteY1173" fmla="*/ 610225 h 1221162"/>
                <a:gd name="connsiteX1174" fmla="*/ 176182 w 1905657"/>
                <a:gd name="connsiteY1174" fmla="*/ 612512 h 1221162"/>
                <a:gd name="connsiteX1175" fmla="*/ 177393 w 1905657"/>
                <a:gd name="connsiteY1175" fmla="*/ 614026 h 1221162"/>
                <a:gd name="connsiteX1176" fmla="*/ 178470 w 1905657"/>
                <a:gd name="connsiteY1176" fmla="*/ 614564 h 1221162"/>
                <a:gd name="connsiteX1177" fmla="*/ 180961 w 1905657"/>
                <a:gd name="connsiteY1177" fmla="*/ 614564 h 1221162"/>
                <a:gd name="connsiteX1178" fmla="*/ 183014 w 1905657"/>
                <a:gd name="connsiteY1178" fmla="*/ 615203 h 1221162"/>
                <a:gd name="connsiteX1179" fmla="*/ 185504 w 1905657"/>
                <a:gd name="connsiteY1179" fmla="*/ 615203 h 1221162"/>
                <a:gd name="connsiteX1180" fmla="*/ 187557 w 1905657"/>
                <a:gd name="connsiteY1180" fmla="*/ 614665 h 1221162"/>
                <a:gd name="connsiteX1181" fmla="*/ 188331 w 1905657"/>
                <a:gd name="connsiteY1181" fmla="*/ 614463 h 1221162"/>
                <a:gd name="connsiteX1182" fmla="*/ 189206 w 1905657"/>
                <a:gd name="connsiteY1182" fmla="*/ 613387 h 1221162"/>
                <a:gd name="connsiteX1183" fmla="*/ 189644 w 1905657"/>
                <a:gd name="connsiteY1183" fmla="*/ 610898 h 1221162"/>
                <a:gd name="connsiteX1184" fmla="*/ 189980 w 1905657"/>
                <a:gd name="connsiteY1184" fmla="*/ 609821 h 1221162"/>
                <a:gd name="connsiteX1185" fmla="*/ 190182 w 1905657"/>
                <a:gd name="connsiteY1185" fmla="*/ 607870 h 1221162"/>
                <a:gd name="connsiteX1186" fmla="*/ 190283 w 1905657"/>
                <a:gd name="connsiteY1186" fmla="*/ 605818 h 1221162"/>
                <a:gd name="connsiteX1187" fmla="*/ 191360 w 1905657"/>
                <a:gd name="connsiteY1187" fmla="*/ 604742 h 1221162"/>
                <a:gd name="connsiteX1188" fmla="*/ 191898 w 1905657"/>
                <a:gd name="connsiteY1188" fmla="*/ 602891 h 1221162"/>
                <a:gd name="connsiteX1189" fmla="*/ 193850 w 1905657"/>
                <a:gd name="connsiteY1189" fmla="*/ 601277 h 1221162"/>
                <a:gd name="connsiteX1190" fmla="*/ 196576 w 1905657"/>
                <a:gd name="connsiteY1190" fmla="*/ 599864 h 1221162"/>
                <a:gd name="connsiteX1191" fmla="*/ 199168 w 1905657"/>
                <a:gd name="connsiteY1191" fmla="*/ 598989 h 1221162"/>
                <a:gd name="connsiteX1192" fmla="*/ 201793 w 1905657"/>
                <a:gd name="connsiteY1192" fmla="*/ 597476 h 1221162"/>
                <a:gd name="connsiteX1193" fmla="*/ 203644 w 1905657"/>
                <a:gd name="connsiteY1193" fmla="*/ 596164 h 1221162"/>
                <a:gd name="connsiteX1194" fmla="*/ 205057 w 1905657"/>
                <a:gd name="connsiteY1194" fmla="*/ 595625 h 1221162"/>
                <a:gd name="connsiteX1195" fmla="*/ 206908 w 1905657"/>
                <a:gd name="connsiteY1195" fmla="*/ 593573 h 1221162"/>
                <a:gd name="connsiteX1196" fmla="*/ 208961 w 1905657"/>
                <a:gd name="connsiteY1196" fmla="*/ 593035 h 1221162"/>
                <a:gd name="connsiteX1197" fmla="*/ 210577 w 1905657"/>
                <a:gd name="connsiteY1197" fmla="*/ 592396 h 1221162"/>
                <a:gd name="connsiteX1198" fmla="*/ 212091 w 1905657"/>
                <a:gd name="connsiteY1198" fmla="*/ 591757 h 1221162"/>
                <a:gd name="connsiteX1199" fmla="*/ 212293 w 1905657"/>
                <a:gd name="connsiteY1199" fmla="*/ 589469 h 1221162"/>
                <a:gd name="connsiteX1200" fmla="*/ 212192 w 1905657"/>
                <a:gd name="connsiteY1200" fmla="*/ 587283 h 1221162"/>
                <a:gd name="connsiteX1201" fmla="*/ 212293 w 1905657"/>
                <a:gd name="connsiteY1201" fmla="*/ 584255 h 1221162"/>
                <a:gd name="connsiteX1202" fmla="*/ 212495 w 1905657"/>
                <a:gd name="connsiteY1202" fmla="*/ 582943 h 1221162"/>
                <a:gd name="connsiteX1203" fmla="*/ 213033 w 1905657"/>
                <a:gd name="connsiteY1203" fmla="*/ 581732 h 1221162"/>
                <a:gd name="connsiteX1204" fmla="*/ 213808 w 1905657"/>
                <a:gd name="connsiteY1204" fmla="*/ 580117 h 1221162"/>
                <a:gd name="connsiteX1205" fmla="*/ 215659 w 1905657"/>
                <a:gd name="connsiteY1205" fmla="*/ 579142 h 1221162"/>
                <a:gd name="connsiteX1206" fmla="*/ 218250 w 1905657"/>
                <a:gd name="connsiteY1206" fmla="*/ 578267 h 1221162"/>
                <a:gd name="connsiteX1207" fmla="*/ 219462 w 1905657"/>
                <a:gd name="connsiteY1207" fmla="*/ 578065 h 1221162"/>
                <a:gd name="connsiteX1208" fmla="*/ 220774 w 1905657"/>
                <a:gd name="connsiteY1208" fmla="*/ 578839 h 1221162"/>
                <a:gd name="connsiteX1209" fmla="*/ 222288 w 1905657"/>
                <a:gd name="connsiteY1209" fmla="*/ 579075 h 1221162"/>
                <a:gd name="connsiteX1210" fmla="*/ 223365 w 1905657"/>
                <a:gd name="connsiteY1210" fmla="*/ 580925 h 1221162"/>
                <a:gd name="connsiteX1211" fmla="*/ 224577 w 1905657"/>
                <a:gd name="connsiteY1211" fmla="*/ 581900 h 1221162"/>
                <a:gd name="connsiteX1212" fmla="*/ 226966 w 1905657"/>
                <a:gd name="connsiteY1212" fmla="*/ 583952 h 1221162"/>
                <a:gd name="connsiteX1213" fmla="*/ 228043 w 1905657"/>
                <a:gd name="connsiteY1213" fmla="*/ 583078 h 1221162"/>
                <a:gd name="connsiteX1214" fmla="*/ 229659 w 1905657"/>
                <a:gd name="connsiteY1214" fmla="*/ 582001 h 1221162"/>
                <a:gd name="connsiteX1215" fmla="*/ 230433 w 1905657"/>
                <a:gd name="connsiteY1215" fmla="*/ 581026 h 1221162"/>
                <a:gd name="connsiteX1216" fmla="*/ 231914 w 1905657"/>
                <a:gd name="connsiteY1216" fmla="*/ 580218 h 1221162"/>
                <a:gd name="connsiteX1217" fmla="*/ 233596 w 1905657"/>
                <a:gd name="connsiteY1217" fmla="*/ 579781 h 1221162"/>
                <a:gd name="connsiteX1218" fmla="*/ 236323 w 1905657"/>
                <a:gd name="connsiteY1218" fmla="*/ 579714 h 1221162"/>
                <a:gd name="connsiteX1219" fmla="*/ 237837 w 1905657"/>
                <a:gd name="connsiteY1219" fmla="*/ 580353 h 1221162"/>
                <a:gd name="connsiteX1220" fmla="*/ 239183 w 1905657"/>
                <a:gd name="connsiteY1220" fmla="*/ 582270 h 1221162"/>
                <a:gd name="connsiteX1221" fmla="*/ 241573 w 1905657"/>
                <a:gd name="connsiteY1221" fmla="*/ 584827 h 1221162"/>
                <a:gd name="connsiteX1222" fmla="*/ 243693 w 1905657"/>
                <a:gd name="connsiteY1222" fmla="*/ 587754 h 1221162"/>
                <a:gd name="connsiteX1223" fmla="*/ 245645 w 1905657"/>
                <a:gd name="connsiteY1223" fmla="*/ 590075 h 1221162"/>
                <a:gd name="connsiteX1224" fmla="*/ 250592 w 1905657"/>
                <a:gd name="connsiteY1224" fmla="*/ 595053 h 1221162"/>
                <a:gd name="connsiteX1225" fmla="*/ 255337 w 1905657"/>
                <a:gd name="connsiteY1225" fmla="*/ 597711 h 1221162"/>
                <a:gd name="connsiteX1226" fmla="*/ 259409 w 1905657"/>
                <a:gd name="connsiteY1226" fmla="*/ 600200 h 1221162"/>
                <a:gd name="connsiteX1227" fmla="*/ 262405 w 1905657"/>
                <a:gd name="connsiteY1227" fmla="*/ 600570 h 1221162"/>
                <a:gd name="connsiteX1228" fmla="*/ 266915 w 1905657"/>
                <a:gd name="connsiteY1228" fmla="*/ 600839 h 1221162"/>
                <a:gd name="connsiteX1229" fmla="*/ 270448 w 1905657"/>
                <a:gd name="connsiteY1229" fmla="*/ 600839 h 1221162"/>
                <a:gd name="connsiteX1230" fmla="*/ 271761 w 1905657"/>
                <a:gd name="connsiteY1230" fmla="*/ 600974 h 1221162"/>
                <a:gd name="connsiteX1231" fmla="*/ 274083 w 1905657"/>
                <a:gd name="connsiteY1231" fmla="*/ 602151 h 1221162"/>
                <a:gd name="connsiteX1232" fmla="*/ 275160 w 1905657"/>
                <a:gd name="connsiteY1232" fmla="*/ 603228 h 1221162"/>
                <a:gd name="connsiteX1233" fmla="*/ 276102 w 1905657"/>
                <a:gd name="connsiteY1233" fmla="*/ 606054 h 1221162"/>
                <a:gd name="connsiteX1234" fmla="*/ 276237 w 1905657"/>
                <a:gd name="connsiteY1234" fmla="*/ 608005 h 1221162"/>
                <a:gd name="connsiteX1235" fmla="*/ 275867 w 1905657"/>
                <a:gd name="connsiteY1235" fmla="*/ 609754 h 1221162"/>
                <a:gd name="connsiteX1236" fmla="*/ 275294 w 1905657"/>
                <a:gd name="connsiteY1236" fmla="*/ 612075 h 1221162"/>
                <a:gd name="connsiteX1237" fmla="*/ 274924 w 1905657"/>
                <a:gd name="connsiteY1237" fmla="*/ 614026 h 1221162"/>
                <a:gd name="connsiteX1238" fmla="*/ 274722 w 1905657"/>
                <a:gd name="connsiteY1238" fmla="*/ 616616 h 1221162"/>
                <a:gd name="connsiteX1239" fmla="*/ 274588 w 1905657"/>
                <a:gd name="connsiteY1239" fmla="*/ 619139 h 1221162"/>
                <a:gd name="connsiteX1240" fmla="*/ 274520 w 1905657"/>
                <a:gd name="connsiteY1240" fmla="*/ 620956 h 1221162"/>
                <a:gd name="connsiteX1241" fmla="*/ 275463 w 1905657"/>
                <a:gd name="connsiteY1241" fmla="*/ 623479 h 1221162"/>
                <a:gd name="connsiteX1242" fmla="*/ 276102 w 1905657"/>
                <a:gd name="connsiteY1242" fmla="*/ 625430 h 1221162"/>
                <a:gd name="connsiteX1243" fmla="*/ 277482 w 1905657"/>
                <a:gd name="connsiteY1243" fmla="*/ 630274 h 1221162"/>
                <a:gd name="connsiteX1244" fmla="*/ 277785 w 1905657"/>
                <a:gd name="connsiteY1244" fmla="*/ 633167 h 1221162"/>
                <a:gd name="connsiteX1245" fmla="*/ 278357 w 1905657"/>
                <a:gd name="connsiteY1245" fmla="*/ 635556 h 1221162"/>
                <a:gd name="connsiteX1246" fmla="*/ 280174 w 1905657"/>
                <a:gd name="connsiteY1246" fmla="*/ 637372 h 1221162"/>
                <a:gd name="connsiteX1247" fmla="*/ 281622 w 1905657"/>
                <a:gd name="connsiteY1247" fmla="*/ 639390 h 1221162"/>
                <a:gd name="connsiteX1248" fmla="*/ 282429 w 1905657"/>
                <a:gd name="connsiteY1248" fmla="*/ 639895 h 1221162"/>
                <a:gd name="connsiteX1249" fmla="*/ 284886 w 1905657"/>
                <a:gd name="connsiteY1249" fmla="*/ 641207 h 1221162"/>
                <a:gd name="connsiteX1250" fmla="*/ 286973 w 1905657"/>
                <a:gd name="connsiteY1250" fmla="*/ 642519 h 1221162"/>
                <a:gd name="connsiteX1251" fmla="*/ 290002 w 1905657"/>
                <a:gd name="connsiteY1251" fmla="*/ 643966 h 1221162"/>
                <a:gd name="connsiteX1252" fmla="*/ 293905 w 1905657"/>
                <a:gd name="connsiteY1252" fmla="*/ 646421 h 1221162"/>
                <a:gd name="connsiteX1253" fmla="*/ 297877 w 1905657"/>
                <a:gd name="connsiteY1253" fmla="*/ 649045 h 1221162"/>
                <a:gd name="connsiteX1254" fmla="*/ 302285 w 1905657"/>
                <a:gd name="connsiteY1254" fmla="*/ 652745 h 1221162"/>
                <a:gd name="connsiteX1255" fmla="*/ 303531 w 1905657"/>
                <a:gd name="connsiteY1255" fmla="*/ 655134 h 1221162"/>
                <a:gd name="connsiteX1256" fmla="*/ 306290 w 1905657"/>
                <a:gd name="connsiteY1256" fmla="*/ 660045 h 1221162"/>
                <a:gd name="connsiteX1257" fmla="*/ 310497 w 1905657"/>
                <a:gd name="connsiteY1257" fmla="*/ 665999 h 1221162"/>
                <a:gd name="connsiteX1258" fmla="*/ 312685 w 1905657"/>
                <a:gd name="connsiteY1258" fmla="*/ 669767 h 1221162"/>
                <a:gd name="connsiteX1259" fmla="*/ 314435 w 1905657"/>
                <a:gd name="connsiteY1259" fmla="*/ 673333 h 1221162"/>
                <a:gd name="connsiteX1260" fmla="*/ 314805 w 1905657"/>
                <a:gd name="connsiteY1260" fmla="*/ 677807 h 1221162"/>
                <a:gd name="connsiteX1261" fmla="*/ 314805 w 1905657"/>
                <a:gd name="connsiteY1261" fmla="*/ 681642 h 1221162"/>
                <a:gd name="connsiteX1262" fmla="*/ 317262 w 1905657"/>
                <a:gd name="connsiteY1262" fmla="*/ 684669 h 1221162"/>
                <a:gd name="connsiteX1263" fmla="*/ 320223 w 1905657"/>
                <a:gd name="connsiteY1263" fmla="*/ 687630 h 1221162"/>
                <a:gd name="connsiteX1264" fmla="*/ 325137 w 1905657"/>
                <a:gd name="connsiteY1264" fmla="*/ 690893 h 1221162"/>
                <a:gd name="connsiteX1265" fmla="*/ 329041 w 1905657"/>
                <a:gd name="connsiteY1265" fmla="*/ 693079 h 1221162"/>
                <a:gd name="connsiteX1266" fmla="*/ 336075 w 1905657"/>
                <a:gd name="connsiteY1266" fmla="*/ 696981 h 1221162"/>
                <a:gd name="connsiteX1267" fmla="*/ 340349 w 1905657"/>
                <a:gd name="connsiteY1267" fmla="*/ 701254 h 1221162"/>
                <a:gd name="connsiteX1268" fmla="*/ 344993 w 1905657"/>
                <a:gd name="connsiteY1268" fmla="*/ 705257 h 1221162"/>
                <a:gd name="connsiteX1269" fmla="*/ 348460 w 1905657"/>
                <a:gd name="connsiteY1269" fmla="*/ 708015 h 1221162"/>
                <a:gd name="connsiteX1270" fmla="*/ 353373 w 1905657"/>
                <a:gd name="connsiteY1270" fmla="*/ 709765 h 1221162"/>
                <a:gd name="connsiteX1271" fmla="*/ 357210 w 1905657"/>
                <a:gd name="connsiteY1271" fmla="*/ 709765 h 1221162"/>
                <a:gd name="connsiteX1272" fmla="*/ 359296 w 1905657"/>
                <a:gd name="connsiteY1272" fmla="*/ 711211 h 1221162"/>
                <a:gd name="connsiteX1273" fmla="*/ 361181 w 1905657"/>
                <a:gd name="connsiteY1273" fmla="*/ 713667 h 1221162"/>
                <a:gd name="connsiteX1274" fmla="*/ 363066 w 1905657"/>
                <a:gd name="connsiteY1274" fmla="*/ 716560 h 1221162"/>
                <a:gd name="connsiteX1275" fmla="*/ 364075 w 1905657"/>
                <a:gd name="connsiteY1275" fmla="*/ 720462 h 1221162"/>
                <a:gd name="connsiteX1276" fmla="*/ 364950 w 1905657"/>
                <a:gd name="connsiteY1276" fmla="*/ 724230 h 1221162"/>
                <a:gd name="connsiteX1277" fmla="*/ 365455 w 1905657"/>
                <a:gd name="connsiteY1277" fmla="*/ 726483 h 1221162"/>
                <a:gd name="connsiteX1278" fmla="*/ 366768 w 1905657"/>
                <a:gd name="connsiteY1278" fmla="*/ 728636 h 1221162"/>
                <a:gd name="connsiteX1279" fmla="*/ 367845 w 1905657"/>
                <a:gd name="connsiteY1279" fmla="*/ 734860 h 1221162"/>
                <a:gd name="connsiteX1280" fmla="*/ 368282 w 1905657"/>
                <a:gd name="connsiteY1280" fmla="*/ 737114 h 1221162"/>
                <a:gd name="connsiteX1281" fmla="*/ 371816 w 1905657"/>
                <a:gd name="connsiteY1281" fmla="*/ 739435 h 1221162"/>
                <a:gd name="connsiteX1282" fmla="*/ 373128 w 1905657"/>
                <a:gd name="connsiteY1282" fmla="*/ 742900 h 1221162"/>
                <a:gd name="connsiteX1283" fmla="*/ 374710 w 1905657"/>
                <a:gd name="connsiteY1283" fmla="*/ 747475 h 1221162"/>
                <a:gd name="connsiteX1284" fmla="*/ 375148 w 1905657"/>
                <a:gd name="connsiteY1284" fmla="*/ 751679 h 1221162"/>
                <a:gd name="connsiteX1285" fmla="*/ 375518 w 1905657"/>
                <a:gd name="connsiteY1285" fmla="*/ 754135 h 1221162"/>
                <a:gd name="connsiteX1286" fmla="*/ 376460 w 1905657"/>
                <a:gd name="connsiteY1286" fmla="*/ 756725 h 1221162"/>
                <a:gd name="connsiteX1287" fmla="*/ 377403 w 1905657"/>
                <a:gd name="connsiteY1287" fmla="*/ 759114 h 1221162"/>
                <a:gd name="connsiteX1288" fmla="*/ 379422 w 1905657"/>
                <a:gd name="connsiteY1288" fmla="*/ 762377 h 1221162"/>
                <a:gd name="connsiteX1289" fmla="*/ 380566 w 1905657"/>
                <a:gd name="connsiteY1289" fmla="*/ 764194 h 1221162"/>
                <a:gd name="connsiteX1290" fmla="*/ 383965 w 1905657"/>
                <a:gd name="connsiteY1290" fmla="*/ 766077 h 1221162"/>
                <a:gd name="connsiteX1291" fmla="*/ 385850 w 1905657"/>
                <a:gd name="connsiteY1291" fmla="*/ 766077 h 1221162"/>
                <a:gd name="connsiteX1292" fmla="*/ 388475 w 1905657"/>
                <a:gd name="connsiteY1292" fmla="*/ 766077 h 1221162"/>
                <a:gd name="connsiteX1293" fmla="*/ 389989 w 1905657"/>
                <a:gd name="connsiteY1293" fmla="*/ 765640 h 1221162"/>
                <a:gd name="connsiteX1294" fmla="*/ 391504 w 1905657"/>
                <a:gd name="connsiteY1294" fmla="*/ 765135 h 1221162"/>
                <a:gd name="connsiteX1295" fmla="*/ 393186 w 1905657"/>
                <a:gd name="connsiteY1295" fmla="*/ 764833 h 1221162"/>
                <a:gd name="connsiteX1296" fmla="*/ 395273 w 1905657"/>
                <a:gd name="connsiteY1296" fmla="*/ 764631 h 1221162"/>
                <a:gd name="connsiteX1297" fmla="*/ 396855 w 1905657"/>
                <a:gd name="connsiteY1297" fmla="*/ 765001 h 1221162"/>
                <a:gd name="connsiteX1298" fmla="*/ 398100 w 1905657"/>
                <a:gd name="connsiteY1298" fmla="*/ 764934 h 1221162"/>
                <a:gd name="connsiteX1299" fmla="*/ 400490 w 1905657"/>
                <a:gd name="connsiteY1299" fmla="*/ 764362 h 1221162"/>
                <a:gd name="connsiteX1300" fmla="*/ 402576 w 1905657"/>
                <a:gd name="connsiteY1300" fmla="*/ 763218 h 1221162"/>
                <a:gd name="connsiteX1301" fmla="*/ 403889 w 1905657"/>
                <a:gd name="connsiteY1301" fmla="*/ 762343 h 1221162"/>
                <a:gd name="connsiteX1302" fmla="*/ 405773 w 1905657"/>
                <a:gd name="connsiteY1302" fmla="*/ 761536 h 1221162"/>
                <a:gd name="connsiteX1303" fmla="*/ 409475 w 1905657"/>
                <a:gd name="connsiteY1303" fmla="*/ 760729 h 1221162"/>
                <a:gd name="connsiteX1304" fmla="*/ 414692 w 1905657"/>
                <a:gd name="connsiteY1304" fmla="*/ 760594 h 1221162"/>
                <a:gd name="connsiteX1305" fmla="*/ 417014 w 1905657"/>
                <a:gd name="connsiteY1305" fmla="*/ 760527 h 1221162"/>
                <a:gd name="connsiteX1306" fmla="*/ 421288 w 1905657"/>
                <a:gd name="connsiteY1306" fmla="*/ 760661 h 1221162"/>
                <a:gd name="connsiteX1307" fmla="*/ 427077 w 1905657"/>
                <a:gd name="connsiteY1307" fmla="*/ 764194 h 1221162"/>
                <a:gd name="connsiteX1308" fmla="*/ 429163 w 1905657"/>
                <a:gd name="connsiteY1308" fmla="*/ 764126 h 1221162"/>
                <a:gd name="connsiteX1309" fmla="*/ 433067 w 1905657"/>
                <a:gd name="connsiteY1309" fmla="*/ 766245 h 1221162"/>
                <a:gd name="connsiteX1310" fmla="*/ 434885 w 1905657"/>
                <a:gd name="connsiteY1310" fmla="*/ 768331 h 1221162"/>
                <a:gd name="connsiteX1311" fmla="*/ 435961 w 1905657"/>
                <a:gd name="connsiteY1311" fmla="*/ 770013 h 1221162"/>
                <a:gd name="connsiteX1312" fmla="*/ 436601 w 1905657"/>
                <a:gd name="connsiteY1312" fmla="*/ 771527 h 1221162"/>
                <a:gd name="connsiteX1313" fmla="*/ 437173 w 1905657"/>
                <a:gd name="connsiteY1313" fmla="*/ 773041 h 1221162"/>
                <a:gd name="connsiteX1314" fmla="*/ 437308 w 1905657"/>
                <a:gd name="connsiteY1314" fmla="*/ 774353 h 1221162"/>
                <a:gd name="connsiteX1315" fmla="*/ 437812 w 1905657"/>
                <a:gd name="connsiteY1315" fmla="*/ 776808 h 1221162"/>
                <a:gd name="connsiteX1316" fmla="*/ 439394 w 1905657"/>
                <a:gd name="connsiteY1316" fmla="*/ 780206 h 1221162"/>
                <a:gd name="connsiteX1317" fmla="*/ 440034 w 1905657"/>
                <a:gd name="connsiteY1317" fmla="*/ 783974 h 1221162"/>
                <a:gd name="connsiteX1318" fmla="*/ 440303 w 1905657"/>
                <a:gd name="connsiteY1318" fmla="*/ 789188 h 1221162"/>
                <a:gd name="connsiteX1319" fmla="*/ 439832 w 1905657"/>
                <a:gd name="connsiteY1319" fmla="*/ 792653 h 1221162"/>
                <a:gd name="connsiteX1320" fmla="*/ 439832 w 1905657"/>
                <a:gd name="connsiteY1320" fmla="*/ 798069 h 1221162"/>
                <a:gd name="connsiteX1321" fmla="*/ 440269 w 1905657"/>
                <a:gd name="connsiteY1321" fmla="*/ 805671 h 1221162"/>
                <a:gd name="connsiteX1322" fmla="*/ 441043 w 1905657"/>
                <a:gd name="connsiteY1322" fmla="*/ 812096 h 1221162"/>
                <a:gd name="connsiteX1323" fmla="*/ 441279 w 1905657"/>
                <a:gd name="connsiteY1323" fmla="*/ 815359 h 1221162"/>
                <a:gd name="connsiteX1324" fmla="*/ 444207 w 1905657"/>
                <a:gd name="connsiteY1324" fmla="*/ 821011 h 1221162"/>
                <a:gd name="connsiteX1325" fmla="*/ 445957 w 1905657"/>
                <a:gd name="connsiteY1325" fmla="*/ 821885 h 1221162"/>
                <a:gd name="connsiteX1326" fmla="*/ 447471 w 1905657"/>
                <a:gd name="connsiteY1326" fmla="*/ 824375 h 1221162"/>
                <a:gd name="connsiteX1327" fmla="*/ 450096 w 1905657"/>
                <a:gd name="connsiteY1327" fmla="*/ 828714 h 1221162"/>
                <a:gd name="connsiteX1328" fmla="*/ 454539 w 1905657"/>
                <a:gd name="connsiteY1328" fmla="*/ 830901 h 1221162"/>
                <a:gd name="connsiteX1329" fmla="*/ 456592 w 1905657"/>
                <a:gd name="connsiteY1329" fmla="*/ 833390 h 1221162"/>
                <a:gd name="connsiteX1330" fmla="*/ 456794 w 1905657"/>
                <a:gd name="connsiteY1330" fmla="*/ 836216 h 1221162"/>
                <a:gd name="connsiteX1331" fmla="*/ 457231 w 1905657"/>
                <a:gd name="connsiteY1331" fmla="*/ 838604 h 1221162"/>
                <a:gd name="connsiteX1332" fmla="*/ 463222 w 1905657"/>
                <a:gd name="connsiteY1332" fmla="*/ 841094 h 1221162"/>
                <a:gd name="connsiteX1333" fmla="*/ 467227 w 1905657"/>
                <a:gd name="connsiteY1333" fmla="*/ 843482 h 1221162"/>
                <a:gd name="connsiteX1334" fmla="*/ 468539 w 1905657"/>
                <a:gd name="connsiteY1334" fmla="*/ 843482 h 1221162"/>
                <a:gd name="connsiteX1335" fmla="*/ 469852 w 1905657"/>
                <a:gd name="connsiteY1335" fmla="*/ 845870 h 1221162"/>
                <a:gd name="connsiteX1336" fmla="*/ 471265 w 1905657"/>
                <a:gd name="connsiteY1336" fmla="*/ 849470 h 1221162"/>
                <a:gd name="connsiteX1337" fmla="*/ 476482 w 1905657"/>
                <a:gd name="connsiteY1337" fmla="*/ 855323 h 1221162"/>
                <a:gd name="connsiteX1338" fmla="*/ 480285 w 1905657"/>
                <a:gd name="connsiteY1338" fmla="*/ 860436 h 1221162"/>
                <a:gd name="connsiteX1339" fmla="*/ 483448 w 1905657"/>
                <a:gd name="connsiteY1339" fmla="*/ 864036 h 1221162"/>
                <a:gd name="connsiteX1340" fmla="*/ 487891 w 1905657"/>
                <a:gd name="connsiteY1340" fmla="*/ 865247 h 1221162"/>
                <a:gd name="connsiteX1341" fmla="*/ 491256 w 1905657"/>
                <a:gd name="connsiteY1341" fmla="*/ 865247 h 1221162"/>
                <a:gd name="connsiteX1342" fmla="*/ 496371 w 1905657"/>
                <a:gd name="connsiteY1342" fmla="*/ 867534 h 1221162"/>
                <a:gd name="connsiteX1343" fmla="*/ 498996 w 1905657"/>
                <a:gd name="connsiteY1343" fmla="*/ 866996 h 1221162"/>
                <a:gd name="connsiteX1344" fmla="*/ 500073 w 1905657"/>
                <a:gd name="connsiteY1344" fmla="*/ 866021 h 1221162"/>
                <a:gd name="connsiteX1345" fmla="*/ 501824 w 1905657"/>
                <a:gd name="connsiteY1345" fmla="*/ 865381 h 1221162"/>
                <a:gd name="connsiteX1346" fmla="*/ 503237 w 1905657"/>
                <a:gd name="connsiteY1346" fmla="*/ 864170 h 1221162"/>
                <a:gd name="connsiteX1347" fmla="*/ 504011 w 1905657"/>
                <a:gd name="connsiteY1347" fmla="*/ 863397 h 1221162"/>
                <a:gd name="connsiteX1348" fmla="*/ 505761 w 1905657"/>
                <a:gd name="connsiteY1348" fmla="*/ 862085 h 1221162"/>
                <a:gd name="connsiteX1349" fmla="*/ 506838 w 1905657"/>
                <a:gd name="connsiteY1349" fmla="*/ 861042 h 1221162"/>
                <a:gd name="connsiteX1350" fmla="*/ 508083 w 1905657"/>
                <a:gd name="connsiteY1350" fmla="*/ 860235 h 1221162"/>
                <a:gd name="connsiteX1351" fmla="*/ 510843 w 1905657"/>
                <a:gd name="connsiteY1351" fmla="*/ 859999 h 1221162"/>
                <a:gd name="connsiteX1352" fmla="*/ 513434 w 1905657"/>
                <a:gd name="connsiteY1352" fmla="*/ 859932 h 1221162"/>
                <a:gd name="connsiteX1353" fmla="*/ 515386 w 1905657"/>
                <a:gd name="connsiteY1353" fmla="*/ 860033 h 1221162"/>
                <a:gd name="connsiteX1354" fmla="*/ 516362 w 1905657"/>
                <a:gd name="connsiteY1354" fmla="*/ 860504 h 1221162"/>
                <a:gd name="connsiteX1355" fmla="*/ 517506 w 1905657"/>
                <a:gd name="connsiteY1355" fmla="*/ 861479 h 1221162"/>
                <a:gd name="connsiteX1356" fmla="*/ 518718 w 1905657"/>
                <a:gd name="connsiteY1356" fmla="*/ 862623 h 1221162"/>
                <a:gd name="connsiteX1357" fmla="*/ 519930 w 1905657"/>
                <a:gd name="connsiteY1357" fmla="*/ 864036 h 1221162"/>
                <a:gd name="connsiteX1358" fmla="*/ 520704 w 1905657"/>
                <a:gd name="connsiteY1358" fmla="*/ 865516 h 1221162"/>
                <a:gd name="connsiteX1359" fmla="*/ 520872 w 1905657"/>
                <a:gd name="connsiteY1359" fmla="*/ 867467 h 1221162"/>
                <a:gd name="connsiteX1360" fmla="*/ 520805 w 1905657"/>
                <a:gd name="connsiteY1360" fmla="*/ 868880 h 1221162"/>
                <a:gd name="connsiteX1361" fmla="*/ 520434 w 1905657"/>
                <a:gd name="connsiteY1361" fmla="*/ 870192 h 1221162"/>
                <a:gd name="connsiteX1362" fmla="*/ 519660 w 1905657"/>
                <a:gd name="connsiteY1362" fmla="*/ 871538 h 1221162"/>
                <a:gd name="connsiteX1363" fmla="*/ 518718 w 1905657"/>
                <a:gd name="connsiteY1363" fmla="*/ 873152 h 1221162"/>
                <a:gd name="connsiteX1364" fmla="*/ 517675 w 1905657"/>
                <a:gd name="connsiteY1364" fmla="*/ 874195 h 1221162"/>
                <a:gd name="connsiteX1365" fmla="*/ 517136 w 1905657"/>
                <a:gd name="connsiteY1365" fmla="*/ 875103 h 1221162"/>
                <a:gd name="connsiteX1366" fmla="*/ 512997 w 1905657"/>
                <a:gd name="connsiteY1366" fmla="*/ 877660 h 1221162"/>
                <a:gd name="connsiteX1367" fmla="*/ 511516 w 1905657"/>
                <a:gd name="connsiteY1367" fmla="*/ 879510 h 1221162"/>
                <a:gd name="connsiteX1368" fmla="*/ 510977 w 1905657"/>
                <a:gd name="connsiteY1368" fmla="*/ 879947 h 1221162"/>
                <a:gd name="connsiteX1369" fmla="*/ 510271 w 1905657"/>
                <a:gd name="connsiteY1369" fmla="*/ 881360 h 1221162"/>
                <a:gd name="connsiteX1370" fmla="*/ 509934 w 1905657"/>
                <a:gd name="connsiteY1370" fmla="*/ 882605 h 1221162"/>
                <a:gd name="connsiteX1371" fmla="*/ 509564 w 1905657"/>
                <a:gd name="connsiteY1371" fmla="*/ 884287 h 1221162"/>
                <a:gd name="connsiteX1372" fmla="*/ 509396 w 1905657"/>
                <a:gd name="connsiteY1372" fmla="*/ 886238 h 1221162"/>
                <a:gd name="connsiteX1373" fmla="*/ 509396 w 1905657"/>
                <a:gd name="connsiteY1373" fmla="*/ 888425 h 1221162"/>
                <a:gd name="connsiteX1374" fmla="*/ 509396 w 1905657"/>
                <a:gd name="connsiteY1374" fmla="*/ 890174 h 1221162"/>
                <a:gd name="connsiteX1375" fmla="*/ 509497 w 1905657"/>
                <a:gd name="connsiteY1375" fmla="*/ 892899 h 1221162"/>
                <a:gd name="connsiteX1376" fmla="*/ 510708 w 1905657"/>
                <a:gd name="connsiteY1376" fmla="*/ 895018 h 1221162"/>
                <a:gd name="connsiteX1377" fmla="*/ 511785 w 1905657"/>
                <a:gd name="connsiteY1377" fmla="*/ 896599 h 1221162"/>
                <a:gd name="connsiteX1378" fmla="*/ 512997 w 1905657"/>
                <a:gd name="connsiteY1378" fmla="*/ 898079 h 1221162"/>
                <a:gd name="connsiteX1379" fmla="*/ 515555 w 1905657"/>
                <a:gd name="connsiteY1379" fmla="*/ 899324 h 1221162"/>
                <a:gd name="connsiteX1380" fmla="*/ 517742 w 1905657"/>
                <a:gd name="connsiteY1380" fmla="*/ 900804 h 1221162"/>
                <a:gd name="connsiteX1381" fmla="*/ 519425 w 1905657"/>
                <a:gd name="connsiteY1381" fmla="*/ 901410 h 1221162"/>
                <a:gd name="connsiteX1382" fmla="*/ 521040 w 1905657"/>
                <a:gd name="connsiteY1382" fmla="*/ 902183 h 1221162"/>
                <a:gd name="connsiteX1383" fmla="*/ 523598 w 1905657"/>
                <a:gd name="connsiteY1383" fmla="*/ 903260 h 1221162"/>
                <a:gd name="connsiteX1384" fmla="*/ 525920 w 1905657"/>
                <a:gd name="connsiteY1384" fmla="*/ 903260 h 1221162"/>
                <a:gd name="connsiteX1385" fmla="*/ 528209 w 1905657"/>
                <a:gd name="connsiteY1385" fmla="*/ 903260 h 1221162"/>
                <a:gd name="connsiteX1386" fmla="*/ 529387 w 1905657"/>
                <a:gd name="connsiteY1386" fmla="*/ 903260 h 1221162"/>
                <a:gd name="connsiteX1387" fmla="*/ 532920 w 1905657"/>
                <a:gd name="connsiteY1387" fmla="*/ 903596 h 1221162"/>
                <a:gd name="connsiteX1388" fmla="*/ 534771 w 1905657"/>
                <a:gd name="connsiteY1388" fmla="*/ 903865 h 1221162"/>
                <a:gd name="connsiteX1389" fmla="*/ 536353 w 1905657"/>
                <a:gd name="connsiteY1389" fmla="*/ 904773 h 1221162"/>
                <a:gd name="connsiteX1390" fmla="*/ 539618 w 1905657"/>
                <a:gd name="connsiteY1390" fmla="*/ 904134 h 1221162"/>
                <a:gd name="connsiteX1391" fmla="*/ 541368 w 1905657"/>
                <a:gd name="connsiteY1391" fmla="*/ 904269 h 1221162"/>
                <a:gd name="connsiteX1392" fmla="*/ 543252 w 1905657"/>
                <a:gd name="connsiteY1392" fmla="*/ 904773 h 1221162"/>
                <a:gd name="connsiteX1393" fmla="*/ 545642 w 1905657"/>
                <a:gd name="connsiteY1393" fmla="*/ 906590 h 1221162"/>
                <a:gd name="connsiteX1394" fmla="*/ 546651 w 1905657"/>
                <a:gd name="connsiteY1394" fmla="*/ 909113 h 1221162"/>
                <a:gd name="connsiteX1395" fmla="*/ 547224 w 1905657"/>
                <a:gd name="connsiteY1395" fmla="*/ 910997 h 1221162"/>
                <a:gd name="connsiteX1396" fmla="*/ 547022 w 1905657"/>
                <a:gd name="connsiteY1396" fmla="*/ 914899 h 1221162"/>
                <a:gd name="connsiteX1397" fmla="*/ 549411 w 1905657"/>
                <a:gd name="connsiteY1397" fmla="*/ 916985 h 1221162"/>
                <a:gd name="connsiteX1398" fmla="*/ 553820 w 1905657"/>
                <a:gd name="connsiteY1398" fmla="*/ 916346 h 1221162"/>
                <a:gd name="connsiteX1399" fmla="*/ 557017 w 1905657"/>
                <a:gd name="connsiteY1399" fmla="*/ 915034 h 1221162"/>
                <a:gd name="connsiteX1400" fmla="*/ 558094 w 1905657"/>
                <a:gd name="connsiteY1400" fmla="*/ 913890 h 1221162"/>
                <a:gd name="connsiteX1401" fmla="*/ 560180 w 1905657"/>
                <a:gd name="connsiteY1401" fmla="*/ 912645 h 1221162"/>
                <a:gd name="connsiteX1402" fmla="*/ 561190 w 1905657"/>
                <a:gd name="connsiteY1402" fmla="*/ 910627 h 1221162"/>
                <a:gd name="connsiteX1403" fmla="*/ 561628 w 1905657"/>
                <a:gd name="connsiteY1403" fmla="*/ 909618 h 1221162"/>
                <a:gd name="connsiteX1404" fmla="*/ 564017 w 1905657"/>
                <a:gd name="connsiteY1404" fmla="*/ 910122 h 1221162"/>
                <a:gd name="connsiteX1405" fmla="*/ 564724 w 1905657"/>
                <a:gd name="connsiteY1405" fmla="*/ 911199 h 1221162"/>
                <a:gd name="connsiteX1406" fmla="*/ 565060 w 1905657"/>
                <a:gd name="connsiteY1406" fmla="*/ 914092 h 1221162"/>
                <a:gd name="connsiteX1407" fmla="*/ 565060 w 1905657"/>
                <a:gd name="connsiteY1407" fmla="*/ 916278 h 1221162"/>
                <a:gd name="connsiteX1408" fmla="*/ 566003 w 1905657"/>
                <a:gd name="connsiteY1408" fmla="*/ 919037 h 1221162"/>
                <a:gd name="connsiteX1409" fmla="*/ 566137 w 1905657"/>
                <a:gd name="connsiteY1409" fmla="*/ 923073 h 1221162"/>
                <a:gd name="connsiteX1410" fmla="*/ 566272 w 1905657"/>
                <a:gd name="connsiteY1410" fmla="*/ 924587 h 1221162"/>
                <a:gd name="connsiteX1411" fmla="*/ 567080 w 1905657"/>
                <a:gd name="connsiteY1411" fmla="*/ 928153 h 1221162"/>
                <a:gd name="connsiteX1412" fmla="*/ 567887 w 1905657"/>
                <a:gd name="connsiteY1412" fmla="*/ 931853 h 1221162"/>
                <a:gd name="connsiteX1413" fmla="*/ 570344 w 1905657"/>
                <a:gd name="connsiteY1413" fmla="*/ 934814 h 1221162"/>
                <a:gd name="connsiteX1414" fmla="*/ 572229 w 1905657"/>
                <a:gd name="connsiteY1414" fmla="*/ 935957 h 1221162"/>
                <a:gd name="connsiteX1415" fmla="*/ 575493 w 1905657"/>
                <a:gd name="connsiteY1415" fmla="*/ 939422 h 1221162"/>
                <a:gd name="connsiteX1416" fmla="*/ 577816 w 1905657"/>
                <a:gd name="connsiteY1416" fmla="*/ 942618 h 1221162"/>
                <a:gd name="connsiteX1417" fmla="*/ 578522 w 1905657"/>
                <a:gd name="connsiteY1417" fmla="*/ 947092 h 1221162"/>
                <a:gd name="connsiteX1418" fmla="*/ 579027 w 1905657"/>
                <a:gd name="connsiteY1418" fmla="*/ 950860 h 1221162"/>
                <a:gd name="connsiteX1419" fmla="*/ 578960 w 1905657"/>
                <a:gd name="connsiteY1419" fmla="*/ 953618 h 1221162"/>
                <a:gd name="connsiteX1420" fmla="*/ 578960 w 1905657"/>
                <a:gd name="connsiteY1420" fmla="*/ 959707 h 1221162"/>
                <a:gd name="connsiteX1421" fmla="*/ 579700 w 1905657"/>
                <a:gd name="connsiteY1421" fmla="*/ 962466 h 1221162"/>
                <a:gd name="connsiteX1422" fmla="*/ 580441 w 1905657"/>
                <a:gd name="connsiteY1422" fmla="*/ 964484 h 1221162"/>
                <a:gd name="connsiteX1423" fmla="*/ 582325 w 1905657"/>
                <a:gd name="connsiteY1423" fmla="*/ 969395 h 1221162"/>
                <a:gd name="connsiteX1424" fmla="*/ 586801 w 1905657"/>
                <a:gd name="connsiteY1424" fmla="*/ 969160 h 1221162"/>
                <a:gd name="connsiteX1425" fmla="*/ 589292 w 1905657"/>
                <a:gd name="connsiteY1425" fmla="*/ 967108 h 1221162"/>
                <a:gd name="connsiteX1426" fmla="*/ 589999 w 1905657"/>
                <a:gd name="connsiteY1426" fmla="*/ 964181 h 1221162"/>
                <a:gd name="connsiteX1427" fmla="*/ 591244 w 1905657"/>
                <a:gd name="connsiteY1427" fmla="*/ 960380 h 1221162"/>
                <a:gd name="connsiteX1428" fmla="*/ 591614 w 1905657"/>
                <a:gd name="connsiteY1428" fmla="*/ 957991 h 1221162"/>
                <a:gd name="connsiteX1429" fmla="*/ 591984 w 1905657"/>
                <a:gd name="connsiteY1429" fmla="*/ 956579 h 1221162"/>
                <a:gd name="connsiteX1430" fmla="*/ 592523 w 1905657"/>
                <a:gd name="connsiteY1430" fmla="*/ 954728 h 1221162"/>
                <a:gd name="connsiteX1431" fmla="*/ 593431 w 1905657"/>
                <a:gd name="connsiteY1431" fmla="*/ 952979 h 1221162"/>
                <a:gd name="connsiteX1432" fmla="*/ 593801 w 1905657"/>
                <a:gd name="connsiteY1432" fmla="*/ 951667 h 1221162"/>
                <a:gd name="connsiteX1433" fmla="*/ 594239 w 1905657"/>
                <a:gd name="connsiteY1433" fmla="*/ 950792 h 1221162"/>
                <a:gd name="connsiteX1434" fmla="*/ 595753 w 1905657"/>
                <a:gd name="connsiteY1434" fmla="*/ 948068 h 1221162"/>
                <a:gd name="connsiteX1435" fmla="*/ 596830 w 1905657"/>
                <a:gd name="connsiteY1435" fmla="*/ 946554 h 1221162"/>
                <a:gd name="connsiteX1436" fmla="*/ 598715 w 1905657"/>
                <a:gd name="connsiteY1436" fmla="*/ 944603 h 1221162"/>
                <a:gd name="connsiteX1437" fmla="*/ 599624 w 1905657"/>
                <a:gd name="connsiteY1437" fmla="*/ 943459 h 1221162"/>
                <a:gd name="connsiteX1438" fmla="*/ 600330 w 1905657"/>
                <a:gd name="connsiteY1438" fmla="*/ 942517 h 1221162"/>
                <a:gd name="connsiteX1439" fmla="*/ 601306 w 1905657"/>
                <a:gd name="connsiteY1439" fmla="*/ 941205 h 1221162"/>
                <a:gd name="connsiteX1440" fmla="*/ 602720 w 1905657"/>
                <a:gd name="connsiteY1440" fmla="*/ 940129 h 1221162"/>
                <a:gd name="connsiteX1441" fmla="*/ 604032 w 1905657"/>
                <a:gd name="connsiteY1441" fmla="*/ 939591 h 1221162"/>
                <a:gd name="connsiteX1442" fmla="*/ 605278 w 1905657"/>
                <a:gd name="connsiteY1442" fmla="*/ 939658 h 1221162"/>
                <a:gd name="connsiteX1443" fmla="*/ 606186 w 1905657"/>
                <a:gd name="connsiteY1443" fmla="*/ 940095 h 1221162"/>
                <a:gd name="connsiteX1444" fmla="*/ 607095 w 1905657"/>
                <a:gd name="connsiteY1444" fmla="*/ 942046 h 1221162"/>
                <a:gd name="connsiteX1445" fmla="*/ 607533 w 1905657"/>
                <a:gd name="connsiteY1445" fmla="*/ 945915 h 1221162"/>
                <a:gd name="connsiteX1446" fmla="*/ 607600 w 1905657"/>
                <a:gd name="connsiteY1446" fmla="*/ 947496 h 1221162"/>
                <a:gd name="connsiteX1447" fmla="*/ 607499 w 1905657"/>
                <a:gd name="connsiteY1447" fmla="*/ 950422 h 1221162"/>
                <a:gd name="connsiteX1448" fmla="*/ 607297 w 1905657"/>
                <a:gd name="connsiteY1448" fmla="*/ 952172 h 1221162"/>
                <a:gd name="connsiteX1449" fmla="*/ 606657 w 1905657"/>
                <a:gd name="connsiteY1449" fmla="*/ 954661 h 1221162"/>
                <a:gd name="connsiteX1450" fmla="*/ 606557 w 1905657"/>
                <a:gd name="connsiteY1450" fmla="*/ 955973 h 1221162"/>
                <a:gd name="connsiteX1451" fmla="*/ 606052 w 1905657"/>
                <a:gd name="connsiteY1451" fmla="*/ 957285 h 1221162"/>
                <a:gd name="connsiteX1452" fmla="*/ 605850 w 1905657"/>
                <a:gd name="connsiteY1452" fmla="*/ 958631 h 1221162"/>
                <a:gd name="connsiteX1453" fmla="*/ 605379 w 1905657"/>
                <a:gd name="connsiteY1453" fmla="*/ 959976 h 1221162"/>
                <a:gd name="connsiteX1454" fmla="*/ 604975 w 1905657"/>
                <a:gd name="connsiteY1454" fmla="*/ 961860 h 1221162"/>
                <a:gd name="connsiteX1455" fmla="*/ 604975 w 1905657"/>
                <a:gd name="connsiteY1455" fmla="*/ 963172 h 1221162"/>
                <a:gd name="connsiteX1456" fmla="*/ 605244 w 1905657"/>
                <a:gd name="connsiteY1456" fmla="*/ 963777 h 1221162"/>
                <a:gd name="connsiteX1457" fmla="*/ 605581 w 1905657"/>
                <a:gd name="connsiteY1457" fmla="*/ 965358 h 1221162"/>
                <a:gd name="connsiteX1458" fmla="*/ 606456 w 1905657"/>
                <a:gd name="connsiteY1458" fmla="*/ 966939 h 1221162"/>
                <a:gd name="connsiteX1459" fmla="*/ 609451 w 1905657"/>
                <a:gd name="connsiteY1459" fmla="*/ 968891 h 1221162"/>
                <a:gd name="connsiteX1460" fmla="*/ 613254 w 1905657"/>
                <a:gd name="connsiteY1460" fmla="*/ 969294 h 1221162"/>
                <a:gd name="connsiteX1461" fmla="*/ 614566 w 1905657"/>
                <a:gd name="connsiteY1461" fmla="*/ 969294 h 1221162"/>
                <a:gd name="connsiteX1462" fmla="*/ 618369 w 1905657"/>
                <a:gd name="connsiteY1462" fmla="*/ 970169 h 1221162"/>
                <a:gd name="connsiteX1463" fmla="*/ 619446 w 1905657"/>
                <a:gd name="connsiteY1463" fmla="*/ 972894 h 1221162"/>
                <a:gd name="connsiteX1464" fmla="*/ 619345 w 1905657"/>
                <a:gd name="connsiteY1464" fmla="*/ 975282 h 1221162"/>
                <a:gd name="connsiteX1465" fmla="*/ 620658 w 1905657"/>
                <a:gd name="connsiteY1465" fmla="*/ 976594 h 1221162"/>
                <a:gd name="connsiteX1466" fmla="*/ 622946 w 1905657"/>
                <a:gd name="connsiteY1466" fmla="*/ 976594 h 1221162"/>
                <a:gd name="connsiteX1467" fmla="*/ 625235 w 1905657"/>
                <a:gd name="connsiteY1467" fmla="*/ 976056 h 1221162"/>
                <a:gd name="connsiteX1468" fmla="*/ 630451 w 1905657"/>
                <a:gd name="connsiteY1468" fmla="*/ 973768 h 1221162"/>
                <a:gd name="connsiteX1469" fmla="*/ 632942 w 1905657"/>
                <a:gd name="connsiteY1469" fmla="*/ 970842 h 1221162"/>
                <a:gd name="connsiteX1470" fmla="*/ 634894 w 1905657"/>
                <a:gd name="connsiteY1470" fmla="*/ 968453 h 1221162"/>
                <a:gd name="connsiteX1471" fmla="*/ 638697 w 1905657"/>
                <a:gd name="connsiteY1471" fmla="*/ 965728 h 1221162"/>
                <a:gd name="connsiteX1472" fmla="*/ 639572 w 1905657"/>
                <a:gd name="connsiteY1472" fmla="*/ 963239 h 1221162"/>
                <a:gd name="connsiteX1473" fmla="*/ 640649 w 1905657"/>
                <a:gd name="connsiteY1473" fmla="*/ 961725 h 1221162"/>
                <a:gd name="connsiteX1474" fmla="*/ 641288 w 1905657"/>
                <a:gd name="connsiteY1474" fmla="*/ 960413 h 1221162"/>
                <a:gd name="connsiteX1475" fmla="*/ 643139 w 1905657"/>
                <a:gd name="connsiteY1475" fmla="*/ 959001 h 1221162"/>
                <a:gd name="connsiteX1476" fmla="*/ 643913 w 1905657"/>
                <a:gd name="connsiteY1476" fmla="*/ 959001 h 1221162"/>
                <a:gd name="connsiteX1477" fmla="*/ 646841 w 1905657"/>
                <a:gd name="connsiteY1477" fmla="*/ 958361 h 1221162"/>
                <a:gd name="connsiteX1478" fmla="*/ 649668 w 1905657"/>
                <a:gd name="connsiteY1478" fmla="*/ 958025 h 1221162"/>
                <a:gd name="connsiteX1479" fmla="*/ 651957 w 1905657"/>
                <a:gd name="connsiteY1479" fmla="*/ 958462 h 1221162"/>
                <a:gd name="connsiteX1480" fmla="*/ 652832 w 1905657"/>
                <a:gd name="connsiteY1480" fmla="*/ 959976 h 1221162"/>
                <a:gd name="connsiteX1481" fmla="*/ 652832 w 1905657"/>
                <a:gd name="connsiteY1481" fmla="*/ 962466 h 1221162"/>
                <a:gd name="connsiteX1482" fmla="*/ 653606 w 1905657"/>
                <a:gd name="connsiteY1482" fmla="*/ 963441 h 1221162"/>
                <a:gd name="connsiteX1483" fmla="*/ 656971 w 1905657"/>
                <a:gd name="connsiteY1483" fmla="*/ 963677 h 1221162"/>
                <a:gd name="connsiteX1484" fmla="*/ 658620 w 1905657"/>
                <a:gd name="connsiteY1484" fmla="*/ 962903 h 1221162"/>
                <a:gd name="connsiteX1485" fmla="*/ 659159 w 1905657"/>
                <a:gd name="connsiteY1485" fmla="*/ 962264 h 1221162"/>
                <a:gd name="connsiteX1486" fmla="*/ 661447 w 1905657"/>
                <a:gd name="connsiteY1486" fmla="*/ 963340 h 1221162"/>
                <a:gd name="connsiteX1487" fmla="*/ 662221 w 1905657"/>
                <a:gd name="connsiteY1487" fmla="*/ 964955 h 1221162"/>
                <a:gd name="connsiteX1488" fmla="*/ 662760 w 1905657"/>
                <a:gd name="connsiteY1488" fmla="*/ 966569 h 1221162"/>
                <a:gd name="connsiteX1489" fmla="*/ 666226 w 1905657"/>
                <a:gd name="connsiteY1489" fmla="*/ 968958 h 1221162"/>
                <a:gd name="connsiteX1490" fmla="*/ 667976 w 1905657"/>
                <a:gd name="connsiteY1490" fmla="*/ 970034 h 1221162"/>
                <a:gd name="connsiteX1491" fmla="*/ 671005 w 1905657"/>
                <a:gd name="connsiteY1491" fmla="*/ 972187 h 1221162"/>
                <a:gd name="connsiteX1492" fmla="*/ 674606 w 1905657"/>
                <a:gd name="connsiteY1492" fmla="*/ 973499 h 1221162"/>
                <a:gd name="connsiteX1493" fmla="*/ 678746 w 1905657"/>
                <a:gd name="connsiteY1493" fmla="*/ 977200 h 1221162"/>
                <a:gd name="connsiteX1494" fmla="*/ 680597 w 1905657"/>
                <a:gd name="connsiteY1494" fmla="*/ 979487 h 1221162"/>
                <a:gd name="connsiteX1495" fmla="*/ 682986 w 1905657"/>
                <a:gd name="connsiteY1495" fmla="*/ 983389 h 1221162"/>
                <a:gd name="connsiteX1496" fmla="*/ 686688 w 1905657"/>
                <a:gd name="connsiteY1496" fmla="*/ 987628 h 1221162"/>
                <a:gd name="connsiteX1497" fmla="*/ 688640 w 1905657"/>
                <a:gd name="connsiteY1497" fmla="*/ 991530 h 1221162"/>
                <a:gd name="connsiteX1498" fmla="*/ 690929 w 1905657"/>
                <a:gd name="connsiteY1498" fmla="*/ 994120 h 1221162"/>
                <a:gd name="connsiteX1499" fmla="*/ 691568 w 1905657"/>
                <a:gd name="connsiteY1499" fmla="*/ 996072 h 1221162"/>
                <a:gd name="connsiteX1500" fmla="*/ 693217 w 1905657"/>
                <a:gd name="connsiteY1500" fmla="*/ 997316 h 1221162"/>
                <a:gd name="connsiteX1501" fmla="*/ 695506 w 1905657"/>
                <a:gd name="connsiteY1501" fmla="*/ 998796 h 1221162"/>
                <a:gd name="connsiteX1502" fmla="*/ 696381 w 1905657"/>
                <a:gd name="connsiteY1502" fmla="*/ 998796 h 1221162"/>
                <a:gd name="connsiteX1503" fmla="*/ 699107 w 1905657"/>
                <a:gd name="connsiteY1503" fmla="*/ 999671 h 1221162"/>
                <a:gd name="connsiteX1504" fmla="*/ 703011 w 1905657"/>
                <a:gd name="connsiteY1504" fmla="*/ 999402 h 1221162"/>
                <a:gd name="connsiteX1505" fmla="*/ 705501 w 1905657"/>
                <a:gd name="connsiteY1505" fmla="*/ 1000546 h 1221162"/>
                <a:gd name="connsiteX1506" fmla="*/ 708530 w 1905657"/>
                <a:gd name="connsiteY1506" fmla="*/ 1000546 h 1221162"/>
                <a:gd name="connsiteX1507" fmla="*/ 710919 w 1905657"/>
                <a:gd name="connsiteY1507" fmla="*/ 1000209 h 1221162"/>
                <a:gd name="connsiteX1508" fmla="*/ 715160 w 1905657"/>
                <a:gd name="connsiteY1508" fmla="*/ 1000546 h 1221162"/>
                <a:gd name="connsiteX1509" fmla="*/ 718963 w 1905657"/>
                <a:gd name="connsiteY1509" fmla="*/ 1000546 h 1221162"/>
                <a:gd name="connsiteX1510" fmla="*/ 720578 w 1905657"/>
                <a:gd name="connsiteY1510" fmla="*/ 1001757 h 1221162"/>
                <a:gd name="connsiteX1511" fmla="*/ 723069 w 1905657"/>
                <a:gd name="connsiteY1511" fmla="*/ 1002396 h 1221162"/>
                <a:gd name="connsiteX1512" fmla="*/ 726434 w 1905657"/>
                <a:gd name="connsiteY1512" fmla="*/ 1003607 h 1221162"/>
                <a:gd name="connsiteX1513" fmla="*/ 728487 w 1905657"/>
                <a:gd name="connsiteY1513" fmla="*/ 1003607 h 1221162"/>
                <a:gd name="connsiteX1514" fmla="*/ 730002 w 1905657"/>
                <a:gd name="connsiteY1514" fmla="*/ 1004818 h 1221162"/>
                <a:gd name="connsiteX1515" fmla="*/ 731415 w 1905657"/>
                <a:gd name="connsiteY1515" fmla="*/ 1006332 h 1221162"/>
                <a:gd name="connsiteX1516" fmla="*/ 733266 w 1905657"/>
                <a:gd name="connsiteY1516" fmla="*/ 1008518 h 1221162"/>
                <a:gd name="connsiteX1517" fmla="*/ 735756 w 1905657"/>
                <a:gd name="connsiteY1517" fmla="*/ 1010906 h 1221162"/>
                <a:gd name="connsiteX1518" fmla="*/ 737809 w 1905657"/>
                <a:gd name="connsiteY1518" fmla="*/ 1012521 h 1221162"/>
                <a:gd name="connsiteX1519" fmla="*/ 741612 w 1905657"/>
                <a:gd name="connsiteY1519" fmla="*/ 1014472 h 1221162"/>
                <a:gd name="connsiteX1520" fmla="*/ 748444 w 1905657"/>
                <a:gd name="connsiteY1520" fmla="*/ 1014472 h 1221162"/>
                <a:gd name="connsiteX1521" fmla="*/ 751709 w 1905657"/>
                <a:gd name="connsiteY1521" fmla="*/ 1013160 h 1221162"/>
                <a:gd name="connsiteX1522" fmla="*/ 755512 w 1905657"/>
                <a:gd name="connsiteY1522" fmla="*/ 1009797 h 1221162"/>
                <a:gd name="connsiteX1523" fmla="*/ 758339 w 1905657"/>
                <a:gd name="connsiteY1523" fmla="*/ 1006332 h 1221162"/>
                <a:gd name="connsiteX1524" fmla="*/ 760964 w 1905657"/>
                <a:gd name="connsiteY1524" fmla="*/ 1004414 h 1221162"/>
                <a:gd name="connsiteX1525" fmla="*/ 763555 w 1905657"/>
                <a:gd name="connsiteY1525" fmla="*/ 1002295 h 1221162"/>
                <a:gd name="connsiteX1526" fmla="*/ 765844 w 1905657"/>
                <a:gd name="connsiteY1526" fmla="*/ 1002295 h 1221162"/>
                <a:gd name="connsiteX1527" fmla="*/ 769209 w 1905657"/>
                <a:gd name="connsiteY1527" fmla="*/ 1003506 h 1221162"/>
                <a:gd name="connsiteX1528" fmla="*/ 773786 w 1905657"/>
                <a:gd name="connsiteY1528" fmla="*/ 1005692 h 1221162"/>
                <a:gd name="connsiteX1529" fmla="*/ 776277 w 1905657"/>
                <a:gd name="connsiteY1529" fmla="*/ 1007543 h 1221162"/>
                <a:gd name="connsiteX1530" fmla="*/ 777690 w 1905657"/>
                <a:gd name="connsiteY1530" fmla="*/ 1009830 h 1221162"/>
                <a:gd name="connsiteX1531" fmla="*/ 781156 w 1905657"/>
                <a:gd name="connsiteY1531" fmla="*/ 1012320 h 1221162"/>
                <a:gd name="connsiteX1532" fmla="*/ 784320 w 1905657"/>
                <a:gd name="connsiteY1532" fmla="*/ 1013968 h 1221162"/>
                <a:gd name="connsiteX1533" fmla="*/ 788224 w 1905657"/>
                <a:gd name="connsiteY1533" fmla="*/ 1015313 h 1221162"/>
                <a:gd name="connsiteX1534" fmla="*/ 791152 w 1905657"/>
                <a:gd name="connsiteY1534" fmla="*/ 1016255 h 1221162"/>
                <a:gd name="connsiteX1535" fmla="*/ 795392 w 1905657"/>
                <a:gd name="connsiteY1535" fmla="*/ 1016255 h 1221162"/>
                <a:gd name="connsiteX1536" fmla="*/ 797883 w 1905657"/>
                <a:gd name="connsiteY1536" fmla="*/ 1016255 h 1221162"/>
                <a:gd name="connsiteX1537" fmla="*/ 801484 w 1905657"/>
                <a:gd name="connsiteY1537" fmla="*/ 1015482 h 1221162"/>
                <a:gd name="connsiteX1538" fmla="*/ 804748 w 1905657"/>
                <a:gd name="connsiteY1538" fmla="*/ 1015044 h 1221162"/>
                <a:gd name="connsiteX1539" fmla="*/ 806599 w 1905657"/>
                <a:gd name="connsiteY1539" fmla="*/ 1014708 h 1221162"/>
                <a:gd name="connsiteX1540" fmla="*/ 810200 w 1905657"/>
                <a:gd name="connsiteY1540" fmla="*/ 1013530 h 1221162"/>
                <a:gd name="connsiteX1541" fmla="*/ 812152 w 1905657"/>
                <a:gd name="connsiteY1541" fmla="*/ 1011344 h 1221162"/>
                <a:gd name="connsiteX1542" fmla="*/ 814340 w 1905657"/>
                <a:gd name="connsiteY1542" fmla="*/ 1008316 h 1221162"/>
                <a:gd name="connsiteX1543" fmla="*/ 816628 w 1905657"/>
                <a:gd name="connsiteY1543" fmla="*/ 1005053 h 1221162"/>
                <a:gd name="connsiteX1544" fmla="*/ 819994 w 1905657"/>
                <a:gd name="connsiteY1544" fmla="*/ 1003842 h 1221162"/>
                <a:gd name="connsiteX1545" fmla="*/ 822619 w 1905657"/>
                <a:gd name="connsiteY1545" fmla="*/ 1002867 h 1221162"/>
                <a:gd name="connsiteX1546" fmla="*/ 828273 w 1905657"/>
                <a:gd name="connsiteY1546" fmla="*/ 1001992 h 1221162"/>
                <a:gd name="connsiteX1547" fmla="*/ 833052 w 1905657"/>
                <a:gd name="connsiteY1547" fmla="*/ 1001117 h 1221162"/>
                <a:gd name="connsiteX1548" fmla="*/ 839480 w 1905657"/>
                <a:gd name="connsiteY1548" fmla="*/ 1002194 h 1221162"/>
                <a:gd name="connsiteX1549" fmla="*/ 842744 w 1905657"/>
                <a:gd name="connsiteY1549" fmla="*/ 1001319 h 1221162"/>
                <a:gd name="connsiteX1550" fmla="*/ 849273 w 1905657"/>
                <a:gd name="connsiteY1550" fmla="*/ 1000007 h 1221162"/>
                <a:gd name="connsiteX1551" fmla="*/ 853076 w 1905657"/>
                <a:gd name="connsiteY1551" fmla="*/ 1001757 h 1221162"/>
                <a:gd name="connsiteX1552" fmla="*/ 856778 w 1905657"/>
                <a:gd name="connsiteY1552" fmla="*/ 1004683 h 1221162"/>
                <a:gd name="connsiteX1553" fmla="*/ 858966 w 1905657"/>
                <a:gd name="connsiteY1553" fmla="*/ 1007307 h 1221162"/>
                <a:gd name="connsiteX1554" fmla="*/ 861995 w 1905657"/>
                <a:gd name="connsiteY1554" fmla="*/ 1014136 h 1221162"/>
                <a:gd name="connsiteX1555" fmla="*/ 862870 w 1905657"/>
                <a:gd name="connsiteY1555" fmla="*/ 1016356 h 1221162"/>
                <a:gd name="connsiteX1556" fmla="*/ 862971 w 1905657"/>
                <a:gd name="connsiteY1556" fmla="*/ 1023387 h 1221162"/>
                <a:gd name="connsiteX1557" fmla="*/ 862634 w 1905657"/>
                <a:gd name="connsiteY1557" fmla="*/ 1027390 h 1221162"/>
                <a:gd name="connsiteX1558" fmla="*/ 860783 w 1905657"/>
                <a:gd name="connsiteY1558" fmla="*/ 1036069 h 1221162"/>
                <a:gd name="connsiteX1559" fmla="*/ 858394 w 1905657"/>
                <a:gd name="connsiteY1559" fmla="*/ 1038020 h 1221162"/>
                <a:gd name="connsiteX1560" fmla="*/ 856475 w 1905657"/>
                <a:gd name="connsiteY1560" fmla="*/ 1043268 h 1221162"/>
                <a:gd name="connsiteX1561" fmla="*/ 853581 w 1905657"/>
                <a:gd name="connsiteY1561" fmla="*/ 1048785 h 1221162"/>
                <a:gd name="connsiteX1562" fmla="*/ 851259 w 1905657"/>
                <a:gd name="connsiteY1562" fmla="*/ 1050971 h 1221162"/>
                <a:gd name="connsiteX1563" fmla="*/ 848129 w 1905657"/>
                <a:gd name="connsiteY1563" fmla="*/ 1059650 h 1221162"/>
                <a:gd name="connsiteX1564" fmla="*/ 846749 w 1905657"/>
                <a:gd name="connsiteY1564" fmla="*/ 1064730 h 1221162"/>
                <a:gd name="connsiteX1565" fmla="*/ 846749 w 1905657"/>
                <a:gd name="connsiteY1565" fmla="*/ 1074418 h 1221162"/>
                <a:gd name="connsiteX1566" fmla="*/ 848062 w 1905657"/>
                <a:gd name="connsiteY1566" fmla="*/ 1079935 h 1221162"/>
                <a:gd name="connsiteX1567" fmla="*/ 850956 w 1905657"/>
                <a:gd name="connsiteY1567" fmla="*/ 1085721 h 1221162"/>
                <a:gd name="connsiteX1568" fmla="*/ 853985 w 1905657"/>
                <a:gd name="connsiteY1568" fmla="*/ 1091373 h 1221162"/>
                <a:gd name="connsiteX1569" fmla="*/ 858327 w 1905657"/>
                <a:gd name="connsiteY1569" fmla="*/ 1096889 h 1221162"/>
                <a:gd name="connsiteX1570" fmla="*/ 863846 w 1905657"/>
                <a:gd name="connsiteY1570" fmla="*/ 1099076 h 1221162"/>
                <a:gd name="connsiteX1571" fmla="*/ 867750 w 1905657"/>
                <a:gd name="connsiteY1571" fmla="*/ 1098201 h 1221162"/>
                <a:gd name="connsiteX1572" fmla="*/ 872529 w 1905657"/>
                <a:gd name="connsiteY1572" fmla="*/ 1096183 h 1221162"/>
                <a:gd name="connsiteX1573" fmla="*/ 875558 w 1905657"/>
                <a:gd name="connsiteY1573" fmla="*/ 1093155 h 1221162"/>
                <a:gd name="connsiteX1574" fmla="*/ 878452 w 1905657"/>
                <a:gd name="connsiteY1574" fmla="*/ 1089691 h 1221162"/>
                <a:gd name="connsiteX1575" fmla="*/ 881212 w 1905657"/>
                <a:gd name="connsiteY1575" fmla="*/ 1085048 h 1221162"/>
                <a:gd name="connsiteX1576" fmla="*/ 881514 w 1905657"/>
                <a:gd name="connsiteY1576" fmla="*/ 1081415 h 1221162"/>
                <a:gd name="connsiteX1577" fmla="*/ 881514 w 1905657"/>
                <a:gd name="connsiteY1577" fmla="*/ 1074452 h 1221162"/>
                <a:gd name="connsiteX1578" fmla="*/ 881514 w 1905657"/>
                <a:gd name="connsiteY1578" fmla="*/ 1069238 h 1221162"/>
                <a:gd name="connsiteX1579" fmla="*/ 882524 w 1905657"/>
                <a:gd name="connsiteY1579" fmla="*/ 1063586 h 1221162"/>
                <a:gd name="connsiteX1580" fmla="*/ 884106 w 1905657"/>
                <a:gd name="connsiteY1580" fmla="*/ 1057195 h 1221162"/>
                <a:gd name="connsiteX1581" fmla="*/ 887000 w 1905657"/>
                <a:gd name="connsiteY1581" fmla="*/ 1053562 h 1221162"/>
                <a:gd name="connsiteX1582" fmla="*/ 891645 w 1905657"/>
                <a:gd name="connsiteY1582" fmla="*/ 1049929 h 1221162"/>
                <a:gd name="connsiteX1583" fmla="*/ 894101 w 1905657"/>
                <a:gd name="connsiteY1583" fmla="*/ 1047170 h 1221162"/>
                <a:gd name="connsiteX1584" fmla="*/ 896558 w 1905657"/>
                <a:gd name="connsiteY1584" fmla="*/ 1044109 h 1221162"/>
                <a:gd name="connsiteX1585" fmla="*/ 898880 w 1905657"/>
                <a:gd name="connsiteY1585" fmla="*/ 1042090 h 1221162"/>
                <a:gd name="connsiteX1586" fmla="*/ 901909 w 1905657"/>
                <a:gd name="connsiteY1586" fmla="*/ 1038760 h 1221162"/>
                <a:gd name="connsiteX1587" fmla="*/ 906553 w 1905657"/>
                <a:gd name="connsiteY1587" fmla="*/ 1036305 h 1221162"/>
                <a:gd name="connsiteX1588" fmla="*/ 913958 w 1905657"/>
                <a:gd name="connsiteY1588" fmla="*/ 1031090 h 1221162"/>
                <a:gd name="connsiteX1589" fmla="*/ 917424 w 1905657"/>
                <a:gd name="connsiteY1589" fmla="*/ 1028500 h 1221162"/>
                <a:gd name="connsiteX1590" fmla="*/ 921496 w 1905657"/>
                <a:gd name="connsiteY1590" fmla="*/ 1025742 h 1221162"/>
                <a:gd name="connsiteX1591" fmla="*/ 925838 w 1905657"/>
                <a:gd name="connsiteY1591" fmla="*/ 1022411 h 1221162"/>
                <a:gd name="connsiteX1592" fmla="*/ 930616 w 1905657"/>
                <a:gd name="connsiteY1592" fmla="*/ 1020090 h 1221162"/>
                <a:gd name="connsiteX1593" fmla="*/ 934083 w 1905657"/>
                <a:gd name="connsiteY1593" fmla="*/ 1016188 h 1221162"/>
                <a:gd name="connsiteX1594" fmla="*/ 937112 w 1905657"/>
                <a:gd name="connsiteY1594" fmla="*/ 1014170 h 1221162"/>
                <a:gd name="connsiteX1595" fmla="*/ 940881 w 1905657"/>
                <a:gd name="connsiteY1595" fmla="*/ 1012286 h 1221162"/>
                <a:gd name="connsiteX1596" fmla="*/ 942900 w 1905657"/>
                <a:gd name="connsiteY1596" fmla="*/ 1011848 h 1221162"/>
                <a:gd name="connsiteX1597" fmla="*/ 946367 w 1905657"/>
                <a:gd name="connsiteY1597" fmla="*/ 1010537 h 1221162"/>
                <a:gd name="connsiteX1598" fmla="*/ 950708 w 1905657"/>
                <a:gd name="connsiteY1598" fmla="*/ 1010099 h 1221162"/>
                <a:gd name="connsiteX1599" fmla="*/ 955622 w 1905657"/>
                <a:gd name="connsiteY1599" fmla="*/ 1009797 h 1221162"/>
                <a:gd name="connsiteX1600" fmla="*/ 960973 w 1905657"/>
                <a:gd name="connsiteY1600" fmla="*/ 1008922 h 1221162"/>
                <a:gd name="connsiteX1601" fmla="*/ 966761 w 1905657"/>
                <a:gd name="connsiteY1601" fmla="*/ 1009225 h 1221162"/>
                <a:gd name="connsiteX1602" fmla="*/ 975007 w 1905657"/>
                <a:gd name="connsiteY1602" fmla="*/ 1011680 h 1221162"/>
                <a:gd name="connsiteX1603" fmla="*/ 980089 w 1905657"/>
                <a:gd name="connsiteY1603" fmla="*/ 1013867 h 1221162"/>
                <a:gd name="connsiteX1604" fmla="*/ 985002 w 1905657"/>
                <a:gd name="connsiteY1604" fmla="*/ 1014741 h 1221162"/>
                <a:gd name="connsiteX1605" fmla="*/ 989074 w 1905657"/>
                <a:gd name="connsiteY1605" fmla="*/ 1015044 h 1221162"/>
                <a:gd name="connsiteX1606" fmla="*/ 994729 w 1905657"/>
                <a:gd name="connsiteY1606" fmla="*/ 1015347 h 1221162"/>
                <a:gd name="connsiteX1607" fmla="*/ 998363 w 1905657"/>
                <a:gd name="connsiteY1607" fmla="*/ 1016222 h 1221162"/>
                <a:gd name="connsiteX1608" fmla="*/ 1000820 w 1905657"/>
                <a:gd name="connsiteY1608" fmla="*/ 1017668 h 1221162"/>
                <a:gd name="connsiteX1609" fmla="*/ 1003849 w 1905657"/>
                <a:gd name="connsiteY1609" fmla="*/ 1020696 h 1221162"/>
                <a:gd name="connsiteX1610" fmla="*/ 1007181 w 1905657"/>
                <a:gd name="connsiteY1610" fmla="*/ 1024161 h 1221162"/>
                <a:gd name="connsiteX1611" fmla="*/ 1008190 w 1905657"/>
                <a:gd name="connsiteY1611" fmla="*/ 1026179 h 1221162"/>
                <a:gd name="connsiteX1612" fmla="*/ 1013104 w 1905657"/>
                <a:gd name="connsiteY1612" fmla="*/ 1029206 h 1221162"/>
                <a:gd name="connsiteX1613" fmla="*/ 1016436 w 1905657"/>
                <a:gd name="connsiteY1613" fmla="*/ 1033411 h 1221162"/>
                <a:gd name="connsiteX1614" fmla="*/ 1017883 w 1905657"/>
                <a:gd name="connsiteY1614" fmla="*/ 1036305 h 1221162"/>
                <a:gd name="connsiteX1615" fmla="*/ 1022224 w 1905657"/>
                <a:gd name="connsiteY1615" fmla="*/ 1037616 h 1221162"/>
                <a:gd name="connsiteX1616" fmla="*/ 1028450 w 1905657"/>
                <a:gd name="connsiteY1616" fmla="*/ 1038794 h 1221162"/>
                <a:gd name="connsiteX1617" fmla="*/ 1033532 w 1905657"/>
                <a:gd name="connsiteY1617" fmla="*/ 1038794 h 1221162"/>
                <a:gd name="connsiteX1618" fmla="*/ 1036292 w 1905657"/>
                <a:gd name="connsiteY1618" fmla="*/ 1038491 h 1221162"/>
                <a:gd name="connsiteX1619" fmla="*/ 1040499 w 1905657"/>
                <a:gd name="connsiteY1619" fmla="*/ 1038626 h 1221162"/>
                <a:gd name="connsiteX1620" fmla="*/ 1044133 w 1905657"/>
                <a:gd name="connsiteY1620" fmla="*/ 1039769 h 1221162"/>
                <a:gd name="connsiteX1621" fmla="*/ 1045143 w 1905657"/>
                <a:gd name="connsiteY1621" fmla="*/ 1040510 h 1221162"/>
                <a:gd name="connsiteX1622" fmla="*/ 1049047 w 1905657"/>
                <a:gd name="connsiteY1622" fmla="*/ 1043100 h 1221162"/>
                <a:gd name="connsiteX1623" fmla="*/ 1051941 w 1905657"/>
                <a:gd name="connsiteY1623" fmla="*/ 1045118 h 1221162"/>
                <a:gd name="connsiteX1624" fmla="*/ 1054129 w 1905657"/>
                <a:gd name="connsiteY1624" fmla="*/ 1048886 h 1221162"/>
                <a:gd name="connsiteX1625" fmla="*/ 1055576 w 1905657"/>
                <a:gd name="connsiteY1625" fmla="*/ 1053225 h 1221162"/>
                <a:gd name="connsiteX1626" fmla="*/ 1060792 w 1905657"/>
                <a:gd name="connsiteY1626" fmla="*/ 1058742 h 1221162"/>
                <a:gd name="connsiteX1627" fmla="*/ 1063384 w 1905657"/>
                <a:gd name="connsiteY1627" fmla="*/ 1060626 h 1221162"/>
                <a:gd name="connsiteX1628" fmla="*/ 1065841 w 1905657"/>
                <a:gd name="connsiteY1628" fmla="*/ 1063519 h 1221162"/>
                <a:gd name="connsiteX1629" fmla="*/ 1067725 w 1905657"/>
                <a:gd name="connsiteY1629" fmla="*/ 1065403 h 1221162"/>
                <a:gd name="connsiteX1630" fmla="*/ 1071495 w 1905657"/>
                <a:gd name="connsiteY1630" fmla="*/ 1068430 h 1221162"/>
                <a:gd name="connsiteX1631" fmla="*/ 1074120 w 1905657"/>
                <a:gd name="connsiteY1631" fmla="*/ 1070180 h 1221162"/>
                <a:gd name="connsiteX1632" fmla="*/ 1077014 w 1905657"/>
                <a:gd name="connsiteY1632" fmla="*/ 1072198 h 1221162"/>
                <a:gd name="connsiteX1633" fmla="*/ 1081086 w 1905657"/>
                <a:gd name="connsiteY1633" fmla="*/ 1073342 h 1221162"/>
                <a:gd name="connsiteX1634" fmla="*/ 1084721 w 1905657"/>
                <a:gd name="connsiteY1634" fmla="*/ 1073914 h 1221162"/>
                <a:gd name="connsiteX1635" fmla="*/ 1086740 w 1905657"/>
                <a:gd name="connsiteY1635" fmla="*/ 1072030 h 1221162"/>
                <a:gd name="connsiteX1636" fmla="*/ 1087178 w 1905657"/>
                <a:gd name="connsiteY1636" fmla="*/ 1068834 h 1221162"/>
                <a:gd name="connsiteX1637" fmla="*/ 1088759 w 1905657"/>
                <a:gd name="connsiteY1637" fmla="*/ 1067253 h 1221162"/>
                <a:gd name="connsiteX1638" fmla="*/ 1090947 w 1905657"/>
                <a:gd name="connsiteY1638" fmla="*/ 1065941 h 1221162"/>
                <a:gd name="connsiteX1639" fmla="*/ 1094851 w 1905657"/>
                <a:gd name="connsiteY1639" fmla="*/ 1065504 h 1221162"/>
                <a:gd name="connsiteX1640" fmla="*/ 1097038 w 1905657"/>
                <a:gd name="connsiteY1640" fmla="*/ 1064932 h 1221162"/>
                <a:gd name="connsiteX1641" fmla="*/ 1101514 w 1905657"/>
                <a:gd name="connsiteY1641" fmla="*/ 1065369 h 1221162"/>
                <a:gd name="connsiteX1642" fmla="*/ 1103837 w 1905657"/>
                <a:gd name="connsiteY1642" fmla="*/ 1065235 h 1221162"/>
                <a:gd name="connsiteX1643" fmla="*/ 1106428 w 1905657"/>
                <a:gd name="connsiteY1643" fmla="*/ 1064797 h 1221162"/>
                <a:gd name="connsiteX1644" fmla="*/ 1108313 w 1905657"/>
                <a:gd name="connsiteY1644" fmla="*/ 1063788 h 1221162"/>
                <a:gd name="connsiteX1645" fmla="*/ 1112789 w 1905657"/>
                <a:gd name="connsiteY1645" fmla="*/ 1063216 h 1221162"/>
                <a:gd name="connsiteX1646" fmla="*/ 1116087 w 1905657"/>
                <a:gd name="connsiteY1646" fmla="*/ 1064225 h 1221162"/>
                <a:gd name="connsiteX1647" fmla="*/ 1118443 w 1905657"/>
                <a:gd name="connsiteY1647" fmla="*/ 1065672 h 1221162"/>
                <a:gd name="connsiteX1648" fmla="*/ 1120765 w 1905657"/>
                <a:gd name="connsiteY1648" fmla="*/ 1068699 h 1221162"/>
                <a:gd name="connsiteX1649" fmla="*/ 1123356 w 1905657"/>
                <a:gd name="connsiteY1649" fmla="*/ 1072467 h 1221162"/>
                <a:gd name="connsiteX1650" fmla="*/ 1125948 w 1905657"/>
                <a:gd name="connsiteY1650" fmla="*/ 1073914 h 1221162"/>
                <a:gd name="connsiteX1651" fmla="*/ 1127967 w 1905657"/>
                <a:gd name="connsiteY1651" fmla="*/ 1075663 h 1221162"/>
                <a:gd name="connsiteX1652" fmla="*/ 1129414 w 1905657"/>
                <a:gd name="connsiteY1652" fmla="*/ 1078253 h 1221162"/>
                <a:gd name="connsiteX1653" fmla="*/ 1130996 w 1905657"/>
                <a:gd name="connsiteY1653" fmla="*/ 1080002 h 1221162"/>
                <a:gd name="connsiteX1654" fmla="*/ 1131736 w 1905657"/>
                <a:gd name="connsiteY1654" fmla="*/ 1081752 h 1221162"/>
                <a:gd name="connsiteX1655" fmla="*/ 1131736 w 1905657"/>
                <a:gd name="connsiteY1655" fmla="*/ 1084813 h 1221162"/>
                <a:gd name="connsiteX1656" fmla="*/ 1133486 w 1905657"/>
                <a:gd name="connsiteY1656" fmla="*/ 1089455 h 1221162"/>
                <a:gd name="connsiteX1657" fmla="*/ 1133486 w 1905657"/>
                <a:gd name="connsiteY1657" fmla="*/ 1091776 h 1221162"/>
                <a:gd name="connsiteX1658" fmla="*/ 1133486 w 1905657"/>
                <a:gd name="connsiteY1658" fmla="*/ 1096990 h 1221162"/>
                <a:gd name="connsiteX1659" fmla="*/ 1132780 w 1905657"/>
                <a:gd name="connsiteY1659" fmla="*/ 1099883 h 1221162"/>
                <a:gd name="connsiteX1660" fmla="*/ 1131030 w 1905657"/>
                <a:gd name="connsiteY1660" fmla="*/ 1103079 h 1221162"/>
                <a:gd name="connsiteX1661" fmla="*/ 1130155 w 1905657"/>
                <a:gd name="connsiteY1661" fmla="*/ 1105703 h 1221162"/>
                <a:gd name="connsiteX1662" fmla="*/ 1130289 w 1905657"/>
                <a:gd name="connsiteY1662" fmla="*/ 1110614 h 1221162"/>
                <a:gd name="connsiteX1663" fmla="*/ 1131030 w 1905657"/>
                <a:gd name="connsiteY1663" fmla="*/ 1112633 h 1221162"/>
                <a:gd name="connsiteX1664" fmla="*/ 1130895 w 1905657"/>
                <a:gd name="connsiteY1664" fmla="*/ 1115660 h 1221162"/>
                <a:gd name="connsiteX1665" fmla="*/ 1130592 w 1905657"/>
                <a:gd name="connsiteY1665" fmla="*/ 1120000 h 1221162"/>
                <a:gd name="connsiteX1666" fmla="*/ 1133486 w 1905657"/>
                <a:gd name="connsiteY1666" fmla="*/ 1123330 h 1221162"/>
                <a:gd name="connsiteX1667" fmla="*/ 1135674 w 1905657"/>
                <a:gd name="connsiteY1667" fmla="*/ 1125214 h 1221162"/>
                <a:gd name="connsiteX1668" fmla="*/ 1137693 w 1905657"/>
                <a:gd name="connsiteY1668" fmla="*/ 1125214 h 1221162"/>
                <a:gd name="connsiteX1669" fmla="*/ 1142169 w 1905657"/>
                <a:gd name="connsiteY1669" fmla="*/ 1126661 h 1221162"/>
                <a:gd name="connsiteX1670" fmla="*/ 1147083 w 1905657"/>
                <a:gd name="connsiteY1670" fmla="*/ 1126661 h 1221162"/>
                <a:gd name="connsiteX1671" fmla="*/ 1149540 w 1905657"/>
                <a:gd name="connsiteY1671" fmla="*/ 1126661 h 1221162"/>
                <a:gd name="connsiteX1672" fmla="*/ 1154184 w 1905657"/>
                <a:gd name="connsiteY1672" fmla="*/ 1126694 h 1221162"/>
                <a:gd name="connsiteX1673" fmla="*/ 1157381 w 1905657"/>
                <a:gd name="connsiteY1673" fmla="*/ 1126694 h 1221162"/>
                <a:gd name="connsiteX1674" fmla="*/ 1162463 w 1905657"/>
                <a:gd name="connsiteY1674" fmla="*/ 1130832 h 1221162"/>
                <a:gd name="connsiteX1675" fmla="*/ 1165795 w 1905657"/>
                <a:gd name="connsiteY1675" fmla="*/ 1132413 h 1221162"/>
                <a:gd name="connsiteX1676" fmla="*/ 1170271 w 1905657"/>
                <a:gd name="connsiteY1676" fmla="*/ 1137762 h 1221162"/>
                <a:gd name="connsiteX1677" fmla="*/ 1172290 w 1905657"/>
                <a:gd name="connsiteY1677" fmla="*/ 1141092 h 1221162"/>
                <a:gd name="connsiteX1678" fmla="*/ 1172290 w 1905657"/>
                <a:gd name="connsiteY1678" fmla="*/ 1143548 h 1221162"/>
                <a:gd name="connsiteX1679" fmla="*/ 1173165 w 1905657"/>
                <a:gd name="connsiteY1679" fmla="*/ 1147618 h 1221162"/>
                <a:gd name="connsiteX1680" fmla="*/ 1172290 w 1905657"/>
                <a:gd name="connsiteY1680" fmla="*/ 1151520 h 1221162"/>
                <a:gd name="connsiteX1681" fmla="*/ 1170978 w 1905657"/>
                <a:gd name="connsiteY1681" fmla="*/ 1153404 h 1221162"/>
                <a:gd name="connsiteX1682" fmla="*/ 1167949 w 1905657"/>
                <a:gd name="connsiteY1682" fmla="*/ 1159325 h 1221162"/>
                <a:gd name="connsiteX1683" fmla="*/ 1165929 w 1905657"/>
                <a:gd name="connsiteY1683" fmla="*/ 1162218 h 1221162"/>
                <a:gd name="connsiteX1684" fmla="*/ 1164920 w 1905657"/>
                <a:gd name="connsiteY1684" fmla="*/ 1165111 h 1221162"/>
                <a:gd name="connsiteX1685" fmla="*/ 1164348 w 1905657"/>
                <a:gd name="connsiteY1685" fmla="*/ 1166860 h 1221162"/>
                <a:gd name="connsiteX1686" fmla="*/ 1163607 w 1905657"/>
                <a:gd name="connsiteY1686" fmla="*/ 1168575 h 1221162"/>
                <a:gd name="connsiteX1687" fmla="*/ 1164348 w 1905657"/>
                <a:gd name="connsiteY1687" fmla="*/ 1172646 h 1221162"/>
                <a:gd name="connsiteX1688" fmla="*/ 1164785 w 1905657"/>
                <a:gd name="connsiteY1688" fmla="*/ 1175674 h 1221162"/>
                <a:gd name="connsiteX1689" fmla="*/ 1164785 w 1905657"/>
                <a:gd name="connsiteY1689" fmla="*/ 1176817 h 1221162"/>
                <a:gd name="connsiteX1690" fmla="*/ 1164348 w 1905657"/>
                <a:gd name="connsiteY1690" fmla="*/ 1180720 h 1221162"/>
                <a:gd name="connsiteX1691" fmla="*/ 1164785 w 1905657"/>
                <a:gd name="connsiteY1691" fmla="*/ 1184790 h 1221162"/>
                <a:gd name="connsiteX1692" fmla="*/ 1164785 w 1905657"/>
                <a:gd name="connsiteY1692" fmla="*/ 1187246 h 1221162"/>
                <a:gd name="connsiteX1693" fmla="*/ 1164213 w 1905657"/>
                <a:gd name="connsiteY1693" fmla="*/ 1189129 h 1221162"/>
                <a:gd name="connsiteX1694" fmla="*/ 1164078 w 1905657"/>
                <a:gd name="connsiteY1694" fmla="*/ 1192325 h 1221162"/>
                <a:gd name="connsiteX1695" fmla="*/ 1163944 w 1905657"/>
                <a:gd name="connsiteY1695" fmla="*/ 1194781 h 1221162"/>
                <a:gd name="connsiteX1696" fmla="*/ 1164516 w 1905657"/>
                <a:gd name="connsiteY1696" fmla="*/ 1198246 h 1221162"/>
                <a:gd name="connsiteX1697" fmla="*/ 1164651 w 1905657"/>
                <a:gd name="connsiteY1697" fmla="*/ 1201711 h 1221162"/>
                <a:gd name="connsiteX1698" fmla="*/ 1164718 w 1905657"/>
                <a:gd name="connsiteY1698" fmla="*/ 1203292 h 1221162"/>
                <a:gd name="connsiteX1699" fmla="*/ 1165862 w 1905657"/>
                <a:gd name="connsiteY1699" fmla="*/ 1204570 h 1221162"/>
                <a:gd name="connsiteX1700" fmla="*/ 1167175 w 1905657"/>
                <a:gd name="connsiteY1700" fmla="*/ 1205478 h 1221162"/>
                <a:gd name="connsiteX1701" fmla="*/ 1169127 w 1905657"/>
                <a:gd name="connsiteY1701" fmla="*/ 1205478 h 1221162"/>
                <a:gd name="connsiteX1702" fmla="*/ 1174276 w 1905657"/>
                <a:gd name="connsiteY1702" fmla="*/ 1206454 h 1221162"/>
                <a:gd name="connsiteX1703" fmla="*/ 1178348 w 1905657"/>
                <a:gd name="connsiteY1703" fmla="*/ 1207228 h 1221162"/>
                <a:gd name="connsiteX1704" fmla="*/ 1181309 w 1905657"/>
                <a:gd name="connsiteY1704" fmla="*/ 1207228 h 1221162"/>
                <a:gd name="connsiteX1705" fmla="*/ 1184776 w 1905657"/>
                <a:gd name="connsiteY1705" fmla="*/ 1207228 h 1221162"/>
                <a:gd name="connsiteX1706" fmla="*/ 1188175 w 1905657"/>
                <a:gd name="connsiteY1706" fmla="*/ 1207228 h 1221162"/>
                <a:gd name="connsiteX1707" fmla="*/ 1190632 w 1905657"/>
                <a:gd name="connsiteY1707" fmla="*/ 1207059 h 1221162"/>
                <a:gd name="connsiteX1708" fmla="*/ 1195781 w 1905657"/>
                <a:gd name="connsiteY1708" fmla="*/ 1207228 h 1221162"/>
                <a:gd name="connsiteX1709" fmla="*/ 1198675 w 1905657"/>
                <a:gd name="connsiteY1709" fmla="*/ 1207228 h 1221162"/>
                <a:gd name="connsiteX1710" fmla="*/ 1201637 w 1905657"/>
                <a:gd name="connsiteY1710" fmla="*/ 1207228 h 1221162"/>
                <a:gd name="connsiteX1711" fmla="*/ 1205608 w 1905657"/>
                <a:gd name="connsiteY1711" fmla="*/ 1207228 h 1221162"/>
                <a:gd name="connsiteX1712" fmla="*/ 1209815 w 1905657"/>
                <a:gd name="connsiteY1712" fmla="*/ 1207295 h 1221162"/>
                <a:gd name="connsiteX1713" fmla="*/ 1215469 w 1905657"/>
                <a:gd name="connsiteY1713" fmla="*/ 1208741 h 1221162"/>
                <a:gd name="connsiteX1714" fmla="*/ 1217152 w 1905657"/>
                <a:gd name="connsiteY1714" fmla="*/ 1209683 h 1221162"/>
                <a:gd name="connsiteX1715" fmla="*/ 1221358 w 1905657"/>
                <a:gd name="connsiteY1715" fmla="*/ 1210255 h 1221162"/>
                <a:gd name="connsiteX1716" fmla="*/ 1228762 w 1905657"/>
                <a:gd name="connsiteY1716" fmla="*/ 1211903 h 1221162"/>
                <a:gd name="connsiteX1717" fmla="*/ 1232599 w 1905657"/>
                <a:gd name="connsiteY1717" fmla="*/ 1212711 h 1221162"/>
                <a:gd name="connsiteX1718" fmla="*/ 1237243 w 1905657"/>
                <a:gd name="connsiteY1718" fmla="*/ 1214292 h 1221162"/>
                <a:gd name="connsiteX1719" fmla="*/ 1244917 w 1905657"/>
                <a:gd name="connsiteY1719" fmla="*/ 1216310 h 1221162"/>
                <a:gd name="connsiteX1720" fmla="*/ 1252960 w 1905657"/>
                <a:gd name="connsiteY1720" fmla="*/ 1219439 h 1221162"/>
                <a:gd name="connsiteX1721" fmla="*/ 1258984 w 1905657"/>
                <a:gd name="connsiteY1721" fmla="*/ 1220751 h 1221162"/>
                <a:gd name="connsiteX1722" fmla="*/ 1269047 w 1905657"/>
                <a:gd name="connsiteY1722" fmla="*/ 1221121 h 1221162"/>
                <a:gd name="connsiteX1723" fmla="*/ 1277528 w 1905657"/>
                <a:gd name="connsiteY1723" fmla="*/ 1221020 h 1221162"/>
                <a:gd name="connsiteX1724" fmla="*/ 1286211 w 1905657"/>
                <a:gd name="connsiteY1724" fmla="*/ 1221121 h 1221162"/>
                <a:gd name="connsiteX1725" fmla="*/ 1297788 w 1905657"/>
                <a:gd name="connsiteY1725" fmla="*/ 1221121 h 1221162"/>
                <a:gd name="connsiteX1726" fmla="*/ 1307077 w 1905657"/>
                <a:gd name="connsiteY1726" fmla="*/ 1219674 h 1221162"/>
                <a:gd name="connsiteX1727" fmla="*/ 1315558 w 1905657"/>
                <a:gd name="connsiteY1727" fmla="*/ 1219741 h 1221162"/>
                <a:gd name="connsiteX1728" fmla="*/ 1324106 w 1905657"/>
                <a:gd name="connsiteY1728" fmla="*/ 1219674 h 1221162"/>
                <a:gd name="connsiteX1729" fmla="*/ 1330635 w 1905657"/>
                <a:gd name="connsiteY1729" fmla="*/ 1218867 h 1221162"/>
                <a:gd name="connsiteX1730" fmla="*/ 1336928 w 1905657"/>
                <a:gd name="connsiteY1730" fmla="*/ 1216781 h 1221162"/>
                <a:gd name="connsiteX1731" fmla="*/ 1338880 w 1905657"/>
                <a:gd name="connsiteY1731" fmla="*/ 1213754 h 1221162"/>
                <a:gd name="connsiteX1732" fmla="*/ 1342212 w 1905657"/>
                <a:gd name="connsiteY1732" fmla="*/ 1210289 h 1221162"/>
                <a:gd name="connsiteX1733" fmla="*/ 1344736 w 1905657"/>
                <a:gd name="connsiteY1733" fmla="*/ 1206387 h 1221162"/>
                <a:gd name="connsiteX1734" fmla="*/ 1346991 w 1905657"/>
                <a:gd name="connsiteY1734" fmla="*/ 1203191 h 1221162"/>
                <a:gd name="connsiteX1735" fmla="*/ 1347933 w 1905657"/>
                <a:gd name="connsiteY1735" fmla="*/ 1201004 h 1221162"/>
                <a:gd name="connsiteX1736" fmla="*/ 1351467 w 1905657"/>
                <a:gd name="connsiteY1736" fmla="*/ 1197237 h 1221162"/>
                <a:gd name="connsiteX1737" fmla="*/ 1353284 w 1905657"/>
                <a:gd name="connsiteY1737" fmla="*/ 1194714 h 1221162"/>
                <a:gd name="connsiteX1738" fmla="*/ 1357861 w 1905657"/>
                <a:gd name="connsiteY1738" fmla="*/ 1191013 h 1221162"/>
                <a:gd name="connsiteX1739" fmla="*/ 1361059 w 1905657"/>
                <a:gd name="connsiteY1739" fmla="*/ 1187885 h 1221162"/>
                <a:gd name="connsiteX1740" fmla="*/ 1365636 w 1905657"/>
                <a:gd name="connsiteY1740" fmla="*/ 1184857 h 1221162"/>
                <a:gd name="connsiteX1741" fmla="*/ 1368967 w 1905657"/>
                <a:gd name="connsiteY1741" fmla="*/ 1182233 h 1221162"/>
                <a:gd name="connsiteX1742" fmla="*/ 1372299 w 1905657"/>
                <a:gd name="connsiteY1742" fmla="*/ 1179138 h 1221162"/>
                <a:gd name="connsiteX1743" fmla="*/ 1374823 w 1905657"/>
                <a:gd name="connsiteY1743" fmla="*/ 1176245 h 1221162"/>
                <a:gd name="connsiteX1744" fmla="*/ 1377852 w 1905657"/>
                <a:gd name="connsiteY1744" fmla="*/ 1173420 h 1221162"/>
                <a:gd name="connsiteX1745" fmla="*/ 1383439 w 1905657"/>
                <a:gd name="connsiteY1745" fmla="*/ 1168710 h 1221162"/>
                <a:gd name="connsiteX1746" fmla="*/ 1388655 w 1905657"/>
                <a:gd name="connsiteY1746" fmla="*/ 1164371 h 1221162"/>
                <a:gd name="connsiteX1747" fmla="*/ 1392223 w 1905657"/>
                <a:gd name="connsiteY1747" fmla="*/ 1162689 h 1221162"/>
                <a:gd name="connsiteX1748" fmla="*/ 1399324 w 1905657"/>
                <a:gd name="connsiteY1748" fmla="*/ 1161949 h 1221162"/>
                <a:gd name="connsiteX1749" fmla="*/ 1403396 w 1905657"/>
                <a:gd name="connsiteY1749" fmla="*/ 1161511 h 1221162"/>
                <a:gd name="connsiteX1750" fmla="*/ 1408747 w 1905657"/>
                <a:gd name="connsiteY1750" fmla="*/ 1161713 h 1221162"/>
                <a:gd name="connsiteX1751" fmla="*/ 1412146 w 1905657"/>
                <a:gd name="connsiteY1751" fmla="*/ 1161276 h 1221162"/>
                <a:gd name="connsiteX1752" fmla="*/ 1418440 w 1905657"/>
                <a:gd name="connsiteY1752" fmla="*/ 1160468 h 1221162"/>
                <a:gd name="connsiteX1753" fmla="*/ 1425238 w 1905657"/>
                <a:gd name="connsiteY1753" fmla="*/ 1159829 h 1221162"/>
                <a:gd name="connsiteX1754" fmla="*/ 1434594 w 1905657"/>
                <a:gd name="connsiteY1754" fmla="*/ 1157441 h 1221162"/>
                <a:gd name="connsiteX1755" fmla="*/ 1442132 w 1905657"/>
                <a:gd name="connsiteY1755" fmla="*/ 1152664 h 1221162"/>
                <a:gd name="connsiteX1756" fmla="*/ 1446205 w 1905657"/>
                <a:gd name="connsiteY1756" fmla="*/ 1151789 h 1221162"/>
                <a:gd name="connsiteX1757" fmla="*/ 1452061 w 1905657"/>
                <a:gd name="connsiteY1757" fmla="*/ 1149266 h 1221162"/>
                <a:gd name="connsiteX1758" fmla="*/ 1454820 w 1905657"/>
                <a:gd name="connsiteY1758" fmla="*/ 1147954 h 1221162"/>
                <a:gd name="connsiteX1759" fmla="*/ 1467138 w 1905657"/>
                <a:gd name="connsiteY1759" fmla="*/ 1144422 h 1221162"/>
                <a:gd name="connsiteX1760" fmla="*/ 1473869 w 1905657"/>
                <a:gd name="connsiteY1760" fmla="*/ 1141395 h 1221162"/>
                <a:gd name="connsiteX1761" fmla="*/ 1479893 w 1905657"/>
                <a:gd name="connsiteY1761" fmla="*/ 1140015 h 1221162"/>
                <a:gd name="connsiteX1762" fmla="*/ 1487802 w 1905657"/>
                <a:gd name="connsiteY1762" fmla="*/ 1139006 h 1221162"/>
                <a:gd name="connsiteX1763" fmla="*/ 1494701 w 1905657"/>
                <a:gd name="connsiteY1763" fmla="*/ 1136853 h 1221162"/>
                <a:gd name="connsiteX1764" fmla="*/ 1498167 w 1905657"/>
                <a:gd name="connsiteY1764" fmla="*/ 1133220 h 1221162"/>
                <a:gd name="connsiteX1765" fmla="*/ 1499682 w 1905657"/>
                <a:gd name="connsiteY1765" fmla="*/ 1130630 h 1221162"/>
                <a:gd name="connsiteX1766" fmla="*/ 1502509 w 1905657"/>
                <a:gd name="connsiteY1766" fmla="*/ 1126560 h 1221162"/>
                <a:gd name="connsiteX1767" fmla="*/ 1504898 w 1905657"/>
                <a:gd name="connsiteY1767" fmla="*/ 1123162 h 1221162"/>
                <a:gd name="connsiteX1768" fmla="*/ 1507591 w 1905657"/>
                <a:gd name="connsiteY1768" fmla="*/ 1120706 h 1221162"/>
                <a:gd name="connsiteX1769" fmla="*/ 1510788 w 1905657"/>
                <a:gd name="connsiteY1769" fmla="*/ 1118251 h 1221162"/>
                <a:gd name="connsiteX1770" fmla="*/ 1514423 w 1905657"/>
                <a:gd name="connsiteY1770" fmla="*/ 1115930 h 1221162"/>
                <a:gd name="connsiteX1771" fmla="*/ 1518326 w 1905657"/>
                <a:gd name="connsiteY1771" fmla="*/ 1114248 h 1221162"/>
                <a:gd name="connsiteX1772" fmla="*/ 1523980 w 1905657"/>
                <a:gd name="connsiteY1772" fmla="*/ 1110345 h 1221162"/>
                <a:gd name="connsiteX1773" fmla="*/ 1530005 w 1905657"/>
                <a:gd name="connsiteY1773" fmla="*/ 1108596 h 1221162"/>
                <a:gd name="connsiteX1774" fmla="*/ 1534716 w 1905657"/>
                <a:gd name="connsiteY1774" fmla="*/ 1104627 h 1221162"/>
                <a:gd name="connsiteX1775" fmla="*/ 1538486 w 1905657"/>
                <a:gd name="connsiteY1775" fmla="*/ 1103180 h 1221162"/>
                <a:gd name="connsiteX1776" fmla="*/ 1542053 w 1905657"/>
                <a:gd name="connsiteY1776" fmla="*/ 1100859 h 1221162"/>
                <a:gd name="connsiteX1777" fmla="*/ 1544880 w 1905657"/>
                <a:gd name="connsiteY1777" fmla="*/ 1100119 h 1221162"/>
                <a:gd name="connsiteX1778" fmla="*/ 1547269 w 1905657"/>
                <a:gd name="connsiteY1778" fmla="*/ 1099816 h 1221162"/>
                <a:gd name="connsiteX1779" fmla="*/ 1550904 w 1905657"/>
                <a:gd name="connsiteY1779" fmla="*/ 1099682 h 1221162"/>
                <a:gd name="connsiteX1780" fmla="*/ 1552991 w 1905657"/>
                <a:gd name="connsiteY1780" fmla="*/ 1100119 h 1221162"/>
                <a:gd name="connsiteX1781" fmla="*/ 1555750 w 1905657"/>
                <a:gd name="connsiteY1781" fmla="*/ 1100758 h 1221162"/>
                <a:gd name="connsiteX1782" fmla="*/ 1558510 w 1905657"/>
                <a:gd name="connsiteY1782" fmla="*/ 1103214 h 1221162"/>
                <a:gd name="connsiteX1783" fmla="*/ 1561472 w 1905657"/>
                <a:gd name="connsiteY1783" fmla="*/ 1106040 h 1221162"/>
                <a:gd name="connsiteX1784" fmla="*/ 1564803 w 1905657"/>
                <a:gd name="connsiteY1784" fmla="*/ 1109235 h 1221162"/>
                <a:gd name="connsiteX1785" fmla="*/ 1567698 w 1905657"/>
                <a:gd name="connsiteY1785" fmla="*/ 1111556 h 1221162"/>
                <a:gd name="connsiteX1786" fmla="*/ 1571534 w 1905657"/>
                <a:gd name="connsiteY1786" fmla="*/ 1113878 h 1221162"/>
                <a:gd name="connsiteX1787" fmla="*/ 1574429 w 1905657"/>
                <a:gd name="connsiteY1787" fmla="*/ 1116333 h 1221162"/>
                <a:gd name="connsiteX1788" fmla="*/ 1576818 w 1905657"/>
                <a:gd name="connsiteY1788" fmla="*/ 1117578 h 1221162"/>
                <a:gd name="connsiteX1789" fmla="*/ 1579645 w 1905657"/>
                <a:gd name="connsiteY1789" fmla="*/ 1118284 h 1221162"/>
                <a:gd name="connsiteX1790" fmla="*/ 1584491 w 1905657"/>
                <a:gd name="connsiteY1790" fmla="*/ 1117040 h 1221162"/>
                <a:gd name="connsiteX1791" fmla="*/ 1586578 w 1905657"/>
                <a:gd name="connsiteY1791" fmla="*/ 1115660 h 1221162"/>
                <a:gd name="connsiteX1792" fmla="*/ 1590482 w 1905657"/>
                <a:gd name="connsiteY1792" fmla="*/ 1113777 h 1221162"/>
                <a:gd name="connsiteX1793" fmla="*/ 1591559 w 1905657"/>
                <a:gd name="connsiteY1793" fmla="*/ 1112196 h 1221162"/>
                <a:gd name="connsiteX1794" fmla="*/ 1592804 w 1905657"/>
                <a:gd name="connsiteY1794" fmla="*/ 1111556 h 1221162"/>
                <a:gd name="connsiteX1795" fmla="*/ 1594891 w 1905657"/>
                <a:gd name="connsiteY1795" fmla="*/ 1111691 h 1221162"/>
                <a:gd name="connsiteX1796" fmla="*/ 1596775 w 1905657"/>
                <a:gd name="connsiteY1796" fmla="*/ 1111624 h 1221162"/>
                <a:gd name="connsiteX1797" fmla="*/ 1598660 w 1905657"/>
                <a:gd name="connsiteY1797" fmla="*/ 1111758 h 1221162"/>
                <a:gd name="connsiteX1798" fmla="*/ 1599266 w 1905657"/>
                <a:gd name="connsiteY1798" fmla="*/ 1112936 h 1221162"/>
                <a:gd name="connsiteX1799" fmla="*/ 1599535 w 1905657"/>
                <a:gd name="connsiteY1799" fmla="*/ 1114752 h 1221162"/>
                <a:gd name="connsiteX1800" fmla="*/ 1599535 w 1905657"/>
                <a:gd name="connsiteY1800" fmla="*/ 1115997 h 1221162"/>
                <a:gd name="connsiteX1801" fmla="*/ 1599535 w 1905657"/>
                <a:gd name="connsiteY1801" fmla="*/ 1117746 h 1221162"/>
                <a:gd name="connsiteX1802" fmla="*/ 1599535 w 1905657"/>
                <a:gd name="connsiteY1802" fmla="*/ 1119495 h 1221162"/>
                <a:gd name="connsiteX1803" fmla="*/ 1599535 w 1905657"/>
                <a:gd name="connsiteY1803" fmla="*/ 1120740 h 1221162"/>
                <a:gd name="connsiteX1804" fmla="*/ 1600275 w 1905657"/>
                <a:gd name="connsiteY1804" fmla="*/ 1121749 h 1221162"/>
                <a:gd name="connsiteX1805" fmla="*/ 1602362 w 1905657"/>
                <a:gd name="connsiteY1805" fmla="*/ 1123128 h 1221162"/>
                <a:gd name="connsiteX1806" fmla="*/ 1606131 w 1905657"/>
                <a:gd name="connsiteY1806" fmla="*/ 1123330 h 1221162"/>
                <a:gd name="connsiteX1807" fmla="*/ 1608319 w 1905657"/>
                <a:gd name="connsiteY1807" fmla="*/ 1122321 h 1221162"/>
                <a:gd name="connsiteX1808" fmla="*/ 1610473 w 1905657"/>
                <a:gd name="connsiteY1808" fmla="*/ 1122018 h 1221162"/>
                <a:gd name="connsiteX1809" fmla="*/ 1612054 w 1905657"/>
                <a:gd name="connsiteY1809" fmla="*/ 1123902 h 1221162"/>
                <a:gd name="connsiteX1810" fmla="*/ 1613199 w 1905657"/>
                <a:gd name="connsiteY1810" fmla="*/ 1126291 h 1221162"/>
                <a:gd name="connsiteX1811" fmla="*/ 1615521 w 1905657"/>
                <a:gd name="connsiteY1811" fmla="*/ 1128914 h 1221162"/>
                <a:gd name="connsiteX1812" fmla="*/ 1617910 w 1905657"/>
                <a:gd name="connsiteY1812" fmla="*/ 1131673 h 1221162"/>
                <a:gd name="connsiteX1813" fmla="*/ 1620367 w 1905657"/>
                <a:gd name="connsiteY1813" fmla="*/ 1133691 h 1221162"/>
                <a:gd name="connsiteX1814" fmla="*/ 1622252 w 1905657"/>
                <a:gd name="connsiteY1814" fmla="*/ 1135878 h 1221162"/>
                <a:gd name="connsiteX1815" fmla="*/ 1625449 w 1905657"/>
                <a:gd name="connsiteY1815" fmla="*/ 1139780 h 1221162"/>
                <a:gd name="connsiteX1816" fmla="*/ 1628074 w 1905657"/>
                <a:gd name="connsiteY1816" fmla="*/ 1141798 h 1221162"/>
                <a:gd name="connsiteX1817" fmla="*/ 1630531 w 1905657"/>
                <a:gd name="connsiteY1817" fmla="*/ 1142942 h 1221162"/>
                <a:gd name="connsiteX1818" fmla="*/ 1634738 w 1905657"/>
                <a:gd name="connsiteY1818" fmla="*/ 1145835 h 1221162"/>
                <a:gd name="connsiteX1819" fmla="*/ 1638070 w 1905657"/>
                <a:gd name="connsiteY1819" fmla="*/ 1148728 h 1221162"/>
                <a:gd name="connsiteX1820" fmla="*/ 1642714 w 1905657"/>
                <a:gd name="connsiteY1820" fmla="*/ 1151756 h 1221162"/>
                <a:gd name="connsiteX1821" fmla="*/ 1646483 w 1905657"/>
                <a:gd name="connsiteY1821" fmla="*/ 1155658 h 1221162"/>
                <a:gd name="connsiteX1822" fmla="*/ 1648805 w 1905657"/>
                <a:gd name="connsiteY1822" fmla="*/ 1156095 h 1221162"/>
                <a:gd name="connsiteX1823" fmla="*/ 1650690 w 1905657"/>
                <a:gd name="connsiteY1823" fmla="*/ 1156835 h 1221162"/>
                <a:gd name="connsiteX1824" fmla="*/ 1654325 w 1905657"/>
                <a:gd name="connsiteY1824" fmla="*/ 1157710 h 1221162"/>
                <a:gd name="connsiteX1825" fmla="*/ 1655200 w 1905657"/>
                <a:gd name="connsiteY1825" fmla="*/ 1158282 h 1221162"/>
                <a:gd name="connsiteX1826" fmla="*/ 1660854 w 1905657"/>
                <a:gd name="connsiteY1826" fmla="*/ 1159022 h 1221162"/>
                <a:gd name="connsiteX1827" fmla="*/ 1663310 w 1905657"/>
                <a:gd name="connsiteY1827" fmla="*/ 1160906 h 1221162"/>
                <a:gd name="connsiteX1828" fmla="*/ 1666508 w 1905657"/>
                <a:gd name="connsiteY1828" fmla="*/ 1164236 h 1221162"/>
                <a:gd name="connsiteX1829" fmla="*/ 1668527 w 1905657"/>
                <a:gd name="connsiteY1829" fmla="*/ 1165111 h 1221162"/>
                <a:gd name="connsiteX1830" fmla="*/ 1669536 w 1905657"/>
                <a:gd name="connsiteY1830" fmla="*/ 1167432 h 1221162"/>
                <a:gd name="connsiteX1831" fmla="*/ 1669536 w 1905657"/>
                <a:gd name="connsiteY1831" fmla="*/ 1170459 h 1221162"/>
                <a:gd name="connsiteX1832" fmla="*/ 1669570 w 1905657"/>
                <a:gd name="connsiteY1832" fmla="*/ 1173352 h 1221162"/>
                <a:gd name="connsiteX1833" fmla="*/ 1669570 w 1905657"/>
                <a:gd name="connsiteY1833" fmla="*/ 1176683 h 1221162"/>
                <a:gd name="connsiteX1834" fmla="*/ 1671690 w 1905657"/>
                <a:gd name="connsiteY1834" fmla="*/ 1178701 h 1221162"/>
                <a:gd name="connsiteX1835" fmla="*/ 1675157 w 1905657"/>
                <a:gd name="connsiteY1835" fmla="*/ 1178836 h 1221162"/>
                <a:gd name="connsiteX1836" fmla="*/ 1677142 w 1905657"/>
                <a:gd name="connsiteY1836" fmla="*/ 1177389 h 1221162"/>
                <a:gd name="connsiteX1837" fmla="*/ 1679667 w 1905657"/>
                <a:gd name="connsiteY1837" fmla="*/ 1175068 h 1221162"/>
                <a:gd name="connsiteX1838" fmla="*/ 1681551 w 1905657"/>
                <a:gd name="connsiteY1838" fmla="*/ 1172881 h 1221162"/>
                <a:gd name="connsiteX1839" fmla="*/ 1682696 w 1905657"/>
                <a:gd name="connsiteY1839" fmla="*/ 1171738 h 1221162"/>
                <a:gd name="connsiteX1840" fmla="*/ 1683570 w 1905657"/>
                <a:gd name="connsiteY1840" fmla="*/ 1170560 h 1221162"/>
                <a:gd name="connsiteX1841" fmla="*/ 1684883 w 1905657"/>
                <a:gd name="connsiteY1841" fmla="*/ 1169248 h 1221162"/>
                <a:gd name="connsiteX1842" fmla="*/ 1685623 w 1905657"/>
                <a:gd name="connsiteY1842" fmla="*/ 1168239 h 1221162"/>
                <a:gd name="connsiteX1843" fmla="*/ 1687811 w 1905657"/>
                <a:gd name="connsiteY1843" fmla="*/ 1167667 h 1221162"/>
                <a:gd name="connsiteX1844" fmla="*/ 1692152 w 1905657"/>
                <a:gd name="connsiteY1844" fmla="*/ 1166086 h 1221162"/>
                <a:gd name="connsiteX1845" fmla="*/ 1695047 w 1905657"/>
                <a:gd name="connsiteY1845" fmla="*/ 1165649 h 1221162"/>
                <a:gd name="connsiteX1846" fmla="*/ 1698513 w 1905657"/>
                <a:gd name="connsiteY1846" fmla="*/ 1165212 h 1221162"/>
                <a:gd name="connsiteX1847" fmla="*/ 1701980 w 1905657"/>
                <a:gd name="connsiteY1847" fmla="*/ 1164472 h 1221162"/>
                <a:gd name="connsiteX1848" fmla="*/ 1705008 w 1905657"/>
                <a:gd name="connsiteY1848" fmla="*/ 1164034 h 1221162"/>
                <a:gd name="connsiteX1849" fmla="*/ 1707331 w 1905657"/>
                <a:gd name="connsiteY1849" fmla="*/ 1160569 h 1221162"/>
                <a:gd name="connsiteX1850" fmla="*/ 1706758 w 1905657"/>
                <a:gd name="connsiteY1850" fmla="*/ 1157239 h 1221162"/>
                <a:gd name="connsiteX1851" fmla="*/ 1705614 w 1905657"/>
                <a:gd name="connsiteY1851" fmla="*/ 1154346 h 1221162"/>
                <a:gd name="connsiteX1852" fmla="*/ 1705480 w 1905657"/>
                <a:gd name="connsiteY1852" fmla="*/ 1153034 h 1221162"/>
                <a:gd name="connsiteX1853" fmla="*/ 1705278 w 1905657"/>
                <a:gd name="connsiteY1853" fmla="*/ 1150713 h 1221162"/>
                <a:gd name="connsiteX1854" fmla="*/ 1705648 w 1905657"/>
                <a:gd name="connsiteY1854" fmla="*/ 1148392 h 1221162"/>
                <a:gd name="connsiteX1855" fmla="*/ 1705648 w 1905657"/>
                <a:gd name="connsiteY1855" fmla="*/ 1145499 h 1221162"/>
                <a:gd name="connsiteX1856" fmla="*/ 1705648 w 1905657"/>
                <a:gd name="connsiteY1856" fmla="*/ 1142034 h 1221162"/>
                <a:gd name="connsiteX1857" fmla="*/ 1705648 w 1905657"/>
                <a:gd name="connsiteY1857" fmla="*/ 1140285 h 1221162"/>
                <a:gd name="connsiteX1858" fmla="*/ 1705076 w 1905657"/>
                <a:gd name="connsiteY1858" fmla="*/ 1137829 h 1221162"/>
                <a:gd name="connsiteX1859" fmla="*/ 1705513 w 1905657"/>
                <a:gd name="connsiteY1859" fmla="*/ 1135071 h 1221162"/>
                <a:gd name="connsiteX1860" fmla="*/ 1705951 w 1905657"/>
                <a:gd name="connsiteY1860" fmla="*/ 1133321 h 1221162"/>
                <a:gd name="connsiteX1861" fmla="*/ 1707398 w 1905657"/>
                <a:gd name="connsiteY1861" fmla="*/ 1132144 h 1221162"/>
                <a:gd name="connsiteX1862" fmla="*/ 1709552 w 1905657"/>
                <a:gd name="connsiteY1862" fmla="*/ 1131000 h 1221162"/>
                <a:gd name="connsiteX1863" fmla="*/ 1711739 w 1905657"/>
                <a:gd name="connsiteY1863" fmla="*/ 1129251 h 1221162"/>
                <a:gd name="connsiteX1864" fmla="*/ 1713489 w 1905657"/>
                <a:gd name="connsiteY1864" fmla="*/ 1126358 h 1221162"/>
                <a:gd name="connsiteX1865" fmla="*/ 1715812 w 1905657"/>
                <a:gd name="connsiteY1865" fmla="*/ 1123734 h 1221162"/>
                <a:gd name="connsiteX1866" fmla="*/ 1717562 w 1905657"/>
                <a:gd name="connsiteY1866" fmla="*/ 1122288 h 1221162"/>
                <a:gd name="connsiteX1867" fmla="*/ 1719446 w 1905657"/>
                <a:gd name="connsiteY1867" fmla="*/ 1119529 h 1221162"/>
                <a:gd name="connsiteX1868" fmla="*/ 1720624 w 1905657"/>
                <a:gd name="connsiteY1868" fmla="*/ 1118083 h 1221162"/>
                <a:gd name="connsiteX1869" fmla="*/ 1721937 w 1905657"/>
                <a:gd name="connsiteY1869" fmla="*/ 1116064 h 1221162"/>
                <a:gd name="connsiteX1870" fmla="*/ 1722139 w 1905657"/>
                <a:gd name="connsiteY1870" fmla="*/ 1114180 h 1221162"/>
                <a:gd name="connsiteX1871" fmla="*/ 1723081 w 1905657"/>
                <a:gd name="connsiteY1871" fmla="*/ 1112296 h 1221162"/>
                <a:gd name="connsiteX1872" fmla="*/ 1723081 w 1905657"/>
                <a:gd name="connsiteY1872" fmla="*/ 1110715 h 1221162"/>
                <a:gd name="connsiteX1873" fmla="*/ 1723081 w 1905657"/>
                <a:gd name="connsiteY1873" fmla="*/ 1108966 h 1221162"/>
                <a:gd name="connsiteX1874" fmla="*/ 1723889 w 1905657"/>
                <a:gd name="connsiteY1874" fmla="*/ 1106140 h 1221162"/>
                <a:gd name="connsiteX1875" fmla="*/ 1724461 w 1905657"/>
                <a:gd name="connsiteY1875" fmla="*/ 1103550 h 1221162"/>
                <a:gd name="connsiteX1876" fmla="*/ 1725773 w 1905657"/>
                <a:gd name="connsiteY1876" fmla="*/ 1101229 h 1221162"/>
                <a:gd name="connsiteX1877" fmla="*/ 1726413 w 1905657"/>
                <a:gd name="connsiteY1877" fmla="*/ 1099412 h 1221162"/>
                <a:gd name="connsiteX1878" fmla="*/ 1727860 w 1905657"/>
                <a:gd name="connsiteY1878" fmla="*/ 1098101 h 1221162"/>
                <a:gd name="connsiteX1879" fmla="*/ 1729745 w 1905657"/>
                <a:gd name="connsiteY1879" fmla="*/ 1097091 h 1221162"/>
                <a:gd name="connsiteX1880" fmla="*/ 1731697 w 1905657"/>
                <a:gd name="connsiteY1880" fmla="*/ 1096452 h 1221162"/>
                <a:gd name="connsiteX1881" fmla="*/ 1733447 w 1905657"/>
                <a:gd name="connsiteY1881" fmla="*/ 1095948 h 1221162"/>
                <a:gd name="connsiteX1882" fmla="*/ 1734894 w 1905657"/>
                <a:gd name="connsiteY1882" fmla="*/ 1096082 h 1221162"/>
                <a:gd name="connsiteX1883" fmla="*/ 1737149 w 1905657"/>
                <a:gd name="connsiteY1883" fmla="*/ 1096217 h 1221162"/>
                <a:gd name="connsiteX1884" fmla="*/ 1739235 w 1905657"/>
                <a:gd name="connsiteY1884" fmla="*/ 1096856 h 1221162"/>
                <a:gd name="connsiteX1885" fmla="*/ 1740985 w 1905657"/>
                <a:gd name="connsiteY1885" fmla="*/ 1098874 h 1221162"/>
                <a:gd name="connsiteX1886" fmla="*/ 1742231 w 1905657"/>
                <a:gd name="connsiteY1886" fmla="*/ 1101565 h 1221162"/>
                <a:gd name="connsiteX1887" fmla="*/ 1742231 w 1905657"/>
                <a:gd name="connsiteY1887" fmla="*/ 1103752 h 1221162"/>
                <a:gd name="connsiteX1888" fmla="*/ 1742971 w 1905657"/>
                <a:gd name="connsiteY1888" fmla="*/ 1106140 h 1221162"/>
                <a:gd name="connsiteX1889" fmla="*/ 1743476 w 1905657"/>
                <a:gd name="connsiteY1889" fmla="*/ 1107822 h 1221162"/>
                <a:gd name="connsiteX1890" fmla="*/ 1744654 w 1905657"/>
                <a:gd name="connsiteY1890" fmla="*/ 1110514 h 1221162"/>
                <a:gd name="connsiteX1891" fmla="*/ 1745798 w 1905657"/>
                <a:gd name="connsiteY1891" fmla="*/ 1112700 h 1221162"/>
                <a:gd name="connsiteX1892" fmla="*/ 1747817 w 1905657"/>
                <a:gd name="connsiteY1892" fmla="*/ 1114584 h 1221162"/>
                <a:gd name="connsiteX1893" fmla="*/ 1750139 w 1905657"/>
                <a:gd name="connsiteY1893" fmla="*/ 1115896 h 1221162"/>
                <a:gd name="connsiteX1894" fmla="*/ 1752394 w 1905657"/>
                <a:gd name="connsiteY1894" fmla="*/ 1115829 h 1221162"/>
                <a:gd name="connsiteX1895" fmla="*/ 1756668 w 1905657"/>
                <a:gd name="connsiteY1895" fmla="*/ 1114954 h 1221162"/>
                <a:gd name="connsiteX1896" fmla="*/ 1758755 w 1905657"/>
                <a:gd name="connsiteY1896" fmla="*/ 1115761 h 1221162"/>
                <a:gd name="connsiteX1897" fmla="*/ 1760404 w 1905657"/>
                <a:gd name="connsiteY1897" fmla="*/ 1116199 h 1221162"/>
                <a:gd name="connsiteX1898" fmla="*/ 1763365 w 1905657"/>
                <a:gd name="connsiteY1898" fmla="*/ 1117141 h 1221162"/>
                <a:gd name="connsiteX1899" fmla="*/ 1766193 w 1905657"/>
                <a:gd name="connsiteY1899" fmla="*/ 1119159 h 1221162"/>
                <a:gd name="connsiteX1900" fmla="*/ 1767067 w 1905657"/>
                <a:gd name="connsiteY1900" fmla="*/ 1120673 h 1221162"/>
                <a:gd name="connsiteX1901" fmla="*/ 1767067 w 1905657"/>
                <a:gd name="connsiteY1901" fmla="*/ 1122624 h 1221162"/>
                <a:gd name="connsiteX1902" fmla="*/ 1767101 w 1905657"/>
                <a:gd name="connsiteY1902" fmla="*/ 1124878 h 1221162"/>
                <a:gd name="connsiteX1903" fmla="*/ 1766865 w 1905657"/>
                <a:gd name="connsiteY1903" fmla="*/ 1128713 h 1221162"/>
                <a:gd name="connsiteX1904" fmla="*/ 1766293 w 1905657"/>
                <a:gd name="connsiteY1904" fmla="*/ 1130731 h 1221162"/>
                <a:gd name="connsiteX1905" fmla="*/ 1766563 w 1905657"/>
                <a:gd name="connsiteY1905" fmla="*/ 1133489 h 1221162"/>
                <a:gd name="connsiteX1906" fmla="*/ 1766563 w 1905657"/>
                <a:gd name="connsiteY1906" fmla="*/ 1135071 h 1221162"/>
                <a:gd name="connsiteX1907" fmla="*/ 1768144 w 1905657"/>
                <a:gd name="connsiteY1907" fmla="*/ 1137526 h 1221162"/>
                <a:gd name="connsiteX1908" fmla="*/ 1770029 w 1905657"/>
                <a:gd name="connsiteY1908" fmla="*/ 1139847 h 1221162"/>
                <a:gd name="connsiteX1909" fmla="*/ 1772991 w 1905657"/>
                <a:gd name="connsiteY1909" fmla="*/ 1140554 h 1221162"/>
                <a:gd name="connsiteX1910" fmla="*/ 1776390 w 1905657"/>
                <a:gd name="connsiteY1910" fmla="*/ 1141294 h 1221162"/>
                <a:gd name="connsiteX1911" fmla="*/ 1779419 w 1905657"/>
                <a:gd name="connsiteY1911" fmla="*/ 1141798 h 1221162"/>
                <a:gd name="connsiteX1912" fmla="*/ 1781808 w 1905657"/>
                <a:gd name="connsiteY1912" fmla="*/ 1142875 h 1221162"/>
                <a:gd name="connsiteX1913" fmla="*/ 1783626 w 1905657"/>
                <a:gd name="connsiteY1913" fmla="*/ 1143884 h 1221162"/>
                <a:gd name="connsiteX1914" fmla="*/ 1785645 w 1905657"/>
                <a:gd name="connsiteY1914" fmla="*/ 1146138 h 1221162"/>
                <a:gd name="connsiteX1915" fmla="*/ 1787159 w 1905657"/>
                <a:gd name="connsiteY1915" fmla="*/ 1144961 h 1221162"/>
                <a:gd name="connsiteX1916" fmla="*/ 1789347 w 1905657"/>
                <a:gd name="connsiteY1916" fmla="*/ 1143009 h 1221162"/>
                <a:gd name="connsiteX1917" fmla="*/ 1791534 w 1905657"/>
                <a:gd name="connsiteY1917" fmla="*/ 1141597 h 1221162"/>
                <a:gd name="connsiteX1918" fmla="*/ 1793587 w 1905657"/>
                <a:gd name="connsiteY1918" fmla="*/ 1140621 h 1221162"/>
                <a:gd name="connsiteX1919" fmla="*/ 1795438 w 1905657"/>
                <a:gd name="connsiteY1919" fmla="*/ 1139746 h 1221162"/>
                <a:gd name="connsiteX1920" fmla="*/ 1798030 w 1905657"/>
                <a:gd name="connsiteY1920" fmla="*/ 1138132 h 1221162"/>
                <a:gd name="connsiteX1921" fmla="*/ 1800318 w 1905657"/>
                <a:gd name="connsiteY1921" fmla="*/ 1136180 h 1221162"/>
                <a:gd name="connsiteX1922" fmla="*/ 1802607 w 1905657"/>
                <a:gd name="connsiteY1922" fmla="*/ 1134667 h 1221162"/>
                <a:gd name="connsiteX1923" fmla="*/ 1804357 w 1905657"/>
                <a:gd name="connsiteY1923" fmla="*/ 1132043 h 1221162"/>
                <a:gd name="connsiteX1924" fmla="*/ 1804121 w 1905657"/>
                <a:gd name="connsiteY1924" fmla="*/ 1127905 h 1221162"/>
                <a:gd name="connsiteX1925" fmla="*/ 1803751 w 1905657"/>
                <a:gd name="connsiteY1925" fmla="*/ 1124743 h 1221162"/>
                <a:gd name="connsiteX1926" fmla="*/ 1801294 w 1905657"/>
                <a:gd name="connsiteY1926" fmla="*/ 1121917 h 1221162"/>
                <a:gd name="connsiteX1927" fmla="*/ 1801294 w 1905657"/>
                <a:gd name="connsiteY1927" fmla="*/ 1119428 h 1221162"/>
                <a:gd name="connsiteX1928" fmla="*/ 1802708 w 1905657"/>
                <a:gd name="connsiteY1928" fmla="*/ 1116703 h 1221162"/>
                <a:gd name="connsiteX1929" fmla="*/ 1803684 w 1905657"/>
                <a:gd name="connsiteY1929" fmla="*/ 1115526 h 1221162"/>
                <a:gd name="connsiteX1930" fmla="*/ 1806948 w 1905657"/>
                <a:gd name="connsiteY1930" fmla="*/ 1114449 h 1221162"/>
                <a:gd name="connsiteX1931" fmla="*/ 1809775 w 1905657"/>
                <a:gd name="connsiteY1931" fmla="*/ 1114449 h 1221162"/>
                <a:gd name="connsiteX1932" fmla="*/ 1811525 w 1905657"/>
                <a:gd name="connsiteY1932" fmla="*/ 1114416 h 1221162"/>
                <a:gd name="connsiteX1933" fmla="*/ 1813915 w 1905657"/>
                <a:gd name="connsiteY1933" fmla="*/ 1115761 h 1221162"/>
                <a:gd name="connsiteX1934" fmla="*/ 1814790 w 1905657"/>
                <a:gd name="connsiteY1934" fmla="*/ 1117612 h 1221162"/>
                <a:gd name="connsiteX1935" fmla="*/ 1815564 w 1905657"/>
                <a:gd name="connsiteY1935" fmla="*/ 1119798 h 1221162"/>
                <a:gd name="connsiteX1936" fmla="*/ 1816977 w 1905657"/>
                <a:gd name="connsiteY1936" fmla="*/ 1123700 h 1221162"/>
                <a:gd name="connsiteX1937" fmla="*/ 1817179 w 1905657"/>
                <a:gd name="connsiteY1937" fmla="*/ 1125887 h 1221162"/>
                <a:gd name="connsiteX1938" fmla="*/ 1816203 w 1905657"/>
                <a:gd name="connsiteY1938" fmla="*/ 1128612 h 1221162"/>
                <a:gd name="connsiteX1939" fmla="*/ 1816001 w 1905657"/>
                <a:gd name="connsiteY1939" fmla="*/ 1130664 h 1221162"/>
                <a:gd name="connsiteX1940" fmla="*/ 1816439 w 1905657"/>
                <a:gd name="connsiteY1940" fmla="*/ 1133590 h 1221162"/>
                <a:gd name="connsiteX1941" fmla="*/ 1816271 w 1905657"/>
                <a:gd name="connsiteY1941" fmla="*/ 1136753 h 1221162"/>
                <a:gd name="connsiteX1942" fmla="*/ 1815227 w 1905657"/>
                <a:gd name="connsiteY1942" fmla="*/ 1138502 h 1221162"/>
                <a:gd name="connsiteX1943" fmla="*/ 1815227 w 1905657"/>
                <a:gd name="connsiteY1943" fmla="*/ 1142101 h 1221162"/>
                <a:gd name="connsiteX1944" fmla="*/ 1816001 w 1905657"/>
                <a:gd name="connsiteY1944" fmla="*/ 1144153 h 1221162"/>
                <a:gd name="connsiteX1945" fmla="*/ 1816540 w 1905657"/>
                <a:gd name="connsiteY1945" fmla="*/ 1145902 h 1221162"/>
                <a:gd name="connsiteX1946" fmla="*/ 1818155 w 1905657"/>
                <a:gd name="connsiteY1946" fmla="*/ 1146878 h 1221162"/>
                <a:gd name="connsiteX1947" fmla="*/ 1820208 w 1905657"/>
                <a:gd name="connsiteY1947" fmla="*/ 1148291 h 1221162"/>
                <a:gd name="connsiteX1948" fmla="*/ 1822597 w 1905657"/>
                <a:gd name="connsiteY1948" fmla="*/ 1148392 h 1221162"/>
                <a:gd name="connsiteX1949" fmla="*/ 1825862 w 1905657"/>
                <a:gd name="connsiteY1949" fmla="*/ 1146542 h 1221162"/>
                <a:gd name="connsiteX1950" fmla="*/ 1828252 w 1905657"/>
                <a:gd name="connsiteY1950" fmla="*/ 1145129 h 1221162"/>
                <a:gd name="connsiteX1951" fmla="*/ 1829126 w 1905657"/>
                <a:gd name="connsiteY1951" fmla="*/ 1143615 h 1221162"/>
                <a:gd name="connsiteX1952" fmla="*/ 1830338 w 1905657"/>
                <a:gd name="connsiteY1952" fmla="*/ 1142101 h 1221162"/>
                <a:gd name="connsiteX1953" fmla="*/ 1832290 w 1905657"/>
                <a:gd name="connsiteY1953" fmla="*/ 1141226 h 1221162"/>
                <a:gd name="connsiteX1954" fmla="*/ 1835218 w 1905657"/>
                <a:gd name="connsiteY1954" fmla="*/ 1141226 h 1221162"/>
                <a:gd name="connsiteX1955" fmla="*/ 1838819 w 1905657"/>
                <a:gd name="connsiteY1955" fmla="*/ 1142875 h 1221162"/>
                <a:gd name="connsiteX1956" fmla="*/ 1840670 w 1905657"/>
                <a:gd name="connsiteY1956" fmla="*/ 1144187 h 1221162"/>
                <a:gd name="connsiteX1957" fmla="*/ 1842184 w 1905657"/>
                <a:gd name="connsiteY1957" fmla="*/ 1144826 h 1221162"/>
                <a:gd name="connsiteX1958" fmla="*/ 1845012 w 1905657"/>
                <a:gd name="connsiteY1958" fmla="*/ 1144927 h 1221162"/>
                <a:gd name="connsiteX1959" fmla="*/ 1847838 w 1905657"/>
                <a:gd name="connsiteY1959" fmla="*/ 1142101 h 1221162"/>
                <a:gd name="connsiteX1960" fmla="*/ 1849454 w 1905657"/>
                <a:gd name="connsiteY1960" fmla="*/ 1139275 h 1221162"/>
                <a:gd name="connsiteX1961" fmla="*/ 1851305 w 1905657"/>
                <a:gd name="connsiteY1961" fmla="*/ 1133860 h 1221162"/>
                <a:gd name="connsiteX1962" fmla="*/ 1851742 w 1905657"/>
                <a:gd name="connsiteY1962" fmla="*/ 1131807 h 1221162"/>
                <a:gd name="connsiteX1963" fmla="*/ 1852079 w 1905657"/>
                <a:gd name="connsiteY1963" fmla="*/ 1125180 h 1221162"/>
                <a:gd name="connsiteX1964" fmla="*/ 1850867 w 1905657"/>
                <a:gd name="connsiteY1964" fmla="*/ 1119327 h 1221162"/>
                <a:gd name="connsiteX1965" fmla="*/ 1849117 w 1905657"/>
                <a:gd name="connsiteY1965" fmla="*/ 1115627 h 1221162"/>
                <a:gd name="connsiteX1966" fmla="*/ 1847704 w 1905657"/>
                <a:gd name="connsiteY1966" fmla="*/ 1112263 h 1221162"/>
                <a:gd name="connsiteX1967" fmla="*/ 1846290 w 1905657"/>
                <a:gd name="connsiteY1967" fmla="*/ 1109000 h 1221162"/>
                <a:gd name="connsiteX1968" fmla="*/ 1846055 w 1905657"/>
                <a:gd name="connsiteY1968" fmla="*/ 1106948 h 1221162"/>
                <a:gd name="connsiteX1969" fmla="*/ 1845853 w 1905657"/>
                <a:gd name="connsiteY1969" fmla="*/ 1102608 h 1221162"/>
                <a:gd name="connsiteX1970" fmla="*/ 1845617 w 1905657"/>
                <a:gd name="connsiteY1970" fmla="*/ 1098807 h 1221162"/>
                <a:gd name="connsiteX1971" fmla="*/ 1845180 w 1905657"/>
                <a:gd name="connsiteY1971" fmla="*/ 1095443 h 1221162"/>
                <a:gd name="connsiteX1972" fmla="*/ 1845281 w 1905657"/>
                <a:gd name="connsiteY1972" fmla="*/ 1091843 h 1221162"/>
                <a:gd name="connsiteX1973" fmla="*/ 1845382 w 1905657"/>
                <a:gd name="connsiteY1973" fmla="*/ 1089993 h 1221162"/>
                <a:gd name="connsiteX1974" fmla="*/ 1847569 w 1905657"/>
                <a:gd name="connsiteY1974" fmla="*/ 1087807 h 1221162"/>
                <a:gd name="connsiteX1975" fmla="*/ 1849420 w 1905657"/>
                <a:gd name="connsiteY1975" fmla="*/ 1085519 h 1221162"/>
                <a:gd name="connsiteX1976" fmla="*/ 1852146 w 1905657"/>
                <a:gd name="connsiteY1976" fmla="*/ 1083232 h 1221162"/>
                <a:gd name="connsiteX1977" fmla="*/ 1852146 w 1905657"/>
                <a:gd name="connsiteY1977" fmla="*/ 1080070 h 1221162"/>
                <a:gd name="connsiteX1978" fmla="*/ 1851170 w 1905657"/>
                <a:gd name="connsiteY1978" fmla="*/ 1077042 h 1221162"/>
                <a:gd name="connsiteX1979" fmla="*/ 1848579 w 1905657"/>
                <a:gd name="connsiteY1979" fmla="*/ 1073779 h 1221162"/>
                <a:gd name="connsiteX1980" fmla="*/ 1848478 w 1905657"/>
                <a:gd name="connsiteY1980" fmla="*/ 1071828 h 1221162"/>
                <a:gd name="connsiteX1981" fmla="*/ 1850531 w 1905657"/>
                <a:gd name="connsiteY1981" fmla="*/ 1070213 h 1221162"/>
                <a:gd name="connsiteX1982" fmla="*/ 1851944 w 1905657"/>
                <a:gd name="connsiteY1982" fmla="*/ 1067825 h 1221162"/>
                <a:gd name="connsiteX1983" fmla="*/ 1852920 w 1905657"/>
                <a:gd name="connsiteY1983" fmla="*/ 1065975 h 1221162"/>
                <a:gd name="connsiteX1984" fmla="*/ 1853122 w 1905657"/>
                <a:gd name="connsiteY1984" fmla="*/ 1062812 h 1221162"/>
                <a:gd name="connsiteX1985" fmla="*/ 1852584 w 1905657"/>
                <a:gd name="connsiteY1985" fmla="*/ 1059550 h 1221162"/>
                <a:gd name="connsiteX1986" fmla="*/ 1850968 w 1905657"/>
                <a:gd name="connsiteY1986" fmla="*/ 1056623 h 1221162"/>
                <a:gd name="connsiteX1987" fmla="*/ 1851170 w 1905657"/>
                <a:gd name="connsiteY1987" fmla="*/ 1055311 h 1221162"/>
                <a:gd name="connsiteX1988" fmla="*/ 1852483 w 1905657"/>
                <a:gd name="connsiteY1988" fmla="*/ 1054436 h 1221162"/>
                <a:gd name="connsiteX1989" fmla="*/ 1855074 w 1905657"/>
                <a:gd name="connsiteY1989" fmla="*/ 1052922 h 1221162"/>
                <a:gd name="connsiteX1990" fmla="*/ 1856151 w 1905657"/>
                <a:gd name="connsiteY1990" fmla="*/ 1052283 h 1221162"/>
                <a:gd name="connsiteX1991" fmla="*/ 1858440 w 1905657"/>
                <a:gd name="connsiteY1991" fmla="*/ 1052283 h 1221162"/>
                <a:gd name="connsiteX1992" fmla="*/ 1859214 w 1905657"/>
                <a:gd name="connsiteY1992" fmla="*/ 1054033 h 1221162"/>
                <a:gd name="connsiteX1993" fmla="*/ 1860291 w 1905657"/>
                <a:gd name="connsiteY1993" fmla="*/ 1054806 h 1221162"/>
                <a:gd name="connsiteX1994" fmla="*/ 1861368 w 1905657"/>
                <a:gd name="connsiteY1994" fmla="*/ 1054907 h 1221162"/>
                <a:gd name="connsiteX1995" fmla="*/ 1862546 w 1905657"/>
                <a:gd name="connsiteY1995" fmla="*/ 1051913 h 1221162"/>
                <a:gd name="connsiteX1996" fmla="*/ 1866685 w 1905657"/>
                <a:gd name="connsiteY1996" fmla="*/ 1051913 h 1221162"/>
                <a:gd name="connsiteX1997" fmla="*/ 1867459 w 1905657"/>
                <a:gd name="connsiteY1997" fmla="*/ 1053494 h 1221162"/>
                <a:gd name="connsiteX1998" fmla="*/ 1868435 w 1905657"/>
                <a:gd name="connsiteY1998" fmla="*/ 1059247 h 1221162"/>
                <a:gd name="connsiteX1999" fmla="*/ 1867897 w 1905657"/>
                <a:gd name="connsiteY1999" fmla="*/ 1062409 h 1221162"/>
                <a:gd name="connsiteX2000" fmla="*/ 1867459 w 1905657"/>
                <a:gd name="connsiteY2000" fmla="*/ 1066008 h 1221162"/>
                <a:gd name="connsiteX2001" fmla="*/ 1867358 w 1905657"/>
                <a:gd name="connsiteY2001" fmla="*/ 1068498 h 1221162"/>
                <a:gd name="connsiteX2002" fmla="*/ 1867358 w 1905657"/>
                <a:gd name="connsiteY2002" fmla="*/ 1070886 h 1221162"/>
                <a:gd name="connsiteX2003" fmla="*/ 1868233 w 1905657"/>
                <a:gd name="connsiteY2003" fmla="*/ 1072837 h 1221162"/>
                <a:gd name="connsiteX2004" fmla="*/ 1869546 w 1905657"/>
                <a:gd name="connsiteY2004" fmla="*/ 1073106 h 1221162"/>
                <a:gd name="connsiteX2005" fmla="*/ 1870858 w 1905657"/>
                <a:gd name="connsiteY2005" fmla="*/ 1073476 h 1221162"/>
                <a:gd name="connsiteX2006" fmla="*/ 1873450 w 1905657"/>
                <a:gd name="connsiteY2006" fmla="*/ 1073476 h 1221162"/>
                <a:gd name="connsiteX2007" fmla="*/ 1876176 w 1905657"/>
                <a:gd name="connsiteY2007" fmla="*/ 1073140 h 1221162"/>
                <a:gd name="connsiteX2008" fmla="*/ 1878464 w 1905657"/>
                <a:gd name="connsiteY2008" fmla="*/ 1071492 h 1221162"/>
                <a:gd name="connsiteX2009" fmla="*/ 1879104 w 1905657"/>
                <a:gd name="connsiteY2009" fmla="*/ 1070180 h 1221162"/>
                <a:gd name="connsiteX2010" fmla="*/ 1878128 w 1905657"/>
                <a:gd name="connsiteY2010" fmla="*/ 1066580 h 1221162"/>
                <a:gd name="connsiteX2011" fmla="*/ 1877926 w 1905657"/>
                <a:gd name="connsiteY2011" fmla="*/ 1064427 h 1221162"/>
                <a:gd name="connsiteX2012" fmla="*/ 1877724 w 1905657"/>
                <a:gd name="connsiteY2012" fmla="*/ 1061501 h 1221162"/>
                <a:gd name="connsiteX2013" fmla="*/ 1878599 w 1905657"/>
                <a:gd name="connsiteY2013" fmla="*/ 1059112 h 1221162"/>
                <a:gd name="connsiteX2014" fmla="*/ 1881762 w 1905657"/>
                <a:gd name="connsiteY2014" fmla="*/ 1057800 h 1221162"/>
                <a:gd name="connsiteX2015" fmla="*/ 1882402 w 1905657"/>
                <a:gd name="connsiteY2015" fmla="*/ 1056724 h 1221162"/>
                <a:gd name="connsiteX2016" fmla="*/ 1880450 w 1905657"/>
                <a:gd name="connsiteY2016" fmla="*/ 1054134 h 1221162"/>
                <a:gd name="connsiteX2017" fmla="*/ 1881661 w 1905657"/>
                <a:gd name="connsiteY2017" fmla="*/ 1052721 h 1221162"/>
                <a:gd name="connsiteX2018" fmla="*/ 1884589 w 1905657"/>
                <a:gd name="connsiteY2018" fmla="*/ 1052620 h 1221162"/>
                <a:gd name="connsiteX2019" fmla="*/ 1887080 w 1905657"/>
                <a:gd name="connsiteY2019" fmla="*/ 1052519 h 1221162"/>
                <a:gd name="connsiteX2020" fmla="*/ 1887416 w 1905657"/>
                <a:gd name="connsiteY2020" fmla="*/ 1050332 h 1221162"/>
                <a:gd name="connsiteX2021" fmla="*/ 1887315 w 1905657"/>
                <a:gd name="connsiteY2021" fmla="*/ 1047708 h 1221162"/>
                <a:gd name="connsiteX2022" fmla="*/ 1886676 w 1905657"/>
                <a:gd name="connsiteY2022" fmla="*/ 1046396 h 1221162"/>
                <a:gd name="connsiteX2023" fmla="*/ 1885060 w 1905657"/>
                <a:gd name="connsiteY2023" fmla="*/ 1044983 h 1221162"/>
                <a:gd name="connsiteX2024" fmla="*/ 1884623 w 1905657"/>
                <a:gd name="connsiteY2024" fmla="*/ 1044109 h 1221162"/>
                <a:gd name="connsiteX2025" fmla="*/ 1885935 w 1905657"/>
                <a:gd name="connsiteY2025" fmla="*/ 1042023 h 1221162"/>
                <a:gd name="connsiteX2026" fmla="*/ 1887450 w 1905657"/>
                <a:gd name="connsiteY2026" fmla="*/ 1041250 h 1221162"/>
                <a:gd name="connsiteX2027" fmla="*/ 1886810 w 1905657"/>
                <a:gd name="connsiteY2027" fmla="*/ 1039500 h 1221162"/>
                <a:gd name="connsiteX2028" fmla="*/ 1883109 w 1905657"/>
                <a:gd name="connsiteY2028" fmla="*/ 1034824 h 1221162"/>
                <a:gd name="connsiteX2029" fmla="*/ 1883109 w 1905657"/>
                <a:gd name="connsiteY2029" fmla="*/ 1034286 h 1221162"/>
                <a:gd name="connsiteX2030" fmla="*/ 1885700 w 1905657"/>
                <a:gd name="connsiteY2030" fmla="*/ 1032638 h 1221162"/>
                <a:gd name="connsiteX2031" fmla="*/ 1889065 w 1905657"/>
                <a:gd name="connsiteY2031" fmla="*/ 1030788 h 1221162"/>
                <a:gd name="connsiteX2032" fmla="*/ 1892431 w 1905657"/>
                <a:gd name="connsiteY2032" fmla="*/ 1030249 h 1221162"/>
                <a:gd name="connsiteX2033" fmla="*/ 1896671 w 1905657"/>
                <a:gd name="connsiteY2033" fmla="*/ 1030788 h 1221162"/>
                <a:gd name="connsiteX2034" fmla="*/ 1899094 w 1905657"/>
                <a:gd name="connsiteY2034" fmla="*/ 1031662 h 122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Lst>
              <a:rect l="l" t="t" r="r" b="b"/>
              <a:pathLst>
                <a:path w="1905657" h="1221162">
                  <a:moveTo>
                    <a:pt x="1899094" y="1031662"/>
                  </a:moveTo>
                  <a:cubicBezTo>
                    <a:pt x="1899094" y="1031662"/>
                    <a:pt x="1900306" y="1031898"/>
                    <a:pt x="1900710" y="1031898"/>
                  </a:cubicBezTo>
                  <a:lnTo>
                    <a:pt x="1901686" y="1028635"/>
                  </a:lnTo>
                  <a:lnTo>
                    <a:pt x="1900171" y="1023858"/>
                  </a:lnTo>
                  <a:lnTo>
                    <a:pt x="1901046" y="1019518"/>
                  </a:lnTo>
                  <a:cubicBezTo>
                    <a:pt x="1901046" y="1019518"/>
                    <a:pt x="1900171" y="1014506"/>
                    <a:pt x="1900171" y="1013665"/>
                  </a:cubicBezTo>
                  <a:cubicBezTo>
                    <a:pt x="1900171" y="1012790"/>
                    <a:pt x="1899970" y="1006062"/>
                    <a:pt x="1899970" y="1006062"/>
                  </a:cubicBezTo>
                  <a:lnTo>
                    <a:pt x="1899330" y="1003237"/>
                  </a:lnTo>
                  <a:cubicBezTo>
                    <a:pt x="1899330" y="1003237"/>
                    <a:pt x="1899330" y="998897"/>
                    <a:pt x="1899566" y="998023"/>
                  </a:cubicBezTo>
                  <a:cubicBezTo>
                    <a:pt x="1899768" y="997148"/>
                    <a:pt x="1899566" y="994322"/>
                    <a:pt x="1899330" y="993246"/>
                  </a:cubicBezTo>
                  <a:cubicBezTo>
                    <a:pt x="1899094" y="992169"/>
                    <a:pt x="1898253" y="990218"/>
                    <a:pt x="1898253" y="990218"/>
                  </a:cubicBezTo>
                  <a:lnTo>
                    <a:pt x="1895864" y="990218"/>
                  </a:lnTo>
                  <a:lnTo>
                    <a:pt x="1893474" y="987292"/>
                  </a:lnTo>
                  <a:lnTo>
                    <a:pt x="1893037" y="985004"/>
                  </a:lnTo>
                  <a:lnTo>
                    <a:pt x="1892162" y="978915"/>
                  </a:lnTo>
                  <a:lnTo>
                    <a:pt x="1892162" y="975450"/>
                  </a:lnTo>
                  <a:cubicBezTo>
                    <a:pt x="1892162" y="975450"/>
                    <a:pt x="1893138" y="974138"/>
                    <a:pt x="1894215" y="973062"/>
                  </a:cubicBezTo>
                  <a:cubicBezTo>
                    <a:pt x="1895291" y="971985"/>
                    <a:pt x="1894551" y="973062"/>
                    <a:pt x="1895190" y="972423"/>
                  </a:cubicBezTo>
                  <a:cubicBezTo>
                    <a:pt x="1895830" y="971784"/>
                    <a:pt x="1897378" y="969799"/>
                    <a:pt x="1897378" y="969799"/>
                  </a:cubicBezTo>
                  <a:lnTo>
                    <a:pt x="1899128" y="965257"/>
                  </a:lnTo>
                  <a:lnTo>
                    <a:pt x="1901955" y="960683"/>
                  </a:lnTo>
                  <a:lnTo>
                    <a:pt x="1905657" y="954796"/>
                  </a:lnTo>
                  <a:lnTo>
                    <a:pt x="1905455" y="942416"/>
                  </a:lnTo>
                  <a:lnTo>
                    <a:pt x="1904580" y="934141"/>
                  </a:lnTo>
                  <a:cubicBezTo>
                    <a:pt x="1904580" y="934141"/>
                    <a:pt x="1903941" y="929801"/>
                    <a:pt x="1903705" y="929129"/>
                  </a:cubicBezTo>
                  <a:cubicBezTo>
                    <a:pt x="1903503" y="928489"/>
                    <a:pt x="1901080" y="922502"/>
                    <a:pt x="1901080" y="921190"/>
                  </a:cubicBezTo>
                  <a:cubicBezTo>
                    <a:pt x="1901080" y="919878"/>
                    <a:pt x="1900003" y="917590"/>
                    <a:pt x="1900003" y="916850"/>
                  </a:cubicBezTo>
                  <a:cubicBezTo>
                    <a:pt x="1900003" y="916076"/>
                    <a:pt x="1899128" y="911098"/>
                    <a:pt x="1899128" y="911098"/>
                  </a:cubicBezTo>
                  <a:cubicBezTo>
                    <a:pt x="1899128" y="911098"/>
                    <a:pt x="1899128" y="908810"/>
                    <a:pt x="1899128" y="908171"/>
                  </a:cubicBezTo>
                  <a:cubicBezTo>
                    <a:pt x="1899128" y="907532"/>
                    <a:pt x="1899902" y="905682"/>
                    <a:pt x="1900205" y="905009"/>
                  </a:cubicBezTo>
                  <a:cubicBezTo>
                    <a:pt x="1900542" y="904370"/>
                    <a:pt x="1900744" y="903798"/>
                    <a:pt x="1901719" y="903159"/>
                  </a:cubicBezTo>
                  <a:cubicBezTo>
                    <a:pt x="1902696" y="902520"/>
                    <a:pt x="1902494" y="901107"/>
                    <a:pt x="1902696" y="900434"/>
                  </a:cubicBezTo>
                  <a:cubicBezTo>
                    <a:pt x="1902931" y="899795"/>
                    <a:pt x="1902696" y="896532"/>
                    <a:pt x="1902696" y="896532"/>
                  </a:cubicBezTo>
                  <a:cubicBezTo>
                    <a:pt x="1902696" y="896532"/>
                    <a:pt x="1903032" y="892293"/>
                    <a:pt x="1903133" y="891856"/>
                  </a:cubicBezTo>
                  <a:cubicBezTo>
                    <a:pt x="1903234" y="891419"/>
                    <a:pt x="1903470" y="889568"/>
                    <a:pt x="1903470" y="889568"/>
                  </a:cubicBezTo>
                  <a:lnTo>
                    <a:pt x="1900104" y="885330"/>
                  </a:lnTo>
                  <a:lnTo>
                    <a:pt x="1900542" y="880889"/>
                  </a:lnTo>
                  <a:cubicBezTo>
                    <a:pt x="1900542" y="880889"/>
                    <a:pt x="1901417" y="878165"/>
                    <a:pt x="1901417" y="877727"/>
                  </a:cubicBezTo>
                  <a:cubicBezTo>
                    <a:pt x="1901417" y="877290"/>
                    <a:pt x="1901517" y="874700"/>
                    <a:pt x="1901517" y="874262"/>
                  </a:cubicBezTo>
                  <a:cubicBezTo>
                    <a:pt x="1901517" y="873825"/>
                    <a:pt x="1901316" y="870898"/>
                    <a:pt x="1901316" y="870898"/>
                  </a:cubicBezTo>
                  <a:cubicBezTo>
                    <a:pt x="1901316" y="870898"/>
                    <a:pt x="1899801" y="869822"/>
                    <a:pt x="1898825" y="868611"/>
                  </a:cubicBezTo>
                  <a:cubicBezTo>
                    <a:pt x="1897849" y="867434"/>
                    <a:pt x="1897513" y="866996"/>
                    <a:pt x="1897210" y="866021"/>
                  </a:cubicBezTo>
                  <a:cubicBezTo>
                    <a:pt x="1896873" y="865045"/>
                    <a:pt x="1897311" y="864608"/>
                    <a:pt x="1897849" y="863969"/>
                  </a:cubicBezTo>
                  <a:cubicBezTo>
                    <a:pt x="1898388" y="863329"/>
                    <a:pt x="1898825" y="863195"/>
                    <a:pt x="1899364" y="862993"/>
                  </a:cubicBezTo>
                  <a:cubicBezTo>
                    <a:pt x="1899902" y="862758"/>
                    <a:pt x="1900340" y="862455"/>
                    <a:pt x="1900340" y="862455"/>
                  </a:cubicBezTo>
                  <a:cubicBezTo>
                    <a:pt x="1900340" y="862455"/>
                    <a:pt x="1901753" y="861816"/>
                    <a:pt x="1902527" y="861479"/>
                  </a:cubicBezTo>
                  <a:cubicBezTo>
                    <a:pt x="1903301" y="861143"/>
                    <a:pt x="1903167" y="860403"/>
                    <a:pt x="1903503" y="859730"/>
                  </a:cubicBezTo>
                  <a:cubicBezTo>
                    <a:pt x="1903840" y="859091"/>
                    <a:pt x="1904378" y="857880"/>
                    <a:pt x="1904816" y="857241"/>
                  </a:cubicBezTo>
                  <a:cubicBezTo>
                    <a:pt x="1905253" y="856602"/>
                    <a:pt x="1905253" y="855290"/>
                    <a:pt x="1905253" y="855290"/>
                  </a:cubicBezTo>
                  <a:lnTo>
                    <a:pt x="1904917" y="851387"/>
                  </a:lnTo>
                  <a:lnTo>
                    <a:pt x="1901753" y="848461"/>
                  </a:lnTo>
                  <a:lnTo>
                    <a:pt x="1899902" y="846711"/>
                  </a:lnTo>
                  <a:lnTo>
                    <a:pt x="1898926" y="844525"/>
                  </a:lnTo>
                  <a:lnTo>
                    <a:pt x="1897412" y="842137"/>
                  </a:lnTo>
                  <a:cubicBezTo>
                    <a:pt x="1897412" y="842137"/>
                    <a:pt x="1895123" y="840926"/>
                    <a:pt x="1895022" y="840623"/>
                  </a:cubicBezTo>
                  <a:cubicBezTo>
                    <a:pt x="1894921" y="840286"/>
                    <a:pt x="1891758" y="838234"/>
                    <a:pt x="1891421" y="838033"/>
                  </a:cubicBezTo>
                  <a:cubicBezTo>
                    <a:pt x="1891085" y="837797"/>
                    <a:pt x="1890243" y="836956"/>
                    <a:pt x="1890243" y="836956"/>
                  </a:cubicBezTo>
                  <a:lnTo>
                    <a:pt x="1889604" y="835980"/>
                  </a:lnTo>
                  <a:lnTo>
                    <a:pt x="1889806" y="833928"/>
                  </a:lnTo>
                  <a:lnTo>
                    <a:pt x="1890883" y="832852"/>
                  </a:lnTo>
                  <a:cubicBezTo>
                    <a:pt x="1890883" y="832852"/>
                    <a:pt x="1892061" y="831237"/>
                    <a:pt x="1892195" y="830901"/>
                  </a:cubicBezTo>
                  <a:cubicBezTo>
                    <a:pt x="1892296" y="830564"/>
                    <a:pt x="1892195" y="829488"/>
                    <a:pt x="1892195" y="829488"/>
                  </a:cubicBezTo>
                  <a:lnTo>
                    <a:pt x="1892195" y="826461"/>
                  </a:lnTo>
                  <a:lnTo>
                    <a:pt x="1891859" y="822996"/>
                  </a:lnTo>
                  <a:lnTo>
                    <a:pt x="1889133" y="821919"/>
                  </a:lnTo>
                  <a:lnTo>
                    <a:pt x="1887181" y="819194"/>
                  </a:lnTo>
                  <a:lnTo>
                    <a:pt x="1886979" y="817378"/>
                  </a:lnTo>
                  <a:lnTo>
                    <a:pt x="1886979" y="815628"/>
                  </a:lnTo>
                  <a:lnTo>
                    <a:pt x="1886810" y="813677"/>
                  </a:lnTo>
                  <a:cubicBezTo>
                    <a:pt x="1886810" y="813677"/>
                    <a:pt x="1886003" y="810852"/>
                    <a:pt x="1885330" y="809439"/>
                  </a:cubicBezTo>
                  <a:cubicBezTo>
                    <a:pt x="1884690" y="808026"/>
                    <a:pt x="1885330" y="809439"/>
                    <a:pt x="1885330" y="809002"/>
                  </a:cubicBezTo>
                  <a:cubicBezTo>
                    <a:pt x="1885330" y="808564"/>
                    <a:pt x="1882065" y="806815"/>
                    <a:pt x="1882065" y="806815"/>
                  </a:cubicBezTo>
                  <a:lnTo>
                    <a:pt x="1880854" y="806041"/>
                  </a:lnTo>
                  <a:lnTo>
                    <a:pt x="1879979" y="806041"/>
                  </a:lnTo>
                  <a:lnTo>
                    <a:pt x="1875536" y="802173"/>
                  </a:lnTo>
                  <a:lnTo>
                    <a:pt x="1876176" y="798405"/>
                  </a:lnTo>
                  <a:lnTo>
                    <a:pt x="1877488" y="795478"/>
                  </a:lnTo>
                  <a:lnTo>
                    <a:pt x="1879541" y="792316"/>
                  </a:lnTo>
                  <a:cubicBezTo>
                    <a:pt x="1879541" y="792316"/>
                    <a:pt x="1879003" y="788515"/>
                    <a:pt x="1879104" y="788179"/>
                  </a:cubicBezTo>
                  <a:cubicBezTo>
                    <a:pt x="1879204" y="787842"/>
                    <a:pt x="1879878" y="786867"/>
                    <a:pt x="1879878" y="786867"/>
                  </a:cubicBezTo>
                  <a:lnTo>
                    <a:pt x="1880955" y="786093"/>
                  </a:lnTo>
                  <a:cubicBezTo>
                    <a:pt x="1880955" y="786093"/>
                    <a:pt x="1883344" y="785857"/>
                    <a:pt x="1883883" y="785857"/>
                  </a:cubicBezTo>
                  <a:cubicBezTo>
                    <a:pt x="1884421" y="785857"/>
                    <a:pt x="1885498" y="786631"/>
                    <a:pt x="1885498" y="786631"/>
                  </a:cubicBezTo>
                  <a:cubicBezTo>
                    <a:pt x="1885498" y="786631"/>
                    <a:pt x="1887113" y="788380"/>
                    <a:pt x="1888224" y="788683"/>
                  </a:cubicBezTo>
                  <a:cubicBezTo>
                    <a:pt x="1889301" y="789020"/>
                    <a:pt x="1890176" y="790096"/>
                    <a:pt x="1890849" y="790533"/>
                  </a:cubicBezTo>
                  <a:cubicBezTo>
                    <a:pt x="1891488" y="790971"/>
                    <a:pt x="1891724" y="791711"/>
                    <a:pt x="1891724" y="791711"/>
                  </a:cubicBezTo>
                  <a:cubicBezTo>
                    <a:pt x="1891724" y="791711"/>
                    <a:pt x="1894349" y="792249"/>
                    <a:pt x="1894652" y="792249"/>
                  </a:cubicBezTo>
                  <a:cubicBezTo>
                    <a:pt x="1894989" y="792249"/>
                    <a:pt x="1896402" y="791711"/>
                    <a:pt x="1896402" y="791711"/>
                  </a:cubicBezTo>
                  <a:lnTo>
                    <a:pt x="1897715" y="789861"/>
                  </a:lnTo>
                  <a:cubicBezTo>
                    <a:pt x="1897715" y="789861"/>
                    <a:pt x="1898926" y="788986"/>
                    <a:pt x="1899128" y="788683"/>
                  </a:cubicBezTo>
                  <a:cubicBezTo>
                    <a:pt x="1899330" y="788347"/>
                    <a:pt x="1900003" y="788347"/>
                    <a:pt x="1900542" y="787808"/>
                  </a:cubicBezTo>
                  <a:cubicBezTo>
                    <a:pt x="1901080" y="787270"/>
                    <a:pt x="1901517" y="787270"/>
                    <a:pt x="1901517" y="787270"/>
                  </a:cubicBezTo>
                  <a:cubicBezTo>
                    <a:pt x="1901517" y="787270"/>
                    <a:pt x="1903470" y="785656"/>
                    <a:pt x="1903705" y="785218"/>
                  </a:cubicBezTo>
                  <a:cubicBezTo>
                    <a:pt x="1903941" y="784781"/>
                    <a:pt x="1904042" y="783805"/>
                    <a:pt x="1904042" y="783805"/>
                  </a:cubicBezTo>
                  <a:lnTo>
                    <a:pt x="1904378" y="782493"/>
                  </a:lnTo>
                  <a:lnTo>
                    <a:pt x="1904378" y="780408"/>
                  </a:lnTo>
                  <a:lnTo>
                    <a:pt x="1903301" y="778558"/>
                  </a:lnTo>
                  <a:lnTo>
                    <a:pt x="1899599" y="773680"/>
                  </a:lnTo>
                  <a:cubicBezTo>
                    <a:pt x="1899599" y="773680"/>
                    <a:pt x="1897210" y="769979"/>
                    <a:pt x="1896974" y="769643"/>
                  </a:cubicBezTo>
                  <a:cubicBezTo>
                    <a:pt x="1896772" y="769307"/>
                    <a:pt x="1893070" y="767591"/>
                    <a:pt x="1891657" y="765943"/>
                  </a:cubicBezTo>
                  <a:cubicBezTo>
                    <a:pt x="1890243" y="764328"/>
                    <a:pt x="1888190" y="762781"/>
                    <a:pt x="1887416" y="761603"/>
                  </a:cubicBezTo>
                  <a:cubicBezTo>
                    <a:pt x="1886642" y="760392"/>
                    <a:pt x="1885363" y="760291"/>
                    <a:pt x="1884051" y="759316"/>
                  </a:cubicBezTo>
                  <a:cubicBezTo>
                    <a:pt x="1882738" y="758340"/>
                    <a:pt x="1882974" y="758105"/>
                    <a:pt x="1882974" y="758105"/>
                  </a:cubicBezTo>
                  <a:cubicBezTo>
                    <a:pt x="1882974" y="758105"/>
                    <a:pt x="1880921" y="755380"/>
                    <a:pt x="1879810" y="754068"/>
                  </a:cubicBezTo>
                  <a:cubicBezTo>
                    <a:pt x="1878733" y="752756"/>
                    <a:pt x="1877185" y="751679"/>
                    <a:pt x="1876647" y="750469"/>
                  </a:cubicBezTo>
                  <a:cubicBezTo>
                    <a:pt x="1876108" y="749258"/>
                    <a:pt x="1874796" y="747643"/>
                    <a:pt x="1874796" y="747643"/>
                  </a:cubicBezTo>
                  <a:cubicBezTo>
                    <a:pt x="1874796" y="747643"/>
                    <a:pt x="1874796" y="745153"/>
                    <a:pt x="1874796" y="744043"/>
                  </a:cubicBezTo>
                  <a:cubicBezTo>
                    <a:pt x="1874796" y="742967"/>
                    <a:pt x="1874796" y="740679"/>
                    <a:pt x="1874796" y="740679"/>
                  </a:cubicBezTo>
                  <a:lnTo>
                    <a:pt x="1874796" y="739805"/>
                  </a:lnTo>
                  <a:lnTo>
                    <a:pt x="1872238" y="737618"/>
                  </a:lnTo>
                  <a:lnTo>
                    <a:pt x="1870454" y="734591"/>
                  </a:lnTo>
                  <a:lnTo>
                    <a:pt x="1870017" y="734591"/>
                  </a:lnTo>
                  <a:lnTo>
                    <a:pt x="1866449" y="732572"/>
                  </a:lnTo>
                  <a:cubicBezTo>
                    <a:pt x="1866449" y="732572"/>
                    <a:pt x="1867627" y="729141"/>
                    <a:pt x="1867325" y="728704"/>
                  </a:cubicBezTo>
                  <a:cubicBezTo>
                    <a:pt x="1866988" y="728266"/>
                    <a:pt x="1865810" y="727291"/>
                    <a:pt x="1865709" y="726416"/>
                  </a:cubicBezTo>
                  <a:cubicBezTo>
                    <a:pt x="1865608" y="725542"/>
                    <a:pt x="1865070" y="725340"/>
                    <a:pt x="1865070" y="724902"/>
                  </a:cubicBezTo>
                  <a:cubicBezTo>
                    <a:pt x="1865070" y="724465"/>
                    <a:pt x="1863993" y="723153"/>
                    <a:pt x="1863219" y="722178"/>
                  </a:cubicBezTo>
                  <a:cubicBezTo>
                    <a:pt x="1862445" y="721202"/>
                    <a:pt x="1863017" y="721639"/>
                    <a:pt x="1862445" y="721202"/>
                  </a:cubicBezTo>
                  <a:cubicBezTo>
                    <a:pt x="1861906" y="720765"/>
                    <a:pt x="1861031" y="719150"/>
                    <a:pt x="1861031" y="719150"/>
                  </a:cubicBezTo>
                  <a:cubicBezTo>
                    <a:pt x="1861031" y="719150"/>
                    <a:pt x="1861570" y="718948"/>
                    <a:pt x="1861805" y="718275"/>
                  </a:cubicBezTo>
                  <a:cubicBezTo>
                    <a:pt x="1862007" y="717636"/>
                    <a:pt x="1863219" y="717939"/>
                    <a:pt x="1863993" y="717199"/>
                  </a:cubicBezTo>
                  <a:cubicBezTo>
                    <a:pt x="1864767" y="716425"/>
                    <a:pt x="1864969" y="716661"/>
                    <a:pt x="1865305" y="716122"/>
                  </a:cubicBezTo>
                  <a:cubicBezTo>
                    <a:pt x="1865642" y="715584"/>
                    <a:pt x="1865844" y="714171"/>
                    <a:pt x="1866180" y="713398"/>
                  </a:cubicBezTo>
                  <a:cubicBezTo>
                    <a:pt x="1866517" y="712624"/>
                    <a:pt x="1866820" y="710908"/>
                    <a:pt x="1866820" y="710471"/>
                  </a:cubicBezTo>
                  <a:cubicBezTo>
                    <a:pt x="1866820" y="710034"/>
                    <a:pt x="1866719" y="707107"/>
                    <a:pt x="1866719" y="706670"/>
                  </a:cubicBezTo>
                  <a:cubicBezTo>
                    <a:pt x="1866719" y="706232"/>
                    <a:pt x="1866180" y="705358"/>
                    <a:pt x="1866180" y="705358"/>
                  </a:cubicBezTo>
                  <a:cubicBezTo>
                    <a:pt x="1866180" y="705358"/>
                    <a:pt x="1863151" y="702196"/>
                    <a:pt x="1862478" y="701657"/>
                  </a:cubicBezTo>
                  <a:cubicBezTo>
                    <a:pt x="1861839" y="701119"/>
                    <a:pt x="1857161" y="695468"/>
                    <a:pt x="1857161" y="695030"/>
                  </a:cubicBezTo>
                  <a:cubicBezTo>
                    <a:pt x="1857161" y="694593"/>
                    <a:pt x="1855310" y="691229"/>
                    <a:pt x="1855310" y="691229"/>
                  </a:cubicBezTo>
                  <a:lnTo>
                    <a:pt x="1854435" y="685813"/>
                  </a:lnTo>
                  <a:lnTo>
                    <a:pt x="1851507" y="680935"/>
                  </a:lnTo>
                  <a:cubicBezTo>
                    <a:pt x="1851507" y="680935"/>
                    <a:pt x="1850733" y="675385"/>
                    <a:pt x="1850632" y="675082"/>
                  </a:cubicBezTo>
                  <a:cubicBezTo>
                    <a:pt x="1850531" y="674746"/>
                    <a:pt x="1850194" y="670305"/>
                    <a:pt x="1850194" y="669868"/>
                  </a:cubicBezTo>
                  <a:cubicBezTo>
                    <a:pt x="1850194" y="669431"/>
                    <a:pt x="1849757" y="663241"/>
                    <a:pt x="1849757" y="663241"/>
                  </a:cubicBezTo>
                  <a:cubicBezTo>
                    <a:pt x="1849757" y="663241"/>
                    <a:pt x="1848545" y="662467"/>
                    <a:pt x="1847165" y="661391"/>
                  </a:cubicBezTo>
                  <a:cubicBezTo>
                    <a:pt x="1845752" y="660314"/>
                    <a:pt x="1843901" y="657791"/>
                    <a:pt x="1843901" y="657791"/>
                  </a:cubicBezTo>
                  <a:cubicBezTo>
                    <a:pt x="1843901" y="657791"/>
                    <a:pt x="1839560" y="654192"/>
                    <a:pt x="1839223" y="654091"/>
                  </a:cubicBezTo>
                  <a:cubicBezTo>
                    <a:pt x="1838886" y="653990"/>
                    <a:pt x="1838348" y="653015"/>
                    <a:pt x="1838011" y="652678"/>
                  </a:cubicBezTo>
                  <a:cubicBezTo>
                    <a:pt x="1837675" y="652342"/>
                    <a:pt x="1833569" y="651602"/>
                    <a:pt x="1832155" y="651366"/>
                  </a:cubicBezTo>
                  <a:cubicBezTo>
                    <a:pt x="1830742" y="651164"/>
                    <a:pt x="1827477" y="651265"/>
                    <a:pt x="1827477" y="651265"/>
                  </a:cubicBezTo>
                  <a:lnTo>
                    <a:pt x="1825862" y="648675"/>
                  </a:lnTo>
                  <a:lnTo>
                    <a:pt x="1825223" y="647800"/>
                  </a:lnTo>
                  <a:cubicBezTo>
                    <a:pt x="1825223" y="647800"/>
                    <a:pt x="1822732" y="646051"/>
                    <a:pt x="1821857" y="646051"/>
                  </a:cubicBezTo>
                  <a:cubicBezTo>
                    <a:pt x="1820982" y="646051"/>
                    <a:pt x="1817179" y="643225"/>
                    <a:pt x="1817179" y="643225"/>
                  </a:cubicBezTo>
                  <a:lnTo>
                    <a:pt x="1811862" y="639962"/>
                  </a:lnTo>
                  <a:cubicBezTo>
                    <a:pt x="1811862" y="639962"/>
                    <a:pt x="1808395" y="641005"/>
                    <a:pt x="1808160" y="641005"/>
                  </a:cubicBezTo>
                  <a:cubicBezTo>
                    <a:pt x="1807958" y="641005"/>
                    <a:pt x="1804592" y="642519"/>
                    <a:pt x="1804592" y="642519"/>
                  </a:cubicBezTo>
                  <a:lnTo>
                    <a:pt x="1800015" y="643024"/>
                  </a:lnTo>
                  <a:cubicBezTo>
                    <a:pt x="1800015" y="643024"/>
                    <a:pt x="1796886" y="642956"/>
                    <a:pt x="1796179" y="642956"/>
                  </a:cubicBezTo>
                  <a:cubicBezTo>
                    <a:pt x="1795472" y="642956"/>
                    <a:pt x="1793217" y="641140"/>
                    <a:pt x="1792477" y="641072"/>
                  </a:cubicBezTo>
                  <a:cubicBezTo>
                    <a:pt x="1791736" y="641005"/>
                    <a:pt x="1789650" y="639559"/>
                    <a:pt x="1789650" y="639559"/>
                  </a:cubicBezTo>
                  <a:cubicBezTo>
                    <a:pt x="1789650" y="639559"/>
                    <a:pt x="1786318" y="637036"/>
                    <a:pt x="1785948" y="636968"/>
                  </a:cubicBezTo>
                  <a:cubicBezTo>
                    <a:pt x="1785577" y="636901"/>
                    <a:pt x="1784130" y="635791"/>
                    <a:pt x="1784130" y="635791"/>
                  </a:cubicBezTo>
                  <a:cubicBezTo>
                    <a:pt x="1784130" y="635791"/>
                    <a:pt x="1779856" y="634849"/>
                    <a:pt x="1778712" y="634782"/>
                  </a:cubicBezTo>
                  <a:cubicBezTo>
                    <a:pt x="1777534" y="634715"/>
                    <a:pt x="1777332" y="634984"/>
                    <a:pt x="1776188" y="635791"/>
                  </a:cubicBezTo>
                  <a:cubicBezTo>
                    <a:pt x="1775044" y="636598"/>
                    <a:pt x="1774505" y="636800"/>
                    <a:pt x="1773058" y="638045"/>
                  </a:cubicBezTo>
                  <a:cubicBezTo>
                    <a:pt x="1771611" y="639290"/>
                    <a:pt x="1772183" y="639491"/>
                    <a:pt x="1771039" y="640871"/>
                  </a:cubicBezTo>
                  <a:cubicBezTo>
                    <a:pt x="1769894" y="642250"/>
                    <a:pt x="1770029" y="641745"/>
                    <a:pt x="1769726" y="642754"/>
                  </a:cubicBezTo>
                  <a:cubicBezTo>
                    <a:pt x="1769423" y="643764"/>
                    <a:pt x="1769726" y="644134"/>
                    <a:pt x="1770096" y="646017"/>
                  </a:cubicBezTo>
                  <a:cubicBezTo>
                    <a:pt x="1770467" y="647901"/>
                    <a:pt x="1771106" y="647262"/>
                    <a:pt x="1771106" y="647262"/>
                  </a:cubicBezTo>
                  <a:cubicBezTo>
                    <a:pt x="1771106" y="647262"/>
                    <a:pt x="1773294" y="649583"/>
                    <a:pt x="1773798" y="650391"/>
                  </a:cubicBezTo>
                  <a:cubicBezTo>
                    <a:pt x="1774303" y="651198"/>
                    <a:pt x="1774000" y="652409"/>
                    <a:pt x="1774101" y="652712"/>
                  </a:cubicBezTo>
                  <a:cubicBezTo>
                    <a:pt x="1774169" y="653015"/>
                    <a:pt x="1773798" y="652914"/>
                    <a:pt x="1773664" y="653351"/>
                  </a:cubicBezTo>
                  <a:cubicBezTo>
                    <a:pt x="1773529" y="653788"/>
                    <a:pt x="1772856" y="654360"/>
                    <a:pt x="1772520" y="654495"/>
                  </a:cubicBezTo>
                  <a:cubicBezTo>
                    <a:pt x="1772149" y="654629"/>
                    <a:pt x="1772587" y="655302"/>
                    <a:pt x="1772587" y="655302"/>
                  </a:cubicBezTo>
                  <a:lnTo>
                    <a:pt x="1774101" y="657690"/>
                  </a:lnTo>
                  <a:lnTo>
                    <a:pt x="1773294" y="660449"/>
                  </a:lnTo>
                  <a:cubicBezTo>
                    <a:pt x="1773294" y="660449"/>
                    <a:pt x="1771981" y="661155"/>
                    <a:pt x="1771544" y="661458"/>
                  </a:cubicBezTo>
                  <a:cubicBezTo>
                    <a:pt x="1771106" y="661761"/>
                    <a:pt x="1768649" y="663914"/>
                    <a:pt x="1768077" y="664216"/>
                  </a:cubicBezTo>
                  <a:cubicBezTo>
                    <a:pt x="1767505" y="664519"/>
                    <a:pt x="1766193" y="666403"/>
                    <a:pt x="1764611" y="667110"/>
                  </a:cubicBezTo>
                  <a:cubicBezTo>
                    <a:pt x="1763029" y="667850"/>
                    <a:pt x="1762591" y="669128"/>
                    <a:pt x="1762591" y="669128"/>
                  </a:cubicBezTo>
                  <a:cubicBezTo>
                    <a:pt x="1762591" y="669128"/>
                    <a:pt x="1761144" y="671718"/>
                    <a:pt x="1761010" y="672593"/>
                  </a:cubicBezTo>
                  <a:cubicBezTo>
                    <a:pt x="1760875" y="673467"/>
                    <a:pt x="1760135" y="674611"/>
                    <a:pt x="1760135" y="674611"/>
                  </a:cubicBezTo>
                  <a:lnTo>
                    <a:pt x="1760135" y="678513"/>
                  </a:lnTo>
                  <a:cubicBezTo>
                    <a:pt x="1760135" y="678513"/>
                    <a:pt x="1759764" y="679960"/>
                    <a:pt x="1759327" y="681642"/>
                  </a:cubicBezTo>
                  <a:cubicBezTo>
                    <a:pt x="1758889" y="683324"/>
                    <a:pt x="1757577" y="684468"/>
                    <a:pt x="1756567" y="685039"/>
                  </a:cubicBezTo>
                  <a:cubicBezTo>
                    <a:pt x="1755558" y="685611"/>
                    <a:pt x="1755322" y="684468"/>
                    <a:pt x="1755322" y="684468"/>
                  </a:cubicBezTo>
                  <a:cubicBezTo>
                    <a:pt x="1755322" y="684468"/>
                    <a:pt x="1753370" y="682281"/>
                    <a:pt x="1753067" y="682281"/>
                  </a:cubicBezTo>
                  <a:cubicBezTo>
                    <a:pt x="1752764" y="682281"/>
                    <a:pt x="1751822" y="682416"/>
                    <a:pt x="1751822" y="682416"/>
                  </a:cubicBezTo>
                  <a:lnTo>
                    <a:pt x="1750173" y="684165"/>
                  </a:lnTo>
                  <a:cubicBezTo>
                    <a:pt x="1750173" y="684165"/>
                    <a:pt x="1750476" y="687495"/>
                    <a:pt x="1750678" y="688000"/>
                  </a:cubicBezTo>
                  <a:cubicBezTo>
                    <a:pt x="1750880" y="688504"/>
                    <a:pt x="1750307" y="690085"/>
                    <a:pt x="1750307" y="690085"/>
                  </a:cubicBezTo>
                  <a:cubicBezTo>
                    <a:pt x="1750307" y="690085"/>
                    <a:pt x="1745158" y="690220"/>
                    <a:pt x="1743846" y="690287"/>
                  </a:cubicBezTo>
                  <a:cubicBezTo>
                    <a:pt x="1742533" y="690354"/>
                    <a:pt x="1740009" y="688706"/>
                    <a:pt x="1740009" y="688706"/>
                  </a:cubicBezTo>
                  <a:lnTo>
                    <a:pt x="1737754" y="686318"/>
                  </a:lnTo>
                  <a:lnTo>
                    <a:pt x="1733850" y="684434"/>
                  </a:lnTo>
                  <a:lnTo>
                    <a:pt x="1732706" y="683357"/>
                  </a:lnTo>
                  <a:cubicBezTo>
                    <a:pt x="1732706" y="683357"/>
                    <a:pt x="1730081" y="683055"/>
                    <a:pt x="1729812" y="683156"/>
                  </a:cubicBezTo>
                  <a:cubicBezTo>
                    <a:pt x="1729509" y="683223"/>
                    <a:pt x="1728567" y="684232"/>
                    <a:pt x="1728567" y="684232"/>
                  </a:cubicBezTo>
                  <a:lnTo>
                    <a:pt x="1726682" y="686486"/>
                  </a:lnTo>
                  <a:lnTo>
                    <a:pt x="1725605" y="688740"/>
                  </a:lnTo>
                  <a:cubicBezTo>
                    <a:pt x="1725605" y="688740"/>
                    <a:pt x="1722341" y="689547"/>
                    <a:pt x="1721701" y="689480"/>
                  </a:cubicBezTo>
                  <a:cubicBezTo>
                    <a:pt x="1721062" y="689412"/>
                    <a:pt x="1718066" y="688336"/>
                    <a:pt x="1717797" y="688033"/>
                  </a:cubicBezTo>
                  <a:cubicBezTo>
                    <a:pt x="1717494" y="687731"/>
                    <a:pt x="1713759" y="686587"/>
                    <a:pt x="1713389" y="686351"/>
                  </a:cubicBezTo>
                  <a:cubicBezTo>
                    <a:pt x="1713018" y="686150"/>
                    <a:pt x="1709316" y="684838"/>
                    <a:pt x="1709047" y="684905"/>
                  </a:cubicBezTo>
                  <a:cubicBezTo>
                    <a:pt x="1708744" y="684972"/>
                    <a:pt x="1708307" y="686654"/>
                    <a:pt x="1707970" y="687495"/>
                  </a:cubicBezTo>
                  <a:cubicBezTo>
                    <a:pt x="1707600" y="688370"/>
                    <a:pt x="1704504" y="691397"/>
                    <a:pt x="1704504" y="691700"/>
                  </a:cubicBezTo>
                  <a:cubicBezTo>
                    <a:pt x="1704504" y="692003"/>
                    <a:pt x="1704706" y="693887"/>
                    <a:pt x="1704806" y="694391"/>
                  </a:cubicBezTo>
                  <a:cubicBezTo>
                    <a:pt x="1704874" y="694896"/>
                    <a:pt x="1706254" y="695972"/>
                    <a:pt x="1707331" y="697722"/>
                  </a:cubicBezTo>
                  <a:cubicBezTo>
                    <a:pt x="1708407" y="699471"/>
                    <a:pt x="1707835" y="700413"/>
                    <a:pt x="1708071" y="701186"/>
                  </a:cubicBezTo>
                  <a:cubicBezTo>
                    <a:pt x="1708273" y="701994"/>
                    <a:pt x="1707634" y="702768"/>
                    <a:pt x="1707432" y="702868"/>
                  </a:cubicBezTo>
                  <a:cubicBezTo>
                    <a:pt x="1707196" y="702936"/>
                    <a:pt x="1704234" y="705829"/>
                    <a:pt x="1703965" y="706131"/>
                  </a:cubicBezTo>
                  <a:cubicBezTo>
                    <a:pt x="1703662" y="706434"/>
                    <a:pt x="1703393" y="707712"/>
                    <a:pt x="1703393" y="708587"/>
                  </a:cubicBezTo>
                  <a:cubicBezTo>
                    <a:pt x="1703393" y="709462"/>
                    <a:pt x="1703595" y="711110"/>
                    <a:pt x="1703595" y="711480"/>
                  </a:cubicBezTo>
                  <a:cubicBezTo>
                    <a:pt x="1703595" y="711850"/>
                    <a:pt x="1706725" y="714239"/>
                    <a:pt x="1706725" y="714239"/>
                  </a:cubicBezTo>
                  <a:cubicBezTo>
                    <a:pt x="1706725" y="714239"/>
                    <a:pt x="1707869" y="715954"/>
                    <a:pt x="1710023" y="717165"/>
                  </a:cubicBezTo>
                  <a:cubicBezTo>
                    <a:pt x="1712210" y="718376"/>
                    <a:pt x="1711605" y="720058"/>
                    <a:pt x="1711941" y="721505"/>
                  </a:cubicBezTo>
                  <a:cubicBezTo>
                    <a:pt x="1712278" y="722985"/>
                    <a:pt x="1710461" y="723691"/>
                    <a:pt x="1710158" y="724095"/>
                  </a:cubicBezTo>
                  <a:cubicBezTo>
                    <a:pt x="1709821" y="724532"/>
                    <a:pt x="1707701" y="726383"/>
                    <a:pt x="1707263" y="726315"/>
                  </a:cubicBezTo>
                  <a:cubicBezTo>
                    <a:pt x="1706826" y="726248"/>
                    <a:pt x="1704975" y="726046"/>
                    <a:pt x="1702518" y="724566"/>
                  </a:cubicBezTo>
                  <a:cubicBezTo>
                    <a:pt x="1700061" y="723086"/>
                    <a:pt x="1700229" y="723489"/>
                    <a:pt x="1700229" y="723489"/>
                  </a:cubicBezTo>
                  <a:cubicBezTo>
                    <a:pt x="1700229" y="723489"/>
                    <a:pt x="1698042" y="721976"/>
                    <a:pt x="1697907" y="721538"/>
                  </a:cubicBezTo>
                  <a:cubicBezTo>
                    <a:pt x="1697739" y="721101"/>
                    <a:pt x="1695686" y="720227"/>
                    <a:pt x="1695451" y="719957"/>
                  </a:cubicBezTo>
                  <a:cubicBezTo>
                    <a:pt x="1695249" y="719688"/>
                    <a:pt x="1692623" y="717502"/>
                    <a:pt x="1692523" y="717334"/>
                  </a:cubicBezTo>
                  <a:cubicBezTo>
                    <a:pt x="1692422" y="717165"/>
                    <a:pt x="1689797" y="716963"/>
                    <a:pt x="1689797" y="716963"/>
                  </a:cubicBezTo>
                  <a:lnTo>
                    <a:pt x="1688047" y="715719"/>
                  </a:lnTo>
                  <a:cubicBezTo>
                    <a:pt x="1688047" y="715719"/>
                    <a:pt x="1683974" y="715281"/>
                    <a:pt x="1683032" y="715012"/>
                  </a:cubicBezTo>
                  <a:cubicBezTo>
                    <a:pt x="1682123" y="714743"/>
                    <a:pt x="1680373" y="712792"/>
                    <a:pt x="1679767" y="712288"/>
                  </a:cubicBezTo>
                  <a:cubicBezTo>
                    <a:pt x="1679162" y="711817"/>
                    <a:pt x="1677378" y="707982"/>
                    <a:pt x="1677210" y="707511"/>
                  </a:cubicBezTo>
                  <a:cubicBezTo>
                    <a:pt x="1677041" y="707040"/>
                    <a:pt x="1675359" y="704584"/>
                    <a:pt x="1675258" y="704348"/>
                  </a:cubicBezTo>
                  <a:cubicBezTo>
                    <a:pt x="1675157" y="704147"/>
                    <a:pt x="1670916" y="700816"/>
                    <a:pt x="1670378" y="700177"/>
                  </a:cubicBezTo>
                  <a:cubicBezTo>
                    <a:pt x="1669839" y="699538"/>
                    <a:pt x="1667887" y="697621"/>
                    <a:pt x="1667618" y="697183"/>
                  </a:cubicBezTo>
                  <a:cubicBezTo>
                    <a:pt x="1667349" y="696746"/>
                    <a:pt x="1666137" y="695602"/>
                    <a:pt x="1666137" y="695602"/>
                  </a:cubicBezTo>
                  <a:lnTo>
                    <a:pt x="1662940" y="693685"/>
                  </a:lnTo>
                  <a:lnTo>
                    <a:pt x="1661157" y="693416"/>
                  </a:lnTo>
                  <a:lnTo>
                    <a:pt x="1659373" y="693584"/>
                  </a:lnTo>
                  <a:lnTo>
                    <a:pt x="1656108" y="694492"/>
                  </a:lnTo>
                  <a:cubicBezTo>
                    <a:pt x="1656108" y="694492"/>
                    <a:pt x="1654089" y="695737"/>
                    <a:pt x="1653786" y="696174"/>
                  </a:cubicBezTo>
                  <a:cubicBezTo>
                    <a:pt x="1653450" y="696611"/>
                    <a:pt x="1651767" y="698125"/>
                    <a:pt x="1651228" y="698832"/>
                  </a:cubicBezTo>
                  <a:cubicBezTo>
                    <a:pt x="1650690" y="699538"/>
                    <a:pt x="1649815" y="700177"/>
                    <a:pt x="1649344" y="700783"/>
                  </a:cubicBezTo>
                  <a:cubicBezTo>
                    <a:pt x="1648839" y="701388"/>
                    <a:pt x="1647863" y="703507"/>
                    <a:pt x="1647863" y="703507"/>
                  </a:cubicBezTo>
                  <a:cubicBezTo>
                    <a:pt x="1647863" y="703507"/>
                    <a:pt x="1647762" y="704483"/>
                    <a:pt x="1647762" y="704651"/>
                  </a:cubicBezTo>
                  <a:cubicBezTo>
                    <a:pt x="1647762" y="704819"/>
                    <a:pt x="1648839" y="707746"/>
                    <a:pt x="1648906" y="707914"/>
                  </a:cubicBezTo>
                  <a:cubicBezTo>
                    <a:pt x="1648974" y="708083"/>
                    <a:pt x="1650151" y="709563"/>
                    <a:pt x="1650252" y="709697"/>
                  </a:cubicBezTo>
                  <a:cubicBezTo>
                    <a:pt x="1650353" y="709865"/>
                    <a:pt x="1651329" y="711043"/>
                    <a:pt x="1651565" y="711144"/>
                  </a:cubicBezTo>
                  <a:cubicBezTo>
                    <a:pt x="1651800" y="711245"/>
                    <a:pt x="1652978" y="713229"/>
                    <a:pt x="1652978" y="713229"/>
                  </a:cubicBezTo>
                  <a:lnTo>
                    <a:pt x="1654931" y="716425"/>
                  </a:lnTo>
                  <a:lnTo>
                    <a:pt x="1655974" y="718040"/>
                  </a:lnTo>
                  <a:lnTo>
                    <a:pt x="1656781" y="720529"/>
                  </a:lnTo>
                  <a:cubicBezTo>
                    <a:pt x="1656781" y="720529"/>
                    <a:pt x="1657286" y="722548"/>
                    <a:pt x="1657387" y="722716"/>
                  </a:cubicBezTo>
                  <a:cubicBezTo>
                    <a:pt x="1657488" y="722884"/>
                    <a:pt x="1657926" y="723759"/>
                    <a:pt x="1657993" y="723960"/>
                  </a:cubicBezTo>
                  <a:cubicBezTo>
                    <a:pt x="1658060" y="724162"/>
                    <a:pt x="1658599" y="726147"/>
                    <a:pt x="1658767" y="726248"/>
                  </a:cubicBezTo>
                  <a:cubicBezTo>
                    <a:pt x="1658935" y="726349"/>
                    <a:pt x="1659003" y="728401"/>
                    <a:pt x="1659036" y="729276"/>
                  </a:cubicBezTo>
                  <a:cubicBezTo>
                    <a:pt x="1659104" y="730150"/>
                    <a:pt x="1659036" y="731462"/>
                    <a:pt x="1659036" y="731664"/>
                  </a:cubicBezTo>
                  <a:cubicBezTo>
                    <a:pt x="1659036" y="731866"/>
                    <a:pt x="1658431" y="732976"/>
                    <a:pt x="1658229" y="733178"/>
                  </a:cubicBezTo>
                  <a:cubicBezTo>
                    <a:pt x="1657993" y="733413"/>
                    <a:pt x="1653281" y="732740"/>
                    <a:pt x="1653281" y="732740"/>
                  </a:cubicBezTo>
                  <a:cubicBezTo>
                    <a:pt x="1653281" y="732740"/>
                    <a:pt x="1651228" y="732740"/>
                    <a:pt x="1650892" y="732740"/>
                  </a:cubicBezTo>
                  <a:cubicBezTo>
                    <a:pt x="1650555" y="732740"/>
                    <a:pt x="1649276" y="732370"/>
                    <a:pt x="1649276" y="732370"/>
                  </a:cubicBezTo>
                  <a:lnTo>
                    <a:pt x="1647223" y="729545"/>
                  </a:lnTo>
                  <a:lnTo>
                    <a:pt x="1645978" y="727964"/>
                  </a:lnTo>
                  <a:lnTo>
                    <a:pt x="1645474" y="726652"/>
                  </a:lnTo>
                  <a:lnTo>
                    <a:pt x="1645474" y="725407"/>
                  </a:lnTo>
                  <a:lnTo>
                    <a:pt x="1645978" y="721505"/>
                  </a:lnTo>
                  <a:cubicBezTo>
                    <a:pt x="1645978" y="721505"/>
                    <a:pt x="1645574" y="720260"/>
                    <a:pt x="1645036" y="719991"/>
                  </a:cubicBezTo>
                  <a:cubicBezTo>
                    <a:pt x="1644531" y="719688"/>
                    <a:pt x="1642579" y="718545"/>
                    <a:pt x="1641771" y="718376"/>
                  </a:cubicBezTo>
                  <a:cubicBezTo>
                    <a:pt x="1640964" y="718242"/>
                    <a:pt x="1637497" y="716291"/>
                    <a:pt x="1635747" y="715349"/>
                  </a:cubicBezTo>
                  <a:cubicBezTo>
                    <a:pt x="1633997" y="714407"/>
                    <a:pt x="1634300" y="713835"/>
                    <a:pt x="1633492" y="712893"/>
                  </a:cubicBezTo>
                  <a:cubicBezTo>
                    <a:pt x="1632685" y="711951"/>
                    <a:pt x="1632348" y="712018"/>
                    <a:pt x="1631103" y="711076"/>
                  </a:cubicBezTo>
                  <a:cubicBezTo>
                    <a:pt x="1629858" y="710135"/>
                    <a:pt x="1628074" y="709563"/>
                    <a:pt x="1627334" y="709193"/>
                  </a:cubicBezTo>
                  <a:cubicBezTo>
                    <a:pt x="1626593" y="708823"/>
                    <a:pt x="1626391" y="709125"/>
                    <a:pt x="1626189" y="709125"/>
                  </a:cubicBezTo>
                  <a:cubicBezTo>
                    <a:pt x="1625987" y="709125"/>
                    <a:pt x="1625752" y="710067"/>
                    <a:pt x="1624507" y="711076"/>
                  </a:cubicBezTo>
                  <a:cubicBezTo>
                    <a:pt x="1623261" y="712086"/>
                    <a:pt x="1622925" y="710942"/>
                    <a:pt x="1622689" y="710942"/>
                  </a:cubicBezTo>
                  <a:cubicBezTo>
                    <a:pt x="1622487" y="710942"/>
                    <a:pt x="1622050" y="710235"/>
                    <a:pt x="1621545" y="709933"/>
                  </a:cubicBezTo>
                  <a:cubicBezTo>
                    <a:pt x="1621040" y="709630"/>
                    <a:pt x="1620737" y="709865"/>
                    <a:pt x="1620300" y="709865"/>
                  </a:cubicBezTo>
                  <a:cubicBezTo>
                    <a:pt x="1619862" y="709865"/>
                    <a:pt x="1618516" y="710168"/>
                    <a:pt x="1618516" y="710168"/>
                  </a:cubicBezTo>
                  <a:lnTo>
                    <a:pt x="1616699" y="710168"/>
                  </a:lnTo>
                  <a:cubicBezTo>
                    <a:pt x="1616699" y="710168"/>
                    <a:pt x="1616127" y="710673"/>
                    <a:pt x="1615824" y="711110"/>
                  </a:cubicBezTo>
                  <a:cubicBezTo>
                    <a:pt x="1615521" y="711547"/>
                    <a:pt x="1615622" y="711749"/>
                    <a:pt x="1615016" y="712624"/>
                  </a:cubicBezTo>
                  <a:cubicBezTo>
                    <a:pt x="1614444" y="713499"/>
                    <a:pt x="1614444" y="713936"/>
                    <a:pt x="1613569" y="713768"/>
                  </a:cubicBezTo>
                  <a:cubicBezTo>
                    <a:pt x="1612694" y="713633"/>
                    <a:pt x="1612559" y="713902"/>
                    <a:pt x="1611684" y="713768"/>
                  </a:cubicBezTo>
                  <a:cubicBezTo>
                    <a:pt x="1610809" y="713633"/>
                    <a:pt x="1610877" y="713465"/>
                    <a:pt x="1610742" y="713061"/>
                  </a:cubicBezTo>
                  <a:cubicBezTo>
                    <a:pt x="1610607" y="712624"/>
                    <a:pt x="1610170" y="712489"/>
                    <a:pt x="1610103" y="711917"/>
                  </a:cubicBezTo>
                  <a:cubicBezTo>
                    <a:pt x="1610035" y="711346"/>
                    <a:pt x="1610103" y="710471"/>
                    <a:pt x="1610103" y="710471"/>
                  </a:cubicBezTo>
                  <a:cubicBezTo>
                    <a:pt x="1610103" y="710471"/>
                    <a:pt x="1609598" y="708520"/>
                    <a:pt x="1609295" y="707881"/>
                  </a:cubicBezTo>
                  <a:cubicBezTo>
                    <a:pt x="1608992" y="707242"/>
                    <a:pt x="1608554" y="706501"/>
                    <a:pt x="1608285" y="706300"/>
                  </a:cubicBezTo>
                  <a:cubicBezTo>
                    <a:pt x="1607982" y="706098"/>
                    <a:pt x="1606468" y="704921"/>
                    <a:pt x="1606098" y="704853"/>
                  </a:cubicBezTo>
                  <a:cubicBezTo>
                    <a:pt x="1605727" y="704786"/>
                    <a:pt x="1605021" y="704416"/>
                    <a:pt x="1604583" y="704281"/>
                  </a:cubicBezTo>
                  <a:cubicBezTo>
                    <a:pt x="1604146" y="704147"/>
                    <a:pt x="1603708" y="702398"/>
                    <a:pt x="1603708" y="702398"/>
                  </a:cubicBezTo>
                  <a:lnTo>
                    <a:pt x="1603708" y="702465"/>
                  </a:lnTo>
                  <a:lnTo>
                    <a:pt x="1601958" y="700648"/>
                  </a:lnTo>
                  <a:lnTo>
                    <a:pt x="1601958" y="699908"/>
                  </a:lnTo>
                  <a:cubicBezTo>
                    <a:pt x="1601958" y="699908"/>
                    <a:pt x="1601857" y="698966"/>
                    <a:pt x="1601622" y="698663"/>
                  </a:cubicBezTo>
                  <a:cubicBezTo>
                    <a:pt x="1601386" y="698361"/>
                    <a:pt x="1600006" y="698428"/>
                    <a:pt x="1599703" y="698428"/>
                  </a:cubicBezTo>
                  <a:cubicBezTo>
                    <a:pt x="1599400" y="698428"/>
                    <a:pt x="1598761" y="698361"/>
                    <a:pt x="1598761" y="698361"/>
                  </a:cubicBezTo>
                  <a:lnTo>
                    <a:pt x="1597953" y="698798"/>
                  </a:lnTo>
                  <a:cubicBezTo>
                    <a:pt x="1597953" y="698798"/>
                    <a:pt x="1597314" y="699605"/>
                    <a:pt x="1597011" y="699605"/>
                  </a:cubicBezTo>
                  <a:cubicBezTo>
                    <a:pt x="1596708" y="699605"/>
                    <a:pt x="1596371" y="700177"/>
                    <a:pt x="1596371" y="700177"/>
                  </a:cubicBezTo>
                  <a:cubicBezTo>
                    <a:pt x="1596371" y="700177"/>
                    <a:pt x="1594487" y="701119"/>
                    <a:pt x="1593915" y="701489"/>
                  </a:cubicBezTo>
                  <a:cubicBezTo>
                    <a:pt x="1593342" y="701859"/>
                    <a:pt x="1592400" y="701489"/>
                    <a:pt x="1592400" y="701489"/>
                  </a:cubicBezTo>
                  <a:lnTo>
                    <a:pt x="1590448" y="701489"/>
                  </a:lnTo>
                  <a:cubicBezTo>
                    <a:pt x="1590448" y="701489"/>
                    <a:pt x="1588362" y="701119"/>
                    <a:pt x="1588126" y="700985"/>
                  </a:cubicBezTo>
                  <a:cubicBezTo>
                    <a:pt x="1587890" y="700850"/>
                    <a:pt x="1585366" y="699034"/>
                    <a:pt x="1585366" y="699034"/>
                  </a:cubicBezTo>
                  <a:lnTo>
                    <a:pt x="1584222" y="698226"/>
                  </a:lnTo>
                  <a:lnTo>
                    <a:pt x="1582472" y="695838"/>
                  </a:lnTo>
                  <a:lnTo>
                    <a:pt x="1581900" y="692810"/>
                  </a:lnTo>
                  <a:lnTo>
                    <a:pt x="1581597" y="691296"/>
                  </a:lnTo>
                  <a:cubicBezTo>
                    <a:pt x="1581597" y="691296"/>
                    <a:pt x="1580217" y="688336"/>
                    <a:pt x="1580217" y="687966"/>
                  </a:cubicBezTo>
                  <a:cubicBezTo>
                    <a:pt x="1580217" y="687596"/>
                    <a:pt x="1579342" y="686217"/>
                    <a:pt x="1579342" y="685948"/>
                  </a:cubicBezTo>
                  <a:cubicBezTo>
                    <a:pt x="1579342" y="685645"/>
                    <a:pt x="1578972" y="683492"/>
                    <a:pt x="1578972" y="683492"/>
                  </a:cubicBezTo>
                  <a:lnTo>
                    <a:pt x="1578333" y="682483"/>
                  </a:lnTo>
                  <a:lnTo>
                    <a:pt x="1576583" y="679354"/>
                  </a:lnTo>
                  <a:lnTo>
                    <a:pt x="1575842" y="678042"/>
                  </a:lnTo>
                  <a:cubicBezTo>
                    <a:pt x="1575842" y="678042"/>
                    <a:pt x="1575842" y="676663"/>
                    <a:pt x="1575842" y="675957"/>
                  </a:cubicBezTo>
                  <a:cubicBezTo>
                    <a:pt x="1575842" y="675250"/>
                    <a:pt x="1576616" y="674208"/>
                    <a:pt x="1576684" y="674006"/>
                  </a:cubicBezTo>
                  <a:cubicBezTo>
                    <a:pt x="1576751" y="673804"/>
                    <a:pt x="1577357" y="672189"/>
                    <a:pt x="1577357" y="672189"/>
                  </a:cubicBezTo>
                  <a:lnTo>
                    <a:pt x="1579241" y="671617"/>
                  </a:lnTo>
                  <a:cubicBezTo>
                    <a:pt x="1579241" y="671617"/>
                    <a:pt x="1581328" y="670743"/>
                    <a:pt x="1581563" y="670608"/>
                  </a:cubicBezTo>
                  <a:cubicBezTo>
                    <a:pt x="1581765" y="670474"/>
                    <a:pt x="1581866" y="667480"/>
                    <a:pt x="1581866" y="667480"/>
                  </a:cubicBezTo>
                  <a:lnTo>
                    <a:pt x="1582438" y="666168"/>
                  </a:lnTo>
                  <a:cubicBezTo>
                    <a:pt x="1582438" y="666168"/>
                    <a:pt x="1582304" y="662635"/>
                    <a:pt x="1582001" y="661828"/>
                  </a:cubicBezTo>
                  <a:cubicBezTo>
                    <a:pt x="1581698" y="661021"/>
                    <a:pt x="1582136" y="657690"/>
                    <a:pt x="1582001" y="657421"/>
                  </a:cubicBezTo>
                  <a:cubicBezTo>
                    <a:pt x="1581866" y="657119"/>
                    <a:pt x="1580991" y="655672"/>
                    <a:pt x="1580756" y="655470"/>
                  </a:cubicBezTo>
                  <a:cubicBezTo>
                    <a:pt x="1580554" y="655268"/>
                    <a:pt x="1578299" y="652510"/>
                    <a:pt x="1578299" y="652510"/>
                  </a:cubicBezTo>
                  <a:cubicBezTo>
                    <a:pt x="1578299" y="652510"/>
                    <a:pt x="1577357" y="651131"/>
                    <a:pt x="1577222" y="650693"/>
                  </a:cubicBezTo>
                  <a:cubicBezTo>
                    <a:pt x="1577087" y="650256"/>
                    <a:pt x="1576212" y="648439"/>
                    <a:pt x="1575977" y="647868"/>
                  </a:cubicBezTo>
                  <a:cubicBezTo>
                    <a:pt x="1575775" y="647296"/>
                    <a:pt x="1575337" y="645681"/>
                    <a:pt x="1575337" y="645681"/>
                  </a:cubicBezTo>
                  <a:cubicBezTo>
                    <a:pt x="1575337" y="645681"/>
                    <a:pt x="1573823" y="643864"/>
                    <a:pt x="1573587" y="643663"/>
                  </a:cubicBezTo>
                  <a:cubicBezTo>
                    <a:pt x="1573352" y="643427"/>
                    <a:pt x="1572443" y="642923"/>
                    <a:pt x="1572208" y="642586"/>
                  </a:cubicBezTo>
                  <a:cubicBezTo>
                    <a:pt x="1572006" y="642216"/>
                    <a:pt x="1570895" y="642721"/>
                    <a:pt x="1570693" y="642586"/>
                  </a:cubicBezTo>
                  <a:cubicBezTo>
                    <a:pt x="1570491" y="642452"/>
                    <a:pt x="1568674" y="642082"/>
                    <a:pt x="1568371" y="641846"/>
                  </a:cubicBezTo>
                  <a:cubicBezTo>
                    <a:pt x="1568068" y="641644"/>
                    <a:pt x="1567058" y="641342"/>
                    <a:pt x="1566621" y="641039"/>
                  </a:cubicBezTo>
                  <a:cubicBezTo>
                    <a:pt x="1566183" y="640736"/>
                    <a:pt x="1565376" y="640669"/>
                    <a:pt x="1565174" y="640467"/>
                  </a:cubicBezTo>
                  <a:cubicBezTo>
                    <a:pt x="1564972" y="640265"/>
                    <a:pt x="1563592" y="640164"/>
                    <a:pt x="1562784" y="639828"/>
                  </a:cubicBezTo>
                  <a:cubicBezTo>
                    <a:pt x="1561976" y="639491"/>
                    <a:pt x="1560765" y="639323"/>
                    <a:pt x="1560260" y="639323"/>
                  </a:cubicBezTo>
                  <a:cubicBezTo>
                    <a:pt x="1559755" y="639323"/>
                    <a:pt x="1559015" y="639323"/>
                    <a:pt x="1558746" y="639390"/>
                  </a:cubicBezTo>
                  <a:cubicBezTo>
                    <a:pt x="1558443" y="639458"/>
                    <a:pt x="1557366" y="639895"/>
                    <a:pt x="1556659" y="639828"/>
                  </a:cubicBezTo>
                  <a:cubicBezTo>
                    <a:pt x="1555952" y="639761"/>
                    <a:pt x="1555650" y="639828"/>
                    <a:pt x="1555650" y="639828"/>
                  </a:cubicBezTo>
                  <a:lnTo>
                    <a:pt x="1554943" y="638516"/>
                  </a:lnTo>
                  <a:lnTo>
                    <a:pt x="1553697" y="636565"/>
                  </a:lnTo>
                  <a:cubicBezTo>
                    <a:pt x="1553697" y="636565"/>
                    <a:pt x="1553058" y="634815"/>
                    <a:pt x="1552890" y="634614"/>
                  </a:cubicBezTo>
                  <a:cubicBezTo>
                    <a:pt x="1552755" y="634412"/>
                    <a:pt x="1549928" y="629534"/>
                    <a:pt x="1549861" y="629130"/>
                  </a:cubicBezTo>
                  <a:cubicBezTo>
                    <a:pt x="1549793" y="628727"/>
                    <a:pt x="1548986" y="628323"/>
                    <a:pt x="1548986" y="628323"/>
                  </a:cubicBezTo>
                  <a:cubicBezTo>
                    <a:pt x="1548986" y="628323"/>
                    <a:pt x="1547034" y="628828"/>
                    <a:pt x="1546731" y="629030"/>
                  </a:cubicBezTo>
                  <a:cubicBezTo>
                    <a:pt x="1546428" y="629231"/>
                    <a:pt x="1544712" y="629030"/>
                    <a:pt x="1543971" y="629030"/>
                  </a:cubicBezTo>
                  <a:cubicBezTo>
                    <a:pt x="1543264" y="629030"/>
                    <a:pt x="1542019" y="628592"/>
                    <a:pt x="1542019" y="628592"/>
                  </a:cubicBezTo>
                  <a:lnTo>
                    <a:pt x="1541077" y="624017"/>
                  </a:lnTo>
                  <a:cubicBezTo>
                    <a:pt x="1541077" y="624017"/>
                    <a:pt x="1540572" y="620990"/>
                    <a:pt x="1540572" y="620687"/>
                  </a:cubicBezTo>
                  <a:cubicBezTo>
                    <a:pt x="1540572" y="620384"/>
                    <a:pt x="1538687" y="617054"/>
                    <a:pt x="1538687" y="617054"/>
                  </a:cubicBezTo>
                  <a:lnTo>
                    <a:pt x="1537610" y="614094"/>
                  </a:lnTo>
                  <a:cubicBezTo>
                    <a:pt x="1537610" y="614094"/>
                    <a:pt x="1534851" y="609586"/>
                    <a:pt x="1534481" y="608812"/>
                  </a:cubicBezTo>
                  <a:cubicBezTo>
                    <a:pt x="1534110" y="608005"/>
                    <a:pt x="1533471" y="605784"/>
                    <a:pt x="1533471" y="605784"/>
                  </a:cubicBezTo>
                  <a:lnTo>
                    <a:pt x="1531149" y="603396"/>
                  </a:lnTo>
                  <a:lnTo>
                    <a:pt x="1528322" y="601445"/>
                  </a:lnTo>
                  <a:cubicBezTo>
                    <a:pt x="1528322" y="601445"/>
                    <a:pt x="1527178" y="600638"/>
                    <a:pt x="1526875" y="600436"/>
                  </a:cubicBezTo>
                  <a:cubicBezTo>
                    <a:pt x="1526572" y="600200"/>
                    <a:pt x="1524283" y="598350"/>
                    <a:pt x="1523543" y="597610"/>
                  </a:cubicBezTo>
                  <a:cubicBezTo>
                    <a:pt x="1522803" y="596903"/>
                    <a:pt x="1522399" y="596903"/>
                    <a:pt x="1521726" y="596096"/>
                  </a:cubicBezTo>
                  <a:cubicBezTo>
                    <a:pt x="1521086" y="595289"/>
                    <a:pt x="1520851" y="595222"/>
                    <a:pt x="1520716" y="594650"/>
                  </a:cubicBezTo>
                  <a:cubicBezTo>
                    <a:pt x="1520581" y="594078"/>
                    <a:pt x="1519403" y="592631"/>
                    <a:pt x="1519134" y="592329"/>
                  </a:cubicBezTo>
                  <a:cubicBezTo>
                    <a:pt x="1518831" y="592026"/>
                    <a:pt x="1517451" y="591622"/>
                    <a:pt x="1517182" y="591319"/>
                  </a:cubicBezTo>
                  <a:cubicBezTo>
                    <a:pt x="1516879" y="591017"/>
                    <a:pt x="1515163" y="589940"/>
                    <a:pt x="1514793" y="589570"/>
                  </a:cubicBezTo>
                  <a:cubicBezTo>
                    <a:pt x="1514423" y="589200"/>
                    <a:pt x="1513850" y="589436"/>
                    <a:pt x="1513413" y="589066"/>
                  </a:cubicBezTo>
                  <a:cubicBezTo>
                    <a:pt x="1512975" y="588695"/>
                    <a:pt x="1512033" y="588998"/>
                    <a:pt x="1511831" y="588998"/>
                  </a:cubicBezTo>
                  <a:cubicBezTo>
                    <a:pt x="1511629" y="588998"/>
                    <a:pt x="1510519" y="589570"/>
                    <a:pt x="1510249" y="589637"/>
                  </a:cubicBezTo>
                  <a:cubicBezTo>
                    <a:pt x="1509947" y="589705"/>
                    <a:pt x="1508365" y="590075"/>
                    <a:pt x="1508062" y="590075"/>
                  </a:cubicBezTo>
                  <a:cubicBezTo>
                    <a:pt x="1507759" y="590075"/>
                    <a:pt x="1506042" y="591084"/>
                    <a:pt x="1505302" y="591454"/>
                  </a:cubicBezTo>
                  <a:cubicBezTo>
                    <a:pt x="1504562" y="591824"/>
                    <a:pt x="1504158" y="591757"/>
                    <a:pt x="1503922" y="591824"/>
                  </a:cubicBezTo>
                  <a:cubicBezTo>
                    <a:pt x="1503720" y="591891"/>
                    <a:pt x="1502778" y="592766"/>
                    <a:pt x="1502542" y="593069"/>
                  </a:cubicBezTo>
                  <a:cubicBezTo>
                    <a:pt x="1502341" y="593371"/>
                    <a:pt x="1501600" y="594818"/>
                    <a:pt x="1501230" y="595154"/>
                  </a:cubicBezTo>
                  <a:cubicBezTo>
                    <a:pt x="1500860" y="595524"/>
                    <a:pt x="1499042" y="595726"/>
                    <a:pt x="1498706" y="595592"/>
                  </a:cubicBezTo>
                  <a:cubicBezTo>
                    <a:pt x="1498336" y="595457"/>
                    <a:pt x="1497259" y="595457"/>
                    <a:pt x="1496956" y="595289"/>
                  </a:cubicBezTo>
                  <a:cubicBezTo>
                    <a:pt x="1496653" y="595154"/>
                    <a:pt x="1494331" y="594717"/>
                    <a:pt x="1494129" y="594717"/>
                  </a:cubicBezTo>
                  <a:cubicBezTo>
                    <a:pt x="1493893" y="594717"/>
                    <a:pt x="1491537" y="595524"/>
                    <a:pt x="1491537" y="595524"/>
                  </a:cubicBezTo>
                  <a:lnTo>
                    <a:pt x="1490090" y="595524"/>
                  </a:lnTo>
                  <a:cubicBezTo>
                    <a:pt x="1490090" y="595524"/>
                    <a:pt x="1489586" y="596298"/>
                    <a:pt x="1489350" y="596365"/>
                  </a:cubicBezTo>
                  <a:cubicBezTo>
                    <a:pt x="1489148" y="596433"/>
                    <a:pt x="1486523" y="597476"/>
                    <a:pt x="1486523" y="597476"/>
                  </a:cubicBezTo>
                  <a:cubicBezTo>
                    <a:pt x="1486523" y="597476"/>
                    <a:pt x="1483629" y="597543"/>
                    <a:pt x="1483057" y="597476"/>
                  </a:cubicBezTo>
                  <a:cubicBezTo>
                    <a:pt x="1482484" y="597408"/>
                    <a:pt x="1478984" y="597476"/>
                    <a:pt x="1478984" y="597476"/>
                  </a:cubicBezTo>
                  <a:cubicBezTo>
                    <a:pt x="1478984" y="597476"/>
                    <a:pt x="1473835" y="598619"/>
                    <a:pt x="1473398" y="598720"/>
                  </a:cubicBezTo>
                  <a:cubicBezTo>
                    <a:pt x="1472960" y="598787"/>
                    <a:pt x="1471580" y="600032"/>
                    <a:pt x="1471311" y="600167"/>
                  </a:cubicBezTo>
                  <a:cubicBezTo>
                    <a:pt x="1471042" y="600301"/>
                    <a:pt x="1470672" y="601411"/>
                    <a:pt x="1469426" y="602488"/>
                  </a:cubicBezTo>
                  <a:cubicBezTo>
                    <a:pt x="1468181" y="603564"/>
                    <a:pt x="1467676" y="603295"/>
                    <a:pt x="1466532" y="603867"/>
                  </a:cubicBezTo>
                  <a:cubicBezTo>
                    <a:pt x="1465388" y="604439"/>
                    <a:pt x="1464445" y="604304"/>
                    <a:pt x="1463907" y="604372"/>
                  </a:cubicBezTo>
                  <a:cubicBezTo>
                    <a:pt x="1463402" y="604439"/>
                    <a:pt x="1461652" y="604372"/>
                    <a:pt x="1461652" y="604372"/>
                  </a:cubicBezTo>
                  <a:lnTo>
                    <a:pt x="1458960" y="601983"/>
                  </a:lnTo>
                  <a:lnTo>
                    <a:pt x="1456436" y="599527"/>
                  </a:lnTo>
                  <a:lnTo>
                    <a:pt x="1452296" y="597139"/>
                  </a:lnTo>
                  <a:lnTo>
                    <a:pt x="1450714" y="595390"/>
                  </a:lnTo>
                  <a:lnTo>
                    <a:pt x="1448628" y="595524"/>
                  </a:lnTo>
                  <a:cubicBezTo>
                    <a:pt x="1448628" y="595524"/>
                    <a:pt x="1447988" y="595894"/>
                    <a:pt x="1447383" y="596164"/>
                  </a:cubicBezTo>
                  <a:cubicBezTo>
                    <a:pt x="1446811" y="596466"/>
                    <a:pt x="1447012" y="597173"/>
                    <a:pt x="1446743" y="597408"/>
                  </a:cubicBezTo>
                  <a:cubicBezTo>
                    <a:pt x="1446440" y="597610"/>
                    <a:pt x="1446238" y="599797"/>
                    <a:pt x="1445734" y="600301"/>
                  </a:cubicBezTo>
                  <a:cubicBezTo>
                    <a:pt x="1445229" y="600806"/>
                    <a:pt x="1444219" y="601243"/>
                    <a:pt x="1443782" y="601243"/>
                  </a:cubicBezTo>
                  <a:cubicBezTo>
                    <a:pt x="1443344" y="601243"/>
                    <a:pt x="1442772" y="600604"/>
                    <a:pt x="1442536" y="600503"/>
                  </a:cubicBezTo>
                  <a:cubicBezTo>
                    <a:pt x="1442301" y="600436"/>
                    <a:pt x="1442402" y="598619"/>
                    <a:pt x="1442402" y="598317"/>
                  </a:cubicBezTo>
                  <a:cubicBezTo>
                    <a:pt x="1442402" y="598014"/>
                    <a:pt x="1442469" y="594683"/>
                    <a:pt x="1442469" y="594683"/>
                  </a:cubicBezTo>
                  <a:cubicBezTo>
                    <a:pt x="1442469" y="594683"/>
                    <a:pt x="1442402" y="592160"/>
                    <a:pt x="1442402" y="591723"/>
                  </a:cubicBezTo>
                  <a:cubicBezTo>
                    <a:pt x="1442402" y="591286"/>
                    <a:pt x="1441964" y="588897"/>
                    <a:pt x="1441964" y="588595"/>
                  </a:cubicBezTo>
                  <a:cubicBezTo>
                    <a:pt x="1441964" y="588292"/>
                    <a:pt x="1441325" y="587888"/>
                    <a:pt x="1440719" y="587518"/>
                  </a:cubicBezTo>
                  <a:cubicBezTo>
                    <a:pt x="1440147" y="587148"/>
                    <a:pt x="1438767" y="586576"/>
                    <a:pt x="1438195" y="586139"/>
                  </a:cubicBezTo>
                  <a:cubicBezTo>
                    <a:pt x="1437623" y="585702"/>
                    <a:pt x="1436378" y="585331"/>
                    <a:pt x="1435738" y="585130"/>
                  </a:cubicBezTo>
                  <a:cubicBezTo>
                    <a:pt x="1435099" y="584928"/>
                    <a:pt x="1433281" y="584692"/>
                    <a:pt x="1433281" y="584692"/>
                  </a:cubicBezTo>
                  <a:lnTo>
                    <a:pt x="1431397" y="584020"/>
                  </a:lnTo>
                  <a:lnTo>
                    <a:pt x="1429512" y="584322"/>
                  </a:lnTo>
                  <a:cubicBezTo>
                    <a:pt x="1429512" y="584322"/>
                    <a:pt x="1427190" y="584524"/>
                    <a:pt x="1426820" y="584524"/>
                  </a:cubicBezTo>
                  <a:cubicBezTo>
                    <a:pt x="1426450" y="584524"/>
                    <a:pt x="1425238" y="584659"/>
                    <a:pt x="1424632" y="584726"/>
                  </a:cubicBezTo>
                  <a:cubicBezTo>
                    <a:pt x="1424060" y="584793"/>
                    <a:pt x="1423555" y="585466"/>
                    <a:pt x="1422815" y="585903"/>
                  </a:cubicBezTo>
                  <a:cubicBezTo>
                    <a:pt x="1422108" y="586341"/>
                    <a:pt x="1421502" y="586341"/>
                    <a:pt x="1421065" y="586610"/>
                  </a:cubicBezTo>
                  <a:cubicBezTo>
                    <a:pt x="1420627" y="586913"/>
                    <a:pt x="1419483" y="587922"/>
                    <a:pt x="1419483" y="587922"/>
                  </a:cubicBezTo>
                  <a:cubicBezTo>
                    <a:pt x="1419483" y="587922"/>
                    <a:pt x="1418844" y="589301"/>
                    <a:pt x="1418608" y="589671"/>
                  </a:cubicBezTo>
                  <a:cubicBezTo>
                    <a:pt x="1418406" y="590041"/>
                    <a:pt x="1417800" y="590983"/>
                    <a:pt x="1417666" y="591252"/>
                  </a:cubicBezTo>
                  <a:cubicBezTo>
                    <a:pt x="1417531" y="591555"/>
                    <a:pt x="1416723" y="593136"/>
                    <a:pt x="1416353" y="593203"/>
                  </a:cubicBezTo>
                  <a:cubicBezTo>
                    <a:pt x="1415983" y="593271"/>
                    <a:pt x="1415041" y="594953"/>
                    <a:pt x="1414334" y="595222"/>
                  </a:cubicBezTo>
                  <a:cubicBezTo>
                    <a:pt x="1413627" y="595524"/>
                    <a:pt x="1413459" y="595222"/>
                    <a:pt x="1412449" y="594078"/>
                  </a:cubicBezTo>
                  <a:cubicBezTo>
                    <a:pt x="1411440" y="592900"/>
                    <a:pt x="1411002" y="593439"/>
                    <a:pt x="1410565" y="593271"/>
                  </a:cubicBezTo>
                  <a:cubicBezTo>
                    <a:pt x="1410127" y="593136"/>
                    <a:pt x="1409319" y="592833"/>
                    <a:pt x="1407872" y="592833"/>
                  </a:cubicBezTo>
                  <a:cubicBezTo>
                    <a:pt x="1406425" y="592833"/>
                    <a:pt x="1406795" y="592463"/>
                    <a:pt x="1406560" y="592261"/>
                  </a:cubicBezTo>
                  <a:cubicBezTo>
                    <a:pt x="1406358" y="592059"/>
                    <a:pt x="1405483" y="590310"/>
                    <a:pt x="1405483" y="590310"/>
                  </a:cubicBezTo>
                  <a:lnTo>
                    <a:pt x="1405348" y="588124"/>
                  </a:lnTo>
                  <a:lnTo>
                    <a:pt x="1405281" y="586879"/>
                  </a:lnTo>
                  <a:cubicBezTo>
                    <a:pt x="1405281" y="586879"/>
                    <a:pt x="1405146" y="585197"/>
                    <a:pt x="1405146" y="584928"/>
                  </a:cubicBezTo>
                  <a:cubicBezTo>
                    <a:pt x="1405146" y="584625"/>
                    <a:pt x="1403699" y="583683"/>
                    <a:pt x="1403463" y="583683"/>
                  </a:cubicBezTo>
                  <a:cubicBezTo>
                    <a:pt x="1403228" y="583683"/>
                    <a:pt x="1400064" y="585062"/>
                    <a:pt x="1400064" y="585062"/>
                  </a:cubicBezTo>
                  <a:cubicBezTo>
                    <a:pt x="1400064" y="585062"/>
                    <a:pt x="1399122" y="585870"/>
                    <a:pt x="1398920" y="585937"/>
                  </a:cubicBezTo>
                  <a:cubicBezTo>
                    <a:pt x="1398718" y="586004"/>
                    <a:pt x="1397237" y="586576"/>
                    <a:pt x="1396732" y="585937"/>
                  </a:cubicBezTo>
                  <a:cubicBezTo>
                    <a:pt x="1396228" y="585298"/>
                    <a:pt x="1396430" y="584793"/>
                    <a:pt x="1396430" y="584793"/>
                  </a:cubicBezTo>
                  <a:cubicBezTo>
                    <a:pt x="1396430" y="584793"/>
                    <a:pt x="1395050" y="581530"/>
                    <a:pt x="1395050" y="581160"/>
                  </a:cubicBezTo>
                  <a:cubicBezTo>
                    <a:pt x="1395050" y="580790"/>
                    <a:pt x="1394410" y="580858"/>
                    <a:pt x="1393670" y="580656"/>
                  </a:cubicBezTo>
                  <a:cubicBezTo>
                    <a:pt x="1392929" y="580454"/>
                    <a:pt x="1390473" y="580790"/>
                    <a:pt x="1390203" y="580656"/>
                  </a:cubicBezTo>
                  <a:cubicBezTo>
                    <a:pt x="1389901" y="580521"/>
                    <a:pt x="1388824" y="579714"/>
                    <a:pt x="1388756" y="579142"/>
                  </a:cubicBezTo>
                  <a:cubicBezTo>
                    <a:pt x="1388689" y="578570"/>
                    <a:pt x="1388689" y="577561"/>
                    <a:pt x="1388622" y="577191"/>
                  </a:cubicBezTo>
                  <a:cubicBezTo>
                    <a:pt x="1388554" y="576821"/>
                    <a:pt x="1388050" y="575172"/>
                    <a:pt x="1387881" y="574500"/>
                  </a:cubicBezTo>
                  <a:cubicBezTo>
                    <a:pt x="1387747" y="573860"/>
                    <a:pt x="1386804" y="570295"/>
                    <a:pt x="1386636" y="569790"/>
                  </a:cubicBezTo>
                  <a:cubicBezTo>
                    <a:pt x="1386501" y="569285"/>
                    <a:pt x="1385256" y="567973"/>
                    <a:pt x="1385054" y="567906"/>
                  </a:cubicBezTo>
                  <a:cubicBezTo>
                    <a:pt x="1384852" y="567839"/>
                    <a:pt x="1380982" y="566964"/>
                    <a:pt x="1380410" y="566964"/>
                  </a:cubicBezTo>
                  <a:cubicBezTo>
                    <a:pt x="1379838" y="566964"/>
                    <a:pt x="1377381" y="567973"/>
                    <a:pt x="1377078" y="567973"/>
                  </a:cubicBezTo>
                  <a:cubicBezTo>
                    <a:pt x="1376775" y="567973"/>
                    <a:pt x="1374621" y="568478"/>
                    <a:pt x="1374386" y="568545"/>
                  </a:cubicBezTo>
                  <a:cubicBezTo>
                    <a:pt x="1374184" y="568613"/>
                    <a:pt x="1370415" y="568680"/>
                    <a:pt x="1369674" y="568915"/>
                  </a:cubicBezTo>
                  <a:cubicBezTo>
                    <a:pt x="1368967" y="569151"/>
                    <a:pt x="1367419" y="568646"/>
                    <a:pt x="1367419" y="568646"/>
                  </a:cubicBezTo>
                  <a:lnTo>
                    <a:pt x="1366544" y="568209"/>
                  </a:lnTo>
                  <a:cubicBezTo>
                    <a:pt x="1366544" y="568209"/>
                    <a:pt x="1365467" y="566628"/>
                    <a:pt x="1365164" y="565888"/>
                  </a:cubicBezTo>
                  <a:cubicBezTo>
                    <a:pt x="1364862" y="565148"/>
                    <a:pt x="1364424" y="562860"/>
                    <a:pt x="1364357" y="562558"/>
                  </a:cubicBezTo>
                  <a:cubicBezTo>
                    <a:pt x="1364290" y="562255"/>
                    <a:pt x="1363919" y="559294"/>
                    <a:pt x="1363482" y="557983"/>
                  </a:cubicBezTo>
                  <a:cubicBezTo>
                    <a:pt x="1363044" y="556671"/>
                    <a:pt x="1363044" y="556839"/>
                    <a:pt x="1362607" y="556233"/>
                  </a:cubicBezTo>
                  <a:cubicBezTo>
                    <a:pt x="1362169" y="555661"/>
                    <a:pt x="1358400" y="551524"/>
                    <a:pt x="1358131" y="551524"/>
                  </a:cubicBezTo>
                  <a:cubicBezTo>
                    <a:pt x="1357861" y="551524"/>
                    <a:pt x="1355876" y="551827"/>
                    <a:pt x="1355607" y="551827"/>
                  </a:cubicBezTo>
                  <a:cubicBezTo>
                    <a:pt x="1355304" y="551827"/>
                    <a:pt x="1354159" y="553643"/>
                    <a:pt x="1353857" y="553778"/>
                  </a:cubicBezTo>
                  <a:cubicBezTo>
                    <a:pt x="1353554" y="553946"/>
                    <a:pt x="1352847" y="554518"/>
                    <a:pt x="1352106" y="554719"/>
                  </a:cubicBezTo>
                  <a:cubicBezTo>
                    <a:pt x="1351366" y="554921"/>
                    <a:pt x="1350020" y="555157"/>
                    <a:pt x="1348977" y="555291"/>
                  </a:cubicBezTo>
                  <a:cubicBezTo>
                    <a:pt x="1347967" y="555426"/>
                    <a:pt x="1347025" y="555594"/>
                    <a:pt x="1346789" y="555594"/>
                  </a:cubicBezTo>
                  <a:cubicBezTo>
                    <a:pt x="1346587" y="555594"/>
                    <a:pt x="1345409" y="556334"/>
                    <a:pt x="1345106" y="556233"/>
                  </a:cubicBezTo>
                  <a:cubicBezTo>
                    <a:pt x="1344803" y="556166"/>
                    <a:pt x="1343592" y="555661"/>
                    <a:pt x="1343356" y="555359"/>
                  </a:cubicBezTo>
                  <a:cubicBezTo>
                    <a:pt x="1343154" y="555056"/>
                    <a:pt x="1341775" y="553677"/>
                    <a:pt x="1341775" y="553677"/>
                  </a:cubicBezTo>
                  <a:cubicBezTo>
                    <a:pt x="1341775" y="553677"/>
                    <a:pt x="1340260" y="551591"/>
                    <a:pt x="1340024" y="551221"/>
                  </a:cubicBezTo>
                  <a:cubicBezTo>
                    <a:pt x="1339789" y="550851"/>
                    <a:pt x="1339082" y="550582"/>
                    <a:pt x="1339082" y="550582"/>
                  </a:cubicBezTo>
                  <a:cubicBezTo>
                    <a:pt x="1339082" y="550582"/>
                    <a:pt x="1335750" y="549270"/>
                    <a:pt x="1335515" y="549270"/>
                  </a:cubicBezTo>
                  <a:cubicBezTo>
                    <a:pt x="1335313" y="549270"/>
                    <a:pt x="1334438" y="549573"/>
                    <a:pt x="1334202" y="549775"/>
                  </a:cubicBezTo>
                  <a:cubicBezTo>
                    <a:pt x="1334000" y="549976"/>
                    <a:pt x="1333698" y="550582"/>
                    <a:pt x="1333698" y="550582"/>
                  </a:cubicBezTo>
                  <a:lnTo>
                    <a:pt x="1331173" y="552533"/>
                  </a:lnTo>
                  <a:lnTo>
                    <a:pt x="1329726" y="552735"/>
                  </a:lnTo>
                  <a:cubicBezTo>
                    <a:pt x="1329726" y="552735"/>
                    <a:pt x="1328717" y="551927"/>
                    <a:pt x="1327976" y="551221"/>
                  </a:cubicBezTo>
                  <a:cubicBezTo>
                    <a:pt x="1327236" y="550515"/>
                    <a:pt x="1324510" y="549135"/>
                    <a:pt x="1324510" y="549135"/>
                  </a:cubicBezTo>
                  <a:cubicBezTo>
                    <a:pt x="1324510" y="549135"/>
                    <a:pt x="1322322" y="550077"/>
                    <a:pt x="1322053" y="550380"/>
                  </a:cubicBezTo>
                  <a:cubicBezTo>
                    <a:pt x="1321750" y="550683"/>
                    <a:pt x="1320740" y="551692"/>
                    <a:pt x="1320303" y="551827"/>
                  </a:cubicBezTo>
                  <a:cubicBezTo>
                    <a:pt x="1319865" y="551961"/>
                    <a:pt x="1317981" y="553206"/>
                    <a:pt x="1317274" y="553206"/>
                  </a:cubicBezTo>
                  <a:cubicBezTo>
                    <a:pt x="1316534" y="553206"/>
                    <a:pt x="1316197" y="552264"/>
                    <a:pt x="1316197" y="552264"/>
                  </a:cubicBezTo>
                  <a:lnTo>
                    <a:pt x="1315558" y="550245"/>
                  </a:lnTo>
                  <a:cubicBezTo>
                    <a:pt x="1315558" y="550245"/>
                    <a:pt x="1314413" y="548227"/>
                    <a:pt x="1314178" y="547992"/>
                  </a:cubicBezTo>
                  <a:cubicBezTo>
                    <a:pt x="1313976" y="547790"/>
                    <a:pt x="1311721" y="545031"/>
                    <a:pt x="1310913" y="544089"/>
                  </a:cubicBezTo>
                  <a:cubicBezTo>
                    <a:pt x="1310106" y="543147"/>
                    <a:pt x="1309836" y="543215"/>
                    <a:pt x="1309163" y="542845"/>
                  </a:cubicBezTo>
                  <a:cubicBezTo>
                    <a:pt x="1308524" y="542475"/>
                    <a:pt x="1306841" y="542037"/>
                    <a:pt x="1306841" y="542037"/>
                  </a:cubicBezTo>
                  <a:cubicBezTo>
                    <a:pt x="1306841" y="542037"/>
                    <a:pt x="1301692" y="542475"/>
                    <a:pt x="1301120" y="542609"/>
                  </a:cubicBezTo>
                  <a:cubicBezTo>
                    <a:pt x="1300548" y="542744"/>
                    <a:pt x="1299538" y="543248"/>
                    <a:pt x="1299100" y="543753"/>
                  </a:cubicBezTo>
                  <a:cubicBezTo>
                    <a:pt x="1298663" y="544258"/>
                    <a:pt x="1298360" y="545199"/>
                    <a:pt x="1298226" y="545570"/>
                  </a:cubicBezTo>
                  <a:cubicBezTo>
                    <a:pt x="1298091" y="545940"/>
                    <a:pt x="1297923" y="547016"/>
                    <a:pt x="1297923" y="547016"/>
                  </a:cubicBezTo>
                  <a:cubicBezTo>
                    <a:pt x="1297923" y="547016"/>
                    <a:pt x="1296543" y="548698"/>
                    <a:pt x="1295668" y="548900"/>
                  </a:cubicBezTo>
                  <a:cubicBezTo>
                    <a:pt x="1294793" y="549102"/>
                    <a:pt x="1294860" y="548900"/>
                    <a:pt x="1294860" y="548900"/>
                  </a:cubicBezTo>
                  <a:lnTo>
                    <a:pt x="1294052" y="544560"/>
                  </a:lnTo>
                  <a:cubicBezTo>
                    <a:pt x="1294052" y="544560"/>
                    <a:pt x="1294692" y="541365"/>
                    <a:pt x="1294692" y="540927"/>
                  </a:cubicBezTo>
                  <a:cubicBezTo>
                    <a:pt x="1294692" y="540490"/>
                    <a:pt x="1294826" y="539413"/>
                    <a:pt x="1294826" y="538976"/>
                  </a:cubicBezTo>
                  <a:cubicBezTo>
                    <a:pt x="1294826" y="538539"/>
                    <a:pt x="1294894" y="536521"/>
                    <a:pt x="1294894" y="536521"/>
                  </a:cubicBezTo>
                  <a:lnTo>
                    <a:pt x="1294692" y="534569"/>
                  </a:lnTo>
                  <a:cubicBezTo>
                    <a:pt x="1294692" y="534569"/>
                    <a:pt x="1292740" y="531979"/>
                    <a:pt x="1292504" y="531878"/>
                  </a:cubicBezTo>
                  <a:cubicBezTo>
                    <a:pt x="1292302" y="531811"/>
                    <a:pt x="1289374" y="529557"/>
                    <a:pt x="1289374" y="529557"/>
                  </a:cubicBezTo>
                  <a:cubicBezTo>
                    <a:pt x="1289374" y="529557"/>
                    <a:pt x="1286345" y="528111"/>
                    <a:pt x="1285975" y="527808"/>
                  </a:cubicBezTo>
                  <a:cubicBezTo>
                    <a:pt x="1285605" y="527505"/>
                    <a:pt x="1281196" y="527572"/>
                    <a:pt x="1280893" y="527740"/>
                  </a:cubicBezTo>
                  <a:cubicBezTo>
                    <a:pt x="1280590" y="527875"/>
                    <a:pt x="1277932" y="528245"/>
                    <a:pt x="1277629" y="528245"/>
                  </a:cubicBezTo>
                  <a:cubicBezTo>
                    <a:pt x="1277326" y="528245"/>
                    <a:pt x="1276047" y="529254"/>
                    <a:pt x="1275744" y="529322"/>
                  </a:cubicBezTo>
                  <a:cubicBezTo>
                    <a:pt x="1275475" y="529389"/>
                    <a:pt x="1270158" y="530465"/>
                    <a:pt x="1269451" y="530263"/>
                  </a:cubicBezTo>
                  <a:cubicBezTo>
                    <a:pt x="1268710" y="530062"/>
                    <a:pt x="1267129" y="529456"/>
                    <a:pt x="1267129" y="529456"/>
                  </a:cubicBezTo>
                  <a:lnTo>
                    <a:pt x="1265749" y="527135"/>
                  </a:lnTo>
                  <a:lnTo>
                    <a:pt x="1266119" y="524948"/>
                  </a:lnTo>
                  <a:lnTo>
                    <a:pt x="1266119" y="523367"/>
                  </a:lnTo>
                  <a:cubicBezTo>
                    <a:pt x="1266119" y="523367"/>
                    <a:pt x="1264504" y="519028"/>
                    <a:pt x="1264066" y="518456"/>
                  </a:cubicBezTo>
                  <a:cubicBezTo>
                    <a:pt x="1263629" y="517884"/>
                    <a:pt x="1262720" y="516068"/>
                    <a:pt x="1262720" y="516068"/>
                  </a:cubicBezTo>
                  <a:cubicBezTo>
                    <a:pt x="1262720" y="516068"/>
                    <a:pt x="1259085" y="512502"/>
                    <a:pt x="1258648" y="512165"/>
                  </a:cubicBezTo>
                  <a:cubicBezTo>
                    <a:pt x="1258210" y="511795"/>
                    <a:pt x="1257705" y="511728"/>
                    <a:pt x="1256898" y="511762"/>
                  </a:cubicBezTo>
                  <a:cubicBezTo>
                    <a:pt x="1256090" y="511795"/>
                    <a:pt x="1255316" y="511795"/>
                    <a:pt x="1254878" y="511762"/>
                  </a:cubicBezTo>
                  <a:cubicBezTo>
                    <a:pt x="1254441" y="511728"/>
                    <a:pt x="1253633" y="511829"/>
                    <a:pt x="1253196" y="511728"/>
                  </a:cubicBezTo>
                  <a:cubicBezTo>
                    <a:pt x="1252758" y="511661"/>
                    <a:pt x="1249426" y="511795"/>
                    <a:pt x="1249224" y="511728"/>
                  </a:cubicBezTo>
                  <a:cubicBezTo>
                    <a:pt x="1249023" y="511661"/>
                    <a:pt x="1248720" y="511089"/>
                    <a:pt x="1248720" y="511089"/>
                  </a:cubicBezTo>
                  <a:cubicBezTo>
                    <a:pt x="1248720" y="511089"/>
                    <a:pt x="1247138" y="509340"/>
                    <a:pt x="1246700" y="509070"/>
                  </a:cubicBezTo>
                  <a:cubicBezTo>
                    <a:pt x="1246263" y="508768"/>
                    <a:pt x="1244445" y="507624"/>
                    <a:pt x="1243570" y="507119"/>
                  </a:cubicBezTo>
                  <a:cubicBezTo>
                    <a:pt x="1242695" y="506615"/>
                    <a:pt x="1242628" y="506817"/>
                    <a:pt x="1241820" y="506312"/>
                  </a:cubicBezTo>
                  <a:cubicBezTo>
                    <a:pt x="1241013" y="505807"/>
                    <a:pt x="1241013" y="504563"/>
                    <a:pt x="1240945" y="503991"/>
                  </a:cubicBezTo>
                  <a:cubicBezTo>
                    <a:pt x="1240878" y="503419"/>
                    <a:pt x="1240508" y="501973"/>
                    <a:pt x="1240508" y="501468"/>
                  </a:cubicBezTo>
                  <a:cubicBezTo>
                    <a:pt x="1240508" y="500963"/>
                    <a:pt x="1238253" y="500089"/>
                    <a:pt x="1237614" y="499584"/>
                  </a:cubicBezTo>
                  <a:cubicBezTo>
                    <a:pt x="1236974" y="499080"/>
                    <a:pt x="1236537" y="499080"/>
                    <a:pt x="1236301" y="498777"/>
                  </a:cubicBezTo>
                  <a:cubicBezTo>
                    <a:pt x="1236099" y="498474"/>
                    <a:pt x="1234147" y="496018"/>
                    <a:pt x="1233912" y="495379"/>
                  </a:cubicBezTo>
                  <a:cubicBezTo>
                    <a:pt x="1233710" y="494740"/>
                    <a:pt x="1232162" y="491847"/>
                    <a:pt x="1232162" y="491847"/>
                  </a:cubicBezTo>
                  <a:lnTo>
                    <a:pt x="1230210" y="488079"/>
                  </a:lnTo>
                  <a:lnTo>
                    <a:pt x="1229065" y="486397"/>
                  </a:lnTo>
                  <a:lnTo>
                    <a:pt x="1228190" y="484884"/>
                  </a:lnTo>
                  <a:cubicBezTo>
                    <a:pt x="1228190" y="484884"/>
                    <a:pt x="1227820" y="483504"/>
                    <a:pt x="1227686" y="483303"/>
                  </a:cubicBezTo>
                  <a:cubicBezTo>
                    <a:pt x="1227551" y="483101"/>
                    <a:pt x="1227315" y="481284"/>
                    <a:pt x="1227315" y="481284"/>
                  </a:cubicBezTo>
                  <a:lnTo>
                    <a:pt x="1225935" y="479535"/>
                  </a:lnTo>
                  <a:lnTo>
                    <a:pt x="1225363" y="479098"/>
                  </a:lnTo>
                  <a:lnTo>
                    <a:pt x="1223041" y="477584"/>
                  </a:lnTo>
                  <a:lnTo>
                    <a:pt x="1221358" y="477012"/>
                  </a:lnTo>
                  <a:lnTo>
                    <a:pt x="1220854" y="474623"/>
                  </a:lnTo>
                  <a:lnTo>
                    <a:pt x="1220854" y="473816"/>
                  </a:lnTo>
                  <a:lnTo>
                    <a:pt x="1221459" y="472874"/>
                  </a:lnTo>
                  <a:cubicBezTo>
                    <a:pt x="1221459" y="472874"/>
                    <a:pt x="1222368" y="472134"/>
                    <a:pt x="1222503" y="471932"/>
                  </a:cubicBezTo>
                  <a:cubicBezTo>
                    <a:pt x="1222637" y="471731"/>
                    <a:pt x="1222940" y="470049"/>
                    <a:pt x="1222940" y="470049"/>
                  </a:cubicBezTo>
                  <a:lnTo>
                    <a:pt x="1222806" y="468737"/>
                  </a:lnTo>
                  <a:cubicBezTo>
                    <a:pt x="1222806" y="468737"/>
                    <a:pt x="1218969" y="466415"/>
                    <a:pt x="1218094" y="465844"/>
                  </a:cubicBezTo>
                  <a:cubicBezTo>
                    <a:pt x="1217219" y="465272"/>
                    <a:pt x="1216209" y="465339"/>
                    <a:pt x="1215906" y="465272"/>
                  </a:cubicBezTo>
                  <a:cubicBezTo>
                    <a:pt x="1215603" y="465204"/>
                    <a:pt x="1213012" y="464700"/>
                    <a:pt x="1212709" y="464532"/>
                  </a:cubicBezTo>
                  <a:cubicBezTo>
                    <a:pt x="1212440" y="464397"/>
                    <a:pt x="1210757" y="464599"/>
                    <a:pt x="1209882" y="464397"/>
                  </a:cubicBezTo>
                  <a:cubicBezTo>
                    <a:pt x="1209007" y="464195"/>
                    <a:pt x="1208065" y="464834"/>
                    <a:pt x="1207358" y="465036"/>
                  </a:cubicBezTo>
                  <a:cubicBezTo>
                    <a:pt x="1206651" y="465238"/>
                    <a:pt x="1206618" y="465978"/>
                    <a:pt x="1206348" y="466045"/>
                  </a:cubicBezTo>
                  <a:cubicBezTo>
                    <a:pt x="1206046" y="466113"/>
                    <a:pt x="1204834" y="466853"/>
                    <a:pt x="1204834" y="466853"/>
                  </a:cubicBezTo>
                  <a:cubicBezTo>
                    <a:pt x="1204834" y="466853"/>
                    <a:pt x="1202815" y="467156"/>
                    <a:pt x="1202579" y="467223"/>
                  </a:cubicBezTo>
                  <a:cubicBezTo>
                    <a:pt x="1202344" y="467290"/>
                    <a:pt x="1201435" y="469107"/>
                    <a:pt x="1201435" y="469107"/>
                  </a:cubicBezTo>
                  <a:lnTo>
                    <a:pt x="1200627" y="470183"/>
                  </a:lnTo>
                  <a:cubicBezTo>
                    <a:pt x="1200627" y="470183"/>
                    <a:pt x="1199752" y="470620"/>
                    <a:pt x="1199382" y="471260"/>
                  </a:cubicBezTo>
                  <a:cubicBezTo>
                    <a:pt x="1199012" y="471899"/>
                    <a:pt x="1198137" y="472706"/>
                    <a:pt x="1197565" y="472706"/>
                  </a:cubicBezTo>
                  <a:cubicBezTo>
                    <a:pt x="1196993" y="472706"/>
                    <a:pt x="1196118" y="472504"/>
                    <a:pt x="1196118" y="472504"/>
                  </a:cubicBezTo>
                  <a:lnTo>
                    <a:pt x="1194603" y="471260"/>
                  </a:lnTo>
                  <a:lnTo>
                    <a:pt x="1192651" y="469174"/>
                  </a:lnTo>
                  <a:lnTo>
                    <a:pt x="1190699" y="468097"/>
                  </a:lnTo>
                  <a:lnTo>
                    <a:pt x="1185348" y="467660"/>
                  </a:lnTo>
                  <a:lnTo>
                    <a:pt x="1182656" y="468400"/>
                  </a:lnTo>
                  <a:lnTo>
                    <a:pt x="1180704" y="469477"/>
                  </a:lnTo>
                  <a:cubicBezTo>
                    <a:pt x="1180704" y="469477"/>
                    <a:pt x="1179055" y="470856"/>
                    <a:pt x="1178886" y="471159"/>
                  </a:cubicBezTo>
                  <a:cubicBezTo>
                    <a:pt x="1178752" y="471461"/>
                    <a:pt x="1177574" y="473244"/>
                    <a:pt x="1177372" y="473547"/>
                  </a:cubicBezTo>
                  <a:cubicBezTo>
                    <a:pt x="1177170" y="473850"/>
                    <a:pt x="1175925" y="475633"/>
                    <a:pt x="1175353" y="475868"/>
                  </a:cubicBezTo>
                  <a:cubicBezTo>
                    <a:pt x="1174781" y="476104"/>
                    <a:pt x="1174410" y="476945"/>
                    <a:pt x="1173771" y="477449"/>
                  </a:cubicBezTo>
                  <a:cubicBezTo>
                    <a:pt x="1173131" y="477954"/>
                    <a:pt x="1170372" y="478526"/>
                    <a:pt x="1170002" y="478694"/>
                  </a:cubicBezTo>
                  <a:cubicBezTo>
                    <a:pt x="1169631" y="478828"/>
                    <a:pt x="1168252" y="479198"/>
                    <a:pt x="1167107" y="479501"/>
                  </a:cubicBezTo>
                  <a:cubicBezTo>
                    <a:pt x="1165963" y="479804"/>
                    <a:pt x="1162631" y="480746"/>
                    <a:pt x="1162631" y="480746"/>
                  </a:cubicBezTo>
                  <a:lnTo>
                    <a:pt x="1159737" y="480746"/>
                  </a:lnTo>
                  <a:lnTo>
                    <a:pt x="1158290" y="478122"/>
                  </a:lnTo>
                  <a:cubicBezTo>
                    <a:pt x="1158290" y="478122"/>
                    <a:pt x="1158290" y="476810"/>
                    <a:pt x="1158290" y="476541"/>
                  </a:cubicBezTo>
                  <a:cubicBezTo>
                    <a:pt x="1158290" y="476238"/>
                    <a:pt x="1157549" y="474152"/>
                    <a:pt x="1157549" y="474152"/>
                  </a:cubicBezTo>
                  <a:cubicBezTo>
                    <a:pt x="1157549" y="474152"/>
                    <a:pt x="1151256" y="468131"/>
                    <a:pt x="1150650" y="467425"/>
                  </a:cubicBezTo>
                  <a:cubicBezTo>
                    <a:pt x="1150078" y="466685"/>
                    <a:pt x="1145568" y="462648"/>
                    <a:pt x="1145501" y="462412"/>
                  </a:cubicBezTo>
                  <a:cubicBezTo>
                    <a:pt x="1145434" y="462210"/>
                    <a:pt x="1143482" y="459654"/>
                    <a:pt x="1143246" y="459587"/>
                  </a:cubicBezTo>
                  <a:cubicBezTo>
                    <a:pt x="1143044" y="459519"/>
                    <a:pt x="1139275" y="457131"/>
                    <a:pt x="1139275" y="457131"/>
                  </a:cubicBezTo>
                  <a:lnTo>
                    <a:pt x="1133756" y="455987"/>
                  </a:lnTo>
                  <a:lnTo>
                    <a:pt x="1130121" y="453733"/>
                  </a:lnTo>
                  <a:lnTo>
                    <a:pt x="1129549" y="452421"/>
                  </a:lnTo>
                  <a:lnTo>
                    <a:pt x="1128606" y="449898"/>
                  </a:lnTo>
                  <a:lnTo>
                    <a:pt x="1126722" y="446703"/>
                  </a:lnTo>
                  <a:lnTo>
                    <a:pt x="1125914" y="444684"/>
                  </a:lnTo>
                  <a:cubicBezTo>
                    <a:pt x="1125914" y="444684"/>
                    <a:pt x="1124770" y="440614"/>
                    <a:pt x="1124534" y="440479"/>
                  </a:cubicBezTo>
                  <a:cubicBezTo>
                    <a:pt x="1124332" y="440345"/>
                    <a:pt x="1122885" y="439470"/>
                    <a:pt x="1122515" y="439235"/>
                  </a:cubicBezTo>
                  <a:cubicBezTo>
                    <a:pt x="1122145" y="438999"/>
                    <a:pt x="1120698" y="437990"/>
                    <a:pt x="1120698" y="437990"/>
                  </a:cubicBezTo>
                  <a:lnTo>
                    <a:pt x="1120327" y="436409"/>
                  </a:lnTo>
                  <a:cubicBezTo>
                    <a:pt x="1120327" y="436409"/>
                    <a:pt x="1120193" y="434895"/>
                    <a:pt x="1120193" y="434155"/>
                  </a:cubicBezTo>
                  <a:cubicBezTo>
                    <a:pt x="1120193" y="433449"/>
                    <a:pt x="1120058" y="430892"/>
                    <a:pt x="1120058" y="430623"/>
                  </a:cubicBezTo>
                  <a:cubicBezTo>
                    <a:pt x="1120058" y="430320"/>
                    <a:pt x="1119755" y="427730"/>
                    <a:pt x="1119755" y="427730"/>
                  </a:cubicBezTo>
                  <a:cubicBezTo>
                    <a:pt x="1119755" y="427730"/>
                    <a:pt x="1118241" y="424097"/>
                    <a:pt x="1118073" y="423895"/>
                  </a:cubicBezTo>
                  <a:cubicBezTo>
                    <a:pt x="1117938" y="423693"/>
                    <a:pt x="1117332" y="422953"/>
                    <a:pt x="1117332" y="422953"/>
                  </a:cubicBezTo>
                  <a:cubicBezTo>
                    <a:pt x="1117332" y="422953"/>
                    <a:pt x="1113563" y="419488"/>
                    <a:pt x="1113361" y="419320"/>
                  </a:cubicBezTo>
                  <a:cubicBezTo>
                    <a:pt x="1113159" y="419185"/>
                    <a:pt x="1111173" y="417806"/>
                    <a:pt x="1111173" y="417806"/>
                  </a:cubicBezTo>
                  <a:lnTo>
                    <a:pt x="1110164" y="415418"/>
                  </a:lnTo>
                  <a:cubicBezTo>
                    <a:pt x="1110164" y="415418"/>
                    <a:pt x="1109726" y="414543"/>
                    <a:pt x="1109356" y="413904"/>
                  </a:cubicBezTo>
                  <a:cubicBezTo>
                    <a:pt x="1108986" y="413265"/>
                    <a:pt x="1108414" y="412525"/>
                    <a:pt x="1108346" y="412323"/>
                  </a:cubicBezTo>
                  <a:cubicBezTo>
                    <a:pt x="1108279" y="412121"/>
                    <a:pt x="1106765" y="412020"/>
                    <a:pt x="1106260" y="411818"/>
                  </a:cubicBezTo>
                  <a:cubicBezTo>
                    <a:pt x="1105755" y="411583"/>
                    <a:pt x="1104745" y="411078"/>
                    <a:pt x="1103736" y="411011"/>
                  </a:cubicBezTo>
                  <a:cubicBezTo>
                    <a:pt x="1102726" y="410944"/>
                    <a:pt x="1102423" y="410506"/>
                    <a:pt x="1101346" y="410506"/>
                  </a:cubicBezTo>
                  <a:cubicBezTo>
                    <a:pt x="1100269" y="410506"/>
                    <a:pt x="1100202" y="410372"/>
                    <a:pt x="1099966" y="410136"/>
                  </a:cubicBezTo>
                  <a:cubicBezTo>
                    <a:pt x="1099764" y="409901"/>
                    <a:pt x="1098654" y="408993"/>
                    <a:pt x="1098654" y="408993"/>
                  </a:cubicBezTo>
                  <a:cubicBezTo>
                    <a:pt x="1098654" y="408993"/>
                    <a:pt x="1098654" y="406537"/>
                    <a:pt x="1098587" y="406301"/>
                  </a:cubicBezTo>
                  <a:cubicBezTo>
                    <a:pt x="1098519" y="406066"/>
                    <a:pt x="1098587" y="405730"/>
                    <a:pt x="1098587" y="405427"/>
                  </a:cubicBezTo>
                  <a:cubicBezTo>
                    <a:pt x="1098587" y="405158"/>
                    <a:pt x="1098957" y="404350"/>
                    <a:pt x="1098957" y="404350"/>
                  </a:cubicBezTo>
                  <a:cubicBezTo>
                    <a:pt x="1098957" y="404350"/>
                    <a:pt x="1099899" y="402332"/>
                    <a:pt x="1100101" y="402096"/>
                  </a:cubicBezTo>
                  <a:cubicBezTo>
                    <a:pt x="1100303" y="401895"/>
                    <a:pt x="1100808" y="401659"/>
                    <a:pt x="1100808" y="401659"/>
                  </a:cubicBezTo>
                  <a:lnTo>
                    <a:pt x="1100808" y="398631"/>
                  </a:lnTo>
                  <a:lnTo>
                    <a:pt x="1099933" y="397320"/>
                  </a:lnTo>
                  <a:lnTo>
                    <a:pt x="1098486" y="396243"/>
                  </a:lnTo>
                  <a:lnTo>
                    <a:pt x="1095457" y="394561"/>
                  </a:lnTo>
                  <a:lnTo>
                    <a:pt x="1094649" y="391601"/>
                  </a:lnTo>
                  <a:lnTo>
                    <a:pt x="1097173" y="389280"/>
                  </a:lnTo>
                  <a:cubicBezTo>
                    <a:pt x="1097173" y="389280"/>
                    <a:pt x="1097543" y="388405"/>
                    <a:pt x="1097678" y="387463"/>
                  </a:cubicBezTo>
                  <a:cubicBezTo>
                    <a:pt x="1097812" y="386521"/>
                    <a:pt x="1097913" y="384570"/>
                    <a:pt x="1097913" y="384267"/>
                  </a:cubicBezTo>
                  <a:cubicBezTo>
                    <a:pt x="1097913" y="383965"/>
                    <a:pt x="1096332" y="382182"/>
                    <a:pt x="1096029" y="381946"/>
                  </a:cubicBezTo>
                  <a:cubicBezTo>
                    <a:pt x="1095726" y="381745"/>
                    <a:pt x="1091452" y="380803"/>
                    <a:pt x="1091452" y="380803"/>
                  </a:cubicBezTo>
                  <a:lnTo>
                    <a:pt x="1087817" y="377842"/>
                  </a:lnTo>
                  <a:cubicBezTo>
                    <a:pt x="1087817" y="377842"/>
                    <a:pt x="1084182" y="372561"/>
                    <a:pt x="1083913" y="371619"/>
                  </a:cubicBezTo>
                  <a:cubicBezTo>
                    <a:pt x="1083610" y="370677"/>
                    <a:pt x="1081591" y="367145"/>
                    <a:pt x="1081591" y="367145"/>
                  </a:cubicBezTo>
                  <a:lnTo>
                    <a:pt x="1080649" y="360989"/>
                  </a:lnTo>
                  <a:lnTo>
                    <a:pt x="1080581" y="355909"/>
                  </a:lnTo>
                  <a:lnTo>
                    <a:pt x="1079706" y="349450"/>
                  </a:lnTo>
                  <a:cubicBezTo>
                    <a:pt x="1079706" y="349450"/>
                    <a:pt x="1080144" y="346759"/>
                    <a:pt x="1080783" y="345885"/>
                  </a:cubicBezTo>
                  <a:cubicBezTo>
                    <a:pt x="1081423" y="345010"/>
                    <a:pt x="1081860" y="343362"/>
                    <a:pt x="1081860" y="343059"/>
                  </a:cubicBezTo>
                  <a:cubicBezTo>
                    <a:pt x="1081860" y="342756"/>
                    <a:pt x="1083880" y="342487"/>
                    <a:pt x="1084182" y="342487"/>
                  </a:cubicBezTo>
                  <a:cubicBezTo>
                    <a:pt x="1084485" y="342487"/>
                    <a:pt x="1087884" y="344573"/>
                    <a:pt x="1088154" y="344573"/>
                  </a:cubicBezTo>
                  <a:cubicBezTo>
                    <a:pt x="1088456" y="344573"/>
                    <a:pt x="1090678" y="344203"/>
                    <a:pt x="1090981" y="344203"/>
                  </a:cubicBezTo>
                  <a:cubicBezTo>
                    <a:pt x="1091283" y="344203"/>
                    <a:pt x="1094111" y="342756"/>
                    <a:pt x="1094111" y="342756"/>
                  </a:cubicBezTo>
                  <a:cubicBezTo>
                    <a:pt x="1094111" y="342756"/>
                    <a:pt x="1095490" y="341680"/>
                    <a:pt x="1095558" y="341377"/>
                  </a:cubicBezTo>
                  <a:cubicBezTo>
                    <a:pt x="1095625" y="341074"/>
                    <a:pt x="1099260" y="339560"/>
                    <a:pt x="1099260" y="339560"/>
                  </a:cubicBezTo>
                  <a:cubicBezTo>
                    <a:pt x="1099260" y="339560"/>
                    <a:pt x="1101784" y="336936"/>
                    <a:pt x="1102019" y="336230"/>
                  </a:cubicBezTo>
                  <a:cubicBezTo>
                    <a:pt x="1102221" y="335524"/>
                    <a:pt x="1103265" y="332900"/>
                    <a:pt x="1103265" y="332900"/>
                  </a:cubicBezTo>
                  <a:lnTo>
                    <a:pt x="1102524" y="330377"/>
                  </a:lnTo>
                  <a:lnTo>
                    <a:pt x="1102524" y="327114"/>
                  </a:lnTo>
                  <a:lnTo>
                    <a:pt x="1102894" y="322909"/>
                  </a:lnTo>
                  <a:lnTo>
                    <a:pt x="1102962" y="320150"/>
                  </a:lnTo>
                  <a:lnTo>
                    <a:pt x="1102390" y="318132"/>
                  </a:lnTo>
                  <a:cubicBezTo>
                    <a:pt x="1102390" y="318132"/>
                    <a:pt x="1102591" y="314364"/>
                    <a:pt x="1102591" y="314162"/>
                  </a:cubicBezTo>
                  <a:cubicBezTo>
                    <a:pt x="1102591" y="313961"/>
                    <a:pt x="1102457" y="312077"/>
                    <a:pt x="1102457" y="311774"/>
                  </a:cubicBezTo>
                  <a:cubicBezTo>
                    <a:pt x="1102457" y="311471"/>
                    <a:pt x="1102322" y="309251"/>
                    <a:pt x="1102322" y="308948"/>
                  </a:cubicBezTo>
                  <a:cubicBezTo>
                    <a:pt x="1102322" y="308645"/>
                    <a:pt x="1102524" y="306055"/>
                    <a:pt x="1102524" y="306055"/>
                  </a:cubicBezTo>
                  <a:cubicBezTo>
                    <a:pt x="1102524" y="306055"/>
                    <a:pt x="1102524" y="304542"/>
                    <a:pt x="1102524" y="303532"/>
                  </a:cubicBezTo>
                  <a:cubicBezTo>
                    <a:pt x="1102524" y="302523"/>
                    <a:pt x="1102053" y="300337"/>
                    <a:pt x="1102053" y="299899"/>
                  </a:cubicBezTo>
                  <a:cubicBezTo>
                    <a:pt x="1102053" y="299462"/>
                    <a:pt x="1102524" y="297376"/>
                    <a:pt x="1102524" y="297376"/>
                  </a:cubicBezTo>
                  <a:lnTo>
                    <a:pt x="1102524" y="295358"/>
                  </a:lnTo>
                  <a:lnTo>
                    <a:pt x="1101447" y="293541"/>
                  </a:lnTo>
                  <a:lnTo>
                    <a:pt x="1100640" y="292095"/>
                  </a:lnTo>
                  <a:lnTo>
                    <a:pt x="1099899" y="290077"/>
                  </a:lnTo>
                  <a:lnTo>
                    <a:pt x="1098216" y="288125"/>
                  </a:lnTo>
                  <a:lnTo>
                    <a:pt x="1096837" y="287554"/>
                  </a:lnTo>
                  <a:lnTo>
                    <a:pt x="1095961" y="286679"/>
                  </a:lnTo>
                  <a:lnTo>
                    <a:pt x="1094649" y="285434"/>
                  </a:lnTo>
                  <a:lnTo>
                    <a:pt x="1094582" y="283618"/>
                  </a:lnTo>
                  <a:lnTo>
                    <a:pt x="1096029" y="281936"/>
                  </a:lnTo>
                  <a:lnTo>
                    <a:pt x="1097846" y="280119"/>
                  </a:lnTo>
                  <a:lnTo>
                    <a:pt x="1102053" y="277731"/>
                  </a:lnTo>
                  <a:lnTo>
                    <a:pt x="1108010" y="276217"/>
                  </a:lnTo>
                  <a:lnTo>
                    <a:pt x="1110534" y="271743"/>
                  </a:lnTo>
                  <a:cubicBezTo>
                    <a:pt x="1110534" y="271743"/>
                    <a:pt x="1111039" y="270936"/>
                    <a:pt x="1111274" y="270801"/>
                  </a:cubicBezTo>
                  <a:cubicBezTo>
                    <a:pt x="1111476" y="270666"/>
                    <a:pt x="1112587" y="269119"/>
                    <a:pt x="1112856" y="268850"/>
                  </a:cubicBezTo>
                  <a:cubicBezTo>
                    <a:pt x="1113159" y="268547"/>
                    <a:pt x="1113428" y="266091"/>
                    <a:pt x="1113428" y="266091"/>
                  </a:cubicBezTo>
                  <a:cubicBezTo>
                    <a:pt x="1113428" y="266091"/>
                    <a:pt x="1110736" y="263905"/>
                    <a:pt x="1109861" y="263266"/>
                  </a:cubicBezTo>
                  <a:cubicBezTo>
                    <a:pt x="1108986" y="262626"/>
                    <a:pt x="1107404" y="260238"/>
                    <a:pt x="1107269" y="260003"/>
                  </a:cubicBezTo>
                  <a:cubicBezTo>
                    <a:pt x="1107135" y="259801"/>
                    <a:pt x="1103366" y="257614"/>
                    <a:pt x="1103366" y="257614"/>
                  </a:cubicBezTo>
                  <a:lnTo>
                    <a:pt x="1101784" y="257480"/>
                  </a:lnTo>
                  <a:cubicBezTo>
                    <a:pt x="1101784" y="257480"/>
                    <a:pt x="1097072" y="258052"/>
                    <a:pt x="1095928" y="258421"/>
                  </a:cubicBezTo>
                  <a:cubicBezTo>
                    <a:pt x="1094750" y="258792"/>
                    <a:pt x="1093034" y="258421"/>
                    <a:pt x="1093034" y="258421"/>
                  </a:cubicBezTo>
                  <a:cubicBezTo>
                    <a:pt x="1093034" y="258421"/>
                    <a:pt x="1090005" y="256403"/>
                    <a:pt x="1089769" y="256403"/>
                  </a:cubicBezTo>
                  <a:cubicBezTo>
                    <a:pt x="1089567" y="256403"/>
                    <a:pt x="1086942" y="255259"/>
                    <a:pt x="1086942" y="255259"/>
                  </a:cubicBezTo>
                  <a:lnTo>
                    <a:pt x="1085360" y="252366"/>
                  </a:lnTo>
                  <a:lnTo>
                    <a:pt x="1086875" y="250987"/>
                  </a:lnTo>
                  <a:lnTo>
                    <a:pt x="1088322" y="248733"/>
                  </a:lnTo>
                  <a:lnTo>
                    <a:pt x="1089634" y="246345"/>
                  </a:lnTo>
                  <a:lnTo>
                    <a:pt x="1090644" y="242140"/>
                  </a:lnTo>
                  <a:lnTo>
                    <a:pt x="1094043" y="236354"/>
                  </a:lnTo>
                  <a:lnTo>
                    <a:pt x="1093303" y="233158"/>
                  </a:lnTo>
                  <a:lnTo>
                    <a:pt x="1087884" y="228886"/>
                  </a:lnTo>
                  <a:lnTo>
                    <a:pt x="1085360" y="222427"/>
                  </a:lnTo>
                  <a:lnTo>
                    <a:pt x="1088692" y="216910"/>
                  </a:lnTo>
                  <a:lnTo>
                    <a:pt x="1091519" y="210452"/>
                  </a:lnTo>
                  <a:lnTo>
                    <a:pt x="1094346" y="204228"/>
                  </a:lnTo>
                  <a:lnTo>
                    <a:pt x="1096668" y="201604"/>
                  </a:lnTo>
                  <a:cubicBezTo>
                    <a:pt x="1096668" y="201604"/>
                    <a:pt x="1101750" y="199720"/>
                    <a:pt x="1102019" y="199586"/>
                  </a:cubicBezTo>
                  <a:cubicBezTo>
                    <a:pt x="1102322" y="199451"/>
                    <a:pt x="1105149" y="199148"/>
                    <a:pt x="1105149" y="199148"/>
                  </a:cubicBezTo>
                  <a:lnTo>
                    <a:pt x="1107606" y="199148"/>
                  </a:lnTo>
                  <a:cubicBezTo>
                    <a:pt x="1107606" y="199148"/>
                    <a:pt x="1110366" y="200460"/>
                    <a:pt x="1110568" y="200090"/>
                  </a:cubicBezTo>
                  <a:cubicBezTo>
                    <a:pt x="1110769" y="199720"/>
                    <a:pt x="1112890" y="199788"/>
                    <a:pt x="1112890" y="199788"/>
                  </a:cubicBezTo>
                  <a:cubicBezTo>
                    <a:pt x="1112890" y="199788"/>
                    <a:pt x="1114068" y="198408"/>
                    <a:pt x="1114202" y="197769"/>
                  </a:cubicBezTo>
                  <a:cubicBezTo>
                    <a:pt x="1114337" y="197130"/>
                    <a:pt x="1114202" y="196087"/>
                    <a:pt x="1114202" y="196087"/>
                  </a:cubicBezTo>
                  <a:lnTo>
                    <a:pt x="1113462" y="192454"/>
                  </a:lnTo>
                  <a:lnTo>
                    <a:pt x="1113159" y="188989"/>
                  </a:lnTo>
                  <a:lnTo>
                    <a:pt x="1114404" y="187173"/>
                  </a:lnTo>
                  <a:lnTo>
                    <a:pt x="1119924" y="184347"/>
                  </a:lnTo>
                  <a:lnTo>
                    <a:pt x="1119924" y="180344"/>
                  </a:lnTo>
                  <a:lnTo>
                    <a:pt x="1119385" y="176778"/>
                  </a:lnTo>
                  <a:cubicBezTo>
                    <a:pt x="1119385" y="176778"/>
                    <a:pt x="1121236" y="171194"/>
                    <a:pt x="1121606" y="170992"/>
                  </a:cubicBezTo>
                  <a:cubicBezTo>
                    <a:pt x="1121977" y="170790"/>
                    <a:pt x="1123424" y="168032"/>
                    <a:pt x="1123558" y="167796"/>
                  </a:cubicBezTo>
                  <a:cubicBezTo>
                    <a:pt x="1123693" y="167594"/>
                    <a:pt x="1126453" y="164466"/>
                    <a:pt x="1126587" y="163894"/>
                  </a:cubicBezTo>
                  <a:cubicBezTo>
                    <a:pt x="1126722" y="163322"/>
                    <a:pt x="1128472" y="159992"/>
                    <a:pt x="1128472" y="159992"/>
                  </a:cubicBezTo>
                  <a:lnTo>
                    <a:pt x="1128775" y="158041"/>
                  </a:lnTo>
                  <a:lnTo>
                    <a:pt x="1125880" y="154778"/>
                  </a:lnTo>
                  <a:lnTo>
                    <a:pt x="1123121" y="151515"/>
                  </a:lnTo>
                  <a:cubicBezTo>
                    <a:pt x="1123121" y="151515"/>
                    <a:pt x="1121236" y="149934"/>
                    <a:pt x="1120799" y="149496"/>
                  </a:cubicBezTo>
                  <a:cubicBezTo>
                    <a:pt x="1120361" y="149059"/>
                    <a:pt x="1116760" y="147411"/>
                    <a:pt x="1116760" y="147411"/>
                  </a:cubicBezTo>
                  <a:lnTo>
                    <a:pt x="1112688" y="146166"/>
                  </a:lnTo>
                  <a:lnTo>
                    <a:pt x="1107539" y="145662"/>
                  </a:lnTo>
                  <a:lnTo>
                    <a:pt x="1104274" y="145022"/>
                  </a:lnTo>
                  <a:lnTo>
                    <a:pt x="1100740" y="141995"/>
                  </a:lnTo>
                  <a:lnTo>
                    <a:pt x="1099058" y="139169"/>
                  </a:lnTo>
                  <a:lnTo>
                    <a:pt x="1099058" y="133888"/>
                  </a:lnTo>
                  <a:lnTo>
                    <a:pt x="1099361" y="130322"/>
                  </a:lnTo>
                  <a:lnTo>
                    <a:pt x="1102120" y="127799"/>
                  </a:lnTo>
                  <a:lnTo>
                    <a:pt x="1105149" y="127227"/>
                  </a:lnTo>
                  <a:lnTo>
                    <a:pt x="1108279" y="126588"/>
                  </a:lnTo>
                  <a:cubicBezTo>
                    <a:pt x="1108279" y="126588"/>
                    <a:pt x="1110231" y="125646"/>
                    <a:pt x="1112048" y="125074"/>
                  </a:cubicBezTo>
                  <a:cubicBezTo>
                    <a:pt x="1113866" y="124502"/>
                    <a:pt x="1115380" y="123426"/>
                    <a:pt x="1115380" y="123426"/>
                  </a:cubicBezTo>
                  <a:lnTo>
                    <a:pt x="1118746" y="122013"/>
                  </a:lnTo>
                  <a:lnTo>
                    <a:pt x="1118174" y="121340"/>
                  </a:lnTo>
                  <a:lnTo>
                    <a:pt x="1113260" y="117472"/>
                  </a:lnTo>
                  <a:lnTo>
                    <a:pt x="1108616" y="117472"/>
                  </a:lnTo>
                  <a:lnTo>
                    <a:pt x="1101649" y="103848"/>
                  </a:lnTo>
                  <a:lnTo>
                    <a:pt x="1096433" y="102536"/>
                  </a:lnTo>
                  <a:lnTo>
                    <a:pt x="1090341" y="98331"/>
                  </a:lnTo>
                  <a:lnTo>
                    <a:pt x="1086000" y="98331"/>
                  </a:lnTo>
                  <a:lnTo>
                    <a:pt x="1079706" y="100080"/>
                  </a:lnTo>
                  <a:lnTo>
                    <a:pt x="1076442" y="92242"/>
                  </a:lnTo>
                  <a:cubicBezTo>
                    <a:pt x="1076442" y="92242"/>
                    <a:pt x="1073817" y="90223"/>
                    <a:pt x="1072672" y="90223"/>
                  </a:cubicBezTo>
                  <a:cubicBezTo>
                    <a:pt x="1071495" y="90223"/>
                    <a:pt x="1064259" y="83832"/>
                    <a:pt x="1064259" y="83832"/>
                  </a:cubicBezTo>
                  <a:lnTo>
                    <a:pt x="1060792" y="80367"/>
                  </a:lnTo>
                  <a:lnTo>
                    <a:pt x="1055576" y="78618"/>
                  </a:lnTo>
                  <a:lnTo>
                    <a:pt x="1050932" y="81813"/>
                  </a:lnTo>
                  <a:lnTo>
                    <a:pt x="1046287" y="84437"/>
                  </a:lnTo>
                  <a:lnTo>
                    <a:pt x="1040499" y="76330"/>
                  </a:lnTo>
                  <a:lnTo>
                    <a:pt x="1033263" y="70544"/>
                  </a:lnTo>
                  <a:lnTo>
                    <a:pt x="1035282" y="67348"/>
                  </a:lnTo>
                  <a:lnTo>
                    <a:pt x="1033263" y="61697"/>
                  </a:lnTo>
                  <a:lnTo>
                    <a:pt x="1025152" y="60116"/>
                  </a:lnTo>
                  <a:lnTo>
                    <a:pt x="1019936" y="60116"/>
                  </a:lnTo>
                  <a:lnTo>
                    <a:pt x="1015864" y="58367"/>
                  </a:lnTo>
                  <a:lnTo>
                    <a:pt x="1006003" y="58367"/>
                  </a:lnTo>
                  <a:lnTo>
                    <a:pt x="997017" y="56617"/>
                  </a:lnTo>
                  <a:lnTo>
                    <a:pt x="981671" y="56617"/>
                  </a:lnTo>
                  <a:lnTo>
                    <a:pt x="967771" y="56617"/>
                  </a:lnTo>
                  <a:lnTo>
                    <a:pt x="963699" y="59813"/>
                  </a:lnTo>
                  <a:lnTo>
                    <a:pt x="958617" y="58299"/>
                  </a:lnTo>
                  <a:lnTo>
                    <a:pt x="948824" y="53388"/>
                  </a:lnTo>
                  <a:lnTo>
                    <a:pt x="938963" y="50495"/>
                  </a:lnTo>
                  <a:lnTo>
                    <a:pt x="934992" y="51874"/>
                  </a:lnTo>
                  <a:lnTo>
                    <a:pt x="929943" y="47366"/>
                  </a:lnTo>
                  <a:cubicBezTo>
                    <a:pt x="929943" y="47366"/>
                    <a:pt x="930347" y="45987"/>
                    <a:pt x="930347" y="45718"/>
                  </a:cubicBezTo>
                  <a:cubicBezTo>
                    <a:pt x="930347" y="45415"/>
                    <a:pt x="930347" y="43599"/>
                    <a:pt x="930347" y="43599"/>
                  </a:cubicBezTo>
                  <a:lnTo>
                    <a:pt x="926645" y="42724"/>
                  </a:lnTo>
                  <a:lnTo>
                    <a:pt x="922506" y="42724"/>
                  </a:lnTo>
                  <a:lnTo>
                    <a:pt x="919746" y="47366"/>
                  </a:lnTo>
                  <a:cubicBezTo>
                    <a:pt x="919746" y="47366"/>
                    <a:pt x="917794" y="47804"/>
                    <a:pt x="917558" y="48073"/>
                  </a:cubicBezTo>
                  <a:cubicBezTo>
                    <a:pt x="917323" y="48376"/>
                    <a:pt x="912106" y="50024"/>
                    <a:pt x="911703" y="50091"/>
                  </a:cubicBezTo>
                  <a:cubicBezTo>
                    <a:pt x="911265" y="50159"/>
                    <a:pt x="907058" y="51168"/>
                    <a:pt x="906688" y="51403"/>
                  </a:cubicBezTo>
                  <a:cubicBezTo>
                    <a:pt x="906318" y="51605"/>
                    <a:pt x="902784" y="51538"/>
                    <a:pt x="902784" y="51538"/>
                  </a:cubicBezTo>
                  <a:lnTo>
                    <a:pt x="896322" y="52547"/>
                  </a:lnTo>
                  <a:cubicBezTo>
                    <a:pt x="896322" y="52547"/>
                    <a:pt x="887976" y="54195"/>
                    <a:pt x="887707" y="54195"/>
                  </a:cubicBezTo>
                  <a:cubicBezTo>
                    <a:pt x="887404" y="54195"/>
                    <a:pt x="882423" y="53052"/>
                    <a:pt x="882120" y="53119"/>
                  </a:cubicBezTo>
                  <a:cubicBezTo>
                    <a:pt x="881817" y="53186"/>
                    <a:pt x="876399" y="52042"/>
                    <a:pt x="876163" y="51807"/>
                  </a:cubicBezTo>
                  <a:cubicBezTo>
                    <a:pt x="875961" y="51571"/>
                    <a:pt x="874649" y="47905"/>
                    <a:pt x="872832" y="47905"/>
                  </a:cubicBezTo>
                  <a:cubicBezTo>
                    <a:pt x="871014" y="47905"/>
                    <a:pt x="865158" y="47972"/>
                    <a:pt x="864721" y="48544"/>
                  </a:cubicBezTo>
                  <a:cubicBezTo>
                    <a:pt x="864283" y="49116"/>
                    <a:pt x="860952" y="49688"/>
                    <a:pt x="859639" y="50562"/>
                  </a:cubicBezTo>
                  <a:cubicBezTo>
                    <a:pt x="858327" y="51437"/>
                    <a:pt x="854995" y="53085"/>
                    <a:pt x="854927" y="53321"/>
                  </a:cubicBezTo>
                  <a:cubicBezTo>
                    <a:pt x="854860" y="53556"/>
                    <a:pt x="851394" y="53960"/>
                    <a:pt x="851394" y="53960"/>
                  </a:cubicBezTo>
                  <a:lnTo>
                    <a:pt x="848668" y="49620"/>
                  </a:lnTo>
                  <a:lnTo>
                    <a:pt x="845841" y="47871"/>
                  </a:lnTo>
                  <a:cubicBezTo>
                    <a:pt x="845841" y="47871"/>
                    <a:pt x="842038" y="48409"/>
                    <a:pt x="841163" y="49048"/>
                  </a:cubicBezTo>
                  <a:cubicBezTo>
                    <a:pt x="840288" y="49688"/>
                    <a:pt x="837259" y="50798"/>
                    <a:pt x="836720" y="51336"/>
                  </a:cubicBezTo>
                  <a:cubicBezTo>
                    <a:pt x="836182" y="51874"/>
                    <a:pt x="834129" y="52749"/>
                    <a:pt x="832480" y="53724"/>
                  </a:cubicBezTo>
                  <a:cubicBezTo>
                    <a:pt x="830864" y="54700"/>
                    <a:pt x="830292" y="54801"/>
                    <a:pt x="828239" y="54801"/>
                  </a:cubicBezTo>
                  <a:cubicBezTo>
                    <a:pt x="826186" y="54801"/>
                    <a:pt x="821609" y="54801"/>
                    <a:pt x="821609" y="54801"/>
                  </a:cubicBezTo>
                  <a:lnTo>
                    <a:pt x="816729" y="54263"/>
                  </a:lnTo>
                  <a:cubicBezTo>
                    <a:pt x="816729" y="54263"/>
                    <a:pt x="812691" y="55036"/>
                    <a:pt x="812287" y="56012"/>
                  </a:cubicBezTo>
                  <a:cubicBezTo>
                    <a:pt x="811849" y="56987"/>
                    <a:pt x="809898" y="60149"/>
                    <a:pt x="809898" y="60149"/>
                  </a:cubicBezTo>
                  <a:lnTo>
                    <a:pt x="807172" y="65700"/>
                  </a:lnTo>
                  <a:cubicBezTo>
                    <a:pt x="807172" y="65700"/>
                    <a:pt x="804008" y="67887"/>
                    <a:pt x="803907" y="68526"/>
                  </a:cubicBezTo>
                  <a:cubicBezTo>
                    <a:pt x="803806" y="69165"/>
                    <a:pt x="802056" y="71991"/>
                    <a:pt x="802056" y="71991"/>
                  </a:cubicBezTo>
                  <a:cubicBezTo>
                    <a:pt x="802056" y="71991"/>
                    <a:pt x="800104" y="75254"/>
                    <a:pt x="800003" y="75691"/>
                  </a:cubicBezTo>
                  <a:cubicBezTo>
                    <a:pt x="799902" y="76128"/>
                    <a:pt x="798926" y="77440"/>
                    <a:pt x="798152" y="77979"/>
                  </a:cubicBezTo>
                  <a:cubicBezTo>
                    <a:pt x="797378" y="78517"/>
                    <a:pt x="794989" y="81679"/>
                    <a:pt x="794888" y="82116"/>
                  </a:cubicBezTo>
                  <a:cubicBezTo>
                    <a:pt x="794787" y="82554"/>
                    <a:pt x="792498" y="84202"/>
                    <a:pt x="791287" y="84303"/>
                  </a:cubicBezTo>
                  <a:cubicBezTo>
                    <a:pt x="790075" y="84404"/>
                    <a:pt x="788998" y="85615"/>
                    <a:pt x="788022" y="85817"/>
                  </a:cubicBezTo>
                  <a:cubicBezTo>
                    <a:pt x="787046" y="86018"/>
                    <a:pt x="786407" y="86018"/>
                    <a:pt x="785431" y="86153"/>
                  </a:cubicBezTo>
                  <a:cubicBezTo>
                    <a:pt x="784455" y="86254"/>
                    <a:pt x="781830" y="86153"/>
                    <a:pt x="780012" y="86153"/>
                  </a:cubicBezTo>
                  <a:cubicBezTo>
                    <a:pt x="778161" y="86153"/>
                    <a:pt x="774796" y="85951"/>
                    <a:pt x="773281" y="86254"/>
                  </a:cubicBezTo>
                  <a:cubicBezTo>
                    <a:pt x="771767" y="86590"/>
                    <a:pt x="768401" y="86456"/>
                    <a:pt x="766853" y="86691"/>
                  </a:cubicBezTo>
                  <a:cubicBezTo>
                    <a:pt x="765339" y="86893"/>
                    <a:pt x="761199" y="87230"/>
                    <a:pt x="761199" y="87230"/>
                  </a:cubicBezTo>
                  <a:lnTo>
                    <a:pt x="751641" y="90257"/>
                  </a:lnTo>
                  <a:lnTo>
                    <a:pt x="750564" y="92982"/>
                  </a:lnTo>
                  <a:lnTo>
                    <a:pt x="748411" y="95707"/>
                  </a:lnTo>
                  <a:cubicBezTo>
                    <a:pt x="748411" y="95707"/>
                    <a:pt x="747435" y="96682"/>
                    <a:pt x="746896" y="96918"/>
                  </a:cubicBezTo>
                  <a:cubicBezTo>
                    <a:pt x="746358" y="97153"/>
                    <a:pt x="743733" y="96817"/>
                    <a:pt x="743295" y="96817"/>
                  </a:cubicBezTo>
                  <a:cubicBezTo>
                    <a:pt x="742858" y="96817"/>
                    <a:pt x="741343" y="96480"/>
                    <a:pt x="740367" y="96379"/>
                  </a:cubicBezTo>
                  <a:cubicBezTo>
                    <a:pt x="739391" y="96279"/>
                    <a:pt x="737641" y="95168"/>
                    <a:pt x="737641" y="94731"/>
                  </a:cubicBezTo>
                  <a:cubicBezTo>
                    <a:pt x="737641" y="94294"/>
                    <a:pt x="737204" y="94395"/>
                    <a:pt x="738617" y="93520"/>
                  </a:cubicBezTo>
                  <a:cubicBezTo>
                    <a:pt x="740031" y="92645"/>
                    <a:pt x="742084" y="91569"/>
                    <a:pt x="742084" y="91569"/>
                  </a:cubicBezTo>
                  <a:lnTo>
                    <a:pt x="745011" y="88541"/>
                  </a:lnTo>
                  <a:lnTo>
                    <a:pt x="743834" y="86624"/>
                  </a:lnTo>
                  <a:cubicBezTo>
                    <a:pt x="743834" y="86624"/>
                    <a:pt x="740569" y="86119"/>
                    <a:pt x="739593" y="86119"/>
                  </a:cubicBezTo>
                  <a:cubicBezTo>
                    <a:pt x="738617" y="86119"/>
                    <a:pt x="734713" y="86119"/>
                    <a:pt x="734713" y="86119"/>
                  </a:cubicBezTo>
                  <a:cubicBezTo>
                    <a:pt x="734713" y="86119"/>
                    <a:pt x="734377" y="87196"/>
                    <a:pt x="732223" y="85245"/>
                  </a:cubicBezTo>
                  <a:cubicBezTo>
                    <a:pt x="730035" y="83294"/>
                    <a:pt x="728622" y="81780"/>
                    <a:pt x="728184" y="81443"/>
                  </a:cubicBezTo>
                  <a:cubicBezTo>
                    <a:pt x="727747" y="81107"/>
                    <a:pt x="725357" y="79257"/>
                    <a:pt x="725357" y="79257"/>
                  </a:cubicBezTo>
                  <a:cubicBezTo>
                    <a:pt x="725357" y="79257"/>
                    <a:pt x="723742" y="77306"/>
                    <a:pt x="723170" y="76431"/>
                  </a:cubicBezTo>
                  <a:cubicBezTo>
                    <a:pt x="722631" y="75556"/>
                    <a:pt x="720881" y="72966"/>
                    <a:pt x="720881" y="72966"/>
                  </a:cubicBezTo>
                  <a:cubicBezTo>
                    <a:pt x="720881" y="72966"/>
                    <a:pt x="720780" y="70914"/>
                    <a:pt x="719131" y="70241"/>
                  </a:cubicBezTo>
                  <a:cubicBezTo>
                    <a:pt x="717516" y="69602"/>
                    <a:pt x="714689" y="67214"/>
                    <a:pt x="714251" y="67416"/>
                  </a:cubicBezTo>
                  <a:cubicBezTo>
                    <a:pt x="713814" y="67651"/>
                    <a:pt x="713040" y="67315"/>
                    <a:pt x="712299" y="68728"/>
                  </a:cubicBezTo>
                  <a:cubicBezTo>
                    <a:pt x="711525" y="70141"/>
                    <a:pt x="711222" y="70376"/>
                    <a:pt x="710886" y="71318"/>
                  </a:cubicBezTo>
                  <a:cubicBezTo>
                    <a:pt x="710549" y="72294"/>
                    <a:pt x="710112" y="74346"/>
                    <a:pt x="710112" y="74783"/>
                  </a:cubicBezTo>
                  <a:cubicBezTo>
                    <a:pt x="710112" y="75220"/>
                    <a:pt x="709237" y="76835"/>
                    <a:pt x="708698" y="77407"/>
                  </a:cubicBezTo>
                  <a:cubicBezTo>
                    <a:pt x="708160" y="77945"/>
                    <a:pt x="707722" y="78281"/>
                    <a:pt x="705333" y="77844"/>
                  </a:cubicBezTo>
                  <a:cubicBezTo>
                    <a:pt x="702943" y="77407"/>
                    <a:pt x="701092" y="76767"/>
                    <a:pt x="700756" y="76767"/>
                  </a:cubicBezTo>
                  <a:cubicBezTo>
                    <a:pt x="700419" y="76767"/>
                    <a:pt x="699914" y="76532"/>
                    <a:pt x="699914" y="76532"/>
                  </a:cubicBezTo>
                  <a:lnTo>
                    <a:pt x="693284" y="76196"/>
                  </a:lnTo>
                  <a:lnTo>
                    <a:pt x="689683" y="76397"/>
                  </a:lnTo>
                  <a:cubicBezTo>
                    <a:pt x="689683" y="76397"/>
                    <a:pt x="682077" y="80401"/>
                    <a:pt x="681640" y="80535"/>
                  </a:cubicBezTo>
                  <a:cubicBezTo>
                    <a:pt x="681202" y="80636"/>
                    <a:pt x="674135" y="80737"/>
                    <a:pt x="673697" y="81073"/>
                  </a:cubicBezTo>
                  <a:cubicBezTo>
                    <a:pt x="673260" y="81410"/>
                    <a:pt x="663803" y="83798"/>
                    <a:pt x="663803" y="83798"/>
                  </a:cubicBezTo>
                  <a:cubicBezTo>
                    <a:pt x="663803" y="83798"/>
                    <a:pt x="655322" y="83025"/>
                    <a:pt x="654885" y="82688"/>
                  </a:cubicBezTo>
                  <a:cubicBezTo>
                    <a:pt x="654447" y="82385"/>
                    <a:pt x="650880" y="81612"/>
                    <a:pt x="647918" y="81713"/>
                  </a:cubicBezTo>
                  <a:cubicBezTo>
                    <a:pt x="644990" y="81813"/>
                    <a:pt x="642601" y="82049"/>
                    <a:pt x="642601" y="82049"/>
                  </a:cubicBezTo>
                  <a:lnTo>
                    <a:pt x="640413" y="84976"/>
                  </a:lnTo>
                  <a:lnTo>
                    <a:pt x="642601" y="87162"/>
                  </a:lnTo>
                  <a:lnTo>
                    <a:pt x="644654" y="90190"/>
                  </a:lnTo>
                  <a:cubicBezTo>
                    <a:pt x="644654" y="90190"/>
                    <a:pt x="645091" y="91603"/>
                    <a:pt x="644654" y="91939"/>
                  </a:cubicBezTo>
                  <a:cubicBezTo>
                    <a:pt x="644216" y="92275"/>
                    <a:pt x="641389" y="92376"/>
                    <a:pt x="640951" y="92275"/>
                  </a:cubicBezTo>
                  <a:cubicBezTo>
                    <a:pt x="640514" y="92174"/>
                    <a:pt x="636610" y="91300"/>
                    <a:pt x="635197" y="91300"/>
                  </a:cubicBezTo>
                  <a:cubicBezTo>
                    <a:pt x="633783" y="91300"/>
                    <a:pt x="631932" y="91098"/>
                    <a:pt x="629980" y="91300"/>
                  </a:cubicBezTo>
                  <a:cubicBezTo>
                    <a:pt x="628028" y="91535"/>
                    <a:pt x="626817" y="92074"/>
                    <a:pt x="624562" y="92275"/>
                  </a:cubicBezTo>
                  <a:cubicBezTo>
                    <a:pt x="622273" y="92477"/>
                    <a:pt x="623586" y="91939"/>
                    <a:pt x="620759" y="92713"/>
                  </a:cubicBezTo>
                  <a:cubicBezTo>
                    <a:pt x="617932" y="93486"/>
                    <a:pt x="616518" y="93352"/>
                    <a:pt x="616182" y="93486"/>
                  </a:cubicBezTo>
                  <a:cubicBezTo>
                    <a:pt x="615845" y="93587"/>
                    <a:pt x="613994" y="93722"/>
                    <a:pt x="612816" y="93924"/>
                  </a:cubicBezTo>
                  <a:cubicBezTo>
                    <a:pt x="611605" y="94126"/>
                    <a:pt x="609215" y="94025"/>
                    <a:pt x="608811" y="94025"/>
                  </a:cubicBezTo>
                  <a:cubicBezTo>
                    <a:pt x="608374" y="94025"/>
                    <a:pt x="605783" y="93385"/>
                    <a:pt x="605345" y="93251"/>
                  </a:cubicBezTo>
                  <a:cubicBezTo>
                    <a:pt x="604907" y="93150"/>
                    <a:pt x="601340" y="91199"/>
                    <a:pt x="601004" y="91064"/>
                  </a:cubicBezTo>
                  <a:cubicBezTo>
                    <a:pt x="600667" y="90963"/>
                    <a:pt x="598816" y="89315"/>
                    <a:pt x="598816" y="89315"/>
                  </a:cubicBezTo>
                  <a:cubicBezTo>
                    <a:pt x="598816" y="89315"/>
                    <a:pt x="596427" y="87801"/>
                    <a:pt x="595888" y="87566"/>
                  </a:cubicBezTo>
                  <a:cubicBezTo>
                    <a:pt x="595350" y="87364"/>
                    <a:pt x="591412" y="86153"/>
                    <a:pt x="591109" y="86153"/>
                  </a:cubicBezTo>
                  <a:cubicBezTo>
                    <a:pt x="590806" y="86153"/>
                    <a:pt x="586869" y="86052"/>
                    <a:pt x="586431" y="86052"/>
                  </a:cubicBezTo>
                  <a:cubicBezTo>
                    <a:pt x="585994" y="86052"/>
                    <a:pt x="582090" y="86254"/>
                    <a:pt x="582090" y="86254"/>
                  </a:cubicBezTo>
                  <a:lnTo>
                    <a:pt x="571657" y="85817"/>
                  </a:lnTo>
                  <a:cubicBezTo>
                    <a:pt x="571657" y="85817"/>
                    <a:pt x="562301" y="85278"/>
                    <a:pt x="561998" y="85278"/>
                  </a:cubicBezTo>
                  <a:cubicBezTo>
                    <a:pt x="561661" y="85278"/>
                    <a:pt x="556950" y="84639"/>
                    <a:pt x="556512" y="84639"/>
                  </a:cubicBezTo>
                  <a:cubicBezTo>
                    <a:pt x="556075" y="84639"/>
                    <a:pt x="549512" y="82688"/>
                    <a:pt x="549512" y="82688"/>
                  </a:cubicBezTo>
                  <a:lnTo>
                    <a:pt x="549512" y="79997"/>
                  </a:lnTo>
                  <a:lnTo>
                    <a:pt x="547897" y="75658"/>
                  </a:lnTo>
                  <a:cubicBezTo>
                    <a:pt x="547897" y="75658"/>
                    <a:pt x="544531" y="73269"/>
                    <a:pt x="544195" y="73168"/>
                  </a:cubicBezTo>
                  <a:cubicBezTo>
                    <a:pt x="543858" y="73067"/>
                    <a:pt x="539954" y="72394"/>
                    <a:pt x="539954" y="72394"/>
                  </a:cubicBezTo>
                  <a:cubicBezTo>
                    <a:pt x="539954" y="72394"/>
                    <a:pt x="537329" y="71957"/>
                    <a:pt x="537026" y="71957"/>
                  </a:cubicBezTo>
                  <a:cubicBezTo>
                    <a:pt x="536690" y="71957"/>
                    <a:pt x="533762" y="71856"/>
                    <a:pt x="533324" y="71856"/>
                  </a:cubicBezTo>
                  <a:cubicBezTo>
                    <a:pt x="532887" y="71856"/>
                    <a:pt x="525180" y="71318"/>
                    <a:pt x="525180" y="71318"/>
                  </a:cubicBezTo>
                  <a:cubicBezTo>
                    <a:pt x="525180" y="71318"/>
                    <a:pt x="521814" y="69905"/>
                    <a:pt x="521377" y="69905"/>
                  </a:cubicBezTo>
                  <a:cubicBezTo>
                    <a:pt x="520939" y="69905"/>
                    <a:pt x="516160" y="68055"/>
                    <a:pt x="516160" y="68055"/>
                  </a:cubicBezTo>
                  <a:lnTo>
                    <a:pt x="514107" y="66205"/>
                  </a:lnTo>
                  <a:lnTo>
                    <a:pt x="511920" y="64792"/>
                  </a:lnTo>
                  <a:lnTo>
                    <a:pt x="510405" y="62942"/>
                  </a:lnTo>
                  <a:lnTo>
                    <a:pt x="509766" y="60217"/>
                  </a:lnTo>
                  <a:lnTo>
                    <a:pt x="508352" y="56416"/>
                  </a:lnTo>
                  <a:lnTo>
                    <a:pt x="506064" y="52715"/>
                  </a:lnTo>
                  <a:lnTo>
                    <a:pt x="506064" y="48712"/>
                  </a:lnTo>
                  <a:lnTo>
                    <a:pt x="507376" y="45684"/>
                  </a:lnTo>
                  <a:lnTo>
                    <a:pt x="507814" y="40369"/>
                  </a:lnTo>
                  <a:lnTo>
                    <a:pt x="508352" y="36030"/>
                  </a:lnTo>
                  <a:lnTo>
                    <a:pt x="507713" y="33843"/>
                  </a:lnTo>
                  <a:lnTo>
                    <a:pt x="505324" y="32094"/>
                  </a:lnTo>
                  <a:lnTo>
                    <a:pt x="500646" y="28495"/>
                  </a:lnTo>
                  <a:cubicBezTo>
                    <a:pt x="500646" y="28495"/>
                    <a:pt x="498357" y="27183"/>
                    <a:pt x="498021" y="27082"/>
                  </a:cubicBezTo>
                  <a:cubicBezTo>
                    <a:pt x="497684" y="26981"/>
                    <a:pt x="495530" y="26409"/>
                    <a:pt x="495093" y="27082"/>
                  </a:cubicBezTo>
                  <a:cubicBezTo>
                    <a:pt x="494655" y="27721"/>
                    <a:pt x="492804" y="27957"/>
                    <a:pt x="492602" y="28394"/>
                  </a:cubicBezTo>
                  <a:cubicBezTo>
                    <a:pt x="492400" y="28831"/>
                    <a:pt x="491391" y="30244"/>
                    <a:pt x="491290" y="30580"/>
                  </a:cubicBezTo>
                  <a:cubicBezTo>
                    <a:pt x="491189" y="30917"/>
                    <a:pt x="490314" y="32430"/>
                    <a:pt x="490314" y="32430"/>
                  </a:cubicBezTo>
                  <a:lnTo>
                    <a:pt x="487386" y="32767"/>
                  </a:lnTo>
                  <a:lnTo>
                    <a:pt x="482708" y="31690"/>
                  </a:lnTo>
                  <a:lnTo>
                    <a:pt x="478804" y="29066"/>
                  </a:lnTo>
                  <a:lnTo>
                    <a:pt x="476212" y="25703"/>
                  </a:lnTo>
                  <a:lnTo>
                    <a:pt x="475438" y="24626"/>
                  </a:lnTo>
                  <a:lnTo>
                    <a:pt x="472611" y="22776"/>
                  </a:lnTo>
                  <a:lnTo>
                    <a:pt x="470323" y="21027"/>
                  </a:lnTo>
                  <a:lnTo>
                    <a:pt x="466621" y="19614"/>
                  </a:lnTo>
                  <a:cubicBezTo>
                    <a:pt x="466621" y="19614"/>
                    <a:pt x="462044" y="18941"/>
                    <a:pt x="461505" y="19076"/>
                  </a:cubicBezTo>
                  <a:cubicBezTo>
                    <a:pt x="460967" y="19176"/>
                    <a:pt x="458241" y="19378"/>
                    <a:pt x="456726" y="19076"/>
                  </a:cubicBezTo>
                  <a:cubicBezTo>
                    <a:pt x="455212" y="18773"/>
                    <a:pt x="453260" y="19277"/>
                    <a:pt x="452284" y="19076"/>
                  </a:cubicBezTo>
                  <a:cubicBezTo>
                    <a:pt x="451308" y="18874"/>
                    <a:pt x="449356" y="18537"/>
                    <a:pt x="448818" y="18975"/>
                  </a:cubicBezTo>
                  <a:cubicBezTo>
                    <a:pt x="448279" y="19412"/>
                    <a:pt x="446967" y="20825"/>
                    <a:pt x="446967" y="21262"/>
                  </a:cubicBezTo>
                  <a:cubicBezTo>
                    <a:pt x="446967" y="21699"/>
                    <a:pt x="446967" y="22675"/>
                    <a:pt x="446967" y="22675"/>
                  </a:cubicBezTo>
                  <a:lnTo>
                    <a:pt x="449995" y="25265"/>
                  </a:lnTo>
                  <a:lnTo>
                    <a:pt x="450197" y="26342"/>
                  </a:lnTo>
                  <a:cubicBezTo>
                    <a:pt x="450197" y="26342"/>
                    <a:pt x="449760" y="26779"/>
                    <a:pt x="449423" y="27216"/>
                  </a:cubicBezTo>
                  <a:cubicBezTo>
                    <a:pt x="449087" y="27654"/>
                    <a:pt x="447034" y="28865"/>
                    <a:pt x="446933" y="29403"/>
                  </a:cubicBezTo>
                  <a:cubicBezTo>
                    <a:pt x="446832" y="29941"/>
                    <a:pt x="446293" y="30277"/>
                    <a:pt x="445957" y="30614"/>
                  </a:cubicBezTo>
                  <a:cubicBezTo>
                    <a:pt x="445620" y="30950"/>
                    <a:pt x="445183" y="31152"/>
                    <a:pt x="444442" y="31489"/>
                  </a:cubicBezTo>
                  <a:cubicBezTo>
                    <a:pt x="443668" y="31825"/>
                    <a:pt x="441514" y="32700"/>
                    <a:pt x="441514" y="32700"/>
                  </a:cubicBezTo>
                  <a:lnTo>
                    <a:pt x="439865" y="33137"/>
                  </a:lnTo>
                  <a:lnTo>
                    <a:pt x="438014" y="34112"/>
                  </a:lnTo>
                  <a:cubicBezTo>
                    <a:pt x="438014" y="34112"/>
                    <a:pt x="436264" y="34550"/>
                    <a:pt x="435288" y="34886"/>
                  </a:cubicBezTo>
                  <a:cubicBezTo>
                    <a:pt x="434312" y="35223"/>
                    <a:pt x="431687" y="35525"/>
                    <a:pt x="430812" y="35660"/>
                  </a:cubicBezTo>
                  <a:cubicBezTo>
                    <a:pt x="429937" y="35761"/>
                    <a:pt x="427985" y="36097"/>
                    <a:pt x="427985" y="36097"/>
                  </a:cubicBezTo>
                  <a:cubicBezTo>
                    <a:pt x="427985" y="36097"/>
                    <a:pt x="427110" y="37510"/>
                    <a:pt x="426235" y="37947"/>
                  </a:cubicBezTo>
                  <a:cubicBezTo>
                    <a:pt x="425360" y="38385"/>
                    <a:pt x="421658" y="39461"/>
                    <a:pt x="421658" y="39798"/>
                  </a:cubicBezTo>
                  <a:cubicBezTo>
                    <a:pt x="421658" y="40134"/>
                    <a:pt x="419908" y="41749"/>
                    <a:pt x="419605" y="42085"/>
                  </a:cubicBezTo>
                  <a:cubicBezTo>
                    <a:pt x="419269" y="42422"/>
                    <a:pt x="417115" y="45449"/>
                    <a:pt x="417115" y="45449"/>
                  </a:cubicBezTo>
                  <a:lnTo>
                    <a:pt x="415802" y="47736"/>
                  </a:lnTo>
                  <a:lnTo>
                    <a:pt x="413312" y="49048"/>
                  </a:lnTo>
                  <a:cubicBezTo>
                    <a:pt x="413312" y="49048"/>
                    <a:pt x="409172" y="50360"/>
                    <a:pt x="408735" y="50360"/>
                  </a:cubicBezTo>
                  <a:cubicBezTo>
                    <a:pt x="408297" y="50360"/>
                    <a:pt x="403081" y="50360"/>
                    <a:pt x="402643" y="50562"/>
                  </a:cubicBezTo>
                  <a:cubicBezTo>
                    <a:pt x="402206" y="50764"/>
                    <a:pt x="399615" y="50764"/>
                    <a:pt x="398605" y="51000"/>
                  </a:cubicBezTo>
                  <a:cubicBezTo>
                    <a:pt x="397629" y="51201"/>
                    <a:pt x="395576" y="50798"/>
                    <a:pt x="394364" y="51201"/>
                  </a:cubicBezTo>
                  <a:cubicBezTo>
                    <a:pt x="393153" y="51639"/>
                    <a:pt x="390763" y="51302"/>
                    <a:pt x="390326" y="51302"/>
                  </a:cubicBezTo>
                  <a:cubicBezTo>
                    <a:pt x="389888" y="51302"/>
                    <a:pt x="385883" y="51403"/>
                    <a:pt x="385883" y="51403"/>
                  </a:cubicBezTo>
                  <a:cubicBezTo>
                    <a:pt x="385883" y="51403"/>
                    <a:pt x="382181" y="49452"/>
                    <a:pt x="381744" y="49217"/>
                  </a:cubicBezTo>
                  <a:cubicBezTo>
                    <a:pt x="381306" y="48981"/>
                    <a:pt x="374037" y="48678"/>
                    <a:pt x="374037" y="48678"/>
                  </a:cubicBezTo>
                  <a:lnTo>
                    <a:pt x="368619" y="45853"/>
                  </a:lnTo>
                  <a:lnTo>
                    <a:pt x="368619" y="41816"/>
                  </a:lnTo>
                  <a:lnTo>
                    <a:pt x="367104" y="38889"/>
                  </a:lnTo>
                  <a:lnTo>
                    <a:pt x="364378" y="35189"/>
                  </a:lnTo>
                  <a:cubicBezTo>
                    <a:pt x="364378" y="35189"/>
                    <a:pt x="360912" y="33137"/>
                    <a:pt x="360474" y="32901"/>
                  </a:cubicBezTo>
                  <a:cubicBezTo>
                    <a:pt x="360037" y="32700"/>
                    <a:pt x="353844" y="30849"/>
                    <a:pt x="353844" y="30849"/>
                  </a:cubicBezTo>
                  <a:lnTo>
                    <a:pt x="350681" y="30513"/>
                  </a:lnTo>
                  <a:lnTo>
                    <a:pt x="345666" y="28999"/>
                  </a:lnTo>
                  <a:lnTo>
                    <a:pt x="339036" y="25837"/>
                  </a:lnTo>
                  <a:cubicBezTo>
                    <a:pt x="339036" y="25837"/>
                    <a:pt x="338834" y="24963"/>
                    <a:pt x="338397" y="24525"/>
                  </a:cubicBezTo>
                  <a:cubicBezTo>
                    <a:pt x="337959" y="24088"/>
                    <a:pt x="335233" y="21800"/>
                    <a:pt x="335233" y="21800"/>
                  </a:cubicBezTo>
                  <a:lnTo>
                    <a:pt x="332070" y="19311"/>
                  </a:lnTo>
                  <a:lnTo>
                    <a:pt x="329478" y="19513"/>
                  </a:lnTo>
                  <a:lnTo>
                    <a:pt x="328603" y="21363"/>
                  </a:lnTo>
                  <a:lnTo>
                    <a:pt x="328603" y="22675"/>
                  </a:lnTo>
                  <a:lnTo>
                    <a:pt x="329243" y="25837"/>
                  </a:lnTo>
                  <a:cubicBezTo>
                    <a:pt x="329243" y="25837"/>
                    <a:pt x="329579" y="25938"/>
                    <a:pt x="328603" y="26611"/>
                  </a:cubicBezTo>
                  <a:cubicBezTo>
                    <a:pt x="327627" y="27250"/>
                    <a:pt x="325675" y="27586"/>
                    <a:pt x="325675" y="27586"/>
                  </a:cubicBezTo>
                  <a:cubicBezTo>
                    <a:pt x="325675" y="27586"/>
                    <a:pt x="324901" y="28225"/>
                    <a:pt x="324464" y="28225"/>
                  </a:cubicBezTo>
                  <a:cubicBezTo>
                    <a:pt x="324026" y="28225"/>
                    <a:pt x="321637" y="28764"/>
                    <a:pt x="321199" y="28764"/>
                  </a:cubicBezTo>
                  <a:cubicBezTo>
                    <a:pt x="320762" y="28764"/>
                    <a:pt x="319012" y="28764"/>
                    <a:pt x="319012" y="28764"/>
                  </a:cubicBezTo>
                  <a:lnTo>
                    <a:pt x="312045" y="23550"/>
                  </a:lnTo>
                  <a:lnTo>
                    <a:pt x="309016" y="20623"/>
                  </a:lnTo>
                  <a:lnTo>
                    <a:pt x="303901" y="17259"/>
                  </a:lnTo>
                  <a:lnTo>
                    <a:pt x="299559" y="13693"/>
                  </a:lnTo>
                  <a:lnTo>
                    <a:pt x="295319" y="10430"/>
                  </a:lnTo>
                  <a:lnTo>
                    <a:pt x="291718" y="8143"/>
                  </a:lnTo>
                  <a:lnTo>
                    <a:pt x="289026" y="5317"/>
                  </a:lnTo>
                  <a:lnTo>
                    <a:pt x="288487" y="3265"/>
                  </a:lnTo>
                  <a:lnTo>
                    <a:pt x="287713" y="1583"/>
                  </a:lnTo>
                  <a:cubicBezTo>
                    <a:pt x="287713" y="1583"/>
                    <a:pt x="285324" y="977"/>
                    <a:pt x="284886" y="977"/>
                  </a:cubicBezTo>
                  <a:cubicBezTo>
                    <a:pt x="284449" y="977"/>
                    <a:pt x="282497" y="977"/>
                    <a:pt x="282497" y="977"/>
                  </a:cubicBezTo>
                  <a:cubicBezTo>
                    <a:pt x="282497" y="977"/>
                    <a:pt x="280982" y="-536"/>
                    <a:pt x="279468" y="204"/>
                  </a:cubicBezTo>
                  <a:cubicBezTo>
                    <a:pt x="277953" y="977"/>
                    <a:pt x="277617" y="843"/>
                    <a:pt x="276304" y="1078"/>
                  </a:cubicBezTo>
                  <a:cubicBezTo>
                    <a:pt x="274992" y="1280"/>
                    <a:pt x="275227" y="742"/>
                    <a:pt x="273275" y="1617"/>
                  </a:cubicBezTo>
                  <a:cubicBezTo>
                    <a:pt x="271323" y="2491"/>
                    <a:pt x="270650" y="2491"/>
                    <a:pt x="269270" y="3130"/>
                  </a:cubicBezTo>
                  <a:cubicBezTo>
                    <a:pt x="267857" y="3770"/>
                    <a:pt x="266679" y="3669"/>
                    <a:pt x="265905" y="4207"/>
                  </a:cubicBezTo>
                  <a:cubicBezTo>
                    <a:pt x="265131" y="4745"/>
                    <a:pt x="263313" y="3971"/>
                    <a:pt x="262304" y="4981"/>
                  </a:cubicBezTo>
                  <a:cubicBezTo>
                    <a:pt x="261328" y="5956"/>
                    <a:pt x="260251" y="5620"/>
                    <a:pt x="259813" y="6494"/>
                  </a:cubicBezTo>
                  <a:cubicBezTo>
                    <a:pt x="259376" y="7369"/>
                    <a:pt x="257659" y="9085"/>
                    <a:pt x="257760" y="9522"/>
                  </a:cubicBezTo>
                  <a:cubicBezTo>
                    <a:pt x="257861" y="9959"/>
                    <a:pt x="257323" y="11910"/>
                    <a:pt x="257323" y="11910"/>
                  </a:cubicBezTo>
                  <a:lnTo>
                    <a:pt x="257323" y="15712"/>
                  </a:lnTo>
                  <a:lnTo>
                    <a:pt x="258400" y="18739"/>
                  </a:lnTo>
                  <a:lnTo>
                    <a:pt x="258063" y="20926"/>
                  </a:lnTo>
                  <a:lnTo>
                    <a:pt x="257289" y="22137"/>
                  </a:lnTo>
                  <a:cubicBezTo>
                    <a:pt x="257289" y="22137"/>
                    <a:pt x="254126" y="24727"/>
                    <a:pt x="253688" y="24963"/>
                  </a:cubicBezTo>
                  <a:cubicBezTo>
                    <a:pt x="253251" y="25198"/>
                    <a:pt x="253587" y="25602"/>
                    <a:pt x="251635" y="26174"/>
                  </a:cubicBezTo>
                  <a:cubicBezTo>
                    <a:pt x="249683" y="26712"/>
                    <a:pt x="248371" y="27486"/>
                    <a:pt x="247731" y="28125"/>
                  </a:cubicBezTo>
                  <a:cubicBezTo>
                    <a:pt x="247092" y="28764"/>
                    <a:pt x="245140" y="29201"/>
                    <a:pt x="245140" y="29201"/>
                  </a:cubicBezTo>
                  <a:cubicBezTo>
                    <a:pt x="245140" y="29201"/>
                    <a:pt x="243289" y="30177"/>
                    <a:pt x="243289" y="30614"/>
                  </a:cubicBezTo>
                  <a:cubicBezTo>
                    <a:pt x="243289" y="31051"/>
                    <a:pt x="241976" y="33877"/>
                    <a:pt x="241976" y="34314"/>
                  </a:cubicBezTo>
                  <a:cubicBezTo>
                    <a:pt x="241976" y="34752"/>
                    <a:pt x="237399" y="36703"/>
                    <a:pt x="237097" y="36938"/>
                  </a:cubicBezTo>
                  <a:cubicBezTo>
                    <a:pt x="236760" y="37140"/>
                    <a:pt x="234707" y="37476"/>
                    <a:pt x="234270" y="38250"/>
                  </a:cubicBezTo>
                  <a:cubicBezTo>
                    <a:pt x="233832" y="39024"/>
                    <a:pt x="230029" y="42590"/>
                    <a:pt x="230029" y="42590"/>
                  </a:cubicBezTo>
                  <a:lnTo>
                    <a:pt x="228178" y="45180"/>
                  </a:lnTo>
                  <a:cubicBezTo>
                    <a:pt x="228178" y="45180"/>
                    <a:pt x="225149" y="48342"/>
                    <a:pt x="223837" y="48544"/>
                  </a:cubicBezTo>
                  <a:cubicBezTo>
                    <a:pt x="222524" y="48746"/>
                    <a:pt x="216231" y="48712"/>
                    <a:pt x="215894" y="48914"/>
                  </a:cubicBezTo>
                  <a:cubicBezTo>
                    <a:pt x="215558" y="49149"/>
                    <a:pt x="212966" y="49620"/>
                    <a:pt x="212529" y="49620"/>
                  </a:cubicBezTo>
                  <a:cubicBezTo>
                    <a:pt x="212091" y="49620"/>
                    <a:pt x="207750" y="49620"/>
                    <a:pt x="207750" y="49620"/>
                  </a:cubicBezTo>
                  <a:lnTo>
                    <a:pt x="203711" y="53220"/>
                  </a:lnTo>
                  <a:cubicBezTo>
                    <a:pt x="203711" y="53220"/>
                    <a:pt x="200884" y="55272"/>
                    <a:pt x="200548" y="56382"/>
                  </a:cubicBezTo>
                  <a:cubicBezTo>
                    <a:pt x="200211" y="57458"/>
                    <a:pt x="197081" y="61226"/>
                    <a:pt x="197081" y="61226"/>
                  </a:cubicBezTo>
                  <a:cubicBezTo>
                    <a:pt x="197081" y="61226"/>
                    <a:pt x="191966" y="60856"/>
                    <a:pt x="190990" y="61226"/>
                  </a:cubicBezTo>
                  <a:cubicBezTo>
                    <a:pt x="190014" y="61596"/>
                    <a:pt x="178268" y="61932"/>
                    <a:pt x="178268" y="61932"/>
                  </a:cubicBezTo>
                  <a:lnTo>
                    <a:pt x="174028" y="61831"/>
                  </a:lnTo>
                  <a:lnTo>
                    <a:pt x="170427" y="60957"/>
                  </a:lnTo>
                  <a:lnTo>
                    <a:pt x="165749" y="61831"/>
                  </a:lnTo>
                  <a:lnTo>
                    <a:pt x="162518" y="61831"/>
                  </a:lnTo>
                  <a:cubicBezTo>
                    <a:pt x="162518" y="61831"/>
                    <a:pt x="158816" y="65633"/>
                    <a:pt x="158076" y="65969"/>
                  </a:cubicBezTo>
                  <a:cubicBezTo>
                    <a:pt x="157302" y="66306"/>
                    <a:pt x="153835" y="68156"/>
                    <a:pt x="153196" y="68694"/>
                  </a:cubicBezTo>
                  <a:cubicBezTo>
                    <a:pt x="152556" y="69232"/>
                    <a:pt x="150369" y="70746"/>
                    <a:pt x="150369" y="70746"/>
                  </a:cubicBezTo>
                  <a:lnTo>
                    <a:pt x="147003" y="72260"/>
                  </a:lnTo>
                  <a:lnTo>
                    <a:pt x="141787" y="71923"/>
                  </a:lnTo>
                  <a:cubicBezTo>
                    <a:pt x="141787" y="71923"/>
                    <a:pt x="138085" y="71823"/>
                    <a:pt x="137782" y="72024"/>
                  </a:cubicBezTo>
                  <a:cubicBezTo>
                    <a:pt x="137445" y="72226"/>
                    <a:pt x="130815" y="72226"/>
                    <a:pt x="130815" y="72226"/>
                  </a:cubicBezTo>
                  <a:lnTo>
                    <a:pt x="125700" y="73303"/>
                  </a:lnTo>
                  <a:lnTo>
                    <a:pt x="120685" y="73202"/>
                  </a:lnTo>
                  <a:lnTo>
                    <a:pt x="120147" y="77676"/>
                  </a:lnTo>
                  <a:cubicBezTo>
                    <a:pt x="120147" y="77676"/>
                    <a:pt x="118229" y="78988"/>
                    <a:pt x="117926" y="79190"/>
                  </a:cubicBezTo>
                  <a:cubicBezTo>
                    <a:pt x="117589" y="79425"/>
                    <a:pt x="112978" y="82789"/>
                    <a:pt x="112978" y="82789"/>
                  </a:cubicBezTo>
                  <a:lnTo>
                    <a:pt x="112978" y="85278"/>
                  </a:lnTo>
                  <a:cubicBezTo>
                    <a:pt x="112978" y="85278"/>
                    <a:pt x="110252" y="87230"/>
                    <a:pt x="109950" y="87330"/>
                  </a:cubicBezTo>
                  <a:cubicBezTo>
                    <a:pt x="109613" y="87431"/>
                    <a:pt x="108873" y="88306"/>
                    <a:pt x="108435" y="88642"/>
                  </a:cubicBezTo>
                  <a:cubicBezTo>
                    <a:pt x="107998" y="88979"/>
                    <a:pt x="107459" y="89820"/>
                    <a:pt x="106685" y="90156"/>
                  </a:cubicBezTo>
                  <a:cubicBezTo>
                    <a:pt x="105911" y="90492"/>
                    <a:pt x="103959" y="91132"/>
                    <a:pt x="103959" y="91132"/>
                  </a:cubicBezTo>
                  <a:lnTo>
                    <a:pt x="100358" y="92511"/>
                  </a:lnTo>
                  <a:lnTo>
                    <a:pt x="95882" y="93217"/>
                  </a:lnTo>
                  <a:cubicBezTo>
                    <a:pt x="95882" y="93217"/>
                    <a:pt x="92685" y="93957"/>
                    <a:pt x="91978" y="94092"/>
                  </a:cubicBezTo>
                  <a:cubicBezTo>
                    <a:pt x="91238" y="94226"/>
                    <a:pt x="88209" y="94529"/>
                    <a:pt x="88209" y="94529"/>
                  </a:cubicBezTo>
                  <a:lnTo>
                    <a:pt x="85314" y="95101"/>
                  </a:lnTo>
                  <a:lnTo>
                    <a:pt x="82723" y="95404"/>
                  </a:lnTo>
                  <a:lnTo>
                    <a:pt x="81713" y="96413"/>
                  </a:lnTo>
                  <a:lnTo>
                    <a:pt x="82285" y="99609"/>
                  </a:lnTo>
                  <a:lnTo>
                    <a:pt x="82588" y="103814"/>
                  </a:lnTo>
                  <a:lnTo>
                    <a:pt x="84776" y="108019"/>
                  </a:lnTo>
                  <a:cubicBezTo>
                    <a:pt x="84776" y="108019"/>
                    <a:pt x="85213" y="109768"/>
                    <a:pt x="85348" y="110777"/>
                  </a:cubicBezTo>
                  <a:cubicBezTo>
                    <a:pt x="85483" y="111786"/>
                    <a:pt x="85651" y="116731"/>
                    <a:pt x="85651" y="116731"/>
                  </a:cubicBezTo>
                  <a:lnTo>
                    <a:pt x="85213" y="124973"/>
                  </a:lnTo>
                  <a:lnTo>
                    <a:pt x="81747" y="129010"/>
                  </a:lnTo>
                  <a:lnTo>
                    <a:pt x="81747" y="133921"/>
                  </a:lnTo>
                  <a:cubicBezTo>
                    <a:pt x="81747" y="133921"/>
                    <a:pt x="79862" y="135233"/>
                    <a:pt x="79559" y="135670"/>
                  </a:cubicBezTo>
                  <a:cubicBezTo>
                    <a:pt x="79257" y="136108"/>
                    <a:pt x="76665" y="137992"/>
                    <a:pt x="76531" y="138429"/>
                  </a:cubicBezTo>
                  <a:cubicBezTo>
                    <a:pt x="76396" y="138866"/>
                    <a:pt x="75016" y="141457"/>
                    <a:pt x="74848" y="141894"/>
                  </a:cubicBezTo>
                  <a:cubicBezTo>
                    <a:pt x="74713" y="142331"/>
                    <a:pt x="73030" y="144652"/>
                    <a:pt x="73030" y="145224"/>
                  </a:cubicBezTo>
                  <a:cubicBezTo>
                    <a:pt x="73030" y="145796"/>
                    <a:pt x="73030" y="147848"/>
                    <a:pt x="73030" y="147848"/>
                  </a:cubicBezTo>
                  <a:lnTo>
                    <a:pt x="73030" y="153062"/>
                  </a:lnTo>
                  <a:cubicBezTo>
                    <a:pt x="73030" y="153062"/>
                    <a:pt x="76665" y="160598"/>
                    <a:pt x="76800" y="161169"/>
                  </a:cubicBezTo>
                  <a:cubicBezTo>
                    <a:pt x="76934" y="161741"/>
                    <a:pt x="83329" y="175365"/>
                    <a:pt x="83329" y="175365"/>
                  </a:cubicBezTo>
                  <a:lnTo>
                    <a:pt x="85516" y="179268"/>
                  </a:lnTo>
                  <a:lnTo>
                    <a:pt x="86526" y="183472"/>
                  </a:lnTo>
                  <a:lnTo>
                    <a:pt x="87536" y="188687"/>
                  </a:lnTo>
                  <a:lnTo>
                    <a:pt x="88983" y="192892"/>
                  </a:lnTo>
                  <a:lnTo>
                    <a:pt x="89689" y="194641"/>
                  </a:lnTo>
                  <a:cubicBezTo>
                    <a:pt x="89689" y="194641"/>
                    <a:pt x="91271" y="197534"/>
                    <a:pt x="91877" y="198106"/>
                  </a:cubicBezTo>
                  <a:cubicBezTo>
                    <a:pt x="92449" y="198678"/>
                    <a:pt x="97968" y="204632"/>
                    <a:pt x="97968" y="204632"/>
                  </a:cubicBezTo>
                  <a:lnTo>
                    <a:pt x="99483" y="206818"/>
                  </a:lnTo>
                  <a:lnTo>
                    <a:pt x="100863" y="209577"/>
                  </a:lnTo>
                  <a:lnTo>
                    <a:pt x="100863" y="212201"/>
                  </a:lnTo>
                  <a:cubicBezTo>
                    <a:pt x="100863" y="212201"/>
                    <a:pt x="99719" y="215396"/>
                    <a:pt x="98978" y="216540"/>
                  </a:cubicBezTo>
                  <a:cubicBezTo>
                    <a:pt x="98238" y="217684"/>
                    <a:pt x="97666" y="220880"/>
                    <a:pt x="97228" y="221317"/>
                  </a:cubicBezTo>
                  <a:cubicBezTo>
                    <a:pt x="96791" y="221754"/>
                    <a:pt x="95916" y="223638"/>
                    <a:pt x="95916" y="223638"/>
                  </a:cubicBezTo>
                  <a:cubicBezTo>
                    <a:pt x="95916" y="223638"/>
                    <a:pt x="95343" y="226094"/>
                    <a:pt x="95343" y="226666"/>
                  </a:cubicBezTo>
                  <a:cubicBezTo>
                    <a:pt x="95343" y="227238"/>
                    <a:pt x="96353" y="232014"/>
                    <a:pt x="96925" y="233192"/>
                  </a:cubicBezTo>
                  <a:cubicBezTo>
                    <a:pt x="97497" y="234336"/>
                    <a:pt x="98372" y="239718"/>
                    <a:pt x="98372" y="240424"/>
                  </a:cubicBezTo>
                  <a:cubicBezTo>
                    <a:pt x="98372" y="241164"/>
                    <a:pt x="98675" y="243620"/>
                    <a:pt x="97632" y="244629"/>
                  </a:cubicBezTo>
                  <a:cubicBezTo>
                    <a:pt x="96622" y="245638"/>
                    <a:pt x="95613" y="246076"/>
                    <a:pt x="95613" y="246076"/>
                  </a:cubicBezTo>
                  <a:lnTo>
                    <a:pt x="95613" y="246950"/>
                  </a:lnTo>
                  <a:lnTo>
                    <a:pt x="95613" y="250415"/>
                  </a:lnTo>
                  <a:cubicBezTo>
                    <a:pt x="95613" y="250415"/>
                    <a:pt x="95310" y="252871"/>
                    <a:pt x="94872" y="253308"/>
                  </a:cubicBezTo>
                  <a:cubicBezTo>
                    <a:pt x="94435" y="253746"/>
                    <a:pt x="93863" y="257648"/>
                    <a:pt x="93863" y="257648"/>
                  </a:cubicBezTo>
                  <a:lnTo>
                    <a:pt x="94166" y="260541"/>
                  </a:lnTo>
                  <a:cubicBezTo>
                    <a:pt x="94166" y="260541"/>
                    <a:pt x="94603" y="262425"/>
                    <a:pt x="94166" y="262727"/>
                  </a:cubicBezTo>
                  <a:cubicBezTo>
                    <a:pt x="93728" y="263030"/>
                    <a:pt x="93425" y="265351"/>
                    <a:pt x="93425" y="265351"/>
                  </a:cubicBezTo>
                  <a:lnTo>
                    <a:pt x="93291" y="267370"/>
                  </a:lnTo>
                  <a:cubicBezTo>
                    <a:pt x="93291" y="267370"/>
                    <a:pt x="93156" y="269556"/>
                    <a:pt x="91978" y="270566"/>
                  </a:cubicBezTo>
                  <a:cubicBezTo>
                    <a:pt x="90834" y="271575"/>
                    <a:pt x="90093" y="273593"/>
                    <a:pt x="89521" y="274198"/>
                  </a:cubicBezTo>
                  <a:cubicBezTo>
                    <a:pt x="88949" y="274771"/>
                    <a:pt x="87334" y="276217"/>
                    <a:pt x="87334" y="276217"/>
                  </a:cubicBezTo>
                  <a:cubicBezTo>
                    <a:pt x="87334" y="276217"/>
                    <a:pt x="85887" y="277226"/>
                    <a:pt x="84305" y="278841"/>
                  </a:cubicBezTo>
                  <a:cubicBezTo>
                    <a:pt x="82723" y="280422"/>
                    <a:pt x="80670" y="281734"/>
                    <a:pt x="80670" y="281734"/>
                  </a:cubicBezTo>
                  <a:lnTo>
                    <a:pt x="78079" y="283483"/>
                  </a:lnTo>
                  <a:lnTo>
                    <a:pt x="75117" y="284190"/>
                  </a:lnTo>
                  <a:lnTo>
                    <a:pt x="73030" y="287654"/>
                  </a:lnTo>
                  <a:lnTo>
                    <a:pt x="73030" y="288664"/>
                  </a:lnTo>
                  <a:lnTo>
                    <a:pt x="72155" y="289975"/>
                  </a:lnTo>
                  <a:lnTo>
                    <a:pt x="70641" y="290682"/>
                  </a:lnTo>
                  <a:cubicBezTo>
                    <a:pt x="70641" y="290682"/>
                    <a:pt x="69160" y="292801"/>
                    <a:pt x="69127" y="293003"/>
                  </a:cubicBezTo>
                  <a:cubicBezTo>
                    <a:pt x="69059" y="293239"/>
                    <a:pt x="66737" y="293810"/>
                    <a:pt x="66535" y="293945"/>
                  </a:cubicBezTo>
                  <a:cubicBezTo>
                    <a:pt x="66300" y="294046"/>
                    <a:pt x="65828" y="294113"/>
                    <a:pt x="64482" y="294382"/>
                  </a:cubicBezTo>
                  <a:cubicBezTo>
                    <a:pt x="63136" y="294651"/>
                    <a:pt x="60948" y="294147"/>
                    <a:pt x="60343" y="294382"/>
                  </a:cubicBezTo>
                  <a:cubicBezTo>
                    <a:pt x="59737" y="294584"/>
                    <a:pt x="58727" y="294113"/>
                    <a:pt x="58727" y="294113"/>
                  </a:cubicBezTo>
                  <a:cubicBezTo>
                    <a:pt x="58727" y="294113"/>
                    <a:pt x="55900" y="293508"/>
                    <a:pt x="55732" y="293676"/>
                  </a:cubicBezTo>
                  <a:cubicBezTo>
                    <a:pt x="55564" y="293844"/>
                    <a:pt x="52568" y="292431"/>
                    <a:pt x="51592" y="291826"/>
                  </a:cubicBezTo>
                  <a:cubicBezTo>
                    <a:pt x="50616" y="291220"/>
                    <a:pt x="46746" y="288933"/>
                    <a:pt x="46713" y="288731"/>
                  </a:cubicBezTo>
                  <a:cubicBezTo>
                    <a:pt x="46645" y="288529"/>
                    <a:pt x="47049" y="288630"/>
                    <a:pt x="46006" y="286813"/>
                  </a:cubicBezTo>
                  <a:cubicBezTo>
                    <a:pt x="44963" y="285031"/>
                    <a:pt x="43414" y="282508"/>
                    <a:pt x="43246" y="281667"/>
                  </a:cubicBezTo>
                  <a:cubicBezTo>
                    <a:pt x="43078" y="280792"/>
                    <a:pt x="42203" y="278033"/>
                    <a:pt x="42203" y="277226"/>
                  </a:cubicBezTo>
                  <a:cubicBezTo>
                    <a:pt x="42203" y="276419"/>
                    <a:pt x="42136" y="275208"/>
                    <a:pt x="42203" y="274468"/>
                  </a:cubicBezTo>
                  <a:cubicBezTo>
                    <a:pt x="42270" y="273694"/>
                    <a:pt x="42136" y="273156"/>
                    <a:pt x="42809" y="272416"/>
                  </a:cubicBezTo>
                  <a:cubicBezTo>
                    <a:pt x="43448" y="271676"/>
                    <a:pt x="44054" y="271339"/>
                    <a:pt x="44761" y="270397"/>
                  </a:cubicBezTo>
                  <a:cubicBezTo>
                    <a:pt x="45467" y="269489"/>
                    <a:pt x="45804" y="269321"/>
                    <a:pt x="45804" y="268715"/>
                  </a:cubicBezTo>
                  <a:cubicBezTo>
                    <a:pt x="45804" y="268110"/>
                    <a:pt x="44054" y="266327"/>
                    <a:pt x="44054" y="264544"/>
                  </a:cubicBezTo>
                  <a:cubicBezTo>
                    <a:pt x="44054" y="262761"/>
                    <a:pt x="44390" y="259397"/>
                    <a:pt x="44390" y="259061"/>
                  </a:cubicBezTo>
                  <a:cubicBezTo>
                    <a:pt x="44390" y="258724"/>
                    <a:pt x="43448" y="256134"/>
                    <a:pt x="43448" y="256134"/>
                  </a:cubicBezTo>
                  <a:lnTo>
                    <a:pt x="43515" y="253510"/>
                  </a:lnTo>
                  <a:cubicBezTo>
                    <a:pt x="43515" y="253510"/>
                    <a:pt x="41934" y="250987"/>
                    <a:pt x="41698" y="250819"/>
                  </a:cubicBezTo>
                  <a:cubicBezTo>
                    <a:pt x="41496" y="250684"/>
                    <a:pt x="39679" y="248363"/>
                    <a:pt x="39376" y="248296"/>
                  </a:cubicBezTo>
                  <a:cubicBezTo>
                    <a:pt x="39073" y="248229"/>
                    <a:pt x="37289" y="249372"/>
                    <a:pt x="37054" y="249440"/>
                  </a:cubicBezTo>
                  <a:cubicBezTo>
                    <a:pt x="36818" y="249507"/>
                    <a:pt x="34664" y="251458"/>
                    <a:pt x="34361" y="251626"/>
                  </a:cubicBezTo>
                  <a:cubicBezTo>
                    <a:pt x="34058" y="251761"/>
                    <a:pt x="33419" y="252131"/>
                    <a:pt x="32914" y="252636"/>
                  </a:cubicBezTo>
                  <a:cubicBezTo>
                    <a:pt x="32409" y="253140"/>
                    <a:pt x="31905" y="253577"/>
                    <a:pt x="30727" y="253880"/>
                  </a:cubicBezTo>
                  <a:cubicBezTo>
                    <a:pt x="29582" y="254183"/>
                    <a:pt x="26890" y="252736"/>
                    <a:pt x="26890" y="252736"/>
                  </a:cubicBezTo>
                  <a:cubicBezTo>
                    <a:pt x="26890" y="252736"/>
                    <a:pt x="24635" y="253241"/>
                    <a:pt x="24366" y="253308"/>
                  </a:cubicBezTo>
                  <a:cubicBezTo>
                    <a:pt x="24063" y="253376"/>
                    <a:pt x="19351" y="253813"/>
                    <a:pt x="19351" y="253813"/>
                  </a:cubicBezTo>
                  <a:lnTo>
                    <a:pt x="16020" y="254957"/>
                  </a:lnTo>
                  <a:cubicBezTo>
                    <a:pt x="16020" y="254957"/>
                    <a:pt x="14135" y="258926"/>
                    <a:pt x="13697" y="259431"/>
                  </a:cubicBezTo>
                  <a:cubicBezTo>
                    <a:pt x="13260" y="259935"/>
                    <a:pt x="10938" y="261819"/>
                    <a:pt x="10870" y="262391"/>
                  </a:cubicBezTo>
                  <a:cubicBezTo>
                    <a:pt x="10803" y="262963"/>
                    <a:pt x="9524" y="266596"/>
                    <a:pt x="9524" y="266596"/>
                  </a:cubicBezTo>
                  <a:lnTo>
                    <a:pt x="8683" y="272685"/>
                  </a:lnTo>
                  <a:lnTo>
                    <a:pt x="8683" y="276520"/>
                  </a:lnTo>
                  <a:lnTo>
                    <a:pt x="6933" y="283315"/>
                  </a:lnTo>
                  <a:lnTo>
                    <a:pt x="6933" y="288664"/>
                  </a:lnTo>
                  <a:cubicBezTo>
                    <a:pt x="6933" y="288664"/>
                    <a:pt x="4476" y="291691"/>
                    <a:pt x="3904" y="292869"/>
                  </a:cubicBezTo>
                  <a:cubicBezTo>
                    <a:pt x="3332" y="294012"/>
                    <a:pt x="1716" y="298957"/>
                    <a:pt x="1716" y="298957"/>
                  </a:cubicBezTo>
                  <a:lnTo>
                    <a:pt x="2457" y="303028"/>
                  </a:lnTo>
                  <a:cubicBezTo>
                    <a:pt x="2457" y="303028"/>
                    <a:pt x="4207" y="308545"/>
                    <a:pt x="4779" y="309116"/>
                  </a:cubicBezTo>
                  <a:cubicBezTo>
                    <a:pt x="5351" y="309688"/>
                    <a:pt x="6361" y="314331"/>
                    <a:pt x="6361" y="314331"/>
                  </a:cubicBezTo>
                  <a:lnTo>
                    <a:pt x="8380" y="320554"/>
                  </a:lnTo>
                  <a:lnTo>
                    <a:pt x="12284" y="325196"/>
                  </a:lnTo>
                  <a:cubicBezTo>
                    <a:pt x="12284" y="325196"/>
                    <a:pt x="14471" y="327383"/>
                    <a:pt x="15481" y="327955"/>
                  </a:cubicBezTo>
                  <a:cubicBezTo>
                    <a:pt x="16491" y="328527"/>
                    <a:pt x="17366" y="328998"/>
                    <a:pt x="17366" y="328998"/>
                  </a:cubicBezTo>
                  <a:lnTo>
                    <a:pt x="19553" y="330747"/>
                  </a:lnTo>
                  <a:lnTo>
                    <a:pt x="21169" y="333371"/>
                  </a:lnTo>
                  <a:lnTo>
                    <a:pt x="21068" y="335860"/>
                  </a:lnTo>
                  <a:lnTo>
                    <a:pt x="20092" y="336835"/>
                  </a:lnTo>
                  <a:lnTo>
                    <a:pt x="15952" y="342252"/>
                  </a:lnTo>
                  <a:cubicBezTo>
                    <a:pt x="15952" y="342252"/>
                    <a:pt x="14202" y="342891"/>
                    <a:pt x="14101" y="343227"/>
                  </a:cubicBezTo>
                  <a:cubicBezTo>
                    <a:pt x="14000" y="343563"/>
                    <a:pt x="12688" y="345178"/>
                    <a:pt x="12688" y="345178"/>
                  </a:cubicBezTo>
                  <a:cubicBezTo>
                    <a:pt x="12688" y="345178"/>
                    <a:pt x="12250" y="347466"/>
                    <a:pt x="12048" y="347903"/>
                  </a:cubicBezTo>
                  <a:cubicBezTo>
                    <a:pt x="11846" y="348340"/>
                    <a:pt x="10971" y="350191"/>
                    <a:pt x="10971" y="350191"/>
                  </a:cubicBezTo>
                  <a:cubicBezTo>
                    <a:pt x="10971" y="350191"/>
                    <a:pt x="9659" y="351603"/>
                    <a:pt x="9659" y="352142"/>
                  </a:cubicBezTo>
                  <a:cubicBezTo>
                    <a:pt x="9659" y="352680"/>
                    <a:pt x="9322" y="354194"/>
                    <a:pt x="9322" y="354194"/>
                  </a:cubicBezTo>
                  <a:cubicBezTo>
                    <a:pt x="9322" y="354194"/>
                    <a:pt x="9120" y="356582"/>
                    <a:pt x="9120" y="356918"/>
                  </a:cubicBezTo>
                  <a:cubicBezTo>
                    <a:pt x="9120" y="357255"/>
                    <a:pt x="9894" y="359946"/>
                    <a:pt x="10197" y="360081"/>
                  </a:cubicBezTo>
                  <a:cubicBezTo>
                    <a:pt x="10534" y="360181"/>
                    <a:pt x="11611" y="363007"/>
                    <a:pt x="11611" y="363007"/>
                  </a:cubicBezTo>
                  <a:lnTo>
                    <a:pt x="12923" y="365631"/>
                  </a:lnTo>
                  <a:lnTo>
                    <a:pt x="12048" y="372157"/>
                  </a:lnTo>
                  <a:lnTo>
                    <a:pt x="11409" y="374983"/>
                  </a:lnTo>
                  <a:lnTo>
                    <a:pt x="10769" y="376497"/>
                  </a:lnTo>
                  <a:lnTo>
                    <a:pt x="7168" y="380836"/>
                  </a:lnTo>
                  <a:lnTo>
                    <a:pt x="6529" y="384436"/>
                  </a:lnTo>
                  <a:cubicBezTo>
                    <a:pt x="6529" y="384436"/>
                    <a:pt x="5116" y="387800"/>
                    <a:pt x="4880" y="388338"/>
                  </a:cubicBezTo>
                  <a:cubicBezTo>
                    <a:pt x="4678" y="388876"/>
                    <a:pt x="3365" y="390625"/>
                    <a:pt x="3130" y="391063"/>
                  </a:cubicBezTo>
                  <a:cubicBezTo>
                    <a:pt x="2928" y="391500"/>
                    <a:pt x="2356" y="392240"/>
                    <a:pt x="1615" y="393451"/>
                  </a:cubicBezTo>
                  <a:cubicBezTo>
                    <a:pt x="841" y="394662"/>
                    <a:pt x="0" y="396916"/>
                    <a:pt x="0" y="399002"/>
                  </a:cubicBezTo>
                  <a:cubicBezTo>
                    <a:pt x="0" y="401054"/>
                    <a:pt x="0" y="403442"/>
                    <a:pt x="0" y="403442"/>
                  </a:cubicBezTo>
                  <a:cubicBezTo>
                    <a:pt x="0" y="403442"/>
                    <a:pt x="2389" y="406705"/>
                    <a:pt x="3904" y="408017"/>
                  </a:cubicBezTo>
                  <a:cubicBezTo>
                    <a:pt x="5418" y="409329"/>
                    <a:pt x="8481" y="412592"/>
                    <a:pt x="9558" y="413567"/>
                  </a:cubicBezTo>
                  <a:cubicBezTo>
                    <a:pt x="10635" y="414543"/>
                    <a:pt x="11846" y="415956"/>
                    <a:pt x="11846" y="415956"/>
                  </a:cubicBezTo>
                  <a:cubicBezTo>
                    <a:pt x="11846" y="415956"/>
                    <a:pt x="12923" y="417571"/>
                    <a:pt x="13058" y="418681"/>
                  </a:cubicBezTo>
                  <a:cubicBezTo>
                    <a:pt x="13159" y="419757"/>
                    <a:pt x="13058" y="423996"/>
                    <a:pt x="13058" y="424433"/>
                  </a:cubicBezTo>
                  <a:cubicBezTo>
                    <a:pt x="13058" y="424871"/>
                    <a:pt x="12082" y="429311"/>
                    <a:pt x="12082" y="429311"/>
                  </a:cubicBezTo>
                  <a:lnTo>
                    <a:pt x="12520" y="433886"/>
                  </a:lnTo>
                  <a:cubicBezTo>
                    <a:pt x="12520" y="433886"/>
                    <a:pt x="12856" y="436476"/>
                    <a:pt x="12856" y="436913"/>
                  </a:cubicBezTo>
                  <a:cubicBezTo>
                    <a:pt x="12856" y="437351"/>
                    <a:pt x="13630" y="440378"/>
                    <a:pt x="13731" y="440715"/>
                  </a:cubicBezTo>
                  <a:cubicBezTo>
                    <a:pt x="13832" y="441051"/>
                    <a:pt x="15919" y="443103"/>
                    <a:pt x="16121" y="443978"/>
                  </a:cubicBezTo>
                  <a:cubicBezTo>
                    <a:pt x="16322" y="444852"/>
                    <a:pt x="18173" y="446602"/>
                    <a:pt x="20024" y="448015"/>
                  </a:cubicBezTo>
                  <a:cubicBezTo>
                    <a:pt x="21875" y="449427"/>
                    <a:pt x="24029" y="450403"/>
                    <a:pt x="24164" y="450739"/>
                  </a:cubicBezTo>
                  <a:cubicBezTo>
                    <a:pt x="24265" y="451076"/>
                    <a:pt x="26015" y="452354"/>
                    <a:pt x="26015" y="452354"/>
                  </a:cubicBezTo>
                  <a:lnTo>
                    <a:pt x="28404" y="453431"/>
                  </a:lnTo>
                  <a:lnTo>
                    <a:pt x="31669" y="455920"/>
                  </a:lnTo>
                  <a:cubicBezTo>
                    <a:pt x="31669" y="455920"/>
                    <a:pt x="33082" y="456895"/>
                    <a:pt x="33857" y="457232"/>
                  </a:cubicBezTo>
                  <a:cubicBezTo>
                    <a:pt x="34631" y="457568"/>
                    <a:pt x="36145" y="457972"/>
                    <a:pt x="37020" y="457232"/>
                  </a:cubicBezTo>
                  <a:cubicBezTo>
                    <a:pt x="37895" y="456458"/>
                    <a:pt x="38535" y="455045"/>
                    <a:pt x="38669" y="454608"/>
                  </a:cubicBezTo>
                  <a:cubicBezTo>
                    <a:pt x="38770" y="454171"/>
                    <a:pt x="39309" y="452993"/>
                    <a:pt x="39746" y="452859"/>
                  </a:cubicBezTo>
                  <a:cubicBezTo>
                    <a:pt x="40184" y="452758"/>
                    <a:pt x="40722" y="452320"/>
                    <a:pt x="40722" y="452320"/>
                  </a:cubicBezTo>
                  <a:cubicBezTo>
                    <a:pt x="40722" y="452320"/>
                    <a:pt x="44761" y="453195"/>
                    <a:pt x="45164" y="453397"/>
                  </a:cubicBezTo>
                  <a:cubicBezTo>
                    <a:pt x="45602" y="453599"/>
                    <a:pt x="47217" y="454911"/>
                    <a:pt x="48092" y="455684"/>
                  </a:cubicBezTo>
                  <a:cubicBezTo>
                    <a:pt x="48967" y="456458"/>
                    <a:pt x="49741" y="457534"/>
                    <a:pt x="51357" y="458948"/>
                  </a:cubicBezTo>
                  <a:cubicBezTo>
                    <a:pt x="52972" y="460360"/>
                    <a:pt x="55496" y="461773"/>
                    <a:pt x="55496" y="461773"/>
                  </a:cubicBezTo>
                  <a:lnTo>
                    <a:pt x="56809" y="462547"/>
                  </a:lnTo>
                  <a:cubicBezTo>
                    <a:pt x="56809" y="462547"/>
                    <a:pt x="60847" y="465474"/>
                    <a:pt x="61689" y="466012"/>
                  </a:cubicBezTo>
                  <a:cubicBezTo>
                    <a:pt x="62564" y="466550"/>
                    <a:pt x="61150" y="466113"/>
                    <a:pt x="63876" y="466651"/>
                  </a:cubicBezTo>
                  <a:cubicBezTo>
                    <a:pt x="66602" y="467189"/>
                    <a:pt x="69867" y="468602"/>
                    <a:pt x="69867" y="468602"/>
                  </a:cubicBezTo>
                  <a:cubicBezTo>
                    <a:pt x="69867" y="468602"/>
                    <a:pt x="73030" y="470015"/>
                    <a:pt x="73905" y="470553"/>
                  </a:cubicBezTo>
                  <a:cubicBezTo>
                    <a:pt x="74780" y="471091"/>
                    <a:pt x="77506" y="473581"/>
                    <a:pt x="77506" y="473581"/>
                  </a:cubicBezTo>
                  <a:lnTo>
                    <a:pt x="79257" y="476171"/>
                  </a:lnTo>
                  <a:lnTo>
                    <a:pt x="80031" y="479198"/>
                  </a:lnTo>
                  <a:lnTo>
                    <a:pt x="81781" y="482462"/>
                  </a:lnTo>
                  <a:cubicBezTo>
                    <a:pt x="81781" y="482462"/>
                    <a:pt x="82656" y="484648"/>
                    <a:pt x="82757" y="485085"/>
                  </a:cubicBezTo>
                  <a:cubicBezTo>
                    <a:pt x="82858" y="485523"/>
                    <a:pt x="84372" y="489761"/>
                    <a:pt x="84372" y="489761"/>
                  </a:cubicBezTo>
                  <a:lnTo>
                    <a:pt x="85987" y="493798"/>
                  </a:lnTo>
                  <a:lnTo>
                    <a:pt x="87939" y="495985"/>
                  </a:lnTo>
                  <a:lnTo>
                    <a:pt x="89891" y="499012"/>
                  </a:lnTo>
                  <a:lnTo>
                    <a:pt x="92180" y="503352"/>
                  </a:lnTo>
                  <a:cubicBezTo>
                    <a:pt x="92180" y="503352"/>
                    <a:pt x="92281" y="503991"/>
                    <a:pt x="93055" y="505303"/>
                  </a:cubicBezTo>
                  <a:cubicBezTo>
                    <a:pt x="93829" y="506615"/>
                    <a:pt x="96858" y="512266"/>
                    <a:pt x="97194" y="513242"/>
                  </a:cubicBezTo>
                  <a:cubicBezTo>
                    <a:pt x="97531" y="514217"/>
                    <a:pt x="97834" y="515630"/>
                    <a:pt x="98507" y="516606"/>
                  </a:cubicBezTo>
                  <a:cubicBezTo>
                    <a:pt x="99146" y="517581"/>
                    <a:pt x="101334" y="518792"/>
                    <a:pt x="101570" y="519230"/>
                  </a:cubicBezTo>
                  <a:cubicBezTo>
                    <a:pt x="101771" y="519667"/>
                    <a:pt x="102445" y="521282"/>
                    <a:pt x="102747" y="521719"/>
                  </a:cubicBezTo>
                  <a:cubicBezTo>
                    <a:pt x="103084" y="522156"/>
                    <a:pt x="108839" y="526933"/>
                    <a:pt x="108839" y="526933"/>
                  </a:cubicBezTo>
                  <a:lnTo>
                    <a:pt x="113079" y="531710"/>
                  </a:lnTo>
                  <a:lnTo>
                    <a:pt x="117858" y="535309"/>
                  </a:lnTo>
                  <a:lnTo>
                    <a:pt x="121998" y="539010"/>
                  </a:lnTo>
                  <a:lnTo>
                    <a:pt x="129402" y="544123"/>
                  </a:lnTo>
                  <a:lnTo>
                    <a:pt x="134181" y="547487"/>
                  </a:lnTo>
                  <a:lnTo>
                    <a:pt x="137445" y="551187"/>
                  </a:lnTo>
                  <a:lnTo>
                    <a:pt x="144412" y="557377"/>
                  </a:lnTo>
                  <a:lnTo>
                    <a:pt x="147878" y="560741"/>
                  </a:lnTo>
                  <a:lnTo>
                    <a:pt x="151244" y="565753"/>
                  </a:lnTo>
                  <a:lnTo>
                    <a:pt x="153431" y="570766"/>
                  </a:lnTo>
                  <a:lnTo>
                    <a:pt x="158008" y="574802"/>
                  </a:lnTo>
                  <a:lnTo>
                    <a:pt x="159085" y="575442"/>
                  </a:lnTo>
                  <a:lnTo>
                    <a:pt x="161138" y="578772"/>
                  </a:lnTo>
                  <a:lnTo>
                    <a:pt x="163090" y="579916"/>
                  </a:lnTo>
                  <a:lnTo>
                    <a:pt x="166220" y="579916"/>
                  </a:lnTo>
                  <a:lnTo>
                    <a:pt x="167095" y="580992"/>
                  </a:lnTo>
                  <a:lnTo>
                    <a:pt x="170124" y="584591"/>
                  </a:lnTo>
                  <a:lnTo>
                    <a:pt x="170360" y="586879"/>
                  </a:lnTo>
                  <a:lnTo>
                    <a:pt x="170561" y="589166"/>
                  </a:lnTo>
                  <a:cubicBezTo>
                    <a:pt x="170561" y="589166"/>
                    <a:pt x="170797" y="590478"/>
                    <a:pt x="170662" y="590916"/>
                  </a:cubicBezTo>
                  <a:cubicBezTo>
                    <a:pt x="170561" y="591353"/>
                    <a:pt x="170561" y="593842"/>
                    <a:pt x="170561" y="593842"/>
                  </a:cubicBezTo>
                  <a:lnTo>
                    <a:pt x="170561" y="596466"/>
                  </a:lnTo>
                  <a:cubicBezTo>
                    <a:pt x="170561" y="596466"/>
                    <a:pt x="170662" y="599494"/>
                    <a:pt x="170797" y="600267"/>
                  </a:cubicBezTo>
                  <a:cubicBezTo>
                    <a:pt x="170898" y="601008"/>
                    <a:pt x="171571" y="601680"/>
                    <a:pt x="171874" y="602757"/>
                  </a:cubicBezTo>
                  <a:cubicBezTo>
                    <a:pt x="172211" y="603833"/>
                    <a:pt x="172749" y="604170"/>
                    <a:pt x="172951" y="604809"/>
                  </a:cubicBezTo>
                  <a:cubicBezTo>
                    <a:pt x="173153" y="605448"/>
                    <a:pt x="174028" y="606995"/>
                    <a:pt x="174129" y="607635"/>
                  </a:cubicBezTo>
                  <a:cubicBezTo>
                    <a:pt x="174230" y="608274"/>
                    <a:pt x="174903" y="609586"/>
                    <a:pt x="175206" y="610225"/>
                  </a:cubicBezTo>
                  <a:cubicBezTo>
                    <a:pt x="175542" y="610864"/>
                    <a:pt x="176182" y="612512"/>
                    <a:pt x="176182" y="612512"/>
                  </a:cubicBezTo>
                  <a:cubicBezTo>
                    <a:pt x="176182" y="612512"/>
                    <a:pt x="176821" y="613690"/>
                    <a:pt x="177393" y="614026"/>
                  </a:cubicBezTo>
                  <a:cubicBezTo>
                    <a:pt x="177932" y="614362"/>
                    <a:pt x="177595" y="614564"/>
                    <a:pt x="178470" y="614564"/>
                  </a:cubicBezTo>
                  <a:cubicBezTo>
                    <a:pt x="179345" y="614564"/>
                    <a:pt x="180321" y="614228"/>
                    <a:pt x="180961" y="614564"/>
                  </a:cubicBezTo>
                  <a:cubicBezTo>
                    <a:pt x="181600" y="614901"/>
                    <a:pt x="183014" y="615203"/>
                    <a:pt x="183014" y="615203"/>
                  </a:cubicBezTo>
                  <a:cubicBezTo>
                    <a:pt x="183014" y="615203"/>
                    <a:pt x="184865" y="615405"/>
                    <a:pt x="185504" y="615203"/>
                  </a:cubicBezTo>
                  <a:cubicBezTo>
                    <a:pt x="186144" y="615002"/>
                    <a:pt x="187557" y="614665"/>
                    <a:pt x="187557" y="614665"/>
                  </a:cubicBezTo>
                  <a:cubicBezTo>
                    <a:pt x="187557" y="614665"/>
                    <a:pt x="187456" y="615540"/>
                    <a:pt x="188331" y="614463"/>
                  </a:cubicBezTo>
                  <a:cubicBezTo>
                    <a:pt x="189206" y="613387"/>
                    <a:pt x="188970" y="614262"/>
                    <a:pt x="189206" y="613387"/>
                  </a:cubicBezTo>
                  <a:cubicBezTo>
                    <a:pt x="189408" y="612512"/>
                    <a:pt x="189644" y="610898"/>
                    <a:pt x="189644" y="610898"/>
                  </a:cubicBezTo>
                  <a:cubicBezTo>
                    <a:pt x="189644" y="610898"/>
                    <a:pt x="189845" y="610124"/>
                    <a:pt x="189980" y="609821"/>
                  </a:cubicBezTo>
                  <a:cubicBezTo>
                    <a:pt x="190081" y="609485"/>
                    <a:pt x="190182" y="608610"/>
                    <a:pt x="190182" y="607870"/>
                  </a:cubicBezTo>
                  <a:cubicBezTo>
                    <a:pt x="190182" y="607096"/>
                    <a:pt x="190283" y="605818"/>
                    <a:pt x="190283" y="605818"/>
                  </a:cubicBezTo>
                  <a:cubicBezTo>
                    <a:pt x="190283" y="605818"/>
                    <a:pt x="191057" y="604843"/>
                    <a:pt x="191360" y="604742"/>
                  </a:cubicBezTo>
                  <a:cubicBezTo>
                    <a:pt x="191696" y="604641"/>
                    <a:pt x="191360" y="603430"/>
                    <a:pt x="191898" y="602891"/>
                  </a:cubicBezTo>
                  <a:cubicBezTo>
                    <a:pt x="192437" y="602353"/>
                    <a:pt x="193850" y="601277"/>
                    <a:pt x="193850" y="601277"/>
                  </a:cubicBezTo>
                  <a:lnTo>
                    <a:pt x="196576" y="599864"/>
                  </a:lnTo>
                  <a:lnTo>
                    <a:pt x="199168" y="598989"/>
                  </a:lnTo>
                  <a:lnTo>
                    <a:pt x="201793" y="597476"/>
                  </a:lnTo>
                  <a:lnTo>
                    <a:pt x="203644" y="596164"/>
                  </a:lnTo>
                  <a:cubicBezTo>
                    <a:pt x="203644" y="596164"/>
                    <a:pt x="204182" y="596164"/>
                    <a:pt x="205057" y="595625"/>
                  </a:cubicBezTo>
                  <a:cubicBezTo>
                    <a:pt x="205932" y="595087"/>
                    <a:pt x="206269" y="593775"/>
                    <a:pt x="206908" y="593573"/>
                  </a:cubicBezTo>
                  <a:cubicBezTo>
                    <a:pt x="207548" y="593371"/>
                    <a:pt x="208524" y="593371"/>
                    <a:pt x="208961" y="593035"/>
                  </a:cubicBezTo>
                  <a:cubicBezTo>
                    <a:pt x="209399" y="592699"/>
                    <a:pt x="209937" y="592497"/>
                    <a:pt x="210577" y="592396"/>
                  </a:cubicBezTo>
                  <a:cubicBezTo>
                    <a:pt x="211216" y="592295"/>
                    <a:pt x="212091" y="592194"/>
                    <a:pt x="212091" y="591757"/>
                  </a:cubicBezTo>
                  <a:cubicBezTo>
                    <a:pt x="212091" y="591319"/>
                    <a:pt x="212293" y="589907"/>
                    <a:pt x="212293" y="589469"/>
                  </a:cubicBezTo>
                  <a:cubicBezTo>
                    <a:pt x="212293" y="589032"/>
                    <a:pt x="212192" y="588931"/>
                    <a:pt x="212192" y="587283"/>
                  </a:cubicBezTo>
                  <a:cubicBezTo>
                    <a:pt x="212192" y="585634"/>
                    <a:pt x="212293" y="584255"/>
                    <a:pt x="212293" y="584255"/>
                  </a:cubicBezTo>
                  <a:lnTo>
                    <a:pt x="212495" y="582943"/>
                  </a:lnTo>
                  <a:lnTo>
                    <a:pt x="213033" y="581732"/>
                  </a:lnTo>
                  <a:lnTo>
                    <a:pt x="213808" y="580117"/>
                  </a:lnTo>
                  <a:cubicBezTo>
                    <a:pt x="213808" y="580117"/>
                    <a:pt x="215019" y="579243"/>
                    <a:pt x="215659" y="579142"/>
                  </a:cubicBezTo>
                  <a:cubicBezTo>
                    <a:pt x="216298" y="579041"/>
                    <a:pt x="218250" y="578267"/>
                    <a:pt x="218250" y="578267"/>
                  </a:cubicBezTo>
                  <a:lnTo>
                    <a:pt x="219462" y="578065"/>
                  </a:lnTo>
                  <a:lnTo>
                    <a:pt x="220774" y="578839"/>
                  </a:lnTo>
                  <a:cubicBezTo>
                    <a:pt x="220774" y="578839"/>
                    <a:pt x="222087" y="578637"/>
                    <a:pt x="222288" y="579075"/>
                  </a:cubicBezTo>
                  <a:cubicBezTo>
                    <a:pt x="222490" y="579512"/>
                    <a:pt x="223063" y="580689"/>
                    <a:pt x="223365" y="580925"/>
                  </a:cubicBezTo>
                  <a:cubicBezTo>
                    <a:pt x="223702" y="581160"/>
                    <a:pt x="224341" y="581564"/>
                    <a:pt x="224577" y="581900"/>
                  </a:cubicBezTo>
                  <a:cubicBezTo>
                    <a:pt x="224813" y="582237"/>
                    <a:pt x="226630" y="583852"/>
                    <a:pt x="226966" y="583952"/>
                  </a:cubicBezTo>
                  <a:cubicBezTo>
                    <a:pt x="227303" y="584053"/>
                    <a:pt x="227303" y="583515"/>
                    <a:pt x="228043" y="583078"/>
                  </a:cubicBezTo>
                  <a:cubicBezTo>
                    <a:pt x="228817" y="582640"/>
                    <a:pt x="228918" y="582977"/>
                    <a:pt x="229659" y="582001"/>
                  </a:cubicBezTo>
                  <a:cubicBezTo>
                    <a:pt x="230433" y="581026"/>
                    <a:pt x="229861" y="581463"/>
                    <a:pt x="230433" y="581026"/>
                  </a:cubicBezTo>
                  <a:cubicBezTo>
                    <a:pt x="230971" y="580588"/>
                    <a:pt x="231914" y="580218"/>
                    <a:pt x="231914" y="580218"/>
                  </a:cubicBezTo>
                  <a:lnTo>
                    <a:pt x="233596" y="579781"/>
                  </a:lnTo>
                  <a:lnTo>
                    <a:pt x="236323" y="579714"/>
                  </a:lnTo>
                  <a:lnTo>
                    <a:pt x="237837" y="580353"/>
                  </a:lnTo>
                  <a:cubicBezTo>
                    <a:pt x="237837" y="580353"/>
                    <a:pt x="239049" y="582102"/>
                    <a:pt x="239183" y="582270"/>
                  </a:cubicBezTo>
                  <a:cubicBezTo>
                    <a:pt x="239351" y="582438"/>
                    <a:pt x="241573" y="584827"/>
                    <a:pt x="241573" y="584827"/>
                  </a:cubicBezTo>
                  <a:lnTo>
                    <a:pt x="243693" y="587754"/>
                  </a:lnTo>
                  <a:lnTo>
                    <a:pt x="245645" y="590075"/>
                  </a:lnTo>
                  <a:lnTo>
                    <a:pt x="250592" y="595053"/>
                  </a:lnTo>
                  <a:lnTo>
                    <a:pt x="255337" y="597711"/>
                  </a:lnTo>
                  <a:cubicBezTo>
                    <a:pt x="255337" y="597711"/>
                    <a:pt x="259208" y="600200"/>
                    <a:pt x="259409" y="600200"/>
                  </a:cubicBezTo>
                  <a:cubicBezTo>
                    <a:pt x="259611" y="600200"/>
                    <a:pt x="261698" y="600402"/>
                    <a:pt x="262405" y="600570"/>
                  </a:cubicBezTo>
                  <a:cubicBezTo>
                    <a:pt x="263112" y="600738"/>
                    <a:pt x="266309" y="600839"/>
                    <a:pt x="266915" y="600839"/>
                  </a:cubicBezTo>
                  <a:cubicBezTo>
                    <a:pt x="267520" y="600839"/>
                    <a:pt x="270448" y="600839"/>
                    <a:pt x="270448" y="600839"/>
                  </a:cubicBezTo>
                  <a:lnTo>
                    <a:pt x="271761" y="600974"/>
                  </a:lnTo>
                  <a:lnTo>
                    <a:pt x="274083" y="602151"/>
                  </a:lnTo>
                  <a:cubicBezTo>
                    <a:pt x="274083" y="602151"/>
                    <a:pt x="274958" y="602656"/>
                    <a:pt x="275160" y="603228"/>
                  </a:cubicBezTo>
                  <a:cubicBezTo>
                    <a:pt x="275362" y="603800"/>
                    <a:pt x="276102" y="606054"/>
                    <a:pt x="276102" y="606054"/>
                  </a:cubicBezTo>
                  <a:cubicBezTo>
                    <a:pt x="276102" y="606054"/>
                    <a:pt x="276237" y="607635"/>
                    <a:pt x="276237" y="608005"/>
                  </a:cubicBezTo>
                  <a:cubicBezTo>
                    <a:pt x="276237" y="608375"/>
                    <a:pt x="275867" y="609518"/>
                    <a:pt x="275867" y="609754"/>
                  </a:cubicBezTo>
                  <a:cubicBezTo>
                    <a:pt x="275867" y="609956"/>
                    <a:pt x="275294" y="612075"/>
                    <a:pt x="275294" y="612075"/>
                  </a:cubicBezTo>
                  <a:lnTo>
                    <a:pt x="274924" y="614026"/>
                  </a:lnTo>
                  <a:cubicBezTo>
                    <a:pt x="274924" y="614026"/>
                    <a:pt x="274722" y="615977"/>
                    <a:pt x="274722" y="616616"/>
                  </a:cubicBezTo>
                  <a:cubicBezTo>
                    <a:pt x="274722" y="617256"/>
                    <a:pt x="274722" y="618803"/>
                    <a:pt x="274588" y="619139"/>
                  </a:cubicBezTo>
                  <a:cubicBezTo>
                    <a:pt x="274453" y="619509"/>
                    <a:pt x="274520" y="620956"/>
                    <a:pt x="274520" y="620956"/>
                  </a:cubicBezTo>
                  <a:cubicBezTo>
                    <a:pt x="274520" y="620956"/>
                    <a:pt x="275463" y="623075"/>
                    <a:pt x="275463" y="623479"/>
                  </a:cubicBezTo>
                  <a:cubicBezTo>
                    <a:pt x="275463" y="623916"/>
                    <a:pt x="276102" y="625430"/>
                    <a:pt x="276102" y="625430"/>
                  </a:cubicBezTo>
                  <a:lnTo>
                    <a:pt x="277482" y="630274"/>
                  </a:lnTo>
                  <a:cubicBezTo>
                    <a:pt x="277482" y="630274"/>
                    <a:pt x="277785" y="632898"/>
                    <a:pt x="277785" y="633167"/>
                  </a:cubicBezTo>
                  <a:cubicBezTo>
                    <a:pt x="277785" y="633470"/>
                    <a:pt x="278290" y="635253"/>
                    <a:pt x="278357" y="635556"/>
                  </a:cubicBezTo>
                  <a:cubicBezTo>
                    <a:pt x="278424" y="635858"/>
                    <a:pt x="280174" y="637372"/>
                    <a:pt x="280174" y="637372"/>
                  </a:cubicBezTo>
                  <a:lnTo>
                    <a:pt x="281622" y="639390"/>
                  </a:lnTo>
                  <a:cubicBezTo>
                    <a:pt x="281622" y="639390"/>
                    <a:pt x="282126" y="639761"/>
                    <a:pt x="282429" y="639895"/>
                  </a:cubicBezTo>
                  <a:cubicBezTo>
                    <a:pt x="282732" y="640030"/>
                    <a:pt x="284886" y="641207"/>
                    <a:pt x="284886" y="641207"/>
                  </a:cubicBezTo>
                  <a:lnTo>
                    <a:pt x="286973" y="642519"/>
                  </a:lnTo>
                  <a:lnTo>
                    <a:pt x="290002" y="643966"/>
                  </a:lnTo>
                  <a:lnTo>
                    <a:pt x="293905" y="646421"/>
                  </a:lnTo>
                  <a:cubicBezTo>
                    <a:pt x="293905" y="646421"/>
                    <a:pt x="297607" y="648742"/>
                    <a:pt x="297877" y="649045"/>
                  </a:cubicBezTo>
                  <a:cubicBezTo>
                    <a:pt x="298180" y="649348"/>
                    <a:pt x="302285" y="652745"/>
                    <a:pt x="302285" y="652745"/>
                  </a:cubicBezTo>
                  <a:cubicBezTo>
                    <a:pt x="302285" y="652745"/>
                    <a:pt x="303295" y="654697"/>
                    <a:pt x="303531" y="655134"/>
                  </a:cubicBezTo>
                  <a:cubicBezTo>
                    <a:pt x="303733" y="655571"/>
                    <a:pt x="305718" y="659036"/>
                    <a:pt x="306290" y="660045"/>
                  </a:cubicBezTo>
                  <a:cubicBezTo>
                    <a:pt x="306862" y="661054"/>
                    <a:pt x="310127" y="665259"/>
                    <a:pt x="310497" y="665999"/>
                  </a:cubicBezTo>
                  <a:cubicBezTo>
                    <a:pt x="310867" y="666706"/>
                    <a:pt x="312685" y="669767"/>
                    <a:pt x="312685" y="669767"/>
                  </a:cubicBezTo>
                  <a:cubicBezTo>
                    <a:pt x="312685" y="669767"/>
                    <a:pt x="314435" y="673030"/>
                    <a:pt x="314435" y="673333"/>
                  </a:cubicBezTo>
                  <a:cubicBezTo>
                    <a:pt x="314435" y="673635"/>
                    <a:pt x="314805" y="677100"/>
                    <a:pt x="314805" y="677807"/>
                  </a:cubicBezTo>
                  <a:cubicBezTo>
                    <a:pt x="314805" y="678547"/>
                    <a:pt x="314805" y="681642"/>
                    <a:pt x="314805" y="681642"/>
                  </a:cubicBezTo>
                  <a:lnTo>
                    <a:pt x="317262" y="684669"/>
                  </a:lnTo>
                  <a:cubicBezTo>
                    <a:pt x="317262" y="684669"/>
                    <a:pt x="319887" y="687125"/>
                    <a:pt x="320223" y="687630"/>
                  </a:cubicBezTo>
                  <a:cubicBezTo>
                    <a:pt x="320594" y="688134"/>
                    <a:pt x="324632" y="690825"/>
                    <a:pt x="325137" y="690893"/>
                  </a:cubicBezTo>
                  <a:cubicBezTo>
                    <a:pt x="325642" y="690960"/>
                    <a:pt x="328536" y="692709"/>
                    <a:pt x="329041" y="693079"/>
                  </a:cubicBezTo>
                  <a:cubicBezTo>
                    <a:pt x="329546" y="693449"/>
                    <a:pt x="335637" y="696275"/>
                    <a:pt x="336075" y="696981"/>
                  </a:cubicBezTo>
                  <a:cubicBezTo>
                    <a:pt x="336512" y="697722"/>
                    <a:pt x="339911" y="700816"/>
                    <a:pt x="340349" y="701254"/>
                  </a:cubicBezTo>
                  <a:cubicBezTo>
                    <a:pt x="340786" y="701691"/>
                    <a:pt x="344993" y="705257"/>
                    <a:pt x="344993" y="705257"/>
                  </a:cubicBezTo>
                  <a:cubicBezTo>
                    <a:pt x="344993" y="705257"/>
                    <a:pt x="348190" y="708015"/>
                    <a:pt x="348460" y="708015"/>
                  </a:cubicBezTo>
                  <a:cubicBezTo>
                    <a:pt x="348762" y="708015"/>
                    <a:pt x="353104" y="709765"/>
                    <a:pt x="353373" y="709765"/>
                  </a:cubicBezTo>
                  <a:cubicBezTo>
                    <a:pt x="353676" y="709765"/>
                    <a:pt x="356772" y="709394"/>
                    <a:pt x="357210" y="709765"/>
                  </a:cubicBezTo>
                  <a:cubicBezTo>
                    <a:pt x="357647" y="710135"/>
                    <a:pt x="359296" y="711211"/>
                    <a:pt x="359296" y="711211"/>
                  </a:cubicBezTo>
                  <a:cubicBezTo>
                    <a:pt x="359296" y="711211"/>
                    <a:pt x="361114" y="713398"/>
                    <a:pt x="361181" y="713667"/>
                  </a:cubicBezTo>
                  <a:cubicBezTo>
                    <a:pt x="361248" y="713970"/>
                    <a:pt x="362830" y="715921"/>
                    <a:pt x="363066" y="716560"/>
                  </a:cubicBezTo>
                  <a:cubicBezTo>
                    <a:pt x="363301" y="717199"/>
                    <a:pt x="363941" y="719688"/>
                    <a:pt x="364075" y="720462"/>
                  </a:cubicBezTo>
                  <a:cubicBezTo>
                    <a:pt x="364210" y="721269"/>
                    <a:pt x="364950" y="723927"/>
                    <a:pt x="364950" y="724230"/>
                  </a:cubicBezTo>
                  <a:cubicBezTo>
                    <a:pt x="364950" y="724532"/>
                    <a:pt x="365320" y="726113"/>
                    <a:pt x="365455" y="726483"/>
                  </a:cubicBezTo>
                  <a:cubicBezTo>
                    <a:pt x="365590" y="726853"/>
                    <a:pt x="366700" y="728435"/>
                    <a:pt x="366768" y="728636"/>
                  </a:cubicBezTo>
                  <a:cubicBezTo>
                    <a:pt x="366835" y="728872"/>
                    <a:pt x="367845" y="734860"/>
                    <a:pt x="367845" y="734860"/>
                  </a:cubicBezTo>
                  <a:cubicBezTo>
                    <a:pt x="367845" y="734860"/>
                    <a:pt x="367979" y="736441"/>
                    <a:pt x="368282" y="737114"/>
                  </a:cubicBezTo>
                  <a:cubicBezTo>
                    <a:pt x="368585" y="737753"/>
                    <a:pt x="371816" y="739199"/>
                    <a:pt x="371816" y="739435"/>
                  </a:cubicBezTo>
                  <a:cubicBezTo>
                    <a:pt x="371816" y="739637"/>
                    <a:pt x="373128" y="742900"/>
                    <a:pt x="373128" y="742900"/>
                  </a:cubicBezTo>
                  <a:cubicBezTo>
                    <a:pt x="373128" y="742900"/>
                    <a:pt x="374710" y="746869"/>
                    <a:pt x="374710" y="747475"/>
                  </a:cubicBezTo>
                  <a:cubicBezTo>
                    <a:pt x="374710" y="748047"/>
                    <a:pt x="375148" y="751242"/>
                    <a:pt x="375148" y="751679"/>
                  </a:cubicBezTo>
                  <a:cubicBezTo>
                    <a:pt x="375148" y="752117"/>
                    <a:pt x="375518" y="753866"/>
                    <a:pt x="375518" y="754135"/>
                  </a:cubicBezTo>
                  <a:cubicBezTo>
                    <a:pt x="375518" y="754404"/>
                    <a:pt x="376460" y="756221"/>
                    <a:pt x="376460" y="756725"/>
                  </a:cubicBezTo>
                  <a:cubicBezTo>
                    <a:pt x="376460" y="757230"/>
                    <a:pt x="377100" y="758609"/>
                    <a:pt x="377403" y="759114"/>
                  </a:cubicBezTo>
                  <a:cubicBezTo>
                    <a:pt x="377705" y="759619"/>
                    <a:pt x="379287" y="762074"/>
                    <a:pt x="379422" y="762377"/>
                  </a:cubicBezTo>
                  <a:cubicBezTo>
                    <a:pt x="379556" y="762680"/>
                    <a:pt x="380229" y="764059"/>
                    <a:pt x="380566" y="764194"/>
                  </a:cubicBezTo>
                  <a:cubicBezTo>
                    <a:pt x="380936" y="764328"/>
                    <a:pt x="383595" y="766010"/>
                    <a:pt x="383965" y="766077"/>
                  </a:cubicBezTo>
                  <a:cubicBezTo>
                    <a:pt x="384335" y="766144"/>
                    <a:pt x="384975" y="765707"/>
                    <a:pt x="385850" y="766077"/>
                  </a:cubicBezTo>
                  <a:cubicBezTo>
                    <a:pt x="386725" y="766447"/>
                    <a:pt x="387869" y="766077"/>
                    <a:pt x="388475" y="766077"/>
                  </a:cubicBezTo>
                  <a:cubicBezTo>
                    <a:pt x="389047" y="766077"/>
                    <a:pt x="389283" y="765640"/>
                    <a:pt x="389989" y="765640"/>
                  </a:cubicBezTo>
                  <a:cubicBezTo>
                    <a:pt x="390696" y="765640"/>
                    <a:pt x="390932" y="765135"/>
                    <a:pt x="391504" y="765135"/>
                  </a:cubicBezTo>
                  <a:cubicBezTo>
                    <a:pt x="392076" y="765135"/>
                    <a:pt x="392446" y="764833"/>
                    <a:pt x="393186" y="764833"/>
                  </a:cubicBezTo>
                  <a:cubicBezTo>
                    <a:pt x="393893" y="764833"/>
                    <a:pt x="394768" y="764530"/>
                    <a:pt x="395273" y="764631"/>
                  </a:cubicBezTo>
                  <a:cubicBezTo>
                    <a:pt x="395778" y="764698"/>
                    <a:pt x="396417" y="765001"/>
                    <a:pt x="396855" y="765001"/>
                  </a:cubicBezTo>
                  <a:cubicBezTo>
                    <a:pt x="397292" y="765001"/>
                    <a:pt x="397090" y="765068"/>
                    <a:pt x="398100" y="764934"/>
                  </a:cubicBezTo>
                  <a:cubicBezTo>
                    <a:pt x="399110" y="764799"/>
                    <a:pt x="399547" y="764732"/>
                    <a:pt x="400490" y="764362"/>
                  </a:cubicBezTo>
                  <a:cubicBezTo>
                    <a:pt x="401432" y="763992"/>
                    <a:pt x="401869" y="763487"/>
                    <a:pt x="402576" y="763218"/>
                  </a:cubicBezTo>
                  <a:cubicBezTo>
                    <a:pt x="403317" y="762949"/>
                    <a:pt x="403014" y="762579"/>
                    <a:pt x="403889" y="762343"/>
                  </a:cubicBezTo>
                  <a:cubicBezTo>
                    <a:pt x="404764" y="762142"/>
                    <a:pt x="404023" y="761704"/>
                    <a:pt x="405773" y="761536"/>
                  </a:cubicBezTo>
                  <a:cubicBezTo>
                    <a:pt x="407523" y="761401"/>
                    <a:pt x="408903" y="760729"/>
                    <a:pt x="409475" y="760729"/>
                  </a:cubicBezTo>
                  <a:cubicBezTo>
                    <a:pt x="410047" y="760729"/>
                    <a:pt x="414692" y="760594"/>
                    <a:pt x="414692" y="760594"/>
                  </a:cubicBezTo>
                  <a:cubicBezTo>
                    <a:pt x="414692" y="760594"/>
                    <a:pt x="415870" y="760460"/>
                    <a:pt x="417014" y="760527"/>
                  </a:cubicBezTo>
                  <a:cubicBezTo>
                    <a:pt x="418158" y="760594"/>
                    <a:pt x="421086" y="760594"/>
                    <a:pt x="421288" y="760661"/>
                  </a:cubicBezTo>
                  <a:cubicBezTo>
                    <a:pt x="421490" y="760729"/>
                    <a:pt x="427077" y="764194"/>
                    <a:pt x="427077" y="764194"/>
                  </a:cubicBezTo>
                  <a:cubicBezTo>
                    <a:pt x="427077" y="764194"/>
                    <a:pt x="428894" y="764126"/>
                    <a:pt x="429163" y="764126"/>
                  </a:cubicBezTo>
                  <a:cubicBezTo>
                    <a:pt x="429466" y="764126"/>
                    <a:pt x="432865" y="766279"/>
                    <a:pt x="433067" y="766245"/>
                  </a:cubicBezTo>
                  <a:cubicBezTo>
                    <a:pt x="433269" y="766245"/>
                    <a:pt x="434885" y="768331"/>
                    <a:pt x="434885" y="768331"/>
                  </a:cubicBezTo>
                  <a:cubicBezTo>
                    <a:pt x="434885" y="768331"/>
                    <a:pt x="435760" y="769845"/>
                    <a:pt x="435961" y="770013"/>
                  </a:cubicBezTo>
                  <a:cubicBezTo>
                    <a:pt x="436163" y="770148"/>
                    <a:pt x="436601" y="771527"/>
                    <a:pt x="436601" y="771527"/>
                  </a:cubicBezTo>
                  <a:lnTo>
                    <a:pt x="437173" y="773041"/>
                  </a:lnTo>
                  <a:cubicBezTo>
                    <a:pt x="437173" y="773041"/>
                    <a:pt x="437308" y="773747"/>
                    <a:pt x="437308" y="774353"/>
                  </a:cubicBezTo>
                  <a:cubicBezTo>
                    <a:pt x="437308" y="774925"/>
                    <a:pt x="437510" y="776371"/>
                    <a:pt x="437812" y="776808"/>
                  </a:cubicBezTo>
                  <a:cubicBezTo>
                    <a:pt x="438115" y="777246"/>
                    <a:pt x="439394" y="780206"/>
                    <a:pt x="439394" y="780206"/>
                  </a:cubicBezTo>
                  <a:lnTo>
                    <a:pt x="440034" y="783974"/>
                  </a:lnTo>
                  <a:lnTo>
                    <a:pt x="440303" y="789188"/>
                  </a:lnTo>
                  <a:lnTo>
                    <a:pt x="439832" y="792653"/>
                  </a:lnTo>
                  <a:lnTo>
                    <a:pt x="439832" y="798069"/>
                  </a:lnTo>
                  <a:lnTo>
                    <a:pt x="440269" y="805671"/>
                  </a:lnTo>
                  <a:lnTo>
                    <a:pt x="441043" y="812096"/>
                  </a:lnTo>
                  <a:lnTo>
                    <a:pt x="441279" y="815359"/>
                  </a:lnTo>
                  <a:lnTo>
                    <a:pt x="444207" y="821011"/>
                  </a:lnTo>
                  <a:lnTo>
                    <a:pt x="445957" y="821885"/>
                  </a:lnTo>
                  <a:lnTo>
                    <a:pt x="447471" y="824375"/>
                  </a:lnTo>
                  <a:cubicBezTo>
                    <a:pt x="447471" y="824375"/>
                    <a:pt x="449524" y="828176"/>
                    <a:pt x="450096" y="828714"/>
                  </a:cubicBezTo>
                  <a:cubicBezTo>
                    <a:pt x="450635" y="829252"/>
                    <a:pt x="454101" y="830665"/>
                    <a:pt x="454539" y="830901"/>
                  </a:cubicBezTo>
                  <a:cubicBezTo>
                    <a:pt x="454976" y="831103"/>
                    <a:pt x="456390" y="832650"/>
                    <a:pt x="456592" y="833390"/>
                  </a:cubicBezTo>
                  <a:cubicBezTo>
                    <a:pt x="456794" y="834164"/>
                    <a:pt x="456794" y="836216"/>
                    <a:pt x="456794" y="836216"/>
                  </a:cubicBezTo>
                  <a:lnTo>
                    <a:pt x="457231" y="838604"/>
                  </a:lnTo>
                  <a:cubicBezTo>
                    <a:pt x="457231" y="838604"/>
                    <a:pt x="461909" y="839916"/>
                    <a:pt x="463222" y="841094"/>
                  </a:cubicBezTo>
                  <a:cubicBezTo>
                    <a:pt x="464534" y="842271"/>
                    <a:pt x="467227" y="843482"/>
                    <a:pt x="467227" y="843482"/>
                  </a:cubicBezTo>
                  <a:cubicBezTo>
                    <a:pt x="467227" y="843482"/>
                    <a:pt x="468102" y="842944"/>
                    <a:pt x="468539" y="843482"/>
                  </a:cubicBezTo>
                  <a:cubicBezTo>
                    <a:pt x="468977" y="844020"/>
                    <a:pt x="469414" y="844794"/>
                    <a:pt x="469852" y="845870"/>
                  </a:cubicBezTo>
                  <a:cubicBezTo>
                    <a:pt x="470289" y="846947"/>
                    <a:pt x="471265" y="849470"/>
                    <a:pt x="471265" y="849470"/>
                  </a:cubicBezTo>
                  <a:lnTo>
                    <a:pt x="476482" y="855323"/>
                  </a:lnTo>
                  <a:cubicBezTo>
                    <a:pt x="476482" y="855323"/>
                    <a:pt x="479645" y="859663"/>
                    <a:pt x="480285" y="860436"/>
                  </a:cubicBezTo>
                  <a:cubicBezTo>
                    <a:pt x="480924" y="861210"/>
                    <a:pt x="482472" y="863599"/>
                    <a:pt x="483448" y="864036"/>
                  </a:cubicBezTo>
                  <a:cubicBezTo>
                    <a:pt x="484424" y="864473"/>
                    <a:pt x="486275" y="865247"/>
                    <a:pt x="487891" y="865247"/>
                  </a:cubicBezTo>
                  <a:cubicBezTo>
                    <a:pt x="489506" y="865247"/>
                    <a:pt x="490617" y="864709"/>
                    <a:pt x="491256" y="865247"/>
                  </a:cubicBezTo>
                  <a:cubicBezTo>
                    <a:pt x="491895" y="865785"/>
                    <a:pt x="496371" y="867534"/>
                    <a:pt x="496371" y="867534"/>
                  </a:cubicBezTo>
                  <a:cubicBezTo>
                    <a:pt x="496371" y="867534"/>
                    <a:pt x="498424" y="867198"/>
                    <a:pt x="498996" y="866996"/>
                  </a:cubicBezTo>
                  <a:cubicBezTo>
                    <a:pt x="499535" y="866794"/>
                    <a:pt x="498996" y="866458"/>
                    <a:pt x="500073" y="866021"/>
                  </a:cubicBezTo>
                  <a:cubicBezTo>
                    <a:pt x="501150" y="865583"/>
                    <a:pt x="501386" y="865583"/>
                    <a:pt x="501824" y="865381"/>
                  </a:cubicBezTo>
                  <a:cubicBezTo>
                    <a:pt x="502261" y="865146"/>
                    <a:pt x="503237" y="864170"/>
                    <a:pt x="503237" y="864170"/>
                  </a:cubicBezTo>
                  <a:lnTo>
                    <a:pt x="504011" y="863397"/>
                  </a:lnTo>
                  <a:lnTo>
                    <a:pt x="505761" y="862085"/>
                  </a:lnTo>
                  <a:cubicBezTo>
                    <a:pt x="505761" y="862085"/>
                    <a:pt x="506737" y="861311"/>
                    <a:pt x="506838" y="861042"/>
                  </a:cubicBezTo>
                  <a:cubicBezTo>
                    <a:pt x="506939" y="860773"/>
                    <a:pt x="507545" y="860235"/>
                    <a:pt x="508083" y="860235"/>
                  </a:cubicBezTo>
                  <a:cubicBezTo>
                    <a:pt x="508622" y="860235"/>
                    <a:pt x="510540" y="860066"/>
                    <a:pt x="510843" y="859999"/>
                  </a:cubicBezTo>
                  <a:cubicBezTo>
                    <a:pt x="511179" y="859932"/>
                    <a:pt x="513232" y="859932"/>
                    <a:pt x="513434" y="859932"/>
                  </a:cubicBezTo>
                  <a:cubicBezTo>
                    <a:pt x="513670" y="859932"/>
                    <a:pt x="515218" y="860033"/>
                    <a:pt x="515386" y="860033"/>
                  </a:cubicBezTo>
                  <a:cubicBezTo>
                    <a:pt x="515555" y="860033"/>
                    <a:pt x="516194" y="860369"/>
                    <a:pt x="516362" y="860504"/>
                  </a:cubicBezTo>
                  <a:cubicBezTo>
                    <a:pt x="516531" y="860672"/>
                    <a:pt x="517170" y="861412"/>
                    <a:pt x="517506" y="861479"/>
                  </a:cubicBezTo>
                  <a:cubicBezTo>
                    <a:pt x="517843" y="861547"/>
                    <a:pt x="518550" y="862522"/>
                    <a:pt x="518718" y="862623"/>
                  </a:cubicBezTo>
                  <a:cubicBezTo>
                    <a:pt x="518886" y="862724"/>
                    <a:pt x="519761" y="863767"/>
                    <a:pt x="519930" y="864036"/>
                  </a:cubicBezTo>
                  <a:cubicBezTo>
                    <a:pt x="520098" y="864305"/>
                    <a:pt x="520704" y="865516"/>
                    <a:pt x="520704" y="865516"/>
                  </a:cubicBezTo>
                  <a:cubicBezTo>
                    <a:pt x="520704" y="865516"/>
                    <a:pt x="520872" y="867198"/>
                    <a:pt x="520872" y="867467"/>
                  </a:cubicBezTo>
                  <a:cubicBezTo>
                    <a:pt x="520872" y="867736"/>
                    <a:pt x="520805" y="868880"/>
                    <a:pt x="520805" y="868880"/>
                  </a:cubicBezTo>
                  <a:cubicBezTo>
                    <a:pt x="520805" y="868880"/>
                    <a:pt x="520468" y="870024"/>
                    <a:pt x="520434" y="870192"/>
                  </a:cubicBezTo>
                  <a:cubicBezTo>
                    <a:pt x="520367" y="870360"/>
                    <a:pt x="519660" y="871538"/>
                    <a:pt x="519660" y="871538"/>
                  </a:cubicBezTo>
                  <a:lnTo>
                    <a:pt x="518718" y="873152"/>
                  </a:lnTo>
                  <a:lnTo>
                    <a:pt x="517675" y="874195"/>
                  </a:lnTo>
                  <a:lnTo>
                    <a:pt x="517136" y="875103"/>
                  </a:lnTo>
                  <a:lnTo>
                    <a:pt x="512997" y="877660"/>
                  </a:lnTo>
                  <a:lnTo>
                    <a:pt x="511516" y="879510"/>
                  </a:lnTo>
                  <a:lnTo>
                    <a:pt x="510977" y="879947"/>
                  </a:lnTo>
                  <a:lnTo>
                    <a:pt x="510271" y="881360"/>
                  </a:lnTo>
                  <a:lnTo>
                    <a:pt x="509934" y="882605"/>
                  </a:lnTo>
                  <a:cubicBezTo>
                    <a:pt x="509934" y="882605"/>
                    <a:pt x="509564" y="884085"/>
                    <a:pt x="509564" y="884287"/>
                  </a:cubicBezTo>
                  <a:cubicBezTo>
                    <a:pt x="509564" y="884522"/>
                    <a:pt x="509396" y="885700"/>
                    <a:pt x="509396" y="886238"/>
                  </a:cubicBezTo>
                  <a:cubicBezTo>
                    <a:pt x="509396" y="886776"/>
                    <a:pt x="509396" y="888425"/>
                    <a:pt x="509396" y="888425"/>
                  </a:cubicBezTo>
                  <a:lnTo>
                    <a:pt x="509396" y="890174"/>
                  </a:lnTo>
                  <a:lnTo>
                    <a:pt x="509497" y="892899"/>
                  </a:lnTo>
                  <a:cubicBezTo>
                    <a:pt x="509497" y="892899"/>
                    <a:pt x="510574" y="894850"/>
                    <a:pt x="510708" y="895018"/>
                  </a:cubicBezTo>
                  <a:cubicBezTo>
                    <a:pt x="510809" y="895186"/>
                    <a:pt x="511617" y="896330"/>
                    <a:pt x="511785" y="896599"/>
                  </a:cubicBezTo>
                  <a:cubicBezTo>
                    <a:pt x="511954" y="896868"/>
                    <a:pt x="512593" y="898012"/>
                    <a:pt x="512997" y="898079"/>
                  </a:cubicBezTo>
                  <a:cubicBezTo>
                    <a:pt x="513367" y="898147"/>
                    <a:pt x="515016" y="898853"/>
                    <a:pt x="515555" y="899324"/>
                  </a:cubicBezTo>
                  <a:cubicBezTo>
                    <a:pt x="516093" y="899829"/>
                    <a:pt x="517305" y="900569"/>
                    <a:pt x="517742" y="900804"/>
                  </a:cubicBezTo>
                  <a:cubicBezTo>
                    <a:pt x="518180" y="901006"/>
                    <a:pt x="519189" y="901241"/>
                    <a:pt x="519425" y="901410"/>
                  </a:cubicBezTo>
                  <a:cubicBezTo>
                    <a:pt x="519660" y="901578"/>
                    <a:pt x="520838" y="902049"/>
                    <a:pt x="521040" y="902183"/>
                  </a:cubicBezTo>
                  <a:cubicBezTo>
                    <a:pt x="521242" y="902352"/>
                    <a:pt x="523261" y="903260"/>
                    <a:pt x="523598" y="903260"/>
                  </a:cubicBezTo>
                  <a:cubicBezTo>
                    <a:pt x="523935" y="903260"/>
                    <a:pt x="525920" y="903260"/>
                    <a:pt x="525920" y="903260"/>
                  </a:cubicBezTo>
                  <a:lnTo>
                    <a:pt x="528209" y="903260"/>
                  </a:lnTo>
                  <a:lnTo>
                    <a:pt x="529387" y="903260"/>
                  </a:lnTo>
                  <a:cubicBezTo>
                    <a:pt x="529387" y="903260"/>
                    <a:pt x="532752" y="903596"/>
                    <a:pt x="532920" y="903596"/>
                  </a:cubicBezTo>
                  <a:cubicBezTo>
                    <a:pt x="533089" y="903596"/>
                    <a:pt x="534401" y="903529"/>
                    <a:pt x="534771" y="903865"/>
                  </a:cubicBezTo>
                  <a:cubicBezTo>
                    <a:pt x="535142" y="904202"/>
                    <a:pt x="536353" y="904773"/>
                    <a:pt x="536353" y="904773"/>
                  </a:cubicBezTo>
                  <a:lnTo>
                    <a:pt x="539618" y="904134"/>
                  </a:lnTo>
                  <a:cubicBezTo>
                    <a:pt x="539618" y="904134"/>
                    <a:pt x="540930" y="904269"/>
                    <a:pt x="541368" y="904269"/>
                  </a:cubicBezTo>
                  <a:cubicBezTo>
                    <a:pt x="541805" y="904269"/>
                    <a:pt x="542613" y="904639"/>
                    <a:pt x="543252" y="904773"/>
                  </a:cubicBezTo>
                  <a:cubicBezTo>
                    <a:pt x="543892" y="904908"/>
                    <a:pt x="545574" y="906287"/>
                    <a:pt x="545642" y="906590"/>
                  </a:cubicBezTo>
                  <a:cubicBezTo>
                    <a:pt x="545709" y="906893"/>
                    <a:pt x="546349" y="908844"/>
                    <a:pt x="546651" y="909113"/>
                  </a:cubicBezTo>
                  <a:cubicBezTo>
                    <a:pt x="546954" y="909416"/>
                    <a:pt x="547291" y="910425"/>
                    <a:pt x="547224" y="910997"/>
                  </a:cubicBezTo>
                  <a:cubicBezTo>
                    <a:pt x="547156" y="911569"/>
                    <a:pt x="546214" y="914327"/>
                    <a:pt x="547022" y="914899"/>
                  </a:cubicBezTo>
                  <a:cubicBezTo>
                    <a:pt x="547829" y="915471"/>
                    <a:pt x="548974" y="916783"/>
                    <a:pt x="549411" y="916985"/>
                  </a:cubicBezTo>
                  <a:cubicBezTo>
                    <a:pt x="549849" y="917187"/>
                    <a:pt x="552743" y="916480"/>
                    <a:pt x="553820" y="916346"/>
                  </a:cubicBezTo>
                  <a:cubicBezTo>
                    <a:pt x="554897" y="916211"/>
                    <a:pt x="556411" y="915404"/>
                    <a:pt x="557017" y="915034"/>
                  </a:cubicBezTo>
                  <a:cubicBezTo>
                    <a:pt x="557589" y="914664"/>
                    <a:pt x="557454" y="914529"/>
                    <a:pt x="558094" y="913890"/>
                  </a:cubicBezTo>
                  <a:cubicBezTo>
                    <a:pt x="558733" y="913251"/>
                    <a:pt x="560180" y="912645"/>
                    <a:pt x="560180" y="912645"/>
                  </a:cubicBezTo>
                  <a:lnTo>
                    <a:pt x="561190" y="910627"/>
                  </a:lnTo>
                  <a:lnTo>
                    <a:pt x="561628" y="909618"/>
                  </a:lnTo>
                  <a:lnTo>
                    <a:pt x="564017" y="910122"/>
                  </a:lnTo>
                  <a:cubicBezTo>
                    <a:pt x="564017" y="910122"/>
                    <a:pt x="564488" y="910930"/>
                    <a:pt x="564724" y="911199"/>
                  </a:cubicBezTo>
                  <a:cubicBezTo>
                    <a:pt x="564926" y="911501"/>
                    <a:pt x="565060" y="914092"/>
                    <a:pt x="565060" y="914092"/>
                  </a:cubicBezTo>
                  <a:lnTo>
                    <a:pt x="565060" y="916278"/>
                  </a:lnTo>
                  <a:cubicBezTo>
                    <a:pt x="565060" y="916278"/>
                    <a:pt x="566003" y="918599"/>
                    <a:pt x="566003" y="919037"/>
                  </a:cubicBezTo>
                  <a:cubicBezTo>
                    <a:pt x="566003" y="919474"/>
                    <a:pt x="566137" y="922804"/>
                    <a:pt x="566137" y="923073"/>
                  </a:cubicBezTo>
                  <a:cubicBezTo>
                    <a:pt x="566137" y="923376"/>
                    <a:pt x="566272" y="924587"/>
                    <a:pt x="566272" y="924587"/>
                  </a:cubicBezTo>
                  <a:cubicBezTo>
                    <a:pt x="566272" y="924587"/>
                    <a:pt x="567147" y="927346"/>
                    <a:pt x="567080" y="928153"/>
                  </a:cubicBezTo>
                  <a:cubicBezTo>
                    <a:pt x="567012" y="928960"/>
                    <a:pt x="567383" y="931618"/>
                    <a:pt x="567887" y="931853"/>
                  </a:cubicBezTo>
                  <a:cubicBezTo>
                    <a:pt x="568392" y="932055"/>
                    <a:pt x="569637" y="934477"/>
                    <a:pt x="570344" y="934814"/>
                  </a:cubicBezTo>
                  <a:cubicBezTo>
                    <a:pt x="571085" y="935184"/>
                    <a:pt x="572027" y="935890"/>
                    <a:pt x="572229" y="935957"/>
                  </a:cubicBezTo>
                  <a:cubicBezTo>
                    <a:pt x="572431" y="936025"/>
                    <a:pt x="575493" y="939422"/>
                    <a:pt x="575493" y="939422"/>
                  </a:cubicBezTo>
                  <a:cubicBezTo>
                    <a:pt x="575493" y="939422"/>
                    <a:pt x="577513" y="941878"/>
                    <a:pt x="577816" y="942618"/>
                  </a:cubicBezTo>
                  <a:cubicBezTo>
                    <a:pt x="578118" y="943325"/>
                    <a:pt x="578522" y="947092"/>
                    <a:pt x="578522" y="947092"/>
                  </a:cubicBezTo>
                  <a:lnTo>
                    <a:pt x="579027" y="950860"/>
                  </a:lnTo>
                  <a:cubicBezTo>
                    <a:pt x="579027" y="950860"/>
                    <a:pt x="578960" y="951297"/>
                    <a:pt x="578960" y="953618"/>
                  </a:cubicBezTo>
                  <a:cubicBezTo>
                    <a:pt x="578960" y="955939"/>
                    <a:pt x="578960" y="959707"/>
                    <a:pt x="578960" y="959707"/>
                  </a:cubicBezTo>
                  <a:lnTo>
                    <a:pt x="579700" y="962466"/>
                  </a:lnTo>
                  <a:cubicBezTo>
                    <a:pt x="579700" y="962466"/>
                    <a:pt x="580272" y="963340"/>
                    <a:pt x="580441" y="964484"/>
                  </a:cubicBezTo>
                  <a:cubicBezTo>
                    <a:pt x="580575" y="965628"/>
                    <a:pt x="580306" y="968823"/>
                    <a:pt x="582325" y="969395"/>
                  </a:cubicBezTo>
                  <a:cubicBezTo>
                    <a:pt x="584345" y="969967"/>
                    <a:pt x="586801" y="969160"/>
                    <a:pt x="586801" y="969160"/>
                  </a:cubicBezTo>
                  <a:lnTo>
                    <a:pt x="589292" y="967108"/>
                  </a:lnTo>
                  <a:lnTo>
                    <a:pt x="589999" y="964181"/>
                  </a:lnTo>
                  <a:cubicBezTo>
                    <a:pt x="589999" y="964181"/>
                    <a:pt x="591143" y="960649"/>
                    <a:pt x="591244" y="960380"/>
                  </a:cubicBezTo>
                  <a:cubicBezTo>
                    <a:pt x="591345" y="960111"/>
                    <a:pt x="591614" y="957991"/>
                    <a:pt x="591614" y="957991"/>
                  </a:cubicBezTo>
                  <a:lnTo>
                    <a:pt x="591984" y="956579"/>
                  </a:lnTo>
                  <a:lnTo>
                    <a:pt x="592523" y="954728"/>
                  </a:lnTo>
                  <a:lnTo>
                    <a:pt x="593431" y="952979"/>
                  </a:lnTo>
                  <a:lnTo>
                    <a:pt x="593801" y="951667"/>
                  </a:lnTo>
                  <a:cubicBezTo>
                    <a:pt x="593801" y="951667"/>
                    <a:pt x="594138" y="950961"/>
                    <a:pt x="594239" y="950792"/>
                  </a:cubicBezTo>
                  <a:cubicBezTo>
                    <a:pt x="594340" y="950624"/>
                    <a:pt x="595753" y="948068"/>
                    <a:pt x="595753" y="948068"/>
                  </a:cubicBezTo>
                  <a:lnTo>
                    <a:pt x="596830" y="946554"/>
                  </a:lnTo>
                  <a:lnTo>
                    <a:pt x="598715" y="944603"/>
                  </a:lnTo>
                  <a:cubicBezTo>
                    <a:pt x="598715" y="944603"/>
                    <a:pt x="599489" y="943526"/>
                    <a:pt x="599624" y="943459"/>
                  </a:cubicBezTo>
                  <a:cubicBezTo>
                    <a:pt x="599792" y="943392"/>
                    <a:pt x="600162" y="942584"/>
                    <a:pt x="600330" y="942517"/>
                  </a:cubicBezTo>
                  <a:cubicBezTo>
                    <a:pt x="600499" y="942450"/>
                    <a:pt x="601306" y="941205"/>
                    <a:pt x="601306" y="941205"/>
                  </a:cubicBezTo>
                  <a:cubicBezTo>
                    <a:pt x="601306" y="941205"/>
                    <a:pt x="602552" y="940162"/>
                    <a:pt x="602720" y="940129"/>
                  </a:cubicBezTo>
                  <a:cubicBezTo>
                    <a:pt x="602888" y="940061"/>
                    <a:pt x="603797" y="939591"/>
                    <a:pt x="604032" y="939591"/>
                  </a:cubicBezTo>
                  <a:cubicBezTo>
                    <a:pt x="604234" y="939591"/>
                    <a:pt x="605076" y="939658"/>
                    <a:pt x="605278" y="939658"/>
                  </a:cubicBezTo>
                  <a:cubicBezTo>
                    <a:pt x="605480" y="939658"/>
                    <a:pt x="605648" y="939557"/>
                    <a:pt x="606186" y="940095"/>
                  </a:cubicBezTo>
                  <a:cubicBezTo>
                    <a:pt x="606725" y="940633"/>
                    <a:pt x="606994" y="940869"/>
                    <a:pt x="607095" y="942046"/>
                  </a:cubicBezTo>
                  <a:cubicBezTo>
                    <a:pt x="607196" y="943224"/>
                    <a:pt x="607533" y="945915"/>
                    <a:pt x="607533" y="945915"/>
                  </a:cubicBezTo>
                  <a:lnTo>
                    <a:pt x="607600" y="947496"/>
                  </a:lnTo>
                  <a:lnTo>
                    <a:pt x="607499" y="950422"/>
                  </a:lnTo>
                  <a:lnTo>
                    <a:pt x="607297" y="952172"/>
                  </a:lnTo>
                  <a:lnTo>
                    <a:pt x="606657" y="954661"/>
                  </a:lnTo>
                  <a:lnTo>
                    <a:pt x="606557" y="955973"/>
                  </a:lnTo>
                  <a:lnTo>
                    <a:pt x="606052" y="957285"/>
                  </a:lnTo>
                  <a:cubicBezTo>
                    <a:pt x="606052" y="957285"/>
                    <a:pt x="605850" y="958429"/>
                    <a:pt x="605850" y="958631"/>
                  </a:cubicBezTo>
                  <a:cubicBezTo>
                    <a:pt x="605850" y="958832"/>
                    <a:pt x="605379" y="959976"/>
                    <a:pt x="605379" y="959976"/>
                  </a:cubicBezTo>
                  <a:lnTo>
                    <a:pt x="604975" y="961860"/>
                  </a:lnTo>
                  <a:lnTo>
                    <a:pt x="604975" y="963172"/>
                  </a:lnTo>
                  <a:lnTo>
                    <a:pt x="605244" y="963777"/>
                  </a:lnTo>
                  <a:cubicBezTo>
                    <a:pt x="605244" y="963777"/>
                    <a:pt x="605345" y="965257"/>
                    <a:pt x="605581" y="965358"/>
                  </a:cubicBezTo>
                  <a:cubicBezTo>
                    <a:pt x="605783" y="965459"/>
                    <a:pt x="606220" y="966704"/>
                    <a:pt x="606456" y="966939"/>
                  </a:cubicBezTo>
                  <a:cubicBezTo>
                    <a:pt x="606691" y="967141"/>
                    <a:pt x="608408" y="968722"/>
                    <a:pt x="609451" y="968891"/>
                  </a:cubicBezTo>
                  <a:cubicBezTo>
                    <a:pt x="610494" y="969059"/>
                    <a:pt x="613254" y="969294"/>
                    <a:pt x="613254" y="969294"/>
                  </a:cubicBezTo>
                  <a:lnTo>
                    <a:pt x="614566" y="969294"/>
                  </a:lnTo>
                  <a:lnTo>
                    <a:pt x="618369" y="970169"/>
                  </a:lnTo>
                  <a:lnTo>
                    <a:pt x="619446" y="972894"/>
                  </a:lnTo>
                  <a:lnTo>
                    <a:pt x="619345" y="975282"/>
                  </a:lnTo>
                  <a:cubicBezTo>
                    <a:pt x="619345" y="975282"/>
                    <a:pt x="620220" y="976359"/>
                    <a:pt x="620658" y="976594"/>
                  </a:cubicBezTo>
                  <a:cubicBezTo>
                    <a:pt x="621095" y="976830"/>
                    <a:pt x="622509" y="976392"/>
                    <a:pt x="622946" y="976594"/>
                  </a:cubicBezTo>
                  <a:cubicBezTo>
                    <a:pt x="623384" y="976830"/>
                    <a:pt x="624595" y="977031"/>
                    <a:pt x="625235" y="976056"/>
                  </a:cubicBezTo>
                  <a:cubicBezTo>
                    <a:pt x="625874" y="975080"/>
                    <a:pt x="630451" y="973768"/>
                    <a:pt x="630451" y="973768"/>
                  </a:cubicBezTo>
                  <a:lnTo>
                    <a:pt x="632942" y="970842"/>
                  </a:lnTo>
                  <a:lnTo>
                    <a:pt x="634894" y="968453"/>
                  </a:lnTo>
                  <a:lnTo>
                    <a:pt x="638697" y="965728"/>
                  </a:lnTo>
                  <a:lnTo>
                    <a:pt x="639572" y="963239"/>
                  </a:lnTo>
                  <a:lnTo>
                    <a:pt x="640649" y="961725"/>
                  </a:lnTo>
                  <a:lnTo>
                    <a:pt x="641288" y="960413"/>
                  </a:lnTo>
                  <a:lnTo>
                    <a:pt x="643139" y="959001"/>
                  </a:lnTo>
                  <a:cubicBezTo>
                    <a:pt x="643139" y="959001"/>
                    <a:pt x="643577" y="959102"/>
                    <a:pt x="643913" y="959001"/>
                  </a:cubicBezTo>
                  <a:cubicBezTo>
                    <a:pt x="644250" y="958900"/>
                    <a:pt x="646841" y="958361"/>
                    <a:pt x="646841" y="958361"/>
                  </a:cubicBezTo>
                  <a:cubicBezTo>
                    <a:pt x="646841" y="958361"/>
                    <a:pt x="649029" y="958025"/>
                    <a:pt x="649668" y="958025"/>
                  </a:cubicBezTo>
                  <a:cubicBezTo>
                    <a:pt x="650307" y="958025"/>
                    <a:pt x="651957" y="958462"/>
                    <a:pt x="651957" y="958462"/>
                  </a:cubicBezTo>
                  <a:lnTo>
                    <a:pt x="652832" y="959976"/>
                  </a:lnTo>
                  <a:cubicBezTo>
                    <a:pt x="652832" y="959976"/>
                    <a:pt x="652731" y="962163"/>
                    <a:pt x="652832" y="962466"/>
                  </a:cubicBezTo>
                  <a:cubicBezTo>
                    <a:pt x="652933" y="962802"/>
                    <a:pt x="653168" y="963239"/>
                    <a:pt x="653606" y="963441"/>
                  </a:cubicBezTo>
                  <a:cubicBezTo>
                    <a:pt x="654043" y="963677"/>
                    <a:pt x="656197" y="963677"/>
                    <a:pt x="656971" y="963677"/>
                  </a:cubicBezTo>
                  <a:cubicBezTo>
                    <a:pt x="657745" y="963677"/>
                    <a:pt x="658620" y="962903"/>
                    <a:pt x="658620" y="962903"/>
                  </a:cubicBezTo>
                  <a:lnTo>
                    <a:pt x="659159" y="962264"/>
                  </a:lnTo>
                  <a:lnTo>
                    <a:pt x="661447" y="963340"/>
                  </a:lnTo>
                  <a:cubicBezTo>
                    <a:pt x="661447" y="963340"/>
                    <a:pt x="661986" y="964652"/>
                    <a:pt x="662221" y="964955"/>
                  </a:cubicBezTo>
                  <a:cubicBezTo>
                    <a:pt x="662423" y="965291"/>
                    <a:pt x="662423" y="965728"/>
                    <a:pt x="662760" y="966569"/>
                  </a:cubicBezTo>
                  <a:cubicBezTo>
                    <a:pt x="663096" y="967444"/>
                    <a:pt x="666226" y="968958"/>
                    <a:pt x="666226" y="968958"/>
                  </a:cubicBezTo>
                  <a:lnTo>
                    <a:pt x="667976" y="970034"/>
                  </a:lnTo>
                  <a:lnTo>
                    <a:pt x="671005" y="972187"/>
                  </a:lnTo>
                  <a:lnTo>
                    <a:pt x="674606" y="973499"/>
                  </a:lnTo>
                  <a:lnTo>
                    <a:pt x="678746" y="977200"/>
                  </a:lnTo>
                  <a:lnTo>
                    <a:pt x="680597" y="979487"/>
                  </a:lnTo>
                  <a:lnTo>
                    <a:pt x="682986" y="983389"/>
                  </a:lnTo>
                  <a:lnTo>
                    <a:pt x="686688" y="987628"/>
                  </a:lnTo>
                  <a:cubicBezTo>
                    <a:pt x="686688" y="987628"/>
                    <a:pt x="688304" y="991227"/>
                    <a:pt x="688640" y="991530"/>
                  </a:cubicBezTo>
                  <a:cubicBezTo>
                    <a:pt x="688977" y="991867"/>
                    <a:pt x="690929" y="994120"/>
                    <a:pt x="690929" y="994120"/>
                  </a:cubicBezTo>
                  <a:lnTo>
                    <a:pt x="691568" y="996072"/>
                  </a:lnTo>
                  <a:cubicBezTo>
                    <a:pt x="691568" y="996072"/>
                    <a:pt x="692881" y="996980"/>
                    <a:pt x="693217" y="997316"/>
                  </a:cubicBezTo>
                  <a:cubicBezTo>
                    <a:pt x="693554" y="997652"/>
                    <a:pt x="695506" y="998796"/>
                    <a:pt x="695506" y="998796"/>
                  </a:cubicBezTo>
                  <a:lnTo>
                    <a:pt x="696381" y="998796"/>
                  </a:lnTo>
                  <a:cubicBezTo>
                    <a:pt x="696381" y="998796"/>
                    <a:pt x="698434" y="999671"/>
                    <a:pt x="699107" y="999671"/>
                  </a:cubicBezTo>
                  <a:cubicBezTo>
                    <a:pt x="699746" y="999671"/>
                    <a:pt x="702573" y="998964"/>
                    <a:pt x="703011" y="999402"/>
                  </a:cubicBezTo>
                  <a:cubicBezTo>
                    <a:pt x="703448" y="999839"/>
                    <a:pt x="705501" y="1000546"/>
                    <a:pt x="705501" y="1000546"/>
                  </a:cubicBezTo>
                  <a:lnTo>
                    <a:pt x="708530" y="1000546"/>
                  </a:lnTo>
                  <a:cubicBezTo>
                    <a:pt x="708530" y="1000546"/>
                    <a:pt x="709943" y="999772"/>
                    <a:pt x="710919" y="1000209"/>
                  </a:cubicBezTo>
                  <a:cubicBezTo>
                    <a:pt x="711895" y="1000646"/>
                    <a:pt x="714386" y="1000546"/>
                    <a:pt x="715160" y="1000546"/>
                  </a:cubicBezTo>
                  <a:cubicBezTo>
                    <a:pt x="715934" y="1000546"/>
                    <a:pt x="718963" y="1000546"/>
                    <a:pt x="718963" y="1000546"/>
                  </a:cubicBezTo>
                  <a:lnTo>
                    <a:pt x="720578" y="1001757"/>
                  </a:lnTo>
                  <a:lnTo>
                    <a:pt x="723069" y="1002396"/>
                  </a:lnTo>
                  <a:cubicBezTo>
                    <a:pt x="723069" y="1002396"/>
                    <a:pt x="725896" y="1003472"/>
                    <a:pt x="726434" y="1003607"/>
                  </a:cubicBezTo>
                  <a:cubicBezTo>
                    <a:pt x="726973" y="1003708"/>
                    <a:pt x="728184" y="1003169"/>
                    <a:pt x="728487" y="1003607"/>
                  </a:cubicBezTo>
                  <a:cubicBezTo>
                    <a:pt x="728824" y="1004044"/>
                    <a:pt x="729699" y="1004380"/>
                    <a:pt x="730002" y="1004818"/>
                  </a:cubicBezTo>
                  <a:cubicBezTo>
                    <a:pt x="730338" y="1005255"/>
                    <a:pt x="730776" y="1005457"/>
                    <a:pt x="731415" y="1006332"/>
                  </a:cubicBezTo>
                  <a:cubicBezTo>
                    <a:pt x="732054" y="1007206"/>
                    <a:pt x="732728" y="1008081"/>
                    <a:pt x="733266" y="1008518"/>
                  </a:cubicBezTo>
                  <a:cubicBezTo>
                    <a:pt x="733805" y="1008956"/>
                    <a:pt x="735454" y="1010570"/>
                    <a:pt x="735756" y="1010906"/>
                  </a:cubicBezTo>
                  <a:cubicBezTo>
                    <a:pt x="736093" y="1011243"/>
                    <a:pt x="737809" y="1012521"/>
                    <a:pt x="737809" y="1012521"/>
                  </a:cubicBezTo>
                  <a:lnTo>
                    <a:pt x="741612" y="1014472"/>
                  </a:lnTo>
                  <a:lnTo>
                    <a:pt x="748444" y="1014472"/>
                  </a:lnTo>
                  <a:lnTo>
                    <a:pt x="751709" y="1013160"/>
                  </a:lnTo>
                  <a:lnTo>
                    <a:pt x="755512" y="1009797"/>
                  </a:lnTo>
                  <a:lnTo>
                    <a:pt x="758339" y="1006332"/>
                  </a:lnTo>
                  <a:lnTo>
                    <a:pt x="760964" y="1004414"/>
                  </a:lnTo>
                  <a:lnTo>
                    <a:pt x="763555" y="1002295"/>
                  </a:lnTo>
                  <a:lnTo>
                    <a:pt x="765844" y="1002295"/>
                  </a:lnTo>
                  <a:lnTo>
                    <a:pt x="769209" y="1003506"/>
                  </a:lnTo>
                  <a:cubicBezTo>
                    <a:pt x="769209" y="1003506"/>
                    <a:pt x="773450" y="1005558"/>
                    <a:pt x="773786" y="1005692"/>
                  </a:cubicBezTo>
                  <a:cubicBezTo>
                    <a:pt x="774123" y="1005793"/>
                    <a:pt x="776277" y="1007543"/>
                    <a:pt x="776277" y="1007543"/>
                  </a:cubicBezTo>
                  <a:lnTo>
                    <a:pt x="777690" y="1009830"/>
                  </a:lnTo>
                  <a:lnTo>
                    <a:pt x="781156" y="1012320"/>
                  </a:lnTo>
                  <a:cubicBezTo>
                    <a:pt x="781156" y="1012320"/>
                    <a:pt x="783445" y="1013396"/>
                    <a:pt x="784320" y="1013968"/>
                  </a:cubicBezTo>
                  <a:cubicBezTo>
                    <a:pt x="785195" y="1014506"/>
                    <a:pt x="787786" y="1015111"/>
                    <a:pt x="788224" y="1015313"/>
                  </a:cubicBezTo>
                  <a:cubicBezTo>
                    <a:pt x="788661" y="1015549"/>
                    <a:pt x="789873" y="1016255"/>
                    <a:pt x="791152" y="1016255"/>
                  </a:cubicBezTo>
                  <a:cubicBezTo>
                    <a:pt x="792464" y="1016255"/>
                    <a:pt x="795392" y="1016255"/>
                    <a:pt x="795392" y="1016255"/>
                  </a:cubicBezTo>
                  <a:cubicBezTo>
                    <a:pt x="795392" y="1016255"/>
                    <a:pt x="797243" y="1016592"/>
                    <a:pt x="797883" y="1016255"/>
                  </a:cubicBezTo>
                  <a:cubicBezTo>
                    <a:pt x="798522" y="1015919"/>
                    <a:pt x="800474" y="1015717"/>
                    <a:pt x="801484" y="1015482"/>
                  </a:cubicBezTo>
                  <a:cubicBezTo>
                    <a:pt x="802460" y="1015246"/>
                    <a:pt x="804748" y="1015044"/>
                    <a:pt x="804748" y="1015044"/>
                  </a:cubicBezTo>
                  <a:lnTo>
                    <a:pt x="806599" y="1014708"/>
                  </a:lnTo>
                  <a:lnTo>
                    <a:pt x="810200" y="1013530"/>
                  </a:lnTo>
                  <a:cubicBezTo>
                    <a:pt x="810200" y="1013530"/>
                    <a:pt x="811715" y="1011781"/>
                    <a:pt x="812152" y="1011344"/>
                  </a:cubicBezTo>
                  <a:cubicBezTo>
                    <a:pt x="812590" y="1010906"/>
                    <a:pt x="814340" y="1008316"/>
                    <a:pt x="814340" y="1008316"/>
                  </a:cubicBezTo>
                  <a:lnTo>
                    <a:pt x="816628" y="1005053"/>
                  </a:lnTo>
                  <a:lnTo>
                    <a:pt x="819994" y="1003842"/>
                  </a:lnTo>
                  <a:cubicBezTo>
                    <a:pt x="819994" y="1003842"/>
                    <a:pt x="822181" y="1002867"/>
                    <a:pt x="822619" y="1002867"/>
                  </a:cubicBezTo>
                  <a:cubicBezTo>
                    <a:pt x="823056" y="1002867"/>
                    <a:pt x="828273" y="1001992"/>
                    <a:pt x="828273" y="1001992"/>
                  </a:cubicBezTo>
                  <a:lnTo>
                    <a:pt x="833052" y="1001117"/>
                  </a:lnTo>
                  <a:lnTo>
                    <a:pt x="839480" y="1002194"/>
                  </a:lnTo>
                  <a:lnTo>
                    <a:pt x="842744" y="1001319"/>
                  </a:lnTo>
                  <a:lnTo>
                    <a:pt x="849273" y="1000007"/>
                  </a:lnTo>
                  <a:cubicBezTo>
                    <a:pt x="849273" y="1000007"/>
                    <a:pt x="852538" y="1001319"/>
                    <a:pt x="853076" y="1001757"/>
                  </a:cubicBezTo>
                  <a:cubicBezTo>
                    <a:pt x="853615" y="1002194"/>
                    <a:pt x="856778" y="1004683"/>
                    <a:pt x="856778" y="1004683"/>
                  </a:cubicBezTo>
                  <a:cubicBezTo>
                    <a:pt x="856778" y="1004683"/>
                    <a:pt x="858394" y="1006870"/>
                    <a:pt x="858966" y="1007307"/>
                  </a:cubicBezTo>
                  <a:cubicBezTo>
                    <a:pt x="859504" y="1007744"/>
                    <a:pt x="861995" y="1014136"/>
                    <a:pt x="861995" y="1014136"/>
                  </a:cubicBezTo>
                  <a:lnTo>
                    <a:pt x="862870" y="1016356"/>
                  </a:lnTo>
                  <a:lnTo>
                    <a:pt x="862971" y="1023387"/>
                  </a:lnTo>
                  <a:lnTo>
                    <a:pt x="862634" y="1027390"/>
                  </a:lnTo>
                  <a:cubicBezTo>
                    <a:pt x="862634" y="1027390"/>
                    <a:pt x="861322" y="1035632"/>
                    <a:pt x="860783" y="1036069"/>
                  </a:cubicBezTo>
                  <a:cubicBezTo>
                    <a:pt x="860245" y="1036506"/>
                    <a:pt x="858394" y="1037583"/>
                    <a:pt x="858394" y="1038020"/>
                  </a:cubicBezTo>
                  <a:cubicBezTo>
                    <a:pt x="858394" y="1038457"/>
                    <a:pt x="856475" y="1043268"/>
                    <a:pt x="856475" y="1043268"/>
                  </a:cubicBezTo>
                  <a:lnTo>
                    <a:pt x="853581" y="1048785"/>
                  </a:lnTo>
                  <a:lnTo>
                    <a:pt x="851259" y="1050971"/>
                  </a:lnTo>
                  <a:lnTo>
                    <a:pt x="848129" y="1059650"/>
                  </a:lnTo>
                  <a:lnTo>
                    <a:pt x="846749" y="1064730"/>
                  </a:lnTo>
                  <a:lnTo>
                    <a:pt x="846749" y="1074418"/>
                  </a:lnTo>
                  <a:cubicBezTo>
                    <a:pt x="846749" y="1074418"/>
                    <a:pt x="848062" y="1079330"/>
                    <a:pt x="848062" y="1079935"/>
                  </a:cubicBezTo>
                  <a:cubicBezTo>
                    <a:pt x="848062" y="1080507"/>
                    <a:pt x="850822" y="1085284"/>
                    <a:pt x="850956" y="1085721"/>
                  </a:cubicBezTo>
                  <a:cubicBezTo>
                    <a:pt x="851091" y="1086158"/>
                    <a:pt x="853413" y="1090498"/>
                    <a:pt x="853985" y="1091373"/>
                  </a:cubicBezTo>
                  <a:cubicBezTo>
                    <a:pt x="854557" y="1092247"/>
                    <a:pt x="857754" y="1096721"/>
                    <a:pt x="858327" y="1096889"/>
                  </a:cubicBezTo>
                  <a:cubicBezTo>
                    <a:pt x="858899" y="1097024"/>
                    <a:pt x="863105" y="1098639"/>
                    <a:pt x="863846" y="1099076"/>
                  </a:cubicBezTo>
                  <a:cubicBezTo>
                    <a:pt x="864586" y="1099513"/>
                    <a:pt x="866033" y="1098067"/>
                    <a:pt x="867750" y="1098201"/>
                  </a:cubicBezTo>
                  <a:cubicBezTo>
                    <a:pt x="869500" y="1098336"/>
                    <a:pt x="871519" y="1097192"/>
                    <a:pt x="872529" y="1096183"/>
                  </a:cubicBezTo>
                  <a:cubicBezTo>
                    <a:pt x="873538" y="1095174"/>
                    <a:pt x="875558" y="1093155"/>
                    <a:pt x="875558" y="1093155"/>
                  </a:cubicBezTo>
                  <a:cubicBezTo>
                    <a:pt x="875558" y="1093155"/>
                    <a:pt x="878149" y="1090128"/>
                    <a:pt x="878452" y="1089691"/>
                  </a:cubicBezTo>
                  <a:cubicBezTo>
                    <a:pt x="878755" y="1089253"/>
                    <a:pt x="881212" y="1085048"/>
                    <a:pt x="881212" y="1085048"/>
                  </a:cubicBezTo>
                  <a:cubicBezTo>
                    <a:pt x="881212" y="1085048"/>
                    <a:pt x="881514" y="1082021"/>
                    <a:pt x="881514" y="1081415"/>
                  </a:cubicBezTo>
                  <a:cubicBezTo>
                    <a:pt x="881514" y="1080843"/>
                    <a:pt x="881514" y="1074452"/>
                    <a:pt x="881514" y="1074452"/>
                  </a:cubicBezTo>
                  <a:cubicBezTo>
                    <a:pt x="881514" y="1074452"/>
                    <a:pt x="881380" y="1069810"/>
                    <a:pt x="881514" y="1069238"/>
                  </a:cubicBezTo>
                  <a:cubicBezTo>
                    <a:pt x="881649" y="1068666"/>
                    <a:pt x="882524" y="1063586"/>
                    <a:pt x="882524" y="1063586"/>
                  </a:cubicBezTo>
                  <a:cubicBezTo>
                    <a:pt x="882524" y="1063586"/>
                    <a:pt x="883837" y="1057632"/>
                    <a:pt x="884106" y="1057195"/>
                  </a:cubicBezTo>
                  <a:cubicBezTo>
                    <a:pt x="884375" y="1056757"/>
                    <a:pt x="887000" y="1053562"/>
                    <a:pt x="887000" y="1053562"/>
                  </a:cubicBezTo>
                  <a:lnTo>
                    <a:pt x="891645" y="1049929"/>
                  </a:lnTo>
                  <a:lnTo>
                    <a:pt x="894101" y="1047170"/>
                  </a:lnTo>
                  <a:lnTo>
                    <a:pt x="896558" y="1044109"/>
                  </a:lnTo>
                  <a:lnTo>
                    <a:pt x="898880" y="1042090"/>
                  </a:lnTo>
                  <a:lnTo>
                    <a:pt x="901909" y="1038760"/>
                  </a:lnTo>
                  <a:lnTo>
                    <a:pt x="906553" y="1036305"/>
                  </a:lnTo>
                  <a:lnTo>
                    <a:pt x="913958" y="1031090"/>
                  </a:lnTo>
                  <a:lnTo>
                    <a:pt x="917424" y="1028500"/>
                  </a:lnTo>
                  <a:cubicBezTo>
                    <a:pt x="917424" y="1028500"/>
                    <a:pt x="921059" y="1026044"/>
                    <a:pt x="921496" y="1025742"/>
                  </a:cubicBezTo>
                  <a:cubicBezTo>
                    <a:pt x="921934" y="1025439"/>
                    <a:pt x="925400" y="1022411"/>
                    <a:pt x="925838" y="1022411"/>
                  </a:cubicBezTo>
                  <a:cubicBezTo>
                    <a:pt x="926275" y="1022411"/>
                    <a:pt x="930616" y="1020090"/>
                    <a:pt x="930616" y="1020090"/>
                  </a:cubicBezTo>
                  <a:lnTo>
                    <a:pt x="934083" y="1016188"/>
                  </a:lnTo>
                  <a:lnTo>
                    <a:pt x="937112" y="1014170"/>
                  </a:lnTo>
                  <a:lnTo>
                    <a:pt x="940881" y="1012286"/>
                  </a:lnTo>
                  <a:lnTo>
                    <a:pt x="942900" y="1011848"/>
                  </a:lnTo>
                  <a:lnTo>
                    <a:pt x="946367" y="1010537"/>
                  </a:lnTo>
                  <a:lnTo>
                    <a:pt x="950708" y="1010099"/>
                  </a:lnTo>
                  <a:lnTo>
                    <a:pt x="955622" y="1009797"/>
                  </a:lnTo>
                  <a:lnTo>
                    <a:pt x="960973" y="1008922"/>
                  </a:lnTo>
                  <a:lnTo>
                    <a:pt x="966761" y="1009225"/>
                  </a:lnTo>
                  <a:lnTo>
                    <a:pt x="975007" y="1011680"/>
                  </a:lnTo>
                  <a:cubicBezTo>
                    <a:pt x="975007" y="1011680"/>
                    <a:pt x="979517" y="1013867"/>
                    <a:pt x="980089" y="1013867"/>
                  </a:cubicBezTo>
                  <a:cubicBezTo>
                    <a:pt x="980661" y="1013867"/>
                    <a:pt x="984430" y="1014741"/>
                    <a:pt x="985002" y="1014741"/>
                  </a:cubicBezTo>
                  <a:cubicBezTo>
                    <a:pt x="985574" y="1014741"/>
                    <a:pt x="989074" y="1015044"/>
                    <a:pt x="989074" y="1015044"/>
                  </a:cubicBezTo>
                  <a:lnTo>
                    <a:pt x="994729" y="1015347"/>
                  </a:lnTo>
                  <a:cubicBezTo>
                    <a:pt x="994729" y="1015347"/>
                    <a:pt x="997926" y="1016053"/>
                    <a:pt x="998363" y="1016222"/>
                  </a:cubicBezTo>
                  <a:cubicBezTo>
                    <a:pt x="998801" y="1016356"/>
                    <a:pt x="1000382" y="1017231"/>
                    <a:pt x="1000820" y="1017668"/>
                  </a:cubicBezTo>
                  <a:cubicBezTo>
                    <a:pt x="1001257" y="1018105"/>
                    <a:pt x="1003849" y="1020696"/>
                    <a:pt x="1003849" y="1020696"/>
                  </a:cubicBezTo>
                  <a:lnTo>
                    <a:pt x="1007181" y="1024161"/>
                  </a:lnTo>
                  <a:cubicBezTo>
                    <a:pt x="1007181" y="1024161"/>
                    <a:pt x="1007753" y="1026044"/>
                    <a:pt x="1008190" y="1026179"/>
                  </a:cubicBezTo>
                  <a:cubicBezTo>
                    <a:pt x="1008628" y="1026313"/>
                    <a:pt x="1013104" y="1029206"/>
                    <a:pt x="1013104" y="1029206"/>
                  </a:cubicBezTo>
                  <a:lnTo>
                    <a:pt x="1016436" y="1033411"/>
                  </a:lnTo>
                  <a:lnTo>
                    <a:pt x="1017883" y="1036305"/>
                  </a:lnTo>
                  <a:cubicBezTo>
                    <a:pt x="1017883" y="1036305"/>
                    <a:pt x="1021349" y="1037616"/>
                    <a:pt x="1022224" y="1037616"/>
                  </a:cubicBezTo>
                  <a:cubicBezTo>
                    <a:pt x="1023099" y="1037616"/>
                    <a:pt x="1027878" y="1038794"/>
                    <a:pt x="1028450" y="1038794"/>
                  </a:cubicBezTo>
                  <a:cubicBezTo>
                    <a:pt x="1029022" y="1038794"/>
                    <a:pt x="1033532" y="1038794"/>
                    <a:pt x="1033532" y="1038794"/>
                  </a:cubicBezTo>
                  <a:cubicBezTo>
                    <a:pt x="1033532" y="1038794"/>
                    <a:pt x="1035720" y="1038491"/>
                    <a:pt x="1036292" y="1038491"/>
                  </a:cubicBezTo>
                  <a:cubicBezTo>
                    <a:pt x="1036864" y="1038491"/>
                    <a:pt x="1039927" y="1038491"/>
                    <a:pt x="1040499" y="1038626"/>
                  </a:cubicBezTo>
                  <a:cubicBezTo>
                    <a:pt x="1041071" y="1038760"/>
                    <a:pt x="1044133" y="1039769"/>
                    <a:pt x="1044133" y="1039769"/>
                  </a:cubicBezTo>
                  <a:lnTo>
                    <a:pt x="1045143" y="1040510"/>
                  </a:lnTo>
                  <a:lnTo>
                    <a:pt x="1049047" y="1043100"/>
                  </a:lnTo>
                  <a:lnTo>
                    <a:pt x="1051941" y="1045118"/>
                  </a:lnTo>
                  <a:lnTo>
                    <a:pt x="1054129" y="1048886"/>
                  </a:lnTo>
                  <a:lnTo>
                    <a:pt x="1055576" y="1053225"/>
                  </a:lnTo>
                  <a:lnTo>
                    <a:pt x="1060792" y="1058742"/>
                  </a:lnTo>
                  <a:lnTo>
                    <a:pt x="1063384" y="1060626"/>
                  </a:lnTo>
                  <a:lnTo>
                    <a:pt x="1065841" y="1063519"/>
                  </a:lnTo>
                  <a:lnTo>
                    <a:pt x="1067725" y="1065403"/>
                  </a:lnTo>
                  <a:lnTo>
                    <a:pt x="1071495" y="1068430"/>
                  </a:lnTo>
                  <a:lnTo>
                    <a:pt x="1074120" y="1070180"/>
                  </a:lnTo>
                  <a:lnTo>
                    <a:pt x="1077014" y="1072198"/>
                  </a:lnTo>
                  <a:cubicBezTo>
                    <a:pt x="1077014" y="1072198"/>
                    <a:pt x="1080480" y="1073207"/>
                    <a:pt x="1081086" y="1073342"/>
                  </a:cubicBezTo>
                  <a:cubicBezTo>
                    <a:pt x="1081658" y="1073476"/>
                    <a:pt x="1082971" y="1074216"/>
                    <a:pt x="1084721" y="1073914"/>
                  </a:cubicBezTo>
                  <a:cubicBezTo>
                    <a:pt x="1086471" y="1073611"/>
                    <a:pt x="1085293" y="1074788"/>
                    <a:pt x="1086740" y="1072030"/>
                  </a:cubicBezTo>
                  <a:cubicBezTo>
                    <a:pt x="1088187" y="1069271"/>
                    <a:pt x="1087178" y="1068834"/>
                    <a:pt x="1087178" y="1068834"/>
                  </a:cubicBezTo>
                  <a:cubicBezTo>
                    <a:pt x="1087178" y="1068834"/>
                    <a:pt x="1086606" y="1068531"/>
                    <a:pt x="1088759" y="1067253"/>
                  </a:cubicBezTo>
                  <a:cubicBezTo>
                    <a:pt x="1090947" y="1065941"/>
                    <a:pt x="1090947" y="1065941"/>
                    <a:pt x="1090947" y="1065941"/>
                  </a:cubicBezTo>
                  <a:lnTo>
                    <a:pt x="1094851" y="1065504"/>
                  </a:lnTo>
                  <a:lnTo>
                    <a:pt x="1097038" y="1064932"/>
                  </a:lnTo>
                  <a:lnTo>
                    <a:pt x="1101514" y="1065369"/>
                  </a:lnTo>
                  <a:lnTo>
                    <a:pt x="1103837" y="1065235"/>
                  </a:lnTo>
                  <a:cubicBezTo>
                    <a:pt x="1103837" y="1065235"/>
                    <a:pt x="1106024" y="1064932"/>
                    <a:pt x="1106428" y="1064797"/>
                  </a:cubicBezTo>
                  <a:cubicBezTo>
                    <a:pt x="1106866" y="1064663"/>
                    <a:pt x="1108313" y="1063788"/>
                    <a:pt x="1108313" y="1063788"/>
                  </a:cubicBezTo>
                  <a:lnTo>
                    <a:pt x="1112789" y="1063216"/>
                  </a:lnTo>
                  <a:lnTo>
                    <a:pt x="1116087" y="1064225"/>
                  </a:lnTo>
                  <a:lnTo>
                    <a:pt x="1118443" y="1065672"/>
                  </a:lnTo>
                  <a:cubicBezTo>
                    <a:pt x="1118443" y="1065672"/>
                    <a:pt x="1120327" y="1068430"/>
                    <a:pt x="1120765" y="1068699"/>
                  </a:cubicBezTo>
                  <a:cubicBezTo>
                    <a:pt x="1121202" y="1069002"/>
                    <a:pt x="1123356" y="1072467"/>
                    <a:pt x="1123356" y="1072467"/>
                  </a:cubicBezTo>
                  <a:lnTo>
                    <a:pt x="1125948" y="1073914"/>
                  </a:lnTo>
                  <a:lnTo>
                    <a:pt x="1127967" y="1075663"/>
                  </a:lnTo>
                  <a:lnTo>
                    <a:pt x="1129414" y="1078253"/>
                  </a:lnTo>
                  <a:lnTo>
                    <a:pt x="1130996" y="1080002"/>
                  </a:lnTo>
                  <a:lnTo>
                    <a:pt x="1131736" y="1081752"/>
                  </a:lnTo>
                  <a:lnTo>
                    <a:pt x="1131736" y="1084813"/>
                  </a:lnTo>
                  <a:lnTo>
                    <a:pt x="1133486" y="1089455"/>
                  </a:lnTo>
                  <a:lnTo>
                    <a:pt x="1133486" y="1091776"/>
                  </a:lnTo>
                  <a:lnTo>
                    <a:pt x="1133486" y="1096990"/>
                  </a:lnTo>
                  <a:lnTo>
                    <a:pt x="1132780" y="1099883"/>
                  </a:lnTo>
                  <a:lnTo>
                    <a:pt x="1131030" y="1103079"/>
                  </a:lnTo>
                  <a:cubicBezTo>
                    <a:pt x="1131030" y="1103079"/>
                    <a:pt x="1130289" y="1105097"/>
                    <a:pt x="1130155" y="1105703"/>
                  </a:cubicBezTo>
                  <a:cubicBezTo>
                    <a:pt x="1130020" y="1106275"/>
                    <a:pt x="1129852" y="1110043"/>
                    <a:pt x="1130289" y="1110614"/>
                  </a:cubicBezTo>
                  <a:cubicBezTo>
                    <a:pt x="1130727" y="1111186"/>
                    <a:pt x="1131030" y="1111758"/>
                    <a:pt x="1131030" y="1112633"/>
                  </a:cubicBezTo>
                  <a:cubicBezTo>
                    <a:pt x="1131030" y="1113507"/>
                    <a:pt x="1130895" y="1115660"/>
                    <a:pt x="1130895" y="1115660"/>
                  </a:cubicBezTo>
                  <a:lnTo>
                    <a:pt x="1130592" y="1120000"/>
                  </a:lnTo>
                  <a:lnTo>
                    <a:pt x="1133486" y="1123330"/>
                  </a:lnTo>
                  <a:lnTo>
                    <a:pt x="1135674" y="1125214"/>
                  </a:lnTo>
                  <a:cubicBezTo>
                    <a:pt x="1135674" y="1125214"/>
                    <a:pt x="1137121" y="1124642"/>
                    <a:pt x="1137693" y="1125214"/>
                  </a:cubicBezTo>
                  <a:cubicBezTo>
                    <a:pt x="1138265" y="1125786"/>
                    <a:pt x="1141765" y="1126661"/>
                    <a:pt x="1142169" y="1126661"/>
                  </a:cubicBezTo>
                  <a:cubicBezTo>
                    <a:pt x="1142607" y="1126661"/>
                    <a:pt x="1146241" y="1126526"/>
                    <a:pt x="1147083" y="1126661"/>
                  </a:cubicBezTo>
                  <a:cubicBezTo>
                    <a:pt x="1147958" y="1126795"/>
                    <a:pt x="1148092" y="1126526"/>
                    <a:pt x="1149540" y="1126661"/>
                  </a:cubicBezTo>
                  <a:cubicBezTo>
                    <a:pt x="1150987" y="1126795"/>
                    <a:pt x="1153612" y="1126593"/>
                    <a:pt x="1154184" y="1126694"/>
                  </a:cubicBezTo>
                  <a:cubicBezTo>
                    <a:pt x="1154756" y="1126795"/>
                    <a:pt x="1155934" y="1125618"/>
                    <a:pt x="1157381" y="1126694"/>
                  </a:cubicBezTo>
                  <a:cubicBezTo>
                    <a:pt x="1158828" y="1127804"/>
                    <a:pt x="1162025" y="1130697"/>
                    <a:pt x="1162463" y="1130832"/>
                  </a:cubicBezTo>
                  <a:cubicBezTo>
                    <a:pt x="1162901" y="1130966"/>
                    <a:pt x="1164651" y="1130966"/>
                    <a:pt x="1165795" y="1132413"/>
                  </a:cubicBezTo>
                  <a:cubicBezTo>
                    <a:pt x="1166939" y="1133860"/>
                    <a:pt x="1169564" y="1137190"/>
                    <a:pt x="1170271" y="1137762"/>
                  </a:cubicBezTo>
                  <a:cubicBezTo>
                    <a:pt x="1170978" y="1138333"/>
                    <a:pt x="1172290" y="1141092"/>
                    <a:pt x="1172290" y="1141092"/>
                  </a:cubicBezTo>
                  <a:cubicBezTo>
                    <a:pt x="1172290" y="1141092"/>
                    <a:pt x="1171987" y="1141967"/>
                    <a:pt x="1172290" y="1143548"/>
                  </a:cubicBezTo>
                  <a:cubicBezTo>
                    <a:pt x="1172593" y="1145129"/>
                    <a:pt x="1173165" y="1147618"/>
                    <a:pt x="1173165" y="1147618"/>
                  </a:cubicBezTo>
                  <a:cubicBezTo>
                    <a:pt x="1173165" y="1147618"/>
                    <a:pt x="1172290" y="1150646"/>
                    <a:pt x="1172290" y="1151520"/>
                  </a:cubicBezTo>
                  <a:cubicBezTo>
                    <a:pt x="1172290" y="1152395"/>
                    <a:pt x="1170978" y="1153404"/>
                    <a:pt x="1170978" y="1153404"/>
                  </a:cubicBezTo>
                  <a:lnTo>
                    <a:pt x="1167949" y="1159325"/>
                  </a:lnTo>
                  <a:lnTo>
                    <a:pt x="1165929" y="1162218"/>
                  </a:lnTo>
                  <a:lnTo>
                    <a:pt x="1164920" y="1165111"/>
                  </a:lnTo>
                  <a:lnTo>
                    <a:pt x="1164348" y="1166860"/>
                  </a:lnTo>
                  <a:lnTo>
                    <a:pt x="1163607" y="1168575"/>
                  </a:lnTo>
                  <a:lnTo>
                    <a:pt x="1164348" y="1172646"/>
                  </a:lnTo>
                  <a:lnTo>
                    <a:pt x="1164785" y="1175674"/>
                  </a:lnTo>
                  <a:lnTo>
                    <a:pt x="1164785" y="1176817"/>
                  </a:lnTo>
                  <a:lnTo>
                    <a:pt x="1164348" y="1180720"/>
                  </a:lnTo>
                  <a:lnTo>
                    <a:pt x="1164785" y="1184790"/>
                  </a:lnTo>
                  <a:lnTo>
                    <a:pt x="1164785" y="1187246"/>
                  </a:lnTo>
                  <a:lnTo>
                    <a:pt x="1164213" y="1189129"/>
                  </a:lnTo>
                  <a:lnTo>
                    <a:pt x="1164078" y="1192325"/>
                  </a:lnTo>
                  <a:lnTo>
                    <a:pt x="1163944" y="1194781"/>
                  </a:lnTo>
                  <a:lnTo>
                    <a:pt x="1164516" y="1198246"/>
                  </a:lnTo>
                  <a:lnTo>
                    <a:pt x="1164651" y="1201711"/>
                  </a:lnTo>
                  <a:lnTo>
                    <a:pt x="1164718" y="1203292"/>
                  </a:lnTo>
                  <a:lnTo>
                    <a:pt x="1165862" y="1204570"/>
                  </a:lnTo>
                  <a:lnTo>
                    <a:pt x="1167175" y="1205478"/>
                  </a:lnTo>
                  <a:lnTo>
                    <a:pt x="1169127" y="1205478"/>
                  </a:lnTo>
                  <a:cubicBezTo>
                    <a:pt x="1169127" y="1205478"/>
                    <a:pt x="1174040" y="1206454"/>
                    <a:pt x="1174276" y="1206454"/>
                  </a:cubicBezTo>
                  <a:cubicBezTo>
                    <a:pt x="1174511" y="1206454"/>
                    <a:pt x="1178348" y="1207228"/>
                    <a:pt x="1178348" y="1207228"/>
                  </a:cubicBezTo>
                  <a:lnTo>
                    <a:pt x="1181309" y="1207228"/>
                  </a:lnTo>
                  <a:lnTo>
                    <a:pt x="1184776" y="1207228"/>
                  </a:lnTo>
                  <a:cubicBezTo>
                    <a:pt x="1184776" y="1207228"/>
                    <a:pt x="1187738" y="1207362"/>
                    <a:pt x="1188175" y="1207228"/>
                  </a:cubicBezTo>
                  <a:cubicBezTo>
                    <a:pt x="1188613" y="1207093"/>
                    <a:pt x="1189858" y="1207059"/>
                    <a:pt x="1190632" y="1207059"/>
                  </a:cubicBezTo>
                  <a:cubicBezTo>
                    <a:pt x="1191440" y="1207059"/>
                    <a:pt x="1195781" y="1207228"/>
                    <a:pt x="1195781" y="1207228"/>
                  </a:cubicBezTo>
                  <a:lnTo>
                    <a:pt x="1198675" y="1207228"/>
                  </a:lnTo>
                  <a:lnTo>
                    <a:pt x="1201637" y="1207228"/>
                  </a:lnTo>
                  <a:lnTo>
                    <a:pt x="1205608" y="1207228"/>
                  </a:lnTo>
                  <a:cubicBezTo>
                    <a:pt x="1205608" y="1207228"/>
                    <a:pt x="1209377" y="1207497"/>
                    <a:pt x="1209815" y="1207295"/>
                  </a:cubicBezTo>
                  <a:cubicBezTo>
                    <a:pt x="1210252" y="1207093"/>
                    <a:pt x="1215469" y="1208741"/>
                    <a:pt x="1215469" y="1208741"/>
                  </a:cubicBezTo>
                  <a:lnTo>
                    <a:pt x="1217152" y="1209683"/>
                  </a:lnTo>
                  <a:lnTo>
                    <a:pt x="1221358" y="1210255"/>
                  </a:lnTo>
                  <a:lnTo>
                    <a:pt x="1228762" y="1211903"/>
                  </a:lnTo>
                  <a:lnTo>
                    <a:pt x="1232599" y="1212711"/>
                  </a:lnTo>
                  <a:lnTo>
                    <a:pt x="1237243" y="1214292"/>
                  </a:lnTo>
                  <a:cubicBezTo>
                    <a:pt x="1237243" y="1214292"/>
                    <a:pt x="1244715" y="1216310"/>
                    <a:pt x="1244917" y="1216310"/>
                  </a:cubicBezTo>
                  <a:cubicBezTo>
                    <a:pt x="1245119" y="1216310"/>
                    <a:pt x="1252657" y="1219270"/>
                    <a:pt x="1252960" y="1219439"/>
                  </a:cubicBezTo>
                  <a:cubicBezTo>
                    <a:pt x="1253263" y="1219573"/>
                    <a:pt x="1258681" y="1220582"/>
                    <a:pt x="1258984" y="1220751"/>
                  </a:cubicBezTo>
                  <a:cubicBezTo>
                    <a:pt x="1259287" y="1220885"/>
                    <a:pt x="1267533" y="1220952"/>
                    <a:pt x="1269047" y="1221121"/>
                  </a:cubicBezTo>
                  <a:cubicBezTo>
                    <a:pt x="1270561" y="1221255"/>
                    <a:pt x="1275004" y="1221020"/>
                    <a:pt x="1277528" y="1221020"/>
                  </a:cubicBezTo>
                  <a:cubicBezTo>
                    <a:pt x="1280052" y="1221020"/>
                    <a:pt x="1285942" y="1221121"/>
                    <a:pt x="1286211" y="1221121"/>
                  </a:cubicBezTo>
                  <a:cubicBezTo>
                    <a:pt x="1286480" y="1221121"/>
                    <a:pt x="1297788" y="1221121"/>
                    <a:pt x="1297788" y="1221121"/>
                  </a:cubicBezTo>
                  <a:lnTo>
                    <a:pt x="1307077" y="1219674"/>
                  </a:lnTo>
                  <a:cubicBezTo>
                    <a:pt x="1307077" y="1219674"/>
                    <a:pt x="1315255" y="1219741"/>
                    <a:pt x="1315558" y="1219741"/>
                  </a:cubicBezTo>
                  <a:cubicBezTo>
                    <a:pt x="1315861" y="1219741"/>
                    <a:pt x="1323029" y="1219809"/>
                    <a:pt x="1324106" y="1219674"/>
                  </a:cubicBezTo>
                  <a:cubicBezTo>
                    <a:pt x="1325183" y="1219540"/>
                    <a:pt x="1330332" y="1218867"/>
                    <a:pt x="1330635" y="1218867"/>
                  </a:cubicBezTo>
                  <a:cubicBezTo>
                    <a:pt x="1330938" y="1218867"/>
                    <a:pt x="1336289" y="1217050"/>
                    <a:pt x="1336928" y="1216781"/>
                  </a:cubicBezTo>
                  <a:cubicBezTo>
                    <a:pt x="1337568" y="1216478"/>
                    <a:pt x="1338746" y="1213956"/>
                    <a:pt x="1338880" y="1213754"/>
                  </a:cubicBezTo>
                  <a:cubicBezTo>
                    <a:pt x="1339015" y="1213552"/>
                    <a:pt x="1342212" y="1210289"/>
                    <a:pt x="1342212" y="1210289"/>
                  </a:cubicBezTo>
                  <a:cubicBezTo>
                    <a:pt x="1342212" y="1210289"/>
                    <a:pt x="1344602" y="1206588"/>
                    <a:pt x="1344736" y="1206387"/>
                  </a:cubicBezTo>
                  <a:cubicBezTo>
                    <a:pt x="1344871" y="1206185"/>
                    <a:pt x="1346823" y="1203493"/>
                    <a:pt x="1346991" y="1203191"/>
                  </a:cubicBezTo>
                  <a:cubicBezTo>
                    <a:pt x="1347126" y="1202888"/>
                    <a:pt x="1347294" y="1201610"/>
                    <a:pt x="1347933" y="1201004"/>
                  </a:cubicBezTo>
                  <a:cubicBezTo>
                    <a:pt x="1348573" y="1200432"/>
                    <a:pt x="1351467" y="1197237"/>
                    <a:pt x="1351467" y="1197237"/>
                  </a:cubicBezTo>
                  <a:cubicBezTo>
                    <a:pt x="1351467" y="1197237"/>
                    <a:pt x="1352982" y="1194915"/>
                    <a:pt x="1353284" y="1194714"/>
                  </a:cubicBezTo>
                  <a:cubicBezTo>
                    <a:pt x="1353587" y="1194512"/>
                    <a:pt x="1357861" y="1191013"/>
                    <a:pt x="1357861" y="1191013"/>
                  </a:cubicBezTo>
                  <a:lnTo>
                    <a:pt x="1361059" y="1187885"/>
                  </a:lnTo>
                  <a:lnTo>
                    <a:pt x="1365636" y="1184857"/>
                  </a:lnTo>
                  <a:lnTo>
                    <a:pt x="1368967" y="1182233"/>
                  </a:lnTo>
                  <a:cubicBezTo>
                    <a:pt x="1368967" y="1182233"/>
                    <a:pt x="1372232" y="1179408"/>
                    <a:pt x="1372299" y="1179138"/>
                  </a:cubicBezTo>
                  <a:cubicBezTo>
                    <a:pt x="1372367" y="1178836"/>
                    <a:pt x="1374823" y="1176245"/>
                    <a:pt x="1374823" y="1176245"/>
                  </a:cubicBezTo>
                  <a:cubicBezTo>
                    <a:pt x="1374823" y="1176245"/>
                    <a:pt x="1377650" y="1173655"/>
                    <a:pt x="1377852" y="1173420"/>
                  </a:cubicBezTo>
                  <a:cubicBezTo>
                    <a:pt x="1378054" y="1173218"/>
                    <a:pt x="1383136" y="1168845"/>
                    <a:pt x="1383439" y="1168710"/>
                  </a:cubicBezTo>
                  <a:cubicBezTo>
                    <a:pt x="1383742" y="1168575"/>
                    <a:pt x="1388016" y="1164505"/>
                    <a:pt x="1388655" y="1164371"/>
                  </a:cubicBezTo>
                  <a:cubicBezTo>
                    <a:pt x="1389295" y="1164236"/>
                    <a:pt x="1391718" y="1162991"/>
                    <a:pt x="1392223" y="1162689"/>
                  </a:cubicBezTo>
                  <a:cubicBezTo>
                    <a:pt x="1392728" y="1162386"/>
                    <a:pt x="1399122" y="1162117"/>
                    <a:pt x="1399324" y="1161949"/>
                  </a:cubicBezTo>
                  <a:cubicBezTo>
                    <a:pt x="1399526" y="1161814"/>
                    <a:pt x="1402588" y="1161679"/>
                    <a:pt x="1403396" y="1161511"/>
                  </a:cubicBezTo>
                  <a:cubicBezTo>
                    <a:pt x="1404204" y="1161377"/>
                    <a:pt x="1408310" y="1161646"/>
                    <a:pt x="1408747" y="1161713"/>
                  </a:cubicBezTo>
                  <a:cubicBezTo>
                    <a:pt x="1409185" y="1161780"/>
                    <a:pt x="1412146" y="1161276"/>
                    <a:pt x="1412146" y="1161276"/>
                  </a:cubicBezTo>
                  <a:lnTo>
                    <a:pt x="1418440" y="1160468"/>
                  </a:lnTo>
                  <a:lnTo>
                    <a:pt x="1425238" y="1159829"/>
                  </a:lnTo>
                  <a:lnTo>
                    <a:pt x="1434594" y="1157441"/>
                  </a:lnTo>
                  <a:lnTo>
                    <a:pt x="1442132" y="1152664"/>
                  </a:lnTo>
                  <a:cubicBezTo>
                    <a:pt x="1442132" y="1152664"/>
                    <a:pt x="1445969" y="1151857"/>
                    <a:pt x="1446205" y="1151789"/>
                  </a:cubicBezTo>
                  <a:cubicBezTo>
                    <a:pt x="1446407" y="1151722"/>
                    <a:pt x="1451421" y="1149603"/>
                    <a:pt x="1452061" y="1149266"/>
                  </a:cubicBezTo>
                  <a:cubicBezTo>
                    <a:pt x="1452700" y="1148896"/>
                    <a:pt x="1454820" y="1147954"/>
                    <a:pt x="1454820" y="1147954"/>
                  </a:cubicBezTo>
                  <a:lnTo>
                    <a:pt x="1467138" y="1144422"/>
                  </a:lnTo>
                  <a:lnTo>
                    <a:pt x="1473869" y="1141395"/>
                  </a:lnTo>
                  <a:cubicBezTo>
                    <a:pt x="1473869" y="1141395"/>
                    <a:pt x="1479388" y="1140150"/>
                    <a:pt x="1479893" y="1140015"/>
                  </a:cubicBezTo>
                  <a:cubicBezTo>
                    <a:pt x="1480398" y="1139881"/>
                    <a:pt x="1487566" y="1139074"/>
                    <a:pt x="1487802" y="1139006"/>
                  </a:cubicBezTo>
                  <a:cubicBezTo>
                    <a:pt x="1488037" y="1138939"/>
                    <a:pt x="1494331" y="1137122"/>
                    <a:pt x="1494701" y="1136853"/>
                  </a:cubicBezTo>
                  <a:cubicBezTo>
                    <a:pt x="1495071" y="1136551"/>
                    <a:pt x="1498167" y="1133220"/>
                    <a:pt x="1498167" y="1133220"/>
                  </a:cubicBezTo>
                  <a:lnTo>
                    <a:pt x="1499682" y="1130630"/>
                  </a:lnTo>
                  <a:lnTo>
                    <a:pt x="1502509" y="1126560"/>
                  </a:lnTo>
                  <a:lnTo>
                    <a:pt x="1504898" y="1123162"/>
                  </a:lnTo>
                  <a:lnTo>
                    <a:pt x="1507591" y="1120706"/>
                  </a:lnTo>
                  <a:cubicBezTo>
                    <a:pt x="1507591" y="1120706"/>
                    <a:pt x="1510350" y="1118385"/>
                    <a:pt x="1510788" y="1118251"/>
                  </a:cubicBezTo>
                  <a:cubicBezTo>
                    <a:pt x="1511225" y="1118116"/>
                    <a:pt x="1514423" y="1115930"/>
                    <a:pt x="1514423" y="1115930"/>
                  </a:cubicBezTo>
                  <a:lnTo>
                    <a:pt x="1518326" y="1114248"/>
                  </a:lnTo>
                  <a:lnTo>
                    <a:pt x="1523980" y="1110345"/>
                  </a:lnTo>
                  <a:lnTo>
                    <a:pt x="1530005" y="1108596"/>
                  </a:lnTo>
                  <a:cubicBezTo>
                    <a:pt x="1530005" y="1108596"/>
                    <a:pt x="1534279" y="1104963"/>
                    <a:pt x="1534716" y="1104627"/>
                  </a:cubicBezTo>
                  <a:cubicBezTo>
                    <a:pt x="1535154" y="1104257"/>
                    <a:pt x="1538048" y="1103382"/>
                    <a:pt x="1538486" y="1103180"/>
                  </a:cubicBezTo>
                  <a:cubicBezTo>
                    <a:pt x="1538923" y="1102978"/>
                    <a:pt x="1542053" y="1100859"/>
                    <a:pt x="1542053" y="1100859"/>
                  </a:cubicBezTo>
                  <a:lnTo>
                    <a:pt x="1544880" y="1100119"/>
                  </a:lnTo>
                  <a:cubicBezTo>
                    <a:pt x="1544880" y="1100119"/>
                    <a:pt x="1546697" y="1099816"/>
                    <a:pt x="1547269" y="1099816"/>
                  </a:cubicBezTo>
                  <a:cubicBezTo>
                    <a:pt x="1547842" y="1099816"/>
                    <a:pt x="1550904" y="1099682"/>
                    <a:pt x="1550904" y="1099682"/>
                  </a:cubicBezTo>
                  <a:lnTo>
                    <a:pt x="1552991" y="1100119"/>
                  </a:lnTo>
                  <a:lnTo>
                    <a:pt x="1555750" y="1100758"/>
                  </a:lnTo>
                  <a:lnTo>
                    <a:pt x="1558510" y="1103214"/>
                  </a:lnTo>
                  <a:cubicBezTo>
                    <a:pt x="1558510" y="1103214"/>
                    <a:pt x="1561202" y="1105838"/>
                    <a:pt x="1561472" y="1106040"/>
                  </a:cubicBezTo>
                  <a:cubicBezTo>
                    <a:pt x="1561741" y="1106241"/>
                    <a:pt x="1564366" y="1108932"/>
                    <a:pt x="1564803" y="1109235"/>
                  </a:cubicBezTo>
                  <a:cubicBezTo>
                    <a:pt x="1565241" y="1109538"/>
                    <a:pt x="1566688" y="1110682"/>
                    <a:pt x="1567698" y="1111556"/>
                  </a:cubicBezTo>
                  <a:cubicBezTo>
                    <a:pt x="1568707" y="1112431"/>
                    <a:pt x="1570895" y="1113440"/>
                    <a:pt x="1571534" y="1113878"/>
                  </a:cubicBezTo>
                  <a:cubicBezTo>
                    <a:pt x="1572174" y="1114315"/>
                    <a:pt x="1573924" y="1115963"/>
                    <a:pt x="1574429" y="1116333"/>
                  </a:cubicBezTo>
                  <a:cubicBezTo>
                    <a:pt x="1574934" y="1116703"/>
                    <a:pt x="1576381" y="1117410"/>
                    <a:pt x="1576818" y="1117578"/>
                  </a:cubicBezTo>
                  <a:cubicBezTo>
                    <a:pt x="1577256" y="1117712"/>
                    <a:pt x="1578198" y="1118150"/>
                    <a:pt x="1579645" y="1118284"/>
                  </a:cubicBezTo>
                  <a:cubicBezTo>
                    <a:pt x="1581092" y="1118419"/>
                    <a:pt x="1584491" y="1117040"/>
                    <a:pt x="1584491" y="1117040"/>
                  </a:cubicBezTo>
                  <a:cubicBezTo>
                    <a:pt x="1584491" y="1117040"/>
                    <a:pt x="1586376" y="1115660"/>
                    <a:pt x="1586578" y="1115660"/>
                  </a:cubicBezTo>
                  <a:cubicBezTo>
                    <a:pt x="1586780" y="1115660"/>
                    <a:pt x="1590482" y="1113777"/>
                    <a:pt x="1590482" y="1113777"/>
                  </a:cubicBezTo>
                  <a:lnTo>
                    <a:pt x="1591559" y="1112196"/>
                  </a:lnTo>
                  <a:lnTo>
                    <a:pt x="1592804" y="1111556"/>
                  </a:lnTo>
                  <a:cubicBezTo>
                    <a:pt x="1592804" y="1111556"/>
                    <a:pt x="1594689" y="1111691"/>
                    <a:pt x="1594891" y="1111691"/>
                  </a:cubicBezTo>
                  <a:cubicBezTo>
                    <a:pt x="1595126" y="1111691"/>
                    <a:pt x="1596775" y="1111624"/>
                    <a:pt x="1596775" y="1111624"/>
                  </a:cubicBezTo>
                  <a:lnTo>
                    <a:pt x="1598660" y="1111758"/>
                  </a:lnTo>
                  <a:lnTo>
                    <a:pt x="1599266" y="1112936"/>
                  </a:lnTo>
                  <a:lnTo>
                    <a:pt x="1599535" y="1114752"/>
                  </a:lnTo>
                  <a:lnTo>
                    <a:pt x="1599535" y="1115997"/>
                  </a:lnTo>
                  <a:lnTo>
                    <a:pt x="1599535" y="1117746"/>
                  </a:lnTo>
                  <a:lnTo>
                    <a:pt x="1599535" y="1119495"/>
                  </a:lnTo>
                  <a:cubicBezTo>
                    <a:pt x="1599535" y="1119495"/>
                    <a:pt x="1599232" y="1120303"/>
                    <a:pt x="1599535" y="1120740"/>
                  </a:cubicBezTo>
                  <a:cubicBezTo>
                    <a:pt x="1599838" y="1121177"/>
                    <a:pt x="1599771" y="1121447"/>
                    <a:pt x="1600275" y="1121749"/>
                  </a:cubicBezTo>
                  <a:cubicBezTo>
                    <a:pt x="1600780" y="1122052"/>
                    <a:pt x="1600578" y="1122893"/>
                    <a:pt x="1602362" y="1123128"/>
                  </a:cubicBezTo>
                  <a:cubicBezTo>
                    <a:pt x="1604179" y="1123330"/>
                    <a:pt x="1605559" y="1123498"/>
                    <a:pt x="1606131" y="1123330"/>
                  </a:cubicBezTo>
                  <a:cubicBezTo>
                    <a:pt x="1606703" y="1123196"/>
                    <a:pt x="1607208" y="1122321"/>
                    <a:pt x="1608319" y="1122321"/>
                  </a:cubicBezTo>
                  <a:cubicBezTo>
                    <a:pt x="1609396" y="1122321"/>
                    <a:pt x="1609833" y="1121514"/>
                    <a:pt x="1610473" y="1122018"/>
                  </a:cubicBezTo>
                  <a:cubicBezTo>
                    <a:pt x="1611112" y="1122523"/>
                    <a:pt x="1611617" y="1123027"/>
                    <a:pt x="1612054" y="1123902"/>
                  </a:cubicBezTo>
                  <a:cubicBezTo>
                    <a:pt x="1612492" y="1124777"/>
                    <a:pt x="1612694" y="1125719"/>
                    <a:pt x="1613199" y="1126291"/>
                  </a:cubicBezTo>
                  <a:cubicBezTo>
                    <a:pt x="1613704" y="1126862"/>
                    <a:pt x="1615218" y="1128612"/>
                    <a:pt x="1615521" y="1128914"/>
                  </a:cubicBezTo>
                  <a:cubicBezTo>
                    <a:pt x="1615824" y="1129217"/>
                    <a:pt x="1617910" y="1131673"/>
                    <a:pt x="1617910" y="1131673"/>
                  </a:cubicBezTo>
                  <a:lnTo>
                    <a:pt x="1620367" y="1133691"/>
                  </a:lnTo>
                  <a:lnTo>
                    <a:pt x="1622252" y="1135878"/>
                  </a:lnTo>
                  <a:cubicBezTo>
                    <a:pt x="1622252" y="1135878"/>
                    <a:pt x="1625012" y="1139477"/>
                    <a:pt x="1625449" y="1139780"/>
                  </a:cubicBezTo>
                  <a:cubicBezTo>
                    <a:pt x="1625887" y="1140083"/>
                    <a:pt x="1628074" y="1141798"/>
                    <a:pt x="1628074" y="1141798"/>
                  </a:cubicBezTo>
                  <a:cubicBezTo>
                    <a:pt x="1628074" y="1141798"/>
                    <a:pt x="1628949" y="1142236"/>
                    <a:pt x="1630531" y="1142942"/>
                  </a:cubicBezTo>
                  <a:cubicBezTo>
                    <a:pt x="1632113" y="1143682"/>
                    <a:pt x="1634738" y="1145835"/>
                    <a:pt x="1634738" y="1145835"/>
                  </a:cubicBezTo>
                  <a:cubicBezTo>
                    <a:pt x="1634738" y="1145835"/>
                    <a:pt x="1637329" y="1148594"/>
                    <a:pt x="1638070" y="1148728"/>
                  </a:cubicBezTo>
                  <a:cubicBezTo>
                    <a:pt x="1638810" y="1148863"/>
                    <a:pt x="1642714" y="1151756"/>
                    <a:pt x="1642714" y="1151756"/>
                  </a:cubicBezTo>
                  <a:lnTo>
                    <a:pt x="1646483" y="1155658"/>
                  </a:lnTo>
                  <a:cubicBezTo>
                    <a:pt x="1646483" y="1155658"/>
                    <a:pt x="1648671" y="1155658"/>
                    <a:pt x="1648805" y="1156095"/>
                  </a:cubicBezTo>
                  <a:cubicBezTo>
                    <a:pt x="1648940" y="1156533"/>
                    <a:pt x="1650690" y="1156835"/>
                    <a:pt x="1650690" y="1156835"/>
                  </a:cubicBezTo>
                  <a:cubicBezTo>
                    <a:pt x="1650690" y="1156835"/>
                    <a:pt x="1654156" y="1157273"/>
                    <a:pt x="1654325" y="1157710"/>
                  </a:cubicBezTo>
                  <a:cubicBezTo>
                    <a:pt x="1654459" y="1158147"/>
                    <a:pt x="1654628" y="1158147"/>
                    <a:pt x="1655200" y="1158282"/>
                  </a:cubicBezTo>
                  <a:cubicBezTo>
                    <a:pt x="1655772" y="1158416"/>
                    <a:pt x="1660719" y="1158282"/>
                    <a:pt x="1660854" y="1159022"/>
                  </a:cubicBezTo>
                  <a:cubicBezTo>
                    <a:pt x="1660988" y="1159762"/>
                    <a:pt x="1662873" y="1160166"/>
                    <a:pt x="1663310" y="1160906"/>
                  </a:cubicBezTo>
                  <a:cubicBezTo>
                    <a:pt x="1663748" y="1161646"/>
                    <a:pt x="1666508" y="1164236"/>
                    <a:pt x="1666508" y="1164236"/>
                  </a:cubicBezTo>
                  <a:cubicBezTo>
                    <a:pt x="1666508" y="1164236"/>
                    <a:pt x="1667820" y="1165111"/>
                    <a:pt x="1668527" y="1165111"/>
                  </a:cubicBezTo>
                  <a:cubicBezTo>
                    <a:pt x="1669267" y="1165111"/>
                    <a:pt x="1669402" y="1166860"/>
                    <a:pt x="1669536" y="1167432"/>
                  </a:cubicBezTo>
                  <a:cubicBezTo>
                    <a:pt x="1669671" y="1168004"/>
                    <a:pt x="1669402" y="1169618"/>
                    <a:pt x="1669536" y="1170459"/>
                  </a:cubicBezTo>
                  <a:cubicBezTo>
                    <a:pt x="1669671" y="1171334"/>
                    <a:pt x="1669335" y="1172343"/>
                    <a:pt x="1669570" y="1173352"/>
                  </a:cubicBezTo>
                  <a:cubicBezTo>
                    <a:pt x="1669806" y="1174362"/>
                    <a:pt x="1668460" y="1175808"/>
                    <a:pt x="1669570" y="1176683"/>
                  </a:cubicBezTo>
                  <a:cubicBezTo>
                    <a:pt x="1670681" y="1177557"/>
                    <a:pt x="1670109" y="1178264"/>
                    <a:pt x="1671690" y="1178701"/>
                  </a:cubicBezTo>
                  <a:cubicBezTo>
                    <a:pt x="1673272" y="1179138"/>
                    <a:pt x="1673710" y="1179138"/>
                    <a:pt x="1675157" y="1178836"/>
                  </a:cubicBezTo>
                  <a:cubicBezTo>
                    <a:pt x="1676604" y="1178533"/>
                    <a:pt x="1675628" y="1178264"/>
                    <a:pt x="1677142" y="1177389"/>
                  </a:cubicBezTo>
                  <a:cubicBezTo>
                    <a:pt x="1678657" y="1176515"/>
                    <a:pt x="1678657" y="1176077"/>
                    <a:pt x="1679667" y="1175068"/>
                  </a:cubicBezTo>
                  <a:cubicBezTo>
                    <a:pt x="1680676" y="1174059"/>
                    <a:pt x="1681551" y="1172881"/>
                    <a:pt x="1681551" y="1172881"/>
                  </a:cubicBezTo>
                  <a:lnTo>
                    <a:pt x="1682696" y="1171738"/>
                  </a:lnTo>
                  <a:lnTo>
                    <a:pt x="1683570" y="1170560"/>
                  </a:lnTo>
                  <a:lnTo>
                    <a:pt x="1684883" y="1169248"/>
                  </a:lnTo>
                  <a:cubicBezTo>
                    <a:pt x="1684883" y="1169248"/>
                    <a:pt x="1685018" y="1168374"/>
                    <a:pt x="1685623" y="1168239"/>
                  </a:cubicBezTo>
                  <a:cubicBezTo>
                    <a:pt x="1686196" y="1168105"/>
                    <a:pt x="1685926" y="1168239"/>
                    <a:pt x="1687811" y="1167667"/>
                  </a:cubicBezTo>
                  <a:cubicBezTo>
                    <a:pt x="1689696" y="1167095"/>
                    <a:pt x="1689999" y="1166221"/>
                    <a:pt x="1692152" y="1166086"/>
                  </a:cubicBezTo>
                  <a:cubicBezTo>
                    <a:pt x="1694340" y="1165952"/>
                    <a:pt x="1695047" y="1165649"/>
                    <a:pt x="1695047" y="1165649"/>
                  </a:cubicBezTo>
                  <a:lnTo>
                    <a:pt x="1698513" y="1165212"/>
                  </a:lnTo>
                  <a:cubicBezTo>
                    <a:pt x="1698513" y="1165212"/>
                    <a:pt x="1701105" y="1164774"/>
                    <a:pt x="1701980" y="1164472"/>
                  </a:cubicBezTo>
                  <a:cubicBezTo>
                    <a:pt x="1702855" y="1164169"/>
                    <a:pt x="1704739" y="1165043"/>
                    <a:pt x="1705008" y="1164034"/>
                  </a:cubicBezTo>
                  <a:cubicBezTo>
                    <a:pt x="1705311" y="1163025"/>
                    <a:pt x="1707465" y="1162285"/>
                    <a:pt x="1707331" y="1160569"/>
                  </a:cubicBezTo>
                  <a:cubicBezTo>
                    <a:pt x="1707196" y="1158820"/>
                    <a:pt x="1707028" y="1157979"/>
                    <a:pt x="1706758" y="1157239"/>
                  </a:cubicBezTo>
                  <a:cubicBezTo>
                    <a:pt x="1706456" y="1156533"/>
                    <a:pt x="1705749" y="1155658"/>
                    <a:pt x="1705614" y="1154346"/>
                  </a:cubicBezTo>
                  <a:cubicBezTo>
                    <a:pt x="1705480" y="1153034"/>
                    <a:pt x="1705917" y="1153909"/>
                    <a:pt x="1705480" y="1153034"/>
                  </a:cubicBezTo>
                  <a:cubicBezTo>
                    <a:pt x="1705042" y="1152159"/>
                    <a:pt x="1705278" y="1151285"/>
                    <a:pt x="1705278" y="1150713"/>
                  </a:cubicBezTo>
                  <a:cubicBezTo>
                    <a:pt x="1705278" y="1150141"/>
                    <a:pt x="1705648" y="1148829"/>
                    <a:pt x="1705648" y="1148392"/>
                  </a:cubicBezTo>
                  <a:cubicBezTo>
                    <a:pt x="1705648" y="1147954"/>
                    <a:pt x="1705648" y="1145499"/>
                    <a:pt x="1705648" y="1145499"/>
                  </a:cubicBezTo>
                  <a:lnTo>
                    <a:pt x="1705648" y="1142034"/>
                  </a:lnTo>
                  <a:lnTo>
                    <a:pt x="1705648" y="1140285"/>
                  </a:lnTo>
                  <a:cubicBezTo>
                    <a:pt x="1705648" y="1140285"/>
                    <a:pt x="1705076" y="1138703"/>
                    <a:pt x="1705076" y="1137829"/>
                  </a:cubicBezTo>
                  <a:cubicBezTo>
                    <a:pt x="1705076" y="1136954"/>
                    <a:pt x="1705379" y="1135945"/>
                    <a:pt x="1705513" y="1135071"/>
                  </a:cubicBezTo>
                  <a:cubicBezTo>
                    <a:pt x="1705648" y="1134196"/>
                    <a:pt x="1705210" y="1134196"/>
                    <a:pt x="1705951" y="1133321"/>
                  </a:cubicBezTo>
                  <a:cubicBezTo>
                    <a:pt x="1706691" y="1132447"/>
                    <a:pt x="1706388" y="1132749"/>
                    <a:pt x="1707398" y="1132144"/>
                  </a:cubicBezTo>
                  <a:cubicBezTo>
                    <a:pt x="1708407" y="1131572"/>
                    <a:pt x="1707970" y="1132009"/>
                    <a:pt x="1709552" y="1131000"/>
                  </a:cubicBezTo>
                  <a:cubicBezTo>
                    <a:pt x="1711134" y="1129991"/>
                    <a:pt x="1711436" y="1129856"/>
                    <a:pt x="1711739" y="1129251"/>
                  </a:cubicBezTo>
                  <a:cubicBezTo>
                    <a:pt x="1712042" y="1128679"/>
                    <a:pt x="1713052" y="1126627"/>
                    <a:pt x="1713489" y="1126358"/>
                  </a:cubicBezTo>
                  <a:cubicBezTo>
                    <a:pt x="1713927" y="1126055"/>
                    <a:pt x="1714936" y="1124339"/>
                    <a:pt x="1715812" y="1123734"/>
                  </a:cubicBezTo>
                  <a:cubicBezTo>
                    <a:pt x="1716687" y="1123162"/>
                    <a:pt x="1717124" y="1123162"/>
                    <a:pt x="1717562" y="1122288"/>
                  </a:cubicBezTo>
                  <a:cubicBezTo>
                    <a:pt x="1717999" y="1121413"/>
                    <a:pt x="1719143" y="1119966"/>
                    <a:pt x="1719446" y="1119529"/>
                  </a:cubicBezTo>
                  <a:cubicBezTo>
                    <a:pt x="1719749" y="1119092"/>
                    <a:pt x="1720321" y="1118520"/>
                    <a:pt x="1720624" y="1118083"/>
                  </a:cubicBezTo>
                  <a:cubicBezTo>
                    <a:pt x="1720927" y="1117645"/>
                    <a:pt x="1721768" y="1116636"/>
                    <a:pt x="1721937" y="1116064"/>
                  </a:cubicBezTo>
                  <a:cubicBezTo>
                    <a:pt x="1722071" y="1115492"/>
                    <a:pt x="1721432" y="1115055"/>
                    <a:pt x="1722139" y="1114180"/>
                  </a:cubicBezTo>
                  <a:cubicBezTo>
                    <a:pt x="1722879" y="1113306"/>
                    <a:pt x="1723081" y="1112868"/>
                    <a:pt x="1723081" y="1112296"/>
                  </a:cubicBezTo>
                  <a:cubicBezTo>
                    <a:pt x="1723081" y="1111725"/>
                    <a:pt x="1723081" y="1110715"/>
                    <a:pt x="1723081" y="1110715"/>
                  </a:cubicBezTo>
                  <a:lnTo>
                    <a:pt x="1723081" y="1108966"/>
                  </a:lnTo>
                  <a:lnTo>
                    <a:pt x="1723889" y="1106140"/>
                  </a:lnTo>
                  <a:cubicBezTo>
                    <a:pt x="1723889" y="1106140"/>
                    <a:pt x="1724393" y="1103752"/>
                    <a:pt x="1724461" y="1103550"/>
                  </a:cubicBezTo>
                  <a:cubicBezTo>
                    <a:pt x="1724528" y="1103348"/>
                    <a:pt x="1725773" y="1101229"/>
                    <a:pt x="1725773" y="1101229"/>
                  </a:cubicBezTo>
                  <a:lnTo>
                    <a:pt x="1726413" y="1099412"/>
                  </a:lnTo>
                  <a:cubicBezTo>
                    <a:pt x="1726413" y="1099412"/>
                    <a:pt x="1727658" y="1098168"/>
                    <a:pt x="1727860" y="1098101"/>
                  </a:cubicBezTo>
                  <a:cubicBezTo>
                    <a:pt x="1728062" y="1098033"/>
                    <a:pt x="1729745" y="1097091"/>
                    <a:pt x="1729745" y="1097091"/>
                  </a:cubicBezTo>
                  <a:lnTo>
                    <a:pt x="1731697" y="1096452"/>
                  </a:lnTo>
                  <a:cubicBezTo>
                    <a:pt x="1731697" y="1096452"/>
                    <a:pt x="1733211" y="1095948"/>
                    <a:pt x="1733447" y="1095948"/>
                  </a:cubicBezTo>
                  <a:cubicBezTo>
                    <a:pt x="1733682" y="1095948"/>
                    <a:pt x="1734591" y="1096082"/>
                    <a:pt x="1734894" y="1096082"/>
                  </a:cubicBezTo>
                  <a:cubicBezTo>
                    <a:pt x="1735197" y="1096082"/>
                    <a:pt x="1736846" y="1096217"/>
                    <a:pt x="1737149" y="1096217"/>
                  </a:cubicBezTo>
                  <a:cubicBezTo>
                    <a:pt x="1737451" y="1096217"/>
                    <a:pt x="1739033" y="1096789"/>
                    <a:pt x="1739235" y="1096856"/>
                  </a:cubicBezTo>
                  <a:cubicBezTo>
                    <a:pt x="1739437" y="1096923"/>
                    <a:pt x="1740615" y="1098538"/>
                    <a:pt x="1740985" y="1098874"/>
                  </a:cubicBezTo>
                  <a:cubicBezTo>
                    <a:pt x="1741355" y="1099244"/>
                    <a:pt x="1742231" y="1101565"/>
                    <a:pt x="1742231" y="1101565"/>
                  </a:cubicBezTo>
                  <a:lnTo>
                    <a:pt x="1742231" y="1103752"/>
                  </a:lnTo>
                  <a:lnTo>
                    <a:pt x="1742971" y="1106140"/>
                  </a:lnTo>
                  <a:cubicBezTo>
                    <a:pt x="1742971" y="1106140"/>
                    <a:pt x="1743408" y="1107520"/>
                    <a:pt x="1743476" y="1107822"/>
                  </a:cubicBezTo>
                  <a:cubicBezTo>
                    <a:pt x="1743543" y="1108125"/>
                    <a:pt x="1744654" y="1110514"/>
                    <a:pt x="1744654" y="1110514"/>
                  </a:cubicBezTo>
                  <a:cubicBezTo>
                    <a:pt x="1744654" y="1110514"/>
                    <a:pt x="1745158" y="1112330"/>
                    <a:pt x="1745798" y="1112700"/>
                  </a:cubicBezTo>
                  <a:cubicBezTo>
                    <a:pt x="1746437" y="1113070"/>
                    <a:pt x="1747447" y="1114079"/>
                    <a:pt x="1747817" y="1114584"/>
                  </a:cubicBezTo>
                  <a:cubicBezTo>
                    <a:pt x="1748187" y="1115089"/>
                    <a:pt x="1749264" y="1115728"/>
                    <a:pt x="1750139" y="1115896"/>
                  </a:cubicBezTo>
                  <a:cubicBezTo>
                    <a:pt x="1751014" y="1116030"/>
                    <a:pt x="1749769" y="1116030"/>
                    <a:pt x="1752394" y="1115829"/>
                  </a:cubicBezTo>
                  <a:cubicBezTo>
                    <a:pt x="1755019" y="1115627"/>
                    <a:pt x="1756668" y="1114954"/>
                    <a:pt x="1756668" y="1114954"/>
                  </a:cubicBezTo>
                  <a:lnTo>
                    <a:pt x="1758755" y="1115761"/>
                  </a:lnTo>
                  <a:lnTo>
                    <a:pt x="1760404" y="1116199"/>
                  </a:lnTo>
                  <a:cubicBezTo>
                    <a:pt x="1760404" y="1116199"/>
                    <a:pt x="1762423" y="1116905"/>
                    <a:pt x="1763365" y="1117141"/>
                  </a:cubicBezTo>
                  <a:cubicBezTo>
                    <a:pt x="1764308" y="1117376"/>
                    <a:pt x="1766193" y="1119159"/>
                    <a:pt x="1766193" y="1119159"/>
                  </a:cubicBezTo>
                  <a:cubicBezTo>
                    <a:pt x="1766193" y="1119159"/>
                    <a:pt x="1766933" y="1120404"/>
                    <a:pt x="1767067" y="1120673"/>
                  </a:cubicBezTo>
                  <a:cubicBezTo>
                    <a:pt x="1767202" y="1120976"/>
                    <a:pt x="1766697" y="1122052"/>
                    <a:pt x="1767067" y="1122624"/>
                  </a:cubicBezTo>
                  <a:cubicBezTo>
                    <a:pt x="1767438" y="1123196"/>
                    <a:pt x="1767202" y="1122859"/>
                    <a:pt x="1767101" y="1124878"/>
                  </a:cubicBezTo>
                  <a:cubicBezTo>
                    <a:pt x="1767000" y="1126896"/>
                    <a:pt x="1766865" y="1128713"/>
                    <a:pt x="1766865" y="1128713"/>
                  </a:cubicBezTo>
                  <a:lnTo>
                    <a:pt x="1766293" y="1130731"/>
                  </a:lnTo>
                  <a:lnTo>
                    <a:pt x="1766563" y="1133489"/>
                  </a:lnTo>
                  <a:lnTo>
                    <a:pt x="1766563" y="1135071"/>
                  </a:lnTo>
                  <a:lnTo>
                    <a:pt x="1768144" y="1137526"/>
                  </a:lnTo>
                  <a:lnTo>
                    <a:pt x="1770029" y="1139847"/>
                  </a:lnTo>
                  <a:cubicBezTo>
                    <a:pt x="1770029" y="1139847"/>
                    <a:pt x="1772116" y="1139982"/>
                    <a:pt x="1772991" y="1140554"/>
                  </a:cubicBezTo>
                  <a:cubicBezTo>
                    <a:pt x="1773866" y="1141126"/>
                    <a:pt x="1775010" y="1141294"/>
                    <a:pt x="1776390" y="1141294"/>
                  </a:cubicBezTo>
                  <a:cubicBezTo>
                    <a:pt x="1777770" y="1141294"/>
                    <a:pt x="1779419" y="1141798"/>
                    <a:pt x="1779419" y="1141798"/>
                  </a:cubicBezTo>
                  <a:lnTo>
                    <a:pt x="1781808" y="1142875"/>
                  </a:lnTo>
                  <a:lnTo>
                    <a:pt x="1783626" y="1143884"/>
                  </a:lnTo>
                  <a:lnTo>
                    <a:pt x="1785645" y="1146138"/>
                  </a:lnTo>
                  <a:lnTo>
                    <a:pt x="1787159" y="1144961"/>
                  </a:lnTo>
                  <a:cubicBezTo>
                    <a:pt x="1787159" y="1144961"/>
                    <a:pt x="1789010" y="1143009"/>
                    <a:pt x="1789347" y="1143009"/>
                  </a:cubicBezTo>
                  <a:cubicBezTo>
                    <a:pt x="1789683" y="1143009"/>
                    <a:pt x="1791097" y="1141597"/>
                    <a:pt x="1791534" y="1141597"/>
                  </a:cubicBezTo>
                  <a:cubicBezTo>
                    <a:pt x="1791972" y="1141597"/>
                    <a:pt x="1793587" y="1140621"/>
                    <a:pt x="1793587" y="1140621"/>
                  </a:cubicBezTo>
                  <a:cubicBezTo>
                    <a:pt x="1793587" y="1140621"/>
                    <a:pt x="1795001" y="1139746"/>
                    <a:pt x="1795438" y="1139746"/>
                  </a:cubicBezTo>
                  <a:cubicBezTo>
                    <a:pt x="1795876" y="1139746"/>
                    <a:pt x="1798030" y="1138132"/>
                    <a:pt x="1798030" y="1138132"/>
                  </a:cubicBezTo>
                  <a:cubicBezTo>
                    <a:pt x="1798030" y="1138132"/>
                    <a:pt x="1799881" y="1136383"/>
                    <a:pt x="1800318" y="1136180"/>
                  </a:cubicBezTo>
                  <a:cubicBezTo>
                    <a:pt x="1800756" y="1135979"/>
                    <a:pt x="1802169" y="1135205"/>
                    <a:pt x="1802607" y="1134667"/>
                  </a:cubicBezTo>
                  <a:cubicBezTo>
                    <a:pt x="1803044" y="1134129"/>
                    <a:pt x="1804020" y="1132817"/>
                    <a:pt x="1804357" y="1132043"/>
                  </a:cubicBezTo>
                  <a:cubicBezTo>
                    <a:pt x="1804693" y="1131269"/>
                    <a:pt x="1804121" y="1127905"/>
                    <a:pt x="1804121" y="1127905"/>
                  </a:cubicBezTo>
                  <a:cubicBezTo>
                    <a:pt x="1804121" y="1127905"/>
                    <a:pt x="1804054" y="1125079"/>
                    <a:pt x="1803751" y="1124743"/>
                  </a:cubicBezTo>
                  <a:cubicBezTo>
                    <a:pt x="1803415" y="1124407"/>
                    <a:pt x="1801294" y="1122456"/>
                    <a:pt x="1801294" y="1121917"/>
                  </a:cubicBezTo>
                  <a:cubicBezTo>
                    <a:pt x="1801294" y="1121379"/>
                    <a:pt x="1801294" y="1119428"/>
                    <a:pt x="1801294" y="1119428"/>
                  </a:cubicBezTo>
                  <a:lnTo>
                    <a:pt x="1802708" y="1116703"/>
                  </a:lnTo>
                  <a:lnTo>
                    <a:pt x="1803684" y="1115526"/>
                  </a:lnTo>
                  <a:cubicBezTo>
                    <a:pt x="1803684" y="1115526"/>
                    <a:pt x="1806309" y="1114550"/>
                    <a:pt x="1806948" y="1114449"/>
                  </a:cubicBezTo>
                  <a:cubicBezTo>
                    <a:pt x="1807588" y="1114348"/>
                    <a:pt x="1809775" y="1114449"/>
                    <a:pt x="1809775" y="1114449"/>
                  </a:cubicBezTo>
                  <a:cubicBezTo>
                    <a:pt x="1809775" y="1114449"/>
                    <a:pt x="1810852" y="1114786"/>
                    <a:pt x="1811525" y="1114416"/>
                  </a:cubicBezTo>
                  <a:cubicBezTo>
                    <a:pt x="1812165" y="1114046"/>
                    <a:pt x="1813915" y="1115761"/>
                    <a:pt x="1813915" y="1115761"/>
                  </a:cubicBezTo>
                  <a:cubicBezTo>
                    <a:pt x="1813915" y="1115761"/>
                    <a:pt x="1814790" y="1117174"/>
                    <a:pt x="1814790" y="1117612"/>
                  </a:cubicBezTo>
                  <a:cubicBezTo>
                    <a:pt x="1814790" y="1118049"/>
                    <a:pt x="1815564" y="1119798"/>
                    <a:pt x="1815564" y="1119798"/>
                  </a:cubicBezTo>
                  <a:lnTo>
                    <a:pt x="1816977" y="1123700"/>
                  </a:lnTo>
                  <a:cubicBezTo>
                    <a:pt x="1816977" y="1123700"/>
                    <a:pt x="1817179" y="1125450"/>
                    <a:pt x="1817179" y="1125887"/>
                  </a:cubicBezTo>
                  <a:cubicBezTo>
                    <a:pt x="1817179" y="1126324"/>
                    <a:pt x="1816203" y="1128174"/>
                    <a:pt x="1816203" y="1128612"/>
                  </a:cubicBezTo>
                  <a:cubicBezTo>
                    <a:pt x="1816203" y="1129049"/>
                    <a:pt x="1816001" y="1130664"/>
                    <a:pt x="1816001" y="1130664"/>
                  </a:cubicBezTo>
                  <a:cubicBezTo>
                    <a:pt x="1816001" y="1130664"/>
                    <a:pt x="1816001" y="1132951"/>
                    <a:pt x="1816439" y="1133590"/>
                  </a:cubicBezTo>
                  <a:cubicBezTo>
                    <a:pt x="1816876" y="1134230"/>
                    <a:pt x="1816271" y="1136753"/>
                    <a:pt x="1816271" y="1136753"/>
                  </a:cubicBezTo>
                  <a:lnTo>
                    <a:pt x="1815227" y="1138502"/>
                  </a:lnTo>
                  <a:lnTo>
                    <a:pt x="1815227" y="1142101"/>
                  </a:lnTo>
                  <a:lnTo>
                    <a:pt x="1816001" y="1144153"/>
                  </a:lnTo>
                  <a:lnTo>
                    <a:pt x="1816540" y="1145902"/>
                  </a:lnTo>
                  <a:lnTo>
                    <a:pt x="1818155" y="1146878"/>
                  </a:lnTo>
                  <a:lnTo>
                    <a:pt x="1820208" y="1148291"/>
                  </a:lnTo>
                  <a:lnTo>
                    <a:pt x="1822597" y="1148392"/>
                  </a:lnTo>
                  <a:lnTo>
                    <a:pt x="1825862" y="1146542"/>
                  </a:lnTo>
                  <a:lnTo>
                    <a:pt x="1828252" y="1145129"/>
                  </a:lnTo>
                  <a:lnTo>
                    <a:pt x="1829126" y="1143615"/>
                  </a:lnTo>
                  <a:lnTo>
                    <a:pt x="1830338" y="1142101"/>
                  </a:lnTo>
                  <a:lnTo>
                    <a:pt x="1832290" y="1141226"/>
                  </a:lnTo>
                  <a:lnTo>
                    <a:pt x="1835218" y="1141226"/>
                  </a:lnTo>
                  <a:lnTo>
                    <a:pt x="1838819" y="1142875"/>
                  </a:lnTo>
                  <a:lnTo>
                    <a:pt x="1840670" y="1144187"/>
                  </a:lnTo>
                  <a:lnTo>
                    <a:pt x="1842184" y="1144826"/>
                  </a:lnTo>
                  <a:lnTo>
                    <a:pt x="1845012" y="1144927"/>
                  </a:lnTo>
                  <a:cubicBezTo>
                    <a:pt x="1845012" y="1144927"/>
                    <a:pt x="1847401" y="1142202"/>
                    <a:pt x="1847838" y="1142101"/>
                  </a:cubicBezTo>
                  <a:cubicBezTo>
                    <a:pt x="1848276" y="1142000"/>
                    <a:pt x="1849353" y="1139612"/>
                    <a:pt x="1849454" y="1139275"/>
                  </a:cubicBezTo>
                  <a:cubicBezTo>
                    <a:pt x="1849555" y="1138939"/>
                    <a:pt x="1851305" y="1133860"/>
                    <a:pt x="1851305" y="1133860"/>
                  </a:cubicBezTo>
                  <a:lnTo>
                    <a:pt x="1851742" y="1131807"/>
                  </a:lnTo>
                  <a:lnTo>
                    <a:pt x="1852079" y="1125180"/>
                  </a:lnTo>
                  <a:lnTo>
                    <a:pt x="1850867" y="1119327"/>
                  </a:lnTo>
                  <a:cubicBezTo>
                    <a:pt x="1850867" y="1119327"/>
                    <a:pt x="1849353" y="1116064"/>
                    <a:pt x="1849117" y="1115627"/>
                  </a:cubicBezTo>
                  <a:cubicBezTo>
                    <a:pt x="1848915" y="1115189"/>
                    <a:pt x="1847704" y="1112263"/>
                    <a:pt x="1847704" y="1112263"/>
                  </a:cubicBezTo>
                  <a:lnTo>
                    <a:pt x="1846290" y="1109000"/>
                  </a:lnTo>
                  <a:cubicBezTo>
                    <a:pt x="1846290" y="1109000"/>
                    <a:pt x="1846055" y="1107923"/>
                    <a:pt x="1846055" y="1106948"/>
                  </a:cubicBezTo>
                  <a:cubicBezTo>
                    <a:pt x="1846055" y="1105972"/>
                    <a:pt x="1845853" y="1103685"/>
                    <a:pt x="1845853" y="1102608"/>
                  </a:cubicBezTo>
                  <a:cubicBezTo>
                    <a:pt x="1845853" y="1101532"/>
                    <a:pt x="1845617" y="1098807"/>
                    <a:pt x="1845617" y="1098807"/>
                  </a:cubicBezTo>
                  <a:cubicBezTo>
                    <a:pt x="1845617" y="1098807"/>
                    <a:pt x="1845180" y="1096419"/>
                    <a:pt x="1845180" y="1095443"/>
                  </a:cubicBezTo>
                  <a:cubicBezTo>
                    <a:pt x="1845180" y="1094467"/>
                    <a:pt x="1845281" y="1092180"/>
                    <a:pt x="1845281" y="1091843"/>
                  </a:cubicBezTo>
                  <a:cubicBezTo>
                    <a:pt x="1845281" y="1091507"/>
                    <a:pt x="1845281" y="1090330"/>
                    <a:pt x="1845382" y="1089993"/>
                  </a:cubicBezTo>
                  <a:cubicBezTo>
                    <a:pt x="1845483" y="1089657"/>
                    <a:pt x="1847569" y="1087807"/>
                    <a:pt x="1847569" y="1087807"/>
                  </a:cubicBezTo>
                  <a:lnTo>
                    <a:pt x="1849420" y="1085519"/>
                  </a:lnTo>
                  <a:lnTo>
                    <a:pt x="1852146" y="1083232"/>
                  </a:lnTo>
                  <a:cubicBezTo>
                    <a:pt x="1852146" y="1083232"/>
                    <a:pt x="1852247" y="1080843"/>
                    <a:pt x="1852146" y="1080070"/>
                  </a:cubicBezTo>
                  <a:cubicBezTo>
                    <a:pt x="1852045" y="1079296"/>
                    <a:pt x="1851170" y="1077042"/>
                    <a:pt x="1851170" y="1077042"/>
                  </a:cubicBezTo>
                  <a:cubicBezTo>
                    <a:pt x="1851170" y="1077042"/>
                    <a:pt x="1848680" y="1074116"/>
                    <a:pt x="1848579" y="1073779"/>
                  </a:cubicBezTo>
                  <a:cubicBezTo>
                    <a:pt x="1848478" y="1073443"/>
                    <a:pt x="1848478" y="1071828"/>
                    <a:pt x="1848478" y="1071828"/>
                  </a:cubicBezTo>
                  <a:lnTo>
                    <a:pt x="1850531" y="1070213"/>
                  </a:lnTo>
                  <a:cubicBezTo>
                    <a:pt x="1850531" y="1070213"/>
                    <a:pt x="1851608" y="1067926"/>
                    <a:pt x="1851944" y="1067825"/>
                  </a:cubicBezTo>
                  <a:cubicBezTo>
                    <a:pt x="1852281" y="1067724"/>
                    <a:pt x="1852920" y="1066412"/>
                    <a:pt x="1852920" y="1065975"/>
                  </a:cubicBezTo>
                  <a:cubicBezTo>
                    <a:pt x="1852920" y="1065537"/>
                    <a:pt x="1853122" y="1063250"/>
                    <a:pt x="1853122" y="1062812"/>
                  </a:cubicBezTo>
                  <a:cubicBezTo>
                    <a:pt x="1853122" y="1062375"/>
                    <a:pt x="1852920" y="1059785"/>
                    <a:pt x="1852584" y="1059550"/>
                  </a:cubicBezTo>
                  <a:cubicBezTo>
                    <a:pt x="1852247" y="1059348"/>
                    <a:pt x="1850968" y="1056623"/>
                    <a:pt x="1850968" y="1056623"/>
                  </a:cubicBezTo>
                  <a:lnTo>
                    <a:pt x="1851170" y="1055311"/>
                  </a:lnTo>
                  <a:cubicBezTo>
                    <a:pt x="1851170" y="1055311"/>
                    <a:pt x="1851810" y="1054672"/>
                    <a:pt x="1852483" y="1054436"/>
                  </a:cubicBezTo>
                  <a:cubicBezTo>
                    <a:pt x="1853122" y="1054201"/>
                    <a:pt x="1855074" y="1052922"/>
                    <a:pt x="1855074" y="1052922"/>
                  </a:cubicBezTo>
                  <a:lnTo>
                    <a:pt x="1856151" y="1052283"/>
                  </a:lnTo>
                  <a:cubicBezTo>
                    <a:pt x="1856151" y="1052283"/>
                    <a:pt x="1858339" y="1051409"/>
                    <a:pt x="1858440" y="1052283"/>
                  </a:cubicBezTo>
                  <a:cubicBezTo>
                    <a:pt x="1858541" y="1053158"/>
                    <a:pt x="1858103" y="1053259"/>
                    <a:pt x="1859214" y="1054033"/>
                  </a:cubicBezTo>
                  <a:cubicBezTo>
                    <a:pt x="1860291" y="1054806"/>
                    <a:pt x="1860291" y="1054806"/>
                    <a:pt x="1860291" y="1054806"/>
                  </a:cubicBezTo>
                  <a:cubicBezTo>
                    <a:pt x="1860291" y="1054806"/>
                    <a:pt x="1861065" y="1055143"/>
                    <a:pt x="1861368" y="1054907"/>
                  </a:cubicBezTo>
                  <a:cubicBezTo>
                    <a:pt x="1861704" y="1054705"/>
                    <a:pt x="1862546" y="1051913"/>
                    <a:pt x="1862546" y="1051913"/>
                  </a:cubicBezTo>
                  <a:cubicBezTo>
                    <a:pt x="1863185" y="1051745"/>
                    <a:pt x="1866685" y="1051913"/>
                    <a:pt x="1866685" y="1051913"/>
                  </a:cubicBezTo>
                  <a:lnTo>
                    <a:pt x="1867459" y="1053494"/>
                  </a:lnTo>
                  <a:lnTo>
                    <a:pt x="1868435" y="1059247"/>
                  </a:lnTo>
                  <a:lnTo>
                    <a:pt x="1867897" y="1062409"/>
                  </a:lnTo>
                  <a:lnTo>
                    <a:pt x="1867459" y="1066008"/>
                  </a:lnTo>
                  <a:lnTo>
                    <a:pt x="1867358" y="1068498"/>
                  </a:lnTo>
                  <a:lnTo>
                    <a:pt x="1867358" y="1070886"/>
                  </a:lnTo>
                  <a:lnTo>
                    <a:pt x="1868233" y="1072837"/>
                  </a:lnTo>
                  <a:cubicBezTo>
                    <a:pt x="1868233" y="1072837"/>
                    <a:pt x="1869209" y="1073106"/>
                    <a:pt x="1869546" y="1073106"/>
                  </a:cubicBezTo>
                  <a:cubicBezTo>
                    <a:pt x="1869882" y="1073106"/>
                    <a:pt x="1870858" y="1073476"/>
                    <a:pt x="1870858" y="1073476"/>
                  </a:cubicBezTo>
                  <a:lnTo>
                    <a:pt x="1873450" y="1073476"/>
                  </a:lnTo>
                  <a:lnTo>
                    <a:pt x="1876176" y="1073140"/>
                  </a:lnTo>
                  <a:cubicBezTo>
                    <a:pt x="1876176" y="1073140"/>
                    <a:pt x="1878027" y="1071727"/>
                    <a:pt x="1878464" y="1071492"/>
                  </a:cubicBezTo>
                  <a:cubicBezTo>
                    <a:pt x="1878902" y="1071290"/>
                    <a:pt x="1879104" y="1070180"/>
                    <a:pt x="1879104" y="1070180"/>
                  </a:cubicBezTo>
                  <a:lnTo>
                    <a:pt x="1878128" y="1066580"/>
                  </a:lnTo>
                  <a:cubicBezTo>
                    <a:pt x="1878128" y="1066580"/>
                    <a:pt x="1877926" y="1064831"/>
                    <a:pt x="1877926" y="1064427"/>
                  </a:cubicBezTo>
                  <a:cubicBezTo>
                    <a:pt x="1877926" y="1063990"/>
                    <a:pt x="1877724" y="1061501"/>
                    <a:pt x="1877724" y="1061501"/>
                  </a:cubicBezTo>
                  <a:lnTo>
                    <a:pt x="1878599" y="1059112"/>
                  </a:lnTo>
                  <a:lnTo>
                    <a:pt x="1881762" y="1057800"/>
                  </a:lnTo>
                  <a:lnTo>
                    <a:pt x="1882402" y="1056724"/>
                  </a:lnTo>
                  <a:lnTo>
                    <a:pt x="1880450" y="1054134"/>
                  </a:lnTo>
                  <a:cubicBezTo>
                    <a:pt x="1880450" y="1054134"/>
                    <a:pt x="1881325" y="1052721"/>
                    <a:pt x="1881661" y="1052721"/>
                  </a:cubicBezTo>
                  <a:cubicBezTo>
                    <a:pt x="1881998" y="1052721"/>
                    <a:pt x="1884589" y="1052620"/>
                    <a:pt x="1884589" y="1052620"/>
                  </a:cubicBezTo>
                  <a:lnTo>
                    <a:pt x="1887080" y="1052519"/>
                  </a:lnTo>
                  <a:cubicBezTo>
                    <a:pt x="1887080" y="1052519"/>
                    <a:pt x="1887416" y="1050770"/>
                    <a:pt x="1887416" y="1050332"/>
                  </a:cubicBezTo>
                  <a:cubicBezTo>
                    <a:pt x="1887416" y="1049895"/>
                    <a:pt x="1887315" y="1047708"/>
                    <a:pt x="1887315" y="1047708"/>
                  </a:cubicBezTo>
                  <a:lnTo>
                    <a:pt x="1886676" y="1046396"/>
                  </a:lnTo>
                  <a:lnTo>
                    <a:pt x="1885060" y="1044983"/>
                  </a:lnTo>
                  <a:lnTo>
                    <a:pt x="1884623" y="1044109"/>
                  </a:lnTo>
                  <a:cubicBezTo>
                    <a:pt x="1884623" y="1044109"/>
                    <a:pt x="1885599" y="1042259"/>
                    <a:pt x="1885935" y="1042023"/>
                  </a:cubicBezTo>
                  <a:cubicBezTo>
                    <a:pt x="1886272" y="1041821"/>
                    <a:pt x="1887147" y="1041384"/>
                    <a:pt x="1887450" y="1041250"/>
                  </a:cubicBezTo>
                  <a:cubicBezTo>
                    <a:pt x="1887787" y="1041148"/>
                    <a:pt x="1886810" y="1039500"/>
                    <a:pt x="1886810" y="1039500"/>
                  </a:cubicBezTo>
                  <a:lnTo>
                    <a:pt x="1883109" y="1034824"/>
                  </a:lnTo>
                  <a:lnTo>
                    <a:pt x="1883109" y="1034286"/>
                  </a:lnTo>
                  <a:lnTo>
                    <a:pt x="1885700" y="1032638"/>
                  </a:lnTo>
                  <a:cubicBezTo>
                    <a:pt x="1885700" y="1032638"/>
                    <a:pt x="1887753" y="1030788"/>
                    <a:pt x="1889065" y="1030788"/>
                  </a:cubicBezTo>
                  <a:cubicBezTo>
                    <a:pt x="1890378" y="1030788"/>
                    <a:pt x="1891354" y="1030249"/>
                    <a:pt x="1892431" y="1030249"/>
                  </a:cubicBezTo>
                  <a:cubicBezTo>
                    <a:pt x="1893508" y="1030249"/>
                    <a:pt x="1896133" y="1030687"/>
                    <a:pt x="1896671" y="1030788"/>
                  </a:cubicBezTo>
                  <a:cubicBezTo>
                    <a:pt x="1897580" y="1031124"/>
                    <a:pt x="1899094" y="1031662"/>
                    <a:pt x="1899094" y="1031662"/>
                  </a:cubicBezTo>
                  <a:close/>
                </a:path>
              </a:pathLst>
            </a:custGeom>
            <a:grpFill/>
            <a:ln w="6350" cap="flat">
              <a:solidFill>
                <a:schemeClr val="bg1"/>
              </a:solidFill>
              <a:prstDash val="solid"/>
              <a:miter/>
            </a:ln>
          </p:spPr>
          <p:txBody>
            <a:bodyPr rtlCol="0" anchor="ctr"/>
            <a:lstStyle/>
            <a:p>
              <a:endParaRPr lang="en-US"/>
            </a:p>
          </p:txBody>
        </p:sp>
        <p:sp>
          <p:nvSpPr>
            <p:cNvPr id="195" name="Freeform 912">
              <a:extLst>
                <a:ext uri="{FF2B5EF4-FFF2-40B4-BE49-F238E27FC236}">
                  <a16:creationId xmlns:a16="http://schemas.microsoft.com/office/drawing/2014/main" id="{929D6B07-63FA-0411-36A8-3E31C29E483B}"/>
                </a:ext>
              </a:extLst>
            </p:cNvPr>
            <p:cNvSpPr/>
            <p:nvPr/>
          </p:nvSpPr>
          <p:spPr>
            <a:xfrm>
              <a:off x="6097266" y="1897501"/>
              <a:ext cx="1051007" cy="784315"/>
            </a:xfrm>
            <a:custGeom>
              <a:avLst/>
              <a:gdLst>
                <a:gd name="connsiteX0" fmla="*/ 1673575 w 2017827"/>
                <a:gd name="connsiteY0" fmla="*/ 1173514 h 1505806"/>
                <a:gd name="connsiteX1" fmla="*/ 1674349 w 2017827"/>
                <a:gd name="connsiteY1" fmla="*/ 1170352 h 1505806"/>
                <a:gd name="connsiteX2" fmla="*/ 1674989 w 2017827"/>
                <a:gd name="connsiteY2" fmla="*/ 1168502 h 1505806"/>
                <a:gd name="connsiteX3" fmla="*/ 1675527 w 2017827"/>
                <a:gd name="connsiteY3" fmla="*/ 1166854 h 1505806"/>
                <a:gd name="connsiteX4" fmla="*/ 1676301 w 2017827"/>
                <a:gd name="connsiteY4" fmla="*/ 1162716 h 1505806"/>
                <a:gd name="connsiteX5" fmla="*/ 1676739 w 2017827"/>
                <a:gd name="connsiteY5" fmla="*/ 1159991 h 1505806"/>
                <a:gd name="connsiteX6" fmla="*/ 1676941 w 2017827"/>
                <a:gd name="connsiteY6" fmla="*/ 1157502 h 1505806"/>
                <a:gd name="connsiteX7" fmla="*/ 1677041 w 2017827"/>
                <a:gd name="connsiteY7" fmla="*/ 1155651 h 1505806"/>
                <a:gd name="connsiteX8" fmla="*/ 1677041 w 2017827"/>
                <a:gd name="connsiteY8" fmla="*/ 1153902 h 1505806"/>
                <a:gd name="connsiteX9" fmla="*/ 1676671 w 2017827"/>
                <a:gd name="connsiteY9" fmla="*/ 1150875 h 1505806"/>
                <a:gd name="connsiteX10" fmla="*/ 1676402 w 2017827"/>
                <a:gd name="connsiteY10" fmla="*/ 1149125 h 1505806"/>
                <a:gd name="connsiteX11" fmla="*/ 1674551 w 2017827"/>
                <a:gd name="connsiteY11" fmla="*/ 1147914 h 1505806"/>
                <a:gd name="connsiteX12" fmla="*/ 1673575 w 2017827"/>
                <a:gd name="connsiteY12" fmla="*/ 1146939 h 1505806"/>
                <a:gd name="connsiteX13" fmla="*/ 1669570 w 2017827"/>
                <a:gd name="connsiteY13" fmla="*/ 1144349 h 1505806"/>
                <a:gd name="connsiteX14" fmla="*/ 1668796 w 2017827"/>
                <a:gd name="connsiteY14" fmla="*/ 1143810 h 1505806"/>
                <a:gd name="connsiteX15" fmla="*/ 1668460 w 2017827"/>
                <a:gd name="connsiteY15" fmla="*/ 1140648 h 1505806"/>
                <a:gd name="connsiteX16" fmla="*/ 1667820 w 2017827"/>
                <a:gd name="connsiteY16" fmla="*/ 1136511 h 1505806"/>
                <a:gd name="connsiteX17" fmla="*/ 1666609 w 2017827"/>
                <a:gd name="connsiteY17" fmla="*/ 1133046 h 1505806"/>
                <a:gd name="connsiteX18" fmla="*/ 1666609 w 2017827"/>
                <a:gd name="connsiteY18" fmla="*/ 1129682 h 1505806"/>
                <a:gd name="connsiteX19" fmla="*/ 1670075 w 2017827"/>
                <a:gd name="connsiteY19" fmla="*/ 1126082 h 1505806"/>
                <a:gd name="connsiteX20" fmla="*/ 1670075 w 2017827"/>
                <a:gd name="connsiteY20" fmla="*/ 1119018 h 1505806"/>
                <a:gd name="connsiteX21" fmla="*/ 1670916 w 2017827"/>
                <a:gd name="connsiteY21" fmla="*/ 1110204 h 1505806"/>
                <a:gd name="connsiteX22" fmla="*/ 1671825 w 2017827"/>
                <a:gd name="connsiteY22" fmla="*/ 1106941 h 1505806"/>
                <a:gd name="connsiteX23" fmla="*/ 1671825 w 2017827"/>
                <a:gd name="connsiteY23" fmla="*/ 1104116 h 1505806"/>
                <a:gd name="connsiteX24" fmla="*/ 1671287 w 2017827"/>
                <a:gd name="connsiteY24" fmla="*/ 1102030 h 1505806"/>
                <a:gd name="connsiteX25" fmla="*/ 1670950 w 2017827"/>
                <a:gd name="connsiteY25" fmla="*/ 1100079 h 1505806"/>
                <a:gd name="connsiteX26" fmla="*/ 1670950 w 2017827"/>
                <a:gd name="connsiteY26" fmla="*/ 1098229 h 1505806"/>
                <a:gd name="connsiteX27" fmla="*/ 1672566 w 2017827"/>
                <a:gd name="connsiteY27" fmla="*/ 1095504 h 1505806"/>
                <a:gd name="connsiteX28" fmla="*/ 1675056 w 2017827"/>
                <a:gd name="connsiteY28" fmla="*/ 1091804 h 1505806"/>
                <a:gd name="connsiteX29" fmla="*/ 1676907 w 2017827"/>
                <a:gd name="connsiteY29" fmla="*/ 1088641 h 1505806"/>
                <a:gd name="connsiteX30" fmla="*/ 1680373 w 2017827"/>
                <a:gd name="connsiteY30" fmla="*/ 1086589 h 1505806"/>
                <a:gd name="connsiteX31" fmla="*/ 1683974 w 2017827"/>
                <a:gd name="connsiteY31" fmla="*/ 1081712 h 1505806"/>
                <a:gd name="connsiteX32" fmla="*/ 1686027 w 2017827"/>
                <a:gd name="connsiteY32" fmla="*/ 1079660 h 1505806"/>
                <a:gd name="connsiteX33" fmla="*/ 1688518 w 2017827"/>
                <a:gd name="connsiteY33" fmla="*/ 1076598 h 1505806"/>
                <a:gd name="connsiteX34" fmla="*/ 1689830 w 2017827"/>
                <a:gd name="connsiteY34" fmla="*/ 1073133 h 1505806"/>
                <a:gd name="connsiteX35" fmla="*/ 1689628 w 2017827"/>
                <a:gd name="connsiteY35" fmla="*/ 1070745 h 1505806"/>
                <a:gd name="connsiteX36" fmla="*/ 1688551 w 2017827"/>
                <a:gd name="connsiteY36" fmla="*/ 1066506 h 1505806"/>
                <a:gd name="connsiteX37" fmla="*/ 1689022 w 2017827"/>
                <a:gd name="connsiteY37" fmla="*/ 1043699 h 1505806"/>
                <a:gd name="connsiteX38" fmla="*/ 1689527 w 2017827"/>
                <a:gd name="connsiteY38" fmla="*/ 1041209 h 1505806"/>
                <a:gd name="connsiteX39" fmla="*/ 1689191 w 2017827"/>
                <a:gd name="connsiteY39" fmla="*/ 1039023 h 1505806"/>
                <a:gd name="connsiteX40" fmla="*/ 1689191 w 2017827"/>
                <a:gd name="connsiteY40" fmla="*/ 1037375 h 1505806"/>
                <a:gd name="connsiteX41" fmla="*/ 1689191 w 2017827"/>
                <a:gd name="connsiteY41" fmla="*/ 1033910 h 1505806"/>
                <a:gd name="connsiteX42" fmla="*/ 1689191 w 2017827"/>
                <a:gd name="connsiteY42" fmla="*/ 1032160 h 1505806"/>
                <a:gd name="connsiteX43" fmla="*/ 1691109 w 2017827"/>
                <a:gd name="connsiteY43" fmla="*/ 1032059 h 1505806"/>
                <a:gd name="connsiteX44" fmla="*/ 1693330 w 2017827"/>
                <a:gd name="connsiteY44" fmla="*/ 1032160 h 1505806"/>
                <a:gd name="connsiteX45" fmla="*/ 1696157 w 2017827"/>
                <a:gd name="connsiteY45" fmla="*/ 1032699 h 1505806"/>
                <a:gd name="connsiteX46" fmla="*/ 1698883 w 2017827"/>
                <a:gd name="connsiteY46" fmla="*/ 1033876 h 1505806"/>
                <a:gd name="connsiteX47" fmla="*/ 1703763 w 2017827"/>
                <a:gd name="connsiteY47" fmla="*/ 1035188 h 1505806"/>
                <a:gd name="connsiteX48" fmla="*/ 1709081 w 2017827"/>
                <a:gd name="connsiteY48" fmla="*/ 1035289 h 1505806"/>
                <a:gd name="connsiteX49" fmla="*/ 1715711 w 2017827"/>
                <a:gd name="connsiteY49" fmla="*/ 1038451 h 1505806"/>
                <a:gd name="connsiteX50" fmla="*/ 1719312 w 2017827"/>
                <a:gd name="connsiteY50" fmla="*/ 1039763 h 1505806"/>
                <a:gd name="connsiteX51" fmla="*/ 1722374 w 2017827"/>
                <a:gd name="connsiteY51" fmla="*/ 1040638 h 1505806"/>
                <a:gd name="connsiteX52" fmla="*/ 1726413 w 2017827"/>
                <a:gd name="connsiteY52" fmla="*/ 1040974 h 1505806"/>
                <a:gd name="connsiteX53" fmla="*/ 1729240 w 2017827"/>
                <a:gd name="connsiteY53" fmla="*/ 1040873 h 1505806"/>
                <a:gd name="connsiteX54" fmla="*/ 1732841 w 2017827"/>
                <a:gd name="connsiteY54" fmla="*/ 1040671 h 1505806"/>
                <a:gd name="connsiteX55" fmla="*/ 1735769 w 2017827"/>
                <a:gd name="connsiteY55" fmla="*/ 1039898 h 1505806"/>
                <a:gd name="connsiteX56" fmla="*/ 1738394 w 2017827"/>
                <a:gd name="connsiteY56" fmla="*/ 1038922 h 1505806"/>
                <a:gd name="connsiteX57" fmla="*/ 1739471 w 2017827"/>
                <a:gd name="connsiteY57" fmla="*/ 1038283 h 1505806"/>
                <a:gd name="connsiteX58" fmla="*/ 1741221 w 2017827"/>
                <a:gd name="connsiteY58" fmla="*/ 1037745 h 1505806"/>
                <a:gd name="connsiteX59" fmla="*/ 1743509 w 2017827"/>
                <a:gd name="connsiteY59" fmla="*/ 1037105 h 1505806"/>
                <a:gd name="connsiteX60" fmla="*/ 1745461 w 2017827"/>
                <a:gd name="connsiteY60" fmla="*/ 1036231 h 1505806"/>
                <a:gd name="connsiteX61" fmla="*/ 1747211 w 2017827"/>
                <a:gd name="connsiteY61" fmla="*/ 1035592 h 1505806"/>
                <a:gd name="connsiteX62" fmla="*/ 1749163 w 2017827"/>
                <a:gd name="connsiteY62" fmla="*/ 1034381 h 1505806"/>
                <a:gd name="connsiteX63" fmla="*/ 1750476 w 2017827"/>
                <a:gd name="connsiteY63" fmla="*/ 1033304 h 1505806"/>
                <a:gd name="connsiteX64" fmla="*/ 1751889 w 2017827"/>
                <a:gd name="connsiteY64" fmla="*/ 1032228 h 1505806"/>
                <a:gd name="connsiteX65" fmla="*/ 1753404 w 2017827"/>
                <a:gd name="connsiteY65" fmla="*/ 1031689 h 1505806"/>
                <a:gd name="connsiteX66" fmla="*/ 1754481 w 2017827"/>
                <a:gd name="connsiteY66" fmla="*/ 1031252 h 1505806"/>
                <a:gd name="connsiteX67" fmla="*/ 1756433 w 2017827"/>
                <a:gd name="connsiteY67" fmla="*/ 1030377 h 1505806"/>
                <a:gd name="connsiteX68" fmla="*/ 1758385 w 2017827"/>
                <a:gd name="connsiteY68" fmla="*/ 1028763 h 1505806"/>
                <a:gd name="connsiteX69" fmla="*/ 1759563 w 2017827"/>
                <a:gd name="connsiteY69" fmla="*/ 1027552 h 1505806"/>
                <a:gd name="connsiteX70" fmla="*/ 1760337 w 2017827"/>
                <a:gd name="connsiteY70" fmla="*/ 1027014 h 1505806"/>
                <a:gd name="connsiteX71" fmla="*/ 1761212 w 2017827"/>
                <a:gd name="connsiteY71" fmla="*/ 1026576 h 1505806"/>
                <a:gd name="connsiteX72" fmla="*/ 1762524 w 2017827"/>
                <a:gd name="connsiteY72" fmla="*/ 1025399 h 1505806"/>
                <a:gd name="connsiteX73" fmla="*/ 1764274 w 2017827"/>
                <a:gd name="connsiteY73" fmla="*/ 1024760 h 1505806"/>
                <a:gd name="connsiteX74" fmla="*/ 1766024 w 2017827"/>
                <a:gd name="connsiteY74" fmla="*/ 1023986 h 1505806"/>
                <a:gd name="connsiteX75" fmla="*/ 1767101 w 2017827"/>
                <a:gd name="connsiteY75" fmla="*/ 1022775 h 1505806"/>
                <a:gd name="connsiteX76" fmla="*/ 1767976 w 2017827"/>
                <a:gd name="connsiteY76" fmla="*/ 1021026 h 1505806"/>
                <a:gd name="connsiteX77" fmla="*/ 1770029 w 2017827"/>
                <a:gd name="connsiteY77" fmla="*/ 1017998 h 1505806"/>
                <a:gd name="connsiteX78" fmla="*/ 1771779 w 2017827"/>
                <a:gd name="connsiteY78" fmla="*/ 1015711 h 1505806"/>
                <a:gd name="connsiteX79" fmla="*/ 1772856 w 2017827"/>
                <a:gd name="connsiteY79" fmla="*/ 1012549 h 1505806"/>
                <a:gd name="connsiteX80" fmla="*/ 1775145 w 2017827"/>
                <a:gd name="connsiteY80" fmla="*/ 1008074 h 1505806"/>
                <a:gd name="connsiteX81" fmla="*/ 1780799 w 2017827"/>
                <a:gd name="connsiteY81" fmla="*/ 1002221 h 1505806"/>
                <a:gd name="connsiteX82" fmla="*/ 1785477 w 2017827"/>
                <a:gd name="connsiteY82" fmla="*/ 998958 h 1505806"/>
                <a:gd name="connsiteX83" fmla="*/ 1790357 w 2017827"/>
                <a:gd name="connsiteY83" fmla="*/ 990918 h 1505806"/>
                <a:gd name="connsiteX84" fmla="*/ 1797861 w 2017827"/>
                <a:gd name="connsiteY84" fmla="*/ 982441 h 1505806"/>
                <a:gd name="connsiteX85" fmla="*/ 1807857 w 2017827"/>
                <a:gd name="connsiteY85" fmla="*/ 975814 h 1505806"/>
                <a:gd name="connsiteX86" fmla="*/ 1817415 w 2017827"/>
                <a:gd name="connsiteY86" fmla="*/ 970163 h 1505806"/>
                <a:gd name="connsiteX87" fmla="*/ 1825795 w 2017827"/>
                <a:gd name="connsiteY87" fmla="*/ 963973 h 1505806"/>
                <a:gd name="connsiteX88" fmla="*/ 1831449 w 2017827"/>
                <a:gd name="connsiteY88" fmla="*/ 959297 h 1505806"/>
                <a:gd name="connsiteX89" fmla="*/ 1845483 w 2017827"/>
                <a:gd name="connsiteY89" fmla="*/ 949306 h 1505806"/>
                <a:gd name="connsiteX90" fmla="*/ 1853627 w 2017827"/>
                <a:gd name="connsiteY90" fmla="*/ 942141 h 1505806"/>
                <a:gd name="connsiteX91" fmla="*/ 1857329 w 2017827"/>
                <a:gd name="connsiteY91" fmla="*/ 939651 h 1505806"/>
                <a:gd name="connsiteX92" fmla="*/ 1861334 w 2017827"/>
                <a:gd name="connsiteY92" fmla="*/ 936287 h 1505806"/>
                <a:gd name="connsiteX93" fmla="*/ 1866651 w 2017827"/>
                <a:gd name="connsiteY93" fmla="*/ 933024 h 1505806"/>
                <a:gd name="connsiteX94" fmla="*/ 1872844 w 2017827"/>
                <a:gd name="connsiteY94" fmla="*/ 930098 h 1505806"/>
                <a:gd name="connsiteX95" fmla="*/ 1877959 w 2017827"/>
                <a:gd name="connsiteY95" fmla="*/ 928046 h 1505806"/>
                <a:gd name="connsiteX96" fmla="*/ 1882099 w 2017827"/>
                <a:gd name="connsiteY96" fmla="*/ 925018 h 1505806"/>
                <a:gd name="connsiteX97" fmla="*/ 1897210 w 2017827"/>
                <a:gd name="connsiteY97" fmla="*/ 922966 h 1505806"/>
                <a:gd name="connsiteX98" fmla="*/ 1915787 w 2017827"/>
                <a:gd name="connsiteY98" fmla="*/ 918055 h 1505806"/>
                <a:gd name="connsiteX99" fmla="*/ 1918816 w 2017827"/>
                <a:gd name="connsiteY99" fmla="*/ 917617 h 1505806"/>
                <a:gd name="connsiteX100" fmla="*/ 1925008 w 2017827"/>
                <a:gd name="connsiteY100" fmla="*/ 920006 h 1505806"/>
                <a:gd name="connsiteX101" fmla="*/ 1927936 w 2017827"/>
                <a:gd name="connsiteY101" fmla="*/ 919569 h 1505806"/>
                <a:gd name="connsiteX102" fmla="*/ 1931201 w 2017827"/>
                <a:gd name="connsiteY102" fmla="*/ 918257 h 1505806"/>
                <a:gd name="connsiteX103" fmla="*/ 1934364 w 2017827"/>
                <a:gd name="connsiteY103" fmla="*/ 917517 h 1505806"/>
                <a:gd name="connsiteX104" fmla="*/ 1938807 w 2017827"/>
                <a:gd name="connsiteY104" fmla="*/ 914893 h 1505806"/>
                <a:gd name="connsiteX105" fmla="*/ 1942273 w 2017827"/>
                <a:gd name="connsiteY105" fmla="*/ 914893 h 1505806"/>
                <a:gd name="connsiteX106" fmla="*/ 1946615 w 2017827"/>
                <a:gd name="connsiteY106" fmla="*/ 915666 h 1505806"/>
                <a:gd name="connsiteX107" fmla="*/ 1951629 w 2017827"/>
                <a:gd name="connsiteY107" fmla="*/ 917617 h 1505806"/>
                <a:gd name="connsiteX108" fmla="*/ 1956509 w 2017827"/>
                <a:gd name="connsiteY108" fmla="*/ 918828 h 1505806"/>
                <a:gd name="connsiteX109" fmla="*/ 1967279 w 2017827"/>
                <a:gd name="connsiteY109" fmla="*/ 922091 h 1505806"/>
                <a:gd name="connsiteX110" fmla="*/ 1976197 w 2017827"/>
                <a:gd name="connsiteY110" fmla="*/ 921553 h 1505806"/>
                <a:gd name="connsiteX111" fmla="*/ 1980337 w 2017827"/>
                <a:gd name="connsiteY111" fmla="*/ 915902 h 1505806"/>
                <a:gd name="connsiteX112" fmla="*/ 1983803 w 2017827"/>
                <a:gd name="connsiteY112" fmla="*/ 913413 h 1505806"/>
                <a:gd name="connsiteX113" fmla="*/ 1989659 w 2017827"/>
                <a:gd name="connsiteY113" fmla="*/ 910385 h 1505806"/>
                <a:gd name="connsiteX114" fmla="*/ 1992250 w 2017827"/>
                <a:gd name="connsiteY114" fmla="*/ 907357 h 1505806"/>
                <a:gd name="connsiteX115" fmla="*/ 1992048 w 2017827"/>
                <a:gd name="connsiteY115" fmla="*/ 904733 h 1505806"/>
                <a:gd name="connsiteX116" fmla="*/ 1987471 w 2017827"/>
                <a:gd name="connsiteY116" fmla="*/ 899519 h 1505806"/>
                <a:gd name="connsiteX117" fmla="*/ 1989659 w 2017827"/>
                <a:gd name="connsiteY117" fmla="*/ 888015 h 1505806"/>
                <a:gd name="connsiteX118" fmla="*/ 1992688 w 2017827"/>
                <a:gd name="connsiteY118" fmla="*/ 880076 h 1505806"/>
                <a:gd name="connsiteX119" fmla="*/ 1993563 w 2017827"/>
                <a:gd name="connsiteY119" fmla="*/ 869008 h 1505806"/>
                <a:gd name="connsiteX120" fmla="*/ 1992149 w 2017827"/>
                <a:gd name="connsiteY120" fmla="*/ 858344 h 1505806"/>
                <a:gd name="connsiteX121" fmla="*/ 1993226 w 2017827"/>
                <a:gd name="connsiteY121" fmla="*/ 851818 h 1505806"/>
                <a:gd name="connsiteX122" fmla="*/ 1993226 w 2017827"/>
                <a:gd name="connsiteY122" fmla="*/ 847681 h 1505806"/>
                <a:gd name="connsiteX123" fmla="*/ 1993866 w 2017827"/>
                <a:gd name="connsiteY123" fmla="*/ 842467 h 1505806"/>
                <a:gd name="connsiteX124" fmla="*/ 1996457 w 2017827"/>
                <a:gd name="connsiteY124" fmla="*/ 839203 h 1505806"/>
                <a:gd name="connsiteX125" fmla="*/ 2002212 w 2017827"/>
                <a:gd name="connsiteY125" fmla="*/ 835739 h 1505806"/>
                <a:gd name="connsiteX126" fmla="*/ 2008405 w 2017827"/>
                <a:gd name="connsiteY126" fmla="*/ 831500 h 1505806"/>
                <a:gd name="connsiteX127" fmla="*/ 2015674 w 2017827"/>
                <a:gd name="connsiteY127" fmla="*/ 830861 h 1505806"/>
                <a:gd name="connsiteX128" fmla="*/ 2017087 w 2017827"/>
                <a:gd name="connsiteY128" fmla="*/ 829179 h 1505806"/>
                <a:gd name="connsiteX129" fmla="*/ 2017828 w 2017827"/>
                <a:gd name="connsiteY129" fmla="*/ 827160 h 1505806"/>
                <a:gd name="connsiteX130" fmla="*/ 2017828 w 2017827"/>
                <a:gd name="connsiteY130" fmla="*/ 823696 h 1505806"/>
                <a:gd name="connsiteX131" fmla="*/ 2017828 w 2017827"/>
                <a:gd name="connsiteY131" fmla="*/ 816194 h 1505806"/>
                <a:gd name="connsiteX132" fmla="*/ 2016751 w 2017827"/>
                <a:gd name="connsiteY132" fmla="*/ 810643 h 1505806"/>
                <a:gd name="connsiteX133" fmla="*/ 2014900 w 2017827"/>
                <a:gd name="connsiteY133" fmla="*/ 807044 h 1505806"/>
                <a:gd name="connsiteX134" fmla="*/ 2012174 w 2017827"/>
                <a:gd name="connsiteY134" fmla="*/ 802805 h 1505806"/>
                <a:gd name="connsiteX135" fmla="*/ 2008371 w 2017827"/>
                <a:gd name="connsiteY135" fmla="*/ 798029 h 1505806"/>
                <a:gd name="connsiteX136" fmla="*/ 2005880 w 2017827"/>
                <a:gd name="connsiteY136" fmla="*/ 792377 h 1505806"/>
                <a:gd name="connsiteX137" fmla="*/ 2003491 w 2017827"/>
                <a:gd name="connsiteY137" fmla="*/ 789350 h 1505806"/>
                <a:gd name="connsiteX138" fmla="*/ 1997837 w 2017827"/>
                <a:gd name="connsiteY138" fmla="*/ 782487 h 1505806"/>
                <a:gd name="connsiteX139" fmla="*/ 1995347 w 2017827"/>
                <a:gd name="connsiteY139" fmla="*/ 777710 h 1505806"/>
                <a:gd name="connsiteX140" fmla="*/ 1990568 w 2017827"/>
                <a:gd name="connsiteY140" fmla="*/ 772933 h 1505806"/>
                <a:gd name="connsiteX141" fmla="*/ 1987842 w 2017827"/>
                <a:gd name="connsiteY141" fmla="*/ 769468 h 1505806"/>
                <a:gd name="connsiteX142" fmla="*/ 1982962 w 2017827"/>
                <a:gd name="connsiteY142" fmla="*/ 762606 h 1505806"/>
                <a:gd name="connsiteX143" fmla="*/ 1981346 w 2017827"/>
                <a:gd name="connsiteY143" fmla="*/ 755878 h 1505806"/>
                <a:gd name="connsiteX144" fmla="*/ 1981346 w 2017827"/>
                <a:gd name="connsiteY144" fmla="*/ 748040 h 1505806"/>
                <a:gd name="connsiteX145" fmla="*/ 1980370 w 2017827"/>
                <a:gd name="connsiteY145" fmla="*/ 735560 h 1505806"/>
                <a:gd name="connsiteX146" fmla="*/ 1978317 w 2017827"/>
                <a:gd name="connsiteY146" fmla="*/ 727419 h 1505806"/>
                <a:gd name="connsiteX147" fmla="*/ 1975591 w 2017827"/>
                <a:gd name="connsiteY147" fmla="*/ 719816 h 1505806"/>
                <a:gd name="connsiteX148" fmla="*/ 1974514 w 2017827"/>
                <a:gd name="connsiteY148" fmla="*/ 711137 h 1505806"/>
                <a:gd name="connsiteX149" fmla="*/ 1973538 w 2017827"/>
                <a:gd name="connsiteY149" fmla="*/ 702997 h 1505806"/>
                <a:gd name="connsiteX150" fmla="*/ 1974514 w 2017827"/>
                <a:gd name="connsiteY150" fmla="*/ 698993 h 1505806"/>
                <a:gd name="connsiteX151" fmla="*/ 1972461 w 2017827"/>
                <a:gd name="connsiteY151" fmla="*/ 690180 h 1505806"/>
                <a:gd name="connsiteX152" fmla="*/ 1971216 w 2017827"/>
                <a:gd name="connsiteY152" fmla="*/ 686580 h 1505806"/>
                <a:gd name="connsiteX153" fmla="*/ 1971149 w 2017827"/>
                <a:gd name="connsiteY153" fmla="*/ 680929 h 1505806"/>
                <a:gd name="connsiteX154" fmla="*/ 1971149 w 2017827"/>
                <a:gd name="connsiteY154" fmla="*/ 674941 h 1505806"/>
                <a:gd name="connsiteX155" fmla="*/ 1969735 w 2017827"/>
                <a:gd name="connsiteY155" fmla="*/ 673730 h 1505806"/>
                <a:gd name="connsiteX156" fmla="*/ 1966706 w 2017827"/>
                <a:gd name="connsiteY156" fmla="*/ 676455 h 1505806"/>
                <a:gd name="connsiteX157" fmla="*/ 1961591 w 2017827"/>
                <a:gd name="connsiteY157" fmla="*/ 676657 h 1505806"/>
                <a:gd name="connsiteX158" fmla="*/ 1958326 w 2017827"/>
                <a:gd name="connsiteY158" fmla="*/ 674268 h 1505806"/>
                <a:gd name="connsiteX159" fmla="*/ 1956812 w 2017827"/>
                <a:gd name="connsiteY159" fmla="*/ 671005 h 1505806"/>
                <a:gd name="connsiteX160" fmla="*/ 1956173 w 2017827"/>
                <a:gd name="connsiteY160" fmla="*/ 669592 h 1505806"/>
                <a:gd name="connsiteX161" fmla="*/ 1955399 w 2017827"/>
                <a:gd name="connsiteY161" fmla="*/ 667978 h 1505806"/>
                <a:gd name="connsiteX162" fmla="*/ 1954759 w 2017827"/>
                <a:gd name="connsiteY162" fmla="*/ 665354 h 1505806"/>
                <a:gd name="connsiteX163" fmla="*/ 1954120 w 2017827"/>
                <a:gd name="connsiteY163" fmla="*/ 661216 h 1505806"/>
                <a:gd name="connsiteX164" fmla="*/ 1954658 w 2017827"/>
                <a:gd name="connsiteY164" fmla="*/ 658592 h 1505806"/>
                <a:gd name="connsiteX165" fmla="*/ 1954860 w 2017827"/>
                <a:gd name="connsiteY165" fmla="*/ 657381 h 1505806"/>
                <a:gd name="connsiteX166" fmla="*/ 1956812 w 2017827"/>
                <a:gd name="connsiteY166" fmla="*/ 654555 h 1505806"/>
                <a:gd name="connsiteX167" fmla="*/ 1959841 w 2017827"/>
                <a:gd name="connsiteY167" fmla="*/ 652806 h 1505806"/>
                <a:gd name="connsiteX168" fmla="*/ 1963005 w 2017827"/>
                <a:gd name="connsiteY168" fmla="*/ 650956 h 1505806"/>
                <a:gd name="connsiteX169" fmla="*/ 1961591 w 2017827"/>
                <a:gd name="connsiteY169" fmla="*/ 647928 h 1505806"/>
                <a:gd name="connsiteX170" fmla="*/ 1959639 w 2017827"/>
                <a:gd name="connsiteY170" fmla="*/ 647188 h 1505806"/>
                <a:gd name="connsiteX171" fmla="*/ 1955937 w 2017827"/>
                <a:gd name="connsiteY171" fmla="*/ 647188 h 1505806"/>
                <a:gd name="connsiteX172" fmla="*/ 1944192 w 2017827"/>
                <a:gd name="connsiteY172" fmla="*/ 647525 h 1505806"/>
                <a:gd name="connsiteX173" fmla="*/ 1932547 w 2017827"/>
                <a:gd name="connsiteY173" fmla="*/ 646347 h 1505806"/>
                <a:gd name="connsiteX174" fmla="*/ 1926355 w 2017827"/>
                <a:gd name="connsiteY174" fmla="*/ 644699 h 1505806"/>
                <a:gd name="connsiteX175" fmla="*/ 1915484 w 2017827"/>
                <a:gd name="connsiteY175" fmla="*/ 637971 h 1505806"/>
                <a:gd name="connsiteX176" fmla="*/ 1908215 w 2017827"/>
                <a:gd name="connsiteY176" fmla="*/ 630133 h 1505806"/>
                <a:gd name="connsiteX177" fmla="*/ 1897984 w 2017827"/>
                <a:gd name="connsiteY177" fmla="*/ 619469 h 1505806"/>
                <a:gd name="connsiteX178" fmla="*/ 1892566 w 2017827"/>
                <a:gd name="connsiteY178" fmla="*/ 616105 h 1505806"/>
                <a:gd name="connsiteX179" fmla="*/ 1884421 w 2017827"/>
                <a:gd name="connsiteY179" fmla="*/ 607527 h 1505806"/>
                <a:gd name="connsiteX180" fmla="*/ 1879979 w 2017827"/>
                <a:gd name="connsiteY180" fmla="*/ 602414 h 1505806"/>
                <a:gd name="connsiteX181" fmla="*/ 1871599 w 2017827"/>
                <a:gd name="connsiteY181" fmla="*/ 596662 h 1505806"/>
                <a:gd name="connsiteX182" fmla="*/ 1864969 w 2017827"/>
                <a:gd name="connsiteY182" fmla="*/ 588723 h 1505806"/>
                <a:gd name="connsiteX183" fmla="*/ 1854872 w 2017827"/>
                <a:gd name="connsiteY183" fmla="*/ 576882 h 1505806"/>
                <a:gd name="connsiteX184" fmla="*/ 1847468 w 2017827"/>
                <a:gd name="connsiteY184" fmla="*/ 570355 h 1505806"/>
                <a:gd name="connsiteX185" fmla="*/ 1841612 w 2017827"/>
                <a:gd name="connsiteY185" fmla="*/ 562753 h 1505806"/>
                <a:gd name="connsiteX186" fmla="*/ 1837608 w 2017827"/>
                <a:gd name="connsiteY186" fmla="*/ 558615 h 1505806"/>
                <a:gd name="connsiteX187" fmla="*/ 1825122 w 2017827"/>
                <a:gd name="connsiteY187" fmla="*/ 552190 h 1505806"/>
                <a:gd name="connsiteX188" fmla="*/ 1820242 w 2017827"/>
                <a:gd name="connsiteY188" fmla="*/ 548389 h 1505806"/>
                <a:gd name="connsiteX189" fmla="*/ 1811862 w 2017827"/>
                <a:gd name="connsiteY189" fmla="*/ 546202 h 1505806"/>
                <a:gd name="connsiteX190" fmla="*/ 1796549 w 2017827"/>
                <a:gd name="connsiteY190" fmla="*/ 537523 h 1505806"/>
                <a:gd name="connsiteX191" fmla="*/ 1780361 w 2017827"/>
                <a:gd name="connsiteY191" fmla="*/ 535034 h 1505806"/>
                <a:gd name="connsiteX192" fmla="*/ 1765688 w 2017827"/>
                <a:gd name="connsiteY192" fmla="*/ 530459 h 1505806"/>
                <a:gd name="connsiteX193" fmla="*/ 1757207 w 2017827"/>
                <a:gd name="connsiteY193" fmla="*/ 529820 h 1505806"/>
                <a:gd name="connsiteX194" fmla="*/ 1746673 w 2017827"/>
                <a:gd name="connsiteY194" fmla="*/ 530257 h 1505806"/>
                <a:gd name="connsiteX195" fmla="*/ 1736240 w 2017827"/>
                <a:gd name="connsiteY195" fmla="*/ 530055 h 1505806"/>
                <a:gd name="connsiteX196" fmla="*/ 1725167 w 2017827"/>
                <a:gd name="connsiteY196" fmla="*/ 529517 h 1505806"/>
                <a:gd name="connsiteX197" fmla="*/ 1721028 w 2017827"/>
                <a:gd name="connsiteY197" fmla="*/ 529080 h 1505806"/>
                <a:gd name="connsiteX198" fmla="*/ 1717764 w 2017827"/>
                <a:gd name="connsiteY198" fmla="*/ 526691 h 1505806"/>
                <a:gd name="connsiteX199" fmla="*/ 1706792 w 2017827"/>
                <a:gd name="connsiteY199" fmla="*/ 522453 h 1505806"/>
                <a:gd name="connsiteX200" fmla="*/ 1702787 w 2017827"/>
                <a:gd name="connsiteY200" fmla="*/ 517575 h 1505806"/>
                <a:gd name="connsiteX201" fmla="*/ 1697907 w 2017827"/>
                <a:gd name="connsiteY201" fmla="*/ 517373 h 1505806"/>
                <a:gd name="connsiteX202" fmla="*/ 1693128 w 2017827"/>
                <a:gd name="connsiteY202" fmla="*/ 517138 h 1505806"/>
                <a:gd name="connsiteX203" fmla="*/ 1686936 w 2017827"/>
                <a:gd name="connsiteY203" fmla="*/ 516364 h 1505806"/>
                <a:gd name="connsiteX204" fmla="*/ 1679094 w 2017827"/>
                <a:gd name="connsiteY204" fmla="*/ 515927 h 1505806"/>
                <a:gd name="connsiteX205" fmla="*/ 1672902 w 2017827"/>
                <a:gd name="connsiteY205" fmla="*/ 515725 h 1505806"/>
                <a:gd name="connsiteX206" fmla="*/ 1667248 w 2017827"/>
                <a:gd name="connsiteY206" fmla="*/ 513975 h 1505806"/>
                <a:gd name="connsiteX207" fmla="*/ 1661493 w 2017827"/>
                <a:gd name="connsiteY207" fmla="*/ 510073 h 1505806"/>
                <a:gd name="connsiteX208" fmla="*/ 1657589 w 2017827"/>
                <a:gd name="connsiteY208" fmla="*/ 506171 h 1505806"/>
                <a:gd name="connsiteX209" fmla="*/ 1654661 w 2017827"/>
                <a:gd name="connsiteY209" fmla="*/ 502908 h 1505806"/>
                <a:gd name="connsiteX210" fmla="*/ 1648132 w 2017827"/>
                <a:gd name="connsiteY210" fmla="*/ 501596 h 1505806"/>
                <a:gd name="connsiteX211" fmla="*/ 1643791 w 2017827"/>
                <a:gd name="connsiteY211" fmla="*/ 499309 h 1505806"/>
                <a:gd name="connsiteX212" fmla="*/ 1639113 w 2017827"/>
                <a:gd name="connsiteY212" fmla="*/ 494868 h 1505806"/>
                <a:gd name="connsiteX213" fmla="*/ 1636185 w 2017827"/>
                <a:gd name="connsiteY213" fmla="*/ 493657 h 1505806"/>
                <a:gd name="connsiteX214" fmla="*/ 1630093 w 2017827"/>
                <a:gd name="connsiteY214" fmla="*/ 491908 h 1505806"/>
                <a:gd name="connsiteX215" fmla="*/ 1624338 w 2017827"/>
                <a:gd name="connsiteY215" fmla="*/ 490495 h 1505806"/>
                <a:gd name="connsiteX216" fmla="*/ 1620199 w 2017827"/>
                <a:gd name="connsiteY216" fmla="*/ 486896 h 1505806"/>
                <a:gd name="connsiteX217" fmla="*/ 1616934 w 2017827"/>
                <a:gd name="connsiteY217" fmla="*/ 483195 h 1505806"/>
                <a:gd name="connsiteX218" fmla="*/ 1615083 w 2017827"/>
                <a:gd name="connsiteY218" fmla="*/ 481984 h 1505806"/>
                <a:gd name="connsiteX219" fmla="*/ 1610843 w 2017827"/>
                <a:gd name="connsiteY219" fmla="*/ 477981 h 1505806"/>
                <a:gd name="connsiteX220" fmla="*/ 1607377 w 2017827"/>
                <a:gd name="connsiteY220" fmla="*/ 474180 h 1505806"/>
                <a:gd name="connsiteX221" fmla="*/ 1606838 w 2017827"/>
                <a:gd name="connsiteY221" fmla="*/ 470143 h 1505806"/>
                <a:gd name="connsiteX222" fmla="*/ 1604550 w 2017827"/>
                <a:gd name="connsiteY222" fmla="*/ 462440 h 1505806"/>
                <a:gd name="connsiteX223" fmla="*/ 1604213 w 2017827"/>
                <a:gd name="connsiteY223" fmla="*/ 455039 h 1505806"/>
                <a:gd name="connsiteX224" fmla="*/ 1604651 w 2017827"/>
                <a:gd name="connsiteY224" fmla="*/ 448075 h 1505806"/>
                <a:gd name="connsiteX225" fmla="*/ 1609328 w 2017827"/>
                <a:gd name="connsiteY225" fmla="*/ 439161 h 1505806"/>
                <a:gd name="connsiteX226" fmla="*/ 1613367 w 2017827"/>
                <a:gd name="connsiteY226" fmla="*/ 434149 h 1505806"/>
                <a:gd name="connsiteX227" fmla="*/ 1615117 w 2017827"/>
                <a:gd name="connsiteY227" fmla="*/ 428934 h 1505806"/>
                <a:gd name="connsiteX228" fmla="*/ 1618045 w 2017827"/>
                <a:gd name="connsiteY228" fmla="*/ 424359 h 1505806"/>
                <a:gd name="connsiteX229" fmla="*/ 1621848 w 2017827"/>
                <a:gd name="connsiteY229" fmla="*/ 417396 h 1505806"/>
                <a:gd name="connsiteX230" fmla="*/ 1626728 w 2017827"/>
                <a:gd name="connsiteY230" fmla="*/ 409995 h 1505806"/>
                <a:gd name="connsiteX231" fmla="*/ 1632382 w 2017827"/>
                <a:gd name="connsiteY231" fmla="*/ 406396 h 1505806"/>
                <a:gd name="connsiteX232" fmla="*/ 1638036 w 2017827"/>
                <a:gd name="connsiteY232" fmla="*/ 399433 h 1505806"/>
                <a:gd name="connsiteX233" fmla="*/ 1639651 w 2017827"/>
                <a:gd name="connsiteY233" fmla="*/ 396169 h 1505806"/>
                <a:gd name="connsiteX234" fmla="*/ 1639988 w 2017827"/>
                <a:gd name="connsiteY234" fmla="*/ 390417 h 1505806"/>
                <a:gd name="connsiteX235" fmla="*/ 1639012 w 2017827"/>
                <a:gd name="connsiteY235" fmla="*/ 385539 h 1505806"/>
                <a:gd name="connsiteX236" fmla="*/ 1637262 w 2017827"/>
                <a:gd name="connsiteY236" fmla="*/ 380325 h 1505806"/>
                <a:gd name="connsiteX237" fmla="*/ 1634872 w 2017827"/>
                <a:gd name="connsiteY237" fmla="*/ 375111 h 1505806"/>
                <a:gd name="connsiteX238" fmla="*/ 1634973 w 2017827"/>
                <a:gd name="connsiteY238" fmla="*/ 372386 h 1505806"/>
                <a:gd name="connsiteX239" fmla="*/ 1636723 w 2017827"/>
                <a:gd name="connsiteY239" fmla="*/ 367710 h 1505806"/>
                <a:gd name="connsiteX240" fmla="*/ 1638473 w 2017827"/>
                <a:gd name="connsiteY240" fmla="*/ 366062 h 1505806"/>
                <a:gd name="connsiteX241" fmla="*/ 1646517 w 2017827"/>
                <a:gd name="connsiteY241" fmla="*/ 358998 h 1505806"/>
                <a:gd name="connsiteX242" fmla="*/ 1648368 w 2017827"/>
                <a:gd name="connsiteY242" fmla="*/ 356710 h 1505806"/>
                <a:gd name="connsiteX243" fmla="*/ 1651296 w 2017827"/>
                <a:gd name="connsiteY243" fmla="*/ 346820 h 1505806"/>
                <a:gd name="connsiteX244" fmla="*/ 1651632 w 2017827"/>
                <a:gd name="connsiteY244" fmla="*/ 344331 h 1505806"/>
                <a:gd name="connsiteX245" fmla="*/ 1652507 w 2017827"/>
                <a:gd name="connsiteY245" fmla="*/ 334542 h 1505806"/>
                <a:gd name="connsiteX246" fmla="*/ 1652507 w 2017827"/>
                <a:gd name="connsiteY246" fmla="*/ 326401 h 1505806"/>
                <a:gd name="connsiteX247" fmla="*/ 1651531 w 2017827"/>
                <a:gd name="connsiteY247" fmla="*/ 319673 h 1505806"/>
                <a:gd name="connsiteX248" fmla="*/ 1650320 w 2017827"/>
                <a:gd name="connsiteY248" fmla="*/ 311196 h 1505806"/>
                <a:gd name="connsiteX249" fmla="*/ 1649680 w 2017827"/>
                <a:gd name="connsiteY249" fmla="*/ 304468 h 1505806"/>
                <a:gd name="connsiteX250" fmla="*/ 1645339 w 2017827"/>
                <a:gd name="connsiteY250" fmla="*/ 297740 h 1505806"/>
                <a:gd name="connsiteX251" fmla="*/ 1644363 w 2017827"/>
                <a:gd name="connsiteY251" fmla="*/ 294712 h 1505806"/>
                <a:gd name="connsiteX252" fmla="*/ 1644363 w 2017827"/>
                <a:gd name="connsiteY252" fmla="*/ 292324 h 1505806"/>
                <a:gd name="connsiteX253" fmla="*/ 1639921 w 2017827"/>
                <a:gd name="connsiteY253" fmla="*/ 288523 h 1505806"/>
                <a:gd name="connsiteX254" fmla="*/ 1638305 w 2017827"/>
                <a:gd name="connsiteY254" fmla="*/ 285596 h 1505806"/>
                <a:gd name="connsiteX255" fmla="*/ 1636454 w 2017827"/>
                <a:gd name="connsiteY255" fmla="*/ 283308 h 1505806"/>
                <a:gd name="connsiteX256" fmla="*/ 1634401 w 2017827"/>
                <a:gd name="connsiteY256" fmla="*/ 280584 h 1505806"/>
                <a:gd name="connsiteX257" fmla="*/ 1632752 w 2017827"/>
                <a:gd name="connsiteY257" fmla="*/ 277993 h 1505806"/>
                <a:gd name="connsiteX258" fmla="*/ 1630699 w 2017827"/>
                <a:gd name="connsiteY258" fmla="*/ 274966 h 1505806"/>
                <a:gd name="connsiteX259" fmla="*/ 1629521 w 2017827"/>
                <a:gd name="connsiteY259" fmla="*/ 272678 h 1505806"/>
                <a:gd name="connsiteX260" fmla="*/ 1628882 w 2017827"/>
                <a:gd name="connsiteY260" fmla="*/ 269214 h 1505806"/>
                <a:gd name="connsiteX261" fmla="*/ 1628007 w 2017827"/>
                <a:gd name="connsiteY261" fmla="*/ 265850 h 1505806"/>
                <a:gd name="connsiteX262" fmla="*/ 1628007 w 2017827"/>
                <a:gd name="connsiteY262" fmla="*/ 262486 h 1505806"/>
                <a:gd name="connsiteX263" fmla="*/ 1626997 w 2017827"/>
                <a:gd name="connsiteY263" fmla="*/ 259323 h 1505806"/>
                <a:gd name="connsiteX264" fmla="*/ 1626795 w 2017827"/>
                <a:gd name="connsiteY264" fmla="*/ 257271 h 1505806"/>
                <a:gd name="connsiteX265" fmla="*/ 1626795 w 2017827"/>
                <a:gd name="connsiteY265" fmla="*/ 253470 h 1505806"/>
                <a:gd name="connsiteX266" fmla="*/ 1626795 w 2017827"/>
                <a:gd name="connsiteY266" fmla="*/ 249871 h 1505806"/>
                <a:gd name="connsiteX267" fmla="*/ 1626795 w 2017827"/>
                <a:gd name="connsiteY267" fmla="*/ 243446 h 1505806"/>
                <a:gd name="connsiteX268" fmla="*/ 1625012 w 2017827"/>
                <a:gd name="connsiteY268" fmla="*/ 241057 h 1505806"/>
                <a:gd name="connsiteX269" fmla="*/ 1625180 w 2017827"/>
                <a:gd name="connsiteY269" fmla="*/ 237020 h 1505806"/>
                <a:gd name="connsiteX270" fmla="*/ 1625180 w 2017827"/>
                <a:gd name="connsiteY270" fmla="*/ 232883 h 1505806"/>
                <a:gd name="connsiteX271" fmla="*/ 1624406 w 2017827"/>
                <a:gd name="connsiteY271" fmla="*/ 228880 h 1505806"/>
                <a:gd name="connsiteX272" fmla="*/ 1624406 w 2017827"/>
                <a:gd name="connsiteY272" fmla="*/ 224843 h 1505806"/>
                <a:gd name="connsiteX273" fmla="*/ 1622555 w 2017827"/>
                <a:gd name="connsiteY273" fmla="*/ 220503 h 1505806"/>
                <a:gd name="connsiteX274" fmla="*/ 1620502 w 2017827"/>
                <a:gd name="connsiteY274" fmla="*/ 217038 h 1505806"/>
                <a:gd name="connsiteX275" fmla="*/ 1618987 w 2017827"/>
                <a:gd name="connsiteY275" fmla="*/ 214549 h 1505806"/>
                <a:gd name="connsiteX276" fmla="*/ 1615723 w 2017827"/>
                <a:gd name="connsiteY276" fmla="*/ 209436 h 1505806"/>
                <a:gd name="connsiteX277" fmla="*/ 1612896 w 2017827"/>
                <a:gd name="connsiteY277" fmla="*/ 207148 h 1505806"/>
                <a:gd name="connsiteX278" fmla="*/ 1610607 w 2017827"/>
                <a:gd name="connsiteY278" fmla="*/ 204962 h 1505806"/>
                <a:gd name="connsiteX279" fmla="*/ 1607006 w 2017827"/>
                <a:gd name="connsiteY279" fmla="*/ 197897 h 1505806"/>
                <a:gd name="connsiteX280" fmla="*/ 1605929 w 2017827"/>
                <a:gd name="connsiteY280" fmla="*/ 192582 h 1505806"/>
                <a:gd name="connsiteX281" fmla="*/ 1604617 w 2017827"/>
                <a:gd name="connsiteY281" fmla="*/ 189656 h 1505806"/>
                <a:gd name="connsiteX282" fmla="*/ 1602564 w 2017827"/>
                <a:gd name="connsiteY282" fmla="*/ 187705 h 1505806"/>
                <a:gd name="connsiteX283" fmla="*/ 1599636 w 2017827"/>
                <a:gd name="connsiteY283" fmla="*/ 186931 h 1505806"/>
                <a:gd name="connsiteX284" fmla="*/ 1596169 w 2017827"/>
                <a:gd name="connsiteY284" fmla="*/ 186494 h 1505806"/>
                <a:gd name="connsiteX285" fmla="*/ 1593780 w 2017827"/>
                <a:gd name="connsiteY285" fmla="*/ 186595 h 1505806"/>
                <a:gd name="connsiteX286" fmla="*/ 1591391 w 2017827"/>
                <a:gd name="connsiteY286" fmla="*/ 186393 h 1505806"/>
                <a:gd name="connsiteX287" fmla="*/ 1588025 w 2017827"/>
                <a:gd name="connsiteY287" fmla="*/ 185955 h 1505806"/>
                <a:gd name="connsiteX288" fmla="*/ 1585737 w 2017827"/>
                <a:gd name="connsiteY288" fmla="*/ 185417 h 1505806"/>
                <a:gd name="connsiteX289" fmla="*/ 1583448 w 2017827"/>
                <a:gd name="connsiteY289" fmla="*/ 184980 h 1505806"/>
                <a:gd name="connsiteX290" fmla="*/ 1580621 w 2017827"/>
                <a:gd name="connsiteY290" fmla="*/ 183231 h 1505806"/>
                <a:gd name="connsiteX291" fmla="*/ 1577155 w 2017827"/>
                <a:gd name="connsiteY291" fmla="*/ 178992 h 1505806"/>
                <a:gd name="connsiteX292" fmla="*/ 1575943 w 2017827"/>
                <a:gd name="connsiteY292" fmla="*/ 177142 h 1505806"/>
                <a:gd name="connsiteX293" fmla="*/ 1574799 w 2017827"/>
                <a:gd name="connsiteY293" fmla="*/ 173004 h 1505806"/>
                <a:gd name="connsiteX294" fmla="*/ 1574799 w 2017827"/>
                <a:gd name="connsiteY294" fmla="*/ 170414 h 1505806"/>
                <a:gd name="connsiteX295" fmla="*/ 1574765 w 2017827"/>
                <a:gd name="connsiteY295" fmla="*/ 168564 h 1505806"/>
                <a:gd name="connsiteX296" fmla="*/ 1574765 w 2017827"/>
                <a:gd name="connsiteY296" fmla="*/ 166074 h 1505806"/>
                <a:gd name="connsiteX297" fmla="*/ 1573890 w 2017827"/>
                <a:gd name="connsiteY297" fmla="*/ 163686 h 1505806"/>
                <a:gd name="connsiteX298" fmla="*/ 1571938 w 2017827"/>
                <a:gd name="connsiteY298" fmla="*/ 161398 h 1505806"/>
                <a:gd name="connsiteX299" fmla="*/ 1568135 w 2017827"/>
                <a:gd name="connsiteY299" fmla="*/ 159986 h 1505806"/>
                <a:gd name="connsiteX300" fmla="*/ 1566183 w 2017827"/>
                <a:gd name="connsiteY300" fmla="*/ 159885 h 1505806"/>
                <a:gd name="connsiteX301" fmla="*/ 1564568 w 2017827"/>
                <a:gd name="connsiteY301" fmla="*/ 159986 h 1505806"/>
                <a:gd name="connsiteX302" fmla="*/ 1563424 w 2017827"/>
                <a:gd name="connsiteY302" fmla="*/ 160356 h 1505806"/>
                <a:gd name="connsiteX303" fmla="*/ 1557231 w 2017827"/>
                <a:gd name="connsiteY303" fmla="*/ 160356 h 1505806"/>
                <a:gd name="connsiteX304" fmla="*/ 1551241 w 2017827"/>
                <a:gd name="connsiteY304" fmla="*/ 159716 h 1505806"/>
                <a:gd name="connsiteX305" fmla="*/ 1544274 w 2017827"/>
                <a:gd name="connsiteY305" fmla="*/ 156891 h 1505806"/>
                <a:gd name="connsiteX306" fmla="*/ 1541784 w 2017827"/>
                <a:gd name="connsiteY306" fmla="*/ 156891 h 1505806"/>
                <a:gd name="connsiteX307" fmla="*/ 1539058 w 2017827"/>
                <a:gd name="connsiteY307" fmla="*/ 155141 h 1505806"/>
                <a:gd name="connsiteX308" fmla="*/ 1537880 w 2017827"/>
                <a:gd name="connsiteY308" fmla="*/ 155141 h 1505806"/>
                <a:gd name="connsiteX309" fmla="*/ 1535591 w 2017827"/>
                <a:gd name="connsiteY309" fmla="*/ 155141 h 1505806"/>
                <a:gd name="connsiteX310" fmla="*/ 1534952 w 2017827"/>
                <a:gd name="connsiteY310" fmla="*/ 155141 h 1505806"/>
                <a:gd name="connsiteX311" fmla="*/ 1533202 w 2017827"/>
                <a:gd name="connsiteY311" fmla="*/ 155141 h 1505806"/>
                <a:gd name="connsiteX312" fmla="*/ 1531250 w 2017827"/>
                <a:gd name="connsiteY312" fmla="*/ 154704 h 1505806"/>
                <a:gd name="connsiteX313" fmla="*/ 1529500 w 2017827"/>
                <a:gd name="connsiteY313" fmla="*/ 154065 h 1505806"/>
                <a:gd name="connsiteX314" fmla="*/ 1528086 w 2017827"/>
                <a:gd name="connsiteY314" fmla="*/ 153628 h 1505806"/>
                <a:gd name="connsiteX315" fmla="*/ 1525259 w 2017827"/>
                <a:gd name="connsiteY315" fmla="*/ 151878 h 1505806"/>
                <a:gd name="connsiteX316" fmla="*/ 1523745 w 2017827"/>
                <a:gd name="connsiteY316" fmla="*/ 150567 h 1505806"/>
                <a:gd name="connsiteX317" fmla="*/ 1522769 w 2017827"/>
                <a:gd name="connsiteY317" fmla="*/ 149154 h 1505806"/>
                <a:gd name="connsiteX318" fmla="*/ 1521254 w 2017827"/>
                <a:gd name="connsiteY318" fmla="*/ 146664 h 1505806"/>
                <a:gd name="connsiteX319" fmla="*/ 1520043 w 2017827"/>
                <a:gd name="connsiteY319" fmla="*/ 145689 h 1505806"/>
                <a:gd name="connsiteX320" fmla="*/ 1518293 w 2017827"/>
                <a:gd name="connsiteY320" fmla="*/ 143401 h 1505806"/>
                <a:gd name="connsiteX321" fmla="*/ 1516341 w 2017827"/>
                <a:gd name="connsiteY321" fmla="*/ 141988 h 1505806"/>
                <a:gd name="connsiteX322" fmla="*/ 1513413 w 2017827"/>
                <a:gd name="connsiteY322" fmla="*/ 139398 h 1505806"/>
                <a:gd name="connsiteX323" fmla="*/ 1509812 w 2017827"/>
                <a:gd name="connsiteY323" fmla="*/ 137346 h 1505806"/>
                <a:gd name="connsiteX324" fmla="*/ 1506110 w 2017827"/>
                <a:gd name="connsiteY324" fmla="*/ 135294 h 1505806"/>
                <a:gd name="connsiteX325" fmla="*/ 1501331 w 2017827"/>
                <a:gd name="connsiteY325" fmla="*/ 131392 h 1505806"/>
                <a:gd name="connsiteX326" fmla="*/ 1499581 w 2017827"/>
                <a:gd name="connsiteY326" fmla="*/ 128129 h 1505806"/>
                <a:gd name="connsiteX327" fmla="*/ 1495340 w 2017827"/>
                <a:gd name="connsiteY327" fmla="*/ 123890 h 1505806"/>
                <a:gd name="connsiteX328" fmla="*/ 1494735 w 2017827"/>
                <a:gd name="connsiteY328" fmla="*/ 120728 h 1505806"/>
                <a:gd name="connsiteX329" fmla="*/ 1494701 w 2017827"/>
                <a:gd name="connsiteY329" fmla="*/ 116052 h 1505806"/>
                <a:gd name="connsiteX330" fmla="*/ 1494701 w 2017827"/>
                <a:gd name="connsiteY330" fmla="*/ 113126 h 1505806"/>
                <a:gd name="connsiteX331" fmla="*/ 1494701 w 2017827"/>
                <a:gd name="connsiteY331" fmla="*/ 109762 h 1505806"/>
                <a:gd name="connsiteX332" fmla="*/ 1493288 w 2017827"/>
                <a:gd name="connsiteY332" fmla="*/ 105960 h 1505806"/>
                <a:gd name="connsiteX333" fmla="*/ 1490124 w 2017827"/>
                <a:gd name="connsiteY333" fmla="*/ 103135 h 1505806"/>
                <a:gd name="connsiteX334" fmla="*/ 1484806 w 2017827"/>
                <a:gd name="connsiteY334" fmla="*/ 98694 h 1505806"/>
                <a:gd name="connsiteX335" fmla="*/ 1478715 w 2017827"/>
                <a:gd name="connsiteY335" fmla="*/ 93581 h 1505806"/>
                <a:gd name="connsiteX336" fmla="*/ 1472725 w 2017827"/>
                <a:gd name="connsiteY336" fmla="*/ 89006 h 1505806"/>
                <a:gd name="connsiteX337" fmla="*/ 1467946 w 2017827"/>
                <a:gd name="connsiteY337" fmla="*/ 84532 h 1505806"/>
                <a:gd name="connsiteX338" fmla="*/ 1465893 w 2017827"/>
                <a:gd name="connsiteY338" fmla="*/ 82783 h 1505806"/>
                <a:gd name="connsiteX339" fmla="*/ 1464008 w 2017827"/>
                <a:gd name="connsiteY339" fmla="*/ 79419 h 1505806"/>
                <a:gd name="connsiteX340" fmla="*/ 1463369 w 2017827"/>
                <a:gd name="connsiteY340" fmla="*/ 76055 h 1505806"/>
                <a:gd name="connsiteX341" fmla="*/ 1463806 w 2017827"/>
                <a:gd name="connsiteY341" fmla="*/ 72354 h 1505806"/>
                <a:gd name="connsiteX342" fmla="*/ 1463806 w 2017827"/>
                <a:gd name="connsiteY342" fmla="*/ 67477 h 1505806"/>
                <a:gd name="connsiteX343" fmla="*/ 1463335 w 2017827"/>
                <a:gd name="connsiteY343" fmla="*/ 63238 h 1505806"/>
                <a:gd name="connsiteX344" fmla="*/ 1461753 w 2017827"/>
                <a:gd name="connsiteY344" fmla="*/ 59235 h 1505806"/>
                <a:gd name="connsiteX345" fmla="*/ 1457614 w 2017827"/>
                <a:gd name="connsiteY345" fmla="*/ 54559 h 1505806"/>
                <a:gd name="connsiteX346" fmla="*/ 1454686 w 2017827"/>
                <a:gd name="connsiteY346" fmla="*/ 50960 h 1505806"/>
                <a:gd name="connsiteX347" fmla="*/ 1453171 w 2017827"/>
                <a:gd name="connsiteY347" fmla="*/ 47932 h 1505806"/>
                <a:gd name="connsiteX348" fmla="*/ 1447753 w 2017827"/>
                <a:gd name="connsiteY348" fmla="*/ 45880 h 1505806"/>
                <a:gd name="connsiteX349" fmla="*/ 1445027 w 2017827"/>
                <a:gd name="connsiteY349" fmla="*/ 42516 h 1505806"/>
                <a:gd name="connsiteX350" fmla="*/ 1444253 w 2017827"/>
                <a:gd name="connsiteY350" fmla="*/ 39589 h 1505806"/>
                <a:gd name="connsiteX351" fmla="*/ 1444253 w 2017827"/>
                <a:gd name="connsiteY351" fmla="*/ 37201 h 1505806"/>
                <a:gd name="connsiteX352" fmla="*/ 1449032 w 2017827"/>
                <a:gd name="connsiteY352" fmla="*/ 33736 h 1505806"/>
                <a:gd name="connsiteX353" fmla="*/ 1451219 w 2017827"/>
                <a:gd name="connsiteY353" fmla="*/ 32660 h 1505806"/>
                <a:gd name="connsiteX354" fmla="*/ 1454147 w 2017827"/>
                <a:gd name="connsiteY354" fmla="*/ 29598 h 1505806"/>
                <a:gd name="connsiteX355" fmla="*/ 1455561 w 2017827"/>
                <a:gd name="connsiteY355" fmla="*/ 28623 h 1505806"/>
                <a:gd name="connsiteX356" fmla="*/ 1457849 w 2017827"/>
                <a:gd name="connsiteY356" fmla="*/ 26133 h 1505806"/>
                <a:gd name="connsiteX357" fmla="*/ 1459801 w 2017827"/>
                <a:gd name="connsiteY357" fmla="*/ 23543 h 1505806"/>
                <a:gd name="connsiteX358" fmla="*/ 1461215 w 2017827"/>
                <a:gd name="connsiteY358" fmla="*/ 19506 h 1505806"/>
                <a:gd name="connsiteX359" fmla="*/ 1462965 w 2017827"/>
                <a:gd name="connsiteY359" fmla="*/ 16479 h 1505806"/>
                <a:gd name="connsiteX360" fmla="*/ 1462965 w 2017827"/>
                <a:gd name="connsiteY360" fmla="*/ 13014 h 1505806"/>
                <a:gd name="connsiteX361" fmla="*/ 1462426 w 2017827"/>
                <a:gd name="connsiteY361" fmla="*/ 9112 h 1505806"/>
                <a:gd name="connsiteX362" fmla="*/ 1459599 w 2017827"/>
                <a:gd name="connsiteY362" fmla="*/ 8237 h 1505806"/>
                <a:gd name="connsiteX363" fmla="*/ 1457412 w 2017827"/>
                <a:gd name="connsiteY363" fmla="*/ 6387 h 1505806"/>
                <a:gd name="connsiteX364" fmla="*/ 1451421 w 2017827"/>
                <a:gd name="connsiteY364" fmla="*/ 5411 h 1505806"/>
                <a:gd name="connsiteX365" fmla="*/ 1446407 w 2017827"/>
                <a:gd name="connsiteY365" fmla="*/ 4772 h 1505806"/>
                <a:gd name="connsiteX366" fmla="*/ 1442604 w 2017827"/>
                <a:gd name="connsiteY366" fmla="*/ 4133 h 1505806"/>
                <a:gd name="connsiteX367" fmla="*/ 1438363 w 2017827"/>
                <a:gd name="connsiteY367" fmla="*/ 5008 h 1505806"/>
                <a:gd name="connsiteX368" fmla="*/ 1436748 w 2017827"/>
                <a:gd name="connsiteY368" fmla="*/ 5445 h 1505806"/>
                <a:gd name="connsiteX369" fmla="*/ 1433147 w 2017827"/>
                <a:gd name="connsiteY369" fmla="*/ 7194 h 1505806"/>
                <a:gd name="connsiteX370" fmla="*/ 1429344 w 2017827"/>
                <a:gd name="connsiteY370" fmla="*/ 7733 h 1505806"/>
                <a:gd name="connsiteX371" fmla="*/ 1425440 w 2017827"/>
                <a:gd name="connsiteY371" fmla="*/ 7396 h 1505806"/>
                <a:gd name="connsiteX372" fmla="*/ 1416959 w 2017827"/>
                <a:gd name="connsiteY372" fmla="*/ 5647 h 1505806"/>
                <a:gd name="connsiteX373" fmla="*/ 1411641 w 2017827"/>
                <a:gd name="connsiteY373" fmla="*/ 5109 h 1505806"/>
                <a:gd name="connsiteX374" fmla="*/ 1407939 w 2017827"/>
                <a:gd name="connsiteY374" fmla="*/ 4032 h 1505806"/>
                <a:gd name="connsiteX375" fmla="*/ 1405651 w 2017827"/>
                <a:gd name="connsiteY375" fmla="*/ 2081 h 1505806"/>
                <a:gd name="connsiteX376" fmla="*/ 1400435 w 2017827"/>
                <a:gd name="connsiteY376" fmla="*/ 1106 h 1505806"/>
                <a:gd name="connsiteX377" fmla="*/ 1396632 w 2017827"/>
                <a:gd name="connsiteY377" fmla="*/ 29 h 1505806"/>
                <a:gd name="connsiteX378" fmla="*/ 1393030 w 2017827"/>
                <a:gd name="connsiteY378" fmla="*/ 29 h 1505806"/>
                <a:gd name="connsiteX379" fmla="*/ 1387175 w 2017827"/>
                <a:gd name="connsiteY379" fmla="*/ 1240 h 1505806"/>
                <a:gd name="connsiteX380" fmla="*/ 1382295 w 2017827"/>
                <a:gd name="connsiteY380" fmla="*/ 1240 h 1505806"/>
                <a:gd name="connsiteX381" fmla="*/ 1378155 w 2017827"/>
                <a:gd name="connsiteY381" fmla="*/ 2216 h 1505806"/>
                <a:gd name="connsiteX382" fmla="*/ 1375665 w 2017827"/>
                <a:gd name="connsiteY382" fmla="*/ 2754 h 1505806"/>
                <a:gd name="connsiteX383" fmla="*/ 1373477 w 2017827"/>
                <a:gd name="connsiteY383" fmla="*/ 4066 h 1505806"/>
                <a:gd name="connsiteX384" fmla="*/ 1371626 w 2017827"/>
                <a:gd name="connsiteY384" fmla="*/ 5714 h 1505806"/>
                <a:gd name="connsiteX385" fmla="*/ 1369573 w 2017827"/>
                <a:gd name="connsiteY385" fmla="*/ 8977 h 1505806"/>
                <a:gd name="connsiteX386" fmla="*/ 1368160 w 2017827"/>
                <a:gd name="connsiteY386" fmla="*/ 12577 h 1505806"/>
                <a:gd name="connsiteX387" fmla="*/ 1367285 w 2017827"/>
                <a:gd name="connsiteY387" fmla="*/ 15941 h 1505806"/>
                <a:gd name="connsiteX388" fmla="*/ 1367487 w 2017827"/>
                <a:gd name="connsiteY388" fmla="*/ 19540 h 1505806"/>
                <a:gd name="connsiteX389" fmla="*/ 1368900 w 2017827"/>
                <a:gd name="connsiteY389" fmla="*/ 24653 h 1505806"/>
                <a:gd name="connsiteX390" fmla="*/ 1369540 w 2017827"/>
                <a:gd name="connsiteY390" fmla="*/ 31381 h 1505806"/>
                <a:gd name="connsiteX391" fmla="*/ 1368025 w 2017827"/>
                <a:gd name="connsiteY391" fmla="*/ 36158 h 1505806"/>
                <a:gd name="connsiteX392" fmla="*/ 1366073 w 2017827"/>
                <a:gd name="connsiteY392" fmla="*/ 39858 h 1505806"/>
                <a:gd name="connsiteX393" fmla="*/ 1364121 w 2017827"/>
                <a:gd name="connsiteY393" fmla="*/ 42348 h 1505806"/>
                <a:gd name="connsiteX394" fmla="*/ 1360083 w 2017827"/>
                <a:gd name="connsiteY394" fmla="*/ 46048 h 1505806"/>
                <a:gd name="connsiteX395" fmla="*/ 1353655 w 2017827"/>
                <a:gd name="connsiteY395" fmla="*/ 48235 h 1505806"/>
                <a:gd name="connsiteX396" fmla="*/ 1349515 w 2017827"/>
                <a:gd name="connsiteY396" fmla="*/ 50085 h 1505806"/>
                <a:gd name="connsiteX397" fmla="*/ 1345510 w 2017827"/>
                <a:gd name="connsiteY397" fmla="*/ 52473 h 1505806"/>
                <a:gd name="connsiteX398" fmla="*/ 1341505 w 2017827"/>
                <a:gd name="connsiteY398" fmla="*/ 55501 h 1505806"/>
                <a:gd name="connsiteX399" fmla="*/ 1333798 w 2017827"/>
                <a:gd name="connsiteY399" fmla="*/ 57687 h 1505806"/>
                <a:gd name="connsiteX400" fmla="*/ 1320101 w 2017827"/>
                <a:gd name="connsiteY400" fmla="*/ 56476 h 1505806"/>
                <a:gd name="connsiteX401" fmla="*/ 1316062 w 2017827"/>
                <a:gd name="connsiteY401" fmla="*/ 56140 h 1505806"/>
                <a:gd name="connsiteX402" fmla="*/ 1308457 w 2017827"/>
                <a:gd name="connsiteY402" fmla="*/ 55501 h 1505806"/>
                <a:gd name="connsiteX403" fmla="*/ 1301726 w 2017827"/>
                <a:gd name="connsiteY403" fmla="*/ 54290 h 1505806"/>
                <a:gd name="connsiteX404" fmla="*/ 1295197 w 2017827"/>
                <a:gd name="connsiteY404" fmla="*/ 53853 h 1505806"/>
                <a:gd name="connsiteX405" fmla="*/ 1290317 w 2017827"/>
                <a:gd name="connsiteY405" fmla="*/ 52642 h 1505806"/>
                <a:gd name="connsiteX406" fmla="*/ 1285740 w 2017827"/>
                <a:gd name="connsiteY406" fmla="*/ 52642 h 1505806"/>
                <a:gd name="connsiteX407" fmla="*/ 1280961 w 2017827"/>
                <a:gd name="connsiteY407" fmla="*/ 56241 h 1505806"/>
                <a:gd name="connsiteX408" fmla="*/ 1277696 w 2017827"/>
                <a:gd name="connsiteY408" fmla="*/ 58428 h 1505806"/>
                <a:gd name="connsiteX409" fmla="*/ 1274230 w 2017827"/>
                <a:gd name="connsiteY409" fmla="*/ 63541 h 1505806"/>
                <a:gd name="connsiteX410" fmla="*/ 1273153 w 2017827"/>
                <a:gd name="connsiteY410" fmla="*/ 66467 h 1505806"/>
                <a:gd name="connsiteX411" fmla="*/ 1269249 w 2017827"/>
                <a:gd name="connsiteY411" fmla="*/ 71244 h 1505806"/>
                <a:gd name="connsiteX412" fmla="*/ 1264369 w 2017827"/>
                <a:gd name="connsiteY412" fmla="*/ 76458 h 1505806"/>
                <a:gd name="connsiteX413" fmla="*/ 1260129 w 2017827"/>
                <a:gd name="connsiteY413" fmla="*/ 82547 h 1505806"/>
                <a:gd name="connsiteX414" fmla="*/ 1256965 w 2017827"/>
                <a:gd name="connsiteY414" fmla="*/ 89275 h 1505806"/>
                <a:gd name="connsiteX415" fmla="*/ 1254374 w 2017827"/>
                <a:gd name="connsiteY415" fmla="*/ 92975 h 1505806"/>
                <a:gd name="connsiteX416" fmla="*/ 1253297 w 2017827"/>
                <a:gd name="connsiteY416" fmla="*/ 97214 h 1505806"/>
                <a:gd name="connsiteX417" fmla="*/ 1252657 w 2017827"/>
                <a:gd name="connsiteY417" fmla="*/ 101890 h 1505806"/>
                <a:gd name="connsiteX418" fmla="*/ 1251782 w 2017827"/>
                <a:gd name="connsiteY418" fmla="*/ 105052 h 1505806"/>
                <a:gd name="connsiteX419" fmla="*/ 1250907 w 2017827"/>
                <a:gd name="connsiteY419" fmla="*/ 111578 h 1505806"/>
                <a:gd name="connsiteX420" fmla="*/ 1250840 w 2017827"/>
                <a:gd name="connsiteY420" fmla="*/ 114505 h 1505806"/>
                <a:gd name="connsiteX421" fmla="*/ 1250840 w 2017827"/>
                <a:gd name="connsiteY421" fmla="*/ 122747 h 1505806"/>
                <a:gd name="connsiteX422" fmla="*/ 1249090 w 2017827"/>
                <a:gd name="connsiteY422" fmla="*/ 127086 h 1505806"/>
                <a:gd name="connsiteX423" fmla="*/ 1248114 w 2017827"/>
                <a:gd name="connsiteY423" fmla="*/ 145218 h 1505806"/>
                <a:gd name="connsiteX424" fmla="*/ 1248551 w 2017827"/>
                <a:gd name="connsiteY424" fmla="*/ 149658 h 1505806"/>
                <a:gd name="connsiteX425" fmla="*/ 1248484 w 2017827"/>
                <a:gd name="connsiteY425" fmla="*/ 153460 h 1505806"/>
                <a:gd name="connsiteX426" fmla="*/ 1248484 w 2017827"/>
                <a:gd name="connsiteY426" fmla="*/ 157597 h 1505806"/>
                <a:gd name="connsiteX427" fmla="*/ 1248417 w 2017827"/>
                <a:gd name="connsiteY427" fmla="*/ 163047 h 1505806"/>
                <a:gd name="connsiteX428" fmla="*/ 1248417 w 2017827"/>
                <a:gd name="connsiteY428" fmla="*/ 167521 h 1505806"/>
                <a:gd name="connsiteX429" fmla="*/ 1248417 w 2017827"/>
                <a:gd name="connsiteY429" fmla="*/ 171221 h 1505806"/>
                <a:gd name="connsiteX430" fmla="*/ 1247777 w 2017827"/>
                <a:gd name="connsiteY430" fmla="*/ 174047 h 1505806"/>
                <a:gd name="connsiteX431" fmla="*/ 1247777 w 2017827"/>
                <a:gd name="connsiteY431" fmla="*/ 175796 h 1505806"/>
                <a:gd name="connsiteX432" fmla="*/ 1246162 w 2017827"/>
                <a:gd name="connsiteY432" fmla="*/ 180035 h 1505806"/>
                <a:gd name="connsiteX433" fmla="*/ 1243234 w 2017827"/>
                <a:gd name="connsiteY433" fmla="*/ 186023 h 1505806"/>
                <a:gd name="connsiteX434" fmla="*/ 1241046 w 2017827"/>
                <a:gd name="connsiteY434" fmla="*/ 190699 h 1505806"/>
                <a:gd name="connsiteX435" fmla="*/ 1238859 w 2017827"/>
                <a:gd name="connsiteY435" fmla="*/ 193188 h 1505806"/>
                <a:gd name="connsiteX436" fmla="*/ 1233541 w 2017827"/>
                <a:gd name="connsiteY436" fmla="*/ 195139 h 1505806"/>
                <a:gd name="connsiteX437" fmla="*/ 1227551 w 2017827"/>
                <a:gd name="connsiteY437" fmla="*/ 196215 h 1505806"/>
                <a:gd name="connsiteX438" fmla="*/ 1217656 w 2017827"/>
                <a:gd name="connsiteY438" fmla="*/ 196552 h 1505806"/>
                <a:gd name="connsiteX439" fmla="*/ 1213416 w 2017827"/>
                <a:gd name="connsiteY439" fmla="*/ 196653 h 1505806"/>
                <a:gd name="connsiteX440" fmla="*/ 1207998 w 2017827"/>
                <a:gd name="connsiteY440" fmla="*/ 197628 h 1505806"/>
                <a:gd name="connsiteX441" fmla="*/ 1202344 w 2017827"/>
                <a:gd name="connsiteY441" fmla="*/ 196115 h 1505806"/>
                <a:gd name="connsiteX442" fmla="*/ 1197666 w 2017827"/>
                <a:gd name="connsiteY442" fmla="*/ 195341 h 1505806"/>
                <a:gd name="connsiteX443" fmla="*/ 1192988 w 2017827"/>
                <a:gd name="connsiteY443" fmla="*/ 195341 h 1505806"/>
                <a:gd name="connsiteX444" fmla="*/ 1189723 w 2017827"/>
                <a:gd name="connsiteY444" fmla="*/ 193053 h 1505806"/>
                <a:gd name="connsiteX445" fmla="*/ 1180266 w 2017827"/>
                <a:gd name="connsiteY445" fmla="*/ 189790 h 1505806"/>
                <a:gd name="connsiteX446" fmla="*/ 1176800 w 2017827"/>
                <a:gd name="connsiteY446" fmla="*/ 193154 h 1505806"/>
                <a:gd name="connsiteX447" fmla="*/ 1170708 w 2017827"/>
                <a:gd name="connsiteY447" fmla="*/ 195778 h 1505806"/>
                <a:gd name="connsiteX448" fmla="*/ 1166569 w 2017827"/>
                <a:gd name="connsiteY448" fmla="*/ 192313 h 1505806"/>
                <a:gd name="connsiteX449" fmla="*/ 1162530 w 2017827"/>
                <a:gd name="connsiteY449" fmla="*/ 188277 h 1505806"/>
                <a:gd name="connsiteX450" fmla="*/ 1159602 w 2017827"/>
                <a:gd name="connsiteY450" fmla="*/ 184374 h 1505806"/>
                <a:gd name="connsiteX451" fmla="*/ 1156876 w 2017827"/>
                <a:gd name="connsiteY451" fmla="*/ 183601 h 1505806"/>
                <a:gd name="connsiteX452" fmla="*/ 1147419 w 2017827"/>
                <a:gd name="connsiteY452" fmla="*/ 181851 h 1505806"/>
                <a:gd name="connsiteX453" fmla="*/ 1137861 w 2017827"/>
                <a:gd name="connsiteY453" fmla="*/ 180775 h 1505806"/>
                <a:gd name="connsiteX454" fmla="*/ 1125140 w 2017827"/>
                <a:gd name="connsiteY454" fmla="*/ 177949 h 1505806"/>
                <a:gd name="connsiteX455" fmla="*/ 1121102 w 2017827"/>
                <a:gd name="connsiteY455" fmla="*/ 177949 h 1505806"/>
                <a:gd name="connsiteX456" fmla="*/ 1115347 w 2017827"/>
                <a:gd name="connsiteY456" fmla="*/ 177041 h 1505806"/>
                <a:gd name="connsiteX457" fmla="*/ 1110029 w 2017827"/>
                <a:gd name="connsiteY457" fmla="*/ 176133 h 1505806"/>
                <a:gd name="connsiteX458" fmla="*/ 1106327 w 2017827"/>
                <a:gd name="connsiteY458" fmla="*/ 175056 h 1505806"/>
                <a:gd name="connsiteX459" fmla="*/ 1101447 w 2017827"/>
                <a:gd name="connsiteY459" fmla="*/ 173307 h 1505806"/>
                <a:gd name="connsiteX460" fmla="*/ 1098957 w 2017827"/>
                <a:gd name="connsiteY460" fmla="*/ 171255 h 1505806"/>
                <a:gd name="connsiteX461" fmla="*/ 1096466 w 2017827"/>
                <a:gd name="connsiteY461" fmla="*/ 169640 h 1505806"/>
                <a:gd name="connsiteX462" fmla="*/ 1092327 w 2017827"/>
                <a:gd name="connsiteY462" fmla="*/ 166377 h 1505806"/>
                <a:gd name="connsiteX463" fmla="*/ 1088726 w 2017827"/>
                <a:gd name="connsiteY463" fmla="*/ 163350 h 1505806"/>
                <a:gd name="connsiteX464" fmla="*/ 1085360 w 2017827"/>
                <a:gd name="connsiteY464" fmla="*/ 161600 h 1505806"/>
                <a:gd name="connsiteX465" fmla="*/ 1081355 w 2017827"/>
                <a:gd name="connsiteY465" fmla="*/ 159010 h 1505806"/>
                <a:gd name="connsiteX466" fmla="*/ 1078730 w 2017827"/>
                <a:gd name="connsiteY466" fmla="*/ 157362 h 1505806"/>
                <a:gd name="connsiteX467" fmla="*/ 1076442 w 2017827"/>
                <a:gd name="connsiteY467" fmla="*/ 155310 h 1505806"/>
                <a:gd name="connsiteX468" fmla="*/ 1072201 w 2017827"/>
                <a:gd name="connsiteY468" fmla="*/ 151845 h 1505806"/>
                <a:gd name="connsiteX469" fmla="*/ 1069812 w 2017827"/>
                <a:gd name="connsiteY469" fmla="*/ 150096 h 1505806"/>
                <a:gd name="connsiteX470" fmla="*/ 1066884 w 2017827"/>
                <a:gd name="connsiteY470" fmla="*/ 148245 h 1505806"/>
                <a:gd name="connsiteX471" fmla="*/ 1063081 w 2017827"/>
                <a:gd name="connsiteY471" fmla="*/ 145655 h 1505806"/>
                <a:gd name="connsiteX472" fmla="*/ 1059076 w 2017827"/>
                <a:gd name="connsiteY472" fmla="*/ 143267 h 1505806"/>
                <a:gd name="connsiteX473" fmla="*/ 1057764 w 2017827"/>
                <a:gd name="connsiteY473" fmla="*/ 143267 h 1505806"/>
                <a:gd name="connsiteX474" fmla="*/ 1054768 w 2017827"/>
                <a:gd name="connsiteY474" fmla="*/ 141753 h 1505806"/>
                <a:gd name="connsiteX475" fmla="*/ 1052985 w 2017827"/>
                <a:gd name="connsiteY475" fmla="*/ 141215 h 1505806"/>
                <a:gd name="connsiteX476" fmla="*/ 1051302 w 2017827"/>
                <a:gd name="connsiteY476" fmla="*/ 140777 h 1505806"/>
                <a:gd name="connsiteX477" fmla="*/ 1050932 w 2017827"/>
                <a:gd name="connsiteY477" fmla="*/ 140710 h 1505806"/>
                <a:gd name="connsiteX478" fmla="*/ 1049148 w 2017827"/>
                <a:gd name="connsiteY478" fmla="*/ 138759 h 1505806"/>
                <a:gd name="connsiteX479" fmla="*/ 1046321 w 2017827"/>
                <a:gd name="connsiteY479" fmla="*/ 136909 h 1505806"/>
                <a:gd name="connsiteX480" fmla="*/ 1044571 w 2017827"/>
                <a:gd name="connsiteY480" fmla="*/ 135967 h 1505806"/>
                <a:gd name="connsiteX481" fmla="*/ 1041037 w 2017827"/>
                <a:gd name="connsiteY481" fmla="*/ 136404 h 1505806"/>
                <a:gd name="connsiteX482" fmla="*/ 1039960 w 2017827"/>
                <a:gd name="connsiteY482" fmla="*/ 137043 h 1505806"/>
                <a:gd name="connsiteX483" fmla="*/ 1039388 w 2017827"/>
                <a:gd name="connsiteY483" fmla="*/ 137851 h 1505806"/>
                <a:gd name="connsiteX484" fmla="*/ 1039153 w 2017827"/>
                <a:gd name="connsiteY484" fmla="*/ 138994 h 1505806"/>
                <a:gd name="connsiteX485" fmla="*/ 1039388 w 2017827"/>
                <a:gd name="connsiteY485" fmla="*/ 140138 h 1505806"/>
                <a:gd name="connsiteX486" fmla="*/ 1039254 w 2017827"/>
                <a:gd name="connsiteY486" fmla="*/ 141349 h 1505806"/>
                <a:gd name="connsiteX487" fmla="*/ 1039254 w 2017827"/>
                <a:gd name="connsiteY487" fmla="*/ 142796 h 1505806"/>
                <a:gd name="connsiteX488" fmla="*/ 1037806 w 2017827"/>
                <a:gd name="connsiteY488" fmla="*/ 145420 h 1505806"/>
                <a:gd name="connsiteX489" fmla="*/ 1035484 w 2017827"/>
                <a:gd name="connsiteY489" fmla="*/ 147875 h 1505806"/>
                <a:gd name="connsiteX490" fmla="*/ 1033162 w 2017827"/>
                <a:gd name="connsiteY490" fmla="*/ 151643 h 1505806"/>
                <a:gd name="connsiteX491" fmla="*/ 1031277 w 2017827"/>
                <a:gd name="connsiteY491" fmla="*/ 153964 h 1505806"/>
                <a:gd name="connsiteX492" fmla="*/ 1029830 w 2017827"/>
                <a:gd name="connsiteY492" fmla="*/ 156151 h 1505806"/>
                <a:gd name="connsiteX493" fmla="*/ 1028080 w 2017827"/>
                <a:gd name="connsiteY493" fmla="*/ 159346 h 1505806"/>
                <a:gd name="connsiteX494" fmla="*/ 1024446 w 2017827"/>
                <a:gd name="connsiteY494" fmla="*/ 161802 h 1505806"/>
                <a:gd name="connsiteX495" fmla="*/ 1020239 w 2017827"/>
                <a:gd name="connsiteY495" fmla="*/ 165435 h 1505806"/>
                <a:gd name="connsiteX496" fmla="*/ 1014450 w 2017827"/>
                <a:gd name="connsiteY496" fmla="*/ 169775 h 1505806"/>
                <a:gd name="connsiteX497" fmla="*/ 1010815 w 2017827"/>
                <a:gd name="connsiteY497" fmla="*/ 174854 h 1505806"/>
                <a:gd name="connsiteX498" fmla="*/ 1008628 w 2017827"/>
                <a:gd name="connsiteY498" fmla="*/ 179362 h 1505806"/>
                <a:gd name="connsiteX499" fmla="*/ 1006743 w 2017827"/>
                <a:gd name="connsiteY499" fmla="*/ 185148 h 1505806"/>
                <a:gd name="connsiteX500" fmla="*/ 1003983 w 2017827"/>
                <a:gd name="connsiteY500" fmla="*/ 190665 h 1505806"/>
                <a:gd name="connsiteX501" fmla="*/ 1000080 w 2017827"/>
                <a:gd name="connsiteY501" fmla="*/ 197056 h 1505806"/>
                <a:gd name="connsiteX502" fmla="*/ 997185 w 2017827"/>
                <a:gd name="connsiteY502" fmla="*/ 203852 h 1505806"/>
                <a:gd name="connsiteX503" fmla="*/ 995435 w 2017827"/>
                <a:gd name="connsiteY503" fmla="*/ 207485 h 1505806"/>
                <a:gd name="connsiteX504" fmla="*/ 989781 w 2017827"/>
                <a:gd name="connsiteY504" fmla="*/ 212564 h 1505806"/>
                <a:gd name="connsiteX505" fmla="*/ 987459 w 2017827"/>
                <a:gd name="connsiteY505" fmla="*/ 217476 h 1505806"/>
                <a:gd name="connsiteX506" fmla="*/ 983555 w 2017827"/>
                <a:gd name="connsiteY506" fmla="*/ 222118 h 1505806"/>
                <a:gd name="connsiteX507" fmla="*/ 979214 w 2017827"/>
                <a:gd name="connsiteY507" fmla="*/ 229081 h 1505806"/>
                <a:gd name="connsiteX508" fmla="*/ 976319 w 2017827"/>
                <a:gd name="connsiteY508" fmla="*/ 231840 h 1505806"/>
                <a:gd name="connsiteX509" fmla="*/ 973863 w 2017827"/>
                <a:gd name="connsiteY509" fmla="*/ 235305 h 1505806"/>
                <a:gd name="connsiteX510" fmla="*/ 969521 w 2017827"/>
                <a:gd name="connsiteY510" fmla="*/ 238635 h 1505806"/>
                <a:gd name="connsiteX511" fmla="*/ 966055 w 2017827"/>
                <a:gd name="connsiteY511" fmla="*/ 242975 h 1505806"/>
                <a:gd name="connsiteX512" fmla="*/ 963867 w 2017827"/>
                <a:gd name="connsiteY512" fmla="*/ 246439 h 1505806"/>
                <a:gd name="connsiteX513" fmla="*/ 960098 w 2017827"/>
                <a:gd name="connsiteY513" fmla="*/ 249198 h 1505806"/>
                <a:gd name="connsiteX514" fmla="*/ 956631 w 2017827"/>
                <a:gd name="connsiteY514" fmla="*/ 252394 h 1505806"/>
                <a:gd name="connsiteX515" fmla="*/ 952896 w 2017827"/>
                <a:gd name="connsiteY515" fmla="*/ 257305 h 1505806"/>
                <a:gd name="connsiteX516" fmla="*/ 949093 w 2017827"/>
                <a:gd name="connsiteY516" fmla="*/ 261207 h 1505806"/>
                <a:gd name="connsiteX517" fmla="*/ 948790 w 2017827"/>
                <a:gd name="connsiteY517" fmla="*/ 265850 h 1505806"/>
                <a:gd name="connsiteX518" fmla="*/ 948655 w 2017827"/>
                <a:gd name="connsiteY518" fmla="*/ 270189 h 1505806"/>
                <a:gd name="connsiteX519" fmla="*/ 947511 w 2017827"/>
                <a:gd name="connsiteY519" fmla="*/ 276412 h 1505806"/>
                <a:gd name="connsiteX520" fmla="*/ 944920 w 2017827"/>
                <a:gd name="connsiteY520" fmla="*/ 279305 h 1505806"/>
                <a:gd name="connsiteX521" fmla="*/ 941723 w 2017827"/>
                <a:gd name="connsiteY521" fmla="*/ 282938 h 1505806"/>
                <a:gd name="connsiteX522" fmla="*/ 939838 w 2017827"/>
                <a:gd name="connsiteY522" fmla="*/ 286572 h 1505806"/>
                <a:gd name="connsiteX523" fmla="*/ 938391 w 2017827"/>
                <a:gd name="connsiteY523" fmla="*/ 288893 h 1505806"/>
                <a:gd name="connsiteX524" fmla="*/ 936944 w 2017827"/>
                <a:gd name="connsiteY524" fmla="*/ 291348 h 1505806"/>
                <a:gd name="connsiteX525" fmla="*/ 936506 w 2017827"/>
                <a:gd name="connsiteY525" fmla="*/ 295419 h 1505806"/>
                <a:gd name="connsiteX526" fmla="*/ 936506 w 2017827"/>
                <a:gd name="connsiteY526" fmla="*/ 298043 h 1505806"/>
                <a:gd name="connsiteX527" fmla="*/ 937314 w 2017827"/>
                <a:gd name="connsiteY527" fmla="*/ 301373 h 1505806"/>
                <a:gd name="connsiteX528" fmla="*/ 939131 w 2017827"/>
                <a:gd name="connsiteY528" fmla="*/ 304434 h 1505806"/>
                <a:gd name="connsiteX529" fmla="*/ 940881 w 2017827"/>
                <a:gd name="connsiteY529" fmla="*/ 305881 h 1505806"/>
                <a:gd name="connsiteX530" fmla="*/ 943338 w 2017827"/>
                <a:gd name="connsiteY530" fmla="*/ 308639 h 1505806"/>
                <a:gd name="connsiteX531" fmla="*/ 944045 w 2017827"/>
                <a:gd name="connsiteY531" fmla="*/ 311095 h 1505806"/>
                <a:gd name="connsiteX532" fmla="*/ 945795 w 2017827"/>
                <a:gd name="connsiteY532" fmla="*/ 314122 h 1505806"/>
                <a:gd name="connsiteX533" fmla="*/ 948992 w 2017827"/>
                <a:gd name="connsiteY533" fmla="*/ 318596 h 1505806"/>
                <a:gd name="connsiteX534" fmla="*/ 950304 w 2017827"/>
                <a:gd name="connsiteY534" fmla="*/ 320480 h 1505806"/>
                <a:gd name="connsiteX535" fmla="*/ 951752 w 2017827"/>
                <a:gd name="connsiteY535" fmla="*/ 323508 h 1505806"/>
                <a:gd name="connsiteX536" fmla="*/ 952761 w 2017827"/>
                <a:gd name="connsiteY536" fmla="*/ 330034 h 1505806"/>
                <a:gd name="connsiteX537" fmla="*/ 952761 w 2017827"/>
                <a:gd name="connsiteY537" fmla="*/ 333667 h 1505806"/>
                <a:gd name="connsiteX538" fmla="*/ 950439 w 2017827"/>
                <a:gd name="connsiteY538" fmla="*/ 334542 h 1505806"/>
                <a:gd name="connsiteX539" fmla="*/ 945795 w 2017827"/>
                <a:gd name="connsiteY539" fmla="*/ 335282 h 1505806"/>
                <a:gd name="connsiteX540" fmla="*/ 938121 w 2017827"/>
                <a:gd name="connsiteY540" fmla="*/ 335282 h 1505806"/>
                <a:gd name="connsiteX541" fmla="*/ 933780 w 2017827"/>
                <a:gd name="connsiteY541" fmla="*/ 334844 h 1505806"/>
                <a:gd name="connsiteX542" fmla="*/ 927991 w 2017827"/>
                <a:gd name="connsiteY542" fmla="*/ 332221 h 1505806"/>
                <a:gd name="connsiteX543" fmla="*/ 922775 w 2017827"/>
                <a:gd name="connsiteY543" fmla="*/ 330202 h 1505806"/>
                <a:gd name="connsiteX544" fmla="*/ 918871 w 2017827"/>
                <a:gd name="connsiteY544" fmla="*/ 329630 h 1505806"/>
                <a:gd name="connsiteX545" fmla="*/ 914967 w 2017827"/>
                <a:gd name="connsiteY545" fmla="*/ 327444 h 1505806"/>
                <a:gd name="connsiteX546" fmla="*/ 911063 w 2017827"/>
                <a:gd name="connsiteY546" fmla="*/ 324685 h 1505806"/>
                <a:gd name="connsiteX547" fmla="*/ 908304 w 2017827"/>
                <a:gd name="connsiteY547" fmla="*/ 323373 h 1505806"/>
                <a:gd name="connsiteX548" fmla="*/ 903962 w 2017827"/>
                <a:gd name="connsiteY548" fmla="*/ 318294 h 1505806"/>
                <a:gd name="connsiteX549" fmla="*/ 898173 w 2017827"/>
                <a:gd name="connsiteY549" fmla="*/ 312205 h 1505806"/>
                <a:gd name="connsiteX550" fmla="*/ 892250 w 2017827"/>
                <a:gd name="connsiteY550" fmla="*/ 311902 h 1505806"/>
                <a:gd name="connsiteX551" fmla="*/ 870644 w 2017827"/>
                <a:gd name="connsiteY551" fmla="*/ 311902 h 1505806"/>
                <a:gd name="connsiteX552" fmla="*/ 858192 w 2017827"/>
                <a:gd name="connsiteY552" fmla="*/ 311969 h 1505806"/>
                <a:gd name="connsiteX553" fmla="*/ 840086 w 2017827"/>
                <a:gd name="connsiteY553" fmla="*/ 311599 h 1505806"/>
                <a:gd name="connsiteX554" fmla="*/ 825311 w 2017827"/>
                <a:gd name="connsiteY554" fmla="*/ 309581 h 1505806"/>
                <a:gd name="connsiteX555" fmla="*/ 817066 w 2017827"/>
                <a:gd name="connsiteY555" fmla="*/ 309446 h 1505806"/>
                <a:gd name="connsiteX556" fmla="*/ 800407 w 2017827"/>
                <a:gd name="connsiteY556" fmla="*/ 309144 h 1505806"/>
                <a:gd name="connsiteX557" fmla="*/ 787652 w 2017827"/>
                <a:gd name="connsiteY557" fmla="*/ 310456 h 1505806"/>
                <a:gd name="connsiteX558" fmla="*/ 775906 w 2017827"/>
                <a:gd name="connsiteY558" fmla="*/ 310456 h 1505806"/>
                <a:gd name="connsiteX559" fmla="*/ 762714 w 2017827"/>
                <a:gd name="connsiteY559" fmla="*/ 309581 h 1505806"/>
                <a:gd name="connsiteX560" fmla="*/ 757060 w 2017827"/>
                <a:gd name="connsiteY560" fmla="*/ 306856 h 1505806"/>
                <a:gd name="connsiteX561" fmla="*/ 748949 w 2017827"/>
                <a:gd name="connsiteY561" fmla="*/ 307125 h 1505806"/>
                <a:gd name="connsiteX562" fmla="*/ 741545 w 2017827"/>
                <a:gd name="connsiteY562" fmla="*/ 307125 h 1505806"/>
                <a:gd name="connsiteX563" fmla="*/ 736194 w 2017827"/>
                <a:gd name="connsiteY563" fmla="*/ 310153 h 1505806"/>
                <a:gd name="connsiteX564" fmla="*/ 732290 w 2017827"/>
                <a:gd name="connsiteY564" fmla="*/ 314661 h 1505806"/>
                <a:gd name="connsiteX565" fmla="*/ 731415 w 2017827"/>
                <a:gd name="connsiteY565" fmla="*/ 317991 h 1505806"/>
                <a:gd name="connsiteX566" fmla="*/ 731415 w 2017827"/>
                <a:gd name="connsiteY566" fmla="*/ 323777 h 1505806"/>
                <a:gd name="connsiteX567" fmla="*/ 735184 w 2017827"/>
                <a:gd name="connsiteY567" fmla="*/ 327679 h 1505806"/>
                <a:gd name="connsiteX568" fmla="*/ 738954 w 2017827"/>
                <a:gd name="connsiteY568" fmla="*/ 329294 h 1505806"/>
                <a:gd name="connsiteX569" fmla="*/ 741983 w 2017827"/>
                <a:gd name="connsiteY569" fmla="*/ 330000 h 1505806"/>
                <a:gd name="connsiteX570" fmla="*/ 745617 w 2017827"/>
                <a:gd name="connsiteY570" fmla="*/ 331178 h 1505806"/>
                <a:gd name="connsiteX571" fmla="*/ 747637 w 2017827"/>
                <a:gd name="connsiteY571" fmla="*/ 331178 h 1505806"/>
                <a:gd name="connsiteX572" fmla="*/ 749521 w 2017827"/>
                <a:gd name="connsiteY572" fmla="*/ 334205 h 1505806"/>
                <a:gd name="connsiteX573" fmla="*/ 749084 w 2017827"/>
                <a:gd name="connsiteY573" fmla="*/ 336964 h 1505806"/>
                <a:gd name="connsiteX574" fmla="*/ 748646 w 2017827"/>
                <a:gd name="connsiteY574" fmla="*/ 341000 h 1505806"/>
                <a:gd name="connsiteX575" fmla="*/ 748343 w 2017827"/>
                <a:gd name="connsiteY575" fmla="*/ 344768 h 1505806"/>
                <a:gd name="connsiteX576" fmla="*/ 752685 w 2017827"/>
                <a:gd name="connsiteY576" fmla="*/ 348973 h 1505806"/>
                <a:gd name="connsiteX577" fmla="*/ 753829 w 2017827"/>
                <a:gd name="connsiteY577" fmla="*/ 355331 h 1505806"/>
                <a:gd name="connsiteX578" fmla="*/ 753829 w 2017827"/>
                <a:gd name="connsiteY578" fmla="*/ 361117 h 1505806"/>
                <a:gd name="connsiteX579" fmla="*/ 752516 w 2017827"/>
                <a:gd name="connsiteY579" fmla="*/ 367340 h 1505806"/>
                <a:gd name="connsiteX580" fmla="*/ 751675 w 2017827"/>
                <a:gd name="connsiteY580" fmla="*/ 372252 h 1505806"/>
                <a:gd name="connsiteX581" fmla="*/ 751641 w 2017827"/>
                <a:gd name="connsiteY581" fmla="*/ 378610 h 1505806"/>
                <a:gd name="connsiteX582" fmla="*/ 751641 w 2017827"/>
                <a:gd name="connsiteY582" fmla="*/ 382377 h 1505806"/>
                <a:gd name="connsiteX583" fmla="*/ 750194 w 2017827"/>
                <a:gd name="connsiteY583" fmla="*/ 388029 h 1505806"/>
                <a:gd name="connsiteX584" fmla="*/ 749353 w 2017827"/>
                <a:gd name="connsiteY584" fmla="*/ 397010 h 1505806"/>
                <a:gd name="connsiteX585" fmla="*/ 747468 w 2017827"/>
                <a:gd name="connsiteY585" fmla="*/ 402965 h 1505806"/>
                <a:gd name="connsiteX586" fmla="*/ 747165 w 2017827"/>
                <a:gd name="connsiteY586" fmla="*/ 409491 h 1505806"/>
                <a:gd name="connsiteX587" fmla="*/ 744540 w 2017827"/>
                <a:gd name="connsiteY587" fmla="*/ 413393 h 1505806"/>
                <a:gd name="connsiteX588" fmla="*/ 744103 w 2017827"/>
                <a:gd name="connsiteY588" fmla="*/ 422509 h 1505806"/>
                <a:gd name="connsiteX589" fmla="*/ 744406 w 2017827"/>
                <a:gd name="connsiteY589" fmla="*/ 427723 h 1505806"/>
                <a:gd name="connsiteX590" fmla="*/ 745415 w 2017827"/>
                <a:gd name="connsiteY590" fmla="*/ 434956 h 1505806"/>
                <a:gd name="connsiteX591" fmla="*/ 745718 w 2017827"/>
                <a:gd name="connsiteY591" fmla="*/ 439598 h 1505806"/>
                <a:gd name="connsiteX592" fmla="*/ 745281 w 2017827"/>
                <a:gd name="connsiteY592" fmla="*/ 444812 h 1505806"/>
                <a:gd name="connsiteX593" fmla="*/ 745281 w 2017827"/>
                <a:gd name="connsiteY593" fmla="*/ 448008 h 1505806"/>
                <a:gd name="connsiteX594" fmla="*/ 746526 w 2017827"/>
                <a:gd name="connsiteY594" fmla="*/ 452650 h 1505806"/>
                <a:gd name="connsiteX595" fmla="*/ 746896 w 2017827"/>
                <a:gd name="connsiteY595" fmla="*/ 458436 h 1505806"/>
                <a:gd name="connsiteX596" fmla="*/ 746459 w 2017827"/>
                <a:gd name="connsiteY596" fmla="*/ 465097 h 1505806"/>
                <a:gd name="connsiteX597" fmla="*/ 745146 w 2017827"/>
                <a:gd name="connsiteY597" fmla="*/ 470614 h 1505806"/>
                <a:gd name="connsiteX598" fmla="*/ 746459 w 2017827"/>
                <a:gd name="connsiteY598" fmla="*/ 474819 h 1505806"/>
                <a:gd name="connsiteX599" fmla="*/ 747031 w 2017827"/>
                <a:gd name="connsiteY599" fmla="*/ 478452 h 1505806"/>
                <a:gd name="connsiteX600" fmla="*/ 744002 w 2017827"/>
                <a:gd name="connsiteY600" fmla="*/ 484541 h 1505806"/>
                <a:gd name="connsiteX601" fmla="*/ 745449 w 2017827"/>
                <a:gd name="connsiteY601" fmla="*/ 486559 h 1505806"/>
                <a:gd name="connsiteX602" fmla="*/ 746593 w 2017827"/>
                <a:gd name="connsiteY602" fmla="*/ 489452 h 1505806"/>
                <a:gd name="connsiteX603" fmla="*/ 746896 w 2017827"/>
                <a:gd name="connsiteY603" fmla="*/ 491033 h 1505806"/>
                <a:gd name="connsiteX604" fmla="*/ 746459 w 2017827"/>
                <a:gd name="connsiteY604" fmla="*/ 495104 h 1505806"/>
                <a:gd name="connsiteX605" fmla="*/ 746762 w 2017827"/>
                <a:gd name="connsiteY605" fmla="*/ 500755 h 1505806"/>
                <a:gd name="connsiteX606" fmla="*/ 743295 w 2017827"/>
                <a:gd name="connsiteY606" fmla="*/ 506104 h 1505806"/>
                <a:gd name="connsiteX607" fmla="*/ 746055 w 2017827"/>
                <a:gd name="connsiteY607" fmla="*/ 510881 h 1505806"/>
                <a:gd name="connsiteX608" fmla="*/ 749252 w 2017827"/>
                <a:gd name="connsiteY608" fmla="*/ 514514 h 1505806"/>
                <a:gd name="connsiteX609" fmla="*/ 749252 w 2017827"/>
                <a:gd name="connsiteY609" fmla="*/ 518416 h 1505806"/>
                <a:gd name="connsiteX610" fmla="*/ 743295 w 2017827"/>
                <a:gd name="connsiteY610" fmla="*/ 518416 h 1505806"/>
                <a:gd name="connsiteX611" fmla="*/ 741276 w 2017827"/>
                <a:gd name="connsiteY611" fmla="*/ 520165 h 1505806"/>
                <a:gd name="connsiteX612" fmla="*/ 738516 w 2017827"/>
                <a:gd name="connsiteY612" fmla="*/ 521612 h 1505806"/>
                <a:gd name="connsiteX613" fmla="*/ 736497 w 2017827"/>
                <a:gd name="connsiteY613" fmla="*/ 521612 h 1505806"/>
                <a:gd name="connsiteX614" fmla="*/ 730978 w 2017827"/>
                <a:gd name="connsiteY614" fmla="*/ 523024 h 1505806"/>
                <a:gd name="connsiteX615" fmla="*/ 728958 w 2017827"/>
                <a:gd name="connsiteY615" fmla="*/ 523058 h 1505806"/>
                <a:gd name="connsiteX616" fmla="*/ 725626 w 2017827"/>
                <a:gd name="connsiteY616" fmla="*/ 523058 h 1505806"/>
                <a:gd name="connsiteX617" fmla="*/ 722598 w 2017827"/>
                <a:gd name="connsiteY617" fmla="*/ 523630 h 1505806"/>
                <a:gd name="connsiteX618" fmla="*/ 718963 w 2017827"/>
                <a:gd name="connsiteY618" fmla="*/ 524370 h 1505806"/>
                <a:gd name="connsiteX619" fmla="*/ 715631 w 2017827"/>
                <a:gd name="connsiteY619" fmla="*/ 526119 h 1505806"/>
                <a:gd name="connsiteX620" fmla="*/ 714319 w 2017827"/>
                <a:gd name="connsiteY620" fmla="*/ 527129 h 1505806"/>
                <a:gd name="connsiteX621" fmla="*/ 711862 w 2017827"/>
                <a:gd name="connsiteY621" fmla="*/ 529887 h 1505806"/>
                <a:gd name="connsiteX622" fmla="*/ 710280 w 2017827"/>
                <a:gd name="connsiteY622" fmla="*/ 532040 h 1505806"/>
                <a:gd name="connsiteX623" fmla="*/ 709977 w 2017827"/>
                <a:gd name="connsiteY623" fmla="*/ 533924 h 1505806"/>
                <a:gd name="connsiteX624" fmla="*/ 710280 w 2017827"/>
                <a:gd name="connsiteY624" fmla="*/ 535068 h 1505806"/>
                <a:gd name="connsiteX625" fmla="*/ 713746 w 2017827"/>
                <a:gd name="connsiteY625" fmla="*/ 539273 h 1505806"/>
                <a:gd name="connsiteX626" fmla="*/ 716506 w 2017827"/>
                <a:gd name="connsiteY626" fmla="*/ 540584 h 1505806"/>
                <a:gd name="connsiteX627" fmla="*/ 716506 w 2017827"/>
                <a:gd name="connsiteY627" fmla="*/ 541728 h 1505806"/>
                <a:gd name="connsiteX628" fmla="*/ 714756 w 2017827"/>
                <a:gd name="connsiteY628" fmla="*/ 543612 h 1505806"/>
                <a:gd name="connsiteX629" fmla="*/ 712434 w 2017827"/>
                <a:gd name="connsiteY629" fmla="*/ 545361 h 1505806"/>
                <a:gd name="connsiteX630" fmla="*/ 708799 w 2017827"/>
                <a:gd name="connsiteY630" fmla="*/ 545361 h 1505806"/>
                <a:gd name="connsiteX631" fmla="*/ 706208 w 2017827"/>
                <a:gd name="connsiteY631" fmla="*/ 546505 h 1505806"/>
                <a:gd name="connsiteX632" fmla="*/ 702876 w 2017827"/>
                <a:gd name="connsiteY632" fmla="*/ 546505 h 1505806"/>
                <a:gd name="connsiteX633" fmla="*/ 698265 w 2017827"/>
                <a:gd name="connsiteY633" fmla="*/ 547581 h 1505806"/>
                <a:gd name="connsiteX634" fmla="*/ 695337 w 2017827"/>
                <a:gd name="connsiteY634" fmla="*/ 549196 h 1505806"/>
                <a:gd name="connsiteX635" fmla="*/ 691433 w 2017827"/>
                <a:gd name="connsiteY635" fmla="*/ 550609 h 1505806"/>
                <a:gd name="connsiteX636" fmla="*/ 688808 w 2017827"/>
                <a:gd name="connsiteY636" fmla="*/ 551786 h 1505806"/>
                <a:gd name="connsiteX637" fmla="*/ 686183 w 2017827"/>
                <a:gd name="connsiteY637" fmla="*/ 553536 h 1505806"/>
                <a:gd name="connsiteX638" fmla="*/ 683457 w 2017827"/>
                <a:gd name="connsiteY638" fmla="*/ 555823 h 1505806"/>
                <a:gd name="connsiteX639" fmla="*/ 681707 w 2017827"/>
                <a:gd name="connsiteY639" fmla="*/ 557875 h 1505806"/>
                <a:gd name="connsiteX640" fmla="*/ 679082 w 2017827"/>
                <a:gd name="connsiteY640" fmla="*/ 562114 h 1505806"/>
                <a:gd name="connsiteX641" fmla="*/ 677770 w 2017827"/>
                <a:gd name="connsiteY641" fmla="*/ 564704 h 1505806"/>
                <a:gd name="connsiteX642" fmla="*/ 675582 w 2017827"/>
                <a:gd name="connsiteY642" fmla="*/ 568741 h 1505806"/>
                <a:gd name="connsiteX643" fmla="*/ 674505 w 2017827"/>
                <a:gd name="connsiteY643" fmla="*/ 571230 h 1505806"/>
                <a:gd name="connsiteX644" fmla="*/ 673967 w 2017827"/>
                <a:gd name="connsiteY644" fmla="*/ 575132 h 1505806"/>
                <a:gd name="connsiteX645" fmla="*/ 673967 w 2017827"/>
                <a:gd name="connsiteY645" fmla="*/ 580447 h 1505806"/>
                <a:gd name="connsiteX646" fmla="*/ 675279 w 2017827"/>
                <a:gd name="connsiteY646" fmla="*/ 585897 h 1505806"/>
                <a:gd name="connsiteX647" fmla="*/ 676726 w 2017827"/>
                <a:gd name="connsiteY647" fmla="*/ 589799 h 1505806"/>
                <a:gd name="connsiteX648" fmla="*/ 676693 w 2017827"/>
                <a:gd name="connsiteY648" fmla="*/ 593062 h 1505806"/>
                <a:gd name="connsiteX649" fmla="*/ 676693 w 2017827"/>
                <a:gd name="connsiteY649" fmla="*/ 596224 h 1505806"/>
                <a:gd name="connsiteX650" fmla="*/ 676154 w 2017827"/>
                <a:gd name="connsiteY650" fmla="*/ 599151 h 1505806"/>
                <a:gd name="connsiteX651" fmla="*/ 675279 w 2017827"/>
                <a:gd name="connsiteY651" fmla="*/ 601640 h 1505806"/>
                <a:gd name="connsiteX652" fmla="*/ 673967 w 2017827"/>
                <a:gd name="connsiteY652" fmla="*/ 602717 h 1505806"/>
                <a:gd name="connsiteX653" fmla="*/ 672116 w 2017827"/>
                <a:gd name="connsiteY653" fmla="*/ 605307 h 1505806"/>
                <a:gd name="connsiteX654" fmla="*/ 671140 w 2017827"/>
                <a:gd name="connsiteY654" fmla="*/ 606384 h 1505806"/>
                <a:gd name="connsiteX655" fmla="*/ 669861 w 2017827"/>
                <a:gd name="connsiteY655" fmla="*/ 607796 h 1505806"/>
                <a:gd name="connsiteX656" fmla="*/ 669726 w 2017827"/>
                <a:gd name="connsiteY656" fmla="*/ 609546 h 1505806"/>
                <a:gd name="connsiteX657" fmla="*/ 669726 w 2017827"/>
                <a:gd name="connsiteY657" fmla="*/ 612270 h 1505806"/>
                <a:gd name="connsiteX658" fmla="*/ 668750 w 2017827"/>
                <a:gd name="connsiteY658" fmla="*/ 614558 h 1505806"/>
                <a:gd name="connsiteX659" fmla="*/ 667438 w 2017827"/>
                <a:gd name="connsiteY659" fmla="*/ 616946 h 1505806"/>
                <a:gd name="connsiteX660" fmla="*/ 665048 w 2017827"/>
                <a:gd name="connsiteY660" fmla="*/ 619133 h 1505806"/>
                <a:gd name="connsiteX661" fmla="*/ 662120 w 2017827"/>
                <a:gd name="connsiteY661" fmla="*/ 622161 h 1505806"/>
                <a:gd name="connsiteX662" fmla="*/ 660067 w 2017827"/>
                <a:gd name="connsiteY662" fmla="*/ 623775 h 1505806"/>
                <a:gd name="connsiteX663" fmla="*/ 657139 w 2017827"/>
                <a:gd name="connsiteY663" fmla="*/ 625726 h 1505806"/>
                <a:gd name="connsiteX664" fmla="*/ 651485 w 2017827"/>
                <a:gd name="connsiteY664" fmla="*/ 626937 h 1505806"/>
                <a:gd name="connsiteX665" fmla="*/ 647581 w 2017827"/>
                <a:gd name="connsiteY665" fmla="*/ 625524 h 1505806"/>
                <a:gd name="connsiteX666" fmla="*/ 643678 w 2017827"/>
                <a:gd name="connsiteY666" fmla="*/ 625524 h 1505806"/>
                <a:gd name="connsiteX667" fmla="*/ 641288 w 2017827"/>
                <a:gd name="connsiteY667" fmla="*/ 625524 h 1505806"/>
                <a:gd name="connsiteX668" fmla="*/ 639774 w 2017827"/>
                <a:gd name="connsiteY668" fmla="*/ 628350 h 1505806"/>
                <a:gd name="connsiteX669" fmla="*/ 636072 w 2017827"/>
                <a:gd name="connsiteY669" fmla="*/ 629965 h 1505806"/>
                <a:gd name="connsiteX670" fmla="*/ 630653 w 2017827"/>
                <a:gd name="connsiteY670" fmla="*/ 630503 h 1505806"/>
                <a:gd name="connsiteX671" fmla="*/ 620860 w 2017827"/>
                <a:gd name="connsiteY671" fmla="*/ 631580 h 1505806"/>
                <a:gd name="connsiteX672" fmla="*/ 614566 w 2017827"/>
                <a:gd name="connsiteY672" fmla="*/ 635179 h 1505806"/>
                <a:gd name="connsiteX673" fmla="*/ 608710 w 2017827"/>
                <a:gd name="connsiteY673" fmla="*/ 636794 h 1505806"/>
                <a:gd name="connsiteX674" fmla="*/ 601306 w 2017827"/>
                <a:gd name="connsiteY674" fmla="*/ 638980 h 1505806"/>
                <a:gd name="connsiteX675" fmla="*/ 595888 w 2017827"/>
                <a:gd name="connsiteY675" fmla="*/ 640158 h 1505806"/>
                <a:gd name="connsiteX676" fmla="*/ 590335 w 2017827"/>
                <a:gd name="connsiteY676" fmla="*/ 641133 h 1505806"/>
                <a:gd name="connsiteX677" fmla="*/ 585220 w 2017827"/>
                <a:gd name="connsiteY677" fmla="*/ 641772 h 1505806"/>
                <a:gd name="connsiteX678" fmla="*/ 578590 w 2017827"/>
                <a:gd name="connsiteY678" fmla="*/ 642412 h 1505806"/>
                <a:gd name="connsiteX679" fmla="*/ 572835 w 2017827"/>
                <a:gd name="connsiteY679" fmla="*/ 642412 h 1505806"/>
                <a:gd name="connsiteX680" fmla="*/ 561964 w 2017827"/>
                <a:gd name="connsiteY680" fmla="*/ 643488 h 1505806"/>
                <a:gd name="connsiteX681" fmla="*/ 553147 w 2017827"/>
                <a:gd name="connsiteY681" fmla="*/ 648265 h 1505806"/>
                <a:gd name="connsiteX682" fmla="*/ 544228 w 2017827"/>
                <a:gd name="connsiteY682" fmla="*/ 651965 h 1505806"/>
                <a:gd name="connsiteX683" fmla="*/ 526526 w 2017827"/>
                <a:gd name="connsiteY683" fmla="*/ 651427 h 1505806"/>
                <a:gd name="connsiteX684" fmla="*/ 515756 w 2017827"/>
                <a:gd name="connsiteY684" fmla="*/ 652840 h 1505806"/>
                <a:gd name="connsiteX685" fmla="*/ 509564 w 2017827"/>
                <a:gd name="connsiteY685" fmla="*/ 654320 h 1505806"/>
                <a:gd name="connsiteX686" fmla="*/ 500982 w 2017827"/>
                <a:gd name="connsiteY686" fmla="*/ 658054 h 1505806"/>
                <a:gd name="connsiteX687" fmla="*/ 492939 w 2017827"/>
                <a:gd name="connsiteY687" fmla="*/ 658256 h 1505806"/>
                <a:gd name="connsiteX688" fmla="*/ 484794 w 2017827"/>
                <a:gd name="connsiteY688" fmla="*/ 657919 h 1505806"/>
                <a:gd name="connsiteX689" fmla="*/ 478501 w 2017827"/>
                <a:gd name="connsiteY689" fmla="*/ 655968 h 1505806"/>
                <a:gd name="connsiteX690" fmla="*/ 470457 w 2017827"/>
                <a:gd name="connsiteY690" fmla="*/ 654354 h 1505806"/>
                <a:gd name="connsiteX691" fmla="*/ 463390 w 2017827"/>
                <a:gd name="connsiteY691" fmla="*/ 657617 h 1505806"/>
                <a:gd name="connsiteX692" fmla="*/ 455986 w 2017827"/>
                <a:gd name="connsiteY692" fmla="*/ 659030 h 1505806"/>
                <a:gd name="connsiteX693" fmla="*/ 452284 w 2017827"/>
                <a:gd name="connsiteY693" fmla="*/ 661115 h 1505806"/>
                <a:gd name="connsiteX694" fmla="*/ 446967 w 2017827"/>
                <a:gd name="connsiteY694" fmla="*/ 661115 h 1505806"/>
                <a:gd name="connsiteX695" fmla="*/ 437072 w 2017827"/>
                <a:gd name="connsiteY695" fmla="*/ 661923 h 1505806"/>
                <a:gd name="connsiteX696" fmla="*/ 427178 w 2017827"/>
                <a:gd name="connsiteY696" fmla="*/ 663066 h 1505806"/>
                <a:gd name="connsiteX697" fmla="*/ 419908 w 2017827"/>
                <a:gd name="connsiteY697" fmla="*/ 663705 h 1505806"/>
                <a:gd name="connsiteX698" fmla="*/ 414490 w 2017827"/>
                <a:gd name="connsiteY698" fmla="*/ 666195 h 1505806"/>
                <a:gd name="connsiteX699" fmla="*/ 408937 w 2017827"/>
                <a:gd name="connsiteY699" fmla="*/ 667810 h 1505806"/>
                <a:gd name="connsiteX700" fmla="*/ 401331 w 2017827"/>
                <a:gd name="connsiteY700" fmla="*/ 670198 h 1505806"/>
                <a:gd name="connsiteX701" fmla="*/ 392076 w 2017827"/>
                <a:gd name="connsiteY701" fmla="*/ 670837 h 1505806"/>
                <a:gd name="connsiteX702" fmla="*/ 387095 w 2017827"/>
                <a:gd name="connsiteY702" fmla="*/ 670602 h 1505806"/>
                <a:gd name="connsiteX703" fmla="*/ 378412 w 2017827"/>
                <a:gd name="connsiteY703" fmla="*/ 668751 h 1505806"/>
                <a:gd name="connsiteX704" fmla="*/ 373633 w 2017827"/>
                <a:gd name="connsiteY704" fmla="*/ 667103 h 1505806"/>
                <a:gd name="connsiteX705" fmla="*/ 369931 w 2017827"/>
                <a:gd name="connsiteY705" fmla="*/ 666027 h 1505806"/>
                <a:gd name="connsiteX706" fmla="*/ 365926 w 2017827"/>
                <a:gd name="connsiteY706" fmla="*/ 663537 h 1505806"/>
                <a:gd name="connsiteX707" fmla="*/ 363739 w 2017827"/>
                <a:gd name="connsiteY707" fmla="*/ 663100 h 1505806"/>
                <a:gd name="connsiteX708" fmla="*/ 358421 w 2017827"/>
                <a:gd name="connsiteY708" fmla="*/ 662461 h 1505806"/>
                <a:gd name="connsiteX709" fmla="*/ 355056 w 2017827"/>
                <a:gd name="connsiteY709" fmla="*/ 663672 h 1505806"/>
                <a:gd name="connsiteX710" fmla="*/ 348426 w 2017827"/>
                <a:gd name="connsiteY710" fmla="*/ 665186 h 1505806"/>
                <a:gd name="connsiteX711" fmla="*/ 345060 w 2017827"/>
                <a:gd name="connsiteY711" fmla="*/ 667036 h 1505806"/>
                <a:gd name="connsiteX712" fmla="*/ 342133 w 2017827"/>
                <a:gd name="connsiteY712" fmla="*/ 669761 h 1505806"/>
                <a:gd name="connsiteX713" fmla="*/ 338330 w 2017827"/>
                <a:gd name="connsiteY713" fmla="*/ 674235 h 1505806"/>
                <a:gd name="connsiteX714" fmla="*/ 332238 w 2017827"/>
                <a:gd name="connsiteY714" fmla="*/ 677700 h 1505806"/>
                <a:gd name="connsiteX715" fmla="*/ 325406 w 2017827"/>
                <a:gd name="connsiteY715" fmla="*/ 684966 h 1505806"/>
                <a:gd name="connsiteX716" fmla="*/ 322243 w 2017827"/>
                <a:gd name="connsiteY716" fmla="*/ 687455 h 1505806"/>
                <a:gd name="connsiteX717" fmla="*/ 320728 w 2017827"/>
                <a:gd name="connsiteY717" fmla="*/ 690180 h 1505806"/>
                <a:gd name="connsiteX718" fmla="*/ 315949 w 2017827"/>
                <a:gd name="connsiteY718" fmla="*/ 696605 h 1505806"/>
                <a:gd name="connsiteX719" fmla="*/ 312920 w 2017827"/>
                <a:gd name="connsiteY719" fmla="*/ 700608 h 1505806"/>
                <a:gd name="connsiteX720" fmla="*/ 310194 w 2017827"/>
                <a:gd name="connsiteY720" fmla="*/ 702660 h 1505806"/>
                <a:gd name="connsiteX721" fmla="*/ 307906 w 2017827"/>
                <a:gd name="connsiteY721" fmla="*/ 703972 h 1505806"/>
                <a:gd name="connsiteX722" fmla="*/ 304742 w 2017827"/>
                <a:gd name="connsiteY722" fmla="*/ 707975 h 1505806"/>
                <a:gd name="connsiteX723" fmla="*/ 302992 w 2017827"/>
                <a:gd name="connsiteY723" fmla="*/ 710700 h 1505806"/>
                <a:gd name="connsiteX724" fmla="*/ 299627 w 2017827"/>
                <a:gd name="connsiteY724" fmla="*/ 714838 h 1505806"/>
                <a:gd name="connsiteX725" fmla="*/ 294511 w 2017827"/>
                <a:gd name="connsiteY725" fmla="*/ 718000 h 1505806"/>
                <a:gd name="connsiteX726" fmla="*/ 289295 w 2017827"/>
                <a:gd name="connsiteY726" fmla="*/ 717226 h 1505806"/>
                <a:gd name="connsiteX727" fmla="*/ 287006 w 2017827"/>
                <a:gd name="connsiteY727" fmla="*/ 714501 h 1505806"/>
                <a:gd name="connsiteX728" fmla="*/ 284617 w 2017827"/>
                <a:gd name="connsiteY728" fmla="*/ 713728 h 1505806"/>
                <a:gd name="connsiteX729" fmla="*/ 281352 w 2017827"/>
                <a:gd name="connsiteY729" fmla="*/ 712853 h 1505806"/>
                <a:gd name="connsiteX730" fmla="*/ 275799 w 2017827"/>
                <a:gd name="connsiteY730" fmla="*/ 710902 h 1505806"/>
                <a:gd name="connsiteX731" fmla="*/ 269708 w 2017827"/>
                <a:gd name="connsiteY731" fmla="*/ 709691 h 1505806"/>
                <a:gd name="connsiteX732" fmla="*/ 265265 w 2017827"/>
                <a:gd name="connsiteY732" fmla="*/ 709691 h 1505806"/>
                <a:gd name="connsiteX733" fmla="*/ 259813 w 2017827"/>
                <a:gd name="connsiteY733" fmla="*/ 709758 h 1505806"/>
                <a:gd name="connsiteX734" fmla="*/ 250457 w 2017827"/>
                <a:gd name="connsiteY734" fmla="*/ 710801 h 1505806"/>
                <a:gd name="connsiteX735" fmla="*/ 243626 w 2017827"/>
                <a:gd name="connsiteY735" fmla="*/ 710801 h 1505806"/>
                <a:gd name="connsiteX736" fmla="*/ 238510 w 2017827"/>
                <a:gd name="connsiteY736" fmla="*/ 709186 h 1505806"/>
                <a:gd name="connsiteX737" fmla="*/ 234471 w 2017827"/>
                <a:gd name="connsiteY737" fmla="*/ 704948 h 1505806"/>
                <a:gd name="connsiteX738" fmla="*/ 233933 w 2017827"/>
                <a:gd name="connsiteY738" fmla="*/ 702559 h 1505806"/>
                <a:gd name="connsiteX739" fmla="*/ 234270 w 2017827"/>
                <a:gd name="connsiteY739" fmla="*/ 698523 h 1505806"/>
                <a:gd name="connsiteX740" fmla="*/ 235246 w 2017827"/>
                <a:gd name="connsiteY740" fmla="*/ 691021 h 1505806"/>
                <a:gd name="connsiteX741" fmla="*/ 236558 w 2017827"/>
                <a:gd name="connsiteY741" fmla="*/ 688733 h 1505806"/>
                <a:gd name="connsiteX742" fmla="*/ 237871 w 2017827"/>
                <a:gd name="connsiteY742" fmla="*/ 685369 h 1505806"/>
                <a:gd name="connsiteX743" fmla="*/ 237770 w 2017827"/>
                <a:gd name="connsiteY743" fmla="*/ 682443 h 1505806"/>
                <a:gd name="connsiteX744" fmla="*/ 237332 w 2017827"/>
                <a:gd name="connsiteY744" fmla="*/ 677868 h 1505806"/>
                <a:gd name="connsiteX745" fmla="*/ 236255 w 2017827"/>
                <a:gd name="connsiteY745" fmla="*/ 673629 h 1505806"/>
                <a:gd name="connsiteX746" fmla="*/ 233327 w 2017827"/>
                <a:gd name="connsiteY746" fmla="*/ 670703 h 1505806"/>
                <a:gd name="connsiteX747" fmla="*/ 230298 w 2017827"/>
                <a:gd name="connsiteY747" fmla="*/ 668852 h 1505806"/>
                <a:gd name="connsiteX748" fmla="*/ 227370 w 2017827"/>
                <a:gd name="connsiteY748" fmla="*/ 667776 h 1505806"/>
                <a:gd name="connsiteX749" fmla="*/ 224644 w 2017827"/>
                <a:gd name="connsiteY749" fmla="*/ 667675 h 1505806"/>
                <a:gd name="connsiteX750" fmla="*/ 221615 w 2017827"/>
                <a:gd name="connsiteY750" fmla="*/ 668112 h 1505806"/>
                <a:gd name="connsiteX751" fmla="*/ 220303 w 2017827"/>
                <a:gd name="connsiteY751" fmla="*/ 670299 h 1505806"/>
                <a:gd name="connsiteX752" fmla="*/ 218115 w 2017827"/>
                <a:gd name="connsiteY752" fmla="*/ 672687 h 1505806"/>
                <a:gd name="connsiteX753" fmla="*/ 216163 w 2017827"/>
                <a:gd name="connsiteY753" fmla="*/ 673562 h 1505806"/>
                <a:gd name="connsiteX754" fmla="*/ 213000 w 2017827"/>
                <a:gd name="connsiteY754" fmla="*/ 674437 h 1505806"/>
                <a:gd name="connsiteX755" fmla="*/ 207884 w 2017827"/>
                <a:gd name="connsiteY755" fmla="*/ 674874 h 1505806"/>
                <a:gd name="connsiteX756" fmla="*/ 203004 w 2017827"/>
                <a:gd name="connsiteY756" fmla="*/ 674874 h 1505806"/>
                <a:gd name="connsiteX757" fmla="*/ 198865 w 2017827"/>
                <a:gd name="connsiteY757" fmla="*/ 674100 h 1505806"/>
                <a:gd name="connsiteX758" fmla="*/ 191697 w 2017827"/>
                <a:gd name="connsiteY758" fmla="*/ 676724 h 1505806"/>
                <a:gd name="connsiteX759" fmla="*/ 189509 w 2017827"/>
                <a:gd name="connsiteY759" fmla="*/ 676926 h 1505806"/>
                <a:gd name="connsiteX760" fmla="*/ 184831 w 2017827"/>
                <a:gd name="connsiteY760" fmla="*/ 673226 h 1505806"/>
                <a:gd name="connsiteX761" fmla="*/ 182105 w 2017827"/>
                <a:gd name="connsiteY761" fmla="*/ 670501 h 1505806"/>
                <a:gd name="connsiteX762" fmla="*/ 178639 w 2017827"/>
                <a:gd name="connsiteY762" fmla="*/ 667036 h 1505806"/>
                <a:gd name="connsiteX763" fmla="*/ 177225 w 2017827"/>
                <a:gd name="connsiteY763" fmla="*/ 664984 h 1505806"/>
                <a:gd name="connsiteX764" fmla="*/ 175172 w 2017827"/>
                <a:gd name="connsiteY764" fmla="*/ 662932 h 1505806"/>
                <a:gd name="connsiteX765" fmla="*/ 173119 w 2017827"/>
                <a:gd name="connsiteY765" fmla="*/ 660005 h 1505806"/>
                <a:gd name="connsiteX766" fmla="*/ 171706 w 2017827"/>
                <a:gd name="connsiteY766" fmla="*/ 659231 h 1505806"/>
                <a:gd name="connsiteX767" fmla="*/ 168980 w 2017827"/>
                <a:gd name="connsiteY767" fmla="*/ 658357 h 1505806"/>
                <a:gd name="connsiteX768" fmla="*/ 167364 w 2017827"/>
                <a:gd name="connsiteY768" fmla="*/ 658895 h 1505806"/>
                <a:gd name="connsiteX769" fmla="*/ 164436 w 2017827"/>
                <a:gd name="connsiteY769" fmla="*/ 661082 h 1505806"/>
                <a:gd name="connsiteX770" fmla="*/ 162585 w 2017827"/>
                <a:gd name="connsiteY770" fmla="*/ 663369 h 1505806"/>
                <a:gd name="connsiteX771" fmla="*/ 162148 w 2017827"/>
                <a:gd name="connsiteY771" fmla="*/ 666531 h 1505806"/>
                <a:gd name="connsiteX772" fmla="*/ 163124 w 2017827"/>
                <a:gd name="connsiteY772" fmla="*/ 670332 h 1505806"/>
                <a:gd name="connsiteX773" fmla="*/ 161946 w 2017827"/>
                <a:gd name="connsiteY773" fmla="*/ 674033 h 1505806"/>
                <a:gd name="connsiteX774" fmla="*/ 160633 w 2017827"/>
                <a:gd name="connsiteY774" fmla="*/ 675883 h 1505806"/>
                <a:gd name="connsiteX775" fmla="*/ 158042 w 2017827"/>
                <a:gd name="connsiteY775" fmla="*/ 676926 h 1505806"/>
                <a:gd name="connsiteX776" fmla="*/ 152624 w 2017827"/>
                <a:gd name="connsiteY776" fmla="*/ 676959 h 1505806"/>
                <a:gd name="connsiteX777" fmla="*/ 149023 w 2017827"/>
                <a:gd name="connsiteY777" fmla="*/ 676959 h 1505806"/>
                <a:gd name="connsiteX778" fmla="*/ 145220 w 2017827"/>
                <a:gd name="connsiteY778" fmla="*/ 676959 h 1505806"/>
                <a:gd name="connsiteX779" fmla="*/ 142056 w 2017827"/>
                <a:gd name="connsiteY779" fmla="*/ 677834 h 1505806"/>
                <a:gd name="connsiteX780" fmla="*/ 139027 w 2017827"/>
                <a:gd name="connsiteY780" fmla="*/ 679348 h 1505806"/>
                <a:gd name="connsiteX781" fmla="*/ 136638 w 2017827"/>
                <a:gd name="connsiteY781" fmla="*/ 680862 h 1505806"/>
                <a:gd name="connsiteX782" fmla="*/ 133037 w 2017827"/>
                <a:gd name="connsiteY782" fmla="*/ 683351 h 1505806"/>
                <a:gd name="connsiteX783" fmla="*/ 127921 w 2017827"/>
                <a:gd name="connsiteY783" fmla="*/ 684764 h 1505806"/>
                <a:gd name="connsiteX784" fmla="*/ 123883 w 2017827"/>
                <a:gd name="connsiteY784" fmla="*/ 685403 h 1505806"/>
                <a:gd name="connsiteX785" fmla="*/ 120955 w 2017827"/>
                <a:gd name="connsiteY785" fmla="*/ 686177 h 1505806"/>
                <a:gd name="connsiteX786" fmla="*/ 117051 w 2017827"/>
                <a:gd name="connsiteY786" fmla="*/ 686816 h 1505806"/>
                <a:gd name="connsiteX787" fmla="*/ 113046 w 2017827"/>
                <a:gd name="connsiteY787" fmla="*/ 686816 h 1505806"/>
                <a:gd name="connsiteX788" fmla="*/ 109243 w 2017827"/>
                <a:gd name="connsiteY788" fmla="*/ 686614 h 1505806"/>
                <a:gd name="connsiteX789" fmla="*/ 104666 w 2017827"/>
                <a:gd name="connsiteY789" fmla="*/ 684764 h 1505806"/>
                <a:gd name="connsiteX790" fmla="*/ 100863 w 2017827"/>
                <a:gd name="connsiteY790" fmla="*/ 683149 h 1505806"/>
                <a:gd name="connsiteX791" fmla="*/ 97161 w 2017827"/>
                <a:gd name="connsiteY791" fmla="*/ 683048 h 1505806"/>
                <a:gd name="connsiteX792" fmla="*/ 94132 w 2017827"/>
                <a:gd name="connsiteY792" fmla="*/ 681972 h 1505806"/>
                <a:gd name="connsiteX793" fmla="*/ 90766 w 2017827"/>
                <a:gd name="connsiteY793" fmla="*/ 681972 h 1505806"/>
                <a:gd name="connsiteX794" fmla="*/ 85550 w 2017827"/>
                <a:gd name="connsiteY794" fmla="*/ 684091 h 1505806"/>
                <a:gd name="connsiteX795" fmla="*/ 82184 w 2017827"/>
                <a:gd name="connsiteY795" fmla="*/ 685571 h 1505806"/>
                <a:gd name="connsiteX796" fmla="*/ 78146 w 2017827"/>
                <a:gd name="connsiteY796" fmla="*/ 688733 h 1505806"/>
                <a:gd name="connsiteX797" fmla="*/ 74780 w 2017827"/>
                <a:gd name="connsiteY797" fmla="*/ 691458 h 1505806"/>
                <a:gd name="connsiteX798" fmla="*/ 70877 w 2017827"/>
                <a:gd name="connsiteY798" fmla="*/ 694822 h 1505806"/>
                <a:gd name="connsiteX799" fmla="*/ 68252 w 2017827"/>
                <a:gd name="connsiteY799" fmla="*/ 697009 h 1505806"/>
                <a:gd name="connsiteX800" fmla="*/ 65088 w 2017827"/>
                <a:gd name="connsiteY800" fmla="*/ 700373 h 1505806"/>
                <a:gd name="connsiteX801" fmla="*/ 63674 w 2017827"/>
                <a:gd name="connsiteY801" fmla="*/ 702559 h 1505806"/>
                <a:gd name="connsiteX802" fmla="*/ 63035 w 2017827"/>
                <a:gd name="connsiteY802" fmla="*/ 705183 h 1505806"/>
                <a:gd name="connsiteX803" fmla="*/ 62261 w 2017827"/>
                <a:gd name="connsiteY803" fmla="*/ 708446 h 1505806"/>
                <a:gd name="connsiteX804" fmla="*/ 62160 w 2017827"/>
                <a:gd name="connsiteY804" fmla="*/ 712046 h 1505806"/>
                <a:gd name="connsiteX805" fmla="*/ 61521 w 2017827"/>
                <a:gd name="connsiteY805" fmla="*/ 714636 h 1505806"/>
                <a:gd name="connsiteX806" fmla="*/ 61420 w 2017827"/>
                <a:gd name="connsiteY806" fmla="*/ 718673 h 1505806"/>
                <a:gd name="connsiteX807" fmla="*/ 60545 w 2017827"/>
                <a:gd name="connsiteY807" fmla="*/ 722474 h 1505806"/>
                <a:gd name="connsiteX808" fmla="*/ 58795 w 2017827"/>
                <a:gd name="connsiteY808" fmla="*/ 725199 h 1505806"/>
                <a:gd name="connsiteX809" fmla="*/ 57482 w 2017827"/>
                <a:gd name="connsiteY809" fmla="*/ 727486 h 1505806"/>
                <a:gd name="connsiteX810" fmla="*/ 54891 w 2017827"/>
                <a:gd name="connsiteY810" fmla="*/ 729673 h 1505806"/>
                <a:gd name="connsiteX811" fmla="*/ 52703 w 2017827"/>
                <a:gd name="connsiteY811" fmla="*/ 731086 h 1505806"/>
                <a:gd name="connsiteX812" fmla="*/ 50078 w 2017827"/>
                <a:gd name="connsiteY812" fmla="*/ 732499 h 1505806"/>
                <a:gd name="connsiteX813" fmla="*/ 48025 w 2017827"/>
                <a:gd name="connsiteY813" fmla="*/ 734012 h 1505806"/>
                <a:gd name="connsiteX814" fmla="*/ 45299 w 2017827"/>
                <a:gd name="connsiteY814" fmla="*/ 735963 h 1505806"/>
                <a:gd name="connsiteX815" fmla="*/ 43448 w 2017827"/>
                <a:gd name="connsiteY815" fmla="*/ 737814 h 1505806"/>
                <a:gd name="connsiteX816" fmla="*/ 40520 w 2017827"/>
                <a:gd name="connsiteY816" fmla="*/ 737814 h 1505806"/>
                <a:gd name="connsiteX817" fmla="*/ 36717 w 2017827"/>
                <a:gd name="connsiteY817" fmla="*/ 739428 h 1505806"/>
                <a:gd name="connsiteX818" fmla="*/ 33453 w 2017827"/>
                <a:gd name="connsiteY818" fmla="*/ 739428 h 1505806"/>
                <a:gd name="connsiteX819" fmla="*/ 30962 w 2017827"/>
                <a:gd name="connsiteY819" fmla="*/ 740236 h 1505806"/>
                <a:gd name="connsiteX820" fmla="*/ 26621 w 2017827"/>
                <a:gd name="connsiteY820" fmla="*/ 740067 h 1505806"/>
                <a:gd name="connsiteX821" fmla="*/ 24332 w 2017827"/>
                <a:gd name="connsiteY821" fmla="*/ 740067 h 1505806"/>
                <a:gd name="connsiteX822" fmla="*/ 19318 w 2017827"/>
                <a:gd name="connsiteY822" fmla="*/ 740841 h 1505806"/>
                <a:gd name="connsiteX823" fmla="*/ 15077 w 2017827"/>
                <a:gd name="connsiteY823" fmla="*/ 742490 h 1505806"/>
                <a:gd name="connsiteX824" fmla="*/ 11173 w 2017827"/>
                <a:gd name="connsiteY824" fmla="*/ 743902 h 1505806"/>
                <a:gd name="connsiteX825" fmla="*/ 7034 w 2017827"/>
                <a:gd name="connsiteY825" fmla="*/ 746526 h 1505806"/>
                <a:gd name="connsiteX826" fmla="*/ 6159 w 2017827"/>
                <a:gd name="connsiteY826" fmla="*/ 748578 h 1505806"/>
                <a:gd name="connsiteX827" fmla="*/ 8784 w 2017827"/>
                <a:gd name="connsiteY827" fmla="*/ 751942 h 1505806"/>
                <a:gd name="connsiteX828" fmla="*/ 12486 w 2017827"/>
                <a:gd name="connsiteY828" fmla="*/ 755104 h 1505806"/>
                <a:gd name="connsiteX829" fmla="*/ 16188 w 2017827"/>
                <a:gd name="connsiteY829" fmla="*/ 759007 h 1505806"/>
                <a:gd name="connsiteX830" fmla="*/ 17601 w 2017827"/>
                <a:gd name="connsiteY830" fmla="*/ 761395 h 1505806"/>
                <a:gd name="connsiteX831" fmla="*/ 21202 w 2017827"/>
                <a:gd name="connsiteY831" fmla="*/ 765533 h 1505806"/>
                <a:gd name="connsiteX832" fmla="*/ 21976 w 2017827"/>
                <a:gd name="connsiteY832" fmla="*/ 769569 h 1505806"/>
                <a:gd name="connsiteX833" fmla="*/ 20563 w 2017827"/>
                <a:gd name="connsiteY833" fmla="*/ 778047 h 1505806"/>
                <a:gd name="connsiteX834" fmla="*/ 20226 w 2017827"/>
                <a:gd name="connsiteY834" fmla="*/ 782050 h 1505806"/>
                <a:gd name="connsiteX835" fmla="*/ 20226 w 2017827"/>
                <a:gd name="connsiteY835" fmla="*/ 784438 h 1505806"/>
                <a:gd name="connsiteX836" fmla="*/ 22111 w 2017827"/>
                <a:gd name="connsiteY836" fmla="*/ 786187 h 1505806"/>
                <a:gd name="connsiteX837" fmla="*/ 25645 w 2017827"/>
                <a:gd name="connsiteY837" fmla="*/ 789350 h 1505806"/>
                <a:gd name="connsiteX838" fmla="*/ 27159 w 2017827"/>
                <a:gd name="connsiteY838" fmla="*/ 791637 h 1505806"/>
                <a:gd name="connsiteX839" fmla="*/ 27260 w 2017827"/>
                <a:gd name="connsiteY839" fmla="*/ 794463 h 1505806"/>
                <a:gd name="connsiteX840" fmla="*/ 26183 w 2017827"/>
                <a:gd name="connsiteY840" fmla="*/ 796212 h 1505806"/>
                <a:gd name="connsiteX841" fmla="*/ 23794 w 2017827"/>
                <a:gd name="connsiteY841" fmla="*/ 797726 h 1505806"/>
                <a:gd name="connsiteX842" fmla="*/ 21842 w 2017827"/>
                <a:gd name="connsiteY842" fmla="*/ 798365 h 1505806"/>
                <a:gd name="connsiteX843" fmla="*/ 18039 w 2017827"/>
                <a:gd name="connsiteY843" fmla="*/ 798264 h 1505806"/>
                <a:gd name="connsiteX844" fmla="*/ 16188 w 2017827"/>
                <a:gd name="connsiteY844" fmla="*/ 797524 h 1505806"/>
                <a:gd name="connsiteX845" fmla="*/ 14135 w 2017827"/>
                <a:gd name="connsiteY845" fmla="*/ 796885 h 1505806"/>
                <a:gd name="connsiteX846" fmla="*/ 12284 w 2017827"/>
                <a:gd name="connsiteY846" fmla="*/ 796885 h 1505806"/>
                <a:gd name="connsiteX847" fmla="*/ 11846 w 2017827"/>
                <a:gd name="connsiteY847" fmla="*/ 798769 h 1505806"/>
                <a:gd name="connsiteX848" fmla="*/ 10971 w 2017827"/>
                <a:gd name="connsiteY848" fmla="*/ 801426 h 1505806"/>
                <a:gd name="connsiteX849" fmla="*/ 8582 w 2017827"/>
                <a:gd name="connsiteY849" fmla="*/ 803377 h 1505806"/>
                <a:gd name="connsiteX850" fmla="*/ 6630 w 2017827"/>
                <a:gd name="connsiteY850" fmla="*/ 804252 h 1505806"/>
                <a:gd name="connsiteX851" fmla="*/ 3164 w 2017827"/>
                <a:gd name="connsiteY851" fmla="*/ 805564 h 1505806"/>
                <a:gd name="connsiteX852" fmla="*/ 774 w 2017827"/>
                <a:gd name="connsiteY852" fmla="*/ 807313 h 1505806"/>
                <a:gd name="connsiteX853" fmla="*/ 0 w 2017827"/>
                <a:gd name="connsiteY853" fmla="*/ 809802 h 1505806"/>
                <a:gd name="connsiteX854" fmla="*/ 538 w 2017827"/>
                <a:gd name="connsiteY854" fmla="*/ 812628 h 1505806"/>
                <a:gd name="connsiteX855" fmla="*/ 1178 w 2017827"/>
                <a:gd name="connsiteY855" fmla="*/ 816968 h 1505806"/>
                <a:gd name="connsiteX856" fmla="*/ 2793 w 2017827"/>
                <a:gd name="connsiteY856" fmla="*/ 819457 h 1505806"/>
                <a:gd name="connsiteX857" fmla="*/ 5183 w 2017827"/>
                <a:gd name="connsiteY857" fmla="*/ 821206 h 1505806"/>
                <a:gd name="connsiteX858" fmla="*/ 8885 w 2017827"/>
                <a:gd name="connsiteY858" fmla="*/ 827497 h 1505806"/>
                <a:gd name="connsiteX859" fmla="*/ 9524 w 2017827"/>
                <a:gd name="connsiteY859" fmla="*/ 830524 h 1505806"/>
                <a:gd name="connsiteX860" fmla="*/ 13866 w 2017827"/>
                <a:gd name="connsiteY860" fmla="*/ 836176 h 1505806"/>
                <a:gd name="connsiteX861" fmla="*/ 15044 w 2017827"/>
                <a:gd name="connsiteY861" fmla="*/ 839977 h 1505806"/>
                <a:gd name="connsiteX862" fmla="*/ 17231 w 2017827"/>
                <a:gd name="connsiteY862" fmla="*/ 844014 h 1505806"/>
                <a:gd name="connsiteX863" fmla="*/ 19856 w 2017827"/>
                <a:gd name="connsiteY863" fmla="*/ 847378 h 1505806"/>
                <a:gd name="connsiteX864" fmla="*/ 20395 w 2017827"/>
                <a:gd name="connsiteY864" fmla="*/ 848152 h 1505806"/>
                <a:gd name="connsiteX865" fmla="*/ 23121 w 2017827"/>
                <a:gd name="connsiteY865" fmla="*/ 849026 h 1505806"/>
                <a:gd name="connsiteX866" fmla="*/ 26486 w 2017827"/>
                <a:gd name="connsiteY866" fmla="*/ 849228 h 1505806"/>
                <a:gd name="connsiteX867" fmla="*/ 29852 w 2017827"/>
                <a:gd name="connsiteY867" fmla="*/ 848690 h 1505806"/>
                <a:gd name="connsiteX868" fmla="*/ 32443 w 2017827"/>
                <a:gd name="connsiteY868" fmla="*/ 847378 h 1505806"/>
                <a:gd name="connsiteX869" fmla="*/ 32443 w 2017827"/>
                <a:gd name="connsiteY869" fmla="*/ 846941 h 1505806"/>
                <a:gd name="connsiteX870" fmla="*/ 34395 w 2017827"/>
                <a:gd name="connsiteY870" fmla="*/ 846167 h 1505806"/>
                <a:gd name="connsiteX871" fmla="*/ 35607 w 2017827"/>
                <a:gd name="connsiteY871" fmla="*/ 845292 h 1505806"/>
                <a:gd name="connsiteX872" fmla="*/ 37121 w 2017827"/>
                <a:gd name="connsiteY872" fmla="*/ 844216 h 1505806"/>
                <a:gd name="connsiteX873" fmla="*/ 39309 w 2017827"/>
                <a:gd name="connsiteY873" fmla="*/ 842803 h 1505806"/>
                <a:gd name="connsiteX874" fmla="*/ 41496 w 2017827"/>
                <a:gd name="connsiteY874" fmla="*/ 842366 h 1505806"/>
                <a:gd name="connsiteX875" fmla="*/ 44660 w 2017827"/>
                <a:gd name="connsiteY875" fmla="*/ 842029 h 1505806"/>
                <a:gd name="connsiteX876" fmla="*/ 47150 w 2017827"/>
                <a:gd name="connsiteY876" fmla="*/ 842029 h 1505806"/>
                <a:gd name="connsiteX877" fmla="*/ 50616 w 2017827"/>
                <a:gd name="connsiteY877" fmla="*/ 842029 h 1505806"/>
                <a:gd name="connsiteX878" fmla="*/ 53443 w 2017827"/>
                <a:gd name="connsiteY878" fmla="*/ 843711 h 1505806"/>
                <a:gd name="connsiteX879" fmla="*/ 54218 w 2017827"/>
                <a:gd name="connsiteY879" fmla="*/ 846705 h 1505806"/>
                <a:gd name="connsiteX880" fmla="*/ 59872 w 2017827"/>
                <a:gd name="connsiteY880" fmla="*/ 848993 h 1505806"/>
                <a:gd name="connsiteX881" fmla="*/ 62799 w 2017827"/>
                <a:gd name="connsiteY881" fmla="*/ 848993 h 1505806"/>
                <a:gd name="connsiteX882" fmla="*/ 64751 w 2017827"/>
                <a:gd name="connsiteY882" fmla="*/ 848993 h 1505806"/>
                <a:gd name="connsiteX883" fmla="*/ 66602 w 2017827"/>
                <a:gd name="connsiteY883" fmla="*/ 851549 h 1505806"/>
                <a:gd name="connsiteX884" fmla="*/ 68992 w 2017827"/>
                <a:gd name="connsiteY884" fmla="*/ 853870 h 1505806"/>
                <a:gd name="connsiteX885" fmla="*/ 72593 w 2017827"/>
                <a:gd name="connsiteY885" fmla="*/ 856158 h 1505806"/>
                <a:gd name="connsiteX886" fmla="*/ 76295 w 2017827"/>
                <a:gd name="connsiteY886" fmla="*/ 858109 h 1505806"/>
                <a:gd name="connsiteX887" fmla="*/ 81309 w 2017827"/>
                <a:gd name="connsiteY887" fmla="*/ 862011 h 1505806"/>
                <a:gd name="connsiteX888" fmla="*/ 84473 w 2017827"/>
                <a:gd name="connsiteY888" fmla="*/ 865712 h 1505806"/>
                <a:gd name="connsiteX889" fmla="*/ 86223 w 2017827"/>
                <a:gd name="connsiteY889" fmla="*/ 868638 h 1505806"/>
                <a:gd name="connsiteX890" fmla="*/ 86560 w 2017827"/>
                <a:gd name="connsiteY890" fmla="*/ 870690 h 1505806"/>
                <a:gd name="connsiteX891" fmla="*/ 86358 w 2017827"/>
                <a:gd name="connsiteY891" fmla="*/ 875904 h 1505806"/>
                <a:gd name="connsiteX892" fmla="*/ 86358 w 2017827"/>
                <a:gd name="connsiteY892" fmla="*/ 877956 h 1505806"/>
                <a:gd name="connsiteX893" fmla="*/ 86358 w 2017827"/>
                <a:gd name="connsiteY893" fmla="*/ 881085 h 1505806"/>
                <a:gd name="connsiteX894" fmla="*/ 86358 w 2017827"/>
                <a:gd name="connsiteY894" fmla="*/ 883910 h 1505806"/>
                <a:gd name="connsiteX895" fmla="*/ 86459 w 2017827"/>
                <a:gd name="connsiteY895" fmla="*/ 886938 h 1505806"/>
                <a:gd name="connsiteX896" fmla="*/ 85382 w 2017827"/>
                <a:gd name="connsiteY896" fmla="*/ 889125 h 1505806"/>
                <a:gd name="connsiteX897" fmla="*/ 83766 w 2017827"/>
                <a:gd name="connsiteY897" fmla="*/ 892152 h 1505806"/>
                <a:gd name="connsiteX898" fmla="*/ 82252 w 2017827"/>
                <a:gd name="connsiteY898" fmla="*/ 894204 h 1505806"/>
                <a:gd name="connsiteX899" fmla="*/ 81175 w 2017827"/>
                <a:gd name="connsiteY899" fmla="*/ 897232 h 1505806"/>
                <a:gd name="connsiteX900" fmla="*/ 80535 w 2017827"/>
                <a:gd name="connsiteY900" fmla="*/ 899519 h 1505806"/>
                <a:gd name="connsiteX901" fmla="*/ 80098 w 2017827"/>
                <a:gd name="connsiteY901" fmla="*/ 904296 h 1505806"/>
                <a:gd name="connsiteX902" fmla="*/ 79761 w 2017827"/>
                <a:gd name="connsiteY902" fmla="*/ 907122 h 1505806"/>
                <a:gd name="connsiteX903" fmla="*/ 79324 w 2017827"/>
                <a:gd name="connsiteY903" fmla="*/ 911125 h 1505806"/>
                <a:gd name="connsiteX904" fmla="*/ 78348 w 2017827"/>
                <a:gd name="connsiteY904" fmla="*/ 913951 h 1505806"/>
                <a:gd name="connsiteX905" fmla="*/ 77708 w 2017827"/>
                <a:gd name="connsiteY905" fmla="*/ 915801 h 1505806"/>
                <a:gd name="connsiteX906" fmla="*/ 77708 w 2017827"/>
                <a:gd name="connsiteY906" fmla="*/ 917853 h 1505806"/>
                <a:gd name="connsiteX907" fmla="*/ 77338 w 2017827"/>
                <a:gd name="connsiteY907" fmla="*/ 920578 h 1505806"/>
                <a:gd name="connsiteX908" fmla="*/ 76833 w 2017827"/>
                <a:gd name="connsiteY908" fmla="*/ 923504 h 1505806"/>
                <a:gd name="connsiteX909" fmla="*/ 76497 w 2017827"/>
                <a:gd name="connsiteY909" fmla="*/ 926330 h 1505806"/>
                <a:gd name="connsiteX910" fmla="*/ 75622 w 2017827"/>
                <a:gd name="connsiteY910" fmla="*/ 928517 h 1505806"/>
                <a:gd name="connsiteX911" fmla="*/ 75285 w 2017827"/>
                <a:gd name="connsiteY911" fmla="*/ 931342 h 1505806"/>
                <a:gd name="connsiteX912" fmla="*/ 75083 w 2017827"/>
                <a:gd name="connsiteY912" fmla="*/ 934505 h 1505806"/>
                <a:gd name="connsiteX913" fmla="*/ 75285 w 2017827"/>
                <a:gd name="connsiteY913" fmla="*/ 939382 h 1505806"/>
                <a:gd name="connsiteX914" fmla="*/ 75925 w 2017827"/>
                <a:gd name="connsiteY914" fmla="*/ 941872 h 1505806"/>
                <a:gd name="connsiteX915" fmla="*/ 75925 w 2017827"/>
                <a:gd name="connsiteY915" fmla="*/ 944596 h 1505806"/>
                <a:gd name="connsiteX916" fmla="*/ 80064 w 2017827"/>
                <a:gd name="connsiteY916" fmla="*/ 948297 h 1505806"/>
                <a:gd name="connsiteX917" fmla="*/ 82454 w 2017827"/>
                <a:gd name="connsiteY917" fmla="*/ 953074 h 1505806"/>
                <a:gd name="connsiteX918" fmla="*/ 82454 w 2017827"/>
                <a:gd name="connsiteY918" fmla="*/ 956236 h 1505806"/>
                <a:gd name="connsiteX919" fmla="*/ 82117 w 2017827"/>
                <a:gd name="connsiteY919" fmla="*/ 958086 h 1505806"/>
                <a:gd name="connsiteX920" fmla="*/ 80704 w 2017827"/>
                <a:gd name="connsiteY920" fmla="*/ 960138 h 1505806"/>
                <a:gd name="connsiteX921" fmla="*/ 78314 w 2017827"/>
                <a:gd name="connsiteY921" fmla="*/ 962089 h 1505806"/>
                <a:gd name="connsiteX922" fmla="*/ 77237 w 2017827"/>
                <a:gd name="connsiteY922" fmla="*/ 963065 h 1505806"/>
                <a:gd name="connsiteX923" fmla="*/ 75386 w 2017827"/>
                <a:gd name="connsiteY923" fmla="*/ 964578 h 1505806"/>
                <a:gd name="connsiteX924" fmla="*/ 73636 w 2017827"/>
                <a:gd name="connsiteY924" fmla="*/ 967202 h 1505806"/>
                <a:gd name="connsiteX925" fmla="*/ 72189 w 2017827"/>
                <a:gd name="connsiteY925" fmla="*/ 969389 h 1505806"/>
                <a:gd name="connsiteX926" fmla="*/ 70574 w 2017827"/>
                <a:gd name="connsiteY926" fmla="*/ 971239 h 1505806"/>
                <a:gd name="connsiteX927" fmla="*/ 69598 w 2017827"/>
                <a:gd name="connsiteY927" fmla="*/ 972450 h 1505806"/>
                <a:gd name="connsiteX928" fmla="*/ 69295 w 2017827"/>
                <a:gd name="connsiteY928" fmla="*/ 974939 h 1505806"/>
                <a:gd name="connsiteX929" fmla="*/ 69497 w 2017827"/>
                <a:gd name="connsiteY929" fmla="*/ 978404 h 1505806"/>
                <a:gd name="connsiteX930" fmla="*/ 70910 w 2017827"/>
                <a:gd name="connsiteY930" fmla="*/ 982407 h 1505806"/>
                <a:gd name="connsiteX931" fmla="*/ 72526 w 2017827"/>
                <a:gd name="connsiteY931" fmla="*/ 985132 h 1505806"/>
                <a:gd name="connsiteX932" fmla="*/ 72862 w 2017827"/>
                <a:gd name="connsiteY932" fmla="*/ 989270 h 1505806"/>
                <a:gd name="connsiteX933" fmla="*/ 74276 w 2017827"/>
                <a:gd name="connsiteY933" fmla="*/ 991658 h 1505806"/>
                <a:gd name="connsiteX934" fmla="*/ 74915 w 2017827"/>
                <a:gd name="connsiteY934" fmla="*/ 994585 h 1505806"/>
                <a:gd name="connsiteX935" fmla="*/ 75151 w 2017827"/>
                <a:gd name="connsiteY935" fmla="*/ 998184 h 1505806"/>
                <a:gd name="connsiteX936" fmla="*/ 75487 w 2017827"/>
                <a:gd name="connsiteY936" fmla="*/ 1003028 h 1505806"/>
                <a:gd name="connsiteX937" fmla="*/ 75050 w 2017827"/>
                <a:gd name="connsiteY937" fmla="*/ 1004912 h 1505806"/>
                <a:gd name="connsiteX938" fmla="*/ 72458 w 2017827"/>
                <a:gd name="connsiteY938" fmla="*/ 1007738 h 1505806"/>
                <a:gd name="connsiteX939" fmla="*/ 69732 w 2017827"/>
                <a:gd name="connsiteY939" fmla="*/ 1008814 h 1505806"/>
                <a:gd name="connsiteX940" fmla="*/ 67343 w 2017827"/>
                <a:gd name="connsiteY940" fmla="*/ 1010126 h 1505806"/>
                <a:gd name="connsiteX941" fmla="*/ 64617 w 2017827"/>
                <a:gd name="connsiteY941" fmla="*/ 1011102 h 1505806"/>
                <a:gd name="connsiteX942" fmla="*/ 61790 w 2017827"/>
                <a:gd name="connsiteY942" fmla="*/ 1011539 h 1505806"/>
                <a:gd name="connsiteX943" fmla="*/ 60477 w 2017827"/>
                <a:gd name="connsiteY943" fmla="*/ 1011977 h 1505806"/>
                <a:gd name="connsiteX944" fmla="*/ 57011 w 2017827"/>
                <a:gd name="connsiteY944" fmla="*/ 1012414 h 1505806"/>
                <a:gd name="connsiteX945" fmla="*/ 51996 w 2017827"/>
                <a:gd name="connsiteY945" fmla="*/ 1011977 h 1505806"/>
                <a:gd name="connsiteX946" fmla="*/ 48732 w 2017827"/>
                <a:gd name="connsiteY946" fmla="*/ 1011775 h 1505806"/>
                <a:gd name="connsiteX947" fmla="*/ 47217 w 2017827"/>
                <a:gd name="connsiteY947" fmla="*/ 1011438 h 1505806"/>
                <a:gd name="connsiteX948" fmla="*/ 43414 w 2017827"/>
                <a:gd name="connsiteY948" fmla="*/ 1010799 h 1505806"/>
                <a:gd name="connsiteX949" fmla="*/ 39712 w 2017827"/>
                <a:gd name="connsiteY949" fmla="*/ 1008512 h 1505806"/>
                <a:gd name="connsiteX950" fmla="*/ 37861 w 2017827"/>
                <a:gd name="connsiteY950" fmla="*/ 1006998 h 1505806"/>
                <a:gd name="connsiteX951" fmla="*/ 34698 w 2017827"/>
                <a:gd name="connsiteY951" fmla="*/ 1005148 h 1505806"/>
                <a:gd name="connsiteX952" fmla="*/ 31433 w 2017827"/>
                <a:gd name="connsiteY952" fmla="*/ 1003399 h 1505806"/>
                <a:gd name="connsiteX953" fmla="*/ 27630 w 2017827"/>
                <a:gd name="connsiteY953" fmla="*/ 1003399 h 1505806"/>
                <a:gd name="connsiteX954" fmla="*/ 23188 w 2017827"/>
                <a:gd name="connsiteY954" fmla="*/ 1004475 h 1505806"/>
                <a:gd name="connsiteX955" fmla="*/ 20899 w 2017827"/>
                <a:gd name="connsiteY955" fmla="*/ 1004475 h 1505806"/>
                <a:gd name="connsiteX956" fmla="*/ 19149 w 2017827"/>
                <a:gd name="connsiteY956" fmla="*/ 1005451 h 1505806"/>
                <a:gd name="connsiteX957" fmla="*/ 16962 w 2017827"/>
                <a:gd name="connsiteY957" fmla="*/ 1007402 h 1505806"/>
                <a:gd name="connsiteX958" fmla="*/ 13596 w 2017827"/>
                <a:gd name="connsiteY958" fmla="*/ 1009588 h 1505806"/>
                <a:gd name="connsiteX959" fmla="*/ 12520 w 2017827"/>
                <a:gd name="connsiteY959" fmla="*/ 1011640 h 1505806"/>
                <a:gd name="connsiteX960" fmla="*/ 12318 w 2017827"/>
                <a:gd name="connsiteY960" fmla="*/ 1015004 h 1505806"/>
                <a:gd name="connsiteX961" fmla="*/ 11745 w 2017827"/>
                <a:gd name="connsiteY961" fmla="*/ 1018805 h 1505806"/>
                <a:gd name="connsiteX962" fmla="*/ 11779 w 2017827"/>
                <a:gd name="connsiteY962" fmla="*/ 1023784 h 1505806"/>
                <a:gd name="connsiteX963" fmla="*/ 12755 w 2017827"/>
                <a:gd name="connsiteY963" fmla="*/ 1026173 h 1505806"/>
                <a:gd name="connsiteX964" fmla="*/ 17197 w 2017827"/>
                <a:gd name="connsiteY964" fmla="*/ 1027922 h 1505806"/>
                <a:gd name="connsiteX965" fmla="*/ 21101 w 2017827"/>
                <a:gd name="connsiteY965" fmla="*/ 1027922 h 1505806"/>
                <a:gd name="connsiteX966" fmla="*/ 25577 w 2017827"/>
                <a:gd name="connsiteY966" fmla="*/ 1026509 h 1505806"/>
                <a:gd name="connsiteX967" fmla="*/ 29380 w 2017827"/>
                <a:gd name="connsiteY967" fmla="*/ 1026173 h 1505806"/>
                <a:gd name="connsiteX968" fmla="*/ 33621 w 2017827"/>
                <a:gd name="connsiteY968" fmla="*/ 1029637 h 1505806"/>
                <a:gd name="connsiteX969" fmla="*/ 37525 w 2017827"/>
                <a:gd name="connsiteY969" fmla="*/ 1033338 h 1505806"/>
                <a:gd name="connsiteX970" fmla="*/ 40352 w 2017827"/>
                <a:gd name="connsiteY970" fmla="*/ 1042017 h 1505806"/>
                <a:gd name="connsiteX971" fmla="*/ 42842 w 2017827"/>
                <a:gd name="connsiteY971" fmla="*/ 1043632 h 1505806"/>
                <a:gd name="connsiteX972" fmla="*/ 49809 w 2017827"/>
                <a:gd name="connsiteY972" fmla="*/ 1044170 h 1505806"/>
                <a:gd name="connsiteX973" fmla="*/ 54689 w 2017827"/>
                <a:gd name="connsiteY973" fmla="*/ 1044170 h 1505806"/>
                <a:gd name="connsiteX974" fmla="*/ 58054 w 2017827"/>
                <a:gd name="connsiteY974" fmla="*/ 1044170 h 1505806"/>
                <a:gd name="connsiteX975" fmla="*/ 64886 w 2017827"/>
                <a:gd name="connsiteY975" fmla="*/ 1045784 h 1505806"/>
                <a:gd name="connsiteX976" fmla="*/ 68588 w 2017827"/>
                <a:gd name="connsiteY976" fmla="*/ 1047197 h 1505806"/>
                <a:gd name="connsiteX977" fmla="*/ 73704 w 2017827"/>
                <a:gd name="connsiteY977" fmla="*/ 1051335 h 1505806"/>
                <a:gd name="connsiteX978" fmla="*/ 73704 w 2017827"/>
                <a:gd name="connsiteY978" fmla="*/ 1053185 h 1505806"/>
                <a:gd name="connsiteX979" fmla="*/ 78482 w 2017827"/>
                <a:gd name="connsiteY979" fmla="*/ 1057525 h 1505806"/>
                <a:gd name="connsiteX980" fmla="*/ 81511 w 2017827"/>
                <a:gd name="connsiteY980" fmla="*/ 1060552 h 1505806"/>
                <a:gd name="connsiteX981" fmla="*/ 83564 w 2017827"/>
                <a:gd name="connsiteY981" fmla="*/ 1063277 h 1505806"/>
                <a:gd name="connsiteX982" fmla="*/ 85213 w 2017827"/>
                <a:gd name="connsiteY982" fmla="*/ 1065329 h 1505806"/>
                <a:gd name="connsiteX983" fmla="*/ 84776 w 2017827"/>
                <a:gd name="connsiteY983" fmla="*/ 1068693 h 1505806"/>
                <a:gd name="connsiteX984" fmla="*/ 83564 w 2017827"/>
                <a:gd name="connsiteY984" fmla="*/ 1074244 h 1505806"/>
                <a:gd name="connsiteX985" fmla="*/ 81949 w 2017827"/>
                <a:gd name="connsiteY985" fmla="*/ 1076195 h 1505806"/>
                <a:gd name="connsiteX986" fmla="*/ 79458 w 2017827"/>
                <a:gd name="connsiteY986" fmla="*/ 1077944 h 1505806"/>
                <a:gd name="connsiteX987" fmla="*/ 79458 w 2017827"/>
                <a:gd name="connsiteY987" fmla="*/ 1080972 h 1505806"/>
                <a:gd name="connsiteX988" fmla="*/ 81511 w 2017827"/>
                <a:gd name="connsiteY988" fmla="*/ 1083461 h 1505806"/>
                <a:gd name="connsiteX989" fmla="*/ 87805 w 2017827"/>
                <a:gd name="connsiteY989" fmla="*/ 1083461 h 1505806"/>
                <a:gd name="connsiteX990" fmla="*/ 94973 w 2017827"/>
                <a:gd name="connsiteY990" fmla="*/ 1085210 h 1505806"/>
                <a:gd name="connsiteX991" fmla="*/ 99012 w 2017827"/>
                <a:gd name="connsiteY991" fmla="*/ 1087397 h 1505806"/>
                <a:gd name="connsiteX992" fmla="*/ 103050 w 2017827"/>
                <a:gd name="connsiteY992" fmla="*/ 1090424 h 1505806"/>
                <a:gd name="connsiteX993" fmla="*/ 106517 w 2017827"/>
                <a:gd name="connsiteY993" fmla="*/ 1094326 h 1505806"/>
                <a:gd name="connsiteX994" fmla="*/ 109445 w 2017827"/>
                <a:gd name="connsiteY994" fmla="*/ 1097791 h 1505806"/>
                <a:gd name="connsiteX995" fmla="*/ 110320 w 2017827"/>
                <a:gd name="connsiteY995" fmla="*/ 1102030 h 1505806"/>
                <a:gd name="connsiteX996" fmla="*/ 112171 w 2017827"/>
                <a:gd name="connsiteY996" fmla="*/ 1106706 h 1505806"/>
                <a:gd name="connsiteX997" fmla="*/ 114224 w 2017827"/>
                <a:gd name="connsiteY997" fmla="*/ 1111920 h 1505806"/>
                <a:gd name="connsiteX998" fmla="*/ 116849 w 2017827"/>
                <a:gd name="connsiteY998" fmla="*/ 1120734 h 1505806"/>
                <a:gd name="connsiteX999" fmla="*/ 117825 w 2017827"/>
                <a:gd name="connsiteY999" fmla="*/ 1127798 h 1505806"/>
                <a:gd name="connsiteX1000" fmla="*/ 117623 w 2017827"/>
                <a:gd name="connsiteY1000" fmla="*/ 1132137 h 1505806"/>
                <a:gd name="connsiteX1001" fmla="*/ 116411 w 2017827"/>
                <a:gd name="connsiteY1001" fmla="*/ 1137150 h 1505806"/>
                <a:gd name="connsiteX1002" fmla="*/ 115099 w 2017827"/>
                <a:gd name="connsiteY1002" fmla="*/ 1141287 h 1505806"/>
                <a:gd name="connsiteX1003" fmla="*/ 112272 w 2017827"/>
                <a:gd name="connsiteY1003" fmla="*/ 1145862 h 1505806"/>
                <a:gd name="connsiteX1004" fmla="*/ 111935 w 2017827"/>
                <a:gd name="connsiteY1004" fmla="*/ 1149025 h 1505806"/>
                <a:gd name="connsiteX1005" fmla="*/ 111296 w 2017827"/>
                <a:gd name="connsiteY1005" fmla="*/ 1154340 h 1505806"/>
                <a:gd name="connsiteX1006" fmla="*/ 109781 w 2017827"/>
                <a:gd name="connsiteY1006" fmla="*/ 1159217 h 1505806"/>
                <a:gd name="connsiteX1007" fmla="*/ 105877 w 2017827"/>
                <a:gd name="connsiteY1007" fmla="*/ 1162682 h 1505806"/>
                <a:gd name="connsiteX1008" fmla="*/ 99786 w 2017827"/>
                <a:gd name="connsiteY1008" fmla="*/ 1169511 h 1505806"/>
                <a:gd name="connsiteX1009" fmla="*/ 99786 w 2017827"/>
                <a:gd name="connsiteY1009" fmla="*/ 1171260 h 1505806"/>
                <a:gd name="connsiteX1010" fmla="*/ 99786 w 2017827"/>
                <a:gd name="connsiteY1010" fmla="*/ 1175163 h 1505806"/>
                <a:gd name="connsiteX1011" fmla="*/ 101469 w 2017827"/>
                <a:gd name="connsiteY1011" fmla="*/ 1177786 h 1505806"/>
                <a:gd name="connsiteX1012" fmla="*/ 105339 w 2017827"/>
                <a:gd name="connsiteY1012" fmla="*/ 1179973 h 1505806"/>
                <a:gd name="connsiteX1013" fmla="*/ 110454 w 2017827"/>
                <a:gd name="connsiteY1013" fmla="*/ 1183438 h 1505806"/>
                <a:gd name="connsiteX1014" fmla="*/ 113382 w 2017827"/>
                <a:gd name="connsiteY1014" fmla="*/ 1187340 h 1505806"/>
                <a:gd name="connsiteX1015" fmla="*/ 113180 w 2017827"/>
                <a:gd name="connsiteY1015" fmla="*/ 1191242 h 1505806"/>
                <a:gd name="connsiteX1016" fmla="*/ 112305 w 2017827"/>
                <a:gd name="connsiteY1016" fmla="*/ 1195918 h 1505806"/>
                <a:gd name="connsiteX1017" fmla="*/ 112945 w 2017827"/>
                <a:gd name="connsiteY1017" fmla="*/ 1199820 h 1505806"/>
                <a:gd name="connsiteX1018" fmla="*/ 113921 w 2017827"/>
                <a:gd name="connsiteY1018" fmla="*/ 1202108 h 1505806"/>
                <a:gd name="connsiteX1019" fmla="*/ 114560 w 2017827"/>
                <a:gd name="connsiteY1019" fmla="*/ 1205135 h 1505806"/>
                <a:gd name="connsiteX1020" fmla="*/ 119238 w 2017827"/>
                <a:gd name="connsiteY1020" fmla="*/ 1205135 h 1505806"/>
                <a:gd name="connsiteX1021" fmla="*/ 124354 w 2017827"/>
                <a:gd name="connsiteY1021" fmla="*/ 1205405 h 1505806"/>
                <a:gd name="connsiteX1022" fmla="*/ 128258 w 2017827"/>
                <a:gd name="connsiteY1022" fmla="*/ 1205775 h 1505806"/>
                <a:gd name="connsiteX1023" fmla="*/ 131421 w 2017827"/>
                <a:gd name="connsiteY1023" fmla="*/ 1207288 h 1505806"/>
                <a:gd name="connsiteX1024" fmla="*/ 134787 w 2017827"/>
                <a:gd name="connsiteY1024" fmla="*/ 1208701 h 1505806"/>
                <a:gd name="connsiteX1025" fmla="*/ 136301 w 2017827"/>
                <a:gd name="connsiteY1025" fmla="*/ 1207625 h 1505806"/>
                <a:gd name="connsiteX1026" fmla="*/ 140642 w 2017827"/>
                <a:gd name="connsiteY1026" fmla="*/ 1205135 h 1505806"/>
                <a:gd name="connsiteX1027" fmla="*/ 145859 w 2017827"/>
                <a:gd name="connsiteY1027" fmla="*/ 1205135 h 1505806"/>
                <a:gd name="connsiteX1028" fmla="*/ 149325 w 2017827"/>
                <a:gd name="connsiteY1028" fmla="*/ 1205135 h 1505806"/>
                <a:gd name="connsiteX1029" fmla="*/ 151917 w 2017827"/>
                <a:gd name="connsiteY1029" fmla="*/ 1207154 h 1505806"/>
                <a:gd name="connsiteX1030" fmla="*/ 152354 w 2017827"/>
                <a:gd name="connsiteY1030" fmla="*/ 1210450 h 1505806"/>
                <a:gd name="connsiteX1031" fmla="*/ 151917 w 2017827"/>
                <a:gd name="connsiteY1031" fmla="*/ 1214050 h 1505806"/>
                <a:gd name="connsiteX1032" fmla="*/ 151479 w 2017827"/>
                <a:gd name="connsiteY1032" fmla="*/ 1218625 h 1505806"/>
                <a:gd name="connsiteX1033" fmla="*/ 150941 w 2017827"/>
                <a:gd name="connsiteY1033" fmla="*/ 1224276 h 1505806"/>
                <a:gd name="connsiteX1034" fmla="*/ 151479 w 2017827"/>
                <a:gd name="connsiteY1034" fmla="*/ 1228717 h 1505806"/>
                <a:gd name="connsiteX1035" fmla="*/ 154946 w 2017827"/>
                <a:gd name="connsiteY1035" fmla="*/ 1233494 h 1505806"/>
                <a:gd name="connsiteX1036" fmla="*/ 162653 w 2017827"/>
                <a:gd name="connsiteY1036" fmla="*/ 1240020 h 1505806"/>
                <a:gd name="connsiteX1037" fmla="*/ 169821 w 2017827"/>
                <a:gd name="connsiteY1037" fmla="*/ 1246647 h 1505806"/>
                <a:gd name="connsiteX1038" fmla="*/ 177864 w 2017827"/>
                <a:gd name="connsiteY1038" fmla="*/ 1251659 h 1505806"/>
                <a:gd name="connsiteX1039" fmla="*/ 190485 w 2017827"/>
                <a:gd name="connsiteY1039" fmla="*/ 1259060 h 1505806"/>
                <a:gd name="connsiteX1040" fmla="*/ 198528 w 2017827"/>
                <a:gd name="connsiteY1040" fmla="*/ 1266561 h 1505806"/>
                <a:gd name="connsiteX1041" fmla="*/ 208322 w 2017827"/>
                <a:gd name="connsiteY1041" fmla="*/ 1271675 h 1505806"/>
                <a:gd name="connsiteX1042" fmla="*/ 215288 w 2017827"/>
                <a:gd name="connsiteY1042" fmla="*/ 1275039 h 1505806"/>
                <a:gd name="connsiteX1043" fmla="*/ 221716 w 2017827"/>
                <a:gd name="connsiteY1043" fmla="*/ 1278739 h 1505806"/>
                <a:gd name="connsiteX1044" fmla="*/ 226832 w 2017827"/>
                <a:gd name="connsiteY1044" fmla="*/ 1282002 h 1505806"/>
                <a:gd name="connsiteX1045" fmla="*/ 230635 w 2017827"/>
                <a:gd name="connsiteY1045" fmla="*/ 1283280 h 1505806"/>
                <a:gd name="connsiteX1046" fmla="*/ 235649 w 2017827"/>
                <a:gd name="connsiteY1046" fmla="*/ 1283314 h 1505806"/>
                <a:gd name="connsiteX1047" fmla="*/ 239553 w 2017827"/>
                <a:gd name="connsiteY1047" fmla="*/ 1283314 h 1505806"/>
                <a:gd name="connsiteX1048" fmla="*/ 243895 w 2017827"/>
                <a:gd name="connsiteY1048" fmla="*/ 1283314 h 1505806"/>
                <a:gd name="connsiteX1049" fmla="*/ 246823 w 2017827"/>
                <a:gd name="connsiteY1049" fmla="*/ 1284727 h 1505806"/>
                <a:gd name="connsiteX1050" fmla="*/ 249010 w 2017827"/>
                <a:gd name="connsiteY1050" fmla="*/ 1287452 h 1505806"/>
                <a:gd name="connsiteX1051" fmla="*/ 249650 w 2017827"/>
                <a:gd name="connsiteY1051" fmla="*/ 1288629 h 1505806"/>
                <a:gd name="connsiteX1052" fmla="*/ 253688 w 2017827"/>
                <a:gd name="connsiteY1052" fmla="*/ 1288629 h 1505806"/>
                <a:gd name="connsiteX1053" fmla="*/ 257390 w 2017827"/>
                <a:gd name="connsiteY1053" fmla="*/ 1288629 h 1505806"/>
                <a:gd name="connsiteX1054" fmla="*/ 261530 w 2017827"/>
                <a:gd name="connsiteY1054" fmla="*/ 1290277 h 1505806"/>
                <a:gd name="connsiteX1055" fmla="*/ 269371 w 2017827"/>
                <a:gd name="connsiteY1055" fmla="*/ 1295592 h 1505806"/>
                <a:gd name="connsiteX1056" fmla="*/ 270516 w 2017827"/>
                <a:gd name="connsiteY1056" fmla="*/ 1295592 h 1505806"/>
                <a:gd name="connsiteX1057" fmla="*/ 268496 w 2017827"/>
                <a:gd name="connsiteY1057" fmla="*/ 1299797 h 1505806"/>
                <a:gd name="connsiteX1058" fmla="*/ 266746 w 2017827"/>
                <a:gd name="connsiteY1058" fmla="*/ 1301378 h 1505806"/>
                <a:gd name="connsiteX1059" fmla="*/ 262674 w 2017827"/>
                <a:gd name="connsiteY1059" fmla="*/ 1305449 h 1505806"/>
                <a:gd name="connsiteX1060" fmla="*/ 259477 w 2017827"/>
                <a:gd name="connsiteY1060" fmla="*/ 1305449 h 1505806"/>
                <a:gd name="connsiteX1061" fmla="*/ 257155 w 2017827"/>
                <a:gd name="connsiteY1061" fmla="*/ 1309486 h 1505806"/>
                <a:gd name="connsiteX1062" fmla="*/ 254530 w 2017827"/>
                <a:gd name="connsiteY1062" fmla="*/ 1312109 h 1505806"/>
                <a:gd name="connsiteX1063" fmla="*/ 254530 w 2017827"/>
                <a:gd name="connsiteY1063" fmla="*/ 1315574 h 1505806"/>
                <a:gd name="connsiteX1064" fmla="*/ 254530 w 2017827"/>
                <a:gd name="connsiteY1064" fmla="*/ 1320789 h 1505806"/>
                <a:gd name="connsiteX1065" fmla="*/ 254530 w 2017827"/>
                <a:gd name="connsiteY1065" fmla="*/ 1323984 h 1505806"/>
                <a:gd name="connsiteX1066" fmla="*/ 257458 w 2017827"/>
                <a:gd name="connsiteY1066" fmla="*/ 1328896 h 1505806"/>
                <a:gd name="connsiteX1067" fmla="*/ 259174 w 2017827"/>
                <a:gd name="connsiteY1067" fmla="*/ 1330645 h 1505806"/>
                <a:gd name="connsiteX1068" fmla="*/ 261799 w 2017827"/>
                <a:gd name="connsiteY1068" fmla="*/ 1336431 h 1505806"/>
                <a:gd name="connsiteX1069" fmla="*/ 261496 w 2017827"/>
                <a:gd name="connsiteY1069" fmla="*/ 1340501 h 1505806"/>
                <a:gd name="connsiteX1070" fmla="*/ 261799 w 2017827"/>
                <a:gd name="connsiteY1070" fmla="*/ 1343394 h 1505806"/>
                <a:gd name="connsiteX1071" fmla="*/ 262943 w 2017827"/>
                <a:gd name="connsiteY1071" fmla="*/ 1348911 h 1505806"/>
                <a:gd name="connsiteX1072" fmla="*/ 262371 w 2017827"/>
                <a:gd name="connsiteY1072" fmla="*/ 1352982 h 1505806"/>
                <a:gd name="connsiteX1073" fmla="*/ 262068 w 2017827"/>
                <a:gd name="connsiteY1073" fmla="*/ 1355471 h 1505806"/>
                <a:gd name="connsiteX1074" fmla="*/ 260049 w 2017827"/>
                <a:gd name="connsiteY1074" fmla="*/ 1357893 h 1505806"/>
                <a:gd name="connsiteX1075" fmla="*/ 257458 w 2017827"/>
                <a:gd name="connsiteY1075" fmla="*/ 1361358 h 1505806"/>
                <a:gd name="connsiteX1076" fmla="*/ 257458 w 2017827"/>
                <a:gd name="connsiteY1076" fmla="*/ 1363982 h 1505806"/>
                <a:gd name="connsiteX1077" fmla="*/ 260655 w 2017827"/>
                <a:gd name="connsiteY1077" fmla="*/ 1369499 h 1505806"/>
                <a:gd name="connsiteX1078" fmla="*/ 261799 w 2017827"/>
                <a:gd name="connsiteY1078" fmla="*/ 1372123 h 1505806"/>
                <a:gd name="connsiteX1079" fmla="*/ 265265 w 2017827"/>
                <a:gd name="connsiteY1079" fmla="*/ 1378480 h 1505806"/>
                <a:gd name="connsiteX1080" fmla="*/ 267285 w 2017827"/>
                <a:gd name="connsiteY1080" fmla="*/ 1382248 h 1505806"/>
                <a:gd name="connsiteX1081" fmla="*/ 273376 w 2017827"/>
                <a:gd name="connsiteY1081" fmla="*/ 1388606 h 1505806"/>
                <a:gd name="connsiteX1082" fmla="*/ 278896 w 2017827"/>
                <a:gd name="connsiteY1082" fmla="*/ 1391230 h 1505806"/>
                <a:gd name="connsiteX1083" fmla="*/ 284684 w 2017827"/>
                <a:gd name="connsiteY1083" fmla="*/ 1394426 h 1505806"/>
                <a:gd name="connsiteX1084" fmla="*/ 293670 w 2017827"/>
                <a:gd name="connsiteY1084" fmla="*/ 1402533 h 1505806"/>
                <a:gd name="connsiteX1085" fmla="*/ 301209 w 2017827"/>
                <a:gd name="connsiteY1085" fmla="*/ 1408050 h 1505806"/>
                <a:gd name="connsiteX1086" fmla="*/ 304675 w 2017827"/>
                <a:gd name="connsiteY1086" fmla="*/ 1411515 h 1505806"/>
                <a:gd name="connsiteX1087" fmla="*/ 308141 w 2017827"/>
                <a:gd name="connsiteY1087" fmla="*/ 1416426 h 1505806"/>
                <a:gd name="connsiteX1088" fmla="*/ 313930 w 2017827"/>
                <a:gd name="connsiteY1088" fmla="*/ 1421943 h 1505806"/>
                <a:gd name="connsiteX1089" fmla="*/ 317127 w 2017827"/>
                <a:gd name="connsiteY1089" fmla="*/ 1425139 h 1505806"/>
                <a:gd name="connsiteX1090" fmla="*/ 317127 w 2017827"/>
                <a:gd name="connsiteY1090" fmla="*/ 1428604 h 1505806"/>
                <a:gd name="connsiteX1091" fmla="*/ 317800 w 2017827"/>
                <a:gd name="connsiteY1091" fmla="*/ 1429310 h 1505806"/>
                <a:gd name="connsiteX1092" fmla="*/ 317868 w 2017827"/>
                <a:gd name="connsiteY1092" fmla="*/ 1428705 h 1505806"/>
                <a:gd name="connsiteX1093" fmla="*/ 322882 w 2017827"/>
                <a:gd name="connsiteY1093" fmla="*/ 1428805 h 1505806"/>
                <a:gd name="connsiteX1094" fmla="*/ 327998 w 2017827"/>
                <a:gd name="connsiteY1094" fmla="*/ 1427729 h 1505806"/>
                <a:gd name="connsiteX1095" fmla="*/ 334964 w 2017827"/>
                <a:gd name="connsiteY1095" fmla="*/ 1427527 h 1505806"/>
                <a:gd name="connsiteX1096" fmla="*/ 339003 w 2017827"/>
                <a:gd name="connsiteY1096" fmla="*/ 1427426 h 1505806"/>
                <a:gd name="connsiteX1097" fmla="*/ 344219 w 2017827"/>
                <a:gd name="connsiteY1097" fmla="*/ 1427763 h 1505806"/>
                <a:gd name="connsiteX1098" fmla="*/ 347585 w 2017827"/>
                <a:gd name="connsiteY1098" fmla="*/ 1426249 h 1505806"/>
                <a:gd name="connsiteX1099" fmla="*/ 350412 w 2017827"/>
                <a:gd name="connsiteY1099" fmla="*/ 1424197 h 1505806"/>
                <a:gd name="connsiteX1100" fmla="*/ 355291 w 2017827"/>
                <a:gd name="connsiteY1100" fmla="*/ 1421472 h 1505806"/>
                <a:gd name="connsiteX1101" fmla="*/ 359734 w 2017827"/>
                <a:gd name="connsiteY1101" fmla="*/ 1417334 h 1505806"/>
                <a:gd name="connsiteX1102" fmla="*/ 362998 w 2017827"/>
                <a:gd name="connsiteY1102" fmla="*/ 1417334 h 1505806"/>
                <a:gd name="connsiteX1103" fmla="*/ 367676 w 2017827"/>
                <a:gd name="connsiteY1103" fmla="*/ 1416460 h 1505806"/>
                <a:gd name="connsiteX1104" fmla="*/ 371277 w 2017827"/>
                <a:gd name="connsiteY1104" fmla="*/ 1417334 h 1505806"/>
                <a:gd name="connsiteX1105" fmla="*/ 375518 w 2017827"/>
                <a:gd name="connsiteY1105" fmla="*/ 1417435 h 1505806"/>
                <a:gd name="connsiteX1106" fmla="*/ 388239 w 2017827"/>
                <a:gd name="connsiteY1106" fmla="*/ 1416729 h 1505806"/>
                <a:gd name="connsiteX1107" fmla="*/ 394331 w 2017827"/>
                <a:gd name="connsiteY1107" fmla="*/ 1416729 h 1505806"/>
                <a:gd name="connsiteX1108" fmla="*/ 397797 w 2017827"/>
                <a:gd name="connsiteY1108" fmla="*/ 1411885 h 1505806"/>
                <a:gd name="connsiteX1109" fmla="*/ 400961 w 2017827"/>
                <a:gd name="connsiteY1109" fmla="*/ 1408723 h 1505806"/>
                <a:gd name="connsiteX1110" fmla="*/ 404966 w 2017827"/>
                <a:gd name="connsiteY1110" fmla="*/ 1405123 h 1505806"/>
                <a:gd name="connsiteX1111" fmla="*/ 409745 w 2017827"/>
                <a:gd name="connsiteY1111" fmla="*/ 1405123 h 1505806"/>
                <a:gd name="connsiteX1112" fmla="*/ 413110 w 2017827"/>
                <a:gd name="connsiteY1112" fmla="*/ 1404417 h 1505806"/>
                <a:gd name="connsiteX1113" fmla="*/ 421052 w 2017827"/>
                <a:gd name="connsiteY1113" fmla="*/ 1404047 h 1505806"/>
                <a:gd name="connsiteX1114" fmla="*/ 425394 w 2017827"/>
                <a:gd name="connsiteY1114" fmla="*/ 1400683 h 1505806"/>
                <a:gd name="connsiteX1115" fmla="*/ 427245 w 2017827"/>
                <a:gd name="connsiteY1115" fmla="*/ 1398059 h 1505806"/>
                <a:gd name="connsiteX1116" fmla="*/ 431485 w 2017827"/>
                <a:gd name="connsiteY1116" fmla="*/ 1393719 h 1505806"/>
                <a:gd name="connsiteX1117" fmla="*/ 434312 w 2017827"/>
                <a:gd name="connsiteY1117" fmla="*/ 1392407 h 1505806"/>
                <a:gd name="connsiteX1118" fmla="*/ 439192 w 2017827"/>
                <a:gd name="connsiteY1118" fmla="*/ 1389783 h 1505806"/>
                <a:gd name="connsiteX1119" fmla="*/ 440505 w 2017827"/>
                <a:gd name="connsiteY1119" fmla="*/ 1386083 h 1505806"/>
                <a:gd name="connsiteX1120" fmla="*/ 442356 w 2017827"/>
                <a:gd name="connsiteY1120" fmla="*/ 1384670 h 1505806"/>
                <a:gd name="connsiteX1121" fmla="*/ 444981 w 2017827"/>
                <a:gd name="connsiteY1121" fmla="*/ 1383594 h 1505806"/>
                <a:gd name="connsiteX1122" fmla="*/ 448885 w 2017827"/>
                <a:gd name="connsiteY1122" fmla="*/ 1381643 h 1505806"/>
                <a:gd name="connsiteX1123" fmla="*/ 450938 w 2017827"/>
                <a:gd name="connsiteY1123" fmla="*/ 1380432 h 1505806"/>
                <a:gd name="connsiteX1124" fmla="*/ 454539 w 2017827"/>
                <a:gd name="connsiteY1124" fmla="*/ 1377606 h 1505806"/>
                <a:gd name="connsiteX1125" fmla="*/ 455313 w 2017827"/>
                <a:gd name="connsiteY1125" fmla="*/ 1376395 h 1505806"/>
                <a:gd name="connsiteX1126" fmla="*/ 455649 w 2017827"/>
                <a:gd name="connsiteY1126" fmla="*/ 1374208 h 1505806"/>
                <a:gd name="connsiteX1127" fmla="*/ 454539 w 2017827"/>
                <a:gd name="connsiteY1127" fmla="*/ 1371181 h 1505806"/>
                <a:gd name="connsiteX1128" fmla="*/ 454539 w 2017827"/>
                <a:gd name="connsiteY1128" fmla="*/ 1367379 h 1505806"/>
                <a:gd name="connsiteX1129" fmla="*/ 454976 w 2017827"/>
                <a:gd name="connsiteY1129" fmla="*/ 1364991 h 1505806"/>
                <a:gd name="connsiteX1130" fmla="*/ 457029 w 2017827"/>
                <a:gd name="connsiteY1130" fmla="*/ 1361963 h 1505806"/>
                <a:gd name="connsiteX1131" fmla="*/ 459520 w 2017827"/>
                <a:gd name="connsiteY1131" fmla="*/ 1360450 h 1505806"/>
                <a:gd name="connsiteX1132" fmla="*/ 463121 w 2017827"/>
                <a:gd name="connsiteY1132" fmla="*/ 1359676 h 1505806"/>
                <a:gd name="connsiteX1133" fmla="*/ 466486 w 2017827"/>
                <a:gd name="connsiteY1133" fmla="*/ 1358599 h 1505806"/>
                <a:gd name="connsiteX1134" fmla="*/ 470525 w 2017827"/>
                <a:gd name="connsiteY1134" fmla="*/ 1357086 h 1505806"/>
                <a:gd name="connsiteX1135" fmla="*/ 473554 w 2017827"/>
                <a:gd name="connsiteY1135" fmla="*/ 1356547 h 1505806"/>
                <a:gd name="connsiteX1136" fmla="*/ 476717 w 2017827"/>
                <a:gd name="connsiteY1136" fmla="*/ 1355673 h 1505806"/>
                <a:gd name="connsiteX1137" fmla="*/ 479746 w 2017827"/>
                <a:gd name="connsiteY1137" fmla="*/ 1356446 h 1505806"/>
                <a:gd name="connsiteX1138" fmla="*/ 482136 w 2017827"/>
                <a:gd name="connsiteY1138" fmla="*/ 1356446 h 1505806"/>
                <a:gd name="connsiteX1139" fmla="*/ 484963 w 2017827"/>
                <a:gd name="connsiteY1139" fmla="*/ 1357052 h 1505806"/>
                <a:gd name="connsiteX1140" fmla="*/ 485737 w 2017827"/>
                <a:gd name="connsiteY1140" fmla="*/ 1358734 h 1505806"/>
                <a:gd name="connsiteX1141" fmla="*/ 486275 w 2017827"/>
                <a:gd name="connsiteY1141" fmla="*/ 1360786 h 1505806"/>
                <a:gd name="connsiteX1142" fmla="*/ 489001 w 2017827"/>
                <a:gd name="connsiteY1142" fmla="*/ 1363612 h 1505806"/>
                <a:gd name="connsiteX1143" fmla="*/ 492602 w 2017827"/>
                <a:gd name="connsiteY1143" fmla="*/ 1365899 h 1505806"/>
                <a:gd name="connsiteX1144" fmla="*/ 496843 w 2017827"/>
                <a:gd name="connsiteY1144" fmla="*/ 1369162 h 1505806"/>
                <a:gd name="connsiteX1145" fmla="*/ 501184 w 2017827"/>
                <a:gd name="connsiteY1145" fmla="*/ 1372762 h 1505806"/>
                <a:gd name="connsiteX1146" fmla="*/ 506300 w 2017827"/>
                <a:gd name="connsiteY1146" fmla="*/ 1376126 h 1505806"/>
                <a:gd name="connsiteX1147" fmla="*/ 509328 w 2017827"/>
                <a:gd name="connsiteY1147" fmla="*/ 1379052 h 1505806"/>
                <a:gd name="connsiteX1148" fmla="*/ 516295 w 2017827"/>
                <a:gd name="connsiteY1148" fmla="*/ 1384267 h 1505806"/>
                <a:gd name="connsiteX1149" fmla="*/ 518482 w 2017827"/>
                <a:gd name="connsiteY1149" fmla="*/ 1384267 h 1505806"/>
                <a:gd name="connsiteX1150" fmla="*/ 521747 w 2017827"/>
                <a:gd name="connsiteY1150" fmla="*/ 1383728 h 1505806"/>
                <a:gd name="connsiteX1151" fmla="*/ 522959 w 2017827"/>
                <a:gd name="connsiteY1151" fmla="*/ 1383089 h 1505806"/>
                <a:gd name="connsiteX1152" fmla="*/ 525887 w 2017827"/>
                <a:gd name="connsiteY1152" fmla="*/ 1382114 h 1505806"/>
                <a:gd name="connsiteX1153" fmla="*/ 526526 w 2017827"/>
                <a:gd name="connsiteY1153" fmla="*/ 1381340 h 1505806"/>
                <a:gd name="connsiteX1154" fmla="*/ 525853 w 2017827"/>
                <a:gd name="connsiteY1154" fmla="*/ 1378178 h 1505806"/>
                <a:gd name="connsiteX1155" fmla="*/ 525853 w 2017827"/>
                <a:gd name="connsiteY1155" fmla="*/ 1376866 h 1505806"/>
                <a:gd name="connsiteX1156" fmla="*/ 526728 w 2017827"/>
                <a:gd name="connsiteY1156" fmla="*/ 1375016 h 1505806"/>
                <a:gd name="connsiteX1157" fmla="*/ 529353 w 2017827"/>
                <a:gd name="connsiteY1157" fmla="*/ 1374780 h 1505806"/>
                <a:gd name="connsiteX1158" fmla="*/ 532516 w 2017827"/>
                <a:gd name="connsiteY1158" fmla="*/ 1377269 h 1505806"/>
                <a:gd name="connsiteX1159" fmla="*/ 535680 w 2017827"/>
                <a:gd name="connsiteY1159" fmla="*/ 1379994 h 1505806"/>
                <a:gd name="connsiteX1160" fmla="*/ 536319 w 2017827"/>
                <a:gd name="connsiteY1160" fmla="*/ 1381306 h 1505806"/>
                <a:gd name="connsiteX1161" fmla="*/ 542949 w 2017827"/>
                <a:gd name="connsiteY1161" fmla="*/ 1384468 h 1505806"/>
                <a:gd name="connsiteX1162" fmla="*/ 547964 w 2017827"/>
                <a:gd name="connsiteY1162" fmla="*/ 1385982 h 1505806"/>
                <a:gd name="connsiteX1163" fmla="*/ 551127 w 2017827"/>
                <a:gd name="connsiteY1163" fmla="*/ 1386318 h 1505806"/>
                <a:gd name="connsiteX1164" fmla="*/ 557757 w 2017827"/>
                <a:gd name="connsiteY1164" fmla="*/ 1388370 h 1505806"/>
                <a:gd name="connsiteX1165" fmla="*/ 561661 w 2017827"/>
                <a:gd name="connsiteY1165" fmla="*/ 1390658 h 1505806"/>
                <a:gd name="connsiteX1166" fmla="*/ 564387 w 2017827"/>
                <a:gd name="connsiteY1166" fmla="*/ 1394358 h 1505806"/>
                <a:gd name="connsiteX1167" fmla="*/ 565902 w 2017827"/>
                <a:gd name="connsiteY1167" fmla="*/ 1397285 h 1505806"/>
                <a:gd name="connsiteX1168" fmla="*/ 565902 w 2017827"/>
                <a:gd name="connsiteY1168" fmla="*/ 1401322 h 1505806"/>
                <a:gd name="connsiteX1169" fmla="*/ 571320 w 2017827"/>
                <a:gd name="connsiteY1169" fmla="*/ 1404147 h 1505806"/>
                <a:gd name="connsiteX1170" fmla="*/ 579027 w 2017827"/>
                <a:gd name="connsiteY1170" fmla="*/ 1404686 h 1505806"/>
                <a:gd name="connsiteX1171" fmla="*/ 583167 w 2017827"/>
                <a:gd name="connsiteY1171" fmla="*/ 1406872 h 1505806"/>
                <a:gd name="connsiteX1172" fmla="*/ 587609 w 2017827"/>
                <a:gd name="connsiteY1172" fmla="*/ 1406771 h 1505806"/>
                <a:gd name="connsiteX1173" fmla="*/ 591614 w 2017827"/>
                <a:gd name="connsiteY1173" fmla="*/ 1406670 h 1505806"/>
                <a:gd name="connsiteX1174" fmla="*/ 595854 w 2017827"/>
                <a:gd name="connsiteY1174" fmla="*/ 1406435 h 1505806"/>
                <a:gd name="connsiteX1175" fmla="*/ 599859 w 2017827"/>
                <a:gd name="connsiteY1175" fmla="*/ 1405998 h 1505806"/>
                <a:gd name="connsiteX1176" fmla="*/ 605951 w 2017827"/>
                <a:gd name="connsiteY1176" fmla="*/ 1405796 h 1505806"/>
                <a:gd name="connsiteX1177" fmla="*/ 610528 w 2017827"/>
                <a:gd name="connsiteY1177" fmla="*/ 1404484 h 1505806"/>
                <a:gd name="connsiteX1178" fmla="*/ 613018 w 2017827"/>
                <a:gd name="connsiteY1178" fmla="*/ 1403172 h 1505806"/>
                <a:gd name="connsiteX1179" fmla="*/ 614331 w 2017827"/>
                <a:gd name="connsiteY1179" fmla="*/ 1400884 h 1505806"/>
                <a:gd name="connsiteX1180" fmla="*/ 616821 w 2017827"/>
                <a:gd name="connsiteY1180" fmla="*/ 1397521 h 1505806"/>
                <a:gd name="connsiteX1181" fmla="*/ 618874 w 2017827"/>
                <a:gd name="connsiteY1181" fmla="*/ 1395233 h 1505806"/>
                <a:gd name="connsiteX1182" fmla="*/ 623451 w 2017827"/>
                <a:gd name="connsiteY1182" fmla="*/ 1393383 h 1505806"/>
                <a:gd name="connsiteX1183" fmla="*/ 625201 w 2017827"/>
                <a:gd name="connsiteY1183" fmla="*/ 1391533 h 1505806"/>
                <a:gd name="connsiteX1184" fmla="*/ 628028 w 2017827"/>
                <a:gd name="connsiteY1184" fmla="*/ 1391095 h 1505806"/>
                <a:gd name="connsiteX1185" fmla="*/ 632471 w 2017827"/>
                <a:gd name="connsiteY1185" fmla="*/ 1390322 h 1505806"/>
                <a:gd name="connsiteX1186" fmla="*/ 635197 w 2017827"/>
                <a:gd name="connsiteY1186" fmla="*/ 1389548 h 1505806"/>
                <a:gd name="connsiteX1187" fmla="*/ 637048 w 2017827"/>
                <a:gd name="connsiteY1187" fmla="*/ 1388572 h 1505806"/>
                <a:gd name="connsiteX1188" fmla="*/ 638663 w 2017827"/>
                <a:gd name="connsiteY1188" fmla="*/ 1388135 h 1505806"/>
                <a:gd name="connsiteX1189" fmla="*/ 641591 w 2017827"/>
                <a:gd name="connsiteY1189" fmla="*/ 1386924 h 1505806"/>
                <a:gd name="connsiteX1190" fmla="*/ 643105 w 2017827"/>
                <a:gd name="connsiteY1190" fmla="*/ 1386049 h 1505806"/>
                <a:gd name="connsiteX1191" fmla="*/ 644081 w 2017827"/>
                <a:gd name="connsiteY1191" fmla="*/ 1384838 h 1505806"/>
                <a:gd name="connsiteX1192" fmla="*/ 646572 w 2017827"/>
                <a:gd name="connsiteY1192" fmla="*/ 1382652 h 1505806"/>
                <a:gd name="connsiteX1193" fmla="*/ 647346 w 2017827"/>
                <a:gd name="connsiteY1193" fmla="*/ 1381777 h 1505806"/>
                <a:gd name="connsiteX1194" fmla="*/ 647110 w 2017827"/>
                <a:gd name="connsiteY1194" fmla="*/ 1380701 h 1505806"/>
                <a:gd name="connsiteX1195" fmla="*/ 644081 w 2017827"/>
                <a:gd name="connsiteY1195" fmla="*/ 1378110 h 1505806"/>
                <a:gd name="connsiteX1196" fmla="*/ 644081 w 2017827"/>
                <a:gd name="connsiteY1196" fmla="*/ 1376698 h 1505806"/>
                <a:gd name="connsiteX1197" fmla="*/ 645932 w 2017827"/>
                <a:gd name="connsiteY1197" fmla="*/ 1374410 h 1505806"/>
                <a:gd name="connsiteX1198" fmla="*/ 649399 w 2017827"/>
                <a:gd name="connsiteY1198" fmla="*/ 1374511 h 1505806"/>
                <a:gd name="connsiteX1199" fmla="*/ 653875 w 2017827"/>
                <a:gd name="connsiteY1199" fmla="*/ 1374511 h 1505806"/>
                <a:gd name="connsiteX1200" fmla="*/ 658654 w 2017827"/>
                <a:gd name="connsiteY1200" fmla="*/ 1374511 h 1505806"/>
                <a:gd name="connsiteX1201" fmla="*/ 663769 w 2017827"/>
                <a:gd name="connsiteY1201" fmla="*/ 1375049 h 1505806"/>
                <a:gd name="connsiteX1202" fmla="*/ 667471 w 2017827"/>
                <a:gd name="connsiteY1202" fmla="*/ 1376462 h 1505806"/>
                <a:gd name="connsiteX1203" fmla="*/ 669760 w 2017827"/>
                <a:gd name="connsiteY1203" fmla="*/ 1378211 h 1505806"/>
                <a:gd name="connsiteX1204" fmla="*/ 672587 w 2017827"/>
                <a:gd name="connsiteY1204" fmla="*/ 1380062 h 1505806"/>
                <a:gd name="connsiteX1205" fmla="*/ 673361 w 2017827"/>
                <a:gd name="connsiteY1205" fmla="*/ 1381138 h 1505806"/>
                <a:gd name="connsiteX1206" fmla="*/ 675986 w 2017827"/>
                <a:gd name="connsiteY1206" fmla="*/ 1384502 h 1505806"/>
                <a:gd name="connsiteX1207" fmla="*/ 679890 w 2017827"/>
                <a:gd name="connsiteY1207" fmla="*/ 1387126 h 1505806"/>
                <a:gd name="connsiteX1208" fmla="*/ 684568 w 2017827"/>
                <a:gd name="connsiteY1208" fmla="*/ 1388202 h 1505806"/>
                <a:gd name="connsiteX1209" fmla="*/ 687496 w 2017827"/>
                <a:gd name="connsiteY1209" fmla="*/ 1387866 h 1505806"/>
                <a:gd name="connsiteX1210" fmla="*/ 688472 w 2017827"/>
                <a:gd name="connsiteY1210" fmla="*/ 1386016 h 1505806"/>
                <a:gd name="connsiteX1211" fmla="*/ 689784 w 2017827"/>
                <a:gd name="connsiteY1211" fmla="*/ 1383829 h 1505806"/>
                <a:gd name="connsiteX1212" fmla="*/ 692275 w 2017827"/>
                <a:gd name="connsiteY1212" fmla="*/ 1382517 h 1505806"/>
                <a:gd name="connsiteX1213" fmla="*/ 695203 w 2017827"/>
                <a:gd name="connsiteY1213" fmla="*/ 1382517 h 1505806"/>
                <a:gd name="connsiteX1214" fmla="*/ 697794 w 2017827"/>
                <a:gd name="connsiteY1214" fmla="*/ 1383930 h 1505806"/>
                <a:gd name="connsiteX1215" fmla="*/ 702472 w 2017827"/>
                <a:gd name="connsiteY1215" fmla="*/ 1387529 h 1505806"/>
                <a:gd name="connsiteX1216" fmla="*/ 704862 w 2017827"/>
                <a:gd name="connsiteY1216" fmla="*/ 1389279 h 1505806"/>
                <a:gd name="connsiteX1217" fmla="*/ 705501 w 2017827"/>
                <a:gd name="connsiteY1217" fmla="*/ 1391465 h 1505806"/>
                <a:gd name="connsiteX1218" fmla="*/ 704963 w 2017827"/>
                <a:gd name="connsiteY1218" fmla="*/ 1395805 h 1505806"/>
                <a:gd name="connsiteX1219" fmla="*/ 704525 w 2017827"/>
                <a:gd name="connsiteY1219" fmla="*/ 1401120 h 1505806"/>
                <a:gd name="connsiteX1220" fmla="*/ 703213 w 2017827"/>
                <a:gd name="connsiteY1220" fmla="*/ 1404147 h 1505806"/>
                <a:gd name="connsiteX1221" fmla="*/ 703213 w 2017827"/>
                <a:gd name="connsiteY1221" fmla="*/ 1408184 h 1505806"/>
                <a:gd name="connsiteX1222" fmla="*/ 705501 w 2017827"/>
                <a:gd name="connsiteY1222" fmla="*/ 1411885 h 1505806"/>
                <a:gd name="connsiteX1223" fmla="*/ 706915 w 2017827"/>
                <a:gd name="connsiteY1223" fmla="*/ 1415686 h 1505806"/>
                <a:gd name="connsiteX1224" fmla="*/ 707554 w 2017827"/>
                <a:gd name="connsiteY1224" fmla="*/ 1418411 h 1505806"/>
                <a:gd name="connsiteX1225" fmla="*/ 709068 w 2017827"/>
                <a:gd name="connsiteY1225" fmla="*/ 1420261 h 1505806"/>
                <a:gd name="connsiteX1226" fmla="*/ 711256 w 2017827"/>
                <a:gd name="connsiteY1226" fmla="*/ 1421674 h 1505806"/>
                <a:gd name="connsiteX1227" fmla="*/ 713309 w 2017827"/>
                <a:gd name="connsiteY1227" fmla="*/ 1423524 h 1505806"/>
                <a:gd name="connsiteX1228" fmla="*/ 718525 w 2017827"/>
                <a:gd name="connsiteY1228" fmla="*/ 1425374 h 1505806"/>
                <a:gd name="connsiteX1229" fmla="*/ 722295 w 2017827"/>
                <a:gd name="connsiteY1229" fmla="*/ 1426787 h 1505806"/>
                <a:gd name="connsiteX1230" fmla="*/ 730439 w 2017827"/>
                <a:gd name="connsiteY1230" fmla="*/ 1427325 h 1505806"/>
                <a:gd name="connsiteX1231" fmla="*/ 734141 w 2017827"/>
                <a:gd name="connsiteY1231" fmla="*/ 1427426 h 1505806"/>
                <a:gd name="connsiteX1232" fmla="*/ 737069 w 2017827"/>
                <a:gd name="connsiteY1232" fmla="*/ 1427864 h 1505806"/>
                <a:gd name="connsiteX1233" fmla="*/ 741310 w 2017827"/>
                <a:gd name="connsiteY1233" fmla="*/ 1428637 h 1505806"/>
                <a:gd name="connsiteX1234" fmla="*/ 745011 w 2017827"/>
                <a:gd name="connsiteY1234" fmla="*/ 1431126 h 1505806"/>
                <a:gd name="connsiteX1235" fmla="*/ 746627 w 2017827"/>
                <a:gd name="connsiteY1235" fmla="*/ 1435466 h 1505806"/>
                <a:gd name="connsiteX1236" fmla="*/ 746627 w 2017827"/>
                <a:gd name="connsiteY1236" fmla="*/ 1438191 h 1505806"/>
                <a:gd name="connsiteX1237" fmla="*/ 753627 w 2017827"/>
                <a:gd name="connsiteY1237" fmla="*/ 1440142 h 1505806"/>
                <a:gd name="connsiteX1238" fmla="*/ 759113 w 2017827"/>
                <a:gd name="connsiteY1238" fmla="*/ 1440781 h 1505806"/>
                <a:gd name="connsiteX1239" fmla="*/ 768772 w 2017827"/>
                <a:gd name="connsiteY1239" fmla="*/ 1441319 h 1505806"/>
                <a:gd name="connsiteX1240" fmla="*/ 779205 w 2017827"/>
                <a:gd name="connsiteY1240" fmla="*/ 1441757 h 1505806"/>
                <a:gd name="connsiteX1241" fmla="*/ 783546 w 2017827"/>
                <a:gd name="connsiteY1241" fmla="*/ 1441521 h 1505806"/>
                <a:gd name="connsiteX1242" fmla="*/ 788224 w 2017827"/>
                <a:gd name="connsiteY1242" fmla="*/ 1441622 h 1505806"/>
                <a:gd name="connsiteX1243" fmla="*/ 793003 w 2017827"/>
                <a:gd name="connsiteY1243" fmla="*/ 1443035 h 1505806"/>
                <a:gd name="connsiteX1244" fmla="*/ 795931 w 2017827"/>
                <a:gd name="connsiteY1244" fmla="*/ 1444784 h 1505806"/>
                <a:gd name="connsiteX1245" fmla="*/ 798118 w 2017827"/>
                <a:gd name="connsiteY1245" fmla="*/ 1446533 h 1505806"/>
                <a:gd name="connsiteX1246" fmla="*/ 802460 w 2017827"/>
                <a:gd name="connsiteY1246" fmla="*/ 1448720 h 1505806"/>
                <a:gd name="connsiteX1247" fmla="*/ 805926 w 2017827"/>
                <a:gd name="connsiteY1247" fmla="*/ 1449494 h 1505806"/>
                <a:gd name="connsiteX1248" fmla="*/ 809965 w 2017827"/>
                <a:gd name="connsiteY1248" fmla="*/ 1449393 h 1505806"/>
                <a:gd name="connsiteX1249" fmla="*/ 813330 w 2017827"/>
                <a:gd name="connsiteY1249" fmla="*/ 1448955 h 1505806"/>
                <a:gd name="connsiteX1250" fmla="*/ 817907 w 2017827"/>
                <a:gd name="connsiteY1250" fmla="*/ 1448182 h 1505806"/>
                <a:gd name="connsiteX1251" fmla="*/ 821710 w 2017827"/>
                <a:gd name="connsiteY1251" fmla="*/ 1447744 h 1505806"/>
                <a:gd name="connsiteX1252" fmla="*/ 827129 w 2017827"/>
                <a:gd name="connsiteY1252" fmla="*/ 1446769 h 1505806"/>
                <a:gd name="connsiteX1253" fmla="*/ 832345 w 2017827"/>
                <a:gd name="connsiteY1253" fmla="*/ 1446769 h 1505806"/>
                <a:gd name="connsiteX1254" fmla="*/ 838100 w 2017827"/>
                <a:gd name="connsiteY1254" fmla="*/ 1447744 h 1505806"/>
                <a:gd name="connsiteX1255" fmla="*/ 841802 w 2017827"/>
                <a:gd name="connsiteY1255" fmla="*/ 1447408 h 1505806"/>
                <a:gd name="connsiteX1256" fmla="*/ 841802 w 2017827"/>
                <a:gd name="connsiteY1256" fmla="*/ 1445659 h 1505806"/>
                <a:gd name="connsiteX1257" fmla="*/ 839749 w 2017827"/>
                <a:gd name="connsiteY1257" fmla="*/ 1442631 h 1505806"/>
                <a:gd name="connsiteX1258" fmla="*/ 837562 w 2017827"/>
                <a:gd name="connsiteY1258" fmla="*/ 1440445 h 1505806"/>
                <a:gd name="connsiteX1259" fmla="*/ 839749 w 2017827"/>
                <a:gd name="connsiteY1259" fmla="*/ 1437518 h 1505806"/>
                <a:gd name="connsiteX1260" fmla="*/ 845067 w 2017827"/>
                <a:gd name="connsiteY1260" fmla="*/ 1437182 h 1505806"/>
                <a:gd name="connsiteX1261" fmla="*/ 852033 w 2017827"/>
                <a:gd name="connsiteY1261" fmla="*/ 1438157 h 1505806"/>
                <a:gd name="connsiteX1262" fmla="*/ 860952 w 2017827"/>
                <a:gd name="connsiteY1262" fmla="*/ 1439267 h 1505806"/>
                <a:gd name="connsiteX1263" fmla="*/ 870846 w 2017827"/>
                <a:gd name="connsiteY1263" fmla="*/ 1436542 h 1505806"/>
                <a:gd name="connsiteX1264" fmla="*/ 878788 w 2017827"/>
                <a:gd name="connsiteY1264" fmla="*/ 1436004 h 1505806"/>
                <a:gd name="connsiteX1265" fmla="*/ 886832 w 2017827"/>
                <a:gd name="connsiteY1265" fmla="*/ 1431866 h 1505806"/>
                <a:gd name="connsiteX1266" fmla="*/ 890433 w 2017827"/>
                <a:gd name="connsiteY1266" fmla="*/ 1431665 h 1505806"/>
                <a:gd name="connsiteX1267" fmla="*/ 897063 w 2017827"/>
                <a:gd name="connsiteY1267" fmla="*/ 1432001 h 1505806"/>
                <a:gd name="connsiteX1268" fmla="*/ 897938 w 2017827"/>
                <a:gd name="connsiteY1268" fmla="*/ 1432203 h 1505806"/>
                <a:gd name="connsiteX1269" fmla="*/ 902515 w 2017827"/>
                <a:gd name="connsiteY1269" fmla="*/ 1433279 h 1505806"/>
                <a:gd name="connsiteX1270" fmla="*/ 905880 w 2017827"/>
                <a:gd name="connsiteY1270" fmla="*/ 1432842 h 1505806"/>
                <a:gd name="connsiteX1271" fmla="*/ 907294 w 2017827"/>
                <a:gd name="connsiteY1271" fmla="*/ 1430218 h 1505806"/>
                <a:gd name="connsiteX1272" fmla="*/ 908068 w 2017827"/>
                <a:gd name="connsiteY1272" fmla="*/ 1426753 h 1505806"/>
                <a:gd name="connsiteX1273" fmla="*/ 909481 w 2017827"/>
                <a:gd name="connsiteY1273" fmla="*/ 1424163 h 1505806"/>
                <a:gd name="connsiteX1274" fmla="*/ 911433 w 2017827"/>
                <a:gd name="connsiteY1274" fmla="*/ 1422851 h 1505806"/>
                <a:gd name="connsiteX1275" fmla="*/ 916313 w 2017827"/>
                <a:gd name="connsiteY1275" fmla="*/ 1425677 h 1505806"/>
                <a:gd name="connsiteX1276" fmla="*/ 918063 w 2017827"/>
                <a:gd name="connsiteY1276" fmla="*/ 1428402 h 1505806"/>
                <a:gd name="connsiteX1277" fmla="*/ 920352 w 2017827"/>
                <a:gd name="connsiteY1277" fmla="*/ 1431866 h 1505806"/>
                <a:gd name="connsiteX1278" fmla="*/ 922539 w 2017827"/>
                <a:gd name="connsiteY1278" fmla="*/ 1434692 h 1505806"/>
                <a:gd name="connsiteX1279" fmla="*/ 925366 w 2017827"/>
                <a:gd name="connsiteY1279" fmla="*/ 1436879 h 1505806"/>
                <a:gd name="connsiteX1280" fmla="*/ 929405 w 2017827"/>
                <a:gd name="connsiteY1280" fmla="*/ 1440680 h 1505806"/>
                <a:gd name="connsiteX1281" fmla="*/ 931895 w 2017827"/>
                <a:gd name="connsiteY1281" fmla="*/ 1441555 h 1505806"/>
                <a:gd name="connsiteX1282" fmla="*/ 936775 w 2017827"/>
                <a:gd name="connsiteY1282" fmla="*/ 1441555 h 1505806"/>
                <a:gd name="connsiteX1283" fmla="*/ 941016 w 2017827"/>
                <a:gd name="connsiteY1283" fmla="*/ 1442059 h 1505806"/>
                <a:gd name="connsiteX1284" fmla="*/ 942227 w 2017827"/>
                <a:gd name="connsiteY1284" fmla="*/ 1443977 h 1505806"/>
                <a:gd name="connsiteX1285" fmla="*/ 939299 w 2017827"/>
                <a:gd name="connsiteY1285" fmla="*/ 1447004 h 1505806"/>
                <a:gd name="connsiteX1286" fmla="*/ 935833 w 2017827"/>
                <a:gd name="connsiteY1286" fmla="*/ 1448955 h 1505806"/>
                <a:gd name="connsiteX1287" fmla="*/ 934857 w 2017827"/>
                <a:gd name="connsiteY1287" fmla="*/ 1450133 h 1505806"/>
                <a:gd name="connsiteX1288" fmla="*/ 937583 w 2017827"/>
                <a:gd name="connsiteY1288" fmla="*/ 1451781 h 1505806"/>
                <a:gd name="connsiteX1289" fmla="*/ 940511 w 2017827"/>
                <a:gd name="connsiteY1289" fmla="*/ 1452219 h 1505806"/>
                <a:gd name="connsiteX1290" fmla="*/ 944112 w 2017827"/>
                <a:gd name="connsiteY1290" fmla="*/ 1452319 h 1505806"/>
                <a:gd name="connsiteX1291" fmla="*/ 945626 w 2017827"/>
                <a:gd name="connsiteY1291" fmla="*/ 1451108 h 1505806"/>
                <a:gd name="connsiteX1292" fmla="*/ 947814 w 2017827"/>
                <a:gd name="connsiteY1292" fmla="*/ 1448384 h 1505806"/>
                <a:gd name="connsiteX1293" fmla="*/ 948891 w 2017827"/>
                <a:gd name="connsiteY1293" fmla="*/ 1445659 h 1505806"/>
                <a:gd name="connsiteX1294" fmla="*/ 958449 w 2017827"/>
                <a:gd name="connsiteY1294" fmla="*/ 1442631 h 1505806"/>
                <a:gd name="connsiteX1295" fmla="*/ 964103 w 2017827"/>
                <a:gd name="connsiteY1295" fmla="*/ 1442093 h 1505806"/>
                <a:gd name="connsiteX1296" fmla="*/ 970497 w 2017827"/>
                <a:gd name="connsiteY1296" fmla="*/ 1441656 h 1505806"/>
                <a:gd name="connsiteX1297" fmla="*/ 977228 w 2017827"/>
                <a:gd name="connsiteY1297" fmla="*/ 1441555 h 1505806"/>
                <a:gd name="connsiteX1298" fmla="*/ 982646 w 2017827"/>
                <a:gd name="connsiteY1298" fmla="*/ 1441555 h 1505806"/>
                <a:gd name="connsiteX1299" fmla="*/ 985238 w 2017827"/>
                <a:gd name="connsiteY1299" fmla="*/ 1441218 h 1505806"/>
                <a:gd name="connsiteX1300" fmla="*/ 988502 w 2017827"/>
                <a:gd name="connsiteY1300" fmla="*/ 1439705 h 1505806"/>
                <a:gd name="connsiteX1301" fmla="*/ 992103 w 2017827"/>
                <a:gd name="connsiteY1301" fmla="*/ 1437518 h 1505806"/>
                <a:gd name="connsiteX1302" fmla="*/ 995368 w 2017827"/>
                <a:gd name="connsiteY1302" fmla="*/ 1433380 h 1505806"/>
                <a:gd name="connsiteX1303" fmla="*/ 997219 w 2017827"/>
                <a:gd name="connsiteY1303" fmla="*/ 1431093 h 1505806"/>
                <a:gd name="connsiteX1304" fmla="*/ 999272 w 2017827"/>
                <a:gd name="connsiteY1304" fmla="*/ 1427393 h 1505806"/>
                <a:gd name="connsiteX1305" fmla="*/ 1001123 w 2017827"/>
                <a:gd name="connsiteY1305" fmla="*/ 1423928 h 1505806"/>
                <a:gd name="connsiteX1306" fmla="*/ 1004387 w 2017827"/>
                <a:gd name="connsiteY1306" fmla="*/ 1421102 h 1505806"/>
                <a:gd name="connsiteX1307" fmla="*/ 1007113 w 2017827"/>
                <a:gd name="connsiteY1307" fmla="*/ 1415551 h 1505806"/>
                <a:gd name="connsiteX1308" fmla="*/ 1009503 w 2017827"/>
                <a:gd name="connsiteY1308" fmla="*/ 1411414 h 1505806"/>
                <a:gd name="connsiteX1309" fmla="*/ 1013979 w 2017827"/>
                <a:gd name="connsiteY1309" fmla="*/ 1409664 h 1505806"/>
                <a:gd name="connsiteX1310" fmla="*/ 1018859 w 2017827"/>
                <a:gd name="connsiteY1310" fmla="*/ 1410203 h 1505806"/>
                <a:gd name="connsiteX1311" fmla="*/ 1025489 w 2017827"/>
                <a:gd name="connsiteY1311" fmla="*/ 1410203 h 1505806"/>
                <a:gd name="connsiteX1312" fmla="*/ 1029729 w 2017827"/>
                <a:gd name="connsiteY1312" fmla="*/ 1409126 h 1505806"/>
                <a:gd name="connsiteX1313" fmla="*/ 1033970 w 2017827"/>
                <a:gd name="connsiteY1313" fmla="*/ 1406738 h 1505806"/>
                <a:gd name="connsiteX1314" fmla="*/ 1038412 w 2017827"/>
                <a:gd name="connsiteY1314" fmla="*/ 1404450 h 1505806"/>
                <a:gd name="connsiteX1315" fmla="*/ 1043090 w 2017827"/>
                <a:gd name="connsiteY1315" fmla="*/ 1403239 h 1505806"/>
                <a:gd name="connsiteX1316" fmla="*/ 1045917 w 2017827"/>
                <a:gd name="connsiteY1316" fmla="*/ 1404988 h 1505806"/>
                <a:gd name="connsiteX1317" fmla="*/ 1048643 w 2017827"/>
                <a:gd name="connsiteY1317" fmla="*/ 1409328 h 1505806"/>
                <a:gd name="connsiteX1318" fmla="*/ 1052211 w 2017827"/>
                <a:gd name="connsiteY1318" fmla="*/ 1408689 h 1505806"/>
                <a:gd name="connsiteX1319" fmla="*/ 1056922 w 2017827"/>
                <a:gd name="connsiteY1319" fmla="*/ 1405930 h 1505806"/>
                <a:gd name="connsiteX1320" fmla="*/ 1062004 w 2017827"/>
                <a:gd name="connsiteY1320" fmla="*/ 1403912 h 1505806"/>
                <a:gd name="connsiteX1321" fmla="*/ 1070115 w 2017827"/>
                <a:gd name="connsiteY1321" fmla="*/ 1403273 h 1505806"/>
                <a:gd name="connsiteX1322" fmla="*/ 1073447 w 2017827"/>
                <a:gd name="connsiteY1322" fmla="*/ 1407175 h 1505806"/>
                <a:gd name="connsiteX1323" fmla="*/ 1079403 w 2017827"/>
                <a:gd name="connsiteY1323" fmla="*/ 1408487 h 1505806"/>
                <a:gd name="connsiteX1324" fmla="*/ 1084990 w 2017827"/>
                <a:gd name="connsiteY1324" fmla="*/ 1409564 h 1505806"/>
                <a:gd name="connsiteX1325" fmla="*/ 1093606 w 2017827"/>
                <a:gd name="connsiteY1325" fmla="*/ 1407915 h 1505806"/>
                <a:gd name="connsiteX1326" fmla="*/ 1100067 w 2017827"/>
                <a:gd name="connsiteY1326" fmla="*/ 1406906 h 1505806"/>
                <a:gd name="connsiteX1327" fmla="*/ 1103971 w 2017827"/>
                <a:gd name="connsiteY1327" fmla="*/ 1406771 h 1505806"/>
                <a:gd name="connsiteX1328" fmla="*/ 1108986 w 2017827"/>
                <a:gd name="connsiteY1328" fmla="*/ 1405459 h 1505806"/>
                <a:gd name="connsiteX1329" fmla="*/ 1114842 w 2017827"/>
                <a:gd name="connsiteY1329" fmla="*/ 1403441 h 1505806"/>
                <a:gd name="connsiteX1330" fmla="*/ 1117029 w 2017827"/>
                <a:gd name="connsiteY1330" fmla="*/ 1402735 h 1505806"/>
                <a:gd name="connsiteX1331" fmla="*/ 1119789 w 2017827"/>
                <a:gd name="connsiteY1331" fmla="*/ 1398092 h 1505806"/>
                <a:gd name="connsiteX1332" fmla="*/ 1123928 w 2017827"/>
                <a:gd name="connsiteY1332" fmla="*/ 1398092 h 1505806"/>
                <a:gd name="connsiteX1333" fmla="*/ 1127630 w 2017827"/>
                <a:gd name="connsiteY1333" fmla="*/ 1398967 h 1505806"/>
                <a:gd name="connsiteX1334" fmla="*/ 1127630 w 2017827"/>
                <a:gd name="connsiteY1334" fmla="*/ 1401086 h 1505806"/>
                <a:gd name="connsiteX1335" fmla="*/ 1127227 w 2017827"/>
                <a:gd name="connsiteY1335" fmla="*/ 1402735 h 1505806"/>
                <a:gd name="connsiteX1336" fmla="*/ 1132275 w 2017827"/>
                <a:gd name="connsiteY1336" fmla="*/ 1407209 h 1505806"/>
                <a:gd name="connsiteX1337" fmla="*/ 1136246 w 2017827"/>
                <a:gd name="connsiteY1337" fmla="*/ 1405829 h 1505806"/>
                <a:gd name="connsiteX1338" fmla="*/ 1146107 w 2017827"/>
                <a:gd name="connsiteY1338" fmla="*/ 1408723 h 1505806"/>
                <a:gd name="connsiteX1339" fmla="*/ 1155900 w 2017827"/>
                <a:gd name="connsiteY1339" fmla="*/ 1413634 h 1505806"/>
                <a:gd name="connsiteX1340" fmla="*/ 1160982 w 2017827"/>
                <a:gd name="connsiteY1340" fmla="*/ 1415148 h 1505806"/>
                <a:gd name="connsiteX1341" fmla="*/ 1165021 w 2017827"/>
                <a:gd name="connsiteY1341" fmla="*/ 1411952 h 1505806"/>
                <a:gd name="connsiteX1342" fmla="*/ 1178920 w 2017827"/>
                <a:gd name="connsiteY1342" fmla="*/ 1411952 h 1505806"/>
                <a:gd name="connsiteX1343" fmla="*/ 1194267 w 2017827"/>
                <a:gd name="connsiteY1343" fmla="*/ 1411952 h 1505806"/>
                <a:gd name="connsiteX1344" fmla="*/ 1203252 w 2017827"/>
                <a:gd name="connsiteY1344" fmla="*/ 1413701 h 1505806"/>
                <a:gd name="connsiteX1345" fmla="*/ 1213113 w 2017827"/>
                <a:gd name="connsiteY1345" fmla="*/ 1413701 h 1505806"/>
                <a:gd name="connsiteX1346" fmla="*/ 1217185 w 2017827"/>
                <a:gd name="connsiteY1346" fmla="*/ 1415451 h 1505806"/>
                <a:gd name="connsiteX1347" fmla="*/ 1222402 w 2017827"/>
                <a:gd name="connsiteY1347" fmla="*/ 1415451 h 1505806"/>
                <a:gd name="connsiteX1348" fmla="*/ 1230512 w 2017827"/>
                <a:gd name="connsiteY1348" fmla="*/ 1417031 h 1505806"/>
                <a:gd name="connsiteX1349" fmla="*/ 1232532 w 2017827"/>
                <a:gd name="connsiteY1349" fmla="*/ 1422683 h 1505806"/>
                <a:gd name="connsiteX1350" fmla="*/ 1230512 w 2017827"/>
                <a:gd name="connsiteY1350" fmla="*/ 1425879 h 1505806"/>
                <a:gd name="connsiteX1351" fmla="*/ 1237748 w 2017827"/>
                <a:gd name="connsiteY1351" fmla="*/ 1431665 h 1505806"/>
                <a:gd name="connsiteX1352" fmla="*/ 1243537 w 2017827"/>
                <a:gd name="connsiteY1352" fmla="*/ 1439772 h 1505806"/>
                <a:gd name="connsiteX1353" fmla="*/ 1248181 w 2017827"/>
                <a:gd name="connsiteY1353" fmla="*/ 1437148 h 1505806"/>
                <a:gd name="connsiteX1354" fmla="*/ 1252825 w 2017827"/>
                <a:gd name="connsiteY1354" fmla="*/ 1433952 h 1505806"/>
                <a:gd name="connsiteX1355" fmla="*/ 1258042 w 2017827"/>
                <a:gd name="connsiteY1355" fmla="*/ 1435701 h 1505806"/>
                <a:gd name="connsiteX1356" fmla="*/ 1261508 w 2017827"/>
                <a:gd name="connsiteY1356" fmla="*/ 1439166 h 1505806"/>
                <a:gd name="connsiteX1357" fmla="*/ 1269922 w 2017827"/>
                <a:gd name="connsiteY1357" fmla="*/ 1445558 h 1505806"/>
                <a:gd name="connsiteX1358" fmla="*/ 1273691 w 2017827"/>
                <a:gd name="connsiteY1358" fmla="*/ 1447576 h 1505806"/>
                <a:gd name="connsiteX1359" fmla="*/ 1276956 w 2017827"/>
                <a:gd name="connsiteY1359" fmla="*/ 1455414 h 1505806"/>
                <a:gd name="connsiteX1360" fmla="*/ 1283249 w 2017827"/>
                <a:gd name="connsiteY1360" fmla="*/ 1453665 h 1505806"/>
                <a:gd name="connsiteX1361" fmla="*/ 1287591 w 2017827"/>
                <a:gd name="connsiteY1361" fmla="*/ 1453665 h 1505806"/>
                <a:gd name="connsiteX1362" fmla="*/ 1293682 w 2017827"/>
                <a:gd name="connsiteY1362" fmla="*/ 1457870 h 1505806"/>
                <a:gd name="connsiteX1363" fmla="*/ 1298899 w 2017827"/>
                <a:gd name="connsiteY1363" fmla="*/ 1459182 h 1505806"/>
                <a:gd name="connsiteX1364" fmla="*/ 1305865 w 2017827"/>
                <a:gd name="connsiteY1364" fmla="*/ 1472806 h 1505806"/>
                <a:gd name="connsiteX1365" fmla="*/ 1310509 w 2017827"/>
                <a:gd name="connsiteY1365" fmla="*/ 1472806 h 1505806"/>
                <a:gd name="connsiteX1366" fmla="*/ 1315423 w 2017827"/>
                <a:gd name="connsiteY1366" fmla="*/ 1476674 h 1505806"/>
                <a:gd name="connsiteX1367" fmla="*/ 1315995 w 2017827"/>
                <a:gd name="connsiteY1367" fmla="*/ 1477347 h 1505806"/>
                <a:gd name="connsiteX1368" fmla="*/ 1312630 w 2017827"/>
                <a:gd name="connsiteY1368" fmla="*/ 1478760 h 1505806"/>
                <a:gd name="connsiteX1369" fmla="*/ 1316264 w 2017827"/>
                <a:gd name="connsiteY1369" fmla="*/ 1477246 h 1505806"/>
                <a:gd name="connsiteX1370" fmla="*/ 1318082 w 2017827"/>
                <a:gd name="connsiteY1370" fmla="*/ 1478054 h 1505806"/>
                <a:gd name="connsiteX1371" fmla="*/ 1321548 w 2017827"/>
                <a:gd name="connsiteY1371" fmla="*/ 1478054 h 1505806"/>
                <a:gd name="connsiteX1372" fmla="*/ 1327404 w 2017827"/>
                <a:gd name="connsiteY1372" fmla="*/ 1477515 h 1505806"/>
                <a:gd name="connsiteX1373" fmla="*/ 1331039 w 2017827"/>
                <a:gd name="connsiteY1373" fmla="*/ 1477179 h 1505806"/>
                <a:gd name="connsiteX1374" fmla="*/ 1334505 w 2017827"/>
                <a:gd name="connsiteY1374" fmla="*/ 1477314 h 1505806"/>
                <a:gd name="connsiteX1375" fmla="*/ 1337399 w 2017827"/>
                <a:gd name="connsiteY1375" fmla="*/ 1478996 h 1505806"/>
                <a:gd name="connsiteX1376" fmla="*/ 1338847 w 2017827"/>
                <a:gd name="connsiteY1376" fmla="*/ 1480879 h 1505806"/>
                <a:gd name="connsiteX1377" fmla="*/ 1343491 w 2017827"/>
                <a:gd name="connsiteY1377" fmla="*/ 1483705 h 1505806"/>
                <a:gd name="connsiteX1378" fmla="*/ 1348404 w 2017827"/>
                <a:gd name="connsiteY1378" fmla="*/ 1483503 h 1505806"/>
                <a:gd name="connsiteX1379" fmla="*/ 1349852 w 2017827"/>
                <a:gd name="connsiteY1379" fmla="*/ 1479433 h 1505806"/>
                <a:gd name="connsiteX1380" fmla="*/ 1352039 w 2017827"/>
                <a:gd name="connsiteY1380" fmla="*/ 1478256 h 1505806"/>
                <a:gd name="connsiteX1381" fmla="*/ 1355674 w 2017827"/>
                <a:gd name="connsiteY1381" fmla="*/ 1477549 h 1505806"/>
                <a:gd name="connsiteX1382" fmla="*/ 1355236 w 2017827"/>
                <a:gd name="connsiteY1382" fmla="*/ 1472402 h 1505806"/>
                <a:gd name="connsiteX1383" fmla="*/ 1357424 w 2017827"/>
                <a:gd name="connsiteY1383" fmla="*/ 1469274 h 1505806"/>
                <a:gd name="connsiteX1384" fmla="*/ 1359813 w 2017827"/>
                <a:gd name="connsiteY1384" fmla="*/ 1467625 h 1505806"/>
                <a:gd name="connsiteX1385" fmla="*/ 1364155 w 2017827"/>
                <a:gd name="connsiteY1385" fmla="*/ 1467625 h 1505806"/>
                <a:gd name="connsiteX1386" fmla="*/ 1367924 w 2017827"/>
                <a:gd name="connsiteY1386" fmla="*/ 1471090 h 1505806"/>
                <a:gd name="connsiteX1387" fmla="*/ 1372266 w 2017827"/>
                <a:gd name="connsiteY1387" fmla="*/ 1477179 h 1505806"/>
                <a:gd name="connsiteX1388" fmla="*/ 1376910 w 2017827"/>
                <a:gd name="connsiteY1388" fmla="*/ 1480072 h 1505806"/>
                <a:gd name="connsiteX1389" fmla="*/ 1382699 w 2017827"/>
                <a:gd name="connsiteY1389" fmla="*/ 1484714 h 1505806"/>
                <a:gd name="connsiteX1390" fmla="*/ 1391987 w 2017827"/>
                <a:gd name="connsiteY1390" fmla="*/ 1486464 h 1505806"/>
                <a:gd name="connsiteX1391" fmla="*/ 1404439 w 2017827"/>
                <a:gd name="connsiteY1391" fmla="*/ 1487338 h 1505806"/>
                <a:gd name="connsiteX1392" fmla="*/ 1409084 w 2017827"/>
                <a:gd name="connsiteY1392" fmla="*/ 1489929 h 1505806"/>
                <a:gd name="connsiteX1393" fmla="*/ 1417767 w 2017827"/>
                <a:gd name="connsiteY1393" fmla="*/ 1491375 h 1505806"/>
                <a:gd name="connsiteX1394" fmla="*/ 1420392 w 2017827"/>
                <a:gd name="connsiteY1394" fmla="*/ 1491947 h 1505806"/>
                <a:gd name="connsiteX1395" fmla="*/ 1421267 w 2017827"/>
                <a:gd name="connsiteY1395" fmla="*/ 1496858 h 1505806"/>
                <a:gd name="connsiteX1396" fmla="*/ 1426786 w 2017827"/>
                <a:gd name="connsiteY1396" fmla="*/ 1501770 h 1505806"/>
                <a:gd name="connsiteX1397" fmla="*/ 1432877 w 2017827"/>
                <a:gd name="connsiteY1397" fmla="*/ 1503216 h 1505806"/>
                <a:gd name="connsiteX1398" fmla="*/ 1436344 w 2017827"/>
                <a:gd name="connsiteY1398" fmla="*/ 1505807 h 1505806"/>
                <a:gd name="connsiteX1399" fmla="*/ 1439238 w 2017827"/>
                <a:gd name="connsiteY1399" fmla="*/ 1505807 h 1505806"/>
                <a:gd name="connsiteX1400" fmla="*/ 1443310 w 2017827"/>
                <a:gd name="connsiteY1400" fmla="*/ 1500592 h 1505806"/>
                <a:gd name="connsiteX1401" fmla="*/ 1447383 w 2017827"/>
                <a:gd name="connsiteY1401" fmla="*/ 1500592 h 1505806"/>
                <a:gd name="connsiteX1402" fmla="*/ 1449402 w 2017827"/>
                <a:gd name="connsiteY1402" fmla="*/ 1497262 h 1505806"/>
                <a:gd name="connsiteX1403" fmla="*/ 1452868 w 2017827"/>
                <a:gd name="connsiteY1403" fmla="*/ 1490736 h 1505806"/>
                <a:gd name="connsiteX1404" fmla="*/ 1453743 w 2017827"/>
                <a:gd name="connsiteY1404" fmla="*/ 1485825 h 1505806"/>
                <a:gd name="connsiteX1405" fmla="*/ 1453171 w 2017827"/>
                <a:gd name="connsiteY1405" fmla="*/ 1481182 h 1505806"/>
                <a:gd name="connsiteX1406" fmla="*/ 1451724 w 2017827"/>
                <a:gd name="connsiteY1406" fmla="*/ 1477112 h 1505806"/>
                <a:gd name="connsiteX1407" fmla="*/ 1452027 w 2017827"/>
                <a:gd name="connsiteY1407" fmla="*/ 1471595 h 1505806"/>
                <a:gd name="connsiteX1408" fmla="*/ 1451152 w 2017827"/>
                <a:gd name="connsiteY1408" fmla="*/ 1464934 h 1505806"/>
                <a:gd name="connsiteX1409" fmla="*/ 1451152 w 2017827"/>
                <a:gd name="connsiteY1409" fmla="*/ 1460797 h 1505806"/>
                <a:gd name="connsiteX1410" fmla="*/ 1450782 w 2017827"/>
                <a:gd name="connsiteY1410" fmla="*/ 1457433 h 1505806"/>
                <a:gd name="connsiteX1411" fmla="*/ 1448998 w 2017827"/>
                <a:gd name="connsiteY1411" fmla="*/ 1453968 h 1505806"/>
                <a:gd name="connsiteX1412" fmla="*/ 1444320 w 2017827"/>
                <a:gd name="connsiteY1412" fmla="*/ 1450267 h 1505806"/>
                <a:gd name="connsiteX1413" fmla="*/ 1441729 w 2017827"/>
                <a:gd name="connsiteY1413" fmla="*/ 1449191 h 1505806"/>
                <a:gd name="connsiteX1414" fmla="*/ 1438464 w 2017827"/>
                <a:gd name="connsiteY1414" fmla="*/ 1447879 h 1505806"/>
                <a:gd name="connsiteX1415" fmla="*/ 1434560 w 2017827"/>
                <a:gd name="connsiteY1415" fmla="*/ 1445827 h 1505806"/>
                <a:gd name="connsiteX1416" fmla="*/ 1429344 w 2017827"/>
                <a:gd name="connsiteY1416" fmla="*/ 1444750 h 1505806"/>
                <a:gd name="connsiteX1417" fmla="*/ 1428570 w 2017827"/>
                <a:gd name="connsiteY1417" fmla="*/ 1440613 h 1505806"/>
                <a:gd name="connsiteX1418" fmla="*/ 1428570 w 2017827"/>
                <a:gd name="connsiteY1418" fmla="*/ 1437148 h 1505806"/>
                <a:gd name="connsiteX1419" fmla="*/ 1429175 w 2017827"/>
                <a:gd name="connsiteY1419" fmla="*/ 1433448 h 1505806"/>
                <a:gd name="connsiteX1420" fmla="*/ 1429882 w 2017827"/>
                <a:gd name="connsiteY1420" fmla="*/ 1430958 h 1505806"/>
                <a:gd name="connsiteX1421" fmla="*/ 1430522 w 2017827"/>
                <a:gd name="connsiteY1421" fmla="*/ 1429983 h 1505806"/>
                <a:gd name="connsiteX1422" fmla="*/ 1432137 w 2017827"/>
                <a:gd name="connsiteY1422" fmla="*/ 1426821 h 1505806"/>
                <a:gd name="connsiteX1423" fmla="*/ 1432238 w 2017827"/>
                <a:gd name="connsiteY1423" fmla="*/ 1425206 h 1505806"/>
                <a:gd name="connsiteX1424" fmla="*/ 1428873 w 2017827"/>
                <a:gd name="connsiteY1424" fmla="*/ 1422380 h 1505806"/>
                <a:gd name="connsiteX1425" fmla="*/ 1428772 w 2017827"/>
                <a:gd name="connsiteY1425" fmla="*/ 1419353 h 1505806"/>
                <a:gd name="connsiteX1426" fmla="*/ 1428233 w 2017827"/>
                <a:gd name="connsiteY1426" fmla="*/ 1417603 h 1505806"/>
                <a:gd name="connsiteX1427" fmla="*/ 1429748 w 2017827"/>
                <a:gd name="connsiteY1427" fmla="*/ 1415417 h 1505806"/>
                <a:gd name="connsiteX1428" fmla="*/ 1433786 w 2017827"/>
                <a:gd name="connsiteY1428" fmla="*/ 1413802 h 1505806"/>
                <a:gd name="connsiteX1429" fmla="*/ 1435536 w 2017827"/>
                <a:gd name="connsiteY1429" fmla="*/ 1412389 h 1505806"/>
                <a:gd name="connsiteX1430" fmla="*/ 1440753 w 2017827"/>
                <a:gd name="connsiteY1430" fmla="*/ 1409799 h 1505806"/>
                <a:gd name="connsiteX1431" fmla="*/ 1443916 w 2017827"/>
                <a:gd name="connsiteY1431" fmla="*/ 1407949 h 1505806"/>
                <a:gd name="connsiteX1432" fmla="*/ 1445969 w 2017827"/>
                <a:gd name="connsiteY1432" fmla="*/ 1406704 h 1505806"/>
                <a:gd name="connsiteX1433" fmla="*/ 1450311 w 2017827"/>
                <a:gd name="connsiteY1433" fmla="*/ 1406637 h 1505806"/>
                <a:gd name="connsiteX1434" fmla="*/ 1458893 w 2017827"/>
                <a:gd name="connsiteY1434" fmla="*/ 1406637 h 1505806"/>
                <a:gd name="connsiteX1435" fmla="*/ 1463133 w 2017827"/>
                <a:gd name="connsiteY1435" fmla="*/ 1405661 h 1505806"/>
                <a:gd name="connsiteX1436" fmla="*/ 1467138 w 2017827"/>
                <a:gd name="connsiteY1436" fmla="*/ 1403710 h 1505806"/>
                <a:gd name="connsiteX1437" fmla="*/ 1468989 w 2017827"/>
                <a:gd name="connsiteY1437" fmla="*/ 1401221 h 1505806"/>
                <a:gd name="connsiteX1438" fmla="*/ 1471479 w 2017827"/>
                <a:gd name="connsiteY1438" fmla="*/ 1399808 h 1505806"/>
                <a:gd name="connsiteX1439" fmla="*/ 1472893 w 2017827"/>
                <a:gd name="connsiteY1439" fmla="*/ 1398059 h 1505806"/>
                <a:gd name="connsiteX1440" fmla="*/ 1476359 w 2017827"/>
                <a:gd name="connsiteY1440" fmla="*/ 1398059 h 1505806"/>
                <a:gd name="connsiteX1441" fmla="*/ 1479826 w 2017827"/>
                <a:gd name="connsiteY1441" fmla="*/ 1399808 h 1505806"/>
                <a:gd name="connsiteX1442" fmla="*/ 1483292 w 2017827"/>
                <a:gd name="connsiteY1442" fmla="*/ 1399808 h 1505806"/>
                <a:gd name="connsiteX1443" fmla="*/ 1485042 w 2017827"/>
                <a:gd name="connsiteY1443" fmla="*/ 1399808 h 1505806"/>
                <a:gd name="connsiteX1444" fmla="*/ 1486792 w 2017827"/>
                <a:gd name="connsiteY1444" fmla="*/ 1398362 h 1505806"/>
                <a:gd name="connsiteX1445" fmla="*/ 1488105 w 2017827"/>
                <a:gd name="connsiteY1445" fmla="*/ 1396780 h 1505806"/>
                <a:gd name="connsiteX1446" fmla="*/ 1489989 w 2017827"/>
                <a:gd name="connsiteY1446" fmla="*/ 1392004 h 1505806"/>
                <a:gd name="connsiteX1447" fmla="*/ 1491134 w 2017827"/>
                <a:gd name="connsiteY1447" fmla="*/ 1388539 h 1505806"/>
                <a:gd name="connsiteX1448" fmla="*/ 1491134 w 2017827"/>
                <a:gd name="connsiteY1448" fmla="*/ 1384906 h 1505806"/>
                <a:gd name="connsiteX1449" fmla="*/ 1486119 w 2017827"/>
                <a:gd name="connsiteY1449" fmla="*/ 1378548 h 1505806"/>
                <a:gd name="connsiteX1450" fmla="*/ 1481273 w 2017827"/>
                <a:gd name="connsiteY1450" fmla="*/ 1372324 h 1505806"/>
                <a:gd name="connsiteX1451" fmla="*/ 1479691 w 2017827"/>
                <a:gd name="connsiteY1451" fmla="*/ 1365933 h 1505806"/>
                <a:gd name="connsiteX1452" fmla="*/ 1477234 w 2017827"/>
                <a:gd name="connsiteY1452" fmla="*/ 1355202 h 1505806"/>
                <a:gd name="connsiteX1453" fmla="*/ 1477537 w 2017827"/>
                <a:gd name="connsiteY1453" fmla="*/ 1350694 h 1505806"/>
                <a:gd name="connsiteX1454" fmla="*/ 1474205 w 2017827"/>
                <a:gd name="connsiteY1454" fmla="*/ 1349954 h 1505806"/>
                <a:gd name="connsiteX1455" fmla="*/ 1470739 w 2017827"/>
                <a:gd name="connsiteY1455" fmla="*/ 1347498 h 1505806"/>
                <a:gd name="connsiteX1456" fmla="*/ 1463772 w 2017827"/>
                <a:gd name="connsiteY1456" fmla="*/ 1342284 h 1505806"/>
                <a:gd name="connsiteX1457" fmla="*/ 1457816 w 2017827"/>
                <a:gd name="connsiteY1457" fmla="*/ 1340098 h 1505806"/>
                <a:gd name="connsiteX1458" fmla="*/ 1458085 w 2017827"/>
                <a:gd name="connsiteY1458" fmla="*/ 1334614 h 1505806"/>
                <a:gd name="connsiteX1459" fmla="*/ 1458085 w 2017827"/>
                <a:gd name="connsiteY1459" fmla="*/ 1329097 h 1505806"/>
                <a:gd name="connsiteX1460" fmla="*/ 1457580 w 2017827"/>
                <a:gd name="connsiteY1460" fmla="*/ 1323883 h 1505806"/>
                <a:gd name="connsiteX1461" fmla="*/ 1453171 w 2017827"/>
                <a:gd name="connsiteY1461" fmla="*/ 1324758 h 1505806"/>
                <a:gd name="connsiteX1462" fmla="*/ 1444185 w 2017827"/>
                <a:gd name="connsiteY1462" fmla="*/ 1318400 h 1505806"/>
                <a:gd name="connsiteX1463" fmla="*/ 1439541 w 2017827"/>
                <a:gd name="connsiteY1463" fmla="*/ 1312311 h 1505806"/>
                <a:gd name="connsiteX1464" fmla="*/ 1431430 w 2017827"/>
                <a:gd name="connsiteY1464" fmla="*/ 1307669 h 1505806"/>
                <a:gd name="connsiteX1465" fmla="*/ 1422747 w 2017827"/>
                <a:gd name="connsiteY1465" fmla="*/ 1300134 h 1505806"/>
                <a:gd name="connsiteX1466" fmla="*/ 1423892 w 2017827"/>
                <a:gd name="connsiteY1466" fmla="*/ 1294348 h 1505806"/>
                <a:gd name="connsiteX1467" fmla="*/ 1424767 w 2017827"/>
                <a:gd name="connsiteY1467" fmla="*/ 1286812 h 1505806"/>
                <a:gd name="connsiteX1468" fmla="*/ 1430555 w 2017827"/>
                <a:gd name="connsiteY1468" fmla="*/ 1283919 h 1505806"/>
                <a:gd name="connsiteX1469" fmla="*/ 1432575 w 2017827"/>
                <a:gd name="connsiteY1469" fmla="*/ 1275812 h 1505806"/>
                <a:gd name="connsiteX1470" fmla="*/ 1430252 w 2017827"/>
                <a:gd name="connsiteY1470" fmla="*/ 1271742 h 1505806"/>
                <a:gd name="connsiteX1471" fmla="*/ 1425608 w 2017827"/>
                <a:gd name="connsiteY1471" fmla="*/ 1262188 h 1505806"/>
                <a:gd name="connsiteX1472" fmla="*/ 1418642 w 2017827"/>
                <a:gd name="connsiteY1472" fmla="*/ 1249439 h 1505806"/>
                <a:gd name="connsiteX1473" fmla="*/ 1412853 w 2017827"/>
                <a:gd name="connsiteY1473" fmla="*/ 1237261 h 1505806"/>
                <a:gd name="connsiteX1474" fmla="*/ 1412853 w 2017827"/>
                <a:gd name="connsiteY1474" fmla="*/ 1229154 h 1505806"/>
                <a:gd name="connsiteX1475" fmla="*/ 1417194 w 2017827"/>
                <a:gd name="connsiteY1475" fmla="*/ 1225958 h 1505806"/>
                <a:gd name="connsiteX1476" fmla="*/ 1427930 w 2017827"/>
                <a:gd name="connsiteY1476" fmla="*/ 1225958 h 1505806"/>
                <a:gd name="connsiteX1477" fmla="*/ 1432002 w 2017827"/>
                <a:gd name="connsiteY1477" fmla="*/ 1223503 h 1505806"/>
                <a:gd name="connsiteX1478" fmla="*/ 1436344 w 2017827"/>
                <a:gd name="connsiteY1478" fmla="*/ 1219600 h 1505806"/>
                <a:gd name="connsiteX1479" fmla="*/ 1445330 w 2017827"/>
                <a:gd name="connsiteY1479" fmla="*/ 1213814 h 1505806"/>
                <a:gd name="connsiteX1480" fmla="*/ 1450243 w 2017827"/>
                <a:gd name="connsiteY1480" fmla="*/ 1207154 h 1505806"/>
                <a:gd name="connsiteX1481" fmla="*/ 1454585 w 2017827"/>
                <a:gd name="connsiteY1481" fmla="*/ 1204833 h 1505806"/>
                <a:gd name="connsiteX1482" fmla="*/ 1463873 w 2017827"/>
                <a:gd name="connsiteY1482" fmla="*/ 1203958 h 1505806"/>
                <a:gd name="connsiteX1483" fmla="*/ 1471715 w 2017827"/>
                <a:gd name="connsiteY1483" fmla="*/ 1208600 h 1505806"/>
                <a:gd name="connsiteX1484" fmla="*/ 1483292 w 2017827"/>
                <a:gd name="connsiteY1484" fmla="*/ 1212065 h 1505806"/>
                <a:gd name="connsiteX1485" fmla="*/ 1499817 w 2017827"/>
                <a:gd name="connsiteY1485" fmla="*/ 1212065 h 1505806"/>
                <a:gd name="connsiteX1486" fmla="*/ 1515466 w 2017827"/>
                <a:gd name="connsiteY1486" fmla="*/ 1209609 h 1505806"/>
                <a:gd name="connsiteX1487" fmla="*/ 1530240 w 2017827"/>
                <a:gd name="connsiteY1487" fmla="*/ 1206582 h 1505806"/>
                <a:gd name="connsiteX1488" fmla="*/ 1548784 w 2017827"/>
                <a:gd name="connsiteY1488" fmla="*/ 1203117 h 1505806"/>
                <a:gd name="connsiteX1489" fmla="*/ 1558073 w 2017827"/>
                <a:gd name="connsiteY1489" fmla="*/ 1201671 h 1505806"/>
                <a:gd name="connsiteX1490" fmla="*/ 1565039 w 2017827"/>
                <a:gd name="connsiteY1490" fmla="*/ 1201671 h 1505806"/>
                <a:gd name="connsiteX1491" fmla="*/ 1574025 w 2017827"/>
                <a:gd name="connsiteY1491" fmla="*/ 1201671 h 1505806"/>
                <a:gd name="connsiteX1492" fmla="*/ 1579241 w 2017827"/>
                <a:gd name="connsiteY1492" fmla="*/ 1198912 h 1505806"/>
                <a:gd name="connsiteX1493" fmla="*/ 1582708 w 2017827"/>
                <a:gd name="connsiteY1493" fmla="*/ 1194404 h 1505806"/>
                <a:gd name="connsiteX1494" fmla="*/ 1592838 w 2017827"/>
                <a:gd name="connsiteY1494" fmla="*/ 1194404 h 1505806"/>
                <a:gd name="connsiteX1495" fmla="*/ 1600646 w 2017827"/>
                <a:gd name="connsiteY1495" fmla="*/ 1192386 h 1505806"/>
                <a:gd name="connsiteX1496" fmla="*/ 1607881 w 2017827"/>
                <a:gd name="connsiteY1496" fmla="*/ 1189762 h 1505806"/>
                <a:gd name="connsiteX1497" fmla="*/ 1611651 w 2017827"/>
                <a:gd name="connsiteY1497" fmla="*/ 1194404 h 1505806"/>
                <a:gd name="connsiteX1498" fmla="*/ 1617742 w 2017827"/>
                <a:gd name="connsiteY1498" fmla="*/ 1192958 h 1505806"/>
                <a:gd name="connsiteX1499" fmla="*/ 1626156 w 2017827"/>
                <a:gd name="connsiteY1499" fmla="*/ 1185994 h 1505806"/>
                <a:gd name="connsiteX1500" fmla="*/ 1637464 w 2017827"/>
                <a:gd name="connsiteY1500" fmla="*/ 1181352 h 1505806"/>
                <a:gd name="connsiteX1501" fmla="*/ 1641536 w 2017827"/>
                <a:gd name="connsiteY1501" fmla="*/ 1185994 h 1505806"/>
                <a:gd name="connsiteX1502" fmla="*/ 1649377 w 2017827"/>
                <a:gd name="connsiteY1502" fmla="*/ 1185994 h 1505806"/>
                <a:gd name="connsiteX1503" fmla="*/ 1652575 w 2017827"/>
                <a:gd name="connsiteY1503" fmla="*/ 1184413 h 1505806"/>
                <a:gd name="connsiteX1504" fmla="*/ 1670243 w 2017827"/>
                <a:gd name="connsiteY1504" fmla="*/ 1181655 h 1505806"/>
                <a:gd name="connsiteX1505" fmla="*/ 1670243 w 2017827"/>
                <a:gd name="connsiteY1505" fmla="*/ 1177147 h 1505806"/>
                <a:gd name="connsiteX1506" fmla="*/ 1673609 w 2017827"/>
                <a:gd name="connsiteY1506" fmla="*/ 1174422 h 1505806"/>
                <a:gd name="connsiteX1507" fmla="*/ 1673676 w 2017827"/>
                <a:gd name="connsiteY1507" fmla="*/ 1174422 h 1505806"/>
                <a:gd name="connsiteX1508" fmla="*/ 1673575 w 2017827"/>
                <a:gd name="connsiteY1508" fmla="*/ 1173514 h 150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Lst>
              <a:rect l="l" t="t" r="r" b="b"/>
              <a:pathLst>
                <a:path w="2017827" h="1505806">
                  <a:moveTo>
                    <a:pt x="1673575" y="1173514"/>
                  </a:moveTo>
                  <a:cubicBezTo>
                    <a:pt x="1673575" y="1173514"/>
                    <a:pt x="1674114" y="1170789"/>
                    <a:pt x="1674349" y="1170352"/>
                  </a:cubicBezTo>
                  <a:cubicBezTo>
                    <a:pt x="1674551" y="1169915"/>
                    <a:pt x="1674887" y="1168939"/>
                    <a:pt x="1674989" y="1168502"/>
                  </a:cubicBezTo>
                  <a:cubicBezTo>
                    <a:pt x="1675090" y="1168065"/>
                    <a:pt x="1675527" y="1167526"/>
                    <a:pt x="1675527" y="1166854"/>
                  </a:cubicBezTo>
                  <a:cubicBezTo>
                    <a:pt x="1675527" y="1166214"/>
                    <a:pt x="1676301" y="1163153"/>
                    <a:pt x="1676301" y="1162716"/>
                  </a:cubicBezTo>
                  <a:cubicBezTo>
                    <a:pt x="1676301" y="1162278"/>
                    <a:pt x="1676739" y="1159991"/>
                    <a:pt x="1676739" y="1159991"/>
                  </a:cubicBezTo>
                  <a:cubicBezTo>
                    <a:pt x="1676739" y="1159991"/>
                    <a:pt x="1676941" y="1157939"/>
                    <a:pt x="1676941" y="1157502"/>
                  </a:cubicBezTo>
                  <a:cubicBezTo>
                    <a:pt x="1676941" y="1157064"/>
                    <a:pt x="1677041" y="1155651"/>
                    <a:pt x="1677041" y="1155651"/>
                  </a:cubicBezTo>
                  <a:lnTo>
                    <a:pt x="1677041" y="1153902"/>
                  </a:lnTo>
                  <a:cubicBezTo>
                    <a:pt x="1677041" y="1153902"/>
                    <a:pt x="1676772" y="1151615"/>
                    <a:pt x="1676671" y="1150875"/>
                  </a:cubicBezTo>
                  <a:cubicBezTo>
                    <a:pt x="1676570" y="1150101"/>
                    <a:pt x="1676402" y="1149125"/>
                    <a:pt x="1676402" y="1149125"/>
                  </a:cubicBezTo>
                  <a:lnTo>
                    <a:pt x="1674551" y="1147914"/>
                  </a:lnTo>
                  <a:lnTo>
                    <a:pt x="1673575" y="1146939"/>
                  </a:lnTo>
                  <a:lnTo>
                    <a:pt x="1669570" y="1144349"/>
                  </a:lnTo>
                  <a:lnTo>
                    <a:pt x="1668796" y="1143810"/>
                  </a:lnTo>
                  <a:lnTo>
                    <a:pt x="1668460" y="1140648"/>
                  </a:lnTo>
                  <a:lnTo>
                    <a:pt x="1667820" y="1136511"/>
                  </a:lnTo>
                  <a:lnTo>
                    <a:pt x="1666609" y="1133046"/>
                  </a:lnTo>
                  <a:lnTo>
                    <a:pt x="1666609" y="1129682"/>
                  </a:lnTo>
                  <a:lnTo>
                    <a:pt x="1670075" y="1126082"/>
                  </a:lnTo>
                  <a:lnTo>
                    <a:pt x="1670075" y="1119018"/>
                  </a:lnTo>
                  <a:lnTo>
                    <a:pt x="1670916" y="1110204"/>
                  </a:lnTo>
                  <a:lnTo>
                    <a:pt x="1671825" y="1106941"/>
                  </a:lnTo>
                  <a:lnTo>
                    <a:pt x="1671825" y="1104116"/>
                  </a:lnTo>
                  <a:cubicBezTo>
                    <a:pt x="1671825" y="1104116"/>
                    <a:pt x="1671623" y="1102501"/>
                    <a:pt x="1671287" y="1102030"/>
                  </a:cubicBezTo>
                  <a:cubicBezTo>
                    <a:pt x="1670950" y="1101593"/>
                    <a:pt x="1670647" y="1100819"/>
                    <a:pt x="1670950" y="1100079"/>
                  </a:cubicBezTo>
                  <a:cubicBezTo>
                    <a:pt x="1671287" y="1099305"/>
                    <a:pt x="1670950" y="1098229"/>
                    <a:pt x="1670950" y="1098229"/>
                  </a:cubicBezTo>
                  <a:lnTo>
                    <a:pt x="1672566" y="1095504"/>
                  </a:lnTo>
                  <a:lnTo>
                    <a:pt x="1675056" y="1091804"/>
                  </a:lnTo>
                  <a:cubicBezTo>
                    <a:pt x="1675056" y="1091804"/>
                    <a:pt x="1676368" y="1089314"/>
                    <a:pt x="1676907" y="1088641"/>
                  </a:cubicBezTo>
                  <a:cubicBezTo>
                    <a:pt x="1677445" y="1088002"/>
                    <a:pt x="1680373" y="1086589"/>
                    <a:pt x="1680373" y="1086589"/>
                  </a:cubicBezTo>
                  <a:cubicBezTo>
                    <a:pt x="1680373" y="1086589"/>
                    <a:pt x="1682998" y="1083663"/>
                    <a:pt x="1683974" y="1081712"/>
                  </a:cubicBezTo>
                  <a:cubicBezTo>
                    <a:pt x="1684950" y="1079760"/>
                    <a:pt x="1684614" y="1080938"/>
                    <a:pt x="1686027" y="1079660"/>
                  </a:cubicBezTo>
                  <a:cubicBezTo>
                    <a:pt x="1687441" y="1078348"/>
                    <a:pt x="1687643" y="1077809"/>
                    <a:pt x="1688518" y="1076598"/>
                  </a:cubicBezTo>
                  <a:cubicBezTo>
                    <a:pt x="1689393" y="1075421"/>
                    <a:pt x="1689729" y="1073571"/>
                    <a:pt x="1689830" y="1073133"/>
                  </a:cubicBezTo>
                  <a:cubicBezTo>
                    <a:pt x="1689931" y="1072696"/>
                    <a:pt x="1689628" y="1070745"/>
                    <a:pt x="1689628" y="1070745"/>
                  </a:cubicBezTo>
                  <a:lnTo>
                    <a:pt x="1688551" y="1066506"/>
                  </a:lnTo>
                  <a:lnTo>
                    <a:pt x="1689022" y="1043699"/>
                  </a:lnTo>
                  <a:cubicBezTo>
                    <a:pt x="1689022" y="1043699"/>
                    <a:pt x="1689527" y="1041647"/>
                    <a:pt x="1689527" y="1041209"/>
                  </a:cubicBezTo>
                  <a:cubicBezTo>
                    <a:pt x="1689527" y="1040772"/>
                    <a:pt x="1689628" y="1039595"/>
                    <a:pt x="1689191" y="1039023"/>
                  </a:cubicBezTo>
                  <a:cubicBezTo>
                    <a:pt x="1688753" y="1038485"/>
                    <a:pt x="1689191" y="1037375"/>
                    <a:pt x="1689191" y="1037375"/>
                  </a:cubicBezTo>
                  <a:lnTo>
                    <a:pt x="1689191" y="1033910"/>
                  </a:lnTo>
                  <a:lnTo>
                    <a:pt x="1689191" y="1032160"/>
                  </a:lnTo>
                  <a:lnTo>
                    <a:pt x="1691109" y="1032059"/>
                  </a:lnTo>
                  <a:lnTo>
                    <a:pt x="1693330" y="1032160"/>
                  </a:lnTo>
                  <a:cubicBezTo>
                    <a:pt x="1693330" y="1032160"/>
                    <a:pt x="1695720" y="1032699"/>
                    <a:pt x="1696157" y="1032699"/>
                  </a:cubicBezTo>
                  <a:cubicBezTo>
                    <a:pt x="1696595" y="1032699"/>
                    <a:pt x="1698883" y="1033876"/>
                    <a:pt x="1698883" y="1033876"/>
                  </a:cubicBezTo>
                  <a:cubicBezTo>
                    <a:pt x="1698883" y="1033876"/>
                    <a:pt x="1703326" y="1034953"/>
                    <a:pt x="1703763" y="1035188"/>
                  </a:cubicBezTo>
                  <a:cubicBezTo>
                    <a:pt x="1704201" y="1035423"/>
                    <a:pt x="1708206" y="1035289"/>
                    <a:pt x="1709081" y="1035289"/>
                  </a:cubicBezTo>
                  <a:cubicBezTo>
                    <a:pt x="1709956" y="1035289"/>
                    <a:pt x="1715071" y="1038451"/>
                    <a:pt x="1715711" y="1038451"/>
                  </a:cubicBezTo>
                  <a:cubicBezTo>
                    <a:pt x="1716350" y="1038451"/>
                    <a:pt x="1718975" y="1039628"/>
                    <a:pt x="1719312" y="1039763"/>
                  </a:cubicBezTo>
                  <a:cubicBezTo>
                    <a:pt x="1719648" y="1039864"/>
                    <a:pt x="1720826" y="1040537"/>
                    <a:pt x="1722374" y="1040638"/>
                  </a:cubicBezTo>
                  <a:cubicBezTo>
                    <a:pt x="1723889" y="1040739"/>
                    <a:pt x="1723889" y="1040974"/>
                    <a:pt x="1726413" y="1040974"/>
                  </a:cubicBezTo>
                  <a:cubicBezTo>
                    <a:pt x="1728903" y="1040974"/>
                    <a:pt x="1728903" y="1041075"/>
                    <a:pt x="1729240" y="1040873"/>
                  </a:cubicBezTo>
                  <a:cubicBezTo>
                    <a:pt x="1729576" y="1040638"/>
                    <a:pt x="1731528" y="1040772"/>
                    <a:pt x="1732841" y="1040671"/>
                  </a:cubicBezTo>
                  <a:cubicBezTo>
                    <a:pt x="1734153" y="1040570"/>
                    <a:pt x="1734692" y="1040133"/>
                    <a:pt x="1735769" y="1039898"/>
                  </a:cubicBezTo>
                  <a:cubicBezTo>
                    <a:pt x="1736846" y="1039696"/>
                    <a:pt x="1737956" y="1039258"/>
                    <a:pt x="1738394" y="1038922"/>
                  </a:cubicBezTo>
                  <a:cubicBezTo>
                    <a:pt x="1738831" y="1038586"/>
                    <a:pt x="1739471" y="1038283"/>
                    <a:pt x="1739471" y="1038283"/>
                  </a:cubicBezTo>
                  <a:lnTo>
                    <a:pt x="1741221" y="1037745"/>
                  </a:lnTo>
                  <a:cubicBezTo>
                    <a:pt x="1741221" y="1037745"/>
                    <a:pt x="1742399" y="1037307"/>
                    <a:pt x="1743509" y="1037105"/>
                  </a:cubicBezTo>
                  <a:cubicBezTo>
                    <a:pt x="1744586" y="1036904"/>
                    <a:pt x="1744923" y="1036668"/>
                    <a:pt x="1745461" y="1036231"/>
                  </a:cubicBezTo>
                  <a:cubicBezTo>
                    <a:pt x="1746000" y="1035794"/>
                    <a:pt x="1746538" y="1035794"/>
                    <a:pt x="1747211" y="1035592"/>
                  </a:cubicBezTo>
                  <a:cubicBezTo>
                    <a:pt x="1747851" y="1035390"/>
                    <a:pt x="1748827" y="1034717"/>
                    <a:pt x="1749163" y="1034381"/>
                  </a:cubicBezTo>
                  <a:cubicBezTo>
                    <a:pt x="1749500" y="1034044"/>
                    <a:pt x="1750476" y="1033304"/>
                    <a:pt x="1750476" y="1033304"/>
                  </a:cubicBezTo>
                  <a:lnTo>
                    <a:pt x="1751889" y="1032228"/>
                  </a:lnTo>
                  <a:lnTo>
                    <a:pt x="1753404" y="1031689"/>
                  </a:lnTo>
                  <a:lnTo>
                    <a:pt x="1754481" y="1031252"/>
                  </a:lnTo>
                  <a:cubicBezTo>
                    <a:pt x="1754481" y="1031252"/>
                    <a:pt x="1755995" y="1030815"/>
                    <a:pt x="1756433" y="1030377"/>
                  </a:cubicBezTo>
                  <a:cubicBezTo>
                    <a:pt x="1756870" y="1029940"/>
                    <a:pt x="1757745" y="1029200"/>
                    <a:pt x="1758385" y="1028763"/>
                  </a:cubicBezTo>
                  <a:cubicBezTo>
                    <a:pt x="1759024" y="1028326"/>
                    <a:pt x="1759563" y="1027552"/>
                    <a:pt x="1759563" y="1027552"/>
                  </a:cubicBezTo>
                  <a:lnTo>
                    <a:pt x="1760337" y="1027014"/>
                  </a:lnTo>
                  <a:lnTo>
                    <a:pt x="1761212" y="1026576"/>
                  </a:lnTo>
                  <a:lnTo>
                    <a:pt x="1762524" y="1025399"/>
                  </a:lnTo>
                  <a:cubicBezTo>
                    <a:pt x="1762524" y="1025399"/>
                    <a:pt x="1763837" y="1024760"/>
                    <a:pt x="1764274" y="1024760"/>
                  </a:cubicBezTo>
                  <a:cubicBezTo>
                    <a:pt x="1764712" y="1024760"/>
                    <a:pt x="1766024" y="1023986"/>
                    <a:pt x="1766024" y="1023986"/>
                  </a:cubicBezTo>
                  <a:lnTo>
                    <a:pt x="1767101" y="1022775"/>
                  </a:lnTo>
                  <a:lnTo>
                    <a:pt x="1767976" y="1021026"/>
                  </a:lnTo>
                  <a:cubicBezTo>
                    <a:pt x="1767976" y="1021026"/>
                    <a:pt x="1769928" y="1018402"/>
                    <a:pt x="1770029" y="1017998"/>
                  </a:cubicBezTo>
                  <a:cubicBezTo>
                    <a:pt x="1770130" y="1017561"/>
                    <a:pt x="1771442" y="1016249"/>
                    <a:pt x="1771779" y="1015711"/>
                  </a:cubicBezTo>
                  <a:cubicBezTo>
                    <a:pt x="1772116" y="1015172"/>
                    <a:pt x="1772553" y="1013423"/>
                    <a:pt x="1772856" y="1012549"/>
                  </a:cubicBezTo>
                  <a:cubicBezTo>
                    <a:pt x="1773193" y="1011674"/>
                    <a:pt x="1775145" y="1008074"/>
                    <a:pt x="1775145" y="1008074"/>
                  </a:cubicBezTo>
                  <a:cubicBezTo>
                    <a:pt x="1775145" y="1008074"/>
                    <a:pt x="1779486" y="1002961"/>
                    <a:pt x="1780799" y="1002221"/>
                  </a:cubicBezTo>
                  <a:cubicBezTo>
                    <a:pt x="1782111" y="1001447"/>
                    <a:pt x="1785477" y="998958"/>
                    <a:pt x="1785477" y="998958"/>
                  </a:cubicBezTo>
                  <a:lnTo>
                    <a:pt x="1790357" y="990918"/>
                  </a:lnTo>
                  <a:lnTo>
                    <a:pt x="1797861" y="982441"/>
                  </a:lnTo>
                  <a:lnTo>
                    <a:pt x="1807857" y="975814"/>
                  </a:lnTo>
                  <a:cubicBezTo>
                    <a:pt x="1807857" y="975814"/>
                    <a:pt x="1817112" y="970398"/>
                    <a:pt x="1817415" y="970163"/>
                  </a:cubicBezTo>
                  <a:cubicBezTo>
                    <a:pt x="1817751" y="969927"/>
                    <a:pt x="1825795" y="963973"/>
                    <a:pt x="1825795" y="963973"/>
                  </a:cubicBezTo>
                  <a:lnTo>
                    <a:pt x="1831449" y="959297"/>
                  </a:lnTo>
                  <a:lnTo>
                    <a:pt x="1845483" y="949306"/>
                  </a:lnTo>
                  <a:lnTo>
                    <a:pt x="1853627" y="942141"/>
                  </a:lnTo>
                  <a:cubicBezTo>
                    <a:pt x="1853627" y="942141"/>
                    <a:pt x="1856892" y="939752"/>
                    <a:pt x="1857329" y="939651"/>
                  </a:cubicBezTo>
                  <a:cubicBezTo>
                    <a:pt x="1857767" y="939550"/>
                    <a:pt x="1860796" y="936725"/>
                    <a:pt x="1861334" y="936287"/>
                  </a:cubicBezTo>
                  <a:cubicBezTo>
                    <a:pt x="1861873" y="935850"/>
                    <a:pt x="1865473" y="934000"/>
                    <a:pt x="1866651" y="933024"/>
                  </a:cubicBezTo>
                  <a:cubicBezTo>
                    <a:pt x="1867863" y="932049"/>
                    <a:pt x="1871868" y="930737"/>
                    <a:pt x="1872844" y="930098"/>
                  </a:cubicBezTo>
                  <a:cubicBezTo>
                    <a:pt x="1873820" y="929425"/>
                    <a:pt x="1877959" y="928046"/>
                    <a:pt x="1877959" y="928046"/>
                  </a:cubicBezTo>
                  <a:lnTo>
                    <a:pt x="1882099" y="925018"/>
                  </a:lnTo>
                  <a:lnTo>
                    <a:pt x="1897210" y="922966"/>
                  </a:lnTo>
                  <a:lnTo>
                    <a:pt x="1915787" y="918055"/>
                  </a:lnTo>
                  <a:lnTo>
                    <a:pt x="1918816" y="917617"/>
                  </a:lnTo>
                  <a:cubicBezTo>
                    <a:pt x="1918816" y="917617"/>
                    <a:pt x="1922619" y="918694"/>
                    <a:pt x="1925008" y="920006"/>
                  </a:cubicBezTo>
                  <a:cubicBezTo>
                    <a:pt x="1927398" y="921318"/>
                    <a:pt x="1927196" y="919669"/>
                    <a:pt x="1927936" y="919569"/>
                  </a:cubicBezTo>
                  <a:cubicBezTo>
                    <a:pt x="1928710" y="919468"/>
                    <a:pt x="1930864" y="918257"/>
                    <a:pt x="1931201" y="918257"/>
                  </a:cubicBezTo>
                  <a:cubicBezTo>
                    <a:pt x="1931537" y="918257"/>
                    <a:pt x="1934364" y="917517"/>
                    <a:pt x="1934364" y="917517"/>
                  </a:cubicBezTo>
                  <a:cubicBezTo>
                    <a:pt x="1934364" y="917517"/>
                    <a:pt x="1938369" y="914893"/>
                    <a:pt x="1938807" y="914893"/>
                  </a:cubicBezTo>
                  <a:cubicBezTo>
                    <a:pt x="1939244" y="914893"/>
                    <a:pt x="1942273" y="914893"/>
                    <a:pt x="1942273" y="914893"/>
                  </a:cubicBezTo>
                  <a:cubicBezTo>
                    <a:pt x="1942273" y="914893"/>
                    <a:pt x="1944999" y="915666"/>
                    <a:pt x="1946615" y="915666"/>
                  </a:cubicBezTo>
                  <a:cubicBezTo>
                    <a:pt x="1948230" y="915666"/>
                    <a:pt x="1951192" y="917617"/>
                    <a:pt x="1951629" y="917617"/>
                  </a:cubicBezTo>
                  <a:cubicBezTo>
                    <a:pt x="1952067" y="917617"/>
                    <a:pt x="1956072" y="918694"/>
                    <a:pt x="1956509" y="918828"/>
                  </a:cubicBezTo>
                  <a:cubicBezTo>
                    <a:pt x="1956947" y="918929"/>
                    <a:pt x="1966841" y="922091"/>
                    <a:pt x="1967279" y="922091"/>
                  </a:cubicBezTo>
                  <a:cubicBezTo>
                    <a:pt x="1967716" y="922091"/>
                    <a:pt x="1975961" y="921991"/>
                    <a:pt x="1976197" y="921553"/>
                  </a:cubicBezTo>
                  <a:cubicBezTo>
                    <a:pt x="1976399" y="921116"/>
                    <a:pt x="1980337" y="915902"/>
                    <a:pt x="1980337" y="915902"/>
                  </a:cubicBezTo>
                  <a:cubicBezTo>
                    <a:pt x="1980337" y="915902"/>
                    <a:pt x="1983702" y="913715"/>
                    <a:pt x="1983803" y="913413"/>
                  </a:cubicBezTo>
                  <a:cubicBezTo>
                    <a:pt x="1983904" y="913076"/>
                    <a:pt x="1989659" y="910385"/>
                    <a:pt x="1989659" y="910385"/>
                  </a:cubicBezTo>
                  <a:cubicBezTo>
                    <a:pt x="1989659" y="910385"/>
                    <a:pt x="1991947" y="907896"/>
                    <a:pt x="1992250" y="907357"/>
                  </a:cubicBezTo>
                  <a:cubicBezTo>
                    <a:pt x="1992587" y="906819"/>
                    <a:pt x="1992048" y="904733"/>
                    <a:pt x="1992048" y="904733"/>
                  </a:cubicBezTo>
                  <a:lnTo>
                    <a:pt x="1987471" y="899519"/>
                  </a:lnTo>
                  <a:lnTo>
                    <a:pt x="1989659" y="888015"/>
                  </a:lnTo>
                  <a:lnTo>
                    <a:pt x="1992688" y="880076"/>
                  </a:lnTo>
                  <a:lnTo>
                    <a:pt x="1993563" y="869008"/>
                  </a:lnTo>
                  <a:lnTo>
                    <a:pt x="1992149" y="858344"/>
                  </a:lnTo>
                  <a:cubicBezTo>
                    <a:pt x="1992149" y="858344"/>
                    <a:pt x="1993125" y="852155"/>
                    <a:pt x="1993226" y="851818"/>
                  </a:cubicBezTo>
                  <a:cubicBezTo>
                    <a:pt x="1993327" y="851482"/>
                    <a:pt x="1993226" y="848017"/>
                    <a:pt x="1993226" y="847681"/>
                  </a:cubicBezTo>
                  <a:cubicBezTo>
                    <a:pt x="1993226" y="847344"/>
                    <a:pt x="1993664" y="843005"/>
                    <a:pt x="1993866" y="842467"/>
                  </a:cubicBezTo>
                  <a:cubicBezTo>
                    <a:pt x="1994068" y="841928"/>
                    <a:pt x="1996053" y="839876"/>
                    <a:pt x="1996457" y="839203"/>
                  </a:cubicBezTo>
                  <a:cubicBezTo>
                    <a:pt x="1996895" y="838564"/>
                    <a:pt x="2000058" y="837252"/>
                    <a:pt x="2002212" y="835739"/>
                  </a:cubicBezTo>
                  <a:cubicBezTo>
                    <a:pt x="2004400" y="834225"/>
                    <a:pt x="2008068" y="831735"/>
                    <a:pt x="2008405" y="831500"/>
                  </a:cubicBezTo>
                  <a:cubicBezTo>
                    <a:pt x="2008741" y="831264"/>
                    <a:pt x="2015674" y="830861"/>
                    <a:pt x="2015674" y="830861"/>
                  </a:cubicBezTo>
                  <a:lnTo>
                    <a:pt x="2017087" y="829179"/>
                  </a:lnTo>
                  <a:lnTo>
                    <a:pt x="2017828" y="827160"/>
                  </a:lnTo>
                  <a:lnTo>
                    <a:pt x="2017828" y="823696"/>
                  </a:lnTo>
                  <a:cubicBezTo>
                    <a:pt x="2017828" y="823696"/>
                    <a:pt x="2017828" y="816631"/>
                    <a:pt x="2017828" y="816194"/>
                  </a:cubicBezTo>
                  <a:cubicBezTo>
                    <a:pt x="2017828" y="815757"/>
                    <a:pt x="2017188" y="811955"/>
                    <a:pt x="2016751" y="810643"/>
                  </a:cubicBezTo>
                  <a:cubicBezTo>
                    <a:pt x="2016313" y="809331"/>
                    <a:pt x="2015337" y="807380"/>
                    <a:pt x="2014900" y="807044"/>
                  </a:cubicBezTo>
                  <a:cubicBezTo>
                    <a:pt x="2014462" y="806708"/>
                    <a:pt x="2012409" y="803344"/>
                    <a:pt x="2012174" y="802805"/>
                  </a:cubicBezTo>
                  <a:cubicBezTo>
                    <a:pt x="2011972" y="802267"/>
                    <a:pt x="2008371" y="798029"/>
                    <a:pt x="2008371" y="798029"/>
                  </a:cubicBezTo>
                  <a:cubicBezTo>
                    <a:pt x="2008371" y="798029"/>
                    <a:pt x="2005880" y="792814"/>
                    <a:pt x="2005880" y="792377"/>
                  </a:cubicBezTo>
                  <a:cubicBezTo>
                    <a:pt x="2005880" y="791940"/>
                    <a:pt x="2003491" y="789350"/>
                    <a:pt x="2003491" y="789350"/>
                  </a:cubicBezTo>
                  <a:lnTo>
                    <a:pt x="1997837" y="782487"/>
                  </a:lnTo>
                  <a:cubicBezTo>
                    <a:pt x="1997837" y="782487"/>
                    <a:pt x="1995650" y="778248"/>
                    <a:pt x="1995347" y="777710"/>
                  </a:cubicBezTo>
                  <a:cubicBezTo>
                    <a:pt x="1995010" y="777172"/>
                    <a:pt x="1990568" y="772933"/>
                    <a:pt x="1990568" y="772933"/>
                  </a:cubicBezTo>
                  <a:cubicBezTo>
                    <a:pt x="1990568" y="772933"/>
                    <a:pt x="1988077" y="769771"/>
                    <a:pt x="1987842" y="769468"/>
                  </a:cubicBezTo>
                  <a:cubicBezTo>
                    <a:pt x="1987640" y="769132"/>
                    <a:pt x="1982962" y="762606"/>
                    <a:pt x="1982962" y="762606"/>
                  </a:cubicBezTo>
                  <a:lnTo>
                    <a:pt x="1981346" y="755878"/>
                  </a:lnTo>
                  <a:lnTo>
                    <a:pt x="1981346" y="748040"/>
                  </a:lnTo>
                  <a:lnTo>
                    <a:pt x="1980370" y="735560"/>
                  </a:lnTo>
                  <a:lnTo>
                    <a:pt x="1978317" y="727419"/>
                  </a:lnTo>
                  <a:lnTo>
                    <a:pt x="1975591" y="719816"/>
                  </a:lnTo>
                  <a:lnTo>
                    <a:pt x="1974514" y="711137"/>
                  </a:lnTo>
                  <a:lnTo>
                    <a:pt x="1973538" y="702997"/>
                  </a:lnTo>
                  <a:lnTo>
                    <a:pt x="1974514" y="698993"/>
                  </a:lnTo>
                  <a:cubicBezTo>
                    <a:pt x="1974514" y="698993"/>
                    <a:pt x="1972764" y="690516"/>
                    <a:pt x="1972461" y="690180"/>
                  </a:cubicBezTo>
                  <a:cubicBezTo>
                    <a:pt x="1972125" y="689844"/>
                    <a:pt x="1971687" y="687455"/>
                    <a:pt x="1971216" y="686580"/>
                  </a:cubicBezTo>
                  <a:cubicBezTo>
                    <a:pt x="1970745" y="685706"/>
                    <a:pt x="1971384" y="682005"/>
                    <a:pt x="1971149" y="680929"/>
                  </a:cubicBezTo>
                  <a:cubicBezTo>
                    <a:pt x="1970913" y="679853"/>
                    <a:pt x="1971351" y="676051"/>
                    <a:pt x="1971149" y="674941"/>
                  </a:cubicBezTo>
                  <a:cubicBezTo>
                    <a:pt x="1970913" y="673865"/>
                    <a:pt x="1970173" y="673865"/>
                    <a:pt x="1969735" y="673730"/>
                  </a:cubicBezTo>
                  <a:cubicBezTo>
                    <a:pt x="1969298" y="673629"/>
                    <a:pt x="1967144" y="675681"/>
                    <a:pt x="1966706" y="676455"/>
                  </a:cubicBezTo>
                  <a:cubicBezTo>
                    <a:pt x="1966269" y="677229"/>
                    <a:pt x="1962028" y="676892"/>
                    <a:pt x="1961591" y="676657"/>
                  </a:cubicBezTo>
                  <a:cubicBezTo>
                    <a:pt x="1961154" y="676455"/>
                    <a:pt x="1958326" y="674268"/>
                    <a:pt x="1958326" y="674268"/>
                  </a:cubicBezTo>
                  <a:cubicBezTo>
                    <a:pt x="1958326" y="674268"/>
                    <a:pt x="1956913" y="671544"/>
                    <a:pt x="1956812" y="671005"/>
                  </a:cubicBezTo>
                  <a:cubicBezTo>
                    <a:pt x="1956711" y="670467"/>
                    <a:pt x="1956173" y="669592"/>
                    <a:pt x="1956173" y="669592"/>
                  </a:cubicBezTo>
                  <a:lnTo>
                    <a:pt x="1955399" y="667978"/>
                  </a:lnTo>
                  <a:cubicBezTo>
                    <a:pt x="1955399" y="667978"/>
                    <a:pt x="1954759" y="665791"/>
                    <a:pt x="1954759" y="665354"/>
                  </a:cubicBezTo>
                  <a:cubicBezTo>
                    <a:pt x="1954759" y="664917"/>
                    <a:pt x="1954120" y="661216"/>
                    <a:pt x="1954120" y="661216"/>
                  </a:cubicBezTo>
                  <a:lnTo>
                    <a:pt x="1954658" y="658592"/>
                  </a:lnTo>
                  <a:lnTo>
                    <a:pt x="1954860" y="657381"/>
                  </a:lnTo>
                  <a:lnTo>
                    <a:pt x="1956812" y="654555"/>
                  </a:lnTo>
                  <a:lnTo>
                    <a:pt x="1959841" y="652806"/>
                  </a:lnTo>
                  <a:cubicBezTo>
                    <a:pt x="1959841" y="652806"/>
                    <a:pt x="1962129" y="653782"/>
                    <a:pt x="1963005" y="650956"/>
                  </a:cubicBezTo>
                  <a:cubicBezTo>
                    <a:pt x="1963880" y="648130"/>
                    <a:pt x="1961591" y="647928"/>
                    <a:pt x="1961591" y="647928"/>
                  </a:cubicBezTo>
                  <a:lnTo>
                    <a:pt x="1959639" y="647188"/>
                  </a:lnTo>
                  <a:lnTo>
                    <a:pt x="1955937" y="647188"/>
                  </a:lnTo>
                  <a:lnTo>
                    <a:pt x="1944192" y="647525"/>
                  </a:lnTo>
                  <a:cubicBezTo>
                    <a:pt x="1944192" y="647525"/>
                    <a:pt x="1933523" y="646112"/>
                    <a:pt x="1932547" y="646347"/>
                  </a:cubicBezTo>
                  <a:cubicBezTo>
                    <a:pt x="1931571" y="646549"/>
                    <a:pt x="1926355" y="644699"/>
                    <a:pt x="1926355" y="644699"/>
                  </a:cubicBezTo>
                  <a:lnTo>
                    <a:pt x="1915484" y="637971"/>
                  </a:lnTo>
                  <a:lnTo>
                    <a:pt x="1908215" y="630133"/>
                  </a:lnTo>
                  <a:lnTo>
                    <a:pt x="1897984" y="619469"/>
                  </a:lnTo>
                  <a:lnTo>
                    <a:pt x="1892566" y="616105"/>
                  </a:lnTo>
                  <a:lnTo>
                    <a:pt x="1884421" y="607527"/>
                  </a:lnTo>
                  <a:lnTo>
                    <a:pt x="1879979" y="602414"/>
                  </a:lnTo>
                  <a:lnTo>
                    <a:pt x="1871599" y="596662"/>
                  </a:lnTo>
                  <a:lnTo>
                    <a:pt x="1864969" y="588723"/>
                  </a:lnTo>
                  <a:lnTo>
                    <a:pt x="1854872" y="576882"/>
                  </a:lnTo>
                  <a:lnTo>
                    <a:pt x="1847468" y="570355"/>
                  </a:lnTo>
                  <a:lnTo>
                    <a:pt x="1841612" y="562753"/>
                  </a:lnTo>
                  <a:lnTo>
                    <a:pt x="1837608" y="558615"/>
                  </a:lnTo>
                  <a:lnTo>
                    <a:pt x="1825122" y="552190"/>
                  </a:lnTo>
                  <a:lnTo>
                    <a:pt x="1820242" y="548389"/>
                  </a:lnTo>
                  <a:lnTo>
                    <a:pt x="1811862" y="546202"/>
                  </a:lnTo>
                  <a:lnTo>
                    <a:pt x="1796549" y="537523"/>
                  </a:lnTo>
                  <a:lnTo>
                    <a:pt x="1780361" y="535034"/>
                  </a:lnTo>
                  <a:lnTo>
                    <a:pt x="1765688" y="530459"/>
                  </a:lnTo>
                  <a:cubicBezTo>
                    <a:pt x="1765688" y="530459"/>
                    <a:pt x="1759495" y="529820"/>
                    <a:pt x="1757207" y="529820"/>
                  </a:cubicBezTo>
                  <a:cubicBezTo>
                    <a:pt x="1754918" y="529820"/>
                    <a:pt x="1748524" y="530022"/>
                    <a:pt x="1746673" y="530257"/>
                  </a:cubicBezTo>
                  <a:cubicBezTo>
                    <a:pt x="1744822" y="530459"/>
                    <a:pt x="1739168" y="530257"/>
                    <a:pt x="1736240" y="530055"/>
                  </a:cubicBezTo>
                  <a:cubicBezTo>
                    <a:pt x="1733312" y="529853"/>
                    <a:pt x="1726884" y="529853"/>
                    <a:pt x="1725167" y="529517"/>
                  </a:cubicBezTo>
                  <a:cubicBezTo>
                    <a:pt x="1723418" y="529181"/>
                    <a:pt x="1721466" y="529181"/>
                    <a:pt x="1721028" y="529080"/>
                  </a:cubicBezTo>
                  <a:cubicBezTo>
                    <a:pt x="1720590" y="528979"/>
                    <a:pt x="1717764" y="526691"/>
                    <a:pt x="1717764" y="526691"/>
                  </a:cubicBezTo>
                  <a:lnTo>
                    <a:pt x="1706792" y="522453"/>
                  </a:lnTo>
                  <a:lnTo>
                    <a:pt x="1702787" y="517575"/>
                  </a:lnTo>
                  <a:cubicBezTo>
                    <a:pt x="1702787" y="517575"/>
                    <a:pt x="1698749" y="517474"/>
                    <a:pt x="1697907" y="517373"/>
                  </a:cubicBezTo>
                  <a:cubicBezTo>
                    <a:pt x="1697032" y="517272"/>
                    <a:pt x="1694643" y="517373"/>
                    <a:pt x="1693128" y="517138"/>
                  </a:cubicBezTo>
                  <a:cubicBezTo>
                    <a:pt x="1691614" y="516936"/>
                    <a:pt x="1688248" y="516599"/>
                    <a:pt x="1686936" y="516364"/>
                  </a:cubicBezTo>
                  <a:cubicBezTo>
                    <a:pt x="1685623" y="516162"/>
                    <a:pt x="1680508" y="516162"/>
                    <a:pt x="1679094" y="515927"/>
                  </a:cubicBezTo>
                  <a:cubicBezTo>
                    <a:pt x="1677681" y="515725"/>
                    <a:pt x="1672902" y="515725"/>
                    <a:pt x="1672902" y="515725"/>
                  </a:cubicBezTo>
                  <a:lnTo>
                    <a:pt x="1667248" y="513975"/>
                  </a:lnTo>
                  <a:cubicBezTo>
                    <a:pt x="1667248" y="513975"/>
                    <a:pt x="1661695" y="510376"/>
                    <a:pt x="1661493" y="510073"/>
                  </a:cubicBezTo>
                  <a:cubicBezTo>
                    <a:pt x="1661257" y="509737"/>
                    <a:pt x="1657589" y="506171"/>
                    <a:pt x="1657589" y="506171"/>
                  </a:cubicBezTo>
                  <a:cubicBezTo>
                    <a:pt x="1657589" y="506171"/>
                    <a:pt x="1655839" y="503144"/>
                    <a:pt x="1654661" y="502908"/>
                  </a:cubicBezTo>
                  <a:cubicBezTo>
                    <a:pt x="1653450" y="502706"/>
                    <a:pt x="1648570" y="501596"/>
                    <a:pt x="1648132" y="501596"/>
                  </a:cubicBezTo>
                  <a:cubicBezTo>
                    <a:pt x="1647695" y="501596"/>
                    <a:pt x="1643791" y="499309"/>
                    <a:pt x="1643791" y="499309"/>
                  </a:cubicBezTo>
                  <a:cubicBezTo>
                    <a:pt x="1643791" y="499309"/>
                    <a:pt x="1639887" y="495171"/>
                    <a:pt x="1639113" y="494868"/>
                  </a:cubicBezTo>
                  <a:cubicBezTo>
                    <a:pt x="1638339" y="494532"/>
                    <a:pt x="1636521" y="493893"/>
                    <a:pt x="1636185" y="493657"/>
                  </a:cubicBezTo>
                  <a:cubicBezTo>
                    <a:pt x="1635848" y="493455"/>
                    <a:pt x="1630093" y="491908"/>
                    <a:pt x="1630093" y="491908"/>
                  </a:cubicBezTo>
                  <a:lnTo>
                    <a:pt x="1624338" y="490495"/>
                  </a:lnTo>
                  <a:lnTo>
                    <a:pt x="1620199" y="486896"/>
                  </a:lnTo>
                  <a:lnTo>
                    <a:pt x="1616934" y="483195"/>
                  </a:lnTo>
                  <a:cubicBezTo>
                    <a:pt x="1616934" y="483195"/>
                    <a:pt x="1615420" y="481984"/>
                    <a:pt x="1615083" y="481984"/>
                  </a:cubicBezTo>
                  <a:cubicBezTo>
                    <a:pt x="1614747" y="481984"/>
                    <a:pt x="1610843" y="477981"/>
                    <a:pt x="1610843" y="477981"/>
                  </a:cubicBezTo>
                  <a:lnTo>
                    <a:pt x="1607377" y="474180"/>
                  </a:lnTo>
                  <a:lnTo>
                    <a:pt x="1606838" y="470143"/>
                  </a:lnTo>
                  <a:lnTo>
                    <a:pt x="1604550" y="462440"/>
                  </a:lnTo>
                  <a:lnTo>
                    <a:pt x="1604213" y="455039"/>
                  </a:lnTo>
                  <a:lnTo>
                    <a:pt x="1604651" y="448075"/>
                  </a:lnTo>
                  <a:lnTo>
                    <a:pt x="1609328" y="439161"/>
                  </a:lnTo>
                  <a:lnTo>
                    <a:pt x="1613367" y="434149"/>
                  </a:lnTo>
                  <a:cubicBezTo>
                    <a:pt x="1613367" y="434149"/>
                    <a:pt x="1614982" y="429473"/>
                    <a:pt x="1615117" y="428934"/>
                  </a:cubicBezTo>
                  <a:cubicBezTo>
                    <a:pt x="1615218" y="428396"/>
                    <a:pt x="1618045" y="424359"/>
                    <a:pt x="1618045" y="424359"/>
                  </a:cubicBezTo>
                  <a:lnTo>
                    <a:pt x="1621848" y="417396"/>
                  </a:lnTo>
                  <a:cubicBezTo>
                    <a:pt x="1621848" y="417396"/>
                    <a:pt x="1626290" y="410870"/>
                    <a:pt x="1626728" y="409995"/>
                  </a:cubicBezTo>
                  <a:cubicBezTo>
                    <a:pt x="1627165" y="409121"/>
                    <a:pt x="1629454" y="407708"/>
                    <a:pt x="1632382" y="406396"/>
                  </a:cubicBezTo>
                  <a:cubicBezTo>
                    <a:pt x="1635310" y="405084"/>
                    <a:pt x="1637396" y="400206"/>
                    <a:pt x="1638036" y="399433"/>
                  </a:cubicBezTo>
                  <a:cubicBezTo>
                    <a:pt x="1638675" y="398659"/>
                    <a:pt x="1639449" y="396607"/>
                    <a:pt x="1639651" y="396169"/>
                  </a:cubicBezTo>
                  <a:cubicBezTo>
                    <a:pt x="1639853" y="395732"/>
                    <a:pt x="1639988" y="392166"/>
                    <a:pt x="1639988" y="390417"/>
                  </a:cubicBezTo>
                  <a:cubicBezTo>
                    <a:pt x="1639988" y="388668"/>
                    <a:pt x="1639348" y="386178"/>
                    <a:pt x="1639012" y="385539"/>
                  </a:cubicBezTo>
                  <a:cubicBezTo>
                    <a:pt x="1638675" y="384900"/>
                    <a:pt x="1637497" y="381099"/>
                    <a:pt x="1637262" y="380325"/>
                  </a:cubicBezTo>
                  <a:cubicBezTo>
                    <a:pt x="1637060" y="379551"/>
                    <a:pt x="1634872" y="375548"/>
                    <a:pt x="1634872" y="375111"/>
                  </a:cubicBezTo>
                  <a:cubicBezTo>
                    <a:pt x="1634872" y="374674"/>
                    <a:pt x="1634771" y="373496"/>
                    <a:pt x="1634973" y="372386"/>
                  </a:cubicBezTo>
                  <a:cubicBezTo>
                    <a:pt x="1635175" y="371310"/>
                    <a:pt x="1636488" y="368047"/>
                    <a:pt x="1636723" y="367710"/>
                  </a:cubicBezTo>
                  <a:cubicBezTo>
                    <a:pt x="1636925" y="367374"/>
                    <a:pt x="1638473" y="366062"/>
                    <a:pt x="1638473" y="366062"/>
                  </a:cubicBezTo>
                  <a:cubicBezTo>
                    <a:pt x="1638473" y="366062"/>
                    <a:pt x="1645440" y="359771"/>
                    <a:pt x="1646517" y="358998"/>
                  </a:cubicBezTo>
                  <a:cubicBezTo>
                    <a:pt x="1647594" y="358224"/>
                    <a:pt x="1648368" y="356710"/>
                    <a:pt x="1648368" y="356710"/>
                  </a:cubicBezTo>
                  <a:cubicBezTo>
                    <a:pt x="1648368" y="356710"/>
                    <a:pt x="1651296" y="347257"/>
                    <a:pt x="1651296" y="346820"/>
                  </a:cubicBezTo>
                  <a:cubicBezTo>
                    <a:pt x="1651296" y="346383"/>
                    <a:pt x="1651632" y="344331"/>
                    <a:pt x="1651632" y="344331"/>
                  </a:cubicBezTo>
                  <a:lnTo>
                    <a:pt x="1652507" y="334542"/>
                  </a:lnTo>
                  <a:cubicBezTo>
                    <a:pt x="1652507" y="334542"/>
                    <a:pt x="1652709" y="327276"/>
                    <a:pt x="1652507" y="326401"/>
                  </a:cubicBezTo>
                  <a:cubicBezTo>
                    <a:pt x="1652272" y="325526"/>
                    <a:pt x="1651969" y="320312"/>
                    <a:pt x="1651531" y="319673"/>
                  </a:cubicBezTo>
                  <a:cubicBezTo>
                    <a:pt x="1651094" y="319034"/>
                    <a:pt x="1650454" y="311869"/>
                    <a:pt x="1650320" y="311196"/>
                  </a:cubicBezTo>
                  <a:cubicBezTo>
                    <a:pt x="1650219" y="310557"/>
                    <a:pt x="1649680" y="304468"/>
                    <a:pt x="1649680" y="304468"/>
                  </a:cubicBezTo>
                  <a:lnTo>
                    <a:pt x="1645339" y="297740"/>
                  </a:lnTo>
                  <a:cubicBezTo>
                    <a:pt x="1645339" y="297740"/>
                    <a:pt x="1645002" y="295688"/>
                    <a:pt x="1644363" y="294712"/>
                  </a:cubicBezTo>
                  <a:cubicBezTo>
                    <a:pt x="1643724" y="293737"/>
                    <a:pt x="1644363" y="292324"/>
                    <a:pt x="1644363" y="292324"/>
                  </a:cubicBezTo>
                  <a:cubicBezTo>
                    <a:pt x="1644363" y="292324"/>
                    <a:pt x="1641435" y="290474"/>
                    <a:pt x="1639921" y="288523"/>
                  </a:cubicBezTo>
                  <a:cubicBezTo>
                    <a:pt x="1638406" y="286572"/>
                    <a:pt x="1638406" y="286033"/>
                    <a:pt x="1638305" y="285596"/>
                  </a:cubicBezTo>
                  <a:cubicBezTo>
                    <a:pt x="1638204" y="285159"/>
                    <a:pt x="1637093" y="284520"/>
                    <a:pt x="1636454" y="283308"/>
                  </a:cubicBezTo>
                  <a:cubicBezTo>
                    <a:pt x="1635815" y="282097"/>
                    <a:pt x="1635478" y="281694"/>
                    <a:pt x="1634401" y="280584"/>
                  </a:cubicBezTo>
                  <a:cubicBezTo>
                    <a:pt x="1633324" y="279507"/>
                    <a:pt x="1633190" y="278969"/>
                    <a:pt x="1632752" y="277993"/>
                  </a:cubicBezTo>
                  <a:cubicBezTo>
                    <a:pt x="1632315" y="277018"/>
                    <a:pt x="1631002" y="275706"/>
                    <a:pt x="1630699" y="274966"/>
                  </a:cubicBezTo>
                  <a:cubicBezTo>
                    <a:pt x="1630363" y="274192"/>
                    <a:pt x="1629622" y="273217"/>
                    <a:pt x="1629521" y="272678"/>
                  </a:cubicBezTo>
                  <a:cubicBezTo>
                    <a:pt x="1629420" y="272140"/>
                    <a:pt x="1628983" y="269954"/>
                    <a:pt x="1628882" y="269214"/>
                  </a:cubicBezTo>
                  <a:cubicBezTo>
                    <a:pt x="1628781" y="268440"/>
                    <a:pt x="1628646" y="267027"/>
                    <a:pt x="1628007" y="265850"/>
                  </a:cubicBezTo>
                  <a:cubicBezTo>
                    <a:pt x="1627367" y="264639"/>
                    <a:pt x="1628007" y="263461"/>
                    <a:pt x="1628007" y="262486"/>
                  </a:cubicBezTo>
                  <a:cubicBezTo>
                    <a:pt x="1628007" y="261510"/>
                    <a:pt x="1627132" y="260736"/>
                    <a:pt x="1626997" y="259323"/>
                  </a:cubicBezTo>
                  <a:cubicBezTo>
                    <a:pt x="1626863" y="257911"/>
                    <a:pt x="1626795" y="257911"/>
                    <a:pt x="1626795" y="257271"/>
                  </a:cubicBezTo>
                  <a:cubicBezTo>
                    <a:pt x="1626795" y="256632"/>
                    <a:pt x="1627233" y="253807"/>
                    <a:pt x="1626795" y="253470"/>
                  </a:cubicBezTo>
                  <a:cubicBezTo>
                    <a:pt x="1626358" y="253134"/>
                    <a:pt x="1626795" y="249871"/>
                    <a:pt x="1626795" y="249871"/>
                  </a:cubicBezTo>
                  <a:lnTo>
                    <a:pt x="1626795" y="243446"/>
                  </a:lnTo>
                  <a:cubicBezTo>
                    <a:pt x="1626795" y="243446"/>
                    <a:pt x="1625180" y="242033"/>
                    <a:pt x="1625012" y="241057"/>
                  </a:cubicBezTo>
                  <a:cubicBezTo>
                    <a:pt x="1624843" y="240082"/>
                    <a:pt x="1625079" y="238030"/>
                    <a:pt x="1625180" y="237020"/>
                  </a:cubicBezTo>
                  <a:cubicBezTo>
                    <a:pt x="1625281" y="236045"/>
                    <a:pt x="1625180" y="233858"/>
                    <a:pt x="1625180" y="232883"/>
                  </a:cubicBezTo>
                  <a:cubicBezTo>
                    <a:pt x="1625180" y="231907"/>
                    <a:pt x="1624944" y="230696"/>
                    <a:pt x="1624406" y="228880"/>
                  </a:cubicBezTo>
                  <a:cubicBezTo>
                    <a:pt x="1623867" y="227029"/>
                    <a:pt x="1624608" y="225617"/>
                    <a:pt x="1624406" y="224843"/>
                  </a:cubicBezTo>
                  <a:cubicBezTo>
                    <a:pt x="1624170" y="224069"/>
                    <a:pt x="1622790" y="220941"/>
                    <a:pt x="1622555" y="220503"/>
                  </a:cubicBezTo>
                  <a:cubicBezTo>
                    <a:pt x="1622353" y="220066"/>
                    <a:pt x="1620939" y="218014"/>
                    <a:pt x="1620502" y="217038"/>
                  </a:cubicBezTo>
                  <a:cubicBezTo>
                    <a:pt x="1620064" y="216063"/>
                    <a:pt x="1619425" y="215188"/>
                    <a:pt x="1618987" y="214549"/>
                  </a:cubicBezTo>
                  <a:cubicBezTo>
                    <a:pt x="1618550" y="213910"/>
                    <a:pt x="1616396" y="209974"/>
                    <a:pt x="1615723" y="209436"/>
                  </a:cubicBezTo>
                  <a:cubicBezTo>
                    <a:pt x="1615083" y="208898"/>
                    <a:pt x="1612896" y="207148"/>
                    <a:pt x="1612896" y="207148"/>
                  </a:cubicBezTo>
                  <a:lnTo>
                    <a:pt x="1610607" y="204962"/>
                  </a:lnTo>
                  <a:cubicBezTo>
                    <a:pt x="1610607" y="204962"/>
                    <a:pt x="1607679" y="198974"/>
                    <a:pt x="1607006" y="197897"/>
                  </a:cubicBezTo>
                  <a:cubicBezTo>
                    <a:pt x="1606367" y="196821"/>
                    <a:pt x="1606670" y="194298"/>
                    <a:pt x="1605929" y="192582"/>
                  </a:cubicBezTo>
                  <a:cubicBezTo>
                    <a:pt x="1605155" y="190833"/>
                    <a:pt x="1605054" y="190295"/>
                    <a:pt x="1604617" y="189656"/>
                  </a:cubicBezTo>
                  <a:cubicBezTo>
                    <a:pt x="1604179" y="189017"/>
                    <a:pt x="1603203" y="188344"/>
                    <a:pt x="1602564" y="187705"/>
                  </a:cubicBezTo>
                  <a:cubicBezTo>
                    <a:pt x="1601924" y="187065"/>
                    <a:pt x="1600713" y="187604"/>
                    <a:pt x="1599636" y="186931"/>
                  </a:cubicBezTo>
                  <a:cubicBezTo>
                    <a:pt x="1598559" y="186292"/>
                    <a:pt x="1597145" y="186595"/>
                    <a:pt x="1596169" y="186494"/>
                  </a:cubicBezTo>
                  <a:cubicBezTo>
                    <a:pt x="1595194" y="186393"/>
                    <a:pt x="1594218" y="186595"/>
                    <a:pt x="1593780" y="186595"/>
                  </a:cubicBezTo>
                  <a:cubicBezTo>
                    <a:pt x="1593343" y="186595"/>
                    <a:pt x="1591828" y="186494"/>
                    <a:pt x="1591391" y="186393"/>
                  </a:cubicBezTo>
                  <a:cubicBezTo>
                    <a:pt x="1590953" y="186292"/>
                    <a:pt x="1588799" y="186191"/>
                    <a:pt x="1588025" y="185955"/>
                  </a:cubicBezTo>
                  <a:cubicBezTo>
                    <a:pt x="1587251" y="185754"/>
                    <a:pt x="1586073" y="185754"/>
                    <a:pt x="1585737" y="185417"/>
                  </a:cubicBezTo>
                  <a:cubicBezTo>
                    <a:pt x="1585400" y="185081"/>
                    <a:pt x="1583448" y="184980"/>
                    <a:pt x="1583448" y="184980"/>
                  </a:cubicBezTo>
                  <a:lnTo>
                    <a:pt x="1580621" y="183231"/>
                  </a:lnTo>
                  <a:cubicBezTo>
                    <a:pt x="1580621" y="183231"/>
                    <a:pt x="1579309" y="181818"/>
                    <a:pt x="1577155" y="178992"/>
                  </a:cubicBezTo>
                  <a:cubicBezTo>
                    <a:pt x="1574967" y="176166"/>
                    <a:pt x="1576515" y="178016"/>
                    <a:pt x="1575943" y="177142"/>
                  </a:cubicBezTo>
                  <a:cubicBezTo>
                    <a:pt x="1575405" y="176267"/>
                    <a:pt x="1575068" y="173677"/>
                    <a:pt x="1574799" y="173004"/>
                  </a:cubicBezTo>
                  <a:cubicBezTo>
                    <a:pt x="1574530" y="172365"/>
                    <a:pt x="1574866" y="171356"/>
                    <a:pt x="1574799" y="170414"/>
                  </a:cubicBezTo>
                  <a:cubicBezTo>
                    <a:pt x="1574732" y="169438"/>
                    <a:pt x="1574866" y="169539"/>
                    <a:pt x="1574765" y="168564"/>
                  </a:cubicBezTo>
                  <a:cubicBezTo>
                    <a:pt x="1574664" y="167588"/>
                    <a:pt x="1574866" y="166814"/>
                    <a:pt x="1574765" y="166074"/>
                  </a:cubicBezTo>
                  <a:cubicBezTo>
                    <a:pt x="1574664" y="165301"/>
                    <a:pt x="1574126" y="164224"/>
                    <a:pt x="1573890" y="163686"/>
                  </a:cubicBezTo>
                  <a:cubicBezTo>
                    <a:pt x="1573655" y="163148"/>
                    <a:pt x="1572578" y="162071"/>
                    <a:pt x="1571938" y="161398"/>
                  </a:cubicBezTo>
                  <a:cubicBezTo>
                    <a:pt x="1571299" y="160759"/>
                    <a:pt x="1568909" y="160187"/>
                    <a:pt x="1568135" y="159986"/>
                  </a:cubicBezTo>
                  <a:cubicBezTo>
                    <a:pt x="1567361" y="159784"/>
                    <a:pt x="1566183" y="159885"/>
                    <a:pt x="1566183" y="159885"/>
                  </a:cubicBezTo>
                  <a:lnTo>
                    <a:pt x="1564568" y="159986"/>
                  </a:lnTo>
                  <a:lnTo>
                    <a:pt x="1563424" y="160356"/>
                  </a:lnTo>
                  <a:lnTo>
                    <a:pt x="1557231" y="160356"/>
                  </a:lnTo>
                  <a:lnTo>
                    <a:pt x="1551241" y="159716"/>
                  </a:lnTo>
                  <a:lnTo>
                    <a:pt x="1544274" y="156891"/>
                  </a:lnTo>
                  <a:lnTo>
                    <a:pt x="1541784" y="156891"/>
                  </a:lnTo>
                  <a:lnTo>
                    <a:pt x="1539058" y="155141"/>
                  </a:lnTo>
                  <a:lnTo>
                    <a:pt x="1537880" y="155141"/>
                  </a:lnTo>
                  <a:lnTo>
                    <a:pt x="1535591" y="155141"/>
                  </a:lnTo>
                  <a:lnTo>
                    <a:pt x="1534952" y="155141"/>
                  </a:lnTo>
                  <a:lnTo>
                    <a:pt x="1533202" y="155141"/>
                  </a:lnTo>
                  <a:cubicBezTo>
                    <a:pt x="1533202" y="155141"/>
                    <a:pt x="1531687" y="154805"/>
                    <a:pt x="1531250" y="154704"/>
                  </a:cubicBezTo>
                  <a:cubicBezTo>
                    <a:pt x="1530812" y="154603"/>
                    <a:pt x="1529500" y="154065"/>
                    <a:pt x="1529500" y="154065"/>
                  </a:cubicBezTo>
                  <a:cubicBezTo>
                    <a:pt x="1529500" y="154065"/>
                    <a:pt x="1528423" y="153729"/>
                    <a:pt x="1528086" y="153628"/>
                  </a:cubicBezTo>
                  <a:cubicBezTo>
                    <a:pt x="1527750" y="153527"/>
                    <a:pt x="1525259" y="151878"/>
                    <a:pt x="1525259" y="151878"/>
                  </a:cubicBezTo>
                  <a:lnTo>
                    <a:pt x="1523745" y="150567"/>
                  </a:lnTo>
                  <a:lnTo>
                    <a:pt x="1522769" y="149154"/>
                  </a:lnTo>
                  <a:lnTo>
                    <a:pt x="1521254" y="146664"/>
                  </a:lnTo>
                  <a:lnTo>
                    <a:pt x="1520043" y="145689"/>
                  </a:lnTo>
                  <a:cubicBezTo>
                    <a:pt x="1520043" y="145689"/>
                    <a:pt x="1518629" y="143839"/>
                    <a:pt x="1518293" y="143401"/>
                  </a:cubicBezTo>
                  <a:cubicBezTo>
                    <a:pt x="1517956" y="142964"/>
                    <a:pt x="1516778" y="142089"/>
                    <a:pt x="1516341" y="141988"/>
                  </a:cubicBezTo>
                  <a:cubicBezTo>
                    <a:pt x="1515903" y="141887"/>
                    <a:pt x="1513951" y="140037"/>
                    <a:pt x="1513413" y="139398"/>
                  </a:cubicBezTo>
                  <a:cubicBezTo>
                    <a:pt x="1512874" y="138759"/>
                    <a:pt x="1510586" y="137783"/>
                    <a:pt x="1509812" y="137346"/>
                  </a:cubicBezTo>
                  <a:cubicBezTo>
                    <a:pt x="1509038" y="136909"/>
                    <a:pt x="1506547" y="135597"/>
                    <a:pt x="1506110" y="135294"/>
                  </a:cubicBezTo>
                  <a:cubicBezTo>
                    <a:pt x="1505672" y="134958"/>
                    <a:pt x="1501970" y="131930"/>
                    <a:pt x="1501331" y="131392"/>
                  </a:cubicBezTo>
                  <a:cubicBezTo>
                    <a:pt x="1500691" y="130854"/>
                    <a:pt x="1499581" y="128129"/>
                    <a:pt x="1499581" y="128129"/>
                  </a:cubicBezTo>
                  <a:lnTo>
                    <a:pt x="1495340" y="123890"/>
                  </a:lnTo>
                  <a:lnTo>
                    <a:pt x="1494735" y="120728"/>
                  </a:lnTo>
                  <a:cubicBezTo>
                    <a:pt x="1494735" y="120728"/>
                    <a:pt x="1495138" y="117129"/>
                    <a:pt x="1494701" y="116052"/>
                  </a:cubicBezTo>
                  <a:cubicBezTo>
                    <a:pt x="1494263" y="114976"/>
                    <a:pt x="1494937" y="113563"/>
                    <a:pt x="1494701" y="113126"/>
                  </a:cubicBezTo>
                  <a:cubicBezTo>
                    <a:pt x="1494499" y="112688"/>
                    <a:pt x="1494701" y="109762"/>
                    <a:pt x="1494701" y="109762"/>
                  </a:cubicBezTo>
                  <a:cubicBezTo>
                    <a:pt x="1494701" y="109762"/>
                    <a:pt x="1493489" y="106297"/>
                    <a:pt x="1493288" y="105960"/>
                  </a:cubicBezTo>
                  <a:cubicBezTo>
                    <a:pt x="1493086" y="105624"/>
                    <a:pt x="1490124" y="103135"/>
                    <a:pt x="1490124" y="103135"/>
                  </a:cubicBezTo>
                  <a:lnTo>
                    <a:pt x="1484806" y="98694"/>
                  </a:lnTo>
                  <a:lnTo>
                    <a:pt x="1478715" y="93581"/>
                  </a:lnTo>
                  <a:lnTo>
                    <a:pt x="1472725" y="89006"/>
                  </a:lnTo>
                  <a:lnTo>
                    <a:pt x="1467946" y="84532"/>
                  </a:lnTo>
                  <a:cubicBezTo>
                    <a:pt x="1467946" y="84532"/>
                    <a:pt x="1466532" y="83119"/>
                    <a:pt x="1465893" y="82783"/>
                  </a:cubicBezTo>
                  <a:cubicBezTo>
                    <a:pt x="1465253" y="82446"/>
                    <a:pt x="1464479" y="79755"/>
                    <a:pt x="1464008" y="79419"/>
                  </a:cubicBezTo>
                  <a:cubicBezTo>
                    <a:pt x="1463537" y="79082"/>
                    <a:pt x="1463503" y="76492"/>
                    <a:pt x="1463369" y="76055"/>
                  </a:cubicBezTo>
                  <a:cubicBezTo>
                    <a:pt x="1463268" y="75617"/>
                    <a:pt x="1463369" y="73330"/>
                    <a:pt x="1463806" y="72354"/>
                  </a:cubicBezTo>
                  <a:cubicBezTo>
                    <a:pt x="1464244" y="71379"/>
                    <a:pt x="1463806" y="68318"/>
                    <a:pt x="1463806" y="67477"/>
                  </a:cubicBezTo>
                  <a:cubicBezTo>
                    <a:pt x="1463806" y="66602"/>
                    <a:pt x="1463335" y="63238"/>
                    <a:pt x="1463335" y="63238"/>
                  </a:cubicBezTo>
                  <a:lnTo>
                    <a:pt x="1461753" y="59235"/>
                  </a:lnTo>
                  <a:lnTo>
                    <a:pt x="1457614" y="54559"/>
                  </a:lnTo>
                  <a:lnTo>
                    <a:pt x="1454686" y="50960"/>
                  </a:lnTo>
                  <a:lnTo>
                    <a:pt x="1453171" y="47932"/>
                  </a:lnTo>
                  <a:cubicBezTo>
                    <a:pt x="1453171" y="47932"/>
                    <a:pt x="1450142" y="47730"/>
                    <a:pt x="1447753" y="45880"/>
                  </a:cubicBezTo>
                  <a:cubicBezTo>
                    <a:pt x="1445363" y="44030"/>
                    <a:pt x="1445027" y="42516"/>
                    <a:pt x="1445027" y="42516"/>
                  </a:cubicBezTo>
                  <a:lnTo>
                    <a:pt x="1444253" y="39589"/>
                  </a:lnTo>
                  <a:lnTo>
                    <a:pt x="1444253" y="37201"/>
                  </a:lnTo>
                  <a:cubicBezTo>
                    <a:pt x="1444253" y="37201"/>
                    <a:pt x="1448594" y="33837"/>
                    <a:pt x="1449032" y="33736"/>
                  </a:cubicBezTo>
                  <a:cubicBezTo>
                    <a:pt x="1449469" y="33635"/>
                    <a:pt x="1451219" y="32660"/>
                    <a:pt x="1451219" y="32660"/>
                  </a:cubicBezTo>
                  <a:cubicBezTo>
                    <a:pt x="1451219" y="32660"/>
                    <a:pt x="1453844" y="30036"/>
                    <a:pt x="1454147" y="29598"/>
                  </a:cubicBezTo>
                  <a:cubicBezTo>
                    <a:pt x="1454484" y="29161"/>
                    <a:pt x="1455561" y="28623"/>
                    <a:pt x="1455561" y="28623"/>
                  </a:cubicBezTo>
                  <a:cubicBezTo>
                    <a:pt x="1455561" y="28623"/>
                    <a:pt x="1457412" y="26335"/>
                    <a:pt x="1457849" y="26133"/>
                  </a:cubicBezTo>
                  <a:cubicBezTo>
                    <a:pt x="1458287" y="25932"/>
                    <a:pt x="1459263" y="24519"/>
                    <a:pt x="1459801" y="23543"/>
                  </a:cubicBezTo>
                  <a:cubicBezTo>
                    <a:pt x="1460340" y="22568"/>
                    <a:pt x="1460676" y="20381"/>
                    <a:pt x="1461215" y="19506"/>
                  </a:cubicBezTo>
                  <a:cubicBezTo>
                    <a:pt x="1461753" y="18632"/>
                    <a:pt x="1462090" y="17454"/>
                    <a:pt x="1462965" y="16479"/>
                  </a:cubicBezTo>
                  <a:cubicBezTo>
                    <a:pt x="1463840" y="15503"/>
                    <a:pt x="1462965" y="13451"/>
                    <a:pt x="1462965" y="13014"/>
                  </a:cubicBezTo>
                  <a:cubicBezTo>
                    <a:pt x="1462965" y="12577"/>
                    <a:pt x="1462426" y="9112"/>
                    <a:pt x="1462426" y="9112"/>
                  </a:cubicBezTo>
                  <a:lnTo>
                    <a:pt x="1459599" y="8237"/>
                  </a:lnTo>
                  <a:cubicBezTo>
                    <a:pt x="1459599" y="8237"/>
                    <a:pt x="1457748" y="6387"/>
                    <a:pt x="1457412" y="6387"/>
                  </a:cubicBezTo>
                  <a:cubicBezTo>
                    <a:pt x="1457075" y="6387"/>
                    <a:pt x="1451421" y="5411"/>
                    <a:pt x="1451421" y="5411"/>
                  </a:cubicBezTo>
                  <a:cubicBezTo>
                    <a:pt x="1451421" y="5411"/>
                    <a:pt x="1446743" y="4772"/>
                    <a:pt x="1446407" y="4772"/>
                  </a:cubicBezTo>
                  <a:cubicBezTo>
                    <a:pt x="1446070" y="4772"/>
                    <a:pt x="1442940" y="4133"/>
                    <a:pt x="1442604" y="4133"/>
                  </a:cubicBezTo>
                  <a:cubicBezTo>
                    <a:pt x="1442267" y="4133"/>
                    <a:pt x="1438700" y="4907"/>
                    <a:pt x="1438363" y="5008"/>
                  </a:cubicBezTo>
                  <a:cubicBezTo>
                    <a:pt x="1438027" y="5109"/>
                    <a:pt x="1436748" y="5445"/>
                    <a:pt x="1436748" y="5445"/>
                  </a:cubicBezTo>
                  <a:cubicBezTo>
                    <a:pt x="1436748" y="5445"/>
                    <a:pt x="1434695" y="6522"/>
                    <a:pt x="1433147" y="7194"/>
                  </a:cubicBezTo>
                  <a:cubicBezTo>
                    <a:pt x="1431632" y="7834"/>
                    <a:pt x="1431733" y="7194"/>
                    <a:pt x="1429344" y="7733"/>
                  </a:cubicBezTo>
                  <a:cubicBezTo>
                    <a:pt x="1426954" y="8271"/>
                    <a:pt x="1425743" y="7396"/>
                    <a:pt x="1425440" y="7396"/>
                  </a:cubicBezTo>
                  <a:cubicBezTo>
                    <a:pt x="1425103" y="7396"/>
                    <a:pt x="1418372" y="5647"/>
                    <a:pt x="1416959" y="5647"/>
                  </a:cubicBezTo>
                  <a:cubicBezTo>
                    <a:pt x="1415545" y="5647"/>
                    <a:pt x="1412079" y="5109"/>
                    <a:pt x="1411641" y="5109"/>
                  </a:cubicBezTo>
                  <a:cubicBezTo>
                    <a:pt x="1411204" y="5109"/>
                    <a:pt x="1407939" y="4032"/>
                    <a:pt x="1407939" y="4032"/>
                  </a:cubicBezTo>
                  <a:cubicBezTo>
                    <a:pt x="1407939" y="4032"/>
                    <a:pt x="1406324" y="2283"/>
                    <a:pt x="1405651" y="2081"/>
                  </a:cubicBezTo>
                  <a:cubicBezTo>
                    <a:pt x="1405012" y="1879"/>
                    <a:pt x="1401612" y="1442"/>
                    <a:pt x="1400435" y="1106"/>
                  </a:cubicBezTo>
                  <a:cubicBezTo>
                    <a:pt x="1399257" y="769"/>
                    <a:pt x="1397069" y="-105"/>
                    <a:pt x="1396632" y="29"/>
                  </a:cubicBezTo>
                  <a:cubicBezTo>
                    <a:pt x="1396194" y="130"/>
                    <a:pt x="1393367" y="-72"/>
                    <a:pt x="1393030" y="29"/>
                  </a:cubicBezTo>
                  <a:cubicBezTo>
                    <a:pt x="1392694" y="130"/>
                    <a:pt x="1389564" y="1005"/>
                    <a:pt x="1387175" y="1240"/>
                  </a:cubicBezTo>
                  <a:cubicBezTo>
                    <a:pt x="1384785" y="1442"/>
                    <a:pt x="1382833" y="1240"/>
                    <a:pt x="1382295" y="1240"/>
                  </a:cubicBezTo>
                  <a:cubicBezTo>
                    <a:pt x="1381756" y="1240"/>
                    <a:pt x="1378828" y="2115"/>
                    <a:pt x="1378155" y="2216"/>
                  </a:cubicBezTo>
                  <a:cubicBezTo>
                    <a:pt x="1377516" y="2317"/>
                    <a:pt x="1376102" y="2653"/>
                    <a:pt x="1375665" y="2754"/>
                  </a:cubicBezTo>
                  <a:cubicBezTo>
                    <a:pt x="1375227" y="2855"/>
                    <a:pt x="1373814" y="3965"/>
                    <a:pt x="1373477" y="4066"/>
                  </a:cubicBezTo>
                  <a:cubicBezTo>
                    <a:pt x="1373141" y="4167"/>
                    <a:pt x="1371626" y="5714"/>
                    <a:pt x="1371626" y="5714"/>
                  </a:cubicBezTo>
                  <a:cubicBezTo>
                    <a:pt x="1371626" y="5714"/>
                    <a:pt x="1369876" y="8540"/>
                    <a:pt x="1369573" y="8977"/>
                  </a:cubicBezTo>
                  <a:cubicBezTo>
                    <a:pt x="1369270" y="9415"/>
                    <a:pt x="1368597" y="11467"/>
                    <a:pt x="1368160" y="12577"/>
                  </a:cubicBezTo>
                  <a:cubicBezTo>
                    <a:pt x="1367722" y="13653"/>
                    <a:pt x="1367285" y="15503"/>
                    <a:pt x="1367285" y="15941"/>
                  </a:cubicBezTo>
                  <a:cubicBezTo>
                    <a:pt x="1367285" y="16378"/>
                    <a:pt x="1367487" y="19103"/>
                    <a:pt x="1367487" y="19540"/>
                  </a:cubicBezTo>
                  <a:cubicBezTo>
                    <a:pt x="1367487" y="19977"/>
                    <a:pt x="1368900" y="24653"/>
                    <a:pt x="1368900" y="24653"/>
                  </a:cubicBezTo>
                  <a:cubicBezTo>
                    <a:pt x="1368900" y="24653"/>
                    <a:pt x="1369674" y="30944"/>
                    <a:pt x="1369540" y="31381"/>
                  </a:cubicBezTo>
                  <a:cubicBezTo>
                    <a:pt x="1369439" y="31819"/>
                    <a:pt x="1368564" y="34846"/>
                    <a:pt x="1368025" y="36158"/>
                  </a:cubicBezTo>
                  <a:cubicBezTo>
                    <a:pt x="1367487" y="37470"/>
                    <a:pt x="1366948" y="38547"/>
                    <a:pt x="1366073" y="39858"/>
                  </a:cubicBezTo>
                  <a:cubicBezTo>
                    <a:pt x="1365198" y="41170"/>
                    <a:pt x="1364996" y="41810"/>
                    <a:pt x="1364121" y="42348"/>
                  </a:cubicBezTo>
                  <a:cubicBezTo>
                    <a:pt x="1363246" y="42886"/>
                    <a:pt x="1360958" y="45813"/>
                    <a:pt x="1360083" y="46048"/>
                  </a:cubicBezTo>
                  <a:cubicBezTo>
                    <a:pt x="1359208" y="46250"/>
                    <a:pt x="1355405" y="47797"/>
                    <a:pt x="1353655" y="48235"/>
                  </a:cubicBezTo>
                  <a:cubicBezTo>
                    <a:pt x="1351905" y="48672"/>
                    <a:pt x="1350188" y="49984"/>
                    <a:pt x="1349515" y="50085"/>
                  </a:cubicBezTo>
                  <a:cubicBezTo>
                    <a:pt x="1348876" y="50186"/>
                    <a:pt x="1346049" y="52372"/>
                    <a:pt x="1345510" y="52473"/>
                  </a:cubicBezTo>
                  <a:cubicBezTo>
                    <a:pt x="1344972" y="52608"/>
                    <a:pt x="1341707" y="55064"/>
                    <a:pt x="1341505" y="55501"/>
                  </a:cubicBezTo>
                  <a:cubicBezTo>
                    <a:pt x="1341303" y="55938"/>
                    <a:pt x="1334640" y="57687"/>
                    <a:pt x="1333798" y="57687"/>
                  </a:cubicBezTo>
                  <a:cubicBezTo>
                    <a:pt x="1332957" y="57687"/>
                    <a:pt x="1330433" y="57687"/>
                    <a:pt x="1320101" y="56476"/>
                  </a:cubicBezTo>
                  <a:cubicBezTo>
                    <a:pt x="1309769" y="55299"/>
                    <a:pt x="1316736" y="56140"/>
                    <a:pt x="1316062" y="56140"/>
                  </a:cubicBezTo>
                  <a:cubicBezTo>
                    <a:pt x="1315423" y="56140"/>
                    <a:pt x="1311485" y="55905"/>
                    <a:pt x="1308457" y="55501"/>
                  </a:cubicBezTo>
                  <a:cubicBezTo>
                    <a:pt x="1305428" y="55064"/>
                    <a:pt x="1303442" y="54525"/>
                    <a:pt x="1301726" y="54290"/>
                  </a:cubicBezTo>
                  <a:cubicBezTo>
                    <a:pt x="1299976" y="54088"/>
                    <a:pt x="1297149" y="54088"/>
                    <a:pt x="1295197" y="53853"/>
                  </a:cubicBezTo>
                  <a:cubicBezTo>
                    <a:pt x="1293245" y="53617"/>
                    <a:pt x="1291394" y="52978"/>
                    <a:pt x="1290317" y="52642"/>
                  </a:cubicBezTo>
                  <a:cubicBezTo>
                    <a:pt x="1289240" y="52305"/>
                    <a:pt x="1287725" y="52440"/>
                    <a:pt x="1285740" y="52642"/>
                  </a:cubicBezTo>
                  <a:cubicBezTo>
                    <a:pt x="1283788" y="52877"/>
                    <a:pt x="1282374" y="55131"/>
                    <a:pt x="1280961" y="56241"/>
                  </a:cubicBezTo>
                  <a:cubicBezTo>
                    <a:pt x="1279547" y="57317"/>
                    <a:pt x="1277696" y="58428"/>
                    <a:pt x="1277696" y="58428"/>
                  </a:cubicBezTo>
                  <a:cubicBezTo>
                    <a:pt x="1277696" y="58428"/>
                    <a:pt x="1275206" y="62464"/>
                    <a:pt x="1274230" y="63541"/>
                  </a:cubicBezTo>
                  <a:cubicBezTo>
                    <a:pt x="1273254" y="64617"/>
                    <a:pt x="1273153" y="66467"/>
                    <a:pt x="1273153" y="66467"/>
                  </a:cubicBezTo>
                  <a:cubicBezTo>
                    <a:pt x="1273153" y="66467"/>
                    <a:pt x="1269787" y="70706"/>
                    <a:pt x="1269249" y="71244"/>
                  </a:cubicBezTo>
                  <a:cubicBezTo>
                    <a:pt x="1268710" y="71782"/>
                    <a:pt x="1264369" y="76458"/>
                    <a:pt x="1264369" y="76458"/>
                  </a:cubicBezTo>
                  <a:lnTo>
                    <a:pt x="1260129" y="82547"/>
                  </a:lnTo>
                  <a:cubicBezTo>
                    <a:pt x="1260129" y="82547"/>
                    <a:pt x="1257100" y="88972"/>
                    <a:pt x="1256965" y="89275"/>
                  </a:cubicBezTo>
                  <a:cubicBezTo>
                    <a:pt x="1256864" y="89611"/>
                    <a:pt x="1254374" y="92975"/>
                    <a:pt x="1254374" y="92975"/>
                  </a:cubicBezTo>
                  <a:lnTo>
                    <a:pt x="1253297" y="97214"/>
                  </a:lnTo>
                  <a:cubicBezTo>
                    <a:pt x="1253297" y="97214"/>
                    <a:pt x="1252657" y="101015"/>
                    <a:pt x="1252657" y="101890"/>
                  </a:cubicBezTo>
                  <a:cubicBezTo>
                    <a:pt x="1252657" y="102765"/>
                    <a:pt x="1251782" y="105052"/>
                    <a:pt x="1251782" y="105052"/>
                  </a:cubicBezTo>
                  <a:cubicBezTo>
                    <a:pt x="1251782" y="105052"/>
                    <a:pt x="1251143" y="111343"/>
                    <a:pt x="1250907" y="111578"/>
                  </a:cubicBezTo>
                  <a:cubicBezTo>
                    <a:pt x="1250672" y="111780"/>
                    <a:pt x="1250840" y="114505"/>
                    <a:pt x="1250840" y="114505"/>
                  </a:cubicBezTo>
                  <a:cubicBezTo>
                    <a:pt x="1250840" y="114505"/>
                    <a:pt x="1251042" y="122444"/>
                    <a:pt x="1250840" y="122747"/>
                  </a:cubicBezTo>
                  <a:cubicBezTo>
                    <a:pt x="1250638" y="123083"/>
                    <a:pt x="1249224" y="126750"/>
                    <a:pt x="1249090" y="127086"/>
                  </a:cubicBezTo>
                  <a:cubicBezTo>
                    <a:pt x="1248989" y="127422"/>
                    <a:pt x="1247912" y="144915"/>
                    <a:pt x="1248114" y="145218"/>
                  </a:cubicBezTo>
                  <a:cubicBezTo>
                    <a:pt x="1248316" y="145554"/>
                    <a:pt x="1248450" y="148144"/>
                    <a:pt x="1248551" y="149658"/>
                  </a:cubicBezTo>
                  <a:cubicBezTo>
                    <a:pt x="1248686" y="151172"/>
                    <a:pt x="1248518" y="152047"/>
                    <a:pt x="1248484" y="153460"/>
                  </a:cubicBezTo>
                  <a:cubicBezTo>
                    <a:pt x="1248450" y="154872"/>
                    <a:pt x="1248619" y="155949"/>
                    <a:pt x="1248484" y="157597"/>
                  </a:cubicBezTo>
                  <a:cubicBezTo>
                    <a:pt x="1248316" y="159212"/>
                    <a:pt x="1248652" y="161735"/>
                    <a:pt x="1248417" y="163047"/>
                  </a:cubicBezTo>
                  <a:cubicBezTo>
                    <a:pt x="1248215" y="164359"/>
                    <a:pt x="1248652" y="165099"/>
                    <a:pt x="1248417" y="167521"/>
                  </a:cubicBezTo>
                  <a:cubicBezTo>
                    <a:pt x="1248215" y="169909"/>
                    <a:pt x="1248417" y="169808"/>
                    <a:pt x="1248417" y="171221"/>
                  </a:cubicBezTo>
                  <a:cubicBezTo>
                    <a:pt x="1248417" y="172634"/>
                    <a:pt x="1248215" y="172533"/>
                    <a:pt x="1247777" y="174047"/>
                  </a:cubicBezTo>
                  <a:cubicBezTo>
                    <a:pt x="1247340" y="175561"/>
                    <a:pt x="1247777" y="175796"/>
                    <a:pt x="1247777" y="175796"/>
                  </a:cubicBezTo>
                  <a:cubicBezTo>
                    <a:pt x="1247777" y="175796"/>
                    <a:pt x="1246364" y="179059"/>
                    <a:pt x="1246162" y="180035"/>
                  </a:cubicBezTo>
                  <a:cubicBezTo>
                    <a:pt x="1245926" y="181010"/>
                    <a:pt x="1245186" y="181549"/>
                    <a:pt x="1243234" y="186023"/>
                  </a:cubicBezTo>
                  <a:cubicBezTo>
                    <a:pt x="1241282" y="190463"/>
                    <a:pt x="1241820" y="188209"/>
                    <a:pt x="1241046" y="190699"/>
                  </a:cubicBezTo>
                  <a:cubicBezTo>
                    <a:pt x="1240272" y="193188"/>
                    <a:pt x="1239195" y="192885"/>
                    <a:pt x="1238859" y="193188"/>
                  </a:cubicBezTo>
                  <a:cubicBezTo>
                    <a:pt x="1238522" y="193524"/>
                    <a:pt x="1235931" y="194264"/>
                    <a:pt x="1233541" y="195139"/>
                  </a:cubicBezTo>
                  <a:cubicBezTo>
                    <a:pt x="1231152" y="196014"/>
                    <a:pt x="1228863" y="196014"/>
                    <a:pt x="1227551" y="196215"/>
                  </a:cubicBezTo>
                  <a:cubicBezTo>
                    <a:pt x="1226238" y="196417"/>
                    <a:pt x="1222435" y="196215"/>
                    <a:pt x="1217656" y="196552"/>
                  </a:cubicBezTo>
                  <a:cubicBezTo>
                    <a:pt x="1212878" y="196888"/>
                    <a:pt x="1213753" y="196316"/>
                    <a:pt x="1213416" y="196653"/>
                  </a:cubicBezTo>
                  <a:cubicBezTo>
                    <a:pt x="1213079" y="196989"/>
                    <a:pt x="1207998" y="197628"/>
                    <a:pt x="1207998" y="197628"/>
                  </a:cubicBezTo>
                  <a:cubicBezTo>
                    <a:pt x="1207998" y="197628"/>
                    <a:pt x="1203858" y="196417"/>
                    <a:pt x="1202344" y="196115"/>
                  </a:cubicBezTo>
                  <a:cubicBezTo>
                    <a:pt x="1200829" y="195778"/>
                    <a:pt x="1199315" y="195677"/>
                    <a:pt x="1197666" y="195341"/>
                  </a:cubicBezTo>
                  <a:cubicBezTo>
                    <a:pt x="1196050" y="195004"/>
                    <a:pt x="1193863" y="195442"/>
                    <a:pt x="1192988" y="195341"/>
                  </a:cubicBezTo>
                  <a:cubicBezTo>
                    <a:pt x="1192113" y="195240"/>
                    <a:pt x="1190161" y="193289"/>
                    <a:pt x="1189723" y="193053"/>
                  </a:cubicBezTo>
                  <a:cubicBezTo>
                    <a:pt x="1189286" y="192851"/>
                    <a:pt x="1181680" y="189353"/>
                    <a:pt x="1180266" y="189790"/>
                  </a:cubicBezTo>
                  <a:cubicBezTo>
                    <a:pt x="1178853" y="190228"/>
                    <a:pt x="1179189" y="190665"/>
                    <a:pt x="1176800" y="193154"/>
                  </a:cubicBezTo>
                  <a:cubicBezTo>
                    <a:pt x="1174410" y="195644"/>
                    <a:pt x="1172021" y="195778"/>
                    <a:pt x="1170708" y="195778"/>
                  </a:cubicBezTo>
                  <a:cubicBezTo>
                    <a:pt x="1169396" y="195778"/>
                    <a:pt x="1167006" y="192751"/>
                    <a:pt x="1166569" y="192313"/>
                  </a:cubicBezTo>
                  <a:cubicBezTo>
                    <a:pt x="1166131" y="191876"/>
                    <a:pt x="1162766" y="188613"/>
                    <a:pt x="1162530" y="188277"/>
                  </a:cubicBezTo>
                  <a:cubicBezTo>
                    <a:pt x="1162295" y="187940"/>
                    <a:pt x="1160477" y="185014"/>
                    <a:pt x="1159602" y="184374"/>
                  </a:cubicBezTo>
                  <a:cubicBezTo>
                    <a:pt x="1158727" y="183735"/>
                    <a:pt x="1156876" y="183601"/>
                    <a:pt x="1156876" y="183601"/>
                  </a:cubicBezTo>
                  <a:cubicBezTo>
                    <a:pt x="1156876" y="183601"/>
                    <a:pt x="1148294" y="181851"/>
                    <a:pt x="1147419" y="181851"/>
                  </a:cubicBezTo>
                  <a:cubicBezTo>
                    <a:pt x="1146544" y="181851"/>
                    <a:pt x="1137861" y="180775"/>
                    <a:pt x="1137861" y="180775"/>
                  </a:cubicBezTo>
                  <a:lnTo>
                    <a:pt x="1125140" y="177949"/>
                  </a:lnTo>
                  <a:lnTo>
                    <a:pt x="1121102" y="177949"/>
                  </a:lnTo>
                  <a:cubicBezTo>
                    <a:pt x="1121102" y="177949"/>
                    <a:pt x="1116323" y="177142"/>
                    <a:pt x="1115347" y="177041"/>
                  </a:cubicBezTo>
                  <a:cubicBezTo>
                    <a:pt x="1114371" y="176940"/>
                    <a:pt x="1111005" y="176133"/>
                    <a:pt x="1110029" y="176133"/>
                  </a:cubicBezTo>
                  <a:cubicBezTo>
                    <a:pt x="1109053" y="176133"/>
                    <a:pt x="1107101" y="175258"/>
                    <a:pt x="1106327" y="175056"/>
                  </a:cubicBezTo>
                  <a:cubicBezTo>
                    <a:pt x="1105553" y="174821"/>
                    <a:pt x="1102087" y="173643"/>
                    <a:pt x="1101447" y="173307"/>
                  </a:cubicBezTo>
                  <a:cubicBezTo>
                    <a:pt x="1100808" y="172971"/>
                    <a:pt x="1099495" y="171793"/>
                    <a:pt x="1098957" y="171255"/>
                  </a:cubicBezTo>
                  <a:cubicBezTo>
                    <a:pt x="1098418" y="170717"/>
                    <a:pt x="1096904" y="169943"/>
                    <a:pt x="1096466" y="169640"/>
                  </a:cubicBezTo>
                  <a:cubicBezTo>
                    <a:pt x="1096029" y="169304"/>
                    <a:pt x="1093303" y="167050"/>
                    <a:pt x="1092327" y="166377"/>
                  </a:cubicBezTo>
                  <a:cubicBezTo>
                    <a:pt x="1091351" y="165738"/>
                    <a:pt x="1089836" y="164426"/>
                    <a:pt x="1088726" y="163350"/>
                  </a:cubicBezTo>
                  <a:cubicBezTo>
                    <a:pt x="1087649" y="162273"/>
                    <a:pt x="1086538" y="162139"/>
                    <a:pt x="1085360" y="161600"/>
                  </a:cubicBezTo>
                  <a:cubicBezTo>
                    <a:pt x="1084149" y="161062"/>
                    <a:pt x="1082971" y="160087"/>
                    <a:pt x="1081355" y="159010"/>
                  </a:cubicBezTo>
                  <a:cubicBezTo>
                    <a:pt x="1079706" y="157934"/>
                    <a:pt x="1079067" y="157698"/>
                    <a:pt x="1078730" y="157362"/>
                  </a:cubicBezTo>
                  <a:cubicBezTo>
                    <a:pt x="1078394" y="157025"/>
                    <a:pt x="1076442" y="155310"/>
                    <a:pt x="1076442" y="155310"/>
                  </a:cubicBezTo>
                  <a:cubicBezTo>
                    <a:pt x="1076442" y="155310"/>
                    <a:pt x="1072841" y="152719"/>
                    <a:pt x="1072201" y="151845"/>
                  </a:cubicBezTo>
                  <a:cubicBezTo>
                    <a:pt x="1071562" y="150970"/>
                    <a:pt x="1070115" y="150331"/>
                    <a:pt x="1069812" y="150096"/>
                  </a:cubicBezTo>
                  <a:cubicBezTo>
                    <a:pt x="1069475" y="149894"/>
                    <a:pt x="1067321" y="148245"/>
                    <a:pt x="1066884" y="148245"/>
                  </a:cubicBezTo>
                  <a:cubicBezTo>
                    <a:pt x="1066446" y="148245"/>
                    <a:pt x="1063956" y="145756"/>
                    <a:pt x="1063081" y="145655"/>
                  </a:cubicBezTo>
                  <a:cubicBezTo>
                    <a:pt x="1062206" y="145554"/>
                    <a:pt x="1059076" y="143267"/>
                    <a:pt x="1059076" y="143267"/>
                  </a:cubicBezTo>
                  <a:lnTo>
                    <a:pt x="1057764" y="143267"/>
                  </a:lnTo>
                  <a:lnTo>
                    <a:pt x="1054768" y="141753"/>
                  </a:lnTo>
                  <a:cubicBezTo>
                    <a:pt x="1054768" y="141753"/>
                    <a:pt x="1053456" y="141215"/>
                    <a:pt x="1052985" y="141215"/>
                  </a:cubicBezTo>
                  <a:cubicBezTo>
                    <a:pt x="1052513" y="141215"/>
                    <a:pt x="1051504" y="140777"/>
                    <a:pt x="1051302" y="140777"/>
                  </a:cubicBezTo>
                  <a:cubicBezTo>
                    <a:pt x="1051100" y="140777"/>
                    <a:pt x="1050932" y="140710"/>
                    <a:pt x="1050932" y="140710"/>
                  </a:cubicBezTo>
                  <a:cubicBezTo>
                    <a:pt x="1050932" y="140710"/>
                    <a:pt x="1049586" y="139634"/>
                    <a:pt x="1049148" y="138759"/>
                  </a:cubicBezTo>
                  <a:cubicBezTo>
                    <a:pt x="1048710" y="137884"/>
                    <a:pt x="1047095" y="137514"/>
                    <a:pt x="1046321" y="136909"/>
                  </a:cubicBezTo>
                  <a:cubicBezTo>
                    <a:pt x="1045547" y="136303"/>
                    <a:pt x="1045109" y="135967"/>
                    <a:pt x="1044571" y="135967"/>
                  </a:cubicBezTo>
                  <a:cubicBezTo>
                    <a:pt x="1044032" y="135967"/>
                    <a:pt x="1043393" y="135429"/>
                    <a:pt x="1041037" y="136404"/>
                  </a:cubicBezTo>
                  <a:cubicBezTo>
                    <a:pt x="1038715" y="137380"/>
                    <a:pt x="1040230" y="136942"/>
                    <a:pt x="1039960" y="137043"/>
                  </a:cubicBezTo>
                  <a:cubicBezTo>
                    <a:pt x="1039691" y="137144"/>
                    <a:pt x="1039590" y="137548"/>
                    <a:pt x="1039388" y="137851"/>
                  </a:cubicBezTo>
                  <a:cubicBezTo>
                    <a:pt x="1039186" y="138187"/>
                    <a:pt x="1039153" y="138759"/>
                    <a:pt x="1039153" y="138994"/>
                  </a:cubicBezTo>
                  <a:cubicBezTo>
                    <a:pt x="1039153" y="139196"/>
                    <a:pt x="1039254" y="139903"/>
                    <a:pt x="1039388" y="140138"/>
                  </a:cubicBezTo>
                  <a:cubicBezTo>
                    <a:pt x="1039489" y="140340"/>
                    <a:pt x="1039254" y="141349"/>
                    <a:pt x="1039254" y="141349"/>
                  </a:cubicBezTo>
                  <a:cubicBezTo>
                    <a:pt x="1039254" y="141349"/>
                    <a:pt x="1039556" y="142358"/>
                    <a:pt x="1039254" y="142796"/>
                  </a:cubicBezTo>
                  <a:cubicBezTo>
                    <a:pt x="1038951" y="143233"/>
                    <a:pt x="1037806" y="145420"/>
                    <a:pt x="1037806" y="145420"/>
                  </a:cubicBezTo>
                  <a:lnTo>
                    <a:pt x="1035484" y="147875"/>
                  </a:lnTo>
                  <a:lnTo>
                    <a:pt x="1033162" y="151643"/>
                  </a:lnTo>
                  <a:lnTo>
                    <a:pt x="1031277" y="153964"/>
                  </a:lnTo>
                  <a:lnTo>
                    <a:pt x="1029830" y="156151"/>
                  </a:lnTo>
                  <a:lnTo>
                    <a:pt x="1028080" y="159346"/>
                  </a:lnTo>
                  <a:lnTo>
                    <a:pt x="1024446" y="161802"/>
                  </a:lnTo>
                  <a:cubicBezTo>
                    <a:pt x="1024446" y="161802"/>
                    <a:pt x="1021686" y="164392"/>
                    <a:pt x="1020239" y="165435"/>
                  </a:cubicBezTo>
                  <a:cubicBezTo>
                    <a:pt x="1018791" y="166444"/>
                    <a:pt x="1015594" y="169203"/>
                    <a:pt x="1014450" y="169775"/>
                  </a:cubicBezTo>
                  <a:cubicBezTo>
                    <a:pt x="1013306" y="170347"/>
                    <a:pt x="1010815" y="174854"/>
                    <a:pt x="1010815" y="174854"/>
                  </a:cubicBezTo>
                  <a:cubicBezTo>
                    <a:pt x="1010815" y="174854"/>
                    <a:pt x="1009234" y="178319"/>
                    <a:pt x="1008628" y="179362"/>
                  </a:cubicBezTo>
                  <a:cubicBezTo>
                    <a:pt x="1008056" y="180371"/>
                    <a:pt x="1007181" y="184273"/>
                    <a:pt x="1006743" y="185148"/>
                  </a:cubicBezTo>
                  <a:cubicBezTo>
                    <a:pt x="1006306" y="186023"/>
                    <a:pt x="1004421" y="190059"/>
                    <a:pt x="1003983" y="190665"/>
                  </a:cubicBezTo>
                  <a:cubicBezTo>
                    <a:pt x="1003546" y="191237"/>
                    <a:pt x="1000517" y="196451"/>
                    <a:pt x="1000080" y="197056"/>
                  </a:cubicBezTo>
                  <a:cubicBezTo>
                    <a:pt x="999642" y="197628"/>
                    <a:pt x="997185" y="203852"/>
                    <a:pt x="997185" y="203852"/>
                  </a:cubicBezTo>
                  <a:lnTo>
                    <a:pt x="995435" y="207485"/>
                  </a:lnTo>
                  <a:lnTo>
                    <a:pt x="989781" y="212564"/>
                  </a:lnTo>
                  <a:lnTo>
                    <a:pt x="987459" y="217476"/>
                  </a:lnTo>
                  <a:cubicBezTo>
                    <a:pt x="987459" y="217476"/>
                    <a:pt x="983690" y="221546"/>
                    <a:pt x="983555" y="222118"/>
                  </a:cubicBezTo>
                  <a:cubicBezTo>
                    <a:pt x="983421" y="222690"/>
                    <a:pt x="979214" y="229081"/>
                    <a:pt x="979214" y="229081"/>
                  </a:cubicBezTo>
                  <a:lnTo>
                    <a:pt x="976319" y="231840"/>
                  </a:lnTo>
                  <a:lnTo>
                    <a:pt x="973863" y="235305"/>
                  </a:lnTo>
                  <a:cubicBezTo>
                    <a:pt x="973863" y="235305"/>
                    <a:pt x="970665" y="238063"/>
                    <a:pt x="969521" y="238635"/>
                  </a:cubicBezTo>
                  <a:cubicBezTo>
                    <a:pt x="968377" y="239207"/>
                    <a:pt x="966492" y="242705"/>
                    <a:pt x="966055" y="242975"/>
                  </a:cubicBezTo>
                  <a:cubicBezTo>
                    <a:pt x="965617" y="243277"/>
                    <a:pt x="964305" y="246002"/>
                    <a:pt x="963867" y="246439"/>
                  </a:cubicBezTo>
                  <a:cubicBezTo>
                    <a:pt x="963430" y="246877"/>
                    <a:pt x="960098" y="249198"/>
                    <a:pt x="960098" y="249198"/>
                  </a:cubicBezTo>
                  <a:cubicBezTo>
                    <a:pt x="960098" y="249198"/>
                    <a:pt x="957641" y="251654"/>
                    <a:pt x="956631" y="252394"/>
                  </a:cubicBezTo>
                  <a:cubicBezTo>
                    <a:pt x="955622" y="253100"/>
                    <a:pt x="954612" y="255859"/>
                    <a:pt x="952896" y="257305"/>
                  </a:cubicBezTo>
                  <a:cubicBezTo>
                    <a:pt x="951213" y="258752"/>
                    <a:pt x="949530" y="261073"/>
                    <a:pt x="949093" y="261207"/>
                  </a:cubicBezTo>
                  <a:cubicBezTo>
                    <a:pt x="948655" y="261342"/>
                    <a:pt x="948790" y="265850"/>
                    <a:pt x="948790" y="265850"/>
                  </a:cubicBezTo>
                  <a:lnTo>
                    <a:pt x="948655" y="270189"/>
                  </a:lnTo>
                  <a:lnTo>
                    <a:pt x="947511" y="276412"/>
                  </a:lnTo>
                  <a:cubicBezTo>
                    <a:pt x="947511" y="276412"/>
                    <a:pt x="945492" y="278868"/>
                    <a:pt x="944920" y="279305"/>
                  </a:cubicBezTo>
                  <a:cubicBezTo>
                    <a:pt x="944348" y="279743"/>
                    <a:pt x="942160" y="282770"/>
                    <a:pt x="941723" y="282938"/>
                  </a:cubicBezTo>
                  <a:cubicBezTo>
                    <a:pt x="941285" y="283073"/>
                    <a:pt x="939838" y="286572"/>
                    <a:pt x="939838" y="286572"/>
                  </a:cubicBezTo>
                  <a:cubicBezTo>
                    <a:pt x="939838" y="286572"/>
                    <a:pt x="938525" y="288455"/>
                    <a:pt x="938391" y="288893"/>
                  </a:cubicBezTo>
                  <a:cubicBezTo>
                    <a:pt x="938256" y="289330"/>
                    <a:pt x="936944" y="291348"/>
                    <a:pt x="936944" y="291348"/>
                  </a:cubicBezTo>
                  <a:lnTo>
                    <a:pt x="936506" y="295419"/>
                  </a:lnTo>
                  <a:lnTo>
                    <a:pt x="936506" y="298043"/>
                  </a:lnTo>
                  <a:cubicBezTo>
                    <a:pt x="936506" y="298043"/>
                    <a:pt x="937011" y="300061"/>
                    <a:pt x="937314" y="301373"/>
                  </a:cubicBezTo>
                  <a:cubicBezTo>
                    <a:pt x="937617" y="302685"/>
                    <a:pt x="938694" y="304131"/>
                    <a:pt x="939131" y="304434"/>
                  </a:cubicBezTo>
                  <a:cubicBezTo>
                    <a:pt x="939569" y="304737"/>
                    <a:pt x="940006" y="305174"/>
                    <a:pt x="940881" y="305881"/>
                  </a:cubicBezTo>
                  <a:cubicBezTo>
                    <a:pt x="941756" y="306587"/>
                    <a:pt x="943338" y="308639"/>
                    <a:pt x="943338" y="308639"/>
                  </a:cubicBezTo>
                  <a:lnTo>
                    <a:pt x="944045" y="311095"/>
                  </a:lnTo>
                  <a:lnTo>
                    <a:pt x="945795" y="314122"/>
                  </a:lnTo>
                  <a:cubicBezTo>
                    <a:pt x="945795" y="314122"/>
                    <a:pt x="948992" y="318193"/>
                    <a:pt x="948992" y="318596"/>
                  </a:cubicBezTo>
                  <a:cubicBezTo>
                    <a:pt x="948992" y="319034"/>
                    <a:pt x="950304" y="320480"/>
                    <a:pt x="950304" y="320480"/>
                  </a:cubicBezTo>
                  <a:lnTo>
                    <a:pt x="951752" y="323508"/>
                  </a:lnTo>
                  <a:cubicBezTo>
                    <a:pt x="951752" y="323508"/>
                    <a:pt x="952324" y="324080"/>
                    <a:pt x="952761" y="330034"/>
                  </a:cubicBezTo>
                  <a:cubicBezTo>
                    <a:pt x="953199" y="335988"/>
                    <a:pt x="952761" y="332052"/>
                    <a:pt x="952761" y="333667"/>
                  </a:cubicBezTo>
                  <a:cubicBezTo>
                    <a:pt x="952761" y="335248"/>
                    <a:pt x="950877" y="334542"/>
                    <a:pt x="950439" y="334542"/>
                  </a:cubicBezTo>
                  <a:cubicBezTo>
                    <a:pt x="950002" y="334542"/>
                    <a:pt x="946670" y="334979"/>
                    <a:pt x="945795" y="335282"/>
                  </a:cubicBezTo>
                  <a:cubicBezTo>
                    <a:pt x="944920" y="335584"/>
                    <a:pt x="939569" y="335282"/>
                    <a:pt x="938121" y="335282"/>
                  </a:cubicBezTo>
                  <a:cubicBezTo>
                    <a:pt x="936674" y="335282"/>
                    <a:pt x="933780" y="334844"/>
                    <a:pt x="933780" y="334844"/>
                  </a:cubicBezTo>
                  <a:lnTo>
                    <a:pt x="927991" y="332221"/>
                  </a:lnTo>
                  <a:lnTo>
                    <a:pt x="922775" y="330202"/>
                  </a:lnTo>
                  <a:lnTo>
                    <a:pt x="918871" y="329630"/>
                  </a:lnTo>
                  <a:lnTo>
                    <a:pt x="914967" y="327444"/>
                  </a:lnTo>
                  <a:lnTo>
                    <a:pt x="911063" y="324685"/>
                  </a:lnTo>
                  <a:lnTo>
                    <a:pt x="908304" y="323373"/>
                  </a:lnTo>
                  <a:lnTo>
                    <a:pt x="903962" y="318294"/>
                  </a:lnTo>
                  <a:lnTo>
                    <a:pt x="898173" y="312205"/>
                  </a:lnTo>
                  <a:lnTo>
                    <a:pt x="892250" y="311902"/>
                  </a:lnTo>
                  <a:lnTo>
                    <a:pt x="870644" y="311902"/>
                  </a:lnTo>
                  <a:cubicBezTo>
                    <a:pt x="870644" y="311902"/>
                    <a:pt x="867178" y="311095"/>
                    <a:pt x="858192" y="311969"/>
                  </a:cubicBezTo>
                  <a:cubicBezTo>
                    <a:pt x="849206" y="312844"/>
                    <a:pt x="847187" y="311599"/>
                    <a:pt x="840086" y="311599"/>
                  </a:cubicBezTo>
                  <a:cubicBezTo>
                    <a:pt x="832985" y="311599"/>
                    <a:pt x="834735" y="310725"/>
                    <a:pt x="825311" y="309581"/>
                  </a:cubicBezTo>
                  <a:cubicBezTo>
                    <a:pt x="815888" y="308437"/>
                    <a:pt x="820398" y="309446"/>
                    <a:pt x="817066" y="309446"/>
                  </a:cubicBezTo>
                  <a:cubicBezTo>
                    <a:pt x="813734" y="309446"/>
                    <a:pt x="807643" y="309446"/>
                    <a:pt x="800407" y="309144"/>
                  </a:cubicBezTo>
                  <a:cubicBezTo>
                    <a:pt x="793171" y="308841"/>
                    <a:pt x="792734" y="310018"/>
                    <a:pt x="787652" y="310456"/>
                  </a:cubicBezTo>
                  <a:cubicBezTo>
                    <a:pt x="782570" y="310893"/>
                    <a:pt x="781291" y="310456"/>
                    <a:pt x="775906" y="310456"/>
                  </a:cubicBezTo>
                  <a:cubicBezTo>
                    <a:pt x="770555" y="310456"/>
                    <a:pt x="766921" y="310456"/>
                    <a:pt x="762714" y="309581"/>
                  </a:cubicBezTo>
                  <a:cubicBezTo>
                    <a:pt x="758507" y="308706"/>
                    <a:pt x="758507" y="307563"/>
                    <a:pt x="757060" y="306856"/>
                  </a:cubicBezTo>
                  <a:cubicBezTo>
                    <a:pt x="755613" y="306150"/>
                    <a:pt x="751406" y="306823"/>
                    <a:pt x="748949" y="307125"/>
                  </a:cubicBezTo>
                  <a:cubicBezTo>
                    <a:pt x="746492" y="307428"/>
                    <a:pt x="743598" y="306419"/>
                    <a:pt x="741545" y="307125"/>
                  </a:cubicBezTo>
                  <a:cubicBezTo>
                    <a:pt x="739526" y="307865"/>
                    <a:pt x="738651" y="309144"/>
                    <a:pt x="736194" y="310153"/>
                  </a:cubicBezTo>
                  <a:cubicBezTo>
                    <a:pt x="733737" y="311162"/>
                    <a:pt x="733603" y="312609"/>
                    <a:pt x="732290" y="314661"/>
                  </a:cubicBezTo>
                  <a:cubicBezTo>
                    <a:pt x="730978" y="316679"/>
                    <a:pt x="731415" y="317991"/>
                    <a:pt x="731415" y="317991"/>
                  </a:cubicBezTo>
                  <a:cubicBezTo>
                    <a:pt x="731415" y="317991"/>
                    <a:pt x="731415" y="321624"/>
                    <a:pt x="731415" y="323777"/>
                  </a:cubicBezTo>
                  <a:cubicBezTo>
                    <a:pt x="731415" y="325930"/>
                    <a:pt x="735184" y="327679"/>
                    <a:pt x="735184" y="327679"/>
                  </a:cubicBezTo>
                  <a:cubicBezTo>
                    <a:pt x="735184" y="327679"/>
                    <a:pt x="736497" y="327982"/>
                    <a:pt x="738954" y="329294"/>
                  </a:cubicBezTo>
                  <a:cubicBezTo>
                    <a:pt x="741410" y="330606"/>
                    <a:pt x="741410" y="329731"/>
                    <a:pt x="741983" y="330000"/>
                  </a:cubicBezTo>
                  <a:cubicBezTo>
                    <a:pt x="742555" y="330303"/>
                    <a:pt x="744574" y="330875"/>
                    <a:pt x="745617" y="331178"/>
                  </a:cubicBezTo>
                  <a:cubicBezTo>
                    <a:pt x="746627" y="331480"/>
                    <a:pt x="747637" y="331178"/>
                    <a:pt x="747637" y="331178"/>
                  </a:cubicBezTo>
                  <a:cubicBezTo>
                    <a:pt x="747637" y="331178"/>
                    <a:pt x="749521" y="333633"/>
                    <a:pt x="749521" y="334205"/>
                  </a:cubicBezTo>
                  <a:cubicBezTo>
                    <a:pt x="749521" y="334777"/>
                    <a:pt x="749084" y="335214"/>
                    <a:pt x="749084" y="336964"/>
                  </a:cubicBezTo>
                  <a:cubicBezTo>
                    <a:pt x="749084" y="338713"/>
                    <a:pt x="748781" y="340597"/>
                    <a:pt x="748646" y="341000"/>
                  </a:cubicBezTo>
                  <a:cubicBezTo>
                    <a:pt x="748512" y="341438"/>
                    <a:pt x="748074" y="344028"/>
                    <a:pt x="748343" y="344768"/>
                  </a:cubicBezTo>
                  <a:cubicBezTo>
                    <a:pt x="748646" y="345508"/>
                    <a:pt x="750093" y="346652"/>
                    <a:pt x="752685" y="348973"/>
                  </a:cubicBezTo>
                  <a:cubicBezTo>
                    <a:pt x="755276" y="351294"/>
                    <a:pt x="754132" y="354759"/>
                    <a:pt x="753829" y="355331"/>
                  </a:cubicBezTo>
                  <a:cubicBezTo>
                    <a:pt x="753526" y="355903"/>
                    <a:pt x="753829" y="360545"/>
                    <a:pt x="753829" y="361117"/>
                  </a:cubicBezTo>
                  <a:cubicBezTo>
                    <a:pt x="753829" y="361689"/>
                    <a:pt x="752516" y="366768"/>
                    <a:pt x="752516" y="367340"/>
                  </a:cubicBezTo>
                  <a:cubicBezTo>
                    <a:pt x="752516" y="367912"/>
                    <a:pt x="751776" y="371680"/>
                    <a:pt x="751675" y="372252"/>
                  </a:cubicBezTo>
                  <a:cubicBezTo>
                    <a:pt x="751574" y="372824"/>
                    <a:pt x="751776" y="377163"/>
                    <a:pt x="751641" y="378610"/>
                  </a:cubicBezTo>
                  <a:cubicBezTo>
                    <a:pt x="751507" y="380056"/>
                    <a:pt x="751776" y="381805"/>
                    <a:pt x="751641" y="382377"/>
                  </a:cubicBezTo>
                  <a:cubicBezTo>
                    <a:pt x="751507" y="382949"/>
                    <a:pt x="751069" y="385842"/>
                    <a:pt x="750194" y="388029"/>
                  </a:cubicBezTo>
                  <a:cubicBezTo>
                    <a:pt x="749319" y="390215"/>
                    <a:pt x="749925" y="394252"/>
                    <a:pt x="749353" y="397010"/>
                  </a:cubicBezTo>
                  <a:cubicBezTo>
                    <a:pt x="748781" y="399769"/>
                    <a:pt x="747771" y="402090"/>
                    <a:pt x="747468" y="402965"/>
                  </a:cubicBezTo>
                  <a:cubicBezTo>
                    <a:pt x="747165" y="403839"/>
                    <a:pt x="747165" y="407035"/>
                    <a:pt x="747165" y="409491"/>
                  </a:cubicBezTo>
                  <a:cubicBezTo>
                    <a:pt x="747165" y="411946"/>
                    <a:pt x="744540" y="413393"/>
                    <a:pt x="744540" y="413393"/>
                  </a:cubicBezTo>
                  <a:cubicBezTo>
                    <a:pt x="744540" y="413393"/>
                    <a:pt x="744103" y="421366"/>
                    <a:pt x="744103" y="422509"/>
                  </a:cubicBezTo>
                  <a:cubicBezTo>
                    <a:pt x="744103" y="423687"/>
                    <a:pt x="744237" y="425133"/>
                    <a:pt x="744406" y="427723"/>
                  </a:cubicBezTo>
                  <a:cubicBezTo>
                    <a:pt x="744540" y="430347"/>
                    <a:pt x="745146" y="432635"/>
                    <a:pt x="745415" y="434956"/>
                  </a:cubicBezTo>
                  <a:cubicBezTo>
                    <a:pt x="745718" y="437277"/>
                    <a:pt x="745415" y="437277"/>
                    <a:pt x="745718" y="439598"/>
                  </a:cubicBezTo>
                  <a:cubicBezTo>
                    <a:pt x="746021" y="441919"/>
                    <a:pt x="745281" y="444812"/>
                    <a:pt x="745281" y="444812"/>
                  </a:cubicBezTo>
                  <a:cubicBezTo>
                    <a:pt x="745281" y="444812"/>
                    <a:pt x="745281" y="446696"/>
                    <a:pt x="745281" y="448008"/>
                  </a:cubicBezTo>
                  <a:cubicBezTo>
                    <a:pt x="745281" y="449320"/>
                    <a:pt x="745786" y="450464"/>
                    <a:pt x="746526" y="452650"/>
                  </a:cubicBezTo>
                  <a:cubicBezTo>
                    <a:pt x="747233" y="454837"/>
                    <a:pt x="746896" y="456418"/>
                    <a:pt x="746896" y="458436"/>
                  </a:cubicBezTo>
                  <a:cubicBezTo>
                    <a:pt x="746896" y="460455"/>
                    <a:pt x="746896" y="461767"/>
                    <a:pt x="746459" y="465097"/>
                  </a:cubicBezTo>
                  <a:cubicBezTo>
                    <a:pt x="746021" y="468427"/>
                    <a:pt x="745886" y="467687"/>
                    <a:pt x="745146" y="470614"/>
                  </a:cubicBezTo>
                  <a:cubicBezTo>
                    <a:pt x="744406" y="473507"/>
                    <a:pt x="745584" y="473070"/>
                    <a:pt x="746459" y="474819"/>
                  </a:cubicBezTo>
                  <a:cubicBezTo>
                    <a:pt x="747334" y="476568"/>
                    <a:pt x="747031" y="478452"/>
                    <a:pt x="747031" y="478452"/>
                  </a:cubicBezTo>
                  <a:cubicBezTo>
                    <a:pt x="747031" y="478452"/>
                    <a:pt x="743834" y="483801"/>
                    <a:pt x="744002" y="484541"/>
                  </a:cubicBezTo>
                  <a:cubicBezTo>
                    <a:pt x="744136" y="485247"/>
                    <a:pt x="745011" y="485987"/>
                    <a:pt x="745449" y="486559"/>
                  </a:cubicBezTo>
                  <a:cubicBezTo>
                    <a:pt x="745886" y="487131"/>
                    <a:pt x="746459" y="488880"/>
                    <a:pt x="746593" y="489452"/>
                  </a:cubicBezTo>
                  <a:cubicBezTo>
                    <a:pt x="746728" y="490024"/>
                    <a:pt x="746896" y="491033"/>
                    <a:pt x="746896" y="491033"/>
                  </a:cubicBezTo>
                  <a:cubicBezTo>
                    <a:pt x="746896" y="491033"/>
                    <a:pt x="746762" y="494666"/>
                    <a:pt x="746459" y="495104"/>
                  </a:cubicBezTo>
                  <a:cubicBezTo>
                    <a:pt x="746156" y="495541"/>
                    <a:pt x="746762" y="500318"/>
                    <a:pt x="746762" y="500755"/>
                  </a:cubicBezTo>
                  <a:cubicBezTo>
                    <a:pt x="746762" y="501192"/>
                    <a:pt x="741680" y="504388"/>
                    <a:pt x="743295" y="506104"/>
                  </a:cubicBezTo>
                  <a:cubicBezTo>
                    <a:pt x="744877" y="507853"/>
                    <a:pt x="743867" y="507988"/>
                    <a:pt x="746055" y="510881"/>
                  </a:cubicBezTo>
                  <a:cubicBezTo>
                    <a:pt x="748242" y="513774"/>
                    <a:pt x="747064" y="512193"/>
                    <a:pt x="749252" y="514514"/>
                  </a:cubicBezTo>
                  <a:cubicBezTo>
                    <a:pt x="751439" y="516835"/>
                    <a:pt x="749387" y="517541"/>
                    <a:pt x="749252" y="518416"/>
                  </a:cubicBezTo>
                  <a:cubicBezTo>
                    <a:pt x="749117" y="519291"/>
                    <a:pt x="743901" y="518281"/>
                    <a:pt x="743295" y="518416"/>
                  </a:cubicBezTo>
                  <a:cubicBezTo>
                    <a:pt x="742723" y="518550"/>
                    <a:pt x="742151" y="519560"/>
                    <a:pt x="741276" y="520165"/>
                  </a:cubicBezTo>
                  <a:cubicBezTo>
                    <a:pt x="740401" y="520737"/>
                    <a:pt x="739526" y="520905"/>
                    <a:pt x="738516" y="521612"/>
                  </a:cubicBezTo>
                  <a:cubicBezTo>
                    <a:pt x="737507" y="522318"/>
                    <a:pt x="736497" y="521612"/>
                    <a:pt x="736497" y="521612"/>
                  </a:cubicBezTo>
                  <a:lnTo>
                    <a:pt x="730978" y="523024"/>
                  </a:lnTo>
                  <a:cubicBezTo>
                    <a:pt x="730978" y="523024"/>
                    <a:pt x="729968" y="522924"/>
                    <a:pt x="728958" y="523058"/>
                  </a:cubicBezTo>
                  <a:cubicBezTo>
                    <a:pt x="727949" y="523193"/>
                    <a:pt x="726636" y="522924"/>
                    <a:pt x="725626" y="523058"/>
                  </a:cubicBezTo>
                  <a:cubicBezTo>
                    <a:pt x="724617" y="523193"/>
                    <a:pt x="723304" y="523361"/>
                    <a:pt x="722598" y="523630"/>
                  </a:cubicBezTo>
                  <a:cubicBezTo>
                    <a:pt x="721857" y="523933"/>
                    <a:pt x="720848" y="523933"/>
                    <a:pt x="718963" y="524370"/>
                  </a:cubicBezTo>
                  <a:cubicBezTo>
                    <a:pt x="717078" y="524807"/>
                    <a:pt x="716203" y="525951"/>
                    <a:pt x="715631" y="526119"/>
                  </a:cubicBezTo>
                  <a:cubicBezTo>
                    <a:pt x="715059" y="526254"/>
                    <a:pt x="714319" y="527129"/>
                    <a:pt x="714319" y="527129"/>
                  </a:cubicBezTo>
                  <a:cubicBezTo>
                    <a:pt x="714319" y="527129"/>
                    <a:pt x="711996" y="529450"/>
                    <a:pt x="711862" y="529887"/>
                  </a:cubicBezTo>
                  <a:cubicBezTo>
                    <a:pt x="711727" y="530324"/>
                    <a:pt x="710852" y="530896"/>
                    <a:pt x="710280" y="532040"/>
                  </a:cubicBezTo>
                  <a:cubicBezTo>
                    <a:pt x="709708" y="533217"/>
                    <a:pt x="709977" y="533924"/>
                    <a:pt x="709977" y="533924"/>
                  </a:cubicBezTo>
                  <a:cubicBezTo>
                    <a:pt x="709977" y="533924"/>
                    <a:pt x="709977" y="534496"/>
                    <a:pt x="710280" y="535068"/>
                  </a:cubicBezTo>
                  <a:cubicBezTo>
                    <a:pt x="710583" y="535639"/>
                    <a:pt x="712165" y="537826"/>
                    <a:pt x="713746" y="539273"/>
                  </a:cubicBezTo>
                  <a:cubicBezTo>
                    <a:pt x="715328" y="540719"/>
                    <a:pt x="714891" y="540013"/>
                    <a:pt x="716506" y="540584"/>
                  </a:cubicBezTo>
                  <a:cubicBezTo>
                    <a:pt x="718088" y="541156"/>
                    <a:pt x="716506" y="541291"/>
                    <a:pt x="716506" y="541728"/>
                  </a:cubicBezTo>
                  <a:cubicBezTo>
                    <a:pt x="716506" y="542165"/>
                    <a:pt x="715194" y="543309"/>
                    <a:pt x="714756" y="543612"/>
                  </a:cubicBezTo>
                  <a:cubicBezTo>
                    <a:pt x="714319" y="543881"/>
                    <a:pt x="713174" y="544621"/>
                    <a:pt x="712434" y="545361"/>
                  </a:cubicBezTo>
                  <a:cubicBezTo>
                    <a:pt x="711693" y="546068"/>
                    <a:pt x="709674" y="545361"/>
                    <a:pt x="708799" y="545361"/>
                  </a:cubicBezTo>
                  <a:cubicBezTo>
                    <a:pt x="707924" y="545361"/>
                    <a:pt x="706208" y="546505"/>
                    <a:pt x="706208" y="546505"/>
                  </a:cubicBezTo>
                  <a:lnTo>
                    <a:pt x="702876" y="546505"/>
                  </a:lnTo>
                  <a:lnTo>
                    <a:pt x="698265" y="547581"/>
                  </a:lnTo>
                  <a:cubicBezTo>
                    <a:pt x="698265" y="547581"/>
                    <a:pt x="695674" y="548994"/>
                    <a:pt x="695337" y="549196"/>
                  </a:cubicBezTo>
                  <a:cubicBezTo>
                    <a:pt x="695001" y="549398"/>
                    <a:pt x="691736" y="550407"/>
                    <a:pt x="691433" y="550609"/>
                  </a:cubicBezTo>
                  <a:cubicBezTo>
                    <a:pt x="691097" y="550811"/>
                    <a:pt x="689246" y="551786"/>
                    <a:pt x="688808" y="551786"/>
                  </a:cubicBezTo>
                  <a:cubicBezTo>
                    <a:pt x="688371" y="551786"/>
                    <a:pt x="686183" y="553536"/>
                    <a:pt x="686183" y="553536"/>
                  </a:cubicBezTo>
                  <a:cubicBezTo>
                    <a:pt x="686183" y="553536"/>
                    <a:pt x="683794" y="555487"/>
                    <a:pt x="683457" y="555823"/>
                  </a:cubicBezTo>
                  <a:cubicBezTo>
                    <a:pt x="683121" y="556160"/>
                    <a:pt x="682145" y="557572"/>
                    <a:pt x="681707" y="557875"/>
                  </a:cubicBezTo>
                  <a:cubicBezTo>
                    <a:pt x="681270" y="558212"/>
                    <a:pt x="679082" y="562114"/>
                    <a:pt x="679082" y="562114"/>
                  </a:cubicBezTo>
                  <a:cubicBezTo>
                    <a:pt x="679082" y="562114"/>
                    <a:pt x="677770" y="564300"/>
                    <a:pt x="677770" y="564704"/>
                  </a:cubicBezTo>
                  <a:cubicBezTo>
                    <a:pt x="677770" y="565141"/>
                    <a:pt x="675582" y="568741"/>
                    <a:pt x="675582" y="568741"/>
                  </a:cubicBezTo>
                  <a:cubicBezTo>
                    <a:pt x="675582" y="568741"/>
                    <a:pt x="674707" y="570927"/>
                    <a:pt x="674505" y="571230"/>
                  </a:cubicBezTo>
                  <a:cubicBezTo>
                    <a:pt x="674303" y="571567"/>
                    <a:pt x="673967" y="575132"/>
                    <a:pt x="673967" y="575132"/>
                  </a:cubicBezTo>
                  <a:lnTo>
                    <a:pt x="673967" y="580447"/>
                  </a:lnTo>
                  <a:cubicBezTo>
                    <a:pt x="673967" y="580447"/>
                    <a:pt x="675044" y="585123"/>
                    <a:pt x="675279" y="585897"/>
                  </a:cubicBezTo>
                  <a:cubicBezTo>
                    <a:pt x="675515" y="586671"/>
                    <a:pt x="676491" y="588723"/>
                    <a:pt x="676726" y="589799"/>
                  </a:cubicBezTo>
                  <a:cubicBezTo>
                    <a:pt x="676962" y="590876"/>
                    <a:pt x="677029" y="592087"/>
                    <a:pt x="676693" y="593062"/>
                  </a:cubicBezTo>
                  <a:cubicBezTo>
                    <a:pt x="676356" y="594038"/>
                    <a:pt x="676794" y="594812"/>
                    <a:pt x="676693" y="596224"/>
                  </a:cubicBezTo>
                  <a:cubicBezTo>
                    <a:pt x="676592" y="597637"/>
                    <a:pt x="676356" y="598075"/>
                    <a:pt x="676154" y="599151"/>
                  </a:cubicBezTo>
                  <a:cubicBezTo>
                    <a:pt x="675952" y="600228"/>
                    <a:pt x="675380" y="601203"/>
                    <a:pt x="675279" y="601640"/>
                  </a:cubicBezTo>
                  <a:cubicBezTo>
                    <a:pt x="675178" y="602078"/>
                    <a:pt x="673967" y="602717"/>
                    <a:pt x="673967" y="602717"/>
                  </a:cubicBezTo>
                  <a:cubicBezTo>
                    <a:pt x="673967" y="602717"/>
                    <a:pt x="672217" y="605004"/>
                    <a:pt x="672116" y="605307"/>
                  </a:cubicBezTo>
                  <a:cubicBezTo>
                    <a:pt x="672015" y="605643"/>
                    <a:pt x="671140" y="606384"/>
                    <a:pt x="671140" y="606384"/>
                  </a:cubicBezTo>
                  <a:cubicBezTo>
                    <a:pt x="671140" y="606384"/>
                    <a:pt x="670601" y="607359"/>
                    <a:pt x="669861" y="607796"/>
                  </a:cubicBezTo>
                  <a:cubicBezTo>
                    <a:pt x="669120" y="608234"/>
                    <a:pt x="669524" y="608772"/>
                    <a:pt x="669726" y="609546"/>
                  </a:cubicBezTo>
                  <a:cubicBezTo>
                    <a:pt x="669928" y="610319"/>
                    <a:pt x="669827" y="611598"/>
                    <a:pt x="669726" y="612270"/>
                  </a:cubicBezTo>
                  <a:cubicBezTo>
                    <a:pt x="669625" y="612910"/>
                    <a:pt x="668952" y="614222"/>
                    <a:pt x="668750" y="614558"/>
                  </a:cubicBezTo>
                  <a:cubicBezTo>
                    <a:pt x="668548" y="614894"/>
                    <a:pt x="667774" y="616745"/>
                    <a:pt x="667438" y="616946"/>
                  </a:cubicBezTo>
                  <a:cubicBezTo>
                    <a:pt x="667101" y="617148"/>
                    <a:pt x="666024" y="618561"/>
                    <a:pt x="665048" y="619133"/>
                  </a:cubicBezTo>
                  <a:cubicBezTo>
                    <a:pt x="664072" y="619671"/>
                    <a:pt x="662457" y="621959"/>
                    <a:pt x="662120" y="622161"/>
                  </a:cubicBezTo>
                  <a:cubicBezTo>
                    <a:pt x="661784" y="622396"/>
                    <a:pt x="660505" y="623775"/>
                    <a:pt x="660067" y="623775"/>
                  </a:cubicBezTo>
                  <a:cubicBezTo>
                    <a:pt x="659630" y="623775"/>
                    <a:pt x="657476" y="625625"/>
                    <a:pt x="657139" y="625726"/>
                  </a:cubicBezTo>
                  <a:cubicBezTo>
                    <a:pt x="656803" y="625827"/>
                    <a:pt x="651485" y="626937"/>
                    <a:pt x="651485" y="626937"/>
                  </a:cubicBezTo>
                  <a:cubicBezTo>
                    <a:pt x="651485" y="626937"/>
                    <a:pt x="648557" y="625962"/>
                    <a:pt x="647581" y="625524"/>
                  </a:cubicBezTo>
                  <a:cubicBezTo>
                    <a:pt x="646605" y="625087"/>
                    <a:pt x="644115" y="625188"/>
                    <a:pt x="643678" y="625524"/>
                  </a:cubicBezTo>
                  <a:cubicBezTo>
                    <a:pt x="643240" y="625861"/>
                    <a:pt x="641288" y="625524"/>
                    <a:pt x="641288" y="625524"/>
                  </a:cubicBezTo>
                  <a:cubicBezTo>
                    <a:pt x="641288" y="625524"/>
                    <a:pt x="640211" y="628350"/>
                    <a:pt x="639774" y="628350"/>
                  </a:cubicBezTo>
                  <a:cubicBezTo>
                    <a:pt x="639336" y="628350"/>
                    <a:pt x="636072" y="629965"/>
                    <a:pt x="636072" y="629965"/>
                  </a:cubicBezTo>
                  <a:lnTo>
                    <a:pt x="630653" y="630503"/>
                  </a:lnTo>
                  <a:cubicBezTo>
                    <a:pt x="630653" y="630503"/>
                    <a:pt x="622273" y="631580"/>
                    <a:pt x="620860" y="631580"/>
                  </a:cubicBezTo>
                  <a:cubicBezTo>
                    <a:pt x="619446" y="631580"/>
                    <a:pt x="616619" y="633867"/>
                    <a:pt x="614566" y="635179"/>
                  </a:cubicBezTo>
                  <a:cubicBezTo>
                    <a:pt x="612513" y="636491"/>
                    <a:pt x="611201" y="636356"/>
                    <a:pt x="608710" y="636794"/>
                  </a:cubicBezTo>
                  <a:cubicBezTo>
                    <a:pt x="606220" y="637231"/>
                    <a:pt x="603056" y="638308"/>
                    <a:pt x="601306" y="638980"/>
                  </a:cubicBezTo>
                  <a:cubicBezTo>
                    <a:pt x="599556" y="639619"/>
                    <a:pt x="596965" y="640158"/>
                    <a:pt x="595888" y="640158"/>
                  </a:cubicBezTo>
                  <a:cubicBezTo>
                    <a:pt x="594811" y="640158"/>
                    <a:pt x="591648" y="640931"/>
                    <a:pt x="590335" y="641133"/>
                  </a:cubicBezTo>
                  <a:cubicBezTo>
                    <a:pt x="589023" y="641335"/>
                    <a:pt x="586734" y="641335"/>
                    <a:pt x="585220" y="641772"/>
                  </a:cubicBezTo>
                  <a:cubicBezTo>
                    <a:pt x="583705" y="642210"/>
                    <a:pt x="580441" y="641873"/>
                    <a:pt x="578590" y="642412"/>
                  </a:cubicBezTo>
                  <a:cubicBezTo>
                    <a:pt x="576739" y="642950"/>
                    <a:pt x="574585" y="642311"/>
                    <a:pt x="572835" y="642412"/>
                  </a:cubicBezTo>
                  <a:cubicBezTo>
                    <a:pt x="571085" y="642513"/>
                    <a:pt x="562839" y="642950"/>
                    <a:pt x="561964" y="643488"/>
                  </a:cubicBezTo>
                  <a:cubicBezTo>
                    <a:pt x="561089" y="644026"/>
                    <a:pt x="557959" y="644262"/>
                    <a:pt x="553147" y="648265"/>
                  </a:cubicBezTo>
                  <a:cubicBezTo>
                    <a:pt x="548368" y="652268"/>
                    <a:pt x="545642" y="651730"/>
                    <a:pt x="544228" y="651965"/>
                  </a:cubicBezTo>
                  <a:cubicBezTo>
                    <a:pt x="542815" y="652201"/>
                    <a:pt x="535747" y="652066"/>
                    <a:pt x="526526" y="651427"/>
                  </a:cubicBezTo>
                  <a:cubicBezTo>
                    <a:pt x="517271" y="650788"/>
                    <a:pt x="521108" y="651864"/>
                    <a:pt x="515756" y="652840"/>
                  </a:cubicBezTo>
                  <a:cubicBezTo>
                    <a:pt x="510439" y="653815"/>
                    <a:pt x="511853" y="654253"/>
                    <a:pt x="509564" y="654320"/>
                  </a:cubicBezTo>
                  <a:cubicBezTo>
                    <a:pt x="507276" y="654387"/>
                    <a:pt x="504449" y="656540"/>
                    <a:pt x="500982" y="658054"/>
                  </a:cubicBezTo>
                  <a:cubicBezTo>
                    <a:pt x="497516" y="659568"/>
                    <a:pt x="494790" y="658256"/>
                    <a:pt x="492939" y="658256"/>
                  </a:cubicBezTo>
                  <a:cubicBezTo>
                    <a:pt x="491088" y="658256"/>
                    <a:pt x="486544" y="657919"/>
                    <a:pt x="484794" y="657919"/>
                  </a:cubicBezTo>
                  <a:cubicBezTo>
                    <a:pt x="483044" y="657919"/>
                    <a:pt x="479780" y="656069"/>
                    <a:pt x="478501" y="655968"/>
                  </a:cubicBezTo>
                  <a:cubicBezTo>
                    <a:pt x="477188" y="655867"/>
                    <a:pt x="471972" y="654017"/>
                    <a:pt x="470457" y="654354"/>
                  </a:cubicBezTo>
                  <a:cubicBezTo>
                    <a:pt x="468943" y="654690"/>
                    <a:pt x="465241" y="656204"/>
                    <a:pt x="463390" y="657617"/>
                  </a:cubicBezTo>
                  <a:cubicBezTo>
                    <a:pt x="461539" y="659030"/>
                    <a:pt x="456423" y="658929"/>
                    <a:pt x="455986" y="659030"/>
                  </a:cubicBezTo>
                  <a:cubicBezTo>
                    <a:pt x="455548" y="659131"/>
                    <a:pt x="452284" y="661115"/>
                    <a:pt x="452284" y="661115"/>
                  </a:cubicBezTo>
                  <a:cubicBezTo>
                    <a:pt x="452284" y="661115"/>
                    <a:pt x="447606" y="661115"/>
                    <a:pt x="446967" y="661115"/>
                  </a:cubicBezTo>
                  <a:cubicBezTo>
                    <a:pt x="446327" y="661115"/>
                    <a:pt x="438587" y="661485"/>
                    <a:pt x="437072" y="661923"/>
                  </a:cubicBezTo>
                  <a:cubicBezTo>
                    <a:pt x="435558" y="662360"/>
                    <a:pt x="428692" y="662831"/>
                    <a:pt x="427178" y="663066"/>
                  </a:cubicBezTo>
                  <a:cubicBezTo>
                    <a:pt x="425663" y="663302"/>
                    <a:pt x="420985" y="663504"/>
                    <a:pt x="419908" y="663705"/>
                  </a:cubicBezTo>
                  <a:cubicBezTo>
                    <a:pt x="418831" y="663941"/>
                    <a:pt x="414490" y="666195"/>
                    <a:pt x="414490" y="666195"/>
                  </a:cubicBezTo>
                  <a:cubicBezTo>
                    <a:pt x="414490" y="666195"/>
                    <a:pt x="410148" y="667406"/>
                    <a:pt x="408937" y="667810"/>
                  </a:cubicBezTo>
                  <a:cubicBezTo>
                    <a:pt x="407725" y="668247"/>
                    <a:pt x="402845" y="669996"/>
                    <a:pt x="401331" y="670198"/>
                  </a:cubicBezTo>
                  <a:cubicBezTo>
                    <a:pt x="399816" y="670433"/>
                    <a:pt x="392412" y="670837"/>
                    <a:pt x="392076" y="670837"/>
                  </a:cubicBezTo>
                  <a:cubicBezTo>
                    <a:pt x="391739" y="670837"/>
                    <a:pt x="387398" y="670602"/>
                    <a:pt x="387095" y="670602"/>
                  </a:cubicBezTo>
                  <a:cubicBezTo>
                    <a:pt x="386758" y="670602"/>
                    <a:pt x="378412" y="668751"/>
                    <a:pt x="378412" y="668751"/>
                  </a:cubicBezTo>
                  <a:cubicBezTo>
                    <a:pt x="378412" y="668751"/>
                    <a:pt x="374071" y="667103"/>
                    <a:pt x="373633" y="667103"/>
                  </a:cubicBezTo>
                  <a:cubicBezTo>
                    <a:pt x="373196" y="667103"/>
                    <a:pt x="369931" y="666027"/>
                    <a:pt x="369931" y="666027"/>
                  </a:cubicBezTo>
                  <a:cubicBezTo>
                    <a:pt x="369931" y="666027"/>
                    <a:pt x="366330" y="663537"/>
                    <a:pt x="365926" y="663537"/>
                  </a:cubicBezTo>
                  <a:cubicBezTo>
                    <a:pt x="365489" y="663537"/>
                    <a:pt x="364614" y="663335"/>
                    <a:pt x="363739" y="663100"/>
                  </a:cubicBezTo>
                  <a:cubicBezTo>
                    <a:pt x="362864" y="662898"/>
                    <a:pt x="358421" y="662461"/>
                    <a:pt x="358421" y="662461"/>
                  </a:cubicBezTo>
                  <a:lnTo>
                    <a:pt x="355056" y="663672"/>
                  </a:lnTo>
                  <a:lnTo>
                    <a:pt x="348426" y="665186"/>
                  </a:lnTo>
                  <a:cubicBezTo>
                    <a:pt x="348426" y="665186"/>
                    <a:pt x="345498" y="667036"/>
                    <a:pt x="345060" y="667036"/>
                  </a:cubicBezTo>
                  <a:cubicBezTo>
                    <a:pt x="344623" y="667036"/>
                    <a:pt x="342570" y="669424"/>
                    <a:pt x="342133" y="669761"/>
                  </a:cubicBezTo>
                  <a:cubicBezTo>
                    <a:pt x="341695" y="670097"/>
                    <a:pt x="338330" y="674235"/>
                    <a:pt x="338330" y="674235"/>
                  </a:cubicBezTo>
                  <a:lnTo>
                    <a:pt x="332238" y="677700"/>
                  </a:lnTo>
                  <a:lnTo>
                    <a:pt x="325406" y="684966"/>
                  </a:lnTo>
                  <a:lnTo>
                    <a:pt x="322243" y="687455"/>
                  </a:lnTo>
                  <a:lnTo>
                    <a:pt x="320728" y="690180"/>
                  </a:lnTo>
                  <a:cubicBezTo>
                    <a:pt x="320728" y="690180"/>
                    <a:pt x="316589" y="696269"/>
                    <a:pt x="315949" y="696605"/>
                  </a:cubicBezTo>
                  <a:cubicBezTo>
                    <a:pt x="315310" y="696941"/>
                    <a:pt x="313459" y="699868"/>
                    <a:pt x="312920" y="700608"/>
                  </a:cubicBezTo>
                  <a:cubicBezTo>
                    <a:pt x="312382" y="701382"/>
                    <a:pt x="310867" y="702122"/>
                    <a:pt x="310194" y="702660"/>
                  </a:cubicBezTo>
                  <a:cubicBezTo>
                    <a:pt x="309555" y="703198"/>
                    <a:pt x="307906" y="703972"/>
                    <a:pt x="307906" y="703972"/>
                  </a:cubicBezTo>
                  <a:cubicBezTo>
                    <a:pt x="307906" y="703972"/>
                    <a:pt x="304877" y="707572"/>
                    <a:pt x="304742" y="707975"/>
                  </a:cubicBezTo>
                  <a:cubicBezTo>
                    <a:pt x="304641" y="708413"/>
                    <a:pt x="304204" y="709489"/>
                    <a:pt x="302992" y="710700"/>
                  </a:cubicBezTo>
                  <a:cubicBezTo>
                    <a:pt x="301781" y="711911"/>
                    <a:pt x="300939" y="713290"/>
                    <a:pt x="299627" y="714838"/>
                  </a:cubicBezTo>
                  <a:cubicBezTo>
                    <a:pt x="298314" y="716351"/>
                    <a:pt x="296026" y="717226"/>
                    <a:pt x="294511" y="718000"/>
                  </a:cubicBezTo>
                  <a:cubicBezTo>
                    <a:pt x="292997" y="718774"/>
                    <a:pt x="290069" y="717226"/>
                    <a:pt x="289295" y="717226"/>
                  </a:cubicBezTo>
                  <a:cubicBezTo>
                    <a:pt x="288521" y="717226"/>
                    <a:pt x="287006" y="714501"/>
                    <a:pt x="287006" y="714501"/>
                  </a:cubicBezTo>
                  <a:lnTo>
                    <a:pt x="284617" y="713728"/>
                  </a:lnTo>
                  <a:lnTo>
                    <a:pt x="281352" y="712853"/>
                  </a:lnTo>
                  <a:cubicBezTo>
                    <a:pt x="281352" y="712853"/>
                    <a:pt x="276136" y="710801"/>
                    <a:pt x="275799" y="710902"/>
                  </a:cubicBezTo>
                  <a:cubicBezTo>
                    <a:pt x="275463" y="711003"/>
                    <a:pt x="269708" y="709691"/>
                    <a:pt x="269708" y="709691"/>
                  </a:cubicBezTo>
                  <a:lnTo>
                    <a:pt x="265265" y="709691"/>
                  </a:lnTo>
                  <a:lnTo>
                    <a:pt x="259813" y="709758"/>
                  </a:lnTo>
                  <a:cubicBezTo>
                    <a:pt x="259813" y="709758"/>
                    <a:pt x="253823" y="710027"/>
                    <a:pt x="250457" y="710801"/>
                  </a:cubicBezTo>
                  <a:cubicBezTo>
                    <a:pt x="247092" y="711575"/>
                    <a:pt x="244029" y="710801"/>
                    <a:pt x="243626" y="710801"/>
                  </a:cubicBezTo>
                  <a:cubicBezTo>
                    <a:pt x="243188" y="710801"/>
                    <a:pt x="238510" y="709186"/>
                    <a:pt x="238510" y="709186"/>
                  </a:cubicBezTo>
                  <a:cubicBezTo>
                    <a:pt x="238510" y="709186"/>
                    <a:pt x="234707" y="705250"/>
                    <a:pt x="234471" y="704948"/>
                  </a:cubicBezTo>
                  <a:cubicBezTo>
                    <a:pt x="234236" y="704611"/>
                    <a:pt x="233933" y="702559"/>
                    <a:pt x="233933" y="702559"/>
                  </a:cubicBezTo>
                  <a:lnTo>
                    <a:pt x="234270" y="698523"/>
                  </a:lnTo>
                  <a:lnTo>
                    <a:pt x="235246" y="691021"/>
                  </a:lnTo>
                  <a:cubicBezTo>
                    <a:pt x="235246" y="691021"/>
                    <a:pt x="236457" y="689070"/>
                    <a:pt x="236558" y="688733"/>
                  </a:cubicBezTo>
                  <a:cubicBezTo>
                    <a:pt x="236659" y="688397"/>
                    <a:pt x="237635" y="686446"/>
                    <a:pt x="237871" y="685369"/>
                  </a:cubicBezTo>
                  <a:cubicBezTo>
                    <a:pt x="238073" y="684293"/>
                    <a:pt x="237770" y="682443"/>
                    <a:pt x="237770" y="682443"/>
                  </a:cubicBezTo>
                  <a:cubicBezTo>
                    <a:pt x="237770" y="682443"/>
                    <a:pt x="237433" y="678204"/>
                    <a:pt x="237332" y="677868"/>
                  </a:cubicBezTo>
                  <a:cubicBezTo>
                    <a:pt x="237231" y="677531"/>
                    <a:pt x="236693" y="674403"/>
                    <a:pt x="236255" y="673629"/>
                  </a:cubicBezTo>
                  <a:cubicBezTo>
                    <a:pt x="235818" y="672855"/>
                    <a:pt x="233664" y="670803"/>
                    <a:pt x="233327" y="670703"/>
                  </a:cubicBezTo>
                  <a:cubicBezTo>
                    <a:pt x="232991" y="670602"/>
                    <a:pt x="231039" y="668852"/>
                    <a:pt x="230298" y="668852"/>
                  </a:cubicBezTo>
                  <a:cubicBezTo>
                    <a:pt x="229524" y="668852"/>
                    <a:pt x="227808" y="667776"/>
                    <a:pt x="227370" y="667776"/>
                  </a:cubicBezTo>
                  <a:cubicBezTo>
                    <a:pt x="226933" y="667776"/>
                    <a:pt x="225755" y="667675"/>
                    <a:pt x="224644" y="667675"/>
                  </a:cubicBezTo>
                  <a:cubicBezTo>
                    <a:pt x="223567" y="667675"/>
                    <a:pt x="221615" y="668112"/>
                    <a:pt x="221615" y="668112"/>
                  </a:cubicBezTo>
                  <a:cubicBezTo>
                    <a:pt x="221615" y="668112"/>
                    <a:pt x="220841" y="669525"/>
                    <a:pt x="220303" y="670299"/>
                  </a:cubicBezTo>
                  <a:cubicBezTo>
                    <a:pt x="219764" y="671073"/>
                    <a:pt x="218687" y="671947"/>
                    <a:pt x="218115" y="672687"/>
                  </a:cubicBezTo>
                  <a:cubicBezTo>
                    <a:pt x="217577" y="673461"/>
                    <a:pt x="216163" y="673562"/>
                    <a:pt x="216163" y="673562"/>
                  </a:cubicBezTo>
                  <a:cubicBezTo>
                    <a:pt x="216163" y="673562"/>
                    <a:pt x="214110" y="674336"/>
                    <a:pt x="213000" y="674437"/>
                  </a:cubicBezTo>
                  <a:cubicBezTo>
                    <a:pt x="211923" y="674537"/>
                    <a:pt x="210173" y="674437"/>
                    <a:pt x="207884" y="674874"/>
                  </a:cubicBezTo>
                  <a:cubicBezTo>
                    <a:pt x="205596" y="675311"/>
                    <a:pt x="203004" y="674874"/>
                    <a:pt x="203004" y="674874"/>
                  </a:cubicBezTo>
                  <a:lnTo>
                    <a:pt x="198865" y="674100"/>
                  </a:lnTo>
                  <a:lnTo>
                    <a:pt x="191697" y="676724"/>
                  </a:lnTo>
                  <a:cubicBezTo>
                    <a:pt x="191697" y="676724"/>
                    <a:pt x="189946" y="677060"/>
                    <a:pt x="189509" y="676926"/>
                  </a:cubicBezTo>
                  <a:cubicBezTo>
                    <a:pt x="189071" y="676825"/>
                    <a:pt x="185168" y="673461"/>
                    <a:pt x="184831" y="673226"/>
                  </a:cubicBezTo>
                  <a:cubicBezTo>
                    <a:pt x="184494" y="673024"/>
                    <a:pt x="182105" y="670501"/>
                    <a:pt x="182105" y="670501"/>
                  </a:cubicBezTo>
                  <a:cubicBezTo>
                    <a:pt x="182105" y="670501"/>
                    <a:pt x="178941" y="667473"/>
                    <a:pt x="178639" y="667036"/>
                  </a:cubicBezTo>
                  <a:cubicBezTo>
                    <a:pt x="178302" y="666599"/>
                    <a:pt x="177225" y="664984"/>
                    <a:pt x="177225" y="664984"/>
                  </a:cubicBezTo>
                  <a:cubicBezTo>
                    <a:pt x="177225" y="664984"/>
                    <a:pt x="175475" y="663134"/>
                    <a:pt x="175172" y="662932"/>
                  </a:cubicBezTo>
                  <a:cubicBezTo>
                    <a:pt x="174836" y="662696"/>
                    <a:pt x="173321" y="660745"/>
                    <a:pt x="173119" y="660005"/>
                  </a:cubicBezTo>
                  <a:cubicBezTo>
                    <a:pt x="172917" y="659231"/>
                    <a:pt x="172042" y="659669"/>
                    <a:pt x="171706" y="659231"/>
                  </a:cubicBezTo>
                  <a:cubicBezTo>
                    <a:pt x="171369" y="658794"/>
                    <a:pt x="169855" y="658357"/>
                    <a:pt x="168980" y="658357"/>
                  </a:cubicBezTo>
                  <a:cubicBezTo>
                    <a:pt x="168105" y="658357"/>
                    <a:pt x="167667" y="658794"/>
                    <a:pt x="167364" y="658895"/>
                  </a:cubicBezTo>
                  <a:cubicBezTo>
                    <a:pt x="167028" y="658996"/>
                    <a:pt x="165513" y="660409"/>
                    <a:pt x="164436" y="661082"/>
                  </a:cubicBezTo>
                  <a:cubicBezTo>
                    <a:pt x="163359" y="661721"/>
                    <a:pt x="163023" y="662696"/>
                    <a:pt x="162585" y="663369"/>
                  </a:cubicBezTo>
                  <a:cubicBezTo>
                    <a:pt x="162148" y="664008"/>
                    <a:pt x="162249" y="665556"/>
                    <a:pt x="162148" y="666531"/>
                  </a:cubicBezTo>
                  <a:cubicBezTo>
                    <a:pt x="162047" y="667507"/>
                    <a:pt x="163023" y="669559"/>
                    <a:pt x="163124" y="670332"/>
                  </a:cubicBezTo>
                  <a:cubicBezTo>
                    <a:pt x="163225" y="671106"/>
                    <a:pt x="161946" y="674033"/>
                    <a:pt x="161946" y="674033"/>
                  </a:cubicBezTo>
                  <a:cubicBezTo>
                    <a:pt x="161946" y="674033"/>
                    <a:pt x="161071" y="675648"/>
                    <a:pt x="160633" y="675883"/>
                  </a:cubicBezTo>
                  <a:cubicBezTo>
                    <a:pt x="160196" y="676085"/>
                    <a:pt x="158345" y="676959"/>
                    <a:pt x="158042" y="676926"/>
                  </a:cubicBezTo>
                  <a:cubicBezTo>
                    <a:pt x="157705" y="676892"/>
                    <a:pt x="153465" y="676859"/>
                    <a:pt x="152624" y="676959"/>
                  </a:cubicBezTo>
                  <a:cubicBezTo>
                    <a:pt x="151749" y="677060"/>
                    <a:pt x="149460" y="676859"/>
                    <a:pt x="149023" y="676959"/>
                  </a:cubicBezTo>
                  <a:cubicBezTo>
                    <a:pt x="148585" y="677060"/>
                    <a:pt x="146095" y="676959"/>
                    <a:pt x="145220" y="676959"/>
                  </a:cubicBezTo>
                  <a:cubicBezTo>
                    <a:pt x="144345" y="676959"/>
                    <a:pt x="143032" y="677733"/>
                    <a:pt x="142056" y="677834"/>
                  </a:cubicBezTo>
                  <a:cubicBezTo>
                    <a:pt x="141080" y="677935"/>
                    <a:pt x="139868" y="678911"/>
                    <a:pt x="139027" y="679348"/>
                  </a:cubicBezTo>
                  <a:cubicBezTo>
                    <a:pt x="138152" y="679785"/>
                    <a:pt x="137412" y="680761"/>
                    <a:pt x="136638" y="680862"/>
                  </a:cubicBezTo>
                  <a:cubicBezTo>
                    <a:pt x="135864" y="680963"/>
                    <a:pt x="133811" y="683250"/>
                    <a:pt x="133037" y="683351"/>
                  </a:cubicBezTo>
                  <a:cubicBezTo>
                    <a:pt x="132263" y="683452"/>
                    <a:pt x="129873" y="684562"/>
                    <a:pt x="127921" y="684764"/>
                  </a:cubicBezTo>
                  <a:cubicBezTo>
                    <a:pt x="125969" y="684966"/>
                    <a:pt x="124455" y="685403"/>
                    <a:pt x="123883" y="685403"/>
                  </a:cubicBezTo>
                  <a:cubicBezTo>
                    <a:pt x="123344" y="685403"/>
                    <a:pt x="121392" y="686177"/>
                    <a:pt x="120955" y="686177"/>
                  </a:cubicBezTo>
                  <a:cubicBezTo>
                    <a:pt x="120517" y="686177"/>
                    <a:pt x="118565" y="686715"/>
                    <a:pt x="117051" y="686816"/>
                  </a:cubicBezTo>
                  <a:cubicBezTo>
                    <a:pt x="115536" y="686917"/>
                    <a:pt x="113887" y="686917"/>
                    <a:pt x="113046" y="686816"/>
                  </a:cubicBezTo>
                  <a:cubicBezTo>
                    <a:pt x="112171" y="686715"/>
                    <a:pt x="110421" y="686614"/>
                    <a:pt x="109243" y="686614"/>
                  </a:cubicBezTo>
                  <a:cubicBezTo>
                    <a:pt x="108065" y="686614"/>
                    <a:pt x="105103" y="684764"/>
                    <a:pt x="104666" y="684764"/>
                  </a:cubicBezTo>
                  <a:cubicBezTo>
                    <a:pt x="104228" y="684764"/>
                    <a:pt x="101300" y="683149"/>
                    <a:pt x="100863" y="683149"/>
                  </a:cubicBezTo>
                  <a:cubicBezTo>
                    <a:pt x="100425" y="683149"/>
                    <a:pt x="97598" y="683149"/>
                    <a:pt x="97161" y="683048"/>
                  </a:cubicBezTo>
                  <a:cubicBezTo>
                    <a:pt x="96723" y="682947"/>
                    <a:pt x="94132" y="681972"/>
                    <a:pt x="94132" y="681972"/>
                  </a:cubicBezTo>
                  <a:lnTo>
                    <a:pt x="90766" y="681972"/>
                  </a:lnTo>
                  <a:cubicBezTo>
                    <a:pt x="90766" y="681972"/>
                    <a:pt x="85886" y="683990"/>
                    <a:pt x="85550" y="684091"/>
                  </a:cubicBezTo>
                  <a:cubicBezTo>
                    <a:pt x="85213" y="684192"/>
                    <a:pt x="82184" y="685571"/>
                    <a:pt x="82184" y="685571"/>
                  </a:cubicBezTo>
                  <a:lnTo>
                    <a:pt x="78146" y="688733"/>
                  </a:lnTo>
                  <a:lnTo>
                    <a:pt x="74780" y="691458"/>
                  </a:lnTo>
                  <a:lnTo>
                    <a:pt x="70877" y="694822"/>
                  </a:lnTo>
                  <a:lnTo>
                    <a:pt x="68252" y="697009"/>
                  </a:lnTo>
                  <a:cubicBezTo>
                    <a:pt x="68252" y="697009"/>
                    <a:pt x="65525" y="700036"/>
                    <a:pt x="65088" y="700373"/>
                  </a:cubicBezTo>
                  <a:cubicBezTo>
                    <a:pt x="64650" y="700709"/>
                    <a:pt x="63674" y="702559"/>
                    <a:pt x="63674" y="702559"/>
                  </a:cubicBezTo>
                  <a:lnTo>
                    <a:pt x="63035" y="705183"/>
                  </a:lnTo>
                  <a:lnTo>
                    <a:pt x="62261" y="708446"/>
                  </a:lnTo>
                  <a:lnTo>
                    <a:pt x="62160" y="712046"/>
                  </a:lnTo>
                  <a:lnTo>
                    <a:pt x="61521" y="714636"/>
                  </a:lnTo>
                  <a:lnTo>
                    <a:pt x="61420" y="718673"/>
                  </a:lnTo>
                  <a:lnTo>
                    <a:pt x="60545" y="722474"/>
                  </a:lnTo>
                  <a:cubicBezTo>
                    <a:pt x="60545" y="722474"/>
                    <a:pt x="59131" y="724761"/>
                    <a:pt x="58795" y="725199"/>
                  </a:cubicBezTo>
                  <a:cubicBezTo>
                    <a:pt x="58458" y="725636"/>
                    <a:pt x="57482" y="727486"/>
                    <a:pt x="57482" y="727486"/>
                  </a:cubicBezTo>
                  <a:cubicBezTo>
                    <a:pt x="57482" y="727486"/>
                    <a:pt x="55429" y="729437"/>
                    <a:pt x="54891" y="729673"/>
                  </a:cubicBezTo>
                  <a:cubicBezTo>
                    <a:pt x="54352" y="729875"/>
                    <a:pt x="53040" y="731086"/>
                    <a:pt x="52703" y="731086"/>
                  </a:cubicBezTo>
                  <a:cubicBezTo>
                    <a:pt x="52367" y="731086"/>
                    <a:pt x="50953" y="732297"/>
                    <a:pt x="50078" y="732499"/>
                  </a:cubicBezTo>
                  <a:cubicBezTo>
                    <a:pt x="49203" y="732700"/>
                    <a:pt x="48665" y="733810"/>
                    <a:pt x="48025" y="734012"/>
                  </a:cubicBezTo>
                  <a:cubicBezTo>
                    <a:pt x="47386" y="734214"/>
                    <a:pt x="46410" y="735526"/>
                    <a:pt x="45299" y="735963"/>
                  </a:cubicBezTo>
                  <a:cubicBezTo>
                    <a:pt x="44222" y="736401"/>
                    <a:pt x="43785" y="737174"/>
                    <a:pt x="43448" y="737814"/>
                  </a:cubicBezTo>
                  <a:cubicBezTo>
                    <a:pt x="43112" y="738453"/>
                    <a:pt x="40520" y="737814"/>
                    <a:pt x="40520" y="737814"/>
                  </a:cubicBezTo>
                  <a:lnTo>
                    <a:pt x="36717" y="739428"/>
                  </a:lnTo>
                  <a:lnTo>
                    <a:pt x="33453" y="739428"/>
                  </a:lnTo>
                  <a:lnTo>
                    <a:pt x="30962" y="740236"/>
                  </a:lnTo>
                  <a:cubicBezTo>
                    <a:pt x="30962" y="740236"/>
                    <a:pt x="27698" y="739967"/>
                    <a:pt x="26621" y="740067"/>
                  </a:cubicBezTo>
                  <a:cubicBezTo>
                    <a:pt x="25544" y="740168"/>
                    <a:pt x="24770" y="740067"/>
                    <a:pt x="24332" y="740067"/>
                  </a:cubicBezTo>
                  <a:cubicBezTo>
                    <a:pt x="23895" y="740067"/>
                    <a:pt x="20327" y="740841"/>
                    <a:pt x="19318" y="740841"/>
                  </a:cubicBezTo>
                  <a:cubicBezTo>
                    <a:pt x="18342" y="740841"/>
                    <a:pt x="16390" y="742153"/>
                    <a:pt x="15077" y="742490"/>
                  </a:cubicBezTo>
                  <a:cubicBezTo>
                    <a:pt x="13765" y="742826"/>
                    <a:pt x="12688" y="743028"/>
                    <a:pt x="11173" y="743902"/>
                  </a:cubicBezTo>
                  <a:cubicBezTo>
                    <a:pt x="9659" y="744777"/>
                    <a:pt x="7808" y="745753"/>
                    <a:pt x="7034" y="746526"/>
                  </a:cubicBezTo>
                  <a:cubicBezTo>
                    <a:pt x="6260" y="747300"/>
                    <a:pt x="6260" y="746863"/>
                    <a:pt x="6159" y="748578"/>
                  </a:cubicBezTo>
                  <a:cubicBezTo>
                    <a:pt x="6058" y="750328"/>
                    <a:pt x="8548" y="751606"/>
                    <a:pt x="8784" y="751942"/>
                  </a:cubicBezTo>
                  <a:cubicBezTo>
                    <a:pt x="8986" y="752279"/>
                    <a:pt x="10298" y="753557"/>
                    <a:pt x="12486" y="755104"/>
                  </a:cubicBezTo>
                  <a:cubicBezTo>
                    <a:pt x="14673" y="756618"/>
                    <a:pt x="15952" y="758569"/>
                    <a:pt x="16188" y="759007"/>
                  </a:cubicBezTo>
                  <a:cubicBezTo>
                    <a:pt x="16390" y="759444"/>
                    <a:pt x="17500" y="761059"/>
                    <a:pt x="17601" y="761395"/>
                  </a:cubicBezTo>
                  <a:cubicBezTo>
                    <a:pt x="17702" y="761731"/>
                    <a:pt x="21068" y="765095"/>
                    <a:pt x="21202" y="765533"/>
                  </a:cubicBezTo>
                  <a:cubicBezTo>
                    <a:pt x="21303" y="765970"/>
                    <a:pt x="21976" y="769569"/>
                    <a:pt x="21976" y="769569"/>
                  </a:cubicBezTo>
                  <a:lnTo>
                    <a:pt x="20563" y="778047"/>
                  </a:lnTo>
                  <a:lnTo>
                    <a:pt x="20226" y="782050"/>
                  </a:lnTo>
                  <a:lnTo>
                    <a:pt x="20226" y="784438"/>
                  </a:lnTo>
                  <a:cubicBezTo>
                    <a:pt x="20226" y="784438"/>
                    <a:pt x="21808" y="785851"/>
                    <a:pt x="22111" y="786187"/>
                  </a:cubicBezTo>
                  <a:cubicBezTo>
                    <a:pt x="22448" y="786524"/>
                    <a:pt x="25409" y="789013"/>
                    <a:pt x="25645" y="789350"/>
                  </a:cubicBezTo>
                  <a:cubicBezTo>
                    <a:pt x="25847" y="789686"/>
                    <a:pt x="27058" y="791200"/>
                    <a:pt x="27159" y="791637"/>
                  </a:cubicBezTo>
                  <a:cubicBezTo>
                    <a:pt x="27260" y="792074"/>
                    <a:pt x="27260" y="794463"/>
                    <a:pt x="27260" y="794463"/>
                  </a:cubicBezTo>
                  <a:lnTo>
                    <a:pt x="26183" y="796212"/>
                  </a:lnTo>
                  <a:cubicBezTo>
                    <a:pt x="26183" y="796212"/>
                    <a:pt x="24770" y="797423"/>
                    <a:pt x="23794" y="797726"/>
                  </a:cubicBezTo>
                  <a:cubicBezTo>
                    <a:pt x="22818" y="798062"/>
                    <a:pt x="21842" y="798365"/>
                    <a:pt x="21842" y="798365"/>
                  </a:cubicBezTo>
                  <a:cubicBezTo>
                    <a:pt x="21842" y="798365"/>
                    <a:pt x="19116" y="798701"/>
                    <a:pt x="18039" y="798264"/>
                  </a:cubicBezTo>
                  <a:cubicBezTo>
                    <a:pt x="16962" y="797827"/>
                    <a:pt x="16726" y="798163"/>
                    <a:pt x="16188" y="797524"/>
                  </a:cubicBezTo>
                  <a:cubicBezTo>
                    <a:pt x="15649" y="796885"/>
                    <a:pt x="14135" y="796885"/>
                    <a:pt x="14135" y="796885"/>
                  </a:cubicBezTo>
                  <a:lnTo>
                    <a:pt x="12284" y="796885"/>
                  </a:lnTo>
                  <a:cubicBezTo>
                    <a:pt x="12284" y="796885"/>
                    <a:pt x="11846" y="798466"/>
                    <a:pt x="11846" y="798769"/>
                  </a:cubicBezTo>
                  <a:cubicBezTo>
                    <a:pt x="11846" y="799105"/>
                    <a:pt x="10971" y="801426"/>
                    <a:pt x="10971" y="801426"/>
                  </a:cubicBezTo>
                  <a:cubicBezTo>
                    <a:pt x="10971" y="801426"/>
                    <a:pt x="9120" y="803276"/>
                    <a:pt x="8582" y="803377"/>
                  </a:cubicBezTo>
                  <a:cubicBezTo>
                    <a:pt x="8043" y="803478"/>
                    <a:pt x="6630" y="804252"/>
                    <a:pt x="6630" y="804252"/>
                  </a:cubicBezTo>
                  <a:cubicBezTo>
                    <a:pt x="6630" y="804252"/>
                    <a:pt x="4005" y="805429"/>
                    <a:pt x="3164" y="805564"/>
                  </a:cubicBezTo>
                  <a:cubicBezTo>
                    <a:pt x="2289" y="805665"/>
                    <a:pt x="774" y="807313"/>
                    <a:pt x="774" y="807313"/>
                  </a:cubicBezTo>
                  <a:lnTo>
                    <a:pt x="0" y="809802"/>
                  </a:lnTo>
                  <a:lnTo>
                    <a:pt x="538" y="812628"/>
                  </a:lnTo>
                  <a:lnTo>
                    <a:pt x="1178" y="816968"/>
                  </a:lnTo>
                  <a:lnTo>
                    <a:pt x="2793" y="819457"/>
                  </a:lnTo>
                  <a:lnTo>
                    <a:pt x="5183" y="821206"/>
                  </a:lnTo>
                  <a:lnTo>
                    <a:pt x="8885" y="827497"/>
                  </a:lnTo>
                  <a:lnTo>
                    <a:pt x="9524" y="830524"/>
                  </a:lnTo>
                  <a:lnTo>
                    <a:pt x="13866" y="836176"/>
                  </a:lnTo>
                  <a:lnTo>
                    <a:pt x="15044" y="839977"/>
                  </a:lnTo>
                  <a:lnTo>
                    <a:pt x="17231" y="844014"/>
                  </a:lnTo>
                  <a:cubicBezTo>
                    <a:pt x="17231" y="844014"/>
                    <a:pt x="19722" y="847041"/>
                    <a:pt x="19856" y="847378"/>
                  </a:cubicBezTo>
                  <a:cubicBezTo>
                    <a:pt x="19957" y="847714"/>
                    <a:pt x="20395" y="848152"/>
                    <a:pt x="20395" y="848152"/>
                  </a:cubicBezTo>
                  <a:cubicBezTo>
                    <a:pt x="20395" y="848152"/>
                    <a:pt x="22784" y="849026"/>
                    <a:pt x="23121" y="849026"/>
                  </a:cubicBezTo>
                  <a:cubicBezTo>
                    <a:pt x="23457" y="849026"/>
                    <a:pt x="26150" y="849228"/>
                    <a:pt x="26486" y="849228"/>
                  </a:cubicBezTo>
                  <a:cubicBezTo>
                    <a:pt x="26823" y="849228"/>
                    <a:pt x="28876" y="849228"/>
                    <a:pt x="29852" y="848690"/>
                  </a:cubicBezTo>
                  <a:cubicBezTo>
                    <a:pt x="30828" y="848152"/>
                    <a:pt x="31366" y="848589"/>
                    <a:pt x="32443" y="847378"/>
                  </a:cubicBezTo>
                  <a:cubicBezTo>
                    <a:pt x="33520" y="846200"/>
                    <a:pt x="32443" y="847378"/>
                    <a:pt x="32443" y="846941"/>
                  </a:cubicBezTo>
                  <a:cubicBezTo>
                    <a:pt x="32443" y="846503"/>
                    <a:pt x="34092" y="846604"/>
                    <a:pt x="34395" y="846167"/>
                  </a:cubicBezTo>
                  <a:cubicBezTo>
                    <a:pt x="34732" y="845730"/>
                    <a:pt x="35607" y="845292"/>
                    <a:pt x="35607" y="845292"/>
                  </a:cubicBezTo>
                  <a:cubicBezTo>
                    <a:pt x="35607" y="845292"/>
                    <a:pt x="36684" y="844855"/>
                    <a:pt x="37121" y="844216"/>
                  </a:cubicBezTo>
                  <a:cubicBezTo>
                    <a:pt x="37559" y="843577"/>
                    <a:pt x="39073" y="843139"/>
                    <a:pt x="39309" y="842803"/>
                  </a:cubicBezTo>
                  <a:cubicBezTo>
                    <a:pt x="39544" y="842467"/>
                    <a:pt x="41496" y="842366"/>
                    <a:pt x="41496" y="842366"/>
                  </a:cubicBezTo>
                  <a:cubicBezTo>
                    <a:pt x="41496" y="842366"/>
                    <a:pt x="43987" y="842366"/>
                    <a:pt x="44660" y="842029"/>
                  </a:cubicBezTo>
                  <a:cubicBezTo>
                    <a:pt x="45299" y="841693"/>
                    <a:pt x="47150" y="842029"/>
                    <a:pt x="47150" y="842029"/>
                  </a:cubicBezTo>
                  <a:lnTo>
                    <a:pt x="50616" y="842029"/>
                  </a:lnTo>
                  <a:lnTo>
                    <a:pt x="53443" y="843711"/>
                  </a:lnTo>
                  <a:lnTo>
                    <a:pt x="54218" y="846705"/>
                  </a:lnTo>
                  <a:cubicBezTo>
                    <a:pt x="54218" y="846705"/>
                    <a:pt x="58121" y="848555"/>
                    <a:pt x="59872" y="848993"/>
                  </a:cubicBezTo>
                  <a:cubicBezTo>
                    <a:pt x="61622" y="849430"/>
                    <a:pt x="62799" y="848993"/>
                    <a:pt x="62799" y="848993"/>
                  </a:cubicBezTo>
                  <a:lnTo>
                    <a:pt x="64751" y="848993"/>
                  </a:lnTo>
                  <a:lnTo>
                    <a:pt x="66602" y="851549"/>
                  </a:lnTo>
                  <a:lnTo>
                    <a:pt x="68992" y="853870"/>
                  </a:lnTo>
                  <a:lnTo>
                    <a:pt x="72593" y="856158"/>
                  </a:lnTo>
                  <a:cubicBezTo>
                    <a:pt x="72593" y="856158"/>
                    <a:pt x="75083" y="857571"/>
                    <a:pt x="76295" y="858109"/>
                  </a:cubicBezTo>
                  <a:cubicBezTo>
                    <a:pt x="77473" y="858647"/>
                    <a:pt x="80872" y="861708"/>
                    <a:pt x="81309" y="862011"/>
                  </a:cubicBezTo>
                  <a:cubicBezTo>
                    <a:pt x="81747" y="862348"/>
                    <a:pt x="84473" y="865712"/>
                    <a:pt x="84473" y="865712"/>
                  </a:cubicBezTo>
                  <a:lnTo>
                    <a:pt x="86223" y="868638"/>
                  </a:lnTo>
                  <a:lnTo>
                    <a:pt x="86560" y="870690"/>
                  </a:lnTo>
                  <a:lnTo>
                    <a:pt x="86358" y="875904"/>
                  </a:lnTo>
                  <a:lnTo>
                    <a:pt x="86358" y="877956"/>
                  </a:lnTo>
                  <a:lnTo>
                    <a:pt x="86358" y="881085"/>
                  </a:lnTo>
                  <a:lnTo>
                    <a:pt x="86358" y="883910"/>
                  </a:lnTo>
                  <a:lnTo>
                    <a:pt x="86459" y="886938"/>
                  </a:lnTo>
                  <a:lnTo>
                    <a:pt x="85382" y="889125"/>
                  </a:lnTo>
                  <a:lnTo>
                    <a:pt x="83766" y="892152"/>
                  </a:lnTo>
                  <a:lnTo>
                    <a:pt x="82252" y="894204"/>
                  </a:lnTo>
                  <a:lnTo>
                    <a:pt x="81175" y="897232"/>
                  </a:lnTo>
                  <a:lnTo>
                    <a:pt x="80535" y="899519"/>
                  </a:lnTo>
                  <a:lnTo>
                    <a:pt x="80098" y="904296"/>
                  </a:lnTo>
                  <a:lnTo>
                    <a:pt x="79761" y="907122"/>
                  </a:lnTo>
                  <a:lnTo>
                    <a:pt x="79324" y="911125"/>
                  </a:lnTo>
                  <a:lnTo>
                    <a:pt x="78348" y="913951"/>
                  </a:lnTo>
                  <a:lnTo>
                    <a:pt x="77708" y="915801"/>
                  </a:lnTo>
                  <a:lnTo>
                    <a:pt x="77708" y="917853"/>
                  </a:lnTo>
                  <a:lnTo>
                    <a:pt x="77338" y="920578"/>
                  </a:lnTo>
                  <a:cubicBezTo>
                    <a:pt x="77338" y="920578"/>
                    <a:pt x="76833" y="923067"/>
                    <a:pt x="76833" y="923504"/>
                  </a:cubicBezTo>
                  <a:cubicBezTo>
                    <a:pt x="76833" y="923942"/>
                    <a:pt x="76833" y="925018"/>
                    <a:pt x="76497" y="926330"/>
                  </a:cubicBezTo>
                  <a:cubicBezTo>
                    <a:pt x="76160" y="927642"/>
                    <a:pt x="75622" y="928517"/>
                    <a:pt x="75622" y="928517"/>
                  </a:cubicBezTo>
                  <a:lnTo>
                    <a:pt x="75285" y="931342"/>
                  </a:lnTo>
                  <a:cubicBezTo>
                    <a:pt x="75285" y="931342"/>
                    <a:pt x="75083" y="934067"/>
                    <a:pt x="75083" y="934505"/>
                  </a:cubicBezTo>
                  <a:cubicBezTo>
                    <a:pt x="75083" y="934942"/>
                    <a:pt x="75285" y="939080"/>
                    <a:pt x="75285" y="939382"/>
                  </a:cubicBezTo>
                  <a:cubicBezTo>
                    <a:pt x="75285" y="939719"/>
                    <a:pt x="75925" y="941872"/>
                    <a:pt x="75925" y="941872"/>
                  </a:cubicBezTo>
                  <a:lnTo>
                    <a:pt x="75925" y="944596"/>
                  </a:lnTo>
                  <a:cubicBezTo>
                    <a:pt x="75925" y="944596"/>
                    <a:pt x="78516" y="946985"/>
                    <a:pt x="80064" y="948297"/>
                  </a:cubicBezTo>
                  <a:cubicBezTo>
                    <a:pt x="81579" y="949609"/>
                    <a:pt x="82353" y="952636"/>
                    <a:pt x="82454" y="953074"/>
                  </a:cubicBezTo>
                  <a:cubicBezTo>
                    <a:pt x="82555" y="953511"/>
                    <a:pt x="82454" y="955798"/>
                    <a:pt x="82454" y="956236"/>
                  </a:cubicBezTo>
                  <a:cubicBezTo>
                    <a:pt x="82454" y="956673"/>
                    <a:pt x="82117" y="958086"/>
                    <a:pt x="82117" y="958086"/>
                  </a:cubicBezTo>
                  <a:cubicBezTo>
                    <a:pt x="82117" y="958086"/>
                    <a:pt x="81040" y="959936"/>
                    <a:pt x="80704" y="960138"/>
                  </a:cubicBezTo>
                  <a:cubicBezTo>
                    <a:pt x="80367" y="960340"/>
                    <a:pt x="79290" y="961887"/>
                    <a:pt x="78314" y="962089"/>
                  </a:cubicBezTo>
                  <a:cubicBezTo>
                    <a:pt x="77338" y="962291"/>
                    <a:pt x="77237" y="963065"/>
                    <a:pt x="77237" y="963065"/>
                  </a:cubicBezTo>
                  <a:lnTo>
                    <a:pt x="75386" y="964578"/>
                  </a:lnTo>
                  <a:lnTo>
                    <a:pt x="73636" y="967202"/>
                  </a:lnTo>
                  <a:lnTo>
                    <a:pt x="72189" y="969389"/>
                  </a:lnTo>
                  <a:lnTo>
                    <a:pt x="70574" y="971239"/>
                  </a:lnTo>
                  <a:lnTo>
                    <a:pt x="69598" y="972450"/>
                  </a:lnTo>
                  <a:lnTo>
                    <a:pt x="69295" y="974939"/>
                  </a:lnTo>
                  <a:lnTo>
                    <a:pt x="69497" y="978404"/>
                  </a:lnTo>
                  <a:lnTo>
                    <a:pt x="70910" y="982407"/>
                  </a:lnTo>
                  <a:lnTo>
                    <a:pt x="72526" y="985132"/>
                  </a:lnTo>
                  <a:lnTo>
                    <a:pt x="72862" y="989270"/>
                  </a:lnTo>
                  <a:cubicBezTo>
                    <a:pt x="72862" y="989270"/>
                    <a:pt x="74175" y="991322"/>
                    <a:pt x="74276" y="991658"/>
                  </a:cubicBezTo>
                  <a:cubicBezTo>
                    <a:pt x="74377" y="991995"/>
                    <a:pt x="74915" y="994585"/>
                    <a:pt x="74915" y="994585"/>
                  </a:cubicBezTo>
                  <a:cubicBezTo>
                    <a:pt x="74915" y="994585"/>
                    <a:pt x="75151" y="997848"/>
                    <a:pt x="75151" y="998184"/>
                  </a:cubicBezTo>
                  <a:cubicBezTo>
                    <a:pt x="75151" y="998521"/>
                    <a:pt x="75487" y="1003028"/>
                    <a:pt x="75487" y="1003028"/>
                  </a:cubicBezTo>
                  <a:lnTo>
                    <a:pt x="75050" y="1004912"/>
                  </a:lnTo>
                  <a:lnTo>
                    <a:pt x="72458" y="1007738"/>
                  </a:lnTo>
                  <a:cubicBezTo>
                    <a:pt x="72458" y="1007738"/>
                    <a:pt x="70170" y="1008814"/>
                    <a:pt x="69732" y="1008814"/>
                  </a:cubicBezTo>
                  <a:cubicBezTo>
                    <a:pt x="69295" y="1008814"/>
                    <a:pt x="67343" y="1010126"/>
                    <a:pt x="67343" y="1010126"/>
                  </a:cubicBezTo>
                  <a:lnTo>
                    <a:pt x="64617" y="1011102"/>
                  </a:lnTo>
                  <a:lnTo>
                    <a:pt x="61790" y="1011539"/>
                  </a:lnTo>
                  <a:lnTo>
                    <a:pt x="60477" y="1011977"/>
                  </a:lnTo>
                  <a:lnTo>
                    <a:pt x="57011" y="1012414"/>
                  </a:lnTo>
                  <a:cubicBezTo>
                    <a:pt x="57011" y="1012414"/>
                    <a:pt x="53847" y="1012515"/>
                    <a:pt x="51996" y="1011977"/>
                  </a:cubicBezTo>
                  <a:cubicBezTo>
                    <a:pt x="50145" y="1011438"/>
                    <a:pt x="50044" y="1011977"/>
                    <a:pt x="48732" y="1011775"/>
                  </a:cubicBezTo>
                  <a:cubicBezTo>
                    <a:pt x="47419" y="1011539"/>
                    <a:pt x="47217" y="1011438"/>
                    <a:pt x="47217" y="1011438"/>
                  </a:cubicBezTo>
                  <a:lnTo>
                    <a:pt x="43414" y="1010799"/>
                  </a:lnTo>
                  <a:lnTo>
                    <a:pt x="39712" y="1008512"/>
                  </a:lnTo>
                  <a:cubicBezTo>
                    <a:pt x="39712" y="1008512"/>
                    <a:pt x="38198" y="1007435"/>
                    <a:pt x="37861" y="1006998"/>
                  </a:cubicBezTo>
                  <a:cubicBezTo>
                    <a:pt x="37525" y="1006561"/>
                    <a:pt x="35371" y="1005787"/>
                    <a:pt x="34698" y="1005148"/>
                  </a:cubicBezTo>
                  <a:cubicBezTo>
                    <a:pt x="34058" y="1004509"/>
                    <a:pt x="31871" y="1004273"/>
                    <a:pt x="31433" y="1003399"/>
                  </a:cubicBezTo>
                  <a:cubicBezTo>
                    <a:pt x="30996" y="1002524"/>
                    <a:pt x="28270" y="1003499"/>
                    <a:pt x="27630" y="1003399"/>
                  </a:cubicBezTo>
                  <a:cubicBezTo>
                    <a:pt x="27630" y="1003399"/>
                    <a:pt x="23592" y="1004374"/>
                    <a:pt x="23188" y="1004475"/>
                  </a:cubicBezTo>
                  <a:cubicBezTo>
                    <a:pt x="22751" y="1004576"/>
                    <a:pt x="21337" y="1004475"/>
                    <a:pt x="20899" y="1004475"/>
                  </a:cubicBezTo>
                  <a:cubicBezTo>
                    <a:pt x="20462" y="1004475"/>
                    <a:pt x="19486" y="1005451"/>
                    <a:pt x="19149" y="1005451"/>
                  </a:cubicBezTo>
                  <a:cubicBezTo>
                    <a:pt x="18813" y="1005451"/>
                    <a:pt x="17736" y="1006762"/>
                    <a:pt x="16962" y="1007402"/>
                  </a:cubicBezTo>
                  <a:cubicBezTo>
                    <a:pt x="16188" y="1008041"/>
                    <a:pt x="14135" y="1009353"/>
                    <a:pt x="13596" y="1009588"/>
                  </a:cubicBezTo>
                  <a:cubicBezTo>
                    <a:pt x="13058" y="1009824"/>
                    <a:pt x="12620" y="1011203"/>
                    <a:pt x="12520" y="1011640"/>
                  </a:cubicBezTo>
                  <a:cubicBezTo>
                    <a:pt x="12419" y="1012078"/>
                    <a:pt x="12318" y="1013591"/>
                    <a:pt x="12318" y="1015004"/>
                  </a:cubicBezTo>
                  <a:cubicBezTo>
                    <a:pt x="12318" y="1016417"/>
                    <a:pt x="12318" y="1018469"/>
                    <a:pt x="11745" y="1018805"/>
                  </a:cubicBezTo>
                  <a:cubicBezTo>
                    <a:pt x="11173" y="1019142"/>
                    <a:pt x="12015" y="1021396"/>
                    <a:pt x="11779" y="1023784"/>
                  </a:cubicBezTo>
                  <a:cubicBezTo>
                    <a:pt x="11577" y="1026173"/>
                    <a:pt x="12318" y="1025298"/>
                    <a:pt x="12755" y="1026173"/>
                  </a:cubicBezTo>
                  <a:cubicBezTo>
                    <a:pt x="13193" y="1027014"/>
                    <a:pt x="17197" y="1027922"/>
                    <a:pt x="17197" y="1027922"/>
                  </a:cubicBezTo>
                  <a:lnTo>
                    <a:pt x="21101" y="1027922"/>
                  </a:lnTo>
                  <a:lnTo>
                    <a:pt x="25577" y="1026509"/>
                  </a:lnTo>
                  <a:cubicBezTo>
                    <a:pt x="25577" y="1026509"/>
                    <a:pt x="28842" y="1026072"/>
                    <a:pt x="29380" y="1026173"/>
                  </a:cubicBezTo>
                  <a:cubicBezTo>
                    <a:pt x="29919" y="1026273"/>
                    <a:pt x="33621" y="1029637"/>
                    <a:pt x="33621" y="1029637"/>
                  </a:cubicBezTo>
                  <a:lnTo>
                    <a:pt x="37525" y="1033338"/>
                  </a:lnTo>
                  <a:cubicBezTo>
                    <a:pt x="37525" y="1033338"/>
                    <a:pt x="40251" y="1041613"/>
                    <a:pt x="40352" y="1042017"/>
                  </a:cubicBezTo>
                  <a:cubicBezTo>
                    <a:pt x="40453" y="1042454"/>
                    <a:pt x="42405" y="1043531"/>
                    <a:pt x="42842" y="1043632"/>
                  </a:cubicBezTo>
                  <a:cubicBezTo>
                    <a:pt x="43280" y="1043732"/>
                    <a:pt x="49371" y="1043632"/>
                    <a:pt x="49809" y="1044170"/>
                  </a:cubicBezTo>
                  <a:cubicBezTo>
                    <a:pt x="50246" y="1044708"/>
                    <a:pt x="54251" y="1044069"/>
                    <a:pt x="54689" y="1044170"/>
                  </a:cubicBezTo>
                  <a:cubicBezTo>
                    <a:pt x="55126" y="1044271"/>
                    <a:pt x="58054" y="1044170"/>
                    <a:pt x="58054" y="1044170"/>
                  </a:cubicBezTo>
                  <a:cubicBezTo>
                    <a:pt x="58054" y="1044170"/>
                    <a:pt x="64482" y="1045784"/>
                    <a:pt x="64886" y="1045784"/>
                  </a:cubicBezTo>
                  <a:cubicBezTo>
                    <a:pt x="65324" y="1045784"/>
                    <a:pt x="68588" y="1047197"/>
                    <a:pt x="68588" y="1047197"/>
                  </a:cubicBezTo>
                  <a:lnTo>
                    <a:pt x="73704" y="1051335"/>
                  </a:lnTo>
                  <a:lnTo>
                    <a:pt x="73704" y="1053185"/>
                  </a:lnTo>
                  <a:lnTo>
                    <a:pt x="78482" y="1057525"/>
                  </a:lnTo>
                  <a:lnTo>
                    <a:pt x="81511" y="1060552"/>
                  </a:lnTo>
                  <a:cubicBezTo>
                    <a:pt x="81511" y="1060552"/>
                    <a:pt x="83564" y="1062941"/>
                    <a:pt x="83564" y="1063277"/>
                  </a:cubicBezTo>
                  <a:cubicBezTo>
                    <a:pt x="83564" y="1063613"/>
                    <a:pt x="85213" y="1065329"/>
                    <a:pt x="85213" y="1065329"/>
                  </a:cubicBezTo>
                  <a:lnTo>
                    <a:pt x="84776" y="1068693"/>
                  </a:lnTo>
                  <a:lnTo>
                    <a:pt x="83564" y="1074244"/>
                  </a:lnTo>
                  <a:lnTo>
                    <a:pt x="81949" y="1076195"/>
                  </a:lnTo>
                  <a:cubicBezTo>
                    <a:pt x="81949" y="1076195"/>
                    <a:pt x="79997" y="1077843"/>
                    <a:pt x="79458" y="1077944"/>
                  </a:cubicBezTo>
                  <a:cubicBezTo>
                    <a:pt x="78920" y="1078045"/>
                    <a:pt x="79458" y="1080972"/>
                    <a:pt x="79458" y="1080972"/>
                  </a:cubicBezTo>
                  <a:lnTo>
                    <a:pt x="81511" y="1083461"/>
                  </a:lnTo>
                  <a:cubicBezTo>
                    <a:pt x="81511" y="1083461"/>
                    <a:pt x="87367" y="1083461"/>
                    <a:pt x="87805" y="1083461"/>
                  </a:cubicBezTo>
                  <a:cubicBezTo>
                    <a:pt x="88242" y="1083461"/>
                    <a:pt x="94536" y="1085210"/>
                    <a:pt x="94973" y="1085210"/>
                  </a:cubicBezTo>
                  <a:cubicBezTo>
                    <a:pt x="95411" y="1085210"/>
                    <a:pt x="99012" y="1087397"/>
                    <a:pt x="99012" y="1087397"/>
                  </a:cubicBezTo>
                  <a:lnTo>
                    <a:pt x="103050" y="1090424"/>
                  </a:lnTo>
                  <a:lnTo>
                    <a:pt x="106517" y="1094326"/>
                  </a:lnTo>
                  <a:lnTo>
                    <a:pt x="109445" y="1097791"/>
                  </a:lnTo>
                  <a:lnTo>
                    <a:pt x="110320" y="1102030"/>
                  </a:lnTo>
                  <a:lnTo>
                    <a:pt x="112171" y="1106706"/>
                  </a:lnTo>
                  <a:lnTo>
                    <a:pt x="114224" y="1111920"/>
                  </a:lnTo>
                  <a:lnTo>
                    <a:pt x="116849" y="1120734"/>
                  </a:lnTo>
                  <a:lnTo>
                    <a:pt x="117825" y="1127798"/>
                  </a:lnTo>
                  <a:lnTo>
                    <a:pt x="117623" y="1132137"/>
                  </a:lnTo>
                  <a:cubicBezTo>
                    <a:pt x="117623" y="1132137"/>
                    <a:pt x="116647" y="1136712"/>
                    <a:pt x="116411" y="1137150"/>
                  </a:cubicBezTo>
                  <a:cubicBezTo>
                    <a:pt x="116209" y="1137587"/>
                    <a:pt x="115099" y="1141287"/>
                    <a:pt x="115099" y="1141287"/>
                  </a:cubicBezTo>
                  <a:cubicBezTo>
                    <a:pt x="115099" y="1141287"/>
                    <a:pt x="112272" y="1145526"/>
                    <a:pt x="112272" y="1145862"/>
                  </a:cubicBezTo>
                  <a:cubicBezTo>
                    <a:pt x="112272" y="1146199"/>
                    <a:pt x="111935" y="1149025"/>
                    <a:pt x="111935" y="1149025"/>
                  </a:cubicBezTo>
                  <a:lnTo>
                    <a:pt x="111296" y="1154340"/>
                  </a:lnTo>
                  <a:cubicBezTo>
                    <a:pt x="111296" y="1154340"/>
                    <a:pt x="110084" y="1159015"/>
                    <a:pt x="109781" y="1159217"/>
                  </a:cubicBezTo>
                  <a:cubicBezTo>
                    <a:pt x="109445" y="1159419"/>
                    <a:pt x="105877" y="1162682"/>
                    <a:pt x="105877" y="1162682"/>
                  </a:cubicBezTo>
                  <a:lnTo>
                    <a:pt x="99786" y="1169511"/>
                  </a:lnTo>
                  <a:lnTo>
                    <a:pt x="99786" y="1171260"/>
                  </a:lnTo>
                  <a:lnTo>
                    <a:pt x="99786" y="1175163"/>
                  </a:lnTo>
                  <a:cubicBezTo>
                    <a:pt x="99786" y="1175163"/>
                    <a:pt x="100829" y="1177450"/>
                    <a:pt x="101469" y="1177786"/>
                  </a:cubicBezTo>
                  <a:cubicBezTo>
                    <a:pt x="102108" y="1178123"/>
                    <a:pt x="104026" y="1179401"/>
                    <a:pt x="105339" y="1179973"/>
                  </a:cubicBezTo>
                  <a:cubicBezTo>
                    <a:pt x="106651" y="1180511"/>
                    <a:pt x="107627" y="1181823"/>
                    <a:pt x="110454" y="1183438"/>
                  </a:cubicBezTo>
                  <a:cubicBezTo>
                    <a:pt x="113281" y="1185053"/>
                    <a:pt x="112406" y="1185490"/>
                    <a:pt x="113382" y="1187340"/>
                  </a:cubicBezTo>
                  <a:cubicBezTo>
                    <a:pt x="114358" y="1189190"/>
                    <a:pt x="113382" y="1190166"/>
                    <a:pt x="113180" y="1191242"/>
                  </a:cubicBezTo>
                  <a:cubicBezTo>
                    <a:pt x="112978" y="1192319"/>
                    <a:pt x="112541" y="1194943"/>
                    <a:pt x="112305" y="1195918"/>
                  </a:cubicBezTo>
                  <a:cubicBezTo>
                    <a:pt x="112070" y="1196894"/>
                    <a:pt x="112507" y="1198643"/>
                    <a:pt x="112945" y="1199820"/>
                  </a:cubicBezTo>
                  <a:cubicBezTo>
                    <a:pt x="113382" y="1200998"/>
                    <a:pt x="113921" y="1202108"/>
                    <a:pt x="113921" y="1202108"/>
                  </a:cubicBezTo>
                  <a:lnTo>
                    <a:pt x="114560" y="1205135"/>
                  </a:lnTo>
                  <a:lnTo>
                    <a:pt x="119238" y="1205135"/>
                  </a:lnTo>
                  <a:cubicBezTo>
                    <a:pt x="119238" y="1205135"/>
                    <a:pt x="124017" y="1205606"/>
                    <a:pt x="124354" y="1205405"/>
                  </a:cubicBezTo>
                  <a:cubicBezTo>
                    <a:pt x="124690" y="1205203"/>
                    <a:pt x="125969" y="1205775"/>
                    <a:pt x="128258" y="1205775"/>
                  </a:cubicBezTo>
                  <a:cubicBezTo>
                    <a:pt x="130546" y="1205775"/>
                    <a:pt x="131085" y="1207187"/>
                    <a:pt x="131421" y="1207288"/>
                  </a:cubicBezTo>
                  <a:cubicBezTo>
                    <a:pt x="131758" y="1207389"/>
                    <a:pt x="134787" y="1208701"/>
                    <a:pt x="134787" y="1208701"/>
                  </a:cubicBezTo>
                  <a:cubicBezTo>
                    <a:pt x="134787" y="1208701"/>
                    <a:pt x="136200" y="1207927"/>
                    <a:pt x="136301" y="1207625"/>
                  </a:cubicBezTo>
                  <a:cubicBezTo>
                    <a:pt x="136402" y="1207288"/>
                    <a:pt x="140642" y="1205135"/>
                    <a:pt x="140642" y="1205135"/>
                  </a:cubicBezTo>
                  <a:lnTo>
                    <a:pt x="145859" y="1205135"/>
                  </a:lnTo>
                  <a:lnTo>
                    <a:pt x="149325" y="1205135"/>
                  </a:lnTo>
                  <a:lnTo>
                    <a:pt x="151917" y="1207154"/>
                  </a:lnTo>
                  <a:cubicBezTo>
                    <a:pt x="151917" y="1207154"/>
                    <a:pt x="152354" y="1210047"/>
                    <a:pt x="152354" y="1210450"/>
                  </a:cubicBezTo>
                  <a:cubicBezTo>
                    <a:pt x="152354" y="1210888"/>
                    <a:pt x="151917" y="1213613"/>
                    <a:pt x="151917" y="1214050"/>
                  </a:cubicBezTo>
                  <a:cubicBezTo>
                    <a:pt x="151917" y="1214487"/>
                    <a:pt x="151479" y="1218188"/>
                    <a:pt x="151479" y="1218625"/>
                  </a:cubicBezTo>
                  <a:cubicBezTo>
                    <a:pt x="151479" y="1219062"/>
                    <a:pt x="150941" y="1224276"/>
                    <a:pt x="150941" y="1224276"/>
                  </a:cubicBezTo>
                  <a:cubicBezTo>
                    <a:pt x="150941" y="1224276"/>
                    <a:pt x="151479" y="1228414"/>
                    <a:pt x="151479" y="1228717"/>
                  </a:cubicBezTo>
                  <a:cubicBezTo>
                    <a:pt x="151479" y="1229053"/>
                    <a:pt x="154744" y="1233056"/>
                    <a:pt x="154946" y="1233494"/>
                  </a:cubicBezTo>
                  <a:cubicBezTo>
                    <a:pt x="155148" y="1233931"/>
                    <a:pt x="162350" y="1239784"/>
                    <a:pt x="162653" y="1240020"/>
                  </a:cubicBezTo>
                  <a:cubicBezTo>
                    <a:pt x="162989" y="1240222"/>
                    <a:pt x="169821" y="1246647"/>
                    <a:pt x="169821" y="1246647"/>
                  </a:cubicBezTo>
                  <a:lnTo>
                    <a:pt x="177864" y="1251659"/>
                  </a:lnTo>
                  <a:cubicBezTo>
                    <a:pt x="177864" y="1251659"/>
                    <a:pt x="190350" y="1258622"/>
                    <a:pt x="190485" y="1259060"/>
                  </a:cubicBezTo>
                  <a:cubicBezTo>
                    <a:pt x="190586" y="1259497"/>
                    <a:pt x="197990" y="1266225"/>
                    <a:pt x="198528" y="1266561"/>
                  </a:cubicBezTo>
                  <a:cubicBezTo>
                    <a:pt x="199067" y="1266898"/>
                    <a:pt x="205596" y="1270262"/>
                    <a:pt x="208322" y="1271675"/>
                  </a:cubicBezTo>
                  <a:cubicBezTo>
                    <a:pt x="211048" y="1273088"/>
                    <a:pt x="212125" y="1273424"/>
                    <a:pt x="215288" y="1275039"/>
                  </a:cubicBezTo>
                  <a:cubicBezTo>
                    <a:pt x="218418" y="1276653"/>
                    <a:pt x="219529" y="1277225"/>
                    <a:pt x="221716" y="1278739"/>
                  </a:cubicBezTo>
                  <a:cubicBezTo>
                    <a:pt x="223904" y="1280253"/>
                    <a:pt x="224005" y="1280051"/>
                    <a:pt x="226832" y="1282002"/>
                  </a:cubicBezTo>
                  <a:cubicBezTo>
                    <a:pt x="229659" y="1283953"/>
                    <a:pt x="228683" y="1282641"/>
                    <a:pt x="230635" y="1283280"/>
                  </a:cubicBezTo>
                  <a:cubicBezTo>
                    <a:pt x="232587" y="1283886"/>
                    <a:pt x="234000" y="1283213"/>
                    <a:pt x="235649" y="1283314"/>
                  </a:cubicBezTo>
                  <a:cubicBezTo>
                    <a:pt x="237265" y="1283415"/>
                    <a:pt x="239116" y="1283213"/>
                    <a:pt x="239553" y="1283314"/>
                  </a:cubicBezTo>
                  <a:cubicBezTo>
                    <a:pt x="239991" y="1283415"/>
                    <a:pt x="243592" y="1283415"/>
                    <a:pt x="243895" y="1283314"/>
                  </a:cubicBezTo>
                  <a:cubicBezTo>
                    <a:pt x="244231" y="1283213"/>
                    <a:pt x="246082" y="1284189"/>
                    <a:pt x="246823" y="1284727"/>
                  </a:cubicBezTo>
                  <a:cubicBezTo>
                    <a:pt x="247597" y="1285265"/>
                    <a:pt x="248674" y="1286577"/>
                    <a:pt x="249010" y="1287452"/>
                  </a:cubicBezTo>
                  <a:cubicBezTo>
                    <a:pt x="249347" y="1288326"/>
                    <a:pt x="249212" y="1288091"/>
                    <a:pt x="249650" y="1288629"/>
                  </a:cubicBezTo>
                  <a:cubicBezTo>
                    <a:pt x="250087" y="1289167"/>
                    <a:pt x="253688" y="1288629"/>
                    <a:pt x="253688" y="1288629"/>
                  </a:cubicBezTo>
                  <a:lnTo>
                    <a:pt x="257390" y="1288629"/>
                  </a:lnTo>
                  <a:lnTo>
                    <a:pt x="261530" y="1290277"/>
                  </a:lnTo>
                  <a:lnTo>
                    <a:pt x="269371" y="1295592"/>
                  </a:lnTo>
                  <a:lnTo>
                    <a:pt x="270516" y="1295592"/>
                  </a:lnTo>
                  <a:cubicBezTo>
                    <a:pt x="270516" y="1295592"/>
                    <a:pt x="269371" y="1298654"/>
                    <a:pt x="268496" y="1299797"/>
                  </a:cubicBezTo>
                  <a:cubicBezTo>
                    <a:pt x="267621" y="1300941"/>
                    <a:pt x="266746" y="1301378"/>
                    <a:pt x="266746" y="1301378"/>
                  </a:cubicBezTo>
                  <a:lnTo>
                    <a:pt x="262674" y="1305449"/>
                  </a:lnTo>
                  <a:cubicBezTo>
                    <a:pt x="262674" y="1305449"/>
                    <a:pt x="260352" y="1305146"/>
                    <a:pt x="259477" y="1305449"/>
                  </a:cubicBezTo>
                  <a:cubicBezTo>
                    <a:pt x="258602" y="1305752"/>
                    <a:pt x="257155" y="1309486"/>
                    <a:pt x="257155" y="1309486"/>
                  </a:cubicBezTo>
                  <a:lnTo>
                    <a:pt x="254530" y="1312109"/>
                  </a:lnTo>
                  <a:lnTo>
                    <a:pt x="254530" y="1315574"/>
                  </a:lnTo>
                  <a:lnTo>
                    <a:pt x="254530" y="1320789"/>
                  </a:lnTo>
                  <a:lnTo>
                    <a:pt x="254530" y="1323984"/>
                  </a:lnTo>
                  <a:cubicBezTo>
                    <a:pt x="254530" y="1323984"/>
                    <a:pt x="256111" y="1328021"/>
                    <a:pt x="257458" y="1328896"/>
                  </a:cubicBezTo>
                  <a:cubicBezTo>
                    <a:pt x="258770" y="1329770"/>
                    <a:pt x="258030" y="1329770"/>
                    <a:pt x="259174" y="1330645"/>
                  </a:cubicBezTo>
                  <a:cubicBezTo>
                    <a:pt x="260318" y="1331520"/>
                    <a:pt x="261799" y="1335287"/>
                    <a:pt x="261799" y="1336431"/>
                  </a:cubicBezTo>
                  <a:cubicBezTo>
                    <a:pt x="261799" y="1337575"/>
                    <a:pt x="261496" y="1340501"/>
                    <a:pt x="261496" y="1340501"/>
                  </a:cubicBezTo>
                  <a:lnTo>
                    <a:pt x="261799" y="1343394"/>
                  </a:lnTo>
                  <a:lnTo>
                    <a:pt x="262943" y="1348911"/>
                  </a:lnTo>
                  <a:lnTo>
                    <a:pt x="262371" y="1352982"/>
                  </a:lnTo>
                  <a:lnTo>
                    <a:pt x="262068" y="1355471"/>
                  </a:lnTo>
                  <a:lnTo>
                    <a:pt x="260049" y="1357893"/>
                  </a:lnTo>
                  <a:lnTo>
                    <a:pt x="257458" y="1361358"/>
                  </a:lnTo>
                  <a:cubicBezTo>
                    <a:pt x="257458" y="1361358"/>
                    <a:pt x="257155" y="1362535"/>
                    <a:pt x="257458" y="1363982"/>
                  </a:cubicBezTo>
                  <a:lnTo>
                    <a:pt x="260655" y="1369499"/>
                  </a:lnTo>
                  <a:cubicBezTo>
                    <a:pt x="260655" y="1369499"/>
                    <a:pt x="261799" y="1371248"/>
                    <a:pt x="261799" y="1372123"/>
                  </a:cubicBezTo>
                  <a:cubicBezTo>
                    <a:pt x="261799" y="1372997"/>
                    <a:pt x="264693" y="1377639"/>
                    <a:pt x="265265" y="1378480"/>
                  </a:cubicBezTo>
                  <a:cubicBezTo>
                    <a:pt x="265838" y="1379355"/>
                    <a:pt x="267285" y="1382248"/>
                    <a:pt x="267285" y="1382248"/>
                  </a:cubicBezTo>
                  <a:lnTo>
                    <a:pt x="273376" y="1388606"/>
                  </a:lnTo>
                  <a:lnTo>
                    <a:pt x="278896" y="1391230"/>
                  </a:lnTo>
                  <a:lnTo>
                    <a:pt x="284684" y="1394426"/>
                  </a:lnTo>
                  <a:lnTo>
                    <a:pt x="293670" y="1402533"/>
                  </a:lnTo>
                  <a:lnTo>
                    <a:pt x="301209" y="1408050"/>
                  </a:lnTo>
                  <a:lnTo>
                    <a:pt x="304675" y="1411515"/>
                  </a:lnTo>
                  <a:lnTo>
                    <a:pt x="308141" y="1416426"/>
                  </a:lnTo>
                  <a:lnTo>
                    <a:pt x="313930" y="1421943"/>
                  </a:lnTo>
                  <a:lnTo>
                    <a:pt x="317127" y="1425139"/>
                  </a:lnTo>
                  <a:lnTo>
                    <a:pt x="317127" y="1428604"/>
                  </a:lnTo>
                  <a:lnTo>
                    <a:pt x="317800" y="1429310"/>
                  </a:lnTo>
                  <a:lnTo>
                    <a:pt x="317868" y="1428705"/>
                  </a:lnTo>
                  <a:lnTo>
                    <a:pt x="322882" y="1428805"/>
                  </a:lnTo>
                  <a:lnTo>
                    <a:pt x="327998" y="1427729"/>
                  </a:lnTo>
                  <a:cubicBezTo>
                    <a:pt x="327998" y="1427729"/>
                    <a:pt x="334628" y="1427729"/>
                    <a:pt x="334964" y="1427527"/>
                  </a:cubicBezTo>
                  <a:cubicBezTo>
                    <a:pt x="335301" y="1427325"/>
                    <a:pt x="339003" y="1427426"/>
                    <a:pt x="339003" y="1427426"/>
                  </a:cubicBezTo>
                  <a:lnTo>
                    <a:pt x="344219" y="1427763"/>
                  </a:lnTo>
                  <a:lnTo>
                    <a:pt x="347585" y="1426249"/>
                  </a:lnTo>
                  <a:cubicBezTo>
                    <a:pt x="347585" y="1426249"/>
                    <a:pt x="349772" y="1424735"/>
                    <a:pt x="350412" y="1424197"/>
                  </a:cubicBezTo>
                  <a:cubicBezTo>
                    <a:pt x="351051" y="1423659"/>
                    <a:pt x="354551" y="1421808"/>
                    <a:pt x="355291" y="1421472"/>
                  </a:cubicBezTo>
                  <a:cubicBezTo>
                    <a:pt x="356066" y="1421136"/>
                    <a:pt x="359734" y="1417334"/>
                    <a:pt x="359734" y="1417334"/>
                  </a:cubicBezTo>
                  <a:lnTo>
                    <a:pt x="362998" y="1417334"/>
                  </a:lnTo>
                  <a:lnTo>
                    <a:pt x="367676" y="1416460"/>
                  </a:lnTo>
                  <a:lnTo>
                    <a:pt x="371277" y="1417334"/>
                  </a:lnTo>
                  <a:lnTo>
                    <a:pt x="375518" y="1417435"/>
                  </a:lnTo>
                  <a:cubicBezTo>
                    <a:pt x="375518" y="1417435"/>
                    <a:pt x="387263" y="1417099"/>
                    <a:pt x="388239" y="1416729"/>
                  </a:cubicBezTo>
                  <a:cubicBezTo>
                    <a:pt x="389215" y="1416359"/>
                    <a:pt x="394331" y="1416729"/>
                    <a:pt x="394331" y="1416729"/>
                  </a:cubicBezTo>
                  <a:cubicBezTo>
                    <a:pt x="394331" y="1416729"/>
                    <a:pt x="397494" y="1412995"/>
                    <a:pt x="397797" y="1411885"/>
                  </a:cubicBezTo>
                  <a:cubicBezTo>
                    <a:pt x="398134" y="1410808"/>
                    <a:pt x="400961" y="1408723"/>
                    <a:pt x="400961" y="1408723"/>
                  </a:cubicBezTo>
                  <a:lnTo>
                    <a:pt x="404966" y="1405123"/>
                  </a:lnTo>
                  <a:cubicBezTo>
                    <a:pt x="404966" y="1405123"/>
                    <a:pt x="409307" y="1405123"/>
                    <a:pt x="409745" y="1405123"/>
                  </a:cubicBezTo>
                  <a:cubicBezTo>
                    <a:pt x="410182" y="1405123"/>
                    <a:pt x="412773" y="1404618"/>
                    <a:pt x="413110" y="1404417"/>
                  </a:cubicBezTo>
                  <a:cubicBezTo>
                    <a:pt x="413447" y="1404215"/>
                    <a:pt x="419740" y="1404248"/>
                    <a:pt x="421052" y="1404047"/>
                  </a:cubicBezTo>
                  <a:cubicBezTo>
                    <a:pt x="422365" y="1403845"/>
                    <a:pt x="425394" y="1400683"/>
                    <a:pt x="425394" y="1400683"/>
                  </a:cubicBezTo>
                  <a:lnTo>
                    <a:pt x="427245" y="1398059"/>
                  </a:lnTo>
                  <a:cubicBezTo>
                    <a:pt x="427245" y="1398059"/>
                    <a:pt x="431048" y="1394459"/>
                    <a:pt x="431485" y="1393719"/>
                  </a:cubicBezTo>
                  <a:cubicBezTo>
                    <a:pt x="431923" y="1392946"/>
                    <a:pt x="433976" y="1392643"/>
                    <a:pt x="434312" y="1392407"/>
                  </a:cubicBezTo>
                  <a:cubicBezTo>
                    <a:pt x="434649" y="1392205"/>
                    <a:pt x="439192" y="1390221"/>
                    <a:pt x="439192" y="1389783"/>
                  </a:cubicBezTo>
                  <a:cubicBezTo>
                    <a:pt x="439192" y="1389346"/>
                    <a:pt x="440505" y="1386520"/>
                    <a:pt x="440505" y="1386083"/>
                  </a:cubicBezTo>
                  <a:cubicBezTo>
                    <a:pt x="440505" y="1385646"/>
                    <a:pt x="442356" y="1384670"/>
                    <a:pt x="442356" y="1384670"/>
                  </a:cubicBezTo>
                  <a:cubicBezTo>
                    <a:pt x="442356" y="1384670"/>
                    <a:pt x="444308" y="1384233"/>
                    <a:pt x="444981" y="1383594"/>
                  </a:cubicBezTo>
                  <a:cubicBezTo>
                    <a:pt x="445620" y="1382955"/>
                    <a:pt x="446933" y="1382181"/>
                    <a:pt x="448885" y="1381643"/>
                  </a:cubicBezTo>
                  <a:cubicBezTo>
                    <a:pt x="450837" y="1381104"/>
                    <a:pt x="450500" y="1380667"/>
                    <a:pt x="450938" y="1380432"/>
                  </a:cubicBezTo>
                  <a:cubicBezTo>
                    <a:pt x="451375" y="1380230"/>
                    <a:pt x="454539" y="1377606"/>
                    <a:pt x="454539" y="1377606"/>
                  </a:cubicBezTo>
                  <a:lnTo>
                    <a:pt x="455313" y="1376395"/>
                  </a:lnTo>
                  <a:lnTo>
                    <a:pt x="455649" y="1374208"/>
                  </a:lnTo>
                  <a:lnTo>
                    <a:pt x="454539" y="1371181"/>
                  </a:lnTo>
                  <a:lnTo>
                    <a:pt x="454539" y="1367379"/>
                  </a:lnTo>
                  <a:cubicBezTo>
                    <a:pt x="454539" y="1367379"/>
                    <a:pt x="455077" y="1365428"/>
                    <a:pt x="454976" y="1364991"/>
                  </a:cubicBezTo>
                  <a:cubicBezTo>
                    <a:pt x="454875" y="1364554"/>
                    <a:pt x="456592" y="1362804"/>
                    <a:pt x="457029" y="1361963"/>
                  </a:cubicBezTo>
                  <a:cubicBezTo>
                    <a:pt x="457467" y="1361089"/>
                    <a:pt x="458544" y="1361425"/>
                    <a:pt x="459520" y="1360450"/>
                  </a:cubicBezTo>
                  <a:cubicBezTo>
                    <a:pt x="460496" y="1359474"/>
                    <a:pt x="462347" y="1360248"/>
                    <a:pt x="463121" y="1359676"/>
                  </a:cubicBezTo>
                  <a:cubicBezTo>
                    <a:pt x="463895" y="1359138"/>
                    <a:pt x="465073" y="1359239"/>
                    <a:pt x="466486" y="1358599"/>
                  </a:cubicBezTo>
                  <a:cubicBezTo>
                    <a:pt x="467900" y="1357960"/>
                    <a:pt x="468573" y="1357960"/>
                    <a:pt x="470525" y="1357086"/>
                  </a:cubicBezTo>
                  <a:cubicBezTo>
                    <a:pt x="472477" y="1356211"/>
                    <a:pt x="472275" y="1356749"/>
                    <a:pt x="473554" y="1356547"/>
                  </a:cubicBezTo>
                  <a:cubicBezTo>
                    <a:pt x="474866" y="1356346"/>
                    <a:pt x="475169" y="1356446"/>
                    <a:pt x="476717" y="1355673"/>
                  </a:cubicBezTo>
                  <a:cubicBezTo>
                    <a:pt x="478232" y="1354899"/>
                    <a:pt x="479746" y="1356446"/>
                    <a:pt x="479746" y="1356446"/>
                  </a:cubicBezTo>
                  <a:cubicBezTo>
                    <a:pt x="479746" y="1356446"/>
                    <a:pt x="481698" y="1356446"/>
                    <a:pt x="482136" y="1356446"/>
                  </a:cubicBezTo>
                  <a:cubicBezTo>
                    <a:pt x="482573" y="1356446"/>
                    <a:pt x="484963" y="1357052"/>
                    <a:pt x="484963" y="1357052"/>
                  </a:cubicBezTo>
                  <a:lnTo>
                    <a:pt x="485737" y="1358734"/>
                  </a:lnTo>
                  <a:lnTo>
                    <a:pt x="486275" y="1360786"/>
                  </a:lnTo>
                  <a:lnTo>
                    <a:pt x="489001" y="1363612"/>
                  </a:lnTo>
                  <a:lnTo>
                    <a:pt x="492602" y="1365899"/>
                  </a:lnTo>
                  <a:lnTo>
                    <a:pt x="496843" y="1369162"/>
                  </a:lnTo>
                  <a:lnTo>
                    <a:pt x="501184" y="1372762"/>
                  </a:lnTo>
                  <a:lnTo>
                    <a:pt x="506300" y="1376126"/>
                  </a:lnTo>
                  <a:lnTo>
                    <a:pt x="509328" y="1379052"/>
                  </a:lnTo>
                  <a:lnTo>
                    <a:pt x="516295" y="1384267"/>
                  </a:lnTo>
                  <a:cubicBezTo>
                    <a:pt x="516295" y="1384267"/>
                    <a:pt x="518045" y="1384267"/>
                    <a:pt x="518482" y="1384267"/>
                  </a:cubicBezTo>
                  <a:cubicBezTo>
                    <a:pt x="518920" y="1384267"/>
                    <a:pt x="521309" y="1383728"/>
                    <a:pt x="521747" y="1383728"/>
                  </a:cubicBezTo>
                  <a:cubicBezTo>
                    <a:pt x="522185" y="1383728"/>
                    <a:pt x="522959" y="1383089"/>
                    <a:pt x="522959" y="1383089"/>
                  </a:cubicBezTo>
                  <a:cubicBezTo>
                    <a:pt x="522959" y="1383089"/>
                    <a:pt x="524911" y="1382753"/>
                    <a:pt x="525887" y="1382114"/>
                  </a:cubicBezTo>
                  <a:cubicBezTo>
                    <a:pt x="526863" y="1381474"/>
                    <a:pt x="526526" y="1381340"/>
                    <a:pt x="526526" y="1381340"/>
                  </a:cubicBezTo>
                  <a:lnTo>
                    <a:pt x="525853" y="1378178"/>
                  </a:lnTo>
                  <a:lnTo>
                    <a:pt x="525853" y="1376866"/>
                  </a:lnTo>
                  <a:lnTo>
                    <a:pt x="526728" y="1375016"/>
                  </a:lnTo>
                  <a:lnTo>
                    <a:pt x="529353" y="1374780"/>
                  </a:lnTo>
                  <a:lnTo>
                    <a:pt x="532516" y="1377269"/>
                  </a:lnTo>
                  <a:cubicBezTo>
                    <a:pt x="532516" y="1377269"/>
                    <a:pt x="535242" y="1379557"/>
                    <a:pt x="535680" y="1379994"/>
                  </a:cubicBezTo>
                  <a:cubicBezTo>
                    <a:pt x="536118" y="1380432"/>
                    <a:pt x="536319" y="1381306"/>
                    <a:pt x="536319" y="1381306"/>
                  </a:cubicBezTo>
                  <a:lnTo>
                    <a:pt x="542949" y="1384468"/>
                  </a:lnTo>
                  <a:lnTo>
                    <a:pt x="547964" y="1385982"/>
                  </a:lnTo>
                  <a:lnTo>
                    <a:pt x="551127" y="1386318"/>
                  </a:lnTo>
                  <a:cubicBezTo>
                    <a:pt x="551127" y="1386318"/>
                    <a:pt x="557320" y="1388169"/>
                    <a:pt x="557757" y="1388370"/>
                  </a:cubicBezTo>
                  <a:cubicBezTo>
                    <a:pt x="558195" y="1388572"/>
                    <a:pt x="561661" y="1390658"/>
                    <a:pt x="561661" y="1390658"/>
                  </a:cubicBezTo>
                  <a:lnTo>
                    <a:pt x="564387" y="1394358"/>
                  </a:lnTo>
                  <a:lnTo>
                    <a:pt x="565902" y="1397285"/>
                  </a:lnTo>
                  <a:lnTo>
                    <a:pt x="565902" y="1401322"/>
                  </a:lnTo>
                  <a:lnTo>
                    <a:pt x="571320" y="1404147"/>
                  </a:lnTo>
                  <a:cubicBezTo>
                    <a:pt x="571320" y="1404147"/>
                    <a:pt x="578590" y="1404484"/>
                    <a:pt x="579027" y="1404686"/>
                  </a:cubicBezTo>
                  <a:cubicBezTo>
                    <a:pt x="579465" y="1404888"/>
                    <a:pt x="583167" y="1406872"/>
                    <a:pt x="583167" y="1406872"/>
                  </a:cubicBezTo>
                  <a:cubicBezTo>
                    <a:pt x="583167" y="1406872"/>
                    <a:pt x="587205" y="1406771"/>
                    <a:pt x="587609" y="1406771"/>
                  </a:cubicBezTo>
                  <a:cubicBezTo>
                    <a:pt x="588047" y="1406771"/>
                    <a:pt x="590436" y="1407108"/>
                    <a:pt x="591614" y="1406670"/>
                  </a:cubicBezTo>
                  <a:cubicBezTo>
                    <a:pt x="592825" y="1406233"/>
                    <a:pt x="594878" y="1406670"/>
                    <a:pt x="595854" y="1406435"/>
                  </a:cubicBezTo>
                  <a:cubicBezTo>
                    <a:pt x="596830" y="1406233"/>
                    <a:pt x="599455" y="1406233"/>
                    <a:pt x="599859" y="1405998"/>
                  </a:cubicBezTo>
                  <a:cubicBezTo>
                    <a:pt x="600297" y="1405796"/>
                    <a:pt x="605513" y="1405796"/>
                    <a:pt x="605951" y="1405796"/>
                  </a:cubicBezTo>
                  <a:cubicBezTo>
                    <a:pt x="606388" y="1405796"/>
                    <a:pt x="610528" y="1404484"/>
                    <a:pt x="610528" y="1404484"/>
                  </a:cubicBezTo>
                  <a:lnTo>
                    <a:pt x="613018" y="1403172"/>
                  </a:lnTo>
                  <a:lnTo>
                    <a:pt x="614331" y="1400884"/>
                  </a:lnTo>
                  <a:cubicBezTo>
                    <a:pt x="614331" y="1400884"/>
                    <a:pt x="616518" y="1397823"/>
                    <a:pt x="616821" y="1397521"/>
                  </a:cubicBezTo>
                  <a:cubicBezTo>
                    <a:pt x="617158" y="1397184"/>
                    <a:pt x="618874" y="1395569"/>
                    <a:pt x="618874" y="1395233"/>
                  </a:cubicBezTo>
                  <a:cubicBezTo>
                    <a:pt x="618874" y="1394897"/>
                    <a:pt x="622576" y="1393820"/>
                    <a:pt x="623451" y="1393383"/>
                  </a:cubicBezTo>
                  <a:cubicBezTo>
                    <a:pt x="624326" y="1392946"/>
                    <a:pt x="625201" y="1391533"/>
                    <a:pt x="625201" y="1391533"/>
                  </a:cubicBezTo>
                  <a:cubicBezTo>
                    <a:pt x="625201" y="1391533"/>
                    <a:pt x="627153" y="1391196"/>
                    <a:pt x="628028" y="1391095"/>
                  </a:cubicBezTo>
                  <a:cubicBezTo>
                    <a:pt x="628903" y="1390994"/>
                    <a:pt x="631495" y="1390658"/>
                    <a:pt x="632471" y="1390322"/>
                  </a:cubicBezTo>
                  <a:cubicBezTo>
                    <a:pt x="633447" y="1389985"/>
                    <a:pt x="635197" y="1389548"/>
                    <a:pt x="635197" y="1389548"/>
                  </a:cubicBezTo>
                  <a:lnTo>
                    <a:pt x="637048" y="1388572"/>
                  </a:lnTo>
                  <a:lnTo>
                    <a:pt x="638663" y="1388135"/>
                  </a:lnTo>
                  <a:cubicBezTo>
                    <a:pt x="638663" y="1388135"/>
                    <a:pt x="640851" y="1387260"/>
                    <a:pt x="641591" y="1386924"/>
                  </a:cubicBezTo>
                  <a:cubicBezTo>
                    <a:pt x="642365" y="1386588"/>
                    <a:pt x="642803" y="1386386"/>
                    <a:pt x="643105" y="1386049"/>
                  </a:cubicBezTo>
                  <a:cubicBezTo>
                    <a:pt x="643442" y="1385713"/>
                    <a:pt x="643980" y="1385410"/>
                    <a:pt x="644081" y="1384838"/>
                  </a:cubicBezTo>
                  <a:cubicBezTo>
                    <a:pt x="644182" y="1384300"/>
                    <a:pt x="646269" y="1383089"/>
                    <a:pt x="646572" y="1382652"/>
                  </a:cubicBezTo>
                  <a:cubicBezTo>
                    <a:pt x="646908" y="1382215"/>
                    <a:pt x="647346" y="1381777"/>
                    <a:pt x="647346" y="1381777"/>
                  </a:cubicBezTo>
                  <a:lnTo>
                    <a:pt x="647110" y="1380701"/>
                  </a:lnTo>
                  <a:lnTo>
                    <a:pt x="644081" y="1378110"/>
                  </a:lnTo>
                  <a:cubicBezTo>
                    <a:pt x="644081" y="1378110"/>
                    <a:pt x="644081" y="1377135"/>
                    <a:pt x="644081" y="1376698"/>
                  </a:cubicBezTo>
                  <a:cubicBezTo>
                    <a:pt x="644081" y="1376260"/>
                    <a:pt x="645394" y="1374847"/>
                    <a:pt x="645932" y="1374410"/>
                  </a:cubicBezTo>
                  <a:cubicBezTo>
                    <a:pt x="646471" y="1373973"/>
                    <a:pt x="648423" y="1374309"/>
                    <a:pt x="649399" y="1374511"/>
                  </a:cubicBezTo>
                  <a:cubicBezTo>
                    <a:pt x="650375" y="1374713"/>
                    <a:pt x="652327" y="1374208"/>
                    <a:pt x="653875" y="1374511"/>
                  </a:cubicBezTo>
                  <a:cubicBezTo>
                    <a:pt x="655389" y="1374814"/>
                    <a:pt x="658115" y="1374646"/>
                    <a:pt x="658654" y="1374511"/>
                  </a:cubicBezTo>
                  <a:cubicBezTo>
                    <a:pt x="659192" y="1374410"/>
                    <a:pt x="663769" y="1375049"/>
                    <a:pt x="663769" y="1375049"/>
                  </a:cubicBezTo>
                  <a:lnTo>
                    <a:pt x="667471" y="1376462"/>
                  </a:lnTo>
                  <a:lnTo>
                    <a:pt x="669760" y="1378211"/>
                  </a:lnTo>
                  <a:lnTo>
                    <a:pt x="672587" y="1380062"/>
                  </a:lnTo>
                  <a:lnTo>
                    <a:pt x="673361" y="1381138"/>
                  </a:lnTo>
                  <a:lnTo>
                    <a:pt x="675986" y="1384502"/>
                  </a:lnTo>
                  <a:lnTo>
                    <a:pt x="679890" y="1387126"/>
                  </a:lnTo>
                  <a:lnTo>
                    <a:pt x="684568" y="1388202"/>
                  </a:lnTo>
                  <a:lnTo>
                    <a:pt x="687496" y="1387866"/>
                  </a:lnTo>
                  <a:cubicBezTo>
                    <a:pt x="687496" y="1387866"/>
                    <a:pt x="688371" y="1386352"/>
                    <a:pt x="688472" y="1386016"/>
                  </a:cubicBezTo>
                  <a:cubicBezTo>
                    <a:pt x="688573" y="1385679"/>
                    <a:pt x="689549" y="1384267"/>
                    <a:pt x="689784" y="1383829"/>
                  </a:cubicBezTo>
                  <a:cubicBezTo>
                    <a:pt x="690020" y="1383392"/>
                    <a:pt x="691837" y="1383190"/>
                    <a:pt x="692275" y="1382517"/>
                  </a:cubicBezTo>
                  <a:cubicBezTo>
                    <a:pt x="692712" y="1381844"/>
                    <a:pt x="694900" y="1382416"/>
                    <a:pt x="695203" y="1382517"/>
                  </a:cubicBezTo>
                  <a:cubicBezTo>
                    <a:pt x="695539" y="1382618"/>
                    <a:pt x="697794" y="1383930"/>
                    <a:pt x="697794" y="1383930"/>
                  </a:cubicBezTo>
                  <a:lnTo>
                    <a:pt x="702472" y="1387529"/>
                  </a:lnTo>
                  <a:lnTo>
                    <a:pt x="704862" y="1389279"/>
                  </a:lnTo>
                  <a:lnTo>
                    <a:pt x="705501" y="1391465"/>
                  </a:lnTo>
                  <a:lnTo>
                    <a:pt x="704963" y="1395805"/>
                  </a:lnTo>
                  <a:lnTo>
                    <a:pt x="704525" y="1401120"/>
                  </a:lnTo>
                  <a:lnTo>
                    <a:pt x="703213" y="1404147"/>
                  </a:lnTo>
                  <a:lnTo>
                    <a:pt x="703213" y="1408184"/>
                  </a:lnTo>
                  <a:lnTo>
                    <a:pt x="705501" y="1411885"/>
                  </a:lnTo>
                  <a:lnTo>
                    <a:pt x="706915" y="1415686"/>
                  </a:lnTo>
                  <a:lnTo>
                    <a:pt x="707554" y="1418411"/>
                  </a:lnTo>
                  <a:lnTo>
                    <a:pt x="709068" y="1420261"/>
                  </a:lnTo>
                  <a:lnTo>
                    <a:pt x="711256" y="1421674"/>
                  </a:lnTo>
                  <a:lnTo>
                    <a:pt x="713309" y="1423524"/>
                  </a:lnTo>
                  <a:cubicBezTo>
                    <a:pt x="713309" y="1423524"/>
                    <a:pt x="718088" y="1425374"/>
                    <a:pt x="718525" y="1425374"/>
                  </a:cubicBezTo>
                  <a:cubicBezTo>
                    <a:pt x="718963" y="1425374"/>
                    <a:pt x="722295" y="1426787"/>
                    <a:pt x="722295" y="1426787"/>
                  </a:cubicBezTo>
                  <a:cubicBezTo>
                    <a:pt x="722295" y="1426787"/>
                    <a:pt x="730002" y="1427325"/>
                    <a:pt x="730439" y="1427325"/>
                  </a:cubicBezTo>
                  <a:cubicBezTo>
                    <a:pt x="730877" y="1427325"/>
                    <a:pt x="733805" y="1427426"/>
                    <a:pt x="734141" y="1427426"/>
                  </a:cubicBezTo>
                  <a:cubicBezTo>
                    <a:pt x="734478" y="1427426"/>
                    <a:pt x="737069" y="1427864"/>
                    <a:pt x="737069" y="1427864"/>
                  </a:cubicBezTo>
                  <a:cubicBezTo>
                    <a:pt x="737069" y="1427864"/>
                    <a:pt x="740973" y="1428502"/>
                    <a:pt x="741310" y="1428637"/>
                  </a:cubicBezTo>
                  <a:cubicBezTo>
                    <a:pt x="741646" y="1428738"/>
                    <a:pt x="745011" y="1431126"/>
                    <a:pt x="745011" y="1431126"/>
                  </a:cubicBezTo>
                  <a:lnTo>
                    <a:pt x="746627" y="1435466"/>
                  </a:lnTo>
                  <a:lnTo>
                    <a:pt x="746627" y="1438191"/>
                  </a:lnTo>
                  <a:cubicBezTo>
                    <a:pt x="746627" y="1438191"/>
                    <a:pt x="753190" y="1440142"/>
                    <a:pt x="753627" y="1440142"/>
                  </a:cubicBezTo>
                  <a:cubicBezTo>
                    <a:pt x="754065" y="1440142"/>
                    <a:pt x="758776" y="1440781"/>
                    <a:pt x="759113" y="1440781"/>
                  </a:cubicBezTo>
                  <a:cubicBezTo>
                    <a:pt x="759449" y="1440781"/>
                    <a:pt x="768772" y="1441319"/>
                    <a:pt x="768772" y="1441319"/>
                  </a:cubicBezTo>
                  <a:lnTo>
                    <a:pt x="779205" y="1441757"/>
                  </a:lnTo>
                  <a:cubicBezTo>
                    <a:pt x="779205" y="1441757"/>
                    <a:pt x="783108" y="1441521"/>
                    <a:pt x="783546" y="1441521"/>
                  </a:cubicBezTo>
                  <a:cubicBezTo>
                    <a:pt x="783983" y="1441521"/>
                    <a:pt x="787887" y="1441622"/>
                    <a:pt x="788224" y="1441622"/>
                  </a:cubicBezTo>
                  <a:cubicBezTo>
                    <a:pt x="788560" y="1441622"/>
                    <a:pt x="792464" y="1442799"/>
                    <a:pt x="793003" y="1443035"/>
                  </a:cubicBezTo>
                  <a:cubicBezTo>
                    <a:pt x="793541" y="1443237"/>
                    <a:pt x="795931" y="1444784"/>
                    <a:pt x="795931" y="1444784"/>
                  </a:cubicBezTo>
                  <a:cubicBezTo>
                    <a:pt x="795931" y="1444784"/>
                    <a:pt x="797782" y="1446399"/>
                    <a:pt x="798118" y="1446533"/>
                  </a:cubicBezTo>
                  <a:cubicBezTo>
                    <a:pt x="798455" y="1446634"/>
                    <a:pt x="802022" y="1448585"/>
                    <a:pt x="802460" y="1448720"/>
                  </a:cubicBezTo>
                  <a:cubicBezTo>
                    <a:pt x="802897" y="1448821"/>
                    <a:pt x="805489" y="1449494"/>
                    <a:pt x="805926" y="1449494"/>
                  </a:cubicBezTo>
                  <a:cubicBezTo>
                    <a:pt x="806364" y="1449494"/>
                    <a:pt x="808753" y="1449595"/>
                    <a:pt x="809965" y="1449393"/>
                  </a:cubicBezTo>
                  <a:cubicBezTo>
                    <a:pt x="811176" y="1449157"/>
                    <a:pt x="812994" y="1449056"/>
                    <a:pt x="813330" y="1448955"/>
                  </a:cubicBezTo>
                  <a:cubicBezTo>
                    <a:pt x="813667" y="1448855"/>
                    <a:pt x="815080" y="1448955"/>
                    <a:pt x="817907" y="1448182"/>
                  </a:cubicBezTo>
                  <a:cubicBezTo>
                    <a:pt x="820734" y="1447408"/>
                    <a:pt x="819422" y="1447946"/>
                    <a:pt x="821710" y="1447744"/>
                  </a:cubicBezTo>
                  <a:cubicBezTo>
                    <a:pt x="823999" y="1447509"/>
                    <a:pt x="825177" y="1446971"/>
                    <a:pt x="827129" y="1446769"/>
                  </a:cubicBezTo>
                  <a:cubicBezTo>
                    <a:pt x="829081" y="1446567"/>
                    <a:pt x="830932" y="1446769"/>
                    <a:pt x="832345" y="1446769"/>
                  </a:cubicBezTo>
                  <a:cubicBezTo>
                    <a:pt x="833759" y="1446769"/>
                    <a:pt x="837663" y="1447643"/>
                    <a:pt x="838100" y="1447744"/>
                  </a:cubicBezTo>
                  <a:cubicBezTo>
                    <a:pt x="838538" y="1447845"/>
                    <a:pt x="841365" y="1447744"/>
                    <a:pt x="841802" y="1447408"/>
                  </a:cubicBezTo>
                  <a:cubicBezTo>
                    <a:pt x="842240" y="1447072"/>
                    <a:pt x="841802" y="1445659"/>
                    <a:pt x="841802" y="1445659"/>
                  </a:cubicBezTo>
                  <a:lnTo>
                    <a:pt x="839749" y="1442631"/>
                  </a:lnTo>
                  <a:lnTo>
                    <a:pt x="837562" y="1440445"/>
                  </a:lnTo>
                  <a:lnTo>
                    <a:pt x="839749" y="1437518"/>
                  </a:lnTo>
                  <a:cubicBezTo>
                    <a:pt x="839749" y="1437518"/>
                    <a:pt x="842139" y="1437316"/>
                    <a:pt x="845067" y="1437182"/>
                  </a:cubicBezTo>
                  <a:cubicBezTo>
                    <a:pt x="847994" y="1437081"/>
                    <a:pt x="851596" y="1437821"/>
                    <a:pt x="852033" y="1438157"/>
                  </a:cubicBezTo>
                  <a:cubicBezTo>
                    <a:pt x="852471" y="1438460"/>
                    <a:pt x="860952" y="1439267"/>
                    <a:pt x="860952" y="1439267"/>
                  </a:cubicBezTo>
                  <a:cubicBezTo>
                    <a:pt x="860952" y="1439267"/>
                    <a:pt x="870408" y="1436879"/>
                    <a:pt x="870846" y="1436542"/>
                  </a:cubicBezTo>
                  <a:cubicBezTo>
                    <a:pt x="871283" y="1436206"/>
                    <a:pt x="878351" y="1436105"/>
                    <a:pt x="878788" y="1436004"/>
                  </a:cubicBezTo>
                  <a:cubicBezTo>
                    <a:pt x="879226" y="1435903"/>
                    <a:pt x="886832" y="1431866"/>
                    <a:pt x="886832" y="1431866"/>
                  </a:cubicBezTo>
                  <a:lnTo>
                    <a:pt x="890433" y="1431665"/>
                  </a:lnTo>
                  <a:lnTo>
                    <a:pt x="897063" y="1432001"/>
                  </a:lnTo>
                  <a:cubicBezTo>
                    <a:pt x="897063" y="1432001"/>
                    <a:pt x="897601" y="1432203"/>
                    <a:pt x="897938" y="1432203"/>
                  </a:cubicBezTo>
                  <a:cubicBezTo>
                    <a:pt x="898274" y="1432203"/>
                    <a:pt x="900125" y="1432842"/>
                    <a:pt x="902515" y="1433279"/>
                  </a:cubicBezTo>
                  <a:cubicBezTo>
                    <a:pt x="904904" y="1433717"/>
                    <a:pt x="905342" y="1433380"/>
                    <a:pt x="905880" y="1432842"/>
                  </a:cubicBezTo>
                  <a:cubicBezTo>
                    <a:pt x="906419" y="1432304"/>
                    <a:pt x="907294" y="1430655"/>
                    <a:pt x="907294" y="1430218"/>
                  </a:cubicBezTo>
                  <a:cubicBezTo>
                    <a:pt x="907294" y="1429781"/>
                    <a:pt x="907731" y="1427729"/>
                    <a:pt x="908068" y="1426753"/>
                  </a:cubicBezTo>
                  <a:cubicBezTo>
                    <a:pt x="908404" y="1425778"/>
                    <a:pt x="908707" y="1425542"/>
                    <a:pt x="909481" y="1424163"/>
                  </a:cubicBezTo>
                  <a:cubicBezTo>
                    <a:pt x="910255" y="1422750"/>
                    <a:pt x="910996" y="1423087"/>
                    <a:pt x="911433" y="1422851"/>
                  </a:cubicBezTo>
                  <a:cubicBezTo>
                    <a:pt x="911871" y="1422616"/>
                    <a:pt x="914698" y="1425038"/>
                    <a:pt x="916313" y="1425677"/>
                  </a:cubicBezTo>
                  <a:cubicBezTo>
                    <a:pt x="917962" y="1426316"/>
                    <a:pt x="918063" y="1428402"/>
                    <a:pt x="918063" y="1428402"/>
                  </a:cubicBezTo>
                  <a:cubicBezTo>
                    <a:pt x="918063" y="1428402"/>
                    <a:pt x="919813" y="1431025"/>
                    <a:pt x="920352" y="1431866"/>
                  </a:cubicBezTo>
                  <a:cubicBezTo>
                    <a:pt x="920890" y="1432741"/>
                    <a:pt x="922539" y="1434692"/>
                    <a:pt x="922539" y="1434692"/>
                  </a:cubicBezTo>
                  <a:cubicBezTo>
                    <a:pt x="922539" y="1434692"/>
                    <a:pt x="924929" y="1436542"/>
                    <a:pt x="925366" y="1436879"/>
                  </a:cubicBezTo>
                  <a:cubicBezTo>
                    <a:pt x="925804" y="1437215"/>
                    <a:pt x="927217" y="1438729"/>
                    <a:pt x="929405" y="1440680"/>
                  </a:cubicBezTo>
                  <a:cubicBezTo>
                    <a:pt x="931592" y="1442631"/>
                    <a:pt x="931895" y="1441555"/>
                    <a:pt x="931895" y="1441555"/>
                  </a:cubicBezTo>
                  <a:cubicBezTo>
                    <a:pt x="931895" y="1441555"/>
                    <a:pt x="935799" y="1441555"/>
                    <a:pt x="936775" y="1441555"/>
                  </a:cubicBezTo>
                  <a:cubicBezTo>
                    <a:pt x="937751" y="1441555"/>
                    <a:pt x="941016" y="1442059"/>
                    <a:pt x="941016" y="1442059"/>
                  </a:cubicBezTo>
                  <a:lnTo>
                    <a:pt x="942227" y="1443977"/>
                  </a:lnTo>
                  <a:lnTo>
                    <a:pt x="939299" y="1447004"/>
                  </a:lnTo>
                  <a:cubicBezTo>
                    <a:pt x="939299" y="1447004"/>
                    <a:pt x="937246" y="1448081"/>
                    <a:pt x="935833" y="1448955"/>
                  </a:cubicBezTo>
                  <a:cubicBezTo>
                    <a:pt x="934420" y="1449830"/>
                    <a:pt x="934857" y="1449729"/>
                    <a:pt x="934857" y="1450133"/>
                  </a:cubicBezTo>
                  <a:cubicBezTo>
                    <a:pt x="934857" y="1450570"/>
                    <a:pt x="936607" y="1451647"/>
                    <a:pt x="937583" y="1451781"/>
                  </a:cubicBezTo>
                  <a:cubicBezTo>
                    <a:pt x="938559" y="1451882"/>
                    <a:pt x="940073" y="1452219"/>
                    <a:pt x="940511" y="1452219"/>
                  </a:cubicBezTo>
                  <a:cubicBezTo>
                    <a:pt x="940949" y="1452219"/>
                    <a:pt x="943540" y="1452555"/>
                    <a:pt x="944112" y="1452319"/>
                  </a:cubicBezTo>
                  <a:cubicBezTo>
                    <a:pt x="944650" y="1452084"/>
                    <a:pt x="945626" y="1451108"/>
                    <a:pt x="945626" y="1451108"/>
                  </a:cubicBezTo>
                  <a:lnTo>
                    <a:pt x="947814" y="1448384"/>
                  </a:lnTo>
                  <a:lnTo>
                    <a:pt x="948891" y="1445659"/>
                  </a:lnTo>
                  <a:lnTo>
                    <a:pt x="958449" y="1442631"/>
                  </a:lnTo>
                  <a:cubicBezTo>
                    <a:pt x="958449" y="1442631"/>
                    <a:pt x="962588" y="1442295"/>
                    <a:pt x="964103" y="1442093"/>
                  </a:cubicBezTo>
                  <a:cubicBezTo>
                    <a:pt x="965617" y="1441891"/>
                    <a:pt x="968983" y="1441992"/>
                    <a:pt x="970497" y="1441656"/>
                  </a:cubicBezTo>
                  <a:cubicBezTo>
                    <a:pt x="972012" y="1441319"/>
                    <a:pt x="975377" y="1441555"/>
                    <a:pt x="977228" y="1441555"/>
                  </a:cubicBezTo>
                  <a:cubicBezTo>
                    <a:pt x="979079" y="1441555"/>
                    <a:pt x="981670" y="1441656"/>
                    <a:pt x="982646" y="1441555"/>
                  </a:cubicBezTo>
                  <a:cubicBezTo>
                    <a:pt x="983622" y="1441454"/>
                    <a:pt x="984296" y="1441454"/>
                    <a:pt x="985238" y="1441218"/>
                  </a:cubicBezTo>
                  <a:cubicBezTo>
                    <a:pt x="986214" y="1440983"/>
                    <a:pt x="987291" y="1439806"/>
                    <a:pt x="988502" y="1439705"/>
                  </a:cubicBezTo>
                  <a:cubicBezTo>
                    <a:pt x="989680" y="1439604"/>
                    <a:pt x="991969" y="1437955"/>
                    <a:pt x="992103" y="1437518"/>
                  </a:cubicBezTo>
                  <a:cubicBezTo>
                    <a:pt x="992238" y="1437081"/>
                    <a:pt x="994594" y="1433919"/>
                    <a:pt x="995368" y="1433380"/>
                  </a:cubicBezTo>
                  <a:cubicBezTo>
                    <a:pt x="996142" y="1432842"/>
                    <a:pt x="997118" y="1431530"/>
                    <a:pt x="997219" y="1431093"/>
                  </a:cubicBezTo>
                  <a:cubicBezTo>
                    <a:pt x="997320" y="1430655"/>
                    <a:pt x="999272" y="1427393"/>
                    <a:pt x="999272" y="1427393"/>
                  </a:cubicBezTo>
                  <a:cubicBezTo>
                    <a:pt x="999272" y="1427393"/>
                    <a:pt x="1001022" y="1424567"/>
                    <a:pt x="1001123" y="1423928"/>
                  </a:cubicBezTo>
                  <a:cubicBezTo>
                    <a:pt x="1001224" y="1423288"/>
                    <a:pt x="1004387" y="1421102"/>
                    <a:pt x="1004387" y="1421102"/>
                  </a:cubicBezTo>
                  <a:lnTo>
                    <a:pt x="1007113" y="1415551"/>
                  </a:lnTo>
                  <a:cubicBezTo>
                    <a:pt x="1007113" y="1415551"/>
                    <a:pt x="1009065" y="1412389"/>
                    <a:pt x="1009503" y="1411414"/>
                  </a:cubicBezTo>
                  <a:cubicBezTo>
                    <a:pt x="1009940" y="1410438"/>
                    <a:pt x="1013979" y="1409664"/>
                    <a:pt x="1013979" y="1409664"/>
                  </a:cubicBezTo>
                  <a:lnTo>
                    <a:pt x="1018859" y="1410203"/>
                  </a:lnTo>
                  <a:cubicBezTo>
                    <a:pt x="1018859" y="1410203"/>
                    <a:pt x="1023436" y="1410203"/>
                    <a:pt x="1025489" y="1410203"/>
                  </a:cubicBezTo>
                  <a:cubicBezTo>
                    <a:pt x="1027542" y="1410203"/>
                    <a:pt x="1028080" y="1410102"/>
                    <a:pt x="1029729" y="1409126"/>
                  </a:cubicBezTo>
                  <a:cubicBezTo>
                    <a:pt x="1031345" y="1408151"/>
                    <a:pt x="1033431" y="1407276"/>
                    <a:pt x="1033970" y="1406738"/>
                  </a:cubicBezTo>
                  <a:cubicBezTo>
                    <a:pt x="1034508" y="1406200"/>
                    <a:pt x="1037571" y="1405123"/>
                    <a:pt x="1038412" y="1404450"/>
                  </a:cubicBezTo>
                  <a:cubicBezTo>
                    <a:pt x="1039287" y="1403811"/>
                    <a:pt x="1043090" y="1403239"/>
                    <a:pt x="1043090" y="1403239"/>
                  </a:cubicBezTo>
                  <a:lnTo>
                    <a:pt x="1045917" y="1404988"/>
                  </a:lnTo>
                  <a:lnTo>
                    <a:pt x="1048643" y="1409328"/>
                  </a:lnTo>
                  <a:cubicBezTo>
                    <a:pt x="1048643" y="1409328"/>
                    <a:pt x="1052110" y="1408891"/>
                    <a:pt x="1052211" y="1408689"/>
                  </a:cubicBezTo>
                  <a:cubicBezTo>
                    <a:pt x="1052278" y="1408487"/>
                    <a:pt x="1055610" y="1406805"/>
                    <a:pt x="1056922" y="1405930"/>
                  </a:cubicBezTo>
                  <a:cubicBezTo>
                    <a:pt x="1058235" y="1405056"/>
                    <a:pt x="1061567" y="1404484"/>
                    <a:pt x="1062004" y="1403912"/>
                  </a:cubicBezTo>
                  <a:cubicBezTo>
                    <a:pt x="1062441" y="1403340"/>
                    <a:pt x="1068297" y="1403273"/>
                    <a:pt x="1070115" y="1403273"/>
                  </a:cubicBezTo>
                  <a:cubicBezTo>
                    <a:pt x="1071932" y="1403273"/>
                    <a:pt x="1073245" y="1406973"/>
                    <a:pt x="1073447" y="1407175"/>
                  </a:cubicBezTo>
                  <a:cubicBezTo>
                    <a:pt x="1073649" y="1407411"/>
                    <a:pt x="1079101" y="1408554"/>
                    <a:pt x="1079403" y="1408487"/>
                  </a:cubicBezTo>
                  <a:cubicBezTo>
                    <a:pt x="1079706" y="1408420"/>
                    <a:pt x="1084687" y="1409564"/>
                    <a:pt x="1084990" y="1409564"/>
                  </a:cubicBezTo>
                  <a:cubicBezTo>
                    <a:pt x="1085293" y="1409564"/>
                    <a:pt x="1093606" y="1407915"/>
                    <a:pt x="1093606" y="1407915"/>
                  </a:cubicBezTo>
                  <a:lnTo>
                    <a:pt x="1100067" y="1406906"/>
                  </a:lnTo>
                  <a:cubicBezTo>
                    <a:pt x="1100067" y="1406906"/>
                    <a:pt x="1103635" y="1406973"/>
                    <a:pt x="1103971" y="1406771"/>
                  </a:cubicBezTo>
                  <a:cubicBezTo>
                    <a:pt x="1104341" y="1406570"/>
                    <a:pt x="1108548" y="1405527"/>
                    <a:pt x="1108986" y="1405459"/>
                  </a:cubicBezTo>
                  <a:cubicBezTo>
                    <a:pt x="1109423" y="1405392"/>
                    <a:pt x="1114640" y="1403710"/>
                    <a:pt x="1114842" y="1403441"/>
                  </a:cubicBezTo>
                  <a:cubicBezTo>
                    <a:pt x="1115044" y="1403138"/>
                    <a:pt x="1117029" y="1402735"/>
                    <a:pt x="1117029" y="1402735"/>
                  </a:cubicBezTo>
                  <a:lnTo>
                    <a:pt x="1119789" y="1398092"/>
                  </a:lnTo>
                  <a:lnTo>
                    <a:pt x="1123928" y="1398092"/>
                  </a:lnTo>
                  <a:lnTo>
                    <a:pt x="1127630" y="1398967"/>
                  </a:lnTo>
                  <a:cubicBezTo>
                    <a:pt x="1127630" y="1398967"/>
                    <a:pt x="1127630" y="1400783"/>
                    <a:pt x="1127630" y="1401086"/>
                  </a:cubicBezTo>
                  <a:cubicBezTo>
                    <a:pt x="1127630" y="1401355"/>
                    <a:pt x="1127227" y="1402735"/>
                    <a:pt x="1127227" y="1402735"/>
                  </a:cubicBezTo>
                  <a:lnTo>
                    <a:pt x="1132275" y="1407209"/>
                  </a:lnTo>
                  <a:lnTo>
                    <a:pt x="1136246" y="1405829"/>
                  </a:lnTo>
                  <a:lnTo>
                    <a:pt x="1146107" y="1408723"/>
                  </a:lnTo>
                  <a:lnTo>
                    <a:pt x="1155900" y="1413634"/>
                  </a:lnTo>
                  <a:lnTo>
                    <a:pt x="1160982" y="1415148"/>
                  </a:lnTo>
                  <a:lnTo>
                    <a:pt x="1165021" y="1411952"/>
                  </a:lnTo>
                  <a:lnTo>
                    <a:pt x="1178920" y="1411952"/>
                  </a:lnTo>
                  <a:lnTo>
                    <a:pt x="1194267" y="1411952"/>
                  </a:lnTo>
                  <a:lnTo>
                    <a:pt x="1203252" y="1413701"/>
                  </a:lnTo>
                  <a:lnTo>
                    <a:pt x="1213113" y="1413701"/>
                  </a:lnTo>
                  <a:lnTo>
                    <a:pt x="1217185" y="1415451"/>
                  </a:lnTo>
                  <a:lnTo>
                    <a:pt x="1222402" y="1415451"/>
                  </a:lnTo>
                  <a:lnTo>
                    <a:pt x="1230512" y="1417031"/>
                  </a:lnTo>
                  <a:lnTo>
                    <a:pt x="1232532" y="1422683"/>
                  </a:lnTo>
                  <a:lnTo>
                    <a:pt x="1230512" y="1425879"/>
                  </a:lnTo>
                  <a:lnTo>
                    <a:pt x="1237748" y="1431665"/>
                  </a:lnTo>
                  <a:lnTo>
                    <a:pt x="1243537" y="1439772"/>
                  </a:lnTo>
                  <a:lnTo>
                    <a:pt x="1248181" y="1437148"/>
                  </a:lnTo>
                  <a:lnTo>
                    <a:pt x="1252825" y="1433952"/>
                  </a:lnTo>
                  <a:lnTo>
                    <a:pt x="1258042" y="1435701"/>
                  </a:lnTo>
                  <a:lnTo>
                    <a:pt x="1261508" y="1439166"/>
                  </a:lnTo>
                  <a:cubicBezTo>
                    <a:pt x="1261508" y="1439166"/>
                    <a:pt x="1268744" y="1445558"/>
                    <a:pt x="1269922" y="1445558"/>
                  </a:cubicBezTo>
                  <a:cubicBezTo>
                    <a:pt x="1271066" y="1445558"/>
                    <a:pt x="1273691" y="1447576"/>
                    <a:pt x="1273691" y="1447576"/>
                  </a:cubicBezTo>
                  <a:lnTo>
                    <a:pt x="1276956" y="1455414"/>
                  </a:lnTo>
                  <a:lnTo>
                    <a:pt x="1283249" y="1453665"/>
                  </a:lnTo>
                  <a:lnTo>
                    <a:pt x="1287591" y="1453665"/>
                  </a:lnTo>
                  <a:lnTo>
                    <a:pt x="1293682" y="1457870"/>
                  </a:lnTo>
                  <a:lnTo>
                    <a:pt x="1298899" y="1459182"/>
                  </a:lnTo>
                  <a:lnTo>
                    <a:pt x="1305865" y="1472806"/>
                  </a:lnTo>
                  <a:lnTo>
                    <a:pt x="1310509" y="1472806"/>
                  </a:lnTo>
                  <a:lnTo>
                    <a:pt x="1315423" y="1476674"/>
                  </a:lnTo>
                  <a:lnTo>
                    <a:pt x="1315995" y="1477347"/>
                  </a:lnTo>
                  <a:lnTo>
                    <a:pt x="1312630" y="1478760"/>
                  </a:lnTo>
                  <a:lnTo>
                    <a:pt x="1316264" y="1477246"/>
                  </a:lnTo>
                  <a:lnTo>
                    <a:pt x="1318082" y="1478054"/>
                  </a:lnTo>
                  <a:lnTo>
                    <a:pt x="1321548" y="1478054"/>
                  </a:lnTo>
                  <a:lnTo>
                    <a:pt x="1327404" y="1477515"/>
                  </a:lnTo>
                  <a:lnTo>
                    <a:pt x="1331039" y="1477179"/>
                  </a:lnTo>
                  <a:cubicBezTo>
                    <a:pt x="1331039" y="1477179"/>
                    <a:pt x="1334236" y="1477314"/>
                    <a:pt x="1334505" y="1477314"/>
                  </a:cubicBezTo>
                  <a:cubicBezTo>
                    <a:pt x="1334808" y="1477314"/>
                    <a:pt x="1337198" y="1478996"/>
                    <a:pt x="1337399" y="1478996"/>
                  </a:cubicBezTo>
                  <a:cubicBezTo>
                    <a:pt x="1337601" y="1478996"/>
                    <a:pt x="1338847" y="1480879"/>
                    <a:pt x="1338847" y="1480879"/>
                  </a:cubicBezTo>
                  <a:lnTo>
                    <a:pt x="1343491" y="1483705"/>
                  </a:lnTo>
                  <a:lnTo>
                    <a:pt x="1348404" y="1483503"/>
                  </a:lnTo>
                  <a:cubicBezTo>
                    <a:pt x="1348404" y="1483503"/>
                    <a:pt x="1349280" y="1479971"/>
                    <a:pt x="1349852" y="1479433"/>
                  </a:cubicBezTo>
                  <a:cubicBezTo>
                    <a:pt x="1350424" y="1478928"/>
                    <a:pt x="1352039" y="1478256"/>
                    <a:pt x="1352039" y="1478256"/>
                  </a:cubicBezTo>
                  <a:lnTo>
                    <a:pt x="1355674" y="1477549"/>
                  </a:lnTo>
                  <a:cubicBezTo>
                    <a:pt x="1355674" y="1477549"/>
                    <a:pt x="1355236" y="1472705"/>
                    <a:pt x="1355236" y="1472402"/>
                  </a:cubicBezTo>
                  <a:cubicBezTo>
                    <a:pt x="1355236" y="1472100"/>
                    <a:pt x="1357424" y="1469274"/>
                    <a:pt x="1357424" y="1469274"/>
                  </a:cubicBezTo>
                  <a:lnTo>
                    <a:pt x="1359813" y="1467625"/>
                  </a:lnTo>
                  <a:lnTo>
                    <a:pt x="1364155" y="1467625"/>
                  </a:lnTo>
                  <a:lnTo>
                    <a:pt x="1367924" y="1471090"/>
                  </a:lnTo>
                  <a:lnTo>
                    <a:pt x="1372266" y="1477179"/>
                  </a:lnTo>
                  <a:lnTo>
                    <a:pt x="1376910" y="1480072"/>
                  </a:lnTo>
                  <a:lnTo>
                    <a:pt x="1382699" y="1484714"/>
                  </a:lnTo>
                  <a:lnTo>
                    <a:pt x="1391987" y="1486464"/>
                  </a:lnTo>
                  <a:lnTo>
                    <a:pt x="1404439" y="1487338"/>
                  </a:lnTo>
                  <a:lnTo>
                    <a:pt x="1409084" y="1489929"/>
                  </a:lnTo>
                  <a:lnTo>
                    <a:pt x="1417767" y="1491375"/>
                  </a:lnTo>
                  <a:lnTo>
                    <a:pt x="1420392" y="1491947"/>
                  </a:lnTo>
                  <a:lnTo>
                    <a:pt x="1421267" y="1496858"/>
                  </a:lnTo>
                  <a:lnTo>
                    <a:pt x="1426786" y="1501770"/>
                  </a:lnTo>
                  <a:lnTo>
                    <a:pt x="1432877" y="1503216"/>
                  </a:lnTo>
                  <a:lnTo>
                    <a:pt x="1436344" y="1505807"/>
                  </a:lnTo>
                  <a:lnTo>
                    <a:pt x="1439238" y="1505807"/>
                  </a:lnTo>
                  <a:lnTo>
                    <a:pt x="1443310" y="1500592"/>
                  </a:lnTo>
                  <a:lnTo>
                    <a:pt x="1447383" y="1500592"/>
                  </a:lnTo>
                  <a:lnTo>
                    <a:pt x="1449402" y="1497262"/>
                  </a:lnTo>
                  <a:lnTo>
                    <a:pt x="1452868" y="1490736"/>
                  </a:lnTo>
                  <a:lnTo>
                    <a:pt x="1453743" y="1485825"/>
                  </a:lnTo>
                  <a:lnTo>
                    <a:pt x="1453171" y="1481182"/>
                  </a:lnTo>
                  <a:lnTo>
                    <a:pt x="1451724" y="1477112"/>
                  </a:lnTo>
                  <a:lnTo>
                    <a:pt x="1452027" y="1471595"/>
                  </a:lnTo>
                  <a:lnTo>
                    <a:pt x="1451152" y="1464934"/>
                  </a:lnTo>
                  <a:lnTo>
                    <a:pt x="1451152" y="1460797"/>
                  </a:lnTo>
                  <a:lnTo>
                    <a:pt x="1450782" y="1457433"/>
                  </a:lnTo>
                  <a:lnTo>
                    <a:pt x="1448998" y="1453968"/>
                  </a:lnTo>
                  <a:cubicBezTo>
                    <a:pt x="1448998" y="1453968"/>
                    <a:pt x="1444859" y="1450806"/>
                    <a:pt x="1444320" y="1450267"/>
                  </a:cubicBezTo>
                  <a:cubicBezTo>
                    <a:pt x="1443782" y="1449729"/>
                    <a:pt x="1442133" y="1449191"/>
                    <a:pt x="1441729" y="1449191"/>
                  </a:cubicBezTo>
                  <a:cubicBezTo>
                    <a:pt x="1441291" y="1449191"/>
                    <a:pt x="1438464" y="1447879"/>
                    <a:pt x="1438464" y="1447879"/>
                  </a:cubicBezTo>
                  <a:lnTo>
                    <a:pt x="1434560" y="1445827"/>
                  </a:lnTo>
                  <a:lnTo>
                    <a:pt x="1429344" y="1444750"/>
                  </a:lnTo>
                  <a:lnTo>
                    <a:pt x="1428570" y="1440613"/>
                  </a:lnTo>
                  <a:lnTo>
                    <a:pt x="1428570" y="1437148"/>
                  </a:lnTo>
                  <a:lnTo>
                    <a:pt x="1429175" y="1433448"/>
                  </a:lnTo>
                  <a:lnTo>
                    <a:pt x="1429882" y="1430958"/>
                  </a:lnTo>
                  <a:lnTo>
                    <a:pt x="1430522" y="1429983"/>
                  </a:lnTo>
                  <a:cubicBezTo>
                    <a:pt x="1430522" y="1429983"/>
                    <a:pt x="1432036" y="1427157"/>
                    <a:pt x="1432137" y="1426821"/>
                  </a:cubicBezTo>
                  <a:cubicBezTo>
                    <a:pt x="1432238" y="1426484"/>
                    <a:pt x="1432238" y="1425206"/>
                    <a:pt x="1432238" y="1425206"/>
                  </a:cubicBezTo>
                  <a:cubicBezTo>
                    <a:pt x="1432238" y="1425206"/>
                    <a:pt x="1429411" y="1423356"/>
                    <a:pt x="1428873" y="1422380"/>
                  </a:cubicBezTo>
                  <a:cubicBezTo>
                    <a:pt x="1428334" y="1421405"/>
                    <a:pt x="1428772" y="1419353"/>
                    <a:pt x="1428772" y="1419353"/>
                  </a:cubicBezTo>
                  <a:lnTo>
                    <a:pt x="1428233" y="1417603"/>
                  </a:lnTo>
                  <a:lnTo>
                    <a:pt x="1429748" y="1415417"/>
                  </a:lnTo>
                  <a:cubicBezTo>
                    <a:pt x="1429748" y="1415417"/>
                    <a:pt x="1433012" y="1414105"/>
                    <a:pt x="1433786" y="1413802"/>
                  </a:cubicBezTo>
                  <a:cubicBezTo>
                    <a:pt x="1434560" y="1413466"/>
                    <a:pt x="1435536" y="1412389"/>
                    <a:pt x="1435536" y="1412389"/>
                  </a:cubicBezTo>
                  <a:cubicBezTo>
                    <a:pt x="1435536" y="1412389"/>
                    <a:pt x="1440315" y="1410001"/>
                    <a:pt x="1440753" y="1409799"/>
                  </a:cubicBezTo>
                  <a:cubicBezTo>
                    <a:pt x="1441190" y="1409597"/>
                    <a:pt x="1443479" y="1408184"/>
                    <a:pt x="1443916" y="1407949"/>
                  </a:cubicBezTo>
                  <a:cubicBezTo>
                    <a:pt x="1444354" y="1407747"/>
                    <a:pt x="1445969" y="1406704"/>
                    <a:pt x="1445969" y="1406704"/>
                  </a:cubicBezTo>
                  <a:lnTo>
                    <a:pt x="1450311" y="1406637"/>
                  </a:lnTo>
                  <a:cubicBezTo>
                    <a:pt x="1450311" y="1406637"/>
                    <a:pt x="1458455" y="1406738"/>
                    <a:pt x="1458893" y="1406637"/>
                  </a:cubicBezTo>
                  <a:cubicBezTo>
                    <a:pt x="1459330" y="1406536"/>
                    <a:pt x="1463133" y="1405661"/>
                    <a:pt x="1463133" y="1405661"/>
                  </a:cubicBezTo>
                  <a:lnTo>
                    <a:pt x="1467138" y="1403710"/>
                  </a:lnTo>
                  <a:lnTo>
                    <a:pt x="1468989" y="1401221"/>
                  </a:lnTo>
                  <a:lnTo>
                    <a:pt x="1471479" y="1399808"/>
                  </a:lnTo>
                  <a:lnTo>
                    <a:pt x="1472893" y="1398059"/>
                  </a:lnTo>
                  <a:lnTo>
                    <a:pt x="1476359" y="1398059"/>
                  </a:lnTo>
                  <a:lnTo>
                    <a:pt x="1479826" y="1399808"/>
                  </a:lnTo>
                  <a:lnTo>
                    <a:pt x="1483292" y="1399808"/>
                  </a:lnTo>
                  <a:lnTo>
                    <a:pt x="1485042" y="1399808"/>
                  </a:lnTo>
                  <a:lnTo>
                    <a:pt x="1486792" y="1398362"/>
                  </a:lnTo>
                  <a:lnTo>
                    <a:pt x="1488105" y="1396780"/>
                  </a:lnTo>
                  <a:lnTo>
                    <a:pt x="1489989" y="1392004"/>
                  </a:lnTo>
                  <a:lnTo>
                    <a:pt x="1491134" y="1388539"/>
                  </a:lnTo>
                  <a:lnTo>
                    <a:pt x="1491134" y="1384906"/>
                  </a:lnTo>
                  <a:lnTo>
                    <a:pt x="1486119" y="1378548"/>
                  </a:lnTo>
                  <a:lnTo>
                    <a:pt x="1481273" y="1372324"/>
                  </a:lnTo>
                  <a:lnTo>
                    <a:pt x="1479691" y="1365933"/>
                  </a:lnTo>
                  <a:lnTo>
                    <a:pt x="1477234" y="1355202"/>
                  </a:lnTo>
                  <a:lnTo>
                    <a:pt x="1477537" y="1350694"/>
                  </a:lnTo>
                  <a:lnTo>
                    <a:pt x="1474205" y="1349954"/>
                  </a:lnTo>
                  <a:lnTo>
                    <a:pt x="1470739" y="1347498"/>
                  </a:lnTo>
                  <a:lnTo>
                    <a:pt x="1463772" y="1342284"/>
                  </a:lnTo>
                  <a:lnTo>
                    <a:pt x="1457816" y="1340098"/>
                  </a:lnTo>
                  <a:lnTo>
                    <a:pt x="1458085" y="1334614"/>
                  </a:lnTo>
                  <a:lnTo>
                    <a:pt x="1458085" y="1329097"/>
                  </a:lnTo>
                  <a:lnTo>
                    <a:pt x="1457580" y="1323883"/>
                  </a:lnTo>
                  <a:lnTo>
                    <a:pt x="1453171" y="1324758"/>
                  </a:lnTo>
                  <a:lnTo>
                    <a:pt x="1444185" y="1318400"/>
                  </a:lnTo>
                  <a:lnTo>
                    <a:pt x="1439541" y="1312311"/>
                  </a:lnTo>
                  <a:lnTo>
                    <a:pt x="1431430" y="1307669"/>
                  </a:lnTo>
                  <a:lnTo>
                    <a:pt x="1422747" y="1300134"/>
                  </a:lnTo>
                  <a:lnTo>
                    <a:pt x="1423892" y="1294348"/>
                  </a:lnTo>
                  <a:lnTo>
                    <a:pt x="1424767" y="1286812"/>
                  </a:lnTo>
                  <a:lnTo>
                    <a:pt x="1430555" y="1283919"/>
                  </a:lnTo>
                  <a:lnTo>
                    <a:pt x="1432575" y="1275812"/>
                  </a:lnTo>
                  <a:lnTo>
                    <a:pt x="1430252" y="1271742"/>
                  </a:lnTo>
                  <a:lnTo>
                    <a:pt x="1425608" y="1262188"/>
                  </a:lnTo>
                  <a:lnTo>
                    <a:pt x="1418642" y="1249439"/>
                  </a:lnTo>
                  <a:lnTo>
                    <a:pt x="1412853" y="1237261"/>
                  </a:lnTo>
                  <a:lnTo>
                    <a:pt x="1412853" y="1229154"/>
                  </a:lnTo>
                  <a:lnTo>
                    <a:pt x="1417194" y="1225958"/>
                  </a:lnTo>
                  <a:lnTo>
                    <a:pt x="1427930" y="1225958"/>
                  </a:lnTo>
                  <a:lnTo>
                    <a:pt x="1432002" y="1223503"/>
                  </a:lnTo>
                  <a:lnTo>
                    <a:pt x="1436344" y="1219600"/>
                  </a:lnTo>
                  <a:lnTo>
                    <a:pt x="1445330" y="1213814"/>
                  </a:lnTo>
                  <a:lnTo>
                    <a:pt x="1450243" y="1207154"/>
                  </a:lnTo>
                  <a:lnTo>
                    <a:pt x="1454585" y="1204833"/>
                  </a:lnTo>
                  <a:lnTo>
                    <a:pt x="1463873" y="1203958"/>
                  </a:lnTo>
                  <a:lnTo>
                    <a:pt x="1471715" y="1208600"/>
                  </a:lnTo>
                  <a:lnTo>
                    <a:pt x="1483292" y="1212065"/>
                  </a:lnTo>
                  <a:lnTo>
                    <a:pt x="1499817" y="1212065"/>
                  </a:lnTo>
                  <a:lnTo>
                    <a:pt x="1515466" y="1209609"/>
                  </a:lnTo>
                  <a:lnTo>
                    <a:pt x="1530240" y="1206582"/>
                  </a:lnTo>
                  <a:lnTo>
                    <a:pt x="1548784" y="1203117"/>
                  </a:lnTo>
                  <a:lnTo>
                    <a:pt x="1558073" y="1201671"/>
                  </a:lnTo>
                  <a:lnTo>
                    <a:pt x="1565039" y="1201671"/>
                  </a:lnTo>
                  <a:lnTo>
                    <a:pt x="1574025" y="1201671"/>
                  </a:lnTo>
                  <a:lnTo>
                    <a:pt x="1579241" y="1198912"/>
                  </a:lnTo>
                  <a:lnTo>
                    <a:pt x="1582708" y="1194404"/>
                  </a:lnTo>
                  <a:cubicBezTo>
                    <a:pt x="1582708" y="1194404"/>
                    <a:pt x="1591693" y="1194707"/>
                    <a:pt x="1592838" y="1194404"/>
                  </a:cubicBezTo>
                  <a:cubicBezTo>
                    <a:pt x="1593982" y="1194102"/>
                    <a:pt x="1600646" y="1192386"/>
                    <a:pt x="1600646" y="1192386"/>
                  </a:cubicBezTo>
                  <a:lnTo>
                    <a:pt x="1607881" y="1189762"/>
                  </a:lnTo>
                  <a:lnTo>
                    <a:pt x="1611651" y="1194404"/>
                  </a:lnTo>
                  <a:lnTo>
                    <a:pt x="1617742" y="1192958"/>
                  </a:lnTo>
                  <a:lnTo>
                    <a:pt x="1626156" y="1185994"/>
                  </a:lnTo>
                  <a:lnTo>
                    <a:pt x="1637464" y="1181352"/>
                  </a:lnTo>
                  <a:lnTo>
                    <a:pt x="1641536" y="1185994"/>
                  </a:lnTo>
                  <a:lnTo>
                    <a:pt x="1649377" y="1185994"/>
                  </a:lnTo>
                  <a:lnTo>
                    <a:pt x="1652575" y="1184413"/>
                  </a:lnTo>
                  <a:lnTo>
                    <a:pt x="1670243" y="1181655"/>
                  </a:lnTo>
                  <a:lnTo>
                    <a:pt x="1670243" y="1177147"/>
                  </a:lnTo>
                  <a:lnTo>
                    <a:pt x="1673609" y="1174422"/>
                  </a:lnTo>
                  <a:lnTo>
                    <a:pt x="1673676" y="1174422"/>
                  </a:lnTo>
                  <a:cubicBezTo>
                    <a:pt x="1673541" y="1173951"/>
                    <a:pt x="1673575" y="1173514"/>
                    <a:pt x="1673575" y="1173514"/>
                  </a:cubicBezTo>
                  <a:close/>
                </a:path>
              </a:pathLst>
            </a:custGeom>
            <a:solidFill>
              <a:srgbClr val="1E344D"/>
            </a:solidFill>
            <a:ln w="6350" cap="flat">
              <a:solidFill>
                <a:schemeClr val="bg1"/>
              </a:solidFill>
              <a:prstDash val="solid"/>
              <a:miter/>
            </a:ln>
          </p:spPr>
          <p:txBody>
            <a:bodyPr rtlCol="0" anchor="ctr"/>
            <a:lstStyle/>
            <a:p>
              <a:endParaRPr lang="en-US"/>
            </a:p>
          </p:txBody>
        </p:sp>
        <p:sp>
          <p:nvSpPr>
            <p:cNvPr id="196" name="Freeform 913">
              <a:extLst>
                <a:ext uri="{FF2B5EF4-FFF2-40B4-BE49-F238E27FC236}">
                  <a16:creationId xmlns:a16="http://schemas.microsoft.com/office/drawing/2014/main" id="{BE79E447-2DF6-4D6E-F5FB-C0296194FE43}"/>
                </a:ext>
              </a:extLst>
            </p:cNvPr>
            <p:cNvSpPr/>
            <p:nvPr/>
          </p:nvSpPr>
          <p:spPr>
            <a:xfrm>
              <a:off x="7669701" y="3706583"/>
              <a:ext cx="138026" cy="112855"/>
            </a:xfrm>
            <a:custGeom>
              <a:avLst/>
              <a:gdLst>
                <a:gd name="connsiteX0" fmla="*/ 1245 w 264996"/>
                <a:gd name="connsiteY0" fmla="*/ 99943 h 216669"/>
                <a:gd name="connsiteX1" fmla="*/ 0 w 264996"/>
                <a:gd name="connsiteY1" fmla="*/ 97723 h 216669"/>
                <a:gd name="connsiteX2" fmla="*/ 976 w 264996"/>
                <a:gd name="connsiteY2" fmla="*/ 95335 h 216669"/>
                <a:gd name="connsiteX3" fmla="*/ 1851 w 264996"/>
                <a:gd name="connsiteY3" fmla="*/ 91802 h 216669"/>
                <a:gd name="connsiteX4" fmla="*/ 2894 w 264996"/>
                <a:gd name="connsiteY4" fmla="*/ 88741 h 216669"/>
                <a:gd name="connsiteX5" fmla="*/ 6394 w 264996"/>
                <a:gd name="connsiteY5" fmla="*/ 87059 h 216669"/>
                <a:gd name="connsiteX6" fmla="*/ 9726 w 264996"/>
                <a:gd name="connsiteY6" fmla="*/ 85074 h 216669"/>
                <a:gd name="connsiteX7" fmla="*/ 13798 w 264996"/>
                <a:gd name="connsiteY7" fmla="*/ 81778 h 216669"/>
                <a:gd name="connsiteX8" fmla="*/ 20159 w 264996"/>
                <a:gd name="connsiteY8" fmla="*/ 79457 h 216669"/>
                <a:gd name="connsiteX9" fmla="*/ 27395 w 264996"/>
                <a:gd name="connsiteY9" fmla="*/ 74377 h 216669"/>
                <a:gd name="connsiteX10" fmla="*/ 36078 w 264996"/>
                <a:gd name="connsiteY10" fmla="*/ 69298 h 216669"/>
                <a:gd name="connsiteX11" fmla="*/ 40722 w 264996"/>
                <a:gd name="connsiteY11" fmla="*/ 63781 h 216669"/>
                <a:gd name="connsiteX12" fmla="*/ 49136 w 264996"/>
                <a:gd name="connsiteY12" fmla="*/ 58701 h 216669"/>
                <a:gd name="connsiteX13" fmla="*/ 57987 w 264996"/>
                <a:gd name="connsiteY13" fmla="*/ 52478 h 216669"/>
                <a:gd name="connsiteX14" fmla="*/ 65088 w 264996"/>
                <a:gd name="connsiteY14" fmla="*/ 46691 h 216669"/>
                <a:gd name="connsiteX15" fmla="*/ 70170 w 264996"/>
                <a:gd name="connsiteY15" fmla="*/ 45682 h 216669"/>
                <a:gd name="connsiteX16" fmla="*/ 70372 w 264996"/>
                <a:gd name="connsiteY16" fmla="*/ 44438 h 216669"/>
                <a:gd name="connsiteX17" fmla="*/ 72425 w 264996"/>
                <a:gd name="connsiteY17" fmla="*/ 42520 h 216669"/>
                <a:gd name="connsiteX18" fmla="*/ 72088 w 264996"/>
                <a:gd name="connsiteY18" fmla="*/ 41275 h 216669"/>
                <a:gd name="connsiteX19" fmla="*/ 70910 w 264996"/>
                <a:gd name="connsiteY19" fmla="*/ 40300 h 216669"/>
                <a:gd name="connsiteX20" fmla="*/ 69261 w 264996"/>
                <a:gd name="connsiteY20" fmla="*/ 40300 h 216669"/>
                <a:gd name="connsiteX21" fmla="*/ 67747 w 264996"/>
                <a:gd name="connsiteY21" fmla="*/ 40603 h 216669"/>
                <a:gd name="connsiteX22" fmla="*/ 65660 w 264996"/>
                <a:gd name="connsiteY22" fmla="*/ 40637 h 216669"/>
                <a:gd name="connsiteX23" fmla="*/ 63607 w 264996"/>
                <a:gd name="connsiteY23" fmla="*/ 40670 h 216669"/>
                <a:gd name="connsiteX24" fmla="*/ 60208 w 264996"/>
                <a:gd name="connsiteY24" fmla="*/ 40468 h 216669"/>
                <a:gd name="connsiteX25" fmla="*/ 58963 w 264996"/>
                <a:gd name="connsiteY25" fmla="*/ 39493 h 216669"/>
                <a:gd name="connsiteX26" fmla="*/ 59131 w 264996"/>
                <a:gd name="connsiteY26" fmla="*/ 39156 h 216669"/>
                <a:gd name="connsiteX27" fmla="*/ 60141 w 264996"/>
                <a:gd name="connsiteY27" fmla="*/ 38349 h 216669"/>
                <a:gd name="connsiteX28" fmla="*/ 61924 w 264996"/>
                <a:gd name="connsiteY28" fmla="*/ 35591 h 216669"/>
                <a:gd name="connsiteX29" fmla="*/ 64448 w 264996"/>
                <a:gd name="connsiteY29" fmla="*/ 32698 h 216669"/>
                <a:gd name="connsiteX30" fmla="*/ 67208 w 264996"/>
                <a:gd name="connsiteY30" fmla="*/ 29872 h 216669"/>
                <a:gd name="connsiteX31" fmla="*/ 69732 w 264996"/>
                <a:gd name="connsiteY31" fmla="*/ 27214 h 216669"/>
                <a:gd name="connsiteX32" fmla="*/ 72997 w 264996"/>
                <a:gd name="connsiteY32" fmla="*/ 24658 h 216669"/>
                <a:gd name="connsiteX33" fmla="*/ 72728 w 264996"/>
                <a:gd name="connsiteY33" fmla="*/ 24658 h 216669"/>
                <a:gd name="connsiteX34" fmla="*/ 75689 w 264996"/>
                <a:gd name="connsiteY34" fmla="*/ 24658 h 216669"/>
                <a:gd name="connsiteX35" fmla="*/ 77641 w 264996"/>
                <a:gd name="connsiteY35" fmla="*/ 24590 h 216669"/>
                <a:gd name="connsiteX36" fmla="*/ 80401 w 264996"/>
                <a:gd name="connsiteY36" fmla="*/ 24456 h 216669"/>
                <a:gd name="connsiteX37" fmla="*/ 83295 w 264996"/>
                <a:gd name="connsiteY37" fmla="*/ 24658 h 216669"/>
                <a:gd name="connsiteX38" fmla="*/ 86627 w 264996"/>
                <a:gd name="connsiteY38" fmla="*/ 24658 h 216669"/>
                <a:gd name="connsiteX39" fmla="*/ 89151 w 264996"/>
                <a:gd name="connsiteY39" fmla="*/ 26912 h 216669"/>
                <a:gd name="connsiteX40" fmla="*/ 90598 w 264996"/>
                <a:gd name="connsiteY40" fmla="*/ 27685 h 216669"/>
                <a:gd name="connsiteX41" fmla="*/ 92920 w 264996"/>
                <a:gd name="connsiteY41" fmla="*/ 28055 h 216669"/>
                <a:gd name="connsiteX42" fmla="*/ 95680 w 264996"/>
                <a:gd name="connsiteY42" fmla="*/ 28291 h 216669"/>
                <a:gd name="connsiteX43" fmla="*/ 99954 w 264996"/>
                <a:gd name="connsiteY43" fmla="*/ 29165 h 216669"/>
                <a:gd name="connsiteX44" fmla="*/ 101267 w 264996"/>
                <a:gd name="connsiteY44" fmla="*/ 29300 h 216669"/>
                <a:gd name="connsiteX45" fmla="*/ 103387 w 264996"/>
                <a:gd name="connsiteY45" fmla="*/ 28930 h 216669"/>
                <a:gd name="connsiteX46" fmla="*/ 103959 w 264996"/>
                <a:gd name="connsiteY46" fmla="*/ 28055 h 216669"/>
                <a:gd name="connsiteX47" fmla="*/ 102949 w 264996"/>
                <a:gd name="connsiteY47" fmla="*/ 26609 h 216669"/>
                <a:gd name="connsiteX48" fmla="*/ 100762 w 264996"/>
                <a:gd name="connsiteY48" fmla="*/ 24792 h 216669"/>
                <a:gd name="connsiteX49" fmla="*/ 101435 w 264996"/>
                <a:gd name="connsiteY49" fmla="*/ 23346 h 216669"/>
                <a:gd name="connsiteX50" fmla="*/ 101704 w 264996"/>
                <a:gd name="connsiteY50" fmla="*/ 21731 h 216669"/>
                <a:gd name="connsiteX51" fmla="*/ 102276 w 264996"/>
                <a:gd name="connsiteY51" fmla="*/ 20587 h 216669"/>
                <a:gd name="connsiteX52" fmla="*/ 103151 w 264996"/>
                <a:gd name="connsiteY52" fmla="*/ 19780 h 216669"/>
                <a:gd name="connsiteX53" fmla="*/ 104228 w 264996"/>
                <a:gd name="connsiteY53" fmla="*/ 17156 h 216669"/>
                <a:gd name="connsiteX54" fmla="*/ 104767 w 264996"/>
                <a:gd name="connsiteY54" fmla="*/ 15339 h 216669"/>
                <a:gd name="connsiteX55" fmla="*/ 107089 w 264996"/>
                <a:gd name="connsiteY55" fmla="*/ 14128 h 216669"/>
                <a:gd name="connsiteX56" fmla="*/ 110791 w 264996"/>
                <a:gd name="connsiteY56" fmla="*/ 14128 h 216669"/>
                <a:gd name="connsiteX57" fmla="*/ 116445 w 264996"/>
                <a:gd name="connsiteY57" fmla="*/ 13556 h 216669"/>
                <a:gd name="connsiteX58" fmla="*/ 122032 w 264996"/>
                <a:gd name="connsiteY58" fmla="*/ 12043 h 216669"/>
                <a:gd name="connsiteX59" fmla="*/ 125229 w 264996"/>
                <a:gd name="connsiteY59" fmla="*/ 10731 h 216669"/>
                <a:gd name="connsiteX60" fmla="*/ 130142 w 264996"/>
                <a:gd name="connsiteY60" fmla="*/ 10731 h 216669"/>
                <a:gd name="connsiteX61" fmla="*/ 133272 w 264996"/>
                <a:gd name="connsiteY61" fmla="*/ 12244 h 216669"/>
                <a:gd name="connsiteX62" fmla="*/ 136469 w 264996"/>
                <a:gd name="connsiteY62" fmla="*/ 14936 h 216669"/>
                <a:gd name="connsiteX63" fmla="*/ 138354 w 264996"/>
                <a:gd name="connsiteY63" fmla="*/ 17190 h 216669"/>
                <a:gd name="connsiteX64" fmla="*/ 141820 w 264996"/>
                <a:gd name="connsiteY64" fmla="*/ 18434 h 216669"/>
                <a:gd name="connsiteX65" fmla="*/ 143840 w 264996"/>
                <a:gd name="connsiteY65" fmla="*/ 18064 h 216669"/>
                <a:gd name="connsiteX66" fmla="*/ 145724 w 264996"/>
                <a:gd name="connsiteY66" fmla="*/ 17761 h 216669"/>
                <a:gd name="connsiteX67" fmla="*/ 146868 w 264996"/>
                <a:gd name="connsiteY67" fmla="*/ 17930 h 216669"/>
                <a:gd name="connsiteX68" fmla="*/ 149628 w 264996"/>
                <a:gd name="connsiteY68" fmla="*/ 19410 h 216669"/>
                <a:gd name="connsiteX69" fmla="*/ 151008 w 264996"/>
                <a:gd name="connsiteY69" fmla="*/ 19410 h 216669"/>
                <a:gd name="connsiteX70" fmla="*/ 155417 w 264996"/>
                <a:gd name="connsiteY70" fmla="*/ 19040 h 216669"/>
                <a:gd name="connsiteX71" fmla="*/ 157234 w 264996"/>
                <a:gd name="connsiteY71" fmla="*/ 17795 h 216669"/>
                <a:gd name="connsiteX72" fmla="*/ 157604 w 264996"/>
                <a:gd name="connsiteY72" fmla="*/ 15608 h 216669"/>
                <a:gd name="connsiteX73" fmla="*/ 157604 w 264996"/>
                <a:gd name="connsiteY73" fmla="*/ 14229 h 216669"/>
                <a:gd name="connsiteX74" fmla="*/ 155787 w 264996"/>
                <a:gd name="connsiteY74" fmla="*/ 12312 h 216669"/>
                <a:gd name="connsiteX75" fmla="*/ 155619 w 264996"/>
                <a:gd name="connsiteY75" fmla="*/ 8713 h 216669"/>
                <a:gd name="connsiteX76" fmla="*/ 157638 w 264996"/>
                <a:gd name="connsiteY76" fmla="*/ 5887 h 216669"/>
                <a:gd name="connsiteX77" fmla="*/ 160532 w 264996"/>
                <a:gd name="connsiteY77" fmla="*/ 3700 h 216669"/>
                <a:gd name="connsiteX78" fmla="*/ 164941 w 264996"/>
                <a:gd name="connsiteY78" fmla="*/ 3700 h 216669"/>
                <a:gd name="connsiteX79" fmla="*/ 170158 w 264996"/>
                <a:gd name="connsiteY79" fmla="*/ 4440 h 216669"/>
                <a:gd name="connsiteX80" fmla="*/ 173859 w 264996"/>
                <a:gd name="connsiteY80" fmla="*/ 4676 h 216669"/>
                <a:gd name="connsiteX81" fmla="*/ 176855 w 264996"/>
                <a:gd name="connsiteY81" fmla="*/ 4777 h 216669"/>
                <a:gd name="connsiteX82" fmla="*/ 184797 w 264996"/>
                <a:gd name="connsiteY82" fmla="*/ 4508 h 216669"/>
                <a:gd name="connsiteX83" fmla="*/ 191461 w 264996"/>
                <a:gd name="connsiteY83" fmla="*/ 2489 h 216669"/>
                <a:gd name="connsiteX84" fmla="*/ 193480 w 264996"/>
                <a:gd name="connsiteY84" fmla="*/ 2489 h 216669"/>
                <a:gd name="connsiteX85" fmla="*/ 196745 w 264996"/>
                <a:gd name="connsiteY85" fmla="*/ 3599 h 216669"/>
                <a:gd name="connsiteX86" fmla="*/ 200379 w 264996"/>
                <a:gd name="connsiteY86" fmla="*/ 6862 h 216669"/>
                <a:gd name="connsiteX87" fmla="*/ 203274 w 264996"/>
                <a:gd name="connsiteY87" fmla="*/ 9251 h 216669"/>
                <a:gd name="connsiteX88" fmla="*/ 206168 w 264996"/>
                <a:gd name="connsiteY88" fmla="*/ 11437 h 216669"/>
                <a:gd name="connsiteX89" fmla="*/ 208692 w 264996"/>
                <a:gd name="connsiteY89" fmla="*/ 11370 h 216669"/>
                <a:gd name="connsiteX90" fmla="*/ 212394 w 264996"/>
                <a:gd name="connsiteY90" fmla="*/ 9991 h 216669"/>
                <a:gd name="connsiteX91" fmla="*/ 213909 w 264996"/>
                <a:gd name="connsiteY91" fmla="*/ 7031 h 216669"/>
                <a:gd name="connsiteX92" fmla="*/ 214716 w 264996"/>
                <a:gd name="connsiteY92" fmla="*/ 5147 h 216669"/>
                <a:gd name="connsiteX93" fmla="*/ 216096 w 264996"/>
                <a:gd name="connsiteY93" fmla="*/ 3532 h 216669"/>
                <a:gd name="connsiteX94" fmla="*/ 217173 w 264996"/>
                <a:gd name="connsiteY94" fmla="*/ 1951 h 216669"/>
                <a:gd name="connsiteX95" fmla="*/ 218553 w 264996"/>
                <a:gd name="connsiteY95" fmla="*/ 1312 h 216669"/>
                <a:gd name="connsiteX96" fmla="*/ 219933 w 264996"/>
                <a:gd name="connsiteY96" fmla="*/ 572 h 216669"/>
                <a:gd name="connsiteX97" fmla="*/ 223264 w 264996"/>
                <a:gd name="connsiteY97" fmla="*/ 0 h 216669"/>
                <a:gd name="connsiteX98" fmla="*/ 225216 w 264996"/>
                <a:gd name="connsiteY98" fmla="*/ 673 h 216669"/>
                <a:gd name="connsiteX99" fmla="*/ 227740 w 264996"/>
                <a:gd name="connsiteY99" fmla="*/ 2254 h 216669"/>
                <a:gd name="connsiteX100" fmla="*/ 231510 w 264996"/>
                <a:gd name="connsiteY100" fmla="*/ 5012 h 216669"/>
                <a:gd name="connsiteX101" fmla="*/ 235346 w 264996"/>
                <a:gd name="connsiteY101" fmla="*/ 7199 h 216669"/>
                <a:gd name="connsiteX102" fmla="*/ 238409 w 264996"/>
                <a:gd name="connsiteY102" fmla="*/ 10966 h 216669"/>
                <a:gd name="connsiteX103" fmla="*/ 250794 w 264996"/>
                <a:gd name="connsiteY103" fmla="*/ 17257 h 216669"/>
                <a:gd name="connsiteX104" fmla="*/ 254429 w 264996"/>
                <a:gd name="connsiteY104" fmla="*/ 19006 h 216669"/>
                <a:gd name="connsiteX105" fmla="*/ 258265 w 264996"/>
                <a:gd name="connsiteY105" fmla="*/ 22976 h 216669"/>
                <a:gd name="connsiteX106" fmla="*/ 260150 w 264996"/>
                <a:gd name="connsiteY106" fmla="*/ 25364 h 216669"/>
                <a:gd name="connsiteX107" fmla="*/ 261462 w 264996"/>
                <a:gd name="connsiteY107" fmla="*/ 28324 h 216669"/>
                <a:gd name="connsiteX108" fmla="*/ 261462 w 264996"/>
                <a:gd name="connsiteY108" fmla="*/ 32462 h 216669"/>
                <a:gd name="connsiteX109" fmla="*/ 260756 w 264996"/>
                <a:gd name="connsiteY109" fmla="*/ 34851 h 216669"/>
                <a:gd name="connsiteX110" fmla="*/ 260890 w 264996"/>
                <a:gd name="connsiteY110" fmla="*/ 36734 h 216669"/>
                <a:gd name="connsiteX111" fmla="*/ 262573 w 264996"/>
                <a:gd name="connsiteY111" fmla="*/ 40569 h 216669"/>
                <a:gd name="connsiteX112" fmla="*/ 264828 w 264996"/>
                <a:gd name="connsiteY112" fmla="*/ 43092 h 216669"/>
                <a:gd name="connsiteX113" fmla="*/ 264996 w 264996"/>
                <a:gd name="connsiteY113" fmla="*/ 45279 h 216669"/>
                <a:gd name="connsiteX114" fmla="*/ 264962 w 264996"/>
                <a:gd name="connsiteY114" fmla="*/ 46927 h 216669"/>
                <a:gd name="connsiteX115" fmla="*/ 264962 w 264996"/>
                <a:gd name="connsiteY115" fmla="*/ 49820 h 216669"/>
                <a:gd name="connsiteX116" fmla="*/ 264458 w 264996"/>
                <a:gd name="connsiteY116" fmla="*/ 52578 h 216669"/>
                <a:gd name="connsiteX117" fmla="*/ 261059 w 264996"/>
                <a:gd name="connsiteY117" fmla="*/ 55976 h 216669"/>
                <a:gd name="connsiteX118" fmla="*/ 256481 w 264996"/>
                <a:gd name="connsiteY118" fmla="*/ 58802 h 216669"/>
                <a:gd name="connsiteX119" fmla="*/ 256347 w 264996"/>
                <a:gd name="connsiteY119" fmla="*/ 62502 h 216669"/>
                <a:gd name="connsiteX120" fmla="*/ 253520 w 264996"/>
                <a:gd name="connsiteY120" fmla="*/ 64218 h 216669"/>
                <a:gd name="connsiteX121" fmla="*/ 251837 w 264996"/>
                <a:gd name="connsiteY121" fmla="*/ 64622 h 216669"/>
                <a:gd name="connsiteX122" fmla="*/ 250154 w 264996"/>
                <a:gd name="connsiteY122" fmla="*/ 64622 h 216669"/>
                <a:gd name="connsiteX123" fmla="*/ 248943 w 264996"/>
                <a:gd name="connsiteY123" fmla="*/ 63545 h 216669"/>
                <a:gd name="connsiteX124" fmla="*/ 248573 w 264996"/>
                <a:gd name="connsiteY124" fmla="*/ 61359 h 216669"/>
                <a:gd name="connsiteX125" fmla="*/ 249078 w 264996"/>
                <a:gd name="connsiteY125" fmla="*/ 60114 h 216669"/>
                <a:gd name="connsiteX126" fmla="*/ 250323 w 264996"/>
                <a:gd name="connsiteY126" fmla="*/ 57793 h 216669"/>
                <a:gd name="connsiteX127" fmla="*/ 250996 w 264996"/>
                <a:gd name="connsiteY127" fmla="*/ 56985 h 216669"/>
                <a:gd name="connsiteX128" fmla="*/ 251299 w 264996"/>
                <a:gd name="connsiteY128" fmla="*/ 54530 h 216669"/>
                <a:gd name="connsiteX129" fmla="*/ 250929 w 264996"/>
                <a:gd name="connsiteY129" fmla="*/ 53722 h 216669"/>
                <a:gd name="connsiteX130" fmla="*/ 247361 w 264996"/>
                <a:gd name="connsiteY130" fmla="*/ 51771 h 216669"/>
                <a:gd name="connsiteX131" fmla="*/ 243827 w 264996"/>
                <a:gd name="connsiteY131" fmla="*/ 53520 h 216669"/>
                <a:gd name="connsiteX132" fmla="*/ 241741 w 264996"/>
                <a:gd name="connsiteY132" fmla="*/ 55909 h 216669"/>
                <a:gd name="connsiteX133" fmla="*/ 239553 w 264996"/>
                <a:gd name="connsiteY133" fmla="*/ 58297 h 216669"/>
                <a:gd name="connsiteX134" fmla="*/ 239991 w 264996"/>
                <a:gd name="connsiteY134" fmla="*/ 60820 h 216669"/>
                <a:gd name="connsiteX135" fmla="*/ 241572 w 264996"/>
                <a:gd name="connsiteY135" fmla="*/ 62401 h 216669"/>
                <a:gd name="connsiteX136" fmla="*/ 243154 w 264996"/>
                <a:gd name="connsiteY136" fmla="*/ 64857 h 216669"/>
                <a:gd name="connsiteX137" fmla="*/ 243659 w 264996"/>
                <a:gd name="connsiteY137" fmla="*/ 66169 h 216669"/>
                <a:gd name="connsiteX138" fmla="*/ 243356 w 264996"/>
                <a:gd name="connsiteY138" fmla="*/ 68423 h 216669"/>
                <a:gd name="connsiteX139" fmla="*/ 241909 w 264996"/>
                <a:gd name="connsiteY139" fmla="*/ 70542 h 216669"/>
                <a:gd name="connsiteX140" fmla="*/ 240294 w 264996"/>
                <a:gd name="connsiteY140" fmla="*/ 71988 h 216669"/>
                <a:gd name="connsiteX141" fmla="*/ 238712 w 264996"/>
                <a:gd name="connsiteY141" fmla="*/ 72998 h 216669"/>
                <a:gd name="connsiteX142" fmla="*/ 235010 w 264996"/>
                <a:gd name="connsiteY142" fmla="*/ 75083 h 216669"/>
                <a:gd name="connsiteX143" fmla="*/ 233327 w 264996"/>
                <a:gd name="connsiteY143" fmla="*/ 77909 h 216669"/>
                <a:gd name="connsiteX144" fmla="*/ 231072 w 264996"/>
                <a:gd name="connsiteY144" fmla="*/ 80668 h 216669"/>
                <a:gd name="connsiteX145" fmla="*/ 228548 w 264996"/>
                <a:gd name="connsiteY145" fmla="*/ 83628 h 216669"/>
                <a:gd name="connsiteX146" fmla="*/ 226967 w 264996"/>
                <a:gd name="connsiteY146" fmla="*/ 88102 h 216669"/>
                <a:gd name="connsiteX147" fmla="*/ 226091 w 264996"/>
                <a:gd name="connsiteY147" fmla="*/ 92442 h 216669"/>
                <a:gd name="connsiteX148" fmla="*/ 224005 w 264996"/>
                <a:gd name="connsiteY148" fmla="*/ 96949 h 216669"/>
                <a:gd name="connsiteX149" fmla="*/ 221245 w 264996"/>
                <a:gd name="connsiteY149" fmla="*/ 102668 h 216669"/>
                <a:gd name="connsiteX150" fmla="*/ 220101 w 264996"/>
                <a:gd name="connsiteY150" fmla="*/ 105427 h 216669"/>
                <a:gd name="connsiteX151" fmla="*/ 217207 w 264996"/>
                <a:gd name="connsiteY151" fmla="*/ 108555 h 216669"/>
                <a:gd name="connsiteX152" fmla="*/ 214178 w 264996"/>
                <a:gd name="connsiteY152" fmla="*/ 109867 h 216669"/>
                <a:gd name="connsiteX153" fmla="*/ 212293 w 264996"/>
                <a:gd name="connsiteY153" fmla="*/ 111751 h 216669"/>
                <a:gd name="connsiteX154" fmla="*/ 211418 w 264996"/>
                <a:gd name="connsiteY154" fmla="*/ 113702 h 216669"/>
                <a:gd name="connsiteX155" fmla="*/ 211048 w 264996"/>
                <a:gd name="connsiteY155" fmla="*/ 118916 h 216669"/>
                <a:gd name="connsiteX156" fmla="*/ 211620 w 264996"/>
                <a:gd name="connsiteY156" fmla="*/ 129210 h 216669"/>
                <a:gd name="connsiteX157" fmla="*/ 210038 w 264996"/>
                <a:gd name="connsiteY157" fmla="*/ 133179 h 216669"/>
                <a:gd name="connsiteX158" fmla="*/ 206269 w 264996"/>
                <a:gd name="connsiteY158" fmla="*/ 137216 h 216669"/>
                <a:gd name="connsiteX159" fmla="*/ 204620 w 264996"/>
                <a:gd name="connsiteY159" fmla="*/ 141387 h 216669"/>
                <a:gd name="connsiteX160" fmla="*/ 204519 w 264996"/>
                <a:gd name="connsiteY160" fmla="*/ 144045 h 216669"/>
                <a:gd name="connsiteX161" fmla="*/ 206437 w 264996"/>
                <a:gd name="connsiteY161" fmla="*/ 146231 h 216669"/>
                <a:gd name="connsiteX162" fmla="*/ 209096 w 264996"/>
                <a:gd name="connsiteY162" fmla="*/ 148283 h 216669"/>
                <a:gd name="connsiteX163" fmla="*/ 210577 w 264996"/>
                <a:gd name="connsiteY163" fmla="*/ 150470 h 216669"/>
                <a:gd name="connsiteX164" fmla="*/ 209163 w 264996"/>
                <a:gd name="connsiteY164" fmla="*/ 155852 h 216669"/>
                <a:gd name="connsiteX165" fmla="*/ 206269 w 264996"/>
                <a:gd name="connsiteY165" fmla="*/ 158073 h 216669"/>
                <a:gd name="connsiteX166" fmla="*/ 202096 w 264996"/>
                <a:gd name="connsiteY166" fmla="*/ 158409 h 216669"/>
                <a:gd name="connsiteX167" fmla="*/ 196442 w 264996"/>
                <a:gd name="connsiteY167" fmla="*/ 159048 h 216669"/>
                <a:gd name="connsiteX168" fmla="*/ 190990 w 264996"/>
                <a:gd name="connsiteY168" fmla="*/ 160562 h 216669"/>
                <a:gd name="connsiteX169" fmla="*/ 184797 w 264996"/>
                <a:gd name="connsiteY169" fmla="*/ 162345 h 216669"/>
                <a:gd name="connsiteX170" fmla="*/ 181095 w 264996"/>
                <a:gd name="connsiteY170" fmla="*/ 164464 h 216669"/>
                <a:gd name="connsiteX171" fmla="*/ 177562 w 264996"/>
                <a:gd name="connsiteY171" fmla="*/ 167996 h 216669"/>
                <a:gd name="connsiteX172" fmla="*/ 172850 w 264996"/>
                <a:gd name="connsiteY172" fmla="*/ 170822 h 216669"/>
                <a:gd name="connsiteX173" fmla="*/ 171874 w 264996"/>
                <a:gd name="connsiteY173" fmla="*/ 172739 h 216669"/>
                <a:gd name="connsiteX174" fmla="*/ 170662 w 264996"/>
                <a:gd name="connsiteY174" fmla="*/ 174758 h 216669"/>
                <a:gd name="connsiteX175" fmla="*/ 167903 w 264996"/>
                <a:gd name="connsiteY175" fmla="*/ 179871 h 216669"/>
                <a:gd name="connsiteX176" fmla="*/ 166287 w 264996"/>
                <a:gd name="connsiteY176" fmla="*/ 183033 h 216669"/>
                <a:gd name="connsiteX177" fmla="*/ 164773 w 264996"/>
                <a:gd name="connsiteY177" fmla="*/ 185051 h 216669"/>
                <a:gd name="connsiteX178" fmla="*/ 163797 w 264996"/>
                <a:gd name="connsiteY178" fmla="*/ 187104 h 216669"/>
                <a:gd name="connsiteX179" fmla="*/ 160734 w 264996"/>
                <a:gd name="connsiteY179" fmla="*/ 190804 h 216669"/>
                <a:gd name="connsiteX180" fmla="*/ 159691 w 264996"/>
                <a:gd name="connsiteY180" fmla="*/ 193091 h 216669"/>
                <a:gd name="connsiteX181" fmla="*/ 158378 w 264996"/>
                <a:gd name="connsiteY181" fmla="*/ 194134 h 216669"/>
                <a:gd name="connsiteX182" fmla="*/ 154912 w 264996"/>
                <a:gd name="connsiteY182" fmla="*/ 195009 h 216669"/>
                <a:gd name="connsiteX183" fmla="*/ 152792 w 264996"/>
                <a:gd name="connsiteY183" fmla="*/ 195009 h 216669"/>
                <a:gd name="connsiteX184" fmla="*/ 150503 w 264996"/>
                <a:gd name="connsiteY184" fmla="*/ 194235 h 216669"/>
                <a:gd name="connsiteX185" fmla="*/ 150167 w 264996"/>
                <a:gd name="connsiteY185" fmla="*/ 193091 h 216669"/>
                <a:gd name="connsiteX186" fmla="*/ 150167 w 264996"/>
                <a:gd name="connsiteY186" fmla="*/ 190636 h 216669"/>
                <a:gd name="connsiteX187" fmla="*/ 151479 w 264996"/>
                <a:gd name="connsiteY187" fmla="*/ 189290 h 216669"/>
                <a:gd name="connsiteX188" fmla="*/ 152455 w 264996"/>
                <a:gd name="connsiteY188" fmla="*/ 187978 h 216669"/>
                <a:gd name="connsiteX189" fmla="*/ 153869 w 264996"/>
                <a:gd name="connsiteY189" fmla="*/ 186464 h 216669"/>
                <a:gd name="connsiteX190" fmla="*/ 154845 w 264996"/>
                <a:gd name="connsiteY190" fmla="*/ 184278 h 216669"/>
                <a:gd name="connsiteX191" fmla="*/ 154138 w 264996"/>
                <a:gd name="connsiteY191" fmla="*/ 182697 h 216669"/>
                <a:gd name="connsiteX192" fmla="*/ 153364 w 264996"/>
                <a:gd name="connsiteY192" fmla="*/ 182327 h 216669"/>
                <a:gd name="connsiteX193" fmla="*/ 152051 w 264996"/>
                <a:gd name="connsiteY193" fmla="*/ 182360 h 216669"/>
                <a:gd name="connsiteX194" fmla="*/ 150638 w 264996"/>
                <a:gd name="connsiteY194" fmla="*/ 183134 h 216669"/>
                <a:gd name="connsiteX195" fmla="*/ 148450 w 264996"/>
                <a:gd name="connsiteY195" fmla="*/ 185691 h 216669"/>
                <a:gd name="connsiteX196" fmla="*/ 146498 w 264996"/>
                <a:gd name="connsiteY196" fmla="*/ 187810 h 216669"/>
                <a:gd name="connsiteX197" fmla="*/ 145354 w 264996"/>
                <a:gd name="connsiteY197" fmla="*/ 189896 h 216669"/>
                <a:gd name="connsiteX198" fmla="*/ 140239 w 264996"/>
                <a:gd name="connsiteY198" fmla="*/ 191073 h 216669"/>
                <a:gd name="connsiteX199" fmla="*/ 136166 w 264996"/>
                <a:gd name="connsiteY199" fmla="*/ 192654 h 216669"/>
                <a:gd name="connsiteX200" fmla="*/ 130613 w 264996"/>
                <a:gd name="connsiteY200" fmla="*/ 192688 h 216669"/>
                <a:gd name="connsiteX201" fmla="*/ 126474 w 264996"/>
                <a:gd name="connsiteY201" fmla="*/ 192755 h 216669"/>
                <a:gd name="connsiteX202" fmla="*/ 123983 w 264996"/>
                <a:gd name="connsiteY202" fmla="*/ 194975 h 216669"/>
                <a:gd name="connsiteX203" fmla="*/ 120450 w 264996"/>
                <a:gd name="connsiteY203" fmla="*/ 198238 h 216669"/>
                <a:gd name="connsiteX204" fmla="*/ 116546 w 264996"/>
                <a:gd name="connsiteY204" fmla="*/ 201400 h 216669"/>
                <a:gd name="connsiteX205" fmla="*/ 116882 w 264996"/>
                <a:gd name="connsiteY205" fmla="*/ 205403 h 216669"/>
                <a:gd name="connsiteX206" fmla="*/ 115974 w 264996"/>
                <a:gd name="connsiteY206" fmla="*/ 207085 h 216669"/>
                <a:gd name="connsiteX207" fmla="*/ 113248 w 264996"/>
                <a:gd name="connsiteY207" fmla="*/ 208397 h 216669"/>
                <a:gd name="connsiteX208" fmla="*/ 110623 w 264996"/>
                <a:gd name="connsiteY208" fmla="*/ 208734 h 216669"/>
                <a:gd name="connsiteX209" fmla="*/ 108570 w 264996"/>
                <a:gd name="connsiteY209" fmla="*/ 209104 h 216669"/>
                <a:gd name="connsiteX210" fmla="*/ 108031 w 264996"/>
                <a:gd name="connsiteY210" fmla="*/ 209978 h 216669"/>
                <a:gd name="connsiteX211" fmla="*/ 107425 w 264996"/>
                <a:gd name="connsiteY211" fmla="*/ 211324 h 216669"/>
                <a:gd name="connsiteX212" fmla="*/ 106651 w 264996"/>
                <a:gd name="connsiteY212" fmla="*/ 212636 h 216669"/>
                <a:gd name="connsiteX213" fmla="*/ 105978 w 264996"/>
                <a:gd name="connsiteY213" fmla="*/ 214419 h 216669"/>
                <a:gd name="connsiteX214" fmla="*/ 105372 w 264996"/>
                <a:gd name="connsiteY214" fmla="*/ 215495 h 216669"/>
                <a:gd name="connsiteX215" fmla="*/ 103723 w 264996"/>
                <a:gd name="connsiteY215" fmla="*/ 216639 h 216669"/>
                <a:gd name="connsiteX216" fmla="*/ 101603 w 264996"/>
                <a:gd name="connsiteY216" fmla="*/ 216639 h 216669"/>
                <a:gd name="connsiteX217" fmla="*/ 99584 w 264996"/>
                <a:gd name="connsiteY217" fmla="*/ 216404 h 216669"/>
                <a:gd name="connsiteX218" fmla="*/ 97396 w 264996"/>
                <a:gd name="connsiteY218" fmla="*/ 215159 h 216669"/>
                <a:gd name="connsiteX219" fmla="*/ 94738 w 264996"/>
                <a:gd name="connsiteY219" fmla="*/ 213847 h 216669"/>
                <a:gd name="connsiteX220" fmla="*/ 93492 w 264996"/>
                <a:gd name="connsiteY220" fmla="*/ 212972 h 216669"/>
                <a:gd name="connsiteX221" fmla="*/ 91372 w 264996"/>
                <a:gd name="connsiteY221" fmla="*/ 210046 h 216669"/>
                <a:gd name="connsiteX222" fmla="*/ 88915 w 264996"/>
                <a:gd name="connsiteY222" fmla="*/ 207926 h 216669"/>
                <a:gd name="connsiteX223" fmla="*/ 85314 w 264996"/>
                <a:gd name="connsiteY223" fmla="*/ 207052 h 216669"/>
                <a:gd name="connsiteX224" fmla="*/ 82218 w 264996"/>
                <a:gd name="connsiteY224" fmla="*/ 205168 h 216669"/>
                <a:gd name="connsiteX225" fmla="*/ 77877 w 264996"/>
                <a:gd name="connsiteY225" fmla="*/ 204966 h 216669"/>
                <a:gd name="connsiteX226" fmla="*/ 74141 w 264996"/>
                <a:gd name="connsiteY226" fmla="*/ 204562 h 216669"/>
                <a:gd name="connsiteX227" fmla="*/ 70271 w 264996"/>
                <a:gd name="connsiteY227" fmla="*/ 204024 h 216669"/>
                <a:gd name="connsiteX228" fmla="*/ 66972 w 264996"/>
                <a:gd name="connsiteY228" fmla="*/ 203520 h 216669"/>
                <a:gd name="connsiteX229" fmla="*/ 60612 w 264996"/>
                <a:gd name="connsiteY229" fmla="*/ 203250 h 216669"/>
                <a:gd name="connsiteX230" fmla="*/ 58323 w 264996"/>
                <a:gd name="connsiteY230" fmla="*/ 202914 h 216669"/>
                <a:gd name="connsiteX231" fmla="*/ 55395 w 264996"/>
                <a:gd name="connsiteY231" fmla="*/ 201501 h 216669"/>
                <a:gd name="connsiteX232" fmla="*/ 54621 w 264996"/>
                <a:gd name="connsiteY232" fmla="*/ 200256 h 216669"/>
                <a:gd name="connsiteX233" fmla="*/ 51626 w 264996"/>
                <a:gd name="connsiteY233" fmla="*/ 197229 h 216669"/>
                <a:gd name="connsiteX234" fmla="*/ 49842 w 264996"/>
                <a:gd name="connsiteY234" fmla="*/ 196892 h 216669"/>
                <a:gd name="connsiteX235" fmla="*/ 43684 w 264996"/>
                <a:gd name="connsiteY235" fmla="*/ 196186 h 216669"/>
                <a:gd name="connsiteX236" fmla="*/ 41933 w 264996"/>
                <a:gd name="connsiteY236" fmla="*/ 195681 h 216669"/>
                <a:gd name="connsiteX237" fmla="*/ 38198 w 264996"/>
                <a:gd name="connsiteY237" fmla="*/ 192654 h 216669"/>
                <a:gd name="connsiteX238" fmla="*/ 33015 w 264996"/>
                <a:gd name="connsiteY238" fmla="*/ 188853 h 216669"/>
                <a:gd name="connsiteX239" fmla="*/ 27900 w 264996"/>
                <a:gd name="connsiteY239" fmla="*/ 186532 h 216669"/>
                <a:gd name="connsiteX240" fmla="*/ 24635 w 264996"/>
                <a:gd name="connsiteY240" fmla="*/ 185556 h 216669"/>
                <a:gd name="connsiteX241" fmla="*/ 18544 w 264996"/>
                <a:gd name="connsiteY241" fmla="*/ 183941 h 216669"/>
                <a:gd name="connsiteX242" fmla="*/ 15010 w 264996"/>
                <a:gd name="connsiteY242" fmla="*/ 182697 h 216669"/>
                <a:gd name="connsiteX243" fmla="*/ 12116 w 264996"/>
                <a:gd name="connsiteY243" fmla="*/ 179871 h 216669"/>
                <a:gd name="connsiteX244" fmla="*/ 10265 w 264996"/>
                <a:gd name="connsiteY244" fmla="*/ 176440 h 216669"/>
                <a:gd name="connsiteX245" fmla="*/ 9221 w 264996"/>
                <a:gd name="connsiteY245" fmla="*/ 172302 h 216669"/>
                <a:gd name="connsiteX246" fmla="*/ 8986 w 264996"/>
                <a:gd name="connsiteY246" fmla="*/ 167861 h 216669"/>
                <a:gd name="connsiteX247" fmla="*/ 8918 w 264996"/>
                <a:gd name="connsiteY247" fmla="*/ 162143 h 216669"/>
                <a:gd name="connsiteX248" fmla="*/ 8279 w 264996"/>
                <a:gd name="connsiteY248" fmla="*/ 158173 h 216669"/>
                <a:gd name="connsiteX249" fmla="*/ 4510 w 264996"/>
                <a:gd name="connsiteY249" fmla="*/ 152858 h 216669"/>
                <a:gd name="connsiteX250" fmla="*/ 3803 w 264996"/>
                <a:gd name="connsiteY250" fmla="*/ 143035 h 216669"/>
                <a:gd name="connsiteX251" fmla="*/ 3433 w 264996"/>
                <a:gd name="connsiteY251" fmla="*/ 134895 h 216669"/>
                <a:gd name="connsiteX252" fmla="*/ 4241 w 264996"/>
                <a:gd name="connsiteY252" fmla="*/ 129681 h 216669"/>
                <a:gd name="connsiteX253" fmla="*/ 4072 w 264996"/>
                <a:gd name="connsiteY253" fmla="*/ 124803 h 216669"/>
                <a:gd name="connsiteX254" fmla="*/ 3130 w 264996"/>
                <a:gd name="connsiteY254" fmla="*/ 121405 h 216669"/>
                <a:gd name="connsiteX255" fmla="*/ 1683 w 264996"/>
                <a:gd name="connsiteY255" fmla="*/ 116359 h 216669"/>
                <a:gd name="connsiteX256" fmla="*/ 1514 w 264996"/>
                <a:gd name="connsiteY256" fmla="*/ 110102 h 216669"/>
                <a:gd name="connsiteX257" fmla="*/ 1413 w 264996"/>
                <a:gd name="connsiteY257" fmla="*/ 105931 h 216669"/>
                <a:gd name="connsiteX258" fmla="*/ 1245 w 264996"/>
                <a:gd name="connsiteY258" fmla="*/ 99943 h 2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264996" h="216669">
                  <a:moveTo>
                    <a:pt x="1245" y="99943"/>
                  </a:moveTo>
                  <a:lnTo>
                    <a:pt x="0" y="97723"/>
                  </a:lnTo>
                  <a:lnTo>
                    <a:pt x="976" y="95335"/>
                  </a:lnTo>
                  <a:lnTo>
                    <a:pt x="1851" y="91802"/>
                  </a:lnTo>
                  <a:lnTo>
                    <a:pt x="2894" y="88741"/>
                  </a:lnTo>
                  <a:cubicBezTo>
                    <a:pt x="2894" y="88741"/>
                    <a:pt x="5822" y="87362"/>
                    <a:pt x="6394" y="87059"/>
                  </a:cubicBezTo>
                  <a:cubicBezTo>
                    <a:pt x="6967" y="86756"/>
                    <a:pt x="9726" y="85074"/>
                    <a:pt x="9726" y="85074"/>
                  </a:cubicBezTo>
                  <a:lnTo>
                    <a:pt x="13798" y="81778"/>
                  </a:lnTo>
                  <a:lnTo>
                    <a:pt x="20159" y="79457"/>
                  </a:lnTo>
                  <a:lnTo>
                    <a:pt x="27395" y="74377"/>
                  </a:lnTo>
                  <a:lnTo>
                    <a:pt x="36078" y="69298"/>
                  </a:lnTo>
                  <a:lnTo>
                    <a:pt x="40722" y="63781"/>
                  </a:lnTo>
                  <a:lnTo>
                    <a:pt x="49136" y="58701"/>
                  </a:lnTo>
                  <a:lnTo>
                    <a:pt x="57987" y="52478"/>
                  </a:lnTo>
                  <a:lnTo>
                    <a:pt x="65088" y="46691"/>
                  </a:lnTo>
                  <a:lnTo>
                    <a:pt x="70170" y="45682"/>
                  </a:lnTo>
                  <a:cubicBezTo>
                    <a:pt x="70170" y="45682"/>
                    <a:pt x="70271" y="44438"/>
                    <a:pt x="70372" y="44438"/>
                  </a:cubicBezTo>
                  <a:cubicBezTo>
                    <a:pt x="70473" y="44438"/>
                    <a:pt x="72425" y="42520"/>
                    <a:pt x="72425" y="42520"/>
                  </a:cubicBezTo>
                  <a:cubicBezTo>
                    <a:pt x="72425" y="42520"/>
                    <a:pt x="72223" y="41275"/>
                    <a:pt x="72088" y="41275"/>
                  </a:cubicBezTo>
                  <a:cubicBezTo>
                    <a:pt x="71954" y="41275"/>
                    <a:pt x="71112" y="40300"/>
                    <a:pt x="70910" y="40300"/>
                  </a:cubicBezTo>
                  <a:cubicBezTo>
                    <a:pt x="70675" y="40300"/>
                    <a:pt x="69261" y="40300"/>
                    <a:pt x="69261" y="40300"/>
                  </a:cubicBezTo>
                  <a:cubicBezTo>
                    <a:pt x="69261" y="40300"/>
                    <a:pt x="67881" y="40603"/>
                    <a:pt x="67747" y="40603"/>
                  </a:cubicBezTo>
                  <a:cubicBezTo>
                    <a:pt x="67612" y="40603"/>
                    <a:pt x="66199" y="40603"/>
                    <a:pt x="65660" y="40637"/>
                  </a:cubicBezTo>
                  <a:cubicBezTo>
                    <a:pt x="65155" y="40670"/>
                    <a:pt x="63809" y="40603"/>
                    <a:pt x="63607" y="40670"/>
                  </a:cubicBezTo>
                  <a:cubicBezTo>
                    <a:pt x="63405" y="40738"/>
                    <a:pt x="60208" y="40468"/>
                    <a:pt x="60208" y="40468"/>
                  </a:cubicBezTo>
                  <a:lnTo>
                    <a:pt x="58963" y="39493"/>
                  </a:lnTo>
                  <a:cubicBezTo>
                    <a:pt x="58963" y="39493"/>
                    <a:pt x="58896" y="39257"/>
                    <a:pt x="59131" y="39156"/>
                  </a:cubicBezTo>
                  <a:cubicBezTo>
                    <a:pt x="59400" y="39056"/>
                    <a:pt x="60073" y="38484"/>
                    <a:pt x="60141" y="38349"/>
                  </a:cubicBezTo>
                  <a:cubicBezTo>
                    <a:pt x="60208" y="38248"/>
                    <a:pt x="61924" y="35591"/>
                    <a:pt x="61924" y="35591"/>
                  </a:cubicBezTo>
                  <a:lnTo>
                    <a:pt x="64448" y="32698"/>
                  </a:lnTo>
                  <a:lnTo>
                    <a:pt x="67208" y="29872"/>
                  </a:lnTo>
                  <a:cubicBezTo>
                    <a:pt x="67208" y="29872"/>
                    <a:pt x="69530" y="27315"/>
                    <a:pt x="69732" y="27214"/>
                  </a:cubicBezTo>
                  <a:cubicBezTo>
                    <a:pt x="69934" y="27147"/>
                    <a:pt x="72997" y="24658"/>
                    <a:pt x="72997" y="24658"/>
                  </a:cubicBezTo>
                  <a:lnTo>
                    <a:pt x="72728" y="24658"/>
                  </a:lnTo>
                  <a:cubicBezTo>
                    <a:pt x="72728" y="24658"/>
                    <a:pt x="74747" y="24523"/>
                    <a:pt x="75689" y="24658"/>
                  </a:cubicBezTo>
                  <a:cubicBezTo>
                    <a:pt x="76631" y="24792"/>
                    <a:pt x="77372" y="24389"/>
                    <a:pt x="77641" y="24590"/>
                  </a:cubicBezTo>
                  <a:cubicBezTo>
                    <a:pt x="77944" y="24826"/>
                    <a:pt x="79963" y="24187"/>
                    <a:pt x="80401" y="24456"/>
                  </a:cubicBezTo>
                  <a:cubicBezTo>
                    <a:pt x="80838" y="24725"/>
                    <a:pt x="82723" y="24658"/>
                    <a:pt x="83295" y="24658"/>
                  </a:cubicBezTo>
                  <a:cubicBezTo>
                    <a:pt x="83867" y="24658"/>
                    <a:pt x="86627" y="24658"/>
                    <a:pt x="86627" y="24658"/>
                  </a:cubicBezTo>
                  <a:lnTo>
                    <a:pt x="89151" y="26912"/>
                  </a:lnTo>
                  <a:cubicBezTo>
                    <a:pt x="89151" y="26912"/>
                    <a:pt x="89454" y="27349"/>
                    <a:pt x="90598" y="27685"/>
                  </a:cubicBezTo>
                  <a:cubicBezTo>
                    <a:pt x="91742" y="28055"/>
                    <a:pt x="92415" y="28055"/>
                    <a:pt x="92920" y="28055"/>
                  </a:cubicBezTo>
                  <a:cubicBezTo>
                    <a:pt x="93425" y="28055"/>
                    <a:pt x="92853" y="27988"/>
                    <a:pt x="95680" y="28291"/>
                  </a:cubicBezTo>
                  <a:cubicBezTo>
                    <a:pt x="98507" y="28594"/>
                    <a:pt x="99719" y="29098"/>
                    <a:pt x="99954" y="29165"/>
                  </a:cubicBezTo>
                  <a:cubicBezTo>
                    <a:pt x="100190" y="29233"/>
                    <a:pt x="100257" y="29300"/>
                    <a:pt x="101267" y="29300"/>
                  </a:cubicBezTo>
                  <a:cubicBezTo>
                    <a:pt x="102276" y="29300"/>
                    <a:pt x="103017" y="29300"/>
                    <a:pt x="103387" y="28930"/>
                  </a:cubicBezTo>
                  <a:cubicBezTo>
                    <a:pt x="103757" y="28560"/>
                    <a:pt x="104666" y="28863"/>
                    <a:pt x="103959" y="28055"/>
                  </a:cubicBezTo>
                  <a:cubicBezTo>
                    <a:pt x="103252" y="27248"/>
                    <a:pt x="103286" y="26844"/>
                    <a:pt x="102949" y="26609"/>
                  </a:cubicBezTo>
                  <a:cubicBezTo>
                    <a:pt x="102579" y="26373"/>
                    <a:pt x="100762" y="24792"/>
                    <a:pt x="100762" y="24792"/>
                  </a:cubicBezTo>
                  <a:lnTo>
                    <a:pt x="101435" y="23346"/>
                  </a:lnTo>
                  <a:cubicBezTo>
                    <a:pt x="101435" y="23346"/>
                    <a:pt x="101637" y="21966"/>
                    <a:pt x="101704" y="21731"/>
                  </a:cubicBezTo>
                  <a:cubicBezTo>
                    <a:pt x="101771" y="21529"/>
                    <a:pt x="102276" y="20587"/>
                    <a:pt x="102276" y="20587"/>
                  </a:cubicBezTo>
                  <a:lnTo>
                    <a:pt x="103151" y="19780"/>
                  </a:lnTo>
                  <a:lnTo>
                    <a:pt x="104228" y="17156"/>
                  </a:lnTo>
                  <a:lnTo>
                    <a:pt x="104767" y="15339"/>
                  </a:lnTo>
                  <a:lnTo>
                    <a:pt x="107089" y="14128"/>
                  </a:lnTo>
                  <a:cubicBezTo>
                    <a:pt x="107089" y="14128"/>
                    <a:pt x="110555" y="14566"/>
                    <a:pt x="110791" y="14128"/>
                  </a:cubicBezTo>
                  <a:cubicBezTo>
                    <a:pt x="110993" y="13691"/>
                    <a:pt x="115873" y="13556"/>
                    <a:pt x="116445" y="13556"/>
                  </a:cubicBezTo>
                  <a:cubicBezTo>
                    <a:pt x="117017" y="13556"/>
                    <a:pt x="122032" y="12043"/>
                    <a:pt x="122032" y="12043"/>
                  </a:cubicBezTo>
                  <a:lnTo>
                    <a:pt x="125229" y="10731"/>
                  </a:lnTo>
                  <a:lnTo>
                    <a:pt x="130142" y="10731"/>
                  </a:lnTo>
                  <a:lnTo>
                    <a:pt x="133272" y="12244"/>
                  </a:lnTo>
                  <a:lnTo>
                    <a:pt x="136469" y="14936"/>
                  </a:lnTo>
                  <a:cubicBezTo>
                    <a:pt x="136469" y="14936"/>
                    <a:pt x="137479" y="16887"/>
                    <a:pt x="138354" y="17190"/>
                  </a:cubicBezTo>
                  <a:cubicBezTo>
                    <a:pt x="139229" y="17492"/>
                    <a:pt x="141551" y="18434"/>
                    <a:pt x="141820" y="18434"/>
                  </a:cubicBezTo>
                  <a:cubicBezTo>
                    <a:pt x="142123" y="18434"/>
                    <a:pt x="143133" y="18232"/>
                    <a:pt x="143840" y="18064"/>
                  </a:cubicBezTo>
                  <a:cubicBezTo>
                    <a:pt x="144580" y="17930"/>
                    <a:pt x="145724" y="17761"/>
                    <a:pt x="145724" y="17761"/>
                  </a:cubicBezTo>
                  <a:cubicBezTo>
                    <a:pt x="145724" y="17761"/>
                    <a:pt x="145859" y="17290"/>
                    <a:pt x="146868" y="17930"/>
                  </a:cubicBezTo>
                  <a:cubicBezTo>
                    <a:pt x="147878" y="18569"/>
                    <a:pt x="149325" y="19410"/>
                    <a:pt x="149628" y="19410"/>
                  </a:cubicBezTo>
                  <a:cubicBezTo>
                    <a:pt x="149931" y="19410"/>
                    <a:pt x="151008" y="19410"/>
                    <a:pt x="151008" y="19410"/>
                  </a:cubicBezTo>
                  <a:lnTo>
                    <a:pt x="155417" y="19040"/>
                  </a:lnTo>
                  <a:lnTo>
                    <a:pt x="157234" y="17795"/>
                  </a:lnTo>
                  <a:cubicBezTo>
                    <a:pt x="157234" y="17795"/>
                    <a:pt x="157537" y="15979"/>
                    <a:pt x="157604" y="15608"/>
                  </a:cubicBezTo>
                  <a:cubicBezTo>
                    <a:pt x="157672" y="15238"/>
                    <a:pt x="157604" y="14229"/>
                    <a:pt x="157604" y="14229"/>
                  </a:cubicBezTo>
                  <a:lnTo>
                    <a:pt x="155787" y="12312"/>
                  </a:lnTo>
                  <a:cubicBezTo>
                    <a:pt x="155787" y="12312"/>
                    <a:pt x="155551" y="8948"/>
                    <a:pt x="155619" y="8713"/>
                  </a:cubicBezTo>
                  <a:cubicBezTo>
                    <a:pt x="155686" y="8477"/>
                    <a:pt x="156527" y="6694"/>
                    <a:pt x="157638" y="5887"/>
                  </a:cubicBezTo>
                  <a:cubicBezTo>
                    <a:pt x="158715" y="5079"/>
                    <a:pt x="159052" y="3700"/>
                    <a:pt x="160532" y="3700"/>
                  </a:cubicBezTo>
                  <a:cubicBezTo>
                    <a:pt x="162013" y="3700"/>
                    <a:pt x="164941" y="3700"/>
                    <a:pt x="164941" y="3700"/>
                  </a:cubicBezTo>
                  <a:cubicBezTo>
                    <a:pt x="164941" y="3700"/>
                    <a:pt x="169081" y="4407"/>
                    <a:pt x="170158" y="4440"/>
                  </a:cubicBezTo>
                  <a:cubicBezTo>
                    <a:pt x="171235" y="4508"/>
                    <a:pt x="173085" y="4541"/>
                    <a:pt x="173859" y="4676"/>
                  </a:cubicBezTo>
                  <a:cubicBezTo>
                    <a:pt x="174633" y="4777"/>
                    <a:pt x="176417" y="4676"/>
                    <a:pt x="176855" y="4777"/>
                  </a:cubicBezTo>
                  <a:cubicBezTo>
                    <a:pt x="177292" y="4878"/>
                    <a:pt x="184797" y="4508"/>
                    <a:pt x="184797" y="4508"/>
                  </a:cubicBezTo>
                  <a:cubicBezTo>
                    <a:pt x="184797" y="4508"/>
                    <a:pt x="191158" y="2489"/>
                    <a:pt x="191461" y="2489"/>
                  </a:cubicBezTo>
                  <a:cubicBezTo>
                    <a:pt x="191764" y="2489"/>
                    <a:pt x="193211" y="2624"/>
                    <a:pt x="193480" y="2489"/>
                  </a:cubicBezTo>
                  <a:cubicBezTo>
                    <a:pt x="193783" y="2355"/>
                    <a:pt x="196509" y="3364"/>
                    <a:pt x="196745" y="3599"/>
                  </a:cubicBezTo>
                  <a:cubicBezTo>
                    <a:pt x="196946" y="3801"/>
                    <a:pt x="199841" y="6627"/>
                    <a:pt x="200379" y="6862"/>
                  </a:cubicBezTo>
                  <a:cubicBezTo>
                    <a:pt x="200884" y="7098"/>
                    <a:pt x="203072" y="8612"/>
                    <a:pt x="203274" y="9251"/>
                  </a:cubicBezTo>
                  <a:cubicBezTo>
                    <a:pt x="203475" y="9924"/>
                    <a:pt x="205293" y="11437"/>
                    <a:pt x="206168" y="11437"/>
                  </a:cubicBezTo>
                  <a:cubicBezTo>
                    <a:pt x="207043" y="11437"/>
                    <a:pt x="208187" y="11572"/>
                    <a:pt x="208692" y="11370"/>
                  </a:cubicBezTo>
                  <a:cubicBezTo>
                    <a:pt x="209197" y="11168"/>
                    <a:pt x="212024" y="11168"/>
                    <a:pt x="212394" y="9991"/>
                  </a:cubicBezTo>
                  <a:cubicBezTo>
                    <a:pt x="212764" y="8847"/>
                    <a:pt x="213909" y="7300"/>
                    <a:pt x="213909" y="7031"/>
                  </a:cubicBezTo>
                  <a:cubicBezTo>
                    <a:pt x="213909" y="6761"/>
                    <a:pt x="214279" y="5517"/>
                    <a:pt x="214716" y="5147"/>
                  </a:cubicBezTo>
                  <a:cubicBezTo>
                    <a:pt x="215154" y="4777"/>
                    <a:pt x="215961" y="3768"/>
                    <a:pt x="216096" y="3532"/>
                  </a:cubicBezTo>
                  <a:cubicBezTo>
                    <a:pt x="216231" y="3330"/>
                    <a:pt x="216971" y="2220"/>
                    <a:pt x="217173" y="1951"/>
                  </a:cubicBezTo>
                  <a:cubicBezTo>
                    <a:pt x="217409" y="1648"/>
                    <a:pt x="218317" y="1312"/>
                    <a:pt x="218553" y="1312"/>
                  </a:cubicBezTo>
                  <a:cubicBezTo>
                    <a:pt x="218755" y="1312"/>
                    <a:pt x="219933" y="572"/>
                    <a:pt x="219933" y="572"/>
                  </a:cubicBezTo>
                  <a:lnTo>
                    <a:pt x="223264" y="0"/>
                  </a:lnTo>
                  <a:lnTo>
                    <a:pt x="225216" y="673"/>
                  </a:lnTo>
                  <a:cubicBezTo>
                    <a:pt x="225216" y="673"/>
                    <a:pt x="227539" y="2119"/>
                    <a:pt x="227740" y="2254"/>
                  </a:cubicBezTo>
                  <a:cubicBezTo>
                    <a:pt x="227942" y="2388"/>
                    <a:pt x="231510" y="5012"/>
                    <a:pt x="231510" y="5012"/>
                  </a:cubicBezTo>
                  <a:lnTo>
                    <a:pt x="235346" y="7199"/>
                  </a:lnTo>
                  <a:lnTo>
                    <a:pt x="238409" y="10966"/>
                  </a:lnTo>
                  <a:lnTo>
                    <a:pt x="250794" y="17257"/>
                  </a:lnTo>
                  <a:lnTo>
                    <a:pt x="254429" y="19006"/>
                  </a:lnTo>
                  <a:cubicBezTo>
                    <a:pt x="254429" y="19006"/>
                    <a:pt x="258131" y="22774"/>
                    <a:pt x="258265" y="22976"/>
                  </a:cubicBezTo>
                  <a:cubicBezTo>
                    <a:pt x="258400" y="23177"/>
                    <a:pt x="260150" y="25364"/>
                    <a:pt x="260150" y="25364"/>
                  </a:cubicBezTo>
                  <a:lnTo>
                    <a:pt x="261462" y="28324"/>
                  </a:lnTo>
                  <a:lnTo>
                    <a:pt x="261462" y="32462"/>
                  </a:lnTo>
                  <a:lnTo>
                    <a:pt x="260756" y="34851"/>
                  </a:lnTo>
                  <a:lnTo>
                    <a:pt x="260890" y="36734"/>
                  </a:lnTo>
                  <a:lnTo>
                    <a:pt x="262573" y="40569"/>
                  </a:lnTo>
                  <a:lnTo>
                    <a:pt x="264828" y="43092"/>
                  </a:lnTo>
                  <a:lnTo>
                    <a:pt x="264996" y="45279"/>
                  </a:lnTo>
                  <a:cubicBezTo>
                    <a:pt x="264996" y="45279"/>
                    <a:pt x="264962" y="46422"/>
                    <a:pt x="264962" y="46927"/>
                  </a:cubicBezTo>
                  <a:cubicBezTo>
                    <a:pt x="264962" y="47432"/>
                    <a:pt x="264962" y="49820"/>
                    <a:pt x="264962" y="49820"/>
                  </a:cubicBezTo>
                  <a:lnTo>
                    <a:pt x="264458" y="52578"/>
                  </a:lnTo>
                  <a:lnTo>
                    <a:pt x="261059" y="55976"/>
                  </a:lnTo>
                  <a:lnTo>
                    <a:pt x="256481" y="58802"/>
                  </a:lnTo>
                  <a:lnTo>
                    <a:pt x="256347" y="62502"/>
                  </a:lnTo>
                  <a:lnTo>
                    <a:pt x="253520" y="64218"/>
                  </a:lnTo>
                  <a:cubicBezTo>
                    <a:pt x="253520" y="64218"/>
                    <a:pt x="252578" y="64622"/>
                    <a:pt x="251837" y="64622"/>
                  </a:cubicBezTo>
                  <a:cubicBezTo>
                    <a:pt x="251130" y="64622"/>
                    <a:pt x="250154" y="64622"/>
                    <a:pt x="250154" y="64622"/>
                  </a:cubicBezTo>
                  <a:cubicBezTo>
                    <a:pt x="250154" y="64622"/>
                    <a:pt x="249145" y="63747"/>
                    <a:pt x="248943" y="63545"/>
                  </a:cubicBezTo>
                  <a:cubicBezTo>
                    <a:pt x="248707" y="63343"/>
                    <a:pt x="248573" y="61661"/>
                    <a:pt x="248573" y="61359"/>
                  </a:cubicBezTo>
                  <a:cubicBezTo>
                    <a:pt x="248573" y="61056"/>
                    <a:pt x="248943" y="60417"/>
                    <a:pt x="249078" y="60114"/>
                  </a:cubicBezTo>
                  <a:cubicBezTo>
                    <a:pt x="249212" y="59811"/>
                    <a:pt x="250323" y="57793"/>
                    <a:pt x="250323" y="57793"/>
                  </a:cubicBezTo>
                  <a:cubicBezTo>
                    <a:pt x="250323" y="57793"/>
                    <a:pt x="250827" y="57490"/>
                    <a:pt x="250996" y="56985"/>
                  </a:cubicBezTo>
                  <a:cubicBezTo>
                    <a:pt x="251130" y="56481"/>
                    <a:pt x="251299" y="54530"/>
                    <a:pt x="251299" y="54530"/>
                  </a:cubicBezTo>
                  <a:cubicBezTo>
                    <a:pt x="251299" y="54530"/>
                    <a:pt x="251433" y="54160"/>
                    <a:pt x="250929" y="53722"/>
                  </a:cubicBezTo>
                  <a:cubicBezTo>
                    <a:pt x="250424" y="53285"/>
                    <a:pt x="247731" y="51771"/>
                    <a:pt x="247361" y="51771"/>
                  </a:cubicBezTo>
                  <a:cubicBezTo>
                    <a:pt x="246991" y="51771"/>
                    <a:pt x="244265" y="52780"/>
                    <a:pt x="243827" y="53520"/>
                  </a:cubicBezTo>
                  <a:cubicBezTo>
                    <a:pt x="243390" y="54260"/>
                    <a:pt x="241741" y="55909"/>
                    <a:pt x="241741" y="55909"/>
                  </a:cubicBezTo>
                  <a:lnTo>
                    <a:pt x="239553" y="58297"/>
                  </a:lnTo>
                  <a:cubicBezTo>
                    <a:pt x="239553" y="58297"/>
                    <a:pt x="239621" y="60753"/>
                    <a:pt x="239991" y="60820"/>
                  </a:cubicBezTo>
                  <a:cubicBezTo>
                    <a:pt x="240361" y="60888"/>
                    <a:pt x="241000" y="61392"/>
                    <a:pt x="241572" y="62401"/>
                  </a:cubicBezTo>
                  <a:cubicBezTo>
                    <a:pt x="242145" y="63411"/>
                    <a:pt x="243020" y="64655"/>
                    <a:pt x="243154" y="64857"/>
                  </a:cubicBezTo>
                  <a:cubicBezTo>
                    <a:pt x="243289" y="65093"/>
                    <a:pt x="243659" y="65664"/>
                    <a:pt x="243659" y="66169"/>
                  </a:cubicBezTo>
                  <a:cubicBezTo>
                    <a:pt x="243659" y="66674"/>
                    <a:pt x="243457" y="68120"/>
                    <a:pt x="243356" y="68423"/>
                  </a:cubicBezTo>
                  <a:cubicBezTo>
                    <a:pt x="243289" y="68726"/>
                    <a:pt x="242111" y="70307"/>
                    <a:pt x="241909" y="70542"/>
                  </a:cubicBezTo>
                  <a:cubicBezTo>
                    <a:pt x="241674" y="70744"/>
                    <a:pt x="240294" y="71988"/>
                    <a:pt x="240294" y="71988"/>
                  </a:cubicBezTo>
                  <a:cubicBezTo>
                    <a:pt x="240294" y="71988"/>
                    <a:pt x="239351" y="72863"/>
                    <a:pt x="238712" y="72998"/>
                  </a:cubicBezTo>
                  <a:cubicBezTo>
                    <a:pt x="238072" y="73133"/>
                    <a:pt x="235010" y="75083"/>
                    <a:pt x="235010" y="75083"/>
                  </a:cubicBezTo>
                  <a:cubicBezTo>
                    <a:pt x="235010" y="75083"/>
                    <a:pt x="233428" y="77707"/>
                    <a:pt x="233327" y="77909"/>
                  </a:cubicBezTo>
                  <a:cubicBezTo>
                    <a:pt x="233260" y="78111"/>
                    <a:pt x="231308" y="80096"/>
                    <a:pt x="231072" y="80668"/>
                  </a:cubicBezTo>
                  <a:cubicBezTo>
                    <a:pt x="230870" y="81239"/>
                    <a:pt x="228750" y="82989"/>
                    <a:pt x="228548" y="83628"/>
                  </a:cubicBezTo>
                  <a:cubicBezTo>
                    <a:pt x="228313" y="84267"/>
                    <a:pt x="226967" y="88102"/>
                    <a:pt x="226967" y="88102"/>
                  </a:cubicBezTo>
                  <a:cubicBezTo>
                    <a:pt x="226967" y="88102"/>
                    <a:pt x="226462" y="91870"/>
                    <a:pt x="226091" y="92442"/>
                  </a:cubicBezTo>
                  <a:cubicBezTo>
                    <a:pt x="225721" y="93047"/>
                    <a:pt x="224005" y="96949"/>
                    <a:pt x="224005" y="96949"/>
                  </a:cubicBezTo>
                  <a:lnTo>
                    <a:pt x="221245" y="102668"/>
                  </a:lnTo>
                  <a:cubicBezTo>
                    <a:pt x="221245" y="102668"/>
                    <a:pt x="220236" y="105191"/>
                    <a:pt x="220101" y="105427"/>
                  </a:cubicBezTo>
                  <a:cubicBezTo>
                    <a:pt x="219966" y="105662"/>
                    <a:pt x="217207" y="108555"/>
                    <a:pt x="217207" y="108555"/>
                  </a:cubicBezTo>
                  <a:cubicBezTo>
                    <a:pt x="217207" y="108555"/>
                    <a:pt x="214312" y="109497"/>
                    <a:pt x="214178" y="109867"/>
                  </a:cubicBezTo>
                  <a:cubicBezTo>
                    <a:pt x="214043" y="110237"/>
                    <a:pt x="212293" y="111751"/>
                    <a:pt x="212293" y="111751"/>
                  </a:cubicBezTo>
                  <a:cubicBezTo>
                    <a:pt x="212293" y="111751"/>
                    <a:pt x="211418" y="113332"/>
                    <a:pt x="211418" y="113702"/>
                  </a:cubicBezTo>
                  <a:cubicBezTo>
                    <a:pt x="211418" y="114072"/>
                    <a:pt x="210846" y="118344"/>
                    <a:pt x="211048" y="118916"/>
                  </a:cubicBezTo>
                  <a:cubicBezTo>
                    <a:pt x="211283" y="119488"/>
                    <a:pt x="211620" y="129210"/>
                    <a:pt x="211620" y="129210"/>
                  </a:cubicBezTo>
                  <a:lnTo>
                    <a:pt x="210038" y="133179"/>
                  </a:lnTo>
                  <a:lnTo>
                    <a:pt x="206269" y="137216"/>
                  </a:lnTo>
                  <a:lnTo>
                    <a:pt x="204620" y="141387"/>
                  </a:lnTo>
                  <a:lnTo>
                    <a:pt x="204519" y="144045"/>
                  </a:lnTo>
                  <a:cubicBezTo>
                    <a:pt x="204519" y="144045"/>
                    <a:pt x="206168" y="146063"/>
                    <a:pt x="206437" y="146231"/>
                  </a:cubicBezTo>
                  <a:cubicBezTo>
                    <a:pt x="206706" y="146399"/>
                    <a:pt x="208759" y="147947"/>
                    <a:pt x="209096" y="148283"/>
                  </a:cubicBezTo>
                  <a:cubicBezTo>
                    <a:pt x="209432" y="148620"/>
                    <a:pt x="210577" y="149864"/>
                    <a:pt x="210577" y="150470"/>
                  </a:cubicBezTo>
                  <a:cubicBezTo>
                    <a:pt x="210577" y="151075"/>
                    <a:pt x="209163" y="155852"/>
                    <a:pt x="209163" y="155852"/>
                  </a:cubicBezTo>
                  <a:lnTo>
                    <a:pt x="206269" y="158073"/>
                  </a:lnTo>
                  <a:lnTo>
                    <a:pt x="202096" y="158409"/>
                  </a:lnTo>
                  <a:cubicBezTo>
                    <a:pt x="202096" y="158409"/>
                    <a:pt x="196644" y="159014"/>
                    <a:pt x="196442" y="159048"/>
                  </a:cubicBezTo>
                  <a:cubicBezTo>
                    <a:pt x="196206" y="159115"/>
                    <a:pt x="190990" y="160562"/>
                    <a:pt x="190990" y="160562"/>
                  </a:cubicBezTo>
                  <a:cubicBezTo>
                    <a:pt x="190990" y="160562"/>
                    <a:pt x="184999" y="162311"/>
                    <a:pt x="184797" y="162345"/>
                  </a:cubicBezTo>
                  <a:cubicBezTo>
                    <a:pt x="184595" y="162412"/>
                    <a:pt x="181162" y="164296"/>
                    <a:pt x="181095" y="164464"/>
                  </a:cubicBezTo>
                  <a:cubicBezTo>
                    <a:pt x="181028" y="164632"/>
                    <a:pt x="177562" y="167996"/>
                    <a:pt x="177562" y="167996"/>
                  </a:cubicBezTo>
                  <a:lnTo>
                    <a:pt x="172850" y="170822"/>
                  </a:lnTo>
                  <a:lnTo>
                    <a:pt x="171874" y="172739"/>
                  </a:lnTo>
                  <a:cubicBezTo>
                    <a:pt x="171874" y="172739"/>
                    <a:pt x="170797" y="174522"/>
                    <a:pt x="170662" y="174758"/>
                  </a:cubicBezTo>
                  <a:cubicBezTo>
                    <a:pt x="170561" y="174959"/>
                    <a:pt x="167903" y="179703"/>
                    <a:pt x="167903" y="179871"/>
                  </a:cubicBezTo>
                  <a:cubicBezTo>
                    <a:pt x="167903" y="180039"/>
                    <a:pt x="166489" y="182798"/>
                    <a:pt x="166287" y="183033"/>
                  </a:cubicBezTo>
                  <a:cubicBezTo>
                    <a:pt x="166052" y="183235"/>
                    <a:pt x="164773" y="185051"/>
                    <a:pt x="164773" y="185051"/>
                  </a:cubicBezTo>
                  <a:cubicBezTo>
                    <a:pt x="164773" y="185051"/>
                    <a:pt x="164335" y="186296"/>
                    <a:pt x="163797" y="187104"/>
                  </a:cubicBezTo>
                  <a:cubicBezTo>
                    <a:pt x="163258" y="187911"/>
                    <a:pt x="160734" y="190804"/>
                    <a:pt x="160734" y="190804"/>
                  </a:cubicBezTo>
                  <a:lnTo>
                    <a:pt x="159691" y="193091"/>
                  </a:lnTo>
                  <a:lnTo>
                    <a:pt x="158378" y="194134"/>
                  </a:lnTo>
                  <a:lnTo>
                    <a:pt x="154912" y="195009"/>
                  </a:lnTo>
                  <a:lnTo>
                    <a:pt x="152792" y="195009"/>
                  </a:lnTo>
                  <a:lnTo>
                    <a:pt x="150503" y="194235"/>
                  </a:lnTo>
                  <a:lnTo>
                    <a:pt x="150167" y="193091"/>
                  </a:lnTo>
                  <a:lnTo>
                    <a:pt x="150167" y="190636"/>
                  </a:lnTo>
                  <a:cubicBezTo>
                    <a:pt x="150167" y="190636"/>
                    <a:pt x="151345" y="189492"/>
                    <a:pt x="151479" y="189290"/>
                  </a:cubicBezTo>
                  <a:cubicBezTo>
                    <a:pt x="151580" y="189088"/>
                    <a:pt x="152119" y="188315"/>
                    <a:pt x="152455" y="187978"/>
                  </a:cubicBezTo>
                  <a:cubicBezTo>
                    <a:pt x="152792" y="187642"/>
                    <a:pt x="153869" y="186464"/>
                    <a:pt x="153869" y="186464"/>
                  </a:cubicBezTo>
                  <a:lnTo>
                    <a:pt x="154845" y="184278"/>
                  </a:lnTo>
                  <a:lnTo>
                    <a:pt x="154138" y="182697"/>
                  </a:lnTo>
                  <a:lnTo>
                    <a:pt x="153364" y="182327"/>
                  </a:lnTo>
                  <a:lnTo>
                    <a:pt x="152051" y="182360"/>
                  </a:lnTo>
                  <a:lnTo>
                    <a:pt x="150638" y="183134"/>
                  </a:lnTo>
                  <a:lnTo>
                    <a:pt x="148450" y="185691"/>
                  </a:lnTo>
                  <a:lnTo>
                    <a:pt x="146498" y="187810"/>
                  </a:lnTo>
                  <a:lnTo>
                    <a:pt x="145354" y="189896"/>
                  </a:lnTo>
                  <a:lnTo>
                    <a:pt x="140239" y="191073"/>
                  </a:lnTo>
                  <a:cubicBezTo>
                    <a:pt x="140239" y="191073"/>
                    <a:pt x="137142" y="192587"/>
                    <a:pt x="136166" y="192654"/>
                  </a:cubicBezTo>
                  <a:cubicBezTo>
                    <a:pt x="135190" y="192688"/>
                    <a:pt x="130613" y="192688"/>
                    <a:pt x="130613" y="192688"/>
                  </a:cubicBezTo>
                  <a:lnTo>
                    <a:pt x="126474" y="192755"/>
                  </a:lnTo>
                  <a:cubicBezTo>
                    <a:pt x="126474" y="192755"/>
                    <a:pt x="124455" y="194168"/>
                    <a:pt x="123983" y="194975"/>
                  </a:cubicBezTo>
                  <a:cubicBezTo>
                    <a:pt x="123479" y="195783"/>
                    <a:pt x="120988" y="197733"/>
                    <a:pt x="120450" y="198238"/>
                  </a:cubicBezTo>
                  <a:cubicBezTo>
                    <a:pt x="119911" y="198709"/>
                    <a:pt x="116546" y="201400"/>
                    <a:pt x="116546" y="201400"/>
                  </a:cubicBezTo>
                  <a:lnTo>
                    <a:pt x="116882" y="205403"/>
                  </a:lnTo>
                  <a:cubicBezTo>
                    <a:pt x="116882" y="205403"/>
                    <a:pt x="116108" y="206816"/>
                    <a:pt x="115974" y="207085"/>
                  </a:cubicBezTo>
                  <a:cubicBezTo>
                    <a:pt x="115805" y="207354"/>
                    <a:pt x="113416" y="208330"/>
                    <a:pt x="113248" y="208397"/>
                  </a:cubicBezTo>
                  <a:cubicBezTo>
                    <a:pt x="113079" y="208431"/>
                    <a:pt x="110791" y="208566"/>
                    <a:pt x="110623" y="208734"/>
                  </a:cubicBezTo>
                  <a:cubicBezTo>
                    <a:pt x="110454" y="208902"/>
                    <a:pt x="108570" y="209104"/>
                    <a:pt x="108570" y="209104"/>
                  </a:cubicBezTo>
                  <a:lnTo>
                    <a:pt x="108031" y="209978"/>
                  </a:lnTo>
                  <a:lnTo>
                    <a:pt x="107425" y="211324"/>
                  </a:lnTo>
                  <a:lnTo>
                    <a:pt x="106651" y="212636"/>
                  </a:lnTo>
                  <a:cubicBezTo>
                    <a:pt x="106651" y="212636"/>
                    <a:pt x="106113" y="214049"/>
                    <a:pt x="105978" y="214419"/>
                  </a:cubicBezTo>
                  <a:cubicBezTo>
                    <a:pt x="105877" y="214789"/>
                    <a:pt x="105776" y="215024"/>
                    <a:pt x="105372" y="215495"/>
                  </a:cubicBezTo>
                  <a:cubicBezTo>
                    <a:pt x="104969" y="216000"/>
                    <a:pt x="105103" y="216538"/>
                    <a:pt x="103723" y="216639"/>
                  </a:cubicBezTo>
                  <a:cubicBezTo>
                    <a:pt x="102377" y="216740"/>
                    <a:pt x="102848" y="216538"/>
                    <a:pt x="101603" y="216639"/>
                  </a:cubicBezTo>
                  <a:cubicBezTo>
                    <a:pt x="100358" y="216740"/>
                    <a:pt x="100190" y="216572"/>
                    <a:pt x="99584" y="216404"/>
                  </a:cubicBezTo>
                  <a:cubicBezTo>
                    <a:pt x="98978" y="216235"/>
                    <a:pt x="97800" y="215327"/>
                    <a:pt x="97396" y="215159"/>
                  </a:cubicBezTo>
                  <a:cubicBezTo>
                    <a:pt x="97026" y="214991"/>
                    <a:pt x="94738" y="213847"/>
                    <a:pt x="94738" y="213847"/>
                  </a:cubicBezTo>
                  <a:lnTo>
                    <a:pt x="93492" y="212972"/>
                  </a:lnTo>
                  <a:lnTo>
                    <a:pt x="91372" y="210046"/>
                  </a:lnTo>
                  <a:lnTo>
                    <a:pt x="88915" y="207926"/>
                  </a:lnTo>
                  <a:lnTo>
                    <a:pt x="85314" y="207052"/>
                  </a:lnTo>
                  <a:lnTo>
                    <a:pt x="82218" y="205168"/>
                  </a:lnTo>
                  <a:lnTo>
                    <a:pt x="77877" y="204966"/>
                  </a:lnTo>
                  <a:lnTo>
                    <a:pt x="74141" y="204562"/>
                  </a:lnTo>
                  <a:cubicBezTo>
                    <a:pt x="74141" y="204562"/>
                    <a:pt x="70506" y="204024"/>
                    <a:pt x="70271" y="204024"/>
                  </a:cubicBezTo>
                  <a:cubicBezTo>
                    <a:pt x="70069" y="204024"/>
                    <a:pt x="67949" y="203654"/>
                    <a:pt x="66972" y="203520"/>
                  </a:cubicBezTo>
                  <a:cubicBezTo>
                    <a:pt x="65997" y="203419"/>
                    <a:pt x="61756" y="203351"/>
                    <a:pt x="60612" y="203250"/>
                  </a:cubicBezTo>
                  <a:cubicBezTo>
                    <a:pt x="59468" y="203149"/>
                    <a:pt x="58727" y="203049"/>
                    <a:pt x="58323" y="202914"/>
                  </a:cubicBezTo>
                  <a:cubicBezTo>
                    <a:pt x="57953" y="202813"/>
                    <a:pt x="55496" y="201703"/>
                    <a:pt x="55395" y="201501"/>
                  </a:cubicBezTo>
                  <a:cubicBezTo>
                    <a:pt x="55294" y="201299"/>
                    <a:pt x="55126" y="200862"/>
                    <a:pt x="54621" y="200256"/>
                  </a:cubicBezTo>
                  <a:cubicBezTo>
                    <a:pt x="54116" y="199651"/>
                    <a:pt x="51626" y="197229"/>
                    <a:pt x="51626" y="197229"/>
                  </a:cubicBezTo>
                  <a:cubicBezTo>
                    <a:pt x="51626" y="197229"/>
                    <a:pt x="50919" y="196892"/>
                    <a:pt x="49842" y="196892"/>
                  </a:cubicBezTo>
                  <a:cubicBezTo>
                    <a:pt x="48765" y="196892"/>
                    <a:pt x="43684" y="196186"/>
                    <a:pt x="43684" y="196186"/>
                  </a:cubicBezTo>
                  <a:lnTo>
                    <a:pt x="41933" y="195681"/>
                  </a:lnTo>
                  <a:cubicBezTo>
                    <a:pt x="41933" y="195681"/>
                    <a:pt x="38299" y="192822"/>
                    <a:pt x="38198" y="192654"/>
                  </a:cubicBezTo>
                  <a:cubicBezTo>
                    <a:pt x="38097" y="192486"/>
                    <a:pt x="33015" y="188853"/>
                    <a:pt x="33015" y="188853"/>
                  </a:cubicBezTo>
                  <a:lnTo>
                    <a:pt x="27900" y="186532"/>
                  </a:lnTo>
                  <a:lnTo>
                    <a:pt x="24635" y="185556"/>
                  </a:lnTo>
                  <a:cubicBezTo>
                    <a:pt x="24635" y="185556"/>
                    <a:pt x="18746" y="184042"/>
                    <a:pt x="18544" y="183941"/>
                  </a:cubicBezTo>
                  <a:cubicBezTo>
                    <a:pt x="18342" y="183840"/>
                    <a:pt x="15616" y="183201"/>
                    <a:pt x="15010" y="182697"/>
                  </a:cubicBezTo>
                  <a:cubicBezTo>
                    <a:pt x="14404" y="182192"/>
                    <a:pt x="12991" y="181183"/>
                    <a:pt x="12116" y="179871"/>
                  </a:cubicBezTo>
                  <a:cubicBezTo>
                    <a:pt x="11241" y="178559"/>
                    <a:pt x="10332" y="176776"/>
                    <a:pt x="10265" y="176440"/>
                  </a:cubicBezTo>
                  <a:cubicBezTo>
                    <a:pt x="10197" y="176103"/>
                    <a:pt x="9221" y="172706"/>
                    <a:pt x="9221" y="172302"/>
                  </a:cubicBezTo>
                  <a:cubicBezTo>
                    <a:pt x="9221" y="171932"/>
                    <a:pt x="8986" y="169039"/>
                    <a:pt x="8986" y="167861"/>
                  </a:cubicBezTo>
                  <a:cubicBezTo>
                    <a:pt x="8986" y="166650"/>
                    <a:pt x="8986" y="162547"/>
                    <a:pt x="8918" y="162143"/>
                  </a:cubicBezTo>
                  <a:cubicBezTo>
                    <a:pt x="8851" y="161773"/>
                    <a:pt x="8279" y="158173"/>
                    <a:pt x="8279" y="158173"/>
                  </a:cubicBezTo>
                  <a:lnTo>
                    <a:pt x="4510" y="152858"/>
                  </a:lnTo>
                  <a:lnTo>
                    <a:pt x="3803" y="143035"/>
                  </a:lnTo>
                  <a:cubicBezTo>
                    <a:pt x="3803" y="143035"/>
                    <a:pt x="3433" y="135096"/>
                    <a:pt x="3433" y="134895"/>
                  </a:cubicBezTo>
                  <a:cubicBezTo>
                    <a:pt x="3433" y="134693"/>
                    <a:pt x="4207" y="129849"/>
                    <a:pt x="4241" y="129681"/>
                  </a:cubicBezTo>
                  <a:cubicBezTo>
                    <a:pt x="4274" y="129513"/>
                    <a:pt x="4072" y="124803"/>
                    <a:pt x="4072" y="124803"/>
                  </a:cubicBezTo>
                  <a:lnTo>
                    <a:pt x="3130" y="121405"/>
                  </a:lnTo>
                  <a:lnTo>
                    <a:pt x="1683" y="116359"/>
                  </a:lnTo>
                  <a:lnTo>
                    <a:pt x="1514" y="110102"/>
                  </a:lnTo>
                  <a:lnTo>
                    <a:pt x="1413" y="105931"/>
                  </a:lnTo>
                  <a:lnTo>
                    <a:pt x="1245" y="99943"/>
                  </a:lnTo>
                  <a:close/>
                </a:path>
              </a:pathLst>
            </a:custGeom>
            <a:grpFill/>
            <a:ln w="6350" cap="flat">
              <a:solidFill>
                <a:schemeClr val="bg1"/>
              </a:solidFill>
              <a:prstDash val="solid"/>
              <a:miter/>
            </a:ln>
          </p:spPr>
          <p:txBody>
            <a:bodyPr rtlCol="0" anchor="ctr"/>
            <a:lstStyle/>
            <a:p>
              <a:endParaRPr lang="en-US"/>
            </a:p>
          </p:txBody>
        </p:sp>
        <p:grpSp>
          <p:nvGrpSpPr>
            <p:cNvPr id="197" name="Graphic 11">
              <a:extLst>
                <a:ext uri="{FF2B5EF4-FFF2-40B4-BE49-F238E27FC236}">
                  <a16:creationId xmlns:a16="http://schemas.microsoft.com/office/drawing/2014/main" id="{053ECC64-EC2B-8407-2C8F-7E0313BA7404}"/>
                </a:ext>
              </a:extLst>
            </p:cNvPr>
            <p:cNvGrpSpPr/>
            <p:nvPr/>
          </p:nvGrpSpPr>
          <p:grpSpPr>
            <a:xfrm>
              <a:off x="8260662" y="3367264"/>
              <a:ext cx="133381" cy="212869"/>
              <a:chOff x="6167900" y="3272800"/>
              <a:chExt cx="256078" cy="408687"/>
            </a:xfrm>
            <a:grpFill/>
          </p:grpSpPr>
          <p:sp>
            <p:nvSpPr>
              <p:cNvPr id="198" name="Freeform 915">
                <a:extLst>
                  <a:ext uri="{FF2B5EF4-FFF2-40B4-BE49-F238E27FC236}">
                    <a16:creationId xmlns:a16="http://schemas.microsoft.com/office/drawing/2014/main" id="{9BB66C10-BE44-8414-0C3E-1EE0DA41EC1C}"/>
                  </a:ext>
                </a:extLst>
              </p:cNvPr>
              <p:cNvSpPr/>
              <p:nvPr/>
            </p:nvSpPr>
            <p:spPr>
              <a:xfrm>
                <a:off x="6244464" y="3272800"/>
                <a:ext cx="179513" cy="394660"/>
              </a:xfrm>
              <a:custGeom>
                <a:avLst/>
                <a:gdLst>
                  <a:gd name="connsiteX0" fmla="*/ 136335 w 179513"/>
                  <a:gd name="connsiteY0" fmla="*/ 0 h 394660"/>
                  <a:gd name="connsiteX1" fmla="*/ 132869 w 179513"/>
                  <a:gd name="connsiteY1" fmla="*/ 0 h 394660"/>
                  <a:gd name="connsiteX2" fmla="*/ 128729 w 179513"/>
                  <a:gd name="connsiteY2" fmla="*/ 1514 h 394660"/>
                  <a:gd name="connsiteX3" fmla="*/ 125700 w 179513"/>
                  <a:gd name="connsiteY3" fmla="*/ 6291 h 394660"/>
                  <a:gd name="connsiteX4" fmla="*/ 120921 w 179513"/>
                  <a:gd name="connsiteY4" fmla="*/ 12144 h 394660"/>
                  <a:gd name="connsiteX5" fmla="*/ 117657 w 179513"/>
                  <a:gd name="connsiteY5" fmla="*/ 16719 h 394660"/>
                  <a:gd name="connsiteX6" fmla="*/ 115065 w 179513"/>
                  <a:gd name="connsiteY6" fmla="*/ 19746 h 394660"/>
                  <a:gd name="connsiteX7" fmla="*/ 111161 w 179513"/>
                  <a:gd name="connsiteY7" fmla="*/ 21933 h 394660"/>
                  <a:gd name="connsiteX8" fmla="*/ 107897 w 179513"/>
                  <a:gd name="connsiteY8" fmla="*/ 24120 h 394660"/>
                  <a:gd name="connsiteX9" fmla="*/ 103118 w 179513"/>
                  <a:gd name="connsiteY9" fmla="*/ 27147 h 394660"/>
                  <a:gd name="connsiteX10" fmla="*/ 99853 w 179513"/>
                  <a:gd name="connsiteY10" fmla="*/ 29535 h 394660"/>
                  <a:gd name="connsiteX11" fmla="*/ 94637 w 179513"/>
                  <a:gd name="connsiteY11" fmla="*/ 29535 h 394660"/>
                  <a:gd name="connsiteX12" fmla="*/ 90296 w 179513"/>
                  <a:gd name="connsiteY12" fmla="*/ 32563 h 394660"/>
                  <a:gd name="connsiteX13" fmla="*/ 85516 w 179513"/>
                  <a:gd name="connsiteY13" fmla="*/ 36903 h 394660"/>
                  <a:gd name="connsiteX14" fmla="*/ 84440 w 179513"/>
                  <a:gd name="connsiteY14" fmla="*/ 41040 h 394660"/>
                  <a:gd name="connsiteX15" fmla="*/ 83127 w 179513"/>
                  <a:gd name="connsiteY15" fmla="*/ 45178 h 394660"/>
                  <a:gd name="connsiteX16" fmla="*/ 80737 w 179513"/>
                  <a:gd name="connsiteY16" fmla="*/ 49753 h 394660"/>
                  <a:gd name="connsiteX17" fmla="*/ 78988 w 179513"/>
                  <a:gd name="connsiteY17" fmla="*/ 53453 h 394660"/>
                  <a:gd name="connsiteX18" fmla="*/ 76160 w 179513"/>
                  <a:gd name="connsiteY18" fmla="*/ 56716 h 394660"/>
                  <a:gd name="connsiteX19" fmla="*/ 74209 w 179513"/>
                  <a:gd name="connsiteY19" fmla="*/ 60686 h 394660"/>
                  <a:gd name="connsiteX20" fmla="*/ 73064 w 179513"/>
                  <a:gd name="connsiteY20" fmla="*/ 63882 h 394660"/>
                  <a:gd name="connsiteX21" fmla="*/ 71617 w 179513"/>
                  <a:gd name="connsiteY21" fmla="*/ 66943 h 394660"/>
                  <a:gd name="connsiteX22" fmla="*/ 69530 w 179513"/>
                  <a:gd name="connsiteY22" fmla="*/ 69769 h 394660"/>
                  <a:gd name="connsiteX23" fmla="*/ 66905 w 179513"/>
                  <a:gd name="connsiteY23" fmla="*/ 73099 h 394660"/>
                  <a:gd name="connsiteX24" fmla="*/ 62564 w 179513"/>
                  <a:gd name="connsiteY24" fmla="*/ 76934 h 394660"/>
                  <a:gd name="connsiteX25" fmla="*/ 60444 w 179513"/>
                  <a:gd name="connsiteY25" fmla="*/ 81576 h 394660"/>
                  <a:gd name="connsiteX26" fmla="*/ 57482 w 179513"/>
                  <a:gd name="connsiteY26" fmla="*/ 84469 h 394660"/>
                  <a:gd name="connsiteX27" fmla="*/ 56371 w 179513"/>
                  <a:gd name="connsiteY27" fmla="*/ 86857 h 394660"/>
                  <a:gd name="connsiteX28" fmla="*/ 55530 w 179513"/>
                  <a:gd name="connsiteY28" fmla="*/ 92812 h 394660"/>
                  <a:gd name="connsiteX29" fmla="*/ 55530 w 179513"/>
                  <a:gd name="connsiteY29" fmla="*/ 94763 h 394660"/>
                  <a:gd name="connsiteX30" fmla="*/ 53780 w 179513"/>
                  <a:gd name="connsiteY30" fmla="*/ 98463 h 394660"/>
                  <a:gd name="connsiteX31" fmla="*/ 51525 w 179513"/>
                  <a:gd name="connsiteY31" fmla="*/ 101558 h 394660"/>
                  <a:gd name="connsiteX32" fmla="*/ 50852 w 179513"/>
                  <a:gd name="connsiteY32" fmla="*/ 106267 h 394660"/>
                  <a:gd name="connsiteX33" fmla="*/ 47016 w 179513"/>
                  <a:gd name="connsiteY33" fmla="*/ 112558 h 394660"/>
                  <a:gd name="connsiteX34" fmla="*/ 45905 w 179513"/>
                  <a:gd name="connsiteY34" fmla="*/ 116259 h 394660"/>
                  <a:gd name="connsiteX35" fmla="*/ 44761 w 179513"/>
                  <a:gd name="connsiteY35" fmla="*/ 119589 h 394660"/>
                  <a:gd name="connsiteX36" fmla="*/ 40419 w 179513"/>
                  <a:gd name="connsiteY36" fmla="*/ 125980 h 394660"/>
                  <a:gd name="connsiteX37" fmla="*/ 37525 w 179513"/>
                  <a:gd name="connsiteY37" fmla="*/ 132271 h 394660"/>
                  <a:gd name="connsiteX38" fmla="*/ 36886 w 179513"/>
                  <a:gd name="connsiteY38" fmla="*/ 137283 h 394660"/>
                  <a:gd name="connsiteX39" fmla="*/ 34126 w 179513"/>
                  <a:gd name="connsiteY39" fmla="*/ 143574 h 394660"/>
                  <a:gd name="connsiteX40" fmla="*/ 31938 w 179513"/>
                  <a:gd name="connsiteY40" fmla="*/ 150470 h 394660"/>
                  <a:gd name="connsiteX41" fmla="*/ 31064 w 179513"/>
                  <a:gd name="connsiteY41" fmla="*/ 153430 h 394660"/>
                  <a:gd name="connsiteX42" fmla="*/ 27227 w 179513"/>
                  <a:gd name="connsiteY42" fmla="*/ 161470 h 394660"/>
                  <a:gd name="connsiteX43" fmla="*/ 20630 w 179513"/>
                  <a:gd name="connsiteY43" fmla="*/ 170385 h 394660"/>
                  <a:gd name="connsiteX44" fmla="*/ 17669 w 179513"/>
                  <a:gd name="connsiteY44" fmla="*/ 176978 h 394660"/>
                  <a:gd name="connsiteX45" fmla="*/ 13462 w 179513"/>
                  <a:gd name="connsiteY45" fmla="*/ 183639 h 394660"/>
                  <a:gd name="connsiteX46" fmla="*/ 9895 w 179513"/>
                  <a:gd name="connsiteY46" fmla="*/ 186902 h 394660"/>
                  <a:gd name="connsiteX47" fmla="*/ 7640 w 179513"/>
                  <a:gd name="connsiteY47" fmla="*/ 188786 h 394660"/>
                  <a:gd name="connsiteX48" fmla="*/ 4544 w 179513"/>
                  <a:gd name="connsiteY48" fmla="*/ 193865 h 394660"/>
                  <a:gd name="connsiteX49" fmla="*/ 3870 w 179513"/>
                  <a:gd name="connsiteY49" fmla="*/ 196893 h 394660"/>
                  <a:gd name="connsiteX50" fmla="*/ 3063 w 179513"/>
                  <a:gd name="connsiteY50" fmla="*/ 204361 h 394660"/>
                  <a:gd name="connsiteX51" fmla="*/ 3500 w 179513"/>
                  <a:gd name="connsiteY51" fmla="*/ 212031 h 394660"/>
                  <a:gd name="connsiteX52" fmla="*/ 3365 w 179513"/>
                  <a:gd name="connsiteY52" fmla="*/ 218422 h 394660"/>
                  <a:gd name="connsiteX53" fmla="*/ 5014 w 179513"/>
                  <a:gd name="connsiteY53" fmla="*/ 222627 h 394660"/>
                  <a:gd name="connsiteX54" fmla="*/ 5452 w 179513"/>
                  <a:gd name="connsiteY54" fmla="*/ 226597 h 394660"/>
                  <a:gd name="connsiteX55" fmla="*/ 4510 w 179513"/>
                  <a:gd name="connsiteY55" fmla="*/ 230364 h 394660"/>
                  <a:gd name="connsiteX56" fmla="*/ 4375 w 179513"/>
                  <a:gd name="connsiteY56" fmla="*/ 233392 h 394660"/>
                  <a:gd name="connsiteX57" fmla="*/ 3736 w 179513"/>
                  <a:gd name="connsiteY57" fmla="*/ 237798 h 394660"/>
                  <a:gd name="connsiteX58" fmla="*/ 3870 w 179513"/>
                  <a:gd name="connsiteY58" fmla="*/ 243013 h 394660"/>
                  <a:gd name="connsiteX59" fmla="*/ 2625 w 179513"/>
                  <a:gd name="connsiteY59" fmla="*/ 249169 h 394660"/>
                  <a:gd name="connsiteX60" fmla="*/ 1885 w 179513"/>
                  <a:gd name="connsiteY60" fmla="*/ 252802 h 394660"/>
                  <a:gd name="connsiteX61" fmla="*/ 572 w 179513"/>
                  <a:gd name="connsiteY61" fmla="*/ 257747 h 394660"/>
                  <a:gd name="connsiteX62" fmla="*/ 0 w 179513"/>
                  <a:gd name="connsiteY62" fmla="*/ 263903 h 394660"/>
                  <a:gd name="connsiteX63" fmla="*/ 438 w 179513"/>
                  <a:gd name="connsiteY63" fmla="*/ 268478 h 394660"/>
                  <a:gd name="connsiteX64" fmla="*/ 7606 w 179513"/>
                  <a:gd name="connsiteY64" fmla="*/ 277830 h 394660"/>
                  <a:gd name="connsiteX65" fmla="*/ 13899 w 179513"/>
                  <a:gd name="connsiteY65" fmla="*/ 285062 h 394660"/>
                  <a:gd name="connsiteX66" fmla="*/ 16861 w 179513"/>
                  <a:gd name="connsiteY66" fmla="*/ 289133 h 394660"/>
                  <a:gd name="connsiteX67" fmla="*/ 18174 w 179513"/>
                  <a:gd name="connsiteY67" fmla="*/ 293035 h 394660"/>
                  <a:gd name="connsiteX68" fmla="*/ 23087 w 179513"/>
                  <a:gd name="connsiteY68" fmla="*/ 299830 h 394660"/>
                  <a:gd name="connsiteX69" fmla="*/ 24534 w 179513"/>
                  <a:gd name="connsiteY69" fmla="*/ 308004 h 394660"/>
                  <a:gd name="connsiteX70" fmla="*/ 27496 w 179513"/>
                  <a:gd name="connsiteY70" fmla="*/ 313656 h 394660"/>
                  <a:gd name="connsiteX71" fmla="*/ 30121 w 179513"/>
                  <a:gd name="connsiteY71" fmla="*/ 317424 h 394660"/>
                  <a:gd name="connsiteX72" fmla="*/ 37727 w 179513"/>
                  <a:gd name="connsiteY72" fmla="*/ 324387 h 394660"/>
                  <a:gd name="connsiteX73" fmla="*/ 43953 w 179513"/>
                  <a:gd name="connsiteY73" fmla="*/ 330106 h 394660"/>
                  <a:gd name="connsiteX74" fmla="*/ 47857 w 179513"/>
                  <a:gd name="connsiteY74" fmla="*/ 332864 h 394660"/>
                  <a:gd name="connsiteX75" fmla="*/ 52771 w 179513"/>
                  <a:gd name="connsiteY75" fmla="*/ 338583 h 394660"/>
                  <a:gd name="connsiteX76" fmla="*/ 58997 w 179513"/>
                  <a:gd name="connsiteY76" fmla="*/ 340837 h 394660"/>
                  <a:gd name="connsiteX77" fmla="*/ 65458 w 179513"/>
                  <a:gd name="connsiteY77" fmla="*/ 345984 h 394660"/>
                  <a:gd name="connsiteX78" fmla="*/ 68117 w 179513"/>
                  <a:gd name="connsiteY78" fmla="*/ 349449 h 394660"/>
                  <a:gd name="connsiteX79" fmla="*/ 71785 w 179513"/>
                  <a:gd name="connsiteY79" fmla="*/ 356681 h 394660"/>
                  <a:gd name="connsiteX80" fmla="*/ 74478 w 179513"/>
                  <a:gd name="connsiteY80" fmla="*/ 361895 h 394660"/>
                  <a:gd name="connsiteX81" fmla="*/ 78550 w 179513"/>
                  <a:gd name="connsiteY81" fmla="*/ 367177 h 394660"/>
                  <a:gd name="connsiteX82" fmla="*/ 80435 w 179513"/>
                  <a:gd name="connsiteY82" fmla="*/ 371011 h 394660"/>
                  <a:gd name="connsiteX83" fmla="*/ 81242 w 179513"/>
                  <a:gd name="connsiteY83" fmla="*/ 373703 h 394660"/>
                  <a:gd name="connsiteX84" fmla="*/ 81713 w 179513"/>
                  <a:gd name="connsiteY84" fmla="*/ 376966 h 394660"/>
                  <a:gd name="connsiteX85" fmla="*/ 81545 w 179513"/>
                  <a:gd name="connsiteY85" fmla="*/ 379590 h 394660"/>
                  <a:gd name="connsiteX86" fmla="*/ 81545 w 179513"/>
                  <a:gd name="connsiteY86" fmla="*/ 381608 h 394660"/>
                  <a:gd name="connsiteX87" fmla="*/ 81545 w 179513"/>
                  <a:gd name="connsiteY87" fmla="*/ 383492 h 394660"/>
                  <a:gd name="connsiteX88" fmla="*/ 81545 w 179513"/>
                  <a:gd name="connsiteY88" fmla="*/ 386822 h 394660"/>
                  <a:gd name="connsiteX89" fmla="*/ 82286 w 179513"/>
                  <a:gd name="connsiteY89" fmla="*/ 387999 h 394660"/>
                  <a:gd name="connsiteX90" fmla="*/ 82353 w 179513"/>
                  <a:gd name="connsiteY90" fmla="*/ 388807 h 394660"/>
                  <a:gd name="connsiteX91" fmla="*/ 82420 w 179513"/>
                  <a:gd name="connsiteY91" fmla="*/ 390623 h 394660"/>
                  <a:gd name="connsiteX92" fmla="*/ 83800 w 179513"/>
                  <a:gd name="connsiteY92" fmla="*/ 392373 h 394660"/>
                  <a:gd name="connsiteX93" fmla="*/ 84473 w 179513"/>
                  <a:gd name="connsiteY93" fmla="*/ 392877 h 394660"/>
                  <a:gd name="connsiteX94" fmla="*/ 86358 w 179513"/>
                  <a:gd name="connsiteY94" fmla="*/ 393550 h 394660"/>
                  <a:gd name="connsiteX95" fmla="*/ 90430 w 179513"/>
                  <a:gd name="connsiteY95" fmla="*/ 394660 h 394660"/>
                  <a:gd name="connsiteX96" fmla="*/ 92887 w 179513"/>
                  <a:gd name="connsiteY96" fmla="*/ 394660 h 394660"/>
                  <a:gd name="connsiteX97" fmla="*/ 94637 w 179513"/>
                  <a:gd name="connsiteY97" fmla="*/ 394660 h 394660"/>
                  <a:gd name="connsiteX98" fmla="*/ 98103 w 179513"/>
                  <a:gd name="connsiteY98" fmla="*/ 394660 h 394660"/>
                  <a:gd name="connsiteX99" fmla="*/ 99483 w 179513"/>
                  <a:gd name="connsiteY99" fmla="*/ 394357 h 394660"/>
                  <a:gd name="connsiteX100" fmla="*/ 99786 w 179513"/>
                  <a:gd name="connsiteY100" fmla="*/ 393281 h 394660"/>
                  <a:gd name="connsiteX101" fmla="*/ 100291 w 179513"/>
                  <a:gd name="connsiteY101" fmla="*/ 392137 h 394660"/>
                  <a:gd name="connsiteX102" fmla="*/ 100863 w 179513"/>
                  <a:gd name="connsiteY102" fmla="*/ 390119 h 394660"/>
                  <a:gd name="connsiteX103" fmla="*/ 100930 w 179513"/>
                  <a:gd name="connsiteY103" fmla="*/ 387865 h 394660"/>
                  <a:gd name="connsiteX104" fmla="*/ 101200 w 179513"/>
                  <a:gd name="connsiteY104" fmla="*/ 382146 h 394660"/>
                  <a:gd name="connsiteX105" fmla="*/ 100728 w 179513"/>
                  <a:gd name="connsiteY105" fmla="*/ 376697 h 394660"/>
                  <a:gd name="connsiteX106" fmla="*/ 100728 w 179513"/>
                  <a:gd name="connsiteY106" fmla="*/ 371213 h 394660"/>
                  <a:gd name="connsiteX107" fmla="*/ 100728 w 179513"/>
                  <a:gd name="connsiteY107" fmla="*/ 367950 h 394660"/>
                  <a:gd name="connsiteX108" fmla="*/ 100728 w 179513"/>
                  <a:gd name="connsiteY108" fmla="*/ 327751 h 394660"/>
                  <a:gd name="connsiteX109" fmla="*/ 102546 w 179513"/>
                  <a:gd name="connsiteY109" fmla="*/ 325060 h 394660"/>
                  <a:gd name="connsiteX110" fmla="*/ 103791 w 179513"/>
                  <a:gd name="connsiteY110" fmla="*/ 320855 h 394660"/>
                  <a:gd name="connsiteX111" fmla="*/ 107628 w 179513"/>
                  <a:gd name="connsiteY111" fmla="*/ 313454 h 394660"/>
                  <a:gd name="connsiteX112" fmla="*/ 112339 w 179513"/>
                  <a:gd name="connsiteY112" fmla="*/ 305549 h 394660"/>
                  <a:gd name="connsiteX113" fmla="*/ 114796 w 179513"/>
                  <a:gd name="connsiteY113" fmla="*/ 300032 h 394660"/>
                  <a:gd name="connsiteX114" fmla="*/ 118565 w 179513"/>
                  <a:gd name="connsiteY114" fmla="*/ 293304 h 394660"/>
                  <a:gd name="connsiteX115" fmla="*/ 124084 w 179513"/>
                  <a:gd name="connsiteY115" fmla="*/ 285062 h 394660"/>
                  <a:gd name="connsiteX116" fmla="*/ 127181 w 179513"/>
                  <a:gd name="connsiteY116" fmla="*/ 279545 h 394660"/>
                  <a:gd name="connsiteX117" fmla="*/ 129066 w 179513"/>
                  <a:gd name="connsiteY117" fmla="*/ 276652 h 394660"/>
                  <a:gd name="connsiteX118" fmla="*/ 132599 w 179513"/>
                  <a:gd name="connsiteY118" fmla="*/ 270294 h 394660"/>
                  <a:gd name="connsiteX119" fmla="*/ 134618 w 179513"/>
                  <a:gd name="connsiteY119" fmla="*/ 264004 h 394660"/>
                  <a:gd name="connsiteX120" fmla="*/ 137075 w 179513"/>
                  <a:gd name="connsiteY120" fmla="*/ 258588 h 394660"/>
                  <a:gd name="connsiteX121" fmla="*/ 139970 w 179513"/>
                  <a:gd name="connsiteY121" fmla="*/ 253071 h 394660"/>
                  <a:gd name="connsiteX122" fmla="*/ 144513 w 179513"/>
                  <a:gd name="connsiteY122" fmla="*/ 245838 h 394660"/>
                  <a:gd name="connsiteX123" fmla="*/ 145927 w 179513"/>
                  <a:gd name="connsiteY123" fmla="*/ 240557 h 394660"/>
                  <a:gd name="connsiteX124" fmla="*/ 145927 w 179513"/>
                  <a:gd name="connsiteY124" fmla="*/ 232147 h 394660"/>
                  <a:gd name="connsiteX125" fmla="*/ 148451 w 179513"/>
                  <a:gd name="connsiteY125" fmla="*/ 213376 h 394660"/>
                  <a:gd name="connsiteX126" fmla="*/ 148013 w 179513"/>
                  <a:gd name="connsiteY126" fmla="*/ 200559 h 394660"/>
                  <a:gd name="connsiteX127" fmla="*/ 149157 w 179513"/>
                  <a:gd name="connsiteY127" fmla="*/ 193159 h 394660"/>
                  <a:gd name="connsiteX128" fmla="*/ 151109 w 179513"/>
                  <a:gd name="connsiteY128" fmla="*/ 165709 h 394660"/>
                  <a:gd name="connsiteX129" fmla="*/ 152859 w 179513"/>
                  <a:gd name="connsiteY129" fmla="*/ 155213 h 394660"/>
                  <a:gd name="connsiteX130" fmla="*/ 154542 w 179513"/>
                  <a:gd name="connsiteY130" fmla="*/ 138831 h 394660"/>
                  <a:gd name="connsiteX131" fmla="*/ 156292 w 179513"/>
                  <a:gd name="connsiteY131" fmla="*/ 131867 h 394660"/>
                  <a:gd name="connsiteX132" fmla="*/ 159489 w 179513"/>
                  <a:gd name="connsiteY132" fmla="*/ 124063 h 394660"/>
                  <a:gd name="connsiteX133" fmla="*/ 162754 w 179513"/>
                  <a:gd name="connsiteY133" fmla="*/ 112995 h 394660"/>
                  <a:gd name="connsiteX134" fmla="*/ 165446 w 179513"/>
                  <a:gd name="connsiteY134" fmla="*/ 108286 h 394660"/>
                  <a:gd name="connsiteX135" fmla="*/ 166893 w 179513"/>
                  <a:gd name="connsiteY135" fmla="*/ 105023 h 394660"/>
                  <a:gd name="connsiteX136" fmla="*/ 170090 w 179513"/>
                  <a:gd name="connsiteY136" fmla="*/ 99304 h 394660"/>
                  <a:gd name="connsiteX137" fmla="*/ 171672 w 179513"/>
                  <a:gd name="connsiteY137" fmla="*/ 96108 h 394660"/>
                  <a:gd name="connsiteX138" fmla="*/ 172749 w 179513"/>
                  <a:gd name="connsiteY138" fmla="*/ 92542 h 394660"/>
                  <a:gd name="connsiteX139" fmla="*/ 174331 w 179513"/>
                  <a:gd name="connsiteY139" fmla="*/ 88405 h 394660"/>
                  <a:gd name="connsiteX140" fmla="*/ 174028 w 179513"/>
                  <a:gd name="connsiteY140" fmla="*/ 81879 h 394660"/>
                  <a:gd name="connsiteX141" fmla="*/ 173893 w 179513"/>
                  <a:gd name="connsiteY141" fmla="*/ 78548 h 394660"/>
                  <a:gd name="connsiteX142" fmla="*/ 173254 w 179513"/>
                  <a:gd name="connsiteY142" fmla="*/ 69197 h 394660"/>
                  <a:gd name="connsiteX143" fmla="*/ 171571 w 179513"/>
                  <a:gd name="connsiteY143" fmla="*/ 64420 h 394660"/>
                  <a:gd name="connsiteX144" fmla="*/ 170427 w 179513"/>
                  <a:gd name="connsiteY144" fmla="*/ 59004 h 394660"/>
                  <a:gd name="connsiteX145" fmla="*/ 169485 w 179513"/>
                  <a:gd name="connsiteY145" fmla="*/ 54799 h 394660"/>
                  <a:gd name="connsiteX146" fmla="*/ 169922 w 179513"/>
                  <a:gd name="connsiteY146" fmla="*/ 49719 h 394660"/>
                  <a:gd name="connsiteX147" fmla="*/ 170293 w 179513"/>
                  <a:gd name="connsiteY147" fmla="*/ 46759 h 394660"/>
                  <a:gd name="connsiteX148" fmla="*/ 172110 w 179513"/>
                  <a:gd name="connsiteY148" fmla="*/ 42420 h 394660"/>
                  <a:gd name="connsiteX149" fmla="*/ 175509 w 179513"/>
                  <a:gd name="connsiteY149" fmla="*/ 37273 h 394660"/>
                  <a:gd name="connsiteX150" fmla="*/ 178336 w 179513"/>
                  <a:gd name="connsiteY150" fmla="*/ 32294 h 394660"/>
                  <a:gd name="connsiteX151" fmla="*/ 179514 w 179513"/>
                  <a:gd name="connsiteY151" fmla="*/ 28022 h 394660"/>
                  <a:gd name="connsiteX152" fmla="*/ 178942 w 179513"/>
                  <a:gd name="connsiteY152" fmla="*/ 21731 h 394660"/>
                  <a:gd name="connsiteX153" fmla="*/ 176620 w 179513"/>
                  <a:gd name="connsiteY153" fmla="*/ 18266 h 394660"/>
                  <a:gd name="connsiteX154" fmla="*/ 173220 w 179513"/>
                  <a:gd name="connsiteY154" fmla="*/ 15306 h 394660"/>
                  <a:gd name="connsiteX155" fmla="*/ 168744 w 179513"/>
                  <a:gd name="connsiteY155" fmla="*/ 14431 h 394660"/>
                  <a:gd name="connsiteX156" fmla="*/ 166287 w 179513"/>
                  <a:gd name="connsiteY156" fmla="*/ 12682 h 394660"/>
                  <a:gd name="connsiteX157" fmla="*/ 160634 w 179513"/>
                  <a:gd name="connsiteY157" fmla="*/ 12615 h 394660"/>
                  <a:gd name="connsiteX158" fmla="*/ 156427 w 179513"/>
                  <a:gd name="connsiteY158" fmla="*/ 14061 h 394660"/>
                  <a:gd name="connsiteX159" fmla="*/ 154239 w 179513"/>
                  <a:gd name="connsiteY159" fmla="*/ 14768 h 394660"/>
                  <a:gd name="connsiteX160" fmla="*/ 151648 w 179513"/>
                  <a:gd name="connsiteY160" fmla="*/ 13624 h 394660"/>
                  <a:gd name="connsiteX161" fmla="*/ 150335 w 179513"/>
                  <a:gd name="connsiteY161" fmla="*/ 11942 h 394660"/>
                  <a:gd name="connsiteX162" fmla="*/ 146128 w 179513"/>
                  <a:gd name="connsiteY162" fmla="*/ 8746 h 394660"/>
                  <a:gd name="connsiteX163" fmla="*/ 144177 w 179513"/>
                  <a:gd name="connsiteY163" fmla="*/ 6728 h 394660"/>
                  <a:gd name="connsiteX164" fmla="*/ 142359 w 179513"/>
                  <a:gd name="connsiteY164" fmla="*/ 3902 h 394660"/>
                  <a:gd name="connsiteX165" fmla="*/ 140037 w 179513"/>
                  <a:gd name="connsiteY165" fmla="*/ 1312 h 394660"/>
                  <a:gd name="connsiteX166" fmla="*/ 138455 w 179513"/>
                  <a:gd name="connsiteY166" fmla="*/ 673 h 394660"/>
                  <a:gd name="connsiteX167" fmla="*/ 136335 w 179513"/>
                  <a:gd name="connsiteY167" fmla="*/ 0 h 3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79513" h="394660">
                    <a:moveTo>
                      <a:pt x="136335" y="0"/>
                    </a:moveTo>
                    <a:lnTo>
                      <a:pt x="132869" y="0"/>
                    </a:lnTo>
                    <a:lnTo>
                      <a:pt x="128729" y="1514"/>
                    </a:lnTo>
                    <a:cubicBezTo>
                      <a:pt x="128729" y="1514"/>
                      <a:pt x="125902" y="5651"/>
                      <a:pt x="125700" y="6291"/>
                    </a:cubicBezTo>
                    <a:cubicBezTo>
                      <a:pt x="125498" y="6930"/>
                      <a:pt x="120921" y="12144"/>
                      <a:pt x="120921" y="12144"/>
                    </a:cubicBezTo>
                    <a:lnTo>
                      <a:pt x="117657" y="16719"/>
                    </a:lnTo>
                    <a:lnTo>
                      <a:pt x="115065" y="19746"/>
                    </a:lnTo>
                    <a:lnTo>
                      <a:pt x="111161" y="21933"/>
                    </a:lnTo>
                    <a:lnTo>
                      <a:pt x="107897" y="24120"/>
                    </a:lnTo>
                    <a:lnTo>
                      <a:pt x="103118" y="27147"/>
                    </a:lnTo>
                    <a:lnTo>
                      <a:pt x="99853" y="29535"/>
                    </a:lnTo>
                    <a:lnTo>
                      <a:pt x="94637" y="29535"/>
                    </a:lnTo>
                    <a:cubicBezTo>
                      <a:pt x="94637" y="29535"/>
                      <a:pt x="90935" y="32361"/>
                      <a:pt x="90296" y="32563"/>
                    </a:cubicBezTo>
                    <a:cubicBezTo>
                      <a:pt x="89656" y="32765"/>
                      <a:pt x="85516" y="36903"/>
                      <a:pt x="85516" y="36903"/>
                    </a:cubicBezTo>
                    <a:lnTo>
                      <a:pt x="84440" y="41040"/>
                    </a:lnTo>
                    <a:lnTo>
                      <a:pt x="83127" y="45178"/>
                    </a:lnTo>
                    <a:lnTo>
                      <a:pt x="80737" y="49753"/>
                    </a:lnTo>
                    <a:lnTo>
                      <a:pt x="78988" y="53453"/>
                    </a:lnTo>
                    <a:lnTo>
                      <a:pt x="76160" y="56716"/>
                    </a:lnTo>
                    <a:lnTo>
                      <a:pt x="74209" y="60686"/>
                    </a:lnTo>
                    <a:lnTo>
                      <a:pt x="73064" y="63882"/>
                    </a:lnTo>
                    <a:lnTo>
                      <a:pt x="71617" y="66943"/>
                    </a:lnTo>
                    <a:lnTo>
                      <a:pt x="69530" y="69769"/>
                    </a:lnTo>
                    <a:lnTo>
                      <a:pt x="66905" y="73099"/>
                    </a:lnTo>
                    <a:lnTo>
                      <a:pt x="62564" y="76934"/>
                    </a:lnTo>
                    <a:lnTo>
                      <a:pt x="60444" y="81576"/>
                    </a:lnTo>
                    <a:lnTo>
                      <a:pt x="57482" y="84469"/>
                    </a:lnTo>
                    <a:lnTo>
                      <a:pt x="56371" y="86857"/>
                    </a:lnTo>
                    <a:lnTo>
                      <a:pt x="55530" y="92812"/>
                    </a:lnTo>
                    <a:lnTo>
                      <a:pt x="55530" y="94763"/>
                    </a:lnTo>
                    <a:lnTo>
                      <a:pt x="53780" y="98463"/>
                    </a:lnTo>
                    <a:lnTo>
                      <a:pt x="51525" y="101558"/>
                    </a:lnTo>
                    <a:lnTo>
                      <a:pt x="50852" y="106267"/>
                    </a:lnTo>
                    <a:cubicBezTo>
                      <a:pt x="50852" y="106267"/>
                      <a:pt x="47319" y="112121"/>
                      <a:pt x="47016" y="112558"/>
                    </a:cubicBezTo>
                    <a:cubicBezTo>
                      <a:pt x="46713" y="112995"/>
                      <a:pt x="45905" y="116259"/>
                      <a:pt x="45905" y="116259"/>
                    </a:cubicBezTo>
                    <a:lnTo>
                      <a:pt x="44761" y="119589"/>
                    </a:lnTo>
                    <a:cubicBezTo>
                      <a:pt x="44761" y="119589"/>
                      <a:pt x="40352" y="125745"/>
                      <a:pt x="40419" y="125980"/>
                    </a:cubicBezTo>
                    <a:cubicBezTo>
                      <a:pt x="40487" y="126182"/>
                      <a:pt x="37525" y="132271"/>
                      <a:pt x="37525" y="132271"/>
                    </a:cubicBezTo>
                    <a:lnTo>
                      <a:pt x="36886" y="137283"/>
                    </a:lnTo>
                    <a:lnTo>
                      <a:pt x="34126" y="143574"/>
                    </a:lnTo>
                    <a:lnTo>
                      <a:pt x="31938" y="150470"/>
                    </a:lnTo>
                    <a:lnTo>
                      <a:pt x="31064" y="153430"/>
                    </a:lnTo>
                    <a:lnTo>
                      <a:pt x="27227" y="161470"/>
                    </a:lnTo>
                    <a:lnTo>
                      <a:pt x="20630" y="170385"/>
                    </a:lnTo>
                    <a:lnTo>
                      <a:pt x="17669" y="176978"/>
                    </a:lnTo>
                    <a:lnTo>
                      <a:pt x="13462" y="183639"/>
                    </a:lnTo>
                    <a:lnTo>
                      <a:pt x="9895" y="186902"/>
                    </a:lnTo>
                    <a:lnTo>
                      <a:pt x="7640" y="188786"/>
                    </a:lnTo>
                    <a:lnTo>
                      <a:pt x="4544" y="193865"/>
                    </a:lnTo>
                    <a:lnTo>
                      <a:pt x="3870" y="196893"/>
                    </a:lnTo>
                    <a:lnTo>
                      <a:pt x="3063" y="204361"/>
                    </a:lnTo>
                    <a:lnTo>
                      <a:pt x="3500" y="212031"/>
                    </a:lnTo>
                    <a:lnTo>
                      <a:pt x="3365" y="218422"/>
                    </a:lnTo>
                    <a:lnTo>
                      <a:pt x="5014" y="222627"/>
                    </a:lnTo>
                    <a:lnTo>
                      <a:pt x="5452" y="226597"/>
                    </a:lnTo>
                    <a:lnTo>
                      <a:pt x="4510" y="230364"/>
                    </a:lnTo>
                    <a:lnTo>
                      <a:pt x="4375" y="233392"/>
                    </a:lnTo>
                    <a:lnTo>
                      <a:pt x="3736" y="237798"/>
                    </a:lnTo>
                    <a:lnTo>
                      <a:pt x="3870" y="243013"/>
                    </a:lnTo>
                    <a:lnTo>
                      <a:pt x="2625" y="249169"/>
                    </a:lnTo>
                    <a:lnTo>
                      <a:pt x="1885" y="252802"/>
                    </a:lnTo>
                    <a:lnTo>
                      <a:pt x="572" y="257747"/>
                    </a:lnTo>
                    <a:lnTo>
                      <a:pt x="0" y="263903"/>
                    </a:lnTo>
                    <a:lnTo>
                      <a:pt x="438" y="268478"/>
                    </a:lnTo>
                    <a:lnTo>
                      <a:pt x="7606" y="277830"/>
                    </a:lnTo>
                    <a:lnTo>
                      <a:pt x="13899" y="285062"/>
                    </a:lnTo>
                    <a:lnTo>
                      <a:pt x="16861" y="289133"/>
                    </a:lnTo>
                    <a:lnTo>
                      <a:pt x="18174" y="293035"/>
                    </a:lnTo>
                    <a:lnTo>
                      <a:pt x="23087" y="299830"/>
                    </a:lnTo>
                    <a:lnTo>
                      <a:pt x="24534" y="308004"/>
                    </a:lnTo>
                    <a:lnTo>
                      <a:pt x="27496" y="313656"/>
                    </a:lnTo>
                    <a:lnTo>
                      <a:pt x="30121" y="317424"/>
                    </a:lnTo>
                    <a:lnTo>
                      <a:pt x="37727" y="324387"/>
                    </a:lnTo>
                    <a:lnTo>
                      <a:pt x="43953" y="330106"/>
                    </a:lnTo>
                    <a:lnTo>
                      <a:pt x="47857" y="332864"/>
                    </a:lnTo>
                    <a:lnTo>
                      <a:pt x="52771" y="338583"/>
                    </a:lnTo>
                    <a:lnTo>
                      <a:pt x="58997" y="340837"/>
                    </a:lnTo>
                    <a:lnTo>
                      <a:pt x="65458" y="345984"/>
                    </a:lnTo>
                    <a:cubicBezTo>
                      <a:pt x="65458" y="345984"/>
                      <a:pt x="67915" y="349247"/>
                      <a:pt x="68117" y="349449"/>
                    </a:cubicBezTo>
                    <a:cubicBezTo>
                      <a:pt x="68285" y="349650"/>
                      <a:pt x="71785" y="356681"/>
                      <a:pt x="71785" y="356681"/>
                    </a:cubicBezTo>
                    <a:lnTo>
                      <a:pt x="74478" y="361895"/>
                    </a:lnTo>
                    <a:lnTo>
                      <a:pt x="78550" y="367177"/>
                    </a:lnTo>
                    <a:lnTo>
                      <a:pt x="80435" y="371011"/>
                    </a:lnTo>
                    <a:lnTo>
                      <a:pt x="81242" y="373703"/>
                    </a:lnTo>
                    <a:lnTo>
                      <a:pt x="81713" y="376966"/>
                    </a:lnTo>
                    <a:lnTo>
                      <a:pt x="81545" y="379590"/>
                    </a:lnTo>
                    <a:lnTo>
                      <a:pt x="81545" y="381608"/>
                    </a:lnTo>
                    <a:lnTo>
                      <a:pt x="81545" y="383492"/>
                    </a:lnTo>
                    <a:lnTo>
                      <a:pt x="81545" y="386822"/>
                    </a:lnTo>
                    <a:lnTo>
                      <a:pt x="82286" y="387999"/>
                    </a:lnTo>
                    <a:lnTo>
                      <a:pt x="82353" y="388807"/>
                    </a:lnTo>
                    <a:lnTo>
                      <a:pt x="82420" y="390623"/>
                    </a:lnTo>
                    <a:lnTo>
                      <a:pt x="83800" y="392373"/>
                    </a:lnTo>
                    <a:cubicBezTo>
                      <a:pt x="83800" y="392373"/>
                      <a:pt x="84238" y="392810"/>
                      <a:pt x="84473" y="392877"/>
                    </a:cubicBezTo>
                    <a:cubicBezTo>
                      <a:pt x="84675" y="392944"/>
                      <a:pt x="86156" y="393550"/>
                      <a:pt x="86358" y="393550"/>
                    </a:cubicBezTo>
                    <a:cubicBezTo>
                      <a:pt x="86560" y="393550"/>
                      <a:pt x="90430" y="394660"/>
                      <a:pt x="90430" y="394660"/>
                    </a:cubicBezTo>
                    <a:lnTo>
                      <a:pt x="92887" y="394660"/>
                    </a:lnTo>
                    <a:cubicBezTo>
                      <a:pt x="92887" y="394660"/>
                      <a:pt x="93325" y="394660"/>
                      <a:pt x="94637" y="394660"/>
                    </a:cubicBezTo>
                    <a:cubicBezTo>
                      <a:pt x="95949" y="394660"/>
                      <a:pt x="98103" y="394660"/>
                      <a:pt x="98103" y="394660"/>
                    </a:cubicBezTo>
                    <a:lnTo>
                      <a:pt x="99483" y="394357"/>
                    </a:lnTo>
                    <a:lnTo>
                      <a:pt x="99786" y="393281"/>
                    </a:lnTo>
                    <a:lnTo>
                      <a:pt x="100291" y="392137"/>
                    </a:lnTo>
                    <a:lnTo>
                      <a:pt x="100863" y="390119"/>
                    </a:lnTo>
                    <a:lnTo>
                      <a:pt x="100930" y="387865"/>
                    </a:lnTo>
                    <a:lnTo>
                      <a:pt x="101200" y="382146"/>
                    </a:lnTo>
                    <a:lnTo>
                      <a:pt x="100728" y="376697"/>
                    </a:lnTo>
                    <a:lnTo>
                      <a:pt x="100728" y="371213"/>
                    </a:lnTo>
                    <a:lnTo>
                      <a:pt x="100728" y="367950"/>
                    </a:lnTo>
                    <a:lnTo>
                      <a:pt x="100728" y="327751"/>
                    </a:lnTo>
                    <a:lnTo>
                      <a:pt x="102546" y="325060"/>
                    </a:lnTo>
                    <a:lnTo>
                      <a:pt x="103791" y="320855"/>
                    </a:lnTo>
                    <a:lnTo>
                      <a:pt x="107628" y="313454"/>
                    </a:lnTo>
                    <a:lnTo>
                      <a:pt x="112339" y="305549"/>
                    </a:lnTo>
                    <a:lnTo>
                      <a:pt x="114796" y="300032"/>
                    </a:lnTo>
                    <a:lnTo>
                      <a:pt x="118565" y="293304"/>
                    </a:lnTo>
                    <a:lnTo>
                      <a:pt x="124084" y="285062"/>
                    </a:lnTo>
                    <a:cubicBezTo>
                      <a:pt x="124084" y="285062"/>
                      <a:pt x="127046" y="279781"/>
                      <a:pt x="127181" y="279545"/>
                    </a:cubicBezTo>
                    <a:cubicBezTo>
                      <a:pt x="127316" y="279343"/>
                      <a:pt x="129066" y="276652"/>
                      <a:pt x="129066" y="276652"/>
                    </a:cubicBezTo>
                    <a:lnTo>
                      <a:pt x="132599" y="270294"/>
                    </a:lnTo>
                    <a:lnTo>
                      <a:pt x="134618" y="264004"/>
                    </a:lnTo>
                    <a:lnTo>
                      <a:pt x="137075" y="258588"/>
                    </a:lnTo>
                    <a:lnTo>
                      <a:pt x="139970" y="253071"/>
                    </a:lnTo>
                    <a:cubicBezTo>
                      <a:pt x="139970" y="253071"/>
                      <a:pt x="144277" y="246108"/>
                      <a:pt x="144513" y="245838"/>
                    </a:cubicBezTo>
                    <a:cubicBezTo>
                      <a:pt x="144715" y="245536"/>
                      <a:pt x="145927" y="241869"/>
                      <a:pt x="145927" y="240557"/>
                    </a:cubicBezTo>
                    <a:cubicBezTo>
                      <a:pt x="145927" y="239245"/>
                      <a:pt x="145927" y="232147"/>
                      <a:pt x="145927" y="232147"/>
                    </a:cubicBezTo>
                    <a:lnTo>
                      <a:pt x="148451" y="213376"/>
                    </a:lnTo>
                    <a:lnTo>
                      <a:pt x="148013" y="200559"/>
                    </a:lnTo>
                    <a:lnTo>
                      <a:pt x="149157" y="193159"/>
                    </a:lnTo>
                    <a:lnTo>
                      <a:pt x="151109" y="165709"/>
                    </a:lnTo>
                    <a:lnTo>
                      <a:pt x="152859" y="155213"/>
                    </a:lnTo>
                    <a:lnTo>
                      <a:pt x="154542" y="138831"/>
                    </a:lnTo>
                    <a:lnTo>
                      <a:pt x="156292" y="131867"/>
                    </a:lnTo>
                    <a:lnTo>
                      <a:pt x="159489" y="124063"/>
                    </a:lnTo>
                    <a:lnTo>
                      <a:pt x="162754" y="112995"/>
                    </a:lnTo>
                    <a:lnTo>
                      <a:pt x="165446" y="108286"/>
                    </a:lnTo>
                    <a:lnTo>
                      <a:pt x="166893" y="105023"/>
                    </a:lnTo>
                    <a:lnTo>
                      <a:pt x="170090" y="99304"/>
                    </a:lnTo>
                    <a:lnTo>
                      <a:pt x="171672" y="96108"/>
                    </a:lnTo>
                    <a:lnTo>
                      <a:pt x="172749" y="92542"/>
                    </a:lnTo>
                    <a:lnTo>
                      <a:pt x="174331" y="88405"/>
                    </a:lnTo>
                    <a:lnTo>
                      <a:pt x="174028" y="81879"/>
                    </a:lnTo>
                    <a:lnTo>
                      <a:pt x="173893" y="78548"/>
                    </a:lnTo>
                    <a:lnTo>
                      <a:pt x="173254" y="69197"/>
                    </a:lnTo>
                    <a:lnTo>
                      <a:pt x="171571" y="64420"/>
                    </a:lnTo>
                    <a:lnTo>
                      <a:pt x="170427" y="59004"/>
                    </a:lnTo>
                    <a:lnTo>
                      <a:pt x="169485" y="54799"/>
                    </a:lnTo>
                    <a:lnTo>
                      <a:pt x="169922" y="49719"/>
                    </a:lnTo>
                    <a:lnTo>
                      <a:pt x="170293" y="46759"/>
                    </a:lnTo>
                    <a:cubicBezTo>
                      <a:pt x="170293" y="46759"/>
                      <a:pt x="171874" y="42722"/>
                      <a:pt x="172110" y="42420"/>
                    </a:cubicBezTo>
                    <a:cubicBezTo>
                      <a:pt x="172345" y="42117"/>
                      <a:pt x="175509" y="37273"/>
                      <a:pt x="175509" y="37273"/>
                    </a:cubicBezTo>
                    <a:lnTo>
                      <a:pt x="178336" y="32294"/>
                    </a:lnTo>
                    <a:lnTo>
                      <a:pt x="179514" y="28022"/>
                    </a:lnTo>
                    <a:lnTo>
                      <a:pt x="178942" y="21731"/>
                    </a:lnTo>
                    <a:lnTo>
                      <a:pt x="176620" y="18266"/>
                    </a:lnTo>
                    <a:cubicBezTo>
                      <a:pt x="176620" y="18266"/>
                      <a:pt x="173523" y="15306"/>
                      <a:pt x="173220" y="15306"/>
                    </a:cubicBezTo>
                    <a:cubicBezTo>
                      <a:pt x="172917" y="15306"/>
                      <a:pt x="168744" y="14431"/>
                      <a:pt x="168744" y="14431"/>
                    </a:cubicBezTo>
                    <a:lnTo>
                      <a:pt x="166287" y="12682"/>
                    </a:lnTo>
                    <a:cubicBezTo>
                      <a:pt x="166287" y="12682"/>
                      <a:pt x="161946" y="11942"/>
                      <a:pt x="160634" y="12615"/>
                    </a:cubicBezTo>
                    <a:cubicBezTo>
                      <a:pt x="159321" y="13254"/>
                      <a:pt x="156427" y="14061"/>
                      <a:pt x="156427" y="14061"/>
                    </a:cubicBezTo>
                    <a:lnTo>
                      <a:pt x="154239" y="14768"/>
                    </a:lnTo>
                    <a:lnTo>
                      <a:pt x="151648" y="13624"/>
                    </a:lnTo>
                    <a:lnTo>
                      <a:pt x="150335" y="11942"/>
                    </a:lnTo>
                    <a:lnTo>
                      <a:pt x="146128" y="8746"/>
                    </a:lnTo>
                    <a:cubicBezTo>
                      <a:pt x="146128" y="8746"/>
                      <a:pt x="144311" y="7064"/>
                      <a:pt x="144177" y="6728"/>
                    </a:cubicBezTo>
                    <a:cubicBezTo>
                      <a:pt x="144042" y="6358"/>
                      <a:pt x="142359" y="3902"/>
                      <a:pt x="142359" y="3902"/>
                    </a:cubicBezTo>
                    <a:lnTo>
                      <a:pt x="140037" y="1312"/>
                    </a:lnTo>
                    <a:lnTo>
                      <a:pt x="138455" y="673"/>
                    </a:lnTo>
                    <a:lnTo>
                      <a:pt x="136335" y="0"/>
                    </a:lnTo>
                    <a:close/>
                  </a:path>
                </a:pathLst>
              </a:custGeom>
              <a:grpFill/>
              <a:ln w="6350" cap="flat">
                <a:solidFill>
                  <a:schemeClr val="bg1"/>
                </a:solidFill>
                <a:prstDash val="solid"/>
                <a:miter/>
              </a:ln>
            </p:spPr>
            <p:txBody>
              <a:bodyPr rtlCol="0" anchor="ctr"/>
              <a:lstStyle/>
              <a:p>
                <a:endParaRPr lang="en-US"/>
              </a:p>
            </p:txBody>
          </p:sp>
          <p:sp>
            <p:nvSpPr>
              <p:cNvPr id="199" name="Freeform 916">
                <a:extLst>
                  <a:ext uri="{FF2B5EF4-FFF2-40B4-BE49-F238E27FC236}">
                    <a16:creationId xmlns:a16="http://schemas.microsoft.com/office/drawing/2014/main" id="{09026C6B-88A4-B844-C592-4EA80F2DABE2}"/>
                  </a:ext>
                </a:extLst>
              </p:cNvPr>
              <p:cNvSpPr/>
              <p:nvPr/>
            </p:nvSpPr>
            <p:spPr>
              <a:xfrm>
                <a:off x="6399073" y="3562874"/>
                <a:ext cx="5216" cy="9015"/>
              </a:xfrm>
              <a:custGeom>
                <a:avLst/>
                <a:gdLst>
                  <a:gd name="connsiteX0" fmla="*/ 1414 w 5216"/>
                  <a:gd name="connsiteY0" fmla="*/ 9016 h 9015"/>
                  <a:gd name="connsiteX1" fmla="*/ 5216 w 5216"/>
                  <a:gd name="connsiteY1" fmla="*/ 7165 h 9015"/>
                  <a:gd name="connsiteX2" fmla="*/ 5216 w 5216"/>
                  <a:gd name="connsiteY2" fmla="*/ 4541 h 9015"/>
                  <a:gd name="connsiteX3" fmla="*/ 5216 w 5216"/>
                  <a:gd name="connsiteY3" fmla="*/ 1076 h 9015"/>
                  <a:gd name="connsiteX4" fmla="*/ 1414 w 5216"/>
                  <a:gd name="connsiteY4" fmla="*/ 0 h 9015"/>
                  <a:gd name="connsiteX5" fmla="*/ 0 w 5216"/>
                  <a:gd name="connsiteY5" fmla="*/ 2927 h 9015"/>
                  <a:gd name="connsiteX6" fmla="*/ 0 w 5216"/>
                  <a:gd name="connsiteY6" fmla="*/ 4541 h 9015"/>
                  <a:gd name="connsiteX7" fmla="*/ 0 w 5216"/>
                  <a:gd name="connsiteY7" fmla="*/ 6291 h 9015"/>
                  <a:gd name="connsiteX8" fmla="*/ 0 w 5216"/>
                  <a:gd name="connsiteY8" fmla="*/ 8006 h 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6" h="9015">
                    <a:moveTo>
                      <a:pt x="1414" y="9016"/>
                    </a:moveTo>
                    <a:lnTo>
                      <a:pt x="5216" y="7165"/>
                    </a:lnTo>
                    <a:lnTo>
                      <a:pt x="5216" y="4541"/>
                    </a:lnTo>
                    <a:lnTo>
                      <a:pt x="5216" y="1076"/>
                    </a:lnTo>
                    <a:lnTo>
                      <a:pt x="1414" y="0"/>
                    </a:lnTo>
                    <a:lnTo>
                      <a:pt x="0" y="2927"/>
                    </a:lnTo>
                    <a:lnTo>
                      <a:pt x="0" y="4541"/>
                    </a:lnTo>
                    <a:lnTo>
                      <a:pt x="0" y="6291"/>
                    </a:lnTo>
                    <a:lnTo>
                      <a:pt x="0" y="8006"/>
                    </a:lnTo>
                    <a:close/>
                  </a:path>
                </a:pathLst>
              </a:custGeom>
              <a:grpFill/>
              <a:ln w="6350" cap="flat">
                <a:solidFill>
                  <a:schemeClr val="bg1"/>
                </a:solidFill>
                <a:prstDash val="solid"/>
                <a:miter/>
              </a:ln>
            </p:spPr>
            <p:txBody>
              <a:bodyPr rtlCol="0" anchor="ctr"/>
              <a:lstStyle/>
              <a:p>
                <a:endParaRPr lang="en-US"/>
              </a:p>
            </p:txBody>
          </p:sp>
          <p:sp>
            <p:nvSpPr>
              <p:cNvPr id="200" name="Freeform 917">
                <a:extLst>
                  <a:ext uri="{FF2B5EF4-FFF2-40B4-BE49-F238E27FC236}">
                    <a16:creationId xmlns:a16="http://schemas.microsoft.com/office/drawing/2014/main" id="{BD43F526-C94F-BBF5-75E7-C40D708EC11F}"/>
                  </a:ext>
                </a:extLst>
              </p:cNvPr>
              <p:cNvSpPr/>
              <p:nvPr/>
            </p:nvSpPr>
            <p:spPr>
              <a:xfrm>
                <a:off x="6390357" y="3588238"/>
                <a:ext cx="3499" cy="4372"/>
              </a:xfrm>
              <a:custGeom>
                <a:avLst/>
                <a:gdLst>
                  <a:gd name="connsiteX0" fmla="*/ 1312 w 3499"/>
                  <a:gd name="connsiteY0" fmla="*/ 0 h 4372"/>
                  <a:gd name="connsiteX1" fmla="*/ 0 w 3499"/>
                  <a:gd name="connsiteY1" fmla="*/ 807 h 4372"/>
                  <a:gd name="connsiteX2" fmla="*/ 0 w 3499"/>
                  <a:gd name="connsiteY2" fmla="*/ 4373 h 4372"/>
                  <a:gd name="connsiteX3" fmla="*/ 2625 w 3499"/>
                  <a:gd name="connsiteY3" fmla="*/ 4373 h 4372"/>
                  <a:gd name="connsiteX4" fmla="*/ 3500 w 3499"/>
                  <a:gd name="connsiteY4" fmla="*/ 2186 h 4372"/>
                  <a:gd name="connsiteX5" fmla="*/ 3500 w 3499"/>
                  <a:gd name="connsiteY5" fmla="*/ 34 h 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 h="4372">
                    <a:moveTo>
                      <a:pt x="1312" y="0"/>
                    </a:moveTo>
                    <a:lnTo>
                      <a:pt x="0" y="807"/>
                    </a:lnTo>
                    <a:lnTo>
                      <a:pt x="0" y="4373"/>
                    </a:lnTo>
                    <a:lnTo>
                      <a:pt x="2625" y="4373"/>
                    </a:lnTo>
                    <a:lnTo>
                      <a:pt x="3500" y="2186"/>
                    </a:lnTo>
                    <a:lnTo>
                      <a:pt x="3500" y="34"/>
                    </a:lnTo>
                    <a:close/>
                  </a:path>
                </a:pathLst>
              </a:custGeom>
              <a:grpFill/>
              <a:ln w="6350" cap="flat">
                <a:solidFill>
                  <a:schemeClr val="bg1"/>
                </a:solidFill>
                <a:prstDash val="solid"/>
                <a:miter/>
              </a:ln>
            </p:spPr>
            <p:txBody>
              <a:bodyPr rtlCol="0" anchor="ctr"/>
              <a:lstStyle/>
              <a:p>
                <a:endParaRPr lang="en-US"/>
              </a:p>
            </p:txBody>
          </p:sp>
          <p:sp>
            <p:nvSpPr>
              <p:cNvPr id="201" name="Freeform 918">
                <a:extLst>
                  <a:ext uri="{FF2B5EF4-FFF2-40B4-BE49-F238E27FC236}">
                    <a16:creationId xmlns:a16="http://schemas.microsoft.com/office/drawing/2014/main" id="{6C885457-091F-A622-E8D7-406E7E8AC8C3}"/>
                  </a:ext>
                </a:extLst>
              </p:cNvPr>
              <p:cNvSpPr/>
              <p:nvPr/>
            </p:nvSpPr>
            <p:spPr>
              <a:xfrm>
                <a:off x="6410213" y="3629178"/>
                <a:ext cx="9692" cy="12480"/>
              </a:xfrm>
              <a:custGeom>
                <a:avLst/>
                <a:gdLst>
                  <a:gd name="connsiteX0" fmla="*/ 371 w 9692"/>
                  <a:gd name="connsiteY0" fmla="*/ 2624 h 12480"/>
                  <a:gd name="connsiteX1" fmla="*/ 0 w 9692"/>
                  <a:gd name="connsiteY1" fmla="*/ 4777 h 12480"/>
                  <a:gd name="connsiteX2" fmla="*/ 606 w 9692"/>
                  <a:gd name="connsiteY2" fmla="*/ 6997 h 12480"/>
                  <a:gd name="connsiteX3" fmla="*/ 1178 w 9692"/>
                  <a:gd name="connsiteY3" fmla="*/ 8545 h 12480"/>
                  <a:gd name="connsiteX4" fmla="*/ 2490 w 9692"/>
                  <a:gd name="connsiteY4" fmla="*/ 9655 h 12480"/>
                  <a:gd name="connsiteX5" fmla="*/ 5318 w 9692"/>
                  <a:gd name="connsiteY5" fmla="*/ 10967 h 12480"/>
                  <a:gd name="connsiteX6" fmla="*/ 7606 w 9692"/>
                  <a:gd name="connsiteY6" fmla="*/ 12481 h 12480"/>
                  <a:gd name="connsiteX7" fmla="*/ 7943 w 9692"/>
                  <a:gd name="connsiteY7" fmla="*/ 11303 h 12480"/>
                  <a:gd name="connsiteX8" fmla="*/ 7943 w 9692"/>
                  <a:gd name="connsiteY8" fmla="*/ 9554 h 12480"/>
                  <a:gd name="connsiteX9" fmla="*/ 9693 w 9692"/>
                  <a:gd name="connsiteY9" fmla="*/ 5652 h 12480"/>
                  <a:gd name="connsiteX10" fmla="*/ 9693 w 9692"/>
                  <a:gd name="connsiteY10" fmla="*/ 2624 h 12480"/>
                  <a:gd name="connsiteX11" fmla="*/ 9154 w 9692"/>
                  <a:gd name="connsiteY11" fmla="*/ 1144 h 12480"/>
                  <a:gd name="connsiteX12" fmla="*/ 6967 w 9692"/>
                  <a:gd name="connsiteY12" fmla="*/ 0 h 12480"/>
                  <a:gd name="connsiteX13" fmla="*/ 3601 w 9692"/>
                  <a:gd name="connsiteY13" fmla="*/ 0 h 12480"/>
                  <a:gd name="connsiteX14" fmla="*/ 2726 w 9692"/>
                  <a:gd name="connsiteY14" fmla="*/ 1077 h 12480"/>
                  <a:gd name="connsiteX15" fmla="*/ 976 w 9692"/>
                  <a:gd name="connsiteY15" fmla="*/ 1850 h 12480"/>
                  <a:gd name="connsiteX16" fmla="*/ 371 w 9692"/>
                  <a:gd name="connsiteY16" fmla="*/ 262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2" h="12480">
                    <a:moveTo>
                      <a:pt x="371" y="2624"/>
                    </a:moveTo>
                    <a:lnTo>
                      <a:pt x="0" y="4777"/>
                    </a:lnTo>
                    <a:lnTo>
                      <a:pt x="606" y="6997"/>
                    </a:lnTo>
                    <a:lnTo>
                      <a:pt x="1178" y="8545"/>
                    </a:lnTo>
                    <a:lnTo>
                      <a:pt x="2490" y="9655"/>
                    </a:lnTo>
                    <a:lnTo>
                      <a:pt x="5318" y="10967"/>
                    </a:lnTo>
                    <a:lnTo>
                      <a:pt x="7606" y="12481"/>
                    </a:lnTo>
                    <a:cubicBezTo>
                      <a:pt x="7606" y="12481"/>
                      <a:pt x="7943" y="11740"/>
                      <a:pt x="7943" y="11303"/>
                    </a:cubicBezTo>
                    <a:cubicBezTo>
                      <a:pt x="7943" y="10866"/>
                      <a:pt x="7943" y="9554"/>
                      <a:pt x="7943" y="9554"/>
                    </a:cubicBezTo>
                    <a:lnTo>
                      <a:pt x="9693" y="5652"/>
                    </a:lnTo>
                    <a:lnTo>
                      <a:pt x="9693" y="2624"/>
                    </a:lnTo>
                    <a:lnTo>
                      <a:pt x="9154" y="1144"/>
                    </a:lnTo>
                    <a:lnTo>
                      <a:pt x="6967" y="0"/>
                    </a:lnTo>
                    <a:lnTo>
                      <a:pt x="3601" y="0"/>
                    </a:lnTo>
                    <a:lnTo>
                      <a:pt x="2726" y="1077"/>
                    </a:lnTo>
                    <a:lnTo>
                      <a:pt x="976" y="1850"/>
                    </a:lnTo>
                    <a:lnTo>
                      <a:pt x="371" y="2624"/>
                    </a:lnTo>
                    <a:close/>
                  </a:path>
                </a:pathLst>
              </a:custGeom>
              <a:grpFill/>
              <a:ln w="6350" cap="flat">
                <a:solidFill>
                  <a:schemeClr val="bg1"/>
                </a:solidFill>
                <a:prstDash val="solid"/>
                <a:miter/>
              </a:ln>
            </p:spPr>
            <p:txBody>
              <a:bodyPr rtlCol="0" anchor="ctr"/>
              <a:lstStyle/>
              <a:p>
                <a:endParaRPr lang="en-US"/>
              </a:p>
            </p:txBody>
          </p:sp>
          <p:sp>
            <p:nvSpPr>
              <p:cNvPr id="202" name="Freeform 919">
                <a:extLst>
                  <a:ext uri="{FF2B5EF4-FFF2-40B4-BE49-F238E27FC236}">
                    <a16:creationId xmlns:a16="http://schemas.microsoft.com/office/drawing/2014/main" id="{6AF3F521-E455-CCF1-BA84-C42F029BC33C}"/>
                  </a:ext>
                </a:extLst>
              </p:cNvPr>
              <p:cNvSpPr/>
              <p:nvPr/>
            </p:nvSpPr>
            <p:spPr>
              <a:xfrm>
                <a:off x="6343913" y="3678359"/>
                <a:ext cx="3197" cy="3128"/>
              </a:xfrm>
              <a:custGeom>
                <a:avLst/>
                <a:gdLst>
                  <a:gd name="connsiteX0" fmla="*/ 0 w 3197"/>
                  <a:gd name="connsiteY0" fmla="*/ 1985 h 3128"/>
                  <a:gd name="connsiteX1" fmla="*/ 942 w 3197"/>
                  <a:gd name="connsiteY1" fmla="*/ 3129 h 3128"/>
                  <a:gd name="connsiteX2" fmla="*/ 2322 w 3197"/>
                  <a:gd name="connsiteY2" fmla="*/ 2557 h 3128"/>
                  <a:gd name="connsiteX3" fmla="*/ 3197 w 3197"/>
                  <a:gd name="connsiteY3" fmla="*/ 505 h 3128"/>
                  <a:gd name="connsiteX4" fmla="*/ 1615 w 3197"/>
                  <a:gd name="connsiteY4" fmla="*/ 0 h 3128"/>
                  <a:gd name="connsiteX5" fmla="*/ 808 w 3197"/>
                  <a:gd name="connsiteY5" fmla="*/ 1110 h 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 h="3128">
                    <a:moveTo>
                      <a:pt x="0" y="1985"/>
                    </a:moveTo>
                    <a:lnTo>
                      <a:pt x="942" y="3129"/>
                    </a:lnTo>
                    <a:lnTo>
                      <a:pt x="2322" y="2557"/>
                    </a:lnTo>
                    <a:lnTo>
                      <a:pt x="3197" y="505"/>
                    </a:lnTo>
                    <a:lnTo>
                      <a:pt x="1615" y="0"/>
                    </a:lnTo>
                    <a:lnTo>
                      <a:pt x="808" y="1110"/>
                    </a:lnTo>
                    <a:close/>
                  </a:path>
                </a:pathLst>
              </a:custGeom>
              <a:grpFill/>
              <a:ln w="6350" cap="flat">
                <a:solidFill>
                  <a:schemeClr val="bg1"/>
                </a:solidFill>
                <a:prstDash val="solid"/>
                <a:miter/>
              </a:ln>
            </p:spPr>
            <p:txBody>
              <a:bodyPr rtlCol="0" anchor="ctr"/>
              <a:lstStyle/>
              <a:p>
                <a:endParaRPr lang="en-US"/>
              </a:p>
            </p:txBody>
          </p:sp>
          <p:sp>
            <p:nvSpPr>
              <p:cNvPr id="203" name="Freeform 920">
                <a:extLst>
                  <a:ext uri="{FF2B5EF4-FFF2-40B4-BE49-F238E27FC236}">
                    <a16:creationId xmlns:a16="http://schemas.microsoft.com/office/drawing/2014/main" id="{BF7AB33D-E8D7-1147-3EDF-DA6273789EB3}"/>
                  </a:ext>
                </a:extLst>
              </p:cNvPr>
              <p:cNvSpPr/>
              <p:nvPr/>
            </p:nvSpPr>
            <p:spPr>
              <a:xfrm>
                <a:off x="6167900" y="3531690"/>
                <a:ext cx="3668" cy="4103"/>
              </a:xfrm>
              <a:custGeom>
                <a:avLst/>
                <a:gdLst>
                  <a:gd name="connsiteX0" fmla="*/ 0 w 3668"/>
                  <a:gd name="connsiteY0" fmla="*/ 1951 h 4103"/>
                  <a:gd name="connsiteX1" fmla="*/ 1716 w 3668"/>
                  <a:gd name="connsiteY1" fmla="*/ 4104 h 4103"/>
                  <a:gd name="connsiteX2" fmla="*/ 3669 w 3668"/>
                  <a:gd name="connsiteY2" fmla="*/ 1951 h 4103"/>
                  <a:gd name="connsiteX3" fmla="*/ 2928 w 3668"/>
                  <a:gd name="connsiteY3" fmla="*/ 0 h 4103"/>
                </a:gdLst>
                <a:ahLst/>
                <a:cxnLst>
                  <a:cxn ang="0">
                    <a:pos x="connsiteX0" y="connsiteY0"/>
                  </a:cxn>
                  <a:cxn ang="0">
                    <a:pos x="connsiteX1" y="connsiteY1"/>
                  </a:cxn>
                  <a:cxn ang="0">
                    <a:pos x="connsiteX2" y="connsiteY2"/>
                  </a:cxn>
                  <a:cxn ang="0">
                    <a:pos x="connsiteX3" y="connsiteY3"/>
                  </a:cxn>
                </a:cxnLst>
                <a:rect l="l" t="t" r="r" b="b"/>
                <a:pathLst>
                  <a:path w="3668" h="4103">
                    <a:moveTo>
                      <a:pt x="0" y="1951"/>
                    </a:moveTo>
                    <a:lnTo>
                      <a:pt x="1716" y="4104"/>
                    </a:lnTo>
                    <a:lnTo>
                      <a:pt x="3669" y="1951"/>
                    </a:lnTo>
                    <a:lnTo>
                      <a:pt x="2928" y="0"/>
                    </a:lnTo>
                    <a:close/>
                  </a:path>
                </a:pathLst>
              </a:custGeom>
              <a:grpFill/>
              <a:ln w="6350" cap="flat">
                <a:solidFill>
                  <a:schemeClr val="bg1"/>
                </a:solidFill>
                <a:prstDash val="solid"/>
                <a:miter/>
              </a:ln>
            </p:spPr>
            <p:txBody>
              <a:bodyPr rtlCol="0" anchor="ctr"/>
              <a:lstStyle/>
              <a:p>
                <a:endParaRPr lang="en-US"/>
              </a:p>
            </p:txBody>
          </p:sp>
          <p:sp>
            <p:nvSpPr>
              <p:cNvPr id="204" name="Freeform 921">
                <a:extLst>
                  <a:ext uri="{FF2B5EF4-FFF2-40B4-BE49-F238E27FC236}">
                    <a16:creationId xmlns:a16="http://schemas.microsoft.com/office/drawing/2014/main" id="{B63023ED-79CB-C1D7-6EBF-C52E725605EB}"/>
                  </a:ext>
                </a:extLst>
              </p:cNvPr>
              <p:cNvSpPr/>
              <p:nvPr/>
            </p:nvSpPr>
            <p:spPr>
              <a:xfrm>
                <a:off x="6176482" y="3509993"/>
                <a:ext cx="5553" cy="6155"/>
              </a:xfrm>
              <a:custGeom>
                <a:avLst/>
                <a:gdLst>
                  <a:gd name="connsiteX0" fmla="*/ 0 w 5553"/>
                  <a:gd name="connsiteY0" fmla="*/ 3768 h 6155"/>
                  <a:gd name="connsiteX1" fmla="*/ 1043 w 5553"/>
                  <a:gd name="connsiteY1" fmla="*/ 5281 h 6155"/>
                  <a:gd name="connsiteX2" fmla="*/ 2759 w 5553"/>
                  <a:gd name="connsiteY2" fmla="*/ 6156 h 6155"/>
                  <a:gd name="connsiteX3" fmla="*/ 4342 w 5553"/>
                  <a:gd name="connsiteY3" fmla="*/ 6156 h 6155"/>
                  <a:gd name="connsiteX4" fmla="*/ 5553 w 5553"/>
                  <a:gd name="connsiteY4" fmla="*/ 3431 h 6155"/>
                  <a:gd name="connsiteX5" fmla="*/ 4712 w 5553"/>
                  <a:gd name="connsiteY5" fmla="*/ 1009 h 6155"/>
                  <a:gd name="connsiteX6" fmla="*/ 2861 w 5553"/>
                  <a:gd name="connsiteY6" fmla="*/ 0 h 6155"/>
                  <a:gd name="connsiteX7" fmla="*/ 673 w 5553"/>
                  <a:gd name="connsiteY7" fmla="*/ 875 h 6155"/>
                  <a:gd name="connsiteX8" fmla="*/ 0 w 5553"/>
                  <a:gd name="connsiteY8" fmla="*/ 2657 h 6155"/>
                  <a:gd name="connsiteX9" fmla="*/ 0 w 5553"/>
                  <a:gd name="connsiteY9" fmla="*/ 3768 h 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3" h="6155">
                    <a:moveTo>
                      <a:pt x="0" y="3768"/>
                    </a:moveTo>
                    <a:lnTo>
                      <a:pt x="1043" y="5281"/>
                    </a:lnTo>
                    <a:lnTo>
                      <a:pt x="2759" y="6156"/>
                    </a:lnTo>
                    <a:lnTo>
                      <a:pt x="4342" y="6156"/>
                    </a:lnTo>
                    <a:cubicBezTo>
                      <a:pt x="4342" y="6156"/>
                      <a:pt x="5553" y="3599"/>
                      <a:pt x="5553" y="3431"/>
                    </a:cubicBezTo>
                    <a:cubicBezTo>
                      <a:pt x="5553" y="3297"/>
                      <a:pt x="4813" y="1043"/>
                      <a:pt x="4712" y="1009"/>
                    </a:cubicBezTo>
                    <a:cubicBezTo>
                      <a:pt x="4611" y="975"/>
                      <a:pt x="2861" y="0"/>
                      <a:pt x="2861" y="0"/>
                    </a:cubicBezTo>
                    <a:lnTo>
                      <a:pt x="673" y="875"/>
                    </a:lnTo>
                    <a:lnTo>
                      <a:pt x="0" y="2657"/>
                    </a:lnTo>
                    <a:lnTo>
                      <a:pt x="0" y="3768"/>
                    </a:lnTo>
                    <a:close/>
                  </a:path>
                </a:pathLst>
              </a:custGeom>
              <a:grpFill/>
              <a:ln w="6350" cap="flat">
                <a:solidFill>
                  <a:schemeClr val="bg1"/>
                </a:solidFill>
                <a:prstDash val="solid"/>
                <a:miter/>
              </a:ln>
            </p:spPr>
            <p:txBody>
              <a:bodyPr rtlCol="0" anchor="ctr"/>
              <a:lstStyle/>
              <a:p>
                <a:endParaRPr lang="en-US"/>
              </a:p>
            </p:txBody>
          </p:sp>
          <p:sp>
            <p:nvSpPr>
              <p:cNvPr id="205" name="Freeform 922">
                <a:extLst>
                  <a:ext uri="{FF2B5EF4-FFF2-40B4-BE49-F238E27FC236}">
                    <a16:creationId xmlns:a16="http://schemas.microsoft.com/office/drawing/2014/main" id="{69A01DAA-78D0-2C7C-EECF-673D90F799FC}"/>
                  </a:ext>
                </a:extLst>
              </p:cNvPr>
              <p:cNvSpPr/>
              <p:nvPr/>
            </p:nvSpPr>
            <p:spPr>
              <a:xfrm>
                <a:off x="6171345" y="3477343"/>
                <a:ext cx="21604" cy="21248"/>
              </a:xfrm>
              <a:custGeom>
                <a:avLst/>
                <a:gdLst>
                  <a:gd name="connsiteX0" fmla="*/ 10185 w 21604"/>
                  <a:gd name="connsiteY0" fmla="*/ 13812 h 21248"/>
                  <a:gd name="connsiteX1" fmla="*/ 8906 w 21604"/>
                  <a:gd name="connsiteY1" fmla="*/ 17108 h 21248"/>
                  <a:gd name="connsiteX2" fmla="*/ 9478 w 21604"/>
                  <a:gd name="connsiteY2" fmla="*/ 19967 h 21248"/>
                  <a:gd name="connsiteX3" fmla="*/ 15166 w 21604"/>
                  <a:gd name="connsiteY3" fmla="*/ 21010 h 21248"/>
                  <a:gd name="connsiteX4" fmla="*/ 19507 w 21604"/>
                  <a:gd name="connsiteY4" fmla="*/ 15695 h 21248"/>
                  <a:gd name="connsiteX5" fmla="*/ 19507 w 21604"/>
                  <a:gd name="connsiteY5" fmla="*/ 11625 h 21248"/>
                  <a:gd name="connsiteX6" fmla="*/ 19945 w 21604"/>
                  <a:gd name="connsiteY6" fmla="*/ 9438 h 21248"/>
                  <a:gd name="connsiteX7" fmla="*/ 21526 w 21604"/>
                  <a:gd name="connsiteY7" fmla="*/ 4729 h 21248"/>
                  <a:gd name="connsiteX8" fmla="*/ 21526 w 21604"/>
                  <a:gd name="connsiteY8" fmla="*/ 1836 h 21248"/>
                  <a:gd name="connsiteX9" fmla="*/ 17387 w 21604"/>
                  <a:gd name="connsiteY9" fmla="*/ 826 h 21248"/>
                  <a:gd name="connsiteX10" fmla="*/ 13819 w 21604"/>
                  <a:gd name="connsiteY10" fmla="*/ 86 h 21248"/>
                  <a:gd name="connsiteX11" fmla="*/ 7896 w 21604"/>
                  <a:gd name="connsiteY11" fmla="*/ 2609 h 21248"/>
                  <a:gd name="connsiteX12" fmla="*/ 6281 w 21604"/>
                  <a:gd name="connsiteY12" fmla="*/ 3686 h 21248"/>
                  <a:gd name="connsiteX13" fmla="*/ 5541 w 21604"/>
                  <a:gd name="connsiteY13" fmla="*/ 4830 h 21248"/>
                  <a:gd name="connsiteX14" fmla="*/ 1569 w 21604"/>
                  <a:gd name="connsiteY14" fmla="*/ 4830 h 21248"/>
                  <a:gd name="connsiteX15" fmla="*/ 761 w 21604"/>
                  <a:gd name="connsiteY15" fmla="*/ 5704 h 21248"/>
                  <a:gd name="connsiteX16" fmla="*/ 55 w 21604"/>
                  <a:gd name="connsiteY16" fmla="*/ 8025 h 21248"/>
                  <a:gd name="connsiteX17" fmla="*/ 324 w 21604"/>
                  <a:gd name="connsiteY17" fmla="*/ 11725 h 21248"/>
                  <a:gd name="connsiteX18" fmla="*/ 2344 w 21604"/>
                  <a:gd name="connsiteY18" fmla="*/ 12870 h 21248"/>
                  <a:gd name="connsiteX19" fmla="*/ 5810 w 21604"/>
                  <a:gd name="connsiteY19" fmla="*/ 11120 h 21248"/>
                  <a:gd name="connsiteX20" fmla="*/ 7863 w 21604"/>
                  <a:gd name="connsiteY20" fmla="*/ 9977 h 21248"/>
                  <a:gd name="connsiteX21" fmla="*/ 9445 w 21604"/>
                  <a:gd name="connsiteY21" fmla="*/ 10548 h 21248"/>
                  <a:gd name="connsiteX22" fmla="*/ 10320 w 21604"/>
                  <a:gd name="connsiteY22" fmla="*/ 11558 h 21248"/>
                  <a:gd name="connsiteX23" fmla="*/ 10320 w 21604"/>
                  <a:gd name="connsiteY23" fmla="*/ 13508 h 21248"/>
                  <a:gd name="connsiteX24" fmla="*/ 10185 w 21604"/>
                  <a:gd name="connsiteY24" fmla="*/ 13812 h 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04" h="21248">
                    <a:moveTo>
                      <a:pt x="10185" y="13812"/>
                    </a:moveTo>
                    <a:lnTo>
                      <a:pt x="8906" y="17108"/>
                    </a:lnTo>
                    <a:cubicBezTo>
                      <a:pt x="8906" y="17108"/>
                      <a:pt x="7829" y="18285"/>
                      <a:pt x="9478" y="19967"/>
                    </a:cubicBezTo>
                    <a:cubicBezTo>
                      <a:pt x="11127" y="21616"/>
                      <a:pt x="14863" y="21313"/>
                      <a:pt x="15166" y="21010"/>
                    </a:cubicBezTo>
                    <a:cubicBezTo>
                      <a:pt x="15435" y="20707"/>
                      <a:pt x="19507" y="15695"/>
                      <a:pt x="19507" y="15695"/>
                    </a:cubicBezTo>
                    <a:cubicBezTo>
                      <a:pt x="19507" y="15695"/>
                      <a:pt x="19205" y="12196"/>
                      <a:pt x="19507" y="11625"/>
                    </a:cubicBezTo>
                    <a:cubicBezTo>
                      <a:pt x="19776" y="11053"/>
                      <a:pt x="19945" y="9438"/>
                      <a:pt x="19945" y="9438"/>
                    </a:cubicBezTo>
                    <a:cubicBezTo>
                      <a:pt x="19945" y="9438"/>
                      <a:pt x="21459" y="5031"/>
                      <a:pt x="21526" y="4729"/>
                    </a:cubicBezTo>
                    <a:cubicBezTo>
                      <a:pt x="21594" y="4426"/>
                      <a:pt x="21661" y="1970"/>
                      <a:pt x="21526" y="1836"/>
                    </a:cubicBezTo>
                    <a:cubicBezTo>
                      <a:pt x="21392" y="1701"/>
                      <a:pt x="17690" y="826"/>
                      <a:pt x="17387" y="826"/>
                    </a:cubicBezTo>
                    <a:cubicBezTo>
                      <a:pt x="17084" y="826"/>
                      <a:pt x="14863" y="-317"/>
                      <a:pt x="13819" y="86"/>
                    </a:cubicBezTo>
                    <a:cubicBezTo>
                      <a:pt x="12810" y="524"/>
                      <a:pt x="8367" y="2273"/>
                      <a:pt x="7896" y="2609"/>
                    </a:cubicBezTo>
                    <a:cubicBezTo>
                      <a:pt x="7459" y="2979"/>
                      <a:pt x="6281" y="3686"/>
                      <a:pt x="6281" y="3686"/>
                    </a:cubicBezTo>
                    <a:cubicBezTo>
                      <a:pt x="6281" y="3686"/>
                      <a:pt x="6147" y="4561"/>
                      <a:pt x="5541" y="4830"/>
                    </a:cubicBezTo>
                    <a:cubicBezTo>
                      <a:pt x="4968" y="5132"/>
                      <a:pt x="1569" y="4830"/>
                      <a:pt x="1569" y="4830"/>
                    </a:cubicBezTo>
                    <a:cubicBezTo>
                      <a:pt x="1569" y="4830"/>
                      <a:pt x="1065" y="5402"/>
                      <a:pt x="761" y="5704"/>
                    </a:cubicBezTo>
                    <a:cubicBezTo>
                      <a:pt x="459" y="6007"/>
                      <a:pt x="55" y="8025"/>
                      <a:pt x="55" y="8025"/>
                    </a:cubicBezTo>
                    <a:cubicBezTo>
                      <a:pt x="55" y="8025"/>
                      <a:pt x="-181" y="11490"/>
                      <a:pt x="324" y="11725"/>
                    </a:cubicBezTo>
                    <a:cubicBezTo>
                      <a:pt x="829" y="11928"/>
                      <a:pt x="1637" y="13105"/>
                      <a:pt x="2344" y="12870"/>
                    </a:cubicBezTo>
                    <a:cubicBezTo>
                      <a:pt x="3050" y="12667"/>
                      <a:pt x="4968" y="11725"/>
                      <a:pt x="5810" y="11120"/>
                    </a:cubicBezTo>
                    <a:cubicBezTo>
                      <a:pt x="6685" y="10548"/>
                      <a:pt x="7425" y="9876"/>
                      <a:pt x="7863" y="9977"/>
                    </a:cubicBezTo>
                    <a:cubicBezTo>
                      <a:pt x="8267" y="10043"/>
                      <a:pt x="9445" y="10548"/>
                      <a:pt x="9445" y="10548"/>
                    </a:cubicBezTo>
                    <a:lnTo>
                      <a:pt x="10320" y="11558"/>
                    </a:lnTo>
                    <a:lnTo>
                      <a:pt x="10320" y="13508"/>
                    </a:lnTo>
                    <a:lnTo>
                      <a:pt x="10185" y="13812"/>
                    </a:lnTo>
                    <a:close/>
                  </a:path>
                </a:pathLst>
              </a:custGeom>
              <a:grpFill/>
              <a:ln w="6350" cap="flat">
                <a:solidFill>
                  <a:schemeClr val="bg1"/>
                </a:solidFill>
                <a:prstDash val="solid"/>
                <a:miter/>
              </a:ln>
            </p:spPr>
            <p:txBody>
              <a:bodyPr rtlCol="0" anchor="ctr"/>
              <a:lstStyle/>
              <a:p>
                <a:endParaRPr lang="en-US"/>
              </a:p>
            </p:txBody>
          </p:sp>
        </p:grpSp>
      </p:grpSp>
      <p:sp>
        <p:nvSpPr>
          <p:cNvPr id="253" name="椭圆 252">
            <a:extLst>
              <a:ext uri="{FF2B5EF4-FFF2-40B4-BE49-F238E27FC236}">
                <a16:creationId xmlns:a16="http://schemas.microsoft.com/office/drawing/2014/main" id="{591C1824-9E70-0FC8-FB4C-984974A0EFB1}"/>
              </a:ext>
            </a:extLst>
          </p:cNvPr>
          <p:cNvSpPr/>
          <p:nvPr/>
        </p:nvSpPr>
        <p:spPr>
          <a:xfrm rot="20635996">
            <a:off x="10049254" y="3535422"/>
            <a:ext cx="897572" cy="1627937"/>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4" name="文本框 253">
            <a:extLst>
              <a:ext uri="{FF2B5EF4-FFF2-40B4-BE49-F238E27FC236}">
                <a16:creationId xmlns:a16="http://schemas.microsoft.com/office/drawing/2014/main" id="{B71939CC-C6D9-DF4F-C016-0A98397A1ED0}"/>
              </a:ext>
            </a:extLst>
          </p:cNvPr>
          <p:cNvSpPr txBox="1"/>
          <p:nvPr/>
        </p:nvSpPr>
        <p:spPr>
          <a:xfrm>
            <a:off x="8005136" y="1738558"/>
            <a:ext cx="2243202" cy="307777"/>
          </a:xfrm>
          <a:prstGeom prst="rect">
            <a:avLst/>
          </a:prstGeom>
          <a:noFill/>
        </p:spPr>
        <p:txBody>
          <a:bodyPr wrap="square" rtlCol="0">
            <a:spAutoFit/>
          </a:bodyPr>
          <a:lstStyle/>
          <a:p>
            <a:pPr algn="l"/>
            <a:r>
              <a:rPr kumimoji="1" lang="en" altLang="zh-CN" sz="1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5" name="文本框 254">
            <a:extLst>
              <a:ext uri="{FF2B5EF4-FFF2-40B4-BE49-F238E27FC236}">
                <a16:creationId xmlns:a16="http://schemas.microsoft.com/office/drawing/2014/main" id="{61CE1412-07EB-585F-7229-A144DB020233}"/>
              </a:ext>
            </a:extLst>
          </p:cNvPr>
          <p:cNvSpPr txBox="1"/>
          <p:nvPr/>
        </p:nvSpPr>
        <p:spPr>
          <a:xfrm>
            <a:off x="7807806" y="2042276"/>
            <a:ext cx="2392071" cy="738664"/>
          </a:xfrm>
          <a:prstGeom prst="rect">
            <a:avLst/>
          </a:prstGeom>
          <a:noFill/>
        </p:spPr>
        <p:txBody>
          <a:bodyPr wrap="square" rtlCol="0">
            <a:spAutoFit/>
          </a:bodyPr>
          <a:lstStyle/>
          <a:p>
            <a:pPr algn="ct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56" name="文本框 255">
            <a:extLst>
              <a:ext uri="{FF2B5EF4-FFF2-40B4-BE49-F238E27FC236}">
                <a16:creationId xmlns:a16="http://schemas.microsoft.com/office/drawing/2014/main" id="{9E1DEBC8-A9C4-C564-DDD3-2C921F319680}"/>
              </a:ext>
            </a:extLst>
          </p:cNvPr>
          <p:cNvSpPr txBox="1"/>
          <p:nvPr/>
        </p:nvSpPr>
        <p:spPr>
          <a:xfrm>
            <a:off x="10185866" y="5595172"/>
            <a:ext cx="1708422" cy="246221"/>
          </a:xfrm>
          <a:prstGeom prst="rect">
            <a:avLst/>
          </a:prstGeom>
          <a:noFill/>
        </p:spPr>
        <p:txBody>
          <a:bodyPr wrap="square" rtlCol="0">
            <a:spAutoFit/>
          </a:bodyPr>
          <a:lstStyle/>
          <a:p>
            <a:pPr algn="l"/>
            <a:r>
              <a:rPr kumimoji="1" lang="en" altLang="zh-CN" sz="10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8" name="文本框 257">
            <a:extLst>
              <a:ext uri="{FF2B5EF4-FFF2-40B4-BE49-F238E27FC236}">
                <a16:creationId xmlns:a16="http://schemas.microsoft.com/office/drawing/2014/main" id="{AE6DF13F-B5C1-01C5-3144-03FC5F56948F}"/>
              </a:ext>
            </a:extLst>
          </p:cNvPr>
          <p:cNvSpPr txBox="1"/>
          <p:nvPr/>
        </p:nvSpPr>
        <p:spPr>
          <a:xfrm>
            <a:off x="10159194" y="5799786"/>
            <a:ext cx="1708422" cy="246221"/>
          </a:xfrm>
          <a:prstGeom prst="rect">
            <a:avLst/>
          </a:prstGeom>
          <a:noFill/>
        </p:spPr>
        <p:txBody>
          <a:bodyPr wrap="square" rtlCol="0">
            <a:spAutoFit/>
          </a:bodyPr>
          <a:lstStyle/>
          <a:p>
            <a:pPr algn="l"/>
            <a:r>
              <a:rPr kumimoji="1" lang="en" altLang="zh-CN" sz="10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1" name="矩形 260">
            <a:extLst>
              <a:ext uri="{FF2B5EF4-FFF2-40B4-BE49-F238E27FC236}">
                <a16:creationId xmlns:a16="http://schemas.microsoft.com/office/drawing/2014/main" id="{BBFC74A6-A870-3BC9-8782-2A0B6A480584}"/>
              </a:ext>
            </a:extLst>
          </p:cNvPr>
          <p:cNvSpPr/>
          <p:nvPr/>
        </p:nvSpPr>
        <p:spPr>
          <a:xfrm>
            <a:off x="6452042" y="5403547"/>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2" name="文本框 261">
            <a:extLst>
              <a:ext uri="{FF2B5EF4-FFF2-40B4-BE49-F238E27FC236}">
                <a16:creationId xmlns:a16="http://schemas.microsoft.com/office/drawing/2014/main" id="{27356B0F-C40B-056B-BB39-174711335AB9}"/>
              </a:ext>
            </a:extLst>
          </p:cNvPr>
          <p:cNvSpPr txBox="1"/>
          <p:nvPr/>
        </p:nvSpPr>
        <p:spPr>
          <a:xfrm>
            <a:off x="6767279" y="5348414"/>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63" name="矩形 262">
            <a:extLst>
              <a:ext uri="{FF2B5EF4-FFF2-40B4-BE49-F238E27FC236}">
                <a16:creationId xmlns:a16="http://schemas.microsoft.com/office/drawing/2014/main" id="{CB1BFD85-7B91-1E4D-0F51-661373941203}"/>
              </a:ext>
            </a:extLst>
          </p:cNvPr>
          <p:cNvSpPr/>
          <p:nvPr/>
        </p:nvSpPr>
        <p:spPr>
          <a:xfrm>
            <a:off x="6452042" y="5646226"/>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4" name="文本框 263">
            <a:extLst>
              <a:ext uri="{FF2B5EF4-FFF2-40B4-BE49-F238E27FC236}">
                <a16:creationId xmlns:a16="http://schemas.microsoft.com/office/drawing/2014/main" id="{1F847FDA-50CA-C0BE-D05C-C625F3C78968}"/>
              </a:ext>
            </a:extLst>
          </p:cNvPr>
          <p:cNvSpPr txBox="1"/>
          <p:nvPr/>
        </p:nvSpPr>
        <p:spPr>
          <a:xfrm>
            <a:off x="6767279" y="5622991"/>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71" name="文本框 270">
            <a:extLst>
              <a:ext uri="{FF2B5EF4-FFF2-40B4-BE49-F238E27FC236}">
                <a16:creationId xmlns:a16="http://schemas.microsoft.com/office/drawing/2014/main" id="{927FDA44-BFE5-290B-3A50-FEA0B0B1ECDA}"/>
              </a:ext>
            </a:extLst>
          </p:cNvPr>
          <p:cNvSpPr txBox="1"/>
          <p:nvPr/>
        </p:nvSpPr>
        <p:spPr>
          <a:xfrm>
            <a:off x="270163" y="959947"/>
            <a:ext cx="11700164" cy="954107"/>
          </a:xfrm>
          <a:prstGeom prst="rect">
            <a:avLst/>
          </a:prstGeom>
          <a:noFill/>
        </p:spPr>
        <p:txBody>
          <a:bodyPr wrap="square" rtlCol="0">
            <a:spAutoFit/>
          </a:bodyPr>
          <a:lstStyle/>
          <a:p>
            <a:pPr algn="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a:p>
            <a:pPr algn="r"/>
            <a:endParaRPr kumimoji="1" lang="zh-CN" altLang="en-US" sz="1400" dirty="0">
              <a:solidFill>
                <a:srgbClr val="1E344D"/>
              </a:solidFill>
              <a:latin typeface="Alibaba PuHuiTi" pitchFamily="18" charset="-122"/>
              <a:ea typeface="Alibaba PuHuiTi" pitchFamily="18" charset="-122"/>
              <a:cs typeface="Alibaba PuHuiTi" pitchFamily="18" charset="-122"/>
            </a:endParaRPr>
          </a:p>
          <a:p>
            <a:pPr algn="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80" name="Rectangle 44">
            <a:extLst>
              <a:ext uri="{FF2B5EF4-FFF2-40B4-BE49-F238E27FC236}">
                <a16:creationId xmlns:a16="http://schemas.microsoft.com/office/drawing/2014/main" id="{29935855-87D4-3192-C3AC-DA0060365611}"/>
              </a:ext>
            </a:extLst>
          </p:cNvPr>
          <p:cNvSpPr/>
          <p:nvPr/>
        </p:nvSpPr>
        <p:spPr>
          <a:xfrm>
            <a:off x="512037" y="4074350"/>
            <a:ext cx="5471153" cy="370340"/>
          </a:xfrm>
          <a:prstGeom prst="rect">
            <a:avLst/>
          </a:prstGeom>
          <a:solidFill>
            <a:srgbClr val="1E344D"/>
          </a:solidFill>
          <a:ln w="31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baseline="0" dirty="0">
                <a:latin typeface="Alibaba PuHuiTi" pitchFamily="18" charset="-122"/>
                <a:ea typeface="Alibaba PuHuiTi" pitchFamily="18" charset="-122"/>
                <a:cs typeface="Alibaba PuHuiTi" pitchFamily="18" charset="-122"/>
              </a:rPr>
              <a:t>Insert text here</a:t>
            </a:r>
            <a:endParaRPr lang="en-IN" baseline="0" dirty="0" err="1">
              <a:latin typeface="Alibaba PuHuiTi" pitchFamily="18" charset="-122"/>
              <a:ea typeface="Alibaba PuHuiTi" pitchFamily="18" charset="-122"/>
              <a:cs typeface="Alibaba PuHuiTi" pitchFamily="18" charset="-122"/>
            </a:endParaRPr>
          </a:p>
        </p:txBody>
      </p:sp>
      <p:sp>
        <p:nvSpPr>
          <p:cNvPr id="281" name="Text Placeholder 4">
            <a:extLst>
              <a:ext uri="{FF2B5EF4-FFF2-40B4-BE49-F238E27FC236}">
                <a16:creationId xmlns:a16="http://schemas.microsoft.com/office/drawing/2014/main" id="{00DEF80E-90AD-A899-66BF-1ED46C225EF1}"/>
              </a:ext>
            </a:extLst>
          </p:cNvPr>
          <p:cNvSpPr txBox="1">
            <a:spLocks/>
          </p:cNvSpPr>
          <p:nvPr/>
        </p:nvSpPr>
        <p:spPr>
          <a:xfrm>
            <a:off x="526990" y="4439712"/>
            <a:ext cx="5447512" cy="1989663"/>
          </a:xfrm>
          <a:prstGeom prst="rect">
            <a:avLst/>
          </a:prstGeom>
          <a:ln w="6350">
            <a:solidFill>
              <a:schemeClr val="bg1">
                <a:lumMod val="75000"/>
              </a:schemeClr>
            </a:solidFill>
          </a:ln>
        </p:spPr>
        <p:txBody>
          <a:bodyPr vert="horz" lIns="108000" tIns="72000" rIns="108000" bIns="0" rtlCol="0">
            <a:noAutofit/>
          </a:bodyPr>
          <a:lstStyle>
            <a:lvl1pPr marL="216000" marR="0" indent="-216000" algn="l" defTabSz="389626" rtl="0" eaLnBrk="1" fontAlgn="auto" latinLnBrk="0" hangingPunct="1">
              <a:lnSpc>
                <a:spcPct val="120000"/>
              </a:lnSpc>
              <a:spcBef>
                <a:spcPts val="0"/>
              </a:spcBef>
              <a:spcAft>
                <a:spcPts val="300"/>
              </a:spcAft>
              <a:buClr>
                <a:schemeClr val="tx2"/>
              </a:buClr>
              <a:buSzPct val="110000"/>
              <a:buFont typeface="Arial" panose="020B0604020202020204" pitchFamily="34" charset="0"/>
              <a:buChar char="•"/>
              <a:tabLst/>
              <a:defRPr lang="en-GB" sz="1100" b="0" i="0" u="none" strike="noStrike" kern="1200" baseline="0">
                <a:solidFill>
                  <a:schemeClr val="tx1"/>
                </a:solidFill>
                <a:latin typeface="+mn-lt"/>
                <a:ea typeface="+mn-ea"/>
                <a:cs typeface="Arial" panose="020B0604020202020204" pitchFamily="34" charset="0"/>
              </a:defRPr>
            </a:lvl1pPr>
            <a:lvl2pPr marL="432000" indent="-180000" algn="l" defTabSz="389626" rtl="0" eaLnBrk="1" latinLnBrk="0" hangingPunct="1">
              <a:lnSpc>
                <a:spcPct val="120000"/>
              </a:lnSpc>
              <a:spcBef>
                <a:spcPts val="0"/>
              </a:spcBef>
              <a:spcAft>
                <a:spcPts val="300"/>
              </a:spcAft>
              <a:buFont typeface="Arial" panose="020B0604020202020204" pitchFamily="34" charset="0"/>
              <a:buChar char="̵"/>
              <a:tabLst/>
              <a:defRPr sz="1100" kern="1200">
                <a:solidFill>
                  <a:schemeClr val="tx1"/>
                </a:solidFill>
                <a:latin typeface="+mn-lt"/>
                <a:ea typeface="+mn-ea"/>
                <a:cs typeface="+mn-cs"/>
              </a:defRPr>
            </a:lvl2pPr>
            <a:lvl3pPr marL="0" indent="-216000" algn="l" defTabSz="389626" rtl="0" eaLnBrk="1" latinLnBrk="0" hangingPunct="1">
              <a:lnSpc>
                <a:spcPct val="120000"/>
              </a:lnSpc>
              <a:spcBef>
                <a:spcPts val="0"/>
              </a:spcBef>
              <a:spcAft>
                <a:spcPts val="300"/>
              </a:spcAft>
              <a:buClr>
                <a:schemeClr val="tx2"/>
              </a:buClr>
              <a:buSzPct val="110000"/>
              <a:buFont typeface="Arial" panose="020B0604020202020204" pitchFamily="34" charset="0"/>
              <a:buChar char="•"/>
              <a:defRPr sz="1100" b="0" kern="1200">
                <a:solidFill>
                  <a:schemeClr val="tx1"/>
                </a:solidFill>
                <a:latin typeface="+mn-lt"/>
                <a:ea typeface="+mn-ea"/>
                <a:cs typeface="Arial" panose="020B0604020202020204" pitchFamily="34" charset="0"/>
              </a:defRPr>
            </a:lvl3pPr>
            <a:lvl4pPr marL="0" marR="0" indent="0" algn="l" defTabSz="389626" rtl="0" eaLnBrk="1" fontAlgn="auto" latinLnBrk="0" hangingPunct="1">
              <a:lnSpc>
                <a:spcPct val="100000"/>
              </a:lnSpc>
              <a:spcBef>
                <a:spcPts val="0"/>
              </a:spcBef>
              <a:spcAft>
                <a:spcPts val="600"/>
              </a:spcAft>
              <a:buClrTx/>
              <a:buSzTx/>
              <a:buFont typeface="Lucida Grande"/>
              <a:buNone/>
              <a:tabLst/>
              <a:defRPr sz="1100" kern="1200">
                <a:solidFill>
                  <a:schemeClr val="tx1"/>
                </a:solidFill>
                <a:latin typeface="+mn-lt"/>
                <a:ea typeface="+mn-ea"/>
                <a:cs typeface="+mn-cs"/>
              </a:defRPr>
            </a:lvl4pPr>
            <a:lvl5pPr marL="216000" indent="-216000" algn="l" defTabSz="389626" rtl="0" eaLnBrk="1" latinLnBrk="0" hangingPunct="1">
              <a:lnSpc>
                <a:spcPct val="120000"/>
              </a:lnSpc>
              <a:spcBef>
                <a:spcPts val="0"/>
              </a:spcBef>
              <a:spcAft>
                <a:spcPts val="300"/>
              </a:spcAft>
              <a:buClr>
                <a:schemeClr val="tx2"/>
              </a:buClr>
              <a:buFont typeface="Arial" panose="020B0604020202020204" pitchFamily="34" charset="0"/>
              <a:buChar char="•"/>
              <a:defRPr lang="en-US" sz="1100" b="0" kern="1200" smtClean="0">
                <a:solidFill>
                  <a:schemeClr val="tx1"/>
                </a:solidFill>
                <a:latin typeface="+mn-lt"/>
                <a:ea typeface="+mn-ea"/>
                <a:cs typeface="Arial" panose="020B0604020202020204" pitchFamily="34" charset="0"/>
              </a:defRPr>
            </a:lvl5pPr>
            <a:lvl6pPr marL="763017" indent="-307101" algn="l" defTabSz="389626" rtl="0" eaLnBrk="1" latinLnBrk="0" hangingPunct="1">
              <a:lnSpc>
                <a:spcPct val="100000"/>
              </a:lnSpc>
              <a:spcBef>
                <a:spcPct val="20000"/>
              </a:spcBef>
              <a:buFont typeface="Lucida Grande"/>
              <a:buChar char="»"/>
              <a:defRPr lang="en-US" sz="900" b="1" i="0" kern="1200" smtClean="0">
                <a:solidFill>
                  <a:srgbClr val="1292DC"/>
                </a:solidFill>
                <a:latin typeface="Calibri"/>
                <a:ea typeface="+mn-ea"/>
                <a:cs typeface="Calibri"/>
              </a:defRPr>
            </a:lvl6pPr>
            <a:lvl7pPr marL="610143" marR="0" indent="0" algn="l" defTabSz="389626" rtl="0" eaLnBrk="1" fontAlgn="auto" latinLnBrk="0" hangingPunct="1">
              <a:lnSpc>
                <a:spcPct val="100000"/>
              </a:lnSpc>
              <a:spcBef>
                <a:spcPct val="20000"/>
              </a:spcBef>
              <a:spcAft>
                <a:spcPts val="0"/>
              </a:spcAft>
              <a:buClrTx/>
              <a:buSzTx/>
              <a:buFont typeface="Lucida Grande"/>
              <a:buNone/>
              <a:tabLst/>
              <a:defRPr lang="en-US" sz="1000" kern="1200" smtClean="0">
                <a:solidFill>
                  <a:srgbClr val="1292DC"/>
                </a:solidFill>
                <a:latin typeface="+mn-lt"/>
                <a:ea typeface="+mn-ea"/>
                <a:cs typeface="+mn-cs"/>
              </a:defRPr>
            </a:lvl7pPr>
            <a:lvl8pPr marL="2922194" indent="-194813" algn="l" defTabSz="389626" rtl="0" eaLnBrk="1" latinLnBrk="0" hangingPunct="1">
              <a:spcBef>
                <a:spcPct val="20000"/>
              </a:spcBef>
              <a:buFont typeface="Arial"/>
              <a:buChar char="•"/>
              <a:defRPr sz="1700" kern="1200">
                <a:solidFill>
                  <a:schemeClr val="tx1"/>
                </a:solidFill>
                <a:latin typeface="+mn-lt"/>
                <a:ea typeface="+mn-ea"/>
                <a:cs typeface="+mn-cs"/>
              </a:defRPr>
            </a:lvl8pPr>
            <a:lvl9pPr marL="3311820" indent="-194813" algn="l" defTabSz="389626" rtl="0" eaLnBrk="1" latinLnBrk="0" hangingPunct="1">
              <a:spcBef>
                <a:spcPct val="20000"/>
              </a:spcBef>
              <a:buFont typeface="Arial"/>
              <a:buChar char="•"/>
              <a:defRPr sz="1700" kern="1200">
                <a:solidFill>
                  <a:schemeClr val="tx1"/>
                </a:solidFill>
                <a:latin typeface="+mn-lt"/>
                <a:ea typeface="+mn-ea"/>
                <a:cs typeface="+mn-cs"/>
              </a:defRPr>
            </a:lvl9pPr>
          </a:lstStyle>
          <a:p>
            <a:pPr marL="0" indent="0">
              <a:buFont typeface="Arial" panose="020B0604020202020204" pitchFamily="34" charset="0"/>
              <a:buNone/>
            </a:pPr>
            <a:r>
              <a:rPr lang="en-US" sz="1200" dirty="0">
                <a:latin typeface="Alibaba PuHuiTi" pitchFamily="18" charset="-122"/>
                <a:ea typeface="Alibaba PuHuiTi" pitchFamily="18" charset="-122"/>
                <a:cs typeface="Alibaba PuHuiTi" pitchFamily="18" charset="-122"/>
              </a:rPr>
              <a:t>With since by see of began best includes now, color first necessary.</a:t>
            </a:r>
          </a:p>
          <a:p>
            <a:r>
              <a:rPr lang="en-US" sz="1200" dirty="0">
                <a:latin typeface="Alibaba PuHuiTi" pitchFamily="18" charset="-122"/>
                <a:ea typeface="Alibaba PuHuiTi" pitchFamily="18" charset="-122"/>
                <a:cs typeface="Alibaba PuHuiTi" pitchFamily="18" charset="-122"/>
              </a:rPr>
              <a:t>Alpha</a:t>
            </a:r>
          </a:p>
          <a:p>
            <a:pPr lvl="1" fontAlgn="auto">
              <a:buClr>
                <a:schemeClr val="tx2"/>
              </a:buClr>
            </a:pPr>
            <a:r>
              <a:rPr lang="en-US" sz="1200" baseline="0" dirty="0">
                <a:latin typeface="Alibaba PuHuiTi" pitchFamily="18" charset="-122"/>
                <a:ea typeface="Alibaba PuHuiTi" pitchFamily="18" charset="-122"/>
                <a:cs typeface="Alibaba PuHuiTi" pitchFamily="18" charset="-122"/>
              </a:rPr>
              <a:t>Bravo</a:t>
            </a:r>
          </a:p>
          <a:p>
            <a:pPr marL="0" indent="0">
              <a:buFont typeface="Arial" panose="020B0604020202020204" pitchFamily="34" charset="0"/>
              <a:buNone/>
            </a:pPr>
            <a:r>
              <a:rPr lang="en-US" altLang="zh-CN" sz="1200" dirty="0">
                <a:latin typeface="Alibaba PuHuiTi" pitchFamily="18" charset="-122"/>
                <a:ea typeface="Alibaba PuHuiTi" pitchFamily="18" charset="-122"/>
                <a:cs typeface="Alibaba PuHuiTi" pitchFamily="18" charset="-122"/>
              </a:rPr>
              <a:t>With since by see of began best includes now, color first necessary.</a:t>
            </a:r>
          </a:p>
          <a:p>
            <a:r>
              <a:rPr lang="en-US" altLang="zh-CN" sz="1200" dirty="0">
                <a:latin typeface="Alibaba PuHuiTi" pitchFamily="18" charset="-122"/>
                <a:ea typeface="Alibaba PuHuiTi" pitchFamily="18" charset="-122"/>
                <a:cs typeface="Alibaba PuHuiTi" pitchFamily="18" charset="-122"/>
              </a:rPr>
              <a:t>Alpha</a:t>
            </a:r>
          </a:p>
          <a:p>
            <a:pPr lvl="1" fontAlgn="auto">
              <a:buClr>
                <a:schemeClr val="tx2"/>
              </a:buClr>
            </a:pPr>
            <a:r>
              <a:rPr lang="en-US" altLang="zh-CN" sz="1200" baseline="0" dirty="0">
                <a:latin typeface="Alibaba PuHuiTi" pitchFamily="18" charset="-122"/>
                <a:ea typeface="Alibaba PuHuiTi" pitchFamily="18" charset="-122"/>
                <a:cs typeface="Alibaba PuHuiTi" pitchFamily="18" charset="-122"/>
              </a:rPr>
              <a:t>Bravo</a:t>
            </a:r>
          </a:p>
          <a:p>
            <a:pPr lvl="1" fontAlgn="auto">
              <a:buClr>
                <a:schemeClr val="tx2"/>
              </a:buClr>
            </a:pPr>
            <a:endParaRPr lang="en-US" baseline="0" dirty="0">
              <a:latin typeface="Alibaba PuHuiTi" pitchFamily="18" charset="-122"/>
              <a:ea typeface="Alibaba PuHuiTi" pitchFamily="18" charset="-122"/>
              <a:cs typeface="Alibaba PuHuiTi" pitchFamily="18" charset="-122"/>
            </a:endParaRPr>
          </a:p>
        </p:txBody>
      </p:sp>
      <p:graphicFrame>
        <p:nvGraphicFramePr>
          <p:cNvPr id="282" name="Google Shape;1160;p36">
            <a:extLst>
              <a:ext uri="{FF2B5EF4-FFF2-40B4-BE49-F238E27FC236}">
                <a16:creationId xmlns:a16="http://schemas.microsoft.com/office/drawing/2014/main" id="{FD28CCF7-A7F9-B85B-F38B-06C7C226C5F5}"/>
              </a:ext>
            </a:extLst>
          </p:cNvPr>
          <p:cNvGraphicFramePr/>
          <p:nvPr>
            <p:extLst>
              <p:ext uri="{D42A27DB-BD31-4B8C-83A1-F6EECF244321}">
                <p14:modId xmlns:p14="http://schemas.microsoft.com/office/powerpoint/2010/main" val="2971091607"/>
              </p:ext>
            </p:extLst>
          </p:nvPr>
        </p:nvGraphicFramePr>
        <p:xfrm>
          <a:off x="473645" y="1509824"/>
          <a:ext cx="5480592" cy="2302451"/>
        </p:xfrm>
        <a:graphic>
          <a:graphicData uri="http://schemas.openxmlformats.org/drawingml/2006/table">
            <a:tbl>
              <a:tblPr>
                <a:noFill/>
              </a:tblPr>
              <a:tblGrid>
                <a:gridCol w="421584">
                  <a:extLst>
                    <a:ext uri="{9D8B030D-6E8A-4147-A177-3AD203B41FA5}">
                      <a16:colId xmlns:a16="http://schemas.microsoft.com/office/drawing/2014/main" val="20000"/>
                    </a:ext>
                  </a:extLst>
                </a:gridCol>
                <a:gridCol w="421584">
                  <a:extLst>
                    <a:ext uri="{9D8B030D-6E8A-4147-A177-3AD203B41FA5}">
                      <a16:colId xmlns:a16="http://schemas.microsoft.com/office/drawing/2014/main" val="20001"/>
                    </a:ext>
                  </a:extLst>
                </a:gridCol>
                <a:gridCol w="421584">
                  <a:extLst>
                    <a:ext uri="{9D8B030D-6E8A-4147-A177-3AD203B41FA5}">
                      <a16:colId xmlns:a16="http://schemas.microsoft.com/office/drawing/2014/main" val="20002"/>
                    </a:ext>
                  </a:extLst>
                </a:gridCol>
                <a:gridCol w="421584">
                  <a:extLst>
                    <a:ext uri="{9D8B030D-6E8A-4147-A177-3AD203B41FA5}">
                      <a16:colId xmlns:a16="http://schemas.microsoft.com/office/drawing/2014/main" val="20003"/>
                    </a:ext>
                  </a:extLst>
                </a:gridCol>
                <a:gridCol w="421584">
                  <a:extLst>
                    <a:ext uri="{9D8B030D-6E8A-4147-A177-3AD203B41FA5}">
                      <a16:colId xmlns:a16="http://schemas.microsoft.com/office/drawing/2014/main" val="20004"/>
                    </a:ext>
                  </a:extLst>
                </a:gridCol>
                <a:gridCol w="421584">
                  <a:extLst>
                    <a:ext uri="{9D8B030D-6E8A-4147-A177-3AD203B41FA5}">
                      <a16:colId xmlns:a16="http://schemas.microsoft.com/office/drawing/2014/main" val="20005"/>
                    </a:ext>
                  </a:extLst>
                </a:gridCol>
                <a:gridCol w="421584">
                  <a:extLst>
                    <a:ext uri="{9D8B030D-6E8A-4147-A177-3AD203B41FA5}">
                      <a16:colId xmlns:a16="http://schemas.microsoft.com/office/drawing/2014/main" val="20006"/>
                    </a:ext>
                  </a:extLst>
                </a:gridCol>
                <a:gridCol w="421584">
                  <a:extLst>
                    <a:ext uri="{9D8B030D-6E8A-4147-A177-3AD203B41FA5}">
                      <a16:colId xmlns:a16="http://schemas.microsoft.com/office/drawing/2014/main" val="20007"/>
                    </a:ext>
                  </a:extLst>
                </a:gridCol>
                <a:gridCol w="421584">
                  <a:extLst>
                    <a:ext uri="{9D8B030D-6E8A-4147-A177-3AD203B41FA5}">
                      <a16:colId xmlns:a16="http://schemas.microsoft.com/office/drawing/2014/main" val="20008"/>
                    </a:ext>
                  </a:extLst>
                </a:gridCol>
                <a:gridCol w="421584">
                  <a:extLst>
                    <a:ext uri="{9D8B030D-6E8A-4147-A177-3AD203B41FA5}">
                      <a16:colId xmlns:a16="http://schemas.microsoft.com/office/drawing/2014/main" val="20009"/>
                    </a:ext>
                  </a:extLst>
                </a:gridCol>
                <a:gridCol w="421584">
                  <a:extLst>
                    <a:ext uri="{9D8B030D-6E8A-4147-A177-3AD203B41FA5}">
                      <a16:colId xmlns:a16="http://schemas.microsoft.com/office/drawing/2014/main" val="20010"/>
                    </a:ext>
                  </a:extLst>
                </a:gridCol>
                <a:gridCol w="421584">
                  <a:extLst>
                    <a:ext uri="{9D8B030D-6E8A-4147-A177-3AD203B41FA5}">
                      <a16:colId xmlns:a16="http://schemas.microsoft.com/office/drawing/2014/main" val="20011"/>
                    </a:ext>
                  </a:extLst>
                </a:gridCol>
                <a:gridCol w="421584">
                  <a:extLst>
                    <a:ext uri="{9D8B030D-6E8A-4147-A177-3AD203B41FA5}">
                      <a16:colId xmlns:a16="http://schemas.microsoft.com/office/drawing/2014/main" val="20012"/>
                    </a:ext>
                  </a:extLst>
                </a:gridCol>
              </a:tblGrid>
              <a:tr h="644041">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900" b="0" i="0" dirty="0">
                          <a:solidFill>
                            <a:schemeClr val="lt1"/>
                          </a:solidFill>
                          <a:latin typeface="Alibaba PuHuiTi" pitchFamily="18" charset="-122"/>
                          <a:ea typeface="Alibaba PuHuiTi" pitchFamily="18" charset="-122"/>
                          <a:cs typeface="Alibaba PuHuiTi" pitchFamily="18" charset="-122"/>
                          <a:sym typeface="Fira Sans Extra Condensed"/>
                        </a:rPr>
                        <a:t>Jan</a:t>
                      </a:r>
                      <a:endParaRPr sz="900" b="0" i="0" dirty="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Feb</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Mar</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Apr</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May</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dirty="0">
                          <a:solidFill>
                            <a:schemeClr val="lt1"/>
                          </a:solidFill>
                          <a:latin typeface="Alibaba PuHuiTi" pitchFamily="18" charset="-122"/>
                          <a:ea typeface="Alibaba PuHuiTi" pitchFamily="18" charset="-122"/>
                          <a:cs typeface="Alibaba PuHuiTi" pitchFamily="18" charset="-122"/>
                          <a:sym typeface="Fira Sans Extra Condensed"/>
                        </a:rPr>
                        <a:t>Jun</a:t>
                      </a:r>
                      <a:endParaRPr sz="900" b="0" i="0" dirty="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dirty="0">
                          <a:solidFill>
                            <a:schemeClr val="lt1"/>
                          </a:solidFill>
                          <a:latin typeface="Alibaba PuHuiTi" pitchFamily="18" charset="-122"/>
                          <a:ea typeface="Alibaba PuHuiTi" pitchFamily="18" charset="-122"/>
                          <a:cs typeface="Alibaba PuHuiTi" pitchFamily="18" charset="-122"/>
                          <a:sym typeface="Fira Sans Extra Condensed"/>
                        </a:rPr>
                        <a:t>Jul</a:t>
                      </a:r>
                      <a:endParaRPr sz="900" b="0" i="0" dirty="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BB3023"/>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Aug</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Sep</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Oct</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Nov</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tc>
                  <a:txBody>
                    <a:bodyPr/>
                    <a:lstStyle/>
                    <a:p>
                      <a:pPr marL="0" lvl="0" indent="0" algn="ctr" rtl="0">
                        <a:spcBef>
                          <a:spcPts val="0"/>
                        </a:spcBef>
                        <a:spcAft>
                          <a:spcPts val="0"/>
                        </a:spcAft>
                        <a:buNone/>
                      </a:pPr>
                      <a:r>
                        <a:rPr lang="en" sz="900" b="0" i="0" dirty="0">
                          <a:solidFill>
                            <a:schemeClr val="lt1"/>
                          </a:solidFill>
                          <a:latin typeface="Alibaba PuHuiTi" pitchFamily="18" charset="-122"/>
                          <a:ea typeface="Alibaba PuHuiTi" pitchFamily="18" charset="-122"/>
                          <a:cs typeface="Alibaba PuHuiTi" pitchFamily="18" charset="-122"/>
                          <a:sym typeface="Fira Sans Extra Condensed"/>
                        </a:rPr>
                        <a:t>Dec</a:t>
                      </a:r>
                      <a:endParaRPr sz="900" b="0" i="0" dirty="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solidFill>
                  </a:tcPr>
                </a:tc>
                <a:extLst>
                  <a:ext uri="{0D108BD9-81ED-4DB2-BD59-A6C34878D82A}">
                    <a16:rowId xmlns:a16="http://schemas.microsoft.com/office/drawing/2014/main" val="10000"/>
                  </a:ext>
                </a:extLst>
              </a:tr>
              <a:tr h="402515">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01</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gridSpan="2">
                  <a:txBody>
                    <a:bodyPr/>
                    <a:lstStyle/>
                    <a:p>
                      <a:pPr marL="0" lvl="0" indent="0" algn="ctr" rtl="0">
                        <a:spcBef>
                          <a:spcPts val="0"/>
                        </a:spcBef>
                        <a:spcAft>
                          <a:spcPts val="0"/>
                        </a:spcAft>
                        <a:buNone/>
                      </a:pPr>
                      <a:r>
                        <a:rPr lang="zh-CN" altLang="en-US" sz="1600" b="0" i="0" dirty="0">
                          <a:latin typeface="Alibaba PuHuiTi" pitchFamily="18" charset="-122"/>
                          <a:ea typeface="Alibaba PuHuiTi" pitchFamily="18" charset="-122"/>
                          <a:cs typeface="Alibaba PuHuiTi" pitchFamily="18" charset="-122"/>
                          <a:sym typeface="Fira Sans Extra Condensed"/>
                        </a:rPr>
                        <a:t>✔️</a:t>
                      </a:r>
                      <a:endParaRPr sz="1600" b="0" i="0" dirty="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hMerge="1">
                  <a:txBody>
                    <a:bodyPr/>
                    <a:lstStyle/>
                    <a:p>
                      <a:endParaRPr lang="zh-CN"/>
                    </a:p>
                  </a:txBody>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400" b="0" i="0" dirty="0">
                          <a:latin typeface="Alibaba PuHuiTi" pitchFamily="18" charset="-122"/>
                          <a:ea typeface="Alibaba PuHuiTi" pitchFamily="18" charset="-122"/>
                          <a:cs typeface="Alibaba PuHuiTi" pitchFamily="18" charset="-122"/>
                          <a:sym typeface="Fira Sans Extra Condensed"/>
                        </a:rPr>
                        <a:t>✔️</a:t>
                      </a: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dirty="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extLst>
                  <a:ext uri="{0D108BD9-81ED-4DB2-BD59-A6C34878D82A}">
                    <a16:rowId xmlns:a16="http://schemas.microsoft.com/office/drawing/2014/main" val="10001"/>
                  </a:ext>
                </a:extLst>
              </a:tr>
              <a:tr h="402515">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02</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600" b="0" i="0" dirty="0">
                          <a:latin typeface="Alibaba PuHuiTi" pitchFamily="18" charset="-122"/>
                          <a:ea typeface="Alibaba PuHuiTi" pitchFamily="18" charset="-122"/>
                          <a:cs typeface="Alibaba PuHuiTi" pitchFamily="18" charset="-122"/>
                          <a:sym typeface="Fira Sans Extra Condensed"/>
                        </a:rPr>
                        <a:t>✔️</a:t>
                      </a: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hMerge="1">
                  <a:txBody>
                    <a:bodyPr/>
                    <a:lstStyle/>
                    <a:p>
                      <a:endParaRPr lang="zh-CN"/>
                    </a:p>
                  </a:txBody>
                  <a:tcPr/>
                </a:tc>
                <a:tc hMerge="1">
                  <a:txBody>
                    <a:bodyPr/>
                    <a:lstStyle/>
                    <a:p>
                      <a:endParaRPr lang="zh-CN"/>
                    </a:p>
                  </a:txBody>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dirty="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400" b="0" i="0" dirty="0">
                          <a:latin typeface="Alibaba PuHuiTi" pitchFamily="18" charset="-122"/>
                          <a:ea typeface="Alibaba PuHuiTi" pitchFamily="18" charset="-122"/>
                          <a:cs typeface="Alibaba PuHuiTi" pitchFamily="18" charset="-122"/>
                          <a:sym typeface="Fira Sans Extra Condensed"/>
                        </a:rPr>
                        <a:t>✔️</a:t>
                      </a: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400" b="0" i="0" dirty="0">
                          <a:latin typeface="Alibaba PuHuiTi" pitchFamily="18" charset="-122"/>
                          <a:ea typeface="Alibaba PuHuiTi" pitchFamily="18" charset="-122"/>
                          <a:cs typeface="Alibaba PuHuiTi" pitchFamily="18" charset="-122"/>
                          <a:sym typeface="Fira Sans Extra Condensed"/>
                        </a:rPr>
                        <a:t>✔️</a:t>
                      </a: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extLst>
                  <a:ext uri="{0D108BD9-81ED-4DB2-BD59-A6C34878D82A}">
                    <a16:rowId xmlns:a16="http://schemas.microsoft.com/office/drawing/2014/main" val="10002"/>
                  </a:ext>
                </a:extLst>
              </a:tr>
              <a:tr h="402515">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03</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gridSpan="6">
                  <a:txBody>
                    <a:bodyPr/>
                    <a:lstStyle/>
                    <a:p>
                      <a:pPr marL="0" lvl="0" indent="0" algn="ctr" rtl="0">
                        <a:spcBef>
                          <a:spcPts val="0"/>
                        </a:spcBef>
                        <a:spcAft>
                          <a:spcPts val="0"/>
                        </a:spcAft>
                        <a:buNone/>
                      </a:pPr>
                      <a:endParaRPr sz="900" b="0" i="0" dirty="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extLst>
                  <a:ext uri="{0D108BD9-81ED-4DB2-BD59-A6C34878D82A}">
                    <a16:rowId xmlns:a16="http://schemas.microsoft.com/office/drawing/2014/main" val="10003"/>
                  </a:ext>
                </a:extLst>
              </a:tr>
              <a:tr h="402515">
                <a:tc>
                  <a:txBody>
                    <a:bodyPr/>
                    <a:lstStyle/>
                    <a:p>
                      <a:pPr marL="0" lvl="0" indent="0" algn="ctr" rtl="0">
                        <a:spcBef>
                          <a:spcPts val="0"/>
                        </a:spcBef>
                        <a:spcAft>
                          <a:spcPts val="0"/>
                        </a:spcAft>
                        <a:buNone/>
                      </a:pPr>
                      <a:r>
                        <a:rPr lang="en" sz="900" b="0" i="0">
                          <a:solidFill>
                            <a:schemeClr val="lt1"/>
                          </a:solidFill>
                          <a:latin typeface="Alibaba PuHuiTi" pitchFamily="18" charset="-122"/>
                          <a:ea typeface="Alibaba PuHuiTi" pitchFamily="18" charset="-122"/>
                          <a:cs typeface="Alibaba PuHuiTi" pitchFamily="18" charset="-122"/>
                          <a:sym typeface="Fira Sans Extra Condensed"/>
                        </a:rPr>
                        <a:t>04</a:t>
                      </a:r>
                      <a:endParaRPr sz="900" b="0" i="0">
                        <a:solidFill>
                          <a:schemeClr val="lt1"/>
                        </a:solidFill>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1200" b="0" i="0" dirty="0">
                          <a:latin typeface="Alibaba PuHuiTi" pitchFamily="18" charset="-122"/>
                          <a:ea typeface="Alibaba PuHuiTi" pitchFamily="18" charset="-122"/>
                          <a:cs typeface="Alibaba PuHuiTi" pitchFamily="18" charset="-122"/>
                          <a:sym typeface="Fira Sans Extra Condensed"/>
                        </a:rPr>
                        <a:t>✔️</a:t>
                      </a: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a:txBody>
                    <a:bodyPr/>
                    <a:lstStyle/>
                    <a:p>
                      <a:pPr marL="0" lvl="0" indent="0" algn="ctr" rtl="0">
                        <a:spcBef>
                          <a:spcPts val="0"/>
                        </a:spcBef>
                        <a:spcAft>
                          <a:spcPts val="0"/>
                        </a:spcAft>
                        <a:buNone/>
                      </a:pPr>
                      <a:endParaRPr sz="900" b="0" i="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gridSpan="5">
                  <a:txBody>
                    <a:bodyPr/>
                    <a:lstStyle/>
                    <a:p>
                      <a:pPr marL="0" lvl="0" indent="0" algn="ctr" rtl="0">
                        <a:spcBef>
                          <a:spcPts val="0"/>
                        </a:spcBef>
                        <a:spcAft>
                          <a:spcPts val="0"/>
                        </a:spcAft>
                        <a:buNone/>
                      </a:pPr>
                      <a:endParaRPr sz="900" b="0" i="0" dirty="0">
                        <a:latin typeface="Alibaba PuHuiTi" pitchFamily="18" charset="-122"/>
                        <a:ea typeface="Alibaba PuHuiTi" pitchFamily="18" charset="-122"/>
                        <a:cs typeface="Alibaba PuHuiTi" pitchFamily="18" charset="-122"/>
                        <a:sym typeface="Fira Sans Extra Condensed"/>
                      </a:endParaRPr>
                    </a:p>
                  </a:txBody>
                  <a:tcPr marL="91425" marR="91425"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1E344D">
                        <a:alpha val="16119"/>
                      </a:srgbClr>
                    </a:solidFill>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77523029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 name="Group 3">
            <a:extLst>
              <a:ext uri="{FF2B5EF4-FFF2-40B4-BE49-F238E27FC236}">
                <a16:creationId xmlns:a16="http://schemas.microsoft.com/office/drawing/2014/main" id="{2D7409F3-6092-6109-457D-74EEC511EBAC}"/>
              </a:ext>
            </a:extLst>
          </p:cNvPr>
          <p:cNvGrpSpPr/>
          <p:nvPr/>
        </p:nvGrpSpPr>
        <p:grpSpPr>
          <a:xfrm>
            <a:off x="6096657" y="2173959"/>
            <a:ext cx="5550139" cy="4373217"/>
            <a:chOff x="6097266" y="1718655"/>
            <a:chExt cx="2666145" cy="2100783"/>
          </a:xfrm>
          <a:solidFill>
            <a:srgbClr val="1E344D">
              <a:alpha val="35886"/>
            </a:srgbClr>
          </a:solidFill>
        </p:grpSpPr>
        <p:grpSp>
          <p:nvGrpSpPr>
            <p:cNvPr id="11" name="Graphic 11">
              <a:extLst>
                <a:ext uri="{FF2B5EF4-FFF2-40B4-BE49-F238E27FC236}">
                  <a16:creationId xmlns:a16="http://schemas.microsoft.com/office/drawing/2014/main" id="{9B58EA41-CBA2-2131-9831-D8B4812321EF}"/>
                </a:ext>
              </a:extLst>
            </p:cNvPr>
            <p:cNvGrpSpPr/>
            <p:nvPr/>
          </p:nvGrpSpPr>
          <p:grpSpPr>
            <a:xfrm>
              <a:off x="8300669" y="2982486"/>
              <a:ext cx="51396" cy="65250"/>
              <a:chOff x="6244733" y="2534073"/>
              <a:chExt cx="98675" cy="125273"/>
            </a:xfrm>
            <a:grpFill/>
          </p:grpSpPr>
          <p:sp>
            <p:nvSpPr>
              <p:cNvPr id="126" name="Freeform 965">
                <a:extLst>
                  <a:ext uri="{FF2B5EF4-FFF2-40B4-BE49-F238E27FC236}">
                    <a16:creationId xmlns:a16="http://schemas.microsoft.com/office/drawing/2014/main" id="{051ABED9-A1EA-D933-C641-6AE4EB1DCBFF}"/>
                  </a:ext>
                </a:extLst>
              </p:cNvPr>
              <p:cNvSpPr/>
              <p:nvPr/>
            </p:nvSpPr>
            <p:spPr>
              <a:xfrm>
                <a:off x="6258700" y="2534073"/>
                <a:ext cx="72525" cy="34749"/>
              </a:xfrm>
              <a:custGeom>
                <a:avLst/>
                <a:gdLst>
                  <a:gd name="connsiteX0" fmla="*/ 54857 w 72525"/>
                  <a:gd name="connsiteY0" fmla="*/ 34178 h 34749"/>
                  <a:gd name="connsiteX1" fmla="*/ 58626 w 72525"/>
                  <a:gd name="connsiteY1" fmla="*/ 34750 h 34749"/>
                  <a:gd name="connsiteX2" fmla="*/ 68184 w 72525"/>
                  <a:gd name="connsiteY2" fmla="*/ 34750 h 34749"/>
                  <a:gd name="connsiteX3" fmla="*/ 72525 w 72525"/>
                  <a:gd name="connsiteY3" fmla="*/ 31857 h 34749"/>
                  <a:gd name="connsiteX4" fmla="*/ 72525 w 72525"/>
                  <a:gd name="connsiteY4" fmla="*/ 30410 h 34749"/>
                  <a:gd name="connsiteX5" fmla="*/ 68756 w 72525"/>
                  <a:gd name="connsiteY5" fmla="*/ 26071 h 34749"/>
                  <a:gd name="connsiteX6" fmla="*/ 63371 w 72525"/>
                  <a:gd name="connsiteY6" fmla="*/ 24322 h 34749"/>
                  <a:gd name="connsiteX7" fmla="*/ 59467 w 72525"/>
                  <a:gd name="connsiteY7" fmla="*/ 24322 h 34749"/>
                  <a:gd name="connsiteX8" fmla="*/ 54554 w 72525"/>
                  <a:gd name="connsiteY8" fmla="*/ 22303 h 34749"/>
                  <a:gd name="connsiteX9" fmla="*/ 46140 w 72525"/>
                  <a:gd name="connsiteY9" fmla="*/ 17089 h 34749"/>
                  <a:gd name="connsiteX10" fmla="*/ 35135 w 72525"/>
                  <a:gd name="connsiteY10" fmla="*/ 11875 h 34749"/>
                  <a:gd name="connsiteX11" fmla="*/ 29044 w 72525"/>
                  <a:gd name="connsiteY11" fmla="*/ 5786 h 34749"/>
                  <a:gd name="connsiteX12" fmla="*/ 17736 w 72525"/>
                  <a:gd name="connsiteY12" fmla="*/ 0 h 34749"/>
                  <a:gd name="connsiteX13" fmla="*/ 10769 w 72525"/>
                  <a:gd name="connsiteY13" fmla="*/ 0 h 34749"/>
                  <a:gd name="connsiteX14" fmla="*/ 2928 w 72525"/>
                  <a:gd name="connsiteY14" fmla="*/ 4070 h 34749"/>
                  <a:gd name="connsiteX15" fmla="*/ 1178 w 72525"/>
                  <a:gd name="connsiteY15" fmla="*/ 9285 h 34749"/>
                  <a:gd name="connsiteX16" fmla="*/ 0 w 72525"/>
                  <a:gd name="connsiteY16" fmla="*/ 15373 h 34749"/>
                  <a:gd name="connsiteX17" fmla="*/ 4913 w 72525"/>
                  <a:gd name="connsiteY17" fmla="*/ 19444 h 34749"/>
                  <a:gd name="connsiteX18" fmla="*/ 10130 w 72525"/>
                  <a:gd name="connsiteY18" fmla="*/ 21462 h 34749"/>
                  <a:gd name="connsiteX19" fmla="*/ 14774 w 72525"/>
                  <a:gd name="connsiteY19" fmla="*/ 23783 h 34749"/>
                  <a:gd name="connsiteX20" fmla="*/ 24332 w 72525"/>
                  <a:gd name="connsiteY20" fmla="*/ 24961 h 34749"/>
                  <a:gd name="connsiteX21" fmla="*/ 30693 w 72525"/>
                  <a:gd name="connsiteY21" fmla="*/ 26710 h 34749"/>
                  <a:gd name="connsiteX22" fmla="*/ 33587 w 72525"/>
                  <a:gd name="connsiteY22" fmla="*/ 29031 h 34749"/>
                  <a:gd name="connsiteX23" fmla="*/ 39073 w 72525"/>
                  <a:gd name="connsiteY23" fmla="*/ 29334 h 34749"/>
                  <a:gd name="connsiteX24" fmla="*/ 41395 w 72525"/>
                  <a:gd name="connsiteY24" fmla="*/ 30478 h 34749"/>
                  <a:gd name="connsiteX25" fmla="*/ 46914 w 72525"/>
                  <a:gd name="connsiteY25" fmla="*/ 33101 h 34749"/>
                  <a:gd name="connsiteX26" fmla="*/ 54857 w 72525"/>
                  <a:gd name="connsiteY26" fmla="*/ 34178 h 3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525" h="34749">
                    <a:moveTo>
                      <a:pt x="54857" y="34178"/>
                    </a:moveTo>
                    <a:lnTo>
                      <a:pt x="58626" y="34750"/>
                    </a:lnTo>
                    <a:lnTo>
                      <a:pt x="68184" y="34750"/>
                    </a:lnTo>
                    <a:lnTo>
                      <a:pt x="72525" y="31857"/>
                    </a:lnTo>
                    <a:lnTo>
                      <a:pt x="72525" y="30410"/>
                    </a:lnTo>
                    <a:lnTo>
                      <a:pt x="68756" y="26071"/>
                    </a:lnTo>
                    <a:lnTo>
                      <a:pt x="63371" y="24322"/>
                    </a:lnTo>
                    <a:lnTo>
                      <a:pt x="59467" y="24322"/>
                    </a:lnTo>
                    <a:lnTo>
                      <a:pt x="54554" y="22303"/>
                    </a:lnTo>
                    <a:lnTo>
                      <a:pt x="46140" y="17089"/>
                    </a:lnTo>
                    <a:lnTo>
                      <a:pt x="35135" y="11875"/>
                    </a:lnTo>
                    <a:cubicBezTo>
                      <a:pt x="35135" y="11875"/>
                      <a:pt x="30222" y="6661"/>
                      <a:pt x="29044" y="5786"/>
                    </a:cubicBezTo>
                    <a:cubicBezTo>
                      <a:pt x="27899" y="4911"/>
                      <a:pt x="17736" y="0"/>
                      <a:pt x="17736" y="0"/>
                    </a:cubicBezTo>
                    <a:lnTo>
                      <a:pt x="10769" y="0"/>
                    </a:lnTo>
                    <a:lnTo>
                      <a:pt x="2928" y="4070"/>
                    </a:lnTo>
                    <a:lnTo>
                      <a:pt x="1178" y="9285"/>
                    </a:lnTo>
                    <a:lnTo>
                      <a:pt x="0" y="15373"/>
                    </a:lnTo>
                    <a:lnTo>
                      <a:pt x="4913" y="19444"/>
                    </a:lnTo>
                    <a:lnTo>
                      <a:pt x="10130" y="21462"/>
                    </a:lnTo>
                    <a:lnTo>
                      <a:pt x="14774" y="23783"/>
                    </a:lnTo>
                    <a:lnTo>
                      <a:pt x="24332" y="24961"/>
                    </a:lnTo>
                    <a:lnTo>
                      <a:pt x="30693" y="26710"/>
                    </a:lnTo>
                    <a:lnTo>
                      <a:pt x="33587" y="29031"/>
                    </a:lnTo>
                    <a:lnTo>
                      <a:pt x="39073" y="29334"/>
                    </a:lnTo>
                    <a:lnTo>
                      <a:pt x="41395" y="30478"/>
                    </a:lnTo>
                    <a:lnTo>
                      <a:pt x="46914" y="33101"/>
                    </a:lnTo>
                    <a:lnTo>
                      <a:pt x="54857" y="34178"/>
                    </a:lnTo>
                    <a:close/>
                  </a:path>
                </a:pathLst>
              </a:custGeom>
              <a:grpFill/>
              <a:ln w="6350" cap="flat">
                <a:solidFill>
                  <a:schemeClr val="bg1"/>
                </a:solidFill>
                <a:prstDash val="solid"/>
                <a:miter/>
              </a:ln>
            </p:spPr>
            <p:txBody>
              <a:bodyPr rtlCol="0" anchor="ctr"/>
              <a:lstStyle/>
              <a:p>
                <a:endParaRPr lang="en-US"/>
              </a:p>
            </p:txBody>
          </p:sp>
          <p:sp>
            <p:nvSpPr>
              <p:cNvPr id="127" name="Freeform 966">
                <a:extLst>
                  <a:ext uri="{FF2B5EF4-FFF2-40B4-BE49-F238E27FC236}">
                    <a16:creationId xmlns:a16="http://schemas.microsoft.com/office/drawing/2014/main" id="{34594D3A-5C04-FDA7-5852-B4465F762083}"/>
                  </a:ext>
                </a:extLst>
              </p:cNvPr>
              <p:cNvSpPr/>
              <p:nvPr/>
            </p:nvSpPr>
            <p:spPr>
              <a:xfrm>
                <a:off x="6295013" y="2571278"/>
                <a:ext cx="18846" cy="13186"/>
              </a:xfrm>
              <a:custGeom>
                <a:avLst/>
                <a:gdLst>
                  <a:gd name="connsiteX0" fmla="*/ 3399 w 18846"/>
                  <a:gd name="connsiteY0" fmla="*/ 8275 h 13186"/>
                  <a:gd name="connsiteX1" fmla="*/ 8077 w 18846"/>
                  <a:gd name="connsiteY1" fmla="*/ 9419 h 13186"/>
                  <a:gd name="connsiteX2" fmla="*/ 11443 w 18846"/>
                  <a:gd name="connsiteY2" fmla="*/ 10563 h 13186"/>
                  <a:gd name="connsiteX3" fmla="*/ 16154 w 18846"/>
                  <a:gd name="connsiteY3" fmla="*/ 13187 h 13186"/>
                  <a:gd name="connsiteX4" fmla="*/ 18846 w 18846"/>
                  <a:gd name="connsiteY4" fmla="*/ 12312 h 13186"/>
                  <a:gd name="connsiteX5" fmla="*/ 18846 w 18846"/>
                  <a:gd name="connsiteY5" fmla="*/ 10563 h 13186"/>
                  <a:gd name="connsiteX6" fmla="*/ 18846 w 18846"/>
                  <a:gd name="connsiteY6" fmla="*/ 7098 h 13186"/>
                  <a:gd name="connsiteX7" fmla="*/ 17097 w 18846"/>
                  <a:gd name="connsiteY7" fmla="*/ 4945 h 13186"/>
                  <a:gd name="connsiteX8" fmla="*/ 12183 w 18846"/>
                  <a:gd name="connsiteY8" fmla="*/ 2321 h 13186"/>
                  <a:gd name="connsiteX9" fmla="*/ 7101 w 18846"/>
                  <a:gd name="connsiteY9" fmla="*/ 0 h 13186"/>
                  <a:gd name="connsiteX10" fmla="*/ 2457 w 18846"/>
                  <a:gd name="connsiteY10" fmla="*/ 1009 h 13186"/>
                  <a:gd name="connsiteX11" fmla="*/ 0 w 18846"/>
                  <a:gd name="connsiteY11" fmla="*/ 4777 h 13186"/>
                  <a:gd name="connsiteX12" fmla="*/ 1750 w 18846"/>
                  <a:gd name="connsiteY12" fmla="*/ 6593 h 1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46" h="13186">
                    <a:moveTo>
                      <a:pt x="3399" y="8275"/>
                    </a:moveTo>
                    <a:lnTo>
                      <a:pt x="8077" y="9419"/>
                    </a:lnTo>
                    <a:lnTo>
                      <a:pt x="11443" y="10563"/>
                    </a:lnTo>
                    <a:lnTo>
                      <a:pt x="16154" y="13187"/>
                    </a:lnTo>
                    <a:lnTo>
                      <a:pt x="18846" y="12312"/>
                    </a:lnTo>
                    <a:lnTo>
                      <a:pt x="18846" y="10563"/>
                    </a:lnTo>
                    <a:lnTo>
                      <a:pt x="18846" y="7098"/>
                    </a:lnTo>
                    <a:lnTo>
                      <a:pt x="17097" y="4945"/>
                    </a:lnTo>
                    <a:lnTo>
                      <a:pt x="12183" y="2321"/>
                    </a:lnTo>
                    <a:lnTo>
                      <a:pt x="7101" y="0"/>
                    </a:lnTo>
                    <a:lnTo>
                      <a:pt x="2457" y="1009"/>
                    </a:lnTo>
                    <a:lnTo>
                      <a:pt x="0" y="4777"/>
                    </a:lnTo>
                    <a:lnTo>
                      <a:pt x="1750" y="6593"/>
                    </a:lnTo>
                    <a:close/>
                  </a:path>
                </a:pathLst>
              </a:custGeom>
              <a:grpFill/>
              <a:ln w="6350" cap="flat">
                <a:solidFill>
                  <a:schemeClr val="bg1"/>
                </a:solidFill>
                <a:prstDash val="solid"/>
                <a:miter/>
              </a:ln>
            </p:spPr>
            <p:txBody>
              <a:bodyPr rtlCol="0" anchor="ctr"/>
              <a:lstStyle/>
              <a:p>
                <a:endParaRPr lang="en-US"/>
              </a:p>
            </p:txBody>
          </p:sp>
          <p:sp>
            <p:nvSpPr>
              <p:cNvPr id="128" name="Freeform 967">
                <a:extLst>
                  <a:ext uri="{FF2B5EF4-FFF2-40B4-BE49-F238E27FC236}">
                    <a16:creationId xmlns:a16="http://schemas.microsoft.com/office/drawing/2014/main" id="{93D90DE7-8394-397E-EEF8-D1737A41BE88}"/>
                  </a:ext>
                </a:extLst>
              </p:cNvPr>
              <p:cNvSpPr/>
              <p:nvPr/>
            </p:nvSpPr>
            <p:spPr>
              <a:xfrm>
                <a:off x="6316687" y="2576964"/>
                <a:ext cx="5855" cy="9587"/>
              </a:xfrm>
              <a:custGeom>
                <a:avLst/>
                <a:gdLst>
                  <a:gd name="connsiteX0" fmla="*/ 0 w 5855"/>
                  <a:gd name="connsiteY0" fmla="*/ 5584 h 9587"/>
                  <a:gd name="connsiteX1" fmla="*/ 3365 w 5855"/>
                  <a:gd name="connsiteY1" fmla="*/ 8645 h 9587"/>
                  <a:gd name="connsiteX2" fmla="*/ 5116 w 5855"/>
                  <a:gd name="connsiteY2" fmla="*/ 9587 h 9587"/>
                  <a:gd name="connsiteX3" fmla="*/ 5856 w 5855"/>
                  <a:gd name="connsiteY3" fmla="*/ 7502 h 9587"/>
                  <a:gd name="connsiteX4" fmla="*/ 5856 w 5855"/>
                  <a:gd name="connsiteY4" fmla="*/ 3162 h 9587"/>
                  <a:gd name="connsiteX5" fmla="*/ 5856 w 5855"/>
                  <a:gd name="connsiteY5" fmla="*/ 1413 h 9587"/>
                  <a:gd name="connsiteX6" fmla="*/ 4812 w 5855"/>
                  <a:gd name="connsiteY6" fmla="*/ 269 h 9587"/>
                  <a:gd name="connsiteX7" fmla="*/ 3399 w 5855"/>
                  <a:gd name="connsiteY7" fmla="*/ 0 h 9587"/>
                  <a:gd name="connsiteX8" fmla="*/ 2120 w 5855"/>
                  <a:gd name="connsiteY8" fmla="*/ 269 h 9587"/>
                  <a:gd name="connsiteX9" fmla="*/ 1110 w 5855"/>
                  <a:gd name="connsiteY9" fmla="*/ 1144 h 9587"/>
                  <a:gd name="connsiteX10" fmla="*/ 538 w 5855"/>
                  <a:gd name="connsiteY10" fmla="*/ 2220 h 9587"/>
                  <a:gd name="connsiteX11" fmla="*/ 404 w 5855"/>
                  <a:gd name="connsiteY11" fmla="*/ 3835 h 9587"/>
                  <a:gd name="connsiteX12" fmla="*/ 0 w 5855"/>
                  <a:gd name="connsiteY12" fmla="*/ 5584 h 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55" h="9587">
                    <a:moveTo>
                      <a:pt x="0" y="5584"/>
                    </a:moveTo>
                    <a:lnTo>
                      <a:pt x="3365" y="8645"/>
                    </a:lnTo>
                    <a:lnTo>
                      <a:pt x="5116" y="9587"/>
                    </a:lnTo>
                    <a:lnTo>
                      <a:pt x="5856" y="7502"/>
                    </a:lnTo>
                    <a:lnTo>
                      <a:pt x="5856" y="3162"/>
                    </a:lnTo>
                    <a:lnTo>
                      <a:pt x="5856" y="1413"/>
                    </a:lnTo>
                    <a:lnTo>
                      <a:pt x="4812" y="269"/>
                    </a:lnTo>
                    <a:lnTo>
                      <a:pt x="3399" y="0"/>
                    </a:lnTo>
                    <a:lnTo>
                      <a:pt x="2120" y="269"/>
                    </a:lnTo>
                    <a:lnTo>
                      <a:pt x="1110" y="1144"/>
                    </a:lnTo>
                    <a:cubicBezTo>
                      <a:pt x="1110" y="1144"/>
                      <a:pt x="538" y="2086"/>
                      <a:pt x="538" y="2220"/>
                    </a:cubicBezTo>
                    <a:cubicBezTo>
                      <a:pt x="538" y="2355"/>
                      <a:pt x="404" y="3835"/>
                      <a:pt x="404" y="3835"/>
                    </a:cubicBezTo>
                    <a:lnTo>
                      <a:pt x="0" y="5584"/>
                    </a:lnTo>
                    <a:close/>
                  </a:path>
                </a:pathLst>
              </a:custGeom>
              <a:grpFill/>
              <a:ln w="6350" cap="flat">
                <a:solidFill>
                  <a:schemeClr val="bg1"/>
                </a:solidFill>
                <a:prstDash val="solid"/>
                <a:miter/>
              </a:ln>
            </p:spPr>
            <p:txBody>
              <a:bodyPr rtlCol="0" anchor="ctr"/>
              <a:lstStyle/>
              <a:p>
                <a:endParaRPr lang="en-US"/>
              </a:p>
            </p:txBody>
          </p:sp>
          <p:sp>
            <p:nvSpPr>
              <p:cNvPr id="129" name="Freeform 968">
                <a:extLst>
                  <a:ext uri="{FF2B5EF4-FFF2-40B4-BE49-F238E27FC236}">
                    <a16:creationId xmlns:a16="http://schemas.microsoft.com/office/drawing/2014/main" id="{7CC7024F-09C8-1179-0E9D-6BE71E9BAA34}"/>
                  </a:ext>
                </a:extLst>
              </p:cNvPr>
              <p:cNvSpPr/>
              <p:nvPr/>
            </p:nvSpPr>
            <p:spPr>
              <a:xfrm>
                <a:off x="6244733" y="2575786"/>
                <a:ext cx="98675" cy="83560"/>
              </a:xfrm>
              <a:custGeom>
                <a:avLst/>
                <a:gdLst>
                  <a:gd name="connsiteX0" fmla="*/ 12587 w 98675"/>
                  <a:gd name="connsiteY0" fmla="*/ 69533 h 83560"/>
                  <a:gd name="connsiteX1" fmla="*/ 19553 w 98675"/>
                  <a:gd name="connsiteY1" fmla="*/ 69533 h 83560"/>
                  <a:gd name="connsiteX2" fmla="*/ 24635 w 98675"/>
                  <a:gd name="connsiteY2" fmla="*/ 71686 h 83560"/>
                  <a:gd name="connsiteX3" fmla="*/ 27092 w 98675"/>
                  <a:gd name="connsiteY3" fmla="*/ 74310 h 83560"/>
                  <a:gd name="connsiteX4" fmla="*/ 32881 w 98675"/>
                  <a:gd name="connsiteY4" fmla="*/ 73570 h 83560"/>
                  <a:gd name="connsiteX5" fmla="*/ 34765 w 98675"/>
                  <a:gd name="connsiteY5" fmla="*/ 71922 h 83560"/>
                  <a:gd name="connsiteX6" fmla="*/ 37828 w 98675"/>
                  <a:gd name="connsiteY6" fmla="*/ 76328 h 83560"/>
                  <a:gd name="connsiteX7" fmla="*/ 37828 w 98675"/>
                  <a:gd name="connsiteY7" fmla="*/ 79087 h 83560"/>
                  <a:gd name="connsiteX8" fmla="*/ 40991 w 98675"/>
                  <a:gd name="connsiteY8" fmla="*/ 80802 h 83560"/>
                  <a:gd name="connsiteX9" fmla="*/ 45804 w 98675"/>
                  <a:gd name="connsiteY9" fmla="*/ 83561 h 83560"/>
                  <a:gd name="connsiteX10" fmla="*/ 50280 w 98675"/>
                  <a:gd name="connsiteY10" fmla="*/ 79221 h 83560"/>
                  <a:gd name="connsiteX11" fmla="*/ 54049 w 98675"/>
                  <a:gd name="connsiteY11" fmla="*/ 77472 h 83560"/>
                  <a:gd name="connsiteX12" fmla="*/ 56809 w 98675"/>
                  <a:gd name="connsiteY12" fmla="*/ 75151 h 83560"/>
                  <a:gd name="connsiteX13" fmla="*/ 61453 w 98675"/>
                  <a:gd name="connsiteY13" fmla="*/ 72830 h 83560"/>
                  <a:gd name="connsiteX14" fmla="*/ 66939 w 98675"/>
                  <a:gd name="connsiteY14" fmla="*/ 72056 h 83560"/>
                  <a:gd name="connsiteX15" fmla="*/ 71954 w 98675"/>
                  <a:gd name="connsiteY15" fmla="*/ 71249 h 83560"/>
                  <a:gd name="connsiteX16" fmla="*/ 78684 w 98675"/>
                  <a:gd name="connsiteY16" fmla="*/ 71249 h 83560"/>
                  <a:gd name="connsiteX17" fmla="*/ 83329 w 98675"/>
                  <a:gd name="connsiteY17" fmla="*/ 69533 h 83560"/>
                  <a:gd name="connsiteX18" fmla="*/ 87367 w 98675"/>
                  <a:gd name="connsiteY18" fmla="*/ 69533 h 83560"/>
                  <a:gd name="connsiteX19" fmla="*/ 92584 w 98675"/>
                  <a:gd name="connsiteY19" fmla="*/ 69533 h 83560"/>
                  <a:gd name="connsiteX20" fmla="*/ 96286 w 98675"/>
                  <a:gd name="connsiteY20" fmla="*/ 67784 h 83560"/>
                  <a:gd name="connsiteX21" fmla="*/ 98675 w 98675"/>
                  <a:gd name="connsiteY21" fmla="*/ 64453 h 83560"/>
                  <a:gd name="connsiteX22" fmla="*/ 98675 w 98675"/>
                  <a:gd name="connsiteY22" fmla="*/ 59946 h 83560"/>
                  <a:gd name="connsiteX23" fmla="*/ 97531 w 98675"/>
                  <a:gd name="connsiteY23" fmla="*/ 54597 h 83560"/>
                  <a:gd name="connsiteX24" fmla="*/ 96353 w 98675"/>
                  <a:gd name="connsiteY24" fmla="*/ 50392 h 83560"/>
                  <a:gd name="connsiteX25" fmla="*/ 92314 w 98675"/>
                  <a:gd name="connsiteY25" fmla="*/ 41982 h 83560"/>
                  <a:gd name="connsiteX26" fmla="*/ 86492 w 98675"/>
                  <a:gd name="connsiteY26" fmla="*/ 34178 h 83560"/>
                  <a:gd name="connsiteX27" fmla="*/ 81881 w 98675"/>
                  <a:gd name="connsiteY27" fmla="*/ 27786 h 83560"/>
                  <a:gd name="connsiteX28" fmla="*/ 74208 w 98675"/>
                  <a:gd name="connsiteY28" fmla="*/ 20991 h 83560"/>
                  <a:gd name="connsiteX29" fmla="*/ 66501 w 98675"/>
                  <a:gd name="connsiteY29" fmla="*/ 15474 h 83560"/>
                  <a:gd name="connsiteX30" fmla="*/ 57516 w 98675"/>
                  <a:gd name="connsiteY30" fmla="*/ 10765 h 83560"/>
                  <a:gd name="connsiteX31" fmla="*/ 53174 w 98675"/>
                  <a:gd name="connsiteY31" fmla="*/ 8679 h 83560"/>
                  <a:gd name="connsiteX32" fmla="*/ 46948 w 98675"/>
                  <a:gd name="connsiteY32" fmla="*/ 5988 h 83560"/>
                  <a:gd name="connsiteX33" fmla="*/ 40991 w 98675"/>
                  <a:gd name="connsiteY33" fmla="*/ 2018 h 83560"/>
                  <a:gd name="connsiteX34" fmla="*/ 37390 w 98675"/>
                  <a:gd name="connsiteY34" fmla="*/ 0 h 83560"/>
                  <a:gd name="connsiteX35" fmla="*/ 33452 w 98675"/>
                  <a:gd name="connsiteY35" fmla="*/ 0 h 83560"/>
                  <a:gd name="connsiteX36" fmla="*/ 25510 w 98675"/>
                  <a:gd name="connsiteY36" fmla="*/ 1177 h 83560"/>
                  <a:gd name="connsiteX37" fmla="*/ 19553 w 98675"/>
                  <a:gd name="connsiteY37" fmla="*/ 4474 h 83560"/>
                  <a:gd name="connsiteX38" fmla="*/ 14774 w 98675"/>
                  <a:gd name="connsiteY38" fmla="*/ 10765 h 83560"/>
                  <a:gd name="connsiteX39" fmla="*/ 11745 w 98675"/>
                  <a:gd name="connsiteY39" fmla="*/ 14599 h 83560"/>
                  <a:gd name="connsiteX40" fmla="*/ 11745 w 98675"/>
                  <a:gd name="connsiteY40" fmla="*/ 18233 h 83560"/>
                  <a:gd name="connsiteX41" fmla="*/ 16087 w 98675"/>
                  <a:gd name="connsiteY41" fmla="*/ 21294 h 83560"/>
                  <a:gd name="connsiteX42" fmla="*/ 14067 w 98675"/>
                  <a:gd name="connsiteY42" fmla="*/ 23581 h 83560"/>
                  <a:gd name="connsiteX43" fmla="*/ 9861 w 98675"/>
                  <a:gd name="connsiteY43" fmla="*/ 26643 h 83560"/>
                  <a:gd name="connsiteX44" fmla="*/ 11005 w 98675"/>
                  <a:gd name="connsiteY44" fmla="*/ 33740 h 83560"/>
                  <a:gd name="connsiteX45" fmla="*/ 9861 w 98675"/>
                  <a:gd name="connsiteY45" fmla="*/ 36196 h 83560"/>
                  <a:gd name="connsiteX46" fmla="*/ 6091 w 98675"/>
                  <a:gd name="connsiteY46" fmla="*/ 39527 h 83560"/>
                  <a:gd name="connsiteX47" fmla="*/ 2457 w 98675"/>
                  <a:gd name="connsiteY47" fmla="*/ 43866 h 83560"/>
                  <a:gd name="connsiteX48" fmla="*/ 0 w 98675"/>
                  <a:gd name="connsiteY48" fmla="*/ 47365 h 83560"/>
                  <a:gd name="connsiteX49" fmla="*/ 7370 w 98675"/>
                  <a:gd name="connsiteY49" fmla="*/ 48374 h 83560"/>
                  <a:gd name="connsiteX50" fmla="*/ 10433 w 98675"/>
                  <a:gd name="connsiteY50" fmla="*/ 51973 h 83560"/>
                  <a:gd name="connsiteX51" fmla="*/ 10130 w 98675"/>
                  <a:gd name="connsiteY51" fmla="*/ 55606 h 83560"/>
                  <a:gd name="connsiteX52" fmla="*/ 10702 w 98675"/>
                  <a:gd name="connsiteY52" fmla="*/ 59239 h 83560"/>
                  <a:gd name="connsiteX53" fmla="*/ 8245 w 98675"/>
                  <a:gd name="connsiteY53" fmla="*/ 62267 h 83560"/>
                  <a:gd name="connsiteX54" fmla="*/ 8986 w 98675"/>
                  <a:gd name="connsiteY54" fmla="*/ 65463 h 83560"/>
                  <a:gd name="connsiteX55" fmla="*/ 9693 w 98675"/>
                  <a:gd name="connsiteY55" fmla="*/ 69096 h 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675" h="83560">
                    <a:moveTo>
                      <a:pt x="12587" y="69533"/>
                    </a:moveTo>
                    <a:lnTo>
                      <a:pt x="19553" y="69533"/>
                    </a:lnTo>
                    <a:lnTo>
                      <a:pt x="24635" y="71686"/>
                    </a:lnTo>
                    <a:lnTo>
                      <a:pt x="27092" y="74310"/>
                    </a:lnTo>
                    <a:lnTo>
                      <a:pt x="32881" y="73570"/>
                    </a:lnTo>
                    <a:lnTo>
                      <a:pt x="34765" y="71922"/>
                    </a:lnTo>
                    <a:lnTo>
                      <a:pt x="37828" y="76328"/>
                    </a:lnTo>
                    <a:lnTo>
                      <a:pt x="37828" y="79087"/>
                    </a:lnTo>
                    <a:lnTo>
                      <a:pt x="40991" y="80802"/>
                    </a:lnTo>
                    <a:lnTo>
                      <a:pt x="45804" y="83561"/>
                    </a:lnTo>
                    <a:lnTo>
                      <a:pt x="50280" y="79221"/>
                    </a:lnTo>
                    <a:lnTo>
                      <a:pt x="54049" y="77472"/>
                    </a:lnTo>
                    <a:lnTo>
                      <a:pt x="56809" y="75151"/>
                    </a:lnTo>
                    <a:lnTo>
                      <a:pt x="61453" y="72830"/>
                    </a:lnTo>
                    <a:lnTo>
                      <a:pt x="66939" y="72056"/>
                    </a:lnTo>
                    <a:lnTo>
                      <a:pt x="71954" y="71249"/>
                    </a:lnTo>
                    <a:lnTo>
                      <a:pt x="78684" y="71249"/>
                    </a:lnTo>
                    <a:lnTo>
                      <a:pt x="83329" y="69533"/>
                    </a:lnTo>
                    <a:lnTo>
                      <a:pt x="87367" y="69533"/>
                    </a:lnTo>
                    <a:lnTo>
                      <a:pt x="92584" y="69533"/>
                    </a:lnTo>
                    <a:lnTo>
                      <a:pt x="96286" y="67784"/>
                    </a:lnTo>
                    <a:lnTo>
                      <a:pt x="98675" y="64453"/>
                    </a:lnTo>
                    <a:lnTo>
                      <a:pt x="98675" y="59946"/>
                    </a:lnTo>
                    <a:lnTo>
                      <a:pt x="97531" y="54597"/>
                    </a:lnTo>
                    <a:lnTo>
                      <a:pt x="96353" y="50392"/>
                    </a:lnTo>
                    <a:lnTo>
                      <a:pt x="92314" y="41982"/>
                    </a:lnTo>
                    <a:lnTo>
                      <a:pt x="86492" y="34178"/>
                    </a:lnTo>
                    <a:lnTo>
                      <a:pt x="81881" y="27786"/>
                    </a:lnTo>
                    <a:lnTo>
                      <a:pt x="74208" y="20991"/>
                    </a:lnTo>
                    <a:lnTo>
                      <a:pt x="66501" y="15474"/>
                    </a:lnTo>
                    <a:lnTo>
                      <a:pt x="57516" y="10765"/>
                    </a:lnTo>
                    <a:lnTo>
                      <a:pt x="53174" y="8679"/>
                    </a:lnTo>
                    <a:lnTo>
                      <a:pt x="46948" y="5988"/>
                    </a:lnTo>
                    <a:lnTo>
                      <a:pt x="40991" y="2018"/>
                    </a:lnTo>
                    <a:lnTo>
                      <a:pt x="37390" y="0"/>
                    </a:lnTo>
                    <a:lnTo>
                      <a:pt x="33452" y="0"/>
                    </a:lnTo>
                    <a:lnTo>
                      <a:pt x="25510" y="1177"/>
                    </a:lnTo>
                    <a:lnTo>
                      <a:pt x="19553" y="4474"/>
                    </a:lnTo>
                    <a:lnTo>
                      <a:pt x="14774" y="10765"/>
                    </a:lnTo>
                    <a:lnTo>
                      <a:pt x="11745" y="14599"/>
                    </a:lnTo>
                    <a:lnTo>
                      <a:pt x="11745" y="18233"/>
                    </a:lnTo>
                    <a:lnTo>
                      <a:pt x="16087" y="21294"/>
                    </a:lnTo>
                    <a:lnTo>
                      <a:pt x="14067" y="23581"/>
                    </a:lnTo>
                    <a:lnTo>
                      <a:pt x="9861" y="26643"/>
                    </a:lnTo>
                    <a:lnTo>
                      <a:pt x="11005" y="33740"/>
                    </a:lnTo>
                    <a:lnTo>
                      <a:pt x="9861" y="36196"/>
                    </a:lnTo>
                    <a:lnTo>
                      <a:pt x="6091" y="39527"/>
                    </a:lnTo>
                    <a:lnTo>
                      <a:pt x="2457" y="43866"/>
                    </a:lnTo>
                    <a:lnTo>
                      <a:pt x="0" y="47365"/>
                    </a:lnTo>
                    <a:lnTo>
                      <a:pt x="7370" y="48374"/>
                    </a:lnTo>
                    <a:lnTo>
                      <a:pt x="10433" y="51973"/>
                    </a:lnTo>
                    <a:lnTo>
                      <a:pt x="10130" y="55606"/>
                    </a:lnTo>
                    <a:lnTo>
                      <a:pt x="10702" y="59239"/>
                    </a:lnTo>
                    <a:lnTo>
                      <a:pt x="8245" y="62267"/>
                    </a:lnTo>
                    <a:lnTo>
                      <a:pt x="8986" y="65463"/>
                    </a:lnTo>
                    <a:lnTo>
                      <a:pt x="9693" y="69096"/>
                    </a:lnTo>
                    <a:close/>
                  </a:path>
                </a:pathLst>
              </a:custGeom>
              <a:grpFill/>
              <a:ln w="6350" cap="flat">
                <a:solidFill>
                  <a:schemeClr val="bg1"/>
                </a:solidFill>
                <a:prstDash val="solid"/>
                <a:miter/>
              </a:ln>
            </p:spPr>
            <p:txBody>
              <a:bodyPr rtlCol="0" anchor="ctr"/>
              <a:lstStyle/>
              <a:p>
                <a:endParaRPr lang="en-US"/>
              </a:p>
            </p:txBody>
          </p:sp>
        </p:grpSp>
        <p:sp>
          <p:nvSpPr>
            <p:cNvPr id="12" name="Freeform 884">
              <a:extLst>
                <a:ext uri="{FF2B5EF4-FFF2-40B4-BE49-F238E27FC236}">
                  <a16:creationId xmlns:a16="http://schemas.microsoft.com/office/drawing/2014/main" id="{7661E930-DFEF-0CB2-1A1D-BA84D475A605}"/>
                </a:ext>
              </a:extLst>
            </p:cNvPr>
            <p:cNvSpPr/>
            <p:nvPr/>
          </p:nvSpPr>
          <p:spPr>
            <a:xfrm>
              <a:off x="8056836" y="2798702"/>
              <a:ext cx="288901" cy="251855"/>
            </a:xfrm>
            <a:custGeom>
              <a:avLst/>
              <a:gdLst>
                <a:gd name="connsiteX0" fmla="*/ 474226 w 554660"/>
                <a:gd name="connsiteY0" fmla="*/ 434086 h 483536"/>
                <a:gd name="connsiteX1" fmla="*/ 477996 w 554660"/>
                <a:gd name="connsiteY1" fmla="*/ 430756 h 483536"/>
                <a:gd name="connsiteX2" fmla="*/ 479140 w 554660"/>
                <a:gd name="connsiteY2" fmla="*/ 428300 h 483536"/>
                <a:gd name="connsiteX3" fmla="*/ 477996 w 554660"/>
                <a:gd name="connsiteY3" fmla="*/ 421202 h 483536"/>
                <a:gd name="connsiteX4" fmla="*/ 482203 w 554660"/>
                <a:gd name="connsiteY4" fmla="*/ 418174 h 483536"/>
                <a:gd name="connsiteX5" fmla="*/ 484222 w 554660"/>
                <a:gd name="connsiteY5" fmla="*/ 415853 h 483536"/>
                <a:gd name="connsiteX6" fmla="*/ 479881 w 554660"/>
                <a:gd name="connsiteY6" fmla="*/ 412826 h 483536"/>
                <a:gd name="connsiteX7" fmla="*/ 479881 w 554660"/>
                <a:gd name="connsiteY7" fmla="*/ 409193 h 483536"/>
                <a:gd name="connsiteX8" fmla="*/ 482910 w 554660"/>
                <a:gd name="connsiteY8" fmla="*/ 405358 h 483536"/>
                <a:gd name="connsiteX9" fmla="*/ 487688 w 554660"/>
                <a:gd name="connsiteY9" fmla="*/ 399067 h 483536"/>
                <a:gd name="connsiteX10" fmla="*/ 493645 w 554660"/>
                <a:gd name="connsiteY10" fmla="*/ 395770 h 483536"/>
                <a:gd name="connsiteX11" fmla="*/ 501621 w 554660"/>
                <a:gd name="connsiteY11" fmla="*/ 394593 h 483536"/>
                <a:gd name="connsiteX12" fmla="*/ 504246 w 554660"/>
                <a:gd name="connsiteY12" fmla="*/ 394593 h 483536"/>
                <a:gd name="connsiteX13" fmla="*/ 504246 w 554660"/>
                <a:gd name="connsiteY13" fmla="*/ 394526 h 483536"/>
                <a:gd name="connsiteX14" fmla="*/ 494352 w 554660"/>
                <a:gd name="connsiteY14" fmla="*/ 385746 h 483536"/>
                <a:gd name="connsiteX15" fmla="*/ 489136 w 554660"/>
                <a:gd name="connsiteY15" fmla="*/ 380532 h 483536"/>
                <a:gd name="connsiteX16" fmla="*/ 485265 w 554660"/>
                <a:gd name="connsiteY16" fmla="*/ 375553 h 483536"/>
                <a:gd name="connsiteX17" fmla="*/ 482135 w 554660"/>
                <a:gd name="connsiteY17" fmla="*/ 372727 h 483536"/>
                <a:gd name="connsiteX18" fmla="*/ 477356 w 554660"/>
                <a:gd name="connsiteY18" fmla="*/ 367950 h 483536"/>
                <a:gd name="connsiteX19" fmla="*/ 474866 w 554660"/>
                <a:gd name="connsiteY19" fmla="*/ 367076 h 483536"/>
                <a:gd name="connsiteX20" fmla="*/ 471400 w 554660"/>
                <a:gd name="connsiteY20" fmla="*/ 366302 h 483536"/>
                <a:gd name="connsiteX21" fmla="*/ 465745 w 554660"/>
                <a:gd name="connsiteY21" fmla="*/ 366302 h 483536"/>
                <a:gd name="connsiteX22" fmla="*/ 458880 w 554660"/>
                <a:gd name="connsiteY22" fmla="*/ 365427 h 483536"/>
                <a:gd name="connsiteX23" fmla="*/ 450063 w 554660"/>
                <a:gd name="connsiteY23" fmla="*/ 363813 h 483536"/>
                <a:gd name="connsiteX24" fmla="*/ 446461 w 554660"/>
                <a:gd name="connsiteY24" fmla="*/ 361323 h 483536"/>
                <a:gd name="connsiteX25" fmla="*/ 443971 w 554660"/>
                <a:gd name="connsiteY25" fmla="*/ 358498 h 483536"/>
                <a:gd name="connsiteX26" fmla="*/ 446461 w 554660"/>
                <a:gd name="connsiteY26" fmla="*/ 356210 h 483536"/>
                <a:gd name="connsiteX27" fmla="*/ 449188 w 554660"/>
                <a:gd name="connsiteY27" fmla="*/ 354696 h 483536"/>
                <a:gd name="connsiteX28" fmla="*/ 454067 w 554660"/>
                <a:gd name="connsiteY28" fmla="*/ 351433 h 483536"/>
                <a:gd name="connsiteX29" fmla="*/ 457231 w 554660"/>
                <a:gd name="connsiteY29" fmla="*/ 351433 h 483536"/>
                <a:gd name="connsiteX30" fmla="*/ 461034 w 554660"/>
                <a:gd name="connsiteY30" fmla="*/ 352846 h 483536"/>
                <a:gd name="connsiteX31" fmla="*/ 465174 w 554660"/>
                <a:gd name="connsiteY31" fmla="*/ 354158 h 483536"/>
                <a:gd name="connsiteX32" fmla="*/ 474731 w 554660"/>
                <a:gd name="connsiteY32" fmla="*/ 355235 h 483536"/>
                <a:gd name="connsiteX33" fmla="*/ 476044 w 554660"/>
                <a:gd name="connsiteY33" fmla="*/ 354259 h 483536"/>
                <a:gd name="connsiteX34" fmla="*/ 480284 w 554660"/>
                <a:gd name="connsiteY34" fmla="*/ 351837 h 483536"/>
                <a:gd name="connsiteX35" fmla="*/ 483650 w 554660"/>
                <a:gd name="connsiteY35" fmla="*/ 351131 h 483536"/>
                <a:gd name="connsiteX36" fmla="*/ 487688 w 554660"/>
                <a:gd name="connsiteY36" fmla="*/ 351131 h 483536"/>
                <a:gd name="connsiteX37" fmla="*/ 493140 w 554660"/>
                <a:gd name="connsiteY37" fmla="*/ 347666 h 483536"/>
                <a:gd name="connsiteX38" fmla="*/ 499871 w 554660"/>
                <a:gd name="connsiteY38" fmla="*/ 347666 h 483536"/>
                <a:gd name="connsiteX39" fmla="*/ 506165 w 554660"/>
                <a:gd name="connsiteY39" fmla="*/ 349617 h 483536"/>
                <a:gd name="connsiteX40" fmla="*/ 511381 w 554660"/>
                <a:gd name="connsiteY40" fmla="*/ 351030 h 483536"/>
                <a:gd name="connsiteX41" fmla="*/ 516934 w 554660"/>
                <a:gd name="connsiteY41" fmla="*/ 355268 h 483536"/>
                <a:gd name="connsiteX42" fmla="*/ 523901 w 554660"/>
                <a:gd name="connsiteY42" fmla="*/ 359070 h 483536"/>
                <a:gd name="connsiteX43" fmla="*/ 531507 w 554660"/>
                <a:gd name="connsiteY43" fmla="*/ 362333 h 483536"/>
                <a:gd name="connsiteX44" fmla="*/ 537261 w 554660"/>
                <a:gd name="connsiteY44" fmla="*/ 363947 h 483536"/>
                <a:gd name="connsiteX45" fmla="*/ 543017 w 554660"/>
                <a:gd name="connsiteY45" fmla="*/ 364586 h 483536"/>
                <a:gd name="connsiteX46" fmla="*/ 549646 w 554660"/>
                <a:gd name="connsiteY46" fmla="*/ 364385 h 483536"/>
                <a:gd name="connsiteX47" fmla="*/ 553786 w 554660"/>
                <a:gd name="connsiteY47" fmla="*/ 362871 h 483536"/>
                <a:gd name="connsiteX48" fmla="*/ 554661 w 554660"/>
                <a:gd name="connsiteY48" fmla="*/ 359070 h 483536"/>
                <a:gd name="connsiteX49" fmla="*/ 552373 w 554660"/>
                <a:gd name="connsiteY49" fmla="*/ 353855 h 483536"/>
                <a:gd name="connsiteX50" fmla="*/ 547358 w 554660"/>
                <a:gd name="connsiteY50" fmla="*/ 343763 h 483536"/>
                <a:gd name="connsiteX51" fmla="*/ 541603 w 554660"/>
                <a:gd name="connsiteY51" fmla="*/ 332461 h 483536"/>
                <a:gd name="connsiteX52" fmla="*/ 534872 w 554660"/>
                <a:gd name="connsiteY52" fmla="*/ 325598 h 483536"/>
                <a:gd name="connsiteX53" fmla="*/ 526930 w 554660"/>
                <a:gd name="connsiteY53" fmla="*/ 321158 h 483536"/>
                <a:gd name="connsiteX54" fmla="*/ 516732 w 554660"/>
                <a:gd name="connsiteY54" fmla="*/ 317693 h 483536"/>
                <a:gd name="connsiteX55" fmla="*/ 510203 w 554660"/>
                <a:gd name="connsiteY55" fmla="*/ 316280 h 483536"/>
                <a:gd name="connsiteX56" fmla="*/ 501823 w 554660"/>
                <a:gd name="connsiteY56" fmla="*/ 313555 h 483536"/>
                <a:gd name="connsiteX57" fmla="*/ 497414 w 554660"/>
                <a:gd name="connsiteY57" fmla="*/ 310527 h 483536"/>
                <a:gd name="connsiteX58" fmla="*/ 495496 w 554660"/>
                <a:gd name="connsiteY58" fmla="*/ 308778 h 483536"/>
                <a:gd name="connsiteX59" fmla="*/ 495496 w 554660"/>
                <a:gd name="connsiteY59" fmla="*/ 287720 h 483536"/>
                <a:gd name="connsiteX60" fmla="*/ 493544 w 554660"/>
                <a:gd name="connsiteY60" fmla="*/ 283818 h 483536"/>
                <a:gd name="connsiteX61" fmla="*/ 488967 w 554660"/>
                <a:gd name="connsiteY61" fmla="*/ 281429 h 483536"/>
                <a:gd name="connsiteX62" fmla="*/ 485064 w 554660"/>
                <a:gd name="connsiteY62" fmla="*/ 277830 h 483536"/>
                <a:gd name="connsiteX63" fmla="*/ 478097 w 554660"/>
                <a:gd name="connsiteY63" fmla="*/ 275374 h 483536"/>
                <a:gd name="connsiteX64" fmla="*/ 472678 w 554660"/>
                <a:gd name="connsiteY64" fmla="*/ 274668 h 483536"/>
                <a:gd name="connsiteX65" fmla="*/ 465072 w 554660"/>
                <a:gd name="connsiteY65" fmla="*/ 274668 h 483536"/>
                <a:gd name="connsiteX66" fmla="*/ 460293 w 554660"/>
                <a:gd name="connsiteY66" fmla="*/ 273894 h 483536"/>
                <a:gd name="connsiteX67" fmla="*/ 452890 w 554660"/>
                <a:gd name="connsiteY67" fmla="*/ 273356 h 483536"/>
                <a:gd name="connsiteX68" fmla="*/ 447336 w 554660"/>
                <a:gd name="connsiteY68" fmla="*/ 271607 h 483536"/>
                <a:gd name="connsiteX69" fmla="*/ 444510 w 554660"/>
                <a:gd name="connsiteY69" fmla="*/ 267267 h 483536"/>
                <a:gd name="connsiteX70" fmla="*/ 443971 w 554660"/>
                <a:gd name="connsiteY70" fmla="*/ 262154 h 483536"/>
                <a:gd name="connsiteX71" fmla="*/ 441582 w 554660"/>
                <a:gd name="connsiteY71" fmla="*/ 255628 h 483536"/>
                <a:gd name="connsiteX72" fmla="*/ 440707 w 554660"/>
                <a:gd name="connsiteY72" fmla="*/ 251187 h 483536"/>
                <a:gd name="connsiteX73" fmla="*/ 437678 w 554660"/>
                <a:gd name="connsiteY73" fmla="*/ 248698 h 483536"/>
                <a:gd name="connsiteX74" fmla="*/ 436163 w 554660"/>
                <a:gd name="connsiteY74" fmla="*/ 245334 h 483536"/>
                <a:gd name="connsiteX75" fmla="*/ 439730 w 554660"/>
                <a:gd name="connsiteY75" fmla="*/ 239918 h 483536"/>
                <a:gd name="connsiteX76" fmla="*/ 441245 w 554660"/>
                <a:gd name="connsiteY76" fmla="*/ 235040 h 483536"/>
                <a:gd name="connsiteX77" fmla="*/ 440808 w 554660"/>
                <a:gd name="connsiteY77" fmla="*/ 233089 h 483536"/>
                <a:gd name="connsiteX78" fmla="*/ 440471 w 554660"/>
                <a:gd name="connsiteY78" fmla="*/ 227438 h 483536"/>
                <a:gd name="connsiteX79" fmla="*/ 439159 w 554660"/>
                <a:gd name="connsiteY79" fmla="*/ 223737 h 483536"/>
                <a:gd name="connsiteX80" fmla="*/ 436668 w 554660"/>
                <a:gd name="connsiteY80" fmla="*/ 219835 h 483536"/>
                <a:gd name="connsiteX81" fmla="*/ 433202 w 554660"/>
                <a:gd name="connsiteY81" fmla="*/ 215058 h 483536"/>
                <a:gd name="connsiteX82" fmla="*/ 427177 w 554660"/>
                <a:gd name="connsiteY82" fmla="*/ 210382 h 483536"/>
                <a:gd name="connsiteX83" fmla="*/ 424182 w 554660"/>
                <a:gd name="connsiteY83" fmla="*/ 206480 h 483536"/>
                <a:gd name="connsiteX84" fmla="*/ 424182 w 554660"/>
                <a:gd name="connsiteY84" fmla="*/ 200829 h 483536"/>
                <a:gd name="connsiteX85" fmla="*/ 424182 w 554660"/>
                <a:gd name="connsiteY85" fmla="*/ 197364 h 483536"/>
                <a:gd name="connsiteX86" fmla="*/ 421557 w 554660"/>
                <a:gd name="connsiteY86" fmla="*/ 192251 h 483536"/>
                <a:gd name="connsiteX87" fmla="*/ 419269 w 554660"/>
                <a:gd name="connsiteY87" fmla="*/ 189324 h 483536"/>
                <a:gd name="connsiteX88" fmla="*/ 415197 w 554660"/>
                <a:gd name="connsiteY88" fmla="*/ 185422 h 483536"/>
                <a:gd name="connsiteX89" fmla="*/ 413716 w 554660"/>
                <a:gd name="connsiteY89" fmla="*/ 180107 h 483536"/>
                <a:gd name="connsiteX90" fmla="*/ 413716 w 554660"/>
                <a:gd name="connsiteY90" fmla="*/ 174792 h 483536"/>
                <a:gd name="connsiteX91" fmla="*/ 411663 w 554660"/>
                <a:gd name="connsiteY91" fmla="*/ 170015 h 483536"/>
                <a:gd name="connsiteX92" fmla="*/ 409071 w 554660"/>
                <a:gd name="connsiteY92" fmla="*/ 166314 h 483536"/>
                <a:gd name="connsiteX93" fmla="*/ 406783 w 554660"/>
                <a:gd name="connsiteY93" fmla="*/ 162278 h 483536"/>
                <a:gd name="connsiteX94" fmla="*/ 401667 w 554660"/>
                <a:gd name="connsiteY94" fmla="*/ 154002 h 483536"/>
                <a:gd name="connsiteX95" fmla="*/ 397763 w 554660"/>
                <a:gd name="connsiteY95" fmla="*/ 147375 h 483536"/>
                <a:gd name="connsiteX96" fmla="*/ 394499 w 554660"/>
                <a:gd name="connsiteY96" fmla="*/ 139773 h 483536"/>
                <a:gd name="connsiteX97" fmla="*/ 391773 w 554660"/>
                <a:gd name="connsiteY97" fmla="*/ 135736 h 483536"/>
                <a:gd name="connsiteX98" fmla="*/ 389383 w 554660"/>
                <a:gd name="connsiteY98" fmla="*/ 132910 h 483536"/>
                <a:gd name="connsiteX99" fmla="*/ 389383 w 554660"/>
                <a:gd name="connsiteY99" fmla="*/ 126081 h 483536"/>
                <a:gd name="connsiteX100" fmla="*/ 388508 w 554660"/>
                <a:gd name="connsiteY100" fmla="*/ 117167 h 483536"/>
                <a:gd name="connsiteX101" fmla="*/ 386321 w 554660"/>
                <a:gd name="connsiteY101" fmla="*/ 111078 h 483536"/>
                <a:gd name="connsiteX102" fmla="*/ 385008 w 554660"/>
                <a:gd name="connsiteY102" fmla="*/ 105662 h 483536"/>
                <a:gd name="connsiteX103" fmla="*/ 375989 w 554660"/>
                <a:gd name="connsiteY103" fmla="*/ 89145 h 483536"/>
                <a:gd name="connsiteX104" fmla="*/ 372085 w 554660"/>
                <a:gd name="connsiteY104" fmla="*/ 81206 h 483536"/>
                <a:gd name="connsiteX105" fmla="*/ 361012 w 554660"/>
                <a:gd name="connsiteY105" fmla="*/ 73604 h 483536"/>
                <a:gd name="connsiteX106" fmla="*/ 343176 w 554660"/>
                <a:gd name="connsiteY106" fmla="*/ 63713 h 483536"/>
                <a:gd name="connsiteX107" fmla="*/ 333921 w 554660"/>
                <a:gd name="connsiteY107" fmla="*/ 62301 h 483536"/>
                <a:gd name="connsiteX108" fmla="*/ 324228 w 554660"/>
                <a:gd name="connsiteY108" fmla="*/ 61426 h 483536"/>
                <a:gd name="connsiteX109" fmla="*/ 318574 w 554660"/>
                <a:gd name="connsiteY109" fmla="*/ 57288 h 483536"/>
                <a:gd name="connsiteX110" fmla="*/ 312045 w 554660"/>
                <a:gd name="connsiteY110" fmla="*/ 56414 h 483536"/>
                <a:gd name="connsiteX111" fmla="*/ 305954 w 554660"/>
                <a:gd name="connsiteY111" fmla="*/ 55337 h 483536"/>
                <a:gd name="connsiteX112" fmla="*/ 300636 w 554660"/>
                <a:gd name="connsiteY112" fmla="*/ 50459 h 483536"/>
                <a:gd name="connsiteX113" fmla="*/ 294343 w 554660"/>
                <a:gd name="connsiteY113" fmla="*/ 43395 h 483536"/>
                <a:gd name="connsiteX114" fmla="*/ 289766 w 554660"/>
                <a:gd name="connsiteY114" fmla="*/ 39695 h 483536"/>
                <a:gd name="connsiteX115" fmla="*/ 281083 w 554660"/>
                <a:gd name="connsiteY115" fmla="*/ 33068 h 483536"/>
                <a:gd name="connsiteX116" fmla="*/ 271525 w 554660"/>
                <a:gd name="connsiteY116" fmla="*/ 32294 h 483536"/>
                <a:gd name="connsiteX117" fmla="*/ 264626 w 554660"/>
                <a:gd name="connsiteY117" fmla="*/ 31756 h 483536"/>
                <a:gd name="connsiteX118" fmla="*/ 262405 w 554660"/>
                <a:gd name="connsiteY118" fmla="*/ 26004 h 483536"/>
                <a:gd name="connsiteX119" fmla="*/ 262405 w 554660"/>
                <a:gd name="connsiteY119" fmla="*/ 20016 h 483536"/>
                <a:gd name="connsiteX120" fmla="*/ 262405 w 554660"/>
                <a:gd name="connsiteY120" fmla="*/ 13052 h 483536"/>
                <a:gd name="connsiteX121" fmla="*/ 265568 w 554660"/>
                <a:gd name="connsiteY121" fmla="*/ 8175 h 483536"/>
                <a:gd name="connsiteX122" fmla="*/ 270246 w 554660"/>
                <a:gd name="connsiteY122" fmla="*/ 4575 h 483536"/>
                <a:gd name="connsiteX123" fmla="*/ 271996 w 554660"/>
                <a:gd name="connsiteY123" fmla="*/ 3263 h 483536"/>
                <a:gd name="connsiteX124" fmla="*/ 273410 w 554660"/>
                <a:gd name="connsiteY124" fmla="*/ 1615 h 483536"/>
                <a:gd name="connsiteX125" fmla="*/ 271458 w 554660"/>
                <a:gd name="connsiteY125" fmla="*/ 0 h 483536"/>
                <a:gd name="connsiteX126" fmla="*/ 261563 w 554660"/>
                <a:gd name="connsiteY126" fmla="*/ 0 h 483536"/>
                <a:gd name="connsiteX127" fmla="*/ 252645 w 554660"/>
                <a:gd name="connsiteY127" fmla="*/ 1413 h 483536"/>
                <a:gd name="connsiteX128" fmla="*/ 247866 w 554660"/>
                <a:gd name="connsiteY128" fmla="*/ 5113 h 483536"/>
                <a:gd name="connsiteX129" fmla="*/ 241875 w 554660"/>
                <a:gd name="connsiteY129" fmla="*/ 7939 h 483536"/>
                <a:gd name="connsiteX130" fmla="*/ 235784 w 554660"/>
                <a:gd name="connsiteY130" fmla="*/ 9352 h 483536"/>
                <a:gd name="connsiteX131" fmla="*/ 226865 w 554660"/>
                <a:gd name="connsiteY131" fmla="*/ 10126 h 483536"/>
                <a:gd name="connsiteX132" fmla="*/ 224510 w 554660"/>
                <a:gd name="connsiteY132" fmla="*/ 15575 h 483536"/>
                <a:gd name="connsiteX133" fmla="*/ 224139 w 554660"/>
                <a:gd name="connsiteY133" fmla="*/ 19276 h 483536"/>
                <a:gd name="connsiteX134" fmla="*/ 224139 w 554660"/>
                <a:gd name="connsiteY134" fmla="*/ 25263 h 483536"/>
                <a:gd name="connsiteX135" fmla="*/ 223500 w 554660"/>
                <a:gd name="connsiteY135" fmla="*/ 29065 h 483536"/>
                <a:gd name="connsiteX136" fmla="*/ 222187 w 554660"/>
                <a:gd name="connsiteY136" fmla="*/ 34279 h 483536"/>
                <a:gd name="connsiteX137" fmla="*/ 218586 w 554660"/>
                <a:gd name="connsiteY137" fmla="*/ 38854 h 483536"/>
                <a:gd name="connsiteX138" fmla="*/ 217610 w 554660"/>
                <a:gd name="connsiteY138" fmla="*/ 44842 h 483536"/>
                <a:gd name="connsiteX139" fmla="*/ 219461 w 554660"/>
                <a:gd name="connsiteY139" fmla="*/ 48441 h 483536"/>
                <a:gd name="connsiteX140" fmla="*/ 215995 w 554660"/>
                <a:gd name="connsiteY140" fmla="*/ 50729 h 483536"/>
                <a:gd name="connsiteX141" fmla="*/ 205226 w 554660"/>
                <a:gd name="connsiteY141" fmla="*/ 51368 h 483536"/>
                <a:gd name="connsiteX142" fmla="*/ 199672 w 554660"/>
                <a:gd name="connsiteY142" fmla="*/ 52680 h 483536"/>
                <a:gd name="connsiteX143" fmla="*/ 196071 w 554660"/>
                <a:gd name="connsiteY143" fmla="*/ 59845 h 483536"/>
                <a:gd name="connsiteX144" fmla="*/ 194658 w 554660"/>
                <a:gd name="connsiteY144" fmla="*/ 65160 h 483536"/>
                <a:gd name="connsiteX145" fmla="*/ 196307 w 554660"/>
                <a:gd name="connsiteY145" fmla="*/ 74075 h 483536"/>
                <a:gd name="connsiteX146" fmla="*/ 194658 w 554660"/>
                <a:gd name="connsiteY146" fmla="*/ 79289 h 483536"/>
                <a:gd name="connsiteX147" fmla="*/ 189980 w 554660"/>
                <a:gd name="connsiteY147" fmla="*/ 85714 h 483536"/>
                <a:gd name="connsiteX148" fmla="*/ 184427 w 554660"/>
                <a:gd name="connsiteY148" fmla="*/ 89179 h 483536"/>
                <a:gd name="connsiteX149" fmla="*/ 175609 w 554660"/>
                <a:gd name="connsiteY149" fmla="*/ 92105 h 483536"/>
                <a:gd name="connsiteX150" fmla="*/ 169417 w 554660"/>
                <a:gd name="connsiteY150" fmla="*/ 89919 h 483536"/>
                <a:gd name="connsiteX151" fmla="*/ 162989 w 554660"/>
                <a:gd name="connsiteY151" fmla="*/ 80903 h 483536"/>
                <a:gd name="connsiteX152" fmla="*/ 163629 w 554660"/>
                <a:gd name="connsiteY152" fmla="*/ 75454 h 483536"/>
                <a:gd name="connsiteX153" fmla="*/ 162989 w 554660"/>
                <a:gd name="connsiteY153" fmla="*/ 69802 h 483536"/>
                <a:gd name="connsiteX154" fmla="*/ 159186 w 554660"/>
                <a:gd name="connsiteY154" fmla="*/ 64386 h 483536"/>
                <a:gd name="connsiteX155" fmla="*/ 155383 w 554660"/>
                <a:gd name="connsiteY155" fmla="*/ 61897 h 483536"/>
                <a:gd name="connsiteX156" fmla="*/ 148652 w 554660"/>
                <a:gd name="connsiteY156" fmla="*/ 59408 h 483536"/>
                <a:gd name="connsiteX157" fmla="*/ 143436 w 554660"/>
                <a:gd name="connsiteY157" fmla="*/ 60282 h 483536"/>
                <a:gd name="connsiteX158" fmla="*/ 136907 w 554660"/>
                <a:gd name="connsiteY158" fmla="*/ 64723 h 483536"/>
                <a:gd name="connsiteX159" fmla="*/ 136368 w 554660"/>
                <a:gd name="connsiteY159" fmla="*/ 69399 h 483536"/>
                <a:gd name="connsiteX160" fmla="*/ 134854 w 554660"/>
                <a:gd name="connsiteY160" fmla="*/ 76362 h 483536"/>
                <a:gd name="connsiteX161" fmla="*/ 130950 w 554660"/>
                <a:gd name="connsiteY161" fmla="*/ 81677 h 483536"/>
                <a:gd name="connsiteX162" fmla="*/ 125834 w 554660"/>
                <a:gd name="connsiteY162" fmla="*/ 82552 h 483536"/>
                <a:gd name="connsiteX163" fmla="*/ 119406 w 554660"/>
                <a:gd name="connsiteY163" fmla="*/ 83628 h 483536"/>
                <a:gd name="connsiteX164" fmla="*/ 113315 w 554660"/>
                <a:gd name="connsiteY164" fmla="*/ 85041 h 483536"/>
                <a:gd name="connsiteX165" fmla="*/ 107762 w 554660"/>
                <a:gd name="connsiteY165" fmla="*/ 83965 h 483536"/>
                <a:gd name="connsiteX166" fmla="*/ 104598 w 554660"/>
                <a:gd name="connsiteY166" fmla="*/ 80601 h 483536"/>
                <a:gd name="connsiteX167" fmla="*/ 93627 w 554660"/>
                <a:gd name="connsiteY167" fmla="*/ 72897 h 483536"/>
                <a:gd name="connsiteX168" fmla="*/ 86661 w 554660"/>
                <a:gd name="connsiteY168" fmla="*/ 76598 h 483536"/>
                <a:gd name="connsiteX169" fmla="*/ 86661 w 554660"/>
                <a:gd name="connsiteY169" fmla="*/ 82686 h 483536"/>
                <a:gd name="connsiteX170" fmla="*/ 84338 w 554660"/>
                <a:gd name="connsiteY170" fmla="*/ 86454 h 483536"/>
                <a:gd name="connsiteX171" fmla="*/ 78247 w 554660"/>
                <a:gd name="connsiteY171" fmla="*/ 91365 h 483536"/>
                <a:gd name="connsiteX172" fmla="*/ 73905 w 554660"/>
                <a:gd name="connsiteY172" fmla="*/ 86454 h 483536"/>
                <a:gd name="connsiteX173" fmla="*/ 70574 w 554660"/>
                <a:gd name="connsiteY173" fmla="*/ 84436 h 483536"/>
                <a:gd name="connsiteX174" fmla="*/ 64044 w 554660"/>
                <a:gd name="connsiteY174" fmla="*/ 77203 h 483536"/>
                <a:gd name="connsiteX175" fmla="*/ 64044 w 554660"/>
                <a:gd name="connsiteY175" fmla="*/ 67077 h 483536"/>
                <a:gd name="connsiteX176" fmla="*/ 64044 w 554660"/>
                <a:gd name="connsiteY176" fmla="*/ 58399 h 483536"/>
                <a:gd name="connsiteX177" fmla="*/ 59400 w 554660"/>
                <a:gd name="connsiteY177" fmla="*/ 55203 h 483536"/>
                <a:gd name="connsiteX178" fmla="*/ 56237 w 554660"/>
                <a:gd name="connsiteY178" fmla="*/ 47970 h 483536"/>
                <a:gd name="connsiteX179" fmla="*/ 52467 w 554660"/>
                <a:gd name="connsiteY179" fmla="*/ 45077 h 483536"/>
                <a:gd name="connsiteX180" fmla="*/ 42910 w 554660"/>
                <a:gd name="connsiteY180" fmla="*/ 42184 h 483536"/>
                <a:gd name="connsiteX181" fmla="*/ 29582 w 554660"/>
                <a:gd name="connsiteY181" fmla="*/ 40166 h 483536"/>
                <a:gd name="connsiteX182" fmla="*/ 17096 w 554660"/>
                <a:gd name="connsiteY182" fmla="*/ 41310 h 483536"/>
                <a:gd name="connsiteX183" fmla="*/ 11308 w 554660"/>
                <a:gd name="connsiteY183" fmla="*/ 45952 h 483536"/>
                <a:gd name="connsiteX184" fmla="*/ 6529 w 554660"/>
                <a:gd name="connsiteY184" fmla="*/ 49417 h 483536"/>
                <a:gd name="connsiteX185" fmla="*/ 1447 w 554660"/>
                <a:gd name="connsiteY185" fmla="*/ 58399 h 483536"/>
                <a:gd name="connsiteX186" fmla="*/ 1447 w 554660"/>
                <a:gd name="connsiteY186" fmla="*/ 63613 h 483536"/>
                <a:gd name="connsiteX187" fmla="*/ 0 w 554660"/>
                <a:gd name="connsiteY187" fmla="*/ 69399 h 483536"/>
                <a:gd name="connsiteX188" fmla="*/ 4341 w 554660"/>
                <a:gd name="connsiteY188" fmla="*/ 73738 h 483536"/>
                <a:gd name="connsiteX189" fmla="*/ 7808 w 554660"/>
                <a:gd name="connsiteY189" fmla="*/ 77203 h 483536"/>
                <a:gd name="connsiteX190" fmla="*/ 22582 w 554660"/>
                <a:gd name="connsiteY190" fmla="*/ 86488 h 483536"/>
                <a:gd name="connsiteX191" fmla="*/ 30423 w 554660"/>
                <a:gd name="connsiteY191" fmla="*/ 90827 h 483536"/>
                <a:gd name="connsiteX192" fmla="*/ 37390 w 554660"/>
                <a:gd name="connsiteY192" fmla="*/ 91702 h 483536"/>
                <a:gd name="connsiteX193" fmla="*/ 44054 w 554660"/>
                <a:gd name="connsiteY193" fmla="*/ 96613 h 483536"/>
                <a:gd name="connsiteX194" fmla="*/ 48967 w 554660"/>
                <a:gd name="connsiteY194" fmla="*/ 100953 h 483536"/>
                <a:gd name="connsiteX195" fmla="*/ 54487 w 554660"/>
                <a:gd name="connsiteY195" fmla="*/ 100953 h 483536"/>
                <a:gd name="connsiteX196" fmla="*/ 58559 w 554660"/>
                <a:gd name="connsiteY196" fmla="*/ 109060 h 483536"/>
                <a:gd name="connsiteX197" fmla="*/ 64044 w 554660"/>
                <a:gd name="connsiteY197" fmla="*/ 119185 h 483536"/>
                <a:gd name="connsiteX198" fmla="*/ 70439 w 554660"/>
                <a:gd name="connsiteY198" fmla="*/ 119488 h 483536"/>
                <a:gd name="connsiteX199" fmla="*/ 71886 w 554660"/>
                <a:gd name="connsiteY199" fmla="*/ 123827 h 483536"/>
                <a:gd name="connsiteX200" fmla="*/ 76800 w 554660"/>
                <a:gd name="connsiteY200" fmla="*/ 129614 h 483536"/>
                <a:gd name="connsiteX201" fmla="*/ 83194 w 554660"/>
                <a:gd name="connsiteY201" fmla="*/ 132069 h 483536"/>
                <a:gd name="connsiteX202" fmla="*/ 97093 w 554660"/>
                <a:gd name="connsiteY202" fmla="*/ 132204 h 483536"/>
                <a:gd name="connsiteX203" fmla="*/ 108401 w 554660"/>
                <a:gd name="connsiteY203" fmla="*/ 132204 h 483536"/>
                <a:gd name="connsiteX204" fmla="*/ 117387 w 554660"/>
                <a:gd name="connsiteY204" fmla="*/ 133650 h 483536"/>
                <a:gd name="connsiteX205" fmla="*/ 123748 w 554660"/>
                <a:gd name="connsiteY205" fmla="*/ 140614 h 483536"/>
                <a:gd name="connsiteX206" fmla="*/ 128089 w 554660"/>
                <a:gd name="connsiteY206" fmla="*/ 144953 h 483536"/>
                <a:gd name="connsiteX207" fmla="*/ 132565 w 554660"/>
                <a:gd name="connsiteY207" fmla="*/ 150739 h 483536"/>
                <a:gd name="connsiteX208" fmla="*/ 133575 w 554660"/>
                <a:gd name="connsiteY208" fmla="*/ 154507 h 483536"/>
                <a:gd name="connsiteX209" fmla="*/ 133575 w 554660"/>
                <a:gd name="connsiteY209" fmla="*/ 164363 h 483536"/>
                <a:gd name="connsiteX210" fmla="*/ 136469 w 554660"/>
                <a:gd name="connsiteY210" fmla="*/ 168434 h 483536"/>
                <a:gd name="connsiteX211" fmla="*/ 145724 w 554660"/>
                <a:gd name="connsiteY211" fmla="*/ 168434 h 483536"/>
                <a:gd name="connsiteX212" fmla="*/ 152388 w 554660"/>
                <a:gd name="connsiteY212" fmla="*/ 164969 h 483536"/>
                <a:gd name="connsiteX213" fmla="*/ 157032 w 554660"/>
                <a:gd name="connsiteY213" fmla="*/ 160898 h 483536"/>
                <a:gd name="connsiteX214" fmla="*/ 162249 w 554660"/>
                <a:gd name="connsiteY214" fmla="*/ 163522 h 483536"/>
                <a:gd name="connsiteX215" fmla="*/ 171806 w 554660"/>
                <a:gd name="connsiteY215" fmla="*/ 165272 h 483536"/>
                <a:gd name="connsiteX216" fmla="*/ 179042 w 554660"/>
                <a:gd name="connsiteY216" fmla="*/ 166146 h 483536"/>
                <a:gd name="connsiteX217" fmla="*/ 178167 w 554660"/>
                <a:gd name="connsiteY217" fmla="*/ 173984 h 483536"/>
                <a:gd name="connsiteX218" fmla="*/ 174095 w 554660"/>
                <a:gd name="connsiteY218" fmla="*/ 179501 h 483536"/>
                <a:gd name="connsiteX219" fmla="*/ 173523 w 554660"/>
                <a:gd name="connsiteY219" fmla="*/ 184413 h 483536"/>
                <a:gd name="connsiteX220" fmla="*/ 171504 w 554660"/>
                <a:gd name="connsiteY220" fmla="*/ 190804 h 483536"/>
                <a:gd name="connsiteX221" fmla="*/ 167432 w 554660"/>
                <a:gd name="connsiteY221" fmla="*/ 197465 h 483536"/>
                <a:gd name="connsiteX222" fmla="*/ 164840 w 554660"/>
                <a:gd name="connsiteY222" fmla="*/ 202107 h 483536"/>
                <a:gd name="connsiteX223" fmla="*/ 162821 w 554660"/>
                <a:gd name="connsiteY223" fmla="*/ 209070 h 483536"/>
                <a:gd name="connsiteX224" fmla="*/ 161071 w 554660"/>
                <a:gd name="connsiteY224" fmla="*/ 222694 h 483536"/>
                <a:gd name="connsiteX225" fmla="*/ 161340 w 554660"/>
                <a:gd name="connsiteY225" fmla="*/ 224444 h 483536"/>
                <a:gd name="connsiteX226" fmla="*/ 165681 w 554660"/>
                <a:gd name="connsiteY226" fmla="*/ 229355 h 483536"/>
                <a:gd name="connsiteX227" fmla="*/ 176114 w 554660"/>
                <a:gd name="connsiteY227" fmla="*/ 228481 h 483536"/>
                <a:gd name="connsiteX228" fmla="*/ 183081 w 554660"/>
                <a:gd name="connsiteY228" fmla="*/ 226159 h 483536"/>
                <a:gd name="connsiteX229" fmla="*/ 185403 w 554660"/>
                <a:gd name="connsiteY229" fmla="*/ 235713 h 483536"/>
                <a:gd name="connsiteX230" fmla="*/ 189475 w 554660"/>
                <a:gd name="connsiteY230" fmla="*/ 244392 h 483536"/>
                <a:gd name="connsiteX231" fmla="*/ 192672 w 554660"/>
                <a:gd name="connsiteY231" fmla="*/ 252802 h 483536"/>
                <a:gd name="connsiteX232" fmla="*/ 191797 w 554660"/>
                <a:gd name="connsiteY232" fmla="*/ 260606 h 483536"/>
                <a:gd name="connsiteX233" fmla="*/ 194692 w 554660"/>
                <a:gd name="connsiteY233" fmla="*/ 268713 h 483536"/>
                <a:gd name="connsiteX234" fmla="*/ 205697 w 554660"/>
                <a:gd name="connsiteY234" fmla="*/ 277123 h 483536"/>
                <a:gd name="connsiteX235" fmla="*/ 211485 w 554660"/>
                <a:gd name="connsiteY235" fmla="*/ 277998 h 483536"/>
                <a:gd name="connsiteX236" fmla="*/ 220168 w 554660"/>
                <a:gd name="connsiteY236" fmla="*/ 275980 h 483536"/>
                <a:gd name="connsiteX237" fmla="*/ 227404 w 554660"/>
                <a:gd name="connsiteY237" fmla="*/ 276282 h 483536"/>
                <a:gd name="connsiteX238" fmla="*/ 234067 w 554660"/>
                <a:gd name="connsiteY238" fmla="*/ 275980 h 483536"/>
                <a:gd name="connsiteX239" fmla="*/ 239284 w 554660"/>
                <a:gd name="connsiteY239" fmla="*/ 273087 h 483536"/>
                <a:gd name="connsiteX240" fmla="*/ 241034 w 554660"/>
                <a:gd name="connsiteY240" fmla="*/ 266998 h 483536"/>
                <a:gd name="connsiteX241" fmla="*/ 245106 w 554660"/>
                <a:gd name="connsiteY241" fmla="*/ 261481 h 483536"/>
                <a:gd name="connsiteX242" fmla="*/ 245409 w 554660"/>
                <a:gd name="connsiteY242" fmla="*/ 250750 h 483536"/>
                <a:gd name="connsiteX243" fmla="*/ 248000 w 554660"/>
                <a:gd name="connsiteY243" fmla="*/ 244661 h 483536"/>
                <a:gd name="connsiteX244" fmla="*/ 256111 w 554660"/>
                <a:gd name="connsiteY244" fmla="*/ 242340 h 483536"/>
                <a:gd name="connsiteX245" fmla="*/ 261631 w 554660"/>
                <a:gd name="connsiteY245" fmla="*/ 248731 h 483536"/>
                <a:gd name="connsiteX246" fmla="*/ 269438 w 554660"/>
                <a:gd name="connsiteY246" fmla="*/ 255392 h 483536"/>
                <a:gd name="connsiteX247" fmla="*/ 281319 w 554660"/>
                <a:gd name="connsiteY247" fmla="*/ 261481 h 483536"/>
                <a:gd name="connsiteX248" fmla="*/ 287982 w 554660"/>
                <a:gd name="connsiteY248" fmla="*/ 266123 h 483536"/>
                <a:gd name="connsiteX249" fmla="*/ 286232 w 554660"/>
                <a:gd name="connsiteY249" fmla="*/ 277426 h 483536"/>
                <a:gd name="connsiteX250" fmla="*/ 283607 w 554660"/>
                <a:gd name="connsiteY250" fmla="*/ 281194 h 483536"/>
                <a:gd name="connsiteX251" fmla="*/ 285054 w 554660"/>
                <a:gd name="connsiteY251" fmla="*/ 289032 h 483536"/>
                <a:gd name="connsiteX252" fmla="*/ 286501 w 554660"/>
                <a:gd name="connsiteY252" fmla="*/ 294818 h 483536"/>
                <a:gd name="connsiteX253" fmla="*/ 281588 w 554660"/>
                <a:gd name="connsiteY253" fmla="*/ 300335 h 483536"/>
                <a:gd name="connsiteX254" fmla="*/ 274352 w 554660"/>
                <a:gd name="connsiteY254" fmla="*/ 304102 h 483536"/>
                <a:gd name="connsiteX255" fmla="*/ 268563 w 554660"/>
                <a:gd name="connsiteY255" fmla="*/ 299191 h 483536"/>
                <a:gd name="connsiteX256" fmla="*/ 260722 w 554660"/>
                <a:gd name="connsiteY256" fmla="*/ 298888 h 483536"/>
                <a:gd name="connsiteX257" fmla="*/ 252039 w 554660"/>
                <a:gd name="connsiteY257" fmla="*/ 297442 h 483536"/>
                <a:gd name="connsiteX258" fmla="*/ 247698 w 554660"/>
                <a:gd name="connsiteY258" fmla="*/ 292530 h 483536"/>
                <a:gd name="connsiteX259" fmla="*/ 239587 w 554660"/>
                <a:gd name="connsiteY259" fmla="*/ 289335 h 483536"/>
                <a:gd name="connsiteX260" fmla="*/ 234101 w 554660"/>
                <a:gd name="connsiteY260" fmla="*/ 293977 h 483536"/>
                <a:gd name="connsiteX261" fmla="*/ 233529 w 554660"/>
                <a:gd name="connsiteY261" fmla="*/ 301512 h 483536"/>
                <a:gd name="connsiteX262" fmla="*/ 236423 w 554660"/>
                <a:gd name="connsiteY262" fmla="*/ 311066 h 483536"/>
                <a:gd name="connsiteX263" fmla="*/ 237568 w 554660"/>
                <a:gd name="connsiteY263" fmla="*/ 317457 h 483536"/>
                <a:gd name="connsiteX264" fmla="*/ 236693 w 554660"/>
                <a:gd name="connsiteY264" fmla="*/ 327314 h 483536"/>
                <a:gd name="connsiteX265" fmla="*/ 233798 w 554660"/>
                <a:gd name="connsiteY265" fmla="*/ 331384 h 483536"/>
                <a:gd name="connsiteX266" fmla="*/ 232351 w 554660"/>
                <a:gd name="connsiteY266" fmla="*/ 336598 h 483536"/>
                <a:gd name="connsiteX267" fmla="*/ 228010 w 554660"/>
                <a:gd name="connsiteY267" fmla="*/ 338045 h 483536"/>
                <a:gd name="connsiteX268" fmla="*/ 222490 w 554660"/>
                <a:gd name="connsiteY268" fmla="*/ 338617 h 483536"/>
                <a:gd name="connsiteX269" fmla="*/ 217846 w 554660"/>
                <a:gd name="connsiteY269" fmla="*/ 345008 h 483536"/>
                <a:gd name="connsiteX270" fmla="*/ 216096 w 554660"/>
                <a:gd name="connsiteY270" fmla="*/ 353115 h 483536"/>
                <a:gd name="connsiteX271" fmla="*/ 211183 w 554660"/>
                <a:gd name="connsiteY271" fmla="*/ 361222 h 483536"/>
                <a:gd name="connsiteX272" fmla="*/ 208860 w 554660"/>
                <a:gd name="connsiteY272" fmla="*/ 367009 h 483536"/>
                <a:gd name="connsiteX273" fmla="*/ 214649 w 554660"/>
                <a:gd name="connsiteY273" fmla="*/ 370473 h 483536"/>
                <a:gd name="connsiteX274" fmla="*/ 219865 w 554660"/>
                <a:gd name="connsiteY274" fmla="*/ 373366 h 483536"/>
                <a:gd name="connsiteX275" fmla="*/ 224510 w 554660"/>
                <a:gd name="connsiteY275" fmla="*/ 379152 h 483536"/>
                <a:gd name="connsiteX276" fmla="*/ 226832 w 554660"/>
                <a:gd name="connsiteY276" fmla="*/ 389581 h 483536"/>
                <a:gd name="connsiteX277" fmla="*/ 229726 w 554660"/>
                <a:gd name="connsiteY277" fmla="*/ 394795 h 483536"/>
                <a:gd name="connsiteX278" fmla="*/ 238712 w 554660"/>
                <a:gd name="connsiteY278" fmla="*/ 395030 h 483536"/>
                <a:gd name="connsiteX279" fmla="*/ 249145 w 554660"/>
                <a:gd name="connsiteY279" fmla="*/ 396578 h 483536"/>
                <a:gd name="connsiteX280" fmla="*/ 259578 w 554660"/>
                <a:gd name="connsiteY280" fmla="*/ 396578 h 483536"/>
                <a:gd name="connsiteX281" fmla="*/ 261328 w 554660"/>
                <a:gd name="connsiteY281" fmla="*/ 401792 h 483536"/>
                <a:gd name="connsiteX282" fmla="*/ 262472 w 554660"/>
                <a:gd name="connsiteY282" fmla="*/ 408183 h 483536"/>
                <a:gd name="connsiteX283" fmla="*/ 263650 w 554660"/>
                <a:gd name="connsiteY283" fmla="*/ 413700 h 483536"/>
                <a:gd name="connsiteX284" fmla="*/ 260452 w 554660"/>
                <a:gd name="connsiteY284" fmla="*/ 421505 h 483536"/>
                <a:gd name="connsiteX285" fmla="*/ 255236 w 554660"/>
                <a:gd name="connsiteY285" fmla="*/ 425844 h 483536"/>
                <a:gd name="connsiteX286" fmla="*/ 247698 w 554660"/>
                <a:gd name="connsiteY286" fmla="*/ 433077 h 483536"/>
                <a:gd name="connsiteX287" fmla="*/ 249717 w 554660"/>
                <a:gd name="connsiteY287" fmla="*/ 438863 h 483536"/>
                <a:gd name="connsiteX288" fmla="*/ 252914 w 554660"/>
                <a:gd name="connsiteY288" fmla="*/ 442193 h 483536"/>
                <a:gd name="connsiteX289" fmla="*/ 261328 w 554660"/>
                <a:gd name="connsiteY289" fmla="*/ 446970 h 483536"/>
                <a:gd name="connsiteX290" fmla="*/ 270011 w 554660"/>
                <a:gd name="connsiteY290" fmla="*/ 446970 h 483536"/>
                <a:gd name="connsiteX291" fmla="*/ 277112 w 554660"/>
                <a:gd name="connsiteY291" fmla="*/ 444952 h 483536"/>
                <a:gd name="connsiteX292" fmla="*/ 284785 w 554660"/>
                <a:gd name="connsiteY292" fmla="*/ 441756 h 483536"/>
                <a:gd name="connsiteX293" fmla="*/ 292020 w 554660"/>
                <a:gd name="connsiteY293" fmla="*/ 440881 h 483536"/>
                <a:gd name="connsiteX294" fmla="*/ 299862 w 554660"/>
                <a:gd name="connsiteY294" fmla="*/ 438829 h 483536"/>
                <a:gd name="connsiteX295" fmla="*/ 310867 w 554660"/>
                <a:gd name="connsiteY295" fmla="*/ 436542 h 483536"/>
                <a:gd name="connsiteX296" fmla="*/ 315209 w 554660"/>
                <a:gd name="connsiteY296" fmla="*/ 436542 h 483536"/>
                <a:gd name="connsiteX297" fmla="*/ 316084 w 554660"/>
                <a:gd name="connsiteY297" fmla="*/ 444649 h 483536"/>
                <a:gd name="connsiteX298" fmla="*/ 316656 w 554660"/>
                <a:gd name="connsiteY298" fmla="*/ 449863 h 483536"/>
                <a:gd name="connsiteX299" fmla="*/ 326786 w 554660"/>
                <a:gd name="connsiteY299" fmla="*/ 448685 h 483536"/>
                <a:gd name="connsiteX300" fmla="*/ 334055 w 554660"/>
                <a:gd name="connsiteY300" fmla="*/ 446667 h 483536"/>
                <a:gd name="connsiteX301" fmla="*/ 337825 w 554660"/>
                <a:gd name="connsiteY301" fmla="*/ 453631 h 483536"/>
                <a:gd name="connsiteX302" fmla="*/ 342738 w 554660"/>
                <a:gd name="connsiteY302" fmla="*/ 447273 h 483536"/>
                <a:gd name="connsiteX303" fmla="*/ 349704 w 554660"/>
                <a:gd name="connsiteY303" fmla="*/ 444380 h 483536"/>
                <a:gd name="connsiteX304" fmla="*/ 360440 w 554660"/>
                <a:gd name="connsiteY304" fmla="*/ 443808 h 483536"/>
                <a:gd name="connsiteX305" fmla="*/ 367676 w 554660"/>
                <a:gd name="connsiteY305" fmla="*/ 448450 h 483536"/>
                <a:gd name="connsiteX306" fmla="*/ 375787 w 554660"/>
                <a:gd name="connsiteY306" fmla="*/ 455985 h 483536"/>
                <a:gd name="connsiteX307" fmla="*/ 380128 w 554660"/>
                <a:gd name="connsiteY307" fmla="*/ 460897 h 483536"/>
                <a:gd name="connsiteX308" fmla="*/ 384200 w 554660"/>
                <a:gd name="connsiteY308" fmla="*/ 463218 h 483536"/>
                <a:gd name="connsiteX309" fmla="*/ 388542 w 554660"/>
                <a:gd name="connsiteY309" fmla="*/ 466985 h 483536"/>
                <a:gd name="connsiteX310" fmla="*/ 398975 w 554660"/>
                <a:gd name="connsiteY310" fmla="*/ 469576 h 483536"/>
                <a:gd name="connsiteX311" fmla="*/ 412605 w 554660"/>
                <a:gd name="connsiteY311" fmla="*/ 469576 h 483536"/>
                <a:gd name="connsiteX312" fmla="*/ 417249 w 554660"/>
                <a:gd name="connsiteY312" fmla="*/ 468432 h 483536"/>
                <a:gd name="connsiteX313" fmla="*/ 421019 w 554660"/>
                <a:gd name="connsiteY313" fmla="*/ 472502 h 483536"/>
                <a:gd name="connsiteX314" fmla="*/ 424216 w 554660"/>
                <a:gd name="connsiteY314" fmla="*/ 479466 h 483536"/>
                <a:gd name="connsiteX315" fmla="*/ 425091 w 554660"/>
                <a:gd name="connsiteY315" fmla="*/ 483536 h 483536"/>
                <a:gd name="connsiteX316" fmla="*/ 431754 w 554660"/>
                <a:gd name="connsiteY316" fmla="*/ 483536 h 483536"/>
                <a:gd name="connsiteX317" fmla="*/ 432629 w 554660"/>
                <a:gd name="connsiteY317" fmla="*/ 476875 h 483536"/>
                <a:gd name="connsiteX318" fmla="*/ 436096 w 554660"/>
                <a:gd name="connsiteY318" fmla="*/ 473411 h 483536"/>
                <a:gd name="connsiteX319" fmla="*/ 443937 w 554660"/>
                <a:gd name="connsiteY319" fmla="*/ 472839 h 483536"/>
                <a:gd name="connsiteX320" fmla="*/ 446260 w 554660"/>
                <a:gd name="connsiteY320" fmla="*/ 466178 h 483536"/>
                <a:gd name="connsiteX321" fmla="*/ 446832 w 554660"/>
                <a:gd name="connsiteY321" fmla="*/ 461267 h 483536"/>
                <a:gd name="connsiteX322" fmla="*/ 444510 w 554660"/>
                <a:gd name="connsiteY322" fmla="*/ 454034 h 483536"/>
                <a:gd name="connsiteX323" fmla="*/ 447976 w 554660"/>
                <a:gd name="connsiteY323" fmla="*/ 449997 h 483536"/>
                <a:gd name="connsiteX324" fmla="*/ 454942 w 554660"/>
                <a:gd name="connsiteY324" fmla="*/ 444783 h 483536"/>
                <a:gd name="connsiteX325" fmla="*/ 462481 w 554660"/>
                <a:gd name="connsiteY325" fmla="*/ 444514 h 483536"/>
                <a:gd name="connsiteX326" fmla="*/ 467832 w 554660"/>
                <a:gd name="connsiteY326" fmla="*/ 442328 h 483536"/>
                <a:gd name="connsiteX327" fmla="*/ 470289 w 554660"/>
                <a:gd name="connsiteY327" fmla="*/ 438863 h 483536"/>
                <a:gd name="connsiteX328" fmla="*/ 474226 w 554660"/>
                <a:gd name="connsiteY328" fmla="*/ 434086 h 48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554660" h="483536">
                  <a:moveTo>
                    <a:pt x="474226" y="434086"/>
                  </a:moveTo>
                  <a:lnTo>
                    <a:pt x="477996" y="430756"/>
                  </a:lnTo>
                  <a:lnTo>
                    <a:pt x="479140" y="428300"/>
                  </a:lnTo>
                  <a:lnTo>
                    <a:pt x="477996" y="421202"/>
                  </a:lnTo>
                  <a:lnTo>
                    <a:pt x="482203" y="418174"/>
                  </a:lnTo>
                  <a:lnTo>
                    <a:pt x="484222" y="415853"/>
                  </a:lnTo>
                  <a:lnTo>
                    <a:pt x="479881" y="412826"/>
                  </a:lnTo>
                  <a:lnTo>
                    <a:pt x="479881" y="409193"/>
                  </a:lnTo>
                  <a:lnTo>
                    <a:pt x="482910" y="405358"/>
                  </a:lnTo>
                  <a:lnTo>
                    <a:pt x="487688" y="399067"/>
                  </a:lnTo>
                  <a:lnTo>
                    <a:pt x="493645" y="395770"/>
                  </a:lnTo>
                  <a:lnTo>
                    <a:pt x="501621" y="394593"/>
                  </a:lnTo>
                  <a:lnTo>
                    <a:pt x="504246" y="394593"/>
                  </a:lnTo>
                  <a:lnTo>
                    <a:pt x="504246" y="394526"/>
                  </a:lnTo>
                  <a:lnTo>
                    <a:pt x="494352" y="385746"/>
                  </a:lnTo>
                  <a:lnTo>
                    <a:pt x="489136" y="380532"/>
                  </a:lnTo>
                  <a:lnTo>
                    <a:pt x="485265" y="375553"/>
                  </a:lnTo>
                  <a:lnTo>
                    <a:pt x="482135" y="372727"/>
                  </a:lnTo>
                  <a:lnTo>
                    <a:pt x="477356" y="367950"/>
                  </a:lnTo>
                  <a:lnTo>
                    <a:pt x="474866" y="367076"/>
                  </a:lnTo>
                  <a:cubicBezTo>
                    <a:pt x="474866" y="367076"/>
                    <a:pt x="471736" y="366437"/>
                    <a:pt x="471400" y="366302"/>
                  </a:cubicBezTo>
                  <a:cubicBezTo>
                    <a:pt x="471063" y="366201"/>
                    <a:pt x="465745" y="366302"/>
                    <a:pt x="465745" y="366302"/>
                  </a:cubicBezTo>
                  <a:cubicBezTo>
                    <a:pt x="465745" y="366302"/>
                    <a:pt x="461269" y="365427"/>
                    <a:pt x="458880" y="365427"/>
                  </a:cubicBezTo>
                  <a:cubicBezTo>
                    <a:pt x="456490" y="365427"/>
                    <a:pt x="450063" y="363813"/>
                    <a:pt x="450063" y="363813"/>
                  </a:cubicBezTo>
                  <a:lnTo>
                    <a:pt x="446461" y="361323"/>
                  </a:lnTo>
                  <a:lnTo>
                    <a:pt x="443971" y="358498"/>
                  </a:lnTo>
                  <a:cubicBezTo>
                    <a:pt x="443971" y="358498"/>
                    <a:pt x="446058" y="356311"/>
                    <a:pt x="446461" y="356210"/>
                  </a:cubicBezTo>
                  <a:cubicBezTo>
                    <a:pt x="446899" y="356109"/>
                    <a:pt x="448211" y="355134"/>
                    <a:pt x="449188" y="354696"/>
                  </a:cubicBezTo>
                  <a:cubicBezTo>
                    <a:pt x="450163" y="354259"/>
                    <a:pt x="453765" y="351433"/>
                    <a:pt x="454067" y="351433"/>
                  </a:cubicBezTo>
                  <a:cubicBezTo>
                    <a:pt x="454370" y="351433"/>
                    <a:pt x="456457" y="351332"/>
                    <a:pt x="457231" y="351433"/>
                  </a:cubicBezTo>
                  <a:cubicBezTo>
                    <a:pt x="458005" y="351534"/>
                    <a:pt x="459957" y="351972"/>
                    <a:pt x="461034" y="352846"/>
                  </a:cubicBezTo>
                  <a:cubicBezTo>
                    <a:pt x="462111" y="353721"/>
                    <a:pt x="463524" y="353822"/>
                    <a:pt x="465174" y="354158"/>
                  </a:cubicBezTo>
                  <a:cubicBezTo>
                    <a:pt x="466823" y="354494"/>
                    <a:pt x="474731" y="355235"/>
                    <a:pt x="474731" y="355235"/>
                  </a:cubicBezTo>
                  <a:cubicBezTo>
                    <a:pt x="474731" y="355235"/>
                    <a:pt x="475606" y="354360"/>
                    <a:pt x="476044" y="354259"/>
                  </a:cubicBezTo>
                  <a:cubicBezTo>
                    <a:pt x="476481" y="354158"/>
                    <a:pt x="478972" y="352005"/>
                    <a:pt x="480284" y="351837"/>
                  </a:cubicBezTo>
                  <a:cubicBezTo>
                    <a:pt x="481597" y="351669"/>
                    <a:pt x="482910" y="351131"/>
                    <a:pt x="483650" y="351131"/>
                  </a:cubicBezTo>
                  <a:cubicBezTo>
                    <a:pt x="484424" y="351131"/>
                    <a:pt x="487688" y="351131"/>
                    <a:pt x="487688" y="351131"/>
                  </a:cubicBezTo>
                  <a:lnTo>
                    <a:pt x="493140" y="347666"/>
                  </a:lnTo>
                  <a:lnTo>
                    <a:pt x="499871" y="347666"/>
                  </a:lnTo>
                  <a:cubicBezTo>
                    <a:pt x="499871" y="347666"/>
                    <a:pt x="505862" y="349516"/>
                    <a:pt x="506165" y="349617"/>
                  </a:cubicBezTo>
                  <a:cubicBezTo>
                    <a:pt x="506501" y="349718"/>
                    <a:pt x="510944" y="351030"/>
                    <a:pt x="511381" y="351030"/>
                  </a:cubicBezTo>
                  <a:cubicBezTo>
                    <a:pt x="511819" y="351030"/>
                    <a:pt x="516934" y="355268"/>
                    <a:pt x="516934" y="355268"/>
                  </a:cubicBezTo>
                  <a:lnTo>
                    <a:pt x="523901" y="359070"/>
                  </a:lnTo>
                  <a:lnTo>
                    <a:pt x="531507" y="362333"/>
                  </a:lnTo>
                  <a:lnTo>
                    <a:pt x="537261" y="363947"/>
                  </a:lnTo>
                  <a:cubicBezTo>
                    <a:pt x="537261" y="363947"/>
                    <a:pt x="542478" y="364586"/>
                    <a:pt x="543017" y="364586"/>
                  </a:cubicBezTo>
                  <a:cubicBezTo>
                    <a:pt x="543555" y="364586"/>
                    <a:pt x="549646" y="364385"/>
                    <a:pt x="549646" y="364385"/>
                  </a:cubicBezTo>
                  <a:lnTo>
                    <a:pt x="553786" y="362871"/>
                  </a:lnTo>
                  <a:lnTo>
                    <a:pt x="554661" y="359070"/>
                  </a:lnTo>
                  <a:lnTo>
                    <a:pt x="552373" y="353855"/>
                  </a:lnTo>
                  <a:lnTo>
                    <a:pt x="547358" y="343763"/>
                  </a:lnTo>
                  <a:lnTo>
                    <a:pt x="541603" y="332461"/>
                  </a:lnTo>
                  <a:lnTo>
                    <a:pt x="534872" y="325598"/>
                  </a:lnTo>
                  <a:cubicBezTo>
                    <a:pt x="534872" y="325598"/>
                    <a:pt x="527805" y="321360"/>
                    <a:pt x="526930" y="321158"/>
                  </a:cubicBezTo>
                  <a:cubicBezTo>
                    <a:pt x="526055" y="320922"/>
                    <a:pt x="516732" y="317693"/>
                    <a:pt x="516732" y="317693"/>
                  </a:cubicBezTo>
                  <a:lnTo>
                    <a:pt x="510203" y="316280"/>
                  </a:lnTo>
                  <a:lnTo>
                    <a:pt x="501823" y="313555"/>
                  </a:lnTo>
                  <a:lnTo>
                    <a:pt x="497414" y="310527"/>
                  </a:lnTo>
                  <a:lnTo>
                    <a:pt x="495496" y="308778"/>
                  </a:lnTo>
                  <a:lnTo>
                    <a:pt x="495496" y="287720"/>
                  </a:lnTo>
                  <a:lnTo>
                    <a:pt x="493544" y="283818"/>
                  </a:lnTo>
                  <a:lnTo>
                    <a:pt x="488967" y="281429"/>
                  </a:lnTo>
                  <a:lnTo>
                    <a:pt x="485064" y="277830"/>
                  </a:lnTo>
                  <a:lnTo>
                    <a:pt x="478097" y="275374"/>
                  </a:lnTo>
                  <a:cubicBezTo>
                    <a:pt x="478097" y="275374"/>
                    <a:pt x="473116" y="274668"/>
                    <a:pt x="472678" y="274668"/>
                  </a:cubicBezTo>
                  <a:cubicBezTo>
                    <a:pt x="472241" y="274668"/>
                    <a:pt x="465072" y="274668"/>
                    <a:pt x="465072" y="274668"/>
                  </a:cubicBezTo>
                  <a:lnTo>
                    <a:pt x="460293" y="273894"/>
                  </a:lnTo>
                  <a:cubicBezTo>
                    <a:pt x="460293" y="273894"/>
                    <a:pt x="453327" y="273356"/>
                    <a:pt x="452890" y="273356"/>
                  </a:cubicBezTo>
                  <a:cubicBezTo>
                    <a:pt x="452452" y="273356"/>
                    <a:pt x="447673" y="272044"/>
                    <a:pt x="447336" y="271607"/>
                  </a:cubicBezTo>
                  <a:cubicBezTo>
                    <a:pt x="447000" y="271169"/>
                    <a:pt x="444711" y="268781"/>
                    <a:pt x="444510" y="267267"/>
                  </a:cubicBezTo>
                  <a:cubicBezTo>
                    <a:pt x="444274" y="265753"/>
                    <a:pt x="443971" y="262154"/>
                    <a:pt x="443971" y="262154"/>
                  </a:cubicBezTo>
                  <a:lnTo>
                    <a:pt x="441582" y="255628"/>
                  </a:lnTo>
                  <a:lnTo>
                    <a:pt x="440707" y="251187"/>
                  </a:lnTo>
                  <a:cubicBezTo>
                    <a:pt x="440707" y="251187"/>
                    <a:pt x="438081" y="249438"/>
                    <a:pt x="437678" y="248698"/>
                  </a:cubicBezTo>
                  <a:cubicBezTo>
                    <a:pt x="437240" y="247924"/>
                    <a:pt x="435625" y="246310"/>
                    <a:pt x="436163" y="245334"/>
                  </a:cubicBezTo>
                  <a:cubicBezTo>
                    <a:pt x="436701" y="244358"/>
                    <a:pt x="439730" y="239918"/>
                    <a:pt x="439730" y="239918"/>
                  </a:cubicBezTo>
                  <a:lnTo>
                    <a:pt x="441245" y="235040"/>
                  </a:lnTo>
                  <a:cubicBezTo>
                    <a:pt x="441245" y="235040"/>
                    <a:pt x="440808" y="233425"/>
                    <a:pt x="440808" y="233089"/>
                  </a:cubicBezTo>
                  <a:cubicBezTo>
                    <a:pt x="440808" y="232753"/>
                    <a:pt x="440471" y="227976"/>
                    <a:pt x="440471" y="227438"/>
                  </a:cubicBezTo>
                  <a:cubicBezTo>
                    <a:pt x="440471" y="226899"/>
                    <a:pt x="439159" y="224175"/>
                    <a:pt x="439159" y="223737"/>
                  </a:cubicBezTo>
                  <a:cubicBezTo>
                    <a:pt x="439159" y="223300"/>
                    <a:pt x="436971" y="221147"/>
                    <a:pt x="436668" y="219835"/>
                  </a:cubicBezTo>
                  <a:cubicBezTo>
                    <a:pt x="436365" y="218523"/>
                    <a:pt x="433202" y="215058"/>
                    <a:pt x="433202" y="215058"/>
                  </a:cubicBezTo>
                  <a:lnTo>
                    <a:pt x="427177" y="210382"/>
                  </a:lnTo>
                  <a:lnTo>
                    <a:pt x="424182" y="206480"/>
                  </a:lnTo>
                  <a:lnTo>
                    <a:pt x="424182" y="200829"/>
                  </a:lnTo>
                  <a:lnTo>
                    <a:pt x="424182" y="197364"/>
                  </a:lnTo>
                  <a:lnTo>
                    <a:pt x="421557" y="192251"/>
                  </a:lnTo>
                  <a:lnTo>
                    <a:pt x="419269" y="189324"/>
                  </a:lnTo>
                  <a:lnTo>
                    <a:pt x="415197" y="185422"/>
                  </a:lnTo>
                  <a:lnTo>
                    <a:pt x="413716" y="180107"/>
                  </a:lnTo>
                  <a:lnTo>
                    <a:pt x="413716" y="174792"/>
                  </a:lnTo>
                  <a:lnTo>
                    <a:pt x="411663" y="170015"/>
                  </a:lnTo>
                  <a:lnTo>
                    <a:pt x="409071" y="166314"/>
                  </a:lnTo>
                  <a:lnTo>
                    <a:pt x="406783" y="162278"/>
                  </a:lnTo>
                  <a:lnTo>
                    <a:pt x="401667" y="154002"/>
                  </a:lnTo>
                  <a:cubicBezTo>
                    <a:pt x="401667" y="154002"/>
                    <a:pt x="397763" y="147813"/>
                    <a:pt x="397763" y="147375"/>
                  </a:cubicBezTo>
                  <a:cubicBezTo>
                    <a:pt x="397763" y="146938"/>
                    <a:pt x="394499" y="139773"/>
                    <a:pt x="394499" y="139773"/>
                  </a:cubicBezTo>
                  <a:lnTo>
                    <a:pt x="391773" y="135736"/>
                  </a:lnTo>
                  <a:lnTo>
                    <a:pt x="389383" y="132910"/>
                  </a:lnTo>
                  <a:lnTo>
                    <a:pt x="389383" y="126081"/>
                  </a:lnTo>
                  <a:lnTo>
                    <a:pt x="388508" y="117167"/>
                  </a:lnTo>
                  <a:lnTo>
                    <a:pt x="386321" y="111078"/>
                  </a:lnTo>
                  <a:lnTo>
                    <a:pt x="385008" y="105662"/>
                  </a:lnTo>
                  <a:lnTo>
                    <a:pt x="375989" y="89145"/>
                  </a:lnTo>
                  <a:lnTo>
                    <a:pt x="372085" y="81206"/>
                  </a:lnTo>
                  <a:lnTo>
                    <a:pt x="361012" y="73604"/>
                  </a:lnTo>
                  <a:lnTo>
                    <a:pt x="343176" y="63713"/>
                  </a:lnTo>
                  <a:lnTo>
                    <a:pt x="333921" y="62301"/>
                  </a:lnTo>
                  <a:lnTo>
                    <a:pt x="324228" y="61426"/>
                  </a:lnTo>
                  <a:lnTo>
                    <a:pt x="318574" y="57288"/>
                  </a:lnTo>
                  <a:lnTo>
                    <a:pt x="312045" y="56414"/>
                  </a:lnTo>
                  <a:cubicBezTo>
                    <a:pt x="312045" y="56414"/>
                    <a:pt x="307165" y="56077"/>
                    <a:pt x="305954" y="55337"/>
                  </a:cubicBezTo>
                  <a:cubicBezTo>
                    <a:pt x="304776" y="54564"/>
                    <a:pt x="301074" y="51099"/>
                    <a:pt x="300636" y="50459"/>
                  </a:cubicBezTo>
                  <a:cubicBezTo>
                    <a:pt x="300199" y="49820"/>
                    <a:pt x="295622" y="44169"/>
                    <a:pt x="294343" y="43395"/>
                  </a:cubicBezTo>
                  <a:cubicBezTo>
                    <a:pt x="293030" y="42622"/>
                    <a:pt x="289766" y="39695"/>
                    <a:pt x="289766" y="39695"/>
                  </a:cubicBezTo>
                  <a:lnTo>
                    <a:pt x="281083" y="33068"/>
                  </a:lnTo>
                  <a:lnTo>
                    <a:pt x="271525" y="32294"/>
                  </a:lnTo>
                  <a:lnTo>
                    <a:pt x="264626" y="31756"/>
                  </a:lnTo>
                  <a:cubicBezTo>
                    <a:pt x="264626" y="31756"/>
                    <a:pt x="262405" y="26340"/>
                    <a:pt x="262405" y="26004"/>
                  </a:cubicBezTo>
                  <a:cubicBezTo>
                    <a:pt x="262405" y="25667"/>
                    <a:pt x="262405" y="20016"/>
                    <a:pt x="262405" y="20016"/>
                  </a:cubicBezTo>
                  <a:lnTo>
                    <a:pt x="262405" y="13052"/>
                  </a:lnTo>
                  <a:cubicBezTo>
                    <a:pt x="262405" y="13052"/>
                    <a:pt x="265130" y="8376"/>
                    <a:pt x="265568" y="8175"/>
                  </a:cubicBezTo>
                  <a:cubicBezTo>
                    <a:pt x="266006" y="7973"/>
                    <a:pt x="270246" y="4575"/>
                    <a:pt x="270246" y="4575"/>
                  </a:cubicBezTo>
                  <a:lnTo>
                    <a:pt x="271996" y="3263"/>
                  </a:lnTo>
                  <a:lnTo>
                    <a:pt x="273410" y="1615"/>
                  </a:lnTo>
                  <a:lnTo>
                    <a:pt x="271458" y="0"/>
                  </a:lnTo>
                  <a:lnTo>
                    <a:pt x="261563" y="0"/>
                  </a:lnTo>
                  <a:lnTo>
                    <a:pt x="252645" y="1413"/>
                  </a:lnTo>
                  <a:lnTo>
                    <a:pt x="247866" y="5113"/>
                  </a:lnTo>
                  <a:lnTo>
                    <a:pt x="241875" y="7939"/>
                  </a:lnTo>
                  <a:cubicBezTo>
                    <a:pt x="241875" y="7939"/>
                    <a:pt x="236221" y="9150"/>
                    <a:pt x="235784" y="9352"/>
                  </a:cubicBezTo>
                  <a:cubicBezTo>
                    <a:pt x="235346" y="9554"/>
                    <a:pt x="226865" y="10126"/>
                    <a:pt x="226865" y="10126"/>
                  </a:cubicBezTo>
                  <a:lnTo>
                    <a:pt x="224510" y="15575"/>
                  </a:lnTo>
                  <a:cubicBezTo>
                    <a:pt x="224510" y="15575"/>
                    <a:pt x="224139" y="18838"/>
                    <a:pt x="224139" y="19276"/>
                  </a:cubicBezTo>
                  <a:cubicBezTo>
                    <a:pt x="224139" y="19713"/>
                    <a:pt x="224139" y="25263"/>
                    <a:pt x="224139" y="25263"/>
                  </a:cubicBezTo>
                  <a:lnTo>
                    <a:pt x="223500" y="29065"/>
                  </a:lnTo>
                  <a:lnTo>
                    <a:pt x="222187" y="34279"/>
                  </a:lnTo>
                  <a:lnTo>
                    <a:pt x="218586" y="38854"/>
                  </a:lnTo>
                  <a:lnTo>
                    <a:pt x="217610" y="44842"/>
                  </a:lnTo>
                  <a:lnTo>
                    <a:pt x="219461" y="48441"/>
                  </a:lnTo>
                  <a:lnTo>
                    <a:pt x="215995" y="50729"/>
                  </a:lnTo>
                  <a:cubicBezTo>
                    <a:pt x="215995" y="50729"/>
                    <a:pt x="206000" y="51166"/>
                    <a:pt x="205226" y="51368"/>
                  </a:cubicBezTo>
                  <a:cubicBezTo>
                    <a:pt x="204452" y="51570"/>
                    <a:pt x="199672" y="52680"/>
                    <a:pt x="199672" y="52680"/>
                  </a:cubicBezTo>
                  <a:lnTo>
                    <a:pt x="196071" y="59845"/>
                  </a:lnTo>
                  <a:lnTo>
                    <a:pt x="194658" y="65160"/>
                  </a:lnTo>
                  <a:lnTo>
                    <a:pt x="196307" y="74075"/>
                  </a:lnTo>
                  <a:cubicBezTo>
                    <a:pt x="196307" y="74075"/>
                    <a:pt x="194893" y="78952"/>
                    <a:pt x="194658" y="79289"/>
                  </a:cubicBezTo>
                  <a:cubicBezTo>
                    <a:pt x="194456" y="79625"/>
                    <a:pt x="189980" y="85714"/>
                    <a:pt x="189980" y="85714"/>
                  </a:cubicBezTo>
                  <a:cubicBezTo>
                    <a:pt x="189980" y="85714"/>
                    <a:pt x="185100" y="88977"/>
                    <a:pt x="184427" y="89179"/>
                  </a:cubicBezTo>
                  <a:cubicBezTo>
                    <a:pt x="183788" y="89414"/>
                    <a:pt x="175609" y="92105"/>
                    <a:pt x="175609" y="92105"/>
                  </a:cubicBezTo>
                  <a:lnTo>
                    <a:pt x="169417" y="89919"/>
                  </a:lnTo>
                  <a:lnTo>
                    <a:pt x="162989" y="80903"/>
                  </a:lnTo>
                  <a:cubicBezTo>
                    <a:pt x="162989" y="80903"/>
                    <a:pt x="163629" y="75891"/>
                    <a:pt x="163629" y="75454"/>
                  </a:cubicBezTo>
                  <a:cubicBezTo>
                    <a:pt x="163629" y="75017"/>
                    <a:pt x="162652" y="70341"/>
                    <a:pt x="162989" y="69802"/>
                  </a:cubicBezTo>
                  <a:cubicBezTo>
                    <a:pt x="163325" y="69264"/>
                    <a:pt x="159186" y="64386"/>
                    <a:pt x="159186" y="64386"/>
                  </a:cubicBezTo>
                  <a:cubicBezTo>
                    <a:pt x="159186" y="64386"/>
                    <a:pt x="156023" y="62200"/>
                    <a:pt x="155383" y="61897"/>
                  </a:cubicBezTo>
                  <a:cubicBezTo>
                    <a:pt x="154744" y="61561"/>
                    <a:pt x="148652" y="59408"/>
                    <a:pt x="148652" y="59408"/>
                  </a:cubicBezTo>
                  <a:lnTo>
                    <a:pt x="143436" y="60282"/>
                  </a:lnTo>
                  <a:lnTo>
                    <a:pt x="136907" y="64723"/>
                  </a:lnTo>
                  <a:lnTo>
                    <a:pt x="136368" y="69399"/>
                  </a:lnTo>
                  <a:lnTo>
                    <a:pt x="134854" y="76362"/>
                  </a:lnTo>
                  <a:lnTo>
                    <a:pt x="130950" y="81677"/>
                  </a:lnTo>
                  <a:cubicBezTo>
                    <a:pt x="130950" y="81677"/>
                    <a:pt x="126272" y="82552"/>
                    <a:pt x="125834" y="82552"/>
                  </a:cubicBezTo>
                  <a:cubicBezTo>
                    <a:pt x="125397" y="82552"/>
                    <a:pt x="119844" y="83325"/>
                    <a:pt x="119406" y="83628"/>
                  </a:cubicBezTo>
                  <a:cubicBezTo>
                    <a:pt x="118969" y="83965"/>
                    <a:pt x="113315" y="85041"/>
                    <a:pt x="113315" y="85041"/>
                  </a:cubicBezTo>
                  <a:cubicBezTo>
                    <a:pt x="113315" y="85041"/>
                    <a:pt x="108099" y="84066"/>
                    <a:pt x="107762" y="83965"/>
                  </a:cubicBezTo>
                  <a:cubicBezTo>
                    <a:pt x="107425" y="83864"/>
                    <a:pt x="104598" y="80601"/>
                    <a:pt x="104598" y="80601"/>
                  </a:cubicBezTo>
                  <a:lnTo>
                    <a:pt x="93627" y="72897"/>
                  </a:lnTo>
                  <a:lnTo>
                    <a:pt x="86661" y="76598"/>
                  </a:lnTo>
                  <a:lnTo>
                    <a:pt x="86661" y="82686"/>
                  </a:lnTo>
                  <a:lnTo>
                    <a:pt x="84338" y="86454"/>
                  </a:lnTo>
                  <a:lnTo>
                    <a:pt x="78247" y="91365"/>
                  </a:lnTo>
                  <a:lnTo>
                    <a:pt x="73905" y="86454"/>
                  </a:lnTo>
                  <a:lnTo>
                    <a:pt x="70574" y="84436"/>
                  </a:lnTo>
                  <a:lnTo>
                    <a:pt x="64044" y="77203"/>
                  </a:lnTo>
                  <a:lnTo>
                    <a:pt x="64044" y="67077"/>
                  </a:lnTo>
                  <a:lnTo>
                    <a:pt x="64044" y="58399"/>
                  </a:lnTo>
                  <a:lnTo>
                    <a:pt x="59400" y="55203"/>
                  </a:lnTo>
                  <a:lnTo>
                    <a:pt x="56237" y="47970"/>
                  </a:lnTo>
                  <a:cubicBezTo>
                    <a:pt x="56237" y="47970"/>
                    <a:pt x="53612" y="45649"/>
                    <a:pt x="52467" y="45077"/>
                  </a:cubicBezTo>
                  <a:cubicBezTo>
                    <a:pt x="51323" y="44505"/>
                    <a:pt x="42910" y="42184"/>
                    <a:pt x="42910" y="42184"/>
                  </a:cubicBezTo>
                  <a:lnTo>
                    <a:pt x="29582" y="40166"/>
                  </a:lnTo>
                  <a:lnTo>
                    <a:pt x="17096" y="41310"/>
                  </a:lnTo>
                  <a:lnTo>
                    <a:pt x="11308" y="45952"/>
                  </a:lnTo>
                  <a:lnTo>
                    <a:pt x="6529" y="49417"/>
                  </a:lnTo>
                  <a:lnTo>
                    <a:pt x="1447" y="58399"/>
                  </a:lnTo>
                  <a:lnTo>
                    <a:pt x="1447" y="63613"/>
                  </a:lnTo>
                  <a:lnTo>
                    <a:pt x="0" y="69399"/>
                  </a:lnTo>
                  <a:lnTo>
                    <a:pt x="4341" y="73738"/>
                  </a:lnTo>
                  <a:lnTo>
                    <a:pt x="7808" y="77203"/>
                  </a:lnTo>
                  <a:lnTo>
                    <a:pt x="22582" y="86488"/>
                  </a:lnTo>
                  <a:lnTo>
                    <a:pt x="30423" y="90827"/>
                  </a:lnTo>
                  <a:lnTo>
                    <a:pt x="37390" y="91702"/>
                  </a:lnTo>
                  <a:lnTo>
                    <a:pt x="44054" y="96613"/>
                  </a:lnTo>
                  <a:lnTo>
                    <a:pt x="48967" y="100953"/>
                  </a:lnTo>
                  <a:lnTo>
                    <a:pt x="54487" y="100953"/>
                  </a:lnTo>
                  <a:lnTo>
                    <a:pt x="58559" y="109060"/>
                  </a:lnTo>
                  <a:lnTo>
                    <a:pt x="64044" y="119185"/>
                  </a:lnTo>
                  <a:lnTo>
                    <a:pt x="70439" y="119488"/>
                  </a:lnTo>
                  <a:lnTo>
                    <a:pt x="71886" y="123827"/>
                  </a:lnTo>
                  <a:lnTo>
                    <a:pt x="76800" y="129614"/>
                  </a:lnTo>
                  <a:lnTo>
                    <a:pt x="83194" y="132069"/>
                  </a:lnTo>
                  <a:lnTo>
                    <a:pt x="97093" y="132204"/>
                  </a:lnTo>
                  <a:lnTo>
                    <a:pt x="108401" y="132204"/>
                  </a:lnTo>
                  <a:lnTo>
                    <a:pt x="117387" y="133650"/>
                  </a:lnTo>
                  <a:lnTo>
                    <a:pt x="123748" y="140614"/>
                  </a:lnTo>
                  <a:lnTo>
                    <a:pt x="128089" y="144953"/>
                  </a:lnTo>
                  <a:lnTo>
                    <a:pt x="132565" y="150739"/>
                  </a:lnTo>
                  <a:lnTo>
                    <a:pt x="133575" y="154507"/>
                  </a:lnTo>
                  <a:lnTo>
                    <a:pt x="133575" y="164363"/>
                  </a:lnTo>
                  <a:lnTo>
                    <a:pt x="136469" y="168434"/>
                  </a:lnTo>
                  <a:cubicBezTo>
                    <a:pt x="136469" y="168434"/>
                    <a:pt x="144580" y="168737"/>
                    <a:pt x="145724" y="168434"/>
                  </a:cubicBezTo>
                  <a:cubicBezTo>
                    <a:pt x="146902" y="168131"/>
                    <a:pt x="152388" y="164969"/>
                    <a:pt x="152388" y="164969"/>
                  </a:cubicBezTo>
                  <a:lnTo>
                    <a:pt x="157032" y="160898"/>
                  </a:lnTo>
                  <a:lnTo>
                    <a:pt x="162249" y="163522"/>
                  </a:lnTo>
                  <a:lnTo>
                    <a:pt x="171806" y="165272"/>
                  </a:lnTo>
                  <a:lnTo>
                    <a:pt x="179042" y="166146"/>
                  </a:lnTo>
                  <a:lnTo>
                    <a:pt x="178167" y="173984"/>
                  </a:lnTo>
                  <a:lnTo>
                    <a:pt x="174095" y="179501"/>
                  </a:lnTo>
                  <a:lnTo>
                    <a:pt x="173523" y="184413"/>
                  </a:lnTo>
                  <a:lnTo>
                    <a:pt x="171504" y="190804"/>
                  </a:lnTo>
                  <a:lnTo>
                    <a:pt x="167432" y="197465"/>
                  </a:lnTo>
                  <a:lnTo>
                    <a:pt x="164840" y="202107"/>
                  </a:lnTo>
                  <a:lnTo>
                    <a:pt x="162821" y="209070"/>
                  </a:lnTo>
                  <a:lnTo>
                    <a:pt x="161071" y="222694"/>
                  </a:lnTo>
                  <a:lnTo>
                    <a:pt x="161340" y="224444"/>
                  </a:lnTo>
                  <a:lnTo>
                    <a:pt x="165681" y="229355"/>
                  </a:lnTo>
                  <a:lnTo>
                    <a:pt x="176114" y="228481"/>
                  </a:lnTo>
                  <a:lnTo>
                    <a:pt x="183081" y="226159"/>
                  </a:lnTo>
                  <a:lnTo>
                    <a:pt x="185403" y="235713"/>
                  </a:lnTo>
                  <a:lnTo>
                    <a:pt x="189475" y="244392"/>
                  </a:lnTo>
                  <a:lnTo>
                    <a:pt x="192672" y="252802"/>
                  </a:lnTo>
                  <a:lnTo>
                    <a:pt x="191797" y="260606"/>
                  </a:lnTo>
                  <a:cubicBezTo>
                    <a:pt x="191797" y="260606"/>
                    <a:pt x="193547" y="268713"/>
                    <a:pt x="194692" y="268713"/>
                  </a:cubicBezTo>
                  <a:cubicBezTo>
                    <a:pt x="195836" y="268713"/>
                    <a:pt x="205697" y="277123"/>
                    <a:pt x="205697" y="277123"/>
                  </a:cubicBezTo>
                  <a:lnTo>
                    <a:pt x="211485" y="277998"/>
                  </a:lnTo>
                  <a:lnTo>
                    <a:pt x="220168" y="275980"/>
                  </a:lnTo>
                  <a:lnTo>
                    <a:pt x="227404" y="276282"/>
                  </a:lnTo>
                  <a:lnTo>
                    <a:pt x="234067" y="275980"/>
                  </a:lnTo>
                  <a:lnTo>
                    <a:pt x="239284" y="273087"/>
                  </a:lnTo>
                  <a:lnTo>
                    <a:pt x="241034" y="266998"/>
                  </a:lnTo>
                  <a:lnTo>
                    <a:pt x="245106" y="261481"/>
                  </a:lnTo>
                  <a:lnTo>
                    <a:pt x="245409" y="250750"/>
                  </a:lnTo>
                  <a:cubicBezTo>
                    <a:pt x="245409" y="250750"/>
                    <a:pt x="245981" y="245839"/>
                    <a:pt x="248000" y="244661"/>
                  </a:cubicBezTo>
                  <a:cubicBezTo>
                    <a:pt x="250020" y="243517"/>
                    <a:pt x="256111" y="242340"/>
                    <a:pt x="256111" y="242340"/>
                  </a:cubicBezTo>
                  <a:lnTo>
                    <a:pt x="261631" y="248731"/>
                  </a:lnTo>
                  <a:lnTo>
                    <a:pt x="269438" y="255392"/>
                  </a:lnTo>
                  <a:lnTo>
                    <a:pt x="281319" y="261481"/>
                  </a:lnTo>
                  <a:lnTo>
                    <a:pt x="287982" y="266123"/>
                  </a:lnTo>
                  <a:lnTo>
                    <a:pt x="286232" y="277426"/>
                  </a:lnTo>
                  <a:lnTo>
                    <a:pt x="283607" y="281194"/>
                  </a:lnTo>
                  <a:lnTo>
                    <a:pt x="285054" y="289032"/>
                  </a:lnTo>
                  <a:lnTo>
                    <a:pt x="286501" y="294818"/>
                  </a:lnTo>
                  <a:lnTo>
                    <a:pt x="281588" y="300335"/>
                  </a:lnTo>
                  <a:lnTo>
                    <a:pt x="274352" y="304102"/>
                  </a:lnTo>
                  <a:lnTo>
                    <a:pt x="268563" y="299191"/>
                  </a:lnTo>
                  <a:lnTo>
                    <a:pt x="260722" y="298888"/>
                  </a:lnTo>
                  <a:lnTo>
                    <a:pt x="252039" y="297442"/>
                  </a:lnTo>
                  <a:cubicBezTo>
                    <a:pt x="252039" y="297442"/>
                    <a:pt x="248842" y="293371"/>
                    <a:pt x="247698" y="292530"/>
                  </a:cubicBezTo>
                  <a:cubicBezTo>
                    <a:pt x="246553" y="291689"/>
                    <a:pt x="239587" y="289335"/>
                    <a:pt x="239587" y="289335"/>
                  </a:cubicBezTo>
                  <a:lnTo>
                    <a:pt x="234101" y="293977"/>
                  </a:lnTo>
                  <a:lnTo>
                    <a:pt x="233529" y="301512"/>
                  </a:lnTo>
                  <a:lnTo>
                    <a:pt x="236423" y="311066"/>
                  </a:lnTo>
                  <a:lnTo>
                    <a:pt x="237568" y="317457"/>
                  </a:lnTo>
                  <a:cubicBezTo>
                    <a:pt x="237568" y="317457"/>
                    <a:pt x="238139" y="326439"/>
                    <a:pt x="236693" y="327314"/>
                  </a:cubicBezTo>
                  <a:cubicBezTo>
                    <a:pt x="235245" y="328188"/>
                    <a:pt x="233798" y="331384"/>
                    <a:pt x="233798" y="331384"/>
                  </a:cubicBezTo>
                  <a:lnTo>
                    <a:pt x="232351" y="336598"/>
                  </a:lnTo>
                  <a:lnTo>
                    <a:pt x="228010" y="338045"/>
                  </a:lnTo>
                  <a:lnTo>
                    <a:pt x="222490" y="338617"/>
                  </a:lnTo>
                  <a:lnTo>
                    <a:pt x="217846" y="345008"/>
                  </a:lnTo>
                  <a:lnTo>
                    <a:pt x="216096" y="353115"/>
                  </a:lnTo>
                  <a:lnTo>
                    <a:pt x="211183" y="361222"/>
                  </a:lnTo>
                  <a:lnTo>
                    <a:pt x="208860" y="367009"/>
                  </a:lnTo>
                  <a:lnTo>
                    <a:pt x="214649" y="370473"/>
                  </a:lnTo>
                  <a:lnTo>
                    <a:pt x="219865" y="373366"/>
                  </a:lnTo>
                  <a:lnTo>
                    <a:pt x="224510" y="379152"/>
                  </a:lnTo>
                  <a:lnTo>
                    <a:pt x="226832" y="389581"/>
                  </a:lnTo>
                  <a:cubicBezTo>
                    <a:pt x="226832" y="389581"/>
                    <a:pt x="228582" y="395636"/>
                    <a:pt x="229726" y="394795"/>
                  </a:cubicBezTo>
                  <a:cubicBezTo>
                    <a:pt x="230870" y="393954"/>
                    <a:pt x="238712" y="395030"/>
                    <a:pt x="238712" y="395030"/>
                  </a:cubicBezTo>
                  <a:lnTo>
                    <a:pt x="249145" y="396578"/>
                  </a:lnTo>
                  <a:lnTo>
                    <a:pt x="259578" y="396578"/>
                  </a:lnTo>
                  <a:lnTo>
                    <a:pt x="261328" y="401792"/>
                  </a:lnTo>
                  <a:lnTo>
                    <a:pt x="262472" y="408183"/>
                  </a:lnTo>
                  <a:lnTo>
                    <a:pt x="263650" y="413700"/>
                  </a:lnTo>
                  <a:lnTo>
                    <a:pt x="260452" y="421505"/>
                  </a:lnTo>
                  <a:lnTo>
                    <a:pt x="255236" y="425844"/>
                  </a:lnTo>
                  <a:lnTo>
                    <a:pt x="247698" y="433077"/>
                  </a:lnTo>
                  <a:lnTo>
                    <a:pt x="249717" y="438863"/>
                  </a:lnTo>
                  <a:lnTo>
                    <a:pt x="252914" y="442193"/>
                  </a:lnTo>
                  <a:lnTo>
                    <a:pt x="261328" y="446970"/>
                  </a:lnTo>
                  <a:lnTo>
                    <a:pt x="270011" y="446970"/>
                  </a:lnTo>
                  <a:lnTo>
                    <a:pt x="277112" y="444952"/>
                  </a:lnTo>
                  <a:lnTo>
                    <a:pt x="284785" y="441756"/>
                  </a:lnTo>
                  <a:lnTo>
                    <a:pt x="292020" y="440881"/>
                  </a:lnTo>
                  <a:lnTo>
                    <a:pt x="299862" y="438829"/>
                  </a:lnTo>
                  <a:lnTo>
                    <a:pt x="310867" y="436542"/>
                  </a:lnTo>
                  <a:lnTo>
                    <a:pt x="315209" y="436542"/>
                  </a:lnTo>
                  <a:lnTo>
                    <a:pt x="316084" y="444649"/>
                  </a:lnTo>
                  <a:lnTo>
                    <a:pt x="316656" y="449863"/>
                  </a:lnTo>
                  <a:lnTo>
                    <a:pt x="326786" y="448685"/>
                  </a:lnTo>
                  <a:lnTo>
                    <a:pt x="334055" y="446667"/>
                  </a:lnTo>
                  <a:cubicBezTo>
                    <a:pt x="334055" y="446667"/>
                    <a:pt x="337522" y="454505"/>
                    <a:pt x="337825" y="453631"/>
                  </a:cubicBezTo>
                  <a:cubicBezTo>
                    <a:pt x="338127" y="452756"/>
                    <a:pt x="342738" y="447273"/>
                    <a:pt x="342738" y="447273"/>
                  </a:cubicBezTo>
                  <a:lnTo>
                    <a:pt x="349704" y="444380"/>
                  </a:lnTo>
                  <a:lnTo>
                    <a:pt x="360440" y="443808"/>
                  </a:lnTo>
                  <a:lnTo>
                    <a:pt x="367676" y="448450"/>
                  </a:lnTo>
                  <a:lnTo>
                    <a:pt x="375787" y="455985"/>
                  </a:lnTo>
                  <a:lnTo>
                    <a:pt x="380128" y="460897"/>
                  </a:lnTo>
                  <a:lnTo>
                    <a:pt x="384200" y="463218"/>
                  </a:lnTo>
                  <a:lnTo>
                    <a:pt x="388542" y="466985"/>
                  </a:lnTo>
                  <a:lnTo>
                    <a:pt x="398975" y="469576"/>
                  </a:lnTo>
                  <a:lnTo>
                    <a:pt x="412605" y="469576"/>
                  </a:lnTo>
                  <a:lnTo>
                    <a:pt x="417249" y="468432"/>
                  </a:lnTo>
                  <a:lnTo>
                    <a:pt x="421019" y="472502"/>
                  </a:lnTo>
                  <a:lnTo>
                    <a:pt x="424216" y="479466"/>
                  </a:lnTo>
                  <a:lnTo>
                    <a:pt x="425091" y="483536"/>
                  </a:lnTo>
                  <a:lnTo>
                    <a:pt x="431754" y="483536"/>
                  </a:lnTo>
                  <a:lnTo>
                    <a:pt x="432629" y="476875"/>
                  </a:lnTo>
                  <a:lnTo>
                    <a:pt x="436096" y="473411"/>
                  </a:lnTo>
                  <a:lnTo>
                    <a:pt x="443937" y="472839"/>
                  </a:lnTo>
                  <a:lnTo>
                    <a:pt x="446260" y="466178"/>
                  </a:lnTo>
                  <a:lnTo>
                    <a:pt x="446832" y="461267"/>
                  </a:lnTo>
                  <a:lnTo>
                    <a:pt x="444510" y="454034"/>
                  </a:lnTo>
                  <a:lnTo>
                    <a:pt x="447976" y="449997"/>
                  </a:lnTo>
                  <a:lnTo>
                    <a:pt x="454942" y="444783"/>
                  </a:lnTo>
                  <a:lnTo>
                    <a:pt x="462481" y="444514"/>
                  </a:lnTo>
                  <a:lnTo>
                    <a:pt x="467832" y="442328"/>
                  </a:lnTo>
                  <a:lnTo>
                    <a:pt x="470289" y="438863"/>
                  </a:lnTo>
                  <a:lnTo>
                    <a:pt x="474226" y="434086"/>
                  </a:lnTo>
                  <a:close/>
                </a:path>
              </a:pathLst>
            </a:custGeom>
            <a:grpFill/>
            <a:ln w="6350" cap="flat">
              <a:solidFill>
                <a:schemeClr val="bg1"/>
              </a:solidFill>
              <a:prstDash val="solid"/>
              <a:miter/>
            </a:ln>
          </p:spPr>
          <p:txBody>
            <a:bodyPr rtlCol="0" anchor="ctr"/>
            <a:lstStyle/>
            <a:p>
              <a:endParaRPr lang="en-US"/>
            </a:p>
          </p:txBody>
        </p:sp>
        <p:grpSp>
          <p:nvGrpSpPr>
            <p:cNvPr id="15" name="Graphic 11">
              <a:extLst>
                <a:ext uri="{FF2B5EF4-FFF2-40B4-BE49-F238E27FC236}">
                  <a16:creationId xmlns:a16="http://schemas.microsoft.com/office/drawing/2014/main" id="{187C646C-81B4-8714-598F-588472323B17}"/>
                </a:ext>
              </a:extLst>
            </p:cNvPr>
            <p:cNvGrpSpPr/>
            <p:nvPr/>
          </p:nvGrpSpPr>
          <p:grpSpPr>
            <a:xfrm>
              <a:off x="8160908" y="3028866"/>
              <a:ext cx="222219" cy="234106"/>
              <a:chOff x="5976405" y="2623117"/>
              <a:chExt cx="426638" cy="449459"/>
            </a:xfrm>
            <a:grpFill/>
          </p:grpSpPr>
          <p:sp>
            <p:nvSpPr>
              <p:cNvPr id="111" name="Freeform 950">
                <a:extLst>
                  <a:ext uri="{FF2B5EF4-FFF2-40B4-BE49-F238E27FC236}">
                    <a16:creationId xmlns:a16="http://schemas.microsoft.com/office/drawing/2014/main" id="{87F68E23-785D-DEE2-EEBF-60B21AC1E4DB}"/>
                  </a:ext>
                </a:extLst>
              </p:cNvPr>
              <p:cNvSpPr/>
              <p:nvPr/>
            </p:nvSpPr>
            <p:spPr>
              <a:xfrm>
                <a:off x="6350375" y="2836493"/>
                <a:ext cx="6966" cy="8443"/>
              </a:xfrm>
              <a:custGeom>
                <a:avLst/>
                <a:gdLst>
                  <a:gd name="connsiteX0" fmla="*/ 2389 w 6966"/>
                  <a:gd name="connsiteY0" fmla="*/ 7199 h 8443"/>
                  <a:gd name="connsiteX1" fmla="*/ 4442 w 6966"/>
                  <a:gd name="connsiteY1" fmla="*/ 8444 h 8443"/>
                  <a:gd name="connsiteX2" fmla="*/ 6966 w 6966"/>
                  <a:gd name="connsiteY2" fmla="*/ 6223 h 8443"/>
                  <a:gd name="connsiteX3" fmla="*/ 6966 w 6966"/>
                  <a:gd name="connsiteY3" fmla="*/ 4373 h 8443"/>
                  <a:gd name="connsiteX4" fmla="*/ 6966 w 6966"/>
                  <a:gd name="connsiteY4" fmla="*/ 875 h 8443"/>
                  <a:gd name="connsiteX5" fmla="*/ 5856 w 6966"/>
                  <a:gd name="connsiteY5" fmla="*/ 0 h 8443"/>
                  <a:gd name="connsiteX6" fmla="*/ 0 w 6966"/>
                  <a:gd name="connsiteY6" fmla="*/ 0 h 8443"/>
                  <a:gd name="connsiteX7" fmla="*/ 0 w 6966"/>
                  <a:gd name="connsiteY7" fmla="*/ 875 h 8443"/>
                  <a:gd name="connsiteX8" fmla="*/ 1582 w 6966"/>
                  <a:gd name="connsiteY8" fmla="*/ 2186 h 8443"/>
                  <a:gd name="connsiteX9" fmla="*/ 1279 w 6966"/>
                  <a:gd name="connsiteY9" fmla="*/ 4070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6" h="8443">
                    <a:moveTo>
                      <a:pt x="2389" y="7199"/>
                    </a:moveTo>
                    <a:lnTo>
                      <a:pt x="4442" y="8444"/>
                    </a:lnTo>
                    <a:lnTo>
                      <a:pt x="6966" y="6223"/>
                    </a:lnTo>
                    <a:lnTo>
                      <a:pt x="6966" y="4373"/>
                    </a:lnTo>
                    <a:lnTo>
                      <a:pt x="6966" y="875"/>
                    </a:lnTo>
                    <a:lnTo>
                      <a:pt x="5856" y="0"/>
                    </a:lnTo>
                    <a:lnTo>
                      <a:pt x="0" y="0"/>
                    </a:lnTo>
                    <a:lnTo>
                      <a:pt x="0" y="875"/>
                    </a:lnTo>
                    <a:lnTo>
                      <a:pt x="1582" y="2186"/>
                    </a:lnTo>
                    <a:lnTo>
                      <a:pt x="1279" y="4070"/>
                    </a:lnTo>
                    <a:close/>
                  </a:path>
                </a:pathLst>
              </a:custGeom>
              <a:grpFill/>
              <a:ln w="6350" cap="flat">
                <a:solidFill>
                  <a:schemeClr val="bg1"/>
                </a:solidFill>
                <a:prstDash val="solid"/>
                <a:miter/>
              </a:ln>
            </p:spPr>
            <p:txBody>
              <a:bodyPr rtlCol="0" anchor="ctr"/>
              <a:lstStyle/>
              <a:p>
                <a:endParaRPr lang="en-US"/>
              </a:p>
            </p:txBody>
          </p:sp>
          <p:sp>
            <p:nvSpPr>
              <p:cNvPr id="112" name="Freeform 951">
                <a:extLst>
                  <a:ext uri="{FF2B5EF4-FFF2-40B4-BE49-F238E27FC236}">
                    <a16:creationId xmlns:a16="http://schemas.microsoft.com/office/drawing/2014/main" id="{59819DA4-1134-667B-4BD5-FC151C5BEB06}"/>
                  </a:ext>
                </a:extLst>
              </p:cNvPr>
              <p:cNvSpPr/>
              <p:nvPr/>
            </p:nvSpPr>
            <p:spPr>
              <a:xfrm>
                <a:off x="6339942" y="2834038"/>
                <a:ext cx="8615" cy="6559"/>
              </a:xfrm>
              <a:custGeom>
                <a:avLst/>
                <a:gdLst>
                  <a:gd name="connsiteX0" fmla="*/ 4846 w 8615"/>
                  <a:gd name="connsiteY0" fmla="*/ 5618 h 6559"/>
                  <a:gd name="connsiteX1" fmla="*/ 6462 w 8615"/>
                  <a:gd name="connsiteY1" fmla="*/ 6560 h 6559"/>
                  <a:gd name="connsiteX2" fmla="*/ 8616 w 8615"/>
                  <a:gd name="connsiteY2" fmla="*/ 3566 h 6559"/>
                  <a:gd name="connsiteX3" fmla="*/ 5688 w 8615"/>
                  <a:gd name="connsiteY3" fmla="*/ 707 h 6559"/>
                  <a:gd name="connsiteX4" fmla="*/ 0 w 8615"/>
                  <a:gd name="connsiteY4" fmla="*/ 0 h 6559"/>
                  <a:gd name="connsiteX5" fmla="*/ 0 w 8615"/>
                  <a:gd name="connsiteY5" fmla="*/ 1615 h 6559"/>
                  <a:gd name="connsiteX6" fmla="*/ 2760 w 8615"/>
                  <a:gd name="connsiteY6" fmla="*/ 4777 h 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5" h="6559">
                    <a:moveTo>
                      <a:pt x="4846" y="5618"/>
                    </a:moveTo>
                    <a:lnTo>
                      <a:pt x="6462" y="6560"/>
                    </a:lnTo>
                    <a:lnTo>
                      <a:pt x="8616" y="3566"/>
                    </a:lnTo>
                    <a:lnTo>
                      <a:pt x="5688" y="707"/>
                    </a:lnTo>
                    <a:lnTo>
                      <a:pt x="0" y="0"/>
                    </a:lnTo>
                    <a:lnTo>
                      <a:pt x="0" y="1615"/>
                    </a:lnTo>
                    <a:lnTo>
                      <a:pt x="2760" y="4777"/>
                    </a:lnTo>
                    <a:close/>
                  </a:path>
                </a:pathLst>
              </a:custGeom>
              <a:grpFill/>
              <a:ln w="6350" cap="flat">
                <a:solidFill>
                  <a:schemeClr val="bg1"/>
                </a:solidFill>
                <a:prstDash val="solid"/>
                <a:miter/>
              </a:ln>
            </p:spPr>
            <p:txBody>
              <a:bodyPr rtlCol="0" anchor="ctr"/>
              <a:lstStyle/>
              <a:p>
                <a:endParaRPr lang="en-US"/>
              </a:p>
            </p:txBody>
          </p:sp>
          <p:sp>
            <p:nvSpPr>
              <p:cNvPr id="113" name="Freeform 952">
                <a:extLst>
                  <a:ext uri="{FF2B5EF4-FFF2-40B4-BE49-F238E27FC236}">
                    <a16:creationId xmlns:a16="http://schemas.microsoft.com/office/drawing/2014/main" id="{99175D22-9E03-9545-F7C7-12F6D8C3AD70}"/>
                  </a:ext>
                </a:extLst>
              </p:cNvPr>
              <p:cNvSpPr/>
              <p:nvPr/>
            </p:nvSpPr>
            <p:spPr>
              <a:xfrm>
                <a:off x="5976405" y="2623117"/>
                <a:ext cx="401801" cy="449459"/>
              </a:xfrm>
              <a:custGeom>
                <a:avLst/>
                <a:gdLst>
                  <a:gd name="connsiteX0" fmla="*/ 401196 w 401801"/>
                  <a:gd name="connsiteY0" fmla="*/ 126317 h 449459"/>
                  <a:gd name="connsiteX1" fmla="*/ 400186 w 401801"/>
                  <a:gd name="connsiteY1" fmla="*/ 124567 h 449459"/>
                  <a:gd name="connsiteX2" fmla="*/ 397494 w 401801"/>
                  <a:gd name="connsiteY2" fmla="*/ 123693 h 449459"/>
                  <a:gd name="connsiteX3" fmla="*/ 393388 w 401801"/>
                  <a:gd name="connsiteY3" fmla="*/ 123390 h 449459"/>
                  <a:gd name="connsiteX4" fmla="*/ 384167 w 401801"/>
                  <a:gd name="connsiteY4" fmla="*/ 124265 h 449459"/>
                  <a:gd name="connsiteX5" fmla="*/ 379859 w 401801"/>
                  <a:gd name="connsiteY5" fmla="*/ 123390 h 449459"/>
                  <a:gd name="connsiteX6" fmla="*/ 375383 w 401801"/>
                  <a:gd name="connsiteY6" fmla="*/ 122650 h 449459"/>
                  <a:gd name="connsiteX7" fmla="*/ 371917 w 401801"/>
                  <a:gd name="connsiteY7" fmla="*/ 121506 h 449459"/>
                  <a:gd name="connsiteX8" fmla="*/ 365994 w 401801"/>
                  <a:gd name="connsiteY8" fmla="*/ 120194 h 449459"/>
                  <a:gd name="connsiteX9" fmla="*/ 361787 w 401801"/>
                  <a:gd name="connsiteY9" fmla="*/ 119623 h 449459"/>
                  <a:gd name="connsiteX10" fmla="*/ 357748 w 401801"/>
                  <a:gd name="connsiteY10" fmla="*/ 116999 h 449459"/>
                  <a:gd name="connsiteX11" fmla="*/ 354416 w 401801"/>
                  <a:gd name="connsiteY11" fmla="*/ 115418 h 449459"/>
                  <a:gd name="connsiteX12" fmla="*/ 349637 w 401801"/>
                  <a:gd name="connsiteY12" fmla="*/ 112524 h 449459"/>
                  <a:gd name="connsiteX13" fmla="*/ 345868 w 401801"/>
                  <a:gd name="connsiteY13" fmla="*/ 110338 h 449459"/>
                  <a:gd name="connsiteX14" fmla="*/ 344858 w 401801"/>
                  <a:gd name="connsiteY14" fmla="*/ 108589 h 449459"/>
                  <a:gd name="connsiteX15" fmla="*/ 341089 w 401801"/>
                  <a:gd name="connsiteY15" fmla="*/ 105830 h 449459"/>
                  <a:gd name="connsiteX16" fmla="*/ 337454 w 401801"/>
                  <a:gd name="connsiteY16" fmla="*/ 103072 h 449459"/>
                  <a:gd name="connsiteX17" fmla="*/ 334997 w 401801"/>
                  <a:gd name="connsiteY17" fmla="*/ 101760 h 449459"/>
                  <a:gd name="connsiteX18" fmla="*/ 333247 w 401801"/>
                  <a:gd name="connsiteY18" fmla="*/ 100011 h 449459"/>
                  <a:gd name="connsiteX19" fmla="*/ 331498 w 401801"/>
                  <a:gd name="connsiteY19" fmla="*/ 96377 h 449459"/>
                  <a:gd name="connsiteX20" fmla="*/ 330050 w 401801"/>
                  <a:gd name="connsiteY20" fmla="*/ 94056 h 449459"/>
                  <a:gd name="connsiteX21" fmla="*/ 328435 w 401801"/>
                  <a:gd name="connsiteY21" fmla="*/ 92172 h 449459"/>
                  <a:gd name="connsiteX22" fmla="*/ 324968 w 401801"/>
                  <a:gd name="connsiteY22" fmla="*/ 87833 h 449459"/>
                  <a:gd name="connsiteX23" fmla="*/ 322781 w 401801"/>
                  <a:gd name="connsiteY23" fmla="*/ 88136 h 449459"/>
                  <a:gd name="connsiteX24" fmla="*/ 318574 w 401801"/>
                  <a:gd name="connsiteY24" fmla="*/ 88136 h 449459"/>
                  <a:gd name="connsiteX25" fmla="*/ 310464 w 401801"/>
                  <a:gd name="connsiteY25" fmla="*/ 88136 h 449459"/>
                  <a:gd name="connsiteX26" fmla="*/ 304507 w 401801"/>
                  <a:gd name="connsiteY26" fmla="*/ 88136 h 449459"/>
                  <a:gd name="connsiteX27" fmla="*/ 300030 w 401801"/>
                  <a:gd name="connsiteY27" fmla="*/ 88136 h 449459"/>
                  <a:gd name="connsiteX28" fmla="*/ 294679 w 401801"/>
                  <a:gd name="connsiteY28" fmla="*/ 89313 h 449459"/>
                  <a:gd name="connsiteX29" fmla="*/ 291920 w 401801"/>
                  <a:gd name="connsiteY29" fmla="*/ 93215 h 449459"/>
                  <a:gd name="connsiteX30" fmla="*/ 288891 w 401801"/>
                  <a:gd name="connsiteY30" fmla="*/ 96176 h 449459"/>
                  <a:gd name="connsiteX31" fmla="*/ 286703 w 401801"/>
                  <a:gd name="connsiteY31" fmla="*/ 99237 h 449459"/>
                  <a:gd name="connsiteX32" fmla="*/ 284246 w 401801"/>
                  <a:gd name="connsiteY32" fmla="*/ 101659 h 449459"/>
                  <a:gd name="connsiteX33" fmla="*/ 281217 w 401801"/>
                  <a:gd name="connsiteY33" fmla="*/ 104518 h 449459"/>
                  <a:gd name="connsiteX34" fmla="*/ 279198 w 401801"/>
                  <a:gd name="connsiteY34" fmla="*/ 105796 h 449459"/>
                  <a:gd name="connsiteX35" fmla="*/ 274722 w 401801"/>
                  <a:gd name="connsiteY35" fmla="*/ 106671 h 449459"/>
                  <a:gd name="connsiteX36" fmla="*/ 270818 w 401801"/>
                  <a:gd name="connsiteY36" fmla="*/ 108690 h 449459"/>
                  <a:gd name="connsiteX37" fmla="*/ 265164 w 401801"/>
                  <a:gd name="connsiteY37" fmla="*/ 108824 h 449459"/>
                  <a:gd name="connsiteX38" fmla="*/ 261395 w 401801"/>
                  <a:gd name="connsiteY38" fmla="*/ 110405 h 449459"/>
                  <a:gd name="connsiteX39" fmla="*/ 257323 w 401801"/>
                  <a:gd name="connsiteY39" fmla="*/ 112726 h 449459"/>
                  <a:gd name="connsiteX40" fmla="*/ 253688 w 401801"/>
                  <a:gd name="connsiteY40" fmla="*/ 111549 h 449459"/>
                  <a:gd name="connsiteX41" fmla="*/ 251501 w 401801"/>
                  <a:gd name="connsiteY41" fmla="*/ 109228 h 449459"/>
                  <a:gd name="connsiteX42" fmla="*/ 248606 w 401801"/>
                  <a:gd name="connsiteY42" fmla="*/ 103442 h 449459"/>
                  <a:gd name="connsiteX43" fmla="*/ 248169 w 401801"/>
                  <a:gd name="connsiteY43" fmla="*/ 97218 h 449459"/>
                  <a:gd name="connsiteX44" fmla="*/ 247294 w 401801"/>
                  <a:gd name="connsiteY44" fmla="*/ 95032 h 449459"/>
                  <a:gd name="connsiteX45" fmla="*/ 243962 w 401801"/>
                  <a:gd name="connsiteY45" fmla="*/ 92576 h 449459"/>
                  <a:gd name="connsiteX46" fmla="*/ 240058 w 401801"/>
                  <a:gd name="connsiteY46" fmla="*/ 90995 h 449459"/>
                  <a:gd name="connsiteX47" fmla="*/ 235851 w 401801"/>
                  <a:gd name="connsiteY47" fmla="*/ 91702 h 449459"/>
                  <a:gd name="connsiteX48" fmla="*/ 230769 w 401801"/>
                  <a:gd name="connsiteY48" fmla="*/ 94325 h 449459"/>
                  <a:gd name="connsiteX49" fmla="*/ 227707 w 401801"/>
                  <a:gd name="connsiteY49" fmla="*/ 97656 h 449459"/>
                  <a:gd name="connsiteX50" fmla="*/ 223500 w 401801"/>
                  <a:gd name="connsiteY50" fmla="*/ 99977 h 449459"/>
                  <a:gd name="connsiteX51" fmla="*/ 220471 w 401801"/>
                  <a:gd name="connsiteY51" fmla="*/ 97656 h 449459"/>
                  <a:gd name="connsiteX52" fmla="*/ 223365 w 401801"/>
                  <a:gd name="connsiteY52" fmla="*/ 93585 h 449459"/>
                  <a:gd name="connsiteX53" fmla="*/ 226394 w 401801"/>
                  <a:gd name="connsiteY53" fmla="*/ 91567 h 449459"/>
                  <a:gd name="connsiteX54" fmla="*/ 231745 w 401801"/>
                  <a:gd name="connsiteY54" fmla="*/ 88977 h 449459"/>
                  <a:gd name="connsiteX55" fmla="*/ 235515 w 401801"/>
                  <a:gd name="connsiteY55" fmla="*/ 87968 h 449459"/>
                  <a:gd name="connsiteX56" fmla="*/ 238409 w 401801"/>
                  <a:gd name="connsiteY56" fmla="*/ 86387 h 449459"/>
                  <a:gd name="connsiteX57" fmla="*/ 241606 w 401801"/>
                  <a:gd name="connsiteY57" fmla="*/ 85747 h 449459"/>
                  <a:gd name="connsiteX58" fmla="*/ 245510 w 401801"/>
                  <a:gd name="connsiteY58" fmla="*/ 84671 h 449459"/>
                  <a:gd name="connsiteX59" fmla="*/ 251299 w 401801"/>
                  <a:gd name="connsiteY59" fmla="*/ 84671 h 449459"/>
                  <a:gd name="connsiteX60" fmla="*/ 253318 w 401801"/>
                  <a:gd name="connsiteY60" fmla="*/ 84368 h 449459"/>
                  <a:gd name="connsiteX61" fmla="*/ 257087 w 401801"/>
                  <a:gd name="connsiteY61" fmla="*/ 85680 h 449459"/>
                  <a:gd name="connsiteX62" fmla="*/ 260991 w 401801"/>
                  <a:gd name="connsiteY62" fmla="*/ 86925 h 449459"/>
                  <a:gd name="connsiteX63" fmla="*/ 268395 w 401801"/>
                  <a:gd name="connsiteY63" fmla="*/ 86958 h 449459"/>
                  <a:gd name="connsiteX64" fmla="*/ 272467 w 401801"/>
                  <a:gd name="connsiteY64" fmla="*/ 86319 h 449459"/>
                  <a:gd name="connsiteX65" fmla="*/ 276809 w 401801"/>
                  <a:gd name="connsiteY65" fmla="*/ 84267 h 449459"/>
                  <a:gd name="connsiteX66" fmla="*/ 278121 w 401801"/>
                  <a:gd name="connsiteY66" fmla="*/ 81509 h 449459"/>
                  <a:gd name="connsiteX67" fmla="*/ 278996 w 401801"/>
                  <a:gd name="connsiteY67" fmla="*/ 79053 h 449459"/>
                  <a:gd name="connsiteX68" fmla="*/ 280578 w 401801"/>
                  <a:gd name="connsiteY68" fmla="*/ 73536 h 449459"/>
                  <a:gd name="connsiteX69" fmla="*/ 281588 w 401801"/>
                  <a:gd name="connsiteY69" fmla="*/ 71350 h 449459"/>
                  <a:gd name="connsiteX70" fmla="*/ 283910 w 401801"/>
                  <a:gd name="connsiteY70" fmla="*/ 67885 h 449459"/>
                  <a:gd name="connsiteX71" fmla="*/ 286535 w 401801"/>
                  <a:gd name="connsiteY71" fmla="*/ 63982 h 449459"/>
                  <a:gd name="connsiteX72" fmla="*/ 290170 w 401801"/>
                  <a:gd name="connsiteY72" fmla="*/ 60787 h 449459"/>
                  <a:gd name="connsiteX73" fmla="*/ 293501 w 401801"/>
                  <a:gd name="connsiteY73" fmla="*/ 55875 h 449459"/>
                  <a:gd name="connsiteX74" fmla="*/ 300300 w 401801"/>
                  <a:gd name="connsiteY74" fmla="*/ 50661 h 449459"/>
                  <a:gd name="connsiteX75" fmla="*/ 304069 w 401801"/>
                  <a:gd name="connsiteY75" fmla="*/ 47465 h 449459"/>
                  <a:gd name="connsiteX76" fmla="*/ 310160 w 401801"/>
                  <a:gd name="connsiteY76" fmla="*/ 40233 h 449459"/>
                  <a:gd name="connsiteX77" fmla="*/ 311776 w 401801"/>
                  <a:gd name="connsiteY77" fmla="*/ 37340 h 449459"/>
                  <a:gd name="connsiteX78" fmla="*/ 314098 w 401801"/>
                  <a:gd name="connsiteY78" fmla="*/ 36196 h 449459"/>
                  <a:gd name="connsiteX79" fmla="*/ 308444 w 401801"/>
                  <a:gd name="connsiteY79" fmla="*/ 33438 h 449459"/>
                  <a:gd name="connsiteX80" fmla="*/ 304372 w 401801"/>
                  <a:gd name="connsiteY80" fmla="*/ 31688 h 449459"/>
                  <a:gd name="connsiteX81" fmla="*/ 304372 w 401801"/>
                  <a:gd name="connsiteY81" fmla="*/ 28930 h 449459"/>
                  <a:gd name="connsiteX82" fmla="*/ 302184 w 401801"/>
                  <a:gd name="connsiteY82" fmla="*/ 24523 h 449459"/>
                  <a:gd name="connsiteX83" fmla="*/ 300737 w 401801"/>
                  <a:gd name="connsiteY83" fmla="*/ 26205 h 449459"/>
                  <a:gd name="connsiteX84" fmla="*/ 295151 w 401801"/>
                  <a:gd name="connsiteY84" fmla="*/ 26945 h 449459"/>
                  <a:gd name="connsiteX85" fmla="*/ 292795 w 401801"/>
                  <a:gd name="connsiteY85" fmla="*/ 25196 h 449459"/>
                  <a:gd name="connsiteX86" fmla="*/ 287847 w 401801"/>
                  <a:gd name="connsiteY86" fmla="*/ 23884 h 449459"/>
                  <a:gd name="connsiteX87" fmla="*/ 280881 w 401801"/>
                  <a:gd name="connsiteY87" fmla="*/ 23884 h 449459"/>
                  <a:gd name="connsiteX88" fmla="*/ 277987 w 401801"/>
                  <a:gd name="connsiteY88" fmla="*/ 22572 h 449459"/>
                  <a:gd name="connsiteX89" fmla="*/ 277280 w 401801"/>
                  <a:gd name="connsiteY89" fmla="*/ 18502 h 449459"/>
                  <a:gd name="connsiteX90" fmla="*/ 276573 w 401801"/>
                  <a:gd name="connsiteY90" fmla="*/ 15104 h 449459"/>
                  <a:gd name="connsiteX91" fmla="*/ 279030 w 401801"/>
                  <a:gd name="connsiteY91" fmla="*/ 11942 h 449459"/>
                  <a:gd name="connsiteX92" fmla="*/ 278458 w 401801"/>
                  <a:gd name="connsiteY92" fmla="*/ 8275 h 449459"/>
                  <a:gd name="connsiteX93" fmla="*/ 278761 w 401801"/>
                  <a:gd name="connsiteY93" fmla="*/ 4642 h 449459"/>
                  <a:gd name="connsiteX94" fmla="*/ 275698 w 401801"/>
                  <a:gd name="connsiteY94" fmla="*/ 1009 h 449459"/>
                  <a:gd name="connsiteX95" fmla="*/ 268294 w 401801"/>
                  <a:gd name="connsiteY95" fmla="*/ 0 h 449459"/>
                  <a:gd name="connsiteX96" fmla="*/ 262943 w 401801"/>
                  <a:gd name="connsiteY96" fmla="*/ 2153 h 449459"/>
                  <a:gd name="connsiteX97" fmla="*/ 255404 w 401801"/>
                  <a:gd name="connsiteY97" fmla="*/ 2456 h 449459"/>
                  <a:gd name="connsiteX98" fmla="*/ 248438 w 401801"/>
                  <a:gd name="connsiteY98" fmla="*/ 7670 h 449459"/>
                  <a:gd name="connsiteX99" fmla="*/ 244971 w 401801"/>
                  <a:gd name="connsiteY99" fmla="*/ 11707 h 449459"/>
                  <a:gd name="connsiteX100" fmla="*/ 247294 w 401801"/>
                  <a:gd name="connsiteY100" fmla="*/ 18939 h 449459"/>
                  <a:gd name="connsiteX101" fmla="*/ 246722 w 401801"/>
                  <a:gd name="connsiteY101" fmla="*/ 23850 h 449459"/>
                  <a:gd name="connsiteX102" fmla="*/ 244400 w 401801"/>
                  <a:gd name="connsiteY102" fmla="*/ 30511 h 449459"/>
                  <a:gd name="connsiteX103" fmla="*/ 236558 w 401801"/>
                  <a:gd name="connsiteY103" fmla="*/ 31083 h 449459"/>
                  <a:gd name="connsiteX104" fmla="*/ 233092 w 401801"/>
                  <a:gd name="connsiteY104" fmla="*/ 35422 h 449459"/>
                  <a:gd name="connsiteX105" fmla="*/ 232217 w 401801"/>
                  <a:gd name="connsiteY105" fmla="*/ 42958 h 449459"/>
                  <a:gd name="connsiteX106" fmla="*/ 225553 w 401801"/>
                  <a:gd name="connsiteY106" fmla="*/ 42958 h 449459"/>
                  <a:gd name="connsiteX107" fmla="*/ 224678 w 401801"/>
                  <a:gd name="connsiteY107" fmla="*/ 38046 h 449459"/>
                  <a:gd name="connsiteX108" fmla="*/ 221481 w 401801"/>
                  <a:gd name="connsiteY108" fmla="*/ 30646 h 449459"/>
                  <a:gd name="connsiteX109" fmla="*/ 217711 w 401801"/>
                  <a:gd name="connsiteY109" fmla="*/ 27248 h 449459"/>
                  <a:gd name="connsiteX110" fmla="*/ 213067 w 401801"/>
                  <a:gd name="connsiteY110" fmla="*/ 29064 h 449459"/>
                  <a:gd name="connsiteX111" fmla="*/ 199437 w 401801"/>
                  <a:gd name="connsiteY111" fmla="*/ 29064 h 449459"/>
                  <a:gd name="connsiteX112" fmla="*/ 189004 w 401801"/>
                  <a:gd name="connsiteY112" fmla="*/ 25600 h 449459"/>
                  <a:gd name="connsiteX113" fmla="*/ 184663 w 401801"/>
                  <a:gd name="connsiteY113" fmla="*/ 21395 h 449459"/>
                  <a:gd name="connsiteX114" fmla="*/ 180590 w 401801"/>
                  <a:gd name="connsiteY114" fmla="*/ 18872 h 449459"/>
                  <a:gd name="connsiteX115" fmla="*/ 176249 w 401801"/>
                  <a:gd name="connsiteY115" fmla="*/ 13826 h 449459"/>
                  <a:gd name="connsiteX116" fmla="*/ 168138 w 401801"/>
                  <a:gd name="connsiteY116" fmla="*/ 6257 h 449459"/>
                  <a:gd name="connsiteX117" fmla="*/ 160902 w 401801"/>
                  <a:gd name="connsiteY117" fmla="*/ 1581 h 449459"/>
                  <a:gd name="connsiteX118" fmla="*/ 150167 w 401801"/>
                  <a:gd name="connsiteY118" fmla="*/ 2153 h 449459"/>
                  <a:gd name="connsiteX119" fmla="*/ 143200 w 401801"/>
                  <a:gd name="connsiteY119" fmla="*/ 5046 h 449459"/>
                  <a:gd name="connsiteX120" fmla="*/ 138287 w 401801"/>
                  <a:gd name="connsiteY120" fmla="*/ 11404 h 449459"/>
                  <a:gd name="connsiteX121" fmla="*/ 136638 w 401801"/>
                  <a:gd name="connsiteY121" fmla="*/ 10563 h 449459"/>
                  <a:gd name="connsiteX122" fmla="*/ 135661 w 401801"/>
                  <a:gd name="connsiteY122" fmla="*/ 10832 h 449459"/>
                  <a:gd name="connsiteX123" fmla="*/ 135661 w 401801"/>
                  <a:gd name="connsiteY123" fmla="*/ 19511 h 449459"/>
                  <a:gd name="connsiteX124" fmla="*/ 134349 w 401801"/>
                  <a:gd name="connsiteY124" fmla="*/ 36163 h 449459"/>
                  <a:gd name="connsiteX125" fmla="*/ 130882 w 401801"/>
                  <a:gd name="connsiteY125" fmla="*/ 43832 h 449459"/>
                  <a:gd name="connsiteX126" fmla="*/ 125229 w 401801"/>
                  <a:gd name="connsiteY126" fmla="*/ 53823 h 449459"/>
                  <a:gd name="connsiteX127" fmla="*/ 125229 w 401801"/>
                  <a:gd name="connsiteY127" fmla="*/ 64689 h 449459"/>
                  <a:gd name="connsiteX128" fmla="*/ 119574 w 401801"/>
                  <a:gd name="connsiteY128" fmla="*/ 69028 h 449459"/>
                  <a:gd name="connsiteX129" fmla="*/ 112171 w 401801"/>
                  <a:gd name="connsiteY129" fmla="*/ 69028 h 449459"/>
                  <a:gd name="connsiteX130" fmla="*/ 105641 w 401801"/>
                  <a:gd name="connsiteY130" fmla="*/ 76833 h 449459"/>
                  <a:gd name="connsiteX131" fmla="*/ 112372 w 401801"/>
                  <a:gd name="connsiteY131" fmla="*/ 83796 h 449459"/>
                  <a:gd name="connsiteX132" fmla="*/ 116512 w 401801"/>
                  <a:gd name="connsiteY132" fmla="*/ 89010 h 449459"/>
                  <a:gd name="connsiteX133" fmla="*/ 116512 w 401801"/>
                  <a:gd name="connsiteY133" fmla="*/ 97689 h 449459"/>
                  <a:gd name="connsiteX134" fmla="*/ 113483 w 401801"/>
                  <a:gd name="connsiteY134" fmla="*/ 105292 h 449459"/>
                  <a:gd name="connsiteX135" fmla="*/ 103488 w 401801"/>
                  <a:gd name="connsiteY135" fmla="*/ 108992 h 449459"/>
                  <a:gd name="connsiteX136" fmla="*/ 91305 w 401801"/>
                  <a:gd name="connsiteY136" fmla="*/ 108992 h 449459"/>
                  <a:gd name="connsiteX137" fmla="*/ 80872 w 401801"/>
                  <a:gd name="connsiteY137" fmla="*/ 108992 h 449459"/>
                  <a:gd name="connsiteX138" fmla="*/ 77102 w 401801"/>
                  <a:gd name="connsiteY138" fmla="*/ 103778 h 449459"/>
                  <a:gd name="connsiteX139" fmla="*/ 73030 w 401801"/>
                  <a:gd name="connsiteY139" fmla="*/ 103778 h 449459"/>
                  <a:gd name="connsiteX140" fmla="*/ 73030 w 401801"/>
                  <a:gd name="connsiteY140" fmla="*/ 120295 h 449459"/>
                  <a:gd name="connsiteX141" fmla="*/ 73030 w 401801"/>
                  <a:gd name="connsiteY141" fmla="*/ 128974 h 449459"/>
                  <a:gd name="connsiteX142" fmla="*/ 76665 w 401801"/>
                  <a:gd name="connsiteY142" fmla="*/ 134188 h 449459"/>
                  <a:gd name="connsiteX143" fmla="*/ 79559 w 401801"/>
                  <a:gd name="connsiteY143" fmla="*/ 144179 h 449459"/>
                  <a:gd name="connsiteX144" fmla="*/ 73468 w 401801"/>
                  <a:gd name="connsiteY144" fmla="*/ 159385 h 449459"/>
                  <a:gd name="connsiteX145" fmla="*/ 67814 w 401801"/>
                  <a:gd name="connsiteY145" fmla="*/ 162446 h 449459"/>
                  <a:gd name="connsiteX146" fmla="*/ 67814 w 401801"/>
                  <a:gd name="connsiteY146" fmla="*/ 170687 h 449459"/>
                  <a:gd name="connsiteX147" fmla="*/ 64785 w 401801"/>
                  <a:gd name="connsiteY147" fmla="*/ 176574 h 449459"/>
                  <a:gd name="connsiteX148" fmla="*/ 55227 w 401801"/>
                  <a:gd name="connsiteY148" fmla="*/ 181789 h 449459"/>
                  <a:gd name="connsiteX149" fmla="*/ 50448 w 401801"/>
                  <a:gd name="connsiteY149" fmla="*/ 184816 h 449459"/>
                  <a:gd name="connsiteX150" fmla="*/ 46847 w 401801"/>
                  <a:gd name="connsiteY150" fmla="*/ 189828 h 449459"/>
                  <a:gd name="connsiteX151" fmla="*/ 41025 w 401801"/>
                  <a:gd name="connsiteY151" fmla="*/ 194403 h 449459"/>
                  <a:gd name="connsiteX152" fmla="*/ 36279 w 401801"/>
                  <a:gd name="connsiteY152" fmla="*/ 201804 h 449459"/>
                  <a:gd name="connsiteX153" fmla="*/ 30222 w 401801"/>
                  <a:gd name="connsiteY153" fmla="*/ 205504 h 449459"/>
                  <a:gd name="connsiteX154" fmla="*/ 23255 w 401801"/>
                  <a:gd name="connsiteY154" fmla="*/ 211358 h 449459"/>
                  <a:gd name="connsiteX155" fmla="*/ 19116 w 401801"/>
                  <a:gd name="connsiteY155" fmla="*/ 215697 h 449459"/>
                  <a:gd name="connsiteX156" fmla="*/ 17601 w 401801"/>
                  <a:gd name="connsiteY156" fmla="*/ 222425 h 449459"/>
                  <a:gd name="connsiteX157" fmla="*/ 15414 w 401801"/>
                  <a:gd name="connsiteY157" fmla="*/ 226126 h 449459"/>
                  <a:gd name="connsiteX158" fmla="*/ 7808 w 401801"/>
                  <a:gd name="connsiteY158" fmla="*/ 227639 h 449459"/>
                  <a:gd name="connsiteX159" fmla="*/ 3466 w 401801"/>
                  <a:gd name="connsiteY159" fmla="*/ 231979 h 449459"/>
                  <a:gd name="connsiteX160" fmla="*/ 3466 w 401801"/>
                  <a:gd name="connsiteY160" fmla="*/ 240254 h 449459"/>
                  <a:gd name="connsiteX161" fmla="*/ 0 w 401801"/>
                  <a:gd name="connsiteY161" fmla="*/ 242643 h 449459"/>
                  <a:gd name="connsiteX162" fmla="*/ 3466 w 401801"/>
                  <a:gd name="connsiteY162" fmla="*/ 254383 h 449459"/>
                  <a:gd name="connsiteX163" fmla="*/ 9322 w 401801"/>
                  <a:gd name="connsiteY163" fmla="*/ 260472 h 449459"/>
                  <a:gd name="connsiteX164" fmla="*/ 20731 w 401801"/>
                  <a:gd name="connsiteY164" fmla="*/ 267839 h 449459"/>
                  <a:gd name="connsiteX165" fmla="*/ 29279 w 401801"/>
                  <a:gd name="connsiteY165" fmla="*/ 276518 h 449459"/>
                  <a:gd name="connsiteX166" fmla="*/ 37996 w 401801"/>
                  <a:gd name="connsiteY166" fmla="*/ 287383 h 449459"/>
                  <a:gd name="connsiteX167" fmla="*/ 45838 w 401801"/>
                  <a:gd name="connsiteY167" fmla="*/ 297610 h 449459"/>
                  <a:gd name="connsiteX168" fmla="*/ 45198 w 401801"/>
                  <a:gd name="connsiteY168" fmla="*/ 308913 h 449459"/>
                  <a:gd name="connsiteX169" fmla="*/ 47823 w 401801"/>
                  <a:gd name="connsiteY169" fmla="*/ 319778 h 449459"/>
                  <a:gd name="connsiteX170" fmla="*/ 54116 w 401801"/>
                  <a:gd name="connsiteY170" fmla="*/ 325867 h 449459"/>
                  <a:gd name="connsiteX171" fmla="*/ 51087 w 401801"/>
                  <a:gd name="connsiteY171" fmla="*/ 337170 h 449459"/>
                  <a:gd name="connsiteX172" fmla="*/ 47823 w 401801"/>
                  <a:gd name="connsiteY172" fmla="*/ 344133 h 449459"/>
                  <a:gd name="connsiteX173" fmla="*/ 54352 w 401801"/>
                  <a:gd name="connsiteY173" fmla="*/ 346320 h 449459"/>
                  <a:gd name="connsiteX174" fmla="*/ 62395 w 401801"/>
                  <a:gd name="connsiteY174" fmla="*/ 343494 h 449459"/>
                  <a:gd name="connsiteX175" fmla="*/ 72828 w 401801"/>
                  <a:gd name="connsiteY175" fmla="*/ 339357 h 449459"/>
                  <a:gd name="connsiteX176" fmla="*/ 79997 w 401801"/>
                  <a:gd name="connsiteY176" fmla="*/ 338482 h 449459"/>
                  <a:gd name="connsiteX177" fmla="*/ 86963 w 401801"/>
                  <a:gd name="connsiteY177" fmla="*/ 346320 h 449459"/>
                  <a:gd name="connsiteX178" fmla="*/ 85886 w 401801"/>
                  <a:gd name="connsiteY178" fmla="*/ 355874 h 449459"/>
                  <a:gd name="connsiteX179" fmla="*/ 82184 w 401801"/>
                  <a:gd name="connsiteY179" fmla="*/ 363039 h 449459"/>
                  <a:gd name="connsiteX180" fmla="*/ 81107 w 401801"/>
                  <a:gd name="connsiteY180" fmla="*/ 372391 h 449459"/>
                  <a:gd name="connsiteX181" fmla="*/ 90026 w 401801"/>
                  <a:gd name="connsiteY181" fmla="*/ 385645 h 449459"/>
                  <a:gd name="connsiteX182" fmla="*/ 94603 w 401801"/>
                  <a:gd name="connsiteY182" fmla="*/ 395434 h 449459"/>
                  <a:gd name="connsiteX183" fmla="*/ 97665 w 401801"/>
                  <a:gd name="connsiteY183" fmla="*/ 404113 h 449459"/>
                  <a:gd name="connsiteX184" fmla="*/ 100694 w 401801"/>
                  <a:gd name="connsiteY184" fmla="*/ 413465 h 449459"/>
                  <a:gd name="connsiteX185" fmla="*/ 100896 w 401801"/>
                  <a:gd name="connsiteY185" fmla="*/ 423254 h 449459"/>
                  <a:gd name="connsiteX186" fmla="*/ 102209 w 401801"/>
                  <a:gd name="connsiteY186" fmla="*/ 429343 h 449459"/>
                  <a:gd name="connsiteX187" fmla="*/ 109377 w 401801"/>
                  <a:gd name="connsiteY187" fmla="*/ 431933 h 449459"/>
                  <a:gd name="connsiteX188" fmla="*/ 116344 w 401801"/>
                  <a:gd name="connsiteY188" fmla="*/ 429343 h 449459"/>
                  <a:gd name="connsiteX189" fmla="*/ 120921 w 401801"/>
                  <a:gd name="connsiteY189" fmla="*/ 427392 h 449459"/>
                  <a:gd name="connsiteX190" fmla="*/ 130916 w 401801"/>
                  <a:gd name="connsiteY190" fmla="*/ 426954 h 449459"/>
                  <a:gd name="connsiteX191" fmla="*/ 132868 w 401801"/>
                  <a:gd name="connsiteY191" fmla="*/ 431966 h 449459"/>
                  <a:gd name="connsiteX192" fmla="*/ 133507 w 401801"/>
                  <a:gd name="connsiteY192" fmla="*/ 436743 h 449459"/>
                  <a:gd name="connsiteX193" fmla="*/ 140474 w 401801"/>
                  <a:gd name="connsiteY193" fmla="*/ 436743 h 449459"/>
                  <a:gd name="connsiteX194" fmla="*/ 145253 w 401801"/>
                  <a:gd name="connsiteY194" fmla="*/ 433716 h 449459"/>
                  <a:gd name="connsiteX195" fmla="*/ 151345 w 401801"/>
                  <a:gd name="connsiteY195" fmla="*/ 425878 h 449459"/>
                  <a:gd name="connsiteX196" fmla="*/ 151345 w 401801"/>
                  <a:gd name="connsiteY196" fmla="*/ 422850 h 449459"/>
                  <a:gd name="connsiteX197" fmla="*/ 155922 w 401801"/>
                  <a:gd name="connsiteY197" fmla="*/ 419587 h 449459"/>
                  <a:gd name="connsiteX198" fmla="*/ 160499 w 401801"/>
                  <a:gd name="connsiteY198" fmla="*/ 418511 h 449459"/>
                  <a:gd name="connsiteX199" fmla="*/ 164638 w 401801"/>
                  <a:gd name="connsiteY199" fmla="*/ 411985 h 449459"/>
                  <a:gd name="connsiteX200" fmla="*/ 166489 w 401801"/>
                  <a:gd name="connsiteY200" fmla="*/ 406569 h 449459"/>
                  <a:gd name="connsiteX201" fmla="*/ 169148 w 401801"/>
                  <a:gd name="connsiteY201" fmla="*/ 403945 h 449459"/>
                  <a:gd name="connsiteX202" fmla="*/ 175273 w 401801"/>
                  <a:gd name="connsiteY202" fmla="*/ 402868 h 449459"/>
                  <a:gd name="connsiteX203" fmla="*/ 179412 w 401801"/>
                  <a:gd name="connsiteY203" fmla="*/ 409832 h 449459"/>
                  <a:gd name="connsiteX204" fmla="*/ 181364 w 401801"/>
                  <a:gd name="connsiteY204" fmla="*/ 418746 h 449459"/>
                  <a:gd name="connsiteX205" fmla="*/ 185706 w 401801"/>
                  <a:gd name="connsiteY205" fmla="*/ 426349 h 449459"/>
                  <a:gd name="connsiteX206" fmla="*/ 189172 w 401801"/>
                  <a:gd name="connsiteY206" fmla="*/ 433312 h 449459"/>
                  <a:gd name="connsiteX207" fmla="*/ 191764 w 401801"/>
                  <a:gd name="connsiteY207" fmla="*/ 438762 h 449459"/>
                  <a:gd name="connsiteX208" fmla="*/ 198091 w 401801"/>
                  <a:gd name="connsiteY208" fmla="*/ 440511 h 449459"/>
                  <a:gd name="connsiteX209" fmla="*/ 205259 w 401801"/>
                  <a:gd name="connsiteY209" fmla="*/ 439435 h 449459"/>
                  <a:gd name="connsiteX210" fmla="*/ 211990 w 401801"/>
                  <a:gd name="connsiteY210" fmla="*/ 437685 h 449459"/>
                  <a:gd name="connsiteX211" fmla="*/ 215692 w 401801"/>
                  <a:gd name="connsiteY211" fmla="*/ 432269 h 449459"/>
                  <a:gd name="connsiteX212" fmla="*/ 220908 w 401801"/>
                  <a:gd name="connsiteY212" fmla="*/ 425541 h 449459"/>
                  <a:gd name="connsiteX213" fmla="*/ 227202 w 401801"/>
                  <a:gd name="connsiteY213" fmla="*/ 422278 h 449459"/>
                  <a:gd name="connsiteX214" fmla="*/ 238072 w 401801"/>
                  <a:gd name="connsiteY214" fmla="*/ 420764 h 449459"/>
                  <a:gd name="connsiteX215" fmla="*/ 248068 w 401801"/>
                  <a:gd name="connsiteY215" fmla="*/ 422514 h 449459"/>
                  <a:gd name="connsiteX216" fmla="*/ 251097 w 401801"/>
                  <a:gd name="connsiteY216" fmla="*/ 426853 h 449459"/>
                  <a:gd name="connsiteX217" fmla="*/ 251299 w 401801"/>
                  <a:gd name="connsiteY217" fmla="*/ 432269 h 449459"/>
                  <a:gd name="connsiteX218" fmla="*/ 253890 w 401801"/>
                  <a:gd name="connsiteY218" fmla="*/ 438795 h 449459"/>
                  <a:gd name="connsiteX219" fmla="*/ 253890 w 401801"/>
                  <a:gd name="connsiteY219" fmla="*/ 443808 h 449459"/>
                  <a:gd name="connsiteX220" fmla="*/ 258904 w 401801"/>
                  <a:gd name="connsiteY220" fmla="*/ 447710 h 449459"/>
                  <a:gd name="connsiteX221" fmla="*/ 261092 w 401801"/>
                  <a:gd name="connsiteY221" fmla="*/ 449459 h 449459"/>
                  <a:gd name="connsiteX222" fmla="*/ 264895 w 401801"/>
                  <a:gd name="connsiteY222" fmla="*/ 447508 h 449459"/>
                  <a:gd name="connsiteX223" fmla="*/ 269573 w 401801"/>
                  <a:gd name="connsiteY223" fmla="*/ 445759 h 449459"/>
                  <a:gd name="connsiteX224" fmla="*/ 269573 w 401801"/>
                  <a:gd name="connsiteY224" fmla="*/ 440343 h 449459"/>
                  <a:gd name="connsiteX225" fmla="*/ 269371 w 401801"/>
                  <a:gd name="connsiteY225" fmla="*/ 432303 h 449459"/>
                  <a:gd name="connsiteX226" fmla="*/ 267621 w 401801"/>
                  <a:gd name="connsiteY226" fmla="*/ 426012 h 449459"/>
                  <a:gd name="connsiteX227" fmla="*/ 268496 w 401801"/>
                  <a:gd name="connsiteY227" fmla="*/ 421437 h 449459"/>
                  <a:gd name="connsiteX228" fmla="*/ 271222 w 401801"/>
                  <a:gd name="connsiteY228" fmla="*/ 423826 h 449459"/>
                  <a:gd name="connsiteX229" fmla="*/ 274319 w 401801"/>
                  <a:gd name="connsiteY229" fmla="*/ 425340 h 449459"/>
                  <a:gd name="connsiteX230" fmla="*/ 274453 w 401801"/>
                  <a:gd name="connsiteY230" fmla="*/ 423388 h 449459"/>
                  <a:gd name="connsiteX231" fmla="*/ 274789 w 401801"/>
                  <a:gd name="connsiteY231" fmla="*/ 421000 h 449459"/>
                  <a:gd name="connsiteX232" fmla="*/ 274789 w 401801"/>
                  <a:gd name="connsiteY232" fmla="*/ 419486 h 449459"/>
                  <a:gd name="connsiteX233" fmla="*/ 276539 w 401801"/>
                  <a:gd name="connsiteY233" fmla="*/ 416425 h 449459"/>
                  <a:gd name="connsiteX234" fmla="*/ 276539 w 401801"/>
                  <a:gd name="connsiteY234" fmla="*/ 414272 h 449459"/>
                  <a:gd name="connsiteX235" fmla="*/ 275664 w 401801"/>
                  <a:gd name="connsiteY235" fmla="*/ 407981 h 449459"/>
                  <a:gd name="connsiteX236" fmla="*/ 273713 w 401801"/>
                  <a:gd name="connsiteY236" fmla="*/ 403844 h 449459"/>
                  <a:gd name="connsiteX237" fmla="*/ 271525 w 401801"/>
                  <a:gd name="connsiteY237" fmla="*/ 400782 h 449459"/>
                  <a:gd name="connsiteX238" fmla="*/ 272703 w 401801"/>
                  <a:gd name="connsiteY238" fmla="*/ 397721 h 449459"/>
                  <a:gd name="connsiteX239" fmla="*/ 275160 w 401801"/>
                  <a:gd name="connsiteY239" fmla="*/ 396006 h 449459"/>
                  <a:gd name="connsiteX240" fmla="*/ 276506 w 401801"/>
                  <a:gd name="connsiteY240" fmla="*/ 392743 h 449459"/>
                  <a:gd name="connsiteX241" fmla="*/ 276506 w 401801"/>
                  <a:gd name="connsiteY241" fmla="*/ 389917 h 449459"/>
                  <a:gd name="connsiteX242" fmla="*/ 276506 w 401801"/>
                  <a:gd name="connsiteY242" fmla="*/ 382953 h 449459"/>
                  <a:gd name="connsiteX243" fmla="*/ 275631 w 401801"/>
                  <a:gd name="connsiteY243" fmla="*/ 380902 h 449459"/>
                  <a:gd name="connsiteX244" fmla="*/ 281049 w 401801"/>
                  <a:gd name="connsiteY244" fmla="*/ 380363 h 449459"/>
                  <a:gd name="connsiteX245" fmla="*/ 284314 w 401801"/>
                  <a:gd name="connsiteY245" fmla="*/ 380363 h 449459"/>
                  <a:gd name="connsiteX246" fmla="*/ 286939 w 401801"/>
                  <a:gd name="connsiteY246" fmla="*/ 377739 h 449459"/>
                  <a:gd name="connsiteX247" fmla="*/ 286939 w 401801"/>
                  <a:gd name="connsiteY247" fmla="*/ 374174 h 449459"/>
                  <a:gd name="connsiteX248" fmla="*/ 290203 w 401801"/>
                  <a:gd name="connsiteY248" fmla="*/ 369397 h 449459"/>
                  <a:gd name="connsiteX249" fmla="*/ 293468 w 401801"/>
                  <a:gd name="connsiteY249" fmla="*/ 363745 h 449459"/>
                  <a:gd name="connsiteX250" fmla="*/ 292155 w 401801"/>
                  <a:gd name="connsiteY250" fmla="*/ 358094 h 449459"/>
                  <a:gd name="connsiteX251" fmla="*/ 291179 w 401801"/>
                  <a:gd name="connsiteY251" fmla="*/ 355470 h 449459"/>
                  <a:gd name="connsiteX252" fmla="*/ 287545 w 401801"/>
                  <a:gd name="connsiteY252" fmla="*/ 354595 h 449459"/>
                  <a:gd name="connsiteX253" fmla="*/ 281285 w 401801"/>
                  <a:gd name="connsiteY253" fmla="*/ 352644 h 449459"/>
                  <a:gd name="connsiteX254" fmla="*/ 280006 w 401801"/>
                  <a:gd name="connsiteY254" fmla="*/ 350256 h 449459"/>
                  <a:gd name="connsiteX255" fmla="*/ 280006 w 401801"/>
                  <a:gd name="connsiteY255" fmla="*/ 348069 h 449459"/>
                  <a:gd name="connsiteX256" fmla="*/ 283270 w 401801"/>
                  <a:gd name="connsiteY256" fmla="*/ 346993 h 449459"/>
                  <a:gd name="connsiteX257" fmla="*/ 286535 w 401801"/>
                  <a:gd name="connsiteY257" fmla="*/ 346555 h 449459"/>
                  <a:gd name="connsiteX258" fmla="*/ 289564 w 401801"/>
                  <a:gd name="connsiteY258" fmla="*/ 348069 h 449459"/>
                  <a:gd name="connsiteX259" fmla="*/ 291852 w 401801"/>
                  <a:gd name="connsiteY259" fmla="*/ 348507 h 449459"/>
                  <a:gd name="connsiteX260" fmla="*/ 296261 w 401801"/>
                  <a:gd name="connsiteY260" fmla="*/ 350996 h 449459"/>
                  <a:gd name="connsiteX261" fmla="*/ 301545 w 401801"/>
                  <a:gd name="connsiteY261" fmla="*/ 352409 h 449459"/>
                  <a:gd name="connsiteX262" fmla="*/ 305247 w 401801"/>
                  <a:gd name="connsiteY262" fmla="*/ 352409 h 449459"/>
                  <a:gd name="connsiteX263" fmla="*/ 306122 w 401801"/>
                  <a:gd name="connsiteY263" fmla="*/ 346757 h 449459"/>
                  <a:gd name="connsiteX264" fmla="*/ 306122 w 401801"/>
                  <a:gd name="connsiteY264" fmla="*/ 342855 h 449459"/>
                  <a:gd name="connsiteX265" fmla="*/ 306122 w 401801"/>
                  <a:gd name="connsiteY265" fmla="*/ 335892 h 449459"/>
                  <a:gd name="connsiteX266" fmla="*/ 308511 w 401801"/>
                  <a:gd name="connsiteY266" fmla="*/ 332427 h 449459"/>
                  <a:gd name="connsiteX267" fmla="*/ 310901 w 401801"/>
                  <a:gd name="connsiteY267" fmla="*/ 330274 h 449459"/>
                  <a:gd name="connsiteX268" fmla="*/ 313728 w 401801"/>
                  <a:gd name="connsiteY268" fmla="*/ 329399 h 449459"/>
                  <a:gd name="connsiteX269" fmla="*/ 316218 w 401801"/>
                  <a:gd name="connsiteY269" fmla="*/ 325934 h 449459"/>
                  <a:gd name="connsiteX270" fmla="*/ 318877 w 401801"/>
                  <a:gd name="connsiteY270" fmla="*/ 324622 h 449459"/>
                  <a:gd name="connsiteX271" fmla="*/ 320863 w 401801"/>
                  <a:gd name="connsiteY271" fmla="*/ 320922 h 449459"/>
                  <a:gd name="connsiteX272" fmla="*/ 317834 w 401801"/>
                  <a:gd name="connsiteY272" fmla="*/ 317895 h 449459"/>
                  <a:gd name="connsiteX273" fmla="*/ 312954 w 401801"/>
                  <a:gd name="connsiteY273" fmla="*/ 315506 h 449459"/>
                  <a:gd name="connsiteX274" fmla="*/ 309588 w 401801"/>
                  <a:gd name="connsiteY274" fmla="*/ 315069 h 449459"/>
                  <a:gd name="connsiteX275" fmla="*/ 309588 w 401801"/>
                  <a:gd name="connsiteY275" fmla="*/ 313319 h 449459"/>
                  <a:gd name="connsiteX276" fmla="*/ 311776 w 401801"/>
                  <a:gd name="connsiteY276" fmla="*/ 310494 h 449459"/>
                  <a:gd name="connsiteX277" fmla="*/ 314165 w 401801"/>
                  <a:gd name="connsiteY277" fmla="*/ 309619 h 449459"/>
                  <a:gd name="connsiteX278" fmla="*/ 318305 w 401801"/>
                  <a:gd name="connsiteY278" fmla="*/ 307432 h 449459"/>
                  <a:gd name="connsiteX279" fmla="*/ 320795 w 401801"/>
                  <a:gd name="connsiteY279" fmla="*/ 306625 h 449459"/>
                  <a:gd name="connsiteX280" fmla="*/ 323319 w 401801"/>
                  <a:gd name="connsiteY280" fmla="*/ 307702 h 449459"/>
                  <a:gd name="connsiteX281" fmla="*/ 324800 w 401801"/>
                  <a:gd name="connsiteY281" fmla="*/ 309720 h 449459"/>
                  <a:gd name="connsiteX282" fmla="*/ 325238 w 401801"/>
                  <a:gd name="connsiteY282" fmla="*/ 313353 h 449459"/>
                  <a:gd name="connsiteX283" fmla="*/ 325238 w 401801"/>
                  <a:gd name="connsiteY283" fmla="*/ 316683 h 449459"/>
                  <a:gd name="connsiteX284" fmla="*/ 325238 w 401801"/>
                  <a:gd name="connsiteY284" fmla="*/ 320216 h 449459"/>
                  <a:gd name="connsiteX285" fmla="*/ 325238 w 401801"/>
                  <a:gd name="connsiteY285" fmla="*/ 323680 h 449459"/>
                  <a:gd name="connsiteX286" fmla="*/ 323218 w 401801"/>
                  <a:gd name="connsiteY286" fmla="*/ 326506 h 449459"/>
                  <a:gd name="connsiteX287" fmla="*/ 321637 w 401801"/>
                  <a:gd name="connsiteY287" fmla="*/ 328693 h 449459"/>
                  <a:gd name="connsiteX288" fmla="*/ 320829 w 401801"/>
                  <a:gd name="connsiteY288" fmla="*/ 331956 h 449459"/>
                  <a:gd name="connsiteX289" fmla="*/ 319920 w 401801"/>
                  <a:gd name="connsiteY289" fmla="*/ 336026 h 449459"/>
                  <a:gd name="connsiteX290" fmla="*/ 321132 w 401801"/>
                  <a:gd name="connsiteY290" fmla="*/ 338785 h 449459"/>
                  <a:gd name="connsiteX291" fmla="*/ 322478 w 401801"/>
                  <a:gd name="connsiteY291" fmla="*/ 341678 h 449459"/>
                  <a:gd name="connsiteX292" fmla="*/ 324968 w 401801"/>
                  <a:gd name="connsiteY292" fmla="*/ 341913 h 449459"/>
                  <a:gd name="connsiteX293" fmla="*/ 327358 w 401801"/>
                  <a:gd name="connsiteY293" fmla="*/ 342048 h 449459"/>
                  <a:gd name="connsiteX294" fmla="*/ 329545 w 401801"/>
                  <a:gd name="connsiteY294" fmla="*/ 340366 h 449459"/>
                  <a:gd name="connsiteX295" fmla="*/ 331363 w 401801"/>
                  <a:gd name="connsiteY295" fmla="*/ 338415 h 449459"/>
                  <a:gd name="connsiteX296" fmla="*/ 333618 w 401801"/>
                  <a:gd name="connsiteY296" fmla="*/ 336329 h 449459"/>
                  <a:gd name="connsiteX297" fmla="*/ 336882 w 401801"/>
                  <a:gd name="connsiteY297" fmla="*/ 334748 h 449459"/>
                  <a:gd name="connsiteX298" fmla="*/ 340517 w 401801"/>
                  <a:gd name="connsiteY298" fmla="*/ 332629 h 449459"/>
                  <a:gd name="connsiteX299" fmla="*/ 344421 w 401801"/>
                  <a:gd name="connsiteY299" fmla="*/ 332124 h 449459"/>
                  <a:gd name="connsiteX300" fmla="*/ 349637 w 401801"/>
                  <a:gd name="connsiteY300" fmla="*/ 333436 h 449459"/>
                  <a:gd name="connsiteX301" fmla="*/ 353979 w 401801"/>
                  <a:gd name="connsiteY301" fmla="*/ 330846 h 449459"/>
                  <a:gd name="connsiteX302" fmla="*/ 353407 w 401801"/>
                  <a:gd name="connsiteY302" fmla="*/ 325766 h 449459"/>
                  <a:gd name="connsiteX303" fmla="*/ 350512 w 401801"/>
                  <a:gd name="connsiteY303" fmla="*/ 321124 h 449459"/>
                  <a:gd name="connsiteX304" fmla="*/ 346945 w 401801"/>
                  <a:gd name="connsiteY304" fmla="*/ 318803 h 449459"/>
                  <a:gd name="connsiteX305" fmla="*/ 344421 w 401801"/>
                  <a:gd name="connsiteY305" fmla="*/ 315472 h 449459"/>
                  <a:gd name="connsiteX306" fmla="*/ 344421 w 401801"/>
                  <a:gd name="connsiteY306" fmla="*/ 309821 h 449459"/>
                  <a:gd name="connsiteX307" fmla="*/ 346003 w 401801"/>
                  <a:gd name="connsiteY307" fmla="*/ 309821 h 449459"/>
                  <a:gd name="connsiteX308" fmla="*/ 350782 w 401801"/>
                  <a:gd name="connsiteY308" fmla="*/ 308946 h 449459"/>
                  <a:gd name="connsiteX309" fmla="*/ 353979 w 401801"/>
                  <a:gd name="connsiteY309" fmla="*/ 308946 h 449459"/>
                  <a:gd name="connsiteX310" fmla="*/ 359498 w 401801"/>
                  <a:gd name="connsiteY310" fmla="*/ 309384 h 449459"/>
                  <a:gd name="connsiteX311" fmla="*/ 362258 w 401801"/>
                  <a:gd name="connsiteY311" fmla="*/ 314295 h 449459"/>
                  <a:gd name="connsiteX312" fmla="*/ 363133 w 401801"/>
                  <a:gd name="connsiteY312" fmla="*/ 319745 h 449459"/>
                  <a:gd name="connsiteX313" fmla="*/ 364445 w 401801"/>
                  <a:gd name="connsiteY313" fmla="*/ 321225 h 449459"/>
                  <a:gd name="connsiteX314" fmla="*/ 365320 w 401801"/>
                  <a:gd name="connsiteY314" fmla="*/ 319106 h 449459"/>
                  <a:gd name="connsiteX315" fmla="*/ 365320 w 401801"/>
                  <a:gd name="connsiteY315" fmla="*/ 313319 h 449459"/>
                  <a:gd name="connsiteX316" fmla="*/ 368585 w 401801"/>
                  <a:gd name="connsiteY316" fmla="*/ 309417 h 449459"/>
                  <a:gd name="connsiteX317" fmla="*/ 370537 w 401801"/>
                  <a:gd name="connsiteY317" fmla="*/ 305078 h 449459"/>
                  <a:gd name="connsiteX318" fmla="*/ 370537 w 401801"/>
                  <a:gd name="connsiteY318" fmla="*/ 301176 h 449459"/>
                  <a:gd name="connsiteX319" fmla="*/ 365758 w 401801"/>
                  <a:gd name="connsiteY319" fmla="*/ 298417 h 449459"/>
                  <a:gd name="connsiteX320" fmla="*/ 362864 w 401801"/>
                  <a:gd name="connsiteY320" fmla="*/ 294347 h 449459"/>
                  <a:gd name="connsiteX321" fmla="*/ 360171 w 401801"/>
                  <a:gd name="connsiteY321" fmla="*/ 289570 h 449459"/>
                  <a:gd name="connsiteX322" fmla="*/ 356806 w 401801"/>
                  <a:gd name="connsiteY322" fmla="*/ 280891 h 449459"/>
                  <a:gd name="connsiteX323" fmla="*/ 353238 w 401801"/>
                  <a:gd name="connsiteY323" fmla="*/ 275811 h 449459"/>
                  <a:gd name="connsiteX324" fmla="*/ 348762 w 401801"/>
                  <a:gd name="connsiteY324" fmla="*/ 270294 h 449459"/>
                  <a:gd name="connsiteX325" fmla="*/ 348055 w 401801"/>
                  <a:gd name="connsiteY325" fmla="*/ 266830 h 449459"/>
                  <a:gd name="connsiteX326" fmla="*/ 349806 w 401801"/>
                  <a:gd name="connsiteY326" fmla="*/ 263062 h 449459"/>
                  <a:gd name="connsiteX327" fmla="*/ 353710 w 401801"/>
                  <a:gd name="connsiteY327" fmla="*/ 261178 h 449459"/>
                  <a:gd name="connsiteX328" fmla="*/ 357479 w 401801"/>
                  <a:gd name="connsiteY328" fmla="*/ 259597 h 449459"/>
                  <a:gd name="connsiteX329" fmla="*/ 361955 w 401801"/>
                  <a:gd name="connsiteY329" fmla="*/ 258722 h 449459"/>
                  <a:gd name="connsiteX330" fmla="*/ 363705 w 401801"/>
                  <a:gd name="connsiteY330" fmla="*/ 255829 h 449459"/>
                  <a:gd name="connsiteX331" fmla="*/ 365455 w 401801"/>
                  <a:gd name="connsiteY331" fmla="*/ 253508 h 449459"/>
                  <a:gd name="connsiteX332" fmla="*/ 366768 w 401801"/>
                  <a:gd name="connsiteY332" fmla="*/ 252062 h 449459"/>
                  <a:gd name="connsiteX333" fmla="*/ 368787 w 401801"/>
                  <a:gd name="connsiteY333" fmla="*/ 249169 h 449459"/>
                  <a:gd name="connsiteX334" fmla="*/ 368046 w 401801"/>
                  <a:gd name="connsiteY334" fmla="*/ 245704 h 449459"/>
                  <a:gd name="connsiteX335" fmla="*/ 365152 w 401801"/>
                  <a:gd name="connsiteY335" fmla="*/ 243517 h 449459"/>
                  <a:gd name="connsiteX336" fmla="*/ 359363 w 401801"/>
                  <a:gd name="connsiteY336" fmla="*/ 242374 h 449459"/>
                  <a:gd name="connsiteX337" fmla="*/ 356032 w 401801"/>
                  <a:gd name="connsiteY337" fmla="*/ 241499 h 449459"/>
                  <a:gd name="connsiteX338" fmla="*/ 351959 w 401801"/>
                  <a:gd name="connsiteY338" fmla="*/ 238740 h 449459"/>
                  <a:gd name="connsiteX339" fmla="*/ 353407 w 401801"/>
                  <a:gd name="connsiteY339" fmla="*/ 237866 h 449459"/>
                  <a:gd name="connsiteX340" fmla="*/ 354551 w 401801"/>
                  <a:gd name="connsiteY340" fmla="*/ 238236 h 449459"/>
                  <a:gd name="connsiteX341" fmla="*/ 359330 w 401801"/>
                  <a:gd name="connsiteY341" fmla="*/ 239481 h 449459"/>
                  <a:gd name="connsiteX342" fmla="*/ 364412 w 401801"/>
                  <a:gd name="connsiteY342" fmla="*/ 239481 h 449459"/>
                  <a:gd name="connsiteX343" fmla="*/ 369628 w 401801"/>
                  <a:gd name="connsiteY343" fmla="*/ 239481 h 449459"/>
                  <a:gd name="connsiteX344" fmla="*/ 371210 w 401801"/>
                  <a:gd name="connsiteY344" fmla="*/ 236453 h 449459"/>
                  <a:gd name="connsiteX345" fmla="*/ 371345 w 401801"/>
                  <a:gd name="connsiteY345" fmla="*/ 232248 h 449459"/>
                  <a:gd name="connsiteX346" fmla="*/ 368450 w 401801"/>
                  <a:gd name="connsiteY346" fmla="*/ 228850 h 449459"/>
                  <a:gd name="connsiteX347" fmla="*/ 368753 w 401801"/>
                  <a:gd name="connsiteY347" fmla="*/ 226899 h 449459"/>
                  <a:gd name="connsiteX348" fmla="*/ 368753 w 401801"/>
                  <a:gd name="connsiteY348" fmla="*/ 222997 h 449459"/>
                  <a:gd name="connsiteX349" fmla="*/ 370503 w 401801"/>
                  <a:gd name="connsiteY349" fmla="*/ 220407 h 449459"/>
                  <a:gd name="connsiteX350" fmla="*/ 367407 w 401801"/>
                  <a:gd name="connsiteY350" fmla="*/ 220407 h 449459"/>
                  <a:gd name="connsiteX351" fmla="*/ 365152 w 401801"/>
                  <a:gd name="connsiteY351" fmla="*/ 222156 h 449459"/>
                  <a:gd name="connsiteX352" fmla="*/ 362695 w 401801"/>
                  <a:gd name="connsiteY352" fmla="*/ 222156 h 449459"/>
                  <a:gd name="connsiteX353" fmla="*/ 359498 w 401801"/>
                  <a:gd name="connsiteY353" fmla="*/ 220340 h 449459"/>
                  <a:gd name="connsiteX354" fmla="*/ 356166 w 401801"/>
                  <a:gd name="connsiteY354" fmla="*/ 220407 h 449459"/>
                  <a:gd name="connsiteX355" fmla="*/ 352262 w 401801"/>
                  <a:gd name="connsiteY355" fmla="*/ 220407 h 449459"/>
                  <a:gd name="connsiteX356" fmla="*/ 348628 w 401801"/>
                  <a:gd name="connsiteY356" fmla="*/ 219835 h 449459"/>
                  <a:gd name="connsiteX357" fmla="*/ 343411 w 401801"/>
                  <a:gd name="connsiteY357" fmla="*/ 219700 h 449459"/>
                  <a:gd name="connsiteX358" fmla="*/ 340652 w 401801"/>
                  <a:gd name="connsiteY358" fmla="*/ 218187 h 449459"/>
                  <a:gd name="connsiteX359" fmla="*/ 339642 w 401801"/>
                  <a:gd name="connsiteY359" fmla="*/ 213443 h 449459"/>
                  <a:gd name="connsiteX360" fmla="*/ 342839 w 401801"/>
                  <a:gd name="connsiteY360" fmla="*/ 208768 h 449459"/>
                  <a:gd name="connsiteX361" fmla="*/ 345296 w 401801"/>
                  <a:gd name="connsiteY361" fmla="*/ 206715 h 449459"/>
                  <a:gd name="connsiteX362" fmla="*/ 348190 w 401801"/>
                  <a:gd name="connsiteY362" fmla="*/ 203217 h 449459"/>
                  <a:gd name="connsiteX363" fmla="*/ 348459 w 401801"/>
                  <a:gd name="connsiteY363" fmla="*/ 197700 h 449459"/>
                  <a:gd name="connsiteX364" fmla="*/ 348594 w 401801"/>
                  <a:gd name="connsiteY364" fmla="*/ 196085 h 449459"/>
                  <a:gd name="connsiteX365" fmla="*/ 350344 w 401801"/>
                  <a:gd name="connsiteY365" fmla="*/ 196085 h 449459"/>
                  <a:gd name="connsiteX366" fmla="*/ 352229 w 401801"/>
                  <a:gd name="connsiteY366" fmla="*/ 196085 h 449459"/>
                  <a:gd name="connsiteX367" fmla="*/ 354854 w 401801"/>
                  <a:gd name="connsiteY367" fmla="*/ 195076 h 449459"/>
                  <a:gd name="connsiteX368" fmla="*/ 354854 w 401801"/>
                  <a:gd name="connsiteY368" fmla="*/ 198844 h 449459"/>
                  <a:gd name="connsiteX369" fmla="*/ 354854 w 401801"/>
                  <a:gd name="connsiteY369" fmla="*/ 202174 h 449459"/>
                  <a:gd name="connsiteX370" fmla="*/ 354854 w 401801"/>
                  <a:gd name="connsiteY370" fmla="*/ 205639 h 449459"/>
                  <a:gd name="connsiteX371" fmla="*/ 356873 w 401801"/>
                  <a:gd name="connsiteY371" fmla="*/ 206076 h 449459"/>
                  <a:gd name="connsiteX372" fmla="*/ 359767 w 401801"/>
                  <a:gd name="connsiteY372" fmla="*/ 206379 h 449459"/>
                  <a:gd name="connsiteX373" fmla="*/ 362594 w 401801"/>
                  <a:gd name="connsiteY373" fmla="*/ 206682 h 449459"/>
                  <a:gd name="connsiteX374" fmla="*/ 364715 w 401801"/>
                  <a:gd name="connsiteY374" fmla="*/ 206379 h 449459"/>
                  <a:gd name="connsiteX375" fmla="*/ 367239 w 401801"/>
                  <a:gd name="connsiteY375" fmla="*/ 205504 h 449459"/>
                  <a:gd name="connsiteX376" fmla="*/ 368988 w 401801"/>
                  <a:gd name="connsiteY376" fmla="*/ 203755 h 449459"/>
                  <a:gd name="connsiteX377" fmla="*/ 369864 w 401801"/>
                  <a:gd name="connsiteY377" fmla="*/ 201165 h 449459"/>
                  <a:gd name="connsiteX378" fmla="*/ 369729 w 401801"/>
                  <a:gd name="connsiteY378" fmla="*/ 197835 h 449459"/>
                  <a:gd name="connsiteX379" fmla="*/ 368719 w 401801"/>
                  <a:gd name="connsiteY379" fmla="*/ 195514 h 449459"/>
                  <a:gd name="connsiteX380" fmla="*/ 368719 w 401801"/>
                  <a:gd name="connsiteY380" fmla="*/ 191746 h 449459"/>
                  <a:gd name="connsiteX381" fmla="*/ 370873 w 401801"/>
                  <a:gd name="connsiteY381" fmla="*/ 189997 h 449459"/>
                  <a:gd name="connsiteX382" fmla="*/ 370806 w 401801"/>
                  <a:gd name="connsiteY382" fmla="*/ 187675 h 449459"/>
                  <a:gd name="connsiteX383" fmla="*/ 372287 w 401801"/>
                  <a:gd name="connsiteY383" fmla="*/ 187238 h 449459"/>
                  <a:gd name="connsiteX384" fmla="*/ 373095 w 401801"/>
                  <a:gd name="connsiteY384" fmla="*/ 187373 h 449459"/>
                  <a:gd name="connsiteX385" fmla="*/ 374508 w 401801"/>
                  <a:gd name="connsiteY385" fmla="*/ 188819 h 449459"/>
                  <a:gd name="connsiteX386" fmla="*/ 376090 w 401801"/>
                  <a:gd name="connsiteY386" fmla="*/ 189963 h 449459"/>
                  <a:gd name="connsiteX387" fmla="*/ 374912 w 401801"/>
                  <a:gd name="connsiteY387" fmla="*/ 196489 h 449459"/>
                  <a:gd name="connsiteX388" fmla="*/ 373902 w 401801"/>
                  <a:gd name="connsiteY388" fmla="*/ 198810 h 449459"/>
                  <a:gd name="connsiteX389" fmla="*/ 373902 w 401801"/>
                  <a:gd name="connsiteY389" fmla="*/ 202140 h 449459"/>
                  <a:gd name="connsiteX390" fmla="*/ 376224 w 401801"/>
                  <a:gd name="connsiteY390" fmla="*/ 206480 h 449459"/>
                  <a:gd name="connsiteX391" fmla="*/ 378984 w 401801"/>
                  <a:gd name="connsiteY391" fmla="*/ 208229 h 449459"/>
                  <a:gd name="connsiteX392" fmla="*/ 381744 w 401801"/>
                  <a:gd name="connsiteY392" fmla="*/ 208229 h 449459"/>
                  <a:gd name="connsiteX393" fmla="*/ 383124 w 401801"/>
                  <a:gd name="connsiteY393" fmla="*/ 206480 h 449459"/>
                  <a:gd name="connsiteX394" fmla="*/ 384369 w 401801"/>
                  <a:gd name="connsiteY394" fmla="*/ 206480 h 449459"/>
                  <a:gd name="connsiteX395" fmla="*/ 384369 w 401801"/>
                  <a:gd name="connsiteY395" fmla="*/ 209104 h 449459"/>
                  <a:gd name="connsiteX396" fmla="*/ 386994 w 401801"/>
                  <a:gd name="connsiteY396" fmla="*/ 212434 h 449459"/>
                  <a:gd name="connsiteX397" fmla="*/ 388441 w 401801"/>
                  <a:gd name="connsiteY397" fmla="*/ 211291 h 449459"/>
                  <a:gd name="connsiteX398" fmla="*/ 390629 w 401801"/>
                  <a:gd name="connsiteY398" fmla="*/ 209541 h 449459"/>
                  <a:gd name="connsiteX399" fmla="*/ 391335 w 401801"/>
                  <a:gd name="connsiteY399" fmla="*/ 206480 h 449459"/>
                  <a:gd name="connsiteX400" fmla="*/ 391335 w 401801"/>
                  <a:gd name="connsiteY400" fmla="*/ 203890 h 449459"/>
                  <a:gd name="connsiteX401" fmla="*/ 391032 w 401801"/>
                  <a:gd name="connsiteY401" fmla="*/ 200559 h 449459"/>
                  <a:gd name="connsiteX402" fmla="*/ 391167 w 401801"/>
                  <a:gd name="connsiteY402" fmla="*/ 194605 h 449459"/>
                  <a:gd name="connsiteX403" fmla="*/ 391235 w 401801"/>
                  <a:gd name="connsiteY403" fmla="*/ 190838 h 449459"/>
                  <a:gd name="connsiteX404" fmla="*/ 389619 w 401801"/>
                  <a:gd name="connsiteY404" fmla="*/ 186363 h 449459"/>
                  <a:gd name="connsiteX405" fmla="*/ 389383 w 401801"/>
                  <a:gd name="connsiteY405" fmla="*/ 183740 h 449459"/>
                  <a:gd name="connsiteX406" fmla="*/ 386792 w 401801"/>
                  <a:gd name="connsiteY406" fmla="*/ 181284 h 449459"/>
                  <a:gd name="connsiteX407" fmla="*/ 385951 w 401801"/>
                  <a:gd name="connsiteY407" fmla="*/ 178256 h 449459"/>
                  <a:gd name="connsiteX408" fmla="*/ 387835 w 401801"/>
                  <a:gd name="connsiteY408" fmla="*/ 176507 h 449459"/>
                  <a:gd name="connsiteX409" fmla="*/ 388710 w 401801"/>
                  <a:gd name="connsiteY409" fmla="*/ 173480 h 449459"/>
                  <a:gd name="connsiteX410" fmla="*/ 388576 w 401801"/>
                  <a:gd name="connsiteY410" fmla="*/ 169846 h 449459"/>
                  <a:gd name="connsiteX411" fmla="*/ 386691 w 401801"/>
                  <a:gd name="connsiteY411" fmla="*/ 167088 h 449459"/>
                  <a:gd name="connsiteX412" fmla="*/ 384369 w 401801"/>
                  <a:gd name="connsiteY412" fmla="*/ 165507 h 449459"/>
                  <a:gd name="connsiteX413" fmla="*/ 384369 w 401801"/>
                  <a:gd name="connsiteY413" fmla="*/ 163926 h 449459"/>
                  <a:gd name="connsiteX414" fmla="*/ 387128 w 401801"/>
                  <a:gd name="connsiteY414" fmla="*/ 160898 h 449459"/>
                  <a:gd name="connsiteX415" fmla="*/ 387869 w 401801"/>
                  <a:gd name="connsiteY415" fmla="*/ 159317 h 449459"/>
                  <a:gd name="connsiteX416" fmla="*/ 387802 w 401801"/>
                  <a:gd name="connsiteY416" fmla="*/ 156424 h 449459"/>
                  <a:gd name="connsiteX417" fmla="*/ 387330 w 401801"/>
                  <a:gd name="connsiteY417" fmla="*/ 155247 h 449459"/>
                  <a:gd name="connsiteX418" fmla="*/ 384773 w 401801"/>
                  <a:gd name="connsiteY418" fmla="*/ 155112 h 449459"/>
                  <a:gd name="connsiteX419" fmla="*/ 381037 w 401801"/>
                  <a:gd name="connsiteY419" fmla="*/ 154978 h 449459"/>
                  <a:gd name="connsiteX420" fmla="*/ 374676 w 401801"/>
                  <a:gd name="connsiteY420" fmla="*/ 155718 h 449459"/>
                  <a:gd name="connsiteX421" fmla="*/ 371782 w 401801"/>
                  <a:gd name="connsiteY421" fmla="*/ 158039 h 449459"/>
                  <a:gd name="connsiteX422" fmla="*/ 369460 w 401801"/>
                  <a:gd name="connsiteY422" fmla="*/ 162816 h 449459"/>
                  <a:gd name="connsiteX423" fmla="*/ 368585 w 401801"/>
                  <a:gd name="connsiteY423" fmla="*/ 166281 h 449459"/>
                  <a:gd name="connsiteX424" fmla="*/ 368147 w 401801"/>
                  <a:gd name="connsiteY424" fmla="*/ 169308 h 449459"/>
                  <a:gd name="connsiteX425" fmla="*/ 364378 w 401801"/>
                  <a:gd name="connsiteY425" fmla="*/ 169611 h 449459"/>
                  <a:gd name="connsiteX426" fmla="*/ 359599 w 401801"/>
                  <a:gd name="connsiteY426" fmla="*/ 169745 h 449459"/>
                  <a:gd name="connsiteX427" fmla="*/ 355830 w 401801"/>
                  <a:gd name="connsiteY427" fmla="*/ 170048 h 449459"/>
                  <a:gd name="connsiteX428" fmla="*/ 352801 w 401801"/>
                  <a:gd name="connsiteY428" fmla="*/ 171057 h 449459"/>
                  <a:gd name="connsiteX429" fmla="*/ 348459 w 401801"/>
                  <a:gd name="connsiteY429" fmla="*/ 173379 h 449459"/>
                  <a:gd name="connsiteX430" fmla="*/ 346305 w 401801"/>
                  <a:gd name="connsiteY430" fmla="*/ 174522 h 449459"/>
                  <a:gd name="connsiteX431" fmla="*/ 342671 w 401801"/>
                  <a:gd name="connsiteY431" fmla="*/ 175834 h 449459"/>
                  <a:gd name="connsiteX432" fmla="*/ 340483 w 401801"/>
                  <a:gd name="connsiteY432" fmla="*/ 177853 h 449459"/>
                  <a:gd name="connsiteX433" fmla="*/ 337589 w 401801"/>
                  <a:gd name="connsiteY433" fmla="*/ 178425 h 449459"/>
                  <a:gd name="connsiteX434" fmla="*/ 337151 w 401801"/>
                  <a:gd name="connsiteY434" fmla="*/ 177415 h 449459"/>
                  <a:gd name="connsiteX435" fmla="*/ 336849 w 401801"/>
                  <a:gd name="connsiteY435" fmla="*/ 174825 h 449459"/>
                  <a:gd name="connsiteX436" fmla="*/ 337724 w 401801"/>
                  <a:gd name="connsiteY436" fmla="*/ 172067 h 449459"/>
                  <a:gd name="connsiteX437" fmla="*/ 339036 w 401801"/>
                  <a:gd name="connsiteY437" fmla="*/ 170486 h 449459"/>
                  <a:gd name="connsiteX438" fmla="*/ 341190 w 401801"/>
                  <a:gd name="connsiteY438" fmla="*/ 169611 h 449459"/>
                  <a:gd name="connsiteX439" fmla="*/ 343815 w 401801"/>
                  <a:gd name="connsiteY439" fmla="*/ 168165 h 449459"/>
                  <a:gd name="connsiteX440" fmla="*/ 346406 w 401801"/>
                  <a:gd name="connsiteY440" fmla="*/ 166853 h 449459"/>
                  <a:gd name="connsiteX441" fmla="*/ 351488 w 401801"/>
                  <a:gd name="connsiteY441" fmla="*/ 165978 h 449459"/>
                  <a:gd name="connsiteX442" fmla="*/ 355392 w 401801"/>
                  <a:gd name="connsiteY442" fmla="*/ 165843 h 449459"/>
                  <a:gd name="connsiteX443" fmla="*/ 357849 w 401801"/>
                  <a:gd name="connsiteY443" fmla="*/ 162513 h 449459"/>
                  <a:gd name="connsiteX444" fmla="*/ 359296 w 401801"/>
                  <a:gd name="connsiteY444" fmla="*/ 160192 h 449459"/>
                  <a:gd name="connsiteX445" fmla="*/ 364075 w 401801"/>
                  <a:gd name="connsiteY445" fmla="*/ 157299 h 449459"/>
                  <a:gd name="connsiteX446" fmla="*/ 365522 w 401801"/>
                  <a:gd name="connsiteY446" fmla="*/ 155718 h 449459"/>
                  <a:gd name="connsiteX447" fmla="*/ 367272 w 401801"/>
                  <a:gd name="connsiteY447" fmla="*/ 153094 h 449459"/>
                  <a:gd name="connsiteX448" fmla="*/ 369292 w 401801"/>
                  <a:gd name="connsiteY448" fmla="*/ 150066 h 449459"/>
                  <a:gd name="connsiteX449" fmla="*/ 371614 w 401801"/>
                  <a:gd name="connsiteY449" fmla="*/ 146871 h 449459"/>
                  <a:gd name="connsiteX450" fmla="*/ 373364 w 401801"/>
                  <a:gd name="connsiteY450" fmla="*/ 143103 h 449459"/>
                  <a:gd name="connsiteX451" fmla="*/ 376998 w 401801"/>
                  <a:gd name="connsiteY451" fmla="*/ 140075 h 449459"/>
                  <a:gd name="connsiteX452" fmla="*/ 379758 w 401801"/>
                  <a:gd name="connsiteY452" fmla="*/ 137182 h 449459"/>
                  <a:gd name="connsiteX453" fmla="*/ 382955 w 401801"/>
                  <a:gd name="connsiteY453" fmla="*/ 134727 h 449459"/>
                  <a:gd name="connsiteX454" fmla="*/ 387903 w 401801"/>
                  <a:gd name="connsiteY454" fmla="*/ 133583 h 449459"/>
                  <a:gd name="connsiteX455" fmla="*/ 393119 w 401801"/>
                  <a:gd name="connsiteY455" fmla="*/ 133280 h 449459"/>
                  <a:gd name="connsiteX456" fmla="*/ 398470 w 401801"/>
                  <a:gd name="connsiteY456" fmla="*/ 132977 h 449459"/>
                  <a:gd name="connsiteX457" fmla="*/ 400355 w 401801"/>
                  <a:gd name="connsiteY457" fmla="*/ 132675 h 449459"/>
                  <a:gd name="connsiteX458" fmla="*/ 401297 w 401801"/>
                  <a:gd name="connsiteY458" fmla="*/ 131363 h 449459"/>
                  <a:gd name="connsiteX459" fmla="*/ 401802 w 401801"/>
                  <a:gd name="connsiteY459" fmla="*/ 130051 h 449459"/>
                  <a:gd name="connsiteX460" fmla="*/ 401802 w 401801"/>
                  <a:gd name="connsiteY460" fmla="*/ 127460 h 449459"/>
                  <a:gd name="connsiteX461" fmla="*/ 401196 w 401801"/>
                  <a:gd name="connsiteY461" fmla="*/ 126317 h 4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401801" h="449459">
                    <a:moveTo>
                      <a:pt x="401196" y="126317"/>
                    </a:moveTo>
                    <a:lnTo>
                      <a:pt x="400186" y="124567"/>
                    </a:lnTo>
                    <a:cubicBezTo>
                      <a:pt x="400186" y="124567"/>
                      <a:pt x="398100" y="123996"/>
                      <a:pt x="397494" y="123693"/>
                    </a:cubicBezTo>
                    <a:cubicBezTo>
                      <a:pt x="396922" y="123390"/>
                      <a:pt x="393388" y="123390"/>
                      <a:pt x="393388" y="123390"/>
                    </a:cubicBezTo>
                    <a:lnTo>
                      <a:pt x="384167" y="124265"/>
                    </a:lnTo>
                    <a:lnTo>
                      <a:pt x="379859" y="123390"/>
                    </a:lnTo>
                    <a:lnTo>
                      <a:pt x="375383" y="122650"/>
                    </a:lnTo>
                    <a:lnTo>
                      <a:pt x="371917" y="121506"/>
                    </a:lnTo>
                    <a:lnTo>
                      <a:pt x="365994" y="120194"/>
                    </a:lnTo>
                    <a:lnTo>
                      <a:pt x="361787" y="119623"/>
                    </a:lnTo>
                    <a:lnTo>
                      <a:pt x="357748" y="116999"/>
                    </a:lnTo>
                    <a:lnTo>
                      <a:pt x="354416" y="115418"/>
                    </a:lnTo>
                    <a:lnTo>
                      <a:pt x="349637" y="112524"/>
                    </a:lnTo>
                    <a:lnTo>
                      <a:pt x="345868" y="110338"/>
                    </a:lnTo>
                    <a:lnTo>
                      <a:pt x="344858" y="108589"/>
                    </a:lnTo>
                    <a:lnTo>
                      <a:pt x="341089" y="105830"/>
                    </a:lnTo>
                    <a:lnTo>
                      <a:pt x="337454" y="103072"/>
                    </a:lnTo>
                    <a:lnTo>
                      <a:pt x="334997" y="101760"/>
                    </a:lnTo>
                    <a:lnTo>
                      <a:pt x="333247" y="100011"/>
                    </a:lnTo>
                    <a:lnTo>
                      <a:pt x="331498" y="96377"/>
                    </a:lnTo>
                    <a:lnTo>
                      <a:pt x="330050" y="94056"/>
                    </a:lnTo>
                    <a:lnTo>
                      <a:pt x="328435" y="92172"/>
                    </a:lnTo>
                    <a:lnTo>
                      <a:pt x="324968" y="87833"/>
                    </a:lnTo>
                    <a:lnTo>
                      <a:pt x="322781" y="88136"/>
                    </a:lnTo>
                    <a:cubicBezTo>
                      <a:pt x="322781" y="88136"/>
                      <a:pt x="319752" y="88136"/>
                      <a:pt x="318574" y="88136"/>
                    </a:cubicBezTo>
                    <a:cubicBezTo>
                      <a:pt x="317396" y="88136"/>
                      <a:pt x="310464" y="88136"/>
                      <a:pt x="310464" y="88136"/>
                    </a:cubicBezTo>
                    <a:cubicBezTo>
                      <a:pt x="310464" y="88136"/>
                      <a:pt x="305382" y="88136"/>
                      <a:pt x="304507" y="88136"/>
                    </a:cubicBezTo>
                    <a:cubicBezTo>
                      <a:pt x="303632" y="88136"/>
                      <a:pt x="300030" y="88136"/>
                      <a:pt x="300030" y="88136"/>
                    </a:cubicBezTo>
                    <a:lnTo>
                      <a:pt x="294679" y="89313"/>
                    </a:lnTo>
                    <a:lnTo>
                      <a:pt x="291920" y="93215"/>
                    </a:lnTo>
                    <a:lnTo>
                      <a:pt x="288891" y="96176"/>
                    </a:lnTo>
                    <a:lnTo>
                      <a:pt x="286703" y="99237"/>
                    </a:lnTo>
                    <a:lnTo>
                      <a:pt x="284246" y="101659"/>
                    </a:lnTo>
                    <a:lnTo>
                      <a:pt x="281217" y="104518"/>
                    </a:lnTo>
                    <a:lnTo>
                      <a:pt x="279198" y="105796"/>
                    </a:lnTo>
                    <a:lnTo>
                      <a:pt x="274722" y="106671"/>
                    </a:lnTo>
                    <a:lnTo>
                      <a:pt x="270818" y="108690"/>
                    </a:lnTo>
                    <a:lnTo>
                      <a:pt x="265164" y="108824"/>
                    </a:lnTo>
                    <a:lnTo>
                      <a:pt x="261395" y="110405"/>
                    </a:lnTo>
                    <a:lnTo>
                      <a:pt x="257323" y="112726"/>
                    </a:lnTo>
                    <a:lnTo>
                      <a:pt x="253688" y="111549"/>
                    </a:lnTo>
                    <a:cubicBezTo>
                      <a:pt x="253688" y="111549"/>
                      <a:pt x="252376" y="111112"/>
                      <a:pt x="251501" y="109228"/>
                    </a:cubicBezTo>
                    <a:cubicBezTo>
                      <a:pt x="250626" y="107344"/>
                      <a:pt x="248741" y="104014"/>
                      <a:pt x="248606" y="103442"/>
                    </a:cubicBezTo>
                    <a:cubicBezTo>
                      <a:pt x="248472" y="102870"/>
                      <a:pt x="248169" y="97218"/>
                      <a:pt x="248169" y="97218"/>
                    </a:cubicBezTo>
                    <a:cubicBezTo>
                      <a:pt x="248169" y="97218"/>
                      <a:pt x="248472" y="95907"/>
                      <a:pt x="247294" y="95032"/>
                    </a:cubicBezTo>
                    <a:cubicBezTo>
                      <a:pt x="246149" y="94157"/>
                      <a:pt x="243962" y="92576"/>
                      <a:pt x="243962" y="92576"/>
                    </a:cubicBezTo>
                    <a:lnTo>
                      <a:pt x="240058" y="90995"/>
                    </a:lnTo>
                    <a:cubicBezTo>
                      <a:pt x="240058" y="90995"/>
                      <a:pt x="236423" y="91567"/>
                      <a:pt x="235851" y="91702"/>
                    </a:cubicBezTo>
                    <a:cubicBezTo>
                      <a:pt x="235279" y="91836"/>
                      <a:pt x="230769" y="94325"/>
                      <a:pt x="230769" y="94325"/>
                    </a:cubicBezTo>
                    <a:lnTo>
                      <a:pt x="227707" y="97656"/>
                    </a:lnTo>
                    <a:lnTo>
                      <a:pt x="223500" y="99977"/>
                    </a:lnTo>
                    <a:lnTo>
                      <a:pt x="220471" y="97656"/>
                    </a:lnTo>
                    <a:cubicBezTo>
                      <a:pt x="220471" y="97656"/>
                      <a:pt x="222658" y="93888"/>
                      <a:pt x="223365" y="93585"/>
                    </a:cubicBezTo>
                    <a:cubicBezTo>
                      <a:pt x="224072" y="93283"/>
                      <a:pt x="224812" y="92004"/>
                      <a:pt x="226394" y="91567"/>
                    </a:cubicBezTo>
                    <a:cubicBezTo>
                      <a:pt x="227976" y="91130"/>
                      <a:pt x="231745" y="88977"/>
                      <a:pt x="231745" y="88977"/>
                    </a:cubicBezTo>
                    <a:cubicBezTo>
                      <a:pt x="231745" y="88977"/>
                      <a:pt x="234942" y="88102"/>
                      <a:pt x="235515" y="87968"/>
                    </a:cubicBezTo>
                    <a:cubicBezTo>
                      <a:pt x="236087" y="87833"/>
                      <a:pt x="236827" y="86824"/>
                      <a:pt x="238409" y="86387"/>
                    </a:cubicBezTo>
                    <a:cubicBezTo>
                      <a:pt x="240024" y="85949"/>
                      <a:pt x="240428" y="86017"/>
                      <a:pt x="241606" y="85747"/>
                    </a:cubicBezTo>
                    <a:cubicBezTo>
                      <a:pt x="242751" y="85445"/>
                      <a:pt x="242616" y="84671"/>
                      <a:pt x="245510" y="84671"/>
                    </a:cubicBezTo>
                    <a:cubicBezTo>
                      <a:pt x="248404" y="84671"/>
                      <a:pt x="251299" y="84671"/>
                      <a:pt x="251299" y="84671"/>
                    </a:cubicBezTo>
                    <a:cubicBezTo>
                      <a:pt x="251299" y="84671"/>
                      <a:pt x="251871" y="83796"/>
                      <a:pt x="253318" y="84368"/>
                    </a:cubicBezTo>
                    <a:cubicBezTo>
                      <a:pt x="254765" y="84940"/>
                      <a:pt x="257087" y="85680"/>
                      <a:pt x="257087" y="85680"/>
                    </a:cubicBezTo>
                    <a:cubicBezTo>
                      <a:pt x="257087" y="85680"/>
                      <a:pt x="260419" y="86925"/>
                      <a:pt x="260991" y="86925"/>
                    </a:cubicBezTo>
                    <a:cubicBezTo>
                      <a:pt x="261563" y="86925"/>
                      <a:pt x="268395" y="86958"/>
                      <a:pt x="268395" y="86958"/>
                    </a:cubicBezTo>
                    <a:lnTo>
                      <a:pt x="272467" y="86319"/>
                    </a:lnTo>
                    <a:lnTo>
                      <a:pt x="276809" y="84267"/>
                    </a:lnTo>
                    <a:lnTo>
                      <a:pt x="278121" y="81509"/>
                    </a:lnTo>
                    <a:cubicBezTo>
                      <a:pt x="278121" y="81509"/>
                      <a:pt x="278693" y="79625"/>
                      <a:pt x="278996" y="79053"/>
                    </a:cubicBezTo>
                    <a:cubicBezTo>
                      <a:pt x="279299" y="78481"/>
                      <a:pt x="280578" y="73536"/>
                      <a:pt x="280578" y="73536"/>
                    </a:cubicBezTo>
                    <a:lnTo>
                      <a:pt x="281588" y="71350"/>
                    </a:lnTo>
                    <a:cubicBezTo>
                      <a:pt x="281588" y="71350"/>
                      <a:pt x="283775" y="68322"/>
                      <a:pt x="283910" y="67885"/>
                    </a:cubicBezTo>
                    <a:cubicBezTo>
                      <a:pt x="284044" y="67447"/>
                      <a:pt x="286535" y="63982"/>
                      <a:pt x="286535" y="63982"/>
                    </a:cubicBezTo>
                    <a:lnTo>
                      <a:pt x="290170" y="60787"/>
                    </a:lnTo>
                    <a:lnTo>
                      <a:pt x="293501" y="55875"/>
                    </a:lnTo>
                    <a:lnTo>
                      <a:pt x="300300" y="50661"/>
                    </a:lnTo>
                    <a:cubicBezTo>
                      <a:pt x="300300" y="50661"/>
                      <a:pt x="303497" y="47903"/>
                      <a:pt x="304069" y="47465"/>
                    </a:cubicBezTo>
                    <a:cubicBezTo>
                      <a:pt x="304641" y="47028"/>
                      <a:pt x="310160" y="40233"/>
                      <a:pt x="310160" y="40233"/>
                    </a:cubicBezTo>
                    <a:lnTo>
                      <a:pt x="311776" y="37340"/>
                    </a:lnTo>
                    <a:lnTo>
                      <a:pt x="314098" y="36196"/>
                    </a:lnTo>
                    <a:lnTo>
                      <a:pt x="308444" y="33438"/>
                    </a:lnTo>
                    <a:lnTo>
                      <a:pt x="304372" y="31688"/>
                    </a:lnTo>
                    <a:lnTo>
                      <a:pt x="304372" y="28930"/>
                    </a:lnTo>
                    <a:lnTo>
                      <a:pt x="302184" y="24523"/>
                    </a:lnTo>
                    <a:lnTo>
                      <a:pt x="300737" y="26205"/>
                    </a:lnTo>
                    <a:lnTo>
                      <a:pt x="295151" y="26945"/>
                    </a:lnTo>
                    <a:lnTo>
                      <a:pt x="292795" y="25196"/>
                    </a:lnTo>
                    <a:lnTo>
                      <a:pt x="287847" y="23884"/>
                    </a:lnTo>
                    <a:lnTo>
                      <a:pt x="280881" y="23884"/>
                    </a:lnTo>
                    <a:lnTo>
                      <a:pt x="277987" y="22572"/>
                    </a:lnTo>
                    <a:lnTo>
                      <a:pt x="277280" y="18502"/>
                    </a:lnTo>
                    <a:lnTo>
                      <a:pt x="276573" y="15104"/>
                    </a:lnTo>
                    <a:lnTo>
                      <a:pt x="279030" y="11942"/>
                    </a:lnTo>
                    <a:lnTo>
                      <a:pt x="278458" y="8275"/>
                    </a:lnTo>
                    <a:lnTo>
                      <a:pt x="278761" y="4642"/>
                    </a:lnTo>
                    <a:lnTo>
                      <a:pt x="275698" y="1009"/>
                    </a:lnTo>
                    <a:lnTo>
                      <a:pt x="268294" y="0"/>
                    </a:lnTo>
                    <a:lnTo>
                      <a:pt x="262943" y="2153"/>
                    </a:lnTo>
                    <a:lnTo>
                      <a:pt x="255404" y="2456"/>
                    </a:lnTo>
                    <a:lnTo>
                      <a:pt x="248438" y="7670"/>
                    </a:lnTo>
                    <a:lnTo>
                      <a:pt x="244971" y="11707"/>
                    </a:lnTo>
                    <a:lnTo>
                      <a:pt x="247294" y="18939"/>
                    </a:lnTo>
                    <a:lnTo>
                      <a:pt x="246722" y="23850"/>
                    </a:lnTo>
                    <a:lnTo>
                      <a:pt x="244400" y="30511"/>
                    </a:lnTo>
                    <a:lnTo>
                      <a:pt x="236558" y="31083"/>
                    </a:lnTo>
                    <a:lnTo>
                      <a:pt x="233092" y="35422"/>
                    </a:lnTo>
                    <a:lnTo>
                      <a:pt x="232217" y="42958"/>
                    </a:lnTo>
                    <a:lnTo>
                      <a:pt x="225553" y="42958"/>
                    </a:lnTo>
                    <a:lnTo>
                      <a:pt x="224678" y="38046"/>
                    </a:lnTo>
                    <a:lnTo>
                      <a:pt x="221481" y="30646"/>
                    </a:lnTo>
                    <a:lnTo>
                      <a:pt x="217711" y="27248"/>
                    </a:lnTo>
                    <a:lnTo>
                      <a:pt x="213067" y="29064"/>
                    </a:lnTo>
                    <a:lnTo>
                      <a:pt x="199437" y="29064"/>
                    </a:lnTo>
                    <a:lnTo>
                      <a:pt x="189004" y="25600"/>
                    </a:lnTo>
                    <a:lnTo>
                      <a:pt x="184663" y="21395"/>
                    </a:lnTo>
                    <a:lnTo>
                      <a:pt x="180590" y="18872"/>
                    </a:lnTo>
                    <a:lnTo>
                      <a:pt x="176249" y="13826"/>
                    </a:lnTo>
                    <a:lnTo>
                      <a:pt x="168138" y="6257"/>
                    </a:lnTo>
                    <a:lnTo>
                      <a:pt x="160902" y="1581"/>
                    </a:lnTo>
                    <a:lnTo>
                      <a:pt x="150167" y="2153"/>
                    </a:lnTo>
                    <a:lnTo>
                      <a:pt x="143200" y="5046"/>
                    </a:lnTo>
                    <a:cubicBezTo>
                      <a:pt x="143200" y="5046"/>
                      <a:pt x="138556" y="10563"/>
                      <a:pt x="138287" y="11404"/>
                    </a:cubicBezTo>
                    <a:cubicBezTo>
                      <a:pt x="138219" y="11639"/>
                      <a:pt x="137041" y="11236"/>
                      <a:pt x="136638" y="10563"/>
                    </a:cubicBezTo>
                    <a:lnTo>
                      <a:pt x="135661" y="10832"/>
                    </a:lnTo>
                    <a:lnTo>
                      <a:pt x="135661" y="19511"/>
                    </a:lnTo>
                    <a:lnTo>
                      <a:pt x="134349" y="36163"/>
                    </a:lnTo>
                    <a:lnTo>
                      <a:pt x="130882" y="43832"/>
                    </a:lnTo>
                    <a:lnTo>
                      <a:pt x="125229" y="53823"/>
                    </a:lnTo>
                    <a:lnTo>
                      <a:pt x="125229" y="64689"/>
                    </a:lnTo>
                    <a:lnTo>
                      <a:pt x="119574" y="69028"/>
                    </a:lnTo>
                    <a:lnTo>
                      <a:pt x="112171" y="69028"/>
                    </a:lnTo>
                    <a:cubicBezTo>
                      <a:pt x="112171" y="69028"/>
                      <a:pt x="106079" y="74243"/>
                      <a:pt x="105641" y="76833"/>
                    </a:cubicBezTo>
                    <a:cubicBezTo>
                      <a:pt x="105204" y="79457"/>
                      <a:pt x="112372" y="83796"/>
                      <a:pt x="112372" y="83796"/>
                    </a:cubicBezTo>
                    <a:lnTo>
                      <a:pt x="116512" y="89010"/>
                    </a:lnTo>
                    <a:lnTo>
                      <a:pt x="116512" y="97689"/>
                    </a:lnTo>
                    <a:lnTo>
                      <a:pt x="113483" y="105292"/>
                    </a:lnTo>
                    <a:lnTo>
                      <a:pt x="103488" y="108992"/>
                    </a:lnTo>
                    <a:lnTo>
                      <a:pt x="91305" y="108992"/>
                    </a:lnTo>
                    <a:lnTo>
                      <a:pt x="80872" y="108992"/>
                    </a:lnTo>
                    <a:lnTo>
                      <a:pt x="77102" y="103778"/>
                    </a:lnTo>
                    <a:lnTo>
                      <a:pt x="73030" y="103778"/>
                    </a:lnTo>
                    <a:lnTo>
                      <a:pt x="73030" y="120295"/>
                    </a:lnTo>
                    <a:lnTo>
                      <a:pt x="73030" y="128974"/>
                    </a:lnTo>
                    <a:lnTo>
                      <a:pt x="76665" y="134188"/>
                    </a:lnTo>
                    <a:lnTo>
                      <a:pt x="79559" y="144179"/>
                    </a:lnTo>
                    <a:lnTo>
                      <a:pt x="73468" y="159385"/>
                    </a:lnTo>
                    <a:lnTo>
                      <a:pt x="67814" y="162446"/>
                    </a:lnTo>
                    <a:lnTo>
                      <a:pt x="67814" y="170687"/>
                    </a:lnTo>
                    <a:lnTo>
                      <a:pt x="64785" y="176574"/>
                    </a:lnTo>
                    <a:lnTo>
                      <a:pt x="55227" y="181789"/>
                    </a:lnTo>
                    <a:lnTo>
                      <a:pt x="50448" y="184816"/>
                    </a:lnTo>
                    <a:lnTo>
                      <a:pt x="46847" y="189828"/>
                    </a:lnTo>
                    <a:lnTo>
                      <a:pt x="41025" y="194403"/>
                    </a:lnTo>
                    <a:lnTo>
                      <a:pt x="36279" y="201804"/>
                    </a:lnTo>
                    <a:cubicBezTo>
                      <a:pt x="36279" y="201804"/>
                      <a:pt x="31063" y="205269"/>
                      <a:pt x="30222" y="205504"/>
                    </a:cubicBezTo>
                    <a:cubicBezTo>
                      <a:pt x="29347" y="205706"/>
                      <a:pt x="23255" y="211358"/>
                      <a:pt x="23255" y="211358"/>
                    </a:cubicBezTo>
                    <a:lnTo>
                      <a:pt x="19116" y="215697"/>
                    </a:lnTo>
                    <a:lnTo>
                      <a:pt x="17601" y="222425"/>
                    </a:lnTo>
                    <a:lnTo>
                      <a:pt x="15414" y="226126"/>
                    </a:lnTo>
                    <a:lnTo>
                      <a:pt x="7808" y="227639"/>
                    </a:lnTo>
                    <a:lnTo>
                      <a:pt x="3466" y="231979"/>
                    </a:lnTo>
                    <a:lnTo>
                      <a:pt x="3466" y="240254"/>
                    </a:lnTo>
                    <a:lnTo>
                      <a:pt x="0" y="242643"/>
                    </a:lnTo>
                    <a:lnTo>
                      <a:pt x="3466" y="254383"/>
                    </a:lnTo>
                    <a:lnTo>
                      <a:pt x="9322" y="260472"/>
                    </a:lnTo>
                    <a:lnTo>
                      <a:pt x="20731" y="267839"/>
                    </a:lnTo>
                    <a:lnTo>
                      <a:pt x="29279" y="276518"/>
                    </a:lnTo>
                    <a:lnTo>
                      <a:pt x="37996" y="287383"/>
                    </a:lnTo>
                    <a:lnTo>
                      <a:pt x="45838" y="297610"/>
                    </a:lnTo>
                    <a:lnTo>
                      <a:pt x="45198" y="308913"/>
                    </a:lnTo>
                    <a:lnTo>
                      <a:pt x="47823" y="319778"/>
                    </a:lnTo>
                    <a:lnTo>
                      <a:pt x="54116" y="325867"/>
                    </a:lnTo>
                    <a:lnTo>
                      <a:pt x="51087" y="337170"/>
                    </a:lnTo>
                    <a:lnTo>
                      <a:pt x="47823" y="344133"/>
                    </a:lnTo>
                    <a:cubicBezTo>
                      <a:pt x="47823" y="344133"/>
                      <a:pt x="53679" y="346522"/>
                      <a:pt x="54352" y="346320"/>
                    </a:cubicBezTo>
                    <a:cubicBezTo>
                      <a:pt x="54991" y="346085"/>
                      <a:pt x="62395" y="343494"/>
                      <a:pt x="62395" y="343494"/>
                    </a:cubicBezTo>
                    <a:lnTo>
                      <a:pt x="72828" y="339357"/>
                    </a:lnTo>
                    <a:lnTo>
                      <a:pt x="79997" y="338482"/>
                    </a:lnTo>
                    <a:lnTo>
                      <a:pt x="86963" y="346320"/>
                    </a:lnTo>
                    <a:lnTo>
                      <a:pt x="85886" y="355874"/>
                    </a:lnTo>
                    <a:lnTo>
                      <a:pt x="82184" y="363039"/>
                    </a:lnTo>
                    <a:lnTo>
                      <a:pt x="81107" y="372391"/>
                    </a:lnTo>
                    <a:lnTo>
                      <a:pt x="90026" y="385645"/>
                    </a:lnTo>
                    <a:lnTo>
                      <a:pt x="94603" y="395434"/>
                    </a:lnTo>
                    <a:lnTo>
                      <a:pt x="97665" y="404113"/>
                    </a:lnTo>
                    <a:lnTo>
                      <a:pt x="100694" y="413465"/>
                    </a:lnTo>
                    <a:lnTo>
                      <a:pt x="100896" y="423254"/>
                    </a:lnTo>
                    <a:lnTo>
                      <a:pt x="102209" y="429343"/>
                    </a:lnTo>
                    <a:cubicBezTo>
                      <a:pt x="102209" y="429343"/>
                      <a:pt x="108738" y="431933"/>
                      <a:pt x="109377" y="431933"/>
                    </a:cubicBezTo>
                    <a:cubicBezTo>
                      <a:pt x="110017" y="431933"/>
                      <a:pt x="115469" y="429343"/>
                      <a:pt x="116344" y="429343"/>
                    </a:cubicBezTo>
                    <a:cubicBezTo>
                      <a:pt x="117219" y="429343"/>
                      <a:pt x="117420" y="427829"/>
                      <a:pt x="120921" y="427392"/>
                    </a:cubicBezTo>
                    <a:cubicBezTo>
                      <a:pt x="124387" y="426954"/>
                      <a:pt x="130916" y="426954"/>
                      <a:pt x="130916" y="426954"/>
                    </a:cubicBezTo>
                    <a:lnTo>
                      <a:pt x="132868" y="431966"/>
                    </a:lnTo>
                    <a:cubicBezTo>
                      <a:pt x="132868" y="431966"/>
                      <a:pt x="132868" y="436541"/>
                      <a:pt x="133507" y="436743"/>
                    </a:cubicBezTo>
                    <a:cubicBezTo>
                      <a:pt x="134147" y="436945"/>
                      <a:pt x="139599" y="437382"/>
                      <a:pt x="140474" y="436743"/>
                    </a:cubicBezTo>
                    <a:cubicBezTo>
                      <a:pt x="141349" y="436104"/>
                      <a:pt x="144378" y="434153"/>
                      <a:pt x="145253" y="433716"/>
                    </a:cubicBezTo>
                    <a:cubicBezTo>
                      <a:pt x="146128" y="433278"/>
                      <a:pt x="151345" y="427627"/>
                      <a:pt x="151345" y="425878"/>
                    </a:cubicBezTo>
                    <a:cubicBezTo>
                      <a:pt x="151345" y="424128"/>
                      <a:pt x="151345" y="422850"/>
                      <a:pt x="151345" y="422850"/>
                    </a:cubicBezTo>
                    <a:lnTo>
                      <a:pt x="155922" y="419587"/>
                    </a:lnTo>
                    <a:cubicBezTo>
                      <a:pt x="155922" y="419587"/>
                      <a:pt x="159623" y="418511"/>
                      <a:pt x="160499" y="418511"/>
                    </a:cubicBezTo>
                    <a:cubicBezTo>
                      <a:pt x="161374" y="418511"/>
                      <a:pt x="164638" y="411985"/>
                      <a:pt x="164638" y="411985"/>
                    </a:cubicBezTo>
                    <a:lnTo>
                      <a:pt x="166489" y="406569"/>
                    </a:lnTo>
                    <a:lnTo>
                      <a:pt x="169148" y="403945"/>
                    </a:lnTo>
                    <a:lnTo>
                      <a:pt x="175273" y="402868"/>
                    </a:lnTo>
                    <a:lnTo>
                      <a:pt x="179412" y="409832"/>
                    </a:lnTo>
                    <a:lnTo>
                      <a:pt x="181364" y="418746"/>
                    </a:lnTo>
                    <a:lnTo>
                      <a:pt x="185706" y="426349"/>
                    </a:lnTo>
                    <a:lnTo>
                      <a:pt x="189172" y="433312"/>
                    </a:lnTo>
                    <a:lnTo>
                      <a:pt x="191764" y="438762"/>
                    </a:lnTo>
                    <a:lnTo>
                      <a:pt x="198091" y="440511"/>
                    </a:lnTo>
                    <a:cubicBezTo>
                      <a:pt x="198091" y="440511"/>
                      <a:pt x="204620" y="439636"/>
                      <a:pt x="205259" y="439435"/>
                    </a:cubicBezTo>
                    <a:cubicBezTo>
                      <a:pt x="205899" y="439233"/>
                      <a:pt x="211990" y="437685"/>
                      <a:pt x="211990" y="437685"/>
                    </a:cubicBezTo>
                    <a:lnTo>
                      <a:pt x="215692" y="432269"/>
                    </a:lnTo>
                    <a:lnTo>
                      <a:pt x="220908" y="425541"/>
                    </a:lnTo>
                    <a:cubicBezTo>
                      <a:pt x="220908" y="425541"/>
                      <a:pt x="226562" y="422514"/>
                      <a:pt x="227202" y="422278"/>
                    </a:cubicBezTo>
                    <a:cubicBezTo>
                      <a:pt x="227841" y="422076"/>
                      <a:pt x="238072" y="420764"/>
                      <a:pt x="238072" y="420764"/>
                    </a:cubicBezTo>
                    <a:lnTo>
                      <a:pt x="248068" y="422514"/>
                    </a:lnTo>
                    <a:cubicBezTo>
                      <a:pt x="248068" y="422514"/>
                      <a:pt x="250457" y="426214"/>
                      <a:pt x="251097" y="426853"/>
                    </a:cubicBezTo>
                    <a:cubicBezTo>
                      <a:pt x="251736" y="427492"/>
                      <a:pt x="251299" y="432269"/>
                      <a:pt x="251299" y="432269"/>
                    </a:cubicBezTo>
                    <a:lnTo>
                      <a:pt x="253890" y="438795"/>
                    </a:lnTo>
                    <a:lnTo>
                      <a:pt x="253890" y="443808"/>
                    </a:lnTo>
                    <a:lnTo>
                      <a:pt x="258904" y="447710"/>
                    </a:lnTo>
                    <a:lnTo>
                      <a:pt x="261092" y="449459"/>
                    </a:lnTo>
                    <a:lnTo>
                      <a:pt x="264895" y="447508"/>
                    </a:lnTo>
                    <a:lnTo>
                      <a:pt x="269573" y="445759"/>
                    </a:lnTo>
                    <a:lnTo>
                      <a:pt x="269573" y="440343"/>
                    </a:lnTo>
                    <a:lnTo>
                      <a:pt x="269371" y="432303"/>
                    </a:lnTo>
                    <a:lnTo>
                      <a:pt x="267621" y="426012"/>
                    </a:lnTo>
                    <a:lnTo>
                      <a:pt x="268496" y="421437"/>
                    </a:lnTo>
                    <a:lnTo>
                      <a:pt x="271222" y="423826"/>
                    </a:lnTo>
                    <a:lnTo>
                      <a:pt x="274319" y="425340"/>
                    </a:lnTo>
                    <a:lnTo>
                      <a:pt x="274453" y="423388"/>
                    </a:lnTo>
                    <a:lnTo>
                      <a:pt x="274789" y="421000"/>
                    </a:lnTo>
                    <a:lnTo>
                      <a:pt x="274789" y="419486"/>
                    </a:lnTo>
                    <a:lnTo>
                      <a:pt x="276539" y="416425"/>
                    </a:lnTo>
                    <a:lnTo>
                      <a:pt x="276539" y="414272"/>
                    </a:lnTo>
                    <a:lnTo>
                      <a:pt x="275664" y="407981"/>
                    </a:lnTo>
                    <a:lnTo>
                      <a:pt x="273713" y="403844"/>
                    </a:lnTo>
                    <a:lnTo>
                      <a:pt x="271525" y="400782"/>
                    </a:lnTo>
                    <a:lnTo>
                      <a:pt x="272703" y="397721"/>
                    </a:lnTo>
                    <a:lnTo>
                      <a:pt x="275160" y="396006"/>
                    </a:lnTo>
                    <a:lnTo>
                      <a:pt x="276506" y="392743"/>
                    </a:lnTo>
                    <a:lnTo>
                      <a:pt x="276506" y="389917"/>
                    </a:lnTo>
                    <a:lnTo>
                      <a:pt x="276506" y="382953"/>
                    </a:lnTo>
                    <a:lnTo>
                      <a:pt x="275631" y="380902"/>
                    </a:lnTo>
                    <a:lnTo>
                      <a:pt x="281049" y="380363"/>
                    </a:lnTo>
                    <a:lnTo>
                      <a:pt x="284314" y="380363"/>
                    </a:lnTo>
                    <a:lnTo>
                      <a:pt x="286939" y="377739"/>
                    </a:lnTo>
                    <a:lnTo>
                      <a:pt x="286939" y="374174"/>
                    </a:lnTo>
                    <a:lnTo>
                      <a:pt x="290203" y="369397"/>
                    </a:lnTo>
                    <a:lnTo>
                      <a:pt x="293468" y="363745"/>
                    </a:lnTo>
                    <a:lnTo>
                      <a:pt x="292155" y="358094"/>
                    </a:lnTo>
                    <a:lnTo>
                      <a:pt x="291179" y="355470"/>
                    </a:lnTo>
                    <a:lnTo>
                      <a:pt x="287545" y="354595"/>
                    </a:lnTo>
                    <a:lnTo>
                      <a:pt x="281285" y="352644"/>
                    </a:lnTo>
                    <a:lnTo>
                      <a:pt x="280006" y="350256"/>
                    </a:lnTo>
                    <a:lnTo>
                      <a:pt x="280006" y="348069"/>
                    </a:lnTo>
                    <a:lnTo>
                      <a:pt x="283270" y="346993"/>
                    </a:lnTo>
                    <a:lnTo>
                      <a:pt x="286535" y="346555"/>
                    </a:lnTo>
                    <a:lnTo>
                      <a:pt x="289564" y="348069"/>
                    </a:lnTo>
                    <a:lnTo>
                      <a:pt x="291852" y="348507"/>
                    </a:lnTo>
                    <a:cubicBezTo>
                      <a:pt x="291852" y="348507"/>
                      <a:pt x="295386" y="350996"/>
                      <a:pt x="296261" y="350996"/>
                    </a:cubicBezTo>
                    <a:cubicBezTo>
                      <a:pt x="297136" y="350996"/>
                      <a:pt x="301545" y="352409"/>
                      <a:pt x="301545" y="352409"/>
                    </a:cubicBezTo>
                    <a:lnTo>
                      <a:pt x="305247" y="352409"/>
                    </a:lnTo>
                    <a:lnTo>
                      <a:pt x="306122" y="346757"/>
                    </a:lnTo>
                    <a:lnTo>
                      <a:pt x="306122" y="342855"/>
                    </a:lnTo>
                    <a:lnTo>
                      <a:pt x="306122" y="335892"/>
                    </a:lnTo>
                    <a:lnTo>
                      <a:pt x="308511" y="332427"/>
                    </a:lnTo>
                    <a:lnTo>
                      <a:pt x="310901" y="330274"/>
                    </a:lnTo>
                    <a:lnTo>
                      <a:pt x="313728" y="329399"/>
                    </a:lnTo>
                    <a:lnTo>
                      <a:pt x="316218" y="325934"/>
                    </a:lnTo>
                    <a:lnTo>
                      <a:pt x="318877" y="324622"/>
                    </a:lnTo>
                    <a:lnTo>
                      <a:pt x="320863" y="320922"/>
                    </a:lnTo>
                    <a:lnTo>
                      <a:pt x="317834" y="317895"/>
                    </a:lnTo>
                    <a:lnTo>
                      <a:pt x="312954" y="315506"/>
                    </a:lnTo>
                    <a:lnTo>
                      <a:pt x="309588" y="315069"/>
                    </a:lnTo>
                    <a:lnTo>
                      <a:pt x="309588" y="313319"/>
                    </a:lnTo>
                    <a:lnTo>
                      <a:pt x="311776" y="310494"/>
                    </a:lnTo>
                    <a:lnTo>
                      <a:pt x="314165" y="309619"/>
                    </a:lnTo>
                    <a:lnTo>
                      <a:pt x="318305" y="307432"/>
                    </a:lnTo>
                    <a:lnTo>
                      <a:pt x="320795" y="306625"/>
                    </a:lnTo>
                    <a:lnTo>
                      <a:pt x="323319" y="307702"/>
                    </a:lnTo>
                    <a:lnTo>
                      <a:pt x="324800" y="309720"/>
                    </a:lnTo>
                    <a:lnTo>
                      <a:pt x="325238" y="313353"/>
                    </a:lnTo>
                    <a:lnTo>
                      <a:pt x="325238" y="316683"/>
                    </a:lnTo>
                    <a:lnTo>
                      <a:pt x="325238" y="320216"/>
                    </a:lnTo>
                    <a:lnTo>
                      <a:pt x="325238" y="323680"/>
                    </a:lnTo>
                    <a:lnTo>
                      <a:pt x="323218" y="326506"/>
                    </a:lnTo>
                    <a:lnTo>
                      <a:pt x="321637" y="328693"/>
                    </a:lnTo>
                    <a:lnTo>
                      <a:pt x="320829" y="331956"/>
                    </a:lnTo>
                    <a:lnTo>
                      <a:pt x="319920" y="336026"/>
                    </a:lnTo>
                    <a:lnTo>
                      <a:pt x="321132" y="338785"/>
                    </a:lnTo>
                    <a:lnTo>
                      <a:pt x="322478" y="341678"/>
                    </a:lnTo>
                    <a:lnTo>
                      <a:pt x="324968" y="341913"/>
                    </a:lnTo>
                    <a:lnTo>
                      <a:pt x="327358" y="342048"/>
                    </a:lnTo>
                    <a:lnTo>
                      <a:pt x="329545" y="340366"/>
                    </a:lnTo>
                    <a:cubicBezTo>
                      <a:pt x="329545" y="340366"/>
                      <a:pt x="331127" y="338482"/>
                      <a:pt x="331363" y="338415"/>
                    </a:cubicBezTo>
                    <a:cubicBezTo>
                      <a:pt x="331565" y="338347"/>
                      <a:pt x="333113" y="336531"/>
                      <a:pt x="333618" y="336329"/>
                    </a:cubicBezTo>
                    <a:cubicBezTo>
                      <a:pt x="334122" y="336127"/>
                      <a:pt x="336882" y="334748"/>
                      <a:pt x="336882" y="334748"/>
                    </a:cubicBezTo>
                    <a:lnTo>
                      <a:pt x="340517" y="332629"/>
                    </a:lnTo>
                    <a:lnTo>
                      <a:pt x="344421" y="332124"/>
                    </a:lnTo>
                    <a:lnTo>
                      <a:pt x="349637" y="333436"/>
                    </a:lnTo>
                    <a:lnTo>
                      <a:pt x="353979" y="330846"/>
                    </a:lnTo>
                    <a:lnTo>
                      <a:pt x="353407" y="325766"/>
                    </a:lnTo>
                    <a:lnTo>
                      <a:pt x="350512" y="321124"/>
                    </a:lnTo>
                    <a:lnTo>
                      <a:pt x="346945" y="318803"/>
                    </a:lnTo>
                    <a:lnTo>
                      <a:pt x="344421" y="315472"/>
                    </a:lnTo>
                    <a:lnTo>
                      <a:pt x="344421" y="309821"/>
                    </a:lnTo>
                    <a:lnTo>
                      <a:pt x="346003" y="309821"/>
                    </a:lnTo>
                    <a:lnTo>
                      <a:pt x="350782" y="308946"/>
                    </a:lnTo>
                    <a:lnTo>
                      <a:pt x="353979" y="308946"/>
                    </a:lnTo>
                    <a:lnTo>
                      <a:pt x="359498" y="309384"/>
                    </a:lnTo>
                    <a:lnTo>
                      <a:pt x="362258" y="314295"/>
                    </a:lnTo>
                    <a:lnTo>
                      <a:pt x="363133" y="319745"/>
                    </a:lnTo>
                    <a:lnTo>
                      <a:pt x="364445" y="321225"/>
                    </a:lnTo>
                    <a:lnTo>
                      <a:pt x="365320" y="319106"/>
                    </a:lnTo>
                    <a:lnTo>
                      <a:pt x="365320" y="313319"/>
                    </a:lnTo>
                    <a:cubicBezTo>
                      <a:pt x="365320" y="313319"/>
                      <a:pt x="368450" y="309855"/>
                      <a:pt x="368585" y="309417"/>
                    </a:cubicBezTo>
                    <a:cubicBezTo>
                      <a:pt x="368719" y="308980"/>
                      <a:pt x="370537" y="305078"/>
                      <a:pt x="370537" y="305078"/>
                    </a:cubicBezTo>
                    <a:lnTo>
                      <a:pt x="370537" y="301176"/>
                    </a:lnTo>
                    <a:lnTo>
                      <a:pt x="365758" y="298417"/>
                    </a:lnTo>
                    <a:cubicBezTo>
                      <a:pt x="365758" y="298417"/>
                      <a:pt x="363301" y="294784"/>
                      <a:pt x="362864" y="294347"/>
                    </a:cubicBezTo>
                    <a:cubicBezTo>
                      <a:pt x="362426" y="293909"/>
                      <a:pt x="360171" y="289570"/>
                      <a:pt x="360171" y="289570"/>
                    </a:cubicBezTo>
                    <a:lnTo>
                      <a:pt x="356806" y="280891"/>
                    </a:lnTo>
                    <a:lnTo>
                      <a:pt x="353238" y="275811"/>
                    </a:lnTo>
                    <a:lnTo>
                      <a:pt x="348762" y="270294"/>
                    </a:lnTo>
                    <a:lnTo>
                      <a:pt x="348055" y="266830"/>
                    </a:lnTo>
                    <a:lnTo>
                      <a:pt x="349806" y="263062"/>
                    </a:lnTo>
                    <a:lnTo>
                      <a:pt x="353710" y="261178"/>
                    </a:lnTo>
                    <a:lnTo>
                      <a:pt x="357479" y="259597"/>
                    </a:lnTo>
                    <a:lnTo>
                      <a:pt x="361955" y="258722"/>
                    </a:lnTo>
                    <a:lnTo>
                      <a:pt x="363705" y="255829"/>
                    </a:lnTo>
                    <a:lnTo>
                      <a:pt x="365455" y="253508"/>
                    </a:lnTo>
                    <a:lnTo>
                      <a:pt x="366768" y="252062"/>
                    </a:lnTo>
                    <a:lnTo>
                      <a:pt x="368787" y="249169"/>
                    </a:lnTo>
                    <a:lnTo>
                      <a:pt x="368046" y="245704"/>
                    </a:lnTo>
                    <a:lnTo>
                      <a:pt x="365152" y="243517"/>
                    </a:lnTo>
                    <a:lnTo>
                      <a:pt x="359363" y="242374"/>
                    </a:lnTo>
                    <a:cubicBezTo>
                      <a:pt x="359363" y="242374"/>
                      <a:pt x="356469" y="241936"/>
                      <a:pt x="356032" y="241499"/>
                    </a:cubicBezTo>
                    <a:cubicBezTo>
                      <a:pt x="355594" y="241062"/>
                      <a:pt x="351959" y="238740"/>
                      <a:pt x="351959" y="238740"/>
                    </a:cubicBezTo>
                    <a:lnTo>
                      <a:pt x="353407" y="237866"/>
                    </a:lnTo>
                    <a:lnTo>
                      <a:pt x="354551" y="238236"/>
                    </a:lnTo>
                    <a:lnTo>
                      <a:pt x="359330" y="239481"/>
                    </a:lnTo>
                    <a:lnTo>
                      <a:pt x="364412" y="239481"/>
                    </a:lnTo>
                    <a:lnTo>
                      <a:pt x="369628" y="239481"/>
                    </a:lnTo>
                    <a:lnTo>
                      <a:pt x="371210" y="236453"/>
                    </a:lnTo>
                    <a:lnTo>
                      <a:pt x="371345" y="232248"/>
                    </a:lnTo>
                    <a:lnTo>
                      <a:pt x="368450" y="228850"/>
                    </a:lnTo>
                    <a:lnTo>
                      <a:pt x="368753" y="226899"/>
                    </a:lnTo>
                    <a:lnTo>
                      <a:pt x="368753" y="222997"/>
                    </a:lnTo>
                    <a:lnTo>
                      <a:pt x="370503" y="220407"/>
                    </a:lnTo>
                    <a:lnTo>
                      <a:pt x="367407" y="220407"/>
                    </a:lnTo>
                    <a:lnTo>
                      <a:pt x="365152" y="222156"/>
                    </a:lnTo>
                    <a:lnTo>
                      <a:pt x="362695" y="222156"/>
                    </a:lnTo>
                    <a:lnTo>
                      <a:pt x="359498" y="220340"/>
                    </a:lnTo>
                    <a:lnTo>
                      <a:pt x="356166" y="220407"/>
                    </a:lnTo>
                    <a:lnTo>
                      <a:pt x="352262" y="220407"/>
                    </a:lnTo>
                    <a:lnTo>
                      <a:pt x="348628" y="219835"/>
                    </a:lnTo>
                    <a:lnTo>
                      <a:pt x="343411" y="219700"/>
                    </a:lnTo>
                    <a:lnTo>
                      <a:pt x="340652" y="218187"/>
                    </a:lnTo>
                    <a:lnTo>
                      <a:pt x="339642" y="213443"/>
                    </a:lnTo>
                    <a:lnTo>
                      <a:pt x="342839" y="208768"/>
                    </a:lnTo>
                    <a:lnTo>
                      <a:pt x="345296" y="206715"/>
                    </a:lnTo>
                    <a:lnTo>
                      <a:pt x="348190" y="203217"/>
                    </a:lnTo>
                    <a:lnTo>
                      <a:pt x="348459" y="197700"/>
                    </a:lnTo>
                    <a:lnTo>
                      <a:pt x="348594" y="196085"/>
                    </a:lnTo>
                    <a:lnTo>
                      <a:pt x="350344" y="196085"/>
                    </a:lnTo>
                    <a:lnTo>
                      <a:pt x="352229" y="196085"/>
                    </a:lnTo>
                    <a:lnTo>
                      <a:pt x="354854" y="195076"/>
                    </a:lnTo>
                    <a:lnTo>
                      <a:pt x="354854" y="198844"/>
                    </a:lnTo>
                    <a:lnTo>
                      <a:pt x="354854" y="202174"/>
                    </a:lnTo>
                    <a:lnTo>
                      <a:pt x="354854" y="205639"/>
                    </a:lnTo>
                    <a:lnTo>
                      <a:pt x="356873" y="206076"/>
                    </a:lnTo>
                    <a:lnTo>
                      <a:pt x="359767" y="206379"/>
                    </a:lnTo>
                    <a:lnTo>
                      <a:pt x="362594" y="206682"/>
                    </a:lnTo>
                    <a:lnTo>
                      <a:pt x="364715" y="206379"/>
                    </a:lnTo>
                    <a:lnTo>
                      <a:pt x="367239" y="205504"/>
                    </a:lnTo>
                    <a:lnTo>
                      <a:pt x="368988" y="203755"/>
                    </a:lnTo>
                    <a:lnTo>
                      <a:pt x="369864" y="201165"/>
                    </a:lnTo>
                    <a:lnTo>
                      <a:pt x="369729" y="197835"/>
                    </a:lnTo>
                    <a:lnTo>
                      <a:pt x="368719" y="195514"/>
                    </a:lnTo>
                    <a:lnTo>
                      <a:pt x="368719" y="191746"/>
                    </a:lnTo>
                    <a:lnTo>
                      <a:pt x="370873" y="189997"/>
                    </a:lnTo>
                    <a:lnTo>
                      <a:pt x="370806" y="187675"/>
                    </a:lnTo>
                    <a:lnTo>
                      <a:pt x="372287" y="187238"/>
                    </a:lnTo>
                    <a:lnTo>
                      <a:pt x="373095" y="187373"/>
                    </a:lnTo>
                    <a:lnTo>
                      <a:pt x="374508" y="188819"/>
                    </a:lnTo>
                    <a:cubicBezTo>
                      <a:pt x="374508" y="188819"/>
                      <a:pt x="375652" y="189694"/>
                      <a:pt x="376090" y="189963"/>
                    </a:cubicBezTo>
                    <a:cubicBezTo>
                      <a:pt x="376527" y="190266"/>
                      <a:pt x="374912" y="196489"/>
                      <a:pt x="374912" y="196489"/>
                    </a:cubicBezTo>
                    <a:lnTo>
                      <a:pt x="373902" y="198810"/>
                    </a:lnTo>
                    <a:lnTo>
                      <a:pt x="373902" y="202140"/>
                    </a:lnTo>
                    <a:lnTo>
                      <a:pt x="376224" y="206480"/>
                    </a:lnTo>
                    <a:lnTo>
                      <a:pt x="378984" y="208229"/>
                    </a:lnTo>
                    <a:lnTo>
                      <a:pt x="381744" y="208229"/>
                    </a:lnTo>
                    <a:lnTo>
                      <a:pt x="383124" y="206480"/>
                    </a:lnTo>
                    <a:lnTo>
                      <a:pt x="384369" y="206480"/>
                    </a:lnTo>
                    <a:lnTo>
                      <a:pt x="384369" y="209104"/>
                    </a:lnTo>
                    <a:lnTo>
                      <a:pt x="386994" y="212434"/>
                    </a:lnTo>
                    <a:lnTo>
                      <a:pt x="388441" y="211291"/>
                    </a:lnTo>
                    <a:lnTo>
                      <a:pt x="390629" y="209541"/>
                    </a:lnTo>
                    <a:lnTo>
                      <a:pt x="391335" y="206480"/>
                    </a:lnTo>
                    <a:lnTo>
                      <a:pt x="391335" y="203890"/>
                    </a:lnTo>
                    <a:lnTo>
                      <a:pt x="391032" y="200559"/>
                    </a:lnTo>
                    <a:lnTo>
                      <a:pt x="391167" y="194605"/>
                    </a:lnTo>
                    <a:lnTo>
                      <a:pt x="391235" y="190838"/>
                    </a:lnTo>
                    <a:lnTo>
                      <a:pt x="389619" y="186363"/>
                    </a:lnTo>
                    <a:lnTo>
                      <a:pt x="389383" y="183740"/>
                    </a:lnTo>
                    <a:lnTo>
                      <a:pt x="386792" y="181284"/>
                    </a:lnTo>
                    <a:lnTo>
                      <a:pt x="385951" y="178256"/>
                    </a:lnTo>
                    <a:lnTo>
                      <a:pt x="387835" y="176507"/>
                    </a:lnTo>
                    <a:lnTo>
                      <a:pt x="388710" y="173480"/>
                    </a:lnTo>
                    <a:lnTo>
                      <a:pt x="388576" y="169846"/>
                    </a:lnTo>
                    <a:lnTo>
                      <a:pt x="386691" y="167088"/>
                    </a:lnTo>
                    <a:cubicBezTo>
                      <a:pt x="386691" y="167088"/>
                      <a:pt x="384369" y="165944"/>
                      <a:pt x="384369" y="165507"/>
                    </a:cubicBezTo>
                    <a:cubicBezTo>
                      <a:pt x="384369" y="165070"/>
                      <a:pt x="384369" y="163926"/>
                      <a:pt x="384369" y="163926"/>
                    </a:cubicBezTo>
                    <a:lnTo>
                      <a:pt x="387128" y="160898"/>
                    </a:lnTo>
                    <a:lnTo>
                      <a:pt x="387869" y="159317"/>
                    </a:lnTo>
                    <a:lnTo>
                      <a:pt x="387802" y="156424"/>
                    </a:lnTo>
                    <a:lnTo>
                      <a:pt x="387330" y="155247"/>
                    </a:lnTo>
                    <a:lnTo>
                      <a:pt x="384773" y="155112"/>
                    </a:lnTo>
                    <a:lnTo>
                      <a:pt x="381037" y="154978"/>
                    </a:lnTo>
                    <a:lnTo>
                      <a:pt x="374676" y="155718"/>
                    </a:lnTo>
                    <a:cubicBezTo>
                      <a:pt x="374676" y="155718"/>
                      <a:pt x="372220" y="157467"/>
                      <a:pt x="371782" y="158039"/>
                    </a:cubicBezTo>
                    <a:cubicBezTo>
                      <a:pt x="371345" y="158611"/>
                      <a:pt x="369460" y="162816"/>
                      <a:pt x="369460" y="162816"/>
                    </a:cubicBezTo>
                    <a:cubicBezTo>
                      <a:pt x="369460" y="162816"/>
                      <a:pt x="368753" y="165709"/>
                      <a:pt x="368585" y="166281"/>
                    </a:cubicBezTo>
                    <a:cubicBezTo>
                      <a:pt x="368450" y="166853"/>
                      <a:pt x="368147" y="169308"/>
                      <a:pt x="368147" y="169308"/>
                    </a:cubicBezTo>
                    <a:lnTo>
                      <a:pt x="364378" y="169611"/>
                    </a:lnTo>
                    <a:lnTo>
                      <a:pt x="359599" y="169745"/>
                    </a:lnTo>
                    <a:lnTo>
                      <a:pt x="355830" y="170048"/>
                    </a:lnTo>
                    <a:lnTo>
                      <a:pt x="352801" y="171057"/>
                    </a:lnTo>
                    <a:lnTo>
                      <a:pt x="348459" y="173379"/>
                    </a:lnTo>
                    <a:lnTo>
                      <a:pt x="346305" y="174522"/>
                    </a:lnTo>
                    <a:lnTo>
                      <a:pt x="342671" y="175834"/>
                    </a:lnTo>
                    <a:lnTo>
                      <a:pt x="340483" y="177853"/>
                    </a:lnTo>
                    <a:lnTo>
                      <a:pt x="337589" y="178425"/>
                    </a:lnTo>
                    <a:cubicBezTo>
                      <a:pt x="337589" y="178425"/>
                      <a:pt x="337151" y="177987"/>
                      <a:pt x="337151" y="177415"/>
                    </a:cubicBezTo>
                    <a:cubicBezTo>
                      <a:pt x="337151" y="176844"/>
                      <a:pt x="336714" y="175397"/>
                      <a:pt x="336849" y="174825"/>
                    </a:cubicBezTo>
                    <a:cubicBezTo>
                      <a:pt x="336983" y="174253"/>
                      <a:pt x="337724" y="172067"/>
                      <a:pt x="337724" y="172067"/>
                    </a:cubicBezTo>
                    <a:cubicBezTo>
                      <a:pt x="337724" y="172067"/>
                      <a:pt x="338026" y="171192"/>
                      <a:pt x="339036" y="170486"/>
                    </a:cubicBezTo>
                    <a:cubicBezTo>
                      <a:pt x="340046" y="169745"/>
                      <a:pt x="340786" y="169914"/>
                      <a:pt x="341190" y="169611"/>
                    </a:cubicBezTo>
                    <a:cubicBezTo>
                      <a:pt x="341628" y="169308"/>
                      <a:pt x="343075" y="168602"/>
                      <a:pt x="343815" y="168165"/>
                    </a:cubicBezTo>
                    <a:cubicBezTo>
                      <a:pt x="344522" y="167727"/>
                      <a:pt x="345835" y="166853"/>
                      <a:pt x="346406" y="166853"/>
                    </a:cubicBezTo>
                    <a:cubicBezTo>
                      <a:pt x="346979" y="166853"/>
                      <a:pt x="351488" y="165978"/>
                      <a:pt x="351488" y="165978"/>
                    </a:cubicBezTo>
                    <a:cubicBezTo>
                      <a:pt x="351488" y="165978"/>
                      <a:pt x="354820" y="166113"/>
                      <a:pt x="355392" y="165843"/>
                    </a:cubicBezTo>
                    <a:cubicBezTo>
                      <a:pt x="355964" y="165541"/>
                      <a:pt x="357849" y="162513"/>
                      <a:pt x="357849" y="162513"/>
                    </a:cubicBezTo>
                    <a:lnTo>
                      <a:pt x="359296" y="160192"/>
                    </a:lnTo>
                    <a:lnTo>
                      <a:pt x="364075" y="157299"/>
                    </a:lnTo>
                    <a:lnTo>
                      <a:pt x="365522" y="155718"/>
                    </a:lnTo>
                    <a:lnTo>
                      <a:pt x="367272" y="153094"/>
                    </a:lnTo>
                    <a:lnTo>
                      <a:pt x="369292" y="150066"/>
                    </a:lnTo>
                    <a:lnTo>
                      <a:pt x="371614" y="146871"/>
                    </a:lnTo>
                    <a:lnTo>
                      <a:pt x="373364" y="143103"/>
                    </a:lnTo>
                    <a:lnTo>
                      <a:pt x="376998" y="140075"/>
                    </a:lnTo>
                    <a:lnTo>
                      <a:pt x="379758" y="137182"/>
                    </a:lnTo>
                    <a:lnTo>
                      <a:pt x="382955" y="134727"/>
                    </a:lnTo>
                    <a:lnTo>
                      <a:pt x="387903" y="133583"/>
                    </a:lnTo>
                    <a:lnTo>
                      <a:pt x="393119" y="133280"/>
                    </a:lnTo>
                    <a:lnTo>
                      <a:pt x="398470" y="132977"/>
                    </a:lnTo>
                    <a:lnTo>
                      <a:pt x="400355" y="132675"/>
                    </a:lnTo>
                    <a:lnTo>
                      <a:pt x="401297" y="131363"/>
                    </a:lnTo>
                    <a:lnTo>
                      <a:pt x="401802" y="130051"/>
                    </a:lnTo>
                    <a:lnTo>
                      <a:pt x="401802" y="127460"/>
                    </a:lnTo>
                    <a:lnTo>
                      <a:pt x="401196" y="126317"/>
                    </a:lnTo>
                    <a:close/>
                  </a:path>
                </a:pathLst>
              </a:custGeom>
              <a:grpFill/>
              <a:ln w="6350" cap="flat">
                <a:solidFill>
                  <a:schemeClr val="bg1"/>
                </a:solidFill>
                <a:prstDash val="solid"/>
                <a:miter/>
              </a:ln>
            </p:spPr>
            <p:txBody>
              <a:bodyPr rtlCol="0" anchor="ctr"/>
              <a:lstStyle/>
              <a:p>
                <a:endParaRPr lang="en-US"/>
              </a:p>
            </p:txBody>
          </p:sp>
          <p:sp>
            <p:nvSpPr>
              <p:cNvPr id="114" name="Freeform 953">
                <a:extLst>
                  <a:ext uri="{FF2B5EF4-FFF2-40B4-BE49-F238E27FC236}">
                    <a16:creationId xmlns:a16="http://schemas.microsoft.com/office/drawing/2014/main" id="{9C9E1CD7-14E4-D591-2879-8AFE09417717}"/>
                  </a:ext>
                </a:extLst>
              </p:cNvPr>
              <p:cNvSpPr/>
              <p:nvPr/>
            </p:nvSpPr>
            <p:spPr>
              <a:xfrm>
                <a:off x="6346774" y="2731067"/>
                <a:ext cx="10166" cy="9856"/>
              </a:xfrm>
              <a:custGeom>
                <a:avLst/>
                <a:gdLst>
                  <a:gd name="connsiteX0" fmla="*/ 1346 w 10166"/>
                  <a:gd name="connsiteY0" fmla="*/ 7535 h 9856"/>
                  <a:gd name="connsiteX1" fmla="*/ 4173 w 10166"/>
                  <a:gd name="connsiteY1" fmla="*/ 9856 h 9856"/>
                  <a:gd name="connsiteX2" fmla="*/ 6192 w 10166"/>
                  <a:gd name="connsiteY2" fmla="*/ 9856 h 9856"/>
                  <a:gd name="connsiteX3" fmla="*/ 8649 w 10166"/>
                  <a:gd name="connsiteY3" fmla="*/ 8275 h 9856"/>
                  <a:gd name="connsiteX4" fmla="*/ 10164 w 10166"/>
                  <a:gd name="connsiteY4" fmla="*/ 7132 h 9856"/>
                  <a:gd name="connsiteX5" fmla="*/ 10164 w 10166"/>
                  <a:gd name="connsiteY5" fmla="*/ 5181 h 9856"/>
                  <a:gd name="connsiteX6" fmla="*/ 8919 w 10166"/>
                  <a:gd name="connsiteY6" fmla="*/ 2893 h 9856"/>
                  <a:gd name="connsiteX7" fmla="*/ 6159 w 10166"/>
                  <a:gd name="connsiteY7" fmla="*/ 605 h 9856"/>
                  <a:gd name="connsiteX8" fmla="*/ 3702 w 10166"/>
                  <a:gd name="connsiteY8" fmla="*/ 0 h 9856"/>
                  <a:gd name="connsiteX9" fmla="*/ 1986 w 10166"/>
                  <a:gd name="connsiteY9" fmla="*/ 1076 h 9856"/>
                  <a:gd name="connsiteX10" fmla="*/ 370 w 10166"/>
                  <a:gd name="connsiteY10" fmla="*/ 2960 h 9856"/>
                  <a:gd name="connsiteX11" fmla="*/ 0 w 10166"/>
                  <a:gd name="connsiteY11" fmla="*/ 5046 h 9856"/>
                  <a:gd name="connsiteX12" fmla="*/ 1346 w 10166"/>
                  <a:gd name="connsiteY12" fmla="*/ 7535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66" h="9856">
                    <a:moveTo>
                      <a:pt x="1346" y="7535"/>
                    </a:moveTo>
                    <a:lnTo>
                      <a:pt x="4173" y="9856"/>
                    </a:lnTo>
                    <a:lnTo>
                      <a:pt x="6192" y="9856"/>
                    </a:lnTo>
                    <a:lnTo>
                      <a:pt x="8649" y="8275"/>
                    </a:lnTo>
                    <a:lnTo>
                      <a:pt x="10164" y="7132"/>
                    </a:lnTo>
                    <a:cubicBezTo>
                      <a:pt x="10164" y="7132"/>
                      <a:pt x="10096" y="5483"/>
                      <a:pt x="10164" y="5181"/>
                    </a:cubicBezTo>
                    <a:cubicBezTo>
                      <a:pt x="10231" y="4878"/>
                      <a:pt x="8919" y="2893"/>
                      <a:pt x="8919" y="2893"/>
                    </a:cubicBezTo>
                    <a:lnTo>
                      <a:pt x="6159" y="605"/>
                    </a:lnTo>
                    <a:lnTo>
                      <a:pt x="3702" y="0"/>
                    </a:lnTo>
                    <a:lnTo>
                      <a:pt x="1986" y="1076"/>
                    </a:lnTo>
                    <a:lnTo>
                      <a:pt x="370" y="2960"/>
                    </a:lnTo>
                    <a:lnTo>
                      <a:pt x="0" y="5046"/>
                    </a:lnTo>
                    <a:lnTo>
                      <a:pt x="1346" y="7535"/>
                    </a:lnTo>
                    <a:close/>
                  </a:path>
                </a:pathLst>
              </a:custGeom>
              <a:grpFill/>
              <a:ln w="6350" cap="flat">
                <a:solidFill>
                  <a:schemeClr val="bg1"/>
                </a:solidFill>
                <a:prstDash val="solid"/>
                <a:miter/>
              </a:ln>
            </p:spPr>
            <p:txBody>
              <a:bodyPr rtlCol="0" anchor="ctr"/>
              <a:lstStyle/>
              <a:p>
                <a:endParaRPr lang="en-US"/>
              </a:p>
            </p:txBody>
          </p:sp>
          <p:sp>
            <p:nvSpPr>
              <p:cNvPr id="115" name="Freeform 954">
                <a:extLst>
                  <a:ext uri="{FF2B5EF4-FFF2-40B4-BE49-F238E27FC236}">
                    <a16:creationId xmlns:a16="http://schemas.microsoft.com/office/drawing/2014/main" id="{202F5EE0-7470-64BB-D8AC-8D50CCE562AE}"/>
                  </a:ext>
                </a:extLst>
              </p:cNvPr>
              <p:cNvSpPr/>
              <p:nvPr/>
            </p:nvSpPr>
            <p:spPr>
              <a:xfrm>
                <a:off x="6354346" y="2718372"/>
                <a:ext cx="41664" cy="22988"/>
              </a:xfrm>
              <a:custGeom>
                <a:avLst/>
                <a:gdLst>
                  <a:gd name="connsiteX0" fmla="*/ 5722 w 41664"/>
                  <a:gd name="connsiteY0" fmla="*/ 13536 h 22988"/>
                  <a:gd name="connsiteX1" fmla="*/ 8313 w 41664"/>
                  <a:gd name="connsiteY1" fmla="*/ 15353 h 22988"/>
                  <a:gd name="connsiteX2" fmla="*/ 11005 w 41664"/>
                  <a:gd name="connsiteY2" fmla="*/ 17808 h 22988"/>
                  <a:gd name="connsiteX3" fmla="*/ 14842 w 41664"/>
                  <a:gd name="connsiteY3" fmla="*/ 18818 h 22988"/>
                  <a:gd name="connsiteX4" fmla="*/ 18039 w 41664"/>
                  <a:gd name="connsiteY4" fmla="*/ 19322 h 22988"/>
                  <a:gd name="connsiteX5" fmla="*/ 21808 w 41664"/>
                  <a:gd name="connsiteY5" fmla="*/ 19322 h 22988"/>
                  <a:gd name="connsiteX6" fmla="*/ 26823 w 41664"/>
                  <a:gd name="connsiteY6" fmla="*/ 19322 h 22988"/>
                  <a:gd name="connsiteX7" fmla="*/ 28977 w 41664"/>
                  <a:gd name="connsiteY7" fmla="*/ 19961 h 22988"/>
                  <a:gd name="connsiteX8" fmla="*/ 30861 w 41664"/>
                  <a:gd name="connsiteY8" fmla="*/ 21475 h 22988"/>
                  <a:gd name="connsiteX9" fmla="*/ 33385 w 41664"/>
                  <a:gd name="connsiteY9" fmla="*/ 22283 h 22988"/>
                  <a:gd name="connsiteX10" fmla="*/ 35640 w 41664"/>
                  <a:gd name="connsiteY10" fmla="*/ 22989 h 22988"/>
                  <a:gd name="connsiteX11" fmla="*/ 41093 w 41664"/>
                  <a:gd name="connsiteY11" fmla="*/ 22686 h 22988"/>
                  <a:gd name="connsiteX12" fmla="*/ 41664 w 41664"/>
                  <a:gd name="connsiteY12" fmla="*/ 19558 h 22988"/>
                  <a:gd name="connsiteX13" fmla="*/ 41159 w 41664"/>
                  <a:gd name="connsiteY13" fmla="*/ 16631 h 22988"/>
                  <a:gd name="connsiteX14" fmla="*/ 39275 w 41664"/>
                  <a:gd name="connsiteY14" fmla="*/ 12897 h 22988"/>
                  <a:gd name="connsiteX15" fmla="*/ 39410 w 41664"/>
                  <a:gd name="connsiteY15" fmla="*/ 9264 h 22988"/>
                  <a:gd name="connsiteX16" fmla="*/ 37222 w 41664"/>
                  <a:gd name="connsiteY16" fmla="*/ 6640 h 22988"/>
                  <a:gd name="connsiteX17" fmla="*/ 33385 w 41664"/>
                  <a:gd name="connsiteY17" fmla="*/ 4824 h 22988"/>
                  <a:gd name="connsiteX18" fmla="*/ 30626 w 41664"/>
                  <a:gd name="connsiteY18" fmla="*/ 5126 h 22988"/>
                  <a:gd name="connsiteX19" fmla="*/ 27631 w 41664"/>
                  <a:gd name="connsiteY19" fmla="*/ 5765 h 22988"/>
                  <a:gd name="connsiteX20" fmla="*/ 22919 w 41664"/>
                  <a:gd name="connsiteY20" fmla="*/ 4016 h 22988"/>
                  <a:gd name="connsiteX21" fmla="*/ 18005 w 41664"/>
                  <a:gd name="connsiteY21" fmla="*/ 2267 h 22988"/>
                  <a:gd name="connsiteX22" fmla="*/ 14606 w 41664"/>
                  <a:gd name="connsiteY22" fmla="*/ 753 h 22988"/>
                  <a:gd name="connsiteX23" fmla="*/ 8582 w 41664"/>
                  <a:gd name="connsiteY23" fmla="*/ 13 h 22988"/>
                  <a:gd name="connsiteX24" fmla="*/ 6125 w 41664"/>
                  <a:gd name="connsiteY24" fmla="*/ 13 h 22988"/>
                  <a:gd name="connsiteX25" fmla="*/ 2087 w 41664"/>
                  <a:gd name="connsiteY25" fmla="*/ 820 h 22988"/>
                  <a:gd name="connsiteX26" fmla="*/ 0 w 41664"/>
                  <a:gd name="connsiteY26" fmla="*/ 3444 h 22988"/>
                  <a:gd name="connsiteX27" fmla="*/ 1245 w 41664"/>
                  <a:gd name="connsiteY27" fmla="*/ 6909 h 22988"/>
                  <a:gd name="connsiteX28" fmla="*/ 1986 w 41664"/>
                  <a:gd name="connsiteY28" fmla="*/ 9600 h 22988"/>
                  <a:gd name="connsiteX29" fmla="*/ 3668 w 41664"/>
                  <a:gd name="connsiteY29" fmla="*/ 12493 h 22988"/>
                  <a:gd name="connsiteX30" fmla="*/ 5722 w 41664"/>
                  <a:gd name="connsiteY30" fmla="*/ 13536 h 2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664" h="22988">
                    <a:moveTo>
                      <a:pt x="5722" y="13536"/>
                    </a:moveTo>
                    <a:lnTo>
                      <a:pt x="8313" y="15353"/>
                    </a:lnTo>
                    <a:lnTo>
                      <a:pt x="11005" y="17808"/>
                    </a:lnTo>
                    <a:lnTo>
                      <a:pt x="14842" y="18818"/>
                    </a:lnTo>
                    <a:lnTo>
                      <a:pt x="18039" y="19322"/>
                    </a:lnTo>
                    <a:cubicBezTo>
                      <a:pt x="18039" y="19322"/>
                      <a:pt x="21573" y="19188"/>
                      <a:pt x="21808" y="19322"/>
                    </a:cubicBezTo>
                    <a:cubicBezTo>
                      <a:pt x="22044" y="19457"/>
                      <a:pt x="26823" y="19322"/>
                      <a:pt x="26823" y="19322"/>
                    </a:cubicBezTo>
                    <a:lnTo>
                      <a:pt x="28977" y="19961"/>
                    </a:lnTo>
                    <a:lnTo>
                      <a:pt x="30861" y="21475"/>
                    </a:lnTo>
                    <a:lnTo>
                      <a:pt x="33385" y="22283"/>
                    </a:lnTo>
                    <a:lnTo>
                      <a:pt x="35640" y="22989"/>
                    </a:lnTo>
                    <a:lnTo>
                      <a:pt x="41093" y="22686"/>
                    </a:lnTo>
                    <a:cubicBezTo>
                      <a:pt x="41093" y="22686"/>
                      <a:pt x="41664" y="19860"/>
                      <a:pt x="41664" y="19558"/>
                    </a:cubicBezTo>
                    <a:cubicBezTo>
                      <a:pt x="41664" y="19255"/>
                      <a:pt x="41294" y="18044"/>
                      <a:pt x="41159" y="16631"/>
                    </a:cubicBezTo>
                    <a:cubicBezTo>
                      <a:pt x="41025" y="15218"/>
                      <a:pt x="39342" y="13200"/>
                      <a:pt x="39275" y="12897"/>
                    </a:cubicBezTo>
                    <a:cubicBezTo>
                      <a:pt x="39208" y="12594"/>
                      <a:pt x="39410" y="9264"/>
                      <a:pt x="39410" y="9264"/>
                    </a:cubicBezTo>
                    <a:lnTo>
                      <a:pt x="37222" y="6640"/>
                    </a:lnTo>
                    <a:lnTo>
                      <a:pt x="33385" y="4824"/>
                    </a:lnTo>
                    <a:cubicBezTo>
                      <a:pt x="33385" y="4824"/>
                      <a:pt x="31299" y="5059"/>
                      <a:pt x="30626" y="5126"/>
                    </a:cubicBezTo>
                    <a:cubicBezTo>
                      <a:pt x="29986" y="5194"/>
                      <a:pt x="27631" y="5765"/>
                      <a:pt x="27631" y="5765"/>
                    </a:cubicBezTo>
                    <a:lnTo>
                      <a:pt x="22919" y="4016"/>
                    </a:lnTo>
                    <a:lnTo>
                      <a:pt x="18005" y="2267"/>
                    </a:lnTo>
                    <a:cubicBezTo>
                      <a:pt x="18005" y="2267"/>
                      <a:pt x="14875" y="753"/>
                      <a:pt x="14606" y="753"/>
                    </a:cubicBezTo>
                    <a:cubicBezTo>
                      <a:pt x="14337" y="753"/>
                      <a:pt x="8582" y="13"/>
                      <a:pt x="8582" y="13"/>
                    </a:cubicBezTo>
                    <a:cubicBezTo>
                      <a:pt x="8582" y="13"/>
                      <a:pt x="6394" y="148"/>
                      <a:pt x="6125" y="13"/>
                    </a:cubicBezTo>
                    <a:cubicBezTo>
                      <a:pt x="5856" y="-122"/>
                      <a:pt x="2087" y="820"/>
                      <a:pt x="2087" y="820"/>
                    </a:cubicBezTo>
                    <a:lnTo>
                      <a:pt x="0" y="3444"/>
                    </a:lnTo>
                    <a:lnTo>
                      <a:pt x="1245" y="6909"/>
                    </a:lnTo>
                    <a:cubicBezTo>
                      <a:pt x="1245" y="6909"/>
                      <a:pt x="1683" y="9365"/>
                      <a:pt x="1986" y="9600"/>
                    </a:cubicBezTo>
                    <a:cubicBezTo>
                      <a:pt x="2289" y="9802"/>
                      <a:pt x="3668" y="12493"/>
                      <a:pt x="3668" y="12493"/>
                    </a:cubicBezTo>
                    <a:lnTo>
                      <a:pt x="5722" y="13536"/>
                    </a:lnTo>
                    <a:close/>
                  </a:path>
                </a:pathLst>
              </a:custGeom>
              <a:grpFill/>
              <a:ln w="6350" cap="flat">
                <a:solidFill>
                  <a:schemeClr val="bg1"/>
                </a:solidFill>
                <a:prstDash val="solid"/>
                <a:miter/>
              </a:ln>
            </p:spPr>
            <p:txBody>
              <a:bodyPr rtlCol="0" anchor="ctr"/>
              <a:lstStyle/>
              <a:p>
                <a:endParaRPr lang="en-US"/>
              </a:p>
            </p:txBody>
          </p:sp>
          <p:sp>
            <p:nvSpPr>
              <p:cNvPr id="116" name="Freeform 955">
                <a:extLst>
                  <a:ext uri="{FF2B5EF4-FFF2-40B4-BE49-F238E27FC236}">
                    <a16:creationId xmlns:a16="http://schemas.microsoft.com/office/drawing/2014/main" id="{C3DD02CB-3B28-7602-0871-7D8D41614666}"/>
                  </a:ext>
                </a:extLst>
              </p:cNvPr>
              <p:cNvSpPr/>
              <p:nvPr/>
            </p:nvSpPr>
            <p:spPr>
              <a:xfrm>
                <a:off x="6373630" y="2712733"/>
                <a:ext cx="7605" cy="5786"/>
              </a:xfrm>
              <a:custGeom>
                <a:avLst/>
                <a:gdLst>
                  <a:gd name="connsiteX0" fmla="*/ 1885 w 7605"/>
                  <a:gd name="connsiteY0" fmla="*/ 5786 h 5786"/>
                  <a:gd name="connsiteX1" fmla="*/ 4779 w 7605"/>
                  <a:gd name="connsiteY1" fmla="*/ 5147 h 5786"/>
                  <a:gd name="connsiteX2" fmla="*/ 6293 w 7605"/>
                  <a:gd name="connsiteY2" fmla="*/ 4642 h 5786"/>
                  <a:gd name="connsiteX3" fmla="*/ 7606 w 7605"/>
                  <a:gd name="connsiteY3" fmla="*/ 2456 h 5786"/>
                  <a:gd name="connsiteX4" fmla="*/ 5149 w 7605"/>
                  <a:gd name="connsiteY4" fmla="*/ 0 h 5786"/>
                  <a:gd name="connsiteX5" fmla="*/ 1548 w 7605"/>
                  <a:gd name="connsiteY5" fmla="*/ 572 h 5786"/>
                  <a:gd name="connsiteX6" fmla="*/ 0 w 7605"/>
                  <a:gd name="connsiteY6" fmla="*/ 2388 h 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5" h="5786">
                    <a:moveTo>
                      <a:pt x="1885" y="5786"/>
                    </a:moveTo>
                    <a:lnTo>
                      <a:pt x="4779" y="5147"/>
                    </a:lnTo>
                    <a:lnTo>
                      <a:pt x="6293" y="4642"/>
                    </a:lnTo>
                    <a:lnTo>
                      <a:pt x="7606" y="2456"/>
                    </a:lnTo>
                    <a:lnTo>
                      <a:pt x="5149" y="0"/>
                    </a:lnTo>
                    <a:lnTo>
                      <a:pt x="1548" y="572"/>
                    </a:lnTo>
                    <a:lnTo>
                      <a:pt x="0" y="2388"/>
                    </a:lnTo>
                    <a:close/>
                  </a:path>
                </a:pathLst>
              </a:custGeom>
              <a:grpFill/>
              <a:ln w="6350" cap="flat">
                <a:solidFill>
                  <a:schemeClr val="bg1"/>
                </a:solidFill>
                <a:prstDash val="solid"/>
                <a:miter/>
              </a:ln>
            </p:spPr>
            <p:txBody>
              <a:bodyPr rtlCol="0" anchor="ctr"/>
              <a:lstStyle/>
              <a:p>
                <a:endParaRPr lang="en-US"/>
              </a:p>
            </p:txBody>
          </p:sp>
          <p:sp>
            <p:nvSpPr>
              <p:cNvPr id="117" name="Freeform 956">
                <a:extLst>
                  <a:ext uri="{FF2B5EF4-FFF2-40B4-BE49-F238E27FC236}">
                    <a16:creationId xmlns:a16="http://schemas.microsoft.com/office/drawing/2014/main" id="{BA7CAEE7-4BD5-002B-3B19-24DFDE2D40A8}"/>
                  </a:ext>
                </a:extLst>
              </p:cNvPr>
              <p:cNvSpPr/>
              <p:nvPr/>
            </p:nvSpPr>
            <p:spPr>
              <a:xfrm>
                <a:off x="6387630" y="2700993"/>
                <a:ext cx="7605" cy="6727"/>
              </a:xfrm>
              <a:custGeom>
                <a:avLst/>
                <a:gdLst>
                  <a:gd name="connsiteX0" fmla="*/ 3332 w 7605"/>
                  <a:gd name="connsiteY0" fmla="*/ 6728 h 6727"/>
                  <a:gd name="connsiteX1" fmla="*/ 5923 w 7605"/>
                  <a:gd name="connsiteY1" fmla="*/ 5651 h 6727"/>
                  <a:gd name="connsiteX2" fmla="*/ 7606 w 7605"/>
                  <a:gd name="connsiteY2" fmla="*/ 2893 h 6727"/>
                  <a:gd name="connsiteX3" fmla="*/ 5452 w 7605"/>
                  <a:gd name="connsiteY3" fmla="*/ 0 h 6727"/>
                  <a:gd name="connsiteX4" fmla="*/ 2726 w 7605"/>
                  <a:gd name="connsiteY4" fmla="*/ 1009 h 6727"/>
                  <a:gd name="connsiteX5" fmla="*/ 0 w 7605"/>
                  <a:gd name="connsiteY5" fmla="*/ 5012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5" h="6727">
                    <a:moveTo>
                      <a:pt x="3332" y="6728"/>
                    </a:moveTo>
                    <a:lnTo>
                      <a:pt x="5923" y="5651"/>
                    </a:lnTo>
                    <a:lnTo>
                      <a:pt x="7606" y="2893"/>
                    </a:lnTo>
                    <a:lnTo>
                      <a:pt x="5452" y="0"/>
                    </a:lnTo>
                    <a:lnTo>
                      <a:pt x="2726" y="1009"/>
                    </a:lnTo>
                    <a:lnTo>
                      <a:pt x="0" y="5012"/>
                    </a:lnTo>
                    <a:close/>
                  </a:path>
                </a:pathLst>
              </a:custGeom>
              <a:grpFill/>
              <a:ln w="6350" cap="flat">
                <a:solidFill>
                  <a:schemeClr val="bg1"/>
                </a:solidFill>
                <a:prstDash val="solid"/>
                <a:miter/>
              </a:ln>
            </p:spPr>
            <p:txBody>
              <a:bodyPr rtlCol="0" anchor="ctr"/>
              <a:lstStyle/>
              <a:p>
                <a:endParaRPr lang="en-US"/>
              </a:p>
            </p:txBody>
          </p:sp>
          <p:sp>
            <p:nvSpPr>
              <p:cNvPr id="118" name="Freeform 957">
                <a:extLst>
                  <a:ext uri="{FF2B5EF4-FFF2-40B4-BE49-F238E27FC236}">
                    <a16:creationId xmlns:a16="http://schemas.microsoft.com/office/drawing/2014/main" id="{213BD2D7-1288-28BA-B1C4-6343F9F3E8DD}"/>
                  </a:ext>
                </a:extLst>
              </p:cNvPr>
              <p:cNvSpPr/>
              <p:nvPr/>
            </p:nvSpPr>
            <p:spPr>
              <a:xfrm>
                <a:off x="6350375" y="2694332"/>
                <a:ext cx="32813" cy="15479"/>
              </a:xfrm>
              <a:custGeom>
                <a:avLst/>
                <a:gdLst>
                  <a:gd name="connsiteX0" fmla="*/ 32510 w 32813"/>
                  <a:gd name="connsiteY0" fmla="*/ 13759 h 15479"/>
                  <a:gd name="connsiteX1" fmla="*/ 29649 w 32813"/>
                  <a:gd name="connsiteY1" fmla="*/ 10327 h 15479"/>
                  <a:gd name="connsiteX2" fmla="*/ 27799 w 32813"/>
                  <a:gd name="connsiteY2" fmla="*/ 7266 h 15479"/>
                  <a:gd name="connsiteX3" fmla="*/ 27799 w 32813"/>
                  <a:gd name="connsiteY3" fmla="*/ 2254 h 15479"/>
                  <a:gd name="connsiteX4" fmla="*/ 27731 w 32813"/>
                  <a:gd name="connsiteY4" fmla="*/ 1446 h 15479"/>
                  <a:gd name="connsiteX5" fmla="*/ 26620 w 32813"/>
                  <a:gd name="connsiteY5" fmla="*/ 0 h 15479"/>
                  <a:gd name="connsiteX6" fmla="*/ 22380 w 32813"/>
                  <a:gd name="connsiteY6" fmla="*/ 1446 h 15479"/>
                  <a:gd name="connsiteX7" fmla="*/ 21101 w 32813"/>
                  <a:gd name="connsiteY7" fmla="*/ 2590 h 15479"/>
                  <a:gd name="connsiteX8" fmla="*/ 18342 w 32813"/>
                  <a:gd name="connsiteY8" fmla="*/ 2153 h 15479"/>
                  <a:gd name="connsiteX9" fmla="*/ 16693 w 32813"/>
                  <a:gd name="connsiteY9" fmla="*/ 1480 h 15479"/>
                  <a:gd name="connsiteX10" fmla="*/ 13394 w 32813"/>
                  <a:gd name="connsiteY10" fmla="*/ 1379 h 15479"/>
                  <a:gd name="connsiteX11" fmla="*/ 9558 w 32813"/>
                  <a:gd name="connsiteY11" fmla="*/ 1379 h 15479"/>
                  <a:gd name="connsiteX12" fmla="*/ 7606 w 32813"/>
                  <a:gd name="connsiteY12" fmla="*/ 3196 h 15479"/>
                  <a:gd name="connsiteX13" fmla="*/ 4375 w 32813"/>
                  <a:gd name="connsiteY13" fmla="*/ 4777 h 15479"/>
                  <a:gd name="connsiteX14" fmla="*/ 0 w 32813"/>
                  <a:gd name="connsiteY14" fmla="*/ 8679 h 15479"/>
                  <a:gd name="connsiteX15" fmla="*/ 0 w 32813"/>
                  <a:gd name="connsiteY15" fmla="*/ 12649 h 15479"/>
                  <a:gd name="connsiteX16" fmla="*/ 3130 w 32813"/>
                  <a:gd name="connsiteY16" fmla="*/ 12783 h 15479"/>
                  <a:gd name="connsiteX17" fmla="*/ 6765 w 32813"/>
                  <a:gd name="connsiteY17" fmla="*/ 12480 h 15479"/>
                  <a:gd name="connsiteX18" fmla="*/ 9962 w 32813"/>
                  <a:gd name="connsiteY18" fmla="*/ 11471 h 15479"/>
                  <a:gd name="connsiteX19" fmla="*/ 15952 w 32813"/>
                  <a:gd name="connsiteY19" fmla="*/ 10597 h 15479"/>
                  <a:gd name="connsiteX20" fmla="*/ 18241 w 32813"/>
                  <a:gd name="connsiteY20" fmla="*/ 10832 h 15479"/>
                  <a:gd name="connsiteX21" fmla="*/ 22178 w 32813"/>
                  <a:gd name="connsiteY21" fmla="*/ 13725 h 15479"/>
                  <a:gd name="connsiteX22" fmla="*/ 26015 w 32813"/>
                  <a:gd name="connsiteY22" fmla="*/ 14667 h 15479"/>
                  <a:gd name="connsiteX23" fmla="*/ 28270 w 32813"/>
                  <a:gd name="connsiteY23" fmla="*/ 14970 h 15479"/>
                  <a:gd name="connsiteX24" fmla="*/ 31299 w 32813"/>
                  <a:gd name="connsiteY24" fmla="*/ 15474 h 15479"/>
                  <a:gd name="connsiteX25" fmla="*/ 32813 w 32813"/>
                  <a:gd name="connsiteY25" fmla="*/ 14398 h 15479"/>
                  <a:gd name="connsiteX26" fmla="*/ 32510 w 32813"/>
                  <a:gd name="connsiteY26" fmla="*/ 13759 h 1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13" h="15479">
                    <a:moveTo>
                      <a:pt x="32510" y="13759"/>
                    </a:moveTo>
                    <a:cubicBezTo>
                      <a:pt x="32443" y="13523"/>
                      <a:pt x="29649" y="10327"/>
                      <a:pt x="29649" y="10327"/>
                    </a:cubicBezTo>
                    <a:lnTo>
                      <a:pt x="27799" y="7266"/>
                    </a:lnTo>
                    <a:lnTo>
                      <a:pt x="27799" y="2254"/>
                    </a:lnTo>
                    <a:lnTo>
                      <a:pt x="27731" y="1446"/>
                    </a:lnTo>
                    <a:lnTo>
                      <a:pt x="26620" y="0"/>
                    </a:lnTo>
                    <a:lnTo>
                      <a:pt x="22380" y="1446"/>
                    </a:lnTo>
                    <a:lnTo>
                      <a:pt x="21101" y="2590"/>
                    </a:lnTo>
                    <a:lnTo>
                      <a:pt x="18342" y="2153"/>
                    </a:lnTo>
                    <a:lnTo>
                      <a:pt x="16693" y="1480"/>
                    </a:lnTo>
                    <a:lnTo>
                      <a:pt x="13394" y="1379"/>
                    </a:lnTo>
                    <a:lnTo>
                      <a:pt x="9558" y="1379"/>
                    </a:lnTo>
                    <a:cubicBezTo>
                      <a:pt x="9558" y="1379"/>
                      <a:pt x="7673" y="2893"/>
                      <a:pt x="7606" y="3196"/>
                    </a:cubicBezTo>
                    <a:cubicBezTo>
                      <a:pt x="7539" y="3498"/>
                      <a:pt x="4678" y="4440"/>
                      <a:pt x="4375" y="4777"/>
                    </a:cubicBezTo>
                    <a:cubicBezTo>
                      <a:pt x="4106" y="5147"/>
                      <a:pt x="0" y="8679"/>
                      <a:pt x="0" y="8679"/>
                    </a:cubicBezTo>
                    <a:lnTo>
                      <a:pt x="0" y="12649"/>
                    </a:lnTo>
                    <a:lnTo>
                      <a:pt x="3130" y="12783"/>
                    </a:lnTo>
                    <a:lnTo>
                      <a:pt x="6765" y="12480"/>
                    </a:lnTo>
                    <a:lnTo>
                      <a:pt x="9962" y="11471"/>
                    </a:lnTo>
                    <a:lnTo>
                      <a:pt x="15952" y="10597"/>
                    </a:lnTo>
                    <a:lnTo>
                      <a:pt x="18241" y="10832"/>
                    </a:lnTo>
                    <a:lnTo>
                      <a:pt x="22178" y="13725"/>
                    </a:lnTo>
                    <a:cubicBezTo>
                      <a:pt x="22178" y="13725"/>
                      <a:pt x="25745" y="14667"/>
                      <a:pt x="26015" y="14667"/>
                    </a:cubicBezTo>
                    <a:cubicBezTo>
                      <a:pt x="26318" y="14667"/>
                      <a:pt x="28270" y="14970"/>
                      <a:pt x="28270" y="14970"/>
                    </a:cubicBezTo>
                    <a:cubicBezTo>
                      <a:pt x="28270" y="14970"/>
                      <a:pt x="31097" y="15541"/>
                      <a:pt x="31299" y="15474"/>
                    </a:cubicBezTo>
                    <a:cubicBezTo>
                      <a:pt x="31534" y="15407"/>
                      <a:pt x="32813" y="14398"/>
                      <a:pt x="32813" y="14398"/>
                    </a:cubicBezTo>
                    <a:lnTo>
                      <a:pt x="32510" y="13759"/>
                    </a:lnTo>
                    <a:close/>
                  </a:path>
                </a:pathLst>
              </a:custGeom>
              <a:grpFill/>
              <a:ln w="6350" cap="flat">
                <a:solidFill>
                  <a:schemeClr val="bg1"/>
                </a:solidFill>
                <a:prstDash val="solid"/>
                <a:miter/>
              </a:ln>
            </p:spPr>
            <p:txBody>
              <a:bodyPr rtlCol="0" anchor="ctr"/>
              <a:lstStyle/>
              <a:p>
                <a:endParaRPr lang="en-US"/>
              </a:p>
            </p:txBody>
          </p:sp>
          <p:sp>
            <p:nvSpPr>
              <p:cNvPr id="119" name="Freeform 958">
                <a:extLst>
                  <a:ext uri="{FF2B5EF4-FFF2-40B4-BE49-F238E27FC236}">
                    <a16:creationId xmlns:a16="http://schemas.microsoft.com/office/drawing/2014/main" id="{BA213DB1-47D8-C969-A064-FE409A61CBB8}"/>
                  </a:ext>
                </a:extLst>
              </p:cNvPr>
              <p:cNvSpPr/>
              <p:nvPr/>
            </p:nvSpPr>
            <p:spPr>
              <a:xfrm>
                <a:off x="6397323" y="2737492"/>
                <a:ext cx="5721" cy="12379"/>
              </a:xfrm>
              <a:custGeom>
                <a:avLst/>
                <a:gdLst>
                  <a:gd name="connsiteX0" fmla="*/ 0 w 5721"/>
                  <a:gd name="connsiteY0" fmla="*/ 9486 h 12379"/>
                  <a:gd name="connsiteX1" fmla="*/ 0 w 5721"/>
                  <a:gd name="connsiteY1" fmla="*/ 6021 h 12379"/>
                  <a:gd name="connsiteX2" fmla="*/ 0 w 5721"/>
                  <a:gd name="connsiteY2" fmla="*/ 2557 h 12379"/>
                  <a:gd name="connsiteX3" fmla="*/ 1750 w 5721"/>
                  <a:gd name="connsiteY3" fmla="*/ 1177 h 12379"/>
                  <a:gd name="connsiteX4" fmla="*/ 3904 w 5721"/>
                  <a:gd name="connsiteY4" fmla="*/ 0 h 12379"/>
                  <a:gd name="connsiteX5" fmla="*/ 4409 w 5721"/>
                  <a:gd name="connsiteY5" fmla="*/ 1682 h 12379"/>
                  <a:gd name="connsiteX6" fmla="*/ 5217 w 5721"/>
                  <a:gd name="connsiteY6" fmla="*/ 3902 h 12379"/>
                  <a:gd name="connsiteX7" fmla="*/ 5217 w 5721"/>
                  <a:gd name="connsiteY7" fmla="*/ 6021 h 12379"/>
                  <a:gd name="connsiteX8" fmla="*/ 5217 w 5721"/>
                  <a:gd name="connsiteY8" fmla="*/ 9486 h 12379"/>
                  <a:gd name="connsiteX9" fmla="*/ 5721 w 5721"/>
                  <a:gd name="connsiteY9" fmla="*/ 12043 h 12379"/>
                  <a:gd name="connsiteX10" fmla="*/ 3029 w 5721"/>
                  <a:gd name="connsiteY10" fmla="*/ 12379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1" h="12379">
                    <a:moveTo>
                      <a:pt x="0" y="9486"/>
                    </a:moveTo>
                    <a:lnTo>
                      <a:pt x="0" y="6021"/>
                    </a:lnTo>
                    <a:lnTo>
                      <a:pt x="0" y="2557"/>
                    </a:lnTo>
                    <a:lnTo>
                      <a:pt x="1750" y="1177"/>
                    </a:lnTo>
                    <a:lnTo>
                      <a:pt x="3904" y="0"/>
                    </a:lnTo>
                    <a:lnTo>
                      <a:pt x="4409" y="1682"/>
                    </a:lnTo>
                    <a:lnTo>
                      <a:pt x="5217" y="3902"/>
                    </a:lnTo>
                    <a:lnTo>
                      <a:pt x="5217" y="6021"/>
                    </a:lnTo>
                    <a:lnTo>
                      <a:pt x="5217" y="9486"/>
                    </a:lnTo>
                    <a:lnTo>
                      <a:pt x="5721" y="12043"/>
                    </a:lnTo>
                    <a:lnTo>
                      <a:pt x="3029" y="12379"/>
                    </a:lnTo>
                    <a:close/>
                  </a:path>
                </a:pathLst>
              </a:custGeom>
              <a:grpFill/>
              <a:ln w="6350" cap="flat">
                <a:solidFill>
                  <a:schemeClr val="bg1"/>
                </a:solidFill>
                <a:prstDash val="solid"/>
                <a:miter/>
              </a:ln>
            </p:spPr>
            <p:txBody>
              <a:bodyPr rtlCol="0" anchor="ctr"/>
              <a:lstStyle/>
              <a:p>
                <a:endParaRPr lang="en-US"/>
              </a:p>
            </p:txBody>
          </p:sp>
          <p:sp>
            <p:nvSpPr>
              <p:cNvPr id="120" name="Freeform 959">
                <a:extLst>
                  <a:ext uri="{FF2B5EF4-FFF2-40B4-BE49-F238E27FC236}">
                    <a16:creationId xmlns:a16="http://schemas.microsoft.com/office/drawing/2014/main" id="{2F0FFFD0-385E-9981-2D6B-7AE6457C257B}"/>
                  </a:ext>
                </a:extLst>
              </p:cNvPr>
              <p:cNvSpPr/>
              <p:nvPr/>
            </p:nvSpPr>
            <p:spPr>
              <a:xfrm>
                <a:off x="6390357" y="2746676"/>
                <a:ext cx="4408" cy="3811"/>
              </a:xfrm>
              <a:custGeom>
                <a:avLst/>
                <a:gdLst>
                  <a:gd name="connsiteX0" fmla="*/ 0 w 4408"/>
                  <a:gd name="connsiteY0" fmla="*/ 2691 h 3811"/>
                  <a:gd name="connsiteX1" fmla="*/ 2995 w 4408"/>
                  <a:gd name="connsiteY1" fmla="*/ 3768 h 3811"/>
                  <a:gd name="connsiteX2" fmla="*/ 4409 w 4408"/>
                  <a:gd name="connsiteY2" fmla="*/ 2691 h 3811"/>
                  <a:gd name="connsiteX3" fmla="*/ 3365 w 4408"/>
                  <a:gd name="connsiteY3" fmla="*/ 0 h 3811"/>
                  <a:gd name="connsiteX4" fmla="*/ 0 w 4408"/>
                  <a:gd name="connsiteY4" fmla="*/ 1144 h 3811"/>
                  <a:gd name="connsiteX5" fmla="*/ 0 w 4408"/>
                  <a:gd name="connsiteY5" fmla="*/ 2691 h 3811"/>
                  <a:gd name="connsiteX6" fmla="*/ 0 w 4408"/>
                  <a:gd name="connsiteY6" fmla="*/ 2691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8" h="3811">
                    <a:moveTo>
                      <a:pt x="0" y="2691"/>
                    </a:moveTo>
                    <a:cubicBezTo>
                      <a:pt x="0" y="2691"/>
                      <a:pt x="2995" y="4070"/>
                      <a:pt x="2995" y="3768"/>
                    </a:cubicBezTo>
                    <a:cubicBezTo>
                      <a:pt x="2995" y="3465"/>
                      <a:pt x="4409" y="2691"/>
                      <a:pt x="4409" y="2691"/>
                    </a:cubicBezTo>
                    <a:lnTo>
                      <a:pt x="3365" y="0"/>
                    </a:lnTo>
                    <a:lnTo>
                      <a:pt x="0" y="1144"/>
                    </a:lnTo>
                    <a:lnTo>
                      <a:pt x="0" y="2691"/>
                    </a:lnTo>
                    <a:lnTo>
                      <a:pt x="0" y="2691"/>
                    </a:lnTo>
                    <a:close/>
                  </a:path>
                </a:pathLst>
              </a:custGeom>
              <a:grpFill/>
              <a:ln w="6350" cap="flat">
                <a:solidFill>
                  <a:schemeClr val="bg1"/>
                </a:solidFill>
                <a:prstDash val="solid"/>
                <a:miter/>
              </a:ln>
            </p:spPr>
            <p:txBody>
              <a:bodyPr rtlCol="0" anchor="ctr"/>
              <a:lstStyle/>
              <a:p>
                <a:endParaRPr lang="en-US"/>
              </a:p>
            </p:txBody>
          </p:sp>
          <p:sp>
            <p:nvSpPr>
              <p:cNvPr id="121" name="Freeform 960">
                <a:extLst>
                  <a:ext uri="{FF2B5EF4-FFF2-40B4-BE49-F238E27FC236}">
                    <a16:creationId xmlns:a16="http://schemas.microsoft.com/office/drawing/2014/main" id="{B00D6E9B-F7F5-3E89-6CC8-5B4DC01412BA}"/>
                  </a:ext>
                </a:extLst>
              </p:cNvPr>
              <p:cNvSpPr/>
              <p:nvPr/>
            </p:nvSpPr>
            <p:spPr>
              <a:xfrm>
                <a:off x="6386890" y="2754211"/>
                <a:ext cx="9973" cy="11673"/>
              </a:xfrm>
              <a:custGeom>
                <a:avLst/>
                <a:gdLst>
                  <a:gd name="connsiteX0" fmla="*/ 2726 w 9973"/>
                  <a:gd name="connsiteY0" fmla="*/ 841 h 11673"/>
                  <a:gd name="connsiteX1" fmla="*/ 1413 w 9973"/>
                  <a:gd name="connsiteY1" fmla="*/ 4070 h 11673"/>
                  <a:gd name="connsiteX2" fmla="*/ 0 w 9973"/>
                  <a:gd name="connsiteY2" fmla="*/ 6089 h 11673"/>
                  <a:gd name="connsiteX3" fmla="*/ 0 w 9973"/>
                  <a:gd name="connsiteY3" fmla="*/ 8410 h 11673"/>
                  <a:gd name="connsiteX4" fmla="*/ 1851 w 9973"/>
                  <a:gd name="connsiteY4" fmla="*/ 11034 h 11673"/>
                  <a:gd name="connsiteX5" fmla="*/ 4342 w 9973"/>
                  <a:gd name="connsiteY5" fmla="*/ 11673 h 11673"/>
                  <a:gd name="connsiteX6" fmla="*/ 5923 w 9973"/>
                  <a:gd name="connsiteY6" fmla="*/ 10933 h 11673"/>
                  <a:gd name="connsiteX7" fmla="*/ 7707 w 9973"/>
                  <a:gd name="connsiteY7" fmla="*/ 10193 h 11673"/>
                  <a:gd name="connsiteX8" fmla="*/ 9053 w 9973"/>
                  <a:gd name="connsiteY8" fmla="*/ 8107 h 11673"/>
                  <a:gd name="connsiteX9" fmla="*/ 9962 w 9973"/>
                  <a:gd name="connsiteY9" fmla="*/ 5786 h 11673"/>
                  <a:gd name="connsiteX10" fmla="*/ 7740 w 9973"/>
                  <a:gd name="connsiteY10" fmla="*/ 2456 h 11673"/>
                  <a:gd name="connsiteX11" fmla="*/ 5587 w 9973"/>
                  <a:gd name="connsiteY11" fmla="*/ 437 h 11673"/>
                  <a:gd name="connsiteX12" fmla="*/ 3702 w 9973"/>
                  <a:gd name="connsiteY12" fmla="*/ 0 h 11673"/>
                  <a:gd name="connsiteX13" fmla="*/ 2726 w 9973"/>
                  <a:gd name="connsiteY13" fmla="*/ 841 h 1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73" h="11673">
                    <a:moveTo>
                      <a:pt x="2726" y="841"/>
                    </a:moveTo>
                    <a:lnTo>
                      <a:pt x="1413" y="4070"/>
                    </a:lnTo>
                    <a:lnTo>
                      <a:pt x="0" y="6089"/>
                    </a:lnTo>
                    <a:lnTo>
                      <a:pt x="0" y="8410"/>
                    </a:lnTo>
                    <a:lnTo>
                      <a:pt x="1851" y="11034"/>
                    </a:lnTo>
                    <a:lnTo>
                      <a:pt x="4342" y="11673"/>
                    </a:lnTo>
                    <a:lnTo>
                      <a:pt x="5923" y="10933"/>
                    </a:lnTo>
                    <a:cubicBezTo>
                      <a:pt x="5923" y="10933"/>
                      <a:pt x="7471" y="10294"/>
                      <a:pt x="7707" y="10193"/>
                    </a:cubicBezTo>
                    <a:cubicBezTo>
                      <a:pt x="7909" y="10126"/>
                      <a:pt x="9053" y="8376"/>
                      <a:pt x="9053" y="8107"/>
                    </a:cubicBezTo>
                    <a:cubicBezTo>
                      <a:pt x="9053" y="7804"/>
                      <a:pt x="10096" y="6089"/>
                      <a:pt x="9962" y="5786"/>
                    </a:cubicBezTo>
                    <a:cubicBezTo>
                      <a:pt x="9827" y="5483"/>
                      <a:pt x="7740" y="2456"/>
                      <a:pt x="7740" y="2456"/>
                    </a:cubicBezTo>
                    <a:lnTo>
                      <a:pt x="5587" y="437"/>
                    </a:lnTo>
                    <a:lnTo>
                      <a:pt x="3702" y="0"/>
                    </a:lnTo>
                    <a:lnTo>
                      <a:pt x="2726" y="841"/>
                    </a:lnTo>
                    <a:close/>
                  </a:path>
                </a:pathLst>
              </a:custGeom>
              <a:grpFill/>
              <a:ln w="6350" cap="flat">
                <a:solidFill>
                  <a:schemeClr val="bg1"/>
                </a:solidFill>
                <a:prstDash val="solid"/>
                <a:miter/>
              </a:ln>
            </p:spPr>
            <p:txBody>
              <a:bodyPr rtlCol="0" anchor="ctr"/>
              <a:lstStyle/>
              <a:p>
                <a:endParaRPr lang="en-US"/>
              </a:p>
            </p:txBody>
          </p:sp>
          <p:sp>
            <p:nvSpPr>
              <p:cNvPr id="122" name="Freeform 961">
                <a:extLst>
                  <a:ext uri="{FF2B5EF4-FFF2-40B4-BE49-F238E27FC236}">
                    <a16:creationId xmlns:a16="http://schemas.microsoft.com/office/drawing/2014/main" id="{2902381F-B384-630F-D6A1-2C44491AD6F9}"/>
                  </a:ext>
                </a:extLst>
              </p:cNvPr>
              <p:cNvSpPr/>
              <p:nvPr/>
            </p:nvSpPr>
            <p:spPr>
              <a:xfrm>
                <a:off x="6369457" y="2761141"/>
                <a:ext cx="13933" cy="13893"/>
              </a:xfrm>
              <a:custGeom>
                <a:avLst/>
                <a:gdLst>
                  <a:gd name="connsiteX0" fmla="*/ 4712 w 13933"/>
                  <a:gd name="connsiteY0" fmla="*/ 0 h 13893"/>
                  <a:gd name="connsiteX1" fmla="*/ 7942 w 13933"/>
                  <a:gd name="connsiteY1" fmla="*/ 1144 h 13893"/>
                  <a:gd name="connsiteX2" fmla="*/ 10029 w 13933"/>
                  <a:gd name="connsiteY2" fmla="*/ 3633 h 13893"/>
                  <a:gd name="connsiteX3" fmla="*/ 11880 w 13933"/>
                  <a:gd name="connsiteY3" fmla="*/ 6392 h 13893"/>
                  <a:gd name="connsiteX4" fmla="*/ 13933 w 13933"/>
                  <a:gd name="connsiteY4" fmla="*/ 9722 h 13893"/>
                  <a:gd name="connsiteX5" fmla="*/ 13933 w 13933"/>
                  <a:gd name="connsiteY5" fmla="*/ 11909 h 13893"/>
                  <a:gd name="connsiteX6" fmla="*/ 13125 w 13933"/>
                  <a:gd name="connsiteY6" fmla="*/ 13591 h 13893"/>
                  <a:gd name="connsiteX7" fmla="*/ 11039 w 13933"/>
                  <a:gd name="connsiteY7" fmla="*/ 13893 h 13893"/>
                  <a:gd name="connsiteX8" fmla="*/ 8212 w 13933"/>
                  <a:gd name="connsiteY8" fmla="*/ 13153 h 13893"/>
                  <a:gd name="connsiteX9" fmla="*/ 6428 w 13933"/>
                  <a:gd name="connsiteY9" fmla="*/ 10765 h 13893"/>
                  <a:gd name="connsiteX10" fmla="*/ 3669 w 13933"/>
                  <a:gd name="connsiteY10" fmla="*/ 7939 h 13893"/>
                  <a:gd name="connsiteX11" fmla="*/ 0 w 13933"/>
                  <a:gd name="connsiteY11" fmla="*/ 4743 h 13893"/>
                  <a:gd name="connsiteX12" fmla="*/ 741 w 13933"/>
                  <a:gd name="connsiteY12" fmla="*/ 2557 h 13893"/>
                  <a:gd name="connsiteX13" fmla="*/ 2322 w 13933"/>
                  <a:gd name="connsiteY13" fmla="*/ 471 h 13893"/>
                  <a:gd name="connsiteX14" fmla="*/ 4712 w 13933"/>
                  <a:gd name="connsiteY14" fmla="*/ 0 h 1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33" h="13893">
                    <a:moveTo>
                      <a:pt x="4712" y="0"/>
                    </a:moveTo>
                    <a:lnTo>
                      <a:pt x="7942" y="1144"/>
                    </a:lnTo>
                    <a:lnTo>
                      <a:pt x="10029" y="3633"/>
                    </a:lnTo>
                    <a:lnTo>
                      <a:pt x="11880" y="6392"/>
                    </a:lnTo>
                    <a:lnTo>
                      <a:pt x="13933" y="9722"/>
                    </a:lnTo>
                    <a:lnTo>
                      <a:pt x="13933" y="11909"/>
                    </a:lnTo>
                    <a:lnTo>
                      <a:pt x="13125" y="13591"/>
                    </a:lnTo>
                    <a:lnTo>
                      <a:pt x="11039" y="13893"/>
                    </a:lnTo>
                    <a:lnTo>
                      <a:pt x="8212" y="13153"/>
                    </a:lnTo>
                    <a:cubicBezTo>
                      <a:pt x="8212" y="13153"/>
                      <a:pt x="6428" y="10967"/>
                      <a:pt x="6428" y="10765"/>
                    </a:cubicBezTo>
                    <a:cubicBezTo>
                      <a:pt x="6428" y="10563"/>
                      <a:pt x="3870" y="8074"/>
                      <a:pt x="3669" y="7939"/>
                    </a:cubicBezTo>
                    <a:cubicBezTo>
                      <a:pt x="3467" y="7804"/>
                      <a:pt x="0" y="4743"/>
                      <a:pt x="0" y="4743"/>
                    </a:cubicBezTo>
                    <a:cubicBezTo>
                      <a:pt x="0" y="4743"/>
                      <a:pt x="505" y="2725"/>
                      <a:pt x="741" y="2557"/>
                    </a:cubicBezTo>
                    <a:cubicBezTo>
                      <a:pt x="942" y="2422"/>
                      <a:pt x="2322" y="471"/>
                      <a:pt x="2322" y="471"/>
                    </a:cubicBezTo>
                    <a:lnTo>
                      <a:pt x="4712" y="0"/>
                    </a:lnTo>
                    <a:close/>
                  </a:path>
                </a:pathLst>
              </a:custGeom>
              <a:grpFill/>
              <a:ln w="6350" cap="flat">
                <a:solidFill>
                  <a:schemeClr val="bg1"/>
                </a:solidFill>
                <a:prstDash val="solid"/>
                <a:miter/>
              </a:ln>
            </p:spPr>
            <p:txBody>
              <a:bodyPr rtlCol="0" anchor="ctr"/>
              <a:lstStyle/>
              <a:p>
                <a:endParaRPr lang="en-US"/>
              </a:p>
            </p:txBody>
          </p:sp>
          <p:sp>
            <p:nvSpPr>
              <p:cNvPr id="123" name="Freeform 962">
                <a:extLst>
                  <a:ext uri="{FF2B5EF4-FFF2-40B4-BE49-F238E27FC236}">
                    <a16:creationId xmlns:a16="http://schemas.microsoft.com/office/drawing/2014/main" id="{EDB47FF9-55FD-328F-06C8-5BB2EF4FEA31}"/>
                  </a:ext>
                </a:extLst>
              </p:cNvPr>
              <p:cNvSpPr/>
              <p:nvPr/>
            </p:nvSpPr>
            <p:spPr>
              <a:xfrm>
                <a:off x="6383860" y="2679295"/>
                <a:ext cx="13462" cy="7737"/>
              </a:xfrm>
              <a:custGeom>
                <a:avLst/>
                <a:gdLst>
                  <a:gd name="connsiteX0" fmla="*/ 5251 w 13462"/>
                  <a:gd name="connsiteY0" fmla="*/ 6257 h 7737"/>
                  <a:gd name="connsiteX1" fmla="*/ 10367 w 13462"/>
                  <a:gd name="connsiteY1" fmla="*/ 7737 h 7737"/>
                  <a:gd name="connsiteX2" fmla="*/ 13463 w 13462"/>
                  <a:gd name="connsiteY2" fmla="*/ 7737 h 7737"/>
                  <a:gd name="connsiteX3" fmla="*/ 13463 w 13462"/>
                  <a:gd name="connsiteY3" fmla="*/ 5349 h 7737"/>
                  <a:gd name="connsiteX4" fmla="*/ 13463 w 13462"/>
                  <a:gd name="connsiteY4" fmla="*/ 3398 h 7737"/>
                  <a:gd name="connsiteX5" fmla="*/ 12218 w 13462"/>
                  <a:gd name="connsiteY5" fmla="*/ 1514 h 7737"/>
                  <a:gd name="connsiteX6" fmla="*/ 7742 w 13462"/>
                  <a:gd name="connsiteY6" fmla="*/ 0 h 7737"/>
                  <a:gd name="connsiteX7" fmla="*/ 3165 w 13462"/>
                  <a:gd name="connsiteY7" fmla="*/ 1144 h 7737"/>
                  <a:gd name="connsiteX8" fmla="*/ 1 w 13462"/>
                  <a:gd name="connsiteY8" fmla="*/ 2994 h 7737"/>
                  <a:gd name="connsiteX9" fmla="*/ 3165 w 13462"/>
                  <a:gd name="connsiteY9" fmla="*/ 5719 h 7737"/>
                  <a:gd name="connsiteX10" fmla="*/ 5251 w 13462"/>
                  <a:gd name="connsiteY10" fmla="*/ 625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2" h="7737">
                    <a:moveTo>
                      <a:pt x="5251" y="6257"/>
                    </a:moveTo>
                    <a:lnTo>
                      <a:pt x="10367" y="7737"/>
                    </a:lnTo>
                    <a:lnTo>
                      <a:pt x="13463" y="7737"/>
                    </a:lnTo>
                    <a:lnTo>
                      <a:pt x="13463" y="5349"/>
                    </a:lnTo>
                    <a:lnTo>
                      <a:pt x="13463" y="3398"/>
                    </a:lnTo>
                    <a:lnTo>
                      <a:pt x="12218" y="1514"/>
                    </a:lnTo>
                    <a:lnTo>
                      <a:pt x="7742" y="0"/>
                    </a:lnTo>
                    <a:cubicBezTo>
                      <a:pt x="7742" y="0"/>
                      <a:pt x="3400" y="1076"/>
                      <a:pt x="3165" y="1144"/>
                    </a:cubicBezTo>
                    <a:cubicBezTo>
                      <a:pt x="2963" y="1211"/>
                      <a:pt x="-66" y="2153"/>
                      <a:pt x="1" y="2994"/>
                    </a:cubicBezTo>
                    <a:cubicBezTo>
                      <a:pt x="68" y="3835"/>
                      <a:pt x="3165" y="5719"/>
                      <a:pt x="3165" y="5719"/>
                    </a:cubicBezTo>
                    <a:lnTo>
                      <a:pt x="5251" y="6257"/>
                    </a:lnTo>
                    <a:close/>
                  </a:path>
                </a:pathLst>
              </a:custGeom>
              <a:grpFill/>
              <a:ln w="6350" cap="flat">
                <a:solidFill>
                  <a:schemeClr val="bg1"/>
                </a:solidFill>
                <a:prstDash val="solid"/>
                <a:miter/>
              </a:ln>
            </p:spPr>
            <p:txBody>
              <a:bodyPr rtlCol="0" anchor="ctr"/>
              <a:lstStyle/>
              <a:p>
                <a:endParaRPr lang="en-US"/>
              </a:p>
            </p:txBody>
          </p:sp>
          <p:sp>
            <p:nvSpPr>
              <p:cNvPr id="124" name="Freeform 963">
                <a:extLst>
                  <a:ext uri="{FF2B5EF4-FFF2-40B4-BE49-F238E27FC236}">
                    <a16:creationId xmlns:a16="http://schemas.microsoft.com/office/drawing/2014/main" id="{6FD2029C-99F3-39D5-4ADD-D3D7D278C42F}"/>
                  </a:ext>
                </a:extLst>
              </p:cNvPr>
              <p:cNvSpPr/>
              <p:nvPr/>
            </p:nvSpPr>
            <p:spPr>
              <a:xfrm>
                <a:off x="6293506" y="2985046"/>
                <a:ext cx="6636" cy="17013"/>
              </a:xfrm>
              <a:custGeom>
                <a:avLst/>
                <a:gdLst>
                  <a:gd name="connsiteX0" fmla="*/ 4637 w 6636"/>
                  <a:gd name="connsiteY0" fmla="*/ 0 h 17013"/>
                  <a:gd name="connsiteX1" fmla="*/ 2584 w 6636"/>
                  <a:gd name="connsiteY1" fmla="*/ 6055 h 17013"/>
                  <a:gd name="connsiteX2" fmla="*/ 26 w 6636"/>
                  <a:gd name="connsiteY2" fmla="*/ 11337 h 17013"/>
                  <a:gd name="connsiteX3" fmla="*/ 1439 w 6636"/>
                  <a:gd name="connsiteY3" fmla="*/ 16652 h 17013"/>
                  <a:gd name="connsiteX4" fmla="*/ 6420 w 6636"/>
                  <a:gd name="connsiteY4" fmla="*/ 16618 h 17013"/>
                  <a:gd name="connsiteX5" fmla="*/ 6353 w 6636"/>
                  <a:gd name="connsiteY5" fmla="*/ 12682 h 17013"/>
                  <a:gd name="connsiteX6" fmla="*/ 6454 w 6636"/>
                  <a:gd name="connsiteY6" fmla="*/ 10058 h 17013"/>
                  <a:gd name="connsiteX7" fmla="*/ 6454 w 6636"/>
                  <a:gd name="connsiteY7" fmla="*/ 5281 h 17013"/>
                  <a:gd name="connsiteX8" fmla="*/ 4637 w 6636"/>
                  <a:gd name="connsiteY8" fmla="*/ 0 h 1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6" h="17013">
                    <a:moveTo>
                      <a:pt x="4637" y="0"/>
                    </a:moveTo>
                    <a:lnTo>
                      <a:pt x="2584" y="6055"/>
                    </a:lnTo>
                    <a:lnTo>
                      <a:pt x="26" y="11337"/>
                    </a:lnTo>
                    <a:cubicBezTo>
                      <a:pt x="26" y="11337"/>
                      <a:pt x="-311" y="16214"/>
                      <a:pt x="1439" y="16652"/>
                    </a:cubicBezTo>
                    <a:cubicBezTo>
                      <a:pt x="3189" y="17089"/>
                      <a:pt x="6286" y="17190"/>
                      <a:pt x="6420" y="16618"/>
                    </a:cubicBezTo>
                    <a:cubicBezTo>
                      <a:pt x="6555" y="16046"/>
                      <a:pt x="5781" y="13994"/>
                      <a:pt x="6353" y="12682"/>
                    </a:cubicBezTo>
                    <a:cubicBezTo>
                      <a:pt x="6925" y="11370"/>
                      <a:pt x="6454" y="11068"/>
                      <a:pt x="6454" y="10058"/>
                    </a:cubicBezTo>
                    <a:cubicBezTo>
                      <a:pt x="6454" y="9049"/>
                      <a:pt x="6454" y="5281"/>
                      <a:pt x="6454" y="5281"/>
                    </a:cubicBezTo>
                    <a:lnTo>
                      <a:pt x="4637" y="0"/>
                    </a:lnTo>
                    <a:close/>
                  </a:path>
                </a:pathLst>
              </a:custGeom>
              <a:grpFill/>
              <a:ln w="6350" cap="flat">
                <a:solidFill>
                  <a:schemeClr val="bg1"/>
                </a:solidFill>
                <a:prstDash val="solid"/>
                <a:miter/>
              </a:ln>
            </p:spPr>
            <p:txBody>
              <a:bodyPr rtlCol="0" anchor="ctr"/>
              <a:lstStyle/>
              <a:p>
                <a:endParaRPr lang="en-US"/>
              </a:p>
            </p:txBody>
          </p:sp>
          <p:sp>
            <p:nvSpPr>
              <p:cNvPr id="125" name="Freeform 964">
                <a:extLst>
                  <a:ext uri="{FF2B5EF4-FFF2-40B4-BE49-F238E27FC236}">
                    <a16:creationId xmlns:a16="http://schemas.microsoft.com/office/drawing/2014/main" id="{21FA0773-4AC4-1CDB-F8CC-E26B16EB4220}"/>
                  </a:ext>
                </a:extLst>
              </p:cNvPr>
              <p:cNvSpPr/>
              <p:nvPr/>
            </p:nvSpPr>
            <p:spPr>
              <a:xfrm>
                <a:off x="6303999" y="2993355"/>
                <a:ext cx="8514" cy="10024"/>
              </a:xfrm>
              <a:custGeom>
                <a:avLst/>
                <a:gdLst>
                  <a:gd name="connsiteX0" fmla="*/ 1009 w 8514"/>
                  <a:gd name="connsiteY0" fmla="*/ 1615 h 10024"/>
                  <a:gd name="connsiteX1" fmla="*/ 0 w 8514"/>
                  <a:gd name="connsiteY1" fmla="*/ 6257 h 10024"/>
                  <a:gd name="connsiteX2" fmla="*/ 2591 w 8514"/>
                  <a:gd name="connsiteY2" fmla="*/ 10025 h 10024"/>
                  <a:gd name="connsiteX3" fmla="*/ 5486 w 8514"/>
                  <a:gd name="connsiteY3" fmla="*/ 10025 h 10024"/>
                  <a:gd name="connsiteX4" fmla="*/ 8515 w 8514"/>
                  <a:gd name="connsiteY4" fmla="*/ 3633 h 10024"/>
                  <a:gd name="connsiteX5" fmla="*/ 4241 w 8514"/>
                  <a:gd name="connsiteY5" fmla="*/ 0 h 10024"/>
                  <a:gd name="connsiteX6" fmla="*/ 1009 w 8514"/>
                  <a:gd name="connsiteY6" fmla="*/ 1615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4" h="10024">
                    <a:moveTo>
                      <a:pt x="1009" y="1615"/>
                    </a:moveTo>
                    <a:lnTo>
                      <a:pt x="0" y="6257"/>
                    </a:lnTo>
                    <a:cubicBezTo>
                      <a:pt x="0" y="6257"/>
                      <a:pt x="2188" y="10025"/>
                      <a:pt x="2591" y="10025"/>
                    </a:cubicBezTo>
                    <a:cubicBezTo>
                      <a:pt x="3029" y="10025"/>
                      <a:pt x="5486" y="10025"/>
                      <a:pt x="5486" y="10025"/>
                    </a:cubicBezTo>
                    <a:lnTo>
                      <a:pt x="8515" y="3633"/>
                    </a:lnTo>
                    <a:lnTo>
                      <a:pt x="4241" y="0"/>
                    </a:lnTo>
                    <a:lnTo>
                      <a:pt x="1009" y="1615"/>
                    </a:lnTo>
                    <a:close/>
                  </a:path>
                </a:pathLst>
              </a:custGeom>
              <a:grpFill/>
              <a:ln w="6350" cap="flat">
                <a:solidFill>
                  <a:schemeClr val="bg1"/>
                </a:solidFill>
                <a:prstDash val="solid"/>
                <a:miter/>
              </a:ln>
            </p:spPr>
            <p:txBody>
              <a:bodyPr rtlCol="0" anchor="ctr"/>
              <a:lstStyle/>
              <a:p>
                <a:endParaRPr lang="en-US"/>
              </a:p>
            </p:txBody>
          </p:sp>
        </p:grpSp>
        <p:grpSp>
          <p:nvGrpSpPr>
            <p:cNvPr id="32" name="Graphic 11">
              <a:extLst>
                <a:ext uri="{FF2B5EF4-FFF2-40B4-BE49-F238E27FC236}">
                  <a16:creationId xmlns:a16="http://schemas.microsoft.com/office/drawing/2014/main" id="{FBD50D4D-07ED-F0ED-A4C2-A6F6732313FE}"/>
                </a:ext>
              </a:extLst>
            </p:cNvPr>
            <p:cNvGrpSpPr/>
            <p:nvPr/>
          </p:nvGrpSpPr>
          <p:grpSpPr>
            <a:xfrm>
              <a:off x="8062252" y="3205115"/>
              <a:ext cx="235051" cy="285269"/>
              <a:chOff x="5786997" y="2961498"/>
              <a:chExt cx="451274" cy="547687"/>
            </a:xfrm>
            <a:grpFill/>
          </p:grpSpPr>
          <p:sp>
            <p:nvSpPr>
              <p:cNvPr id="105" name="Freeform 944">
                <a:extLst>
                  <a:ext uri="{FF2B5EF4-FFF2-40B4-BE49-F238E27FC236}">
                    <a16:creationId xmlns:a16="http://schemas.microsoft.com/office/drawing/2014/main" id="{122C3CBA-2246-0C77-7CBA-727F4F8CBAF6}"/>
                  </a:ext>
                </a:extLst>
              </p:cNvPr>
              <p:cNvSpPr/>
              <p:nvPr/>
            </p:nvSpPr>
            <p:spPr>
              <a:xfrm>
                <a:off x="5786997" y="2961498"/>
                <a:ext cx="451274" cy="536619"/>
              </a:xfrm>
              <a:custGeom>
                <a:avLst/>
                <a:gdLst>
                  <a:gd name="connsiteX0" fmla="*/ 451005 w 451274"/>
                  <a:gd name="connsiteY0" fmla="*/ 110977 h 536619"/>
                  <a:gd name="connsiteX1" fmla="*/ 449255 w 451274"/>
                  <a:gd name="connsiteY1" fmla="*/ 109228 h 536619"/>
                  <a:gd name="connsiteX2" fmla="*/ 445116 w 451274"/>
                  <a:gd name="connsiteY2" fmla="*/ 105326 h 536619"/>
                  <a:gd name="connsiteX3" fmla="*/ 445116 w 451274"/>
                  <a:gd name="connsiteY3" fmla="*/ 100313 h 536619"/>
                  <a:gd name="connsiteX4" fmla="*/ 441649 w 451274"/>
                  <a:gd name="connsiteY4" fmla="*/ 93787 h 536619"/>
                  <a:gd name="connsiteX5" fmla="*/ 440572 w 451274"/>
                  <a:gd name="connsiteY5" fmla="*/ 88371 h 536619"/>
                  <a:gd name="connsiteX6" fmla="*/ 437510 w 451274"/>
                  <a:gd name="connsiteY6" fmla="*/ 84032 h 536619"/>
                  <a:gd name="connsiteX7" fmla="*/ 427514 w 451274"/>
                  <a:gd name="connsiteY7" fmla="*/ 82283 h 536619"/>
                  <a:gd name="connsiteX8" fmla="*/ 416643 w 451274"/>
                  <a:gd name="connsiteY8" fmla="*/ 83796 h 536619"/>
                  <a:gd name="connsiteX9" fmla="*/ 410350 w 451274"/>
                  <a:gd name="connsiteY9" fmla="*/ 87059 h 536619"/>
                  <a:gd name="connsiteX10" fmla="*/ 405134 w 451274"/>
                  <a:gd name="connsiteY10" fmla="*/ 93787 h 536619"/>
                  <a:gd name="connsiteX11" fmla="*/ 401432 w 451274"/>
                  <a:gd name="connsiteY11" fmla="*/ 99203 h 536619"/>
                  <a:gd name="connsiteX12" fmla="*/ 394701 w 451274"/>
                  <a:gd name="connsiteY12" fmla="*/ 100953 h 536619"/>
                  <a:gd name="connsiteX13" fmla="*/ 387533 w 451274"/>
                  <a:gd name="connsiteY13" fmla="*/ 102029 h 536619"/>
                  <a:gd name="connsiteX14" fmla="*/ 381206 w 451274"/>
                  <a:gd name="connsiteY14" fmla="*/ 100280 h 536619"/>
                  <a:gd name="connsiteX15" fmla="*/ 378580 w 451274"/>
                  <a:gd name="connsiteY15" fmla="*/ 94830 h 536619"/>
                  <a:gd name="connsiteX16" fmla="*/ 375114 w 451274"/>
                  <a:gd name="connsiteY16" fmla="*/ 87867 h 536619"/>
                  <a:gd name="connsiteX17" fmla="*/ 370772 w 451274"/>
                  <a:gd name="connsiteY17" fmla="*/ 80264 h 536619"/>
                  <a:gd name="connsiteX18" fmla="*/ 368820 w 451274"/>
                  <a:gd name="connsiteY18" fmla="*/ 71350 h 536619"/>
                  <a:gd name="connsiteX19" fmla="*/ 364681 w 451274"/>
                  <a:gd name="connsiteY19" fmla="*/ 64386 h 536619"/>
                  <a:gd name="connsiteX20" fmla="*/ 358589 w 451274"/>
                  <a:gd name="connsiteY20" fmla="*/ 65463 h 536619"/>
                  <a:gd name="connsiteX21" fmla="*/ 355965 w 451274"/>
                  <a:gd name="connsiteY21" fmla="*/ 68087 h 536619"/>
                  <a:gd name="connsiteX22" fmla="*/ 354214 w 451274"/>
                  <a:gd name="connsiteY22" fmla="*/ 73503 h 536619"/>
                  <a:gd name="connsiteX23" fmla="*/ 350310 w 451274"/>
                  <a:gd name="connsiteY23" fmla="*/ 80029 h 536619"/>
                  <a:gd name="connsiteX24" fmla="*/ 346171 w 451274"/>
                  <a:gd name="connsiteY24" fmla="*/ 81105 h 536619"/>
                  <a:gd name="connsiteX25" fmla="*/ 342469 w 451274"/>
                  <a:gd name="connsiteY25" fmla="*/ 84368 h 536619"/>
                  <a:gd name="connsiteX26" fmla="*/ 342469 w 451274"/>
                  <a:gd name="connsiteY26" fmla="*/ 87396 h 536619"/>
                  <a:gd name="connsiteX27" fmla="*/ 335502 w 451274"/>
                  <a:gd name="connsiteY27" fmla="*/ 95234 h 536619"/>
                  <a:gd name="connsiteX28" fmla="*/ 329849 w 451274"/>
                  <a:gd name="connsiteY28" fmla="*/ 98261 h 536619"/>
                  <a:gd name="connsiteX29" fmla="*/ 322882 w 451274"/>
                  <a:gd name="connsiteY29" fmla="*/ 98261 h 536619"/>
                  <a:gd name="connsiteX30" fmla="*/ 322243 w 451274"/>
                  <a:gd name="connsiteY30" fmla="*/ 93485 h 536619"/>
                  <a:gd name="connsiteX31" fmla="*/ 320290 w 451274"/>
                  <a:gd name="connsiteY31" fmla="*/ 88472 h 536619"/>
                  <a:gd name="connsiteX32" fmla="*/ 310295 w 451274"/>
                  <a:gd name="connsiteY32" fmla="*/ 88910 h 536619"/>
                  <a:gd name="connsiteX33" fmla="*/ 305718 w 451274"/>
                  <a:gd name="connsiteY33" fmla="*/ 90861 h 536619"/>
                  <a:gd name="connsiteX34" fmla="*/ 298752 w 451274"/>
                  <a:gd name="connsiteY34" fmla="*/ 93451 h 536619"/>
                  <a:gd name="connsiteX35" fmla="*/ 291583 w 451274"/>
                  <a:gd name="connsiteY35" fmla="*/ 90861 h 536619"/>
                  <a:gd name="connsiteX36" fmla="*/ 290271 w 451274"/>
                  <a:gd name="connsiteY36" fmla="*/ 84772 h 536619"/>
                  <a:gd name="connsiteX37" fmla="*/ 290069 w 451274"/>
                  <a:gd name="connsiteY37" fmla="*/ 74983 h 536619"/>
                  <a:gd name="connsiteX38" fmla="*/ 287040 w 451274"/>
                  <a:gd name="connsiteY38" fmla="*/ 65631 h 536619"/>
                  <a:gd name="connsiteX39" fmla="*/ 283977 w 451274"/>
                  <a:gd name="connsiteY39" fmla="*/ 56952 h 536619"/>
                  <a:gd name="connsiteX40" fmla="*/ 279400 w 451274"/>
                  <a:gd name="connsiteY40" fmla="*/ 47163 h 536619"/>
                  <a:gd name="connsiteX41" fmla="*/ 270482 w 451274"/>
                  <a:gd name="connsiteY41" fmla="*/ 33909 h 536619"/>
                  <a:gd name="connsiteX42" fmla="*/ 271559 w 451274"/>
                  <a:gd name="connsiteY42" fmla="*/ 24557 h 536619"/>
                  <a:gd name="connsiteX43" fmla="*/ 275261 w 451274"/>
                  <a:gd name="connsiteY43" fmla="*/ 17392 h 536619"/>
                  <a:gd name="connsiteX44" fmla="*/ 276338 w 451274"/>
                  <a:gd name="connsiteY44" fmla="*/ 7838 h 536619"/>
                  <a:gd name="connsiteX45" fmla="*/ 269371 w 451274"/>
                  <a:gd name="connsiteY45" fmla="*/ 0 h 536619"/>
                  <a:gd name="connsiteX46" fmla="*/ 262203 w 451274"/>
                  <a:gd name="connsiteY46" fmla="*/ 875 h 536619"/>
                  <a:gd name="connsiteX47" fmla="*/ 251770 w 451274"/>
                  <a:gd name="connsiteY47" fmla="*/ 5012 h 536619"/>
                  <a:gd name="connsiteX48" fmla="*/ 243726 w 451274"/>
                  <a:gd name="connsiteY48" fmla="*/ 7838 h 536619"/>
                  <a:gd name="connsiteX49" fmla="*/ 237197 w 451274"/>
                  <a:gd name="connsiteY49" fmla="*/ 5651 h 536619"/>
                  <a:gd name="connsiteX50" fmla="*/ 233496 w 451274"/>
                  <a:gd name="connsiteY50" fmla="*/ 6089 h 536619"/>
                  <a:gd name="connsiteX51" fmla="*/ 231981 w 451274"/>
                  <a:gd name="connsiteY51" fmla="*/ 7603 h 536619"/>
                  <a:gd name="connsiteX52" fmla="*/ 233496 w 451274"/>
                  <a:gd name="connsiteY52" fmla="*/ 13019 h 536619"/>
                  <a:gd name="connsiteX53" fmla="*/ 234135 w 451274"/>
                  <a:gd name="connsiteY53" fmla="*/ 16921 h 536619"/>
                  <a:gd name="connsiteX54" fmla="*/ 233697 w 451274"/>
                  <a:gd name="connsiteY54" fmla="*/ 24322 h 536619"/>
                  <a:gd name="connsiteX55" fmla="*/ 233260 w 451274"/>
                  <a:gd name="connsiteY55" fmla="*/ 24322 h 536619"/>
                  <a:gd name="connsiteX56" fmla="*/ 229995 w 451274"/>
                  <a:gd name="connsiteY56" fmla="*/ 25835 h 536619"/>
                  <a:gd name="connsiteX57" fmla="*/ 225014 w 451274"/>
                  <a:gd name="connsiteY57" fmla="*/ 29536 h 536619"/>
                  <a:gd name="connsiteX58" fmla="*/ 220000 w 451274"/>
                  <a:gd name="connsiteY58" fmla="*/ 29536 h 536619"/>
                  <a:gd name="connsiteX59" fmla="*/ 214582 w 451274"/>
                  <a:gd name="connsiteY59" fmla="*/ 32361 h 536619"/>
                  <a:gd name="connsiteX60" fmla="*/ 212832 w 451274"/>
                  <a:gd name="connsiteY60" fmla="*/ 33673 h 536619"/>
                  <a:gd name="connsiteX61" fmla="*/ 211754 w 451274"/>
                  <a:gd name="connsiteY61" fmla="*/ 39089 h 536619"/>
                  <a:gd name="connsiteX62" fmla="*/ 208726 w 451274"/>
                  <a:gd name="connsiteY62" fmla="*/ 41915 h 536619"/>
                  <a:gd name="connsiteX63" fmla="*/ 205697 w 451274"/>
                  <a:gd name="connsiteY63" fmla="*/ 40166 h 536619"/>
                  <a:gd name="connsiteX64" fmla="*/ 202634 w 451274"/>
                  <a:gd name="connsiteY64" fmla="*/ 37777 h 536619"/>
                  <a:gd name="connsiteX65" fmla="*/ 195466 w 451274"/>
                  <a:gd name="connsiteY65" fmla="*/ 41915 h 536619"/>
                  <a:gd name="connsiteX66" fmla="*/ 185235 w 451274"/>
                  <a:gd name="connsiteY66" fmla="*/ 46927 h 536619"/>
                  <a:gd name="connsiteX67" fmla="*/ 179816 w 451274"/>
                  <a:gd name="connsiteY67" fmla="*/ 52141 h 536619"/>
                  <a:gd name="connsiteX68" fmla="*/ 176788 w 451274"/>
                  <a:gd name="connsiteY68" fmla="*/ 55405 h 536619"/>
                  <a:gd name="connsiteX69" fmla="*/ 170932 w 451274"/>
                  <a:gd name="connsiteY69" fmla="*/ 58230 h 536619"/>
                  <a:gd name="connsiteX70" fmla="*/ 167667 w 451274"/>
                  <a:gd name="connsiteY70" fmla="*/ 60181 h 536619"/>
                  <a:gd name="connsiteX71" fmla="*/ 161576 w 451274"/>
                  <a:gd name="connsiteY71" fmla="*/ 59307 h 536619"/>
                  <a:gd name="connsiteX72" fmla="*/ 158109 w 451274"/>
                  <a:gd name="connsiteY72" fmla="*/ 53016 h 536619"/>
                  <a:gd name="connsiteX73" fmla="*/ 157234 w 451274"/>
                  <a:gd name="connsiteY73" fmla="*/ 47566 h 536619"/>
                  <a:gd name="connsiteX74" fmla="*/ 152017 w 451274"/>
                  <a:gd name="connsiteY74" fmla="*/ 45178 h 536619"/>
                  <a:gd name="connsiteX75" fmla="*/ 150268 w 451274"/>
                  <a:gd name="connsiteY75" fmla="*/ 45178 h 536619"/>
                  <a:gd name="connsiteX76" fmla="*/ 147676 w 451274"/>
                  <a:gd name="connsiteY76" fmla="*/ 48004 h 536619"/>
                  <a:gd name="connsiteX77" fmla="*/ 145287 w 451274"/>
                  <a:gd name="connsiteY77" fmla="*/ 50392 h 536619"/>
                  <a:gd name="connsiteX78" fmla="*/ 140508 w 451274"/>
                  <a:gd name="connsiteY78" fmla="*/ 53218 h 536619"/>
                  <a:gd name="connsiteX79" fmla="*/ 135291 w 451274"/>
                  <a:gd name="connsiteY79" fmla="*/ 54967 h 536619"/>
                  <a:gd name="connsiteX80" fmla="*/ 131589 w 451274"/>
                  <a:gd name="connsiteY80" fmla="*/ 58028 h 536619"/>
                  <a:gd name="connsiteX81" fmla="*/ 130950 w 451274"/>
                  <a:gd name="connsiteY81" fmla="*/ 60215 h 536619"/>
                  <a:gd name="connsiteX82" fmla="*/ 130513 w 451274"/>
                  <a:gd name="connsiteY82" fmla="*/ 67380 h 536619"/>
                  <a:gd name="connsiteX83" fmla="*/ 127685 w 451274"/>
                  <a:gd name="connsiteY83" fmla="*/ 71955 h 536619"/>
                  <a:gd name="connsiteX84" fmla="*/ 120719 w 451274"/>
                  <a:gd name="connsiteY84" fmla="*/ 77169 h 536619"/>
                  <a:gd name="connsiteX85" fmla="*/ 115502 w 451274"/>
                  <a:gd name="connsiteY85" fmla="*/ 79558 h 536619"/>
                  <a:gd name="connsiteX86" fmla="*/ 107896 w 451274"/>
                  <a:gd name="connsiteY86" fmla="*/ 83460 h 536619"/>
                  <a:gd name="connsiteX87" fmla="*/ 103757 w 451274"/>
                  <a:gd name="connsiteY87" fmla="*/ 87598 h 536619"/>
                  <a:gd name="connsiteX88" fmla="*/ 102680 w 451274"/>
                  <a:gd name="connsiteY88" fmla="*/ 92173 h 536619"/>
                  <a:gd name="connsiteX89" fmla="*/ 101368 w 451274"/>
                  <a:gd name="connsiteY89" fmla="*/ 95436 h 536619"/>
                  <a:gd name="connsiteX90" fmla="*/ 107661 w 451274"/>
                  <a:gd name="connsiteY90" fmla="*/ 98901 h 536619"/>
                  <a:gd name="connsiteX91" fmla="*/ 111565 w 451274"/>
                  <a:gd name="connsiteY91" fmla="*/ 100852 h 536619"/>
                  <a:gd name="connsiteX92" fmla="*/ 113752 w 451274"/>
                  <a:gd name="connsiteY92" fmla="*/ 104989 h 536619"/>
                  <a:gd name="connsiteX93" fmla="*/ 113551 w 451274"/>
                  <a:gd name="connsiteY93" fmla="*/ 110843 h 536619"/>
                  <a:gd name="connsiteX94" fmla="*/ 115940 w 451274"/>
                  <a:gd name="connsiteY94" fmla="*/ 114745 h 536619"/>
                  <a:gd name="connsiteX95" fmla="*/ 119204 w 451274"/>
                  <a:gd name="connsiteY95" fmla="*/ 115821 h 536619"/>
                  <a:gd name="connsiteX96" fmla="*/ 121594 w 451274"/>
                  <a:gd name="connsiteY96" fmla="*/ 120834 h 536619"/>
                  <a:gd name="connsiteX97" fmla="*/ 121594 w 451274"/>
                  <a:gd name="connsiteY97" fmla="*/ 124971 h 536619"/>
                  <a:gd name="connsiteX98" fmla="*/ 118666 w 451274"/>
                  <a:gd name="connsiteY98" fmla="*/ 129748 h 536619"/>
                  <a:gd name="connsiteX99" fmla="*/ 114627 w 451274"/>
                  <a:gd name="connsiteY99" fmla="*/ 133650 h 536619"/>
                  <a:gd name="connsiteX100" fmla="*/ 112238 w 451274"/>
                  <a:gd name="connsiteY100" fmla="*/ 139302 h 536619"/>
                  <a:gd name="connsiteX101" fmla="*/ 109646 w 451274"/>
                  <a:gd name="connsiteY101" fmla="*/ 144516 h 536619"/>
                  <a:gd name="connsiteX102" fmla="*/ 106820 w 451274"/>
                  <a:gd name="connsiteY102" fmla="*/ 146904 h 536619"/>
                  <a:gd name="connsiteX103" fmla="*/ 100526 w 451274"/>
                  <a:gd name="connsiteY103" fmla="*/ 153430 h 536619"/>
                  <a:gd name="connsiteX104" fmla="*/ 93997 w 451274"/>
                  <a:gd name="connsiteY104" fmla="*/ 154069 h 536619"/>
                  <a:gd name="connsiteX105" fmla="*/ 84877 w 451274"/>
                  <a:gd name="connsiteY105" fmla="*/ 155146 h 536619"/>
                  <a:gd name="connsiteX106" fmla="*/ 73804 w 451274"/>
                  <a:gd name="connsiteY106" fmla="*/ 162749 h 536619"/>
                  <a:gd name="connsiteX107" fmla="*/ 69463 w 451274"/>
                  <a:gd name="connsiteY107" fmla="*/ 168165 h 536619"/>
                  <a:gd name="connsiteX108" fmla="*/ 64684 w 451274"/>
                  <a:gd name="connsiteY108" fmla="*/ 172504 h 536619"/>
                  <a:gd name="connsiteX109" fmla="*/ 60780 w 451274"/>
                  <a:gd name="connsiteY109" fmla="*/ 180544 h 536619"/>
                  <a:gd name="connsiteX110" fmla="*/ 58593 w 451274"/>
                  <a:gd name="connsiteY110" fmla="*/ 183370 h 536619"/>
                  <a:gd name="connsiteX111" fmla="*/ 54689 w 451274"/>
                  <a:gd name="connsiteY111" fmla="*/ 185556 h 536619"/>
                  <a:gd name="connsiteX112" fmla="*/ 55126 w 451274"/>
                  <a:gd name="connsiteY112" fmla="*/ 191847 h 536619"/>
                  <a:gd name="connsiteX113" fmla="*/ 59703 w 451274"/>
                  <a:gd name="connsiteY113" fmla="*/ 195547 h 536619"/>
                  <a:gd name="connsiteX114" fmla="*/ 63170 w 451274"/>
                  <a:gd name="connsiteY114" fmla="*/ 203150 h 536619"/>
                  <a:gd name="connsiteX115" fmla="*/ 67747 w 451274"/>
                  <a:gd name="connsiteY115" fmla="*/ 209003 h 536619"/>
                  <a:gd name="connsiteX116" fmla="*/ 72088 w 451274"/>
                  <a:gd name="connsiteY116" fmla="*/ 215092 h 536619"/>
                  <a:gd name="connsiteX117" fmla="*/ 72728 w 451274"/>
                  <a:gd name="connsiteY117" fmla="*/ 220945 h 536619"/>
                  <a:gd name="connsiteX118" fmla="*/ 69699 w 451274"/>
                  <a:gd name="connsiteY118" fmla="*/ 225924 h 536619"/>
                  <a:gd name="connsiteX119" fmla="*/ 63843 w 451274"/>
                  <a:gd name="connsiteY119" fmla="*/ 228951 h 536619"/>
                  <a:gd name="connsiteX120" fmla="*/ 60578 w 451274"/>
                  <a:gd name="connsiteY120" fmla="*/ 231777 h 536619"/>
                  <a:gd name="connsiteX121" fmla="*/ 53410 w 451274"/>
                  <a:gd name="connsiteY121" fmla="*/ 236117 h 536619"/>
                  <a:gd name="connsiteX122" fmla="*/ 49708 w 451274"/>
                  <a:gd name="connsiteY122" fmla="*/ 241331 h 536619"/>
                  <a:gd name="connsiteX123" fmla="*/ 46881 w 451274"/>
                  <a:gd name="connsiteY123" fmla="*/ 247621 h 536619"/>
                  <a:gd name="connsiteX124" fmla="*/ 46881 w 451274"/>
                  <a:gd name="connsiteY124" fmla="*/ 250884 h 536619"/>
                  <a:gd name="connsiteX125" fmla="*/ 49506 w 451274"/>
                  <a:gd name="connsiteY125" fmla="*/ 255459 h 536619"/>
                  <a:gd name="connsiteX126" fmla="*/ 54722 w 451274"/>
                  <a:gd name="connsiteY126" fmla="*/ 255459 h 536619"/>
                  <a:gd name="connsiteX127" fmla="*/ 60376 w 451274"/>
                  <a:gd name="connsiteY127" fmla="*/ 255459 h 536619"/>
                  <a:gd name="connsiteX128" fmla="*/ 63203 w 451274"/>
                  <a:gd name="connsiteY128" fmla="*/ 257511 h 536619"/>
                  <a:gd name="connsiteX129" fmla="*/ 61891 w 451274"/>
                  <a:gd name="connsiteY129" fmla="*/ 261548 h 536619"/>
                  <a:gd name="connsiteX130" fmla="*/ 57112 w 451274"/>
                  <a:gd name="connsiteY130" fmla="*/ 264374 h 536619"/>
                  <a:gd name="connsiteX131" fmla="*/ 54958 w 451274"/>
                  <a:gd name="connsiteY131" fmla="*/ 265888 h 536619"/>
                  <a:gd name="connsiteX132" fmla="*/ 53006 w 451274"/>
                  <a:gd name="connsiteY132" fmla="*/ 268713 h 536619"/>
                  <a:gd name="connsiteX133" fmla="*/ 50179 w 451274"/>
                  <a:gd name="connsiteY133" fmla="*/ 274163 h 536619"/>
                  <a:gd name="connsiteX134" fmla="*/ 47352 w 451274"/>
                  <a:gd name="connsiteY134" fmla="*/ 279579 h 536619"/>
                  <a:gd name="connsiteX135" fmla="*/ 42775 w 451274"/>
                  <a:gd name="connsiteY135" fmla="*/ 282842 h 536619"/>
                  <a:gd name="connsiteX136" fmla="*/ 36044 w 451274"/>
                  <a:gd name="connsiteY136" fmla="*/ 287182 h 536619"/>
                  <a:gd name="connsiteX137" fmla="*/ 32342 w 451274"/>
                  <a:gd name="connsiteY137" fmla="*/ 288056 h 536619"/>
                  <a:gd name="connsiteX138" fmla="*/ 28203 w 451274"/>
                  <a:gd name="connsiteY138" fmla="*/ 291084 h 536619"/>
                  <a:gd name="connsiteX139" fmla="*/ 26049 w 451274"/>
                  <a:gd name="connsiteY139" fmla="*/ 296096 h 536619"/>
                  <a:gd name="connsiteX140" fmla="*/ 27361 w 451274"/>
                  <a:gd name="connsiteY140" fmla="*/ 301310 h 536619"/>
                  <a:gd name="connsiteX141" fmla="*/ 23895 w 451274"/>
                  <a:gd name="connsiteY141" fmla="*/ 310427 h 536619"/>
                  <a:gd name="connsiteX142" fmla="*/ 18241 w 451274"/>
                  <a:gd name="connsiteY142" fmla="*/ 313690 h 536619"/>
                  <a:gd name="connsiteX143" fmla="*/ 18443 w 451274"/>
                  <a:gd name="connsiteY143" fmla="*/ 320216 h 536619"/>
                  <a:gd name="connsiteX144" fmla="*/ 20193 w 451274"/>
                  <a:gd name="connsiteY144" fmla="*/ 325665 h 536619"/>
                  <a:gd name="connsiteX145" fmla="*/ 18039 w 451274"/>
                  <a:gd name="connsiteY145" fmla="*/ 331519 h 536619"/>
                  <a:gd name="connsiteX146" fmla="*/ 16928 w 451274"/>
                  <a:gd name="connsiteY146" fmla="*/ 342149 h 536619"/>
                  <a:gd name="connsiteX147" fmla="*/ 13899 w 451274"/>
                  <a:gd name="connsiteY147" fmla="*/ 354091 h 536619"/>
                  <a:gd name="connsiteX148" fmla="*/ 10635 w 451274"/>
                  <a:gd name="connsiteY148" fmla="*/ 361693 h 536619"/>
                  <a:gd name="connsiteX149" fmla="*/ 0 w 451274"/>
                  <a:gd name="connsiteY149" fmla="*/ 369296 h 536619"/>
                  <a:gd name="connsiteX150" fmla="*/ 0 w 451274"/>
                  <a:gd name="connsiteY150" fmla="*/ 376899 h 536619"/>
                  <a:gd name="connsiteX151" fmla="*/ 6966 w 451274"/>
                  <a:gd name="connsiteY151" fmla="*/ 383189 h 536619"/>
                  <a:gd name="connsiteX152" fmla="*/ 6966 w 451274"/>
                  <a:gd name="connsiteY152" fmla="*/ 390590 h 536619"/>
                  <a:gd name="connsiteX153" fmla="*/ 8919 w 451274"/>
                  <a:gd name="connsiteY153" fmla="*/ 400783 h 536619"/>
                  <a:gd name="connsiteX154" fmla="*/ 20664 w 451274"/>
                  <a:gd name="connsiteY154" fmla="*/ 407746 h 536619"/>
                  <a:gd name="connsiteX155" fmla="*/ 31736 w 451274"/>
                  <a:gd name="connsiteY155" fmla="*/ 412523 h 536619"/>
                  <a:gd name="connsiteX156" fmla="*/ 40015 w 451274"/>
                  <a:gd name="connsiteY156" fmla="*/ 412960 h 536619"/>
                  <a:gd name="connsiteX157" fmla="*/ 45905 w 451274"/>
                  <a:gd name="connsiteY157" fmla="*/ 410135 h 536619"/>
                  <a:gd name="connsiteX158" fmla="*/ 53073 w 451274"/>
                  <a:gd name="connsiteY158" fmla="*/ 408183 h 536619"/>
                  <a:gd name="connsiteX159" fmla="*/ 61319 w 451274"/>
                  <a:gd name="connsiteY159" fmla="*/ 410370 h 536619"/>
                  <a:gd name="connsiteX160" fmla="*/ 61319 w 451274"/>
                  <a:gd name="connsiteY160" fmla="*/ 413835 h 536619"/>
                  <a:gd name="connsiteX161" fmla="*/ 65660 w 451274"/>
                  <a:gd name="connsiteY161" fmla="*/ 418612 h 536619"/>
                  <a:gd name="connsiteX162" fmla="*/ 68925 w 451274"/>
                  <a:gd name="connsiteY162" fmla="*/ 424028 h 536619"/>
                  <a:gd name="connsiteX163" fmla="*/ 75218 w 451274"/>
                  <a:gd name="connsiteY163" fmla="*/ 428805 h 536619"/>
                  <a:gd name="connsiteX164" fmla="*/ 78920 w 451274"/>
                  <a:gd name="connsiteY164" fmla="*/ 431832 h 536619"/>
                  <a:gd name="connsiteX165" fmla="*/ 85213 w 451274"/>
                  <a:gd name="connsiteY165" fmla="*/ 428805 h 536619"/>
                  <a:gd name="connsiteX166" fmla="*/ 90228 w 451274"/>
                  <a:gd name="connsiteY166" fmla="*/ 424465 h 536619"/>
                  <a:gd name="connsiteX167" fmla="*/ 95882 w 451274"/>
                  <a:gd name="connsiteY167" fmla="*/ 420125 h 536619"/>
                  <a:gd name="connsiteX168" fmla="*/ 99146 w 451274"/>
                  <a:gd name="connsiteY168" fmla="*/ 416223 h 536619"/>
                  <a:gd name="connsiteX169" fmla="*/ 103925 w 451274"/>
                  <a:gd name="connsiteY169" fmla="*/ 418612 h 536619"/>
                  <a:gd name="connsiteX170" fmla="*/ 104363 w 451274"/>
                  <a:gd name="connsiteY170" fmla="*/ 421437 h 536619"/>
                  <a:gd name="connsiteX171" fmla="*/ 104363 w 451274"/>
                  <a:gd name="connsiteY171" fmla="*/ 426652 h 536619"/>
                  <a:gd name="connsiteX172" fmla="*/ 99146 w 451274"/>
                  <a:gd name="connsiteY172" fmla="*/ 431866 h 536619"/>
                  <a:gd name="connsiteX173" fmla="*/ 99146 w 451274"/>
                  <a:gd name="connsiteY173" fmla="*/ 440343 h 536619"/>
                  <a:gd name="connsiteX174" fmla="*/ 106113 w 451274"/>
                  <a:gd name="connsiteY174" fmla="*/ 445557 h 536619"/>
                  <a:gd name="connsiteX175" fmla="*/ 111969 w 451274"/>
                  <a:gd name="connsiteY175" fmla="*/ 454236 h 536619"/>
                  <a:gd name="connsiteX176" fmla="*/ 115872 w 451274"/>
                  <a:gd name="connsiteY176" fmla="*/ 462478 h 536619"/>
                  <a:gd name="connsiteX177" fmla="*/ 117825 w 451274"/>
                  <a:gd name="connsiteY177" fmla="*/ 466178 h 536619"/>
                  <a:gd name="connsiteX178" fmla="*/ 121728 w 451274"/>
                  <a:gd name="connsiteY178" fmla="*/ 470955 h 536619"/>
                  <a:gd name="connsiteX179" fmla="*/ 123478 w 451274"/>
                  <a:gd name="connsiteY179" fmla="*/ 478793 h 536619"/>
                  <a:gd name="connsiteX180" fmla="*/ 123478 w 451274"/>
                  <a:gd name="connsiteY180" fmla="*/ 484007 h 536619"/>
                  <a:gd name="connsiteX181" fmla="*/ 123478 w 451274"/>
                  <a:gd name="connsiteY181" fmla="*/ 489659 h 536619"/>
                  <a:gd name="connsiteX182" fmla="*/ 126406 w 451274"/>
                  <a:gd name="connsiteY182" fmla="*/ 497699 h 536619"/>
                  <a:gd name="connsiteX183" fmla="*/ 126070 w 451274"/>
                  <a:gd name="connsiteY183" fmla="*/ 502711 h 536619"/>
                  <a:gd name="connsiteX184" fmla="*/ 128695 w 451274"/>
                  <a:gd name="connsiteY184" fmla="*/ 509002 h 536619"/>
                  <a:gd name="connsiteX185" fmla="*/ 130209 w 451274"/>
                  <a:gd name="connsiteY185" fmla="*/ 516604 h 536619"/>
                  <a:gd name="connsiteX186" fmla="*/ 132801 w 451274"/>
                  <a:gd name="connsiteY186" fmla="*/ 524442 h 536619"/>
                  <a:gd name="connsiteX187" fmla="*/ 136940 w 451274"/>
                  <a:gd name="connsiteY187" fmla="*/ 529656 h 536619"/>
                  <a:gd name="connsiteX188" fmla="*/ 144546 w 451274"/>
                  <a:gd name="connsiteY188" fmla="*/ 536620 h 536619"/>
                  <a:gd name="connsiteX189" fmla="*/ 148686 w 451274"/>
                  <a:gd name="connsiteY189" fmla="*/ 535543 h 536619"/>
                  <a:gd name="connsiteX190" fmla="*/ 153700 w 451274"/>
                  <a:gd name="connsiteY190" fmla="*/ 532516 h 536619"/>
                  <a:gd name="connsiteX191" fmla="*/ 154777 w 451274"/>
                  <a:gd name="connsiteY191" fmla="*/ 531002 h 536619"/>
                  <a:gd name="connsiteX192" fmla="*/ 154777 w 451274"/>
                  <a:gd name="connsiteY192" fmla="*/ 527537 h 536619"/>
                  <a:gd name="connsiteX193" fmla="*/ 154777 w 451274"/>
                  <a:gd name="connsiteY193" fmla="*/ 521448 h 536619"/>
                  <a:gd name="connsiteX194" fmla="*/ 156191 w 451274"/>
                  <a:gd name="connsiteY194" fmla="*/ 516671 h 536619"/>
                  <a:gd name="connsiteX195" fmla="*/ 158244 w 451274"/>
                  <a:gd name="connsiteY195" fmla="*/ 519261 h 536619"/>
                  <a:gd name="connsiteX196" fmla="*/ 166927 w 451274"/>
                  <a:gd name="connsiteY196" fmla="*/ 518824 h 536619"/>
                  <a:gd name="connsiteX197" fmla="*/ 170393 w 451274"/>
                  <a:gd name="connsiteY197" fmla="*/ 517075 h 536619"/>
                  <a:gd name="connsiteX198" fmla="*/ 177562 w 451274"/>
                  <a:gd name="connsiteY198" fmla="*/ 513374 h 536619"/>
                  <a:gd name="connsiteX199" fmla="*/ 177763 w 451274"/>
                  <a:gd name="connsiteY199" fmla="*/ 509909 h 536619"/>
                  <a:gd name="connsiteX200" fmla="*/ 175374 w 451274"/>
                  <a:gd name="connsiteY200" fmla="*/ 507084 h 536619"/>
                  <a:gd name="connsiteX201" fmla="*/ 174061 w 451274"/>
                  <a:gd name="connsiteY201" fmla="*/ 503821 h 536619"/>
                  <a:gd name="connsiteX202" fmla="*/ 169047 w 451274"/>
                  <a:gd name="connsiteY202" fmla="*/ 501231 h 536619"/>
                  <a:gd name="connsiteX203" fmla="*/ 178167 w 451274"/>
                  <a:gd name="connsiteY203" fmla="*/ 500154 h 536619"/>
                  <a:gd name="connsiteX204" fmla="*/ 182509 w 451274"/>
                  <a:gd name="connsiteY204" fmla="*/ 501466 h 536619"/>
                  <a:gd name="connsiteX205" fmla="*/ 187725 w 451274"/>
                  <a:gd name="connsiteY205" fmla="*/ 504931 h 536619"/>
                  <a:gd name="connsiteX206" fmla="*/ 187725 w 451274"/>
                  <a:gd name="connsiteY206" fmla="*/ 513610 h 536619"/>
                  <a:gd name="connsiteX207" fmla="*/ 187725 w 451274"/>
                  <a:gd name="connsiteY207" fmla="*/ 518387 h 536619"/>
                  <a:gd name="connsiteX208" fmla="*/ 188600 w 451274"/>
                  <a:gd name="connsiteY208" fmla="*/ 521414 h 536619"/>
                  <a:gd name="connsiteX209" fmla="*/ 192740 w 451274"/>
                  <a:gd name="connsiteY209" fmla="*/ 521414 h 536619"/>
                  <a:gd name="connsiteX210" fmla="*/ 194692 w 451274"/>
                  <a:gd name="connsiteY210" fmla="*/ 517075 h 536619"/>
                  <a:gd name="connsiteX211" fmla="*/ 194692 w 451274"/>
                  <a:gd name="connsiteY211" fmla="*/ 513610 h 536619"/>
                  <a:gd name="connsiteX212" fmla="*/ 196004 w 451274"/>
                  <a:gd name="connsiteY212" fmla="*/ 509473 h 536619"/>
                  <a:gd name="connsiteX213" fmla="*/ 194692 w 451274"/>
                  <a:gd name="connsiteY213" fmla="*/ 506646 h 536619"/>
                  <a:gd name="connsiteX214" fmla="*/ 194692 w 451274"/>
                  <a:gd name="connsiteY214" fmla="*/ 503384 h 536619"/>
                  <a:gd name="connsiteX215" fmla="*/ 194692 w 451274"/>
                  <a:gd name="connsiteY215" fmla="*/ 494906 h 536619"/>
                  <a:gd name="connsiteX216" fmla="*/ 196879 w 451274"/>
                  <a:gd name="connsiteY216" fmla="*/ 491441 h 536619"/>
                  <a:gd name="connsiteX217" fmla="*/ 199908 w 451274"/>
                  <a:gd name="connsiteY217" fmla="*/ 486227 h 536619"/>
                  <a:gd name="connsiteX218" fmla="*/ 203374 w 451274"/>
                  <a:gd name="connsiteY218" fmla="*/ 486025 h 536619"/>
                  <a:gd name="connsiteX219" fmla="*/ 203374 w 451274"/>
                  <a:gd name="connsiteY219" fmla="*/ 488414 h 536619"/>
                  <a:gd name="connsiteX220" fmla="*/ 202836 w 451274"/>
                  <a:gd name="connsiteY220" fmla="*/ 494065 h 536619"/>
                  <a:gd name="connsiteX221" fmla="*/ 202062 w 451274"/>
                  <a:gd name="connsiteY221" fmla="*/ 500154 h 536619"/>
                  <a:gd name="connsiteX222" fmla="*/ 204687 w 451274"/>
                  <a:gd name="connsiteY222" fmla="*/ 502778 h 536619"/>
                  <a:gd name="connsiteX223" fmla="*/ 208154 w 451274"/>
                  <a:gd name="connsiteY223" fmla="*/ 498640 h 536619"/>
                  <a:gd name="connsiteX224" fmla="*/ 214447 w 451274"/>
                  <a:gd name="connsiteY224" fmla="*/ 492989 h 536619"/>
                  <a:gd name="connsiteX225" fmla="*/ 217274 w 451274"/>
                  <a:gd name="connsiteY225" fmla="*/ 487775 h 536619"/>
                  <a:gd name="connsiteX226" fmla="*/ 217274 w 451274"/>
                  <a:gd name="connsiteY226" fmla="*/ 481047 h 536619"/>
                  <a:gd name="connsiteX227" fmla="*/ 218250 w 451274"/>
                  <a:gd name="connsiteY227" fmla="*/ 474958 h 536619"/>
                  <a:gd name="connsiteX228" fmla="*/ 217038 w 451274"/>
                  <a:gd name="connsiteY228" fmla="*/ 472368 h 536619"/>
                  <a:gd name="connsiteX229" fmla="*/ 222894 w 451274"/>
                  <a:gd name="connsiteY229" fmla="*/ 471056 h 536619"/>
                  <a:gd name="connsiteX230" fmla="*/ 231173 w 451274"/>
                  <a:gd name="connsiteY230" fmla="*/ 471056 h 536619"/>
                  <a:gd name="connsiteX231" fmla="*/ 235750 w 451274"/>
                  <a:gd name="connsiteY231" fmla="*/ 467355 h 536619"/>
                  <a:gd name="connsiteX232" fmla="*/ 237500 w 451274"/>
                  <a:gd name="connsiteY232" fmla="*/ 463218 h 536619"/>
                  <a:gd name="connsiteX233" fmla="*/ 238375 w 451274"/>
                  <a:gd name="connsiteY233" fmla="*/ 457566 h 536619"/>
                  <a:gd name="connsiteX234" fmla="*/ 237298 w 451274"/>
                  <a:gd name="connsiteY234" fmla="*/ 453866 h 536619"/>
                  <a:gd name="connsiteX235" fmla="*/ 233597 w 451274"/>
                  <a:gd name="connsiteY235" fmla="*/ 453866 h 536619"/>
                  <a:gd name="connsiteX236" fmla="*/ 233394 w 451274"/>
                  <a:gd name="connsiteY236" fmla="*/ 449728 h 536619"/>
                  <a:gd name="connsiteX237" fmla="*/ 229255 w 451274"/>
                  <a:gd name="connsiteY237" fmla="*/ 446028 h 536619"/>
                  <a:gd name="connsiteX238" fmla="*/ 229693 w 451274"/>
                  <a:gd name="connsiteY238" fmla="*/ 441890 h 536619"/>
                  <a:gd name="connsiteX239" fmla="*/ 230130 w 451274"/>
                  <a:gd name="connsiteY239" fmla="*/ 438863 h 536619"/>
                  <a:gd name="connsiteX240" fmla="*/ 228817 w 451274"/>
                  <a:gd name="connsiteY240" fmla="*/ 435600 h 536619"/>
                  <a:gd name="connsiteX241" fmla="*/ 226866 w 451274"/>
                  <a:gd name="connsiteY241" fmla="*/ 432337 h 536619"/>
                  <a:gd name="connsiteX242" fmla="*/ 222962 w 451274"/>
                  <a:gd name="connsiteY242" fmla="*/ 427123 h 536619"/>
                  <a:gd name="connsiteX243" fmla="*/ 226462 w 451274"/>
                  <a:gd name="connsiteY243" fmla="*/ 424532 h 536619"/>
                  <a:gd name="connsiteX244" fmla="*/ 230164 w 451274"/>
                  <a:gd name="connsiteY244" fmla="*/ 423658 h 536619"/>
                  <a:gd name="connsiteX245" fmla="*/ 234303 w 451274"/>
                  <a:gd name="connsiteY245" fmla="*/ 423859 h 536619"/>
                  <a:gd name="connsiteX246" fmla="*/ 235380 w 451274"/>
                  <a:gd name="connsiteY246" fmla="*/ 428434 h 536619"/>
                  <a:gd name="connsiteX247" fmla="*/ 235380 w 451274"/>
                  <a:gd name="connsiteY247" fmla="*/ 435162 h 536619"/>
                  <a:gd name="connsiteX248" fmla="*/ 237332 w 451274"/>
                  <a:gd name="connsiteY248" fmla="*/ 439939 h 536619"/>
                  <a:gd name="connsiteX249" fmla="*/ 240798 w 451274"/>
                  <a:gd name="connsiteY249" fmla="*/ 439939 h 536619"/>
                  <a:gd name="connsiteX250" fmla="*/ 247529 w 451274"/>
                  <a:gd name="connsiteY250" fmla="*/ 438964 h 536619"/>
                  <a:gd name="connsiteX251" fmla="*/ 248169 w 451274"/>
                  <a:gd name="connsiteY251" fmla="*/ 435600 h 536619"/>
                  <a:gd name="connsiteX252" fmla="*/ 244702 w 451274"/>
                  <a:gd name="connsiteY252" fmla="*/ 429511 h 536619"/>
                  <a:gd name="connsiteX253" fmla="*/ 241875 w 451274"/>
                  <a:gd name="connsiteY253" fmla="*/ 425609 h 536619"/>
                  <a:gd name="connsiteX254" fmla="*/ 239924 w 451274"/>
                  <a:gd name="connsiteY254" fmla="*/ 419318 h 536619"/>
                  <a:gd name="connsiteX255" fmla="*/ 237971 w 451274"/>
                  <a:gd name="connsiteY255" fmla="*/ 413028 h 536619"/>
                  <a:gd name="connsiteX256" fmla="*/ 242313 w 451274"/>
                  <a:gd name="connsiteY256" fmla="*/ 417165 h 536619"/>
                  <a:gd name="connsiteX257" fmla="*/ 249919 w 451274"/>
                  <a:gd name="connsiteY257" fmla="*/ 424330 h 536619"/>
                  <a:gd name="connsiteX258" fmla="*/ 255371 w 451274"/>
                  <a:gd name="connsiteY258" fmla="*/ 423691 h 536619"/>
                  <a:gd name="connsiteX259" fmla="*/ 260587 w 451274"/>
                  <a:gd name="connsiteY259" fmla="*/ 420865 h 536619"/>
                  <a:gd name="connsiteX260" fmla="*/ 268833 w 451274"/>
                  <a:gd name="connsiteY260" fmla="*/ 420865 h 536619"/>
                  <a:gd name="connsiteX261" fmla="*/ 271222 w 451274"/>
                  <a:gd name="connsiteY261" fmla="*/ 421942 h 536619"/>
                  <a:gd name="connsiteX262" fmla="*/ 279266 w 451274"/>
                  <a:gd name="connsiteY262" fmla="*/ 425642 h 536619"/>
                  <a:gd name="connsiteX263" fmla="*/ 285794 w 451274"/>
                  <a:gd name="connsiteY263" fmla="*/ 427593 h 536619"/>
                  <a:gd name="connsiteX264" fmla="*/ 293199 w 451274"/>
                  <a:gd name="connsiteY264" fmla="*/ 425205 h 536619"/>
                  <a:gd name="connsiteX265" fmla="*/ 293838 w 451274"/>
                  <a:gd name="connsiteY265" fmla="*/ 419789 h 536619"/>
                  <a:gd name="connsiteX266" fmla="*/ 294915 w 451274"/>
                  <a:gd name="connsiteY266" fmla="*/ 413700 h 536619"/>
                  <a:gd name="connsiteX267" fmla="*/ 299492 w 451274"/>
                  <a:gd name="connsiteY267" fmla="*/ 408923 h 536619"/>
                  <a:gd name="connsiteX268" fmla="*/ 302756 w 451274"/>
                  <a:gd name="connsiteY268" fmla="*/ 407847 h 536619"/>
                  <a:gd name="connsiteX269" fmla="*/ 305583 w 451274"/>
                  <a:gd name="connsiteY269" fmla="*/ 405021 h 536619"/>
                  <a:gd name="connsiteX270" fmla="*/ 306223 w 451274"/>
                  <a:gd name="connsiteY270" fmla="*/ 400446 h 536619"/>
                  <a:gd name="connsiteX271" fmla="*/ 303194 w 451274"/>
                  <a:gd name="connsiteY271" fmla="*/ 396746 h 536619"/>
                  <a:gd name="connsiteX272" fmla="*/ 294511 w 451274"/>
                  <a:gd name="connsiteY272" fmla="*/ 395669 h 536619"/>
                  <a:gd name="connsiteX273" fmla="*/ 292122 w 451274"/>
                  <a:gd name="connsiteY273" fmla="*/ 392205 h 536619"/>
                  <a:gd name="connsiteX274" fmla="*/ 292122 w 451274"/>
                  <a:gd name="connsiteY274" fmla="*/ 389614 h 536619"/>
                  <a:gd name="connsiteX275" fmla="*/ 299963 w 451274"/>
                  <a:gd name="connsiteY275" fmla="*/ 389614 h 536619"/>
                  <a:gd name="connsiteX276" fmla="*/ 305180 w 451274"/>
                  <a:gd name="connsiteY276" fmla="*/ 389614 h 536619"/>
                  <a:gd name="connsiteX277" fmla="*/ 310396 w 451274"/>
                  <a:gd name="connsiteY277" fmla="*/ 386150 h 536619"/>
                  <a:gd name="connsiteX278" fmla="*/ 322579 w 451274"/>
                  <a:gd name="connsiteY278" fmla="*/ 386150 h 536619"/>
                  <a:gd name="connsiteX279" fmla="*/ 327594 w 451274"/>
                  <a:gd name="connsiteY279" fmla="*/ 386150 h 536619"/>
                  <a:gd name="connsiteX280" fmla="*/ 330623 w 451274"/>
                  <a:gd name="connsiteY280" fmla="*/ 381810 h 536619"/>
                  <a:gd name="connsiteX281" fmla="*/ 331296 w 451274"/>
                  <a:gd name="connsiteY281" fmla="*/ 372256 h 536619"/>
                  <a:gd name="connsiteX282" fmla="*/ 326719 w 451274"/>
                  <a:gd name="connsiteY282" fmla="*/ 367244 h 536619"/>
                  <a:gd name="connsiteX283" fmla="*/ 322579 w 451274"/>
                  <a:gd name="connsiteY283" fmla="*/ 365293 h 536619"/>
                  <a:gd name="connsiteX284" fmla="*/ 316488 w 451274"/>
                  <a:gd name="connsiteY284" fmla="*/ 365293 h 536619"/>
                  <a:gd name="connsiteX285" fmla="*/ 316488 w 451274"/>
                  <a:gd name="connsiteY285" fmla="*/ 360079 h 536619"/>
                  <a:gd name="connsiteX286" fmla="*/ 318541 w 451274"/>
                  <a:gd name="connsiteY286" fmla="*/ 355100 h 536619"/>
                  <a:gd name="connsiteX287" fmla="*/ 319954 w 451274"/>
                  <a:gd name="connsiteY287" fmla="*/ 350525 h 536619"/>
                  <a:gd name="connsiteX288" fmla="*/ 319954 w 451274"/>
                  <a:gd name="connsiteY288" fmla="*/ 345984 h 536619"/>
                  <a:gd name="connsiteX289" fmla="*/ 322680 w 451274"/>
                  <a:gd name="connsiteY289" fmla="*/ 343360 h 536619"/>
                  <a:gd name="connsiteX290" fmla="*/ 326921 w 451274"/>
                  <a:gd name="connsiteY290" fmla="*/ 343595 h 536619"/>
                  <a:gd name="connsiteX291" fmla="*/ 326921 w 451274"/>
                  <a:gd name="connsiteY291" fmla="*/ 348809 h 536619"/>
                  <a:gd name="connsiteX292" fmla="*/ 326921 w 451274"/>
                  <a:gd name="connsiteY292" fmla="*/ 354259 h 536619"/>
                  <a:gd name="connsiteX293" fmla="*/ 331599 w 451274"/>
                  <a:gd name="connsiteY293" fmla="*/ 358599 h 536619"/>
                  <a:gd name="connsiteX294" fmla="*/ 337151 w 451274"/>
                  <a:gd name="connsiteY294" fmla="*/ 357085 h 536619"/>
                  <a:gd name="connsiteX295" fmla="*/ 338901 w 451274"/>
                  <a:gd name="connsiteY295" fmla="*/ 355571 h 536619"/>
                  <a:gd name="connsiteX296" fmla="*/ 338700 w 451274"/>
                  <a:gd name="connsiteY296" fmla="*/ 347531 h 536619"/>
                  <a:gd name="connsiteX297" fmla="*/ 339575 w 451274"/>
                  <a:gd name="connsiteY297" fmla="*/ 344268 h 536619"/>
                  <a:gd name="connsiteX298" fmla="*/ 342200 w 451274"/>
                  <a:gd name="connsiteY298" fmla="*/ 342317 h 536619"/>
                  <a:gd name="connsiteX299" fmla="*/ 346541 w 451274"/>
                  <a:gd name="connsiteY299" fmla="*/ 344705 h 536619"/>
                  <a:gd name="connsiteX300" fmla="*/ 350681 w 451274"/>
                  <a:gd name="connsiteY300" fmla="*/ 347531 h 536619"/>
                  <a:gd name="connsiteX301" fmla="*/ 354585 w 451274"/>
                  <a:gd name="connsiteY301" fmla="*/ 346455 h 536619"/>
                  <a:gd name="connsiteX302" fmla="*/ 357849 w 451274"/>
                  <a:gd name="connsiteY302" fmla="*/ 341240 h 536619"/>
                  <a:gd name="connsiteX303" fmla="*/ 359801 w 451274"/>
                  <a:gd name="connsiteY303" fmla="*/ 337776 h 536619"/>
                  <a:gd name="connsiteX304" fmla="*/ 357412 w 451274"/>
                  <a:gd name="connsiteY304" fmla="*/ 332360 h 536619"/>
                  <a:gd name="connsiteX305" fmla="*/ 347181 w 451274"/>
                  <a:gd name="connsiteY305" fmla="*/ 332360 h 536619"/>
                  <a:gd name="connsiteX306" fmla="*/ 339575 w 451274"/>
                  <a:gd name="connsiteY306" fmla="*/ 326069 h 536619"/>
                  <a:gd name="connsiteX307" fmla="*/ 337185 w 451274"/>
                  <a:gd name="connsiteY307" fmla="*/ 320855 h 536619"/>
                  <a:gd name="connsiteX308" fmla="*/ 338262 w 451274"/>
                  <a:gd name="connsiteY308" fmla="*/ 316717 h 536619"/>
                  <a:gd name="connsiteX309" fmla="*/ 342839 w 451274"/>
                  <a:gd name="connsiteY309" fmla="*/ 316717 h 536619"/>
                  <a:gd name="connsiteX310" fmla="*/ 348291 w 451274"/>
                  <a:gd name="connsiteY310" fmla="*/ 318904 h 536619"/>
                  <a:gd name="connsiteX311" fmla="*/ 353710 w 451274"/>
                  <a:gd name="connsiteY311" fmla="*/ 321292 h 536619"/>
                  <a:gd name="connsiteX312" fmla="*/ 356536 w 451274"/>
                  <a:gd name="connsiteY312" fmla="*/ 321057 h 536619"/>
                  <a:gd name="connsiteX313" fmla="*/ 356536 w 451274"/>
                  <a:gd name="connsiteY313" fmla="*/ 311503 h 536619"/>
                  <a:gd name="connsiteX314" fmla="*/ 361113 w 451274"/>
                  <a:gd name="connsiteY314" fmla="*/ 303026 h 536619"/>
                  <a:gd name="connsiteX315" fmla="*/ 364378 w 451274"/>
                  <a:gd name="connsiteY315" fmla="*/ 305650 h 536619"/>
                  <a:gd name="connsiteX316" fmla="*/ 368282 w 451274"/>
                  <a:gd name="connsiteY316" fmla="*/ 309787 h 536619"/>
                  <a:gd name="connsiteX317" fmla="*/ 371984 w 451274"/>
                  <a:gd name="connsiteY317" fmla="*/ 315002 h 536619"/>
                  <a:gd name="connsiteX318" fmla="*/ 371547 w 451274"/>
                  <a:gd name="connsiteY318" fmla="*/ 320014 h 536619"/>
                  <a:gd name="connsiteX319" fmla="*/ 378278 w 451274"/>
                  <a:gd name="connsiteY319" fmla="*/ 327179 h 536619"/>
                  <a:gd name="connsiteX320" fmla="*/ 388071 w 451274"/>
                  <a:gd name="connsiteY320" fmla="*/ 327179 h 536619"/>
                  <a:gd name="connsiteX321" fmla="*/ 390662 w 451274"/>
                  <a:gd name="connsiteY321" fmla="*/ 324555 h 536619"/>
                  <a:gd name="connsiteX322" fmla="*/ 389350 w 451274"/>
                  <a:gd name="connsiteY322" fmla="*/ 318702 h 536619"/>
                  <a:gd name="connsiteX323" fmla="*/ 385884 w 451274"/>
                  <a:gd name="connsiteY323" fmla="*/ 308913 h 536619"/>
                  <a:gd name="connsiteX324" fmla="*/ 381542 w 451274"/>
                  <a:gd name="connsiteY324" fmla="*/ 304338 h 536619"/>
                  <a:gd name="connsiteX325" fmla="*/ 376527 w 451274"/>
                  <a:gd name="connsiteY325" fmla="*/ 297610 h 536619"/>
                  <a:gd name="connsiteX326" fmla="*/ 383898 w 451274"/>
                  <a:gd name="connsiteY326" fmla="*/ 297610 h 536619"/>
                  <a:gd name="connsiteX327" fmla="*/ 388475 w 451274"/>
                  <a:gd name="connsiteY327" fmla="*/ 295457 h 536619"/>
                  <a:gd name="connsiteX328" fmla="*/ 387600 w 451274"/>
                  <a:gd name="connsiteY328" fmla="*/ 289166 h 536619"/>
                  <a:gd name="connsiteX329" fmla="*/ 386725 w 451274"/>
                  <a:gd name="connsiteY329" fmla="*/ 283952 h 536619"/>
                  <a:gd name="connsiteX330" fmla="*/ 384335 w 451274"/>
                  <a:gd name="connsiteY330" fmla="*/ 275273 h 536619"/>
                  <a:gd name="connsiteX331" fmla="*/ 384537 w 451274"/>
                  <a:gd name="connsiteY331" fmla="*/ 268747 h 536619"/>
                  <a:gd name="connsiteX332" fmla="*/ 385177 w 451274"/>
                  <a:gd name="connsiteY332" fmla="*/ 266359 h 536619"/>
                  <a:gd name="connsiteX333" fmla="*/ 396249 w 451274"/>
                  <a:gd name="connsiteY333" fmla="*/ 266359 h 536619"/>
                  <a:gd name="connsiteX334" fmla="*/ 399749 w 451274"/>
                  <a:gd name="connsiteY334" fmla="*/ 262759 h 536619"/>
                  <a:gd name="connsiteX335" fmla="*/ 398672 w 451274"/>
                  <a:gd name="connsiteY335" fmla="*/ 257444 h 536619"/>
                  <a:gd name="connsiteX336" fmla="*/ 395206 w 451274"/>
                  <a:gd name="connsiteY336" fmla="*/ 251355 h 536619"/>
                  <a:gd name="connsiteX337" fmla="*/ 388677 w 451274"/>
                  <a:gd name="connsiteY337" fmla="*/ 248967 h 536619"/>
                  <a:gd name="connsiteX338" fmla="*/ 379994 w 451274"/>
                  <a:gd name="connsiteY338" fmla="*/ 248967 h 536619"/>
                  <a:gd name="connsiteX339" fmla="*/ 372826 w 451274"/>
                  <a:gd name="connsiteY339" fmla="*/ 248967 h 536619"/>
                  <a:gd name="connsiteX340" fmla="*/ 373902 w 451274"/>
                  <a:gd name="connsiteY340" fmla="*/ 245368 h 536619"/>
                  <a:gd name="connsiteX341" fmla="*/ 380869 w 451274"/>
                  <a:gd name="connsiteY341" fmla="*/ 238539 h 536619"/>
                  <a:gd name="connsiteX342" fmla="*/ 383696 w 451274"/>
                  <a:gd name="connsiteY342" fmla="*/ 234401 h 536619"/>
                  <a:gd name="connsiteX343" fmla="*/ 384571 w 451274"/>
                  <a:gd name="connsiteY343" fmla="*/ 225924 h 536619"/>
                  <a:gd name="connsiteX344" fmla="*/ 388273 w 451274"/>
                  <a:gd name="connsiteY344" fmla="*/ 220272 h 536619"/>
                  <a:gd name="connsiteX345" fmla="*/ 395441 w 451274"/>
                  <a:gd name="connsiteY345" fmla="*/ 218759 h 536619"/>
                  <a:gd name="connsiteX346" fmla="*/ 401095 w 451274"/>
                  <a:gd name="connsiteY346" fmla="*/ 216370 h 536619"/>
                  <a:gd name="connsiteX347" fmla="*/ 405639 w 451274"/>
                  <a:gd name="connsiteY347" fmla="*/ 216370 h 536619"/>
                  <a:gd name="connsiteX348" fmla="*/ 410417 w 451274"/>
                  <a:gd name="connsiteY348" fmla="*/ 213545 h 536619"/>
                  <a:gd name="connsiteX349" fmla="*/ 411730 w 451274"/>
                  <a:gd name="connsiteY349" fmla="*/ 207893 h 536619"/>
                  <a:gd name="connsiteX350" fmla="*/ 407591 w 451274"/>
                  <a:gd name="connsiteY350" fmla="*/ 203755 h 536619"/>
                  <a:gd name="connsiteX351" fmla="*/ 402811 w 451274"/>
                  <a:gd name="connsiteY351" fmla="*/ 202881 h 536619"/>
                  <a:gd name="connsiteX352" fmla="*/ 398033 w 451274"/>
                  <a:gd name="connsiteY352" fmla="*/ 204193 h 536619"/>
                  <a:gd name="connsiteX353" fmla="*/ 394768 w 451274"/>
                  <a:gd name="connsiteY353" fmla="*/ 207893 h 536619"/>
                  <a:gd name="connsiteX354" fmla="*/ 391706 w 451274"/>
                  <a:gd name="connsiteY354" fmla="*/ 211593 h 536619"/>
                  <a:gd name="connsiteX355" fmla="*/ 388677 w 451274"/>
                  <a:gd name="connsiteY355" fmla="*/ 213545 h 536619"/>
                  <a:gd name="connsiteX356" fmla="*/ 385782 w 451274"/>
                  <a:gd name="connsiteY356" fmla="*/ 211291 h 536619"/>
                  <a:gd name="connsiteX357" fmla="*/ 380869 w 451274"/>
                  <a:gd name="connsiteY357" fmla="*/ 208969 h 536619"/>
                  <a:gd name="connsiteX358" fmla="*/ 375652 w 451274"/>
                  <a:gd name="connsiteY358" fmla="*/ 204058 h 536619"/>
                  <a:gd name="connsiteX359" fmla="*/ 374777 w 451274"/>
                  <a:gd name="connsiteY359" fmla="*/ 200593 h 536619"/>
                  <a:gd name="connsiteX360" fmla="*/ 378244 w 451274"/>
                  <a:gd name="connsiteY360" fmla="*/ 198272 h 536619"/>
                  <a:gd name="connsiteX361" fmla="*/ 379994 w 451274"/>
                  <a:gd name="connsiteY361" fmla="*/ 196826 h 536619"/>
                  <a:gd name="connsiteX362" fmla="*/ 383191 w 451274"/>
                  <a:gd name="connsiteY362" fmla="*/ 196826 h 536619"/>
                  <a:gd name="connsiteX363" fmla="*/ 386388 w 451274"/>
                  <a:gd name="connsiteY363" fmla="*/ 200459 h 536619"/>
                  <a:gd name="connsiteX364" fmla="*/ 390461 w 451274"/>
                  <a:gd name="connsiteY364" fmla="*/ 202040 h 536619"/>
                  <a:gd name="connsiteX365" fmla="*/ 395374 w 451274"/>
                  <a:gd name="connsiteY365" fmla="*/ 202040 h 536619"/>
                  <a:gd name="connsiteX366" fmla="*/ 398268 w 451274"/>
                  <a:gd name="connsiteY366" fmla="*/ 199416 h 536619"/>
                  <a:gd name="connsiteX367" fmla="*/ 398268 w 451274"/>
                  <a:gd name="connsiteY367" fmla="*/ 193899 h 536619"/>
                  <a:gd name="connsiteX368" fmla="*/ 395509 w 451274"/>
                  <a:gd name="connsiteY368" fmla="*/ 190703 h 536619"/>
                  <a:gd name="connsiteX369" fmla="*/ 391302 w 451274"/>
                  <a:gd name="connsiteY369" fmla="*/ 185489 h 536619"/>
                  <a:gd name="connsiteX370" fmla="*/ 391302 w 451274"/>
                  <a:gd name="connsiteY370" fmla="*/ 182865 h 536619"/>
                  <a:gd name="connsiteX371" fmla="*/ 385580 w 451274"/>
                  <a:gd name="connsiteY371" fmla="*/ 179400 h 536619"/>
                  <a:gd name="connsiteX372" fmla="*/ 379119 w 451274"/>
                  <a:gd name="connsiteY372" fmla="*/ 178526 h 536619"/>
                  <a:gd name="connsiteX373" fmla="*/ 379119 w 451274"/>
                  <a:gd name="connsiteY373" fmla="*/ 177651 h 536619"/>
                  <a:gd name="connsiteX374" fmla="*/ 381878 w 451274"/>
                  <a:gd name="connsiteY374" fmla="*/ 175330 h 536619"/>
                  <a:gd name="connsiteX375" fmla="*/ 383460 w 451274"/>
                  <a:gd name="connsiteY375" fmla="*/ 172437 h 536619"/>
                  <a:gd name="connsiteX376" fmla="*/ 377941 w 451274"/>
                  <a:gd name="connsiteY376" fmla="*/ 172437 h 536619"/>
                  <a:gd name="connsiteX377" fmla="*/ 372152 w 451274"/>
                  <a:gd name="connsiteY377" fmla="*/ 169813 h 536619"/>
                  <a:gd name="connsiteX378" fmla="*/ 369527 w 451274"/>
                  <a:gd name="connsiteY378" fmla="*/ 165743 h 536619"/>
                  <a:gd name="connsiteX379" fmla="*/ 371849 w 451274"/>
                  <a:gd name="connsiteY379" fmla="*/ 162547 h 536619"/>
                  <a:gd name="connsiteX380" fmla="*/ 376763 w 451274"/>
                  <a:gd name="connsiteY380" fmla="*/ 165743 h 536619"/>
                  <a:gd name="connsiteX381" fmla="*/ 383730 w 451274"/>
                  <a:gd name="connsiteY381" fmla="*/ 168064 h 536619"/>
                  <a:gd name="connsiteX382" fmla="*/ 384032 w 451274"/>
                  <a:gd name="connsiteY382" fmla="*/ 165743 h 536619"/>
                  <a:gd name="connsiteX383" fmla="*/ 382585 w 451274"/>
                  <a:gd name="connsiteY383" fmla="*/ 162850 h 536619"/>
                  <a:gd name="connsiteX384" fmla="*/ 382585 w 451274"/>
                  <a:gd name="connsiteY384" fmla="*/ 157938 h 536619"/>
                  <a:gd name="connsiteX385" fmla="*/ 385042 w 451274"/>
                  <a:gd name="connsiteY385" fmla="*/ 158207 h 536619"/>
                  <a:gd name="connsiteX386" fmla="*/ 386927 w 451274"/>
                  <a:gd name="connsiteY386" fmla="*/ 158779 h 536619"/>
                  <a:gd name="connsiteX387" fmla="*/ 390124 w 451274"/>
                  <a:gd name="connsiteY387" fmla="*/ 156458 h 536619"/>
                  <a:gd name="connsiteX388" fmla="*/ 394768 w 451274"/>
                  <a:gd name="connsiteY388" fmla="*/ 157602 h 536619"/>
                  <a:gd name="connsiteX389" fmla="*/ 394768 w 451274"/>
                  <a:gd name="connsiteY389" fmla="*/ 164565 h 536619"/>
                  <a:gd name="connsiteX390" fmla="*/ 394768 w 451274"/>
                  <a:gd name="connsiteY390" fmla="*/ 170654 h 536619"/>
                  <a:gd name="connsiteX391" fmla="*/ 401735 w 451274"/>
                  <a:gd name="connsiteY391" fmla="*/ 170654 h 536619"/>
                  <a:gd name="connsiteX392" fmla="*/ 405201 w 451274"/>
                  <a:gd name="connsiteY392" fmla="*/ 169645 h 536619"/>
                  <a:gd name="connsiteX393" fmla="*/ 406648 w 451274"/>
                  <a:gd name="connsiteY393" fmla="*/ 166314 h 536619"/>
                  <a:gd name="connsiteX394" fmla="*/ 408667 w 451274"/>
                  <a:gd name="connsiteY394" fmla="*/ 160528 h 536619"/>
                  <a:gd name="connsiteX395" fmla="*/ 410990 w 451274"/>
                  <a:gd name="connsiteY395" fmla="*/ 159082 h 536619"/>
                  <a:gd name="connsiteX396" fmla="*/ 412740 w 451274"/>
                  <a:gd name="connsiteY396" fmla="*/ 159654 h 536619"/>
                  <a:gd name="connsiteX397" fmla="*/ 415062 w 451274"/>
                  <a:gd name="connsiteY397" fmla="*/ 162278 h 536619"/>
                  <a:gd name="connsiteX398" fmla="*/ 414490 w 451274"/>
                  <a:gd name="connsiteY398" fmla="*/ 164868 h 536619"/>
                  <a:gd name="connsiteX399" fmla="*/ 413918 w 451274"/>
                  <a:gd name="connsiteY399" fmla="*/ 167189 h 536619"/>
                  <a:gd name="connsiteX400" fmla="*/ 411293 w 451274"/>
                  <a:gd name="connsiteY400" fmla="*/ 170957 h 536619"/>
                  <a:gd name="connsiteX401" fmla="*/ 408095 w 451274"/>
                  <a:gd name="connsiteY401" fmla="*/ 173547 h 536619"/>
                  <a:gd name="connsiteX402" fmla="*/ 404326 w 451274"/>
                  <a:gd name="connsiteY402" fmla="*/ 177886 h 536619"/>
                  <a:gd name="connsiteX403" fmla="*/ 401701 w 451274"/>
                  <a:gd name="connsiteY403" fmla="*/ 183673 h 536619"/>
                  <a:gd name="connsiteX404" fmla="*/ 401701 w 451274"/>
                  <a:gd name="connsiteY404" fmla="*/ 185994 h 536619"/>
                  <a:gd name="connsiteX405" fmla="*/ 404461 w 451274"/>
                  <a:gd name="connsiteY405" fmla="*/ 190636 h 536619"/>
                  <a:gd name="connsiteX406" fmla="*/ 411562 w 451274"/>
                  <a:gd name="connsiteY406" fmla="*/ 187171 h 536619"/>
                  <a:gd name="connsiteX407" fmla="*/ 423745 w 451274"/>
                  <a:gd name="connsiteY407" fmla="*/ 181385 h 536619"/>
                  <a:gd name="connsiteX408" fmla="*/ 428389 w 451274"/>
                  <a:gd name="connsiteY408" fmla="*/ 174422 h 536619"/>
                  <a:gd name="connsiteX409" fmla="*/ 430409 w 451274"/>
                  <a:gd name="connsiteY409" fmla="*/ 168333 h 536619"/>
                  <a:gd name="connsiteX410" fmla="*/ 422567 w 451274"/>
                  <a:gd name="connsiteY410" fmla="*/ 159351 h 536619"/>
                  <a:gd name="connsiteX411" fmla="*/ 418797 w 451274"/>
                  <a:gd name="connsiteY411" fmla="*/ 152690 h 536619"/>
                  <a:gd name="connsiteX412" fmla="*/ 420817 w 451274"/>
                  <a:gd name="connsiteY412" fmla="*/ 147173 h 536619"/>
                  <a:gd name="connsiteX413" fmla="*/ 420817 w 451274"/>
                  <a:gd name="connsiteY413" fmla="*/ 142834 h 536619"/>
                  <a:gd name="connsiteX414" fmla="*/ 425158 w 451274"/>
                  <a:gd name="connsiteY414" fmla="*/ 140815 h 536619"/>
                  <a:gd name="connsiteX415" fmla="*/ 430375 w 451274"/>
                  <a:gd name="connsiteY415" fmla="*/ 141118 h 536619"/>
                  <a:gd name="connsiteX416" fmla="*/ 433841 w 451274"/>
                  <a:gd name="connsiteY416" fmla="*/ 142868 h 536619"/>
                  <a:gd name="connsiteX417" fmla="*/ 437611 w 451274"/>
                  <a:gd name="connsiteY417" fmla="*/ 142868 h 536619"/>
                  <a:gd name="connsiteX418" fmla="*/ 438890 w 451274"/>
                  <a:gd name="connsiteY418" fmla="*/ 139537 h 536619"/>
                  <a:gd name="connsiteX419" fmla="*/ 437307 w 451274"/>
                  <a:gd name="connsiteY419" fmla="*/ 135904 h 536619"/>
                  <a:gd name="connsiteX420" fmla="*/ 436736 w 451274"/>
                  <a:gd name="connsiteY420" fmla="*/ 133011 h 536619"/>
                  <a:gd name="connsiteX421" fmla="*/ 435288 w 451274"/>
                  <a:gd name="connsiteY421" fmla="*/ 124904 h 536619"/>
                  <a:gd name="connsiteX422" fmla="*/ 438890 w 451274"/>
                  <a:gd name="connsiteY422" fmla="*/ 123155 h 536619"/>
                  <a:gd name="connsiteX423" fmla="*/ 444846 w 451274"/>
                  <a:gd name="connsiteY423" fmla="*/ 120834 h 536619"/>
                  <a:gd name="connsiteX424" fmla="*/ 446293 w 451274"/>
                  <a:gd name="connsiteY424" fmla="*/ 115922 h 536619"/>
                  <a:gd name="connsiteX425" fmla="*/ 441952 w 451274"/>
                  <a:gd name="connsiteY425" fmla="*/ 111583 h 536619"/>
                  <a:gd name="connsiteX426" fmla="*/ 439058 w 451274"/>
                  <a:gd name="connsiteY426" fmla="*/ 108118 h 536619"/>
                  <a:gd name="connsiteX427" fmla="*/ 433841 w 451274"/>
                  <a:gd name="connsiteY427" fmla="*/ 108118 h 536619"/>
                  <a:gd name="connsiteX428" fmla="*/ 426875 w 451274"/>
                  <a:gd name="connsiteY428" fmla="*/ 106369 h 536619"/>
                  <a:gd name="connsiteX429" fmla="*/ 426572 w 451274"/>
                  <a:gd name="connsiteY429" fmla="*/ 106369 h 536619"/>
                  <a:gd name="connsiteX430" fmla="*/ 429466 w 451274"/>
                  <a:gd name="connsiteY430" fmla="*/ 101154 h 536619"/>
                  <a:gd name="connsiteX431" fmla="*/ 438721 w 451274"/>
                  <a:gd name="connsiteY431" fmla="*/ 102904 h 536619"/>
                  <a:gd name="connsiteX432" fmla="*/ 443635 w 451274"/>
                  <a:gd name="connsiteY432" fmla="*/ 108690 h 536619"/>
                  <a:gd name="connsiteX433" fmla="*/ 447673 w 451274"/>
                  <a:gd name="connsiteY433" fmla="*/ 111583 h 536619"/>
                  <a:gd name="connsiteX434" fmla="*/ 451139 w 451274"/>
                  <a:gd name="connsiteY434" fmla="*/ 111583 h 536619"/>
                  <a:gd name="connsiteX435" fmla="*/ 451274 w 451274"/>
                  <a:gd name="connsiteY435" fmla="*/ 111011 h 536619"/>
                  <a:gd name="connsiteX436" fmla="*/ 451005 w 451274"/>
                  <a:gd name="connsiteY436" fmla="*/ 110977 h 53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451274" h="536619">
                    <a:moveTo>
                      <a:pt x="451005" y="110977"/>
                    </a:moveTo>
                    <a:lnTo>
                      <a:pt x="449255" y="109228"/>
                    </a:lnTo>
                    <a:lnTo>
                      <a:pt x="445116" y="105326"/>
                    </a:lnTo>
                    <a:lnTo>
                      <a:pt x="445116" y="100313"/>
                    </a:lnTo>
                    <a:lnTo>
                      <a:pt x="441649" y="93787"/>
                    </a:lnTo>
                    <a:cubicBezTo>
                      <a:pt x="441649" y="93787"/>
                      <a:pt x="441211" y="89011"/>
                      <a:pt x="440572" y="88371"/>
                    </a:cubicBezTo>
                    <a:cubicBezTo>
                      <a:pt x="439899" y="87732"/>
                      <a:pt x="437510" y="84032"/>
                      <a:pt x="437510" y="84032"/>
                    </a:cubicBezTo>
                    <a:lnTo>
                      <a:pt x="427514" y="82283"/>
                    </a:lnTo>
                    <a:cubicBezTo>
                      <a:pt x="427514" y="82283"/>
                      <a:pt x="417283" y="83595"/>
                      <a:pt x="416643" y="83796"/>
                    </a:cubicBezTo>
                    <a:cubicBezTo>
                      <a:pt x="416004" y="83998"/>
                      <a:pt x="410350" y="87059"/>
                      <a:pt x="410350" y="87059"/>
                    </a:cubicBezTo>
                    <a:lnTo>
                      <a:pt x="405134" y="93787"/>
                    </a:lnTo>
                    <a:lnTo>
                      <a:pt x="401432" y="99203"/>
                    </a:lnTo>
                    <a:cubicBezTo>
                      <a:pt x="401432" y="99203"/>
                      <a:pt x="395340" y="100717"/>
                      <a:pt x="394701" y="100953"/>
                    </a:cubicBezTo>
                    <a:cubicBezTo>
                      <a:pt x="394028" y="101188"/>
                      <a:pt x="387533" y="102029"/>
                      <a:pt x="387533" y="102029"/>
                    </a:cubicBezTo>
                    <a:lnTo>
                      <a:pt x="381206" y="100280"/>
                    </a:lnTo>
                    <a:lnTo>
                      <a:pt x="378580" y="94830"/>
                    </a:lnTo>
                    <a:lnTo>
                      <a:pt x="375114" y="87867"/>
                    </a:lnTo>
                    <a:lnTo>
                      <a:pt x="370772" y="80264"/>
                    </a:lnTo>
                    <a:lnTo>
                      <a:pt x="368820" y="71350"/>
                    </a:lnTo>
                    <a:lnTo>
                      <a:pt x="364681" y="64386"/>
                    </a:lnTo>
                    <a:lnTo>
                      <a:pt x="358589" y="65463"/>
                    </a:lnTo>
                    <a:lnTo>
                      <a:pt x="355965" y="68087"/>
                    </a:lnTo>
                    <a:lnTo>
                      <a:pt x="354214" y="73503"/>
                    </a:lnTo>
                    <a:cubicBezTo>
                      <a:pt x="354214" y="73503"/>
                      <a:pt x="351185" y="80029"/>
                      <a:pt x="350310" y="80029"/>
                    </a:cubicBezTo>
                    <a:cubicBezTo>
                      <a:pt x="349435" y="80029"/>
                      <a:pt x="346171" y="81105"/>
                      <a:pt x="346171" y="81105"/>
                    </a:cubicBezTo>
                    <a:lnTo>
                      <a:pt x="342469" y="84368"/>
                    </a:lnTo>
                    <a:cubicBezTo>
                      <a:pt x="342469" y="84368"/>
                      <a:pt x="342469" y="85680"/>
                      <a:pt x="342469" y="87396"/>
                    </a:cubicBezTo>
                    <a:cubicBezTo>
                      <a:pt x="342469" y="89145"/>
                      <a:pt x="336377" y="94796"/>
                      <a:pt x="335502" y="95234"/>
                    </a:cubicBezTo>
                    <a:cubicBezTo>
                      <a:pt x="334627" y="95671"/>
                      <a:pt x="330724" y="97622"/>
                      <a:pt x="329849" y="98261"/>
                    </a:cubicBezTo>
                    <a:cubicBezTo>
                      <a:pt x="328974" y="98901"/>
                      <a:pt x="323555" y="98463"/>
                      <a:pt x="322882" y="98261"/>
                    </a:cubicBezTo>
                    <a:cubicBezTo>
                      <a:pt x="322243" y="98060"/>
                      <a:pt x="322243" y="93485"/>
                      <a:pt x="322243" y="93485"/>
                    </a:cubicBezTo>
                    <a:lnTo>
                      <a:pt x="320290" y="88472"/>
                    </a:lnTo>
                    <a:cubicBezTo>
                      <a:pt x="320290" y="88472"/>
                      <a:pt x="313762" y="88472"/>
                      <a:pt x="310295" y="88910"/>
                    </a:cubicBezTo>
                    <a:cubicBezTo>
                      <a:pt x="306829" y="89347"/>
                      <a:pt x="306593" y="90861"/>
                      <a:pt x="305718" y="90861"/>
                    </a:cubicBezTo>
                    <a:cubicBezTo>
                      <a:pt x="304843" y="90861"/>
                      <a:pt x="299425" y="93451"/>
                      <a:pt x="298752" y="93451"/>
                    </a:cubicBezTo>
                    <a:cubicBezTo>
                      <a:pt x="298112" y="93451"/>
                      <a:pt x="291583" y="90861"/>
                      <a:pt x="291583" y="90861"/>
                    </a:cubicBezTo>
                    <a:lnTo>
                      <a:pt x="290271" y="84772"/>
                    </a:lnTo>
                    <a:lnTo>
                      <a:pt x="290069" y="74983"/>
                    </a:lnTo>
                    <a:lnTo>
                      <a:pt x="287040" y="65631"/>
                    </a:lnTo>
                    <a:lnTo>
                      <a:pt x="283977" y="56952"/>
                    </a:lnTo>
                    <a:lnTo>
                      <a:pt x="279400" y="47163"/>
                    </a:lnTo>
                    <a:lnTo>
                      <a:pt x="270482" y="33909"/>
                    </a:lnTo>
                    <a:lnTo>
                      <a:pt x="271559" y="24557"/>
                    </a:lnTo>
                    <a:lnTo>
                      <a:pt x="275261" y="17392"/>
                    </a:lnTo>
                    <a:lnTo>
                      <a:pt x="276338" y="7838"/>
                    </a:lnTo>
                    <a:lnTo>
                      <a:pt x="269371" y="0"/>
                    </a:lnTo>
                    <a:lnTo>
                      <a:pt x="262203" y="875"/>
                    </a:lnTo>
                    <a:lnTo>
                      <a:pt x="251770" y="5012"/>
                    </a:lnTo>
                    <a:cubicBezTo>
                      <a:pt x="251770" y="5012"/>
                      <a:pt x="244366" y="7603"/>
                      <a:pt x="243726" y="7838"/>
                    </a:cubicBezTo>
                    <a:cubicBezTo>
                      <a:pt x="243087" y="8040"/>
                      <a:pt x="237197" y="5651"/>
                      <a:pt x="237197" y="5651"/>
                    </a:cubicBezTo>
                    <a:lnTo>
                      <a:pt x="233496" y="6089"/>
                    </a:lnTo>
                    <a:lnTo>
                      <a:pt x="231981" y="7603"/>
                    </a:lnTo>
                    <a:lnTo>
                      <a:pt x="233496" y="13019"/>
                    </a:lnTo>
                    <a:lnTo>
                      <a:pt x="234135" y="16921"/>
                    </a:lnTo>
                    <a:lnTo>
                      <a:pt x="233697" y="24322"/>
                    </a:lnTo>
                    <a:lnTo>
                      <a:pt x="233260" y="24322"/>
                    </a:lnTo>
                    <a:lnTo>
                      <a:pt x="229995" y="25835"/>
                    </a:lnTo>
                    <a:lnTo>
                      <a:pt x="225014" y="29536"/>
                    </a:lnTo>
                    <a:cubicBezTo>
                      <a:pt x="225014" y="29536"/>
                      <a:pt x="220875" y="29536"/>
                      <a:pt x="220000" y="29536"/>
                    </a:cubicBezTo>
                    <a:cubicBezTo>
                      <a:pt x="219125" y="29536"/>
                      <a:pt x="214582" y="32361"/>
                      <a:pt x="214582" y="32361"/>
                    </a:cubicBezTo>
                    <a:lnTo>
                      <a:pt x="212832" y="33673"/>
                    </a:lnTo>
                    <a:lnTo>
                      <a:pt x="211754" y="39089"/>
                    </a:lnTo>
                    <a:lnTo>
                      <a:pt x="208726" y="41915"/>
                    </a:lnTo>
                    <a:lnTo>
                      <a:pt x="205697" y="40166"/>
                    </a:lnTo>
                    <a:lnTo>
                      <a:pt x="202634" y="37777"/>
                    </a:lnTo>
                    <a:lnTo>
                      <a:pt x="195466" y="41915"/>
                    </a:lnTo>
                    <a:cubicBezTo>
                      <a:pt x="195466" y="41915"/>
                      <a:pt x="186110" y="46490"/>
                      <a:pt x="185235" y="46927"/>
                    </a:cubicBezTo>
                    <a:cubicBezTo>
                      <a:pt x="184360" y="47365"/>
                      <a:pt x="179816" y="52141"/>
                      <a:pt x="179816" y="52141"/>
                    </a:cubicBezTo>
                    <a:lnTo>
                      <a:pt x="176788" y="55405"/>
                    </a:lnTo>
                    <a:lnTo>
                      <a:pt x="170932" y="58230"/>
                    </a:lnTo>
                    <a:lnTo>
                      <a:pt x="167667" y="60181"/>
                    </a:lnTo>
                    <a:lnTo>
                      <a:pt x="161576" y="59307"/>
                    </a:lnTo>
                    <a:lnTo>
                      <a:pt x="158109" y="53016"/>
                    </a:lnTo>
                    <a:lnTo>
                      <a:pt x="157234" y="47566"/>
                    </a:lnTo>
                    <a:lnTo>
                      <a:pt x="152017" y="45178"/>
                    </a:lnTo>
                    <a:lnTo>
                      <a:pt x="150268" y="45178"/>
                    </a:lnTo>
                    <a:lnTo>
                      <a:pt x="147676" y="48004"/>
                    </a:lnTo>
                    <a:lnTo>
                      <a:pt x="145287" y="50392"/>
                    </a:lnTo>
                    <a:lnTo>
                      <a:pt x="140508" y="53218"/>
                    </a:lnTo>
                    <a:lnTo>
                      <a:pt x="135291" y="54967"/>
                    </a:lnTo>
                    <a:lnTo>
                      <a:pt x="131589" y="58028"/>
                    </a:lnTo>
                    <a:lnTo>
                      <a:pt x="130950" y="60215"/>
                    </a:lnTo>
                    <a:lnTo>
                      <a:pt x="130513" y="67380"/>
                    </a:lnTo>
                    <a:lnTo>
                      <a:pt x="127685" y="71955"/>
                    </a:lnTo>
                    <a:lnTo>
                      <a:pt x="120719" y="77169"/>
                    </a:lnTo>
                    <a:lnTo>
                      <a:pt x="115502" y="79558"/>
                    </a:lnTo>
                    <a:cubicBezTo>
                      <a:pt x="115502" y="79558"/>
                      <a:pt x="108536" y="83258"/>
                      <a:pt x="107896" y="83460"/>
                    </a:cubicBezTo>
                    <a:cubicBezTo>
                      <a:pt x="107223" y="83662"/>
                      <a:pt x="103757" y="87598"/>
                      <a:pt x="103757" y="87598"/>
                    </a:cubicBezTo>
                    <a:lnTo>
                      <a:pt x="102680" y="92173"/>
                    </a:lnTo>
                    <a:lnTo>
                      <a:pt x="101368" y="95436"/>
                    </a:lnTo>
                    <a:lnTo>
                      <a:pt x="107661" y="98901"/>
                    </a:lnTo>
                    <a:lnTo>
                      <a:pt x="111565" y="100852"/>
                    </a:lnTo>
                    <a:lnTo>
                      <a:pt x="113752" y="104989"/>
                    </a:lnTo>
                    <a:cubicBezTo>
                      <a:pt x="113752" y="104989"/>
                      <a:pt x="113551" y="109766"/>
                      <a:pt x="113551" y="110843"/>
                    </a:cubicBezTo>
                    <a:cubicBezTo>
                      <a:pt x="113551" y="111919"/>
                      <a:pt x="115940" y="114745"/>
                      <a:pt x="115940" y="114745"/>
                    </a:cubicBezTo>
                    <a:lnTo>
                      <a:pt x="119204" y="115821"/>
                    </a:lnTo>
                    <a:lnTo>
                      <a:pt x="121594" y="120834"/>
                    </a:lnTo>
                    <a:lnTo>
                      <a:pt x="121594" y="124971"/>
                    </a:lnTo>
                    <a:lnTo>
                      <a:pt x="118666" y="129748"/>
                    </a:lnTo>
                    <a:lnTo>
                      <a:pt x="114627" y="133650"/>
                    </a:lnTo>
                    <a:lnTo>
                      <a:pt x="112238" y="139302"/>
                    </a:lnTo>
                    <a:lnTo>
                      <a:pt x="109646" y="144516"/>
                    </a:lnTo>
                    <a:lnTo>
                      <a:pt x="106820" y="146904"/>
                    </a:lnTo>
                    <a:lnTo>
                      <a:pt x="100526" y="153430"/>
                    </a:lnTo>
                    <a:lnTo>
                      <a:pt x="93997" y="154069"/>
                    </a:lnTo>
                    <a:lnTo>
                      <a:pt x="84877" y="155146"/>
                    </a:lnTo>
                    <a:lnTo>
                      <a:pt x="73804" y="162749"/>
                    </a:lnTo>
                    <a:lnTo>
                      <a:pt x="69463" y="168165"/>
                    </a:lnTo>
                    <a:lnTo>
                      <a:pt x="64684" y="172504"/>
                    </a:lnTo>
                    <a:lnTo>
                      <a:pt x="60780" y="180544"/>
                    </a:lnTo>
                    <a:lnTo>
                      <a:pt x="58593" y="183370"/>
                    </a:lnTo>
                    <a:lnTo>
                      <a:pt x="54689" y="185556"/>
                    </a:lnTo>
                    <a:lnTo>
                      <a:pt x="55126" y="191847"/>
                    </a:lnTo>
                    <a:lnTo>
                      <a:pt x="59703" y="195547"/>
                    </a:lnTo>
                    <a:lnTo>
                      <a:pt x="63170" y="203150"/>
                    </a:lnTo>
                    <a:lnTo>
                      <a:pt x="67747" y="209003"/>
                    </a:lnTo>
                    <a:cubicBezTo>
                      <a:pt x="67747" y="209003"/>
                      <a:pt x="71886" y="214453"/>
                      <a:pt x="72088" y="215092"/>
                    </a:cubicBezTo>
                    <a:cubicBezTo>
                      <a:pt x="72290" y="215731"/>
                      <a:pt x="72728" y="220945"/>
                      <a:pt x="72728" y="220945"/>
                    </a:cubicBezTo>
                    <a:lnTo>
                      <a:pt x="69699" y="225924"/>
                    </a:lnTo>
                    <a:lnTo>
                      <a:pt x="63843" y="228951"/>
                    </a:lnTo>
                    <a:lnTo>
                      <a:pt x="60578" y="231777"/>
                    </a:lnTo>
                    <a:cubicBezTo>
                      <a:pt x="60578" y="231777"/>
                      <a:pt x="54049" y="236117"/>
                      <a:pt x="53410" y="236117"/>
                    </a:cubicBezTo>
                    <a:cubicBezTo>
                      <a:pt x="52770" y="236117"/>
                      <a:pt x="49708" y="241331"/>
                      <a:pt x="49708" y="241331"/>
                    </a:cubicBezTo>
                    <a:lnTo>
                      <a:pt x="46881" y="247621"/>
                    </a:lnTo>
                    <a:lnTo>
                      <a:pt x="46881" y="250884"/>
                    </a:lnTo>
                    <a:lnTo>
                      <a:pt x="49506" y="255459"/>
                    </a:lnTo>
                    <a:lnTo>
                      <a:pt x="54722" y="255459"/>
                    </a:lnTo>
                    <a:lnTo>
                      <a:pt x="60376" y="255459"/>
                    </a:lnTo>
                    <a:lnTo>
                      <a:pt x="63203" y="257511"/>
                    </a:lnTo>
                    <a:lnTo>
                      <a:pt x="61891" y="261548"/>
                    </a:lnTo>
                    <a:lnTo>
                      <a:pt x="57112" y="264374"/>
                    </a:lnTo>
                    <a:lnTo>
                      <a:pt x="54958" y="265888"/>
                    </a:lnTo>
                    <a:lnTo>
                      <a:pt x="53006" y="268713"/>
                    </a:lnTo>
                    <a:lnTo>
                      <a:pt x="50179" y="274163"/>
                    </a:lnTo>
                    <a:lnTo>
                      <a:pt x="47352" y="279579"/>
                    </a:lnTo>
                    <a:lnTo>
                      <a:pt x="42775" y="282842"/>
                    </a:lnTo>
                    <a:cubicBezTo>
                      <a:pt x="42775" y="282842"/>
                      <a:pt x="36885" y="286744"/>
                      <a:pt x="36044" y="287182"/>
                    </a:cubicBezTo>
                    <a:cubicBezTo>
                      <a:pt x="35169" y="287619"/>
                      <a:pt x="32342" y="288056"/>
                      <a:pt x="32342" y="288056"/>
                    </a:cubicBezTo>
                    <a:lnTo>
                      <a:pt x="28203" y="291084"/>
                    </a:lnTo>
                    <a:lnTo>
                      <a:pt x="26049" y="296096"/>
                    </a:lnTo>
                    <a:lnTo>
                      <a:pt x="27361" y="301310"/>
                    </a:lnTo>
                    <a:lnTo>
                      <a:pt x="23895" y="310427"/>
                    </a:lnTo>
                    <a:cubicBezTo>
                      <a:pt x="23895" y="310427"/>
                      <a:pt x="18880" y="313454"/>
                      <a:pt x="18241" y="313690"/>
                    </a:cubicBezTo>
                    <a:cubicBezTo>
                      <a:pt x="17568" y="313891"/>
                      <a:pt x="18443" y="320216"/>
                      <a:pt x="18443" y="320216"/>
                    </a:cubicBezTo>
                    <a:lnTo>
                      <a:pt x="20193" y="325665"/>
                    </a:lnTo>
                    <a:lnTo>
                      <a:pt x="18039" y="331519"/>
                    </a:lnTo>
                    <a:lnTo>
                      <a:pt x="16928" y="342149"/>
                    </a:lnTo>
                    <a:lnTo>
                      <a:pt x="13899" y="354091"/>
                    </a:lnTo>
                    <a:lnTo>
                      <a:pt x="10635" y="361693"/>
                    </a:lnTo>
                    <a:lnTo>
                      <a:pt x="0" y="369296"/>
                    </a:lnTo>
                    <a:lnTo>
                      <a:pt x="0" y="376899"/>
                    </a:lnTo>
                    <a:lnTo>
                      <a:pt x="6966" y="383189"/>
                    </a:lnTo>
                    <a:lnTo>
                      <a:pt x="6966" y="390590"/>
                    </a:lnTo>
                    <a:lnTo>
                      <a:pt x="8919" y="400783"/>
                    </a:lnTo>
                    <a:lnTo>
                      <a:pt x="20664" y="407746"/>
                    </a:lnTo>
                    <a:lnTo>
                      <a:pt x="31736" y="412523"/>
                    </a:lnTo>
                    <a:lnTo>
                      <a:pt x="40015" y="412960"/>
                    </a:lnTo>
                    <a:lnTo>
                      <a:pt x="45905" y="410135"/>
                    </a:lnTo>
                    <a:lnTo>
                      <a:pt x="53073" y="408183"/>
                    </a:lnTo>
                    <a:cubicBezTo>
                      <a:pt x="53073" y="408183"/>
                      <a:pt x="60679" y="409697"/>
                      <a:pt x="61319" y="410370"/>
                    </a:cubicBezTo>
                    <a:cubicBezTo>
                      <a:pt x="61958" y="411009"/>
                      <a:pt x="61319" y="413835"/>
                      <a:pt x="61319" y="413835"/>
                    </a:cubicBezTo>
                    <a:cubicBezTo>
                      <a:pt x="61319" y="413835"/>
                      <a:pt x="64819" y="418612"/>
                      <a:pt x="65660" y="418612"/>
                    </a:cubicBezTo>
                    <a:cubicBezTo>
                      <a:pt x="66535" y="418612"/>
                      <a:pt x="68925" y="424028"/>
                      <a:pt x="68925" y="424028"/>
                    </a:cubicBezTo>
                    <a:cubicBezTo>
                      <a:pt x="68925" y="424028"/>
                      <a:pt x="74579" y="428367"/>
                      <a:pt x="75218" y="428805"/>
                    </a:cubicBezTo>
                    <a:cubicBezTo>
                      <a:pt x="75858" y="429242"/>
                      <a:pt x="78920" y="431832"/>
                      <a:pt x="78920" y="431832"/>
                    </a:cubicBezTo>
                    <a:lnTo>
                      <a:pt x="85213" y="428805"/>
                    </a:lnTo>
                    <a:lnTo>
                      <a:pt x="90228" y="424465"/>
                    </a:lnTo>
                    <a:lnTo>
                      <a:pt x="95882" y="420125"/>
                    </a:lnTo>
                    <a:lnTo>
                      <a:pt x="99146" y="416223"/>
                    </a:lnTo>
                    <a:lnTo>
                      <a:pt x="103925" y="418612"/>
                    </a:lnTo>
                    <a:lnTo>
                      <a:pt x="104363" y="421437"/>
                    </a:lnTo>
                    <a:lnTo>
                      <a:pt x="104363" y="426652"/>
                    </a:lnTo>
                    <a:lnTo>
                      <a:pt x="99146" y="431866"/>
                    </a:lnTo>
                    <a:lnTo>
                      <a:pt x="99146" y="440343"/>
                    </a:lnTo>
                    <a:lnTo>
                      <a:pt x="106113" y="445557"/>
                    </a:lnTo>
                    <a:lnTo>
                      <a:pt x="111969" y="454236"/>
                    </a:lnTo>
                    <a:cubicBezTo>
                      <a:pt x="111969" y="454236"/>
                      <a:pt x="115872" y="461200"/>
                      <a:pt x="115872" y="462478"/>
                    </a:cubicBezTo>
                    <a:cubicBezTo>
                      <a:pt x="115872" y="463790"/>
                      <a:pt x="117589" y="465505"/>
                      <a:pt x="117825" y="466178"/>
                    </a:cubicBezTo>
                    <a:cubicBezTo>
                      <a:pt x="118060" y="466817"/>
                      <a:pt x="121728" y="470955"/>
                      <a:pt x="121728" y="470955"/>
                    </a:cubicBezTo>
                    <a:lnTo>
                      <a:pt x="123478" y="478793"/>
                    </a:lnTo>
                    <a:lnTo>
                      <a:pt x="123478" y="484007"/>
                    </a:lnTo>
                    <a:lnTo>
                      <a:pt x="123478" y="489659"/>
                    </a:lnTo>
                    <a:cubicBezTo>
                      <a:pt x="123478" y="489659"/>
                      <a:pt x="125767" y="496824"/>
                      <a:pt x="126406" y="497699"/>
                    </a:cubicBezTo>
                    <a:cubicBezTo>
                      <a:pt x="127046" y="498573"/>
                      <a:pt x="126070" y="502711"/>
                      <a:pt x="126070" y="502711"/>
                    </a:cubicBezTo>
                    <a:lnTo>
                      <a:pt x="128695" y="509002"/>
                    </a:lnTo>
                    <a:cubicBezTo>
                      <a:pt x="128695" y="509002"/>
                      <a:pt x="130209" y="515729"/>
                      <a:pt x="130209" y="516604"/>
                    </a:cubicBezTo>
                    <a:cubicBezTo>
                      <a:pt x="130209" y="517478"/>
                      <a:pt x="132801" y="524442"/>
                      <a:pt x="132801" y="524442"/>
                    </a:cubicBezTo>
                    <a:lnTo>
                      <a:pt x="136940" y="529656"/>
                    </a:lnTo>
                    <a:lnTo>
                      <a:pt x="144546" y="536620"/>
                    </a:lnTo>
                    <a:lnTo>
                      <a:pt x="148686" y="535543"/>
                    </a:lnTo>
                    <a:lnTo>
                      <a:pt x="153700" y="532516"/>
                    </a:lnTo>
                    <a:lnTo>
                      <a:pt x="154777" y="531002"/>
                    </a:lnTo>
                    <a:lnTo>
                      <a:pt x="154777" y="527537"/>
                    </a:lnTo>
                    <a:lnTo>
                      <a:pt x="154777" y="521448"/>
                    </a:lnTo>
                    <a:lnTo>
                      <a:pt x="156191" y="516671"/>
                    </a:lnTo>
                    <a:lnTo>
                      <a:pt x="158244" y="519261"/>
                    </a:lnTo>
                    <a:lnTo>
                      <a:pt x="166927" y="518824"/>
                    </a:lnTo>
                    <a:lnTo>
                      <a:pt x="170393" y="517075"/>
                    </a:lnTo>
                    <a:lnTo>
                      <a:pt x="177562" y="513374"/>
                    </a:lnTo>
                    <a:lnTo>
                      <a:pt x="177763" y="509909"/>
                    </a:lnTo>
                    <a:lnTo>
                      <a:pt x="175374" y="507084"/>
                    </a:lnTo>
                    <a:lnTo>
                      <a:pt x="174061" y="503821"/>
                    </a:lnTo>
                    <a:lnTo>
                      <a:pt x="169047" y="501231"/>
                    </a:lnTo>
                    <a:lnTo>
                      <a:pt x="178167" y="500154"/>
                    </a:lnTo>
                    <a:lnTo>
                      <a:pt x="182509" y="501466"/>
                    </a:lnTo>
                    <a:lnTo>
                      <a:pt x="187725" y="504931"/>
                    </a:lnTo>
                    <a:lnTo>
                      <a:pt x="187725" y="513610"/>
                    </a:lnTo>
                    <a:lnTo>
                      <a:pt x="187725" y="518387"/>
                    </a:lnTo>
                    <a:lnTo>
                      <a:pt x="188600" y="521414"/>
                    </a:lnTo>
                    <a:lnTo>
                      <a:pt x="192740" y="521414"/>
                    </a:lnTo>
                    <a:lnTo>
                      <a:pt x="194692" y="517075"/>
                    </a:lnTo>
                    <a:lnTo>
                      <a:pt x="194692" y="513610"/>
                    </a:lnTo>
                    <a:lnTo>
                      <a:pt x="196004" y="509473"/>
                    </a:lnTo>
                    <a:lnTo>
                      <a:pt x="194692" y="506646"/>
                    </a:lnTo>
                    <a:lnTo>
                      <a:pt x="194692" y="503384"/>
                    </a:lnTo>
                    <a:lnTo>
                      <a:pt x="194692" y="494906"/>
                    </a:lnTo>
                    <a:lnTo>
                      <a:pt x="196879" y="491441"/>
                    </a:lnTo>
                    <a:lnTo>
                      <a:pt x="199908" y="486227"/>
                    </a:lnTo>
                    <a:lnTo>
                      <a:pt x="203374" y="486025"/>
                    </a:lnTo>
                    <a:lnTo>
                      <a:pt x="203374" y="488414"/>
                    </a:lnTo>
                    <a:lnTo>
                      <a:pt x="202836" y="494065"/>
                    </a:lnTo>
                    <a:lnTo>
                      <a:pt x="202062" y="500154"/>
                    </a:lnTo>
                    <a:lnTo>
                      <a:pt x="204687" y="502778"/>
                    </a:lnTo>
                    <a:lnTo>
                      <a:pt x="208154" y="498640"/>
                    </a:lnTo>
                    <a:lnTo>
                      <a:pt x="214447" y="492989"/>
                    </a:lnTo>
                    <a:lnTo>
                      <a:pt x="217274" y="487775"/>
                    </a:lnTo>
                    <a:lnTo>
                      <a:pt x="217274" y="481047"/>
                    </a:lnTo>
                    <a:lnTo>
                      <a:pt x="218250" y="474958"/>
                    </a:lnTo>
                    <a:lnTo>
                      <a:pt x="217038" y="472368"/>
                    </a:lnTo>
                    <a:lnTo>
                      <a:pt x="222894" y="471056"/>
                    </a:lnTo>
                    <a:cubicBezTo>
                      <a:pt x="222894" y="471056"/>
                      <a:pt x="230500" y="471258"/>
                      <a:pt x="231173" y="471056"/>
                    </a:cubicBezTo>
                    <a:cubicBezTo>
                      <a:pt x="231813" y="470820"/>
                      <a:pt x="235077" y="468028"/>
                      <a:pt x="235750" y="467355"/>
                    </a:cubicBezTo>
                    <a:cubicBezTo>
                      <a:pt x="236390" y="466716"/>
                      <a:pt x="237500" y="463218"/>
                      <a:pt x="237500" y="463218"/>
                    </a:cubicBezTo>
                    <a:lnTo>
                      <a:pt x="238375" y="457566"/>
                    </a:lnTo>
                    <a:lnTo>
                      <a:pt x="237298" y="453866"/>
                    </a:lnTo>
                    <a:lnTo>
                      <a:pt x="233597" y="453866"/>
                    </a:lnTo>
                    <a:lnTo>
                      <a:pt x="233394" y="449728"/>
                    </a:lnTo>
                    <a:lnTo>
                      <a:pt x="229255" y="446028"/>
                    </a:lnTo>
                    <a:lnTo>
                      <a:pt x="229693" y="441890"/>
                    </a:lnTo>
                    <a:lnTo>
                      <a:pt x="230130" y="438863"/>
                    </a:lnTo>
                    <a:lnTo>
                      <a:pt x="228817" y="435600"/>
                    </a:lnTo>
                    <a:lnTo>
                      <a:pt x="226866" y="432337"/>
                    </a:lnTo>
                    <a:lnTo>
                      <a:pt x="222962" y="427123"/>
                    </a:lnTo>
                    <a:lnTo>
                      <a:pt x="226462" y="424532"/>
                    </a:lnTo>
                    <a:lnTo>
                      <a:pt x="230164" y="423658"/>
                    </a:lnTo>
                    <a:cubicBezTo>
                      <a:pt x="230164" y="423658"/>
                      <a:pt x="231914" y="423456"/>
                      <a:pt x="234303" y="423859"/>
                    </a:cubicBezTo>
                    <a:cubicBezTo>
                      <a:pt x="236693" y="424297"/>
                      <a:pt x="234942" y="427762"/>
                      <a:pt x="235380" y="428434"/>
                    </a:cubicBezTo>
                    <a:cubicBezTo>
                      <a:pt x="235817" y="429074"/>
                      <a:pt x="235380" y="432572"/>
                      <a:pt x="235380" y="435162"/>
                    </a:cubicBezTo>
                    <a:cubicBezTo>
                      <a:pt x="235380" y="437786"/>
                      <a:pt x="237332" y="439939"/>
                      <a:pt x="237332" y="439939"/>
                    </a:cubicBezTo>
                    <a:lnTo>
                      <a:pt x="240798" y="439939"/>
                    </a:lnTo>
                    <a:cubicBezTo>
                      <a:pt x="240798" y="439939"/>
                      <a:pt x="245813" y="440040"/>
                      <a:pt x="247529" y="438964"/>
                    </a:cubicBezTo>
                    <a:cubicBezTo>
                      <a:pt x="249246" y="437887"/>
                      <a:pt x="248169" y="435600"/>
                      <a:pt x="248169" y="435600"/>
                    </a:cubicBezTo>
                    <a:lnTo>
                      <a:pt x="244702" y="429511"/>
                    </a:lnTo>
                    <a:lnTo>
                      <a:pt x="241875" y="425609"/>
                    </a:lnTo>
                    <a:lnTo>
                      <a:pt x="239924" y="419318"/>
                    </a:lnTo>
                    <a:lnTo>
                      <a:pt x="237971" y="413028"/>
                    </a:lnTo>
                    <a:lnTo>
                      <a:pt x="242313" y="417165"/>
                    </a:lnTo>
                    <a:cubicBezTo>
                      <a:pt x="242313" y="417165"/>
                      <a:pt x="249481" y="423691"/>
                      <a:pt x="249919" y="424330"/>
                    </a:cubicBezTo>
                    <a:cubicBezTo>
                      <a:pt x="250356" y="424970"/>
                      <a:pt x="255371" y="423691"/>
                      <a:pt x="255371" y="423691"/>
                    </a:cubicBezTo>
                    <a:lnTo>
                      <a:pt x="260587" y="420865"/>
                    </a:lnTo>
                    <a:cubicBezTo>
                      <a:pt x="260587" y="420865"/>
                      <a:pt x="265602" y="420428"/>
                      <a:pt x="268833" y="420865"/>
                    </a:cubicBezTo>
                    <a:cubicBezTo>
                      <a:pt x="272097" y="421303"/>
                      <a:pt x="271222" y="421942"/>
                      <a:pt x="271222" y="421942"/>
                    </a:cubicBezTo>
                    <a:cubicBezTo>
                      <a:pt x="271222" y="421942"/>
                      <a:pt x="278626" y="425642"/>
                      <a:pt x="279266" y="425642"/>
                    </a:cubicBezTo>
                    <a:cubicBezTo>
                      <a:pt x="279905" y="425642"/>
                      <a:pt x="285794" y="427593"/>
                      <a:pt x="285794" y="427593"/>
                    </a:cubicBezTo>
                    <a:cubicBezTo>
                      <a:pt x="285794" y="427593"/>
                      <a:pt x="292963" y="425844"/>
                      <a:pt x="293199" y="425205"/>
                    </a:cubicBezTo>
                    <a:cubicBezTo>
                      <a:pt x="293400" y="424566"/>
                      <a:pt x="293838" y="419789"/>
                      <a:pt x="293838" y="419789"/>
                    </a:cubicBezTo>
                    <a:lnTo>
                      <a:pt x="294915" y="413700"/>
                    </a:lnTo>
                    <a:lnTo>
                      <a:pt x="299492" y="408923"/>
                    </a:lnTo>
                    <a:lnTo>
                      <a:pt x="302756" y="407847"/>
                    </a:lnTo>
                    <a:lnTo>
                      <a:pt x="305583" y="405021"/>
                    </a:lnTo>
                    <a:lnTo>
                      <a:pt x="306223" y="400446"/>
                    </a:lnTo>
                    <a:lnTo>
                      <a:pt x="303194" y="396746"/>
                    </a:lnTo>
                    <a:lnTo>
                      <a:pt x="294511" y="395669"/>
                    </a:lnTo>
                    <a:lnTo>
                      <a:pt x="292122" y="392205"/>
                    </a:lnTo>
                    <a:lnTo>
                      <a:pt x="292122" y="389614"/>
                    </a:lnTo>
                    <a:lnTo>
                      <a:pt x="299963" y="389614"/>
                    </a:lnTo>
                    <a:lnTo>
                      <a:pt x="305180" y="389614"/>
                    </a:lnTo>
                    <a:lnTo>
                      <a:pt x="310396" y="386150"/>
                    </a:lnTo>
                    <a:lnTo>
                      <a:pt x="322579" y="386150"/>
                    </a:lnTo>
                    <a:lnTo>
                      <a:pt x="327594" y="386150"/>
                    </a:lnTo>
                    <a:lnTo>
                      <a:pt x="330623" y="381810"/>
                    </a:lnTo>
                    <a:lnTo>
                      <a:pt x="331296" y="372256"/>
                    </a:lnTo>
                    <a:lnTo>
                      <a:pt x="326719" y="367244"/>
                    </a:lnTo>
                    <a:lnTo>
                      <a:pt x="322579" y="365293"/>
                    </a:lnTo>
                    <a:lnTo>
                      <a:pt x="316488" y="365293"/>
                    </a:lnTo>
                    <a:lnTo>
                      <a:pt x="316488" y="360079"/>
                    </a:lnTo>
                    <a:lnTo>
                      <a:pt x="318541" y="355100"/>
                    </a:lnTo>
                    <a:lnTo>
                      <a:pt x="319954" y="350525"/>
                    </a:lnTo>
                    <a:lnTo>
                      <a:pt x="319954" y="345984"/>
                    </a:lnTo>
                    <a:lnTo>
                      <a:pt x="322680" y="343360"/>
                    </a:lnTo>
                    <a:lnTo>
                      <a:pt x="326921" y="343595"/>
                    </a:lnTo>
                    <a:lnTo>
                      <a:pt x="326921" y="348809"/>
                    </a:lnTo>
                    <a:lnTo>
                      <a:pt x="326921" y="354259"/>
                    </a:lnTo>
                    <a:lnTo>
                      <a:pt x="331599" y="358599"/>
                    </a:lnTo>
                    <a:lnTo>
                      <a:pt x="337151" y="357085"/>
                    </a:lnTo>
                    <a:lnTo>
                      <a:pt x="338901" y="355571"/>
                    </a:lnTo>
                    <a:lnTo>
                      <a:pt x="338700" y="347531"/>
                    </a:lnTo>
                    <a:lnTo>
                      <a:pt x="339575" y="344268"/>
                    </a:lnTo>
                    <a:lnTo>
                      <a:pt x="342200" y="342317"/>
                    </a:lnTo>
                    <a:cubicBezTo>
                      <a:pt x="342200" y="342317"/>
                      <a:pt x="345902" y="344504"/>
                      <a:pt x="346541" y="344705"/>
                    </a:cubicBezTo>
                    <a:cubicBezTo>
                      <a:pt x="347181" y="344907"/>
                      <a:pt x="350681" y="347531"/>
                      <a:pt x="350681" y="347531"/>
                    </a:cubicBezTo>
                    <a:lnTo>
                      <a:pt x="354585" y="346455"/>
                    </a:lnTo>
                    <a:lnTo>
                      <a:pt x="357849" y="341240"/>
                    </a:lnTo>
                    <a:lnTo>
                      <a:pt x="359801" y="337776"/>
                    </a:lnTo>
                    <a:lnTo>
                      <a:pt x="357412" y="332360"/>
                    </a:lnTo>
                    <a:lnTo>
                      <a:pt x="347181" y="332360"/>
                    </a:lnTo>
                    <a:lnTo>
                      <a:pt x="339575" y="326069"/>
                    </a:lnTo>
                    <a:lnTo>
                      <a:pt x="337185" y="320855"/>
                    </a:lnTo>
                    <a:lnTo>
                      <a:pt x="338262" y="316717"/>
                    </a:lnTo>
                    <a:lnTo>
                      <a:pt x="342839" y="316717"/>
                    </a:lnTo>
                    <a:lnTo>
                      <a:pt x="348291" y="318904"/>
                    </a:lnTo>
                    <a:lnTo>
                      <a:pt x="353710" y="321292"/>
                    </a:lnTo>
                    <a:lnTo>
                      <a:pt x="356536" y="321057"/>
                    </a:lnTo>
                    <a:lnTo>
                      <a:pt x="356536" y="311503"/>
                    </a:lnTo>
                    <a:lnTo>
                      <a:pt x="361113" y="303026"/>
                    </a:lnTo>
                    <a:lnTo>
                      <a:pt x="364378" y="305650"/>
                    </a:lnTo>
                    <a:lnTo>
                      <a:pt x="368282" y="309787"/>
                    </a:lnTo>
                    <a:lnTo>
                      <a:pt x="371984" y="315002"/>
                    </a:lnTo>
                    <a:lnTo>
                      <a:pt x="371547" y="320014"/>
                    </a:lnTo>
                    <a:lnTo>
                      <a:pt x="378278" y="327179"/>
                    </a:lnTo>
                    <a:lnTo>
                      <a:pt x="388071" y="327179"/>
                    </a:lnTo>
                    <a:lnTo>
                      <a:pt x="390662" y="324555"/>
                    </a:lnTo>
                    <a:lnTo>
                      <a:pt x="389350" y="318702"/>
                    </a:lnTo>
                    <a:lnTo>
                      <a:pt x="385884" y="308913"/>
                    </a:lnTo>
                    <a:lnTo>
                      <a:pt x="381542" y="304338"/>
                    </a:lnTo>
                    <a:lnTo>
                      <a:pt x="376527" y="297610"/>
                    </a:lnTo>
                    <a:lnTo>
                      <a:pt x="383898" y="297610"/>
                    </a:lnTo>
                    <a:lnTo>
                      <a:pt x="388475" y="295457"/>
                    </a:lnTo>
                    <a:lnTo>
                      <a:pt x="387600" y="289166"/>
                    </a:lnTo>
                    <a:lnTo>
                      <a:pt x="386725" y="283952"/>
                    </a:lnTo>
                    <a:lnTo>
                      <a:pt x="384335" y="275273"/>
                    </a:lnTo>
                    <a:lnTo>
                      <a:pt x="384537" y="268747"/>
                    </a:lnTo>
                    <a:lnTo>
                      <a:pt x="385177" y="266359"/>
                    </a:lnTo>
                    <a:cubicBezTo>
                      <a:pt x="385177" y="266359"/>
                      <a:pt x="394970" y="266359"/>
                      <a:pt x="396249" y="266359"/>
                    </a:cubicBezTo>
                    <a:cubicBezTo>
                      <a:pt x="397562" y="266359"/>
                      <a:pt x="399749" y="262759"/>
                      <a:pt x="399749" y="262759"/>
                    </a:cubicBezTo>
                    <a:lnTo>
                      <a:pt x="398672" y="257444"/>
                    </a:lnTo>
                    <a:lnTo>
                      <a:pt x="395206" y="251355"/>
                    </a:lnTo>
                    <a:lnTo>
                      <a:pt x="388677" y="248967"/>
                    </a:lnTo>
                    <a:lnTo>
                      <a:pt x="379994" y="248967"/>
                    </a:lnTo>
                    <a:lnTo>
                      <a:pt x="372826" y="248967"/>
                    </a:lnTo>
                    <a:lnTo>
                      <a:pt x="373902" y="245368"/>
                    </a:lnTo>
                    <a:lnTo>
                      <a:pt x="380869" y="238539"/>
                    </a:lnTo>
                    <a:lnTo>
                      <a:pt x="383696" y="234401"/>
                    </a:lnTo>
                    <a:lnTo>
                      <a:pt x="384571" y="225924"/>
                    </a:lnTo>
                    <a:lnTo>
                      <a:pt x="388273" y="220272"/>
                    </a:lnTo>
                    <a:lnTo>
                      <a:pt x="395441" y="218759"/>
                    </a:lnTo>
                    <a:cubicBezTo>
                      <a:pt x="395441" y="218759"/>
                      <a:pt x="400220" y="217245"/>
                      <a:pt x="401095" y="216370"/>
                    </a:cubicBezTo>
                    <a:cubicBezTo>
                      <a:pt x="401970" y="215495"/>
                      <a:pt x="405639" y="216370"/>
                      <a:pt x="405639" y="216370"/>
                    </a:cubicBezTo>
                    <a:lnTo>
                      <a:pt x="410417" y="213545"/>
                    </a:lnTo>
                    <a:lnTo>
                      <a:pt x="411730" y="207893"/>
                    </a:lnTo>
                    <a:lnTo>
                      <a:pt x="407591" y="203755"/>
                    </a:lnTo>
                    <a:lnTo>
                      <a:pt x="402811" y="202881"/>
                    </a:lnTo>
                    <a:lnTo>
                      <a:pt x="398033" y="204193"/>
                    </a:lnTo>
                    <a:lnTo>
                      <a:pt x="394768" y="207893"/>
                    </a:lnTo>
                    <a:lnTo>
                      <a:pt x="391706" y="211593"/>
                    </a:lnTo>
                    <a:lnTo>
                      <a:pt x="388677" y="213545"/>
                    </a:lnTo>
                    <a:lnTo>
                      <a:pt x="385782" y="211291"/>
                    </a:lnTo>
                    <a:lnTo>
                      <a:pt x="380869" y="208969"/>
                    </a:lnTo>
                    <a:lnTo>
                      <a:pt x="375652" y="204058"/>
                    </a:lnTo>
                    <a:lnTo>
                      <a:pt x="374777" y="200593"/>
                    </a:lnTo>
                    <a:lnTo>
                      <a:pt x="378244" y="198272"/>
                    </a:lnTo>
                    <a:lnTo>
                      <a:pt x="379994" y="196826"/>
                    </a:lnTo>
                    <a:lnTo>
                      <a:pt x="383191" y="196826"/>
                    </a:lnTo>
                    <a:lnTo>
                      <a:pt x="386388" y="200459"/>
                    </a:lnTo>
                    <a:lnTo>
                      <a:pt x="390461" y="202040"/>
                    </a:lnTo>
                    <a:lnTo>
                      <a:pt x="395374" y="202040"/>
                    </a:lnTo>
                    <a:lnTo>
                      <a:pt x="398268" y="199416"/>
                    </a:lnTo>
                    <a:lnTo>
                      <a:pt x="398268" y="193899"/>
                    </a:lnTo>
                    <a:lnTo>
                      <a:pt x="395509" y="190703"/>
                    </a:lnTo>
                    <a:lnTo>
                      <a:pt x="391302" y="185489"/>
                    </a:lnTo>
                    <a:lnTo>
                      <a:pt x="391302" y="182865"/>
                    </a:lnTo>
                    <a:cubicBezTo>
                      <a:pt x="391302" y="182865"/>
                      <a:pt x="387600" y="179669"/>
                      <a:pt x="385580" y="179400"/>
                    </a:cubicBezTo>
                    <a:cubicBezTo>
                      <a:pt x="383561" y="179097"/>
                      <a:pt x="379119" y="178526"/>
                      <a:pt x="379119" y="178526"/>
                    </a:cubicBezTo>
                    <a:lnTo>
                      <a:pt x="379119" y="177651"/>
                    </a:lnTo>
                    <a:lnTo>
                      <a:pt x="381878" y="175330"/>
                    </a:lnTo>
                    <a:lnTo>
                      <a:pt x="383460" y="172437"/>
                    </a:lnTo>
                    <a:lnTo>
                      <a:pt x="377941" y="172437"/>
                    </a:lnTo>
                    <a:lnTo>
                      <a:pt x="372152" y="169813"/>
                    </a:lnTo>
                    <a:lnTo>
                      <a:pt x="369527" y="165743"/>
                    </a:lnTo>
                    <a:lnTo>
                      <a:pt x="371849" y="162547"/>
                    </a:lnTo>
                    <a:lnTo>
                      <a:pt x="376763" y="165743"/>
                    </a:lnTo>
                    <a:lnTo>
                      <a:pt x="383730" y="168064"/>
                    </a:lnTo>
                    <a:lnTo>
                      <a:pt x="384032" y="165743"/>
                    </a:lnTo>
                    <a:lnTo>
                      <a:pt x="382585" y="162850"/>
                    </a:lnTo>
                    <a:lnTo>
                      <a:pt x="382585" y="157938"/>
                    </a:lnTo>
                    <a:lnTo>
                      <a:pt x="385042" y="158207"/>
                    </a:lnTo>
                    <a:lnTo>
                      <a:pt x="386927" y="158779"/>
                    </a:lnTo>
                    <a:lnTo>
                      <a:pt x="390124" y="156458"/>
                    </a:lnTo>
                    <a:lnTo>
                      <a:pt x="394768" y="157602"/>
                    </a:lnTo>
                    <a:lnTo>
                      <a:pt x="394768" y="164565"/>
                    </a:lnTo>
                    <a:lnTo>
                      <a:pt x="394768" y="170654"/>
                    </a:lnTo>
                    <a:lnTo>
                      <a:pt x="401735" y="170654"/>
                    </a:lnTo>
                    <a:lnTo>
                      <a:pt x="405201" y="169645"/>
                    </a:lnTo>
                    <a:lnTo>
                      <a:pt x="406648" y="166314"/>
                    </a:lnTo>
                    <a:lnTo>
                      <a:pt x="408667" y="160528"/>
                    </a:lnTo>
                    <a:lnTo>
                      <a:pt x="410990" y="159082"/>
                    </a:lnTo>
                    <a:lnTo>
                      <a:pt x="412740" y="159654"/>
                    </a:lnTo>
                    <a:lnTo>
                      <a:pt x="415062" y="162278"/>
                    </a:lnTo>
                    <a:lnTo>
                      <a:pt x="414490" y="164868"/>
                    </a:lnTo>
                    <a:lnTo>
                      <a:pt x="413918" y="167189"/>
                    </a:lnTo>
                    <a:lnTo>
                      <a:pt x="411293" y="170957"/>
                    </a:lnTo>
                    <a:lnTo>
                      <a:pt x="408095" y="173547"/>
                    </a:lnTo>
                    <a:lnTo>
                      <a:pt x="404326" y="177886"/>
                    </a:lnTo>
                    <a:lnTo>
                      <a:pt x="401701" y="183673"/>
                    </a:lnTo>
                    <a:lnTo>
                      <a:pt x="401701" y="185994"/>
                    </a:lnTo>
                    <a:lnTo>
                      <a:pt x="404461" y="190636"/>
                    </a:lnTo>
                    <a:lnTo>
                      <a:pt x="411562" y="187171"/>
                    </a:lnTo>
                    <a:cubicBezTo>
                      <a:pt x="411562" y="187171"/>
                      <a:pt x="422870" y="181654"/>
                      <a:pt x="423745" y="181385"/>
                    </a:cubicBezTo>
                    <a:cubicBezTo>
                      <a:pt x="424620" y="181082"/>
                      <a:pt x="428389" y="174422"/>
                      <a:pt x="428389" y="174422"/>
                    </a:cubicBezTo>
                    <a:lnTo>
                      <a:pt x="430409" y="168333"/>
                    </a:lnTo>
                    <a:lnTo>
                      <a:pt x="422567" y="159351"/>
                    </a:lnTo>
                    <a:lnTo>
                      <a:pt x="418797" y="152690"/>
                    </a:lnTo>
                    <a:lnTo>
                      <a:pt x="420817" y="147173"/>
                    </a:lnTo>
                    <a:lnTo>
                      <a:pt x="420817" y="142834"/>
                    </a:lnTo>
                    <a:lnTo>
                      <a:pt x="425158" y="140815"/>
                    </a:lnTo>
                    <a:lnTo>
                      <a:pt x="430375" y="141118"/>
                    </a:lnTo>
                    <a:lnTo>
                      <a:pt x="433841" y="142868"/>
                    </a:lnTo>
                    <a:lnTo>
                      <a:pt x="437611" y="142868"/>
                    </a:lnTo>
                    <a:lnTo>
                      <a:pt x="438890" y="139537"/>
                    </a:lnTo>
                    <a:lnTo>
                      <a:pt x="437307" y="135904"/>
                    </a:lnTo>
                    <a:lnTo>
                      <a:pt x="436736" y="133011"/>
                    </a:lnTo>
                    <a:lnTo>
                      <a:pt x="435288" y="124904"/>
                    </a:lnTo>
                    <a:cubicBezTo>
                      <a:pt x="435288" y="124904"/>
                      <a:pt x="436736" y="123155"/>
                      <a:pt x="438890" y="123155"/>
                    </a:cubicBezTo>
                    <a:cubicBezTo>
                      <a:pt x="441077" y="123155"/>
                      <a:pt x="444846" y="120834"/>
                      <a:pt x="444846" y="120834"/>
                    </a:cubicBezTo>
                    <a:lnTo>
                      <a:pt x="446293" y="115922"/>
                    </a:lnTo>
                    <a:lnTo>
                      <a:pt x="441952" y="111583"/>
                    </a:lnTo>
                    <a:lnTo>
                      <a:pt x="439058" y="108118"/>
                    </a:lnTo>
                    <a:lnTo>
                      <a:pt x="433841" y="108118"/>
                    </a:lnTo>
                    <a:lnTo>
                      <a:pt x="426875" y="106369"/>
                    </a:lnTo>
                    <a:lnTo>
                      <a:pt x="426572" y="106369"/>
                    </a:lnTo>
                    <a:lnTo>
                      <a:pt x="429466" y="101154"/>
                    </a:lnTo>
                    <a:lnTo>
                      <a:pt x="438721" y="102904"/>
                    </a:lnTo>
                    <a:lnTo>
                      <a:pt x="443635" y="108690"/>
                    </a:lnTo>
                    <a:lnTo>
                      <a:pt x="447673" y="111583"/>
                    </a:lnTo>
                    <a:lnTo>
                      <a:pt x="451139" y="111583"/>
                    </a:lnTo>
                    <a:lnTo>
                      <a:pt x="451274" y="111011"/>
                    </a:lnTo>
                    <a:lnTo>
                      <a:pt x="451005" y="110977"/>
                    </a:lnTo>
                    <a:close/>
                  </a:path>
                </a:pathLst>
              </a:custGeom>
              <a:grpFill/>
              <a:ln w="6350" cap="flat">
                <a:solidFill>
                  <a:schemeClr val="bg1"/>
                </a:solidFill>
                <a:prstDash val="solid"/>
                <a:miter/>
              </a:ln>
            </p:spPr>
            <p:txBody>
              <a:bodyPr rtlCol="0" anchor="ctr"/>
              <a:lstStyle/>
              <a:p>
                <a:endParaRPr lang="en-US"/>
              </a:p>
            </p:txBody>
          </p:sp>
          <p:sp>
            <p:nvSpPr>
              <p:cNvPr id="106" name="Freeform 945">
                <a:extLst>
                  <a:ext uri="{FF2B5EF4-FFF2-40B4-BE49-F238E27FC236}">
                    <a16:creationId xmlns:a16="http://schemas.microsoft.com/office/drawing/2014/main" id="{03D25D0F-F5ED-6B9B-B2A4-1D7ECD74EA09}"/>
                  </a:ext>
                </a:extLst>
              </p:cNvPr>
              <p:cNvSpPr/>
              <p:nvPr/>
            </p:nvSpPr>
            <p:spPr>
              <a:xfrm>
                <a:off x="6194083" y="3181973"/>
                <a:ext cx="7168" cy="7804"/>
              </a:xfrm>
              <a:custGeom>
                <a:avLst/>
                <a:gdLst>
                  <a:gd name="connsiteX0" fmla="*/ 1952 w 7168"/>
                  <a:gd name="connsiteY0" fmla="*/ 6291 h 7804"/>
                  <a:gd name="connsiteX1" fmla="*/ 4543 w 7168"/>
                  <a:gd name="connsiteY1" fmla="*/ 7804 h 7804"/>
                  <a:gd name="connsiteX2" fmla="*/ 6092 w 7168"/>
                  <a:gd name="connsiteY2" fmla="*/ 7064 h 7804"/>
                  <a:gd name="connsiteX3" fmla="*/ 7168 w 7168"/>
                  <a:gd name="connsiteY3" fmla="*/ 4575 h 7804"/>
                  <a:gd name="connsiteX4" fmla="*/ 6092 w 7168"/>
                  <a:gd name="connsiteY4" fmla="*/ 874 h 7804"/>
                  <a:gd name="connsiteX5" fmla="*/ 1952 w 7168"/>
                  <a:gd name="connsiteY5" fmla="*/ 0 h 7804"/>
                  <a:gd name="connsiteX6" fmla="*/ 0 w 7168"/>
                  <a:gd name="connsiteY6" fmla="*/ 2624 h 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8" h="7804">
                    <a:moveTo>
                      <a:pt x="1952" y="6291"/>
                    </a:moveTo>
                    <a:lnTo>
                      <a:pt x="4543" y="7804"/>
                    </a:lnTo>
                    <a:lnTo>
                      <a:pt x="6092" y="7064"/>
                    </a:lnTo>
                    <a:lnTo>
                      <a:pt x="7168" y="4575"/>
                    </a:lnTo>
                    <a:lnTo>
                      <a:pt x="6092" y="874"/>
                    </a:lnTo>
                    <a:lnTo>
                      <a:pt x="1952" y="0"/>
                    </a:lnTo>
                    <a:lnTo>
                      <a:pt x="0" y="2624"/>
                    </a:lnTo>
                    <a:close/>
                  </a:path>
                </a:pathLst>
              </a:custGeom>
              <a:grpFill/>
              <a:ln w="6350" cap="flat">
                <a:solidFill>
                  <a:schemeClr val="bg1"/>
                </a:solidFill>
                <a:prstDash val="solid"/>
                <a:miter/>
              </a:ln>
            </p:spPr>
            <p:txBody>
              <a:bodyPr rtlCol="0" anchor="ctr"/>
              <a:lstStyle/>
              <a:p>
                <a:endParaRPr lang="en-US"/>
              </a:p>
            </p:txBody>
          </p:sp>
          <p:sp>
            <p:nvSpPr>
              <p:cNvPr id="107" name="Freeform 946">
                <a:extLst>
                  <a:ext uri="{FF2B5EF4-FFF2-40B4-BE49-F238E27FC236}">
                    <a16:creationId xmlns:a16="http://schemas.microsoft.com/office/drawing/2014/main" id="{EB2D0D32-3286-5692-22CA-F56CC8458111}"/>
                  </a:ext>
                </a:extLst>
              </p:cNvPr>
              <p:cNvSpPr/>
              <p:nvPr/>
            </p:nvSpPr>
            <p:spPr>
              <a:xfrm>
                <a:off x="6191256" y="3189777"/>
                <a:ext cx="3466" cy="3061"/>
              </a:xfrm>
              <a:custGeom>
                <a:avLst/>
                <a:gdLst>
                  <a:gd name="connsiteX0" fmla="*/ 3467 w 3466"/>
                  <a:gd name="connsiteY0" fmla="*/ 3061 h 3061"/>
                  <a:gd name="connsiteX1" fmla="*/ 0 w 3466"/>
                  <a:gd name="connsiteY1" fmla="*/ 3061 h 3061"/>
                  <a:gd name="connsiteX2" fmla="*/ 0 w 3466"/>
                  <a:gd name="connsiteY2" fmla="*/ 0 h 3061"/>
                  <a:gd name="connsiteX3" fmla="*/ 2827 w 3466"/>
                  <a:gd name="connsiteY3" fmla="*/ 0 h 3061"/>
                </a:gdLst>
                <a:ahLst/>
                <a:cxnLst>
                  <a:cxn ang="0">
                    <a:pos x="connsiteX0" y="connsiteY0"/>
                  </a:cxn>
                  <a:cxn ang="0">
                    <a:pos x="connsiteX1" y="connsiteY1"/>
                  </a:cxn>
                  <a:cxn ang="0">
                    <a:pos x="connsiteX2" y="connsiteY2"/>
                  </a:cxn>
                  <a:cxn ang="0">
                    <a:pos x="connsiteX3" y="connsiteY3"/>
                  </a:cxn>
                </a:cxnLst>
                <a:rect l="l" t="t" r="r" b="b"/>
                <a:pathLst>
                  <a:path w="3466" h="3061">
                    <a:moveTo>
                      <a:pt x="3467" y="3061"/>
                    </a:moveTo>
                    <a:lnTo>
                      <a:pt x="0" y="3061"/>
                    </a:lnTo>
                    <a:lnTo>
                      <a:pt x="0" y="0"/>
                    </a:lnTo>
                    <a:lnTo>
                      <a:pt x="2827" y="0"/>
                    </a:lnTo>
                    <a:close/>
                  </a:path>
                </a:pathLst>
              </a:custGeom>
              <a:grpFill/>
              <a:ln w="6350" cap="flat">
                <a:solidFill>
                  <a:schemeClr val="bg1"/>
                </a:solidFill>
                <a:prstDash val="solid"/>
                <a:miter/>
              </a:ln>
            </p:spPr>
            <p:txBody>
              <a:bodyPr rtlCol="0" anchor="ctr"/>
              <a:lstStyle/>
              <a:p>
                <a:endParaRPr lang="en-US"/>
              </a:p>
            </p:txBody>
          </p:sp>
          <p:sp>
            <p:nvSpPr>
              <p:cNvPr id="108" name="Freeform 947">
                <a:extLst>
                  <a:ext uri="{FF2B5EF4-FFF2-40B4-BE49-F238E27FC236}">
                    <a16:creationId xmlns:a16="http://schemas.microsoft.com/office/drawing/2014/main" id="{891D97CD-CADD-778D-2297-2EE64770EE93}"/>
                  </a:ext>
                </a:extLst>
              </p:cNvPr>
              <p:cNvSpPr/>
              <p:nvPr/>
            </p:nvSpPr>
            <p:spPr>
              <a:xfrm>
                <a:off x="6178232" y="3255408"/>
                <a:ext cx="23457" cy="25767"/>
              </a:xfrm>
              <a:custGeom>
                <a:avLst/>
                <a:gdLst>
                  <a:gd name="connsiteX0" fmla="*/ 12587 w 23457"/>
                  <a:gd name="connsiteY0" fmla="*/ 0 h 25767"/>
                  <a:gd name="connsiteX1" fmla="*/ 15616 w 23457"/>
                  <a:gd name="connsiteY1" fmla="*/ 2052 h 25767"/>
                  <a:gd name="connsiteX2" fmla="*/ 16491 w 23457"/>
                  <a:gd name="connsiteY2" fmla="*/ 5214 h 25767"/>
                  <a:gd name="connsiteX3" fmla="*/ 23457 w 23457"/>
                  <a:gd name="connsiteY3" fmla="*/ 5214 h 25767"/>
                  <a:gd name="connsiteX4" fmla="*/ 23020 w 23457"/>
                  <a:gd name="connsiteY4" fmla="*/ 10866 h 25767"/>
                  <a:gd name="connsiteX5" fmla="*/ 19015 w 23457"/>
                  <a:gd name="connsiteY5" fmla="*/ 13691 h 25767"/>
                  <a:gd name="connsiteX6" fmla="*/ 15649 w 23457"/>
                  <a:gd name="connsiteY6" fmla="*/ 20857 h 25767"/>
                  <a:gd name="connsiteX7" fmla="*/ 15649 w 23457"/>
                  <a:gd name="connsiteY7" fmla="*/ 25196 h 25767"/>
                  <a:gd name="connsiteX8" fmla="*/ 13899 w 23457"/>
                  <a:gd name="connsiteY8" fmla="*/ 25196 h 25767"/>
                  <a:gd name="connsiteX9" fmla="*/ 10433 w 23457"/>
                  <a:gd name="connsiteY9" fmla="*/ 25196 h 25767"/>
                  <a:gd name="connsiteX10" fmla="*/ 5856 w 23457"/>
                  <a:gd name="connsiteY10" fmla="*/ 20857 h 25767"/>
                  <a:gd name="connsiteX11" fmla="*/ 5856 w 23457"/>
                  <a:gd name="connsiteY11" fmla="*/ 17156 h 25767"/>
                  <a:gd name="connsiteX12" fmla="*/ 5654 w 23457"/>
                  <a:gd name="connsiteY12" fmla="*/ 15407 h 25767"/>
                  <a:gd name="connsiteX13" fmla="*/ 0 w 23457"/>
                  <a:gd name="connsiteY13" fmla="*/ 12750 h 25767"/>
                  <a:gd name="connsiteX14" fmla="*/ 0 w 23457"/>
                  <a:gd name="connsiteY14" fmla="*/ 11269 h 25767"/>
                  <a:gd name="connsiteX15" fmla="*/ 1952 w 23457"/>
                  <a:gd name="connsiteY15" fmla="*/ 6492 h 25767"/>
                  <a:gd name="connsiteX16" fmla="*/ 5856 w 23457"/>
                  <a:gd name="connsiteY16" fmla="*/ 3229 h 25767"/>
                  <a:gd name="connsiteX17" fmla="*/ 6731 w 23457"/>
                  <a:gd name="connsiteY17" fmla="*/ 3028 h 25767"/>
                  <a:gd name="connsiteX18" fmla="*/ 8683 w 23457"/>
                  <a:gd name="connsiteY18" fmla="*/ 0 h 25767"/>
                  <a:gd name="connsiteX19" fmla="*/ 12587 w 23457"/>
                  <a:gd name="connsiteY19" fmla="*/ 0 h 2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57" h="25767">
                    <a:moveTo>
                      <a:pt x="12587" y="0"/>
                    </a:moveTo>
                    <a:lnTo>
                      <a:pt x="15616" y="2052"/>
                    </a:lnTo>
                    <a:lnTo>
                      <a:pt x="16491" y="5214"/>
                    </a:lnTo>
                    <a:lnTo>
                      <a:pt x="23457" y="5214"/>
                    </a:lnTo>
                    <a:lnTo>
                      <a:pt x="23020" y="10866"/>
                    </a:lnTo>
                    <a:lnTo>
                      <a:pt x="19015" y="13691"/>
                    </a:lnTo>
                    <a:lnTo>
                      <a:pt x="15649" y="20857"/>
                    </a:lnTo>
                    <a:lnTo>
                      <a:pt x="15649" y="25196"/>
                    </a:lnTo>
                    <a:cubicBezTo>
                      <a:pt x="15649" y="25196"/>
                      <a:pt x="14572" y="24557"/>
                      <a:pt x="13899" y="25196"/>
                    </a:cubicBezTo>
                    <a:cubicBezTo>
                      <a:pt x="13260" y="25835"/>
                      <a:pt x="12149" y="26071"/>
                      <a:pt x="10433" y="25196"/>
                    </a:cubicBezTo>
                    <a:cubicBezTo>
                      <a:pt x="8683" y="24322"/>
                      <a:pt x="5856" y="20857"/>
                      <a:pt x="5856" y="20857"/>
                    </a:cubicBezTo>
                    <a:cubicBezTo>
                      <a:pt x="5856" y="20857"/>
                      <a:pt x="6058" y="17829"/>
                      <a:pt x="5856" y="17156"/>
                    </a:cubicBezTo>
                    <a:cubicBezTo>
                      <a:pt x="5654" y="16517"/>
                      <a:pt x="5654" y="15407"/>
                      <a:pt x="5654" y="15407"/>
                    </a:cubicBezTo>
                    <a:lnTo>
                      <a:pt x="0" y="12750"/>
                    </a:lnTo>
                    <a:lnTo>
                      <a:pt x="0" y="11269"/>
                    </a:lnTo>
                    <a:cubicBezTo>
                      <a:pt x="0" y="11269"/>
                      <a:pt x="1313" y="6694"/>
                      <a:pt x="1952" y="6492"/>
                    </a:cubicBezTo>
                    <a:cubicBezTo>
                      <a:pt x="2591" y="6291"/>
                      <a:pt x="4981" y="3667"/>
                      <a:pt x="5856" y="3229"/>
                    </a:cubicBezTo>
                    <a:cubicBezTo>
                      <a:pt x="6731" y="2792"/>
                      <a:pt x="6731" y="3028"/>
                      <a:pt x="6731" y="3028"/>
                    </a:cubicBezTo>
                    <a:lnTo>
                      <a:pt x="8683" y="0"/>
                    </a:lnTo>
                    <a:lnTo>
                      <a:pt x="12587" y="0"/>
                    </a:lnTo>
                    <a:close/>
                  </a:path>
                </a:pathLst>
              </a:custGeom>
              <a:grpFill/>
              <a:ln w="6350" cap="flat">
                <a:solidFill>
                  <a:schemeClr val="bg1"/>
                </a:solidFill>
                <a:prstDash val="solid"/>
                <a:miter/>
              </a:ln>
            </p:spPr>
            <p:txBody>
              <a:bodyPr rtlCol="0" anchor="ctr"/>
              <a:lstStyle/>
              <a:p>
                <a:endParaRPr lang="en-US"/>
              </a:p>
            </p:txBody>
          </p:sp>
          <p:sp>
            <p:nvSpPr>
              <p:cNvPr id="109" name="Freeform 948">
                <a:extLst>
                  <a:ext uri="{FF2B5EF4-FFF2-40B4-BE49-F238E27FC236}">
                    <a16:creationId xmlns:a16="http://schemas.microsoft.com/office/drawing/2014/main" id="{2879D723-3558-6159-8355-123D92A1BC76}"/>
                  </a:ext>
                </a:extLst>
              </p:cNvPr>
              <p:cNvSpPr/>
              <p:nvPr/>
            </p:nvSpPr>
            <p:spPr>
              <a:xfrm>
                <a:off x="6151476" y="3302335"/>
                <a:ext cx="14539" cy="11134"/>
              </a:xfrm>
              <a:custGeom>
                <a:avLst/>
                <a:gdLst>
                  <a:gd name="connsiteX0" fmla="*/ 4779 w 14539"/>
                  <a:gd name="connsiteY0" fmla="*/ 0 h 11134"/>
                  <a:gd name="connsiteX1" fmla="*/ 8683 w 14539"/>
                  <a:gd name="connsiteY1" fmla="*/ 1514 h 11134"/>
                  <a:gd name="connsiteX2" fmla="*/ 14539 w 14539"/>
                  <a:gd name="connsiteY2" fmla="*/ 4104 h 11134"/>
                  <a:gd name="connsiteX3" fmla="*/ 13024 w 14539"/>
                  <a:gd name="connsiteY3" fmla="*/ 9655 h 11134"/>
                  <a:gd name="connsiteX4" fmla="*/ 9659 w 14539"/>
                  <a:gd name="connsiteY4" fmla="*/ 11135 h 11134"/>
                  <a:gd name="connsiteX5" fmla="*/ 6058 w 14539"/>
                  <a:gd name="connsiteY5" fmla="*/ 7636 h 11134"/>
                  <a:gd name="connsiteX6" fmla="*/ 2154 w 14539"/>
                  <a:gd name="connsiteY6" fmla="*/ 3700 h 11134"/>
                  <a:gd name="connsiteX7" fmla="*/ 0 w 14539"/>
                  <a:gd name="connsiteY7" fmla="*/ 875 h 11134"/>
                  <a:gd name="connsiteX8" fmla="*/ 1952 w 14539"/>
                  <a:gd name="connsiteY8" fmla="*/ 0 h 11134"/>
                  <a:gd name="connsiteX9" fmla="*/ 4779 w 14539"/>
                  <a:gd name="connsiteY9" fmla="*/ 0 h 11134"/>
                  <a:gd name="connsiteX10" fmla="*/ 4779 w 14539"/>
                  <a:gd name="connsiteY10" fmla="*/ 0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39" h="11134">
                    <a:moveTo>
                      <a:pt x="4779" y="0"/>
                    </a:moveTo>
                    <a:lnTo>
                      <a:pt x="8683" y="1514"/>
                    </a:lnTo>
                    <a:lnTo>
                      <a:pt x="14539" y="4104"/>
                    </a:lnTo>
                    <a:lnTo>
                      <a:pt x="13024" y="9655"/>
                    </a:lnTo>
                    <a:lnTo>
                      <a:pt x="9659" y="11135"/>
                    </a:lnTo>
                    <a:cubicBezTo>
                      <a:pt x="9659" y="11135"/>
                      <a:pt x="6933" y="7636"/>
                      <a:pt x="6058" y="7636"/>
                    </a:cubicBezTo>
                    <a:cubicBezTo>
                      <a:pt x="5183" y="7636"/>
                      <a:pt x="2154" y="3700"/>
                      <a:pt x="2154" y="3700"/>
                    </a:cubicBezTo>
                    <a:lnTo>
                      <a:pt x="0" y="875"/>
                    </a:lnTo>
                    <a:lnTo>
                      <a:pt x="1952" y="0"/>
                    </a:lnTo>
                    <a:lnTo>
                      <a:pt x="4779" y="0"/>
                    </a:lnTo>
                    <a:lnTo>
                      <a:pt x="4779" y="0"/>
                    </a:lnTo>
                    <a:close/>
                  </a:path>
                </a:pathLst>
              </a:custGeom>
              <a:grpFill/>
              <a:ln w="6350" cap="flat">
                <a:solidFill>
                  <a:schemeClr val="bg1"/>
                </a:solidFill>
                <a:prstDash val="solid"/>
                <a:miter/>
              </a:ln>
            </p:spPr>
            <p:txBody>
              <a:bodyPr rtlCol="0" anchor="ctr"/>
              <a:lstStyle/>
              <a:p>
                <a:endParaRPr lang="en-US"/>
              </a:p>
            </p:txBody>
          </p:sp>
          <p:sp>
            <p:nvSpPr>
              <p:cNvPr id="110" name="Freeform 949">
                <a:extLst>
                  <a:ext uri="{FF2B5EF4-FFF2-40B4-BE49-F238E27FC236}">
                    <a16:creationId xmlns:a16="http://schemas.microsoft.com/office/drawing/2014/main" id="{C9C48058-741A-B785-09C5-FA448751AAAE}"/>
                  </a:ext>
                </a:extLst>
              </p:cNvPr>
              <p:cNvSpPr/>
              <p:nvPr/>
            </p:nvSpPr>
            <p:spPr>
              <a:xfrm>
                <a:off x="5947799" y="3484864"/>
                <a:ext cx="28269" cy="24321"/>
              </a:xfrm>
              <a:custGeom>
                <a:avLst/>
                <a:gdLst>
                  <a:gd name="connsiteX0" fmla="*/ 10635 w 28269"/>
                  <a:gd name="connsiteY0" fmla="*/ 24322 h 24321"/>
                  <a:gd name="connsiteX1" fmla="*/ 14774 w 28269"/>
                  <a:gd name="connsiteY1" fmla="*/ 20419 h 24321"/>
                  <a:gd name="connsiteX2" fmla="*/ 14774 w 28269"/>
                  <a:gd name="connsiteY2" fmla="*/ 17358 h 24321"/>
                  <a:gd name="connsiteX3" fmla="*/ 17399 w 28269"/>
                  <a:gd name="connsiteY3" fmla="*/ 17358 h 24321"/>
                  <a:gd name="connsiteX4" fmla="*/ 23895 w 28269"/>
                  <a:gd name="connsiteY4" fmla="*/ 13456 h 24321"/>
                  <a:gd name="connsiteX5" fmla="*/ 28270 w 28269"/>
                  <a:gd name="connsiteY5" fmla="*/ 9991 h 24321"/>
                  <a:gd name="connsiteX6" fmla="*/ 24332 w 28269"/>
                  <a:gd name="connsiteY6" fmla="*/ 5416 h 24321"/>
                  <a:gd name="connsiteX7" fmla="*/ 19553 w 28269"/>
                  <a:gd name="connsiteY7" fmla="*/ 1716 h 24321"/>
                  <a:gd name="connsiteX8" fmla="*/ 13899 w 28269"/>
                  <a:gd name="connsiteY8" fmla="*/ 1716 h 24321"/>
                  <a:gd name="connsiteX9" fmla="*/ 11072 w 28269"/>
                  <a:gd name="connsiteY9" fmla="*/ 0 h 24321"/>
                  <a:gd name="connsiteX10" fmla="*/ 0 w 28269"/>
                  <a:gd name="connsiteY10" fmla="*/ 0 h 24321"/>
                  <a:gd name="connsiteX11" fmla="*/ 4341 w 28269"/>
                  <a:gd name="connsiteY11" fmla="*/ 6930 h 24321"/>
                  <a:gd name="connsiteX12" fmla="*/ 4341 w 28269"/>
                  <a:gd name="connsiteY12" fmla="*/ 13019 h 24321"/>
                  <a:gd name="connsiteX13" fmla="*/ 4341 w 28269"/>
                  <a:gd name="connsiteY13" fmla="*/ 18233 h 24321"/>
                  <a:gd name="connsiteX14" fmla="*/ 5654 w 28269"/>
                  <a:gd name="connsiteY14" fmla="*/ 20419 h 2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69" h="24321">
                    <a:moveTo>
                      <a:pt x="10635" y="24322"/>
                    </a:moveTo>
                    <a:lnTo>
                      <a:pt x="14774" y="20419"/>
                    </a:lnTo>
                    <a:lnTo>
                      <a:pt x="14774" y="17358"/>
                    </a:lnTo>
                    <a:lnTo>
                      <a:pt x="17399" y="17358"/>
                    </a:lnTo>
                    <a:lnTo>
                      <a:pt x="23895" y="13456"/>
                    </a:lnTo>
                    <a:lnTo>
                      <a:pt x="28270" y="9991"/>
                    </a:lnTo>
                    <a:lnTo>
                      <a:pt x="24332" y="5416"/>
                    </a:lnTo>
                    <a:lnTo>
                      <a:pt x="19553" y="1716"/>
                    </a:lnTo>
                    <a:lnTo>
                      <a:pt x="13899" y="1716"/>
                    </a:lnTo>
                    <a:lnTo>
                      <a:pt x="11072" y="0"/>
                    </a:lnTo>
                    <a:lnTo>
                      <a:pt x="0" y="0"/>
                    </a:lnTo>
                    <a:lnTo>
                      <a:pt x="4341" y="6930"/>
                    </a:lnTo>
                    <a:lnTo>
                      <a:pt x="4341" y="13019"/>
                    </a:lnTo>
                    <a:lnTo>
                      <a:pt x="4341" y="18233"/>
                    </a:lnTo>
                    <a:lnTo>
                      <a:pt x="5654" y="20419"/>
                    </a:lnTo>
                    <a:close/>
                  </a:path>
                </a:pathLst>
              </a:custGeom>
              <a:grpFill/>
              <a:ln w="6350" cap="flat">
                <a:solidFill>
                  <a:schemeClr val="bg1"/>
                </a:solidFill>
                <a:prstDash val="solid"/>
                <a:miter/>
              </a:ln>
            </p:spPr>
            <p:txBody>
              <a:bodyPr rtlCol="0" anchor="ctr"/>
              <a:lstStyle/>
              <a:p>
                <a:endParaRPr lang="en-US"/>
              </a:p>
            </p:txBody>
          </p:sp>
        </p:grpSp>
        <p:sp>
          <p:nvSpPr>
            <p:cNvPr id="33" name="Freeform 887">
              <a:extLst>
                <a:ext uri="{FF2B5EF4-FFF2-40B4-BE49-F238E27FC236}">
                  <a16:creationId xmlns:a16="http://schemas.microsoft.com/office/drawing/2014/main" id="{195DA47E-8146-FF21-08B9-5CBBFFED6735}"/>
                </a:ext>
              </a:extLst>
            </p:cNvPr>
            <p:cNvSpPr/>
            <p:nvPr/>
          </p:nvSpPr>
          <p:spPr>
            <a:xfrm>
              <a:off x="7987017" y="2835953"/>
              <a:ext cx="245586" cy="305313"/>
            </a:xfrm>
            <a:custGeom>
              <a:avLst/>
              <a:gdLst>
                <a:gd name="connsiteX0" fmla="*/ 342638 w 471500"/>
                <a:gd name="connsiteY0" fmla="*/ 573051 h 586170"/>
                <a:gd name="connsiteX1" fmla="*/ 344388 w 471500"/>
                <a:gd name="connsiteY1" fmla="*/ 580015 h 586170"/>
                <a:gd name="connsiteX2" fmla="*/ 344388 w 471500"/>
                <a:gd name="connsiteY2" fmla="*/ 582908 h 586170"/>
                <a:gd name="connsiteX3" fmla="*/ 353070 w 471500"/>
                <a:gd name="connsiteY3" fmla="*/ 586171 h 586170"/>
                <a:gd name="connsiteX4" fmla="*/ 357210 w 471500"/>
                <a:gd name="connsiteY4" fmla="*/ 581831 h 586170"/>
                <a:gd name="connsiteX5" fmla="*/ 364177 w 471500"/>
                <a:gd name="connsiteY5" fmla="*/ 575978 h 586170"/>
                <a:gd name="connsiteX6" fmla="*/ 370268 w 471500"/>
                <a:gd name="connsiteY6" fmla="*/ 572277 h 586170"/>
                <a:gd name="connsiteX7" fmla="*/ 375047 w 471500"/>
                <a:gd name="connsiteY7" fmla="*/ 564877 h 586170"/>
                <a:gd name="connsiteX8" fmla="*/ 380936 w 471500"/>
                <a:gd name="connsiteY8" fmla="*/ 560302 h 586170"/>
                <a:gd name="connsiteX9" fmla="*/ 384638 w 471500"/>
                <a:gd name="connsiteY9" fmla="*/ 555289 h 586170"/>
                <a:gd name="connsiteX10" fmla="*/ 389619 w 471500"/>
                <a:gd name="connsiteY10" fmla="*/ 552262 h 586170"/>
                <a:gd name="connsiteX11" fmla="*/ 399614 w 471500"/>
                <a:gd name="connsiteY11" fmla="*/ 547048 h 586170"/>
                <a:gd name="connsiteX12" fmla="*/ 403519 w 471500"/>
                <a:gd name="connsiteY12" fmla="*/ 541161 h 586170"/>
                <a:gd name="connsiteX13" fmla="*/ 403519 w 471500"/>
                <a:gd name="connsiteY13" fmla="*/ 532919 h 586170"/>
                <a:gd name="connsiteX14" fmla="*/ 408533 w 471500"/>
                <a:gd name="connsiteY14" fmla="*/ 529858 h 586170"/>
                <a:gd name="connsiteX15" fmla="*/ 413951 w 471500"/>
                <a:gd name="connsiteY15" fmla="*/ 514653 h 586170"/>
                <a:gd name="connsiteX16" fmla="*/ 411495 w 471500"/>
                <a:gd name="connsiteY16" fmla="*/ 504662 h 586170"/>
                <a:gd name="connsiteX17" fmla="*/ 408735 w 471500"/>
                <a:gd name="connsiteY17" fmla="*/ 499448 h 586170"/>
                <a:gd name="connsiteX18" fmla="*/ 408735 w 471500"/>
                <a:gd name="connsiteY18" fmla="*/ 490769 h 586170"/>
                <a:gd name="connsiteX19" fmla="*/ 408735 w 471500"/>
                <a:gd name="connsiteY19" fmla="*/ 474689 h 586170"/>
                <a:gd name="connsiteX20" fmla="*/ 411495 w 471500"/>
                <a:gd name="connsiteY20" fmla="*/ 474252 h 586170"/>
                <a:gd name="connsiteX21" fmla="*/ 414826 w 471500"/>
                <a:gd name="connsiteY21" fmla="*/ 477716 h 586170"/>
                <a:gd name="connsiteX22" fmla="*/ 425259 w 471500"/>
                <a:gd name="connsiteY22" fmla="*/ 477716 h 586170"/>
                <a:gd name="connsiteX23" fmla="*/ 437442 w 471500"/>
                <a:gd name="connsiteY23" fmla="*/ 477716 h 586170"/>
                <a:gd name="connsiteX24" fmla="*/ 448313 w 471500"/>
                <a:gd name="connsiteY24" fmla="*/ 474891 h 586170"/>
                <a:gd name="connsiteX25" fmla="*/ 452217 w 471500"/>
                <a:gd name="connsiteY25" fmla="*/ 468163 h 586170"/>
                <a:gd name="connsiteX26" fmla="*/ 452217 w 471500"/>
                <a:gd name="connsiteY26" fmla="*/ 459484 h 586170"/>
                <a:gd name="connsiteX27" fmla="*/ 447202 w 471500"/>
                <a:gd name="connsiteY27" fmla="*/ 453832 h 586170"/>
                <a:gd name="connsiteX28" fmla="*/ 439596 w 471500"/>
                <a:gd name="connsiteY28" fmla="*/ 446432 h 586170"/>
                <a:gd name="connsiteX29" fmla="*/ 446125 w 471500"/>
                <a:gd name="connsiteY29" fmla="*/ 437753 h 586170"/>
                <a:gd name="connsiteX30" fmla="*/ 453529 w 471500"/>
                <a:gd name="connsiteY30" fmla="*/ 437753 h 586170"/>
                <a:gd name="connsiteX31" fmla="*/ 460933 w 471500"/>
                <a:gd name="connsiteY31" fmla="*/ 435129 h 586170"/>
                <a:gd name="connsiteX32" fmla="*/ 460933 w 471500"/>
                <a:gd name="connsiteY32" fmla="*/ 424263 h 586170"/>
                <a:gd name="connsiteX33" fmla="*/ 466150 w 471500"/>
                <a:gd name="connsiteY33" fmla="*/ 414272 h 586170"/>
                <a:gd name="connsiteX34" fmla="*/ 469212 w 471500"/>
                <a:gd name="connsiteY34" fmla="*/ 406602 h 586170"/>
                <a:gd name="connsiteX35" fmla="*/ 471400 w 471500"/>
                <a:gd name="connsiteY35" fmla="*/ 389951 h 586170"/>
                <a:gd name="connsiteX36" fmla="*/ 471400 w 471500"/>
                <a:gd name="connsiteY36" fmla="*/ 381272 h 586170"/>
                <a:gd name="connsiteX37" fmla="*/ 471501 w 471500"/>
                <a:gd name="connsiteY37" fmla="*/ 381003 h 586170"/>
                <a:gd name="connsiteX38" fmla="*/ 468506 w 471500"/>
                <a:gd name="connsiteY38" fmla="*/ 374880 h 586170"/>
                <a:gd name="connsiteX39" fmla="*/ 461236 w 471500"/>
                <a:gd name="connsiteY39" fmla="*/ 376899 h 586170"/>
                <a:gd name="connsiteX40" fmla="*/ 451106 w 471500"/>
                <a:gd name="connsiteY40" fmla="*/ 378076 h 586170"/>
                <a:gd name="connsiteX41" fmla="*/ 450534 w 471500"/>
                <a:gd name="connsiteY41" fmla="*/ 372862 h 586170"/>
                <a:gd name="connsiteX42" fmla="*/ 449659 w 471500"/>
                <a:gd name="connsiteY42" fmla="*/ 364755 h 586170"/>
                <a:gd name="connsiteX43" fmla="*/ 445318 w 471500"/>
                <a:gd name="connsiteY43" fmla="*/ 364755 h 586170"/>
                <a:gd name="connsiteX44" fmla="*/ 434313 w 471500"/>
                <a:gd name="connsiteY44" fmla="*/ 367042 h 586170"/>
                <a:gd name="connsiteX45" fmla="*/ 426471 w 471500"/>
                <a:gd name="connsiteY45" fmla="*/ 369094 h 586170"/>
                <a:gd name="connsiteX46" fmla="*/ 419235 w 471500"/>
                <a:gd name="connsiteY46" fmla="*/ 369969 h 586170"/>
                <a:gd name="connsiteX47" fmla="*/ 411562 w 471500"/>
                <a:gd name="connsiteY47" fmla="*/ 373164 h 586170"/>
                <a:gd name="connsiteX48" fmla="*/ 404461 w 471500"/>
                <a:gd name="connsiteY48" fmla="*/ 375183 h 586170"/>
                <a:gd name="connsiteX49" fmla="*/ 395778 w 471500"/>
                <a:gd name="connsiteY49" fmla="*/ 375183 h 586170"/>
                <a:gd name="connsiteX50" fmla="*/ 387364 w 471500"/>
                <a:gd name="connsiteY50" fmla="*/ 370406 h 586170"/>
                <a:gd name="connsiteX51" fmla="*/ 384167 w 471500"/>
                <a:gd name="connsiteY51" fmla="*/ 367076 h 586170"/>
                <a:gd name="connsiteX52" fmla="*/ 382148 w 471500"/>
                <a:gd name="connsiteY52" fmla="*/ 361290 h 586170"/>
                <a:gd name="connsiteX53" fmla="*/ 389687 w 471500"/>
                <a:gd name="connsiteY53" fmla="*/ 354057 h 586170"/>
                <a:gd name="connsiteX54" fmla="*/ 394903 w 471500"/>
                <a:gd name="connsiteY54" fmla="*/ 349718 h 586170"/>
                <a:gd name="connsiteX55" fmla="*/ 398100 w 471500"/>
                <a:gd name="connsiteY55" fmla="*/ 341913 h 586170"/>
                <a:gd name="connsiteX56" fmla="*/ 396922 w 471500"/>
                <a:gd name="connsiteY56" fmla="*/ 336396 h 586170"/>
                <a:gd name="connsiteX57" fmla="*/ 395778 w 471500"/>
                <a:gd name="connsiteY57" fmla="*/ 330005 h 586170"/>
                <a:gd name="connsiteX58" fmla="*/ 394028 w 471500"/>
                <a:gd name="connsiteY58" fmla="*/ 324791 h 586170"/>
                <a:gd name="connsiteX59" fmla="*/ 383595 w 471500"/>
                <a:gd name="connsiteY59" fmla="*/ 324791 h 586170"/>
                <a:gd name="connsiteX60" fmla="*/ 373162 w 471500"/>
                <a:gd name="connsiteY60" fmla="*/ 323243 h 586170"/>
                <a:gd name="connsiteX61" fmla="*/ 364177 w 471500"/>
                <a:gd name="connsiteY61" fmla="*/ 323008 h 586170"/>
                <a:gd name="connsiteX62" fmla="*/ 361282 w 471500"/>
                <a:gd name="connsiteY62" fmla="*/ 317794 h 586170"/>
                <a:gd name="connsiteX63" fmla="*/ 358960 w 471500"/>
                <a:gd name="connsiteY63" fmla="*/ 307365 h 586170"/>
                <a:gd name="connsiteX64" fmla="*/ 354316 w 471500"/>
                <a:gd name="connsiteY64" fmla="*/ 301579 h 586170"/>
                <a:gd name="connsiteX65" fmla="*/ 349099 w 471500"/>
                <a:gd name="connsiteY65" fmla="*/ 298686 h 586170"/>
                <a:gd name="connsiteX66" fmla="*/ 343310 w 471500"/>
                <a:gd name="connsiteY66" fmla="*/ 295221 h 586170"/>
                <a:gd name="connsiteX67" fmla="*/ 345633 w 471500"/>
                <a:gd name="connsiteY67" fmla="*/ 289436 h 586170"/>
                <a:gd name="connsiteX68" fmla="*/ 350546 w 471500"/>
                <a:gd name="connsiteY68" fmla="*/ 281328 h 586170"/>
                <a:gd name="connsiteX69" fmla="*/ 352296 w 471500"/>
                <a:gd name="connsiteY69" fmla="*/ 273221 h 586170"/>
                <a:gd name="connsiteX70" fmla="*/ 356941 w 471500"/>
                <a:gd name="connsiteY70" fmla="*/ 266830 h 586170"/>
                <a:gd name="connsiteX71" fmla="*/ 362460 w 471500"/>
                <a:gd name="connsiteY71" fmla="*/ 266258 h 586170"/>
                <a:gd name="connsiteX72" fmla="*/ 366801 w 471500"/>
                <a:gd name="connsiteY72" fmla="*/ 264811 h 586170"/>
                <a:gd name="connsiteX73" fmla="*/ 368249 w 471500"/>
                <a:gd name="connsiteY73" fmla="*/ 259597 h 586170"/>
                <a:gd name="connsiteX74" fmla="*/ 371143 w 471500"/>
                <a:gd name="connsiteY74" fmla="*/ 255527 h 586170"/>
                <a:gd name="connsiteX75" fmla="*/ 372018 w 471500"/>
                <a:gd name="connsiteY75" fmla="*/ 245670 h 586170"/>
                <a:gd name="connsiteX76" fmla="*/ 370874 w 471500"/>
                <a:gd name="connsiteY76" fmla="*/ 239279 h 586170"/>
                <a:gd name="connsiteX77" fmla="*/ 367979 w 471500"/>
                <a:gd name="connsiteY77" fmla="*/ 229725 h 586170"/>
                <a:gd name="connsiteX78" fmla="*/ 368551 w 471500"/>
                <a:gd name="connsiteY78" fmla="*/ 222190 h 586170"/>
                <a:gd name="connsiteX79" fmla="*/ 374037 w 471500"/>
                <a:gd name="connsiteY79" fmla="*/ 217548 h 586170"/>
                <a:gd name="connsiteX80" fmla="*/ 382148 w 471500"/>
                <a:gd name="connsiteY80" fmla="*/ 220743 h 586170"/>
                <a:gd name="connsiteX81" fmla="*/ 386489 w 471500"/>
                <a:gd name="connsiteY81" fmla="*/ 225655 h 586170"/>
                <a:gd name="connsiteX82" fmla="*/ 395172 w 471500"/>
                <a:gd name="connsiteY82" fmla="*/ 227101 h 586170"/>
                <a:gd name="connsiteX83" fmla="*/ 403014 w 471500"/>
                <a:gd name="connsiteY83" fmla="*/ 227404 h 586170"/>
                <a:gd name="connsiteX84" fmla="*/ 408802 w 471500"/>
                <a:gd name="connsiteY84" fmla="*/ 232315 h 586170"/>
                <a:gd name="connsiteX85" fmla="*/ 416038 w 471500"/>
                <a:gd name="connsiteY85" fmla="*/ 228548 h 586170"/>
                <a:gd name="connsiteX86" fmla="*/ 420952 w 471500"/>
                <a:gd name="connsiteY86" fmla="*/ 223031 h 586170"/>
                <a:gd name="connsiteX87" fmla="*/ 419504 w 471500"/>
                <a:gd name="connsiteY87" fmla="*/ 217245 h 586170"/>
                <a:gd name="connsiteX88" fmla="*/ 418057 w 471500"/>
                <a:gd name="connsiteY88" fmla="*/ 209407 h 586170"/>
                <a:gd name="connsiteX89" fmla="*/ 420682 w 471500"/>
                <a:gd name="connsiteY89" fmla="*/ 205639 h 586170"/>
                <a:gd name="connsiteX90" fmla="*/ 422432 w 471500"/>
                <a:gd name="connsiteY90" fmla="*/ 194336 h 586170"/>
                <a:gd name="connsiteX91" fmla="*/ 415769 w 471500"/>
                <a:gd name="connsiteY91" fmla="*/ 189694 h 586170"/>
                <a:gd name="connsiteX92" fmla="*/ 403889 w 471500"/>
                <a:gd name="connsiteY92" fmla="*/ 183605 h 586170"/>
                <a:gd name="connsiteX93" fmla="*/ 396081 w 471500"/>
                <a:gd name="connsiteY93" fmla="*/ 176945 h 586170"/>
                <a:gd name="connsiteX94" fmla="*/ 390562 w 471500"/>
                <a:gd name="connsiteY94" fmla="*/ 170553 h 586170"/>
                <a:gd name="connsiteX95" fmla="*/ 382451 w 471500"/>
                <a:gd name="connsiteY95" fmla="*/ 172874 h 586170"/>
                <a:gd name="connsiteX96" fmla="*/ 379859 w 471500"/>
                <a:gd name="connsiteY96" fmla="*/ 178963 h 586170"/>
                <a:gd name="connsiteX97" fmla="*/ 379556 w 471500"/>
                <a:gd name="connsiteY97" fmla="*/ 189694 h 586170"/>
                <a:gd name="connsiteX98" fmla="*/ 375484 w 471500"/>
                <a:gd name="connsiteY98" fmla="*/ 195211 h 586170"/>
                <a:gd name="connsiteX99" fmla="*/ 373734 w 471500"/>
                <a:gd name="connsiteY99" fmla="*/ 201300 h 586170"/>
                <a:gd name="connsiteX100" fmla="*/ 368518 w 471500"/>
                <a:gd name="connsiteY100" fmla="*/ 204193 h 586170"/>
                <a:gd name="connsiteX101" fmla="*/ 361854 w 471500"/>
                <a:gd name="connsiteY101" fmla="*/ 204495 h 586170"/>
                <a:gd name="connsiteX102" fmla="*/ 354618 w 471500"/>
                <a:gd name="connsiteY102" fmla="*/ 204193 h 586170"/>
                <a:gd name="connsiteX103" fmla="*/ 345936 w 471500"/>
                <a:gd name="connsiteY103" fmla="*/ 206211 h 586170"/>
                <a:gd name="connsiteX104" fmla="*/ 340147 w 471500"/>
                <a:gd name="connsiteY104" fmla="*/ 205336 h 586170"/>
                <a:gd name="connsiteX105" fmla="*/ 329142 w 471500"/>
                <a:gd name="connsiteY105" fmla="*/ 196927 h 586170"/>
                <a:gd name="connsiteX106" fmla="*/ 326248 w 471500"/>
                <a:gd name="connsiteY106" fmla="*/ 188819 h 586170"/>
                <a:gd name="connsiteX107" fmla="*/ 327123 w 471500"/>
                <a:gd name="connsiteY107" fmla="*/ 181015 h 586170"/>
                <a:gd name="connsiteX108" fmla="*/ 323925 w 471500"/>
                <a:gd name="connsiteY108" fmla="*/ 172605 h 586170"/>
                <a:gd name="connsiteX109" fmla="*/ 319853 w 471500"/>
                <a:gd name="connsiteY109" fmla="*/ 163926 h 586170"/>
                <a:gd name="connsiteX110" fmla="*/ 317531 w 471500"/>
                <a:gd name="connsiteY110" fmla="*/ 154372 h 586170"/>
                <a:gd name="connsiteX111" fmla="*/ 310565 w 471500"/>
                <a:gd name="connsiteY111" fmla="*/ 156693 h 586170"/>
                <a:gd name="connsiteX112" fmla="*/ 300132 w 471500"/>
                <a:gd name="connsiteY112" fmla="*/ 157568 h 586170"/>
                <a:gd name="connsiteX113" fmla="*/ 295790 w 471500"/>
                <a:gd name="connsiteY113" fmla="*/ 152657 h 586170"/>
                <a:gd name="connsiteX114" fmla="*/ 295521 w 471500"/>
                <a:gd name="connsiteY114" fmla="*/ 150908 h 586170"/>
                <a:gd name="connsiteX115" fmla="*/ 297271 w 471500"/>
                <a:gd name="connsiteY115" fmla="*/ 137283 h 586170"/>
                <a:gd name="connsiteX116" fmla="*/ 299290 w 471500"/>
                <a:gd name="connsiteY116" fmla="*/ 130320 h 586170"/>
                <a:gd name="connsiteX117" fmla="*/ 301882 w 471500"/>
                <a:gd name="connsiteY117" fmla="*/ 125678 h 586170"/>
                <a:gd name="connsiteX118" fmla="*/ 305954 w 471500"/>
                <a:gd name="connsiteY118" fmla="*/ 119017 h 586170"/>
                <a:gd name="connsiteX119" fmla="*/ 307973 w 471500"/>
                <a:gd name="connsiteY119" fmla="*/ 112626 h 586170"/>
                <a:gd name="connsiteX120" fmla="*/ 308545 w 471500"/>
                <a:gd name="connsiteY120" fmla="*/ 107714 h 586170"/>
                <a:gd name="connsiteX121" fmla="*/ 312617 w 471500"/>
                <a:gd name="connsiteY121" fmla="*/ 102197 h 586170"/>
                <a:gd name="connsiteX122" fmla="*/ 313493 w 471500"/>
                <a:gd name="connsiteY122" fmla="*/ 94359 h 586170"/>
                <a:gd name="connsiteX123" fmla="*/ 306257 w 471500"/>
                <a:gd name="connsiteY123" fmla="*/ 93485 h 586170"/>
                <a:gd name="connsiteX124" fmla="*/ 296699 w 471500"/>
                <a:gd name="connsiteY124" fmla="*/ 91735 h 586170"/>
                <a:gd name="connsiteX125" fmla="*/ 291482 w 471500"/>
                <a:gd name="connsiteY125" fmla="*/ 89111 h 586170"/>
                <a:gd name="connsiteX126" fmla="*/ 286838 w 471500"/>
                <a:gd name="connsiteY126" fmla="*/ 93182 h 586170"/>
                <a:gd name="connsiteX127" fmla="*/ 280174 w 471500"/>
                <a:gd name="connsiteY127" fmla="*/ 96647 h 586170"/>
                <a:gd name="connsiteX128" fmla="*/ 270919 w 471500"/>
                <a:gd name="connsiteY128" fmla="*/ 96647 h 586170"/>
                <a:gd name="connsiteX129" fmla="*/ 268025 w 471500"/>
                <a:gd name="connsiteY129" fmla="*/ 92576 h 586170"/>
                <a:gd name="connsiteX130" fmla="*/ 268025 w 471500"/>
                <a:gd name="connsiteY130" fmla="*/ 82720 h 586170"/>
                <a:gd name="connsiteX131" fmla="*/ 267015 w 471500"/>
                <a:gd name="connsiteY131" fmla="*/ 78952 h 586170"/>
                <a:gd name="connsiteX132" fmla="*/ 262539 w 471500"/>
                <a:gd name="connsiteY132" fmla="*/ 73166 h 586170"/>
                <a:gd name="connsiteX133" fmla="*/ 258198 w 471500"/>
                <a:gd name="connsiteY133" fmla="*/ 68827 h 586170"/>
                <a:gd name="connsiteX134" fmla="*/ 251838 w 471500"/>
                <a:gd name="connsiteY134" fmla="*/ 61863 h 586170"/>
                <a:gd name="connsiteX135" fmla="*/ 242852 w 471500"/>
                <a:gd name="connsiteY135" fmla="*/ 60417 h 586170"/>
                <a:gd name="connsiteX136" fmla="*/ 231544 w 471500"/>
                <a:gd name="connsiteY136" fmla="*/ 60417 h 586170"/>
                <a:gd name="connsiteX137" fmla="*/ 217644 w 471500"/>
                <a:gd name="connsiteY137" fmla="*/ 60282 h 586170"/>
                <a:gd name="connsiteX138" fmla="*/ 211250 w 471500"/>
                <a:gd name="connsiteY138" fmla="*/ 57827 h 586170"/>
                <a:gd name="connsiteX139" fmla="*/ 206336 w 471500"/>
                <a:gd name="connsiteY139" fmla="*/ 52041 h 586170"/>
                <a:gd name="connsiteX140" fmla="*/ 204889 w 471500"/>
                <a:gd name="connsiteY140" fmla="*/ 47701 h 586170"/>
                <a:gd name="connsiteX141" fmla="*/ 198495 w 471500"/>
                <a:gd name="connsiteY141" fmla="*/ 47398 h 586170"/>
                <a:gd name="connsiteX142" fmla="*/ 193009 w 471500"/>
                <a:gd name="connsiteY142" fmla="*/ 37273 h 586170"/>
                <a:gd name="connsiteX143" fmla="*/ 188937 w 471500"/>
                <a:gd name="connsiteY143" fmla="*/ 29166 h 586170"/>
                <a:gd name="connsiteX144" fmla="*/ 183417 w 471500"/>
                <a:gd name="connsiteY144" fmla="*/ 29166 h 586170"/>
                <a:gd name="connsiteX145" fmla="*/ 178504 w 471500"/>
                <a:gd name="connsiteY145" fmla="*/ 24826 h 586170"/>
                <a:gd name="connsiteX146" fmla="*/ 171840 w 471500"/>
                <a:gd name="connsiteY146" fmla="*/ 19915 h 586170"/>
                <a:gd name="connsiteX147" fmla="*/ 164874 w 471500"/>
                <a:gd name="connsiteY147" fmla="*/ 19040 h 586170"/>
                <a:gd name="connsiteX148" fmla="*/ 157032 w 471500"/>
                <a:gd name="connsiteY148" fmla="*/ 14701 h 586170"/>
                <a:gd name="connsiteX149" fmla="*/ 142258 w 471500"/>
                <a:gd name="connsiteY149" fmla="*/ 5416 h 586170"/>
                <a:gd name="connsiteX150" fmla="*/ 138791 w 471500"/>
                <a:gd name="connsiteY150" fmla="*/ 1951 h 586170"/>
                <a:gd name="connsiteX151" fmla="*/ 136840 w 471500"/>
                <a:gd name="connsiteY151" fmla="*/ 0 h 586170"/>
                <a:gd name="connsiteX152" fmla="*/ 135325 w 471500"/>
                <a:gd name="connsiteY152" fmla="*/ 976 h 586170"/>
                <a:gd name="connsiteX153" fmla="*/ 129166 w 471500"/>
                <a:gd name="connsiteY153" fmla="*/ 2859 h 586170"/>
                <a:gd name="connsiteX154" fmla="*/ 120248 w 471500"/>
                <a:gd name="connsiteY154" fmla="*/ 6156 h 586170"/>
                <a:gd name="connsiteX155" fmla="*/ 114594 w 471500"/>
                <a:gd name="connsiteY155" fmla="*/ 8343 h 586170"/>
                <a:gd name="connsiteX156" fmla="*/ 108570 w 471500"/>
                <a:gd name="connsiteY156" fmla="*/ 8343 h 586170"/>
                <a:gd name="connsiteX157" fmla="*/ 109108 w 471500"/>
                <a:gd name="connsiteY157" fmla="*/ 9655 h 586170"/>
                <a:gd name="connsiteX158" fmla="*/ 116647 w 471500"/>
                <a:gd name="connsiteY158" fmla="*/ 26104 h 586170"/>
                <a:gd name="connsiteX159" fmla="*/ 124825 w 471500"/>
                <a:gd name="connsiteY159" fmla="*/ 35053 h 586170"/>
                <a:gd name="connsiteX160" fmla="*/ 137647 w 471500"/>
                <a:gd name="connsiteY160" fmla="*/ 38787 h 586170"/>
                <a:gd name="connsiteX161" fmla="*/ 137647 w 471500"/>
                <a:gd name="connsiteY161" fmla="*/ 45750 h 586170"/>
                <a:gd name="connsiteX162" fmla="*/ 143167 w 471500"/>
                <a:gd name="connsiteY162" fmla="*/ 43429 h 586170"/>
                <a:gd name="connsiteX163" fmla="*/ 149393 w 471500"/>
                <a:gd name="connsiteY163" fmla="*/ 41108 h 586170"/>
                <a:gd name="connsiteX164" fmla="*/ 153297 w 471500"/>
                <a:gd name="connsiteY164" fmla="*/ 41680 h 586170"/>
                <a:gd name="connsiteX165" fmla="*/ 153297 w 471500"/>
                <a:gd name="connsiteY165" fmla="*/ 47466 h 586170"/>
                <a:gd name="connsiteX166" fmla="*/ 153297 w 471500"/>
                <a:gd name="connsiteY166" fmla="*/ 54429 h 586170"/>
                <a:gd name="connsiteX167" fmla="*/ 155922 w 471500"/>
                <a:gd name="connsiteY167" fmla="*/ 64285 h 586170"/>
                <a:gd name="connsiteX168" fmla="*/ 157941 w 471500"/>
                <a:gd name="connsiteY168" fmla="*/ 69802 h 586170"/>
                <a:gd name="connsiteX169" fmla="*/ 163730 w 471500"/>
                <a:gd name="connsiteY169" fmla="*/ 76463 h 586170"/>
                <a:gd name="connsiteX170" fmla="*/ 163730 w 471500"/>
                <a:gd name="connsiteY170" fmla="*/ 82249 h 586170"/>
                <a:gd name="connsiteX171" fmla="*/ 163730 w 471500"/>
                <a:gd name="connsiteY171" fmla="*/ 84873 h 586170"/>
                <a:gd name="connsiteX172" fmla="*/ 159388 w 471500"/>
                <a:gd name="connsiteY172" fmla="*/ 84873 h 586170"/>
                <a:gd name="connsiteX173" fmla="*/ 155922 w 471500"/>
                <a:gd name="connsiteY173" fmla="*/ 84873 h 586170"/>
                <a:gd name="connsiteX174" fmla="*/ 153600 w 471500"/>
                <a:gd name="connsiteY174" fmla="*/ 88069 h 586170"/>
                <a:gd name="connsiteX175" fmla="*/ 150403 w 471500"/>
                <a:gd name="connsiteY175" fmla="*/ 93014 h 586170"/>
                <a:gd name="connsiteX176" fmla="*/ 143739 w 471500"/>
                <a:gd name="connsiteY176" fmla="*/ 97084 h 586170"/>
                <a:gd name="connsiteX177" fmla="*/ 136200 w 471500"/>
                <a:gd name="connsiteY177" fmla="*/ 101592 h 586170"/>
                <a:gd name="connsiteX178" fmla="*/ 130412 w 471500"/>
                <a:gd name="connsiteY178" fmla="*/ 105797 h 586170"/>
                <a:gd name="connsiteX179" fmla="*/ 124623 w 471500"/>
                <a:gd name="connsiteY179" fmla="*/ 105797 h 586170"/>
                <a:gd name="connsiteX180" fmla="*/ 117657 w 471500"/>
                <a:gd name="connsiteY180" fmla="*/ 105797 h 586170"/>
                <a:gd name="connsiteX181" fmla="*/ 115032 w 471500"/>
                <a:gd name="connsiteY181" fmla="*/ 100583 h 586170"/>
                <a:gd name="connsiteX182" fmla="*/ 113012 w 471500"/>
                <a:gd name="connsiteY182" fmla="*/ 92173 h 586170"/>
                <a:gd name="connsiteX183" fmla="*/ 110993 w 471500"/>
                <a:gd name="connsiteY183" fmla="*/ 86959 h 586170"/>
                <a:gd name="connsiteX184" fmla="*/ 104632 w 471500"/>
                <a:gd name="connsiteY184" fmla="*/ 82619 h 586170"/>
                <a:gd name="connsiteX185" fmla="*/ 101132 w 471500"/>
                <a:gd name="connsiteY185" fmla="*/ 78279 h 586170"/>
                <a:gd name="connsiteX186" fmla="*/ 97935 w 471500"/>
                <a:gd name="connsiteY186" fmla="*/ 73940 h 586170"/>
                <a:gd name="connsiteX187" fmla="*/ 89521 w 471500"/>
                <a:gd name="connsiteY187" fmla="*/ 74815 h 586170"/>
                <a:gd name="connsiteX188" fmla="*/ 84305 w 471500"/>
                <a:gd name="connsiteY188" fmla="*/ 71350 h 586170"/>
                <a:gd name="connsiteX189" fmla="*/ 76194 w 471500"/>
                <a:gd name="connsiteY189" fmla="*/ 68154 h 586170"/>
                <a:gd name="connsiteX190" fmla="*/ 68083 w 471500"/>
                <a:gd name="connsiteY190" fmla="*/ 68726 h 586170"/>
                <a:gd name="connsiteX191" fmla="*/ 66064 w 471500"/>
                <a:gd name="connsiteY191" fmla="*/ 75689 h 586170"/>
                <a:gd name="connsiteX192" fmla="*/ 64617 w 471500"/>
                <a:gd name="connsiteY192" fmla="*/ 82922 h 586170"/>
                <a:gd name="connsiteX193" fmla="*/ 64617 w 471500"/>
                <a:gd name="connsiteY193" fmla="*/ 92778 h 586170"/>
                <a:gd name="connsiteX194" fmla="*/ 67511 w 471500"/>
                <a:gd name="connsiteY194" fmla="*/ 95368 h 586170"/>
                <a:gd name="connsiteX195" fmla="*/ 68386 w 471500"/>
                <a:gd name="connsiteY195" fmla="*/ 100583 h 586170"/>
                <a:gd name="connsiteX196" fmla="*/ 66939 w 471500"/>
                <a:gd name="connsiteY196" fmla="*/ 104350 h 586170"/>
                <a:gd name="connsiteX197" fmla="*/ 64617 w 471500"/>
                <a:gd name="connsiteY197" fmla="*/ 105797 h 586170"/>
                <a:gd name="connsiteX198" fmla="*/ 64617 w 471500"/>
                <a:gd name="connsiteY198" fmla="*/ 110136 h 586170"/>
                <a:gd name="connsiteX199" fmla="*/ 67511 w 471500"/>
                <a:gd name="connsiteY199" fmla="*/ 114778 h 586170"/>
                <a:gd name="connsiteX200" fmla="*/ 68386 w 471500"/>
                <a:gd name="connsiteY200" fmla="*/ 121742 h 586170"/>
                <a:gd name="connsiteX201" fmla="*/ 68083 w 471500"/>
                <a:gd name="connsiteY201" fmla="*/ 128403 h 586170"/>
                <a:gd name="connsiteX202" fmla="*/ 58525 w 471500"/>
                <a:gd name="connsiteY202" fmla="*/ 128403 h 586170"/>
                <a:gd name="connsiteX203" fmla="*/ 53309 w 471500"/>
                <a:gd name="connsiteY203" fmla="*/ 128403 h 586170"/>
                <a:gd name="connsiteX204" fmla="*/ 47520 w 471500"/>
                <a:gd name="connsiteY204" fmla="*/ 134491 h 586170"/>
                <a:gd name="connsiteX205" fmla="*/ 43751 w 471500"/>
                <a:gd name="connsiteY205" fmla="*/ 139706 h 586170"/>
                <a:gd name="connsiteX206" fmla="*/ 43751 w 471500"/>
                <a:gd name="connsiteY206" fmla="*/ 148385 h 586170"/>
                <a:gd name="connsiteX207" fmla="*/ 47823 w 471500"/>
                <a:gd name="connsiteY207" fmla="*/ 154171 h 586170"/>
                <a:gd name="connsiteX208" fmla="*/ 48698 w 471500"/>
                <a:gd name="connsiteY208" fmla="*/ 157938 h 586170"/>
                <a:gd name="connsiteX209" fmla="*/ 49270 w 471500"/>
                <a:gd name="connsiteY209" fmla="*/ 164902 h 586170"/>
                <a:gd name="connsiteX210" fmla="*/ 48395 w 471500"/>
                <a:gd name="connsiteY210" fmla="*/ 172134 h 586170"/>
                <a:gd name="connsiteX211" fmla="*/ 46679 w 471500"/>
                <a:gd name="connsiteY211" fmla="*/ 176171 h 586170"/>
                <a:gd name="connsiteX212" fmla="*/ 40588 w 471500"/>
                <a:gd name="connsiteY212" fmla="*/ 178189 h 586170"/>
                <a:gd name="connsiteX213" fmla="*/ 31029 w 471500"/>
                <a:gd name="connsiteY213" fmla="*/ 187171 h 586170"/>
                <a:gd name="connsiteX214" fmla="*/ 20294 w 471500"/>
                <a:gd name="connsiteY214" fmla="*/ 188920 h 586170"/>
                <a:gd name="connsiteX215" fmla="*/ 11611 w 471500"/>
                <a:gd name="connsiteY215" fmla="*/ 184009 h 586170"/>
                <a:gd name="connsiteX216" fmla="*/ 6967 w 471500"/>
                <a:gd name="connsiteY216" fmla="*/ 178795 h 586170"/>
                <a:gd name="connsiteX217" fmla="*/ 2322 w 471500"/>
                <a:gd name="connsiteY217" fmla="*/ 178223 h 586170"/>
                <a:gd name="connsiteX218" fmla="*/ 0 w 471500"/>
                <a:gd name="connsiteY218" fmla="*/ 182562 h 586170"/>
                <a:gd name="connsiteX219" fmla="*/ 3197 w 471500"/>
                <a:gd name="connsiteY219" fmla="*/ 188920 h 586170"/>
                <a:gd name="connsiteX220" fmla="*/ 3769 w 471500"/>
                <a:gd name="connsiteY220" fmla="*/ 192991 h 586170"/>
                <a:gd name="connsiteX221" fmla="*/ 4947 w 471500"/>
                <a:gd name="connsiteY221" fmla="*/ 201670 h 586170"/>
                <a:gd name="connsiteX222" fmla="*/ 9861 w 471500"/>
                <a:gd name="connsiteY222" fmla="*/ 208028 h 586170"/>
                <a:gd name="connsiteX223" fmla="*/ 23760 w 471500"/>
                <a:gd name="connsiteY223" fmla="*/ 209777 h 586170"/>
                <a:gd name="connsiteX224" fmla="*/ 31299 w 471500"/>
                <a:gd name="connsiteY224" fmla="*/ 211795 h 586170"/>
                <a:gd name="connsiteX225" fmla="*/ 36212 w 471500"/>
                <a:gd name="connsiteY225" fmla="*/ 224847 h 586170"/>
                <a:gd name="connsiteX226" fmla="*/ 42001 w 471500"/>
                <a:gd name="connsiteY226" fmla="*/ 240490 h 586170"/>
                <a:gd name="connsiteX227" fmla="*/ 42001 w 471500"/>
                <a:gd name="connsiteY227" fmla="*/ 250918 h 586170"/>
                <a:gd name="connsiteX228" fmla="*/ 48968 w 471500"/>
                <a:gd name="connsiteY228" fmla="*/ 256435 h 586170"/>
                <a:gd name="connsiteX229" fmla="*/ 60275 w 471500"/>
                <a:gd name="connsiteY229" fmla="*/ 251793 h 586170"/>
                <a:gd name="connsiteX230" fmla="*/ 63472 w 471500"/>
                <a:gd name="connsiteY230" fmla="*/ 249774 h 586170"/>
                <a:gd name="connsiteX231" fmla="*/ 71011 w 471500"/>
                <a:gd name="connsiteY231" fmla="*/ 252095 h 586170"/>
                <a:gd name="connsiteX232" fmla="*/ 78819 w 471500"/>
                <a:gd name="connsiteY232" fmla="*/ 258756 h 586170"/>
                <a:gd name="connsiteX233" fmla="*/ 85483 w 471500"/>
                <a:gd name="connsiteY233" fmla="*/ 258756 h 586170"/>
                <a:gd name="connsiteX234" fmla="*/ 89824 w 471500"/>
                <a:gd name="connsiteY234" fmla="*/ 255291 h 586170"/>
                <a:gd name="connsiteX235" fmla="*/ 95613 w 471500"/>
                <a:gd name="connsiteY235" fmla="*/ 251254 h 586170"/>
                <a:gd name="connsiteX236" fmla="*/ 100526 w 471500"/>
                <a:gd name="connsiteY236" fmla="*/ 252129 h 586170"/>
                <a:gd name="connsiteX237" fmla="*/ 104868 w 471500"/>
                <a:gd name="connsiteY237" fmla="*/ 261380 h 586170"/>
                <a:gd name="connsiteX238" fmla="*/ 106315 w 471500"/>
                <a:gd name="connsiteY238" fmla="*/ 270665 h 586170"/>
                <a:gd name="connsiteX239" fmla="*/ 105743 w 471500"/>
                <a:gd name="connsiteY239" fmla="*/ 284289 h 586170"/>
                <a:gd name="connsiteX240" fmla="*/ 108065 w 471500"/>
                <a:gd name="connsiteY240" fmla="*/ 306895 h 586170"/>
                <a:gd name="connsiteX241" fmla="*/ 108368 w 471500"/>
                <a:gd name="connsiteY241" fmla="*/ 321090 h 586170"/>
                <a:gd name="connsiteX242" fmla="*/ 101704 w 471500"/>
                <a:gd name="connsiteY242" fmla="*/ 326607 h 586170"/>
                <a:gd name="connsiteX243" fmla="*/ 99685 w 471500"/>
                <a:gd name="connsiteY243" fmla="*/ 328626 h 586170"/>
                <a:gd name="connsiteX244" fmla="*/ 93896 w 471500"/>
                <a:gd name="connsiteY244" fmla="*/ 332393 h 586170"/>
                <a:gd name="connsiteX245" fmla="*/ 85214 w 471500"/>
                <a:gd name="connsiteY245" fmla="*/ 336161 h 586170"/>
                <a:gd name="connsiteX246" fmla="*/ 79122 w 471500"/>
                <a:gd name="connsiteY246" fmla="*/ 337910 h 586170"/>
                <a:gd name="connsiteX247" fmla="*/ 73031 w 471500"/>
                <a:gd name="connsiteY247" fmla="*/ 341106 h 586170"/>
                <a:gd name="connsiteX248" fmla="*/ 70406 w 471500"/>
                <a:gd name="connsiteY248" fmla="*/ 348069 h 586170"/>
                <a:gd name="connsiteX249" fmla="*/ 63439 w 471500"/>
                <a:gd name="connsiteY249" fmla="*/ 360516 h 586170"/>
                <a:gd name="connsiteX250" fmla="*/ 63136 w 471500"/>
                <a:gd name="connsiteY250" fmla="*/ 368051 h 586170"/>
                <a:gd name="connsiteX251" fmla="*/ 61386 w 471500"/>
                <a:gd name="connsiteY251" fmla="*/ 372122 h 586170"/>
                <a:gd name="connsiteX252" fmla="*/ 58189 w 471500"/>
                <a:gd name="connsiteY252" fmla="*/ 376899 h 586170"/>
                <a:gd name="connsiteX253" fmla="*/ 59064 w 471500"/>
                <a:gd name="connsiteY253" fmla="*/ 382247 h 586170"/>
                <a:gd name="connsiteX254" fmla="*/ 65458 w 471500"/>
                <a:gd name="connsiteY254" fmla="*/ 382247 h 586170"/>
                <a:gd name="connsiteX255" fmla="*/ 67208 w 471500"/>
                <a:gd name="connsiteY255" fmla="*/ 382247 h 586170"/>
                <a:gd name="connsiteX256" fmla="*/ 72862 w 471500"/>
                <a:gd name="connsiteY256" fmla="*/ 387764 h 586170"/>
                <a:gd name="connsiteX257" fmla="*/ 75016 w 471500"/>
                <a:gd name="connsiteY257" fmla="*/ 392104 h 586170"/>
                <a:gd name="connsiteX258" fmla="*/ 75016 w 471500"/>
                <a:gd name="connsiteY258" fmla="*/ 397015 h 586170"/>
                <a:gd name="connsiteX259" fmla="*/ 81814 w 471500"/>
                <a:gd name="connsiteY259" fmla="*/ 401354 h 586170"/>
                <a:gd name="connsiteX260" fmla="*/ 84574 w 471500"/>
                <a:gd name="connsiteY260" fmla="*/ 401354 h 586170"/>
                <a:gd name="connsiteX261" fmla="*/ 87199 w 471500"/>
                <a:gd name="connsiteY261" fmla="*/ 397284 h 586170"/>
                <a:gd name="connsiteX262" fmla="*/ 89824 w 471500"/>
                <a:gd name="connsiteY262" fmla="*/ 395266 h 586170"/>
                <a:gd name="connsiteX263" fmla="*/ 96488 w 471500"/>
                <a:gd name="connsiteY263" fmla="*/ 397890 h 586170"/>
                <a:gd name="connsiteX264" fmla="*/ 100257 w 471500"/>
                <a:gd name="connsiteY264" fmla="*/ 403541 h 586170"/>
                <a:gd name="connsiteX265" fmla="*/ 104599 w 471500"/>
                <a:gd name="connsiteY265" fmla="*/ 406602 h 586170"/>
                <a:gd name="connsiteX266" fmla="*/ 110690 w 471500"/>
                <a:gd name="connsiteY266" fmla="*/ 406602 h 586170"/>
                <a:gd name="connsiteX267" fmla="*/ 114156 w 471500"/>
                <a:gd name="connsiteY267" fmla="*/ 406602 h 586170"/>
                <a:gd name="connsiteX268" fmla="*/ 118229 w 471500"/>
                <a:gd name="connsiteY268" fmla="*/ 411951 h 586170"/>
                <a:gd name="connsiteX269" fmla="*/ 119373 w 471500"/>
                <a:gd name="connsiteY269" fmla="*/ 417031 h 586170"/>
                <a:gd name="connsiteX270" fmla="*/ 124589 w 471500"/>
                <a:gd name="connsiteY270" fmla="*/ 417031 h 586170"/>
                <a:gd name="connsiteX271" fmla="*/ 128359 w 471500"/>
                <a:gd name="connsiteY271" fmla="*/ 419352 h 586170"/>
                <a:gd name="connsiteX272" fmla="*/ 127484 w 471500"/>
                <a:gd name="connsiteY272" fmla="*/ 422245 h 586170"/>
                <a:gd name="connsiteX273" fmla="*/ 122839 w 471500"/>
                <a:gd name="connsiteY273" fmla="*/ 425710 h 586170"/>
                <a:gd name="connsiteX274" fmla="*/ 117926 w 471500"/>
                <a:gd name="connsiteY274" fmla="*/ 429780 h 586170"/>
                <a:gd name="connsiteX275" fmla="*/ 113854 w 471500"/>
                <a:gd name="connsiteY275" fmla="*/ 432673 h 586170"/>
                <a:gd name="connsiteX276" fmla="*/ 108940 w 471500"/>
                <a:gd name="connsiteY276" fmla="*/ 432673 h 586170"/>
                <a:gd name="connsiteX277" fmla="*/ 110084 w 471500"/>
                <a:gd name="connsiteY277" fmla="*/ 437584 h 586170"/>
                <a:gd name="connsiteX278" fmla="*/ 109512 w 471500"/>
                <a:gd name="connsiteY278" fmla="*/ 443101 h 586170"/>
                <a:gd name="connsiteX279" fmla="*/ 107493 w 471500"/>
                <a:gd name="connsiteY279" fmla="*/ 448887 h 586170"/>
                <a:gd name="connsiteX280" fmla="*/ 103724 w 471500"/>
                <a:gd name="connsiteY280" fmla="*/ 452083 h 586170"/>
                <a:gd name="connsiteX281" fmla="*/ 103454 w 471500"/>
                <a:gd name="connsiteY281" fmla="*/ 458744 h 586170"/>
                <a:gd name="connsiteX282" fmla="*/ 108099 w 471500"/>
                <a:gd name="connsiteY282" fmla="*/ 464832 h 586170"/>
                <a:gd name="connsiteX283" fmla="*/ 112440 w 471500"/>
                <a:gd name="connsiteY283" fmla="*/ 470047 h 586170"/>
                <a:gd name="connsiteX284" fmla="*/ 115772 w 471500"/>
                <a:gd name="connsiteY284" fmla="*/ 474117 h 586170"/>
                <a:gd name="connsiteX285" fmla="*/ 118531 w 471500"/>
                <a:gd name="connsiteY285" fmla="*/ 477582 h 586170"/>
                <a:gd name="connsiteX286" fmla="*/ 118531 w 471500"/>
                <a:gd name="connsiteY286" fmla="*/ 482224 h 586170"/>
                <a:gd name="connsiteX287" fmla="*/ 120854 w 471500"/>
                <a:gd name="connsiteY287" fmla="*/ 489457 h 586170"/>
                <a:gd name="connsiteX288" fmla="*/ 116209 w 471500"/>
                <a:gd name="connsiteY288" fmla="*/ 493527 h 586170"/>
                <a:gd name="connsiteX289" fmla="*/ 119104 w 471500"/>
                <a:gd name="connsiteY289" fmla="*/ 496723 h 586170"/>
                <a:gd name="connsiteX290" fmla="*/ 124017 w 471500"/>
                <a:gd name="connsiteY290" fmla="*/ 498169 h 586170"/>
                <a:gd name="connsiteX291" fmla="*/ 128090 w 471500"/>
                <a:gd name="connsiteY291" fmla="*/ 500793 h 586170"/>
                <a:gd name="connsiteX292" fmla="*/ 132734 w 471500"/>
                <a:gd name="connsiteY292" fmla="*/ 508026 h 586170"/>
                <a:gd name="connsiteX293" fmla="*/ 134484 w 471500"/>
                <a:gd name="connsiteY293" fmla="*/ 512096 h 586170"/>
                <a:gd name="connsiteX294" fmla="*/ 136806 w 471500"/>
                <a:gd name="connsiteY294" fmla="*/ 518454 h 586170"/>
                <a:gd name="connsiteX295" fmla="*/ 138253 w 471500"/>
                <a:gd name="connsiteY295" fmla="*/ 523668 h 586170"/>
                <a:gd name="connsiteX296" fmla="*/ 138556 w 471500"/>
                <a:gd name="connsiteY296" fmla="*/ 528580 h 586170"/>
                <a:gd name="connsiteX297" fmla="*/ 138253 w 471500"/>
                <a:gd name="connsiteY297" fmla="*/ 534097 h 586170"/>
                <a:gd name="connsiteX298" fmla="*/ 138556 w 471500"/>
                <a:gd name="connsiteY298" fmla="*/ 539614 h 586170"/>
                <a:gd name="connsiteX299" fmla="*/ 144075 w 471500"/>
                <a:gd name="connsiteY299" fmla="*/ 548023 h 586170"/>
                <a:gd name="connsiteX300" fmla="*/ 144345 w 471500"/>
                <a:gd name="connsiteY300" fmla="*/ 552497 h 586170"/>
                <a:gd name="connsiteX301" fmla="*/ 145792 w 471500"/>
                <a:gd name="connsiteY301" fmla="*/ 557846 h 586170"/>
                <a:gd name="connsiteX302" fmla="*/ 152455 w 471500"/>
                <a:gd name="connsiteY302" fmla="*/ 557846 h 586170"/>
                <a:gd name="connsiteX303" fmla="*/ 161138 w 471500"/>
                <a:gd name="connsiteY303" fmla="*/ 555256 h 586170"/>
                <a:gd name="connsiteX304" fmla="*/ 166927 w 471500"/>
                <a:gd name="connsiteY304" fmla="*/ 552632 h 586170"/>
                <a:gd name="connsiteX305" fmla="*/ 173893 w 471500"/>
                <a:gd name="connsiteY305" fmla="*/ 549436 h 586170"/>
                <a:gd name="connsiteX306" fmla="*/ 177965 w 471500"/>
                <a:gd name="connsiteY306" fmla="*/ 544222 h 586170"/>
                <a:gd name="connsiteX307" fmla="*/ 183754 w 471500"/>
                <a:gd name="connsiteY307" fmla="*/ 538436 h 586170"/>
                <a:gd name="connsiteX308" fmla="*/ 187826 w 471500"/>
                <a:gd name="connsiteY308" fmla="*/ 534971 h 586170"/>
                <a:gd name="connsiteX309" fmla="*/ 190721 w 471500"/>
                <a:gd name="connsiteY309" fmla="*/ 531506 h 586170"/>
                <a:gd name="connsiteX310" fmla="*/ 189577 w 471500"/>
                <a:gd name="connsiteY310" fmla="*/ 524274 h 586170"/>
                <a:gd name="connsiteX311" fmla="*/ 193043 w 471500"/>
                <a:gd name="connsiteY311" fmla="*/ 521953 h 586170"/>
                <a:gd name="connsiteX312" fmla="*/ 197115 w 471500"/>
                <a:gd name="connsiteY312" fmla="*/ 521650 h 586170"/>
                <a:gd name="connsiteX313" fmla="*/ 205663 w 471500"/>
                <a:gd name="connsiteY313" fmla="*/ 520775 h 586170"/>
                <a:gd name="connsiteX314" fmla="*/ 208995 w 471500"/>
                <a:gd name="connsiteY314" fmla="*/ 524240 h 586170"/>
                <a:gd name="connsiteX315" fmla="*/ 208995 w 471500"/>
                <a:gd name="connsiteY315" fmla="*/ 527436 h 586170"/>
                <a:gd name="connsiteX316" fmla="*/ 214952 w 471500"/>
                <a:gd name="connsiteY316" fmla="*/ 532347 h 586170"/>
                <a:gd name="connsiteX317" fmla="*/ 219428 w 471500"/>
                <a:gd name="connsiteY317" fmla="*/ 536115 h 586170"/>
                <a:gd name="connsiteX318" fmla="*/ 219428 w 471500"/>
                <a:gd name="connsiteY318" fmla="*/ 543078 h 586170"/>
                <a:gd name="connsiteX319" fmla="*/ 212764 w 471500"/>
                <a:gd name="connsiteY319" fmla="*/ 547721 h 586170"/>
                <a:gd name="connsiteX320" fmla="*/ 209567 w 471500"/>
                <a:gd name="connsiteY320" fmla="*/ 551488 h 586170"/>
                <a:gd name="connsiteX321" fmla="*/ 204351 w 471500"/>
                <a:gd name="connsiteY321" fmla="*/ 554381 h 586170"/>
                <a:gd name="connsiteX322" fmla="*/ 199134 w 471500"/>
                <a:gd name="connsiteY322" fmla="*/ 557846 h 586170"/>
                <a:gd name="connsiteX323" fmla="*/ 198562 w 471500"/>
                <a:gd name="connsiteY323" fmla="*/ 562186 h 586170"/>
                <a:gd name="connsiteX324" fmla="*/ 198562 w 471500"/>
                <a:gd name="connsiteY324" fmla="*/ 565651 h 586170"/>
                <a:gd name="connsiteX325" fmla="*/ 200009 w 471500"/>
                <a:gd name="connsiteY325" fmla="*/ 570293 h 586170"/>
                <a:gd name="connsiteX326" fmla="*/ 202601 w 471500"/>
                <a:gd name="connsiteY326" fmla="*/ 573926 h 586170"/>
                <a:gd name="connsiteX327" fmla="*/ 206673 w 471500"/>
                <a:gd name="connsiteY327" fmla="*/ 576953 h 586170"/>
                <a:gd name="connsiteX328" fmla="*/ 213336 w 471500"/>
                <a:gd name="connsiteY328" fmla="*/ 576953 h 586170"/>
                <a:gd name="connsiteX329" fmla="*/ 218553 w 471500"/>
                <a:gd name="connsiteY329" fmla="*/ 576953 h 586170"/>
                <a:gd name="connsiteX330" fmla="*/ 222894 w 471500"/>
                <a:gd name="connsiteY330" fmla="*/ 572042 h 586170"/>
                <a:gd name="connsiteX331" fmla="*/ 226092 w 471500"/>
                <a:gd name="connsiteY331" fmla="*/ 568846 h 586170"/>
                <a:gd name="connsiteX332" fmla="*/ 237097 w 471500"/>
                <a:gd name="connsiteY332" fmla="*/ 565381 h 586170"/>
                <a:gd name="connsiteX333" fmla="*/ 238241 w 471500"/>
                <a:gd name="connsiteY333" fmla="*/ 562186 h 586170"/>
                <a:gd name="connsiteX334" fmla="*/ 240260 w 471500"/>
                <a:gd name="connsiteY334" fmla="*/ 557543 h 586170"/>
                <a:gd name="connsiteX335" fmla="*/ 240260 w 471500"/>
                <a:gd name="connsiteY335" fmla="*/ 553473 h 586170"/>
                <a:gd name="connsiteX336" fmla="*/ 240260 w 471500"/>
                <a:gd name="connsiteY336" fmla="*/ 547956 h 586170"/>
                <a:gd name="connsiteX337" fmla="*/ 237366 w 471500"/>
                <a:gd name="connsiteY337" fmla="*/ 543045 h 586170"/>
                <a:gd name="connsiteX338" fmla="*/ 241034 w 471500"/>
                <a:gd name="connsiteY338" fmla="*/ 538705 h 586170"/>
                <a:gd name="connsiteX339" fmla="*/ 244904 w 471500"/>
                <a:gd name="connsiteY339" fmla="*/ 536384 h 586170"/>
                <a:gd name="connsiteX340" fmla="*/ 246655 w 471500"/>
                <a:gd name="connsiteY340" fmla="*/ 534635 h 586170"/>
                <a:gd name="connsiteX341" fmla="*/ 251568 w 471500"/>
                <a:gd name="connsiteY341" fmla="*/ 534938 h 586170"/>
                <a:gd name="connsiteX342" fmla="*/ 256212 w 471500"/>
                <a:gd name="connsiteY342" fmla="*/ 541026 h 586170"/>
                <a:gd name="connsiteX343" fmla="*/ 258804 w 471500"/>
                <a:gd name="connsiteY343" fmla="*/ 544794 h 586170"/>
                <a:gd name="connsiteX344" fmla="*/ 265770 w 471500"/>
                <a:gd name="connsiteY344" fmla="*/ 545669 h 586170"/>
                <a:gd name="connsiteX345" fmla="*/ 269405 w 471500"/>
                <a:gd name="connsiteY345" fmla="*/ 544794 h 586170"/>
                <a:gd name="connsiteX346" fmla="*/ 271593 w 471500"/>
                <a:gd name="connsiteY346" fmla="*/ 547384 h 586170"/>
                <a:gd name="connsiteX347" fmla="*/ 271593 w 471500"/>
                <a:gd name="connsiteY347" fmla="*/ 549974 h 586170"/>
                <a:gd name="connsiteX348" fmla="*/ 271593 w 471500"/>
                <a:gd name="connsiteY348" fmla="*/ 556938 h 586170"/>
                <a:gd name="connsiteX349" fmla="*/ 273780 w 471500"/>
                <a:gd name="connsiteY349" fmla="*/ 562152 h 586170"/>
                <a:gd name="connsiteX350" fmla="*/ 278559 w 471500"/>
                <a:gd name="connsiteY350" fmla="*/ 563599 h 586170"/>
                <a:gd name="connsiteX351" fmla="*/ 278559 w 471500"/>
                <a:gd name="connsiteY351" fmla="*/ 565617 h 586170"/>
                <a:gd name="connsiteX352" fmla="*/ 284348 w 471500"/>
                <a:gd name="connsiteY352" fmla="*/ 567938 h 586170"/>
                <a:gd name="connsiteX353" fmla="*/ 289261 w 471500"/>
                <a:gd name="connsiteY353" fmla="*/ 569956 h 586170"/>
                <a:gd name="connsiteX354" fmla="*/ 297372 w 471500"/>
                <a:gd name="connsiteY354" fmla="*/ 570259 h 586170"/>
                <a:gd name="connsiteX355" fmla="*/ 308377 w 471500"/>
                <a:gd name="connsiteY355" fmla="*/ 571134 h 586170"/>
                <a:gd name="connsiteX356" fmla="*/ 320829 w 471500"/>
                <a:gd name="connsiteY356" fmla="*/ 573152 h 586170"/>
                <a:gd name="connsiteX357" fmla="*/ 328671 w 471500"/>
                <a:gd name="connsiteY357" fmla="*/ 573724 h 586170"/>
                <a:gd name="connsiteX358" fmla="*/ 337657 w 471500"/>
                <a:gd name="connsiteY358" fmla="*/ 572277 h 586170"/>
                <a:gd name="connsiteX359" fmla="*/ 342638 w 471500"/>
                <a:gd name="connsiteY359" fmla="*/ 573051 h 58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471500" h="586170">
                  <a:moveTo>
                    <a:pt x="342638" y="573051"/>
                  </a:moveTo>
                  <a:lnTo>
                    <a:pt x="344388" y="580015"/>
                  </a:lnTo>
                  <a:lnTo>
                    <a:pt x="344388" y="582908"/>
                  </a:lnTo>
                  <a:lnTo>
                    <a:pt x="353070" y="586171"/>
                  </a:lnTo>
                  <a:lnTo>
                    <a:pt x="357210" y="581831"/>
                  </a:lnTo>
                  <a:cubicBezTo>
                    <a:pt x="357210" y="581831"/>
                    <a:pt x="363301" y="576180"/>
                    <a:pt x="364177" y="575978"/>
                  </a:cubicBezTo>
                  <a:cubicBezTo>
                    <a:pt x="365051" y="575776"/>
                    <a:pt x="370268" y="572277"/>
                    <a:pt x="370268" y="572277"/>
                  </a:cubicBezTo>
                  <a:lnTo>
                    <a:pt x="375047" y="564877"/>
                  </a:lnTo>
                  <a:lnTo>
                    <a:pt x="380936" y="560302"/>
                  </a:lnTo>
                  <a:lnTo>
                    <a:pt x="384638" y="555289"/>
                  </a:lnTo>
                  <a:lnTo>
                    <a:pt x="389619" y="552262"/>
                  </a:lnTo>
                  <a:lnTo>
                    <a:pt x="399614" y="547048"/>
                  </a:lnTo>
                  <a:lnTo>
                    <a:pt x="403519" y="541161"/>
                  </a:lnTo>
                  <a:lnTo>
                    <a:pt x="403519" y="532919"/>
                  </a:lnTo>
                  <a:lnTo>
                    <a:pt x="408533" y="529858"/>
                  </a:lnTo>
                  <a:lnTo>
                    <a:pt x="413951" y="514653"/>
                  </a:lnTo>
                  <a:lnTo>
                    <a:pt x="411495" y="504662"/>
                  </a:lnTo>
                  <a:lnTo>
                    <a:pt x="408735" y="499448"/>
                  </a:lnTo>
                  <a:lnTo>
                    <a:pt x="408735" y="490769"/>
                  </a:lnTo>
                  <a:lnTo>
                    <a:pt x="408735" y="474689"/>
                  </a:lnTo>
                  <a:lnTo>
                    <a:pt x="411495" y="474252"/>
                  </a:lnTo>
                  <a:lnTo>
                    <a:pt x="414826" y="477716"/>
                  </a:lnTo>
                  <a:lnTo>
                    <a:pt x="425259" y="477716"/>
                  </a:lnTo>
                  <a:lnTo>
                    <a:pt x="437442" y="477716"/>
                  </a:lnTo>
                  <a:lnTo>
                    <a:pt x="448313" y="474891"/>
                  </a:lnTo>
                  <a:lnTo>
                    <a:pt x="452217" y="468163"/>
                  </a:lnTo>
                  <a:lnTo>
                    <a:pt x="452217" y="459484"/>
                  </a:lnTo>
                  <a:lnTo>
                    <a:pt x="447202" y="453832"/>
                  </a:lnTo>
                  <a:cubicBezTo>
                    <a:pt x="447202" y="453832"/>
                    <a:pt x="439159" y="449055"/>
                    <a:pt x="439596" y="446432"/>
                  </a:cubicBezTo>
                  <a:cubicBezTo>
                    <a:pt x="440034" y="443841"/>
                    <a:pt x="446125" y="437753"/>
                    <a:pt x="446125" y="437753"/>
                  </a:cubicBezTo>
                  <a:lnTo>
                    <a:pt x="453529" y="437753"/>
                  </a:lnTo>
                  <a:lnTo>
                    <a:pt x="460933" y="435129"/>
                  </a:lnTo>
                  <a:lnTo>
                    <a:pt x="460933" y="424263"/>
                  </a:lnTo>
                  <a:lnTo>
                    <a:pt x="466150" y="414272"/>
                  </a:lnTo>
                  <a:lnTo>
                    <a:pt x="469212" y="406602"/>
                  </a:lnTo>
                  <a:lnTo>
                    <a:pt x="471400" y="389951"/>
                  </a:lnTo>
                  <a:lnTo>
                    <a:pt x="471400" y="381272"/>
                  </a:lnTo>
                  <a:lnTo>
                    <a:pt x="471501" y="381003"/>
                  </a:lnTo>
                  <a:cubicBezTo>
                    <a:pt x="470390" y="379119"/>
                    <a:pt x="468506" y="374880"/>
                    <a:pt x="468506" y="374880"/>
                  </a:cubicBezTo>
                  <a:lnTo>
                    <a:pt x="461236" y="376899"/>
                  </a:lnTo>
                  <a:lnTo>
                    <a:pt x="451106" y="378076"/>
                  </a:lnTo>
                  <a:lnTo>
                    <a:pt x="450534" y="372862"/>
                  </a:lnTo>
                  <a:lnTo>
                    <a:pt x="449659" y="364755"/>
                  </a:lnTo>
                  <a:lnTo>
                    <a:pt x="445318" y="364755"/>
                  </a:lnTo>
                  <a:lnTo>
                    <a:pt x="434313" y="367042"/>
                  </a:lnTo>
                  <a:lnTo>
                    <a:pt x="426471" y="369094"/>
                  </a:lnTo>
                  <a:lnTo>
                    <a:pt x="419235" y="369969"/>
                  </a:lnTo>
                  <a:lnTo>
                    <a:pt x="411562" y="373164"/>
                  </a:lnTo>
                  <a:lnTo>
                    <a:pt x="404461" y="375183"/>
                  </a:lnTo>
                  <a:lnTo>
                    <a:pt x="395778" y="375183"/>
                  </a:lnTo>
                  <a:lnTo>
                    <a:pt x="387364" y="370406"/>
                  </a:lnTo>
                  <a:lnTo>
                    <a:pt x="384167" y="367076"/>
                  </a:lnTo>
                  <a:lnTo>
                    <a:pt x="382148" y="361290"/>
                  </a:lnTo>
                  <a:lnTo>
                    <a:pt x="389687" y="354057"/>
                  </a:lnTo>
                  <a:lnTo>
                    <a:pt x="394903" y="349718"/>
                  </a:lnTo>
                  <a:lnTo>
                    <a:pt x="398100" y="341913"/>
                  </a:lnTo>
                  <a:lnTo>
                    <a:pt x="396922" y="336396"/>
                  </a:lnTo>
                  <a:lnTo>
                    <a:pt x="395778" y="330005"/>
                  </a:lnTo>
                  <a:lnTo>
                    <a:pt x="394028" y="324791"/>
                  </a:lnTo>
                  <a:lnTo>
                    <a:pt x="383595" y="324791"/>
                  </a:lnTo>
                  <a:lnTo>
                    <a:pt x="373162" y="323243"/>
                  </a:lnTo>
                  <a:cubicBezTo>
                    <a:pt x="373162" y="323243"/>
                    <a:pt x="365321" y="322167"/>
                    <a:pt x="364177" y="323008"/>
                  </a:cubicBezTo>
                  <a:cubicBezTo>
                    <a:pt x="363032" y="323849"/>
                    <a:pt x="361282" y="317794"/>
                    <a:pt x="361282" y="317794"/>
                  </a:cubicBezTo>
                  <a:lnTo>
                    <a:pt x="358960" y="307365"/>
                  </a:lnTo>
                  <a:lnTo>
                    <a:pt x="354316" y="301579"/>
                  </a:lnTo>
                  <a:lnTo>
                    <a:pt x="349099" y="298686"/>
                  </a:lnTo>
                  <a:lnTo>
                    <a:pt x="343310" y="295221"/>
                  </a:lnTo>
                  <a:lnTo>
                    <a:pt x="345633" y="289436"/>
                  </a:lnTo>
                  <a:lnTo>
                    <a:pt x="350546" y="281328"/>
                  </a:lnTo>
                  <a:lnTo>
                    <a:pt x="352296" y="273221"/>
                  </a:lnTo>
                  <a:lnTo>
                    <a:pt x="356941" y="266830"/>
                  </a:lnTo>
                  <a:lnTo>
                    <a:pt x="362460" y="266258"/>
                  </a:lnTo>
                  <a:lnTo>
                    <a:pt x="366801" y="264811"/>
                  </a:lnTo>
                  <a:lnTo>
                    <a:pt x="368249" y="259597"/>
                  </a:lnTo>
                  <a:cubicBezTo>
                    <a:pt x="368249" y="259597"/>
                    <a:pt x="369696" y="256401"/>
                    <a:pt x="371143" y="255527"/>
                  </a:cubicBezTo>
                  <a:cubicBezTo>
                    <a:pt x="372590" y="254652"/>
                    <a:pt x="372018" y="245670"/>
                    <a:pt x="372018" y="245670"/>
                  </a:cubicBezTo>
                  <a:lnTo>
                    <a:pt x="370874" y="239279"/>
                  </a:lnTo>
                  <a:lnTo>
                    <a:pt x="367979" y="229725"/>
                  </a:lnTo>
                  <a:lnTo>
                    <a:pt x="368551" y="222190"/>
                  </a:lnTo>
                  <a:lnTo>
                    <a:pt x="374037" y="217548"/>
                  </a:lnTo>
                  <a:cubicBezTo>
                    <a:pt x="374037" y="217548"/>
                    <a:pt x="381004" y="219869"/>
                    <a:pt x="382148" y="220743"/>
                  </a:cubicBezTo>
                  <a:cubicBezTo>
                    <a:pt x="383292" y="221618"/>
                    <a:pt x="386489" y="225655"/>
                    <a:pt x="386489" y="225655"/>
                  </a:cubicBezTo>
                  <a:lnTo>
                    <a:pt x="395172" y="227101"/>
                  </a:lnTo>
                  <a:lnTo>
                    <a:pt x="403014" y="227404"/>
                  </a:lnTo>
                  <a:lnTo>
                    <a:pt x="408802" y="232315"/>
                  </a:lnTo>
                  <a:lnTo>
                    <a:pt x="416038" y="228548"/>
                  </a:lnTo>
                  <a:lnTo>
                    <a:pt x="420952" y="223031"/>
                  </a:lnTo>
                  <a:lnTo>
                    <a:pt x="419504" y="217245"/>
                  </a:lnTo>
                  <a:lnTo>
                    <a:pt x="418057" y="209407"/>
                  </a:lnTo>
                  <a:lnTo>
                    <a:pt x="420682" y="205639"/>
                  </a:lnTo>
                  <a:lnTo>
                    <a:pt x="422432" y="194336"/>
                  </a:lnTo>
                  <a:lnTo>
                    <a:pt x="415769" y="189694"/>
                  </a:lnTo>
                  <a:lnTo>
                    <a:pt x="403889" y="183605"/>
                  </a:lnTo>
                  <a:lnTo>
                    <a:pt x="396081" y="176945"/>
                  </a:lnTo>
                  <a:lnTo>
                    <a:pt x="390562" y="170553"/>
                  </a:lnTo>
                  <a:cubicBezTo>
                    <a:pt x="390562" y="170553"/>
                    <a:pt x="384470" y="171730"/>
                    <a:pt x="382451" y="172874"/>
                  </a:cubicBezTo>
                  <a:cubicBezTo>
                    <a:pt x="380432" y="174018"/>
                    <a:pt x="379859" y="178963"/>
                    <a:pt x="379859" y="178963"/>
                  </a:cubicBezTo>
                  <a:lnTo>
                    <a:pt x="379556" y="189694"/>
                  </a:lnTo>
                  <a:lnTo>
                    <a:pt x="375484" y="195211"/>
                  </a:lnTo>
                  <a:lnTo>
                    <a:pt x="373734" y="201300"/>
                  </a:lnTo>
                  <a:lnTo>
                    <a:pt x="368518" y="204193"/>
                  </a:lnTo>
                  <a:lnTo>
                    <a:pt x="361854" y="204495"/>
                  </a:lnTo>
                  <a:lnTo>
                    <a:pt x="354618" y="204193"/>
                  </a:lnTo>
                  <a:lnTo>
                    <a:pt x="345936" y="206211"/>
                  </a:lnTo>
                  <a:lnTo>
                    <a:pt x="340147" y="205336"/>
                  </a:lnTo>
                  <a:cubicBezTo>
                    <a:pt x="340147" y="205336"/>
                    <a:pt x="330286" y="196927"/>
                    <a:pt x="329142" y="196927"/>
                  </a:cubicBezTo>
                  <a:cubicBezTo>
                    <a:pt x="327998" y="196927"/>
                    <a:pt x="326248" y="188819"/>
                    <a:pt x="326248" y="188819"/>
                  </a:cubicBezTo>
                  <a:lnTo>
                    <a:pt x="327123" y="181015"/>
                  </a:lnTo>
                  <a:lnTo>
                    <a:pt x="323925" y="172605"/>
                  </a:lnTo>
                  <a:lnTo>
                    <a:pt x="319853" y="163926"/>
                  </a:lnTo>
                  <a:lnTo>
                    <a:pt x="317531" y="154372"/>
                  </a:lnTo>
                  <a:lnTo>
                    <a:pt x="310565" y="156693"/>
                  </a:lnTo>
                  <a:lnTo>
                    <a:pt x="300132" y="157568"/>
                  </a:lnTo>
                  <a:lnTo>
                    <a:pt x="295790" y="152657"/>
                  </a:lnTo>
                  <a:lnTo>
                    <a:pt x="295521" y="150908"/>
                  </a:lnTo>
                  <a:lnTo>
                    <a:pt x="297271" y="137283"/>
                  </a:lnTo>
                  <a:lnTo>
                    <a:pt x="299290" y="130320"/>
                  </a:lnTo>
                  <a:lnTo>
                    <a:pt x="301882" y="125678"/>
                  </a:lnTo>
                  <a:lnTo>
                    <a:pt x="305954" y="119017"/>
                  </a:lnTo>
                  <a:lnTo>
                    <a:pt x="307973" y="112626"/>
                  </a:lnTo>
                  <a:lnTo>
                    <a:pt x="308545" y="107714"/>
                  </a:lnTo>
                  <a:lnTo>
                    <a:pt x="312617" y="102197"/>
                  </a:lnTo>
                  <a:lnTo>
                    <a:pt x="313493" y="94359"/>
                  </a:lnTo>
                  <a:lnTo>
                    <a:pt x="306257" y="93485"/>
                  </a:lnTo>
                  <a:lnTo>
                    <a:pt x="296699" y="91735"/>
                  </a:lnTo>
                  <a:lnTo>
                    <a:pt x="291482" y="89111"/>
                  </a:lnTo>
                  <a:lnTo>
                    <a:pt x="286838" y="93182"/>
                  </a:lnTo>
                  <a:cubicBezTo>
                    <a:pt x="286838" y="93182"/>
                    <a:pt x="281319" y="96378"/>
                    <a:pt x="280174" y="96647"/>
                  </a:cubicBezTo>
                  <a:cubicBezTo>
                    <a:pt x="279030" y="96949"/>
                    <a:pt x="270919" y="96647"/>
                    <a:pt x="270919" y="96647"/>
                  </a:cubicBezTo>
                  <a:lnTo>
                    <a:pt x="268025" y="92576"/>
                  </a:lnTo>
                  <a:lnTo>
                    <a:pt x="268025" y="82720"/>
                  </a:lnTo>
                  <a:lnTo>
                    <a:pt x="267015" y="78952"/>
                  </a:lnTo>
                  <a:lnTo>
                    <a:pt x="262539" y="73166"/>
                  </a:lnTo>
                  <a:lnTo>
                    <a:pt x="258198" y="68827"/>
                  </a:lnTo>
                  <a:lnTo>
                    <a:pt x="251838" y="61863"/>
                  </a:lnTo>
                  <a:lnTo>
                    <a:pt x="242852" y="60417"/>
                  </a:lnTo>
                  <a:lnTo>
                    <a:pt x="231544" y="60417"/>
                  </a:lnTo>
                  <a:lnTo>
                    <a:pt x="217644" y="60282"/>
                  </a:lnTo>
                  <a:lnTo>
                    <a:pt x="211250" y="57827"/>
                  </a:lnTo>
                  <a:lnTo>
                    <a:pt x="206336" y="52041"/>
                  </a:lnTo>
                  <a:lnTo>
                    <a:pt x="204889" y="47701"/>
                  </a:lnTo>
                  <a:lnTo>
                    <a:pt x="198495" y="47398"/>
                  </a:lnTo>
                  <a:lnTo>
                    <a:pt x="193009" y="37273"/>
                  </a:lnTo>
                  <a:lnTo>
                    <a:pt x="188937" y="29166"/>
                  </a:lnTo>
                  <a:lnTo>
                    <a:pt x="183417" y="29166"/>
                  </a:lnTo>
                  <a:lnTo>
                    <a:pt x="178504" y="24826"/>
                  </a:lnTo>
                  <a:lnTo>
                    <a:pt x="171840" y="19915"/>
                  </a:lnTo>
                  <a:lnTo>
                    <a:pt x="164874" y="19040"/>
                  </a:lnTo>
                  <a:lnTo>
                    <a:pt x="157032" y="14701"/>
                  </a:lnTo>
                  <a:lnTo>
                    <a:pt x="142258" y="5416"/>
                  </a:lnTo>
                  <a:lnTo>
                    <a:pt x="138791" y="1951"/>
                  </a:lnTo>
                  <a:lnTo>
                    <a:pt x="136840" y="0"/>
                  </a:lnTo>
                  <a:lnTo>
                    <a:pt x="135325" y="976"/>
                  </a:lnTo>
                  <a:lnTo>
                    <a:pt x="129166" y="2859"/>
                  </a:lnTo>
                  <a:lnTo>
                    <a:pt x="120248" y="6156"/>
                  </a:lnTo>
                  <a:lnTo>
                    <a:pt x="114594" y="8343"/>
                  </a:lnTo>
                  <a:lnTo>
                    <a:pt x="108570" y="8343"/>
                  </a:lnTo>
                  <a:lnTo>
                    <a:pt x="109108" y="9655"/>
                  </a:lnTo>
                  <a:lnTo>
                    <a:pt x="116647" y="26104"/>
                  </a:lnTo>
                  <a:lnTo>
                    <a:pt x="124825" y="35053"/>
                  </a:lnTo>
                  <a:lnTo>
                    <a:pt x="137647" y="38787"/>
                  </a:lnTo>
                  <a:lnTo>
                    <a:pt x="137647" y="45750"/>
                  </a:lnTo>
                  <a:lnTo>
                    <a:pt x="143167" y="43429"/>
                  </a:lnTo>
                  <a:lnTo>
                    <a:pt x="149393" y="41108"/>
                  </a:lnTo>
                  <a:lnTo>
                    <a:pt x="153297" y="41680"/>
                  </a:lnTo>
                  <a:lnTo>
                    <a:pt x="153297" y="47466"/>
                  </a:lnTo>
                  <a:lnTo>
                    <a:pt x="153297" y="54429"/>
                  </a:lnTo>
                  <a:lnTo>
                    <a:pt x="155922" y="64285"/>
                  </a:lnTo>
                  <a:lnTo>
                    <a:pt x="157941" y="69802"/>
                  </a:lnTo>
                  <a:lnTo>
                    <a:pt x="163730" y="76463"/>
                  </a:lnTo>
                  <a:lnTo>
                    <a:pt x="163730" y="82249"/>
                  </a:lnTo>
                  <a:lnTo>
                    <a:pt x="163730" y="84873"/>
                  </a:lnTo>
                  <a:lnTo>
                    <a:pt x="159388" y="84873"/>
                  </a:lnTo>
                  <a:lnTo>
                    <a:pt x="155922" y="84873"/>
                  </a:lnTo>
                  <a:lnTo>
                    <a:pt x="153600" y="88069"/>
                  </a:lnTo>
                  <a:lnTo>
                    <a:pt x="150403" y="93014"/>
                  </a:lnTo>
                  <a:lnTo>
                    <a:pt x="143739" y="97084"/>
                  </a:lnTo>
                  <a:lnTo>
                    <a:pt x="136200" y="101592"/>
                  </a:lnTo>
                  <a:lnTo>
                    <a:pt x="130412" y="105797"/>
                  </a:lnTo>
                  <a:lnTo>
                    <a:pt x="124623" y="105797"/>
                  </a:lnTo>
                  <a:lnTo>
                    <a:pt x="117657" y="105797"/>
                  </a:lnTo>
                  <a:lnTo>
                    <a:pt x="115032" y="100583"/>
                  </a:lnTo>
                  <a:lnTo>
                    <a:pt x="113012" y="92173"/>
                  </a:lnTo>
                  <a:lnTo>
                    <a:pt x="110993" y="86959"/>
                  </a:lnTo>
                  <a:lnTo>
                    <a:pt x="104632" y="82619"/>
                  </a:lnTo>
                  <a:lnTo>
                    <a:pt x="101132" y="78279"/>
                  </a:lnTo>
                  <a:lnTo>
                    <a:pt x="97935" y="73940"/>
                  </a:lnTo>
                  <a:lnTo>
                    <a:pt x="89521" y="74815"/>
                  </a:lnTo>
                  <a:lnTo>
                    <a:pt x="84305" y="71350"/>
                  </a:lnTo>
                  <a:lnTo>
                    <a:pt x="76194" y="68154"/>
                  </a:lnTo>
                  <a:lnTo>
                    <a:pt x="68083" y="68726"/>
                  </a:lnTo>
                  <a:lnTo>
                    <a:pt x="66064" y="75689"/>
                  </a:lnTo>
                  <a:lnTo>
                    <a:pt x="64617" y="82922"/>
                  </a:lnTo>
                  <a:lnTo>
                    <a:pt x="64617" y="92778"/>
                  </a:lnTo>
                  <a:lnTo>
                    <a:pt x="67511" y="95368"/>
                  </a:lnTo>
                  <a:lnTo>
                    <a:pt x="68386" y="100583"/>
                  </a:lnTo>
                  <a:lnTo>
                    <a:pt x="66939" y="104350"/>
                  </a:lnTo>
                  <a:lnTo>
                    <a:pt x="64617" y="105797"/>
                  </a:lnTo>
                  <a:lnTo>
                    <a:pt x="64617" y="110136"/>
                  </a:lnTo>
                  <a:lnTo>
                    <a:pt x="67511" y="114778"/>
                  </a:lnTo>
                  <a:lnTo>
                    <a:pt x="68386" y="121742"/>
                  </a:lnTo>
                  <a:lnTo>
                    <a:pt x="68083" y="128403"/>
                  </a:lnTo>
                  <a:lnTo>
                    <a:pt x="58525" y="128403"/>
                  </a:lnTo>
                  <a:lnTo>
                    <a:pt x="53309" y="128403"/>
                  </a:lnTo>
                  <a:lnTo>
                    <a:pt x="47520" y="134491"/>
                  </a:lnTo>
                  <a:lnTo>
                    <a:pt x="43751" y="139706"/>
                  </a:lnTo>
                  <a:lnTo>
                    <a:pt x="43751" y="148385"/>
                  </a:lnTo>
                  <a:lnTo>
                    <a:pt x="47823" y="154171"/>
                  </a:lnTo>
                  <a:lnTo>
                    <a:pt x="48698" y="157938"/>
                  </a:lnTo>
                  <a:lnTo>
                    <a:pt x="49270" y="164902"/>
                  </a:lnTo>
                  <a:lnTo>
                    <a:pt x="48395" y="172134"/>
                  </a:lnTo>
                  <a:cubicBezTo>
                    <a:pt x="48395" y="172134"/>
                    <a:pt x="48093" y="175599"/>
                    <a:pt x="46679" y="176171"/>
                  </a:cubicBezTo>
                  <a:cubicBezTo>
                    <a:pt x="45232" y="176743"/>
                    <a:pt x="41463" y="177920"/>
                    <a:pt x="40588" y="178189"/>
                  </a:cubicBezTo>
                  <a:cubicBezTo>
                    <a:pt x="39713" y="178492"/>
                    <a:pt x="31029" y="187171"/>
                    <a:pt x="31029" y="187171"/>
                  </a:cubicBezTo>
                  <a:lnTo>
                    <a:pt x="20294" y="188920"/>
                  </a:lnTo>
                  <a:lnTo>
                    <a:pt x="11611" y="184009"/>
                  </a:lnTo>
                  <a:lnTo>
                    <a:pt x="6967" y="178795"/>
                  </a:lnTo>
                  <a:lnTo>
                    <a:pt x="2322" y="178223"/>
                  </a:lnTo>
                  <a:lnTo>
                    <a:pt x="0" y="182562"/>
                  </a:lnTo>
                  <a:lnTo>
                    <a:pt x="3197" y="188920"/>
                  </a:lnTo>
                  <a:lnTo>
                    <a:pt x="3769" y="192991"/>
                  </a:lnTo>
                  <a:lnTo>
                    <a:pt x="4947" y="201670"/>
                  </a:lnTo>
                  <a:lnTo>
                    <a:pt x="9861" y="208028"/>
                  </a:lnTo>
                  <a:lnTo>
                    <a:pt x="23760" y="209777"/>
                  </a:lnTo>
                  <a:lnTo>
                    <a:pt x="31299" y="211795"/>
                  </a:lnTo>
                  <a:lnTo>
                    <a:pt x="36212" y="224847"/>
                  </a:lnTo>
                  <a:lnTo>
                    <a:pt x="42001" y="240490"/>
                  </a:lnTo>
                  <a:lnTo>
                    <a:pt x="42001" y="250918"/>
                  </a:lnTo>
                  <a:cubicBezTo>
                    <a:pt x="42001" y="250918"/>
                    <a:pt x="46342" y="258756"/>
                    <a:pt x="48968" y="256435"/>
                  </a:cubicBezTo>
                  <a:cubicBezTo>
                    <a:pt x="51559" y="254114"/>
                    <a:pt x="59098" y="252095"/>
                    <a:pt x="60275" y="251793"/>
                  </a:cubicBezTo>
                  <a:cubicBezTo>
                    <a:pt x="61453" y="251490"/>
                    <a:pt x="63472" y="249774"/>
                    <a:pt x="63472" y="249774"/>
                  </a:cubicBezTo>
                  <a:lnTo>
                    <a:pt x="71011" y="252095"/>
                  </a:lnTo>
                  <a:cubicBezTo>
                    <a:pt x="71011" y="252095"/>
                    <a:pt x="77675" y="258453"/>
                    <a:pt x="78819" y="258756"/>
                  </a:cubicBezTo>
                  <a:cubicBezTo>
                    <a:pt x="79963" y="259059"/>
                    <a:pt x="84339" y="257882"/>
                    <a:pt x="85483" y="258756"/>
                  </a:cubicBezTo>
                  <a:cubicBezTo>
                    <a:pt x="86661" y="259631"/>
                    <a:pt x="89252" y="256132"/>
                    <a:pt x="89824" y="255291"/>
                  </a:cubicBezTo>
                  <a:cubicBezTo>
                    <a:pt x="90396" y="254417"/>
                    <a:pt x="95613" y="251254"/>
                    <a:pt x="95613" y="251254"/>
                  </a:cubicBezTo>
                  <a:lnTo>
                    <a:pt x="100526" y="252129"/>
                  </a:lnTo>
                  <a:lnTo>
                    <a:pt x="104868" y="261380"/>
                  </a:lnTo>
                  <a:lnTo>
                    <a:pt x="106315" y="270665"/>
                  </a:lnTo>
                  <a:lnTo>
                    <a:pt x="105743" y="284289"/>
                  </a:lnTo>
                  <a:lnTo>
                    <a:pt x="108065" y="306895"/>
                  </a:lnTo>
                  <a:lnTo>
                    <a:pt x="108368" y="321090"/>
                  </a:lnTo>
                  <a:lnTo>
                    <a:pt x="101704" y="326607"/>
                  </a:lnTo>
                  <a:lnTo>
                    <a:pt x="99685" y="328626"/>
                  </a:lnTo>
                  <a:lnTo>
                    <a:pt x="93896" y="332393"/>
                  </a:lnTo>
                  <a:lnTo>
                    <a:pt x="85214" y="336161"/>
                  </a:lnTo>
                  <a:lnTo>
                    <a:pt x="79122" y="337910"/>
                  </a:lnTo>
                  <a:lnTo>
                    <a:pt x="73031" y="341106"/>
                  </a:lnTo>
                  <a:lnTo>
                    <a:pt x="70406" y="348069"/>
                  </a:lnTo>
                  <a:lnTo>
                    <a:pt x="63439" y="360516"/>
                  </a:lnTo>
                  <a:lnTo>
                    <a:pt x="63136" y="368051"/>
                  </a:lnTo>
                  <a:lnTo>
                    <a:pt x="61386" y="372122"/>
                  </a:lnTo>
                  <a:lnTo>
                    <a:pt x="58189" y="376899"/>
                  </a:lnTo>
                  <a:lnTo>
                    <a:pt x="59064" y="382247"/>
                  </a:lnTo>
                  <a:lnTo>
                    <a:pt x="65458" y="382247"/>
                  </a:lnTo>
                  <a:lnTo>
                    <a:pt x="67208" y="382247"/>
                  </a:lnTo>
                  <a:lnTo>
                    <a:pt x="72862" y="387764"/>
                  </a:lnTo>
                  <a:lnTo>
                    <a:pt x="75016" y="392104"/>
                  </a:lnTo>
                  <a:lnTo>
                    <a:pt x="75016" y="397015"/>
                  </a:lnTo>
                  <a:lnTo>
                    <a:pt x="81814" y="401354"/>
                  </a:lnTo>
                  <a:lnTo>
                    <a:pt x="84574" y="401354"/>
                  </a:lnTo>
                  <a:lnTo>
                    <a:pt x="87199" y="397284"/>
                  </a:lnTo>
                  <a:lnTo>
                    <a:pt x="89824" y="395266"/>
                  </a:lnTo>
                  <a:lnTo>
                    <a:pt x="96488" y="397890"/>
                  </a:lnTo>
                  <a:lnTo>
                    <a:pt x="100257" y="403541"/>
                  </a:lnTo>
                  <a:lnTo>
                    <a:pt x="104599" y="406602"/>
                  </a:lnTo>
                  <a:lnTo>
                    <a:pt x="110690" y="406602"/>
                  </a:lnTo>
                  <a:lnTo>
                    <a:pt x="114156" y="406602"/>
                  </a:lnTo>
                  <a:lnTo>
                    <a:pt x="118229" y="411951"/>
                  </a:lnTo>
                  <a:cubicBezTo>
                    <a:pt x="119979" y="411379"/>
                    <a:pt x="119373" y="417031"/>
                    <a:pt x="119373" y="417031"/>
                  </a:cubicBezTo>
                  <a:lnTo>
                    <a:pt x="124589" y="417031"/>
                  </a:lnTo>
                  <a:lnTo>
                    <a:pt x="128359" y="419352"/>
                  </a:lnTo>
                  <a:lnTo>
                    <a:pt x="127484" y="422245"/>
                  </a:lnTo>
                  <a:lnTo>
                    <a:pt x="122839" y="425710"/>
                  </a:lnTo>
                  <a:lnTo>
                    <a:pt x="117926" y="429780"/>
                  </a:lnTo>
                  <a:lnTo>
                    <a:pt x="113854" y="432673"/>
                  </a:lnTo>
                  <a:lnTo>
                    <a:pt x="108940" y="432673"/>
                  </a:lnTo>
                  <a:lnTo>
                    <a:pt x="110084" y="437584"/>
                  </a:lnTo>
                  <a:lnTo>
                    <a:pt x="109512" y="443101"/>
                  </a:lnTo>
                  <a:lnTo>
                    <a:pt x="107493" y="448887"/>
                  </a:lnTo>
                  <a:lnTo>
                    <a:pt x="103724" y="452083"/>
                  </a:lnTo>
                  <a:lnTo>
                    <a:pt x="103454" y="458744"/>
                  </a:lnTo>
                  <a:lnTo>
                    <a:pt x="108099" y="464832"/>
                  </a:lnTo>
                  <a:lnTo>
                    <a:pt x="112440" y="470047"/>
                  </a:lnTo>
                  <a:lnTo>
                    <a:pt x="115772" y="474117"/>
                  </a:lnTo>
                  <a:lnTo>
                    <a:pt x="118531" y="477582"/>
                  </a:lnTo>
                  <a:lnTo>
                    <a:pt x="118531" y="482224"/>
                  </a:lnTo>
                  <a:lnTo>
                    <a:pt x="120854" y="489457"/>
                  </a:lnTo>
                  <a:lnTo>
                    <a:pt x="116209" y="493527"/>
                  </a:lnTo>
                  <a:lnTo>
                    <a:pt x="119104" y="496723"/>
                  </a:lnTo>
                  <a:lnTo>
                    <a:pt x="124017" y="498169"/>
                  </a:lnTo>
                  <a:lnTo>
                    <a:pt x="128090" y="500793"/>
                  </a:lnTo>
                  <a:lnTo>
                    <a:pt x="132734" y="508026"/>
                  </a:lnTo>
                  <a:lnTo>
                    <a:pt x="134484" y="512096"/>
                  </a:lnTo>
                  <a:lnTo>
                    <a:pt x="136806" y="518454"/>
                  </a:lnTo>
                  <a:lnTo>
                    <a:pt x="138253" y="523668"/>
                  </a:lnTo>
                  <a:lnTo>
                    <a:pt x="138556" y="528580"/>
                  </a:lnTo>
                  <a:lnTo>
                    <a:pt x="138253" y="534097"/>
                  </a:lnTo>
                  <a:lnTo>
                    <a:pt x="138556" y="539614"/>
                  </a:lnTo>
                  <a:lnTo>
                    <a:pt x="144075" y="548023"/>
                  </a:lnTo>
                  <a:lnTo>
                    <a:pt x="144345" y="552497"/>
                  </a:lnTo>
                  <a:lnTo>
                    <a:pt x="145792" y="557846"/>
                  </a:lnTo>
                  <a:lnTo>
                    <a:pt x="152455" y="557846"/>
                  </a:lnTo>
                  <a:lnTo>
                    <a:pt x="161138" y="555256"/>
                  </a:lnTo>
                  <a:cubicBezTo>
                    <a:pt x="161138" y="555256"/>
                    <a:pt x="165210" y="552632"/>
                    <a:pt x="166927" y="552632"/>
                  </a:cubicBezTo>
                  <a:cubicBezTo>
                    <a:pt x="168677" y="552632"/>
                    <a:pt x="173893" y="549436"/>
                    <a:pt x="173893" y="549436"/>
                  </a:cubicBezTo>
                  <a:cubicBezTo>
                    <a:pt x="173893" y="549436"/>
                    <a:pt x="177663" y="545097"/>
                    <a:pt x="177965" y="544222"/>
                  </a:cubicBezTo>
                  <a:cubicBezTo>
                    <a:pt x="178268" y="543347"/>
                    <a:pt x="183754" y="538436"/>
                    <a:pt x="183754" y="538436"/>
                  </a:cubicBezTo>
                  <a:lnTo>
                    <a:pt x="187826" y="534971"/>
                  </a:lnTo>
                  <a:lnTo>
                    <a:pt x="190721" y="531506"/>
                  </a:lnTo>
                  <a:lnTo>
                    <a:pt x="189577" y="524274"/>
                  </a:lnTo>
                  <a:lnTo>
                    <a:pt x="193043" y="521953"/>
                  </a:lnTo>
                  <a:lnTo>
                    <a:pt x="197115" y="521650"/>
                  </a:lnTo>
                  <a:lnTo>
                    <a:pt x="205663" y="520775"/>
                  </a:lnTo>
                  <a:lnTo>
                    <a:pt x="208995" y="524240"/>
                  </a:lnTo>
                  <a:lnTo>
                    <a:pt x="208995" y="527436"/>
                  </a:lnTo>
                  <a:lnTo>
                    <a:pt x="214952" y="532347"/>
                  </a:lnTo>
                  <a:lnTo>
                    <a:pt x="219428" y="536115"/>
                  </a:lnTo>
                  <a:lnTo>
                    <a:pt x="219428" y="543078"/>
                  </a:lnTo>
                  <a:lnTo>
                    <a:pt x="212764" y="547721"/>
                  </a:lnTo>
                  <a:lnTo>
                    <a:pt x="209567" y="551488"/>
                  </a:lnTo>
                  <a:lnTo>
                    <a:pt x="204351" y="554381"/>
                  </a:lnTo>
                  <a:lnTo>
                    <a:pt x="199134" y="557846"/>
                  </a:lnTo>
                  <a:lnTo>
                    <a:pt x="198562" y="562186"/>
                  </a:lnTo>
                  <a:lnTo>
                    <a:pt x="198562" y="565651"/>
                  </a:lnTo>
                  <a:lnTo>
                    <a:pt x="200009" y="570293"/>
                  </a:lnTo>
                  <a:lnTo>
                    <a:pt x="202601" y="573926"/>
                  </a:lnTo>
                  <a:lnTo>
                    <a:pt x="206673" y="576953"/>
                  </a:lnTo>
                  <a:lnTo>
                    <a:pt x="213336" y="576953"/>
                  </a:lnTo>
                  <a:lnTo>
                    <a:pt x="218553" y="576953"/>
                  </a:lnTo>
                  <a:lnTo>
                    <a:pt x="222894" y="572042"/>
                  </a:lnTo>
                  <a:lnTo>
                    <a:pt x="226092" y="568846"/>
                  </a:lnTo>
                  <a:lnTo>
                    <a:pt x="237097" y="565381"/>
                  </a:lnTo>
                  <a:lnTo>
                    <a:pt x="238241" y="562186"/>
                  </a:lnTo>
                  <a:lnTo>
                    <a:pt x="240260" y="557543"/>
                  </a:lnTo>
                  <a:lnTo>
                    <a:pt x="240260" y="553473"/>
                  </a:lnTo>
                  <a:cubicBezTo>
                    <a:pt x="240260" y="553473"/>
                    <a:pt x="242010" y="549133"/>
                    <a:pt x="240260" y="547956"/>
                  </a:cubicBezTo>
                  <a:cubicBezTo>
                    <a:pt x="238510" y="546812"/>
                    <a:pt x="237366" y="543045"/>
                    <a:pt x="237366" y="543045"/>
                  </a:cubicBezTo>
                  <a:lnTo>
                    <a:pt x="241034" y="538705"/>
                  </a:lnTo>
                  <a:lnTo>
                    <a:pt x="244904" y="536384"/>
                  </a:lnTo>
                  <a:lnTo>
                    <a:pt x="246655" y="534635"/>
                  </a:lnTo>
                  <a:lnTo>
                    <a:pt x="251568" y="534938"/>
                  </a:lnTo>
                  <a:lnTo>
                    <a:pt x="256212" y="541026"/>
                  </a:lnTo>
                  <a:lnTo>
                    <a:pt x="258804" y="544794"/>
                  </a:lnTo>
                  <a:lnTo>
                    <a:pt x="265770" y="545669"/>
                  </a:lnTo>
                  <a:lnTo>
                    <a:pt x="269405" y="544794"/>
                  </a:lnTo>
                  <a:lnTo>
                    <a:pt x="271593" y="547384"/>
                  </a:lnTo>
                  <a:lnTo>
                    <a:pt x="271593" y="549974"/>
                  </a:lnTo>
                  <a:lnTo>
                    <a:pt x="271593" y="556938"/>
                  </a:lnTo>
                  <a:lnTo>
                    <a:pt x="273780" y="562152"/>
                  </a:lnTo>
                  <a:lnTo>
                    <a:pt x="278559" y="563599"/>
                  </a:lnTo>
                  <a:lnTo>
                    <a:pt x="278559" y="565617"/>
                  </a:lnTo>
                  <a:lnTo>
                    <a:pt x="284348" y="567938"/>
                  </a:lnTo>
                  <a:lnTo>
                    <a:pt x="289261" y="569956"/>
                  </a:lnTo>
                  <a:lnTo>
                    <a:pt x="297372" y="570259"/>
                  </a:lnTo>
                  <a:lnTo>
                    <a:pt x="308377" y="571134"/>
                  </a:lnTo>
                  <a:lnTo>
                    <a:pt x="320829" y="573152"/>
                  </a:lnTo>
                  <a:lnTo>
                    <a:pt x="328671" y="573724"/>
                  </a:lnTo>
                  <a:lnTo>
                    <a:pt x="337657" y="572277"/>
                  </a:lnTo>
                  <a:lnTo>
                    <a:pt x="342638" y="573051"/>
                  </a:lnTo>
                  <a:close/>
                </a:path>
              </a:pathLst>
            </a:custGeom>
            <a:grpFill/>
            <a:ln w="6350" cap="flat">
              <a:solidFill>
                <a:schemeClr val="bg1"/>
              </a:solidFill>
              <a:prstDash val="solid"/>
              <a:miter/>
            </a:ln>
          </p:spPr>
          <p:txBody>
            <a:bodyPr rtlCol="0" anchor="ctr"/>
            <a:lstStyle/>
            <a:p>
              <a:endParaRPr lang="en-US"/>
            </a:p>
          </p:txBody>
        </p:sp>
        <p:grpSp>
          <p:nvGrpSpPr>
            <p:cNvPr id="34" name="Graphic 11">
              <a:extLst>
                <a:ext uri="{FF2B5EF4-FFF2-40B4-BE49-F238E27FC236}">
                  <a16:creationId xmlns:a16="http://schemas.microsoft.com/office/drawing/2014/main" id="{45FD4B99-B186-F0AF-072B-9F666B93C31D}"/>
                </a:ext>
              </a:extLst>
            </p:cNvPr>
            <p:cNvGrpSpPr/>
            <p:nvPr/>
          </p:nvGrpSpPr>
          <p:grpSpPr>
            <a:xfrm>
              <a:off x="7727196" y="3385710"/>
              <a:ext cx="413482" cy="314600"/>
              <a:chOff x="5143724" y="3308222"/>
              <a:chExt cx="793844" cy="603999"/>
            </a:xfrm>
            <a:grpFill/>
          </p:grpSpPr>
          <p:sp>
            <p:nvSpPr>
              <p:cNvPr id="95" name="Freeform 934">
                <a:extLst>
                  <a:ext uri="{FF2B5EF4-FFF2-40B4-BE49-F238E27FC236}">
                    <a16:creationId xmlns:a16="http://schemas.microsoft.com/office/drawing/2014/main" id="{4453237A-1919-A91A-BC71-15D85569EA74}"/>
                  </a:ext>
                </a:extLst>
              </p:cNvPr>
              <p:cNvSpPr/>
              <p:nvPr/>
            </p:nvSpPr>
            <p:spPr>
              <a:xfrm>
                <a:off x="5143724" y="3308222"/>
                <a:ext cx="787079" cy="603999"/>
              </a:xfrm>
              <a:custGeom>
                <a:avLst/>
                <a:gdLst>
                  <a:gd name="connsiteX0" fmla="*/ 780147 w 787079"/>
                  <a:gd name="connsiteY0" fmla="*/ 183168 h 603999"/>
                  <a:gd name="connsiteX1" fmla="*/ 776007 w 787079"/>
                  <a:gd name="connsiteY1" fmla="*/ 177954 h 603999"/>
                  <a:gd name="connsiteX2" fmla="*/ 773416 w 787079"/>
                  <a:gd name="connsiteY2" fmla="*/ 170116 h 603999"/>
                  <a:gd name="connsiteX3" fmla="*/ 771901 w 787079"/>
                  <a:gd name="connsiteY3" fmla="*/ 162513 h 603999"/>
                  <a:gd name="connsiteX4" fmla="*/ 769276 w 787079"/>
                  <a:gd name="connsiteY4" fmla="*/ 156222 h 603999"/>
                  <a:gd name="connsiteX5" fmla="*/ 769613 w 787079"/>
                  <a:gd name="connsiteY5" fmla="*/ 151210 h 603999"/>
                  <a:gd name="connsiteX6" fmla="*/ 766685 w 787079"/>
                  <a:gd name="connsiteY6" fmla="*/ 143170 h 603999"/>
                  <a:gd name="connsiteX7" fmla="*/ 766685 w 787079"/>
                  <a:gd name="connsiteY7" fmla="*/ 137519 h 603999"/>
                  <a:gd name="connsiteX8" fmla="*/ 766685 w 787079"/>
                  <a:gd name="connsiteY8" fmla="*/ 132305 h 603999"/>
                  <a:gd name="connsiteX9" fmla="*/ 764935 w 787079"/>
                  <a:gd name="connsiteY9" fmla="*/ 124467 h 603999"/>
                  <a:gd name="connsiteX10" fmla="*/ 761031 w 787079"/>
                  <a:gd name="connsiteY10" fmla="*/ 119690 h 603999"/>
                  <a:gd name="connsiteX11" fmla="*/ 759079 w 787079"/>
                  <a:gd name="connsiteY11" fmla="*/ 115989 h 603999"/>
                  <a:gd name="connsiteX12" fmla="*/ 755175 w 787079"/>
                  <a:gd name="connsiteY12" fmla="*/ 107748 h 603999"/>
                  <a:gd name="connsiteX13" fmla="*/ 749319 w 787079"/>
                  <a:gd name="connsiteY13" fmla="*/ 99069 h 603999"/>
                  <a:gd name="connsiteX14" fmla="*/ 742353 w 787079"/>
                  <a:gd name="connsiteY14" fmla="*/ 93855 h 603999"/>
                  <a:gd name="connsiteX15" fmla="*/ 742353 w 787079"/>
                  <a:gd name="connsiteY15" fmla="*/ 85377 h 603999"/>
                  <a:gd name="connsiteX16" fmla="*/ 747569 w 787079"/>
                  <a:gd name="connsiteY16" fmla="*/ 80163 h 603999"/>
                  <a:gd name="connsiteX17" fmla="*/ 747569 w 787079"/>
                  <a:gd name="connsiteY17" fmla="*/ 74949 h 603999"/>
                  <a:gd name="connsiteX18" fmla="*/ 747132 w 787079"/>
                  <a:gd name="connsiteY18" fmla="*/ 72123 h 603999"/>
                  <a:gd name="connsiteX19" fmla="*/ 742353 w 787079"/>
                  <a:gd name="connsiteY19" fmla="*/ 69735 h 603999"/>
                  <a:gd name="connsiteX20" fmla="*/ 739088 w 787079"/>
                  <a:gd name="connsiteY20" fmla="*/ 73637 h 603999"/>
                  <a:gd name="connsiteX21" fmla="*/ 733434 w 787079"/>
                  <a:gd name="connsiteY21" fmla="*/ 77977 h 603999"/>
                  <a:gd name="connsiteX22" fmla="*/ 728420 w 787079"/>
                  <a:gd name="connsiteY22" fmla="*/ 82316 h 603999"/>
                  <a:gd name="connsiteX23" fmla="*/ 722126 w 787079"/>
                  <a:gd name="connsiteY23" fmla="*/ 85344 h 603999"/>
                  <a:gd name="connsiteX24" fmla="*/ 718424 w 787079"/>
                  <a:gd name="connsiteY24" fmla="*/ 82316 h 603999"/>
                  <a:gd name="connsiteX25" fmla="*/ 712131 w 787079"/>
                  <a:gd name="connsiteY25" fmla="*/ 77539 h 603999"/>
                  <a:gd name="connsiteX26" fmla="*/ 708866 w 787079"/>
                  <a:gd name="connsiteY26" fmla="*/ 72123 h 603999"/>
                  <a:gd name="connsiteX27" fmla="*/ 704525 w 787079"/>
                  <a:gd name="connsiteY27" fmla="*/ 67347 h 603999"/>
                  <a:gd name="connsiteX28" fmla="*/ 704525 w 787079"/>
                  <a:gd name="connsiteY28" fmla="*/ 63882 h 603999"/>
                  <a:gd name="connsiteX29" fmla="*/ 696280 w 787079"/>
                  <a:gd name="connsiteY29" fmla="*/ 61695 h 603999"/>
                  <a:gd name="connsiteX30" fmla="*/ 689111 w 787079"/>
                  <a:gd name="connsiteY30" fmla="*/ 63646 h 603999"/>
                  <a:gd name="connsiteX31" fmla="*/ 683222 w 787079"/>
                  <a:gd name="connsiteY31" fmla="*/ 66472 h 603999"/>
                  <a:gd name="connsiteX32" fmla="*/ 674943 w 787079"/>
                  <a:gd name="connsiteY32" fmla="*/ 66035 h 603999"/>
                  <a:gd name="connsiteX33" fmla="*/ 663870 w 787079"/>
                  <a:gd name="connsiteY33" fmla="*/ 61258 h 603999"/>
                  <a:gd name="connsiteX34" fmla="*/ 652125 w 787079"/>
                  <a:gd name="connsiteY34" fmla="*/ 54294 h 603999"/>
                  <a:gd name="connsiteX35" fmla="*/ 648288 w 787079"/>
                  <a:gd name="connsiteY35" fmla="*/ 56986 h 603999"/>
                  <a:gd name="connsiteX36" fmla="*/ 646403 w 787079"/>
                  <a:gd name="connsiteY36" fmla="*/ 59307 h 603999"/>
                  <a:gd name="connsiteX37" fmla="*/ 643206 w 787079"/>
                  <a:gd name="connsiteY37" fmla="*/ 61493 h 603999"/>
                  <a:gd name="connsiteX38" fmla="*/ 641894 w 787079"/>
                  <a:gd name="connsiteY38" fmla="*/ 63680 h 603999"/>
                  <a:gd name="connsiteX39" fmla="*/ 637990 w 787079"/>
                  <a:gd name="connsiteY39" fmla="*/ 66136 h 603999"/>
                  <a:gd name="connsiteX40" fmla="*/ 635668 w 787079"/>
                  <a:gd name="connsiteY40" fmla="*/ 69163 h 603999"/>
                  <a:gd name="connsiteX41" fmla="*/ 634220 w 787079"/>
                  <a:gd name="connsiteY41" fmla="*/ 74512 h 603999"/>
                  <a:gd name="connsiteX42" fmla="*/ 637283 w 787079"/>
                  <a:gd name="connsiteY42" fmla="*/ 78414 h 603999"/>
                  <a:gd name="connsiteX43" fmla="*/ 639033 w 787079"/>
                  <a:gd name="connsiteY43" fmla="*/ 81038 h 603999"/>
                  <a:gd name="connsiteX44" fmla="*/ 643812 w 787079"/>
                  <a:gd name="connsiteY44" fmla="*/ 86252 h 603999"/>
                  <a:gd name="connsiteX45" fmla="*/ 644250 w 787079"/>
                  <a:gd name="connsiteY45" fmla="*/ 91466 h 603999"/>
                  <a:gd name="connsiteX46" fmla="*/ 643947 w 787079"/>
                  <a:gd name="connsiteY46" fmla="*/ 94494 h 603999"/>
                  <a:gd name="connsiteX47" fmla="*/ 642365 w 787079"/>
                  <a:gd name="connsiteY47" fmla="*/ 98833 h 603999"/>
                  <a:gd name="connsiteX48" fmla="*/ 639471 w 787079"/>
                  <a:gd name="connsiteY48" fmla="*/ 100280 h 603999"/>
                  <a:gd name="connsiteX49" fmla="*/ 635701 w 787079"/>
                  <a:gd name="connsiteY49" fmla="*/ 99405 h 603999"/>
                  <a:gd name="connsiteX50" fmla="*/ 630788 w 787079"/>
                  <a:gd name="connsiteY50" fmla="*/ 97387 h 603999"/>
                  <a:gd name="connsiteX51" fmla="*/ 627456 w 787079"/>
                  <a:gd name="connsiteY51" fmla="*/ 96378 h 603999"/>
                  <a:gd name="connsiteX52" fmla="*/ 623821 w 787079"/>
                  <a:gd name="connsiteY52" fmla="*/ 94191 h 603999"/>
                  <a:gd name="connsiteX53" fmla="*/ 620927 w 787079"/>
                  <a:gd name="connsiteY53" fmla="*/ 91433 h 603999"/>
                  <a:gd name="connsiteX54" fmla="*/ 614970 w 787079"/>
                  <a:gd name="connsiteY54" fmla="*/ 85041 h 603999"/>
                  <a:gd name="connsiteX55" fmla="*/ 608879 w 787079"/>
                  <a:gd name="connsiteY55" fmla="*/ 79692 h 603999"/>
                  <a:gd name="connsiteX56" fmla="*/ 604100 w 787079"/>
                  <a:gd name="connsiteY56" fmla="*/ 75790 h 603999"/>
                  <a:gd name="connsiteX57" fmla="*/ 598883 w 787079"/>
                  <a:gd name="connsiteY57" fmla="*/ 75790 h 603999"/>
                  <a:gd name="connsiteX58" fmla="*/ 597571 w 787079"/>
                  <a:gd name="connsiteY58" fmla="*/ 76867 h 603999"/>
                  <a:gd name="connsiteX59" fmla="*/ 591479 w 787079"/>
                  <a:gd name="connsiteY59" fmla="*/ 79558 h 603999"/>
                  <a:gd name="connsiteX60" fmla="*/ 589157 w 787079"/>
                  <a:gd name="connsiteY60" fmla="*/ 81879 h 603999"/>
                  <a:gd name="connsiteX61" fmla="*/ 584681 w 787079"/>
                  <a:gd name="connsiteY61" fmla="*/ 83897 h 603999"/>
                  <a:gd name="connsiteX62" fmla="*/ 581181 w 787079"/>
                  <a:gd name="connsiteY62" fmla="*/ 84032 h 603999"/>
                  <a:gd name="connsiteX63" fmla="*/ 577411 w 787079"/>
                  <a:gd name="connsiteY63" fmla="*/ 83897 h 603999"/>
                  <a:gd name="connsiteX64" fmla="*/ 572330 w 787079"/>
                  <a:gd name="connsiteY64" fmla="*/ 84200 h 603999"/>
                  <a:gd name="connsiteX65" fmla="*/ 570142 w 787079"/>
                  <a:gd name="connsiteY65" fmla="*/ 84503 h 603999"/>
                  <a:gd name="connsiteX66" fmla="*/ 566104 w 787079"/>
                  <a:gd name="connsiteY66" fmla="*/ 85680 h 603999"/>
                  <a:gd name="connsiteX67" fmla="*/ 564084 w 787079"/>
                  <a:gd name="connsiteY67" fmla="*/ 88001 h 603999"/>
                  <a:gd name="connsiteX68" fmla="*/ 561628 w 787079"/>
                  <a:gd name="connsiteY68" fmla="*/ 88001 h 603999"/>
                  <a:gd name="connsiteX69" fmla="*/ 556983 w 787079"/>
                  <a:gd name="connsiteY69" fmla="*/ 88741 h 603999"/>
                  <a:gd name="connsiteX70" fmla="*/ 554224 w 787079"/>
                  <a:gd name="connsiteY70" fmla="*/ 91063 h 603999"/>
                  <a:gd name="connsiteX71" fmla="*/ 552777 w 787079"/>
                  <a:gd name="connsiteY71" fmla="*/ 92375 h 603999"/>
                  <a:gd name="connsiteX72" fmla="*/ 552777 w 787079"/>
                  <a:gd name="connsiteY72" fmla="*/ 95267 h 603999"/>
                  <a:gd name="connsiteX73" fmla="*/ 552272 w 787079"/>
                  <a:gd name="connsiteY73" fmla="*/ 98160 h 603999"/>
                  <a:gd name="connsiteX74" fmla="*/ 549882 w 787079"/>
                  <a:gd name="connsiteY74" fmla="*/ 100616 h 603999"/>
                  <a:gd name="connsiteX75" fmla="*/ 545675 w 787079"/>
                  <a:gd name="connsiteY75" fmla="*/ 100751 h 603999"/>
                  <a:gd name="connsiteX76" fmla="*/ 543656 w 787079"/>
                  <a:gd name="connsiteY76" fmla="*/ 99439 h 603999"/>
                  <a:gd name="connsiteX77" fmla="*/ 539752 w 787079"/>
                  <a:gd name="connsiteY77" fmla="*/ 98732 h 603999"/>
                  <a:gd name="connsiteX78" fmla="*/ 537733 w 787079"/>
                  <a:gd name="connsiteY78" fmla="*/ 99170 h 603999"/>
                  <a:gd name="connsiteX79" fmla="*/ 536151 w 787079"/>
                  <a:gd name="connsiteY79" fmla="*/ 100482 h 603999"/>
                  <a:gd name="connsiteX80" fmla="*/ 533391 w 787079"/>
                  <a:gd name="connsiteY80" fmla="*/ 102500 h 603999"/>
                  <a:gd name="connsiteX81" fmla="*/ 530362 w 787079"/>
                  <a:gd name="connsiteY81" fmla="*/ 102365 h 603999"/>
                  <a:gd name="connsiteX82" fmla="*/ 526459 w 787079"/>
                  <a:gd name="connsiteY82" fmla="*/ 101356 h 603999"/>
                  <a:gd name="connsiteX83" fmla="*/ 524002 w 787079"/>
                  <a:gd name="connsiteY83" fmla="*/ 103543 h 603999"/>
                  <a:gd name="connsiteX84" fmla="*/ 521680 w 787079"/>
                  <a:gd name="connsiteY84" fmla="*/ 104855 h 603999"/>
                  <a:gd name="connsiteX85" fmla="*/ 518348 w 787079"/>
                  <a:gd name="connsiteY85" fmla="*/ 106167 h 603999"/>
                  <a:gd name="connsiteX86" fmla="*/ 510237 w 787079"/>
                  <a:gd name="connsiteY86" fmla="*/ 107041 h 603999"/>
                  <a:gd name="connsiteX87" fmla="*/ 504886 w 787079"/>
                  <a:gd name="connsiteY87" fmla="*/ 107916 h 603999"/>
                  <a:gd name="connsiteX88" fmla="*/ 499535 w 787079"/>
                  <a:gd name="connsiteY88" fmla="*/ 108219 h 603999"/>
                  <a:gd name="connsiteX89" fmla="*/ 492299 w 787079"/>
                  <a:gd name="connsiteY89" fmla="*/ 104148 h 603999"/>
                  <a:gd name="connsiteX90" fmla="*/ 489405 w 787079"/>
                  <a:gd name="connsiteY90" fmla="*/ 103005 h 603999"/>
                  <a:gd name="connsiteX91" fmla="*/ 487655 w 787079"/>
                  <a:gd name="connsiteY91" fmla="*/ 101995 h 603999"/>
                  <a:gd name="connsiteX92" fmla="*/ 481866 w 787079"/>
                  <a:gd name="connsiteY92" fmla="*/ 98968 h 603999"/>
                  <a:gd name="connsiteX93" fmla="*/ 477962 w 787079"/>
                  <a:gd name="connsiteY93" fmla="*/ 96949 h 603999"/>
                  <a:gd name="connsiteX94" fmla="*/ 476246 w 787079"/>
                  <a:gd name="connsiteY94" fmla="*/ 93316 h 603999"/>
                  <a:gd name="connsiteX95" fmla="*/ 478837 w 787079"/>
                  <a:gd name="connsiteY95" fmla="*/ 90423 h 603999"/>
                  <a:gd name="connsiteX96" fmla="*/ 482169 w 787079"/>
                  <a:gd name="connsiteY96" fmla="*/ 89111 h 603999"/>
                  <a:gd name="connsiteX97" fmla="*/ 486241 w 787079"/>
                  <a:gd name="connsiteY97" fmla="*/ 87665 h 603999"/>
                  <a:gd name="connsiteX98" fmla="*/ 489708 w 787079"/>
                  <a:gd name="connsiteY98" fmla="*/ 84469 h 603999"/>
                  <a:gd name="connsiteX99" fmla="*/ 491727 w 787079"/>
                  <a:gd name="connsiteY99" fmla="*/ 81879 h 603999"/>
                  <a:gd name="connsiteX100" fmla="*/ 495631 w 787079"/>
                  <a:gd name="connsiteY100" fmla="*/ 77371 h 603999"/>
                  <a:gd name="connsiteX101" fmla="*/ 498088 w 787079"/>
                  <a:gd name="connsiteY101" fmla="*/ 68524 h 603999"/>
                  <a:gd name="connsiteX102" fmla="*/ 497953 w 787079"/>
                  <a:gd name="connsiteY102" fmla="*/ 66943 h 603999"/>
                  <a:gd name="connsiteX103" fmla="*/ 498391 w 787079"/>
                  <a:gd name="connsiteY103" fmla="*/ 63613 h 603999"/>
                  <a:gd name="connsiteX104" fmla="*/ 499266 w 787079"/>
                  <a:gd name="connsiteY104" fmla="*/ 60282 h 603999"/>
                  <a:gd name="connsiteX105" fmla="*/ 503910 w 787079"/>
                  <a:gd name="connsiteY105" fmla="*/ 56515 h 603999"/>
                  <a:gd name="connsiteX106" fmla="*/ 506064 w 787079"/>
                  <a:gd name="connsiteY106" fmla="*/ 53924 h 603999"/>
                  <a:gd name="connsiteX107" fmla="*/ 509968 w 787079"/>
                  <a:gd name="connsiteY107" fmla="*/ 49854 h 603999"/>
                  <a:gd name="connsiteX108" fmla="*/ 513434 w 787079"/>
                  <a:gd name="connsiteY108" fmla="*/ 47398 h 603999"/>
                  <a:gd name="connsiteX109" fmla="*/ 515184 w 787079"/>
                  <a:gd name="connsiteY109" fmla="*/ 46961 h 603999"/>
                  <a:gd name="connsiteX110" fmla="*/ 522588 w 787079"/>
                  <a:gd name="connsiteY110" fmla="*/ 44068 h 603999"/>
                  <a:gd name="connsiteX111" fmla="*/ 524204 w 787079"/>
                  <a:gd name="connsiteY111" fmla="*/ 42319 h 603999"/>
                  <a:gd name="connsiteX112" fmla="*/ 528545 w 787079"/>
                  <a:gd name="connsiteY112" fmla="*/ 39863 h 603999"/>
                  <a:gd name="connsiteX113" fmla="*/ 529420 w 787079"/>
                  <a:gd name="connsiteY113" fmla="*/ 38551 h 603999"/>
                  <a:gd name="connsiteX114" fmla="*/ 528848 w 787079"/>
                  <a:gd name="connsiteY114" fmla="*/ 35793 h 603999"/>
                  <a:gd name="connsiteX115" fmla="*/ 527536 w 787079"/>
                  <a:gd name="connsiteY115" fmla="*/ 32765 h 603999"/>
                  <a:gd name="connsiteX116" fmla="*/ 527098 w 787079"/>
                  <a:gd name="connsiteY116" fmla="*/ 30444 h 603999"/>
                  <a:gd name="connsiteX117" fmla="*/ 527805 w 787079"/>
                  <a:gd name="connsiteY117" fmla="*/ 28257 h 603999"/>
                  <a:gd name="connsiteX118" fmla="*/ 527233 w 787079"/>
                  <a:gd name="connsiteY118" fmla="*/ 24355 h 603999"/>
                  <a:gd name="connsiteX119" fmla="*/ 524910 w 787079"/>
                  <a:gd name="connsiteY119" fmla="*/ 20722 h 603999"/>
                  <a:gd name="connsiteX120" fmla="*/ 522891 w 787079"/>
                  <a:gd name="connsiteY120" fmla="*/ 17964 h 603999"/>
                  <a:gd name="connsiteX121" fmla="*/ 520132 w 787079"/>
                  <a:gd name="connsiteY121" fmla="*/ 15643 h 603999"/>
                  <a:gd name="connsiteX122" fmla="*/ 516228 w 787079"/>
                  <a:gd name="connsiteY122" fmla="*/ 11572 h 603999"/>
                  <a:gd name="connsiteX123" fmla="*/ 512761 w 787079"/>
                  <a:gd name="connsiteY123" fmla="*/ 9991 h 603999"/>
                  <a:gd name="connsiteX124" fmla="*/ 508554 w 787079"/>
                  <a:gd name="connsiteY124" fmla="*/ 6223 h 603999"/>
                  <a:gd name="connsiteX125" fmla="*/ 506973 w 787079"/>
                  <a:gd name="connsiteY125" fmla="*/ 6795 h 603999"/>
                  <a:gd name="connsiteX126" fmla="*/ 504516 w 787079"/>
                  <a:gd name="connsiteY126" fmla="*/ 8376 h 603999"/>
                  <a:gd name="connsiteX127" fmla="*/ 501756 w 787079"/>
                  <a:gd name="connsiteY127" fmla="*/ 11572 h 603999"/>
                  <a:gd name="connsiteX128" fmla="*/ 496977 w 787079"/>
                  <a:gd name="connsiteY128" fmla="*/ 14465 h 603999"/>
                  <a:gd name="connsiteX129" fmla="*/ 492905 w 787079"/>
                  <a:gd name="connsiteY129" fmla="*/ 17930 h 603999"/>
                  <a:gd name="connsiteX130" fmla="*/ 488698 w 787079"/>
                  <a:gd name="connsiteY130" fmla="*/ 19242 h 603999"/>
                  <a:gd name="connsiteX131" fmla="*/ 486679 w 787079"/>
                  <a:gd name="connsiteY131" fmla="*/ 18098 h 603999"/>
                  <a:gd name="connsiteX132" fmla="*/ 480890 w 787079"/>
                  <a:gd name="connsiteY132" fmla="*/ 12884 h 603999"/>
                  <a:gd name="connsiteX133" fmla="*/ 477255 w 787079"/>
                  <a:gd name="connsiteY133" fmla="*/ 11707 h 603999"/>
                  <a:gd name="connsiteX134" fmla="*/ 474361 w 787079"/>
                  <a:gd name="connsiteY134" fmla="*/ 13725 h 603999"/>
                  <a:gd name="connsiteX135" fmla="*/ 471164 w 787079"/>
                  <a:gd name="connsiteY135" fmla="*/ 17055 h 603999"/>
                  <a:gd name="connsiteX136" fmla="*/ 465948 w 787079"/>
                  <a:gd name="connsiteY136" fmla="*/ 23279 h 603999"/>
                  <a:gd name="connsiteX137" fmla="*/ 460731 w 787079"/>
                  <a:gd name="connsiteY137" fmla="*/ 23144 h 603999"/>
                  <a:gd name="connsiteX138" fmla="*/ 458712 w 787079"/>
                  <a:gd name="connsiteY138" fmla="*/ 19074 h 603999"/>
                  <a:gd name="connsiteX139" fmla="*/ 459722 w 787079"/>
                  <a:gd name="connsiteY139" fmla="*/ 18199 h 603999"/>
                  <a:gd name="connsiteX140" fmla="*/ 458275 w 787079"/>
                  <a:gd name="connsiteY140" fmla="*/ 11101 h 603999"/>
                  <a:gd name="connsiteX141" fmla="*/ 451611 w 787079"/>
                  <a:gd name="connsiteY141" fmla="*/ 6627 h 603999"/>
                  <a:gd name="connsiteX142" fmla="*/ 446697 w 787079"/>
                  <a:gd name="connsiteY142" fmla="*/ 6324 h 603999"/>
                  <a:gd name="connsiteX143" fmla="*/ 444375 w 787079"/>
                  <a:gd name="connsiteY143" fmla="*/ 9217 h 603999"/>
                  <a:gd name="connsiteX144" fmla="*/ 442793 w 787079"/>
                  <a:gd name="connsiteY144" fmla="*/ 10967 h 603999"/>
                  <a:gd name="connsiteX145" fmla="*/ 439461 w 787079"/>
                  <a:gd name="connsiteY145" fmla="*/ 12850 h 603999"/>
                  <a:gd name="connsiteX146" fmla="*/ 435692 w 787079"/>
                  <a:gd name="connsiteY146" fmla="*/ 15441 h 603999"/>
                  <a:gd name="connsiteX147" fmla="*/ 433808 w 787079"/>
                  <a:gd name="connsiteY147" fmla="*/ 16752 h 603999"/>
                  <a:gd name="connsiteX148" fmla="*/ 426437 w 787079"/>
                  <a:gd name="connsiteY148" fmla="*/ 16752 h 603999"/>
                  <a:gd name="connsiteX149" fmla="*/ 422365 w 787079"/>
                  <a:gd name="connsiteY149" fmla="*/ 17762 h 603999"/>
                  <a:gd name="connsiteX150" fmla="*/ 417283 w 787079"/>
                  <a:gd name="connsiteY150" fmla="*/ 19343 h 603999"/>
                  <a:gd name="connsiteX151" fmla="*/ 409879 w 787079"/>
                  <a:gd name="connsiteY151" fmla="*/ 18031 h 603999"/>
                  <a:gd name="connsiteX152" fmla="*/ 403081 w 787079"/>
                  <a:gd name="connsiteY152" fmla="*/ 17593 h 603999"/>
                  <a:gd name="connsiteX153" fmla="*/ 397999 w 787079"/>
                  <a:gd name="connsiteY153" fmla="*/ 17156 h 603999"/>
                  <a:gd name="connsiteX154" fmla="*/ 392042 w 787079"/>
                  <a:gd name="connsiteY154" fmla="*/ 14566 h 603999"/>
                  <a:gd name="connsiteX155" fmla="*/ 388273 w 787079"/>
                  <a:gd name="connsiteY155" fmla="*/ 10933 h 603999"/>
                  <a:gd name="connsiteX156" fmla="*/ 386388 w 787079"/>
                  <a:gd name="connsiteY156" fmla="*/ 7165 h 603999"/>
                  <a:gd name="connsiteX157" fmla="*/ 383931 w 787079"/>
                  <a:gd name="connsiteY157" fmla="*/ 2826 h 603999"/>
                  <a:gd name="connsiteX158" fmla="*/ 381172 w 787079"/>
                  <a:gd name="connsiteY158" fmla="*/ 0 h 603999"/>
                  <a:gd name="connsiteX159" fmla="*/ 377268 w 787079"/>
                  <a:gd name="connsiteY159" fmla="*/ 67 h 603999"/>
                  <a:gd name="connsiteX160" fmla="*/ 371042 w 787079"/>
                  <a:gd name="connsiteY160" fmla="*/ 67 h 603999"/>
                  <a:gd name="connsiteX161" fmla="*/ 368450 w 787079"/>
                  <a:gd name="connsiteY161" fmla="*/ 2388 h 603999"/>
                  <a:gd name="connsiteX162" fmla="*/ 365825 w 787079"/>
                  <a:gd name="connsiteY162" fmla="*/ 9049 h 603999"/>
                  <a:gd name="connsiteX163" fmla="*/ 364378 w 787079"/>
                  <a:gd name="connsiteY163" fmla="*/ 12817 h 603999"/>
                  <a:gd name="connsiteX164" fmla="*/ 359162 w 787079"/>
                  <a:gd name="connsiteY164" fmla="*/ 18031 h 603999"/>
                  <a:gd name="connsiteX165" fmla="*/ 355695 w 787079"/>
                  <a:gd name="connsiteY165" fmla="*/ 19343 h 603999"/>
                  <a:gd name="connsiteX166" fmla="*/ 354113 w 787079"/>
                  <a:gd name="connsiteY166" fmla="*/ 20083 h 603999"/>
                  <a:gd name="connsiteX167" fmla="*/ 351354 w 787079"/>
                  <a:gd name="connsiteY167" fmla="*/ 21832 h 603999"/>
                  <a:gd name="connsiteX168" fmla="*/ 347585 w 787079"/>
                  <a:gd name="connsiteY168" fmla="*/ 23851 h 603999"/>
                  <a:gd name="connsiteX169" fmla="*/ 344690 w 787079"/>
                  <a:gd name="connsiteY169" fmla="*/ 23851 h 603999"/>
                  <a:gd name="connsiteX170" fmla="*/ 342065 w 787079"/>
                  <a:gd name="connsiteY170" fmla="*/ 25162 h 603999"/>
                  <a:gd name="connsiteX171" fmla="*/ 339743 w 787079"/>
                  <a:gd name="connsiteY171" fmla="*/ 26609 h 603999"/>
                  <a:gd name="connsiteX172" fmla="*/ 340618 w 787079"/>
                  <a:gd name="connsiteY172" fmla="*/ 29805 h 603999"/>
                  <a:gd name="connsiteX173" fmla="*/ 342065 w 787079"/>
                  <a:gd name="connsiteY173" fmla="*/ 31251 h 603999"/>
                  <a:gd name="connsiteX174" fmla="*/ 350041 w 787079"/>
                  <a:gd name="connsiteY174" fmla="*/ 35153 h 603999"/>
                  <a:gd name="connsiteX175" fmla="*/ 351791 w 787079"/>
                  <a:gd name="connsiteY175" fmla="*/ 37340 h 603999"/>
                  <a:gd name="connsiteX176" fmla="*/ 350647 w 787079"/>
                  <a:gd name="connsiteY176" fmla="*/ 39089 h 603999"/>
                  <a:gd name="connsiteX177" fmla="*/ 348762 w 787079"/>
                  <a:gd name="connsiteY177" fmla="*/ 41276 h 603999"/>
                  <a:gd name="connsiteX178" fmla="*/ 346878 w 787079"/>
                  <a:gd name="connsiteY178" fmla="*/ 42453 h 603999"/>
                  <a:gd name="connsiteX179" fmla="*/ 347753 w 787079"/>
                  <a:gd name="connsiteY179" fmla="*/ 45481 h 603999"/>
                  <a:gd name="connsiteX180" fmla="*/ 348325 w 787079"/>
                  <a:gd name="connsiteY180" fmla="*/ 46927 h 603999"/>
                  <a:gd name="connsiteX181" fmla="*/ 350344 w 787079"/>
                  <a:gd name="connsiteY181" fmla="*/ 50258 h 603999"/>
                  <a:gd name="connsiteX182" fmla="*/ 349604 w 787079"/>
                  <a:gd name="connsiteY182" fmla="*/ 53016 h 603999"/>
                  <a:gd name="connsiteX183" fmla="*/ 349166 w 787079"/>
                  <a:gd name="connsiteY183" fmla="*/ 55203 h 603999"/>
                  <a:gd name="connsiteX184" fmla="*/ 349604 w 787079"/>
                  <a:gd name="connsiteY184" fmla="*/ 57793 h 603999"/>
                  <a:gd name="connsiteX185" fmla="*/ 352801 w 787079"/>
                  <a:gd name="connsiteY185" fmla="*/ 61998 h 603999"/>
                  <a:gd name="connsiteX186" fmla="*/ 352498 w 787079"/>
                  <a:gd name="connsiteY186" fmla="*/ 65194 h 603999"/>
                  <a:gd name="connsiteX187" fmla="*/ 351185 w 787079"/>
                  <a:gd name="connsiteY187" fmla="*/ 67649 h 603999"/>
                  <a:gd name="connsiteX188" fmla="*/ 347113 w 787079"/>
                  <a:gd name="connsiteY188" fmla="*/ 68221 h 603999"/>
                  <a:gd name="connsiteX189" fmla="*/ 344084 w 787079"/>
                  <a:gd name="connsiteY189" fmla="*/ 68524 h 603999"/>
                  <a:gd name="connsiteX190" fmla="*/ 340618 w 787079"/>
                  <a:gd name="connsiteY190" fmla="*/ 70542 h 603999"/>
                  <a:gd name="connsiteX191" fmla="*/ 336142 w 787079"/>
                  <a:gd name="connsiteY191" fmla="*/ 71552 h 603999"/>
                  <a:gd name="connsiteX192" fmla="*/ 330791 w 787079"/>
                  <a:gd name="connsiteY192" fmla="*/ 68928 h 603999"/>
                  <a:gd name="connsiteX193" fmla="*/ 326315 w 787079"/>
                  <a:gd name="connsiteY193" fmla="*/ 62536 h 603999"/>
                  <a:gd name="connsiteX194" fmla="*/ 322545 w 787079"/>
                  <a:gd name="connsiteY194" fmla="*/ 56750 h 603999"/>
                  <a:gd name="connsiteX195" fmla="*/ 317901 w 787079"/>
                  <a:gd name="connsiteY195" fmla="*/ 52108 h 603999"/>
                  <a:gd name="connsiteX196" fmla="*/ 311675 w 787079"/>
                  <a:gd name="connsiteY196" fmla="*/ 45885 h 603999"/>
                  <a:gd name="connsiteX197" fmla="*/ 304843 w 787079"/>
                  <a:gd name="connsiteY197" fmla="*/ 44573 h 603999"/>
                  <a:gd name="connsiteX198" fmla="*/ 300939 w 787079"/>
                  <a:gd name="connsiteY198" fmla="*/ 42823 h 603999"/>
                  <a:gd name="connsiteX199" fmla="*/ 295420 w 787079"/>
                  <a:gd name="connsiteY199" fmla="*/ 41242 h 603999"/>
                  <a:gd name="connsiteX200" fmla="*/ 293838 w 787079"/>
                  <a:gd name="connsiteY200" fmla="*/ 42823 h 603999"/>
                  <a:gd name="connsiteX201" fmla="*/ 290809 w 787079"/>
                  <a:gd name="connsiteY201" fmla="*/ 44135 h 603999"/>
                  <a:gd name="connsiteX202" fmla="*/ 285155 w 787079"/>
                  <a:gd name="connsiteY202" fmla="*/ 44135 h 603999"/>
                  <a:gd name="connsiteX203" fmla="*/ 284280 w 787079"/>
                  <a:gd name="connsiteY203" fmla="*/ 42823 h 603999"/>
                  <a:gd name="connsiteX204" fmla="*/ 275597 w 787079"/>
                  <a:gd name="connsiteY204" fmla="*/ 42823 h 603999"/>
                  <a:gd name="connsiteX205" fmla="*/ 268227 w 787079"/>
                  <a:gd name="connsiteY205" fmla="*/ 42823 h 603999"/>
                  <a:gd name="connsiteX206" fmla="*/ 266342 w 787079"/>
                  <a:gd name="connsiteY206" fmla="*/ 43900 h 603999"/>
                  <a:gd name="connsiteX207" fmla="*/ 262270 w 787079"/>
                  <a:gd name="connsiteY207" fmla="*/ 44976 h 603999"/>
                  <a:gd name="connsiteX208" fmla="*/ 260688 w 787079"/>
                  <a:gd name="connsiteY208" fmla="*/ 45851 h 603999"/>
                  <a:gd name="connsiteX209" fmla="*/ 259982 w 787079"/>
                  <a:gd name="connsiteY209" fmla="*/ 47432 h 603999"/>
                  <a:gd name="connsiteX210" fmla="*/ 262136 w 787079"/>
                  <a:gd name="connsiteY210" fmla="*/ 49013 h 603999"/>
                  <a:gd name="connsiteX211" fmla="*/ 262573 w 787079"/>
                  <a:gd name="connsiteY211" fmla="*/ 54093 h 603999"/>
                  <a:gd name="connsiteX212" fmla="*/ 262573 w 787079"/>
                  <a:gd name="connsiteY212" fmla="*/ 56548 h 603999"/>
                  <a:gd name="connsiteX213" fmla="*/ 262573 w 787079"/>
                  <a:gd name="connsiteY213" fmla="*/ 59307 h 603999"/>
                  <a:gd name="connsiteX214" fmla="*/ 262573 w 787079"/>
                  <a:gd name="connsiteY214" fmla="*/ 61493 h 603999"/>
                  <a:gd name="connsiteX215" fmla="*/ 261866 w 787079"/>
                  <a:gd name="connsiteY215" fmla="*/ 64083 h 603999"/>
                  <a:gd name="connsiteX216" fmla="*/ 259982 w 787079"/>
                  <a:gd name="connsiteY216" fmla="*/ 65227 h 603999"/>
                  <a:gd name="connsiteX217" fmla="*/ 258972 w 787079"/>
                  <a:gd name="connsiteY217" fmla="*/ 67986 h 603999"/>
                  <a:gd name="connsiteX218" fmla="*/ 260116 w 787079"/>
                  <a:gd name="connsiteY218" fmla="*/ 69870 h 603999"/>
                  <a:gd name="connsiteX219" fmla="*/ 263886 w 787079"/>
                  <a:gd name="connsiteY219" fmla="*/ 72460 h 603999"/>
                  <a:gd name="connsiteX220" fmla="*/ 265333 w 787079"/>
                  <a:gd name="connsiteY220" fmla="*/ 75656 h 603999"/>
                  <a:gd name="connsiteX221" fmla="*/ 265198 w 787079"/>
                  <a:gd name="connsiteY221" fmla="*/ 77842 h 603999"/>
                  <a:gd name="connsiteX222" fmla="*/ 265064 w 787079"/>
                  <a:gd name="connsiteY222" fmla="*/ 79289 h 603999"/>
                  <a:gd name="connsiteX223" fmla="*/ 263919 w 787079"/>
                  <a:gd name="connsiteY223" fmla="*/ 80601 h 603999"/>
                  <a:gd name="connsiteX224" fmla="*/ 263482 w 787079"/>
                  <a:gd name="connsiteY224" fmla="*/ 82754 h 603999"/>
                  <a:gd name="connsiteX225" fmla="*/ 261159 w 787079"/>
                  <a:gd name="connsiteY225" fmla="*/ 82754 h 603999"/>
                  <a:gd name="connsiteX226" fmla="*/ 258400 w 787079"/>
                  <a:gd name="connsiteY226" fmla="*/ 83628 h 603999"/>
                  <a:gd name="connsiteX227" fmla="*/ 254496 w 787079"/>
                  <a:gd name="connsiteY227" fmla="*/ 85815 h 603999"/>
                  <a:gd name="connsiteX228" fmla="*/ 251467 w 787079"/>
                  <a:gd name="connsiteY228" fmla="*/ 87396 h 603999"/>
                  <a:gd name="connsiteX229" fmla="*/ 247832 w 787079"/>
                  <a:gd name="connsiteY229" fmla="*/ 91029 h 603999"/>
                  <a:gd name="connsiteX230" fmla="*/ 244635 w 787079"/>
                  <a:gd name="connsiteY230" fmla="*/ 94225 h 603999"/>
                  <a:gd name="connsiteX231" fmla="*/ 242751 w 787079"/>
                  <a:gd name="connsiteY231" fmla="*/ 97252 h 603999"/>
                  <a:gd name="connsiteX232" fmla="*/ 241606 w 787079"/>
                  <a:gd name="connsiteY232" fmla="*/ 100280 h 603999"/>
                  <a:gd name="connsiteX233" fmla="*/ 242178 w 787079"/>
                  <a:gd name="connsiteY233" fmla="*/ 103913 h 603999"/>
                  <a:gd name="connsiteX234" fmla="*/ 243491 w 787079"/>
                  <a:gd name="connsiteY234" fmla="*/ 106671 h 603999"/>
                  <a:gd name="connsiteX235" fmla="*/ 245376 w 787079"/>
                  <a:gd name="connsiteY235" fmla="*/ 109564 h 603999"/>
                  <a:gd name="connsiteX236" fmla="*/ 251164 w 787079"/>
                  <a:gd name="connsiteY236" fmla="*/ 114038 h 603999"/>
                  <a:gd name="connsiteX237" fmla="*/ 251736 w 787079"/>
                  <a:gd name="connsiteY237" fmla="*/ 119118 h 603999"/>
                  <a:gd name="connsiteX238" fmla="*/ 251433 w 787079"/>
                  <a:gd name="connsiteY238" fmla="*/ 124197 h 603999"/>
                  <a:gd name="connsiteX239" fmla="*/ 253621 w 787079"/>
                  <a:gd name="connsiteY239" fmla="*/ 130286 h 603999"/>
                  <a:gd name="connsiteX240" fmla="*/ 255506 w 787079"/>
                  <a:gd name="connsiteY240" fmla="*/ 135501 h 603999"/>
                  <a:gd name="connsiteX241" fmla="*/ 252611 w 787079"/>
                  <a:gd name="connsiteY241" fmla="*/ 141152 h 603999"/>
                  <a:gd name="connsiteX242" fmla="*/ 247092 w 787079"/>
                  <a:gd name="connsiteY242" fmla="*/ 143170 h 603999"/>
                  <a:gd name="connsiteX243" fmla="*/ 241303 w 787079"/>
                  <a:gd name="connsiteY243" fmla="*/ 144751 h 603999"/>
                  <a:gd name="connsiteX244" fmla="*/ 235649 w 787079"/>
                  <a:gd name="connsiteY244" fmla="*/ 149226 h 603999"/>
                  <a:gd name="connsiteX245" fmla="*/ 235212 w 787079"/>
                  <a:gd name="connsiteY245" fmla="*/ 154877 h 603999"/>
                  <a:gd name="connsiteX246" fmla="*/ 237803 w 787079"/>
                  <a:gd name="connsiteY246" fmla="*/ 163421 h 603999"/>
                  <a:gd name="connsiteX247" fmla="*/ 239116 w 787079"/>
                  <a:gd name="connsiteY247" fmla="*/ 167054 h 603999"/>
                  <a:gd name="connsiteX248" fmla="*/ 244770 w 787079"/>
                  <a:gd name="connsiteY248" fmla="*/ 174455 h 603999"/>
                  <a:gd name="connsiteX249" fmla="*/ 244635 w 787079"/>
                  <a:gd name="connsiteY249" fmla="*/ 178795 h 603999"/>
                  <a:gd name="connsiteX250" fmla="*/ 242010 w 787079"/>
                  <a:gd name="connsiteY250" fmla="*/ 180107 h 603999"/>
                  <a:gd name="connsiteX251" fmla="*/ 236221 w 787079"/>
                  <a:gd name="connsiteY251" fmla="*/ 182428 h 603999"/>
                  <a:gd name="connsiteX252" fmla="*/ 229120 w 787079"/>
                  <a:gd name="connsiteY252" fmla="*/ 187776 h 603999"/>
                  <a:gd name="connsiteX253" fmla="*/ 226226 w 787079"/>
                  <a:gd name="connsiteY253" fmla="*/ 186464 h 603999"/>
                  <a:gd name="connsiteX254" fmla="*/ 220707 w 787079"/>
                  <a:gd name="connsiteY254" fmla="*/ 186464 h 603999"/>
                  <a:gd name="connsiteX255" fmla="*/ 212899 w 787079"/>
                  <a:gd name="connsiteY255" fmla="*/ 191241 h 603999"/>
                  <a:gd name="connsiteX256" fmla="*/ 209399 w 787079"/>
                  <a:gd name="connsiteY256" fmla="*/ 198474 h 603999"/>
                  <a:gd name="connsiteX257" fmla="*/ 216062 w 787079"/>
                  <a:gd name="connsiteY257" fmla="*/ 203823 h 603999"/>
                  <a:gd name="connsiteX258" fmla="*/ 217947 w 787079"/>
                  <a:gd name="connsiteY258" fmla="*/ 207590 h 603999"/>
                  <a:gd name="connsiteX259" fmla="*/ 215625 w 787079"/>
                  <a:gd name="connsiteY259" fmla="*/ 212670 h 603999"/>
                  <a:gd name="connsiteX260" fmla="*/ 212159 w 787079"/>
                  <a:gd name="connsiteY260" fmla="*/ 215698 h 603999"/>
                  <a:gd name="connsiteX261" fmla="*/ 208389 w 787079"/>
                  <a:gd name="connsiteY261" fmla="*/ 216841 h 603999"/>
                  <a:gd name="connsiteX262" fmla="*/ 204048 w 787079"/>
                  <a:gd name="connsiteY262" fmla="*/ 217547 h 603999"/>
                  <a:gd name="connsiteX263" fmla="*/ 198091 w 787079"/>
                  <a:gd name="connsiteY263" fmla="*/ 221181 h 603999"/>
                  <a:gd name="connsiteX264" fmla="*/ 193749 w 787079"/>
                  <a:gd name="connsiteY264" fmla="*/ 226260 h 603999"/>
                  <a:gd name="connsiteX265" fmla="*/ 192740 w 787079"/>
                  <a:gd name="connsiteY265" fmla="*/ 227269 h 603999"/>
                  <a:gd name="connsiteX266" fmla="*/ 187826 w 787079"/>
                  <a:gd name="connsiteY266" fmla="*/ 229591 h 603999"/>
                  <a:gd name="connsiteX267" fmla="*/ 187826 w 787079"/>
                  <a:gd name="connsiteY267" fmla="*/ 234367 h 603999"/>
                  <a:gd name="connsiteX268" fmla="*/ 187557 w 787079"/>
                  <a:gd name="connsiteY268" fmla="*/ 238438 h 603999"/>
                  <a:gd name="connsiteX269" fmla="*/ 188264 w 787079"/>
                  <a:gd name="connsiteY269" fmla="*/ 246107 h 603999"/>
                  <a:gd name="connsiteX270" fmla="*/ 187254 w 787079"/>
                  <a:gd name="connsiteY270" fmla="*/ 248731 h 603999"/>
                  <a:gd name="connsiteX271" fmla="*/ 184360 w 787079"/>
                  <a:gd name="connsiteY271" fmla="*/ 252364 h 603999"/>
                  <a:gd name="connsiteX272" fmla="*/ 184360 w 787079"/>
                  <a:gd name="connsiteY272" fmla="*/ 255998 h 603999"/>
                  <a:gd name="connsiteX273" fmla="*/ 186817 w 787079"/>
                  <a:gd name="connsiteY273" fmla="*/ 259328 h 603999"/>
                  <a:gd name="connsiteX274" fmla="*/ 188398 w 787079"/>
                  <a:gd name="connsiteY274" fmla="*/ 262221 h 603999"/>
                  <a:gd name="connsiteX275" fmla="*/ 188836 w 787079"/>
                  <a:gd name="connsiteY275" fmla="*/ 269756 h 603999"/>
                  <a:gd name="connsiteX276" fmla="*/ 190418 w 787079"/>
                  <a:gd name="connsiteY276" fmla="*/ 274264 h 603999"/>
                  <a:gd name="connsiteX277" fmla="*/ 193043 w 787079"/>
                  <a:gd name="connsiteY277" fmla="*/ 278335 h 603999"/>
                  <a:gd name="connsiteX278" fmla="*/ 192302 w 787079"/>
                  <a:gd name="connsiteY278" fmla="*/ 287013 h 603999"/>
                  <a:gd name="connsiteX279" fmla="*/ 185504 w 787079"/>
                  <a:gd name="connsiteY279" fmla="*/ 293539 h 603999"/>
                  <a:gd name="connsiteX280" fmla="*/ 184629 w 787079"/>
                  <a:gd name="connsiteY280" fmla="*/ 299056 h 603999"/>
                  <a:gd name="connsiteX281" fmla="*/ 182172 w 787079"/>
                  <a:gd name="connsiteY281" fmla="*/ 302252 h 603999"/>
                  <a:gd name="connsiteX282" fmla="*/ 179850 w 787079"/>
                  <a:gd name="connsiteY282" fmla="*/ 304573 h 603999"/>
                  <a:gd name="connsiteX283" fmla="*/ 175509 w 787079"/>
                  <a:gd name="connsiteY283" fmla="*/ 307903 h 603999"/>
                  <a:gd name="connsiteX284" fmla="*/ 175071 w 787079"/>
                  <a:gd name="connsiteY284" fmla="*/ 310090 h 603999"/>
                  <a:gd name="connsiteX285" fmla="*/ 172009 w 787079"/>
                  <a:gd name="connsiteY285" fmla="*/ 312849 h 603999"/>
                  <a:gd name="connsiteX286" fmla="*/ 169989 w 787079"/>
                  <a:gd name="connsiteY286" fmla="*/ 314026 h 603999"/>
                  <a:gd name="connsiteX287" fmla="*/ 167532 w 787079"/>
                  <a:gd name="connsiteY287" fmla="*/ 314732 h 603999"/>
                  <a:gd name="connsiteX288" fmla="*/ 163023 w 787079"/>
                  <a:gd name="connsiteY288" fmla="*/ 316482 h 603999"/>
                  <a:gd name="connsiteX289" fmla="*/ 159994 w 787079"/>
                  <a:gd name="connsiteY289" fmla="*/ 318063 h 603999"/>
                  <a:gd name="connsiteX290" fmla="*/ 157672 w 787079"/>
                  <a:gd name="connsiteY290" fmla="*/ 318937 h 603999"/>
                  <a:gd name="connsiteX291" fmla="*/ 156662 w 787079"/>
                  <a:gd name="connsiteY291" fmla="*/ 321999 h 603999"/>
                  <a:gd name="connsiteX292" fmla="*/ 155215 w 787079"/>
                  <a:gd name="connsiteY292" fmla="*/ 323580 h 603999"/>
                  <a:gd name="connsiteX293" fmla="*/ 152893 w 787079"/>
                  <a:gd name="connsiteY293" fmla="*/ 326204 h 603999"/>
                  <a:gd name="connsiteX294" fmla="*/ 148820 w 787079"/>
                  <a:gd name="connsiteY294" fmla="*/ 327347 h 603999"/>
                  <a:gd name="connsiteX295" fmla="*/ 143604 w 787079"/>
                  <a:gd name="connsiteY295" fmla="*/ 328222 h 603999"/>
                  <a:gd name="connsiteX296" fmla="*/ 139700 w 787079"/>
                  <a:gd name="connsiteY296" fmla="*/ 331115 h 603999"/>
                  <a:gd name="connsiteX297" fmla="*/ 133609 w 787079"/>
                  <a:gd name="connsiteY297" fmla="*/ 332730 h 603999"/>
                  <a:gd name="connsiteX298" fmla="*/ 127652 w 787079"/>
                  <a:gd name="connsiteY298" fmla="*/ 334748 h 603999"/>
                  <a:gd name="connsiteX299" fmla="*/ 123883 w 787079"/>
                  <a:gd name="connsiteY299" fmla="*/ 339390 h 603999"/>
                  <a:gd name="connsiteX300" fmla="*/ 120988 w 787079"/>
                  <a:gd name="connsiteY300" fmla="*/ 347060 h 603999"/>
                  <a:gd name="connsiteX301" fmla="*/ 118969 w 787079"/>
                  <a:gd name="connsiteY301" fmla="*/ 348809 h 603999"/>
                  <a:gd name="connsiteX302" fmla="*/ 118834 w 787079"/>
                  <a:gd name="connsiteY302" fmla="*/ 352846 h 603999"/>
                  <a:gd name="connsiteX303" fmla="*/ 122469 w 787079"/>
                  <a:gd name="connsiteY303" fmla="*/ 359944 h 603999"/>
                  <a:gd name="connsiteX304" fmla="*/ 123916 w 787079"/>
                  <a:gd name="connsiteY304" fmla="*/ 364587 h 603999"/>
                  <a:gd name="connsiteX305" fmla="*/ 122604 w 787079"/>
                  <a:gd name="connsiteY305" fmla="*/ 367042 h 603999"/>
                  <a:gd name="connsiteX306" fmla="*/ 119575 w 787079"/>
                  <a:gd name="connsiteY306" fmla="*/ 366470 h 603999"/>
                  <a:gd name="connsiteX307" fmla="*/ 114796 w 787079"/>
                  <a:gd name="connsiteY307" fmla="*/ 365024 h 603999"/>
                  <a:gd name="connsiteX308" fmla="*/ 111464 w 787079"/>
                  <a:gd name="connsiteY308" fmla="*/ 365024 h 603999"/>
                  <a:gd name="connsiteX309" fmla="*/ 108704 w 787079"/>
                  <a:gd name="connsiteY309" fmla="*/ 367210 h 603999"/>
                  <a:gd name="connsiteX310" fmla="*/ 108839 w 787079"/>
                  <a:gd name="connsiteY310" fmla="*/ 371685 h 603999"/>
                  <a:gd name="connsiteX311" fmla="*/ 115065 w 787079"/>
                  <a:gd name="connsiteY311" fmla="*/ 375755 h 603999"/>
                  <a:gd name="connsiteX312" fmla="*/ 111430 w 787079"/>
                  <a:gd name="connsiteY312" fmla="*/ 377638 h 603999"/>
                  <a:gd name="connsiteX313" fmla="*/ 107089 w 787079"/>
                  <a:gd name="connsiteY313" fmla="*/ 379388 h 603999"/>
                  <a:gd name="connsiteX314" fmla="*/ 99416 w 787079"/>
                  <a:gd name="connsiteY314" fmla="*/ 382146 h 603999"/>
                  <a:gd name="connsiteX315" fmla="*/ 97262 w 787079"/>
                  <a:gd name="connsiteY315" fmla="*/ 385342 h 603999"/>
                  <a:gd name="connsiteX316" fmla="*/ 90733 w 787079"/>
                  <a:gd name="connsiteY316" fmla="*/ 384030 h 603999"/>
                  <a:gd name="connsiteX317" fmla="*/ 84944 w 787079"/>
                  <a:gd name="connsiteY317" fmla="*/ 379825 h 603999"/>
                  <a:gd name="connsiteX318" fmla="*/ 78718 w 787079"/>
                  <a:gd name="connsiteY318" fmla="*/ 379522 h 603999"/>
                  <a:gd name="connsiteX319" fmla="*/ 75386 w 787079"/>
                  <a:gd name="connsiteY319" fmla="*/ 381709 h 603999"/>
                  <a:gd name="connsiteX320" fmla="*/ 75521 w 787079"/>
                  <a:gd name="connsiteY320" fmla="*/ 387495 h 603999"/>
                  <a:gd name="connsiteX321" fmla="*/ 79290 w 787079"/>
                  <a:gd name="connsiteY321" fmla="*/ 394593 h 603999"/>
                  <a:gd name="connsiteX322" fmla="*/ 85516 w 787079"/>
                  <a:gd name="connsiteY322" fmla="*/ 401691 h 603999"/>
                  <a:gd name="connsiteX323" fmla="*/ 84944 w 787079"/>
                  <a:gd name="connsiteY323" fmla="*/ 407780 h 603999"/>
                  <a:gd name="connsiteX324" fmla="*/ 79593 w 787079"/>
                  <a:gd name="connsiteY324" fmla="*/ 410235 h 603999"/>
                  <a:gd name="connsiteX325" fmla="*/ 72054 w 787079"/>
                  <a:gd name="connsiteY325" fmla="*/ 409663 h 603999"/>
                  <a:gd name="connsiteX326" fmla="*/ 64651 w 787079"/>
                  <a:gd name="connsiteY326" fmla="*/ 410807 h 603999"/>
                  <a:gd name="connsiteX327" fmla="*/ 57246 w 787079"/>
                  <a:gd name="connsiteY327" fmla="*/ 412119 h 603999"/>
                  <a:gd name="connsiteX328" fmla="*/ 50145 w 787079"/>
                  <a:gd name="connsiteY328" fmla="*/ 413431 h 603999"/>
                  <a:gd name="connsiteX329" fmla="*/ 44626 w 787079"/>
                  <a:gd name="connsiteY329" fmla="*/ 413566 h 603999"/>
                  <a:gd name="connsiteX330" fmla="*/ 38400 w 787079"/>
                  <a:gd name="connsiteY330" fmla="*/ 415012 h 603999"/>
                  <a:gd name="connsiteX331" fmla="*/ 34058 w 787079"/>
                  <a:gd name="connsiteY331" fmla="*/ 417636 h 603999"/>
                  <a:gd name="connsiteX332" fmla="*/ 31029 w 787079"/>
                  <a:gd name="connsiteY332" fmla="*/ 422985 h 603999"/>
                  <a:gd name="connsiteX333" fmla="*/ 34058 w 787079"/>
                  <a:gd name="connsiteY333" fmla="*/ 426887 h 603999"/>
                  <a:gd name="connsiteX334" fmla="*/ 35203 w 787079"/>
                  <a:gd name="connsiteY334" fmla="*/ 432404 h 603999"/>
                  <a:gd name="connsiteX335" fmla="*/ 31871 w 787079"/>
                  <a:gd name="connsiteY335" fmla="*/ 439199 h 603999"/>
                  <a:gd name="connsiteX336" fmla="*/ 23457 w 787079"/>
                  <a:gd name="connsiteY336" fmla="*/ 440948 h 603999"/>
                  <a:gd name="connsiteX337" fmla="*/ 17097 w 787079"/>
                  <a:gd name="connsiteY337" fmla="*/ 440948 h 603999"/>
                  <a:gd name="connsiteX338" fmla="*/ 12890 w 787079"/>
                  <a:gd name="connsiteY338" fmla="*/ 443034 h 603999"/>
                  <a:gd name="connsiteX339" fmla="*/ 9995 w 787079"/>
                  <a:gd name="connsiteY339" fmla="*/ 446734 h 603999"/>
                  <a:gd name="connsiteX340" fmla="*/ 7539 w 787079"/>
                  <a:gd name="connsiteY340" fmla="*/ 451377 h 603999"/>
                  <a:gd name="connsiteX341" fmla="*/ 5957 w 787079"/>
                  <a:gd name="connsiteY341" fmla="*/ 454270 h 603999"/>
                  <a:gd name="connsiteX342" fmla="*/ 4947 w 787079"/>
                  <a:gd name="connsiteY342" fmla="*/ 457163 h 603999"/>
                  <a:gd name="connsiteX343" fmla="*/ 7404 w 787079"/>
                  <a:gd name="connsiteY343" fmla="*/ 460055 h 603999"/>
                  <a:gd name="connsiteX344" fmla="*/ 11308 w 787079"/>
                  <a:gd name="connsiteY344" fmla="*/ 461805 h 603999"/>
                  <a:gd name="connsiteX345" fmla="*/ 13933 w 787079"/>
                  <a:gd name="connsiteY345" fmla="*/ 461805 h 603999"/>
                  <a:gd name="connsiteX346" fmla="*/ 20462 w 787079"/>
                  <a:gd name="connsiteY346" fmla="*/ 463554 h 603999"/>
                  <a:gd name="connsiteX347" fmla="*/ 23928 w 787079"/>
                  <a:gd name="connsiteY347" fmla="*/ 464563 h 603999"/>
                  <a:gd name="connsiteX348" fmla="*/ 25813 w 787079"/>
                  <a:gd name="connsiteY348" fmla="*/ 468634 h 603999"/>
                  <a:gd name="connsiteX349" fmla="*/ 28001 w 787079"/>
                  <a:gd name="connsiteY349" fmla="*/ 470955 h 603999"/>
                  <a:gd name="connsiteX350" fmla="*/ 27429 w 787079"/>
                  <a:gd name="connsiteY350" fmla="*/ 474151 h 603999"/>
                  <a:gd name="connsiteX351" fmla="*/ 23222 w 787079"/>
                  <a:gd name="connsiteY351" fmla="*/ 475732 h 603999"/>
                  <a:gd name="connsiteX352" fmla="*/ 20630 w 787079"/>
                  <a:gd name="connsiteY352" fmla="*/ 476875 h 603999"/>
                  <a:gd name="connsiteX353" fmla="*/ 15111 w 787079"/>
                  <a:gd name="connsiteY353" fmla="*/ 479062 h 603999"/>
                  <a:gd name="connsiteX354" fmla="*/ 11039 w 787079"/>
                  <a:gd name="connsiteY354" fmla="*/ 482392 h 603999"/>
                  <a:gd name="connsiteX355" fmla="*/ 7842 w 787079"/>
                  <a:gd name="connsiteY355" fmla="*/ 485588 h 603999"/>
                  <a:gd name="connsiteX356" fmla="*/ 6394 w 787079"/>
                  <a:gd name="connsiteY356" fmla="*/ 491239 h 603999"/>
                  <a:gd name="connsiteX357" fmla="*/ 4072 w 787079"/>
                  <a:gd name="connsiteY357" fmla="*/ 497026 h 603999"/>
                  <a:gd name="connsiteX358" fmla="*/ 2760 w 787079"/>
                  <a:gd name="connsiteY358" fmla="*/ 503417 h 603999"/>
                  <a:gd name="connsiteX359" fmla="*/ 1885 w 787079"/>
                  <a:gd name="connsiteY359" fmla="*/ 509943 h 603999"/>
                  <a:gd name="connsiteX360" fmla="*/ 2019 w 787079"/>
                  <a:gd name="connsiteY360" fmla="*/ 516167 h 603999"/>
                  <a:gd name="connsiteX361" fmla="*/ 0 w 787079"/>
                  <a:gd name="connsiteY361" fmla="*/ 525283 h 603999"/>
                  <a:gd name="connsiteX362" fmla="*/ 0 w 787079"/>
                  <a:gd name="connsiteY362" fmla="*/ 530800 h 603999"/>
                  <a:gd name="connsiteX363" fmla="*/ 1649 w 787079"/>
                  <a:gd name="connsiteY363" fmla="*/ 535879 h 603999"/>
                  <a:gd name="connsiteX364" fmla="*/ 4476 w 787079"/>
                  <a:gd name="connsiteY364" fmla="*/ 538772 h 603999"/>
                  <a:gd name="connsiteX365" fmla="*/ 7101 w 787079"/>
                  <a:gd name="connsiteY365" fmla="*/ 543247 h 603999"/>
                  <a:gd name="connsiteX366" fmla="*/ 8111 w 787079"/>
                  <a:gd name="connsiteY366" fmla="*/ 548764 h 603999"/>
                  <a:gd name="connsiteX367" fmla="*/ 12149 w 787079"/>
                  <a:gd name="connsiteY367" fmla="*/ 549033 h 603999"/>
                  <a:gd name="connsiteX368" fmla="*/ 17500 w 787079"/>
                  <a:gd name="connsiteY368" fmla="*/ 550042 h 603999"/>
                  <a:gd name="connsiteX369" fmla="*/ 18241 w 787079"/>
                  <a:gd name="connsiteY369" fmla="*/ 552800 h 603999"/>
                  <a:gd name="connsiteX370" fmla="*/ 14606 w 787079"/>
                  <a:gd name="connsiteY370" fmla="*/ 553675 h 603999"/>
                  <a:gd name="connsiteX371" fmla="*/ 11577 w 787079"/>
                  <a:gd name="connsiteY371" fmla="*/ 555693 h 603999"/>
                  <a:gd name="connsiteX372" fmla="*/ 8683 w 787079"/>
                  <a:gd name="connsiteY372" fmla="*/ 558149 h 603999"/>
                  <a:gd name="connsiteX373" fmla="*/ 8111 w 787079"/>
                  <a:gd name="connsiteY373" fmla="*/ 560167 h 603999"/>
                  <a:gd name="connsiteX374" fmla="*/ 12149 w 787079"/>
                  <a:gd name="connsiteY374" fmla="*/ 562926 h 603999"/>
                  <a:gd name="connsiteX375" fmla="*/ 14034 w 787079"/>
                  <a:gd name="connsiteY375" fmla="*/ 568005 h 603999"/>
                  <a:gd name="connsiteX376" fmla="*/ 16625 w 787079"/>
                  <a:gd name="connsiteY376" fmla="*/ 572782 h 603999"/>
                  <a:gd name="connsiteX377" fmla="*/ 17366 w 787079"/>
                  <a:gd name="connsiteY377" fmla="*/ 574363 h 603999"/>
                  <a:gd name="connsiteX378" fmla="*/ 20428 w 787079"/>
                  <a:gd name="connsiteY378" fmla="*/ 576819 h 603999"/>
                  <a:gd name="connsiteX379" fmla="*/ 23188 w 787079"/>
                  <a:gd name="connsiteY379" fmla="*/ 578568 h 603999"/>
                  <a:gd name="connsiteX380" fmla="*/ 24500 w 787079"/>
                  <a:gd name="connsiteY380" fmla="*/ 578434 h 603999"/>
                  <a:gd name="connsiteX381" fmla="*/ 26654 w 787079"/>
                  <a:gd name="connsiteY381" fmla="*/ 575978 h 603999"/>
                  <a:gd name="connsiteX382" fmla="*/ 28404 w 787079"/>
                  <a:gd name="connsiteY382" fmla="*/ 573960 h 603999"/>
                  <a:gd name="connsiteX383" fmla="*/ 31029 w 787079"/>
                  <a:gd name="connsiteY383" fmla="*/ 577155 h 603999"/>
                  <a:gd name="connsiteX384" fmla="*/ 33924 w 787079"/>
                  <a:gd name="connsiteY384" fmla="*/ 579611 h 603999"/>
                  <a:gd name="connsiteX385" fmla="*/ 34664 w 787079"/>
                  <a:gd name="connsiteY385" fmla="*/ 580620 h 603999"/>
                  <a:gd name="connsiteX386" fmla="*/ 37558 w 787079"/>
                  <a:gd name="connsiteY386" fmla="*/ 583379 h 603999"/>
                  <a:gd name="connsiteX387" fmla="*/ 37693 w 787079"/>
                  <a:gd name="connsiteY387" fmla="*/ 585700 h 603999"/>
                  <a:gd name="connsiteX388" fmla="*/ 37121 w 787079"/>
                  <a:gd name="connsiteY388" fmla="*/ 587752 h 603999"/>
                  <a:gd name="connsiteX389" fmla="*/ 34092 w 787079"/>
                  <a:gd name="connsiteY389" fmla="*/ 589333 h 603999"/>
                  <a:gd name="connsiteX390" fmla="*/ 31904 w 787079"/>
                  <a:gd name="connsiteY390" fmla="*/ 588593 h 603999"/>
                  <a:gd name="connsiteX391" fmla="*/ 29145 w 787079"/>
                  <a:gd name="connsiteY391" fmla="*/ 586271 h 603999"/>
                  <a:gd name="connsiteX392" fmla="*/ 25510 w 787079"/>
                  <a:gd name="connsiteY392" fmla="*/ 586137 h 603999"/>
                  <a:gd name="connsiteX393" fmla="*/ 24063 w 787079"/>
                  <a:gd name="connsiteY393" fmla="*/ 587012 h 603999"/>
                  <a:gd name="connsiteX394" fmla="*/ 22616 w 787079"/>
                  <a:gd name="connsiteY394" fmla="*/ 589635 h 603999"/>
                  <a:gd name="connsiteX395" fmla="*/ 22616 w 787079"/>
                  <a:gd name="connsiteY395" fmla="*/ 592663 h 603999"/>
                  <a:gd name="connsiteX396" fmla="*/ 23154 w 787079"/>
                  <a:gd name="connsiteY396" fmla="*/ 600468 h 603999"/>
                  <a:gd name="connsiteX397" fmla="*/ 23491 w 787079"/>
                  <a:gd name="connsiteY397" fmla="*/ 602351 h 603999"/>
                  <a:gd name="connsiteX398" fmla="*/ 27126 w 787079"/>
                  <a:gd name="connsiteY398" fmla="*/ 603966 h 603999"/>
                  <a:gd name="connsiteX399" fmla="*/ 29313 w 787079"/>
                  <a:gd name="connsiteY399" fmla="*/ 603226 h 603999"/>
                  <a:gd name="connsiteX400" fmla="*/ 33217 w 787079"/>
                  <a:gd name="connsiteY400" fmla="*/ 599761 h 603999"/>
                  <a:gd name="connsiteX401" fmla="*/ 39174 w 787079"/>
                  <a:gd name="connsiteY401" fmla="*/ 599189 h 603999"/>
                  <a:gd name="connsiteX402" fmla="*/ 42943 w 787079"/>
                  <a:gd name="connsiteY402" fmla="*/ 599189 h 603999"/>
                  <a:gd name="connsiteX403" fmla="*/ 45972 w 787079"/>
                  <a:gd name="connsiteY403" fmla="*/ 600501 h 603999"/>
                  <a:gd name="connsiteX404" fmla="*/ 46713 w 787079"/>
                  <a:gd name="connsiteY404" fmla="*/ 601073 h 603999"/>
                  <a:gd name="connsiteX405" fmla="*/ 51054 w 787079"/>
                  <a:gd name="connsiteY405" fmla="*/ 603832 h 603999"/>
                  <a:gd name="connsiteX406" fmla="*/ 54520 w 787079"/>
                  <a:gd name="connsiteY406" fmla="*/ 603832 h 603999"/>
                  <a:gd name="connsiteX407" fmla="*/ 58020 w 787079"/>
                  <a:gd name="connsiteY407" fmla="*/ 601645 h 603999"/>
                  <a:gd name="connsiteX408" fmla="*/ 62497 w 787079"/>
                  <a:gd name="connsiteY408" fmla="*/ 600064 h 603999"/>
                  <a:gd name="connsiteX409" fmla="*/ 69463 w 787079"/>
                  <a:gd name="connsiteY409" fmla="*/ 598752 h 603999"/>
                  <a:gd name="connsiteX410" fmla="*/ 74680 w 787079"/>
                  <a:gd name="connsiteY410" fmla="*/ 597440 h 603999"/>
                  <a:gd name="connsiteX411" fmla="*/ 78449 w 787079"/>
                  <a:gd name="connsiteY411" fmla="*/ 594412 h 603999"/>
                  <a:gd name="connsiteX412" fmla="*/ 83531 w 787079"/>
                  <a:gd name="connsiteY412" fmla="*/ 592528 h 603999"/>
                  <a:gd name="connsiteX413" fmla="*/ 87165 w 787079"/>
                  <a:gd name="connsiteY413" fmla="*/ 587886 h 603999"/>
                  <a:gd name="connsiteX414" fmla="*/ 89622 w 787079"/>
                  <a:gd name="connsiteY414" fmla="*/ 581966 h 603999"/>
                  <a:gd name="connsiteX415" fmla="*/ 90935 w 787079"/>
                  <a:gd name="connsiteY415" fmla="*/ 577761 h 603999"/>
                  <a:gd name="connsiteX416" fmla="*/ 93391 w 787079"/>
                  <a:gd name="connsiteY416" fmla="*/ 572109 h 603999"/>
                  <a:gd name="connsiteX417" fmla="*/ 91069 w 787079"/>
                  <a:gd name="connsiteY417" fmla="*/ 568342 h 603999"/>
                  <a:gd name="connsiteX418" fmla="*/ 87738 w 787079"/>
                  <a:gd name="connsiteY418" fmla="*/ 563868 h 603999"/>
                  <a:gd name="connsiteX419" fmla="*/ 86156 w 787079"/>
                  <a:gd name="connsiteY419" fmla="*/ 559393 h 603999"/>
                  <a:gd name="connsiteX420" fmla="*/ 84406 w 787079"/>
                  <a:gd name="connsiteY420" fmla="*/ 557947 h 603999"/>
                  <a:gd name="connsiteX421" fmla="*/ 81074 w 787079"/>
                  <a:gd name="connsiteY421" fmla="*/ 559393 h 603999"/>
                  <a:gd name="connsiteX422" fmla="*/ 79189 w 787079"/>
                  <a:gd name="connsiteY422" fmla="*/ 556938 h 603999"/>
                  <a:gd name="connsiteX423" fmla="*/ 77742 w 787079"/>
                  <a:gd name="connsiteY423" fmla="*/ 554347 h 603999"/>
                  <a:gd name="connsiteX424" fmla="*/ 76867 w 787079"/>
                  <a:gd name="connsiteY424" fmla="*/ 554617 h 603999"/>
                  <a:gd name="connsiteX425" fmla="*/ 73973 w 787079"/>
                  <a:gd name="connsiteY425" fmla="*/ 555760 h 603999"/>
                  <a:gd name="connsiteX426" fmla="*/ 71078 w 787079"/>
                  <a:gd name="connsiteY426" fmla="*/ 555760 h 603999"/>
                  <a:gd name="connsiteX427" fmla="*/ 70069 w 787079"/>
                  <a:gd name="connsiteY427" fmla="*/ 552935 h 603999"/>
                  <a:gd name="connsiteX428" fmla="*/ 69328 w 787079"/>
                  <a:gd name="connsiteY428" fmla="*/ 550681 h 603999"/>
                  <a:gd name="connsiteX429" fmla="*/ 70473 w 787079"/>
                  <a:gd name="connsiteY429" fmla="*/ 547048 h 603999"/>
                  <a:gd name="connsiteX430" fmla="*/ 72223 w 787079"/>
                  <a:gd name="connsiteY430" fmla="*/ 547048 h 603999"/>
                  <a:gd name="connsiteX431" fmla="*/ 75992 w 787079"/>
                  <a:gd name="connsiteY431" fmla="*/ 547048 h 603999"/>
                  <a:gd name="connsiteX432" fmla="*/ 77574 w 787079"/>
                  <a:gd name="connsiteY432" fmla="*/ 545736 h 603999"/>
                  <a:gd name="connsiteX433" fmla="*/ 77002 w 787079"/>
                  <a:gd name="connsiteY433" fmla="*/ 543549 h 603999"/>
                  <a:gd name="connsiteX434" fmla="*/ 76564 w 787079"/>
                  <a:gd name="connsiteY434" fmla="*/ 540084 h 603999"/>
                  <a:gd name="connsiteX435" fmla="*/ 74982 w 787079"/>
                  <a:gd name="connsiteY435" fmla="*/ 538201 h 603999"/>
                  <a:gd name="connsiteX436" fmla="*/ 72660 w 787079"/>
                  <a:gd name="connsiteY436" fmla="*/ 535005 h 603999"/>
                  <a:gd name="connsiteX437" fmla="*/ 71482 w 787079"/>
                  <a:gd name="connsiteY437" fmla="*/ 534197 h 603999"/>
                  <a:gd name="connsiteX438" fmla="*/ 67578 w 787079"/>
                  <a:gd name="connsiteY438" fmla="*/ 534130 h 603999"/>
                  <a:gd name="connsiteX439" fmla="*/ 63102 w 787079"/>
                  <a:gd name="connsiteY439" fmla="*/ 534130 h 603999"/>
                  <a:gd name="connsiteX440" fmla="*/ 59905 w 787079"/>
                  <a:gd name="connsiteY440" fmla="*/ 531506 h 603999"/>
                  <a:gd name="connsiteX441" fmla="*/ 56439 w 787079"/>
                  <a:gd name="connsiteY441" fmla="*/ 528613 h 603999"/>
                  <a:gd name="connsiteX442" fmla="*/ 53847 w 787079"/>
                  <a:gd name="connsiteY442" fmla="*/ 525417 h 603999"/>
                  <a:gd name="connsiteX443" fmla="*/ 52838 w 787079"/>
                  <a:gd name="connsiteY443" fmla="*/ 522659 h 603999"/>
                  <a:gd name="connsiteX444" fmla="*/ 52265 w 787079"/>
                  <a:gd name="connsiteY444" fmla="*/ 521785 h 603999"/>
                  <a:gd name="connsiteX445" fmla="*/ 52265 w 787079"/>
                  <a:gd name="connsiteY445" fmla="*/ 518892 h 603999"/>
                  <a:gd name="connsiteX446" fmla="*/ 52703 w 787079"/>
                  <a:gd name="connsiteY446" fmla="*/ 517008 h 603999"/>
                  <a:gd name="connsiteX447" fmla="*/ 55025 w 787079"/>
                  <a:gd name="connsiteY447" fmla="*/ 514115 h 603999"/>
                  <a:gd name="connsiteX448" fmla="*/ 58054 w 787079"/>
                  <a:gd name="connsiteY448" fmla="*/ 511356 h 603999"/>
                  <a:gd name="connsiteX449" fmla="*/ 61958 w 787079"/>
                  <a:gd name="connsiteY449" fmla="*/ 509910 h 603999"/>
                  <a:gd name="connsiteX450" fmla="*/ 68487 w 787079"/>
                  <a:gd name="connsiteY450" fmla="*/ 508329 h 603999"/>
                  <a:gd name="connsiteX451" fmla="*/ 68622 w 787079"/>
                  <a:gd name="connsiteY451" fmla="*/ 511524 h 603999"/>
                  <a:gd name="connsiteX452" fmla="*/ 64852 w 787079"/>
                  <a:gd name="connsiteY452" fmla="*/ 515595 h 603999"/>
                  <a:gd name="connsiteX453" fmla="*/ 67006 w 787079"/>
                  <a:gd name="connsiteY453" fmla="*/ 517479 h 603999"/>
                  <a:gd name="connsiteX454" fmla="*/ 71785 w 787079"/>
                  <a:gd name="connsiteY454" fmla="*/ 517479 h 603999"/>
                  <a:gd name="connsiteX455" fmla="*/ 74545 w 787079"/>
                  <a:gd name="connsiteY455" fmla="*/ 516335 h 603999"/>
                  <a:gd name="connsiteX456" fmla="*/ 77742 w 787079"/>
                  <a:gd name="connsiteY456" fmla="*/ 515460 h 603999"/>
                  <a:gd name="connsiteX457" fmla="*/ 82252 w 787079"/>
                  <a:gd name="connsiteY457" fmla="*/ 518051 h 603999"/>
                  <a:gd name="connsiteX458" fmla="*/ 85718 w 787079"/>
                  <a:gd name="connsiteY458" fmla="*/ 520944 h 603999"/>
                  <a:gd name="connsiteX459" fmla="*/ 91372 w 787079"/>
                  <a:gd name="connsiteY459" fmla="*/ 522659 h 603999"/>
                  <a:gd name="connsiteX460" fmla="*/ 95714 w 787079"/>
                  <a:gd name="connsiteY460" fmla="*/ 522659 h 603999"/>
                  <a:gd name="connsiteX461" fmla="*/ 96016 w 787079"/>
                  <a:gd name="connsiteY461" fmla="*/ 519463 h 603999"/>
                  <a:gd name="connsiteX462" fmla="*/ 96891 w 787079"/>
                  <a:gd name="connsiteY462" fmla="*/ 516570 h 603999"/>
                  <a:gd name="connsiteX463" fmla="*/ 97026 w 787079"/>
                  <a:gd name="connsiteY463" fmla="*/ 513946 h 603999"/>
                  <a:gd name="connsiteX464" fmla="*/ 96319 w 787079"/>
                  <a:gd name="connsiteY464" fmla="*/ 511928 h 603999"/>
                  <a:gd name="connsiteX465" fmla="*/ 94267 w 787079"/>
                  <a:gd name="connsiteY465" fmla="*/ 510179 h 603999"/>
                  <a:gd name="connsiteX466" fmla="*/ 91675 w 787079"/>
                  <a:gd name="connsiteY466" fmla="*/ 508295 h 603999"/>
                  <a:gd name="connsiteX467" fmla="*/ 89050 w 787079"/>
                  <a:gd name="connsiteY467" fmla="*/ 507151 h 603999"/>
                  <a:gd name="connsiteX468" fmla="*/ 85415 w 787079"/>
                  <a:gd name="connsiteY468" fmla="*/ 504527 h 603999"/>
                  <a:gd name="connsiteX469" fmla="*/ 83396 w 787079"/>
                  <a:gd name="connsiteY469" fmla="*/ 503383 h 603999"/>
                  <a:gd name="connsiteX470" fmla="*/ 79761 w 787079"/>
                  <a:gd name="connsiteY470" fmla="*/ 502206 h 603999"/>
                  <a:gd name="connsiteX471" fmla="*/ 80636 w 787079"/>
                  <a:gd name="connsiteY471" fmla="*/ 500760 h 603999"/>
                  <a:gd name="connsiteX472" fmla="*/ 81713 w 787079"/>
                  <a:gd name="connsiteY472" fmla="*/ 499448 h 603999"/>
                  <a:gd name="connsiteX473" fmla="*/ 81814 w 787079"/>
                  <a:gd name="connsiteY473" fmla="*/ 495680 h 603999"/>
                  <a:gd name="connsiteX474" fmla="*/ 81814 w 787079"/>
                  <a:gd name="connsiteY474" fmla="*/ 490331 h 603999"/>
                  <a:gd name="connsiteX475" fmla="*/ 81882 w 787079"/>
                  <a:gd name="connsiteY475" fmla="*/ 486698 h 603999"/>
                  <a:gd name="connsiteX476" fmla="*/ 81814 w 787079"/>
                  <a:gd name="connsiteY476" fmla="*/ 481787 h 603999"/>
                  <a:gd name="connsiteX477" fmla="*/ 81814 w 787079"/>
                  <a:gd name="connsiteY477" fmla="*/ 478322 h 603999"/>
                  <a:gd name="connsiteX478" fmla="*/ 84002 w 787079"/>
                  <a:gd name="connsiteY478" fmla="*/ 478457 h 603999"/>
                  <a:gd name="connsiteX479" fmla="*/ 87636 w 787079"/>
                  <a:gd name="connsiteY479" fmla="*/ 482090 h 603999"/>
                  <a:gd name="connsiteX480" fmla="*/ 89959 w 787079"/>
                  <a:gd name="connsiteY480" fmla="*/ 486295 h 603999"/>
                  <a:gd name="connsiteX481" fmla="*/ 89084 w 787079"/>
                  <a:gd name="connsiteY481" fmla="*/ 491643 h 603999"/>
                  <a:gd name="connsiteX482" fmla="*/ 89084 w 787079"/>
                  <a:gd name="connsiteY482" fmla="*/ 495108 h 603999"/>
                  <a:gd name="connsiteX483" fmla="*/ 91271 w 787079"/>
                  <a:gd name="connsiteY483" fmla="*/ 497295 h 603999"/>
                  <a:gd name="connsiteX484" fmla="*/ 94738 w 787079"/>
                  <a:gd name="connsiteY484" fmla="*/ 503653 h 603999"/>
                  <a:gd name="connsiteX485" fmla="*/ 98945 w 787079"/>
                  <a:gd name="connsiteY485" fmla="*/ 505099 h 603999"/>
                  <a:gd name="connsiteX486" fmla="*/ 101267 w 787079"/>
                  <a:gd name="connsiteY486" fmla="*/ 504224 h 603999"/>
                  <a:gd name="connsiteX487" fmla="*/ 102848 w 787079"/>
                  <a:gd name="connsiteY487" fmla="*/ 502475 h 603999"/>
                  <a:gd name="connsiteX488" fmla="*/ 104430 w 787079"/>
                  <a:gd name="connsiteY488" fmla="*/ 500894 h 603999"/>
                  <a:gd name="connsiteX489" fmla="*/ 104430 w 787079"/>
                  <a:gd name="connsiteY489" fmla="*/ 497429 h 603999"/>
                  <a:gd name="connsiteX490" fmla="*/ 104430 w 787079"/>
                  <a:gd name="connsiteY490" fmla="*/ 492215 h 603999"/>
                  <a:gd name="connsiteX491" fmla="*/ 104430 w 787079"/>
                  <a:gd name="connsiteY491" fmla="*/ 488750 h 603999"/>
                  <a:gd name="connsiteX492" fmla="*/ 104430 w 787079"/>
                  <a:gd name="connsiteY492" fmla="*/ 482662 h 603999"/>
                  <a:gd name="connsiteX493" fmla="*/ 107325 w 787079"/>
                  <a:gd name="connsiteY493" fmla="*/ 480206 h 603999"/>
                  <a:gd name="connsiteX494" fmla="*/ 108772 w 787079"/>
                  <a:gd name="connsiteY494" fmla="*/ 482662 h 603999"/>
                  <a:gd name="connsiteX495" fmla="*/ 113719 w 787079"/>
                  <a:gd name="connsiteY495" fmla="*/ 482662 h 603999"/>
                  <a:gd name="connsiteX496" fmla="*/ 115603 w 787079"/>
                  <a:gd name="connsiteY496" fmla="*/ 479634 h 603999"/>
                  <a:gd name="connsiteX497" fmla="*/ 116478 w 787079"/>
                  <a:gd name="connsiteY497" fmla="*/ 476741 h 603999"/>
                  <a:gd name="connsiteX498" fmla="*/ 118060 w 787079"/>
                  <a:gd name="connsiteY498" fmla="*/ 471964 h 603999"/>
                  <a:gd name="connsiteX499" fmla="*/ 124589 w 787079"/>
                  <a:gd name="connsiteY499" fmla="*/ 468499 h 603999"/>
                  <a:gd name="connsiteX500" fmla="*/ 133138 w 787079"/>
                  <a:gd name="connsiteY500" fmla="*/ 468768 h 603999"/>
                  <a:gd name="connsiteX501" fmla="*/ 139094 w 787079"/>
                  <a:gd name="connsiteY501" fmla="*/ 468768 h 603999"/>
                  <a:gd name="connsiteX502" fmla="*/ 144883 w 787079"/>
                  <a:gd name="connsiteY502" fmla="*/ 469273 h 603999"/>
                  <a:gd name="connsiteX503" fmla="*/ 149224 w 787079"/>
                  <a:gd name="connsiteY503" fmla="*/ 467019 h 603999"/>
                  <a:gd name="connsiteX504" fmla="*/ 156898 w 787079"/>
                  <a:gd name="connsiteY504" fmla="*/ 465270 h 603999"/>
                  <a:gd name="connsiteX505" fmla="*/ 160801 w 787079"/>
                  <a:gd name="connsiteY505" fmla="*/ 464260 h 603999"/>
                  <a:gd name="connsiteX506" fmla="*/ 164268 w 787079"/>
                  <a:gd name="connsiteY506" fmla="*/ 463117 h 603999"/>
                  <a:gd name="connsiteX507" fmla="*/ 163561 w 787079"/>
                  <a:gd name="connsiteY507" fmla="*/ 459214 h 603999"/>
                  <a:gd name="connsiteX508" fmla="*/ 163561 w 787079"/>
                  <a:gd name="connsiteY508" fmla="*/ 457903 h 603999"/>
                  <a:gd name="connsiteX509" fmla="*/ 167263 w 787079"/>
                  <a:gd name="connsiteY509" fmla="*/ 457331 h 603999"/>
                  <a:gd name="connsiteX510" fmla="*/ 169787 w 787079"/>
                  <a:gd name="connsiteY510" fmla="*/ 458643 h 603999"/>
                  <a:gd name="connsiteX511" fmla="*/ 170528 w 787079"/>
                  <a:gd name="connsiteY511" fmla="*/ 460964 h 603999"/>
                  <a:gd name="connsiteX512" fmla="*/ 170528 w 787079"/>
                  <a:gd name="connsiteY512" fmla="*/ 465034 h 603999"/>
                  <a:gd name="connsiteX513" fmla="*/ 171470 w 787079"/>
                  <a:gd name="connsiteY513" fmla="*/ 469677 h 603999"/>
                  <a:gd name="connsiteX514" fmla="*/ 175038 w 787079"/>
                  <a:gd name="connsiteY514" fmla="*/ 470686 h 603999"/>
                  <a:gd name="connsiteX515" fmla="*/ 177225 w 787079"/>
                  <a:gd name="connsiteY515" fmla="*/ 466783 h 603999"/>
                  <a:gd name="connsiteX516" fmla="*/ 178235 w 787079"/>
                  <a:gd name="connsiteY516" fmla="*/ 464160 h 603999"/>
                  <a:gd name="connsiteX517" fmla="*/ 181432 w 787079"/>
                  <a:gd name="connsiteY517" fmla="*/ 461838 h 603999"/>
                  <a:gd name="connsiteX518" fmla="*/ 186783 w 787079"/>
                  <a:gd name="connsiteY518" fmla="*/ 460089 h 603999"/>
                  <a:gd name="connsiteX519" fmla="*/ 188398 w 787079"/>
                  <a:gd name="connsiteY519" fmla="*/ 457331 h 603999"/>
                  <a:gd name="connsiteX520" fmla="*/ 189845 w 787079"/>
                  <a:gd name="connsiteY520" fmla="*/ 454135 h 603999"/>
                  <a:gd name="connsiteX521" fmla="*/ 190418 w 787079"/>
                  <a:gd name="connsiteY521" fmla="*/ 452520 h 603999"/>
                  <a:gd name="connsiteX522" fmla="*/ 195197 w 787079"/>
                  <a:gd name="connsiteY522" fmla="*/ 453967 h 603999"/>
                  <a:gd name="connsiteX523" fmla="*/ 200278 w 787079"/>
                  <a:gd name="connsiteY523" fmla="*/ 456423 h 603999"/>
                  <a:gd name="connsiteX524" fmla="*/ 206235 w 787079"/>
                  <a:gd name="connsiteY524" fmla="*/ 460022 h 603999"/>
                  <a:gd name="connsiteX525" fmla="*/ 210005 w 787079"/>
                  <a:gd name="connsiteY525" fmla="*/ 460022 h 603999"/>
                  <a:gd name="connsiteX526" fmla="*/ 217543 w 787079"/>
                  <a:gd name="connsiteY526" fmla="*/ 457196 h 603999"/>
                  <a:gd name="connsiteX527" fmla="*/ 218284 w 787079"/>
                  <a:gd name="connsiteY527" fmla="*/ 453664 h 603999"/>
                  <a:gd name="connsiteX528" fmla="*/ 220740 w 787079"/>
                  <a:gd name="connsiteY528" fmla="*/ 450771 h 603999"/>
                  <a:gd name="connsiteX529" fmla="*/ 223063 w 787079"/>
                  <a:gd name="connsiteY529" fmla="*/ 447575 h 603999"/>
                  <a:gd name="connsiteX530" fmla="*/ 225250 w 787079"/>
                  <a:gd name="connsiteY530" fmla="*/ 444380 h 603999"/>
                  <a:gd name="connsiteX531" fmla="*/ 224947 w 787079"/>
                  <a:gd name="connsiteY531" fmla="*/ 442799 h 603999"/>
                  <a:gd name="connsiteX532" fmla="*/ 223635 w 787079"/>
                  <a:gd name="connsiteY532" fmla="*/ 439165 h 603999"/>
                  <a:gd name="connsiteX533" fmla="*/ 219562 w 787079"/>
                  <a:gd name="connsiteY533" fmla="*/ 434389 h 603999"/>
                  <a:gd name="connsiteX534" fmla="*/ 217543 w 787079"/>
                  <a:gd name="connsiteY534" fmla="*/ 430049 h 603999"/>
                  <a:gd name="connsiteX535" fmla="*/ 220135 w 787079"/>
                  <a:gd name="connsiteY535" fmla="*/ 429747 h 603999"/>
                  <a:gd name="connsiteX536" fmla="*/ 223029 w 787079"/>
                  <a:gd name="connsiteY536" fmla="*/ 429443 h 603999"/>
                  <a:gd name="connsiteX537" fmla="*/ 226664 w 787079"/>
                  <a:gd name="connsiteY537" fmla="*/ 428737 h 603999"/>
                  <a:gd name="connsiteX538" fmla="*/ 228111 w 787079"/>
                  <a:gd name="connsiteY538" fmla="*/ 427156 h 603999"/>
                  <a:gd name="connsiteX539" fmla="*/ 232183 w 787079"/>
                  <a:gd name="connsiteY539" fmla="*/ 426282 h 603999"/>
                  <a:gd name="connsiteX540" fmla="*/ 234774 w 787079"/>
                  <a:gd name="connsiteY540" fmla="*/ 426416 h 603999"/>
                  <a:gd name="connsiteX541" fmla="*/ 236356 w 787079"/>
                  <a:gd name="connsiteY541" fmla="*/ 429006 h 603999"/>
                  <a:gd name="connsiteX542" fmla="*/ 234774 w 787079"/>
                  <a:gd name="connsiteY542" fmla="*/ 432908 h 603999"/>
                  <a:gd name="connsiteX543" fmla="*/ 234337 w 787079"/>
                  <a:gd name="connsiteY543" fmla="*/ 435230 h 603999"/>
                  <a:gd name="connsiteX544" fmla="*/ 234068 w 787079"/>
                  <a:gd name="connsiteY544" fmla="*/ 439435 h 603999"/>
                  <a:gd name="connsiteX545" fmla="*/ 233193 w 787079"/>
                  <a:gd name="connsiteY545" fmla="*/ 441756 h 603999"/>
                  <a:gd name="connsiteX546" fmla="*/ 233193 w 787079"/>
                  <a:gd name="connsiteY546" fmla="*/ 445086 h 603999"/>
                  <a:gd name="connsiteX547" fmla="*/ 234269 w 787079"/>
                  <a:gd name="connsiteY547" fmla="*/ 448988 h 603999"/>
                  <a:gd name="connsiteX548" fmla="*/ 236794 w 787079"/>
                  <a:gd name="connsiteY548" fmla="*/ 451612 h 603999"/>
                  <a:gd name="connsiteX549" fmla="*/ 241000 w 787079"/>
                  <a:gd name="connsiteY549" fmla="*/ 453631 h 603999"/>
                  <a:gd name="connsiteX550" fmla="*/ 245780 w 787079"/>
                  <a:gd name="connsiteY550" fmla="*/ 452756 h 603999"/>
                  <a:gd name="connsiteX551" fmla="*/ 247799 w 787079"/>
                  <a:gd name="connsiteY551" fmla="*/ 448686 h 603999"/>
                  <a:gd name="connsiteX552" fmla="*/ 251265 w 787079"/>
                  <a:gd name="connsiteY552" fmla="*/ 446230 h 603999"/>
                  <a:gd name="connsiteX553" fmla="*/ 251837 w 787079"/>
                  <a:gd name="connsiteY553" fmla="*/ 440578 h 603999"/>
                  <a:gd name="connsiteX554" fmla="*/ 251703 w 787079"/>
                  <a:gd name="connsiteY554" fmla="*/ 434489 h 603999"/>
                  <a:gd name="connsiteX555" fmla="*/ 251130 w 787079"/>
                  <a:gd name="connsiteY555" fmla="*/ 432303 h 603999"/>
                  <a:gd name="connsiteX556" fmla="*/ 247933 w 787079"/>
                  <a:gd name="connsiteY556" fmla="*/ 428266 h 603999"/>
                  <a:gd name="connsiteX557" fmla="*/ 244029 w 787079"/>
                  <a:gd name="connsiteY557" fmla="*/ 422918 h 603999"/>
                  <a:gd name="connsiteX558" fmla="*/ 246049 w 787079"/>
                  <a:gd name="connsiteY558" fmla="*/ 420025 h 603999"/>
                  <a:gd name="connsiteX559" fmla="*/ 249515 w 787079"/>
                  <a:gd name="connsiteY559" fmla="*/ 420159 h 603999"/>
                  <a:gd name="connsiteX560" fmla="*/ 253587 w 787079"/>
                  <a:gd name="connsiteY560" fmla="*/ 420025 h 603999"/>
                  <a:gd name="connsiteX561" fmla="*/ 255035 w 787079"/>
                  <a:gd name="connsiteY561" fmla="*/ 422043 h 603999"/>
                  <a:gd name="connsiteX562" fmla="*/ 262438 w 787079"/>
                  <a:gd name="connsiteY562" fmla="*/ 423355 h 603999"/>
                  <a:gd name="connsiteX563" fmla="*/ 266510 w 787079"/>
                  <a:gd name="connsiteY563" fmla="*/ 420159 h 603999"/>
                  <a:gd name="connsiteX564" fmla="*/ 269270 w 787079"/>
                  <a:gd name="connsiteY564" fmla="*/ 417973 h 603999"/>
                  <a:gd name="connsiteX565" fmla="*/ 273915 w 787079"/>
                  <a:gd name="connsiteY565" fmla="*/ 416829 h 603999"/>
                  <a:gd name="connsiteX566" fmla="*/ 274621 w 787079"/>
                  <a:gd name="connsiteY566" fmla="*/ 419587 h 603999"/>
                  <a:gd name="connsiteX567" fmla="*/ 273040 w 787079"/>
                  <a:gd name="connsiteY567" fmla="*/ 425508 h 603999"/>
                  <a:gd name="connsiteX568" fmla="*/ 271896 w 787079"/>
                  <a:gd name="connsiteY568" fmla="*/ 429410 h 603999"/>
                  <a:gd name="connsiteX569" fmla="*/ 272905 w 787079"/>
                  <a:gd name="connsiteY569" fmla="*/ 432875 h 603999"/>
                  <a:gd name="connsiteX570" fmla="*/ 277549 w 787079"/>
                  <a:gd name="connsiteY570" fmla="*/ 433884 h 603999"/>
                  <a:gd name="connsiteX571" fmla="*/ 283641 w 787079"/>
                  <a:gd name="connsiteY571" fmla="*/ 433884 h 603999"/>
                  <a:gd name="connsiteX572" fmla="*/ 287982 w 787079"/>
                  <a:gd name="connsiteY572" fmla="*/ 432875 h 603999"/>
                  <a:gd name="connsiteX573" fmla="*/ 290877 w 787079"/>
                  <a:gd name="connsiteY573" fmla="*/ 429242 h 603999"/>
                  <a:gd name="connsiteX574" fmla="*/ 293333 w 787079"/>
                  <a:gd name="connsiteY574" fmla="*/ 425037 h 603999"/>
                  <a:gd name="connsiteX575" fmla="*/ 294780 w 787079"/>
                  <a:gd name="connsiteY575" fmla="*/ 423456 h 603999"/>
                  <a:gd name="connsiteX576" fmla="*/ 296228 w 787079"/>
                  <a:gd name="connsiteY576" fmla="*/ 419823 h 603999"/>
                  <a:gd name="connsiteX577" fmla="*/ 296497 w 787079"/>
                  <a:gd name="connsiteY577" fmla="*/ 414777 h 603999"/>
                  <a:gd name="connsiteX578" fmla="*/ 293468 w 787079"/>
                  <a:gd name="connsiteY578" fmla="*/ 409697 h 603999"/>
                  <a:gd name="connsiteX579" fmla="*/ 292761 w 787079"/>
                  <a:gd name="connsiteY579" fmla="*/ 406232 h 603999"/>
                  <a:gd name="connsiteX580" fmla="*/ 289429 w 787079"/>
                  <a:gd name="connsiteY580" fmla="*/ 402902 h 603999"/>
                  <a:gd name="connsiteX581" fmla="*/ 288723 w 787079"/>
                  <a:gd name="connsiteY581" fmla="*/ 397688 h 603999"/>
                  <a:gd name="connsiteX582" fmla="*/ 289598 w 787079"/>
                  <a:gd name="connsiteY582" fmla="*/ 393617 h 603999"/>
                  <a:gd name="connsiteX583" fmla="*/ 294074 w 787079"/>
                  <a:gd name="connsiteY583" fmla="*/ 398259 h 603999"/>
                  <a:gd name="connsiteX584" fmla="*/ 294074 w 787079"/>
                  <a:gd name="connsiteY584" fmla="*/ 401724 h 603999"/>
                  <a:gd name="connsiteX585" fmla="*/ 297103 w 787079"/>
                  <a:gd name="connsiteY585" fmla="*/ 404046 h 603999"/>
                  <a:gd name="connsiteX586" fmla="*/ 300435 w 787079"/>
                  <a:gd name="connsiteY586" fmla="*/ 406064 h 603999"/>
                  <a:gd name="connsiteX587" fmla="*/ 303632 w 787079"/>
                  <a:gd name="connsiteY587" fmla="*/ 408385 h 603999"/>
                  <a:gd name="connsiteX588" fmla="*/ 302319 w 787079"/>
                  <a:gd name="connsiteY588" fmla="*/ 410269 h 603999"/>
                  <a:gd name="connsiteX589" fmla="*/ 300435 w 787079"/>
                  <a:gd name="connsiteY589" fmla="*/ 415046 h 603999"/>
                  <a:gd name="connsiteX590" fmla="*/ 302319 w 787079"/>
                  <a:gd name="connsiteY590" fmla="*/ 420563 h 603999"/>
                  <a:gd name="connsiteX591" fmla="*/ 308848 w 787079"/>
                  <a:gd name="connsiteY591" fmla="*/ 425071 h 603999"/>
                  <a:gd name="connsiteX592" fmla="*/ 314939 w 787079"/>
                  <a:gd name="connsiteY592" fmla="*/ 424330 h 603999"/>
                  <a:gd name="connsiteX593" fmla="*/ 319146 w 787079"/>
                  <a:gd name="connsiteY593" fmla="*/ 420697 h 603999"/>
                  <a:gd name="connsiteX594" fmla="*/ 324094 w 787079"/>
                  <a:gd name="connsiteY594" fmla="*/ 417502 h 603999"/>
                  <a:gd name="connsiteX595" fmla="*/ 326988 w 787079"/>
                  <a:gd name="connsiteY595" fmla="*/ 414609 h 603999"/>
                  <a:gd name="connsiteX596" fmla="*/ 329007 w 787079"/>
                  <a:gd name="connsiteY596" fmla="*/ 410841 h 603999"/>
                  <a:gd name="connsiteX597" fmla="*/ 330454 w 787079"/>
                  <a:gd name="connsiteY597" fmla="*/ 406064 h 603999"/>
                  <a:gd name="connsiteX598" fmla="*/ 332204 w 787079"/>
                  <a:gd name="connsiteY598" fmla="*/ 401287 h 603999"/>
                  <a:gd name="connsiteX599" fmla="*/ 334527 w 787079"/>
                  <a:gd name="connsiteY599" fmla="*/ 397957 h 603999"/>
                  <a:gd name="connsiteX600" fmla="*/ 336411 w 787079"/>
                  <a:gd name="connsiteY600" fmla="*/ 397385 h 603999"/>
                  <a:gd name="connsiteX601" fmla="*/ 341190 w 787079"/>
                  <a:gd name="connsiteY601" fmla="*/ 402464 h 603999"/>
                  <a:gd name="connsiteX602" fmla="*/ 341190 w 787079"/>
                  <a:gd name="connsiteY602" fmla="*/ 407813 h 603999"/>
                  <a:gd name="connsiteX603" fmla="*/ 341930 w 787079"/>
                  <a:gd name="connsiteY603" fmla="*/ 411715 h 603999"/>
                  <a:gd name="connsiteX604" fmla="*/ 348291 w 787079"/>
                  <a:gd name="connsiteY604" fmla="*/ 416055 h 603999"/>
                  <a:gd name="connsiteX605" fmla="*/ 353373 w 787079"/>
                  <a:gd name="connsiteY605" fmla="*/ 415315 h 603999"/>
                  <a:gd name="connsiteX606" fmla="*/ 360474 w 787079"/>
                  <a:gd name="connsiteY606" fmla="*/ 416055 h 603999"/>
                  <a:gd name="connsiteX607" fmla="*/ 362662 w 787079"/>
                  <a:gd name="connsiteY607" fmla="*/ 415315 h 603999"/>
                  <a:gd name="connsiteX608" fmla="*/ 364412 w 787079"/>
                  <a:gd name="connsiteY608" fmla="*/ 412859 h 603999"/>
                  <a:gd name="connsiteX609" fmla="*/ 360508 w 787079"/>
                  <a:gd name="connsiteY609" fmla="*/ 410101 h 603999"/>
                  <a:gd name="connsiteX610" fmla="*/ 361383 w 787079"/>
                  <a:gd name="connsiteY610" fmla="*/ 406905 h 603999"/>
                  <a:gd name="connsiteX611" fmla="*/ 363133 w 787079"/>
                  <a:gd name="connsiteY611" fmla="*/ 403272 h 603999"/>
                  <a:gd name="connsiteX612" fmla="*/ 364446 w 787079"/>
                  <a:gd name="connsiteY612" fmla="*/ 402128 h 603999"/>
                  <a:gd name="connsiteX613" fmla="*/ 366330 w 787079"/>
                  <a:gd name="connsiteY613" fmla="*/ 402868 h 603999"/>
                  <a:gd name="connsiteX614" fmla="*/ 367912 w 787079"/>
                  <a:gd name="connsiteY614" fmla="*/ 405055 h 603999"/>
                  <a:gd name="connsiteX615" fmla="*/ 373297 w 787079"/>
                  <a:gd name="connsiteY615" fmla="*/ 405055 h 603999"/>
                  <a:gd name="connsiteX616" fmla="*/ 374744 w 787079"/>
                  <a:gd name="connsiteY616" fmla="*/ 405055 h 603999"/>
                  <a:gd name="connsiteX617" fmla="*/ 377806 w 787079"/>
                  <a:gd name="connsiteY617" fmla="*/ 401590 h 603999"/>
                  <a:gd name="connsiteX618" fmla="*/ 381576 w 787079"/>
                  <a:gd name="connsiteY618" fmla="*/ 398529 h 603999"/>
                  <a:gd name="connsiteX619" fmla="*/ 382888 w 787079"/>
                  <a:gd name="connsiteY619" fmla="*/ 393752 h 603999"/>
                  <a:gd name="connsiteX620" fmla="*/ 386523 w 787079"/>
                  <a:gd name="connsiteY620" fmla="*/ 390556 h 603999"/>
                  <a:gd name="connsiteX621" fmla="*/ 388980 w 787079"/>
                  <a:gd name="connsiteY621" fmla="*/ 387798 h 603999"/>
                  <a:gd name="connsiteX622" fmla="*/ 391436 w 787079"/>
                  <a:gd name="connsiteY622" fmla="*/ 384165 h 603999"/>
                  <a:gd name="connsiteX623" fmla="*/ 393321 w 787079"/>
                  <a:gd name="connsiteY623" fmla="*/ 380700 h 603999"/>
                  <a:gd name="connsiteX624" fmla="*/ 394903 w 787079"/>
                  <a:gd name="connsiteY624" fmla="*/ 378076 h 603999"/>
                  <a:gd name="connsiteX625" fmla="*/ 394465 w 787079"/>
                  <a:gd name="connsiteY625" fmla="*/ 373433 h 603999"/>
                  <a:gd name="connsiteX626" fmla="*/ 394331 w 787079"/>
                  <a:gd name="connsiteY626" fmla="*/ 370238 h 603999"/>
                  <a:gd name="connsiteX627" fmla="*/ 391706 w 787079"/>
                  <a:gd name="connsiteY627" fmla="*/ 366168 h 603999"/>
                  <a:gd name="connsiteX628" fmla="*/ 390696 w 787079"/>
                  <a:gd name="connsiteY628" fmla="*/ 361256 h 603999"/>
                  <a:gd name="connsiteX629" fmla="*/ 396922 w 787079"/>
                  <a:gd name="connsiteY629" fmla="*/ 363140 h 603999"/>
                  <a:gd name="connsiteX630" fmla="*/ 395913 w 787079"/>
                  <a:gd name="connsiteY630" fmla="*/ 366033 h 603999"/>
                  <a:gd name="connsiteX631" fmla="*/ 399110 w 787079"/>
                  <a:gd name="connsiteY631" fmla="*/ 368926 h 603999"/>
                  <a:gd name="connsiteX632" fmla="*/ 401566 w 787079"/>
                  <a:gd name="connsiteY632" fmla="*/ 370810 h 603999"/>
                  <a:gd name="connsiteX633" fmla="*/ 403451 w 787079"/>
                  <a:gd name="connsiteY633" fmla="*/ 375015 h 603999"/>
                  <a:gd name="connsiteX634" fmla="*/ 407523 w 787079"/>
                  <a:gd name="connsiteY634" fmla="*/ 379522 h 603999"/>
                  <a:gd name="connsiteX635" fmla="*/ 407086 w 787079"/>
                  <a:gd name="connsiteY635" fmla="*/ 381978 h 603999"/>
                  <a:gd name="connsiteX636" fmla="*/ 409846 w 787079"/>
                  <a:gd name="connsiteY636" fmla="*/ 385174 h 603999"/>
                  <a:gd name="connsiteX637" fmla="*/ 414759 w 787079"/>
                  <a:gd name="connsiteY637" fmla="*/ 385174 h 603999"/>
                  <a:gd name="connsiteX638" fmla="*/ 418831 w 787079"/>
                  <a:gd name="connsiteY638" fmla="*/ 383223 h 603999"/>
                  <a:gd name="connsiteX639" fmla="*/ 420851 w 787079"/>
                  <a:gd name="connsiteY639" fmla="*/ 380969 h 603999"/>
                  <a:gd name="connsiteX640" fmla="*/ 419976 w 787079"/>
                  <a:gd name="connsiteY640" fmla="*/ 377773 h 603999"/>
                  <a:gd name="connsiteX641" fmla="*/ 417788 w 787079"/>
                  <a:gd name="connsiteY641" fmla="*/ 375015 h 603999"/>
                  <a:gd name="connsiteX642" fmla="*/ 417519 w 787079"/>
                  <a:gd name="connsiteY642" fmla="*/ 372828 h 603999"/>
                  <a:gd name="connsiteX643" fmla="*/ 421153 w 787079"/>
                  <a:gd name="connsiteY643" fmla="*/ 370810 h 603999"/>
                  <a:gd name="connsiteX644" fmla="*/ 421423 w 787079"/>
                  <a:gd name="connsiteY644" fmla="*/ 367345 h 603999"/>
                  <a:gd name="connsiteX645" fmla="*/ 421557 w 787079"/>
                  <a:gd name="connsiteY645" fmla="*/ 361122 h 603999"/>
                  <a:gd name="connsiteX646" fmla="*/ 420380 w 787079"/>
                  <a:gd name="connsiteY646" fmla="*/ 351265 h 603999"/>
                  <a:gd name="connsiteX647" fmla="*/ 420817 w 787079"/>
                  <a:gd name="connsiteY647" fmla="*/ 347060 h 603999"/>
                  <a:gd name="connsiteX648" fmla="*/ 418797 w 787079"/>
                  <a:gd name="connsiteY648" fmla="*/ 343595 h 603999"/>
                  <a:gd name="connsiteX649" fmla="*/ 415600 w 787079"/>
                  <a:gd name="connsiteY649" fmla="*/ 340131 h 603999"/>
                  <a:gd name="connsiteX650" fmla="*/ 415028 w 787079"/>
                  <a:gd name="connsiteY650" fmla="*/ 335354 h 603999"/>
                  <a:gd name="connsiteX651" fmla="*/ 415466 w 787079"/>
                  <a:gd name="connsiteY651" fmla="*/ 330711 h 603999"/>
                  <a:gd name="connsiteX652" fmla="*/ 414322 w 787079"/>
                  <a:gd name="connsiteY652" fmla="*/ 326944 h 603999"/>
                  <a:gd name="connsiteX653" fmla="*/ 410687 w 787079"/>
                  <a:gd name="connsiteY653" fmla="*/ 324488 h 603999"/>
                  <a:gd name="connsiteX654" fmla="*/ 404730 w 787079"/>
                  <a:gd name="connsiteY654" fmla="*/ 320586 h 603999"/>
                  <a:gd name="connsiteX655" fmla="*/ 401836 w 787079"/>
                  <a:gd name="connsiteY655" fmla="*/ 316515 h 603999"/>
                  <a:gd name="connsiteX656" fmla="*/ 400220 w 787079"/>
                  <a:gd name="connsiteY656" fmla="*/ 313050 h 603999"/>
                  <a:gd name="connsiteX657" fmla="*/ 400220 w 787079"/>
                  <a:gd name="connsiteY657" fmla="*/ 311301 h 603999"/>
                  <a:gd name="connsiteX658" fmla="*/ 405235 w 787079"/>
                  <a:gd name="connsiteY658" fmla="*/ 315069 h 603999"/>
                  <a:gd name="connsiteX659" fmla="*/ 410519 w 787079"/>
                  <a:gd name="connsiteY659" fmla="*/ 317087 h 603999"/>
                  <a:gd name="connsiteX660" fmla="*/ 413548 w 787079"/>
                  <a:gd name="connsiteY660" fmla="*/ 318836 h 603999"/>
                  <a:gd name="connsiteX661" fmla="*/ 417317 w 787079"/>
                  <a:gd name="connsiteY661" fmla="*/ 318971 h 603999"/>
                  <a:gd name="connsiteX662" fmla="*/ 419067 w 787079"/>
                  <a:gd name="connsiteY662" fmla="*/ 317524 h 603999"/>
                  <a:gd name="connsiteX663" fmla="*/ 419336 w 787079"/>
                  <a:gd name="connsiteY663" fmla="*/ 313050 h 603999"/>
                  <a:gd name="connsiteX664" fmla="*/ 419336 w 787079"/>
                  <a:gd name="connsiteY664" fmla="*/ 307265 h 603999"/>
                  <a:gd name="connsiteX665" fmla="*/ 416879 w 787079"/>
                  <a:gd name="connsiteY665" fmla="*/ 303934 h 603999"/>
                  <a:gd name="connsiteX666" fmla="*/ 412538 w 787079"/>
                  <a:gd name="connsiteY666" fmla="*/ 300604 h 603999"/>
                  <a:gd name="connsiteX667" fmla="*/ 408197 w 787079"/>
                  <a:gd name="connsiteY667" fmla="*/ 295962 h 603999"/>
                  <a:gd name="connsiteX668" fmla="*/ 403720 w 787079"/>
                  <a:gd name="connsiteY668" fmla="*/ 290445 h 603999"/>
                  <a:gd name="connsiteX669" fmla="*/ 403720 w 787079"/>
                  <a:gd name="connsiteY669" fmla="*/ 286980 h 603999"/>
                  <a:gd name="connsiteX670" fmla="*/ 403720 w 787079"/>
                  <a:gd name="connsiteY670" fmla="*/ 281765 h 603999"/>
                  <a:gd name="connsiteX671" fmla="*/ 405672 w 787079"/>
                  <a:gd name="connsiteY671" fmla="*/ 280622 h 603999"/>
                  <a:gd name="connsiteX672" fmla="*/ 410687 w 787079"/>
                  <a:gd name="connsiteY672" fmla="*/ 286408 h 603999"/>
                  <a:gd name="connsiteX673" fmla="*/ 413009 w 787079"/>
                  <a:gd name="connsiteY673" fmla="*/ 291487 h 603999"/>
                  <a:gd name="connsiteX674" fmla="*/ 417519 w 787079"/>
                  <a:gd name="connsiteY674" fmla="*/ 296702 h 603999"/>
                  <a:gd name="connsiteX675" fmla="*/ 421725 w 787079"/>
                  <a:gd name="connsiteY675" fmla="*/ 301041 h 603999"/>
                  <a:gd name="connsiteX676" fmla="*/ 425360 w 787079"/>
                  <a:gd name="connsiteY676" fmla="*/ 306390 h 603999"/>
                  <a:gd name="connsiteX677" fmla="*/ 426673 w 787079"/>
                  <a:gd name="connsiteY677" fmla="*/ 308139 h 603999"/>
                  <a:gd name="connsiteX678" fmla="*/ 432327 w 787079"/>
                  <a:gd name="connsiteY678" fmla="*/ 309283 h 603999"/>
                  <a:gd name="connsiteX679" fmla="*/ 433774 w 787079"/>
                  <a:gd name="connsiteY679" fmla="*/ 311032 h 603999"/>
                  <a:gd name="connsiteX680" fmla="*/ 436837 w 787079"/>
                  <a:gd name="connsiteY680" fmla="*/ 316818 h 603999"/>
                  <a:gd name="connsiteX681" fmla="*/ 438586 w 787079"/>
                  <a:gd name="connsiteY681" fmla="*/ 321326 h 603999"/>
                  <a:gd name="connsiteX682" fmla="*/ 442188 w 787079"/>
                  <a:gd name="connsiteY682" fmla="*/ 328424 h 603999"/>
                  <a:gd name="connsiteX683" fmla="*/ 443500 w 787079"/>
                  <a:gd name="connsiteY683" fmla="*/ 331317 h 603999"/>
                  <a:gd name="connsiteX684" fmla="*/ 444813 w 787079"/>
                  <a:gd name="connsiteY684" fmla="*/ 334647 h 603999"/>
                  <a:gd name="connsiteX685" fmla="*/ 446866 w 787079"/>
                  <a:gd name="connsiteY685" fmla="*/ 337406 h 603999"/>
                  <a:gd name="connsiteX686" fmla="*/ 449895 w 787079"/>
                  <a:gd name="connsiteY686" fmla="*/ 338280 h 603999"/>
                  <a:gd name="connsiteX687" fmla="*/ 455246 w 787079"/>
                  <a:gd name="connsiteY687" fmla="*/ 338280 h 603999"/>
                  <a:gd name="connsiteX688" fmla="*/ 458005 w 787079"/>
                  <a:gd name="connsiteY688" fmla="*/ 337406 h 603999"/>
                  <a:gd name="connsiteX689" fmla="*/ 462347 w 787079"/>
                  <a:gd name="connsiteY689" fmla="*/ 336397 h 603999"/>
                  <a:gd name="connsiteX690" fmla="*/ 466116 w 787079"/>
                  <a:gd name="connsiteY690" fmla="*/ 335959 h 603999"/>
                  <a:gd name="connsiteX691" fmla="*/ 468135 w 787079"/>
                  <a:gd name="connsiteY691" fmla="*/ 334647 h 603999"/>
                  <a:gd name="connsiteX692" fmla="*/ 470895 w 787079"/>
                  <a:gd name="connsiteY692" fmla="*/ 331451 h 603999"/>
                  <a:gd name="connsiteX693" fmla="*/ 474227 w 787079"/>
                  <a:gd name="connsiteY693" fmla="*/ 329568 h 603999"/>
                  <a:gd name="connsiteX694" fmla="*/ 480453 w 787079"/>
                  <a:gd name="connsiteY694" fmla="*/ 329568 h 603999"/>
                  <a:gd name="connsiteX695" fmla="*/ 484525 w 787079"/>
                  <a:gd name="connsiteY695" fmla="*/ 329332 h 603999"/>
                  <a:gd name="connsiteX696" fmla="*/ 487116 w 787079"/>
                  <a:gd name="connsiteY696" fmla="*/ 329837 h 603999"/>
                  <a:gd name="connsiteX697" fmla="*/ 491761 w 787079"/>
                  <a:gd name="connsiteY697" fmla="*/ 329971 h 603999"/>
                  <a:gd name="connsiteX698" fmla="*/ 493646 w 787079"/>
                  <a:gd name="connsiteY698" fmla="*/ 327213 h 603999"/>
                  <a:gd name="connsiteX699" fmla="*/ 498997 w 787079"/>
                  <a:gd name="connsiteY699" fmla="*/ 326775 h 603999"/>
                  <a:gd name="connsiteX700" fmla="*/ 504650 w 787079"/>
                  <a:gd name="connsiteY700" fmla="*/ 328087 h 603999"/>
                  <a:gd name="connsiteX701" fmla="*/ 508252 w 787079"/>
                  <a:gd name="connsiteY701" fmla="*/ 331855 h 603999"/>
                  <a:gd name="connsiteX702" fmla="*/ 510877 w 787079"/>
                  <a:gd name="connsiteY702" fmla="*/ 334883 h 603999"/>
                  <a:gd name="connsiteX703" fmla="*/ 514646 w 787079"/>
                  <a:gd name="connsiteY703" fmla="*/ 338785 h 603999"/>
                  <a:gd name="connsiteX704" fmla="*/ 519559 w 787079"/>
                  <a:gd name="connsiteY704" fmla="*/ 337036 h 603999"/>
                  <a:gd name="connsiteX705" fmla="*/ 523194 w 787079"/>
                  <a:gd name="connsiteY705" fmla="*/ 335724 h 603999"/>
                  <a:gd name="connsiteX706" fmla="*/ 525819 w 787079"/>
                  <a:gd name="connsiteY706" fmla="*/ 333537 h 603999"/>
                  <a:gd name="connsiteX707" fmla="*/ 525684 w 787079"/>
                  <a:gd name="connsiteY707" fmla="*/ 329769 h 603999"/>
                  <a:gd name="connsiteX708" fmla="*/ 523362 w 787079"/>
                  <a:gd name="connsiteY708" fmla="*/ 325867 h 603999"/>
                  <a:gd name="connsiteX709" fmla="*/ 519458 w 787079"/>
                  <a:gd name="connsiteY709" fmla="*/ 322537 h 603999"/>
                  <a:gd name="connsiteX710" fmla="*/ 515252 w 787079"/>
                  <a:gd name="connsiteY710" fmla="*/ 319341 h 603999"/>
                  <a:gd name="connsiteX711" fmla="*/ 512357 w 787079"/>
                  <a:gd name="connsiteY711" fmla="*/ 313690 h 603999"/>
                  <a:gd name="connsiteX712" fmla="*/ 514511 w 787079"/>
                  <a:gd name="connsiteY712" fmla="*/ 309182 h 603999"/>
                  <a:gd name="connsiteX713" fmla="*/ 517540 w 787079"/>
                  <a:gd name="connsiteY713" fmla="*/ 306995 h 603999"/>
                  <a:gd name="connsiteX714" fmla="*/ 523194 w 787079"/>
                  <a:gd name="connsiteY714" fmla="*/ 305986 h 603999"/>
                  <a:gd name="connsiteX715" fmla="*/ 528983 w 787079"/>
                  <a:gd name="connsiteY715" fmla="*/ 303362 h 603999"/>
                  <a:gd name="connsiteX716" fmla="*/ 532449 w 787079"/>
                  <a:gd name="connsiteY716" fmla="*/ 299729 h 603999"/>
                  <a:gd name="connsiteX717" fmla="*/ 535343 w 787079"/>
                  <a:gd name="connsiteY717" fmla="*/ 296533 h 603999"/>
                  <a:gd name="connsiteX718" fmla="*/ 543454 w 787079"/>
                  <a:gd name="connsiteY718" fmla="*/ 296971 h 603999"/>
                  <a:gd name="connsiteX719" fmla="*/ 544329 w 787079"/>
                  <a:gd name="connsiteY719" fmla="*/ 302488 h 603999"/>
                  <a:gd name="connsiteX720" fmla="*/ 544901 w 787079"/>
                  <a:gd name="connsiteY720" fmla="*/ 306558 h 603999"/>
                  <a:gd name="connsiteX721" fmla="*/ 542142 w 787079"/>
                  <a:gd name="connsiteY721" fmla="*/ 309148 h 603999"/>
                  <a:gd name="connsiteX722" fmla="*/ 538945 w 787079"/>
                  <a:gd name="connsiteY722" fmla="*/ 312781 h 603999"/>
                  <a:gd name="connsiteX723" fmla="*/ 536488 w 787079"/>
                  <a:gd name="connsiteY723" fmla="*/ 316852 h 603999"/>
                  <a:gd name="connsiteX724" fmla="*/ 536488 w 787079"/>
                  <a:gd name="connsiteY724" fmla="*/ 320922 h 603999"/>
                  <a:gd name="connsiteX725" fmla="*/ 539247 w 787079"/>
                  <a:gd name="connsiteY725" fmla="*/ 323546 h 603999"/>
                  <a:gd name="connsiteX726" fmla="*/ 544026 w 787079"/>
                  <a:gd name="connsiteY726" fmla="*/ 325127 h 603999"/>
                  <a:gd name="connsiteX727" fmla="*/ 549108 w 787079"/>
                  <a:gd name="connsiteY727" fmla="*/ 326271 h 603999"/>
                  <a:gd name="connsiteX728" fmla="*/ 553753 w 787079"/>
                  <a:gd name="connsiteY728" fmla="*/ 328289 h 603999"/>
                  <a:gd name="connsiteX729" fmla="*/ 556815 w 787079"/>
                  <a:gd name="connsiteY729" fmla="*/ 326843 h 603999"/>
                  <a:gd name="connsiteX730" fmla="*/ 558969 w 787079"/>
                  <a:gd name="connsiteY730" fmla="*/ 323815 h 603999"/>
                  <a:gd name="connsiteX731" fmla="*/ 558531 w 787079"/>
                  <a:gd name="connsiteY731" fmla="*/ 318601 h 603999"/>
                  <a:gd name="connsiteX732" fmla="*/ 558094 w 787079"/>
                  <a:gd name="connsiteY732" fmla="*/ 316414 h 603999"/>
                  <a:gd name="connsiteX733" fmla="*/ 554628 w 787079"/>
                  <a:gd name="connsiteY733" fmla="*/ 309889 h 603999"/>
                  <a:gd name="connsiteX734" fmla="*/ 552440 w 787079"/>
                  <a:gd name="connsiteY734" fmla="*/ 308139 h 603999"/>
                  <a:gd name="connsiteX735" fmla="*/ 555032 w 787079"/>
                  <a:gd name="connsiteY735" fmla="*/ 304674 h 603999"/>
                  <a:gd name="connsiteX736" fmla="*/ 557185 w 787079"/>
                  <a:gd name="connsiteY736" fmla="*/ 306424 h 603999"/>
                  <a:gd name="connsiteX737" fmla="*/ 560248 w 787079"/>
                  <a:gd name="connsiteY737" fmla="*/ 309889 h 603999"/>
                  <a:gd name="connsiteX738" fmla="*/ 562839 w 787079"/>
                  <a:gd name="connsiteY738" fmla="*/ 312041 h 603999"/>
                  <a:gd name="connsiteX739" fmla="*/ 564589 w 787079"/>
                  <a:gd name="connsiteY739" fmla="*/ 312041 h 603999"/>
                  <a:gd name="connsiteX740" fmla="*/ 567181 w 787079"/>
                  <a:gd name="connsiteY740" fmla="*/ 312041 h 603999"/>
                  <a:gd name="connsiteX741" fmla="*/ 567181 w 787079"/>
                  <a:gd name="connsiteY741" fmla="*/ 307702 h 603999"/>
                  <a:gd name="connsiteX742" fmla="*/ 567181 w 787079"/>
                  <a:gd name="connsiteY742" fmla="*/ 304237 h 603999"/>
                  <a:gd name="connsiteX743" fmla="*/ 567181 w 787079"/>
                  <a:gd name="connsiteY743" fmla="*/ 300772 h 603999"/>
                  <a:gd name="connsiteX744" fmla="*/ 567181 w 787079"/>
                  <a:gd name="connsiteY744" fmla="*/ 298182 h 603999"/>
                  <a:gd name="connsiteX745" fmla="*/ 573474 w 787079"/>
                  <a:gd name="connsiteY745" fmla="*/ 296870 h 603999"/>
                  <a:gd name="connsiteX746" fmla="*/ 579768 w 787079"/>
                  <a:gd name="connsiteY746" fmla="*/ 295995 h 603999"/>
                  <a:gd name="connsiteX747" fmla="*/ 584984 w 787079"/>
                  <a:gd name="connsiteY747" fmla="*/ 292093 h 603999"/>
                  <a:gd name="connsiteX748" fmla="*/ 588450 w 787079"/>
                  <a:gd name="connsiteY748" fmla="*/ 291218 h 603999"/>
                  <a:gd name="connsiteX749" fmla="*/ 593229 w 787079"/>
                  <a:gd name="connsiteY749" fmla="*/ 286879 h 603999"/>
                  <a:gd name="connsiteX750" fmla="*/ 596696 w 787079"/>
                  <a:gd name="connsiteY750" fmla="*/ 288628 h 603999"/>
                  <a:gd name="connsiteX751" fmla="*/ 596696 w 787079"/>
                  <a:gd name="connsiteY751" fmla="*/ 290377 h 603999"/>
                  <a:gd name="connsiteX752" fmla="*/ 593229 w 787079"/>
                  <a:gd name="connsiteY752" fmla="*/ 292127 h 603999"/>
                  <a:gd name="connsiteX753" fmla="*/ 593229 w 787079"/>
                  <a:gd name="connsiteY753" fmla="*/ 293876 h 603999"/>
                  <a:gd name="connsiteX754" fmla="*/ 593229 w 787079"/>
                  <a:gd name="connsiteY754" fmla="*/ 299090 h 603999"/>
                  <a:gd name="connsiteX755" fmla="*/ 595619 w 787079"/>
                  <a:gd name="connsiteY755" fmla="*/ 305179 h 603999"/>
                  <a:gd name="connsiteX756" fmla="*/ 602350 w 787079"/>
                  <a:gd name="connsiteY756" fmla="*/ 306491 h 603999"/>
                  <a:gd name="connsiteX757" fmla="*/ 609316 w 787079"/>
                  <a:gd name="connsiteY757" fmla="*/ 307668 h 603999"/>
                  <a:gd name="connsiteX758" fmla="*/ 616720 w 787079"/>
                  <a:gd name="connsiteY758" fmla="*/ 310393 h 603999"/>
                  <a:gd name="connsiteX759" fmla="*/ 625403 w 787079"/>
                  <a:gd name="connsiteY759" fmla="*/ 310393 h 603999"/>
                  <a:gd name="connsiteX760" fmla="*/ 630182 w 787079"/>
                  <a:gd name="connsiteY760" fmla="*/ 307769 h 603999"/>
                  <a:gd name="connsiteX761" fmla="*/ 628432 w 787079"/>
                  <a:gd name="connsiteY761" fmla="*/ 299931 h 603999"/>
                  <a:gd name="connsiteX762" fmla="*/ 626682 w 787079"/>
                  <a:gd name="connsiteY762" fmla="*/ 297744 h 603999"/>
                  <a:gd name="connsiteX763" fmla="*/ 621903 w 787079"/>
                  <a:gd name="connsiteY763" fmla="*/ 292093 h 603999"/>
                  <a:gd name="connsiteX764" fmla="*/ 617562 w 787079"/>
                  <a:gd name="connsiteY764" fmla="*/ 288628 h 603999"/>
                  <a:gd name="connsiteX765" fmla="*/ 617562 w 787079"/>
                  <a:gd name="connsiteY765" fmla="*/ 284288 h 603999"/>
                  <a:gd name="connsiteX766" fmla="*/ 621466 w 787079"/>
                  <a:gd name="connsiteY766" fmla="*/ 282977 h 603999"/>
                  <a:gd name="connsiteX767" fmla="*/ 628869 w 787079"/>
                  <a:gd name="connsiteY767" fmla="*/ 284726 h 603999"/>
                  <a:gd name="connsiteX768" fmla="*/ 631057 w 787079"/>
                  <a:gd name="connsiteY768" fmla="*/ 282539 h 603999"/>
                  <a:gd name="connsiteX769" fmla="*/ 633649 w 787079"/>
                  <a:gd name="connsiteY769" fmla="*/ 277762 h 603999"/>
                  <a:gd name="connsiteX770" fmla="*/ 636711 w 787079"/>
                  <a:gd name="connsiteY770" fmla="*/ 278200 h 603999"/>
                  <a:gd name="connsiteX771" fmla="*/ 636711 w 787079"/>
                  <a:gd name="connsiteY771" fmla="*/ 281665 h 603999"/>
                  <a:gd name="connsiteX772" fmla="*/ 636711 w 787079"/>
                  <a:gd name="connsiteY772" fmla="*/ 287316 h 603999"/>
                  <a:gd name="connsiteX773" fmla="*/ 643240 w 787079"/>
                  <a:gd name="connsiteY773" fmla="*/ 293842 h 603999"/>
                  <a:gd name="connsiteX774" fmla="*/ 650610 w 787079"/>
                  <a:gd name="connsiteY774" fmla="*/ 299931 h 603999"/>
                  <a:gd name="connsiteX775" fmla="*/ 659327 w 787079"/>
                  <a:gd name="connsiteY775" fmla="*/ 294280 h 603999"/>
                  <a:gd name="connsiteX776" fmla="*/ 665418 w 787079"/>
                  <a:gd name="connsiteY776" fmla="*/ 289940 h 603999"/>
                  <a:gd name="connsiteX777" fmla="*/ 671072 w 787079"/>
                  <a:gd name="connsiteY777" fmla="*/ 286038 h 603999"/>
                  <a:gd name="connsiteX778" fmla="*/ 673260 w 787079"/>
                  <a:gd name="connsiteY778" fmla="*/ 283447 h 603999"/>
                  <a:gd name="connsiteX779" fmla="*/ 673260 w 787079"/>
                  <a:gd name="connsiteY779" fmla="*/ 279983 h 603999"/>
                  <a:gd name="connsiteX780" fmla="*/ 673260 w 787079"/>
                  <a:gd name="connsiteY780" fmla="*/ 274399 h 603999"/>
                  <a:gd name="connsiteX781" fmla="*/ 678476 w 787079"/>
                  <a:gd name="connsiteY781" fmla="*/ 276585 h 603999"/>
                  <a:gd name="connsiteX782" fmla="*/ 678476 w 787079"/>
                  <a:gd name="connsiteY782" fmla="*/ 282674 h 603999"/>
                  <a:gd name="connsiteX783" fmla="*/ 683491 w 787079"/>
                  <a:gd name="connsiteY783" fmla="*/ 286139 h 603999"/>
                  <a:gd name="connsiteX784" fmla="*/ 688943 w 787079"/>
                  <a:gd name="connsiteY784" fmla="*/ 282674 h 603999"/>
                  <a:gd name="connsiteX785" fmla="*/ 694159 w 787079"/>
                  <a:gd name="connsiteY785" fmla="*/ 276148 h 603999"/>
                  <a:gd name="connsiteX786" fmla="*/ 698501 w 787079"/>
                  <a:gd name="connsiteY786" fmla="*/ 270496 h 603999"/>
                  <a:gd name="connsiteX787" fmla="*/ 700251 w 787079"/>
                  <a:gd name="connsiteY787" fmla="*/ 270496 h 603999"/>
                  <a:gd name="connsiteX788" fmla="*/ 710684 w 787079"/>
                  <a:gd name="connsiteY788" fmla="*/ 268747 h 603999"/>
                  <a:gd name="connsiteX789" fmla="*/ 720242 w 787079"/>
                  <a:gd name="connsiteY789" fmla="*/ 268747 h 603999"/>
                  <a:gd name="connsiteX790" fmla="*/ 727208 w 787079"/>
                  <a:gd name="connsiteY790" fmla="*/ 262658 h 603999"/>
                  <a:gd name="connsiteX791" fmla="*/ 727208 w 787079"/>
                  <a:gd name="connsiteY791" fmla="*/ 257444 h 603999"/>
                  <a:gd name="connsiteX792" fmla="*/ 727208 w 787079"/>
                  <a:gd name="connsiteY792" fmla="*/ 246578 h 603999"/>
                  <a:gd name="connsiteX793" fmla="*/ 733300 w 787079"/>
                  <a:gd name="connsiteY793" fmla="*/ 240927 h 603999"/>
                  <a:gd name="connsiteX794" fmla="*/ 744170 w 787079"/>
                  <a:gd name="connsiteY794" fmla="*/ 240927 h 603999"/>
                  <a:gd name="connsiteX795" fmla="*/ 751574 w 787079"/>
                  <a:gd name="connsiteY795" fmla="*/ 237900 h 603999"/>
                  <a:gd name="connsiteX796" fmla="*/ 748949 w 787079"/>
                  <a:gd name="connsiteY796" fmla="*/ 232248 h 603999"/>
                  <a:gd name="connsiteX797" fmla="*/ 745920 w 787079"/>
                  <a:gd name="connsiteY797" fmla="*/ 232248 h 603999"/>
                  <a:gd name="connsiteX798" fmla="*/ 745483 w 787079"/>
                  <a:gd name="connsiteY798" fmla="*/ 225722 h 603999"/>
                  <a:gd name="connsiteX799" fmla="*/ 740704 w 787079"/>
                  <a:gd name="connsiteY799" fmla="*/ 222257 h 603999"/>
                  <a:gd name="connsiteX800" fmla="*/ 748545 w 787079"/>
                  <a:gd name="connsiteY800" fmla="*/ 217480 h 603999"/>
                  <a:gd name="connsiteX801" fmla="*/ 750699 w 787079"/>
                  <a:gd name="connsiteY801" fmla="*/ 225318 h 603999"/>
                  <a:gd name="connsiteX802" fmla="*/ 756791 w 787079"/>
                  <a:gd name="connsiteY802" fmla="*/ 225318 h 603999"/>
                  <a:gd name="connsiteX803" fmla="*/ 756791 w 787079"/>
                  <a:gd name="connsiteY803" fmla="*/ 218355 h 603999"/>
                  <a:gd name="connsiteX804" fmla="*/ 764598 w 787079"/>
                  <a:gd name="connsiteY804" fmla="*/ 218355 h 603999"/>
                  <a:gd name="connsiteX805" fmla="*/ 767190 w 787079"/>
                  <a:gd name="connsiteY805" fmla="*/ 212266 h 603999"/>
                  <a:gd name="connsiteX806" fmla="*/ 767190 w 787079"/>
                  <a:gd name="connsiteY806" fmla="*/ 205303 h 603999"/>
                  <a:gd name="connsiteX807" fmla="*/ 767190 w 787079"/>
                  <a:gd name="connsiteY807" fmla="*/ 200963 h 603999"/>
                  <a:gd name="connsiteX808" fmla="*/ 769815 w 787079"/>
                  <a:gd name="connsiteY808" fmla="*/ 195749 h 603999"/>
                  <a:gd name="connsiteX809" fmla="*/ 776781 w 787079"/>
                  <a:gd name="connsiteY809" fmla="*/ 195749 h 603999"/>
                  <a:gd name="connsiteX810" fmla="*/ 784623 w 787079"/>
                  <a:gd name="connsiteY810" fmla="*/ 195749 h 603999"/>
                  <a:gd name="connsiteX811" fmla="*/ 784623 w 787079"/>
                  <a:gd name="connsiteY811" fmla="*/ 193159 h 603999"/>
                  <a:gd name="connsiteX812" fmla="*/ 787080 w 787079"/>
                  <a:gd name="connsiteY812" fmla="*/ 188987 h 603999"/>
                  <a:gd name="connsiteX813" fmla="*/ 780147 w 787079"/>
                  <a:gd name="connsiteY813" fmla="*/ 183168 h 60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Lst>
                <a:rect l="l" t="t" r="r" b="b"/>
                <a:pathLst>
                  <a:path w="787079" h="603999">
                    <a:moveTo>
                      <a:pt x="780147" y="183168"/>
                    </a:moveTo>
                    <a:lnTo>
                      <a:pt x="776007" y="177954"/>
                    </a:lnTo>
                    <a:cubicBezTo>
                      <a:pt x="776007" y="177954"/>
                      <a:pt x="773416" y="170990"/>
                      <a:pt x="773416" y="170116"/>
                    </a:cubicBezTo>
                    <a:cubicBezTo>
                      <a:pt x="773416" y="169241"/>
                      <a:pt x="771901" y="162513"/>
                      <a:pt x="771901" y="162513"/>
                    </a:cubicBezTo>
                    <a:lnTo>
                      <a:pt x="769276" y="156222"/>
                    </a:lnTo>
                    <a:cubicBezTo>
                      <a:pt x="769276" y="156222"/>
                      <a:pt x="770252" y="152085"/>
                      <a:pt x="769613" y="151210"/>
                    </a:cubicBezTo>
                    <a:cubicBezTo>
                      <a:pt x="768974" y="150336"/>
                      <a:pt x="766685" y="143170"/>
                      <a:pt x="766685" y="143170"/>
                    </a:cubicBezTo>
                    <a:lnTo>
                      <a:pt x="766685" y="137519"/>
                    </a:lnTo>
                    <a:lnTo>
                      <a:pt x="766685" y="132305"/>
                    </a:lnTo>
                    <a:lnTo>
                      <a:pt x="764935" y="124467"/>
                    </a:lnTo>
                    <a:cubicBezTo>
                      <a:pt x="764935" y="124467"/>
                      <a:pt x="761233" y="120329"/>
                      <a:pt x="761031" y="119690"/>
                    </a:cubicBezTo>
                    <a:cubicBezTo>
                      <a:pt x="760795" y="119051"/>
                      <a:pt x="759079" y="117301"/>
                      <a:pt x="759079" y="115989"/>
                    </a:cubicBezTo>
                    <a:cubicBezTo>
                      <a:pt x="759079" y="114678"/>
                      <a:pt x="755175" y="107748"/>
                      <a:pt x="755175" y="107748"/>
                    </a:cubicBezTo>
                    <a:lnTo>
                      <a:pt x="749319" y="99069"/>
                    </a:lnTo>
                    <a:lnTo>
                      <a:pt x="742353" y="93855"/>
                    </a:lnTo>
                    <a:lnTo>
                      <a:pt x="742353" y="85377"/>
                    </a:lnTo>
                    <a:lnTo>
                      <a:pt x="747569" y="80163"/>
                    </a:lnTo>
                    <a:lnTo>
                      <a:pt x="747569" y="74949"/>
                    </a:lnTo>
                    <a:lnTo>
                      <a:pt x="747132" y="72123"/>
                    </a:lnTo>
                    <a:lnTo>
                      <a:pt x="742353" y="69735"/>
                    </a:lnTo>
                    <a:lnTo>
                      <a:pt x="739088" y="73637"/>
                    </a:lnTo>
                    <a:lnTo>
                      <a:pt x="733434" y="77977"/>
                    </a:lnTo>
                    <a:lnTo>
                      <a:pt x="728420" y="82316"/>
                    </a:lnTo>
                    <a:lnTo>
                      <a:pt x="722126" y="85344"/>
                    </a:lnTo>
                    <a:cubicBezTo>
                      <a:pt x="722126" y="85344"/>
                      <a:pt x="719098" y="82720"/>
                      <a:pt x="718424" y="82316"/>
                    </a:cubicBezTo>
                    <a:cubicBezTo>
                      <a:pt x="717785" y="81879"/>
                      <a:pt x="712131" y="77539"/>
                      <a:pt x="712131" y="77539"/>
                    </a:cubicBezTo>
                    <a:cubicBezTo>
                      <a:pt x="712131" y="77539"/>
                      <a:pt x="709742" y="72123"/>
                      <a:pt x="708866" y="72123"/>
                    </a:cubicBezTo>
                    <a:cubicBezTo>
                      <a:pt x="707991" y="72123"/>
                      <a:pt x="704525" y="67347"/>
                      <a:pt x="704525" y="67347"/>
                    </a:cubicBezTo>
                    <a:cubicBezTo>
                      <a:pt x="704525" y="67347"/>
                      <a:pt x="705165" y="64521"/>
                      <a:pt x="704525" y="63882"/>
                    </a:cubicBezTo>
                    <a:cubicBezTo>
                      <a:pt x="703886" y="63242"/>
                      <a:pt x="696280" y="61695"/>
                      <a:pt x="696280" y="61695"/>
                    </a:cubicBezTo>
                    <a:lnTo>
                      <a:pt x="689111" y="63646"/>
                    </a:lnTo>
                    <a:lnTo>
                      <a:pt x="683222" y="66472"/>
                    </a:lnTo>
                    <a:lnTo>
                      <a:pt x="674943" y="66035"/>
                    </a:lnTo>
                    <a:lnTo>
                      <a:pt x="663870" y="61258"/>
                    </a:lnTo>
                    <a:lnTo>
                      <a:pt x="652125" y="54294"/>
                    </a:lnTo>
                    <a:lnTo>
                      <a:pt x="648288" y="56986"/>
                    </a:lnTo>
                    <a:cubicBezTo>
                      <a:pt x="648288" y="56986"/>
                      <a:pt x="646841" y="59172"/>
                      <a:pt x="646403" y="59307"/>
                    </a:cubicBezTo>
                    <a:cubicBezTo>
                      <a:pt x="645966" y="59441"/>
                      <a:pt x="643206" y="61493"/>
                      <a:pt x="643206" y="61493"/>
                    </a:cubicBezTo>
                    <a:lnTo>
                      <a:pt x="641894" y="63680"/>
                    </a:lnTo>
                    <a:lnTo>
                      <a:pt x="637990" y="66136"/>
                    </a:lnTo>
                    <a:cubicBezTo>
                      <a:pt x="637990" y="66136"/>
                      <a:pt x="635971" y="68759"/>
                      <a:pt x="635668" y="69163"/>
                    </a:cubicBezTo>
                    <a:cubicBezTo>
                      <a:pt x="635365" y="69600"/>
                      <a:pt x="634355" y="73368"/>
                      <a:pt x="634220" y="74512"/>
                    </a:cubicBezTo>
                    <a:cubicBezTo>
                      <a:pt x="634086" y="75656"/>
                      <a:pt x="635803" y="76833"/>
                      <a:pt x="637283" y="78414"/>
                    </a:cubicBezTo>
                    <a:cubicBezTo>
                      <a:pt x="638730" y="79995"/>
                      <a:pt x="639033" y="81038"/>
                      <a:pt x="639033" y="81038"/>
                    </a:cubicBezTo>
                    <a:lnTo>
                      <a:pt x="643812" y="86252"/>
                    </a:lnTo>
                    <a:cubicBezTo>
                      <a:pt x="643812" y="86252"/>
                      <a:pt x="644250" y="90592"/>
                      <a:pt x="644250" y="91466"/>
                    </a:cubicBezTo>
                    <a:cubicBezTo>
                      <a:pt x="644250" y="92341"/>
                      <a:pt x="644250" y="93787"/>
                      <a:pt x="643947" y="94494"/>
                    </a:cubicBezTo>
                    <a:cubicBezTo>
                      <a:pt x="643644" y="95234"/>
                      <a:pt x="642365" y="98833"/>
                      <a:pt x="642365" y="98833"/>
                    </a:cubicBezTo>
                    <a:lnTo>
                      <a:pt x="639471" y="100280"/>
                    </a:lnTo>
                    <a:cubicBezTo>
                      <a:pt x="639471" y="100280"/>
                      <a:pt x="636846" y="100414"/>
                      <a:pt x="635701" y="99405"/>
                    </a:cubicBezTo>
                    <a:cubicBezTo>
                      <a:pt x="634557" y="98396"/>
                      <a:pt x="631360" y="97387"/>
                      <a:pt x="630788" y="97387"/>
                    </a:cubicBezTo>
                    <a:cubicBezTo>
                      <a:pt x="630216" y="97387"/>
                      <a:pt x="628028" y="96680"/>
                      <a:pt x="627456" y="96378"/>
                    </a:cubicBezTo>
                    <a:cubicBezTo>
                      <a:pt x="626884" y="96075"/>
                      <a:pt x="623821" y="94191"/>
                      <a:pt x="623821" y="94191"/>
                    </a:cubicBezTo>
                    <a:cubicBezTo>
                      <a:pt x="623821" y="94191"/>
                      <a:pt x="621196" y="92173"/>
                      <a:pt x="620927" y="91433"/>
                    </a:cubicBezTo>
                    <a:cubicBezTo>
                      <a:pt x="620624" y="90726"/>
                      <a:pt x="614970" y="85041"/>
                      <a:pt x="614970" y="85041"/>
                    </a:cubicBezTo>
                    <a:lnTo>
                      <a:pt x="608879" y="79692"/>
                    </a:lnTo>
                    <a:lnTo>
                      <a:pt x="604100" y="75790"/>
                    </a:lnTo>
                    <a:lnTo>
                      <a:pt x="598883" y="75790"/>
                    </a:lnTo>
                    <a:lnTo>
                      <a:pt x="597571" y="76867"/>
                    </a:lnTo>
                    <a:lnTo>
                      <a:pt x="591479" y="79558"/>
                    </a:lnTo>
                    <a:cubicBezTo>
                      <a:pt x="591479" y="79558"/>
                      <a:pt x="590167" y="81744"/>
                      <a:pt x="589157" y="81879"/>
                    </a:cubicBezTo>
                    <a:cubicBezTo>
                      <a:pt x="588148" y="82013"/>
                      <a:pt x="585825" y="83763"/>
                      <a:pt x="584681" y="83897"/>
                    </a:cubicBezTo>
                    <a:cubicBezTo>
                      <a:pt x="583537" y="84032"/>
                      <a:pt x="583368" y="84335"/>
                      <a:pt x="581181" y="84032"/>
                    </a:cubicBezTo>
                    <a:cubicBezTo>
                      <a:pt x="579027" y="83729"/>
                      <a:pt x="578724" y="83897"/>
                      <a:pt x="577411" y="83897"/>
                    </a:cubicBezTo>
                    <a:cubicBezTo>
                      <a:pt x="576099" y="83897"/>
                      <a:pt x="573642" y="84200"/>
                      <a:pt x="572330" y="84200"/>
                    </a:cubicBezTo>
                    <a:cubicBezTo>
                      <a:pt x="571017" y="84200"/>
                      <a:pt x="570748" y="84503"/>
                      <a:pt x="570142" y="84503"/>
                    </a:cubicBezTo>
                    <a:cubicBezTo>
                      <a:pt x="569570" y="84503"/>
                      <a:pt x="567382" y="85680"/>
                      <a:pt x="566104" y="85680"/>
                    </a:cubicBezTo>
                    <a:cubicBezTo>
                      <a:pt x="564791" y="85680"/>
                      <a:pt x="564084" y="88001"/>
                      <a:pt x="564084" y="88001"/>
                    </a:cubicBezTo>
                    <a:lnTo>
                      <a:pt x="561628" y="88001"/>
                    </a:lnTo>
                    <a:lnTo>
                      <a:pt x="556983" y="88741"/>
                    </a:lnTo>
                    <a:lnTo>
                      <a:pt x="554224" y="91063"/>
                    </a:lnTo>
                    <a:lnTo>
                      <a:pt x="552777" y="92375"/>
                    </a:lnTo>
                    <a:lnTo>
                      <a:pt x="552777" y="95267"/>
                    </a:lnTo>
                    <a:lnTo>
                      <a:pt x="552272" y="98160"/>
                    </a:lnTo>
                    <a:lnTo>
                      <a:pt x="549882" y="100616"/>
                    </a:lnTo>
                    <a:lnTo>
                      <a:pt x="545675" y="100751"/>
                    </a:lnTo>
                    <a:cubicBezTo>
                      <a:pt x="545675" y="100751"/>
                      <a:pt x="545675" y="100751"/>
                      <a:pt x="543656" y="99439"/>
                    </a:cubicBezTo>
                    <a:cubicBezTo>
                      <a:pt x="541637" y="98127"/>
                      <a:pt x="540627" y="98867"/>
                      <a:pt x="539752" y="98732"/>
                    </a:cubicBezTo>
                    <a:cubicBezTo>
                      <a:pt x="538877" y="98598"/>
                      <a:pt x="537733" y="99170"/>
                      <a:pt x="537733" y="99170"/>
                    </a:cubicBezTo>
                    <a:lnTo>
                      <a:pt x="536151" y="100482"/>
                    </a:lnTo>
                    <a:lnTo>
                      <a:pt x="533391" y="102500"/>
                    </a:lnTo>
                    <a:lnTo>
                      <a:pt x="530362" y="102365"/>
                    </a:lnTo>
                    <a:lnTo>
                      <a:pt x="526459" y="101356"/>
                    </a:lnTo>
                    <a:cubicBezTo>
                      <a:pt x="526459" y="101356"/>
                      <a:pt x="524574" y="103543"/>
                      <a:pt x="524002" y="103543"/>
                    </a:cubicBezTo>
                    <a:cubicBezTo>
                      <a:pt x="523430" y="103543"/>
                      <a:pt x="521680" y="104855"/>
                      <a:pt x="521680" y="104855"/>
                    </a:cubicBezTo>
                    <a:cubicBezTo>
                      <a:pt x="521680" y="104855"/>
                      <a:pt x="519088" y="105864"/>
                      <a:pt x="518348" y="106167"/>
                    </a:cubicBezTo>
                    <a:cubicBezTo>
                      <a:pt x="517608" y="106470"/>
                      <a:pt x="510237" y="107041"/>
                      <a:pt x="510237" y="107041"/>
                    </a:cubicBezTo>
                    <a:cubicBezTo>
                      <a:pt x="510237" y="107041"/>
                      <a:pt x="506030" y="107613"/>
                      <a:pt x="504886" y="107916"/>
                    </a:cubicBezTo>
                    <a:cubicBezTo>
                      <a:pt x="503708" y="108219"/>
                      <a:pt x="499535" y="108219"/>
                      <a:pt x="499535" y="108219"/>
                    </a:cubicBezTo>
                    <a:lnTo>
                      <a:pt x="492299" y="104148"/>
                    </a:lnTo>
                    <a:lnTo>
                      <a:pt x="489405" y="103005"/>
                    </a:lnTo>
                    <a:lnTo>
                      <a:pt x="487655" y="101995"/>
                    </a:lnTo>
                    <a:cubicBezTo>
                      <a:pt x="487655" y="101995"/>
                      <a:pt x="482304" y="99102"/>
                      <a:pt x="481866" y="98968"/>
                    </a:cubicBezTo>
                    <a:cubicBezTo>
                      <a:pt x="481429" y="98833"/>
                      <a:pt x="478400" y="97084"/>
                      <a:pt x="477962" y="96949"/>
                    </a:cubicBezTo>
                    <a:cubicBezTo>
                      <a:pt x="477525" y="96815"/>
                      <a:pt x="476246" y="93888"/>
                      <a:pt x="476246" y="93316"/>
                    </a:cubicBezTo>
                    <a:cubicBezTo>
                      <a:pt x="476246" y="92744"/>
                      <a:pt x="478703" y="90995"/>
                      <a:pt x="478837" y="90423"/>
                    </a:cubicBezTo>
                    <a:cubicBezTo>
                      <a:pt x="478972" y="89852"/>
                      <a:pt x="482035" y="89549"/>
                      <a:pt x="482169" y="89111"/>
                    </a:cubicBezTo>
                    <a:cubicBezTo>
                      <a:pt x="482304" y="88674"/>
                      <a:pt x="486241" y="87665"/>
                      <a:pt x="486241" y="87665"/>
                    </a:cubicBezTo>
                    <a:lnTo>
                      <a:pt x="489708" y="84469"/>
                    </a:lnTo>
                    <a:lnTo>
                      <a:pt x="491727" y="81879"/>
                    </a:lnTo>
                    <a:lnTo>
                      <a:pt x="495631" y="77371"/>
                    </a:lnTo>
                    <a:cubicBezTo>
                      <a:pt x="495631" y="77371"/>
                      <a:pt x="498391" y="68961"/>
                      <a:pt x="498088" y="68524"/>
                    </a:cubicBezTo>
                    <a:cubicBezTo>
                      <a:pt x="497785" y="68087"/>
                      <a:pt x="497953" y="66943"/>
                      <a:pt x="497953" y="66943"/>
                    </a:cubicBezTo>
                    <a:cubicBezTo>
                      <a:pt x="497953" y="66943"/>
                      <a:pt x="498088" y="64319"/>
                      <a:pt x="498391" y="63613"/>
                    </a:cubicBezTo>
                    <a:cubicBezTo>
                      <a:pt x="498694" y="62872"/>
                      <a:pt x="499266" y="60282"/>
                      <a:pt x="499266" y="60282"/>
                    </a:cubicBezTo>
                    <a:cubicBezTo>
                      <a:pt x="499266" y="60282"/>
                      <a:pt x="502901" y="58398"/>
                      <a:pt x="503910" y="56515"/>
                    </a:cubicBezTo>
                    <a:cubicBezTo>
                      <a:pt x="504920" y="54631"/>
                      <a:pt x="506064" y="54496"/>
                      <a:pt x="506064" y="53924"/>
                    </a:cubicBezTo>
                    <a:cubicBezTo>
                      <a:pt x="506064" y="53352"/>
                      <a:pt x="509530" y="50459"/>
                      <a:pt x="509968" y="49854"/>
                    </a:cubicBezTo>
                    <a:cubicBezTo>
                      <a:pt x="510406" y="49282"/>
                      <a:pt x="513030" y="47667"/>
                      <a:pt x="513434" y="47398"/>
                    </a:cubicBezTo>
                    <a:cubicBezTo>
                      <a:pt x="513872" y="47095"/>
                      <a:pt x="515184" y="46961"/>
                      <a:pt x="515184" y="46961"/>
                    </a:cubicBezTo>
                    <a:cubicBezTo>
                      <a:pt x="515184" y="46961"/>
                      <a:pt x="521982" y="44371"/>
                      <a:pt x="522588" y="44068"/>
                    </a:cubicBezTo>
                    <a:cubicBezTo>
                      <a:pt x="523160" y="43765"/>
                      <a:pt x="524204" y="42319"/>
                      <a:pt x="524204" y="42319"/>
                    </a:cubicBezTo>
                    <a:cubicBezTo>
                      <a:pt x="524204" y="42319"/>
                      <a:pt x="528108" y="40300"/>
                      <a:pt x="528545" y="39863"/>
                    </a:cubicBezTo>
                    <a:cubicBezTo>
                      <a:pt x="528983" y="39426"/>
                      <a:pt x="529420" y="38551"/>
                      <a:pt x="529420" y="38551"/>
                    </a:cubicBezTo>
                    <a:cubicBezTo>
                      <a:pt x="529420" y="38551"/>
                      <a:pt x="528983" y="36533"/>
                      <a:pt x="528848" y="35793"/>
                    </a:cubicBezTo>
                    <a:cubicBezTo>
                      <a:pt x="528713" y="35052"/>
                      <a:pt x="528142" y="34211"/>
                      <a:pt x="527536" y="32765"/>
                    </a:cubicBezTo>
                    <a:cubicBezTo>
                      <a:pt x="526963" y="31318"/>
                      <a:pt x="527098" y="30444"/>
                      <a:pt x="527098" y="30444"/>
                    </a:cubicBezTo>
                    <a:cubicBezTo>
                      <a:pt x="527098" y="30444"/>
                      <a:pt x="527805" y="28695"/>
                      <a:pt x="527805" y="28257"/>
                    </a:cubicBezTo>
                    <a:cubicBezTo>
                      <a:pt x="527805" y="27820"/>
                      <a:pt x="527233" y="24355"/>
                      <a:pt x="527233" y="24355"/>
                    </a:cubicBezTo>
                    <a:cubicBezTo>
                      <a:pt x="527233" y="24355"/>
                      <a:pt x="525213" y="21462"/>
                      <a:pt x="524910" y="20722"/>
                    </a:cubicBezTo>
                    <a:cubicBezTo>
                      <a:pt x="524608" y="20016"/>
                      <a:pt x="523329" y="18704"/>
                      <a:pt x="522891" y="17964"/>
                    </a:cubicBezTo>
                    <a:cubicBezTo>
                      <a:pt x="522454" y="17257"/>
                      <a:pt x="520132" y="15643"/>
                      <a:pt x="520132" y="15643"/>
                    </a:cubicBezTo>
                    <a:lnTo>
                      <a:pt x="516228" y="11572"/>
                    </a:lnTo>
                    <a:lnTo>
                      <a:pt x="512761" y="9991"/>
                    </a:lnTo>
                    <a:cubicBezTo>
                      <a:pt x="512761" y="9991"/>
                      <a:pt x="508992" y="6223"/>
                      <a:pt x="508554" y="6223"/>
                    </a:cubicBezTo>
                    <a:cubicBezTo>
                      <a:pt x="508117" y="6223"/>
                      <a:pt x="506973" y="6795"/>
                      <a:pt x="506973" y="6795"/>
                    </a:cubicBezTo>
                    <a:cubicBezTo>
                      <a:pt x="506973" y="6795"/>
                      <a:pt x="504953" y="8376"/>
                      <a:pt x="504516" y="8376"/>
                    </a:cubicBezTo>
                    <a:cubicBezTo>
                      <a:pt x="504078" y="8376"/>
                      <a:pt x="502328" y="11404"/>
                      <a:pt x="501756" y="11572"/>
                    </a:cubicBezTo>
                    <a:cubicBezTo>
                      <a:pt x="501184" y="11707"/>
                      <a:pt x="497415" y="14331"/>
                      <a:pt x="496977" y="14465"/>
                    </a:cubicBezTo>
                    <a:cubicBezTo>
                      <a:pt x="496540" y="14600"/>
                      <a:pt x="493646" y="17661"/>
                      <a:pt x="492905" y="17930"/>
                    </a:cubicBezTo>
                    <a:cubicBezTo>
                      <a:pt x="492165" y="18233"/>
                      <a:pt x="488698" y="19242"/>
                      <a:pt x="488698" y="19242"/>
                    </a:cubicBezTo>
                    <a:lnTo>
                      <a:pt x="486679" y="18098"/>
                    </a:lnTo>
                    <a:cubicBezTo>
                      <a:pt x="486679" y="18098"/>
                      <a:pt x="481328" y="13321"/>
                      <a:pt x="480890" y="12884"/>
                    </a:cubicBezTo>
                    <a:cubicBezTo>
                      <a:pt x="480453" y="12447"/>
                      <a:pt x="477828" y="11707"/>
                      <a:pt x="477255" y="11707"/>
                    </a:cubicBezTo>
                    <a:cubicBezTo>
                      <a:pt x="476684" y="11707"/>
                      <a:pt x="474361" y="13725"/>
                      <a:pt x="474361" y="13725"/>
                    </a:cubicBezTo>
                    <a:cubicBezTo>
                      <a:pt x="474361" y="13725"/>
                      <a:pt x="471736" y="16921"/>
                      <a:pt x="471164" y="17055"/>
                    </a:cubicBezTo>
                    <a:cubicBezTo>
                      <a:pt x="470592" y="17190"/>
                      <a:pt x="465948" y="23279"/>
                      <a:pt x="465948" y="23279"/>
                    </a:cubicBezTo>
                    <a:lnTo>
                      <a:pt x="460731" y="23144"/>
                    </a:lnTo>
                    <a:lnTo>
                      <a:pt x="458712" y="19074"/>
                    </a:lnTo>
                    <a:lnTo>
                      <a:pt x="459722" y="18199"/>
                    </a:lnTo>
                    <a:lnTo>
                      <a:pt x="458275" y="11101"/>
                    </a:lnTo>
                    <a:lnTo>
                      <a:pt x="451611" y="6627"/>
                    </a:lnTo>
                    <a:lnTo>
                      <a:pt x="446697" y="6324"/>
                    </a:lnTo>
                    <a:cubicBezTo>
                      <a:pt x="446697" y="6324"/>
                      <a:pt x="445116" y="8645"/>
                      <a:pt x="444375" y="9217"/>
                    </a:cubicBezTo>
                    <a:cubicBezTo>
                      <a:pt x="443668" y="9789"/>
                      <a:pt x="442793" y="10967"/>
                      <a:pt x="442793" y="10967"/>
                    </a:cubicBezTo>
                    <a:cubicBezTo>
                      <a:pt x="442793" y="10967"/>
                      <a:pt x="439899" y="12716"/>
                      <a:pt x="439461" y="12850"/>
                    </a:cubicBezTo>
                    <a:cubicBezTo>
                      <a:pt x="439024" y="12985"/>
                      <a:pt x="437139" y="15172"/>
                      <a:pt x="435692" y="15441"/>
                    </a:cubicBezTo>
                    <a:cubicBezTo>
                      <a:pt x="434245" y="15743"/>
                      <a:pt x="433808" y="16752"/>
                      <a:pt x="433808" y="16752"/>
                    </a:cubicBezTo>
                    <a:cubicBezTo>
                      <a:pt x="433808" y="16752"/>
                      <a:pt x="427009" y="16752"/>
                      <a:pt x="426437" y="16752"/>
                    </a:cubicBezTo>
                    <a:cubicBezTo>
                      <a:pt x="425865" y="16752"/>
                      <a:pt x="422365" y="17762"/>
                      <a:pt x="422365" y="17762"/>
                    </a:cubicBezTo>
                    <a:lnTo>
                      <a:pt x="417283" y="19343"/>
                    </a:lnTo>
                    <a:lnTo>
                      <a:pt x="409879" y="18031"/>
                    </a:lnTo>
                    <a:cubicBezTo>
                      <a:pt x="409879" y="18031"/>
                      <a:pt x="404225" y="17896"/>
                      <a:pt x="403081" y="17593"/>
                    </a:cubicBezTo>
                    <a:cubicBezTo>
                      <a:pt x="401937" y="17291"/>
                      <a:pt x="398437" y="17156"/>
                      <a:pt x="397999" y="17156"/>
                    </a:cubicBezTo>
                    <a:cubicBezTo>
                      <a:pt x="397562" y="17156"/>
                      <a:pt x="392042" y="14566"/>
                      <a:pt x="392042" y="14566"/>
                    </a:cubicBezTo>
                    <a:cubicBezTo>
                      <a:pt x="392042" y="14566"/>
                      <a:pt x="388576" y="11370"/>
                      <a:pt x="388273" y="10933"/>
                    </a:cubicBezTo>
                    <a:cubicBezTo>
                      <a:pt x="387970" y="10496"/>
                      <a:pt x="386388" y="7603"/>
                      <a:pt x="386388" y="7165"/>
                    </a:cubicBezTo>
                    <a:cubicBezTo>
                      <a:pt x="386388" y="6728"/>
                      <a:pt x="384201" y="3263"/>
                      <a:pt x="383931" y="2826"/>
                    </a:cubicBezTo>
                    <a:cubicBezTo>
                      <a:pt x="383662" y="2388"/>
                      <a:pt x="381172" y="0"/>
                      <a:pt x="381172" y="0"/>
                    </a:cubicBezTo>
                    <a:cubicBezTo>
                      <a:pt x="381172" y="0"/>
                      <a:pt x="379287" y="202"/>
                      <a:pt x="377268" y="67"/>
                    </a:cubicBezTo>
                    <a:cubicBezTo>
                      <a:pt x="375249" y="-67"/>
                      <a:pt x="371614" y="67"/>
                      <a:pt x="371042" y="67"/>
                    </a:cubicBezTo>
                    <a:cubicBezTo>
                      <a:pt x="370469" y="67"/>
                      <a:pt x="368450" y="2388"/>
                      <a:pt x="368450" y="2388"/>
                    </a:cubicBezTo>
                    <a:cubicBezTo>
                      <a:pt x="368450" y="2388"/>
                      <a:pt x="365825" y="8477"/>
                      <a:pt x="365825" y="9049"/>
                    </a:cubicBezTo>
                    <a:cubicBezTo>
                      <a:pt x="365825" y="9621"/>
                      <a:pt x="364378" y="12817"/>
                      <a:pt x="364378" y="12817"/>
                    </a:cubicBezTo>
                    <a:lnTo>
                      <a:pt x="359162" y="18031"/>
                    </a:lnTo>
                    <a:lnTo>
                      <a:pt x="355695" y="19343"/>
                    </a:lnTo>
                    <a:cubicBezTo>
                      <a:pt x="355695" y="19343"/>
                      <a:pt x="354551" y="19915"/>
                      <a:pt x="354113" y="20083"/>
                    </a:cubicBezTo>
                    <a:cubicBezTo>
                      <a:pt x="353676" y="20217"/>
                      <a:pt x="351354" y="21832"/>
                      <a:pt x="351354" y="21832"/>
                    </a:cubicBezTo>
                    <a:cubicBezTo>
                      <a:pt x="351354" y="21832"/>
                      <a:pt x="348022" y="23716"/>
                      <a:pt x="347585" y="23851"/>
                    </a:cubicBezTo>
                    <a:cubicBezTo>
                      <a:pt x="347147" y="23985"/>
                      <a:pt x="345565" y="23851"/>
                      <a:pt x="344690" y="23851"/>
                    </a:cubicBezTo>
                    <a:cubicBezTo>
                      <a:pt x="343815" y="23851"/>
                      <a:pt x="342503" y="24725"/>
                      <a:pt x="342065" y="25162"/>
                    </a:cubicBezTo>
                    <a:cubicBezTo>
                      <a:pt x="341628" y="25600"/>
                      <a:pt x="339743" y="26609"/>
                      <a:pt x="339743" y="26609"/>
                    </a:cubicBezTo>
                    <a:lnTo>
                      <a:pt x="340618" y="29805"/>
                    </a:lnTo>
                    <a:lnTo>
                      <a:pt x="342065" y="31251"/>
                    </a:lnTo>
                    <a:cubicBezTo>
                      <a:pt x="342065" y="31251"/>
                      <a:pt x="349032" y="35019"/>
                      <a:pt x="350041" y="35153"/>
                    </a:cubicBezTo>
                    <a:cubicBezTo>
                      <a:pt x="351051" y="35288"/>
                      <a:pt x="351791" y="37340"/>
                      <a:pt x="351791" y="37340"/>
                    </a:cubicBezTo>
                    <a:lnTo>
                      <a:pt x="350647" y="39089"/>
                    </a:lnTo>
                    <a:lnTo>
                      <a:pt x="348762" y="41276"/>
                    </a:lnTo>
                    <a:lnTo>
                      <a:pt x="346878" y="42453"/>
                    </a:lnTo>
                    <a:lnTo>
                      <a:pt x="347753" y="45481"/>
                    </a:lnTo>
                    <a:lnTo>
                      <a:pt x="348325" y="46927"/>
                    </a:lnTo>
                    <a:lnTo>
                      <a:pt x="350344" y="50258"/>
                    </a:lnTo>
                    <a:lnTo>
                      <a:pt x="349604" y="53016"/>
                    </a:lnTo>
                    <a:cubicBezTo>
                      <a:pt x="349604" y="53016"/>
                      <a:pt x="349166" y="54765"/>
                      <a:pt x="349166" y="55203"/>
                    </a:cubicBezTo>
                    <a:cubicBezTo>
                      <a:pt x="349166" y="55640"/>
                      <a:pt x="349604" y="57793"/>
                      <a:pt x="349604" y="57793"/>
                    </a:cubicBezTo>
                    <a:cubicBezTo>
                      <a:pt x="349604" y="57793"/>
                      <a:pt x="352363" y="61695"/>
                      <a:pt x="352801" y="61998"/>
                    </a:cubicBezTo>
                    <a:cubicBezTo>
                      <a:pt x="353238" y="62301"/>
                      <a:pt x="352498" y="65194"/>
                      <a:pt x="352498" y="65194"/>
                    </a:cubicBezTo>
                    <a:lnTo>
                      <a:pt x="351185" y="67649"/>
                    </a:lnTo>
                    <a:cubicBezTo>
                      <a:pt x="351185" y="67649"/>
                      <a:pt x="347719" y="68221"/>
                      <a:pt x="347113" y="68221"/>
                    </a:cubicBezTo>
                    <a:cubicBezTo>
                      <a:pt x="346541" y="68221"/>
                      <a:pt x="344084" y="68524"/>
                      <a:pt x="344084" y="68524"/>
                    </a:cubicBezTo>
                    <a:cubicBezTo>
                      <a:pt x="344084" y="68524"/>
                      <a:pt x="341762" y="70273"/>
                      <a:pt x="340618" y="70542"/>
                    </a:cubicBezTo>
                    <a:cubicBezTo>
                      <a:pt x="339474" y="70845"/>
                      <a:pt x="336142" y="71552"/>
                      <a:pt x="336142" y="71552"/>
                    </a:cubicBezTo>
                    <a:lnTo>
                      <a:pt x="330791" y="68928"/>
                    </a:lnTo>
                    <a:lnTo>
                      <a:pt x="326315" y="62536"/>
                    </a:lnTo>
                    <a:lnTo>
                      <a:pt x="322545" y="56750"/>
                    </a:lnTo>
                    <a:lnTo>
                      <a:pt x="317901" y="52108"/>
                    </a:lnTo>
                    <a:lnTo>
                      <a:pt x="311675" y="45885"/>
                    </a:lnTo>
                    <a:lnTo>
                      <a:pt x="304843" y="44573"/>
                    </a:lnTo>
                    <a:lnTo>
                      <a:pt x="300939" y="42823"/>
                    </a:lnTo>
                    <a:lnTo>
                      <a:pt x="295420" y="41242"/>
                    </a:lnTo>
                    <a:lnTo>
                      <a:pt x="293838" y="42823"/>
                    </a:lnTo>
                    <a:cubicBezTo>
                      <a:pt x="293838" y="42823"/>
                      <a:pt x="291381" y="43967"/>
                      <a:pt x="290809" y="44135"/>
                    </a:cubicBezTo>
                    <a:cubicBezTo>
                      <a:pt x="290237" y="44270"/>
                      <a:pt x="285155" y="44135"/>
                      <a:pt x="285155" y="44135"/>
                    </a:cubicBezTo>
                    <a:lnTo>
                      <a:pt x="284280" y="42823"/>
                    </a:lnTo>
                    <a:lnTo>
                      <a:pt x="275597" y="42823"/>
                    </a:lnTo>
                    <a:lnTo>
                      <a:pt x="268227" y="42823"/>
                    </a:lnTo>
                    <a:lnTo>
                      <a:pt x="266342" y="43900"/>
                    </a:lnTo>
                    <a:lnTo>
                      <a:pt x="262270" y="44976"/>
                    </a:lnTo>
                    <a:lnTo>
                      <a:pt x="260688" y="45851"/>
                    </a:lnTo>
                    <a:lnTo>
                      <a:pt x="259982" y="47432"/>
                    </a:lnTo>
                    <a:lnTo>
                      <a:pt x="262136" y="49013"/>
                    </a:lnTo>
                    <a:lnTo>
                      <a:pt x="262573" y="54093"/>
                    </a:lnTo>
                    <a:lnTo>
                      <a:pt x="262573" y="56548"/>
                    </a:lnTo>
                    <a:lnTo>
                      <a:pt x="262573" y="59307"/>
                    </a:lnTo>
                    <a:lnTo>
                      <a:pt x="262573" y="61493"/>
                    </a:lnTo>
                    <a:lnTo>
                      <a:pt x="261866" y="64083"/>
                    </a:lnTo>
                    <a:lnTo>
                      <a:pt x="259982" y="65227"/>
                    </a:lnTo>
                    <a:lnTo>
                      <a:pt x="258972" y="67986"/>
                    </a:lnTo>
                    <a:lnTo>
                      <a:pt x="260116" y="69870"/>
                    </a:lnTo>
                    <a:lnTo>
                      <a:pt x="263886" y="72460"/>
                    </a:lnTo>
                    <a:lnTo>
                      <a:pt x="265333" y="75656"/>
                    </a:lnTo>
                    <a:lnTo>
                      <a:pt x="265198" y="77842"/>
                    </a:lnTo>
                    <a:lnTo>
                      <a:pt x="265064" y="79289"/>
                    </a:lnTo>
                    <a:lnTo>
                      <a:pt x="263919" y="80601"/>
                    </a:lnTo>
                    <a:lnTo>
                      <a:pt x="263482" y="82754"/>
                    </a:lnTo>
                    <a:lnTo>
                      <a:pt x="261159" y="82754"/>
                    </a:lnTo>
                    <a:lnTo>
                      <a:pt x="258400" y="83628"/>
                    </a:lnTo>
                    <a:lnTo>
                      <a:pt x="254496" y="85815"/>
                    </a:lnTo>
                    <a:lnTo>
                      <a:pt x="251467" y="87396"/>
                    </a:lnTo>
                    <a:lnTo>
                      <a:pt x="247832" y="91029"/>
                    </a:lnTo>
                    <a:lnTo>
                      <a:pt x="244635" y="94225"/>
                    </a:lnTo>
                    <a:lnTo>
                      <a:pt x="242751" y="97252"/>
                    </a:lnTo>
                    <a:lnTo>
                      <a:pt x="241606" y="100280"/>
                    </a:lnTo>
                    <a:lnTo>
                      <a:pt x="242178" y="103913"/>
                    </a:lnTo>
                    <a:lnTo>
                      <a:pt x="243491" y="106671"/>
                    </a:lnTo>
                    <a:lnTo>
                      <a:pt x="245376" y="109564"/>
                    </a:lnTo>
                    <a:lnTo>
                      <a:pt x="251164" y="114038"/>
                    </a:lnTo>
                    <a:lnTo>
                      <a:pt x="251736" y="119118"/>
                    </a:lnTo>
                    <a:lnTo>
                      <a:pt x="251433" y="124197"/>
                    </a:lnTo>
                    <a:lnTo>
                      <a:pt x="253621" y="130286"/>
                    </a:lnTo>
                    <a:lnTo>
                      <a:pt x="255506" y="135501"/>
                    </a:lnTo>
                    <a:lnTo>
                      <a:pt x="252611" y="141152"/>
                    </a:lnTo>
                    <a:lnTo>
                      <a:pt x="247092" y="143170"/>
                    </a:lnTo>
                    <a:lnTo>
                      <a:pt x="241303" y="144751"/>
                    </a:lnTo>
                    <a:lnTo>
                      <a:pt x="235649" y="149226"/>
                    </a:lnTo>
                    <a:lnTo>
                      <a:pt x="235212" y="154877"/>
                    </a:lnTo>
                    <a:cubicBezTo>
                      <a:pt x="235212" y="154877"/>
                      <a:pt x="237803" y="162849"/>
                      <a:pt x="237803" y="163421"/>
                    </a:cubicBezTo>
                    <a:cubicBezTo>
                      <a:pt x="237803" y="163993"/>
                      <a:pt x="239116" y="167054"/>
                      <a:pt x="239116" y="167054"/>
                    </a:cubicBezTo>
                    <a:cubicBezTo>
                      <a:pt x="239116" y="167054"/>
                      <a:pt x="243895" y="172841"/>
                      <a:pt x="244770" y="174455"/>
                    </a:cubicBezTo>
                    <a:cubicBezTo>
                      <a:pt x="245645" y="176036"/>
                      <a:pt x="244635" y="178795"/>
                      <a:pt x="244635" y="178795"/>
                    </a:cubicBezTo>
                    <a:cubicBezTo>
                      <a:pt x="244635" y="178795"/>
                      <a:pt x="243626" y="179804"/>
                      <a:pt x="242010" y="180107"/>
                    </a:cubicBezTo>
                    <a:cubicBezTo>
                      <a:pt x="240428" y="180410"/>
                      <a:pt x="236928" y="182428"/>
                      <a:pt x="236221" y="182428"/>
                    </a:cubicBezTo>
                    <a:cubicBezTo>
                      <a:pt x="235481" y="182428"/>
                      <a:pt x="229120" y="187776"/>
                      <a:pt x="229120" y="187776"/>
                    </a:cubicBezTo>
                    <a:lnTo>
                      <a:pt x="226226" y="186464"/>
                    </a:lnTo>
                    <a:cubicBezTo>
                      <a:pt x="226226" y="186464"/>
                      <a:pt x="222322" y="186330"/>
                      <a:pt x="220707" y="186464"/>
                    </a:cubicBezTo>
                    <a:cubicBezTo>
                      <a:pt x="219125" y="186599"/>
                      <a:pt x="213740" y="190938"/>
                      <a:pt x="212899" y="191241"/>
                    </a:cubicBezTo>
                    <a:cubicBezTo>
                      <a:pt x="212024" y="191544"/>
                      <a:pt x="209399" y="198474"/>
                      <a:pt x="209399" y="198474"/>
                    </a:cubicBezTo>
                    <a:lnTo>
                      <a:pt x="216062" y="203823"/>
                    </a:lnTo>
                    <a:lnTo>
                      <a:pt x="217947" y="207590"/>
                    </a:lnTo>
                    <a:cubicBezTo>
                      <a:pt x="217947" y="207590"/>
                      <a:pt x="216365" y="212670"/>
                      <a:pt x="215625" y="212670"/>
                    </a:cubicBezTo>
                    <a:cubicBezTo>
                      <a:pt x="214918" y="212670"/>
                      <a:pt x="213303" y="215428"/>
                      <a:pt x="212159" y="215698"/>
                    </a:cubicBezTo>
                    <a:cubicBezTo>
                      <a:pt x="211014" y="216000"/>
                      <a:pt x="208389" y="216841"/>
                      <a:pt x="208389" y="216841"/>
                    </a:cubicBezTo>
                    <a:lnTo>
                      <a:pt x="204048" y="217547"/>
                    </a:lnTo>
                    <a:cubicBezTo>
                      <a:pt x="204048" y="217547"/>
                      <a:pt x="198831" y="221181"/>
                      <a:pt x="198091" y="221181"/>
                    </a:cubicBezTo>
                    <a:cubicBezTo>
                      <a:pt x="197351" y="221181"/>
                      <a:pt x="194894" y="225823"/>
                      <a:pt x="193749" y="226260"/>
                    </a:cubicBezTo>
                    <a:cubicBezTo>
                      <a:pt x="192571" y="226697"/>
                      <a:pt x="192740" y="227269"/>
                      <a:pt x="192740" y="227269"/>
                    </a:cubicBezTo>
                    <a:lnTo>
                      <a:pt x="187826" y="229591"/>
                    </a:lnTo>
                    <a:lnTo>
                      <a:pt x="187826" y="234367"/>
                    </a:lnTo>
                    <a:lnTo>
                      <a:pt x="187557" y="238438"/>
                    </a:lnTo>
                    <a:cubicBezTo>
                      <a:pt x="187557" y="238438"/>
                      <a:pt x="188432" y="245670"/>
                      <a:pt x="188264" y="246107"/>
                    </a:cubicBezTo>
                    <a:cubicBezTo>
                      <a:pt x="188129" y="246545"/>
                      <a:pt x="187826" y="248429"/>
                      <a:pt x="187254" y="248731"/>
                    </a:cubicBezTo>
                    <a:cubicBezTo>
                      <a:pt x="186682" y="249034"/>
                      <a:pt x="185235" y="251322"/>
                      <a:pt x="184360" y="252364"/>
                    </a:cubicBezTo>
                    <a:cubicBezTo>
                      <a:pt x="183485" y="253374"/>
                      <a:pt x="184360" y="254988"/>
                      <a:pt x="184360" y="255998"/>
                    </a:cubicBezTo>
                    <a:cubicBezTo>
                      <a:pt x="184360" y="257007"/>
                      <a:pt x="186817" y="259328"/>
                      <a:pt x="186817" y="259328"/>
                    </a:cubicBezTo>
                    <a:cubicBezTo>
                      <a:pt x="186817" y="259328"/>
                      <a:pt x="188398" y="261784"/>
                      <a:pt x="188398" y="262221"/>
                    </a:cubicBezTo>
                    <a:cubicBezTo>
                      <a:pt x="188398" y="262658"/>
                      <a:pt x="188836" y="268579"/>
                      <a:pt x="188836" y="269756"/>
                    </a:cubicBezTo>
                    <a:cubicBezTo>
                      <a:pt x="188836" y="270900"/>
                      <a:pt x="190418" y="273827"/>
                      <a:pt x="190418" y="274264"/>
                    </a:cubicBezTo>
                    <a:cubicBezTo>
                      <a:pt x="190418" y="274701"/>
                      <a:pt x="193043" y="278335"/>
                      <a:pt x="193043" y="278335"/>
                    </a:cubicBezTo>
                    <a:lnTo>
                      <a:pt x="192302" y="287013"/>
                    </a:lnTo>
                    <a:lnTo>
                      <a:pt x="185504" y="293539"/>
                    </a:lnTo>
                    <a:lnTo>
                      <a:pt x="184629" y="299056"/>
                    </a:lnTo>
                    <a:lnTo>
                      <a:pt x="182172" y="302252"/>
                    </a:lnTo>
                    <a:lnTo>
                      <a:pt x="179850" y="304573"/>
                    </a:lnTo>
                    <a:lnTo>
                      <a:pt x="175509" y="307903"/>
                    </a:lnTo>
                    <a:lnTo>
                      <a:pt x="175071" y="310090"/>
                    </a:lnTo>
                    <a:lnTo>
                      <a:pt x="172009" y="312849"/>
                    </a:lnTo>
                    <a:cubicBezTo>
                      <a:pt x="172009" y="312849"/>
                      <a:pt x="171133" y="313420"/>
                      <a:pt x="169989" y="314026"/>
                    </a:cubicBezTo>
                    <a:cubicBezTo>
                      <a:pt x="168845" y="314598"/>
                      <a:pt x="167532" y="314732"/>
                      <a:pt x="167532" y="314732"/>
                    </a:cubicBezTo>
                    <a:cubicBezTo>
                      <a:pt x="167532" y="314732"/>
                      <a:pt x="164773" y="316044"/>
                      <a:pt x="163023" y="316482"/>
                    </a:cubicBezTo>
                    <a:cubicBezTo>
                      <a:pt x="161273" y="316919"/>
                      <a:pt x="159994" y="318063"/>
                      <a:pt x="159994" y="318063"/>
                    </a:cubicBezTo>
                    <a:lnTo>
                      <a:pt x="157672" y="318937"/>
                    </a:lnTo>
                    <a:lnTo>
                      <a:pt x="156662" y="321999"/>
                    </a:lnTo>
                    <a:lnTo>
                      <a:pt x="155215" y="323580"/>
                    </a:lnTo>
                    <a:lnTo>
                      <a:pt x="152893" y="326204"/>
                    </a:lnTo>
                    <a:cubicBezTo>
                      <a:pt x="152893" y="326204"/>
                      <a:pt x="149426" y="327347"/>
                      <a:pt x="148820" y="327347"/>
                    </a:cubicBezTo>
                    <a:cubicBezTo>
                      <a:pt x="148248" y="327347"/>
                      <a:pt x="144042" y="328054"/>
                      <a:pt x="143604" y="328222"/>
                    </a:cubicBezTo>
                    <a:cubicBezTo>
                      <a:pt x="143167" y="328357"/>
                      <a:pt x="139700" y="331115"/>
                      <a:pt x="139700" y="331115"/>
                    </a:cubicBezTo>
                    <a:lnTo>
                      <a:pt x="133609" y="332730"/>
                    </a:lnTo>
                    <a:lnTo>
                      <a:pt x="127652" y="334748"/>
                    </a:lnTo>
                    <a:lnTo>
                      <a:pt x="123883" y="339390"/>
                    </a:lnTo>
                    <a:lnTo>
                      <a:pt x="120988" y="347060"/>
                    </a:lnTo>
                    <a:lnTo>
                      <a:pt x="118969" y="348809"/>
                    </a:lnTo>
                    <a:lnTo>
                      <a:pt x="118834" y="352846"/>
                    </a:lnTo>
                    <a:cubicBezTo>
                      <a:pt x="118834" y="352846"/>
                      <a:pt x="122301" y="359372"/>
                      <a:pt x="122469" y="359944"/>
                    </a:cubicBezTo>
                    <a:cubicBezTo>
                      <a:pt x="122604" y="360516"/>
                      <a:pt x="123916" y="364587"/>
                      <a:pt x="123916" y="364587"/>
                    </a:cubicBezTo>
                    <a:lnTo>
                      <a:pt x="122604" y="367042"/>
                    </a:lnTo>
                    <a:lnTo>
                      <a:pt x="119575" y="366470"/>
                    </a:lnTo>
                    <a:cubicBezTo>
                      <a:pt x="119575" y="366470"/>
                      <a:pt x="116512" y="365158"/>
                      <a:pt x="114796" y="365024"/>
                    </a:cubicBezTo>
                    <a:cubicBezTo>
                      <a:pt x="113046" y="364889"/>
                      <a:pt x="112036" y="365024"/>
                      <a:pt x="111464" y="365024"/>
                    </a:cubicBezTo>
                    <a:cubicBezTo>
                      <a:pt x="110892" y="365024"/>
                      <a:pt x="108704" y="367210"/>
                      <a:pt x="108704" y="367210"/>
                    </a:cubicBezTo>
                    <a:lnTo>
                      <a:pt x="108839" y="371685"/>
                    </a:lnTo>
                    <a:lnTo>
                      <a:pt x="115065" y="375755"/>
                    </a:lnTo>
                    <a:lnTo>
                      <a:pt x="111430" y="377638"/>
                    </a:lnTo>
                    <a:lnTo>
                      <a:pt x="107089" y="379388"/>
                    </a:lnTo>
                    <a:lnTo>
                      <a:pt x="99416" y="382146"/>
                    </a:lnTo>
                    <a:lnTo>
                      <a:pt x="97262" y="385342"/>
                    </a:lnTo>
                    <a:lnTo>
                      <a:pt x="90733" y="384030"/>
                    </a:lnTo>
                    <a:lnTo>
                      <a:pt x="84944" y="379825"/>
                    </a:lnTo>
                    <a:lnTo>
                      <a:pt x="78718" y="379522"/>
                    </a:lnTo>
                    <a:lnTo>
                      <a:pt x="75386" y="381709"/>
                    </a:lnTo>
                    <a:cubicBezTo>
                      <a:pt x="75386" y="381709"/>
                      <a:pt x="75521" y="386789"/>
                      <a:pt x="75521" y="387495"/>
                    </a:cubicBezTo>
                    <a:cubicBezTo>
                      <a:pt x="75521" y="388201"/>
                      <a:pt x="79290" y="394593"/>
                      <a:pt x="79290" y="394593"/>
                    </a:cubicBezTo>
                    <a:lnTo>
                      <a:pt x="85516" y="401691"/>
                    </a:lnTo>
                    <a:lnTo>
                      <a:pt x="84944" y="407780"/>
                    </a:lnTo>
                    <a:lnTo>
                      <a:pt x="79593" y="410235"/>
                    </a:lnTo>
                    <a:lnTo>
                      <a:pt x="72054" y="409663"/>
                    </a:lnTo>
                    <a:cubicBezTo>
                      <a:pt x="72054" y="409663"/>
                      <a:pt x="65256" y="410807"/>
                      <a:pt x="64651" y="410807"/>
                    </a:cubicBezTo>
                    <a:cubicBezTo>
                      <a:pt x="64078" y="410807"/>
                      <a:pt x="57246" y="412119"/>
                      <a:pt x="57246" y="412119"/>
                    </a:cubicBezTo>
                    <a:lnTo>
                      <a:pt x="50145" y="413431"/>
                    </a:lnTo>
                    <a:lnTo>
                      <a:pt x="44626" y="413566"/>
                    </a:lnTo>
                    <a:lnTo>
                      <a:pt x="38400" y="415012"/>
                    </a:lnTo>
                    <a:lnTo>
                      <a:pt x="34058" y="417636"/>
                    </a:lnTo>
                    <a:lnTo>
                      <a:pt x="31029" y="422985"/>
                    </a:lnTo>
                    <a:lnTo>
                      <a:pt x="34058" y="426887"/>
                    </a:lnTo>
                    <a:lnTo>
                      <a:pt x="35203" y="432404"/>
                    </a:lnTo>
                    <a:lnTo>
                      <a:pt x="31871" y="439199"/>
                    </a:lnTo>
                    <a:lnTo>
                      <a:pt x="23457" y="440948"/>
                    </a:lnTo>
                    <a:cubicBezTo>
                      <a:pt x="23457" y="440948"/>
                      <a:pt x="17669" y="440948"/>
                      <a:pt x="17097" y="440948"/>
                    </a:cubicBezTo>
                    <a:cubicBezTo>
                      <a:pt x="16524" y="440948"/>
                      <a:pt x="12890" y="443034"/>
                      <a:pt x="12890" y="443034"/>
                    </a:cubicBezTo>
                    <a:lnTo>
                      <a:pt x="9995" y="446734"/>
                    </a:lnTo>
                    <a:lnTo>
                      <a:pt x="7539" y="451377"/>
                    </a:lnTo>
                    <a:lnTo>
                      <a:pt x="5957" y="454270"/>
                    </a:lnTo>
                    <a:lnTo>
                      <a:pt x="4947" y="457163"/>
                    </a:lnTo>
                    <a:lnTo>
                      <a:pt x="7404" y="460055"/>
                    </a:lnTo>
                    <a:lnTo>
                      <a:pt x="11308" y="461805"/>
                    </a:lnTo>
                    <a:lnTo>
                      <a:pt x="13933" y="461805"/>
                    </a:lnTo>
                    <a:lnTo>
                      <a:pt x="20462" y="463554"/>
                    </a:lnTo>
                    <a:lnTo>
                      <a:pt x="23928" y="464563"/>
                    </a:lnTo>
                    <a:lnTo>
                      <a:pt x="25813" y="468634"/>
                    </a:lnTo>
                    <a:lnTo>
                      <a:pt x="28001" y="470955"/>
                    </a:lnTo>
                    <a:lnTo>
                      <a:pt x="27429" y="474151"/>
                    </a:lnTo>
                    <a:lnTo>
                      <a:pt x="23222" y="475732"/>
                    </a:lnTo>
                    <a:lnTo>
                      <a:pt x="20630" y="476875"/>
                    </a:lnTo>
                    <a:lnTo>
                      <a:pt x="15111" y="479062"/>
                    </a:lnTo>
                    <a:lnTo>
                      <a:pt x="11039" y="482392"/>
                    </a:lnTo>
                    <a:lnTo>
                      <a:pt x="7842" y="485588"/>
                    </a:lnTo>
                    <a:lnTo>
                      <a:pt x="6394" y="491239"/>
                    </a:lnTo>
                    <a:lnTo>
                      <a:pt x="4072" y="497026"/>
                    </a:lnTo>
                    <a:lnTo>
                      <a:pt x="2760" y="503417"/>
                    </a:lnTo>
                    <a:lnTo>
                      <a:pt x="1885" y="509943"/>
                    </a:lnTo>
                    <a:lnTo>
                      <a:pt x="2019" y="516167"/>
                    </a:lnTo>
                    <a:lnTo>
                      <a:pt x="0" y="525283"/>
                    </a:lnTo>
                    <a:lnTo>
                      <a:pt x="0" y="530800"/>
                    </a:lnTo>
                    <a:lnTo>
                      <a:pt x="1649" y="535879"/>
                    </a:lnTo>
                    <a:lnTo>
                      <a:pt x="4476" y="538772"/>
                    </a:lnTo>
                    <a:lnTo>
                      <a:pt x="7101" y="543247"/>
                    </a:lnTo>
                    <a:lnTo>
                      <a:pt x="8111" y="548764"/>
                    </a:lnTo>
                    <a:lnTo>
                      <a:pt x="12149" y="549033"/>
                    </a:lnTo>
                    <a:lnTo>
                      <a:pt x="17500" y="550042"/>
                    </a:lnTo>
                    <a:lnTo>
                      <a:pt x="18241" y="552800"/>
                    </a:lnTo>
                    <a:cubicBezTo>
                      <a:pt x="18241" y="552800"/>
                      <a:pt x="15178" y="553405"/>
                      <a:pt x="14606" y="553675"/>
                    </a:cubicBezTo>
                    <a:cubicBezTo>
                      <a:pt x="14034" y="553977"/>
                      <a:pt x="11577" y="555693"/>
                      <a:pt x="11577" y="555693"/>
                    </a:cubicBezTo>
                    <a:lnTo>
                      <a:pt x="8683" y="558149"/>
                    </a:lnTo>
                    <a:lnTo>
                      <a:pt x="8111" y="560167"/>
                    </a:lnTo>
                    <a:lnTo>
                      <a:pt x="12149" y="562926"/>
                    </a:lnTo>
                    <a:lnTo>
                      <a:pt x="14034" y="568005"/>
                    </a:lnTo>
                    <a:cubicBezTo>
                      <a:pt x="14034" y="568005"/>
                      <a:pt x="16053" y="571773"/>
                      <a:pt x="16625" y="572782"/>
                    </a:cubicBezTo>
                    <a:cubicBezTo>
                      <a:pt x="17231" y="573791"/>
                      <a:pt x="17366" y="574363"/>
                      <a:pt x="17366" y="574363"/>
                    </a:cubicBezTo>
                    <a:lnTo>
                      <a:pt x="20428" y="576819"/>
                    </a:lnTo>
                    <a:lnTo>
                      <a:pt x="23188" y="578568"/>
                    </a:lnTo>
                    <a:lnTo>
                      <a:pt x="24500" y="578434"/>
                    </a:lnTo>
                    <a:cubicBezTo>
                      <a:pt x="24500" y="578434"/>
                      <a:pt x="26520" y="576415"/>
                      <a:pt x="26654" y="575978"/>
                    </a:cubicBezTo>
                    <a:cubicBezTo>
                      <a:pt x="26789" y="575541"/>
                      <a:pt x="28404" y="573960"/>
                      <a:pt x="28404" y="573960"/>
                    </a:cubicBezTo>
                    <a:lnTo>
                      <a:pt x="31029" y="577155"/>
                    </a:lnTo>
                    <a:lnTo>
                      <a:pt x="33924" y="579611"/>
                    </a:lnTo>
                    <a:lnTo>
                      <a:pt x="34664" y="580620"/>
                    </a:lnTo>
                    <a:lnTo>
                      <a:pt x="37558" y="583379"/>
                    </a:lnTo>
                    <a:lnTo>
                      <a:pt x="37693" y="585700"/>
                    </a:lnTo>
                    <a:lnTo>
                      <a:pt x="37121" y="587752"/>
                    </a:lnTo>
                    <a:cubicBezTo>
                      <a:pt x="37121" y="587752"/>
                      <a:pt x="34664" y="589333"/>
                      <a:pt x="34092" y="589333"/>
                    </a:cubicBezTo>
                    <a:cubicBezTo>
                      <a:pt x="33520" y="589333"/>
                      <a:pt x="31904" y="588593"/>
                      <a:pt x="31904" y="588593"/>
                    </a:cubicBezTo>
                    <a:lnTo>
                      <a:pt x="29145" y="586271"/>
                    </a:lnTo>
                    <a:lnTo>
                      <a:pt x="25510" y="586137"/>
                    </a:lnTo>
                    <a:lnTo>
                      <a:pt x="24063" y="587012"/>
                    </a:lnTo>
                    <a:lnTo>
                      <a:pt x="22616" y="589635"/>
                    </a:lnTo>
                    <a:lnTo>
                      <a:pt x="22616" y="592663"/>
                    </a:lnTo>
                    <a:cubicBezTo>
                      <a:pt x="22616" y="592663"/>
                      <a:pt x="23592" y="598617"/>
                      <a:pt x="23154" y="600468"/>
                    </a:cubicBezTo>
                    <a:cubicBezTo>
                      <a:pt x="22717" y="602351"/>
                      <a:pt x="23491" y="602351"/>
                      <a:pt x="23491" y="602351"/>
                    </a:cubicBezTo>
                    <a:lnTo>
                      <a:pt x="27126" y="603966"/>
                    </a:lnTo>
                    <a:cubicBezTo>
                      <a:pt x="27126" y="603966"/>
                      <a:pt x="28842" y="603226"/>
                      <a:pt x="29313" y="603226"/>
                    </a:cubicBezTo>
                    <a:cubicBezTo>
                      <a:pt x="29751" y="603226"/>
                      <a:pt x="32948" y="600165"/>
                      <a:pt x="33217" y="599761"/>
                    </a:cubicBezTo>
                    <a:cubicBezTo>
                      <a:pt x="33520" y="599324"/>
                      <a:pt x="39174" y="599189"/>
                      <a:pt x="39174" y="599189"/>
                    </a:cubicBezTo>
                    <a:lnTo>
                      <a:pt x="42943" y="599189"/>
                    </a:lnTo>
                    <a:lnTo>
                      <a:pt x="45972" y="600501"/>
                    </a:lnTo>
                    <a:lnTo>
                      <a:pt x="46713" y="601073"/>
                    </a:lnTo>
                    <a:cubicBezTo>
                      <a:pt x="46713" y="601073"/>
                      <a:pt x="50482" y="603966"/>
                      <a:pt x="51054" y="603832"/>
                    </a:cubicBezTo>
                    <a:cubicBezTo>
                      <a:pt x="51626" y="603697"/>
                      <a:pt x="53948" y="604269"/>
                      <a:pt x="54520" y="603832"/>
                    </a:cubicBezTo>
                    <a:cubicBezTo>
                      <a:pt x="55093" y="603394"/>
                      <a:pt x="58020" y="601645"/>
                      <a:pt x="58020" y="601645"/>
                    </a:cubicBezTo>
                    <a:lnTo>
                      <a:pt x="62497" y="600064"/>
                    </a:lnTo>
                    <a:cubicBezTo>
                      <a:pt x="62497" y="600064"/>
                      <a:pt x="68857" y="598752"/>
                      <a:pt x="69463" y="598752"/>
                    </a:cubicBezTo>
                    <a:cubicBezTo>
                      <a:pt x="70035" y="598752"/>
                      <a:pt x="74107" y="597743"/>
                      <a:pt x="74680" y="597440"/>
                    </a:cubicBezTo>
                    <a:cubicBezTo>
                      <a:pt x="75252" y="597137"/>
                      <a:pt x="78449" y="594412"/>
                      <a:pt x="78449" y="594412"/>
                    </a:cubicBezTo>
                    <a:lnTo>
                      <a:pt x="83531" y="592528"/>
                    </a:lnTo>
                    <a:cubicBezTo>
                      <a:pt x="83531" y="592528"/>
                      <a:pt x="86862" y="588323"/>
                      <a:pt x="87165" y="587886"/>
                    </a:cubicBezTo>
                    <a:cubicBezTo>
                      <a:pt x="87468" y="587449"/>
                      <a:pt x="89622" y="581966"/>
                      <a:pt x="89622" y="581966"/>
                    </a:cubicBezTo>
                    <a:lnTo>
                      <a:pt x="90935" y="577761"/>
                    </a:lnTo>
                    <a:lnTo>
                      <a:pt x="93391" y="572109"/>
                    </a:lnTo>
                    <a:lnTo>
                      <a:pt x="91069" y="568342"/>
                    </a:lnTo>
                    <a:lnTo>
                      <a:pt x="87738" y="563868"/>
                    </a:lnTo>
                    <a:lnTo>
                      <a:pt x="86156" y="559393"/>
                    </a:lnTo>
                    <a:lnTo>
                      <a:pt x="84406" y="557947"/>
                    </a:lnTo>
                    <a:lnTo>
                      <a:pt x="81074" y="559393"/>
                    </a:lnTo>
                    <a:lnTo>
                      <a:pt x="79189" y="556938"/>
                    </a:lnTo>
                    <a:lnTo>
                      <a:pt x="77742" y="554347"/>
                    </a:lnTo>
                    <a:lnTo>
                      <a:pt x="76867" y="554617"/>
                    </a:lnTo>
                    <a:lnTo>
                      <a:pt x="73973" y="555760"/>
                    </a:lnTo>
                    <a:lnTo>
                      <a:pt x="71078" y="555760"/>
                    </a:lnTo>
                    <a:lnTo>
                      <a:pt x="70069" y="552935"/>
                    </a:lnTo>
                    <a:lnTo>
                      <a:pt x="69328" y="550681"/>
                    </a:lnTo>
                    <a:lnTo>
                      <a:pt x="70473" y="547048"/>
                    </a:lnTo>
                    <a:lnTo>
                      <a:pt x="72223" y="547048"/>
                    </a:lnTo>
                    <a:lnTo>
                      <a:pt x="75992" y="547048"/>
                    </a:lnTo>
                    <a:lnTo>
                      <a:pt x="77574" y="545736"/>
                    </a:lnTo>
                    <a:lnTo>
                      <a:pt x="77002" y="543549"/>
                    </a:lnTo>
                    <a:lnTo>
                      <a:pt x="76564" y="540084"/>
                    </a:lnTo>
                    <a:lnTo>
                      <a:pt x="74982" y="538201"/>
                    </a:lnTo>
                    <a:lnTo>
                      <a:pt x="72660" y="535005"/>
                    </a:lnTo>
                    <a:lnTo>
                      <a:pt x="71482" y="534197"/>
                    </a:lnTo>
                    <a:cubicBezTo>
                      <a:pt x="71482" y="534197"/>
                      <a:pt x="68723" y="533996"/>
                      <a:pt x="67578" y="534130"/>
                    </a:cubicBezTo>
                    <a:cubicBezTo>
                      <a:pt x="66434" y="534265"/>
                      <a:pt x="63102" y="534130"/>
                      <a:pt x="63102" y="534130"/>
                    </a:cubicBezTo>
                    <a:lnTo>
                      <a:pt x="59905" y="531506"/>
                    </a:lnTo>
                    <a:lnTo>
                      <a:pt x="56439" y="528613"/>
                    </a:lnTo>
                    <a:cubicBezTo>
                      <a:pt x="56439" y="528613"/>
                      <a:pt x="54117" y="525990"/>
                      <a:pt x="53847" y="525417"/>
                    </a:cubicBezTo>
                    <a:cubicBezTo>
                      <a:pt x="53544" y="524845"/>
                      <a:pt x="52838" y="522659"/>
                      <a:pt x="52838" y="522659"/>
                    </a:cubicBezTo>
                    <a:lnTo>
                      <a:pt x="52265" y="521785"/>
                    </a:lnTo>
                    <a:lnTo>
                      <a:pt x="52265" y="518892"/>
                    </a:lnTo>
                    <a:lnTo>
                      <a:pt x="52703" y="517008"/>
                    </a:lnTo>
                    <a:lnTo>
                      <a:pt x="55025" y="514115"/>
                    </a:lnTo>
                    <a:lnTo>
                      <a:pt x="58054" y="511356"/>
                    </a:lnTo>
                    <a:lnTo>
                      <a:pt x="61958" y="509910"/>
                    </a:lnTo>
                    <a:cubicBezTo>
                      <a:pt x="61958" y="509910"/>
                      <a:pt x="66030" y="508766"/>
                      <a:pt x="68487" y="508329"/>
                    </a:cubicBezTo>
                    <a:cubicBezTo>
                      <a:pt x="70944" y="507891"/>
                      <a:pt x="68622" y="511524"/>
                      <a:pt x="68622" y="511524"/>
                    </a:cubicBezTo>
                    <a:cubicBezTo>
                      <a:pt x="68622" y="511524"/>
                      <a:pt x="65290" y="515292"/>
                      <a:pt x="64852" y="515595"/>
                    </a:cubicBezTo>
                    <a:cubicBezTo>
                      <a:pt x="64415" y="515898"/>
                      <a:pt x="67006" y="517479"/>
                      <a:pt x="67006" y="517479"/>
                    </a:cubicBezTo>
                    <a:lnTo>
                      <a:pt x="71785" y="517479"/>
                    </a:lnTo>
                    <a:lnTo>
                      <a:pt x="74545" y="516335"/>
                    </a:lnTo>
                    <a:lnTo>
                      <a:pt x="77742" y="515460"/>
                    </a:lnTo>
                    <a:lnTo>
                      <a:pt x="82252" y="518051"/>
                    </a:lnTo>
                    <a:lnTo>
                      <a:pt x="85718" y="520944"/>
                    </a:lnTo>
                    <a:lnTo>
                      <a:pt x="91372" y="522659"/>
                    </a:lnTo>
                    <a:lnTo>
                      <a:pt x="95714" y="522659"/>
                    </a:lnTo>
                    <a:lnTo>
                      <a:pt x="96016" y="519463"/>
                    </a:lnTo>
                    <a:lnTo>
                      <a:pt x="96891" y="516570"/>
                    </a:lnTo>
                    <a:lnTo>
                      <a:pt x="97026" y="513946"/>
                    </a:lnTo>
                    <a:lnTo>
                      <a:pt x="96319" y="511928"/>
                    </a:lnTo>
                    <a:lnTo>
                      <a:pt x="94267" y="510179"/>
                    </a:lnTo>
                    <a:cubicBezTo>
                      <a:pt x="94267" y="510179"/>
                      <a:pt x="91944" y="508867"/>
                      <a:pt x="91675" y="508295"/>
                    </a:cubicBezTo>
                    <a:cubicBezTo>
                      <a:pt x="91372" y="507723"/>
                      <a:pt x="90531" y="508160"/>
                      <a:pt x="89050" y="507151"/>
                    </a:cubicBezTo>
                    <a:cubicBezTo>
                      <a:pt x="87603" y="506142"/>
                      <a:pt x="86021" y="504830"/>
                      <a:pt x="85415" y="504527"/>
                    </a:cubicBezTo>
                    <a:cubicBezTo>
                      <a:pt x="84843" y="504258"/>
                      <a:pt x="83396" y="503383"/>
                      <a:pt x="83396" y="503383"/>
                    </a:cubicBezTo>
                    <a:lnTo>
                      <a:pt x="79761" y="502206"/>
                    </a:lnTo>
                    <a:lnTo>
                      <a:pt x="80636" y="500760"/>
                    </a:lnTo>
                    <a:lnTo>
                      <a:pt x="81713" y="499448"/>
                    </a:lnTo>
                    <a:lnTo>
                      <a:pt x="81814" y="495680"/>
                    </a:lnTo>
                    <a:lnTo>
                      <a:pt x="81814" y="490331"/>
                    </a:lnTo>
                    <a:cubicBezTo>
                      <a:pt x="81814" y="490331"/>
                      <a:pt x="82184" y="487270"/>
                      <a:pt x="81882" y="486698"/>
                    </a:cubicBezTo>
                    <a:cubicBezTo>
                      <a:pt x="81579" y="486126"/>
                      <a:pt x="81814" y="481787"/>
                      <a:pt x="81814" y="481787"/>
                    </a:cubicBezTo>
                    <a:lnTo>
                      <a:pt x="81814" y="478322"/>
                    </a:lnTo>
                    <a:lnTo>
                      <a:pt x="84002" y="478457"/>
                    </a:lnTo>
                    <a:lnTo>
                      <a:pt x="87636" y="482090"/>
                    </a:lnTo>
                    <a:cubicBezTo>
                      <a:pt x="87636" y="482090"/>
                      <a:pt x="89959" y="485723"/>
                      <a:pt x="89959" y="486295"/>
                    </a:cubicBezTo>
                    <a:cubicBezTo>
                      <a:pt x="89959" y="486867"/>
                      <a:pt x="89521" y="491206"/>
                      <a:pt x="89084" y="491643"/>
                    </a:cubicBezTo>
                    <a:cubicBezTo>
                      <a:pt x="88646" y="492080"/>
                      <a:pt x="89252" y="494671"/>
                      <a:pt x="89084" y="495108"/>
                    </a:cubicBezTo>
                    <a:cubicBezTo>
                      <a:pt x="88949" y="495545"/>
                      <a:pt x="91271" y="497295"/>
                      <a:pt x="91271" y="497295"/>
                    </a:cubicBezTo>
                    <a:lnTo>
                      <a:pt x="94738" y="503653"/>
                    </a:lnTo>
                    <a:cubicBezTo>
                      <a:pt x="94738" y="503653"/>
                      <a:pt x="98372" y="505099"/>
                      <a:pt x="98945" y="505099"/>
                    </a:cubicBezTo>
                    <a:cubicBezTo>
                      <a:pt x="99517" y="505099"/>
                      <a:pt x="101267" y="504662"/>
                      <a:pt x="101267" y="504224"/>
                    </a:cubicBezTo>
                    <a:cubicBezTo>
                      <a:pt x="101267" y="503787"/>
                      <a:pt x="102848" y="502475"/>
                      <a:pt x="102848" y="502475"/>
                    </a:cubicBezTo>
                    <a:lnTo>
                      <a:pt x="104430" y="500894"/>
                    </a:lnTo>
                    <a:lnTo>
                      <a:pt x="104430" y="497429"/>
                    </a:lnTo>
                    <a:lnTo>
                      <a:pt x="104430" y="492215"/>
                    </a:lnTo>
                    <a:lnTo>
                      <a:pt x="104430" y="488750"/>
                    </a:lnTo>
                    <a:lnTo>
                      <a:pt x="104430" y="482662"/>
                    </a:lnTo>
                    <a:lnTo>
                      <a:pt x="107325" y="480206"/>
                    </a:lnTo>
                    <a:lnTo>
                      <a:pt x="108772" y="482662"/>
                    </a:lnTo>
                    <a:lnTo>
                      <a:pt x="113719" y="482662"/>
                    </a:lnTo>
                    <a:lnTo>
                      <a:pt x="115603" y="479634"/>
                    </a:lnTo>
                    <a:lnTo>
                      <a:pt x="116478" y="476741"/>
                    </a:lnTo>
                    <a:lnTo>
                      <a:pt x="118060" y="471964"/>
                    </a:lnTo>
                    <a:lnTo>
                      <a:pt x="124589" y="468499"/>
                    </a:lnTo>
                    <a:lnTo>
                      <a:pt x="133138" y="468768"/>
                    </a:lnTo>
                    <a:lnTo>
                      <a:pt x="139094" y="468768"/>
                    </a:lnTo>
                    <a:lnTo>
                      <a:pt x="144883" y="469273"/>
                    </a:lnTo>
                    <a:lnTo>
                      <a:pt x="149224" y="467019"/>
                    </a:lnTo>
                    <a:lnTo>
                      <a:pt x="156898" y="465270"/>
                    </a:lnTo>
                    <a:lnTo>
                      <a:pt x="160801" y="464260"/>
                    </a:lnTo>
                    <a:lnTo>
                      <a:pt x="164268" y="463117"/>
                    </a:lnTo>
                    <a:lnTo>
                      <a:pt x="163561" y="459214"/>
                    </a:lnTo>
                    <a:lnTo>
                      <a:pt x="163561" y="457903"/>
                    </a:lnTo>
                    <a:lnTo>
                      <a:pt x="167263" y="457331"/>
                    </a:lnTo>
                    <a:lnTo>
                      <a:pt x="169787" y="458643"/>
                    </a:lnTo>
                    <a:lnTo>
                      <a:pt x="170528" y="460964"/>
                    </a:lnTo>
                    <a:lnTo>
                      <a:pt x="170528" y="465034"/>
                    </a:lnTo>
                    <a:lnTo>
                      <a:pt x="171470" y="469677"/>
                    </a:lnTo>
                    <a:lnTo>
                      <a:pt x="175038" y="470686"/>
                    </a:lnTo>
                    <a:cubicBezTo>
                      <a:pt x="175038" y="470686"/>
                      <a:pt x="177057" y="467221"/>
                      <a:pt x="177225" y="466783"/>
                    </a:cubicBezTo>
                    <a:cubicBezTo>
                      <a:pt x="177360" y="466346"/>
                      <a:pt x="178235" y="464160"/>
                      <a:pt x="178235" y="464160"/>
                    </a:cubicBezTo>
                    <a:lnTo>
                      <a:pt x="181432" y="461838"/>
                    </a:lnTo>
                    <a:lnTo>
                      <a:pt x="186783" y="460089"/>
                    </a:lnTo>
                    <a:lnTo>
                      <a:pt x="188398" y="457331"/>
                    </a:lnTo>
                    <a:lnTo>
                      <a:pt x="189845" y="454135"/>
                    </a:lnTo>
                    <a:lnTo>
                      <a:pt x="190418" y="452520"/>
                    </a:lnTo>
                    <a:lnTo>
                      <a:pt x="195197" y="453967"/>
                    </a:lnTo>
                    <a:lnTo>
                      <a:pt x="200278" y="456423"/>
                    </a:lnTo>
                    <a:lnTo>
                      <a:pt x="206235" y="460022"/>
                    </a:lnTo>
                    <a:lnTo>
                      <a:pt x="210005" y="460022"/>
                    </a:lnTo>
                    <a:lnTo>
                      <a:pt x="217543" y="457196"/>
                    </a:lnTo>
                    <a:lnTo>
                      <a:pt x="218284" y="453664"/>
                    </a:lnTo>
                    <a:cubicBezTo>
                      <a:pt x="218284" y="453664"/>
                      <a:pt x="220740" y="451209"/>
                      <a:pt x="220740" y="450771"/>
                    </a:cubicBezTo>
                    <a:cubicBezTo>
                      <a:pt x="220740" y="450334"/>
                      <a:pt x="223063" y="447575"/>
                      <a:pt x="223063" y="447575"/>
                    </a:cubicBezTo>
                    <a:lnTo>
                      <a:pt x="225250" y="444380"/>
                    </a:lnTo>
                    <a:lnTo>
                      <a:pt x="224947" y="442799"/>
                    </a:lnTo>
                    <a:lnTo>
                      <a:pt x="223635" y="439165"/>
                    </a:lnTo>
                    <a:lnTo>
                      <a:pt x="219562" y="434389"/>
                    </a:lnTo>
                    <a:lnTo>
                      <a:pt x="217543" y="430049"/>
                    </a:lnTo>
                    <a:lnTo>
                      <a:pt x="220135" y="429747"/>
                    </a:lnTo>
                    <a:lnTo>
                      <a:pt x="223029" y="429443"/>
                    </a:lnTo>
                    <a:cubicBezTo>
                      <a:pt x="223029" y="429443"/>
                      <a:pt x="226226" y="429006"/>
                      <a:pt x="226664" y="428737"/>
                    </a:cubicBezTo>
                    <a:cubicBezTo>
                      <a:pt x="227101" y="428435"/>
                      <a:pt x="228111" y="427156"/>
                      <a:pt x="228111" y="427156"/>
                    </a:cubicBezTo>
                    <a:lnTo>
                      <a:pt x="232183" y="426282"/>
                    </a:lnTo>
                    <a:lnTo>
                      <a:pt x="234774" y="426416"/>
                    </a:lnTo>
                    <a:lnTo>
                      <a:pt x="236356" y="429006"/>
                    </a:lnTo>
                    <a:lnTo>
                      <a:pt x="234774" y="432908"/>
                    </a:lnTo>
                    <a:lnTo>
                      <a:pt x="234337" y="435230"/>
                    </a:lnTo>
                    <a:lnTo>
                      <a:pt x="234068" y="439435"/>
                    </a:lnTo>
                    <a:lnTo>
                      <a:pt x="233193" y="441756"/>
                    </a:lnTo>
                    <a:lnTo>
                      <a:pt x="233193" y="445086"/>
                    </a:lnTo>
                    <a:lnTo>
                      <a:pt x="234269" y="448988"/>
                    </a:lnTo>
                    <a:lnTo>
                      <a:pt x="236794" y="451612"/>
                    </a:lnTo>
                    <a:lnTo>
                      <a:pt x="241000" y="453631"/>
                    </a:lnTo>
                    <a:lnTo>
                      <a:pt x="245780" y="452756"/>
                    </a:lnTo>
                    <a:lnTo>
                      <a:pt x="247799" y="448686"/>
                    </a:lnTo>
                    <a:lnTo>
                      <a:pt x="251265" y="446230"/>
                    </a:lnTo>
                    <a:cubicBezTo>
                      <a:pt x="251265" y="446230"/>
                      <a:pt x="251568" y="441150"/>
                      <a:pt x="251837" y="440578"/>
                    </a:cubicBezTo>
                    <a:cubicBezTo>
                      <a:pt x="252107" y="440006"/>
                      <a:pt x="251703" y="434489"/>
                      <a:pt x="251703" y="434489"/>
                    </a:cubicBezTo>
                    <a:lnTo>
                      <a:pt x="251130" y="432303"/>
                    </a:lnTo>
                    <a:lnTo>
                      <a:pt x="247933" y="428266"/>
                    </a:lnTo>
                    <a:lnTo>
                      <a:pt x="244029" y="422918"/>
                    </a:lnTo>
                    <a:lnTo>
                      <a:pt x="246049" y="420025"/>
                    </a:lnTo>
                    <a:lnTo>
                      <a:pt x="249515" y="420159"/>
                    </a:lnTo>
                    <a:lnTo>
                      <a:pt x="253587" y="420025"/>
                    </a:lnTo>
                    <a:lnTo>
                      <a:pt x="255035" y="422043"/>
                    </a:lnTo>
                    <a:lnTo>
                      <a:pt x="262438" y="423355"/>
                    </a:lnTo>
                    <a:lnTo>
                      <a:pt x="266510" y="420159"/>
                    </a:lnTo>
                    <a:lnTo>
                      <a:pt x="269270" y="417973"/>
                    </a:lnTo>
                    <a:lnTo>
                      <a:pt x="273915" y="416829"/>
                    </a:lnTo>
                    <a:lnTo>
                      <a:pt x="274621" y="419587"/>
                    </a:lnTo>
                    <a:lnTo>
                      <a:pt x="273040" y="425508"/>
                    </a:lnTo>
                    <a:lnTo>
                      <a:pt x="271896" y="429410"/>
                    </a:lnTo>
                    <a:lnTo>
                      <a:pt x="272905" y="432875"/>
                    </a:lnTo>
                    <a:lnTo>
                      <a:pt x="277549" y="433884"/>
                    </a:lnTo>
                    <a:lnTo>
                      <a:pt x="283641" y="433884"/>
                    </a:lnTo>
                    <a:lnTo>
                      <a:pt x="287982" y="432875"/>
                    </a:lnTo>
                    <a:lnTo>
                      <a:pt x="290877" y="429242"/>
                    </a:lnTo>
                    <a:lnTo>
                      <a:pt x="293333" y="425037"/>
                    </a:lnTo>
                    <a:lnTo>
                      <a:pt x="294780" y="423456"/>
                    </a:lnTo>
                    <a:lnTo>
                      <a:pt x="296228" y="419823"/>
                    </a:lnTo>
                    <a:lnTo>
                      <a:pt x="296497" y="414777"/>
                    </a:lnTo>
                    <a:lnTo>
                      <a:pt x="293468" y="409697"/>
                    </a:lnTo>
                    <a:lnTo>
                      <a:pt x="292761" y="406232"/>
                    </a:lnTo>
                    <a:lnTo>
                      <a:pt x="289429" y="402902"/>
                    </a:lnTo>
                    <a:lnTo>
                      <a:pt x="288723" y="397688"/>
                    </a:lnTo>
                    <a:lnTo>
                      <a:pt x="289598" y="393617"/>
                    </a:lnTo>
                    <a:lnTo>
                      <a:pt x="294074" y="398259"/>
                    </a:lnTo>
                    <a:lnTo>
                      <a:pt x="294074" y="401724"/>
                    </a:lnTo>
                    <a:lnTo>
                      <a:pt x="297103" y="404046"/>
                    </a:lnTo>
                    <a:lnTo>
                      <a:pt x="300435" y="406064"/>
                    </a:lnTo>
                    <a:lnTo>
                      <a:pt x="303632" y="408385"/>
                    </a:lnTo>
                    <a:lnTo>
                      <a:pt x="302319" y="410269"/>
                    </a:lnTo>
                    <a:lnTo>
                      <a:pt x="300435" y="415046"/>
                    </a:lnTo>
                    <a:lnTo>
                      <a:pt x="302319" y="420563"/>
                    </a:lnTo>
                    <a:lnTo>
                      <a:pt x="308848" y="425071"/>
                    </a:lnTo>
                    <a:lnTo>
                      <a:pt x="314939" y="424330"/>
                    </a:lnTo>
                    <a:lnTo>
                      <a:pt x="319146" y="420697"/>
                    </a:lnTo>
                    <a:cubicBezTo>
                      <a:pt x="319146" y="420697"/>
                      <a:pt x="323623" y="417939"/>
                      <a:pt x="324094" y="417502"/>
                    </a:cubicBezTo>
                    <a:cubicBezTo>
                      <a:pt x="324531" y="417064"/>
                      <a:pt x="326416" y="415450"/>
                      <a:pt x="326988" y="414609"/>
                    </a:cubicBezTo>
                    <a:cubicBezTo>
                      <a:pt x="327560" y="413734"/>
                      <a:pt x="329007" y="410841"/>
                      <a:pt x="329007" y="410841"/>
                    </a:cubicBezTo>
                    <a:lnTo>
                      <a:pt x="330454" y="406064"/>
                    </a:lnTo>
                    <a:lnTo>
                      <a:pt x="332204" y="401287"/>
                    </a:lnTo>
                    <a:lnTo>
                      <a:pt x="334527" y="397957"/>
                    </a:lnTo>
                    <a:lnTo>
                      <a:pt x="336411" y="397385"/>
                    </a:lnTo>
                    <a:cubicBezTo>
                      <a:pt x="336411" y="397385"/>
                      <a:pt x="340618" y="401859"/>
                      <a:pt x="341190" y="402464"/>
                    </a:cubicBezTo>
                    <a:cubicBezTo>
                      <a:pt x="341762" y="403036"/>
                      <a:pt x="341055" y="405492"/>
                      <a:pt x="341190" y="407813"/>
                    </a:cubicBezTo>
                    <a:cubicBezTo>
                      <a:pt x="341325" y="410134"/>
                      <a:pt x="341930" y="411715"/>
                      <a:pt x="341930" y="411715"/>
                    </a:cubicBezTo>
                    <a:cubicBezTo>
                      <a:pt x="341930" y="411715"/>
                      <a:pt x="347416" y="416358"/>
                      <a:pt x="348291" y="416055"/>
                    </a:cubicBezTo>
                    <a:cubicBezTo>
                      <a:pt x="349166" y="415752"/>
                      <a:pt x="353373" y="415315"/>
                      <a:pt x="353373" y="415315"/>
                    </a:cubicBezTo>
                    <a:lnTo>
                      <a:pt x="360474" y="416055"/>
                    </a:lnTo>
                    <a:cubicBezTo>
                      <a:pt x="360474" y="416055"/>
                      <a:pt x="362662" y="415752"/>
                      <a:pt x="362662" y="415315"/>
                    </a:cubicBezTo>
                    <a:cubicBezTo>
                      <a:pt x="362662" y="414878"/>
                      <a:pt x="364412" y="412859"/>
                      <a:pt x="364412" y="412859"/>
                    </a:cubicBezTo>
                    <a:lnTo>
                      <a:pt x="360508" y="410101"/>
                    </a:lnTo>
                    <a:lnTo>
                      <a:pt x="361383" y="406905"/>
                    </a:lnTo>
                    <a:cubicBezTo>
                      <a:pt x="361383" y="406905"/>
                      <a:pt x="363133" y="403877"/>
                      <a:pt x="363133" y="403272"/>
                    </a:cubicBezTo>
                    <a:cubicBezTo>
                      <a:pt x="363133" y="402700"/>
                      <a:pt x="364446" y="402128"/>
                      <a:pt x="364446" y="402128"/>
                    </a:cubicBezTo>
                    <a:lnTo>
                      <a:pt x="366330" y="402868"/>
                    </a:lnTo>
                    <a:lnTo>
                      <a:pt x="367912" y="405055"/>
                    </a:lnTo>
                    <a:cubicBezTo>
                      <a:pt x="367912" y="405055"/>
                      <a:pt x="372691" y="405627"/>
                      <a:pt x="373297" y="405055"/>
                    </a:cubicBezTo>
                    <a:cubicBezTo>
                      <a:pt x="373869" y="404483"/>
                      <a:pt x="374744" y="405055"/>
                      <a:pt x="374744" y="405055"/>
                    </a:cubicBezTo>
                    <a:cubicBezTo>
                      <a:pt x="374744" y="405055"/>
                      <a:pt x="377638" y="402027"/>
                      <a:pt x="377806" y="401590"/>
                    </a:cubicBezTo>
                    <a:cubicBezTo>
                      <a:pt x="377941" y="401153"/>
                      <a:pt x="381138" y="399269"/>
                      <a:pt x="381576" y="398529"/>
                    </a:cubicBezTo>
                    <a:cubicBezTo>
                      <a:pt x="382013" y="397822"/>
                      <a:pt x="382888" y="393752"/>
                      <a:pt x="382888" y="393752"/>
                    </a:cubicBezTo>
                    <a:lnTo>
                      <a:pt x="386523" y="390556"/>
                    </a:lnTo>
                    <a:lnTo>
                      <a:pt x="388980" y="387798"/>
                    </a:lnTo>
                    <a:lnTo>
                      <a:pt x="391436" y="384165"/>
                    </a:lnTo>
                    <a:lnTo>
                      <a:pt x="393321" y="380700"/>
                    </a:lnTo>
                    <a:lnTo>
                      <a:pt x="394903" y="378076"/>
                    </a:lnTo>
                    <a:lnTo>
                      <a:pt x="394465" y="373433"/>
                    </a:lnTo>
                    <a:lnTo>
                      <a:pt x="394331" y="370238"/>
                    </a:lnTo>
                    <a:lnTo>
                      <a:pt x="391706" y="366168"/>
                    </a:lnTo>
                    <a:lnTo>
                      <a:pt x="390696" y="361256"/>
                    </a:lnTo>
                    <a:lnTo>
                      <a:pt x="396922" y="363140"/>
                    </a:lnTo>
                    <a:lnTo>
                      <a:pt x="395913" y="366033"/>
                    </a:lnTo>
                    <a:lnTo>
                      <a:pt x="399110" y="368926"/>
                    </a:lnTo>
                    <a:lnTo>
                      <a:pt x="401566" y="370810"/>
                    </a:lnTo>
                    <a:lnTo>
                      <a:pt x="403451" y="375015"/>
                    </a:lnTo>
                    <a:lnTo>
                      <a:pt x="407523" y="379522"/>
                    </a:lnTo>
                    <a:lnTo>
                      <a:pt x="407086" y="381978"/>
                    </a:lnTo>
                    <a:lnTo>
                      <a:pt x="409846" y="385174"/>
                    </a:lnTo>
                    <a:lnTo>
                      <a:pt x="414759" y="385174"/>
                    </a:lnTo>
                    <a:lnTo>
                      <a:pt x="418831" y="383223"/>
                    </a:lnTo>
                    <a:lnTo>
                      <a:pt x="420851" y="380969"/>
                    </a:lnTo>
                    <a:lnTo>
                      <a:pt x="419976" y="377773"/>
                    </a:lnTo>
                    <a:lnTo>
                      <a:pt x="417788" y="375015"/>
                    </a:lnTo>
                    <a:lnTo>
                      <a:pt x="417519" y="372828"/>
                    </a:lnTo>
                    <a:lnTo>
                      <a:pt x="421153" y="370810"/>
                    </a:lnTo>
                    <a:lnTo>
                      <a:pt x="421423" y="367345"/>
                    </a:lnTo>
                    <a:lnTo>
                      <a:pt x="421557" y="361122"/>
                    </a:lnTo>
                    <a:lnTo>
                      <a:pt x="420380" y="351265"/>
                    </a:lnTo>
                    <a:lnTo>
                      <a:pt x="420817" y="347060"/>
                    </a:lnTo>
                    <a:lnTo>
                      <a:pt x="418797" y="343595"/>
                    </a:lnTo>
                    <a:lnTo>
                      <a:pt x="415600" y="340131"/>
                    </a:lnTo>
                    <a:lnTo>
                      <a:pt x="415028" y="335354"/>
                    </a:lnTo>
                    <a:lnTo>
                      <a:pt x="415466" y="330711"/>
                    </a:lnTo>
                    <a:lnTo>
                      <a:pt x="414322" y="326944"/>
                    </a:lnTo>
                    <a:lnTo>
                      <a:pt x="410687" y="324488"/>
                    </a:lnTo>
                    <a:cubicBezTo>
                      <a:pt x="410687" y="324488"/>
                      <a:pt x="405168" y="320855"/>
                      <a:pt x="404730" y="320586"/>
                    </a:cubicBezTo>
                    <a:cubicBezTo>
                      <a:pt x="404293" y="320283"/>
                      <a:pt x="401836" y="316515"/>
                      <a:pt x="401836" y="316515"/>
                    </a:cubicBezTo>
                    <a:lnTo>
                      <a:pt x="400220" y="313050"/>
                    </a:lnTo>
                    <a:lnTo>
                      <a:pt x="400220" y="311301"/>
                    </a:lnTo>
                    <a:lnTo>
                      <a:pt x="405235" y="315069"/>
                    </a:lnTo>
                    <a:lnTo>
                      <a:pt x="410519" y="317087"/>
                    </a:lnTo>
                    <a:lnTo>
                      <a:pt x="413548" y="318836"/>
                    </a:lnTo>
                    <a:lnTo>
                      <a:pt x="417317" y="318971"/>
                    </a:lnTo>
                    <a:lnTo>
                      <a:pt x="419067" y="317524"/>
                    </a:lnTo>
                    <a:lnTo>
                      <a:pt x="419336" y="313050"/>
                    </a:lnTo>
                    <a:lnTo>
                      <a:pt x="419336" y="307265"/>
                    </a:lnTo>
                    <a:lnTo>
                      <a:pt x="416879" y="303934"/>
                    </a:lnTo>
                    <a:lnTo>
                      <a:pt x="412538" y="300604"/>
                    </a:lnTo>
                    <a:lnTo>
                      <a:pt x="408197" y="295962"/>
                    </a:lnTo>
                    <a:lnTo>
                      <a:pt x="403720" y="290445"/>
                    </a:lnTo>
                    <a:lnTo>
                      <a:pt x="403720" y="286980"/>
                    </a:lnTo>
                    <a:lnTo>
                      <a:pt x="403720" y="281765"/>
                    </a:lnTo>
                    <a:lnTo>
                      <a:pt x="405672" y="280622"/>
                    </a:lnTo>
                    <a:cubicBezTo>
                      <a:pt x="405672" y="280622"/>
                      <a:pt x="410081" y="285970"/>
                      <a:pt x="410687" y="286408"/>
                    </a:cubicBezTo>
                    <a:cubicBezTo>
                      <a:pt x="411259" y="286845"/>
                      <a:pt x="413009" y="291487"/>
                      <a:pt x="413009" y="291487"/>
                    </a:cubicBezTo>
                    <a:lnTo>
                      <a:pt x="417519" y="296702"/>
                    </a:lnTo>
                    <a:lnTo>
                      <a:pt x="421725" y="301041"/>
                    </a:lnTo>
                    <a:lnTo>
                      <a:pt x="425360" y="306390"/>
                    </a:lnTo>
                    <a:lnTo>
                      <a:pt x="426673" y="308139"/>
                    </a:lnTo>
                    <a:lnTo>
                      <a:pt x="432327" y="309283"/>
                    </a:lnTo>
                    <a:lnTo>
                      <a:pt x="433774" y="311032"/>
                    </a:lnTo>
                    <a:cubicBezTo>
                      <a:pt x="433774" y="311032"/>
                      <a:pt x="436533" y="316246"/>
                      <a:pt x="436837" y="316818"/>
                    </a:cubicBezTo>
                    <a:cubicBezTo>
                      <a:pt x="437106" y="317390"/>
                      <a:pt x="438586" y="321326"/>
                      <a:pt x="438586" y="321326"/>
                    </a:cubicBezTo>
                    <a:cubicBezTo>
                      <a:pt x="438586" y="321326"/>
                      <a:pt x="441918" y="326977"/>
                      <a:pt x="442188" y="328424"/>
                    </a:cubicBezTo>
                    <a:cubicBezTo>
                      <a:pt x="442490" y="329870"/>
                      <a:pt x="443500" y="331317"/>
                      <a:pt x="443500" y="331317"/>
                    </a:cubicBezTo>
                    <a:cubicBezTo>
                      <a:pt x="443500" y="331317"/>
                      <a:pt x="444678" y="334210"/>
                      <a:pt x="444813" y="334647"/>
                    </a:cubicBezTo>
                    <a:cubicBezTo>
                      <a:pt x="444947" y="335085"/>
                      <a:pt x="446866" y="337406"/>
                      <a:pt x="446866" y="337406"/>
                    </a:cubicBezTo>
                    <a:lnTo>
                      <a:pt x="449895" y="338280"/>
                    </a:lnTo>
                    <a:lnTo>
                      <a:pt x="455246" y="338280"/>
                    </a:lnTo>
                    <a:cubicBezTo>
                      <a:pt x="455246" y="338280"/>
                      <a:pt x="457568" y="337708"/>
                      <a:pt x="458005" y="337406"/>
                    </a:cubicBezTo>
                    <a:cubicBezTo>
                      <a:pt x="458443" y="337103"/>
                      <a:pt x="462347" y="336397"/>
                      <a:pt x="462347" y="336397"/>
                    </a:cubicBezTo>
                    <a:lnTo>
                      <a:pt x="466116" y="335959"/>
                    </a:lnTo>
                    <a:lnTo>
                      <a:pt x="468135" y="334647"/>
                    </a:lnTo>
                    <a:lnTo>
                      <a:pt x="470895" y="331451"/>
                    </a:lnTo>
                    <a:lnTo>
                      <a:pt x="474227" y="329568"/>
                    </a:lnTo>
                    <a:lnTo>
                      <a:pt x="480453" y="329568"/>
                    </a:lnTo>
                    <a:lnTo>
                      <a:pt x="484525" y="329332"/>
                    </a:lnTo>
                    <a:lnTo>
                      <a:pt x="487116" y="329837"/>
                    </a:lnTo>
                    <a:lnTo>
                      <a:pt x="491761" y="329971"/>
                    </a:lnTo>
                    <a:lnTo>
                      <a:pt x="493646" y="327213"/>
                    </a:lnTo>
                    <a:lnTo>
                      <a:pt x="498997" y="326775"/>
                    </a:lnTo>
                    <a:lnTo>
                      <a:pt x="504650" y="328087"/>
                    </a:lnTo>
                    <a:lnTo>
                      <a:pt x="508252" y="331855"/>
                    </a:lnTo>
                    <a:lnTo>
                      <a:pt x="510877" y="334883"/>
                    </a:lnTo>
                    <a:lnTo>
                      <a:pt x="514646" y="338785"/>
                    </a:lnTo>
                    <a:lnTo>
                      <a:pt x="519559" y="337036"/>
                    </a:lnTo>
                    <a:lnTo>
                      <a:pt x="523194" y="335724"/>
                    </a:lnTo>
                    <a:lnTo>
                      <a:pt x="525819" y="333537"/>
                    </a:lnTo>
                    <a:lnTo>
                      <a:pt x="525684" y="329769"/>
                    </a:lnTo>
                    <a:lnTo>
                      <a:pt x="523362" y="325867"/>
                    </a:lnTo>
                    <a:lnTo>
                      <a:pt x="519458" y="322537"/>
                    </a:lnTo>
                    <a:lnTo>
                      <a:pt x="515252" y="319341"/>
                    </a:lnTo>
                    <a:lnTo>
                      <a:pt x="512357" y="313690"/>
                    </a:lnTo>
                    <a:lnTo>
                      <a:pt x="514511" y="309182"/>
                    </a:lnTo>
                    <a:lnTo>
                      <a:pt x="517540" y="306995"/>
                    </a:lnTo>
                    <a:lnTo>
                      <a:pt x="523194" y="305986"/>
                    </a:lnTo>
                    <a:lnTo>
                      <a:pt x="528983" y="303362"/>
                    </a:lnTo>
                    <a:lnTo>
                      <a:pt x="532449" y="299729"/>
                    </a:lnTo>
                    <a:lnTo>
                      <a:pt x="535343" y="296533"/>
                    </a:lnTo>
                    <a:lnTo>
                      <a:pt x="543454" y="296971"/>
                    </a:lnTo>
                    <a:lnTo>
                      <a:pt x="544329" y="302488"/>
                    </a:lnTo>
                    <a:lnTo>
                      <a:pt x="544901" y="306558"/>
                    </a:lnTo>
                    <a:lnTo>
                      <a:pt x="542142" y="309148"/>
                    </a:lnTo>
                    <a:lnTo>
                      <a:pt x="538945" y="312781"/>
                    </a:lnTo>
                    <a:cubicBezTo>
                      <a:pt x="538945" y="312781"/>
                      <a:pt x="537060" y="316246"/>
                      <a:pt x="536488" y="316852"/>
                    </a:cubicBezTo>
                    <a:cubicBezTo>
                      <a:pt x="535916" y="317457"/>
                      <a:pt x="536488" y="320922"/>
                      <a:pt x="536488" y="320922"/>
                    </a:cubicBezTo>
                    <a:lnTo>
                      <a:pt x="539247" y="323546"/>
                    </a:lnTo>
                    <a:lnTo>
                      <a:pt x="544026" y="325127"/>
                    </a:lnTo>
                    <a:lnTo>
                      <a:pt x="549108" y="326271"/>
                    </a:lnTo>
                    <a:lnTo>
                      <a:pt x="553753" y="328289"/>
                    </a:lnTo>
                    <a:lnTo>
                      <a:pt x="556815" y="326843"/>
                    </a:lnTo>
                    <a:lnTo>
                      <a:pt x="558969" y="323815"/>
                    </a:lnTo>
                    <a:lnTo>
                      <a:pt x="558531" y="318601"/>
                    </a:lnTo>
                    <a:lnTo>
                      <a:pt x="558094" y="316414"/>
                    </a:lnTo>
                    <a:lnTo>
                      <a:pt x="554628" y="309889"/>
                    </a:lnTo>
                    <a:lnTo>
                      <a:pt x="552440" y="308139"/>
                    </a:lnTo>
                    <a:lnTo>
                      <a:pt x="555032" y="304674"/>
                    </a:lnTo>
                    <a:lnTo>
                      <a:pt x="557185" y="306424"/>
                    </a:lnTo>
                    <a:lnTo>
                      <a:pt x="560248" y="309889"/>
                    </a:lnTo>
                    <a:lnTo>
                      <a:pt x="562839" y="312041"/>
                    </a:lnTo>
                    <a:lnTo>
                      <a:pt x="564589" y="312041"/>
                    </a:lnTo>
                    <a:lnTo>
                      <a:pt x="567181" y="312041"/>
                    </a:lnTo>
                    <a:lnTo>
                      <a:pt x="567181" y="307702"/>
                    </a:lnTo>
                    <a:lnTo>
                      <a:pt x="567181" y="304237"/>
                    </a:lnTo>
                    <a:lnTo>
                      <a:pt x="567181" y="300772"/>
                    </a:lnTo>
                    <a:lnTo>
                      <a:pt x="567181" y="298182"/>
                    </a:lnTo>
                    <a:lnTo>
                      <a:pt x="573474" y="296870"/>
                    </a:lnTo>
                    <a:lnTo>
                      <a:pt x="579768" y="295995"/>
                    </a:lnTo>
                    <a:lnTo>
                      <a:pt x="584984" y="292093"/>
                    </a:lnTo>
                    <a:lnTo>
                      <a:pt x="588450" y="291218"/>
                    </a:lnTo>
                    <a:lnTo>
                      <a:pt x="593229" y="286879"/>
                    </a:lnTo>
                    <a:lnTo>
                      <a:pt x="596696" y="288628"/>
                    </a:lnTo>
                    <a:lnTo>
                      <a:pt x="596696" y="290377"/>
                    </a:lnTo>
                    <a:lnTo>
                      <a:pt x="593229" y="292127"/>
                    </a:lnTo>
                    <a:lnTo>
                      <a:pt x="593229" y="293876"/>
                    </a:lnTo>
                    <a:lnTo>
                      <a:pt x="593229" y="299090"/>
                    </a:lnTo>
                    <a:lnTo>
                      <a:pt x="595619" y="305179"/>
                    </a:lnTo>
                    <a:lnTo>
                      <a:pt x="602350" y="306491"/>
                    </a:lnTo>
                    <a:lnTo>
                      <a:pt x="609316" y="307668"/>
                    </a:lnTo>
                    <a:lnTo>
                      <a:pt x="616720" y="310393"/>
                    </a:lnTo>
                    <a:lnTo>
                      <a:pt x="625403" y="310393"/>
                    </a:lnTo>
                    <a:lnTo>
                      <a:pt x="630182" y="307769"/>
                    </a:lnTo>
                    <a:lnTo>
                      <a:pt x="628432" y="299931"/>
                    </a:lnTo>
                    <a:lnTo>
                      <a:pt x="626682" y="297744"/>
                    </a:lnTo>
                    <a:lnTo>
                      <a:pt x="621903" y="292093"/>
                    </a:lnTo>
                    <a:lnTo>
                      <a:pt x="617562" y="288628"/>
                    </a:lnTo>
                    <a:lnTo>
                      <a:pt x="617562" y="284288"/>
                    </a:lnTo>
                    <a:lnTo>
                      <a:pt x="621466" y="282977"/>
                    </a:lnTo>
                    <a:lnTo>
                      <a:pt x="628869" y="284726"/>
                    </a:lnTo>
                    <a:lnTo>
                      <a:pt x="631057" y="282539"/>
                    </a:lnTo>
                    <a:lnTo>
                      <a:pt x="633649" y="277762"/>
                    </a:lnTo>
                    <a:lnTo>
                      <a:pt x="636711" y="278200"/>
                    </a:lnTo>
                    <a:lnTo>
                      <a:pt x="636711" y="281665"/>
                    </a:lnTo>
                    <a:lnTo>
                      <a:pt x="636711" y="287316"/>
                    </a:lnTo>
                    <a:lnTo>
                      <a:pt x="643240" y="293842"/>
                    </a:lnTo>
                    <a:lnTo>
                      <a:pt x="650610" y="299931"/>
                    </a:lnTo>
                    <a:lnTo>
                      <a:pt x="659327" y="294280"/>
                    </a:lnTo>
                    <a:lnTo>
                      <a:pt x="665418" y="289940"/>
                    </a:lnTo>
                    <a:lnTo>
                      <a:pt x="671072" y="286038"/>
                    </a:lnTo>
                    <a:lnTo>
                      <a:pt x="673260" y="283447"/>
                    </a:lnTo>
                    <a:lnTo>
                      <a:pt x="673260" y="279983"/>
                    </a:lnTo>
                    <a:lnTo>
                      <a:pt x="673260" y="274399"/>
                    </a:lnTo>
                    <a:lnTo>
                      <a:pt x="678476" y="276585"/>
                    </a:lnTo>
                    <a:lnTo>
                      <a:pt x="678476" y="282674"/>
                    </a:lnTo>
                    <a:lnTo>
                      <a:pt x="683491" y="286139"/>
                    </a:lnTo>
                    <a:lnTo>
                      <a:pt x="688943" y="282674"/>
                    </a:lnTo>
                    <a:lnTo>
                      <a:pt x="694159" y="276148"/>
                    </a:lnTo>
                    <a:lnTo>
                      <a:pt x="698501" y="270496"/>
                    </a:lnTo>
                    <a:lnTo>
                      <a:pt x="700251" y="270496"/>
                    </a:lnTo>
                    <a:lnTo>
                      <a:pt x="710684" y="268747"/>
                    </a:lnTo>
                    <a:lnTo>
                      <a:pt x="720242" y="268747"/>
                    </a:lnTo>
                    <a:lnTo>
                      <a:pt x="727208" y="262658"/>
                    </a:lnTo>
                    <a:lnTo>
                      <a:pt x="727208" y="257444"/>
                    </a:lnTo>
                    <a:lnTo>
                      <a:pt x="727208" y="246578"/>
                    </a:lnTo>
                    <a:lnTo>
                      <a:pt x="733300" y="240927"/>
                    </a:lnTo>
                    <a:lnTo>
                      <a:pt x="744170" y="240927"/>
                    </a:lnTo>
                    <a:lnTo>
                      <a:pt x="751574" y="237900"/>
                    </a:lnTo>
                    <a:lnTo>
                      <a:pt x="748949" y="232248"/>
                    </a:lnTo>
                    <a:lnTo>
                      <a:pt x="745920" y="232248"/>
                    </a:lnTo>
                    <a:lnTo>
                      <a:pt x="745483" y="225722"/>
                    </a:lnTo>
                    <a:lnTo>
                      <a:pt x="740704" y="222257"/>
                    </a:lnTo>
                    <a:lnTo>
                      <a:pt x="748545" y="217480"/>
                    </a:lnTo>
                    <a:lnTo>
                      <a:pt x="750699" y="225318"/>
                    </a:lnTo>
                    <a:lnTo>
                      <a:pt x="756791" y="225318"/>
                    </a:lnTo>
                    <a:lnTo>
                      <a:pt x="756791" y="218355"/>
                    </a:lnTo>
                    <a:lnTo>
                      <a:pt x="764598" y="218355"/>
                    </a:lnTo>
                    <a:lnTo>
                      <a:pt x="767190" y="212266"/>
                    </a:lnTo>
                    <a:lnTo>
                      <a:pt x="767190" y="205303"/>
                    </a:lnTo>
                    <a:lnTo>
                      <a:pt x="767190" y="200963"/>
                    </a:lnTo>
                    <a:lnTo>
                      <a:pt x="769815" y="195749"/>
                    </a:lnTo>
                    <a:lnTo>
                      <a:pt x="776781" y="195749"/>
                    </a:lnTo>
                    <a:lnTo>
                      <a:pt x="784623" y="195749"/>
                    </a:lnTo>
                    <a:lnTo>
                      <a:pt x="784623" y="193159"/>
                    </a:lnTo>
                    <a:lnTo>
                      <a:pt x="787080" y="188987"/>
                    </a:lnTo>
                    <a:lnTo>
                      <a:pt x="780147" y="183168"/>
                    </a:lnTo>
                    <a:close/>
                  </a:path>
                </a:pathLst>
              </a:custGeom>
              <a:grpFill/>
              <a:ln w="6350" cap="flat">
                <a:solidFill>
                  <a:schemeClr val="bg1"/>
                </a:solidFill>
                <a:prstDash val="solid"/>
                <a:miter/>
              </a:ln>
            </p:spPr>
            <p:txBody>
              <a:bodyPr rtlCol="0" anchor="ctr"/>
              <a:lstStyle/>
              <a:p>
                <a:endParaRPr lang="en-US"/>
              </a:p>
            </p:txBody>
          </p:sp>
          <p:sp>
            <p:nvSpPr>
              <p:cNvPr id="96" name="Freeform 935">
                <a:extLst>
                  <a:ext uri="{FF2B5EF4-FFF2-40B4-BE49-F238E27FC236}">
                    <a16:creationId xmlns:a16="http://schemas.microsoft.com/office/drawing/2014/main" id="{D68F023A-845D-4C8A-4E0C-FB1C43B82887}"/>
                  </a:ext>
                </a:extLst>
              </p:cNvPr>
              <p:cNvSpPr/>
              <p:nvPr/>
            </p:nvSpPr>
            <p:spPr>
              <a:xfrm>
                <a:off x="5379137" y="3766461"/>
                <a:ext cx="7841" cy="6761"/>
              </a:xfrm>
              <a:custGeom>
                <a:avLst/>
                <a:gdLst>
                  <a:gd name="connsiteX0" fmla="*/ 1414 w 7841"/>
                  <a:gd name="connsiteY0" fmla="*/ 4878 h 6761"/>
                  <a:gd name="connsiteX1" fmla="*/ 4846 w 7841"/>
                  <a:gd name="connsiteY1" fmla="*/ 6762 h 6761"/>
                  <a:gd name="connsiteX2" fmla="*/ 7842 w 7841"/>
                  <a:gd name="connsiteY2" fmla="*/ 5416 h 6761"/>
                  <a:gd name="connsiteX3" fmla="*/ 7842 w 7841"/>
                  <a:gd name="connsiteY3" fmla="*/ 2590 h 6761"/>
                  <a:gd name="connsiteX4" fmla="*/ 6092 w 7841"/>
                  <a:gd name="connsiteY4" fmla="*/ 0 h 6761"/>
                  <a:gd name="connsiteX5" fmla="*/ 1750 w 7841"/>
                  <a:gd name="connsiteY5" fmla="*/ 0 h 6761"/>
                  <a:gd name="connsiteX6" fmla="*/ 0 w 7841"/>
                  <a:gd name="connsiteY6" fmla="*/ 2153 h 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1" h="6761">
                    <a:moveTo>
                      <a:pt x="1414" y="4878"/>
                    </a:moveTo>
                    <a:lnTo>
                      <a:pt x="4846" y="6762"/>
                    </a:lnTo>
                    <a:lnTo>
                      <a:pt x="7842" y="5416"/>
                    </a:lnTo>
                    <a:lnTo>
                      <a:pt x="7842" y="2590"/>
                    </a:lnTo>
                    <a:lnTo>
                      <a:pt x="6092" y="0"/>
                    </a:lnTo>
                    <a:lnTo>
                      <a:pt x="1750" y="0"/>
                    </a:lnTo>
                    <a:lnTo>
                      <a:pt x="0" y="2153"/>
                    </a:lnTo>
                    <a:close/>
                  </a:path>
                </a:pathLst>
              </a:custGeom>
              <a:grpFill/>
              <a:ln w="6350" cap="flat">
                <a:solidFill>
                  <a:schemeClr val="bg1"/>
                </a:solidFill>
                <a:prstDash val="solid"/>
                <a:miter/>
              </a:ln>
            </p:spPr>
            <p:txBody>
              <a:bodyPr rtlCol="0" anchor="ctr"/>
              <a:lstStyle/>
              <a:p>
                <a:endParaRPr lang="en-US"/>
              </a:p>
            </p:txBody>
          </p:sp>
          <p:sp>
            <p:nvSpPr>
              <p:cNvPr id="97" name="Freeform 936">
                <a:extLst>
                  <a:ext uri="{FF2B5EF4-FFF2-40B4-BE49-F238E27FC236}">
                    <a16:creationId xmlns:a16="http://schemas.microsoft.com/office/drawing/2014/main" id="{197E925E-E86E-81FE-09B4-75EBC8997001}"/>
                  </a:ext>
                </a:extLst>
              </p:cNvPr>
              <p:cNvSpPr/>
              <p:nvPr/>
            </p:nvSpPr>
            <p:spPr>
              <a:xfrm>
                <a:off x="5440658" y="3744730"/>
                <a:ext cx="3701" cy="3902"/>
              </a:xfrm>
              <a:custGeom>
                <a:avLst/>
                <a:gdLst>
                  <a:gd name="connsiteX0" fmla="*/ 3702 w 3701"/>
                  <a:gd name="connsiteY0" fmla="*/ 1716 h 3902"/>
                  <a:gd name="connsiteX1" fmla="*/ 3702 w 3701"/>
                  <a:gd name="connsiteY1" fmla="*/ 0 h 3902"/>
                  <a:gd name="connsiteX2" fmla="*/ 0 w 3701"/>
                  <a:gd name="connsiteY2" fmla="*/ 1716 h 3902"/>
                  <a:gd name="connsiteX3" fmla="*/ 1851 w 3701"/>
                  <a:gd name="connsiteY3" fmla="*/ 3902 h 3902"/>
                </a:gdLst>
                <a:ahLst/>
                <a:cxnLst>
                  <a:cxn ang="0">
                    <a:pos x="connsiteX0" y="connsiteY0"/>
                  </a:cxn>
                  <a:cxn ang="0">
                    <a:pos x="connsiteX1" y="connsiteY1"/>
                  </a:cxn>
                  <a:cxn ang="0">
                    <a:pos x="connsiteX2" y="connsiteY2"/>
                  </a:cxn>
                  <a:cxn ang="0">
                    <a:pos x="connsiteX3" y="connsiteY3"/>
                  </a:cxn>
                </a:cxnLst>
                <a:rect l="l" t="t" r="r" b="b"/>
                <a:pathLst>
                  <a:path w="3701" h="3902">
                    <a:moveTo>
                      <a:pt x="3702" y="1716"/>
                    </a:moveTo>
                    <a:lnTo>
                      <a:pt x="3702" y="0"/>
                    </a:lnTo>
                    <a:lnTo>
                      <a:pt x="0" y="1716"/>
                    </a:lnTo>
                    <a:lnTo>
                      <a:pt x="1851" y="3902"/>
                    </a:lnTo>
                    <a:close/>
                  </a:path>
                </a:pathLst>
              </a:custGeom>
              <a:grpFill/>
              <a:ln w="6350" cap="flat">
                <a:solidFill>
                  <a:schemeClr val="bg1"/>
                </a:solidFill>
                <a:prstDash val="solid"/>
                <a:miter/>
              </a:ln>
            </p:spPr>
            <p:txBody>
              <a:bodyPr rtlCol="0" anchor="ctr"/>
              <a:lstStyle/>
              <a:p>
                <a:endParaRPr lang="en-US"/>
              </a:p>
            </p:txBody>
          </p:sp>
          <p:sp>
            <p:nvSpPr>
              <p:cNvPr id="98" name="Freeform 937">
                <a:extLst>
                  <a:ext uri="{FF2B5EF4-FFF2-40B4-BE49-F238E27FC236}">
                    <a16:creationId xmlns:a16="http://schemas.microsoft.com/office/drawing/2014/main" id="{105D5EEC-516B-B267-FB4D-F3A5A50046FC}"/>
                  </a:ext>
                </a:extLst>
              </p:cNvPr>
              <p:cNvSpPr/>
              <p:nvPr/>
            </p:nvSpPr>
            <p:spPr>
              <a:xfrm>
                <a:off x="5451326" y="3743822"/>
                <a:ext cx="10466" cy="8712"/>
              </a:xfrm>
              <a:custGeom>
                <a:avLst/>
                <a:gdLst>
                  <a:gd name="connsiteX0" fmla="*/ 0 w 10466"/>
                  <a:gd name="connsiteY0" fmla="*/ 4373 h 8712"/>
                  <a:gd name="connsiteX1" fmla="*/ 0 w 10466"/>
                  <a:gd name="connsiteY1" fmla="*/ 8713 h 8712"/>
                  <a:gd name="connsiteX2" fmla="*/ 3062 w 10466"/>
                  <a:gd name="connsiteY2" fmla="*/ 8713 h 8712"/>
                  <a:gd name="connsiteX3" fmla="*/ 6327 w 10466"/>
                  <a:gd name="connsiteY3" fmla="*/ 6526 h 8712"/>
                  <a:gd name="connsiteX4" fmla="*/ 8615 w 10466"/>
                  <a:gd name="connsiteY4" fmla="*/ 4777 h 8712"/>
                  <a:gd name="connsiteX5" fmla="*/ 10467 w 10466"/>
                  <a:gd name="connsiteY5" fmla="*/ 2826 h 8712"/>
                  <a:gd name="connsiteX6" fmla="*/ 10467 w 10466"/>
                  <a:gd name="connsiteY6" fmla="*/ 875 h 8712"/>
                  <a:gd name="connsiteX7" fmla="*/ 10467 w 10466"/>
                  <a:gd name="connsiteY7" fmla="*/ 0 h 8712"/>
                  <a:gd name="connsiteX8" fmla="*/ 4375 w 10466"/>
                  <a:gd name="connsiteY8" fmla="*/ 0 h 8712"/>
                  <a:gd name="connsiteX9" fmla="*/ 2625 w 10466"/>
                  <a:gd name="connsiteY9" fmla="*/ 0 h 8712"/>
                  <a:gd name="connsiteX10" fmla="*/ 2423 w 10466"/>
                  <a:gd name="connsiteY10" fmla="*/ 2826 h 8712"/>
                  <a:gd name="connsiteX11" fmla="*/ 0 w 10466"/>
                  <a:gd name="connsiteY11" fmla="*/ 4373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66" h="8712">
                    <a:moveTo>
                      <a:pt x="0" y="4373"/>
                    </a:moveTo>
                    <a:lnTo>
                      <a:pt x="0" y="8713"/>
                    </a:lnTo>
                    <a:lnTo>
                      <a:pt x="3062" y="8713"/>
                    </a:lnTo>
                    <a:cubicBezTo>
                      <a:pt x="3062" y="8713"/>
                      <a:pt x="5452" y="5887"/>
                      <a:pt x="6327" y="6526"/>
                    </a:cubicBezTo>
                    <a:cubicBezTo>
                      <a:pt x="7202" y="7199"/>
                      <a:pt x="8615" y="4777"/>
                      <a:pt x="8615" y="4777"/>
                    </a:cubicBezTo>
                    <a:lnTo>
                      <a:pt x="10467" y="2826"/>
                    </a:lnTo>
                    <a:lnTo>
                      <a:pt x="10467" y="875"/>
                    </a:lnTo>
                    <a:lnTo>
                      <a:pt x="10467" y="0"/>
                    </a:lnTo>
                    <a:lnTo>
                      <a:pt x="4375" y="0"/>
                    </a:lnTo>
                    <a:lnTo>
                      <a:pt x="2625" y="0"/>
                    </a:lnTo>
                    <a:lnTo>
                      <a:pt x="2423" y="2826"/>
                    </a:lnTo>
                    <a:lnTo>
                      <a:pt x="0" y="4373"/>
                    </a:lnTo>
                    <a:close/>
                  </a:path>
                </a:pathLst>
              </a:custGeom>
              <a:grpFill/>
              <a:ln w="6350" cap="flat">
                <a:solidFill>
                  <a:schemeClr val="bg1"/>
                </a:solidFill>
                <a:prstDash val="solid"/>
                <a:miter/>
              </a:ln>
            </p:spPr>
            <p:txBody>
              <a:bodyPr rtlCol="0" anchor="ctr"/>
              <a:lstStyle/>
              <a:p>
                <a:endParaRPr lang="en-US"/>
              </a:p>
            </p:txBody>
          </p:sp>
          <p:sp>
            <p:nvSpPr>
              <p:cNvPr id="99" name="Freeform 938">
                <a:extLst>
                  <a:ext uri="{FF2B5EF4-FFF2-40B4-BE49-F238E27FC236}">
                    <a16:creationId xmlns:a16="http://schemas.microsoft.com/office/drawing/2014/main" id="{BAC7B82F-EFD2-3F18-63CF-ACD9B7FDC798}"/>
                  </a:ext>
                </a:extLst>
              </p:cNvPr>
              <p:cNvSpPr/>
              <p:nvPr/>
            </p:nvSpPr>
            <p:spPr>
              <a:xfrm>
                <a:off x="5469803" y="3733427"/>
                <a:ext cx="18038" cy="22572"/>
              </a:xfrm>
              <a:custGeom>
                <a:avLst/>
                <a:gdLst>
                  <a:gd name="connsiteX0" fmla="*/ 2692 w 18038"/>
                  <a:gd name="connsiteY0" fmla="*/ 17257 h 22572"/>
                  <a:gd name="connsiteX1" fmla="*/ 6226 w 18038"/>
                  <a:gd name="connsiteY1" fmla="*/ 20789 h 22572"/>
                  <a:gd name="connsiteX2" fmla="*/ 7808 w 18038"/>
                  <a:gd name="connsiteY2" fmla="*/ 22572 h 22572"/>
                  <a:gd name="connsiteX3" fmla="*/ 10197 w 18038"/>
                  <a:gd name="connsiteY3" fmla="*/ 22572 h 22572"/>
                  <a:gd name="connsiteX4" fmla="*/ 11510 w 18038"/>
                  <a:gd name="connsiteY4" fmla="*/ 19713 h 22572"/>
                  <a:gd name="connsiteX5" fmla="*/ 10197 w 18038"/>
                  <a:gd name="connsiteY5" fmla="*/ 15205 h 22572"/>
                  <a:gd name="connsiteX6" fmla="*/ 11510 w 18038"/>
                  <a:gd name="connsiteY6" fmla="*/ 13254 h 22572"/>
                  <a:gd name="connsiteX7" fmla="*/ 13899 w 18038"/>
                  <a:gd name="connsiteY7" fmla="*/ 10866 h 22572"/>
                  <a:gd name="connsiteX8" fmla="*/ 16962 w 18038"/>
                  <a:gd name="connsiteY8" fmla="*/ 6930 h 22572"/>
                  <a:gd name="connsiteX9" fmla="*/ 18039 w 18038"/>
                  <a:gd name="connsiteY9" fmla="*/ 6930 h 22572"/>
                  <a:gd name="connsiteX10" fmla="*/ 18039 w 18038"/>
                  <a:gd name="connsiteY10" fmla="*/ 2590 h 22572"/>
                  <a:gd name="connsiteX11" fmla="*/ 16087 w 18038"/>
                  <a:gd name="connsiteY11" fmla="*/ 0 h 22572"/>
                  <a:gd name="connsiteX12" fmla="*/ 11947 w 18038"/>
                  <a:gd name="connsiteY12" fmla="*/ 0 h 22572"/>
                  <a:gd name="connsiteX13" fmla="*/ 8481 w 18038"/>
                  <a:gd name="connsiteY13" fmla="*/ 0 h 22572"/>
                  <a:gd name="connsiteX14" fmla="*/ 6091 w 18038"/>
                  <a:gd name="connsiteY14" fmla="*/ 2590 h 22572"/>
                  <a:gd name="connsiteX15" fmla="*/ 4981 w 18038"/>
                  <a:gd name="connsiteY15" fmla="*/ 6291 h 22572"/>
                  <a:gd name="connsiteX16" fmla="*/ 2692 w 18038"/>
                  <a:gd name="connsiteY16" fmla="*/ 10429 h 22572"/>
                  <a:gd name="connsiteX17" fmla="*/ 0 w 18038"/>
                  <a:gd name="connsiteY17" fmla="*/ 11303 h 22572"/>
                  <a:gd name="connsiteX18" fmla="*/ 1313 w 18038"/>
                  <a:gd name="connsiteY18" fmla="*/ 13254 h 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38" h="22572">
                    <a:moveTo>
                      <a:pt x="2692" y="17257"/>
                    </a:moveTo>
                    <a:lnTo>
                      <a:pt x="6226" y="20789"/>
                    </a:lnTo>
                    <a:lnTo>
                      <a:pt x="7808" y="22572"/>
                    </a:lnTo>
                    <a:lnTo>
                      <a:pt x="10197" y="22572"/>
                    </a:lnTo>
                    <a:lnTo>
                      <a:pt x="11510" y="19713"/>
                    </a:lnTo>
                    <a:lnTo>
                      <a:pt x="10197" y="15205"/>
                    </a:lnTo>
                    <a:lnTo>
                      <a:pt x="11510" y="13254"/>
                    </a:lnTo>
                    <a:lnTo>
                      <a:pt x="13899" y="10866"/>
                    </a:lnTo>
                    <a:lnTo>
                      <a:pt x="16962" y="6930"/>
                    </a:lnTo>
                    <a:lnTo>
                      <a:pt x="18039" y="6930"/>
                    </a:lnTo>
                    <a:lnTo>
                      <a:pt x="18039" y="2590"/>
                    </a:lnTo>
                    <a:lnTo>
                      <a:pt x="16087" y="0"/>
                    </a:lnTo>
                    <a:lnTo>
                      <a:pt x="11947" y="0"/>
                    </a:lnTo>
                    <a:lnTo>
                      <a:pt x="8481" y="0"/>
                    </a:lnTo>
                    <a:lnTo>
                      <a:pt x="6091" y="2590"/>
                    </a:lnTo>
                    <a:lnTo>
                      <a:pt x="4981" y="6291"/>
                    </a:lnTo>
                    <a:lnTo>
                      <a:pt x="2692" y="10429"/>
                    </a:lnTo>
                    <a:lnTo>
                      <a:pt x="0" y="11303"/>
                    </a:lnTo>
                    <a:lnTo>
                      <a:pt x="1313" y="13254"/>
                    </a:lnTo>
                    <a:close/>
                  </a:path>
                </a:pathLst>
              </a:custGeom>
              <a:grpFill/>
              <a:ln w="6350" cap="flat">
                <a:solidFill>
                  <a:schemeClr val="bg1"/>
                </a:solidFill>
                <a:prstDash val="solid"/>
                <a:miter/>
              </a:ln>
            </p:spPr>
            <p:txBody>
              <a:bodyPr rtlCol="0" anchor="ctr"/>
              <a:lstStyle/>
              <a:p>
                <a:endParaRPr lang="en-US"/>
              </a:p>
            </p:txBody>
          </p:sp>
          <p:sp>
            <p:nvSpPr>
              <p:cNvPr id="100" name="Freeform 939">
                <a:extLst>
                  <a:ext uri="{FF2B5EF4-FFF2-40B4-BE49-F238E27FC236}">
                    <a16:creationId xmlns:a16="http://schemas.microsoft.com/office/drawing/2014/main" id="{D60FF03E-64B6-0D9D-52C6-96610317D130}"/>
                  </a:ext>
                </a:extLst>
              </p:cNvPr>
              <p:cNvSpPr/>
              <p:nvPr/>
            </p:nvSpPr>
            <p:spPr>
              <a:xfrm>
                <a:off x="5489592" y="3748632"/>
                <a:ext cx="3668" cy="5920"/>
              </a:xfrm>
              <a:custGeom>
                <a:avLst/>
                <a:gdLst>
                  <a:gd name="connsiteX0" fmla="*/ 0 w 3668"/>
                  <a:gd name="connsiteY0" fmla="*/ 5921 h 5920"/>
                  <a:gd name="connsiteX1" fmla="*/ 3668 w 3668"/>
                  <a:gd name="connsiteY1" fmla="*/ 3936 h 5920"/>
                  <a:gd name="connsiteX2" fmla="*/ 0 w 3668"/>
                  <a:gd name="connsiteY2" fmla="*/ 0 h 5920"/>
                  <a:gd name="connsiteX3" fmla="*/ 0 w 3668"/>
                  <a:gd name="connsiteY3" fmla="*/ 3028 h 5920"/>
                </a:gdLst>
                <a:ahLst/>
                <a:cxnLst>
                  <a:cxn ang="0">
                    <a:pos x="connsiteX0" y="connsiteY0"/>
                  </a:cxn>
                  <a:cxn ang="0">
                    <a:pos x="connsiteX1" y="connsiteY1"/>
                  </a:cxn>
                  <a:cxn ang="0">
                    <a:pos x="connsiteX2" y="connsiteY2"/>
                  </a:cxn>
                  <a:cxn ang="0">
                    <a:pos x="connsiteX3" y="connsiteY3"/>
                  </a:cxn>
                </a:cxnLst>
                <a:rect l="l" t="t" r="r" b="b"/>
                <a:pathLst>
                  <a:path w="3668" h="5920">
                    <a:moveTo>
                      <a:pt x="0" y="5921"/>
                    </a:moveTo>
                    <a:lnTo>
                      <a:pt x="3668" y="3936"/>
                    </a:lnTo>
                    <a:lnTo>
                      <a:pt x="0" y="0"/>
                    </a:lnTo>
                    <a:lnTo>
                      <a:pt x="0" y="3028"/>
                    </a:lnTo>
                    <a:close/>
                  </a:path>
                </a:pathLst>
              </a:custGeom>
              <a:grpFill/>
              <a:ln w="6350" cap="flat">
                <a:solidFill>
                  <a:schemeClr val="bg1"/>
                </a:solidFill>
                <a:prstDash val="solid"/>
                <a:miter/>
              </a:ln>
            </p:spPr>
            <p:txBody>
              <a:bodyPr rtlCol="0" anchor="ctr"/>
              <a:lstStyle/>
              <a:p>
                <a:endParaRPr lang="en-US"/>
              </a:p>
            </p:txBody>
          </p:sp>
          <p:sp>
            <p:nvSpPr>
              <p:cNvPr id="101" name="Freeform 940">
                <a:extLst>
                  <a:ext uri="{FF2B5EF4-FFF2-40B4-BE49-F238E27FC236}">
                    <a16:creationId xmlns:a16="http://schemas.microsoft.com/office/drawing/2014/main" id="{5E2BEA9D-C458-9F54-7566-05AF9F195CB1}"/>
                  </a:ext>
                </a:extLst>
              </p:cNvPr>
              <p:cNvSpPr/>
              <p:nvPr/>
            </p:nvSpPr>
            <p:spPr>
              <a:xfrm>
                <a:off x="5514799" y="3717852"/>
                <a:ext cx="7740" cy="5146"/>
              </a:xfrm>
              <a:custGeom>
                <a:avLst/>
                <a:gdLst>
                  <a:gd name="connsiteX0" fmla="*/ 0 w 7740"/>
                  <a:gd name="connsiteY0" fmla="*/ 5147 h 5146"/>
                  <a:gd name="connsiteX1" fmla="*/ 3467 w 7740"/>
                  <a:gd name="connsiteY1" fmla="*/ 5147 h 5146"/>
                  <a:gd name="connsiteX2" fmla="*/ 5216 w 7740"/>
                  <a:gd name="connsiteY2" fmla="*/ 5147 h 5146"/>
                  <a:gd name="connsiteX3" fmla="*/ 6933 w 7740"/>
                  <a:gd name="connsiteY3" fmla="*/ 3667 h 5146"/>
                  <a:gd name="connsiteX4" fmla="*/ 7740 w 7740"/>
                  <a:gd name="connsiteY4" fmla="*/ 1817 h 5146"/>
                  <a:gd name="connsiteX5" fmla="*/ 6798 w 7740"/>
                  <a:gd name="connsiteY5" fmla="*/ 404 h 5146"/>
                  <a:gd name="connsiteX6" fmla="*/ 3837 w 7740"/>
                  <a:gd name="connsiteY6" fmla="*/ 0 h 5146"/>
                  <a:gd name="connsiteX7" fmla="*/ 2457 w 7740"/>
                  <a:gd name="connsiteY7" fmla="*/ 505 h 5146"/>
                  <a:gd name="connsiteX8" fmla="*/ 1380 w 7740"/>
                  <a:gd name="connsiteY8" fmla="*/ 1985 h 5146"/>
                  <a:gd name="connsiteX9" fmla="*/ 774 w 7740"/>
                  <a:gd name="connsiteY9" fmla="*/ 3230 h 5146"/>
                  <a:gd name="connsiteX10" fmla="*/ 0 w 7740"/>
                  <a:gd name="connsiteY10" fmla="*/ 5147 h 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40" h="5146">
                    <a:moveTo>
                      <a:pt x="0" y="5147"/>
                    </a:moveTo>
                    <a:lnTo>
                      <a:pt x="3467" y="5147"/>
                    </a:lnTo>
                    <a:lnTo>
                      <a:pt x="5216" y="5147"/>
                    </a:lnTo>
                    <a:cubicBezTo>
                      <a:pt x="5216" y="5147"/>
                      <a:pt x="6798" y="3734"/>
                      <a:pt x="6933" y="3667"/>
                    </a:cubicBezTo>
                    <a:cubicBezTo>
                      <a:pt x="7101" y="3633"/>
                      <a:pt x="7740" y="1817"/>
                      <a:pt x="7740" y="1817"/>
                    </a:cubicBezTo>
                    <a:lnTo>
                      <a:pt x="6798" y="404"/>
                    </a:lnTo>
                    <a:lnTo>
                      <a:pt x="3837" y="0"/>
                    </a:lnTo>
                    <a:lnTo>
                      <a:pt x="2457" y="505"/>
                    </a:lnTo>
                    <a:lnTo>
                      <a:pt x="1380" y="1985"/>
                    </a:lnTo>
                    <a:lnTo>
                      <a:pt x="774" y="3230"/>
                    </a:lnTo>
                    <a:lnTo>
                      <a:pt x="0" y="5147"/>
                    </a:lnTo>
                    <a:close/>
                  </a:path>
                </a:pathLst>
              </a:custGeom>
              <a:grpFill/>
              <a:ln w="6350" cap="flat">
                <a:solidFill>
                  <a:schemeClr val="bg1"/>
                </a:solidFill>
                <a:prstDash val="solid"/>
                <a:miter/>
              </a:ln>
            </p:spPr>
            <p:txBody>
              <a:bodyPr rtlCol="0" anchor="ctr"/>
              <a:lstStyle/>
              <a:p>
                <a:endParaRPr lang="en-US"/>
              </a:p>
            </p:txBody>
          </p:sp>
          <p:sp>
            <p:nvSpPr>
              <p:cNvPr id="102" name="Freeform 941">
                <a:extLst>
                  <a:ext uri="{FF2B5EF4-FFF2-40B4-BE49-F238E27FC236}">
                    <a16:creationId xmlns:a16="http://schemas.microsoft.com/office/drawing/2014/main" id="{14C8B96A-E5CF-8D69-8976-6C95AE67C4C6}"/>
                  </a:ext>
                </a:extLst>
              </p:cNvPr>
              <p:cNvSpPr/>
              <p:nvPr/>
            </p:nvSpPr>
            <p:spPr>
              <a:xfrm>
                <a:off x="5920808" y="3516149"/>
                <a:ext cx="16759" cy="13994"/>
              </a:xfrm>
              <a:custGeom>
                <a:avLst/>
                <a:gdLst>
                  <a:gd name="connsiteX0" fmla="*/ 34 w 16759"/>
                  <a:gd name="connsiteY0" fmla="*/ 9621 h 13994"/>
                  <a:gd name="connsiteX1" fmla="*/ 7707 w 16759"/>
                  <a:gd name="connsiteY1" fmla="*/ 13994 h 13994"/>
                  <a:gd name="connsiteX2" fmla="*/ 12486 w 16759"/>
                  <a:gd name="connsiteY2" fmla="*/ 11841 h 13994"/>
                  <a:gd name="connsiteX3" fmla="*/ 16760 w 16759"/>
                  <a:gd name="connsiteY3" fmla="*/ 5853 h 13994"/>
                  <a:gd name="connsiteX4" fmla="*/ 14942 w 16759"/>
                  <a:gd name="connsiteY4" fmla="*/ 0 h 13994"/>
                  <a:gd name="connsiteX5" fmla="*/ 6091 w 16759"/>
                  <a:gd name="connsiteY5" fmla="*/ 0 h 13994"/>
                  <a:gd name="connsiteX6" fmla="*/ 1548 w 16759"/>
                  <a:gd name="connsiteY6" fmla="*/ 4205 h 13994"/>
                  <a:gd name="connsiteX7" fmla="*/ 0 w 16759"/>
                  <a:gd name="connsiteY7" fmla="*/ 8275 h 13994"/>
                  <a:gd name="connsiteX8" fmla="*/ 0 w 16759"/>
                  <a:gd name="connsiteY8" fmla="*/ 9621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9" h="13994">
                    <a:moveTo>
                      <a:pt x="34" y="9621"/>
                    </a:moveTo>
                    <a:lnTo>
                      <a:pt x="7707" y="13994"/>
                    </a:lnTo>
                    <a:cubicBezTo>
                      <a:pt x="7707" y="13994"/>
                      <a:pt x="12217" y="12413"/>
                      <a:pt x="12486" y="11841"/>
                    </a:cubicBezTo>
                    <a:cubicBezTo>
                      <a:pt x="12755" y="11269"/>
                      <a:pt x="16760" y="6560"/>
                      <a:pt x="16760" y="5853"/>
                    </a:cubicBezTo>
                    <a:cubicBezTo>
                      <a:pt x="16760" y="5113"/>
                      <a:pt x="14942" y="0"/>
                      <a:pt x="14942" y="0"/>
                    </a:cubicBezTo>
                    <a:lnTo>
                      <a:pt x="6091" y="0"/>
                    </a:lnTo>
                    <a:lnTo>
                      <a:pt x="1548" y="4205"/>
                    </a:lnTo>
                    <a:lnTo>
                      <a:pt x="0" y="8275"/>
                    </a:lnTo>
                    <a:lnTo>
                      <a:pt x="0" y="9621"/>
                    </a:lnTo>
                    <a:close/>
                  </a:path>
                </a:pathLst>
              </a:custGeom>
              <a:grpFill/>
              <a:ln w="6350" cap="flat">
                <a:solidFill>
                  <a:schemeClr val="bg1"/>
                </a:solidFill>
                <a:prstDash val="solid"/>
                <a:miter/>
              </a:ln>
            </p:spPr>
            <p:txBody>
              <a:bodyPr rtlCol="0" anchor="ctr"/>
              <a:lstStyle/>
              <a:p>
                <a:endParaRPr lang="en-US"/>
              </a:p>
            </p:txBody>
          </p:sp>
          <p:sp>
            <p:nvSpPr>
              <p:cNvPr id="103" name="Freeform 942">
                <a:extLst>
                  <a:ext uri="{FF2B5EF4-FFF2-40B4-BE49-F238E27FC236}">
                    <a16:creationId xmlns:a16="http://schemas.microsoft.com/office/drawing/2014/main" id="{21FBF9C4-C8DA-F89A-0D12-4FF3EBAC9AAC}"/>
                  </a:ext>
                </a:extLst>
              </p:cNvPr>
              <p:cNvSpPr/>
              <p:nvPr/>
            </p:nvSpPr>
            <p:spPr>
              <a:xfrm>
                <a:off x="5238865" y="3831621"/>
                <a:ext cx="8985" cy="11235"/>
              </a:xfrm>
              <a:custGeom>
                <a:avLst/>
                <a:gdLst>
                  <a:gd name="connsiteX0" fmla="*/ 1615 w 8985"/>
                  <a:gd name="connsiteY0" fmla="*/ 5651 h 11235"/>
                  <a:gd name="connsiteX1" fmla="*/ 6899 w 8985"/>
                  <a:gd name="connsiteY1" fmla="*/ 11236 h 11235"/>
                  <a:gd name="connsiteX2" fmla="*/ 8986 w 8985"/>
                  <a:gd name="connsiteY2" fmla="*/ 8107 h 11235"/>
                  <a:gd name="connsiteX3" fmla="*/ 8986 w 8985"/>
                  <a:gd name="connsiteY3" fmla="*/ 1749 h 11235"/>
                  <a:gd name="connsiteX4" fmla="*/ 2894 w 8985"/>
                  <a:gd name="connsiteY4" fmla="*/ 0 h 11235"/>
                  <a:gd name="connsiteX5" fmla="*/ 0 w 8985"/>
                  <a:gd name="connsiteY5" fmla="*/ 5618 h 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5" h="11235">
                    <a:moveTo>
                      <a:pt x="1615" y="5651"/>
                    </a:moveTo>
                    <a:lnTo>
                      <a:pt x="6899" y="11236"/>
                    </a:lnTo>
                    <a:lnTo>
                      <a:pt x="8986" y="8107"/>
                    </a:lnTo>
                    <a:lnTo>
                      <a:pt x="8986" y="1749"/>
                    </a:lnTo>
                    <a:lnTo>
                      <a:pt x="2894" y="0"/>
                    </a:lnTo>
                    <a:lnTo>
                      <a:pt x="0" y="5618"/>
                    </a:lnTo>
                    <a:close/>
                  </a:path>
                </a:pathLst>
              </a:custGeom>
              <a:grpFill/>
              <a:ln w="6350" cap="flat">
                <a:solidFill>
                  <a:schemeClr val="bg1"/>
                </a:solidFill>
                <a:prstDash val="solid"/>
                <a:miter/>
              </a:ln>
            </p:spPr>
            <p:txBody>
              <a:bodyPr rtlCol="0" anchor="ctr"/>
              <a:lstStyle/>
              <a:p>
                <a:endParaRPr lang="en-US"/>
              </a:p>
            </p:txBody>
          </p:sp>
          <p:sp>
            <p:nvSpPr>
              <p:cNvPr id="104" name="Freeform 943">
                <a:extLst>
                  <a:ext uri="{FF2B5EF4-FFF2-40B4-BE49-F238E27FC236}">
                    <a16:creationId xmlns:a16="http://schemas.microsoft.com/office/drawing/2014/main" id="{5C86664C-9065-C78A-FC17-EBFF74262713}"/>
                  </a:ext>
                </a:extLst>
              </p:cNvPr>
              <p:cNvSpPr/>
              <p:nvPr/>
            </p:nvSpPr>
            <p:spPr>
              <a:xfrm>
                <a:off x="5235668" y="3866404"/>
                <a:ext cx="3870" cy="6088"/>
              </a:xfrm>
              <a:custGeom>
                <a:avLst/>
                <a:gdLst>
                  <a:gd name="connsiteX0" fmla="*/ 0 w 3870"/>
                  <a:gd name="connsiteY0" fmla="*/ 0 h 6088"/>
                  <a:gd name="connsiteX1" fmla="*/ 0 w 3870"/>
                  <a:gd name="connsiteY1" fmla="*/ 3465 h 6088"/>
                  <a:gd name="connsiteX2" fmla="*/ 740 w 3870"/>
                  <a:gd name="connsiteY2" fmla="*/ 6089 h 6088"/>
                  <a:gd name="connsiteX3" fmla="*/ 2625 w 3870"/>
                  <a:gd name="connsiteY3" fmla="*/ 6089 h 6088"/>
                  <a:gd name="connsiteX4" fmla="*/ 3500 w 3870"/>
                  <a:gd name="connsiteY4" fmla="*/ 4171 h 6088"/>
                  <a:gd name="connsiteX5" fmla="*/ 3870 w 3870"/>
                  <a:gd name="connsiteY5" fmla="*/ 3028 h 6088"/>
                  <a:gd name="connsiteX6" fmla="*/ 3197 w 3870"/>
                  <a:gd name="connsiteY6" fmla="*/ 1077 h 6088"/>
                  <a:gd name="connsiteX7" fmla="*/ 2255 w 3870"/>
                  <a:gd name="connsiteY7" fmla="*/ 572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 h="6088">
                    <a:moveTo>
                      <a:pt x="0" y="0"/>
                    </a:moveTo>
                    <a:lnTo>
                      <a:pt x="0" y="3465"/>
                    </a:lnTo>
                    <a:lnTo>
                      <a:pt x="740" y="6089"/>
                    </a:lnTo>
                    <a:lnTo>
                      <a:pt x="2625" y="6089"/>
                    </a:lnTo>
                    <a:lnTo>
                      <a:pt x="3500" y="4171"/>
                    </a:lnTo>
                    <a:lnTo>
                      <a:pt x="3870" y="3028"/>
                    </a:lnTo>
                    <a:lnTo>
                      <a:pt x="3197" y="1077"/>
                    </a:lnTo>
                    <a:lnTo>
                      <a:pt x="2255" y="572"/>
                    </a:lnTo>
                    <a:close/>
                  </a:path>
                </a:pathLst>
              </a:custGeom>
              <a:grpFill/>
              <a:ln w="6350" cap="flat">
                <a:solidFill>
                  <a:schemeClr val="bg1"/>
                </a:solidFill>
                <a:prstDash val="solid"/>
                <a:miter/>
              </a:ln>
            </p:spPr>
            <p:txBody>
              <a:bodyPr rtlCol="0" anchor="ctr"/>
              <a:lstStyle/>
              <a:p>
                <a:endParaRPr lang="en-US"/>
              </a:p>
            </p:txBody>
          </p:sp>
        </p:grpSp>
        <p:sp>
          <p:nvSpPr>
            <p:cNvPr id="35" name="Freeform 889">
              <a:extLst>
                <a:ext uri="{FF2B5EF4-FFF2-40B4-BE49-F238E27FC236}">
                  <a16:creationId xmlns:a16="http://schemas.microsoft.com/office/drawing/2014/main" id="{DD9F466F-A9A0-3DDB-4909-425DA59D136D}"/>
                </a:ext>
              </a:extLst>
            </p:cNvPr>
            <p:cNvSpPr/>
            <p:nvPr/>
          </p:nvSpPr>
          <p:spPr>
            <a:xfrm>
              <a:off x="7450776" y="3336519"/>
              <a:ext cx="409397" cy="292566"/>
            </a:xfrm>
            <a:custGeom>
              <a:avLst/>
              <a:gdLst>
                <a:gd name="connsiteX0" fmla="*/ 537464 w 786002"/>
                <a:gd name="connsiteY0" fmla="*/ 558770 h 561696"/>
                <a:gd name="connsiteX1" fmla="*/ 537464 w 786002"/>
                <a:gd name="connsiteY1" fmla="*/ 555305 h 561696"/>
                <a:gd name="connsiteX2" fmla="*/ 538877 w 786002"/>
                <a:gd name="connsiteY2" fmla="*/ 554868 h 561696"/>
                <a:gd name="connsiteX3" fmla="*/ 537901 w 786002"/>
                <a:gd name="connsiteY3" fmla="*/ 554430 h 561696"/>
                <a:gd name="connsiteX4" fmla="*/ 535444 w 786002"/>
                <a:gd name="connsiteY4" fmla="*/ 551537 h 561696"/>
                <a:gd name="connsiteX5" fmla="*/ 536454 w 786002"/>
                <a:gd name="connsiteY5" fmla="*/ 548644 h 561696"/>
                <a:gd name="connsiteX6" fmla="*/ 538036 w 786002"/>
                <a:gd name="connsiteY6" fmla="*/ 545751 h 561696"/>
                <a:gd name="connsiteX7" fmla="*/ 540493 w 786002"/>
                <a:gd name="connsiteY7" fmla="*/ 541109 h 561696"/>
                <a:gd name="connsiteX8" fmla="*/ 543387 w 786002"/>
                <a:gd name="connsiteY8" fmla="*/ 537408 h 561696"/>
                <a:gd name="connsiteX9" fmla="*/ 547594 w 786002"/>
                <a:gd name="connsiteY9" fmla="*/ 535323 h 561696"/>
                <a:gd name="connsiteX10" fmla="*/ 553954 w 786002"/>
                <a:gd name="connsiteY10" fmla="*/ 535323 h 561696"/>
                <a:gd name="connsiteX11" fmla="*/ 562368 w 786002"/>
                <a:gd name="connsiteY11" fmla="*/ 533573 h 561696"/>
                <a:gd name="connsiteX12" fmla="*/ 565700 w 786002"/>
                <a:gd name="connsiteY12" fmla="*/ 526778 h 561696"/>
                <a:gd name="connsiteX13" fmla="*/ 564556 w 786002"/>
                <a:gd name="connsiteY13" fmla="*/ 521262 h 561696"/>
                <a:gd name="connsiteX14" fmla="*/ 561527 w 786002"/>
                <a:gd name="connsiteY14" fmla="*/ 517359 h 561696"/>
                <a:gd name="connsiteX15" fmla="*/ 564556 w 786002"/>
                <a:gd name="connsiteY15" fmla="*/ 512011 h 561696"/>
                <a:gd name="connsiteX16" fmla="*/ 568897 w 786002"/>
                <a:gd name="connsiteY16" fmla="*/ 509387 h 561696"/>
                <a:gd name="connsiteX17" fmla="*/ 575123 w 786002"/>
                <a:gd name="connsiteY17" fmla="*/ 507940 h 561696"/>
                <a:gd name="connsiteX18" fmla="*/ 580642 w 786002"/>
                <a:gd name="connsiteY18" fmla="*/ 507806 h 561696"/>
                <a:gd name="connsiteX19" fmla="*/ 587744 w 786002"/>
                <a:gd name="connsiteY19" fmla="*/ 506494 h 561696"/>
                <a:gd name="connsiteX20" fmla="*/ 595148 w 786002"/>
                <a:gd name="connsiteY20" fmla="*/ 505182 h 561696"/>
                <a:gd name="connsiteX21" fmla="*/ 602552 w 786002"/>
                <a:gd name="connsiteY21" fmla="*/ 504038 h 561696"/>
                <a:gd name="connsiteX22" fmla="*/ 610090 w 786002"/>
                <a:gd name="connsiteY22" fmla="*/ 504610 h 561696"/>
                <a:gd name="connsiteX23" fmla="*/ 615441 w 786002"/>
                <a:gd name="connsiteY23" fmla="*/ 502154 h 561696"/>
                <a:gd name="connsiteX24" fmla="*/ 616013 w 786002"/>
                <a:gd name="connsiteY24" fmla="*/ 496065 h 561696"/>
                <a:gd name="connsiteX25" fmla="*/ 609787 w 786002"/>
                <a:gd name="connsiteY25" fmla="*/ 488967 h 561696"/>
                <a:gd name="connsiteX26" fmla="*/ 606018 w 786002"/>
                <a:gd name="connsiteY26" fmla="*/ 481869 h 561696"/>
                <a:gd name="connsiteX27" fmla="*/ 605883 w 786002"/>
                <a:gd name="connsiteY27" fmla="*/ 476083 h 561696"/>
                <a:gd name="connsiteX28" fmla="*/ 609215 w 786002"/>
                <a:gd name="connsiteY28" fmla="*/ 473897 h 561696"/>
                <a:gd name="connsiteX29" fmla="*/ 615441 w 786002"/>
                <a:gd name="connsiteY29" fmla="*/ 474199 h 561696"/>
                <a:gd name="connsiteX30" fmla="*/ 621230 w 786002"/>
                <a:gd name="connsiteY30" fmla="*/ 478404 h 561696"/>
                <a:gd name="connsiteX31" fmla="*/ 627759 w 786002"/>
                <a:gd name="connsiteY31" fmla="*/ 479716 h 561696"/>
                <a:gd name="connsiteX32" fmla="*/ 629913 w 786002"/>
                <a:gd name="connsiteY32" fmla="*/ 476521 h 561696"/>
                <a:gd name="connsiteX33" fmla="*/ 637586 w 786002"/>
                <a:gd name="connsiteY33" fmla="*/ 473762 h 561696"/>
                <a:gd name="connsiteX34" fmla="*/ 641927 w 786002"/>
                <a:gd name="connsiteY34" fmla="*/ 472013 h 561696"/>
                <a:gd name="connsiteX35" fmla="*/ 645562 w 786002"/>
                <a:gd name="connsiteY35" fmla="*/ 470129 h 561696"/>
                <a:gd name="connsiteX36" fmla="*/ 639336 w 786002"/>
                <a:gd name="connsiteY36" fmla="*/ 466059 h 561696"/>
                <a:gd name="connsiteX37" fmla="*/ 639201 w 786002"/>
                <a:gd name="connsiteY37" fmla="*/ 461585 h 561696"/>
                <a:gd name="connsiteX38" fmla="*/ 641961 w 786002"/>
                <a:gd name="connsiteY38" fmla="*/ 459398 h 561696"/>
                <a:gd name="connsiteX39" fmla="*/ 645293 w 786002"/>
                <a:gd name="connsiteY39" fmla="*/ 459398 h 561696"/>
                <a:gd name="connsiteX40" fmla="*/ 650072 w 786002"/>
                <a:gd name="connsiteY40" fmla="*/ 460845 h 561696"/>
                <a:gd name="connsiteX41" fmla="*/ 653101 w 786002"/>
                <a:gd name="connsiteY41" fmla="*/ 461417 h 561696"/>
                <a:gd name="connsiteX42" fmla="*/ 654413 w 786002"/>
                <a:gd name="connsiteY42" fmla="*/ 458961 h 561696"/>
                <a:gd name="connsiteX43" fmla="*/ 652966 w 786002"/>
                <a:gd name="connsiteY43" fmla="*/ 454319 h 561696"/>
                <a:gd name="connsiteX44" fmla="*/ 649332 w 786002"/>
                <a:gd name="connsiteY44" fmla="*/ 447221 h 561696"/>
                <a:gd name="connsiteX45" fmla="*/ 649466 w 786002"/>
                <a:gd name="connsiteY45" fmla="*/ 443184 h 561696"/>
                <a:gd name="connsiteX46" fmla="*/ 651485 w 786002"/>
                <a:gd name="connsiteY46" fmla="*/ 441434 h 561696"/>
                <a:gd name="connsiteX47" fmla="*/ 654380 w 786002"/>
                <a:gd name="connsiteY47" fmla="*/ 433765 h 561696"/>
                <a:gd name="connsiteX48" fmla="*/ 658149 w 786002"/>
                <a:gd name="connsiteY48" fmla="*/ 429123 h 561696"/>
                <a:gd name="connsiteX49" fmla="*/ 664106 w 786002"/>
                <a:gd name="connsiteY49" fmla="*/ 427104 h 561696"/>
                <a:gd name="connsiteX50" fmla="*/ 670197 w 786002"/>
                <a:gd name="connsiteY50" fmla="*/ 425489 h 561696"/>
                <a:gd name="connsiteX51" fmla="*/ 674101 w 786002"/>
                <a:gd name="connsiteY51" fmla="*/ 422596 h 561696"/>
                <a:gd name="connsiteX52" fmla="*/ 679318 w 786002"/>
                <a:gd name="connsiteY52" fmla="*/ 421722 h 561696"/>
                <a:gd name="connsiteX53" fmla="*/ 683390 w 786002"/>
                <a:gd name="connsiteY53" fmla="*/ 420578 h 561696"/>
                <a:gd name="connsiteX54" fmla="*/ 685712 w 786002"/>
                <a:gd name="connsiteY54" fmla="*/ 417954 h 561696"/>
                <a:gd name="connsiteX55" fmla="*/ 687159 w 786002"/>
                <a:gd name="connsiteY55" fmla="*/ 416373 h 561696"/>
                <a:gd name="connsiteX56" fmla="*/ 688169 w 786002"/>
                <a:gd name="connsiteY56" fmla="*/ 413312 h 561696"/>
                <a:gd name="connsiteX57" fmla="*/ 690491 w 786002"/>
                <a:gd name="connsiteY57" fmla="*/ 412437 h 561696"/>
                <a:gd name="connsiteX58" fmla="*/ 693520 w 786002"/>
                <a:gd name="connsiteY58" fmla="*/ 410856 h 561696"/>
                <a:gd name="connsiteX59" fmla="*/ 698030 w 786002"/>
                <a:gd name="connsiteY59" fmla="*/ 409107 h 561696"/>
                <a:gd name="connsiteX60" fmla="*/ 700487 w 786002"/>
                <a:gd name="connsiteY60" fmla="*/ 408401 h 561696"/>
                <a:gd name="connsiteX61" fmla="*/ 702506 w 786002"/>
                <a:gd name="connsiteY61" fmla="*/ 407223 h 561696"/>
                <a:gd name="connsiteX62" fmla="*/ 705568 w 786002"/>
                <a:gd name="connsiteY62" fmla="*/ 404465 h 561696"/>
                <a:gd name="connsiteX63" fmla="*/ 706006 w 786002"/>
                <a:gd name="connsiteY63" fmla="*/ 402278 h 561696"/>
                <a:gd name="connsiteX64" fmla="*/ 710347 w 786002"/>
                <a:gd name="connsiteY64" fmla="*/ 398948 h 561696"/>
                <a:gd name="connsiteX65" fmla="*/ 712669 w 786002"/>
                <a:gd name="connsiteY65" fmla="*/ 396627 h 561696"/>
                <a:gd name="connsiteX66" fmla="*/ 715126 w 786002"/>
                <a:gd name="connsiteY66" fmla="*/ 393431 h 561696"/>
                <a:gd name="connsiteX67" fmla="*/ 716001 w 786002"/>
                <a:gd name="connsiteY67" fmla="*/ 387914 h 561696"/>
                <a:gd name="connsiteX68" fmla="*/ 722800 w 786002"/>
                <a:gd name="connsiteY68" fmla="*/ 381388 h 561696"/>
                <a:gd name="connsiteX69" fmla="*/ 723540 w 786002"/>
                <a:gd name="connsiteY69" fmla="*/ 372709 h 561696"/>
                <a:gd name="connsiteX70" fmla="*/ 720915 w 786002"/>
                <a:gd name="connsiteY70" fmla="*/ 368638 h 561696"/>
                <a:gd name="connsiteX71" fmla="*/ 719333 w 786002"/>
                <a:gd name="connsiteY71" fmla="*/ 364131 h 561696"/>
                <a:gd name="connsiteX72" fmla="*/ 718895 w 786002"/>
                <a:gd name="connsiteY72" fmla="*/ 356595 h 561696"/>
                <a:gd name="connsiteX73" fmla="*/ 717314 w 786002"/>
                <a:gd name="connsiteY73" fmla="*/ 353702 h 561696"/>
                <a:gd name="connsiteX74" fmla="*/ 714857 w 786002"/>
                <a:gd name="connsiteY74" fmla="*/ 350372 h 561696"/>
                <a:gd name="connsiteX75" fmla="*/ 714857 w 786002"/>
                <a:gd name="connsiteY75" fmla="*/ 346739 h 561696"/>
                <a:gd name="connsiteX76" fmla="*/ 717751 w 786002"/>
                <a:gd name="connsiteY76" fmla="*/ 343106 h 561696"/>
                <a:gd name="connsiteX77" fmla="*/ 718761 w 786002"/>
                <a:gd name="connsiteY77" fmla="*/ 340482 h 561696"/>
                <a:gd name="connsiteX78" fmla="*/ 718054 w 786002"/>
                <a:gd name="connsiteY78" fmla="*/ 332812 h 561696"/>
                <a:gd name="connsiteX79" fmla="*/ 718323 w 786002"/>
                <a:gd name="connsiteY79" fmla="*/ 328742 h 561696"/>
                <a:gd name="connsiteX80" fmla="*/ 718323 w 786002"/>
                <a:gd name="connsiteY80" fmla="*/ 323965 h 561696"/>
                <a:gd name="connsiteX81" fmla="*/ 723237 w 786002"/>
                <a:gd name="connsiteY81" fmla="*/ 321644 h 561696"/>
                <a:gd name="connsiteX82" fmla="*/ 724247 w 786002"/>
                <a:gd name="connsiteY82" fmla="*/ 320635 h 561696"/>
                <a:gd name="connsiteX83" fmla="*/ 728588 w 786002"/>
                <a:gd name="connsiteY83" fmla="*/ 315555 h 561696"/>
                <a:gd name="connsiteX84" fmla="*/ 734545 w 786002"/>
                <a:gd name="connsiteY84" fmla="*/ 311922 h 561696"/>
                <a:gd name="connsiteX85" fmla="*/ 738886 w 786002"/>
                <a:gd name="connsiteY85" fmla="*/ 311216 h 561696"/>
                <a:gd name="connsiteX86" fmla="*/ 742656 w 786002"/>
                <a:gd name="connsiteY86" fmla="*/ 310072 h 561696"/>
                <a:gd name="connsiteX87" fmla="*/ 746122 w 786002"/>
                <a:gd name="connsiteY87" fmla="*/ 307044 h 561696"/>
                <a:gd name="connsiteX88" fmla="*/ 748444 w 786002"/>
                <a:gd name="connsiteY88" fmla="*/ 301965 h 561696"/>
                <a:gd name="connsiteX89" fmla="*/ 746560 w 786002"/>
                <a:gd name="connsiteY89" fmla="*/ 298197 h 561696"/>
                <a:gd name="connsiteX90" fmla="*/ 739896 w 786002"/>
                <a:gd name="connsiteY90" fmla="*/ 292848 h 561696"/>
                <a:gd name="connsiteX91" fmla="*/ 743396 w 786002"/>
                <a:gd name="connsiteY91" fmla="*/ 285616 h 561696"/>
                <a:gd name="connsiteX92" fmla="*/ 751204 w 786002"/>
                <a:gd name="connsiteY92" fmla="*/ 280839 h 561696"/>
                <a:gd name="connsiteX93" fmla="*/ 756723 w 786002"/>
                <a:gd name="connsiteY93" fmla="*/ 280839 h 561696"/>
                <a:gd name="connsiteX94" fmla="*/ 759618 w 786002"/>
                <a:gd name="connsiteY94" fmla="*/ 282151 h 561696"/>
                <a:gd name="connsiteX95" fmla="*/ 766719 w 786002"/>
                <a:gd name="connsiteY95" fmla="*/ 276802 h 561696"/>
                <a:gd name="connsiteX96" fmla="*/ 772507 w 786002"/>
                <a:gd name="connsiteY96" fmla="*/ 274481 h 561696"/>
                <a:gd name="connsiteX97" fmla="*/ 775132 w 786002"/>
                <a:gd name="connsiteY97" fmla="*/ 273169 h 561696"/>
                <a:gd name="connsiteX98" fmla="*/ 775267 w 786002"/>
                <a:gd name="connsiteY98" fmla="*/ 268830 h 561696"/>
                <a:gd name="connsiteX99" fmla="*/ 769613 w 786002"/>
                <a:gd name="connsiteY99" fmla="*/ 261429 h 561696"/>
                <a:gd name="connsiteX100" fmla="*/ 768300 w 786002"/>
                <a:gd name="connsiteY100" fmla="*/ 257796 h 561696"/>
                <a:gd name="connsiteX101" fmla="*/ 765709 w 786002"/>
                <a:gd name="connsiteY101" fmla="*/ 249251 h 561696"/>
                <a:gd name="connsiteX102" fmla="*/ 766146 w 786002"/>
                <a:gd name="connsiteY102" fmla="*/ 243600 h 561696"/>
                <a:gd name="connsiteX103" fmla="*/ 771801 w 786002"/>
                <a:gd name="connsiteY103" fmla="*/ 239126 h 561696"/>
                <a:gd name="connsiteX104" fmla="*/ 777589 w 786002"/>
                <a:gd name="connsiteY104" fmla="*/ 237545 h 561696"/>
                <a:gd name="connsiteX105" fmla="*/ 783108 w 786002"/>
                <a:gd name="connsiteY105" fmla="*/ 235526 h 561696"/>
                <a:gd name="connsiteX106" fmla="*/ 786003 w 786002"/>
                <a:gd name="connsiteY106" fmla="*/ 229875 h 561696"/>
                <a:gd name="connsiteX107" fmla="*/ 784118 w 786002"/>
                <a:gd name="connsiteY107" fmla="*/ 224661 h 561696"/>
                <a:gd name="connsiteX108" fmla="*/ 781931 w 786002"/>
                <a:gd name="connsiteY108" fmla="*/ 218572 h 561696"/>
                <a:gd name="connsiteX109" fmla="*/ 782233 w 786002"/>
                <a:gd name="connsiteY109" fmla="*/ 213492 h 561696"/>
                <a:gd name="connsiteX110" fmla="*/ 781661 w 786002"/>
                <a:gd name="connsiteY110" fmla="*/ 208413 h 561696"/>
                <a:gd name="connsiteX111" fmla="*/ 775873 w 786002"/>
                <a:gd name="connsiteY111" fmla="*/ 203939 h 561696"/>
                <a:gd name="connsiteX112" fmla="*/ 773988 w 786002"/>
                <a:gd name="connsiteY112" fmla="*/ 201046 h 561696"/>
                <a:gd name="connsiteX113" fmla="*/ 772676 w 786002"/>
                <a:gd name="connsiteY113" fmla="*/ 198287 h 561696"/>
                <a:gd name="connsiteX114" fmla="*/ 772103 w 786002"/>
                <a:gd name="connsiteY114" fmla="*/ 194654 h 561696"/>
                <a:gd name="connsiteX115" fmla="*/ 773248 w 786002"/>
                <a:gd name="connsiteY115" fmla="*/ 191627 h 561696"/>
                <a:gd name="connsiteX116" fmla="*/ 775132 w 786002"/>
                <a:gd name="connsiteY116" fmla="*/ 188599 h 561696"/>
                <a:gd name="connsiteX117" fmla="*/ 778329 w 786002"/>
                <a:gd name="connsiteY117" fmla="*/ 185403 h 561696"/>
                <a:gd name="connsiteX118" fmla="*/ 781964 w 786002"/>
                <a:gd name="connsiteY118" fmla="*/ 181770 h 561696"/>
                <a:gd name="connsiteX119" fmla="*/ 778633 w 786002"/>
                <a:gd name="connsiteY119" fmla="*/ 181030 h 561696"/>
                <a:gd name="connsiteX120" fmla="*/ 774863 w 786002"/>
                <a:gd name="connsiteY120" fmla="*/ 181602 h 561696"/>
                <a:gd name="connsiteX121" fmla="*/ 770219 w 786002"/>
                <a:gd name="connsiteY121" fmla="*/ 182174 h 561696"/>
                <a:gd name="connsiteX122" fmla="*/ 765575 w 786002"/>
                <a:gd name="connsiteY122" fmla="*/ 181165 h 561696"/>
                <a:gd name="connsiteX123" fmla="*/ 761368 w 786002"/>
                <a:gd name="connsiteY123" fmla="*/ 180862 h 561696"/>
                <a:gd name="connsiteX124" fmla="*/ 757733 w 786002"/>
                <a:gd name="connsiteY124" fmla="*/ 180727 h 561696"/>
                <a:gd name="connsiteX125" fmla="*/ 754401 w 786002"/>
                <a:gd name="connsiteY125" fmla="*/ 180727 h 561696"/>
                <a:gd name="connsiteX126" fmla="*/ 750766 w 786002"/>
                <a:gd name="connsiteY126" fmla="*/ 181737 h 561696"/>
                <a:gd name="connsiteX127" fmla="*/ 746122 w 786002"/>
                <a:gd name="connsiteY127" fmla="*/ 183318 h 561696"/>
                <a:gd name="connsiteX128" fmla="*/ 742218 w 786002"/>
                <a:gd name="connsiteY128" fmla="*/ 186345 h 561696"/>
                <a:gd name="connsiteX129" fmla="*/ 738314 w 786002"/>
                <a:gd name="connsiteY129" fmla="*/ 187926 h 561696"/>
                <a:gd name="connsiteX130" fmla="*/ 733098 w 786002"/>
                <a:gd name="connsiteY130" fmla="*/ 191694 h 561696"/>
                <a:gd name="connsiteX131" fmla="*/ 729631 w 786002"/>
                <a:gd name="connsiteY131" fmla="*/ 191694 h 561696"/>
                <a:gd name="connsiteX132" fmla="*/ 728050 w 786002"/>
                <a:gd name="connsiteY132" fmla="*/ 190819 h 561696"/>
                <a:gd name="connsiteX133" fmla="*/ 723708 w 786002"/>
                <a:gd name="connsiteY133" fmla="*/ 188633 h 561696"/>
                <a:gd name="connsiteX134" fmla="*/ 719939 w 786002"/>
                <a:gd name="connsiteY134" fmla="*/ 186312 h 561696"/>
                <a:gd name="connsiteX135" fmla="*/ 719064 w 786002"/>
                <a:gd name="connsiteY135" fmla="*/ 183856 h 561696"/>
                <a:gd name="connsiteX136" fmla="*/ 719501 w 786002"/>
                <a:gd name="connsiteY136" fmla="*/ 181097 h 561696"/>
                <a:gd name="connsiteX137" fmla="*/ 719636 w 786002"/>
                <a:gd name="connsiteY137" fmla="*/ 175177 h 561696"/>
                <a:gd name="connsiteX138" fmla="*/ 720074 w 786002"/>
                <a:gd name="connsiteY138" fmla="*/ 170669 h 561696"/>
                <a:gd name="connsiteX139" fmla="*/ 719939 w 786002"/>
                <a:gd name="connsiteY139" fmla="*/ 167339 h 561696"/>
                <a:gd name="connsiteX140" fmla="*/ 720074 w 786002"/>
                <a:gd name="connsiteY140" fmla="*/ 164143 h 561696"/>
                <a:gd name="connsiteX141" fmla="*/ 720074 w 786002"/>
                <a:gd name="connsiteY141" fmla="*/ 161519 h 561696"/>
                <a:gd name="connsiteX142" fmla="*/ 720646 w 786002"/>
                <a:gd name="connsiteY142" fmla="*/ 155565 h 561696"/>
                <a:gd name="connsiteX143" fmla="*/ 720074 w 786002"/>
                <a:gd name="connsiteY143" fmla="*/ 151797 h 561696"/>
                <a:gd name="connsiteX144" fmla="*/ 720074 w 786002"/>
                <a:gd name="connsiteY144" fmla="*/ 148602 h 561696"/>
                <a:gd name="connsiteX145" fmla="*/ 718761 w 786002"/>
                <a:gd name="connsiteY145" fmla="*/ 144094 h 561696"/>
                <a:gd name="connsiteX146" fmla="*/ 717011 w 786002"/>
                <a:gd name="connsiteY146" fmla="*/ 143219 h 561696"/>
                <a:gd name="connsiteX147" fmla="*/ 713107 w 786002"/>
                <a:gd name="connsiteY147" fmla="*/ 142076 h 561696"/>
                <a:gd name="connsiteX148" fmla="*/ 708765 w 786002"/>
                <a:gd name="connsiteY148" fmla="*/ 141504 h 561696"/>
                <a:gd name="connsiteX149" fmla="*/ 705299 w 786002"/>
                <a:gd name="connsiteY149" fmla="*/ 142244 h 561696"/>
                <a:gd name="connsiteX150" fmla="*/ 702539 w 786002"/>
                <a:gd name="connsiteY150" fmla="*/ 142244 h 561696"/>
                <a:gd name="connsiteX151" fmla="*/ 700352 w 786002"/>
                <a:gd name="connsiteY151" fmla="*/ 143993 h 561696"/>
                <a:gd name="connsiteX152" fmla="*/ 699208 w 786002"/>
                <a:gd name="connsiteY152" fmla="*/ 145170 h 561696"/>
                <a:gd name="connsiteX153" fmla="*/ 697054 w 786002"/>
                <a:gd name="connsiteY153" fmla="*/ 147626 h 561696"/>
                <a:gd name="connsiteX154" fmla="*/ 693587 w 786002"/>
                <a:gd name="connsiteY154" fmla="*/ 149813 h 561696"/>
                <a:gd name="connsiteX155" fmla="*/ 690693 w 786002"/>
                <a:gd name="connsiteY155" fmla="*/ 151562 h 561696"/>
                <a:gd name="connsiteX156" fmla="*/ 688068 w 786002"/>
                <a:gd name="connsiteY156" fmla="*/ 154589 h 561696"/>
                <a:gd name="connsiteX157" fmla="*/ 688203 w 786002"/>
                <a:gd name="connsiteY157" fmla="*/ 159501 h 561696"/>
                <a:gd name="connsiteX158" fmla="*/ 688068 w 786002"/>
                <a:gd name="connsiteY158" fmla="*/ 162091 h 561696"/>
                <a:gd name="connsiteX159" fmla="*/ 685746 w 786002"/>
                <a:gd name="connsiteY159" fmla="*/ 166565 h 561696"/>
                <a:gd name="connsiteX160" fmla="*/ 680529 w 786002"/>
                <a:gd name="connsiteY160" fmla="*/ 167742 h 561696"/>
                <a:gd name="connsiteX161" fmla="*/ 675178 w 786002"/>
                <a:gd name="connsiteY161" fmla="*/ 165724 h 561696"/>
                <a:gd name="connsiteX162" fmla="*/ 672284 w 786002"/>
                <a:gd name="connsiteY162" fmla="*/ 162394 h 561696"/>
                <a:gd name="connsiteX163" fmla="*/ 671409 w 786002"/>
                <a:gd name="connsiteY163" fmla="*/ 158929 h 561696"/>
                <a:gd name="connsiteX164" fmla="*/ 671274 w 786002"/>
                <a:gd name="connsiteY164" fmla="*/ 155027 h 561696"/>
                <a:gd name="connsiteX165" fmla="*/ 670837 w 786002"/>
                <a:gd name="connsiteY165" fmla="*/ 151999 h 561696"/>
                <a:gd name="connsiteX166" fmla="*/ 670702 w 786002"/>
                <a:gd name="connsiteY166" fmla="*/ 148097 h 561696"/>
                <a:gd name="connsiteX167" fmla="*/ 671005 w 786002"/>
                <a:gd name="connsiteY167" fmla="*/ 143758 h 561696"/>
                <a:gd name="connsiteX168" fmla="*/ 676087 w 786002"/>
                <a:gd name="connsiteY168" fmla="*/ 137534 h 561696"/>
                <a:gd name="connsiteX169" fmla="*/ 676524 w 786002"/>
                <a:gd name="connsiteY169" fmla="*/ 137400 h 561696"/>
                <a:gd name="connsiteX170" fmla="*/ 677669 w 786002"/>
                <a:gd name="connsiteY170" fmla="*/ 134069 h 561696"/>
                <a:gd name="connsiteX171" fmla="*/ 681741 w 786002"/>
                <a:gd name="connsiteY171" fmla="*/ 131311 h 561696"/>
                <a:gd name="connsiteX172" fmla="*/ 683053 w 786002"/>
                <a:gd name="connsiteY172" fmla="*/ 130167 h 561696"/>
                <a:gd name="connsiteX173" fmla="*/ 688842 w 786002"/>
                <a:gd name="connsiteY173" fmla="*/ 128283 h 561696"/>
                <a:gd name="connsiteX174" fmla="*/ 688707 w 786002"/>
                <a:gd name="connsiteY174" fmla="*/ 125828 h 561696"/>
                <a:gd name="connsiteX175" fmla="*/ 688842 w 786002"/>
                <a:gd name="connsiteY175" fmla="*/ 123237 h 561696"/>
                <a:gd name="connsiteX176" fmla="*/ 689145 w 786002"/>
                <a:gd name="connsiteY176" fmla="*/ 121353 h 561696"/>
                <a:gd name="connsiteX177" fmla="*/ 691030 w 786002"/>
                <a:gd name="connsiteY177" fmla="*/ 118326 h 561696"/>
                <a:gd name="connsiteX178" fmla="*/ 691332 w 786002"/>
                <a:gd name="connsiteY178" fmla="*/ 117889 h 561696"/>
                <a:gd name="connsiteX179" fmla="*/ 695236 w 786002"/>
                <a:gd name="connsiteY179" fmla="*/ 116005 h 561696"/>
                <a:gd name="connsiteX180" fmla="*/ 697693 w 786002"/>
                <a:gd name="connsiteY180" fmla="*/ 113684 h 561696"/>
                <a:gd name="connsiteX181" fmla="*/ 699578 w 786002"/>
                <a:gd name="connsiteY181" fmla="*/ 111800 h 561696"/>
                <a:gd name="connsiteX182" fmla="*/ 701765 w 786002"/>
                <a:gd name="connsiteY182" fmla="*/ 111228 h 561696"/>
                <a:gd name="connsiteX183" fmla="*/ 704660 w 786002"/>
                <a:gd name="connsiteY183" fmla="*/ 109647 h 561696"/>
                <a:gd name="connsiteX184" fmla="*/ 706241 w 786002"/>
                <a:gd name="connsiteY184" fmla="*/ 107628 h 561696"/>
                <a:gd name="connsiteX185" fmla="*/ 706814 w 786002"/>
                <a:gd name="connsiteY185" fmla="*/ 106047 h 561696"/>
                <a:gd name="connsiteX186" fmla="*/ 707823 w 786002"/>
                <a:gd name="connsiteY186" fmla="*/ 101405 h 561696"/>
                <a:gd name="connsiteX187" fmla="*/ 708530 w 786002"/>
                <a:gd name="connsiteY187" fmla="*/ 95888 h 561696"/>
                <a:gd name="connsiteX188" fmla="*/ 705636 w 786002"/>
                <a:gd name="connsiteY188" fmla="*/ 85157 h 561696"/>
                <a:gd name="connsiteX189" fmla="*/ 706208 w 786002"/>
                <a:gd name="connsiteY189" fmla="*/ 80818 h 561696"/>
                <a:gd name="connsiteX190" fmla="*/ 706645 w 786002"/>
                <a:gd name="connsiteY190" fmla="*/ 77050 h 561696"/>
                <a:gd name="connsiteX191" fmla="*/ 708833 w 786002"/>
                <a:gd name="connsiteY191" fmla="*/ 74022 h 561696"/>
                <a:gd name="connsiteX192" fmla="*/ 710583 w 786002"/>
                <a:gd name="connsiteY192" fmla="*/ 71399 h 561696"/>
                <a:gd name="connsiteX193" fmla="*/ 712468 w 786002"/>
                <a:gd name="connsiteY193" fmla="*/ 69380 h 561696"/>
                <a:gd name="connsiteX194" fmla="*/ 714790 w 786002"/>
                <a:gd name="connsiteY194" fmla="*/ 67799 h 561696"/>
                <a:gd name="connsiteX195" fmla="*/ 716371 w 786002"/>
                <a:gd name="connsiteY195" fmla="*/ 67059 h 561696"/>
                <a:gd name="connsiteX196" fmla="*/ 717987 w 786002"/>
                <a:gd name="connsiteY196" fmla="*/ 66353 h 561696"/>
                <a:gd name="connsiteX197" fmla="*/ 719434 w 786002"/>
                <a:gd name="connsiteY197" fmla="*/ 64166 h 561696"/>
                <a:gd name="connsiteX198" fmla="*/ 721891 w 786002"/>
                <a:gd name="connsiteY198" fmla="*/ 61542 h 561696"/>
                <a:gd name="connsiteX199" fmla="*/ 721891 w 786002"/>
                <a:gd name="connsiteY199" fmla="*/ 57472 h 561696"/>
                <a:gd name="connsiteX200" fmla="*/ 719939 w 786002"/>
                <a:gd name="connsiteY200" fmla="*/ 55722 h 561696"/>
                <a:gd name="connsiteX201" fmla="*/ 717549 w 786002"/>
                <a:gd name="connsiteY201" fmla="*/ 54579 h 561696"/>
                <a:gd name="connsiteX202" fmla="*/ 715227 w 786002"/>
                <a:gd name="connsiteY202" fmla="*/ 54007 h 561696"/>
                <a:gd name="connsiteX203" fmla="*/ 712468 w 786002"/>
                <a:gd name="connsiteY203" fmla="*/ 54007 h 561696"/>
                <a:gd name="connsiteX204" fmla="*/ 710145 w 786002"/>
                <a:gd name="connsiteY204" fmla="*/ 53872 h 561696"/>
                <a:gd name="connsiteX205" fmla="*/ 706241 w 786002"/>
                <a:gd name="connsiteY205" fmla="*/ 54310 h 561696"/>
                <a:gd name="connsiteX206" fmla="*/ 704222 w 786002"/>
                <a:gd name="connsiteY206" fmla="*/ 54747 h 561696"/>
                <a:gd name="connsiteX207" fmla="*/ 701025 w 786002"/>
                <a:gd name="connsiteY207" fmla="*/ 55891 h 561696"/>
                <a:gd name="connsiteX208" fmla="*/ 698265 w 786002"/>
                <a:gd name="connsiteY208" fmla="*/ 55016 h 561696"/>
                <a:gd name="connsiteX209" fmla="*/ 696381 w 786002"/>
                <a:gd name="connsiteY209" fmla="*/ 52392 h 561696"/>
                <a:gd name="connsiteX210" fmla="*/ 694933 w 786002"/>
                <a:gd name="connsiteY210" fmla="*/ 50206 h 561696"/>
                <a:gd name="connsiteX211" fmla="*/ 693789 w 786002"/>
                <a:gd name="connsiteY211" fmla="*/ 48456 h 561696"/>
                <a:gd name="connsiteX212" fmla="*/ 693520 w 786002"/>
                <a:gd name="connsiteY212" fmla="*/ 44823 h 561696"/>
                <a:gd name="connsiteX213" fmla="*/ 695102 w 786002"/>
                <a:gd name="connsiteY213" fmla="*/ 40484 h 561696"/>
                <a:gd name="connsiteX214" fmla="*/ 697121 w 786002"/>
                <a:gd name="connsiteY214" fmla="*/ 37591 h 561696"/>
                <a:gd name="connsiteX215" fmla="*/ 698131 w 786002"/>
                <a:gd name="connsiteY215" fmla="*/ 35572 h 561696"/>
                <a:gd name="connsiteX216" fmla="*/ 700285 w 786002"/>
                <a:gd name="connsiteY216" fmla="*/ 32511 h 561696"/>
                <a:gd name="connsiteX217" fmla="*/ 700015 w 786002"/>
                <a:gd name="connsiteY217" fmla="*/ 31065 h 561696"/>
                <a:gd name="connsiteX218" fmla="*/ 699578 w 786002"/>
                <a:gd name="connsiteY218" fmla="*/ 28037 h 561696"/>
                <a:gd name="connsiteX219" fmla="*/ 699275 w 786002"/>
                <a:gd name="connsiteY219" fmla="*/ 25279 h 561696"/>
                <a:gd name="connsiteX220" fmla="*/ 700150 w 786002"/>
                <a:gd name="connsiteY220" fmla="*/ 22251 h 561696"/>
                <a:gd name="connsiteX221" fmla="*/ 701025 w 786002"/>
                <a:gd name="connsiteY221" fmla="*/ 18046 h 561696"/>
                <a:gd name="connsiteX222" fmla="*/ 701025 w 786002"/>
                <a:gd name="connsiteY222" fmla="*/ 14144 h 561696"/>
                <a:gd name="connsiteX223" fmla="*/ 699510 w 786002"/>
                <a:gd name="connsiteY223" fmla="*/ 11957 h 561696"/>
                <a:gd name="connsiteX224" fmla="*/ 696852 w 786002"/>
                <a:gd name="connsiteY224" fmla="*/ 8930 h 561696"/>
                <a:gd name="connsiteX225" fmla="*/ 693789 w 786002"/>
                <a:gd name="connsiteY225" fmla="*/ 6306 h 561696"/>
                <a:gd name="connsiteX226" fmla="*/ 690020 w 786002"/>
                <a:gd name="connsiteY226" fmla="*/ 7181 h 561696"/>
                <a:gd name="connsiteX227" fmla="*/ 688270 w 786002"/>
                <a:gd name="connsiteY227" fmla="*/ 8930 h 561696"/>
                <a:gd name="connsiteX228" fmla="*/ 684669 w 786002"/>
                <a:gd name="connsiteY228" fmla="*/ 9064 h 561696"/>
                <a:gd name="connsiteX229" fmla="*/ 678712 w 786002"/>
                <a:gd name="connsiteY229" fmla="*/ 6609 h 561696"/>
                <a:gd name="connsiteX230" fmla="*/ 676524 w 786002"/>
                <a:gd name="connsiteY230" fmla="*/ 4590 h 561696"/>
                <a:gd name="connsiteX231" fmla="*/ 673495 w 786002"/>
                <a:gd name="connsiteY231" fmla="*/ 2572 h 561696"/>
                <a:gd name="connsiteX232" fmla="*/ 670601 w 786002"/>
                <a:gd name="connsiteY232" fmla="*/ 116 h 561696"/>
                <a:gd name="connsiteX233" fmla="*/ 668582 w 786002"/>
                <a:gd name="connsiteY233" fmla="*/ 1428 h 561696"/>
                <a:gd name="connsiteX234" fmla="*/ 668010 w 786002"/>
                <a:gd name="connsiteY234" fmla="*/ 2303 h 561696"/>
                <a:gd name="connsiteX235" fmla="*/ 666697 w 786002"/>
                <a:gd name="connsiteY235" fmla="*/ 4759 h 561696"/>
                <a:gd name="connsiteX236" fmla="*/ 665519 w 786002"/>
                <a:gd name="connsiteY236" fmla="*/ 8089 h 561696"/>
                <a:gd name="connsiteX237" fmla="*/ 664813 w 786002"/>
                <a:gd name="connsiteY237" fmla="*/ 10107 h 561696"/>
                <a:gd name="connsiteX238" fmla="*/ 663063 w 786002"/>
                <a:gd name="connsiteY238" fmla="*/ 12294 h 561696"/>
                <a:gd name="connsiteX239" fmla="*/ 659865 w 786002"/>
                <a:gd name="connsiteY239" fmla="*/ 14312 h 561696"/>
                <a:gd name="connsiteX240" fmla="*/ 654077 w 786002"/>
                <a:gd name="connsiteY240" fmla="*/ 14615 h 561696"/>
                <a:gd name="connsiteX241" fmla="*/ 651889 w 786002"/>
                <a:gd name="connsiteY241" fmla="*/ 13606 h 561696"/>
                <a:gd name="connsiteX242" fmla="*/ 646538 w 786002"/>
                <a:gd name="connsiteY242" fmla="*/ 8257 h 561696"/>
                <a:gd name="connsiteX243" fmla="*/ 644519 w 786002"/>
                <a:gd name="connsiteY243" fmla="*/ 6811 h 561696"/>
                <a:gd name="connsiteX244" fmla="*/ 641322 w 786002"/>
                <a:gd name="connsiteY244" fmla="*/ 6811 h 561696"/>
                <a:gd name="connsiteX245" fmla="*/ 637687 w 786002"/>
                <a:gd name="connsiteY245" fmla="*/ 8627 h 561696"/>
                <a:gd name="connsiteX246" fmla="*/ 629711 w 786002"/>
                <a:gd name="connsiteY246" fmla="*/ 9569 h 561696"/>
                <a:gd name="connsiteX247" fmla="*/ 628836 w 786002"/>
                <a:gd name="connsiteY247" fmla="*/ 14346 h 561696"/>
                <a:gd name="connsiteX248" fmla="*/ 627389 w 786002"/>
                <a:gd name="connsiteY248" fmla="*/ 17811 h 561696"/>
                <a:gd name="connsiteX249" fmla="*/ 623922 w 786002"/>
                <a:gd name="connsiteY249" fmla="*/ 20838 h 561696"/>
                <a:gd name="connsiteX250" fmla="*/ 620288 w 786002"/>
                <a:gd name="connsiteY250" fmla="*/ 22857 h 561696"/>
                <a:gd name="connsiteX251" fmla="*/ 617965 w 786002"/>
                <a:gd name="connsiteY251" fmla="*/ 25480 h 561696"/>
                <a:gd name="connsiteX252" fmla="*/ 616081 w 786002"/>
                <a:gd name="connsiteY252" fmla="*/ 26490 h 561696"/>
                <a:gd name="connsiteX253" fmla="*/ 613893 w 786002"/>
                <a:gd name="connsiteY253" fmla="*/ 27936 h 561696"/>
                <a:gd name="connsiteX254" fmla="*/ 612143 w 786002"/>
                <a:gd name="connsiteY254" fmla="*/ 29685 h 561696"/>
                <a:gd name="connsiteX255" fmla="*/ 610561 w 786002"/>
                <a:gd name="connsiteY255" fmla="*/ 32444 h 561696"/>
                <a:gd name="connsiteX256" fmla="*/ 609686 w 786002"/>
                <a:gd name="connsiteY256" fmla="*/ 35640 h 561696"/>
                <a:gd name="connsiteX257" fmla="*/ 608239 w 786002"/>
                <a:gd name="connsiteY257" fmla="*/ 38095 h 561696"/>
                <a:gd name="connsiteX258" fmla="*/ 607364 w 786002"/>
                <a:gd name="connsiteY258" fmla="*/ 43007 h 561696"/>
                <a:gd name="connsiteX259" fmla="*/ 605648 w 786002"/>
                <a:gd name="connsiteY259" fmla="*/ 45328 h 561696"/>
                <a:gd name="connsiteX260" fmla="*/ 602451 w 786002"/>
                <a:gd name="connsiteY260" fmla="*/ 45631 h 561696"/>
                <a:gd name="connsiteX261" fmla="*/ 600566 w 786002"/>
                <a:gd name="connsiteY261" fmla="*/ 43040 h 561696"/>
                <a:gd name="connsiteX262" fmla="*/ 599388 w 786002"/>
                <a:gd name="connsiteY262" fmla="*/ 40585 h 561696"/>
                <a:gd name="connsiteX263" fmla="*/ 598076 w 786002"/>
                <a:gd name="connsiteY263" fmla="*/ 38701 h 561696"/>
                <a:gd name="connsiteX264" fmla="*/ 594609 w 786002"/>
                <a:gd name="connsiteY264" fmla="*/ 37254 h 561696"/>
                <a:gd name="connsiteX265" fmla="*/ 592724 w 786002"/>
                <a:gd name="connsiteY265" fmla="*/ 37389 h 561696"/>
                <a:gd name="connsiteX266" fmla="*/ 591580 w 786002"/>
                <a:gd name="connsiteY266" fmla="*/ 38970 h 561696"/>
                <a:gd name="connsiteX267" fmla="*/ 586061 w 786002"/>
                <a:gd name="connsiteY267" fmla="*/ 41426 h 561696"/>
                <a:gd name="connsiteX268" fmla="*/ 583604 w 786002"/>
                <a:gd name="connsiteY268" fmla="*/ 38230 h 561696"/>
                <a:gd name="connsiteX269" fmla="*/ 582729 w 786002"/>
                <a:gd name="connsiteY269" fmla="*/ 33722 h 561696"/>
                <a:gd name="connsiteX270" fmla="*/ 582729 w 786002"/>
                <a:gd name="connsiteY270" fmla="*/ 27062 h 561696"/>
                <a:gd name="connsiteX271" fmla="*/ 574181 w 786002"/>
                <a:gd name="connsiteY271" fmla="*/ 23866 h 561696"/>
                <a:gd name="connsiteX272" fmla="*/ 571859 w 786002"/>
                <a:gd name="connsiteY272" fmla="*/ 22857 h 561696"/>
                <a:gd name="connsiteX273" fmla="*/ 567080 w 786002"/>
                <a:gd name="connsiteY273" fmla="*/ 24606 h 561696"/>
                <a:gd name="connsiteX274" fmla="*/ 561863 w 786002"/>
                <a:gd name="connsiteY274" fmla="*/ 29080 h 561696"/>
                <a:gd name="connsiteX275" fmla="*/ 560281 w 786002"/>
                <a:gd name="connsiteY275" fmla="*/ 31401 h 561696"/>
                <a:gd name="connsiteX276" fmla="*/ 560281 w 786002"/>
                <a:gd name="connsiteY276" fmla="*/ 37860 h 561696"/>
                <a:gd name="connsiteX277" fmla="*/ 559272 w 786002"/>
                <a:gd name="connsiteY277" fmla="*/ 40215 h 561696"/>
                <a:gd name="connsiteX278" fmla="*/ 557690 w 786002"/>
                <a:gd name="connsiteY278" fmla="*/ 41527 h 561696"/>
                <a:gd name="connsiteX279" fmla="*/ 554055 w 786002"/>
                <a:gd name="connsiteY279" fmla="*/ 45429 h 561696"/>
                <a:gd name="connsiteX280" fmla="*/ 553483 w 786002"/>
                <a:gd name="connsiteY280" fmla="*/ 46001 h 561696"/>
                <a:gd name="connsiteX281" fmla="*/ 553887 w 786002"/>
                <a:gd name="connsiteY281" fmla="*/ 50643 h 561696"/>
                <a:gd name="connsiteX282" fmla="*/ 554156 w 786002"/>
                <a:gd name="connsiteY282" fmla="*/ 51518 h 561696"/>
                <a:gd name="connsiteX283" fmla="*/ 555334 w 786002"/>
                <a:gd name="connsiteY283" fmla="*/ 53704 h 561696"/>
                <a:gd name="connsiteX284" fmla="*/ 556007 w 786002"/>
                <a:gd name="connsiteY284" fmla="*/ 54377 h 561696"/>
                <a:gd name="connsiteX285" fmla="*/ 554459 w 786002"/>
                <a:gd name="connsiteY285" fmla="*/ 57304 h 561696"/>
                <a:gd name="connsiteX286" fmla="*/ 552272 w 786002"/>
                <a:gd name="connsiteY286" fmla="*/ 58178 h 561696"/>
                <a:gd name="connsiteX287" fmla="*/ 547190 w 786002"/>
                <a:gd name="connsiteY287" fmla="*/ 58616 h 561696"/>
                <a:gd name="connsiteX288" fmla="*/ 540829 w 786002"/>
                <a:gd name="connsiteY288" fmla="*/ 57304 h 561696"/>
                <a:gd name="connsiteX289" fmla="*/ 538069 w 786002"/>
                <a:gd name="connsiteY289" fmla="*/ 53671 h 561696"/>
                <a:gd name="connsiteX290" fmla="*/ 539954 w 786002"/>
                <a:gd name="connsiteY290" fmla="*/ 50912 h 561696"/>
                <a:gd name="connsiteX291" fmla="*/ 544868 w 786002"/>
                <a:gd name="connsiteY291" fmla="*/ 47010 h 561696"/>
                <a:gd name="connsiteX292" fmla="*/ 543993 w 786002"/>
                <a:gd name="connsiteY292" fmla="*/ 43680 h 561696"/>
                <a:gd name="connsiteX293" fmla="*/ 538473 w 786002"/>
                <a:gd name="connsiteY293" fmla="*/ 41493 h 561696"/>
                <a:gd name="connsiteX294" fmla="*/ 535848 w 786002"/>
                <a:gd name="connsiteY294" fmla="*/ 39306 h 561696"/>
                <a:gd name="connsiteX295" fmla="*/ 531507 w 786002"/>
                <a:gd name="connsiteY295" fmla="*/ 41493 h 561696"/>
                <a:gd name="connsiteX296" fmla="*/ 526997 w 786002"/>
                <a:gd name="connsiteY296" fmla="*/ 41627 h 561696"/>
                <a:gd name="connsiteX297" fmla="*/ 524540 w 786002"/>
                <a:gd name="connsiteY297" fmla="*/ 40753 h 561696"/>
                <a:gd name="connsiteX298" fmla="*/ 523665 w 786002"/>
                <a:gd name="connsiteY298" fmla="*/ 37995 h 561696"/>
                <a:gd name="connsiteX299" fmla="*/ 519189 w 786002"/>
                <a:gd name="connsiteY299" fmla="*/ 37995 h 561696"/>
                <a:gd name="connsiteX300" fmla="*/ 516598 w 786002"/>
                <a:gd name="connsiteY300" fmla="*/ 37995 h 561696"/>
                <a:gd name="connsiteX301" fmla="*/ 514276 w 786002"/>
                <a:gd name="connsiteY301" fmla="*/ 39138 h 561696"/>
                <a:gd name="connsiteX302" fmla="*/ 513973 w 786002"/>
                <a:gd name="connsiteY302" fmla="*/ 46371 h 561696"/>
                <a:gd name="connsiteX303" fmla="*/ 511785 w 786002"/>
                <a:gd name="connsiteY303" fmla="*/ 49129 h 561696"/>
                <a:gd name="connsiteX304" fmla="*/ 508891 w 786002"/>
                <a:gd name="connsiteY304" fmla="*/ 52325 h 561696"/>
                <a:gd name="connsiteX305" fmla="*/ 506737 w 786002"/>
                <a:gd name="connsiteY305" fmla="*/ 55790 h 561696"/>
                <a:gd name="connsiteX306" fmla="*/ 505593 w 786002"/>
                <a:gd name="connsiteY306" fmla="*/ 58986 h 561696"/>
                <a:gd name="connsiteX307" fmla="*/ 505021 w 786002"/>
                <a:gd name="connsiteY307" fmla="*/ 60869 h 561696"/>
                <a:gd name="connsiteX308" fmla="*/ 502698 w 786002"/>
                <a:gd name="connsiteY308" fmla="*/ 62181 h 561696"/>
                <a:gd name="connsiteX309" fmla="*/ 501386 w 786002"/>
                <a:gd name="connsiteY309" fmla="*/ 64065 h 561696"/>
                <a:gd name="connsiteX310" fmla="*/ 501689 w 786002"/>
                <a:gd name="connsiteY310" fmla="*/ 64940 h 561696"/>
                <a:gd name="connsiteX311" fmla="*/ 503439 w 786002"/>
                <a:gd name="connsiteY311" fmla="*/ 66958 h 561696"/>
                <a:gd name="connsiteX312" fmla="*/ 503574 w 786002"/>
                <a:gd name="connsiteY312" fmla="*/ 67967 h 561696"/>
                <a:gd name="connsiteX313" fmla="*/ 503708 w 786002"/>
                <a:gd name="connsiteY313" fmla="*/ 70154 h 561696"/>
                <a:gd name="connsiteX314" fmla="*/ 502698 w 786002"/>
                <a:gd name="connsiteY314" fmla="*/ 70591 h 561696"/>
                <a:gd name="connsiteX315" fmla="*/ 501386 w 786002"/>
                <a:gd name="connsiteY315" fmla="*/ 73350 h 561696"/>
                <a:gd name="connsiteX316" fmla="*/ 498357 w 786002"/>
                <a:gd name="connsiteY316" fmla="*/ 73787 h 561696"/>
                <a:gd name="connsiteX317" fmla="*/ 494722 w 786002"/>
                <a:gd name="connsiteY317" fmla="*/ 73215 h 561696"/>
                <a:gd name="connsiteX318" fmla="*/ 491088 w 786002"/>
                <a:gd name="connsiteY318" fmla="*/ 72778 h 561696"/>
                <a:gd name="connsiteX319" fmla="*/ 488765 w 786002"/>
                <a:gd name="connsiteY319" fmla="*/ 72038 h 561696"/>
                <a:gd name="connsiteX320" fmla="*/ 486881 w 786002"/>
                <a:gd name="connsiteY320" fmla="*/ 71028 h 561696"/>
                <a:gd name="connsiteX321" fmla="*/ 484996 w 786002"/>
                <a:gd name="connsiteY321" fmla="*/ 69145 h 561696"/>
                <a:gd name="connsiteX322" fmla="*/ 482809 w 786002"/>
                <a:gd name="connsiteY322" fmla="*/ 66386 h 561696"/>
                <a:gd name="connsiteX323" fmla="*/ 482102 w 786002"/>
                <a:gd name="connsiteY323" fmla="*/ 64940 h 561696"/>
                <a:gd name="connsiteX324" fmla="*/ 480924 w 786002"/>
                <a:gd name="connsiteY324" fmla="*/ 64065 h 561696"/>
                <a:gd name="connsiteX325" fmla="*/ 478770 w 786002"/>
                <a:gd name="connsiteY325" fmla="*/ 64065 h 561696"/>
                <a:gd name="connsiteX326" fmla="*/ 476717 w 786002"/>
                <a:gd name="connsiteY326" fmla="*/ 64637 h 561696"/>
                <a:gd name="connsiteX327" fmla="*/ 475135 w 786002"/>
                <a:gd name="connsiteY327" fmla="*/ 65512 h 561696"/>
                <a:gd name="connsiteX328" fmla="*/ 472376 w 786002"/>
                <a:gd name="connsiteY328" fmla="*/ 67261 h 561696"/>
                <a:gd name="connsiteX329" fmla="*/ 470929 w 786002"/>
                <a:gd name="connsiteY329" fmla="*/ 68136 h 561696"/>
                <a:gd name="connsiteX330" fmla="*/ 466587 w 786002"/>
                <a:gd name="connsiteY330" fmla="*/ 70457 h 561696"/>
                <a:gd name="connsiteX331" fmla="*/ 464433 w 786002"/>
                <a:gd name="connsiteY331" fmla="*/ 71769 h 561696"/>
                <a:gd name="connsiteX332" fmla="*/ 462851 w 786002"/>
                <a:gd name="connsiteY332" fmla="*/ 72778 h 561696"/>
                <a:gd name="connsiteX333" fmla="*/ 461404 w 786002"/>
                <a:gd name="connsiteY333" fmla="*/ 74090 h 561696"/>
                <a:gd name="connsiteX334" fmla="*/ 459957 w 786002"/>
                <a:gd name="connsiteY334" fmla="*/ 75402 h 561696"/>
                <a:gd name="connsiteX335" fmla="*/ 459217 w 786002"/>
                <a:gd name="connsiteY335" fmla="*/ 77151 h 561696"/>
                <a:gd name="connsiteX336" fmla="*/ 459217 w 786002"/>
                <a:gd name="connsiteY336" fmla="*/ 78463 h 561696"/>
                <a:gd name="connsiteX337" fmla="*/ 461034 w 786002"/>
                <a:gd name="connsiteY337" fmla="*/ 79035 h 561696"/>
                <a:gd name="connsiteX338" fmla="*/ 462986 w 786002"/>
                <a:gd name="connsiteY338" fmla="*/ 78732 h 561696"/>
                <a:gd name="connsiteX339" fmla="*/ 466621 w 786002"/>
                <a:gd name="connsiteY339" fmla="*/ 77857 h 561696"/>
                <a:gd name="connsiteX340" fmla="*/ 470828 w 786002"/>
                <a:gd name="connsiteY340" fmla="*/ 78867 h 561696"/>
                <a:gd name="connsiteX341" fmla="*/ 471703 w 786002"/>
                <a:gd name="connsiteY341" fmla="*/ 81457 h 561696"/>
                <a:gd name="connsiteX342" fmla="*/ 471837 w 786002"/>
                <a:gd name="connsiteY342" fmla="*/ 84484 h 561696"/>
                <a:gd name="connsiteX343" fmla="*/ 470659 w 786002"/>
                <a:gd name="connsiteY343" fmla="*/ 88689 h 561696"/>
                <a:gd name="connsiteX344" fmla="*/ 468909 w 786002"/>
                <a:gd name="connsiteY344" fmla="*/ 91717 h 561696"/>
                <a:gd name="connsiteX345" fmla="*/ 467765 w 786002"/>
                <a:gd name="connsiteY345" fmla="*/ 92289 h 561696"/>
                <a:gd name="connsiteX346" fmla="*/ 463861 w 786002"/>
                <a:gd name="connsiteY346" fmla="*/ 96494 h 561696"/>
                <a:gd name="connsiteX347" fmla="*/ 458510 w 786002"/>
                <a:gd name="connsiteY347" fmla="*/ 96931 h 561696"/>
                <a:gd name="connsiteX348" fmla="*/ 454034 w 786002"/>
                <a:gd name="connsiteY348" fmla="*/ 96797 h 561696"/>
                <a:gd name="connsiteX349" fmla="*/ 449390 w 786002"/>
                <a:gd name="connsiteY349" fmla="*/ 92322 h 561696"/>
                <a:gd name="connsiteX350" fmla="*/ 449524 w 786002"/>
                <a:gd name="connsiteY350" fmla="*/ 88252 h 561696"/>
                <a:gd name="connsiteX351" fmla="*/ 448212 w 786002"/>
                <a:gd name="connsiteY351" fmla="*/ 85796 h 561696"/>
                <a:gd name="connsiteX352" fmla="*/ 445317 w 786002"/>
                <a:gd name="connsiteY352" fmla="*/ 84484 h 561696"/>
                <a:gd name="connsiteX353" fmla="*/ 443433 w 786002"/>
                <a:gd name="connsiteY353" fmla="*/ 85359 h 561696"/>
                <a:gd name="connsiteX354" fmla="*/ 442120 w 786002"/>
                <a:gd name="connsiteY354" fmla="*/ 86099 h 561696"/>
                <a:gd name="connsiteX355" fmla="*/ 436769 w 786002"/>
                <a:gd name="connsiteY355" fmla="*/ 92020 h 561696"/>
                <a:gd name="connsiteX356" fmla="*/ 436635 w 786002"/>
                <a:gd name="connsiteY356" fmla="*/ 95922 h 561696"/>
                <a:gd name="connsiteX357" fmla="*/ 433875 w 786002"/>
                <a:gd name="connsiteY357" fmla="*/ 98243 h 561696"/>
                <a:gd name="connsiteX358" fmla="*/ 431687 w 786002"/>
                <a:gd name="connsiteY358" fmla="*/ 100261 h 561696"/>
                <a:gd name="connsiteX359" fmla="*/ 429937 w 786002"/>
                <a:gd name="connsiteY359" fmla="*/ 102448 h 561696"/>
                <a:gd name="connsiteX360" fmla="*/ 429634 w 786002"/>
                <a:gd name="connsiteY360" fmla="*/ 106653 h 561696"/>
                <a:gd name="connsiteX361" fmla="*/ 429634 w 786002"/>
                <a:gd name="connsiteY361" fmla="*/ 109714 h 561696"/>
                <a:gd name="connsiteX362" fmla="*/ 429769 w 786002"/>
                <a:gd name="connsiteY362" fmla="*/ 112035 h 561696"/>
                <a:gd name="connsiteX363" fmla="*/ 429197 w 786002"/>
                <a:gd name="connsiteY363" fmla="*/ 115803 h 561696"/>
                <a:gd name="connsiteX364" fmla="*/ 428322 w 786002"/>
                <a:gd name="connsiteY364" fmla="*/ 118427 h 561696"/>
                <a:gd name="connsiteX365" fmla="*/ 425562 w 786002"/>
                <a:gd name="connsiteY365" fmla="*/ 118999 h 561696"/>
                <a:gd name="connsiteX366" fmla="*/ 424250 w 786002"/>
                <a:gd name="connsiteY366" fmla="*/ 118427 h 561696"/>
                <a:gd name="connsiteX367" fmla="*/ 421793 w 786002"/>
                <a:gd name="connsiteY367" fmla="*/ 114659 h 561696"/>
                <a:gd name="connsiteX368" fmla="*/ 420783 w 786002"/>
                <a:gd name="connsiteY368" fmla="*/ 111463 h 561696"/>
                <a:gd name="connsiteX369" fmla="*/ 417149 w 786002"/>
                <a:gd name="connsiteY369" fmla="*/ 109580 h 561696"/>
                <a:gd name="connsiteX370" fmla="*/ 414389 w 786002"/>
                <a:gd name="connsiteY370" fmla="*/ 106821 h 561696"/>
                <a:gd name="connsiteX371" fmla="*/ 408735 w 786002"/>
                <a:gd name="connsiteY371" fmla="*/ 102919 h 561696"/>
                <a:gd name="connsiteX372" fmla="*/ 403216 w 786002"/>
                <a:gd name="connsiteY372" fmla="*/ 99017 h 561696"/>
                <a:gd name="connsiteX373" fmla="*/ 398302 w 786002"/>
                <a:gd name="connsiteY373" fmla="*/ 96258 h 561696"/>
                <a:gd name="connsiteX374" fmla="*/ 390898 w 786002"/>
                <a:gd name="connsiteY374" fmla="*/ 99454 h 561696"/>
                <a:gd name="connsiteX375" fmla="*/ 385681 w 786002"/>
                <a:gd name="connsiteY375" fmla="*/ 103962 h 561696"/>
                <a:gd name="connsiteX376" fmla="*/ 382484 w 786002"/>
                <a:gd name="connsiteY376" fmla="*/ 108739 h 561696"/>
                <a:gd name="connsiteX377" fmla="*/ 381172 w 786002"/>
                <a:gd name="connsiteY377" fmla="*/ 110925 h 561696"/>
                <a:gd name="connsiteX378" fmla="*/ 379994 w 786002"/>
                <a:gd name="connsiteY378" fmla="*/ 116005 h 561696"/>
                <a:gd name="connsiteX379" fmla="*/ 380129 w 786002"/>
                <a:gd name="connsiteY379" fmla="*/ 119772 h 561696"/>
                <a:gd name="connsiteX380" fmla="*/ 381138 w 786002"/>
                <a:gd name="connsiteY380" fmla="*/ 124280 h 561696"/>
                <a:gd name="connsiteX381" fmla="*/ 380263 w 786002"/>
                <a:gd name="connsiteY381" fmla="*/ 127913 h 561696"/>
                <a:gd name="connsiteX382" fmla="*/ 376359 w 786002"/>
                <a:gd name="connsiteY382" fmla="*/ 131378 h 561696"/>
                <a:gd name="connsiteX383" fmla="*/ 373027 w 786002"/>
                <a:gd name="connsiteY383" fmla="*/ 134574 h 561696"/>
                <a:gd name="connsiteX384" fmla="*/ 367373 w 786002"/>
                <a:gd name="connsiteY384" fmla="*/ 136458 h 561696"/>
                <a:gd name="connsiteX385" fmla="*/ 361585 w 786002"/>
                <a:gd name="connsiteY385" fmla="*/ 137198 h 561696"/>
                <a:gd name="connsiteX386" fmla="*/ 354921 w 786002"/>
                <a:gd name="connsiteY386" fmla="*/ 138510 h 561696"/>
                <a:gd name="connsiteX387" fmla="*/ 351455 w 786002"/>
                <a:gd name="connsiteY387" fmla="*/ 139216 h 561696"/>
                <a:gd name="connsiteX388" fmla="*/ 348258 w 786002"/>
                <a:gd name="connsiteY388" fmla="*/ 138644 h 561696"/>
                <a:gd name="connsiteX389" fmla="*/ 343613 w 786002"/>
                <a:gd name="connsiteY389" fmla="*/ 137063 h 561696"/>
                <a:gd name="connsiteX390" fmla="*/ 340281 w 786002"/>
                <a:gd name="connsiteY390" fmla="*/ 135751 h 561696"/>
                <a:gd name="connsiteX391" fmla="*/ 337690 w 786002"/>
                <a:gd name="connsiteY391" fmla="*/ 131849 h 561696"/>
                <a:gd name="connsiteX392" fmla="*/ 336108 w 786002"/>
                <a:gd name="connsiteY392" fmla="*/ 128216 h 561696"/>
                <a:gd name="connsiteX393" fmla="*/ 335233 w 786002"/>
                <a:gd name="connsiteY393" fmla="*/ 124314 h 561696"/>
                <a:gd name="connsiteX394" fmla="*/ 329579 w 786002"/>
                <a:gd name="connsiteY394" fmla="*/ 121993 h 561696"/>
                <a:gd name="connsiteX395" fmla="*/ 328132 w 786002"/>
                <a:gd name="connsiteY395" fmla="*/ 122867 h 561696"/>
                <a:gd name="connsiteX396" fmla="*/ 325541 w 786002"/>
                <a:gd name="connsiteY396" fmla="*/ 125626 h 561696"/>
                <a:gd name="connsiteX397" fmla="*/ 321637 w 786002"/>
                <a:gd name="connsiteY397" fmla="*/ 127644 h 561696"/>
                <a:gd name="connsiteX398" fmla="*/ 318743 w 786002"/>
                <a:gd name="connsiteY398" fmla="*/ 128081 h 561696"/>
                <a:gd name="connsiteX399" fmla="*/ 315108 w 786002"/>
                <a:gd name="connsiteY399" fmla="*/ 128519 h 561696"/>
                <a:gd name="connsiteX400" fmla="*/ 311473 w 786002"/>
                <a:gd name="connsiteY400" fmla="*/ 127644 h 561696"/>
                <a:gd name="connsiteX401" fmla="*/ 308579 w 786002"/>
                <a:gd name="connsiteY401" fmla="*/ 122733 h 561696"/>
                <a:gd name="connsiteX402" fmla="*/ 308713 w 786002"/>
                <a:gd name="connsiteY402" fmla="*/ 116779 h 561696"/>
                <a:gd name="connsiteX403" fmla="*/ 301747 w 786002"/>
                <a:gd name="connsiteY403" fmla="*/ 111127 h 561696"/>
                <a:gd name="connsiteX404" fmla="*/ 300569 w 786002"/>
                <a:gd name="connsiteY404" fmla="*/ 105038 h 561696"/>
                <a:gd name="connsiteX405" fmla="*/ 298112 w 786002"/>
                <a:gd name="connsiteY405" fmla="*/ 99118 h 561696"/>
                <a:gd name="connsiteX406" fmla="*/ 293199 w 786002"/>
                <a:gd name="connsiteY406" fmla="*/ 93769 h 561696"/>
                <a:gd name="connsiteX407" fmla="*/ 289732 w 786002"/>
                <a:gd name="connsiteY407" fmla="*/ 90001 h 561696"/>
                <a:gd name="connsiteX408" fmla="*/ 287107 w 786002"/>
                <a:gd name="connsiteY408" fmla="*/ 89261 h 561696"/>
                <a:gd name="connsiteX409" fmla="*/ 280578 w 786002"/>
                <a:gd name="connsiteY409" fmla="*/ 89261 h 561696"/>
                <a:gd name="connsiteX410" fmla="*/ 273612 w 786002"/>
                <a:gd name="connsiteY410" fmla="*/ 92020 h 561696"/>
                <a:gd name="connsiteX411" fmla="*/ 268698 w 786002"/>
                <a:gd name="connsiteY411" fmla="*/ 95350 h 561696"/>
                <a:gd name="connsiteX412" fmla="*/ 266073 w 786002"/>
                <a:gd name="connsiteY412" fmla="*/ 98680 h 561696"/>
                <a:gd name="connsiteX413" fmla="*/ 261563 w 786002"/>
                <a:gd name="connsiteY413" fmla="*/ 102145 h 561696"/>
                <a:gd name="connsiteX414" fmla="*/ 260823 w 786002"/>
                <a:gd name="connsiteY414" fmla="*/ 106485 h 561696"/>
                <a:gd name="connsiteX415" fmla="*/ 262573 w 786002"/>
                <a:gd name="connsiteY415" fmla="*/ 110824 h 561696"/>
                <a:gd name="connsiteX416" fmla="*/ 263885 w 786002"/>
                <a:gd name="connsiteY416" fmla="*/ 113583 h 561696"/>
                <a:gd name="connsiteX417" fmla="*/ 264020 w 786002"/>
                <a:gd name="connsiteY417" fmla="*/ 118057 h 561696"/>
                <a:gd name="connsiteX418" fmla="*/ 263583 w 786002"/>
                <a:gd name="connsiteY418" fmla="*/ 122396 h 561696"/>
                <a:gd name="connsiteX419" fmla="*/ 261261 w 786002"/>
                <a:gd name="connsiteY419" fmla="*/ 125424 h 561696"/>
                <a:gd name="connsiteX420" fmla="*/ 256044 w 786002"/>
                <a:gd name="connsiteY420" fmla="*/ 130504 h 561696"/>
                <a:gd name="connsiteX421" fmla="*/ 254597 w 786002"/>
                <a:gd name="connsiteY421" fmla="*/ 131244 h 561696"/>
                <a:gd name="connsiteX422" fmla="*/ 252140 w 786002"/>
                <a:gd name="connsiteY422" fmla="*/ 133262 h 561696"/>
                <a:gd name="connsiteX423" fmla="*/ 243592 w 786002"/>
                <a:gd name="connsiteY423" fmla="*/ 134002 h 561696"/>
                <a:gd name="connsiteX424" fmla="*/ 235481 w 786002"/>
                <a:gd name="connsiteY424" fmla="*/ 135146 h 561696"/>
                <a:gd name="connsiteX425" fmla="*/ 231274 w 786002"/>
                <a:gd name="connsiteY425" fmla="*/ 135146 h 561696"/>
                <a:gd name="connsiteX426" fmla="*/ 228952 w 786002"/>
                <a:gd name="connsiteY426" fmla="*/ 136895 h 561696"/>
                <a:gd name="connsiteX427" fmla="*/ 223298 w 786002"/>
                <a:gd name="connsiteY427" fmla="*/ 140663 h 561696"/>
                <a:gd name="connsiteX428" fmla="*/ 219966 w 786002"/>
                <a:gd name="connsiteY428" fmla="*/ 142546 h 561696"/>
                <a:gd name="connsiteX429" fmla="*/ 217375 w 786002"/>
                <a:gd name="connsiteY429" fmla="*/ 143556 h 561696"/>
                <a:gd name="connsiteX430" fmla="*/ 212731 w 786002"/>
                <a:gd name="connsiteY430" fmla="*/ 145305 h 561696"/>
                <a:gd name="connsiteX431" fmla="*/ 206639 w 786002"/>
                <a:gd name="connsiteY431" fmla="*/ 148770 h 561696"/>
                <a:gd name="connsiteX432" fmla="*/ 204317 w 786002"/>
                <a:gd name="connsiteY432" fmla="*/ 150216 h 561696"/>
                <a:gd name="connsiteX433" fmla="*/ 201995 w 786002"/>
                <a:gd name="connsiteY433" fmla="*/ 152672 h 561696"/>
                <a:gd name="connsiteX434" fmla="*/ 198528 w 786002"/>
                <a:gd name="connsiteY434" fmla="*/ 155128 h 561696"/>
                <a:gd name="connsiteX435" fmla="*/ 187086 w 786002"/>
                <a:gd name="connsiteY435" fmla="*/ 155430 h 561696"/>
                <a:gd name="connsiteX436" fmla="*/ 182307 w 786002"/>
                <a:gd name="connsiteY436" fmla="*/ 156002 h 561696"/>
                <a:gd name="connsiteX437" fmla="*/ 179985 w 786002"/>
                <a:gd name="connsiteY437" fmla="*/ 157449 h 561696"/>
                <a:gd name="connsiteX438" fmla="*/ 178538 w 786002"/>
                <a:gd name="connsiteY438" fmla="*/ 161217 h 561696"/>
                <a:gd name="connsiteX439" fmla="*/ 179985 w 786002"/>
                <a:gd name="connsiteY439" fmla="*/ 162663 h 561696"/>
                <a:gd name="connsiteX440" fmla="*/ 183889 w 786002"/>
                <a:gd name="connsiteY440" fmla="*/ 166868 h 561696"/>
                <a:gd name="connsiteX441" fmla="*/ 185201 w 786002"/>
                <a:gd name="connsiteY441" fmla="*/ 172385 h 561696"/>
                <a:gd name="connsiteX442" fmla="*/ 181163 w 786002"/>
                <a:gd name="connsiteY442" fmla="*/ 174841 h 561696"/>
                <a:gd name="connsiteX443" fmla="*/ 177662 w 786002"/>
                <a:gd name="connsiteY443" fmla="*/ 182241 h 561696"/>
                <a:gd name="connsiteX444" fmla="*/ 175340 w 786002"/>
                <a:gd name="connsiteY444" fmla="*/ 185000 h 561696"/>
                <a:gd name="connsiteX445" fmla="*/ 170124 w 786002"/>
                <a:gd name="connsiteY445" fmla="*/ 192535 h 561696"/>
                <a:gd name="connsiteX446" fmla="*/ 164907 w 786002"/>
                <a:gd name="connsiteY446" fmla="*/ 193982 h 561696"/>
                <a:gd name="connsiteX447" fmla="*/ 160398 w 786002"/>
                <a:gd name="connsiteY447" fmla="*/ 193107 h 561696"/>
                <a:gd name="connsiteX448" fmla="*/ 156628 w 786002"/>
                <a:gd name="connsiteY448" fmla="*/ 191223 h 561696"/>
                <a:gd name="connsiteX449" fmla="*/ 155181 w 786002"/>
                <a:gd name="connsiteY449" fmla="*/ 187758 h 561696"/>
                <a:gd name="connsiteX450" fmla="*/ 152994 w 786002"/>
                <a:gd name="connsiteY450" fmla="*/ 183116 h 561696"/>
                <a:gd name="connsiteX451" fmla="*/ 150974 w 786002"/>
                <a:gd name="connsiteY451" fmla="*/ 182981 h 561696"/>
                <a:gd name="connsiteX452" fmla="*/ 148080 w 786002"/>
                <a:gd name="connsiteY452" fmla="*/ 183553 h 561696"/>
                <a:gd name="connsiteX453" fmla="*/ 143301 w 786002"/>
                <a:gd name="connsiteY453" fmla="*/ 184428 h 561696"/>
                <a:gd name="connsiteX454" fmla="*/ 138219 w 786002"/>
                <a:gd name="connsiteY454" fmla="*/ 184125 h 561696"/>
                <a:gd name="connsiteX455" fmla="*/ 137075 w 786002"/>
                <a:gd name="connsiteY455" fmla="*/ 182678 h 561696"/>
                <a:gd name="connsiteX456" fmla="*/ 135190 w 786002"/>
                <a:gd name="connsiteY456" fmla="*/ 180088 h 561696"/>
                <a:gd name="connsiteX457" fmla="*/ 133878 w 786002"/>
                <a:gd name="connsiteY457" fmla="*/ 179214 h 561696"/>
                <a:gd name="connsiteX458" fmla="*/ 127786 w 786002"/>
                <a:gd name="connsiteY458" fmla="*/ 175143 h 561696"/>
                <a:gd name="connsiteX459" fmla="*/ 125902 w 786002"/>
                <a:gd name="connsiteY459" fmla="*/ 174269 h 561696"/>
                <a:gd name="connsiteX460" fmla="*/ 121695 w 786002"/>
                <a:gd name="connsiteY460" fmla="*/ 174000 h 561696"/>
                <a:gd name="connsiteX461" fmla="*/ 115906 w 786002"/>
                <a:gd name="connsiteY461" fmla="*/ 172990 h 561696"/>
                <a:gd name="connsiteX462" fmla="*/ 111868 w 786002"/>
                <a:gd name="connsiteY462" fmla="*/ 170232 h 561696"/>
                <a:gd name="connsiteX463" fmla="*/ 109849 w 786002"/>
                <a:gd name="connsiteY463" fmla="*/ 167911 h 561696"/>
                <a:gd name="connsiteX464" fmla="*/ 106820 w 786002"/>
                <a:gd name="connsiteY464" fmla="*/ 164278 h 561696"/>
                <a:gd name="connsiteX465" fmla="*/ 105238 w 786002"/>
                <a:gd name="connsiteY465" fmla="*/ 161519 h 561696"/>
                <a:gd name="connsiteX466" fmla="*/ 104800 w 786002"/>
                <a:gd name="connsiteY466" fmla="*/ 157886 h 561696"/>
                <a:gd name="connsiteX467" fmla="*/ 105507 w 786002"/>
                <a:gd name="connsiteY467" fmla="*/ 156742 h 561696"/>
                <a:gd name="connsiteX468" fmla="*/ 106820 w 786002"/>
                <a:gd name="connsiteY468" fmla="*/ 154118 h 561696"/>
                <a:gd name="connsiteX469" fmla="*/ 105238 w 786002"/>
                <a:gd name="connsiteY469" fmla="*/ 152672 h 561696"/>
                <a:gd name="connsiteX470" fmla="*/ 100762 w 786002"/>
                <a:gd name="connsiteY470" fmla="*/ 152975 h 561696"/>
                <a:gd name="connsiteX471" fmla="*/ 98574 w 786002"/>
                <a:gd name="connsiteY471" fmla="*/ 154118 h 561696"/>
                <a:gd name="connsiteX472" fmla="*/ 93795 w 786002"/>
                <a:gd name="connsiteY472" fmla="*/ 155868 h 561696"/>
                <a:gd name="connsiteX473" fmla="*/ 88579 w 786002"/>
                <a:gd name="connsiteY473" fmla="*/ 156002 h 561696"/>
                <a:gd name="connsiteX474" fmla="*/ 84810 w 786002"/>
                <a:gd name="connsiteY474" fmla="*/ 154993 h 561696"/>
                <a:gd name="connsiteX475" fmla="*/ 84675 w 786002"/>
                <a:gd name="connsiteY475" fmla="*/ 152235 h 561696"/>
                <a:gd name="connsiteX476" fmla="*/ 84810 w 786002"/>
                <a:gd name="connsiteY476" fmla="*/ 149207 h 561696"/>
                <a:gd name="connsiteX477" fmla="*/ 84237 w 786002"/>
                <a:gd name="connsiteY477" fmla="*/ 145742 h 561696"/>
                <a:gd name="connsiteX478" fmla="*/ 81781 w 786002"/>
                <a:gd name="connsiteY478" fmla="*/ 143152 h 561696"/>
                <a:gd name="connsiteX479" fmla="*/ 78583 w 786002"/>
                <a:gd name="connsiteY479" fmla="*/ 141403 h 561696"/>
                <a:gd name="connsiteX480" fmla="*/ 77439 w 786002"/>
                <a:gd name="connsiteY480" fmla="*/ 142546 h 561696"/>
                <a:gd name="connsiteX481" fmla="*/ 72795 w 786002"/>
                <a:gd name="connsiteY481" fmla="*/ 146449 h 561696"/>
                <a:gd name="connsiteX482" fmla="*/ 69901 w 786002"/>
                <a:gd name="connsiteY482" fmla="*/ 148333 h 561696"/>
                <a:gd name="connsiteX483" fmla="*/ 67309 w 786002"/>
                <a:gd name="connsiteY483" fmla="*/ 150351 h 561696"/>
                <a:gd name="connsiteX484" fmla="*/ 61083 w 786002"/>
                <a:gd name="connsiteY484" fmla="*/ 152369 h 561696"/>
                <a:gd name="connsiteX485" fmla="*/ 59064 w 786002"/>
                <a:gd name="connsiteY485" fmla="*/ 153378 h 561696"/>
                <a:gd name="connsiteX486" fmla="*/ 60208 w 786002"/>
                <a:gd name="connsiteY486" fmla="*/ 155700 h 561696"/>
                <a:gd name="connsiteX487" fmla="*/ 62362 w 786002"/>
                <a:gd name="connsiteY487" fmla="*/ 157449 h 561696"/>
                <a:gd name="connsiteX488" fmla="*/ 62665 w 786002"/>
                <a:gd name="connsiteY488" fmla="*/ 158155 h 561696"/>
                <a:gd name="connsiteX489" fmla="*/ 59905 w 786002"/>
                <a:gd name="connsiteY489" fmla="*/ 161923 h 561696"/>
                <a:gd name="connsiteX490" fmla="*/ 51794 w 786002"/>
                <a:gd name="connsiteY490" fmla="*/ 169895 h 561696"/>
                <a:gd name="connsiteX491" fmla="*/ 50482 w 786002"/>
                <a:gd name="connsiteY491" fmla="*/ 171577 h 561696"/>
                <a:gd name="connsiteX492" fmla="*/ 47722 w 786002"/>
                <a:gd name="connsiteY492" fmla="*/ 173831 h 561696"/>
                <a:gd name="connsiteX493" fmla="*/ 46477 w 786002"/>
                <a:gd name="connsiteY493" fmla="*/ 175211 h 561696"/>
                <a:gd name="connsiteX494" fmla="*/ 45232 w 786002"/>
                <a:gd name="connsiteY494" fmla="*/ 177229 h 561696"/>
                <a:gd name="connsiteX495" fmla="*/ 44491 w 786002"/>
                <a:gd name="connsiteY495" fmla="*/ 179415 h 561696"/>
                <a:gd name="connsiteX496" fmla="*/ 43785 w 786002"/>
                <a:gd name="connsiteY496" fmla="*/ 183049 h 561696"/>
                <a:gd name="connsiteX497" fmla="*/ 42640 w 786002"/>
                <a:gd name="connsiteY497" fmla="*/ 184125 h 561696"/>
                <a:gd name="connsiteX498" fmla="*/ 40015 w 786002"/>
                <a:gd name="connsiteY498" fmla="*/ 184125 h 561696"/>
                <a:gd name="connsiteX499" fmla="*/ 37323 w 786002"/>
                <a:gd name="connsiteY499" fmla="*/ 184293 h 561696"/>
                <a:gd name="connsiteX500" fmla="*/ 34630 w 786002"/>
                <a:gd name="connsiteY500" fmla="*/ 184630 h 561696"/>
                <a:gd name="connsiteX501" fmla="*/ 30861 w 786002"/>
                <a:gd name="connsiteY501" fmla="*/ 186076 h 561696"/>
                <a:gd name="connsiteX502" fmla="*/ 27529 w 786002"/>
                <a:gd name="connsiteY502" fmla="*/ 188162 h 561696"/>
                <a:gd name="connsiteX503" fmla="*/ 24770 w 786002"/>
                <a:gd name="connsiteY503" fmla="*/ 188801 h 561696"/>
                <a:gd name="connsiteX504" fmla="*/ 23525 w 786002"/>
                <a:gd name="connsiteY504" fmla="*/ 188734 h 561696"/>
                <a:gd name="connsiteX505" fmla="*/ 20327 w 786002"/>
                <a:gd name="connsiteY505" fmla="*/ 185841 h 561696"/>
                <a:gd name="connsiteX506" fmla="*/ 17702 w 786002"/>
                <a:gd name="connsiteY506" fmla="*/ 183452 h 561696"/>
                <a:gd name="connsiteX507" fmla="*/ 14303 w 786002"/>
                <a:gd name="connsiteY507" fmla="*/ 179113 h 561696"/>
                <a:gd name="connsiteX508" fmla="*/ 12351 w 786002"/>
                <a:gd name="connsiteY508" fmla="*/ 176926 h 561696"/>
                <a:gd name="connsiteX509" fmla="*/ 10197 w 786002"/>
                <a:gd name="connsiteY509" fmla="*/ 175850 h 561696"/>
                <a:gd name="connsiteX510" fmla="*/ 6058 w 786002"/>
                <a:gd name="connsiteY510" fmla="*/ 177431 h 561696"/>
                <a:gd name="connsiteX511" fmla="*/ 4745 w 786002"/>
                <a:gd name="connsiteY511" fmla="*/ 178440 h 561696"/>
                <a:gd name="connsiteX512" fmla="*/ 2423 w 786002"/>
                <a:gd name="connsiteY512" fmla="*/ 179886 h 561696"/>
                <a:gd name="connsiteX513" fmla="*/ 1716 w 786002"/>
                <a:gd name="connsiteY513" fmla="*/ 181467 h 561696"/>
                <a:gd name="connsiteX514" fmla="*/ 1716 w 786002"/>
                <a:gd name="connsiteY514" fmla="*/ 184663 h 561696"/>
                <a:gd name="connsiteX515" fmla="*/ 639 w 786002"/>
                <a:gd name="connsiteY515" fmla="*/ 187254 h 561696"/>
                <a:gd name="connsiteX516" fmla="*/ 0 w 786002"/>
                <a:gd name="connsiteY516" fmla="*/ 190147 h 561696"/>
                <a:gd name="connsiteX517" fmla="*/ 0 w 786002"/>
                <a:gd name="connsiteY517" fmla="*/ 192165 h 561696"/>
                <a:gd name="connsiteX518" fmla="*/ 1750 w 786002"/>
                <a:gd name="connsiteY518" fmla="*/ 193611 h 561696"/>
                <a:gd name="connsiteX519" fmla="*/ 1750 w 786002"/>
                <a:gd name="connsiteY519" fmla="*/ 195495 h 561696"/>
                <a:gd name="connsiteX520" fmla="*/ 3500 w 786002"/>
                <a:gd name="connsiteY520" fmla="*/ 198691 h 561696"/>
                <a:gd name="connsiteX521" fmla="*/ 2322 w 786002"/>
                <a:gd name="connsiteY521" fmla="*/ 201584 h 561696"/>
                <a:gd name="connsiteX522" fmla="*/ 3500 w 786002"/>
                <a:gd name="connsiteY522" fmla="*/ 205486 h 561696"/>
                <a:gd name="connsiteX523" fmla="*/ 5688 w 786002"/>
                <a:gd name="connsiteY523" fmla="*/ 209119 h 561696"/>
                <a:gd name="connsiteX524" fmla="*/ 7707 w 786002"/>
                <a:gd name="connsiteY524" fmla="*/ 211743 h 561696"/>
                <a:gd name="connsiteX525" fmla="*/ 10904 w 786002"/>
                <a:gd name="connsiteY525" fmla="*/ 214199 h 561696"/>
                <a:gd name="connsiteX526" fmla="*/ 14539 w 786002"/>
                <a:gd name="connsiteY526" fmla="*/ 217664 h 561696"/>
                <a:gd name="connsiteX527" fmla="*/ 16693 w 786002"/>
                <a:gd name="connsiteY527" fmla="*/ 222306 h 561696"/>
                <a:gd name="connsiteX528" fmla="*/ 22649 w 786002"/>
                <a:gd name="connsiteY528" fmla="*/ 223181 h 561696"/>
                <a:gd name="connsiteX529" fmla="*/ 22649 w 786002"/>
                <a:gd name="connsiteY529" fmla="*/ 215780 h 561696"/>
                <a:gd name="connsiteX530" fmla="*/ 23726 w 786002"/>
                <a:gd name="connsiteY530" fmla="*/ 211709 h 561696"/>
                <a:gd name="connsiteX531" fmla="*/ 27698 w 786002"/>
                <a:gd name="connsiteY531" fmla="*/ 208951 h 561696"/>
                <a:gd name="connsiteX532" fmla="*/ 31770 w 786002"/>
                <a:gd name="connsiteY532" fmla="*/ 208379 h 561696"/>
                <a:gd name="connsiteX533" fmla="*/ 35102 w 786002"/>
                <a:gd name="connsiteY533" fmla="*/ 208379 h 561696"/>
                <a:gd name="connsiteX534" fmla="*/ 37727 w 786002"/>
                <a:gd name="connsiteY534" fmla="*/ 209523 h 561696"/>
                <a:gd name="connsiteX535" fmla="*/ 41193 w 786002"/>
                <a:gd name="connsiteY535" fmla="*/ 212147 h 561696"/>
                <a:gd name="connsiteX536" fmla="*/ 43515 w 786002"/>
                <a:gd name="connsiteY536" fmla="*/ 212281 h 561696"/>
                <a:gd name="connsiteX537" fmla="*/ 47991 w 786002"/>
                <a:gd name="connsiteY537" fmla="*/ 211272 h 561696"/>
                <a:gd name="connsiteX538" fmla="*/ 52333 w 786002"/>
                <a:gd name="connsiteY538" fmla="*/ 211138 h 561696"/>
                <a:gd name="connsiteX539" fmla="*/ 59131 w 786002"/>
                <a:gd name="connsiteY539" fmla="*/ 209557 h 561696"/>
                <a:gd name="connsiteX540" fmla="*/ 64785 w 786002"/>
                <a:gd name="connsiteY540" fmla="*/ 211878 h 561696"/>
                <a:gd name="connsiteX541" fmla="*/ 70001 w 786002"/>
                <a:gd name="connsiteY541" fmla="*/ 214905 h 561696"/>
                <a:gd name="connsiteX542" fmla="*/ 73636 w 786002"/>
                <a:gd name="connsiteY542" fmla="*/ 220422 h 561696"/>
                <a:gd name="connsiteX543" fmla="*/ 72929 w 786002"/>
                <a:gd name="connsiteY543" fmla="*/ 224190 h 561696"/>
                <a:gd name="connsiteX544" fmla="*/ 72627 w 786002"/>
                <a:gd name="connsiteY544" fmla="*/ 229976 h 561696"/>
                <a:gd name="connsiteX545" fmla="*/ 74949 w 786002"/>
                <a:gd name="connsiteY545" fmla="*/ 231725 h 561696"/>
                <a:gd name="connsiteX546" fmla="*/ 75958 w 786002"/>
                <a:gd name="connsiteY546" fmla="*/ 234046 h 561696"/>
                <a:gd name="connsiteX547" fmla="*/ 75655 w 786002"/>
                <a:gd name="connsiteY547" fmla="*/ 236367 h 561696"/>
                <a:gd name="connsiteX548" fmla="*/ 74208 w 786002"/>
                <a:gd name="connsiteY548" fmla="*/ 239126 h 561696"/>
                <a:gd name="connsiteX549" fmla="*/ 72324 w 786002"/>
                <a:gd name="connsiteY549" fmla="*/ 240135 h 561696"/>
                <a:gd name="connsiteX550" fmla="*/ 71011 w 786002"/>
                <a:gd name="connsiteY550" fmla="*/ 241279 h 561696"/>
                <a:gd name="connsiteX551" fmla="*/ 69564 w 786002"/>
                <a:gd name="connsiteY551" fmla="*/ 242860 h 561696"/>
                <a:gd name="connsiteX552" fmla="*/ 67814 w 786002"/>
                <a:gd name="connsiteY552" fmla="*/ 244004 h 561696"/>
                <a:gd name="connsiteX553" fmla="*/ 67814 w 786002"/>
                <a:gd name="connsiteY553" fmla="*/ 245719 h 561696"/>
                <a:gd name="connsiteX554" fmla="*/ 69631 w 786002"/>
                <a:gd name="connsiteY554" fmla="*/ 247469 h 561696"/>
                <a:gd name="connsiteX555" fmla="*/ 73030 w 786002"/>
                <a:gd name="connsiteY555" fmla="*/ 250227 h 561696"/>
                <a:gd name="connsiteX556" fmla="*/ 76059 w 786002"/>
                <a:gd name="connsiteY556" fmla="*/ 252548 h 561696"/>
                <a:gd name="connsiteX557" fmla="*/ 79122 w 786002"/>
                <a:gd name="connsiteY557" fmla="*/ 253557 h 561696"/>
                <a:gd name="connsiteX558" fmla="*/ 83194 w 786002"/>
                <a:gd name="connsiteY558" fmla="*/ 253557 h 561696"/>
                <a:gd name="connsiteX559" fmla="*/ 87536 w 786002"/>
                <a:gd name="connsiteY559" fmla="*/ 253625 h 561696"/>
                <a:gd name="connsiteX560" fmla="*/ 90161 w 786002"/>
                <a:gd name="connsiteY560" fmla="*/ 253995 h 561696"/>
                <a:gd name="connsiteX561" fmla="*/ 92752 w 786002"/>
                <a:gd name="connsiteY561" fmla="*/ 255441 h 561696"/>
                <a:gd name="connsiteX562" fmla="*/ 96656 w 786002"/>
                <a:gd name="connsiteY562" fmla="*/ 258906 h 561696"/>
                <a:gd name="connsiteX563" fmla="*/ 97800 w 786002"/>
                <a:gd name="connsiteY563" fmla="*/ 260218 h 561696"/>
                <a:gd name="connsiteX564" fmla="*/ 100122 w 786002"/>
                <a:gd name="connsiteY564" fmla="*/ 262539 h 561696"/>
                <a:gd name="connsiteX565" fmla="*/ 102142 w 786002"/>
                <a:gd name="connsiteY565" fmla="*/ 260218 h 561696"/>
                <a:gd name="connsiteX566" fmla="*/ 103723 w 786002"/>
                <a:gd name="connsiteY566" fmla="*/ 257459 h 561696"/>
                <a:gd name="connsiteX567" fmla="*/ 106348 w 786002"/>
                <a:gd name="connsiteY567" fmla="*/ 255138 h 561696"/>
                <a:gd name="connsiteX568" fmla="*/ 108805 w 786002"/>
                <a:gd name="connsiteY568" fmla="*/ 251808 h 561696"/>
                <a:gd name="connsiteX569" fmla="*/ 112440 w 786002"/>
                <a:gd name="connsiteY569" fmla="*/ 250664 h 561696"/>
                <a:gd name="connsiteX570" fmla="*/ 114762 w 786002"/>
                <a:gd name="connsiteY570" fmla="*/ 251976 h 561696"/>
                <a:gd name="connsiteX571" fmla="*/ 117387 w 786002"/>
                <a:gd name="connsiteY571" fmla="*/ 257056 h 561696"/>
                <a:gd name="connsiteX572" fmla="*/ 119137 w 786002"/>
                <a:gd name="connsiteY572" fmla="*/ 257056 h 561696"/>
                <a:gd name="connsiteX573" fmla="*/ 122907 w 786002"/>
                <a:gd name="connsiteY573" fmla="*/ 256114 h 561696"/>
                <a:gd name="connsiteX574" fmla="*/ 126979 w 786002"/>
                <a:gd name="connsiteY574" fmla="*/ 254869 h 561696"/>
                <a:gd name="connsiteX575" fmla="*/ 131185 w 786002"/>
                <a:gd name="connsiteY575" fmla="*/ 255172 h 561696"/>
                <a:gd name="connsiteX576" fmla="*/ 133945 w 786002"/>
                <a:gd name="connsiteY576" fmla="*/ 255744 h 561696"/>
                <a:gd name="connsiteX577" fmla="*/ 136402 w 786002"/>
                <a:gd name="connsiteY577" fmla="*/ 258502 h 561696"/>
                <a:gd name="connsiteX578" fmla="*/ 138590 w 786002"/>
                <a:gd name="connsiteY578" fmla="*/ 259209 h 561696"/>
                <a:gd name="connsiteX579" fmla="*/ 141215 w 786002"/>
                <a:gd name="connsiteY579" fmla="*/ 258637 h 561696"/>
                <a:gd name="connsiteX580" fmla="*/ 142359 w 786002"/>
                <a:gd name="connsiteY580" fmla="*/ 254869 h 561696"/>
                <a:gd name="connsiteX581" fmla="*/ 143368 w 786002"/>
                <a:gd name="connsiteY581" fmla="*/ 252851 h 561696"/>
                <a:gd name="connsiteX582" fmla="*/ 144378 w 786002"/>
                <a:gd name="connsiteY582" fmla="*/ 249958 h 561696"/>
                <a:gd name="connsiteX583" fmla="*/ 147575 w 786002"/>
                <a:gd name="connsiteY583" fmla="*/ 248377 h 561696"/>
                <a:gd name="connsiteX584" fmla="*/ 150200 w 786002"/>
                <a:gd name="connsiteY584" fmla="*/ 246190 h 561696"/>
                <a:gd name="connsiteX585" fmla="*/ 152220 w 786002"/>
                <a:gd name="connsiteY585" fmla="*/ 246190 h 561696"/>
                <a:gd name="connsiteX586" fmla="*/ 156292 w 786002"/>
                <a:gd name="connsiteY586" fmla="*/ 248949 h 561696"/>
                <a:gd name="connsiteX587" fmla="*/ 157604 w 786002"/>
                <a:gd name="connsiteY587" fmla="*/ 252414 h 561696"/>
                <a:gd name="connsiteX588" fmla="*/ 159354 w 786002"/>
                <a:gd name="connsiteY588" fmla="*/ 256753 h 561696"/>
                <a:gd name="connsiteX589" fmla="*/ 162552 w 786002"/>
                <a:gd name="connsiteY589" fmla="*/ 260958 h 561696"/>
                <a:gd name="connsiteX590" fmla="*/ 165008 w 786002"/>
                <a:gd name="connsiteY590" fmla="*/ 262404 h 561696"/>
                <a:gd name="connsiteX591" fmla="*/ 165883 w 786002"/>
                <a:gd name="connsiteY591" fmla="*/ 264591 h 561696"/>
                <a:gd name="connsiteX592" fmla="*/ 165446 w 786002"/>
                <a:gd name="connsiteY592" fmla="*/ 267619 h 561696"/>
                <a:gd name="connsiteX593" fmla="*/ 164739 w 786002"/>
                <a:gd name="connsiteY593" fmla="*/ 270074 h 561696"/>
                <a:gd name="connsiteX594" fmla="*/ 165042 w 786002"/>
                <a:gd name="connsiteY594" fmla="*/ 272967 h 561696"/>
                <a:gd name="connsiteX595" fmla="*/ 167364 w 786002"/>
                <a:gd name="connsiteY595" fmla="*/ 273674 h 561696"/>
                <a:gd name="connsiteX596" fmla="*/ 171706 w 786002"/>
                <a:gd name="connsiteY596" fmla="*/ 277139 h 561696"/>
                <a:gd name="connsiteX597" fmla="*/ 174903 w 786002"/>
                <a:gd name="connsiteY597" fmla="*/ 279897 h 561696"/>
                <a:gd name="connsiteX598" fmla="*/ 173590 w 786002"/>
                <a:gd name="connsiteY598" fmla="*/ 282218 h 561696"/>
                <a:gd name="connsiteX599" fmla="*/ 170831 w 786002"/>
                <a:gd name="connsiteY599" fmla="*/ 286121 h 561696"/>
                <a:gd name="connsiteX600" fmla="*/ 169821 w 786002"/>
                <a:gd name="connsiteY600" fmla="*/ 289888 h 561696"/>
                <a:gd name="connsiteX601" fmla="*/ 170393 w 786002"/>
                <a:gd name="connsiteY601" fmla="*/ 294227 h 561696"/>
                <a:gd name="connsiteX602" fmla="*/ 170528 w 786002"/>
                <a:gd name="connsiteY602" fmla="*/ 298298 h 561696"/>
                <a:gd name="connsiteX603" fmla="*/ 167061 w 786002"/>
                <a:gd name="connsiteY603" fmla="*/ 301326 h 561696"/>
                <a:gd name="connsiteX604" fmla="*/ 167061 w 786002"/>
                <a:gd name="connsiteY604" fmla="*/ 304219 h 561696"/>
                <a:gd name="connsiteX605" fmla="*/ 167061 w 786002"/>
                <a:gd name="connsiteY605" fmla="*/ 308289 h 561696"/>
                <a:gd name="connsiteX606" fmla="*/ 167061 w 786002"/>
                <a:gd name="connsiteY606" fmla="*/ 311047 h 561696"/>
                <a:gd name="connsiteX607" fmla="*/ 166254 w 786002"/>
                <a:gd name="connsiteY607" fmla="*/ 314950 h 561696"/>
                <a:gd name="connsiteX608" fmla="*/ 164436 w 786002"/>
                <a:gd name="connsiteY608" fmla="*/ 316968 h 561696"/>
                <a:gd name="connsiteX609" fmla="*/ 160801 w 786002"/>
                <a:gd name="connsiteY609" fmla="*/ 320735 h 561696"/>
                <a:gd name="connsiteX610" fmla="*/ 156898 w 786002"/>
                <a:gd name="connsiteY610" fmla="*/ 323629 h 561696"/>
                <a:gd name="connsiteX611" fmla="*/ 154575 w 786002"/>
                <a:gd name="connsiteY611" fmla="*/ 323326 h 561696"/>
                <a:gd name="connsiteX612" fmla="*/ 151681 w 786002"/>
                <a:gd name="connsiteY612" fmla="*/ 322317 h 561696"/>
                <a:gd name="connsiteX613" fmla="*/ 149225 w 786002"/>
                <a:gd name="connsiteY613" fmla="*/ 320298 h 561696"/>
                <a:gd name="connsiteX614" fmla="*/ 145893 w 786002"/>
                <a:gd name="connsiteY614" fmla="*/ 317540 h 561696"/>
                <a:gd name="connsiteX615" fmla="*/ 141854 w 786002"/>
                <a:gd name="connsiteY615" fmla="*/ 316093 h 561696"/>
                <a:gd name="connsiteX616" fmla="*/ 140844 w 786002"/>
                <a:gd name="connsiteY616" fmla="*/ 316093 h 561696"/>
                <a:gd name="connsiteX617" fmla="*/ 139835 w 786002"/>
                <a:gd name="connsiteY617" fmla="*/ 319424 h 561696"/>
                <a:gd name="connsiteX618" fmla="*/ 135628 w 786002"/>
                <a:gd name="connsiteY618" fmla="*/ 322047 h 561696"/>
                <a:gd name="connsiteX619" fmla="*/ 130546 w 786002"/>
                <a:gd name="connsiteY619" fmla="*/ 325512 h 561696"/>
                <a:gd name="connsiteX620" fmla="*/ 124758 w 786002"/>
                <a:gd name="connsiteY620" fmla="*/ 328271 h 561696"/>
                <a:gd name="connsiteX621" fmla="*/ 120854 w 786002"/>
                <a:gd name="connsiteY621" fmla="*/ 329415 h 561696"/>
                <a:gd name="connsiteX622" fmla="*/ 119406 w 786002"/>
                <a:gd name="connsiteY622" fmla="*/ 330558 h 561696"/>
                <a:gd name="connsiteX623" fmla="*/ 118969 w 786002"/>
                <a:gd name="connsiteY623" fmla="*/ 332880 h 561696"/>
                <a:gd name="connsiteX624" fmla="*/ 120416 w 786002"/>
                <a:gd name="connsiteY624" fmla="*/ 334629 h 561696"/>
                <a:gd name="connsiteX625" fmla="*/ 121998 w 786002"/>
                <a:gd name="connsiteY625" fmla="*/ 335773 h 561696"/>
                <a:gd name="connsiteX626" fmla="*/ 120248 w 786002"/>
                <a:gd name="connsiteY626" fmla="*/ 338666 h 561696"/>
                <a:gd name="connsiteX627" fmla="*/ 118229 w 786002"/>
                <a:gd name="connsiteY627" fmla="*/ 338968 h 561696"/>
                <a:gd name="connsiteX628" fmla="*/ 117219 w 786002"/>
                <a:gd name="connsiteY628" fmla="*/ 337219 h 561696"/>
                <a:gd name="connsiteX629" fmla="*/ 110252 w 786002"/>
                <a:gd name="connsiteY629" fmla="*/ 339540 h 561696"/>
                <a:gd name="connsiteX630" fmla="*/ 107358 w 786002"/>
                <a:gd name="connsiteY630" fmla="*/ 344183 h 561696"/>
                <a:gd name="connsiteX631" fmla="*/ 103454 w 786002"/>
                <a:gd name="connsiteY631" fmla="*/ 347950 h 561696"/>
                <a:gd name="connsiteX632" fmla="*/ 99954 w 786002"/>
                <a:gd name="connsiteY632" fmla="*/ 350541 h 561696"/>
                <a:gd name="connsiteX633" fmla="*/ 96757 w 786002"/>
                <a:gd name="connsiteY633" fmla="*/ 354308 h 561696"/>
                <a:gd name="connsiteX634" fmla="*/ 95444 w 786002"/>
                <a:gd name="connsiteY634" fmla="*/ 359387 h 561696"/>
                <a:gd name="connsiteX635" fmla="*/ 97026 w 786002"/>
                <a:gd name="connsiteY635" fmla="*/ 363727 h 561696"/>
                <a:gd name="connsiteX636" fmla="*/ 99483 w 786002"/>
                <a:gd name="connsiteY636" fmla="*/ 364736 h 561696"/>
                <a:gd name="connsiteX637" fmla="*/ 100930 w 786002"/>
                <a:gd name="connsiteY637" fmla="*/ 365611 h 561696"/>
                <a:gd name="connsiteX638" fmla="*/ 100930 w 786002"/>
                <a:gd name="connsiteY638" fmla="*/ 369816 h 561696"/>
                <a:gd name="connsiteX639" fmla="*/ 105002 w 786002"/>
                <a:gd name="connsiteY639" fmla="*/ 371834 h 561696"/>
                <a:gd name="connsiteX640" fmla="*/ 109647 w 786002"/>
                <a:gd name="connsiteY640" fmla="*/ 372709 h 561696"/>
                <a:gd name="connsiteX641" fmla="*/ 117623 w 786002"/>
                <a:gd name="connsiteY641" fmla="*/ 374155 h 561696"/>
                <a:gd name="connsiteX642" fmla="*/ 120214 w 786002"/>
                <a:gd name="connsiteY642" fmla="*/ 376477 h 561696"/>
                <a:gd name="connsiteX643" fmla="*/ 122671 w 786002"/>
                <a:gd name="connsiteY643" fmla="*/ 378663 h 561696"/>
                <a:gd name="connsiteX644" fmla="*/ 127450 w 786002"/>
                <a:gd name="connsiteY644" fmla="*/ 383743 h 561696"/>
                <a:gd name="connsiteX645" fmla="*/ 132532 w 786002"/>
                <a:gd name="connsiteY645" fmla="*/ 385626 h 561696"/>
                <a:gd name="connsiteX646" fmla="*/ 137748 w 786002"/>
                <a:gd name="connsiteY646" fmla="*/ 386366 h 561696"/>
                <a:gd name="connsiteX647" fmla="*/ 143402 w 786002"/>
                <a:gd name="connsiteY647" fmla="*/ 388385 h 561696"/>
                <a:gd name="connsiteX648" fmla="*/ 147744 w 786002"/>
                <a:gd name="connsiteY648" fmla="*/ 387376 h 561696"/>
                <a:gd name="connsiteX649" fmla="*/ 153970 w 786002"/>
                <a:gd name="connsiteY649" fmla="*/ 385626 h 561696"/>
                <a:gd name="connsiteX650" fmla="*/ 161508 w 786002"/>
                <a:gd name="connsiteY650" fmla="*/ 385626 h 561696"/>
                <a:gd name="connsiteX651" fmla="*/ 164537 w 786002"/>
                <a:gd name="connsiteY651" fmla="*/ 387006 h 561696"/>
                <a:gd name="connsiteX652" fmla="*/ 168609 w 786002"/>
                <a:gd name="connsiteY652" fmla="*/ 391412 h 561696"/>
                <a:gd name="connsiteX653" fmla="*/ 174836 w 786002"/>
                <a:gd name="connsiteY653" fmla="*/ 395483 h 561696"/>
                <a:gd name="connsiteX654" fmla="*/ 181062 w 786002"/>
                <a:gd name="connsiteY654" fmla="*/ 401404 h 561696"/>
                <a:gd name="connsiteX655" fmla="*/ 185841 w 786002"/>
                <a:gd name="connsiteY655" fmla="*/ 399822 h 561696"/>
                <a:gd name="connsiteX656" fmla="*/ 190620 w 786002"/>
                <a:gd name="connsiteY656" fmla="*/ 395786 h 561696"/>
                <a:gd name="connsiteX657" fmla="*/ 195398 w 786002"/>
                <a:gd name="connsiteY657" fmla="*/ 395920 h 561696"/>
                <a:gd name="connsiteX658" fmla="*/ 196980 w 786002"/>
                <a:gd name="connsiteY658" fmla="*/ 394911 h 561696"/>
                <a:gd name="connsiteX659" fmla="*/ 199168 w 786002"/>
                <a:gd name="connsiteY659" fmla="*/ 390841 h 561696"/>
                <a:gd name="connsiteX660" fmla="*/ 202803 w 786002"/>
                <a:gd name="connsiteY660" fmla="*/ 390841 h 561696"/>
                <a:gd name="connsiteX661" fmla="*/ 210207 w 786002"/>
                <a:gd name="connsiteY661" fmla="*/ 392859 h 561696"/>
                <a:gd name="connsiteX662" fmla="*/ 215995 w 786002"/>
                <a:gd name="connsiteY662" fmla="*/ 394743 h 561696"/>
                <a:gd name="connsiteX663" fmla="*/ 221514 w 786002"/>
                <a:gd name="connsiteY663" fmla="*/ 396492 h 561696"/>
                <a:gd name="connsiteX664" fmla="*/ 224543 w 786002"/>
                <a:gd name="connsiteY664" fmla="*/ 398948 h 561696"/>
                <a:gd name="connsiteX665" fmla="*/ 229322 w 786002"/>
                <a:gd name="connsiteY665" fmla="*/ 402884 h 561696"/>
                <a:gd name="connsiteX666" fmla="*/ 228010 w 786002"/>
                <a:gd name="connsiteY666" fmla="*/ 410284 h 561696"/>
                <a:gd name="connsiteX667" fmla="*/ 226125 w 786002"/>
                <a:gd name="connsiteY667" fmla="*/ 411596 h 561696"/>
                <a:gd name="connsiteX668" fmla="*/ 222221 w 786002"/>
                <a:gd name="connsiteY668" fmla="*/ 416238 h 561696"/>
                <a:gd name="connsiteX669" fmla="*/ 221514 w 786002"/>
                <a:gd name="connsiteY669" fmla="*/ 420141 h 561696"/>
                <a:gd name="connsiteX670" fmla="*/ 221380 w 786002"/>
                <a:gd name="connsiteY670" fmla="*/ 425052 h 561696"/>
                <a:gd name="connsiteX671" fmla="*/ 219058 w 786002"/>
                <a:gd name="connsiteY671" fmla="*/ 427945 h 561696"/>
                <a:gd name="connsiteX672" fmla="*/ 215591 w 786002"/>
                <a:gd name="connsiteY672" fmla="*/ 429694 h 561696"/>
                <a:gd name="connsiteX673" fmla="*/ 211384 w 786002"/>
                <a:gd name="connsiteY673" fmla="*/ 430569 h 561696"/>
                <a:gd name="connsiteX674" fmla="*/ 207750 w 786002"/>
                <a:gd name="connsiteY674" fmla="*/ 431713 h 561696"/>
                <a:gd name="connsiteX675" fmla="*/ 207312 w 786002"/>
                <a:gd name="connsiteY675" fmla="*/ 434034 h 561696"/>
                <a:gd name="connsiteX676" fmla="*/ 206606 w 786002"/>
                <a:gd name="connsiteY676" fmla="*/ 438104 h 561696"/>
                <a:gd name="connsiteX677" fmla="*/ 204014 w 786002"/>
                <a:gd name="connsiteY677" fmla="*/ 442444 h 561696"/>
                <a:gd name="connsiteX678" fmla="*/ 201995 w 786002"/>
                <a:gd name="connsiteY678" fmla="*/ 448532 h 561696"/>
                <a:gd name="connsiteX679" fmla="*/ 203004 w 786002"/>
                <a:gd name="connsiteY679" fmla="*/ 451863 h 561696"/>
                <a:gd name="connsiteX680" fmla="*/ 204755 w 786002"/>
                <a:gd name="connsiteY680" fmla="*/ 454890 h 561696"/>
                <a:gd name="connsiteX681" fmla="*/ 207952 w 786002"/>
                <a:gd name="connsiteY681" fmla="*/ 456640 h 561696"/>
                <a:gd name="connsiteX682" fmla="*/ 211418 w 786002"/>
                <a:gd name="connsiteY682" fmla="*/ 460407 h 561696"/>
                <a:gd name="connsiteX683" fmla="*/ 213740 w 786002"/>
                <a:gd name="connsiteY683" fmla="*/ 465050 h 561696"/>
                <a:gd name="connsiteX684" fmla="*/ 215759 w 786002"/>
                <a:gd name="connsiteY684" fmla="*/ 469827 h 561696"/>
                <a:gd name="connsiteX685" fmla="*/ 216466 w 786002"/>
                <a:gd name="connsiteY685" fmla="*/ 476218 h 561696"/>
                <a:gd name="connsiteX686" fmla="*/ 216601 w 786002"/>
                <a:gd name="connsiteY686" fmla="*/ 482441 h 561696"/>
                <a:gd name="connsiteX687" fmla="*/ 215726 w 786002"/>
                <a:gd name="connsiteY687" fmla="*/ 489102 h 561696"/>
                <a:gd name="connsiteX688" fmla="*/ 215726 w 786002"/>
                <a:gd name="connsiteY688" fmla="*/ 493744 h 561696"/>
                <a:gd name="connsiteX689" fmla="*/ 222894 w 786002"/>
                <a:gd name="connsiteY689" fmla="*/ 496335 h 561696"/>
                <a:gd name="connsiteX690" fmla="*/ 229188 w 786002"/>
                <a:gd name="connsiteY690" fmla="*/ 497781 h 561696"/>
                <a:gd name="connsiteX691" fmla="*/ 232520 w 786002"/>
                <a:gd name="connsiteY691" fmla="*/ 502995 h 561696"/>
                <a:gd name="connsiteX692" fmla="*/ 234842 w 786002"/>
                <a:gd name="connsiteY692" fmla="*/ 502558 h 561696"/>
                <a:gd name="connsiteX693" fmla="*/ 236861 w 786002"/>
                <a:gd name="connsiteY693" fmla="*/ 500237 h 561696"/>
                <a:gd name="connsiteX694" fmla="*/ 239183 w 786002"/>
                <a:gd name="connsiteY694" fmla="*/ 498622 h 561696"/>
                <a:gd name="connsiteX695" fmla="*/ 242515 w 786002"/>
                <a:gd name="connsiteY695" fmla="*/ 498622 h 561696"/>
                <a:gd name="connsiteX696" fmla="*/ 249044 w 786002"/>
                <a:gd name="connsiteY696" fmla="*/ 501178 h 561696"/>
                <a:gd name="connsiteX697" fmla="*/ 251938 w 786002"/>
                <a:gd name="connsiteY697" fmla="*/ 502558 h 561696"/>
                <a:gd name="connsiteX698" fmla="*/ 254126 w 786002"/>
                <a:gd name="connsiteY698" fmla="*/ 507032 h 561696"/>
                <a:gd name="connsiteX699" fmla="*/ 252679 w 786002"/>
                <a:gd name="connsiteY699" fmla="*/ 508041 h 561696"/>
                <a:gd name="connsiteX700" fmla="*/ 249784 w 786002"/>
                <a:gd name="connsiteY700" fmla="*/ 510059 h 561696"/>
                <a:gd name="connsiteX701" fmla="*/ 249784 w 786002"/>
                <a:gd name="connsiteY701" fmla="*/ 513827 h 561696"/>
                <a:gd name="connsiteX702" fmla="*/ 252847 w 786002"/>
                <a:gd name="connsiteY702" fmla="*/ 518032 h 561696"/>
                <a:gd name="connsiteX703" fmla="*/ 257491 w 786002"/>
                <a:gd name="connsiteY703" fmla="*/ 520219 h 561696"/>
                <a:gd name="connsiteX704" fmla="*/ 261126 w 786002"/>
                <a:gd name="connsiteY704" fmla="*/ 523986 h 561696"/>
                <a:gd name="connsiteX705" fmla="*/ 265333 w 786002"/>
                <a:gd name="connsiteY705" fmla="*/ 527317 h 561696"/>
                <a:gd name="connsiteX706" fmla="*/ 269102 w 786002"/>
                <a:gd name="connsiteY706" fmla="*/ 532094 h 561696"/>
                <a:gd name="connsiteX707" fmla="*/ 271424 w 786002"/>
                <a:gd name="connsiteY707" fmla="*/ 534247 h 561696"/>
                <a:gd name="connsiteX708" fmla="*/ 271424 w 786002"/>
                <a:gd name="connsiteY708" fmla="*/ 530647 h 561696"/>
                <a:gd name="connsiteX709" fmla="*/ 276068 w 786002"/>
                <a:gd name="connsiteY709" fmla="*/ 528898 h 561696"/>
                <a:gd name="connsiteX710" fmla="*/ 280275 w 786002"/>
                <a:gd name="connsiteY710" fmla="*/ 532800 h 561696"/>
                <a:gd name="connsiteX711" fmla="*/ 287377 w 786002"/>
                <a:gd name="connsiteY711" fmla="*/ 538720 h 561696"/>
                <a:gd name="connsiteX712" fmla="*/ 293333 w 786002"/>
                <a:gd name="connsiteY712" fmla="*/ 539595 h 561696"/>
                <a:gd name="connsiteX713" fmla="*/ 295353 w 786002"/>
                <a:gd name="connsiteY713" fmla="*/ 539292 h 561696"/>
                <a:gd name="connsiteX714" fmla="*/ 302891 w 786002"/>
                <a:gd name="connsiteY714" fmla="*/ 538418 h 561696"/>
                <a:gd name="connsiteX715" fmla="*/ 308411 w 786002"/>
                <a:gd name="connsiteY715" fmla="*/ 540301 h 561696"/>
                <a:gd name="connsiteX716" fmla="*/ 313190 w 786002"/>
                <a:gd name="connsiteY716" fmla="*/ 544776 h 561696"/>
                <a:gd name="connsiteX717" fmla="*/ 317968 w 786002"/>
                <a:gd name="connsiteY717" fmla="*/ 546357 h 561696"/>
                <a:gd name="connsiteX718" fmla="*/ 320863 w 786002"/>
                <a:gd name="connsiteY718" fmla="*/ 541580 h 561696"/>
                <a:gd name="connsiteX719" fmla="*/ 323185 w 786002"/>
                <a:gd name="connsiteY719" fmla="*/ 539999 h 561696"/>
                <a:gd name="connsiteX720" fmla="*/ 331430 w 786002"/>
                <a:gd name="connsiteY720" fmla="*/ 538552 h 561696"/>
                <a:gd name="connsiteX721" fmla="*/ 336075 w 786002"/>
                <a:gd name="connsiteY721" fmla="*/ 538552 h 561696"/>
                <a:gd name="connsiteX722" fmla="*/ 340281 w 786002"/>
                <a:gd name="connsiteY722" fmla="*/ 539124 h 561696"/>
                <a:gd name="connsiteX723" fmla="*/ 344185 w 786002"/>
                <a:gd name="connsiteY723" fmla="*/ 541142 h 561696"/>
                <a:gd name="connsiteX724" fmla="*/ 348392 w 786002"/>
                <a:gd name="connsiteY724" fmla="*/ 544170 h 561696"/>
                <a:gd name="connsiteX725" fmla="*/ 349133 w 786002"/>
                <a:gd name="connsiteY725" fmla="*/ 546491 h 561696"/>
                <a:gd name="connsiteX726" fmla="*/ 354046 w 786002"/>
                <a:gd name="connsiteY726" fmla="*/ 547231 h 561696"/>
                <a:gd name="connsiteX727" fmla="*/ 357311 w 786002"/>
                <a:gd name="connsiteY727" fmla="*/ 547231 h 561696"/>
                <a:gd name="connsiteX728" fmla="*/ 360407 w 786002"/>
                <a:gd name="connsiteY728" fmla="*/ 546424 h 561696"/>
                <a:gd name="connsiteX729" fmla="*/ 362494 w 786002"/>
                <a:gd name="connsiteY729" fmla="*/ 548005 h 561696"/>
                <a:gd name="connsiteX730" fmla="*/ 365018 w 786002"/>
                <a:gd name="connsiteY730" fmla="*/ 550663 h 561696"/>
                <a:gd name="connsiteX731" fmla="*/ 367609 w 786002"/>
                <a:gd name="connsiteY731" fmla="*/ 551403 h 561696"/>
                <a:gd name="connsiteX732" fmla="*/ 368922 w 786002"/>
                <a:gd name="connsiteY732" fmla="*/ 549384 h 561696"/>
                <a:gd name="connsiteX733" fmla="*/ 371614 w 786002"/>
                <a:gd name="connsiteY733" fmla="*/ 546188 h 561696"/>
                <a:gd name="connsiteX734" fmla="*/ 374508 w 786002"/>
                <a:gd name="connsiteY734" fmla="*/ 542723 h 561696"/>
                <a:gd name="connsiteX735" fmla="*/ 376696 w 786002"/>
                <a:gd name="connsiteY735" fmla="*/ 540470 h 561696"/>
                <a:gd name="connsiteX736" fmla="*/ 379321 w 786002"/>
                <a:gd name="connsiteY736" fmla="*/ 537072 h 561696"/>
                <a:gd name="connsiteX737" fmla="*/ 380768 w 786002"/>
                <a:gd name="connsiteY737" fmla="*/ 537005 h 561696"/>
                <a:gd name="connsiteX738" fmla="*/ 381912 w 786002"/>
                <a:gd name="connsiteY738" fmla="*/ 540705 h 561696"/>
                <a:gd name="connsiteX739" fmla="*/ 381845 w 786002"/>
                <a:gd name="connsiteY739" fmla="*/ 544540 h 561696"/>
                <a:gd name="connsiteX740" fmla="*/ 380229 w 786002"/>
                <a:gd name="connsiteY740" fmla="*/ 546794 h 561696"/>
                <a:gd name="connsiteX741" fmla="*/ 383292 w 786002"/>
                <a:gd name="connsiteY741" fmla="*/ 551571 h 561696"/>
                <a:gd name="connsiteX742" fmla="*/ 387936 w 786002"/>
                <a:gd name="connsiteY742" fmla="*/ 555473 h 561696"/>
                <a:gd name="connsiteX743" fmla="*/ 390898 w 786002"/>
                <a:gd name="connsiteY743" fmla="*/ 556785 h 561696"/>
                <a:gd name="connsiteX744" fmla="*/ 391201 w 786002"/>
                <a:gd name="connsiteY744" fmla="*/ 555776 h 561696"/>
                <a:gd name="connsiteX745" fmla="*/ 392480 w 786002"/>
                <a:gd name="connsiteY745" fmla="*/ 550259 h 561696"/>
                <a:gd name="connsiteX746" fmla="*/ 393489 w 786002"/>
                <a:gd name="connsiteY746" fmla="*/ 546928 h 561696"/>
                <a:gd name="connsiteX747" fmla="*/ 392547 w 786002"/>
                <a:gd name="connsiteY747" fmla="*/ 543531 h 561696"/>
                <a:gd name="connsiteX748" fmla="*/ 391235 w 786002"/>
                <a:gd name="connsiteY748" fmla="*/ 538956 h 561696"/>
                <a:gd name="connsiteX749" fmla="*/ 391235 w 786002"/>
                <a:gd name="connsiteY749" fmla="*/ 536197 h 561696"/>
                <a:gd name="connsiteX750" fmla="*/ 392749 w 786002"/>
                <a:gd name="connsiteY750" fmla="*/ 532867 h 561696"/>
                <a:gd name="connsiteX751" fmla="*/ 393826 w 786002"/>
                <a:gd name="connsiteY751" fmla="*/ 531050 h 561696"/>
                <a:gd name="connsiteX752" fmla="*/ 395340 w 786002"/>
                <a:gd name="connsiteY752" fmla="*/ 530681 h 561696"/>
                <a:gd name="connsiteX753" fmla="*/ 397326 w 786002"/>
                <a:gd name="connsiteY753" fmla="*/ 532127 h 561696"/>
                <a:gd name="connsiteX754" fmla="*/ 398437 w 786002"/>
                <a:gd name="connsiteY754" fmla="*/ 537038 h 561696"/>
                <a:gd name="connsiteX755" fmla="*/ 398066 w 786002"/>
                <a:gd name="connsiteY755" fmla="*/ 539292 h 561696"/>
                <a:gd name="connsiteX756" fmla="*/ 397326 w 786002"/>
                <a:gd name="connsiteY756" fmla="*/ 542488 h 561696"/>
                <a:gd name="connsiteX757" fmla="*/ 397629 w 786002"/>
                <a:gd name="connsiteY757" fmla="*/ 547769 h 561696"/>
                <a:gd name="connsiteX758" fmla="*/ 401465 w 786002"/>
                <a:gd name="connsiteY758" fmla="*/ 550091 h 561696"/>
                <a:gd name="connsiteX759" fmla="*/ 403485 w 786002"/>
                <a:gd name="connsiteY759" fmla="*/ 550091 h 561696"/>
                <a:gd name="connsiteX760" fmla="*/ 408331 w 786002"/>
                <a:gd name="connsiteY760" fmla="*/ 546188 h 561696"/>
                <a:gd name="connsiteX761" fmla="*/ 410283 w 786002"/>
                <a:gd name="connsiteY761" fmla="*/ 543127 h 561696"/>
                <a:gd name="connsiteX762" fmla="*/ 412672 w 786002"/>
                <a:gd name="connsiteY762" fmla="*/ 538586 h 561696"/>
                <a:gd name="connsiteX763" fmla="*/ 412740 w 786002"/>
                <a:gd name="connsiteY763" fmla="*/ 535390 h 561696"/>
                <a:gd name="connsiteX764" fmla="*/ 411360 w 786002"/>
                <a:gd name="connsiteY764" fmla="*/ 531623 h 561696"/>
                <a:gd name="connsiteX765" fmla="*/ 410620 w 786002"/>
                <a:gd name="connsiteY765" fmla="*/ 529234 h 561696"/>
                <a:gd name="connsiteX766" fmla="*/ 408668 w 786002"/>
                <a:gd name="connsiteY766" fmla="*/ 527216 h 561696"/>
                <a:gd name="connsiteX767" fmla="*/ 408668 w 786002"/>
                <a:gd name="connsiteY767" fmla="*/ 523751 h 561696"/>
                <a:gd name="connsiteX768" fmla="*/ 408668 w 786002"/>
                <a:gd name="connsiteY768" fmla="*/ 518537 h 561696"/>
                <a:gd name="connsiteX769" fmla="*/ 408668 w 786002"/>
                <a:gd name="connsiteY769" fmla="*/ 513322 h 561696"/>
                <a:gd name="connsiteX770" fmla="*/ 408668 w 786002"/>
                <a:gd name="connsiteY770" fmla="*/ 510699 h 561696"/>
                <a:gd name="connsiteX771" fmla="*/ 416475 w 786002"/>
                <a:gd name="connsiteY771" fmla="*/ 510699 h 561696"/>
                <a:gd name="connsiteX772" fmla="*/ 418226 w 786002"/>
                <a:gd name="connsiteY772" fmla="*/ 510699 h 561696"/>
                <a:gd name="connsiteX773" fmla="*/ 421120 w 786002"/>
                <a:gd name="connsiteY773" fmla="*/ 510699 h 561696"/>
                <a:gd name="connsiteX774" fmla="*/ 420817 w 786002"/>
                <a:gd name="connsiteY774" fmla="*/ 513322 h 561696"/>
                <a:gd name="connsiteX775" fmla="*/ 419067 w 786002"/>
                <a:gd name="connsiteY775" fmla="*/ 518537 h 561696"/>
                <a:gd name="connsiteX776" fmla="*/ 419067 w 786002"/>
                <a:gd name="connsiteY776" fmla="*/ 521127 h 561696"/>
                <a:gd name="connsiteX777" fmla="*/ 421827 w 786002"/>
                <a:gd name="connsiteY777" fmla="*/ 527788 h 561696"/>
                <a:gd name="connsiteX778" fmla="*/ 426606 w 786002"/>
                <a:gd name="connsiteY778" fmla="*/ 531858 h 561696"/>
                <a:gd name="connsiteX779" fmla="*/ 430947 w 786002"/>
                <a:gd name="connsiteY779" fmla="*/ 538249 h 561696"/>
                <a:gd name="connsiteX780" fmla="*/ 437038 w 786002"/>
                <a:gd name="connsiteY780" fmla="*/ 539696 h 561696"/>
                <a:gd name="connsiteX781" fmla="*/ 440808 w 786002"/>
                <a:gd name="connsiteY781" fmla="*/ 540268 h 561696"/>
                <a:gd name="connsiteX782" fmla="*/ 444577 w 786002"/>
                <a:gd name="connsiteY782" fmla="*/ 540268 h 561696"/>
                <a:gd name="connsiteX783" fmla="*/ 441986 w 786002"/>
                <a:gd name="connsiteY783" fmla="*/ 533305 h 561696"/>
                <a:gd name="connsiteX784" fmla="*/ 438216 w 786002"/>
                <a:gd name="connsiteY784" fmla="*/ 527788 h 561696"/>
                <a:gd name="connsiteX785" fmla="*/ 439966 w 786002"/>
                <a:gd name="connsiteY785" fmla="*/ 520252 h 561696"/>
                <a:gd name="connsiteX786" fmla="*/ 439966 w 786002"/>
                <a:gd name="connsiteY786" fmla="*/ 519378 h 561696"/>
                <a:gd name="connsiteX787" fmla="*/ 442591 w 786002"/>
                <a:gd name="connsiteY787" fmla="*/ 517628 h 561696"/>
                <a:gd name="connsiteX788" fmla="*/ 444341 w 786002"/>
                <a:gd name="connsiteY788" fmla="*/ 517628 h 561696"/>
                <a:gd name="connsiteX789" fmla="*/ 445519 w 786002"/>
                <a:gd name="connsiteY789" fmla="*/ 517628 h 561696"/>
                <a:gd name="connsiteX790" fmla="*/ 448717 w 786002"/>
                <a:gd name="connsiteY790" fmla="*/ 519075 h 561696"/>
                <a:gd name="connsiteX791" fmla="*/ 448717 w 786002"/>
                <a:gd name="connsiteY791" fmla="*/ 523717 h 561696"/>
                <a:gd name="connsiteX792" fmla="*/ 448717 w 786002"/>
                <a:gd name="connsiteY792" fmla="*/ 529806 h 561696"/>
                <a:gd name="connsiteX793" fmla="*/ 450601 w 786002"/>
                <a:gd name="connsiteY793" fmla="*/ 534718 h 561696"/>
                <a:gd name="connsiteX794" fmla="*/ 453933 w 786002"/>
                <a:gd name="connsiteY794" fmla="*/ 537038 h 561696"/>
                <a:gd name="connsiteX795" fmla="*/ 457130 w 786002"/>
                <a:gd name="connsiteY795" fmla="*/ 539931 h 561696"/>
                <a:gd name="connsiteX796" fmla="*/ 461775 w 786002"/>
                <a:gd name="connsiteY796" fmla="*/ 543699 h 561696"/>
                <a:gd name="connsiteX797" fmla="*/ 467866 w 786002"/>
                <a:gd name="connsiteY797" fmla="*/ 543699 h 561696"/>
                <a:gd name="connsiteX798" fmla="*/ 471332 w 786002"/>
                <a:gd name="connsiteY798" fmla="*/ 546458 h 561696"/>
                <a:gd name="connsiteX799" fmla="*/ 474799 w 786002"/>
                <a:gd name="connsiteY799" fmla="*/ 548072 h 561696"/>
                <a:gd name="connsiteX800" fmla="*/ 474799 w 786002"/>
                <a:gd name="connsiteY800" fmla="*/ 549822 h 561696"/>
                <a:gd name="connsiteX801" fmla="*/ 474799 w 786002"/>
                <a:gd name="connsiteY801" fmla="*/ 554464 h 561696"/>
                <a:gd name="connsiteX802" fmla="*/ 477559 w 786002"/>
                <a:gd name="connsiteY802" fmla="*/ 557929 h 561696"/>
                <a:gd name="connsiteX803" fmla="*/ 483213 w 786002"/>
                <a:gd name="connsiteY803" fmla="*/ 561696 h 561696"/>
                <a:gd name="connsiteX804" fmla="*/ 492198 w 786002"/>
                <a:gd name="connsiteY804" fmla="*/ 560250 h 561696"/>
                <a:gd name="connsiteX805" fmla="*/ 500309 w 786002"/>
                <a:gd name="connsiteY805" fmla="*/ 561696 h 561696"/>
                <a:gd name="connsiteX806" fmla="*/ 508420 w 786002"/>
                <a:gd name="connsiteY806" fmla="*/ 556785 h 561696"/>
                <a:gd name="connsiteX807" fmla="*/ 515083 w 786002"/>
                <a:gd name="connsiteY807" fmla="*/ 554767 h 561696"/>
                <a:gd name="connsiteX808" fmla="*/ 518281 w 786002"/>
                <a:gd name="connsiteY808" fmla="*/ 551571 h 561696"/>
                <a:gd name="connsiteX809" fmla="*/ 518281 w 786002"/>
                <a:gd name="connsiteY809" fmla="*/ 534179 h 561696"/>
                <a:gd name="connsiteX810" fmla="*/ 518281 w 786002"/>
                <a:gd name="connsiteY810" fmla="*/ 528864 h 561696"/>
                <a:gd name="connsiteX811" fmla="*/ 518819 w 786002"/>
                <a:gd name="connsiteY811" fmla="*/ 526913 h 561696"/>
                <a:gd name="connsiteX812" fmla="*/ 519896 w 786002"/>
                <a:gd name="connsiteY812" fmla="*/ 524626 h 561696"/>
                <a:gd name="connsiteX813" fmla="*/ 521949 w 786002"/>
                <a:gd name="connsiteY813" fmla="*/ 524087 h 561696"/>
                <a:gd name="connsiteX814" fmla="*/ 523463 w 786002"/>
                <a:gd name="connsiteY814" fmla="*/ 526913 h 561696"/>
                <a:gd name="connsiteX815" fmla="*/ 524103 w 786002"/>
                <a:gd name="connsiteY815" fmla="*/ 533843 h 561696"/>
                <a:gd name="connsiteX816" fmla="*/ 523463 w 786002"/>
                <a:gd name="connsiteY816" fmla="*/ 541142 h 561696"/>
                <a:gd name="connsiteX817" fmla="*/ 523463 w 786002"/>
                <a:gd name="connsiteY817" fmla="*/ 546020 h 561696"/>
                <a:gd name="connsiteX818" fmla="*/ 525079 w 786002"/>
                <a:gd name="connsiteY818" fmla="*/ 550057 h 561696"/>
                <a:gd name="connsiteX819" fmla="*/ 528444 w 786002"/>
                <a:gd name="connsiteY819" fmla="*/ 555069 h 561696"/>
                <a:gd name="connsiteX820" fmla="*/ 533762 w 786002"/>
                <a:gd name="connsiteY820" fmla="*/ 560485 h 561696"/>
                <a:gd name="connsiteX821" fmla="*/ 537464 w 786002"/>
                <a:gd name="connsiteY821" fmla="*/ 558770 h 56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786002" h="561696">
                  <a:moveTo>
                    <a:pt x="537464" y="558770"/>
                  </a:moveTo>
                  <a:lnTo>
                    <a:pt x="537464" y="555305"/>
                  </a:lnTo>
                  <a:lnTo>
                    <a:pt x="538877" y="554868"/>
                  </a:lnTo>
                  <a:lnTo>
                    <a:pt x="537901" y="554430"/>
                  </a:lnTo>
                  <a:lnTo>
                    <a:pt x="535444" y="551537"/>
                  </a:lnTo>
                  <a:lnTo>
                    <a:pt x="536454" y="548644"/>
                  </a:lnTo>
                  <a:lnTo>
                    <a:pt x="538036" y="545751"/>
                  </a:lnTo>
                  <a:lnTo>
                    <a:pt x="540493" y="541109"/>
                  </a:lnTo>
                  <a:lnTo>
                    <a:pt x="543387" y="537408"/>
                  </a:lnTo>
                  <a:cubicBezTo>
                    <a:pt x="543387" y="537408"/>
                    <a:pt x="547022" y="535323"/>
                    <a:pt x="547594" y="535323"/>
                  </a:cubicBezTo>
                  <a:cubicBezTo>
                    <a:pt x="548166" y="535323"/>
                    <a:pt x="553954" y="535323"/>
                    <a:pt x="553954" y="535323"/>
                  </a:cubicBezTo>
                  <a:lnTo>
                    <a:pt x="562368" y="533573"/>
                  </a:lnTo>
                  <a:lnTo>
                    <a:pt x="565700" y="526778"/>
                  </a:lnTo>
                  <a:lnTo>
                    <a:pt x="564556" y="521262"/>
                  </a:lnTo>
                  <a:lnTo>
                    <a:pt x="561527" y="517359"/>
                  </a:lnTo>
                  <a:lnTo>
                    <a:pt x="564556" y="512011"/>
                  </a:lnTo>
                  <a:lnTo>
                    <a:pt x="568897" y="509387"/>
                  </a:lnTo>
                  <a:lnTo>
                    <a:pt x="575123" y="507940"/>
                  </a:lnTo>
                  <a:lnTo>
                    <a:pt x="580642" y="507806"/>
                  </a:lnTo>
                  <a:lnTo>
                    <a:pt x="587744" y="506494"/>
                  </a:lnTo>
                  <a:cubicBezTo>
                    <a:pt x="587744" y="506494"/>
                    <a:pt x="594575" y="505182"/>
                    <a:pt x="595148" y="505182"/>
                  </a:cubicBezTo>
                  <a:cubicBezTo>
                    <a:pt x="595720" y="505182"/>
                    <a:pt x="602552" y="504038"/>
                    <a:pt x="602552" y="504038"/>
                  </a:cubicBezTo>
                  <a:lnTo>
                    <a:pt x="610090" y="504610"/>
                  </a:lnTo>
                  <a:lnTo>
                    <a:pt x="615441" y="502154"/>
                  </a:lnTo>
                  <a:lnTo>
                    <a:pt x="616013" y="496065"/>
                  </a:lnTo>
                  <a:lnTo>
                    <a:pt x="609787" y="488967"/>
                  </a:lnTo>
                  <a:cubicBezTo>
                    <a:pt x="609787" y="488967"/>
                    <a:pt x="606018" y="482609"/>
                    <a:pt x="606018" y="481869"/>
                  </a:cubicBezTo>
                  <a:cubicBezTo>
                    <a:pt x="606018" y="481129"/>
                    <a:pt x="605883" y="476083"/>
                    <a:pt x="605883" y="476083"/>
                  </a:cubicBezTo>
                  <a:lnTo>
                    <a:pt x="609215" y="473897"/>
                  </a:lnTo>
                  <a:lnTo>
                    <a:pt x="615441" y="474199"/>
                  </a:lnTo>
                  <a:lnTo>
                    <a:pt x="621230" y="478404"/>
                  </a:lnTo>
                  <a:lnTo>
                    <a:pt x="627759" y="479716"/>
                  </a:lnTo>
                  <a:lnTo>
                    <a:pt x="629913" y="476521"/>
                  </a:lnTo>
                  <a:lnTo>
                    <a:pt x="637586" y="473762"/>
                  </a:lnTo>
                  <a:lnTo>
                    <a:pt x="641927" y="472013"/>
                  </a:lnTo>
                  <a:lnTo>
                    <a:pt x="645562" y="470129"/>
                  </a:lnTo>
                  <a:lnTo>
                    <a:pt x="639336" y="466059"/>
                  </a:lnTo>
                  <a:lnTo>
                    <a:pt x="639201" y="461585"/>
                  </a:lnTo>
                  <a:cubicBezTo>
                    <a:pt x="639201" y="461585"/>
                    <a:pt x="641389" y="459398"/>
                    <a:pt x="641961" y="459398"/>
                  </a:cubicBezTo>
                  <a:cubicBezTo>
                    <a:pt x="642533" y="459398"/>
                    <a:pt x="643543" y="459264"/>
                    <a:pt x="645293" y="459398"/>
                  </a:cubicBezTo>
                  <a:cubicBezTo>
                    <a:pt x="647043" y="459533"/>
                    <a:pt x="650072" y="460845"/>
                    <a:pt x="650072" y="460845"/>
                  </a:cubicBezTo>
                  <a:lnTo>
                    <a:pt x="653101" y="461417"/>
                  </a:lnTo>
                  <a:lnTo>
                    <a:pt x="654413" y="458961"/>
                  </a:lnTo>
                  <a:cubicBezTo>
                    <a:pt x="654413" y="458961"/>
                    <a:pt x="653101" y="454890"/>
                    <a:pt x="652966" y="454319"/>
                  </a:cubicBezTo>
                  <a:cubicBezTo>
                    <a:pt x="652832" y="453747"/>
                    <a:pt x="649332" y="447221"/>
                    <a:pt x="649332" y="447221"/>
                  </a:cubicBezTo>
                  <a:lnTo>
                    <a:pt x="649466" y="443184"/>
                  </a:lnTo>
                  <a:lnTo>
                    <a:pt x="651485" y="441434"/>
                  </a:lnTo>
                  <a:lnTo>
                    <a:pt x="654380" y="433765"/>
                  </a:lnTo>
                  <a:lnTo>
                    <a:pt x="658149" y="429123"/>
                  </a:lnTo>
                  <a:lnTo>
                    <a:pt x="664106" y="427104"/>
                  </a:lnTo>
                  <a:lnTo>
                    <a:pt x="670197" y="425489"/>
                  </a:lnTo>
                  <a:cubicBezTo>
                    <a:pt x="670197" y="425489"/>
                    <a:pt x="673664" y="422731"/>
                    <a:pt x="674101" y="422596"/>
                  </a:cubicBezTo>
                  <a:cubicBezTo>
                    <a:pt x="674539" y="422462"/>
                    <a:pt x="678746" y="421722"/>
                    <a:pt x="679318" y="421722"/>
                  </a:cubicBezTo>
                  <a:cubicBezTo>
                    <a:pt x="679890" y="421722"/>
                    <a:pt x="683390" y="420578"/>
                    <a:pt x="683390" y="420578"/>
                  </a:cubicBezTo>
                  <a:lnTo>
                    <a:pt x="685712" y="417954"/>
                  </a:lnTo>
                  <a:lnTo>
                    <a:pt x="687159" y="416373"/>
                  </a:lnTo>
                  <a:lnTo>
                    <a:pt x="688169" y="413312"/>
                  </a:lnTo>
                  <a:lnTo>
                    <a:pt x="690491" y="412437"/>
                  </a:lnTo>
                  <a:cubicBezTo>
                    <a:pt x="690491" y="412437"/>
                    <a:pt x="691804" y="411260"/>
                    <a:pt x="693520" y="410856"/>
                  </a:cubicBezTo>
                  <a:cubicBezTo>
                    <a:pt x="695270" y="410419"/>
                    <a:pt x="698030" y="409107"/>
                    <a:pt x="698030" y="409107"/>
                  </a:cubicBezTo>
                  <a:cubicBezTo>
                    <a:pt x="698030" y="409107"/>
                    <a:pt x="699342" y="408973"/>
                    <a:pt x="700487" y="408401"/>
                  </a:cubicBezTo>
                  <a:cubicBezTo>
                    <a:pt x="701631" y="407828"/>
                    <a:pt x="702506" y="407223"/>
                    <a:pt x="702506" y="407223"/>
                  </a:cubicBezTo>
                  <a:lnTo>
                    <a:pt x="705568" y="404465"/>
                  </a:lnTo>
                  <a:lnTo>
                    <a:pt x="706006" y="402278"/>
                  </a:lnTo>
                  <a:lnTo>
                    <a:pt x="710347" y="398948"/>
                  </a:lnTo>
                  <a:lnTo>
                    <a:pt x="712669" y="396627"/>
                  </a:lnTo>
                  <a:lnTo>
                    <a:pt x="715126" y="393431"/>
                  </a:lnTo>
                  <a:lnTo>
                    <a:pt x="716001" y="387914"/>
                  </a:lnTo>
                  <a:lnTo>
                    <a:pt x="722800" y="381388"/>
                  </a:lnTo>
                  <a:lnTo>
                    <a:pt x="723540" y="372709"/>
                  </a:lnTo>
                  <a:cubicBezTo>
                    <a:pt x="723540" y="372709"/>
                    <a:pt x="720915" y="369076"/>
                    <a:pt x="720915" y="368638"/>
                  </a:cubicBezTo>
                  <a:cubicBezTo>
                    <a:pt x="720915" y="368201"/>
                    <a:pt x="719333" y="365308"/>
                    <a:pt x="719333" y="364131"/>
                  </a:cubicBezTo>
                  <a:cubicBezTo>
                    <a:pt x="719333" y="362987"/>
                    <a:pt x="718895" y="357033"/>
                    <a:pt x="718895" y="356595"/>
                  </a:cubicBezTo>
                  <a:cubicBezTo>
                    <a:pt x="718895" y="356158"/>
                    <a:pt x="717314" y="353702"/>
                    <a:pt x="717314" y="353702"/>
                  </a:cubicBezTo>
                  <a:cubicBezTo>
                    <a:pt x="717314" y="353702"/>
                    <a:pt x="714857" y="351381"/>
                    <a:pt x="714857" y="350372"/>
                  </a:cubicBezTo>
                  <a:cubicBezTo>
                    <a:pt x="714857" y="349363"/>
                    <a:pt x="713982" y="347748"/>
                    <a:pt x="714857" y="346739"/>
                  </a:cubicBezTo>
                  <a:cubicBezTo>
                    <a:pt x="715732" y="345730"/>
                    <a:pt x="717179" y="343409"/>
                    <a:pt x="717751" y="343106"/>
                  </a:cubicBezTo>
                  <a:cubicBezTo>
                    <a:pt x="718323" y="342803"/>
                    <a:pt x="718626" y="340919"/>
                    <a:pt x="718761" y="340482"/>
                  </a:cubicBezTo>
                  <a:cubicBezTo>
                    <a:pt x="718895" y="340045"/>
                    <a:pt x="718054" y="332812"/>
                    <a:pt x="718054" y="332812"/>
                  </a:cubicBezTo>
                  <a:lnTo>
                    <a:pt x="718323" y="328742"/>
                  </a:lnTo>
                  <a:lnTo>
                    <a:pt x="718323" y="323965"/>
                  </a:lnTo>
                  <a:lnTo>
                    <a:pt x="723237" y="321644"/>
                  </a:lnTo>
                  <a:cubicBezTo>
                    <a:pt x="723237" y="321644"/>
                    <a:pt x="723102" y="321072"/>
                    <a:pt x="724247" y="320635"/>
                  </a:cubicBezTo>
                  <a:cubicBezTo>
                    <a:pt x="725391" y="320197"/>
                    <a:pt x="727881" y="315555"/>
                    <a:pt x="728588" y="315555"/>
                  </a:cubicBezTo>
                  <a:cubicBezTo>
                    <a:pt x="729295" y="315555"/>
                    <a:pt x="734545" y="311922"/>
                    <a:pt x="734545" y="311922"/>
                  </a:cubicBezTo>
                  <a:lnTo>
                    <a:pt x="738886" y="311216"/>
                  </a:lnTo>
                  <a:cubicBezTo>
                    <a:pt x="738886" y="311216"/>
                    <a:pt x="741511" y="310341"/>
                    <a:pt x="742656" y="310072"/>
                  </a:cubicBezTo>
                  <a:cubicBezTo>
                    <a:pt x="743800" y="309769"/>
                    <a:pt x="745416" y="307044"/>
                    <a:pt x="746122" y="307044"/>
                  </a:cubicBezTo>
                  <a:cubicBezTo>
                    <a:pt x="746862" y="307044"/>
                    <a:pt x="748444" y="301965"/>
                    <a:pt x="748444" y="301965"/>
                  </a:cubicBezTo>
                  <a:lnTo>
                    <a:pt x="746560" y="298197"/>
                  </a:lnTo>
                  <a:lnTo>
                    <a:pt x="739896" y="292848"/>
                  </a:lnTo>
                  <a:cubicBezTo>
                    <a:pt x="739896" y="292848"/>
                    <a:pt x="742521" y="285885"/>
                    <a:pt x="743396" y="285616"/>
                  </a:cubicBezTo>
                  <a:cubicBezTo>
                    <a:pt x="744271" y="285313"/>
                    <a:pt x="749622" y="280974"/>
                    <a:pt x="751204" y="280839"/>
                  </a:cubicBezTo>
                  <a:cubicBezTo>
                    <a:pt x="752786" y="280705"/>
                    <a:pt x="756723" y="280839"/>
                    <a:pt x="756723" y="280839"/>
                  </a:cubicBezTo>
                  <a:lnTo>
                    <a:pt x="759618" y="282151"/>
                  </a:lnTo>
                  <a:cubicBezTo>
                    <a:pt x="759618" y="282151"/>
                    <a:pt x="765978" y="276802"/>
                    <a:pt x="766719" y="276802"/>
                  </a:cubicBezTo>
                  <a:cubicBezTo>
                    <a:pt x="767425" y="276802"/>
                    <a:pt x="770926" y="274784"/>
                    <a:pt x="772507" y="274481"/>
                  </a:cubicBezTo>
                  <a:cubicBezTo>
                    <a:pt x="774089" y="274178"/>
                    <a:pt x="775132" y="273169"/>
                    <a:pt x="775132" y="273169"/>
                  </a:cubicBezTo>
                  <a:cubicBezTo>
                    <a:pt x="775132" y="273169"/>
                    <a:pt x="776142" y="270411"/>
                    <a:pt x="775267" y="268830"/>
                  </a:cubicBezTo>
                  <a:cubicBezTo>
                    <a:pt x="774392" y="267249"/>
                    <a:pt x="769613" y="261429"/>
                    <a:pt x="769613" y="261429"/>
                  </a:cubicBezTo>
                  <a:cubicBezTo>
                    <a:pt x="769613" y="261429"/>
                    <a:pt x="768300" y="258401"/>
                    <a:pt x="768300" y="257796"/>
                  </a:cubicBezTo>
                  <a:cubicBezTo>
                    <a:pt x="768300" y="257224"/>
                    <a:pt x="765709" y="249251"/>
                    <a:pt x="765709" y="249251"/>
                  </a:cubicBezTo>
                  <a:lnTo>
                    <a:pt x="766146" y="243600"/>
                  </a:lnTo>
                  <a:lnTo>
                    <a:pt x="771801" y="239126"/>
                  </a:lnTo>
                  <a:lnTo>
                    <a:pt x="777589" y="237545"/>
                  </a:lnTo>
                  <a:lnTo>
                    <a:pt x="783108" y="235526"/>
                  </a:lnTo>
                  <a:lnTo>
                    <a:pt x="786003" y="229875"/>
                  </a:lnTo>
                  <a:lnTo>
                    <a:pt x="784118" y="224661"/>
                  </a:lnTo>
                  <a:lnTo>
                    <a:pt x="781931" y="218572"/>
                  </a:lnTo>
                  <a:lnTo>
                    <a:pt x="782233" y="213492"/>
                  </a:lnTo>
                  <a:lnTo>
                    <a:pt x="781661" y="208413"/>
                  </a:lnTo>
                  <a:lnTo>
                    <a:pt x="775873" y="203939"/>
                  </a:lnTo>
                  <a:lnTo>
                    <a:pt x="773988" y="201046"/>
                  </a:lnTo>
                  <a:lnTo>
                    <a:pt x="772676" y="198287"/>
                  </a:lnTo>
                  <a:lnTo>
                    <a:pt x="772103" y="194654"/>
                  </a:lnTo>
                  <a:lnTo>
                    <a:pt x="773248" y="191627"/>
                  </a:lnTo>
                  <a:lnTo>
                    <a:pt x="775132" y="188599"/>
                  </a:lnTo>
                  <a:lnTo>
                    <a:pt x="778329" y="185403"/>
                  </a:lnTo>
                  <a:lnTo>
                    <a:pt x="781964" y="181770"/>
                  </a:lnTo>
                  <a:lnTo>
                    <a:pt x="778633" y="181030"/>
                  </a:lnTo>
                  <a:cubicBezTo>
                    <a:pt x="778633" y="181030"/>
                    <a:pt x="776310" y="181333"/>
                    <a:pt x="774863" y="181602"/>
                  </a:cubicBezTo>
                  <a:cubicBezTo>
                    <a:pt x="773416" y="181905"/>
                    <a:pt x="771666" y="182174"/>
                    <a:pt x="770219" y="182174"/>
                  </a:cubicBezTo>
                  <a:cubicBezTo>
                    <a:pt x="768772" y="182174"/>
                    <a:pt x="766584" y="181467"/>
                    <a:pt x="765575" y="181165"/>
                  </a:cubicBezTo>
                  <a:cubicBezTo>
                    <a:pt x="764565" y="180862"/>
                    <a:pt x="761940" y="180862"/>
                    <a:pt x="761368" y="180862"/>
                  </a:cubicBezTo>
                  <a:cubicBezTo>
                    <a:pt x="760795" y="180862"/>
                    <a:pt x="757733" y="180727"/>
                    <a:pt x="757733" y="180727"/>
                  </a:cubicBezTo>
                  <a:cubicBezTo>
                    <a:pt x="757733" y="180727"/>
                    <a:pt x="755411" y="180862"/>
                    <a:pt x="754401" y="180727"/>
                  </a:cubicBezTo>
                  <a:cubicBezTo>
                    <a:pt x="753392" y="180593"/>
                    <a:pt x="751372" y="181165"/>
                    <a:pt x="750766" y="181737"/>
                  </a:cubicBezTo>
                  <a:cubicBezTo>
                    <a:pt x="750194" y="182308"/>
                    <a:pt x="748310" y="182746"/>
                    <a:pt x="746122" y="183318"/>
                  </a:cubicBezTo>
                  <a:cubicBezTo>
                    <a:pt x="743968" y="183890"/>
                    <a:pt x="743800" y="185639"/>
                    <a:pt x="742218" y="186345"/>
                  </a:cubicBezTo>
                  <a:cubicBezTo>
                    <a:pt x="740603" y="187052"/>
                    <a:pt x="740165" y="186783"/>
                    <a:pt x="738314" y="187926"/>
                  </a:cubicBezTo>
                  <a:cubicBezTo>
                    <a:pt x="736430" y="189104"/>
                    <a:pt x="735555" y="190247"/>
                    <a:pt x="733098" y="191694"/>
                  </a:cubicBezTo>
                  <a:cubicBezTo>
                    <a:pt x="730641" y="193141"/>
                    <a:pt x="730641" y="191829"/>
                    <a:pt x="729631" y="191694"/>
                  </a:cubicBezTo>
                  <a:cubicBezTo>
                    <a:pt x="728622" y="191559"/>
                    <a:pt x="728319" y="191257"/>
                    <a:pt x="728050" y="190819"/>
                  </a:cubicBezTo>
                  <a:cubicBezTo>
                    <a:pt x="727780" y="190382"/>
                    <a:pt x="725021" y="189373"/>
                    <a:pt x="723708" y="188633"/>
                  </a:cubicBezTo>
                  <a:cubicBezTo>
                    <a:pt x="722429" y="187926"/>
                    <a:pt x="721251" y="187186"/>
                    <a:pt x="719939" y="186312"/>
                  </a:cubicBezTo>
                  <a:cubicBezTo>
                    <a:pt x="718626" y="185437"/>
                    <a:pt x="719064" y="184428"/>
                    <a:pt x="719064" y="183856"/>
                  </a:cubicBezTo>
                  <a:cubicBezTo>
                    <a:pt x="719064" y="183284"/>
                    <a:pt x="719198" y="181535"/>
                    <a:pt x="719501" y="181097"/>
                  </a:cubicBezTo>
                  <a:cubicBezTo>
                    <a:pt x="719804" y="180660"/>
                    <a:pt x="719636" y="176455"/>
                    <a:pt x="719636" y="175177"/>
                  </a:cubicBezTo>
                  <a:cubicBezTo>
                    <a:pt x="719636" y="173865"/>
                    <a:pt x="719636" y="172116"/>
                    <a:pt x="720074" y="170669"/>
                  </a:cubicBezTo>
                  <a:cubicBezTo>
                    <a:pt x="720511" y="169223"/>
                    <a:pt x="719939" y="167339"/>
                    <a:pt x="719939" y="167339"/>
                  </a:cubicBezTo>
                  <a:cubicBezTo>
                    <a:pt x="719939" y="167339"/>
                    <a:pt x="719939" y="165018"/>
                    <a:pt x="720074" y="164143"/>
                  </a:cubicBezTo>
                  <a:cubicBezTo>
                    <a:pt x="720208" y="163269"/>
                    <a:pt x="720074" y="161519"/>
                    <a:pt x="720074" y="161519"/>
                  </a:cubicBezTo>
                  <a:lnTo>
                    <a:pt x="720646" y="155565"/>
                  </a:lnTo>
                  <a:lnTo>
                    <a:pt x="720074" y="151797"/>
                  </a:lnTo>
                  <a:lnTo>
                    <a:pt x="720074" y="148602"/>
                  </a:lnTo>
                  <a:lnTo>
                    <a:pt x="718761" y="144094"/>
                  </a:lnTo>
                  <a:lnTo>
                    <a:pt x="717011" y="143219"/>
                  </a:lnTo>
                  <a:lnTo>
                    <a:pt x="713107" y="142076"/>
                  </a:lnTo>
                  <a:cubicBezTo>
                    <a:pt x="713107" y="142076"/>
                    <a:pt x="709338" y="141504"/>
                    <a:pt x="708765" y="141504"/>
                  </a:cubicBezTo>
                  <a:cubicBezTo>
                    <a:pt x="708193" y="141504"/>
                    <a:pt x="705299" y="142244"/>
                    <a:pt x="705299" y="142244"/>
                  </a:cubicBezTo>
                  <a:lnTo>
                    <a:pt x="702539" y="142244"/>
                  </a:lnTo>
                  <a:cubicBezTo>
                    <a:pt x="702539" y="142244"/>
                    <a:pt x="701395" y="143118"/>
                    <a:pt x="700352" y="143993"/>
                  </a:cubicBezTo>
                  <a:cubicBezTo>
                    <a:pt x="699342" y="144868"/>
                    <a:pt x="700352" y="143690"/>
                    <a:pt x="699208" y="145170"/>
                  </a:cubicBezTo>
                  <a:cubicBezTo>
                    <a:pt x="698063" y="146617"/>
                    <a:pt x="697895" y="146314"/>
                    <a:pt x="697054" y="147626"/>
                  </a:cubicBezTo>
                  <a:cubicBezTo>
                    <a:pt x="696179" y="148938"/>
                    <a:pt x="693587" y="149813"/>
                    <a:pt x="693587" y="149813"/>
                  </a:cubicBezTo>
                  <a:lnTo>
                    <a:pt x="690693" y="151562"/>
                  </a:lnTo>
                  <a:cubicBezTo>
                    <a:pt x="690693" y="151562"/>
                    <a:pt x="689549" y="151562"/>
                    <a:pt x="688068" y="154589"/>
                  </a:cubicBezTo>
                  <a:cubicBezTo>
                    <a:pt x="686621" y="157617"/>
                    <a:pt x="687799" y="157348"/>
                    <a:pt x="688203" y="159501"/>
                  </a:cubicBezTo>
                  <a:cubicBezTo>
                    <a:pt x="688640" y="161687"/>
                    <a:pt x="688068" y="161519"/>
                    <a:pt x="688068" y="162091"/>
                  </a:cubicBezTo>
                  <a:cubicBezTo>
                    <a:pt x="688068" y="162663"/>
                    <a:pt x="687058" y="163975"/>
                    <a:pt x="685746" y="166565"/>
                  </a:cubicBezTo>
                  <a:cubicBezTo>
                    <a:pt x="684433" y="169189"/>
                    <a:pt x="681977" y="167742"/>
                    <a:pt x="680529" y="167742"/>
                  </a:cubicBezTo>
                  <a:cubicBezTo>
                    <a:pt x="679082" y="167742"/>
                    <a:pt x="677063" y="166565"/>
                    <a:pt x="675178" y="165724"/>
                  </a:cubicBezTo>
                  <a:cubicBezTo>
                    <a:pt x="673294" y="164849"/>
                    <a:pt x="673597" y="163975"/>
                    <a:pt x="672284" y="162394"/>
                  </a:cubicBezTo>
                  <a:cubicBezTo>
                    <a:pt x="670971" y="160813"/>
                    <a:pt x="671409" y="158929"/>
                    <a:pt x="671409" y="158929"/>
                  </a:cubicBezTo>
                  <a:cubicBezTo>
                    <a:pt x="671409" y="158929"/>
                    <a:pt x="671409" y="155901"/>
                    <a:pt x="671274" y="155027"/>
                  </a:cubicBezTo>
                  <a:cubicBezTo>
                    <a:pt x="671140" y="154152"/>
                    <a:pt x="670837" y="151999"/>
                    <a:pt x="670837" y="151999"/>
                  </a:cubicBezTo>
                  <a:lnTo>
                    <a:pt x="670702" y="148097"/>
                  </a:lnTo>
                  <a:lnTo>
                    <a:pt x="671005" y="143758"/>
                  </a:lnTo>
                  <a:lnTo>
                    <a:pt x="676087" y="137534"/>
                  </a:lnTo>
                  <a:cubicBezTo>
                    <a:pt x="676087" y="137534"/>
                    <a:pt x="676087" y="137534"/>
                    <a:pt x="676524" y="137400"/>
                  </a:cubicBezTo>
                  <a:cubicBezTo>
                    <a:pt x="676962" y="137265"/>
                    <a:pt x="676962" y="134809"/>
                    <a:pt x="677669" y="134069"/>
                  </a:cubicBezTo>
                  <a:cubicBezTo>
                    <a:pt x="678409" y="133363"/>
                    <a:pt x="680260" y="131883"/>
                    <a:pt x="681741" y="131311"/>
                  </a:cubicBezTo>
                  <a:cubicBezTo>
                    <a:pt x="683188" y="130739"/>
                    <a:pt x="683053" y="130167"/>
                    <a:pt x="683053" y="130167"/>
                  </a:cubicBezTo>
                  <a:lnTo>
                    <a:pt x="688842" y="128283"/>
                  </a:lnTo>
                  <a:cubicBezTo>
                    <a:pt x="688842" y="128283"/>
                    <a:pt x="688539" y="126265"/>
                    <a:pt x="688707" y="125828"/>
                  </a:cubicBezTo>
                  <a:cubicBezTo>
                    <a:pt x="688842" y="125390"/>
                    <a:pt x="688842" y="123237"/>
                    <a:pt x="688842" y="123237"/>
                  </a:cubicBezTo>
                  <a:lnTo>
                    <a:pt x="689145" y="121353"/>
                  </a:lnTo>
                  <a:lnTo>
                    <a:pt x="691030" y="118326"/>
                  </a:lnTo>
                  <a:cubicBezTo>
                    <a:pt x="691030" y="118326"/>
                    <a:pt x="691030" y="118326"/>
                    <a:pt x="691332" y="117889"/>
                  </a:cubicBezTo>
                  <a:cubicBezTo>
                    <a:pt x="691635" y="117451"/>
                    <a:pt x="694530" y="116442"/>
                    <a:pt x="695236" y="116005"/>
                  </a:cubicBezTo>
                  <a:cubicBezTo>
                    <a:pt x="695943" y="115568"/>
                    <a:pt x="696852" y="114558"/>
                    <a:pt x="697693" y="113684"/>
                  </a:cubicBezTo>
                  <a:cubicBezTo>
                    <a:pt x="698568" y="112809"/>
                    <a:pt x="699578" y="111800"/>
                    <a:pt x="699578" y="111800"/>
                  </a:cubicBezTo>
                  <a:lnTo>
                    <a:pt x="701765" y="111228"/>
                  </a:lnTo>
                  <a:cubicBezTo>
                    <a:pt x="701765" y="111228"/>
                    <a:pt x="704222" y="109781"/>
                    <a:pt x="704660" y="109647"/>
                  </a:cubicBezTo>
                  <a:cubicBezTo>
                    <a:pt x="705097" y="109512"/>
                    <a:pt x="706241" y="107628"/>
                    <a:pt x="706241" y="107628"/>
                  </a:cubicBezTo>
                  <a:lnTo>
                    <a:pt x="706814" y="106047"/>
                  </a:lnTo>
                  <a:lnTo>
                    <a:pt x="707823" y="101405"/>
                  </a:lnTo>
                  <a:lnTo>
                    <a:pt x="708530" y="95888"/>
                  </a:lnTo>
                  <a:lnTo>
                    <a:pt x="705636" y="85157"/>
                  </a:lnTo>
                  <a:lnTo>
                    <a:pt x="706208" y="80818"/>
                  </a:lnTo>
                  <a:lnTo>
                    <a:pt x="706645" y="77050"/>
                  </a:lnTo>
                  <a:cubicBezTo>
                    <a:pt x="706645" y="77050"/>
                    <a:pt x="708665" y="74460"/>
                    <a:pt x="708833" y="74022"/>
                  </a:cubicBezTo>
                  <a:cubicBezTo>
                    <a:pt x="708967" y="73585"/>
                    <a:pt x="710583" y="71399"/>
                    <a:pt x="710583" y="71399"/>
                  </a:cubicBezTo>
                  <a:lnTo>
                    <a:pt x="712468" y="69380"/>
                  </a:lnTo>
                  <a:lnTo>
                    <a:pt x="714790" y="67799"/>
                  </a:lnTo>
                  <a:lnTo>
                    <a:pt x="716371" y="67059"/>
                  </a:lnTo>
                  <a:lnTo>
                    <a:pt x="717987" y="66353"/>
                  </a:lnTo>
                  <a:lnTo>
                    <a:pt x="719434" y="64166"/>
                  </a:lnTo>
                  <a:lnTo>
                    <a:pt x="721891" y="61542"/>
                  </a:lnTo>
                  <a:cubicBezTo>
                    <a:pt x="721891" y="61542"/>
                    <a:pt x="721891" y="58077"/>
                    <a:pt x="721891" y="57472"/>
                  </a:cubicBezTo>
                  <a:cubicBezTo>
                    <a:pt x="721891" y="56900"/>
                    <a:pt x="720511" y="55891"/>
                    <a:pt x="719939" y="55722"/>
                  </a:cubicBezTo>
                  <a:cubicBezTo>
                    <a:pt x="719367" y="55588"/>
                    <a:pt x="717549" y="54579"/>
                    <a:pt x="717549" y="54579"/>
                  </a:cubicBezTo>
                  <a:cubicBezTo>
                    <a:pt x="717549" y="54579"/>
                    <a:pt x="715833" y="54142"/>
                    <a:pt x="715227" y="54007"/>
                  </a:cubicBezTo>
                  <a:cubicBezTo>
                    <a:pt x="714655" y="53872"/>
                    <a:pt x="713040" y="54007"/>
                    <a:pt x="712468" y="54007"/>
                  </a:cubicBezTo>
                  <a:cubicBezTo>
                    <a:pt x="711895" y="54007"/>
                    <a:pt x="710145" y="53872"/>
                    <a:pt x="710145" y="53872"/>
                  </a:cubicBezTo>
                  <a:cubicBezTo>
                    <a:pt x="710145" y="53872"/>
                    <a:pt x="706814" y="54175"/>
                    <a:pt x="706241" y="54310"/>
                  </a:cubicBezTo>
                  <a:cubicBezTo>
                    <a:pt x="705669" y="54444"/>
                    <a:pt x="704222" y="54747"/>
                    <a:pt x="704222" y="54747"/>
                  </a:cubicBezTo>
                  <a:cubicBezTo>
                    <a:pt x="704222" y="54747"/>
                    <a:pt x="702472" y="55622"/>
                    <a:pt x="701025" y="55891"/>
                  </a:cubicBezTo>
                  <a:cubicBezTo>
                    <a:pt x="699578" y="56193"/>
                    <a:pt x="698703" y="55151"/>
                    <a:pt x="698265" y="55016"/>
                  </a:cubicBezTo>
                  <a:cubicBezTo>
                    <a:pt x="697828" y="54881"/>
                    <a:pt x="696953" y="52560"/>
                    <a:pt x="696381" y="52392"/>
                  </a:cubicBezTo>
                  <a:cubicBezTo>
                    <a:pt x="695808" y="52258"/>
                    <a:pt x="694933" y="50206"/>
                    <a:pt x="694933" y="50206"/>
                  </a:cubicBezTo>
                  <a:lnTo>
                    <a:pt x="693789" y="48456"/>
                  </a:lnTo>
                  <a:lnTo>
                    <a:pt x="693520" y="44823"/>
                  </a:lnTo>
                  <a:cubicBezTo>
                    <a:pt x="693520" y="44823"/>
                    <a:pt x="694664" y="41056"/>
                    <a:pt x="695102" y="40484"/>
                  </a:cubicBezTo>
                  <a:cubicBezTo>
                    <a:pt x="695539" y="39912"/>
                    <a:pt x="696549" y="38600"/>
                    <a:pt x="697121" y="37591"/>
                  </a:cubicBezTo>
                  <a:cubicBezTo>
                    <a:pt x="697693" y="36582"/>
                    <a:pt x="697559" y="36413"/>
                    <a:pt x="698131" y="35572"/>
                  </a:cubicBezTo>
                  <a:cubicBezTo>
                    <a:pt x="698703" y="34698"/>
                    <a:pt x="700285" y="33251"/>
                    <a:pt x="700285" y="32511"/>
                  </a:cubicBezTo>
                  <a:cubicBezTo>
                    <a:pt x="700285" y="31805"/>
                    <a:pt x="700285" y="31637"/>
                    <a:pt x="700015" y="31065"/>
                  </a:cubicBezTo>
                  <a:cubicBezTo>
                    <a:pt x="699712" y="30493"/>
                    <a:pt x="699712" y="28474"/>
                    <a:pt x="699578" y="28037"/>
                  </a:cubicBezTo>
                  <a:cubicBezTo>
                    <a:pt x="699443" y="27600"/>
                    <a:pt x="699140" y="26153"/>
                    <a:pt x="699275" y="25279"/>
                  </a:cubicBezTo>
                  <a:cubicBezTo>
                    <a:pt x="699410" y="24404"/>
                    <a:pt x="700150" y="22251"/>
                    <a:pt x="700150" y="22251"/>
                  </a:cubicBezTo>
                  <a:lnTo>
                    <a:pt x="701025" y="18046"/>
                  </a:lnTo>
                  <a:lnTo>
                    <a:pt x="701025" y="14144"/>
                  </a:lnTo>
                  <a:cubicBezTo>
                    <a:pt x="701025" y="14144"/>
                    <a:pt x="700217" y="12126"/>
                    <a:pt x="699510" y="11957"/>
                  </a:cubicBezTo>
                  <a:cubicBezTo>
                    <a:pt x="698770" y="11823"/>
                    <a:pt x="697996" y="9367"/>
                    <a:pt x="696852" y="8930"/>
                  </a:cubicBezTo>
                  <a:cubicBezTo>
                    <a:pt x="695707" y="8493"/>
                    <a:pt x="693789" y="6306"/>
                    <a:pt x="693789" y="6306"/>
                  </a:cubicBezTo>
                  <a:cubicBezTo>
                    <a:pt x="693789" y="6306"/>
                    <a:pt x="690592" y="7046"/>
                    <a:pt x="690020" y="7181"/>
                  </a:cubicBezTo>
                  <a:cubicBezTo>
                    <a:pt x="689448" y="7315"/>
                    <a:pt x="688573" y="8324"/>
                    <a:pt x="688270" y="8930"/>
                  </a:cubicBezTo>
                  <a:cubicBezTo>
                    <a:pt x="687967" y="9502"/>
                    <a:pt x="684669" y="9064"/>
                    <a:pt x="684669" y="9064"/>
                  </a:cubicBezTo>
                  <a:lnTo>
                    <a:pt x="678712" y="6609"/>
                  </a:lnTo>
                  <a:cubicBezTo>
                    <a:pt x="678712" y="6609"/>
                    <a:pt x="677399" y="4859"/>
                    <a:pt x="676524" y="4590"/>
                  </a:cubicBezTo>
                  <a:cubicBezTo>
                    <a:pt x="675649" y="4288"/>
                    <a:pt x="673495" y="2572"/>
                    <a:pt x="673495" y="2572"/>
                  </a:cubicBezTo>
                  <a:cubicBezTo>
                    <a:pt x="673495" y="2572"/>
                    <a:pt x="671611" y="688"/>
                    <a:pt x="670601" y="116"/>
                  </a:cubicBezTo>
                  <a:cubicBezTo>
                    <a:pt x="669592" y="-456"/>
                    <a:pt x="669289" y="1260"/>
                    <a:pt x="668582" y="1428"/>
                  </a:cubicBezTo>
                  <a:cubicBezTo>
                    <a:pt x="667875" y="1563"/>
                    <a:pt x="668582" y="1428"/>
                    <a:pt x="668010" y="2303"/>
                  </a:cubicBezTo>
                  <a:cubicBezTo>
                    <a:pt x="667438" y="3177"/>
                    <a:pt x="666697" y="3615"/>
                    <a:pt x="666697" y="4759"/>
                  </a:cubicBezTo>
                  <a:cubicBezTo>
                    <a:pt x="666697" y="5902"/>
                    <a:pt x="665822" y="6777"/>
                    <a:pt x="665519" y="8089"/>
                  </a:cubicBezTo>
                  <a:cubicBezTo>
                    <a:pt x="665216" y="9401"/>
                    <a:pt x="664947" y="9535"/>
                    <a:pt x="664813" y="10107"/>
                  </a:cubicBezTo>
                  <a:cubicBezTo>
                    <a:pt x="664678" y="10679"/>
                    <a:pt x="663500" y="11856"/>
                    <a:pt x="663063" y="12294"/>
                  </a:cubicBezTo>
                  <a:cubicBezTo>
                    <a:pt x="662625" y="12731"/>
                    <a:pt x="661043" y="14178"/>
                    <a:pt x="659865" y="14312"/>
                  </a:cubicBezTo>
                  <a:cubicBezTo>
                    <a:pt x="658721" y="14447"/>
                    <a:pt x="654514" y="14749"/>
                    <a:pt x="654077" y="14615"/>
                  </a:cubicBezTo>
                  <a:cubicBezTo>
                    <a:pt x="653639" y="14480"/>
                    <a:pt x="652461" y="13740"/>
                    <a:pt x="651889" y="13606"/>
                  </a:cubicBezTo>
                  <a:cubicBezTo>
                    <a:pt x="651317" y="13471"/>
                    <a:pt x="646538" y="8257"/>
                    <a:pt x="646538" y="8257"/>
                  </a:cubicBezTo>
                  <a:lnTo>
                    <a:pt x="644519" y="6811"/>
                  </a:lnTo>
                  <a:lnTo>
                    <a:pt x="641322" y="6811"/>
                  </a:lnTo>
                  <a:lnTo>
                    <a:pt x="637687" y="8627"/>
                  </a:lnTo>
                  <a:lnTo>
                    <a:pt x="629711" y="9569"/>
                  </a:lnTo>
                  <a:cubicBezTo>
                    <a:pt x="629711" y="9569"/>
                    <a:pt x="628971" y="12462"/>
                    <a:pt x="628836" y="14346"/>
                  </a:cubicBezTo>
                  <a:cubicBezTo>
                    <a:pt x="628701" y="16230"/>
                    <a:pt x="627523" y="16936"/>
                    <a:pt x="627389" y="17811"/>
                  </a:cubicBezTo>
                  <a:cubicBezTo>
                    <a:pt x="627254" y="18685"/>
                    <a:pt x="624494" y="20266"/>
                    <a:pt x="623922" y="20838"/>
                  </a:cubicBezTo>
                  <a:cubicBezTo>
                    <a:pt x="623350" y="21410"/>
                    <a:pt x="621600" y="22722"/>
                    <a:pt x="620288" y="22857"/>
                  </a:cubicBezTo>
                  <a:cubicBezTo>
                    <a:pt x="618975" y="22991"/>
                    <a:pt x="618840" y="24741"/>
                    <a:pt x="617965" y="25480"/>
                  </a:cubicBezTo>
                  <a:cubicBezTo>
                    <a:pt x="617090" y="26221"/>
                    <a:pt x="616821" y="26221"/>
                    <a:pt x="616081" y="26490"/>
                  </a:cubicBezTo>
                  <a:cubicBezTo>
                    <a:pt x="615374" y="26792"/>
                    <a:pt x="614499" y="27633"/>
                    <a:pt x="613893" y="27936"/>
                  </a:cubicBezTo>
                  <a:cubicBezTo>
                    <a:pt x="613321" y="28239"/>
                    <a:pt x="612749" y="29248"/>
                    <a:pt x="612143" y="29685"/>
                  </a:cubicBezTo>
                  <a:cubicBezTo>
                    <a:pt x="611571" y="30123"/>
                    <a:pt x="610831" y="31267"/>
                    <a:pt x="610561" y="32444"/>
                  </a:cubicBezTo>
                  <a:cubicBezTo>
                    <a:pt x="610259" y="33588"/>
                    <a:pt x="609686" y="35202"/>
                    <a:pt x="609686" y="35640"/>
                  </a:cubicBezTo>
                  <a:cubicBezTo>
                    <a:pt x="609686" y="36077"/>
                    <a:pt x="608239" y="37658"/>
                    <a:pt x="608239" y="38095"/>
                  </a:cubicBezTo>
                  <a:cubicBezTo>
                    <a:pt x="608239" y="38533"/>
                    <a:pt x="607667" y="41998"/>
                    <a:pt x="607364" y="43007"/>
                  </a:cubicBezTo>
                  <a:cubicBezTo>
                    <a:pt x="607061" y="44016"/>
                    <a:pt x="605648" y="45328"/>
                    <a:pt x="605648" y="45328"/>
                  </a:cubicBezTo>
                  <a:cubicBezTo>
                    <a:pt x="605648" y="45328"/>
                    <a:pt x="603629" y="45900"/>
                    <a:pt x="602451" y="45631"/>
                  </a:cubicBezTo>
                  <a:cubicBezTo>
                    <a:pt x="601306" y="45328"/>
                    <a:pt x="601004" y="43612"/>
                    <a:pt x="600566" y="43040"/>
                  </a:cubicBezTo>
                  <a:cubicBezTo>
                    <a:pt x="600129" y="42468"/>
                    <a:pt x="599556" y="41022"/>
                    <a:pt x="599388" y="40585"/>
                  </a:cubicBezTo>
                  <a:cubicBezTo>
                    <a:pt x="599220" y="40147"/>
                    <a:pt x="598076" y="38701"/>
                    <a:pt x="598076" y="38701"/>
                  </a:cubicBezTo>
                  <a:lnTo>
                    <a:pt x="594609" y="37254"/>
                  </a:lnTo>
                  <a:lnTo>
                    <a:pt x="592724" y="37389"/>
                  </a:lnTo>
                  <a:lnTo>
                    <a:pt x="591580" y="38970"/>
                  </a:lnTo>
                  <a:cubicBezTo>
                    <a:pt x="591580" y="38970"/>
                    <a:pt x="586667" y="41426"/>
                    <a:pt x="586061" y="41426"/>
                  </a:cubicBezTo>
                  <a:cubicBezTo>
                    <a:pt x="585489" y="41426"/>
                    <a:pt x="583873" y="38667"/>
                    <a:pt x="583604" y="38230"/>
                  </a:cubicBezTo>
                  <a:cubicBezTo>
                    <a:pt x="583301" y="37793"/>
                    <a:pt x="582729" y="33722"/>
                    <a:pt x="582729" y="33722"/>
                  </a:cubicBezTo>
                  <a:lnTo>
                    <a:pt x="582729" y="27062"/>
                  </a:lnTo>
                  <a:lnTo>
                    <a:pt x="574181" y="23866"/>
                  </a:lnTo>
                  <a:lnTo>
                    <a:pt x="571859" y="22857"/>
                  </a:lnTo>
                  <a:lnTo>
                    <a:pt x="567080" y="24606"/>
                  </a:lnTo>
                  <a:cubicBezTo>
                    <a:pt x="567080" y="24606"/>
                    <a:pt x="562301" y="28811"/>
                    <a:pt x="561863" y="29080"/>
                  </a:cubicBezTo>
                  <a:cubicBezTo>
                    <a:pt x="561426" y="29383"/>
                    <a:pt x="560685" y="29955"/>
                    <a:pt x="560281" y="31401"/>
                  </a:cubicBezTo>
                  <a:cubicBezTo>
                    <a:pt x="559844" y="32848"/>
                    <a:pt x="560113" y="36313"/>
                    <a:pt x="560281" y="37860"/>
                  </a:cubicBezTo>
                  <a:cubicBezTo>
                    <a:pt x="560416" y="39407"/>
                    <a:pt x="559272" y="40215"/>
                    <a:pt x="559272" y="40215"/>
                  </a:cubicBezTo>
                  <a:cubicBezTo>
                    <a:pt x="559272" y="40215"/>
                    <a:pt x="558128" y="41089"/>
                    <a:pt x="557690" y="41527"/>
                  </a:cubicBezTo>
                  <a:cubicBezTo>
                    <a:pt x="557253" y="41964"/>
                    <a:pt x="555671" y="43848"/>
                    <a:pt x="554055" y="45429"/>
                  </a:cubicBezTo>
                  <a:cubicBezTo>
                    <a:pt x="553752" y="45732"/>
                    <a:pt x="553618" y="45866"/>
                    <a:pt x="553483" y="46001"/>
                  </a:cubicBezTo>
                  <a:cubicBezTo>
                    <a:pt x="553248" y="46976"/>
                    <a:pt x="553517" y="50273"/>
                    <a:pt x="553887" y="50643"/>
                  </a:cubicBezTo>
                  <a:cubicBezTo>
                    <a:pt x="554325" y="51080"/>
                    <a:pt x="554156" y="51518"/>
                    <a:pt x="554156" y="51518"/>
                  </a:cubicBezTo>
                  <a:cubicBezTo>
                    <a:pt x="554156" y="51518"/>
                    <a:pt x="554291" y="52527"/>
                    <a:pt x="555334" y="53704"/>
                  </a:cubicBezTo>
                  <a:cubicBezTo>
                    <a:pt x="555704" y="54142"/>
                    <a:pt x="555906" y="54310"/>
                    <a:pt x="556007" y="54377"/>
                  </a:cubicBezTo>
                  <a:cubicBezTo>
                    <a:pt x="555806" y="54814"/>
                    <a:pt x="554964" y="56429"/>
                    <a:pt x="554459" y="57304"/>
                  </a:cubicBezTo>
                  <a:cubicBezTo>
                    <a:pt x="553887" y="58313"/>
                    <a:pt x="552877" y="57741"/>
                    <a:pt x="552272" y="58178"/>
                  </a:cubicBezTo>
                  <a:cubicBezTo>
                    <a:pt x="551700" y="58616"/>
                    <a:pt x="548940" y="58616"/>
                    <a:pt x="547190" y="58616"/>
                  </a:cubicBezTo>
                  <a:cubicBezTo>
                    <a:pt x="545440" y="58616"/>
                    <a:pt x="541401" y="57304"/>
                    <a:pt x="540829" y="57304"/>
                  </a:cubicBezTo>
                  <a:cubicBezTo>
                    <a:pt x="540257" y="57304"/>
                    <a:pt x="538069" y="53671"/>
                    <a:pt x="538069" y="53671"/>
                  </a:cubicBezTo>
                  <a:cubicBezTo>
                    <a:pt x="538069" y="53671"/>
                    <a:pt x="539517" y="51080"/>
                    <a:pt x="539954" y="50912"/>
                  </a:cubicBezTo>
                  <a:cubicBezTo>
                    <a:pt x="540392" y="50778"/>
                    <a:pt x="544868" y="47010"/>
                    <a:pt x="544868" y="47010"/>
                  </a:cubicBezTo>
                  <a:lnTo>
                    <a:pt x="543993" y="43680"/>
                  </a:lnTo>
                  <a:lnTo>
                    <a:pt x="538473" y="41493"/>
                  </a:lnTo>
                  <a:cubicBezTo>
                    <a:pt x="538473" y="41493"/>
                    <a:pt x="536454" y="39172"/>
                    <a:pt x="535848" y="39306"/>
                  </a:cubicBezTo>
                  <a:cubicBezTo>
                    <a:pt x="535276" y="39441"/>
                    <a:pt x="532819" y="41190"/>
                    <a:pt x="531507" y="41493"/>
                  </a:cubicBezTo>
                  <a:cubicBezTo>
                    <a:pt x="530194" y="41796"/>
                    <a:pt x="526997" y="41627"/>
                    <a:pt x="526997" y="41627"/>
                  </a:cubicBezTo>
                  <a:lnTo>
                    <a:pt x="524540" y="40753"/>
                  </a:lnTo>
                  <a:lnTo>
                    <a:pt x="523665" y="37995"/>
                  </a:lnTo>
                  <a:cubicBezTo>
                    <a:pt x="523665" y="37995"/>
                    <a:pt x="519761" y="37557"/>
                    <a:pt x="519189" y="37995"/>
                  </a:cubicBezTo>
                  <a:cubicBezTo>
                    <a:pt x="518617" y="38432"/>
                    <a:pt x="516598" y="37995"/>
                    <a:pt x="516598" y="37995"/>
                  </a:cubicBezTo>
                  <a:lnTo>
                    <a:pt x="514276" y="39138"/>
                  </a:lnTo>
                  <a:cubicBezTo>
                    <a:pt x="514276" y="39138"/>
                    <a:pt x="513973" y="45227"/>
                    <a:pt x="513973" y="46371"/>
                  </a:cubicBezTo>
                  <a:cubicBezTo>
                    <a:pt x="513973" y="47548"/>
                    <a:pt x="512357" y="48557"/>
                    <a:pt x="511785" y="49129"/>
                  </a:cubicBezTo>
                  <a:cubicBezTo>
                    <a:pt x="511213" y="49701"/>
                    <a:pt x="510170" y="50878"/>
                    <a:pt x="508891" y="52325"/>
                  </a:cubicBezTo>
                  <a:cubicBezTo>
                    <a:pt x="507578" y="53772"/>
                    <a:pt x="507006" y="55218"/>
                    <a:pt x="506737" y="55790"/>
                  </a:cubicBezTo>
                  <a:cubicBezTo>
                    <a:pt x="506434" y="56362"/>
                    <a:pt x="505727" y="58111"/>
                    <a:pt x="505593" y="58986"/>
                  </a:cubicBezTo>
                  <a:cubicBezTo>
                    <a:pt x="505458" y="59860"/>
                    <a:pt x="505155" y="60432"/>
                    <a:pt x="505021" y="60869"/>
                  </a:cubicBezTo>
                  <a:cubicBezTo>
                    <a:pt x="504886" y="61307"/>
                    <a:pt x="503136" y="62181"/>
                    <a:pt x="502698" y="62181"/>
                  </a:cubicBezTo>
                  <a:cubicBezTo>
                    <a:pt x="502261" y="62181"/>
                    <a:pt x="501386" y="63056"/>
                    <a:pt x="501386" y="64065"/>
                  </a:cubicBezTo>
                  <a:cubicBezTo>
                    <a:pt x="501386" y="65074"/>
                    <a:pt x="501689" y="64940"/>
                    <a:pt x="501689" y="64940"/>
                  </a:cubicBezTo>
                  <a:cubicBezTo>
                    <a:pt x="501689" y="64940"/>
                    <a:pt x="502698" y="66824"/>
                    <a:pt x="503439" y="66958"/>
                  </a:cubicBezTo>
                  <a:cubicBezTo>
                    <a:pt x="504146" y="67093"/>
                    <a:pt x="503574" y="67967"/>
                    <a:pt x="503574" y="67967"/>
                  </a:cubicBezTo>
                  <a:lnTo>
                    <a:pt x="503708" y="70154"/>
                  </a:lnTo>
                  <a:lnTo>
                    <a:pt x="502698" y="70591"/>
                  </a:lnTo>
                  <a:lnTo>
                    <a:pt x="501386" y="73350"/>
                  </a:lnTo>
                  <a:cubicBezTo>
                    <a:pt x="501386" y="73350"/>
                    <a:pt x="499198" y="73787"/>
                    <a:pt x="498357" y="73787"/>
                  </a:cubicBezTo>
                  <a:cubicBezTo>
                    <a:pt x="497482" y="73787"/>
                    <a:pt x="495900" y="73484"/>
                    <a:pt x="494722" y="73215"/>
                  </a:cubicBezTo>
                  <a:cubicBezTo>
                    <a:pt x="493578" y="72912"/>
                    <a:pt x="492266" y="72778"/>
                    <a:pt x="491088" y="72778"/>
                  </a:cubicBezTo>
                  <a:cubicBezTo>
                    <a:pt x="489943" y="72778"/>
                    <a:pt x="489371" y="72206"/>
                    <a:pt x="488765" y="72038"/>
                  </a:cubicBezTo>
                  <a:cubicBezTo>
                    <a:pt x="488193" y="71903"/>
                    <a:pt x="486881" y="71028"/>
                    <a:pt x="486881" y="71028"/>
                  </a:cubicBezTo>
                  <a:lnTo>
                    <a:pt x="484996" y="69145"/>
                  </a:lnTo>
                  <a:lnTo>
                    <a:pt x="482809" y="66386"/>
                  </a:lnTo>
                  <a:lnTo>
                    <a:pt x="482102" y="64940"/>
                  </a:lnTo>
                  <a:lnTo>
                    <a:pt x="480924" y="64065"/>
                  </a:lnTo>
                  <a:cubicBezTo>
                    <a:pt x="480924" y="64065"/>
                    <a:pt x="479174" y="64065"/>
                    <a:pt x="478770" y="64065"/>
                  </a:cubicBezTo>
                  <a:cubicBezTo>
                    <a:pt x="478333" y="64065"/>
                    <a:pt x="477323" y="64368"/>
                    <a:pt x="476717" y="64637"/>
                  </a:cubicBezTo>
                  <a:cubicBezTo>
                    <a:pt x="476145" y="64940"/>
                    <a:pt x="476010" y="65209"/>
                    <a:pt x="475135" y="65512"/>
                  </a:cubicBezTo>
                  <a:cubicBezTo>
                    <a:pt x="474260" y="65814"/>
                    <a:pt x="473251" y="66655"/>
                    <a:pt x="472376" y="67261"/>
                  </a:cubicBezTo>
                  <a:cubicBezTo>
                    <a:pt x="471501" y="67833"/>
                    <a:pt x="470929" y="68136"/>
                    <a:pt x="470929" y="68136"/>
                  </a:cubicBezTo>
                  <a:cubicBezTo>
                    <a:pt x="470929" y="68136"/>
                    <a:pt x="467159" y="70154"/>
                    <a:pt x="466587" y="70457"/>
                  </a:cubicBezTo>
                  <a:cubicBezTo>
                    <a:pt x="466015" y="70760"/>
                    <a:pt x="465005" y="71601"/>
                    <a:pt x="464433" y="71769"/>
                  </a:cubicBezTo>
                  <a:cubicBezTo>
                    <a:pt x="463861" y="71903"/>
                    <a:pt x="463121" y="72340"/>
                    <a:pt x="462851" y="72778"/>
                  </a:cubicBezTo>
                  <a:cubicBezTo>
                    <a:pt x="462549" y="73215"/>
                    <a:pt x="461842" y="73652"/>
                    <a:pt x="461404" y="74090"/>
                  </a:cubicBezTo>
                  <a:cubicBezTo>
                    <a:pt x="460967" y="74527"/>
                    <a:pt x="460395" y="75233"/>
                    <a:pt x="459957" y="75402"/>
                  </a:cubicBezTo>
                  <a:cubicBezTo>
                    <a:pt x="459520" y="75536"/>
                    <a:pt x="459217" y="77151"/>
                    <a:pt x="459217" y="77151"/>
                  </a:cubicBezTo>
                  <a:lnTo>
                    <a:pt x="459217" y="78463"/>
                  </a:lnTo>
                  <a:lnTo>
                    <a:pt x="461034" y="79035"/>
                  </a:lnTo>
                  <a:lnTo>
                    <a:pt x="462986" y="78732"/>
                  </a:lnTo>
                  <a:cubicBezTo>
                    <a:pt x="462986" y="78732"/>
                    <a:pt x="465746" y="77857"/>
                    <a:pt x="466621" y="77857"/>
                  </a:cubicBezTo>
                  <a:cubicBezTo>
                    <a:pt x="467496" y="77857"/>
                    <a:pt x="470255" y="78564"/>
                    <a:pt x="470828" y="78867"/>
                  </a:cubicBezTo>
                  <a:cubicBezTo>
                    <a:pt x="471400" y="79169"/>
                    <a:pt x="471703" y="81457"/>
                    <a:pt x="471703" y="81457"/>
                  </a:cubicBezTo>
                  <a:lnTo>
                    <a:pt x="471837" y="84484"/>
                  </a:lnTo>
                  <a:cubicBezTo>
                    <a:pt x="471837" y="84484"/>
                    <a:pt x="471097" y="87243"/>
                    <a:pt x="470659" y="88689"/>
                  </a:cubicBezTo>
                  <a:cubicBezTo>
                    <a:pt x="470222" y="90136"/>
                    <a:pt x="469347" y="91448"/>
                    <a:pt x="468909" y="91717"/>
                  </a:cubicBezTo>
                  <a:cubicBezTo>
                    <a:pt x="468472" y="92020"/>
                    <a:pt x="467765" y="92289"/>
                    <a:pt x="467765" y="92289"/>
                  </a:cubicBezTo>
                  <a:cubicBezTo>
                    <a:pt x="467765" y="92289"/>
                    <a:pt x="464568" y="95485"/>
                    <a:pt x="463861" y="96494"/>
                  </a:cubicBezTo>
                  <a:cubicBezTo>
                    <a:pt x="463121" y="97503"/>
                    <a:pt x="459351" y="96628"/>
                    <a:pt x="458510" y="96931"/>
                  </a:cubicBezTo>
                  <a:cubicBezTo>
                    <a:pt x="457635" y="97234"/>
                    <a:pt x="454034" y="96797"/>
                    <a:pt x="454034" y="96797"/>
                  </a:cubicBezTo>
                  <a:cubicBezTo>
                    <a:pt x="454034" y="96797"/>
                    <a:pt x="449524" y="93163"/>
                    <a:pt x="449390" y="92322"/>
                  </a:cubicBezTo>
                  <a:cubicBezTo>
                    <a:pt x="449255" y="91448"/>
                    <a:pt x="449524" y="88252"/>
                    <a:pt x="449524" y="88252"/>
                  </a:cubicBezTo>
                  <a:lnTo>
                    <a:pt x="448212" y="85796"/>
                  </a:lnTo>
                  <a:lnTo>
                    <a:pt x="445317" y="84484"/>
                  </a:lnTo>
                  <a:lnTo>
                    <a:pt x="443433" y="85359"/>
                  </a:lnTo>
                  <a:cubicBezTo>
                    <a:pt x="443433" y="85359"/>
                    <a:pt x="442726" y="85796"/>
                    <a:pt x="442120" y="86099"/>
                  </a:cubicBezTo>
                  <a:cubicBezTo>
                    <a:pt x="441548" y="86402"/>
                    <a:pt x="436904" y="91448"/>
                    <a:pt x="436769" y="92020"/>
                  </a:cubicBezTo>
                  <a:cubicBezTo>
                    <a:pt x="436635" y="92592"/>
                    <a:pt x="436635" y="95922"/>
                    <a:pt x="436635" y="95922"/>
                  </a:cubicBezTo>
                  <a:lnTo>
                    <a:pt x="433875" y="98243"/>
                  </a:lnTo>
                  <a:cubicBezTo>
                    <a:pt x="433875" y="98243"/>
                    <a:pt x="432125" y="99690"/>
                    <a:pt x="431687" y="100261"/>
                  </a:cubicBezTo>
                  <a:cubicBezTo>
                    <a:pt x="431250" y="100833"/>
                    <a:pt x="430375" y="101842"/>
                    <a:pt x="429937" y="102448"/>
                  </a:cubicBezTo>
                  <a:cubicBezTo>
                    <a:pt x="429500" y="103020"/>
                    <a:pt x="429634" y="106653"/>
                    <a:pt x="429634" y="106653"/>
                  </a:cubicBezTo>
                  <a:lnTo>
                    <a:pt x="429634" y="109714"/>
                  </a:lnTo>
                  <a:lnTo>
                    <a:pt x="429769" y="112035"/>
                  </a:lnTo>
                  <a:lnTo>
                    <a:pt x="429197" y="115803"/>
                  </a:lnTo>
                  <a:lnTo>
                    <a:pt x="428322" y="118427"/>
                  </a:lnTo>
                  <a:lnTo>
                    <a:pt x="425562" y="118999"/>
                  </a:lnTo>
                  <a:lnTo>
                    <a:pt x="424250" y="118427"/>
                  </a:lnTo>
                  <a:lnTo>
                    <a:pt x="421793" y="114659"/>
                  </a:lnTo>
                  <a:lnTo>
                    <a:pt x="420783" y="111463"/>
                  </a:lnTo>
                  <a:cubicBezTo>
                    <a:pt x="420783" y="111463"/>
                    <a:pt x="417889" y="109714"/>
                    <a:pt x="417149" y="109580"/>
                  </a:cubicBezTo>
                  <a:cubicBezTo>
                    <a:pt x="416442" y="109445"/>
                    <a:pt x="414389" y="106821"/>
                    <a:pt x="414389" y="106821"/>
                  </a:cubicBezTo>
                  <a:lnTo>
                    <a:pt x="408735" y="102919"/>
                  </a:lnTo>
                  <a:lnTo>
                    <a:pt x="403216" y="99017"/>
                  </a:lnTo>
                  <a:lnTo>
                    <a:pt x="398302" y="96258"/>
                  </a:lnTo>
                  <a:lnTo>
                    <a:pt x="390898" y="99454"/>
                  </a:lnTo>
                  <a:lnTo>
                    <a:pt x="385681" y="103962"/>
                  </a:lnTo>
                  <a:lnTo>
                    <a:pt x="382484" y="108739"/>
                  </a:lnTo>
                  <a:lnTo>
                    <a:pt x="381172" y="110925"/>
                  </a:lnTo>
                  <a:cubicBezTo>
                    <a:pt x="381172" y="110925"/>
                    <a:pt x="379994" y="115130"/>
                    <a:pt x="379994" y="116005"/>
                  </a:cubicBezTo>
                  <a:cubicBezTo>
                    <a:pt x="379994" y="116879"/>
                    <a:pt x="380129" y="119772"/>
                    <a:pt x="380129" y="119772"/>
                  </a:cubicBezTo>
                  <a:cubicBezTo>
                    <a:pt x="380129" y="119772"/>
                    <a:pt x="381138" y="123237"/>
                    <a:pt x="381138" y="124280"/>
                  </a:cubicBezTo>
                  <a:cubicBezTo>
                    <a:pt x="381138" y="125289"/>
                    <a:pt x="380701" y="127308"/>
                    <a:pt x="380263" y="127913"/>
                  </a:cubicBezTo>
                  <a:cubicBezTo>
                    <a:pt x="379826" y="128485"/>
                    <a:pt x="378076" y="130672"/>
                    <a:pt x="376359" y="131378"/>
                  </a:cubicBezTo>
                  <a:cubicBezTo>
                    <a:pt x="374609" y="132085"/>
                    <a:pt x="373465" y="134406"/>
                    <a:pt x="373027" y="134574"/>
                  </a:cubicBezTo>
                  <a:cubicBezTo>
                    <a:pt x="372590" y="134708"/>
                    <a:pt x="370571" y="136155"/>
                    <a:pt x="367373" y="136458"/>
                  </a:cubicBezTo>
                  <a:cubicBezTo>
                    <a:pt x="364176" y="136760"/>
                    <a:pt x="364176" y="137030"/>
                    <a:pt x="361585" y="137198"/>
                  </a:cubicBezTo>
                  <a:cubicBezTo>
                    <a:pt x="358960" y="137332"/>
                    <a:pt x="356368" y="138207"/>
                    <a:pt x="354921" y="138510"/>
                  </a:cubicBezTo>
                  <a:cubicBezTo>
                    <a:pt x="353474" y="138812"/>
                    <a:pt x="351892" y="139216"/>
                    <a:pt x="351455" y="139216"/>
                  </a:cubicBezTo>
                  <a:cubicBezTo>
                    <a:pt x="351017" y="139216"/>
                    <a:pt x="348695" y="138779"/>
                    <a:pt x="348258" y="138644"/>
                  </a:cubicBezTo>
                  <a:cubicBezTo>
                    <a:pt x="347820" y="138510"/>
                    <a:pt x="344488" y="137500"/>
                    <a:pt x="343613" y="137063"/>
                  </a:cubicBezTo>
                  <a:cubicBezTo>
                    <a:pt x="342738" y="136626"/>
                    <a:pt x="341022" y="136189"/>
                    <a:pt x="340281" y="135751"/>
                  </a:cubicBezTo>
                  <a:cubicBezTo>
                    <a:pt x="339575" y="135314"/>
                    <a:pt x="337690" y="131849"/>
                    <a:pt x="337690" y="131849"/>
                  </a:cubicBezTo>
                  <a:lnTo>
                    <a:pt x="336108" y="128216"/>
                  </a:lnTo>
                  <a:cubicBezTo>
                    <a:pt x="336108" y="128216"/>
                    <a:pt x="335536" y="124886"/>
                    <a:pt x="335233" y="124314"/>
                  </a:cubicBezTo>
                  <a:cubicBezTo>
                    <a:pt x="334930" y="123742"/>
                    <a:pt x="329579" y="121993"/>
                    <a:pt x="329579" y="121993"/>
                  </a:cubicBezTo>
                  <a:lnTo>
                    <a:pt x="328132" y="122867"/>
                  </a:lnTo>
                  <a:cubicBezTo>
                    <a:pt x="328132" y="122867"/>
                    <a:pt x="326550" y="125054"/>
                    <a:pt x="325541" y="125626"/>
                  </a:cubicBezTo>
                  <a:cubicBezTo>
                    <a:pt x="324531" y="126198"/>
                    <a:pt x="323353" y="127072"/>
                    <a:pt x="321637" y="127644"/>
                  </a:cubicBezTo>
                  <a:cubicBezTo>
                    <a:pt x="319887" y="128216"/>
                    <a:pt x="318743" y="128081"/>
                    <a:pt x="318743" y="128081"/>
                  </a:cubicBezTo>
                  <a:cubicBezTo>
                    <a:pt x="318743" y="128081"/>
                    <a:pt x="315714" y="128519"/>
                    <a:pt x="315108" y="128519"/>
                  </a:cubicBezTo>
                  <a:cubicBezTo>
                    <a:pt x="314536" y="128519"/>
                    <a:pt x="311473" y="127644"/>
                    <a:pt x="311473" y="127644"/>
                  </a:cubicBezTo>
                  <a:lnTo>
                    <a:pt x="308579" y="122733"/>
                  </a:lnTo>
                  <a:lnTo>
                    <a:pt x="308713" y="116779"/>
                  </a:lnTo>
                  <a:cubicBezTo>
                    <a:pt x="308713" y="116779"/>
                    <a:pt x="302319" y="111262"/>
                    <a:pt x="301747" y="111127"/>
                  </a:cubicBezTo>
                  <a:cubicBezTo>
                    <a:pt x="301175" y="110992"/>
                    <a:pt x="300872" y="105778"/>
                    <a:pt x="300569" y="105038"/>
                  </a:cubicBezTo>
                  <a:cubicBezTo>
                    <a:pt x="300266" y="104332"/>
                    <a:pt x="298819" y="100396"/>
                    <a:pt x="298112" y="99118"/>
                  </a:cubicBezTo>
                  <a:cubicBezTo>
                    <a:pt x="297406" y="97806"/>
                    <a:pt x="293906" y="94206"/>
                    <a:pt x="293199" y="93769"/>
                  </a:cubicBezTo>
                  <a:cubicBezTo>
                    <a:pt x="292458" y="93332"/>
                    <a:pt x="289732" y="90001"/>
                    <a:pt x="289732" y="90001"/>
                  </a:cubicBezTo>
                  <a:cubicBezTo>
                    <a:pt x="289732" y="90001"/>
                    <a:pt x="287713" y="89127"/>
                    <a:pt x="287107" y="89261"/>
                  </a:cubicBezTo>
                  <a:cubicBezTo>
                    <a:pt x="286535" y="89396"/>
                    <a:pt x="281016" y="89127"/>
                    <a:pt x="280578" y="89261"/>
                  </a:cubicBezTo>
                  <a:cubicBezTo>
                    <a:pt x="280141" y="89396"/>
                    <a:pt x="273612" y="92020"/>
                    <a:pt x="273612" y="92020"/>
                  </a:cubicBezTo>
                  <a:lnTo>
                    <a:pt x="268698" y="95350"/>
                  </a:lnTo>
                  <a:lnTo>
                    <a:pt x="266073" y="98680"/>
                  </a:lnTo>
                  <a:cubicBezTo>
                    <a:pt x="266073" y="98680"/>
                    <a:pt x="262607" y="101708"/>
                    <a:pt x="261563" y="102145"/>
                  </a:cubicBezTo>
                  <a:cubicBezTo>
                    <a:pt x="260554" y="102582"/>
                    <a:pt x="260823" y="104601"/>
                    <a:pt x="260823" y="106485"/>
                  </a:cubicBezTo>
                  <a:cubicBezTo>
                    <a:pt x="260823" y="108369"/>
                    <a:pt x="261563" y="109075"/>
                    <a:pt x="262573" y="110824"/>
                  </a:cubicBezTo>
                  <a:cubicBezTo>
                    <a:pt x="263583" y="112574"/>
                    <a:pt x="263011" y="111531"/>
                    <a:pt x="263885" y="113583"/>
                  </a:cubicBezTo>
                  <a:cubicBezTo>
                    <a:pt x="264761" y="115601"/>
                    <a:pt x="264020" y="116610"/>
                    <a:pt x="264020" y="118057"/>
                  </a:cubicBezTo>
                  <a:cubicBezTo>
                    <a:pt x="264020" y="119503"/>
                    <a:pt x="263717" y="121522"/>
                    <a:pt x="263583" y="122396"/>
                  </a:cubicBezTo>
                  <a:cubicBezTo>
                    <a:pt x="263448" y="123271"/>
                    <a:pt x="262270" y="124583"/>
                    <a:pt x="261261" y="125424"/>
                  </a:cubicBezTo>
                  <a:cubicBezTo>
                    <a:pt x="260251" y="126299"/>
                    <a:pt x="257491" y="129192"/>
                    <a:pt x="256044" y="130504"/>
                  </a:cubicBezTo>
                  <a:cubicBezTo>
                    <a:pt x="254597" y="131815"/>
                    <a:pt x="254597" y="131244"/>
                    <a:pt x="254597" y="131244"/>
                  </a:cubicBezTo>
                  <a:lnTo>
                    <a:pt x="252140" y="133262"/>
                  </a:lnTo>
                  <a:cubicBezTo>
                    <a:pt x="252140" y="133262"/>
                    <a:pt x="244164" y="133834"/>
                    <a:pt x="243592" y="134002"/>
                  </a:cubicBezTo>
                  <a:cubicBezTo>
                    <a:pt x="243020" y="134136"/>
                    <a:pt x="235919" y="135011"/>
                    <a:pt x="235481" y="135146"/>
                  </a:cubicBezTo>
                  <a:cubicBezTo>
                    <a:pt x="235044" y="135280"/>
                    <a:pt x="231274" y="135146"/>
                    <a:pt x="231274" y="135146"/>
                  </a:cubicBezTo>
                  <a:cubicBezTo>
                    <a:pt x="231274" y="135146"/>
                    <a:pt x="230130" y="136289"/>
                    <a:pt x="228952" y="136895"/>
                  </a:cubicBezTo>
                  <a:cubicBezTo>
                    <a:pt x="227808" y="137467"/>
                    <a:pt x="224476" y="139923"/>
                    <a:pt x="223298" y="140663"/>
                  </a:cubicBezTo>
                  <a:cubicBezTo>
                    <a:pt x="222154" y="141403"/>
                    <a:pt x="221413" y="142244"/>
                    <a:pt x="219966" y="142546"/>
                  </a:cubicBezTo>
                  <a:cubicBezTo>
                    <a:pt x="218519" y="142849"/>
                    <a:pt x="217375" y="143556"/>
                    <a:pt x="217375" y="143556"/>
                  </a:cubicBezTo>
                  <a:cubicBezTo>
                    <a:pt x="217375" y="143556"/>
                    <a:pt x="213606" y="144699"/>
                    <a:pt x="212731" y="145305"/>
                  </a:cubicBezTo>
                  <a:cubicBezTo>
                    <a:pt x="211856" y="145877"/>
                    <a:pt x="207649" y="147929"/>
                    <a:pt x="206639" y="148770"/>
                  </a:cubicBezTo>
                  <a:cubicBezTo>
                    <a:pt x="205629" y="149644"/>
                    <a:pt x="204317" y="150216"/>
                    <a:pt x="204317" y="150216"/>
                  </a:cubicBezTo>
                  <a:lnTo>
                    <a:pt x="201995" y="152672"/>
                  </a:lnTo>
                  <a:lnTo>
                    <a:pt x="198528" y="155128"/>
                  </a:lnTo>
                  <a:cubicBezTo>
                    <a:pt x="198528" y="155128"/>
                    <a:pt x="187961" y="155430"/>
                    <a:pt x="187086" y="155430"/>
                  </a:cubicBezTo>
                  <a:cubicBezTo>
                    <a:pt x="186211" y="155430"/>
                    <a:pt x="182879" y="155733"/>
                    <a:pt x="182307" y="156002"/>
                  </a:cubicBezTo>
                  <a:cubicBezTo>
                    <a:pt x="181735" y="156305"/>
                    <a:pt x="181163" y="156440"/>
                    <a:pt x="179985" y="157449"/>
                  </a:cubicBezTo>
                  <a:cubicBezTo>
                    <a:pt x="178841" y="158458"/>
                    <a:pt x="178403" y="160073"/>
                    <a:pt x="178538" y="161217"/>
                  </a:cubicBezTo>
                  <a:cubicBezTo>
                    <a:pt x="178672" y="162360"/>
                    <a:pt x="178538" y="161217"/>
                    <a:pt x="179985" y="162663"/>
                  </a:cubicBezTo>
                  <a:cubicBezTo>
                    <a:pt x="181432" y="164109"/>
                    <a:pt x="182744" y="164984"/>
                    <a:pt x="183889" y="166868"/>
                  </a:cubicBezTo>
                  <a:cubicBezTo>
                    <a:pt x="185033" y="168752"/>
                    <a:pt x="185201" y="171779"/>
                    <a:pt x="185201" y="172385"/>
                  </a:cubicBezTo>
                  <a:cubicBezTo>
                    <a:pt x="185201" y="172957"/>
                    <a:pt x="181163" y="174841"/>
                    <a:pt x="181163" y="174841"/>
                  </a:cubicBezTo>
                  <a:lnTo>
                    <a:pt x="177662" y="182241"/>
                  </a:lnTo>
                  <a:lnTo>
                    <a:pt x="175340" y="185000"/>
                  </a:lnTo>
                  <a:cubicBezTo>
                    <a:pt x="175340" y="185000"/>
                    <a:pt x="170561" y="191963"/>
                    <a:pt x="170124" y="192535"/>
                  </a:cubicBezTo>
                  <a:cubicBezTo>
                    <a:pt x="169686" y="193107"/>
                    <a:pt x="166085" y="193982"/>
                    <a:pt x="164907" y="193982"/>
                  </a:cubicBezTo>
                  <a:cubicBezTo>
                    <a:pt x="163730" y="193982"/>
                    <a:pt x="161273" y="193409"/>
                    <a:pt x="160398" y="193107"/>
                  </a:cubicBezTo>
                  <a:cubicBezTo>
                    <a:pt x="159523" y="192804"/>
                    <a:pt x="157369" y="191963"/>
                    <a:pt x="156628" y="191223"/>
                  </a:cubicBezTo>
                  <a:cubicBezTo>
                    <a:pt x="155922" y="190483"/>
                    <a:pt x="155181" y="187758"/>
                    <a:pt x="155181" y="187758"/>
                  </a:cubicBezTo>
                  <a:cubicBezTo>
                    <a:pt x="155181" y="187758"/>
                    <a:pt x="153600" y="183419"/>
                    <a:pt x="152994" y="183116"/>
                  </a:cubicBezTo>
                  <a:cubicBezTo>
                    <a:pt x="152422" y="182813"/>
                    <a:pt x="150974" y="182981"/>
                    <a:pt x="150974" y="182981"/>
                  </a:cubicBezTo>
                  <a:cubicBezTo>
                    <a:pt x="150974" y="182981"/>
                    <a:pt x="148652" y="183419"/>
                    <a:pt x="148080" y="183553"/>
                  </a:cubicBezTo>
                  <a:cubicBezTo>
                    <a:pt x="147508" y="183688"/>
                    <a:pt x="143739" y="184428"/>
                    <a:pt x="143301" y="184428"/>
                  </a:cubicBezTo>
                  <a:cubicBezTo>
                    <a:pt x="142864" y="184428"/>
                    <a:pt x="138960" y="184125"/>
                    <a:pt x="138219" y="184125"/>
                  </a:cubicBezTo>
                  <a:cubicBezTo>
                    <a:pt x="137513" y="184125"/>
                    <a:pt x="137075" y="182678"/>
                    <a:pt x="137075" y="182678"/>
                  </a:cubicBezTo>
                  <a:cubicBezTo>
                    <a:pt x="137075" y="182678"/>
                    <a:pt x="135763" y="180492"/>
                    <a:pt x="135190" y="180088"/>
                  </a:cubicBezTo>
                  <a:cubicBezTo>
                    <a:pt x="134618" y="179651"/>
                    <a:pt x="133878" y="179214"/>
                    <a:pt x="133878" y="179214"/>
                  </a:cubicBezTo>
                  <a:cubicBezTo>
                    <a:pt x="133878" y="179214"/>
                    <a:pt x="128661" y="175883"/>
                    <a:pt x="127786" y="175143"/>
                  </a:cubicBezTo>
                  <a:cubicBezTo>
                    <a:pt x="126912" y="174403"/>
                    <a:pt x="125902" y="174269"/>
                    <a:pt x="125902" y="174269"/>
                  </a:cubicBezTo>
                  <a:cubicBezTo>
                    <a:pt x="125902" y="174269"/>
                    <a:pt x="123142" y="174000"/>
                    <a:pt x="121695" y="174000"/>
                  </a:cubicBezTo>
                  <a:cubicBezTo>
                    <a:pt x="120248" y="174000"/>
                    <a:pt x="117051" y="173562"/>
                    <a:pt x="115906" y="172990"/>
                  </a:cubicBezTo>
                  <a:cubicBezTo>
                    <a:pt x="114762" y="172418"/>
                    <a:pt x="112877" y="171106"/>
                    <a:pt x="111868" y="170232"/>
                  </a:cubicBezTo>
                  <a:cubicBezTo>
                    <a:pt x="110858" y="169357"/>
                    <a:pt x="109849" y="167911"/>
                    <a:pt x="109849" y="167911"/>
                  </a:cubicBezTo>
                  <a:cubicBezTo>
                    <a:pt x="109849" y="167911"/>
                    <a:pt x="107392" y="164849"/>
                    <a:pt x="106820" y="164278"/>
                  </a:cubicBezTo>
                  <a:cubicBezTo>
                    <a:pt x="106248" y="163706"/>
                    <a:pt x="105507" y="162091"/>
                    <a:pt x="105238" y="161519"/>
                  </a:cubicBezTo>
                  <a:cubicBezTo>
                    <a:pt x="104935" y="160947"/>
                    <a:pt x="104800" y="157886"/>
                    <a:pt x="104800" y="157886"/>
                  </a:cubicBezTo>
                  <a:lnTo>
                    <a:pt x="105507" y="156742"/>
                  </a:lnTo>
                  <a:lnTo>
                    <a:pt x="106820" y="154118"/>
                  </a:lnTo>
                  <a:lnTo>
                    <a:pt x="105238" y="152672"/>
                  </a:lnTo>
                  <a:cubicBezTo>
                    <a:pt x="105238" y="152672"/>
                    <a:pt x="101771" y="152672"/>
                    <a:pt x="100762" y="152975"/>
                  </a:cubicBezTo>
                  <a:cubicBezTo>
                    <a:pt x="99752" y="153277"/>
                    <a:pt x="99012" y="153681"/>
                    <a:pt x="98574" y="154118"/>
                  </a:cubicBezTo>
                  <a:cubicBezTo>
                    <a:pt x="98137" y="154556"/>
                    <a:pt x="95108" y="155700"/>
                    <a:pt x="93795" y="155868"/>
                  </a:cubicBezTo>
                  <a:cubicBezTo>
                    <a:pt x="92483" y="156002"/>
                    <a:pt x="89454" y="156002"/>
                    <a:pt x="88579" y="156002"/>
                  </a:cubicBezTo>
                  <a:cubicBezTo>
                    <a:pt x="87704" y="156002"/>
                    <a:pt x="84810" y="154993"/>
                    <a:pt x="84810" y="154993"/>
                  </a:cubicBezTo>
                  <a:lnTo>
                    <a:pt x="84675" y="152235"/>
                  </a:lnTo>
                  <a:lnTo>
                    <a:pt x="84810" y="149207"/>
                  </a:lnTo>
                  <a:lnTo>
                    <a:pt x="84237" y="145742"/>
                  </a:lnTo>
                  <a:lnTo>
                    <a:pt x="81781" y="143152"/>
                  </a:lnTo>
                  <a:lnTo>
                    <a:pt x="78583" y="141403"/>
                  </a:lnTo>
                  <a:cubicBezTo>
                    <a:pt x="78583" y="141403"/>
                    <a:pt x="77574" y="142143"/>
                    <a:pt x="77439" y="142546"/>
                  </a:cubicBezTo>
                  <a:cubicBezTo>
                    <a:pt x="77304" y="142984"/>
                    <a:pt x="73232" y="146180"/>
                    <a:pt x="72795" y="146449"/>
                  </a:cubicBezTo>
                  <a:cubicBezTo>
                    <a:pt x="72357" y="146751"/>
                    <a:pt x="70775" y="148030"/>
                    <a:pt x="69901" y="148333"/>
                  </a:cubicBezTo>
                  <a:cubicBezTo>
                    <a:pt x="69026" y="148635"/>
                    <a:pt x="67309" y="150351"/>
                    <a:pt x="67309" y="150351"/>
                  </a:cubicBezTo>
                  <a:cubicBezTo>
                    <a:pt x="67309" y="150351"/>
                    <a:pt x="62396" y="151932"/>
                    <a:pt x="61083" y="152369"/>
                  </a:cubicBezTo>
                  <a:cubicBezTo>
                    <a:pt x="59771" y="152807"/>
                    <a:pt x="59064" y="153378"/>
                    <a:pt x="59064" y="153378"/>
                  </a:cubicBezTo>
                  <a:lnTo>
                    <a:pt x="60208" y="155700"/>
                  </a:lnTo>
                  <a:lnTo>
                    <a:pt x="62362" y="157449"/>
                  </a:lnTo>
                  <a:lnTo>
                    <a:pt x="62665" y="158155"/>
                  </a:lnTo>
                  <a:lnTo>
                    <a:pt x="59905" y="161923"/>
                  </a:lnTo>
                  <a:lnTo>
                    <a:pt x="51794" y="169895"/>
                  </a:lnTo>
                  <a:lnTo>
                    <a:pt x="50482" y="171577"/>
                  </a:lnTo>
                  <a:cubicBezTo>
                    <a:pt x="50482" y="171577"/>
                    <a:pt x="48092" y="173529"/>
                    <a:pt x="47722" y="173831"/>
                  </a:cubicBezTo>
                  <a:cubicBezTo>
                    <a:pt x="47352" y="174134"/>
                    <a:pt x="46477" y="175211"/>
                    <a:pt x="46477" y="175211"/>
                  </a:cubicBezTo>
                  <a:cubicBezTo>
                    <a:pt x="46477" y="175211"/>
                    <a:pt x="45333" y="177027"/>
                    <a:pt x="45232" y="177229"/>
                  </a:cubicBezTo>
                  <a:cubicBezTo>
                    <a:pt x="45164" y="177431"/>
                    <a:pt x="44491" y="179046"/>
                    <a:pt x="44491" y="179415"/>
                  </a:cubicBezTo>
                  <a:cubicBezTo>
                    <a:pt x="44491" y="179785"/>
                    <a:pt x="43785" y="183049"/>
                    <a:pt x="43785" y="183049"/>
                  </a:cubicBezTo>
                  <a:lnTo>
                    <a:pt x="42640" y="184125"/>
                  </a:lnTo>
                  <a:cubicBezTo>
                    <a:pt x="42640" y="184125"/>
                    <a:pt x="40991" y="184125"/>
                    <a:pt x="40015" y="184125"/>
                  </a:cubicBezTo>
                  <a:cubicBezTo>
                    <a:pt x="39073" y="184125"/>
                    <a:pt x="37929" y="184159"/>
                    <a:pt x="37323" y="184293"/>
                  </a:cubicBezTo>
                  <a:cubicBezTo>
                    <a:pt x="36751" y="184428"/>
                    <a:pt x="35135" y="184630"/>
                    <a:pt x="34630" y="184630"/>
                  </a:cubicBezTo>
                  <a:cubicBezTo>
                    <a:pt x="34126" y="184630"/>
                    <a:pt x="31130" y="185773"/>
                    <a:pt x="30861" y="186076"/>
                  </a:cubicBezTo>
                  <a:cubicBezTo>
                    <a:pt x="30558" y="186379"/>
                    <a:pt x="27900" y="187893"/>
                    <a:pt x="27529" y="188162"/>
                  </a:cubicBezTo>
                  <a:cubicBezTo>
                    <a:pt x="27159" y="188465"/>
                    <a:pt x="26082" y="188801"/>
                    <a:pt x="24770" y="188801"/>
                  </a:cubicBezTo>
                  <a:cubicBezTo>
                    <a:pt x="23457" y="188801"/>
                    <a:pt x="23828" y="188734"/>
                    <a:pt x="23525" y="188734"/>
                  </a:cubicBezTo>
                  <a:cubicBezTo>
                    <a:pt x="23222" y="188734"/>
                    <a:pt x="20327" y="185841"/>
                    <a:pt x="20327" y="185841"/>
                  </a:cubicBezTo>
                  <a:lnTo>
                    <a:pt x="17702" y="183452"/>
                  </a:lnTo>
                  <a:lnTo>
                    <a:pt x="14303" y="179113"/>
                  </a:lnTo>
                  <a:lnTo>
                    <a:pt x="12351" y="176926"/>
                  </a:lnTo>
                  <a:lnTo>
                    <a:pt x="10197" y="175850"/>
                  </a:lnTo>
                  <a:cubicBezTo>
                    <a:pt x="10197" y="175850"/>
                    <a:pt x="6798" y="176859"/>
                    <a:pt x="6058" y="177431"/>
                  </a:cubicBezTo>
                  <a:cubicBezTo>
                    <a:pt x="5351" y="178003"/>
                    <a:pt x="5183" y="177868"/>
                    <a:pt x="4745" y="178440"/>
                  </a:cubicBezTo>
                  <a:cubicBezTo>
                    <a:pt x="4308" y="179012"/>
                    <a:pt x="2423" y="179886"/>
                    <a:pt x="2423" y="179886"/>
                  </a:cubicBezTo>
                  <a:lnTo>
                    <a:pt x="1716" y="181467"/>
                  </a:lnTo>
                  <a:cubicBezTo>
                    <a:pt x="1716" y="181467"/>
                    <a:pt x="1716" y="184058"/>
                    <a:pt x="1716" y="184663"/>
                  </a:cubicBezTo>
                  <a:cubicBezTo>
                    <a:pt x="1716" y="185235"/>
                    <a:pt x="774" y="186850"/>
                    <a:pt x="639" y="187254"/>
                  </a:cubicBezTo>
                  <a:cubicBezTo>
                    <a:pt x="505" y="187691"/>
                    <a:pt x="0" y="190147"/>
                    <a:pt x="0" y="190147"/>
                  </a:cubicBezTo>
                  <a:cubicBezTo>
                    <a:pt x="0" y="190147"/>
                    <a:pt x="0" y="191728"/>
                    <a:pt x="0" y="192165"/>
                  </a:cubicBezTo>
                  <a:cubicBezTo>
                    <a:pt x="0" y="192602"/>
                    <a:pt x="1750" y="193611"/>
                    <a:pt x="1750" y="193611"/>
                  </a:cubicBezTo>
                  <a:lnTo>
                    <a:pt x="1750" y="195495"/>
                  </a:lnTo>
                  <a:lnTo>
                    <a:pt x="3500" y="198691"/>
                  </a:lnTo>
                  <a:cubicBezTo>
                    <a:pt x="3500" y="198691"/>
                    <a:pt x="2490" y="201012"/>
                    <a:pt x="2322" y="201584"/>
                  </a:cubicBezTo>
                  <a:cubicBezTo>
                    <a:pt x="2188" y="202156"/>
                    <a:pt x="3500" y="205486"/>
                    <a:pt x="3500" y="205486"/>
                  </a:cubicBezTo>
                  <a:cubicBezTo>
                    <a:pt x="3500" y="205486"/>
                    <a:pt x="5519" y="208514"/>
                    <a:pt x="5688" y="209119"/>
                  </a:cubicBezTo>
                  <a:cubicBezTo>
                    <a:pt x="5822" y="209691"/>
                    <a:pt x="7707" y="211743"/>
                    <a:pt x="7707" y="211743"/>
                  </a:cubicBezTo>
                  <a:lnTo>
                    <a:pt x="10904" y="214199"/>
                  </a:lnTo>
                  <a:lnTo>
                    <a:pt x="14539" y="217664"/>
                  </a:lnTo>
                  <a:lnTo>
                    <a:pt x="16693" y="222306"/>
                  </a:lnTo>
                  <a:lnTo>
                    <a:pt x="22649" y="223181"/>
                  </a:lnTo>
                  <a:lnTo>
                    <a:pt x="22649" y="215780"/>
                  </a:lnTo>
                  <a:lnTo>
                    <a:pt x="23726" y="211709"/>
                  </a:lnTo>
                  <a:lnTo>
                    <a:pt x="27698" y="208951"/>
                  </a:lnTo>
                  <a:cubicBezTo>
                    <a:pt x="27698" y="208951"/>
                    <a:pt x="29010" y="208077"/>
                    <a:pt x="31770" y="208379"/>
                  </a:cubicBezTo>
                  <a:cubicBezTo>
                    <a:pt x="34530" y="208682"/>
                    <a:pt x="34361" y="208077"/>
                    <a:pt x="35102" y="208379"/>
                  </a:cubicBezTo>
                  <a:cubicBezTo>
                    <a:pt x="35842" y="208682"/>
                    <a:pt x="37121" y="209086"/>
                    <a:pt x="37727" y="209523"/>
                  </a:cubicBezTo>
                  <a:cubicBezTo>
                    <a:pt x="38299" y="209927"/>
                    <a:pt x="40621" y="211575"/>
                    <a:pt x="41193" y="212147"/>
                  </a:cubicBezTo>
                  <a:cubicBezTo>
                    <a:pt x="41765" y="212719"/>
                    <a:pt x="42943" y="212281"/>
                    <a:pt x="43515" y="212281"/>
                  </a:cubicBezTo>
                  <a:cubicBezTo>
                    <a:pt x="44087" y="212281"/>
                    <a:pt x="47991" y="211272"/>
                    <a:pt x="47991" y="211272"/>
                  </a:cubicBezTo>
                  <a:lnTo>
                    <a:pt x="52333" y="211138"/>
                  </a:lnTo>
                  <a:cubicBezTo>
                    <a:pt x="52333" y="211138"/>
                    <a:pt x="58727" y="209254"/>
                    <a:pt x="59131" y="209557"/>
                  </a:cubicBezTo>
                  <a:cubicBezTo>
                    <a:pt x="59569" y="209859"/>
                    <a:pt x="64785" y="211878"/>
                    <a:pt x="64785" y="211878"/>
                  </a:cubicBezTo>
                  <a:lnTo>
                    <a:pt x="70001" y="214905"/>
                  </a:lnTo>
                  <a:lnTo>
                    <a:pt x="73636" y="220422"/>
                  </a:lnTo>
                  <a:lnTo>
                    <a:pt x="72929" y="224190"/>
                  </a:lnTo>
                  <a:lnTo>
                    <a:pt x="72627" y="229976"/>
                  </a:lnTo>
                  <a:lnTo>
                    <a:pt x="74949" y="231725"/>
                  </a:lnTo>
                  <a:lnTo>
                    <a:pt x="75958" y="234046"/>
                  </a:lnTo>
                  <a:lnTo>
                    <a:pt x="75655" y="236367"/>
                  </a:lnTo>
                  <a:lnTo>
                    <a:pt x="74208" y="239126"/>
                  </a:lnTo>
                  <a:lnTo>
                    <a:pt x="72324" y="240135"/>
                  </a:lnTo>
                  <a:lnTo>
                    <a:pt x="71011" y="241279"/>
                  </a:lnTo>
                  <a:lnTo>
                    <a:pt x="69564" y="242860"/>
                  </a:lnTo>
                  <a:lnTo>
                    <a:pt x="67814" y="244004"/>
                  </a:lnTo>
                  <a:lnTo>
                    <a:pt x="67814" y="245719"/>
                  </a:lnTo>
                  <a:lnTo>
                    <a:pt x="69631" y="247469"/>
                  </a:lnTo>
                  <a:lnTo>
                    <a:pt x="73030" y="250227"/>
                  </a:lnTo>
                  <a:lnTo>
                    <a:pt x="76059" y="252548"/>
                  </a:lnTo>
                  <a:lnTo>
                    <a:pt x="79122" y="253557"/>
                  </a:lnTo>
                  <a:lnTo>
                    <a:pt x="83194" y="253557"/>
                  </a:lnTo>
                  <a:lnTo>
                    <a:pt x="87536" y="253625"/>
                  </a:lnTo>
                  <a:lnTo>
                    <a:pt x="90161" y="253995"/>
                  </a:lnTo>
                  <a:lnTo>
                    <a:pt x="92752" y="255441"/>
                  </a:lnTo>
                  <a:cubicBezTo>
                    <a:pt x="92752" y="255441"/>
                    <a:pt x="96219" y="258771"/>
                    <a:pt x="96656" y="258906"/>
                  </a:cubicBezTo>
                  <a:cubicBezTo>
                    <a:pt x="97093" y="259040"/>
                    <a:pt x="97800" y="260218"/>
                    <a:pt x="97800" y="260218"/>
                  </a:cubicBezTo>
                  <a:lnTo>
                    <a:pt x="100122" y="262539"/>
                  </a:lnTo>
                  <a:lnTo>
                    <a:pt x="102142" y="260218"/>
                  </a:lnTo>
                  <a:lnTo>
                    <a:pt x="103723" y="257459"/>
                  </a:lnTo>
                  <a:cubicBezTo>
                    <a:pt x="103723" y="257459"/>
                    <a:pt x="106180" y="255575"/>
                    <a:pt x="106348" y="255138"/>
                  </a:cubicBezTo>
                  <a:cubicBezTo>
                    <a:pt x="106483" y="254701"/>
                    <a:pt x="108805" y="251808"/>
                    <a:pt x="108805" y="251808"/>
                  </a:cubicBezTo>
                  <a:cubicBezTo>
                    <a:pt x="108805" y="251808"/>
                    <a:pt x="112002" y="250496"/>
                    <a:pt x="112440" y="250664"/>
                  </a:cubicBezTo>
                  <a:cubicBezTo>
                    <a:pt x="112877" y="250799"/>
                    <a:pt x="114762" y="251976"/>
                    <a:pt x="114762" y="251976"/>
                  </a:cubicBezTo>
                  <a:lnTo>
                    <a:pt x="117387" y="257056"/>
                  </a:lnTo>
                  <a:lnTo>
                    <a:pt x="119137" y="257056"/>
                  </a:lnTo>
                  <a:lnTo>
                    <a:pt x="122907" y="256114"/>
                  </a:lnTo>
                  <a:lnTo>
                    <a:pt x="126979" y="254869"/>
                  </a:lnTo>
                  <a:lnTo>
                    <a:pt x="131185" y="255172"/>
                  </a:lnTo>
                  <a:cubicBezTo>
                    <a:pt x="131185" y="255172"/>
                    <a:pt x="132633" y="255609"/>
                    <a:pt x="133945" y="255744"/>
                  </a:cubicBezTo>
                  <a:cubicBezTo>
                    <a:pt x="135258" y="255879"/>
                    <a:pt x="136402" y="258502"/>
                    <a:pt x="136402" y="258502"/>
                  </a:cubicBezTo>
                  <a:lnTo>
                    <a:pt x="138590" y="259209"/>
                  </a:lnTo>
                  <a:lnTo>
                    <a:pt x="141215" y="258637"/>
                  </a:lnTo>
                  <a:lnTo>
                    <a:pt x="142359" y="254869"/>
                  </a:lnTo>
                  <a:lnTo>
                    <a:pt x="143368" y="252851"/>
                  </a:lnTo>
                  <a:lnTo>
                    <a:pt x="144378" y="249958"/>
                  </a:lnTo>
                  <a:lnTo>
                    <a:pt x="147575" y="248377"/>
                  </a:lnTo>
                  <a:cubicBezTo>
                    <a:pt x="147575" y="248377"/>
                    <a:pt x="149460" y="247233"/>
                    <a:pt x="150200" y="246190"/>
                  </a:cubicBezTo>
                  <a:cubicBezTo>
                    <a:pt x="150907" y="245181"/>
                    <a:pt x="151648" y="246190"/>
                    <a:pt x="152220" y="246190"/>
                  </a:cubicBezTo>
                  <a:cubicBezTo>
                    <a:pt x="152792" y="246190"/>
                    <a:pt x="154845" y="247771"/>
                    <a:pt x="156292" y="248949"/>
                  </a:cubicBezTo>
                  <a:cubicBezTo>
                    <a:pt x="157739" y="250092"/>
                    <a:pt x="157604" y="252414"/>
                    <a:pt x="157604" y="252414"/>
                  </a:cubicBezTo>
                  <a:lnTo>
                    <a:pt x="159354" y="256753"/>
                  </a:lnTo>
                  <a:lnTo>
                    <a:pt x="162552" y="260958"/>
                  </a:lnTo>
                  <a:lnTo>
                    <a:pt x="165008" y="262404"/>
                  </a:lnTo>
                  <a:lnTo>
                    <a:pt x="165883" y="264591"/>
                  </a:lnTo>
                  <a:lnTo>
                    <a:pt x="165446" y="267619"/>
                  </a:lnTo>
                  <a:lnTo>
                    <a:pt x="164739" y="270074"/>
                  </a:lnTo>
                  <a:lnTo>
                    <a:pt x="165042" y="272967"/>
                  </a:lnTo>
                  <a:lnTo>
                    <a:pt x="167364" y="273674"/>
                  </a:lnTo>
                  <a:lnTo>
                    <a:pt x="171706" y="277139"/>
                  </a:lnTo>
                  <a:lnTo>
                    <a:pt x="174903" y="279897"/>
                  </a:lnTo>
                  <a:lnTo>
                    <a:pt x="173590" y="282218"/>
                  </a:lnTo>
                  <a:cubicBezTo>
                    <a:pt x="173590" y="282218"/>
                    <a:pt x="171403" y="285549"/>
                    <a:pt x="170831" y="286121"/>
                  </a:cubicBezTo>
                  <a:cubicBezTo>
                    <a:pt x="170259" y="286692"/>
                    <a:pt x="169821" y="289888"/>
                    <a:pt x="169821" y="289888"/>
                  </a:cubicBezTo>
                  <a:lnTo>
                    <a:pt x="170393" y="294227"/>
                  </a:lnTo>
                  <a:lnTo>
                    <a:pt x="170528" y="298298"/>
                  </a:lnTo>
                  <a:lnTo>
                    <a:pt x="167061" y="301326"/>
                  </a:lnTo>
                  <a:lnTo>
                    <a:pt x="167061" y="304219"/>
                  </a:lnTo>
                  <a:lnTo>
                    <a:pt x="167061" y="308289"/>
                  </a:lnTo>
                  <a:lnTo>
                    <a:pt x="167061" y="311047"/>
                  </a:lnTo>
                  <a:lnTo>
                    <a:pt x="166254" y="314950"/>
                  </a:lnTo>
                  <a:cubicBezTo>
                    <a:pt x="166254" y="314950"/>
                    <a:pt x="165177" y="316699"/>
                    <a:pt x="164436" y="316968"/>
                  </a:cubicBezTo>
                  <a:cubicBezTo>
                    <a:pt x="163730" y="317271"/>
                    <a:pt x="162114" y="319558"/>
                    <a:pt x="160801" y="320735"/>
                  </a:cubicBezTo>
                  <a:cubicBezTo>
                    <a:pt x="159489" y="321913"/>
                    <a:pt x="156898" y="323629"/>
                    <a:pt x="156898" y="323629"/>
                  </a:cubicBezTo>
                  <a:lnTo>
                    <a:pt x="154575" y="323326"/>
                  </a:lnTo>
                  <a:cubicBezTo>
                    <a:pt x="154575" y="323326"/>
                    <a:pt x="152825" y="322888"/>
                    <a:pt x="151681" y="322317"/>
                  </a:cubicBezTo>
                  <a:cubicBezTo>
                    <a:pt x="150537" y="321745"/>
                    <a:pt x="149225" y="320298"/>
                    <a:pt x="149225" y="320298"/>
                  </a:cubicBezTo>
                  <a:cubicBezTo>
                    <a:pt x="149225" y="320298"/>
                    <a:pt x="146465" y="317977"/>
                    <a:pt x="145893" y="317540"/>
                  </a:cubicBezTo>
                  <a:cubicBezTo>
                    <a:pt x="145320" y="317102"/>
                    <a:pt x="141854" y="316093"/>
                    <a:pt x="141854" y="316093"/>
                  </a:cubicBezTo>
                  <a:lnTo>
                    <a:pt x="140844" y="316093"/>
                  </a:lnTo>
                  <a:lnTo>
                    <a:pt x="139835" y="319424"/>
                  </a:lnTo>
                  <a:cubicBezTo>
                    <a:pt x="139835" y="319424"/>
                    <a:pt x="136200" y="322047"/>
                    <a:pt x="135628" y="322047"/>
                  </a:cubicBezTo>
                  <a:cubicBezTo>
                    <a:pt x="135056" y="322047"/>
                    <a:pt x="130546" y="325512"/>
                    <a:pt x="130546" y="325512"/>
                  </a:cubicBezTo>
                  <a:lnTo>
                    <a:pt x="124758" y="328271"/>
                  </a:lnTo>
                  <a:lnTo>
                    <a:pt x="120854" y="329415"/>
                  </a:lnTo>
                  <a:lnTo>
                    <a:pt x="119406" y="330558"/>
                  </a:lnTo>
                  <a:lnTo>
                    <a:pt x="118969" y="332880"/>
                  </a:lnTo>
                  <a:lnTo>
                    <a:pt x="120416" y="334629"/>
                  </a:lnTo>
                  <a:lnTo>
                    <a:pt x="121998" y="335773"/>
                  </a:lnTo>
                  <a:cubicBezTo>
                    <a:pt x="121998" y="335773"/>
                    <a:pt x="120685" y="338531"/>
                    <a:pt x="120248" y="338666"/>
                  </a:cubicBezTo>
                  <a:cubicBezTo>
                    <a:pt x="119810" y="338800"/>
                    <a:pt x="118229" y="338968"/>
                    <a:pt x="118229" y="338968"/>
                  </a:cubicBezTo>
                  <a:lnTo>
                    <a:pt x="117219" y="337219"/>
                  </a:lnTo>
                  <a:cubicBezTo>
                    <a:pt x="117219" y="337219"/>
                    <a:pt x="111430" y="338968"/>
                    <a:pt x="110252" y="339540"/>
                  </a:cubicBezTo>
                  <a:cubicBezTo>
                    <a:pt x="109108" y="340112"/>
                    <a:pt x="107358" y="344183"/>
                    <a:pt x="107358" y="344183"/>
                  </a:cubicBezTo>
                  <a:lnTo>
                    <a:pt x="103454" y="347950"/>
                  </a:lnTo>
                  <a:lnTo>
                    <a:pt x="99954" y="350541"/>
                  </a:lnTo>
                  <a:lnTo>
                    <a:pt x="96757" y="354308"/>
                  </a:lnTo>
                  <a:lnTo>
                    <a:pt x="95444" y="359387"/>
                  </a:lnTo>
                  <a:lnTo>
                    <a:pt x="97026" y="363727"/>
                  </a:lnTo>
                  <a:lnTo>
                    <a:pt x="99483" y="364736"/>
                  </a:lnTo>
                  <a:lnTo>
                    <a:pt x="100930" y="365611"/>
                  </a:lnTo>
                  <a:lnTo>
                    <a:pt x="100930" y="369816"/>
                  </a:lnTo>
                  <a:cubicBezTo>
                    <a:pt x="100930" y="369816"/>
                    <a:pt x="104397" y="371700"/>
                    <a:pt x="105002" y="371834"/>
                  </a:cubicBezTo>
                  <a:cubicBezTo>
                    <a:pt x="105574" y="371969"/>
                    <a:pt x="109209" y="372843"/>
                    <a:pt x="109647" y="372709"/>
                  </a:cubicBezTo>
                  <a:cubicBezTo>
                    <a:pt x="110084" y="372574"/>
                    <a:pt x="115873" y="374155"/>
                    <a:pt x="117623" y="374155"/>
                  </a:cubicBezTo>
                  <a:cubicBezTo>
                    <a:pt x="119373" y="374155"/>
                    <a:pt x="119642" y="375905"/>
                    <a:pt x="120214" y="376477"/>
                  </a:cubicBezTo>
                  <a:cubicBezTo>
                    <a:pt x="120786" y="377048"/>
                    <a:pt x="122671" y="378663"/>
                    <a:pt x="122671" y="378663"/>
                  </a:cubicBezTo>
                  <a:cubicBezTo>
                    <a:pt x="122671" y="378663"/>
                    <a:pt x="127012" y="383137"/>
                    <a:pt x="127450" y="383743"/>
                  </a:cubicBezTo>
                  <a:cubicBezTo>
                    <a:pt x="127887" y="384314"/>
                    <a:pt x="131926" y="385761"/>
                    <a:pt x="132532" y="385626"/>
                  </a:cubicBezTo>
                  <a:cubicBezTo>
                    <a:pt x="133138" y="385492"/>
                    <a:pt x="137748" y="386366"/>
                    <a:pt x="137748" y="386366"/>
                  </a:cubicBezTo>
                  <a:cubicBezTo>
                    <a:pt x="137748" y="386366"/>
                    <a:pt x="142830" y="388385"/>
                    <a:pt x="143402" y="388385"/>
                  </a:cubicBezTo>
                  <a:cubicBezTo>
                    <a:pt x="143974" y="388385"/>
                    <a:pt x="147744" y="387376"/>
                    <a:pt x="147744" y="387376"/>
                  </a:cubicBezTo>
                  <a:lnTo>
                    <a:pt x="153970" y="385626"/>
                  </a:lnTo>
                  <a:lnTo>
                    <a:pt x="161508" y="385626"/>
                  </a:lnTo>
                  <a:lnTo>
                    <a:pt x="164537" y="387006"/>
                  </a:lnTo>
                  <a:lnTo>
                    <a:pt x="168609" y="391412"/>
                  </a:lnTo>
                  <a:lnTo>
                    <a:pt x="174836" y="395483"/>
                  </a:lnTo>
                  <a:lnTo>
                    <a:pt x="181062" y="401404"/>
                  </a:lnTo>
                  <a:cubicBezTo>
                    <a:pt x="181062" y="401404"/>
                    <a:pt x="184393" y="401134"/>
                    <a:pt x="185841" y="399822"/>
                  </a:cubicBezTo>
                  <a:cubicBezTo>
                    <a:pt x="187288" y="398510"/>
                    <a:pt x="188735" y="396358"/>
                    <a:pt x="190620" y="395786"/>
                  </a:cubicBezTo>
                  <a:cubicBezTo>
                    <a:pt x="192504" y="395214"/>
                    <a:pt x="195398" y="395920"/>
                    <a:pt x="195398" y="395920"/>
                  </a:cubicBezTo>
                  <a:cubicBezTo>
                    <a:pt x="195398" y="395920"/>
                    <a:pt x="196846" y="395483"/>
                    <a:pt x="196980" y="394911"/>
                  </a:cubicBezTo>
                  <a:cubicBezTo>
                    <a:pt x="197115" y="394339"/>
                    <a:pt x="199168" y="390841"/>
                    <a:pt x="199168" y="390841"/>
                  </a:cubicBezTo>
                  <a:lnTo>
                    <a:pt x="202803" y="390841"/>
                  </a:lnTo>
                  <a:cubicBezTo>
                    <a:pt x="202803" y="390841"/>
                    <a:pt x="209601" y="392859"/>
                    <a:pt x="210207" y="392859"/>
                  </a:cubicBezTo>
                  <a:cubicBezTo>
                    <a:pt x="210779" y="392859"/>
                    <a:pt x="215995" y="394743"/>
                    <a:pt x="215995" y="394743"/>
                  </a:cubicBezTo>
                  <a:lnTo>
                    <a:pt x="221514" y="396492"/>
                  </a:lnTo>
                  <a:lnTo>
                    <a:pt x="224543" y="398948"/>
                  </a:lnTo>
                  <a:lnTo>
                    <a:pt x="229322" y="402884"/>
                  </a:lnTo>
                  <a:cubicBezTo>
                    <a:pt x="229322" y="402884"/>
                    <a:pt x="228447" y="409981"/>
                    <a:pt x="228010" y="410284"/>
                  </a:cubicBezTo>
                  <a:cubicBezTo>
                    <a:pt x="227572" y="410587"/>
                    <a:pt x="226697" y="411596"/>
                    <a:pt x="226125" y="411596"/>
                  </a:cubicBezTo>
                  <a:cubicBezTo>
                    <a:pt x="225553" y="411596"/>
                    <a:pt x="222793" y="415229"/>
                    <a:pt x="222221" y="416238"/>
                  </a:cubicBezTo>
                  <a:cubicBezTo>
                    <a:pt x="221649" y="417248"/>
                    <a:pt x="221514" y="420141"/>
                    <a:pt x="221514" y="420141"/>
                  </a:cubicBezTo>
                  <a:lnTo>
                    <a:pt x="221380" y="425052"/>
                  </a:lnTo>
                  <a:cubicBezTo>
                    <a:pt x="221380" y="425052"/>
                    <a:pt x="220067" y="427508"/>
                    <a:pt x="219058" y="427945"/>
                  </a:cubicBezTo>
                  <a:cubicBezTo>
                    <a:pt x="218048" y="428382"/>
                    <a:pt x="215591" y="429694"/>
                    <a:pt x="215591" y="429694"/>
                  </a:cubicBezTo>
                  <a:lnTo>
                    <a:pt x="211384" y="430569"/>
                  </a:lnTo>
                  <a:lnTo>
                    <a:pt x="207750" y="431713"/>
                  </a:lnTo>
                  <a:lnTo>
                    <a:pt x="207312" y="434034"/>
                  </a:lnTo>
                  <a:lnTo>
                    <a:pt x="206606" y="438104"/>
                  </a:lnTo>
                  <a:cubicBezTo>
                    <a:pt x="206606" y="438104"/>
                    <a:pt x="204586" y="441434"/>
                    <a:pt x="204014" y="442444"/>
                  </a:cubicBezTo>
                  <a:cubicBezTo>
                    <a:pt x="203442" y="443453"/>
                    <a:pt x="201995" y="447221"/>
                    <a:pt x="201995" y="448532"/>
                  </a:cubicBezTo>
                  <a:cubicBezTo>
                    <a:pt x="201995" y="449844"/>
                    <a:pt x="203004" y="451863"/>
                    <a:pt x="203004" y="451863"/>
                  </a:cubicBezTo>
                  <a:cubicBezTo>
                    <a:pt x="203004" y="451863"/>
                    <a:pt x="204317" y="454319"/>
                    <a:pt x="204755" y="454890"/>
                  </a:cubicBezTo>
                  <a:cubicBezTo>
                    <a:pt x="205192" y="455462"/>
                    <a:pt x="206774" y="456337"/>
                    <a:pt x="207952" y="456640"/>
                  </a:cubicBezTo>
                  <a:cubicBezTo>
                    <a:pt x="209130" y="456942"/>
                    <a:pt x="209971" y="458961"/>
                    <a:pt x="211418" y="460407"/>
                  </a:cubicBezTo>
                  <a:cubicBezTo>
                    <a:pt x="212865" y="461854"/>
                    <a:pt x="213437" y="464041"/>
                    <a:pt x="213740" y="465050"/>
                  </a:cubicBezTo>
                  <a:cubicBezTo>
                    <a:pt x="214043" y="466059"/>
                    <a:pt x="215490" y="468649"/>
                    <a:pt x="215759" y="469827"/>
                  </a:cubicBezTo>
                  <a:cubicBezTo>
                    <a:pt x="216062" y="470970"/>
                    <a:pt x="216466" y="475781"/>
                    <a:pt x="216466" y="476218"/>
                  </a:cubicBezTo>
                  <a:cubicBezTo>
                    <a:pt x="216466" y="476655"/>
                    <a:pt x="216601" y="481869"/>
                    <a:pt x="216601" y="482441"/>
                  </a:cubicBezTo>
                  <a:cubicBezTo>
                    <a:pt x="216601" y="483013"/>
                    <a:pt x="215726" y="489102"/>
                    <a:pt x="215726" y="489102"/>
                  </a:cubicBezTo>
                  <a:lnTo>
                    <a:pt x="215726" y="493744"/>
                  </a:lnTo>
                  <a:lnTo>
                    <a:pt x="222894" y="496335"/>
                  </a:lnTo>
                  <a:cubicBezTo>
                    <a:pt x="222894" y="496335"/>
                    <a:pt x="227471" y="497647"/>
                    <a:pt x="229188" y="497781"/>
                  </a:cubicBezTo>
                  <a:cubicBezTo>
                    <a:pt x="230938" y="497916"/>
                    <a:pt x="232520" y="502995"/>
                    <a:pt x="232520" y="502995"/>
                  </a:cubicBezTo>
                  <a:cubicBezTo>
                    <a:pt x="232520" y="502995"/>
                    <a:pt x="233832" y="502995"/>
                    <a:pt x="234842" y="502558"/>
                  </a:cubicBezTo>
                  <a:cubicBezTo>
                    <a:pt x="235851" y="502120"/>
                    <a:pt x="236726" y="500674"/>
                    <a:pt x="236861" y="500237"/>
                  </a:cubicBezTo>
                  <a:cubicBezTo>
                    <a:pt x="236996" y="499800"/>
                    <a:pt x="239183" y="498622"/>
                    <a:pt x="239183" y="498622"/>
                  </a:cubicBezTo>
                  <a:cubicBezTo>
                    <a:pt x="239183" y="498622"/>
                    <a:pt x="241943" y="498622"/>
                    <a:pt x="242515" y="498622"/>
                  </a:cubicBezTo>
                  <a:cubicBezTo>
                    <a:pt x="243087" y="498622"/>
                    <a:pt x="247731" y="500876"/>
                    <a:pt x="249044" y="501178"/>
                  </a:cubicBezTo>
                  <a:cubicBezTo>
                    <a:pt x="250356" y="501482"/>
                    <a:pt x="251063" y="502120"/>
                    <a:pt x="251938" y="502558"/>
                  </a:cubicBezTo>
                  <a:cubicBezTo>
                    <a:pt x="252813" y="502995"/>
                    <a:pt x="254126" y="506023"/>
                    <a:pt x="254126" y="507032"/>
                  </a:cubicBezTo>
                  <a:cubicBezTo>
                    <a:pt x="254126" y="508041"/>
                    <a:pt x="253419" y="508041"/>
                    <a:pt x="252679" y="508041"/>
                  </a:cubicBezTo>
                  <a:cubicBezTo>
                    <a:pt x="251938" y="508041"/>
                    <a:pt x="251366" y="509353"/>
                    <a:pt x="249784" y="510059"/>
                  </a:cubicBezTo>
                  <a:cubicBezTo>
                    <a:pt x="248169" y="510766"/>
                    <a:pt x="249784" y="513255"/>
                    <a:pt x="249784" y="513827"/>
                  </a:cubicBezTo>
                  <a:cubicBezTo>
                    <a:pt x="249784" y="514399"/>
                    <a:pt x="252847" y="518032"/>
                    <a:pt x="252847" y="518032"/>
                  </a:cubicBezTo>
                  <a:cubicBezTo>
                    <a:pt x="252847" y="518032"/>
                    <a:pt x="256885" y="519781"/>
                    <a:pt x="257491" y="520219"/>
                  </a:cubicBezTo>
                  <a:cubicBezTo>
                    <a:pt x="258063" y="520656"/>
                    <a:pt x="260251" y="522977"/>
                    <a:pt x="261126" y="523986"/>
                  </a:cubicBezTo>
                  <a:cubicBezTo>
                    <a:pt x="262001" y="524996"/>
                    <a:pt x="265333" y="527317"/>
                    <a:pt x="265333" y="527317"/>
                  </a:cubicBezTo>
                  <a:lnTo>
                    <a:pt x="269102" y="532094"/>
                  </a:lnTo>
                  <a:lnTo>
                    <a:pt x="271424" y="534247"/>
                  </a:lnTo>
                  <a:lnTo>
                    <a:pt x="271424" y="530647"/>
                  </a:lnTo>
                  <a:cubicBezTo>
                    <a:pt x="271424" y="530647"/>
                    <a:pt x="275631" y="528629"/>
                    <a:pt x="276068" y="528898"/>
                  </a:cubicBezTo>
                  <a:cubicBezTo>
                    <a:pt x="276506" y="529201"/>
                    <a:pt x="280275" y="532800"/>
                    <a:pt x="280275" y="532800"/>
                  </a:cubicBezTo>
                  <a:cubicBezTo>
                    <a:pt x="280275" y="532800"/>
                    <a:pt x="287377" y="538317"/>
                    <a:pt x="287377" y="538720"/>
                  </a:cubicBezTo>
                  <a:cubicBezTo>
                    <a:pt x="287377" y="539158"/>
                    <a:pt x="293333" y="539595"/>
                    <a:pt x="293333" y="539595"/>
                  </a:cubicBezTo>
                  <a:lnTo>
                    <a:pt x="295353" y="539292"/>
                  </a:lnTo>
                  <a:cubicBezTo>
                    <a:pt x="295353" y="539292"/>
                    <a:pt x="302151" y="538418"/>
                    <a:pt x="302891" y="538418"/>
                  </a:cubicBezTo>
                  <a:cubicBezTo>
                    <a:pt x="303598" y="538418"/>
                    <a:pt x="308411" y="540301"/>
                    <a:pt x="308411" y="540301"/>
                  </a:cubicBezTo>
                  <a:cubicBezTo>
                    <a:pt x="308411" y="540301"/>
                    <a:pt x="312887" y="544372"/>
                    <a:pt x="313190" y="544776"/>
                  </a:cubicBezTo>
                  <a:cubicBezTo>
                    <a:pt x="313493" y="545213"/>
                    <a:pt x="317968" y="546357"/>
                    <a:pt x="317968" y="546357"/>
                  </a:cubicBezTo>
                  <a:lnTo>
                    <a:pt x="320863" y="541580"/>
                  </a:lnTo>
                  <a:lnTo>
                    <a:pt x="323185" y="539999"/>
                  </a:lnTo>
                  <a:lnTo>
                    <a:pt x="331430" y="538552"/>
                  </a:lnTo>
                  <a:lnTo>
                    <a:pt x="336075" y="538552"/>
                  </a:lnTo>
                  <a:lnTo>
                    <a:pt x="340281" y="539124"/>
                  </a:lnTo>
                  <a:lnTo>
                    <a:pt x="344185" y="541142"/>
                  </a:lnTo>
                  <a:lnTo>
                    <a:pt x="348392" y="544170"/>
                  </a:lnTo>
                  <a:lnTo>
                    <a:pt x="349133" y="546491"/>
                  </a:lnTo>
                  <a:lnTo>
                    <a:pt x="354046" y="547231"/>
                  </a:lnTo>
                  <a:lnTo>
                    <a:pt x="357311" y="547231"/>
                  </a:lnTo>
                  <a:lnTo>
                    <a:pt x="360407" y="546424"/>
                  </a:lnTo>
                  <a:cubicBezTo>
                    <a:pt x="360407" y="546424"/>
                    <a:pt x="362157" y="547669"/>
                    <a:pt x="362494" y="548005"/>
                  </a:cubicBezTo>
                  <a:cubicBezTo>
                    <a:pt x="362864" y="548375"/>
                    <a:pt x="364580" y="549956"/>
                    <a:pt x="365018" y="550663"/>
                  </a:cubicBezTo>
                  <a:cubicBezTo>
                    <a:pt x="365455" y="551403"/>
                    <a:pt x="366532" y="551470"/>
                    <a:pt x="367609" y="551403"/>
                  </a:cubicBezTo>
                  <a:cubicBezTo>
                    <a:pt x="368686" y="551335"/>
                    <a:pt x="368922" y="549384"/>
                    <a:pt x="368922" y="549384"/>
                  </a:cubicBezTo>
                  <a:cubicBezTo>
                    <a:pt x="368922" y="549384"/>
                    <a:pt x="371311" y="546424"/>
                    <a:pt x="371614" y="546188"/>
                  </a:cubicBezTo>
                  <a:cubicBezTo>
                    <a:pt x="371917" y="545953"/>
                    <a:pt x="374508" y="542925"/>
                    <a:pt x="374508" y="542723"/>
                  </a:cubicBezTo>
                  <a:cubicBezTo>
                    <a:pt x="374508" y="542488"/>
                    <a:pt x="376696" y="540470"/>
                    <a:pt x="376696" y="540470"/>
                  </a:cubicBezTo>
                  <a:lnTo>
                    <a:pt x="379321" y="537072"/>
                  </a:lnTo>
                  <a:lnTo>
                    <a:pt x="380768" y="537005"/>
                  </a:lnTo>
                  <a:lnTo>
                    <a:pt x="381912" y="540705"/>
                  </a:lnTo>
                  <a:lnTo>
                    <a:pt x="381845" y="544540"/>
                  </a:lnTo>
                  <a:lnTo>
                    <a:pt x="380229" y="546794"/>
                  </a:lnTo>
                  <a:lnTo>
                    <a:pt x="383292" y="551571"/>
                  </a:lnTo>
                  <a:lnTo>
                    <a:pt x="387936" y="555473"/>
                  </a:lnTo>
                  <a:lnTo>
                    <a:pt x="390898" y="556785"/>
                  </a:lnTo>
                  <a:cubicBezTo>
                    <a:pt x="390898" y="556785"/>
                    <a:pt x="391268" y="556079"/>
                    <a:pt x="391201" y="555776"/>
                  </a:cubicBezTo>
                  <a:cubicBezTo>
                    <a:pt x="391133" y="555473"/>
                    <a:pt x="392480" y="550562"/>
                    <a:pt x="392480" y="550259"/>
                  </a:cubicBezTo>
                  <a:cubicBezTo>
                    <a:pt x="392480" y="549956"/>
                    <a:pt x="393489" y="547231"/>
                    <a:pt x="393489" y="546928"/>
                  </a:cubicBezTo>
                  <a:cubicBezTo>
                    <a:pt x="393489" y="546626"/>
                    <a:pt x="392783" y="543598"/>
                    <a:pt x="392547" y="543531"/>
                  </a:cubicBezTo>
                  <a:cubicBezTo>
                    <a:pt x="392345" y="543464"/>
                    <a:pt x="391235" y="539460"/>
                    <a:pt x="391235" y="538956"/>
                  </a:cubicBezTo>
                  <a:cubicBezTo>
                    <a:pt x="391235" y="538451"/>
                    <a:pt x="391100" y="536500"/>
                    <a:pt x="391235" y="536197"/>
                  </a:cubicBezTo>
                  <a:cubicBezTo>
                    <a:pt x="391369" y="535895"/>
                    <a:pt x="392682" y="533136"/>
                    <a:pt x="392749" y="532867"/>
                  </a:cubicBezTo>
                  <a:cubicBezTo>
                    <a:pt x="392816" y="532565"/>
                    <a:pt x="393826" y="531050"/>
                    <a:pt x="393826" y="531050"/>
                  </a:cubicBezTo>
                  <a:lnTo>
                    <a:pt x="395340" y="530681"/>
                  </a:lnTo>
                  <a:lnTo>
                    <a:pt x="397326" y="532127"/>
                  </a:lnTo>
                  <a:cubicBezTo>
                    <a:pt x="397326" y="532127"/>
                    <a:pt x="398437" y="536635"/>
                    <a:pt x="398437" y="537038"/>
                  </a:cubicBezTo>
                  <a:cubicBezTo>
                    <a:pt x="398437" y="537476"/>
                    <a:pt x="398134" y="538922"/>
                    <a:pt x="398066" y="539292"/>
                  </a:cubicBezTo>
                  <a:cubicBezTo>
                    <a:pt x="397999" y="539662"/>
                    <a:pt x="397494" y="542118"/>
                    <a:pt x="397326" y="542488"/>
                  </a:cubicBezTo>
                  <a:cubicBezTo>
                    <a:pt x="397191" y="542858"/>
                    <a:pt x="397629" y="547568"/>
                    <a:pt x="397629" y="547769"/>
                  </a:cubicBezTo>
                  <a:cubicBezTo>
                    <a:pt x="397629" y="548005"/>
                    <a:pt x="401264" y="550158"/>
                    <a:pt x="401465" y="550091"/>
                  </a:cubicBezTo>
                  <a:cubicBezTo>
                    <a:pt x="401667" y="550023"/>
                    <a:pt x="403216" y="550091"/>
                    <a:pt x="403485" y="550091"/>
                  </a:cubicBezTo>
                  <a:cubicBezTo>
                    <a:pt x="403788" y="550091"/>
                    <a:pt x="407994" y="546558"/>
                    <a:pt x="408331" y="546188"/>
                  </a:cubicBezTo>
                  <a:cubicBezTo>
                    <a:pt x="408701" y="545818"/>
                    <a:pt x="410283" y="543127"/>
                    <a:pt x="410283" y="543127"/>
                  </a:cubicBezTo>
                  <a:lnTo>
                    <a:pt x="412672" y="538586"/>
                  </a:lnTo>
                  <a:lnTo>
                    <a:pt x="412740" y="535390"/>
                  </a:lnTo>
                  <a:lnTo>
                    <a:pt x="411360" y="531623"/>
                  </a:lnTo>
                  <a:lnTo>
                    <a:pt x="410620" y="529234"/>
                  </a:lnTo>
                  <a:lnTo>
                    <a:pt x="408668" y="527216"/>
                  </a:lnTo>
                  <a:lnTo>
                    <a:pt x="408668" y="523751"/>
                  </a:lnTo>
                  <a:lnTo>
                    <a:pt x="408668" y="518537"/>
                  </a:lnTo>
                  <a:lnTo>
                    <a:pt x="408668" y="513322"/>
                  </a:lnTo>
                  <a:lnTo>
                    <a:pt x="408668" y="510699"/>
                  </a:lnTo>
                  <a:lnTo>
                    <a:pt x="416475" y="510699"/>
                  </a:lnTo>
                  <a:lnTo>
                    <a:pt x="418226" y="510699"/>
                  </a:lnTo>
                  <a:lnTo>
                    <a:pt x="421120" y="510699"/>
                  </a:lnTo>
                  <a:lnTo>
                    <a:pt x="420817" y="513322"/>
                  </a:lnTo>
                  <a:lnTo>
                    <a:pt x="419067" y="518537"/>
                  </a:lnTo>
                  <a:lnTo>
                    <a:pt x="419067" y="521127"/>
                  </a:lnTo>
                  <a:lnTo>
                    <a:pt x="421827" y="527788"/>
                  </a:lnTo>
                  <a:lnTo>
                    <a:pt x="426606" y="531858"/>
                  </a:lnTo>
                  <a:lnTo>
                    <a:pt x="430947" y="538249"/>
                  </a:lnTo>
                  <a:lnTo>
                    <a:pt x="437038" y="539696"/>
                  </a:lnTo>
                  <a:lnTo>
                    <a:pt x="440808" y="540268"/>
                  </a:lnTo>
                  <a:lnTo>
                    <a:pt x="444577" y="540268"/>
                  </a:lnTo>
                  <a:lnTo>
                    <a:pt x="441986" y="533305"/>
                  </a:lnTo>
                  <a:lnTo>
                    <a:pt x="438216" y="527788"/>
                  </a:lnTo>
                  <a:lnTo>
                    <a:pt x="439966" y="520252"/>
                  </a:lnTo>
                  <a:lnTo>
                    <a:pt x="439966" y="519378"/>
                  </a:lnTo>
                  <a:lnTo>
                    <a:pt x="442591" y="517628"/>
                  </a:lnTo>
                  <a:lnTo>
                    <a:pt x="444341" y="517628"/>
                  </a:lnTo>
                  <a:lnTo>
                    <a:pt x="445519" y="517628"/>
                  </a:lnTo>
                  <a:cubicBezTo>
                    <a:pt x="445519" y="517628"/>
                    <a:pt x="445519" y="517628"/>
                    <a:pt x="448717" y="519075"/>
                  </a:cubicBezTo>
                  <a:cubicBezTo>
                    <a:pt x="451914" y="520521"/>
                    <a:pt x="448717" y="523717"/>
                    <a:pt x="448717" y="523717"/>
                  </a:cubicBezTo>
                  <a:lnTo>
                    <a:pt x="448717" y="529806"/>
                  </a:lnTo>
                  <a:lnTo>
                    <a:pt x="450601" y="534718"/>
                  </a:lnTo>
                  <a:lnTo>
                    <a:pt x="453933" y="537038"/>
                  </a:lnTo>
                  <a:lnTo>
                    <a:pt x="457130" y="539931"/>
                  </a:lnTo>
                  <a:lnTo>
                    <a:pt x="461775" y="543699"/>
                  </a:lnTo>
                  <a:lnTo>
                    <a:pt x="467866" y="543699"/>
                  </a:lnTo>
                  <a:lnTo>
                    <a:pt x="471332" y="546458"/>
                  </a:lnTo>
                  <a:lnTo>
                    <a:pt x="474799" y="548072"/>
                  </a:lnTo>
                  <a:lnTo>
                    <a:pt x="474799" y="549822"/>
                  </a:lnTo>
                  <a:lnTo>
                    <a:pt x="474799" y="554464"/>
                  </a:lnTo>
                  <a:lnTo>
                    <a:pt x="477559" y="557929"/>
                  </a:lnTo>
                  <a:lnTo>
                    <a:pt x="483213" y="561696"/>
                  </a:lnTo>
                  <a:lnTo>
                    <a:pt x="492198" y="560250"/>
                  </a:lnTo>
                  <a:lnTo>
                    <a:pt x="500309" y="561696"/>
                  </a:lnTo>
                  <a:lnTo>
                    <a:pt x="508420" y="556785"/>
                  </a:lnTo>
                  <a:lnTo>
                    <a:pt x="515083" y="554767"/>
                  </a:lnTo>
                  <a:lnTo>
                    <a:pt x="518281" y="551571"/>
                  </a:lnTo>
                  <a:lnTo>
                    <a:pt x="518281" y="534179"/>
                  </a:lnTo>
                  <a:lnTo>
                    <a:pt x="518281" y="528864"/>
                  </a:lnTo>
                  <a:lnTo>
                    <a:pt x="518819" y="526913"/>
                  </a:lnTo>
                  <a:lnTo>
                    <a:pt x="519896" y="524626"/>
                  </a:lnTo>
                  <a:lnTo>
                    <a:pt x="521949" y="524087"/>
                  </a:lnTo>
                  <a:lnTo>
                    <a:pt x="523463" y="526913"/>
                  </a:lnTo>
                  <a:lnTo>
                    <a:pt x="524103" y="533843"/>
                  </a:lnTo>
                  <a:lnTo>
                    <a:pt x="523463" y="541142"/>
                  </a:lnTo>
                  <a:lnTo>
                    <a:pt x="523463" y="546020"/>
                  </a:lnTo>
                  <a:lnTo>
                    <a:pt x="525079" y="550057"/>
                  </a:lnTo>
                  <a:lnTo>
                    <a:pt x="528444" y="555069"/>
                  </a:lnTo>
                  <a:lnTo>
                    <a:pt x="533762" y="560485"/>
                  </a:lnTo>
                  <a:lnTo>
                    <a:pt x="537464" y="558770"/>
                  </a:lnTo>
                  <a:close/>
                </a:path>
              </a:pathLst>
            </a:custGeom>
            <a:grpFill/>
            <a:ln w="6350" cap="flat">
              <a:solidFill>
                <a:schemeClr val="bg1"/>
              </a:solidFill>
              <a:prstDash val="solid"/>
              <a:miter/>
            </a:ln>
          </p:spPr>
          <p:txBody>
            <a:bodyPr rtlCol="0" anchor="ctr"/>
            <a:lstStyle/>
            <a:p>
              <a:endParaRPr lang="en-US"/>
            </a:p>
          </p:txBody>
        </p:sp>
        <p:sp>
          <p:nvSpPr>
            <p:cNvPr id="38" name="Freeform 890">
              <a:extLst>
                <a:ext uri="{FF2B5EF4-FFF2-40B4-BE49-F238E27FC236}">
                  <a16:creationId xmlns:a16="http://schemas.microsoft.com/office/drawing/2014/main" id="{6001F6CC-660A-C64E-B7DF-52D61A83378D}"/>
                </a:ext>
              </a:extLst>
            </p:cNvPr>
            <p:cNvSpPr/>
            <p:nvPr/>
          </p:nvSpPr>
          <p:spPr>
            <a:xfrm>
              <a:off x="7934866" y="3107135"/>
              <a:ext cx="254192" cy="334977"/>
            </a:xfrm>
            <a:custGeom>
              <a:avLst/>
              <a:gdLst>
                <a:gd name="connsiteX0" fmla="*/ 481900 w 488025"/>
                <a:gd name="connsiteY0" fmla="*/ 169577 h 643122"/>
                <a:gd name="connsiteX1" fmla="*/ 479275 w 488025"/>
                <a:gd name="connsiteY1" fmla="*/ 158712 h 643122"/>
                <a:gd name="connsiteX2" fmla="*/ 479914 w 488025"/>
                <a:gd name="connsiteY2" fmla="*/ 147409 h 643122"/>
                <a:gd name="connsiteX3" fmla="*/ 472073 w 488025"/>
                <a:gd name="connsiteY3" fmla="*/ 137182 h 643122"/>
                <a:gd name="connsiteX4" fmla="*/ 463390 w 488025"/>
                <a:gd name="connsiteY4" fmla="*/ 126317 h 643122"/>
                <a:gd name="connsiteX5" fmla="*/ 454909 w 488025"/>
                <a:gd name="connsiteY5" fmla="*/ 117638 h 643122"/>
                <a:gd name="connsiteX6" fmla="*/ 443601 w 488025"/>
                <a:gd name="connsiteY6" fmla="*/ 110271 h 643122"/>
                <a:gd name="connsiteX7" fmla="*/ 437947 w 488025"/>
                <a:gd name="connsiteY7" fmla="*/ 104182 h 643122"/>
                <a:gd name="connsiteX8" fmla="*/ 434918 w 488025"/>
                <a:gd name="connsiteY8" fmla="*/ 92442 h 643122"/>
                <a:gd name="connsiteX9" fmla="*/ 439260 w 488025"/>
                <a:gd name="connsiteY9" fmla="*/ 90053 h 643122"/>
                <a:gd name="connsiteX10" fmla="*/ 439260 w 488025"/>
                <a:gd name="connsiteY10" fmla="*/ 81778 h 643122"/>
                <a:gd name="connsiteX11" fmla="*/ 442726 w 488025"/>
                <a:gd name="connsiteY11" fmla="*/ 77439 h 643122"/>
                <a:gd name="connsiteX12" fmla="*/ 449457 w 488025"/>
                <a:gd name="connsiteY12" fmla="*/ 75925 h 643122"/>
                <a:gd name="connsiteX13" fmla="*/ 451645 w 488025"/>
                <a:gd name="connsiteY13" fmla="*/ 72224 h 643122"/>
                <a:gd name="connsiteX14" fmla="*/ 453159 w 488025"/>
                <a:gd name="connsiteY14" fmla="*/ 65496 h 643122"/>
                <a:gd name="connsiteX15" fmla="*/ 444476 w 488025"/>
                <a:gd name="connsiteY15" fmla="*/ 62233 h 643122"/>
                <a:gd name="connsiteX16" fmla="*/ 444476 w 488025"/>
                <a:gd name="connsiteY16" fmla="*/ 59340 h 643122"/>
                <a:gd name="connsiteX17" fmla="*/ 442726 w 488025"/>
                <a:gd name="connsiteY17" fmla="*/ 52377 h 643122"/>
                <a:gd name="connsiteX18" fmla="*/ 437510 w 488025"/>
                <a:gd name="connsiteY18" fmla="*/ 51502 h 643122"/>
                <a:gd name="connsiteX19" fmla="*/ 428524 w 488025"/>
                <a:gd name="connsiteY19" fmla="*/ 52949 h 643122"/>
                <a:gd name="connsiteX20" fmla="*/ 420682 w 488025"/>
                <a:gd name="connsiteY20" fmla="*/ 52377 h 643122"/>
                <a:gd name="connsiteX21" fmla="*/ 408230 w 488025"/>
                <a:gd name="connsiteY21" fmla="*/ 50358 h 643122"/>
                <a:gd name="connsiteX22" fmla="*/ 397225 w 488025"/>
                <a:gd name="connsiteY22" fmla="*/ 49484 h 643122"/>
                <a:gd name="connsiteX23" fmla="*/ 389114 w 488025"/>
                <a:gd name="connsiteY23" fmla="*/ 49181 h 643122"/>
                <a:gd name="connsiteX24" fmla="*/ 384201 w 488025"/>
                <a:gd name="connsiteY24" fmla="*/ 47163 h 643122"/>
                <a:gd name="connsiteX25" fmla="*/ 378412 w 488025"/>
                <a:gd name="connsiteY25" fmla="*/ 44842 h 643122"/>
                <a:gd name="connsiteX26" fmla="*/ 378412 w 488025"/>
                <a:gd name="connsiteY26" fmla="*/ 42823 h 643122"/>
                <a:gd name="connsiteX27" fmla="*/ 373633 w 488025"/>
                <a:gd name="connsiteY27" fmla="*/ 41377 h 643122"/>
                <a:gd name="connsiteX28" fmla="*/ 371446 w 488025"/>
                <a:gd name="connsiteY28" fmla="*/ 36163 h 643122"/>
                <a:gd name="connsiteX29" fmla="*/ 371446 w 488025"/>
                <a:gd name="connsiteY29" fmla="*/ 29199 h 643122"/>
                <a:gd name="connsiteX30" fmla="*/ 371446 w 488025"/>
                <a:gd name="connsiteY30" fmla="*/ 26609 h 643122"/>
                <a:gd name="connsiteX31" fmla="*/ 369258 w 488025"/>
                <a:gd name="connsiteY31" fmla="*/ 24019 h 643122"/>
                <a:gd name="connsiteX32" fmla="*/ 365623 w 488025"/>
                <a:gd name="connsiteY32" fmla="*/ 24893 h 643122"/>
                <a:gd name="connsiteX33" fmla="*/ 358657 w 488025"/>
                <a:gd name="connsiteY33" fmla="*/ 24019 h 643122"/>
                <a:gd name="connsiteX34" fmla="*/ 356066 w 488025"/>
                <a:gd name="connsiteY34" fmla="*/ 20251 h 643122"/>
                <a:gd name="connsiteX35" fmla="*/ 351421 w 488025"/>
                <a:gd name="connsiteY35" fmla="*/ 14162 h 643122"/>
                <a:gd name="connsiteX36" fmla="*/ 346508 w 488025"/>
                <a:gd name="connsiteY36" fmla="*/ 13860 h 643122"/>
                <a:gd name="connsiteX37" fmla="*/ 344758 w 488025"/>
                <a:gd name="connsiteY37" fmla="*/ 15609 h 643122"/>
                <a:gd name="connsiteX38" fmla="*/ 340887 w 488025"/>
                <a:gd name="connsiteY38" fmla="*/ 17930 h 643122"/>
                <a:gd name="connsiteX39" fmla="*/ 337219 w 488025"/>
                <a:gd name="connsiteY39" fmla="*/ 22269 h 643122"/>
                <a:gd name="connsiteX40" fmla="*/ 340113 w 488025"/>
                <a:gd name="connsiteY40" fmla="*/ 27181 h 643122"/>
                <a:gd name="connsiteX41" fmla="*/ 340113 w 488025"/>
                <a:gd name="connsiteY41" fmla="*/ 32698 h 643122"/>
                <a:gd name="connsiteX42" fmla="*/ 340113 w 488025"/>
                <a:gd name="connsiteY42" fmla="*/ 36768 h 643122"/>
                <a:gd name="connsiteX43" fmla="*/ 338094 w 488025"/>
                <a:gd name="connsiteY43" fmla="*/ 41410 h 643122"/>
                <a:gd name="connsiteX44" fmla="*/ 336950 w 488025"/>
                <a:gd name="connsiteY44" fmla="*/ 44606 h 643122"/>
                <a:gd name="connsiteX45" fmla="*/ 325945 w 488025"/>
                <a:gd name="connsiteY45" fmla="*/ 48071 h 643122"/>
                <a:gd name="connsiteX46" fmla="*/ 322748 w 488025"/>
                <a:gd name="connsiteY46" fmla="*/ 51267 h 643122"/>
                <a:gd name="connsiteX47" fmla="*/ 318406 w 488025"/>
                <a:gd name="connsiteY47" fmla="*/ 56178 h 643122"/>
                <a:gd name="connsiteX48" fmla="*/ 313190 w 488025"/>
                <a:gd name="connsiteY48" fmla="*/ 56178 h 643122"/>
                <a:gd name="connsiteX49" fmla="*/ 306526 w 488025"/>
                <a:gd name="connsiteY49" fmla="*/ 56178 h 643122"/>
                <a:gd name="connsiteX50" fmla="*/ 302454 w 488025"/>
                <a:gd name="connsiteY50" fmla="*/ 53151 h 643122"/>
                <a:gd name="connsiteX51" fmla="*/ 299862 w 488025"/>
                <a:gd name="connsiteY51" fmla="*/ 49517 h 643122"/>
                <a:gd name="connsiteX52" fmla="*/ 298415 w 488025"/>
                <a:gd name="connsiteY52" fmla="*/ 44875 h 643122"/>
                <a:gd name="connsiteX53" fmla="*/ 298415 w 488025"/>
                <a:gd name="connsiteY53" fmla="*/ 41410 h 643122"/>
                <a:gd name="connsiteX54" fmla="*/ 298987 w 488025"/>
                <a:gd name="connsiteY54" fmla="*/ 37071 h 643122"/>
                <a:gd name="connsiteX55" fmla="*/ 304204 w 488025"/>
                <a:gd name="connsiteY55" fmla="*/ 33606 h 643122"/>
                <a:gd name="connsiteX56" fmla="*/ 309420 w 488025"/>
                <a:gd name="connsiteY56" fmla="*/ 30713 h 643122"/>
                <a:gd name="connsiteX57" fmla="*/ 312617 w 488025"/>
                <a:gd name="connsiteY57" fmla="*/ 26945 h 643122"/>
                <a:gd name="connsiteX58" fmla="*/ 319281 w 488025"/>
                <a:gd name="connsiteY58" fmla="*/ 22303 h 643122"/>
                <a:gd name="connsiteX59" fmla="*/ 319281 w 488025"/>
                <a:gd name="connsiteY59" fmla="*/ 15340 h 643122"/>
                <a:gd name="connsiteX60" fmla="*/ 314805 w 488025"/>
                <a:gd name="connsiteY60" fmla="*/ 11572 h 643122"/>
                <a:gd name="connsiteX61" fmla="*/ 308848 w 488025"/>
                <a:gd name="connsiteY61" fmla="*/ 6661 h 643122"/>
                <a:gd name="connsiteX62" fmla="*/ 308848 w 488025"/>
                <a:gd name="connsiteY62" fmla="*/ 3465 h 643122"/>
                <a:gd name="connsiteX63" fmla="*/ 305516 w 488025"/>
                <a:gd name="connsiteY63" fmla="*/ 0 h 643122"/>
                <a:gd name="connsiteX64" fmla="*/ 296968 w 488025"/>
                <a:gd name="connsiteY64" fmla="*/ 875 h 643122"/>
                <a:gd name="connsiteX65" fmla="*/ 292896 w 488025"/>
                <a:gd name="connsiteY65" fmla="*/ 1177 h 643122"/>
                <a:gd name="connsiteX66" fmla="*/ 289429 w 488025"/>
                <a:gd name="connsiteY66" fmla="*/ 3498 h 643122"/>
                <a:gd name="connsiteX67" fmla="*/ 290574 w 488025"/>
                <a:gd name="connsiteY67" fmla="*/ 10731 h 643122"/>
                <a:gd name="connsiteX68" fmla="*/ 287679 w 488025"/>
                <a:gd name="connsiteY68" fmla="*/ 14196 h 643122"/>
                <a:gd name="connsiteX69" fmla="*/ 283607 w 488025"/>
                <a:gd name="connsiteY69" fmla="*/ 17661 h 643122"/>
                <a:gd name="connsiteX70" fmla="*/ 277819 w 488025"/>
                <a:gd name="connsiteY70" fmla="*/ 23447 h 643122"/>
                <a:gd name="connsiteX71" fmla="*/ 273746 w 488025"/>
                <a:gd name="connsiteY71" fmla="*/ 28661 h 643122"/>
                <a:gd name="connsiteX72" fmla="*/ 266780 w 488025"/>
                <a:gd name="connsiteY72" fmla="*/ 31857 h 643122"/>
                <a:gd name="connsiteX73" fmla="*/ 260991 w 488025"/>
                <a:gd name="connsiteY73" fmla="*/ 34481 h 643122"/>
                <a:gd name="connsiteX74" fmla="*/ 252308 w 488025"/>
                <a:gd name="connsiteY74" fmla="*/ 37071 h 643122"/>
                <a:gd name="connsiteX75" fmla="*/ 245645 w 488025"/>
                <a:gd name="connsiteY75" fmla="*/ 37071 h 643122"/>
                <a:gd name="connsiteX76" fmla="*/ 245409 w 488025"/>
                <a:gd name="connsiteY76" fmla="*/ 36196 h 643122"/>
                <a:gd name="connsiteX77" fmla="*/ 243592 w 488025"/>
                <a:gd name="connsiteY77" fmla="*/ 38652 h 643122"/>
                <a:gd name="connsiteX78" fmla="*/ 238476 w 488025"/>
                <a:gd name="connsiteY78" fmla="*/ 40670 h 643122"/>
                <a:gd name="connsiteX79" fmla="*/ 230736 w 488025"/>
                <a:gd name="connsiteY79" fmla="*/ 44068 h 643122"/>
                <a:gd name="connsiteX80" fmla="*/ 227101 w 488025"/>
                <a:gd name="connsiteY80" fmla="*/ 45716 h 643122"/>
                <a:gd name="connsiteX81" fmla="*/ 217543 w 488025"/>
                <a:gd name="connsiteY81" fmla="*/ 45716 h 643122"/>
                <a:gd name="connsiteX82" fmla="*/ 212764 w 488025"/>
                <a:gd name="connsiteY82" fmla="*/ 38316 h 643122"/>
                <a:gd name="connsiteX83" fmla="*/ 209937 w 488025"/>
                <a:gd name="connsiteY83" fmla="*/ 35591 h 643122"/>
                <a:gd name="connsiteX84" fmla="*/ 204721 w 488025"/>
                <a:gd name="connsiteY84" fmla="*/ 33539 h 643122"/>
                <a:gd name="connsiteX85" fmla="*/ 193211 w 488025"/>
                <a:gd name="connsiteY85" fmla="*/ 33539 h 643122"/>
                <a:gd name="connsiteX86" fmla="*/ 186918 w 488025"/>
                <a:gd name="connsiteY86" fmla="*/ 34851 h 643122"/>
                <a:gd name="connsiteX87" fmla="*/ 178975 w 488025"/>
                <a:gd name="connsiteY87" fmla="*/ 35288 h 643122"/>
                <a:gd name="connsiteX88" fmla="*/ 176687 w 488025"/>
                <a:gd name="connsiteY88" fmla="*/ 39627 h 643122"/>
                <a:gd name="connsiteX89" fmla="*/ 176687 w 488025"/>
                <a:gd name="connsiteY89" fmla="*/ 43092 h 643122"/>
                <a:gd name="connsiteX90" fmla="*/ 174061 w 488025"/>
                <a:gd name="connsiteY90" fmla="*/ 47869 h 643122"/>
                <a:gd name="connsiteX91" fmla="*/ 171235 w 488025"/>
                <a:gd name="connsiteY91" fmla="*/ 51771 h 643122"/>
                <a:gd name="connsiteX92" fmla="*/ 167533 w 488025"/>
                <a:gd name="connsiteY92" fmla="*/ 54160 h 643122"/>
                <a:gd name="connsiteX93" fmla="*/ 162956 w 488025"/>
                <a:gd name="connsiteY93" fmla="*/ 55472 h 643122"/>
                <a:gd name="connsiteX94" fmla="*/ 156426 w 488025"/>
                <a:gd name="connsiteY94" fmla="*/ 58096 h 643122"/>
                <a:gd name="connsiteX95" fmla="*/ 153398 w 488025"/>
                <a:gd name="connsiteY95" fmla="*/ 64184 h 643122"/>
                <a:gd name="connsiteX96" fmla="*/ 152321 w 488025"/>
                <a:gd name="connsiteY96" fmla="*/ 68524 h 643122"/>
                <a:gd name="connsiteX97" fmla="*/ 145792 w 488025"/>
                <a:gd name="connsiteY97" fmla="*/ 71989 h 643122"/>
                <a:gd name="connsiteX98" fmla="*/ 138388 w 488025"/>
                <a:gd name="connsiteY98" fmla="*/ 67010 h 643122"/>
                <a:gd name="connsiteX99" fmla="*/ 132936 w 488025"/>
                <a:gd name="connsiteY99" fmla="*/ 63545 h 643122"/>
                <a:gd name="connsiteX100" fmla="*/ 128157 w 488025"/>
                <a:gd name="connsiteY100" fmla="*/ 67683 h 643122"/>
                <a:gd name="connsiteX101" fmla="*/ 126205 w 488025"/>
                <a:gd name="connsiteY101" fmla="*/ 70946 h 643122"/>
                <a:gd name="connsiteX102" fmla="*/ 122065 w 488025"/>
                <a:gd name="connsiteY102" fmla="*/ 75084 h 643122"/>
                <a:gd name="connsiteX103" fmla="*/ 126407 w 488025"/>
                <a:gd name="connsiteY103" fmla="*/ 83023 h 643122"/>
                <a:gd name="connsiteX104" fmla="*/ 122065 w 488025"/>
                <a:gd name="connsiteY104" fmla="*/ 87463 h 643122"/>
                <a:gd name="connsiteX105" fmla="*/ 114897 w 488025"/>
                <a:gd name="connsiteY105" fmla="*/ 87463 h 643122"/>
                <a:gd name="connsiteX106" fmla="*/ 106214 w 488025"/>
                <a:gd name="connsiteY106" fmla="*/ 87463 h 643122"/>
                <a:gd name="connsiteX107" fmla="*/ 95781 w 488025"/>
                <a:gd name="connsiteY107" fmla="*/ 87463 h 643122"/>
                <a:gd name="connsiteX108" fmla="*/ 92752 w 488025"/>
                <a:gd name="connsiteY108" fmla="*/ 90289 h 643122"/>
                <a:gd name="connsiteX109" fmla="*/ 88848 w 488025"/>
                <a:gd name="connsiteY109" fmla="*/ 94628 h 643122"/>
                <a:gd name="connsiteX110" fmla="*/ 85382 w 488025"/>
                <a:gd name="connsiteY110" fmla="*/ 96142 h 643122"/>
                <a:gd name="connsiteX111" fmla="*/ 77574 w 488025"/>
                <a:gd name="connsiteY111" fmla="*/ 97891 h 643122"/>
                <a:gd name="connsiteX112" fmla="*/ 64516 w 488025"/>
                <a:gd name="connsiteY112" fmla="*/ 97891 h 643122"/>
                <a:gd name="connsiteX113" fmla="*/ 61049 w 488025"/>
                <a:gd name="connsiteY113" fmla="*/ 97891 h 643122"/>
                <a:gd name="connsiteX114" fmla="*/ 60174 w 488025"/>
                <a:gd name="connsiteY114" fmla="*/ 101794 h 643122"/>
                <a:gd name="connsiteX115" fmla="*/ 60174 w 488025"/>
                <a:gd name="connsiteY115" fmla="*/ 103980 h 643122"/>
                <a:gd name="connsiteX116" fmla="*/ 60174 w 488025"/>
                <a:gd name="connsiteY116" fmla="*/ 109194 h 643122"/>
                <a:gd name="connsiteX117" fmla="*/ 57987 w 488025"/>
                <a:gd name="connsiteY117" fmla="*/ 110506 h 643122"/>
                <a:gd name="connsiteX118" fmla="*/ 52568 w 488025"/>
                <a:gd name="connsiteY118" fmla="*/ 111583 h 643122"/>
                <a:gd name="connsiteX119" fmla="*/ 52434 w 488025"/>
                <a:gd name="connsiteY119" fmla="*/ 111650 h 643122"/>
                <a:gd name="connsiteX120" fmla="*/ 50179 w 488025"/>
                <a:gd name="connsiteY120" fmla="*/ 111583 h 643122"/>
                <a:gd name="connsiteX121" fmla="*/ 44087 w 488025"/>
                <a:gd name="connsiteY121" fmla="*/ 111650 h 643122"/>
                <a:gd name="connsiteX122" fmla="*/ 41261 w 488025"/>
                <a:gd name="connsiteY122" fmla="*/ 116158 h 643122"/>
                <a:gd name="connsiteX123" fmla="*/ 38871 w 488025"/>
                <a:gd name="connsiteY123" fmla="*/ 119421 h 643122"/>
                <a:gd name="connsiteX124" fmla="*/ 34092 w 488025"/>
                <a:gd name="connsiteY124" fmla="*/ 123760 h 643122"/>
                <a:gd name="connsiteX125" fmla="*/ 34092 w 488025"/>
                <a:gd name="connsiteY125" fmla="*/ 126586 h 643122"/>
                <a:gd name="connsiteX126" fmla="*/ 35842 w 488025"/>
                <a:gd name="connsiteY126" fmla="*/ 133314 h 643122"/>
                <a:gd name="connsiteX127" fmla="*/ 35842 w 488025"/>
                <a:gd name="connsiteY127" fmla="*/ 140479 h 643122"/>
                <a:gd name="connsiteX128" fmla="*/ 37592 w 488025"/>
                <a:gd name="connsiteY128" fmla="*/ 145929 h 643122"/>
                <a:gd name="connsiteX129" fmla="*/ 45198 w 488025"/>
                <a:gd name="connsiteY129" fmla="*/ 148317 h 643122"/>
                <a:gd name="connsiteX130" fmla="*/ 48900 w 488025"/>
                <a:gd name="connsiteY130" fmla="*/ 148317 h 643122"/>
                <a:gd name="connsiteX131" fmla="*/ 56708 w 488025"/>
                <a:gd name="connsiteY131" fmla="*/ 153969 h 643122"/>
                <a:gd name="connsiteX132" fmla="*/ 57819 w 488025"/>
                <a:gd name="connsiteY132" fmla="*/ 156357 h 643122"/>
                <a:gd name="connsiteX133" fmla="*/ 56069 w 488025"/>
                <a:gd name="connsiteY133" fmla="*/ 166348 h 643122"/>
                <a:gd name="connsiteX134" fmla="*/ 52165 w 488025"/>
                <a:gd name="connsiteY134" fmla="*/ 175262 h 643122"/>
                <a:gd name="connsiteX135" fmla="*/ 49775 w 488025"/>
                <a:gd name="connsiteY135" fmla="*/ 184379 h 643122"/>
                <a:gd name="connsiteX136" fmla="*/ 49775 w 488025"/>
                <a:gd name="connsiteY136" fmla="*/ 188281 h 643122"/>
                <a:gd name="connsiteX137" fmla="*/ 55194 w 488025"/>
                <a:gd name="connsiteY137" fmla="*/ 194807 h 643122"/>
                <a:gd name="connsiteX138" fmla="*/ 62160 w 488025"/>
                <a:gd name="connsiteY138" fmla="*/ 194841 h 643122"/>
                <a:gd name="connsiteX139" fmla="*/ 65189 w 488025"/>
                <a:gd name="connsiteY139" fmla="*/ 196994 h 643122"/>
                <a:gd name="connsiteX140" fmla="*/ 66064 w 488025"/>
                <a:gd name="connsiteY140" fmla="*/ 200694 h 643122"/>
                <a:gd name="connsiteX141" fmla="*/ 65425 w 488025"/>
                <a:gd name="connsiteY141" fmla="*/ 203284 h 643122"/>
                <a:gd name="connsiteX142" fmla="*/ 64112 w 488025"/>
                <a:gd name="connsiteY142" fmla="*/ 206312 h 643122"/>
                <a:gd name="connsiteX143" fmla="*/ 59771 w 488025"/>
                <a:gd name="connsiteY143" fmla="*/ 208498 h 643122"/>
                <a:gd name="connsiteX144" fmla="*/ 62800 w 488025"/>
                <a:gd name="connsiteY144" fmla="*/ 213511 h 643122"/>
                <a:gd name="connsiteX145" fmla="*/ 57348 w 488025"/>
                <a:gd name="connsiteY145" fmla="*/ 220474 h 643122"/>
                <a:gd name="connsiteX146" fmla="*/ 47352 w 488025"/>
                <a:gd name="connsiteY146" fmla="*/ 228077 h 643122"/>
                <a:gd name="connsiteX147" fmla="*/ 40184 w 488025"/>
                <a:gd name="connsiteY147" fmla="*/ 231777 h 643122"/>
                <a:gd name="connsiteX148" fmla="*/ 40823 w 488025"/>
                <a:gd name="connsiteY148" fmla="*/ 235242 h 643122"/>
                <a:gd name="connsiteX149" fmla="*/ 45400 w 488025"/>
                <a:gd name="connsiteY149" fmla="*/ 235242 h 643122"/>
                <a:gd name="connsiteX150" fmla="*/ 47790 w 488025"/>
                <a:gd name="connsiteY150" fmla="*/ 239380 h 643122"/>
                <a:gd name="connsiteX151" fmla="*/ 44962 w 488025"/>
                <a:gd name="connsiteY151" fmla="*/ 244796 h 643122"/>
                <a:gd name="connsiteX152" fmla="*/ 41934 w 488025"/>
                <a:gd name="connsiteY152" fmla="*/ 248260 h 643122"/>
                <a:gd name="connsiteX153" fmla="*/ 34126 w 488025"/>
                <a:gd name="connsiteY153" fmla="*/ 250447 h 643122"/>
                <a:gd name="connsiteX154" fmla="*/ 30861 w 488025"/>
                <a:gd name="connsiteY154" fmla="*/ 251961 h 643122"/>
                <a:gd name="connsiteX155" fmla="*/ 25847 w 488025"/>
                <a:gd name="connsiteY155" fmla="*/ 253037 h 643122"/>
                <a:gd name="connsiteX156" fmla="*/ 22145 w 488025"/>
                <a:gd name="connsiteY156" fmla="*/ 255426 h 643122"/>
                <a:gd name="connsiteX157" fmla="*/ 19755 w 488025"/>
                <a:gd name="connsiteY157" fmla="*/ 258487 h 643122"/>
                <a:gd name="connsiteX158" fmla="*/ 18443 w 488025"/>
                <a:gd name="connsiteY158" fmla="*/ 260875 h 643122"/>
                <a:gd name="connsiteX159" fmla="*/ 18443 w 488025"/>
                <a:gd name="connsiteY159" fmla="*/ 263903 h 643122"/>
                <a:gd name="connsiteX160" fmla="*/ 18443 w 488025"/>
                <a:gd name="connsiteY160" fmla="*/ 269117 h 643122"/>
                <a:gd name="connsiteX161" fmla="*/ 18443 w 488025"/>
                <a:gd name="connsiteY161" fmla="*/ 276081 h 643122"/>
                <a:gd name="connsiteX162" fmla="*/ 16928 w 488025"/>
                <a:gd name="connsiteY162" fmla="*/ 278032 h 643122"/>
                <a:gd name="connsiteX163" fmla="*/ 15616 w 488025"/>
                <a:gd name="connsiteY163" fmla="*/ 280218 h 643122"/>
                <a:gd name="connsiteX164" fmla="*/ 12149 w 488025"/>
                <a:gd name="connsiteY164" fmla="*/ 283279 h 643122"/>
                <a:gd name="connsiteX165" fmla="*/ 9760 w 488025"/>
                <a:gd name="connsiteY165" fmla="*/ 286542 h 643122"/>
                <a:gd name="connsiteX166" fmla="*/ 8683 w 488025"/>
                <a:gd name="connsiteY166" fmla="*/ 289133 h 643122"/>
                <a:gd name="connsiteX167" fmla="*/ 6731 w 488025"/>
                <a:gd name="connsiteY167" fmla="*/ 294549 h 643122"/>
                <a:gd name="connsiteX168" fmla="*/ 3264 w 488025"/>
                <a:gd name="connsiteY168" fmla="*/ 298014 h 643122"/>
                <a:gd name="connsiteX169" fmla="*/ 1750 w 488025"/>
                <a:gd name="connsiteY169" fmla="*/ 299527 h 643122"/>
                <a:gd name="connsiteX170" fmla="*/ 0 w 488025"/>
                <a:gd name="connsiteY170" fmla="*/ 302151 h 643122"/>
                <a:gd name="connsiteX171" fmla="*/ 2625 w 488025"/>
                <a:gd name="connsiteY171" fmla="*/ 305179 h 643122"/>
                <a:gd name="connsiteX172" fmla="*/ 3063 w 488025"/>
                <a:gd name="connsiteY172" fmla="*/ 311032 h 643122"/>
                <a:gd name="connsiteX173" fmla="*/ 3938 w 488025"/>
                <a:gd name="connsiteY173" fmla="*/ 316684 h 643122"/>
                <a:gd name="connsiteX174" fmla="*/ 4577 w 488025"/>
                <a:gd name="connsiteY174" fmla="*/ 317995 h 643122"/>
                <a:gd name="connsiteX175" fmla="*/ 4577 w 488025"/>
                <a:gd name="connsiteY175" fmla="*/ 322133 h 643122"/>
                <a:gd name="connsiteX176" fmla="*/ 7168 w 488025"/>
                <a:gd name="connsiteY176" fmla="*/ 322133 h 643122"/>
                <a:gd name="connsiteX177" fmla="*/ 10669 w 488025"/>
                <a:gd name="connsiteY177" fmla="*/ 324320 h 643122"/>
                <a:gd name="connsiteX178" fmla="*/ 15683 w 488025"/>
                <a:gd name="connsiteY178" fmla="*/ 325632 h 643122"/>
                <a:gd name="connsiteX179" fmla="*/ 19385 w 488025"/>
                <a:gd name="connsiteY179" fmla="*/ 325632 h 643122"/>
                <a:gd name="connsiteX180" fmla="*/ 24837 w 488025"/>
                <a:gd name="connsiteY180" fmla="*/ 321292 h 643122"/>
                <a:gd name="connsiteX181" fmla="*/ 30929 w 488025"/>
                <a:gd name="connsiteY181" fmla="*/ 320418 h 643122"/>
                <a:gd name="connsiteX182" fmla="*/ 34832 w 488025"/>
                <a:gd name="connsiteY182" fmla="*/ 320619 h 643122"/>
                <a:gd name="connsiteX183" fmla="*/ 34597 w 488025"/>
                <a:gd name="connsiteY183" fmla="*/ 322571 h 643122"/>
                <a:gd name="connsiteX184" fmla="*/ 34159 w 488025"/>
                <a:gd name="connsiteY184" fmla="*/ 327347 h 643122"/>
                <a:gd name="connsiteX185" fmla="*/ 33083 w 488025"/>
                <a:gd name="connsiteY185" fmla="*/ 331485 h 643122"/>
                <a:gd name="connsiteX186" fmla="*/ 31770 w 488025"/>
                <a:gd name="connsiteY186" fmla="*/ 335623 h 643122"/>
                <a:gd name="connsiteX187" fmla="*/ 28741 w 488025"/>
                <a:gd name="connsiteY187" fmla="*/ 338246 h 643122"/>
                <a:gd name="connsiteX188" fmla="*/ 26116 w 488025"/>
                <a:gd name="connsiteY188" fmla="*/ 341711 h 643122"/>
                <a:gd name="connsiteX189" fmla="*/ 24164 w 488025"/>
                <a:gd name="connsiteY189" fmla="*/ 344537 h 643122"/>
                <a:gd name="connsiteX190" fmla="*/ 23727 w 488025"/>
                <a:gd name="connsiteY190" fmla="*/ 349751 h 643122"/>
                <a:gd name="connsiteX191" fmla="*/ 25477 w 488025"/>
                <a:gd name="connsiteY191" fmla="*/ 354965 h 643122"/>
                <a:gd name="connsiteX192" fmla="*/ 30255 w 488025"/>
                <a:gd name="connsiteY192" fmla="*/ 360180 h 643122"/>
                <a:gd name="connsiteX193" fmla="*/ 39174 w 488025"/>
                <a:gd name="connsiteY193" fmla="*/ 364755 h 643122"/>
                <a:gd name="connsiteX194" fmla="*/ 40688 w 488025"/>
                <a:gd name="connsiteY194" fmla="*/ 368892 h 643122"/>
                <a:gd name="connsiteX195" fmla="*/ 36347 w 488025"/>
                <a:gd name="connsiteY195" fmla="*/ 374308 h 643122"/>
                <a:gd name="connsiteX196" fmla="*/ 35472 w 488025"/>
                <a:gd name="connsiteY196" fmla="*/ 378009 h 643122"/>
                <a:gd name="connsiteX197" fmla="*/ 35236 w 488025"/>
                <a:gd name="connsiteY197" fmla="*/ 384535 h 643122"/>
                <a:gd name="connsiteX198" fmla="*/ 33049 w 488025"/>
                <a:gd name="connsiteY198" fmla="*/ 388437 h 643122"/>
                <a:gd name="connsiteX199" fmla="*/ 31972 w 488025"/>
                <a:gd name="connsiteY199" fmla="*/ 389749 h 643122"/>
                <a:gd name="connsiteX200" fmla="*/ 31333 w 488025"/>
                <a:gd name="connsiteY200" fmla="*/ 393449 h 643122"/>
                <a:gd name="connsiteX201" fmla="*/ 32208 w 488025"/>
                <a:gd name="connsiteY201" fmla="*/ 397587 h 643122"/>
                <a:gd name="connsiteX202" fmla="*/ 32409 w 488025"/>
                <a:gd name="connsiteY202" fmla="*/ 402599 h 643122"/>
                <a:gd name="connsiteX203" fmla="*/ 34799 w 488025"/>
                <a:gd name="connsiteY203" fmla="*/ 404416 h 643122"/>
                <a:gd name="connsiteX204" fmla="*/ 46612 w 488025"/>
                <a:gd name="connsiteY204" fmla="*/ 405660 h 643122"/>
                <a:gd name="connsiteX205" fmla="*/ 52400 w 488025"/>
                <a:gd name="connsiteY205" fmla="*/ 405660 h 643122"/>
                <a:gd name="connsiteX206" fmla="*/ 58492 w 488025"/>
                <a:gd name="connsiteY206" fmla="*/ 414070 h 643122"/>
                <a:gd name="connsiteX207" fmla="*/ 60242 w 488025"/>
                <a:gd name="connsiteY207" fmla="*/ 417535 h 643122"/>
                <a:gd name="connsiteX208" fmla="*/ 60545 w 488025"/>
                <a:gd name="connsiteY208" fmla="*/ 424196 h 643122"/>
                <a:gd name="connsiteX209" fmla="*/ 57650 w 488025"/>
                <a:gd name="connsiteY209" fmla="*/ 429107 h 643122"/>
                <a:gd name="connsiteX210" fmla="*/ 55900 w 488025"/>
                <a:gd name="connsiteY210" fmla="*/ 432875 h 643122"/>
                <a:gd name="connsiteX211" fmla="*/ 54150 w 488025"/>
                <a:gd name="connsiteY211" fmla="*/ 438964 h 643122"/>
                <a:gd name="connsiteX212" fmla="*/ 53578 w 488025"/>
                <a:gd name="connsiteY212" fmla="*/ 445624 h 643122"/>
                <a:gd name="connsiteX213" fmla="*/ 49237 w 488025"/>
                <a:gd name="connsiteY213" fmla="*/ 448820 h 643122"/>
                <a:gd name="connsiteX214" fmla="*/ 47217 w 488025"/>
                <a:gd name="connsiteY214" fmla="*/ 452016 h 643122"/>
                <a:gd name="connsiteX215" fmla="*/ 46342 w 488025"/>
                <a:gd name="connsiteY215" fmla="*/ 456591 h 643122"/>
                <a:gd name="connsiteX216" fmla="*/ 46915 w 488025"/>
                <a:gd name="connsiteY216" fmla="*/ 459551 h 643122"/>
                <a:gd name="connsiteX217" fmla="*/ 50684 w 488025"/>
                <a:gd name="connsiteY217" fmla="*/ 459551 h 643122"/>
                <a:gd name="connsiteX218" fmla="*/ 56472 w 488025"/>
                <a:gd name="connsiteY218" fmla="*/ 456725 h 643122"/>
                <a:gd name="connsiteX219" fmla="*/ 64886 w 488025"/>
                <a:gd name="connsiteY219" fmla="*/ 453160 h 643122"/>
                <a:gd name="connsiteX220" fmla="*/ 69228 w 488025"/>
                <a:gd name="connsiteY220" fmla="*/ 452285 h 643122"/>
                <a:gd name="connsiteX221" fmla="*/ 72997 w 488025"/>
                <a:gd name="connsiteY221" fmla="*/ 452588 h 643122"/>
                <a:gd name="connsiteX222" fmla="*/ 75891 w 488025"/>
                <a:gd name="connsiteY222" fmla="*/ 456725 h 643122"/>
                <a:gd name="connsiteX223" fmla="*/ 74747 w 488025"/>
                <a:gd name="connsiteY223" fmla="*/ 459551 h 643122"/>
                <a:gd name="connsiteX224" fmla="*/ 71852 w 488025"/>
                <a:gd name="connsiteY224" fmla="*/ 463016 h 643122"/>
                <a:gd name="connsiteX225" fmla="*/ 66636 w 488025"/>
                <a:gd name="connsiteY225" fmla="*/ 465640 h 643122"/>
                <a:gd name="connsiteX226" fmla="*/ 61117 w 488025"/>
                <a:gd name="connsiteY226" fmla="*/ 467658 h 643122"/>
                <a:gd name="connsiteX227" fmla="*/ 54150 w 488025"/>
                <a:gd name="connsiteY227" fmla="*/ 471123 h 643122"/>
                <a:gd name="connsiteX228" fmla="*/ 52131 w 488025"/>
                <a:gd name="connsiteY228" fmla="*/ 476337 h 643122"/>
                <a:gd name="connsiteX229" fmla="*/ 52400 w 488025"/>
                <a:gd name="connsiteY229" fmla="*/ 483570 h 643122"/>
                <a:gd name="connsiteX230" fmla="*/ 52972 w 488025"/>
                <a:gd name="connsiteY230" fmla="*/ 487909 h 643122"/>
                <a:gd name="connsiteX231" fmla="*/ 51391 w 488025"/>
                <a:gd name="connsiteY231" fmla="*/ 491105 h 643122"/>
                <a:gd name="connsiteX232" fmla="*/ 48059 w 488025"/>
                <a:gd name="connsiteY232" fmla="*/ 497766 h 643122"/>
                <a:gd name="connsiteX233" fmla="*/ 48059 w 488025"/>
                <a:gd name="connsiteY233" fmla="*/ 500356 h 643122"/>
                <a:gd name="connsiteX234" fmla="*/ 45736 w 488025"/>
                <a:gd name="connsiteY234" fmla="*/ 504998 h 643122"/>
                <a:gd name="connsiteX235" fmla="*/ 45165 w 488025"/>
                <a:gd name="connsiteY235" fmla="*/ 510515 h 643122"/>
                <a:gd name="connsiteX236" fmla="*/ 44862 w 488025"/>
                <a:gd name="connsiteY236" fmla="*/ 513711 h 643122"/>
                <a:gd name="connsiteX237" fmla="*/ 45434 w 488025"/>
                <a:gd name="connsiteY237" fmla="*/ 519800 h 643122"/>
                <a:gd name="connsiteX238" fmla="*/ 48631 w 488025"/>
                <a:gd name="connsiteY238" fmla="*/ 521818 h 643122"/>
                <a:gd name="connsiteX239" fmla="*/ 49775 w 488025"/>
                <a:gd name="connsiteY239" fmla="*/ 524711 h 643122"/>
                <a:gd name="connsiteX240" fmla="*/ 48631 w 488025"/>
                <a:gd name="connsiteY240" fmla="*/ 529622 h 643122"/>
                <a:gd name="connsiteX241" fmla="*/ 47487 w 488025"/>
                <a:gd name="connsiteY241" fmla="*/ 533390 h 643122"/>
                <a:gd name="connsiteX242" fmla="*/ 48934 w 488025"/>
                <a:gd name="connsiteY242" fmla="*/ 536586 h 643122"/>
                <a:gd name="connsiteX243" fmla="*/ 47924 w 488025"/>
                <a:gd name="connsiteY243" fmla="*/ 541228 h 643122"/>
                <a:gd name="connsiteX244" fmla="*/ 52838 w 488025"/>
                <a:gd name="connsiteY244" fmla="*/ 541531 h 643122"/>
                <a:gd name="connsiteX245" fmla="*/ 59501 w 488025"/>
                <a:gd name="connsiteY245" fmla="*/ 546005 h 643122"/>
                <a:gd name="connsiteX246" fmla="*/ 60948 w 488025"/>
                <a:gd name="connsiteY246" fmla="*/ 553103 h 643122"/>
                <a:gd name="connsiteX247" fmla="*/ 59939 w 488025"/>
                <a:gd name="connsiteY247" fmla="*/ 553977 h 643122"/>
                <a:gd name="connsiteX248" fmla="*/ 61958 w 488025"/>
                <a:gd name="connsiteY248" fmla="*/ 558048 h 643122"/>
                <a:gd name="connsiteX249" fmla="*/ 67175 w 488025"/>
                <a:gd name="connsiteY249" fmla="*/ 558182 h 643122"/>
                <a:gd name="connsiteX250" fmla="*/ 72391 w 488025"/>
                <a:gd name="connsiteY250" fmla="*/ 551959 h 643122"/>
                <a:gd name="connsiteX251" fmla="*/ 75588 w 488025"/>
                <a:gd name="connsiteY251" fmla="*/ 548629 h 643122"/>
                <a:gd name="connsiteX252" fmla="*/ 78483 w 488025"/>
                <a:gd name="connsiteY252" fmla="*/ 546610 h 643122"/>
                <a:gd name="connsiteX253" fmla="*/ 82117 w 488025"/>
                <a:gd name="connsiteY253" fmla="*/ 547788 h 643122"/>
                <a:gd name="connsiteX254" fmla="*/ 87906 w 488025"/>
                <a:gd name="connsiteY254" fmla="*/ 553002 h 643122"/>
                <a:gd name="connsiteX255" fmla="*/ 89925 w 488025"/>
                <a:gd name="connsiteY255" fmla="*/ 554146 h 643122"/>
                <a:gd name="connsiteX256" fmla="*/ 94132 w 488025"/>
                <a:gd name="connsiteY256" fmla="*/ 552834 h 643122"/>
                <a:gd name="connsiteX257" fmla="*/ 98204 w 488025"/>
                <a:gd name="connsiteY257" fmla="*/ 549369 h 643122"/>
                <a:gd name="connsiteX258" fmla="*/ 102983 w 488025"/>
                <a:gd name="connsiteY258" fmla="*/ 546476 h 643122"/>
                <a:gd name="connsiteX259" fmla="*/ 105743 w 488025"/>
                <a:gd name="connsiteY259" fmla="*/ 543280 h 643122"/>
                <a:gd name="connsiteX260" fmla="*/ 108200 w 488025"/>
                <a:gd name="connsiteY260" fmla="*/ 541699 h 643122"/>
                <a:gd name="connsiteX261" fmla="*/ 109781 w 488025"/>
                <a:gd name="connsiteY261" fmla="*/ 541127 h 643122"/>
                <a:gd name="connsiteX262" fmla="*/ 113988 w 488025"/>
                <a:gd name="connsiteY262" fmla="*/ 544895 h 643122"/>
                <a:gd name="connsiteX263" fmla="*/ 117455 w 488025"/>
                <a:gd name="connsiteY263" fmla="*/ 546476 h 643122"/>
                <a:gd name="connsiteX264" fmla="*/ 121359 w 488025"/>
                <a:gd name="connsiteY264" fmla="*/ 550546 h 643122"/>
                <a:gd name="connsiteX265" fmla="*/ 124118 w 488025"/>
                <a:gd name="connsiteY265" fmla="*/ 552867 h 643122"/>
                <a:gd name="connsiteX266" fmla="*/ 126137 w 488025"/>
                <a:gd name="connsiteY266" fmla="*/ 555626 h 643122"/>
                <a:gd name="connsiteX267" fmla="*/ 128460 w 488025"/>
                <a:gd name="connsiteY267" fmla="*/ 559259 h 643122"/>
                <a:gd name="connsiteX268" fmla="*/ 129032 w 488025"/>
                <a:gd name="connsiteY268" fmla="*/ 563161 h 643122"/>
                <a:gd name="connsiteX269" fmla="*/ 128325 w 488025"/>
                <a:gd name="connsiteY269" fmla="*/ 565348 h 643122"/>
                <a:gd name="connsiteX270" fmla="*/ 128762 w 488025"/>
                <a:gd name="connsiteY270" fmla="*/ 567669 h 643122"/>
                <a:gd name="connsiteX271" fmla="*/ 130075 w 488025"/>
                <a:gd name="connsiteY271" fmla="*/ 570696 h 643122"/>
                <a:gd name="connsiteX272" fmla="*/ 130647 w 488025"/>
                <a:gd name="connsiteY272" fmla="*/ 573455 h 643122"/>
                <a:gd name="connsiteX273" fmla="*/ 129772 w 488025"/>
                <a:gd name="connsiteY273" fmla="*/ 574767 h 643122"/>
                <a:gd name="connsiteX274" fmla="*/ 125431 w 488025"/>
                <a:gd name="connsiteY274" fmla="*/ 577223 h 643122"/>
                <a:gd name="connsiteX275" fmla="*/ 123815 w 488025"/>
                <a:gd name="connsiteY275" fmla="*/ 578972 h 643122"/>
                <a:gd name="connsiteX276" fmla="*/ 116411 w 488025"/>
                <a:gd name="connsiteY276" fmla="*/ 581865 h 643122"/>
                <a:gd name="connsiteX277" fmla="*/ 114661 w 488025"/>
                <a:gd name="connsiteY277" fmla="*/ 582302 h 643122"/>
                <a:gd name="connsiteX278" fmla="*/ 111195 w 488025"/>
                <a:gd name="connsiteY278" fmla="*/ 584758 h 643122"/>
                <a:gd name="connsiteX279" fmla="*/ 107291 w 488025"/>
                <a:gd name="connsiteY279" fmla="*/ 588828 h 643122"/>
                <a:gd name="connsiteX280" fmla="*/ 105137 w 488025"/>
                <a:gd name="connsiteY280" fmla="*/ 591418 h 643122"/>
                <a:gd name="connsiteX281" fmla="*/ 100493 w 488025"/>
                <a:gd name="connsiteY281" fmla="*/ 595186 h 643122"/>
                <a:gd name="connsiteX282" fmla="*/ 99617 w 488025"/>
                <a:gd name="connsiteY282" fmla="*/ 598516 h 643122"/>
                <a:gd name="connsiteX283" fmla="*/ 99180 w 488025"/>
                <a:gd name="connsiteY283" fmla="*/ 601847 h 643122"/>
                <a:gd name="connsiteX284" fmla="*/ 99315 w 488025"/>
                <a:gd name="connsiteY284" fmla="*/ 603428 h 643122"/>
                <a:gd name="connsiteX285" fmla="*/ 96858 w 488025"/>
                <a:gd name="connsiteY285" fmla="*/ 612275 h 643122"/>
                <a:gd name="connsiteX286" fmla="*/ 92954 w 488025"/>
                <a:gd name="connsiteY286" fmla="*/ 616783 h 643122"/>
                <a:gd name="connsiteX287" fmla="*/ 90935 w 488025"/>
                <a:gd name="connsiteY287" fmla="*/ 619373 h 643122"/>
                <a:gd name="connsiteX288" fmla="*/ 87468 w 488025"/>
                <a:gd name="connsiteY288" fmla="*/ 622569 h 643122"/>
                <a:gd name="connsiteX289" fmla="*/ 83396 w 488025"/>
                <a:gd name="connsiteY289" fmla="*/ 624015 h 643122"/>
                <a:gd name="connsiteX290" fmla="*/ 80064 w 488025"/>
                <a:gd name="connsiteY290" fmla="*/ 625327 h 643122"/>
                <a:gd name="connsiteX291" fmla="*/ 77473 w 488025"/>
                <a:gd name="connsiteY291" fmla="*/ 628220 h 643122"/>
                <a:gd name="connsiteX292" fmla="*/ 79189 w 488025"/>
                <a:gd name="connsiteY292" fmla="*/ 631853 h 643122"/>
                <a:gd name="connsiteX293" fmla="*/ 83093 w 488025"/>
                <a:gd name="connsiteY293" fmla="*/ 633872 h 643122"/>
                <a:gd name="connsiteX294" fmla="*/ 88882 w 488025"/>
                <a:gd name="connsiteY294" fmla="*/ 636899 h 643122"/>
                <a:gd name="connsiteX295" fmla="*/ 90632 w 488025"/>
                <a:gd name="connsiteY295" fmla="*/ 637908 h 643122"/>
                <a:gd name="connsiteX296" fmla="*/ 93526 w 488025"/>
                <a:gd name="connsiteY296" fmla="*/ 639052 h 643122"/>
                <a:gd name="connsiteX297" fmla="*/ 100762 w 488025"/>
                <a:gd name="connsiteY297" fmla="*/ 643123 h 643122"/>
                <a:gd name="connsiteX298" fmla="*/ 106113 w 488025"/>
                <a:gd name="connsiteY298" fmla="*/ 642820 h 643122"/>
                <a:gd name="connsiteX299" fmla="*/ 111464 w 488025"/>
                <a:gd name="connsiteY299" fmla="*/ 641945 h 643122"/>
                <a:gd name="connsiteX300" fmla="*/ 119575 w 488025"/>
                <a:gd name="connsiteY300" fmla="*/ 641071 h 643122"/>
                <a:gd name="connsiteX301" fmla="*/ 122907 w 488025"/>
                <a:gd name="connsiteY301" fmla="*/ 639759 h 643122"/>
                <a:gd name="connsiteX302" fmla="*/ 125229 w 488025"/>
                <a:gd name="connsiteY302" fmla="*/ 638447 h 643122"/>
                <a:gd name="connsiteX303" fmla="*/ 127686 w 488025"/>
                <a:gd name="connsiteY303" fmla="*/ 636260 h 643122"/>
                <a:gd name="connsiteX304" fmla="*/ 131589 w 488025"/>
                <a:gd name="connsiteY304" fmla="*/ 637269 h 643122"/>
                <a:gd name="connsiteX305" fmla="*/ 134618 w 488025"/>
                <a:gd name="connsiteY305" fmla="*/ 637404 h 643122"/>
                <a:gd name="connsiteX306" fmla="*/ 137378 w 488025"/>
                <a:gd name="connsiteY306" fmla="*/ 635385 h 643122"/>
                <a:gd name="connsiteX307" fmla="*/ 138960 w 488025"/>
                <a:gd name="connsiteY307" fmla="*/ 634073 h 643122"/>
                <a:gd name="connsiteX308" fmla="*/ 140979 w 488025"/>
                <a:gd name="connsiteY308" fmla="*/ 633636 h 643122"/>
                <a:gd name="connsiteX309" fmla="*/ 144883 w 488025"/>
                <a:gd name="connsiteY309" fmla="*/ 634343 h 643122"/>
                <a:gd name="connsiteX310" fmla="*/ 146902 w 488025"/>
                <a:gd name="connsiteY310" fmla="*/ 635655 h 643122"/>
                <a:gd name="connsiteX311" fmla="*/ 151109 w 488025"/>
                <a:gd name="connsiteY311" fmla="*/ 635520 h 643122"/>
                <a:gd name="connsiteX312" fmla="*/ 153499 w 488025"/>
                <a:gd name="connsiteY312" fmla="*/ 633064 h 643122"/>
                <a:gd name="connsiteX313" fmla="*/ 154003 w 488025"/>
                <a:gd name="connsiteY313" fmla="*/ 630171 h 643122"/>
                <a:gd name="connsiteX314" fmla="*/ 154003 w 488025"/>
                <a:gd name="connsiteY314" fmla="*/ 627278 h 643122"/>
                <a:gd name="connsiteX315" fmla="*/ 155451 w 488025"/>
                <a:gd name="connsiteY315" fmla="*/ 625966 h 643122"/>
                <a:gd name="connsiteX316" fmla="*/ 158210 w 488025"/>
                <a:gd name="connsiteY316" fmla="*/ 623645 h 643122"/>
                <a:gd name="connsiteX317" fmla="*/ 162855 w 488025"/>
                <a:gd name="connsiteY317" fmla="*/ 622905 h 643122"/>
                <a:gd name="connsiteX318" fmla="*/ 165311 w 488025"/>
                <a:gd name="connsiteY318" fmla="*/ 622905 h 643122"/>
                <a:gd name="connsiteX319" fmla="*/ 167330 w 488025"/>
                <a:gd name="connsiteY319" fmla="*/ 620584 h 643122"/>
                <a:gd name="connsiteX320" fmla="*/ 171369 w 488025"/>
                <a:gd name="connsiteY320" fmla="*/ 619407 h 643122"/>
                <a:gd name="connsiteX321" fmla="*/ 173557 w 488025"/>
                <a:gd name="connsiteY321" fmla="*/ 619104 h 643122"/>
                <a:gd name="connsiteX322" fmla="*/ 178639 w 488025"/>
                <a:gd name="connsiteY322" fmla="*/ 618801 h 643122"/>
                <a:gd name="connsiteX323" fmla="*/ 182408 w 488025"/>
                <a:gd name="connsiteY323" fmla="*/ 618936 h 643122"/>
                <a:gd name="connsiteX324" fmla="*/ 185908 w 488025"/>
                <a:gd name="connsiteY324" fmla="*/ 618801 h 643122"/>
                <a:gd name="connsiteX325" fmla="*/ 190384 w 488025"/>
                <a:gd name="connsiteY325" fmla="*/ 616783 h 643122"/>
                <a:gd name="connsiteX326" fmla="*/ 192706 w 488025"/>
                <a:gd name="connsiteY326" fmla="*/ 614461 h 643122"/>
                <a:gd name="connsiteX327" fmla="*/ 198798 w 488025"/>
                <a:gd name="connsiteY327" fmla="*/ 611770 h 643122"/>
                <a:gd name="connsiteX328" fmla="*/ 200110 w 488025"/>
                <a:gd name="connsiteY328" fmla="*/ 610694 h 643122"/>
                <a:gd name="connsiteX329" fmla="*/ 205327 w 488025"/>
                <a:gd name="connsiteY329" fmla="*/ 610694 h 643122"/>
                <a:gd name="connsiteX330" fmla="*/ 210106 w 488025"/>
                <a:gd name="connsiteY330" fmla="*/ 614596 h 643122"/>
                <a:gd name="connsiteX331" fmla="*/ 216197 w 488025"/>
                <a:gd name="connsiteY331" fmla="*/ 619945 h 643122"/>
                <a:gd name="connsiteX332" fmla="*/ 222154 w 488025"/>
                <a:gd name="connsiteY332" fmla="*/ 626336 h 643122"/>
                <a:gd name="connsiteX333" fmla="*/ 225048 w 488025"/>
                <a:gd name="connsiteY333" fmla="*/ 629095 h 643122"/>
                <a:gd name="connsiteX334" fmla="*/ 228683 w 488025"/>
                <a:gd name="connsiteY334" fmla="*/ 631281 h 643122"/>
                <a:gd name="connsiteX335" fmla="*/ 232015 w 488025"/>
                <a:gd name="connsiteY335" fmla="*/ 632291 h 643122"/>
                <a:gd name="connsiteX336" fmla="*/ 236928 w 488025"/>
                <a:gd name="connsiteY336" fmla="*/ 634309 h 643122"/>
                <a:gd name="connsiteX337" fmla="*/ 240698 w 488025"/>
                <a:gd name="connsiteY337" fmla="*/ 635184 h 643122"/>
                <a:gd name="connsiteX338" fmla="*/ 243592 w 488025"/>
                <a:gd name="connsiteY338" fmla="*/ 633737 h 643122"/>
                <a:gd name="connsiteX339" fmla="*/ 245174 w 488025"/>
                <a:gd name="connsiteY339" fmla="*/ 629397 h 643122"/>
                <a:gd name="connsiteX340" fmla="*/ 245477 w 488025"/>
                <a:gd name="connsiteY340" fmla="*/ 626370 h 643122"/>
                <a:gd name="connsiteX341" fmla="*/ 245039 w 488025"/>
                <a:gd name="connsiteY341" fmla="*/ 621156 h 643122"/>
                <a:gd name="connsiteX342" fmla="*/ 240260 w 488025"/>
                <a:gd name="connsiteY342" fmla="*/ 615942 h 643122"/>
                <a:gd name="connsiteX343" fmla="*/ 238510 w 488025"/>
                <a:gd name="connsiteY343" fmla="*/ 613318 h 643122"/>
                <a:gd name="connsiteX344" fmla="*/ 235448 w 488025"/>
                <a:gd name="connsiteY344" fmla="*/ 609416 h 643122"/>
                <a:gd name="connsiteX345" fmla="*/ 236895 w 488025"/>
                <a:gd name="connsiteY345" fmla="*/ 604067 h 643122"/>
                <a:gd name="connsiteX346" fmla="*/ 239217 w 488025"/>
                <a:gd name="connsiteY346" fmla="*/ 601039 h 643122"/>
                <a:gd name="connsiteX347" fmla="*/ 243121 w 488025"/>
                <a:gd name="connsiteY347" fmla="*/ 598584 h 643122"/>
                <a:gd name="connsiteX348" fmla="*/ 244433 w 488025"/>
                <a:gd name="connsiteY348" fmla="*/ 596397 h 643122"/>
                <a:gd name="connsiteX349" fmla="*/ 247631 w 488025"/>
                <a:gd name="connsiteY349" fmla="*/ 594211 h 643122"/>
                <a:gd name="connsiteX350" fmla="*/ 249515 w 488025"/>
                <a:gd name="connsiteY350" fmla="*/ 591889 h 643122"/>
                <a:gd name="connsiteX351" fmla="*/ 253352 w 488025"/>
                <a:gd name="connsiteY351" fmla="*/ 589198 h 643122"/>
                <a:gd name="connsiteX352" fmla="*/ 251400 w 488025"/>
                <a:gd name="connsiteY352" fmla="*/ 579005 h 643122"/>
                <a:gd name="connsiteX353" fmla="*/ 251400 w 488025"/>
                <a:gd name="connsiteY353" fmla="*/ 571605 h 643122"/>
                <a:gd name="connsiteX354" fmla="*/ 244433 w 488025"/>
                <a:gd name="connsiteY354" fmla="*/ 565314 h 643122"/>
                <a:gd name="connsiteX355" fmla="*/ 244433 w 488025"/>
                <a:gd name="connsiteY355" fmla="*/ 557711 h 643122"/>
                <a:gd name="connsiteX356" fmla="*/ 255068 w 488025"/>
                <a:gd name="connsiteY356" fmla="*/ 550109 h 643122"/>
                <a:gd name="connsiteX357" fmla="*/ 258333 w 488025"/>
                <a:gd name="connsiteY357" fmla="*/ 542506 h 643122"/>
                <a:gd name="connsiteX358" fmla="*/ 261362 w 488025"/>
                <a:gd name="connsiteY358" fmla="*/ 530564 h 643122"/>
                <a:gd name="connsiteX359" fmla="*/ 262472 w 488025"/>
                <a:gd name="connsiteY359" fmla="*/ 519934 h 643122"/>
                <a:gd name="connsiteX360" fmla="*/ 264626 w 488025"/>
                <a:gd name="connsiteY360" fmla="*/ 514081 h 643122"/>
                <a:gd name="connsiteX361" fmla="*/ 262876 w 488025"/>
                <a:gd name="connsiteY361" fmla="*/ 508631 h 643122"/>
                <a:gd name="connsiteX362" fmla="*/ 262674 w 488025"/>
                <a:gd name="connsiteY362" fmla="*/ 502105 h 643122"/>
                <a:gd name="connsiteX363" fmla="*/ 268328 w 488025"/>
                <a:gd name="connsiteY363" fmla="*/ 498842 h 643122"/>
                <a:gd name="connsiteX364" fmla="*/ 271794 w 488025"/>
                <a:gd name="connsiteY364" fmla="*/ 489726 h 643122"/>
                <a:gd name="connsiteX365" fmla="*/ 270482 w 488025"/>
                <a:gd name="connsiteY365" fmla="*/ 484512 h 643122"/>
                <a:gd name="connsiteX366" fmla="*/ 272636 w 488025"/>
                <a:gd name="connsiteY366" fmla="*/ 479499 h 643122"/>
                <a:gd name="connsiteX367" fmla="*/ 276775 w 488025"/>
                <a:gd name="connsiteY367" fmla="*/ 476472 h 643122"/>
                <a:gd name="connsiteX368" fmla="*/ 280477 w 488025"/>
                <a:gd name="connsiteY368" fmla="*/ 475597 h 643122"/>
                <a:gd name="connsiteX369" fmla="*/ 287208 w 488025"/>
                <a:gd name="connsiteY369" fmla="*/ 471258 h 643122"/>
                <a:gd name="connsiteX370" fmla="*/ 291785 w 488025"/>
                <a:gd name="connsiteY370" fmla="*/ 467995 h 643122"/>
                <a:gd name="connsiteX371" fmla="*/ 294612 w 488025"/>
                <a:gd name="connsiteY371" fmla="*/ 462579 h 643122"/>
                <a:gd name="connsiteX372" fmla="*/ 297439 w 488025"/>
                <a:gd name="connsiteY372" fmla="*/ 457163 h 643122"/>
                <a:gd name="connsiteX373" fmla="*/ 299391 w 488025"/>
                <a:gd name="connsiteY373" fmla="*/ 454337 h 643122"/>
                <a:gd name="connsiteX374" fmla="*/ 301545 w 488025"/>
                <a:gd name="connsiteY374" fmla="*/ 452823 h 643122"/>
                <a:gd name="connsiteX375" fmla="*/ 306324 w 488025"/>
                <a:gd name="connsiteY375" fmla="*/ 449997 h 643122"/>
                <a:gd name="connsiteX376" fmla="*/ 307637 w 488025"/>
                <a:gd name="connsiteY376" fmla="*/ 445994 h 643122"/>
                <a:gd name="connsiteX377" fmla="*/ 304810 w 488025"/>
                <a:gd name="connsiteY377" fmla="*/ 443942 h 643122"/>
                <a:gd name="connsiteX378" fmla="*/ 299156 w 488025"/>
                <a:gd name="connsiteY378" fmla="*/ 443942 h 643122"/>
                <a:gd name="connsiteX379" fmla="*/ 293939 w 488025"/>
                <a:gd name="connsiteY379" fmla="*/ 443942 h 643122"/>
                <a:gd name="connsiteX380" fmla="*/ 291314 w 488025"/>
                <a:gd name="connsiteY380" fmla="*/ 439367 h 643122"/>
                <a:gd name="connsiteX381" fmla="*/ 291314 w 488025"/>
                <a:gd name="connsiteY381" fmla="*/ 436104 h 643122"/>
                <a:gd name="connsiteX382" fmla="*/ 294141 w 488025"/>
                <a:gd name="connsiteY382" fmla="*/ 429814 h 643122"/>
                <a:gd name="connsiteX383" fmla="*/ 297843 w 488025"/>
                <a:gd name="connsiteY383" fmla="*/ 424599 h 643122"/>
                <a:gd name="connsiteX384" fmla="*/ 305011 w 488025"/>
                <a:gd name="connsiteY384" fmla="*/ 420260 h 643122"/>
                <a:gd name="connsiteX385" fmla="*/ 308276 w 488025"/>
                <a:gd name="connsiteY385" fmla="*/ 417434 h 643122"/>
                <a:gd name="connsiteX386" fmla="*/ 314132 w 488025"/>
                <a:gd name="connsiteY386" fmla="*/ 414407 h 643122"/>
                <a:gd name="connsiteX387" fmla="*/ 317161 w 488025"/>
                <a:gd name="connsiteY387" fmla="*/ 409428 h 643122"/>
                <a:gd name="connsiteX388" fmla="*/ 316522 w 488025"/>
                <a:gd name="connsiteY388" fmla="*/ 403575 h 643122"/>
                <a:gd name="connsiteX389" fmla="*/ 312180 w 488025"/>
                <a:gd name="connsiteY389" fmla="*/ 397486 h 643122"/>
                <a:gd name="connsiteX390" fmla="*/ 307603 w 488025"/>
                <a:gd name="connsiteY390" fmla="*/ 391633 h 643122"/>
                <a:gd name="connsiteX391" fmla="*/ 304136 w 488025"/>
                <a:gd name="connsiteY391" fmla="*/ 384030 h 643122"/>
                <a:gd name="connsiteX392" fmla="*/ 299559 w 488025"/>
                <a:gd name="connsiteY392" fmla="*/ 380330 h 643122"/>
                <a:gd name="connsiteX393" fmla="*/ 299122 w 488025"/>
                <a:gd name="connsiteY393" fmla="*/ 374039 h 643122"/>
                <a:gd name="connsiteX394" fmla="*/ 303026 w 488025"/>
                <a:gd name="connsiteY394" fmla="*/ 371852 h 643122"/>
                <a:gd name="connsiteX395" fmla="*/ 305214 w 488025"/>
                <a:gd name="connsiteY395" fmla="*/ 369027 h 643122"/>
                <a:gd name="connsiteX396" fmla="*/ 309117 w 488025"/>
                <a:gd name="connsiteY396" fmla="*/ 360987 h 643122"/>
                <a:gd name="connsiteX397" fmla="*/ 313896 w 488025"/>
                <a:gd name="connsiteY397" fmla="*/ 356647 h 643122"/>
                <a:gd name="connsiteX398" fmla="*/ 318238 w 488025"/>
                <a:gd name="connsiteY398" fmla="*/ 351231 h 643122"/>
                <a:gd name="connsiteX399" fmla="*/ 329310 w 488025"/>
                <a:gd name="connsiteY399" fmla="*/ 343629 h 643122"/>
                <a:gd name="connsiteX400" fmla="*/ 338431 w 488025"/>
                <a:gd name="connsiteY400" fmla="*/ 342552 h 643122"/>
                <a:gd name="connsiteX401" fmla="*/ 344959 w 488025"/>
                <a:gd name="connsiteY401" fmla="*/ 341913 h 643122"/>
                <a:gd name="connsiteX402" fmla="*/ 351253 w 488025"/>
                <a:gd name="connsiteY402" fmla="*/ 335387 h 643122"/>
                <a:gd name="connsiteX403" fmla="*/ 354080 w 488025"/>
                <a:gd name="connsiteY403" fmla="*/ 332999 h 643122"/>
                <a:gd name="connsiteX404" fmla="*/ 356671 w 488025"/>
                <a:gd name="connsiteY404" fmla="*/ 327785 h 643122"/>
                <a:gd name="connsiteX405" fmla="*/ 359061 w 488025"/>
                <a:gd name="connsiteY405" fmla="*/ 322133 h 643122"/>
                <a:gd name="connsiteX406" fmla="*/ 363099 w 488025"/>
                <a:gd name="connsiteY406" fmla="*/ 318231 h 643122"/>
                <a:gd name="connsiteX407" fmla="*/ 366027 w 488025"/>
                <a:gd name="connsiteY407" fmla="*/ 313454 h 643122"/>
                <a:gd name="connsiteX408" fmla="*/ 366027 w 488025"/>
                <a:gd name="connsiteY408" fmla="*/ 309316 h 643122"/>
                <a:gd name="connsiteX409" fmla="*/ 363638 w 488025"/>
                <a:gd name="connsiteY409" fmla="*/ 304304 h 643122"/>
                <a:gd name="connsiteX410" fmla="*/ 360374 w 488025"/>
                <a:gd name="connsiteY410" fmla="*/ 303228 h 643122"/>
                <a:gd name="connsiteX411" fmla="*/ 357984 w 488025"/>
                <a:gd name="connsiteY411" fmla="*/ 299325 h 643122"/>
                <a:gd name="connsiteX412" fmla="*/ 358186 w 488025"/>
                <a:gd name="connsiteY412" fmla="*/ 293472 h 643122"/>
                <a:gd name="connsiteX413" fmla="*/ 355998 w 488025"/>
                <a:gd name="connsiteY413" fmla="*/ 289335 h 643122"/>
                <a:gd name="connsiteX414" fmla="*/ 352094 w 488025"/>
                <a:gd name="connsiteY414" fmla="*/ 287383 h 643122"/>
                <a:gd name="connsiteX415" fmla="*/ 345801 w 488025"/>
                <a:gd name="connsiteY415" fmla="*/ 283919 h 643122"/>
                <a:gd name="connsiteX416" fmla="*/ 347113 w 488025"/>
                <a:gd name="connsiteY416" fmla="*/ 280655 h 643122"/>
                <a:gd name="connsiteX417" fmla="*/ 348191 w 488025"/>
                <a:gd name="connsiteY417" fmla="*/ 276081 h 643122"/>
                <a:gd name="connsiteX418" fmla="*/ 352330 w 488025"/>
                <a:gd name="connsiteY418" fmla="*/ 271943 h 643122"/>
                <a:gd name="connsiteX419" fmla="*/ 359936 w 488025"/>
                <a:gd name="connsiteY419" fmla="*/ 268041 h 643122"/>
                <a:gd name="connsiteX420" fmla="*/ 365152 w 488025"/>
                <a:gd name="connsiteY420" fmla="*/ 265652 h 643122"/>
                <a:gd name="connsiteX421" fmla="*/ 372119 w 488025"/>
                <a:gd name="connsiteY421" fmla="*/ 260438 h 643122"/>
                <a:gd name="connsiteX422" fmla="*/ 374946 w 488025"/>
                <a:gd name="connsiteY422" fmla="*/ 255863 h 643122"/>
                <a:gd name="connsiteX423" fmla="*/ 375383 w 488025"/>
                <a:gd name="connsiteY423" fmla="*/ 248698 h 643122"/>
                <a:gd name="connsiteX424" fmla="*/ 376023 w 488025"/>
                <a:gd name="connsiteY424" fmla="*/ 246511 h 643122"/>
                <a:gd name="connsiteX425" fmla="*/ 379725 w 488025"/>
                <a:gd name="connsiteY425" fmla="*/ 243450 h 643122"/>
                <a:gd name="connsiteX426" fmla="*/ 384941 w 488025"/>
                <a:gd name="connsiteY426" fmla="*/ 241701 h 643122"/>
                <a:gd name="connsiteX427" fmla="*/ 389720 w 488025"/>
                <a:gd name="connsiteY427" fmla="*/ 238875 h 643122"/>
                <a:gd name="connsiteX428" fmla="*/ 392110 w 488025"/>
                <a:gd name="connsiteY428" fmla="*/ 236487 h 643122"/>
                <a:gd name="connsiteX429" fmla="*/ 394701 w 488025"/>
                <a:gd name="connsiteY429" fmla="*/ 233661 h 643122"/>
                <a:gd name="connsiteX430" fmla="*/ 396451 w 488025"/>
                <a:gd name="connsiteY430" fmla="*/ 233661 h 643122"/>
                <a:gd name="connsiteX431" fmla="*/ 401667 w 488025"/>
                <a:gd name="connsiteY431" fmla="*/ 236049 h 643122"/>
                <a:gd name="connsiteX432" fmla="*/ 402542 w 488025"/>
                <a:gd name="connsiteY432" fmla="*/ 241499 h 643122"/>
                <a:gd name="connsiteX433" fmla="*/ 406009 w 488025"/>
                <a:gd name="connsiteY433" fmla="*/ 247789 h 643122"/>
                <a:gd name="connsiteX434" fmla="*/ 412101 w 488025"/>
                <a:gd name="connsiteY434" fmla="*/ 248664 h 643122"/>
                <a:gd name="connsiteX435" fmla="*/ 415365 w 488025"/>
                <a:gd name="connsiteY435" fmla="*/ 246713 h 643122"/>
                <a:gd name="connsiteX436" fmla="*/ 421255 w 488025"/>
                <a:gd name="connsiteY436" fmla="*/ 243887 h 643122"/>
                <a:gd name="connsiteX437" fmla="*/ 424284 w 488025"/>
                <a:gd name="connsiteY437" fmla="*/ 240624 h 643122"/>
                <a:gd name="connsiteX438" fmla="*/ 429702 w 488025"/>
                <a:gd name="connsiteY438" fmla="*/ 235410 h 643122"/>
                <a:gd name="connsiteX439" fmla="*/ 439933 w 488025"/>
                <a:gd name="connsiteY439" fmla="*/ 230398 h 643122"/>
                <a:gd name="connsiteX440" fmla="*/ 447101 w 488025"/>
                <a:gd name="connsiteY440" fmla="*/ 226260 h 643122"/>
                <a:gd name="connsiteX441" fmla="*/ 450164 w 488025"/>
                <a:gd name="connsiteY441" fmla="*/ 228648 h 643122"/>
                <a:gd name="connsiteX442" fmla="*/ 453193 w 488025"/>
                <a:gd name="connsiteY442" fmla="*/ 230398 h 643122"/>
                <a:gd name="connsiteX443" fmla="*/ 456222 w 488025"/>
                <a:gd name="connsiteY443" fmla="*/ 227572 h 643122"/>
                <a:gd name="connsiteX444" fmla="*/ 457332 w 488025"/>
                <a:gd name="connsiteY444" fmla="*/ 222156 h 643122"/>
                <a:gd name="connsiteX445" fmla="*/ 459082 w 488025"/>
                <a:gd name="connsiteY445" fmla="*/ 220844 h 643122"/>
                <a:gd name="connsiteX446" fmla="*/ 464501 w 488025"/>
                <a:gd name="connsiteY446" fmla="*/ 218018 h 643122"/>
                <a:gd name="connsiteX447" fmla="*/ 469515 w 488025"/>
                <a:gd name="connsiteY447" fmla="*/ 218018 h 643122"/>
                <a:gd name="connsiteX448" fmla="*/ 474530 w 488025"/>
                <a:gd name="connsiteY448" fmla="*/ 214318 h 643122"/>
                <a:gd name="connsiteX449" fmla="*/ 477794 w 488025"/>
                <a:gd name="connsiteY449" fmla="*/ 212804 h 643122"/>
                <a:gd name="connsiteX450" fmla="*/ 478232 w 488025"/>
                <a:gd name="connsiteY450" fmla="*/ 212804 h 643122"/>
                <a:gd name="connsiteX451" fmla="*/ 478669 w 488025"/>
                <a:gd name="connsiteY451" fmla="*/ 205404 h 643122"/>
                <a:gd name="connsiteX452" fmla="*/ 478030 w 488025"/>
                <a:gd name="connsiteY452" fmla="*/ 201501 h 643122"/>
                <a:gd name="connsiteX453" fmla="*/ 476515 w 488025"/>
                <a:gd name="connsiteY453" fmla="*/ 196085 h 643122"/>
                <a:gd name="connsiteX454" fmla="*/ 478030 w 488025"/>
                <a:gd name="connsiteY454" fmla="*/ 194572 h 643122"/>
                <a:gd name="connsiteX455" fmla="*/ 481732 w 488025"/>
                <a:gd name="connsiteY455" fmla="*/ 194134 h 643122"/>
                <a:gd name="connsiteX456" fmla="*/ 484996 w 488025"/>
                <a:gd name="connsiteY456" fmla="*/ 187171 h 643122"/>
                <a:gd name="connsiteX457" fmla="*/ 488025 w 488025"/>
                <a:gd name="connsiteY457" fmla="*/ 175868 h 643122"/>
                <a:gd name="connsiteX458" fmla="*/ 481900 w 488025"/>
                <a:gd name="connsiteY458" fmla="*/ 169577 h 64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488025" h="643122">
                  <a:moveTo>
                    <a:pt x="481900" y="169577"/>
                  </a:moveTo>
                  <a:lnTo>
                    <a:pt x="479275" y="158712"/>
                  </a:lnTo>
                  <a:lnTo>
                    <a:pt x="479914" y="147409"/>
                  </a:lnTo>
                  <a:lnTo>
                    <a:pt x="472073" y="137182"/>
                  </a:lnTo>
                  <a:lnTo>
                    <a:pt x="463390" y="126317"/>
                  </a:lnTo>
                  <a:lnTo>
                    <a:pt x="454909" y="117638"/>
                  </a:lnTo>
                  <a:lnTo>
                    <a:pt x="443601" y="110271"/>
                  </a:lnTo>
                  <a:lnTo>
                    <a:pt x="437947" y="104182"/>
                  </a:lnTo>
                  <a:lnTo>
                    <a:pt x="434918" y="92442"/>
                  </a:lnTo>
                  <a:lnTo>
                    <a:pt x="439260" y="90053"/>
                  </a:lnTo>
                  <a:lnTo>
                    <a:pt x="439260" y="81778"/>
                  </a:lnTo>
                  <a:lnTo>
                    <a:pt x="442726" y="77439"/>
                  </a:lnTo>
                  <a:lnTo>
                    <a:pt x="449457" y="75925"/>
                  </a:lnTo>
                  <a:lnTo>
                    <a:pt x="451645" y="72224"/>
                  </a:lnTo>
                  <a:lnTo>
                    <a:pt x="453159" y="65496"/>
                  </a:lnTo>
                  <a:lnTo>
                    <a:pt x="444476" y="62233"/>
                  </a:lnTo>
                  <a:lnTo>
                    <a:pt x="444476" y="59340"/>
                  </a:lnTo>
                  <a:lnTo>
                    <a:pt x="442726" y="52377"/>
                  </a:lnTo>
                  <a:lnTo>
                    <a:pt x="437510" y="51502"/>
                  </a:lnTo>
                  <a:lnTo>
                    <a:pt x="428524" y="52949"/>
                  </a:lnTo>
                  <a:lnTo>
                    <a:pt x="420682" y="52377"/>
                  </a:lnTo>
                  <a:lnTo>
                    <a:pt x="408230" y="50358"/>
                  </a:lnTo>
                  <a:lnTo>
                    <a:pt x="397225" y="49484"/>
                  </a:lnTo>
                  <a:lnTo>
                    <a:pt x="389114" y="49181"/>
                  </a:lnTo>
                  <a:lnTo>
                    <a:pt x="384201" y="47163"/>
                  </a:lnTo>
                  <a:lnTo>
                    <a:pt x="378412" y="44842"/>
                  </a:lnTo>
                  <a:lnTo>
                    <a:pt x="378412" y="42823"/>
                  </a:lnTo>
                  <a:lnTo>
                    <a:pt x="373633" y="41377"/>
                  </a:lnTo>
                  <a:lnTo>
                    <a:pt x="371446" y="36163"/>
                  </a:lnTo>
                  <a:lnTo>
                    <a:pt x="371446" y="29199"/>
                  </a:lnTo>
                  <a:lnTo>
                    <a:pt x="371446" y="26609"/>
                  </a:lnTo>
                  <a:lnTo>
                    <a:pt x="369258" y="24019"/>
                  </a:lnTo>
                  <a:lnTo>
                    <a:pt x="365623" y="24893"/>
                  </a:lnTo>
                  <a:lnTo>
                    <a:pt x="358657" y="24019"/>
                  </a:lnTo>
                  <a:lnTo>
                    <a:pt x="356066" y="20251"/>
                  </a:lnTo>
                  <a:lnTo>
                    <a:pt x="351421" y="14162"/>
                  </a:lnTo>
                  <a:lnTo>
                    <a:pt x="346508" y="13860"/>
                  </a:lnTo>
                  <a:lnTo>
                    <a:pt x="344758" y="15609"/>
                  </a:lnTo>
                  <a:lnTo>
                    <a:pt x="340887" y="17930"/>
                  </a:lnTo>
                  <a:lnTo>
                    <a:pt x="337219" y="22269"/>
                  </a:lnTo>
                  <a:cubicBezTo>
                    <a:pt x="337219" y="22269"/>
                    <a:pt x="338363" y="26037"/>
                    <a:pt x="340113" y="27181"/>
                  </a:cubicBezTo>
                  <a:cubicBezTo>
                    <a:pt x="341864" y="28325"/>
                    <a:pt x="340113" y="32698"/>
                    <a:pt x="340113" y="32698"/>
                  </a:cubicBezTo>
                  <a:lnTo>
                    <a:pt x="340113" y="36768"/>
                  </a:lnTo>
                  <a:lnTo>
                    <a:pt x="338094" y="41410"/>
                  </a:lnTo>
                  <a:lnTo>
                    <a:pt x="336950" y="44606"/>
                  </a:lnTo>
                  <a:lnTo>
                    <a:pt x="325945" y="48071"/>
                  </a:lnTo>
                  <a:lnTo>
                    <a:pt x="322748" y="51267"/>
                  </a:lnTo>
                  <a:lnTo>
                    <a:pt x="318406" y="56178"/>
                  </a:lnTo>
                  <a:lnTo>
                    <a:pt x="313190" y="56178"/>
                  </a:lnTo>
                  <a:lnTo>
                    <a:pt x="306526" y="56178"/>
                  </a:lnTo>
                  <a:lnTo>
                    <a:pt x="302454" y="53151"/>
                  </a:lnTo>
                  <a:lnTo>
                    <a:pt x="299862" y="49517"/>
                  </a:lnTo>
                  <a:lnTo>
                    <a:pt x="298415" y="44875"/>
                  </a:lnTo>
                  <a:lnTo>
                    <a:pt x="298415" y="41410"/>
                  </a:lnTo>
                  <a:lnTo>
                    <a:pt x="298987" y="37071"/>
                  </a:lnTo>
                  <a:lnTo>
                    <a:pt x="304204" y="33606"/>
                  </a:lnTo>
                  <a:lnTo>
                    <a:pt x="309420" y="30713"/>
                  </a:lnTo>
                  <a:lnTo>
                    <a:pt x="312617" y="26945"/>
                  </a:lnTo>
                  <a:lnTo>
                    <a:pt x="319281" y="22303"/>
                  </a:lnTo>
                  <a:lnTo>
                    <a:pt x="319281" y="15340"/>
                  </a:lnTo>
                  <a:lnTo>
                    <a:pt x="314805" y="11572"/>
                  </a:lnTo>
                  <a:lnTo>
                    <a:pt x="308848" y="6661"/>
                  </a:lnTo>
                  <a:lnTo>
                    <a:pt x="308848" y="3465"/>
                  </a:lnTo>
                  <a:lnTo>
                    <a:pt x="305516" y="0"/>
                  </a:lnTo>
                  <a:lnTo>
                    <a:pt x="296968" y="875"/>
                  </a:lnTo>
                  <a:lnTo>
                    <a:pt x="292896" y="1177"/>
                  </a:lnTo>
                  <a:lnTo>
                    <a:pt x="289429" y="3498"/>
                  </a:lnTo>
                  <a:lnTo>
                    <a:pt x="290574" y="10731"/>
                  </a:lnTo>
                  <a:lnTo>
                    <a:pt x="287679" y="14196"/>
                  </a:lnTo>
                  <a:lnTo>
                    <a:pt x="283607" y="17661"/>
                  </a:lnTo>
                  <a:cubicBezTo>
                    <a:pt x="283607" y="17661"/>
                    <a:pt x="278088" y="22572"/>
                    <a:pt x="277819" y="23447"/>
                  </a:cubicBezTo>
                  <a:cubicBezTo>
                    <a:pt x="277549" y="24321"/>
                    <a:pt x="273746" y="28661"/>
                    <a:pt x="273746" y="28661"/>
                  </a:cubicBezTo>
                  <a:cubicBezTo>
                    <a:pt x="273746" y="28661"/>
                    <a:pt x="268530" y="31857"/>
                    <a:pt x="266780" y="31857"/>
                  </a:cubicBezTo>
                  <a:cubicBezTo>
                    <a:pt x="265030" y="31857"/>
                    <a:pt x="260991" y="34481"/>
                    <a:pt x="260991" y="34481"/>
                  </a:cubicBezTo>
                  <a:lnTo>
                    <a:pt x="252308" y="37071"/>
                  </a:lnTo>
                  <a:lnTo>
                    <a:pt x="245645" y="37071"/>
                  </a:lnTo>
                  <a:lnTo>
                    <a:pt x="245409" y="36196"/>
                  </a:lnTo>
                  <a:lnTo>
                    <a:pt x="243592" y="38652"/>
                  </a:lnTo>
                  <a:lnTo>
                    <a:pt x="238476" y="40670"/>
                  </a:lnTo>
                  <a:lnTo>
                    <a:pt x="230736" y="44068"/>
                  </a:lnTo>
                  <a:lnTo>
                    <a:pt x="227101" y="45716"/>
                  </a:lnTo>
                  <a:lnTo>
                    <a:pt x="217543" y="45716"/>
                  </a:lnTo>
                  <a:lnTo>
                    <a:pt x="212764" y="38316"/>
                  </a:lnTo>
                  <a:lnTo>
                    <a:pt x="209937" y="35591"/>
                  </a:lnTo>
                  <a:lnTo>
                    <a:pt x="204721" y="33539"/>
                  </a:lnTo>
                  <a:lnTo>
                    <a:pt x="193211" y="33539"/>
                  </a:lnTo>
                  <a:lnTo>
                    <a:pt x="186918" y="34851"/>
                  </a:lnTo>
                  <a:lnTo>
                    <a:pt x="178975" y="35288"/>
                  </a:lnTo>
                  <a:lnTo>
                    <a:pt x="176687" y="39627"/>
                  </a:lnTo>
                  <a:lnTo>
                    <a:pt x="176687" y="43092"/>
                  </a:lnTo>
                  <a:lnTo>
                    <a:pt x="174061" y="47869"/>
                  </a:lnTo>
                  <a:lnTo>
                    <a:pt x="171235" y="51771"/>
                  </a:lnTo>
                  <a:lnTo>
                    <a:pt x="167533" y="54160"/>
                  </a:lnTo>
                  <a:lnTo>
                    <a:pt x="162956" y="55472"/>
                  </a:lnTo>
                  <a:lnTo>
                    <a:pt x="156426" y="58096"/>
                  </a:lnTo>
                  <a:lnTo>
                    <a:pt x="153398" y="64184"/>
                  </a:lnTo>
                  <a:cubicBezTo>
                    <a:pt x="153398" y="64184"/>
                    <a:pt x="152960" y="68087"/>
                    <a:pt x="152321" y="68524"/>
                  </a:cubicBezTo>
                  <a:cubicBezTo>
                    <a:pt x="151681" y="68961"/>
                    <a:pt x="145792" y="71989"/>
                    <a:pt x="145792" y="71989"/>
                  </a:cubicBezTo>
                  <a:lnTo>
                    <a:pt x="138388" y="67010"/>
                  </a:lnTo>
                  <a:lnTo>
                    <a:pt x="132936" y="63545"/>
                  </a:lnTo>
                  <a:lnTo>
                    <a:pt x="128157" y="67683"/>
                  </a:lnTo>
                  <a:cubicBezTo>
                    <a:pt x="128157" y="67683"/>
                    <a:pt x="126407" y="70071"/>
                    <a:pt x="126205" y="70946"/>
                  </a:cubicBezTo>
                  <a:cubicBezTo>
                    <a:pt x="126003" y="71821"/>
                    <a:pt x="121864" y="73772"/>
                    <a:pt x="122065" y="75084"/>
                  </a:cubicBezTo>
                  <a:cubicBezTo>
                    <a:pt x="122267" y="76396"/>
                    <a:pt x="126407" y="83023"/>
                    <a:pt x="126407" y="83023"/>
                  </a:cubicBezTo>
                  <a:lnTo>
                    <a:pt x="122065" y="87463"/>
                  </a:lnTo>
                  <a:lnTo>
                    <a:pt x="114897" y="87463"/>
                  </a:lnTo>
                  <a:lnTo>
                    <a:pt x="106214" y="87463"/>
                  </a:lnTo>
                  <a:lnTo>
                    <a:pt x="95781" y="87463"/>
                  </a:lnTo>
                  <a:cubicBezTo>
                    <a:pt x="95781" y="87463"/>
                    <a:pt x="93156" y="89414"/>
                    <a:pt x="92752" y="90289"/>
                  </a:cubicBezTo>
                  <a:cubicBezTo>
                    <a:pt x="92315" y="91163"/>
                    <a:pt x="89487" y="94191"/>
                    <a:pt x="88848" y="94628"/>
                  </a:cubicBezTo>
                  <a:cubicBezTo>
                    <a:pt x="88209" y="95066"/>
                    <a:pt x="85382" y="96142"/>
                    <a:pt x="85382" y="96142"/>
                  </a:cubicBezTo>
                  <a:lnTo>
                    <a:pt x="77574" y="97891"/>
                  </a:lnTo>
                  <a:lnTo>
                    <a:pt x="64516" y="97891"/>
                  </a:lnTo>
                  <a:lnTo>
                    <a:pt x="61049" y="97891"/>
                  </a:lnTo>
                  <a:lnTo>
                    <a:pt x="60174" y="101794"/>
                  </a:lnTo>
                  <a:lnTo>
                    <a:pt x="60174" y="103980"/>
                  </a:lnTo>
                  <a:lnTo>
                    <a:pt x="60174" y="109194"/>
                  </a:lnTo>
                  <a:cubicBezTo>
                    <a:pt x="60174" y="109194"/>
                    <a:pt x="58660" y="110069"/>
                    <a:pt x="57987" y="110506"/>
                  </a:cubicBezTo>
                  <a:cubicBezTo>
                    <a:pt x="57348" y="110943"/>
                    <a:pt x="53208" y="111381"/>
                    <a:pt x="52568" y="111583"/>
                  </a:cubicBezTo>
                  <a:cubicBezTo>
                    <a:pt x="52501" y="111616"/>
                    <a:pt x="52434" y="111616"/>
                    <a:pt x="52434" y="111650"/>
                  </a:cubicBezTo>
                  <a:cubicBezTo>
                    <a:pt x="52501" y="111616"/>
                    <a:pt x="52568" y="111448"/>
                    <a:pt x="50179" y="111583"/>
                  </a:cubicBezTo>
                  <a:cubicBezTo>
                    <a:pt x="46679" y="111784"/>
                    <a:pt x="44087" y="111650"/>
                    <a:pt x="44087" y="111650"/>
                  </a:cubicBezTo>
                  <a:lnTo>
                    <a:pt x="41261" y="116158"/>
                  </a:lnTo>
                  <a:cubicBezTo>
                    <a:pt x="41261" y="116158"/>
                    <a:pt x="40184" y="118109"/>
                    <a:pt x="38871" y="119421"/>
                  </a:cubicBezTo>
                  <a:cubicBezTo>
                    <a:pt x="37559" y="120733"/>
                    <a:pt x="34092" y="123760"/>
                    <a:pt x="34092" y="123760"/>
                  </a:cubicBezTo>
                  <a:lnTo>
                    <a:pt x="34092" y="126586"/>
                  </a:lnTo>
                  <a:lnTo>
                    <a:pt x="35842" y="133314"/>
                  </a:lnTo>
                  <a:lnTo>
                    <a:pt x="35842" y="140479"/>
                  </a:lnTo>
                  <a:lnTo>
                    <a:pt x="37592" y="145929"/>
                  </a:lnTo>
                  <a:lnTo>
                    <a:pt x="45198" y="148317"/>
                  </a:lnTo>
                  <a:lnTo>
                    <a:pt x="48900" y="148317"/>
                  </a:lnTo>
                  <a:lnTo>
                    <a:pt x="56708" y="153969"/>
                  </a:lnTo>
                  <a:lnTo>
                    <a:pt x="57819" y="156357"/>
                  </a:lnTo>
                  <a:lnTo>
                    <a:pt x="56069" y="166348"/>
                  </a:lnTo>
                  <a:lnTo>
                    <a:pt x="52165" y="175262"/>
                  </a:lnTo>
                  <a:lnTo>
                    <a:pt x="49775" y="184379"/>
                  </a:lnTo>
                  <a:cubicBezTo>
                    <a:pt x="49775" y="184379"/>
                    <a:pt x="49136" y="186128"/>
                    <a:pt x="49775" y="188281"/>
                  </a:cubicBezTo>
                  <a:cubicBezTo>
                    <a:pt x="50414" y="190468"/>
                    <a:pt x="53679" y="195244"/>
                    <a:pt x="55194" y="194807"/>
                  </a:cubicBezTo>
                  <a:cubicBezTo>
                    <a:pt x="56708" y="194370"/>
                    <a:pt x="62160" y="194841"/>
                    <a:pt x="62160" y="194841"/>
                  </a:cubicBezTo>
                  <a:lnTo>
                    <a:pt x="65189" y="196994"/>
                  </a:lnTo>
                  <a:lnTo>
                    <a:pt x="66064" y="200694"/>
                  </a:lnTo>
                  <a:lnTo>
                    <a:pt x="65425" y="203284"/>
                  </a:lnTo>
                  <a:lnTo>
                    <a:pt x="64112" y="206312"/>
                  </a:lnTo>
                  <a:lnTo>
                    <a:pt x="59771" y="208498"/>
                  </a:lnTo>
                  <a:cubicBezTo>
                    <a:pt x="59771" y="208498"/>
                    <a:pt x="63035" y="212636"/>
                    <a:pt x="62800" y="213511"/>
                  </a:cubicBezTo>
                  <a:cubicBezTo>
                    <a:pt x="62597" y="214385"/>
                    <a:pt x="64112" y="215899"/>
                    <a:pt x="57348" y="220474"/>
                  </a:cubicBezTo>
                  <a:cubicBezTo>
                    <a:pt x="50617" y="225049"/>
                    <a:pt x="47352" y="228077"/>
                    <a:pt x="47352" y="228077"/>
                  </a:cubicBezTo>
                  <a:lnTo>
                    <a:pt x="40184" y="231777"/>
                  </a:lnTo>
                  <a:lnTo>
                    <a:pt x="40823" y="235242"/>
                  </a:lnTo>
                  <a:lnTo>
                    <a:pt x="45400" y="235242"/>
                  </a:lnTo>
                  <a:lnTo>
                    <a:pt x="47790" y="239380"/>
                  </a:lnTo>
                  <a:lnTo>
                    <a:pt x="44962" y="244796"/>
                  </a:lnTo>
                  <a:lnTo>
                    <a:pt x="41934" y="248260"/>
                  </a:lnTo>
                  <a:lnTo>
                    <a:pt x="34126" y="250447"/>
                  </a:lnTo>
                  <a:lnTo>
                    <a:pt x="30861" y="251961"/>
                  </a:lnTo>
                  <a:lnTo>
                    <a:pt x="25847" y="253037"/>
                  </a:lnTo>
                  <a:lnTo>
                    <a:pt x="22145" y="255426"/>
                  </a:lnTo>
                  <a:lnTo>
                    <a:pt x="19755" y="258487"/>
                  </a:lnTo>
                  <a:lnTo>
                    <a:pt x="18443" y="260875"/>
                  </a:lnTo>
                  <a:lnTo>
                    <a:pt x="18443" y="263903"/>
                  </a:lnTo>
                  <a:lnTo>
                    <a:pt x="18443" y="269117"/>
                  </a:lnTo>
                  <a:lnTo>
                    <a:pt x="18443" y="276081"/>
                  </a:lnTo>
                  <a:lnTo>
                    <a:pt x="16928" y="278032"/>
                  </a:lnTo>
                  <a:lnTo>
                    <a:pt x="15616" y="280218"/>
                  </a:lnTo>
                  <a:lnTo>
                    <a:pt x="12149" y="283279"/>
                  </a:lnTo>
                  <a:lnTo>
                    <a:pt x="9760" y="286542"/>
                  </a:lnTo>
                  <a:cubicBezTo>
                    <a:pt x="9760" y="286542"/>
                    <a:pt x="8683" y="287182"/>
                    <a:pt x="8683" y="289133"/>
                  </a:cubicBezTo>
                  <a:cubicBezTo>
                    <a:pt x="8683" y="291084"/>
                    <a:pt x="6731" y="294549"/>
                    <a:pt x="6731" y="294549"/>
                  </a:cubicBezTo>
                  <a:lnTo>
                    <a:pt x="3264" y="298014"/>
                  </a:lnTo>
                  <a:lnTo>
                    <a:pt x="1750" y="299527"/>
                  </a:lnTo>
                  <a:lnTo>
                    <a:pt x="0" y="302151"/>
                  </a:lnTo>
                  <a:lnTo>
                    <a:pt x="2625" y="305179"/>
                  </a:lnTo>
                  <a:lnTo>
                    <a:pt x="3063" y="311032"/>
                  </a:lnTo>
                  <a:lnTo>
                    <a:pt x="3938" y="316684"/>
                  </a:lnTo>
                  <a:lnTo>
                    <a:pt x="4577" y="317995"/>
                  </a:lnTo>
                  <a:lnTo>
                    <a:pt x="4577" y="322133"/>
                  </a:lnTo>
                  <a:lnTo>
                    <a:pt x="7168" y="322133"/>
                  </a:lnTo>
                  <a:lnTo>
                    <a:pt x="10669" y="324320"/>
                  </a:lnTo>
                  <a:lnTo>
                    <a:pt x="15683" y="325632"/>
                  </a:lnTo>
                  <a:lnTo>
                    <a:pt x="19385" y="325632"/>
                  </a:lnTo>
                  <a:lnTo>
                    <a:pt x="24837" y="321292"/>
                  </a:lnTo>
                  <a:lnTo>
                    <a:pt x="30929" y="320418"/>
                  </a:lnTo>
                  <a:lnTo>
                    <a:pt x="34832" y="320619"/>
                  </a:lnTo>
                  <a:lnTo>
                    <a:pt x="34597" y="322571"/>
                  </a:lnTo>
                  <a:lnTo>
                    <a:pt x="34159" y="327347"/>
                  </a:lnTo>
                  <a:lnTo>
                    <a:pt x="33083" y="331485"/>
                  </a:lnTo>
                  <a:lnTo>
                    <a:pt x="31770" y="335623"/>
                  </a:lnTo>
                  <a:lnTo>
                    <a:pt x="28741" y="338246"/>
                  </a:lnTo>
                  <a:lnTo>
                    <a:pt x="26116" y="341711"/>
                  </a:lnTo>
                  <a:lnTo>
                    <a:pt x="24164" y="344537"/>
                  </a:lnTo>
                  <a:cubicBezTo>
                    <a:pt x="24164" y="344537"/>
                    <a:pt x="23727" y="349112"/>
                    <a:pt x="23727" y="349751"/>
                  </a:cubicBezTo>
                  <a:cubicBezTo>
                    <a:pt x="23727" y="350390"/>
                    <a:pt x="25477" y="354965"/>
                    <a:pt x="25477" y="354965"/>
                  </a:cubicBezTo>
                  <a:lnTo>
                    <a:pt x="30255" y="360180"/>
                  </a:lnTo>
                  <a:lnTo>
                    <a:pt x="39174" y="364755"/>
                  </a:lnTo>
                  <a:lnTo>
                    <a:pt x="40688" y="368892"/>
                  </a:lnTo>
                  <a:lnTo>
                    <a:pt x="36347" y="374308"/>
                  </a:lnTo>
                  <a:lnTo>
                    <a:pt x="35472" y="378009"/>
                  </a:lnTo>
                  <a:lnTo>
                    <a:pt x="35236" y="384535"/>
                  </a:lnTo>
                  <a:lnTo>
                    <a:pt x="33049" y="388437"/>
                  </a:lnTo>
                  <a:lnTo>
                    <a:pt x="31972" y="389749"/>
                  </a:lnTo>
                  <a:lnTo>
                    <a:pt x="31333" y="393449"/>
                  </a:lnTo>
                  <a:lnTo>
                    <a:pt x="32208" y="397587"/>
                  </a:lnTo>
                  <a:lnTo>
                    <a:pt x="32409" y="402599"/>
                  </a:lnTo>
                  <a:lnTo>
                    <a:pt x="34799" y="404416"/>
                  </a:lnTo>
                  <a:lnTo>
                    <a:pt x="46612" y="405660"/>
                  </a:lnTo>
                  <a:lnTo>
                    <a:pt x="52400" y="405660"/>
                  </a:lnTo>
                  <a:lnTo>
                    <a:pt x="58492" y="414070"/>
                  </a:lnTo>
                  <a:lnTo>
                    <a:pt x="60242" y="417535"/>
                  </a:lnTo>
                  <a:lnTo>
                    <a:pt x="60545" y="424196"/>
                  </a:lnTo>
                  <a:lnTo>
                    <a:pt x="57650" y="429107"/>
                  </a:lnTo>
                  <a:lnTo>
                    <a:pt x="55900" y="432875"/>
                  </a:lnTo>
                  <a:cubicBezTo>
                    <a:pt x="55900" y="432875"/>
                    <a:pt x="54150" y="437214"/>
                    <a:pt x="54150" y="438964"/>
                  </a:cubicBezTo>
                  <a:cubicBezTo>
                    <a:pt x="54150" y="440713"/>
                    <a:pt x="53578" y="445624"/>
                    <a:pt x="53578" y="445624"/>
                  </a:cubicBezTo>
                  <a:cubicBezTo>
                    <a:pt x="53578" y="445624"/>
                    <a:pt x="50112" y="447945"/>
                    <a:pt x="49237" y="448820"/>
                  </a:cubicBezTo>
                  <a:cubicBezTo>
                    <a:pt x="48362" y="449695"/>
                    <a:pt x="47217" y="452016"/>
                    <a:pt x="47217" y="452016"/>
                  </a:cubicBezTo>
                  <a:lnTo>
                    <a:pt x="46342" y="456591"/>
                  </a:lnTo>
                  <a:lnTo>
                    <a:pt x="46915" y="459551"/>
                  </a:lnTo>
                  <a:lnTo>
                    <a:pt x="50684" y="459551"/>
                  </a:lnTo>
                  <a:cubicBezTo>
                    <a:pt x="50684" y="459551"/>
                    <a:pt x="55328" y="457365"/>
                    <a:pt x="56472" y="456725"/>
                  </a:cubicBezTo>
                  <a:cubicBezTo>
                    <a:pt x="57617" y="456086"/>
                    <a:pt x="64886" y="453160"/>
                    <a:pt x="64886" y="453160"/>
                  </a:cubicBezTo>
                  <a:lnTo>
                    <a:pt x="69228" y="452285"/>
                  </a:lnTo>
                  <a:lnTo>
                    <a:pt x="72997" y="452588"/>
                  </a:lnTo>
                  <a:lnTo>
                    <a:pt x="75891" y="456725"/>
                  </a:lnTo>
                  <a:lnTo>
                    <a:pt x="74747" y="459551"/>
                  </a:lnTo>
                  <a:lnTo>
                    <a:pt x="71852" y="463016"/>
                  </a:lnTo>
                  <a:lnTo>
                    <a:pt x="66636" y="465640"/>
                  </a:lnTo>
                  <a:cubicBezTo>
                    <a:pt x="66636" y="465640"/>
                    <a:pt x="62564" y="466784"/>
                    <a:pt x="61117" y="467658"/>
                  </a:cubicBezTo>
                  <a:cubicBezTo>
                    <a:pt x="59670" y="468533"/>
                    <a:pt x="54150" y="471123"/>
                    <a:pt x="54150" y="471123"/>
                  </a:cubicBezTo>
                  <a:lnTo>
                    <a:pt x="52131" y="476337"/>
                  </a:lnTo>
                  <a:lnTo>
                    <a:pt x="52400" y="483570"/>
                  </a:lnTo>
                  <a:lnTo>
                    <a:pt x="52972" y="487909"/>
                  </a:lnTo>
                  <a:lnTo>
                    <a:pt x="51391" y="491105"/>
                  </a:lnTo>
                  <a:lnTo>
                    <a:pt x="48059" y="497766"/>
                  </a:lnTo>
                  <a:lnTo>
                    <a:pt x="48059" y="500356"/>
                  </a:lnTo>
                  <a:lnTo>
                    <a:pt x="45736" y="504998"/>
                  </a:lnTo>
                  <a:lnTo>
                    <a:pt x="45165" y="510515"/>
                  </a:lnTo>
                  <a:lnTo>
                    <a:pt x="44862" y="513711"/>
                  </a:lnTo>
                  <a:lnTo>
                    <a:pt x="45434" y="519800"/>
                  </a:lnTo>
                  <a:lnTo>
                    <a:pt x="48631" y="521818"/>
                  </a:lnTo>
                  <a:lnTo>
                    <a:pt x="49775" y="524711"/>
                  </a:lnTo>
                  <a:lnTo>
                    <a:pt x="48631" y="529622"/>
                  </a:lnTo>
                  <a:lnTo>
                    <a:pt x="47487" y="533390"/>
                  </a:lnTo>
                  <a:lnTo>
                    <a:pt x="48934" y="536586"/>
                  </a:lnTo>
                  <a:lnTo>
                    <a:pt x="47924" y="541228"/>
                  </a:lnTo>
                  <a:lnTo>
                    <a:pt x="52838" y="541531"/>
                  </a:lnTo>
                  <a:lnTo>
                    <a:pt x="59501" y="546005"/>
                  </a:lnTo>
                  <a:lnTo>
                    <a:pt x="60948" y="553103"/>
                  </a:lnTo>
                  <a:lnTo>
                    <a:pt x="59939" y="553977"/>
                  </a:lnTo>
                  <a:lnTo>
                    <a:pt x="61958" y="558048"/>
                  </a:lnTo>
                  <a:lnTo>
                    <a:pt x="67175" y="558182"/>
                  </a:lnTo>
                  <a:cubicBezTo>
                    <a:pt x="67175" y="558182"/>
                    <a:pt x="71819" y="552094"/>
                    <a:pt x="72391" y="551959"/>
                  </a:cubicBezTo>
                  <a:cubicBezTo>
                    <a:pt x="72963" y="551825"/>
                    <a:pt x="75588" y="548629"/>
                    <a:pt x="75588" y="548629"/>
                  </a:cubicBezTo>
                  <a:cubicBezTo>
                    <a:pt x="75588" y="548629"/>
                    <a:pt x="77910" y="546610"/>
                    <a:pt x="78483" y="546610"/>
                  </a:cubicBezTo>
                  <a:cubicBezTo>
                    <a:pt x="79055" y="546610"/>
                    <a:pt x="81680" y="547351"/>
                    <a:pt x="82117" y="547788"/>
                  </a:cubicBezTo>
                  <a:cubicBezTo>
                    <a:pt x="82555" y="548225"/>
                    <a:pt x="87906" y="553002"/>
                    <a:pt x="87906" y="553002"/>
                  </a:cubicBezTo>
                  <a:lnTo>
                    <a:pt x="89925" y="554146"/>
                  </a:lnTo>
                  <a:cubicBezTo>
                    <a:pt x="89925" y="554146"/>
                    <a:pt x="93391" y="553137"/>
                    <a:pt x="94132" y="552834"/>
                  </a:cubicBezTo>
                  <a:cubicBezTo>
                    <a:pt x="94839" y="552531"/>
                    <a:pt x="97767" y="549503"/>
                    <a:pt x="98204" y="549369"/>
                  </a:cubicBezTo>
                  <a:cubicBezTo>
                    <a:pt x="98642" y="549234"/>
                    <a:pt x="102411" y="546610"/>
                    <a:pt x="102983" y="546476"/>
                  </a:cubicBezTo>
                  <a:cubicBezTo>
                    <a:pt x="103555" y="546341"/>
                    <a:pt x="105305" y="543280"/>
                    <a:pt x="105743" y="543280"/>
                  </a:cubicBezTo>
                  <a:cubicBezTo>
                    <a:pt x="106180" y="543280"/>
                    <a:pt x="108200" y="541699"/>
                    <a:pt x="108200" y="541699"/>
                  </a:cubicBezTo>
                  <a:cubicBezTo>
                    <a:pt x="108200" y="541699"/>
                    <a:pt x="109344" y="541127"/>
                    <a:pt x="109781" y="541127"/>
                  </a:cubicBezTo>
                  <a:cubicBezTo>
                    <a:pt x="110219" y="541127"/>
                    <a:pt x="113988" y="544895"/>
                    <a:pt x="113988" y="544895"/>
                  </a:cubicBezTo>
                  <a:lnTo>
                    <a:pt x="117455" y="546476"/>
                  </a:lnTo>
                  <a:lnTo>
                    <a:pt x="121359" y="550546"/>
                  </a:lnTo>
                  <a:cubicBezTo>
                    <a:pt x="121359" y="550546"/>
                    <a:pt x="123681" y="552127"/>
                    <a:pt x="124118" y="552867"/>
                  </a:cubicBezTo>
                  <a:cubicBezTo>
                    <a:pt x="124556" y="553608"/>
                    <a:pt x="125868" y="554886"/>
                    <a:pt x="126137" y="555626"/>
                  </a:cubicBezTo>
                  <a:cubicBezTo>
                    <a:pt x="126440" y="556366"/>
                    <a:pt x="128460" y="559259"/>
                    <a:pt x="128460" y="559259"/>
                  </a:cubicBezTo>
                  <a:cubicBezTo>
                    <a:pt x="128460" y="559259"/>
                    <a:pt x="129032" y="562724"/>
                    <a:pt x="129032" y="563161"/>
                  </a:cubicBezTo>
                  <a:cubicBezTo>
                    <a:pt x="129032" y="563598"/>
                    <a:pt x="128325" y="565348"/>
                    <a:pt x="128325" y="565348"/>
                  </a:cubicBezTo>
                  <a:cubicBezTo>
                    <a:pt x="128325" y="565348"/>
                    <a:pt x="128190" y="566222"/>
                    <a:pt x="128762" y="567669"/>
                  </a:cubicBezTo>
                  <a:cubicBezTo>
                    <a:pt x="129335" y="569115"/>
                    <a:pt x="129907" y="569990"/>
                    <a:pt x="130075" y="570696"/>
                  </a:cubicBezTo>
                  <a:cubicBezTo>
                    <a:pt x="130210" y="571436"/>
                    <a:pt x="130647" y="573455"/>
                    <a:pt x="130647" y="573455"/>
                  </a:cubicBezTo>
                  <a:cubicBezTo>
                    <a:pt x="130647" y="573455"/>
                    <a:pt x="130210" y="574329"/>
                    <a:pt x="129772" y="574767"/>
                  </a:cubicBezTo>
                  <a:cubicBezTo>
                    <a:pt x="129335" y="575204"/>
                    <a:pt x="125431" y="577223"/>
                    <a:pt x="125431" y="577223"/>
                  </a:cubicBezTo>
                  <a:cubicBezTo>
                    <a:pt x="125431" y="577223"/>
                    <a:pt x="124421" y="578669"/>
                    <a:pt x="123815" y="578972"/>
                  </a:cubicBezTo>
                  <a:cubicBezTo>
                    <a:pt x="123243" y="579275"/>
                    <a:pt x="116411" y="581865"/>
                    <a:pt x="116411" y="581865"/>
                  </a:cubicBezTo>
                  <a:cubicBezTo>
                    <a:pt x="116411" y="581865"/>
                    <a:pt x="115099" y="581999"/>
                    <a:pt x="114661" y="582302"/>
                  </a:cubicBezTo>
                  <a:cubicBezTo>
                    <a:pt x="114224" y="582605"/>
                    <a:pt x="111632" y="584186"/>
                    <a:pt x="111195" y="584758"/>
                  </a:cubicBezTo>
                  <a:cubicBezTo>
                    <a:pt x="110757" y="585330"/>
                    <a:pt x="107291" y="588223"/>
                    <a:pt x="107291" y="588828"/>
                  </a:cubicBezTo>
                  <a:cubicBezTo>
                    <a:pt x="107291" y="589400"/>
                    <a:pt x="106147" y="589568"/>
                    <a:pt x="105137" y="591418"/>
                  </a:cubicBezTo>
                  <a:cubicBezTo>
                    <a:pt x="104127" y="593302"/>
                    <a:pt x="100493" y="595186"/>
                    <a:pt x="100493" y="595186"/>
                  </a:cubicBezTo>
                  <a:cubicBezTo>
                    <a:pt x="100493" y="595186"/>
                    <a:pt x="99921" y="597776"/>
                    <a:pt x="99617" y="598516"/>
                  </a:cubicBezTo>
                  <a:cubicBezTo>
                    <a:pt x="99315" y="599223"/>
                    <a:pt x="99180" y="601847"/>
                    <a:pt x="99180" y="601847"/>
                  </a:cubicBezTo>
                  <a:cubicBezTo>
                    <a:pt x="99180" y="601847"/>
                    <a:pt x="99046" y="602990"/>
                    <a:pt x="99315" y="603428"/>
                  </a:cubicBezTo>
                  <a:cubicBezTo>
                    <a:pt x="99617" y="603865"/>
                    <a:pt x="96858" y="612275"/>
                    <a:pt x="96858" y="612275"/>
                  </a:cubicBezTo>
                  <a:lnTo>
                    <a:pt x="92954" y="616783"/>
                  </a:lnTo>
                  <a:lnTo>
                    <a:pt x="90935" y="619373"/>
                  </a:lnTo>
                  <a:lnTo>
                    <a:pt x="87468" y="622569"/>
                  </a:lnTo>
                  <a:cubicBezTo>
                    <a:pt x="87468" y="622569"/>
                    <a:pt x="83565" y="623578"/>
                    <a:pt x="83396" y="624015"/>
                  </a:cubicBezTo>
                  <a:cubicBezTo>
                    <a:pt x="83261" y="624453"/>
                    <a:pt x="80199" y="624722"/>
                    <a:pt x="80064" y="625327"/>
                  </a:cubicBezTo>
                  <a:cubicBezTo>
                    <a:pt x="79930" y="625899"/>
                    <a:pt x="77473" y="627648"/>
                    <a:pt x="77473" y="628220"/>
                  </a:cubicBezTo>
                  <a:cubicBezTo>
                    <a:pt x="77473" y="628792"/>
                    <a:pt x="78785" y="631685"/>
                    <a:pt x="79189" y="631853"/>
                  </a:cubicBezTo>
                  <a:cubicBezTo>
                    <a:pt x="79627" y="631988"/>
                    <a:pt x="82656" y="633737"/>
                    <a:pt x="83093" y="633872"/>
                  </a:cubicBezTo>
                  <a:cubicBezTo>
                    <a:pt x="83531" y="634006"/>
                    <a:pt x="88882" y="636899"/>
                    <a:pt x="88882" y="636899"/>
                  </a:cubicBezTo>
                  <a:lnTo>
                    <a:pt x="90632" y="637908"/>
                  </a:lnTo>
                  <a:lnTo>
                    <a:pt x="93526" y="639052"/>
                  </a:lnTo>
                  <a:lnTo>
                    <a:pt x="100762" y="643123"/>
                  </a:lnTo>
                  <a:cubicBezTo>
                    <a:pt x="100762" y="643123"/>
                    <a:pt x="104969" y="643123"/>
                    <a:pt x="106113" y="642820"/>
                  </a:cubicBezTo>
                  <a:cubicBezTo>
                    <a:pt x="107257" y="642517"/>
                    <a:pt x="111464" y="641945"/>
                    <a:pt x="111464" y="641945"/>
                  </a:cubicBezTo>
                  <a:cubicBezTo>
                    <a:pt x="111464" y="641945"/>
                    <a:pt x="118868" y="641373"/>
                    <a:pt x="119575" y="641071"/>
                  </a:cubicBezTo>
                  <a:cubicBezTo>
                    <a:pt x="120315" y="640768"/>
                    <a:pt x="122907" y="639759"/>
                    <a:pt x="122907" y="639759"/>
                  </a:cubicBezTo>
                  <a:cubicBezTo>
                    <a:pt x="122907" y="639759"/>
                    <a:pt x="124657" y="638447"/>
                    <a:pt x="125229" y="638447"/>
                  </a:cubicBezTo>
                  <a:cubicBezTo>
                    <a:pt x="125801" y="638447"/>
                    <a:pt x="127686" y="636260"/>
                    <a:pt x="127686" y="636260"/>
                  </a:cubicBezTo>
                  <a:lnTo>
                    <a:pt x="131589" y="637269"/>
                  </a:lnTo>
                  <a:lnTo>
                    <a:pt x="134618" y="637404"/>
                  </a:lnTo>
                  <a:lnTo>
                    <a:pt x="137378" y="635385"/>
                  </a:lnTo>
                  <a:lnTo>
                    <a:pt x="138960" y="634073"/>
                  </a:lnTo>
                  <a:cubicBezTo>
                    <a:pt x="138960" y="634073"/>
                    <a:pt x="140138" y="633502"/>
                    <a:pt x="140979" y="633636"/>
                  </a:cubicBezTo>
                  <a:cubicBezTo>
                    <a:pt x="141854" y="633771"/>
                    <a:pt x="142864" y="633064"/>
                    <a:pt x="144883" y="634343"/>
                  </a:cubicBezTo>
                  <a:cubicBezTo>
                    <a:pt x="146902" y="635655"/>
                    <a:pt x="146902" y="635655"/>
                    <a:pt x="146902" y="635655"/>
                  </a:cubicBezTo>
                  <a:lnTo>
                    <a:pt x="151109" y="635520"/>
                  </a:lnTo>
                  <a:lnTo>
                    <a:pt x="153499" y="633064"/>
                  </a:lnTo>
                  <a:lnTo>
                    <a:pt x="154003" y="630171"/>
                  </a:lnTo>
                  <a:lnTo>
                    <a:pt x="154003" y="627278"/>
                  </a:lnTo>
                  <a:lnTo>
                    <a:pt x="155451" y="625966"/>
                  </a:lnTo>
                  <a:lnTo>
                    <a:pt x="158210" y="623645"/>
                  </a:lnTo>
                  <a:lnTo>
                    <a:pt x="162855" y="622905"/>
                  </a:lnTo>
                  <a:lnTo>
                    <a:pt x="165311" y="622905"/>
                  </a:lnTo>
                  <a:cubicBezTo>
                    <a:pt x="165311" y="622905"/>
                    <a:pt x="166052" y="620584"/>
                    <a:pt x="167330" y="620584"/>
                  </a:cubicBezTo>
                  <a:cubicBezTo>
                    <a:pt x="168643" y="620584"/>
                    <a:pt x="170797" y="619407"/>
                    <a:pt x="171369" y="619407"/>
                  </a:cubicBezTo>
                  <a:cubicBezTo>
                    <a:pt x="171941" y="619407"/>
                    <a:pt x="172244" y="619104"/>
                    <a:pt x="173557" y="619104"/>
                  </a:cubicBezTo>
                  <a:cubicBezTo>
                    <a:pt x="174869" y="619104"/>
                    <a:pt x="177326" y="618801"/>
                    <a:pt x="178639" y="618801"/>
                  </a:cubicBezTo>
                  <a:cubicBezTo>
                    <a:pt x="179951" y="618801"/>
                    <a:pt x="180220" y="618666"/>
                    <a:pt x="182408" y="618936"/>
                  </a:cubicBezTo>
                  <a:cubicBezTo>
                    <a:pt x="184595" y="619238"/>
                    <a:pt x="184730" y="618936"/>
                    <a:pt x="185908" y="618801"/>
                  </a:cubicBezTo>
                  <a:cubicBezTo>
                    <a:pt x="187086" y="618666"/>
                    <a:pt x="189374" y="616917"/>
                    <a:pt x="190384" y="616783"/>
                  </a:cubicBezTo>
                  <a:cubicBezTo>
                    <a:pt x="191394" y="616648"/>
                    <a:pt x="192706" y="614461"/>
                    <a:pt x="192706" y="614461"/>
                  </a:cubicBezTo>
                  <a:lnTo>
                    <a:pt x="198798" y="611770"/>
                  </a:lnTo>
                  <a:lnTo>
                    <a:pt x="200110" y="610694"/>
                  </a:lnTo>
                  <a:lnTo>
                    <a:pt x="205327" y="610694"/>
                  </a:lnTo>
                  <a:lnTo>
                    <a:pt x="210106" y="614596"/>
                  </a:lnTo>
                  <a:lnTo>
                    <a:pt x="216197" y="619945"/>
                  </a:lnTo>
                  <a:cubicBezTo>
                    <a:pt x="216197" y="619945"/>
                    <a:pt x="221851" y="625596"/>
                    <a:pt x="222154" y="626336"/>
                  </a:cubicBezTo>
                  <a:cubicBezTo>
                    <a:pt x="222423" y="627076"/>
                    <a:pt x="225048" y="629095"/>
                    <a:pt x="225048" y="629095"/>
                  </a:cubicBezTo>
                  <a:cubicBezTo>
                    <a:pt x="225048" y="629095"/>
                    <a:pt x="228077" y="630979"/>
                    <a:pt x="228683" y="631281"/>
                  </a:cubicBezTo>
                  <a:cubicBezTo>
                    <a:pt x="229255" y="631584"/>
                    <a:pt x="231443" y="632291"/>
                    <a:pt x="232015" y="632291"/>
                  </a:cubicBezTo>
                  <a:cubicBezTo>
                    <a:pt x="232587" y="632291"/>
                    <a:pt x="235784" y="633300"/>
                    <a:pt x="236928" y="634309"/>
                  </a:cubicBezTo>
                  <a:cubicBezTo>
                    <a:pt x="238072" y="635318"/>
                    <a:pt x="240698" y="635184"/>
                    <a:pt x="240698" y="635184"/>
                  </a:cubicBezTo>
                  <a:lnTo>
                    <a:pt x="243592" y="633737"/>
                  </a:lnTo>
                  <a:cubicBezTo>
                    <a:pt x="243592" y="633737"/>
                    <a:pt x="244904" y="630104"/>
                    <a:pt x="245174" y="629397"/>
                  </a:cubicBezTo>
                  <a:cubicBezTo>
                    <a:pt x="245477" y="628658"/>
                    <a:pt x="245477" y="627211"/>
                    <a:pt x="245477" y="626370"/>
                  </a:cubicBezTo>
                  <a:cubicBezTo>
                    <a:pt x="245477" y="625495"/>
                    <a:pt x="245039" y="621156"/>
                    <a:pt x="245039" y="621156"/>
                  </a:cubicBezTo>
                  <a:lnTo>
                    <a:pt x="240260" y="615942"/>
                  </a:lnTo>
                  <a:cubicBezTo>
                    <a:pt x="240260" y="615942"/>
                    <a:pt x="239957" y="614932"/>
                    <a:pt x="238510" y="613318"/>
                  </a:cubicBezTo>
                  <a:cubicBezTo>
                    <a:pt x="237063" y="611737"/>
                    <a:pt x="235313" y="610559"/>
                    <a:pt x="235448" y="609416"/>
                  </a:cubicBezTo>
                  <a:cubicBezTo>
                    <a:pt x="235582" y="608238"/>
                    <a:pt x="236592" y="604504"/>
                    <a:pt x="236895" y="604067"/>
                  </a:cubicBezTo>
                  <a:cubicBezTo>
                    <a:pt x="237197" y="603630"/>
                    <a:pt x="239217" y="601039"/>
                    <a:pt x="239217" y="601039"/>
                  </a:cubicBezTo>
                  <a:lnTo>
                    <a:pt x="243121" y="598584"/>
                  </a:lnTo>
                  <a:lnTo>
                    <a:pt x="244433" y="596397"/>
                  </a:lnTo>
                  <a:cubicBezTo>
                    <a:pt x="244433" y="596397"/>
                    <a:pt x="247193" y="594379"/>
                    <a:pt x="247631" y="594211"/>
                  </a:cubicBezTo>
                  <a:cubicBezTo>
                    <a:pt x="248068" y="594076"/>
                    <a:pt x="249515" y="591889"/>
                    <a:pt x="249515" y="591889"/>
                  </a:cubicBezTo>
                  <a:lnTo>
                    <a:pt x="253352" y="589198"/>
                  </a:lnTo>
                  <a:lnTo>
                    <a:pt x="251400" y="579005"/>
                  </a:lnTo>
                  <a:lnTo>
                    <a:pt x="251400" y="571605"/>
                  </a:lnTo>
                  <a:lnTo>
                    <a:pt x="244433" y="565314"/>
                  </a:lnTo>
                  <a:lnTo>
                    <a:pt x="244433" y="557711"/>
                  </a:lnTo>
                  <a:lnTo>
                    <a:pt x="255068" y="550109"/>
                  </a:lnTo>
                  <a:lnTo>
                    <a:pt x="258333" y="542506"/>
                  </a:lnTo>
                  <a:lnTo>
                    <a:pt x="261362" y="530564"/>
                  </a:lnTo>
                  <a:lnTo>
                    <a:pt x="262472" y="519934"/>
                  </a:lnTo>
                  <a:lnTo>
                    <a:pt x="264626" y="514081"/>
                  </a:lnTo>
                  <a:lnTo>
                    <a:pt x="262876" y="508631"/>
                  </a:lnTo>
                  <a:cubicBezTo>
                    <a:pt x="262876" y="508631"/>
                    <a:pt x="262001" y="502341"/>
                    <a:pt x="262674" y="502105"/>
                  </a:cubicBezTo>
                  <a:cubicBezTo>
                    <a:pt x="263313" y="501870"/>
                    <a:pt x="268328" y="498842"/>
                    <a:pt x="268328" y="498842"/>
                  </a:cubicBezTo>
                  <a:lnTo>
                    <a:pt x="271794" y="489726"/>
                  </a:lnTo>
                  <a:lnTo>
                    <a:pt x="270482" y="484512"/>
                  </a:lnTo>
                  <a:lnTo>
                    <a:pt x="272636" y="479499"/>
                  </a:lnTo>
                  <a:lnTo>
                    <a:pt x="276775" y="476472"/>
                  </a:lnTo>
                  <a:cubicBezTo>
                    <a:pt x="276775" y="476472"/>
                    <a:pt x="279603" y="476035"/>
                    <a:pt x="280477" y="475597"/>
                  </a:cubicBezTo>
                  <a:cubicBezTo>
                    <a:pt x="281352" y="475160"/>
                    <a:pt x="287208" y="471258"/>
                    <a:pt x="287208" y="471258"/>
                  </a:cubicBezTo>
                  <a:lnTo>
                    <a:pt x="291785" y="467995"/>
                  </a:lnTo>
                  <a:lnTo>
                    <a:pt x="294612" y="462579"/>
                  </a:lnTo>
                  <a:lnTo>
                    <a:pt x="297439" y="457163"/>
                  </a:lnTo>
                  <a:lnTo>
                    <a:pt x="299391" y="454337"/>
                  </a:lnTo>
                  <a:lnTo>
                    <a:pt x="301545" y="452823"/>
                  </a:lnTo>
                  <a:lnTo>
                    <a:pt x="306324" y="449997"/>
                  </a:lnTo>
                  <a:lnTo>
                    <a:pt x="307637" y="445994"/>
                  </a:lnTo>
                  <a:lnTo>
                    <a:pt x="304810" y="443942"/>
                  </a:lnTo>
                  <a:lnTo>
                    <a:pt x="299156" y="443942"/>
                  </a:lnTo>
                  <a:lnTo>
                    <a:pt x="293939" y="443942"/>
                  </a:lnTo>
                  <a:lnTo>
                    <a:pt x="291314" y="439367"/>
                  </a:lnTo>
                  <a:lnTo>
                    <a:pt x="291314" y="436104"/>
                  </a:lnTo>
                  <a:lnTo>
                    <a:pt x="294141" y="429814"/>
                  </a:lnTo>
                  <a:cubicBezTo>
                    <a:pt x="294141" y="429814"/>
                    <a:pt x="297204" y="424599"/>
                    <a:pt x="297843" y="424599"/>
                  </a:cubicBezTo>
                  <a:cubicBezTo>
                    <a:pt x="298483" y="424599"/>
                    <a:pt x="305011" y="420260"/>
                    <a:pt x="305011" y="420260"/>
                  </a:cubicBezTo>
                  <a:lnTo>
                    <a:pt x="308276" y="417434"/>
                  </a:lnTo>
                  <a:lnTo>
                    <a:pt x="314132" y="414407"/>
                  </a:lnTo>
                  <a:lnTo>
                    <a:pt x="317161" y="409428"/>
                  </a:lnTo>
                  <a:cubicBezTo>
                    <a:pt x="317161" y="409428"/>
                    <a:pt x="316723" y="404214"/>
                    <a:pt x="316522" y="403575"/>
                  </a:cubicBezTo>
                  <a:cubicBezTo>
                    <a:pt x="316286" y="402935"/>
                    <a:pt x="312180" y="397486"/>
                    <a:pt x="312180" y="397486"/>
                  </a:cubicBezTo>
                  <a:lnTo>
                    <a:pt x="307603" y="391633"/>
                  </a:lnTo>
                  <a:lnTo>
                    <a:pt x="304136" y="384030"/>
                  </a:lnTo>
                  <a:lnTo>
                    <a:pt x="299559" y="380330"/>
                  </a:lnTo>
                  <a:lnTo>
                    <a:pt x="299122" y="374039"/>
                  </a:lnTo>
                  <a:lnTo>
                    <a:pt x="303026" y="371852"/>
                  </a:lnTo>
                  <a:lnTo>
                    <a:pt x="305214" y="369027"/>
                  </a:lnTo>
                  <a:lnTo>
                    <a:pt x="309117" y="360987"/>
                  </a:lnTo>
                  <a:lnTo>
                    <a:pt x="313896" y="356647"/>
                  </a:lnTo>
                  <a:lnTo>
                    <a:pt x="318238" y="351231"/>
                  </a:lnTo>
                  <a:lnTo>
                    <a:pt x="329310" y="343629"/>
                  </a:lnTo>
                  <a:lnTo>
                    <a:pt x="338431" y="342552"/>
                  </a:lnTo>
                  <a:lnTo>
                    <a:pt x="344959" y="341913"/>
                  </a:lnTo>
                  <a:lnTo>
                    <a:pt x="351253" y="335387"/>
                  </a:lnTo>
                  <a:lnTo>
                    <a:pt x="354080" y="332999"/>
                  </a:lnTo>
                  <a:lnTo>
                    <a:pt x="356671" y="327785"/>
                  </a:lnTo>
                  <a:lnTo>
                    <a:pt x="359061" y="322133"/>
                  </a:lnTo>
                  <a:lnTo>
                    <a:pt x="363099" y="318231"/>
                  </a:lnTo>
                  <a:lnTo>
                    <a:pt x="366027" y="313454"/>
                  </a:lnTo>
                  <a:lnTo>
                    <a:pt x="366027" y="309316"/>
                  </a:lnTo>
                  <a:lnTo>
                    <a:pt x="363638" y="304304"/>
                  </a:lnTo>
                  <a:lnTo>
                    <a:pt x="360374" y="303228"/>
                  </a:lnTo>
                  <a:cubicBezTo>
                    <a:pt x="360374" y="303228"/>
                    <a:pt x="357984" y="300402"/>
                    <a:pt x="357984" y="299325"/>
                  </a:cubicBezTo>
                  <a:cubicBezTo>
                    <a:pt x="357984" y="298249"/>
                    <a:pt x="358186" y="293472"/>
                    <a:pt x="358186" y="293472"/>
                  </a:cubicBezTo>
                  <a:lnTo>
                    <a:pt x="355998" y="289335"/>
                  </a:lnTo>
                  <a:lnTo>
                    <a:pt x="352094" y="287383"/>
                  </a:lnTo>
                  <a:lnTo>
                    <a:pt x="345801" y="283919"/>
                  </a:lnTo>
                  <a:lnTo>
                    <a:pt x="347113" y="280655"/>
                  </a:lnTo>
                  <a:lnTo>
                    <a:pt x="348191" y="276081"/>
                  </a:lnTo>
                  <a:cubicBezTo>
                    <a:pt x="348191" y="276081"/>
                    <a:pt x="351657" y="272178"/>
                    <a:pt x="352330" y="271943"/>
                  </a:cubicBezTo>
                  <a:cubicBezTo>
                    <a:pt x="352969" y="271741"/>
                    <a:pt x="359936" y="268041"/>
                    <a:pt x="359936" y="268041"/>
                  </a:cubicBezTo>
                  <a:lnTo>
                    <a:pt x="365152" y="265652"/>
                  </a:lnTo>
                  <a:lnTo>
                    <a:pt x="372119" y="260438"/>
                  </a:lnTo>
                  <a:lnTo>
                    <a:pt x="374946" y="255863"/>
                  </a:lnTo>
                  <a:lnTo>
                    <a:pt x="375383" y="248698"/>
                  </a:lnTo>
                  <a:lnTo>
                    <a:pt x="376023" y="246511"/>
                  </a:lnTo>
                  <a:lnTo>
                    <a:pt x="379725" y="243450"/>
                  </a:lnTo>
                  <a:lnTo>
                    <a:pt x="384941" y="241701"/>
                  </a:lnTo>
                  <a:lnTo>
                    <a:pt x="389720" y="238875"/>
                  </a:lnTo>
                  <a:lnTo>
                    <a:pt x="392110" y="236487"/>
                  </a:lnTo>
                  <a:lnTo>
                    <a:pt x="394701" y="233661"/>
                  </a:lnTo>
                  <a:lnTo>
                    <a:pt x="396451" y="233661"/>
                  </a:lnTo>
                  <a:lnTo>
                    <a:pt x="401667" y="236049"/>
                  </a:lnTo>
                  <a:lnTo>
                    <a:pt x="402542" y="241499"/>
                  </a:lnTo>
                  <a:lnTo>
                    <a:pt x="406009" y="247789"/>
                  </a:lnTo>
                  <a:lnTo>
                    <a:pt x="412101" y="248664"/>
                  </a:lnTo>
                  <a:lnTo>
                    <a:pt x="415365" y="246713"/>
                  </a:lnTo>
                  <a:lnTo>
                    <a:pt x="421255" y="243887"/>
                  </a:lnTo>
                  <a:lnTo>
                    <a:pt x="424284" y="240624"/>
                  </a:lnTo>
                  <a:cubicBezTo>
                    <a:pt x="424284" y="240624"/>
                    <a:pt x="428861" y="235847"/>
                    <a:pt x="429702" y="235410"/>
                  </a:cubicBezTo>
                  <a:cubicBezTo>
                    <a:pt x="430577" y="234973"/>
                    <a:pt x="439933" y="230398"/>
                    <a:pt x="439933" y="230398"/>
                  </a:cubicBezTo>
                  <a:lnTo>
                    <a:pt x="447101" y="226260"/>
                  </a:lnTo>
                  <a:lnTo>
                    <a:pt x="450164" y="228648"/>
                  </a:lnTo>
                  <a:lnTo>
                    <a:pt x="453193" y="230398"/>
                  </a:lnTo>
                  <a:lnTo>
                    <a:pt x="456222" y="227572"/>
                  </a:lnTo>
                  <a:lnTo>
                    <a:pt x="457332" y="222156"/>
                  </a:lnTo>
                  <a:lnTo>
                    <a:pt x="459082" y="220844"/>
                  </a:lnTo>
                  <a:cubicBezTo>
                    <a:pt x="459082" y="220844"/>
                    <a:pt x="463659" y="218018"/>
                    <a:pt x="464501" y="218018"/>
                  </a:cubicBezTo>
                  <a:cubicBezTo>
                    <a:pt x="465376" y="218018"/>
                    <a:pt x="469515" y="218018"/>
                    <a:pt x="469515" y="218018"/>
                  </a:cubicBezTo>
                  <a:lnTo>
                    <a:pt x="474530" y="214318"/>
                  </a:lnTo>
                  <a:lnTo>
                    <a:pt x="477794" y="212804"/>
                  </a:lnTo>
                  <a:lnTo>
                    <a:pt x="478232" y="212804"/>
                  </a:lnTo>
                  <a:lnTo>
                    <a:pt x="478669" y="205404"/>
                  </a:lnTo>
                  <a:lnTo>
                    <a:pt x="478030" y="201501"/>
                  </a:lnTo>
                  <a:lnTo>
                    <a:pt x="476515" y="196085"/>
                  </a:lnTo>
                  <a:lnTo>
                    <a:pt x="478030" y="194572"/>
                  </a:lnTo>
                  <a:lnTo>
                    <a:pt x="481732" y="194134"/>
                  </a:lnTo>
                  <a:lnTo>
                    <a:pt x="484996" y="187171"/>
                  </a:lnTo>
                  <a:lnTo>
                    <a:pt x="488025" y="175868"/>
                  </a:lnTo>
                  <a:lnTo>
                    <a:pt x="481900" y="169577"/>
                  </a:lnTo>
                  <a:close/>
                </a:path>
              </a:pathLst>
            </a:custGeom>
            <a:grpFill/>
            <a:ln w="6350" cap="flat">
              <a:solidFill>
                <a:schemeClr val="bg1"/>
              </a:solidFill>
              <a:prstDash val="solid"/>
              <a:miter/>
            </a:ln>
          </p:spPr>
          <p:txBody>
            <a:bodyPr rtlCol="0" anchor="ctr"/>
            <a:lstStyle/>
            <a:p>
              <a:endParaRPr lang="en-US"/>
            </a:p>
          </p:txBody>
        </p:sp>
        <p:sp>
          <p:nvSpPr>
            <p:cNvPr id="52" name="Freeform 891">
              <a:extLst>
                <a:ext uri="{FF2B5EF4-FFF2-40B4-BE49-F238E27FC236}">
                  <a16:creationId xmlns:a16="http://schemas.microsoft.com/office/drawing/2014/main" id="{503AB383-05A0-0DB4-9264-6C6059555DC8}"/>
                </a:ext>
              </a:extLst>
            </p:cNvPr>
            <p:cNvSpPr/>
            <p:nvPr/>
          </p:nvSpPr>
          <p:spPr>
            <a:xfrm>
              <a:off x="7686318" y="3112847"/>
              <a:ext cx="288042" cy="323922"/>
            </a:xfrm>
            <a:custGeom>
              <a:avLst/>
              <a:gdLst>
                <a:gd name="connsiteX0" fmla="*/ 524607 w 553012"/>
                <a:gd name="connsiteY0" fmla="*/ 522356 h 621896"/>
                <a:gd name="connsiteX1" fmla="*/ 525752 w 553012"/>
                <a:gd name="connsiteY1" fmla="*/ 518589 h 621896"/>
                <a:gd name="connsiteX2" fmla="*/ 526896 w 553012"/>
                <a:gd name="connsiteY2" fmla="*/ 513677 h 621896"/>
                <a:gd name="connsiteX3" fmla="*/ 525752 w 553012"/>
                <a:gd name="connsiteY3" fmla="*/ 510784 h 621896"/>
                <a:gd name="connsiteX4" fmla="*/ 522555 w 553012"/>
                <a:gd name="connsiteY4" fmla="*/ 508766 h 621896"/>
                <a:gd name="connsiteX5" fmla="*/ 521983 w 553012"/>
                <a:gd name="connsiteY5" fmla="*/ 502677 h 621896"/>
                <a:gd name="connsiteX6" fmla="*/ 522285 w 553012"/>
                <a:gd name="connsiteY6" fmla="*/ 499481 h 621896"/>
                <a:gd name="connsiteX7" fmla="*/ 522858 w 553012"/>
                <a:gd name="connsiteY7" fmla="*/ 493964 h 621896"/>
                <a:gd name="connsiteX8" fmla="*/ 525180 w 553012"/>
                <a:gd name="connsiteY8" fmla="*/ 489322 h 621896"/>
                <a:gd name="connsiteX9" fmla="*/ 525180 w 553012"/>
                <a:gd name="connsiteY9" fmla="*/ 486732 h 621896"/>
                <a:gd name="connsiteX10" fmla="*/ 528511 w 553012"/>
                <a:gd name="connsiteY10" fmla="*/ 480071 h 621896"/>
                <a:gd name="connsiteX11" fmla="*/ 530093 w 553012"/>
                <a:gd name="connsiteY11" fmla="*/ 476875 h 621896"/>
                <a:gd name="connsiteX12" fmla="*/ 529521 w 553012"/>
                <a:gd name="connsiteY12" fmla="*/ 472536 h 621896"/>
                <a:gd name="connsiteX13" fmla="*/ 529252 w 553012"/>
                <a:gd name="connsiteY13" fmla="*/ 465303 h 621896"/>
                <a:gd name="connsiteX14" fmla="*/ 531271 w 553012"/>
                <a:gd name="connsiteY14" fmla="*/ 460089 h 621896"/>
                <a:gd name="connsiteX15" fmla="*/ 538238 w 553012"/>
                <a:gd name="connsiteY15" fmla="*/ 456624 h 621896"/>
                <a:gd name="connsiteX16" fmla="*/ 543757 w 553012"/>
                <a:gd name="connsiteY16" fmla="*/ 454606 h 621896"/>
                <a:gd name="connsiteX17" fmla="*/ 548974 w 553012"/>
                <a:gd name="connsiteY17" fmla="*/ 451982 h 621896"/>
                <a:gd name="connsiteX18" fmla="*/ 551868 w 553012"/>
                <a:gd name="connsiteY18" fmla="*/ 448517 h 621896"/>
                <a:gd name="connsiteX19" fmla="*/ 553012 w 553012"/>
                <a:gd name="connsiteY19" fmla="*/ 445691 h 621896"/>
                <a:gd name="connsiteX20" fmla="*/ 550118 w 553012"/>
                <a:gd name="connsiteY20" fmla="*/ 441554 h 621896"/>
                <a:gd name="connsiteX21" fmla="*/ 546349 w 553012"/>
                <a:gd name="connsiteY21" fmla="*/ 441251 h 621896"/>
                <a:gd name="connsiteX22" fmla="*/ 542007 w 553012"/>
                <a:gd name="connsiteY22" fmla="*/ 442126 h 621896"/>
                <a:gd name="connsiteX23" fmla="*/ 533593 w 553012"/>
                <a:gd name="connsiteY23" fmla="*/ 445691 h 621896"/>
                <a:gd name="connsiteX24" fmla="*/ 527805 w 553012"/>
                <a:gd name="connsiteY24" fmla="*/ 448517 h 621896"/>
                <a:gd name="connsiteX25" fmla="*/ 524036 w 553012"/>
                <a:gd name="connsiteY25" fmla="*/ 448517 h 621896"/>
                <a:gd name="connsiteX26" fmla="*/ 523463 w 553012"/>
                <a:gd name="connsiteY26" fmla="*/ 445557 h 621896"/>
                <a:gd name="connsiteX27" fmla="*/ 524338 w 553012"/>
                <a:gd name="connsiteY27" fmla="*/ 440982 h 621896"/>
                <a:gd name="connsiteX28" fmla="*/ 526358 w 553012"/>
                <a:gd name="connsiteY28" fmla="*/ 437786 h 621896"/>
                <a:gd name="connsiteX29" fmla="*/ 530699 w 553012"/>
                <a:gd name="connsiteY29" fmla="*/ 434590 h 621896"/>
                <a:gd name="connsiteX30" fmla="*/ 531271 w 553012"/>
                <a:gd name="connsiteY30" fmla="*/ 427930 h 621896"/>
                <a:gd name="connsiteX31" fmla="*/ 533021 w 553012"/>
                <a:gd name="connsiteY31" fmla="*/ 421841 h 621896"/>
                <a:gd name="connsiteX32" fmla="*/ 534771 w 553012"/>
                <a:gd name="connsiteY32" fmla="*/ 418073 h 621896"/>
                <a:gd name="connsiteX33" fmla="*/ 537665 w 553012"/>
                <a:gd name="connsiteY33" fmla="*/ 413162 h 621896"/>
                <a:gd name="connsiteX34" fmla="*/ 537363 w 553012"/>
                <a:gd name="connsiteY34" fmla="*/ 406501 h 621896"/>
                <a:gd name="connsiteX35" fmla="*/ 535613 w 553012"/>
                <a:gd name="connsiteY35" fmla="*/ 403036 h 621896"/>
                <a:gd name="connsiteX36" fmla="*/ 529521 w 553012"/>
                <a:gd name="connsiteY36" fmla="*/ 394627 h 621896"/>
                <a:gd name="connsiteX37" fmla="*/ 523733 w 553012"/>
                <a:gd name="connsiteY37" fmla="*/ 394627 h 621896"/>
                <a:gd name="connsiteX38" fmla="*/ 511920 w 553012"/>
                <a:gd name="connsiteY38" fmla="*/ 393382 h 621896"/>
                <a:gd name="connsiteX39" fmla="*/ 509530 w 553012"/>
                <a:gd name="connsiteY39" fmla="*/ 391565 h 621896"/>
                <a:gd name="connsiteX40" fmla="*/ 509329 w 553012"/>
                <a:gd name="connsiteY40" fmla="*/ 386553 h 621896"/>
                <a:gd name="connsiteX41" fmla="*/ 508453 w 553012"/>
                <a:gd name="connsiteY41" fmla="*/ 382415 h 621896"/>
                <a:gd name="connsiteX42" fmla="*/ 509093 w 553012"/>
                <a:gd name="connsiteY42" fmla="*/ 378715 h 621896"/>
                <a:gd name="connsiteX43" fmla="*/ 510170 w 553012"/>
                <a:gd name="connsiteY43" fmla="*/ 377403 h 621896"/>
                <a:gd name="connsiteX44" fmla="*/ 512358 w 553012"/>
                <a:gd name="connsiteY44" fmla="*/ 373501 h 621896"/>
                <a:gd name="connsiteX45" fmla="*/ 512593 w 553012"/>
                <a:gd name="connsiteY45" fmla="*/ 366975 h 621896"/>
                <a:gd name="connsiteX46" fmla="*/ 513468 w 553012"/>
                <a:gd name="connsiteY46" fmla="*/ 363274 h 621896"/>
                <a:gd name="connsiteX47" fmla="*/ 517810 w 553012"/>
                <a:gd name="connsiteY47" fmla="*/ 357858 h 621896"/>
                <a:gd name="connsiteX48" fmla="*/ 516295 w 553012"/>
                <a:gd name="connsiteY48" fmla="*/ 353721 h 621896"/>
                <a:gd name="connsiteX49" fmla="*/ 507376 w 553012"/>
                <a:gd name="connsiteY49" fmla="*/ 349146 h 621896"/>
                <a:gd name="connsiteX50" fmla="*/ 502598 w 553012"/>
                <a:gd name="connsiteY50" fmla="*/ 343932 h 621896"/>
                <a:gd name="connsiteX51" fmla="*/ 500848 w 553012"/>
                <a:gd name="connsiteY51" fmla="*/ 338717 h 621896"/>
                <a:gd name="connsiteX52" fmla="*/ 501285 w 553012"/>
                <a:gd name="connsiteY52" fmla="*/ 333503 h 621896"/>
                <a:gd name="connsiteX53" fmla="*/ 503237 w 553012"/>
                <a:gd name="connsiteY53" fmla="*/ 330678 h 621896"/>
                <a:gd name="connsiteX54" fmla="*/ 505862 w 553012"/>
                <a:gd name="connsiteY54" fmla="*/ 327213 h 621896"/>
                <a:gd name="connsiteX55" fmla="*/ 508891 w 553012"/>
                <a:gd name="connsiteY55" fmla="*/ 324589 h 621896"/>
                <a:gd name="connsiteX56" fmla="*/ 510204 w 553012"/>
                <a:gd name="connsiteY56" fmla="*/ 320451 h 621896"/>
                <a:gd name="connsiteX57" fmla="*/ 511280 w 553012"/>
                <a:gd name="connsiteY57" fmla="*/ 316313 h 621896"/>
                <a:gd name="connsiteX58" fmla="*/ 511718 w 553012"/>
                <a:gd name="connsiteY58" fmla="*/ 311537 h 621896"/>
                <a:gd name="connsiteX59" fmla="*/ 511954 w 553012"/>
                <a:gd name="connsiteY59" fmla="*/ 309585 h 621896"/>
                <a:gd name="connsiteX60" fmla="*/ 508050 w 553012"/>
                <a:gd name="connsiteY60" fmla="*/ 309384 h 621896"/>
                <a:gd name="connsiteX61" fmla="*/ 501958 w 553012"/>
                <a:gd name="connsiteY61" fmla="*/ 310258 h 621896"/>
                <a:gd name="connsiteX62" fmla="*/ 496506 w 553012"/>
                <a:gd name="connsiteY62" fmla="*/ 314598 h 621896"/>
                <a:gd name="connsiteX63" fmla="*/ 492804 w 553012"/>
                <a:gd name="connsiteY63" fmla="*/ 314598 h 621896"/>
                <a:gd name="connsiteX64" fmla="*/ 487790 w 553012"/>
                <a:gd name="connsiteY64" fmla="*/ 313286 h 621896"/>
                <a:gd name="connsiteX65" fmla="*/ 484289 w 553012"/>
                <a:gd name="connsiteY65" fmla="*/ 311099 h 621896"/>
                <a:gd name="connsiteX66" fmla="*/ 481698 w 553012"/>
                <a:gd name="connsiteY66" fmla="*/ 311099 h 621896"/>
                <a:gd name="connsiteX67" fmla="*/ 481698 w 553012"/>
                <a:gd name="connsiteY67" fmla="*/ 306962 h 621896"/>
                <a:gd name="connsiteX68" fmla="*/ 481059 w 553012"/>
                <a:gd name="connsiteY68" fmla="*/ 305650 h 621896"/>
                <a:gd name="connsiteX69" fmla="*/ 480184 w 553012"/>
                <a:gd name="connsiteY69" fmla="*/ 299998 h 621896"/>
                <a:gd name="connsiteX70" fmla="*/ 479746 w 553012"/>
                <a:gd name="connsiteY70" fmla="*/ 294145 h 621896"/>
                <a:gd name="connsiteX71" fmla="*/ 477121 w 553012"/>
                <a:gd name="connsiteY71" fmla="*/ 291117 h 621896"/>
                <a:gd name="connsiteX72" fmla="*/ 478871 w 553012"/>
                <a:gd name="connsiteY72" fmla="*/ 288494 h 621896"/>
                <a:gd name="connsiteX73" fmla="*/ 480386 w 553012"/>
                <a:gd name="connsiteY73" fmla="*/ 286980 h 621896"/>
                <a:gd name="connsiteX74" fmla="*/ 483852 w 553012"/>
                <a:gd name="connsiteY74" fmla="*/ 283515 h 621896"/>
                <a:gd name="connsiteX75" fmla="*/ 485804 w 553012"/>
                <a:gd name="connsiteY75" fmla="*/ 278099 h 621896"/>
                <a:gd name="connsiteX76" fmla="*/ 486881 w 553012"/>
                <a:gd name="connsiteY76" fmla="*/ 275508 h 621896"/>
                <a:gd name="connsiteX77" fmla="*/ 489270 w 553012"/>
                <a:gd name="connsiteY77" fmla="*/ 272246 h 621896"/>
                <a:gd name="connsiteX78" fmla="*/ 492737 w 553012"/>
                <a:gd name="connsiteY78" fmla="*/ 269184 h 621896"/>
                <a:gd name="connsiteX79" fmla="*/ 494049 w 553012"/>
                <a:gd name="connsiteY79" fmla="*/ 266998 h 621896"/>
                <a:gd name="connsiteX80" fmla="*/ 495564 w 553012"/>
                <a:gd name="connsiteY80" fmla="*/ 265047 h 621896"/>
                <a:gd name="connsiteX81" fmla="*/ 495564 w 553012"/>
                <a:gd name="connsiteY81" fmla="*/ 258083 h 621896"/>
                <a:gd name="connsiteX82" fmla="*/ 495564 w 553012"/>
                <a:gd name="connsiteY82" fmla="*/ 252869 h 621896"/>
                <a:gd name="connsiteX83" fmla="*/ 495564 w 553012"/>
                <a:gd name="connsiteY83" fmla="*/ 249841 h 621896"/>
                <a:gd name="connsiteX84" fmla="*/ 496876 w 553012"/>
                <a:gd name="connsiteY84" fmla="*/ 247453 h 621896"/>
                <a:gd name="connsiteX85" fmla="*/ 499266 w 553012"/>
                <a:gd name="connsiteY85" fmla="*/ 244392 h 621896"/>
                <a:gd name="connsiteX86" fmla="*/ 502968 w 553012"/>
                <a:gd name="connsiteY86" fmla="*/ 242004 h 621896"/>
                <a:gd name="connsiteX87" fmla="*/ 507982 w 553012"/>
                <a:gd name="connsiteY87" fmla="*/ 240927 h 621896"/>
                <a:gd name="connsiteX88" fmla="*/ 511247 w 553012"/>
                <a:gd name="connsiteY88" fmla="*/ 239413 h 621896"/>
                <a:gd name="connsiteX89" fmla="*/ 519055 w 553012"/>
                <a:gd name="connsiteY89" fmla="*/ 237227 h 621896"/>
                <a:gd name="connsiteX90" fmla="*/ 522083 w 553012"/>
                <a:gd name="connsiteY90" fmla="*/ 233762 h 621896"/>
                <a:gd name="connsiteX91" fmla="*/ 524911 w 553012"/>
                <a:gd name="connsiteY91" fmla="*/ 228346 h 621896"/>
                <a:gd name="connsiteX92" fmla="*/ 522521 w 553012"/>
                <a:gd name="connsiteY92" fmla="*/ 224208 h 621896"/>
                <a:gd name="connsiteX93" fmla="*/ 517944 w 553012"/>
                <a:gd name="connsiteY93" fmla="*/ 224208 h 621896"/>
                <a:gd name="connsiteX94" fmla="*/ 517305 w 553012"/>
                <a:gd name="connsiteY94" fmla="*/ 220743 h 621896"/>
                <a:gd name="connsiteX95" fmla="*/ 524473 w 553012"/>
                <a:gd name="connsiteY95" fmla="*/ 217043 h 621896"/>
                <a:gd name="connsiteX96" fmla="*/ 534468 w 553012"/>
                <a:gd name="connsiteY96" fmla="*/ 209440 h 621896"/>
                <a:gd name="connsiteX97" fmla="*/ 539920 w 553012"/>
                <a:gd name="connsiteY97" fmla="*/ 202477 h 621896"/>
                <a:gd name="connsiteX98" fmla="*/ 536891 w 553012"/>
                <a:gd name="connsiteY98" fmla="*/ 197465 h 621896"/>
                <a:gd name="connsiteX99" fmla="*/ 541233 w 553012"/>
                <a:gd name="connsiteY99" fmla="*/ 195278 h 621896"/>
                <a:gd name="connsiteX100" fmla="*/ 542546 w 553012"/>
                <a:gd name="connsiteY100" fmla="*/ 192250 h 621896"/>
                <a:gd name="connsiteX101" fmla="*/ 543185 w 553012"/>
                <a:gd name="connsiteY101" fmla="*/ 189660 h 621896"/>
                <a:gd name="connsiteX102" fmla="*/ 542310 w 553012"/>
                <a:gd name="connsiteY102" fmla="*/ 185960 h 621896"/>
                <a:gd name="connsiteX103" fmla="*/ 539281 w 553012"/>
                <a:gd name="connsiteY103" fmla="*/ 183807 h 621896"/>
                <a:gd name="connsiteX104" fmla="*/ 532314 w 553012"/>
                <a:gd name="connsiteY104" fmla="*/ 183773 h 621896"/>
                <a:gd name="connsiteX105" fmla="*/ 526896 w 553012"/>
                <a:gd name="connsiteY105" fmla="*/ 177247 h 621896"/>
                <a:gd name="connsiteX106" fmla="*/ 526896 w 553012"/>
                <a:gd name="connsiteY106" fmla="*/ 173345 h 621896"/>
                <a:gd name="connsiteX107" fmla="*/ 529285 w 553012"/>
                <a:gd name="connsiteY107" fmla="*/ 164229 h 621896"/>
                <a:gd name="connsiteX108" fmla="*/ 533190 w 553012"/>
                <a:gd name="connsiteY108" fmla="*/ 155314 h 621896"/>
                <a:gd name="connsiteX109" fmla="*/ 534940 w 553012"/>
                <a:gd name="connsiteY109" fmla="*/ 145323 h 621896"/>
                <a:gd name="connsiteX110" fmla="*/ 533829 w 553012"/>
                <a:gd name="connsiteY110" fmla="*/ 142935 h 621896"/>
                <a:gd name="connsiteX111" fmla="*/ 526021 w 553012"/>
                <a:gd name="connsiteY111" fmla="*/ 137283 h 621896"/>
                <a:gd name="connsiteX112" fmla="*/ 522319 w 553012"/>
                <a:gd name="connsiteY112" fmla="*/ 137283 h 621896"/>
                <a:gd name="connsiteX113" fmla="*/ 514713 w 553012"/>
                <a:gd name="connsiteY113" fmla="*/ 134895 h 621896"/>
                <a:gd name="connsiteX114" fmla="*/ 512963 w 553012"/>
                <a:gd name="connsiteY114" fmla="*/ 129445 h 621896"/>
                <a:gd name="connsiteX115" fmla="*/ 512963 w 553012"/>
                <a:gd name="connsiteY115" fmla="*/ 122280 h 621896"/>
                <a:gd name="connsiteX116" fmla="*/ 511213 w 553012"/>
                <a:gd name="connsiteY116" fmla="*/ 115552 h 621896"/>
                <a:gd name="connsiteX117" fmla="*/ 511213 w 553012"/>
                <a:gd name="connsiteY117" fmla="*/ 112726 h 621896"/>
                <a:gd name="connsiteX118" fmla="*/ 508016 w 553012"/>
                <a:gd name="connsiteY118" fmla="*/ 115418 h 621896"/>
                <a:gd name="connsiteX119" fmla="*/ 506434 w 553012"/>
                <a:gd name="connsiteY119" fmla="*/ 120497 h 621896"/>
                <a:gd name="connsiteX120" fmla="*/ 502799 w 553012"/>
                <a:gd name="connsiteY120" fmla="*/ 120363 h 621896"/>
                <a:gd name="connsiteX121" fmla="*/ 501083 w 553012"/>
                <a:gd name="connsiteY121" fmla="*/ 121809 h 621896"/>
                <a:gd name="connsiteX122" fmla="*/ 497314 w 553012"/>
                <a:gd name="connsiteY122" fmla="*/ 118344 h 621896"/>
                <a:gd name="connsiteX123" fmla="*/ 497314 w 553012"/>
                <a:gd name="connsiteY123" fmla="*/ 115586 h 621896"/>
                <a:gd name="connsiteX124" fmla="*/ 497314 w 553012"/>
                <a:gd name="connsiteY124" fmla="*/ 114005 h 621896"/>
                <a:gd name="connsiteX125" fmla="*/ 495497 w 553012"/>
                <a:gd name="connsiteY125" fmla="*/ 111549 h 621896"/>
                <a:gd name="connsiteX126" fmla="*/ 493982 w 553012"/>
                <a:gd name="connsiteY126" fmla="*/ 112121 h 621896"/>
                <a:gd name="connsiteX127" fmla="*/ 492838 w 553012"/>
                <a:gd name="connsiteY127" fmla="*/ 113870 h 621896"/>
                <a:gd name="connsiteX128" fmla="*/ 491256 w 553012"/>
                <a:gd name="connsiteY128" fmla="*/ 115451 h 621896"/>
                <a:gd name="connsiteX129" fmla="*/ 488631 w 553012"/>
                <a:gd name="connsiteY129" fmla="*/ 116763 h 621896"/>
                <a:gd name="connsiteX130" fmla="*/ 486309 w 553012"/>
                <a:gd name="connsiteY130" fmla="*/ 117200 h 621896"/>
                <a:gd name="connsiteX131" fmla="*/ 483987 w 553012"/>
                <a:gd name="connsiteY131" fmla="*/ 116326 h 621896"/>
                <a:gd name="connsiteX132" fmla="*/ 480958 w 553012"/>
                <a:gd name="connsiteY132" fmla="*/ 113298 h 621896"/>
                <a:gd name="connsiteX133" fmla="*/ 479073 w 553012"/>
                <a:gd name="connsiteY133" fmla="*/ 111986 h 621896"/>
                <a:gd name="connsiteX134" fmla="*/ 478063 w 553012"/>
                <a:gd name="connsiteY134" fmla="*/ 109093 h 621896"/>
                <a:gd name="connsiteX135" fmla="*/ 478636 w 553012"/>
                <a:gd name="connsiteY135" fmla="*/ 107075 h 621896"/>
                <a:gd name="connsiteX136" fmla="*/ 480655 w 553012"/>
                <a:gd name="connsiteY136" fmla="*/ 104888 h 621896"/>
                <a:gd name="connsiteX137" fmla="*/ 483549 w 553012"/>
                <a:gd name="connsiteY137" fmla="*/ 103745 h 621896"/>
                <a:gd name="connsiteX138" fmla="*/ 486006 w 553012"/>
                <a:gd name="connsiteY138" fmla="*/ 102601 h 621896"/>
                <a:gd name="connsiteX139" fmla="*/ 486881 w 553012"/>
                <a:gd name="connsiteY139" fmla="*/ 100145 h 621896"/>
                <a:gd name="connsiteX140" fmla="*/ 483414 w 553012"/>
                <a:gd name="connsiteY140" fmla="*/ 99573 h 621896"/>
                <a:gd name="connsiteX141" fmla="*/ 480217 w 553012"/>
                <a:gd name="connsiteY141" fmla="*/ 98833 h 621896"/>
                <a:gd name="connsiteX142" fmla="*/ 476145 w 553012"/>
                <a:gd name="connsiteY142" fmla="*/ 98699 h 621896"/>
                <a:gd name="connsiteX143" fmla="*/ 475438 w 553012"/>
                <a:gd name="connsiteY143" fmla="*/ 96512 h 621896"/>
                <a:gd name="connsiteX144" fmla="*/ 476313 w 553012"/>
                <a:gd name="connsiteY144" fmla="*/ 93619 h 621896"/>
                <a:gd name="connsiteX145" fmla="*/ 477121 w 553012"/>
                <a:gd name="connsiteY145" fmla="*/ 90154 h 621896"/>
                <a:gd name="connsiteX146" fmla="*/ 478636 w 553012"/>
                <a:gd name="connsiteY146" fmla="*/ 88405 h 621896"/>
                <a:gd name="connsiteX147" fmla="*/ 480386 w 553012"/>
                <a:gd name="connsiteY147" fmla="*/ 86521 h 621896"/>
                <a:gd name="connsiteX148" fmla="*/ 482708 w 553012"/>
                <a:gd name="connsiteY148" fmla="*/ 84940 h 621896"/>
                <a:gd name="connsiteX149" fmla="*/ 484592 w 553012"/>
                <a:gd name="connsiteY149" fmla="*/ 82753 h 621896"/>
                <a:gd name="connsiteX150" fmla="*/ 486914 w 553012"/>
                <a:gd name="connsiteY150" fmla="*/ 80163 h 621896"/>
                <a:gd name="connsiteX151" fmla="*/ 487487 w 553012"/>
                <a:gd name="connsiteY151" fmla="*/ 79289 h 621896"/>
                <a:gd name="connsiteX152" fmla="*/ 488059 w 553012"/>
                <a:gd name="connsiteY152" fmla="*/ 77842 h 621896"/>
                <a:gd name="connsiteX153" fmla="*/ 488631 w 553012"/>
                <a:gd name="connsiteY153" fmla="*/ 75656 h 621896"/>
                <a:gd name="connsiteX154" fmla="*/ 488631 w 553012"/>
                <a:gd name="connsiteY154" fmla="*/ 73469 h 621896"/>
                <a:gd name="connsiteX155" fmla="*/ 486309 w 553012"/>
                <a:gd name="connsiteY155" fmla="*/ 70004 h 621896"/>
                <a:gd name="connsiteX156" fmla="*/ 484862 w 553012"/>
                <a:gd name="connsiteY156" fmla="*/ 68995 h 621896"/>
                <a:gd name="connsiteX157" fmla="*/ 481530 w 553012"/>
                <a:gd name="connsiteY157" fmla="*/ 70004 h 621896"/>
                <a:gd name="connsiteX158" fmla="*/ 481261 w 553012"/>
                <a:gd name="connsiteY158" fmla="*/ 68558 h 621896"/>
                <a:gd name="connsiteX159" fmla="*/ 479813 w 553012"/>
                <a:gd name="connsiteY159" fmla="*/ 66976 h 621896"/>
                <a:gd name="connsiteX160" fmla="*/ 480116 w 553012"/>
                <a:gd name="connsiteY160" fmla="*/ 65664 h 621896"/>
                <a:gd name="connsiteX161" fmla="*/ 480991 w 553012"/>
                <a:gd name="connsiteY161" fmla="*/ 64790 h 621896"/>
                <a:gd name="connsiteX162" fmla="*/ 482439 w 553012"/>
                <a:gd name="connsiteY162" fmla="*/ 63478 h 621896"/>
                <a:gd name="connsiteX163" fmla="*/ 483448 w 553012"/>
                <a:gd name="connsiteY163" fmla="*/ 61729 h 621896"/>
                <a:gd name="connsiteX164" fmla="*/ 483448 w 553012"/>
                <a:gd name="connsiteY164" fmla="*/ 58533 h 621896"/>
                <a:gd name="connsiteX165" fmla="*/ 481833 w 553012"/>
                <a:gd name="connsiteY165" fmla="*/ 56784 h 621896"/>
                <a:gd name="connsiteX166" fmla="*/ 479813 w 553012"/>
                <a:gd name="connsiteY166" fmla="*/ 54900 h 621896"/>
                <a:gd name="connsiteX167" fmla="*/ 476179 w 553012"/>
                <a:gd name="connsiteY167" fmla="*/ 51570 h 621896"/>
                <a:gd name="connsiteX168" fmla="*/ 474732 w 553012"/>
                <a:gd name="connsiteY168" fmla="*/ 51132 h 621896"/>
                <a:gd name="connsiteX169" fmla="*/ 472410 w 553012"/>
                <a:gd name="connsiteY169" fmla="*/ 48676 h 621896"/>
                <a:gd name="connsiteX170" fmla="*/ 468943 w 553012"/>
                <a:gd name="connsiteY170" fmla="*/ 46355 h 621896"/>
                <a:gd name="connsiteX171" fmla="*/ 468236 w 553012"/>
                <a:gd name="connsiteY171" fmla="*/ 45918 h 621896"/>
                <a:gd name="connsiteX172" fmla="*/ 466217 w 553012"/>
                <a:gd name="connsiteY172" fmla="*/ 44169 h 621896"/>
                <a:gd name="connsiteX173" fmla="*/ 464029 w 553012"/>
                <a:gd name="connsiteY173" fmla="*/ 44034 h 621896"/>
                <a:gd name="connsiteX174" fmla="*/ 461135 w 553012"/>
                <a:gd name="connsiteY174" fmla="*/ 45044 h 621896"/>
                <a:gd name="connsiteX175" fmla="*/ 458106 w 553012"/>
                <a:gd name="connsiteY175" fmla="*/ 46490 h 621896"/>
                <a:gd name="connsiteX176" fmla="*/ 456222 w 553012"/>
                <a:gd name="connsiteY176" fmla="*/ 47230 h 621896"/>
                <a:gd name="connsiteX177" fmla="*/ 451746 w 553012"/>
                <a:gd name="connsiteY177" fmla="*/ 50863 h 621896"/>
                <a:gd name="connsiteX178" fmla="*/ 450164 w 553012"/>
                <a:gd name="connsiteY178" fmla="*/ 51738 h 621896"/>
                <a:gd name="connsiteX179" fmla="*/ 448717 w 553012"/>
                <a:gd name="connsiteY179" fmla="*/ 53756 h 621896"/>
                <a:gd name="connsiteX180" fmla="*/ 444947 w 553012"/>
                <a:gd name="connsiteY180" fmla="*/ 57961 h 621896"/>
                <a:gd name="connsiteX181" fmla="*/ 442793 w 553012"/>
                <a:gd name="connsiteY181" fmla="*/ 61594 h 621896"/>
                <a:gd name="connsiteX182" fmla="*/ 438014 w 553012"/>
                <a:gd name="connsiteY182" fmla="*/ 65227 h 621896"/>
                <a:gd name="connsiteX183" fmla="*/ 430610 w 553012"/>
                <a:gd name="connsiteY183" fmla="*/ 71181 h 621896"/>
                <a:gd name="connsiteX184" fmla="*/ 428726 w 553012"/>
                <a:gd name="connsiteY184" fmla="*/ 74377 h 621896"/>
                <a:gd name="connsiteX185" fmla="*/ 426841 w 553012"/>
                <a:gd name="connsiteY185" fmla="*/ 75689 h 621896"/>
                <a:gd name="connsiteX186" fmla="*/ 423812 w 553012"/>
                <a:gd name="connsiteY186" fmla="*/ 78448 h 621896"/>
                <a:gd name="connsiteX187" fmla="*/ 420918 w 553012"/>
                <a:gd name="connsiteY187" fmla="*/ 79188 h 621896"/>
                <a:gd name="connsiteX188" fmla="*/ 420918 w 553012"/>
                <a:gd name="connsiteY188" fmla="*/ 75723 h 621896"/>
                <a:gd name="connsiteX189" fmla="*/ 420918 w 553012"/>
                <a:gd name="connsiteY189" fmla="*/ 72695 h 621896"/>
                <a:gd name="connsiteX190" fmla="*/ 419975 w 553012"/>
                <a:gd name="connsiteY190" fmla="*/ 70811 h 621896"/>
                <a:gd name="connsiteX191" fmla="*/ 417586 w 553012"/>
                <a:gd name="connsiteY191" fmla="*/ 70240 h 621896"/>
                <a:gd name="connsiteX192" fmla="*/ 415264 w 553012"/>
                <a:gd name="connsiteY192" fmla="*/ 72561 h 621896"/>
                <a:gd name="connsiteX193" fmla="*/ 413077 w 553012"/>
                <a:gd name="connsiteY193" fmla="*/ 73570 h 621896"/>
                <a:gd name="connsiteX194" fmla="*/ 409745 w 553012"/>
                <a:gd name="connsiteY194" fmla="*/ 72392 h 621896"/>
                <a:gd name="connsiteX195" fmla="*/ 407860 w 553012"/>
                <a:gd name="connsiteY195" fmla="*/ 70206 h 621896"/>
                <a:gd name="connsiteX196" fmla="*/ 405639 w 553012"/>
                <a:gd name="connsiteY196" fmla="*/ 67750 h 621896"/>
                <a:gd name="connsiteX197" fmla="*/ 404966 w 553012"/>
                <a:gd name="connsiteY197" fmla="*/ 63982 h 621896"/>
                <a:gd name="connsiteX198" fmla="*/ 405504 w 553012"/>
                <a:gd name="connsiteY198" fmla="*/ 59643 h 621896"/>
                <a:gd name="connsiteX199" fmla="*/ 405369 w 553012"/>
                <a:gd name="connsiteY199" fmla="*/ 56178 h 621896"/>
                <a:gd name="connsiteX200" fmla="*/ 405235 w 553012"/>
                <a:gd name="connsiteY200" fmla="*/ 51099 h 621896"/>
                <a:gd name="connsiteX201" fmla="*/ 405235 w 553012"/>
                <a:gd name="connsiteY201" fmla="*/ 49652 h 621896"/>
                <a:gd name="connsiteX202" fmla="*/ 405235 w 553012"/>
                <a:gd name="connsiteY202" fmla="*/ 44438 h 621896"/>
                <a:gd name="connsiteX203" fmla="*/ 405235 w 553012"/>
                <a:gd name="connsiteY203" fmla="*/ 41242 h 621896"/>
                <a:gd name="connsiteX204" fmla="*/ 404427 w 553012"/>
                <a:gd name="connsiteY204" fmla="*/ 38215 h 621896"/>
                <a:gd name="connsiteX205" fmla="*/ 403619 w 553012"/>
                <a:gd name="connsiteY205" fmla="*/ 37643 h 621896"/>
                <a:gd name="connsiteX206" fmla="*/ 402038 w 553012"/>
                <a:gd name="connsiteY206" fmla="*/ 35624 h 621896"/>
                <a:gd name="connsiteX207" fmla="*/ 399850 w 553012"/>
                <a:gd name="connsiteY207" fmla="*/ 35624 h 621896"/>
                <a:gd name="connsiteX208" fmla="*/ 396384 w 553012"/>
                <a:gd name="connsiteY208" fmla="*/ 35624 h 621896"/>
                <a:gd name="connsiteX209" fmla="*/ 391436 w 553012"/>
                <a:gd name="connsiteY209" fmla="*/ 36768 h 621896"/>
                <a:gd name="connsiteX210" fmla="*/ 389552 w 553012"/>
                <a:gd name="connsiteY210" fmla="*/ 38652 h 621896"/>
                <a:gd name="connsiteX211" fmla="*/ 387667 w 553012"/>
                <a:gd name="connsiteY211" fmla="*/ 41680 h 621896"/>
                <a:gd name="connsiteX212" fmla="*/ 385648 w 553012"/>
                <a:gd name="connsiteY212" fmla="*/ 44707 h 621896"/>
                <a:gd name="connsiteX213" fmla="*/ 383595 w 553012"/>
                <a:gd name="connsiteY213" fmla="*/ 47903 h 621896"/>
                <a:gd name="connsiteX214" fmla="*/ 382013 w 553012"/>
                <a:gd name="connsiteY214" fmla="*/ 50796 h 621896"/>
                <a:gd name="connsiteX215" fmla="*/ 378547 w 553012"/>
                <a:gd name="connsiteY215" fmla="*/ 53992 h 621896"/>
                <a:gd name="connsiteX216" fmla="*/ 376090 w 553012"/>
                <a:gd name="connsiteY216" fmla="*/ 51805 h 621896"/>
                <a:gd name="connsiteX217" fmla="*/ 371311 w 553012"/>
                <a:gd name="connsiteY217" fmla="*/ 52242 h 621896"/>
                <a:gd name="connsiteX218" fmla="*/ 368114 w 553012"/>
                <a:gd name="connsiteY218" fmla="*/ 52242 h 621896"/>
                <a:gd name="connsiteX219" fmla="*/ 364344 w 553012"/>
                <a:gd name="connsiteY219" fmla="*/ 54563 h 621896"/>
                <a:gd name="connsiteX220" fmla="*/ 361888 w 553012"/>
                <a:gd name="connsiteY220" fmla="*/ 55135 h 621896"/>
                <a:gd name="connsiteX221" fmla="*/ 359263 w 553012"/>
                <a:gd name="connsiteY221" fmla="*/ 59777 h 621896"/>
                <a:gd name="connsiteX222" fmla="*/ 356940 w 553012"/>
                <a:gd name="connsiteY222" fmla="*/ 62099 h 621896"/>
                <a:gd name="connsiteX223" fmla="*/ 355056 w 553012"/>
                <a:gd name="connsiteY223" fmla="*/ 64420 h 621896"/>
                <a:gd name="connsiteX224" fmla="*/ 351286 w 553012"/>
                <a:gd name="connsiteY224" fmla="*/ 66573 h 621896"/>
                <a:gd name="connsiteX225" fmla="*/ 348392 w 553012"/>
                <a:gd name="connsiteY225" fmla="*/ 66876 h 621896"/>
                <a:gd name="connsiteX226" fmla="*/ 346070 w 553012"/>
                <a:gd name="connsiteY226" fmla="*/ 65429 h 621896"/>
                <a:gd name="connsiteX227" fmla="*/ 344320 w 553012"/>
                <a:gd name="connsiteY227" fmla="*/ 61796 h 621896"/>
                <a:gd name="connsiteX228" fmla="*/ 344320 w 553012"/>
                <a:gd name="connsiteY228" fmla="*/ 60047 h 621896"/>
                <a:gd name="connsiteX229" fmla="*/ 341931 w 553012"/>
                <a:gd name="connsiteY229" fmla="*/ 57288 h 621896"/>
                <a:gd name="connsiteX230" fmla="*/ 340854 w 553012"/>
                <a:gd name="connsiteY230" fmla="*/ 58298 h 621896"/>
                <a:gd name="connsiteX231" fmla="*/ 340854 w 553012"/>
                <a:gd name="connsiteY231" fmla="*/ 60753 h 621896"/>
                <a:gd name="connsiteX232" fmla="*/ 337892 w 553012"/>
                <a:gd name="connsiteY232" fmla="*/ 64958 h 621896"/>
                <a:gd name="connsiteX233" fmla="*/ 336378 w 553012"/>
                <a:gd name="connsiteY233" fmla="*/ 65395 h 621896"/>
                <a:gd name="connsiteX234" fmla="*/ 335065 w 553012"/>
                <a:gd name="connsiteY234" fmla="*/ 63377 h 621896"/>
                <a:gd name="connsiteX235" fmla="*/ 332743 w 553012"/>
                <a:gd name="connsiteY235" fmla="*/ 55976 h 621896"/>
                <a:gd name="connsiteX236" fmla="*/ 327829 w 553012"/>
                <a:gd name="connsiteY236" fmla="*/ 51906 h 621896"/>
                <a:gd name="connsiteX237" fmla="*/ 324363 w 553012"/>
                <a:gd name="connsiteY237" fmla="*/ 49316 h 621896"/>
                <a:gd name="connsiteX238" fmla="*/ 322343 w 553012"/>
                <a:gd name="connsiteY238" fmla="*/ 43530 h 621896"/>
                <a:gd name="connsiteX239" fmla="*/ 315377 w 553012"/>
                <a:gd name="connsiteY239" fmla="*/ 41209 h 621896"/>
                <a:gd name="connsiteX240" fmla="*/ 308714 w 553012"/>
                <a:gd name="connsiteY240" fmla="*/ 35994 h 621896"/>
                <a:gd name="connsiteX241" fmla="*/ 305247 w 553012"/>
                <a:gd name="connsiteY241" fmla="*/ 34817 h 621896"/>
                <a:gd name="connsiteX242" fmla="*/ 298886 w 553012"/>
                <a:gd name="connsiteY242" fmla="*/ 30747 h 621896"/>
                <a:gd name="connsiteX243" fmla="*/ 294545 w 553012"/>
                <a:gd name="connsiteY243" fmla="*/ 28728 h 621896"/>
                <a:gd name="connsiteX244" fmla="*/ 291348 w 553012"/>
                <a:gd name="connsiteY244" fmla="*/ 26104 h 621896"/>
                <a:gd name="connsiteX245" fmla="*/ 288454 w 553012"/>
                <a:gd name="connsiteY245" fmla="*/ 26104 h 621896"/>
                <a:gd name="connsiteX246" fmla="*/ 281790 w 553012"/>
                <a:gd name="connsiteY246" fmla="*/ 26811 h 621896"/>
                <a:gd name="connsiteX247" fmla="*/ 275698 w 553012"/>
                <a:gd name="connsiteY247" fmla="*/ 27820 h 621896"/>
                <a:gd name="connsiteX248" fmla="*/ 270179 w 553012"/>
                <a:gd name="connsiteY248" fmla="*/ 27820 h 621896"/>
                <a:gd name="connsiteX249" fmla="*/ 265838 w 553012"/>
                <a:gd name="connsiteY249" fmla="*/ 28257 h 621896"/>
                <a:gd name="connsiteX250" fmla="*/ 257727 w 553012"/>
                <a:gd name="connsiteY250" fmla="*/ 25230 h 621896"/>
                <a:gd name="connsiteX251" fmla="*/ 255977 w 553012"/>
                <a:gd name="connsiteY251" fmla="*/ 22337 h 621896"/>
                <a:gd name="connsiteX252" fmla="*/ 252780 w 553012"/>
                <a:gd name="connsiteY252" fmla="*/ 20890 h 621896"/>
                <a:gd name="connsiteX253" fmla="*/ 246419 w 553012"/>
                <a:gd name="connsiteY253" fmla="*/ 19141 h 621896"/>
                <a:gd name="connsiteX254" fmla="*/ 239149 w 553012"/>
                <a:gd name="connsiteY254" fmla="*/ 15945 h 621896"/>
                <a:gd name="connsiteX255" fmla="*/ 235380 w 553012"/>
                <a:gd name="connsiteY255" fmla="*/ 13927 h 621896"/>
                <a:gd name="connsiteX256" fmla="*/ 231039 w 553012"/>
                <a:gd name="connsiteY256" fmla="*/ 10159 h 621896"/>
                <a:gd name="connsiteX257" fmla="*/ 226967 w 553012"/>
                <a:gd name="connsiteY257" fmla="*/ 12178 h 621896"/>
                <a:gd name="connsiteX258" fmla="*/ 218856 w 553012"/>
                <a:gd name="connsiteY258" fmla="*/ 14499 h 621896"/>
                <a:gd name="connsiteX259" fmla="*/ 213067 w 553012"/>
                <a:gd name="connsiteY259" fmla="*/ 15945 h 621896"/>
                <a:gd name="connsiteX260" fmla="*/ 209601 w 553012"/>
                <a:gd name="connsiteY260" fmla="*/ 13052 h 621896"/>
                <a:gd name="connsiteX261" fmla="*/ 207279 w 553012"/>
                <a:gd name="connsiteY261" fmla="*/ 8107 h 621896"/>
                <a:gd name="connsiteX262" fmla="*/ 204081 w 553012"/>
                <a:gd name="connsiteY262" fmla="*/ 1446 h 621896"/>
                <a:gd name="connsiteX263" fmla="*/ 200884 w 553012"/>
                <a:gd name="connsiteY263" fmla="*/ 0 h 621896"/>
                <a:gd name="connsiteX264" fmla="*/ 199437 w 553012"/>
                <a:gd name="connsiteY264" fmla="*/ 0 h 621896"/>
                <a:gd name="connsiteX265" fmla="*/ 196812 w 553012"/>
                <a:gd name="connsiteY265" fmla="*/ 3465 h 621896"/>
                <a:gd name="connsiteX266" fmla="*/ 194490 w 553012"/>
                <a:gd name="connsiteY266" fmla="*/ 6661 h 621896"/>
                <a:gd name="connsiteX267" fmla="*/ 190720 w 553012"/>
                <a:gd name="connsiteY267" fmla="*/ 9789 h 621896"/>
                <a:gd name="connsiteX268" fmla="*/ 184057 w 553012"/>
                <a:gd name="connsiteY268" fmla="*/ 10025 h 621896"/>
                <a:gd name="connsiteX269" fmla="*/ 179716 w 553012"/>
                <a:gd name="connsiteY269" fmla="*/ 10025 h 621896"/>
                <a:gd name="connsiteX270" fmla="*/ 178268 w 553012"/>
                <a:gd name="connsiteY270" fmla="*/ 10025 h 621896"/>
                <a:gd name="connsiteX271" fmla="*/ 170730 w 553012"/>
                <a:gd name="connsiteY271" fmla="*/ 10159 h 621896"/>
                <a:gd name="connsiteX272" fmla="*/ 166388 w 553012"/>
                <a:gd name="connsiteY272" fmla="*/ 10159 h 621896"/>
                <a:gd name="connsiteX273" fmla="*/ 165210 w 553012"/>
                <a:gd name="connsiteY273" fmla="*/ 12178 h 621896"/>
                <a:gd name="connsiteX274" fmla="*/ 165513 w 553012"/>
                <a:gd name="connsiteY274" fmla="*/ 17963 h 621896"/>
                <a:gd name="connsiteX275" fmla="*/ 165210 w 553012"/>
                <a:gd name="connsiteY275" fmla="*/ 22606 h 621896"/>
                <a:gd name="connsiteX276" fmla="*/ 164638 w 553012"/>
                <a:gd name="connsiteY276" fmla="*/ 25499 h 621896"/>
                <a:gd name="connsiteX277" fmla="*/ 166658 w 553012"/>
                <a:gd name="connsiteY277" fmla="*/ 29569 h 621896"/>
                <a:gd name="connsiteX278" fmla="*/ 168980 w 553012"/>
                <a:gd name="connsiteY278" fmla="*/ 32462 h 621896"/>
                <a:gd name="connsiteX279" fmla="*/ 170999 w 553012"/>
                <a:gd name="connsiteY279" fmla="*/ 32462 h 621896"/>
                <a:gd name="connsiteX280" fmla="*/ 174465 w 553012"/>
                <a:gd name="connsiteY280" fmla="*/ 34783 h 621896"/>
                <a:gd name="connsiteX281" fmla="*/ 177662 w 553012"/>
                <a:gd name="connsiteY281" fmla="*/ 36230 h 621896"/>
                <a:gd name="connsiteX282" fmla="*/ 179413 w 553012"/>
                <a:gd name="connsiteY282" fmla="*/ 37407 h 621896"/>
                <a:gd name="connsiteX283" fmla="*/ 180860 w 553012"/>
                <a:gd name="connsiteY283" fmla="*/ 39157 h 621896"/>
                <a:gd name="connsiteX284" fmla="*/ 180860 w 553012"/>
                <a:gd name="connsiteY284" fmla="*/ 43126 h 621896"/>
                <a:gd name="connsiteX285" fmla="*/ 177662 w 553012"/>
                <a:gd name="connsiteY285" fmla="*/ 46120 h 621896"/>
                <a:gd name="connsiteX286" fmla="*/ 174196 w 553012"/>
                <a:gd name="connsiteY286" fmla="*/ 48441 h 621896"/>
                <a:gd name="connsiteX287" fmla="*/ 168677 w 553012"/>
                <a:gd name="connsiteY287" fmla="*/ 51334 h 621896"/>
                <a:gd name="connsiteX288" fmla="*/ 166085 w 553012"/>
                <a:gd name="connsiteY288" fmla="*/ 56245 h 621896"/>
                <a:gd name="connsiteX289" fmla="*/ 158547 w 553012"/>
                <a:gd name="connsiteY289" fmla="*/ 61191 h 621896"/>
                <a:gd name="connsiteX290" fmla="*/ 153330 w 553012"/>
                <a:gd name="connsiteY290" fmla="*/ 58869 h 621896"/>
                <a:gd name="connsiteX291" fmla="*/ 150705 w 553012"/>
                <a:gd name="connsiteY291" fmla="*/ 55102 h 621896"/>
                <a:gd name="connsiteX292" fmla="*/ 148080 w 553012"/>
                <a:gd name="connsiteY292" fmla="*/ 51906 h 621896"/>
                <a:gd name="connsiteX293" fmla="*/ 144311 w 553012"/>
                <a:gd name="connsiteY293" fmla="*/ 49013 h 621896"/>
                <a:gd name="connsiteX294" fmla="*/ 142292 w 553012"/>
                <a:gd name="connsiteY294" fmla="*/ 47869 h 621896"/>
                <a:gd name="connsiteX295" fmla="*/ 138522 w 553012"/>
                <a:gd name="connsiteY295" fmla="*/ 45245 h 621896"/>
                <a:gd name="connsiteX296" fmla="*/ 130681 w 553012"/>
                <a:gd name="connsiteY296" fmla="*/ 44673 h 621896"/>
                <a:gd name="connsiteX297" fmla="*/ 125161 w 553012"/>
                <a:gd name="connsiteY297" fmla="*/ 44371 h 621896"/>
                <a:gd name="connsiteX298" fmla="*/ 119642 w 553012"/>
                <a:gd name="connsiteY298" fmla="*/ 43496 h 621896"/>
                <a:gd name="connsiteX299" fmla="*/ 115570 w 553012"/>
                <a:gd name="connsiteY299" fmla="*/ 43496 h 621896"/>
                <a:gd name="connsiteX300" fmla="*/ 110353 w 553012"/>
                <a:gd name="connsiteY300" fmla="*/ 43496 h 621896"/>
                <a:gd name="connsiteX301" fmla="*/ 107459 w 553012"/>
                <a:gd name="connsiteY301" fmla="*/ 43496 h 621896"/>
                <a:gd name="connsiteX302" fmla="*/ 100493 w 553012"/>
                <a:gd name="connsiteY302" fmla="*/ 47701 h 621896"/>
                <a:gd name="connsiteX303" fmla="*/ 98473 w 553012"/>
                <a:gd name="connsiteY303" fmla="*/ 50157 h 621896"/>
                <a:gd name="connsiteX304" fmla="*/ 94704 w 553012"/>
                <a:gd name="connsiteY304" fmla="*/ 52478 h 621896"/>
                <a:gd name="connsiteX305" fmla="*/ 92113 w 553012"/>
                <a:gd name="connsiteY305" fmla="*/ 55674 h 621896"/>
                <a:gd name="connsiteX306" fmla="*/ 87771 w 553012"/>
                <a:gd name="connsiteY306" fmla="*/ 58567 h 621896"/>
                <a:gd name="connsiteX307" fmla="*/ 84305 w 553012"/>
                <a:gd name="connsiteY307" fmla="*/ 58567 h 621896"/>
                <a:gd name="connsiteX308" fmla="*/ 79358 w 553012"/>
                <a:gd name="connsiteY308" fmla="*/ 58264 h 621896"/>
                <a:gd name="connsiteX309" fmla="*/ 77338 w 553012"/>
                <a:gd name="connsiteY309" fmla="*/ 55674 h 621896"/>
                <a:gd name="connsiteX310" fmla="*/ 70372 w 553012"/>
                <a:gd name="connsiteY310" fmla="*/ 55674 h 621896"/>
                <a:gd name="connsiteX311" fmla="*/ 70675 w 553012"/>
                <a:gd name="connsiteY311" fmla="*/ 60316 h 621896"/>
                <a:gd name="connsiteX312" fmla="*/ 71550 w 553012"/>
                <a:gd name="connsiteY312" fmla="*/ 65227 h 621896"/>
                <a:gd name="connsiteX313" fmla="*/ 70405 w 553012"/>
                <a:gd name="connsiteY313" fmla="*/ 69298 h 621896"/>
                <a:gd name="connsiteX314" fmla="*/ 67511 w 553012"/>
                <a:gd name="connsiteY314" fmla="*/ 72493 h 621896"/>
                <a:gd name="connsiteX315" fmla="*/ 62295 w 553012"/>
                <a:gd name="connsiteY315" fmla="*/ 74512 h 621896"/>
                <a:gd name="connsiteX316" fmla="*/ 60275 w 553012"/>
                <a:gd name="connsiteY316" fmla="*/ 77977 h 621896"/>
                <a:gd name="connsiteX317" fmla="*/ 59131 w 553012"/>
                <a:gd name="connsiteY317" fmla="*/ 86084 h 621896"/>
                <a:gd name="connsiteX318" fmla="*/ 57684 w 553012"/>
                <a:gd name="connsiteY318" fmla="*/ 91601 h 621896"/>
                <a:gd name="connsiteX319" fmla="*/ 54217 w 553012"/>
                <a:gd name="connsiteY319" fmla="*/ 96512 h 621896"/>
                <a:gd name="connsiteX320" fmla="*/ 50145 w 553012"/>
                <a:gd name="connsiteY320" fmla="*/ 100582 h 621896"/>
                <a:gd name="connsiteX321" fmla="*/ 47823 w 553012"/>
                <a:gd name="connsiteY321" fmla="*/ 106099 h 621896"/>
                <a:gd name="connsiteX322" fmla="*/ 45804 w 553012"/>
                <a:gd name="connsiteY322" fmla="*/ 111011 h 621896"/>
                <a:gd name="connsiteX323" fmla="*/ 44626 w 553012"/>
                <a:gd name="connsiteY323" fmla="*/ 115653 h 621896"/>
                <a:gd name="connsiteX324" fmla="*/ 46376 w 553012"/>
                <a:gd name="connsiteY324" fmla="*/ 121742 h 621896"/>
                <a:gd name="connsiteX325" fmla="*/ 49876 w 553012"/>
                <a:gd name="connsiteY325" fmla="*/ 125812 h 621896"/>
                <a:gd name="connsiteX326" fmla="*/ 50448 w 553012"/>
                <a:gd name="connsiteY326" fmla="*/ 132473 h 621896"/>
                <a:gd name="connsiteX327" fmla="*/ 46679 w 553012"/>
                <a:gd name="connsiteY327" fmla="*/ 137990 h 621896"/>
                <a:gd name="connsiteX328" fmla="*/ 44087 w 553012"/>
                <a:gd name="connsiteY328" fmla="*/ 142632 h 621896"/>
                <a:gd name="connsiteX329" fmla="*/ 43515 w 553012"/>
                <a:gd name="connsiteY329" fmla="*/ 145222 h 621896"/>
                <a:gd name="connsiteX330" fmla="*/ 43515 w 553012"/>
                <a:gd name="connsiteY330" fmla="*/ 149293 h 621896"/>
                <a:gd name="connsiteX331" fmla="*/ 44087 w 553012"/>
                <a:gd name="connsiteY331" fmla="*/ 152489 h 621896"/>
                <a:gd name="connsiteX332" fmla="*/ 47285 w 553012"/>
                <a:gd name="connsiteY332" fmla="*/ 155381 h 621896"/>
                <a:gd name="connsiteX333" fmla="*/ 49304 w 553012"/>
                <a:gd name="connsiteY333" fmla="*/ 156525 h 621896"/>
                <a:gd name="connsiteX334" fmla="*/ 49001 w 553012"/>
                <a:gd name="connsiteY334" fmla="*/ 160865 h 621896"/>
                <a:gd name="connsiteX335" fmla="*/ 48429 w 553012"/>
                <a:gd name="connsiteY335" fmla="*/ 163758 h 621896"/>
                <a:gd name="connsiteX336" fmla="*/ 45804 w 553012"/>
                <a:gd name="connsiteY336" fmla="*/ 165776 h 621896"/>
                <a:gd name="connsiteX337" fmla="*/ 43482 w 553012"/>
                <a:gd name="connsiteY337" fmla="*/ 168097 h 621896"/>
                <a:gd name="connsiteX338" fmla="*/ 40015 w 553012"/>
                <a:gd name="connsiteY338" fmla="*/ 169544 h 621896"/>
                <a:gd name="connsiteX339" fmla="*/ 40015 w 553012"/>
                <a:gd name="connsiteY339" fmla="*/ 172168 h 621896"/>
                <a:gd name="connsiteX340" fmla="*/ 42338 w 553012"/>
                <a:gd name="connsiteY340" fmla="*/ 175061 h 621896"/>
                <a:gd name="connsiteX341" fmla="*/ 46107 w 553012"/>
                <a:gd name="connsiteY341" fmla="*/ 176507 h 621896"/>
                <a:gd name="connsiteX342" fmla="*/ 48732 w 553012"/>
                <a:gd name="connsiteY342" fmla="*/ 176507 h 621896"/>
                <a:gd name="connsiteX343" fmla="*/ 48732 w 553012"/>
                <a:gd name="connsiteY343" fmla="*/ 178526 h 621896"/>
                <a:gd name="connsiteX344" fmla="*/ 48597 w 553012"/>
                <a:gd name="connsiteY344" fmla="*/ 181990 h 621896"/>
                <a:gd name="connsiteX345" fmla="*/ 48160 w 553012"/>
                <a:gd name="connsiteY345" fmla="*/ 185455 h 621896"/>
                <a:gd name="connsiteX346" fmla="*/ 47016 w 553012"/>
                <a:gd name="connsiteY346" fmla="*/ 187776 h 621896"/>
                <a:gd name="connsiteX347" fmla="*/ 46443 w 553012"/>
                <a:gd name="connsiteY347" fmla="*/ 191544 h 621896"/>
                <a:gd name="connsiteX348" fmla="*/ 47318 w 553012"/>
                <a:gd name="connsiteY348" fmla="*/ 197633 h 621896"/>
                <a:gd name="connsiteX349" fmla="*/ 45871 w 553012"/>
                <a:gd name="connsiteY349" fmla="*/ 202847 h 621896"/>
                <a:gd name="connsiteX350" fmla="*/ 46746 w 553012"/>
                <a:gd name="connsiteY350" fmla="*/ 209508 h 621896"/>
                <a:gd name="connsiteX351" fmla="*/ 47890 w 553012"/>
                <a:gd name="connsiteY351" fmla="*/ 214150 h 621896"/>
                <a:gd name="connsiteX352" fmla="*/ 52535 w 553012"/>
                <a:gd name="connsiteY352" fmla="*/ 217917 h 621896"/>
                <a:gd name="connsiteX353" fmla="*/ 53107 w 553012"/>
                <a:gd name="connsiteY353" fmla="*/ 219095 h 621896"/>
                <a:gd name="connsiteX354" fmla="*/ 54251 w 553012"/>
                <a:gd name="connsiteY354" fmla="*/ 223434 h 621896"/>
                <a:gd name="connsiteX355" fmla="*/ 52501 w 553012"/>
                <a:gd name="connsiteY355" fmla="*/ 227774 h 621896"/>
                <a:gd name="connsiteX356" fmla="*/ 49607 w 553012"/>
                <a:gd name="connsiteY356" fmla="*/ 232416 h 621896"/>
                <a:gd name="connsiteX357" fmla="*/ 50751 w 553012"/>
                <a:gd name="connsiteY357" fmla="*/ 235612 h 621896"/>
                <a:gd name="connsiteX358" fmla="*/ 52770 w 553012"/>
                <a:gd name="connsiteY358" fmla="*/ 241970 h 621896"/>
                <a:gd name="connsiteX359" fmla="*/ 51020 w 553012"/>
                <a:gd name="connsiteY359" fmla="*/ 245737 h 621896"/>
                <a:gd name="connsiteX360" fmla="*/ 50448 w 553012"/>
                <a:gd name="connsiteY360" fmla="*/ 246881 h 621896"/>
                <a:gd name="connsiteX361" fmla="*/ 49001 w 553012"/>
                <a:gd name="connsiteY361" fmla="*/ 250649 h 621896"/>
                <a:gd name="connsiteX362" fmla="*/ 51323 w 553012"/>
                <a:gd name="connsiteY362" fmla="*/ 254114 h 621896"/>
                <a:gd name="connsiteX363" fmla="*/ 51054 w 553012"/>
                <a:gd name="connsiteY363" fmla="*/ 259025 h 621896"/>
                <a:gd name="connsiteX364" fmla="*/ 50751 w 553012"/>
                <a:gd name="connsiteY364" fmla="*/ 265114 h 621896"/>
                <a:gd name="connsiteX365" fmla="*/ 52501 w 553012"/>
                <a:gd name="connsiteY365" fmla="*/ 270328 h 621896"/>
                <a:gd name="connsiteX366" fmla="*/ 55126 w 553012"/>
                <a:gd name="connsiteY366" fmla="*/ 274668 h 621896"/>
                <a:gd name="connsiteX367" fmla="*/ 57718 w 553012"/>
                <a:gd name="connsiteY367" fmla="*/ 276686 h 621896"/>
                <a:gd name="connsiteX368" fmla="*/ 62059 w 553012"/>
                <a:gd name="connsiteY368" fmla="*/ 282203 h 621896"/>
                <a:gd name="connsiteX369" fmla="*/ 64381 w 553012"/>
                <a:gd name="connsiteY369" fmla="*/ 285399 h 621896"/>
                <a:gd name="connsiteX370" fmla="*/ 64078 w 553012"/>
                <a:gd name="connsiteY370" fmla="*/ 291185 h 621896"/>
                <a:gd name="connsiteX371" fmla="*/ 63775 w 553012"/>
                <a:gd name="connsiteY371" fmla="*/ 296971 h 621896"/>
                <a:gd name="connsiteX372" fmla="*/ 62597 w 553012"/>
                <a:gd name="connsiteY372" fmla="*/ 300166 h 621896"/>
                <a:gd name="connsiteX373" fmla="*/ 60881 w 553012"/>
                <a:gd name="connsiteY373" fmla="*/ 302488 h 621896"/>
                <a:gd name="connsiteX374" fmla="*/ 55665 w 553012"/>
                <a:gd name="connsiteY374" fmla="*/ 304809 h 621896"/>
                <a:gd name="connsiteX375" fmla="*/ 51626 w 553012"/>
                <a:gd name="connsiteY375" fmla="*/ 307130 h 621896"/>
                <a:gd name="connsiteX376" fmla="*/ 49001 w 553012"/>
                <a:gd name="connsiteY376" fmla="*/ 308576 h 621896"/>
                <a:gd name="connsiteX377" fmla="*/ 44087 w 553012"/>
                <a:gd name="connsiteY377" fmla="*/ 311200 h 621896"/>
                <a:gd name="connsiteX378" fmla="*/ 40890 w 553012"/>
                <a:gd name="connsiteY378" fmla="*/ 311200 h 621896"/>
                <a:gd name="connsiteX379" fmla="*/ 36381 w 553012"/>
                <a:gd name="connsiteY379" fmla="*/ 311200 h 621896"/>
                <a:gd name="connsiteX380" fmla="*/ 34193 w 553012"/>
                <a:gd name="connsiteY380" fmla="*/ 312647 h 621896"/>
                <a:gd name="connsiteX381" fmla="*/ 31568 w 553012"/>
                <a:gd name="connsiteY381" fmla="*/ 316112 h 621896"/>
                <a:gd name="connsiteX382" fmla="*/ 30121 w 553012"/>
                <a:gd name="connsiteY382" fmla="*/ 320451 h 621896"/>
                <a:gd name="connsiteX383" fmla="*/ 29852 w 553012"/>
                <a:gd name="connsiteY383" fmla="*/ 324521 h 621896"/>
                <a:gd name="connsiteX384" fmla="*/ 28404 w 553012"/>
                <a:gd name="connsiteY384" fmla="*/ 325968 h 621896"/>
                <a:gd name="connsiteX385" fmla="*/ 25510 w 553012"/>
                <a:gd name="connsiteY385" fmla="*/ 327145 h 621896"/>
                <a:gd name="connsiteX386" fmla="*/ 20597 w 553012"/>
                <a:gd name="connsiteY386" fmla="*/ 328895 h 621896"/>
                <a:gd name="connsiteX387" fmla="*/ 18846 w 553012"/>
                <a:gd name="connsiteY387" fmla="*/ 330341 h 621896"/>
                <a:gd name="connsiteX388" fmla="*/ 17097 w 553012"/>
                <a:gd name="connsiteY388" fmla="*/ 332931 h 621896"/>
                <a:gd name="connsiteX389" fmla="*/ 15952 w 553012"/>
                <a:gd name="connsiteY389" fmla="*/ 335253 h 621896"/>
                <a:gd name="connsiteX390" fmla="*/ 9861 w 553012"/>
                <a:gd name="connsiteY390" fmla="*/ 340769 h 621896"/>
                <a:gd name="connsiteX391" fmla="*/ 5789 w 553012"/>
                <a:gd name="connsiteY391" fmla="*/ 344840 h 621896"/>
                <a:gd name="connsiteX392" fmla="*/ 2591 w 553012"/>
                <a:gd name="connsiteY392" fmla="*/ 347430 h 621896"/>
                <a:gd name="connsiteX393" fmla="*/ 0 w 553012"/>
                <a:gd name="connsiteY393" fmla="*/ 350323 h 621896"/>
                <a:gd name="connsiteX394" fmla="*/ 0 w 553012"/>
                <a:gd name="connsiteY394" fmla="*/ 354393 h 621896"/>
                <a:gd name="connsiteX395" fmla="*/ 7842 w 553012"/>
                <a:gd name="connsiteY395" fmla="*/ 352947 h 621896"/>
                <a:gd name="connsiteX396" fmla="*/ 14202 w 553012"/>
                <a:gd name="connsiteY396" fmla="*/ 351803 h 621896"/>
                <a:gd name="connsiteX397" fmla="*/ 15952 w 553012"/>
                <a:gd name="connsiteY397" fmla="*/ 351231 h 621896"/>
                <a:gd name="connsiteX398" fmla="*/ 22616 w 553012"/>
                <a:gd name="connsiteY398" fmla="*/ 349482 h 621896"/>
                <a:gd name="connsiteX399" fmla="*/ 27260 w 553012"/>
                <a:gd name="connsiteY399" fmla="*/ 346286 h 621896"/>
                <a:gd name="connsiteX400" fmla="*/ 30155 w 553012"/>
                <a:gd name="connsiteY400" fmla="*/ 345412 h 621896"/>
                <a:gd name="connsiteX401" fmla="*/ 33049 w 553012"/>
                <a:gd name="connsiteY401" fmla="*/ 345109 h 621896"/>
                <a:gd name="connsiteX402" fmla="*/ 33049 w 553012"/>
                <a:gd name="connsiteY402" fmla="*/ 346858 h 621896"/>
                <a:gd name="connsiteX403" fmla="*/ 34933 w 553012"/>
                <a:gd name="connsiteY403" fmla="*/ 349179 h 621896"/>
                <a:gd name="connsiteX404" fmla="*/ 38837 w 553012"/>
                <a:gd name="connsiteY404" fmla="*/ 348608 h 621896"/>
                <a:gd name="connsiteX405" fmla="*/ 41159 w 553012"/>
                <a:gd name="connsiteY405" fmla="*/ 346286 h 621896"/>
                <a:gd name="connsiteX406" fmla="*/ 43482 w 553012"/>
                <a:gd name="connsiteY406" fmla="*/ 343091 h 621896"/>
                <a:gd name="connsiteX407" fmla="*/ 46039 w 553012"/>
                <a:gd name="connsiteY407" fmla="*/ 342519 h 621896"/>
                <a:gd name="connsiteX408" fmla="*/ 53040 w 553012"/>
                <a:gd name="connsiteY408" fmla="*/ 340769 h 621896"/>
                <a:gd name="connsiteX409" fmla="*/ 57381 w 553012"/>
                <a:gd name="connsiteY409" fmla="*/ 340769 h 621896"/>
                <a:gd name="connsiteX410" fmla="*/ 63775 w 553012"/>
                <a:gd name="connsiteY410" fmla="*/ 344403 h 621896"/>
                <a:gd name="connsiteX411" fmla="*/ 63203 w 553012"/>
                <a:gd name="connsiteY411" fmla="*/ 349179 h 621896"/>
                <a:gd name="connsiteX412" fmla="*/ 66670 w 553012"/>
                <a:gd name="connsiteY412" fmla="*/ 353519 h 621896"/>
                <a:gd name="connsiteX413" fmla="*/ 71011 w 553012"/>
                <a:gd name="connsiteY413" fmla="*/ 357286 h 621896"/>
                <a:gd name="connsiteX414" fmla="*/ 72761 w 553012"/>
                <a:gd name="connsiteY414" fmla="*/ 361626 h 621896"/>
                <a:gd name="connsiteX415" fmla="*/ 70439 w 553012"/>
                <a:gd name="connsiteY415" fmla="*/ 365091 h 621896"/>
                <a:gd name="connsiteX416" fmla="*/ 69295 w 553012"/>
                <a:gd name="connsiteY416" fmla="*/ 365091 h 621896"/>
                <a:gd name="connsiteX417" fmla="*/ 65223 w 553012"/>
                <a:gd name="connsiteY417" fmla="*/ 367984 h 621896"/>
                <a:gd name="connsiteX418" fmla="*/ 63472 w 553012"/>
                <a:gd name="connsiteY418" fmla="*/ 371449 h 621896"/>
                <a:gd name="connsiteX419" fmla="*/ 63472 w 553012"/>
                <a:gd name="connsiteY419" fmla="*/ 373770 h 621896"/>
                <a:gd name="connsiteX420" fmla="*/ 64920 w 553012"/>
                <a:gd name="connsiteY420" fmla="*/ 373770 h 621896"/>
                <a:gd name="connsiteX421" fmla="*/ 69564 w 553012"/>
                <a:gd name="connsiteY421" fmla="*/ 375082 h 621896"/>
                <a:gd name="connsiteX422" fmla="*/ 72761 w 553012"/>
                <a:gd name="connsiteY422" fmla="*/ 377538 h 621896"/>
                <a:gd name="connsiteX423" fmla="*/ 71011 w 553012"/>
                <a:gd name="connsiteY423" fmla="*/ 381608 h 621896"/>
                <a:gd name="connsiteX424" fmla="*/ 64348 w 553012"/>
                <a:gd name="connsiteY424" fmla="*/ 386250 h 621896"/>
                <a:gd name="connsiteX425" fmla="*/ 60881 w 553012"/>
                <a:gd name="connsiteY425" fmla="*/ 387697 h 621896"/>
                <a:gd name="connsiteX426" fmla="*/ 56943 w 553012"/>
                <a:gd name="connsiteY426" fmla="*/ 388840 h 621896"/>
                <a:gd name="connsiteX427" fmla="*/ 49876 w 553012"/>
                <a:gd name="connsiteY427" fmla="*/ 392305 h 621896"/>
                <a:gd name="connsiteX428" fmla="*/ 46073 w 553012"/>
                <a:gd name="connsiteY428" fmla="*/ 396073 h 621896"/>
                <a:gd name="connsiteX429" fmla="*/ 48429 w 553012"/>
                <a:gd name="connsiteY429" fmla="*/ 398697 h 621896"/>
                <a:gd name="connsiteX430" fmla="*/ 52198 w 553012"/>
                <a:gd name="connsiteY430" fmla="*/ 401590 h 621896"/>
                <a:gd name="connsiteX431" fmla="*/ 56977 w 553012"/>
                <a:gd name="connsiteY431" fmla="*/ 408251 h 621896"/>
                <a:gd name="connsiteX432" fmla="*/ 56977 w 553012"/>
                <a:gd name="connsiteY432" fmla="*/ 411144 h 621896"/>
                <a:gd name="connsiteX433" fmla="*/ 55126 w 553012"/>
                <a:gd name="connsiteY433" fmla="*/ 416930 h 621896"/>
                <a:gd name="connsiteX434" fmla="*/ 51929 w 553012"/>
                <a:gd name="connsiteY434" fmla="*/ 421269 h 621896"/>
                <a:gd name="connsiteX435" fmla="*/ 48463 w 553012"/>
                <a:gd name="connsiteY435" fmla="*/ 426181 h 621896"/>
                <a:gd name="connsiteX436" fmla="*/ 46107 w 553012"/>
                <a:gd name="connsiteY436" fmla="*/ 431966 h 621896"/>
                <a:gd name="connsiteX437" fmla="*/ 46141 w 553012"/>
                <a:gd name="connsiteY437" fmla="*/ 439771 h 621896"/>
                <a:gd name="connsiteX438" fmla="*/ 47588 w 553012"/>
                <a:gd name="connsiteY438" fmla="*/ 442361 h 621896"/>
                <a:gd name="connsiteX439" fmla="*/ 52501 w 553012"/>
                <a:gd name="connsiteY439" fmla="*/ 446129 h 621896"/>
                <a:gd name="connsiteX440" fmla="*/ 55126 w 553012"/>
                <a:gd name="connsiteY440" fmla="*/ 442933 h 621896"/>
                <a:gd name="connsiteX441" fmla="*/ 58323 w 553012"/>
                <a:gd name="connsiteY441" fmla="*/ 439737 h 621896"/>
                <a:gd name="connsiteX442" fmla="*/ 63102 w 553012"/>
                <a:gd name="connsiteY442" fmla="*/ 439737 h 621896"/>
                <a:gd name="connsiteX443" fmla="*/ 65862 w 553012"/>
                <a:gd name="connsiteY443" fmla="*/ 442496 h 621896"/>
                <a:gd name="connsiteX444" fmla="*/ 59501 w 553012"/>
                <a:gd name="connsiteY444" fmla="*/ 446701 h 621896"/>
                <a:gd name="connsiteX445" fmla="*/ 58357 w 553012"/>
                <a:gd name="connsiteY445" fmla="*/ 450737 h 621896"/>
                <a:gd name="connsiteX446" fmla="*/ 65896 w 553012"/>
                <a:gd name="connsiteY446" fmla="*/ 454808 h 621896"/>
                <a:gd name="connsiteX447" fmla="*/ 67915 w 553012"/>
                <a:gd name="connsiteY447" fmla="*/ 461468 h 621896"/>
                <a:gd name="connsiteX448" fmla="*/ 67915 w 553012"/>
                <a:gd name="connsiteY448" fmla="*/ 467389 h 621896"/>
                <a:gd name="connsiteX449" fmla="*/ 71550 w 553012"/>
                <a:gd name="connsiteY449" fmla="*/ 467557 h 621896"/>
                <a:gd name="connsiteX450" fmla="*/ 72425 w 553012"/>
                <a:gd name="connsiteY450" fmla="*/ 470316 h 621896"/>
                <a:gd name="connsiteX451" fmla="*/ 74881 w 553012"/>
                <a:gd name="connsiteY451" fmla="*/ 471190 h 621896"/>
                <a:gd name="connsiteX452" fmla="*/ 79391 w 553012"/>
                <a:gd name="connsiteY452" fmla="*/ 471056 h 621896"/>
                <a:gd name="connsiteX453" fmla="*/ 83733 w 553012"/>
                <a:gd name="connsiteY453" fmla="*/ 468869 h 621896"/>
                <a:gd name="connsiteX454" fmla="*/ 86358 w 553012"/>
                <a:gd name="connsiteY454" fmla="*/ 471056 h 621896"/>
                <a:gd name="connsiteX455" fmla="*/ 91877 w 553012"/>
                <a:gd name="connsiteY455" fmla="*/ 473242 h 621896"/>
                <a:gd name="connsiteX456" fmla="*/ 92752 w 553012"/>
                <a:gd name="connsiteY456" fmla="*/ 476573 h 621896"/>
                <a:gd name="connsiteX457" fmla="*/ 87838 w 553012"/>
                <a:gd name="connsiteY457" fmla="*/ 480475 h 621896"/>
                <a:gd name="connsiteX458" fmla="*/ 85954 w 553012"/>
                <a:gd name="connsiteY458" fmla="*/ 483233 h 621896"/>
                <a:gd name="connsiteX459" fmla="*/ 88713 w 553012"/>
                <a:gd name="connsiteY459" fmla="*/ 486866 h 621896"/>
                <a:gd name="connsiteX460" fmla="*/ 95074 w 553012"/>
                <a:gd name="connsiteY460" fmla="*/ 488178 h 621896"/>
                <a:gd name="connsiteX461" fmla="*/ 100156 w 553012"/>
                <a:gd name="connsiteY461" fmla="*/ 487741 h 621896"/>
                <a:gd name="connsiteX462" fmla="*/ 102343 w 553012"/>
                <a:gd name="connsiteY462" fmla="*/ 486866 h 621896"/>
                <a:gd name="connsiteX463" fmla="*/ 103892 w 553012"/>
                <a:gd name="connsiteY463" fmla="*/ 483940 h 621896"/>
                <a:gd name="connsiteX464" fmla="*/ 103219 w 553012"/>
                <a:gd name="connsiteY464" fmla="*/ 483233 h 621896"/>
                <a:gd name="connsiteX465" fmla="*/ 102041 w 553012"/>
                <a:gd name="connsiteY465" fmla="*/ 481047 h 621896"/>
                <a:gd name="connsiteX466" fmla="*/ 101771 w 553012"/>
                <a:gd name="connsiteY466" fmla="*/ 480172 h 621896"/>
                <a:gd name="connsiteX467" fmla="*/ 101368 w 553012"/>
                <a:gd name="connsiteY467" fmla="*/ 475530 h 621896"/>
                <a:gd name="connsiteX468" fmla="*/ 101401 w 553012"/>
                <a:gd name="connsiteY468" fmla="*/ 475462 h 621896"/>
                <a:gd name="connsiteX469" fmla="*/ 101502 w 553012"/>
                <a:gd name="connsiteY469" fmla="*/ 475261 h 621896"/>
                <a:gd name="connsiteX470" fmla="*/ 101401 w 553012"/>
                <a:gd name="connsiteY470" fmla="*/ 475462 h 621896"/>
                <a:gd name="connsiteX471" fmla="*/ 101368 w 553012"/>
                <a:gd name="connsiteY471" fmla="*/ 475530 h 621896"/>
                <a:gd name="connsiteX472" fmla="*/ 101940 w 553012"/>
                <a:gd name="connsiteY472" fmla="*/ 474958 h 621896"/>
                <a:gd name="connsiteX473" fmla="*/ 105574 w 553012"/>
                <a:gd name="connsiteY473" fmla="*/ 471056 h 621896"/>
                <a:gd name="connsiteX474" fmla="*/ 107156 w 553012"/>
                <a:gd name="connsiteY474" fmla="*/ 469744 h 621896"/>
                <a:gd name="connsiteX475" fmla="*/ 108166 w 553012"/>
                <a:gd name="connsiteY475" fmla="*/ 467389 h 621896"/>
                <a:gd name="connsiteX476" fmla="*/ 108166 w 553012"/>
                <a:gd name="connsiteY476" fmla="*/ 460930 h 621896"/>
                <a:gd name="connsiteX477" fmla="*/ 109748 w 553012"/>
                <a:gd name="connsiteY477" fmla="*/ 458609 h 621896"/>
                <a:gd name="connsiteX478" fmla="*/ 114964 w 553012"/>
                <a:gd name="connsiteY478" fmla="*/ 454135 h 621896"/>
                <a:gd name="connsiteX479" fmla="*/ 119743 w 553012"/>
                <a:gd name="connsiteY479" fmla="*/ 452386 h 621896"/>
                <a:gd name="connsiteX480" fmla="*/ 122065 w 553012"/>
                <a:gd name="connsiteY480" fmla="*/ 453395 h 621896"/>
                <a:gd name="connsiteX481" fmla="*/ 130613 w 553012"/>
                <a:gd name="connsiteY481" fmla="*/ 456591 h 621896"/>
                <a:gd name="connsiteX482" fmla="*/ 130613 w 553012"/>
                <a:gd name="connsiteY482" fmla="*/ 463251 h 621896"/>
                <a:gd name="connsiteX483" fmla="*/ 131488 w 553012"/>
                <a:gd name="connsiteY483" fmla="*/ 467759 h 621896"/>
                <a:gd name="connsiteX484" fmla="*/ 133945 w 553012"/>
                <a:gd name="connsiteY484" fmla="*/ 470955 h 621896"/>
                <a:gd name="connsiteX485" fmla="*/ 139465 w 553012"/>
                <a:gd name="connsiteY485" fmla="*/ 468499 h 621896"/>
                <a:gd name="connsiteX486" fmla="*/ 140609 w 553012"/>
                <a:gd name="connsiteY486" fmla="*/ 466918 h 621896"/>
                <a:gd name="connsiteX487" fmla="*/ 142494 w 553012"/>
                <a:gd name="connsiteY487" fmla="*/ 466784 h 621896"/>
                <a:gd name="connsiteX488" fmla="*/ 145960 w 553012"/>
                <a:gd name="connsiteY488" fmla="*/ 468230 h 621896"/>
                <a:gd name="connsiteX489" fmla="*/ 147272 w 553012"/>
                <a:gd name="connsiteY489" fmla="*/ 470114 h 621896"/>
                <a:gd name="connsiteX490" fmla="*/ 148450 w 553012"/>
                <a:gd name="connsiteY490" fmla="*/ 472570 h 621896"/>
                <a:gd name="connsiteX491" fmla="*/ 150335 w 553012"/>
                <a:gd name="connsiteY491" fmla="*/ 475160 h 621896"/>
                <a:gd name="connsiteX492" fmla="*/ 153532 w 553012"/>
                <a:gd name="connsiteY492" fmla="*/ 474857 h 621896"/>
                <a:gd name="connsiteX493" fmla="*/ 155249 w 553012"/>
                <a:gd name="connsiteY493" fmla="*/ 472536 h 621896"/>
                <a:gd name="connsiteX494" fmla="*/ 156124 w 553012"/>
                <a:gd name="connsiteY494" fmla="*/ 467625 h 621896"/>
                <a:gd name="connsiteX495" fmla="*/ 157571 w 553012"/>
                <a:gd name="connsiteY495" fmla="*/ 465169 h 621896"/>
                <a:gd name="connsiteX496" fmla="*/ 158446 w 553012"/>
                <a:gd name="connsiteY496" fmla="*/ 461973 h 621896"/>
                <a:gd name="connsiteX497" fmla="*/ 160027 w 553012"/>
                <a:gd name="connsiteY497" fmla="*/ 459215 h 621896"/>
                <a:gd name="connsiteX498" fmla="*/ 161778 w 553012"/>
                <a:gd name="connsiteY498" fmla="*/ 457465 h 621896"/>
                <a:gd name="connsiteX499" fmla="*/ 163965 w 553012"/>
                <a:gd name="connsiteY499" fmla="*/ 456019 h 621896"/>
                <a:gd name="connsiteX500" fmla="*/ 165850 w 553012"/>
                <a:gd name="connsiteY500" fmla="*/ 455010 h 621896"/>
                <a:gd name="connsiteX501" fmla="*/ 168172 w 553012"/>
                <a:gd name="connsiteY501" fmla="*/ 452386 h 621896"/>
                <a:gd name="connsiteX502" fmla="*/ 171807 w 553012"/>
                <a:gd name="connsiteY502" fmla="*/ 450367 h 621896"/>
                <a:gd name="connsiteX503" fmla="*/ 175273 w 553012"/>
                <a:gd name="connsiteY503" fmla="*/ 447340 h 621896"/>
                <a:gd name="connsiteX504" fmla="*/ 176720 w 553012"/>
                <a:gd name="connsiteY504" fmla="*/ 443875 h 621896"/>
                <a:gd name="connsiteX505" fmla="*/ 177595 w 553012"/>
                <a:gd name="connsiteY505" fmla="*/ 439098 h 621896"/>
                <a:gd name="connsiteX506" fmla="*/ 185571 w 553012"/>
                <a:gd name="connsiteY506" fmla="*/ 438156 h 621896"/>
                <a:gd name="connsiteX507" fmla="*/ 189206 w 553012"/>
                <a:gd name="connsiteY507" fmla="*/ 436340 h 621896"/>
                <a:gd name="connsiteX508" fmla="*/ 192403 w 553012"/>
                <a:gd name="connsiteY508" fmla="*/ 436340 h 621896"/>
                <a:gd name="connsiteX509" fmla="*/ 194423 w 553012"/>
                <a:gd name="connsiteY509" fmla="*/ 437786 h 621896"/>
                <a:gd name="connsiteX510" fmla="*/ 199774 w 553012"/>
                <a:gd name="connsiteY510" fmla="*/ 443135 h 621896"/>
                <a:gd name="connsiteX511" fmla="*/ 201961 w 553012"/>
                <a:gd name="connsiteY511" fmla="*/ 444144 h 621896"/>
                <a:gd name="connsiteX512" fmla="*/ 207750 w 553012"/>
                <a:gd name="connsiteY512" fmla="*/ 443841 h 621896"/>
                <a:gd name="connsiteX513" fmla="*/ 210947 w 553012"/>
                <a:gd name="connsiteY513" fmla="*/ 441823 h 621896"/>
                <a:gd name="connsiteX514" fmla="*/ 212697 w 553012"/>
                <a:gd name="connsiteY514" fmla="*/ 439636 h 621896"/>
                <a:gd name="connsiteX515" fmla="*/ 213404 w 553012"/>
                <a:gd name="connsiteY515" fmla="*/ 437618 h 621896"/>
                <a:gd name="connsiteX516" fmla="*/ 214582 w 553012"/>
                <a:gd name="connsiteY516" fmla="*/ 434288 h 621896"/>
                <a:gd name="connsiteX517" fmla="*/ 215894 w 553012"/>
                <a:gd name="connsiteY517" fmla="*/ 431832 h 621896"/>
                <a:gd name="connsiteX518" fmla="*/ 216466 w 553012"/>
                <a:gd name="connsiteY518" fmla="*/ 430957 h 621896"/>
                <a:gd name="connsiteX519" fmla="*/ 218485 w 553012"/>
                <a:gd name="connsiteY519" fmla="*/ 429645 h 621896"/>
                <a:gd name="connsiteX520" fmla="*/ 221380 w 553012"/>
                <a:gd name="connsiteY520" fmla="*/ 432101 h 621896"/>
                <a:gd name="connsiteX521" fmla="*/ 224409 w 553012"/>
                <a:gd name="connsiteY521" fmla="*/ 434119 h 621896"/>
                <a:gd name="connsiteX522" fmla="*/ 226596 w 553012"/>
                <a:gd name="connsiteY522" fmla="*/ 436138 h 621896"/>
                <a:gd name="connsiteX523" fmla="*/ 232553 w 553012"/>
                <a:gd name="connsiteY523" fmla="*/ 438594 h 621896"/>
                <a:gd name="connsiteX524" fmla="*/ 236154 w 553012"/>
                <a:gd name="connsiteY524" fmla="*/ 438459 h 621896"/>
                <a:gd name="connsiteX525" fmla="*/ 237904 w 553012"/>
                <a:gd name="connsiteY525" fmla="*/ 436710 h 621896"/>
                <a:gd name="connsiteX526" fmla="*/ 241674 w 553012"/>
                <a:gd name="connsiteY526" fmla="*/ 435835 h 621896"/>
                <a:gd name="connsiteX527" fmla="*/ 244736 w 553012"/>
                <a:gd name="connsiteY527" fmla="*/ 438459 h 621896"/>
                <a:gd name="connsiteX528" fmla="*/ 247395 w 553012"/>
                <a:gd name="connsiteY528" fmla="*/ 441487 h 621896"/>
                <a:gd name="connsiteX529" fmla="*/ 248909 w 553012"/>
                <a:gd name="connsiteY529" fmla="*/ 443673 h 621896"/>
                <a:gd name="connsiteX530" fmla="*/ 248909 w 553012"/>
                <a:gd name="connsiteY530" fmla="*/ 447575 h 621896"/>
                <a:gd name="connsiteX531" fmla="*/ 248034 w 553012"/>
                <a:gd name="connsiteY531" fmla="*/ 451780 h 621896"/>
                <a:gd name="connsiteX532" fmla="*/ 247159 w 553012"/>
                <a:gd name="connsiteY532" fmla="*/ 454808 h 621896"/>
                <a:gd name="connsiteX533" fmla="*/ 247462 w 553012"/>
                <a:gd name="connsiteY533" fmla="*/ 457566 h 621896"/>
                <a:gd name="connsiteX534" fmla="*/ 247900 w 553012"/>
                <a:gd name="connsiteY534" fmla="*/ 460594 h 621896"/>
                <a:gd name="connsiteX535" fmla="*/ 248169 w 553012"/>
                <a:gd name="connsiteY535" fmla="*/ 462040 h 621896"/>
                <a:gd name="connsiteX536" fmla="*/ 246015 w 553012"/>
                <a:gd name="connsiteY536" fmla="*/ 465102 h 621896"/>
                <a:gd name="connsiteX537" fmla="*/ 245005 w 553012"/>
                <a:gd name="connsiteY537" fmla="*/ 467120 h 621896"/>
                <a:gd name="connsiteX538" fmla="*/ 242986 w 553012"/>
                <a:gd name="connsiteY538" fmla="*/ 470013 h 621896"/>
                <a:gd name="connsiteX539" fmla="*/ 241404 w 553012"/>
                <a:gd name="connsiteY539" fmla="*/ 474353 h 621896"/>
                <a:gd name="connsiteX540" fmla="*/ 241674 w 553012"/>
                <a:gd name="connsiteY540" fmla="*/ 477985 h 621896"/>
                <a:gd name="connsiteX541" fmla="*/ 242818 w 553012"/>
                <a:gd name="connsiteY541" fmla="*/ 479735 h 621896"/>
                <a:gd name="connsiteX542" fmla="*/ 244265 w 553012"/>
                <a:gd name="connsiteY542" fmla="*/ 481921 h 621896"/>
                <a:gd name="connsiteX543" fmla="*/ 246150 w 553012"/>
                <a:gd name="connsiteY543" fmla="*/ 484545 h 621896"/>
                <a:gd name="connsiteX544" fmla="*/ 248909 w 553012"/>
                <a:gd name="connsiteY544" fmla="*/ 485420 h 621896"/>
                <a:gd name="connsiteX545" fmla="*/ 252106 w 553012"/>
                <a:gd name="connsiteY545" fmla="*/ 484276 h 621896"/>
                <a:gd name="connsiteX546" fmla="*/ 254126 w 553012"/>
                <a:gd name="connsiteY546" fmla="*/ 483839 h 621896"/>
                <a:gd name="connsiteX547" fmla="*/ 258030 w 553012"/>
                <a:gd name="connsiteY547" fmla="*/ 483402 h 621896"/>
                <a:gd name="connsiteX548" fmla="*/ 260352 w 553012"/>
                <a:gd name="connsiteY548" fmla="*/ 483536 h 621896"/>
                <a:gd name="connsiteX549" fmla="*/ 263112 w 553012"/>
                <a:gd name="connsiteY549" fmla="*/ 483536 h 621896"/>
                <a:gd name="connsiteX550" fmla="*/ 265434 w 553012"/>
                <a:gd name="connsiteY550" fmla="*/ 484108 h 621896"/>
                <a:gd name="connsiteX551" fmla="*/ 267823 w 553012"/>
                <a:gd name="connsiteY551" fmla="*/ 485252 h 621896"/>
                <a:gd name="connsiteX552" fmla="*/ 269775 w 553012"/>
                <a:gd name="connsiteY552" fmla="*/ 487001 h 621896"/>
                <a:gd name="connsiteX553" fmla="*/ 269775 w 553012"/>
                <a:gd name="connsiteY553" fmla="*/ 491071 h 621896"/>
                <a:gd name="connsiteX554" fmla="*/ 267318 w 553012"/>
                <a:gd name="connsiteY554" fmla="*/ 493695 h 621896"/>
                <a:gd name="connsiteX555" fmla="*/ 265871 w 553012"/>
                <a:gd name="connsiteY555" fmla="*/ 495882 h 621896"/>
                <a:gd name="connsiteX556" fmla="*/ 264256 w 553012"/>
                <a:gd name="connsiteY556" fmla="*/ 496588 h 621896"/>
                <a:gd name="connsiteX557" fmla="*/ 262674 w 553012"/>
                <a:gd name="connsiteY557" fmla="*/ 497328 h 621896"/>
                <a:gd name="connsiteX558" fmla="*/ 260352 w 553012"/>
                <a:gd name="connsiteY558" fmla="*/ 498909 h 621896"/>
                <a:gd name="connsiteX559" fmla="*/ 258467 w 553012"/>
                <a:gd name="connsiteY559" fmla="*/ 500928 h 621896"/>
                <a:gd name="connsiteX560" fmla="*/ 256717 w 553012"/>
                <a:gd name="connsiteY560" fmla="*/ 503552 h 621896"/>
                <a:gd name="connsiteX561" fmla="*/ 254530 w 553012"/>
                <a:gd name="connsiteY561" fmla="*/ 506579 h 621896"/>
                <a:gd name="connsiteX562" fmla="*/ 254092 w 553012"/>
                <a:gd name="connsiteY562" fmla="*/ 510347 h 621896"/>
                <a:gd name="connsiteX563" fmla="*/ 253520 w 553012"/>
                <a:gd name="connsiteY563" fmla="*/ 514686 h 621896"/>
                <a:gd name="connsiteX564" fmla="*/ 256414 w 553012"/>
                <a:gd name="connsiteY564" fmla="*/ 525417 h 621896"/>
                <a:gd name="connsiteX565" fmla="*/ 255707 w 553012"/>
                <a:gd name="connsiteY565" fmla="*/ 530934 h 621896"/>
                <a:gd name="connsiteX566" fmla="*/ 254698 w 553012"/>
                <a:gd name="connsiteY566" fmla="*/ 535577 h 621896"/>
                <a:gd name="connsiteX567" fmla="*/ 254126 w 553012"/>
                <a:gd name="connsiteY567" fmla="*/ 537158 h 621896"/>
                <a:gd name="connsiteX568" fmla="*/ 252544 w 553012"/>
                <a:gd name="connsiteY568" fmla="*/ 539176 h 621896"/>
                <a:gd name="connsiteX569" fmla="*/ 249650 w 553012"/>
                <a:gd name="connsiteY569" fmla="*/ 540757 h 621896"/>
                <a:gd name="connsiteX570" fmla="*/ 247462 w 553012"/>
                <a:gd name="connsiteY570" fmla="*/ 541329 h 621896"/>
                <a:gd name="connsiteX571" fmla="*/ 245578 w 553012"/>
                <a:gd name="connsiteY571" fmla="*/ 543213 h 621896"/>
                <a:gd name="connsiteX572" fmla="*/ 243121 w 553012"/>
                <a:gd name="connsiteY572" fmla="*/ 545534 h 621896"/>
                <a:gd name="connsiteX573" fmla="*/ 239217 w 553012"/>
                <a:gd name="connsiteY573" fmla="*/ 547418 h 621896"/>
                <a:gd name="connsiteX574" fmla="*/ 238914 w 553012"/>
                <a:gd name="connsiteY574" fmla="*/ 547855 h 621896"/>
                <a:gd name="connsiteX575" fmla="*/ 237029 w 553012"/>
                <a:gd name="connsiteY575" fmla="*/ 550883 h 621896"/>
                <a:gd name="connsiteX576" fmla="*/ 236726 w 553012"/>
                <a:gd name="connsiteY576" fmla="*/ 552767 h 621896"/>
                <a:gd name="connsiteX577" fmla="*/ 236592 w 553012"/>
                <a:gd name="connsiteY577" fmla="*/ 555357 h 621896"/>
                <a:gd name="connsiteX578" fmla="*/ 236726 w 553012"/>
                <a:gd name="connsiteY578" fmla="*/ 557812 h 621896"/>
                <a:gd name="connsiteX579" fmla="*/ 230938 w 553012"/>
                <a:gd name="connsiteY579" fmla="*/ 559696 h 621896"/>
                <a:gd name="connsiteX580" fmla="*/ 229625 w 553012"/>
                <a:gd name="connsiteY580" fmla="*/ 560840 h 621896"/>
                <a:gd name="connsiteX581" fmla="*/ 225553 w 553012"/>
                <a:gd name="connsiteY581" fmla="*/ 563598 h 621896"/>
                <a:gd name="connsiteX582" fmla="*/ 224409 w 553012"/>
                <a:gd name="connsiteY582" fmla="*/ 566929 h 621896"/>
                <a:gd name="connsiteX583" fmla="*/ 223971 w 553012"/>
                <a:gd name="connsiteY583" fmla="*/ 567063 h 621896"/>
                <a:gd name="connsiteX584" fmla="*/ 218889 w 553012"/>
                <a:gd name="connsiteY584" fmla="*/ 573287 h 621896"/>
                <a:gd name="connsiteX585" fmla="*/ 218587 w 553012"/>
                <a:gd name="connsiteY585" fmla="*/ 577626 h 621896"/>
                <a:gd name="connsiteX586" fmla="*/ 218721 w 553012"/>
                <a:gd name="connsiteY586" fmla="*/ 581528 h 621896"/>
                <a:gd name="connsiteX587" fmla="*/ 219159 w 553012"/>
                <a:gd name="connsiteY587" fmla="*/ 584556 h 621896"/>
                <a:gd name="connsiteX588" fmla="*/ 219293 w 553012"/>
                <a:gd name="connsiteY588" fmla="*/ 588458 h 621896"/>
                <a:gd name="connsiteX589" fmla="*/ 220168 w 553012"/>
                <a:gd name="connsiteY589" fmla="*/ 591923 h 621896"/>
                <a:gd name="connsiteX590" fmla="*/ 223063 w 553012"/>
                <a:gd name="connsiteY590" fmla="*/ 595253 h 621896"/>
                <a:gd name="connsiteX591" fmla="*/ 228414 w 553012"/>
                <a:gd name="connsiteY591" fmla="*/ 597272 h 621896"/>
                <a:gd name="connsiteX592" fmla="*/ 233630 w 553012"/>
                <a:gd name="connsiteY592" fmla="*/ 596094 h 621896"/>
                <a:gd name="connsiteX593" fmla="*/ 235952 w 553012"/>
                <a:gd name="connsiteY593" fmla="*/ 591620 h 621896"/>
                <a:gd name="connsiteX594" fmla="*/ 236087 w 553012"/>
                <a:gd name="connsiteY594" fmla="*/ 589030 h 621896"/>
                <a:gd name="connsiteX595" fmla="*/ 235952 w 553012"/>
                <a:gd name="connsiteY595" fmla="*/ 584119 h 621896"/>
                <a:gd name="connsiteX596" fmla="*/ 238577 w 553012"/>
                <a:gd name="connsiteY596" fmla="*/ 581091 h 621896"/>
                <a:gd name="connsiteX597" fmla="*/ 241472 w 553012"/>
                <a:gd name="connsiteY597" fmla="*/ 579342 h 621896"/>
                <a:gd name="connsiteX598" fmla="*/ 244938 w 553012"/>
                <a:gd name="connsiteY598" fmla="*/ 577155 h 621896"/>
                <a:gd name="connsiteX599" fmla="*/ 247092 w 553012"/>
                <a:gd name="connsiteY599" fmla="*/ 574699 h 621896"/>
                <a:gd name="connsiteX600" fmla="*/ 248236 w 553012"/>
                <a:gd name="connsiteY600" fmla="*/ 573522 h 621896"/>
                <a:gd name="connsiteX601" fmla="*/ 250424 w 553012"/>
                <a:gd name="connsiteY601" fmla="*/ 571773 h 621896"/>
                <a:gd name="connsiteX602" fmla="*/ 253183 w 553012"/>
                <a:gd name="connsiteY602" fmla="*/ 571773 h 621896"/>
                <a:gd name="connsiteX603" fmla="*/ 256650 w 553012"/>
                <a:gd name="connsiteY603" fmla="*/ 571033 h 621896"/>
                <a:gd name="connsiteX604" fmla="*/ 260991 w 553012"/>
                <a:gd name="connsiteY604" fmla="*/ 571605 h 621896"/>
                <a:gd name="connsiteX605" fmla="*/ 264895 w 553012"/>
                <a:gd name="connsiteY605" fmla="*/ 572748 h 621896"/>
                <a:gd name="connsiteX606" fmla="*/ 266645 w 553012"/>
                <a:gd name="connsiteY606" fmla="*/ 573623 h 621896"/>
                <a:gd name="connsiteX607" fmla="*/ 267958 w 553012"/>
                <a:gd name="connsiteY607" fmla="*/ 578131 h 621896"/>
                <a:gd name="connsiteX608" fmla="*/ 267958 w 553012"/>
                <a:gd name="connsiteY608" fmla="*/ 581327 h 621896"/>
                <a:gd name="connsiteX609" fmla="*/ 268530 w 553012"/>
                <a:gd name="connsiteY609" fmla="*/ 585094 h 621896"/>
                <a:gd name="connsiteX610" fmla="*/ 267958 w 553012"/>
                <a:gd name="connsiteY610" fmla="*/ 591048 h 621896"/>
                <a:gd name="connsiteX611" fmla="*/ 267958 w 553012"/>
                <a:gd name="connsiteY611" fmla="*/ 593672 h 621896"/>
                <a:gd name="connsiteX612" fmla="*/ 267823 w 553012"/>
                <a:gd name="connsiteY612" fmla="*/ 596868 h 621896"/>
                <a:gd name="connsiteX613" fmla="*/ 267958 w 553012"/>
                <a:gd name="connsiteY613" fmla="*/ 600198 h 621896"/>
                <a:gd name="connsiteX614" fmla="*/ 267520 w 553012"/>
                <a:gd name="connsiteY614" fmla="*/ 604706 h 621896"/>
                <a:gd name="connsiteX615" fmla="*/ 267386 w 553012"/>
                <a:gd name="connsiteY615" fmla="*/ 610627 h 621896"/>
                <a:gd name="connsiteX616" fmla="*/ 266948 w 553012"/>
                <a:gd name="connsiteY616" fmla="*/ 613385 h 621896"/>
                <a:gd name="connsiteX617" fmla="*/ 267823 w 553012"/>
                <a:gd name="connsiteY617" fmla="*/ 615841 h 621896"/>
                <a:gd name="connsiteX618" fmla="*/ 271593 w 553012"/>
                <a:gd name="connsiteY618" fmla="*/ 618162 h 621896"/>
                <a:gd name="connsiteX619" fmla="*/ 275934 w 553012"/>
                <a:gd name="connsiteY619" fmla="*/ 620348 h 621896"/>
                <a:gd name="connsiteX620" fmla="*/ 277516 w 553012"/>
                <a:gd name="connsiteY620" fmla="*/ 621223 h 621896"/>
                <a:gd name="connsiteX621" fmla="*/ 280982 w 553012"/>
                <a:gd name="connsiteY621" fmla="*/ 621223 h 621896"/>
                <a:gd name="connsiteX622" fmla="*/ 286198 w 553012"/>
                <a:gd name="connsiteY622" fmla="*/ 617455 h 621896"/>
                <a:gd name="connsiteX623" fmla="*/ 290103 w 553012"/>
                <a:gd name="connsiteY623" fmla="*/ 615875 h 621896"/>
                <a:gd name="connsiteX624" fmla="*/ 294007 w 553012"/>
                <a:gd name="connsiteY624" fmla="*/ 612847 h 621896"/>
                <a:gd name="connsiteX625" fmla="*/ 298651 w 553012"/>
                <a:gd name="connsiteY625" fmla="*/ 611266 h 621896"/>
                <a:gd name="connsiteX626" fmla="*/ 302285 w 553012"/>
                <a:gd name="connsiteY626" fmla="*/ 610257 h 621896"/>
                <a:gd name="connsiteX627" fmla="*/ 305617 w 553012"/>
                <a:gd name="connsiteY627" fmla="*/ 610257 h 621896"/>
                <a:gd name="connsiteX628" fmla="*/ 309252 w 553012"/>
                <a:gd name="connsiteY628" fmla="*/ 610391 h 621896"/>
                <a:gd name="connsiteX629" fmla="*/ 313459 w 553012"/>
                <a:gd name="connsiteY629" fmla="*/ 610694 h 621896"/>
                <a:gd name="connsiteX630" fmla="*/ 318103 w 553012"/>
                <a:gd name="connsiteY630" fmla="*/ 611703 h 621896"/>
                <a:gd name="connsiteX631" fmla="*/ 322747 w 553012"/>
                <a:gd name="connsiteY631" fmla="*/ 611131 h 621896"/>
                <a:gd name="connsiteX632" fmla="*/ 326517 w 553012"/>
                <a:gd name="connsiteY632" fmla="*/ 610559 h 621896"/>
                <a:gd name="connsiteX633" fmla="*/ 329848 w 553012"/>
                <a:gd name="connsiteY633" fmla="*/ 611299 h 621896"/>
                <a:gd name="connsiteX634" fmla="*/ 332877 w 553012"/>
                <a:gd name="connsiteY634" fmla="*/ 609718 h 621896"/>
                <a:gd name="connsiteX635" fmla="*/ 336781 w 553012"/>
                <a:gd name="connsiteY635" fmla="*/ 607532 h 621896"/>
                <a:gd name="connsiteX636" fmla="*/ 339541 w 553012"/>
                <a:gd name="connsiteY636" fmla="*/ 606657 h 621896"/>
                <a:gd name="connsiteX637" fmla="*/ 341863 w 553012"/>
                <a:gd name="connsiteY637" fmla="*/ 606657 h 621896"/>
                <a:gd name="connsiteX638" fmla="*/ 342301 w 553012"/>
                <a:gd name="connsiteY638" fmla="*/ 604504 h 621896"/>
                <a:gd name="connsiteX639" fmla="*/ 343445 w 553012"/>
                <a:gd name="connsiteY639" fmla="*/ 603192 h 621896"/>
                <a:gd name="connsiteX640" fmla="*/ 343580 w 553012"/>
                <a:gd name="connsiteY640" fmla="*/ 601746 h 621896"/>
                <a:gd name="connsiteX641" fmla="*/ 343714 w 553012"/>
                <a:gd name="connsiteY641" fmla="*/ 599559 h 621896"/>
                <a:gd name="connsiteX642" fmla="*/ 342267 w 553012"/>
                <a:gd name="connsiteY642" fmla="*/ 596363 h 621896"/>
                <a:gd name="connsiteX643" fmla="*/ 338498 w 553012"/>
                <a:gd name="connsiteY643" fmla="*/ 593773 h 621896"/>
                <a:gd name="connsiteX644" fmla="*/ 337354 w 553012"/>
                <a:gd name="connsiteY644" fmla="*/ 591889 h 621896"/>
                <a:gd name="connsiteX645" fmla="*/ 338363 w 553012"/>
                <a:gd name="connsiteY645" fmla="*/ 589131 h 621896"/>
                <a:gd name="connsiteX646" fmla="*/ 340248 w 553012"/>
                <a:gd name="connsiteY646" fmla="*/ 587987 h 621896"/>
                <a:gd name="connsiteX647" fmla="*/ 340955 w 553012"/>
                <a:gd name="connsiteY647" fmla="*/ 585397 h 621896"/>
                <a:gd name="connsiteX648" fmla="*/ 340955 w 553012"/>
                <a:gd name="connsiteY648" fmla="*/ 583210 h 621896"/>
                <a:gd name="connsiteX649" fmla="*/ 340955 w 553012"/>
                <a:gd name="connsiteY649" fmla="*/ 580452 h 621896"/>
                <a:gd name="connsiteX650" fmla="*/ 340955 w 553012"/>
                <a:gd name="connsiteY650" fmla="*/ 577996 h 621896"/>
                <a:gd name="connsiteX651" fmla="*/ 340517 w 553012"/>
                <a:gd name="connsiteY651" fmla="*/ 572917 h 621896"/>
                <a:gd name="connsiteX652" fmla="*/ 338363 w 553012"/>
                <a:gd name="connsiteY652" fmla="*/ 571335 h 621896"/>
                <a:gd name="connsiteX653" fmla="*/ 339070 w 553012"/>
                <a:gd name="connsiteY653" fmla="*/ 569754 h 621896"/>
                <a:gd name="connsiteX654" fmla="*/ 340652 w 553012"/>
                <a:gd name="connsiteY654" fmla="*/ 568880 h 621896"/>
                <a:gd name="connsiteX655" fmla="*/ 344724 w 553012"/>
                <a:gd name="connsiteY655" fmla="*/ 567803 h 621896"/>
                <a:gd name="connsiteX656" fmla="*/ 346609 w 553012"/>
                <a:gd name="connsiteY656" fmla="*/ 566727 h 621896"/>
                <a:gd name="connsiteX657" fmla="*/ 353979 w 553012"/>
                <a:gd name="connsiteY657" fmla="*/ 566727 h 621896"/>
                <a:gd name="connsiteX658" fmla="*/ 362662 w 553012"/>
                <a:gd name="connsiteY658" fmla="*/ 566727 h 621896"/>
                <a:gd name="connsiteX659" fmla="*/ 363537 w 553012"/>
                <a:gd name="connsiteY659" fmla="*/ 568039 h 621896"/>
                <a:gd name="connsiteX660" fmla="*/ 369191 w 553012"/>
                <a:gd name="connsiteY660" fmla="*/ 568039 h 621896"/>
                <a:gd name="connsiteX661" fmla="*/ 372220 w 553012"/>
                <a:gd name="connsiteY661" fmla="*/ 566727 h 621896"/>
                <a:gd name="connsiteX662" fmla="*/ 373801 w 553012"/>
                <a:gd name="connsiteY662" fmla="*/ 565146 h 621896"/>
                <a:gd name="connsiteX663" fmla="*/ 379321 w 553012"/>
                <a:gd name="connsiteY663" fmla="*/ 566727 h 621896"/>
                <a:gd name="connsiteX664" fmla="*/ 383225 w 553012"/>
                <a:gd name="connsiteY664" fmla="*/ 568476 h 621896"/>
                <a:gd name="connsiteX665" fmla="*/ 390056 w 553012"/>
                <a:gd name="connsiteY665" fmla="*/ 569788 h 621896"/>
                <a:gd name="connsiteX666" fmla="*/ 396283 w 553012"/>
                <a:gd name="connsiteY666" fmla="*/ 576011 h 621896"/>
                <a:gd name="connsiteX667" fmla="*/ 400927 w 553012"/>
                <a:gd name="connsiteY667" fmla="*/ 580654 h 621896"/>
                <a:gd name="connsiteX668" fmla="*/ 404697 w 553012"/>
                <a:gd name="connsiteY668" fmla="*/ 586440 h 621896"/>
                <a:gd name="connsiteX669" fmla="*/ 409172 w 553012"/>
                <a:gd name="connsiteY669" fmla="*/ 592831 h 621896"/>
                <a:gd name="connsiteX670" fmla="*/ 414523 w 553012"/>
                <a:gd name="connsiteY670" fmla="*/ 595455 h 621896"/>
                <a:gd name="connsiteX671" fmla="*/ 419000 w 553012"/>
                <a:gd name="connsiteY671" fmla="*/ 594446 h 621896"/>
                <a:gd name="connsiteX672" fmla="*/ 422466 w 553012"/>
                <a:gd name="connsiteY672" fmla="*/ 592428 h 621896"/>
                <a:gd name="connsiteX673" fmla="*/ 425495 w 553012"/>
                <a:gd name="connsiteY673" fmla="*/ 592125 h 621896"/>
                <a:gd name="connsiteX674" fmla="*/ 429567 w 553012"/>
                <a:gd name="connsiteY674" fmla="*/ 591553 h 621896"/>
                <a:gd name="connsiteX675" fmla="*/ 430880 w 553012"/>
                <a:gd name="connsiteY675" fmla="*/ 589097 h 621896"/>
                <a:gd name="connsiteX676" fmla="*/ 431183 w 553012"/>
                <a:gd name="connsiteY676" fmla="*/ 585901 h 621896"/>
                <a:gd name="connsiteX677" fmla="*/ 427985 w 553012"/>
                <a:gd name="connsiteY677" fmla="*/ 581697 h 621896"/>
                <a:gd name="connsiteX678" fmla="*/ 427548 w 553012"/>
                <a:gd name="connsiteY678" fmla="*/ 579106 h 621896"/>
                <a:gd name="connsiteX679" fmla="*/ 427985 w 553012"/>
                <a:gd name="connsiteY679" fmla="*/ 576920 h 621896"/>
                <a:gd name="connsiteX680" fmla="*/ 428726 w 553012"/>
                <a:gd name="connsiteY680" fmla="*/ 574161 h 621896"/>
                <a:gd name="connsiteX681" fmla="*/ 426706 w 553012"/>
                <a:gd name="connsiteY681" fmla="*/ 570831 h 621896"/>
                <a:gd name="connsiteX682" fmla="*/ 426135 w 553012"/>
                <a:gd name="connsiteY682" fmla="*/ 569385 h 621896"/>
                <a:gd name="connsiteX683" fmla="*/ 425259 w 553012"/>
                <a:gd name="connsiteY683" fmla="*/ 566357 h 621896"/>
                <a:gd name="connsiteX684" fmla="*/ 427144 w 553012"/>
                <a:gd name="connsiteY684" fmla="*/ 565180 h 621896"/>
                <a:gd name="connsiteX685" fmla="*/ 429029 w 553012"/>
                <a:gd name="connsiteY685" fmla="*/ 562993 h 621896"/>
                <a:gd name="connsiteX686" fmla="*/ 430173 w 553012"/>
                <a:gd name="connsiteY686" fmla="*/ 561244 h 621896"/>
                <a:gd name="connsiteX687" fmla="*/ 428423 w 553012"/>
                <a:gd name="connsiteY687" fmla="*/ 559057 h 621896"/>
                <a:gd name="connsiteX688" fmla="*/ 420447 w 553012"/>
                <a:gd name="connsiteY688" fmla="*/ 555155 h 621896"/>
                <a:gd name="connsiteX689" fmla="*/ 419000 w 553012"/>
                <a:gd name="connsiteY689" fmla="*/ 553708 h 621896"/>
                <a:gd name="connsiteX690" fmla="*/ 418125 w 553012"/>
                <a:gd name="connsiteY690" fmla="*/ 550513 h 621896"/>
                <a:gd name="connsiteX691" fmla="*/ 420447 w 553012"/>
                <a:gd name="connsiteY691" fmla="*/ 549066 h 621896"/>
                <a:gd name="connsiteX692" fmla="*/ 423072 w 553012"/>
                <a:gd name="connsiteY692" fmla="*/ 547754 h 621896"/>
                <a:gd name="connsiteX693" fmla="*/ 425966 w 553012"/>
                <a:gd name="connsiteY693" fmla="*/ 547754 h 621896"/>
                <a:gd name="connsiteX694" fmla="*/ 429735 w 553012"/>
                <a:gd name="connsiteY694" fmla="*/ 545736 h 621896"/>
                <a:gd name="connsiteX695" fmla="*/ 432495 w 553012"/>
                <a:gd name="connsiteY695" fmla="*/ 543986 h 621896"/>
                <a:gd name="connsiteX696" fmla="*/ 434077 w 553012"/>
                <a:gd name="connsiteY696" fmla="*/ 543246 h 621896"/>
                <a:gd name="connsiteX697" fmla="*/ 437543 w 553012"/>
                <a:gd name="connsiteY697" fmla="*/ 541934 h 621896"/>
                <a:gd name="connsiteX698" fmla="*/ 442760 w 553012"/>
                <a:gd name="connsiteY698" fmla="*/ 536720 h 621896"/>
                <a:gd name="connsiteX699" fmla="*/ 444207 w 553012"/>
                <a:gd name="connsiteY699" fmla="*/ 532953 h 621896"/>
                <a:gd name="connsiteX700" fmla="*/ 446832 w 553012"/>
                <a:gd name="connsiteY700" fmla="*/ 526292 h 621896"/>
                <a:gd name="connsiteX701" fmla="*/ 449423 w 553012"/>
                <a:gd name="connsiteY701" fmla="*/ 523971 h 621896"/>
                <a:gd name="connsiteX702" fmla="*/ 455649 w 553012"/>
                <a:gd name="connsiteY702" fmla="*/ 523971 h 621896"/>
                <a:gd name="connsiteX703" fmla="*/ 459553 w 553012"/>
                <a:gd name="connsiteY703" fmla="*/ 523904 h 621896"/>
                <a:gd name="connsiteX704" fmla="*/ 462313 w 553012"/>
                <a:gd name="connsiteY704" fmla="*/ 526729 h 621896"/>
                <a:gd name="connsiteX705" fmla="*/ 464770 w 553012"/>
                <a:gd name="connsiteY705" fmla="*/ 531069 h 621896"/>
                <a:gd name="connsiteX706" fmla="*/ 466654 w 553012"/>
                <a:gd name="connsiteY706" fmla="*/ 534837 h 621896"/>
                <a:gd name="connsiteX707" fmla="*/ 470424 w 553012"/>
                <a:gd name="connsiteY707" fmla="*/ 538470 h 621896"/>
                <a:gd name="connsiteX708" fmla="*/ 476381 w 553012"/>
                <a:gd name="connsiteY708" fmla="*/ 541060 h 621896"/>
                <a:gd name="connsiteX709" fmla="*/ 481462 w 553012"/>
                <a:gd name="connsiteY709" fmla="*/ 541497 h 621896"/>
                <a:gd name="connsiteX710" fmla="*/ 488261 w 553012"/>
                <a:gd name="connsiteY710" fmla="*/ 541934 h 621896"/>
                <a:gd name="connsiteX711" fmla="*/ 495665 w 553012"/>
                <a:gd name="connsiteY711" fmla="*/ 543246 h 621896"/>
                <a:gd name="connsiteX712" fmla="*/ 500746 w 553012"/>
                <a:gd name="connsiteY712" fmla="*/ 541665 h 621896"/>
                <a:gd name="connsiteX713" fmla="*/ 504819 w 553012"/>
                <a:gd name="connsiteY713" fmla="*/ 540656 h 621896"/>
                <a:gd name="connsiteX714" fmla="*/ 512189 w 553012"/>
                <a:gd name="connsiteY714" fmla="*/ 540656 h 621896"/>
                <a:gd name="connsiteX715" fmla="*/ 514074 w 553012"/>
                <a:gd name="connsiteY715" fmla="*/ 539344 h 621896"/>
                <a:gd name="connsiteX716" fmla="*/ 517843 w 553012"/>
                <a:gd name="connsiteY716" fmla="*/ 536754 h 621896"/>
                <a:gd name="connsiteX717" fmla="*/ 521175 w 553012"/>
                <a:gd name="connsiteY717" fmla="*/ 534870 h 621896"/>
                <a:gd name="connsiteX718" fmla="*/ 522757 w 553012"/>
                <a:gd name="connsiteY718" fmla="*/ 533121 h 621896"/>
                <a:gd name="connsiteX719" fmla="*/ 525079 w 553012"/>
                <a:gd name="connsiteY719" fmla="*/ 530228 h 621896"/>
                <a:gd name="connsiteX720" fmla="*/ 526088 w 553012"/>
                <a:gd name="connsiteY720" fmla="*/ 525586 h 621896"/>
                <a:gd name="connsiteX721" fmla="*/ 524607 w 553012"/>
                <a:gd name="connsiteY721" fmla="*/ 522356 h 62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553012" h="621896">
                  <a:moveTo>
                    <a:pt x="524607" y="522356"/>
                  </a:moveTo>
                  <a:lnTo>
                    <a:pt x="525752" y="518589"/>
                  </a:lnTo>
                  <a:lnTo>
                    <a:pt x="526896" y="513677"/>
                  </a:lnTo>
                  <a:lnTo>
                    <a:pt x="525752" y="510784"/>
                  </a:lnTo>
                  <a:lnTo>
                    <a:pt x="522555" y="508766"/>
                  </a:lnTo>
                  <a:lnTo>
                    <a:pt x="521983" y="502677"/>
                  </a:lnTo>
                  <a:lnTo>
                    <a:pt x="522285" y="499481"/>
                  </a:lnTo>
                  <a:lnTo>
                    <a:pt x="522858" y="493964"/>
                  </a:lnTo>
                  <a:lnTo>
                    <a:pt x="525180" y="489322"/>
                  </a:lnTo>
                  <a:lnTo>
                    <a:pt x="525180" y="486732"/>
                  </a:lnTo>
                  <a:lnTo>
                    <a:pt x="528511" y="480071"/>
                  </a:lnTo>
                  <a:lnTo>
                    <a:pt x="530093" y="476875"/>
                  </a:lnTo>
                  <a:lnTo>
                    <a:pt x="529521" y="472536"/>
                  </a:lnTo>
                  <a:lnTo>
                    <a:pt x="529252" y="465303"/>
                  </a:lnTo>
                  <a:lnTo>
                    <a:pt x="531271" y="460089"/>
                  </a:lnTo>
                  <a:cubicBezTo>
                    <a:pt x="531271" y="460089"/>
                    <a:pt x="536791" y="457465"/>
                    <a:pt x="538238" y="456624"/>
                  </a:cubicBezTo>
                  <a:cubicBezTo>
                    <a:pt x="539685" y="455750"/>
                    <a:pt x="543757" y="454606"/>
                    <a:pt x="543757" y="454606"/>
                  </a:cubicBezTo>
                  <a:lnTo>
                    <a:pt x="548974" y="451982"/>
                  </a:lnTo>
                  <a:lnTo>
                    <a:pt x="551868" y="448517"/>
                  </a:lnTo>
                  <a:lnTo>
                    <a:pt x="553012" y="445691"/>
                  </a:lnTo>
                  <a:lnTo>
                    <a:pt x="550118" y="441554"/>
                  </a:lnTo>
                  <a:lnTo>
                    <a:pt x="546349" y="441251"/>
                  </a:lnTo>
                  <a:lnTo>
                    <a:pt x="542007" y="442126"/>
                  </a:lnTo>
                  <a:cubicBezTo>
                    <a:pt x="542007" y="442126"/>
                    <a:pt x="534771" y="445019"/>
                    <a:pt x="533593" y="445691"/>
                  </a:cubicBezTo>
                  <a:cubicBezTo>
                    <a:pt x="532449" y="446331"/>
                    <a:pt x="527805" y="448517"/>
                    <a:pt x="527805" y="448517"/>
                  </a:cubicBezTo>
                  <a:lnTo>
                    <a:pt x="524036" y="448517"/>
                  </a:lnTo>
                  <a:lnTo>
                    <a:pt x="523463" y="445557"/>
                  </a:lnTo>
                  <a:lnTo>
                    <a:pt x="524338" y="440982"/>
                  </a:lnTo>
                  <a:cubicBezTo>
                    <a:pt x="524338" y="440982"/>
                    <a:pt x="525483" y="438661"/>
                    <a:pt x="526358" y="437786"/>
                  </a:cubicBezTo>
                  <a:cubicBezTo>
                    <a:pt x="527233" y="436912"/>
                    <a:pt x="530699" y="434590"/>
                    <a:pt x="530699" y="434590"/>
                  </a:cubicBezTo>
                  <a:cubicBezTo>
                    <a:pt x="530699" y="434590"/>
                    <a:pt x="531271" y="429679"/>
                    <a:pt x="531271" y="427930"/>
                  </a:cubicBezTo>
                  <a:cubicBezTo>
                    <a:pt x="531271" y="426181"/>
                    <a:pt x="533021" y="421841"/>
                    <a:pt x="533021" y="421841"/>
                  </a:cubicBezTo>
                  <a:lnTo>
                    <a:pt x="534771" y="418073"/>
                  </a:lnTo>
                  <a:lnTo>
                    <a:pt x="537665" y="413162"/>
                  </a:lnTo>
                  <a:lnTo>
                    <a:pt x="537363" y="406501"/>
                  </a:lnTo>
                  <a:lnTo>
                    <a:pt x="535613" y="403036"/>
                  </a:lnTo>
                  <a:lnTo>
                    <a:pt x="529521" y="394627"/>
                  </a:lnTo>
                  <a:lnTo>
                    <a:pt x="523733" y="394627"/>
                  </a:lnTo>
                  <a:lnTo>
                    <a:pt x="511920" y="393382"/>
                  </a:lnTo>
                  <a:lnTo>
                    <a:pt x="509530" y="391565"/>
                  </a:lnTo>
                  <a:lnTo>
                    <a:pt x="509329" y="386553"/>
                  </a:lnTo>
                  <a:lnTo>
                    <a:pt x="508453" y="382415"/>
                  </a:lnTo>
                  <a:lnTo>
                    <a:pt x="509093" y="378715"/>
                  </a:lnTo>
                  <a:lnTo>
                    <a:pt x="510170" y="377403"/>
                  </a:lnTo>
                  <a:lnTo>
                    <a:pt x="512358" y="373501"/>
                  </a:lnTo>
                  <a:lnTo>
                    <a:pt x="512593" y="366975"/>
                  </a:lnTo>
                  <a:lnTo>
                    <a:pt x="513468" y="363274"/>
                  </a:lnTo>
                  <a:lnTo>
                    <a:pt x="517810" y="357858"/>
                  </a:lnTo>
                  <a:lnTo>
                    <a:pt x="516295" y="353721"/>
                  </a:lnTo>
                  <a:lnTo>
                    <a:pt x="507376" y="349146"/>
                  </a:lnTo>
                  <a:lnTo>
                    <a:pt x="502598" y="343932"/>
                  </a:lnTo>
                  <a:cubicBezTo>
                    <a:pt x="502598" y="343932"/>
                    <a:pt x="500848" y="339357"/>
                    <a:pt x="500848" y="338717"/>
                  </a:cubicBezTo>
                  <a:cubicBezTo>
                    <a:pt x="500848" y="338078"/>
                    <a:pt x="501285" y="333503"/>
                    <a:pt x="501285" y="333503"/>
                  </a:cubicBezTo>
                  <a:lnTo>
                    <a:pt x="503237" y="330678"/>
                  </a:lnTo>
                  <a:lnTo>
                    <a:pt x="505862" y="327213"/>
                  </a:lnTo>
                  <a:lnTo>
                    <a:pt x="508891" y="324589"/>
                  </a:lnTo>
                  <a:lnTo>
                    <a:pt x="510204" y="320451"/>
                  </a:lnTo>
                  <a:lnTo>
                    <a:pt x="511280" y="316313"/>
                  </a:lnTo>
                  <a:lnTo>
                    <a:pt x="511718" y="311537"/>
                  </a:lnTo>
                  <a:lnTo>
                    <a:pt x="511954" y="309585"/>
                  </a:lnTo>
                  <a:lnTo>
                    <a:pt x="508050" y="309384"/>
                  </a:lnTo>
                  <a:lnTo>
                    <a:pt x="501958" y="310258"/>
                  </a:lnTo>
                  <a:lnTo>
                    <a:pt x="496506" y="314598"/>
                  </a:lnTo>
                  <a:lnTo>
                    <a:pt x="492804" y="314598"/>
                  </a:lnTo>
                  <a:lnTo>
                    <a:pt x="487790" y="313286"/>
                  </a:lnTo>
                  <a:lnTo>
                    <a:pt x="484289" y="311099"/>
                  </a:lnTo>
                  <a:lnTo>
                    <a:pt x="481698" y="311099"/>
                  </a:lnTo>
                  <a:lnTo>
                    <a:pt x="481698" y="306962"/>
                  </a:lnTo>
                  <a:lnTo>
                    <a:pt x="481059" y="305650"/>
                  </a:lnTo>
                  <a:lnTo>
                    <a:pt x="480184" y="299998"/>
                  </a:lnTo>
                  <a:lnTo>
                    <a:pt x="479746" y="294145"/>
                  </a:lnTo>
                  <a:lnTo>
                    <a:pt x="477121" y="291117"/>
                  </a:lnTo>
                  <a:lnTo>
                    <a:pt x="478871" y="288494"/>
                  </a:lnTo>
                  <a:lnTo>
                    <a:pt x="480386" y="286980"/>
                  </a:lnTo>
                  <a:lnTo>
                    <a:pt x="483852" y="283515"/>
                  </a:lnTo>
                  <a:cubicBezTo>
                    <a:pt x="483852" y="283515"/>
                    <a:pt x="485804" y="280050"/>
                    <a:pt x="485804" y="278099"/>
                  </a:cubicBezTo>
                  <a:cubicBezTo>
                    <a:pt x="485804" y="276148"/>
                    <a:pt x="486881" y="275508"/>
                    <a:pt x="486881" y="275508"/>
                  </a:cubicBezTo>
                  <a:lnTo>
                    <a:pt x="489270" y="272246"/>
                  </a:lnTo>
                  <a:lnTo>
                    <a:pt x="492737" y="269184"/>
                  </a:lnTo>
                  <a:lnTo>
                    <a:pt x="494049" y="266998"/>
                  </a:lnTo>
                  <a:lnTo>
                    <a:pt x="495564" y="265047"/>
                  </a:lnTo>
                  <a:lnTo>
                    <a:pt x="495564" y="258083"/>
                  </a:lnTo>
                  <a:lnTo>
                    <a:pt x="495564" y="252869"/>
                  </a:lnTo>
                  <a:lnTo>
                    <a:pt x="495564" y="249841"/>
                  </a:lnTo>
                  <a:lnTo>
                    <a:pt x="496876" y="247453"/>
                  </a:lnTo>
                  <a:lnTo>
                    <a:pt x="499266" y="244392"/>
                  </a:lnTo>
                  <a:lnTo>
                    <a:pt x="502968" y="242004"/>
                  </a:lnTo>
                  <a:lnTo>
                    <a:pt x="507982" y="240927"/>
                  </a:lnTo>
                  <a:lnTo>
                    <a:pt x="511247" y="239413"/>
                  </a:lnTo>
                  <a:lnTo>
                    <a:pt x="519055" y="237227"/>
                  </a:lnTo>
                  <a:lnTo>
                    <a:pt x="522083" y="233762"/>
                  </a:lnTo>
                  <a:lnTo>
                    <a:pt x="524911" y="228346"/>
                  </a:lnTo>
                  <a:lnTo>
                    <a:pt x="522521" y="224208"/>
                  </a:lnTo>
                  <a:lnTo>
                    <a:pt x="517944" y="224208"/>
                  </a:lnTo>
                  <a:lnTo>
                    <a:pt x="517305" y="220743"/>
                  </a:lnTo>
                  <a:lnTo>
                    <a:pt x="524473" y="217043"/>
                  </a:lnTo>
                  <a:cubicBezTo>
                    <a:pt x="524473" y="217043"/>
                    <a:pt x="527738" y="214015"/>
                    <a:pt x="534468" y="209440"/>
                  </a:cubicBezTo>
                  <a:cubicBezTo>
                    <a:pt x="541199" y="204865"/>
                    <a:pt x="539685" y="203352"/>
                    <a:pt x="539920" y="202477"/>
                  </a:cubicBezTo>
                  <a:cubicBezTo>
                    <a:pt x="540123" y="201602"/>
                    <a:pt x="536891" y="197465"/>
                    <a:pt x="536891" y="197465"/>
                  </a:cubicBezTo>
                  <a:lnTo>
                    <a:pt x="541233" y="195278"/>
                  </a:lnTo>
                  <a:lnTo>
                    <a:pt x="542546" y="192250"/>
                  </a:lnTo>
                  <a:lnTo>
                    <a:pt x="543185" y="189660"/>
                  </a:lnTo>
                  <a:lnTo>
                    <a:pt x="542310" y="185960"/>
                  </a:lnTo>
                  <a:lnTo>
                    <a:pt x="539281" y="183807"/>
                  </a:lnTo>
                  <a:cubicBezTo>
                    <a:pt x="539281" y="183807"/>
                    <a:pt x="533829" y="183336"/>
                    <a:pt x="532314" y="183773"/>
                  </a:cubicBezTo>
                  <a:cubicBezTo>
                    <a:pt x="530800" y="184211"/>
                    <a:pt x="527536" y="179434"/>
                    <a:pt x="526896" y="177247"/>
                  </a:cubicBezTo>
                  <a:cubicBezTo>
                    <a:pt x="526257" y="175061"/>
                    <a:pt x="526896" y="173345"/>
                    <a:pt x="526896" y="173345"/>
                  </a:cubicBezTo>
                  <a:lnTo>
                    <a:pt x="529285" y="164229"/>
                  </a:lnTo>
                  <a:lnTo>
                    <a:pt x="533190" y="155314"/>
                  </a:lnTo>
                  <a:lnTo>
                    <a:pt x="534940" y="145323"/>
                  </a:lnTo>
                  <a:lnTo>
                    <a:pt x="533829" y="142935"/>
                  </a:lnTo>
                  <a:lnTo>
                    <a:pt x="526021" y="137283"/>
                  </a:lnTo>
                  <a:lnTo>
                    <a:pt x="522319" y="137283"/>
                  </a:lnTo>
                  <a:lnTo>
                    <a:pt x="514713" y="134895"/>
                  </a:lnTo>
                  <a:lnTo>
                    <a:pt x="512963" y="129445"/>
                  </a:lnTo>
                  <a:lnTo>
                    <a:pt x="512963" y="122280"/>
                  </a:lnTo>
                  <a:lnTo>
                    <a:pt x="511213" y="115552"/>
                  </a:lnTo>
                  <a:lnTo>
                    <a:pt x="511213" y="112726"/>
                  </a:lnTo>
                  <a:lnTo>
                    <a:pt x="508016" y="115418"/>
                  </a:lnTo>
                  <a:lnTo>
                    <a:pt x="506434" y="120497"/>
                  </a:lnTo>
                  <a:lnTo>
                    <a:pt x="502799" y="120363"/>
                  </a:lnTo>
                  <a:lnTo>
                    <a:pt x="501083" y="121809"/>
                  </a:lnTo>
                  <a:cubicBezTo>
                    <a:pt x="501083" y="121809"/>
                    <a:pt x="498626" y="119353"/>
                    <a:pt x="497314" y="118344"/>
                  </a:cubicBezTo>
                  <a:cubicBezTo>
                    <a:pt x="496001" y="117335"/>
                    <a:pt x="497314" y="115586"/>
                    <a:pt x="497314" y="115586"/>
                  </a:cubicBezTo>
                  <a:lnTo>
                    <a:pt x="497314" y="114005"/>
                  </a:lnTo>
                  <a:lnTo>
                    <a:pt x="495497" y="111549"/>
                  </a:lnTo>
                  <a:cubicBezTo>
                    <a:pt x="495497" y="111549"/>
                    <a:pt x="494419" y="111986"/>
                    <a:pt x="493982" y="112121"/>
                  </a:cubicBezTo>
                  <a:cubicBezTo>
                    <a:pt x="493544" y="112255"/>
                    <a:pt x="492838" y="113870"/>
                    <a:pt x="492838" y="113870"/>
                  </a:cubicBezTo>
                  <a:lnTo>
                    <a:pt x="491256" y="115451"/>
                  </a:lnTo>
                  <a:lnTo>
                    <a:pt x="488631" y="116763"/>
                  </a:lnTo>
                  <a:cubicBezTo>
                    <a:pt x="488631" y="116763"/>
                    <a:pt x="486746" y="117066"/>
                    <a:pt x="486309" y="117200"/>
                  </a:cubicBezTo>
                  <a:cubicBezTo>
                    <a:pt x="485871" y="117335"/>
                    <a:pt x="484424" y="116763"/>
                    <a:pt x="483987" y="116326"/>
                  </a:cubicBezTo>
                  <a:cubicBezTo>
                    <a:pt x="483549" y="115889"/>
                    <a:pt x="481395" y="113702"/>
                    <a:pt x="480958" y="113298"/>
                  </a:cubicBezTo>
                  <a:cubicBezTo>
                    <a:pt x="480520" y="112861"/>
                    <a:pt x="479073" y="111986"/>
                    <a:pt x="479073" y="111986"/>
                  </a:cubicBezTo>
                  <a:cubicBezTo>
                    <a:pt x="479073" y="111986"/>
                    <a:pt x="478063" y="109665"/>
                    <a:pt x="478063" y="109093"/>
                  </a:cubicBezTo>
                  <a:cubicBezTo>
                    <a:pt x="478063" y="108521"/>
                    <a:pt x="478366" y="107949"/>
                    <a:pt x="478636" y="107075"/>
                  </a:cubicBezTo>
                  <a:cubicBezTo>
                    <a:pt x="478938" y="106200"/>
                    <a:pt x="479948" y="105326"/>
                    <a:pt x="480655" y="104888"/>
                  </a:cubicBezTo>
                  <a:cubicBezTo>
                    <a:pt x="481395" y="104451"/>
                    <a:pt x="482977" y="104148"/>
                    <a:pt x="483549" y="103745"/>
                  </a:cubicBezTo>
                  <a:cubicBezTo>
                    <a:pt x="484121" y="103307"/>
                    <a:pt x="485434" y="102601"/>
                    <a:pt x="486006" y="102601"/>
                  </a:cubicBezTo>
                  <a:cubicBezTo>
                    <a:pt x="486578" y="102601"/>
                    <a:pt x="486881" y="100145"/>
                    <a:pt x="486881" y="100145"/>
                  </a:cubicBezTo>
                  <a:cubicBezTo>
                    <a:pt x="486881" y="100145"/>
                    <a:pt x="485131" y="99573"/>
                    <a:pt x="483414" y="99573"/>
                  </a:cubicBezTo>
                  <a:cubicBezTo>
                    <a:pt x="481665" y="99573"/>
                    <a:pt x="480217" y="98833"/>
                    <a:pt x="480217" y="98833"/>
                  </a:cubicBezTo>
                  <a:cubicBezTo>
                    <a:pt x="480217" y="98833"/>
                    <a:pt x="476751" y="98699"/>
                    <a:pt x="476145" y="98699"/>
                  </a:cubicBezTo>
                  <a:cubicBezTo>
                    <a:pt x="475573" y="98699"/>
                    <a:pt x="475438" y="96512"/>
                    <a:pt x="475438" y="96512"/>
                  </a:cubicBezTo>
                  <a:lnTo>
                    <a:pt x="476313" y="93619"/>
                  </a:lnTo>
                  <a:lnTo>
                    <a:pt x="477121" y="90154"/>
                  </a:lnTo>
                  <a:lnTo>
                    <a:pt x="478636" y="88405"/>
                  </a:lnTo>
                  <a:lnTo>
                    <a:pt x="480386" y="86521"/>
                  </a:lnTo>
                  <a:lnTo>
                    <a:pt x="482708" y="84940"/>
                  </a:lnTo>
                  <a:lnTo>
                    <a:pt x="484592" y="82753"/>
                  </a:lnTo>
                  <a:lnTo>
                    <a:pt x="486914" y="80163"/>
                  </a:lnTo>
                  <a:lnTo>
                    <a:pt x="487487" y="79289"/>
                  </a:lnTo>
                  <a:lnTo>
                    <a:pt x="488059" y="77842"/>
                  </a:lnTo>
                  <a:lnTo>
                    <a:pt x="488631" y="75656"/>
                  </a:lnTo>
                  <a:lnTo>
                    <a:pt x="488631" y="73469"/>
                  </a:lnTo>
                  <a:lnTo>
                    <a:pt x="486309" y="70004"/>
                  </a:lnTo>
                  <a:lnTo>
                    <a:pt x="484862" y="68995"/>
                  </a:lnTo>
                  <a:cubicBezTo>
                    <a:pt x="484862" y="68995"/>
                    <a:pt x="481967" y="69735"/>
                    <a:pt x="481530" y="70004"/>
                  </a:cubicBezTo>
                  <a:cubicBezTo>
                    <a:pt x="481092" y="70307"/>
                    <a:pt x="481261" y="68558"/>
                    <a:pt x="481261" y="68558"/>
                  </a:cubicBezTo>
                  <a:lnTo>
                    <a:pt x="479813" y="66976"/>
                  </a:lnTo>
                  <a:cubicBezTo>
                    <a:pt x="479813" y="66976"/>
                    <a:pt x="479813" y="66102"/>
                    <a:pt x="480116" y="65664"/>
                  </a:cubicBezTo>
                  <a:cubicBezTo>
                    <a:pt x="480386" y="65227"/>
                    <a:pt x="480991" y="64790"/>
                    <a:pt x="480991" y="64790"/>
                  </a:cubicBezTo>
                  <a:lnTo>
                    <a:pt x="482439" y="63478"/>
                  </a:lnTo>
                  <a:lnTo>
                    <a:pt x="483448" y="61729"/>
                  </a:lnTo>
                  <a:lnTo>
                    <a:pt x="483448" y="58533"/>
                  </a:lnTo>
                  <a:lnTo>
                    <a:pt x="481833" y="56784"/>
                  </a:lnTo>
                  <a:lnTo>
                    <a:pt x="479813" y="54900"/>
                  </a:lnTo>
                  <a:lnTo>
                    <a:pt x="476179" y="51570"/>
                  </a:lnTo>
                  <a:lnTo>
                    <a:pt x="474732" y="51132"/>
                  </a:lnTo>
                  <a:lnTo>
                    <a:pt x="472410" y="48676"/>
                  </a:lnTo>
                  <a:cubicBezTo>
                    <a:pt x="472410" y="48676"/>
                    <a:pt x="469515" y="46355"/>
                    <a:pt x="468943" y="46355"/>
                  </a:cubicBezTo>
                  <a:cubicBezTo>
                    <a:pt x="468371" y="46355"/>
                    <a:pt x="468236" y="45918"/>
                    <a:pt x="468236" y="45918"/>
                  </a:cubicBezTo>
                  <a:lnTo>
                    <a:pt x="466217" y="44169"/>
                  </a:lnTo>
                  <a:lnTo>
                    <a:pt x="464029" y="44034"/>
                  </a:lnTo>
                  <a:lnTo>
                    <a:pt x="461135" y="45044"/>
                  </a:lnTo>
                  <a:cubicBezTo>
                    <a:pt x="461135" y="45044"/>
                    <a:pt x="458544" y="46355"/>
                    <a:pt x="458106" y="46490"/>
                  </a:cubicBezTo>
                  <a:cubicBezTo>
                    <a:pt x="457669" y="46624"/>
                    <a:pt x="456222" y="47230"/>
                    <a:pt x="456222" y="47230"/>
                  </a:cubicBezTo>
                  <a:cubicBezTo>
                    <a:pt x="456222" y="47230"/>
                    <a:pt x="453193" y="49988"/>
                    <a:pt x="451746" y="50863"/>
                  </a:cubicBezTo>
                  <a:cubicBezTo>
                    <a:pt x="450298" y="51738"/>
                    <a:pt x="450736" y="51570"/>
                    <a:pt x="450164" y="51738"/>
                  </a:cubicBezTo>
                  <a:cubicBezTo>
                    <a:pt x="449592" y="51906"/>
                    <a:pt x="449289" y="53487"/>
                    <a:pt x="448717" y="53756"/>
                  </a:cubicBezTo>
                  <a:cubicBezTo>
                    <a:pt x="448144" y="54059"/>
                    <a:pt x="445957" y="56952"/>
                    <a:pt x="444947" y="57961"/>
                  </a:cubicBezTo>
                  <a:cubicBezTo>
                    <a:pt x="443938" y="58970"/>
                    <a:pt x="442928" y="61157"/>
                    <a:pt x="442793" y="61594"/>
                  </a:cubicBezTo>
                  <a:cubicBezTo>
                    <a:pt x="442659" y="62031"/>
                    <a:pt x="438452" y="64790"/>
                    <a:pt x="438014" y="65227"/>
                  </a:cubicBezTo>
                  <a:cubicBezTo>
                    <a:pt x="437577" y="65664"/>
                    <a:pt x="430610" y="71181"/>
                    <a:pt x="430610" y="71181"/>
                  </a:cubicBezTo>
                  <a:cubicBezTo>
                    <a:pt x="430610" y="71181"/>
                    <a:pt x="429433" y="73065"/>
                    <a:pt x="428726" y="74377"/>
                  </a:cubicBezTo>
                  <a:cubicBezTo>
                    <a:pt x="428019" y="75689"/>
                    <a:pt x="427279" y="75084"/>
                    <a:pt x="426841" y="75689"/>
                  </a:cubicBezTo>
                  <a:cubicBezTo>
                    <a:pt x="426404" y="76261"/>
                    <a:pt x="424653" y="78145"/>
                    <a:pt x="423812" y="78448"/>
                  </a:cubicBezTo>
                  <a:cubicBezTo>
                    <a:pt x="422937" y="78750"/>
                    <a:pt x="420918" y="79188"/>
                    <a:pt x="420918" y="79188"/>
                  </a:cubicBezTo>
                  <a:lnTo>
                    <a:pt x="420918" y="75723"/>
                  </a:lnTo>
                  <a:lnTo>
                    <a:pt x="420918" y="72695"/>
                  </a:lnTo>
                  <a:lnTo>
                    <a:pt x="419975" y="70811"/>
                  </a:lnTo>
                  <a:lnTo>
                    <a:pt x="417586" y="70240"/>
                  </a:lnTo>
                  <a:lnTo>
                    <a:pt x="415264" y="72561"/>
                  </a:lnTo>
                  <a:cubicBezTo>
                    <a:pt x="415264" y="72561"/>
                    <a:pt x="413952" y="73301"/>
                    <a:pt x="413077" y="73570"/>
                  </a:cubicBezTo>
                  <a:cubicBezTo>
                    <a:pt x="412201" y="73873"/>
                    <a:pt x="409879" y="72830"/>
                    <a:pt x="409745" y="72392"/>
                  </a:cubicBezTo>
                  <a:cubicBezTo>
                    <a:pt x="409610" y="71955"/>
                    <a:pt x="407860" y="70206"/>
                    <a:pt x="407860" y="70206"/>
                  </a:cubicBezTo>
                  <a:cubicBezTo>
                    <a:pt x="407860" y="70206"/>
                    <a:pt x="406547" y="68759"/>
                    <a:pt x="405639" y="67750"/>
                  </a:cubicBezTo>
                  <a:cubicBezTo>
                    <a:pt x="404730" y="66741"/>
                    <a:pt x="404966" y="64857"/>
                    <a:pt x="404966" y="63982"/>
                  </a:cubicBezTo>
                  <a:cubicBezTo>
                    <a:pt x="404966" y="63108"/>
                    <a:pt x="404966" y="60350"/>
                    <a:pt x="405504" y="59643"/>
                  </a:cubicBezTo>
                  <a:cubicBezTo>
                    <a:pt x="406042" y="58937"/>
                    <a:pt x="404966" y="57019"/>
                    <a:pt x="405369" y="56178"/>
                  </a:cubicBezTo>
                  <a:cubicBezTo>
                    <a:pt x="405773" y="55304"/>
                    <a:pt x="404932" y="51973"/>
                    <a:pt x="405235" y="51099"/>
                  </a:cubicBezTo>
                  <a:cubicBezTo>
                    <a:pt x="405504" y="50224"/>
                    <a:pt x="405235" y="49652"/>
                    <a:pt x="405235" y="49652"/>
                  </a:cubicBezTo>
                  <a:lnTo>
                    <a:pt x="405235" y="44438"/>
                  </a:lnTo>
                  <a:cubicBezTo>
                    <a:pt x="405235" y="44438"/>
                    <a:pt x="405235" y="42117"/>
                    <a:pt x="405235" y="41242"/>
                  </a:cubicBezTo>
                  <a:cubicBezTo>
                    <a:pt x="405235" y="40368"/>
                    <a:pt x="404595" y="38652"/>
                    <a:pt x="404427" y="38215"/>
                  </a:cubicBezTo>
                  <a:cubicBezTo>
                    <a:pt x="404292" y="37777"/>
                    <a:pt x="403619" y="37643"/>
                    <a:pt x="403619" y="37643"/>
                  </a:cubicBezTo>
                  <a:lnTo>
                    <a:pt x="402038" y="35624"/>
                  </a:lnTo>
                  <a:cubicBezTo>
                    <a:pt x="402038" y="35624"/>
                    <a:pt x="400456" y="35490"/>
                    <a:pt x="399850" y="35624"/>
                  </a:cubicBezTo>
                  <a:cubicBezTo>
                    <a:pt x="399278" y="35759"/>
                    <a:pt x="397091" y="35624"/>
                    <a:pt x="396384" y="35624"/>
                  </a:cubicBezTo>
                  <a:cubicBezTo>
                    <a:pt x="395643" y="35624"/>
                    <a:pt x="392480" y="36364"/>
                    <a:pt x="391436" y="36768"/>
                  </a:cubicBezTo>
                  <a:cubicBezTo>
                    <a:pt x="390427" y="37205"/>
                    <a:pt x="390292" y="37508"/>
                    <a:pt x="389552" y="38652"/>
                  </a:cubicBezTo>
                  <a:cubicBezTo>
                    <a:pt x="388845" y="39796"/>
                    <a:pt x="387970" y="41108"/>
                    <a:pt x="387667" y="41680"/>
                  </a:cubicBezTo>
                  <a:cubicBezTo>
                    <a:pt x="387364" y="42251"/>
                    <a:pt x="385782" y="44270"/>
                    <a:pt x="385648" y="44707"/>
                  </a:cubicBezTo>
                  <a:cubicBezTo>
                    <a:pt x="385513" y="45144"/>
                    <a:pt x="383898" y="47297"/>
                    <a:pt x="383595" y="47903"/>
                  </a:cubicBezTo>
                  <a:cubicBezTo>
                    <a:pt x="383326" y="48475"/>
                    <a:pt x="382451" y="50661"/>
                    <a:pt x="382013" y="50796"/>
                  </a:cubicBezTo>
                  <a:cubicBezTo>
                    <a:pt x="381575" y="50930"/>
                    <a:pt x="379119" y="54126"/>
                    <a:pt x="378547" y="53992"/>
                  </a:cubicBezTo>
                  <a:cubicBezTo>
                    <a:pt x="377975" y="53857"/>
                    <a:pt x="376965" y="52848"/>
                    <a:pt x="376090" y="51805"/>
                  </a:cubicBezTo>
                  <a:cubicBezTo>
                    <a:pt x="375215" y="50796"/>
                    <a:pt x="371311" y="52242"/>
                    <a:pt x="371311" y="52242"/>
                  </a:cubicBezTo>
                  <a:lnTo>
                    <a:pt x="368114" y="52242"/>
                  </a:lnTo>
                  <a:cubicBezTo>
                    <a:pt x="368114" y="52242"/>
                    <a:pt x="364917" y="54126"/>
                    <a:pt x="364344" y="54563"/>
                  </a:cubicBezTo>
                  <a:cubicBezTo>
                    <a:pt x="363772" y="55001"/>
                    <a:pt x="362325" y="54866"/>
                    <a:pt x="361888" y="55135"/>
                  </a:cubicBezTo>
                  <a:cubicBezTo>
                    <a:pt x="361450" y="55438"/>
                    <a:pt x="359263" y="59340"/>
                    <a:pt x="359263" y="59777"/>
                  </a:cubicBezTo>
                  <a:cubicBezTo>
                    <a:pt x="359263" y="60215"/>
                    <a:pt x="356940" y="62099"/>
                    <a:pt x="356940" y="62099"/>
                  </a:cubicBezTo>
                  <a:cubicBezTo>
                    <a:pt x="356940" y="62099"/>
                    <a:pt x="355796" y="63545"/>
                    <a:pt x="355056" y="64420"/>
                  </a:cubicBezTo>
                  <a:cubicBezTo>
                    <a:pt x="354349" y="65294"/>
                    <a:pt x="352868" y="65429"/>
                    <a:pt x="351286" y="66573"/>
                  </a:cubicBezTo>
                  <a:cubicBezTo>
                    <a:pt x="349671" y="67750"/>
                    <a:pt x="348392" y="66876"/>
                    <a:pt x="348392" y="66876"/>
                  </a:cubicBezTo>
                  <a:lnTo>
                    <a:pt x="346070" y="65429"/>
                  </a:lnTo>
                  <a:lnTo>
                    <a:pt x="344320" y="61796"/>
                  </a:lnTo>
                  <a:lnTo>
                    <a:pt x="344320" y="60047"/>
                  </a:lnTo>
                  <a:cubicBezTo>
                    <a:pt x="344320" y="60047"/>
                    <a:pt x="342503" y="57288"/>
                    <a:pt x="341931" y="57288"/>
                  </a:cubicBezTo>
                  <a:cubicBezTo>
                    <a:pt x="341358" y="57288"/>
                    <a:pt x="340854" y="58298"/>
                    <a:pt x="340854" y="58298"/>
                  </a:cubicBezTo>
                  <a:cubicBezTo>
                    <a:pt x="340854" y="58298"/>
                    <a:pt x="340854" y="60181"/>
                    <a:pt x="340854" y="60753"/>
                  </a:cubicBezTo>
                  <a:cubicBezTo>
                    <a:pt x="340854" y="61325"/>
                    <a:pt x="338329" y="64823"/>
                    <a:pt x="337892" y="64958"/>
                  </a:cubicBezTo>
                  <a:cubicBezTo>
                    <a:pt x="337454" y="65093"/>
                    <a:pt x="336378" y="65395"/>
                    <a:pt x="336378" y="65395"/>
                  </a:cubicBezTo>
                  <a:cubicBezTo>
                    <a:pt x="336378" y="65395"/>
                    <a:pt x="334627" y="63377"/>
                    <a:pt x="335065" y="63377"/>
                  </a:cubicBezTo>
                  <a:cubicBezTo>
                    <a:pt x="335503" y="63377"/>
                    <a:pt x="332743" y="55976"/>
                    <a:pt x="332743" y="55976"/>
                  </a:cubicBezTo>
                  <a:lnTo>
                    <a:pt x="327829" y="51906"/>
                  </a:lnTo>
                  <a:lnTo>
                    <a:pt x="324363" y="49316"/>
                  </a:lnTo>
                  <a:lnTo>
                    <a:pt x="322343" y="43530"/>
                  </a:lnTo>
                  <a:lnTo>
                    <a:pt x="315377" y="41209"/>
                  </a:lnTo>
                  <a:cubicBezTo>
                    <a:pt x="315377" y="41209"/>
                    <a:pt x="309589" y="36263"/>
                    <a:pt x="308714" y="35994"/>
                  </a:cubicBezTo>
                  <a:cubicBezTo>
                    <a:pt x="307839" y="35692"/>
                    <a:pt x="305247" y="34817"/>
                    <a:pt x="305247" y="34817"/>
                  </a:cubicBezTo>
                  <a:cubicBezTo>
                    <a:pt x="305247" y="34817"/>
                    <a:pt x="299728" y="31049"/>
                    <a:pt x="298886" y="30747"/>
                  </a:cubicBezTo>
                  <a:cubicBezTo>
                    <a:pt x="298011" y="30478"/>
                    <a:pt x="294545" y="28728"/>
                    <a:pt x="294545" y="28728"/>
                  </a:cubicBezTo>
                  <a:lnTo>
                    <a:pt x="291348" y="26104"/>
                  </a:lnTo>
                  <a:cubicBezTo>
                    <a:pt x="291348" y="26104"/>
                    <a:pt x="289598" y="26104"/>
                    <a:pt x="288454" y="26104"/>
                  </a:cubicBezTo>
                  <a:cubicBezTo>
                    <a:pt x="287309" y="26104"/>
                    <a:pt x="282665" y="26542"/>
                    <a:pt x="281790" y="26811"/>
                  </a:cubicBezTo>
                  <a:cubicBezTo>
                    <a:pt x="280915" y="27114"/>
                    <a:pt x="276876" y="27820"/>
                    <a:pt x="275698" y="27820"/>
                  </a:cubicBezTo>
                  <a:cubicBezTo>
                    <a:pt x="274554" y="27820"/>
                    <a:pt x="271357" y="27820"/>
                    <a:pt x="270179" y="27820"/>
                  </a:cubicBezTo>
                  <a:cubicBezTo>
                    <a:pt x="269035" y="27820"/>
                    <a:pt x="265838" y="28257"/>
                    <a:pt x="265838" y="28257"/>
                  </a:cubicBezTo>
                  <a:lnTo>
                    <a:pt x="257727" y="25230"/>
                  </a:lnTo>
                  <a:lnTo>
                    <a:pt x="255977" y="22337"/>
                  </a:lnTo>
                  <a:lnTo>
                    <a:pt x="252780" y="20890"/>
                  </a:lnTo>
                  <a:lnTo>
                    <a:pt x="246419" y="19141"/>
                  </a:lnTo>
                  <a:lnTo>
                    <a:pt x="239149" y="15945"/>
                  </a:lnTo>
                  <a:lnTo>
                    <a:pt x="235380" y="13927"/>
                  </a:lnTo>
                  <a:lnTo>
                    <a:pt x="231039" y="10159"/>
                  </a:lnTo>
                  <a:lnTo>
                    <a:pt x="226967" y="12178"/>
                  </a:lnTo>
                  <a:lnTo>
                    <a:pt x="218856" y="14499"/>
                  </a:lnTo>
                  <a:lnTo>
                    <a:pt x="213067" y="15945"/>
                  </a:lnTo>
                  <a:lnTo>
                    <a:pt x="209601" y="13052"/>
                  </a:lnTo>
                  <a:lnTo>
                    <a:pt x="207279" y="8107"/>
                  </a:lnTo>
                  <a:cubicBezTo>
                    <a:pt x="207279" y="8107"/>
                    <a:pt x="204956" y="2018"/>
                    <a:pt x="204081" y="1446"/>
                  </a:cubicBezTo>
                  <a:cubicBezTo>
                    <a:pt x="203206" y="875"/>
                    <a:pt x="200884" y="0"/>
                    <a:pt x="200884" y="0"/>
                  </a:cubicBezTo>
                  <a:lnTo>
                    <a:pt x="199437" y="0"/>
                  </a:lnTo>
                  <a:cubicBezTo>
                    <a:pt x="199437" y="0"/>
                    <a:pt x="197115" y="2590"/>
                    <a:pt x="196812" y="3465"/>
                  </a:cubicBezTo>
                  <a:cubicBezTo>
                    <a:pt x="196543" y="4339"/>
                    <a:pt x="195062" y="4911"/>
                    <a:pt x="194490" y="6661"/>
                  </a:cubicBezTo>
                  <a:cubicBezTo>
                    <a:pt x="193918" y="8410"/>
                    <a:pt x="193043" y="8982"/>
                    <a:pt x="190720" y="9789"/>
                  </a:cubicBezTo>
                  <a:cubicBezTo>
                    <a:pt x="188398" y="10596"/>
                    <a:pt x="187523" y="10159"/>
                    <a:pt x="184057" y="10025"/>
                  </a:cubicBezTo>
                  <a:cubicBezTo>
                    <a:pt x="180590" y="9890"/>
                    <a:pt x="180860" y="9587"/>
                    <a:pt x="179716" y="10025"/>
                  </a:cubicBezTo>
                  <a:cubicBezTo>
                    <a:pt x="178571" y="10462"/>
                    <a:pt x="178268" y="10025"/>
                    <a:pt x="178268" y="10025"/>
                  </a:cubicBezTo>
                  <a:lnTo>
                    <a:pt x="170730" y="10159"/>
                  </a:lnTo>
                  <a:cubicBezTo>
                    <a:pt x="170730" y="10159"/>
                    <a:pt x="167533" y="9856"/>
                    <a:pt x="166388" y="10159"/>
                  </a:cubicBezTo>
                  <a:cubicBezTo>
                    <a:pt x="165244" y="10428"/>
                    <a:pt x="165210" y="11034"/>
                    <a:pt x="165210" y="12178"/>
                  </a:cubicBezTo>
                  <a:cubicBezTo>
                    <a:pt x="165210" y="13321"/>
                    <a:pt x="165210" y="16248"/>
                    <a:pt x="165513" y="17963"/>
                  </a:cubicBezTo>
                  <a:cubicBezTo>
                    <a:pt x="165783" y="19713"/>
                    <a:pt x="165513" y="21159"/>
                    <a:pt x="165210" y="22606"/>
                  </a:cubicBezTo>
                  <a:cubicBezTo>
                    <a:pt x="164907" y="24052"/>
                    <a:pt x="164638" y="24624"/>
                    <a:pt x="164638" y="25499"/>
                  </a:cubicBezTo>
                  <a:cubicBezTo>
                    <a:pt x="164638" y="26373"/>
                    <a:pt x="166085" y="28392"/>
                    <a:pt x="166658" y="29569"/>
                  </a:cubicBezTo>
                  <a:cubicBezTo>
                    <a:pt x="167230" y="30713"/>
                    <a:pt x="168105" y="31016"/>
                    <a:pt x="168980" y="32462"/>
                  </a:cubicBezTo>
                  <a:cubicBezTo>
                    <a:pt x="169855" y="33909"/>
                    <a:pt x="170999" y="32462"/>
                    <a:pt x="170999" y="32462"/>
                  </a:cubicBezTo>
                  <a:lnTo>
                    <a:pt x="174465" y="34783"/>
                  </a:lnTo>
                  <a:lnTo>
                    <a:pt x="177662" y="36230"/>
                  </a:lnTo>
                  <a:lnTo>
                    <a:pt x="179413" y="37407"/>
                  </a:lnTo>
                  <a:lnTo>
                    <a:pt x="180860" y="39157"/>
                  </a:lnTo>
                  <a:cubicBezTo>
                    <a:pt x="180860" y="39157"/>
                    <a:pt x="180860" y="42050"/>
                    <a:pt x="180860" y="43126"/>
                  </a:cubicBezTo>
                  <a:cubicBezTo>
                    <a:pt x="180860" y="44169"/>
                    <a:pt x="177662" y="46120"/>
                    <a:pt x="177662" y="46120"/>
                  </a:cubicBezTo>
                  <a:lnTo>
                    <a:pt x="174196" y="48441"/>
                  </a:lnTo>
                  <a:lnTo>
                    <a:pt x="168677" y="51334"/>
                  </a:lnTo>
                  <a:lnTo>
                    <a:pt x="166085" y="56245"/>
                  </a:lnTo>
                  <a:cubicBezTo>
                    <a:pt x="166085" y="56245"/>
                    <a:pt x="159422" y="61191"/>
                    <a:pt x="158547" y="61191"/>
                  </a:cubicBezTo>
                  <a:cubicBezTo>
                    <a:pt x="157672" y="61191"/>
                    <a:pt x="153330" y="58869"/>
                    <a:pt x="153330" y="58869"/>
                  </a:cubicBezTo>
                  <a:lnTo>
                    <a:pt x="150705" y="55102"/>
                  </a:lnTo>
                  <a:cubicBezTo>
                    <a:pt x="150705" y="55102"/>
                    <a:pt x="149258" y="52209"/>
                    <a:pt x="148080" y="51906"/>
                  </a:cubicBezTo>
                  <a:cubicBezTo>
                    <a:pt x="146936" y="51637"/>
                    <a:pt x="144311" y="49013"/>
                    <a:pt x="144311" y="49013"/>
                  </a:cubicBezTo>
                  <a:cubicBezTo>
                    <a:pt x="144311" y="49013"/>
                    <a:pt x="144311" y="49013"/>
                    <a:pt x="142292" y="47869"/>
                  </a:cubicBezTo>
                  <a:cubicBezTo>
                    <a:pt x="140239" y="46726"/>
                    <a:pt x="138522" y="45245"/>
                    <a:pt x="138522" y="45245"/>
                  </a:cubicBezTo>
                  <a:lnTo>
                    <a:pt x="130681" y="44673"/>
                  </a:lnTo>
                  <a:cubicBezTo>
                    <a:pt x="130681" y="44673"/>
                    <a:pt x="126339" y="44371"/>
                    <a:pt x="125161" y="44371"/>
                  </a:cubicBezTo>
                  <a:cubicBezTo>
                    <a:pt x="124017" y="44371"/>
                    <a:pt x="121392" y="44371"/>
                    <a:pt x="119642" y="43496"/>
                  </a:cubicBezTo>
                  <a:cubicBezTo>
                    <a:pt x="117892" y="42621"/>
                    <a:pt x="115570" y="43496"/>
                    <a:pt x="115570" y="43496"/>
                  </a:cubicBezTo>
                  <a:lnTo>
                    <a:pt x="110353" y="43496"/>
                  </a:lnTo>
                  <a:lnTo>
                    <a:pt x="107459" y="43496"/>
                  </a:lnTo>
                  <a:cubicBezTo>
                    <a:pt x="107459" y="43496"/>
                    <a:pt x="101368" y="47129"/>
                    <a:pt x="100493" y="47701"/>
                  </a:cubicBezTo>
                  <a:cubicBezTo>
                    <a:pt x="99617" y="48273"/>
                    <a:pt x="99315" y="49282"/>
                    <a:pt x="98473" y="50157"/>
                  </a:cubicBezTo>
                  <a:cubicBezTo>
                    <a:pt x="97598" y="51031"/>
                    <a:pt x="95848" y="52175"/>
                    <a:pt x="94704" y="52478"/>
                  </a:cubicBezTo>
                  <a:cubicBezTo>
                    <a:pt x="93560" y="52781"/>
                    <a:pt x="92113" y="55674"/>
                    <a:pt x="92113" y="55674"/>
                  </a:cubicBezTo>
                  <a:cubicBezTo>
                    <a:pt x="92113" y="55674"/>
                    <a:pt x="89790" y="58264"/>
                    <a:pt x="87771" y="58567"/>
                  </a:cubicBezTo>
                  <a:cubicBezTo>
                    <a:pt x="85752" y="58869"/>
                    <a:pt x="87771" y="58567"/>
                    <a:pt x="84305" y="58567"/>
                  </a:cubicBezTo>
                  <a:cubicBezTo>
                    <a:pt x="80805" y="58567"/>
                    <a:pt x="80805" y="58264"/>
                    <a:pt x="79358" y="58264"/>
                  </a:cubicBezTo>
                  <a:cubicBezTo>
                    <a:pt x="77910" y="58264"/>
                    <a:pt x="77338" y="55674"/>
                    <a:pt x="77338" y="55674"/>
                  </a:cubicBezTo>
                  <a:lnTo>
                    <a:pt x="70372" y="55674"/>
                  </a:lnTo>
                  <a:lnTo>
                    <a:pt x="70675" y="60316"/>
                  </a:lnTo>
                  <a:lnTo>
                    <a:pt x="71550" y="65227"/>
                  </a:lnTo>
                  <a:cubicBezTo>
                    <a:pt x="71550" y="65227"/>
                    <a:pt x="70405" y="68120"/>
                    <a:pt x="70405" y="69298"/>
                  </a:cubicBezTo>
                  <a:cubicBezTo>
                    <a:pt x="70405" y="70441"/>
                    <a:pt x="68958" y="71047"/>
                    <a:pt x="67511" y="72493"/>
                  </a:cubicBezTo>
                  <a:cubicBezTo>
                    <a:pt x="66064" y="73940"/>
                    <a:pt x="63170" y="74243"/>
                    <a:pt x="62295" y="74512"/>
                  </a:cubicBezTo>
                  <a:cubicBezTo>
                    <a:pt x="61420" y="74815"/>
                    <a:pt x="60275" y="77977"/>
                    <a:pt x="60275" y="77977"/>
                  </a:cubicBezTo>
                  <a:cubicBezTo>
                    <a:pt x="60275" y="77977"/>
                    <a:pt x="59400" y="82619"/>
                    <a:pt x="59131" y="86084"/>
                  </a:cubicBezTo>
                  <a:cubicBezTo>
                    <a:pt x="58828" y="89549"/>
                    <a:pt x="58256" y="90726"/>
                    <a:pt x="57684" y="91601"/>
                  </a:cubicBezTo>
                  <a:cubicBezTo>
                    <a:pt x="57112" y="92475"/>
                    <a:pt x="55665" y="93922"/>
                    <a:pt x="54217" y="96512"/>
                  </a:cubicBezTo>
                  <a:cubicBezTo>
                    <a:pt x="52770" y="99136"/>
                    <a:pt x="51895" y="98530"/>
                    <a:pt x="50145" y="100582"/>
                  </a:cubicBezTo>
                  <a:cubicBezTo>
                    <a:pt x="48395" y="102601"/>
                    <a:pt x="48395" y="104922"/>
                    <a:pt x="47823" y="106099"/>
                  </a:cubicBezTo>
                  <a:cubicBezTo>
                    <a:pt x="47251" y="107243"/>
                    <a:pt x="46073" y="109867"/>
                    <a:pt x="45804" y="111011"/>
                  </a:cubicBezTo>
                  <a:cubicBezTo>
                    <a:pt x="45501" y="112188"/>
                    <a:pt x="44626" y="115653"/>
                    <a:pt x="44626" y="115653"/>
                  </a:cubicBezTo>
                  <a:lnTo>
                    <a:pt x="46376" y="121742"/>
                  </a:lnTo>
                  <a:lnTo>
                    <a:pt x="49876" y="125812"/>
                  </a:lnTo>
                  <a:lnTo>
                    <a:pt x="50448" y="132473"/>
                  </a:lnTo>
                  <a:cubicBezTo>
                    <a:pt x="50448" y="132473"/>
                    <a:pt x="47857" y="135938"/>
                    <a:pt x="46679" y="137990"/>
                  </a:cubicBezTo>
                  <a:cubicBezTo>
                    <a:pt x="45535" y="140008"/>
                    <a:pt x="44087" y="142632"/>
                    <a:pt x="44087" y="142632"/>
                  </a:cubicBezTo>
                  <a:lnTo>
                    <a:pt x="43515" y="145222"/>
                  </a:lnTo>
                  <a:lnTo>
                    <a:pt x="43515" y="149293"/>
                  </a:lnTo>
                  <a:lnTo>
                    <a:pt x="44087" y="152489"/>
                  </a:lnTo>
                  <a:lnTo>
                    <a:pt x="47285" y="155381"/>
                  </a:lnTo>
                  <a:lnTo>
                    <a:pt x="49304" y="156525"/>
                  </a:lnTo>
                  <a:lnTo>
                    <a:pt x="49001" y="160865"/>
                  </a:lnTo>
                  <a:lnTo>
                    <a:pt x="48429" y="163758"/>
                  </a:lnTo>
                  <a:cubicBezTo>
                    <a:pt x="48429" y="163758"/>
                    <a:pt x="46679" y="164901"/>
                    <a:pt x="45804" y="165776"/>
                  </a:cubicBezTo>
                  <a:cubicBezTo>
                    <a:pt x="44929" y="166651"/>
                    <a:pt x="44054" y="166954"/>
                    <a:pt x="43482" y="168097"/>
                  </a:cubicBezTo>
                  <a:cubicBezTo>
                    <a:pt x="42910" y="169241"/>
                    <a:pt x="40015" y="169544"/>
                    <a:pt x="40015" y="169544"/>
                  </a:cubicBezTo>
                  <a:cubicBezTo>
                    <a:pt x="40015" y="169544"/>
                    <a:pt x="40015" y="171293"/>
                    <a:pt x="40015" y="172168"/>
                  </a:cubicBezTo>
                  <a:cubicBezTo>
                    <a:pt x="40015" y="173042"/>
                    <a:pt x="42338" y="175061"/>
                    <a:pt x="42338" y="175061"/>
                  </a:cubicBezTo>
                  <a:cubicBezTo>
                    <a:pt x="42338" y="175061"/>
                    <a:pt x="44660" y="176204"/>
                    <a:pt x="46107" y="176507"/>
                  </a:cubicBezTo>
                  <a:cubicBezTo>
                    <a:pt x="47554" y="176810"/>
                    <a:pt x="48732" y="176507"/>
                    <a:pt x="48732" y="176507"/>
                  </a:cubicBezTo>
                  <a:lnTo>
                    <a:pt x="48732" y="178526"/>
                  </a:lnTo>
                  <a:cubicBezTo>
                    <a:pt x="48732" y="178526"/>
                    <a:pt x="48867" y="180847"/>
                    <a:pt x="48597" y="181990"/>
                  </a:cubicBezTo>
                  <a:cubicBezTo>
                    <a:pt x="48294" y="183134"/>
                    <a:pt x="48463" y="184311"/>
                    <a:pt x="48160" y="185455"/>
                  </a:cubicBezTo>
                  <a:cubicBezTo>
                    <a:pt x="47890" y="186599"/>
                    <a:pt x="47016" y="187776"/>
                    <a:pt x="47016" y="187776"/>
                  </a:cubicBezTo>
                  <a:lnTo>
                    <a:pt x="46443" y="191544"/>
                  </a:lnTo>
                  <a:cubicBezTo>
                    <a:pt x="46443" y="191544"/>
                    <a:pt x="47016" y="194740"/>
                    <a:pt x="47318" y="197633"/>
                  </a:cubicBezTo>
                  <a:cubicBezTo>
                    <a:pt x="47621" y="200526"/>
                    <a:pt x="46174" y="199954"/>
                    <a:pt x="45871" y="202847"/>
                  </a:cubicBezTo>
                  <a:cubicBezTo>
                    <a:pt x="45568" y="205740"/>
                    <a:pt x="46443" y="206917"/>
                    <a:pt x="46746" y="209508"/>
                  </a:cubicBezTo>
                  <a:cubicBezTo>
                    <a:pt x="47049" y="212098"/>
                    <a:pt x="47621" y="211257"/>
                    <a:pt x="47890" y="214150"/>
                  </a:cubicBezTo>
                  <a:cubicBezTo>
                    <a:pt x="48193" y="217043"/>
                    <a:pt x="52535" y="217917"/>
                    <a:pt x="52535" y="217917"/>
                  </a:cubicBezTo>
                  <a:cubicBezTo>
                    <a:pt x="52535" y="217917"/>
                    <a:pt x="52535" y="217917"/>
                    <a:pt x="53107" y="219095"/>
                  </a:cubicBezTo>
                  <a:cubicBezTo>
                    <a:pt x="53679" y="220239"/>
                    <a:pt x="54251" y="222291"/>
                    <a:pt x="54251" y="223434"/>
                  </a:cubicBezTo>
                  <a:cubicBezTo>
                    <a:pt x="54251" y="224578"/>
                    <a:pt x="52501" y="225453"/>
                    <a:pt x="52501" y="227774"/>
                  </a:cubicBezTo>
                  <a:cubicBezTo>
                    <a:pt x="52501" y="230095"/>
                    <a:pt x="50751" y="230095"/>
                    <a:pt x="49607" y="232416"/>
                  </a:cubicBezTo>
                  <a:cubicBezTo>
                    <a:pt x="48463" y="234737"/>
                    <a:pt x="49910" y="234737"/>
                    <a:pt x="50751" y="235612"/>
                  </a:cubicBezTo>
                  <a:cubicBezTo>
                    <a:pt x="51626" y="236487"/>
                    <a:pt x="52770" y="238808"/>
                    <a:pt x="52770" y="241970"/>
                  </a:cubicBezTo>
                  <a:cubicBezTo>
                    <a:pt x="52770" y="245166"/>
                    <a:pt x="52198" y="243988"/>
                    <a:pt x="51020" y="245737"/>
                  </a:cubicBezTo>
                  <a:cubicBezTo>
                    <a:pt x="49876" y="247487"/>
                    <a:pt x="51020" y="245737"/>
                    <a:pt x="50448" y="246881"/>
                  </a:cubicBezTo>
                  <a:cubicBezTo>
                    <a:pt x="49876" y="248059"/>
                    <a:pt x="48698" y="249774"/>
                    <a:pt x="49001" y="250649"/>
                  </a:cubicBezTo>
                  <a:cubicBezTo>
                    <a:pt x="49304" y="251523"/>
                    <a:pt x="50145" y="252398"/>
                    <a:pt x="51323" y="254114"/>
                  </a:cubicBezTo>
                  <a:cubicBezTo>
                    <a:pt x="52468" y="255863"/>
                    <a:pt x="51323" y="258184"/>
                    <a:pt x="51054" y="259025"/>
                  </a:cubicBezTo>
                  <a:cubicBezTo>
                    <a:pt x="50751" y="259900"/>
                    <a:pt x="50751" y="263936"/>
                    <a:pt x="50751" y="265114"/>
                  </a:cubicBezTo>
                  <a:cubicBezTo>
                    <a:pt x="50751" y="266291"/>
                    <a:pt x="52501" y="269184"/>
                    <a:pt x="52501" y="270328"/>
                  </a:cubicBezTo>
                  <a:cubicBezTo>
                    <a:pt x="52501" y="271472"/>
                    <a:pt x="54251" y="273524"/>
                    <a:pt x="55126" y="274668"/>
                  </a:cubicBezTo>
                  <a:cubicBezTo>
                    <a:pt x="56001" y="275845"/>
                    <a:pt x="57718" y="276686"/>
                    <a:pt x="57718" y="276686"/>
                  </a:cubicBezTo>
                  <a:lnTo>
                    <a:pt x="62059" y="282203"/>
                  </a:lnTo>
                  <a:lnTo>
                    <a:pt x="64381" y="285399"/>
                  </a:lnTo>
                  <a:lnTo>
                    <a:pt x="64078" y="291185"/>
                  </a:lnTo>
                  <a:cubicBezTo>
                    <a:pt x="64078" y="291185"/>
                    <a:pt x="63775" y="294649"/>
                    <a:pt x="63775" y="296971"/>
                  </a:cubicBezTo>
                  <a:cubicBezTo>
                    <a:pt x="63775" y="299292"/>
                    <a:pt x="62597" y="300166"/>
                    <a:pt x="62597" y="300166"/>
                  </a:cubicBezTo>
                  <a:cubicBezTo>
                    <a:pt x="62597" y="300166"/>
                    <a:pt x="61723" y="302185"/>
                    <a:pt x="60881" y="302488"/>
                  </a:cubicBezTo>
                  <a:cubicBezTo>
                    <a:pt x="60006" y="302790"/>
                    <a:pt x="56809" y="304506"/>
                    <a:pt x="55665" y="304809"/>
                  </a:cubicBezTo>
                  <a:cubicBezTo>
                    <a:pt x="54520" y="305112"/>
                    <a:pt x="53915" y="306558"/>
                    <a:pt x="51626" y="307130"/>
                  </a:cubicBezTo>
                  <a:cubicBezTo>
                    <a:pt x="49304" y="307702"/>
                    <a:pt x="50179" y="308274"/>
                    <a:pt x="49001" y="308576"/>
                  </a:cubicBezTo>
                  <a:cubicBezTo>
                    <a:pt x="47857" y="308879"/>
                    <a:pt x="45232" y="310326"/>
                    <a:pt x="44087" y="311200"/>
                  </a:cubicBezTo>
                  <a:cubicBezTo>
                    <a:pt x="42910" y="312075"/>
                    <a:pt x="40890" y="311200"/>
                    <a:pt x="40890" y="311200"/>
                  </a:cubicBezTo>
                  <a:cubicBezTo>
                    <a:pt x="40890" y="311200"/>
                    <a:pt x="38265" y="311200"/>
                    <a:pt x="36381" y="311200"/>
                  </a:cubicBezTo>
                  <a:cubicBezTo>
                    <a:pt x="34496" y="311200"/>
                    <a:pt x="35068" y="312647"/>
                    <a:pt x="34193" y="312647"/>
                  </a:cubicBezTo>
                  <a:cubicBezTo>
                    <a:pt x="33318" y="312647"/>
                    <a:pt x="32443" y="315271"/>
                    <a:pt x="31568" y="316112"/>
                  </a:cubicBezTo>
                  <a:cubicBezTo>
                    <a:pt x="30693" y="316986"/>
                    <a:pt x="30121" y="319307"/>
                    <a:pt x="30121" y="320451"/>
                  </a:cubicBezTo>
                  <a:cubicBezTo>
                    <a:pt x="30121" y="321595"/>
                    <a:pt x="29852" y="323344"/>
                    <a:pt x="29852" y="324521"/>
                  </a:cubicBezTo>
                  <a:cubicBezTo>
                    <a:pt x="29852" y="325665"/>
                    <a:pt x="28404" y="325968"/>
                    <a:pt x="28404" y="325968"/>
                  </a:cubicBezTo>
                  <a:lnTo>
                    <a:pt x="25510" y="327145"/>
                  </a:lnTo>
                  <a:cubicBezTo>
                    <a:pt x="25510" y="327145"/>
                    <a:pt x="21741" y="328592"/>
                    <a:pt x="20597" y="328895"/>
                  </a:cubicBezTo>
                  <a:cubicBezTo>
                    <a:pt x="19419" y="329197"/>
                    <a:pt x="18846" y="330341"/>
                    <a:pt x="18846" y="330341"/>
                  </a:cubicBezTo>
                  <a:lnTo>
                    <a:pt x="17097" y="332931"/>
                  </a:lnTo>
                  <a:lnTo>
                    <a:pt x="15952" y="335253"/>
                  </a:lnTo>
                  <a:lnTo>
                    <a:pt x="9861" y="340769"/>
                  </a:lnTo>
                  <a:cubicBezTo>
                    <a:pt x="9861" y="340769"/>
                    <a:pt x="6664" y="343662"/>
                    <a:pt x="5789" y="344840"/>
                  </a:cubicBezTo>
                  <a:cubicBezTo>
                    <a:pt x="4914" y="345984"/>
                    <a:pt x="2591" y="347430"/>
                    <a:pt x="2591" y="347430"/>
                  </a:cubicBezTo>
                  <a:lnTo>
                    <a:pt x="0" y="350323"/>
                  </a:lnTo>
                  <a:lnTo>
                    <a:pt x="0" y="354393"/>
                  </a:lnTo>
                  <a:lnTo>
                    <a:pt x="7842" y="352947"/>
                  </a:lnTo>
                  <a:lnTo>
                    <a:pt x="14202" y="351803"/>
                  </a:lnTo>
                  <a:lnTo>
                    <a:pt x="15952" y="351231"/>
                  </a:lnTo>
                  <a:lnTo>
                    <a:pt x="22616" y="349482"/>
                  </a:lnTo>
                  <a:lnTo>
                    <a:pt x="27260" y="346286"/>
                  </a:lnTo>
                  <a:lnTo>
                    <a:pt x="30155" y="345412"/>
                  </a:lnTo>
                  <a:lnTo>
                    <a:pt x="33049" y="345109"/>
                  </a:lnTo>
                  <a:lnTo>
                    <a:pt x="33049" y="346858"/>
                  </a:lnTo>
                  <a:lnTo>
                    <a:pt x="34933" y="349179"/>
                  </a:lnTo>
                  <a:lnTo>
                    <a:pt x="38837" y="348608"/>
                  </a:lnTo>
                  <a:lnTo>
                    <a:pt x="41159" y="346286"/>
                  </a:lnTo>
                  <a:lnTo>
                    <a:pt x="43482" y="343091"/>
                  </a:lnTo>
                  <a:lnTo>
                    <a:pt x="46039" y="342519"/>
                  </a:lnTo>
                  <a:lnTo>
                    <a:pt x="53040" y="340769"/>
                  </a:lnTo>
                  <a:lnTo>
                    <a:pt x="57381" y="340769"/>
                  </a:lnTo>
                  <a:lnTo>
                    <a:pt x="63775" y="344403"/>
                  </a:lnTo>
                  <a:lnTo>
                    <a:pt x="63203" y="349179"/>
                  </a:lnTo>
                  <a:lnTo>
                    <a:pt x="66670" y="353519"/>
                  </a:lnTo>
                  <a:lnTo>
                    <a:pt x="71011" y="357286"/>
                  </a:lnTo>
                  <a:lnTo>
                    <a:pt x="72761" y="361626"/>
                  </a:lnTo>
                  <a:lnTo>
                    <a:pt x="70439" y="365091"/>
                  </a:lnTo>
                  <a:lnTo>
                    <a:pt x="69295" y="365091"/>
                  </a:lnTo>
                  <a:lnTo>
                    <a:pt x="65223" y="367984"/>
                  </a:lnTo>
                  <a:cubicBezTo>
                    <a:pt x="65223" y="367984"/>
                    <a:pt x="64348" y="369699"/>
                    <a:pt x="63472" y="371449"/>
                  </a:cubicBezTo>
                  <a:cubicBezTo>
                    <a:pt x="62597" y="373198"/>
                    <a:pt x="63472" y="373770"/>
                    <a:pt x="63472" y="373770"/>
                  </a:cubicBezTo>
                  <a:lnTo>
                    <a:pt x="64920" y="373770"/>
                  </a:lnTo>
                  <a:lnTo>
                    <a:pt x="69564" y="375082"/>
                  </a:lnTo>
                  <a:lnTo>
                    <a:pt x="72761" y="377538"/>
                  </a:lnTo>
                  <a:lnTo>
                    <a:pt x="71011" y="381608"/>
                  </a:lnTo>
                  <a:cubicBezTo>
                    <a:pt x="71011" y="381608"/>
                    <a:pt x="66939" y="384804"/>
                    <a:pt x="64348" y="386250"/>
                  </a:cubicBezTo>
                  <a:cubicBezTo>
                    <a:pt x="61723" y="387697"/>
                    <a:pt x="60881" y="387697"/>
                    <a:pt x="60881" y="387697"/>
                  </a:cubicBezTo>
                  <a:lnTo>
                    <a:pt x="56943" y="388840"/>
                  </a:lnTo>
                  <a:lnTo>
                    <a:pt x="49876" y="392305"/>
                  </a:lnTo>
                  <a:lnTo>
                    <a:pt x="46073" y="396073"/>
                  </a:lnTo>
                  <a:cubicBezTo>
                    <a:pt x="46073" y="396073"/>
                    <a:pt x="46982" y="398394"/>
                    <a:pt x="48429" y="398697"/>
                  </a:cubicBezTo>
                  <a:cubicBezTo>
                    <a:pt x="49876" y="399000"/>
                    <a:pt x="52198" y="401590"/>
                    <a:pt x="52198" y="401590"/>
                  </a:cubicBezTo>
                  <a:cubicBezTo>
                    <a:pt x="52198" y="401590"/>
                    <a:pt x="54823" y="407107"/>
                    <a:pt x="56977" y="408251"/>
                  </a:cubicBezTo>
                  <a:cubicBezTo>
                    <a:pt x="59131" y="409394"/>
                    <a:pt x="55968" y="410000"/>
                    <a:pt x="56977" y="411144"/>
                  </a:cubicBezTo>
                  <a:cubicBezTo>
                    <a:pt x="57953" y="412287"/>
                    <a:pt x="55126" y="416930"/>
                    <a:pt x="55126" y="416930"/>
                  </a:cubicBezTo>
                  <a:lnTo>
                    <a:pt x="51929" y="421269"/>
                  </a:lnTo>
                  <a:lnTo>
                    <a:pt x="48463" y="426181"/>
                  </a:lnTo>
                  <a:lnTo>
                    <a:pt x="46107" y="431966"/>
                  </a:lnTo>
                  <a:cubicBezTo>
                    <a:pt x="46107" y="431966"/>
                    <a:pt x="46443" y="436878"/>
                    <a:pt x="46141" y="439771"/>
                  </a:cubicBezTo>
                  <a:cubicBezTo>
                    <a:pt x="45838" y="442664"/>
                    <a:pt x="47588" y="442361"/>
                    <a:pt x="47588" y="442361"/>
                  </a:cubicBezTo>
                  <a:cubicBezTo>
                    <a:pt x="47588" y="442361"/>
                    <a:pt x="51660" y="446431"/>
                    <a:pt x="52501" y="446129"/>
                  </a:cubicBezTo>
                  <a:cubicBezTo>
                    <a:pt x="53376" y="445826"/>
                    <a:pt x="55126" y="442933"/>
                    <a:pt x="55126" y="442933"/>
                  </a:cubicBezTo>
                  <a:lnTo>
                    <a:pt x="58323" y="439737"/>
                  </a:lnTo>
                  <a:lnTo>
                    <a:pt x="63102" y="439737"/>
                  </a:lnTo>
                  <a:lnTo>
                    <a:pt x="65862" y="442496"/>
                  </a:lnTo>
                  <a:cubicBezTo>
                    <a:pt x="65862" y="442496"/>
                    <a:pt x="59771" y="445826"/>
                    <a:pt x="59501" y="446701"/>
                  </a:cubicBezTo>
                  <a:cubicBezTo>
                    <a:pt x="59199" y="447575"/>
                    <a:pt x="58357" y="450737"/>
                    <a:pt x="58357" y="450737"/>
                  </a:cubicBezTo>
                  <a:lnTo>
                    <a:pt x="65896" y="454808"/>
                  </a:lnTo>
                  <a:lnTo>
                    <a:pt x="67915" y="461468"/>
                  </a:lnTo>
                  <a:lnTo>
                    <a:pt x="67915" y="467389"/>
                  </a:lnTo>
                  <a:cubicBezTo>
                    <a:pt x="69261" y="467322"/>
                    <a:pt x="71550" y="467557"/>
                    <a:pt x="71550" y="467557"/>
                  </a:cubicBezTo>
                  <a:lnTo>
                    <a:pt x="72425" y="470316"/>
                  </a:lnTo>
                  <a:lnTo>
                    <a:pt x="74881" y="471190"/>
                  </a:lnTo>
                  <a:cubicBezTo>
                    <a:pt x="74881" y="471190"/>
                    <a:pt x="78079" y="471325"/>
                    <a:pt x="79391" y="471056"/>
                  </a:cubicBezTo>
                  <a:cubicBezTo>
                    <a:pt x="80704" y="470753"/>
                    <a:pt x="83161" y="469037"/>
                    <a:pt x="83733" y="468869"/>
                  </a:cubicBezTo>
                  <a:cubicBezTo>
                    <a:pt x="84305" y="468735"/>
                    <a:pt x="86358" y="471056"/>
                    <a:pt x="86358" y="471056"/>
                  </a:cubicBezTo>
                  <a:lnTo>
                    <a:pt x="91877" y="473242"/>
                  </a:lnTo>
                  <a:lnTo>
                    <a:pt x="92752" y="476573"/>
                  </a:lnTo>
                  <a:cubicBezTo>
                    <a:pt x="92752" y="476573"/>
                    <a:pt x="88276" y="480340"/>
                    <a:pt x="87838" y="480475"/>
                  </a:cubicBezTo>
                  <a:cubicBezTo>
                    <a:pt x="87401" y="480609"/>
                    <a:pt x="85954" y="483233"/>
                    <a:pt x="85954" y="483233"/>
                  </a:cubicBezTo>
                  <a:cubicBezTo>
                    <a:pt x="85954" y="483233"/>
                    <a:pt x="88141" y="486866"/>
                    <a:pt x="88713" y="486866"/>
                  </a:cubicBezTo>
                  <a:cubicBezTo>
                    <a:pt x="89286" y="486866"/>
                    <a:pt x="93358" y="488178"/>
                    <a:pt x="95074" y="488178"/>
                  </a:cubicBezTo>
                  <a:cubicBezTo>
                    <a:pt x="96824" y="488178"/>
                    <a:pt x="99584" y="488178"/>
                    <a:pt x="100156" y="487741"/>
                  </a:cubicBezTo>
                  <a:cubicBezTo>
                    <a:pt x="100728" y="487304"/>
                    <a:pt x="101738" y="487876"/>
                    <a:pt x="102343" y="486866"/>
                  </a:cubicBezTo>
                  <a:cubicBezTo>
                    <a:pt x="102848" y="485992"/>
                    <a:pt x="103656" y="484377"/>
                    <a:pt x="103892" y="483940"/>
                  </a:cubicBezTo>
                  <a:cubicBezTo>
                    <a:pt x="103791" y="483872"/>
                    <a:pt x="103589" y="483671"/>
                    <a:pt x="103219" y="483233"/>
                  </a:cubicBezTo>
                  <a:cubicBezTo>
                    <a:pt x="102209" y="482090"/>
                    <a:pt x="102041" y="481047"/>
                    <a:pt x="102041" y="481047"/>
                  </a:cubicBezTo>
                  <a:cubicBezTo>
                    <a:pt x="102041" y="481047"/>
                    <a:pt x="102175" y="480609"/>
                    <a:pt x="101771" y="480172"/>
                  </a:cubicBezTo>
                  <a:cubicBezTo>
                    <a:pt x="101401" y="479802"/>
                    <a:pt x="101132" y="476505"/>
                    <a:pt x="101368" y="475530"/>
                  </a:cubicBezTo>
                  <a:cubicBezTo>
                    <a:pt x="101098" y="475799"/>
                    <a:pt x="101233" y="475631"/>
                    <a:pt x="101401" y="475462"/>
                  </a:cubicBezTo>
                  <a:cubicBezTo>
                    <a:pt x="101435" y="475362"/>
                    <a:pt x="101469" y="475294"/>
                    <a:pt x="101502" y="475261"/>
                  </a:cubicBezTo>
                  <a:cubicBezTo>
                    <a:pt x="101671" y="475160"/>
                    <a:pt x="101536" y="475328"/>
                    <a:pt x="101401" y="475462"/>
                  </a:cubicBezTo>
                  <a:cubicBezTo>
                    <a:pt x="101401" y="475496"/>
                    <a:pt x="101368" y="475496"/>
                    <a:pt x="101368" y="475530"/>
                  </a:cubicBezTo>
                  <a:cubicBezTo>
                    <a:pt x="101469" y="475429"/>
                    <a:pt x="101637" y="475261"/>
                    <a:pt x="101940" y="474958"/>
                  </a:cubicBezTo>
                  <a:cubicBezTo>
                    <a:pt x="103522" y="473377"/>
                    <a:pt x="105137" y="471493"/>
                    <a:pt x="105574" y="471056"/>
                  </a:cubicBezTo>
                  <a:cubicBezTo>
                    <a:pt x="106012" y="470618"/>
                    <a:pt x="107156" y="469744"/>
                    <a:pt x="107156" y="469744"/>
                  </a:cubicBezTo>
                  <a:cubicBezTo>
                    <a:pt x="107156" y="469744"/>
                    <a:pt x="108300" y="468936"/>
                    <a:pt x="108166" y="467389"/>
                  </a:cubicBezTo>
                  <a:cubicBezTo>
                    <a:pt x="108031" y="465842"/>
                    <a:pt x="107762" y="462377"/>
                    <a:pt x="108166" y="460930"/>
                  </a:cubicBezTo>
                  <a:cubicBezTo>
                    <a:pt x="108570" y="459484"/>
                    <a:pt x="109310" y="458912"/>
                    <a:pt x="109748" y="458609"/>
                  </a:cubicBezTo>
                  <a:cubicBezTo>
                    <a:pt x="110185" y="458306"/>
                    <a:pt x="114964" y="454135"/>
                    <a:pt x="114964" y="454135"/>
                  </a:cubicBezTo>
                  <a:lnTo>
                    <a:pt x="119743" y="452386"/>
                  </a:lnTo>
                  <a:lnTo>
                    <a:pt x="122065" y="453395"/>
                  </a:lnTo>
                  <a:lnTo>
                    <a:pt x="130613" y="456591"/>
                  </a:lnTo>
                  <a:lnTo>
                    <a:pt x="130613" y="463251"/>
                  </a:lnTo>
                  <a:cubicBezTo>
                    <a:pt x="130613" y="463251"/>
                    <a:pt x="131185" y="467322"/>
                    <a:pt x="131488" y="467759"/>
                  </a:cubicBezTo>
                  <a:cubicBezTo>
                    <a:pt x="131758" y="468196"/>
                    <a:pt x="133373" y="470955"/>
                    <a:pt x="133945" y="470955"/>
                  </a:cubicBezTo>
                  <a:cubicBezTo>
                    <a:pt x="134517" y="470955"/>
                    <a:pt x="139465" y="468499"/>
                    <a:pt x="139465" y="468499"/>
                  </a:cubicBezTo>
                  <a:lnTo>
                    <a:pt x="140609" y="466918"/>
                  </a:lnTo>
                  <a:lnTo>
                    <a:pt x="142494" y="466784"/>
                  </a:lnTo>
                  <a:lnTo>
                    <a:pt x="145960" y="468230"/>
                  </a:lnTo>
                  <a:cubicBezTo>
                    <a:pt x="145960" y="468230"/>
                    <a:pt x="147104" y="469677"/>
                    <a:pt x="147272" y="470114"/>
                  </a:cubicBezTo>
                  <a:cubicBezTo>
                    <a:pt x="147407" y="470551"/>
                    <a:pt x="148013" y="471998"/>
                    <a:pt x="148450" y="472570"/>
                  </a:cubicBezTo>
                  <a:cubicBezTo>
                    <a:pt x="148888" y="473141"/>
                    <a:pt x="149157" y="474891"/>
                    <a:pt x="150335" y="475160"/>
                  </a:cubicBezTo>
                  <a:cubicBezTo>
                    <a:pt x="151513" y="475462"/>
                    <a:pt x="153532" y="474857"/>
                    <a:pt x="153532" y="474857"/>
                  </a:cubicBezTo>
                  <a:cubicBezTo>
                    <a:pt x="153532" y="474857"/>
                    <a:pt x="154979" y="473545"/>
                    <a:pt x="155249" y="472536"/>
                  </a:cubicBezTo>
                  <a:cubicBezTo>
                    <a:pt x="155552" y="471527"/>
                    <a:pt x="156124" y="468028"/>
                    <a:pt x="156124" y="467625"/>
                  </a:cubicBezTo>
                  <a:cubicBezTo>
                    <a:pt x="156124" y="467187"/>
                    <a:pt x="157571" y="465606"/>
                    <a:pt x="157571" y="465169"/>
                  </a:cubicBezTo>
                  <a:cubicBezTo>
                    <a:pt x="157571" y="464731"/>
                    <a:pt x="158143" y="463150"/>
                    <a:pt x="158446" y="461973"/>
                  </a:cubicBezTo>
                  <a:cubicBezTo>
                    <a:pt x="158749" y="460829"/>
                    <a:pt x="159455" y="459652"/>
                    <a:pt x="160027" y="459215"/>
                  </a:cubicBezTo>
                  <a:cubicBezTo>
                    <a:pt x="160600" y="458777"/>
                    <a:pt x="161206" y="457768"/>
                    <a:pt x="161778" y="457465"/>
                  </a:cubicBezTo>
                  <a:cubicBezTo>
                    <a:pt x="162350" y="457163"/>
                    <a:pt x="163225" y="456288"/>
                    <a:pt x="163965" y="456019"/>
                  </a:cubicBezTo>
                  <a:cubicBezTo>
                    <a:pt x="164706" y="455716"/>
                    <a:pt x="164975" y="455716"/>
                    <a:pt x="165850" y="455010"/>
                  </a:cubicBezTo>
                  <a:cubicBezTo>
                    <a:pt x="166725" y="454270"/>
                    <a:pt x="166859" y="452554"/>
                    <a:pt x="168172" y="452386"/>
                  </a:cubicBezTo>
                  <a:cubicBezTo>
                    <a:pt x="169484" y="452251"/>
                    <a:pt x="171235" y="450939"/>
                    <a:pt x="171807" y="450367"/>
                  </a:cubicBezTo>
                  <a:cubicBezTo>
                    <a:pt x="172379" y="449795"/>
                    <a:pt x="175138" y="448214"/>
                    <a:pt x="175273" y="447340"/>
                  </a:cubicBezTo>
                  <a:cubicBezTo>
                    <a:pt x="175408" y="446465"/>
                    <a:pt x="176586" y="445759"/>
                    <a:pt x="176720" y="443875"/>
                  </a:cubicBezTo>
                  <a:cubicBezTo>
                    <a:pt x="176855" y="441991"/>
                    <a:pt x="177595" y="439098"/>
                    <a:pt x="177595" y="439098"/>
                  </a:cubicBezTo>
                  <a:lnTo>
                    <a:pt x="185571" y="438156"/>
                  </a:lnTo>
                  <a:lnTo>
                    <a:pt x="189206" y="436340"/>
                  </a:lnTo>
                  <a:lnTo>
                    <a:pt x="192403" y="436340"/>
                  </a:lnTo>
                  <a:lnTo>
                    <a:pt x="194423" y="437786"/>
                  </a:lnTo>
                  <a:cubicBezTo>
                    <a:pt x="194423" y="437786"/>
                    <a:pt x="199201" y="443000"/>
                    <a:pt x="199774" y="443135"/>
                  </a:cubicBezTo>
                  <a:cubicBezTo>
                    <a:pt x="200346" y="443269"/>
                    <a:pt x="201524" y="444010"/>
                    <a:pt x="201961" y="444144"/>
                  </a:cubicBezTo>
                  <a:cubicBezTo>
                    <a:pt x="202399" y="444279"/>
                    <a:pt x="206606" y="444010"/>
                    <a:pt x="207750" y="443841"/>
                  </a:cubicBezTo>
                  <a:cubicBezTo>
                    <a:pt x="208894" y="443707"/>
                    <a:pt x="210509" y="442260"/>
                    <a:pt x="210947" y="441823"/>
                  </a:cubicBezTo>
                  <a:cubicBezTo>
                    <a:pt x="211384" y="441386"/>
                    <a:pt x="212562" y="440242"/>
                    <a:pt x="212697" y="439636"/>
                  </a:cubicBezTo>
                  <a:cubicBezTo>
                    <a:pt x="212832" y="439064"/>
                    <a:pt x="213135" y="438896"/>
                    <a:pt x="213404" y="437618"/>
                  </a:cubicBezTo>
                  <a:cubicBezTo>
                    <a:pt x="213707" y="436306"/>
                    <a:pt x="214582" y="435431"/>
                    <a:pt x="214582" y="434288"/>
                  </a:cubicBezTo>
                  <a:cubicBezTo>
                    <a:pt x="214582" y="433144"/>
                    <a:pt x="215288" y="432707"/>
                    <a:pt x="215894" y="431832"/>
                  </a:cubicBezTo>
                  <a:cubicBezTo>
                    <a:pt x="216466" y="430957"/>
                    <a:pt x="215759" y="431092"/>
                    <a:pt x="216466" y="430957"/>
                  </a:cubicBezTo>
                  <a:cubicBezTo>
                    <a:pt x="217173" y="430823"/>
                    <a:pt x="217476" y="429074"/>
                    <a:pt x="218485" y="429645"/>
                  </a:cubicBezTo>
                  <a:cubicBezTo>
                    <a:pt x="219495" y="430217"/>
                    <a:pt x="221380" y="432101"/>
                    <a:pt x="221380" y="432101"/>
                  </a:cubicBezTo>
                  <a:cubicBezTo>
                    <a:pt x="221380" y="432101"/>
                    <a:pt x="223567" y="433850"/>
                    <a:pt x="224409" y="434119"/>
                  </a:cubicBezTo>
                  <a:cubicBezTo>
                    <a:pt x="225284" y="434422"/>
                    <a:pt x="226596" y="436138"/>
                    <a:pt x="226596" y="436138"/>
                  </a:cubicBezTo>
                  <a:lnTo>
                    <a:pt x="232553" y="438594"/>
                  </a:lnTo>
                  <a:cubicBezTo>
                    <a:pt x="232553" y="438594"/>
                    <a:pt x="235885" y="439031"/>
                    <a:pt x="236154" y="438459"/>
                  </a:cubicBezTo>
                  <a:cubicBezTo>
                    <a:pt x="236457" y="437887"/>
                    <a:pt x="237298" y="436878"/>
                    <a:pt x="237904" y="436710"/>
                  </a:cubicBezTo>
                  <a:cubicBezTo>
                    <a:pt x="238476" y="436575"/>
                    <a:pt x="241674" y="435835"/>
                    <a:pt x="241674" y="435835"/>
                  </a:cubicBezTo>
                  <a:cubicBezTo>
                    <a:pt x="241674" y="435835"/>
                    <a:pt x="243558" y="438022"/>
                    <a:pt x="244736" y="438459"/>
                  </a:cubicBezTo>
                  <a:cubicBezTo>
                    <a:pt x="245880" y="438896"/>
                    <a:pt x="246688" y="441352"/>
                    <a:pt x="247395" y="441487"/>
                  </a:cubicBezTo>
                  <a:cubicBezTo>
                    <a:pt x="248102" y="441621"/>
                    <a:pt x="248909" y="443673"/>
                    <a:pt x="248909" y="443673"/>
                  </a:cubicBezTo>
                  <a:lnTo>
                    <a:pt x="248909" y="447575"/>
                  </a:lnTo>
                  <a:lnTo>
                    <a:pt x="248034" y="451780"/>
                  </a:lnTo>
                  <a:cubicBezTo>
                    <a:pt x="248034" y="451780"/>
                    <a:pt x="247294" y="453967"/>
                    <a:pt x="247159" y="454808"/>
                  </a:cubicBezTo>
                  <a:cubicBezTo>
                    <a:pt x="247025" y="455682"/>
                    <a:pt x="247294" y="457129"/>
                    <a:pt x="247462" y="457566"/>
                  </a:cubicBezTo>
                  <a:cubicBezTo>
                    <a:pt x="247597" y="458004"/>
                    <a:pt x="247597" y="460022"/>
                    <a:pt x="247900" y="460594"/>
                  </a:cubicBezTo>
                  <a:cubicBezTo>
                    <a:pt x="248169" y="461166"/>
                    <a:pt x="248169" y="461300"/>
                    <a:pt x="248169" y="462040"/>
                  </a:cubicBezTo>
                  <a:cubicBezTo>
                    <a:pt x="248169" y="462780"/>
                    <a:pt x="246587" y="464227"/>
                    <a:pt x="246015" y="465102"/>
                  </a:cubicBezTo>
                  <a:cubicBezTo>
                    <a:pt x="245443" y="465976"/>
                    <a:pt x="245578" y="466111"/>
                    <a:pt x="245005" y="467120"/>
                  </a:cubicBezTo>
                  <a:cubicBezTo>
                    <a:pt x="244433" y="468129"/>
                    <a:pt x="243424" y="469441"/>
                    <a:pt x="242986" y="470013"/>
                  </a:cubicBezTo>
                  <a:cubicBezTo>
                    <a:pt x="242549" y="470585"/>
                    <a:pt x="241404" y="474353"/>
                    <a:pt x="241404" y="474353"/>
                  </a:cubicBezTo>
                  <a:lnTo>
                    <a:pt x="241674" y="477985"/>
                  </a:lnTo>
                  <a:lnTo>
                    <a:pt x="242818" y="479735"/>
                  </a:lnTo>
                  <a:cubicBezTo>
                    <a:pt x="242818" y="479735"/>
                    <a:pt x="243693" y="481753"/>
                    <a:pt x="244265" y="481921"/>
                  </a:cubicBezTo>
                  <a:cubicBezTo>
                    <a:pt x="244837" y="482056"/>
                    <a:pt x="245712" y="484377"/>
                    <a:pt x="246150" y="484545"/>
                  </a:cubicBezTo>
                  <a:cubicBezTo>
                    <a:pt x="246587" y="484680"/>
                    <a:pt x="247462" y="485689"/>
                    <a:pt x="248909" y="485420"/>
                  </a:cubicBezTo>
                  <a:cubicBezTo>
                    <a:pt x="250356" y="485117"/>
                    <a:pt x="252106" y="484276"/>
                    <a:pt x="252106" y="484276"/>
                  </a:cubicBezTo>
                  <a:cubicBezTo>
                    <a:pt x="252106" y="484276"/>
                    <a:pt x="253554" y="483973"/>
                    <a:pt x="254126" y="483839"/>
                  </a:cubicBezTo>
                  <a:cubicBezTo>
                    <a:pt x="254698" y="483704"/>
                    <a:pt x="258030" y="483402"/>
                    <a:pt x="258030" y="483402"/>
                  </a:cubicBezTo>
                  <a:cubicBezTo>
                    <a:pt x="258030" y="483402"/>
                    <a:pt x="259780" y="483536"/>
                    <a:pt x="260352" y="483536"/>
                  </a:cubicBezTo>
                  <a:cubicBezTo>
                    <a:pt x="260924" y="483536"/>
                    <a:pt x="262539" y="483402"/>
                    <a:pt x="263112" y="483536"/>
                  </a:cubicBezTo>
                  <a:cubicBezTo>
                    <a:pt x="263684" y="483671"/>
                    <a:pt x="265434" y="484108"/>
                    <a:pt x="265434" y="484108"/>
                  </a:cubicBezTo>
                  <a:cubicBezTo>
                    <a:pt x="265434" y="484108"/>
                    <a:pt x="267251" y="485117"/>
                    <a:pt x="267823" y="485252"/>
                  </a:cubicBezTo>
                  <a:cubicBezTo>
                    <a:pt x="268395" y="485386"/>
                    <a:pt x="269775" y="486429"/>
                    <a:pt x="269775" y="487001"/>
                  </a:cubicBezTo>
                  <a:cubicBezTo>
                    <a:pt x="269775" y="487573"/>
                    <a:pt x="269775" y="491071"/>
                    <a:pt x="269775" y="491071"/>
                  </a:cubicBezTo>
                  <a:lnTo>
                    <a:pt x="267318" y="493695"/>
                  </a:lnTo>
                  <a:lnTo>
                    <a:pt x="265871" y="495882"/>
                  </a:lnTo>
                  <a:lnTo>
                    <a:pt x="264256" y="496588"/>
                  </a:lnTo>
                  <a:lnTo>
                    <a:pt x="262674" y="497328"/>
                  </a:lnTo>
                  <a:lnTo>
                    <a:pt x="260352" y="498909"/>
                  </a:lnTo>
                  <a:lnTo>
                    <a:pt x="258467" y="500928"/>
                  </a:lnTo>
                  <a:cubicBezTo>
                    <a:pt x="258467" y="500928"/>
                    <a:pt x="256885" y="503114"/>
                    <a:pt x="256717" y="503552"/>
                  </a:cubicBezTo>
                  <a:cubicBezTo>
                    <a:pt x="256583" y="503989"/>
                    <a:pt x="254530" y="506579"/>
                    <a:pt x="254530" y="506579"/>
                  </a:cubicBezTo>
                  <a:lnTo>
                    <a:pt x="254092" y="510347"/>
                  </a:lnTo>
                  <a:lnTo>
                    <a:pt x="253520" y="514686"/>
                  </a:lnTo>
                  <a:lnTo>
                    <a:pt x="256414" y="525417"/>
                  </a:lnTo>
                  <a:lnTo>
                    <a:pt x="255707" y="530934"/>
                  </a:lnTo>
                  <a:lnTo>
                    <a:pt x="254698" y="535577"/>
                  </a:lnTo>
                  <a:lnTo>
                    <a:pt x="254126" y="537158"/>
                  </a:lnTo>
                  <a:cubicBezTo>
                    <a:pt x="254126" y="537158"/>
                    <a:pt x="252981" y="539041"/>
                    <a:pt x="252544" y="539176"/>
                  </a:cubicBezTo>
                  <a:cubicBezTo>
                    <a:pt x="252106" y="539311"/>
                    <a:pt x="249650" y="540757"/>
                    <a:pt x="249650" y="540757"/>
                  </a:cubicBezTo>
                  <a:lnTo>
                    <a:pt x="247462" y="541329"/>
                  </a:lnTo>
                  <a:cubicBezTo>
                    <a:pt x="247462" y="541329"/>
                    <a:pt x="246452" y="542338"/>
                    <a:pt x="245578" y="543213"/>
                  </a:cubicBezTo>
                  <a:cubicBezTo>
                    <a:pt x="244703" y="544087"/>
                    <a:pt x="243827" y="545097"/>
                    <a:pt x="243121" y="545534"/>
                  </a:cubicBezTo>
                  <a:cubicBezTo>
                    <a:pt x="242414" y="545971"/>
                    <a:pt x="239486" y="546980"/>
                    <a:pt x="239217" y="547418"/>
                  </a:cubicBezTo>
                  <a:cubicBezTo>
                    <a:pt x="238914" y="547855"/>
                    <a:pt x="238914" y="547855"/>
                    <a:pt x="238914" y="547855"/>
                  </a:cubicBezTo>
                  <a:lnTo>
                    <a:pt x="237029" y="550883"/>
                  </a:lnTo>
                  <a:lnTo>
                    <a:pt x="236726" y="552767"/>
                  </a:lnTo>
                  <a:cubicBezTo>
                    <a:pt x="236726" y="552767"/>
                    <a:pt x="236726" y="554953"/>
                    <a:pt x="236592" y="555357"/>
                  </a:cubicBezTo>
                  <a:cubicBezTo>
                    <a:pt x="236457" y="555794"/>
                    <a:pt x="236726" y="557812"/>
                    <a:pt x="236726" y="557812"/>
                  </a:cubicBezTo>
                  <a:lnTo>
                    <a:pt x="230938" y="559696"/>
                  </a:lnTo>
                  <a:cubicBezTo>
                    <a:pt x="230938" y="559696"/>
                    <a:pt x="231072" y="560268"/>
                    <a:pt x="229625" y="560840"/>
                  </a:cubicBezTo>
                  <a:cubicBezTo>
                    <a:pt x="228178" y="561412"/>
                    <a:pt x="226293" y="562858"/>
                    <a:pt x="225553" y="563598"/>
                  </a:cubicBezTo>
                  <a:cubicBezTo>
                    <a:pt x="224813" y="564339"/>
                    <a:pt x="224813" y="566794"/>
                    <a:pt x="224409" y="566929"/>
                  </a:cubicBezTo>
                  <a:cubicBezTo>
                    <a:pt x="223971" y="567063"/>
                    <a:pt x="223971" y="567063"/>
                    <a:pt x="223971" y="567063"/>
                  </a:cubicBezTo>
                  <a:lnTo>
                    <a:pt x="218889" y="573287"/>
                  </a:lnTo>
                  <a:lnTo>
                    <a:pt x="218587" y="577626"/>
                  </a:lnTo>
                  <a:lnTo>
                    <a:pt x="218721" y="581528"/>
                  </a:lnTo>
                  <a:cubicBezTo>
                    <a:pt x="218721" y="581528"/>
                    <a:pt x="219024" y="583715"/>
                    <a:pt x="219159" y="584556"/>
                  </a:cubicBezTo>
                  <a:cubicBezTo>
                    <a:pt x="219293" y="585430"/>
                    <a:pt x="219293" y="588458"/>
                    <a:pt x="219293" y="588458"/>
                  </a:cubicBezTo>
                  <a:cubicBezTo>
                    <a:pt x="219293" y="588458"/>
                    <a:pt x="218856" y="590342"/>
                    <a:pt x="220168" y="591923"/>
                  </a:cubicBezTo>
                  <a:cubicBezTo>
                    <a:pt x="221481" y="593504"/>
                    <a:pt x="221178" y="594379"/>
                    <a:pt x="223063" y="595253"/>
                  </a:cubicBezTo>
                  <a:cubicBezTo>
                    <a:pt x="224947" y="596128"/>
                    <a:pt x="226967" y="597272"/>
                    <a:pt x="228414" y="597272"/>
                  </a:cubicBezTo>
                  <a:cubicBezTo>
                    <a:pt x="229861" y="597272"/>
                    <a:pt x="232318" y="598718"/>
                    <a:pt x="233630" y="596094"/>
                  </a:cubicBezTo>
                  <a:cubicBezTo>
                    <a:pt x="234943" y="593504"/>
                    <a:pt x="235952" y="592192"/>
                    <a:pt x="235952" y="591620"/>
                  </a:cubicBezTo>
                  <a:cubicBezTo>
                    <a:pt x="235952" y="591048"/>
                    <a:pt x="236525" y="591183"/>
                    <a:pt x="236087" y="589030"/>
                  </a:cubicBezTo>
                  <a:cubicBezTo>
                    <a:pt x="235649" y="586843"/>
                    <a:pt x="234505" y="587146"/>
                    <a:pt x="235952" y="584119"/>
                  </a:cubicBezTo>
                  <a:cubicBezTo>
                    <a:pt x="237399" y="581091"/>
                    <a:pt x="238577" y="581091"/>
                    <a:pt x="238577" y="581091"/>
                  </a:cubicBezTo>
                  <a:lnTo>
                    <a:pt x="241472" y="579342"/>
                  </a:lnTo>
                  <a:cubicBezTo>
                    <a:pt x="241472" y="579342"/>
                    <a:pt x="244097" y="578467"/>
                    <a:pt x="244938" y="577155"/>
                  </a:cubicBezTo>
                  <a:cubicBezTo>
                    <a:pt x="245813" y="575843"/>
                    <a:pt x="245948" y="576146"/>
                    <a:pt x="247092" y="574699"/>
                  </a:cubicBezTo>
                  <a:cubicBezTo>
                    <a:pt x="248236" y="573253"/>
                    <a:pt x="247227" y="574397"/>
                    <a:pt x="248236" y="573522"/>
                  </a:cubicBezTo>
                  <a:cubicBezTo>
                    <a:pt x="249246" y="572647"/>
                    <a:pt x="250424" y="571773"/>
                    <a:pt x="250424" y="571773"/>
                  </a:cubicBezTo>
                  <a:lnTo>
                    <a:pt x="253183" y="571773"/>
                  </a:lnTo>
                  <a:cubicBezTo>
                    <a:pt x="253183" y="571773"/>
                    <a:pt x="256078" y="571033"/>
                    <a:pt x="256650" y="571033"/>
                  </a:cubicBezTo>
                  <a:cubicBezTo>
                    <a:pt x="257222" y="571033"/>
                    <a:pt x="260991" y="571605"/>
                    <a:pt x="260991" y="571605"/>
                  </a:cubicBezTo>
                  <a:lnTo>
                    <a:pt x="264895" y="572748"/>
                  </a:lnTo>
                  <a:lnTo>
                    <a:pt x="266645" y="573623"/>
                  </a:lnTo>
                  <a:lnTo>
                    <a:pt x="267958" y="578131"/>
                  </a:lnTo>
                  <a:lnTo>
                    <a:pt x="267958" y="581327"/>
                  </a:lnTo>
                  <a:lnTo>
                    <a:pt x="268530" y="585094"/>
                  </a:lnTo>
                  <a:lnTo>
                    <a:pt x="267958" y="591048"/>
                  </a:lnTo>
                  <a:cubicBezTo>
                    <a:pt x="267958" y="591048"/>
                    <a:pt x="268092" y="592798"/>
                    <a:pt x="267958" y="593672"/>
                  </a:cubicBezTo>
                  <a:cubicBezTo>
                    <a:pt x="267823" y="594547"/>
                    <a:pt x="267823" y="596868"/>
                    <a:pt x="267823" y="596868"/>
                  </a:cubicBezTo>
                  <a:cubicBezTo>
                    <a:pt x="267823" y="596868"/>
                    <a:pt x="268395" y="598752"/>
                    <a:pt x="267958" y="600198"/>
                  </a:cubicBezTo>
                  <a:cubicBezTo>
                    <a:pt x="267520" y="601645"/>
                    <a:pt x="267520" y="603394"/>
                    <a:pt x="267520" y="604706"/>
                  </a:cubicBezTo>
                  <a:cubicBezTo>
                    <a:pt x="267520" y="606018"/>
                    <a:pt x="267655" y="610189"/>
                    <a:pt x="267386" y="610627"/>
                  </a:cubicBezTo>
                  <a:cubicBezTo>
                    <a:pt x="267083" y="611064"/>
                    <a:pt x="266948" y="612813"/>
                    <a:pt x="266948" y="613385"/>
                  </a:cubicBezTo>
                  <a:cubicBezTo>
                    <a:pt x="266948" y="613957"/>
                    <a:pt x="266511" y="614966"/>
                    <a:pt x="267823" y="615841"/>
                  </a:cubicBezTo>
                  <a:cubicBezTo>
                    <a:pt x="269136" y="616715"/>
                    <a:pt x="270280" y="617422"/>
                    <a:pt x="271593" y="618162"/>
                  </a:cubicBezTo>
                  <a:cubicBezTo>
                    <a:pt x="272905" y="618868"/>
                    <a:pt x="275665" y="619911"/>
                    <a:pt x="275934" y="620348"/>
                  </a:cubicBezTo>
                  <a:cubicBezTo>
                    <a:pt x="276203" y="620786"/>
                    <a:pt x="276506" y="621089"/>
                    <a:pt x="277516" y="621223"/>
                  </a:cubicBezTo>
                  <a:cubicBezTo>
                    <a:pt x="278525" y="621358"/>
                    <a:pt x="278525" y="622670"/>
                    <a:pt x="280982" y="621223"/>
                  </a:cubicBezTo>
                  <a:cubicBezTo>
                    <a:pt x="283439" y="619777"/>
                    <a:pt x="284314" y="618599"/>
                    <a:pt x="286198" y="617455"/>
                  </a:cubicBezTo>
                  <a:cubicBezTo>
                    <a:pt x="288083" y="616312"/>
                    <a:pt x="288521" y="616581"/>
                    <a:pt x="290103" y="615875"/>
                  </a:cubicBezTo>
                  <a:cubicBezTo>
                    <a:pt x="291684" y="615168"/>
                    <a:pt x="291853" y="613419"/>
                    <a:pt x="294007" y="612847"/>
                  </a:cubicBezTo>
                  <a:cubicBezTo>
                    <a:pt x="296194" y="612275"/>
                    <a:pt x="298079" y="611838"/>
                    <a:pt x="298651" y="611266"/>
                  </a:cubicBezTo>
                  <a:cubicBezTo>
                    <a:pt x="299223" y="610694"/>
                    <a:pt x="301276" y="610122"/>
                    <a:pt x="302285" y="610257"/>
                  </a:cubicBezTo>
                  <a:cubicBezTo>
                    <a:pt x="303295" y="610391"/>
                    <a:pt x="305617" y="610257"/>
                    <a:pt x="305617" y="610257"/>
                  </a:cubicBezTo>
                  <a:cubicBezTo>
                    <a:pt x="305617" y="610257"/>
                    <a:pt x="308646" y="610391"/>
                    <a:pt x="309252" y="610391"/>
                  </a:cubicBezTo>
                  <a:cubicBezTo>
                    <a:pt x="309824" y="610391"/>
                    <a:pt x="312449" y="610391"/>
                    <a:pt x="313459" y="610694"/>
                  </a:cubicBezTo>
                  <a:cubicBezTo>
                    <a:pt x="314468" y="610997"/>
                    <a:pt x="316656" y="611703"/>
                    <a:pt x="318103" y="611703"/>
                  </a:cubicBezTo>
                  <a:cubicBezTo>
                    <a:pt x="319550" y="611703"/>
                    <a:pt x="321300" y="611400"/>
                    <a:pt x="322747" y="611131"/>
                  </a:cubicBezTo>
                  <a:cubicBezTo>
                    <a:pt x="324195" y="610829"/>
                    <a:pt x="326517" y="610559"/>
                    <a:pt x="326517" y="610559"/>
                  </a:cubicBezTo>
                  <a:lnTo>
                    <a:pt x="329848" y="611299"/>
                  </a:lnTo>
                  <a:lnTo>
                    <a:pt x="332877" y="609718"/>
                  </a:lnTo>
                  <a:lnTo>
                    <a:pt x="336781" y="607532"/>
                  </a:lnTo>
                  <a:lnTo>
                    <a:pt x="339541" y="606657"/>
                  </a:lnTo>
                  <a:lnTo>
                    <a:pt x="341863" y="606657"/>
                  </a:lnTo>
                  <a:lnTo>
                    <a:pt x="342301" y="604504"/>
                  </a:lnTo>
                  <a:lnTo>
                    <a:pt x="343445" y="603192"/>
                  </a:lnTo>
                  <a:lnTo>
                    <a:pt x="343580" y="601746"/>
                  </a:lnTo>
                  <a:lnTo>
                    <a:pt x="343714" y="599559"/>
                  </a:lnTo>
                  <a:lnTo>
                    <a:pt x="342267" y="596363"/>
                  </a:lnTo>
                  <a:lnTo>
                    <a:pt x="338498" y="593773"/>
                  </a:lnTo>
                  <a:lnTo>
                    <a:pt x="337354" y="591889"/>
                  </a:lnTo>
                  <a:lnTo>
                    <a:pt x="338363" y="589131"/>
                  </a:lnTo>
                  <a:lnTo>
                    <a:pt x="340248" y="587987"/>
                  </a:lnTo>
                  <a:lnTo>
                    <a:pt x="340955" y="585397"/>
                  </a:lnTo>
                  <a:lnTo>
                    <a:pt x="340955" y="583210"/>
                  </a:lnTo>
                  <a:lnTo>
                    <a:pt x="340955" y="580452"/>
                  </a:lnTo>
                  <a:lnTo>
                    <a:pt x="340955" y="577996"/>
                  </a:lnTo>
                  <a:lnTo>
                    <a:pt x="340517" y="572917"/>
                  </a:lnTo>
                  <a:lnTo>
                    <a:pt x="338363" y="571335"/>
                  </a:lnTo>
                  <a:lnTo>
                    <a:pt x="339070" y="569754"/>
                  </a:lnTo>
                  <a:lnTo>
                    <a:pt x="340652" y="568880"/>
                  </a:lnTo>
                  <a:lnTo>
                    <a:pt x="344724" y="567803"/>
                  </a:lnTo>
                  <a:lnTo>
                    <a:pt x="346609" y="566727"/>
                  </a:lnTo>
                  <a:lnTo>
                    <a:pt x="353979" y="566727"/>
                  </a:lnTo>
                  <a:lnTo>
                    <a:pt x="362662" y="566727"/>
                  </a:lnTo>
                  <a:lnTo>
                    <a:pt x="363537" y="568039"/>
                  </a:lnTo>
                  <a:cubicBezTo>
                    <a:pt x="363537" y="568039"/>
                    <a:pt x="368585" y="568173"/>
                    <a:pt x="369191" y="568039"/>
                  </a:cubicBezTo>
                  <a:cubicBezTo>
                    <a:pt x="369763" y="567904"/>
                    <a:pt x="372220" y="566727"/>
                    <a:pt x="372220" y="566727"/>
                  </a:cubicBezTo>
                  <a:lnTo>
                    <a:pt x="373801" y="565146"/>
                  </a:lnTo>
                  <a:lnTo>
                    <a:pt x="379321" y="566727"/>
                  </a:lnTo>
                  <a:lnTo>
                    <a:pt x="383225" y="568476"/>
                  </a:lnTo>
                  <a:lnTo>
                    <a:pt x="390056" y="569788"/>
                  </a:lnTo>
                  <a:lnTo>
                    <a:pt x="396283" y="576011"/>
                  </a:lnTo>
                  <a:lnTo>
                    <a:pt x="400927" y="580654"/>
                  </a:lnTo>
                  <a:lnTo>
                    <a:pt x="404697" y="586440"/>
                  </a:lnTo>
                  <a:lnTo>
                    <a:pt x="409172" y="592831"/>
                  </a:lnTo>
                  <a:lnTo>
                    <a:pt x="414523" y="595455"/>
                  </a:lnTo>
                  <a:cubicBezTo>
                    <a:pt x="414523" y="595455"/>
                    <a:pt x="417855" y="594715"/>
                    <a:pt x="419000" y="594446"/>
                  </a:cubicBezTo>
                  <a:cubicBezTo>
                    <a:pt x="420144" y="594143"/>
                    <a:pt x="422466" y="592428"/>
                    <a:pt x="422466" y="592428"/>
                  </a:cubicBezTo>
                  <a:cubicBezTo>
                    <a:pt x="422466" y="592428"/>
                    <a:pt x="424923" y="592125"/>
                    <a:pt x="425495" y="592125"/>
                  </a:cubicBezTo>
                  <a:cubicBezTo>
                    <a:pt x="426067" y="592125"/>
                    <a:pt x="429567" y="591553"/>
                    <a:pt x="429567" y="591553"/>
                  </a:cubicBezTo>
                  <a:lnTo>
                    <a:pt x="430880" y="589097"/>
                  </a:lnTo>
                  <a:cubicBezTo>
                    <a:pt x="430880" y="589097"/>
                    <a:pt x="431587" y="586204"/>
                    <a:pt x="431183" y="585901"/>
                  </a:cubicBezTo>
                  <a:cubicBezTo>
                    <a:pt x="430745" y="585599"/>
                    <a:pt x="427985" y="581697"/>
                    <a:pt x="427985" y="581697"/>
                  </a:cubicBezTo>
                  <a:cubicBezTo>
                    <a:pt x="427985" y="581697"/>
                    <a:pt x="427548" y="579510"/>
                    <a:pt x="427548" y="579106"/>
                  </a:cubicBezTo>
                  <a:cubicBezTo>
                    <a:pt x="427548" y="578669"/>
                    <a:pt x="427985" y="576920"/>
                    <a:pt x="427985" y="576920"/>
                  </a:cubicBezTo>
                  <a:lnTo>
                    <a:pt x="428726" y="574161"/>
                  </a:lnTo>
                  <a:lnTo>
                    <a:pt x="426706" y="570831"/>
                  </a:lnTo>
                  <a:lnTo>
                    <a:pt x="426135" y="569385"/>
                  </a:lnTo>
                  <a:lnTo>
                    <a:pt x="425259" y="566357"/>
                  </a:lnTo>
                  <a:lnTo>
                    <a:pt x="427144" y="565180"/>
                  </a:lnTo>
                  <a:lnTo>
                    <a:pt x="429029" y="562993"/>
                  </a:lnTo>
                  <a:lnTo>
                    <a:pt x="430173" y="561244"/>
                  </a:lnTo>
                  <a:cubicBezTo>
                    <a:pt x="430173" y="561244"/>
                    <a:pt x="429433" y="559225"/>
                    <a:pt x="428423" y="559057"/>
                  </a:cubicBezTo>
                  <a:cubicBezTo>
                    <a:pt x="427413" y="558922"/>
                    <a:pt x="420447" y="555155"/>
                    <a:pt x="420447" y="555155"/>
                  </a:cubicBezTo>
                  <a:lnTo>
                    <a:pt x="419000" y="553708"/>
                  </a:lnTo>
                  <a:lnTo>
                    <a:pt x="418125" y="550513"/>
                  </a:lnTo>
                  <a:cubicBezTo>
                    <a:pt x="418125" y="550513"/>
                    <a:pt x="420009" y="549503"/>
                    <a:pt x="420447" y="549066"/>
                  </a:cubicBezTo>
                  <a:cubicBezTo>
                    <a:pt x="420884" y="548629"/>
                    <a:pt x="422197" y="547754"/>
                    <a:pt x="423072" y="547754"/>
                  </a:cubicBezTo>
                  <a:cubicBezTo>
                    <a:pt x="423947" y="547754"/>
                    <a:pt x="425529" y="547889"/>
                    <a:pt x="425966" y="547754"/>
                  </a:cubicBezTo>
                  <a:cubicBezTo>
                    <a:pt x="426404" y="547620"/>
                    <a:pt x="429735" y="545736"/>
                    <a:pt x="429735" y="545736"/>
                  </a:cubicBezTo>
                  <a:cubicBezTo>
                    <a:pt x="429735" y="545736"/>
                    <a:pt x="432057" y="544155"/>
                    <a:pt x="432495" y="543986"/>
                  </a:cubicBezTo>
                  <a:cubicBezTo>
                    <a:pt x="432932" y="543852"/>
                    <a:pt x="434077" y="543246"/>
                    <a:pt x="434077" y="543246"/>
                  </a:cubicBezTo>
                  <a:lnTo>
                    <a:pt x="437543" y="541934"/>
                  </a:lnTo>
                  <a:lnTo>
                    <a:pt x="442760" y="536720"/>
                  </a:lnTo>
                  <a:cubicBezTo>
                    <a:pt x="442760" y="536720"/>
                    <a:pt x="444207" y="533525"/>
                    <a:pt x="444207" y="532953"/>
                  </a:cubicBezTo>
                  <a:cubicBezTo>
                    <a:pt x="444207" y="532381"/>
                    <a:pt x="446832" y="526292"/>
                    <a:pt x="446832" y="526292"/>
                  </a:cubicBezTo>
                  <a:cubicBezTo>
                    <a:pt x="446832" y="526292"/>
                    <a:pt x="448851" y="523971"/>
                    <a:pt x="449423" y="523971"/>
                  </a:cubicBezTo>
                  <a:cubicBezTo>
                    <a:pt x="449995" y="523971"/>
                    <a:pt x="453630" y="523836"/>
                    <a:pt x="455649" y="523971"/>
                  </a:cubicBezTo>
                  <a:cubicBezTo>
                    <a:pt x="457669" y="524105"/>
                    <a:pt x="459553" y="523904"/>
                    <a:pt x="459553" y="523904"/>
                  </a:cubicBezTo>
                  <a:cubicBezTo>
                    <a:pt x="459553" y="523904"/>
                    <a:pt x="462010" y="526292"/>
                    <a:pt x="462313" y="526729"/>
                  </a:cubicBezTo>
                  <a:cubicBezTo>
                    <a:pt x="462616" y="527167"/>
                    <a:pt x="464770" y="530632"/>
                    <a:pt x="464770" y="531069"/>
                  </a:cubicBezTo>
                  <a:cubicBezTo>
                    <a:pt x="464770" y="531506"/>
                    <a:pt x="466352" y="534399"/>
                    <a:pt x="466654" y="534837"/>
                  </a:cubicBezTo>
                  <a:cubicBezTo>
                    <a:pt x="466958" y="535274"/>
                    <a:pt x="470424" y="538470"/>
                    <a:pt x="470424" y="538470"/>
                  </a:cubicBezTo>
                  <a:cubicBezTo>
                    <a:pt x="470424" y="538470"/>
                    <a:pt x="475943" y="541060"/>
                    <a:pt x="476381" y="541060"/>
                  </a:cubicBezTo>
                  <a:cubicBezTo>
                    <a:pt x="476818" y="541060"/>
                    <a:pt x="480285" y="541194"/>
                    <a:pt x="481462" y="541497"/>
                  </a:cubicBezTo>
                  <a:cubicBezTo>
                    <a:pt x="482607" y="541800"/>
                    <a:pt x="488261" y="541934"/>
                    <a:pt x="488261" y="541934"/>
                  </a:cubicBezTo>
                  <a:lnTo>
                    <a:pt x="495665" y="543246"/>
                  </a:lnTo>
                  <a:lnTo>
                    <a:pt x="500746" y="541665"/>
                  </a:lnTo>
                  <a:cubicBezTo>
                    <a:pt x="500746" y="541665"/>
                    <a:pt x="504213" y="540656"/>
                    <a:pt x="504819" y="540656"/>
                  </a:cubicBezTo>
                  <a:cubicBezTo>
                    <a:pt x="505391" y="540656"/>
                    <a:pt x="512189" y="540656"/>
                    <a:pt x="512189" y="540656"/>
                  </a:cubicBezTo>
                  <a:cubicBezTo>
                    <a:pt x="512189" y="540656"/>
                    <a:pt x="512627" y="539647"/>
                    <a:pt x="514074" y="539344"/>
                  </a:cubicBezTo>
                  <a:cubicBezTo>
                    <a:pt x="515521" y="539041"/>
                    <a:pt x="517406" y="536889"/>
                    <a:pt x="517843" y="536754"/>
                  </a:cubicBezTo>
                  <a:cubicBezTo>
                    <a:pt x="518281" y="536619"/>
                    <a:pt x="521175" y="534870"/>
                    <a:pt x="521175" y="534870"/>
                  </a:cubicBezTo>
                  <a:cubicBezTo>
                    <a:pt x="521175" y="534870"/>
                    <a:pt x="522050" y="533726"/>
                    <a:pt x="522757" y="533121"/>
                  </a:cubicBezTo>
                  <a:cubicBezTo>
                    <a:pt x="523497" y="532549"/>
                    <a:pt x="525079" y="530228"/>
                    <a:pt x="525079" y="530228"/>
                  </a:cubicBezTo>
                  <a:lnTo>
                    <a:pt x="526088" y="525586"/>
                  </a:lnTo>
                  <a:lnTo>
                    <a:pt x="524607" y="522356"/>
                  </a:lnTo>
                  <a:close/>
                </a:path>
              </a:pathLst>
            </a:custGeom>
            <a:grpFill/>
            <a:ln w="6350" cap="flat">
              <a:solidFill>
                <a:schemeClr val="bg1"/>
              </a:solidFill>
              <a:prstDash val="solid"/>
              <a:miter/>
            </a:ln>
          </p:spPr>
          <p:txBody>
            <a:bodyPr rtlCol="0" anchor="ctr"/>
            <a:lstStyle/>
            <a:p>
              <a:endParaRPr lang="en-US"/>
            </a:p>
          </p:txBody>
        </p:sp>
        <p:sp>
          <p:nvSpPr>
            <p:cNvPr id="53" name="Freeform 892">
              <a:extLst>
                <a:ext uri="{FF2B5EF4-FFF2-40B4-BE49-F238E27FC236}">
                  <a16:creationId xmlns:a16="http://schemas.microsoft.com/office/drawing/2014/main" id="{FEC61516-8467-78A2-4E55-748D1F7B5789}"/>
                </a:ext>
              </a:extLst>
            </p:cNvPr>
            <p:cNvSpPr/>
            <p:nvPr/>
          </p:nvSpPr>
          <p:spPr>
            <a:xfrm>
              <a:off x="7665171" y="2926925"/>
              <a:ext cx="397556" cy="249384"/>
            </a:xfrm>
            <a:custGeom>
              <a:avLst/>
              <a:gdLst>
                <a:gd name="connsiteX0" fmla="*/ 761719 w 763267"/>
                <a:gd name="connsiteY0" fmla="*/ 373164 h 478792"/>
                <a:gd name="connsiteX1" fmla="*/ 756200 w 763267"/>
                <a:gd name="connsiteY1" fmla="*/ 364755 h 478792"/>
                <a:gd name="connsiteX2" fmla="*/ 755897 w 763267"/>
                <a:gd name="connsiteY2" fmla="*/ 359238 h 478792"/>
                <a:gd name="connsiteX3" fmla="*/ 756200 w 763267"/>
                <a:gd name="connsiteY3" fmla="*/ 353721 h 478792"/>
                <a:gd name="connsiteX4" fmla="*/ 755897 w 763267"/>
                <a:gd name="connsiteY4" fmla="*/ 348809 h 478792"/>
                <a:gd name="connsiteX5" fmla="*/ 754450 w 763267"/>
                <a:gd name="connsiteY5" fmla="*/ 343595 h 478792"/>
                <a:gd name="connsiteX6" fmla="*/ 752128 w 763267"/>
                <a:gd name="connsiteY6" fmla="*/ 337237 h 478792"/>
                <a:gd name="connsiteX7" fmla="*/ 750377 w 763267"/>
                <a:gd name="connsiteY7" fmla="*/ 333167 h 478792"/>
                <a:gd name="connsiteX8" fmla="*/ 745733 w 763267"/>
                <a:gd name="connsiteY8" fmla="*/ 325934 h 478792"/>
                <a:gd name="connsiteX9" fmla="*/ 741661 w 763267"/>
                <a:gd name="connsiteY9" fmla="*/ 323310 h 478792"/>
                <a:gd name="connsiteX10" fmla="*/ 736748 w 763267"/>
                <a:gd name="connsiteY10" fmla="*/ 321864 h 478792"/>
                <a:gd name="connsiteX11" fmla="*/ 733853 w 763267"/>
                <a:gd name="connsiteY11" fmla="*/ 318668 h 478792"/>
                <a:gd name="connsiteX12" fmla="*/ 738498 w 763267"/>
                <a:gd name="connsiteY12" fmla="*/ 314598 h 478792"/>
                <a:gd name="connsiteX13" fmla="*/ 736175 w 763267"/>
                <a:gd name="connsiteY13" fmla="*/ 307365 h 478792"/>
                <a:gd name="connsiteX14" fmla="*/ 736175 w 763267"/>
                <a:gd name="connsiteY14" fmla="*/ 302723 h 478792"/>
                <a:gd name="connsiteX15" fmla="*/ 733416 w 763267"/>
                <a:gd name="connsiteY15" fmla="*/ 299258 h 478792"/>
                <a:gd name="connsiteX16" fmla="*/ 730084 w 763267"/>
                <a:gd name="connsiteY16" fmla="*/ 295188 h 478792"/>
                <a:gd name="connsiteX17" fmla="*/ 725742 w 763267"/>
                <a:gd name="connsiteY17" fmla="*/ 289973 h 478792"/>
                <a:gd name="connsiteX18" fmla="*/ 721098 w 763267"/>
                <a:gd name="connsiteY18" fmla="*/ 283885 h 478792"/>
                <a:gd name="connsiteX19" fmla="*/ 721367 w 763267"/>
                <a:gd name="connsiteY19" fmla="*/ 277224 h 478792"/>
                <a:gd name="connsiteX20" fmla="*/ 725136 w 763267"/>
                <a:gd name="connsiteY20" fmla="*/ 274028 h 478792"/>
                <a:gd name="connsiteX21" fmla="*/ 727156 w 763267"/>
                <a:gd name="connsiteY21" fmla="*/ 268242 h 478792"/>
                <a:gd name="connsiteX22" fmla="*/ 727728 w 763267"/>
                <a:gd name="connsiteY22" fmla="*/ 262725 h 478792"/>
                <a:gd name="connsiteX23" fmla="*/ 726584 w 763267"/>
                <a:gd name="connsiteY23" fmla="*/ 257814 h 478792"/>
                <a:gd name="connsiteX24" fmla="*/ 731497 w 763267"/>
                <a:gd name="connsiteY24" fmla="*/ 257814 h 478792"/>
                <a:gd name="connsiteX25" fmla="*/ 735570 w 763267"/>
                <a:gd name="connsiteY25" fmla="*/ 254921 h 478792"/>
                <a:gd name="connsiteX26" fmla="*/ 740483 w 763267"/>
                <a:gd name="connsiteY26" fmla="*/ 250851 h 478792"/>
                <a:gd name="connsiteX27" fmla="*/ 745127 w 763267"/>
                <a:gd name="connsiteY27" fmla="*/ 247386 h 478792"/>
                <a:gd name="connsiteX28" fmla="*/ 746003 w 763267"/>
                <a:gd name="connsiteY28" fmla="*/ 244493 h 478792"/>
                <a:gd name="connsiteX29" fmla="*/ 742233 w 763267"/>
                <a:gd name="connsiteY29" fmla="*/ 242172 h 478792"/>
                <a:gd name="connsiteX30" fmla="*/ 737017 w 763267"/>
                <a:gd name="connsiteY30" fmla="*/ 242172 h 478792"/>
                <a:gd name="connsiteX31" fmla="*/ 735872 w 763267"/>
                <a:gd name="connsiteY31" fmla="*/ 237092 h 478792"/>
                <a:gd name="connsiteX32" fmla="*/ 731800 w 763267"/>
                <a:gd name="connsiteY32" fmla="*/ 231743 h 478792"/>
                <a:gd name="connsiteX33" fmla="*/ 728334 w 763267"/>
                <a:gd name="connsiteY33" fmla="*/ 231743 h 478792"/>
                <a:gd name="connsiteX34" fmla="*/ 722242 w 763267"/>
                <a:gd name="connsiteY34" fmla="*/ 231743 h 478792"/>
                <a:gd name="connsiteX35" fmla="*/ 717901 w 763267"/>
                <a:gd name="connsiteY35" fmla="*/ 228682 h 478792"/>
                <a:gd name="connsiteX36" fmla="*/ 714131 w 763267"/>
                <a:gd name="connsiteY36" fmla="*/ 223031 h 478792"/>
                <a:gd name="connsiteX37" fmla="*/ 707468 w 763267"/>
                <a:gd name="connsiteY37" fmla="*/ 220407 h 478792"/>
                <a:gd name="connsiteX38" fmla="*/ 704843 w 763267"/>
                <a:gd name="connsiteY38" fmla="*/ 222425 h 478792"/>
                <a:gd name="connsiteX39" fmla="*/ 702218 w 763267"/>
                <a:gd name="connsiteY39" fmla="*/ 226496 h 478792"/>
                <a:gd name="connsiteX40" fmla="*/ 699458 w 763267"/>
                <a:gd name="connsiteY40" fmla="*/ 226496 h 478792"/>
                <a:gd name="connsiteX41" fmla="*/ 692660 w 763267"/>
                <a:gd name="connsiteY41" fmla="*/ 222156 h 478792"/>
                <a:gd name="connsiteX42" fmla="*/ 692660 w 763267"/>
                <a:gd name="connsiteY42" fmla="*/ 217245 h 478792"/>
                <a:gd name="connsiteX43" fmla="*/ 690506 w 763267"/>
                <a:gd name="connsiteY43" fmla="*/ 212905 h 478792"/>
                <a:gd name="connsiteX44" fmla="*/ 684852 w 763267"/>
                <a:gd name="connsiteY44" fmla="*/ 207388 h 478792"/>
                <a:gd name="connsiteX45" fmla="*/ 683102 w 763267"/>
                <a:gd name="connsiteY45" fmla="*/ 207388 h 478792"/>
                <a:gd name="connsiteX46" fmla="*/ 676707 w 763267"/>
                <a:gd name="connsiteY46" fmla="*/ 207388 h 478792"/>
                <a:gd name="connsiteX47" fmla="*/ 675833 w 763267"/>
                <a:gd name="connsiteY47" fmla="*/ 202040 h 478792"/>
                <a:gd name="connsiteX48" fmla="*/ 673510 w 763267"/>
                <a:gd name="connsiteY48" fmla="*/ 202510 h 478792"/>
                <a:gd name="connsiteX49" fmla="*/ 671760 w 763267"/>
                <a:gd name="connsiteY49" fmla="*/ 203049 h 478792"/>
                <a:gd name="connsiteX50" fmla="*/ 669270 w 763267"/>
                <a:gd name="connsiteY50" fmla="*/ 202174 h 478792"/>
                <a:gd name="connsiteX51" fmla="*/ 666544 w 763267"/>
                <a:gd name="connsiteY51" fmla="*/ 203251 h 478792"/>
                <a:gd name="connsiteX52" fmla="*/ 663078 w 763267"/>
                <a:gd name="connsiteY52" fmla="*/ 203150 h 478792"/>
                <a:gd name="connsiteX53" fmla="*/ 661429 w 763267"/>
                <a:gd name="connsiteY53" fmla="*/ 201064 h 478792"/>
                <a:gd name="connsiteX54" fmla="*/ 663078 w 763267"/>
                <a:gd name="connsiteY54" fmla="*/ 197801 h 478792"/>
                <a:gd name="connsiteX55" fmla="*/ 663078 w 763267"/>
                <a:gd name="connsiteY55" fmla="*/ 194336 h 478792"/>
                <a:gd name="connsiteX56" fmla="*/ 663078 w 763267"/>
                <a:gd name="connsiteY56" fmla="*/ 192587 h 478792"/>
                <a:gd name="connsiteX57" fmla="*/ 663078 w 763267"/>
                <a:gd name="connsiteY57" fmla="*/ 187373 h 478792"/>
                <a:gd name="connsiteX58" fmla="*/ 663078 w 763267"/>
                <a:gd name="connsiteY58" fmla="*/ 183908 h 478792"/>
                <a:gd name="connsiteX59" fmla="*/ 658601 w 763267"/>
                <a:gd name="connsiteY59" fmla="*/ 181957 h 478792"/>
                <a:gd name="connsiteX60" fmla="*/ 655808 w 763267"/>
                <a:gd name="connsiteY60" fmla="*/ 180880 h 478792"/>
                <a:gd name="connsiteX61" fmla="*/ 653924 w 763267"/>
                <a:gd name="connsiteY61" fmla="*/ 183134 h 478792"/>
                <a:gd name="connsiteX62" fmla="*/ 650659 w 763267"/>
                <a:gd name="connsiteY62" fmla="*/ 190737 h 478792"/>
                <a:gd name="connsiteX63" fmla="*/ 645880 w 763267"/>
                <a:gd name="connsiteY63" fmla="*/ 194067 h 478792"/>
                <a:gd name="connsiteX64" fmla="*/ 639149 w 763267"/>
                <a:gd name="connsiteY64" fmla="*/ 196388 h 478792"/>
                <a:gd name="connsiteX65" fmla="*/ 633630 w 763267"/>
                <a:gd name="connsiteY65" fmla="*/ 197969 h 478792"/>
                <a:gd name="connsiteX66" fmla="*/ 629490 w 763267"/>
                <a:gd name="connsiteY66" fmla="*/ 197969 h 478792"/>
                <a:gd name="connsiteX67" fmla="*/ 623635 w 763267"/>
                <a:gd name="connsiteY67" fmla="*/ 195076 h 478792"/>
                <a:gd name="connsiteX68" fmla="*/ 619428 w 763267"/>
                <a:gd name="connsiteY68" fmla="*/ 192049 h 478792"/>
                <a:gd name="connsiteX69" fmla="*/ 614144 w 763267"/>
                <a:gd name="connsiteY69" fmla="*/ 189795 h 478792"/>
                <a:gd name="connsiteX70" fmla="*/ 610004 w 763267"/>
                <a:gd name="connsiteY70" fmla="*/ 185085 h 478792"/>
                <a:gd name="connsiteX71" fmla="*/ 604047 w 763267"/>
                <a:gd name="connsiteY71" fmla="*/ 184076 h 478792"/>
                <a:gd name="connsiteX72" fmla="*/ 601018 w 763267"/>
                <a:gd name="connsiteY72" fmla="*/ 182394 h 478792"/>
                <a:gd name="connsiteX73" fmla="*/ 600749 w 763267"/>
                <a:gd name="connsiteY73" fmla="*/ 179871 h 478792"/>
                <a:gd name="connsiteX74" fmla="*/ 601759 w 763267"/>
                <a:gd name="connsiteY74" fmla="*/ 177045 h 478792"/>
                <a:gd name="connsiteX75" fmla="*/ 603206 w 763267"/>
                <a:gd name="connsiteY75" fmla="*/ 174590 h 478792"/>
                <a:gd name="connsiteX76" fmla="*/ 603846 w 763267"/>
                <a:gd name="connsiteY76" fmla="*/ 171764 h 478792"/>
                <a:gd name="connsiteX77" fmla="*/ 603846 w 763267"/>
                <a:gd name="connsiteY77" fmla="*/ 169073 h 478792"/>
                <a:gd name="connsiteX78" fmla="*/ 602634 w 763267"/>
                <a:gd name="connsiteY78" fmla="*/ 165305 h 478792"/>
                <a:gd name="connsiteX79" fmla="*/ 600009 w 763267"/>
                <a:gd name="connsiteY79" fmla="*/ 163926 h 478792"/>
                <a:gd name="connsiteX80" fmla="*/ 598057 w 763267"/>
                <a:gd name="connsiteY80" fmla="*/ 162177 h 478792"/>
                <a:gd name="connsiteX81" fmla="*/ 594725 w 763267"/>
                <a:gd name="connsiteY81" fmla="*/ 163758 h 478792"/>
                <a:gd name="connsiteX82" fmla="*/ 589744 w 763267"/>
                <a:gd name="connsiteY82" fmla="*/ 165339 h 478792"/>
                <a:gd name="connsiteX83" fmla="*/ 582004 w 763267"/>
                <a:gd name="connsiteY83" fmla="*/ 166483 h 478792"/>
                <a:gd name="connsiteX84" fmla="*/ 577157 w 763267"/>
                <a:gd name="connsiteY84" fmla="*/ 165473 h 478792"/>
                <a:gd name="connsiteX85" fmla="*/ 574701 w 763267"/>
                <a:gd name="connsiteY85" fmla="*/ 162278 h 478792"/>
                <a:gd name="connsiteX86" fmla="*/ 571369 w 763267"/>
                <a:gd name="connsiteY86" fmla="*/ 158644 h 478792"/>
                <a:gd name="connsiteX87" fmla="*/ 567397 w 763267"/>
                <a:gd name="connsiteY87" fmla="*/ 155179 h 478792"/>
                <a:gd name="connsiteX88" fmla="*/ 564638 w 763267"/>
                <a:gd name="connsiteY88" fmla="*/ 153161 h 478792"/>
                <a:gd name="connsiteX89" fmla="*/ 562888 w 763267"/>
                <a:gd name="connsiteY89" fmla="*/ 152522 h 478792"/>
                <a:gd name="connsiteX90" fmla="*/ 557099 w 763267"/>
                <a:gd name="connsiteY90" fmla="*/ 152589 h 478792"/>
                <a:gd name="connsiteX91" fmla="*/ 555955 w 763267"/>
                <a:gd name="connsiteY91" fmla="*/ 153397 h 478792"/>
                <a:gd name="connsiteX92" fmla="*/ 554272 w 763267"/>
                <a:gd name="connsiteY92" fmla="*/ 155987 h 478792"/>
                <a:gd name="connsiteX93" fmla="*/ 552522 w 763267"/>
                <a:gd name="connsiteY93" fmla="*/ 158880 h 478792"/>
                <a:gd name="connsiteX94" fmla="*/ 550133 w 763267"/>
                <a:gd name="connsiteY94" fmla="*/ 161134 h 478792"/>
                <a:gd name="connsiteX95" fmla="*/ 548753 w 763267"/>
                <a:gd name="connsiteY95" fmla="*/ 162883 h 478792"/>
                <a:gd name="connsiteX96" fmla="*/ 546733 w 763267"/>
                <a:gd name="connsiteY96" fmla="*/ 165339 h 478792"/>
                <a:gd name="connsiteX97" fmla="*/ 545522 w 763267"/>
                <a:gd name="connsiteY97" fmla="*/ 167592 h 478792"/>
                <a:gd name="connsiteX98" fmla="*/ 544950 w 763267"/>
                <a:gd name="connsiteY98" fmla="*/ 170216 h 478792"/>
                <a:gd name="connsiteX99" fmla="*/ 543705 w 763267"/>
                <a:gd name="connsiteY99" fmla="*/ 171528 h 478792"/>
                <a:gd name="connsiteX100" fmla="*/ 542123 w 763267"/>
                <a:gd name="connsiteY100" fmla="*/ 172538 h 478792"/>
                <a:gd name="connsiteX101" fmla="*/ 539666 w 763267"/>
                <a:gd name="connsiteY101" fmla="*/ 171327 h 478792"/>
                <a:gd name="connsiteX102" fmla="*/ 537478 w 763267"/>
                <a:gd name="connsiteY102" fmla="*/ 170250 h 478792"/>
                <a:gd name="connsiteX103" fmla="*/ 536603 w 763267"/>
                <a:gd name="connsiteY103" fmla="*/ 166550 h 478792"/>
                <a:gd name="connsiteX104" fmla="*/ 539666 w 763267"/>
                <a:gd name="connsiteY104" fmla="*/ 163085 h 478792"/>
                <a:gd name="connsiteX105" fmla="*/ 539666 w 763267"/>
                <a:gd name="connsiteY105" fmla="*/ 159620 h 478792"/>
                <a:gd name="connsiteX106" fmla="*/ 539666 w 763267"/>
                <a:gd name="connsiteY106" fmla="*/ 157232 h 478792"/>
                <a:gd name="connsiteX107" fmla="*/ 536738 w 763267"/>
                <a:gd name="connsiteY107" fmla="*/ 158745 h 478792"/>
                <a:gd name="connsiteX108" fmla="*/ 534685 w 763267"/>
                <a:gd name="connsiteY108" fmla="*/ 158106 h 478792"/>
                <a:gd name="connsiteX109" fmla="*/ 533474 w 763267"/>
                <a:gd name="connsiteY109" fmla="*/ 156895 h 478792"/>
                <a:gd name="connsiteX110" fmla="*/ 530647 w 763267"/>
                <a:gd name="connsiteY110" fmla="*/ 153195 h 478792"/>
                <a:gd name="connsiteX111" fmla="*/ 527382 w 763267"/>
                <a:gd name="connsiteY111" fmla="*/ 151143 h 478792"/>
                <a:gd name="connsiteX112" fmla="*/ 524252 w 763267"/>
                <a:gd name="connsiteY112" fmla="*/ 149730 h 478792"/>
                <a:gd name="connsiteX113" fmla="*/ 520551 w 763267"/>
                <a:gd name="connsiteY113" fmla="*/ 144415 h 478792"/>
                <a:gd name="connsiteX114" fmla="*/ 521291 w 763267"/>
                <a:gd name="connsiteY114" fmla="*/ 141926 h 478792"/>
                <a:gd name="connsiteX115" fmla="*/ 524219 w 763267"/>
                <a:gd name="connsiteY115" fmla="*/ 137250 h 478792"/>
                <a:gd name="connsiteX116" fmla="*/ 520315 w 763267"/>
                <a:gd name="connsiteY116" fmla="*/ 135299 h 478792"/>
                <a:gd name="connsiteX117" fmla="*/ 515974 w 763267"/>
                <a:gd name="connsiteY117" fmla="*/ 130623 h 478792"/>
                <a:gd name="connsiteX118" fmla="*/ 515872 w 763267"/>
                <a:gd name="connsiteY118" fmla="*/ 127360 h 478792"/>
                <a:gd name="connsiteX119" fmla="*/ 517387 w 763267"/>
                <a:gd name="connsiteY119" fmla="*/ 126283 h 478792"/>
                <a:gd name="connsiteX120" fmla="*/ 519776 w 763267"/>
                <a:gd name="connsiteY120" fmla="*/ 125207 h 478792"/>
                <a:gd name="connsiteX121" fmla="*/ 522065 w 763267"/>
                <a:gd name="connsiteY121" fmla="*/ 123155 h 478792"/>
                <a:gd name="connsiteX122" fmla="*/ 522704 w 763267"/>
                <a:gd name="connsiteY122" fmla="*/ 118479 h 478792"/>
                <a:gd name="connsiteX123" fmla="*/ 517925 w 763267"/>
                <a:gd name="connsiteY123" fmla="*/ 114577 h 478792"/>
                <a:gd name="connsiteX124" fmla="*/ 516041 w 763267"/>
                <a:gd name="connsiteY124" fmla="*/ 113063 h 478792"/>
                <a:gd name="connsiteX125" fmla="*/ 515334 w 763267"/>
                <a:gd name="connsiteY125" fmla="*/ 111011 h 478792"/>
                <a:gd name="connsiteX126" fmla="*/ 515334 w 763267"/>
                <a:gd name="connsiteY126" fmla="*/ 107546 h 478792"/>
                <a:gd name="connsiteX127" fmla="*/ 515603 w 763267"/>
                <a:gd name="connsiteY127" fmla="*/ 103846 h 478792"/>
                <a:gd name="connsiteX128" fmla="*/ 515974 w 763267"/>
                <a:gd name="connsiteY128" fmla="*/ 97992 h 478792"/>
                <a:gd name="connsiteX129" fmla="*/ 515974 w 763267"/>
                <a:gd name="connsiteY129" fmla="*/ 94527 h 478792"/>
                <a:gd name="connsiteX130" fmla="*/ 511867 w 763267"/>
                <a:gd name="connsiteY130" fmla="*/ 92341 h 478792"/>
                <a:gd name="connsiteX131" fmla="*/ 508603 w 763267"/>
                <a:gd name="connsiteY131" fmla="*/ 93215 h 478792"/>
                <a:gd name="connsiteX132" fmla="*/ 505978 w 763267"/>
                <a:gd name="connsiteY132" fmla="*/ 94965 h 478792"/>
                <a:gd name="connsiteX133" fmla="*/ 504228 w 763267"/>
                <a:gd name="connsiteY133" fmla="*/ 96916 h 478792"/>
                <a:gd name="connsiteX134" fmla="*/ 502916 w 763267"/>
                <a:gd name="connsiteY134" fmla="*/ 99741 h 478792"/>
                <a:gd name="connsiteX135" fmla="*/ 500324 w 763267"/>
                <a:gd name="connsiteY135" fmla="*/ 101928 h 478792"/>
                <a:gd name="connsiteX136" fmla="*/ 498372 w 763267"/>
                <a:gd name="connsiteY136" fmla="*/ 102803 h 478792"/>
                <a:gd name="connsiteX137" fmla="*/ 495343 w 763267"/>
                <a:gd name="connsiteY137" fmla="*/ 103677 h 478792"/>
                <a:gd name="connsiteX138" fmla="*/ 493391 w 763267"/>
                <a:gd name="connsiteY138" fmla="*/ 104754 h 478792"/>
                <a:gd name="connsiteX139" fmla="*/ 491641 w 763267"/>
                <a:gd name="connsiteY139" fmla="*/ 106267 h 478792"/>
                <a:gd name="connsiteX140" fmla="*/ 488814 w 763267"/>
                <a:gd name="connsiteY140" fmla="*/ 108656 h 478792"/>
                <a:gd name="connsiteX141" fmla="*/ 487501 w 763267"/>
                <a:gd name="connsiteY141" fmla="*/ 109531 h 478792"/>
                <a:gd name="connsiteX142" fmla="*/ 484675 w 763267"/>
                <a:gd name="connsiteY142" fmla="*/ 108891 h 478792"/>
                <a:gd name="connsiteX143" fmla="*/ 482049 w 763267"/>
                <a:gd name="connsiteY143" fmla="*/ 108252 h 478792"/>
                <a:gd name="connsiteX144" fmla="*/ 479223 w 763267"/>
                <a:gd name="connsiteY144" fmla="*/ 105225 h 478792"/>
                <a:gd name="connsiteX145" fmla="*/ 477035 w 763267"/>
                <a:gd name="connsiteY145" fmla="*/ 104148 h 478792"/>
                <a:gd name="connsiteX146" fmla="*/ 473535 w 763267"/>
                <a:gd name="connsiteY146" fmla="*/ 100683 h 478792"/>
                <a:gd name="connsiteX147" fmla="*/ 473535 w 763267"/>
                <a:gd name="connsiteY147" fmla="*/ 98732 h 478792"/>
                <a:gd name="connsiteX148" fmla="*/ 474747 w 763267"/>
                <a:gd name="connsiteY148" fmla="*/ 94393 h 478792"/>
                <a:gd name="connsiteX149" fmla="*/ 473535 w 763267"/>
                <a:gd name="connsiteY149" fmla="*/ 92442 h 478792"/>
                <a:gd name="connsiteX150" fmla="*/ 468319 w 763267"/>
                <a:gd name="connsiteY150" fmla="*/ 92004 h 478792"/>
                <a:gd name="connsiteX151" fmla="*/ 468319 w 763267"/>
                <a:gd name="connsiteY151" fmla="*/ 93955 h 478792"/>
                <a:gd name="connsiteX152" fmla="*/ 465492 w 763267"/>
                <a:gd name="connsiteY152" fmla="*/ 95705 h 478792"/>
                <a:gd name="connsiteX153" fmla="*/ 460713 w 763267"/>
                <a:gd name="connsiteY153" fmla="*/ 96781 h 478792"/>
                <a:gd name="connsiteX154" fmla="*/ 457011 w 763267"/>
                <a:gd name="connsiteY154" fmla="*/ 96344 h 478792"/>
                <a:gd name="connsiteX155" fmla="*/ 454621 w 763267"/>
                <a:gd name="connsiteY155" fmla="*/ 96344 h 478792"/>
                <a:gd name="connsiteX156" fmla="*/ 450044 w 763267"/>
                <a:gd name="connsiteY156" fmla="*/ 97319 h 478792"/>
                <a:gd name="connsiteX157" fmla="*/ 445501 w 763267"/>
                <a:gd name="connsiteY157" fmla="*/ 98093 h 478792"/>
                <a:gd name="connsiteX158" fmla="*/ 441799 w 763267"/>
                <a:gd name="connsiteY158" fmla="*/ 98295 h 478792"/>
                <a:gd name="connsiteX159" fmla="*/ 436582 w 763267"/>
                <a:gd name="connsiteY159" fmla="*/ 98295 h 478792"/>
                <a:gd name="connsiteX160" fmla="*/ 433318 w 763267"/>
                <a:gd name="connsiteY160" fmla="*/ 99607 h 478792"/>
                <a:gd name="connsiteX161" fmla="*/ 425039 w 763267"/>
                <a:gd name="connsiteY161" fmla="*/ 101793 h 478792"/>
                <a:gd name="connsiteX162" fmla="*/ 420024 w 763267"/>
                <a:gd name="connsiteY162" fmla="*/ 101356 h 478792"/>
                <a:gd name="connsiteX163" fmla="*/ 409154 w 763267"/>
                <a:gd name="connsiteY163" fmla="*/ 100044 h 478792"/>
                <a:gd name="connsiteX164" fmla="*/ 406562 w 763267"/>
                <a:gd name="connsiteY164" fmla="*/ 101558 h 478792"/>
                <a:gd name="connsiteX165" fmla="*/ 399832 w 763267"/>
                <a:gd name="connsiteY165" fmla="*/ 101558 h 478792"/>
                <a:gd name="connsiteX166" fmla="*/ 393740 w 763267"/>
                <a:gd name="connsiteY166" fmla="*/ 102769 h 478792"/>
                <a:gd name="connsiteX167" fmla="*/ 390038 w 763267"/>
                <a:gd name="connsiteY167" fmla="*/ 102231 h 478792"/>
                <a:gd name="connsiteX168" fmla="*/ 388288 w 763267"/>
                <a:gd name="connsiteY168" fmla="*/ 102668 h 478792"/>
                <a:gd name="connsiteX169" fmla="*/ 385225 w 763267"/>
                <a:gd name="connsiteY169" fmla="*/ 103980 h 478792"/>
                <a:gd name="connsiteX170" fmla="*/ 383273 w 763267"/>
                <a:gd name="connsiteY170" fmla="*/ 104619 h 478792"/>
                <a:gd name="connsiteX171" fmla="*/ 380446 w 763267"/>
                <a:gd name="connsiteY171" fmla="*/ 105696 h 478792"/>
                <a:gd name="connsiteX172" fmla="*/ 376980 w 763267"/>
                <a:gd name="connsiteY172" fmla="*/ 105057 h 478792"/>
                <a:gd name="connsiteX173" fmla="*/ 375028 w 763267"/>
                <a:gd name="connsiteY173" fmla="*/ 105057 h 478792"/>
                <a:gd name="connsiteX174" fmla="*/ 372638 w 763267"/>
                <a:gd name="connsiteY174" fmla="*/ 103005 h 478792"/>
                <a:gd name="connsiteX175" fmla="*/ 369812 w 763267"/>
                <a:gd name="connsiteY175" fmla="*/ 100515 h 478792"/>
                <a:gd name="connsiteX176" fmla="*/ 367860 w 763267"/>
                <a:gd name="connsiteY176" fmla="*/ 99876 h 478792"/>
                <a:gd name="connsiteX177" fmla="*/ 365032 w 763267"/>
                <a:gd name="connsiteY177" fmla="*/ 99641 h 478792"/>
                <a:gd name="connsiteX178" fmla="*/ 360893 w 763267"/>
                <a:gd name="connsiteY178" fmla="*/ 98766 h 478792"/>
                <a:gd name="connsiteX179" fmla="*/ 357426 w 763267"/>
                <a:gd name="connsiteY179" fmla="*/ 97017 h 478792"/>
                <a:gd name="connsiteX180" fmla="*/ 354600 w 763267"/>
                <a:gd name="connsiteY180" fmla="*/ 96142 h 478792"/>
                <a:gd name="connsiteX181" fmla="*/ 352849 w 763267"/>
                <a:gd name="connsiteY181" fmla="*/ 93316 h 478792"/>
                <a:gd name="connsiteX182" fmla="*/ 350898 w 763267"/>
                <a:gd name="connsiteY182" fmla="*/ 92004 h 478792"/>
                <a:gd name="connsiteX183" fmla="*/ 348306 w 763267"/>
                <a:gd name="connsiteY183" fmla="*/ 91365 h 478792"/>
                <a:gd name="connsiteX184" fmla="*/ 343292 w 763267"/>
                <a:gd name="connsiteY184" fmla="*/ 90289 h 478792"/>
                <a:gd name="connsiteX185" fmla="*/ 341104 w 763267"/>
                <a:gd name="connsiteY185" fmla="*/ 89650 h 478792"/>
                <a:gd name="connsiteX186" fmla="*/ 339791 w 763267"/>
                <a:gd name="connsiteY186" fmla="*/ 89010 h 478792"/>
                <a:gd name="connsiteX187" fmla="*/ 335013 w 763267"/>
                <a:gd name="connsiteY187" fmla="*/ 87698 h 478792"/>
                <a:gd name="connsiteX188" fmla="*/ 333061 w 763267"/>
                <a:gd name="connsiteY188" fmla="*/ 86824 h 478792"/>
                <a:gd name="connsiteX189" fmla="*/ 330234 w 763267"/>
                <a:gd name="connsiteY189" fmla="*/ 85949 h 478792"/>
                <a:gd name="connsiteX190" fmla="*/ 328046 w 763267"/>
                <a:gd name="connsiteY190" fmla="*/ 84873 h 478792"/>
                <a:gd name="connsiteX191" fmla="*/ 326734 w 763267"/>
                <a:gd name="connsiteY191" fmla="*/ 82922 h 478792"/>
                <a:gd name="connsiteX192" fmla="*/ 324984 w 763267"/>
                <a:gd name="connsiteY192" fmla="*/ 78347 h 478792"/>
                <a:gd name="connsiteX193" fmla="*/ 323032 w 763267"/>
                <a:gd name="connsiteY193" fmla="*/ 74646 h 478792"/>
                <a:gd name="connsiteX194" fmla="*/ 321719 w 763267"/>
                <a:gd name="connsiteY194" fmla="*/ 74209 h 478792"/>
                <a:gd name="connsiteX195" fmla="*/ 318017 w 763267"/>
                <a:gd name="connsiteY195" fmla="*/ 74646 h 478792"/>
                <a:gd name="connsiteX196" fmla="*/ 316065 w 763267"/>
                <a:gd name="connsiteY196" fmla="*/ 76160 h 478792"/>
                <a:gd name="connsiteX197" fmla="*/ 312363 w 763267"/>
                <a:gd name="connsiteY197" fmla="*/ 75521 h 478792"/>
                <a:gd name="connsiteX198" fmla="*/ 305834 w 763267"/>
                <a:gd name="connsiteY198" fmla="*/ 74007 h 478792"/>
                <a:gd name="connsiteX199" fmla="*/ 301493 w 763267"/>
                <a:gd name="connsiteY199" fmla="*/ 72695 h 478792"/>
                <a:gd name="connsiteX200" fmla="*/ 299103 w 763267"/>
                <a:gd name="connsiteY200" fmla="*/ 70307 h 478792"/>
                <a:gd name="connsiteX201" fmla="*/ 297791 w 763267"/>
                <a:gd name="connsiteY201" fmla="*/ 67918 h 478792"/>
                <a:gd name="connsiteX202" fmla="*/ 296478 w 763267"/>
                <a:gd name="connsiteY202" fmla="*/ 65294 h 478792"/>
                <a:gd name="connsiteX203" fmla="*/ 294728 w 763267"/>
                <a:gd name="connsiteY203" fmla="*/ 59879 h 478792"/>
                <a:gd name="connsiteX204" fmla="*/ 292339 w 763267"/>
                <a:gd name="connsiteY204" fmla="*/ 56178 h 478792"/>
                <a:gd name="connsiteX205" fmla="*/ 286483 w 763267"/>
                <a:gd name="connsiteY205" fmla="*/ 51401 h 478792"/>
                <a:gd name="connsiteX206" fmla="*/ 278641 w 763267"/>
                <a:gd name="connsiteY206" fmla="*/ 49652 h 478792"/>
                <a:gd name="connsiteX207" fmla="*/ 276454 w 763267"/>
                <a:gd name="connsiteY207" fmla="*/ 45952 h 478792"/>
                <a:gd name="connsiteX208" fmla="*/ 275713 w 763267"/>
                <a:gd name="connsiteY208" fmla="*/ 41377 h 478792"/>
                <a:gd name="connsiteX209" fmla="*/ 276454 w 763267"/>
                <a:gd name="connsiteY209" fmla="*/ 36701 h 478792"/>
                <a:gd name="connsiteX210" fmla="*/ 274939 w 763267"/>
                <a:gd name="connsiteY210" fmla="*/ 32462 h 478792"/>
                <a:gd name="connsiteX211" fmla="*/ 270261 w 763267"/>
                <a:gd name="connsiteY211" fmla="*/ 24624 h 478792"/>
                <a:gd name="connsiteX212" fmla="*/ 267872 w 763267"/>
                <a:gd name="connsiteY212" fmla="*/ 18973 h 478792"/>
                <a:gd name="connsiteX213" fmla="*/ 265583 w 763267"/>
                <a:gd name="connsiteY213" fmla="*/ 16483 h 478792"/>
                <a:gd name="connsiteX214" fmla="*/ 262655 w 763267"/>
                <a:gd name="connsiteY214" fmla="*/ 11807 h 478792"/>
                <a:gd name="connsiteX215" fmla="*/ 259626 w 763267"/>
                <a:gd name="connsiteY215" fmla="*/ 5954 h 478792"/>
                <a:gd name="connsiteX216" fmla="*/ 257876 w 763267"/>
                <a:gd name="connsiteY216" fmla="*/ 2590 h 478792"/>
                <a:gd name="connsiteX217" fmla="*/ 256900 w 763267"/>
                <a:gd name="connsiteY217" fmla="*/ 538 h 478792"/>
                <a:gd name="connsiteX218" fmla="*/ 254948 w 763267"/>
                <a:gd name="connsiteY218" fmla="*/ 0 h 478792"/>
                <a:gd name="connsiteX219" fmla="*/ 249833 w 763267"/>
                <a:gd name="connsiteY219" fmla="*/ 3902 h 478792"/>
                <a:gd name="connsiteX220" fmla="*/ 246467 w 763267"/>
                <a:gd name="connsiteY220" fmla="*/ 6089 h 478792"/>
                <a:gd name="connsiteX221" fmla="*/ 241890 w 763267"/>
                <a:gd name="connsiteY221" fmla="*/ 7838 h 478792"/>
                <a:gd name="connsiteX222" fmla="*/ 239501 w 763267"/>
                <a:gd name="connsiteY222" fmla="*/ 10125 h 478792"/>
                <a:gd name="connsiteX223" fmla="*/ 237650 w 763267"/>
                <a:gd name="connsiteY223" fmla="*/ 12514 h 478792"/>
                <a:gd name="connsiteX224" fmla="*/ 235261 w 763267"/>
                <a:gd name="connsiteY224" fmla="*/ 14364 h 478792"/>
                <a:gd name="connsiteX225" fmla="*/ 232097 w 763267"/>
                <a:gd name="connsiteY225" fmla="*/ 16551 h 478792"/>
                <a:gd name="connsiteX226" fmla="*/ 228832 w 763267"/>
                <a:gd name="connsiteY226" fmla="*/ 16988 h 478792"/>
                <a:gd name="connsiteX227" fmla="*/ 226746 w 763267"/>
                <a:gd name="connsiteY227" fmla="*/ 16887 h 478792"/>
                <a:gd name="connsiteX228" fmla="*/ 223044 w 763267"/>
                <a:gd name="connsiteY228" fmla="*/ 15911 h 478792"/>
                <a:gd name="connsiteX229" fmla="*/ 219577 w 763267"/>
                <a:gd name="connsiteY229" fmla="*/ 13422 h 478792"/>
                <a:gd name="connsiteX230" fmla="*/ 216751 w 763267"/>
                <a:gd name="connsiteY230" fmla="*/ 10596 h 478792"/>
                <a:gd name="connsiteX231" fmla="*/ 216212 w 763267"/>
                <a:gd name="connsiteY231" fmla="*/ 8107 h 478792"/>
                <a:gd name="connsiteX232" fmla="*/ 216751 w 763267"/>
                <a:gd name="connsiteY232" fmla="*/ 4945 h 478792"/>
                <a:gd name="connsiteX233" fmla="*/ 215976 w 763267"/>
                <a:gd name="connsiteY233" fmla="*/ 3095 h 478792"/>
                <a:gd name="connsiteX234" fmla="*/ 213923 w 763267"/>
                <a:gd name="connsiteY234" fmla="*/ 2119 h 478792"/>
                <a:gd name="connsiteX235" fmla="*/ 211299 w 763267"/>
                <a:gd name="connsiteY235" fmla="*/ 2321 h 478792"/>
                <a:gd name="connsiteX236" fmla="*/ 208471 w 763267"/>
                <a:gd name="connsiteY236" fmla="*/ 5920 h 478792"/>
                <a:gd name="connsiteX237" fmla="*/ 205745 w 763267"/>
                <a:gd name="connsiteY237" fmla="*/ 7973 h 478792"/>
                <a:gd name="connsiteX238" fmla="*/ 199452 w 763267"/>
                <a:gd name="connsiteY238" fmla="*/ 10596 h 478792"/>
                <a:gd name="connsiteX239" fmla="*/ 189255 w 763267"/>
                <a:gd name="connsiteY239" fmla="*/ 10798 h 478792"/>
                <a:gd name="connsiteX240" fmla="*/ 186630 w 763267"/>
                <a:gd name="connsiteY240" fmla="*/ 12312 h 478792"/>
                <a:gd name="connsiteX241" fmla="*/ 178788 w 763267"/>
                <a:gd name="connsiteY241" fmla="*/ 13725 h 478792"/>
                <a:gd name="connsiteX242" fmla="*/ 168927 w 763267"/>
                <a:gd name="connsiteY242" fmla="*/ 12110 h 478792"/>
                <a:gd name="connsiteX243" fmla="*/ 159470 w 763267"/>
                <a:gd name="connsiteY243" fmla="*/ 9722 h 478792"/>
                <a:gd name="connsiteX244" fmla="*/ 152201 w 763267"/>
                <a:gd name="connsiteY244" fmla="*/ 7771 h 478792"/>
                <a:gd name="connsiteX245" fmla="*/ 144797 w 763267"/>
                <a:gd name="connsiteY245" fmla="*/ 5281 h 478792"/>
                <a:gd name="connsiteX246" fmla="*/ 139378 w 763267"/>
                <a:gd name="connsiteY246" fmla="*/ 2792 h 478792"/>
                <a:gd name="connsiteX247" fmla="*/ 135138 w 763267"/>
                <a:gd name="connsiteY247" fmla="*/ 841 h 478792"/>
                <a:gd name="connsiteX248" fmla="*/ 131234 w 763267"/>
                <a:gd name="connsiteY248" fmla="*/ 841 h 478792"/>
                <a:gd name="connsiteX249" fmla="*/ 126253 w 763267"/>
                <a:gd name="connsiteY249" fmla="*/ 2960 h 478792"/>
                <a:gd name="connsiteX250" fmla="*/ 121676 w 763267"/>
                <a:gd name="connsiteY250" fmla="*/ 4306 h 478792"/>
                <a:gd name="connsiteX251" fmla="*/ 117335 w 763267"/>
                <a:gd name="connsiteY251" fmla="*/ 4306 h 478792"/>
                <a:gd name="connsiteX252" fmla="*/ 112758 w 763267"/>
                <a:gd name="connsiteY252" fmla="*/ 6257 h 478792"/>
                <a:gd name="connsiteX253" fmla="*/ 111681 w 763267"/>
                <a:gd name="connsiteY253" fmla="*/ 7333 h 478792"/>
                <a:gd name="connsiteX254" fmla="*/ 108955 w 763267"/>
                <a:gd name="connsiteY254" fmla="*/ 10697 h 478792"/>
                <a:gd name="connsiteX255" fmla="*/ 108181 w 763267"/>
                <a:gd name="connsiteY255" fmla="*/ 13624 h 478792"/>
                <a:gd name="connsiteX256" fmla="*/ 109056 w 763267"/>
                <a:gd name="connsiteY256" fmla="*/ 15575 h 478792"/>
                <a:gd name="connsiteX257" fmla="*/ 117739 w 763267"/>
                <a:gd name="connsiteY257" fmla="*/ 19645 h 478792"/>
                <a:gd name="connsiteX258" fmla="*/ 121508 w 763267"/>
                <a:gd name="connsiteY258" fmla="*/ 21126 h 478792"/>
                <a:gd name="connsiteX259" fmla="*/ 126422 w 763267"/>
                <a:gd name="connsiteY259" fmla="*/ 21395 h 478792"/>
                <a:gd name="connsiteX260" fmla="*/ 131335 w 763267"/>
                <a:gd name="connsiteY260" fmla="*/ 21395 h 478792"/>
                <a:gd name="connsiteX261" fmla="*/ 137427 w 763267"/>
                <a:gd name="connsiteY261" fmla="*/ 24288 h 478792"/>
                <a:gd name="connsiteX262" fmla="*/ 137999 w 763267"/>
                <a:gd name="connsiteY262" fmla="*/ 28930 h 478792"/>
                <a:gd name="connsiteX263" fmla="*/ 138571 w 763267"/>
                <a:gd name="connsiteY263" fmla="*/ 33841 h 478792"/>
                <a:gd name="connsiteX264" fmla="*/ 136383 w 763267"/>
                <a:gd name="connsiteY264" fmla="*/ 37912 h 478792"/>
                <a:gd name="connsiteX265" fmla="*/ 136080 w 763267"/>
                <a:gd name="connsiteY265" fmla="*/ 42689 h 478792"/>
                <a:gd name="connsiteX266" fmla="*/ 141028 w 763267"/>
                <a:gd name="connsiteY266" fmla="*/ 47768 h 478792"/>
                <a:gd name="connsiteX267" fmla="*/ 145100 w 763267"/>
                <a:gd name="connsiteY267" fmla="*/ 47465 h 478792"/>
                <a:gd name="connsiteX268" fmla="*/ 151898 w 763267"/>
                <a:gd name="connsiteY268" fmla="*/ 46759 h 478792"/>
                <a:gd name="connsiteX269" fmla="*/ 160446 w 763267"/>
                <a:gd name="connsiteY269" fmla="*/ 48205 h 478792"/>
                <a:gd name="connsiteX270" fmla="*/ 165663 w 763267"/>
                <a:gd name="connsiteY270" fmla="*/ 51536 h 478792"/>
                <a:gd name="connsiteX271" fmla="*/ 173336 w 763267"/>
                <a:gd name="connsiteY271" fmla="*/ 57019 h 478792"/>
                <a:gd name="connsiteX272" fmla="*/ 174783 w 763267"/>
                <a:gd name="connsiteY272" fmla="*/ 62670 h 478792"/>
                <a:gd name="connsiteX273" fmla="*/ 173336 w 763267"/>
                <a:gd name="connsiteY273" fmla="*/ 67447 h 478792"/>
                <a:gd name="connsiteX274" fmla="*/ 170442 w 763267"/>
                <a:gd name="connsiteY274" fmla="*/ 72359 h 478792"/>
                <a:gd name="connsiteX275" fmla="*/ 164350 w 763267"/>
                <a:gd name="connsiteY275" fmla="*/ 75554 h 478792"/>
                <a:gd name="connsiteX276" fmla="*/ 155802 w 763267"/>
                <a:gd name="connsiteY276" fmla="*/ 77304 h 478792"/>
                <a:gd name="connsiteX277" fmla="*/ 151158 w 763267"/>
                <a:gd name="connsiteY277" fmla="*/ 77304 h 478792"/>
                <a:gd name="connsiteX278" fmla="*/ 142744 w 763267"/>
                <a:gd name="connsiteY278" fmla="*/ 80197 h 478792"/>
                <a:gd name="connsiteX279" fmla="*/ 133624 w 763267"/>
                <a:gd name="connsiteY279" fmla="*/ 80634 h 478792"/>
                <a:gd name="connsiteX280" fmla="*/ 128138 w 763267"/>
                <a:gd name="connsiteY280" fmla="*/ 77304 h 478792"/>
                <a:gd name="connsiteX281" fmla="*/ 121744 w 763267"/>
                <a:gd name="connsiteY281" fmla="*/ 77304 h 478792"/>
                <a:gd name="connsiteX282" fmla="*/ 119421 w 763267"/>
                <a:gd name="connsiteY282" fmla="*/ 80129 h 478792"/>
                <a:gd name="connsiteX283" fmla="*/ 116393 w 763267"/>
                <a:gd name="connsiteY283" fmla="*/ 81206 h 478792"/>
                <a:gd name="connsiteX284" fmla="*/ 115518 w 763267"/>
                <a:gd name="connsiteY284" fmla="*/ 91197 h 478792"/>
                <a:gd name="connsiteX285" fmla="*/ 114811 w 763267"/>
                <a:gd name="connsiteY285" fmla="*/ 99001 h 478792"/>
                <a:gd name="connsiteX286" fmla="*/ 111613 w 763267"/>
                <a:gd name="connsiteY286" fmla="*/ 102769 h 478792"/>
                <a:gd name="connsiteX287" fmla="*/ 107710 w 763267"/>
                <a:gd name="connsiteY287" fmla="*/ 109732 h 478792"/>
                <a:gd name="connsiteX288" fmla="*/ 108282 w 763267"/>
                <a:gd name="connsiteY288" fmla="*/ 114375 h 478792"/>
                <a:gd name="connsiteX289" fmla="*/ 113936 w 763267"/>
                <a:gd name="connsiteY289" fmla="*/ 121170 h 478792"/>
                <a:gd name="connsiteX290" fmla="*/ 118277 w 763267"/>
                <a:gd name="connsiteY290" fmla="*/ 125947 h 478792"/>
                <a:gd name="connsiteX291" fmla="*/ 120465 w 763267"/>
                <a:gd name="connsiteY291" fmla="*/ 131295 h 478792"/>
                <a:gd name="connsiteX292" fmla="*/ 120599 w 763267"/>
                <a:gd name="connsiteY292" fmla="*/ 139537 h 478792"/>
                <a:gd name="connsiteX293" fmla="*/ 120162 w 763267"/>
                <a:gd name="connsiteY293" fmla="*/ 148384 h 478792"/>
                <a:gd name="connsiteX294" fmla="*/ 119724 w 763267"/>
                <a:gd name="connsiteY294" fmla="*/ 156626 h 478792"/>
                <a:gd name="connsiteX295" fmla="*/ 120027 w 763267"/>
                <a:gd name="connsiteY295" fmla="*/ 163287 h 478792"/>
                <a:gd name="connsiteX296" fmla="*/ 123797 w 763267"/>
                <a:gd name="connsiteY296" fmla="*/ 174287 h 478792"/>
                <a:gd name="connsiteX297" fmla="*/ 124941 w 763267"/>
                <a:gd name="connsiteY297" fmla="*/ 178492 h 478792"/>
                <a:gd name="connsiteX298" fmla="*/ 128340 w 763267"/>
                <a:gd name="connsiteY298" fmla="*/ 181519 h 478792"/>
                <a:gd name="connsiteX299" fmla="*/ 132479 w 763267"/>
                <a:gd name="connsiteY299" fmla="*/ 183269 h 478792"/>
                <a:gd name="connsiteX300" fmla="*/ 135071 w 763267"/>
                <a:gd name="connsiteY300" fmla="*/ 187171 h 478792"/>
                <a:gd name="connsiteX301" fmla="*/ 132244 w 763267"/>
                <a:gd name="connsiteY301" fmla="*/ 192183 h 478792"/>
                <a:gd name="connsiteX302" fmla="*/ 130292 w 763267"/>
                <a:gd name="connsiteY302" fmla="*/ 197835 h 478792"/>
                <a:gd name="connsiteX303" fmla="*/ 135071 w 763267"/>
                <a:gd name="connsiteY303" fmla="*/ 198911 h 478792"/>
                <a:gd name="connsiteX304" fmla="*/ 145504 w 763267"/>
                <a:gd name="connsiteY304" fmla="*/ 198911 h 478792"/>
                <a:gd name="connsiteX305" fmla="*/ 147658 w 763267"/>
                <a:gd name="connsiteY305" fmla="*/ 198911 h 478792"/>
                <a:gd name="connsiteX306" fmla="*/ 148970 w 763267"/>
                <a:gd name="connsiteY306" fmla="*/ 202275 h 478792"/>
                <a:gd name="connsiteX307" fmla="*/ 154389 w 763267"/>
                <a:gd name="connsiteY307" fmla="*/ 207590 h 478792"/>
                <a:gd name="connsiteX308" fmla="*/ 158965 w 763267"/>
                <a:gd name="connsiteY308" fmla="*/ 210180 h 478792"/>
                <a:gd name="connsiteX309" fmla="*/ 165259 w 763267"/>
                <a:gd name="connsiteY309" fmla="*/ 213006 h 478792"/>
                <a:gd name="connsiteX310" fmla="*/ 167648 w 763267"/>
                <a:gd name="connsiteY310" fmla="*/ 214755 h 478792"/>
                <a:gd name="connsiteX311" fmla="*/ 169836 w 763267"/>
                <a:gd name="connsiteY311" fmla="*/ 216942 h 478792"/>
                <a:gd name="connsiteX312" fmla="*/ 173538 w 763267"/>
                <a:gd name="connsiteY312" fmla="*/ 221921 h 478792"/>
                <a:gd name="connsiteX313" fmla="*/ 172461 w 763267"/>
                <a:gd name="connsiteY313" fmla="*/ 227572 h 478792"/>
                <a:gd name="connsiteX314" fmla="*/ 172461 w 763267"/>
                <a:gd name="connsiteY314" fmla="*/ 230835 h 478792"/>
                <a:gd name="connsiteX315" fmla="*/ 173774 w 763267"/>
                <a:gd name="connsiteY315" fmla="*/ 234535 h 478792"/>
                <a:gd name="connsiteX316" fmla="*/ 175961 w 763267"/>
                <a:gd name="connsiteY316" fmla="*/ 239750 h 478792"/>
                <a:gd name="connsiteX317" fmla="*/ 175961 w 763267"/>
                <a:gd name="connsiteY317" fmla="*/ 241499 h 478792"/>
                <a:gd name="connsiteX318" fmla="*/ 175961 w 763267"/>
                <a:gd name="connsiteY318" fmla="*/ 243887 h 478792"/>
                <a:gd name="connsiteX319" fmla="*/ 172427 w 763267"/>
                <a:gd name="connsiteY319" fmla="*/ 245636 h 478792"/>
                <a:gd name="connsiteX320" fmla="*/ 171182 w 763267"/>
                <a:gd name="connsiteY320" fmla="*/ 248260 h 478792"/>
                <a:gd name="connsiteX321" fmla="*/ 172057 w 763267"/>
                <a:gd name="connsiteY321" fmla="*/ 251086 h 478792"/>
                <a:gd name="connsiteX322" fmla="*/ 173807 w 763267"/>
                <a:gd name="connsiteY322" fmla="*/ 257814 h 478792"/>
                <a:gd name="connsiteX323" fmla="*/ 175120 w 763267"/>
                <a:gd name="connsiteY323" fmla="*/ 264105 h 478792"/>
                <a:gd name="connsiteX324" fmla="*/ 175120 w 763267"/>
                <a:gd name="connsiteY324" fmla="*/ 268882 h 478792"/>
                <a:gd name="connsiteX325" fmla="*/ 172528 w 763267"/>
                <a:gd name="connsiteY325" fmla="*/ 274533 h 478792"/>
                <a:gd name="connsiteX326" fmla="*/ 172528 w 763267"/>
                <a:gd name="connsiteY326" fmla="*/ 277224 h 478792"/>
                <a:gd name="connsiteX327" fmla="*/ 169365 w 763267"/>
                <a:gd name="connsiteY327" fmla="*/ 281126 h 478792"/>
                <a:gd name="connsiteX328" fmla="*/ 165562 w 763267"/>
                <a:gd name="connsiteY328" fmla="*/ 282203 h 478792"/>
                <a:gd name="connsiteX329" fmla="*/ 162095 w 763267"/>
                <a:gd name="connsiteY329" fmla="*/ 281328 h 478792"/>
                <a:gd name="connsiteX330" fmla="*/ 162095 w 763267"/>
                <a:gd name="connsiteY330" fmla="*/ 278502 h 478792"/>
                <a:gd name="connsiteX331" fmla="*/ 160379 w 763267"/>
                <a:gd name="connsiteY331" fmla="*/ 274365 h 478792"/>
                <a:gd name="connsiteX332" fmla="*/ 160379 w 763267"/>
                <a:gd name="connsiteY332" fmla="*/ 271775 h 478792"/>
                <a:gd name="connsiteX333" fmla="*/ 158191 w 763267"/>
                <a:gd name="connsiteY333" fmla="*/ 271775 h 478792"/>
                <a:gd name="connsiteX334" fmla="*/ 154288 w 763267"/>
                <a:gd name="connsiteY334" fmla="*/ 273524 h 478792"/>
                <a:gd name="connsiteX335" fmla="*/ 149071 w 763267"/>
                <a:gd name="connsiteY335" fmla="*/ 273524 h 478792"/>
                <a:gd name="connsiteX336" fmla="*/ 142340 w 763267"/>
                <a:gd name="connsiteY336" fmla="*/ 273524 h 478792"/>
                <a:gd name="connsiteX337" fmla="*/ 134970 w 763267"/>
                <a:gd name="connsiteY337" fmla="*/ 275374 h 478792"/>
                <a:gd name="connsiteX338" fmla="*/ 131066 w 763267"/>
                <a:gd name="connsiteY338" fmla="*/ 278536 h 478792"/>
                <a:gd name="connsiteX339" fmla="*/ 128037 w 763267"/>
                <a:gd name="connsiteY339" fmla="*/ 281160 h 478792"/>
                <a:gd name="connsiteX340" fmla="*/ 125210 w 763267"/>
                <a:gd name="connsiteY340" fmla="*/ 285298 h 478792"/>
                <a:gd name="connsiteX341" fmla="*/ 122585 w 763267"/>
                <a:gd name="connsiteY341" fmla="*/ 289637 h 478792"/>
                <a:gd name="connsiteX342" fmla="*/ 121508 w 763267"/>
                <a:gd name="connsiteY342" fmla="*/ 291824 h 478792"/>
                <a:gd name="connsiteX343" fmla="*/ 119556 w 763267"/>
                <a:gd name="connsiteY343" fmla="*/ 295289 h 478792"/>
                <a:gd name="connsiteX344" fmla="*/ 118244 w 763267"/>
                <a:gd name="connsiteY344" fmla="*/ 297038 h 478792"/>
                <a:gd name="connsiteX345" fmla="*/ 113229 w 763267"/>
                <a:gd name="connsiteY345" fmla="*/ 298787 h 478792"/>
                <a:gd name="connsiteX346" fmla="*/ 110200 w 763267"/>
                <a:gd name="connsiteY346" fmla="*/ 301411 h 478792"/>
                <a:gd name="connsiteX347" fmla="*/ 106296 w 763267"/>
                <a:gd name="connsiteY347" fmla="*/ 304237 h 478792"/>
                <a:gd name="connsiteX348" fmla="*/ 103032 w 763267"/>
                <a:gd name="connsiteY348" fmla="*/ 307500 h 478792"/>
                <a:gd name="connsiteX349" fmla="*/ 103032 w 763267"/>
                <a:gd name="connsiteY349" fmla="*/ 312714 h 478792"/>
                <a:gd name="connsiteX350" fmla="*/ 103032 w 763267"/>
                <a:gd name="connsiteY350" fmla="*/ 318130 h 478792"/>
                <a:gd name="connsiteX351" fmla="*/ 101315 w 763267"/>
                <a:gd name="connsiteY351" fmla="*/ 323983 h 478792"/>
                <a:gd name="connsiteX352" fmla="*/ 97176 w 763267"/>
                <a:gd name="connsiteY352" fmla="*/ 327448 h 478792"/>
                <a:gd name="connsiteX353" fmla="*/ 96065 w 763267"/>
                <a:gd name="connsiteY353" fmla="*/ 324858 h 478792"/>
                <a:gd name="connsiteX354" fmla="*/ 96065 w 763267"/>
                <a:gd name="connsiteY354" fmla="*/ 317895 h 478792"/>
                <a:gd name="connsiteX355" fmla="*/ 96065 w 763267"/>
                <a:gd name="connsiteY355" fmla="*/ 312680 h 478792"/>
                <a:gd name="connsiteX356" fmla="*/ 96065 w 763267"/>
                <a:gd name="connsiteY356" fmla="*/ 309215 h 478792"/>
                <a:gd name="connsiteX357" fmla="*/ 96065 w 763267"/>
                <a:gd name="connsiteY357" fmla="*/ 305750 h 478792"/>
                <a:gd name="connsiteX358" fmla="*/ 92262 w 763267"/>
                <a:gd name="connsiteY358" fmla="*/ 303127 h 478792"/>
                <a:gd name="connsiteX359" fmla="*/ 89099 w 763267"/>
                <a:gd name="connsiteY359" fmla="*/ 302252 h 478792"/>
                <a:gd name="connsiteX360" fmla="*/ 89099 w 763267"/>
                <a:gd name="connsiteY360" fmla="*/ 304439 h 478792"/>
                <a:gd name="connsiteX361" fmla="*/ 87685 w 763267"/>
                <a:gd name="connsiteY361" fmla="*/ 307062 h 478792"/>
                <a:gd name="connsiteX362" fmla="*/ 84387 w 763267"/>
                <a:gd name="connsiteY362" fmla="*/ 310763 h 478792"/>
                <a:gd name="connsiteX363" fmla="*/ 81291 w 763267"/>
                <a:gd name="connsiteY363" fmla="*/ 312512 h 478792"/>
                <a:gd name="connsiteX364" fmla="*/ 77824 w 763267"/>
                <a:gd name="connsiteY364" fmla="*/ 312748 h 478792"/>
                <a:gd name="connsiteX365" fmla="*/ 74762 w 763267"/>
                <a:gd name="connsiteY365" fmla="*/ 307096 h 478792"/>
                <a:gd name="connsiteX366" fmla="*/ 72170 w 763267"/>
                <a:gd name="connsiteY366" fmla="*/ 304069 h 478792"/>
                <a:gd name="connsiteX367" fmla="*/ 68031 w 763267"/>
                <a:gd name="connsiteY367" fmla="*/ 302757 h 478792"/>
                <a:gd name="connsiteX368" fmla="*/ 63891 w 763267"/>
                <a:gd name="connsiteY368" fmla="*/ 301445 h 478792"/>
                <a:gd name="connsiteX369" fmla="*/ 59314 w 763267"/>
                <a:gd name="connsiteY369" fmla="*/ 301445 h 478792"/>
                <a:gd name="connsiteX370" fmla="*/ 58237 w 763267"/>
                <a:gd name="connsiteY370" fmla="*/ 302757 h 478792"/>
                <a:gd name="connsiteX371" fmla="*/ 56723 w 763267"/>
                <a:gd name="connsiteY371" fmla="*/ 304708 h 478792"/>
                <a:gd name="connsiteX372" fmla="*/ 53458 w 763267"/>
                <a:gd name="connsiteY372" fmla="*/ 306659 h 478792"/>
                <a:gd name="connsiteX373" fmla="*/ 50631 w 763267"/>
                <a:gd name="connsiteY373" fmla="*/ 307971 h 478792"/>
                <a:gd name="connsiteX374" fmla="*/ 49554 w 763267"/>
                <a:gd name="connsiteY374" fmla="*/ 310157 h 478792"/>
                <a:gd name="connsiteX375" fmla="*/ 49117 w 763267"/>
                <a:gd name="connsiteY375" fmla="*/ 312108 h 478792"/>
                <a:gd name="connsiteX376" fmla="*/ 48040 w 763267"/>
                <a:gd name="connsiteY376" fmla="*/ 313622 h 478792"/>
                <a:gd name="connsiteX377" fmla="*/ 46324 w 763267"/>
                <a:gd name="connsiteY377" fmla="*/ 316246 h 478792"/>
                <a:gd name="connsiteX378" fmla="*/ 43261 w 763267"/>
                <a:gd name="connsiteY378" fmla="*/ 316885 h 478792"/>
                <a:gd name="connsiteX379" fmla="*/ 40434 w 763267"/>
                <a:gd name="connsiteY379" fmla="*/ 312748 h 478792"/>
                <a:gd name="connsiteX380" fmla="*/ 34545 w 763267"/>
                <a:gd name="connsiteY380" fmla="*/ 306221 h 478792"/>
                <a:gd name="connsiteX381" fmla="*/ 29126 w 763267"/>
                <a:gd name="connsiteY381" fmla="*/ 301445 h 478792"/>
                <a:gd name="connsiteX382" fmla="*/ 27376 w 763267"/>
                <a:gd name="connsiteY382" fmla="*/ 301445 h 478792"/>
                <a:gd name="connsiteX383" fmla="*/ 24785 w 763267"/>
                <a:gd name="connsiteY383" fmla="*/ 305784 h 478792"/>
                <a:gd name="connsiteX384" fmla="*/ 24785 w 763267"/>
                <a:gd name="connsiteY384" fmla="*/ 308812 h 478792"/>
                <a:gd name="connsiteX385" fmla="*/ 24347 w 763267"/>
                <a:gd name="connsiteY385" fmla="*/ 312277 h 478792"/>
                <a:gd name="connsiteX386" fmla="*/ 24549 w 763267"/>
                <a:gd name="connsiteY386" fmla="*/ 316784 h 478792"/>
                <a:gd name="connsiteX387" fmla="*/ 17145 w 763267"/>
                <a:gd name="connsiteY387" fmla="*/ 317087 h 478792"/>
                <a:gd name="connsiteX388" fmla="*/ 13443 w 763267"/>
                <a:gd name="connsiteY388" fmla="*/ 317087 h 478792"/>
                <a:gd name="connsiteX389" fmla="*/ 11693 w 763267"/>
                <a:gd name="connsiteY389" fmla="*/ 317087 h 478792"/>
                <a:gd name="connsiteX390" fmla="*/ 8227 w 763267"/>
                <a:gd name="connsiteY390" fmla="*/ 317087 h 478792"/>
                <a:gd name="connsiteX391" fmla="*/ 4962 w 763267"/>
                <a:gd name="connsiteY391" fmla="*/ 317087 h 478792"/>
                <a:gd name="connsiteX392" fmla="*/ 3448 w 763267"/>
                <a:gd name="connsiteY392" fmla="*/ 318836 h 478792"/>
                <a:gd name="connsiteX393" fmla="*/ 2337 w 763267"/>
                <a:gd name="connsiteY393" fmla="*/ 323613 h 478792"/>
                <a:gd name="connsiteX394" fmla="*/ 3650 w 763267"/>
                <a:gd name="connsiteY394" fmla="*/ 329265 h 478792"/>
                <a:gd name="connsiteX395" fmla="*/ 6039 w 763267"/>
                <a:gd name="connsiteY395" fmla="*/ 336665 h 478792"/>
                <a:gd name="connsiteX396" fmla="*/ 11929 w 763267"/>
                <a:gd name="connsiteY396" fmla="*/ 340130 h 478792"/>
                <a:gd name="connsiteX397" fmla="*/ 14756 w 763267"/>
                <a:gd name="connsiteY397" fmla="*/ 343831 h 478792"/>
                <a:gd name="connsiteX398" fmla="*/ 15631 w 763267"/>
                <a:gd name="connsiteY398" fmla="*/ 350996 h 478792"/>
                <a:gd name="connsiteX399" fmla="*/ 17381 w 763267"/>
                <a:gd name="connsiteY399" fmla="*/ 357085 h 478792"/>
                <a:gd name="connsiteX400" fmla="*/ 16943 w 763267"/>
                <a:gd name="connsiteY400" fmla="*/ 362501 h 478792"/>
                <a:gd name="connsiteX401" fmla="*/ 14554 w 763267"/>
                <a:gd name="connsiteY401" fmla="*/ 363577 h 478792"/>
                <a:gd name="connsiteX402" fmla="*/ 9337 w 763267"/>
                <a:gd name="connsiteY402" fmla="*/ 366403 h 478792"/>
                <a:gd name="connsiteX403" fmla="*/ 8260 w 763267"/>
                <a:gd name="connsiteY403" fmla="*/ 369430 h 478792"/>
                <a:gd name="connsiteX404" fmla="*/ 13039 w 763267"/>
                <a:gd name="connsiteY404" fmla="*/ 371617 h 478792"/>
                <a:gd name="connsiteX405" fmla="*/ 19131 w 763267"/>
                <a:gd name="connsiteY405" fmla="*/ 374443 h 478792"/>
                <a:gd name="connsiteX406" fmla="*/ 15866 w 763267"/>
                <a:gd name="connsiteY406" fmla="*/ 377067 h 478792"/>
                <a:gd name="connsiteX407" fmla="*/ 15664 w 763267"/>
                <a:gd name="connsiteY407" fmla="*/ 380330 h 478792"/>
                <a:gd name="connsiteX408" fmla="*/ 16102 w 763267"/>
                <a:gd name="connsiteY408" fmla="*/ 387932 h 478792"/>
                <a:gd name="connsiteX409" fmla="*/ 12635 w 763267"/>
                <a:gd name="connsiteY409" fmla="*/ 388134 h 478792"/>
                <a:gd name="connsiteX410" fmla="*/ 6981 w 763267"/>
                <a:gd name="connsiteY410" fmla="*/ 384669 h 478792"/>
                <a:gd name="connsiteX411" fmla="*/ 2405 w 763267"/>
                <a:gd name="connsiteY411" fmla="*/ 386856 h 478792"/>
                <a:gd name="connsiteX412" fmla="*/ 15 w 763267"/>
                <a:gd name="connsiteY412" fmla="*/ 389244 h 478792"/>
                <a:gd name="connsiteX413" fmla="*/ 15 w 763267"/>
                <a:gd name="connsiteY413" fmla="*/ 394458 h 478792"/>
                <a:gd name="connsiteX414" fmla="*/ 3279 w 763267"/>
                <a:gd name="connsiteY414" fmla="*/ 400110 h 478792"/>
                <a:gd name="connsiteX415" fmla="*/ 6746 w 763267"/>
                <a:gd name="connsiteY415" fmla="*/ 404012 h 478792"/>
                <a:gd name="connsiteX416" fmla="*/ 13477 w 763267"/>
                <a:gd name="connsiteY416" fmla="*/ 402935 h 478792"/>
                <a:gd name="connsiteX417" fmla="*/ 15664 w 763267"/>
                <a:gd name="connsiteY417" fmla="*/ 401186 h 478792"/>
                <a:gd name="connsiteX418" fmla="*/ 17852 w 763267"/>
                <a:gd name="connsiteY418" fmla="*/ 399672 h 478792"/>
                <a:gd name="connsiteX419" fmla="*/ 17852 w 763267"/>
                <a:gd name="connsiteY419" fmla="*/ 394458 h 478792"/>
                <a:gd name="connsiteX420" fmla="*/ 22092 w 763267"/>
                <a:gd name="connsiteY420" fmla="*/ 392709 h 478792"/>
                <a:gd name="connsiteX421" fmla="*/ 25256 w 763267"/>
                <a:gd name="connsiteY421" fmla="*/ 394862 h 478792"/>
                <a:gd name="connsiteX422" fmla="*/ 26568 w 763267"/>
                <a:gd name="connsiteY422" fmla="*/ 399639 h 478792"/>
                <a:gd name="connsiteX423" fmla="*/ 26568 w 763267"/>
                <a:gd name="connsiteY423" fmla="*/ 406165 h 478792"/>
                <a:gd name="connsiteX424" fmla="*/ 32021 w 763267"/>
                <a:gd name="connsiteY424" fmla="*/ 408553 h 478792"/>
                <a:gd name="connsiteX425" fmla="*/ 40502 w 763267"/>
                <a:gd name="connsiteY425" fmla="*/ 413566 h 478792"/>
                <a:gd name="connsiteX426" fmla="*/ 47468 w 763267"/>
                <a:gd name="connsiteY426" fmla="*/ 419217 h 478792"/>
                <a:gd name="connsiteX427" fmla="*/ 49420 w 763267"/>
                <a:gd name="connsiteY427" fmla="*/ 422917 h 478792"/>
                <a:gd name="connsiteX428" fmla="*/ 48780 w 763267"/>
                <a:gd name="connsiteY428" fmla="*/ 427055 h 478792"/>
                <a:gd name="connsiteX429" fmla="*/ 47468 w 763267"/>
                <a:gd name="connsiteY429" fmla="*/ 432706 h 478792"/>
                <a:gd name="connsiteX430" fmla="*/ 47468 w 763267"/>
                <a:gd name="connsiteY430" fmla="*/ 435532 h 478792"/>
                <a:gd name="connsiteX431" fmla="*/ 52684 w 763267"/>
                <a:gd name="connsiteY431" fmla="*/ 439872 h 478792"/>
                <a:gd name="connsiteX432" fmla="*/ 52684 w 763267"/>
                <a:gd name="connsiteY432" fmla="*/ 441621 h 478792"/>
                <a:gd name="connsiteX433" fmla="*/ 51271 w 763267"/>
                <a:gd name="connsiteY433" fmla="*/ 443370 h 478792"/>
                <a:gd name="connsiteX434" fmla="*/ 52684 w 763267"/>
                <a:gd name="connsiteY434" fmla="*/ 448147 h 478792"/>
                <a:gd name="connsiteX435" fmla="*/ 57261 w 763267"/>
                <a:gd name="connsiteY435" fmla="*/ 450737 h 478792"/>
                <a:gd name="connsiteX436" fmla="*/ 64665 w 763267"/>
                <a:gd name="connsiteY436" fmla="*/ 445523 h 478792"/>
                <a:gd name="connsiteX437" fmla="*/ 70118 w 763267"/>
                <a:gd name="connsiteY437" fmla="*/ 446600 h 478792"/>
                <a:gd name="connsiteX438" fmla="*/ 71867 w 763267"/>
                <a:gd name="connsiteY438" fmla="*/ 450939 h 478792"/>
                <a:gd name="connsiteX439" fmla="*/ 73819 w 763267"/>
                <a:gd name="connsiteY439" fmla="*/ 457230 h 478792"/>
                <a:gd name="connsiteX440" fmla="*/ 70118 w 763267"/>
                <a:gd name="connsiteY440" fmla="*/ 458744 h 478792"/>
                <a:gd name="connsiteX441" fmla="*/ 70118 w 763267"/>
                <a:gd name="connsiteY441" fmla="*/ 463520 h 478792"/>
                <a:gd name="connsiteX442" fmla="*/ 71733 w 763267"/>
                <a:gd name="connsiteY442" fmla="*/ 468129 h 478792"/>
                <a:gd name="connsiteX443" fmla="*/ 78127 w 763267"/>
                <a:gd name="connsiteY443" fmla="*/ 470988 h 478792"/>
                <a:gd name="connsiteX444" fmla="*/ 84252 w 763267"/>
                <a:gd name="connsiteY444" fmla="*/ 473680 h 478792"/>
                <a:gd name="connsiteX445" fmla="*/ 85599 w 763267"/>
                <a:gd name="connsiteY445" fmla="*/ 474016 h 478792"/>
                <a:gd name="connsiteX446" fmla="*/ 85195 w 763267"/>
                <a:gd name="connsiteY446" fmla="*/ 472637 h 478792"/>
                <a:gd name="connsiteX447" fmla="*/ 86373 w 763267"/>
                <a:gd name="connsiteY447" fmla="*/ 467995 h 478792"/>
                <a:gd name="connsiteX448" fmla="*/ 88392 w 763267"/>
                <a:gd name="connsiteY448" fmla="*/ 463083 h 478792"/>
                <a:gd name="connsiteX449" fmla="*/ 90714 w 763267"/>
                <a:gd name="connsiteY449" fmla="*/ 457566 h 478792"/>
                <a:gd name="connsiteX450" fmla="*/ 94786 w 763267"/>
                <a:gd name="connsiteY450" fmla="*/ 453496 h 478792"/>
                <a:gd name="connsiteX451" fmla="*/ 98253 w 763267"/>
                <a:gd name="connsiteY451" fmla="*/ 448584 h 478792"/>
                <a:gd name="connsiteX452" fmla="*/ 99700 w 763267"/>
                <a:gd name="connsiteY452" fmla="*/ 443068 h 478792"/>
                <a:gd name="connsiteX453" fmla="*/ 100844 w 763267"/>
                <a:gd name="connsiteY453" fmla="*/ 434960 h 478792"/>
                <a:gd name="connsiteX454" fmla="*/ 102863 w 763267"/>
                <a:gd name="connsiteY454" fmla="*/ 431495 h 478792"/>
                <a:gd name="connsiteX455" fmla="*/ 108080 w 763267"/>
                <a:gd name="connsiteY455" fmla="*/ 429477 h 478792"/>
                <a:gd name="connsiteX456" fmla="*/ 110974 w 763267"/>
                <a:gd name="connsiteY456" fmla="*/ 426281 h 478792"/>
                <a:gd name="connsiteX457" fmla="*/ 112118 w 763267"/>
                <a:gd name="connsiteY457" fmla="*/ 422211 h 478792"/>
                <a:gd name="connsiteX458" fmla="*/ 111243 w 763267"/>
                <a:gd name="connsiteY458" fmla="*/ 417300 h 478792"/>
                <a:gd name="connsiteX459" fmla="*/ 110941 w 763267"/>
                <a:gd name="connsiteY459" fmla="*/ 412657 h 478792"/>
                <a:gd name="connsiteX460" fmla="*/ 117907 w 763267"/>
                <a:gd name="connsiteY460" fmla="*/ 412657 h 478792"/>
                <a:gd name="connsiteX461" fmla="*/ 119926 w 763267"/>
                <a:gd name="connsiteY461" fmla="*/ 415248 h 478792"/>
                <a:gd name="connsiteX462" fmla="*/ 124873 w 763267"/>
                <a:gd name="connsiteY462" fmla="*/ 415550 h 478792"/>
                <a:gd name="connsiteX463" fmla="*/ 128340 w 763267"/>
                <a:gd name="connsiteY463" fmla="*/ 415550 h 478792"/>
                <a:gd name="connsiteX464" fmla="*/ 132681 w 763267"/>
                <a:gd name="connsiteY464" fmla="*/ 412657 h 478792"/>
                <a:gd name="connsiteX465" fmla="*/ 135273 w 763267"/>
                <a:gd name="connsiteY465" fmla="*/ 409462 h 478792"/>
                <a:gd name="connsiteX466" fmla="*/ 139042 w 763267"/>
                <a:gd name="connsiteY466" fmla="*/ 407140 h 478792"/>
                <a:gd name="connsiteX467" fmla="*/ 141061 w 763267"/>
                <a:gd name="connsiteY467" fmla="*/ 404685 h 478792"/>
                <a:gd name="connsiteX468" fmla="*/ 148028 w 763267"/>
                <a:gd name="connsiteY468" fmla="*/ 400480 h 478792"/>
                <a:gd name="connsiteX469" fmla="*/ 150922 w 763267"/>
                <a:gd name="connsiteY469" fmla="*/ 400480 h 478792"/>
                <a:gd name="connsiteX470" fmla="*/ 156139 w 763267"/>
                <a:gd name="connsiteY470" fmla="*/ 400480 h 478792"/>
                <a:gd name="connsiteX471" fmla="*/ 160211 w 763267"/>
                <a:gd name="connsiteY471" fmla="*/ 400480 h 478792"/>
                <a:gd name="connsiteX472" fmla="*/ 165730 w 763267"/>
                <a:gd name="connsiteY472" fmla="*/ 401354 h 478792"/>
                <a:gd name="connsiteX473" fmla="*/ 171249 w 763267"/>
                <a:gd name="connsiteY473" fmla="*/ 401657 h 478792"/>
                <a:gd name="connsiteX474" fmla="*/ 179091 w 763267"/>
                <a:gd name="connsiteY474" fmla="*/ 402229 h 478792"/>
                <a:gd name="connsiteX475" fmla="*/ 182860 w 763267"/>
                <a:gd name="connsiteY475" fmla="*/ 404853 h 478792"/>
                <a:gd name="connsiteX476" fmla="*/ 184880 w 763267"/>
                <a:gd name="connsiteY476" fmla="*/ 405997 h 478792"/>
                <a:gd name="connsiteX477" fmla="*/ 188649 w 763267"/>
                <a:gd name="connsiteY477" fmla="*/ 408890 h 478792"/>
                <a:gd name="connsiteX478" fmla="*/ 191274 w 763267"/>
                <a:gd name="connsiteY478" fmla="*/ 412086 h 478792"/>
                <a:gd name="connsiteX479" fmla="*/ 193899 w 763267"/>
                <a:gd name="connsiteY479" fmla="*/ 415853 h 478792"/>
                <a:gd name="connsiteX480" fmla="*/ 199115 w 763267"/>
                <a:gd name="connsiteY480" fmla="*/ 418174 h 478792"/>
                <a:gd name="connsiteX481" fmla="*/ 206654 w 763267"/>
                <a:gd name="connsiteY481" fmla="*/ 413229 h 478792"/>
                <a:gd name="connsiteX482" fmla="*/ 209245 w 763267"/>
                <a:gd name="connsiteY482" fmla="*/ 408318 h 478792"/>
                <a:gd name="connsiteX483" fmla="*/ 214765 w 763267"/>
                <a:gd name="connsiteY483" fmla="*/ 405425 h 478792"/>
                <a:gd name="connsiteX484" fmla="*/ 218231 w 763267"/>
                <a:gd name="connsiteY484" fmla="*/ 403104 h 478792"/>
                <a:gd name="connsiteX485" fmla="*/ 221428 w 763267"/>
                <a:gd name="connsiteY485" fmla="*/ 400110 h 478792"/>
                <a:gd name="connsiteX486" fmla="*/ 221428 w 763267"/>
                <a:gd name="connsiteY486" fmla="*/ 396140 h 478792"/>
                <a:gd name="connsiteX487" fmla="*/ 219981 w 763267"/>
                <a:gd name="connsiteY487" fmla="*/ 394391 h 478792"/>
                <a:gd name="connsiteX488" fmla="*/ 218231 w 763267"/>
                <a:gd name="connsiteY488" fmla="*/ 393214 h 478792"/>
                <a:gd name="connsiteX489" fmla="*/ 215034 w 763267"/>
                <a:gd name="connsiteY489" fmla="*/ 391767 h 478792"/>
                <a:gd name="connsiteX490" fmla="*/ 211568 w 763267"/>
                <a:gd name="connsiteY490" fmla="*/ 389446 h 478792"/>
                <a:gd name="connsiteX491" fmla="*/ 209548 w 763267"/>
                <a:gd name="connsiteY491" fmla="*/ 389446 h 478792"/>
                <a:gd name="connsiteX492" fmla="*/ 207226 w 763267"/>
                <a:gd name="connsiteY492" fmla="*/ 386553 h 478792"/>
                <a:gd name="connsiteX493" fmla="*/ 205207 w 763267"/>
                <a:gd name="connsiteY493" fmla="*/ 382482 h 478792"/>
                <a:gd name="connsiteX494" fmla="*/ 205779 w 763267"/>
                <a:gd name="connsiteY494" fmla="*/ 379590 h 478792"/>
                <a:gd name="connsiteX495" fmla="*/ 206082 w 763267"/>
                <a:gd name="connsiteY495" fmla="*/ 374947 h 478792"/>
                <a:gd name="connsiteX496" fmla="*/ 205779 w 763267"/>
                <a:gd name="connsiteY496" fmla="*/ 369161 h 478792"/>
                <a:gd name="connsiteX497" fmla="*/ 206957 w 763267"/>
                <a:gd name="connsiteY497" fmla="*/ 367143 h 478792"/>
                <a:gd name="connsiteX498" fmla="*/ 211299 w 763267"/>
                <a:gd name="connsiteY498" fmla="*/ 367143 h 478792"/>
                <a:gd name="connsiteX499" fmla="*/ 218837 w 763267"/>
                <a:gd name="connsiteY499" fmla="*/ 367008 h 478792"/>
                <a:gd name="connsiteX500" fmla="*/ 220284 w 763267"/>
                <a:gd name="connsiteY500" fmla="*/ 367008 h 478792"/>
                <a:gd name="connsiteX501" fmla="*/ 224626 w 763267"/>
                <a:gd name="connsiteY501" fmla="*/ 367008 h 478792"/>
                <a:gd name="connsiteX502" fmla="*/ 231289 w 763267"/>
                <a:gd name="connsiteY502" fmla="*/ 366773 h 478792"/>
                <a:gd name="connsiteX503" fmla="*/ 235059 w 763267"/>
                <a:gd name="connsiteY503" fmla="*/ 363644 h 478792"/>
                <a:gd name="connsiteX504" fmla="*/ 237381 w 763267"/>
                <a:gd name="connsiteY504" fmla="*/ 360449 h 478792"/>
                <a:gd name="connsiteX505" fmla="*/ 240006 w 763267"/>
                <a:gd name="connsiteY505" fmla="*/ 356984 h 478792"/>
                <a:gd name="connsiteX506" fmla="*/ 241453 w 763267"/>
                <a:gd name="connsiteY506" fmla="*/ 356984 h 478792"/>
                <a:gd name="connsiteX507" fmla="*/ 244650 w 763267"/>
                <a:gd name="connsiteY507" fmla="*/ 358430 h 478792"/>
                <a:gd name="connsiteX508" fmla="*/ 247847 w 763267"/>
                <a:gd name="connsiteY508" fmla="*/ 365091 h 478792"/>
                <a:gd name="connsiteX509" fmla="*/ 250170 w 763267"/>
                <a:gd name="connsiteY509" fmla="*/ 370036 h 478792"/>
                <a:gd name="connsiteX510" fmla="*/ 253636 w 763267"/>
                <a:gd name="connsiteY510" fmla="*/ 372929 h 478792"/>
                <a:gd name="connsiteX511" fmla="*/ 259425 w 763267"/>
                <a:gd name="connsiteY511" fmla="*/ 371482 h 478792"/>
                <a:gd name="connsiteX512" fmla="*/ 267535 w 763267"/>
                <a:gd name="connsiteY512" fmla="*/ 369161 h 478792"/>
                <a:gd name="connsiteX513" fmla="*/ 271607 w 763267"/>
                <a:gd name="connsiteY513" fmla="*/ 367143 h 478792"/>
                <a:gd name="connsiteX514" fmla="*/ 275949 w 763267"/>
                <a:gd name="connsiteY514" fmla="*/ 370910 h 478792"/>
                <a:gd name="connsiteX515" fmla="*/ 279718 w 763267"/>
                <a:gd name="connsiteY515" fmla="*/ 372929 h 478792"/>
                <a:gd name="connsiteX516" fmla="*/ 286988 w 763267"/>
                <a:gd name="connsiteY516" fmla="*/ 376125 h 478792"/>
                <a:gd name="connsiteX517" fmla="*/ 293348 w 763267"/>
                <a:gd name="connsiteY517" fmla="*/ 377874 h 478792"/>
                <a:gd name="connsiteX518" fmla="*/ 296545 w 763267"/>
                <a:gd name="connsiteY518" fmla="*/ 379320 h 478792"/>
                <a:gd name="connsiteX519" fmla="*/ 298296 w 763267"/>
                <a:gd name="connsiteY519" fmla="*/ 382214 h 478792"/>
                <a:gd name="connsiteX520" fmla="*/ 306406 w 763267"/>
                <a:gd name="connsiteY520" fmla="*/ 385241 h 478792"/>
                <a:gd name="connsiteX521" fmla="*/ 310748 w 763267"/>
                <a:gd name="connsiteY521" fmla="*/ 384804 h 478792"/>
                <a:gd name="connsiteX522" fmla="*/ 316267 w 763267"/>
                <a:gd name="connsiteY522" fmla="*/ 384804 h 478792"/>
                <a:gd name="connsiteX523" fmla="*/ 322359 w 763267"/>
                <a:gd name="connsiteY523" fmla="*/ 383794 h 478792"/>
                <a:gd name="connsiteX524" fmla="*/ 329022 w 763267"/>
                <a:gd name="connsiteY524" fmla="*/ 383088 h 478792"/>
                <a:gd name="connsiteX525" fmla="*/ 331916 w 763267"/>
                <a:gd name="connsiteY525" fmla="*/ 383088 h 478792"/>
                <a:gd name="connsiteX526" fmla="*/ 335113 w 763267"/>
                <a:gd name="connsiteY526" fmla="*/ 385712 h 478792"/>
                <a:gd name="connsiteX527" fmla="*/ 339455 w 763267"/>
                <a:gd name="connsiteY527" fmla="*/ 387730 h 478792"/>
                <a:gd name="connsiteX528" fmla="*/ 345816 w 763267"/>
                <a:gd name="connsiteY528" fmla="*/ 391801 h 478792"/>
                <a:gd name="connsiteX529" fmla="*/ 349282 w 763267"/>
                <a:gd name="connsiteY529" fmla="*/ 392978 h 478792"/>
                <a:gd name="connsiteX530" fmla="*/ 355946 w 763267"/>
                <a:gd name="connsiteY530" fmla="*/ 398192 h 478792"/>
                <a:gd name="connsiteX531" fmla="*/ 362912 w 763267"/>
                <a:gd name="connsiteY531" fmla="*/ 400513 h 478792"/>
                <a:gd name="connsiteX532" fmla="*/ 364932 w 763267"/>
                <a:gd name="connsiteY532" fmla="*/ 406299 h 478792"/>
                <a:gd name="connsiteX533" fmla="*/ 368398 w 763267"/>
                <a:gd name="connsiteY533" fmla="*/ 408890 h 478792"/>
                <a:gd name="connsiteX534" fmla="*/ 373312 w 763267"/>
                <a:gd name="connsiteY534" fmla="*/ 412960 h 478792"/>
                <a:gd name="connsiteX535" fmla="*/ 375634 w 763267"/>
                <a:gd name="connsiteY535" fmla="*/ 420361 h 478792"/>
                <a:gd name="connsiteX536" fmla="*/ 376946 w 763267"/>
                <a:gd name="connsiteY536" fmla="*/ 422379 h 478792"/>
                <a:gd name="connsiteX537" fmla="*/ 378461 w 763267"/>
                <a:gd name="connsiteY537" fmla="*/ 421942 h 478792"/>
                <a:gd name="connsiteX538" fmla="*/ 381422 w 763267"/>
                <a:gd name="connsiteY538" fmla="*/ 417737 h 478792"/>
                <a:gd name="connsiteX539" fmla="*/ 381422 w 763267"/>
                <a:gd name="connsiteY539" fmla="*/ 415281 h 478792"/>
                <a:gd name="connsiteX540" fmla="*/ 382499 w 763267"/>
                <a:gd name="connsiteY540" fmla="*/ 414272 h 478792"/>
                <a:gd name="connsiteX541" fmla="*/ 384889 w 763267"/>
                <a:gd name="connsiteY541" fmla="*/ 417030 h 478792"/>
                <a:gd name="connsiteX542" fmla="*/ 384889 w 763267"/>
                <a:gd name="connsiteY542" fmla="*/ 418780 h 478792"/>
                <a:gd name="connsiteX543" fmla="*/ 386639 w 763267"/>
                <a:gd name="connsiteY543" fmla="*/ 422413 h 478792"/>
                <a:gd name="connsiteX544" fmla="*/ 388961 w 763267"/>
                <a:gd name="connsiteY544" fmla="*/ 423859 h 478792"/>
                <a:gd name="connsiteX545" fmla="*/ 391855 w 763267"/>
                <a:gd name="connsiteY545" fmla="*/ 423557 h 478792"/>
                <a:gd name="connsiteX546" fmla="*/ 395625 w 763267"/>
                <a:gd name="connsiteY546" fmla="*/ 421404 h 478792"/>
                <a:gd name="connsiteX547" fmla="*/ 397509 w 763267"/>
                <a:gd name="connsiteY547" fmla="*/ 419082 h 478792"/>
                <a:gd name="connsiteX548" fmla="*/ 399832 w 763267"/>
                <a:gd name="connsiteY548" fmla="*/ 416761 h 478792"/>
                <a:gd name="connsiteX549" fmla="*/ 402456 w 763267"/>
                <a:gd name="connsiteY549" fmla="*/ 412119 h 478792"/>
                <a:gd name="connsiteX550" fmla="*/ 404913 w 763267"/>
                <a:gd name="connsiteY550" fmla="*/ 411547 h 478792"/>
                <a:gd name="connsiteX551" fmla="*/ 408683 w 763267"/>
                <a:gd name="connsiteY551" fmla="*/ 409226 h 478792"/>
                <a:gd name="connsiteX552" fmla="*/ 411880 w 763267"/>
                <a:gd name="connsiteY552" fmla="*/ 409226 h 478792"/>
                <a:gd name="connsiteX553" fmla="*/ 416659 w 763267"/>
                <a:gd name="connsiteY553" fmla="*/ 408789 h 478792"/>
                <a:gd name="connsiteX554" fmla="*/ 419116 w 763267"/>
                <a:gd name="connsiteY554" fmla="*/ 410975 h 478792"/>
                <a:gd name="connsiteX555" fmla="*/ 422582 w 763267"/>
                <a:gd name="connsiteY555" fmla="*/ 407780 h 478792"/>
                <a:gd name="connsiteX556" fmla="*/ 424164 w 763267"/>
                <a:gd name="connsiteY556" fmla="*/ 404887 h 478792"/>
                <a:gd name="connsiteX557" fmla="*/ 426183 w 763267"/>
                <a:gd name="connsiteY557" fmla="*/ 401691 h 478792"/>
                <a:gd name="connsiteX558" fmla="*/ 428202 w 763267"/>
                <a:gd name="connsiteY558" fmla="*/ 398663 h 478792"/>
                <a:gd name="connsiteX559" fmla="*/ 430087 w 763267"/>
                <a:gd name="connsiteY559" fmla="*/ 395636 h 478792"/>
                <a:gd name="connsiteX560" fmla="*/ 431971 w 763267"/>
                <a:gd name="connsiteY560" fmla="*/ 393752 h 478792"/>
                <a:gd name="connsiteX561" fmla="*/ 436885 w 763267"/>
                <a:gd name="connsiteY561" fmla="*/ 392608 h 478792"/>
                <a:gd name="connsiteX562" fmla="*/ 440351 w 763267"/>
                <a:gd name="connsiteY562" fmla="*/ 392608 h 478792"/>
                <a:gd name="connsiteX563" fmla="*/ 442539 w 763267"/>
                <a:gd name="connsiteY563" fmla="*/ 392608 h 478792"/>
                <a:gd name="connsiteX564" fmla="*/ 444121 w 763267"/>
                <a:gd name="connsiteY564" fmla="*/ 394627 h 478792"/>
                <a:gd name="connsiteX565" fmla="*/ 444895 w 763267"/>
                <a:gd name="connsiteY565" fmla="*/ 395198 h 478792"/>
                <a:gd name="connsiteX566" fmla="*/ 445703 w 763267"/>
                <a:gd name="connsiteY566" fmla="*/ 398226 h 478792"/>
                <a:gd name="connsiteX567" fmla="*/ 445703 w 763267"/>
                <a:gd name="connsiteY567" fmla="*/ 401422 h 478792"/>
                <a:gd name="connsiteX568" fmla="*/ 445703 w 763267"/>
                <a:gd name="connsiteY568" fmla="*/ 406636 h 478792"/>
                <a:gd name="connsiteX569" fmla="*/ 445703 w 763267"/>
                <a:gd name="connsiteY569" fmla="*/ 408082 h 478792"/>
                <a:gd name="connsiteX570" fmla="*/ 445837 w 763267"/>
                <a:gd name="connsiteY570" fmla="*/ 413162 h 478792"/>
                <a:gd name="connsiteX571" fmla="*/ 445972 w 763267"/>
                <a:gd name="connsiteY571" fmla="*/ 416627 h 478792"/>
                <a:gd name="connsiteX572" fmla="*/ 445433 w 763267"/>
                <a:gd name="connsiteY572" fmla="*/ 420966 h 478792"/>
                <a:gd name="connsiteX573" fmla="*/ 446140 w 763267"/>
                <a:gd name="connsiteY573" fmla="*/ 424734 h 478792"/>
                <a:gd name="connsiteX574" fmla="*/ 448361 w 763267"/>
                <a:gd name="connsiteY574" fmla="*/ 427190 h 478792"/>
                <a:gd name="connsiteX575" fmla="*/ 450246 w 763267"/>
                <a:gd name="connsiteY575" fmla="*/ 429376 h 478792"/>
                <a:gd name="connsiteX576" fmla="*/ 453578 w 763267"/>
                <a:gd name="connsiteY576" fmla="*/ 430554 h 478792"/>
                <a:gd name="connsiteX577" fmla="*/ 455765 w 763267"/>
                <a:gd name="connsiteY577" fmla="*/ 429545 h 478792"/>
                <a:gd name="connsiteX578" fmla="*/ 458087 w 763267"/>
                <a:gd name="connsiteY578" fmla="*/ 427223 h 478792"/>
                <a:gd name="connsiteX579" fmla="*/ 460477 w 763267"/>
                <a:gd name="connsiteY579" fmla="*/ 427795 h 478792"/>
                <a:gd name="connsiteX580" fmla="*/ 461419 w 763267"/>
                <a:gd name="connsiteY580" fmla="*/ 429679 h 478792"/>
                <a:gd name="connsiteX581" fmla="*/ 461419 w 763267"/>
                <a:gd name="connsiteY581" fmla="*/ 432706 h 478792"/>
                <a:gd name="connsiteX582" fmla="*/ 461419 w 763267"/>
                <a:gd name="connsiteY582" fmla="*/ 436171 h 478792"/>
                <a:gd name="connsiteX583" fmla="*/ 464313 w 763267"/>
                <a:gd name="connsiteY583" fmla="*/ 435431 h 478792"/>
                <a:gd name="connsiteX584" fmla="*/ 467342 w 763267"/>
                <a:gd name="connsiteY584" fmla="*/ 432673 h 478792"/>
                <a:gd name="connsiteX585" fmla="*/ 469227 w 763267"/>
                <a:gd name="connsiteY585" fmla="*/ 431361 h 478792"/>
                <a:gd name="connsiteX586" fmla="*/ 471112 w 763267"/>
                <a:gd name="connsiteY586" fmla="*/ 428165 h 478792"/>
                <a:gd name="connsiteX587" fmla="*/ 478516 w 763267"/>
                <a:gd name="connsiteY587" fmla="*/ 422211 h 478792"/>
                <a:gd name="connsiteX588" fmla="*/ 483295 w 763267"/>
                <a:gd name="connsiteY588" fmla="*/ 418578 h 478792"/>
                <a:gd name="connsiteX589" fmla="*/ 485449 w 763267"/>
                <a:gd name="connsiteY589" fmla="*/ 414945 h 478792"/>
                <a:gd name="connsiteX590" fmla="*/ 489218 w 763267"/>
                <a:gd name="connsiteY590" fmla="*/ 410740 h 478792"/>
                <a:gd name="connsiteX591" fmla="*/ 490665 w 763267"/>
                <a:gd name="connsiteY591" fmla="*/ 408722 h 478792"/>
                <a:gd name="connsiteX592" fmla="*/ 492247 w 763267"/>
                <a:gd name="connsiteY592" fmla="*/ 407847 h 478792"/>
                <a:gd name="connsiteX593" fmla="*/ 496723 w 763267"/>
                <a:gd name="connsiteY593" fmla="*/ 404214 h 478792"/>
                <a:gd name="connsiteX594" fmla="*/ 498608 w 763267"/>
                <a:gd name="connsiteY594" fmla="*/ 403474 h 478792"/>
                <a:gd name="connsiteX595" fmla="*/ 501637 w 763267"/>
                <a:gd name="connsiteY595" fmla="*/ 402027 h 478792"/>
                <a:gd name="connsiteX596" fmla="*/ 504531 w 763267"/>
                <a:gd name="connsiteY596" fmla="*/ 401018 h 478792"/>
                <a:gd name="connsiteX597" fmla="*/ 506719 w 763267"/>
                <a:gd name="connsiteY597" fmla="*/ 401153 h 478792"/>
                <a:gd name="connsiteX598" fmla="*/ 508738 w 763267"/>
                <a:gd name="connsiteY598" fmla="*/ 402902 h 478792"/>
                <a:gd name="connsiteX599" fmla="*/ 509444 w 763267"/>
                <a:gd name="connsiteY599" fmla="*/ 403339 h 478792"/>
                <a:gd name="connsiteX600" fmla="*/ 512911 w 763267"/>
                <a:gd name="connsiteY600" fmla="*/ 405660 h 478792"/>
                <a:gd name="connsiteX601" fmla="*/ 515233 w 763267"/>
                <a:gd name="connsiteY601" fmla="*/ 408116 h 478792"/>
                <a:gd name="connsiteX602" fmla="*/ 516680 w 763267"/>
                <a:gd name="connsiteY602" fmla="*/ 408553 h 478792"/>
                <a:gd name="connsiteX603" fmla="*/ 520315 w 763267"/>
                <a:gd name="connsiteY603" fmla="*/ 411884 h 478792"/>
                <a:gd name="connsiteX604" fmla="*/ 522334 w 763267"/>
                <a:gd name="connsiteY604" fmla="*/ 413768 h 478792"/>
                <a:gd name="connsiteX605" fmla="*/ 523950 w 763267"/>
                <a:gd name="connsiteY605" fmla="*/ 415517 h 478792"/>
                <a:gd name="connsiteX606" fmla="*/ 523950 w 763267"/>
                <a:gd name="connsiteY606" fmla="*/ 418712 h 478792"/>
                <a:gd name="connsiteX607" fmla="*/ 522940 w 763267"/>
                <a:gd name="connsiteY607" fmla="*/ 420462 h 478792"/>
                <a:gd name="connsiteX608" fmla="*/ 521493 w 763267"/>
                <a:gd name="connsiteY608" fmla="*/ 421774 h 478792"/>
                <a:gd name="connsiteX609" fmla="*/ 520617 w 763267"/>
                <a:gd name="connsiteY609" fmla="*/ 422648 h 478792"/>
                <a:gd name="connsiteX610" fmla="*/ 520315 w 763267"/>
                <a:gd name="connsiteY610" fmla="*/ 423960 h 478792"/>
                <a:gd name="connsiteX611" fmla="*/ 521762 w 763267"/>
                <a:gd name="connsiteY611" fmla="*/ 425541 h 478792"/>
                <a:gd name="connsiteX612" fmla="*/ 522031 w 763267"/>
                <a:gd name="connsiteY612" fmla="*/ 426988 h 478792"/>
                <a:gd name="connsiteX613" fmla="*/ 525363 w 763267"/>
                <a:gd name="connsiteY613" fmla="*/ 425979 h 478792"/>
                <a:gd name="connsiteX614" fmla="*/ 526810 w 763267"/>
                <a:gd name="connsiteY614" fmla="*/ 426988 h 478792"/>
                <a:gd name="connsiteX615" fmla="*/ 529132 w 763267"/>
                <a:gd name="connsiteY615" fmla="*/ 430453 h 478792"/>
                <a:gd name="connsiteX616" fmla="*/ 529132 w 763267"/>
                <a:gd name="connsiteY616" fmla="*/ 432639 h 478792"/>
                <a:gd name="connsiteX617" fmla="*/ 528560 w 763267"/>
                <a:gd name="connsiteY617" fmla="*/ 434826 h 478792"/>
                <a:gd name="connsiteX618" fmla="*/ 527988 w 763267"/>
                <a:gd name="connsiteY618" fmla="*/ 436272 h 478792"/>
                <a:gd name="connsiteX619" fmla="*/ 527416 w 763267"/>
                <a:gd name="connsiteY619" fmla="*/ 437147 h 478792"/>
                <a:gd name="connsiteX620" fmla="*/ 525094 w 763267"/>
                <a:gd name="connsiteY620" fmla="*/ 439737 h 478792"/>
                <a:gd name="connsiteX621" fmla="*/ 523209 w 763267"/>
                <a:gd name="connsiteY621" fmla="*/ 441924 h 478792"/>
                <a:gd name="connsiteX622" fmla="*/ 520887 w 763267"/>
                <a:gd name="connsiteY622" fmla="*/ 443505 h 478792"/>
                <a:gd name="connsiteX623" fmla="*/ 519137 w 763267"/>
                <a:gd name="connsiteY623" fmla="*/ 445389 h 478792"/>
                <a:gd name="connsiteX624" fmla="*/ 517623 w 763267"/>
                <a:gd name="connsiteY624" fmla="*/ 447138 h 478792"/>
                <a:gd name="connsiteX625" fmla="*/ 516815 w 763267"/>
                <a:gd name="connsiteY625" fmla="*/ 450603 h 478792"/>
                <a:gd name="connsiteX626" fmla="*/ 515940 w 763267"/>
                <a:gd name="connsiteY626" fmla="*/ 453496 h 478792"/>
                <a:gd name="connsiteX627" fmla="*/ 516646 w 763267"/>
                <a:gd name="connsiteY627" fmla="*/ 455682 h 478792"/>
                <a:gd name="connsiteX628" fmla="*/ 520719 w 763267"/>
                <a:gd name="connsiteY628" fmla="*/ 455817 h 478792"/>
                <a:gd name="connsiteX629" fmla="*/ 523916 w 763267"/>
                <a:gd name="connsiteY629" fmla="*/ 456557 h 478792"/>
                <a:gd name="connsiteX630" fmla="*/ 527382 w 763267"/>
                <a:gd name="connsiteY630" fmla="*/ 457129 h 478792"/>
                <a:gd name="connsiteX631" fmla="*/ 526507 w 763267"/>
                <a:gd name="connsiteY631" fmla="*/ 459585 h 478792"/>
                <a:gd name="connsiteX632" fmla="*/ 524050 w 763267"/>
                <a:gd name="connsiteY632" fmla="*/ 460728 h 478792"/>
                <a:gd name="connsiteX633" fmla="*/ 521156 w 763267"/>
                <a:gd name="connsiteY633" fmla="*/ 461872 h 478792"/>
                <a:gd name="connsiteX634" fmla="*/ 519137 w 763267"/>
                <a:gd name="connsiteY634" fmla="*/ 464059 h 478792"/>
                <a:gd name="connsiteX635" fmla="*/ 518565 w 763267"/>
                <a:gd name="connsiteY635" fmla="*/ 466077 h 478792"/>
                <a:gd name="connsiteX636" fmla="*/ 519574 w 763267"/>
                <a:gd name="connsiteY636" fmla="*/ 468970 h 478792"/>
                <a:gd name="connsiteX637" fmla="*/ 521459 w 763267"/>
                <a:gd name="connsiteY637" fmla="*/ 470282 h 478792"/>
                <a:gd name="connsiteX638" fmla="*/ 524488 w 763267"/>
                <a:gd name="connsiteY638" fmla="*/ 473309 h 478792"/>
                <a:gd name="connsiteX639" fmla="*/ 526810 w 763267"/>
                <a:gd name="connsiteY639" fmla="*/ 474184 h 478792"/>
                <a:gd name="connsiteX640" fmla="*/ 529132 w 763267"/>
                <a:gd name="connsiteY640" fmla="*/ 473747 h 478792"/>
                <a:gd name="connsiteX641" fmla="*/ 531757 w 763267"/>
                <a:gd name="connsiteY641" fmla="*/ 472435 h 478792"/>
                <a:gd name="connsiteX642" fmla="*/ 533339 w 763267"/>
                <a:gd name="connsiteY642" fmla="*/ 470854 h 478792"/>
                <a:gd name="connsiteX643" fmla="*/ 534484 w 763267"/>
                <a:gd name="connsiteY643" fmla="*/ 469105 h 478792"/>
                <a:gd name="connsiteX644" fmla="*/ 535998 w 763267"/>
                <a:gd name="connsiteY644" fmla="*/ 468533 h 478792"/>
                <a:gd name="connsiteX645" fmla="*/ 537815 w 763267"/>
                <a:gd name="connsiteY645" fmla="*/ 470988 h 478792"/>
                <a:gd name="connsiteX646" fmla="*/ 537815 w 763267"/>
                <a:gd name="connsiteY646" fmla="*/ 472570 h 478792"/>
                <a:gd name="connsiteX647" fmla="*/ 537815 w 763267"/>
                <a:gd name="connsiteY647" fmla="*/ 475328 h 478792"/>
                <a:gd name="connsiteX648" fmla="*/ 541585 w 763267"/>
                <a:gd name="connsiteY648" fmla="*/ 478793 h 478792"/>
                <a:gd name="connsiteX649" fmla="*/ 543301 w 763267"/>
                <a:gd name="connsiteY649" fmla="*/ 477346 h 478792"/>
                <a:gd name="connsiteX650" fmla="*/ 546936 w 763267"/>
                <a:gd name="connsiteY650" fmla="*/ 477481 h 478792"/>
                <a:gd name="connsiteX651" fmla="*/ 548517 w 763267"/>
                <a:gd name="connsiteY651" fmla="*/ 472401 h 478792"/>
                <a:gd name="connsiteX652" fmla="*/ 551715 w 763267"/>
                <a:gd name="connsiteY652" fmla="*/ 469710 h 478792"/>
                <a:gd name="connsiteX653" fmla="*/ 556493 w 763267"/>
                <a:gd name="connsiteY653" fmla="*/ 465371 h 478792"/>
                <a:gd name="connsiteX654" fmla="*/ 558883 w 763267"/>
                <a:gd name="connsiteY654" fmla="*/ 462108 h 478792"/>
                <a:gd name="connsiteX655" fmla="*/ 561710 w 763267"/>
                <a:gd name="connsiteY655" fmla="*/ 457600 h 478792"/>
                <a:gd name="connsiteX656" fmla="*/ 567801 w 763267"/>
                <a:gd name="connsiteY656" fmla="*/ 457533 h 478792"/>
                <a:gd name="connsiteX657" fmla="*/ 570056 w 763267"/>
                <a:gd name="connsiteY657" fmla="*/ 457600 h 478792"/>
                <a:gd name="connsiteX658" fmla="*/ 570191 w 763267"/>
                <a:gd name="connsiteY658" fmla="*/ 457533 h 478792"/>
                <a:gd name="connsiteX659" fmla="*/ 575609 w 763267"/>
                <a:gd name="connsiteY659" fmla="*/ 456456 h 478792"/>
                <a:gd name="connsiteX660" fmla="*/ 577797 w 763267"/>
                <a:gd name="connsiteY660" fmla="*/ 455144 h 478792"/>
                <a:gd name="connsiteX661" fmla="*/ 577797 w 763267"/>
                <a:gd name="connsiteY661" fmla="*/ 449930 h 478792"/>
                <a:gd name="connsiteX662" fmla="*/ 577797 w 763267"/>
                <a:gd name="connsiteY662" fmla="*/ 447743 h 478792"/>
                <a:gd name="connsiteX663" fmla="*/ 578672 w 763267"/>
                <a:gd name="connsiteY663" fmla="*/ 443841 h 478792"/>
                <a:gd name="connsiteX664" fmla="*/ 582138 w 763267"/>
                <a:gd name="connsiteY664" fmla="*/ 443841 h 478792"/>
                <a:gd name="connsiteX665" fmla="*/ 595196 w 763267"/>
                <a:gd name="connsiteY665" fmla="*/ 443841 h 478792"/>
                <a:gd name="connsiteX666" fmla="*/ 603004 w 763267"/>
                <a:gd name="connsiteY666" fmla="*/ 442092 h 478792"/>
                <a:gd name="connsiteX667" fmla="*/ 606470 w 763267"/>
                <a:gd name="connsiteY667" fmla="*/ 440578 h 478792"/>
                <a:gd name="connsiteX668" fmla="*/ 610374 w 763267"/>
                <a:gd name="connsiteY668" fmla="*/ 436239 h 478792"/>
                <a:gd name="connsiteX669" fmla="*/ 613403 w 763267"/>
                <a:gd name="connsiteY669" fmla="*/ 433413 h 478792"/>
                <a:gd name="connsiteX670" fmla="*/ 623836 w 763267"/>
                <a:gd name="connsiteY670" fmla="*/ 433413 h 478792"/>
                <a:gd name="connsiteX671" fmla="*/ 632519 w 763267"/>
                <a:gd name="connsiteY671" fmla="*/ 433413 h 478792"/>
                <a:gd name="connsiteX672" fmla="*/ 639687 w 763267"/>
                <a:gd name="connsiteY672" fmla="*/ 433413 h 478792"/>
                <a:gd name="connsiteX673" fmla="*/ 644029 w 763267"/>
                <a:gd name="connsiteY673" fmla="*/ 428972 h 478792"/>
                <a:gd name="connsiteX674" fmla="*/ 639687 w 763267"/>
                <a:gd name="connsiteY674" fmla="*/ 421034 h 478792"/>
                <a:gd name="connsiteX675" fmla="*/ 643827 w 763267"/>
                <a:gd name="connsiteY675" fmla="*/ 416896 h 478792"/>
                <a:gd name="connsiteX676" fmla="*/ 645779 w 763267"/>
                <a:gd name="connsiteY676" fmla="*/ 413633 h 478792"/>
                <a:gd name="connsiteX677" fmla="*/ 650558 w 763267"/>
                <a:gd name="connsiteY677" fmla="*/ 409495 h 478792"/>
                <a:gd name="connsiteX678" fmla="*/ 656010 w 763267"/>
                <a:gd name="connsiteY678" fmla="*/ 412960 h 478792"/>
                <a:gd name="connsiteX679" fmla="*/ 663414 w 763267"/>
                <a:gd name="connsiteY679" fmla="*/ 417939 h 478792"/>
                <a:gd name="connsiteX680" fmla="*/ 669943 w 763267"/>
                <a:gd name="connsiteY680" fmla="*/ 414474 h 478792"/>
                <a:gd name="connsiteX681" fmla="*/ 671020 w 763267"/>
                <a:gd name="connsiteY681" fmla="*/ 410134 h 478792"/>
                <a:gd name="connsiteX682" fmla="*/ 674049 w 763267"/>
                <a:gd name="connsiteY682" fmla="*/ 404046 h 478792"/>
                <a:gd name="connsiteX683" fmla="*/ 680578 w 763267"/>
                <a:gd name="connsiteY683" fmla="*/ 401422 h 478792"/>
                <a:gd name="connsiteX684" fmla="*/ 685155 w 763267"/>
                <a:gd name="connsiteY684" fmla="*/ 400110 h 478792"/>
                <a:gd name="connsiteX685" fmla="*/ 688857 w 763267"/>
                <a:gd name="connsiteY685" fmla="*/ 397721 h 478792"/>
                <a:gd name="connsiteX686" fmla="*/ 691684 w 763267"/>
                <a:gd name="connsiteY686" fmla="*/ 393819 h 478792"/>
                <a:gd name="connsiteX687" fmla="*/ 694309 w 763267"/>
                <a:gd name="connsiteY687" fmla="*/ 389042 h 478792"/>
                <a:gd name="connsiteX688" fmla="*/ 694309 w 763267"/>
                <a:gd name="connsiteY688" fmla="*/ 385577 h 478792"/>
                <a:gd name="connsiteX689" fmla="*/ 696597 w 763267"/>
                <a:gd name="connsiteY689" fmla="*/ 381238 h 478792"/>
                <a:gd name="connsiteX690" fmla="*/ 704540 w 763267"/>
                <a:gd name="connsiteY690" fmla="*/ 380801 h 478792"/>
                <a:gd name="connsiteX691" fmla="*/ 710833 w 763267"/>
                <a:gd name="connsiteY691" fmla="*/ 379489 h 478792"/>
                <a:gd name="connsiteX692" fmla="*/ 722343 w 763267"/>
                <a:gd name="connsiteY692" fmla="*/ 379489 h 478792"/>
                <a:gd name="connsiteX693" fmla="*/ 727560 w 763267"/>
                <a:gd name="connsiteY693" fmla="*/ 381541 h 478792"/>
                <a:gd name="connsiteX694" fmla="*/ 730387 w 763267"/>
                <a:gd name="connsiteY694" fmla="*/ 384265 h 478792"/>
                <a:gd name="connsiteX695" fmla="*/ 735165 w 763267"/>
                <a:gd name="connsiteY695" fmla="*/ 391666 h 478792"/>
                <a:gd name="connsiteX696" fmla="*/ 744724 w 763267"/>
                <a:gd name="connsiteY696" fmla="*/ 391666 h 478792"/>
                <a:gd name="connsiteX697" fmla="*/ 748358 w 763267"/>
                <a:gd name="connsiteY697" fmla="*/ 390018 h 478792"/>
                <a:gd name="connsiteX698" fmla="*/ 756099 w 763267"/>
                <a:gd name="connsiteY698" fmla="*/ 386620 h 478792"/>
                <a:gd name="connsiteX699" fmla="*/ 761214 w 763267"/>
                <a:gd name="connsiteY699" fmla="*/ 384602 h 478792"/>
                <a:gd name="connsiteX700" fmla="*/ 763032 w 763267"/>
                <a:gd name="connsiteY700" fmla="*/ 382146 h 478792"/>
                <a:gd name="connsiteX701" fmla="*/ 763267 w 763267"/>
                <a:gd name="connsiteY701" fmla="*/ 383021 h 478792"/>
                <a:gd name="connsiteX702" fmla="*/ 761820 w 763267"/>
                <a:gd name="connsiteY702" fmla="*/ 377672 h 478792"/>
                <a:gd name="connsiteX703" fmla="*/ 761719 w 763267"/>
                <a:gd name="connsiteY703" fmla="*/ 373164 h 47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63267" h="478792">
                  <a:moveTo>
                    <a:pt x="761719" y="373164"/>
                  </a:moveTo>
                  <a:lnTo>
                    <a:pt x="756200" y="364755"/>
                  </a:lnTo>
                  <a:lnTo>
                    <a:pt x="755897" y="359238"/>
                  </a:lnTo>
                  <a:lnTo>
                    <a:pt x="756200" y="353721"/>
                  </a:lnTo>
                  <a:lnTo>
                    <a:pt x="755897" y="348809"/>
                  </a:lnTo>
                  <a:lnTo>
                    <a:pt x="754450" y="343595"/>
                  </a:lnTo>
                  <a:lnTo>
                    <a:pt x="752128" y="337237"/>
                  </a:lnTo>
                  <a:lnTo>
                    <a:pt x="750377" y="333167"/>
                  </a:lnTo>
                  <a:lnTo>
                    <a:pt x="745733" y="325934"/>
                  </a:lnTo>
                  <a:lnTo>
                    <a:pt x="741661" y="323310"/>
                  </a:lnTo>
                  <a:lnTo>
                    <a:pt x="736748" y="321864"/>
                  </a:lnTo>
                  <a:lnTo>
                    <a:pt x="733853" y="318668"/>
                  </a:lnTo>
                  <a:lnTo>
                    <a:pt x="738498" y="314598"/>
                  </a:lnTo>
                  <a:lnTo>
                    <a:pt x="736175" y="307365"/>
                  </a:lnTo>
                  <a:lnTo>
                    <a:pt x="736175" y="302723"/>
                  </a:lnTo>
                  <a:lnTo>
                    <a:pt x="733416" y="299258"/>
                  </a:lnTo>
                  <a:lnTo>
                    <a:pt x="730084" y="295188"/>
                  </a:lnTo>
                  <a:lnTo>
                    <a:pt x="725742" y="289973"/>
                  </a:lnTo>
                  <a:lnTo>
                    <a:pt x="721098" y="283885"/>
                  </a:lnTo>
                  <a:lnTo>
                    <a:pt x="721367" y="277224"/>
                  </a:lnTo>
                  <a:lnTo>
                    <a:pt x="725136" y="274028"/>
                  </a:lnTo>
                  <a:lnTo>
                    <a:pt x="727156" y="268242"/>
                  </a:lnTo>
                  <a:lnTo>
                    <a:pt x="727728" y="262725"/>
                  </a:lnTo>
                  <a:lnTo>
                    <a:pt x="726584" y="257814"/>
                  </a:lnTo>
                  <a:lnTo>
                    <a:pt x="731497" y="257814"/>
                  </a:lnTo>
                  <a:lnTo>
                    <a:pt x="735570" y="254921"/>
                  </a:lnTo>
                  <a:lnTo>
                    <a:pt x="740483" y="250851"/>
                  </a:lnTo>
                  <a:lnTo>
                    <a:pt x="745127" y="247386"/>
                  </a:lnTo>
                  <a:lnTo>
                    <a:pt x="746003" y="244493"/>
                  </a:lnTo>
                  <a:lnTo>
                    <a:pt x="742233" y="242172"/>
                  </a:lnTo>
                  <a:lnTo>
                    <a:pt x="737017" y="242172"/>
                  </a:lnTo>
                  <a:cubicBezTo>
                    <a:pt x="737017" y="242172"/>
                    <a:pt x="737589" y="236520"/>
                    <a:pt x="735872" y="237092"/>
                  </a:cubicBezTo>
                  <a:lnTo>
                    <a:pt x="731800" y="231743"/>
                  </a:lnTo>
                  <a:lnTo>
                    <a:pt x="728334" y="231743"/>
                  </a:lnTo>
                  <a:lnTo>
                    <a:pt x="722242" y="231743"/>
                  </a:lnTo>
                  <a:lnTo>
                    <a:pt x="717901" y="228682"/>
                  </a:lnTo>
                  <a:lnTo>
                    <a:pt x="714131" y="223031"/>
                  </a:lnTo>
                  <a:lnTo>
                    <a:pt x="707468" y="220407"/>
                  </a:lnTo>
                  <a:lnTo>
                    <a:pt x="704843" y="222425"/>
                  </a:lnTo>
                  <a:lnTo>
                    <a:pt x="702218" y="226496"/>
                  </a:lnTo>
                  <a:lnTo>
                    <a:pt x="699458" y="226496"/>
                  </a:lnTo>
                  <a:lnTo>
                    <a:pt x="692660" y="222156"/>
                  </a:lnTo>
                  <a:lnTo>
                    <a:pt x="692660" y="217245"/>
                  </a:lnTo>
                  <a:lnTo>
                    <a:pt x="690506" y="212905"/>
                  </a:lnTo>
                  <a:lnTo>
                    <a:pt x="684852" y="207388"/>
                  </a:lnTo>
                  <a:lnTo>
                    <a:pt x="683102" y="207388"/>
                  </a:lnTo>
                  <a:lnTo>
                    <a:pt x="676707" y="207388"/>
                  </a:lnTo>
                  <a:lnTo>
                    <a:pt x="675833" y="202040"/>
                  </a:lnTo>
                  <a:lnTo>
                    <a:pt x="673510" y="202510"/>
                  </a:lnTo>
                  <a:lnTo>
                    <a:pt x="671760" y="203049"/>
                  </a:lnTo>
                  <a:lnTo>
                    <a:pt x="669270" y="202174"/>
                  </a:lnTo>
                  <a:lnTo>
                    <a:pt x="666544" y="203251"/>
                  </a:lnTo>
                  <a:lnTo>
                    <a:pt x="663078" y="203150"/>
                  </a:lnTo>
                  <a:lnTo>
                    <a:pt x="661429" y="201064"/>
                  </a:lnTo>
                  <a:lnTo>
                    <a:pt x="663078" y="197801"/>
                  </a:lnTo>
                  <a:lnTo>
                    <a:pt x="663078" y="194336"/>
                  </a:lnTo>
                  <a:lnTo>
                    <a:pt x="663078" y="192587"/>
                  </a:lnTo>
                  <a:lnTo>
                    <a:pt x="663078" y="187373"/>
                  </a:lnTo>
                  <a:lnTo>
                    <a:pt x="663078" y="183908"/>
                  </a:lnTo>
                  <a:lnTo>
                    <a:pt x="658601" y="181957"/>
                  </a:lnTo>
                  <a:lnTo>
                    <a:pt x="655808" y="180880"/>
                  </a:lnTo>
                  <a:cubicBezTo>
                    <a:pt x="655808" y="180880"/>
                    <a:pt x="653924" y="182899"/>
                    <a:pt x="653924" y="183134"/>
                  </a:cubicBezTo>
                  <a:cubicBezTo>
                    <a:pt x="653924" y="183369"/>
                    <a:pt x="650962" y="190030"/>
                    <a:pt x="650659" y="190737"/>
                  </a:cubicBezTo>
                  <a:cubicBezTo>
                    <a:pt x="650356" y="191443"/>
                    <a:pt x="646957" y="192991"/>
                    <a:pt x="645880" y="194067"/>
                  </a:cubicBezTo>
                  <a:cubicBezTo>
                    <a:pt x="644803" y="195143"/>
                    <a:pt x="640091" y="195884"/>
                    <a:pt x="639149" y="196388"/>
                  </a:cubicBezTo>
                  <a:cubicBezTo>
                    <a:pt x="638207" y="196893"/>
                    <a:pt x="634000" y="197902"/>
                    <a:pt x="633630" y="197969"/>
                  </a:cubicBezTo>
                  <a:cubicBezTo>
                    <a:pt x="633260" y="198037"/>
                    <a:pt x="630601" y="198272"/>
                    <a:pt x="629490" y="197969"/>
                  </a:cubicBezTo>
                  <a:cubicBezTo>
                    <a:pt x="628413" y="197666"/>
                    <a:pt x="624206" y="195345"/>
                    <a:pt x="623635" y="195076"/>
                  </a:cubicBezTo>
                  <a:cubicBezTo>
                    <a:pt x="623062" y="194807"/>
                    <a:pt x="620000" y="192486"/>
                    <a:pt x="619428" y="192049"/>
                  </a:cubicBezTo>
                  <a:cubicBezTo>
                    <a:pt x="618855" y="191611"/>
                    <a:pt x="614716" y="190165"/>
                    <a:pt x="614144" y="189795"/>
                  </a:cubicBezTo>
                  <a:cubicBezTo>
                    <a:pt x="613572" y="189425"/>
                    <a:pt x="610307" y="185724"/>
                    <a:pt x="610004" y="185085"/>
                  </a:cubicBezTo>
                  <a:cubicBezTo>
                    <a:pt x="609701" y="184446"/>
                    <a:pt x="605595" y="184143"/>
                    <a:pt x="604047" y="184076"/>
                  </a:cubicBezTo>
                  <a:cubicBezTo>
                    <a:pt x="602533" y="184009"/>
                    <a:pt x="601893" y="183571"/>
                    <a:pt x="601018" y="182394"/>
                  </a:cubicBezTo>
                  <a:cubicBezTo>
                    <a:pt x="600143" y="181250"/>
                    <a:pt x="600749" y="180376"/>
                    <a:pt x="600749" y="179871"/>
                  </a:cubicBezTo>
                  <a:cubicBezTo>
                    <a:pt x="600749" y="179366"/>
                    <a:pt x="601389" y="177415"/>
                    <a:pt x="601759" y="177045"/>
                  </a:cubicBezTo>
                  <a:cubicBezTo>
                    <a:pt x="602129" y="176675"/>
                    <a:pt x="602466" y="175733"/>
                    <a:pt x="603206" y="174590"/>
                  </a:cubicBezTo>
                  <a:cubicBezTo>
                    <a:pt x="603946" y="173446"/>
                    <a:pt x="603341" y="172638"/>
                    <a:pt x="603846" y="171764"/>
                  </a:cubicBezTo>
                  <a:cubicBezTo>
                    <a:pt x="604350" y="170889"/>
                    <a:pt x="603778" y="169375"/>
                    <a:pt x="603846" y="169073"/>
                  </a:cubicBezTo>
                  <a:cubicBezTo>
                    <a:pt x="603913" y="168770"/>
                    <a:pt x="602634" y="165305"/>
                    <a:pt x="602634" y="165305"/>
                  </a:cubicBezTo>
                  <a:lnTo>
                    <a:pt x="600009" y="163926"/>
                  </a:lnTo>
                  <a:lnTo>
                    <a:pt x="598057" y="162177"/>
                  </a:lnTo>
                  <a:cubicBezTo>
                    <a:pt x="598057" y="162177"/>
                    <a:pt x="596374" y="162816"/>
                    <a:pt x="594725" y="163758"/>
                  </a:cubicBezTo>
                  <a:cubicBezTo>
                    <a:pt x="593076" y="164700"/>
                    <a:pt x="590653" y="165002"/>
                    <a:pt x="589744" y="165339"/>
                  </a:cubicBezTo>
                  <a:cubicBezTo>
                    <a:pt x="588802" y="165709"/>
                    <a:pt x="583215" y="166348"/>
                    <a:pt x="582004" y="166483"/>
                  </a:cubicBezTo>
                  <a:cubicBezTo>
                    <a:pt x="580759" y="166617"/>
                    <a:pt x="578302" y="165978"/>
                    <a:pt x="577157" y="165473"/>
                  </a:cubicBezTo>
                  <a:cubicBezTo>
                    <a:pt x="576013" y="164969"/>
                    <a:pt x="574835" y="162648"/>
                    <a:pt x="574701" y="162278"/>
                  </a:cubicBezTo>
                  <a:cubicBezTo>
                    <a:pt x="574566" y="161907"/>
                    <a:pt x="571504" y="158947"/>
                    <a:pt x="571369" y="158644"/>
                  </a:cubicBezTo>
                  <a:cubicBezTo>
                    <a:pt x="571234" y="158342"/>
                    <a:pt x="568340" y="156121"/>
                    <a:pt x="567397" y="155179"/>
                  </a:cubicBezTo>
                  <a:cubicBezTo>
                    <a:pt x="566455" y="154238"/>
                    <a:pt x="564638" y="153161"/>
                    <a:pt x="564638" y="153161"/>
                  </a:cubicBezTo>
                  <a:lnTo>
                    <a:pt x="562888" y="152522"/>
                  </a:lnTo>
                  <a:cubicBezTo>
                    <a:pt x="562888" y="152522"/>
                    <a:pt x="557368" y="152589"/>
                    <a:pt x="557099" y="152589"/>
                  </a:cubicBezTo>
                  <a:cubicBezTo>
                    <a:pt x="556796" y="152589"/>
                    <a:pt x="556157" y="153228"/>
                    <a:pt x="555955" y="153397"/>
                  </a:cubicBezTo>
                  <a:cubicBezTo>
                    <a:pt x="555719" y="153531"/>
                    <a:pt x="554643" y="154978"/>
                    <a:pt x="554272" y="155987"/>
                  </a:cubicBezTo>
                  <a:cubicBezTo>
                    <a:pt x="553902" y="156996"/>
                    <a:pt x="552522" y="158611"/>
                    <a:pt x="552522" y="158880"/>
                  </a:cubicBezTo>
                  <a:cubicBezTo>
                    <a:pt x="552522" y="159183"/>
                    <a:pt x="550705" y="160764"/>
                    <a:pt x="550133" y="161134"/>
                  </a:cubicBezTo>
                  <a:cubicBezTo>
                    <a:pt x="549561" y="161504"/>
                    <a:pt x="549123" y="162311"/>
                    <a:pt x="548753" y="162883"/>
                  </a:cubicBezTo>
                  <a:cubicBezTo>
                    <a:pt x="548383" y="163455"/>
                    <a:pt x="547575" y="164397"/>
                    <a:pt x="546733" y="165339"/>
                  </a:cubicBezTo>
                  <a:cubicBezTo>
                    <a:pt x="545858" y="166281"/>
                    <a:pt x="545858" y="166483"/>
                    <a:pt x="545522" y="167592"/>
                  </a:cubicBezTo>
                  <a:cubicBezTo>
                    <a:pt x="545152" y="168669"/>
                    <a:pt x="545152" y="169039"/>
                    <a:pt x="544950" y="170216"/>
                  </a:cubicBezTo>
                  <a:cubicBezTo>
                    <a:pt x="544748" y="171360"/>
                    <a:pt x="544142" y="171360"/>
                    <a:pt x="543705" y="171528"/>
                  </a:cubicBezTo>
                  <a:cubicBezTo>
                    <a:pt x="543267" y="171663"/>
                    <a:pt x="542123" y="172538"/>
                    <a:pt x="542123" y="172538"/>
                  </a:cubicBezTo>
                  <a:lnTo>
                    <a:pt x="539666" y="171327"/>
                  </a:lnTo>
                  <a:lnTo>
                    <a:pt x="537478" y="170250"/>
                  </a:lnTo>
                  <a:lnTo>
                    <a:pt x="536603" y="166550"/>
                  </a:lnTo>
                  <a:lnTo>
                    <a:pt x="539666" y="163085"/>
                  </a:lnTo>
                  <a:cubicBezTo>
                    <a:pt x="539666" y="163085"/>
                    <a:pt x="539666" y="160461"/>
                    <a:pt x="539666" y="159620"/>
                  </a:cubicBezTo>
                  <a:cubicBezTo>
                    <a:pt x="539666" y="158745"/>
                    <a:pt x="539666" y="157232"/>
                    <a:pt x="539666" y="157232"/>
                  </a:cubicBezTo>
                  <a:cubicBezTo>
                    <a:pt x="539666" y="157232"/>
                    <a:pt x="537378" y="158745"/>
                    <a:pt x="536738" y="158745"/>
                  </a:cubicBezTo>
                  <a:cubicBezTo>
                    <a:pt x="536099" y="158745"/>
                    <a:pt x="534685" y="158106"/>
                    <a:pt x="534685" y="158106"/>
                  </a:cubicBezTo>
                  <a:lnTo>
                    <a:pt x="533474" y="156895"/>
                  </a:lnTo>
                  <a:lnTo>
                    <a:pt x="530647" y="153195"/>
                  </a:lnTo>
                  <a:lnTo>
                    <a:pt x="527382" y="151143"/>
                  </a:lnTo>
                  <a:lnTo>
                    <a:pt x="524252" y="149730"/>
                  </a:lnTo>
                  <a:lnTo>
                    <a:pt x="520551" y="144415"/>
                  </a:lnTo>
                  <a:lnTo>
                    <a:pt x="521291" y="141926"/>
                  </a:lnTo>
                  <a:lnTo>
                    <a:pt x="524219" y="137250"/>
                  </a:lnTo>
                  <a:cubicBezTo>
                    <a:pt x="524219" y="137250"/>
                    <a:pt x="521055" y="136173"/>
                    <a:pt x="520315" y="135299"/>
                  </a:cubicBezTo>
                  <a:cubicBezTo>
                    <a:pt x="519541" y="134424"/>
                    <a:pt x="516175" y="131396"/>
                    <a:pt x="515974" y="130623"/>
                  </a:cubicBezTo>
                  <a:cubicBezTo>
                    <a:pt x="515771" y="129849"/>
                    <a:pt x="515872" y="127360"/>
                    <a:pt x="515872" y="127360"/>
                  </a:cubicBezTo>
                  <a:cubicBezTo>
                    <a:pt x="515872" y="127360"/>
                    <a:pt x="516646" y="126283"/>
                    <a:pt x="517387" y="126283"/>
                  </a:cubicBezTo>
                  <a:cubicBezTo>
                    <a:pt x="518127" y="126283"/>
                    <a:pt x="519776" y="125207"/>
                    <a:pt x="519776" y="125207"/>
                  </a:cubicBezTo>
                  <a:lnTo>
                    <a:pt x="522065" y="123155"/>
                  </a:lnTo>
                  <a:lnTo>
                    <a:pt x="522704" y="118479"/>
                  </a:lnTo>
                  <a:lnTo>
                    <a:pt x="517925" y="114577"/>
                  </a:lnTo>
                  <a:lnTo>
                    <a:pt x="516041" y="113063"/>
                  </a:lnTo>
                  <a:lnTo>
                    <a:pt x="515334" y="111011"/>
                  </a:lnTo>
                  <a:lnTo>
                    <a:pt x="515334" y="107546"/>
                  </a:lnTo>
                  <a:lnTo>
                    <a:pt x="515603" y="103846"/>
                  </a:lnTo>
                  <a:cubicBezTo>
                    <a:pt x="515603" y="103846"/>
                    <a:pt x="516209" y="99270"/>
                    <a:pt x="515974" y="97992"/>
                  </a:cubicBezTo>
                  <a:cubicBezTo>
                    <a:pt x="515771" y="96680"/>
                    <a:pt x="515974" y="94527"/>
                    <a:pt x="515974" y="94527"/>
                  </a:cubicBezTo>
                  <a:cubicBezTo>
                    <a:pt x="515974" y="94527"/>
                    <a:pt x="512507" y="92341"/>
                    <a:pt x="511867" y="92341"/>
                  </a:cubicBezTo>
                  <a:cubicBezTo>
                    <a:pt x="511194" y="92341"/>
                    <a:pt x="508603" y="93215"/>
                    <a:pt x="508603" y="93215"/>
                  </a:cubicBezTo>
                  <a:cubicBezTo>
                    <a:pt x="508603" y="93215"/>
                    <a:pt x="506651" y="94729"/>
                    <a:pt x="505978" y="94965"/>
                  </a:cubicBezTo>
                  <a:cubicBezTo>
                    <a:pt x="505339" y="95166"/>
                    <a:pt x="504228" y="96916"/>
                    <a:pt x="504228" y="96916"/>
                  </a:cubicBezTo>
                  <a:cubicBezTo>
                    <a:pt x="504228" y="96916"/>
                    <a:pt x="502916" y="98867"/>
                    <a:pt x="502916" y="99741"/>
                  </a:cubicBezTo>
                  <a:cubicBezTo>
                    <a:pt x="502916" y="100616"/>
                    <a:pt x="500324" y="101928"/>
                    <a:pt x="500324" y="101928"/>
                  </a:cubicBezTo>
                  <a:lnTo>
                    <a:pt x="498372" y="102803"/>
                  </a:lnTo>
                  <a:lnTo>
                    <a:pt x="495343" y="103677"/>
                  </a:lnTo>
                  <a:lnTo>
                    <a:pt x="493391" y="104754"/>
                  </a:lnTo>
                  <a:lnTo>
                    <a:pt x="491641" y="106267"/>
                  </a:lnTo>
                  <a:lnTo>
                    <a:pt x="488814" y="108656"/>
                  </a:lnTo>
                  <a:lnTo>
                    <a:pt x="487501" y="109531"/>
                  </a:lnTo>
                  <a:cubicBezTo>
                    <a:pt x="487501" y="109531"/>
                    <a:pt x="485987" y="109531"/>
                    <a:pt x="484675" y="108891"/>
                  </a:cubicBezTo>
                  <a:cubicBezTo>
                    <a:pt x="483362" y="108252"/>
                    <a:pt x="483160" y="108690"/>
                    <a:pt x="482049" y="108252"/>
                  </a:cubicBezTo>
                  <a:cubicBezTo>
                    <a:pt x="480939" y="107815"/>
                    <a:pt x="480535" y="107176"/>
                    <a:pt x="479223" y="105225"/>
                  </a:cubicBezTo>
                  <a:cubicBezTo>
                    <a:pt x="477910" y="103274"/>
                    <a:pt x="477910" y="104586"/>
                    <a:pt x="477035" y="104148"/>
                  </a:cubicBezTo>
                  <a:cubicBezTo>
                    <a:pt x="476160" y="103711"/>
                    <a:pt x="473535" y="100683"/>
                    <a:pt x="473535" y="100683"/>
                  </a:cubicBezTo>
                  <a:lnTo>
                    <a:pt x="473535" y="98732"/>
                  </a:lnTo>
                  <a:cubicBezTo>
                    <a:pt x="473535" y="98732"/>
                    <a:pt x="474747" y="95469"/>
                    <a:pt x="474747" y="94393"/>
                  </a:cubicBezTo>
                  <a:cubicBezTo>
                    <a:pt x="474747" y="93316"/>
                    <a:pt x="473535" y="92442"/>
                    <a:pt x="473535" y="92442"/>
                  </a:cubicBezTo>
                  <a:lnTo>
                    <a:pt x="468319" y="92004"/>
                  </a:lnTo>
                  <a:lnTo>
                    <a:pt x="468319" y="93955"/>
                  </a:lnTo>
                  <a:lnTo>
                    <a:pt x="465492" y="95705"/>
                  </a:lnTo>
                  <a:cubicBezTo>
                    <a:pt x="465492" y="95705"/>
                    <a:pt x="462867" y="96344"/>
                    <a:pt x="460713" y="96781"/>
                  </a:cubicBezTo>
                  <a:cubicBezTo>
                    <a:pt x="458525" y="97218"/>
                    <a:pt x="457011" y="96344"/>
                    <a:pt x="457011" y="96344"/>
                  </a:cubicBezTo>
                  <a:lnTo>
                    <a:pt x="454621" y="96344"/>
                  </a:lnTo>
                  <a:cubicBezTo>
                    <a:pt x="454621" y="96344"/>
                    <a:pt x="450919" y="96882"/>
                    <a:pt x="450044" y="97319"/>
                  </a:cubicBezTo>
                  <a:cubicBezTo>
                    <a:pt x="449169" y="97757"/>
                    <a:pt x="445501" y="98093"/>
                    <a:pt x="445501" y="98093"/>
                  </a:cubicBezTo>
                  <a:lnTo>
                    <a:pt x="441799" y="98295"/>
                  </a:lnTo>
                  <a:cubicBezTo>
                    <a:pt x="441799" y="98295"/>
                    <a:pt x="437457" y="98093"/>
                    <a:pt x="436582" y="98295"/>
                  </a:cubicBezTo>
                  <a:cubicBezTo>
                    <a:pt x="435707" y="98497"/>
                    <a:pt x="433318" y="99607"/>
                    <a:pt x="433318" y="99607"/>
                  </a:cubicBezTo>
                  <a:lnTo>
                    <a:pt x="425039" y="101793"/>
                  </a:lnTo>
                  <a:lnTo>
                    <a:pt x="420024" y="101356"/>
                  </a:lnTo>
                  <a:lnTo>
                    <a:pt x="409154" y="100044"/>
                  </a:lnTo>
                  <a:lnTo>
                    <a:pt x="406562" y="101558"/>
                  </a:lnTo>
                  <a:lnTo>
                    <a:pt x="399832" y="101558"/>
                  </a:lnTo>
                  <a:lnTo>
                    <a:pt x="393740" y="102769"/>
                  </a:lnTo>
                  <a:cubicBezTo>
                    <a:pt x="393740" y="102769"/>
                    <a:pt x="390913" y="102231"/>
                    <a:pt x="390038" y="102231"/>
                  </a:cubicBezTo>
                  <a:cubicBezTo>
                    <a:pt x="389163" y="102231"/>
                    <a:pt x="388288" y="102668"/>
                    <a:pt x="388288" y="102668"/>
                  </a:cubicBezTo>
                  <a:lnTo>
                    <a:pt x="385225" y="103980"/>
                  </a:lnTo>
                  <a:lnTo>
                    <a:pt x="383273" y="104619"/>
                  </a:lnTo>
                  <a:cubicBezTo>
                    <a:pt x="383273" y="104619"/>
                    <a:pt x="381086" y="105696"/>
                    <a:pt x="380446" y="105696"/>
                  </a:cubicBezTo>
                  <a:cubicBezTo>
                    <a:pt x="379807" y="105696"/>
                    <a:pt x="376980" y="105057"/>
                    <a:pt x="376980" y="105057"/>
                  </a:cubicBezTo>
                  <a:lnTo>
                    <a:pt x="375028" y="105057"/>
                  </a:lnTo>
                  <a:cubicBezTo>
                    <a:pt x="375028" y="105057"/>
                    <a:pt x="372841" y="103644"/>
                    <a:pt x="372638" y="103005"/>
                  </a:cubicBezTo>
                  <a:cubicBezTo>
                    <a:pt x="372403" y="102365"/>
                    <a:pt x="370451" y="101827"/>
                    <a:pt x="369812" y="100515"/>
                  </a:cubicBezTo>
                  <a:cubicBezTo>
                    <a:pt x="369139" y="99203"/>
                    <a:pt x="368499" y="99876"/>
                    <a:pt x="367860" y="99876"/>
                  </a:cubicBezTo>
                  <a:cubicBezTo>
                    <a:pt x="367220" y="99876"/>
                    <a:pt x="365672" y="99876"/>
                    <a:pt x="365032" y="99641"/>
                  </a:cubicBezTo>
                  <a:cubicBezTo>
                    <a:pt x="364393" y="99439"/>
                    <a:pt x="360893" y="98766"/>
                    <a:pt x="360893" y="98766"/>
                  </a:cubicBezTo>
                  <a:lnTo>
                    <a:pt x="357426" y="97017"/>
                  </a:lnTo>
                  <a:lnTo>
                    <a:pt x="354600" y="96142"/>
                  </a:lnTo>
                  <a:lnTo>
                    <a:pt x="352849" y="93316"/>
                  </a:lnTo>
                  <a:lnTo>
                    <a:pt x="350898" y="92004"/>
                  </a:lnTo>
                  <a:lnTo>
                    <a:pt x="348306" y="91365"/>
                  </a:lnTo>
                  <a:cubicBezTo>
                    <a:pt x="348306" y="91365"/>
                    <a:pt x="344368" y="90289"/>
                    <a:pt x="343292" y="90289"/>
                  </a:cubicBezTo>
                  <a:cubicBezTo>
                    <a:pt x="342215" y="90289"/>
                    <a:pt x="341104" y="89650"/>
                    <a:pt x="341104" y="89650"/>
                  </a:cubicBezTo>
                  <a:lnTo>
                    <a:pt x="339791" y="89010"/>
                  </a:lnTo>
                  <a:cubicBezTo>
                    <a:pt x="339791" y="89010"/>
                    <a:pt x="335450" y="88371"/>
                    <a:pt x="335013" y="87698"/>
                  </a:cubicBezTo>
                  <a:cubicBezTo>
                    <a:pt x="334575" y="87059"/>
                    <a:pt x="333061" y="86824"/>
                    <a:pt x="333061" y="86824"/>
                  </a:cubicBezTo>
                  <a:cubicBezTo>
                    <a:pt x="333061" y="86824"/>
                    <a:pt x="331310" y="86824"/>
                    <a:pt x="330234" y="85949"/>
                  </a:cubicBezTo>
                  <a:cubicBezTo>
                    <a:pt x="329157" y="85075"/>
                    <a:pt x="328046" y="84873"/>
                    <a:pt x="328046" y="84873"/>
                  </a:cubicBezTo>
                  <a:lnTo>
                    <a:pt x="326734" y="82922"/>
                  </a:lnTo>
                  <a:lnTo>
                    <a:pt x="324984" y="78347"/>
                  </a:lnTo>
                  <a:cubicBezTo>
                    <a:pt x="324984" y="78347"/>
                    <a:pt x="324109" y="76597"/>
                    <a:pt x="323032" y="74646"/>
                  </a:cubicBezTo>
                  <a:lnTo>
                    <a:pt x="321719" y="74209"/>
                  </a:lnTo>
                  <a:lnTo>
                    <a:pt x="318017" y="74646"/>
                  </a:lnTo>
                  <a:cubicBezTo>
                    <a:pt x="318017" y="74646"/>
                    <a:pt x="316940" y="75958"/>
                    <a:pt x="316065" y="76160"/>
                  </a:cubicBezTo>
                  <a:cubicBezTo>
                    <a:pt x="315190" y="76362"/>
                    <a:pt x="313238" y="75958"/>
                    <a:pt x="312363" y="75521"/>
                  </a:cubicBezTo>
                  <a:cubicBezTo>
                    <a:pt x="311488" y="75083"/>
                    <a:pt x="305834" y="74007"/>
                    <a:pt x="305834" y="74007"/>
                  </a:cubicBezTo>
                  <a:cubicBezTo>
                    <a:pt x="305834" y="74007"/>
                    <a:pt x="302368" y="72695"/>
                    <a:pt x="301493" y="72695"/>
                  </a:cubicBezTo>
                  <a:cubicBezTo>
                    <a:pt x="300618" y="72695"/>
                    <a:pt x="299103" y="70307"/>
                    <a:pt x="299103" y="70307"/>
                  </a:cubicBezTo>
                  <a:lnTo>
                    <a:pt x="297791" y="67918"/>
                  </a:lnTo>
                  <a:lnTo>
                    <a:pt x="296478" y="65294"/>
                  </a:lnTo>
                  <a:lnTo>
                    <a:pt x="294728" y="59879"/>
                  </a:lnTo>
                  <a:lnTo>
                    <a:pt x="292339" y="56178"/>
                  </a:lnTo>
                  <a:lnTo>
                    <a:pt x="286483" y="51401"/>
                  </a:lnTo>
                  <a:lnTo>
                    <a:pt x="278641" y="49652"/>
                  </a:lnTo>
                  <a:lnTo>
                    <a:pt x="276454" y="45952"/>
                  </a:lnTo>
                  <a:lnTo>
                    <a:pt x="275713" y="41377"/>
                  </a:lnTo>
                  <a:lnTo>
                    <a:pt x="276454" y="36701"/>
                  </a:lnTo>
                  <a:cubicBezTo>
                    <a:pt x="276454" y="36701"/>
                    <a:pt x="275276" y="32799"/>
                    <a:pt x="274939" y="32462"/>
                  </a:cubicBezTo>
                  <a:cubicBezTo>
                    <a:pt x="274603" y="32126"/>
                    <a:pt x="270699" y="25734"/>
                    <a:pt x="270261" y="24624"/>
                  </a:cubicBezTo>
                  <a:cubicBezTo>
                    <a:pt x="269824" y="23548"/>
                    <a:pt x="267872" y="18973"/>
                    <a:pt x="267872" y="18973"/>
                  </a:cubicBezTo>
                  <a:lnTo>
                    <a:pt x="265583" y="16483"/>
                  </a:lnTo>
                  <a:cubicBezTo>
                    <a:pt x="265583" y="16483"/>
                    <a:pt x="262958" y="12447"/>
                    <a:pt x="262655" y="11807"/>
                  </a:cubicBezTo>
                  <a:cubicBezTo>
                    <a:pt x="262319" y="11168"/>
                    <a:pt x="260266" y="7232"/>
                    <a:pt x="259626" y="5954"/>
                  </a:cubicBezTo>
                  <a:cubicBezTo>
                    <a:pt x="258987" y="4642"/>
                    <a:pt x="257876" y="2590"/>
                    <a:pt x="257876" y="2590"/>
                  </a:cubicBezTo>
                  <a:cubicBezTo>
                    <a:pt x="257876" y="2590"/>
                    <a:pt x="256900" y="942"/>
                    <a:pt x="256900" y="538"/>
                  </a:cubicBezTo>
                  <a:cubicBezTo>
                    <a:pt x="256900" y="101"/>
                    <a:pt x="254948" y="0"/>
                    <a:pt x="254948" y="0"/>
                  </a:cubicBezTo>
                  <a:cubicBezTo>
                    <a:pt x="254948" y="0"/>
                    <a:pt x="250607" y="2826"/>
                    <a:pt x="249833" y="3902"/>
                  </a:cubicBezTo>
                  <a:cubicBezTo>
                    <a:pt x="249093" y="4979"/>
                    <a:pt x="247342" y="5416"/>
                    <a:pt x="246467" y="6089"/>
                  </a:cubicBezTo>
                  <a:cubicBezTo>
                    <a:pt x="245592" y="6728"/>
                    <a:pt x="243304" y="7401"/>
                    <a:pt x="241890" y="7838"/>
                  </a:cubicBezTo>
                  <a:cubicBezTo>
                    <a:pt x="240477" y="8275"/>
                    <a:pt x="240039" y="9587"/>
                    <a:pt x="239501" y="10125"/>
                  </a:cubicBezTo>
                  <a:cubicBezTo>
                    <a:pt x="238962" y="10664"/>
                    <a:pt x="238087" y="12178"/>
                    <a:pt x="237650" y="12514"/>
                  </a:cubicBezTo>
                  <a:cubicBezTo>
                    <a:pt x="237212" y="12850"/>
                    <a:pt x="235698" y="13826"/>
                    <a:pt x="235261" y="14364"/>
                  </a:cubicBezTo>
                  <a:cubicBezTo>
                    <a:pt x="234823" y="14902"/>
                    <a:pt x="232770" y="16315"/>
                    <a:pt x="232097" y="16551"/>
                  </a:cubicBezTo>
                  <a:cubicBezTo>
                    <a:pt x="231458" y="16786"/>
                    <a:pt x="229707" y="16988"/>
                    <a:pt x="228832" y="16988"/>
                  </a:cubicBezTo>
                  <a:cubicBezTo>
                    <a:pt x="227957" y="16988"/>
                    <a:pt x="226746" y="16887"/>
                    <a:pt x="226746" y="16887"/>
                  </a:cubicBezTo>
                  <a:cubicBezTo>
                    <a:pt x="226746" y="16887"/>
                    <a:pt x="223380" y="16113"/>
                    <a:pt x="223044" y="15911"/>
                  </a:cubicBezTo>
                  <a:cubicBezTo>
                    <a:pt x="222707" y="15710"/>
                    <a:pt x="220318" y="14061"/>
                    <a:pt x="219577" y="13422"/>
                  </a:cubicBezTo>
                  <a:cubicBezTo>
                    <a:pt x="218803" y="12783"/>
                    <a:pt x="217726" y="11471"/>
                    <a:pt x="216751" y="10596"/>
                  </a:cubicBezTo>
                  <a:cubicBezTo>
                    <a:pt x="215774" y="9722"/>
                    <a:pt x="216212" y="8107"/>
                    <a:pt x="216212" y="8107"/>
                  </a:cubicBezTo>
                  <a:lnTo>
                    <a:pt x="216751" y="4945"/>
                  </a:lnTo>
                  <a:lnTo>
                    <a:pt x="215976" y="3095"/>
                  </a:lnTo>
                  <a:lnTo>
                    <a:pt x="213923" y="2119"/>
                  </a:lnTo>
                  <a:lnTo>
                    <a:pt x="211299" y="2321"/>
                  </a:lnTo>
                  <a:lnTo>
                    <a:pt x="208471" y="5920"/>
                  </a:lnTo>
                  <a:cubicBezTo>
                    <a:pt x="208471" y="5920"/>
                    <a:pt x="206183" y="7333"/>
                    <a:pt x="205745" y="7973"/>
                  </a:cubicBezTo>
                  <a:cubicBezTo>
                    <a:pt x="205308" y="8612"/>
                    <a:pt x="199452" y="10596"/>
                    <a:pt x="199452" y="10596"/>
                  </a:cubicBezTo>
                  <a:lnTo>
                    <a:pt x="189255" y="10798"/>
                  </a:lnTo>
                  <a:lnTo>
                    <a:pt x="186630" y="12312"/>
                  </a:lnTo>
                  <a:cubicBezTo>
                    <a:pt x="186630" y="12312"/>
                    <a:pt x="179798" y="13389"/>
                    <a:pt x="178788" y="13725"/>
                  </a:cubicBezTo>
                  <a:cubicBezTo>
                    <a:pt x="177812" y="14061"/>
                    <a:pt x="169903" y="12110"/>
                    <a:pt x="168927" y="12110"/>
                  </a:cubicBezTo>
                  <a:cubicBezTo>
                    <a:pt x="167951" y="12110"/>
                    <a:pt x="160547" y="9722"/>
                    <a:pt x="159470" y="9722"/>
                  </a:cubicBezTo>
                  <a:cubicBezTo>
                    <a:pt x="158393" y="9722"/>
                    <a:pt x="153480" y="7973"/>
                    <a:pt x="152201" y="7771"/>
                  </a:cubicBezTo>
                  <a:cubicBezTo>
                    <a:pt x="150889" y="7569"/>
                    <a:pt x="145470" y="5483"/>
                    <a:pt x="144797" y="5281"/>
                  </a:cubicBezTo>
                  <a:cubicBezTo>
                    <a:pt x="144158" y="5079"/>
                    <a:pt x="139378" y="2792"/>
                    <a:pt x="139378" y="2792"/>
                  </a:cubicBezTo>
                  <a:lnTo>
                    <a:pt x="135138" y="841"/>
                  </a:lnTo>
                  <a:lnTo>
                    <a:pt x="131234" y="841"/>
                  </a:lnTo>
                  <a:cubicBezTo>
                    <a:pt x="131234" y="841"/>
                    <a:pt x="126893" y="2523"/>
                    <a:pt x="126253" y="2960"/>
                  </a:cubicBezTo>
                  <a:cubicBezTo>
                    <a:pt x="125614" y="3397"/>
                    <a:pt x="122787" y="3768"/>
                    <a:pt x="121676" y="4306"/>
                  </a:cubicBezTo>
                  <a:cubicBezTo>
                    <a:pt x="120599" y="4844"/>
                    <a:pt x="117974" y="4306"/>
                    <a:pt x="117335" y="4306"/>
                  </a:cubicBezTo>
                  <a:cubicBezTo>
                    <a:pt x="116695" y="4306"/>
                    <a:pt x="113767" y="5719"/>
                    <a:pt x="112758" y="6257"/>
                  </a:cubicBezTo>
                  <a:cubicBezTo>
                    <a:pt x="111782" y="6795"/>
                    <a:pt x="111883" y="6896"/>
                    <a:pt x="111681" y="7333"/>
                  </a:cubicBezTo>
                  <a:cubicBezTo>
                    <a:pt x="111479" y="7771"/>
                    <a:pt x="109291" y="10496"/>
                    <a:pt x="108955" y="10697"/>
                  </a:cubicBezTo>
                  <a:cubicBezTo>
                    <a:pt x="108618" y="10899"/>
                    <a:pt x="108181" y="13187"/>
                    <a:pt x="108181" y="13624"/>
                  </a:cubicBezTo>
                  <a:cubicBezTo>
                    <a:pt x="108181" y="14061"/>
                    <a:pt x="109056" y="15575"/>
                    <a:pt x="109056" y="15575"/>
                  </a:cubicBezTo>
                  <a:cubicBezTo>
                    <a:pt x="109056" y="15575"/>
                    <a:pt x="117167" y="18771"/>
                    <a:pt x="117739" y="19645"/>
                  </a:cubicBezTo>
                  <a:cubicBezTo>
                    <a:pt x="118311" y="20520"/>
                    <a:pt x="118883" y="19948"/>
                    <a:pt x="121508" y="21126"/>
                  </a:cubicBezTo>
                  <a:cubicBezTo>
                    <a:pt x="124133" y="22303"/>
                    <a:pt x="126422" y="21395"/>
                    <a:pt x="126422" y="21395"/>
                  </a:cubicBezTo>
                  <a:cubicBezTo>
                    <a:pt x="126422" y="21395"/>
                    <a:pt x="129888" y="20823"/>
                    <a:pt x="131335" y="21395"/>
                  </a:cubicBezTo>
                  <a:cubicBezTo>
                    <a:pt x="132782" y="21967"/>
                    <a:pt x="137427" y="24288"/>
                    <a:pt x="137427" y="24288"/>
                  </a:cubicBezTo>
                  <a:lnTo>
                    <a:pt x="137999" y="28930"/>
                  </a:lnTo>
                  <a:lnTo>
                    <a:pt x="138571" y="33841"/>
                  </a:lnTo>
                  <a:cubicBezTo>
                    <a:pt x="138571" y="33841"/>
                    <a:pt x="136552" y="37474"/>
                    <a:pt x="136383" y="37912"/>
                  </a:cubicBezTo>
                  <a:cubicBezTo>
                    <a:pt x="136249" y="38349"/>
                    <a:pt x="136080" y="40368"/>
                    <a:pt x="136080" y="42689"/>
                  </a:cubicBezTo>
                  <a:cubicBezTo>
                    <a:pt x="136080" y="45010"/>
                    <a:pt x="138840" y="45716"/>
                    <a:pt x="141028" y="47768"/>
                  </a:cubicBezTo>
                  <a:cubicBezTo>
                    <a:pt x="143215" y="49787"/>
                    <a:pt x="142475" y="47768"/>
                    <a:pt x="145100" y="47465"/>
                  </a:cubicBezTo>
                  <a:cubicBezTo>
                    <a:pt x="147691" y="47163"/>
                    <a:pt x="147254" y="46894"/>
                    <a:pt x="151898" y="46759"/>
                  </a:cubicBezTo>
                  <a:cubicBezTo>
                    <a:pt x="156542" y="46624"/>
                    <a:pt x="157687" y="47768"/>
                    <a:pt x="160446" y="48205"/>
                  </a:cubicBezTo>
                  <a:cubicBezTo>
                    <a:pt x="163206" y="48643"/>
                    <a:pt x="164519" y="50796"/>
                    <a:pt x="165663" y="51536"/>
                  </a:cubicBezTo>
                  <a:cubicBezTo>
                    <a:pt x="166807" y="52242"/>
                    <a:pt x="171451" y="55573"/>
                    <a:pt x="173336" y="57019"/>
                  </a:cubicBezTo>
                  <a:cubicBezTo>
                    <a:pt x="175221" y="58465"/>
                    <a:pt x="174480" y="60215"/>
                    <a:pt x="174783" y="62670"/>
                  </a:cubicBezTo>
                  <a:cubicBezTo>
                    <a:pt x="175052" y="65126"/>
                    <a:pt x="173908" y="66304"/>
                    <a:pt x="173336" y="67447"/>
                  </a:cubicBezTo>
                  <a:cubicBezTo>
                    <a:pt x="172764" y="68591"/>
                    <a:pt x="171148" y="71484"/>
                    <a:pt x="170442" y="72359"/>
                  </a:cubicBezTo>
                  <a:cubicBezTo>
                    <a:pt x="169735" y="73233"/>
                    <a:pt x="166100" y="74949"/>
                    <a:pt x="164350" y="75554"/>
                  </a:cubicBezTo>
                  <a:cubicBezTo>
                    <a:pt x="162600" y="76126"/>
                    <a:pt x="157990" y="78750"/>
                    <a:pt x="155802" y="77304"/>
                  </a:cubicBezTo>
                  <a:cubicBezTo>
                    <a:pt x="153615" y="75857"/>
                    <a:pt x="151158" y="77304"/>
                    <a:pt x="151158" y="77304"/>
                  </a:cubicBezTo>
                  <a:cubicBezTo>
                    <a:pt x="151158" y="77304"/>
                    <a:pt x="143754" y="79928"/>
                    <a:pt x="142744" y="80197"/>
                  </a:cubicBezTo>
                  <a:cubicBezTo>
                    <a:pt x="141734" y="80500"/>
                    <a:pt x="133624" y="80634"/>
                    <a:pt x="133624" y="80634"/>
                  </a:cubicBezTo>
                  <a:lnTo>
                    <a:pt x="128138" y="77304"/>
                  </a:lnTo>
                  <a:lnTo>
                    <a:pt x="121744" y="77304"/>
                  </a:lnTo>
                  <a:lnTo>
                    <a:pt x="119421" y="80129"/>
                  </a:lnTo>
                  <a:lnTo>
                    <a:pt x="116393" y="81206"/>
                  </a:lnTo>
                  <a:lnTo>
                    <a:pt x="115518" y="91197"/>
                  </a:lnTo>
                  <a:cubicBezTo>
                    <a:pt x="115518" y="91197"/>
                    <a:pt x="115383" y="98598"/>
                    <a:pt x="114811" y="99001"/>
                  </a:cubicBezTo>
                  <a:cubicBezTo>
                    <a:pt x="114239" y="99439"/>
                    <a:pt x="112791" y="101625"/>
                    <a:pt x="111613" y="102769"/>
                  </a:cubicBezTo>
                  <a:cubicBezTo>
                    <a:pt x="110469" y="103913"/>
                    <a:pt x="108147" y="107983"/>
                    <a:pt x="107710" y="109732"/>
                  </a:cubicBezTo>
                  <a:cubicBezTo>
                    <a:pt x="107272" y="111482"/>
                    <a:pt x="107844" y="113803"/>
                    <a:pt x="108282" y="114375"/>
                  </a:cubicBezTo>
                  <a:cubicBezTo>
                    <a:pt x="108719" y="114947"/>
                    <a:pt x="112623" y="119589"/>
                    <a:pt x="113936" y="121170"/>
                  </a:cubicBezTo>
                  <a:cubicBezTo>
                    <a:pt x="115248" y="122751"/>
                    <a:pt x="117268" y="125240"/>
                    <a:pt x="118277" y="125947"/>
                  </a:cubicBezTo>
                  <a:cubicBezTo>
                    <a:pt x="119287" y="126687"/>
                    <a:pt x="120465" y="131295"/>
                    <a:pt x="120465" y="131295"/>
                  </a:cubicBezTo>
                  <a:cubicBezTo>
                    <a:pt x="120465" y="131295"/>
                    <a:pt x="120465" y="138091"/>
                    <a:pt x="120599" y="139537"/>
                  </a:cubicBezTo>
                  <a:cubicBezTo>
                    <a:pt x="120734" y="140984"/>
                    <a:pt x="120162" y="147813"/>
                    <a:pt x="120162" y="148384"/>
                  </a:cubicBezTo>
                  <a:cubicBezTo>
                    <a:pt x="120162" y="148956"/>
                    <a:pt x="119724" y="156054"/>
                    <a:pt x="119724" y="156626"/>
                  </a:cubicBezTo>
                  <a:cubicBezTo>
                    <a:pt x="119724" y="157198"/>
                    <a:pt x="120027" y="163287"/>
                    <a:pt x="120027" y="163287"/>
                  </a:cubicBezTo>
                  <a:cubicBezTo>
                    <a:pt x="120027" y="163287"/>
                    <a:pt x="123359" y="173715"/>
                    <a:pt x="123797" y="174287"/>
                  </a:cubicBezTo>
                  <a:cubicBezTo>
                    <a:pt x="124234" y="174859"/>
                    <a:pt x="124941" y="178492"/>
                    <a:pt x="124941" y="178492"/>
                  </a:cubicBezTo>
                  <a:lnTo>
                    <a:pt x="128340" y="181519"/>
                  </a:lnTo>
                  <a:cubicBezTo>
                    <a:pt x="128340" y="181519"/>
                    <a:pt x="131604" y="183269"/>
                    <a:pt x="132479" y="183269"/>
                  </a:cubicBezTo>
                  <a:cubicBezTo>
                    <a:pt x="133354" y="183269"/>
                    <a:pt x="135071" y="187171"/>
                    <a:pt x="135071" y="187171"/>
                  </a:cubicBezTo>
                  <a:cubicBezTo>
                    <a:pt x="135071" y="187171"/>
                    <a:pt x="132883" y="190636"/>
                    <a:pt x="132244" y="192183"/>
                  </a:cubicBezTo>
                  <a:cubicBezTo>
                    <a:pt x="131604" y="193697"/>
                    <a:pt x="130292" y="197835"/>
                    <a:pt x="130292" y="197835"/>
                  </a:cubicBezTo>
                  <a:lnTo>
                    <a:pt x="135071" y="198911"/>
                  </a:lnTo>
                  <a:lnTo>
                    <a:pt x="145504" y="198911"/>
                  </a:lnTo>
                  <a:lnTo>
                    <a:pt x="147658" y="198911"/>
                  </a:lnTo>
                  <a:lnTo>
                    <a:pt x="148970" y="202275"/>
                  </a:lnTo>
                  <a:lnTo>
                    <a:pt x="154389" y="207590"/>
                  </a:lnTo>
                  <a:cubicBezTo>
                    <a:pt x="154389" y="207590"/>
                    <a:pt x="157653" y="209979"/>
                    <a:pt x="158965" y="210180"/>
                  </a:cubicBezTo>
                  <a:cubicBezTo>
                    <a:pt x="160278" y="210382"/>
                    <a:pt x="165259" y="213006"/>
                    <a:pt x="165259" y="213006"/>
                  </a:cubicBezTo>
                  <a:lnTo>
                    <a:pt x="167648" y="214755"/>
                  </a:lnTo>
                  <a:lnTo>
                    <a:pt x="169836" y="216942"/>
                  </a:lnTo>
                  <a:cubicBezTo>
                    <a:pt x="169836" y="216942"/>
                    <a:pt x="173100" y="221281"/>
                    <a:pt x="173538" y="221921"/>
                  </a:cubicBezTo>
                  <a:cubicBezTo>
                    <a:pt x="173976" y="222560"/>
                    <a:pt x="172461" y="227572"/>
                    <a:pt x="172461" y="227572"/>
                  </a:cubicBezTo>
                  <a:lnTo>
                    <a:pt x="172461" y="230835"/>
                  </a:lnTo>
                  <a:lnTo>
                    <a:pt x="173774" y="234535"/>
                  </a:lnTo>
                  <a:lnTo>
                    <a:pt x="175961" y="239750"/>
                  </a:lnTo>
                  <a:lnTo>
                    <a:pt x="175961" y="241499"/>
                  </a:lnTo>
                  <a:lnTo>
                    <a:pt x="175961" y="243887"/>
                  </a:lnTo>
                  <a:lnTo>
                    <a:pt x="172427" y="245636"/>
                  </a:lnTo>
                  <a:lnTo>
                    <a:pt x="171182" y="248260"/>
                  </a:lnTo>
                  <a:lnTo>
                    <a:pt x="172057" y="251086"/>
                  </a:lnTo>
                  <a:cubicBezTo>
                    <a:pt x="172057" y="251086"/>
                    <a:pt x="172495" y="257175"/>
                    <a:pt x="173807" y="257814"/>
                  </a:cubicBezTo>
                  <a:cubicBezTo>
                    <a:pt x="175120" y="258453"/>
                    <a:pt x="174884" y="263028"/>
                    <a:pt x="175120" y="264105"/>
                  </a:cubicBezTo>
                  <a:cubicBezTo>
                    <a:pt x="175355" y="265181"/>
                    <a:pt x="175120" y="268882"/>
                    <a:pt x="175120" y="268882"/>
                  </a:cubicBezTo>
                  <a:lnTo>
                    <a:pt x="172528" y="274533"/>
                  </a:lnTo>
                  <a:lnTo>
                    <a:pt x="172528" y="277224"/>
                  </a:lnTo>
                  <a:lnTo>
                    <a:pt x="169365" y="281126"/>
                  </a:lnTo>
                  <a:lnTo>
                    <a:pt x="165562" y="282203"/>
                  </a:lnTo>
                  <a:lnTo>
                    <a:pt x="162095" y="281328"/>
                  </a:lnTo>
                  <a:lnTo>
                    <a:pt x="162095" y="278502"/>
                  </a:lnTo>
                  <a:lnTo>
                    <a:pt x="160379" y="274365"/>
                  </a:lnTo>
                  <a:lnTo>
                    <a:pt x="160379" y="271775"/>
                  </a:lnTo>
                  <a:lnTo>
                    <a:pt x="158191" y="271775"/>
                  </a:lnTo>
                  <a:lnTo>
                    <a:pt x="154288" y="273524"/>
                  </a:lnTo>
                  <a:lnTo>
                    <a:pt x="149071" y="273524"/>
                  </a:lnTo>
                  <a:lnTo>
                    <a:pt x="142340" y="273524"/>
                  </a:lnTo>
                  <a:cubicBezTo>
                    <a:pt x="142340" y="273524"/>
                    <a:pt x="135811" y="274937"/>
                    <a:pt x="134970" y="275374"/>
                  </a:cubicBezTo>
                  <a:cubicBezTo>
                    <a:pt x="134095" y="275811"/>
                    <a:pt x="131066" y="278536"/>
                    <a:pt x="131066" y="278536"/>
                  </a:cubicBezTo>
                  <a:lnTo>
                    <a:pt x="128037" y="281160"/>
                  </a:lnTo>
                  <a:lnTo>
                    <a:pt x="125210" y="285298"/>
                  </a:lnTo>
                  <a:cubicBezTo>
                    <a:pt x="125210" y="285298"/>
                    <a:pt x="122820" y="288998"/>
                    <a:pt x="122585" y="289637"/>
                  </a:cubicBezTo>
                  <a:cubicBezTo>
                    <a:pt x="122383" y="290276"/>
                    <a:pt x="121508" y="291824"/>
                    <a:pt x="121508" y="291824"/>
                  </a:cubicBezTo>
                  <a:lnTo>
                    <a:pt x="119556" y="295289"/>
                  </a:lnTo>
                  <a:lnTo>
                    <a:pt x="118244" y="297038"/>
                  </a:lnTo>
                  <a:lnTo>
                    <a:pt x="113229" y="298787"/>
                  </a:lnTo>
                  <a:lnTo>
                    <a:pt x="110200" y="301411"/>
                  </a:lnTo>
                  <a:cubicBezTo>
                    <a:pt x="110200" y="301411"/>
                    <a:pt x="107171" y="303800"/>
                    <a:pt x="106296" y="304237"/>
                  </a:cubicBezTo>
                  <a:cubicBezTo>
                    <a:pt x="105421" y="304674"/>
                    <a:pt x="103032" y="307500"/>
                    <a:pt x="103032" y="307500"/>
                  </a:cubicBezTo>
                  <a:lnTo>
                    <a:pt x="103032" y="312714"/>
                  </a:lnTo>
                  <a:lnTo>
                    <a:pt x="103032" y="318130"/>
                  </a:lnTo>
                  <a:lnTo>
                    <a:pt x="101315" y="323983"/>
                  </a:lnTo>
                  <a:cubicBezTo>
                    <a:pt x="101315" y="323983"/>
                    <a:pt x="98051" y="327448"/>
                    <a:pt x="97176" y="327448"/>
                  </a:cubicBezTo>
                  <a:cubicBezTo>
                    <a:pt x="96301" y="327448"/>
                    <a:pt x="96065" y="324858"/>
                    <a:pt x="96065" y="324858"/>
                  </a:cubicBezTo>
                  <a:lnTo>
                    <a:pt x="96065" y="317895"/>
                  </a:lnTo>
                  <a:lnTo>
                    <a:pt x="96065" y="312680"/>
                  </a:lnTo>
                  <a:lnTo>
                    <a:pt x="96065" y="309215"/>
                  </a:lnTo>
                  <a:lnTo>
                    <a:pt x="96065" y="305750"/>
                  </a:lnTo>
                  <a:lnTo>
                    <a:pt x="92262" y="303127"/>
                  </a:lnTo>
                  <a:lnTo>
                    <a:pt x="89099" y="302252"/>
                  </a:lnTo>
                  <a:lnTo>
                    <a:pt x="89099" y="304439"/>
                  </a:lnTo>
                  <a:lnTo>
                    <a:pt x="87685" y="307062"/>
                  </a:lnTo>
                  <a:cubicBezTo>
                    <a:pt x="87685" y="307062"/>
                    <a:pt x="85195" y="310090"/>
                    <a:pt x="84387" y="310763"/>
                  </a:cubicBezTo>
                  <a:cubicBezTo>
                    <a:pt x="83579" y="311402"/>
                    <a:pt x="81291" y="312512"/>
                    <a:pt x="81291" y="312512"/>
                  </a:cubicBezTo>
                  <a:lnTo>
                    <a:pt x="77824" y="312748"/>
                  </a:lnTo>
                  <a:lnTo>
                    <a:pt x="74762" y="307096"/>
                  </a:lnTo>
                  <a:lnTo>
                    <a:pt x="72170" y="304069"/>
                  </a:lnTo>
                  <a:lnTo>
                    <a:pt x="68031" y="302757"/>
                  </a:lnTo>
                  <a:lnTo>
                    <a:pt x="63891" y="301445"/>
                  </a:lnTo>
                  <a:lnTo>
                    <a:pt x="59314" y="301445"/>
                  </a:lnTo>
                  <a:lnTo>
                    <a:pt x="58237" y="302757"/>
                  </a:lnTo>
                  <a:lnTo>
                    <a:pt x="56723" y="304708"/>
                  </a:lnTo>
                  <a:lnTo>
                    <a:pt x="53458" y="306659"/>
                  </a:lnTo>
                  <a:cubicBezTo>
                    <a:pt x="53458" y="306659"/>
                    <a:pt x="51271" y="307971"/>
                    <a:pt x="50631" y="307971"/>
                  </a:cubicBezTo>
                  <a:cubicBezTo>
                    <a:pt x="49992" y="307971"/>
                    <a:pt x="49554" y="310157"/>
                    <a:pt x="49554" y="310157"/>
                  </a:cubicBezTo>
                  <a:lnTo>
                    <a:pt x="49117" y="312108"/>
                  </a:lnTo>
                  <a:lnTo>
                    <a:pt x="48040" y="313622"/>
                  </a:lnTo>
                  <a:cubicBezTo>
                    <a:pt x="48040" y="313622"/>
                    <a:pt x="46728" y="315573"/>
                    <a:pt x="46324" y="316246"/>
                  </a:cubicBezTo>
                  <a:cubicBezTo>
                    <a:pt x="45886" y="316885"/>
                    <a:pt x="43261" y="316885"/>
                    <a:pt x="43261" y="316885"/>
                  </a:cubicBezTo>
                  <a:lnTo>
                    <a:pt x="40434" y="312748"/>
                  </a:lnTo>
                  <a:lnTo>
                    <a:pt x="34545" y="306221"/>
                  </a:lnTo>
                  <a:lnTo>
                    <a:pt x="29126" y="301445"/>
                  </a:lnTo>
                  <a:lnTo>
                    <a:pt x="27376" y="301445"/>
                  </a:lnTo>
                  <a:lnTo>
                    <a:pt x="24785" y="305784"/>
                  </a:lnTo>
                  <a:lnTo>
                    <a:pt x="24785" y="308812"/>
                  </a:lnTo>
                  <a:lnTo>
                    <a:pt x="24347" y="312277"/>
                  </a:lnTo>
                  <a:cubicBezTo>
                    <a:pt x="24347" y="312277"/>
                    <a:pt x="24549" y="315304"/>
                    <a:pt x="24549" y="316784"/>
                  </a:cubicBezTo>
                  <a:cubicBezTo>
                    <a:pt x="24549" y="318231"/>
                    <a:pt x="18020" y="317726"/>
                    <a:pt x="17145" y="317087"/>
                  </a:cubicBezTo>
                  <a:cubicBezTo>
                    <a:pt x="16270" y="316448"/>
                    <a:pt x="13443" y="317087"/>
                    <a:pt x="13443" y="317087"/>
                  </a:cubicBezTo>
                  <a:lnTo>
                    <a:pt x="11693" y="317087"/>
                  </a:lnTo>
                  <a:lnTo>
                    <a:pt x="8227" y="317087"/>
                  </a:lnTo>
                  <a:lnTo>
                    <a:pt x="4962" y="317087"/>
                  </a:lnTo>
                  <a:lnTo>
                    <a:pt x="3448" y="318836"/>
                  </a:lnTo>
                  <a:lnTo>
                    <a:pt x="2337" y="323613"/>
                  </a:lnTo>
                  <a:lnTo>
                    <a:pt x="3650" y="329265"/>
                  </a:lnTo>
                  <a:lnTo>
                    <a:pt x="6039" y="336665"/>
                  </a:lnTo>
                  <a:lnTo>
                    <a:pt x="11929" y="340130"/>
                  </a:lnTo>
                  <a:lnTo>
                    <a:pt x="14756" y="343831"/>
                  </a:lnTo>
                  <a:lnTo>
                    <a:pt x="15631" y="350996"/>
                  </a:lnTo>
                  <a:cubicBezTo>
                    <a:pt x="15631" y="350996"/>
                    <a:pt x="16708" y="356210"/>
                    <a:pt x="17381" y="357085"/>
                  </a:cubicBezTo>
                  <a:cubicBezTo>
                    <a:pt x="18020" y="357959"/>
                    <a:pt x="16943" y="362501"/>
                    <a:pt x="16943" y="362501"/>
                  </a:cubicBezTo>
                  <a:lnTo>
                    <a:pt x="14554" y="363577"/>
                  </a:lnTo>
                  <a:cubicBezTo>
                    <a:pt x="14554" y="363577"/>
                    <a:pt x="9977" y="365966"/>
                    <a:pt x="9337" y="366403"/>
                  </a:cubicBezTo>
                  <a:cubicBezTo>
                    <a:pt x="8698" y="366840"/>
                    <a:pt x="8260" y="369430"/>
                    <a:pt x="8260" y="369430"/>
                  </a:cubicBezTo>
                  <a:cubicBezTo>
                    <a:pt x="8260" y="369430"/>
                    <a:pt x="11289" y="372021"/>
                    <a:pt x="13039" y="371617"/>
                  </a:cubicBezTo>
                  <a:cubicBezTo>
                    <a:pt x="14789" y="371180"/>
                    <a:pt x="19131" y="374443"/>
                    <a:pt x="19131" y="374443"/>
                  </a:cubicBezTo>
                  <a:cubicBezTo>
                    <a:pt x="19131" y="374443"/>
                    <a:pt x="16304" y="376394"/>
                    <a:pt x="15866" y="377067"/>
                  </a:cubicBezTo>
                  <a:cubicBezTo>
                    <a:pt x="15429" y="377739"/>
                    <a:pt x="15664" y="380330"/>
                    <a:pt x="15664" y="380330"/>
                  </a:cubicBezTo>
                  <a:lnTo>
                    <a:pt x="16102" y="387932"/>
                  </a:lnTo>
                  <a:lnTo>
                    <a:pt x="12635" y="388134"/>
                  </a:lnTo>
                  <a:cubicBezTo>
                    <a:pt x="12635" y="388134"/>
                    <a:pt x="8496" y="384669"/>
                    <a:pt x="6981" y="384669"/>
                  </a:cubicBezTo>
                  <a:cubicBezTo>
                    <a:pt x="5467" y="384669"/>
                    <a:pt x="2405" y="386856"/>
                    <a:pt x="2405" y="386856"/>
                  </a:cubicBezTo>
                  <a:cubicBezTo>
                    <a:pt x="2405" y="386856"/>
                    <a:pt x="-221" y="389446"/>
                    <a:pt x="15" y="389244"/>
                  </a:cubicBezTo>
                  <a:cubicBezTo>
                    <a:pt x="217" y="389042"/>
                    <a:pt x="15" y="394458"/>
                    <a:pt x="15" y="394458"/>
                  </a:cubicBezTo>
                  <a:lnTo>
                    <a:pt x="3279" y="400110"/>
                  </a:lnTo>
                  <a:lnTo>
                    <a:pt x="6746" y="404012"/>
                  </a:lnTo>
                  <a:cubicBezTo>
                    <a:pt x="6746" y="404012"/>
                    <a:pt x="13039" y="403575"/>
                    <a:pt x="13477" y="402935"/>
                  </a:cubicBezTo>
                  <a:cubicBezTo>
                    <a:pt x="13914" y="402296"/>
                    <a:pt x="15429" y="401859"/>
                    <a:pt x="15664" y="401186"/>
                  </a:cubicBezTo>
                  <a:cubicBezTo>
                    <a:pt x="15866" y="400547"/>
                    <a:pt x="17852" y="399672"/>
                    <a:pt x="17852" y="399672"/>
                  </a:cubicBezTo>
                  <a:lnTo>
                    <a:pt x="17852" y="394458"/>
                  </a:lnTo>
                  <a:lnTo>
                    <a:pt x="22092" y="392709"/>
                  </a:lnTo>
                  <a:lnTo>
                    <a:pt x="25256" y="394862"/>
                  </a:lnTo>
                  <a:lnTo>
                    <a:pt x="26568" y="399639"/>
                  </a:lnTo>
                  <a:lnTo>
                    <a:pt x="26568" y="406165"/>
                  </a:lnTo>
                  <a:cubicBezTo>
                    <a:pt x="26568" y="406165"/>
                    <a:pt x="31145" y="408351"/>
                    <a:pt x="32021" y="408553"/>
                  </a:cubicBezTo>
                  <a:cubicBezTo>
                    <a:pt x="32896" y="408755"/>
                    <a:pt x="40502" y="413566"/>
                    <a:pt x="40502" y="413566"/>
                  </a:cubicBezTo>
                  <a:lnTo>
                    <a:pt x="47468" y="419217"/>
                  </a:lnTo>
                  <a:lnTo>
                    <a:pt x="49420" y="422917"/>
                  </a:lnTo>
                  <a:lnTo>
                    <a:pt x="48780" y="427055"/>
                  </a:lnTo>
                  <a:lnTo>
                    <a:pt x="47468" y="432706"/>
                  </a:lnTo>
                  <a:lnTo>
                    <a:pt x="47468" y="435532"/>
                  </a:lnTo>
                  <a:lnTo>
                    <a:pt x="52684" y="439872"/>
                  </a:lnTo>
                  <a:lnTo>
                    <a:pt x="52684" y="441621"/>
                  </a:lnTo>
                  <a:cubicBezTo>
                    <a:pt x="52684" y="441621"/>
                    <a:pt x="51708" y="442698"/>
                    <a:pt x="51271" y="443370"/>
                  </a:cubicBezTo>
                  <a:cubicBezTo>
                    <a:pt x="50833" y="444010"/>
                    <a:pt x="52684" y="448147"/>
                    <a:pt x="52684" y="448147"/>
                  </a:cubicBezTo>
                  <a:lnTo>
                    <a:pt x="57261" y="450737"/>
                  </a:lnTo>
                  <a:lnTo>
                    <a:pt x="64665" y="445523"/>
                  </a:lnTo>
                  <a:cubicBezTo>
                    <a:pt x="64665" y="445523"/>
                    <a:pt x="68805" y="445288"/>
                    <a:pt x="70118" y="446600"/>
                  </a:cubicBezTo>
                  <a:cubicBezTo>
                    <a:pt x="71430" y="447912"/>
                    <a:pt x="71867" y="450939"/>
                    <a:pt x="71867" y="450939"/>
                  </a:cubicBezTo>
                  <a:cubicBezTo>
                    <a:pt x="71867" y="450939"/>
                    <a:pt x="74021" y="456591"/>
                    <a:pt x="73819" y="457230"/>
                  </a:cubicBezTo>
                  <a:cubicBezTo>
                    <a:pt x="73618" y="457869"/>
                    <a:pt x="70118" y="458744"/>
                    <a:pt x="70118" y="458744"/>
                  </a:cubicBezTo>
                  <a:cubicBezTo>
                    <a:pt x="70118" y="458744"/>
                    <a:pt x="70118" y="462646"/>
                    <a:pt x="70118" y="463520"/>
                  </a:cubicBezTo>
                  <a:cubicBezTo>
                    <a:pt x="70118" y="464395"/>
                    <a:pt x="71733" y="468129"/>
                    <a:pt x="71733" y="468129"/>
                  </a:cubicBezTo>
                  <a:lnTo>
                    <a:pt x="78127" y="470988"/>
                  </a:lnTo>
                  <a:lnTo>
                    <a:pt x="84252" y="473680"/>
                  </a:lnTo>
                  <a:lnTo>
                    <a:pt x="85599" y="474016"/>
                  </a:lnTo>
                  <a:lnTo>
                    <a:pt x="85195" y="472637"/>
                  </a:lnTo>
                  <a:cubicBezTo>
                    <a:pt x="85195" y="472637"/>
                    <a:pt x="86070" y="469172"/>
                    <a:pt x="86373" y="467995"/>
                  </a:cubicBezTo>
                  <a:cubicBezTo>
                    <a:pt x="86676" y="466851"/>
                    <a:pt x="87820" y="464227"/>
                    <a:pt x="88392" y="463083"/>
                  </a:cubicBezTo>
                  <a:cubicBezTo>
                    <a:pt x="88964" y="461939"/>
                    <a:pt x="88964" y="459618"/>
                    <a:pt x="90714" y="457566"/>
                  </a:cubicBezTo>
                  <a:cubicBezTo>
                    <a:pt x="92464" y="455548"/>
                    <a:pt x="93305" y="456120"/>
                    <a:pt x="94786" y="453496"/>
                  </a:cubicBezTo>
                  <a:cubicBezTo>
                    <a:pt x="96234" y="450872"/>
                    <a:pt x="97681" y="449425"/>
                    <a:pt x="98253" y="448584"/>
                  </a:cubicBezTo>
                  <a:cubicBezTo>
                    <a:pt x="98825" y="447710"/>
                    <a:pt x="99431" y="446566"/>
                    <a:pt x="99700" y="443068"/>
                  </a:cubicBezTo>
                  <a:cubicBezTo>
                    <a:pt x="100003" y="439603"/>
                    <a:pt x="100844" y="434960"/>
                    <a:pt x="100844" y="434960"/>
                  </a:cubicBezTo>
                  <a:cubicBezTo>
                    <a:pt x="100844" y="434960"/>
                    <a:pt x="101988" y="431765"/>
                    <a:pt x="102863" y="431495"/>
                  </a:cubicBezTo>
                  <a:cubicBezTo>
                    <a:pt x="103738" y="431193"/>
                    <a:pt x="106633" y="430924"/>
                    <a:pt x="108080" y="429477"/>
                  </a:cubicBezTo>
                  <a:cubicBezTo>
                    <a:pt x="109527" y="428031"/>
                    <a:pt x="110974" y="427459"/>
                    <a:pt x="110974" y="426281"/>
                  </a:cubicBezTo>
                  <a:cubicBezTo>
                    <a:pt x="110974" y="425138"/>
                    <a:pt x="112118" y="422211"/>
                    <a:pt x="112118" y="422211"/>
                  </a:cubicBezTo>
                  <a:lnTo>
                    <a:pt x="111243" y="417300"/>
                  </a:lnTo>
                  <a:lnTo>
                    <a:pt x="110941" y="412657"/>
                  </a:lnTo>
                  <a:lnTo>
                    <a:pt x="117907" y="412657"/>
                  </a:lnTo>
                  <a:cubicBezTo>
                    <a:pt x="117907" y="412657"/>
                    <a:pt x="118479" y="415248"/>
                    <a:pt x="119926" y="415248"/>
                  </a:cubicBezTo>
                  <a:cubicBezTo>
                    <a:pt x="121373" y="415248"/>
                    <a:pt x="121373" y="415550"/>
                    <a:pt x="124873" y="415550"/>
                  </a:cubicBezTo>
                  <a:cubicBezTo>
                    <a:pt x="128340" y="415550"/>
                    <a:pt x="126321" y="415853"/>
                    <a:pt x="128340" y="415550"/>
                  </a:cubicBezTo>
                  <a:cubicBezTo>
                    <a:pt x="130359" y="415248"/>
                    <a:pt x="132681" y="412657"/>
                    <a:pt x="132681" y="412657"/>
                  </a:cubicBezTo>
                  <a:cubicBezTo>
                    <a:pt x="132681" y="412657"/>
                    <a:pt x="134128" y="409764"/>
                    <a:pt x="135273" y="409462"/>
                  </a:cubicBezTo>
                  <a:cubicBezTo>
                    <a:pt x="136417" y="409159"/>
                    <a:pt x="138167" y="408015"/>
                    <a:pt x="139042" y="407140"/>
                  </a:cubicBezTo>
                  <a:cubicBezTo>
                    <a:pt x="139917" y="406266"/>
                    <a:pt x="140186" y="405257"/>
                    <a:pt x="141061" y="404685"/>
                  </a:cubicBezTo>
                  <a:cubicBezTo>
                    <a:pt x="141936" y="404113"/>
                    <a:pt x="148028" y="400480"/>
                    <a:pt x="148028" y="400480"/>
                  </a:cubicBezTo>
                  <a:lnTo>
                    <a:pt x="150922" y="400480"/>
                  </a:lnTo>
                  <a:lnTo>
                    <a:pt x="156139" y="400480"/>
                  </a:lnTo>
                  <a:cubicBezTo>
                    <a:pt x="156139" y="400480"/>
                    <a:pt x="158461" y="399605"/>
                    <a:pt x="160211" y="400480"/>
                  </a:cubicBezTo>
                  <a:cubicBezTo>
                    <a:pt x="161961" y="401354"/>
                    <a:pt x="164552" y="401354"/>
                    <a:pt x="165730" y="401354"/>
                  </a:cubicBezTo>
                  <a:cubicBezTo>
                    <a:pt x="166908" y="401354"/>
                    <a:pt x="171249" y="401657"/>
                    <a:pt x="171249" y="401657"/>
                  </a:cubicBezTo>
                  <a:lnTo>
                    <a:pt x="179091" y="402229"/>
                  </a:lnTo>
                  <a:cubicBezTo>
                    <a:pt x="179091" y="402229"/>
                    <a:pt x="180841" y="403676"/>
                    <a:pt x="182860" y="404853"/>
                  </a:cubicBezTo>
                  <a:cubicBezTo>
                    <a:pt x="184880" y="405997"/>
                    <a:pt x="184880" y="405997"/>
                    <a:pt x="184880" y="405997"/>
                  </a:cubicBezTo>
                  <a:cubicBezTo>
                    <a:pt x="184880" y="405997"/>
                    <a:pt x="187471" y="408621"/>
                    <a:pt x="188649" y="408890"/>
                  </a:cubicBezTo>
                  <a:cubicBezTo>
                    <a:pt x="189827" y="409192"/>
                    <a:pt x="191274" y="412086"/>
                    <a:pt x="191274" y="412086"/>
                  </a:cubicBezTo>
                  <a:lnTo>
                    <a:pt x="193899" y="415853"/>
                  </a:lnTo>
                  <a:cubicBezTo>
                    <a:pt x="193899" y="415853"/>
                    <a:pt x="198241" y="418174"/>
                    <a:pt x="199115" y="418174"/>
                  </a:cubicBezTo>
                  <a:cubicBezTo>
                    <a:pt x="199990" y="418174"/>
                    <a:pt x="206654" y="413229"/>
                    <a:pt x="206654" y="413229"/>
                  </a:cubicBezTo>
                  <a:lnTo>
                    <a:pt x="209245" y="408318"/>
                  </a:lnTo>
                  <a:lnTo>
                    <a:pt x="214765" y="405425"/>
                  </a:lnTo>
                  <a:lnTo>
                    <a:pt x="218231" y="403104"/>
                  </a:lnTo>
                  <a:cubicBezTo>
                    <a:pt x="218231" y="403104"/>
                    <a:pt x="221428" y="401186"/>
                    <a:pt x="221428" y="400110"/>
                  </a:cubicBezTo>
                  <a:cubicBezTo>
                    <a:pt x="221428" y="399033"/>
                    <a:pt x="221428" y="396140"/>
                    <a:pt x="221428" y="396140"/>
                  </a:cubicBezTo>
                  <a:lnTo>
                    <a:pt x="219981" y="394391"/>
                  </a:lnTo>
                  <a:lnTo>
                    <a:pt x="218231" y="393214"/>
                  </a:lnTo>
                  <a:lnTo>
                    <a:pt x="215034" y="391767"/>
                  </a:lnTo>
                  <a:lnTo>
                    <a:pt x="211568" y="389446"/>
                  </a:lnTo>
                  <a:cubicBezTo>
                    <a:pt x="211568" y="389446"/>
                    <a:pt x="210423" y="390892"/>
                    <a:pt x="209548" y="389446"/>
                  </a:cubicBezTo>
                  <a:cubicBezTo>
                    <a:pt x="208673" y="387999"/>
                    <a:pt x="207798" y="387697"/>
                    <a:pt x="207226" y="386553"/>
                  </a:cubicBezTo>
                  <a:cubicBezTo>
                    <a:pt x="206654" y="385409"/>
                    <a:pt x="205207" y="383357"/>
                    <a:pt x="205207" y="382482"/>
                  </a:cubicBezTo>
                  <a:cubicBezTo>
                    <a:pt x="205207" y="381608"/>
                    <a:pt x="205510" y="381036"/>
                    <a:pt x="205779" y="379590"/>
                  </a:cubicBezTo>
                  <a:cubicBezTo>
                    <a:pt x="206082" y="378143"/>
                    <a:pt x="206351" y="376697"/>
                    <a:pt x="206082" y="374947"/>
                  </a:cubicBezTo>
                  <a:cubicBezTo>
                    <a:pt x="205779" y="373198"/>
                    <a:pt x="205779" y="370305"/>
                    <a:pt x="205779" y="369161"/>
                  </a:cubicBezTo>
                  <a:cubicBezTo>
                    <a:pt x="205779" y="368017"/>
                    <a:pt x="205779" y="367412"/>
                    <a:pt x="206957" y="367143"/>
                  </a:cubicBezTo>
                  <a:cubicBezTo>
                    <a:pt x="208101" y="366840"/>
                    <a:pt x="211299" y="367143"/>
                    <a:pt x="211299" y="367143"/>
                  </a:cubicBezTo>
                  <a:lnTo>
                    <a:pt x="218837" y="367008"/>
                  </a:lnTo>
                  <a:cubicBezTo>
                    <a:pt x="218837" y="367008"/>
                    <a:pt x="219140" y="367446"/>
                    <a:pt x="220284" y="367008"/>
                  </a:cubicBezTo>
                  <a:cubicBezTo>
                    <a:pt x="221428" y="366571"/>
                    <a:pt x="221159" y="366874"/>
                    <a:pt x="224626" y="367008"/>
                  </a:cubicBezTo>
                  <a:cubicBezTo>
                    <a:pt x="228092" y="367143"/>
                    <a:pt x="228967" y="367580"/>
                    <a:pt x="231289" y="366773"/>
                  </a:cubicBezTo>
                  <a:cubicBezTo>
                    <a:pt x="233611" y="365966"/>
                    <a:pt x="234486" y="365394"/>
                    <a:pt x="235059" y="363644"/>
                  </a:cubicBezTo>
                  <a:cubicBezTo>
                    <a:pt x="235631" y="361895"/>
                    <a:pt x="237078" y="361323"/>
                    <a:pt x="237381" y="360449"/>
                  </a:cubicBezTo>
                  <a:cubicBezTo>
                    <a:pt x="237684" y="359574"/>
                    <a:pt x="240006" y="356984"/>
                    <a:pt x="240006" y="356984"/>
                  </a:cubicBezTo>
                  <a:lnTo>
                    <a:pt x="241453" y="356984"/>
                  </a:lnTo>
                  <a:cubicBezTo>
                    <a:pt x="241453" y="356984"/>
                    <a:pt x="243775" y="357858"/>
                    <a:pt x="244650" y="358430"/>
                  </a:cubicBezTo>
                  <a:cubicBezTo>
                    <a:pt x="245525" y="359002"/>
                    <a:pt x="247847" y="365091"/>
                    <a:pt x="247847" y="365091"/>
                  </a:cubicBezTo>
                  <a:lnTo>
                    <a:pt x="250170" y="370036"/>
                  </a:lnTo>
                  <a:lnTo>
                    <a:pt x="253636" y="372929"/>
                  </a:lnTo>
                  <a:lnTo>
                    <a:pt x="259425" y="371482"/>
                  </a:lnTo>
                  <a:lnTo>
                    <a:pt x="267535" y="369161"/>
                  </a:lnTo>
                  <a:lnTo>
                    <a:pt x="271607" y="367143"/>
                  </a:lnTo>
                  <a:lnTo>
                    <a:pt x="275949" y="370910"/>
                  </a:lnTo>
                  <a:lnTo>
                    <a:pt x="279718" y="372929"/>
                  </a:lnTo>
                  <a:lnTo>
                    <a:pt x="286988" y="376125"/>
                  </a:lnTo>
                  <a:lnTo>
                    <a:pt x="293348" y="377874"/>
                  </a:lnTo>
                  <a:lnTo>
                    <a:pt x="296545" y="379320"/>
                  </a:lnTo>
                  <a:lnTo>
                    <a:pt x="298296" y="382214"/>
                  </a:lnTo>
                  <a:lnTo>
                    <a:pt x="306406" y="385241"/>
                  </a:lnTo>
                  <a:cubicBezTo>
                    <a:pt x="306406" y="385241"/>
                    <a:pt x="309603" y="384804"/>
                    <a:pt x="310748" y="384804"/>
                  </a:cubicBezTo>
                  <a:cubicBezTo>
                    <a:pt x="311892" y="384804"/>
                    <a:pt x="315089" y="384804"/>
                    <a:pt x="316267" y="384804"/>
                  </a:cubicBezTo>
                  <a:cubicBezTo>
                    <a:pt x="317445" y="384804"/>
                    <a:pt x="321484" y="384097"/>
                    <a:pt x="322359" y="383794"/>
                  </a:cubicBezTo>
                  <a:cubicBezTo>
                    <a:pt x="323234" y="383492"/>
                    <a:pt x="327878" y="383088"/>
                    <a:pt x="329022" y="383088"/>
                  </a:cubicBezTo>
                  <a:cubicBezTo>
                    <a:pt x="330166" y="383088"/>
                    <a:pt x="331916" y="383088"/>
                    <a:pt x="331916" y="383088"/>
                  </a:cubicBezTo>
                  <a:lnTo>
                    <a:pt x="335113" y="385712"/>
                  </a:lnTo>
                  <a:cubicBezTo>
                    <a:pt x="335113" y="385712"/>
                    <a:pt x="338580" y="387461"/>
                    <a:pt x="339455" y="387730"/>
                  </a:cubicBezTo>
                  <a:cubicBezTo>
                    <a:pt x="340330" y="388033"/>
                    <a:pt x="345816" y="391801"/>
                    <a:pt x="345816" y="391801"/>
                  </a:cubicBezTo>
                  <a:cubicBezTo>
                    <a:pt x="345816" y="391801"/>
                    <a:pt x="348441" y="392675"/>
                    <a:pt x="349282" y="392978"/>
                  </a:cubicBezTo>
                  <a:cubicBezTo>
                    <a:pt x="350157" y="393247"/>
                    <a:pt x="355946" y="398192"/>
                    <a:pt x="355946" y="398192"/>
                  </a:cubicBezTo>
                  <a:lnTo>
                    <a:pt x="362912" y="400513"/>
                  </a:lnTo>
                  <a:lnTo>
                    <a:pt x="364932" y="406299"/>
                  </a:lnTo>
                  <a:lnTo>
                    <a:pt x="368398" y="408890"/>
                  </a:lnTo>
                  <a:lnTo>
                    <a:pt x="373312" y="412960"/>
                  </a:lnTo>
                  <a:cubicBezTo>
                    <a:pt x="373312" y="412960"/>
                    <a:pt x="376071" y="420361"/>
                    <a:pt x="375634" y="420361"/>
                  </a:cubicBezTo>
                  <a:cubicBezTo>
                    <a:pt x="375196" y="420361"/>
                    <a:pt x="376946" y="422379"/>
                    <a:pt x="376946" y="422379"/>
                  </a:cubicBezTo>
                  <a:cubicBezTo>
                    <a:pt x="376946" y="422379"/>
                    <a:pt x="378023" y="422076"/>
                    <a:pt x="378461" y="421942"/>
                  </a:cubicBezTo>
                  <a:cubicBezTo>
                    <a:pt x="378898" y="421807"/>
                    <a:pt x="381422" y="418309"/>
                    <a:pt x="381422" y="417737"/>
                  </a:cubicBezTo>
                  <a:cubicBezTo>
                    <a:pt x="381422" y="417165"/>
                    <a:pt x="381422" y="415281"/>
                    <a:pt x="381422" y="415281"/>
                  </a:cubicBezTo>
                  <a:cubicBezTo>
                    <a:pt x="381422" y="415281"/>
                    <a:pt x="381927" y="414272"/>
                    <a:pt x="382499" y="414272"/>
                  </a:cubicBezTo>
                  <a:cubicBezTo>
                    <a:pt x="383071" y="414272"/>
                    <a:pt x="384889" y="417030"/>
                    <a:pt x="384889" y="417030"/>
                  </a:cubicBezTo>
                  <a:lnTo>
                    <a:pt x="384889" y="418780"/>
                  </a:lnTo>
                  <a:lnTo>
                    <a:pt x="386639" y="422413"/>
                  </a:lnTo>
                  <a:lnTo>
                    <a:pt x="388961" y="423859"/>
                  </a:lnTo>
                  <a:cubicBezTo>
                    <a:pt x="388961" y="423859"/>
                    <a:pt x="390273" y="424734"/>
                    <a:pt x="391855" y="423557"/>
                  </a:cubicBezTo>
                  <a:cubicBezTo>
                    <a:pt x="393437" y="422413"/>
                    <a:pt x="394918" y="422245"/>
                    <a:pt x="395625" y="421404"/>
                  </a:cubicBezTo>
                  <a:cubicBezTo>
                    <a:pt x="396365" y="420529"/>
                    <a:pt x="397509" y="419082"/>
                    <a:pt x="397509" y="419082"/>
                  </a:cubicBezTo>
                  <a:cubicBezTo>
                    <a:pt x="397509" y="419082"/>
                    <a:pt x="399832" y="417199"/>
                    <a:pt x="399832" y="416761"/>
                  </a:cubicBezTo>
                  <a:cubicBezTo>
                    <a:pt x="399832" y="416324"/>
                    <a:pt x="401985" y="412422"/>
                    <a:pt x="402456" y="412119"/>
                  </a:cubicBezTo>
                  <a:cubicBezTo>
                    <a:pt x="402894" y="411850"/>
                    <a:pt x="404341" y="411985"/>
                    <a:pt x="404913" y="411547"/>
                  </a:cubicBezTo>
                  <a:cubicBezTo>
                    <a:pt x="405485" y="411110"/>
                    <a:pt x="408683" y="409226"/>
                    <a:pt x="408683" y="409226"/>
                  </a:cubicBezTo>
                  <a:lnTo>
                    <a:pt x="411880" y="409226"/>
                  </a:lnTo>
                  <a:cubicBezTo>
                    <a:pt x="411880" y="409226"/>
                    <a:pt x="415784" y="407780"/>
                    <a:pt x="416659" y="408789"/>
                  </a:cubicBezTo>
                  <a:cubicBezTo>
                    <a:pt x="417534" y="409798"/>
                    <a:pt x="418543" y="410807"/>
                    <a:pt x="419116" y="410975"/>
                  </a:cubicBezTo>
                  <a:cubicBezTo>
                    <a:pt x="419687" y="411110"/>
                    <a:pt x="422145" y="407948"/>
                    <a:pt x="422582" y="407780"/>
                  </a:cubicBezTo>
                  <a:cubicBezTo>
                    <a:pt x="423019" y="407645"/>
                    <a:pt x="423894" y="405458"/>
                    <a:pt x="424164" y="404887"/>
                  </a:cubicBezTo>
                  <a:cubicBezTo>
                    <a:pt x="424467" y="404315"/>
                    <a:pt x="426048" y="402128"/>
                    <a:pt x="426183" y="401691"/>
                  </a:cubicBezTo>
                  <a:cubicBezTo>
                    <a:pt x="426318" y="401253"/>
                    <a:pt x="427933" y="399235"/>
                    <a:pt x="428202" y="398663"/>
                  </a:cubicBezTo>
                  <a:cubicBezTo>
                    <a:pt x="428505" y="398091"/>
                    <a:pt x="429346" y="396779"/>
                    <a:pt x="430087" y="395636"/>
                  </a:cubicBezTo>
                  <a:cubicBezTo>
                    <a:pt x="430827" y="394492"/>
                    <a:pt x="430962" y="394189"/>
                    <a:pt x="431971" y="393752"/>
                  </a:cubicBezTo>
                  <a:cubicBezTo>
                    <a:pt x="432981" y="393315"/>
                    <a:pt x="436178" y="392608"/>
                    <a:pt x="436885" y="392608"/>
                  </a:cubicBezTo>
                  <a:cubicBezTo>
                    <a:pt x="437592" y="392608"/>
                    <a:pt x="439780" y="392743"/>
                    <a:pt x="440351" y="392608"/>
                  </a:cubicBezTo>
                  <a:cubicBezTo>
                    <a:pt x="440924" y="392474"/>
                    <a:pt x="442539" y="392608"/>
                    <a:pt x="442539" y="392608"/>
                  </a:cubicBezTo>
                  <a:lnTo>
                    <a:pt x="444121" y="394627"/>
                  </a:lnTo>
                  <a:cubicBezTo>
                    <a:pt x="444121" y="394627"/>
                    <a:pt x="444760" y="394761"/>
                    <a:pt x="444895" y="395198"/>
                  </a:cubicBezTo>
                  <a:cubicBezTo>
                    <a:pt x="445029" y="395636"/>
                    <a:pt x="445703" y="397385"/>
                    <a:pt x="445703" y="398226"/>
                  </a:cubicBezTo>
                  <a:cubicBezTo>
                    <a:pt x="445703" y="399100"/>
                    <a:pt x="445703" y="401422"/>
                    <a:pt x="445703" y="401422"/>
                  </a:cubicBezTo>
                  <a:lnTo>
                    <a:pt x="445703" y="406636"/>
                  </a:lnTo>
                  <a:cubicBezTo>
                    <a:pt x="445703" y="406636"/>
                    <a:pt x="446006" y="407208"/>
                    <a:pt x="445703" y="408082"/>
                  </a:cubicBezTo>
                  <a:cubicBezTo>
                    <a:pt x="445400" y="408957"/>
                    <a:pt x="446241" y="412287"/>
                    <a:pt x="445837" y="413162"/>
                  </a:cubicBezTo>
                  <a:cubicBezTo>
                    <a:pt x="445433" y="414036"/>
                    <a:pt x="446510" y="415920"/>
                    <a:pt x="445972" y="416627"/>
                  </a:cubicBezTo>
                  <a:cubicBezTo>
                    <a:pt x="445433" y="417333"/>
                    <a:pt x="445433" y="420092"/>
                    <a:pt x="445433" y="420966"/>
                  </a:cubicBezTo>
                  <a:cubicBezTo>
                    <a:pt x="445433" y="421841"/>
                    <a:pt x="445232" y="423725"/>
                    <a:pt x="446140" y="424734"/>
                  </a:cubicBezTo>
                  <a:cubicBezTo>
                    <a:pt x="447049" y="425743"/>
                    <a:pt x="448361" y="427190"/>
                    <a:pt x="448361" y="427190"/>
                  </a:cubicBezTo>
                  <a:cubicBezTo>
                    <a:pt x="448361" y="427190"/>
                    <a:pt x="450111" y="428939"/>
                    <a:pt x="450246" y="429376"/>
                  </a:cubicBezTo>
                  <a:cubicBezTo>
                    <a:pt x="450380" y="429813"/>
                    <a:pt x="452703" y="430823"/>
                    <a:pt x="453578" y="430554"/>
                  </a:cubicBezTo>
                  <a:cubicBezTo>
                    <a:pt x="454453" y="430251"/>
                    <a:pt x="455765" y="429545"/>
                    <a:pt x="455765" y="429545"/>
                  </a:cubicBezTo>
                  <a:lnTo>
                    <a:pt x="458087" y="427223"/>
                  </a:lnTo>
                  <a:lnTo>
                    <a:pt x="460477" y="427795"/>
                  </a:lnTo>
                  <a:lnTo>
                    <a:pt x="461419" y="429679"/>
                  </a:lnTo>
                  <a:lnTo>
                    <a:pt x="461419" y="432706"/>
                  </a:lnTo>
                  <a:lnTo>
                    <a:pt x="461419" y="436171"/>
                  </a:lnTo>
                  <a:cubicBezTo>
                    <a:pt x="461419" y="436171"/>
                    <a:pt x="463438" y="435734"/>
                    <a:pt x="464313" y="435431"/>
                  </a:cubicBezTo>
                  <a:cubicBezTo>
                    <a:pt x="465188" y="435129"/>
                    <a:pt x="466939" y="433245"/>
                    <a:pt x="467342" y="432673"/>
                  </a:cubicBezTo>
                  <a:cubicBezTo>
                    <a:pt x="467780" y="432101"/>
                    <a:pt x="468520" y="432673"/>
                    <a:pt x="469227" y="431361"/>
                  </a:cubicBezTo>
                  <a:cubicBezTo>
                    <a:pt x="469934" y="430049"/>
                    <a:pt x="471112" y="428165"/>
                    <a:pt x="471112" y="428165"/>
                  </a:cubicBezTo>
                  <a:cubicBezTo>
                    <a:pt x="471112" y="428165"/>
                    <a:pt x="478078" y="422648"/>
                    <a:pt x="478516" y="422211"/>
                  </a:cubicBezTo>
                  <a:cubicBezTo>
                    <a:pt x="478954" y="421774"/>
                    <a:pt x="483160" y="419015"/>
                    <a:pt x="483295" y="418578"/>
                  </a:cubicBezTo>
                  <a:cubicBezTo>
                    <a:pt x="483429" y="418141"/>
                    <a:pt x="484439" y="415988"/>
                    <a:pt x="485449" y="414945"/>
                  </a:cubicBezTo>
                  <a:cubicBezTo>
                    <a:pt x="486458" y="413936"/>
                    <a:pt x="488646" y="411043"/>
                    <a:pt x="489218" y="410740"/>
                  </a:cubicBezTo>
                  <a:cubicBezTo>
                    <a:pt x="489790" y="410437"/>
                    <a:pt x="490093" y="408856"/>
                    <a:pt x="490665" y="408722"/>
                  </a:cubicBezTo>
                  <a:cubicBezTo>
                    <a:pt x="491237" y="408587"/>
                    <a:pt x="490800" y="408722"/>
                    <a:pt x="492247" y="407847"/>
                  </a:cubicBezTo>
                  <a:cubicBezTo>
                    <a:pt x="493694" y="406972"/>
                    <a:pt x="496723" y="404214"/>
                    <a:pt x="496723" y="404214"/>
                  </a:cubicBezTo>
                  <a:cubicBezTo>
                    <a:pt x="496723" y="404214"/>
                    <a:pt x="498170" y="403642"/>
                    <a:pt x="498608" y="403474"/>
                  </a:cubicBezTo>
                  <a:cubicBezTo>
                    <a:pt x="499045" y="403339"/>
                    <a:pt x="501637" y="402027"/>
                    <a:pt x="501637" y="402027"/>
                  </a:cubicBezTo>
                  <a:lnTo>
                    <a:pt x="504531" y="401018"/>
                  </a:lnTo>
                  <a:lnTo>
                    <a:pt x="506719" y="401153"/>
                  </a:lnTo>
                  <a:lnTo>
                    <a:pt x="508738" y="402902"/>
                  </a:lnTo>
                  <a:cubicBezTo>
                    <a:pt x="508738" y="402902"/>
                    <a:pt x="508872" y="403339"/>
                    <a:pt x="509444" y="403339"/>
                  </a:cubicBezTo>
                  <a:cubicBezTo>
                    <a:pt x="510017" y="403339"/>
                    <a:pt x="512911" y="405660"/>
                    <a:pt x="512911" y="405660"/>
                  </a:cubicBezTo>
                  <a:lnTo>
                    <a:pt x="515233" y="408116"/>
                  </a:lnTo>
                  <a:lnTo>
                    <a:pt x="516680" y="408553"/>
                  </a:lnTo>
                  <a:lnTo>
                    <a:pt x="520315" y="411884"/>
                  </a:lnTo>
                  <a:lnTo>
                    <a:pt x="522334" y="413768"/>
                  </a:lnTo>
                  <a:lnTo>
                    <a:pt x="523950" y="415517"/>
                  </a:lnTo>
                  <a:lnTo>
                    <a:pt x="523950" y="418712"/>
                  </a:lnTo>
                  <a:lnTo>
                    <a:pt x="522940" y="420462"/>
                  </a:lnTo>
                  <a:lnTo>
                    <a:pt x="521493" y="421774"/>
                  </a:lnTo>
                  <a:cubicBezTo>
                    <a:pt x="521493" y="421774"/>
                    <a:pt x="520921" y="422211"/>
                    <a:pt x="520617" y="422648"/>
                  </a:cubicBezTo>
                  <a:cubicBezTo>
                    <a:pt x="520315" y="423086"/>
                    <a:pt x="520315" y="423960"/>
                    <a:pt x="520315" y="423960"/>
                  </a:cubicBezTo>
                  <a:lnTo>
                    <a:pt x="521762" y="425541"/>
                  </a:lnTo>
                  <a:cubicBezTo>
                    <a:pt x="521762" y="425541"/>
                    <a:pt x="521627" y="427291"/>
                    <a:pt x="522031" y="426988"/>
                  </a:cubicBezTo>
                  <a:cubicBezTo>
                    <a:pt x="522469" y="426685"/>
                    <a:pt x="525363" y="425979"/>
                    <a:pt x="525363" y="425979"/>
                  </a:cubicBezTo>
                  <a:lnTo>
                    <a:pt x="526810" y="426988"/>
                  </a:lnTo>
                  <a:lnTo>
                    <a:pt x="529132" y="430453"/>
                  </a:lnTo>
                  <a:lnTo>
                    <a:pt x="529132" y="432639"/>
                  </a:lnTo>
                  <a:lnTo>
                    <a:pt x="528560" y="434826"/>
                  </a:lnTo>
                  <a:lnTo>
                    <a:pt x="527988" y="436272"/>
                  </a:lnTo>
                  <a:lnTo>
                    <a:pt x="527416" y="437147"/>
                  </a:lnTo>
                  <a:lnTo>
                    <a:pt x="525094" y="439737"/>
                  </a:lnTo>
                  <a:lnTo>
                    <a:pt x="523209" y="441924"/>
                  </a:lnTo>
                  <a:lnTo>
                    <a:pt x="520887" y="443505"/>
                  </a:lnTo>
                  <a:lnTo>
                    <a:pt x="519137" y="445389"/>
                  </a:lnTo>
                  <a:lnTo>
                    <a:pt x="517623" y="447138"/>
                  </a:lnTo>
                  <a:lnTo>
                    <a:pt x="516815" y="450603"/>
                  </a:lnTo>
                  <a:lnTo>
                    <a:pt x="515940" y="453496"/>
                  </a:lnTo>
                  <a:cubicBezTo>
                    <a:pt x="515940" y="453496"/>
                    <a:pt x="516074" y="455682"/>
                    <a:pt x="516646" y="455682"/>
                  </a:cubicBezTo>
                  <a:cubicBezTo>
                    <a:pt x="517219" y="455682"/>
                    <a:pt x="520719" y="455817"/>
                    <a:pt x="520719" y="455817"/>
                  </a:cubicBezTo>
                  <a:cubicBezTo>
                    <a:pt x="520719" y="455817"/>
                    <a:pt x="522166" y="456557"/>
                    <a:pt x="523916" y="456557"/>
                  </a:cubicBezTo>
                  <a:cubicBezTo>
                    <a:pt x="525666" y="456557"/>
                    <a:pt x="527382" y="457129"/>
                    <a:pt x="527382" y="457129"/>
                  </a:cubicBezTo>
                  <a:cubicBezTo>
                    <a:pt x="527382" y="457129"/>
                    <a:pt x="527113" y="459585"/>
                    <a:pt x="526507" y="459585"/>
                  </a:cubicBezTo>
                  <a:cubicBezTo>
                    <a:pt x="525935" y="459585"/>
                    <a:pt x="524623" y="460291"/>
                    <a:pt x="524050" y="460728"/>
                  </a:cubicBezTo>
                  <a:cubicBezTo>
                    <a:pt x="523478" y="461166"/>
                    <a:pt x="521863" y="461435"/>
                    <a:pt x="521156" y="461872"/>
                  </a:cubicBezTo>
                  <a:cubicBezTo>
                    <a:pt x="520449" y="462309"/>
                    <a:pt x="519440" y="463184"/>
                    <a:pt x="519137" y="464059"/>
                  </a:cubicBezTo>
                  <a:cubicBezTo>
                    <a:pt x="518834" y="464933"/>
                    <a:pt x="518565" y="465505"/>
                    <a:pt x="518565" y="466077"/>
                  </a:cubicBezTo>
                  <a:cubicBezTo>
                    <a:pt x="518565" y="466649"/>
                    <a:pt x="519574" y="468970"/>
                    <a:pt x="519574" y="468970"/>
                  </a:cubicBezTo>
                  <a:cubicBezTo>
                    <a:pt x="519574" y="468970"/>
                    <a:pt x="521022" y="469845"/>
                    <a:pt x="521459" y="470282"/>
                  </a:cubicBezTo>
                  <a:cubicBezTo>
                    <a:pt x="521896" y="470719"/>
                    <a:pt x="524084" y="472872"/>
                    <a:pt x="524488" y="473309"/>
                  </a:cubicBezTo>
                  <a:cubicBezTo>
                    <a:pt x="524925" y="473747"/>
                    <a:pt x="526373" y="474319"/>
                    <a:pt x="526810" y="474184"/>
                  </a:cubicBezTo>
                  <a:cubicBezTo>
                    <a:pt x="527248" y="474050"/>
                    <a:pt x="529132" y="473747"/>
                    <a:pt x="529132" y="473747"/>
                  </a:cubicBezTo>
                  <a:lnTo>
                    <a:pt x="531757" y="472435"/>
                  </a:lnTo>
                  <a:lnTo>
                    <a:pt x="533339" y="470854"/>
                  </a:lnTo>
                  <a:cubicBezTo>
                    <a:pt x="533339" y="470854"/>
                    <a:pt x="534046" y="469273"/>
                    <a:pt x="534484" y="469105"/>
                  </a:cubicBezTo>
                  <a:cubicBezTo>
                    <a:pt x="534921" y="468970"/>
                    <a:pt x="535998" y="468533"/>
                    <a:pt x="535998" y="468533"/>
                  </a:cubicBezTo>
                  <a:lnTo>
                    <a:pt x="537815" y="470988"/>
                  </a:lnTo>
                  <a:lnTo>
                    <a:pt x="537815" y="472570"/>
                  </a:lnTo>
                  <a:cubicBezTo>
                    <a:pt x="537815" y="472570"/>
                    <a:pt x="536503" y="474319"/>
                    <a:pt x="537815" y="475328"/>
                  </a:cubicBezTo>
                  <a:cubicBezTo>
                    <a:pt x="539128" y="476337"/>
                    <a:pt x="541585" y="478793"/>
                    <a:pt x="541585" y="478793"/>
                  </a:cubicBezTo>
                  <a:lnTo>
                    <a:pt x="543301" y="477346"/>
                  </a:lnTo>
                  <a:lnTo>
                    <a:pt x="546936" y="477481"/>
                  </a:lnTo>
                  <a:lnTo>
                    <a:pt x="548517" y="472401"/>
                  </a:lnTo>
                  <a:lnTo>
                    <a:pt x="551715" y="469710"/>
                  </a:lnTo>
                  <a:cubicBezTo>
                    <a:pt x="551715" y="469710"/>
                    <a:pt x="555181" y="466683"/>
                    <a:pt x="556493" y="465371"/>
                  </a:cubicBezTo>
                  <a:cubicBezTo>
                    <a:pt x="557806" y="464059"/>
                    <a:pt x="558883" y="462108"/>
                    <a:pt x="558883" y="462108"/>
                  </a:cubicBezTo>
                  <a:lnTo>
                    <a:pt x="561710" y="457600"/>
                  </a:lnTo>
                  <a:cubicBezTo>
                    <a:pt x="561710" y="457600"/>
                    <a:pt x="564301" y="457768"/>
                    <a:pt x="567801" y="457533"/>
                  </a:cubicBezTo>
                  <a:cubicBezTo>
                    <a:pt x="570157" y="457398"/>
                    <a:pt x="570124" y="457533"/>
                    <a:pt x="570056" y="457600"/>
                  </a:cubicBezTo>
                  <a:cubicBezTo>
                    <a:pt x="570090" y="457600"/>
                    <a:pt x="570124" y="457566"/>
                    <a:pt x="570191" y="457533"/>
                  </a:cubicBezTo>
                  <a:cubicBezTo>
                    <a:pt x="570830" y="457297"/>
                    <a:pt x="574970" y="456893"/>
                    <a:pt x="575609" y="456456"/>
                  </a:cubicBezTo>
                  <a:cubicBezTo>
                    <a:pt x="576249" y="456019"/>
                    <a:pt x="577797" y="455144"/>
                    <a:pt x="577797" y="455144"/>
                  </a:cubicBezTo>
                  <a:lnTo>
                    <a:pt x="577797" y="449930"/>
                  </a:lnTo>
                  <a:lnTo>
                    <a:pt x="577797" y="447743"/>
                  </a:lnTo>
                  <a:lnTo>
                    <a:pt x="578672" y="443841"/>
                  </a:lnTo>
                  <a:lnTo>
                    <a:pt x="582138" y="443841"/>
                  </a:lnTo>
                  <a:lnTo>
                    <a:pt x="595196" y="443841"/>
                  </a:lnTo>
                  <a:lnTo>
                    <a:pt x="603004" y="442092"/>
                  </a:lnTo>
                  <a:cubicBezTo>
                    <a:pt x="603004" y="442092"/>
                    <a:pt x="605831" y="441016"/>
                    <a:pt x="606470" y="440578"/>
                  </a:cubicBezTo>
                  <a:cubicBezTo>
                    <a:pt x="607110" y="440141"/>
                    <a:pt x="609937" y="437113"/>
                    <a:pt x="610374" y="436239"/>
                  </a:cubicBezTo>
                  <a:cubicBezTo>
                    <a:pt x="610812" y="435364"/>
                    <a:pt x="613403" y="433413"/>
                    <a:pt x="613403" y="433413"/>
                  </a:cubicBezTo>
                  <a:lnTo>
                    <a:pt x="623836" y="433413"/>
                  </a:lnTo>
                  <a:lnTo>
                    <a:pt x="632519" y="433413"/>
                  </a:lnTo>
                  <a:lnTo>
                    <a:pt x="639687" y="433413"/>
                  </a:lnTo>
                  <a:lnTo>
                    <a:pt x="644029" y="428972"/>
                  </a:lnTo>
                  <a:cubicBezTo>
                    <a:pt x="644029" y="428972"/>
                    <a:pt x="639890" y="422346"/>
                    <a:pt x="639687" y="421034"/>
                  </a:cubicBezTo>
                  <a:cubicBezTo>
                    <a:pt x="639486" y="419722"/>
                    <a:pt x="643591" y="417771"/>
                    <a:pt x="643827" y="416896"/>
                  </a:cubicBezTo>
                  <a:cubicBezTo>
                    <a:pt x="644029" y="416021"/>
                    <a:pt x="645779" y="413633"/>
                    <a:pt x="645779" y="413633"/>
                  </a:cubicBezTo>
                  <a:lnTo>
                    <a:pt x="650558" y="409495"/>
                  </a:lnTo>
                  <a:lnTo>
                    <a:pt x="656010" y="412960"/>
                  </a:lnTo>
                  <a:lnTo>
                    <a:pt x="663414" y="417939"/>
                  </a:lnTo>
                  <a:cubicBezTo>
                    <a:pt x="663414" y="417939"/>
                    <a:pt x="669270" y="414911"/>
                    <a:pt x="669943" y="414474"/>
                  </a:cubicBezTo>
                  <a:cubicBezTo>
                    <a:pt x="670583" y="414036"/>
                    <a:pt x="671020" y="410134"/>
                    <a:pt x="671020" y="410134"/>
                  </a:cubicBezTo>
                  <a:lnTo>
                    <a:pt x="674049" y="404046"/>
                  </a:lnTo>
                  <a:lnTo>
                    <a:pt x="680578" y="401422"/>
                  </a:lnTo>
                  <a:lnTo>
                    <a:pt x="685155" y="400110"/>
                  </a:lnTo>
                  <a:lnTo>
                    <a:pt x="688857" y="397721"/>
                  </a:lnTo>
                  <a:lnTo>
                    <a:pt x="691684" y="393819"/>
                  </a:lnTo>
                  <a:lnTo>
                    <a:pt x="694309" y="389042"/>
                  </a:lnTo>
                  <a:lnTo>
                    <a:pt x="694309" y="385577"/>
                  </a:lnTo>
                  <a:lnTo>
                    <a:pt x="696597" y="381238"/>
                  </a:lnTo>
                  <a:lnTo>
                    <a:pt x="704540" y="380801"/>
                  </a:lnTo>
                  <a:lnTo>
                    <a:pt x="710833" y="379489"/>
                  </a:lnTo>
                  <a:lnTo>
                    <a:pt x="722343" y="379489"/>
                  </a:lnTo>
                  <a:lnTo>
                    <a:pt x="727560" y="381541"/>
                  </a:lnTo>
                  <a:lnTo>
                    <a:pt x="730387" y="384265"/>
                  </a:lnTo>
                  <a:lnTo>
                    <a:pt x="735165" y="391666"/>
                  </a:lnTo>
                  <a:lnTo>
                    <a:pt x="744724" y="391666"/>
                  </a:lnTo>
                  <a:lnTo>
                    <a:pt x="748358" y="390018"/>
                  </a:lnTo>
                  <a:lnTo>
                    <a:pt x="756099" y="386620"/>
                  </a:lnTo>
                  <a:lnTo>
                    <a:pt x="761214" y="384602"/>
                  </a:lnTo>
                  <a:lnTo>
                    <a:pt x="763032" y="382146"/>
                  </a:lnTo>
                  <a:lnTo>
                    <a:pt x="763267" y="383021"/>
                  </a:lnTo>
                  <a:lnTo>
                    <a:pt x="761820" y="377672"/>
                  </a:lnTo>
                  <a:lnTo>
                    <a:pt x="761719" y="373164"/>
                  </a:lnTo>
                  <a:close/>
                </a:path>
              </a:pathLst>
            </a:custGeom>
            <a:grpFill/>
            <a:ln w="6350" cap="flat">
              <a:solidFill>
                <a:schemeClr val="bg1"/>
              </a:solidFill>
              <a:prstDash val="solid"/>
              <a:miter/>
            </a:ln>
          </p:spPr>
          <p:txBody>
            <a:bodyPr rtlCol="0" anchor="ctr"/>
            <a:lstStyle/>
            <a:p>
              <a:endParaRPr lang="en-US"/>
            </a:p>
          </p:txBody>
        </p:sp>
        <p:sp>
          <p:nvSpPr>
            <p:cNvPr id="54" name="Freeform 893">
              <a:extLst>
                <a:ext uri="{FF2B5EF4-FFF2-40B4-BE49-F238E27FC236}">
                  <a16:creationId xmlns:a16="http://schemas.microsoft.com/office/drawing/2014/main" id="{F840D7C5-91E7-95DD-E0CA-AE1DD11D6AE1}"/>
                </a:ext>
              </a:extLst>
            </p:cNvPr>
            <p:cNvSpPr/>
            <p:nvPr/>
          </p:nvSpPr>
          <p:spPr>
            <a:xfrm>
              <a:off x="7073510" y="3140268"/>
              <a:ext cx="468366" cy="490722"/>
            </a:xfrm>
            <a:custGeom>
              <a:avLst/>
              <a:gdLst>
                <a:gd name="connsiteX0" fmla="*/ 821072 w 899217"/>
                <a:gd name="connsiteY0" fmla="*/ 731292 h 942137"/>
                <a:gd name="connsiteX1" fmla="*/ 824269 w 899217"/>
                <a:gd name="connsiteY1" fmla="*/ 727524 h 942137"/>
                <a:gd name="connsiteX2" fmla="*/ 827736 w 899217"/>
                <a:gd name="connsiteY2" fmla="*/ 724934 h 942137"/>
                <a:gd name="connsiteX3" fmla="*/ 831640 w 899217"/>
                <a:gd name="connsiteY3" fmla="*/ 721167 h 942137"/>
                <a:gd name="connsiteX4" fmla="*/ 834534 w 899217"/>
                <a:gd name="connsiteY4" fmla="*/ 716524 h 942137"/>
                <a:gd name="connsiteX5" fmla="*/ 841500 w 899217"/>
                <a:gd name="connsiteY5" fmla="*/ 714203 h 942137"/>
                <a:gd name="connsiteX6" fmla="*/ 842510 w 899217"/>
                <a:gd name="connsiteY6" fmla="*/ 715953 h 942137"/>
                <a:gd name="connsiteX7" fmla="*/ 844529 w 899217"/>
                <a:gd name="connsiteY7" fmla="*/ 715650 h 942137"/>
                <a:gd name="connsiteX8" fmla="*/ 846279 w 899217"/>
                <a:gd name="connsiteY8" fmla="*/ 712757 h 942137"/>
                <a:gd name="connsiteX9" fmla="*/ 844698 w 899217"/>
                <a:gd name="connsiteY9" fmla="*/ 711613 h 942137"/>
                <a:gd name="connsiteX10" fmla="*/ 843250 w 899217"/>
                <a:gd name="connsiteY10" fmla="*/ 709864 h 942137"/>
                <a:gd name="connsiteX11" fmla="*/ 843688 w 899217"/>
                <a:gd name="connsiteY11" fmla="*/ 707543 h 942137"/>
                <a:gd name="connsiteX12" fmla="*/ 845135 w 899217"/>
                <a:gd name="connsiteY12" fmla="*/ 706399 h 942137"/>
                <a:gd name="connsiteX13" fmla="*/ 849039 w 899217"/>
                <a:gd name="connsiteY13" fmla="*/ 705255 h 942137"/>
                <a:gd name="connsiteX14" fmla="*/ 854827 w 899217"/>
                <a:gd name="connsiteY14" fmla="*/ 702497 h 942137"/>
                <a:gd name="connsiteX15" fmla="*/ 859909 w 899217"/>
                <a:gd name="connsiteY15" fmla="*/ 699032 h 942137"/>
                <a:gd name="connsiteX16" fmla="*/ 864116 w 899217"/>
                <a:gd name="connsiteY16" fmla="*/ 696408 h 942137"/>
                <a:gd name="connsiteX17" fmla="*/ 865126 w 899217"/>
                <a:gd name="connsiteY17" fmla="*/ 693078 h 942137"/>
                <a:gd name="connsiteX18" fmla="*/ 866135 w 899217"/>
                <a:gd name="connsiteY18" fmla="*/ 693078 h 942137"/>
                <a:gd name="connsiteX19" fmla="*/ 870208 w 899217"/>
                <a:gd name="connsiteY19" fmla="*/ 694524 h 942137"/>
                <a:gd name="connsiteX20" fmla="*/ 873540 w 899217"/>
                <a:gd name="connsiteY20" fmla="*/ 697282 h 942137"/>
                <a:gd name="connsiteX21" fmla="*/ 875996 w 899217"/>
                <a:gd name="connsiteY21" fmla="*/ 699301 h 942137"/>
                <a:gd name="connsiteX22" fmla="*/ 878891 w 899217"/>
                <a:gd name="connsiteY22" fmla="*/ 700310 h 942137"/>
                <a:gd name="connsiteX23" fmla="*/ 881213 w 899217"/>
                <a:gd name="connsiteY23" fmla="*/ 700613 h 942137"/>
                <a:gd name="connsiteX24" fmla="*/ 885117 w 899217"/>
                <a:gd name="connsiteY24" fmla="*/ 697720 h 942137"/>
                <a:gd name="connsiteX25" fmla="*/ 888751 w 899217"/>
                <a:gd name="connsiteY25" fmla="*/ 693952 h 942137"/>
                <a:gd name="connsiteX26" fmla="*/ 890569 w 899217"/>
                <a:gd name="connsiteY26" fmla="*/ 691934 h 942137"/>
                <a:gd name="connsiteX27" fmla="*/ 891376 w 899217"/>
                <a:gd name="connsiteY27" fmla="*/ 688032 h 942137"/>
                <a:gd name="connsiteX28" fmla="*/ 891376 w 899217"/>
                <a:gd name="connsiteY28" fmla="*/ 685273 h 942137"/>
                <a:gd name="connsiteX29" fmla="*/ 891376 w 899217"/>
                <a:gd name="connsiteY29" fmla="*/ 681203 h 942137"/>
                <a:gd name="connsiteX30" fmla="*/ 891376 w 899217"/>
                <a:gd name="connsiteY30" fmla="*/ 678310 h 942137"/>
                <a:gd name="connsiteX31" fmla="*/ 894843 w 899217"/>
                <a:gd name="connsiteY31" fmla="*/ 675282 h 942137"/>
                <a:gd name="connsiteX32" fmla="*/ 894708 w 899217"/>
                <a:gd name="connsiteY32" fmla="*/ 671212 h 942137"/>
                <a:gd name="connsiteX33" fmla="*/ 894136 w 899217"/>
                <a:gd name="connsiteY33" fmla="*/ 666872 h 942137"/>
                <a:gd name="connsiteX34" fmla="*/ 895146 w 899217"/>
                <a:gd name="connsiteY34" fmla="*/ 663104 h 942137"/>
                <a:gd name="connsiteX35" fmla="*/ 897905 w 899217"/>
                <a:gd name="connsiteY35" fmla="*/ 659203 h 942137"/>
                <a:gd name="connsiteX36" fmla="*/ 899218 w 899217"/>
                <a:gd name="connsiteY36" fmla="*/ 656881 h 942137"/>
                <a:gd name="connsiteX37" fmla="*/ 896021 w 899217"/>
                <a:gd name="connsiteY37" fmla="*/ 654123 h 942137"/>
                <a:gd name="connsiteX38" fmla="*/ 891679 w 899217"/>
                <a:gd name="connsiteY38" fmla="*/ 650658 h 942137"/>
                <a:gd name="connsiteX39" fmla="*/ 889357 w 899217"/>
                <a:gd name="connsiteY39" fmla="*/ 649952 h 942137"/>
                <a:gd name="connsiteX40" fmla="*/ 889054 w 899217"/>
                <a:gd name="connsiteY40" fmla="*/ 647058 h 942137"/>
                <a:gd name="connsiteX41" fmla="*/ 889761 w 899217"/>
                <a:gd name="connsiteY41" fmla="*/ 644603 h 942137"/>
                <a:gd name="connsiteX42" fmla="*/ 890198 w 899217"/>
                <a:gd name="connsiteY42" fmla="*/ 641575 h 942137"/>
                <a:gd name="connsiteX43" fmla="*/ 889323 w 899217"/>
                <a:gd name="connsiteY43" fmla="*/ 639389 h 942137"/>
                <a:gd name="connsiteX44" fmla="*/ 886867 w 899217"/>
                <a:gd name="connsiteY44" fmla="*/ 637942 h 942137"/>
                <a:gd name="connsiteX45" fmla="*/ 883669 w 899217"/>
                <a:gd name="connsiteY45" fmla="*/ 633737 h 942137"/>
                <a:gd name="connsiteX46" fmla="*/ 881919 w 899217"/>
                <a:gd name="connsiteY46" fmla="*/ 629397 h 942137"/>
                <a:gd name="connsiteX47" fmla="*/ 880607 w 899217"/>
                <a:gd name="connsiteY47" fmla="*/ 625933 h 942137"/>
                <a:gd name="connsiteX48" fmla="*/ 876568 w 899217"/>
                <a:gd name="connsiteY48" fmla="*/ 623174 h 942137"/>
                <a:gd name="connsiteX49" fmla="*/ 874549 w 899217"/>
                <a:gd name="connsiteY49" fmla="*/ 623174 h 942137"/>
                <a:gd name="connsiteX50" fmla="*/ 871924 w 899217"/>
                <a:gd name="connsiteY50" fmla="*/ 625361 h 942137"/>
                <a:gd name="connsiteX51" fmla="*/ 868727 w 899217"/>
                <a:gd name="connsiteY51" fmla="*/ 626942 h 942137"/>
                <a:gd name="connsiteX52" fmla="*/ 867717 w 899217"/>
                <a:gd name="connsiteY52" fmla="*/ 629835 h 942137"/>
                <a:gd name="connsiteX53" fmla="*/ 866708 w 899217"/>
                <a:gd name="connsiteY53" fmla="*/ 631854 h 942137"/>
                <a:gd name="connsiteX54" fmla="*/ 865563 w 899217"/>
                <a:gd name="connsiteY54" fmla="*/ 635621 h 942137"/>
                <a:gd name="connsiteX55" fmla="*/ 862938 w 899217"/>
                <a:gd name="connsiteY55" fmla="*/ 636193 h 942137"/>
                <a:gd name="connsiteX56" fmla="*/ 860751 w 899217"/>
                <a:gd name="connsiteY56" fmla="*/ 635486 h 942137"/>
                <a:gd name="connsiteX57" fmla="*/ 858294 w 899217"/>
                <a:gd name="connsiteY57" fmla="*/ 632728 h 942137"/>
                <a:gd name="connsiteX58" fmla="*/ 855534 w 899217"/>
                <a:gd name="connsiteY58" fmla="*/ 632156 h 942137"/>
                <a:gd name="connsiteX59" fmla="*/ 851327 w 899217"/>
                <a:gd name="connsiteY59" fmla="*/ 631854 h 942137"/>
                <a:gd name="connsiteX60" fmla="*/ 847255 w 899217"/>
                <a:gd name="connsiteY60" fmla="*/ 633098 h 942137"/>
                <a:gd name="connsiteX61" fmla="*/ 843486 w 899217"/>
                <a:gd name="connsiteY61" fmla="*/ 634040 h 942137"/>
                <a:gd name="connsiteX62" fmla="*/ 841736 w 899217"/>
                <a:gd name="connsiteY62" fmla="*/ 634040 h 942137"/>
                <a:gd name="connsiteX63" fmla="*/ 839111 w 899217"/>
                <a:gd name="connsiteY63" fmla="*/ 628960 h 942137"/>
                <a:gd name="connsiteX64" fmla="*/ 836789 w 899217"/>
                <a:gd name="connsiteY64" fmla="*/ 627649 h 942137"/>
                <a:gd name="connsiteX65" fmla="*/ 833154 w 899217"/>
                <a:gd name="connsiteY65" fmla="*/ 628792 h 942137"/>
                <a:gd name="connsiteX66" fmla="*/ 830697 w 899217"/>
                <a:gd name="connsiteY66" fmla="*/ 632123 h 942137"/>
                <a:gd name="connsiteX67" fmla="*/ 828072 w 899217"/>
                <a:gd name="connsiteY67" fmla="*/ 634443 h 942137"/>
                <a:gd name="connsiteX68" fmla="*/ 826490 w 899217"/>
                <a:gd name="connsiteY68" fmla="*/ 637202 h 942137"/>
                <a:gd name="connsiteX69" fmla="*/ 824471 w 899217"/>
                <a:gd name="connsiteY69" fmla="*/ 639523 h 942137"/>
                <a:gd name="connsiteX70" fmla="*/ 822149 w 899217"/>
                <a:gd name="connsiteY70" fmla="*/ 637202 h 942137"/>
                <a:gd name="connsiteX71" fmla="*/ 821005 w 899217"/>
                <a:gd name="connsiteY71" fmla="*/ 635890 h 942137"/>
                <a:gd name="connsiteX72" fmla="*/ 817101 w 899217"/>
                <a:gd name="connsiteY72" fmla="*/ 632425 h 942137"/>
                <a:gd name="connsiteX73" fmla="*/ 814509 w 899217"/>
                <a:gd name="connsiteY73" fmla="*/ 630979 h 942137"/>
                <a:gd name="connsiteX74" fmla="*/ 811884 w 899217"/>
                <a:gd name="connsiteY74" fmla="*/ 630609 h 942137"/>
                <a:gd name="connsiteX75" fmla="*/ 807543 w 899217"/>
                <a:gd name="connsiteY75" fmla="*/ 630542 h 942137"/>
                <a:gd name="connsiteX76" fmla="*/ 803471 w 899217"/>
                <a:gd name="connsiteY76" fmla="*/ 630542 h 942137"/>
                <a:gd name="connsiteX77" fmla="*/ 800408 w 899217"/>
                <a:gd name="connsiteY77" fmla="*/ 629532 h 942137"/>
                <a:gd name="connsiteX78" fmla="*/ 797379 w 899217"/>
                <a:gd name="connsiteY78" fmla="*/ 627211 h 942137"/>
                <a:gd name="connsiteX79" fmla="*/ 793980 w 899217"/>
                <a:gd name="connsiteY79" fmla="*/ 624453 h 942137"/>
                <a:gd name="connsiteX80" fmla="*/ 792163 w 899217"/>
                <a:gd name="connsiteY80" fmla="*/ 622703 h 942137"/>
                <a:gd name="connsiteX81" fmla="*/ 792163 w 899217"/>
                <a:gd name="connsiteY81" fmla="*/ 620988 h 942137"/>
                <a:gd name="connsiteX82" fmla="*/ 793913 w 899217"/>
                <a:gd name="connsiteY82" fmla="*/ 619844 h 942137"/>
                <a:gd name="connsiteX83" fmla="*/ 795360 w 899217"/>
                <a:gd name="connsiteY83" fmla="*/ 618263 h 942137"/>
                <a:gd name="connsiteX84" fmla="*/ 796672 w 899217"/>
                <a:gd name="connsiteY84" fmla="*/ 617119 h 942137"/>
                <a:gd name="connsiteX85" fmla="*/ 798557 w 899217"/>
                <a:gd name="connsiteY85" fmla="*/ 616110 h 942137"/>
                <a:gd name="connsiteX86" fmla="*/ 800004 w 899217"/>
                <a:gd name="connsiteY86" fmla="*/ 613352 h 942137"/>
                <a:gd name="connsiteX87" fmla="*/ 800307 w 899217"/>
                <a:gd name="connsiteY87" fmla="*/ 611030 h 942137"/>
                <a:gd name="connsiteX88" fmla="*/ 799297 w 899217"/>
                <a:gd name="connsiteY88" fmla="*/ 608709 h 942137"/>
                <a:gd name="connsiteX89" fmla="*/ 796975 w 899217"/>
                <a:gd name="connsiteY89" fmla="*/ 606960 h 942137"/>
                <a:gd name="connsiteX90" fmla="*/ 797278 w 899217"/>
                <a:gd name="connsiteY90" fmla="*/ 601174 h 942137"/>
                <a:gd name="connsiteX91" fmla="*/ 797985 w 899217"/>
                <a:gd name="connsiteY91" fmla="*/ 597406 h 942137"/>
                <a:gd name="connsiteX92" fmla="*/ 794350 w 899217"/>
                <a:gd name="connsiteY92" fmla="*/ 591889 h 942137"/>
                <a:gd name="connsiteX93" fmla="*/ 789134 w 899217"/>
                <a:gd name="connsiteY93" fmla="*/ 588862 h 942137"/>
                <a:gd name="connsiteX94" fmla="*/ 783480 w 899217"/>
                <a:gd name="connsiteY94" fmla="*/ 586541 h 942137"/>
                <a:gd name="connsiteX95" fmla="*/ 776682 w 899217"/>
                <a:gd name="connsiteY95" fmla="*/ 588122 h 942137"/>
                <a:gd name="connsiteX96" fmla="*/ 772340 w 899217"/>
                <a:gd name="connsiteY96" fmla="*/ 588256 h 942137"/>
                <a:gd name="connsiteX97" fmla="*/ 767864 w 899217"/>
                <a:gd name="connsiteY97" fmla="*/ 589266 h 942137"/>
                <a:gd name="connsiteX98" fmla="*/ 765542 w 899217"/>
                <a:gd name="connsiteY98" fmla="*/ 589131 h 942137"/>
                <a:gd name="connsiteX99" fmla="*/ 762075 w 899217"/>
                <a:gd name="connsiteY99" fmla="*/ 586507 h 942137"/>
                <a:gd name="connsiteX100" fmla="*/ 759450 w 899217"/>
                <a:gd name="connsiteY100" fmla="*/ 585363 h 942137"/>
                <a:gd name="connsiteX101" fmla="*/ 756119 w 899217"/>
                <a:gd name="connsiteY101" fmla="*/ 585363 h 942137"/>
                <a:gd name="connsiteX102" fmla="*/ 752046 w 899217"/>
                <a:gd name="connsiteY102" fmla="*/ 585935 h 942137"/>
                <a:gd name="connsiteX103" fmla="*/ 748075 w 899217"/>
                <a:gd name="connsiteY103" fmla="*/ 588694 h 942137"/>
                <a:gd name="connsiteX104" fmla="*/ 746998 w 899217"/>
                <a:gd name="connsiteY104" fmla="*/ 592764 h 942137"/>
                <a:gd name="connsiteX105" fmla="*/ 746998 w 899217"/>
                <a:gd name="connsiteY105" fmla="*/ 600165 h 942137"/>
                <a:gd name="connsiteX106" fmla="*/ 741041 w 899217"/>
                <a:gd name="connsiteY106" fmla="*/ 599290 h 942137"/>
                <a:gd name="connsiteX107" fmla="*/ 738888 w 899217"/>
                <a:gd name="connsiteY107" fmla="*/ 594648 h 942137"/>
                <a:gd name="connsiteX108" fmla="*/ 735253 w 899217"/>
                <a:gd name="connsiteY108" fmla="*/ 591183 h 942137"/>
                <a:gd name="connsiteX109" fmla="*/ 732056 w 899217"/>
                <a:gd name="connsiteY109" fmla="*/ 588727 h 942137"/>
                <a:gd name="connsiteX110" fmla="*/ 730036 w 899217"/>
                <a:gd name="connsiteY110" fmla="*/ 586104 h 942137"/>
                <a:gd name="connsiteX111" fmla="*/ 727849 w 899217"/>
                <a:gd name="connsiteY111" fmla="*/ 582470 h 942137"/>
                <a:gd name="connsiteX112" fmla="*/ 726671 w 899217"/>
                <a:gd name="connsiteY112" fmla="*/ 578568 h 942137"/>
                <a:gd name="connsiteX113" fmla="*/ 727849 w 899217"/>
                <a:gd name="connsiteY113" fmla="*/ 575675 h 942137"/>
                <a:gd name="connsiteX114" fmla="*/ 726099 w 899217"/>
                <a:gd name="connsiteY114" fmla="*/ 572479 h 942137"/>
                <a:gd name="connsiteX115" fmla="*/ 726099 w 899217"/>
                <a:gd name="connsiteY115" fmla="*/ 570595 h 942137"/>
                <a:gd name="connsiteX116" fmla="*/ 724349 w 899217"/>
                <a:gd name="connsiteY116" fmla="*/ 569149 h 942137"/>
                <a:gd name="connsiteX117" fmla="*/ 724349 w 899217"/>
                <a:gd name="connsiteY117" fmla="*/ 567131 h 942137"/>
                <a:gd name="connsiteX118" fmla="*/ 724988 w 899217"/>
                <a:gd name="connsiteY118" fmla="*/ 564238 h 942137"/>
                <a:gd name="connsiteX119" fmla="*/ 726065 w 899217"/>
                <a:gd name="connsiteY119" fmla="*/ 561647 h 942137"/>
                <a:gd name="connsiteX120" fmla="*/ 726065 w 899217"/>
                <a:gd name="connsiteY120" fmla="*/ 558452 h 942137"/>
                <a:gd name="connsiteX121" fmla="*/ 726772 w 899217"/>
                <a:gd name="connsiteY121" fmla="*/ 556871 h 942137"/>
                <a:gd name="connsiteX122" fmla="*/ 729094 w 899217"/>
                <a:gd name="connsiteY122" fmla="*/ 555424 h 942137"/>
                <a:gd name="connsiteX123" fmla="*/ 730407 w 899217"/>
                <a:gd name="connsiteY123" fmla="*/ 554415 h 942137"/>
                <a:gd name="connsiteX124" fmla="*/ 734546 w 899217"/>
                <a:gd name="connsiteY124" fmla="*/ 552834 h 942137"/>
                <a:gd name="connsiteX125" fmla="*/ 732291 w 899217"/>
                <a:gd name="connsiteY125" fmla="*/ 550075 h 942137"/>
                <a:gd name="connsiteX126" fmla="*/ 732796 w 899217"/>
                <a:gd name="connsiteY126" fmla="*/ 545870 h 942137"/>
                <a:gd name="connsiteX127" fmla="*/ 734546 w 899217"/>
                <a:gd name="connsiteY127" fmla="*/ 540858 h 942137"/>
                <a:gd name="connsiteX128" fmla="*/ 736498 w 899217"/>
                <a:gd name="connsiteY128" fmla="*/ 537595 h 942137"/>
                <a:gd name="connsiteX129" fmla="*/ 741950 w 899217"/>
                <a:gd name="connsiteY129" fmla="*/ 534332 h 942137"/>
                <a:gd name="connsiteX130" fmla="*/ 746089 w 899217"/>
                <a:gd name="connsiteY130" fmla="*/ 530632 h 942137"/>
                <a:gd name="connsiteX131" fmla="*/ 746965 w 899217"/>
                <a:gd name="connsiteY131" fmla="*/ 528041 h 942137"/>
                <a:gd name="connsiteX132" fmla="*/ 747604 w 899217"/>
                <a:gd name="connsiteY132" fmla="*/ 521953 h 942137"/>
                <a:gd name="connsiteX133" fmla="*/ 746291 w 899217"/>
                <a:gd name="connsiteY133" fmla="*/ 520203 h 942137"/>
                <a:gd name="connsiteX134" fmla="*/ 744541 w 899217"/>
                <a:gd name="connsiteY134" fmla="*/ 516940 h 942137"/>
                <a:gd name="connsiteX135" fmla="*/ 741512 w 899217"/>
                <a:gd name="connsiteY135" fmla="*/ 510852 h 942137"/>
                <a:gd name="connsiteX136" fmla="*/ 743902 w 899217"/>
                <a:gd name="connsiteY136" fmla="*/ 509540 h 942137"/>
                <a:gd name="connsiteX137" fmla="*/ 749994 w 899217"/>
                <a:gd name="connsiteY137" fmla="*/ 511726 h 942137"/>
                <a:gd name="connsiteX138" fmla="*/ 753258 w 899217"/>
                <a:gd name="connsiteY138" fmla="*/ 508900 h 942137"/>
                <a:gd name="connsiteX139" fmla="*/ 756085 w 899217"/>
                <a:gd name="connsiteY139" fmla="*/ 507387 h 942137"/>
                <a:gd name="connsiteX140" fmla="*/ 759114 w 899217"/>
                <a:gd name="connsiteY140" fmla="*/ 505436 h 942137"/>
                <a:gd name="connsiteX141" fmla="*/ 761503 w 899217"/>
                <a:gd name="connsiteY141" fmla="*/ 504359 h 942137"/>
                <a:gd name="connsiteX142" fmla="*/ 764768 w 899217"/>
                <a:gd name="connsiteY142" fmla="*/ 500221 h 942137"/>
                <a:gd name="connsiteX143" fmla="*/ 766080 w 899217"/>
                <a:gd name="connsiteY143" fmla="*/ 497396 h 942137"/>
                <a:gd name="connsiteX144" fmla="*/ 766282 w 899217"/>
                <a:gd name="connsiteY144" fmla="*/ 493258 h 942137"/>
                <a:gd name="connsiteX145" fmla="*/ 766484 w 899217"/>
                <a:gd name="connsiteY145" fmla="*/ 490634 h 942137"/>
                <a:gd name="connsiteX146" fmla="*/ 763455 w 899217"/>
                <a:gd name="connsiteY146" fmla="*/ 488044 h 942137"/>
                <a:gd name="connsiteX147" fmla="*/ 757801 w 899217"/>
                <a:gd name="connsiteY147" fmla="*/ 488044 h 942137"/>
                <a:gd name="connsiteX148" fmla="*/ 751710 w 899217"/>
                <a:gd name="connsiteY148" fmla="*/ 489019 h 942137"/>
                <a:gd name="connsiteX149" fmla="*/ 747133 w 899217"/>
                <a:gd name="connsiteY149" fmla="*/ 488683 h 942137"/>
                <a:gd name="connsiteX150" fmla="*/ 746493 w 899217"/>
                <a:gd name="connsiteY150" fmla="*/ 486295 h 942137"/>
                <a:gd name="connsiteX151" fmla="*/ 742589 w 899217"/>
                <a:gd name="connsiteY151" fmla="*/ 480441 h 942137"/>
                <a:gd name="connsiteX152" fmla="*/ 739763 w 899217"/>
                <a:gd name="connsiteY152" fmla="*/ 477414 h 942137"/>
                <a:gd name="connsiteX153" fmla="*/ 738248 w 899217"/>
                <a:gd name="connsiteY153" fmla="*/ 475463 h 942137"/>
                <a:gd name="connsiteX154" fmla="*/ 738686 w 899217"/>
                <a:gd name="connsiteY154" fmla="*/ 470955 h 942137"/>
                <a:gd name="connsiteX155" fmla="*/ 741075 w 899217"/>
                <a:gd name="connsiteY155" fmla="*/ 467658 h 942137"/>
                <a:gd name="connsiteX156" fmla="*/ 740873 w 899217"/>
                <a:gd name="connsiteY156" fmla="*/ 463319 h 942137"/>
                <a:gd name="connsiteX157" fmla="*/ 738248 w 899217"/>
                <a:gd name="connsiteY157" fmla="*/ 461368 h 942137"/>
                <a:gd name="connsiteX158" fmla="*/ 734983 w 899217"/>
                <a:gd name="connsiteY158" fmla="*/ 462242 h 942137"/>
                <a:gd name="connsiteX159" fmla="*/ 732359 w 899217"/>
                <a:gd name="connsiteY159" fmla="*/ 464429 h 942137"/>
                <a:gd name="connsiteX160" fmla="*/ 729330 w 899217"/>
                <a:gd name="connsiteY160" fmla="*/ 465943 h 942137"/>
                <a:gd name="connsiteX161" fmla="*/ 724315 w 899217"/>
                <a:gd name="connsiteY161" fmla="*/ 466582 h 942137"/>
                <a:gd name="connsiteX162" fmla="*/ 726940 w 899217"/>
                <a:gd name="connsiteY162" fmla="*/ 461805 h 942137"/>
                <a:gd name="connsiteX163" fmla="*/ 727579 w 899217"/>
                <a:gd name="connsiteY163" fmla="*/ 455716 h 942137"/>
                <a:gd name="connsiteX164" fmla="*/ 724315 w 899217"/>
                <a:gd name="connsiteY164" fmla="*/ 454404 h 942137"/>
                <a:gd name="connsiteX165" fmla="*/ 721488 w 899217"/>
                <a:gd name="connsiteY165" fmla="*/ 453765 h 942137"/>
                <a:gd name="connsiteX166" fmla="*/ 717786 w 899217"/>
                <a:gd name="connsiteY166" fmla="*/ 448551 h 942137"/>
                <a:gd name="connsiteX167" fmla="*/ 713647 w 899217"/>
                <a:gd name="connsiteY167" fmla="*/ 446162 h 942137"/>
                <a:gd name="connsiteX168" fmla="*/ 713209 w 899217"/>
                <a:gd name="connsiteY168" fmla="*/ 441150 h 942137"/>
                <a:gd name="connsiteX169" fmla="*/ 713849 w 899217"/>
                <a:gd name="connsiteY169" fmla="*/ 439401 h 942137"/>
                <a:gd name="connsiteX170" fmla="*/ 717550 w 899217"/>
                <a:gd name="connsiteY170" fmla="*/ 437013 h 942137"/>
                <a:gd name="connsiteX171" fmla="*/ 720579 w 899217"/>
                <a:gd name="connsiteY171" fmla="*/ 435499 h 942137"/>
                <a:gd name="connsiteX172" fmla="*/ 724281 w 899217"/>
                <a:gd name="connsiteY172" fmla="*/ 435701 h 942137"/>
                <a:gd name="connsiteX173" fmla="*/ 726469 w 899217"/>
                <a:gd name="connsiteY173" fmla="*/ 434187 h 942137"/>
                <a:gd name="connsiteX174" fmla="*/ 727108 w 899217"/>
                <a:gd name="connsiteY174" fmla="*/ 429410 h 942137"/>
                <a:gd name="connsiteX175" fmla="*/ 727748 w 899217"/>
                <a:gd name="connsiteY175" fmla="*/ 424633 h 942137"/>
                <a:gd name="connsiteX176" fmla="*/ 727748 w 899217"/>
                <a:gd name="connsiteY176" fmla="*/ 418107 h 942137"/>
                <a:gd name="connsiteX177" fmla="*/ 727512 w 899217"/>
                <a:gd name="connsiteY177" fmla="*/ 413969 h 942137"/>
                <a:gd name="connsiteX178" fmla="*/ 729262 w 899217"/>
                <a:gd name="connsiteY178" fmla="*/ 410505 h 942137"/>
                <a:gd name="connsiteX179" fmla="*/ 730777 w 899217"/>
                <a:gd name="connsiteY179" fmla="*/ 408553 h 942137"/>
                <a:gd name="connsiteX180" fmla="*/ 731854 w 899217"/>
                <a:gd name="connsiteY180" fmla="*/ 406804 h 942137"/>
                <a:gd name="connsiteX181" fmla="*/ 733368 w 899217"/>
                <a:gd name="connsiteY181" fmla="*/ 404214 h 942137"/>
                <a:gd name="connsiteX182" fmla="*/ 734883 w 899217"/>
                <a:gd name="connsiteY182" fmla="*/ 401825 h 942137"/>
                <a:gd name="connsiteX183" fmla="*/ 736633 w 899217"/>
                <a:gd name="connsiteY183" fmla="*/ 396376 h 942137"/>
                <a:gd name="connsiteX184" fmla="*/ 737070 w 899217"/>
                <a:gd name="connsiteY184" fmla="*/ 391162 h 942137"/>
                <a:gd name="connsiteX185" fmla="*/ 739022 w 899217"/>
                <a:gd name="connsiteY185" fmla="*/ 386587 h 942137"/>
                <a:gd name="connsiteX186" fmla="*/ 741647 w 899217"/>
                <a:gd name="connsiteY186" fmla="*/ 382886 h 942137"/>
                <a:gd name="connsiteX187" fmla="*/ 742724 w 899217"/>
                <a:gd name="connsiteY187" fmla="*/ 380498 h 942137"/>
                <a:gd name="connsiteX188" fmla="*/ 747503 w 899217"/>
                <a:gd name="connsiteY188" fmla="*/ 376966 h 942137"/>
                <a:gd name="connsiteX189" fmla="*/ 748580 w 899217"/>
                <a:gd name="connsiteY189" fmla="*/ 374409 h 942137"/>
                <a:gd name="connsiteX190" fmla="*/ 752921 w 899217"/>
                <a:gd name="connsiteY190" fmla="*/ 368119 h 942137"/>
                <a:gd name="connsiteX191" fmla="*/ 753561 w 899217"/>
                <a:gd name="connsiteY191" fmla="*/ 365730 h 942137"/>
                <a:gd name="connsiteX192" fmla="*/ 754873 w 899217"/>
                <a:gd name="connsiteY192" fmla="*/ 363981 h 942137"/>
                <a:gd name="connsiteX193" fmla="*/ 755950 w 899217"/>
                <a:gd name="connsiteY193" fmla="*/ 358128 h 942137"/>
                <a:gd name="connsiteX194" fmla="*/ 754873 w 899217"/>
                <a:gd name="connsiteY194" fmla="*/ 355537 h 942137"/>
                <a:gd name="connsiteX195" fmla="*/ 750296 w 899217"/>
                <a:gd name="connsiteY195" fmla="*/ 351635 h 942137"/>
                <a:gd name="connsiteX196" fmla="*/ 750296 w 899217"/>
                <a:gd name="connsiteY196" fmla="*/ 344907 h 942137"/>
                <a:gd name="connsiteX197" fmla="*/ 745517 w 899217"/>
                <a:gd name="connsiteY197" fmla="*/ 341005 h 942137"/>
                <a:gd name="connsiteX198" fmla="*/ 743565 w 899217"/>
                <a:gd name="connsiteY198" fmla="*/ 339054 h 942137"/>
                <a:gd name="connsiteX199" fmla="*/ 740099 w 899217"/>
                <a:gd name="connsiteY199" fmla="*/ 337742 h 942137"/>
                <a:gd name="connsiteX200" fmla="*/ 736397 w 899217"/>
                <a:gd name="connsiteY200" fmla="*/ 335993 h 942137"/>
                <a:gd name="connsiteX201" fmla="*/ 736397 w 899217"/>
                <a:gd name="connsiteY201" fmla="*/ 333806 h 942137"/>
                <a:gd name="connsiteX202" fmla="*/ 738147 w 899217"/>
                <a:gd name="connsiteY202" fmla="*/ 332494 h 942137"/>
                <a:gd name="connsiteX203" fmla="*/ 738147 w 899217"/>
                <a:gd name="connsiteY203" fmla="*/ 328794 h 942137"/>
                <a:gd name="connsiteX204" fmla="*/ 737171 w 899217"/>
                <a:gd name="connsiteY204" fmla="*/ 325531 h 942137"/>
                <a:gd name="connsiteX205" fmla="*/ 734883 w 899217"/>
                <a:gd name="connsiteY205" fmla="*/ 323142 h 942137"/>
                <a:gd name="connsiteX206" fmla="*/ 730743 w 899217"/>
                <a:gd name="connsiteY206" fmla="*/ 322066 h 942137"/>
                <a:gd name="connsiteX207" fmla="*/ 728993 w 899217"/>
                <a:gd name="connsiteY207" fmla="*/ 321864 h 942137"/>
                <a:gd name="connsiteX208" fmla="*/ 727041 w 899217"/>
                <a:gd name="connsiteY208" fmla="*/ 323613 h 942137"/>
                <a:gd name="connsiteX209" fmla="*/ 725527 w 899217"/>
                <a:gd name="connsiteY209" fmla="*/ 324252 h 942137"/>
                <a:gd name="connsiteX210" fmla="*/ 724214 w 899217"/>
                <a:gd name="connsiteY210" fmla="*/ 325564 h 942137"/>
                <a:gd name="connsiteX211" fmla="*/ 724214 w 899217"/>
                <a:gd name="connsiteY211" fmla="*/ 326876 h 942137"/>
                <a:gd name="connsiteX212" fmla="*/ 723137 w 899217"/>
                <a:gd name="connsiteY212" fmla="*/ 328827 h 942137"/>
                <a:gd name="connsiteX213" fmla="*/ 722060 w 899217"/>
                <a:gd name="connsiteY213" fmla="*/ 330779 h 942137"/>
                <a:gd name="connsiteX214" fmla="*/ 719469 w 899217"/>
                <a:gd name="connsiteY214" fmla="*/ 333167 h 942137"/>
                <a:gd name="connsiteX215" fmla="*/ 716002 w 899217"/>
                <a:gd name="connsiteY215" fmla="*/ 334681 h 942137"/>
                <a:gd name="connsiteX216" fmla="*/ 714488 w 899217"/>
                <a:gd name="connsiteY216" fmla="*/ 335320 h 942137"/>
                <a:gd name="connsiteX217" fmla="*/ 709911 w 899217"/>
                <a:gd name="connsiteY217" fmla="*/ 335118 h 942137"/>
                <a:gd name="connsiteX218" fmla="*/ 707723 w 899217"/>
                <a:gd name="connsiteY218" fmla="*/ 335118 h 942137"/>
                <a:gd name="connsiteX219" fmla="*/ 702709 w 899217"/>
                <a:gd name="connsiteY219" fmla="*/ 335118 h 942137"/>
                <a:gd name="connsiteX220" fmla="*/ 700319 w 899217"/>
                <a:gd name="connsiteY220" fmla="*/ 334916 h 942137"/>
                <a:gd name="connsiteX221" fmla="*/ 698367 w 899217"/>
                <a:gd name="connsiteY221" fmla="*/ 335118 h 942137"/>
                <a:gd name="connsiteX222" fmla="*/ 697930 w 899217"/>
                <a:gd name="connsiteY222" fmla="*/ 336632 h 942137"/>
                <a:gd name="connsiteX223" fmla="*/ 696180 w 899217"/>
                <a:gd name="connsiteY223" fmla="*/ 338146 h 942137"/>
                <a:gd name="connsiteX224" fmla="*/ 694867 w 899217"/>
                <a:gd name="connsiteY224" fmla="*/ 340332 h 942137"/>
                <a:gd name="connsiteX225" fmla="*/ 693790 w 899217"/>
                <a:gd name="connsiteY225" fmla="*/ 343158 h 942137"/>
                <a:gd name="connsiteX226" fmla="*/ 692040 w 899217"/>
                <a:gd name="connsiteY226" fmla="*/ 343797 h 942137"/>
                <a:gd name="connsiteX227" fmla="*/ 686824 w 899217"/>
                <a:gd name="connsiteY227" fmla="*/ 343797 h 942137"/>
                <a:gd name="connsiteX228" fmla="*/ 683357 w 899217"/>
                <a:gd name="connsiteY228" fmla="*/ 343797 h 942137"/>
                <a:gd name="connsiteX229" fmla="*/ 678578 w 899217"/>
                <a:gd name="connsiteY229" fmla="*/ 343797 h 942137"/>
                <a:gd name="connsiteX230" fmla="*/ 673362 w 899217"/>
                <a:gd name="connsiteY230" fmla="*/ 342922 h 942137"/>
                <a:gd name="connsiteX231" fmla="*/ 669021 w 899217"/>
                <a:gd name="connsiteY231" fmla="*/ 340736 h 942137"/>
                <a:gd name="connsiteX232" fmla="*/ 666631 w 899217"/>
                <a:gd name="connsiteY232" fmla="*/ 337910 h 942137"/>
                <a:gd name="connsiteX233" fmla="*/ 663367 w 899217"/>
                <a:gd name="connsiteY233" fmla="*/ 331821 h 942137"/>
                <a:gd name="connsiteX234" fmla="*/ 660203 w 899217"/>
                <a:gd name="connsiteY234" fmla="*/ 328996 h 942137"/>
                <a:gd name="connsiteX235" fmla="*/ 660001 w 899217"/>
                <a:gd name="connsiteY235" fmla="*/ 326607 h 942137"/>
                <a:gd name="connsiteX236" fmla="*/ 660641 w 899217"/>
                <a:gd name="connsiteY236" fmla="*/ 322705 h 942137"/>
                <a:gd name="connsiteX237" fmla="*/ 660741 w 899217"/>
                <a:gd name="connsiteY237" fmla="*/ 319106 h 942137"/>
                <a:gd name="connsiteX238" fmla="*/ 661179 w 899217"/>
                <a:gd name="connsiteY238" fmla="*/ 315203 h 942137"/>
                <a:gd name="connsiteX239" fmla="*/ 661381 w 899217"/>
                <a:gd name="connsiteY239" fmla="*/ 312916 h 942137"/>
                <a:gd name="connsiteX240" fmla="*/ 662020 w 899217"/>
                <a:gd name="connsiteY240" fmla="*/ 310427 h 942137"/>
                <a:gd name="connsiteX241" fmla="*/ 662895 w 899217"/>
                <a:gd name="connsiteY241" fmla="*/ 309787 h 942137"/>
                <a:gd name="connsiteX242" fmla="*/ 663535 w 899217"/>
                <a:gd name="connsiteY242" fmla="*/ 308812 h 942137"/>
                <a:gd name="connsiteX243" fmla="*/ 664847 w 899217"/>
                <a:gd name="connsiteY243" fmla="*/ 307500 h 942137"/>
                <a:gd name="connsiteX244" fmla="*/ 665924 w 899217"/>
                <a:gd name="connsiteY244" fmla="*/ 305549 h 942137"/>
                <a:gd name="connsiteX245" fmla="*/ 666160 w 899217"/>
                <a:gd name="connsiteY245" fmla="*/ 302622 h 942137"/>
                <a:gd name="connsiteX246" fmla="*/ 665083 w 899217"/>
                <a:gd name="connsiteY246" fmla="*/ 301209 h 942137"/>
                <a:gd name="connsiteX247" fmla="*/ 665083 w 899217"/>
                <a:gd name="connsiteY247" fmla="*/ 299460 h 942137"/>
                <a:gd name="connsiteX248" fmla="*/ 665689 w 899217"/>
                <a:gd name="connsiteY248" fmla="*/ 296971 h 942137"/>
                <a:gd name="connsiteX249" fmla="*/ 666597 w 899217"/>
                <a:gd name="connsiteY249" fmla="*/ 295356 h 942137"/>
                <a:gd name="connsiteX250" fmla="*/ 667136 w 899217"/>
                <a:gd name="connsiteY250" fmla="*/ 292631 h 942137"/>
                <a:gd name="connsiteX251" fmla="*/ 666698 w 899217"/>
                <a:gd name="connsiteY251" fmla="*/ 290243 h 942137"/>
                <a:gd name="connsiteX252" fmla="*/ 665487 w 899217"/>
                <a:gd name="connsiteY252" fmla="*/ 287215 h 942137"/>
                <a:gd name="connsiteX253" fmla="*/ 662222 w 899217"/>
                <a:gd name="connsiteY253" fmla="*/ 285365 h 942137"/>
                <a:gd name="connsiteX254" fmla="*/ 660809 w 899217"/>
                <a:gd name="connsiteY254" fmla="*/ 285567 h 942137"/>
                <a:gd name="connsiteX255" fmla="*/ 659092 w 899217"/>
                <a:gd name="connsiteY255" fmla="*/ 286206 h 942137"/>
                <a:gd name="connsiteX256" fmla="*/ 658217 w 899217"/>
                <a:gd name="connsiteY256" fmla="*/ 287081 h 942137"/>
                <a:gd name="connsiteX257" fmla="*/ 655054 w 899217"/>
                <a:gd name="connsiteY257" fmla="*/ 288595 h 942137"/>
                <a:gd name="connsiteX258" fmla="*/ 652227 w 899217"/>
                <a:gd name="connsiteY258" fmla="*/ 288157 h 942137"/>
                <a:gd name="connsiteX259" fmla="*/ 651150 w 899217"/>
                <a:gd name="connsiteY259" fmla="*/ 284692 h 942137"/>
                <a:gd name="connsiteX260" fmla="*/ 651789 w 899217"/>
                <a:gd name="connsiteY260" fmla="*/ 282943 h 942137"/>
                <a:gd name="connsiteX261" fmla="*/ 656568 w 899217"/>
                <a:gd name="connsiteY261" fmla="*/ 281631 h 942137"/>
                <a:gd name="connsiteX262" fmla="*/ 656770 w 899217"/>
                <a:gd name="connsiteY262" fmla="*/ 280555 h 942137"/>
                <a:gd name="connsiteX263" fmla="*/ 656333 w 899217"/>
                <a:gd name="connsiteY263" fmla="*/ 278603 h 942137"/>
                <a:gd name="connsiteX264" fmla="*/ 656333 w 899217"/>
                <a:gd name="connsiteY264" fmla="*/ 272515 h 942137"/>
                <a:gd name="connsiteX265" fmla="*/ 660573 w 899217"/>
                <a:gd name="connsiteY265" fmla="*/ 271640 h 942137"/>
                <a:gd name="connsiteX266" fmla="*/ 663501 w 899217"/>
                <a:gd name="connsiteY266" fmla="*/ 267301 h 942137"/>
                <a:gd name="connsiteX267" fmla="*/ 668280 w 899217"/>
                <a:gd name="connsiteY267" fmla="*/ 264710 h 942137"/>
                <a:gd name="connsiteX268" fmla="*/ 669357 w 899217"/>
                <a:gd name="connsiteY268" fmla="*/ 262759 h 942137"/>
                <a:gd name="connsiteX269" fmla="*/ 670434 w 899217"/>
                <a:gd name="connsiteY269" fmla="*/ 261246 h 942137"/>
                <a:gd name="connsiteX270" fmla="*/ 673160 w 899217"/>
                <a:gd name="connsiteY270" fmla="*/ 258521 h 942137"/>
                <a:gd name="connsiteX271" fmla="*/ 675112 w 899217"/>
                <a:gd name="connsiteY271" fmla="*/ 257007 h 942137"/>
                <a:gd name="connsiteX272" fmla="*/ 676290 w 899217"/>
                <a:gd name="connsiteY272" fmla="*/ 256031 h 942137"/>
                <a:gd name="connsiteX273" fmla="*/ 678242 w 899217"/>
                <a:gd name="connsiteY273" fmla="*/ 254417 h 942137"/>
                <a:gd name="connsiteX274" fmla="*/ 680093 w 899217"/>
                <a:gd name="connsiteY274" fmla="*/ 251927 h 942137"/>
                <a:gd name="connsiteX275" fmla="*/ 681069 w 899217"/>
                <a:gd name="connsiteY275" fmla="*/ 248664 h 942137"/>
                <a:gd name="connsiteX276" fmla="*/ 683256 w 899217"/>
                <a:gd name="connsiteY276" fmla="*/ 244628 h 942137"/>
                <a:gd name="connsiteX277" fmla="*/ 684233 w 899217"/>
                <a:gd name="connsiteY277" fmla="*/ 241701 h 942137"/>
                <a:gd name="connsiteX278" fmla="*/ 685444 w 899217"/>
                <a:gd name="connsiteY278" fmla="*/ 239649 h 942137"/>
                <a:gd name="connsiteX279" fmla="*/ 686420 w 899217"/>
                <a:gd name="connsiteY279" fmla="*/ 238438 h 942137"/>
                <a:gd name="connsiteX280" fmla="*/ 688372 w 899217"/>
                <a:gd name="connsiteY280" fmla="*/ 238539 h 942137"/>
                <a:gd name="connsiteX281" fmla="*/ 689348 w 899217"/>
                <a:gd name="connsiteY281" fmla="*/ 240389 h 942137"/>
                <a:gd name="connsiteX282" fmla="*/ 689348 w 899217"/>
                <a:gd name="connsiteY282" fmla="*/ 242340 h 942137"/>
                <a:gd name="connsiteX283" fmla="*/ 690391 w 899217"/>
                <a:gd name="connsiteY283" fmla="*/ 242878 h 942137"/>
                <a:gd name="connsiteX284" fmla="*/ 692175 w 899217"/>
                <a:gd name="connsiteY284" fmla="*/ 242676 h 942137"/>
                <a:gd name="connsiteX285" fmla="*/ 694127 w 899217"/>
                <a:gd name="connsiteY285" fmla="*/ 243013 h 942137"/>
                <a:gd name="connsiteX286" fmla="*/ 695978 w 899217"/>
                <a:gd name="connsiteY286" fmla="*/ 244964 h 942137"/>
                <a:gd name="connsiteX287" fmla="*/ 696214 w 899217"/>
                <a:gd name="connsiteY287" fmla="*/ 246141 h 942137"/>
                <a:gd name="connsiteX288" fmla="*/ 698266 w 899217"/>
                <a:gd name="connsiteY288" fmla="*/ 248092 h 942137"/>
                <a:gd name="connsiteX289" fmla="*/ 700656 w 899217"/>
                <a:gd name="connsiteY289" fmla="*/ 251019 h 942137"/>
                <a:gd name="connsiteX290" fmla="*/ 702944 w 899217"/>
                <a:gd name="connsiteY290" fmla="*/ 253845 h 942137"/>
                <a:gd name="connsiteX291" fmla="*/ 706108 w 899217"/>
                <a:gd name="connsiteY291" fmla="*/ 257209 h 942137"/>
                <a:gd name="connsiteX292" fmla="*/ 708598 w 899217"/>
                <a:gd name="connsiteY292" fmla="*/ 259698 h 942137"/>
                <a:gd name="connsiteX293" fmla="*/ 711089 w 899217"/>
                <a:gd name="connsiteY293" fmla="*/ 262087 h 942137"/>
                <a:gd name="connsiteX294" fmla="*/ 714151 w 899217"/>
                <a:gd name="connsiteY294" fmla="*/ 262087 h 942137"/>
                <a:gd name="connsiteX295" fmla="*/ 717517 w 899217"/>
                <a:gd name="connsiteY295" fmla="*/ 260337 h 942137"/>
                <a:gd name="connsiteX296" fmla="*/ 719132 w 899217"/>
                <a:gd name="connsiteY296" fmla="*/ 257848 h 942137"/>
                <a:gd name="connsiteX297" fmla="*/ 722397 w 899217"/>
                <a:gd name="connsiteY297" fmla="*/ 254820 h 942137"/>
                <a:gd name="connsiteX298" fmla="*/ 725661 w 899217"/>
                <a:gd name="connsiteY298" fmla="*/ 252768 h 942137"/>
                <a:gd name="connsiteX299" fmla="*/ 728253 w 899217"/>
                <a:gd name="connsiteY299" fmla="*/ 247554 h 942137"/>
                <a:gd name="connsiteX300" fmla="*/ 729128 w 899217"/>
                <a:gd name="connsiteY300" fmla="*/ 245166 h 942137"/>
                <a:gd name="connsiteX301" fmla="*/ 731416 w 899217"/>
                <a:gd name="connsiteY301" fmla="*/ 242542 h 942137"/>
                <a:gd name="connsiteX302" fmla="*/ 733806 w 899217"/>
                <a:gd name="connsiteY302" fmla="*/ 241465 h 942137"/>
                <a:gd name="connsiteX303" fmla="*/ 737609 w 899217"/>
                <a:gd name="connsiteY303" fmla="*/ 243417 h 942137"/>
                <a:gd name="connsiteX304" fmla="*/ 739897 w 899217"/>
                <a:gd name="connsiteY304" fmla="*/ 245166 h 942137"/>
                <a:gd name="connsiteX305" fmla="*/ 743162 w 899217"/>
                <a:gd name="connsiteY305" fmla="*/ 248530 h 942137"/>
                <a:gd name="connsiteX306" fmla="*/ 743599 w 899217"/>
                <a:gd name="connsiteY306" fmla="*/ 250380 h 942137"/>
                <a:gd name="connsiteX307" fmla="*/ 743263 w 899217"/>
                <a:gd name="connsiteY307" fmla="*/ 252566 h 942137"/>
                <a:gd name="connsiteX308" fmla="*/ 743363 w 899217"/>
                <a:gd name="connsiteY308" fmla="*/ 255729 h 942137"/>
                <a:gd name="connsiteX309" fmla="*/ 745854 w 899217"/>
                <a:gd name="connsiteY309" fmla="*/ 258353 h 942137"/>
                <a:gd name="connsiteX310" fmla="*/ 748041 w 899217"/>
                <a:gd name="connsiteY310" fmla="*/ 259126 h 942137"/>
                <a:gd name="connsiteX311" fmla="*/ 749892 w 899217"/>
                <a:gd name="connsiteY311" fmla="*/ 258689 h 942137"/>
                <a:gd name="connsiteX312" fmla="*/ 753258 w 899217"/>
                <a:gd name="connsiteY312" fmla="*/ 257074 h 942137"/>
                <a:gd name="connsiteX313" fmla="*/ 756287 w 899217"/>
                <a:gd name="connsiteY313" fmla="*/ 256872 h 942137"/>
                <a:gd name="connsiteX314" fmla="*/ 763893 w 899217"/>
                <a:gd name="connsiteY314" fmla="*/ 256536 h 942137"/>
                <a:gd name="connsiteX315" fmla="*/ 769446 w 899217"/>
                <a:gd name="connsiteY315" fmla="*/ 256536 h 942137"/>
                <a:gd name="connsiteX316" fmla="*/ 773484 w 899217"/>
                <a:gd name="connsiteY316" fmla="*/ 258285 h 942137"/>
                <a:gd name="connsiteX317" fmla="*/ 777725 w 899217"/>
                <a:gd name="connsiteY317" fmla="*/ 261313 h 942137"/>
                <a:gd name="connsiteX318" fmla="*/ 780013 w 899217"/>
                <a:gd name="connsiteY318" fmla="*/ 260337 h 942137"/>
                <a:gd name="connsiteX319" fmla="*/ 782840 w 899217"/>
                <a:gd name="connsiteY319" fmla="*/ 257175 h 942137"/>
                <a:gd name="connsiteX320" fmla="*/ 785028 w 899217"/>
                <a:gd name="connsiteY320" fmla="*/ 254248 h 942137"/>
                <a:gd name="connsiteX321" fmla="*/ 788393 w 899217"/>
                <a:gd name="connsiteY321" fmla="*/ 251524 h 942137"/>
                <a:gd name="connsiteX322" fmla="*/ 793273 w 899217"/>
                <a:gd name="connsiteY322" fmla="*/ 249472 h 942137"/>
                <a:gd name="connsiteX323" fmla="*/ 794922 w 899217"/>
                <a:gd name="connsiteY323" fmla="*/ 249034 h 942137"/>
                <a:gd name="connsiteX324" fmla="*/ 799062 w 899217"/>
                <a:gd name="connsiteY324" fmla="*/ 248933 h 942137"/>
                <a:gd name="connsiteX325" fmla="*/ 803302 w 899217"/>
                <a:gd name="connsiteY325" fmla="*/ 248294 h 942137"/>
                <a:gd name="connsiteX326" fmla="*/ 808418 w 899217"/>
                <a:gd name="connsiteY326" fmla="*/ 248294 h 942137"/>
                <a:gd name="connsiteX327" fmla="*/ 812456 w 899217"/>
                <a:gd name="connsiteY327" fmla="*/ 248294 h 942137"/>
                <a:gd name="connsiteX328" fmla="*/ 814745 w 899217"/>
                <a:gd name="connsiteY328" fmla="*/ 248294 h 942137"/>
                <a:gd name="connsiteX329" fmla="*/ 816697 w 899217"/>
                <a:gd name="connsiteY329" fmla="*/ 245906 h 942137"/>
                <a:gd name="connsiteX330" fmla="*/ 818211 w 899217"/>
                <a:gd name="connsiteY330" fmla="*/ 243719 h 942137"/>
                <a:gd name="connsiteX331" fmla="*/ 819827 w 899217"/>
                <a:gd name="connsiteY331" fmla="*/ 242205 h 942137"/>
                <a:gd name="connsiteX332" fmla="*/ 819827 w 899217"/>
                <a:gd name="connsiteY332" fmla="*/ 239817 h 942137"/>
                <a:gd name="connsiteX333" fmla="*/ 818077 w 899217"/>
                <a:gd name="connsiteY333" fmla="*/ 236991 h 942137"/>
                <a:gd name="connsiteX334" fmla="*/ 818077 w 899217"/>
                <a:gd name="connsiteY334" fmla="*/ 235377 h 942137"/>
                <a:gd name="connsiteX335" fmla="*/ 819053 w 899217"/>
                <a:gd name="connsiteY335" fmla="*/ 231777 h 942137"/>
                <a:gd name="connsiteX336" fmla="*/ 821240 w 899217"/>
                <a:gd name="connsiteY336" fmla="*/ 229591 h 942137"/>
                <a:gd name="connsiteX337" fmla="*/ 822990 w 899217"/>
                <a:gd name="connsiteY337" fmla="*/ 227101 h 942137"/>
                <a:gd name="connsiteX338" fmla="*/ 826591 w 899217"/>
                <a:gd name="connsiteY338" fmla="*/ 223737 h 942137"/>
                <a:gd name="connsiteX339" fmla="*/ 826793 w 899217"/>
                <a:gd name="connsiteY339" fmla="*/ 220474 h 942137"/>
                <a:gd name="connsiteX340" fmla="*/ 827231 w 899217"/>
                <a:gd name="connsiteY340" fmla="*/ 217850 h 942137"/>
                <a:gd name="connsiteX341" fmla="*/ 826793 w 899217"/>
                <a:gd name="connsiteY341" fmla="*/ 216673 h 942137"/>
                <a:gd name="connsiteX342" fmla="*/ 823899 w 899217"/>
                <a:gd name="connsiteY342" fmla="*/ 215092 h 942137"/>
                <a:gd name="connsiteX343" fmla="*/ 823764 w 899217"/>
                <a:gd name="connsiteY343" fmla="*/ 213645 h 942137"/>
                <a:gd name="connsiteX344" fmla="*/ 825077 w 899217"/>
                <a:gd name="connsiteY344" fmla="*/ 210181 h 942137"/>
                <a:gd name="connsiteX345" fmla="*/ 829856 w 899217"/>
                <a:gd name="connsiteY345" fmla="*/ 208734 h 942137"/>
                <a:gd name="connsiteX346" fmla="*/ 832043 w 899217"/>
                <a:gd name="connsiteY346" fmla="*/ 207422 h 942137"/>
                <a:gd name="connsiteX347" fmla="*/ 832043 w 899217"/>
                <a:gd name="connsiteY347" fmla="*/ 203957 h 942137"/>
                <a:gd name="connsiteX348" fmla="*/ 832043 w 899217"/>
                <a:gd name="connsiteY348" fmla="*/ 203385 h 942137"/>
                <a:gd name="connsiteX349" fmla="*/ 831168 w 899217"/>
                <a:gd name="connsiteY349" fmla="*/ 201367 h 942137"/>
                <a:gd name="connsiteX350" fmla="*/ 825817 w 899217"/>
                <a:gd name="connsiteY350" fmla="*/ 201367 h 942137"/>
                <a:gd name="connsiteX351" fmla="*/ 822788 w 899217"/>
                <a:gd name="connsiteY351" fmla="*/ 201232 h 942137"/>
                <a:gd name="connsiteX352" fmla="*/ 823091 w 899217"/>
                <a:gd name="connsiteY352" fmla="*/ 198037 h 942137"/>
                <a:gd name="connsiteX353" fmla="*/ 823529 w 899217"/>
                <a:gd name="connsiteY353" fmla="*/ 195278 h 942137"/>
                <a:gd name="connsiteX354" fmla="*/ 825279 w 899217"/>
                <a:gd name="connsiteY354" fmla="*/ 193832 h 942137"/>
                <a:gd name="connsiteX355" fmla="*/ 826860 w 899217"/>
                <a:gd name="connsiteY355" fmla="*/ 191813 h 942137"/>
                <a:gd name="connsiteX356" fmla="*/ 826860 w 899217"/>
                <a:gd name="connsiteY356" fmla="*/ 188920 h 942137"/>
                <a:gd name="connsiteX357" fmla="*/ 826793 w 899217"/>
                <a:gd name="connsiteY357" fmla="*/ 185018 h 942137"/>
                <a:gd name="connsiteX358" fmla="*/ 824134 w 899217"/>
                <a:gd name="connsiteY358" fmla="*/ 182260 h 942137"/>
                <a:gd name="connsiteX359" fmla="*/ 820937 w 899217"/>
                <a:gd name="connsiteY359" fmla="*/ 181385 h 942137"/>
                <a:gd name="connsiteX360" fmla="*/ 818750 w 899217"/>
                <a:gd name="connsiteY360" fmla="*/ 180510 h 942137"/>
                <a:gd name="connsiteX361" fmla="*/ 815856 w 899217"/>
                <a:gd name="connsiteY361" fmla="*/ 179804 h 942137"/>
                <a:gd name="connsiteX362" fmla="*/ 813399 w 899217"/>
                <a:gd name="connsiteY362" fmla="*/ 178189 h 942137"/>
                <a:gd name="connsiteX363" fmla="*/ 810067 w 899217"/>
                <a:gd name="connsiteY363" fmla="*/ 176171 h 942137"/>
                <a:gd name="connsiteX364" fmla="*/ 808620 w 899217"/>
                <a:gd name="connsiteY364" fmla="*/ 174724 h 942137"/>
                <a:gd name="connsiteX365" fmla="*/ 807879 w 899217"/>
                <a:gd name="connsiteY365" fmla="*/ 171259 h 942137"/>
                <a:gd name="connsiteX366" fmla="*/ 807004 w 899217"/>
                <a:gd name="connsiteY366" fmla="*/ 168501 h 942137"/>
                <a:gd name="connsiteX367" fmla="*/ 804413 w 899217"/>
                <a:gd name="connsiteY367" fmla="*/ 165473 h 942137"/>
                <a:gd name="connsiteX368" fmla="*/ 801519 w 899217"/>
                <a:gd name="connsiteY368" fmla="*/ 163724 h 942137"/>
                <a:gd name="connsiteX369" fmla="*/ 799062 w 899217"/>
                <a:gd name="connsiteY369" fmla="*/ 166045 h 942137"/>
                <a:gd name="connsiteX370" fmla="*/ 796874 w 899217"/>
                <a:gd name="connsiteY370" fmla="*/ 168938 h 942137"/>
                <a:gd name="connsiteX371" fmla="*/ 794990 w 899217"/>
                <a:gd name="connsiteY371" fmla="*/ 171394 h 942137"/>
                <a:gd name="connsiteX372" fmla="*/ 794249 w 899217"/>
                <a:gd name="connsiteY372" fmla="*/ 173278 h 942137"/>
                <a:gd name="connsiteX373" fmla="*/ 792667 w 899217"/>
                <a:gd name="connsiteY373" fmla="*/ 175868 h 942137"/>
                <a:gd name="connsiteX374" fmla="*/ 790917 w 899217"/>
                <a:gd name="connsiteY374" fmla="*/ 178458 h 942137"/>
                <a:gd name="connsiteX375" fmla="*/ 790042 w 899217"/>
                <a:gd name="connsiteY375" fmla="*/ 180342 h 942137"/>
                <a:gd name="connsiteX376" fmla="*/ 788158 w 899217"/>
                <a:gd name="connsiteY376" fmla="*/ 182361 h 942137"/>
                <a:gd name="connsiteX377" fmla="*/ 787148 w 899217"/>
                <a:gd name="connsiteY377" fmla="*/ 183942 h 942137"/>
                <a:gd name="connsiteX378" fmla="*/ 786273 w 899217"/>
                <a:gd name="connsiteY378" fmla="*/ 186263 h 942137"/>
                <a:gd name="connsiteX379" fmla="*/ 784691 w 899217"/>
                <a:gd name="connsiteY379" fmla="*/ 188584 h 942137"/>
                <a:gd name="connsiteX380" fmla="*/ 782369 w 899217"/>
                <a:gd name="connsiteY380" fmla="*/ 189156 h 942137"/>
                <a:gd name="connsiteX381" fmla="*/ 780619 w 899217"/>
                <a:gd name="connsiteY381" fmla="*/ 188853 h 942137"/>
                <a:gd name="connsiteX382" fmla="*/ 778297 w 899217"/>
                <a:gd name="connsiteY382" fmla="*/ 187978 h 942137"/>
                <a:gd name="connsiteX383" fmla="*/ 776278 w 899217"/>
                <a:gd name="connsiteY383" fmla="*/ 187978 h 942137"/>
                <a:gd name="connsiteX384" fmla="*/ 774090 w 899217"/>
                <a:gd name="connsiteY384" fmla="*/ 188281 h 942137"/>
                <a:gd name="connsiteX385" fmla="*/ 773653 w 899217"/>
                <a:gd name="connsiteY385" fmla="*/ 190737 h 942137"/>
                <a:gd name="connsiteX386" fmla="*/ 772071 w 899217"/>
                <a:gd name="connsiteY386" fmla="*/ 193764 h 942137"/>
                <a:gd name="connsiteX387" fmla="*/ 766989 w 899217"/>
                <a:gd name="connsiteY387" fmla="*/ 196355 h 942137"/>
                <a:gd name="connsiteX388" fmla="*/ 763354 w 899217"/>
                <a:gd name="connsiteY388" fmla="*/ 195648 h 942137"/>
                <a:gd name="connsiteX389" fmla="*/ 760325 w 899217"/>
                <a:gd name="connsiteY389" fmla="*/ 194504 h 942137"/>
                <a:gd name="connsiteX390" fmla="*/ 755546 w 899217"/>
                <a:gd name="connsiteY390" fmla="*/ 194807 h 942137"/>
                <a:gd name="connsiteX391" fmla="*/ 754099 w 899217"/>
                <a:gd name="connsiteY391" fmla="*/ 195951 h 942137"/>
                <a:gd name="connsiteX392" fmla="*/ 749186 w 899217"/>
                <a:gd name="connsiteY392" fmla="*/ 196523 h 942137"/>
                <a:gd name="connsiteX393" fmla="*/ 746729 w 899217"/>
                <a:gd name="connsiteY393" fmla="*/ 195345 h 942137"/>
                <a:gd name="connsiteX394" fmla="*/ 746594 w 899217"/>
                <a:gd name="connsiteY394" fmla="*/ 193899 h 942137"/>
                <a:gd name="connsiteX395" fmla="*/ 746022 w 899217"/>
                <a:gd name="connsiteY395" fmla="*/ 191881 h 942137"/>
                <a:gd name="connsiteX396" fmla="*/ 744878 w 899217"/>
                <a:gd name="connsiteY396" fmla="*/ 189694 h 942137"/>
                <a:gd name="connsiteX397" fmla="*/ 742556 w 899217"/>
                <a:gd name="connsiteY397" fmla="*/ 186667 h 942137"/>
                <a:gd name="connsiteX398" fmla="*/ 738921 w 899217"/>
                <a:gd name="connsiteY398" fmla="*/ 184783 h 942137"/>
                <a:gd name="connsiteX399" fmla="*/ 736599 w 899217"/>
                <a:gd name="connsiteY399" fmla="*/ 184480 h 942137"/>
                <a:gd name="connsiteX400" fmla="*/ 734142 w 899217"/>
                <a:gd name="connsiteY400" fmla="*/ 182899 h 942137"/>
                <a:gd name="connsiteX401" fmla="*/ 730373 w 899217"/>
                <a:gd name="connsiteY401" fmla="*/ 180006 h 942137"/>
                <a:gd name="connsiteX402" fmla="*/ 730238 w 899217"/>
                <a:gd name="connsiteY402" fmla="*/ 178257 h 942137"/>
                <a:gd name="connsiteX403" fmla="*/ 730373 w 899217"/>
                <a:gd name="connsiteY403" fmla="*/ 175801 h 942137"/>
                <a:gd name="connsiteX404" fmla="*/ 735152 w 899217"/>
                <a:gd name="connsiteY404" fmla="*/ 172336 h 942137"/>
                <a:gd name="connsiteX405" fmla="*/ 737474 w 899217"/>
                <a:gd name="connsiteY405" fmla="*/ 170587 h 942137"/>
                <a:gd name="connsiteX406" fmla="*/ 739931 w 899217"/>
                <a:gd name="connsiteY406" fmla="*/ 169712 h 942137"/>
                <a:gd name="connsiteX407" fmla="*/ 743700 w 899217"/>
                <a:gd name="connsiteY407" fmla="*/ 166382 h 942137"/>
                <a:gd name="connsiteX408" fmla="*/ 743835 w 899217"/>
                <a:gd name="connsiteY408" fmla="*/ 161605 h 942137"/>
                <a:gd name="connsiteX409" fmla="*/ 743094 w 899217"/>
                <a:gd name="connsiteY409" fmla="*/ 159586 h 942137"/>
                <a:gd name="connsiteX410" fmla="*/ 740772 w 899217"/>
                <a:gd name="connsiteY410" fmla="*/ 158712 h 942137"/>
                <a:gd name="connsiteX411" fmla="*/ 738585 w 899217"/>
                <a:gd name="connsiteY411" fmla="*/ 158140 h 942137"/>
                <a:gd name="connsiteX412" fmla="*/ 739022 w 899217"/>
                <a:gd name="connsiteY412" fmla="*/ 156391 h 942137"/>
                <a:gd name="connsiteX413" fmla="*/ 740166 w 899217"/>
                <a:gd name="connsiteY413" fmla="*/ 153363 h 942137"/>
                <a:gd name="connsiteX414" fmla="*/ 742489 w 899217"/>
                <a:gd name="connsiteY414" fmla="*/ 151883 h 942137"/>
                <a:gd name="connsiteX415" fmla="*/ 740974 w 899217"/>
                <a:gd name="connsiteY415" fmla="*/ 147409 h 942137"/>
                <a:gd name="connsiteX416" fmla="*/ 737911 w 899217"/>
                <a:gd name="connsiteY416" fmla="*/ 143372 h 942137"/>
                <a:gd name="connsiteX417" fmla="*/ 735421 w 899217"/>
                <a:gd name="connsiteY417" fmla="*/ 141858 h 942137"/>
                <a:gd name="connsiteX418" fmla="*/ 732056 w 899217"/>
                <a:gd name="connsiteY418" fmla="*/ 141858 h 942137"/>
                <a:gd name="connsiteX419" fmla="*/ 725964 w 899217"/>
                <a:gd name="connsiteY419" fmla="*/ 139134 h 942137"/>
                <a:gd name="connsiteX420" fmla="*/ 724012 w 899217"/>
                <a:gd name="connsiteY420" fmla="*/ 136409 h 942137"/>
                <a:gd name="connsiteX421" fmla="*/ 723810 w 899217"/>
                <a:gd name="connsiteY421" fmla="*/ 134660 h 942137"/>
                <a:gd name="connsiteX422" fmla="*/ 723608 w 899217"/>
                <a:gd name="connsiteY422" fmla="*/ 128806 h 942137"/>
                <a:gd name="connsiteX423" fmla="*/ 723810 w 899217"/>
                <a:gd name="connsiteY423" fmla="*/ 125005 h 942137"/>
                <a:gd name="connsiteX424" fmla="*/ 724786 w 899217"/>
                <a:gd name="connsiteY424" fmla="*/ 123794 h 942137"/>
                <a:gd name="connsiteX425" fmla="*/ 727277 w 899217"/>
                <a:gd name="connsiteY425" fmla="*/ 121607 h 942137"/>
                <a:gd name="connsiteX426" fmla="*/ 729229 w 899217"/>
                <a:gd name="connsiteY426" fmla="*/ 119656 h 942137"/>
                <a:gd name="connsiteX427" fmla="*/ 731416 w 899217"/>
                <a:gd name="connsiteY427" fmla="*/ 117470 h 942137"/>
                <a:gd name="connsiteX428" fmla="*/ 733267 w 899217"/>
                <a:gd name="connsiteY428" fmla="*/ 116057 h 942137"/>
                <a:gd name="connsiteX429" fmla="*/ 735859 w 899217"/>
                <a:gd name="connsiteY429" fmla="*/ 114745 h 942137"/>
                <a:gd name="connsiteX430" fmla="*/ 739325 w 899217"/>
                <a:gd name="connsiteY430" fmla="*/ 114207 h 942137"/>
                <a:gd name="connsiteX431" fmla="*/ 742253 w 899217"/>
                <a:gd name="connsiteY431" fmla="*/ 111919 h 942137"/>
                <a:gd name="connsiteX432" fmla="*/ 743666 w 899217"/>
                <a:gd name="connsiteY432" fmla="*/ 110843 h 942137"/>
                <a:gd name="connsiteX433" fmla="*/ 744306 w 899217"/>
                <a:gd name="connsiteY433" fmla="*/ 106705 h 942137"/>
                <a:gd name="connsiteX434" fmla="*/ 741041 w 899217"/>
                <a:gd name="connsiteY434" fmla="*/ 103442 h 942137"/>
                <a:gd name="connsiteX435" fmla="*/ 736700 w 899217"/>
                <a:gd name="connsiteY435" fmla="*/ 104317 h 942137"/>
                <a:gd name="connsiteX436" fmla="*/ 730508 w 899217"/>
                <a:gd name="connsiteY436" fmla="*/ 104956 h 942137"/>
                <a:gd name="connsiteX437" fmla="*/ 723002 w 899217"/>
                <a:gd name="connsiteY437" fmla="*/ 106369 h 942137"/>
                <a:gd name="connsiteX438" fmla="*/ 718964 w 899217"/>
                <a:gd name="connsiteY438" fmla="*/ 104754 h 942137"/>
                <a:gd name="connsiteX439" fmla="*/ 714623 w 899217"/>
                <a:gd name="connsiteY439" fmla="*/ 102164 h 942137"/>
                <a:gd name="connsiteX440" fmla="*/ 712570 w 899217"/>
                <a:gd name="connsiteY440" fmla="*/ 102164 h 942137"/>
                <a:gd name="connsiteX441" fmla="*/ 710079 w 899217"/>
                <a:gd name="connsiteY441" fmla="*/ 102971 h 942137"/>
                <a:gd name="connsiteX442" fmla="*/ 708565 w 899217"/>
                <a:gd name="connsiteY442" fmla="*/ 105427 h 942137"/>
                <a:gd name="connsiteX443" fmla="*/ 704560 w 899217"/>
                <a:gd name="connsiteY443" fmla="*/ 105629 h 942137"/>
                <a:gd name="connsiteX444" fmla="*/ 701632 w 899217"/>
                <a:gd name="connsiteY444" fmla="*/ 105965 h 942137"/>
                <a:gd name="connsiteX445" fmla="*/ 699007 w 899217"/>
                <a:gd name="connsiteY445" fmla="*/ 105629 h 942137"/>
                <a:gd name="connsiteX446" fmla="*/ 697593 w 899217"/>
                <a:gd name="connsiteY446" fmla="*/ 105629 h 942137"/>
                <a:gd name="connsiteX447" fmla="*/ 693790 w 899217"/>
                <a:gd name="connsiteY447" fmla="*/ 105561 h 942137"/>
                <a:gd name="connsiteX448" fmla="*/ 691401 w 899217"/>
                <a:gd name="connsiteY448" fmla="*/ 104855 h 942137"/>
                <a:gd name="connsiteX449" fmla="*/ 690425 w 899217"/>
                <a:gd name="connsiteY449" fmla="*/ 103543 h 942137"/>
                <a:gd name="connsiteX450" fmla="*/ 688910 w 899217"/>
                <a:gd name="connsiteY450" fmla="*/ 100818 h 942137"/>
                <a:gd name="connsiteX451" fmla="*/ 686622 w 899217"/>
                <a:gd name="connsiteY451" fmla="*/ 100919 h 942137"/>
                <a:gd name="connsiteX452" fmla="*/ 685848 w 899217"/>
                <a:gd name="connsiteY452" fmla="*/ 101020 h 942137"/>
                <a:gd name="connsiteX453" fmla="*/ 684434 w 899217"/>
                <a:gd name="connsiteY453" fmla="*/ 103207 h 942137"/>
                <a:gd name="connsiteX454" fmla="*/ 684098 w 899217"/>
                <a:gd name="connsiteY454" fmla="*/ 105494 h 942137"/>
                <a:gd name="connsiteX455" fmla="*/ 682785 w 899217"/>
                <a:gd name="connsiteY455" fmla="*/ 107983 h 942137"/>
                <a:gd name="connsiteX456" fmla="*/ 682146 w 899217"/>
                <a:gd name="connsiteY456" fmla="*/ 110473 h 942137"/>
                <a:gd name="connsiteX457" fmla="*/ 679958 w 899217"/>
                <a:gd name="connsiteY457" fmla="*/ 114610 h 942137"/>
                <a:gd name="connsiteX458" fmla="*/ 678982 w 899217"/>
                <a:gd name="connsiteY458" fmla="*/ 117201 h 942137"/>
                <a:gd name="connsiteX459" fmla="*/ 679319 w 899217"/>
                <a:gd name="connsiteY459" fmla="*/ 119387 h 942137"/>
                <a:gd name="connsiteX460" fmla="*/ 681271 w 899217"/>
                <a:gd name="connsiteY460" fmla="*/ 121136 h 942137"/>
                <a:gd name="connsiteX461" fmla="*/ 683425 w 899217"/>
                <a:gd name="connsiteY461" fmla="*/ 122448 h 942137"/>
                <a:gd name="connsiteX462" fmla="*/ 684939 w 899217"/>
                <a:gd name="connsiteY462" fmla="*/ 125375 h 942137"/>
                <a:gd name="connsiteX463" fmla="*/ 686588 w 899217"/>
                <a:gd name="connsiteY463" fmla="*/ 128302 h 942137"/>
                <a:gd name="connsiteX464" fmla="*/ 687026 w 899217"/>
                <a:gd name="connsiteY464" fmla="*/ 130926 h 942137"/>
                <a:gd name="connsiteX465" fmla="*/ 686925 w 899217"/>
                <a:gd name="connsiteY465" fmla="*/ 133650 h 942137"/>
                <a:gd name="connsiteX466" fmla="*/ 686689 w 899217"/>
                <a:gd name="connsiteY466" fmla="*/ 137452 h 942137"/>
                <a:gd name="connsiteX467" fmla="*/ 685612 w 899217"/>
                <a:gd name="connsiteY467" fmla="*/ 139840 h 942137"/>
                <a:gd name="connsiteX468" fmla="*/ 684199 w 899217"/>
                <a:gd name="connsiteY468" fmla="*/ 142127 h 942137"/>
                <a:gd name="connsiteX469" fmla="*/ 681809 w 899217"/>
                <a:gd name="connsiteY469" fmla="*/ 144852 h 942137"/>
                <a:gd name="connsiteX470" fmla="*/ 678444 w 899217"/>
                <a:gd name="connsiteY470" fmla="*/ 147779 h 942137"/>
                <a:gd name="connsiteX471" fmla="*/ 674978 w 899217"/>
                <a:gd name="connsiteY471" fmla="*/ 149966 h 942137"/>
                <a:gd name="connsiteX472" fmla="*/ 672487 w 899217"/>
                <a:gd name="connsiteY472" fmla="*/ 149966 h 942137"/>
                <a:gd name="connsiteX473" fmla="*/ 669862 w 899217"/>
                <a:gd name="connsiteY473" fmla="*/ 148990 h 942137"/>
                <a:gd name="connsiteX474" fmla="*/ 669088 w 899217"/>
                <a:gd name="connsiteY474" fmla="*/ 148654 h 942137"/>
                <a:gd name="connsiteX475" fmla="*/ 665285 w 899217"/>
                <a:gd name="connsiteY475" fmla="*/ 145391 h 942137"/>
                <a:gd name="connsiteX476" fmla="*/ 662458 w 899217"/>
                <a:gd name="connsiteY476" fmla="*/ 145592 h 942137"/>
                <a:gd name="connsiteX477" fmla="*/ 661280 w 899217"/>
                <a:gd name="connsiteY477" fmla="*/ 145592 h 942137"/>
                <a:gd name="connsiteX478" fmla="*/ 659194 w 899217"/>
                <a:gd name="connsiteY478" fmla="*/ 147611 h 942137"/>
                <a:gd name="connsiteX479" fmla="*/ 656905 w 899217"/>
                <a:gd name="connsiteY479" fmla="*/ 149192 h 942137"/>
                <a:gd name="connsiteX480" fmla="*/ 656131 w 899217"/>
                <a:gd name="connsiteY480" fmla="*/ 150706 h 942137"/>
                <a:gd name="connsiteX481" fmla="*/ 653304 w 899217"/>
                <a:gd name="connsiteY481" fmla="*/ 152892 h 942137"/>
                <a:gd name="connsiteX482" fmla="*/ 650039 w 899217"/>
                <a:gd name="connsiteY482" fmla="*/ 154843 h 942137"/>
                <a:gd name="connsiteX483" fmla="*/ 648727 w 899217"/>
                <a:gd name="connsiteY483" fmla="*/ 155819 h 942137"/>
                <a:gd name="connsiteX484" fmla="*/ 646236 w 899217"/>
                <a:gd name="connsiteY484" fmla="*/ 157770 h 942137"/>
                <a:gd name="connsiteX485" fmla="*/ 644587 w 899217"/>
                <a:gd name="connsiteY485" fmla="*/ 160259 h 942137"/>
                <a:gd name="connsiteX486" fmla="*/ 643510 w 899217"/>
                <a:gd name="connsiteY486" fmla="*/ 162210 h 942137"/>
                <a:gd name="connsiteX487" fmla="*/ 642736 w 899217"/>
                <a:gd name="connsiteY487" fmla="*/ 163859 h 942137"/>
                <a:gd name="connsiteX488" fmla="*/ 642198 w 899217"/>
                <a:gd name="connsiteY488" fmla="*/ 165709 h 942137"/>
                <a:gd name="connsiteX489" fmla="*/ 642299 w 899217"/>
                <a:gd name="connsiteY489" fmla="*/ 167761 h 942137"/>
                <a:gd name="connsiteX490" fmla="*/ 644150 w 899217"/>
                <a:gd name="connsiteY490" fmla="*/ 169174 h 942137"/>
                <a:gd name="connsiteX491" fmla="*/ 647313 w 899217"/>
                <a:gd name="connsiteY491" fmla="*/ 171663 h 942137"/>
                <a:gd name="connsiteX492" fmla="*/ 649804 w 899217"/>
                <a:gd name="connsiteY492" fmla="*/ 173715 h 942137"/>
                <a:gd name="connsiteX493" fmla="*/ 651554 w 899217"/>
                <a:gd name="connsiteY493" fmla="*/ 174489 h 942137"/>
                <a:gd name="connsiteX494" fmla="*/ 652429 w 899217"/>
                <a:gd name="connsiteY494" fmla="*/ 175027 h 942137"/>
                <a:gd name="connsiteX495" fmla="*/ 654280 w 899217"/>
                <a:gd name="connsiteY495" fmla="*/ 177853 h 942137"/>
                <a:gd name="connsiteX496" fmla="*/ 654179 w 899217"/>
                <a:gd name="connsiteY496" fmla="*/ 178929 h 942137"/>
                <a:gd name="connsiteX497" fmla="*/ 653102 w 899217"/>
                <a:gd name="connsiteY497" fmla="*/ 180342 h 942137"/>
                <a:gd name="connsiteX498" fmla="*/ 650914 w 899217"/>
                <a:gd name="connsiteY498" fmla="*/ 182091 h 942137"/>
                <a:gd name="connsiteX499" fmla="*/ 649938 w 899217"/>
                <a:gd name="connsiteY499" fmla="*/ 183067 h 942137"/>
                <a:gd name="connsiteX500" fmla="*/ 649602 w 899217"/>
                <a:gd name="connsiteY500" fmla="*/ 185657 h 942137"/>
                <a:gd name="connsiteX501" fmla="*/ 649063 w 899217"/>
                <a:gd name="connsiteY501" fmla="*/ 188920 h 942137"/>
                <a:gd name="connsiteX502" fmla="*/ 648188 w 899217"/>
                <a:gd name="connsiteY502" fmla="*/ 191208 h 942137"/>
                <a:gd name="connsiteX503" fmla="*/ 646236 w 899217"/>
                <a:gd name="connsiteY503" fmla="*/ 194572 h 942137"/>
                <a:gd name="connsiteX504" fmla="*/ 642534 w 899217"/>
                <a:gd name="connsiteY504" fmla="*/ 198609 h 942137"/>
                <a:gd name="connsiteX505" fmla="*/ 639505 w 899217"/>
                <a:gd name="connsiteY505" fmla="*/ 200559 h 942137"/>
                <a:gd name="connsiteX506" fmla="*/ 638092 w 899217"/>
                <a:gd name="connsiteY506" fmla="*/ 200997 h 942137"/>
                <a:gd name="connsiteX507" fmla="*/ 636679 w 899217"/>
                <a:gd name="connsiteY507" fmla="*/ 201973 h 942137"/>
                <a:gd name="connsiteX508" fmla="*/ 634491 w 899217"/>
                <a:gd name="connsiteY508" fmla="*/ 203722 h 942137"/>
                <a:gd name="connsiteX509" fmla="*/ 632101 w 899217"/>
                <a:gd name="connsiteY509" fmla="*/ 206211 h 942137"/>
                <a:gd name="connsiteX510" fmla="*/ 630150 w 899217"/>
                <a:gd name="connsiteY510" fmla="*/ 208162 h 942137"/>
                <a:gd name="connsiteX511" fmla="*/ 628635 w 899217"/>
                <a:gd name="connsiteY511" fmla="*/ 210551 h 942137"/>
                <a:gd name="connsiteX512" fmla="*/ 627121 w 899217"/>
                <a:gd name="connsiteY512" fmla="*/ 213141 h 942137"/>
                <a:gd name="connsiteX513" fmla="*/ 624933 w 899217"/>
                <a:gd name="connsiteY513" fmla="*/ 217379 h 942137"/>
                <a:gd name="connsiteX514" fmla="*/ 624058 w 899217"/>
                <a:gd name="connsiteY514" fmla="*/ 218456 h 942137"/>
                <a:gd name="connsiteX515" fmla="*/ 621669 w 899217"/>
                <a:gd name="connsiteY515" fmla="*/ 219095 h 942137"/>
                <a:gd name="connsiteX516" fmla="*/ 619178 w 899217"/>
                <a:gd name="connsiteY516" fmla="*/ 220071 h 942137"/>
                <a:gd name="connsiteX517" fmla="*/ 615914 w 899217"/>
                <a:gd name="connsiteY517" fmla="*/ 222459 h 942137"/>
                <a:gd name="connsiteX518" fmla="*/ 614164 w 899217"/>
                <a:gd name="connsiteY518" fmla="*/ 225184 h 942137"/>
                <a:gd name="connsiteX519" fmla="*/ 610798 w 899217"/>
                <a:gd name="connsiteY519" fmla="*/ 229523 h 942137"/>
                <a:gd name="connsiteX520" fmla="*/ 608308 w 899217"/>
                <a:gd name="connsiteY520" fmla="*/ 232248 h 942137"/>
                <a:gd name="connsiteX521" fmla="*/ 602889 w 899217"/>
                <a:gd name="connsiteY521" fmla="*/ 237227 h 942137"/>
                <a:gd name="connsiteX522" fmla="*/ 599423 w 899217"/>
                <a:gd name="connsiteY522" fmla="*/ 238875 h 942137"/>
                <a:gd name="connsiteX523" fmla="*/ 596798 w 899217"/>
                <a:gd name="connsiteY523" fmla="*/ 243349 h 942137"/>
                <a:gd name="connsiteX524" fmla="*/ 592793 w 899217"/>
                <a:gd name="connsiteY524" fmla="*/ 244527 h 942137"/>
                <a:gd name="connsiteX525" fmla="*/ 591144 w 899217"/>
                <a:gd name="connsiteY525" fmla="*/ 243013 h 942137"/>
                <a:gd name="connsiteX526" fmla="*/ 590370 w 899217"/>
                <a:gd name="connsiteY526" fmla="*/ 239212 h 942137"/>
                <a:gd name="connsiteX527" fmla="*/ 589495 w 899217"/>
                <a:gd name="connsiteY527" fmla="*/ 236285 h 942137"/>
                <a:gd name="connsiteX528" fmla="*/ 587442 w 899217"/>
                <a:gd name="connsiteY528" fmla="*/ 234872 h 942137"/>
                <a:gd name="connsiteX529" fmla="*/ 585793 w 899217"/>
                <a:gd name="connsiteY529" fmla="*/ 235208 h 942137"/>
                <a:gd name="connsiteX530" fmla="*/ 585355 w 899217"/>
                <a:gd name="connsiteY530" fmla="*/ 239111 h 942137"/>
                <a:gd name="connsiteX531" fmla="*/ 585019 w 899217"/>
                <a:gd name="connsiteY531" fmla="*/ 243248 h 942137"/>
                <a:gd name="connsiteX532" fmla="*/ 583168 w 899217"/>
                <a:gd name="connsiteY532" fmla="*/ 245536 h 942137"/>
                <a:gd name="connsiteX533" fmla="*/ 580442 w 899217"/>
                <a:gd name="connsiteY533" fmla="*/ 248025 h 942137"/>
                <a:gd name="connsiteX534" fmla="*/ 578490 w 899217"/>
                <a:gd name="connsiteY534" fmla="*/ 251187 h 942137"/>
                <a:gd name="connsiteX535" fmla="*/ 578490 w 899217"/>
                <a:gd name="connsiteY535" fmla="*/ 253475 h 942137"/>
                <a:gd name="connsiteX536" fmla="*/ 580004 w 899217"/>
                <a:gd name="connsiteY536" fmla="*/ 254349 h 942137"/>
                <a:gd name="connsiteX537" fmla="*/ 582932 w 899217"/>
                <a:gd name="connsiteY537" fmla="*/ 257612 h 942137"/>
                <a:gd name="connsiteX538" fmla="*/ 583134 w 899217"/>
                <a:gd name="connsiteY538" fmla="*/ 259564 h 942137"/>
                <a:gd name="connsiteX539" fmla="*/ 582798 w 899217"/>
                <a:gd name="connsiteY539" fmla="*/ 263365 h 942137"/>
                <a:gd name="connsiteX540" fmla="*/ 584110 w 899217"/>
                <a:gd name="connsiteY540" fmla="*/ 268041 h 942137"/>
                <a:gd name="connsiteX541" fmla="*/ 583235 w 899217"/>
                <a:gd name="connsiteY541" fmla="*/ 273356 h 942137"/>
                <a:gd name="connsiteX542" fmla="*/ 583235 w 899217"/>
                <a:gd name="connsiteY542" fmla="*/ 275408 h 942137"/>
                <a:gd name="connsiteX543" fmla="*/ 582461 w 899217"/>
                <a:gd name="connsiteY543" fmla="*/ 281160 h 942137"/>
                <a:gd name="connsiteX544" fmla="*/ 581485 w 899217"/>
                <a:gd name="connsiteY544" fmla="*/ 285062 h 942137"/>
                <a:gd name="connsiteX545" fmla="*/ 580172 w 899217"/>
                <a:gd name="connsiteY545" fmla="*/ 287787 h 942137"/>
                <a:gd name="connsiteX546" fmla="*/ 577783 w 899217"/>
                <a:gd name="connsiteY546" fmla="*/ 291824 h 942137"/>
                <a:gd name="connsiteX547" fmla="*/ 578321 w 899217"/>
                <a:gd name="connsiteY547" fmla="*/ 296399 h 942137"/>
                <a:gd name="connsiteX548" fmla="*/ 579197 w 899217"/>
                <a:gd name="connsiteY548" fmla="*/ 298350 h 942137"/>
                <a:gd name="connsiteX549" fmla="*/ 581687 w 899217"/>
                <a:gd name="connsiteY549" fmla="*/ 301176 h 942137"/>
                <a:gd name="connsiteX550" fmla="*/ 582461 w 899217"/>
                <a:gd name="connsiteY550" fmla="*/ 303463 h 942137"/>
                <a:gd name="connsiteX551" fmla="*/ 584110 w 899217"/>
                <a:gd name="connsiteY551" fmla="*/ 309552 h 942137"/>
                <a:gd name="connsiteX552" fmla="*/ 583235 w 899217"/>
                <a:gd name="connsiteY552" fmla="*/ 313353 h 942137"/>
                <a:gd name="connsiteX553" fmla="*/ 583235 w 899217"/>
                <a:gd name="connsiteY553" fmla="*/ 319879 h 942137"/>
                <a:gd name="connsiteX554" fmla="*/ 583572 w 899217"/>
                <a:gd name="connsiteY554" fmla="*/ 321629 h 942137"/>
                <a:gd name="connsiteX555" fmla="*/ 585221 w 899217"/>
                <a:gd name="connsiteY555" fmla="*/ 325228 h 942137"/>
                <a:gd name="connsiteX556" fmla="*/ 587273 w 899217"/>
                <a:gd name="connsiteY556" fmla="*/ 328054 h 942137"/>
                <a:gd name="connsiteX557" fmla="*/ 589562 w 899217"/>
                <a:gd name="connsiteY557" fmla="*/ 330880 h 942137"/>
                <a:gd name="connsiteX558" fmla="*/ 591211 w 899217"/>
                <a:gd name="connsiteY558" fmla="*/ 332393 h 942137"/>
                <a:gd name="connsiteX559" fmla="*/ 591211 w 899217"/>
                <a:gd name="connsiteY559" fmla="*/ 334782 h 942137"/>
                <a:gd name="connsiteX560" fmla="*/ 590572 w 899217"/>
                <a:gd name="connsiteY560" fmla="*/ 338045 h 942137"/>
                <a:gd name="connsiteX561" fmla="*/ 589394 w 899217"/>
                <a:gd name="connsiteY561" fmla="*/ 340299 h 942137"/>
                <a:gd name="connsiteX562" fmla="*/ 587004 w 899217"/>
                <a:gd name="connsiteY562" fmla="*/ 340299 h 942137"/>
                <a:gd name="connsiteX563" fmla="*/ 584817 w 899217"/>
                <a:gd name="connsiteY563" fmla="*/ 340534 h 942137"/>
                <a:gd name="connsiteX564" fmla="*/ 582966 w 899217"/>
                <a:gd name="connsiteY564" fmla="*/ 341274 h 942137"/>
                <a:gd name="connsiteX565" fmla="*/ 584649 w 899217"/>
                <a:gd name="connsiteY565" fmla="*/ 344806 h 942137"/>
                <a:gd name="connsiteX566" fmla="*/ 586230 w 899217"/>
                <a:gd name="connsiteY566" fmla="*/ 350525 h 942137"/>
                <a:gd name="connsiteX567" fmla="*/ 585658 w 899217"/>
                <a:gd name="connsiteY567" fmla="*/ 355235 h 942137"/>
                <a:gd name="connsiteX568" fmla="*/ 584076 w 899217"/>
                <a:gd name="connsiteY568" fmla="*/ 358935 h 942137"/>
                <a:gd name="connsiteX569" fmla="*/ 581821 w 899217"/>
                <a:gd name="connsiteY569" fmla="*/ 360684 h 942137"/>
                <a:gd name="connsiteX570" fmla="*/ 578557 w 899217"/>
                <a:gd name="connsiteY570" fmla="*/ 361828 h 942137"/>
                <a:gd name="connsiteX571" fmla="*/ 574283 w 899217"/>
                <a:gd name="connsiteY571" fmla="*/ 361963 h 942137"/>
                <a:gd name="connsiteX572" fmla="*/ 570581 w 899217"/>
                <a:gd name="connsiteY572" fmla="*/ 361963 h 942137"/>
                <a:gd name="connsiteX573" fmla="*/ 567989 w 899217"/>
                <a:gd name="connsiteY573" fmla="*/ 363409 h 942137"/>
                <a:gd name="connsiteX574" fmla="*/ 564220 w 899217"/>
                <a:gd name="connsiteY574" fmla="*/ 364553 h 942137"/>
                <a:gd name="connsiteX575" fmla="*/ 558936 w 899217"/>
                <a:gd name="connsiteY575" fmla="*/ 366067 h 942137"/>
                <a:gd name="connsiteX576" fmla="*/ 555167 w 899217"/>
                <a:gd name="connsiteY576" fmla="*/ 368085 h 942137"/>
                <a:gd name="connsiteX577" fmla="*/ 552845 w 899217"/>
                <a:gd name="connsiteY577" fmla="*/ 369834 h 942137"/>
                <a:gd name="connsiteX578" fmla="*/ 549076 w 899217"/>
                <a:gd name="connsiteY578" fmla="*/ 369834 h 942137"/>
                <a:gd name="connsiteX579" fmla="*/ 545003 w 899217"/>
                <a:gd name="connsiteY579" fmla="*/ 367244 h 942137"/>
                <a:gd name="connsiteX580" fmla="*/ 545003 w 899217"/>
                <a:gd name="connsiteY580" fmla="*/ 364048 h 942137"/>
                <a:gd name="connsiteX581" fmla="*/ 548032 w 899217"/>
                <a:gd name="connsiteY581" fmla="*/ 358262 h 942137"/>
                <a:gd name="connsiteX582" fmla="*/ 546720 w 899217"/>
                <a:gd name="connsiteY582" fmla="*/ 356244 h 942137"/>
                <a:gd name="connsiteX583" fmla="*/ 541806 w 899217"/>
                <a:gd name="connsiteY583" fmla="*/ 357388 h 942137"/>
                <a:gd name="connsiteX584" fmla="*/ 538037 w 899217"/>
                <a:gd name="connsiteY584" fmla="*/ 361155 h 942137"/>
                <a:gd name="connsiteX585" fmla="*/ 532248 w 899217"/>
                <a:gd name="connsiteY585" fmla="*/ 366369 h 942137"/>
                <a:gd name="connsiteX586" fmla="*/ 528479 w 899217"/>
                <a:gd name="connsiteY586" fmla="*/ 369834 h 942137"/>
                <a:gd name="connsiteX587" fmla="*/ 525585 w 899217"/>
                <a:gd name="connsiteY587" fmla="*/ 369834 h 942137"/>
                <a:gd name="connsiteX588" fmla="*/ 520234 w 899217"/>
                <a:gd name="connsiteY588" fmla="*/ 370473 h 942137"/>
                <a:gd name="connsiteX589" fmla="*/ 514714 w 899217"/>
                <a:gd name="connsiteY589" fmla="*/ 371415 h 942137"/>
                <a:gd name="connsiteX590" fmla="*/ 512392 w 899217"/>
                <a:gd name="connsiteY590" fmla="*/ 372559 h 942137"/>
                <a:gd name="connsiteX591" fmla="*/ 510373 w 899217"/>
                <a:gd name="connsiteY591" fmla="*/ 375015 h 942137"/>
                <a:gd name="connsiteX592" fmla="*/ 507916 w 899217"/>
                <a:gd name="connsiteY592" fmla="*/ 376327 h 942137"/>
                <a:gd name="connsiteX593" fmla="*/ 503575 w 899217"/>
                <a:gd name="connsiteY593" fmla="*/ 380532 h 942137"/>
                <a:gd name="connsiteX594" fmla="*/ 498930 w 899217"/>
                <a:gd name="connsiteY594" fmla="*/ 383727 h 942137"/>
                <a:gd name="connsiteX595" fmla="*/ 493411 w 899217"/>
                <a:gd name="connsiteY595" fmla="*/ 383727 h 942137"/>
                <a:gd name="connsiteX596" fmla="*/ 486310 w 899217"/>
                <a:gd name="connsiteY596" fmla="*/ 387428 h 942137"/>
                <a:gd name="connsiteX597" fmla="*/ 481834 w 899217"/>
                <a:gd name="connsiteY597" fmla="*/ 389816 h 942137"/>
                <a:gd name="connsiteX598" fmla="*/ 475305 w 899217"/>
                <a:gd name="connsiteY598" fmla="*/ 392844 h 942137"/>
                <a:gd name="connsiteX599" fmla="*/ 468776 w 899217"/>
                <a:gd name="connsiteY599" fmla="*/ 392272 h 942137"/>
                <a:gd name="connsiteX600" fmla="*/ 465747 w 899217"/>
                <a:gd name="connsiteY600" fmla="*/ 390388 h 942137"/>
                <a:gd name="connsiteX601" fmla="*/ 465309 w 899217"/>
                <a:gd name="connsiteY601" fmla="*/ 386183 h 942137"/>
                <a:gd name="connsiteX602" fmla="*/ 465007 w 899217"/>
                <a:gd name="connsiteY602" fmla="*/ 382853 h 942137"/>
                <a:gd name="connsiteX603" fmla="*/ 465007 w 899217"/>
                <a:gd name="connsiteY603" fmla="*/ 377773 h 942137"/>
                <a:gd name="connsiteX604" fmla="*/ 463862 w 899217"/>
                <a:gd name="connsiteY604" fmla="*/ 375587 h 942137"/>
                <a:gd name="connsiteX605" fmla="*/ 460800 w 899217"/>
                <a:gd name="connsiteY605" fmla="*/ 373265 h 942137"/>
                <a:gd name="connsiteX606" fmla="*/ 459353 w 899217"/>
                <a:gd name="connsiteY606" fmla="*/ 368354 h 942137"/>
                <a:gd name="connsiteX607" fmla="*/ 458780 w 899217"/>
                <a:gd name="connsiteY607" fmla="*/ 363275 h 942137"/>
                <a:gd name="connsiteX608" fmla="*/ 457333 w 899217"/>
                <a:gd name="connsiteY608" fmla="*/ 360651 h 942137"/>
                <a:gd name="connsiteX609" fmla="*/ 455314 w 899217"/>
                <a:gd name="connsiteY609" fmla="*/ 362097 h 942137"/>
                <a:gd name="connsiteX610" fmla="*/ 452857 w 899217"/>
                <a:gd name="connsiteY610" fmla="*/ 363846 h 942137"/>
                <a:gd name="connsiteX611" fmla="*/ 450266 w 899217"/>
                <a:gd name="connsiteY611" fmla="*/ 366302 h 942137"/>
                <a:gd name="connsiteX612" fmla="*/ 445049 w 899217"/>
                <a:gd name="connsiteY612" fmla="*/ 366302 h 942137"/>
                <a:gd name="connsiteX613" fmla="*/ 439968 w 899217"/>
                <a:gd name="connsiteY613" fmla="*/ 363981 h 942137"/>
                <a:gd name="connsiteX614" fmla="*/ 438655 w 899217"/>
                <a:gd name="connsiteY614" fmla="*/ 359070 h 942137"/>
                <a:gd name="connsiteX615" fmla="*/ 439665 w 899217"/>
                <a:gd name="connsiteY615" fmla="*/ 353553 h 942137"/>
                <a:gd name="connsiteX616" fmla="*/ 442862 w 899217"/>
                <a:gd name="connsiteY616" fmla="*/ 353418 h 942137"/>
                <a:gd name="connsiteX617" fmla="*/ 449223 w 899217"/>
                <a:gd name="connsiteY617" fmla="*/ 352106 h 942137"/>
                <a:gd name="connsiteX618" fmla="*/ 451107 w 899217"/>
                <a:gd name="connsiteY618" fmla="*/ 348910 h 942137"/>
                <a:gd name="connsiteX619" fmla="*/ 447203 w 899217"/>
                <a:gd name="connsiteY619" fmla="*/ 342384 h 942137"/>
                <a:gd name="connsiteX620" fmla="*/ 444006 w 899217"/>
                <a:gd name="connsiteY620" fmla="*/ 337608 h 942137"/>
                <a:gd name="connsiteX621" fmla="*/ 443131 w 899217"/>
                <a:gd name="connsiteY621" fmla="*/ 335589 h 942137"/>
                <a:gd name="connsiteX622" fmla="*/ 439799 w 899217"/>
                <a:gd name="connsiteY622" fmla="*/ 332393 h 942137"/>
                <a:gd name="connsiteX623" fmla="*/ 432833 w 899217"/>
                <a:gd name="connsiteY623" fmla="*/ 329198 h 942137"/>
                <a:gd name="connsiteX624" fmla="*/ 426472 w 899217"/>
                <a:gd name="connsiteY624" fmla="*/ 325127 h 942137"/>
                <a:gd name="connsiteX625" fmla="*/ 424722 w 899217"/>
                <a:gd name="connsiteY625" fmla="*/ 320350 h 942137"/>
                <a:gd name="connsiteX626" fmla="*/ 424587 w 899217"/>
                <a:gd name="connsiteY626" fmla="*/ 316717 h 942137"/>
                <a:gd name="connsiteX627" fmla="*/ 426775 w 899217"/>
                <a:gd name="connsiteY627" fmla="*/ 314699 h 942137"/>
                <a:gd name="connsiteX628" fmla="*/ 430847 w 899217"/>
                <a:gd name="connsiteY628" fmla="*/ 313690 h 942137"/>
                <a:gd name="connsiteX629" fmla="*/ 434616 w 899217"/>
                <a:gd name="connsiteY629" fmla="*/ 311503 h 942137"/>
                <a:gd name="connsiteX630" fmla="*/ 436939 w 899217"/>
                <a:gd name="connsiteY630" fmla="*/ 309182 h 942137"/>
                <a:gd name="connsiteX631" fmla="*/ 438251 w 899217"/>
                <a:gd name="connsiteY631" fmla="*/ 306726 h 942137"/>
                <a:gd name="connsiteX632" fmla="*/ 440708 w 899217"/>
                <a:gd name="connsiteY632" fmla="*/ 299326 h 942137"/>
                <a:gd name="connsiteX633" fmla="*/ 438823 w 899217"/>
                <a:gd name="connsiteY633" fmla="*/ 298888 h 942137"/>
                <a:gd name="connsiteX634" fmla="*/ 431419 w 899217"/>
                <a:gd name="connsiteY634" fmla="*/ 303093 h 942137"/>
                <a:gd name="connsiteX635" fmla="*/ 427953 w 899217"/>
                <a:gd name="connsiteY635" fmla="*/ 302353 h 942137"/>
                <a:gd name="connsiteX636" fmla="*/ 427515 w 899217"/>
                <a:gd name="connsiteY636" fmla="*/ 299897 h 942137"/>
                <a:gd name="connsiteX637" fmla="*/ 428390 w 899217"/>
                <a:gd name="connsiteY637" fmla="*/ 297576 h 942137"/>
                <a:gd name="connsiteX638" fmla="*/ 428828 w 899217"/>
                <a:gd name="connsiteY638" fmla="*/ 294112 h 942137"/>
                <a:gd name="connsiteX639" fmla="*/ 428962 w 899217"/>
                <a:gd name="connsiteY639" fmla="*/ 292530 h 942137"/>
                <a:gd name="connsiteX640" fmla="*/ 428087 w 899217"/>
                <a:gd name="connsiteY640" fmla="*/ 286307 h 942137"/>
                <a:gd name="connsiteX641" fmla="*/ 424890 w 899217"/>
                <a:gd name="connsiteY641" fmla="*/ 281967 h 942137"/>
                <a:gd name="connsiteX642" fmla="*/ 422568 w 899217"/>
                <a:gd name="connsiteY642" fmla="*/ 280790 h 942137"/>
                <a:gd name="connsiteX643" fmla="*/ 419808 w 899217"/>
                <a:gd name="connsiteY643" fmla="*/ 279915 h 942137"/>
                <a:gd name="connsiteX644" fmla="*/ 414020 w 899217"/>
                <a:gd name="connsiteY644" fmla="*/ 277729 h 942137"/>
                <a:gd name="connsiteX645" fmla="*/ 411395 w 899217"/>
                <a:gd name="connsiteY645" fmla="*/ 273827 h 942137"/>
                <a:gd name="connsiteX646" fmla="*/ 409005 w 899217"/>
                <a:gd name="connsiteY646" fmla="*/ 269050 h 942137"/>
                <a:gd name="connsiteX647" fmla="*/ 406616 w 899217"/>
                <a:gd name="connsiteY647" fmla="*/ 263096 h 942137"/>
                <a:gd name="connsiteX648" fmla="*/ 405875 w 899217"/>
                <a:gd name="connsiteY648" fmla="*/ 261077 h 942137"/>
                <a:gd name="connsiteX649" fmla="*/ 405875 w 899217"/>
                <a:gd name="connsiteY649" fmla="*/ 258487 h 942137"/>
                <a:gd name="connsiteX650" fmla="*/ 406380 w 899217"/>
                <a:gd name="connsiteY650" fmla="*/ 252533 h 942137"/>
                <a:gd name="connsiteX651" fmla="*/ 406313 w 899217"/>
                <a:gd name="connsiteY651" fmla="*/ 250346 h 942137"/>
                <a:gd name="connsiteX652" fmla="*/ 400524 w 899217"/>
                <a:gd name="connsiteY652" fmla="*/ 247890 h 942137"/>
                <a:gd name="connsiteX653" fmla="*/ 398337 w 899217"/>
                <a:gd name="connsiteY653" fmla="*/ 244560 h 942137"/>
                <a:gd name="connsiteX654" fmla="*/ 396890 w 899217"/>
                <a:gd name="connsiteY654" fmla="*/ 241230 h 942137"/>
                <a:gd name="connsiteX655" fmla="*/ 394298 w 899217"/>
                <a:gd name="connsiteY655" fmla="*/ 229355 h 942137"/>
                <a:gd name="connsiteX656" fmla="*/ 393726 w 899217"/>
                <a:gd name="connsiteY656" fmla="*/ 223838 h 942137"/>
                <a:gd name="connsiteX657" fmla="*/ 392279 w 899217"/>
                <a:gd name="connsiteY657" fmla="*/ 218187 h 942137"/>
                <a:gd name="connsiteX658" fmla="*/ 387635 w 899217"/>
                <a:gd name="connsiteY658" fmla="*/ 218489 h 942137"/>
                <a:gd name="connsiteX659" fmla="*/ 385010 w 899217"/>
                <a:gd name="connsiteY659" fmla="*/ 218489 h 942137"/>
                <a:gd name="connsiteX660" fmla="*/ 380231 w 899217"/>
                <a:gd name="connsiteY660" fmla="*/ 213847 h 942137"/>
                <a:gd name="connsiteX661" fmla="*/ 380533 w 899217"/>
                <a:gd name="connsiteY661" fmla="*/ 209945 h 942137"/>
                <a:gd name="connsiteX662" fmla="*/ 379793 w 899217"/>
                <a:gd name="connsiteY662" fmla="*/ 203722 h 942137"/>
                <a:gd name="connsiteX663" fmla="*/ 379793 w 899217"/>
                <a:gd name="connsiteY663" fmla="*/ 197364 h 942137"/>
                <a:gd name="connsiteX664" fmla="*/ 378918 w 899217"/>
                <a:gd name="connsiteY664" fmla="*/ 194471 h 942137"/>
                <a:gd name="connsiteX665" fmla="*/ 374442 w 899217"/>
                <a:gd name="connsiteY665" fmla="*/ 187945 h 942137"/>
                <a:gd name="connsiteX666" fmla="*/ 371413 w 899217"/>
                <a:gd name="connsiteY666" fmla="*/ 183303 h 942137"/>
                <a:gd name="connsiteX667" fmla="*/ 369226 w 899217"/>
                <a:gd name="connsiteY667" fmla="*/ 177214 h 942137"/>
                <a:gd name="connsiteX668" fmla="*/ 367341 w 899217"/>
                <a:gd name="connsiteY668" fmla="*/ 170688 h 942137"/>
                <a:gd name="connsiteX669" fmla="*/ 366903 w 899217"/>
                <a:gd name="connsiteY669" fmla="*/ 165608 h 942137"/>
                <a:gd name="connsiteX670" fmla="*/ 363706 w 899217"/>
                <a:gd name="connsiteY670" fmla="*/ 162580 h 942137"/>
                <a:gd name="connsiteX671" fmla="*/ 361384 w 899217"/>
                <a:gd name="connsiteY671" fmla="*/ 161706 h 942137"/>
                <a:gd name="connsiteX672" fmla="*/ 358187 w 899217"/>
                <a:gd name="connsiteY672" fmla="*/ 162715 h 942137"/>
                <a:gd name="connsiteX673" fmla="*/ 357043 w 899217"/>
                <a:gd name="connsiteY673" fmla="*/ 163287 h 942137"/>
                <a:gd name="connsiteX674" fmla="*/ 354148 w 899217"/>
                <a:gd name="connsiteY674" fmla="*/ 167795 h 942137"/>
                <a:gd name="connsiteX675" fmla="*/ 349908 w 899217"/>
                <a:gd name="connsiteY675" fmla="*/ 166348 h 942137"/>
                <a:gd name="connsiteX676" fmla="*/ 346105 w 899217"/>
                <a:gd name="connsiteY676" fmla="*/ 164061 h 942137"/>
                <a:gd name="connsiteX677" fmla="*/ 345465 w 899217"/>
                <a:gd name="connsiteY677" fmla="*/ 162210 h 942137"/>
                <a:gd name="connsiteX678" fmla="*/ 343076 w 899217"/>
                <a:gd name="connsiteY678" fmla="*/ 162009 h 942137"/>
                <a:gd name="connsiteX679" fmla="*/ 341763 w 899217"/>
                <a:gd name="connsiteY679" fmla="*/ 162648 h 942137"/>
                <a:gd name="connsiteX680" fmla="*/ 340013 w 899217"/>
                <a:gd name="connsiteY680" fmla="*/ 165272 h 942137"/>
                <a:gd name="connsiteX681" fmla="*/ 336210 w 899217"/>
                <a:gd name="connsiteY681" fmla="*/ 169611 h 942137"/>
                <a:gd name="connsiteX682" fmla="*/ 332307 w 899217"/>
                <a:gd name="connsiteY682" fmla="*/ 170587 h 942137"/>
                <a:gd name="connsiteX683" fmla="*/ 326215 w 899217"/>
                <a:gd name="connsiteY683" fmla="*/ 169948 h 942137"/>
                <a:gd name="connsiteX684" fmla="*/ 321638 w 899217"/>
                <a:gd name="connsiteY684" fmla="*/ 166920 h 942137"/>
                <a:gd name="connsiteX685" fmla="*/ 317297 w 899217"/>
                <a:gd name="connsiteY685" fmla="*/ 160932 h 942137"/>
                <a:gd name="connsiteX686" fmla="*/ 314671 w 899217"/>
                <a:gd name="connsiteY686" fmla="*/ 156155 h 942137"/>
                <a:gd name="connsiteX687" fmla="*/ 312820 w 899217"/>
                <a:gd name="connsiteY687" fmla="*/ 151816 h 942137"/>
                <a:gd name="connsiteX688" fmla="*/ 309994 w 899217"/>
                <a:gd name="connsiteY688" fmla="*/ 147039 h 942137"/>
                <a:gd name="connsiteX689" fmla="*/ 307166 w 899217"/>
                <a:gd name="connsiteY689" fmla="*/ 144112 h 942137"/>
                <a:gd name="connsiteX690" fmla="*/ 304979 w 899217"/>
                <a:gd name="connsiteY690" fmla="*/ 139975 h 942137"/>
                <a:gd name="connsiteX691" fmla="*/ 303902 w 899217"/>
                <a:gd name="connsiteY691" fmla="*/ 136072 h 942137"/>
                <a:gd name="connsiteX692" fmla="*/ 302388 w 899217"/>
                <a:gd name="connsiteY692" fmla="*/ 132036 h 942137"/>
                <a:gd name="connsiteX693" fmla="*/ 302388 w 899217"/>
                <a:gd name="connsiteY693" fmla="*/ 129109 h 942137"/>
                <a:gd name="connsiteX694" fmla="*/ 304239 w 899217"/>
                <a:gd name="connsiteY694" fmla="*/ 128234 h 942137"/>
                <a:gd name="connsiteX695" fmla="*/ 306089 w 899217"/>
                <a:gd name="connsiteY695" fmla="*/ 127797 h 942137"/>
                <a:gd name="connsiteX696" fmla="*/ 311643 w 899217"/>
                <a:gd name="connsiteY696" fmla="*/ 126821 h 942137"/>
                <a:gd name="connsiteX697" fmla="*/ 314234 w 899217"/>
                <a:gd name="connsiteY697" fmla="*/ 126182 h 942137"/>
                <a:gd name="connsiteX698" fmla="*/ 315748 w 899217"/>
                <a:gd name="connsiteY698" fmla="*/ 125409 h 942137"/>
                <a:gd name="connsiteX699" fmla="*/ 317936 w 899217"/>
                <a:gd name="connsiteY699" fmla="*/ 122583 h 942137"/>
                <a:gd name="connsiteX700" fmla="*/ 318710 w 899217"/>
                <a:gd name="connsiteY700" fmla="*/ 120531 h 942137"/>
                <a:gd name="connsiteX701" fmla="*/ 319047 w 899217"/>
                <a:gd name="connsiteY701" fmla="*/ 116730 h 942137"/>
                <a:gd name="connsiteX702" fmla="*/ 318710 w 899217"/>
                <a:gd name="connsiteY702" fmla="*/ 114644 h 942137"/>
                <a:gd name="connsiteX703" fmla="*/ 318071 w 899217"/>
                <a:gd name="connsiteY703" fmla="*/ 113029 h 942137"/>
                <a:gd name="connsiteX704" fmla="*/ 315143 w 899217"/>
                <a:gd name="connsiteY704" fmla="*/ 110977 h 942137"/>
                <a:gd name="connsiteX705" fmla="*/ 313090 w 899217"/>
                <a:gd name="connsiteY705" fmla="*/ 109901 h 942137"/>
                <a:gd name="connsiteX706" fmla="*/ 310061 w 899217"/>
                <a:gd name="connsiteY706" fmla="*/ 105898 h 942137"/>
                <a:gd name="connsiteX707" fmla="*/ 308849 w 899217"/>
                <a:gd name="connsiteY707" fmla="*/ 102096 h 942137"/>
                <a:gd name="connsiteX708" fmla="*/ 308748 w 899217"/>
                <a:gd name="connsiteY708" fmla="*/ 99069 h 942137"/>
                <a:gd name="connsiteX709" fmla="*/ 304844 w 899217"/>
                <a:gd name="connsiteY709" fmla="*/ 92442 h 942137"/>
                <a:gd name="connsiteX710" fmla="*/ 301681 w 899217"/>
                <a:gd name="connsiteY710" fmla="*/ 84402 h 942137"/>
                <a:gd name="connsiteX711" fmla="*/ 300469 w 899217"/>
                <a:gd name="connsiteY711" fmla="*/ 80062 h 942137"/>
                <a:gd name="connsiteX712" fmla="*/ 298517 w 899217"/>
                <a:gd name="connsiteY712" fmla="*/ 77472 h 942137"/>
                <a:gd name="connsiteX713" fmla="*/ 293200 w 899217"/>
                <a:gd name="connsiteY713" fmla="*/ 77808 h 942137"/>
                <a:gd name="connsiteX714" fmla="*/ 289397 w 899217"/>
                <a:gd name="connsiteY714" fmla="*/ 74882 h 942137"/>
                <a:gd name="connsiteX715" fmla="*/ 287445 w 899217"/>
                <a:gd name="connsiteY715" fmla="*/ 71182 h 942137"/>
                <a:gd name="connsiteX716" fmla="*/ 284180 w 899217"/>
                <a:gd name="connsiteY716" fmla="*/ 68019 h 942137"/>
                <a:gd name="connsiteX717" fmla="*/ 282531 w 899217"/>
                <a:gd name="connsiteY717" fmla="*/ 64655 h 942137"/>
                <a:gd name="connsiteX718" fmla="*/ 281555 w 899217"/>
                <a:gd name="connsiteY718" fmla="*/ 62031 h 942137"/>
                <a:gd name="connsiteX719" fmla="*/ 281118 w 899217"/>
                <a:gd name="connsiteY719" fmla="*/ 58028 h 942137"/>
                <a:gd name="connsiteX720" fmla="*/ 281757 w 899217"/>
                <a:gd name="connsiteY720" fmla="*/ 55304 h 942137"/>
                <a:gd name="connsiteX721" fmla="*/ 282969 w 899217"/>
                <a:gd name="connsiteY721" fmla="*/ 52915 h 942137"/>
                <a:gd name="connsiteX722" fmla="*/ 283844 w 899217"/>
                <a:gd name="connsiteY722" fmla="*/ 51502 h 942137"/>
                <a:gd name="connsiteX723" fmla="*/ 281892 w 899217"/>
                <a:gd name="connsiteY723" fmla="*/ 48777 h 942137"/>
                <a:gd name="connsiteX724" fmla="*/ 279940 w 899217"/>
                <a:gd name="connsiteY724" fmla="*/ 48576 h 942137"/>
                <a:gd name="connsiteX725" fmla="*/ 276137 w 899217"/>
                <a:gd name="connsiteY725" fmla="*/ 49013 h 942137"/>
                <a:gd name="connsiteX726" fmla="*/ 274185 w 899217"/>
                <a:gd name="connsiteY726" fmla="*/ 49787 h 942137"/>
                <a:gd name="connsiteX727" fmla="*/ 273209 w 899217"/>
                <a:gd name="connsiteY727" fmla="*/ 50863 h 942137"/>
                <a:gd name="connsiteX728" fmla="*/ 271594 w 899217"/>
                <a:gd name="connsiteY728" fmla="*/ 53252 h 942137"/>
                <a:gd name="connsiteX729" fmla="*/ 270718 w 899217"/>
                <a:gd name="connsiteY729" fmla="*/ 54664 h 942137"/>
                <a:gd name="connsiteX730" fmla="*/ 270382 w 899217"/>
                <a:gd name="connsiteY730" fmla="*/ 58264 h 942137"/>
                <a:gd name="connsiteX731" fmla="*/ 267017 w 899217"/>
                <a:gd name="connsiteY731" fmla="*/ 61426 h 942137"/>
                <a:gd name="connsiteX732" fmla="*/ 265502 w 899217"/>
                <a:gd name="connsiteY732" fmla="*/ 63041 h 942137"/>
                <a:gd name="connsiteX733" fmla="*/ 263988 w 899217"/>
                <a:gd name="connsiteY733" fmla="*/ 67279 h 942137"/>
                <a:gd name="connsiteX734" fmla="*/ 261262 w 899217"/>
                <a:gd name="connsiteY734" fmla="*/ 70980 h 942137"/>
                <a:gd name="connsiteX735" fmla="*/ 259613 w 899217"/>
                <a:gd name="connsiteY735" fmla="*/ 73469 h 942137"/>
                <a:gd name="connsiteX736" fmla="*/ 256886 w 899217"/>
                <a:gd name="connsiteY736" fmla="*/ 76396 h 942137"/>
                <a:gd name="connsiteX737" fmla="*/ 254262 w 899217"/>
                <a:gd name="connsiteY737" fmla="*/ 79020 h 942137"/>
                <a:gd name="connsiteX738" fmla="*/ 252848 w 899217"/>
                <a:gd name="connsiteY738" fmla="*/ 79894 h 942137"/>
                <a:gd name="connsiteX739" fmla="*/ 249482 w 899217"/>
                <a:gd name="connsiteY739" fmla="*/ 80769 h 942137"/>
                <a:gd name="connsiteX740" fmla="*/ 245343 w 899217"/>
                <a:gd name="connsiteY740" fmla="*/ 81004 h 942137"/>
                <a:gd name="connsiteX741" fmla="*/ 242853 w 899217"/>
                <a:gd name="connsiteY741" fmla="*/ 82619 h 942137"/>
                <a:gd name="connsiteX742" fmla="*/ 241978 w 899217"/>
                <a:gd name="connsiteY742" fmla="*/ 84469 h 942137"/>
                <a:gd name="connsiteX743" fmla="*/ 241439 w 899217"/>
                <a:gd name="connsiteY743" fmla="*/ 86656 h 942137"/>
                <a:gd name="connsiteX744" fmla="*/ 240699 w 899217"/>
                <a:gd name="connsiteY744" fmla="*/ 90894 h 942137"/>
                <a:gd name="connsiteX745" fmla="*/ 240699 w 899217"/>
                <a:gd name="connsiteY745" fmla="*/ 93485 h 942137"/>
                <a:gd name="connsiteX746" fmla="*/ 242449 w 899217"/>
                <a:gd name="connsiteY746" fmla="*/ 99573 h 942137"/>
                <a:gd name="connsiteX747" fmla="*/ 242449 w 899217"/>
                <a:gd name="connsiteY747" fmla="*/ 103476 h 942137"/>
                <a:gd name="connsiteX748" fmla="*/ 241574 w 899217"/>
                <a:gd name="connsiteY748" fmla="*/ 111414 h 942137"/>
                <a:gd name="connsiteX749" fmla="*/ 240396 w 899217"/>
                <a:gd name="connsiteY749" fmla="*/ 116090 h 942137"/>
                <a:gd name="connsiteX750" fmla="*/ 234304 w 899217"/>
                <a:gd name="connsiteY750" fmla="*/ 116427 h 942137"/>
                <a:gd name="connsiteX751" fmla="*/ 229424 w 899217"/>
                <a:gd name="connsiteY751" fmla="*/ 110002 h 942137"/>
                <a:gd name="connsiteX752" fmla="*/ 225621 w 899217"/>
                <a:gd name="connsiteY752" fmla="*/ 105561 h 942137"/>
                <a:gd name="connsiteX753" fmla="*/ 220607 w 899217"/>
                <a:gd name="connsiteY753" fmla="*/ 98497 h 942137"/>
                <a:gd name="connsiteX754" fmla="*/ 219092 w 899217"/>
                <a:gd name="connsiteY754" fmla="*/ 89582 h 942137"/>
                <a:gd name="connsiteX755" fmla="*/ 218217 w 899217"/>
                <a:gd name="connsiteY755" fmla="*/ 85142 h 942137"/>
                <a:gd name="connsiteX756" fmla="*/ 218554 w 899217"/>
                <a:gd name="connsiteY756" fmla="*/ 79490 h 942137"/>
                <a:gd name="connsiteX757" fmla="*/ 219092 w 899217"/>
                <a:gd name="connsiteY757" fmla="*/ 76665 h 942137"/>
                <a:gd name="connsiteX758" fmla="*/ 220169 w 899217"/>
                <a:gd name="connsiteY758" fmla="*/ 72763 h 942137"/>
                <a:gd name="connsiteX759" fmla="*/ 219833 w 899217"/>
                <a:gd name="connsiteY759" fmla="*/ 70038 h 942137"/>
                <a:gd name="connsiteX760" fmla="*/ 219833 w 899217"/>
                <a:gd name="connsiteY760" fmla="*/ 62099 h 942137"/>
                <a:gd name="connsiteX761" fmla="*/ 219294 w 899217"/>
                <a:gd name="connsiteY761" fmla="*/ 58836 h 942137"/>
                <a:gd name="connsiteX762" fmla="*/ 218958 w 899217"/>
                <a:gd name="connsiteY762" fmla="*/ 55035 h 942137"/>
                <a:gd name="connsiteX763" fmla="*/ 218083 w 899217"/>
                <a:gd name="connsiteY763" fmla="*/ 50897 h 942137"/>
                <a:gd name="connsiteX764" fmla="*/ 218083 w 899217"/>
                <a:gd name="connsiteY764" fmla="*/ 47297 h 942137"/>
                <a:gd name="connsiteX765" fmla="*/ 220203 w 899217"/>
                <a:gd name="connsiteY765" fmla="*/ 43732 h 942137"/>
                <a:gd name="connsiteX766" fmla="*/ 222323 w 899217"/>
                <a:gd name="connsiteY766" fmla="*/ 37004 h 942137"/>
                <a:gd name="connsiteX767" fmla="*/ 224915 w 899217"/>
                <a:gd name="connsiteY767" fmla="*/ 31251 h 942137"/>
                <a:gd name="connsiteX768" fmla="*/ 226429 w 899217"/>
                <a:gd name="connsiteY768" fmla="*/ 24523 h 942137"/>
                <a:gd name="connsiteX769" fmla="*/ 227304 w 899217"/>
                <a:gd name="connsiteY769" fmla="*/ 21496 h 942137"/>
                <a:gd name="connsiteX770" fmla="*/ 227742 w 899217"/>
                <a:gd name="connsiteY770" fmla="*/ 18872 h 942137"/>
                <a:gd name="connsiteX771" fmla="*/ 227102 w 899217"/>
                <a:gd name="connsiteY771" fmla="*/ 9318 h 942137"/>
                <a:gd name="connsiteX772" fmla="*/ 226766 w 899217"/>
                <a:gd name="connsiteY772" fmla="*/ 5618 h 942137"/>
                <a:gd name="connsiteX773" fmla="*/ 223165 w 899217"/>
                <a:gd name="connsiteY773" fmla="*/ 1379 h 942137"/>
                <a:gd name="connsiteX774" fmla="*/ 221549 w 899217"/>
                <a:gd name="connsiteY774" fmla="*/ 1178 h 942137"/>
                <a:gd name="connsiteX775" fmla="*/ 219496 w 899217"/>
                <a:gd name="connsiteY775" fmla="*/ 538 h 942137"/>
                <a:gd name="connsiteX776" fmla="*/ 215256 w 899217"/>
                <a:gd name="connsiteY776" fmla="*/ 0 h 942137"/>
                <a:gd name="connsiteX777" fmla="*/ 211890 w 899217"/>
                <a:gd name="connsiteY777" fmla="*/ 538 h 942137"/>
                <a:gd name="connsiteX778" fmla="*/ 208525 w 899217"/>
                <a:gd name="connsiteY778" fmla="*/ 2388 h 942137"/>
                <a:gd name="connsiteX779" fmla="*/ 205900 w 899217"/>
                <a:gd name="connsiteY779" fmla="*/ 4037 h 942137"/>
                <a:gd name="connsiteX780" fmla="*/ 205900 w 899217"/>
                <a:gd name="connsiteY780" fmla="*/ 4575 h 942137"/>
                <a:gd name="connsiteX781" fmla="*/ 209602 w 899217"/>
                <a:gd name="connsiteY781" fmla="*/ 9251 h 942137"/>
                <a:gd name="connsiteX782" fmla="*/ 210241 w 899217"/>
                <a:gd name="connsiteY782" fmla="*/ 11000 h 942137"/>
                <a:gd name="connsiteX783" fmla="*/ 208727 w 899217"/>
                <a:gd name="connsiteY783" fmla="*/ 11774 h 942137"/>
                <a:gd name="connsiteX784" fmla="*/ 207414 w 899217"/>
                <a:gd name="connsiteY784" fmla="*/ 13826 h 942137"/>
                <a:gd name="connsiteX785" fmla="*/ 207852 w 899217"/>
                <a:gd name="connsiteY785" fmla="*/ 14701 h 942137"/>
                <a:gd name="connsiteX786" fmla="*/ 209501 w 899217"/>
                <a:gd name="connsiteY786" fmla="*/ 16114 h 942137"/>
                <a:gd name="connsiteX787" fmla="*/ 210140 w 899217"/>
                <a:gd name="connsiteY787" fmla="*/ 17426 h 942137"/>
                <a:gd name="connsiteX788" fmla="*/ 210241 w 899217"/>
                <a:gd name="connsiteY788" fmla="*/ 20049 h 942137"/>
                <a:gd name="connsiteX789" fmla="*/ 209905 w 899217"/>
                <a:gd name="connsiteY789" fmla="*/ 22236 h 942137"/>
                <a:gd name="connsiteX790" fmla="*/ 207414 w 899217"/>
                <a:gd name="connsiteY790" fmla="*/ 22337 h 942137"/>
                <a:gd name="connsiteX791" fmla="*/ 204486 w 899217"/>
                <a:gd name="connsiteY791" fmla="*/ 22438 h 942137"/>
                <a:gd name="connsiteX792" fmla="*/ 203275 w 899217"/>
                <a:gd name="connsiteY792" fmla="*/ 23851 h 942137"/>
                <a:gd name="connsiteX793" fmla="*/ 205227 w 899217"/>
                <a:gd name="connsiteY793" fmla="*/ 26441 h 942137"/>
                <a:gd name="connsiteX794" fmla="*/ 204587 w 899217"/>
                <a:gd name="connsiteY794" fmla="*/ 27517 h 942137"/>
                <a:gd name="connsiteX795" fmla="*/ 201424 w 899217"/>
                <a:gd name="connsiteY795" fmla="*/ 28829 h 942137"/>
                <a:gd name="connsiteX796" fmla="*/ 200549 w 899217"/>
                <a:gd name="connsiteY796" fmla="*/ 31218 h 942137"/>
                <a:gd name="connsiteX797" fmla="*/ 200751 w 899217"/>
                <a:gd name="connsiteY797" fmla="*/ 34144 h 942137"/>
                <a:gd name="connsiteX798" fmla="*/ 200953 w 899217"/>
                <a:gd name="connsiteY798" fmla="*/ 36331 h 942137"/>
                <a:gd name="connsiteX799" fmla="*/ 201929 w 899217"/>
                <a:gd name="connsiteY799" fmla="*/ 39897 h 942137"/>
                <a:gd name="connsiteX800" fmla="*/ 201289 w 899217"/>
                <a:gd name="connsiteY800" fmla="*/ 41209 h 942137"/>
                <a:gd name="connsiteX801" fmla="*/ 199001 w 899217"/>
                <a:gd name="connsiteY801" fmla="*/ 42823 h 942137"/>
                <a:gd name="connsiteX802" fmla="*/ 196308 w 899217"/>
                <a:gd name="connsiteY802" fmla="*/ 43160 h 942137"/>
                <a:gd name="connsiteX803" fmla="*/ 193683 w 899217"/>
                <a:gd name="connsiteY803" fmla="*/ 43160 h 942137"/>
                <a:gd name="connsiteX804" fmla="*/ 192371 w 899217"/>
                <a:gd name="connsiteY804" fmla="*/ 42790 h 942137"/>
                <a:gd name="connsiteX805" fmla="*/ 191058 w 899217"/>
                <a:gd name="connsiteY805" fmla="*/ 42521 h 942137"/>
                <a:gd name="connsiteX806" fmla="*/ 190183 w 899217"/>
                <a:gd name="connsiteY806" fmla="*/ 40569 h 942137"/>
                <a:gd name="connsiteX807" fmla="*/ 190183 w 899217"/>
                <a:gd name="connsiteY807" fmla="*/ 38181 h 942137"/>
                <a:gd name="connsiteX808" fmla="*/ 190284 w 899217"/>
                <a:gd name="connsiteY808" fmla="*/ 35692 h 942137"/>
                <a:gd name="connsiteX809" fmla="*/ 190722 w 899217"/>
                <a:gd name="connsiteY809" fmla="*/ 32092 h 942137"/>
                <a:gd name="connsiteX810" fmla="*/ 191260 w 899217"/>
                <a:gd name="connsiteY810" fmla="*/ 28930 h 942137"/>
                <a:gd name="connsiteX811" fmla="*/ 190284 w 899217"/>
                <a:gd name="connsiteY811" fmla="*/ 23178 h 942137"/>
                <a:gd name="connsiteX812" fmla="*/ 189510 w 899217"/>
                <a:gd name="connsiteY812" fmla="*/ 21597 h 942137"/>
                <a:gd name="connsiteX813" fmla="*/ 185371 w 899217"/>
                <a:gd name="connsiteY813" fmla="*/ 21597 h 942137"/>
                <a:gd name="connsiteX814" fmla="*/ 184159 w 899217"/>
                <a:gd name="connsiteY814" fmla="*/ 24591 h 942137"/>
                <a:gd name="connsiteX815" fmla="*/ 183082 w 899217"/>
                <a:gd name="connsiteY815" fmla="*/ 24490 h 942137"/>
                <a:gd name="connsiteX816" fmla="*/ 182005 w 899217"/>
                <a:gd name="connsiteY816" fmla="*/ 23716 h 942137"/>
                <a:gd name="connsiteX817" fmla="*/ 181231 w 899217"/>
                <a:gd name="connsiteY817" fmla="*/ 21967 h 942137"/>
                <a:gd name="connsiteX818" fmla="*/ 178943 w 899217"/>
                <a:gd name="connsiteY818" fmla="*/ 21967 h 942137"/>
                <a:gd name="connsiteX819" fmla="*/ 177866 w 899217"/>
                <a:gd name="connsiteY819" fmla="*/ 22606 h 942137"/>
                <a:gd name="connsiteX820" fmla="*/ 175240 w 899217"/>
                <a:gd name="connsiteY820" fmla="*/ 24120 h 942137"/>
                <a:gd name="connsiteX821" fmla="*/ 173928 w 899217"/>
                <a:gd name="connsiteY821" fmla="*/ 24994 h 942137"/>
                <a:gd name="connsiteX822" fmla="*/ 173726 w 899217"/>
                <a:gd name="connsiteY822" fmla="*/ 26306 h 942137"/>
                <a:gd name="connsiteX823" fmla="*/ 175342 w 899217"/>
                <a:gd name="connsiteY823" fmla="*/ 29233 h 942137"/>
                <a:gd name="connsiteX824" fmla="*/ 175880 w 899217"/>
                <a:gd name="connsiteY824" fmla="*/ 32496 h 942137"/>
                <a:gd name="connsiteX825" fmla="*/ 175678 w 899217"/>
                <a:gd name="connsiteY825" fmla="*/ 35658 h 942137"/>
                <a:gd name="connsiteX826" fmla="*/ 174702 w 899217"/>
                <a:gd name="connsiteY826" fmla="*/ 37508 h 942137"/>
                <a:gd name="connsiteX827" fmla="*/ 173289 w 899217"/>
                <a:gd name="connsiteY827" fmla="*/ 39897 h 942137"/>
                <a:gd name="connsiteX828" fmla="*/ 171236 w 899217"/>
                <a:gd name="connsiteY828" fmla="*/ 41545 h 942137"/>
                <a:gd name="connsiteX829" fmla="*/ 171337 w 899217"/>
                <a:gd name="connsiteY829" fmla="*/ 43496 h 942137"/>
                <a:gd name="connsiteX830" fmla="*/ 173928 w 899217"/>
                <a:gd name="connsiteY830" fmla="*/ 46759 h 942137"/>
                <a:gd name="connsiteX831" fmla="*/ 174904 w 899217"/>
                <a:gd name="connsiteY831" fmla="*/ 49820 h 942137"/>
                <a:gd name="connsiteX832" fmla="*/ 174904 w 899217"/>
                <a:gd name="connsiteY832" fmla="*/ 52982 h 942137"/>
                <a:gd name="connsiteX833" fmla="*/ 172178 w 899217"/>
                <a:gd name="connsiteY833" fmla="*/ 55270 h 942137"/>
                <a:gd name="connsiteX834" fmla="*/ 170327 w 899217"/>
                <a:gd name="connsiteY834" fmla="*/ 57558 h 942137"/>
                <a:gd name="connsiteX835" fmla="*/ 168139 w 899217"/>
                <a:gd name="connsiteY835" fmla="*/ 59744 h 942137"/>
                <a:gd name="connsiteX836" fmla="*/ 168039 w 899217"/>
                <a:gd name="connsiteY836" fmla="*/ 61594 h 942137"/>
                <a:gd name="connsiteX837" fmla="*/ 167937 w 899217"/>
                <a:gd name="connsiteY837" fmla="*/ 65194 h 942137"/>
                <a:gd name="connsiteX838" fmla="*/ 168375 w 899217"/>
                <a:gd name="connsiteY838" fmla="*/ 68558 h 942137"/>
                <a:gd name="connsiteX839" fmla="*/ 168577 w 899217"/>
                <a:gd name="connsiteY839" fmla="*/ 72359 h 942137"/>
                <a:gd name="connsiteX840" fmla="*/ 168779 w 899217"/>
                <a:gd name="connsiteY840" fmla="*/ 76699 h 942137"/>
                <a:gd name="connsiteX841" fmla="*/ 168981 w 899217"/>
                <a:gd name="connsiteY841" fmla="*/ 78751 h 942137"/>
                <a:gd name="connsiteX842" fmla="*/ 170394 w 899217"/>
                <a:gd name="connsiteY842" fmla="*/ 82013 h 942137"/>
                <a:gd name="connsiteX843" fmla="*/ 171808 w 899217"/>
                <a:gd name="connsiteY843" fmla="*/ 85377 h 942137"/>
                <a:gd name="connsiteX844" fmla="*/ 173558 w 899217"/>
                <a:gd name="connsiteY844" fmla="*/ 89078 h 942137"/>
                <a:gd name="connsiteX845" fmla="*/ 174736 w 899217"/>
                <a:gd name="connsiteY845" fmla="*/ 94931 h 942137"/>
                <a:gd name="connsiteX846" fmla="*/ 174399 w 899217"/>
                <a:gd name="connsiteY846" fmla="*/ 101558 h 942137"/>
                <a:gd name="connsiteX847" fmla="*/ 173962 w 899217"/>
                <a:gd name="connsiteY847" fmla="*/ 103610 h 942137"/>
                <a:gd name="connsiteX848" fmla="*/ 172111 w 899217"/>
                <a:gd name="connsiteY848" fmla="*/ 109060 h 942137"/>
                <a:gd name="connsiteX849" fmla="*/ 170495 w 899217"/>
                <a:gd name="connsiteY849" fmla="*/ 111885 h 942137"/>
                <a:gd name="connsiteX850" fmla="*/ 167668 w 899217"/>
                <a:gd name="connsiteY850" fmla="*/ 114711 h 942137"/>
                <a:gd name="connsiteX851" fmla="*/ 164841 w 899217"/>
                <a:gd name="connsiteY851" fmla="*/ 114610 h 942137"/>
                <a:gd name="connsiteX852" fmla="*/ 163327 w 899217"/>
                <a:gd name="connsiteY852" fmla="*/ 113971 h 942137"/>
                <a:gd name="connsiteX853" fmla="*/ 161476 w 899217"/>
                <a:gd name="connsiteY853" fmla="*/ 112659 h 942137"/>
                <a:gd name="connsiteX854" fmla="*/ 157908 w 899217"/>
                <a:gd name="connsiteY854" fmla="*/ 111011 h 942137"/>
                <a:gd name="connsiteX855" fmla="*/ 154981 w 899217"/>
                <a:gd name="connsiteY855" fmla="*/ 111011 h 942137"/>
                <a:gd name="connsiteX856" fmla="*/ 153029 w 899217"/>
                <a:gd name="connsiteY856" fmla="*/ 111885 h 942137"/>
                <a:gd name="connsiteX857" fmla="*/ 151817 w 899217"/>
                <a:gd name="connsiteY857" fmla="*/ 113399 h 942137"/>
                <a:gd name="connsiteX858" fmla="*/ 150942 w 899217"/>
                <a:gd name="connsiteY858" fmla="*/ 114913 h 942137"/>
                <a:gd name="connsiteX859" fmla="*/ 148552 w 899217"/>
                <a:gd name="connsiteY859" fmla="*/ 116326 h 942137"/>
                <a:gd name="connsiteX860" fmla="*/ 145288 w 899217"/>
                <a:gd name="connsiteY860" fmla="*/ 118176 h 942137"/>
                <a:gd name="connsiteX861" fmla="*/ 142898 w 899217"/>
                <a:gd name="connsiteY861" fmla="*/ 118075 h 942137"/>
                <a:gd name="connsiteX862" fmla="*/ 140846 w 899217"/>
                <a:gd name="connsiteY862" fmla="*/ 116662 h 942137"/>
                <a:gd name="connsiteX863" fmla="*/ 139230 w 899217"/>
                <a:gd name="connsiteY863" fmla="*/ 115687 h 942137"/>
                <a:gd name="connsiteX864" fmla="*/ 138692 w 899217"/>
                <a:gd name="connsiteY864" fmla="*/ 113937 h 942137"/>
                <a:gd name="connsiteX865" fmla="*/ 137918 w 899217"/>
                <a:gd name="connsiteY865" fmla="*/ 111885 h 942137"/>
                <a:gd name="connsiteX866" fmla="*/ 137918 w 899217"/>
                <a:gd name="connsiteY866" fmla="*/ 108286 h 942137"/>
                <a:gd name="connsiteX867" fmla="*/ 138961 w 899217"/>
                <a:gd name="connsiteY867" fmla="*/ 106537 h 942137"/>
                <a:gd name="connsiteX868" fmla="*/ 139129 w 899217"/>
                <a:gd name="connsiteY868" fmla="*/ 103375 h 942137"/>
                <a:gd name="connsiteX869" fmla="*/ 138692 w 899217"/>
                <a:gd name="connsiteY869" fmla="*/ 100448 h 942137"/>
                <a:gd name="connsiteX870" fmla="*/ 138894 w 899217"/>
                <a:gd name="connsiteY870" fmla="*/ 98396 h 942137"/>
                <a:gd name="connsiteX871" fmla="*/ 139870 w 899217"/>
                <a:gd name="connsiteY871" fmla="*/ 95671 h 942137"/>
                <a:gd name="connsiteX872" fmla="*/ 139668 w 899217"/>
                <a:gd name="connsiteY872" fmla="*/ 93518 h 942137"/>
                <a:gd name="connsiteX873" fmla="*/ 138254 w 899217"/>
                <a:gd name="connsiteY873" fmla="*/ 89616 h 942137"/>
                <a:gd name="connsiteX874" fmla="*/ 137480 w 899217"/>
                <a:gd name="connsiteY874" fmla="*/ 87430 h 942137"/>
                <a:gd name="connsiteX875" fmla="*/ 136605 w 899217"/>
                <a:gd name="connsiteY875" fmla="*/ 85579 h 942137"/>
                <a:gd name="connsiteX876" fmla="*/ 134216 w 899217"/>
                <a:gd name="connsiteY876" fmla="*/ 84234 h 942137"/>
                <a:gd name="connsiteX877" fmla="*/ 132466 w 899217"/>
                <a:gd name="connsiteY877" fmla="*/ 84267 h 942137"/>
                <a:gd name="connsiteX878" fmla="*/ 129639 w 899217"/>
                <a:gd name="connsiteY878" fmla="*/ 84267 h 942137"/>
                <a:gd name="connsiteX879" fmla="*/ 126374 w 899217"/>
                <a:gd name="connsiteY879" fmla="*/ 85344 h 942137"/>
                <a:gd name="connsiteX880" fmla="*/ 125398 w 899217"/>
                <a:gd name="connsiteY880" fmla="*/ 86555 h 942137"/>
                <a:gd name="connsiteX881" fmla="*/ 123985 w 899217"/>
                <a:gd name="connsiteY881" fmla="*/ 89280 h 942137"/>
                <a:gd name="connsiteX882" fmla="*/ 123985 w 899217"/>
                <a:gd name="connsiteY882" fmla="*/ 91769 h 942137"/>
                <a:gd name="connsiteX883" fmla="*/ 126441 w 899217"/>
                <a:gd name="connsiteY883" fmla="*/ 94595 h 942137"/>
                <a:gd name="connsiteX884" fmla="*/ 126812 w 899217"/>
                <a:gd name="connsiteY884" fmla="*/ 97757 h 942137"/>
                <a:gd name="connsiteX885" fmla="*/ 127014 w 899217"/>
                <a:gd name="connsiteY885" fmla="*/ 101895 h 942137"/>
                <a:gd name="connsiteX886" fmla="*/ 125263 w 899217"/>
                <a:gd name="connsiteY886" fmla="*/ 104518 h 942137"/>
                <a:gd name="connsiteX887" fmla="*/ 122975 w 899217"/>
                <a:gd name="connsiteY887" fmla="*/ 106032 h 942137"/>
                <a:gd name="connsiteX888" fmla="*/ 120686 w 899217"/>
                <a:gd name="connsiteY888" fmla="*/ 107983 h 942137"/>
                <a:gd name="connsiteX889" fmla="*/ 118095 w 899217"/>
                <a:gd name="connsiteY889" fmla="*/ 109598 h 942137"/>
                <a:gd name="connsiteX890" fmla="*/ 116244 w 899217"/>
                <a:gd name="connsiteY890" fmla="*/ 110473 h 942137"/>
                <a:gd name="connsiteX891" fmla="*/ 114191 w 899217"/>
                <a:gd name="connsiteY891" fmla="*/ 111448 h 942137"/>
                <a:gd name="connsiteX892" fmla="*/ 112004 w 899217"/>
                <a:gd name="connsiteY892" fmla="*/ 112861 h 942137"/>
                <a:gd name="connsiteX893" fmla="*/ 109816 w 899217"/>
                <a:gd name="connsiteY893" fmla="*/ 114812 h 942137"/>
                <a:gd name="connsiteX894" fmla="*/ 108302 w 899217"/>
                <a:gd name="connsiteY894" fmla="*/ 115990 h 942137"/>
                <a:gd name="connsiteX895" fmla="*/ 106249 w 899217"/>
                <a:gd name="connsiteY895" fmla="*/ 118378 h 942137"/>
                <a:gd name="connsiteX896" fmla="*/ 105710 w 899217"/>
                <a:gd name="connsiteY896" fmla="*/ 120430 h 942137"/>
                <a:gd name="connsiteX897" fmla="*/ 104835 w 899217"/>
                <a:gd name="connsiteY897" fmla="*/ 122482 h 942137"/>
                <a:gd name="connsiteX898" fmla="*/ 104499 w 899217"/>
                <a:gd name="connsiteY898" fmla="*/ 124130 h 942137"/>
                <a:gd name="connsiteX899" fmla="*/ 104263 w 899217"/>
                <a:gd name="connsiteY899" fmla="*/ 127292 h 942137"/>
                <a:gd name="connsiteX900" fmla="*/ 104499 w 899217"/>
                <a:gd name="connsiteY900" fmla="*/ 128705 h 942137"/>
                <a:gd name="connsiteX901" fmla="*/ 104835 w 899217"/>
                <a:gd name="connsiteY901" fmla="*/ 130455 h 942137"/>
                <a:gd name="connsiteX902" fmla="*/ 106249 w 899217"/>
                <a:gd name="connsiteY902" fmla="*/ 133381 h 942137"/>
                <a:gd name="connsiteX903" fmla="*/ 107561 w 899217"/>
                <a:gd name="connsiteY903" fmla="*/ 137418 h 942137"/>
                <a:gd name="connsiteX904" fmla="*/ 108537 w 899217"/>
                <a:gd name="connsiteY904" fmla="*/ 139907 h 942137"/>
                <a:gd name="connsiteX905" fmla="*/ 109176 w 899217"/>
                <a:gd name="connsiteY905" fmla="*/ 143709 h 942137"/>
                <a:gd name="connsiteX906" fmla="*/ 110253 w 899217"/>
                <a:gd name="connsiteY906" fmla="*/ 148284 h 942137"/>
                <a:gd name="connsiteX907" fmla="*/ 110455 w 899217"/>
                <a:gd name="connsiteY907" fmla="*/ 152825 h 942137"/>
                <a:gd name="connsiteX908" fmla="*/ 109479 w 899217"/>
                <a:gd name="connsiteY908" fmla="*/ 155449 h 942137"/>
                <a:gd name="connsiteX909" fmla="*/ 108167 w 899217"/>
                <a:gd name="connsiteY909" fmla="*/ 158712 h 942137"/>
                <a:gd name="connsiteX910" fmla="*/ 108369 w 899217"/>
                <a:gd name="connsiteY910" fmla="*/ 162311 h 942137"/>
                <a:gd name="connsiteX911" fmla="*/ 109984 w 899217"/>
                <a:gd name="connsiteY911" fmla="*/ 166752 h 942137"/>
                <a:gd name="connsiteX912" fmla="*/ 112912 w 899217"/>
                <a:gd name="connsiteY912" fmla="*/ 168602 h 942137"/>
                <a:gd name="connsiteX913" fmla="*/ 113552 w 899217"/>
                <a:gd name="connsiteY913" fmla="*/ 171764 h 942137"/>
                <a:gd name="connsiteX914" fmla="*/ 113451 w 899217"/>
                <a:gd name="connsiteY914" fmla="*/ 173715 h 942137"/>
                <a:gd name="connsiteX915" fmla="*/ 113552 w 899217"/>
                <a:gd name="connsiteY915" fmla="*/ 175767 h 942137"/>
                <a:gd name="connsiteX916" fmla="*/ 115302 w 899217"/>
                <a:gd name="connsiteY916" fmla="*/ 179669 h 942137"/>
                <a:gd name="connsiteX917" fmla="*/ 117153 w 899217"/>
                <a:gd name="connsiteY917" fmla="*/ 182394 h 942137"/>
                <a:gd name="connsiteX918" fmla="*/ 120754 w 899217"/>
                <a:gd name="connsiteY918" fmla="*/ 185758 h 942137"/>
                <a:gd name="connsiteX919" fmla="*/ 122807 w 899217"/>
                <a:gd name="connsiteY919" fmla="*/ 187709 h 942137"/>
                <a:gd name="connsiteX920" fmla="*/ 125836 w 899217"/>
                <a:gd name="connsiteY920" fmla="*/ 187911 h 942137"/>
                <a:gd name="connsiteX921" fmla="*/ 128326 w 899217"/>
                <a:gd name="connsiteY921" fmla="*/ 187137 h 942137"/>
                <a:gd name="connsiteX922" fmla="*/ 129201 w 899217"/>
                <a:gd name="connsiteY922" fmla="*/ 185085 h 942137"/>
                <a:gd name="connsiteX923" fmla="*/ 129840 w 899217"/>
                <a:gd name="connsiteY923" fmla="*/ 182260 h 942137"/>
                <a:gd name="connsiteX924" fmla="*/ 131893 w 899217"/>
                <a:gd name="connsiteY924" fmla="*/ 180309 h 942137"/>
                <a:gd name="connsiteX925" fmla="*/ 133744 w 899217"/>
                <a:gd name="connsiteY925" fmla="*/ 180510 h 942137"/>
                <a:gd name="connsiteX926" fmla="*/ 135595 w 899217"/>
                <a:gd name="connsiteY926" fmla="*/ 180948 h 942137"/>
                <a:gd name="connsiteX927" fmla="*/ 136369 w 899217"/>
                <a:gd name="connsiteY927" fmla="*/ 179871 h 942137"/>
                <a:gd name="connsiteX928" fmla="*/ 136706 w 899217"/>
                <a:gd name="connsiteY928" fmla="*/ 178021 h 942137"/>
                <a:gd name="connsiteX929" fmla="*/ 140307 w 899217"/>
                <a:gd name="connsiteY929" fmla="*/ 177247 h 942137"/>
                <a:gd name="connsiteX930" fmla="*/ 141821 w 899217"/>
                <a:gd name="connsiteY930" fmla="*/ 177786 h 942137"/>
                <a:gd name="connsiteX931" fmla="*/ 143672 w 899217"/>
                <a:gd name="connsiteY931" fmla="*/ 179838 h 942137"/>
                <a:gd name="connsiteX932" fmla="*/ 143773 w 899217"/>
                <a:gd name="connsiteY932" fmla="*/ 181150 h 942137"/>
                <a:gd name="connsiteX933" fmla="*/ 144985 w 899217"/>
                <a:gd name="connsiteY933" fmla="*/ 183975 h 942137"/>
                <a:gd name="connsiteX934" fmla="*/ 147375 w 899217"/>
                <a:gd name="connsiteY934" fmla="*/ 183975 h 942137"/>
                <a:gd name="connsiteX935" fmla="*/ 149125 w 899217"/>
                <a:gd name="connsiteY935" fmla="*/ 183975 h 942137"/>
                <a:gd name="connsiteX936" fmla="*/ 149899 w 899217"/>
                <a:gd name="connsiteY936" fmla="*/ 183975 h 942137"/>
                <a:gd name="connsiteX937" fmla="*/ 153264 w 899217"/>
                <a:gd name="connsiteY937" fmla="*/ 185422 h 942137"/>
                <a:gd name="connsiteX938" fmla="*/ 153466 w 899217"/>
                <a:gd name="connsiteY938" fmla="*/ 190030 h 942137"/>
                <a:gd name="connsiteX939" fmla="*/ 153466 w 899217"/>
                <a:gd name="connsiteY939" fmla="*/ 194605 h 942137"/>
                <a:gd name="connsiteX940" fmla="*/ 155216 w 899217"/>
                <a:gd name="connsiteY940" fmla="*/ 206985 h 942137"/>
                <a:gd name="connsiteX941" fmla="*/ 154139 w 899217"/>
                <a:gd name="connsiteY941" fmla="*/ 211560 h 942137"/>
                <a:gd name="connsiteX942" fmla="*/ 151009 w 899217"/>
                <a:gd name="connsiteY942" fmla="*/ 219465 h 942137"/>
                <a:gd name="connsiteX943" fmla="*/ 150437 w 899217"/>
                <a:gd name="connsiteY943" fmla="*/ 224242 h 942137"/>
                <a:gd name="connsiteX944" fmla="*/ 151750 w 899217"/>
                <a:gd name="connsiteY944" fmla="*/ 232652 h 942137"/>
                <a:gd name="connsiteX945" fmla="*/ 152490 w 899217"/>
                <a:gd name="connsiteY945" fmla="*/ 235242 h 942137"/>
                <a:gd name="connsiteX946" fmla="*/ 152355 w 899217"/>
                <a:gd name="connsiteY946" fmla="*/ 243921 h 942137"/>
                <a:gd name="connsiteX947" fmla="*/ 151783 w 899217"/>
                <a:gd name="connsiteY947" fmla="*/ 248832 h 942137"/>
                <a:gd name="connsiteX948" fmla="*/ 151649 w 899217"/>
                <a:gd name="connsiteY948" fmla="*/ 255190 h 942137"/>
                <a:gd name="connsiteX949" fmla="*/ 151783 w 899217"/>
                <a:gd name="connsiteY949" fmla="*/ 259530 h 942137"/>
                <a:gd name="connsiteX950" fmla="*/ 151783 w 899217"/>
                <a:gd name="connsiteY950" fmla="*/ 264441 h 942137"/>
                <a:gd name="connsiteX951" fmla="*/ 151918 w 899217"/>
                <a:gd name="connsiteY951" fmla="*/ 266325 h 942137"/>
                <a:gd name="connsiteX952" fmla="*/ 151480 w 899217"/>
                <a:gd name="connsiteY952" fmla="*/ 270093 h 942137"/>
                <a:gd name="connsiteX953" fmla="*/ 149899 w 899217"/>
                <a:gd name="connsiteY953" fmla="*/ 272683 h 942137"/>
                <a:gd name="connsiteX954" fmla="*/ 148452 w 899217"/>
                <a:gd name="connsiteY954" fmla="*/ 275273 h 942137"/>
                <a:gd name="connsiteX955" fmla="*/ 149461 w 899217"/>
                <a:gd name="connsiteY955" fmla="*/ 279915 h 942137"/>
                <a:gd name="connsiteX956" fmla="*/ 151043 w 899217"/>
                <a:gd name="connsiteY956" fmla="*/ 283246 h 942137"/>
                <a:gd name="connsiteX957" fmla="*/ 151918 w 899217"/>
                <a:gd name="connsiteY957" fmla="*/ 289604 h 942137"/>
                <a:gd name="connsiteX958" fmla="*/ 152658 w 899217"/>
                <a:gd name="connsiteY958" fmla="*/ 299023 h 942137"/>
                <a:gd name="connsiteX959" fmla="*/ 149899 w 899217"/>
                <a:gd name="connsiteY959" fmla="*/ 304674 h 942137"/>
                <a:gd name="connsiteX960" fmla="*/ 148855 w 899217"/>
                <a:gd name="connsiteY960" fmla="*/ 309888 h 942137"/>
                <a:gd name="connsiteX961" fmla="*/ 146028 w 899217"/>
                <a:gd name="connsiteY961" fmla="*/ 312714 h 942137"/>
                <a:gd name="connsiteX962" fmla="*/ 144177 w 899217"/>
                <a:gd name="connsiteY962" fmla="*/ 315876 h 942137"/>
                <a:gd name="connsiteX963" fmla="*/ 144615 w 899217"/>
                <a:gd name="connsiteY963" fmla="*/ 318601 h 942137"/>
                <a:gd name="connsiteX964" fmla="*/ 145793 w 899217"/>
                <a:gd name="connsiteY964" fmla="*/ 321662 h 942137"/>
                <a:gd name="connsiteX965" fmla="*/ 146432 w 899217"/>
                <a:gd name="connsiteY965" fmla="*/ 324387 h 942137"/>
                <a:gd name="connsiteX966" fmla="*/ 144043 w 899217"/>
                <a:gd name="connsiteY966" fmla="*/ 326002 h 942137"/>
                <a:gd name="connsiteX967" fmla="*/ 141552 w 899217"/>
                <a:gd name="connsiteY967" fmla="*/ 328289 h 942137"/>
                <a:gd name="connsiteX968" fmla="*/ 138456 w 899217"/>
                <a:gd name="connsiteY968" fmla="*/ 331115 h 942137"/>
                <a:gd name="connsiteX969" fmla="*/ 136942 w 899217"/>
                <a:gd name="connsiteY969" fmla="*/ 332427 h 942137"/>
                <a:gd name="connsiteX970" fmla="*/ 136302 w 899217"/>
                <a:gd name="connsiteY970" fmla="*/ 333941 h 942137"/>
                <a:gd name="connsiteX971" fmla="*/ 136538 w 899217"/>
                <a:gd name="connsiteY971" fmla="*/ 335623 h 942137"/>
                <a:gd name="connsiteX972" fmla="*/ 138120 w 899217"/>
                <a:gd name="connsiteY972" fmla="*/ 337843 h 942137"/>
                <a:gd name="connsiteX973" fmla="*/ 138759 w 899217"/>
                <a:gd name="connsiteY973" fmla="*/ 338617 h 942137"/>
                <a:gd name="connsiteX974" fmla="*/ 140509 w 899217"/>
                <a:gd name="connsiteY974" fmla="*/ 338617 h 942137"/>
                <a:gd name="connsiteX975" fmla="*/ 141754 w 899217"/>
                <a:gd name="connsiteY975" fmla="*/ 338617 h 942137"/>
                <a:gd name="connsiteX976" fmla="*/ 143370 w 899217"/>
                <a:gd name="connsiteY976" fmla="*/ 341644 h 942137"/>
                <a:gd name="connsiteX977" fmla="*/ 143908 w 899217"/>
                <a:gd name="connsiteY977" fmla="*/ 343831 h 942137"/>
                <a:gd name="connsiteX978" fmla="*/ 144009 w 899217"/>
                <a:gd name="connsiteY978" fmla="*/ 346488 h 942137"/>
                <a:gd name="connsiteX979" fmla="*/ 143908 w 899217"/>
                <a:gd name="connsiteY979" fmla="*/ 348944 h 942137"/>
                <a:gd name="connsiteX980" fmla="*/ 143370 w 899217"/>
                <a:gd name="connsiteY980" fmla="*/ 349650 h 942137"/>
                <a:gd name="connsiteX981" fmla="*/ 141317 w 899217"/>
                <a:gd name="connsiteY981" fmla="*/ 350458 h 942137"/>
                <a:gd name="connsiteX982" fmla="*/ 138591 w 899217"/>
                <a:gd name="connsiteY982" fmla="*/ 350458 h 942137"/>
                <a:gd name="connsiteX983" fmla="*/ 136571 w 899217"/>
                <a:gd name="connsiteY983" fmla="*/ 349650 h 942137"/>
                <a:gd name="connsiteX984" fmla="*/ 135595 w 899217"/>
                <a:gd name="connsiteY984" fmla="*/ 348305 h 942137"/>
                <a:gd name="connsiteX985" fmla="*/ 134788 w 899217"/>
                <a:gd name="connsiteY985" fmla="*/ 346455 h 942137"/>
                <a:gd name="connsiteX986" fmla="*/ 133273 w 899217"/>
                <a:gd name="connsiteY986" fmla="*/ 344672 h 942137"/>
                <a:gd name="connsiteX987" fmla="*/ 131792 w 899217"/>
                <a:gd name="connsiteY987" fmla="*/ 343831 h 942137"/>
                <a:gd name="connsiteX988" fmla="*/ 130042 w 899217"/>
                <a:gd name="connsiteY988" fmla="*/ 343831 h 942137"/>
                <a:gd name="connsiteX989" fmla="*/ 127922 w 899217"/>
                <a:gd name="connsiteY989" fmla="*/ 343831 h 942137"/>
                <a:gd name="connsiteX990" fmla="*/ 125364 w 899217"/>
                <a:gd name="connsiteY990" fmla="*/ 343932 h 942137"/>
                <a:gd name="connsiteX991" fmla="*/ 124994 w 899217"/>
                <a:gd name="connsiteY991" fmla="*/ 344504 h 942137"/>
                <a:gd name="connsiteX992" fmla="*/ 125701 w 899217"/>
                <a:gd name="connsiteY992" fmla="*/ 346791 h 942137"/>
                <a:gd name="connsiteX993" fmla="*/ 126340 w 899217"/>
                <a:gd name="connsiteY993" fmla="*/ 349247 h 942137"/>
                <a:gd name="connsiteX994" fmla="*/ 125802 w 899217"/>
                <a:gd name="connsiteY994" fmla="*/ 350323 h 942137"/>
                <a:gd name="connsiteX995" fmla="*/ 125162 w 899217"/>
                <a:gd name="connsiteY995" fmla="*/ 351131 h 942137"/>
                <a:gd name="connsiteX996" fmla="*/ 124254 w 899217"/>
                <a:gd name="connsiteY996" fmla="*/ 352745 h 942137"/>
                <a:gd name="connsiteX997" fmla="*/ 124254 w 899217"/>
                <a:gd name="connsiteY997" fmla="*/ 355201 h 942137"/>
                <a:gd name="connsiteX998" fmla="*/ 124624 w 899217"/>
                <a:gd name="connsiteY998" fmla="*/ 356345 h 942137"/>
                <a:gd name="connsiteX999" fmla="*/ 126576 w 899217"/>
                <a:gd name="connsiteY999" fmla="*/ 357657 h 942137"/>
                <a:gd name="connsiteX1000" fmla="*/ 129066 w 899217"/>
                <a:gd name="connsiteY1000" fmla="*/ 360819 h 942137"/>
                <a:gd name="connsiteX1001" fmla="*/ 130817 w 899217"/>
                <a:gd name="connsiteY1001" fmla="*/ 362669 h 942137"/>
                <a:gd name="connsiteX1002" fmla="*/ 132230 w 899217"/>
                <a:gd name="connsiteY1002" fmla="*/ 364620 h 942137"/>
                <a:gd name="connsiteX1003" fmla="*/ 134417 w 899217"/>
                <a:gd name="connsiteY1003" fmla="*/ 369094 h 942137"/>
                <a:gd name="connsiteX1004" fmla="*/ 134417 w 899217"/>
                <a:gd name="connsiteY1004" fmla="*/ 372357 h 942137"/>
                <a:gd name="connsiteX1005" fmla="*/ 133442 w 899217"/>
                <a:gd name="connsiteY1005" fmla="*/ 375183 h 942137"/>
                <a:gd name="connsiteX1006" fmla="*/ 132365 w 899217"/>
                <a:gd name="connsiteY1006" fmla="*/ 378782 h 942137"/>
                <a:gd name="connsiteX1007" fmla="*/ 131927 w 899217"/>
                <a:gd name="connsiteY1007" fmla="*/ 380834 h 942137"/>
                <a:gd name="connsiteX1008" fmla="*/ 130413 w 899217"/>
                <a:gd name="connsiteY1008" fmla="*/ 382886 h 942137"/>
                <a:gd name="connsiteX1009" fmla="*/ 125095 w 899217"/>
                <a:gd name="connsiteY1009" fmla="*/ 380935 h 942137"/>
                <a:gd name="connsiteX1010" fmla="*/ 122908 w 899217"/>
                <a:gd name="connsiteY1010" fmla="*/ 379085 h 942137"/>
                <a:gd name="connsiteX1011" fmla="*/ 119643 w 899217"/>
                <a:gd name="connsiteY1011" fmla="*/ 376899 h 942137"/>
                <a:gd name="connsiteX1012" fmla="*/ 116480 w 899217"/>
                <a:gd name="connsiteY1012" fmla="*/ 376899 h 942137"/>
                <a:gd name="connsiteX1013" fmla="*/ 113215 w 899217"/>
                <a:gd name="connsiteY1013" fmla="*/ 378211 h 942137"/>
                <a:gd name="connsiteX1014" fmla="*/ 112239 w 899217"/>
                <a:gd name="connsiteY1014" fmla="*/ 380263 h 942137"/>
                <a:gd name="connsiteX1015" fmla="*/ 111028 w 899217"/>
                <a:gd name="connsiteY1015" fmla="*/ 382752 h 942137"/>
                <a:gd name="connsiteX1016" fmla="*/ 109951 w 899217"/>
                <a:gd name="connsiteY1016" fmla="*/ 386755 h 942137"/>
                <a:gd name="connsiteX1017" fmla="*/ 109614 w 899217"/>
                <a:gd name="connsiteY1017" fmla="*/ 390455 h 942137"/>
                <a:gd name="connsiteX1018" fmla="*/ 104398 w 899217"/>
                <a:gd name="connsiteY1018" fmla="*/ 396544 h 942137"/>
                <a:gd name="connsiteX1019" fmla="*/ 101806 w 899217"/>
                <a:gd name="connsiteY1019" fmla="*/ 399370 h 942137"/>
                <a:gd name="connsiteX1020" fmla="*/ 100393 w 899217"/>
                <a:gd name="connsiteY1020" fmla="*/ 400682 h 942137"/>
                <a:gd name="connsiteX1021" fmla="*/ 98878 w 899217"/>
                <a:gd name="connsiteY1021" fmla="*/ 401994 h 942137"/>
                <a:gd name="connsiteX1022" fmla="*/ 96825 w 899217"/>
                <a:gd name="connsiteY1022" fmla="*/ 403205 h 942137"/>
                <a:gd name="connsiteX1023" fmla="*/ 93561 w 899217"/>
                <a:gd name="connsiteY1023" fmla="*/ 405055 h 942137"/>
                <a:gd name="connsiteX1024" fmla="*/ 91508 w 899217"/>
                <a:gd name="connsiteY1024" fmla="*/ 404618 h 942137"/>
                <a:gd name="connsiteX1025" fmla="*/ 90532 w 899217"/>
                <a:gd name="connsiteY1025" fmla="*/ 404281 h 942137"/>
                <a:gd name="connsiteX1026" fmla="*/ 85753 w 899217"/>
                <a:gd name="connsiteY1026" fmla="*/ 400682 h 942137"/>
                <a:gd name="connsiteX1027" fmla="*/ 83363 w 899217"/>
                <a:gd name="connsiteY1027" fmla="*/ 397755 h 942137"/>
                <a:gd name="connsiteX1028" fmla="*/ 81411 w 899217"/>
                <a:gd name="connsiteY1028" fmla="*/ 397755 h 942137"/>
                <a:gd name="connsiteX1029" fmla="*/ 79224 w 899217"/>
                <a:gd name="connsiteY1029" fmla="*/ 397755 h 942137"/>
                <a:gd name="connsiteX1030" fmla="*/ 77710 w 899217"/>
                <a:gd name="connsiteY1030" fmla="*/ 398832 h 942137"/>
                <a:gd name="connsiteX1031" fmla="*/ 77171 w 899217"/>
                <a:gd name="connsiteY1031" fmla="*/ 400783 h 942137"/>
                <a:gd name="connsiteX1032" fmla="*/ 77508 w 899217"/>
                <a:gd name="connsiteY1032" fmla="*/ 402296 h 942137"/>
                <a:gd name="connsiteX1033" fmla="*/ 79560 w 899217"/>
                <a:gd name="connsiteY1033" fmla="*/ 404348 h 942137"/>
                <a:gd name="connsiteX1034" fmla="*/ 81176 w 899217"/>
                <a:gd name="connsiteY1034" fmla="*/ 407813 h 942137"/>
                <a:gd name="connsiteX1035" fmla="*/ 81411 w 899217"/>
                <a:gd name="connsiteY1035" fmla="*/ 408991 h 942137"/>
                <a:gd name="connsiteX1036" fmla="*/ 79662 w 899217"/>
                <a:gd name="connsiteY1036" fmla="*/ 411615 h 942137"/>
                <a:gd name="connsiteX1037" fmla="*/ 78046 w 899217"/>
                <a:gd name="connsiteY1037" fmla="*/ 411615 h 942137"/>
                <a:gd name="connsiteX1038" fmla="*/ 76532 w 899217"/>
                <a:gd name="connsiteY1038" fmla="*/ 409865 h 942137"/>
                <a:gd name="connsiteX1039" fmla="*/ 74782 w 899217"/>
                <a:gd name="connsiteY1039" fmla="*/ 408991 h 942137"/>
                <a:gd name="connsiteX1040" fmla="*/ 73267 w 899217"/>
                <a:gd name="connsiteY1040" fmla="*/ 410740 h 942137"/>
                <a:gd name="connsiteX1041" fmla="*/ 73065 w 899217"/>
                <a:gd name="connsiteY1041" fmla="*/ 413330 h 942137"/>
                <a:gd name="connsiteX1042" fmla="*/ 73503 w 899217"/>
                <a:gd name="connsiteY1042" fmla="*/ 415618 h 942137"/>
                <a:gd name="connsiteX1043" fmla="*/ 74041 w 899217"/>
                <a:gd name="connsiteY1043" fmla="*/ 416392 h 942137"/>
                <a:gd name="connsiteX1044" fmla="*/ 74142 w 899217"/>
                <a:gd name="connsiteY1044" fmla="*/ 418881 h 942137"/>
                <a:gd name="connsiteX1045" fmla="*/ 74479 w 899217"/>
                <a:gd name="connsiteY1045" fmla="*/ 420294 h 942137"/>
                <a:gd name="connsiteX1046" fmla="*/ 72964 w 899217"/>
                <a:gd name="connsiteY1046" fmla="*/ 422682 h 942137"/>
                <a:gd name="connsiteX1047" fmla="*/ 70373 w 899217"/>
                <a:gd name="connsiteY1047" fmla="*/ 426382 h 942137"/>
                <a:gd name="connsiteX1048" fmla="*/ 66671 w 899217"/>
                <a:gd name="connsiteY1048" fmla="*/ 428132 h 942137"/>
                <a:gd name="connsiteX1049" fmla="*/ 61017 w 899217"/>
                <a:gd name="connsiteY1049" fmla="*/ 431832 h 942137"/>
                <a:gd name="connsiteX1050" fmla="*/ 58426 w 899217"/>
                <a:gd name="connsiteY1050" fmla="*/ 434220 h 942137"/>
                <a:gd name="connsiteX1051" fmla="*/ 56675 w 899217"/>
                <a:gd name="connsiteY1051" fmla="*/ 436172 h 942137"/>
                <a:gd name="connsiteX1052" fmla="*/ 54925 w 899217"/>
                <a:gd name="connsiteY1052" fmla="*/ 439435 h 942137"/>
                <a:gd name="connsiteX1053" fmla="*/ 51223 w 899217"/>
                <a:gd name="connsiteY1053" fmla="*/ 443337 h 942137"/>
                <a:gd name="connsiteX1054" fmla="*/ 47959 w 899217"/>
                <a:gd name="connsiteY1054" fmla="*/ 442900 h 942137"/>
                <a:gd name="connsiteX1055" fmla="*/ 44930 w 899217"/>
                <a:gd name="connsiteY1055" fmla="*/ 439435 h 942137"/>
                <a:gd name="connsiteX1056" fmla="*/ 39714 w 899217"/>
                <a:gd name="connsiteY1056" fmla="*/ 439435 h 942137"/>
                <a:gd name="connsiteX1057" fmla="*/ 36887 w 899217"/>
                <a:gd name="connsiteY1057" fmla="*/ 439435 h 942137"/>
                <a:gd name="connsiteX1058" fmla="*/ 35810 w 899217"/>
                <a:gd name="connsiteY1058" fmla="*/ 440948 h 942137"/>
                <a:gd name="connsiteX1059" fmla="*/ 33622 w 899217"/>
                <a:gd name="connsiteY1059" fmla="*/ 444212 h 942137"/>
                <a:gd name="connsiteX1060" fmla="*/ 30795 w 899217"/>
                <a:gd name="connsiteY1060" fmla="*/ 450065 h 942137"/>
                <a:gd name="connsiteX1061" fmla="*/ 29045 w 899217"/>
                <a:gd name="connsiteY1061" fmla="*/ 453967 h 942137"/>
                <a:gd name="connsiteX1062" fmla="*/ 27093 w 899217"/>
                <a:gd name="connsiteY1062" fmla="*/ 458307 h 942137"/>
                <a:gd name="connsiteX1063" fmla="*/ 25579 w 899217"/>
                <a:gd name="connsiteY1063" fmla="*/ 460897 h 942137"/>
                <a:gd name="connsiteX1064" fmla="*/ 24502 w 899217"/>
                <a:gd name="connsiteY1064" fmla="*/ 463722 h 942137"/>
                <a:gd name="connsiteX1065" fmla="*/ 24939 w 899217"/>
                <a:gd name="connsiteY1065" fmla="*/ 466346 h 942137"/>
                <a:gd name="connsiteX1066" fmla="*/ 24939 w 899217"/>
                <a:gd name="connsiteY1066" fmla="*/ 470921 h 942137"/>
                <a:gd name="connsiteX1067" fmla="*/ 28641 w 899217"/>
                <a:gd name="connsiteY1067" fmla="*/ 477649 h 942137"/>
                <a:gd name="connsiteX1068" fmla="*/ 31670 w 899217"/>
                <a:gd name="connsiteY1068" fmla="*/ 479600 h 942137"/>
                <a:gd name="connsiteX1069" fmla="*/ 29281 w 899217"/>
                <a:gd name="connsiteY1069" fmla="*/ 484175 h 942137"/>
                <a:gd name="connsiteX1070" fmla="*/ 26016 w 899217"/>
                <a:gd name="connsiteY1070" fmla="*/ 484175 h 942137"/>
                <a:gd name="connsiteX1071" fmla="*/ 21035 w 899217"/>
                <a:gd name="connsiteY1071" fmla="*/ 486564 h 942137"/>
                <a:gd name="connsiteX1072" fmla="*/ 17131 w 899217"/>
                <a:gd name="connsiteY1072" fmla="*/ 488078 h 942137"/>
                <a:gd name="connsiteX1073" fmla="*/ 16054 w 899217"/>
                <a:gd name="connsiteY1073" fmla="*/ 488078 h 942137"/>
                <a:gd name="connsiteX1074" fmla="*/ 13026 w 899217"/>
                <a:gd name="connsiteY1074" fmla="*/ 489390 h 942137"/>
                <a:gd name="connsiteX1075" fmla="*/ 11073 w 899217"/>
                <a:gd name="connsiteY1075" fmla="*/ 491340 h 942137"/>
                <a:gd name="connsiteX1076" fmla="*/ 8684 w 899217"/>
                <a:gd name="connsiteY1076" fmla="*/ 493292 h 942137"/>
                <a:gd name="connsiteX1077" fmla="*/ 6497 w 899217"/>
                <a:gd name="connsiteY1077" fmla="*/ 494604 h 942137"/>
                <a:gd name="connsiteX1078" fmla="*/ 3468 w 899217"/>
                <a:gd name="connsiteY1078" fmla="*/ 496790 h 942137"/>
                <a:gd name="connsiteX1079" fmla="*/ 3030 w 899217"/>
                <a:gd name="connsiteY1079" fmla="*/ 498102 h 942137"/>
                <a:gd name="connsiteX1080" fmla="*/ 1280 w 899217"/>
                <a:gd name="connsiteY1080" fmla="*/ 503955 h 942137"/>
                <a:gd name="connsiteX1081" fmla="*/ 1078 w 899217"/>
                <a:gd name="connsiteY1081" fmla="*/ 506781 h 942137"/>
                <a:gd name="connsiteX1082" fmla="*/ 1280 w 899217"/>
                <a:gd name="connsiteY1082" fmla="*/ 510919 h 942137"/>
                <a:gd name="connsiteX1083" fmla="*/ 640 w 899217"/>
                <a:gd name="connsiteY1083" fmla="*/ 513307 h 942137"/>
                <a:gd name="connsiteX1084" fmla="*/ 640 w 899217"/>
                <a:gd name="connsiteY1084" fmla="*/ 519396 h 942137"/>
                <a:gd name="connsiteX1085" fmla="*/ 102 w 899217"/>
                <a:gd name="connsiteY1085" fmla="*/ 521986 h 942137"/>
                <a:gd name="connsiteX1086" fmla="*/ 775 w 899217"/>
                <a:gd name="connsiteY1086" fmla="*/ 523937 h 942137"/>
                <a:gd name="connsiteX1087" fmla="*/ 775 w 899217"/>
                <a:gd name="connsiteY1087" fmla="*/ 529589 h 942137"/>
                <a:gd name="connsiteX1088" fmla="*/ 4982 w 899217"/>
                <a:gd name="connsiteY1088" fmla="*/ 533289 h 942137"/>
                <a:gd name="connsiteX1089" fmla="*/ 12588 w 899217"/>
                <a:gd name="connsiteY1089" fmla="*/ 533289 h 942137"/>
                <a:gd name="connsiteX1090" fmla="*/ 13026 w 899217"/>
                <a:gd name="connsiteY1090" fmla="*/ 536990 h 942137"/>
                <a:gd name="connsiteX1091" fmla="*/ 15213 w 899217"/>
                <a:gd name="connsiteY1091" fmla="*/ 542843 h 942137"/>
                <a:gd name="connsiteX1092" fmla="*/ 14338 w 899217"/>
                <a:gd name="connsiteY1092" fmla="*/ 547182 h 942137"/>
                <a:gd name="connsiteX1093" fmla="*/ 14977 w 899217"/>
                <a:gd name="connsiteY1093" fmla="*/ 551757 h 942137"/>
                <a:gd name="connsiteX1094" fmla="*/ 18444 w 899217"/>
                <a:gd name="connsiteY1094" fmla="*/ 554146 h 942137"/>
                <a:gd name="connsiteX1095" fmla="*/ 22348 w 899217"/>
                <a:gd name="connsiteY1095" fmla="*/ 556097 h 942137"/>
                <a:gd name="connsiteX1096" fmla="*/ 22583 w 899217"/>
                <a:gd name="connsiteY1096" fmla="*/ 558485 h 942137"/>
                <a:gd name="connsiteX1097" fmla="*/ 20194 w 899217"/>
                <a:gd name="connsiteY1097" fmla="*/ 563060 h 942137"/>
                <a:gd name="connsiteX1098" fmla="*/ 17367 w 899217"/>
                <a:gd name="connsiteY1098" fmla="*/ 565886 h 942137"/>
                <a:gd name="connsiteX1099" fmla="*/ 14102 w 899217"/>
                <a:gd name="connsiteY1099" fmla="*/ 566963 h 942137"/>
                <a:gd name="connsiteX1100" fmla="*/ 10636 w 899217"/>
                <a:gd name="connsiteY1100" fmla="*/ 569788 h 942137"/>
                <a:gd name="connsiteX1101" fmla="*/ 8684 w 899217"/>
                <a:gd name="connsiteY1101" fmla="*/ 572412 h 942137"/>
                <a:gd name="connsiteX1102" fmla="*/ 5857 w 899217"/>
                <a:gd name="connsiteY1102" fmla="*/ 575002 h 942137"/>
                <a:gd name="connsiteX1103" fmla="*/ 1078 w 899217"/>
                <a:gd name="connsiteY1103" fmla="*/ 580217 h 942137"/>
                <a:gd name="connsiteX1104" fmla="*/ 1078 w 899217"/>
                <a:gd name="connsiteY1104" fmla="*/ 585868 h 942137"/>
                <a:gd name="connsiteX1105" fmla="*/ 2155 w 899217"/>
                <a:gd name="connsiteY1105" fmla="*/ 588256 h 942137"/>
                <a:gd name="connsiteX1106" fmla="*/ 7371 w 899217"/>
                <a:gd name="connsiteY1106" fmla="*/ 591082 h 942137"/>
                <a:gd name="connsiteX1107" fmla="*/ 15415 w 899217"/>
                <a:gd name="connsiteY1107" fmla="*/ 592394 h 942137"/>
                <a:gd name="connsiteX1108" fmla="*/ 20631 w 899217"/>
                <a:gd name="connsiteY1108" fmla="*/ 592394 h 942137"/>
                <a:gd name="connsiteX1109" fmla="*/ 24098 w 899217"/>
                <a:gd name="connsiteY1109" fmla="*/ 589568 h 942137"/>
                <a:gd name="connsiteX1110" fmla="*/ 28237 w 899217"/>
                <a:gd name="connsiteY1110" fmla="*/ 586945 h 942137"/>
                <a:gd name="connsiteX1111" fmla="*/ 34329 w 899217"/>
                <a:gd name="connsiteY1111" fmla="*/ 585868 h 942137"/>
                <a:gd name="connsiteX1112" fmla="*/ 39343 w 899217"/>
                <a:gd name="connsiteY1112" fmla="*/ 582840 h 942137"/>
                <a:gd name="connsiteX1113" fmla="*/ 48699 w 899217"/>
                <a:gd name="connsiteY1113" fmla="*/ 581091 h 942137"/>
                <a:gd name="connsiteX1114" fmla="*/ 54791 w 899217"/>
                <a:gd name="connsiteY1114" fmla="*/ 577391 h 942137"/>
                <a:gd name="connsiteX1115" fmla="*/ 61522 w 899217"/>
                <a:gd name="connsiteY1115" fmla="*/ 577189 h 942137"/>
                <a:gd name="connsiteX1116" fmla="*/ 69363 w 899217"/>
                <a:gd name="connsiteY1116" fmla="*/ 578064 h 942137"/>
                <a:gd name="connsiteX1117" fmla="*/ 76767 w 899217"/>
                <a:gd name="connsiteY1117" fmla="*/ 578064 h 942137"/>
                <a:gd name="connsiteX1118" fmla="*/ 81546 w 899217"/>
                <a:gd name="connsiteY1118" fmla="*/ 576112 h 942137"/>
                <a:gd name="connsiteX1119" fmla="*/ 86763 w 899217"/>
                <a:gd name="connsiteY1119" fmla="*/ 571537 h 942137"/>
                <a:gd name="connsiteX1120" fmla="*/ 93729 w 899217"/>
                <a:gd name="connsiteY1120" fmla="*/ 569788 h 942137"/>
                <a:gd name="connsiteX1121" fmla="*/ 98946 w 899217"/>
                <a:gd name="connsiteY1121" fmla="*/ 569788 h 942137"/>
                <a:gd name="connsiteX1122" fmla="*/ 100023 w 899217"/>
                <a:gd name="connsiteY1122" fmla="*/ 571639 h 942137"/>
                <a:gd name="connsiteX1123" fmla="*/ 103489 w 899217"/>
                <a:gd name="connsiteY1123" fmla="*/ 576953 h 942137"/>
                <a:gd name="connsiteX1124" fmla="*/ 106955 w 899217"/>
                <a:gd name="connsiteY1124" fmla="*/ 579981 h 942137"/>
                <a:gd name="connsiteX1125" fmla="*/ 111869 w 899217"/>
                <a:gd name="connsiteY1125" fmla="*/ 577593 h 942137"/>
                <a:gd name="connsiteX1126" fmla="*/ 119138 w 899217"/>
                <a:gd name="connsiteY1126" fmla="*/ 574565 h 942137"/>
                <a:gd name="connsiteX1127" fmla="*/ 124792 w 899217"/>
                <a:gd name="connsiteY1127" fmla="*/ 574565 h 942137"/>
                <a:gd name="connsiteX1128" fmla="*/ 128259 w 899217"/>
                <a:gd name="connsiteY1128" fmla="*/ 574565 h 942137"/>
                <a:gd name="connsiteX1129" fmla="*/ 132600 w 899217"/>
                <a:gd name="connsiteY1129" fmla="*/ 576314 h 942137"/>
                <a:gd name="connsiteX1130" fmla="*/ 133240 w 899217"/>
                <a:gd name="connsiteY1130" fmla="*/ 579376 h 942137"/>
                <a:gd name="connsiteX1131" fmla="*/ 130413 w 899217"/>
                <a:gd name="connsiteY1131" fmla="*/ 582639 h 942137"/>
                <a:gd name="connsiteX1132" fmla="*/ 126273 w 899217"/>
                <a:gd name="connsiteY1132" fmla="*/ 587415 h 942137"/>
                <a:gd name="connsiteX1133" fmla="*/ 123244 w 899217"/>
                <a:gd name="connsiteY1133" fmla="*/ 588929 h 942137"/>
                <a:gd name="connsiteX1134" fmla="*/ 119542 w 899217"/>
                <a:gd name="connsiteY1134" fmla="*/ 591519 h 942137"/>
                <a:gd name="connsiteX1135" fmla="*/ 114965 w 899217"/>
                <a:gd name="connsiteY1135" fmla="*/ 593471 h 942137"/>
                <a:gd name="connsiteX1136" fmla="*/ 111835 w 899217"/>
                <a:gd name="connsiteY1136" fmla="*/ 596296 h 942137"/>
                <a:gd name="connsiteX1137" fmla="*/ 111936 w 899217"/>
                <a:gd name="connsiteY1137" fmla="*/ 599997 h 942137"/>
                <a:gd name="connsiteX1138" fmla="*/ 111936 w 899217"/>
                <a:gd name="connsiteY1138" fmla="*/ 608911 h 942137"/>
                <a:gd name="connsiteX1139" fmla="*/ 111936 w 899217"/>
                <a:gd name="connsiteY1139" fmla="*/ 612376 h 942137"/>
                <a:gd name="connsiteX1140" fmla="*/ 114561 w 899217"/>
                <a:gd name="connsiteY1140" fmla="*/ 616716 h 942137"/>
                <a:gd name="connsiteX1141" fmla="*/ 116076 w 899217"/>
                <a:gd name="connsiteY1141" fmla="*/ 616716 h 942137"/>
                <a:gd name="connsiteX1142" fmla="*/ 120215 w 899217"/>
                <a:gd name="connsiteY1142" fmla="*/ 619440 h 942137"/>
                <a:gd name="connsiteX1143" fmla="*/ 123682 w 899217"/>
                <a:gd name="connsiteY1143" fmla="*/ 624554 h 942137"/>
                <a:gd name="connsiteX1144" fmla="*/ 127148 w 899217"/>
                <a:gd name="connsiteY1144" fmla="*/ 627817 h 942137"/>
                <a:gd name="connsiteX1145" fmla="*/ 126509 w 899217"/>
                <a:gd name="connsiteY1145" fmla="*/ 633031 h 942137"/>
                <a:gd name="connsiteX1146" fmla="*/ 125533 w 899217"/>
                <a:gd name="connsiteY1146" fmla="*/ 640734 h 942137"/>
                <a:gd name="connsiteX1147" fmla="*/ 124994 w 899217"/>
                <a:gd name="connsiteY1147" fmla="*/ 642248 h 942137"/>
                <a:gd name="connsiteX1148" fmla="*/ 123581 w 899217"/>
                <a:gd name="connsiteY1148" fmla="*/ 644737 h 942137"/>
                <a:gd name="connsiteX1149" fmla="*/ 122369 w 899217"/>
                <a:gd name="connsiteY1149" fmla="*/ 647126 h 942137"/>
                <a:gd name="connsiteX1150" fmla="*/ 122369 w 899217"/>
                <a:gd name="connsiteY1150" fmla="*/ 650288 h 942137"/>
                <a:gd name="connsiteX1151" fmla="*/ 124052 w 899217"/>
                <a:gd name="connsiteY1151" fmla="*/ 654527 h 942137"/>
                <a:gd name="connsiteX1152" fmla="*/ 126172 w 899217"/>
                <a:gd name="connsiteY1152" fmla="*/ 657891 h 942137"/>
                <a:gd name="connsiteX1153" fmla="*/ 129100 w 899217"/>
                <a:gd name="connsiteY1153" fmla="*/ 660615 h 942137"/>
                <a:gd name="connsiteX1154" fmla="*/ 128663 w 899217"/>
                <a:gd name="connsiteY1154" fmla="*/ 663542 h 942137"/>
                <a:gd name="connsiteX1155" fmla="*/ 125196 w 899217"/>
                <a:gd name="connsiteY1155" fmla="*/ 664517 h 942137"/>
                <a:gd name="connsiteX1156" fmla="*/ 125196 w 899217"/>
                <a:gd name="connsiteY1156" fmla="*/ 666367 h 942137"/>
                <a:gd name="connsiteX1157" fmla="*/ 128461 w 899217"/>
                <a:gd name="connsiteY1157" fmla="*/ 667141 h 942137"/>
                <a:gd name="connsiteX1158" fmla="*/ 133139 w 899217"/>
                <a:gd name="connsiteY1158" fmla="*/ 667141 h 942137"/>
                <a:gd name="connsiteX1159" fmla="*/ 134350 w 899217"/>
                <a:gd name="connsiteY1159" fmla="*/ 668049 h 942137"/>
                <a:gd name="connsiteX1160" fmla="*/ 134115 w 899217"/>
                <a:gd name="connsiteY1160" fmla="*/ 669294 h 942137"/>
                <a:gd name="connsiteX1161" fmla="*/ 133139 w 899217"/>
                <a:gd name="connsiteY1161" fmla="*/ 670808 h 942137"/>
                <a:gd name="connsiteX1162" fmla="*/ 131826 w 899217"/>
                <a:gd name="connsiteY1162" fmla="*/ 672221 h 942137"/>
                <a:gd name="connsiteX1163" fmla="*/ 129975 w 899217"/>
                <a:gd name="connsiteY1163" fmla="*/ 673196 h 942137"/>
                <a:gd name="connsiteX1164" fmla="*/ 127350 w 899217"/>
                <a:gd name="connsiteY1164" fmla="*/ 674811 h 942137"/>
                <a:gd name="connsiteX1165" fmla="*/ 128124 w 899217"/>
                <a:gd name="connsiteY1165" fmla="*/ 676998 h 942137"/>
                <a:gd name="connsiteX1166" fmla="*/ 131052 w 899217"/>
                <a:gd name="connsiteY1166" fmla="*/ 678411 h 942137"/>
                <a:gd name="connsiteX1167" fmla="*/ 131052 w 899217"/>
                <a:gd name="connsiteY1167" fmla="*/ 679924 h 942137"/>
                <a:gd name="connsiteX1168" fmla="*/ 128865 w 899217"/>
                <a:gd name="connsiteY1168" fmla="*/ 680698 h 942137"/>
                <a:gd name="connsiteX1169" fmla="*/ 128091 w 899217"/>
                <a:gd name="connsiteY1169" fmla="*/ 682010 h 942137"/>
                <a:gd name="connsiteX1170" fmla="*/ 126340 w 899217"/>
                <a:gd name="connsiteY1170" fmla="*/ 685038 h 942137"/>
                <a:gd name="connsiteX1171" fmla="*/ 127114 w 899217"/>
                <a:gd name="connsiteY1171" fmla="*/ 687964 h 942137"/>
                <a:gd name="connsiteX1172" fmla="*/ 130715 w 899217"/>
                <a:gd name="connsiteY1172" fmla="*/ 688503 h 942137"/>
                <a:gd name="connsiteX1173" fmla="*/ 137884 w 899217"/>
                <a:gd name="connsiteY1173" fmla="*/ 689579 h 942137"/>
                <a:gd name="connsiteX1174" fmla="*/ 141249 w 899217"/>
                <a:gd name="connsiteY1174" fmla="*/ 692203 h 942137"/>
                <a:gd name="connsiteX1175" fmla="*/ 145288 w 899217"/>
                <a:gd name="connsiteY1175" fmla="*/ 693817 h 942137"/>
                <a:gd name="connsiteX1176" fmla="*/ 151144 w 899217"/>
                <a:gd name="connsiteY1176" fmla="*/ 694793 h 942137"/>
                <a:gd name="connsiteX1177" fmla="*/ 155182 w 899217"/>
                <a:gd name="connsiteY1177" fmla="*/ 696441 h 942137"/>
                <a:gd name="connsiteX1178" fmla="*/ 166255 w 899217"/>
                <a:gd name="connsiteY1178" fmla="*/ 698830 h 942137"/>
                <a:gd name="connsiteX1179" fmla="*/ 168745 w 899217"/>
                <a:gd name="connsiteY1179" fmla="*/ 699469 h 942137"/>
                <a:gd name="connsiteX1180" fmla="*/ 176452 w 899217"/>
                <a:gd name="connsiteY1180" fmla="*/ 701218 h 942137"/>
                <a:gd name="connsiteX1181" fmla="*/ 183856 w 899217"/>
                <a:gd name="connsiteY1181" fmla="*/ 701857 h 942137"/>
                <a:gd name="connsiteX1182" fmla="*/ 189712 w 899217"/>
                <a:gd name="connsiteY1182" fmla="*/ 702497 h 942137"/>
                <a:gd name="connsiteX1183" fmla="*/ 191126 w 899217"/>
                <a:gd name="connsiteY1183" fmla="*/ 705659 h 942137"/>
                <a:gd name="connsiteX1184" fmla="*/ 190149 w 899217"/>
                <a:gd name="connsiteY1184" fmla="*/ 711411 h 942137"/>
                <a:gd name="connsiteX1185" fmla="*/ 190149 w 899217"/>
                <a:gd name="connsiteY1185" fmla="*/ 713699 h 942137"/>
                <a:gd name="connsiteX1186" fmla="*/ 189611 w 899217"/>
                <a:gd name="connsiteY1186" fmla="*/ 717164 h 942137"/>
                <a:gd name="connsiteX1187" fmla="*/ 187996 w 899217"/>
                <a:gd name="connsiteY1187" fmla="*/ 718375 h 942137"/>
                <a:gd name="connsiteX1188" fmla="*/ 184630 w 899217"/>
                <a:gd name="connsiteY1188" fmla="*/ 720662 h 942137"/>
                <a:gd name="connsiteX1189" fmla="*/ 180053 w 899217"/>
                <a:gd name="connsiteY1189" fmla="*/ 722815 h 942137"/>
                <a:gd name="connsiteX1190" fmla="*/ 176452 w 899217"/>
                <a:gd name="connsiteY1190" fmla="*/ 725842 h 942137"/>
                <a:gd name="connsiteX1191" fmla="*/ 172986 w 899217"/>
                <a:gd name="connsiteY1191" fmla="*/ 728668 h 942137"/>
                <a:gd name="connsiteX1192" fmla="*/ 171774 w 899217"/>
                <a:gd name="connsiteY1192" fmla="*/ 730518 h 942137"/>
                <a:gd name="connsiteX1193" fmla="*/ 169587 w 899217"/>
                <a:gd name="connsiteY1193" fmla="*/ 734421 h 942137"/>
                <a:gd name="connsiteX1194" fmla="*/ 168173 w 899217"/>
                <a:gd name="connsiteY1194" fmla="*/ 736910 h 942137"/>
                <a:gd name="connsiteX1195" fmla="*/ 166962 w 899217"/>
                <a:gd name="connsiteY1195" fmla="*/ 740072 h 942137"/>
                <a:gd name="connsiteX1196" fmla="*/ 166086 w 899217"/>
                <a:gd name="connsiteY1196" fmla="*/ 742561 h 942137"/>
                <a:gd name="connsiteX1197" fmla="*/ 165750 w 899217"/>
                <a:gd name="connsiteY1197" fmla="*/ 744613 h 942137"/>
                <a:gd name="connsiteX1198" fmla="*/ 168476 w 899217"/>
                <a:gd name="connsiteY1198" fmla="*/ 747338 h 942137"/>
                <a:gd name="connsiteX1199" fmla="*/ 169014 w 899217"/>
                <a:gd name="connsiteY1199" fmla="*/ 748953 h 942137"/>
                <a:gd name="connsiteX1200" fmla="*/ 169351 w 899217"/>
                <a:gd name="connsiteY1200" fmla="*/ 751341 h 942137"/>
                <a:gd name="connsiteX1201" fmla="*/ 169149 w 899217"/>
                <a:gd name="connsiteY1201" fmla="*/ 753528 h 942137"/>
                <a:gd name="connsiteX1202" fmla="*/ 168072 w 899217"/>
                <a:gd name="connsiteY1202" fmla="*/ 754840 h 942137"/>
                <a:gd name="connsiteX1203" fmla="*/ 167971 w 899217"/>
                <a:gd name="connsiteY1203" fmla="*/ 757464 h 942137"/>
                <a:gd name="connsiteX1204" fmla="*/ 166995 w 899217"/>
                <a:gd name="connsiteY1204" fmla="*/ 761500 h 942137"/>
                <a:gd name="connsiteX1205" fmla="*/ 164808 w 899217"/>
                <a:gd name="connsiteY1205" fmla="*/ 765941 h 942137"/>
                <a:gd name="connsiteX1206" fmla="*/ 162620 w 899217"/>
                <a:gd name="connsiteY1206" fmla="*/ 771592 h 942137"/>
                <a:gd name="connsiteX1207" fmla="*/ 160130 w 899217"/>
                <a:gd name="connsiteY1207" fmla="*/ 773644 h 942137"/>
                <a:gd name="connsiteX1208" fmla="*/ 157538 w 899217"/>
                <a:gd name="connsiteY1208" fmla="*/ 775596 h 942137"/>
                <a:gd name="connsiteX1209" fmla="*/ 155923 w 899217"/>
                <a:gd name="connsiteY1209" fmla="*/ 778085 h 942137"/>
                <a:gd name="connsiteX1210" fmla="*/ 153971 w 899217"/>
                <a:gd name="connsiteY1210" fmla="*/ 780810 h 942137"/>
                <a:gd name="connsiteX1211" fmla="*/ 153668 w 899217"/>
                <a:gd name="connsiteY1211" fmla="*/ 784376 h 942137"/>
                <a:gd name="connsiteX1212" fmla="*/ 153668 w 899217"/>
                <a:gd name="connsiteY1212" fmla="*/ 786562 h 942137"/>
                <a:gd name="connsiteX1213" fmla="*/ 152086 w 899217"/>
                <a:gd name="connsiteY1213" fmla="*/ 788849 h 942137"/>
                <a:gd name="connsiteX1214" fmla="*/ 150605 w 899217"/>
                <a:gd name="connsiteY1214" fmla="*/ 791137 h 942137"/>
                <a:gd name="connsiteX1215" fmla="*/ 147879 w 899217"/>
                <a:gd name="connsiteY1215" fmla="*/ 792886 h 942137"/>
                <a:gd name="connsiteX1216" fmla="*/ 144716 w 899217"/>
                <a:gd name="connsiteY1216" fmla="*/ 795073 h 942137"/>
                <a:gd name="connsiteX1217" fmla="*/ 142596 w 899217"/>
                <a:gd name="connsiteY1217" fmla="*/ 797798 h 942137"/>
                <a:gd name="connsiteX1218" fmla="*/ 142663 w 899217"/>
                <a:gd name="connsiteY1218" fmla="*/ 801263 h 942137"/>
                <a:gd name="connsiteX1219" fmla="*/ 142663 w 899217"/>
                <a:gd name="connsiteY1219" fmla="*/ 803012 h 942137"/>
                <a:gd name="connsiteX1220" fmla="*/ 145826 w 899217"/>
                <a:gd name="connsiteY1220" fmla="*/ 806174 h 942137"/>
                <a:gd name="connsiteX1221" fmla="*/ 150504 w 899217"/>
                <a:gd name="connsiteY1221" fmla="*/ 809202 h 942137"/>
                <a:gd name="connsiteX1222" fmla="*/ 157134 w 899217"/>
                <a:gd name="connsiteY1222" fmla="*/ 809975 h 942137"/>
                <a:gd name="connsiteX1223" fmla="*/ 169519 w 899217"/>
                <a:gd name="connsiteY1223" fmla="*/ 810312 h 942137"/>
                <a:gd name="connsiteX1224" fmla="*/ 177361 w 899217"/>
                <a:gd name="connsiteY1224" fmla="*/ 810850 h 942137"/>
                <a:gd name="connsiteX1225" fmla="*/ 185404 w 899217"/>
                <a:gd name="connsiteY1225" fmla="*/ 811624 h 942137"/>
                <a:gd name="connsiteX1226" fmla="*/ 191159 w 899217"/>
                <a:gd name="connsiteY1226" fmla="*/ 813810 h 942137"/>
                <a:gd name="connsiteX1227" fmla="*/ 195736 w 899217"/>
                <a:gd name="connsiteY1227" fmla="*/ 817813 h 942137"/>
                <a:gd name="connsiteX1228" fmla="*/ 201592 w 899217"/>
                <a:gd name="connsiteY1228" fmla="*/ 819764 h 942137"/>
                <a:gd name="connsiteX1229" fmla="*/ 205496 w 899217"/>
                <a:gd name="connsiteY1229" fmla="*/ 820101 h 942137"/>
                <a:gd name="connsiteX1230" fmla="*/ 207986 w 899217"/>
                <a:gd name="connsiteY1230" fmla="*/ 821715 h 942137"/>
                <a:gd name="connsiteX1231" fmla="*/ 212126 w 899217"/>
                <a:gd name="connsiteY1231" fmla="*/ 824205 h 942137"/>
                <a:gd name="connsiteX1232" fmla="*/ 216467 w 899217"/>
                <a:gd name="connsiteY1232" fmla="*/ 824978 h 942137"/>
                <a:gd name="connsiteX1233" fmla="*/ 220607 w 899217"/>
                <a:gd name="connsiteY1233" fmla="*/ 823566 h 942137"/>
                <a:gd name="connsiteX1234" fmla="*/ 225722 w 899217"/>
                <a:gd name="connsiteY1234" fmla="*/ 823566 h 942137"/>
                <a:gd name="connsiteX1235" fmla="*/ 228987 w 899217"/>
                <a:gd name="connsiteY1235" fmla="*/ 823498 h 942137"/>
                <a:gd name="connsiteX1236" fmla="*/ 230501 w 899217"/>
                <a:gd name="connsiteY1236" fmla="*/ 826021 h 942137"/>
                <a:gd name="connsiteX1237" fmla="*/ 230602 w 899217"/>
                <a:gd name="connsiteY1237" fmla="*/ 828342 h 942137"/>
                <a:gd name="connsiteX1238" fmla="*/ 230064 w 899217"/>
                <a:gd name="connsiteY1238" fmla="*/ 830193 h 942137"/>
                <a:gd name="connsiteX1239" fmla="*/ 228751 w 899217"/>
                <a:gd name="connsiteY1239" fmla="*/ 832144 h 942137"/>
                <a:gd name="connsiteX1240" fmla="*/ 228314 w 899217"/>
                <a:gd name="connsiteY1240" fmla="*/ 832917 h 942137"/>
                <a:gd name="connsiteX1241" fmla="*/ 227001 w 899217"/>
                <a:gd name="connsiteY1241" fmla="*/ 835844 h 942137"/>
                <a:gd name="connsiteX1242" fmla="*/ 226126 w 899217"/>
                <a:gd name="connsiteY1242" fmla="*/ 839208 h 942137"/>
                <a:gd name="connsiteX1243" fmla="*/ 224915 w 899217"/>
                <a:gd name="connsiteY1243" fmla="*/ 841832 h 942137"/>
                <a:gd name="connsiteX1244" fmla="*/ 224915 w 899217"/>
                <a:gd name="connsiteY1244" fmla="*/ 845196 h 942137"/>
                <a:gd name="connsiteX1245" fmla="*/ 224915 w 899217"/>
                <a:gd name="connsiteY1245" fmla="*/ 849233 h 942137"/>
                <a:gd name="connsiteX1246" fmla="*/ 224040 w 899217"/>
                <a:gd name="connsiteY1246" fmla="*/ 853707 h 942137"/>
                <a:gd name="connsiteX1247" fmla="*/ 222189 w 899217"/>
                <a:gd name="connsiteY1247" fmla="*/ 855893 h 942137"/>
                <a:gd name="connsiteX1248" fmla="*/ 222189 w 899217"/>
                <a:gd name="connsiteY1248" fmla="*/ 858080 h 942137"/>
                <a:gd name="connsiteX1249" fmla="*/ 223400 w 899217"/>
                <a:gd name="connsiteY1249" fmla="*/ 860266 h 942137"/>
                <a:gd name="connsiteX1250" fmla="*/ 225891 w 899217"/>
                <a:gd name="connsiteY1250" fmla="*/ 863429 h 942137"/>
                <a:gd name="connsiteX1251" fmla="*/ 226968 w 899217"/>
                <a:gd name="connsiteY1251" fmla="*/ 865279 h 942137"/>
                <a:gd name="connsiteX1252" fmla="*/ 229256 w 899217"/>
                <a:gd name="connsiteY1252" fmla="*/ 867129 h 942137"/>
                <a:gd name="connsiteX1253" fmla="*/ 232857 w 899217"/>
                <a:gd name="connsiteY1253" fmla="*/ 867129 h 942137"/>
                <a:gd name="connsiteX1254" fmla="*/ 234910 w 899217"/>
                <a:gd name="connsiteY1254" fmla="*/ 866961 h 942137"/>
                <a:gd name="connsiteX1255" fmla="*/ 237401 w 899217"/>
                <a:gd name="connsiteY1255" fmla="*/ 866591 h 942137"/>
                <a:gd name="connsiteX1256" fmla="*/ 240227 w 899217"/>
                <a:gd name="connsiteY1256" fmla="*/ 867566 h 942137"/>
                <a:gd name="connsiteX1257" fmla="*/ 241978 w 899217"/>
                <a:gd name="connsiteY1257" fmla="*/ 868979 h 942137"/>
                <a:gd name="connsiteX1258" fmla="*/ 242617 w 899217"/>
                <a:gd name="connsiteY1258" fmla="*/ 870392 h 942137"/>
                <a:gd name="connsiteX1259" fmla="*/ 242819 w 899217"/>
                <a:gd name="connsiteY1259" fmla="*/ 873117 h 942137"/>
                <a:gd name="connsiteX1260" fmla="*/ 242617 w 899217"/>
                <a:gd name="connsiteY1260" fmla="*/ 874328 h 942137"/>
                <a:gd name="connsiteX1261" fmla="*/ 241204 w 899217"/>
                <a:gd name="connsiteY1261" fmla="*/ 877389 h 942137"/>
                <a:gd name="connsiteX1262" fmla="*/ 241338 w 899217"/>
                <a:gd name="connsiteY1262" fmla="*/ 879138 h 942137"/>
                <a:gd name="connsiteX1263" fmla="*/ 241338 w 899217"/>
                <a:gd name="connsiteY1263" fmla="*/ 883377 h 942137"/>
                <a:gd name="connsiteX1264" fmla="*/ 241338 w 899217"/>
                <a:gd name="connsiteY1264" fmla="*/ 885664 h 942137"/>
                <a:gd name="connsiteX1265" fmla="*/ 242213 w 899217"/>
                <a:gd name="connsiteY1265" fmla="*/ 887313 h 942137"/>
                <a:gd name="connsiteX1266" fmla="*/ 244704 w 899217"/>
                <a:gd name="connsiteY1266" fmla="*/ 890576 h 942137"/>
                <a:gd name="connsiteX1267" fmla="*/ 246992 w 899217"/>
                <a:gd name="connsiteY1267" fmla="*/ 890138 h 942137"/>
                <a:gd name="connsiteX1268" fmla="*/ 249382 w 899217"/>
                <a:gd name="connsiteY1268" fmla="*/ 888288 h 942137"/>
                <a:gd name="connsiteX1269" fmla="*/ 253959 w 899217"/>
                <a:gd name="connsiteY1269" fmla="*/ 887851 h 942137"/>
                <a:gd name="connsiteX1270" fmla="*/ 257324 w 899217"/>
                <a:gd name="connsiteY1270" fmla="*/ 889499 h 942137"/>
                <a:gd name="connsiteX1271" fmla="*/ 260589 w 899217"/>
                <a:gd name="connsiteY1271" fmla="*/ 888826 h 942137"/>
                <a:gd name="connsiteX1272" fmla="*/ 262540 w 899217"/>
                <a:gd name="connsiteY1272" fmla="*/ 885025 h 942137"/>
                <a:gd name="connsiteX1273" fmla="*/ 271459 w 899217"/>
                <a:gd name="connsiteY1273" fmla="*/ 884588 h 942137"/>
                <a:gd name="connsiteX1274" fmla="*/ 275700 w 899217"/>
                <a:gd name="connsiteY1274" fmla="*/ 887615 h 942137"/>
                <a:gd name="connsiteX1275" fmla="*/ 281454 w 899217"/>
                <a:gd name="connsiteY1275" fmla="*/ 891753 h 942137"/>
                <a:gd name="connsiteX1276" fmla="*/ 285897 w 899217"/>
                <a:gd name="connsiteY1276" fmla="*/ 892628 h 942137"/>
                <a:gd name="connsiteX1277" fmla="*/ 292089 w 899217"/>
                <a:gd name="connsiteY1277" fmla="*/ 892729 h 942137"/>
                <a:gd name="connsiteX1278" fmla="*/ 299157 w 899217"/>
                <a:gd name="connsiteY1278" fmla="*/ 890239 h 942137"/>
                <a:gd name="connsiteX1279" fmla="*/ 304272 w 899217"/>
                <a:gd name="connsiteY1279" fmla="*/ 886875 h 942137"/>
                <a:gd name="connsiteX1280" fmla="*/ 310902 w 899217"/>
                <a:gd name="connsiteY1280" fmla="*/ 882435 h 942137"/>
                <a:gd name="connsiteX1281" fmla="*/ 319854 w 899217"/>
                <a:gd name="connsiteY1281" fmla="*/ 875270 h 942137"/>
                <a:gd name="connsiteX1282" fmla="*/ 326080 w 899217"/>
                <a:gd name="connsiteY1282" fmla="*/ 871199 h 942137"/>
                <a:gd name="connsiteX1283" fmla="*/ 334191 w 899217"/>
                <a:gd name="connsiteY1283" fmla="*/ 869383 h 942137"/>
                <a:gd name="connsiteX1284" fmla="*/ 340922 w 899217"/>
                <a:gd name="connsiteY1284" fmla="*/ 867936 h 942137"/>
                <a:gd name="connsiteX1285" fmla="*/ 343682 w 899217"/>
                <a:gd name="connsiteY1285" fmla="*/ 864606 h 942137"/>
                <a:gd name="connsiteX1286" fmla="*/ 348091 w 899217"/>
                <a:gd name="connsiteY1286" fmla="*/ 861343 h 942137"/>
                <a:gd name="connsiteX1287" fmla="*/ 352230 w 899217"/>
                <a:gd name="connsiteY1287" fmla="*/ 859325 h 942137"/>
                <a:gd name="connsiteX1288" fmla="*/ 354418 w 899217"/>
                <a:gd name="connsiteY1288" fmla="*/ 859392 h 942137"/>
                <a:gd name="connsiteX1289" fmla="*/ 355865 w 899217"/>
                <a:gd name="connsiteY1289" fmla="*/ 859762 h 942137"/>
                <a:gd name="connsiteX1290" fmla="*/ 356504 w 899217"/>
                <a:gd name="connsiteY1290" fmla="*/ 861646 h 942137"/>
                <a:gd name="connsiteX1291" fmla="*/ 355562 w 899217"/>
                <a:gd name="connsiteY1291" fmla="*/ 864539 h 942137"/>
                <a:gd name="connsiteX1292" fmla="*/ 354552 w 899217"/>
                <a:gd name="connsiteY1292" fmla="*/ 866355 h 942137"/>
                <a:gd name="connsiteX1293" fmla="*/ 353374 w 899217"/>
                <a:gd name="connsiteY1293" fmla="*/ 867230 h 942137"/>
                <a:gd name="connsiteX1294" fmla="*/ 351557 w 899217"/>
                <a:gd name="connsiteY1294" fmla="*/ 869753 h 942137"/>
                <a:gd name="connsiteX1295" fmla="*/ 351119 w 899217"/>
                <a:gd name="connsiteY1295" fmla="*/ 870930 h 942137"/>
                <a:gd name="connsiteX1296" fmla="*/ 352869 w 899217"/>
                <a:gd name="connsiteY1296" fmla="*/ 873319 h 942137"/>
                <a:gd name="connsiteX1297" fmla="*/ 354620 w 899217"/>
                <a:gd name="connsiteY1297" fmla="*/ 874193 h 942137"/>
                <a:gd name="connsiteX1298" fmla="*/ 354047 w 899217"/>
                <a:gd name="connsiteY1298" fmla="*/ 877221 h 942137"/>
                <a:gd name="connsiteX1299" fmla="*/ 351018 w 899217"/>
                <a:gd name="connsiteY1299" fmla="*/ 880114 h 942137"/>
                <a:gd name="connsiteX1300" fmla="*/ 350143 w 899217"/>
                <a:gd name="connsiteY1300" fmla="*/ 883747 h 942137"/>
                <a:gd name="connsiteX1301" fmla="*/ 350143 w 899217"/>
                <a:gd name="connsiteY1301" fmla="*/ 888255 h 942137"/>
                <a:gd name="connsiteX1302" fmla="*/ 354215 w 899217"/>
                <a:gd name="connsiteY1302" fmla="*/ 890273 h 942137"/>
                <a:gd name="connsiteX1303" fmla="*/ 353913 w 899217"/>
                <a:gd name="connsiteY1303" fmla="*/ 892729 h 942137"/>
                <a:gd name="connsiteX1304" fmla="*/ 353038 w 899217"/>
                <a:gd name="connsiteY1304" fmla="*/ 895622 h 942137"/>
                <a:gd name="connsiteX1305" fmla="*/ 350446 w 899217"/>
                <a:gd name="connsiteY1305" fmla="*/ 897808 h 942137"/>
                <a:gd name="connsiteX1306" fmla="*/ 348124 w 899217"/>
                <a:gd name="connsiteY1306" fmla="*/ 899389 h 942137"/>
                <a:gd name="connsiteX1307" fmla="*/ 351153 w 899217"/>
                <a:gd name="connsiteY1307" fmla="*/ 902148 h 942137"/>
                <a:gd name="connsiteX1308" fmla="*/ 353610 w 899217"/>
                <a:gd name="connsiteY1308" fmla="*/ 904604 h 942137"/>
                <a:gd name="connsiteX1309" fmla="*/ 353610 w 899217"/>
                <a:gd name="connsiteY1309" fmla="*/ 908943 h 942137"/>
                <a:gd name="connsiteX1310" fmla="*/ 354990 w 899217"/>
                <a:gd name="connsiteY1310" fmla="*/ 914023 h 942137"/>
                <a:gd name="connsiteX1311" fmla="*/ 355360 w 899217"/>
                <a:gd name="connsiteY1311" fmla="*/ 917925 h 942137"/>
                <a:gd name="connsiteX1312" fmla="*/ 356807 w 899217"/>
                <a:gd name="connsiteY1312" fmla="*/ 925023 h 942137"/>
                <a:gd name="connsiteX1313" fmla="*/ 358557 w 899217"/>
                <a:gd name="connsiteY1313" fmla="*/ 928925 h 942137"/>
                <a:gd name="connsiteX1314" fmla="*/ 362192 w 899217"/>
                <a:gd name="connsiteY1314" fmla="*/ 932255 h 942137"/>
                <a:gd name="connsiteX1315" fmla="*/ 365524 w 899217"/>
                <a:gd name="connsiteY1315" fmla="*/ 932962 h 942137"/>
                <a:gd name="connsiteX1316" fmla="*/ 369427 w 899217"/>
                <a:gd name="connsiteY1316" fmla="*/ 933096 h 942137"/>
                <a:gd name="connsiteX1317" fmla="*/ 372759 w 899217"/>
                <a:gd name="connsiteY1317" fmla="*/ 931650 h 942137"/>
                <a:gd name="connsiteX1318" fmla="*/ 375216 w 899217"/>
                <a:gd name="connsiteY1318" fmla="*/ 928622 h 942137"/>
                <a:gd name="connsiteX1319" fmla="*/ 378851 w 899217"/>
                <a:gd name="connsiteY1319" fmla="*/ 926301 h 942137"/>
                <a:gd name="connsiteX1320" fmla="*/ 384067 w 899217"/>
                <a:gd name="connsiteY1320" fmla="*/ 926301 h 942137"/>
                <a:gd name="connsiteX1321" fmla="*/ 390596 w 899217"/>
                <a:gd name="connsiteY1321" fmla="*/ 926873 h 942137"/>
                <a:gd name="connsiteX1322" fmla="*/ 395947 w 899217"/>
                <a:gd name="connsiteY1322" fmla="*/ 931078 h 942137"/>
                <a:gd name="connsiteX1323" fmla="*/ 399582 w 899217"/>
                <a:gd name="connsiteY1323" fmla="*/ 935552 h 942137"/>
                <a:gd name="connsiteX1324" fmla="*/ 406549 w 899217"/>
                <a:gd name="connsiteY1324" fmla="*/ 941943 h 942137"/>
                <a:gd name="connsiteX1325" fmla="*/ 409140 w 899217"/>
                <a:gd name="connsiteY1325" fmla="*/ 941943 h 942137"/>
                <a:gd name="connsiteX1326" fmla="*/ 410722 w 899217"/>
                <a:gd name="connsiteY1326" fmla="*/ 939488 h 942137"/>
                <a:gd name="connsiteX1327" fmla="*/ 413178 w 899217"/>
                <a:gd name="connsiteY1327" fmla="*/ 937907 h 942137"/>
                <a:gd name="connsiteX1328" fmla="*/ 416207 w 899217"/>
                <a:gd name="connsiteY1328" fmla="*/ 937907 h 942137"/>
                <a:gd name="connsiteX1329" fmla="*/ 418832 w 899217"/>
                <a:gd name="connsiteY1329" fmla="*/ 934577 h 942137"/>
                <a:gd name="connsiteX1330" fmla="*/ 419405 w 899217"/>
                <a:gd name="connsiteY1330" fmla="*/ 931381 h 942137"/>
                <a:gd name="connsiteX1331" fmla="*/ 417520 w 899217"/>
                <a:gd name="connsiteY1331" fmla="*/ 927479 h 942137"/>
                <a:gd name="connsiteX1332" fmla="*/ 414626 w 899217"/>
                <a:gd name="connsiteY1332" fmla="*/ 924585 h 942137"/>
                <a:gd name="connsiteX1333" fmla="*/ 412169 w 899217"/>
                <a:gd name="connsiteY1333" fmla="*/ 922399 h 942137"/>
                <a:gd name="connsiteX1334" fmla="*/ 411731 w 899217"/>
                <a:gd name="connsiteY1334" fmla="*/ 916747 h 942137"/>
                <a:gd name="connsiteX1335" fmla="*/ 411866 w 899217"/>
                <a:gd name="connsiteY1335" fmla="*/ 912105 h 942137"/>
                <a:gd name="connsiteX1336" fmla="*/ 412303 w 899217"/>
                <a:gd name="connsiteY1336" fmla="*/ 906757 h 942137"/>
                <a:gd name="connsiteX1337" fmla="*/ 412606 w 899217"/>
                <a:gd name="connsiteY1337" fmla="*/ 903561 h 942137"/>
                <a:gd name="connsiteX1338" fmla="*/ 413919 w 899217"/>
                <a:gd name="connsiteY1338" fmla="*/ 899221 h 942137"/>
                <a:gd name="connsiteX1339" fmla="*/ 414356 w 899217"/>
                <a:gd name="connsiteY1339" fmla="*/ 895016 h 942137"/>
                <a:gd name="connsiteX1340" fmla="*/ 416376 w 899217"/>
                <a:gd name="connsiteY1340" fmla="*/ 891417 h 942137"/>
                <a:gd name="connsiteX1341" fmla="*/ 419135 w 899217"/>
                <a:gd name="connsiteY1341" fmla="*/ 887649 h 942137"/>
                <a:gd name="connsiteX1342" fmla="*/ 421592 w 899217"/>
                <a:gd name="connsiteY1342" fmla="*/ 885025 h 942137"/>
                <a:gd name="connsiteX1343" fmla="*/ 421155 w 899217"/>
                <a:gd name="connsiteY1343" fmla="*/ 881123 h 942137"/>
                <a:gd name="connsiteX1344" fmla="*/ 419707 w 899217"/>
                <a:gd name="connsiteY1344" fmla="*/ 877793 h 942137"/>
                <a:gd name="connsiteX1345" fmla="*/ 417957 w 899217"/>
                <a:gd name="connsiteY1345" fmla="*/ 875034 h 942137"/>
                <a:gd name="connsiteX1346" fmla="*/ 417957 w 899217"/>
                <a:gd name="connsiteY1346" fmla="*/ 871704 h 942137"/>
                <a:gd name="connsiteX1347" fmla="*/ 415501 w 899217"/>
                <a:gd name="connsiteY1347" fmla="*/ 863731 h 942137"/>
                <a:gd name="connsiteX1348" fmla="*/ 412169 w 899217"/>
                <a:gd name="connsiteY1348" fmla="*/ 856499 h 942137"/>
                <a:gd name="connsiteX1349" fmla="*/ 405068 w 899217"/>
                <a:gd name="connsiteY1349" fmla="*/ 846373 h 942137"/>
                <a:gd name="connsiteX1350" fmla="*/ 404058 w 899217"/>
                <a:gd name="connsiteY1350" fmla="*/ 838569 h 942137"/>
                <a:gd name="connsiteX1351" fmla="*/ 404058 w 899217"/>
                <a:gd name="connsiteY1351" fmla="*/ 834936 h 942137"/>
                <a:gd name="connsiteX1352" fmla="*/ 403351 w 899217"/>
                <a:gd name="connsiteY1352" fmla="*/ 830159 h 942137"/>
                <a:gd name="connsiteX1353" fmla="*/ 401164 w 899217"/>
                <a:gd name="connsiteY1353" fmla="*/ 823633 h 942137"/>
                <a:gd name="connsiteX1354" fmla="*/ 399144 w 899217"/>
                <a:gd name="connsiteY1354" fmla="*/ 819865 h 942137"/>
                <a:gd name="connsiteX1355" fmla="*/ 396822 w 899217"/>
                <a:gd name="connsiteY1355" fmla="*/ 816232 h 942137"/>
                <a:gd name="connsiteX1356" fmla="*/ 402039 w 899217"/>
                <a:gd name="connsiteY1356" fmla="*/ 812902 h 942137"/>
                <a:gd name="connsiteX1357" fmla="*/ 405808 w 899217"/>
                <a:gd name="connsiteY1357" fmla="*/ 810446 h 942137"/>
                <a:gd name="connsiteX1358" fmla="*/ 410150 w 899217"/>
                <a:gd name="connsiteY1358" fmla="*/ 803214 h 942137"/>
                <a:gd name="connsiteX1359" fmla="*/ 409409 w 899217"/>
                <a:gd name="connsiteY1359" fmla="*/ 796688 h 942137"/>
                <a:gd name="connsiteX1360" fmla="*/ 412001 w 899217"/>
                <a:gd name="connsiteY1360" fmla="*/ 790901 h 942137"/>
                <a:gd name="connsiteX1361" fmla="*/ 416476 w 899217"/>
                <a:gd name="connsiteY1361" fmla="*/ 788278 h 942137"/>
                <a:gd name="connsiteX1362" fmla="*/ 420683 w 899217"/>
                <a:gd name="connsiteY1362" fmla="*/ 788849 h 942137"/>
                <a:gd name="connsiteX1363" fmla="*/ 427078 w 899217"/>
                <a:gd name="connsiteY1363" fmla="*/ 794635 h 942137"/>
                <a:gd name="connsiteX1364" fmla="*/ 436770 w 899217"/>
                <a:gd name="connsiteY1364" fmla="*/ 795342 h 942137"/>
                <a:gd name="connsiteX1365" fmla="*/ 450670 w 899217"/>
                <a:gd name="connsiteY1365" fmla="*/ 798975 h 942137"/>
                <a:gd name="connsiteX1366" fmla="*/ 464569 w 899217"/>
                <a:gd name="connsiteY1366" fmla="*/ 803886 h 942137"/>
                <a:gd name="connsiteX1367" fmla="*/ 470357 w 899217"/>
                <a:gd name="connsiteY1367" fmla="*/ 797226 h 942137"/>
                <a:gd name="connsiteX1368" fmla="*/ 476584 w 899217"/>
                <a:gd name="connsiteY1368" fmla="*/ 788984 h 942137"/>
                <a:gd name="connsiteX1369" fmla="*/ 480925 w 899217"/>
                <a:gd name="connsiteY1369" fmla="*/ 778556 h 942137"/>
                <a:gd name="connsiteX1370" fmla="*/ 492368 w 899217"/>
                <a:gd name="connsiteY1370" fmla="*/ 768699 h 942137"/>
                <a:gd name="connsiteX1371" fmla="*/ 496844 w 899217"/>
                <a:gd name="connsiteY1371" fmla="*/ 761299 h 942137"/>
                <a:gd name="connsiteX1372" fmla="*/ 503373 w 899217"/>
                <a:gd name="connsiteY1372" fmla="*/ 762745 h 942137"/>
                <a:gd name="connsiteX1373" fmla="*/ 512224 w 899217"/>
                <a:gd name="connsiteY1373" fmla="*/ 765638 h 942137"/>
                <a:gd name="connsiteX1374" fmla="*/ 517878 w 899217"/>
                <a:gd name="connsiteY1374" fmla="*/ 771727 h 942137"/>
                <a:gd name="connsiteX1375" fmla="*/ 528681 w 899217"/>
                <a:gd name="connsiteY1375" fmla="*/ 778320 h 942137"/>
                <a:gd name="connsiteX1376" fmla="*/ 533460 w 899217"/>
                <a:gd name="connsiteY1376" fmla="*/ 783602 h 942137"/>
                <a:gd name="connsiteX1377" fmla="*/ 538676 w 899217"/>
                <a:gd name="connsiteY1377" fmla="*/ 788109 h 942137"/>
                <a:gd name="connsiteX1378" fmla="*/ 539383 w 899217"/>
                <a:gd name="connsiteY1378" fmla="*/ 792953 h 942137"/>
                <a:gd name="connsiteX1379" fmla="*/ 536994 w 899217"/>
                <a:gd name="connsiteY1379" fmla="*/ 796654 h 942137"/>
                <a:gd name="connsiteX1380" fmla="*/ 541402 w 899217"/>
                <a:gd name="connsiteY1380" fmla="*/ 797730 h 942137"/>
                <a:gd name="connsiteX1381" fmla="*/ 545676 w 899217"/>
                <a:gd name="connsiteY1381" fmla="*/ 802877 h 942137"/>
                <a:gd name="connsiteX1382" fmla="*/ 549479 w 899217"/>
                <a:gd name="connsiteY1382" fmla="*/ 802877 h 942137"/>
                <a:gd name="connsiteX1383" fmla="*/ 554629 w 899217"/>
                <a:gd name="connsiteY1383" fmla="*/ 802406 h 942137"/>
                <a:gd name="connsiteX1384" fmla="*/ 557927 w 899217"/>
                <a:gd name="connsiteY1384" fmla="*/ 800960 h 942137"/>
                <a:gd name="connsiteX1385" fmla="*/ 561932 w 899217"/>
                <a:gd name="connsiteY1385" fmla="*/ 799311 h 942137"/>
                <a:gd name="connsiteX1386" fmla="*/ 567316 w 899217"/>
                <a:gd name="connsiteY1386" fmla="*/ 796553 h 942137"/>
                <a:gd name="connsiteX1387" fmla="*/ 569874 w 899217"/>
                <a:gd name="connsiteY1387" fmla="*/ 794602 h 942137"/>
                <a:gd name="connsiteX1388" fmla="*/ 570682 w 899217"/>
                <a:gd name="connsiteY1388" fmla="*/ 793189 h 942137"/>
                <a:gd name="connsiteX1389" fmla="*/ 570244 w 899217"/>
                <a:gd name="connsiteY1389" fmla="*/ 787537 h 942137"/>
                <a:gd name="connsiteX1390" fmla="*/ 571725 w 899217"/>
                <a:gd name="connsiteY1390" fmla="*/ 783366 h 942137"/>
                <a:gd name="connsiteX1391" fmla="*/ 574754 w 899217"/>
                <a:gd name="connsiteY1391" fmla="*/ 779330 h 942137"/>
                <a:gd name="connsiteX1392" fmla="*/ 579533 w 899217"/>
                <a:gd name="connsiteY1392" fmla="*/ 774216 h 942137"/>
                <a:gd name="connsiteX1393" fmla="*/ 582293 w 899217"/>
                <a:gd name="connsiteY1393" fmla="*/ 771323 h 942137"/>
                <a:gd name="connsiteX1394" fmla="*/ 584682 w 899217"/>
                <a:gd name="connsiteY1394" fmla="*/ 770516 h 942137"/>
                <a:gd name="connsiteX1395" fmla="*/ 587947 w 899217"/>
                <a:gd name="connsiteY1395" fmla="*/ 771323 h 942137"/>
                <a:gd name="connsiteX1396" fmla="*/ 592086 w 899217"/>
                <a:gd name="connsiteY1396" fmla="*/ 775226 h 942137"/>
                <a:gd name="connsiteX1397" fmla="*/ 596091 w 899217"/>
                <a:gd name="connsiteY1397" fmla="*/ 778690 h 942137"/>
                <a:gd name="connsiteX1398" fmla="*/ 598144 w 899217"/>
                <a:gd name="connsiteY1398" fmla="*/ 782155 h 942137"/>
                <a:gd name="connsiteX1399" fmla="*/ 602048 w 899217"/>
                <a:gd name="connsiteY1399" fmla="*/ 787807 h 942137"/>
                <a:gd name="connsiteX1400" fmla="*/ 604707 w 899217"/>
                <a:gd name="connsiteY1400" fmla="*/ 788883 h 942137"/>
                <a:gd name="connsiteX1401" fmla="*/ 607298 w 899217"/>
                <a:gd name="connsiteY1401" fmla="*/ 788883 h 942137"/>
                <a:gd name="connsiteX1402" fmla="*/ 610361 w 899217"/>
                <a:gd name="connsiteY1402" fmla="*/ 787403 h 942137"/>
                <a:gd name="connsiteX1403" fmla="*/ 612649 w 899217"/>
                <a:gd name="connsiteY1403" fmla="*/ 784644 h 942137"/>
                <a:gd name="connsiteX1404" fmla="*/ 616015 w 899217"/>
                <a:gd name="connsiteY1404" fmla="*/ 775831 h 942137"/>
                <a:gd name="connsiteX1405" fmla="*/ 616015 w 899217"/>
                <a:gd name="connsiteY1405" fmla="*/ 770079 h 942137"/>
                <a:gd name="connsiteX1406" fmla="*/ 615039 w 899217"/>
                <a:gd name="connsiteY1406" fmla="*/ 763653 h 942137"/>
                <a:gd name="connsiteX1407" fmla="*/ 615914 w 899217"/>
                <a:gd name="connsiteY1407" fmla="*/ 759314 h 942137"/>
                <a:gd name="connsiteX1408" fmla="*/ 618640 w 899217"/>
                <a:gd name="connsiteY1408" fmla="*/ 758338 h 942137"/>
                <a:gd name="connsiteX1409" fmla="*/ 619851 w 899217"/>
                <a:gd name="connsiteY1409" fmla="*/ 758574 h 942137"/>
                <a:gd name="connsiteX1410" fmla="*/ 624092 w 899217"/>
                <a:gd name="connsiteY1410" fmla="*/ 761736 h 942137"/>
                <a:gd name="connsiteX1411" fmla="*/ 628332 w 899217"/>
                <a:gd name="connsiteY1411" fmla="*/ 766748 h 942137"/>
                <a:gd name="connsiteX1412" fmla="*/ 630284 w 899217"/>
                <a:gd name="connsiteY1412" fmla="*/ 770785 h 942137"/>
                <a:gd name="connsiteX1413" fmla="*/ 633650 w 899217"/>
                <a:gd name="connsiteY1413" fmla="*/ 775360 h 942137"/>
                <a:gd name="connsiteX1414" fmla="*/ 639203 w 899217"/>
                <a:gd name="connsiteY1414" fmla="*/ 779801 h 942137"/>
                <a:gd name="connsiteX1415" fmla="*/ 644857 w 899217"/>
                <a:gd name="connsiteY1415" fmla="*/ 784039 h 942137"/>
                <a:gd name="connsiteX1416" fmla="*/ 650073 w 899217"/>
                <a:gd name="connsiteY1416" fmla="*/ 789690 h 942137"/>
                <a:gd name="connsiteX1417" fmla="*/ 651386 w 899217"/>
                <a:gd name="connsiteY1417" fmla="*/ 793391 h 942137"/>
                <a:gd name="connsiteX1418" fmla="*/ 653573 w 899217"/>
                <a:gd name="connsiteY1418" fmla="*/ 796755 h 942137"/>
                <a:gd name="connsiteX1419" fmla="*/ 658150 w 899217"/>
                <a:gd name="connsiteY1419" fmla="*/ 798067 h 942137"/>
                <a:gd name="connsiteX1420" fmla="*/ 661516 w 899217"/>
                <a:gd name="connsiteY1420" fmla="*/ 798067 h 942137"/>
                <a:gd name="connsiteX1421" fmla="*/ 662828 w 899217"/>
                <a:gd name="connsiteY1421" fmla="*/ 797091 h 942137"/>
                <a:gd name="connsiteX1422" fmla="*/ 664578 w 899217"/>
                <a:gd name="connsiteY1422" fmla="*/ 793492 h 942137"/>
                <a:gd name="connsiteX1423" fmla="*/ 666530 w 899217"/>
                <a:gd name="connsiteY1423" fmla="*/ 788042 h 942137"/>
                <a:gd name="connsiteX1424" fmla="*/ 666530 w 899217"/>
                <a:gd name="connsiteY1424" fmla="*/ 784577 h 942137"/>
                <a:gd name="connsiteX1425" fmla="*/ 666530 w 899217"/>
                <a:gd name="connsiteY1425" fmla="*/ 779363 h 942137"/>
                <a:gd name="connsiteX1426" fmla="*/ 666530 w 899217"/>
                <a:gd name="connsiteY1426" fmla="*/ 775226 h 942137"/>
                <a:gd name="connsiteX1427" fmla="*/ 668213 w 899217"/>
                <a:gd name="connsiteY1427" fmla="*/ 768699 h 942137"/>
                <a:gd name="connsiteX1428" fmla="*/ 672723 w 899217"/>
                <a:gd name="connsiteY1428" fmla="*/ 766210 h 942137"/>
                <a:gd name="connsiteX1429" fmla="*/ 679252 w 899217"/>
                <a:gd name="connsiteY1429" fmla="*/ 766109 h 942137"/>
                <a:gd name="connsiteX1430" fmla="*/ 684367 w 899217"/>
                <a:gd name="connsiteY1430" fmla="*/ 771424 h 942137"/>
                <a:gd name="connsiteX1431" fmla="*/ 685814 w 899217"/>
                <a:gd name="connsiteY1431" fmla="*/ 774519 h 942137"/>
                <a:gd name="connsiteX1432" fmla="*/ 687564 w 899217"/>
                <a:gd name="connsiteY1432" fmla="*/ 780103 h 942137"/>
                <a:gd name="connsiteX1433" fmla="*/ 692713 w 899217"/>
                <a:gd name="connsiteY1433" fmla="*/ 781483 h 942137"/>
                <a:gd name="connsiteX1434" fmla="*/ 697863 w 899217"/>
                <a:gd name="connsiteY1434" fmla="*/ 781483 h 942137"/>
                <a:gd name="connsiteX1435" fmla="*/ 701699 w 899217"/>
                <a:gd name="connsiteY1435" fmla="*/ 778421 h 942137"/>
                <a:gd name="connsiteX1436" fmla="*/ 704964 w 899217"/>
                <a:gd name="connsiteY1436" fmla="*/ 775596 h 942137"/>
                <a:gd name="connsiteX1437" fmla="*/ 705334 w 899217"/>
                <a:gd name="connsiteY1437" fmla="*/ 770953 h 942137"/>
                <a:gd name="connsiteX1438" fmla="*/ 708464 w 899217"/>
                <a:gd name="connsiteY1438" fmla="*/ 767757 h 942137"/>
                <a:gd name="connsiteX1439" fmla="*/ 711223 w 899217"/>
                <a:gd name="connsiteY1439" fmla="*/ 765672 h 942137"/>
                <a:gd name="connsiteX1440" fmla="*/ 714387 w 899217"/>
                <a:gd name="connsiteY1440" fmla="*/ 767186 h 942137"/>
                <a:gd name="connsiteX1441" fmla="*/ 716137 w 899217"/>
                <a:gd name="connsiteY1441" fmla="*/ 768060 h 942137"/>
                <a:gd name="connsiteX1442" fmla="*/ 723104 w 899217"/>
                <a:gd name="connsiteY1442" fmla="*/ 768060 h 942137"/>
                <a:gd name="connsiteX1443" fmla="*/ 727748 w 899217"/>
                <a:gd name="connsiteY1443" fmla="*/ 768060 h 942137"/>
                <a:gd name="connsiteX1444" fmla="*/ 733839 w 899217"/>
                <a:gd name="connsiteY1444" fmla="*/ 766748 h 942137"/>
                <a:gd name="connsiteX1445" fmla="*/ 736162 w 899217"/>
                <a:gd name="connsiteY1445" fmla="*/ 763990 h 942137"/>
                <a:gd name="connsiteX1446" fmla="*/ 742556 w 899217"/>
                <a:gd name="connsiteY1446" fmla="*/ 758776 h 942137"/>
                <a:gd name="connsiteX1447" fmla="*/ 746897 w 899217"/>
                <a:gd name="connsiteY1447" fmla="*/ 758776 h 942137"/>
                <a:gd name="connsiteX1448" fmla="*/ 750094 w 899217"/>
                <a:gd name="connsiteY1448" fmla="*/ 753259 h 942137"/>
                <a:gd name="connsiteX1449" fmla="*/ 750094 w 899217"/>
                <a:gd name="connsiteY1449" fmla="*/ 750366 h 942137"/>
                <a:gd name="connsiteX1450" fmla="*/ 747066 w 899217"/>
                <a:gd name="connsiteY1450" fmla="*/ 746901 h 942137"/>
                <a:gd name="connsiteX1451" fmla="*/ 743734 w 899217"/>
                <a:gd name="connsiteY1451" fmla="*/ 742831 h 942137"/>
                <a:gd name="connsiteX1452" fmla="*/ 742589 w 899217"/>
                <a:gd name="connsiteY1452" fmla="*/ 736473 h 942137"/>
                <a:gd name="connsiteX1453" fmla="*/ 749825 w 899217"/>
                <a:gd name="connsiteY1453" fmla="*/ 734454 h 942137"/>
                <a:gd name="connsiteX1454" fmla="*/ 756186 w 899217"/>
                <a:gd name="connsiteY1454" fmla="*/ 731696 h 942137"/>
                <a:gd name="connsiteX1455" fmla="*/ 762850 w 899217"/>
                <a:gd name="connsiteY1455" fmla="*/ 727491 h 942137"/>
                <a:gd name="connsiteX1456" fmla="*/ 770085 w 899217"/>
                <a:gd name="connsiteY1456" fmla="*/ 722848 h 942137"/>
                <a:gd name="connsiteX1457" fmla="*/ 776480 w 899217"/>
                <a:gd name="connsiteY1457" fmla="*/ 722848 h 942137"/>
                <a:gd name="connsiteX1458" fmla="*/ 782268 w 899217"/>
                <a:gd name="connsiteY1458" fmla="*/ 728634 h 942137"/>
                <a:gd name="connsiteX1459" fmla="*/ 784288 w 899217"/>
                <a:gd name="connsiteY1459" fmla="*/ 722848 h 942137"/>
                <a:gd name="connsiteX1460" fmla="*/ 786038 w 899217"/>
                <a:gd name="connsiteY1460" fmla="*/ 723151 h 942137"/>
                <a:gd name="connsiteX1461" fmla="*/ 791826 w 899217"/>
                <a:gd name="connsiteY1461" fmla="*/ 722008 h 942137"/>
                <a:gd name="connsiteX1462" fmla="*/ 791826 w 899217"/>
                <a:gd name="connsiteY1462" fmla="*/ 713329 h 942137"/>
                <a:gd name="connsiteX1463" fmla="*/ 792802 w 899217"/>
                <a:gd name="connsiteY1463" fmla="*/ 711075 h 942137"/>
                <a:gd name="connsiteX1464" fmla="*/ 797547 w 899217"/>
                <a:gd name="connsiteY1464" fmla="*/ 713766 h 942137"/>
                <a:gd name="connsiteX1465" fmla="*/ 814745 w 899217"/>
                <a:gd name="connsiteY1465" fmla="*/ 733041 h 942137"/>
                <a:gd name="connsiteX1466" fmla="*/ 820130 w 899217"/>
                <a:gd name="connsiteY1466" fmla="*/ 733613 h 942137"/>
                <a:gd name="connsiteX1467" fmla="*/ 821072 w 899217"/>
                <a:gd name="connsiteY1467" fmla="*/ 731292 h 94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Lst>
              <a:rect l="l" t="t" r="r" b="b"/>
              <a:pathLst>
                <a:path w="899217" h="942137">
                  <a:moveTo>
                    <a:pt x="821072" y="731292"/>
                  </a:moveTo>
                  <a:lnTo>
                    <a:pt x="824269" y="727524"/>
                  </a:lnTo>
                  <a:lnTo>
                    <a:pt x="827736" y="724934"/>
                  </a:lnTo>
                  <a:lnTo>
                    <a:pt x="831640" y="721167"/>
                  </a:lnTo>
                  <a:cubicBezTo>
                    <a:pt x="831640" y="721167"/>
                    <a:pt x="833389" y="717096"/>
                    <a:pt x="834534" y="716524"/>
                  </a:cubicBezTo>
                  <a:cubicBezTo>
                    <a:pt x="835678" y="715953"/>
                    <a:pt x="841500" y="714203"/>
                    <a:pt x="841500" y="714203"/>
                  </a:cubicBezTo>
                  <a:lnTo>
                    <a:pt x="842510" y="715953"/>
                  </a:lnTo>
                  <a:cubicBezTo>
                    <a:pt x="842510" y="715953"/>
                    <a:pt x="844092" y="715818"/>
                    <a:pt x="844529" y="715650"/>
                  </a:cubicBezTo>
                  <a:cubicBezTo>
                    <a:pt x="844967" y="715515"/>
                    <a:pt x="846279" y="712757"/>
                    <a:pt x="846279" y="712757"/>
                  </a:cubicBezTo>
                  <a:lnTo>
                    <a:pt x="844698" y="711613"/>
                  </a:lnTo>
                  <a:lnTo>
                    <a:pt x="843250" y="709864"/>
                  </a:lnTo>
                  <a:lnTo>
                    <a:pt x="843688" y="707543"/>
                  </a:lnTo>
                  <a:lnTo>
                    <a:pt x="845135" y="706399"/>
                  </a:lnTo>
                  <a:lnTo>
                    <a:pt x="849039" y="705255"/>
                  </a:lnTo>
                  <a:lnTo>
                    <a:pt x="854827" y="702497"/>
                  </a:lnTo>
                  <a:cubicBezTo>
                    <a:pt x="854827" y="702497"/>
                    <a:pt x="859304" y="699032"/>
                    <a:pt x="859909" y="699032"/>
                  </a:cubicBezTo>
                  <a:cubicBezTo>
                    <a:pt x="860482" y="699032"/>
                    <a:pt x="864116" y="696408"/>
                    <a:pt x="864116" y="696408"/>
                  </a:cubicBezTo>
                  <a:lnTo>
                    <a:pt x="865126" y="693078"/>
                  </a:lnTo>
                  <a:lnTo>
                    <a:pt x="866135" y="693078"/>
                  </a:lnTo>
                  <a:cubicBezTo>
                    <a:pt x="866135" y="693078"/>
                    <a:pt x="869602" y="694087"/>
                    <a:pt x="870208" y="694524"/>
                  </a:cubicBezTo>
                  <a:cubicBezTo>
                    <a:pt x="870780" y="694961"/>
                    <a:pt x="873540" y="697282"/>
                    <a:pt x="873540" y="697282"/>
                  </a:cubicBezTo>
                  <a:cubicBezTo>
                    <a:pt x="873540" y="697282"/>
                    <a:pt x="874852" y="698729"/>
                    <a:pt x="875996" y="699301"/>
                  </a:cubicBezTo>
                  <a:cubicBezTo>
                    <a:pt x="877140" y="699873"/>
                    <a:pt x="878891" y="700310"/>
                    <a:pt x="878891" y="700310"/>
                  </a:cubicBezTo>
                  <a:lnTo>
                    <a:pt x="881213" y="700613"/>
                  </a:lnTo>
                  <a:cubicBezTo>
                    <a:pt x="881213" y="700613"/>
                    <a:pt x="883838" y="698863"/>
                    <a:pt x="885117" y="697720"/>
                  </a:cubicBezTo>
                  <a:cubicBezTo>
                    <a:pt x="886429" y="696576"/>
                    <a:pt x="888011" y="694255"/>
                    <a:pt x="888751" y="693952"/>
                  </a:cubicBezTo>
                  <a:cubicBezTo>
                    <a:pt x="889492" y="693650"/>
                    <a:pt x="890569" y="691934"/>
                    <a:pt x="890569" y="691934"/>
                  </a:cubicBezTo>
                  <a:lnTo>
                    <a:pt x="891376" y="688032"/>
                  </a:lnTo>
                  <a:lnTo>
                    <a:pt x="891376" y="685273"/>
                  </a:lnTo>
                  <a:lnTo>
                    <a:pt x="891376" y="681203"/>
                  </a:lnTo>
                  <a:lnTo>
                    <a:pt x="891376" y="678310"/>
                  </a:lnTo>
                  <a:lnTo>
                    <a:pt x="894843" y="675282"/>
                  </a:lnTo>
                  <a:lnTo>
                    <a:pt x="894708" y="671212"/>
                  </a:lnTo>
                  <a:lnTo>
                    <a:pt x="894136" y="666872"/>
                  </a:lnTo>
                  <a:cubicBezTo>
                    <a:pt x="894136" y="666872"/>
                    <a:pt x="894574" y="663676"/>
                    <a:pt x="895146" y="663104"/>
                  </a:cubicBezTo>
                  <a:cubicBezTo>
                    <a:pt x="895718" y="662533"/>
                    <a:pt x="897905" y="659203"/>
                    <a:pt x="897905" y="659203"/>
                  </a:cubicBezTo>
                  <a:lnTo>
                    <a:pt x="899218" y="656881"/>
                  </a:lnTo>
                  <a:lnTo>
                    <a:pt x="896021" y="654123"/>
                  </a:lnTo>
                  <a:lnTo>
                    <a:pt x="891679" y="650658"/>
                  </a:lnTo>
                  <a:lnTo>
                    <a:pt x="889357" y="649952"/>
                  </a:lnTo>
                  <a:lnTo>
                    <a:pt x="889054" y="647058"/>
                  </a:lnTo>
                  <a:lnTo>
                    <a:pt x="889761" y="644603"/>
                  </a:lnTo>
                  <a:lnTo>
                    <a:pt x="890198" y="641575"/>
                  </a:lnTo>
                  <a:lnTo>
                    <a:pt x="889323" y="639389"/>
                  </a:lnTo>
                  <a:lnTo>
                    <a:pt x="886867" y="637942"/>
                  </a:lnTo>
                  <a:lnTo>
                    <a:pt x="883669" y="633737"/>
                  </a:lnTo>
                  <a:lnTo>
                    <a:pt x="881919" y="629397"/>
                  </a:lnTo>
                  <a:cubicBezTo>
                    <a:pt x="881919" y="629397"/>
                    <a:pt x="882054" y="627077"/>
                    <a:pt x="880607" y="625933"/>
                  </a:cubicBezTo>
                  <a:cubicBezTo>
                    <a:pt x="879160" y="624789"/>
                    <a:pt x="877140" y="623174"/>
                    <a:pt x="876568" y="623174"/>
                  </a:cubicBezTo>
                  <a:cubicBezTo>
                    <a:pt x="875996" y="623174"/>
                    <a:pt x="875256" y="622165"/>
                    <a:pt x="874549" y="623174"/>
                  </a:cubicBezTo>
                  <a:cubicBezTo>
                    <a:pt x="873809" y="624184"/>
                    <a:pt x="871924" y="625361"/>
                    <a:pt x="871924" y="625361"/>
                  </a:cubicBezTo>
                  <a:lnTo>
                    <a:pt x="868727" y="626942"/>
                  </a:lnTo>
                  <a:lnTo>
                    <a:pt x="867717" y="629835"/>
                  </a:lnTo>
                  <a:lnTo>
                    <a:pt x="866708" y="631854"/>
                  </a:lnTo>
                  <a:lnTo>
                    <a:pt x="865563" y="635621"/>
                  </a:lnTo>
                  <a:lnTo>
                    <a:pt x="862938" y="636193"/>
                  </a:lnTo>
                  <a:lnTo>
                    <a:pt x="860751" y="635486"/>
                  </a:lnTo>
                  <a:cubicBezTo>
                    <a:pt x="860751" y="635486"/>
                    <a:pt x="859606" y="632862"/>
                    <a:pt x="858294" y="632728"/>
                  </a:cubicBezTo>
                  <a:cubicBezTo>
                    <a:pt x="856981" y="632594"/>
                    <a:pt x="855534" y="632156"/>
                    <a:pt x="855534" y="632156"/>
                  </a:cubicBezTo>
                  <a:lnTo>
                    <a:pt x="851327" y="631854"/>
                  </a:lnTo>
                  <a:lnTo>
                    <a:pt x="847255" y="633098"/>
                  </a:lnTo>
                  <a:lnTo>
                    <a:pt x="843486" y="634040"/>
                  </a:lnTo>
                  <a:lnTo>
                    <a:pt x="841736" y="634040"/>
                  </a:lnTo>
                  <a:lnTo>
                    <a:pt x="839111" y="628960"/>
                  </a:lnTo>
                  <a:cubicBezTo>
                    <a:pt x="839111" y="628960"/>
                    <a:pt x="837226" y="627817"/>
                    <a:pt x="836789" y="627649"/>
                  </a:cubicBezTo>
                  <a:cubicBezTo>
                    <a:pt x="836351" y="627514"/>
                    <a:pt x="833154" y="628792"/>
                    <a:pt x="833154" y="628792"/>
                  </a:cubicBezTo>
                  <a:cubicBezTo>
                    <a:pt x="833154" y="628792"/>
                    <a:pt x="830832" y="631685"/>
                    <a:pt x="830697" y="632123"/>
                  </a:cubicBezTo>
                  <a:cubicBezTo>
                    <a:pt x="830563" y="632560"/>
                    <a:pt x="828072" y="634443"/>
                    <a:pt x="828072" y="634443"/>
                  </a:cubicBezTo>
                  <a:lnTo>
                    <a:pt x="826490" y="637202"/>
                  </a:lnTo>
                  <a:lnTo>
                    <a:pt x="824471" y="639523"/>
                  </a:lnTo>
                  <a:lnTo>
                    <a:pt x="822149" y="637202"/>
                  </a:lnTo>
                  <a:cubicBezTo>
                    <a:pt x="822149" y="637202"/>
                    <a:pt x="821442" y="636025"/>
                    <a:pt x="821005" y="635890"/>
                  </a:cubicBezTo>
                  <a:cubicBezTo>
                    <a:pt x="820567" y="635755"/>
                    <a:pt x="817101" y="632425"/>
                    <a:pt x="817101" y="632425"/>
                  </a:cubicBezTo>
                  <a:lnTo>
                    <a:pt x="814509" y="630979"/>
                  </a:lnTo>
                  <a:lnTo>
                    <a:pt x="811884" y="630609"/>
                  </a:lnTo>
                  <a:lnTo>
                    <a:pt x="807543" y="630542"/>
                  </a:lnTo>
                  <a:lnTo>
                    <a:pt x="803471" y="630542"/>
                  </a:lnTo>
                  <a:lnTo>
                    <a:pt x="800408" y="629532"/>
                  </a:lnTo>
                  <a:lnTo>
                    <a:pt x="797379" y="627211"/>
                  </a:lnTo>
                  <a:lnTo>
                    <a:pt x="793980" y="624453"/>
                  </a:lnTo>
                  <a:lnTo>
                    <a:pt x="792163" y="622703"/>
                  </a:lnTo>
                  <a:lnTo>
                    <a:pt x="792163" y="620988"/>
                  </a:lnTo>
                  <a:lnTo>
                    <a:pt x="793913" y="619844"/>
                  </a:lnTo>
                  <a:lnTo>
                    <a:pt x="795360" y="618263"/>
                  </a:lnTo>
                  <a:lnTo>
                    <a:pt x="796672" y="617119"/>
                  </a:lnTo>
                  <a:lnTo>
                    <a:pt x="798557" y="616110"/>
                  </a:lnTo>
                  <a:lnTo>
                    <a:pt x="800004" y="613352"/>
                  </a:lnTo>
                  <a:lnTo>
                    <a:pt x="800307" y="611030"/>
                  </a:lnTo>
                  <a:lnTo>
                    <a:pt x="799297" y="608709"/>
                  </a:lnTo>
                  <a:lnTo>
                    <a:pt x="796975" y="606960"/>
                  </a:lnTo>
                  <a:lnTo>
                    <a:pt x="797278" y="601174"/>
                  </a:lnTo>
                  <a:lnTo>
                    <a:pt x="797985" y="597406"/>
                  </a:lnTo>
                  <a:lnTo>
                    <a:pt x="794350" y="591889"/>
                  </a:lnTo>
                  <a:lnTo>
                    <a:pt x="789134" y="588862"/>
                  </a:lnTo>
                  <a:cubicBezTo>
                    <a:pt x="789134" y="588862"/>
                    <a:pt x="783917" y="586843"/>
                    <a:pt x="783480" y="586541"/>
                  </a:cubicBezTo>
                  <a:cubicBezTo>
                    <a:pt x="783042" y="586238"/>
                    <a:pt x="776682" y="588122"/>
                    <a:pt x="776682" y="588122"/>
                  </a:cubicBezTo>
                  <a:lnTo>
                    <a:pt x="772340" y="588256"/>
                  </a:lnTo>
                  <a:cubicBezTo>
                    <a:pt x="772340" y="588256"/>
                    <a:pt x="768436" y="589266"/>
                    <a:pt x="767864" y="589266"/>
                  </a:cubicBezTo>
                  <a:cubicBezTo>
                    <a:pt x="767292" y="589266"/>
                    <a:pt x="766114" y="589703"/>
                    <a:pt x="765542" y="589131"/>
                  </a:cubicBezTo>
                  <a:cubicBezTo>
                    <a:pt x="764970" y="588559"/>
                    <a:pt x="762648" y="586911"/>
                    <a:pt x="762075" y="586507"/>
                  </a:cubicBezTo>
                  <a:cubicBezTo>
                    <a:pt x="761503" y="586104"/>
                    <a:pt x="760191" y="585666"/>
                    <a:pt x="759450" y="585363"/>
                  </a:cubicBezTo>
                  <a:cubicBezTo>
                    <a:pt x="758710" y="585061"/>
                    <a:pt x="758878" y="585666"/>
                    <a:pt x="756119" y="585363"/>
                  </a:cubicBezTo>
                  <a:cubicBezTo>
                    <a:pt x="753359" y="585061"/>
                    <a:pt x="752046" y="585935"/>
                    <a:pt x="752046" y="585935"/>
                  </a:cubicBezTo>
                  <a:lnTo>
                    <a:pt x="748075" y="588694"/>
                  </a:lnTo>
                  <a:lnTo>
                    <a:pt x="746998" y="592764"/>
                  </a:lnTo>
                  <a:lnTo>
                    <a:pt x="746998" y="600165"/>
                  </a:lnTo>
                  <a:lnTo>
                    <a:pt x="741041" y="599290"/>
                  </a:lnTo>
                  <a:lnTo>
                    <a:pt x="738888" y="594648"/>
                  </a:lnTo>
                  <a:lnTo>
                    <a:pt x="735253" y="591183"/>
                  </a:lnTo>
                  <a:lnTo>
                    <a:pt x="732056" y="588727"/>
                  </a:lnTo>
                  <a:cubicBezTo>
                    <a:pt x="732056" y="588727"/>
                    <a:pt x="730171" y="586709"/>
                    <a:pt x="730036" y="586104"/>
                  </a:cubicBezTo>
                  <a:cubicBezTo>
                    <a:pt x="729902" y="585531"/>
                    <a:pt x="727849" y="582470"/>
                    <a:pt x="727849" y="582470"/>
                  </a:cubicBezTo>
                  <a:cubicBezTo>
                    <a:pt x="727849" y="582470"/>
                    <a:pt x="726536" y="579140"/>
                    <a:pt x="726671" y="578568"/>
                  </a:cubicBezTo>
                  <a:cubicBezTo>
                    <a:pt x="726805" y="577996"/>
                    <a:pt x="727849" y="575675"/>
                    <a:pt x="727849" y="575675"/>
                  </a:cubicBezTo>
                  <a:lnTo>
                    <a:pt x="726099" y="572479"/>
                  </a:lnTo>
                  <a:lnTo>
                    <a:pt x="726099" y="570595"/>
                  </a:lnTo>
                  <a:cubicBezTo>
                    <a:pt x="726099" y="570595"/>
                    <a:pt x="724349" y="569586"/>
                    <a:pt x="724349" y="569149"/>
                  </a:cubicBezTo>
                  <a:cubicBezTo>
                    <a:pt x="724349" y="568712"/>
                    <a:pt x="724349" y="567131"/>
                    <a:pt x="724349" y="567131"/>
                  </a:cubicBezTo>
                  <a:cubicBezTo>
                    <a:pt x="724349" y="567131"/>
                    <a:pt x="724853" y="564675"/>
                    <a:pt x="724988" y="564238"/>
                  </a:cubicBezTo>
                  <a:cubicBezTo>
                    <a:pt x="725123" y="563800"/>
                    <a:pt x="726065" y="562219"/>
                    <a:pt x="726065" y="561647"/>
                  </a:cubicBezTo>
                  <a:cubicBezTo>
                    <a:pt x="726065" y="561076"/>
                    <a:pt x="726065" y="558452"/>
                    <a:pt x="726065" y="558452"/>
                  </a:cubicBezTo>
                  <a:lnTo>
                    <a:pt x="726772" y="556871"/>
                  </a:lnTo>
                  <a:cubicBezTo>
                    <a:pt x="726772" y="556871"/>
                    <a:pt x="728656" y="555996"/>
                    <a:pt x="729094" y="555424"/>
                  </a:cubicBezTo>
                  <a:cubicBezTo>
                    <a:pt x="729531" y="554852"/>
                    <a:pt x="729666" y="554987"/>
                    <a:pt x="730407" y="554415"/>
                  </a:cubicBezTo>
                  <a:cubicBezTo>
                    <a:pt x="731113" y="553843"/>
                    <a:pt x="734546" y="552834"/>
                    <a:pt x="734546" y="552834"/>
                  </a:cubicBezTo>
                  <a:lnTo>
                    <a:pt x="732291" y="550075"/>
                  </a:lnTo>
                  <a:lnTo>
                    <a:pt x="732796" y="545870"/>
                  </a:lnTo>
                  <a:cubicBezTo>
                    <a:pt x="732796" y="545870"/>
                    <a:pt x="734108" y="541733"/>
                    <a:pt x="734546" y="540858"/>
                  </a:cubicBezTo>
                  <a:cubicBezTo>
                    <a:pt x="734983" y="539983"/>
                    <a:pt x="735421" y="538470"/>
                    <a:pt x="736498" y="537595"/>
                  </a:cubicBezTo>
                  <a:cubicBezTo>
                    <a:pt x="737575" y="536721"/>
                    <a:pt x="740200" y="535409"/>
                    <a:pt x="741950" y="534332"/>
                  </a:cubicBezTo>
                  <a:cubicBezTo>
                    <a:pt x="743700" y="533256"/>
                    <a:pt x="746089" y="530632"/>
                    <a:pt x="746089" y="530632"/>
                  </a:cubicBezTo>
                  <a:lnTo>
                    <a:pt x="746965" y="528041"/>
                  </a:lnTo>
                  <a:lnTo>
                    <a:pt x="747604" y="521953"/>
                  </a:lnTo>
                  <a:lnTo>
                    <a:pt x="746291" y="520203"/>
                  </a:lnTo>
                  <a:lnTo>
                    <a:pt x="744541" y="516940"/>
                  </a:lnTo>
                  <a:cubicBezTo>
                    <a:pt x="744541" y="516940"/>
                    <a:pt x="741714" y="511928"/>
                    <a:pt x="741512" y="510852"/>
                  </a:cubicBezTo>
                  <a:cubicBezTo>
                    <a:pt x="741311" y="509775"/>
                    <a:pt x="743027" y="509540"/>
                    <a:pt x="743902" y="509540"/>
                  </a:cubicBezTo>
                  <a:cubicBezTo>
                    <a:pt x="744777" y="509540"/>
                    <a:pt x="748243" y="510852"/>
                    <a:pt x="749994" y="511726"/>
                  </a:cubicBezTo>
                  <a:cubicBezTo>
                    <a:pt x="751744" y="512601"/>
                    <a:pt x="753258" y="508900"/>
                    <a:pt x="753258" y="508900"/>
                  </a:cubicBezTo>
                  <a:lnTo>
                    <a:pt x="756085" y="507387"/>
                  </a:lnTo>
                  <a:cubicBezTo>
                    <a:pt x="756085" y="507387"/>
                    <a:pt x="758273" y="506075"/>
                    <a:pt x="759114" y="505436"/>
                  </a:cubicBezTo>
                  <a:cubicBezTo>
                    <a:pt x="759989" y="504796"/>
                    <a:pt x="761503" y="504359"/>
                    <a:pt x="761503" y="504359"/>
                  </a:cubicBezTo>
                  <a:cubicBezTo>
                    <a:pt x="761503" y="504359"/>
                    <a:pt x="763455" y="501332"/>
                    <a:pt x="764768" y="500221"/>
                  </a:cubicBezTo>
                  <a:cubicBezTo>
                    <a:pt x="766080" y="499145"/>
                    <a:pt x="765845" y="498035"/>
                    <a:pt x="766080" y="497396"/>
                  </a:cubicBezTo>
                  <a:cubicBezTo>
                    <a:pt x="766282" y="496757"/>
                    <a:pt x="766282" y="493258"/>
                    <a:pt x="766282" y="493258"/>
                  </a:cubicBezTo>
                  <a:lnTo>
                    <a:pt x="766484" y="490634"/>
                  </a:lnTo>
                  <a:lnTo>
                    <a:pt x="763455" y="488044"/>
                  </a:lnTo>
                  <a:cubicBezTo>
                    <a:pt x="763455" y="488044"/>
                    <a:pt x="758676" y="488044"/>
                    <a:pt x="757801" y="488044"/>
                  </a:cubicBezTo>
                  <a:cubicBezTo>
                    <a:pt x="756926" y="488044"/>
                    <a:pt x="753897" y="488380"/>
                    <a:pt x="751710" y="489019"/>
                  </a:cubicBezTo>
                  <a:cubicBezTo>
                    <a:pt x="749522" y="489659"/>
                    <a:pt x="747133" y="488683"/>
                    <a:pt x="747133" y="488683"/>
                  </a:cubicBezTo>
                  <a:lnTo>
                    <a:pt x="746493" y="486295"/>
                  </a:lnTo>
                  <a:cubicBezTo>
                    <a:pt x="746493" y="486295"/>
                    <a:pt x="743902" y="481955"/>
                    <a:pt x="742589" y="480441"/>
                  </a:cubicBezTo>
                  <a:cubicBezTo>
                    <a:pt x="741277" y="478927"/>
                    <a:pt x="739763" y="477414"/>
                    <a:pt x="739763" y="477414"/>
                  </a:cubicBezTo>
                  <a:lnTo>
                    <a:pt x="738248" y="475463"/>
                  </a:lnTo>
                  <a:lnTo>
                    <a:pt x="738686" y="470955"/>
                  </a:lnTo>
                  <a:cubicBezTo>
                    <a:pt x="738686" y="470955"/>
                    <a:pt x="740637" y="468533"/>
                    <a:pt x="741075" y="467658"/>
                  </a:cubicBezTo>
                  <a:cubicBezTo>
                    <a:pt x="741512" y="466784"/>
                    <a:pt x="740873" y="463319"/>
                    <a:pt x="740873" y="463319"/>
                  </a:cubicBezTo>
                  <a:lnTo>
                    <a:pt x="738248" y="461368"/>
                  </a:lnTo>
                  <a:lnTo>
                    <a:pt x="734983" y="462242"/>
                  </a:lnTo>
                  <a:cubicBezTo>
                    <a:pt x="734983" y="462242"/>
                    <a:pt x="733032" y="464193"/>
                    <a:pt x="732359" y="464429"/>
                  </a:cubicBezTo>
                  <a:cubicBezTo>
                    <a:pt x="731719" y="464631"/>
                    <a:pt x="730171" y="465943"/>
                    <a:pt x="729330" y="465943"/>
                  </a:cubicBezTo>
                  <a:cubicBezTo>
                    <a:pt x="728454" y="465943"/>
                    <a:pt x="723911" y="468567"/>
                    <a:pt x="724315" y="466582"/>
                  </a:cubicBezTo>
                  <a:cubicBezTo>
                    <a:pt x="724753" y="464631"/>
                    <a:pt x="726940" y="461805"/>
                    <a:pt x="726940" y="461805"/>
                  </a:cubicBezTo>
                  <a:lnTo>
                    <a:pt x="727579" y="455716"/>
                  </a:lnTo>
                  <a:lnTo>
                    <a:pt x="724315" y="454404"/>
                  </a:lnTo>
                  <a:cubicBezTo>
                    <a:pt x="724315" y="454404"/>
                    <a:pt x="721690" y="454606"/>
                    <a:pt x="721488" y="453765"/>
                  </a:cubicBezTo>
                  <a:cubicBezTo>
                    <a:pt x="721286" y="452890"/>
                    <a:pt x="717786" y="448551"/>
                    <a:pt x="717786" y="448551"/>
                  </a:cubicBezTo>
                  <a:cubicBezTo>
                    <a:pt x="717786" y="448551"/>
                    <a:pt x="714084" y="446802"/>
                    <a:pt x="713647" y="446162"/>
                  </a:cubicBezTo>
                  <a:cubicBezTo>
                    <a:pt x="713209" y="445523"/>
                    <a:pt x="713209" y="442025"/>
                    <a:pt x="713209" y="441150"/>
                  </a:cubicBezTo>
                  <a:cubicBezTo>
                    <a:pt x="713209" y="440276"/>
                    <a:pt x="713849" y="439401"/>
                    <a:pt x="713849" y="439401"/>
                  </a:cubicBezTo>
                  <a:lnTo>
                    <a:pt x="717550" y="437013"/>
                  </a:lnTo>
                  <a:lnTo>
                    <a:pt x="720579" y="435499"/>
                  </a:lnTo>
                  <a:lnTo>
                    <a:pt x="724281" y="435701"/>
                  </a:lnTo>
                  <a:lnTo>
                    <a:pt x="726469" y="434187"/>
                  </a:lnTo>
                  <a:lnTo>
                    <a:pt x="727108" y="429410"/>
                  </a:lnTo>
                  <a:lnTo>
                    <a:pt x="727748" y="424633"/>
                  </a:lnTo>
                  <a:lnTo>
                    <a:pt x="727748" y="418107"/>
                  </a:lnTo>
                  <a:lnTo>
                    <a:pt x="727512" y="413969"/>
                  </a:lnTo>
                  <a:lnTo>
                    <a:pt x="729262" y="410505"/>
                  </a:lnTo>
                  <a:lnTo>
                    <a:pt x="730777" y="408553"/>
                  </a:lnTo>
                  <a:lnTo>
                    <a:pt x="731854" y="406804"/>
                  </a:lnTo>
                  <a:lnTo>
                    <a:pt x="733368" y="404214"/>
                  </a:lnTo>
                  <a:lnTo>
                    <a:pt x="734883" y="401825"/>
                  </a:lnTo>
                  <a:cubicBezTo>
                    <a:pt x="734883" y="401825"/>
                    <a:pt x="736195" y="398125"/>
                    <a:pt x="736633" y="396376"/>
                  </a:cubicBezTo>
                  <a:cubicBezTo>
                    <a:pt x="737070" y="394627"/>
                    <a:pt x="737070" y="391162"/>
                    <a:pt x="737070" y="391162"/>
                  </a:cubicBezTo>
                  <a:lnTo>
                    <a:pt x="739022" y="386587"/>
                  </a:lnTo>
                  <a:cubicBezTo>
                    <a:pt x="739022" y="386587"/>
                    <a:pt x="740974" y="383761"/>
                    <a:pt x="741647" y="382886"/>
                  </a:cubicBezTo>
                  <a:cubicBezTo>
                    <a:pt x="742287" y="382012"/>
                    <a:pt x="742724" y="380498"/>
                    <a:pt x="742724" y="380498"/>
                  </a:cubicBezTo>
                  <a:cubicBezTo>
                    <a:pt x="742724" y="380498"/>
                    <a:pt x="747066" y="377672"/>
                    <a:pt x="747503" y="376966"/>
                  </a:cubicBezTo>
                  <a:cubicBezTo>
                    <a:pt x="747941" y="376259"/>
                    <a:pt x="748580" y="374409"/>
                    <a:pt x="748580" y="374409"/>
                  </a:cubicBezTo>
                  <a:cubicBezTo>
                    <a:pt x="748580" y="374409"/>
                    <a:pt x="752484" y="368993"/>
                    <a:pt x="752921" y="368119"/>
                  </a:cubicBezTo>
                  <a:cubicBezTo>
                    <a:pt x="753359" y="367244"/>
                    <a:pt x="753561" y="365730"/>
                    <a:pt x="753561" y="365730"/>
                  </a:cubicBezTo>
                  <a:cubicBezTo>
                    <a:pt x="753561" y="365730"/>
                    <a:pt x="753561" y="365730"/>
                    <a:pt x="754873" y="363981"/>
                  </a:cubicBezTo>
                  <a:cubicBezTo>
                    <a:pt x="756186" y="362232"/>
                    <a:pt x="755950" y="358767"/>
                    <a:pt x="755950" y="358128"/>
                  </a:cubicBezTo>
                  <a:cubicBezTo>
                    <a:pt x="755950" y="357488"/>
                    <a:pt x="754873" y="355537"/>
                    <a:pt x="754873" y="355537"/>
                  </a:cubicBezTo>
                  <a:lnTo>
                    <a:pt x="750296" y="351635"/>
                  </a:lnTo>
                  <a:lnTo>
                    <a:pt x="750296" y="344907"/>
                  </a:lnTo>
                  <a:lnTo>
                    <a:pt x="745517" y="341005"/>
                  </a:lnTo>
                  <a:lnTo>
                    <a:pt x="743565" y="339054"/>
                  </a:lnTo>
                  <a:cubicBezTo>
                    <a:pt x="743565" y="339054"/>
                    <a:pt x="741176" y="338415"/>
                    <a:pt x="740099" y="337742"/>
                  </a:cubicBezTo>
                  <a:cubicBezTo>
                    <a:pt x="739022" y="337103"/>
                    <a:pt x="736397" y="335993"/>
                    <a:pt x="736397" y="335993"/>
                  </a:cubicBezTo>
                  <a:lnTo>
                    <a:pt x="736397" y="333806"/>
                  </a:lnTo>
                  <a:lnTo>
                    <a:pt x="738147" y="332494"/>
                  </a:lnTo>
                  <a:lnTo>
                    <a:pt x="738147" y="328794"/>
                  </a:lnTo>
                  <a:cubicBezTo>
                    <a:pt x="738147" y="328794"/>
                    <a:pt x="737373" y="326204"/>
                    <a:pt x="737171" y="325531"/>
                  </a:cubicBezTo>
                  <a:cubicBezTo>
                    <a:pt x="736969" y="324892"/>
                    <a:pt x="734883" y="323142"/>
                    <a:pt x="734883" y="323142"/>
                  </a:cubicBezTo>
                  <a:cubicBezTo>
                    <a:pt x="734883" y="323142"/>
                    <a:pt x="731854" y="322066"/>
                    <a:pt x="730743" y="322066"/>
                  </a:cubicBezTo>
                  <a:cubicBezTo>
                    <a:pt x="729666" y="322066"/>
                    <a:pt x="728993" y="321864"/>
                    <a:pt x="728993" y="321864"/>
                  </a:cubicBezTo>
                  <a:lnTo>
                    <a:pt x="727041" y="323613"/>
                  </a:lnTo>
                  <a:lnTo>
                    <a:pt x="725527" y="324252"/>
                  </a:lnTo>
                  <a:lnTo>
                    <a:pt x="724214" y="325564"/>
                  </a:lnTo>
                  <a:lnTo>
                    <a:pt x="724214" y="326876"/>
                  </a:lnTo>
                  <a:cubicBezTo>
                    <a:pt x="724214" y="326876"/>
                    <a:pt x="723339" y="328188"/>
                    <a:pt x="723137" y="328827"/>
                  </a:cubicBezTo>
                  <a:cubicBezTo>
                    <a:pt x="722935" y="329467"/>
                    <a:pt x="722498" y="330139"/>
                    <a:pt x="722060" y="330779"/>
                  </a:cubicBezTo>
                  <a:cubicBezTo>
                    <a:pt x="721623" y="331418"/>
                    <a:pt x="719469" y="333167"/>
                    <a:pt x="719469" y="333167"/>
                  </a:cubicBezTo>
                  <a:lnTo>
                    <a:pt x="716002" y="334681"/>
                  </a:lnTo>
                  <a:lnTo>
                    <a:pt x="714488" y="335320"/>
                  </a:lnTo>
                  <a:cubicBezTo>
                    <a:pt x="714488" y="335320"/>
                    <a:pt x="710584" y="335320"/>
                    <a:pt x="709911" y="335118"/>
                  </a:cubicBezTo>
                  <a:cubicBezTo>
                    <a:pt x="709271" y="334916"/>
                    <a:pt x="707723" y="335118"/>
                    <a:pt x="707723" y="335118"/>
                  </a:cubicBezTo>
                  <a:cubicBezTo>
                    <a:pt x="707723" y="335118"/>
                    <a:pt x="703584" y="335118"/>
                    <a:pt x="702709" y="335118"/>
                  </a:cubicBezTo>
                  <a:cubicBezTo>
                    <a:pt x="701834" y="335118"/>
                    <a:pt x="700319" y="334916"/>
                    <a:pt x="700319" y="334916"/>
                  </a:cubicBezTo>
                  <a:lnTo>
                    <a:pt x="698367" y="335118"/>
                  </a:lnTo>
                  <a:lnTo>
                    <a:pt x="697930" y="336632"/>
                  </a:lnTo>
                  <a:cubicBezTo>
                    <a:pt x="697930" y="336632"/>
                    <a:pt x="696853" y="337069"/>
                    <a:pt x="696180" y="338146"/>
                  </a:cubicBezTo>
                  <a:cubicBezTo>
                    <a:pt x="695540" y="339222"/>
                    <a:pt x="695103" y="339660"/>
                    <a:pt x="694867" y="340332"/>
                  </a:cubicBezTo>
                  <a:cubicBezTo>
                    <a:pt x="694632" y="340971"/>
                    <a:pt x="694228" y="342283"/>
                    <a:pt x="693790" y="343158"/>
                  </a:cubicBezTo>
                  <a:cubicBezTo>
                    <a:pt x="693353" y="344033"/>
                    <a:pt x="692040" y="343797"/>
                    <a:pt x="692040" y="343797"/>
                  </a:cubicBezTo>
                  <a:lnTo>
                    <a:pt x="686824" y="343797"/>
                  </a:lnTo>
                  <a:lnTo>
                    <a:pt x="683357" y="343797"/>
                  </a:lnTo>
                  <a:lnTo>
                    <a:pt x="678578" y="343797"/>
                  </a:lnTo>
                  <a:lnTo>
                    <a:pt x="673362" y="342922"/>
                  </a:lnTo>
                  <a:lnTo>
                    <a:pt x="669021" y="340736"/>
                  </a:lnTo>
                  <a:lnTo>
                    <a:pt x="666631" y="337910"/>
                  </a:lnTo>
                  <a:lnTo>
                    <a:pt x="663367" y="331821"/>
                  </a:lnTo>
                  <a:lnTo>
                    <a:pt x="660203" y="328996"/>
                  </a:lnTo>
                  <a:lnTo>
                    <a:pt x="660001" y="326607"/>
                  </a:lnTo>
                  <a:cubicBezTo>
                    <a:pt x="660001" y="326607"/>
                    <a:pt x="660641" y="323445"/>
                    <a:pt x="660641" y="322705"/>
                  </a:cubicBezTo>
                  <a:cubicBezTo>
                    <a:pt x="660641" y="321931"/>
                    <a:pt x="660741" y="319106"/>
                    <a:pt x="660741" y="319106"/>
                  </a:cubicBezTo>
                  <a:lnTo>
                    <a:pt x="661179" y="315203"/>
                  </a:lnTo>
                  <a:lnTo>
                    <a:pt x="661381" y="312916"/>
                  </a:lnTo>
                  <a:lnTo>
                    <a:pt x="662020" y="310427"/>
                  </a:lnTo>
                  <a:cubicBezTo>
                    <a:pt x="662020" y="310427"/>
                    <a:pt x="662559" y="309888"/>
                    <a:pt x="662895" y="309787"/>
                  </a:cubicBezTo>
                  <a:cubicBezTo>
                    <a:pt x="663232" y="309686"/>
                    <a:pt x="663535" y="308812"/>
                    <a:pt x="663535" y="308812"/>
                  </a:cubicBezTo>
                  <a:lnTo>
                    <a:pt x="664847" y="307500"/>
                  </a:lnTo>
                  <a:lnTo>
                    <a:pt x="665924" y="305549"/>
                  </a:lnTo>
                  <a:lnTo>
                    <a:pt x="666160" y="302622"/>
                  </a:lnTo>
                  <a:lnTo>
                    <a:pt x="665083" y="301209"/>
                  </a:lnTo>
                  <a:lnTo>
                    <a:pt x="665083" y="299460"/>
                  </a:lnTo>
                  <a:lnTo>
                    <a:pt x="665689" y="296971"/>
                  </a:lnTo>
                  <a:lnTo>
                    <a:pt x="666597" y="295356"/>
                  </a:lnTo>
                  <a:cubicBezTo>
                    <a:pt x="666597" y="295356"/>
                    <a:pt x="667136" y="292968"/>
                    <a:pt x="667136" y="292631"/>
                  </a:cubicBezTo>
                  <a:cubicBezTo>
                    <a:pt x="667136" y="292295"/>
                    <a:pt x="666698" y="290243"/>
                    <a:pt x="666698" y="290243"/>
                  </a:cubicBezTo>
                  <a:lnTo>
                    <a:pt x="665487" y="287215"/>
                  </a:lnTo>
                  <a:lnTo>
                    <a:pt x="662222" y="285365"/>
                  </a:lnTo>
                  <a:lnTo>
                    <a:pt x="660809" y="285567"/>
                  </a:lnTo>
                  <a:cubicBezTo>
                    <a:pt x="660809" y="285567"/>
                    <a:pt x="659631" y="286004"/>
                    <a:pt x="659092" y="286206"/>
                  </a:cubicBezTo>
                  <a:cubicBezTo>
                    <a:pt x="658554" y="286408"/>
                    <a:pt x="658217" y="287081"/>
                    <a:pt x="658217" y="287081"/>
                  </a:cubicBezTo>
                  <a:lnTo>
                    <a:pt x="655054" y="288595"/>
                  </a:lnTo>
                  <a:lnTo>
                    <a:pt x="652227" y="288157"/>
                  </a:lnTo>
                  <a:lnTo>
                    <a:pt x="651150" y="284692"/>
                  </a:lnTo>
                  <a:lnTo>
                    <a:pt x="651789" y="282943"/>
                  </a:lnTo>
                  <a:lnTo>
                    <a:pt x="656568" y="281631"/>
                  </a:lnTo>
                  <a:lnTo>
                    <a:pt x="656770" y="280555"/>
                  </a:lnTo>
                  <a:lnTo>
                    <a:pt x="656333" y="278603"/>
                  </a:lnTo>
                  <a:lnTo>
                    <a:pt x="656333" y="272515"/>
                  </a:lnTo>
                  <a:lnTo>
                    <a:pt x="660573" y="271640"/>
                  </a:lnTo>
                  <a:lnTo>
                    <a:pt x="663501" y="267301"/>
                  </a:lnTo>
                  <a:cubicBezTo>
                    <a:pt x="663501" y="267301"/>
                    <a:pt x="668179" y="265114"/>
                    <a:pt x="668280" y="264710"/>
                  </a:cubicBezTo>
                  <a:cubicBezTo>
                    <a:pt x="668381" y="264273"/>
                    <a:pt x="669357" y="262759"/>
                    <a:pt x="669357" y="262759"/>
                  </a:cubicBezTo>
                  <a:lnTo>
                    <a:pt x="670434" y="261246"/>
                  </a:lnTo>
                  <a:lnTo>
                    <a:pt x="673160" y="258521"/>
                  </a:lnTo>
                  <a:cubicBezTo>
                    <a:pt x="673160" y="258521"/>
                    <a:pt x="674675" y="257209"/>
                    <a:pt x="675112" y="257007"/>
                  </a:cubicBezTo>
                  <a:cubicBezTo>
                    <a:pt x="675550" y="256805"/>
                    <a:pt x="676290" y="256031"/>
                    <a:pt x="676290" y="256031"/>
                  </a:cubicBezTo>
                  <a:lnTo>
                    <a:pt x="678242" y="254417"/>
                  </a:lnTo>
                  <a:lnTo>
                    <a:pt x="680093" y="251927"/>
                  </a:lnTo>
                  <a:cubicBezTo>
                    <a:pt x="680093" y="251927"/>
                    <a:pt x="680968" y="249202"/>
                    <a:pt x="681069" y="248664"/>
                  </a:cubicBezTo>
                  <a:lnTo>
                    <a:pt x="683256" y="244628"/>
                  </a:lnTo>
                  <a:cubicBezTo>
                    <a:pt x="683256" y="244628"/>
                    <a:pt x="684030" y="242340"/>
                    <a:pt x="684233" y="241701"/>
                  </a:cubicBezTo>
                  <a:cubicBezTo>
                    <a:pt x="684434" y="241062"/>
                    <a:pt x="685444" y="239649"/>
                    <a:pt x="685444" y="239649"/>
                  </a:cubicBezTo>
                  <a:cubicBezTo>
                    <a:pt x="685444" y="239649"/>
                    <a:pt x="685781" y="238572"/>
                    <a:pt x="686420" y="238438"/>
                  </a:cubicBezTo>
                  <a:cubicBezTo>
                    <a:pt x="687059" y="238337"/>
                    <a:pt x="688069" y="238438"/>
                    <a:pt x="688372" y="238539"/>
                  </a:cubicBezTo>
                  <a:cubicBezTo>
                    <a:pt x="688708" y="238640"/>
                    <a:pt x="689348" y="240389"/>
                    <a:pt x="689348" y="240389"/>
                  </a:cubicBezTo>
                  <a:lnTo>
                    <a:pt x="689348" y="242340"/>
                  </a:lnTo>
                  <a:lnTo>
                    <a:pt x="690391" y="242878"/>
                  </a:lnTo>
                  <a:cubicBezTo>
                    <a:pt x="690391" y="242878"/>
                    <a:pt x="691771" y="242676"/>
                    <a:pt x="692175" y="242676"/>
                  </a:cubicBezTo>
                  <a:cubicBezTo>
                    <a:pt x="692612" y="242676"/>
                    <a:pt x="694127" y="243013"/>
                    <a:pt x="694127" y="243013"/>
                  </a:cubicBezTo>
                  <a:lnTo>
                    <a:pt x="695978" y="244964"/>
                  </a:lnTo>
                  <a:lnTo>
                    <a:pt x="696214" y="246141"/>
                  </a:lnTo>
                  <a:lnTo>
                    <a:pt x="698266" y="248092"/>
                  </a:lnTo>
                  <a:cubicBezTo>
                    <a:pt x="698266" y="248092"/>
                    <a:pt x="700319" y="250582"/>
                    <a:pt x="700656" y="251019"/>
                  </a:cubicBezTo>
                  <a:cubicBezTo>
                    <a:pt x="700992" y="251456"/>
                    <a:pt x="702271" y="253307"/>
                    <a:pt x="702944" y="253845"/>
                  </a:cubicBezTo>
                  <a:cubicBezTo>
                    <a:pt x="703584" y="254383"/>
                    <a:pt x="705973" y="256771"/>
                    <a:pt x="706108" y="257209"/>
                  </a:cubicBezTo>
                  <a:cubicBezTo>
                    <a:pt x="706209" y="257646"/>
                    <a:pt x="708060" y="259294"/>
                    <a:pt x="708598" y="259698"/>
                  </a:cubicBezTo>
                  <a:cubicBezTo>
                    <a:pt x="709137" y="260135"/>
                    <a:pt x="711089" y="262087"/>
                    <a:pt x="711089" y="262087"/>
                  </a:cubicBezTo>
                  <a:lnTo>
                    <a:pt x="714151" y="262087"/>
                  </a:lnTo>
                  <a:lnTo>
                    <a:pt x="717517" y="260337"/>
                  </a:lnTo>
                  <a:lnTo>
                    <a:pt x="719132" y="257848"/>
                  </a:lnTo>
                  <a:lnTo>
                    <a:pt x="722397" y="254820"/>
                  </a:lnTo>
                  <a:cubicBezTo>
                    <a:pt x="722397" y="254820"/>
                    <a:pt x="725022" y="253206"/>
                    <a:pt x="725661" y="252768"/>
                  </a:cubicBezTo>
                  <a:cubicBezTo>
                    <a:pt x="726301" y="252331"/>
                    <a:pt x="728253" y="247554"/>
                    <a:pt x="728253" y="247554"/>
                  </a:cubicBezTo>
                  <a:cubicBezTo>
                    <a:pt x="728253" y="247554"/>
                    <a:pt x="729027" y="245502"/>
                    <a:pt x="729128" y="245166"/>
                  </a:cubicBezTo>
                  <a:cubicBezTo>
                    <a:pt x="729229" y="244829"/>
                    <a:pt x="731416" y="242542"/>
                    <a:pt x="731416" y="242542"/>
                  </a:cubicBezTo>
                  <a:lnTo>
                    <a:pt x="733806" y="241465"/>
                  </a:lnTo>
                  <a:cubicBezTo>
                    <a:pt x="733806" y="241465"/>
                    <a:pt x="736532" y="243215"/>
                    <a:pt x="737609" y="243417"/>
                  </a:cubicBezTo>
                  <a:cubicBezTo>
                    <a:pt x="738686" y="243618"/>
                    <a:pt x="739897" y="245166"/>
                    <a:pt x="739897" y="245166"/>
                  </a:cubicBezTo>
                  <a:lnTo>
                    <a:pt x="743162" y="248530"/>
                  </a:lnTo>
                  <a:cubicBezTo>
                    <a:pt x="743162" y="248530"/>
                    <a:pt x="743599" y="249943"/>
                    <a:pt x="743599" y="250380"/>
                  </a:cubicBezTo>
                  <a:cubicBezTo>
                    <a:pt x="743599" y="250817"/>
                    <a:pt x="743599" y="251692"/>
                    <a:pt x="743263" y="252566"/>
                  </a:cubicBezTo>
                  <a:cubicBezTo>
                    <a:pt x="742926" y="253441"/>
                    <a:pt x="743263" y="254955"/>
                    <a:pt x="743363" y="255729"/>
                  </a:cubicBezTo>
                  <a:cubicBezTo>
                    <a:pt x="743465" y="256502"/>
                    <a:pt x="744777" y="257141"/>
                    <a:pt x="745854" y="258353"/>
                  </a:cubicBezTo>
                  <a:cubicBezTo>
                    <a:pt x="746931" y="259530"/>
                    <a:pt x="748041" y="259126"/>
                    <a:pt x="748041" y="259126"/>
                  </a:cubicBezTo>
                  <a:lnTo>
                    <a:pt x="749892" y="258689"/>
                  </a:lnTo>
                  <a:lnTo>
                    <a:pt x="753258" y="257074"/>
                  </a:lnTo>
                  <a:lnTo>
                    <a:pt x="756287" y="256872"/>
                  </a:lnTo>
                  <a:cubicBezTo>
                    <a:pt x="756287" y="256872"/>
                    <a:pt x="763018" y="256771"/>
                    <a:pt x="763893" y="256536"/>
                  </a:cubicBezTo>
                  <a:cubicBezTo>
                    <a:pt x="764768" y="256334"/>
                    <a:pt x="769109" y="256536"/>
                    <a:pt x="769446" y="256536"/>
                  </a:cubicBezTo>
                  <a:cubicBezTo>
                    <a:pt x="769782" y="256536"/>
                    <a:pt x="773047" y="258285"/>
                    <a:pt x="773484" y="258285"/>
                  </a:cubicBezTo>
                  <a:cubicBezTo>
                    <a:pt x="773922" y="258285"/>
                    <a:pt x="777725" y="261313"/>
                    <a:pt x="777725" y="261313"/>
                  </a:cubicBezTo>
                  <a:lnTo>
                    <a:pt x="780013" y="260337"/>
                  </a:lnTo>
                  <a:cubicBezTo>
                    <a:pt x="780013" y="260337"/>
                    <a:pt x="781965" y="257612"/>
                    <a:pt x="782840" y="257175"/>
                  </a:cubicBezTo>
                  <a:cubicBezTo>
                    <a:pt x="783715" y="256738"/>
                    <a:pt x="784927" y="254686"/>
                    <a:pt x="785028" y="254248"/>
                  </a:cubicBezTo>
                  <a:cubicBezTo>
                    <a:pt x="785129" y="253811"/>
                    <a:pt x="787518" y="252062"/>
                    <a:pt x="788393" y="251524"/>
                  </a:cubicBezTo>
                  <a:cubicBezTo>
                    <a:pt x="789268" y="250985"/>
                    <a:pt x="793273" y="249472"/>
                    <a:pt x="793273" y="249472"/>
                  </a:cubicBezTo>
                  <a:lnTo>
                    <a:pt x="794922" y="249034"/>
                  </a:lnTo>
                  <a:cubicBezTo>
                    <a:pt x="794922" y="249034"/>
                    <a:pt x="797749" y="248933"/>
                    <a:pt x="799062" y="248933"/>
                  </a:cubicBezTo>
                  <a:cubicBezTo>
                    <a:pt x="800374" y="248933"/>
                    <a:pt x="803302" y="248294"/>
                    <a:pt x="803302" y="248294"/>
                  </a:cubicBezTo>
                  <a:cubicBezTo>
                    <a:pt x="803302" y="248294"/>
                    <a:pt x="806567" y="248294"/>
                    <a:pt x="808418" y="248294"/>
                  </a:cubicBezTo>
                  <a:cubicBezTo>
                    <a:pt x="810269" y="248294"/>
                    <a:pt x="812456" y="248294"/>
                    <a:pt x="812456" y="248294"/>
                  </a:cubicBezTo>
                  <a:cubicBezTo>
                    <a:pt x="812456" y="248294"/>
                    <a:pt x="814408" y="248294"/>
                    <a:pt x="814745" y="248294"/>
                  </a:cubicBezTo>
                  <a:cubicBezTo>
                    <a:pt x="815081" y="248294"/>
                    <a:pt x="816360" y="246242"/>
                    <a:pt x="816697" y="245906"/>
                  </a:cubicBezTo>
                  <a:cubicBezTo>
                    <a:pt x="817033" y="245569"/>
                    <a:pt x="818110" y="244056"/>
                    <a:pt x="818211" y="243719"/>
                  </a:cubicBezTo>
                  <a:cubicBezTo>
                    <a:pt x="818312" y="243383"/>
                    <a:pt x="819827" y="242205"/>
                    <a:pt x="819827" y="242205"/>
                  </a:cubicBezTo>
                  <a:lnTo>
                    <a:pt x="819827" y="239817"/>
                  </a:lnTo>
                  <a:lnTo>
                    <a:pt x="818077" y="236991"/>
                  </a:lnTo>
                  <a:lnTo>
                    <a:pt x="818077" y="235377"/>
                  </a:lnTo>
                  <a:lnTo>
                    <a:pt x="819053" y="231777"/>
                  </a:lnTo>
                  <a:lnTo>
                    <a:pt x="821240" y="229591"/>
                  </a:lnTo>
                  <a:lnTo>
                    <a:pt x="822990" y="227101"/>
                  </a:lnTo>
                  <a:lnTo>
                    <a:pt x="826591" y="223737"/>
                  </a:lnTo>
                  <a:lnTo>
                    <a:pt x="826793" y="220474"/>
                  </a:lnTo>
                  <a:cubicBezTo>
                    <a:pt x="826793" y="220474"/>
                    <a:pt x="827231" y="218456"/>
                    <a:pt x="827231" y="217850"/>
                  </a:cubicBezTo>
                  <a:cubicBezTo>
                    <a:pt x="827231" y="217278"/>
                    <a:pt x="826793" y="216673"/>
                    <a:pt x="826793" y="216673"/>
                  </a:cubicBezTo>
                  <a:cubicBezTo>
                    <a:pt x="826793" y="216673"/>
                    <a:pt x="824471" y="215361"/>
                    <a:pt x="823899" y="215092"/>
                  </a:cubicBezTo>
                  <a:cubicBezTo>
                    <a:pt x="823327" y="214789"/>
                    <a:pt x="823764" y="213645"/>
                    <a:pt x="823764" y="213645"/>
                  </a:cubicBezTo>
                  <a:lnTo>
                    <a:pt x="825077" y="210181"/>
                  </a:lnTo>
                  <a:lnTo>
                    <a:pt x="829856" y="208734"/>
                  </a:lnTo>
                  <a:lnTo>
                    <a:pt x="832043" y="207422"/>
                  </a:lnTo>
                  <a:lnTo>
                    <a:pt x="832043" y="203957"/>
                  </a:lnTo>
                  <a:lnTo>
                    <a:pt x="832043" y="203385"/>
                  </a:lnTo>
                  <a:lnTo>
                    <a:pt x="831168" y="201367"/>
                  </a:lnTo>
                  <a:cubicBezTo>
                    <a:pt x="831168" y="201367"/>
                    <a:pt x="826389" y="201367"/>
                    <a:pt x="825817" y="201367"/>
                  </a:cubicBezTo>
                  <a:cubicBezTo>
                    <a:pt x="825245" y="201367"/>
                    <a:pt x="823360" y="201367"/>
                    <a:pt x="822788" y="201232"/>
                  </a:cubicBezTo>
                  <a:cubicBezTo>
                    <a:pt x="822216" y="201098"/>
                    <a:pt x="823091" y="198037"/>
                    <a:pt x="823091" y="198037"/>
                  </a:cubicBezTo>
                  <a:lnTo>
                    <a:pt x="823529" y="195278"/>
                  </a:lnTo>
                  <a:lnTo>
                    <a:pt x="825279" y="193832"/>
                  </a:lnTo>
                  <a:lnTo>
                    <a:pt x="826860" y="191813"/>
                  </a:lnTo>
                  <a:lnTo>
                    <a:pt x="826860" y="188920"/>
                  </a:lnTo>
                  <a:lnTo>
                    <a:pt x="826793" y="185018"/>
                  </a:lnTo>
                  <a:cubicBezTo>
                    <a:pt x="826793" y="185018"/>
                    <a:pt x="827163" y="183572"/>
                    <a:pt x="824134" y="182260"/>
                  </a:cubicBezTo>
                  <a:cubicBezTo>
                    <a:pt x="821106" y="180948"/>
                    <a:pt x="820937" y="181385"/>
                    <a:pt x="820937" y="181385"/>
                  </a:cubicBezTo>
                  <a:lnTo>
                    <a:pt x="818750" y="180510"/>
                  </a:lnTo>
                  <a:cubicBezTo>
                    <a:pt x="818750" y="180510"/>
                    <a:pt x="816731" y="180510"/>
                    <a:pt x="815856" y="179804"/>
                  </a:cubicBezTo>
                  <a:cubicBezTo>
                    <a:pt x="814980" y="179064"/>
                    <a:pt x="814105" y="178492"/>
                    <a:pt x="813399" y="178189"/>
                  </a:cubicBezTo>
                  <a:cubicBezTo>
                    <a:pt x="812692" y="177886"/>
                    <a:pt x="810942" y="176743"/>
                    <a:pt x="810067" y="176171"/>
                  </a:cubicBezTo>
                  <a:cubicBezTo>
                    <a:pt x="809192" y="175599"/>
                    <a:pt x="808620" y="174724"/>
                    <a:pt x="808620" y="174724"/>
                  </a:cubicBezTo>
                  <a:cubicBezTo>
                    <a:pt x="808620" y="174724"/>
                    <a:pt x="808317" y="172134"/>
                    <a:pt x="807879" y="171259"/>
                  </a:cubicBezTo>
                  <a:cubicBezTo>
                    <a:pt x="807442" y="170385"/>
                    <a:pt x="807004" y="168501"/>
                    <a:pt x="807004" y="168501"/>
                  </a:cubicBezTo>
                  <a:lnTo>
                    <a:pt x="804413" y="165473"/>
                  </a:lnTo>
                  <a:cubicBezTo>
                    <a:pt x="804413" y="165473"/>
                    <a:pt x="801519" y="164599"/>
                    <a:pt x="801519" y="163724"/>
                  </a:cubicBezTo>
                  <a:cubicBezTo>
                    <a:pt x="801519" y="162850"/>
                    <a:pt x="799062" y="166045"/>
                    <a:pt x="799062" y="166045"/>
                  </a:cubicBezTo>
                  <a:cubicBezTo>
                    <a:pt x="799062" y="166045"/>
                    <a:pt x="797177" y="168501"/>
                    <a:pt x="796874" y="168938"/>
                  </a:cubicBezTo>
                  <a:cubicBezTo>
                    <a:pt x="796571" y="169376"/>
                    <a:pt x="794990" y="171394"/>
                    <a:pt x="794990" y="171394"/>
                  </a:cubicBezTo>
                  <a:lnTo>
                    <a:pt x="794249" y="173278"/>
                  </a:lnTo>
                  <a:cubicBezTo>
                    <a:pt x="794249" y="173278"/>
                    <a:pt x="792937" y="175296"/>
                    <a:pt x="792667" y="175868"/>
                  </a:cubicBezTo>
                  <a:cubicBezTo>
                    <a:pt x="792365" y="176440"/>
                    <a:pt x="790917" y="178458"/>
                    <a:pt x="790917" y="178458"/>
                  </a:cubicBezTo>
                  <a:cubicBezTo>
                    <a:pt x="790917" y="178458"/>
                    <a:pt x="790042" y="179905"/>
                    <a:pt x="790042" y="180342"/>
                  </a:cubicBezTo>
                  <a:cubicBezTo>
                    <a:pt x="790042" y="180780"/>
                    <a:pt x="788158" y="182361"/>
                    <a:pt x="788158" y="182361"/>
                  </a:cubicBezTo>
                  <a:lnTo>
                    <a:pt x="787148" y="183942"/>
                  </a:lnTo>
                  <a:cubicBezTo>
                    <a:pt x="787148" y="183942"/>
                    <a:pt x="786408" y="185691"/>
                    <a:pt x="786273" y="186263"/>
                  </a:cubicBezTo>
                  <a:cubicBezTo>
                    <a:pt x="786138" y="186835"/>
                    <a:pt x="785129" y="188281"/>
                    <a:pt x="784691" y="188584"/>
                  </a:cubicBezTo>
                  <a:cubicBezTo>
                    <a:pt x="784254" y="188887"/>
                    <a:pt x="782369" y="189156"/>
                    <a:pt x="782369" y="189156"/>
                  </a:cubicBezTo>
                  <a:lnTo>
                    <a:pt x="780619" y="188853"/>
                  </a:lnTo>
                  <a:cubicBezTo>
                    <a:pt x="780619" y="188853"/>
                    <a:pt x="779037" y="188416"/>
                    <a:pt x="778297" y="187978"/>
                  </a:cubicBezTo>
                  <a:cubicBezTo>
                    <a:pt x="777557" y="187541"/>
                    <a:pt x="776278" y="187978"/>
                    <a:pt x="776278" y="187978"/>
                  </a:cubicBezTo>
                  <a:lnTo>
                    <a:pt x="774090" y="188281"/>
                  </a:lnTo>
                  <a:lnTo>
                    <a:pt x="773653" y="190737"/>
                  </a:lnTo>
                  <a:lnTo>
                    <a:pt x="772071" y="193764"/>
                  </a:lnTo>
                  <a:cubicBezTo>
                    <a:pt x="772071" y="193764"/>
                    <a:pt x="768167" y="196355"/>
                    <a:pt x="766989" y="196355"/>
                  </a:cubicBezTo>
                  <a:cubicBezTo>
                    <a:pt x="765845" y="196355"/>
                    <a:pt x="763792" y="195648"/>
                    <a:pt x="763354" y="195648"/>
                  </a:cubicBezTo>
                  <a:cubicBezTo>
                    <a:pt x="762917" y="195648"/>
                    <a:pt x="760898" y="194504"/>
                    <a:pt x="760325" y="194504"/>
                  </a:cubicBezTo>
                  <a:cubicBezTo>
                    <a:pt x="759753" y="194504"/>
                    <a:pt x="755546" y="194807"/>
                    <a:pt x="755546" y="194807"/>
                  </a:cubicBezTo>
                  <a:lnTo>
                    <a:pt x="754099" y="195951"/>
                  </a:lnTo>
                  <a:lnTo>
                    <a:pt x="749186" y="196523"/>
                  </a:lnTo>
                  <a:lnTo>
                    <a:pt x="746729" y="195345"/>
                  </a:lnTo>
                  <a:lnTo>
                    <a:pt x="746594" y="193899"/>
                  </a:lnTo>
                  <a:lnTo>
                    <a:pt x="746022" y="191881"/>
                  </a:lnTo>
                  <a:lnTo>
                    <a:pt x="744878" y="189694"/>
                  </a:lnTo>
                  <a:lnTo>
                    <a:pt x="742556" y="186667"/>
                  </a:lnTo>
                  <a:lnTo>
                    <a:pt x="738921" y="184783"/>
                  </a:lnTo>
                  <a:lnTo>
                    <a:pt x="736599" y="184480"/>
                  </a:lnTo>
                  <a:lnTo>
                    <a:pt x="734142" y="182899"/>
                  </a:lnTo>
                  <a:cubicBezTo>
                    <a:pt x="734142" y="182899"/>
                    <a:pt x="730945" y="181318"/>
                    <a:pt x="730373" y="180006"/>
                  </a:cubicBezTo>
                  <a:cubicBezTo>
                    <a:pt x="729801" y="178694"/>
                    <a:pt x="730238" y="178862"/>
                    <a:pt x="730238" y="178257"/>
                  </a:cubicBezTo>
                  <a:cubicBezTo>
                    <a:pt x="730238" y="177685"/>
                    <a:pt x="730373" y="175801"/>
                    <a:pt x="730373" y="175801"/>
                  </a:cubicBezTo>
                  <a:lnTo>
                    <a:pt x="735152" y="172336"/>
                  </a:lnTo>
                  <a:cubicBezTo>
                    <a:pt x="735152" y="172336"/>
                    <a:pt x="736464" y="171327"/>
                    <a:pt x="737474" y="170587"/>
                  </a:cubicBezTo>
                  <a:cubicBezTo>
                    <a:pt x="738484" y="169880"/>
                    <a:pt x="739931" y="169712"/>
                    <a:pt x="739931" y="169712"/>
                  </a:cubicBezTo>
                  <a:cubicBezTo>
                    <a:pt x="739931" y="169712"/>
                    <a:pt x="743565" y="166954"/>
                    <a:pt x="743700" y="166382"/>
                  </a:cubicBezTo>
                  <a:cubicBezTo>
                    <a:pt x="743835" y="165810"/>
                    <a:pt x="743835" y="161605"/>
                    <a:pt x="743835" y="161605"/>
                  </a:cubicBezTo>
                  <a:lnTo>
                    <a:pt x="743094" y="159586"/>
                  </a:lnTo>
                  <a:cubicBezTo>
                    <a:pt x="743094" y="159586"/>
                    <a:pt x="740907" y="159149"/>
                    <a:pt x="740772" y="158712"/>
                  </a:cubicBezTo>
                  <a:cubicBezTo>
                    <a:pt x="740637" y="158275"/>
                    <a:pt x="738585" y="158140"/>
                    <a:pt x="738585" y="158140"/>
                  </a:cubicBezTo>
                  <a:lnTo>
                    <a:pt x="739022" y="156391"/>
                  </a:lnTo>
                  <a:lnTo>
                    <a:pt x="740166" y="153363"/>
                  </a:lnTo>
                  <a:cubicBezTo>
                    <a:pt x="740166" y="153363"/>
                    <a:pt x="742589" y="152320"/>
                    <a:pt x="742489" y="151883"/>
                  </a:cubicBezTo>
                  <a:cubicBezTo>
                    <a:pt x="742354" y="151446"/>
                    <a:pt x="740974" y="147409"/>
                    <a:pt x="740974" y="147409"/>
                  </a:cubicBezTo>
                  <a:lnTo>
                    <a:pt x="737911" y="143372"/>
                  </a:lnTo>
                  <a:cubicBezTo>
                    <a:pt x="737911" y="143372"/>
                    <a:pt x="736296" y="142060"/>
                    <a:pt x="735421" y="141858"/>
                  </a:cubicBezTo>
                  <a:cubicBezTo>
                    <a:pt x="734546" y="141623"/>
                    <a:pt x="734008" y="141858"/>
                    <a:pt x="732056" y="141858"/>
                  </a:cubicBezTo>
                  <a:cubicBezTo>
                    <a:pt x="730104" y="141858"/>
                    <a:pt x="726402" y="139134"/>
                    <a:pt x="725964" y="139134"/>
                  </a:cubicBezTo>
                  <a:cubicBezTo>
                    <a:pt x="725527" y="139134"/>
                    <a:pt x="724248" y="137082"/>
                    <a:pt x="724012" y="136409"/>
                  </a:cubicBezTo>
                  <a:cubicBezTo>
                    <a:pt x="723810" y="135770"/>
                    <a:pt x="723810" y="134660"/>
                    <a:pt x="723810" y="134660"/>
                  </a:cubicBezTo>
                  <a:cubicBezTo>
                    <a:pt x="723810" y="134660"/>
                    <a:pt x="723608" y="129244"/>
                    <a:pt x="723608" y="128806"/>
                  </a:cubicBezTo>
                  <a:cubicBezTo>
                    <a:pt x="723608" y="128369"/>
                    <a:pt x="723810" y="125005"/>
                    <a:pt x="723810" y="125005"/>
                  </a:cubicBezTo>
                  <a:lnTo>
                    <a:pt x="724786" y="123794"/>
                  </a:lnTo>
                  <a:cubicBezTo>
                    <a:pt x="724786" y="123794"/>
                    <a:pt x="727075" y="121944"/>
                    <a:pt x="727277" y="121607"/>
                  </a:cubicBezTo>
                  <a:cubicBezTo>
                    <a:pt x="727479" y="121271"/>
                    <a:pt x="729027" y="119993"/>
                    <a:pt x="729229" y="119656"/>
                  </a:cubicBezTo>
                  <a:cubicBezTo>
                    <a:pt x="729431" y="119320"/>
                    <a:pt x="731416" y="117470"/>
                    <a:pt x="731416" y="117470"/>
                  </a:cubicBezTo>
                  <a:lnTo>
                    <a:pt x="733267" y="116057"/>
                  </a:lnTo>
                  <a:lnTo>
                    <a:pt x="735859" y="114745"/>
                  </a:lnTo>
                  <a:cubicBezTo>
                    <a:pt x="735859" y="114745"/>
                    <a:pt x="738686" y="114207"/>
                    <a:pt x="739325" y="114207"/>
                  </a:cubicBezTo>
                  <a:cubicBezTo>
                    <a:pt x="739965" y="114207"/>
                    <a:pt x="742253" y="111919"/>
                    <a:pt x="742253" y="111919"/>
                  </a:cubicBezTo>
                  <a:lnTo>
                    <a:pt x="743666" y="110843"/>
                  </a:lnTo>
                  <a:lnTo>
                    <a:pt x="744306" y="106705"/>
                  </a:lnTo>
                  <a:cubicBezTo>
                    <a:pt x="744306" y="106705"/>
                    <a:pt x="741378" y="103442"/>
                    <a:pt x="741041" y="103442"/>
                  </a:cubicBezTo>
                  <a:cubicBezTo>
                    <a:pt x="740705" y="103442"/>
                    <a:pt x="737676" y="103879"/>
                    <a:pt x="736700" y="104317"/>
                  </a:cubicBezTo>
                  <a:cubicBezTo>
                    <a:pt x="735724" y="104754"/>
                    <a:pt x="730508" y="104956"/>
                    <a:pt x="730508" y="104956"/>
                  </a:cubicBezTo>
                  <a:cubicBezTo>
                    <a:pt x="730508" y="104956"/>
                    <a:pt x="723339" y="106268"/>
                    <a:pt x="723002" y="106369"/>
                  </a:cubicBezTo>
                  <a:cubicBezTo>
                    <a:pt x="722666" y="106470"/>
                    <a:pt x="718964" y="104754"/>
                    <a:pt x="718964" y="104754"/>
                  </a:cubicBezTo>
                  <a:lnTo>
                    <a:pt x="714623" y="102164"/>
                  </a:lnTo>
                  <a:cubicBezTo>
                    <a:pt x="714623" y="102164"/>
                    <a:pt x="713007" y="102164"/>
                    <a:pt x="712570" y="102164"/>
                  </a:cubicBezTo>
                  <a:cubicBezTo>
                    <a:pt x="712132" y="102164"/>
                    <a:pt x="710079" y="102971"/>
                    <a:pt x="710079" y="102971"/>
                  </a:cubicBezTo>
                  <a:cubicBezTo>
                    <a:pt x="710079" y="102971"/>
                    <a:pt x="708867" y="105427"/>
                    <a:pt x="708565" y="105427"/>
                  </a:cubicBezTo>
                  <a:cubicBezTo>
                    <a:pt x="708228" y="105427"/>
                    <a:pt x="705738" y="105629"/>
                    <a:pt x="704560" y="105629"/>
                  </a:cubicBezTo>
                  <a:cubicBezTo>
                    <a:pt x="703348" y="105629"/>
                    <a:pt x="701632" y="105965"/>
                    <a:pt x="701632" y="105965"/>
                  </a:cubicBezTo>
                  <a:lnTo>
                    <a:pt x="699007" y="105629"/>
                  </a:lnTo>
                  <a:lnTo>
                    <a:pt x="697593" y="105629"/>
                  </a:lnTo>
                  <a:cubicBezTo>
                    <a:pt x="697593" y="105629"/>
                    <a:pt x="694228" y="105561"/>
                    <a:pt x="693790" y="105561"/>
                  </a:cubicBezTo>
                  <a:cubicBezTo>
                    <a:pt x="693353" y="105561"/>
                    <a:pt x="691401" y="104855"/>
                    <a:pt x="691401" y="104855"/>
                  </a:cubicBezTo>
                  <a:lnTo>
                    <a:pt x="690425" y="103543"/>
                  </a:lnTo>
                  <a:lnTo>
                    <a:pt x="688910" y="100818"/>
                  </a:lnTo>
                  <a:cubicBezTo>
                    <a:pt x="688910" y="100818"/>
                    <a:pt x="687160" y="100919"/>
                    <a:pt x="686622" y="100919"/>
                  </a:cubicBezTo>
                  <a:cubicBezTo>
                    <a:pt x="686083" y="100919"/>
                    <a:pt x="685848" y="101020"/>
                    <a:pt x="685848" y="101020"/>
                  </a:cubicBezTo>
                  <a:lnTo>
                    <a:pt x="684434" y="103207"/>
                  </a:lnTo>
                  <a:lnTo>
                    <a:pt x="684098" y="105494"/>
                  </a:lnTo>
                  <a:lnTo>
                    <a:pt x="682785" y="107983"/>
                  </a:lnTo>
                  <a:lnTo>
                    <a:pt x="682146" y="110473"/>
                  </a:lnTo>
                  <a:cubicBezTo>
                    <a:pt x="682146" y="110473"/>
                    <a:pt x="682146" y="110473"/>
                    <a:pt x="679958" y="114610"/>
                  </a:cubicBezTo>
                  <a:cubicBezTo>
                    <a:pt x="677771" y="118748"/>
                    <a:pt x="678982" y="116797"/>
                    <a:pt x="678982" y="117201"/>
                  </a:cubicBezTo>
                  <a:cubicBezTo>
                    <a:pt x="678982" y="117638"/>
                    <a:pt x="679184" y="118613"/>
                    <a:pt x="679319" y="119387"/>
                  </a:cubicBezTo>
                  <a:cubicBezTo>
                    <a:pt x="679420" y="120161"/>
                    <a:pt x="680396" y="120262"/>
                    <a:pt x="681271" y="121136"/>
                  </a:cubicBezTo>
                  <a:cubicBezTo>
                    <a:pt x="682146" y="122011"/>
                    <a:pt x="683122" y="122347"/>
                    <a:pt x="683425" y="122448"/>
                  </a:cubicBezTo>
                  <a:cubicBezTo>
                    <a:pt x="683761" y="122549"/>
                    <a:pt x="684401" y="124400"/>
                    <a:pt x="684939" y="125375"/>
                  </a:cubicBezTo>
                  <a:cubicBezTo>
                    <a:pt x="685478" y="126350"/>
                    <a:pt x="686454" y="127999"/>
                    <a:pt x="686588" y="128302"/>
                  </a:cubicBezTo>
                  <a:cubicBezTo>
                    <a:pt x="686689" y="128638"/>
                    <a:pt x="686790" y="129614"/>
                    <a:pt x="687026" y="130926"/>
                  </a:cubicBezTo>
                  <a:cubicBezTo>
                    <a:pt x="687228" y="132237"/>
                    <a:pt x="687026" y="132439"/>
                    <a:pt x="686925" y="133650"/>
                  </a:cubicBezTo>
                  <a:cubicBezTo>
                    <a:pt x="686824" y="134828"/>
                    <a:pt x="686689" y="136678"/>
                    <a:pt x="686689" y="137452"/>
                  </a:cubicBezTo>
                  <a:cubicBezTo>
                    <a:pt x="686689" y="138225"/>
                    <a:pt x="685915" y="138965"/>
                    <a:pt x="685612" y="139840"/>
                  </a:cubicBezTo>
                  <a:cubicBezTo>
                    <a:pt x="685276" y="140715"/>
                    <a:pt x="684737" y="141455"/>
                    <a:pt x="684199" y="142127"/>
                  </a:cubicBezTo>
                  <a:cubicBezTo>
                    <a:pt x="683660" y="142767"/>
                    <a:pt x="682348" y="144415"/>
                    <a:pt x="681809" y="144852"/>
                  </a:cubicBezTo>
                  <a:cubicBezTo>
                    <a:pt x="681271" y="145290"/>
                    <a:pt x="679756" y="146501"/>
                    <a:pt x="678444" y="147779"/>
                  </a:cubicBezTo>
                  <a:cubicBezTo>
                    <a:pt x="677131" y="149091"/>
                    <a:pt x="676256" y="149629"/>
                    <a:pt x="674978" y="149966"/>
                  </a:cubicBezTo>
                  <a:cubicBezTo>
                    <a:pt x="673665" y="150302"/>
                    <a:pt x="672487" y="149966"/>
                    <a:pt x="672487" y="149966"/>
                  </a:cubicBezTo>
                  <a:lnTo>
                    <a:pt x="669862" y="148990"/>
                  </a:lnTo>
                  <a:lnTo>
                    <a:pt x="669088" y="148654"/>
                  </a:lnTo>
                  <a:lnTo>
                    <a:pt x="665285" y="145391"/>
                  </a:lnTo>
                  <a:lnTo>
                    <a:pt x="662458" y="145592"/>
                  </a:lnTo>
                  <a:lnTo>
                    <a:pt x="661280" y="145592"/>
                  </a:lnTo>
                  <a:lnTo>
                    <a:pt x="659194" y="147611"/>
                  </a:lnTo>
                  <a:lnTo>
                    <a:pt x="656905" y="149192"/>
                  </a:lnTo>
                  <a:lnTo>
                    <a:pt x="656131" y="150706"/>
                  </a:lnTo>
                  <a:cubicBezTo>
                    <a:pt x="656131" y="150706"/>
                    <a:pt x="654818" y="151917"/>
                    <a:pt x="653304" y="152892"/>
                  </a:cubicBezTo>
                  <a:cubicBezTo>
                    <a:pt x="651789" y="153868"/>
                    <a:pt x="650813" y="154507"/>
                    <a:pt x="650039" y="154843"/>
                  </a:cubicBezTo>
                  <a:cubicBezTo>
                    <a:pt x="649265" y="155180"/>
                    <a:pt x="648727" y="155819"/>
                    <a:pt x="648727" y="155819"/>
                  </a:cubicBezTo>
                  <a:cubicBezTo>
                    <a:pt x="648727" y="155819"/>
                    <a:pt x="646876" y="157131"/>
                    <a:pt x="646236" y="157770"/>
                  </a:cubicBezTo>
                  <a:cubicBezTo>
                    <a:pt x="645597" y="158409"/>
                    <a:pt x="644823" y="159957"/>
                    <a:pt x="644587" y="160259"/>
                  </a:cubicBezTo>
                  <a:cubicBezTo>
                    <a:pt x="644385" y="160596"/>
                    <a:pt x="643510" y="162210"/>
                    <a:pt x="643510" y="162210"/>
                  </a:cubicBezTo>
                  <a:lnTo>
                    <a:pt x="642736" y="163859"/>
                  </a:lnTo>
                  <a:lnTo>
                    <a:pt x="642198" y="165709"/>
                  </a:lnTo>
                  <a:cubicBezTo>
                    <a:pt x="642198" y="165709"/>
                    <a:pt x="642198" y="167458"/>
                    <a:pt x="642299" y="167761"/>
                  </a:cubicBezTo>
                  <a:cubicBezTo>
                    <a:pt x="642400" y="168097"/>
                    <a:pt x="643073" y="168737"/>
                    <a:pt x="644150" y="169174"/>
                  </a:cubicBezTo>
                  <a:cubicBezTo>
                    <a:pt x="645227" y="169611"/>
                    <a:pt x="646640" y="171327"/>
                    <a:pt x="647313" y="171663"/>
                  </a:cubicBezTo>
                  <a:cubicBezTo>
                    <a:pt x="647953" y="171999"/>
                    <a:pt x="649501" y="173614"/>
                    <a:pt x="649804" y="173715"/>
                  </a:cubicBezTo>
                  <a:cubicBezTo>
                    <a:pt x="650140" y="173816"/>
                    <a:pt x="650780" y="174253"/>
                    <a:pt x="651554" y="174489"/>
                  </a:cubicBezTo>
                  <a:cubicBezTo>
                    <a:pt x="652328" y="174724"/>
                    <a:pt x="652429" y="175027"/>
                    <a:pt x="652429" y="175027"/>
                  </a:cubicBezTo>
                  <a:cubicBezTo>
                    <a:pt x="652429" y="175027"/>
                    <a:pt x="653405" y="176978"/>
                    <a:pt x="654280" y="177853"/>
                  </a:cubicBezTo>
                  <a:cubicBezTo>
                    <a:pt x="655155" y="178727"/>
                    <a:pt x="654179" y="178929"/>
                    <a:pt x="654179" y="178929"/>
                  </a:cubicBezTo>
                  <a:cubicBezTo>
                    <a:pt x="654179" y="178929"/>
                    <a:pt x="653405" y="180006"/>
                    <a:pt x="653102" y="180342"/>
                  </a:cubicBezTo>
                  <a:cubicBezTo>
                    <a:pt x="652765" y="180679"/>
                    <a:pt x="651588" y="181217"/>
                    <a:pt x="650914" y="182091"/>
                  </a:cubicBezTo>
                  <a:cubicBezTo>
                    <a:pt x="650241" y="182966"/>
                    <a:pt x="649938" y="183067"/>
                    <a:pt x="649938" y="183067"/>
                  </a:cubicBezTo>
                  <a:cubicBezTo>
                    <a:pt x="649938" y="183067"/>
                    <a:pt x="649602" y="185355"/>
                    <a:pt x="649602" y="185657"/>
                  </a:cubicBezTo>
                  <a:cubicBezTo>
                    <a:pt x="649602" y="185994"/>
                    <a:pt x="649063" y="188584"/>
                    <a:pt x="649063" y="188920"/>
                  </a:cubicBezTo>
                  <a:cubicBezTo>
                    <a:pt x="649063" y="189257"/>
                    <a:pt x="648188" y="191208"/>
                    <a:pt x="648188" y="191208"/>
                  </a:cubicBezTo>
                  <a:cubicBezTo>
                    <a:pt x="648188" y="191208"/>
                    <a:pt x="646438" y="194235"/>
                    <a:pt x="646236" y="194572"/>
                  </a:cubicBezTo>
                  <a:cubicBezTo>
                    <a:pt x="646001" y="194908"/>
                    <a:pt x="642534" y="198609"/>
                    <a:pt x="642534" y="198609"/>
                  </a:cubicBezTo>
                  <a:lnTo>
                    <a:pt x="639505" y="200559"/>
                  </a:lnTo>
                  <a:lnTo>
                    <a:pt x="638092" y="200997"/>
                  </a:lnTo>
                  <a:lnTo>
                    <a:pt x="636679" y="201973"/>
                  </a:lnTo>
                  <a:cubicBezTo>
                    <a:pt x="636679" y="201973"/>
                    <a:pt x="635029" y="203385"/>
                    <a:pt x="634491" y="203722"/>
                  </a:cubicBezTo>
                  <a:cubicBezTo>
                    <a:pt x="633953" y="204058"/>
                    <a:pt x="632438" y="206110"/>
                    <a:pt x="632101" y="206211"/>
                  </a:cubicBezTo>
                  <a:cubicBezTo>
                    <a:pt x="631765" y="206312"/>
                    <a:pt x="630587" y="207960"/>
                    <a:pt x="630150" y="208162"/>
                  </a:cubicBezTo>
                  <a:cubicBezTo>
                    <a:pt x="629712" y="208398"/>
                    <a:pt x="629275" y="209575"/>
                    <a:pt x="628635" y="210551"/>
                  </a:cubicBezTo>
                  <a:cubicBezTo>
                    <a:pt x="627996" y="211526"/>
                    <a:pt x="627558" y="212603"/>
                    <a:pt x="627121" y="213141"/>
                  </a:cubicBezTo>
                  <a:cubicBezTo>
                    <a:pt x="626683" y="213679"/>
                    <a:pt x="625370" y="216303"/>
                    <a:pt x="624933" y="217379"/>
                  </a:cubicBezTo>
                  <a:cubicBezTo>
                    <a:pt x="624496" y="218456"/>
                    <a:pt x="624058" y="218456"/>
                    <a:pt x="624058" y="218456"/>
                  </a:cubicBezTo>
                  <a:cubicBezTo>
                    <a:pt x="624058" y="218456"/>
                    <a:pt x="622544" y="218994"/>
                    <a:pt x="621669" y="219095"/>
                  </a:cubicBezTo>
                  <a:cubicBezTo>
                    <a:pt x="620794" y="219196"/>
                    <a:pt x="619818" y="219970"/>
                    <a:pt x="619178" y="220071"/>
                  </a:cubicBezTo>
                  <a:cubicBezTo>
                    <a:pt x="618539" y="220171"/>
                    <a:pt x="616351" y="221820"/>
                    <a:pt x="615914" y="222459"/>
                  </a:cubicBezTo>
                  <a:cubicBezTo>
                    <a:pt x="615476" y="223098"/>
                    <a:pt x="614601" y="224511"/>
                    <a:pt x="614164" y="225184"/>
                  </a:cubicBezTo>
                  <a:cubicBezTo>
                    <a:pt x="613726" y="225823"/>
                    <a:pt x="610798" y="229523"/>
                    <a:pt x="610798" y="229523"/>
                  </a:cubicBezTo>
                  <a:lnTo>
                    <a:pt x="608308" y="232248"/>
                  </a:lnTo>
                  <a:lnTo>
                    <a:pt x="602889" y="237227"/>
                  </a:lnTo>
                  <a:lnTo>
                    <a:pt x="599423" y="238875"/>
                  </a:lnTo>
                  <a:cubicBezTo>
                    <a:pt x="599423" y="238875"/>
                    <a:pt x="597134" y="243215"/>
                    <a:pt x="596798" y="243349"/>
                  </a:cubicBezTo>
                  <a:cubicBezTo>
                    <a:pt x="596461" y="243450"/>
                    <a:pt x="593769" y="244527"/>
                    <a:pt x="592793" y="244527"/>
                  </a:cubicBezTo>
                  <a:cubicBezTo>
                    <a:pt x="591817" y="244527"/>
                    <a:pt x="591144" y="243013"/>
                    <a:pt x="591144" y="243013"/>
                  </a:cubicBezTo>
                  <a:cubicBezTo>
                    <a:pt x="591144" y="243013"/>
                    <a:pt x="590605" y="239649"/>
                    <a:pt x="590370" y="239212"/>
                  </a:cubicBezTo>
                  <a:cubicBezTo>
                    <a:pt x="590168" y="238774"/>
                    <a:pt x="589495" y="236285"/>
                    <a:pt x="589495" y="236285"/>
                  </a:cubicBezTo>
                  <a:cubicBezTo>
                    <a:pt x="589495" y="236285"/>
                    <a:pt x="588182" y="234872"/>
                    <a:pt x="587442" y="234872"/>
                  </a:cubicBezTo>
                  <a:cubicBezTo>
                    <a:pt x="586668" y="234872"/>
                    <a:pt x="585793" y="235208"/>
                    <a:pt x="585793" y="235208"/>
                  </a:cubicBezTo>
                  <a:cubicBezTo>
                    <a:pt x="585793" y="235208"/>
                    <a:pt x="585456" y="238673"/>
                    <a:pt x="585355" y="239111"/>
                  </a:cubicBezTo>
                  <a:cubicBezTo>
                    <a:pt x="585254" y="239548"/>
                    <a:pt x="585019" y="243248"/>
                    <a:pt x="585019" y="243248"/>
                  </a:cubicBezTo>
                  <a:lnTo>
                    <a:pt x="583168" y="245536"/>
                  </a:lnTo>
                  <a:lnTo>
                    <a:pt x="580442" y="248025"/>
                  </a:lnTo>
                  <a:cubicBezTo>
                    <a:pt x="580442" y="248025"/>
                    <a:pt x="579365" y="249438"/>
                    <a:pt x="578490" y="251187"/>
                  </a:cubicBezTo>
                  <a:cubicBezTo>
                    <a:pt x="577615" y="252936"/>
                    <a:pt x="578490" y="253475"/>
                    <a:pt x="578490" y="253475"/>
                  </a:cubicBezTo>
                  <a:cubicBezTo>
                    <a:pt x="578490" y="253475"/>
                    <a:pt x="579028" y="254013"/>
                    <a:pt x="580004" y="254349"/>
                  </a:cubicBezTo>
                  <a:cubicBezTo>
                    <a:pt x="580980" y="254686"/>
                    <a:pt x="582495" y="256973"/>
                    <a:pt x="582932" y="257612"/>
                  </a:cubicBezTo>
                  <a:cubicBezTo>
                    <a:pt x="583370" y="258252"/>
                    <a:pt x="583134" y="259564"/>
                    <a:pt x="583134" y="259564"/>
                  </a:cubicBezTo>
                  <a:lnTo>
                    <a:pt x="582798" y="263365"/>
                  </a:lnTo>
                  <a:cubicBezTo>
                    <a:pt x="582798" y="263365"/>
                    <a:pt x="583875" y="267704"/>
                    <a:pt x="584110" y="268041"/>
                  </a:cubicBezTo>
                  <a:cubicBezTo>
                    <a:pt x="584312" y="268377"/>
                    <a:pt x="583235" y="273356"/>
                    <a:pt x="583235" y="273356"/>
                  </a:cubicBezTo>
                  <a:lnTo>
                    <a:pt x="583235" y="275408"/>
                  </a:lnTo>
                  <a:cubicBezTo>
                    <a:pt x="583235" y="275408"/>
                    <a:pt x="582697" y="280723"/>
                    <a:pt x="582461" y="281160"/>
                  </a:cubicBezTo>
                  <a:cubicBezTo>
                    <a:pt x="582225" y="281597"/>
                    <a:pt x="581485" y="285062"/>
                    <a:pt x="581485" y="285062"/>
                  </a:cubicBezTo>
                  <a:cubicBezTo>
                    <a:pt x="581485" y="285062"/>
                    <a:pt x="580408" y="286913"/>
                    <a:pt x="580172" y="287787"/>
                  </a:cubicBezTo>
                  <a:cubicBezTo>
                    <a:pt x="579970" y="288662"/>
                    <a:pt x="577783" y="291387"/>
                    <a:pt x="577783" y="291824"/>
                  </a:cubicBezTo>
                  <a:cubicBezTo>
                    <a:pt x="577783" y="292261"/>
                    <a:pt x="578221" y="296062"/>
                    <a:pt x="578321" y="296399"/>
                  </a:cubicBezTo>
                  <a:cubicBezTo>
                    <a:pt x="578423" y="296735"/>
                    <a:pt x="578759" y="298585"/>
                    <a:pt x="579197" y="298350"/>
                  </a:cubicBezTo>
                  <a:cubicBezTo>
                    <a:pt x="579634" y="298148"/>
                    <a:pt x="581687" y="301176"/>
                    <a:pt x="581687" y="301176"/>
                  </a:cubicBezTo>
                  <a:lnTo>
                    <a:pt x="582461" y="303463"/>
                  </a:lnTo>
                  <a:cubicBezTo>
                    <a:pt x="582461" y="303463"/>
                    <a:pt x="584110" y="309115"/>
                    <a:pt x="584110" y="309552"/>
                  </a:cubicBezTo>
                  <a:cubicBezTo>
                    <a:pt x="584110" y="309989"/>
                    <a:pt x="583235" y="313353"/>
                    <a:pt x="583235" y="313353"/>
                  </a:cubicBezTo>
                  <a:cubicBezTo>
                    <a:pt x="583235" y="313353"/>
                    <a:pt x="583235" y="318769"/>
                    <a:pt x="583235" y="319879"/>
                  </a:cubicBezTo>
                  <a:cubicBezTo>
                    <a:pt x="583235" y="320956"/>
                    <a:pt x="583572" y="321629"/>
                    <a:pt x="583572" y="321629"/>
                  </a:cubicBezTo>
                  <a:cubicBezTo>
                    <a:pt x="583572" y="321629"/>
                    <a:pt x="584884" y="324993"/>
                    <a:pt x="585221" y="325228"/>
                  </a:cubicBezTo>
                  <a:cubicBezTo>
                    <a:pt x="585557" y="325430"/>
                    <a:pt x="586634" y="327415"/>
                    <a:pt x="587273" y="328054"/>
                  </a:cubicBezTo>
                  <a:cubicBezTo>
                    <a:pt x="587913" y="328693"/>
                    <a:pt x="589024" y="330240"/>
                    <a:pt x="589562" y="330880"/>
                  </a:cubicBezTo>
                  <a:cubicBezTo>
                    <a:pt x="590101" y="331519"/>
                    <a:pt x="590875" y="332292"/>
                    <a:pt x="591211" y="332393"/>
                  </a:cubicBezTo>
                  <a:cubicBezTo>
                    <a:pt x="591548" y="332494"/>
                    <a:pt x="591211" y="334344"/>
                    <a:pt x="591211" y="334782"/>
                  </a:cubicBezTo>
                  <a:cubicBezTo>
                    <a:pt x="591211" y="335219"/>
                    <a:pt x="590572" y="337507"/>
                    <a:pt x="590572" y="338045"/>
                  </a:cubicBezTo>
                  <a:cubicBezTo>
                    <a:pt x="590572" y="338583"/>
                    <a:pt x="589394" y="340299"/>
                    <a:pt x="589394" y="340299"/>
                  </a:cubicBezTo>
                  <a:cubicBezTo>
                    <a:pt x="589394" y="340299"/>
                    <a:pt x="587442" y="340299"/>
                    <a:pt x="587004" y="340299"/>
                  </a:cubicBezTo>
                  <a:cubicBezTo>
                    <a:pt x="586567" y="340299"/>
                    <a:pt x="585591" y="340299"/>
                    <a:pt x="584817" y="340534"/>
                  </a:cubicBezTo>
                  <a:cubicBezTo>
                    <a:pt x="584043" y="340736"/>
                    <a:pt x="582966" y="341274"/>
                    <a:pt x="582966" y="341274"/>
                  </a:cubicBezTo>
                  <a:lnTo>
                    <a:pt x="584649" y="344806"/>
                  </a:lnTo>
                  <a:lnTo>
                    <a:pt x="586230" y="350525"/>
                  </a:lnTo>
                  <a:cubicBezTo>
                    <a:pt x="586230" y="350525"/>
                    <a:pt x="585658" y="354865"/>
                    <a:pt x="585658" y="355235"/>
                  </a:cubicBezTo>
                  <a:cubicBezTo>
                    <a:pt x="585658" y="355605"/>
                    <a:pt x="584581" y="357690"/>
                    <a:pt x="584076" y="358935"/>
                  </a:cubicBezTo>
                  <a:cubicBezTo>
                    <a:pt x="583572" y="360180"/>
                    <a:pt x="582057" y="360684"/>
                    <a:pt x="581821" y="360684"/>
                  </a:cubicBezTo>
                  <a:cubicBezTo>
                    <a:pt x="581586" y="360684"/>
                    <a:pt x="579365" y="361761"/>
                    <a:pt x="578557" y="361828"/>
                  </a:cubicBezTo>
                  <a:cubicBezTo>
                    <a:pt x="577749" y="361895"/>
                    <a:pt x="574855" y="361828"/>
                    <a:pt x="574283" y="361963"/>
                  </a:cubicBezTo>
                  <a:cubicBezTo>
                    <a:pt x="573711" y="362097"/>
                    <a:pt x="570581" y="361963"/>
                    <a:pt x="570581" y="361963"/>
                  </a:cubicBezTo>
                  <a:cubicBezTo>
                    <a:pt x="570581" y="361963"/>
                    <a:pt x="568259" y="363409"/>
                    <a:pt x="567989" y="363409"/>
                  </a:cubicBezTo>
                  <a:cubicBezTo>
                    <a:pt x="567687" y="363409"/>
                    <a:pt x="564220" y="364553"/>
                    <a:pt x="564220" y="364553"/>
                  </a:cubicBezTo>
                  <a:lnTo>
                    <a:pt x="558936" y="366067"/>
                  </a:lnTo>
                  <a:lnTo>
                    <a:pt x="555167" y="368085"/>
                  </a:lnTo>
                  <a:lnTo>
                    <a:pt x="552845" y="369834"/>
                  </a:lnTo>
                  <a:lnTo>
                    <a:pt x="549076" y="369834"/>
                  </a:lnTo>
                  <a:lnTo>
                    <a:pt x="545003" y="367244"/>
                  </a:lnTo>
                  <a:lnTo>
                    <a:pt x="545003" y="364048"/>
                  </a:lnTo>
                  <a:cubicBezTo>
                    <a:pt x="545003" y="364048"/>
                    <a:pt x="548032" y="359406"/>
                    <a:pt x="548032" y="358262"/>
                  </a:cubicBezTo>
                  <a:cubicBezTo>
                    <a:pt x="548032" y="357118"/>
                    <a:pt x="546720" y="356244"/>
                    <a:pt x="546720" y="356244"/>
                  </a:cubicBezTo>
                  <a:lnTo>
                    <a:pt x="541806" y="357388"/>
                  </a:lnTo>
                  <a:lnTo>
                    <a:pt x="538037" y="361155"/>
                  </a:lnTo>
                  <a:lnTo>
                    <a:pt x="532248" y="366369"/>
                  </a:lnTo>
                  <a:lnTo>
                    <a:pt x="528479" y="369834"/>
                  </a:lnTo>
                  <a:lnTo>
                    <a:pt x="525585" y="369834"/>
                  </a:lnTo>
                  <a:cubicBezTo>
                    <a:pt x="525585" y="369834"/>
                    <a:pt x="521378" y="370473"/>
                    <a:pt x="520234" y="370473"/>
                  </a:cubicBezTo>
                  <a:cubicBezTo>
                    <a:pt x="519089" y="370473"/>
                    <a:pt x="515589" y="371415"/>
                    <a:pt x="514714" y="371415"/>
                  </a:cubicBezTo>
                  <a:cubicBezTo>
                    <a:pt x="513839" y="371415"/>
                    <a:pt x="512392" y="372559"/>
                    <a:pt x="512392" y="372559"/>
                  </a:cubicBezTo>
                  <a:cubicBezTo>
                    <a:pt x="512392" y="372559"/>
                    <a:pt x="510810" y="374880"/>
                    <a:pt x="510373" y="375015"/>
                  </a:cubicBezTo>
                  <a:cubicBezTo>
                    <a:pt x="509935" y="375149"/>
                    <a:pt x="508488" y="376327"/>
                    <a:pt x="507916" y="376327"/>
                  </a:cubicBezTo>
                  <a:cubicBezTo>
                    <a:pt x="507344" y="376327"/>
                    <a:pt x="504012" y="380397"/>
                    <a:pt x="503575" y="380532"/>
                  </a:cubicBezTo>
                  <a:cubicBezTo>
                    <a:pt x="503137" y="380666"/>
                    <a:pt x="498930" y="383727"/>
                    <a:pt x="498930" y="383727"/>
                  </a:cubicBezTo>
                  <a:lnTo>
                    <a:pt x="493411" y="383727"/>
                  </a:lnTo>
                  <a:cubicBezTo>
                    <a:pt x="493411" y="383727"/>
                    <a:pt x="487454" y="387125"/>
                    <a:pt x="486310" y="387428"/>
                  </a:cubicBezTo>
                  <a:cubicBezTo>
                    <a:pt x="485166" y="387730"/>
                    <a:pt x="482978" y="388941"/>
                    <a:pt x="481834" y="389816"/>
                  </a:cubicBezTo>
                  <a:cubicBezTo>
                    <a:pt x="480689" y="390691"/>
                    <a:pt x="475877" y="392844"/>
                    <a:pt x="475305" y="392844"/>
                  </a:cubicBezTo>
                  <a:cubicBezTo>
                    <a:pt x="474733" y="392844"/>
                    <a:pt x="470829" y="392541"/>
                    <a:pt x="468776" y="392272"/>
                  </a:cubicBezTo>
                  <a:cubicBezTo>
                    <a:pt x="466756" y="391969"/>
                    <a:pt x="465747" y="390388"/>
                    <a:pt x="465747" y="390388"/>
                  </a:cubicBezTo>
                  <a:lnTo>
                    <a:pt x="465309" y="386183"/>
                  </a:lnTo>
                  <a:lnTo>
                    <a:pt x="465007" y="382853"/>
                  </a:lnTo>
                  <a:lnTo>
                    <a:pt x="465007" y="377773"/>
                  </a:lnTo>
                  <a:lnTo>
                    <a:pt x="463862" y="375587"/>
                  </a:lnTo>
                  <a:lnTo>
                    <a:pt x="460800" y="373265"/>
                  </a:lnTo>
                  <a:lnTo>
                    <a:pt x="459353" y="368354"/>
                  </a:lnTo>
                  <a:lnTo>
                    <a:pt x="458780" y="363275"/>
                  </a:lnTo>
                  <a:lnTo>
                    <a:pt x="457333" y="360651"/>
                  </a:lnTo>
                  <a:lnTo>
                    <a:pt x="455314" y="362097"/>
                  </a:lnTo>
                  <a:cubicBezTo>
                    <a:pt x="455314" y="362097"/>
                    <a:pt x="453732" y="363409"/>
                    <a:pt x="452857" y="363846"/>
                  </a:cubicBezTo>
                  <a:cubicBezTo>
                    <a:pt x="451982" y="364284"/>
                    <a:pt x="450266" y="366302"/>
                    <a:pt x="450266" y="366302"/>
                  </a:cubicBezTo>
                  <a:cubicBezTo>
                    <a:pt x="450266" y="366302"/>
                    <a:pt x="445924" y="366302"/>
                    <a:pt x="445049" y="366302"/>
                  </a:cubicBezTo>
                  <a:cubicBezTo>
                    <a:pt x="444174" y="366302"/>
                    <a:pt x="439968" y="363981"/>
                    <a:pt x="439968" y="363981"/>
                  </a:cubicBezTo>
                  <a:lnTo>
                    <a:pt x="438655" y="359070"/>
                  </a:lnTo>
                  <a:lnTo>
                    <a:pt x="439665" y="353553"/>
                  </a:lnTo>
                  <a:lnTo>
                    <a:pt x="442862" y="353418"/>
                  </a:lnTo>
                  <a:lnTo>
                    <a:pt x="449223" y="352106"/>
                  </a:lnTo>
                  <a:lnTo>
                    <a:pt x="451107" y="348910"/>
                  </a:lnTo>
                  <a:lnTo>
                    <a:pt x="447203" y="342384"/>
                  </a:lnTo>
                  <a:lnTo>
                    <a:pt x="444006" y="337608"/>
                  </a:lnTo>
                  <a:lnTo>
                    <a:pt x="443131" y="335589"/>
                  </a:lnTo>
                  <a:lnTo>
                    <a:pt x="439799" y="332393"/>
                  </a:lnTo>
                  <a:lnTo>
                    <a:pt x="432833" y="329198"/>
                  </a:lnTo>
                  <a:lnTo>
                    <a:pt x="426472" y="325127"/>
                  </a:lnTo>
                  <a:cubicBezTo>
                    <a:pt x="426472" y="325127"/>
                    <a:pt x="425025" y="320922"/>
                    <a:pt x="424722" y="320350"/>
                  </a:cubicBezTo>
                  <a:cubicBezTo>
                    <a:pt x="424419" y="319778"/>
                    <a:pt x="424587" y="316717"/>
                    <a:pt x="424587" y="316717"/>
                  </a:cubicBezTo>
                  <a:cubicBezTo>
                    <a:pt x="424587" y="316717"/>
                    <a:pt x="425900" y="315136"/>
                    <a:pt x="426775" y="314699"/>
                  </a:cubicBezTo>
                  <a:cubicBezTo>
                    <a:pt x="427650" y="314262"/>
                    <a:pt x="429972" y="313690"/>
                    <a:pt x="430847" y="313690"/>
                  </a:cubicBezTo>
                  <a:cubicBezTo>
                    <a:pt x="431722" y="313690"/>
                    <a:pt x="434616" y="311503"/>
                    <a:pt x="434616" y="311503"/>
                  </a:cubicBezTo>
                  <a:lnTo>
                    <a:pt x="436939" y="309182"/>
                  </a:lnTo>
                  <a:lnTo>
                    <a:pt x="438251" y="306726"/>
                  </a:lnTo>
                  <a:lnTo>
                    <a:pt x="440708" y="299326"/>
                  </a:lnTo>
                  <a:lnTo>
                    <a:pt x="438823" y="298888"/>
                  </a:lnTo>
                  <a:cubicBezTo>
                    <a:pt x="438823" y="298888"/>
                    <a:pt x="433169" y="303093"/>
                    <a:pt x="431419" y="303093"/>
                  </a:cubicBezTo>
                  <a:cubicBezTo>
                    <a:pt x="429669" y="303093"/>
                    <a:pt x="427953" y="302353"/>
                    <a:pt x="427953" y="302353"/>
                  </a:cubicBezTo>
                  <a:lnTo>
                    <a:pt x="427515" y="299897"/>
                  </a:lnTo>
                  <a:lnTo>
                    <a:pt x="428390" y="297576"/>
                  </a:lnTo>
                  <a:lnTo>
                    <a:pt x="428828" y="294112"/>
                  </a:lnTo>
                  <a:lnTo>
                    <a:pt x="428962" y="292530"/>
                  </a:lnTo>
                  <a:lnTo>
                    <a:pt x="428087" y="286307"/>
                  </a:lnTo>
                  <a:lnTo>
                    <a:pt x="424890" y="281967"/>
                  </a:lnTo>
                  <a:lnTo>
                    <a:pt x="422568" y="280790"/>
                  </a:lnTo>
                  <a:lnTo>
                    <a:pt x="419808" y="279915"/>
                  </a:lnTo>
                  <a:lnTo>
                    <a:pt x="414020" y="277729"/>
                  </a:lnTo>
                  <a:lnTo>
                    <a:pt x="411395" y="273827"/>
                  </a:lnTo>
                  <a:lnTo>
                    <a:pt x="409005" y="269050"/>
                  </a:lnTo>
                  <a:lnTo>
                    <a:pt x="406616" y="263096"/>
                  </a:lnTo>
                  <a:lnTo>
                    <a:pt x="405875" y="261077"/>
                  </a:lnTo>
                  <a:lnTo>
                    <a:pt x="405875" y="258487"/>
                  </a:lnTo>
                  <a:lnTo>
                    <a:pt x="406380" y="252533"/>
                  </a:lnTo>
                  <a:lnTo>
                    <a:pt x="406313" y="250346"/>
                  </a:lnTo>
                  <a:lnTo>
                    <a:pt x="400524" y="247890"/>
                  </a:lnTo>
                  <a:lnTo>
                    <a:pt x="398337" y="244560"/>
                  </a:lnTo>
                  <a:lnTo>
                    <a:pt x="396890" y="241230"/>
                  </a:lnTo>
                  <a:cubicBezTo>
                    <a:pt x="396890" y="241230"/>
                    <a:pt x="394568" y="229927"/>
                    <a:pt x="394298" y="229355"/>
                  </a:cubicBezTo>
                  <a:cubicBezTo>
                    <a:pt x="393995" y="228783"/>
                    <a:pt x="393726" y="223838"/>
                    <a:pt x="393726" y="223838"/>
                  </a:cubicBezTo>
                  <a:lnTo>
                    <a:pt x="392279" y="218187"/>
                  </a:lnTo>
                  <a:lnTo>
                    <a:pt x="387635" y="218489"/>
                  </a:lnTo>
                  <a:cubicBezTo>
                    <a:pt x="387635" y="218489"/>
                    <a:pt x="385750" y="218489"/>
                    <a:pt x="385010" y="218489"/>
                  </a:cubicBezTo>
                  <a:cubicBezTo>
                    <a:pt x="384269" y="218489"/>
                    <a:pt x="380231" y="213847"/>
                    <a:pt x="380231" y="213847"/>
                  </a:cubicBezTo>
                  <a:lnTo>
                    <a:pt x="380533" y="209945"/>
                  </a:lnTo>
                  <a:lnTo>
                    <a:pt x="379793" y="203722"/>
                  </a:lnTo>
                  <a:lnTo>
                    <a:pt x="379793" y="197364"/>
                  </a:lnTo>
                  <a:lnTo>
                    <a:pt x="378918" y="194471"/>
                  </a:lnTo>
                  <a:lnTo>
                    <a:pt x="374442" y="187945"/>
                  </a:lnTo>
                  <a:lnTo>
                    <a:pt x="371413" y="183303"/>
                  </a:lnTo>
                  <a:lnTo>
                    <a:pt x="369226" y="177214"/>
                  </a:lnTo>
                  <a:lnTo>
                    <a:pt x="367341" y="170688"/>
                  </a:lnTo>
                  <a:lnTo>
                    <a:pt x="366903" y="165608"/>
                  </a:lnTo>
                  <a:lnTo>
                    <a:pt x="363706" y="162580"/>
                  </a:lnTo>
                  <a:lnTo>
                    <a:pt x="361384" y="161706"/>
                  </a:lnTo>
                  <a:lnTo>
                    <a:pt x="358187" y="162715"/>
                  </a:lnTo>
                  <a:lnTo>
                    <a:pt x="357043" y="163287"/>
                  </a:lnTo>
                  <a:lnTo>
                    <a:pt x="354148" y="167795"/>
                  </a:lnTo>
                  <a:lnTo>
                    <a:pt x="349908" y="166348"/>
                  </a:lnTo>
                  <a:lnTo>
                    <a:pt x="346105" y="164061"/>
                  </a:lnTo>
                  <a:lnTo>
                    <a:pt x="345465" y="162210"/>
                  </a:lnTo>
                  <a:lnTo>
                    <a:pt x="343076" y="162009"/>
                  </a:lnTo>
                  <a:cubicBezTo>
                    <a:pt x="343076" y="162009"/>
                    <a:pt x="341999" y="162345"/>
                    <a:pt x="341763" y="162648"/>
                  </a:cubicBezTo>
                  <a:cubicBezTo>
                    <a:pt x="341562" y="162984"/>
                    <a:pt x="340350" y="164834"/>
                    <a:pt x="340013" y="165272"/>
                  </a:cubicBezTo>
                  <a:cubicBezTo>
                    <a:pt x="339677" y="165709"/>
                    <a:pt x="336850" y="169308"/>
                    <a:pt x="336210" y="169611"/>
                  </a:cubicBezTo>
                  <a:cubicBezTo>
                    <a:pt x="335571" y="169948"/>
                    <a:pt x="332307" y="170587"/>
                    <a:pt x="332307" y="170587"/>
                  </a:cubicBezTo>
                  <a:lnTo>
                    <a:pt x="326215" y="169948"/>
                  </a:lnTo>
                  <a:lnTo>
                    <a:pt x="321638" y="166920"/>
                  </a:lnTo>
                  <a:lnTo>
                    <a:pt x="317297" y="160932"/>
                  </a:lnTo>
                  <a:lnTo>
                    <a:pt x="314671" y="156155"/>
                  </a:lnTo>
                  <a:lnTo>
                    <a:pt x="312820" y="151816"/>
                  </a:lnTo>
                  <a:cubicBezTo>
                    <a:pt x="312820" y="151816"/>
                    <a:pt x="310869" y="147140"/>
                    <a:pt x="309994" y="147039"/>
                  </a:cubicBezTo>
                  <a:cubicBezTo>
                    <a:pt x="309118" y="146938"/>
                    <a:pt x="307604" y="144449"/>
                    <a:pt x="307166" y="144112"/>
                  </a:cubicBezTo>
                  <a:cubicBezTo>
                    <a:pt x="306729" y="143776"/>
                    <a:pt x="305315" y="140109"/>
                    <a:pt x="304979" y="139975"/>
                  </a:cubicBezTo>
                  <a:cubicBezTo>
                    <a:pt x="304642" y="139874"/>
                    <a:pt x="304743" y="137586"/>
                    <a:pt x="303902" y="136072"/>
                  </a:cubicBezTo>
                  <a:cubicBezTo>
                    <a:pt x="303027" y="134559"/>
                    <a:pt x="302488" y="132473"/>
                    <a:pt x="302388" y="132036"/>
                  </a:cubicBezTo>
                  <a:cubicBezTo>
                    <a:pt x="302286" y="131598"/>
                    <a:pt x="302286" y="129412"/>
                    <a:pt x="302388" y="129109"/>
                  </a:cubicBezTo>
                  <a:cubicBezTo>
                    <a:pt x="302488" y="128773"/>
                    <a:pt x="303801" y="128234"/>
                    <a:pt x="304239" y="128234"/>
                  </a:cubicBezTo>
                  <a:cubicBezTo>
                    <a:pt x="304676" y="128234"/>
                    <a:pt x="306089" y="127797"/>
                    <a:pt x="306089" y="127797"/>
                  </a:cubicBezTo>
                  <a:cubicBezTo>
                    <a:pt x="306089" y="127797"/>
                    <a:pt x="307301" y="127360"/>
                    <a:pt x="311643" y="126821"/>
                  </a:cubicBezTo>
                  <a:cubicBezTo>
                    <a:pt x="315984" y="126283"/>
                    <a:pt x="313931" y="126283"/>
                    <a:pt x="314234" y="126182"/>
                  </a:cubicBezTo>
                  <a:cubicBezTo>
                    <a:pt x="314571" y="126081"/>
                    <a:pt x="315008" y="125745"/>
                    <a:pt x="315748" y="125409"/>
                  </a:cubicBezTo>
                  <a:cubicBezTo>
                    <a:pt x="316523" y="125072"/>
                    <a:pt x="317498" y="123121"/>
                    <a:pt x="317936" y="122583"/>
                  </a:cubicBezTo>
                  <a:cubicBezTo>
                    <a:pt x="318373" y="122045"/>
                    <a:pt x="318474" y="120968"/>
                    <a:pt x="318710" y="120531"/>
                  </a:cubicBezTo>
                  <a:cubicBezTo>
                    <a:pt x="318912" y="120094"/>
                    <a:pt x="319047" y="117167"/>
                    <a:pt x="319047" y="116730"/>
                  </a:cubicBezTo>
                  <a:cubicBezTo>
                    <a:pt x="319047" y="116292"/>
                    <a:pt x="319047" y="115081"/>
                    <a:pt x="318710" y="114644"/>
                  </a:cubicBezTo>
                  <a:cubicBezTo>
                    <a:pt x="318373" y="114207"/>
                    <a:pt x="318071" y="113029"/>
                    <a:pt x="318071" y="113029"/>
                  </a:cubicBezTo>
                  <a:cubicBezTo>
                    <a:pt x="318071" y="113029"/>
                    <a:pt x="315580" y="110977"/>
                    <a:pt x="315143" y="110977"/>
                  </a:cubicBezTo>
                  <a:cubicBezTo>
                    <a:pt x="314705" y="110977"/>
                    <a:pt x="313090" y="109901"/>
                    <a:pt x="313090" y="109901"/>
                  </a:cubicBezTo>
                  <a:lnTo>
                    <a:pt x="310061" y="105898"/>
                  </a:lnTo>
                  <a:lnTo>
                    <a:pt x="308849" y="102096"/>
                  </a:lnTo>
                  <a:lnTo>
                    <a:pt x="308748" y="99069"/>
                  </a:lnTo>
                  <a:lnTo>
                    <a:pt x="304844" y="92442"/>
                  </a:lnTo>
                  <a:lnTo>
                    <a:pt x="301681" y="84402"/>
                  </a:lnTo>
                  <a:lnTo>
                    <a:pt x="300469" y="80062"/>
                  </a:lnTo>
                  <a:lnTo>
                    <a:pt x="298517" y="77472"/>
                  </a:lnTo>
                  <a:cubicBezTo>
                    <a:pt x="298517" y="77472"/>
                    <a:pt x="293637" y="77808"/>
                    <a:pt x="293200" y="77808"/>
                  </a:cubicBezTo>
                  <a:cubicBezTo>
                    <a:pt x="292762" y="77808"/>
                    <a:pt x="289397" y="74882"/>
                    <a:pt x="289397" y="74882"/>
                  </a:cubicBezTo>
                  <a:lnTo>
                    <a:pt x="287445" y="71182"/>
                  </a:lnTo>
                  <a:cubicBezTo>
                    <a:pt x="287445" y="71182"/>
                    <a:pt x="284719" y="68793"/>
                    <a:pt x="284180" y="68019"/>
                  </a:cubicBezTo>
                  <a:cubicBezTo>
                    <a:pt x="283642" y="67246"/>
                    <a:pt x="282969" y="65295"/>
                    <a:pt x="282531" y="64655"/>
                  </a:cubicBezTo>
                  <a:cubicBezTo>
                    <a:pt x="282094" y="64016"/>
                    <a:pt x="281555" y="62031"/>
                    <a:pt x="281555" y="62031"/>
                  </a:cubicBezTo>
                  <a:cubicBezTo>
                    <a:pt x="281555" y="62031"/>
                    <a:pt x="281118" y="58668"/>
                    <a:pt x="281118" y="58028"/>
                  </a:cubicBezTo>
                  <a:cubicBezTo>
                    <a:pt x="281118" y="57389"/>
                    <a:pt x="281757" y="55304"/>
                    <a:pt x="281757" y="55304"/>
                  </a:cubicBezTo>
                  <a:cubicBezTo>
                    <a:pt x="281757" y="55304"/>
                    <a:pt x="282531" y="53554"/>
                    <a:pt x="282969" y="52915"/>
                  </a:cubicBezTo>
                  <a:cubicBezTo>
                    <a:pt x="283406" y="52276"/>
                    <a:pt x="283844" y="51502"/>
                    <a:pt x="283844" y="51502"/>
                  </a:cubicBezTo>
                  <a:cubicBezTo>
                    <a:pt x="283844" y="51502"/>
                    <a:pt x="282228" y="48777"/>
                    <a:pt x="281892" y="48777"/>
                  </a:cubicBezTo>
                  <a:cubicBezTo>
                    <a:pt x="281555" y="48777"/>
                    <a:pt x="279940" y="48576"/>
                    <a:pt x="279940" y="48576"/>
                  </a:cubicBezTo>
                  <a:cubicBezTo>
                    <a:pt x="279940" y="48576"/>
                    <a:pt x="277012" y="49013"/>
                    <a:pt x="276137" y="49013"/>
                  </a:cubicBezTo>
                  <a:cubicBezTo>
                    <a:pt x="275262" y="49013"/>
                    <a:pt x="274521" y="49652"/>
                    <a:pt x="274185" y="49787"/>
                  </a:cubicBezTo>
                  <a:cubicBezTo>
                    <a:pt x="273849" y="49888"/>
                    <a:pt x="273209" y="50863"/>
                    <a:pt x="273209" y="50863"/>
                  </a:cubicBezTo>
                  <a:cubicBezTo>
                    <a:pt x="273209" y="50863"/>
                    <a:pt x="271897" y="52915"/>
                    <a:pt x="271594" y="53252"/>
                  </a:cubicBezTo>
                  <a:cubicBezTo>
                    <a:pt x="271257" y="53588"/>
                    <a:pt x="270718" y="54664"/>
                    <a:pt x="270718" y="54664"/>
                  </a:cubicBezTo>
                  <a:lnTo>
                    <a:pt x="270382" y="58264"/>
                  </a:lnTo>
                  <a:cubicBezTo>
                    <a:pt x="270382" y="58264"/>
                    <a:pt x="267791" y="61292"/>
                    <a:pt x="267017" y="61426"/>
                  </a:cubicBezTo>
                  <a:cubicBezTo>
                    <a:pt x="266243" y="61527"/>
                    <a:pt x="265502" y="63041"/>
                    <a:pt x="265502" y="63041"/>
                  </a:cubicBezTo>
                  <a:cubicBezTo>
                    <a:pt x="265502" y="63041"/>
                    <a:pt x="264291" y="66741"/>
                    <a:pt x="263988" y="67279"/>
                  </a:cubicBezTo>
                  <a:cubicBezTo>
                    <a:pt x="263651" y="67818"/>
                    <a:pt x="261262" y="70980"/>
                    <a:pt x="261262" y="70980"/>
                  </a:cubicBezTo>
                  <a:cubicBezTo>
                    <a:pt x="261262" y="70980"/>
                    <a:pt x="260084" y="72931"/>
                    <a:pt x="259613" y="73469"/>
                  </a:cubicBezTo>
                  <a:cubicBezTo>
                    <a:pt x="259175" y="74007"/>
                    <a:pt x="257223" y="76059"/>
                    <a:pt x="256886" y="76396"/>
                  </a:cubicBezTo>
                  <a:cubicBezTo>
                    <a:pt x="256550" y="76732"/>
                    <a:pt x="255574" y="78145"/>
                    <a:pt x="254262" y="79020"/>
                  </a:cubicBezTo>
                  <a:cubicBezTo>
                    <a:pt x="252949" y="79894"/>
                    <a:pt x="253185" y="79793"/>
                    <a:pt x="252848" y="79894"/>
                  </a:cubicBezTo>
                  <a:cubicBezTo>
                    <a:pt x="252511" y="79995"/>
                    <a:pt x="251334" y="80231"/>
                    <a:pt x="249482" y="80769"/>
                  </a:cubicBezTo>
                  <a:cubicBezTo>
                    <a:pt x="247631" y="81307"/>
                    <a:pt x="245882" y="80769"/>
                    <a:pt x="245343" y="81004"/>
                  </a:cubicBezTo>
                  <a:cubicBezTo>
                    <a:pt x="244805" y="81240"/>
                    <a:pt x="243055" y="82182"/>
                    <a:pt x="242853" y="82619"/>
                  </a:cubicBezTo>
                  <a:cubicBezTo>
                    <a:pt x="242651" y="83056"/>
                    <a:pt x="241978" y="84133"/>
                    <a:pt x="241978" y="84469"/>
                  </a:cubicBezTo>
                  <a:cubicBezTo>
                    <a:pt x="241978" y="84806"/>
                    <a:pt x="241540" y="85781"/>
                    <a:pt x="241439" y="86656"/>
                  </a:cubicBezTo>
                  <a:cubicBezTo>
                    <a:pt x="241338" y="87530"/>
                    <a:pt x="240699" y="90894"/>
                    <a:pt x="240699" y="90894"/>
                  </a:cubicBezTo>
                  <a:cubicBezTo>
                    <a:pt x="240699" y="90894"/>
                    <a:pt x="240699" y="92408"/>
                    <a:pt x="240699" y="93485"/>
                  </a:cubicBezTo>
                  <a:cubicBezTo>
                    <a:pt x="240699" y="94561"/>
                    <a:pt x="242449" y="99573"/>
                    <a:pt x="242449" y="99573"/>
                  </a:cubicBezTo>
                  <a:cubicBezTo>
                    <a:pt x="242449" y="99573"/>
                    <a:pt x="242449" y="102399"/>
                    <a:pt x="242449" y="103476"/>
                  </a:cubicBezTo>
                  <a:cubicBezTo>
                    <a:pt x="242449" y="104552"/>
                    <a:pt x="241574" y="110977"/>
                    <a:pt x="241574" y="111414"/>
                  </a:cubicBezTo>
                  <a:cubicBezTo>
                    <a:pt x="241574" y="111852"/>
                    <a:pt x="240497" y="115653"/>
                    <a:pt x="240396" y="116090"/>
                  </a:cubicBezTo>
                  <a:cubicBezTo>
                    <a:pt x="240295" y="116528"/>
                    <a:pt x="234304" y="116427"/>
                    <a:pt x="234304" y="116427"/>
                  </a:cubicBezTo>
                  <a:lnTo>
                    <a:pt x="229424" y="110002"/>
                  </a:lnTo>
                  <a:lnTo>
                    <a:pt x="225621" y="105561"/>
                  </a:lnTo>
                  <a:lnTo>
                    <a:pt x="220607" y="98497"/>
                  </a:lnTo>
                  <a:lnTo>
                    <a:pt x="219092" y="89582"/>
                  </a:lnTo>
                  <a:lnTo>
                    <a:pt x="218217" y="85142"/>
                  </a:lnTo>
                  <a:lnTo>
                    <a:pt x="218554" y="79490"/>
                  </a:lnTo>
                  <a:lnTo>
                    <a:pt x="219092" y="76665"/>
                  </a:lnTo>
                  <a:lnTo>
                    <a:pt x="220169" y="72763"/>
                  </a:lnTo>
                  <a:lnTo>
                    <a:pt x="219833" y="70038"/>
                  </a:lnTo>
                  <a:lnTo>
                    <a:pt x="219833" y="62099"/>
                  </a:lnTo>
                  <a:lnTo>
                    <a:pt x="219294" y="58836"/>
                  </a:lnTo>
                  <a:lnTo>
                    <a:pt x="218958" y="55035"/>
                  </a:lnTo>
                  <a:lnTo>
                    <a:pt x="218083" y="50897"/>
                  </a:lnTo>
                  <a:lnTo>
                    <a:pt x="218083" y="47297"/>
                  </a:lnTo>
                  <a:lnTo>
                    <a:pt x="220203" y="43732"/>
                  </a:lnTo>
                  <a:lnTo>
                    <a:pt x="222323" y="37004"/>
                  </a:lnTo>
                  <a:lnTo>
                    <a:pt x="224915" y="31251"/>
                  </a:lnTo>
                  <a:lnTo>
                    <a:pt x="226429" y="24523"/>
                  </a:lnTo>
                  <a:lnTo>
                    <a:pt x="227304" y="21496"/>
                  </a:lnTo>
                  <a:lnTo>
                    <a:pt x="227742" y="18872"/>
                  </a:lnTo>
                  <a:lnTo>
                    <a:pt x="227102" y="9318"/>
                  </a:lnTo>
                  <a:lnTo>
                    <a:pt x="226766" y="5618"/>
                  </a:lnTo>
                  <a:cubicBezTo>
                    <a:pt x="226766" y="5618"/>
                    <a:pt x="223602" y="1379"/>
                    <a:pt x="223165" y="1379"/>
                  </a:cubicBezTo>
                  <a:cubicBezTo>
                    <a:pt x="222727" y="1379"/>
                    <a:pt x="221549" y="1178"/>
                    <a:pt x="221549" y="1178"/>
                  </a:cubicBezTo>
                  <a:cubicBezTo>
                    <a:pt x="221549" y="1178"/>
                    <a:pt x="220035" y="639"/>
                    <a:pt x="219496" y="538"/>
                  </a:cubicBezTo>
                  <a:cubicBezTo>
                    <a:pt x="218958" y="437"/>
                    <a:pt x="216333" y="0"/>
                    <a:pt x="215256" y="0"/>
                  </a:cubicBezTo>
                  <a:cubicBezTo>
                    <a:pt x="214179" y="0"/>
                    <a:pt x="213203" y="538"/>
                    <a:pt x="211890" y="538"/>
                  </a:cubicBezTo>
                  <a:cubicBezTo>
                    <a:pt x="210578" y="538"/>
                    <a:pt x="208525" y="2388"/>
                    <a:pt x="208525" y="2388"/>
                  </a:cubicBezTo>
                  <a:lnTo>
                    <a:pt x="205900" y="4037"/>
                  </a:lnTo>
                  <a:lnTo>
                    <a:pt x="205900" y="4575"/>
                  </a:lnTo>
                  <a:lnTo>
                    <a:pt x="209602" y="9251"/>
                  </a:lnTo>
                  <a:cubicBezTo>
                    <a:pt x="209602" y="9251"/>
                    <a:pt x="210578" y="10899"/>
                    <a:pt x="210241" y="11000"/>
                  </a:cubicBezTo>
                  <a:cubicBezTo>
                    <a:pt x="209905" y="11101"/>
                    <a:pt x="209063" y="11539"/>
                    <a:pt x="208727" y="11774"/>
                  </a:cubicBezTo>
                  <a:cubicBezTo>
                    <a:pt x="208390" y="12009"/>
                    <a:pt x="207414" y="13826"/>
                    <a:pt x="207414" y="13826"/>
                  </a:cubicBezTo>
                  <a:lnTo>
                    <a:pt x="207852" y="14701"/>
                  </a:lnTo>
                  <a:lnTo>
                    <a:pt x="209501" y="16114"/>
                  </a:lnTo>
                  <a:lnTo>
                    <a:pt x="210140" y="17426"/>
                  </a:lnTo>
                  <a:cubicBezTo>
                    <a:pt x="210140" y="17426"/>
                    <a:pt x="210241" y="19612"/>
                    <a:pt x="210241" y="20049"/>
                  </a:cubicBezTo>
                  <a:cubicBezTo>
                    <a:pt x="210241" y="20487"/>
                    <a:pt x="209905" y="22236"/>
                    <a:pt x="209905" y="22236"/>
                  </a:cubicBezTo>
                  <a:lnTo>
                    <a:pt x="207414" y="22337"/>
                  </a:lnTo>
                  <a:cubicBezTo>
                    <a:pt x="207414" y="22337"/>
                    <a:pt x="204789" y="22438"/>
                    <a:pt x="204486" y="22438"/>
                  </a:cubicBezTo>
                  <a:cubicBezTo>
                    <a:pt x="204150" y="22438"/>
                    <a:pt x="203275" y="23851"/>
                    <a:pt x="203275" y="23851"/>
                  </a:cubicBezTo>
                  <a:lnTo>
                    <a:pt x="205227" y="26441"/>
                  </a:lnTo>
                  <a:lnTo>
                    <a:pt x="204587" y="27517"/>
                  </a:lnTo>
                  <a:lnTo>
                    <a:pt x="201424" y="28829"/>
                  </a:lnTo>
                  <a:lnTo>
                    <a:pt x="200549" y="31218"/>
                  </a:lnTo>
                  <a:cubicBezTo>
                    <a:pt x="200549" y="31218"/>
                    <a:pt x="200751" y="33707"/>
                    <a:pt x="200751" y="34144"/>
                  </a:cubicBezTo>
                  <a:cubicBezTo>
                    <a:pt x="200751" y="34582"/>
                    <a:pt x="200953" y="36331"/>
                    <a:pt x="200953" y="36331"/>
                  </a:cubicBezTo>
                  <a:lnTo>
                    <a:pt x="201929" y="39897"/>
                  </a:lnTo>
                  <a:cubicBezTo>
                    <a:pt x="201929" y="39897"/>
                    <a:pt x="201727" y="40973"/>
                    <a:pt x="201289" y="41209"/>
                  </a:cubicBezTo>
                  <a:cubicBezTo>
                    <a:pt x="200852" y="41444"/>
                    <a:pt x="199001" y="42823"/>
                    <a:pt x="199001" y="42823"/>
                  </a:cubicBezTo>
                  <a:lnTo>
                    <a:pt x="196308" y="43160"/>
                  </a:lnTo>
                  <a:lnTo>
                    <a:pt x="193683" y="43160"/>
                  </a:lnTo>
                  <a:cubicBezTo>
                    <a:pt x="193683" y="43160"/>
                    <a:pt x="192707" y="42790"/>
                    <a:pt x="192371" y="42790"/>
                  </a:cubicBezTo>
                  <a:cubicBezTo>
                    <a:pt x="192034" y="42790"/>
                    <a:pt x="191058" y="42521"/>
                    <a:pt x="191058" y="42521"/>
                  </a:cubicBezTo>
                  <a:lnTo>
                    <a:pt x="190183" y="40569"/>
                  </a:lnTo>
                  <a:lnTo>
                    <a:pt x="190183" y="38181"/>
                  </a:lnTo>
                  <a:lnTo>
                    <a:pt x="190284" y="35692"/>
                  </a:lnTo>
                  <a:lnTo>
                    <a:pt x="190722" y="32092"/>
                  </a:lnTo>
                  <a:lnTo>
                    <a:pt x="191260" y="28930"/>
                  </a:lnTo>
                  <a:lnTo>
                    <a:pt x="190284" y="23178"/>
                  </a:lnTo>
                  <a:lnTo>
                    <a:pt x="189510" y="21597"/>
                  </a:lnTo>
                  <a:cubicBezTo>
                    <a:pt x="189510" y="21597"/>
                    <a:pt x="186044" y="21428"/>
                    <a:pt x="185371" y="21597"/>
                  </a:cubicBezTo>
                  <a:cubicBezTo>
                    <a:pt x="185371" y="21597"/>
                    <a:pt x="184495" y="24389"/>
                    <a:pt x="184159" y="24591"/>
                  </a:cubicBezTo>
                  <a:cubicBezTo>
                    <a:pt x="183823" y="24792"/>
                    <a:pt x="183082" y="24490"/>
                    <a:pt x="183082" y="24490"/>
                  </a:cubicBezTo>
                  <a:cubicBezTo>
                    <a:pt x="183082" y="24490"/>
                    <a:pt x="183082" y="24490"/>
                    <a:pt x="182005" y="23716"/>
                  </a:cubicBezTo>
                  <a:cubicBezTo>
                    <a:pt x="180928" y="22942"/>
                    <a:pt x="181366" y="22841"/>
                    <a:pt x="181231" y="21967"/>
                  </a:cubicBezTo>
                  <a:cubicBezTo>
                    <a:pt x="181130" y="21092"/>
                    <a:pt x="178943" y="21967"/>
                    <a:pt x="178943" y="21967"/>
                  </a:cubicBezTo>
                  <a:lnTo>
                    <a:pt x="177866" y="22606"/>
                  </a:lnTo>
                  <a:cubicBezTo>
                    <a:pt x="177866" y="22606"/>
                    <a:pt x="175914" y="23918"/>
                    <a:pt x="175240" y="24120"/>
                  </a:cubicBezTo>
                  <a:cubicBezTo>
                    <a:pt x="174601" y="24322"/>
                    <a:pt x="173928" y="24994"/>
                    <a:pt x="173928" y="24994"/>
                  </a:cubicBezTo>
                  <a:lnTo>
                    <a:pt x="173726" y="26306"/>
                  </a:lnTo>
                  <a:cubicBezTo>
                    <a:pt x="173726" y="26306"/>
                    <a:pt x="175039" y="29031"/>
                    <a:pt x="175342" y="29233"/>
                  </a:cubicBezTo>
                  <a:cubicBezTo>
                    <a:pt x="175678" y="29468"/>
                    <a:pt x="175880" y="32059"/>
                    <a:pt x="175880" y="32496"/>
                  </a:cubicBezTo>
                  <a:cubicBezTo>
                    <a:pt x="175880" y="32933"/>
                    <a:pt x="175678" y="35221"/>
                    <a:pt x="175678" y="35658"/>
                  </a:cubicBezTo>
                  <a:cubicBezTo>
                    <a:pt x="175678" y="36095"/>
                    <a:pt x="175039" y="37407"/>
                    <a:pt x="174702" y="37508"/>
                  </a:cubicBezTo>
                  <a:cubicBezTo>
                    <a:pt x="174366" y="37609"/>
                    <a:pt x="173289" y="39897"/>
                    <a:pt x="173289" y="39897"/>
                  </a:cubicBezTo>
                  <a:lnTo>
                    <a:pt x="171236" y="41545"/>
                  </a:lnTo>
                  <a:cubicBezTo>
                    <a:pt x="171236" y="41545"/>
                    <a:pt x="171236" y="43193"/>
                    <a:pt x="171337" y="43496"/>
                  </a:cubicBezTo>
                  <a:cubicBezTo>
                    <a:pt x="171437" y="43833"/>
                    <a:pt x="173928" y="46759"/>
                    <a:pt x="173928" y="46759"/>
                  </a:cubicBezTo>
                  <a:cubicBezTo>
                    <a:pt x="173928" y="46759"/>
                    <a:pt x="174803" y="49047"/>
                    <a:pt x="174904" y="49820"/>
                  </a:cubicBezTo>
                  <a:cubicBezTo>
                    <a:pt x="175005" y="50594"/>
                    <a:pt x="174904" y="52982"/>
                    <a:pt x="174904" y="52982"/>
                  </a:cubicBezTo>
                  <a:lnTo>
                    <a:pt x="172178" y="55270"/>
                  </a:lnTo>
                  <a:lnTo>
                    <a:pt x="170327" y="57558"/>
                  </a:lnTo>
                  <a:cubicBezTo>
                    <a:pt x="170327" y="57558"/>
                    <a:pt x="168274" y="59408"/>
                    <a:pt x="168139" y="59744"/>
                  </a:cubicBezTo>
                  <a:cubicBezTo>
                    <a:pt x="168039" y="60081"/>
                    <a:pt x="168039" y="61258"/>
                    <a:pt x="168039" y="61594"/>
                  </a:cubicBezTo>
                  <a:cubicBezTo>
                    <a:pt x="168039" y="61931"/>
                    <a:pt x="167937" y="64218"/>
                    <a:pt x="167937" y="65194"/>
                  </a:cubicBezTo>
                  <a:cubicBezTo>
                    <a:pt x="167937" y="66169"/>
                    <a:pt x="168375" y="68558"/>
                    <a:pt x="168375" y="68558"/>
                  </a:cubicBezTo>
                  <a:cubicBezTo>
                    <a:pt x="168375" y="68558"/>
                    <a:pt x="168577" y="71282"/>
                    <a:pt x="168577" y="72359"/>
                  </a:cubicBezTo>
                  <a:cubicBezTo>
                    <a:pt x="168577" y="73435"/>
                    <a:pt x="168779" y="75723"/>
                    <a:pt x="168779" y="76699"/>
                  </a:cubicBezTo>
                  <a:cubicBezTo>
                    <a:pt x="168779" y="77674"/>
                    <a:pt x="168981" y="78751"/>
                    <a:pt x="168981" y="78751"/>
                  </a:cubicBezTo>
                  <a:lnTo>
                    <a:pt x="170394" y="82013"/>
                  </a:lnTo>
                  <a:cubicBezTo>
                    <a:pt x="170394" y="82013"/>
                    <a:pt x="171572" y="84940"/>
                    <a:pt x="171808" y="85377"/>
                  </a:cubicBezTo>
                  <a:cubicBezTo>
                    <a:pt x="172043" y="85815"/>
                    <a:pt x="173558" y="89078"/>
                    <a:pt x="173558" y="89078"/>
                  </a:cubicBezTo>
                  <a:lnTo>
                    <a:pt x="174736" y="94931"/>
                  </a:lnTo>
                  <a:lnTo>
                    <a:pt x="174399" y="101558"/>
                  </a:lnTo>
                  <a:lnTo>
                    <a:pt x="173962" y="103610"/>
                  </a:lnTo>
                  <a:cubicBezTo>
                    <a:pt x="173962" y="103610"/>
                    <a:pt x="172212" y="108723"/>
                    <a:pt x="172111" y="109060"/>
                  </a:cubicBezTo>
                  <a:cubicBezTo>
                    <a:pt x="172010" y="109396"/>
                    <a:pt x="170899" y="111785"/>
                    <a:pt x="170495" y="111885"/>
                  </a:cubicBezTo>
                  <a:cubicBezTo>
                    <a:pt x="170058" y="111986"/>
                    <a:pt x="167668" y="114711"/>
                    <a:pt x="167668" y="114711"/>
                  </a:cubicBezTo>
                  <a:lnTo>
                    <a:pt x="164841" y="114610"/>
                  </a:lnTo>
                  <a:lnTo>
                    <a:pt x="163327" y="113971"/>
                  </a:lnTo>
                  <a:lnTo>
                    <a:pt x="161476" y="112659"/>
                  </a:lnTo>
                  <a:lnTo>
                    <a:pt x="157908" y="111011"/>
                  </a:lnTo>
                  <a:lnTo>
                    <a:pt x="154981" y="111011"/>
                  </a:lnTo>
                  <a:lnTo>
                    <a:pt x="153029" y="111885"/>
                  </a:lnTo>
                  <a:lnTo>
                    <a:pt x="151817" y="113399"/>
                  </a:lnTo>
                  <a:lnTo>
                    <a:pt x="150942" y="114913"/>
                  </a:lnTo>
                  <a:lnTo>
                    <a:pt x="148552" y="116326"/>
                  </a:lnTo>
                  <a:lnTo>
                    <a:pt x="145288" y="118176"/>
                  </a:lnTo>
                  <a:lnTo>
                    <a:pt x="142898" y="118075"/>
                  </a:lnTo>
                  <a:lnTo>
                    <a:pt x="140846" y="116662"/>
                  </a:lnTo>
                  <a:lnTo>
                    <a:pt x="139230" y="115687"/>
                  </a:lnTo>
                  <a:lnTo>
                    <a:pt x="138692" y="113937"/>
                  </a:lnTo>
                  <a:lnTo>
                    <a:pt x="137918" y="111885"/>
                  </a:lnTo>
                  <a:lnTo>
                    <a:pt x="137918" y="108286"/>
                  </a:lnTo>
                  <a:lnTo>
                    <a:pt x="138961" y="106537"/>
                  </a:lnTo>
                  <a:cubicBezTo>
                    <a:pt x="138961" y="106537"/>
                    <a:pt x="139567" y="104048"/>
                    <a:pt x="139129" y="103375"/>
                  </a:cubicBezTo>
                  <a:cubicBezTo>
                    <a:pt x="138692" y="102736"/>
                    <a:pt x="138692" y="100448"/>
                    <a:pt x="138692" y="100448"/>
                  </a:cubicBezTo>
                  <a:cubicBezTo>
                    <a:pt x="138692" y="100448"/>
                    <a:pt x="138894" y="98833"/>
                    <a:pt x="138894" y="98396"/>
                  </a:cubicBezTo>
                  <a:cubicBezTo>
                    <a:pt x="138894" y="97959"/>
                    <a:pt x="139870" y="96108"/>
                    <a:pt x="139870" y="95671"/>
                  </a:cubicBezTo>
                  <a:cubicBezTo>
                    <a:pt x="139870" y="95234"/>
                    <a:pt x="139668" y="93518"/>
                    <a:pt x="139668" y="93518"/>
                  </a:cubicBezTo>
                  <a:lnTo>
                    <a:pt x="138254" y="89616"/>
                  </a:lnTo>
                  <a:cubicBezTo>
                    <a:pt x="138254" y="89616"/>
                    <a:pt x="137480" y="87867"/>
                    <a:pt x="137480" y="87430"/>
                  </a:cubicBezTo>
                  <a:cubicBezTo>
                    <a:pt x="137480" y="86992"/>
                    <a:pt x="136605" y="85579"/>
                    <a:pt x="136605" y="85579"/>
                  </a:cubicBezTo>
                  <a:cubicBezTo>
                    <a:pt x="136605" y="85579"/>
                    <a:pt x="134855" y="83830"/>
                    <a:pt x="134216" y="84234"/>
                  </a:cubicBezTo>
                  <a:cubicBezTo>
                    <a:pt x="133576" y="84637"/>
                    <a:pt x="132466" y="84267"/>
                    <a:pt x="132466" y="84267"/>
                  </a:cubicBezTo>
                  <a:cubicBezTo>
                    <a:pt x="132466" y="84267"/>
                    <a:pt x="130278" y="84166"/>
                    <a:pt x="129639" y="84267"/>
                  </a:cubicBezTo>
                  <a:cubicBezTo>
                    <a:pt x="128999" y="84368"/>
                    <a:pt x="126374" y="85344"/>
                    <a:pt x="126374" y="85344"/>
                  </a:cubicBezTo>
                  <a:lnTo>
                    <a:pt x="125398" y="86555"/>
                  </a:lnTo>
                  <a:lnTo>
                    <a:pt x="123985" y="89280"/>
                  </a:lnTo>
                  <a:cubicBezTo>
                    <a:pt x="123985" y="89280"/>
                    <a:pt x="123985" y="91231"/>
                    <a:pt x="123985" y="91769"/>
                  </a:cubicBezTo>
                  <a:cubicBezTo>
                    <a:pt x="123985" y="92307"/>
                    <a:pt x="126105" y="94258"/>
                    <a:pt x="126441" y="94595"/>
                  </a:cubicBezTo>
                  <a:cubicBezTo>
                    <a:pt x="126778" y="94931"/>
                    <a:pt x="126812" y="97757"/>
                    <a:pt x="126812" y="97757"/>
                  </a:cubicBezTo>
                  <a:cubicBezTo>
                    <a:pt x="126812" y="97757"/>
                    <a:pt x="127350" y="101121"/>
                    <a:pt x="127014" y="101895"/>
                  </a:cubicBezTo>
                  <a:cubicBezTo>
                    <a:pt x="126677" y="102668"/>
                    <a:pt x="125701" y="103947"/>
                    <a:pt x="125263" y="104518"/>
                  </a:cubicBezTo>
                  <a:cubicBezTo>
                    <a:pt x="124826" y="105057"/>
                    <a:pt x="123413" y="105830"/>
                    <a:pt x="122975" y="106032"/>
                  </a:cubicBezTo>
                  <a:cubicBezTo>
                    <a:pt x="122537" y="106234"/>
                    <a:pt x="120686" y="107983"/>
                    <a:pt x="120686" y="107983"/>
                  </a:cubicBezTo>
                  <a:cubicBezTo>
                    <a:pt x="120686" y="107983"/>
                    <a:pt x="118499" y="109598"/>
                    <a:pt x="118095" y="109598"/>
                  </a:cubicBezTo>
                  <a:cubicBezTo>
                    <a:pt x="117658" y="109598"/>
                    <a:pt x="116244" y="110473"/>
                    <a:pt x="116244" y="110473"/>
                  </a:cubicBezTo>
                  <a:cubicBezTo>
                    <a:pt x="116244" y="110473"/>
                    <a:pt x="114629" y="111448"/>
                    <a:pt x="114191" y="111448"/>
                  </a:cubicBezTo>
                  <a:cubicBezTo>
                    <a:pt x="113754" y="111448"/>
                    <a:pt x="112340" y="112861"/>
                    <a:pt x="112004" y="112861"/>
                  </a:cubicBezTo>
                  <a:cubicBezTo>
                    <a:pt x="111667" y="112861"/>
                    <a:pt x="109816" y="114812"/>
                    <a:pt x="109816" y="114812"/>
                  </a:cubicBezTo>
                  <a:lnTo>
                    <a:pt x="108302" y="115990"/>
                  </a:lnTo>
                  <a:cubicBezTo>
                    <a:pt x="108302" y="115990"/>
                    <a:pt x="106686" y="118042"/>
                    <a:pt x="106249" y="118378"/>
                  </a:cubicBezTo>
                  <a:cubicBezTo>
                    <a:pt x="105811" y="118714"/>
                    <a:pt x="105710" y="120430"/>
                    <a:pt x="105710" y="120430"/>
                  </a:cubicBezTo>
                  <a:cubicBezTo>
                    <a:pt x="105710" y="120430"/>
                    <a:pt x="105172" y="122045"/>
                    <a:pt x="104835" y="122482"/>
                  </a:cubicBezTo>
                  <a:cubicBezTo>
                    <a:pt x="104499" y="122919"/>
                    <a:pt x="104633" y="123559"/>
                    <a:pt x="104499" y="124130"/>
                  </a:cubicBezTo>
                  <a:cubicBezTo>
                    <a:pt x="104398" y="124668"/>
                    <a:pt x="104263" y="126182"/>
                    <a:pt x="104263" y="127292"/>
                  </a:cubicBezTo>
                  <a:cubicBezTo>
                    <a:pt x="104263" y="128369"/>
                    <a:pt x="104364" y="128369"/>
                    <a:pt x="104499" y="128705"/>
                  </a:cubicBezTo>
                  <a:cubicBezTo>
                    <a:pt x="104600" y="129042"/>
                    <a:pt x="104835" y="130455"/>
                    <a:pt x="104835" y="130455"/>
                  </a:cubicBezTo>
                  <a:cubicBezTo>
                    <a:pt x="104835" y="130455"/>
                    <a:pt x="106047" y="132944"/>
                    <a:pt x="106249" y="133381"/>
                  </a:cubicBezTo>
                  <a:cubicBezTo>
                    <a:pt x="106450" y="133819"/>
                    <a:pt x="107225" y="136308"/>
                    <a:pt x="107561" y="137418"/>
                  </a:cubicBezTo>
                  <a:cubicBezTo>
                    <a:pt x="107898" y="138495"/>
                    <a:pt x="108537" y="139470"/>
                    <a:pt x="108537" y="139907"/>
                  </a:cubicBezTo>
                  <a:cubicBezTo>
                    <a:pt x="108537" y="140345"/>
                    <a:pt x="108975" y="143271"/>
                    <a:pt x="109176" y="143709"/>
                  </a:cubicBezTo>
                  <a:cubicBezTo>
                    <a:pt x="109412" y="144146"/>
                    <a:pt x="109951" y="146736"/>
                    <a:pt x="110253" y="148284"/>
                  </a:cubicBezTo>
                  <a:cubicBezTo>
                    <a:pt x="110590" y="149797"/>
                    <a:pt x="110455" y="151547"/>
                    <a:pt x="110455" y="152825"/>
                  </a:cubicBezTo>
                  <a:cubicBezTo>
                    <a:pt x="110455" y="154137"/>
                    <a:pt x="110018" y="154036"/>
                    <a:pt x="109479" y="155449"/>
                  </a:cubicBezTo>
                  <a:cubicBezTo>
                    <a:pt x="108941" y="156862"/>
                    <a:pt x="108268" y="158375"/>
                    <a:pt x="108167" y="158712"/>
                  </a:cubicBezTo>
                  <a:cubicBezTo>
                    <a:pt x="108066" y="159048"/>
                    <a:pt x="108268" y="161975"/>
                    <a:pt x="108369" y="162311"/>
                  </a:cubicBezTo>
                  <a:cubicBezTo>
                    <a:pt x="108470" y="162648"/>
                    <a:pt x="109984" y="166752"/>
                    <a:pt x="109984" y="166752"/>
                  </a:cubicBezTo>
                  <a:lnTo>
                    <a:pt x="112912" y="168602"/>
                  </a:lnTo>
                  <a:cubicBezTo>
                    <a:pt x="112912" y="168602"/>
                    <a:pt x="113552" y="171428"/>
                    <a:pt x="113552" y="171764"/>
                  </a:cubicBezTo>
                  <a:cubicBezTo>
                    <a:pt x="113552" y="172100"/>
                    <a:pt x="113451" y="173715"/>
                    <a:pt x="113451" y="173715"/>
                  </a:cubicBezTo>
                  <a:cubicBezTo>
                    <a:pt x="113451" y="173715"/>
                    <a:pt x="113451" y="175330"/>
                    <a:pt x="113552" y="175767"/>
                  </a:cubicBezTo>
                  <a:cubicBezTo>
                    <a:pt x="113653" y="176204"/>
                    <a:pt x="115066" y="178795"/>
                    <a:pt x="115302" y="179669"/>
                  </a:cubicBezTo>
                  <a:cubicBezTo>
                    <a:pt x="115537" y="180544"/>
                    <a:pt x="116951" y="182058"/>
                    <a:pt x="117153" y="182394"/>
                  </a:cubicBezTo>
                  <a:cubicBezTo>
                    <a:pt x="117355" y="182731"/>
                    <a:pt x="118667" y="184144"/>
                    <a:pt x="120754" y="185758"/>
                  </a:cubicBezTo>
                  <a:cubicBezTo>
                    <a:pt x="122807" y="187373"/>
                    <a:pt x="122807" y="187709"/>
                    <a:pt x="122807" y="187709"/>
                  </a:cubicBezTo>
                  <a:cubicBezTo>
                    <a:pt x="122807" y="187709"/>
                    <a:pt x="124456" y="188046"/>
                    <a:pt x="125836" y="187911"/>
                  </a:cubicBezTo>
                  <a:cubicBezTo>
                    <a:pt x="127249" y="187810"/>
                    <a:pt x="128225" y="187474"/>
                    <a:pt x="128326" y="187137"/>
                  </a:cubicBezTo>
                  <a:cubicBezTo>
                    <a:pt x="128427" y="186801"/>
                    <a:pt x="128965" y="186061"/>
                    <a:pt x="129201" y="185085"/>
                  </a:cubicBezTo>
                  <a:cubicBezTo>
                    <a:pt x="129403" y="184110"/>
                    <a:pt x="129840" y="182260"/>
                    <a:pt x="129840" y="182260"/>
                  </a:cubicBezTo>
                  <a:lnTo>
                    <a:pt x="131893" y="180309"/>
                  </a:lnTo>
                  <a:cubicBezTo>
                    <a:pt x="131893" y="180309"/>
                    <a:pt x="132970" y="180510"/>
                    <a:pt x="133744" y="180510"/>
                  </a:cubicBezTo>
                  <a:cubicBezTo>
                    <a:pt x="134518" y="180510"/>
                    <a:pt x="135595" y="180948"/>
                    <a:pt x="135595" y="180948"/>
                  </a:cubicBezTo>
                  <a:cubicBezTo>
                    <a:pt x="135595" y="180948"/>
                    <a:pt x="136369" y="180309"/>
                    <a:pt x="136369" y="179871"/>
                  </a:cubicBezTo>
                  <a:cubicBezTo>
                    <a:pt x="136369" y="179434"/>
                    <a:pt x="136706" y="178021"/>
                    <a:pt x="136706" y="178021"/>
                  </a:cubicBezTo>
                  <a:lnTo>
                    <a:pt x="140307" y="177247"/>
                  </a:lnTo>
                  <a:lnTo>
                    <a:pt x="141821" y="177786"/>
                  </a:lnTo>
                  <a:cubicBezTo>
                    <a:pt x="141821" y="177786"/>
                    <a:pt x="143336" y="179434"/>
                    <a:pt x="143672" y="179838"/>
                  </a:cubicBezTo>
                  <a:cubicBezTo>
                    <a:pt x="144009" y="180275"/>
                    <a:pt x="143773" y="181150"/>
                    <a:pt x="143773" y="181150"/>
                  </a:cubicBezTo>
                  <a:cubicBezTo>
                    <a:pt x="143773" y="181150"/>
                    <a:pt x="144211" y="182764"/>
                    <a:pt x="144985" y="183975"/>
                  </a:cubicBezTo>
                  <a:cubicBezTo>
                    <a:pt x="145759" y="185186"/>
                    <a:pt x="147375" y="183975"/>
                    <a:pt x="147375" y="183975"/>
                  </a:cubicBezTo>
                  <a:lnTo>
                    <a:pt x="149125" y="183975"/>
                  </a:lnTo>
                  <a:lnTo>
                    <a:pt x="149899" y="183975"/>
                  </a:lnTo>
                  <a:lnTo>
                    <a:pt x="153264" y="185422"/>
                  </a:lnTo>
                  <a:lnTo>
                    <a:pt x="153466" y="190030"/>
                  </a:lnTo>
                  <a:lnTo>
                    <a:pt x="153466" y="194605"/>
                  </a:lnTo>
                  <a:cubicBezTo>
                    <a:pt x="153466" y="194605"/>
                    <a:pt x="155216" y="206110"/>
                    <a:pt x="155216" y="206985"/>
                  </a:cubicBezTo>
                  <a:cubicBezTo>
                    <a:pt x="155216" y="207859"/>
                    <a:pt x="154139" y="211560"/>
                    <a:pt x="154139" y="211560"/>
                  </a:cubicBezTo>
                  <a:lnTo>
                    <a:pt x="151009" y="219465"/>
                  </a:lnTo>
                  <a:cubicBezTo>
                    <a:pt x="151009" y="219465"/>
                    <a:pt x="150437" y="222930"/>
                    <a:pt x="150437" y="224242"/>
                  </a:cubicBezTo>
                  <a:cubicBezTo>
                    <a:pt x="150437" y="225554"/>
                    <a:pt x="151312" y="232349"/>
                    <a:pt x="151750" y="232652"/>
                  </a:cubicBezTo>
                  <a:cubicBezTo>
                    <a:pt x="152187" y="232921"/>
                    <a:pt x="152490" y="235242"/>
                    <a:pt x="152490" y="235242"/>
                  </a:cubicBezTo>
                  <a:lnTo>
                    <a:pt x="152355" y="243921"/>
                  </a:lnTo>
                  <a:lnTo>
                    <a:pt x="151783" y="248832"/>
                  </a:lnTo>
                  <a:lnTo>
                    <a:pt x="151649" y="255190"/>
                  </a:lnTo>
                  <a:lnTo>
                    <a:pt x="151783" y="259530"/>
                  </a:lnTo>
                  <a:cubicBezTo>
                    <a:pt x="151783" y="259530"/>
                    <a:pt x="151783" y="264038"/>
                    <a:pt x="151783" y="264441"/>
                  </a:cubicBezTo>
                  <a:cubicBezTo>
                    <a:pt x="151783" y="264879"/>
                    <a:pt x="152086" y="265888"/>
                    <a:pt x="151918" y="266325"/>
                  </a:cubicBezTo>
                  <a:cubicBezTo>
                    <a:pt x="151783" y="266762"/>
                    <a:pt x="151480" y="270093"/>
                    <a:pt x="151480" y="270093"/>
                  </a:cubicBezTo>
                  <a:cubicBezTo>
                    <a:pt x="151480" y="270093"/>
                    <a:pt x="150302" y="272279"/>
                    <a:pt x="149899" y="272683"/>
                  </a:cubicBezTo>
                  <a:cubicBezTo>
                    <a:pt x="149495" y="273087"/>
                    <a:pt x="148452" y="275273"/>
                    <a:pt x="148452" y="275273"/>
                  </a:cubicBezTo>
                  <a:cubicBezTo>
                    <a:pt x="148452" y="275273"/>
                    <a:pt x="148754" y="278738"/>
                    <a:pt x="149461" y="279915"/>
                  </a:cubicBezTo>
                  <a:cubicBezTo>
                    <a:pt x="150168" y="281093"/>
                    <a:pt x="151043" y="282674"/>
                    <a:pt x="151043" y="283246"/>
                  </a:cubicBezTo>
                  <a:cubicBezTo>
                    <a:pt x="151043" y="283818"/>
                    <a:pt x="151918" y="289032"/>
                    <a:pt x="151918" y="289604"/>
                  </a:cubicBezTo>
                  <a:cubicBezTo>
                    <a:pt x="151918" y="290176"/>
                    <a:pt x="152658" y="298451"/>
                    <a:pt x="152658" y="299023"/>
                  </a:cubicBezTo>
                  <a:cubicBezTo>
                    <a:pt x="152658" y="299595"/>
                    <a:pt x="149899" y="304674"/>
                    <a:pt x="149899" y="304674"/>
                  </a:cubicBezTo>
                  <a:cubicBezTo>
                    <a:pt x="149899" y="304674"/>
                    <a:pt x="149394" y="309014"/>
                    <a:pt x="148855" y="309888"/>
                  </a:cubicBezTo>
                  <a:cubicBezTo>
                    <a:pt x="148317" y="310763"/>
                    <a:pt x="146264" y="312378"/>
                    <a:pt x="146028" y="312714"/>
                  </a:cubicBezTo>
                  <a:cubicBezTo>
                    <a:pt x="145826" y="313050"/>
                    <a:pt x="144850" y="314564"/>
                    <a:pt x="144177" y="315876"/>
                  </a:cubicBezTo>
                  <a:cubicBezTo>
                    <a:pt x="143538" y="317188"/>
                    <a:pt x="144177" y="317726"/>
                    <a:pt x="144615" y="318601"/>
                  </a:cubicBezTo>
                  <a:cubicBezTo>
                    <a:pt x="145052" y="319476"/>
                    <a:pt x="145490" y="320990"/>
                    <a:pt x="145793" y="321662"/>
                  </a:cubicBezTo>
                  <a:cubicBezTo>
                    <a:pt x="146129" y="322301"/>
                    <a:pt x="146567" y="323849"/>
                    <a:pt x="146432" y="324387"/>
                  </a:cubicBezTo>
                  <a:cubicBezTo>
                    <a:pt x="146331" y="324925"/>
                    <a:pt x="144581" y="325800"/>
                    <a:pt x="144043" y="326002"/>
                  </a:cubicBezTo>
                  <a:cubicBezTo>
                    <a:pt x="143504" y="326237"/>
                    <a:pt x="141552" y="328289"/>
                    <a:pt x="141552" y="328289"/>
                  </a:cubicBezTo>
                  <a:lnTo>
                    <a:pt x="138456" y="331115"/>
                  </a:lnTo>
                  <a:cubicBezTo>
                    <a:pt x="138456" y="331115"/>
                    <a:pt x="137110" y="332360"/>
                    <a:pt x="136942" y="332427"/>
                  </a:cubicBezTo>
                  <a:cubicBezTo>
                    <a:pt x="136773" y="332494"/>
                    <a:pt x="136336" y="333739"/>
                    <a:pt x="136302" y="333941"/>
                  </a:cubicBezTo>
                  <a:cubicBezTo>
                    <a:pt x="136269" y="334143"/>
                    <a:pt x="136538" y="335623"/>
                    <a:pt x="136538" y="335623"/>
                  </a:cubicBezTo>
                  <a:lnTo>
                    <a:pt x="138120" y="337843"/>
                  </a:lnTo>
                  <a:lnTo>
                    <a:pt x="138759" y="338617"/>
                  </a:lnTo>
                  <a:lnTo>
                    <a:pt x="140509" y="338617"/>
                  </a:lnTo>
                  <a:lnTo>
                    <a:pt x="141754" y="338617"/>
                  </a:lnTo>
                  <a:lnTo>
                    <a:pt x="143370" y="341644"/>
                  </a:lnTo>
                  <a:cubicBezTo>
                    <a:pt x="143370" y="341644"/>
                    <a:pt x="143740" y="343461"/>
                    <a:pt x="143908" y="343831"/>
                  </a:cubicBezTo>
                  <a:cubicBezTo>
                    <a:pt x="144076" y="344201"/>
                    <a:pt x="144076" y="345580"/>
                    <a:pt x="144009" y="346488"/>
                  </a:cubicBezTo>
                  <a:cubicBezTo>
                    <a:pt x="143942" y="347397"/>
                    <a:pt x="143908" y="348170"/>
                    <a:pt x="143908" y="348944"/>
                  </a:cubicBezTo>
                  <a:cubicBezTo>
                    <a:pt x="143908" y="349718"/>
                    <a:pt x="143370" y="349650"/>
                    <a:pt x="143370" y="349650"/>
                  </a:cubicBezTo>
                  <a:cubicBezTo>
                    <a:pt x="143370" y="349650"/>
                    <a:pt x="141754" y="350290"/>
                    <a:pt x="141317" y="350458"/>
                  </a:cubicBezTo>
                  <a:cubicBezTo>
                    <a:pt x="140879" y="350626"/>
                    <a:pt x="138826" y="350458"/>
                    <a:pt x="138591" y="350458"/>
                  </a:cubicBezTo>
                  <a:cubicBezTo>
                    <a:pt x="138389" y="350458"/>
                    <a:pt x="136807" y="349819"/>
                    <a:pt x="136571" y="349650"/>
                  </a:cubicBezTo>
                  <a:cubicBezTo>
                    <a:pt x="136369" y="349482"/>
                    <a:pt x="135696" y="348507"/>
                    <a:pt x="135595" y="348305"/>
                  </a:cubicBezTo>
                  <a:cubicBezTo>
                    <a:pt x="135494" y="348103"/>
                    <a:pt x="134788" y="346623"/>
                    <a:pt x="134788" y="346455"/>
                  </a:cubicBezTo>
                  <a:cubicBezTo>
                    <a:pt x="134788" y="346286"/>
                    <a:pt x="133711" y="344975"/>
                    <a:pt x="133273" y="344672"/>
                  </a:cubicBezTo>
                  <a:cubicBezTo>
                    <a:pt x="132836" y="344335"/>
                    <a:pt x="131792" y="343831"/>
                    <a:pt x="131792" y="343831"/>
                  </a:cubicBezTo>
                  <a:lnTo>
                    <a:pt x="130042" y="343831"/>
                  </a:lnTo>
                  <a:lnTo>
                    <a:pt x="127922" y="343831"/>
                  </a:lnTo>
                  <a:cubicBezTo>
                    <a:pt x="127922" y="343831"/>
                    <a:pt x="125701" y="343932"/>
                    <a:pt x="125364" y="343932"/>
                  </a:cubicBezTo>
                  <a:cubicBezTo>
                    <a:pt x="125028" y="343932"/>
                    <a:pt x="124927" y="344268"/>
                    <a:pt x="124994" y="344504"/>
                  </a:cubicBezTo>
                  <a:cubicBezTo>
                    <a:pt x="125062" y="344739"/>
                    <a:pt x="125701" y="346017"/>
                    <a:pt x="125701" y="346791"/>
                  </a:cubicBezTo>
                  <a:cubicBezTo>
                    <a:pt x="125701" y="347565"/>
                    <a:pt x="126340" y="348406"/>
                    <a:pt x="126340" y="349247"/>
                  </a:cubicBezTo>
                  <a:cubicBezTo>
                    <a:pt x="126340" y="350088"/>
                    <a:pt x="125802" y="350323"/>
                    <a:pt x="125802" y="350323"/>
                  </a:cubicBezTo>
                  <a:lnTo>
                    <a:pt x="125162" y="351131"/>
                  </a:lnTo>
                  <a:cubicBezTo>
                    <a:pt x="125162" y="351131"/>
                    <a:pt x="124288" y="352611"/>
                    <a:pt x="124254" y="352745"/>
                  </a:cubicBezTo>
                  <a:cubicBezTo>
                    <a:pt x="124186" y="352914"/>
                    <a:pt x="124254" y="355201"/>
                    <a:pt x="124254" y="355201"/>
                  </a:cubicBezTo>
                  <a:lnTo>
                    <a:pt x="124624" y="356345"/>
                  </a:lnTo>
                  <a:lnTo>
                    <a:pt x="126576" y="357657"/>
                  </a:lnTo>
                  <a:cubicBezTo>
                    <a:pt x="126576" y="357657"/>
                    <a:pt x="128427" y="360482"/>
                    <a:pt x="129066" y="360819"/>
                  </a:cubicBezTo>
                  <a:cubicBezTo>
                    <a:pt x="129706" y="361155"/>
                    <a:pt x="130817" y="362669"/>
                    <a:pt x="130817" y="362669"/>
                  </a:cubicBezTo>
                  <a:lnTo>
                    <a:pt x="132230" y="364620"/>
                  </a:lnTo>
                  <a:lnTo>
                    <a:pt x="134417" y="369094"/>
                  </a:lnTo>
                  <a:cubicBezTo>
                    <a:pt x="134417" y="369094"/>
                    <a:pt x="134417" y="371920"/>
                    <a:pt x="134417" y="372357"/>
                  </a:cubicBezTo>
                  <a:cubicBezTo>
                    <a:pt x="134417" y="372794"/>
                    <a:pt x="133543" y="374847"/>
                    <a:pt x="133442" y="375183"/>
                  </a:cubicBezTo>
                  <a:cubicBezTo>
                    <a:pt x="133341" y="375519"/>
                    <a:pt x="132365" y="378782"/>
                    <a:pt x="132365" y="378782"/>
                  </a:cubicBezTo>
                  <a:lnTo>
                    <a:pt x="131927" y="380834"/>
                  </a:lnTo>
                  <a:lnTo>
                    <a:pt x="130413" y="382886"/>
                  </a:lnTo>
                  <a:cubicBezTo>
                    <a:pt x="130413" y="382886"/>
                    <a:pt x="126071" y="381575"/>
                    <a:pt x="125095" y="380935"/>
                  </a:cubicBezTo>
                  <a:cubicBezTo>
                    <a:pt x="124119" y="380296"/>
                    <a:pt x="122908" y="379085"/>
                    <a:pt x="122908" y="379085"/>
                  </a:cubicBezTo>
                  <a:lnTo>
                    <a:pt x="119643" y="376899"/>
                  </a:lnTo>
                  <a:lnTo>
                    <a:pt x="116480" y="376899"/>
                  </a:lnTo>
                  <a:lnTo>
                    <a:pt x="113215" y="378211"/>
                  </a:lnTo>
                  <a:cubicBezTo>
                    <a:pt x="113215" y="378211"/>
                    <a:pt x="112239" y="379859"/>
                    <a:pt x="112239" y="380263"/>
                  </a:cubicBezTo>
                  <a:cubicBezTo>
                    <a:pt x="112239" y="380700"/>
                    <a:pt x="111028" y="382315"/>
                    <a:pt x="111028" y="382752"/>
                  </a:cubicBezTo>
                  <a:cubicBezTo>
                    <a:pt x="111028" y="383189"/>
                    <a:pt x="109951" y="386755"/>
                    <a:pt x="109951" y="386755"/>
                  </a:cubicBezTo>
                  <a:lnTo>
                    <a:pt x="109614" y="390455"/>
                  </a:lnTo>
                  <a:lnTo>
                    <a:pt x="104398" y="396544"/>
                  </a:lnTo>
                  <a:cubicBezTo>
                    <a:pt x="104398" y="396544"/>
                    <a:pt x="102109" y="399370"/>
                    <a:pt x="101806" y="399370"/>
                  </a:cubicBezTo>
                  <a:cubicBezTo>
                    <a:pt x="101470" y="399370"/>
                    <a:pt x="100729" y="400446"/>
                    <a:pt x="100393" y="400682"/>
                  </a:cubicBezTo>
                  <a:cubicBezTo>
                    <a:pt x="100056" y="400884"/>
                    <a:pt x="99316" y="401994"/>
                    <a:pt x="98878" y="401994"/>
                  </a:cubicBezTo>
                  <a:cubicBezTo>
                    <a:pt x="98441" y="401994"/>
                    <a:pt x="96825" y="403205"/>
                    <a:pt x="96825" y="403205"/>
                  </a:cubicBezTo>
                  <a:cubicBezTo>
                    <a:pt x="96825" y="403205"/>
                    <a:pt x="94234" y="405055"/>
                    <a:pt x="93561" y="405055"/>
                  </a:cubicBezTo>
                  <a:cubicBezTo>
                    <a:pt x="92921" y="405055"/>
                    <a:pt x="91811" y="404718"/>
                    <a:pt x="91508" y="404618"/>
                  </a:cubicBezTo>
                  <a:cubicBezTo>
                    <a:pt x="91171" y="404517"/>
                    <a:pt x="90532" y="404281"/>
                    <a:pt x="90532" y="404281"/>
                  </a:cubicBezTo>
                  <a:lnTo>
                    <a:pt x="85753" y="400682"/>
                  </a:lnTo>
                  <a:cubicBezTo>
                    <a:pt x="85753" y="400682"/>
                    <a:pt x="83801" y="397419"/>
                    <a:pt x="83363" y="397755"/>
                  </a:cubicBezTo>
                  <a:cubicBezTo>
                    <a:pt x="82926" y="398092"/>
                    <a:pt x="81411" y="397755"/>
                    <a:pt x="81411" y="397755"/>
                  </a:cubicBezTo>
                  <a:lnTo>
                    <a:pt x="79224" y="397755"/>
                  </a:lnTo>
                  <a:lnTo>
                    <a:pt x="77710" y="398832"/>
                  </a:lnTo>
                  <a:cubicBezTo>
                    <a:pt x="77710" y="398832"/>
                    <a:pt x="77171" y="400345"/>
                    <a:pt x="77171" y="400783"/>
                  </a:cubicBezTo>
                  <a:cubicBezTo>
                    <a:pt x="77171" y="401220"/>
                    <a:pt x="77508" y="402296"/>
                    <a:pt x="77508" y="402296"/>
                  </a:cubicBezTo>
                  <a:lnTo>
                    <a:pt x="79560" y="404348"/>
                  </a:lnTo>
                  <a:lnTo>
                    <a:pt x="81176" y="407813"/>
                  </a:lnTo>
                  <a:lnTo>
                    <a:pt x="81411" y="408991"/>
                  </a:lnTo>
                  <a:lnTo>
                    <a:pt x="79662" y="411615"/>
                  </a:lnTo>
                  <a:lnTo>
                    <a:pt x="78046" y="411615"/>
                  </a:lnTo>
                  <a:lnTo>
                    <a:pt x="76532" y="409865"/>
                  </a:lnTo>
                  <a:lnTo>
                    <a:pt x="74782" y="408991"/>
                  </a:lnTo>
                  <a:lnTo>
                    <a:pt x="73267" y="410740"/>
                  </a:lnTo>
                  <a:cubicBezTo>
                    <a:pt x="73267" y="410740"/>
                    <a:pt x="73065" y="412254"/>
                    <a:pt x="73065" y="413330"/>
                  </a:cubicBezTo>
                  <a:cubicBezTo>
                    <a:pt x="73065" y="414407"/>
                    <a:pt x="73503" y="415618"/>
                    <a:pt x="73503" y="415618"/>
                  </a:cubicBezTo>
                  <a:lnTo>
                    <a:pt x="74041" y="416392"/>
                  </a:lnTo>
                  <a:lnTo>
                    <a:pt x="74142" y="418881"/>
                  </a:lnTo>
                  <a:lnTo>
                    <a:pt x="74479" y="420294"/>
                  </a:lnTo>
                  <a:lnTo>
                    <a:pt x="72964" y="422682"/>
                  </a:lnTo>
                  <a:lnTo>
                    <a:pt x="70373" y="426382"/>
                  </a:lnTo>
                  <a:cubicBezTo>
                    <a:pt x="70373" y="426382"/>
                    <a:pt x="67310" y="428132"/>
                    <a:pt x="66671" y="428132"/>
                  </a:cubicBezTo>
                  <a:cubicBezTo>
                    <a:pt x="66031" y="428132"/>
                    <a:pt x="61017" y="431832"/>
                    <a:pt x="61017" y="431832"/>
                  </a:cubicBezTo>
                  <a:lnTo>
                    <a:pt x="58426" y="434220"/>
                  </a:lnTo>
                  <a:cubicBezTo>
                    <a:pt x="58426" y="434220"/>
                    <a:pt x="57349" y="435970"/>
                    <a:pt x="56675" y="436172"/>
                  </a:cubicBezTo>
                  <a:cubicBezTo>
                    <a:pt x="56036" y="436407"/>
                    <a:pt x="54925" y="439435"/>
                    <a:pt x="54925" y="439435"/>
                  </a:cubicBezTo>
                  <a:lnTo>
                    <a:pt x="51223" y="443337"/>
                  </a:lnTo>
                  <a:lnTo>
                    <a:pt x="47959" y="442900"/>
                  </a:lnTo>
                  <a:lnTo>
                    <a:pt x="44930" y="439435"/>
                  </a:lnTo>
                  <a:lnTo>
                    <a:pt x="39714" y="439435"/>
                  </a:lnTo>
                  <a:lnTo>
                    <a:pt x="36887" y="439435"/>
                  </a:lnTo>
                  <a:cubicBezTo>
                    <a:pt x="36887" y="439435"/>
                    <a:pt x="36011" y="440309"/>
                    <a:pt x="35810" y="440948"/>
                  </a:cubicBezTo>
                  <a:cubicBezTo>
                    <a:pt x="35608" y="441588"/>
                    <a:pt x="33622" y="444212"/>
                    <a:pt x="33622" y="444212"/>
                  </a:cubicBezTo>
                  <a:lnTo>
                    <a:pt x="30795" y="450065"/>
                  </a:lnTo>
                  <a:lnTo>
                    <a:pt x="29045" y="453967"/>
                  </a:lnTo>
                  <a:lnTo>
                    <a:pt x="27093" y="458307"/>
                  </a:lnTo>
                  <a:lnTo>
                    <a:pt x="25579" y="460897"/>
                  </a:lnTo>
                  <a:lnTo>
                    <a:pt x="24502" y="463722"/>
                  </a:lnTo>
                  <a:lnTo>
                    <a:pt x="24939" y="466346"/>
                  </a:lnTo>
                  <a:cubicBezTo>
                    <a:pt x="24939" y="466346"/>
                    <a:pt x="24939" y="470249"/>
                    <a:pt x="24939" y="470921"/>
                  </a:cubicBezTo>
                  <a:cubicBezTo>
                    <a:pt x="24939" y="471561"/>
                    <a:pt x="26891" y="476775"/>
                    <a:pt x="28641" y="477649"/>
                  </a:cubicBezTo>
                  <a:cubicBezTo>
                    <a:pt x="30391" y="478524"/>
                    <a:pt x="31670" y="479600"/>
                    <a:pt x="31670" y="479600"/>
                  </a:cubicBezTo>
                  <a:cubicBezTo>
                    <a:pt x="31670" y="479600"/>
                    <a:pt x="29920" y="482863"/>
                    <a:pt x="29281" y="484175"/>
                  </a:cubicBezTo>
                  <a:cubicBezTo>
                    <a:pt x="28641" y="485487"/>
                    <a:pt x="26016" y="484175"/>
                    <a:pt x="26016" y="484175"/>
                  </a:cubicBezTo>
                  <a:lnTo>
                    <a:pt x="21035" y="486564"/>
                  </a:lnTo>
                  <a:lnTo>
                    <a:pt x="17131" y="488078"/>
                  </a:lnTo>
                  <a:lnTo>
                    <a:pt x="16054" y="488078"/>
                  </a:lnTo>
                  <a:lnTo>
                    <a:pt x="13026" y="489390"/>
                  </a:lnTo>
                  <a:lnTo>
                    <a:pt x="11073" y="491340"/>
                  </a:lnTo>
                  <a:cubicBezTo>
                    <a:pt x="11073" y="491340"/>
                    <a:pt x="9559" y="493292"/>
                    <a:pt x="8684" y="493292"/>
                  </a:cubicBezTo>
                  <a:cubicBezTo>
                    <a:pt x="7809" y="493292"/>
                    <a:pt x="6497" y="494604"/>
                    <a:pt x="6497" y="494604"/>
                  </a:cubicBezTo>
                  <a:lnTo>
                    <a:pt x="3468" y="496790"/>
                  </a:lnTo>
                  <a:lnTo>
                    <a:pt x="3030" y="498102"/>
                  </a:lnTo>
                  <a:lnTo>
                    <a:pt x="1280" y="503955"/>
                  </a:lnTo>
                  <a:cubicBezTo>
                    <a:pt x="1280" y="503955"/>
                    <a:pt x="1078" y="505907"/>
                    <a:pt x="1078" y="506781"/>
                  </a:cubicBezTo>
                  <a:cubicBezTo>
                    <a:pt x="1078" y="507656"/>
                    <a:pt x="1280" y="510246"/>
                    <a:pt x="1280" y="510919"/>
                  </a:cubicBezTo>
                  <a:cubicBezTo>
                    <a:pt x="1280" y="511558"/>
                    <a:pt x="640" y="513307"/>
                    <a:pt x="640" y="513307"/>
                  </a:cubicBezTo>
                  <a:cubicBezTo>
                    <a:pt x="640" y="513307"/>
                    <a:pt x="640" y="518521"/>
                    <a:pt x="640" y="519396"/>
                  </a:cubicBezTo>
                  <a:cubicBezTo>
                    <a:pt x="640" y="520271"/>
                    <a:pt x="540" y="520708"/>
                    <a:pt x="102" y="521986"/>
                  </a:cubicBezTo>
                  <a:cubicBezTo>
                    <a:pt x="-335" y="523298"/>
                    <a:pt x="775" y="523937"/>
                    <a:pt x="775" y="523937"/>
                  </a:cubicBezTo>
                  <a:cubicBezTo>
                    <a:pt x="775" y="523937"/>
                    <a:pt x="-32" y="527402"/>
                    <a:pt x="775" y="529589"/>
                  </a:cubicBezTo>
                  <a:cubicBezTo>
                    <a:pt x="1583" y="531775"/>
                    <a:pt x="4982" y="533289"/>
                    <a:pt x="4982" y="533289"/>
                  </a:cubicBezTo>
                  <a:cubicBezTo>
                    <a:pt x="4982" y="533289"/>
                    <a:pt x="10838" y="533289"/>
                    <a:pt x="12588" y="533289"/>
                  </a:cubicBezTo>
                  <a:cubicBezTo>
                    <a:pt x="14338" y="533289"/>
                    <a:pt x="13026" y="536990"/>
                    <a:pt x="13026" y="536990"/>
                  </a:cubicBezTo>
                  <a:cubicBezTo>
                    <a:pt x="13026" y="536990"/>
                    <a:pt x="14540" y="542204"/>
                    <a:pt x="15213" y="542843"/>
                  </a:cubicBezTo>
                  <a:cubicBezTo>
                    <a:pt x="15852" y="543482"/>
                    <a:pt x="14338" y="547182"/>
                    <a:pt x="14338" y="547182"/>
                  </a:cubicBezTo>
                  <a:lnTo>
                    <a:pt x="14977" y="551757"/>
                  </a:lnTo>
                  <a:cubicBezTo>
                    <a:pt x="14977" y="551757"/>
                    <a:pt x="17602" y="553271"/>
                    <a:pt x="18444" y="554146"/>
                  </a:cubicBezTo>
                  <a:cubicBezTo>
                    <a:pt x="19319" y="555021"/>
                    <a:pt x="21708" y="555895"/>
                    <a:pt x="22348" y="556097"/>
                  </a:cubicBezTo>
                  <a:cubicBezTo>
                    <a:pt x="22987" y="556332"/>
                    <a:pt x="22583" y="557611"/>
                    <a:pt x="22583" y="558485"/>
                  </a:cubicBezTo>
                  <a:cubicBezTo>
                    <a:pt x="22583" y="559360"/>
                    <a:pt x="22583" y="560672"/>
                    <a:pt x="20194" y="563060"/>
                  </a:cubicBezTo>
                  <a:cubicBezTo>
                    <a:pt x="17804" y="565449"/>
                    <a:pt x="17367" y="565886"/>
                    <a:pt x="17367" y="565886"/>
                  </a:cubicBezTo>
                  <a:cubicBezTo>
                    <a:pt x="17367" y="565886"/>
                    <a:pt x="15852" y="566963"/>
                    <a:pt x="14102" y="566963"/>
                  </a:cubicBezTo>
                  <a:cubicBezTo>
                    <a:pt x="12352" y="566963"/>
                    <a:pt x="11275" y="569351"/>
                    <a:pt x="10636" y="569788"/>
                  </a:cubicBezTo>
                  <a:cubicBezTo>
                    <a:pt x="9997" y="570225"/>
                    <a:pt x="9323" y="572177"/>
                    <a:pt x="8684" y="572412"/>
                  </a:cubicBezTo>
                  <a:cubicBezTo>
                    <a:pt x="8045" y="572614"/>
                    <a:pt x="6497" y="574599"/>
                    <a:pt x="5857" y="575002"/>
                  </a:cubicBezTo>
                  <a:cubicBezTo>
                    <a:pt x="5218" y="575440"/>
                    <a:pt x="1717" y="578905"/>
                    <a:pt x="1078" y="580217"/>
                  </a:cubicBezTo>
                  <a:cubicBezTo>
                    <a:pt x="439" y="581528"/>
                    <a:pt x="1078" y="582605"/>
                    <a:pt x="1078" y="585868"/>
                  </a:cubicBezTo>
                  <a:cubicBezTo>
                    <a:pt x="1078" y="589131"/>
                    <a:pt x="1717" y="587617"/>
                    <a:pt x="2155" y="588256"/>
                  </a:cubicBezTo>
                  <a:cubicBezTo>
                    <a:pt x="2592" y="588895"/>
                    <a:pt x="5857" y="590645"/>
                    <a:pt x="7371" y="591082"/>
                  </a:cubicBezTo>
                  <a:cubicBezTo>
                    <a:pt x="8886" y="591519"/>
                    <a:pt x="15415" y="592394"/>
                    <a:pt x="15415" y="592394"/>
                  </a:cubicBezTo>
                  <a:cubicBezTo>
                    <a:pt x="15415" y="592394"/>
                    <a:pt x="18679" y="592394"/>
                    <a:pt x="20631" y="592394"/>
                  </a:cubicBezTo>
                  <a:cubicBezTo>
                    <a:pt x="22583" y="592394"/>
                    <a:pt x="24098" y="589568"/>
                    <a:pt x="24098" y="589568"/>
                  </a:cubicBezTo>
                  <a:lnTo>
                    <a:pt x="28237" y="586945"/>
                  </a:lnTo>
                  <a:lnTo>
                    <a:pt x="34329" y="585868"/>
                  </a:lnTo>
                  <a:lnTo>
                    <a:pt x="39343" y="582840"/>
                  </a:lnTo>
                  <a:lnTo>
                    <a:pt x="48699" y="581091"/>
                  </a:lnTo>
                  <a:lnTo>
                    <a:pt x="54791" y="577391"/>
                  </a:lnTo>
                  <a:cubicBezTo>
                    <a:pt x="54791" y="577391"/>
                    <a:pt x="60647" y="577189"/>
                    <a:pt x="61522" y="577189"/>
                  </a:cubicBezTo>
                  <a:cubicBezTo>
                    <a:pt x="62397" y="577189"/>
                    <a:pt x="66301" y="578064"/>
                    <a:pt x="69363" y="578064"/>
                  </a:cubicBezTo>
                  <a:cubicBezTo>
                    <a:pt x="72392" y="578064"/>
                    <a:pt x="76094" y="578265"/>
                    <a:pt x="76767" y="578064"/>
                  </a:cubicBezTo>
                  <a:cubicBezTo>
                    <a:pt x="77407" y="577862"/>
                    <a:pt x="81344" y="576987"/>
                    <a:pt x="81546" y="576112"/>
                  </a:cubicBezTo>
                  <a:cubicBezTo>
                    <a:pt x="81782" y="575238"/>
                    <a:pt x="85013" y="572210"/>
                    <a:pt x="86763" y="571537"/>
                  </a:cubicBezTo>
                  <a:cubicBezTo>
                    <a:pt x="88513" y="570898"/>
                    <a:pt x="93729" y="569788"/>
                    <a:pt x="93729" y="569788"/>
                  </a:cubicBezTo>
                  <a:lnTo>
                    <a:pt x="98946" y="569788"/>
                  </a:lnTo>
                  <a:lnTo>
                    <a:pt x="100023" y="571639"/>
                  </a:lnTo>
                  <a:cubicBezTo>
                    <a:pt x="100023" y="571639"/>
                    <a:pt x="102850" y="576314"/>
                    <a:pt x="103489" y="576953"/>
                  </a:cubicBezTo>
                  <a:cubicBezTo>
                    <a:pt x="104128" y="577593"/>
                    <a:pt x="106955" y="579981"/>
                    <a:pt x="106955" y="579981"/>
                  </a:cubicBezTo>
                  <a:lnTo>
                    <a:pt x="111869" y="577593"/>
                  </a:lnTo>
                  <a:cubicBezTo>
                    <a:pt x="111869" y="577593"/>
                    <a:pt x="118061" y="574767"/>
                    <a:pt x="119138" y="574565"/>
                  </a:cubicBezTo>
                  <a:cubicBezTo>
                    <a:pt x="120215" y="574330"/>
                    <a:pt x="122840" y="574330"/>
                    <a:pt x="124792" y="574565"/>
                  </a:cubicBezTo>
                  <a:cubicBezTo>
                    <a:pt x="126744" y="574767"/>
                    <a:pt x="128259" y="574565"/>
                    <a:pt x="128259" y="574565"/>
                  </a:cubicBezTo>
                  <a:cubicBezTo>
                    <a:pt x="128259" y="574565"/>
                    <a:pt x="131961" y="576079"/>
                    <a:pt x="132600" y="576314"/>
                  </a:cubicBezTo>
                  <a:cubicBezTo>
                    <a:pt x="133240" y="576516"/>
                    <a:pt x="133240" y="579376"/>
                    <a:pt x="133240" y="579376"/>
                  </a:cubicBezTo>
                  <a:cubicBezTo>
                    <a:pt x="133240" y="579376"/>
                    <a:pt x="131086" y="582403"/>
                    <a:pt x="130413" y="582639"/>
                  </a:cubicBezTo>
                  <a:cubicBezTo>
                    <a:pt x="129773" y="582840"/>
                    <a:pt x="126273" y="587415"/>
                    <a:pt x="126273" y="587415"/>
                  </a:cubicBezTo>
                  <a:lnTo>
                    <a:pt x="123244" y="588929"/>
                  </a:lnTo>
                  <a:cubicBezTo>
                    <a:pt x="123244" y="588929"/>
                    <a:pt x="120215" y="591318"/>
                    <a:pt x="119542" y="591519"/>
                  </a:cubicBezTo>
                  <a:cubicBezTo>
                    <a:pt x="118903" y="591721"/>
                    <a:pt x="115840" y="593033"/>
                    <a:pt x="114965" y="593471"/>
                  </a:cubicBezTo>
                  <a:cubicBezTo>
                    <a:pt x="114090" y="593908"/>
                    <a:pt x="111835" y="596296"/>
                    <a:pt x="111835" y="596296"/>
                  </a:cubicBezTo>
                  <a:cubicBezTo>
                    <a:pt x="111835" y="596296"/>
                    <a:pt x="112138" y="599122"/>
                    <a:pt x="111936" y="599997"/>
                  </a:cubicBezTo>
                  <a:cubicBezTo>
                    <a:pt x="111734" y="600871"/>
                    <a:pt x="111936" y="608911"/>
                    <a:pt x="111936" y="608911"/>
                  </a:cubicBezTo>
                  <a:lnTo>
                    <a:pt x="111936" y="612376"/>
                  </a:lnTo>
                  <a:lnTo>
                    <a:pt x="114561" y="616716"/>
                  </a:lnTo>
                  <a:lnTo>
                    <a:pt x="116076" y="616716"/>
                  </a:lnTo>
                  <a:lnTo>
                    <a:pt x="120215" y="619440"/>
                  </a:lnTo>
                  <a:cubicBezTo>
                    <a:pt x="120215" y="619440"/>
                    <a:pt x="123042" y="624116"/>
                    <a:pt x="123682" y="624554"/>
                  </a:cubicBezTo>
                  <a:cubicBezTo>
                    <a:pt x="124321" y="624991"/>
                    <a:pt x="126307" y="626942"/>
                    <a:pt x="127148" y="627817"/>
                  </a:cubicBezTo>
                  <a:cubicBezTo>
                    <a:pt x="128023" y="628691"/>
                    <a:pt x="126509" y="633031"/>
                    <a:pt x="126509" y="633031"/>
                  </a:cubicBezTo>
                  <a:cubicBezTo>
                    <a:pt x="126509" y="633031"/>
                    <a:pt x="125634" y="640297"/>
                    <a:pt x="125533" y="640734"/>
                  </a:cubicBezTo>
                  <a:cubicBezTo>
                    <a:pt x="125432" y="641171"/>
                    <a:pt x="124994" y="642248"/>
                    <a:pt x="124994" y="642248"/>
                  </a:cubicBezTo>
                  <a:cubicBezTo>
                    <a:pt x="124994" y="642248"/>
                    <a:pt x="123783" y="644300"/>
                    <a:pt x="123581" y="644737"/>
                  </a:cubicBezTo>
                  <a:cubicBezTo>
                    <a:pt x="123345" y="645175"/>
                    <a:pt x="122369" y="647126"/>
                    <a:pt x="122369" y="647126"/>
                  </a:cubicBezTo>
                  <a:lnTo>
                    <a:pt x="122369" y="650288"/>
                  </a:lnTo>
                  <a:lnTo>
                    <a:pt x="124052" y="654527"/>
                  </a:lnTo>
                  <a:lnTo>
                    <a:pt x="126172" y="657891"/>
                  </a:lnTo>
                  <a:lnTo>
                    <a:pt x="129100" y="660615"/>
                  </a:lnTo>
                  <a:lnTo>
                    <a:pt x="128663" y="663542"/>
                  </a:lnTo>
                  <a:cubicBezTo>
                    <a:pt x="128663" y="663542"/>
                    <a:pt x="125836" y="664416"/>
                    <a:pt x="125196" y="664517"/>
                  </a:cubicBezTo>
                  <a:cubicBezTo>
                    <a:pt x="124557" y="664619"/>
                    <a:pt x="125196" y="666367"/>
                    <a:pt x="125196" y="666367"/>
                  </a:cubicBezTo>
                  <a:lnTo>
                    <a:pt x="128461" y="667141"/>
                  </a:lnTo>
                  <a:lnTo>
                    <a:pt x="133139" y="667141"/>
                  </a:lnTo>
                  <a:lnTo>
                    <a:pt x="134350" y="668049"/>
                  </a:lnTo>
                  <a:lnTo>
                    <a:pt x="134115" y="669294"/>
                  </a:lnTo>
                  <a:cubicBezTo>
                    <a:pt x="134115" y="669294"/>
                    <a:pt x="133341" y="670472"/>
                    <a:pt x="133139" y="670808"/>
                  </a:cubicBezTo>
                  <a:cubicBezTo>
                    <a:pt x="132937" y="671144"/>
                    <a:pt x="131826" y="672221"/>
                    <a:pt x="131826" y="672221"/>
                  </a:cubicBezTo>
                  <a:cubicBezTo>
                    <a:pt x="131826" y="672221"/>
                    <a:pt x="130312" y="673095"/>
                    <a:pt x="129975" y="673196"/>
                  </a:cubicBezTo>
                  <a:cubicBezTo>
                    <a:pt x="129639" y="673297"/>
                    <a:pt x="127788" y="674811"/>
                    <a:pt x="127350" y="674811"/>
                  </a:cubicBezTo>
                  <a:cubicBezTo>
                    <a:pt x="126913" y="674811"/>
                    <a:pt x="127888" y="676661"/>
                    <a:pt x="128124" y="676998"/>
                  </a:cubicBezTo>
                  <a:cubicBezTo>
                    <a:pt x="128326" y="677334"/>
                    <a:pt x="131052" y="678411"/>
                    <a:pt x="131052" y="678411"/>
                  </a:cubicBezTo>
                  <a:lnTo>
                    <a:pt x="131052" y="679924"/>
                  </a:lnTo>
                  <a:lnTo>
                    <a:pt x="128865" y="680698"/>
                  </a:lnTo>
                  <a:cubicBezTo>
                    <a:pt x="128865" y="680698"/>
                    <a:pt x="128225" y="681674"/>
                    <a:pt x="128091" y="682010"/>
                  </a:cubicBezTo>
                  <a:cubicBezTo>
                    <a:pt x="127989" y="682346"/>
                    <a:pt x="126340" y="684634"/>
                    <a:pt x="126340" y="685038"/>
                  </a:cubicBezTo>
                  <a:cubicBezTo>
                    <a:pt x="126340" y="685475"/>
                    <a:pt x="127114" y="687964"/>
                    <a:pt x="127114" y="687964"/>
                  </a:cubicBezTo>
                  <a:lnTo>
                    <a:pt x="130715" y="688503"/>
                  </a:lnTo>
                  <a:lnTo>
                    <a:pt x="137884" y="689579"/>
                  </a:lnTo>
                  <a:lnTo>
                    <a:pt x="141249" y="692203"/>
                  </a:lnTo>
                  <a:lnTo>
                    <a:pt x="145288" y="693817"/>
                  </a:lnTo>
                  <a:lnTo>
                    <a:pt x="151144" y="694793"/>
                  </a:lnTo>
                  <a:lnTo>
                    <a:pt x="155182" y="696441"/>
                  </a:lnTo>
                  <a:lnTo>
                    <a:pt x="166255" y="698830"/>
                  </a:lnTo>
                  <a:lnTo>
                    <a:pt x="168745" y="699469"/>
                  </a:lnTo>
                  <a:cubicBezTo>
                    <a:pt x="168745" y="699469"/>
                    <a:pt x="176015" y="701218"/>
                    <a:pt x="176452" y="701218"/>
                  </a:cubicBezTo>
                  <a:cubicBezTo>
                    <a:pt x="176890" y="701218"/>
                    <a:pt x="182106" y="701656"/>
                    <a:pt x="183856" y="701857"/>
                  </a:cubicBezTo>
                  <a:cubicBezTo>
                    <a:pt x="185606" y="702059"/>
                    <a:pt x="189409" y="702396"/>
                    <a:pt x="189712" y="702497"/>
                  </a:cubicBezTo>
                  <a:cubicBezTo>
                    <a:pt x="190049" y="702597"/>
                    <a:pt x="191024" y="705322"/>
                    <a:pt x="191126" y="705659"/>
                  </a:cubicBezTo>
                  <a:cubicBezTo>
                    <a:pt x="191226" y="705995"/>
                    <a:pt x="190149" y="711411"/>
                    <a:pt x="190149" y="711411"/>
                  </a:cubicBezTo>
                  <a:cubicBezTo>
                    <a:pt x="190149" y="711411"/>
                    <a:pt x="190149" y="713261"/>
                    <a:pt x="190149" y="713699"/>
                  </a:cubicBezTo>
                  <a:cubicBezTo>
                    <a:pt x="190149" y="714136"/>
                    <a:pt x="189611" y="717164"/>
                    <a:pt x="189611" y="717164"/>
                  </a:cubicBezTo>
                  <a:lnTo>
                    <a:pt x="187996" y="718375"/>
                  </a:lnTo>
                  <a:cubicBezTo>
                    <a:pt x="187996" y="718375"/>
                    <a:pt x="185169" y="720326"/>
                    <a:pt x="184630" y="720662"/>
                  </a:cubicBezTo>
                  <a:cubicBezTo>
                    <a:pt x="184092" y="720999"/>
                    <a:pt x="180928" y="722512"/>
                    <a:pt x="180053" y="722815"/>
                  </a:cubicBezTo>
                  <a:cubicBezTo>
                    <a:pt x="179178" y="723151"/>
                    <a:pt x="176452" y="725842"/>
                    <a:pt x="176452" y="725842"/>
                  </a:cubicBezTo>
                  <a:cubicBezTo>
                    <a:pt x="176452" y="725842"/>
                    <a:pt x="173289" y="728466"/>
                    <a:pt x="172986" y="728668"/>
                  </a:cubicBezTo>
                  <a:cubicBezTo>
                    <a:pt x="172649" y="728870"/>
                    <a:pt x="172111" y="730417"/>
                    <a:pt x="171774" y="730518"/>
                  </a:cubicBezTo>
                  <a:cubicBezTo>
                    <a:pt x="171437" y="730619"/>
                    <a:pt x="169822" y="733580"/>
                    <a:pt x="169587" y="734421"/>
                  </a:cubicBezTo>
                  <a:cubicBezTo>
                    <a:pt x="169351" y="735295"/>
                    <a:pt x="168173" y="736910"/>
                    <a:pt x="168173" y="736910"/>
                  </a:cubicBezTo>
                  <a:cubicBezTo>
                    <a:pt x="168173" y="736910"/>
                    <a:pt x="166962" y="739635"/>
                    <a:pt x="166962" y="740072"/>
                  </a:cubicBezTo>
                  <a:cubicBezTo>
                    <a:pt x="166962" y="740509"/>
                    <a:pt x="166086" y="742259"/>
                    <a:pt x="166086" y="742561"/>
                  </a:cubicBezTo>
                  <a:cubicBezTo>
                    <a:pt x="166086" y="742898"/>
                    <a:pt x="165750" y="744613"/>
                    <a:pt x="165750" y="744613"/>
                  </a:cubicBezTo>
                  <a:lnTo>
                    <a:pt x="168476" y="747338"/>
                  </a:lnTo>
                  <a:lnTo>
                    <a:pt x="169014" y="748953"/>
                  </a:lnTo>
                  <a:lnTo>
                    <a:pt x="169351" y="751341"/>
                  </a:lnTo>
                  <a:lnTo>
                    <a:pt x="169149" y="753528"/>
                  </a:lnTo>
                  <a:cubicBezTo>
                    <a:pt x="169149" y="753528"/>
                    <a:pt x="168072" y="754402"/>
                    <a:pt x="168072" y="754840"/>
                  </a:cubicBezTo>
                  <a:cubicBezTo>
                    <a:pt x="168072" y="755277"/>
                    <a:pt x="167971" y="757464"/>
                    <a:pt x="167971" y="757464"/>
                  </a:cubicBezTo>
                  <a:cubicBezTo>
                    <a:pt x="167971" y="757464"/>
                    <a:pt x="166995" y="761063"/>
                    <a:pt x="166995" y="761500"/>
                  </a:cubicBezTo>
                  <a:cubicBezTo>
                    <a:pt x="166995" y="761938"/>
                    <a:pt x="164808" y="765941"/>
                    <a:pt x="164808" y="765941"/>
                  </a:cubicBezTo>
                  <a:lnTo>
                    <a:pt x="162620" y="771592"/>
                  </a:lnTo>
                  <a:cubicBezTo>
                    <a:pt x="162620" y="771592"/>
                    <a:pt x="160668" y="773207"/>
                    <a:pt x="160130" y="773644"/>
                  </a:cubicBezTo>
                  <a:cubicBezTo>
                    <a:pt x="159591" y="774082"/>
                    <a:pt x="157841" y="775495"/>
                    <a:pt x="157538" y="775596"/>
                  </a:cubicBezTo>
                  <a:cubicBezTo>
                    <a:pt x="157202" y="775696"/>
                    <a:pt x="155923" y="778085"/>
                    <a:pt x="155923" y="778085"/>
                  </a:cubicBezTo>
                  <a:lnTo>
                    <a:pt x="153971" y="780810"/>
                  </a:lnTo>
                  <a:lnTo>
                    <a:pt x="153668" y="784376"/>
                  </a:lnTo>
                  <a:lnTo>
                    <a:pt x="153668" y="786562"/>
                  </a:lnTo>
                  <a:lnTo>
                    <a:pt x="152086" y="788849"/>
                  </a:lnTo>
                  <a:lnTo>
                    <a:pt x="150605" y="791137"/>
                  </a:lnTo>
                  <a:lnTo>
                    <a:pt x="147879" y="792886"/>
                  </a:lnTo>
                  <a:lnTo>
                    <a:pt x="144716" y="795073"/>
                  </a:lnTo>
                  <a:lnTo>
                    <a:pt x="142596" y="797798"/>
                  </a:lnTo>
                  <a:cubicBezTo>
                    <a:pt x="142596" y="797798"/>
                    <a:pt x="142427" y="800859"/>
                    <a:pt x="142663" y="801263"/>
                  </a:cubicBezTo>
                  <a:cubicBezTo>
                    <a:pt x="142865" y="801700"/>
                    <a:pt x="142427" y="802675"/>
                    <a:pt x="142663" y="803012"/>
                  </a:cubicBezTo>
                  <a:cubicBezTo>
                    <a:pt x="142865" y="803348"/>
                    <a:pt x="145692" y="805838"/>
                    <a:pt x="145826" y="806174"/>
                  </a:cubicBezTo>
                  <a:cubicBezTo>
                    <a:pt x="145927" y="806510"/>
                    <a:pt x="150269" y="808899"/>
                    <a:pt x="150504" y="809202"/>
                  </a:cubicBezTo>
                  <a:cubicBezTo>
                    <a:pt x="150740" y="809538"/>
                    <a:pt x="157134" y="809975"/>
                    <a:pt x="157134" y="809975"/>
                  </a:cubicBezTo>
                  <a:lnTo>
                    <a:pt x="169519" y="810312"/>
                  </a:lnTo>
                  <a:lnTo>
                    <a:pt x="177361" y="810850"/>
                  </a:lnTo>
                  <a:cubicBezTo>
                    <a:pt x="177361" y="810850"/>
                    <a:pt x="184967" y="811624"/>
                    <a:pt x="185404" y="811624"/>
                  </a:cubicBezTo>
                  <a:cubicBezTo>
                    <a:pt x="185842" y="811624"/>
                    <a:pt x="191159" y="813810"/>
                    <a:pt x="191159" y="813810"/>
                  </a:cubicBezTo>
                  <a:cubicBezTo>
                    <a:pt x="191159" y="813810"/>
                    <a:pt x="195299" y="817510"/>
                    <a:pt x="195736" y="817813"/>
                  </a:cubicBezTo>
                  <a:cubicBezTo>
                    <a:pt x="196174" y="818150"/>
                    <a:pt x="201592" y="819764"/>
                    <a:pt x="201592" y="819764"/>
                  </a:cubicBezTo>
                  <a:lnTo>
                    <a:pt x="205496" y="820101"/>
                  </a:lnTo>
                  <a:cubicBezTo>
                    <a:pt x="205496" y="820101"/>
                    <a:pt x="207684" y="821715"/>
                    <a:pt x="207986" y="821715"/>
                  </a:cubicBezTo>
                  <a:cubicBezTo>
                    <a:pt x="208323" y="821715"/>
                    <a:pt x="211352" y="823666"/>
                    <a:pt x="212126" y="824205"/>
                  </a:cubicBezTo>
                  <a:cubicBezTo>
                    <a:pt x="212900" y="824743"/>
                    <a:pt x="215727" y="825079"/>
                    <a:pt x="216467" y="824978"/>
                  </a:cubicBezTo>
                  <a:cubicBezTo>
                    <a:pt x="217242" y="824878"/>
                    <a:pt x="220607" y="823566"/>
                    <a:pt x="220607" y="823566"/>
                  </a:cubicBezTo>
                  <a:lnTo>
                    <a:pt x="225722" y="823566"/>
                  </a:lnTo>
                  <a:lnTo>
                    <a:pt x="228987" y="823498"/>
                  </a:lnTo>
                  <a:lnTo>
                    <a:pt x="230501" y="826021"/>
                  </a:lnTo>
                  <a:lnTo>
                    <a:pt x="230602" y="828342"/>
                  </a:lnTo>
                  <a:lnTo>
                    <a:pt x="230064" y="830193"/>
                  </a:lnTo>
                  <a:lnTo>
                    <a:pt x="228751" y="832144"/>
                  </a:lnTo>
                  <a:lnTo>
                    <a:pt x="228314" y="832917"/>
                  </a:lnTo>
                  <a:cubicBezTo>
                    <a:pt x="228314" y="832917"/>
                    <a:pt x="227338" y="835407"/>
                    <a:pt x="227001" y="835844"/>
                  </a:cubicBezTo>
                  <a:cubicBezTo>
                    <a:pt x="226665" y="836281"/>
                    <a:pt x="226126" y="839208"/>
                    <a:pt x="226126" y="839208"/>
                  </a:cubicBezTo>
                  <a:lnTo>
                    <a:pt x="224915" y="841832"/>
                  </a:lnTo>
                  <a:lnTo>
                    <a:pt x="224915" y="845196"/>
                  </a:lnTo>
                  <a:lnTo>
                    <a:pt x="224915" y="849233"/>
                  </a:lnTo>
                  <a:cubicBezTo>
                    <a:pt x="224915" y="849233"/>
                    <a:pt x="224376" y="853471"/>
                    <a:pt x="224040" y="853707"/>
                  </a:cubicBezTo>
                  <a:cubicBezTo>
                    <a:pt x="223703" y="853908"/>
                    <a:pt x="223165" y="855019"/>
                    <a:pt x="222189" y="855893"/>
                  </a:cubicBezTo>
                  <a:cubicBezTo>
                    <a:pt x="221213" y="856768"/>
                    <a:pt x="222189" y="858080"/>
                    <a:pt x="222189" y="858080"/>
                  </a:cubicBezTo>
                  <a:lnTo>
                    <a:pt x="223400" y="860266"/>
                  </a:lnTo>
                  <a:lnTo>
                    <a:pt x="225891" y="863429"/>
                  </a:lnTo>
                  <a:cubicBezTo>
                    <a:pt x="225891" y="863429"/>
                    <a:pt x="226530" y="865178"/>
                    <a:pt x="226968" y="865279"/>
                  </a:cubicBezTo>
                  <a:cubicBezTo>
                    <a:pt x="227405" y="865380"/>
                    <a:pt x="229256" y="867129"/>
                    <a:pt x="229256" y="867129"/>
                  </a:cubicBezTo>
                  <a:cubicBezTo>
                    <a:pt x="229256" y="867129"/>
                    <a:pt x="232420" y="867129"/>
                    <a:pt x="232857" y="867129"/>
                  </a:cubicBezTo>
                  <a:cubicBezTo>
                    <a:pt x="233295" y="867129"/>
                    <a:pt x="234910" y="866961"/>
                    <a:pt x="234910" y="866961"/>
                  </a:cubicBezTo>
                  <a:cubicBezTo>
                    <a:pt x="234910" y="866961"/>
                    <a:pt x="236526" y="866591"/>
                    <a:pt x="237401" y="866591"/>
                  </a:cubicBezTo>
                  <a:cubicBezTo>
                    <a:pt x="238276" y="866591"/>
                    <a:pt x="239689" y="867465"/>
                    <a:pt x="240227" y="867566"/>
                  </a:cubicBezTo>
                  <a:cubicBezTo>
                    <a:pt x="240766" y="867667"/>
                    <a:pt x="241540" y="868643"/>
                    <a:pt x="241978" y="868979"/>
                  </a:cubicBezTo>
                  <a:cubicBezTo>
                    <a:pt x="242415" y="869316"/>
                    <a:pt x="242617" y="870392"/>
                    <a:pt x="242617" y="870392"/>
                  </a:cubicBezTo>
                  <a:lnTo>
                    <a:pt x="242819" y="873117"/>
                  </a:lnTo>
                  <a:lnTo>
                    <a:pt x="242617" y="874328"/>
                  </a:lnTo>
                  <a:cubicBezTo>
                    <a:pt x="242617" y="874328"/>
                    <a:pt x="241540" y="876851"/>
                    <a:pt x="241204" y="877389"/>
                  </a:cubicBezTo>
                  <a:cubicBezTo>
                    <a:pt x="240867" y="877927"/>
                    <a:pt x="240901" y="878264"/>
                    <a:pt x="241338" y="879138"/>
                  </a:cubicBezTo>
                  <a:cubicBezTo>
                    <a:pt x="241776" y="880013"/>
                    <a:pt x="240901" y="882401"/>
                    <a:pt x="241338" y="883377"/>
                  </a:cubicBezTo>
                  <a:cubicBezTo>
                    <a:pt x="241776" y="884352"/>
                    <a:pt x="241338" y="884790"/>
                    <a:pt x="241338" y="885664"/>
                  </a:cubicBezTo>
                  <a:cubicBezTo>
                    <a:pt x="241338" y="886539"/>
                    <a:pt x="242213" y="887313"/>
                    <a:pt x="242213" y="887313"/>
                  </a:cubicBezTo>
                  <a:cubicBezTo>
                    <a:pt x="242213" y="887313"/>
                    <a:pt x="243425" y="889701"/>
                    <a:pt x="244704" y="890576"/>
                  </a:cubicBezTo>
                  <a:cubicBezTo>
                    <a:pt x="246016" y="891450"/>
                    <a:pt x="246319" y="890475"/>
                    <a:pt x="246992" y="890138"/>
                  </a:cubicBezTo>
                  <a:cubicBezTo>
                    <a:pt x="247631" y="889802"/>
                    <a:pt x="249382" y="888288"/>
                    <a:pt x="249382" y="888288"/>
                  </a:cubicBezTo>
                  <a:lnTo>
                    <a:pt x="253959" y="887851"/>
                  </a:lnTo>
                  <a:lnTo>
                    <a:pt x="257324" y="889499"/>
                  </a:lnTo>
                  <a:lnTo>
                    <a:pt x="260589" y="888826"/>
                  </a:lnTo>
                  <a:lnTo>
                    <a:pt x="262540" y="885025"/>
                  </a:lnTo>
                  <a:cubicBezTo>
                    <a:pt x="262540" y="885025"/>
                    <a:pt x="269709" y="884386"/>
                    <a:pt x="271459" y="884588"/>
                  </a:cubicBezTo>
                  <a:cubicBezTo>
                    <a:pt x="273209" y="884790"/>
                    <a:pt x="275700" y="887615"/>
                    <a:pt x="275700" y="887615"/>
                  </a:cubicBezTo>
                  <a:cubicBezTo>
                    <a:pt x="275700" y="887615"/>
                    <a:pt x="281017" y="891753"/>
                    <a:pt x="281454" y="891753"/>
                  </a:cubicBezTo>
                  <a:cubicBezTo>
                    <a:pt x="281892" y="891753"/>
                    <a:pt x="285897" y="892628"/>
                    <a:pt x="285897" y="892628"/>
                  </a:cubicBezTo>
                  <a:cubicBezTo>
                    <a:pt x="285897" y="892628"/>
                    <a:pt x="291214" y="892729"/>
                    <a:pt x="292089" y="892729"/>
                  </a:cubicBezTo>
                  <a:cubicBezTo>
                    <a:pt x="292964" y="892729"/>
                    <a:pt x="299157" y="890239"/>
                    <a:pt x="299157" y="890239"/>
                  </a:cubicBezTo>
                  <a:lnTo>
                    <a:pt x="304272" y="886875"/>
                  </a:lnTo>
                  <a:lnTo>
                    <a:pt x="310902" y="882435"/>
                  </a:lnTo>
                  <a:cubicBezTo>
                    <a:pt x="310902" y="882435"/>
                    <a:pt x="319484" y="875539"/>
                    <a:pt x="319854" y="875270"/>
                  </a:cubicBezTo>
                  <a:cubicBezTo>
                    <a:pt x="320224" y="874967"/>
                    <a:pt x="325374" y="871300"/>
                    <a:pt x="326080" y="871199"/>
                  </a:cubicBezTo>
                  <a:cubicBezTo>
                    <a:pt x="326821" y="871132"/>
                    <a:pt x="333484" y="869517"/>
                    <a:pt x="334191" y="869383"/>
                  </a:cubicBezTo>
                  <a:cubicBezTo>
                    <a:pt x="334931" y="869248"/>
                    <a:pt x="340922" y="867936"/>
                    <a:pt x="340922" y="867936"/>
                  </a:cubicBezTo>
                  <a:lnTo>
                    <a:pt x="343682" y="864606"/>
                  </a:lnTo>
                  <a:cubicBezTo>
                    <a:pt x="343682" y="864606"/>
                    <a:pt x="348259" y="861646"/>
                    <a:pt x="348091" y="861343"/>
                  </a:cubicBezTo>
                  <a:cubicBezTo>
                    <a:pt x="347956" y="861040"/>
                    <a:pt x="352230" y="859325"/>
                    <a:pt x="352230" y="859325"/>
                  </a:cubicBezTo>
                  <a:lnTo>
                    <a:pt x="354418" y="859392"/>
                  </a:lnTo>
                  <a:lnTo>
                    <a:pt x="355865" y="859762"/>
                  </a:lnTo>
                  <a:lnTo>
                    <a:pt x="356504" y="861646"/>
                  </a:lnTo>
                  <a:cubicBezTo>
                    <a:pt x="356504" y="861646"/>
                    <a:pt x="355764" y="864404"/>
                    <a:pt x="355562" y="864539"/>
                  </a:cubicBezTo>
                  <a:cubicBezTo>
                    <a:pt x="355360" y="864673"/>
                    <a:pt x="354990" y="865783"/>
                    <a:pt x="354552" y="866355"/>
                  </a:cubicBezTo>
                  <a:cubicBezTo>
                    <a:pt x="354115" y="866927"/>
                    <a:pt x="353374" y="867230"/>
                    <a:pt x="353374" y="867230"/>
                  </a:cubicBezTo>
                  <a:cubicBezTo>
                    <a:pt x="353374" y="867230"/>
                    <a:pt x="351860" y="869181"/>
                    <a:pt x="351557" y="869753"/>
                  </a:cubicBezTo>
                  <a:cubicBezTo>
                    <a:pt x="351254" y="870325"/>
                    <a:pt x="351119" y="870930"/>
                    <a:pt x="351119" y="870930"/>
                  </a:cubicBezTo>
                  <a:lnTo>
                    <a:pt x="352869" y="873319"/>
                  </a:lnTo>
                  <a:lnTo>
                    <a:pt x="354620" y="874193"/>
                  </a:lnTo>
                  <a:lnTo>
                    <a:pt x="354047" y="877221"/>
                  </a:lnTo>
                  <a:cubicBezTo>
                    <a:pt x="354047" y="877221"/>
                    <a:pt x="351288" y="879542"/>
                    <a:pt x="351018" y="880114"/>
                  </a:cubicBezTo>
                  <a:cubicBezTo>
                    <a:pt x="350715" y="880686"/>
                    <a:pt x="350143" y="883747"/>
                    <a:pt x="350143" y="883747"/>
                  </a:cubicBezTo>
                  <a:lnTo>
                    <a:pt x="350143" y="888255"/>
                  </a:lnTo>
                  <a:lnTo>
                    <a:pt x="354215" y="890273"/>
                  </a:lnTo>
                  <a:lnTo>
                    <a:pt x="353913" y="892729"/>
                  </a:lnTo>
                  <a:lnTo>
                    <a:pt x="353038" y="895622"/>
                  </a:lnTo>
                  <a:cubicBezTo>
                    <a:pt x="353038" y="895622"/>
                    <a:pt x="350850" y="897640"/>
                    <a:pt x="350446" y="897808"/>
                  </a:cubicBezTo>
                  <a:cubicBezTo>
                    <a:pt x="350009" y="897943"/>
                    <a:pt x="348124" y="899389"/>
                    <a:pt x="348124" y="899389"/>
                  </a:cubicBezTo>
                  <a:lnTo>
                    <a:pt x="351153" y="902148"/>
                  </a:lnTo>
                  <a:lnTo>
                    <a:pt x="353610" y="904604"/>
                  </a:lnTo>
                  <a:lnTo>
                    <a:pt x="353610" y="908943"/>
                  </a:lnTo>
                  <a:lnTo>
                    <a:pt x="354990" y="914023"/>
                  </a:lnTo>
                  <a:lnTo>
                    <a:pt x="355360" y="917925"/>
                  </a:lnTo>
                  <a:cubicBezTo>
                    <a:pt x="355360" y="917925"/>
                    <a:pt x="356672" y="924451"/>
                    <a:pt x="356807" y="925023"/>
                  </a:cubicBezTo>
                  <a:cubicBezTo>
                    <a:pt x="356942" y="925595"/>
                    <a:pt x="358254" y="928353"/>
                    <a:pt x="358557" y="928925"/>
                  </a:cubicBezTo>
                  <a:cubicBezTo>
                    <a:pt x="358860" y="929497"/>
                    <a:pt x="362192" y="932255"/>
                    <a:pt x="362192" y="932255"/>
                  </a:cubicBezTo>
                  <a:cubicBezTo>
                    <a:pt x="362192" y="932255"/>
                    <a:pt x="364951" y="932962"/>
                    <a:pt x="365524" y="932962"/>
                  </a:cubicBezTo>
                  <a:cubicBezTo>
                    <a:pt x="366096" y="932962"/>
                    <a:pt x="368721" y="933096"/>
                    <a:pt x="369427" y="933096"/>
                  </a:cubicBezTo>
                  <a:cubicBezTo>
                    <a:pt x="370168" y="933096"/>
                    <a:pt x="372759" y="931650"/>
                    <a:pt x="372759" y="931650"/>
                  </a:cubicBezTo>
                  <a:lnTo>
                    <a:pt x="375216" y="928622"/>
                  </a:lnTo>
                  <a:lnTo>
                    <a:pt x="378851" y="926301"/>
                  </a:lnTo>
                  <a:lnTo>
                    <a:pt x="384067" y="926301"/>
                  </a:lnTo>
                  <a:lnTo>
                    <a:pt x="390596" y="926873"/>
                  </a:lnTo>
                  <a:lnTo>
                    <a:pt x="395947" y="931078"/>
                  </a:lnTo>
                  <a:lnTo>
                    <a:pt x="399582" y="935552"/>
                  </a:lnTo>
                  <a:cubicBezTo>
                    <a:pt x="399582" y="935552"/>
                    <a:pt x="405943" y="941506"/>
                    <a:pt x="406549" y="941943"/>
                  </a:cubicBezTo>
                  <a:cubicBezTo>
                    <a:pt x="407121" y="942381"/>
                    <a:pt x="409140" y="941943"/>
                    <a:pt x="409140" y="941943"/>
                  </a:cubicBezTo>
                  <a:lnTo>
                    <a:pt x="410722" y="939488"/>
                  </a:lnTo>
                  <a:lnTo>
                    <a:pt x="413178" y="937907"/>
                  </a:lnTo>
                  <a:cubicBezTo>
                    <a:pt x="413178" y="937907"/>
                    <a:pt x="415501" y="938344"/>
                    <a:pt x="416207" y="937907"/>
                  </a:cubicBezTo>
                  <a:cubicBezTo>
                    <a:pt x="416948" y="937470"/>
                    <a:pt x="418227" y="935317"/>
                    <a:pt x="418832" y="934577"/>
                  </a:cubicBezTo>
                  <a:cubicBezTo>
                    <a:pt x="419405" y="933836"/>
                    <a:pt x="419405" y="931381"/>
                    <a:pt x="419405" y="931381"/>
                  </a:cubicBezTo>
                  <a:lnTo>
                    <a:pt x="417520" y="927479"/>
                  </a:lnTo>
                  <a:lnTo>
                    <a:pt x="414626" y="924585"/>
                  </a:lnTo>
                  <a:lnTo>
                    <a:pt x="412169" y="922399"/>
                  </a:lnTo>
                  <a:lnTo>
                    <a:pt x="411731" y="916747"/>
                  </a:lnTo>
                  <a:cubicBezTo>
                    <a:pt x="411731" y="916747"/>
                    <a:pt x="411866" y="912677"/>
                    <a:pt x="411866" y="912105"/>
                  </a:cubicBezTo>
                  <a:cubicBezTo>
                    <a:pt x="411866" y="911533"/>
                    <a:pt x="412303" y="906757"/>
                    <a:pt x="412303" y="906757"/>
                  </a:cubicBezTo>
                  <a:lnTo>
                    <a:pt x="412606" y="903561"/>
                  </a:lnTo>
                  <a:lnTo>
                    <a:pt x="413919" y="899221"/>
                  </a:lnTo>
                  <a:lnTo>
                    <a:pt x="414356" y="895016"/>
                  </a:lnTo>
                  <a:lnTo>
                    <a:pt x="416376" y="891417"/>
                  </a:lnTo>
                  <a:cubicBezTo>
                    <a:pt x="416376" y="891417"/>
                    <a:pt x="418563" y="888658"/>
                    <a:pt x="419135" y="887649"/>
                  </a:cubicBezTo>
                  <a:cubicBezTo>
                    <a:pt x="419707" y="886640"/>
                    <a:pt x="421592" y="885025"/>
                    <a:pt x="421592" y="885025"/>
                  </a:cubicBezTo>
                  <a:lnTo>
                    <a:pt x="421155" y="881123"/>
                  </a:lnTo>
                  <a:lnTo>
                    <a:pt x="419707" y="877793"/>
                  </a:lnTo>
                  <a:lnTo>
                    <a:pt x="417957" y="875034"/>
                  </a:lnTo>
                  <a:lnTo>
                    <a:pt x="417957" y="871704"/>
                  </a:lnTo>
                  <a:lnTo>
                    <a:pt x="415501" y="863731"/>
                  </a:lnTo>
                  <a:lnTo>
                    <a:pt x="412169" y="856499"/>
                  </a:lnTo>
                  <a:lnTo>
                    <a:pt x="405068" y="846373"/>
                  </a:lnTo>
                  <a:lnTo>
                    <a:pt x="404058" y="838569"/>
                  </a:lnTo>
                  <a:lnTo>
                    <a:pt x="404058" y="834936"/>
                  </a:lnTo>
                  <a:lnTo>
                    <a:pt x="403351" y="830159"/>
                  </a:lnTo>
                  <a:lnTo>
                    <a:pt x="401164" y="823633"/>
                  </a:lnTo>
                  <a:lnTo>
                    <a:pt x="399144" y="819865"/>
                  </a:lnTo>
                  <a:lnTo>
                    <a:pt x="396822" y="816232"/>
                  </a:lnTo>
                  <a:lnTo>
                    <a:pt x="402039" y="812902"/>
                  </a:lnTo>
                  <a:lnTo>
                    <a:pt x="405808" y="810446"/>
                  </a:lnTo>
                  <a:lnTo>
                    <a:pt x="410150" y="803214"/>
                  </a:lnTo>
                  <a:lnTo>
                    <a:pt x="409409" y="796688"/>
                  </a:lnTo>
                  <a:lnTo>
                    <a:pt x="412001" y="790901"/>
                  </a:lnTo>
                  <a:lnTo>
                    <a:pt x="416476" y="788278"/>
                  </a:lnTo>
                  <a:cubicBezTo>
                    <a:pt x="416476" y="788278"/>
                    <a:pt x="420111" y="788715"/>
                    <a:pt x="420683" y="788849"/>
                  </a:cubicBezTo>
                  <a:cubicBezTo>
                    <a:pt x="421256" y="788984"/>
                    <a:pt x="426640" y="794804"/>
                    <a:pt x="427078" y="794635"/>
                  </a:cubicBezTo>
                  <a:cubicBezTo>
                    <a:pt x="427515" y="794501"/>
                    <a:pt x="436198" y="795342"/>
                    <a:pt x="436770" y="795342"/>
                  </a:cubicBezTo>
                  <a:cubicBezTo>
                    <a:pt x="437342" y="795342"/>
                    <a:pt x="448381" y="798807"/>
                    <a:pt x="450670" y="798975"/>
                  </a:cubicBezTo>
                  <a:cubicBezTo>
                    <a:pt x="452992" y="799110"/>
                    <a:pt x="463425" y="803886"/>
                    <a:pt x="464569" y="803886"/>
                  </a:cubicBezTo>
                  <a:cubicBezTo>
                    <a:pt x="465713" y="803886"/>
                    <a:pt x="470357" y="797226"/>
                    <a:pt x="470357" y="797226"/>
                  </a:cubicBezTo>
                  <a:lnTo>
                    <a:pt x="476584" y="788984"/>
                  </a:lnTo>
                  <a:lnTo>
                    <a:pt x="480925" y="778556"/>
                  </a:lnTo>
                  <a:lnTo>
                    <a:pt x="492368" y="768699"/>
                  </a:lnTo>
                  <a:lnTo>
                    <a:pt x="496844" y="761299"/>
                  </a:lnTo>
                  <a:lnTo>
                    <a:pt x="503373" y="762745"/>
                  </a:lnTo>
                  <a:lnTo>
                    <a:pt x="512224" y="765638"/>
                  </a:lnTo>
                  <a:lnTo>
                    <a:pt x="517878" y="771727"/>
                  </a:lnTo>
                  <a:lnTo>
                    <a:pt x="528681" y="778320"/>
                  </a:lnTo>
                  <a:lnTo>
                    <a:pt x="533460" y="783602"/>
                  </a:lnTo>
                  <a:lnTo>
                    <a:pt x="538676" y="788109"/>
                  </a:lnTo>
                  <a:lnTo>
                    <a:pt x="539383" y="792953"/>
                  </a:lnTo>
                  <a:lnTo>
                    <a:pt x="536994" y="796654"/>
                  </a:lnTo>
                  <a:cubicBezTo>
                    <a:pt x="536994" y="796654"/>
                    <a:pt x="541234" y="797663"/>
                    <a:pt x="541402" y="797730"/>
                  </a:cubicBezTo>
                  <a:cubicBezTo>
                    <a:pt x="541571" y="797798"/>
                    <a:pt x="545676" y="802877"/>
                    <a:pt x="545676" y="802877"/>
                  </a:cubicBezTo>
                  <a:lnTo>
                    <a:pt x="549479" y="802877"/>
                  </a:lnTo>
                  <a:lnTo>
                    <a:pt x="554629" y="802406"/>
                  </a:lnTo>
                  <a:lnTo>
                    <a:pt x="557927" y="800960"/>
                  </a:lnTo>
                  <a:lnTo>
                    <a:pt x="561932" y="799311"/>
                  </a:lnTo>
                  <a:lnTo>
                    <a:pt x="567316" y="796553"/>
                  </a:lnTo>
                  <a:lnTo>
                    <a:pt x="569874" y="794602"/>
                  </a:lnTo>
                  <a:lnTo>
                    <a:pt x="570682" y="793189"/>
                  </a:lnTo>
                  <a:lnTo>
                    <a:pt x="570244" y="787537"/>
                  </a:lnTo>
                  <a:lnTo>
                    <a:pt x="571725" y="783366"/>
                  </a:lnTo>
                  <a:lnTo>
                    <a:pt x="574754" y="779330"/>
                  </a:lnTo>
                  <a:lnTo>
                    <a:pt x="579533" y="774216"/>
                  </a:lnTo>
                  <a:cubicBezTo>
                    <a:pt x="579533" y="774216"/>
                    <a:pt x="582124" y="771491"/>
                    <a:pt x="582293" y="771323"/>
                  </a:cubicBezTo>
                  <a:cubicBezTo>
                    <a:pt x="582461" y="771155"/>
                    <a:pt x="584682" y="770516"/>
                    <a:pt x="584682" y="770516"/>
                  </a:cubicBezTo>
                  <a:lnTo>
                    <a:pt x="587947" y="771323"/>
                  </a:lnTo>
                  <a:lnTo>
                    <a:pt x="592086" y="775226"/>
                  </a:lnTo>
                  <a:lnTo>
                    <a:pt x="596091" y="778690"/>
                  </a:lnTo>
                  <a:lnTo>
                    <a:pt x="598144" y="782155"/>
                  </a:lnTo>
                  <a:lnTo>
                    <a:pt x="602048" y="787807"/>
                  </a:lnTo>
                  <a:lnTo>
                    <a:pt x="604707" y="788883"/>
                  </a:lnTo>
                  <a:lnTo>
                    <a:pt x="607298" y="788883"/>
                  </a:lnTo>
                  <a:lnTo>
                    <a:pt x="610361" y="787403"/>
                  </a:lnTo>
                  <a:lnTo>
                    <a:pt x="612649" y="784644"/>
                  </a:lnTo>
                  <a:lnTo>
                    <a:pt x="616015" y="775831"/>
                  </a:lnTo>
                  <a:lnTo>
                    <a:pt x="616015" y="770079"/>
                  </a:lnTo>
                  <a:lnTo>
                    <a:pt x="615039" y="763653"/>
                  </a:lnTo>
                  <a:lnTo>
                    <a:pt x="615914" y="759314"/>
                  </a:lnTo>
                  <a:lnTo>
                    <a:pt x="618640" y="758338"/>
                  </a:lnTo>
                  <a:cubicBezTo>
                    <a:pt x="618640" y="758338"/>
                    <a:pt x="619515" y="758439"/>
                    <a:pt x="619851" y="758574"/>
                  </a:cubicBezTo>
                  <a:cubicBezTo>
                    <a:pt x="620188" y="758675"/>
                    <a:pt x="624092" y="761736"/>
                    <a:pt x="624092" y="761736"/>
                  </a:cubicBezTo>
                  <a:cubicBezTo>
                    <a:pt x="624092" y="761736"/>
                    <a:pt x="627558" y="765537"/>
                    <a:pt x="628332" y="766748"/>
                  </a:cubicBezTo>
                  <a:cubicBezTo>
                    <a:pt x="629106" y="767926"/>
                    <a:pt x="630284" y="770348"/>
                    <a:pt x="630284" y="770785"/>
                  </a:cubicBezTo>
                  <a:cubicBezTo>
                    <a:pt x="630284" y="771222"/>
                    <a:pt x="633650" y="775360"/>
                    <a:pt x="633650" y="775360"/>
                  </a:cubicBezTo>
                  <a:cubicBezTo>
                    <a:pt x="633650" y="775360"/>
                    <a:pt x="638765" y="779700"/>
                    <a:pt x="639203" y="779801"/>
                  </a:cubicBezTo>
                  <a:cubicBezTo>
                    <a:pt x="639640" y="779901"/>
                    <a:pt x="644857" y="784039"/>
                    <a:pt x="644857" y="784039"/>
                  </a:cubicBezTo>
                  <a:lnTo>
                    <a:pt x="650073" y="789690"/>
                  </a:lnTo>
                  <a:cubicBezTo>
                    <a:pt x="650073" y="789690"/>
                    <a:pt x="651386" y="792953"/>
                    <a:pt x="651386" y="793391"/>
                  </a:cubicBezTo>
                  <a:cubicBezTo>
                    <a:pt x="651386" y="793828"/>
                    <a:pt x="653573" y="796755"/>
                    <a:pt x="653573" y="796755"/>
                  </a:cubicBezTo>
                  <a:cubicBezTo>
                    <a:pt x="653573" y="796755"/>
                    <a:pt x="657814" y="798470"/>
                    <a:pt x="658150" y="798067"/>
                  </a:cubicBezTo>
                  <a:cubicBezTo>
                    <a:pt x="658487" y="797629"/>
                    <a:pt x="661179" y="798168"/>
                    <a:pt x="661516" y="798067"/>
                  </a:cubicBezTo>
                  <a:cubicBezTo>
                    <a:pt x="661852" y="797966"/>
                    <a:pt x="662828" y="797091"/>
                    <a:pt x="662828" y="797091"/>
                  </a:cubicBezTo>
                  <a:cubicBezTo>
                    <a:pt x="662828" y="797091"/>
                    <a:pt x="664242" y="793727"/>
                    <a:pt x="664578" y="793492"/>
                  </a:cubicBezTo>
                  <a:cubicBezTo>
                    <a:pt x="664915" y="793256"/>
                    <a:pt x="666530" y="788042"/>
                    <a:pt x="666530" y="788042"/>
                  </a:cubicBezTo>
                  <a:lnTo>
                    <a:pt x="666530" y="784577"/>
                  </a:lnTo>
                  <a:lnTo>
                    <a:pt x="666530" y="779363"/>
                  </a:lnTo>
                  <a:lnTo>
                    <a:pt x="666530" y="775226"/>
                  </a:lnTo>
                  <a:cubicBezTo>
                    <a:pt x="666530" y="775226"/>
                    <a:pt x="668213" y="769238"/>
                    <a:pt x="668213" y="768699"/>
                  </a:cubicBezTo>
                  <a:cubicBezTo>
                    <a:pt x="668213" y="768161"/>
                    <a:pt x="671982" y="766311"/>
                    <a:pt x="672723" y="766210"/>
                  </a:cubicBezTo>
                  <a:cubicBezTo>
                    <a:pt x="673497" y="766109"/>
                    <a:pt x="678814" y="766109"/>
                    <a:pt x="679252" y="766109"/>
                  </a:cubicBezTo>
                  <a:cubicBezTo>
                    <a:pt x="679689" y="766109"/>
                    <a:pt x="684367" y="771424"/>
                    <a:pt x="684367" y="771424"/>
                  </a:cubicBezTo>
                  <a:cubicBezTo>
                    <a:pt x="684367" y="771424"/>
                    <a:pt x="685175" y="773544"/>
                    <a:pt x="685814" y="774519"/>
                  </a:cubicBezTo>
                  <a:cubicBezTo>
                    <a:pt x="686454" y="775461"/>
                    <a:pt x="687497" y="779868"/>
                    <a:pt x="687564" y="780103"/>
                  </a:cubicBezTo>
                  <a:cubicBezTo>
                    <a:pt x="687631" y="780339"/>
                    <a:pt x="690963" y="781415"/>
                    <a:pt x="692713" y="781483"/>
                  </a:cubicBezTo>
                  <a:cubicBezTo>
                    <a:pt x="694463" y="781550"/>
                    <a:pt x="696685" y="781483"/>
                    <a:pt x="697863" y="781483"/>
                  </a:cubicBezTo>
                  <a:cubicBezTo>
                    <a:pt x="699007" y="781483"/>
                    <a:pt x="701699" y="778421"/>
                    <a:pt x="701699" y="778421"/>
                  </a:cubicBezTo>
                  <a:lnTo>
                    <a:pt x="704964" y="775596"/>
                  </a:lnTo>
                  <a:lnTo>
                    <a:pt x="705334" y="770953"/>
                  </a:lnTo>
                  <a:lnTo>
                    <a:pt x="708464" y="767757"/>
                  </a:lnTo>
                  <a:lnTo>
                    <a:pt x="711223" y="765672"/>
                  </a:lnTo>
                  <a:lnTo>
                    <a:pt x="714387" y="767186"/>
                  </a:lnTo>
                  <a:lnTo>
                    <a:pt x="716137" y="768060"/>
                  </a:lnTo>
                  <a:lnTo>
                    <a:pt x="723104" y="768060"/>
                  </a:lnTo>
                  <a:lnTo>
                    <a:pt x="727748" y="768060"/>
                  </a:lnTo>
                  <a:lnTo>
                    <a:pt x="733839" y="766748"/>
                  </a:lnTo>
                  <a:lnTo>
                    <a:pt x="736162" y="763990"/>
                  </a:lnTo>
                  <a:cubicBezTo>
                    <a:pt x="736162" y="763990"/>
                    <a:pt x="741950" y="759919"/>
                    <a:pt x="742556" y="758776"/>
                  </a:cubicBezTo>
                  <a:cubicBezTo>
                    <a:pt x="743128" y="757632"/>
                    <a:pt x="746897" y="758776"/>
                    <a:pt x="746897" y="758776"/>
                  </a:cubicBezTo>
                  <a:lnTo>
                    <a:pt x="750094" y="753259"/>
                  </a:lnTo>
                  <a:lnTo>
                    <a:pt x="750094" y="750366"/>
                  </a:lnTo>
                  <a:lnTo>
                    <a:pt x="747066" y="746901"/>
                  </a:lnTo>
                  <a:lnTo>
                    <a:pt x="743734" y="742831"/>
                  </a:lnTo>
                  <a:lnTo>
                    <a:pt x="742589" y="736473"/>
                  </a:lnTo>
                  <a:lnTo>
                    <a:pt x="749825" y="734454"/>
                  </a:lnTo>
                  <a:lnTo>
                    <a:pt x="756186" y="731696"/>
                  </a:lnTo>
                  <a:lnTo>
                    <a:pt x="762850" y="727491"/>
                  </a:lnTo>
                  <a:lnTo>
                    <a:pt x="770085" y="722848"/>
                  </a:lnTo>
                  <a:lnTo>
                    <a:pt x="776480" y="722848"/>
                  </a:lnTo>
                  <a:lnTo>
                    <a:pt x="782268" y="728634"/>
                  </a:lnTo>
                  <a:lnTo>
                    <a:pt x="784288" y="722848"/>
                  </a:lnTo>
                  <a:lnTo>
                    <a:pt x="786038" y="723151"/>
                  </a:lnTo>
                  <a:lnTo>
                    <a:pt x="791826" y="722008"/>
                  </a:lnTo>
                  <a:lnTo>
                    <a:pt x="791826" y="713329"/>
                  </a:lnTo>
                  <a:lnTo>
                    <a:pt x="792802" y="711075"/>
                  </a:lnTo>
                  <a:lnTo>
                    <a:pt x="797547" y="713766"/>
                  </a:lnTo>
                  <a:lnTo>
                    <a:pt x="814745" y="733041"/>
                  </a:lnTo>
                  <a:lnTo>
                    <a:pt x="820130" y="733613"/>
                  </a:lnTo>
                  <a:lnTo>
                    <a:pt x="821072" y="731292"/>
                  </a:lnTo>
                  <a:close/>
                </a:path>
              </a:pathLst>
            </a:custGeom>
            <a:grpFill/>
            <a:ln w="6350" cap="flat">
              <a:solidFill>
                <a:schemeClr val="bg1"/>
              </a:solidFill>
              <a:prstDash val="solid"/>
              <a:miter/>
            </a:ln>
          </p:spPr>
          <p:txBody>
            <a:bodyPr rtlCol="0" anchor="ctr"/>
            <a:lstStyle/>
            <a:p>
              <a:endParaRPr lang="en-US"/>
            </a:p>
          </p:txBody>
        </p:sp>
        <p:sp>
          <p:nvSpPr>
            <p:cNvPr id="55" name="Freeform 894">
              <a:extLst>
                <a:ext uri="{FF2B5EF4-FFF2-40B4-BE49-F238E27FC236}">
                  <a16:creationId xmlns:a16="http://schemas.microsoft.com/office/drawing/2014/main" id="{3B7D001B-3714-1D02-0E92-AC5266620C9C}"/>
                </a:ext>
              </a:extLst>
            </p:cNvPr>
            <p:cNvSpPr/>
            <p:nvPr/>
          </p:nvSpPr>
          <p:spPr>
            <a:xfrm>
              <a:off x="7412913" y="3167111"/>
              <a:ext cx="311268" cy="270392"/>
            </a:xfrm>
            <a:custGeom>
              <a:avLst/>
              <a:gdLst>
                <a:gd name="connsiteX0" fmla="*/ 592758 w 597604"/>
                <a:gd name="connsiteY0" fmla="*/ 357320 h 519126"/>
                <a:gd name="connsiteX1" fmla="*/ 590739 w 597604"/>
                <a:gd name="connsiteY1" fmla="*/ 350660 h 519126"/>
                <a:gd name="connsiteX2" fmla="*/ 583200 w 597604"/>
                <a:gd name="connsiteY2" fmla="*/ 346589 h 519126"/>
                <a:gd name="connsiteX3" fmla="*/ 584344 w 597604"/>
                <a:gd name="connsiteY3" fmla="*/ 342552 h 519126"/>
                <a:gd name="connsiteX4" fmla="*/ 590705 w 597604"/>
                <a:gd name="connsiteY4" fmla="*/ 338348 h 519126"/>
                <a:gd name="connsiteX5" fmla="*/ 587945 w 597604"/>
                <a:gd name="connsiteY5" fmla="*/ 335589 h 519126"/>
                <a:gd name="connsiteX6" fmla="*/ 583167 w 597604"/>
                <a:gd name="connsiteY6" fmla="*/ 335589 h 519126"/>
                <a:gd name="connsiteX7" fmla="*/ 579969 w 597604"/>
                <a:gd name="connsiteY7" fmla="*/ 338785 h 519126"/>
                <a:gd name="connsiteX8" fmla="*/ 577344 w 597604"/>
                <a:gd name="connsiteY8" fmla="*/ 341981 h 519126"/>
                <a:gd name="connsiteX9" fmla="*/ 572431 w 597604"/>
                <a:gd name="connsiteY9" fmla="*/ 338213 h 519126"/>
                <a:gd name="connsiteX10" fmla="*/ 570984 w 597604"/>
                <a:gd name="connsiteY10" fmla="*/ 335623 h 519126"/>
                <a:gd name="connsiteX11" fmla="*/ 570950 w 597604"/>
                <a:gd name="connsiteY11" fmla="*/ 327818 h 519126"/>
                <a:gd name="connsiteX12" fmla="*/ 573306 w 597604"/>
                <a:gd name="connsiteY12" fmla="*/ 322032 h 519126"/>
                <a:gd name="connsiteX13" fmla="*/ 576772 w 597604"/>
                <a:gd name="connsiteY13" fmla="*/ 317121 h 519126"/>
                <a:gd name="connsiteX14" fmla="*/ 579969 w 597604"/>
                <a:gd name="connsiteY14" fmla="*/ 312781 h 519126"/>
                <a:gd name="connsiteX15" fmla="*/ 581820 w 597604"/>
                <a:gd name="connsiteY15" fmla="*/ 306995 h 519126"/>
                <a:gd name="connsiteX16" fmla="*/ 581820 w 597604"/>
                <a:gd name="connsiteY16" fmla="*/ 304102 h 519126"/>
                <a:gd name="connsiteX17" fmla="*/ 577041 w 597604"/>
                <a:gd name="connsiteY17" fmla="*/ 297442 h 519126"/>
                <a:gd name="connsiteX18" fmla="*/ 573272 w 597604"/>
                <a:gd name="connsiteY18" fmla="*/ 294549 h 519126"/>
                <a:gd name="connsiteX19" fmla="*/ 570916 w 597604"/>
                <a:gd name="connsiteY19" fmla="*/ 291925 h 519126"/>
                <a:gd name="connsiteX20" fmla="*/ 574719 w 597604"/>
                <a:gd name="connsiteY20" fmla="*/ 288157 h 519126"/>
                <a:gd name="connsiteX21" fmla="*/ 581787 w 597604"/>
                <a:gd name="connsiteY21" fmla="*/ 284692 h 519126"/>
                <a:gd name="connsiteX22" fmla="*/ 585724 w 597604"/>
                <a:gd name="connsiteY22" fmla="*/ 283549 h 519126"/>
                <a:gd name="connsiteX23" fmla="*/ 589191 w 597604"/>
                <a:gd name="connsiteY23" fmla="*/ 282102 h 519126"/>
                <a:gd name="connsiteX24" fmla="*/ 595854 w 597604"/>
                <a:gd name="connsiteY24" fmla="*/ 277460 h 519126"/>
                <a:gd name="connsiteX25" fmla="*/ 597604 w 597604"/>
                <a:gd name="connsiteY25" fmla="*/ 273389 h 519126"/>
                <a:gd name="connsiteX26" fmla="*/ 594407 w 597604"/>
                <a:gd name="connsiteY26" fmla="*/ 270934 h 519126"/>
                <a:gd name="connsiteX27" fmla="*/ 589763 w 597604"/>
                <a:gd name="connsiteY27" fmla="*/ 269622 h 519126"/>
                <a:gd name="connsiteX28" fmla="*/ 588316 w 597604"/>
                <a:gd name="connsiteY28" fmla="*/ 269622 h 519126"/>
                <a:gd name="connsiteX29" fmla="*/ 588316 w 597604"/>
                <a:gd name="connsiteY29" fmla="*/ 267301 h 519126"/>
                <a:gd name="connsiteX30" fmla="*/ 590066 w 597604"/>
                <a:gd name="connsiteY30" fmla="*/ 263836 h 519126"/>
                <a:gd name="connsiteX31" fmla="*/ 594138 w 597604"/>
                <a:gd name="connsiteY31" fmla="*/ 260943 h 519126"/>
                <a:gd name="connsiteX32" fmla="*/ 595282 w 597604"/>
                <a:gd name="connsiteY32" fmla="*/ 260943 h 519126"/>
                <a:gd name="connsiteX33" fmla="*/ 597604 w 597604"/>
                <a:gd name="connsiteY33" fmla="*/ 257478 h 519126"/>
                <a:gd name="connsiteX34" fmla="*/ 595854 w 597604"/>
                <a:gd name="connsiteY34" fmla="*/ 253138 h 519126"/>
                <a:gd name="connsiteX35" fmla="*/ 591513 w 597604"/>
                <a:gd name="connsiteY35" fmla="*/ 249371 h 519126"/>
                <a:gd name="connsiteX36" fmla="*/ 588046 w 597604"/>
                <a:gd name="connsiteY36" fmla="*/ 245031 h 519126"/>
                <a:gd name="connsiteX37" fmla="*/ 588619 w 597604"/>
                <a:gd name="connsiteY37" fmla="*/ 240254 h 519126"/>
                <a:gd name="connsiteX38" fmla="*/ 582224 w 597604"/>
                <a:gd name="connsiteY38" fmla="*/ 236621 h 519126"/>
                <a:gd name="connsiteX39" fmla="*/ 577883 w 597604"/>
                <a:gd name="connsiteY39" fmla="*/ 236621 h 519126"/>
                <a:gd name="connsiteX40" fmla="*/ 570882 w 597604"/>
                <a:gd name="connsiteY40" fmla="*/ 238371 h 519126"/>
                <a:gd name="connsiteX41" fmla="*/ 568325 w 597604"/>
                <a:gd name="connsiteY41" fmla="*/ 238942 h 519126"/>
                <a:gd name="connsiteX42" fmla="*/ 566003 w 597604"/>
                <a:gd name="connsiteY42" fmla="*/ 242138 h 519126"/>
                <a:gd name="connsiteX43" fmla="*/ 563681 w 597604"/>
                <a:gd name="connsiteY43" fmla="*/ 244459 h 519126"/>
                <a:gd name="connsiteX44" fmla="*/ 559777 w 597604"/>
                <a:gd name="connsiteY44" fmla="*/ 245031 h 519126"/>
                <a:gd name="connsiteX45" fmla="*/ 557892 w 597604"/>
                <a:gd name="connsiteY45" fmla="*/ 242710 h 519126"/>
                <a:gd name="connsiteX46" fmla="*/ 557892 w 597604"/>
                <a:gd name="connsiteY46" fmla="*/ 240961 h 519126"/>
                <a:gd name="connsiteX47" fmla="*/ 554998 w 597604"/>
                <a:gd name="connsiteY47" fmla="*/ 241264 h 519126"/>
                <a:gd name="connsiteX48" fmla="*/ 552103 w 597604"/>
                <a:gd name="connsiteY48" fmla="*/ 242138 h 519126"/>
                <a:gd name="connsiteX49" fmla="*/ 547459 w 597604"/>
                <a:gd name="connsiteY49" fmla="*/ 245334 h 519126"/>
                <a:gd name="connsiteX50" fmla="*/ 540796 w 597604"/>
                <a:gd name="connsiteY50" fmla="*/ 247083 h 519126"/>
                <a:gd name="connsiteX51" fmla="*/ 539045 w 597604"/>
                <a:gd name="connsiteY51" fmla="*/ 247655 h 519126"/>
                <a:gd name="connsiteX52" fmla="*/ 532685 w 597604"/>
                <a:gd name="connsiteY52" fmla="*/ 248799 h 519126"/>
                <a:gd name="connsiteX53" fmla="*/ 524843 w 597604"/>
                <a:gd name="connsiteY53" fmla="*/ 250245 h 519126"/>
                <a:gd name="connsiteX54" fmla="*/ 524843 w 597604"/>
                <a:gd name="connsiteY54" fmla="*/ 246175 h 519126"/>
                <a:gd name="connsiteX55" fmla="*/ 527435 w 597604"/>
                <a:gd name="connsiteY55" fmla="*/ 243282 h 519126"/>
                <a:gd name="connsiteX56" fmla="*/ 530632 w 597604"/>
                <a:gd name="connsiteY56" fmla="*/ 240692 h 519126"/>
                <a:gd name="connsiteX57" fmla="*/ 534704 w 597604"/>
                <a:gd name="connsiteY57" fmla="*/ 236621 h 519126"/>
                <a:gd name="connsiteX58" fmla="*/ 540796 w 597604"/>
                <a:gd name="connsiteY58" fmla="*/ 231104 h 519126"/>
                <a:gd name="connsiteX59" fmla="*/ 541940 w 597604"/>
                <a:gd name="connsiteY59" fmla="*/ 228783 h 519126"/>
                <a:gd name="connsiteX60" fmla="*/ 543690 w 597604"/>
                <a:gd name="connsiteY60" fmla="*/ 226193 h 519126"/>
                <a:gd name="connsiteX61" fmla="*/ 545440 w 597604"/>
                <a:gd name="connsiteY61" fmla="*/ 224746 h 519126"/>
                <a:gd name="connsiteX62" fmla="*/ 550353 w 597604"/>
                <a:gd name="connsiteY62" fmla="*/ 222997 h 519126"/>
                <a:gd name="connsiteX63" fmla="*/ 553248 w 597604"/>
                <a:gd name="connsiteY63" fmla="*/ 221820 h 519126"/>
                <a:gd name="connsiteX64" fmla="*/ 554695 w 597604"/>
                <a:gd name="connsiteY64" fmla="*/ 220373 h 519126"/>
                <a:gd name="connsiteX65" fmla="*/ 554964 w 597604"/>
                <a:gd name="connsiteY65" fmla="*/ 216303 h 519126"/>
                <a:gd name="connsiteX66" fmla="*/ 556411 w 597604"/>
                <a:gd name="connsiteY66" fmla="*/ 211963 h 519126"/>
                <a:gd name="connsiteX67" fmla="*/ 559036 w 597604"/>
                <a:gd name="connsiteY67" fmla="*/ 208499 h 519126"/>
                <a:gd name="connsiteX68" fmla="*/ 561224 w 597604"/>
                <a:gd name="connsiteY68" fmla="*/ 207052 h 519126"/>
                <a:gd name="connsiteX69" fmla="*/ 565733 w 597604"/>
                <a:gd name="connsiteY69" fmla="*/ 207052 h 519126"/>
                <a:gd name="connsiteX70" fmla="*/ 568931 w 597604"/>
                <a:gd name="connsiteY70" fmla="*/ 207052 h 519126"/>
                <a:gd name="connsiteX71" fmla="*/ 573844 w 597604"/>
                <a:gd name="connsiteY71" fmla="*/ 204428 h 519126"/>
                <a:gd name="connsiteX72" fmla="*/ 576469 w 597604"/>
                <a:gd name="connsiteY72" fmla="*/ 202982 h 519126"/>
                <a:gd name="connsiteX73" fmla="*/ 580508 w 597604"/>
                <a:gd name="connsiteY73" fmla="*/ 200661 h 519126"/>
                <a:gd name="connsiteX74" fmla="*/ 585724 w 597604"/>
                <a:gd name="connsiteY74" fmla="*/ 198339 h 519126"/>
                <a:gd name="connsiteX75" fmla="*/ 587441 w 597604"/>
                <a:gd name="connsiteY75" fmla="*/ 196018 h 519126"/>
                <a:gd name="connsiteX76" fmla="*/ 588619 w 597604"/>
                <a:gd name="connsiteY76" fmla="*/ 192822 h 519126"/>
                <a:gd name="connsiteX77" fmla="*/ 588922 w 597604"/>
                <a:gd name="connsiteY77" fmla="*/ 187036 h 519126"/>
                <a:gd name="connsiteX78" fmla="*/ 589224 w 597604"/>
                <a:gd name="connsiteY78" fmla="*/ 181250 h 519126"/>
                <a:gd name="connsiteX79" fmla="*/ 586902 w 597604"/>
                <a:gd name="connsiteY79" fmla="*/ 178055 h 519126"/>
                <a:gd name="connsiteX80" fmla="*/ 582561 w 597604"/>
                <a:gd name="connsiteY80" fmla="*/ 172538 h 519126"/>
                <a:gd name="connsiteX81" fmla="*/ 579969 w 597604"/>
                <a:gd name="connsiteY81" fmla="*/ 170519 h 519126"/>
                <a:gd name="connsiteX82" fmla="*/ 577344 w 597604"/>
                <a:gd name="connsiteY82" fmla="*/ 166180 h 519126"/>
                <a:gd name="connsiteX83" fmla="*/ 575594 w 597604"/>
                <a:gd name="connsiteY83" fmla="*/ 160966 h 519126"/>
                <a:gd name="connsiteX84" fmla="*/ 575897 w 597604"/>
                <a:gd name="connsiteY84" fmla="*/ 154877 h 519126"/>
                <a:gd name="connsiteX85" fmla="*/ 576166 w 597604"/>
                <a:gd name="connsiteY85" fmla="*/ 149966 h 519126"/>
                <a:gd name="connsiteX86" fmla="*/ 573844 w 597604"/>
                <a:gd name="connsiteY86" fmla="*/ 146501 h 519126"/>
                <a:gd name="connsiteX87" fmla="*/ 575291 w 597604"/>
                <a:gd name="connsiteY87" fmla="*/ 142733 h 519126"/>
                <a:gd name="connsiteX88" fmla="*/ 575864 w 597604"/>
                <a:gd name="connsiteY88" fmla="*/ 141589 h 519126"/>
                <a:gd name="connsiteX89" fmla="*/ 577613 w 597604"/>
                <a:gd name="connsiteY89" fmla="*/ 137822 h 519126"/>
                <a:gd name="connsiteX90" fmla="*/ 575594 w 597604"/>
                <a:gd name="connsiteY90" fmla="*/ 131464 h 519126"/>
                <a:gd name="connsiteX91" fmla="*/ 574450 w 597604"/>
                <a:gd name="connsiteY91" fmla="*/ 128268 h 519126"/>
                <a:gd name="connsiteX92" fmla="*/ 577344 w 597604"/>
                <a:gd name="connsiteY92" fmla="*/ 123626 h 519126"/>
                <a:gd name="connsiteX93" fmla="*/ 579094 w 597604"/>
                <a:gd name="connsiteY93" fmla="*/ 119286 h 519126"/>
                <a:gd name="connsiteX94" fmla="*/ 577950 w 597604"/>
                <a:gd name="connsiteY94" fmla="*/ 114947 h 519126"/>
                <a:gd name="connsiteX95" fmla="*/ 577378 w 597604"/>
                <a:gd name="connsiteY95" fmla="*/ 113769 h 519126"/>
                <a:gd name="connsiteX96" fmla="*/ 572734 w 597604"/>
                <a:gd name="connsiteY96" fmla="*/ 110002 h 519126"/>
                <a:gd name="connsiteX97" fmla="*/ 571589 w 597604"/>
                <a:gd name="connsiteY97" fmla="*/ 105359 h 519126"/>
                <a:gd name="connsiteX98" fmla="*/ 570714 w 597604"/>
                <a:gd name="connsiteY98" fmla="*/ 98699 h 519126"/>
                <a:gd name="connsiteX99" fmla="*/ 572161 w 597604"/>
                <a:gd name="connsiteY99" fmla="*/ 93485 h 519126"/>
                <a:gd name="connsiteX100" fmla="*/ 571354 w 597604"/>
                <a:gd name="connsiteY100" fmla="*/ 87833 h 519126"/>
                <a:gd name="connsiteX101" fmla="*/ 571354 w 597604"/>
                <a:gd name="connsiteY101" fmla="*/ 87833 h 519126"/>
                <a:gd name="connsiteX102" fmla="*/ 568594 w 597604"/>
                <a:gd name="connsiteY102" fmla="*/ 87530 h 519126"/>
                <a:gd name="connsiteX103" fmla="*/ 567517 w 597604"/>
                <a:gd name="connsiteY103" fmla="*/ 88842 h 519126"/>
                <a:gd name="connsiteX104" fmla="*/ 564690 w 597604"/>
                <a:gd name="connsiteY104" fmla="*/ 88842 h 519126"/>
                <a:gd name="connsiteX105" fmla="*/ 562738 w 597604"/>
                <a:gd name="connsiteY105" fmla="*/ 90154 h 519126"/>
                <a:gd name="connsiteX106" fmla="*/ 560887 w 597604"/>
                <a:gd name="connsiteY106" fmla="*/ 92980 h 519126"/>
                <a:gd name="connsiteX107" fmla="*/ 559474 w 597604"/>
                <a:gd name="connsiteY107" fmla="*/ 94931 h 519126"/>
                <a:gd name="connsiteX108" fmla="*/ 558969 w 597604"/>
                <a:gd name="connsiteY108" fmla="*/ 97656 h 519126"/>
                <a:gd name="connsiteX109" fmla="*/ 558935 w 597604"/>
                <a:gd name="connsiteY109" fmla="*/ 100044 h 519126"/>
                <a:gd name="connsiteX110" fmla="*/ 558935 w 597604"/>
                <a:gd name="connsiteY110" fmla="*/ 101794 h 519126"/>
                <a:gd name="connsiteX111" fmla="*/ 558935 w 597604"/>
                <a:gd name="connsiteY111" fmla="*/ 103543 h 519126"/>
                <a:gd name="connsiteX112" fmla="*/ 558060 w 597604"/>
                <a:gd name="connsiteY112" fmla="*/ 106369 h 519126"/>
                <a:gd name="connsiteX113" fmla="*/ 557286 w 597604"/>
                <a:gd name="connsiteY113" fmla="*/ 107681 h 519126"/>
                <a:gd name="connsiteX114" fmla="*/ 556209 w 597604"/>
                <a:gd name="connsiteY114" fmla="*/ 109430 h 519126"/>
                <a:gd name="connsiteX115" fmla="*/ 555031 w 597604"/>
                <a:gd name="connsiteY115" fmla="*/ 111919 h 519126"/>
                <a:gd name="connsiteX116" fmla="*/ 554998 w 597604"/>
                <a:gd name="connsiteY116" fmla="*/ 113870 h 519126"/>
                <a:gd name="connsiteX117" fmla="*/ 554998 w 597604"/>
                <a:gd name="connsiteY117" fmla="*/ 116898 h 519126"/>
                <a:gd name="connsiteX118" fmla="*/ 553921 w 597604"/>
                <a:gd name="connsiteY118" fmla="*/ 118748 h 519126"/>
                <a:gd name="connsiteX119" fmla="*/ 552406 w 597604"/>
                <a:gd name="connsiteY119" fmla="*/ 119084 h 519126"/>
                <a:gd name="connsiteX120" fmla="*/ 550454 w 597604"/>
                <a:gd name="connsiteY120" fmla="*/ 118983 h 519126"/>
                <a:gd name="connsiteX121" fmla="*/ 548166 w 597604"/>
                <a:gd name="connsiteY121" fmla="*/ 117772 h 519126"/>
                <a:gd name="connsiteX122" fmla="*/ 546651 w 597604"/>
                <a:gd name="connsiteY122" fmla="*/ 117436 h 519126"/>
                <a:gd name="connsiteX123" fmla="*/ 544901 w 597604"/>
                <a:gd name="connsiteY123" fmla="*/ 120161 h 519126"/>
                <a:gd name="connsiteX124" fmla="*/ 540762 w 597604"/>
                <a:gd name="connsiteY124" fmla="*/ 120161 h 519126"/>
                <a:gd name="connsiteX125" fmla="*/ 538036 w 597604"/>
                <a:gd name="connsiteY125" fmla="*/ 119724 h 519126"/>
                <a:gd name="connsiteX126" fmla="*/ 533930 w 597604"/>
                <a:gd name="connsiteY126" fmla="*/ 116696 h 519126"/>
                <a:gd name="connsiteX127" fmla="*/ 530766 w 597604"/>
                <a:gd name="connsiteY127" fmla="*/ 112895 h 519126"/>
                <a:gd name="connsiteX128" fmla="*/ 528141 w 597604"/>
                <a:gd name="connsiteY128" fmla="*/ 111482 h 519126"/>
                <a:gd name="connsiteX129" fmla="*/ 527064 w 597604"/>
                <a:gd name="connsiteY129" fmla="*/ 112121 h 519126"/>
                <a:gd name="connsiteX130" fmla="*/ 525987 w 597604"/>
                <a:gd name="connsiteY130" fmla="*/ 114308 h 519126"/>
                <a:gd name="connsiteX131" fmla="*/ 522958 w 597604"/>
                <a:gd name="connsiteY131" fmla="*/ 116360 h 519126"/>
                <a:gd name="connsiteX132" fmla="*/ 521242 w 597604"/>
                <a:gd name="connsiteY132" fmla="*/ 115821 h 519126"/>
                <a:gd name="connsiteX133" fmla="*/ 519694 w 597604"/>
                <a:gd name="connsiteY133" fmla="*/ 114072 h 519126"/>
                <a:gd name="connsiteX134" fmla="*/ 519694 w 597604"/>
                <a:gd name="connsiteY134" fmla="*/ 110170 h 519126"/>
                <a:gd name="connsiteX135" fmla="*/ 520805 w 597604"/>
                <a:gd name="connsiteY135" fmla="*/ 106907 h 519126"/>
                <a:gd name="connsiteX136" fmla="*/ 521208 w 597604"/>
                <a:gd name="connsiteY136" fmla="*/ 103307 h 519126"/>
                <a:gd name="connsiteX137" fmla="*/ 521107 w 597604"/>
                <a:gd name="connsiteY137" fmla="*/ 100482 h 519126"/>
                <a:gd name="connsiteX138" fmla="*/ 521107 w 597604"/>
                <a:gd name="connsiteY138" fmla="*/ 95267 h 519126"/>
                <a:gd name="connsiteX139" fmla="*/ 521107 w 597604"/>
                <a:gd name="connsiteY139" fmla="*/ 93216 h 519126"/>
                <a:gd name="connsiteX140" fmla="*/ 520434 w 597604"/>
                <a:gd name="connsiteY140" fmla="*/ 91164 h 519126"/>
                <a:gd name="connsiteX141" fmla="*/ 519122 w 597604"/>
                <a:gd name="connsiteY141" fmla="*/ 88977 h 519126"/>
                <a:gd name="connsiteX142" fmla="*/ 516497 w 597604"/>
                <a:gd name="connsiteY142" fmla="*/ 86689 h 519126"/>
                <a:gd name="connsiteX143" fmla="*/ 514208 w 597604"/>
                <a:gd name="connsiteY143" fmla="*/ 87329 h 519126"/>
                <a:gd name="connsiteX144" fmla="*/ 512357 w 597604"/>
                <a:gd name="connsiteY144" fmla="*/ 88102 h 519126"/>
                <a:gd name="connsiteX145" fmla="*/ 510304 w 597604"/>
                <a:gd name="connsiteY145" fmla="*/ 88977 h 519126"/>
                <a:gd name="connsiteX146" fmla="*/ 509968 w 597604"/>
                <a:gd name="connsiteY146" fmla="*/ 89616 h 519126"/>
                <a:gd name="connsiteX147" fmla="*/ 510069 w 597604"/>
                <a:gd name="connsiteY147" fmla="*/ 92005 h 519126"/>
                <a:gd name="connsiteX148" fmla="*/ 510977 w 597604"/>
                <a:gd name="connsiteY148" fmla="*/ 93855 h 519126"/>
                <a:gd name="connsiteX149" fmla="*/ 510944 w 597604"/>
                <a:gd name="connsiteY149" fmla="*/ 95066 h 519126"/>
                <a:gd name="connsiteX150" fmla="*/ 510944 w 597604"/>
                <a:gd name="connsiteY150" fmla="*/ 98430 h 519126"/>
                <a:gd name="connsiteX151" fmla="*/ 510944 w 597604"/>
                <a:gd name="connsiteY151" fmla="*/ 100482 h 519126"/>
                <a:gd name="connsiteX152" fmla="*/ 509631 w 597604"/>
                <a:gd name="connsiteY152" fmla="*/ 101895 h 519126"/>
                <a:gd name="connsiteX153" fmla="*/ 504415 w 597604"/>
                <a:gd name="connsiteY153" fmla="*/ 101356 h 519126"/>
                <a:gd name="connsiteX154" fmla="*/ 502025 w 597604"/>
                <a:gd name="connsiteY154" fmla="*/ 98295 h 519126"/>
                <a:gd name="connsiteX155" fmla="*/ 502362 w 597604"/>
                <a:gd name="connsiteY155" fmla="*/ 92846 h 519126"/>
                <a:gd name="connsiteX156" fmla="*/ 502025 w 597604"/>
                <a:gd name="connsiteY156" fmla="*/ 89482 h 519126"/>
                <a:gd name="connsiteX157" fmla="*/ 502799 w 597604"/>
                <a:gd name="connsiteY157" fmla="*/ 85781 h 519126"/>
                <a:gd name="connsiteX158" fmla="*/ 503641 w 597604"/>
                <a:gd name="connsiteY158" fmla="*/ 81374 h 519126"/>
                <a:gd name="connsiteX159" fmla="*/ 504583 w 597604"/>
                <a:gd name="connsiteY159" fmla="*/ 79928 h 519126"/>
                <a:gd name="connsiteX160" fmla="*/ 505895 w 597604"/>
                <a:gd name="connsiteY160" fmla="*/ 78044 h 519126"/>
                <a:gd name="connsiteX161" fmla="*/ 507780 w 597604"/>
                <a:gd name="connsiteY161" fmla="*/ 76968 h 519126"/>
                <a:gd name="connsiteX162" fmla="*/ 509530 w 597604"/>
                <a:gd name="connsiteY162" fmla="*/ 74781 h 519126"/>
                <a:gd name="connsiteX163" fmla="*/ 510271 w 597604"/>
                <a:gd name="connsiteY163" fmla="*/ 73469 h 519126"/>
                <a:gd name="connsiteX164" fmla="*/ 510977 w 597604"/>
                <a:gd name="connsiteY164" fmla="*/ 68827 h 519126"/>
                <a:gd name="connsiteX165" fmla="*/ 510977 w 597604"/>
                <a:gd name="connsiteY165" fmla="*/ 65496 h 519126"/>
                <a:gd name="connsiteX166" fmla="*/ 510775 w 597604"/>
                <a:gd name="connsiteY166" fmla="*/ 63175 h 519126"/>
                <a:gd name="connsiteX167" fmla="*/ 507511 w 597604"/>
                <a:gd name="connsiteY167" fmla="*/ 60417 h 519126"/>
                <a:gd name="connsiteX168" fmla="*/ 504549 w 597604"/>
                <a:gd name="connsiteY168" fmla="*/ 59408 h 519126"/>
                <a:gd name="connsiteX169" fmla="*/ 501924 w 597604"/>
                <a:gd name="connsiteY169" fmla="*/ 59038 h 519126"/>
                <a:gd name="connsiteX170" fmla="*/ 500107 w 597604"/>
                <a:gd name="connsiteY170" fmla="*/ 61056 h 519126"/>
                <a:gd name="connsiteX171" fmla="*/ 498929 w 597604"/>
                <a:gd name="connsiteY171" fmla="*/ 63579 h 519126"/>
                <a:gd name="connsiteX172" fmla="*/ 498559 w 597604"/>
                <a:gd name="connsiteY172" fmla="*/ 65530 h 519126"/>
                <a:gd name="connsiteX173" fmla="*/ 498559 w 597604"/>
                <a:gd name="connsiteY173" fmla="*/ 67212 h 519126"/>
                <a:gd name="connsiteX174" fmla="*/ 497549 w 597604"/>
                <a:gd name="connsiteY174" fmla="*/ 69903 h 519126"/>
                <a:gd name="connsiteX175" fmla="*/ 496742 w 597604"/>
                <a:gd name="connsiteY175" fmla="*/ 71652 h 519126"/>
                <a:gd name="connsiteX176" fmla="*/ 495362 w 597604"/>
                <a:gd name="connsiteY176" fmla="*/ 73974 h 519126"/>
                <a:gd name="connsiteX177" fmla="*/ 491727 w 597604"/>
                <a:gd name="connsiteY177" fmla="*/ 73604 h 519126"/>
                <a:gd name="connsiteX178" fmla="*/ 487655 w 597604"/>
                <a:gd name="connsiteY178" fmla="*/ 70778 h 519126"/>
                <a:gd name="connsiteX179" fmla="*/ 483583 w 597604"/>
                <a:gd name="connsiteY179" fmla="*/ 66775 h 519126"/>
                <a:gd name="connsiteX180" fmla="*/ 479881 w 597604"/>
                <a:gd name="connsiteY180" fmla="*/ 63142 h 519126"/>
                <a:gd name="connsiteX181" fmla="*/ 478736 w 597604"/>
                <a:gd name="connsiteY181" fmla="*/ 59811 h 519126"/>
                <a:gd name="connsiteX182" fmla="*/ 479376 w 597604"/>
                <a:gd name="connsiteY182" fmla="*/ 57356 h 519126"/>
                <a:gd name="connsiteX183" fmla="*/ 481563 w 597604"/>
                <a:gd name="connsiteY183" fmla="*/ 55270 h 519126"/>
                <a:gd name="connsiteX184" fmla="*/ 483583 w 597604"/>
                <a:gd name="connsiteY184" fmla="*/ 53016 h 519126"/>
                <a:gd name="connsiteX185" fmla="*/ 482640 w 597604"/>
                <a:gd name="connsiteY185" fmla="*/ 49753 h 519126"/>
                <a:gd name="connsiteX186" fmla="*/ 481261 w 597604"/>
                <a:gd name="connsiteY186" fmla="*/ 47869 h 519126"/>
                <a:gd name="connsiteX187" fmla="*/ 478635 w 597604"/>
                <a:gd name="connsiteY187" fmla="*/ 43025 h 519126"/>
                <a:gd name="connsiteX188" fmla="*/ 477256 w 597604"/>
                <a:gd name="connsiteY188" fmla="*/ 38820 h 519126"/>
                <a:gd name="connsiteX189" fmla="*/ 478332 w 597604"/>
                <a:gd name="connsiteY189" fmla="*/ 37643 h 519126"/>
                <a:gd name="connsiteX190" fmla="*/ 479578 w 597604"/>
                <a:gd name="connsiteY190" fmla="*/ 35759 h 519126"/>
                <a:gd name="connsiteX191" fmla="*/ 479578 w 597604"/>
                <a:gd name="connsiteY191" fmla="*/ 33303 h 519126"/>
                <a:gd name="connsiteX192" fmla="*/ 479409 w 597604"/>
                <a:gd name="connsiteY192" fmla="*/ 30175 h 519126"/>
                <a:gd name="connsiteX193" fmla="*/ 477626 w 597604"/>
                <a:gd name="connsiteY193" fmla="*/ 25533 h 519126"/>
                <a:gd name="connsiteX194" fmla="*/ 477626 w 597604"/>
                <a:gd name="connsiteY194" fmla="*/ 23279 h 519126"/>
                <a:gd name="connsiteX195" fmla="*/ 477188 w 597604"/>
                <a:gd name="connsiteY195" fmla="*/ 20453 h 519126"/>
                <a:gd name="connsiteX196" fmla="*/ 475741 w 597604"/>
                <a:gd name="connsiteY196" fmla="*/ 18132 h 519126"/>
                <a:gd name="connsiteX197" fmla="*/ 473991 w 597604"/>
                <a:gd name="connsiteY197" fmla="*/ 16820 h 519126"/>
                <a:gd name="connsiteX198" fmla="*/ 472039 w 597604"/>
                <a:gd name="connsiteY198" fmla="*/ 16753 h 519126"/>
                <a:gd name="connsiteX199" fmla="*/ 469784 w 597604"/>
                <a:gd name="connsiteY199" fmla="*/ 18132 h 519126"/>
                <a:gd name="connsiteX200" fmla="*/ 467529 w 597604"/>
                <a:gd name="connsiteY200" fmla="*/ 19444 h 519126"/>
                <a:gd name="connsiteX201" fmla="*/ 464198 w 597604"/>
                <a:gd name="connsiteY201" fmla="*/ 19242 h 519126"/>
                <a:gd name="connsiteX202" fmla="*/ 461741 w 597604"/>
                <a:gd name="connsiteY202" fmla="*/ 18872 h 519126"/>
                <a:gd name="connsiteX203" fmla="*/ 458409 w 597604"/>
                <a:gd name="connsiteY203" fmla="*/ 17627 h 519126"/>
                <a:gd name="connsiteX204" fmla="*/ 455649 w 597604"/>
                <a:gd name="connsiteY204" fmla="*/ 16618 h 519126"/>
                <a:gd name="connsiteX205" fmla="*/ 452553 w 597604"/>
                <a:gd name="connsiteY205" fmla="*/ 16753 h 519126"/>
                <a:gd name="connsiteX206" fmla="*/ 450096 w 597604"/>
                <a:gd name="connsiteY206" fmla="*/ 18334 h 519126"/>
                <a:gd name="connsiteX207" fmla="*/ 448144 w 597604"/>
                <a:gd name="connsiteY207" fmla="*/ 20352 h 519126"/>
                <a:gd name="connsiteX208" fmla="*/ 445822 w 597604"/>
                <a:gd name="connsiteY208" fmla="*/ 21597 h 519126"/>
                <a:gd name="connsiteX209" fmla="*/ 440740 w 597604"/>
                <a:gd name="connsiteY209" fmla="*/ 21967 h 519126"/>
                <a:gd name="connsiteX210" fmla="*/ 438822 w 597604"/>
                <a:gd name="connsiteY210" fmla="*/ 24019 h 519126"/>
                <a:gd name="connsiteX211" fmla="*/ 437038 w 597604"/>
                <a:gd name="connsiteY211" fmla="*/ 24826 h 519126"/>
                <a:gd name="connsiteX212" fmla="*/ 435995 w 597604"/>
                <a:gd name="connsiteY212" fmla="*/ 26609 h 519126"/>
                <a:gd name="connsiteX213" fmla="*/ 433505 w 597604"/>
                <a:gd name="connsiteY213" fmla="*/ 28392 h 519126"/>
                <a:gd name="connsiteX214" fmla="*/ 432192 w 597604"/>
                <a:gd name="connsiteY214" fmla="*/ 28493 h 519126"/>
                <a:gd name="connsiteX215" fmla="*/ 429365 w 597604"/>
                <a:gd name="connsiteY215" fmla="*/ 27786 h 519126"/>
                <a:gd name="connsiteX216" fmla="*/ 428221 w 597604"/>
                <a:gd name="connsiteY216" fmla="*/ 27618 h 519126"/>
                <a:gd name="connsiteX217" fmla="*/ 426706 w 597604"/>
                <a:gd name="connsiteY217" fmla="*/ 25869 h 519126"/>
                <a:gd name="connsiteX218" fmla="*/ 426000 w 597604"/>
                <a:gd name="connsiteY218" fmla="*/ 24288 h 519126"/>
                <a:gd name="connsiteX219" fmla="*/ 425360 w 597604"/>
                <a:gd name="connsiteY219" fmla="*/ 22370 h 519126"/>
                <a:gd name="connsiteX220" fmla="*/ 425024 w 597604"/>
                <a:gd name="connsiteY220" fmla="*/ 20789 h 519126"/>
                <a:gd name="connsiteX221" fmla="*/ 425663 w 597604"/>
                <a:gd name="connsiteY221" fmla="*/ 18233 h 519126"/>
                <a:gd name="connsiteX222" fmla="*/ 425663 w 597604"/>
                <a:gd name="connsiteY222" fmla="*/ 17459 h 519126"/>
                <a:gd name="connsiteX223" fmla="*/ 425899 w 597604"/>
                <a:gd name="connsiteY223" fmla="*/ 15777 h 519126"/>
                <a:gd name="connsiteX224" fmla="*/ 426235 w 597604"/>
                <a:gd name="connsiteY224" fmla="*/ 13927 h 519126"/>
                <a:gd name="connsiteX225" fmla="*/ 425663 w 597604"/>
                <a:gd name="connsiteY225" fmla="*/ 11269 h 519126"/>
                <a:gd name="connsiteX226" fmla="*/ 425663 w 597604"/>
                <a:gd name="connsiteY226" fmla="*/ 8982 h 519126"/>
                <a:gd name="connsiteX227" fmla="*/ 424990 w 597604"/>
                <a:gd name="connsiteY227" fmla="*/ 6963 h 519126"/>
                <a:gd name="connsiteX228" fmla="*/ 424317 w 597604"/>
                <a:gd name="connsiteY228" fmla="*/ 4844 h 519126"/>
                <a:gd name="connsiteX229" fmla="*/ 422971 w 597604"/>
                <a:gd name="connsiteY229" fmla="*/ 3768 h 519126"/>
                <a:gd name="connsiteX230" fmla="*/ 420918 w 597604"/>
                <a:gd name="connsiteY230" fmla="*/ 3061 h 519126"/>
                <a:gd name="connsiteX231" fmla="*/ 418360 w 597604"/>
                <a:gd name="connsiteY231" fmla="*/ 3162 h 519126"/>
                <a:gd name="connsiteX232" fmla="*/ 417048 w 597604"/>
                <a:gd name="connsiteY232" fmla="*/ 3667 h 519126"/>
                <a:gd name="connsiteX233" fmla="*/ 415264 w 597604"/>
                <a:gd name="connsiteY233" fmla="*/ 5147 h 519126"/>
                <a:gd name="connsiteX234" fmla="*/ 413110 w 597604"/>
                <a:gd name="connsiteY234" fmla="*/ 6795 h 519126"/>
                <a:gd name="connsiteX235" fmla="*/ 407456 w 597604"/>
                <a:gd name="connsiteY235" fmla="*/ 5214 h 519126"/>
                <a:gd name="connsiteX236" fmla="*/ 405134 w 597604"/>
                <a:gd name="connsiteY236" fmla="*/ 3768 h 519126"/>
                <a:gd name="connsiteX237" fmla="*/ 403821 w 597604"/>
                <a:gd name="connsiteY237" fmla="*/ 2758 h 519126"/>
                <a:gd name="connsiteX238" fmla="*/ 400927 w 597604"/>
                <a:gd name="connsiteY238" fmla="*/ 875 h 519126"/>
                <a:gd name="connsiteX239" fmla="*/ 398739 w 597604"/>
                <a:gd name="connsiteY239" fmla="*/ 0 h 519126"/>
                <a:gd name="connsiteX240" fmla="*/ 396821 w 597604"/>
                <a:gd name="connsiteY240" fmla="*/ 0 h 519126"/>
                <a:gd name="connsiteX241" fmla="*/ 394364 w 597604"/>
                <a:gd name="connsiteY241" fmla="*/ 1884 h 519126"/>
                <a:gd name="connsiteX242" fmla="*/ 392782 w 597604"/>
                <a:gd name="connsiteY242" fmla="*/ 4642 h 519126"/>
                <a:gd name="connsiteX243" fmla="*/ 389148 w 597604"/>
                <a:gd name="connsiteY243" fmla="*/ 7670 h 519126"/>
                <a:gd name="connsiteX244" fmla="*/ 386691 w 597604"/>
                <a:gd name="connsiteY244" fmla="*/ 8679 h 519126"/>
                <a:gd name="connsiteX245" fmla="*/ 386119 w 597604"/>
                <a:gd name="connsiteY245" fmla="*/ 11303 h 519126"/>
                <a:gd name="connsiteX246" fmla="*/ 385244 w 597604"/>
                <a:gd name="connsiteY246" fmla="*/ 16080 h 519126"/>
                <a:gd name="connsiteX247" fmla="*/ 385816 w 597604"/>
                <a:gd name="connsiteY247" fmla="*/ 19982 h 519126"/>
                <a:gd name="connsiteX248" fmla="*/ 385816 w 597604"/>
                <a:gd name="connsiteY248" fmla="*/ 21866 h 519126"/>
                <a:gd name="connsiteX249" fmla="*/ 387196 w 597604"/>
                <a:gd name="connsiteY249" fmla="*/ 24456 h 519126"/>
                <a:gd name="connsiteX250" fmla="*/ 391033 w 597604"/>
                <a:gd name="connsiteY250" fmla="*/ 25331 h 519126"/>
                <a:gd name="connsiteX251" fmla="*/ 392782 w 597604"/>
                <a:gd name="connsiteY251" fmla="*/ 28661 h 519126"/>
                <a:gd name="connsiteX252" fmla="*/ 392782 w 597604"/>
                <a:gd name="connsiteY252" fmla="*/ 32126 h 519126"/>
                <a:gd name="connsiteX253" fmla="*/ 392782 w 597604"/>
                <a:gd name="connsiteY253" fmla="*/ 34312 h 519126"/>
                <a:gd name="connsiteX254" fmla="*/ 391706 w 597604"/>
                <a:gd name="connsiteY254" fmla="*/ 36499 h 519126"/>
                <a:gd name="connsiteX255" fmla="*/ 389585 w 597604"/>
                <a:gd name="connsiteY255" fmla="*/ 38517 h 519126"/>
                <a:gd name="connsiteX256" fmla="*/ 387129 w 597604"/>
                <a:gd name="connsiteY256" fmla="*/ 39829 h 519126"/>
                <a:gd name="connsiteX257" fmla="*/ 384672 w 597604"/>
                <a:gd name="connsiteY257" fmla="*/ 40704 h 519126"/>
                <a:gd name="connsiteX258" fmla="*/ 382215 w 597604"/>
                <a:gd name="connsiteY258" fmla="*/ 41713 h 519126"/>
                <a:gd name="connsiteX259" fmla="*/ 380465 w 597604"/>
                <a:gd name="connsiteY259" fmla="*/ 43160 h 519126"/>
                <a:gd name="connsiteX260" fmla="*/ 379152 w 597604"/>
                <a:gd name="connsiteY260" fmla="*/ 44741 h 519126"/>
                <a:gd name="connsiteX261" fmla="*/ 377133 w 597604"/>
                <a:gd name="connsiteY261" fmla="*/ 47634 h 519126"/>
                <a:gd name="connsiteX262" fmla="*/ 375551 w 597604"/>
                <a:gd name="connsiteY262" fmla="*/ 49652 h 519126"/>
                <a:gd name="connsiteX263" fmla="*/ 373229 w 597604"/>
                <a:gd name="connsiteY263" fmla="*/ 49787 h 519126"/>
                <a:gd name="connsiteX264" fmla="*/ 371917 w 597604"/>
                <a:gd name="connsiteY264" fmla="*/ 49349 h 519126"/>
                <a:gd name="connsiteX265" fmla="*/ 370469 w 597604"/>
                <a:gd name="connsiteY265" fmla="*/ 45279 h 519126"/>
                <a:gd name="connsiteX266" fmla="*/ 370469 w 597604"/>
                <a:gd name="connsiteY266" fmla="*/ 41949 h 519126"/>
                <a:gd name="connsiteX267" fmla="*/ 367272 w 597604"/>
                <a:gd name="connsiteY267" fmla="*/ 37172 h 519126"/>
                <a:gd name="connsiteX268" fmla="*/ 362359 w 597604"/>
                <a:gd name="connsiteY268" fmla="*/ 36432 h 519126"/>
                <a:gd name="connsiteX269" fmla="*/ 357580 w 597604"/>
                <a:gd name="connsiteY269" fmla="*/ 36432 h 519126"/>
                <a:gd name="connsiteX270" fmla="*/ 353810 w 597604"/>
                <a:gd name="connsiteY270" fmla="*/ 37676 h 519126"/>
                <a:gd name="connsiteX271" fmla="*/ 349402 w 597604"/>
                <a:gd name="connsiteY271" fmla="*/ 39056 h 519126"/>
                <a:gd name="connsiteX272" fmla="*/ 348392 w 597604"/>
                <a:gd name="connsiteY272" fmla="*/ 39493 h 519126"/>
                <a:gd name="connsiteX273" fmla="*/ 347753 w 597604"/>
                <a:gd name="connsiteY273" fmla="*/ 41074 h 519126"/>
                <a:gd name="connsiteX274" fmla="*/ 347181 w 597604"/>
                <a:gd name="connsiteY274" fmla="*/ 43597 h 519126"/>
                <a:gd name="connsiteX275" fmla="*/ 346306 w 597604"/>
                <a:gd name="connsiteY275" fmla="*/ 46793 h 519126"/>
                <a:gd name="connsiteX276" fmla="*/ 344926 w 597604"/>
                <a:gd name="connsiteY276" fmla="*/ 48407 h 519126"/>
                <a:gd name="connsiteX277" fmla="*/ 343277 w 597604"/>
                <a:gd name="connsiteY277" fmla="*/ 47533 h 519126"/>
                <a:gd name="connsiteX278" fmla="*/ 339642 w 597604"/>
                <a:gd name="connsiteY278" fmla="*/ 45851 h 519126"/>
                <a:gd name="connsiteX279" fmla="*/ 337690 w 597604"/>
                <a:gd name="connsiteY279" fmla="*/ 45414 h 519126"/>
                <a:gd name="connsiteX280" fmla="*/ 335940 w 597604"/>
                <a:gd name="connsiteY280" fmla="*/ 45986 h 519126"/>
                <a:gd name="connsiteX281" fmla="*/ 333853 w 597604"/>
                <a:gd name="connsiteY281" fmla="*/ 47230 h 519126"/>
                <a:gd name="connsiteX282" fmla="*/ 330387 w 597604"/>
                <a:gd name="connsiteY282" fmla="*/ 49417 h 519126"/>
                <a:gd name="connsiteX283" fmla="*/ 327796 w 597604"/>
                <a:gd name="connsiteY283" fmla="*/ 53117 h 519126"/>
                <a:gd name="connsiteX284" fmla="*/ 329512 w 597604"/>
                <a:gd name="connsiteY284" fmla="*/ 55068 h 519126"/>
                <a:gd name="connsiteX285" fmla="*/ 333147 w 597604"/>
                <a:gd name="connsiteY285" fmla="*/ 58903 h 519126"/>
                <a:gd name="connsiteX286" fmla="*/ 333954 w 597604"/>
                <a:gd name="connsiteY286" fmla="*/ 61729 h 519126"/>
                <a:gd name="connsiteX287" fmla="*/ 333584 w 597604"/>
                <a:gd name="connsiteY287" fmla="*/ 65059 h 519126"/>
                <a:gd name="connsiteX288" fmla="*/ 332204 w 597604"/>
                <a:gd name="connsiteY288" fmla="*/ 66741 h 519126"/>
                <a:gd name="connsiteX289" fmla="*/ 330050 w 597604"/>
                <a:gd name="connsiteY289" fmla="*/ 69264 h 519126"/>
                <a:gd name="connsiteX290" fmla="*/ 326853 w 597604"/>
                <a:gd name="connsiteY290" fmla="*/ 69062 h 519126"/>
                <a:gd name="connsiteX291" fmla="*/ 324094 w 597604"/>
                <a:gd name="connsiteY291" fmla="*/ 67178 h 519126"/>
                <a:gd name="connsiteX292" fmla="*/ 322209 w 597604"/>
                <a:gd name="connsiteY292" fmla="*/ 66236 h 519126"/>
                <a:gd name="connsiteX293" fmla="*/ 320829 w 597604"/>
                <a:gd name="connsiteY293" fmla="*/ 65597 h 519126"/>
                <a:gd name="connsiteX294" fmla="*/ 319887 w 597604"/>
                <a:gd name="connsiteY294" fmla="*/ 66539 h 519126"/>
                <a:gd name="connsiteX295" fmla="*/ 320391 w 597604"/>
                <a:gd name="connsiteY295" fmla="*/ 68793 h 519126"/>
                <a:gd name="connsiteX296" fmla="*/ 320694 w 597604"/>
                <a:gd name="connsiteY296" fmla="*/ 70744 h 519126"/>
                <a:gd name="connsiteX297" fmla="*/ 321805 w 597604"/>
                <a:gd name="connsiteY297" fmla="*/ 72998 h 519126"/>
                <a:gd name="connsiteX298" fmla="*/ 321704 w 597604"/>
                <a:gd name="connsiteY298" fmla="*/ 75387 h 519126"/>
                <a:gd name="connsiteX299" fmla="*/ 321704 w 597604"/>
                <a:gd name="connsiteY299" fmla="*/ 77203 h 519126"/>
                <a:gd name="connsiteX300" fmla="*/ 321603 w 597604"/>
                <a:gd name="connsiteY300" fmla="*/ 79154 h 519126"/>
                <a:gd name="connsiteX301" fmla="*/ 321603 w 597604"/>
                <a:gd name="connsiteY301" fmla="*/ 80971 h 519126"/>
                <a:gd name="connsiteX302" fmla="*/ 320291 w 597604"/>
                <a:gd name="connsiteY302" fmla="*/ 83729 h 519126"/>
                <a:gd name="connsiteX303" fmla="*/ 318642 w 597604"/>
                <a:gd name="connsiteY303" fmla="*/ 85478 h 519126"/>
                <a:gd name="connsiteX304" fmla="*/ 316622 w 597604"/>
                <a:gd name="connsiteY304" fmla="*/ 84604 h 519126"/>
                <a:gd name="connsiteX305" fmla="*/ 316050 w 597604"/>
                <a:gd name="connsiteY305" fmla="*/ 83292 h 519126"/>
                <a:gd name="connsiteX306" fmla="*/ 314603 w 597604"/>
                <a:gd name="connsiteY306" fmla="*/ 79659 h 519126"/>
                <a:gd name="connsiteX307" fmla="*/ 314031 w 597604"/>
                <a:gd name="connsiteY307" fmla="*/ 79087 h 519126"/>
                <a:gd name="connsiteX308" fmla="*/ 310766 w 597604"/>
                <a:gd name="connsiteY308" fmla="*/ 78649 h 519126"/>
                <a:gd name="connsiteX309" fmla="*/ 307939 w 597604"/>
                <a:gd name="connsiteY309" fmla="*/ 78448 h 519126"/>
                <a:gd name="connsiteX310" fmla="*/ 306290 w 597604"/>
                <a:gd name="connsiteY310" fmla="*/ 76127 h 519126"/>
                <a:gd name="connsiteX311" fmla="*/ 306156 w 597604"/>
                <a:gd name="connsiteY311" fmla="*/ 74445 h 519126"/>
                <a:gd name="connsiteX312" fmla="*/ 306526 w 597604"/>
                <a:gd name="connsiteY312" fmla="*/ 73133 h 519126"/>
                <a:gd name="connsiteX313" fmla="*/ 306829 w 597604"/>
                <a:gd name="connsiteY313" fmla="*/ 71989 h 519126"/>
                <a:gd name="connsiteX314" fmla="*/ 307535 w 597604"/>
                <a:gd name="connsiteY314" fmla="*/ 70542 h 519126"/>
                <a:gd name="connsiteX315" fmla="*/ 307973 w 597604"/>
                <a:gd name="connsiteY315" fmla="*/ 69668 h 519126"/>
                <a:gd name="connsiteX316" fmla="*/ 309218 w 597604"/>
                <a:gd name="connsiteY316" fmla="*/ 67717 h 519126"/>
                <a:gd name="connsiteX317" fmla="*/ 310161 w 597604"/>
                <a:gd name="connsiteY317" fmla="*/ 66707 h 519126"/>
                <a:gd name="connsiteX318" fmla="*/ 311036 w 597604"/>
                <a:gd name="connsiteY318" fmla="*/ 65631 h 519126"/>
                <a:gd name="connsiteX319" fmla="*/ 311473 w 597604"/>
                <a:gd name="connsiteY319" fmla="*/ 64252 h 519126"/>
                <a:gd name="connsiteX320" fmla="*/ 311911 w 597604"/>
                <a:gd name="connsiteY320" fmla="*/ 63310 h 519126"/>
                <a:gd name="connsiteX321" fmla="*/ 312415 w 597604"/>
                <a:gd name="connsiteY321" fmla="*/ 62233 h 519126"/>
                <a:gd name="connsiteX322" fmla="*/ 312920 w 597604"/>
                <a:gd name="connsiteY322" fmla="*/ 59980 h 519126"/>
                <a:gd name="connsiteX323" fmla="*/ 312920 w 597604"/>
                <a:gd name="connsiteY323" fmla="*/ 58903 h 519126"/>
                <a:gd name="connsiteX324" fmla="*/ 312718 w 597604"/>
                <a:gd name="connsiteY324" fmla="*/ 56885 h 519126"/>
                <a:gd name="connsiteX325" fmla="*/ 313391 w 597604"/>
                <a:gd name="connsiteY325" fmla="*/ 54934 h 519126"/>
                <a:gd name="connsiteX326" fmla="*/ 311439 w 597604"/>
                <a:gd name="connsiteY326" fmla="*/ 54227 h 519126"/>
                <a:gd name="connsiteX327" fmla="*/ 310632 w 597604"/>
                <a:gd name="connsiteY327" fmla="*/ 54093 h 519126"/>
                <a:gd name="connsiteX328" fmla="*/ 308949 w 597604"/>
                <a:gd name="connsiteY328" fmla="*/ 53958 h 519126"/>
                <a:gd name="connsiteX329" fmla="*/ 305886 w 597604"/>
                <a:gd name="connsiteY329" fmla="*/ 51940 h 519126"/>
                <a:gd name="connsiteX330" fmla="*/ 304742 w 597604"/>
                <a:gd name="connsiteY330" fmla="*/ 49989 h 519126"/>
                <a:gd name="connsiteX331" fmla="*/ 302285 w 597604"/>
                <a:gd name="connsiteY331" fmla="*/ 49114 h 519126"/>
                <a:gd name="connsiteX332" fmla="*/ 301141 w 597604"/>
                <a:gd name="connsiteY332" fmla="*/ 47297 h 519126"/>
                <a:gd name="connsiteX333" fmla="*/ 300232 w 597604"/>
                <a:gd name="connsiteY333" fmla="*/ 46793 h 519126"/>
                <a:gd name="connsiteX334" fmla="*/ 298886 w 597604"/>
                <a:gd name="connsiteY334" fmla="*/ 43160 h 519126"/>
                <a:gd name="connsiteX335" fmla="*/ 297204 w 597604"/>
                <a:gd name="connsiteY335" fmla="*/ 41579 h 519126"/>
                <a:gd name="connsiteX336" fmla="*/ 295958 w 597604"/>
                <a:gd name="connsiteY336" fmla="*/ 40569 h 519126"/>
                <a:gd name="connsiteX337" fmla="*/ 294949 w 597604"/>
                <a:gd name="connsiteY337" fmla="*/ 39325 h 519126"/>
                <a:gd name="connsiteX338" fmla="*/ 292929 w 597604"/>
                <a:gd name="connsiteY338" fmla="*/ 38316 h 519126"/>
                <a:gd name="connsiteX339" fmla="*/ 291920 w 597604"/>
                <a:gd name="connsiteY339" fmla="*/ 38316 h 519126"/>
                <a:gd name="connsiteX340" fmla="*/ 290977 w 597604"/>
                <a:gd name="connsiteY340" fmla="*/ 39829 h 519126"/>
                <a:gd name="connsiteX341" fmla="*/ 290237 w 597604"/>
                <a:gd name="connsiteY341" fmla="*/ 40973 h 519126"/>
                <a:gd name="connsiteX342" fmla="*/ 289968 w 597604"/>
                <a:gd name="connsiteY342" fmla="*/ 43933 h 519126"/>
                <a:gd name="connsiteX343" fmla="*/ 289968 w 597604"/>
                <a:gd name="connsiteY343" fmla="*/ 46187 h 519126"/>
                <a:gd name="connsiteX344" fmla="*/ 291415 w 597604"/>
                <a:gd name="connsiteY344" fmla="*/ 48811 h 519126"/>
                <a:gd name="connsiteX345" fmla="*/ 292795 w 597604"/>
                <a:gd name="connsiteY345" fmla="*/ 50830 h 519126"/>
                <a:gd name="connsiteX346" fmla="*/ 295050 w 597604"/>
                <a:gd name="connsiteY346" fmla="*/ 52646 h 519126"/>
                <a:gd name="connsiteX347" fmla="*/ 296127 w 597604"/>
                <a:gd name="connsiteY347" fmla="*/ 53891 h 519126"/>
                <a:gd name="connsiteX348" fmla="*/ 298449 w 597604"/>
                <a:gd name="connsiteY348" fmla="*/ 55909 h 519126"/>
                <a:gd name="connsiteX349" fmla="*/ 299896 w 597604"/>
                <a:gd name="connsiteY349" fmla="*/ 58735 h 519126"/>
                <a:gd name="connsiteX350" fmla="*/ 300199 w 597604"/>
                <a:gd name="connsiteY350" fmla="*/ 60417 h 519126"/>
                <a:gd name="connsiteX351" fmla="*/ 299627 w 597604"/>
                <a:gd name="connsiteY351" fmla="*/ 62805 h 519126"/>
                <a:gd name="connsiteX352" fmla="*/ 297944 w 597604"/>
                <a:gd name="connsiteY352" fmla="*/ 63747 h 519126"/>
                <a:gd name="connsiteX353" fmla="*/ 297439 w 597604"/>
                <a:gd name="connsiteY353" fmla="*/ 64117 h 519126"/>
                <a:gd name="connsiteX354" fmla="*/ 295117 w 597604"/>
                <a:gd name="connsiteY354" fmla="*/ 65261 h 519126"/>
                <a:gd name="connsiteX355" fmla="*/ 293434 w 597604"/>
                <a:gd name="connsiteY355" fmla="*/ 66405 h 519126"/>
                <a:gd name="connsiteX356" fmla="*/ 292795 w 597604"/>
                <a:gd name="connsiteY356" fmla="*/ 67481 h 519126"/>
                <a:gd name="connsiteX357" fmla="*/ 293165 w 597604"/>
                <a:gd name="connsiteY357" fmla="*/ 68995 h 519126"/>
                <a:gd name="connsiteX358" fmla="*/ 293804 w 597604"/>
                <a:gd name="connsiteY358" fmla="*/ 69432 h 519126"/>
                <a:gd name="connsiteX359" fmla="*/ 294107 w 597604"/>
                <a:gd name="connsiteY359" fmla="*/ 70576 h 519126"/>
                <a:gd name="connsiteX360" fmla="*/ 294107 w 597604"/>
                <a:gd name="connsiteY360" fmla="*/ 71652 h 519126"/>
                <a:gd name="connsiteX361" fmla="*/ 293165 w 597604"/>
                <a:gd name="connsiteY361" fmla="*/ 72729 h 519126"/>
                <a:gd name="connsiteX362" fmla="*/ 292391 w 597604"/>
                <a:gd name="connsiteY362" fmla="*/ 73032 h 519126"/>
                <a:gd name="connsiteX363" fmla="*/ 291213 w 597604"/>
                <a:gd name="connsiteY363" fmla="*/ 73469 h 519126"/>
                <a:gd name="connsiteX364" fmla="*/ 289396 w 597604"/>
                <a:gd name="connsiteY364" fmla="*/ 71585 h 519126"/>
                <a:gd name="connsiteX365" fmla="*/ 288386 w 597604"/>
                <a:gd name="connsiteY365" fmla="*/ 70946 h 519126"/>
                <a:gd name="connsiteX366" fmla="*/ 287511 w 597604"/>
                <a:gd name="connsiteY366" fmla="*/ 70374 h 519126"/>
                <a:gd name="connsiteX367" fmla="*/ 286939 w 597604"/>
                <a:gd name="connsiteY367" fmla="*/ 69802 h 519126"/>
                <a:gd name="connsiteX368" fmla="*/ 285694 w 597604"/>
                <a:gd name="connsiteY368" fmla="*/ 69500 h 519126"/>
                <a:gd name="connsiteX369" fmla="*/ 284751 w 597604"/>
                <a:gd name="connsiteY369" fmla="*/ 69634 h 519126"/>
                <a:gd name="connsiteX370" fmla="*/ 283371 w 597604"/>
                <a:gd name="connsiteY370" fmla="*/ 70879 h 519126"/>
                <a:gd name="connsiteX371" fmla="*/ 283573 w 597604"/>
                <a:gd name="connsiteY371" fmla="*/ 72695 h 519126"/>
                <a:gd name="connsiteX372" fmla="*/ 285155 w 597604"/>
                <a:gd name="connsiteY372" fmla="*/ 74276 h 519126"/>
                <a:gd name="connsiteX373" fmla="*/ 284213 w 597604"/>
                <a:gd name="connsiteY373" fmla="*/ 77102 h 519126"/>
                <a:gd name="connsiteX374" fmla="*/ 282799 w 597604"/>
                <a:gd name="connsiteY374" fmla="*/ 78582 h 519126"/>
                <a:gd name="connsiteX375" fmla="*/ 281049 w 597604"/>
                <a:gd name="connsiteY375" fmla="*/ 78347 h 519126"/>
                <a:gd name="connsiteX376" fmla="*/ 279198 w 597604"/>
                <a:gd name="connsiteY376" fmla="*/ 77708 h 519126"/>
                <a:gd name="connsiteX377" fmla="*/ 277583 w 597604"/>
                <a:gd name="connsiteY377" fmla="*/ 76934 h 519126"/>
                <a:gd name="connsiteX378" fmla="*/ 275732 w 597604"/>
                <a:gd name="connsiteY378" fmla="*/ 75319 h 519126"/>
                <a:gd name="connsiteX379" fmla="*/ 274756 w 597604"/>
                <a:gd name="connsiteY379" fmla="*/ 73705 h 519126"/>
                <a:gd name="connsiteX380" fmla="*/ 273982 w 597604"/>
                <a:gd name="connsiteY380" fmla="*/ 72090 h 519126"/>
                <a:gd name="connsiteX381" fmla="*/ 272804 w 597604"/>
                <a:gd name="connsiteY381" fmla="*/ 70879 h 519126"/>
                <a:gd name="connsiteX382" fmla="*/ 270717 w 597604"/>
                <a:gd name="connsiteY382" fmla="*/ 71215 h 519126"/>
                <a:gd name="connsiteX383" fmla="*/ 269641 w 597604"/>
                <a:gd name="connsiteY383" fmla="*/ 68928 h 519126"/>
                <a:gd name="connsiteX384" fmla="*/ 268866 w 597604"/>
                <a:gd name="connsiteY384" fmla="*/ 67077 h 519126"/>
                <a:gd name="connsiteX385" fmla="*/ 266813 w 597604"/>
                <a:gd name="connsiteY385" fmla="*/ 62940 h 519126"/>
                <a:gd name="connsiteX386" fmla="*/ 264188 w 597604"/>
                <a:gd name="connsiteY386" fmla="*/ 61628 h 519126"/>
                <a:gd name="connsiteX387" fmla="*/ 262775 w 597604"/>
                <a:gd name="connsiteY387" fmla="*/ 61830 h 519126"/>
                <a:gd name="connsiteX388" fmla="*/ 261260 w 597604"/>
                <a:gd name="connsiteY388" fmla="*/ 62166 h 519126"/>
                <a:gd name="connsiteX389" fmla="*/ 258534 w 597604"/>
                <a:gd name="connsiteY389" fmla="*/ 61964 h 519126"/>
                <a:gd name="connsiteX390" fmla="*/ 256044 w 597604"/>
                <a:gd name="connsiteY390" fmla="*/ 59475 h 519126"/>
                <a:gd name="connsiteX391" fmla="*/ 253991 w 597604"/>
                <a:gd name="connsiteY391" fmla="*/ 56750 h 519126"/>
                <a:gd name="connsiteX392" fmla="*/ 250525 w 597604"/>
                <a:gd name="connsiteY392" fmla="*/ 53386 h 519126"/>
                <a:gd name="connsiteX393" fmla="*/ 249212 w 597604"/>
                <a:gd name="connsiteY393" fmla="*/ 50560 h 519126"/>
                <a:gd name="connsiteX394" fmla="*/ 248438 w 597604"/>
                <a:gd name="connsiteY394" fmla="*/ 47836 h 519126"/>
                <a:gd name="connsiteX395" fmla="*/ 245948 w 597604"/>
                <a:gd name="connsiteY395" fmla="*/ 46961 h 519126"/>
                <a:gd name="connsiteX396" fmla="*/ 243895 w 597604"/>
                <a:gd name="connsiteY396" fmla="*/ 46961 h 519126"/>
                <a:gd name="connsiteX397" fmla="*/ 241606 w 597604"/>
                <a:gd name="connsiteY397" fmla="*/ 50392 h 519126"/>
                <a:gd name="connsiteX398" fmla="*/ 239553 w 597604"/>
                <a:gd name="connsiteY398" fmla="*/ 52512 h 519126"/>
                <a:gd name="connsiteX399" fmla="*/ 238140 w 597604"/>
                <a:gd name="connsiteY399" fmla="*/ 54799 h 519126"/>
                <a:gd name="connsiteX400" fmla="*/ 238140 w 597604"/>
                <a:gd name="connsiteY400" fmla="*/ 55976 h 519126"/>
                <a:gd name="connsiteX401" fmla="*/ 238577 w 597604"/>
                <a:gd name="connsiteY401" fmla="*/ 62065 h 519126"/>
                <a:gd name="connsiteX402" fmla="*/ 236962 w 597604"/>
                <a:gd name="connsiteY402" fmla="*/ 64891 h 519126"/>
                <a:gd name="connsiteX403" fmla="*/ 235212 w 597604"/>
                <a:gd name="connsiteY403" fmla="*/ 65227 h 519126"/>
                <a:gd name="connsiteX404" fmla="*/ 231611 w 597604"/>
                <a:gd name="connsiteY404" fmla="*/ 65126 h 519126"/>
                <a:gd name="connsiteX405" fmla="*/ 229423 w 597604"/>
                <a:gd name="connsiteY405" fmla="*/ 64252 h 519126"/>
                <a:gd name="connsiteX406" fmla="*/ 226832 w 597604"/>
                <a:gd name="connsiteY406" fmla="*/ 62637 h 519126"/>
                <a:gd name="connsiteX407" fmla="*/ 223668 w 597604"/>
                <a:gd name="connsiteY407" fmla="*/ 62637 h 519126"/>
                <a:gd name="connsiteX408" fmla="*/ 220639 w 597604"/>
                <a:gd name="connsiteY408" fmla="*/ 63613 h 519126"/>
                <a:gd name="connsiteX409" fmla="*/ 219125 w 597604"/>
                <a:gd name="connsiteY409" fmla="*/ 64487 h 519126"/>
                <a:gd name="connsiteX410" fmla="*/ 217610 w 597604"/>
                <a:gd name="connsiteY410" fmla="*/ 65799 h 519126"/>
                <a:gd name="connsiteX411" fmla="*/ 216735 w 597604"/>
                <a:gd name="connsiteY411" fmla="*/ 66438 h 519126"/>
                <a:gd name="connsiteX412" fmla="*/ 215658 w 597604"/>
                <a:gd name="connsiteY412" fmla="*/ 67515 h 519126"/>
                <a:gd name="connsiteX413" fmla="*/ 212932 w 597604"/>
                <a:gd name="connsiteY413" fmla="*/ 70441 h 519126"/>
                <a:gd name="connsiteX414" fmla="*/ 211755 w 597604"/>
                <a:gd name="connsiteY414" fmla="*/ 71417 h 519126"/>
                <a:gd name="connsiteX415" fmla="*/ 210678 w 597604"/>
                <a:gd name="connsiteY415" fmla="*/ 73604 h 519126"/>
                <a:gd name="connsiteX416" fmla="*/ 209365 w 597604"/>
                <a:gd name="connsiteY416" fmla="*/ 75454 h 519126"/>
                <a:gd name="connsiteX417" fmla="*/ 207615 w 597604"/>
                <a:gd name="connsiteY417" fmla="*/ 77405 h 519126"/>
                <a:gd name="connsiteX418" fmla="*/ 207278 w 597604"/>
                <a:gd name="connsiteY418" fmla="*/ 79692 h 519126"/>
                <a:gd name="connsiteX419" fmla="*/ 208793 w 597604"/>
                <a:gd name="connsiteY419" fmla="*/ 81442 h 519126"/>
                <a:gd name="connsiteX420" fmla="*/ 212057 w 597604"/>
                <a:gd name="connsiteY420" fmla="*/ 84368 h 519126"/>
                <a:gd name="connsiteX421" fmla="*/ 212057 w 597604"/>
                <a:gd name="connsiteY421" fmla="*/ 86858 h 519126"/>
                <a:gd name="connsiteX422" fmla="*/ 211048 w 597604"/>
                <a:gd name="connsiteY422" fmla="*/ 92846 h 519126"/>
                <a:gd name="connsiteX423" fmla="*/ 211115 w 597604"/>
                <a:gd name="connsiteY423" fmla="*/ 96176 h 519126"/>
                <a:gd name="connsiteX424" fmla="*/ 210678 w 597604"/>
                <a:gd name="connsiteY424" fmla="*/ 98934 h 519126"/>
                <a:gd name="connsiteX425" fmla="*/ 212495 w 597604"/>
                <a:gd name="connsiteY425" fmla="*/ 100583 h 519126"/>
                <a:gd name="connsiteX426" fmla="*/ 213235 w 597604"/>
                <a:gd name="connsiteY426" fmla="*/ 102063 h 519126"/>
                <a:gd name="connsiteX427" fmla="*/ 215423 w 597604"/>
                <a:gd name="connsiteY427" fmla="*/ 104249 h 519126"/>
                <a:gd name="connsiteX428" fmla="*/ 217442 w 597604"/>
                <a:gd name="connsiteY428" fmla="*/ 102937 h 519126"/>
                <a:gd name="connsiteX429" fmla="*/ 222356 w 597604"/>
                <a:gd name="connsiteY429" fmla="*/ 100852 h 519126"/>
                <a:gd name="connsiteX430" fmla="*/ 226125 w 597604"/>
                <a:gd name="connsiteY430" fmla="*/ 100919 h 519126"/>
                <a:gd name="connsiteX431" fmla="*/ 226832 w 597604"/>
                <a:gd name="connsiteY431" fmla="*/ 100919 h 519126"/>
                <a:gd name="connsiteX432" fmla="*/ 227707 w 597604"/>
                <a:gd name="connsiteY432" fmla="*/ 102298 h 519126"/>
                <a:gd name="connsiteX433" fmla="*/ 229019 w 597604"/>
                <a:gd name="connsiteY433" fmla="*/ 104115 h 519126"/>
                <a:gd name="connsiteX434" fmla="*/ 231779 w 597604"/>
                <a:gd name="connsiteY434" fmla="*/ 107008 h 519126"/>
                <a:gd name="connsiteX435" fmla="*/ 232789 w 597604"/>
                <a:gd name="connsiteY435" fmla="*/ 111078 h 519126"/>
                <a:gd name="connsiteX436" fmla="*/ 233091 w 597604"/>
                <a:gd name="connsiteY436" fmla="*/ 115855 h 519126"/>
                <a:gd name="connsiteX437" fmla="*/ 234236 w 597604"/>
                <a:gd name="connsiteY437" fmla="*/ 118883 h 519126"/>
                <a:gd name="connsiteX438" fmla="*/ 233226 w 597604"/>
                <a:gd name="connsiteY438" fmla="*/ 121069 h 519126"/>
                <a:gd name="connsiteX439" fmla="*/ 232519 w 597604"/>
                <a:gd name="connsiteY439" fmla="*/ 122650 h 519126"/>
                <a:gd name="connsiteX440" fmla="*/ 232654 w 597604"/>
                <a:gd name="connsiteY440" fmla="*/ 125678 h 519126"/>
                <a:gd name="connsiteX441" fmla="*/ 233798 w 597604"/>
                <a:gd name="connsiteY441" fmla="*/ 126990 h 519126"/>
                <a:gd name="connsiteX442" fmla="*/ 236996 w 597604"/>
                <a:gd name="connsiteY442" fmla="*/ 126990 h 519126"/>
                <a:gd name="connsiteX443" fmla="*/ 242952 w 597604"/>
                <a:gd name="connsiteY443" fmla="*/ 126418 h 519126"/>
                <a:gd name="connsiteX444" fmla="*/ 246419 w 597604"/>
                <a:gd name="connsiteY444" fmla="*/ 125543 h 519126"/>
                <a:gd name="connsiteX445" fmla="*/ 248741 w 597604"/>
                <a:gd name="connsiteY445" fmla="*/ 124097 h 519126"/>
                <a:gd name="connsiteX446" fmla="*/ 250760 w 597604"/>
                <a:gd name="connsiteY446" fmla="*/ 122852 h 519126"/>
                <a:gd name="connsiteX447" fmla="*/ 253587 w 597604"/>
                <a:gd name="connsiteY447" fmla="*/ 121843 h 519126"/>
                <a:gd name="connsiteX448" fmla="*/ 254900 w 597604"/>
                <a:gd name="connsiteY448" fmla="*/ 120329 h 519126"/>
                <a:gd name="connsiteX449" fmla="*/ 256414 w 597604"/>
                <a:gd name="connsiteY449" fmla="*/ 120026 h 519126"/>
                <a:gd name="connsiteX450" fmla="*/ 260554 w 597604"/>
                <a:gd name="connsiteY450" fmla="*/ 120026 h 519126"/>
                <a:gd name="connsiteX451" fmla="*/ 261799 w 597604"/>
                <a:gd name="connsiteY451" fmla="*/ 120363 h 519126"/>
                <a:gd name="connsiteX452" fmla="*/ 263414 w 597604"/>
                <a:gd name="connsiteY452" fmla="*/ 121776 h 519126"/>
                <a:gd name="connsiteX453" fmla="*/ 265568 w 597604"/>
                <a:gd name="connsiteY453" fmla="*/ 121776 h 519126"/>
                <a:gd name="connsiteX454" fmla="*/ 268328 w 597604"/>
                <a:gd name="connsiteY454" fmla="*/ 123222 h 519126"/>
                <a:gd name="connsiteX455" fmla="*/ 270616 w 597604"/>
                <a:gd name="connsiteY455" fmla="*/ 124265 h 519126"/>
                <a:gd name="connsiteX456" fmla="*/ 271592 w 597604"/>
                <a:gd name="connsiteY456" fmla="*/ 126182 h 519126"/>
                <a:gd name="connsiteX457" fmla="*/ 271592 w 597604"/>
                <a:gd name="connsiteY457" fmla="*/ 128302 h 519126"/>
                <a:gd name="connsiteX458" fmla="*/ 271121 w 597604"/>
                <a:gd name="connsiteY458" fmla="*/ 130253 h 519126"/>
                <a:gd name="connsiteX459" fmla="*/ 270313 w 597604"/>
                <a:gd name="connsiteY459" fmla="*/ 131127 h 519126"/>
                <a:gd name="connsiteX460" fmla="*/ 269506 w 597604"/>
                <a:gd name="connsiteY460" fmla="*/ 132540 h 519126"/>
                <a:gd name="connsiteX461" fmla="*/ 269506 w 597604"/>
                <a:gd name="connsiteY461" fmla="*/ 134559 h 519126"/>
                <a:gd name="connsiteX462" fmla="*/ 272333 w 597604"/>
                <a:gd name="connsiteY462" fmla="*/ 136611 h 519126"/>
                <a:gd name="connsiteX463" fmla="*/ 273847 w 597604"/>
                <a:gd name="connsiteY463" fmla="*/ 137654 h 519126"/>
                <a:gd name="connsiteX464" fmla="*/ 274520 w 597604"/>
                <a:gd name="connsiteY464" fmla="*/ 140042 h 519126"/>
                <a:gd name="connsiteX465" fmla="*/ 276472 w 597604"/>
                <a:gd name="connsiteY465" fmla="*/ 141791 h 519126"/>
                <a:gd name="connsiteX466" fmla="*/ 276472 w 597604"/>
                <a:gd name="connsiteY466" fmla="*/ 144180 h 519126"/>
                <a:gd name="connsiteX467" fmla="*/ 276169 w 597604"/>
                <a:gd name="connsiteY467" fmla="*/ 147005 h 519126"/>
                <a:gd name="connsiteX468" fmla="*/ 276035 w 597604"/>
                <a:gd name="connsiteY468" fmla="*/ 150268 h 519126"/>
                <a:gd name="connsiteX469" fmla="*/ 275900 w 597604"/>
                <a:gd name="connsiteY469" fmla="*/ 151580 h 519126"/>
                <a:gd name="connsiteX470" fmla="*/ 275597 w 597604"/>
                <a:gd name="connsiteY470" fmla="*/ 153531 h 519126"/>
                <a:gd name="connsiteX471" fmla="*/ 275597 w 597604"/>
                <a:gd name="connsiteY471" fmla="*/ 155920 h 519126"/>
                <a:gd name="connsiteX472" fmla="*/ 274285 w 597604"/>
                <a:gd name="connsiteY472" fmla="*/ 157433 h 519126"/>
                <a:gd name="connsiteX473" fmla="*/ 272535 w 597604"/>
                <a:gd name="connsiteY473" fmla="*/ 160697 h 519126"/>
                <a:gd name="connsiteX474" fmla="*/ 270583 w 597604"/>
                <a:gd name="connsiteY474" fmla="*/ 163186 h 519126"/>
                <a:gd name="connsiteX475" fmla="*/ 266679 w 597604"/>
                <a:gd name="connsiteY475" fmla="*/ 165036 h 519126"/>
                <a:gd name="connsiteX476" fmla="*/ 263212 w 597604"/>
                <a:gd name="connsiteY476" fmla="*/ 163186 h 519126"/>
                <a:gd name="connsiteX477" fmla="*/ 261025 w 597604"/>
                <a:gd name="connsiteY477" fmla="*/ 158745 h 519126"/>
                <a:gd name="connsiteX478" fmla="*/ 255573 w 597604"/>
                <a:gd name="connsiteY478" fmla="*/ 157433 h 519126"/>
                <a:gd name="connsiteX479" fmla="*/ 255573 w 597604"/>
                <a:gd name="connsiteY479" fmla="*/ 158005 h 519126"/>
                <a:gd name="connsiteX480" fmla="*/ 253082 w 597604"/>
                <a:gd name="connsiteY480" fmla="*/ 161336 h 519126"/>
                <a:gd name="connsiteX481" fmla="*/ 250154 w 597604"/>
                <a:gd name="connsiteY481" fmla="*/ 163455 h 519126"/>
                <a:gd name="connsiteX482" fmla="*/ 238846 w 597604"/>
                <a:gd name="connsiteY482" fmla="*/ 162210 h 519126"/>
                <a:gd name="connsiteX483" fmla="*/ 233832 w 597604"/>
                <a:gd name="connsiteY483" fmla="*/ 161773 h 519126"/>
                <a:gd name="connsiteX484" fmla="*/ 224476 w 597604"/>
                <a:gd name="connsiteY484" fmla="*/ 161773 h 519126"/>
                <a:gd name="connsiteX485" fmla="*/ 222524 w 597604"/>
                <a:gd name="connsiteY485" fmla="*/ 164700 h 519126"/>
                <a:gd name="connsiteX486" fmla="*/ 219933 w 597604"/>
                <a:gd name="connsiteY486" fmla="*/ 168737 h 519126"/>
                <a:gd name="connsiteX487" fmla="*/ 211250 w 597604"/>
                <a:gd name="connsiteY487" fmla="*/ 168737 h 519126"/>
                <a:gd name="connsiteX488" fmla="*/ 207110 w 597604"/>
                <a:gd name="connsiteY488" fmla="*/ 168737 h 519126"/>
                <a:gd name="connsiteX489" fmla="*/ 200514 w 597604"/>
                <a:gd name="connsiteY489" fmla="*/ 165272 h 519126"/>
                <a:gd name="connsiteX490" fmla="*/ 197620 w 597604"/>
                <a:gd name="connsiteY490" fmla="*/ 163825 h 519126"/>
                <a:gd name="connsiteX491" fmla="*/ 195870 w 597604"/>
                <a:gd name="connsiteY491" fmla="*/ 159755 h 519126"/>
                <a:gd name="connsiteX492" fmla="*/ 193547 w 597604"/>
                <a:gd name="connsiteY492" fmla="*/ 158005 h 519126"/>
                <a:gd name="connsiteX493" fmla="*/ 190350 w 597604"/>
                <a:gd name="connsiteY493" fmla="*/ 160024 h 519126"/>
                <a:gd name="connsiteX494" fmla="*/ 185437 w 597604"/>
                <a:gd name="connsiteY494" fmla="*/ 160024 h 519126"/>
                <a:gd name="connsiteX495" fmla="*/ 179917 w 597604"/>
                <a:gd name="connsiteY495" fmla="*/ 165238 h 519126"/>
                <a:gd name="connsiteX496" fmla="*/ 175744 w 597604"/>
                <a:gd name="connsiteY496" fmla="*/ 165238 h 519126"/>
                <a:gd name="connsiteX497" fmla="*/ 176013 w 597604"/>
                <a:gd name="connsiteY497" fmla="*/ 166113 h 519126"/>
                <a:gd name="connsiteX498" fmla="*/ 175576 w 597604"/>
                <a:gd name="connsiteY498" fmla="*/ 168703 h 519126"/>
                <a:gd name="connsiteX499" fmla="*/ 175374 w 597604"/>
                <a:gd name="connsiteY499" fmla="*/ 171966 h 519126"/>
                <a:gd name="connsiteX500" fmla="*/ 171773 w 597604"/>
                <a:gd name="connsiteY500" fmla="*/ 175330 h 519126"/>
                <a:gd name="connsiteX501" fmla="*/ 170023 w 597604"/>
                <a:gd name="connsiteY501" fmla="*/ 177819 h 519126"/>
                <a:gd name="connsiteX502" fmla="*/ 167869 w 597604"/>
                <a:gd name="connsiteY502" fmla="*/ 180006 h 519126"/>
                <a:gd name="connsiteX503" fmla="*/ 166893 w 597604"/>
                <a:gd name="connsiteY503" fmla="*/ 183605 h 519126"/>
                <a:gd name="connsiteX504" fmla="*/ 166893 w 597604"/>
                <a:gd name="connsiteY504" fmla="*/ 185220 h 519126"/>
                <a:gd name="connsiteX505" fmla="*/ 168643 w 597604"/>
                <a:gd name="connsiteY505" fmla="*/ 188046 h 519126"/>
                <a:gd name="connsiteX506" fmla="*/ 168643 w 597604"/>
                <a:gd name="connsiteY506" fmla="*/ 190434 h 519126"/>
                <a:gd name="connsiteX507" fmla="*/ 166994 w 597604"/>
                <a:gd name="connsiteY507" fmla="*/ 191948 h 519126"/>
                <a:gd name="connsiteX508" fmla="*/ 165480 w 597604"/>
                <a:gd name="connsiteY508" fmla="*/ 194134 h 519126"/>
                <a:gd name="connsiteX509" fmla="*/ 163528 w 597604"/>
                <a:gd name="connsiteY509" fmla="*/ 196523 h 519126"/>
                <a:gd name="connsiteX510" fmla="*/ 161239 w 597604"/>
                <a:gd name="connsiteY510" fmla="*/ 196523 h 519126"/>
                <a:gd name="connsiteX511" fmla="*/ 157200 w 597604"/>
                <a:gd name="connsiteY511" fmla="*/ 196523 h 519126"/>
                <a:gd name="connsiteX512" fmla="*/ 152085 w 597604"/>
                <a:gd name="connsiteY512" fmla="*/ 196523 h 519126"/>
                <a:gd name="connsiteX513" fmla="*/ 147845 w 597604"/>
                <a:gd name="connsiteY513" fmla="*/ 197162 h 519126"/>
                <a:gd name="connsiteX514" fmla="*/ 143705 w 597604"/>
                <a:gd name="connsiteY514" fmla="*/ 197263 h 519126"/>
                <a:gd name="connsiteX515" fmla="*/ 142090 w 597604"/>
                <a:gd name="connsiteY515" fmla="*/ 197700 h 519126"/>
                <a:gd name="connsiteX516" fmla="*/ 137210 w 597604"/>
                <a:gd name="connsiteY516" fmla="*/ 199752 h 519126"/>
                <a:gd name="connsiteX517" fmla="*/ 133844 w 597604"/>
                <a:gd name="connsiteY517" fmla="*/ 202477 h 519126"/>
                <a:gd name="connsiteX518" fmla="*/ 131657 w 597604"/>
                <a:gd name="connsiteY518" fmla="*/ 205404 h 519126"/>
                <a:gd name="connsiteX519" fmla="*/ 128830 w 597604"/>
                <a:gd name="connsiteY519" fmla="*/ 208566 h 519126"/>
                <a:gd name="connsiteX520" fmla="*/ 126541 w 597604"/>
                <a:gd name="connsiteY520" fmla="*/ 209541 h 519126"/>
                <a:gd name="connsiteX521" fmla="*/ 122301 w 597604"/>
                <a:gd name="connsiteY521" fmla="*/ 206480 h 519126"/>
                <a:gd name="connsiteX522" fmla="*/ 118296 w 597604"/>
                <a:gd name="connsiteY522" fmla="*/ 204731 h 519126"/>
                <a:gd name="connsiteX523" fmla="*/ 112743 w 597604"/>
                <a:gd name="connsiteY523" fmla="*/ 204731 h 519126"/>
                <a:gd name="connsiteX524" fmla="*/ 105137 w 597604"/>
                <a:gd name="connsiteY524" fmla="*/ 205067 h 519126"/>
                <a:gd name="connsiteX525" fmla="*/ 102108 w 597604"/>
                <a:gd name="connsiteY525" fmla="*/ 205269 h 519126"/>
                <a:gd name="connsiteX526" fmla="*/ 98742 w 597604"/>
                <a:gd name="connsiteY526" fmla="*/ 206884 h 519126"/>
                <a:gd name="connsiteX527" fmla="*/ 96891 w 597604"/>
                <a:gd name="connsiteY527" fmla="*/ 207321 h 519126"/>
                <a:gd name="connsiteX528" fmla="*/ 94704 w 597604"/>
                <a:gd name="connsiteY528" fmla="*/ 206547 h 519126"/>
                <a:gd name="connsiteX529" fmla="*/ 92213 w 597604"/>
                <a:gd name="connsiteY529" fmla="*/ 203923 h 519126"/>
                <a:gd name="connsiteX530" fmla="*/ 92113 w 597604"/>
                <a:gd name="connsiteY530" fmla="*/ 200761 h 519126"/>
                <a:gd name="connsiteX531" fmla="*/ 92449 w 597604"/>
                <a:gd name="connsiteY531" fmla="*/ 198575 h 519126"/>
                <a:gd name="connsiteX532" fmla="*/ 92012 w 597604"/>
                <a:gd name="connsiteY532" fmla="*/ 196725 h 519126"/>
                <a:gd name="connsiteX533" fmla="*/ 88747 w 597604"/>
                <a:gd name="connsiteY533" fmla="*/ 193361 h 519126"/>
                <a:gd name="connsiteX534" fmla="*/ 86459 w 597604"/>
                <a:gd name="connsiteY534" fmla="*/ 191611 h 519126"/>
                <a:gd name="connsiteX535" fmla="*/ 82656 w 597604"/>
                <a:gd name="connsiteY535" fmla="*/ 189660 h 519126"/>
                <a:gd name="connsiteX536" fmla="*/ 80266 w 597604"/>
                <a:gd name="connsiteY536" fmla="*/ 190737 h 519126"/>
                <a:gd name="connsiteX537" fmla="*/ 77978 w 597604"/>
                <a:gd name="connsiteY537" fmla="*/ 193361 h 519126"/>
                <a:gd name="connsiteX538" fmla="*/ 77103 w 597604"/>
                <a:gd name="connsiteY538" fmla="*/ 195749 h 519126"/>
                <a:gd name="connsiteX539" fmla="*/ 74477 w 597604"/>
                <a:gd name="connsiteY539" fmla="*/ 200963 h 519126"/>
                <a:gd name="connsiteX540" fmla="*/ 71213 w 597604"/>
                <a:gd name="connsiteY540" fmla="*/ 203015 h 519126"/>
                <a:gd name="connsiteX541" fmla="*/ 67949 w 597604"/>
                <a:gd name="connsiteY541" fmla="*/ 206043 h 519126"/>
                <a:gd name="connsiteX542" fmla="*/ 66299 w 597604"/>
                <a:gd name="connsiteY542" fmla="*/ 208532 h 519126"/>
                <a:gd name="connsiteX543" fmla="*/ 62934 w 597604"/>
                <a:gd name="connsiteY543" fmla="*/ 210281 h 519126"/>
                <a:gd name="connsiteX544" fmla="*/ 59905 w 597604"/>
                <a:gd name="connsiteY544" fmla="*/ 210281 h 519126"/>
                <a:gd name="connsiteX545" fmla="*/ 57415 w 597604"/>
                <a:gd name="connsiteY545" fmla="*/ 207893 h 519126"/>
                <a:gd name="connsiteX546" fmla="*/ 54924 w 597604"/>
                <a:gd name="connsiteY546" fmla="*/ 205404 h 519126"/>
                <a:gd name="connsiteX547" fmla="*/ 51761 w 597604"/>
                <a:gd name="connsiteY547" fmla="*/ 202040 h 519126"/>
                <a:gd name="connsiteX548" fmla="*/ 49472 w 597604"/>
                <a:gd name="connsiteY548" fmla="*/ 199214 h 519126"/>
                <a:gd name="connsiteX549" fmla="*/ 47083 w 597604"/>
                <a:gd name="connsiteY549" fmla="*/ 196287 h 519126"/>
                <a:gd name="connsiteX550" fmla="*/ 45030 w 597604"/>
                <a:gd name="connsiteY550" fmla="*/ 194336 h 519126"/>
                <a:gd name="connsiteX551" fmla="*/ 44828 w 597604"/>
                <a:gd name="connsiteY551" fmla="*/ 193125 h 519126"/>
                <a:gd name="connsiteX552" fmla="*/ 42977 w 597604"/>
                <a:gd name="connsiteY552" fmla="*/ 191174 h 519126"/>
                <a:gd name="connsiteX553" fmla="*/ 41025 w 597604"/>
                <a:gd name="connsiteY553" fmla="*/ 190838 h 519126"/>
                <a:gd name="connsiteX554" fmla="*/ 39241 w 597604"/>
                <a:gd name="connsiteY554" fmla="*/ 191040 h 519126"/>
                <a:gd name="connsiteX555" fmla="*/ 38232 w 597604"/>
                <a:gd name="connsiteY555" fmla="*/ 190501 h 519126"/>
                <a:gd name="connsiteX556" fmla="*/ 38232 w 597604"/>
                <a:gd name="connsiteY556" fmla="*/ 188550 h 519126"/>
                <a:gd name="connsiteX557" fmla="*/ 37255 w 597604"/>
                <a:gd name="connsiteY557" fmla="*/ 186700 h 519126"/>
                <a:gd name="connsiteX558" fmla="*/ 35304 w 597604"/>
                <a:gd name="connsiteY558" fmla="*/ 186599 h 519126"/>
                <a:gd name="connsiteX559" fmla="*/ 34328 w 597604"/>
                <a:gd name="connsiteY559" fmla="*/ 187810 h 519126"/>
                <a:gd name="connsiteX560" fmla="*/ 33116 w 597604"/>
                <a:gd name="connsiteY560" fmla="*/ 189862 h 519126"/>
                <a:gd name="connsiteX561" fmla="*/ 32140 w 597604"/>
                <a:gd name="connsiteY561" fmla="*/ 192789 h 519126"/>
                <a:gd name="connsiteX562" fmla="*/ 29952 w 597604"/>
                <a:gd name="connsiteY562" fmla="*/ 196826 h 519126"/>
                <a:gd name="connsiteX563" fmla="*/ 28977 w 597604"/>
                <a:gd name="connsiteY563" fmla="*/ 200089 h 519126"/>
                <a:gd name="connsiteX564" fmla="*/ 27126 w 597604"/>
                <a:gd name="connsiteY564" fmla="*/ 202578 h 519126"/>
                <a:gd name="connsiteX565" fmla="*/ 25174 w 597604"/>
                <a:gd name="connsiteY565" fmla="*/ 204193 h 519126"/>
                <a:gd name="connsiteX566" fmla="*/ 23996 w 597604"/>
                <a:gd name="connsiteY566" fmla="*/ 205168 h 519126"/>
                <a:gd name="connsiteX567" fmla="*/ 22044 w 597604"/>
                <a:gd name="connsiteY567" fmla="*/ 206682 h 519126"/>
                <a:gd name="connsiteX568" fmla="*/ 19318 w 597604"/>
                <a:gd name="connsiteY568" fmla="*/ 209407 h 519126"/>
                <a:gd name="connsiteX569" fmla="*/ 18241 w 597604"/>
                <a:gd name="connsiteY569" fmla="*/ 210921 h 519126"/>
                <a:gd name="connsiteX570" fmla="*/ 17164 w 597604"/>
                <a:gd name="connsiteY570" fmla="*/ 212872 h 519126"/>
                <a:gd name="connsiteX571" fmla="*/ 12385 w 597604"/>
                <a:gd name="connsiteY571" fmla="*/ 215495 h 519126"/>
                <a:gd name="connsiteX572" fmla="*/ 9457 w 597604"/>
                <a:gd name="connsiteY572" fmla="*/ 219835 h 519126"/>
                <a:gd name="connsiteX573" fmla="*/ 5216 w 597604"/>
                <a:gd name="connsiteY573" fmla="*/ 220710 h 519126"/>
                <a:gd name="connsiteX574" fmla="*/ 5216 w 597604"/>
                <a:gd name="connsiteY574" fmla="*/ 226799 h 519126"/>
                <a:gd name="connsiteX575" fmla="*/ 5654 w 597604"/>
                <a:gd name="connsiteY575" fmla="*/ 228750 h 519126"/>
                <a:gd name="connsiteX576" fmla="*/ 5418 w 597604"/>
                <a:gd name="connsiteY576" fmla="*/ 229826 h 519126"/>
                <a:gd name="connsiteX577" fmla="*/ 639 w 597604"/>
                <a:gd name="connsiteY577" fmla="*/ 231138 h 519126"/>
                <a:gd name="connsiteX578" fmla="*/ 0 w 597604"/>
                <a:gd name="connsiteY578" fmla="*/ 232887 h 519126"/>
                <a:gd name="connsiteX579" fmla="*/ 1077 w 597604"/>
                <a:gd name="connsiteY579" fmla="*/ 236352 h 519126"/>
                <a:gd name="connsiteX580" fmla="*/ 3904 w 597604"/>
                <a:gd name="connsiteY580" fmla="*/ 236789 h 519126"/>
                <a:gd name="connsiteX581" fmla="*/ 7067 w 597604"/>
                <a:gd name="connsiteY581" fmla="*/ 235276 h 519126"/>
                <a:gd name="connsiteX582" fmla="*/ 7942 w 597604"/>
                <a:gd name="connsiteY582" fmla="*/ 234401 h 519126"/>
                <a:gd name="connsiteX583" fmla="*/ 9692 w 597604"/>
                <a:gd name="connsiteY583" fmla="*/ 233762 h 519126"/>
                <a:gd name="connsiteX584" fmla="*/ 11106 w 597604"/>
                <a:gd name="connsiteY584" fmla="*/ 233526 h 519126"/>
                <a:gd name="connsiteX585" fmla="*/ 14370 w 597604"/>
                <a:gd name="connsiteY585" fmla="*/ 235377 h 519126"/>
                <a:gd name="connsiteX586" fmla="*/ 15582 w 597604"/>
                <a:gd name="connsiteY586" fmla="*/ 238404 h 519126"/>
                <a:gd name="connsiteX587" fmla="*/ 16019 w 597604"/>
                <a:gd name="connsiteY587" fmla="*/ 240793 h 519126"/>
                <a:gd name="connsiteX588" fmla="*/ 15481 w 597604"/>
                <a:gd name="connsiteY588" fmla="*/ 243517 h 519126"/>
                <a:gd name="connsiteX589" fmla="*/ 14572 w 597604"/>
                <a:gd name="connsiteY589" fmla="*/ 245132 h 519126"/>
                <a:gd name="connsiteX590" fmla="*/ 13967 w 597604"/>
                <a:gd name="connsiteY590" fmla="*/ 247622 h 519126"/>
                <a:gd name="connsiteX591" fmla="*/ 13967 w 597604"/>
                <a:gd name="connsiteY591" fmla="*/ 249371 h 519126"/>
                <a:gd name="connsiteX592" fmla="*/ 15043 w 597604"/>
                <a:gd name="connsiteY592" fmla="*/ 250783 h 519126"/>
                <a:gd name="connsiteX593" fmla="*/ 14842 w 597604"/>
                <a:gd name="connsiteY593" fmla="*/ 253710 h 519126"/>
                <a:gd name="connsiteX594" fmla="*/ 13765 w 597604"/>
                <a:gd name="connsiteY594" fmla="*/ 255661 h 519126"/>
                <a:gd name="connsiteX595" fmla="*/ 12452 w 597604"/>
                <a:gd name="connsiteY595" fmla="*/ 256973 h 519126"/>
                <a:gd name="connsiteX596" fmla="*/ 11813 w 597604"/>
                <a:gd name="connsiteY596" fmla="*/ 257949 h 519126"/>
                <a:gd name="connsiteX597" fmla="*/ 10938 w 597604"/>
                <a:gd name="connsiteY597" fmla="*/ 258588 h 519126"/>
                <a:gd name="connsiteX598" fmla="*/ 10265 w 597604"/>
                <a:gd name="connsiteY598" fmla="*/ 261077 h 519126"/>
                <a:gd name="connsiteX599" fmla="*/ 10063 w 597604"/>
                <a:gd name="connsiteY599" fmla="*/ 263365 h 519126"/>
                <a:gd name="connsiteX600" fmla="*/ 9625 w 597604"/>
                <a:gd name="connsiteY600" fmla="*/ 267267 h 519126"/>
                <a:gd name="connsiteX601" fmla="*/ 9524 w 597604"/>
                <a:gd name="connsiteY601" fmla="*/ 270866 h 519126"/>
                <a:gd name="connsiteX602" fmla="*/ 8885 w 597604"/>
                <a:gd name="connsiteY602" fmla="*/ 274769 h 519126"/>
                <a:gd name="connsiteX603" fmla="*/ 9087 w 597604"/>
                <a:gd name="connsiteY603" fmla="*/ 277157 h 519126"/>
                <a:gd name="connsiteX604" fmla="*/ 12250 w 597604"/>
                <a:gd name="connsiteY604" fmla="*/ 279983 h 519126"/>
                <a:gd name="connsiteX605" fmla="*/ 15515 w 597604"/>
                <a:gd name="connsiteY605" fmla="*/ 286072 h 519126"/>
                <a:gd name="connsiteX606" fmla="*/ 17904 w 597604"/>
                <a:gd name="connsiteY606" fmla="*/ 288897 h 519126"/>
                <a:gd name="connsiteX607" fmla="*/ 22246 w 597604"/>
                <a:gd name="connsiteY607" fmla="*/ 291084 h 519126"/>
                <a:gd name="connsiteX608" fmla="*/ 27462 w 597604"/>
                <a:gd name="connsiteY608" fmla="*/ 291959 h 519126"/>
                <a:gd name="connsiteX609" fmla="*/ 32241 w 597604"/>
                <a:gd name="connsiteY609" fmla="*/ 291959 h 519126"/>
                <a:gd name="connsiteX610" fmla="*/ 35707 w 597604"/>
                <a:gd name="connsiteY610" fmla="*/ 291959 h 519126"/>
                <a:gd name="connsiteX611" fmla="*/ 40924 w 597604"/>
                <a:gd name="connsiteY611" fmla="*/ 291959 h 519126"/>
                <a:gd name="connsiteX612" fmla="*/ 42674 w 597604"/>
                <a:gd name="connsiteY612" fmla="*/ 291319 h 519126"/>
                <a:gd name="connsiteX613" fmla="*/ 43751 w 597604"/>
                <a:gd name="connsiteY613" fmla="*/ 288494 h 519126"/>
                <a:gd name="connsiteX614" fmla="*/ 45063 w 597604"/>
                <a:gd name="connsiteY614" fmla="*/ 286307 h 519126"/>
                <a:gd name="connsiteX615" fmla="*/ 46813 w 597604"/>
                <a:gd name="connsiteY615" fmla="*/ 284793 h 519126"/>
                <a:gd name="connsiteX616" fmla="*/ 47251 w 597604"/>
                <a:gd name="connsiteY616" fmla="*/ 283279 h 519126"/>
                <a:gd name="connsiteX617" fmla="*/ 49203 w 597604"/>
                <a:gd name="connsiteY617" fmla="*/ 283044 h 519126"/>
                <a:gd name="connsiteX618" fmla="*/ 51592 w 597604"/>
                <a:gd name="connsiteY618" fmla="*/ 283279 h 519126"/>
                <a:gd name="connsiteX619" fmla="*/ 56607 w 597604"/>
                <a:gd name="connsiteY619" fmla="*/ 283279 h 519126"/>
                <a:gd name="connsiteX620" fmla="*/ 58794 w 597604"/>
                <a:gd name="connsiteY620" fmla="*/ 283279 h 519126"/>
                <a:gd name="connsiteX621" fmla="*/ 63371 w 597604"/>
                <a:gd name="connsiteY621" fmla="*/ 283481 h 519126"/>
                <a:gd name="connsiteX622" fmla="*/ 64886 w 597604"/>
                <a:gd name="connsiteY622" fmla="*/ 282842 h 519126"/>
                <a:gd name="connsiteX623" fmla="*/ 68352 w 597604"/>
                <a:gd name="connsiteY623" fmla="*/ 281328 h 519126"/>
                <a:gd name="connsiteX624" fmla="*/ 70977 w 597604"/>
                <a:gd name="connsiteY624" fmla="*/ 278940 h 519126"/>
                <a:gd name="connsiteX625" fmla="*/ 72054 w 597604"/>
                <a:gd name="connsiteY625" fmla="*/ 276989 h 519126"/>
                <a:gd name="connsiteX626" fmla="*/ 73131 w 597604"/>
                <a:gd name="connsiteY626" fmla="*/ 275038 h 519126"/>
                <a:gd name="connsiteX627" fmla="*/ 73131 w 597604"/>
                <a:gd name="connsiteY627" fmla="*/ 273726 h 519126"/>
                <a:gd name="connsiteX628" fmla="*/ 74444 w 597604"/>
                <a:gd name="connsiteY628" fmla="*/ 272414 h 519126"/>
                <a:gd name="connsiteX629" fmla="*/ 75958 w 597604"/>
                <a:gd name="connsiteY629" fmla="*/ 271775 h 519126"/>
                <a:gd name="connsiteX630" fmla="*/ 77910 w 597604"/>
                <a:gd name="connsiteY630" fmla="*/ 270025 h 519126"/>
                <a:gd name="connsiteX631" fmla="*/ 79660 w 597604"/>
                <a:gd name="connsiteY631" fmla="*/ 270227 h 519126"/>
                <a:gd name="connsiteX632" fmla="*/ 83800 w 597604"/>
                <a:gd name="connsiteY632" fmla="*/ 271304 h 519126"/>
                <a:gd name="connsiteX633" fmla="*/ 86088 w 597604"/>
                <a:gd name="connsiteY633" fmla="*/ 273692 h 519126"/>
                <a:gd name="connsiteX634" fmla="*/ 87064 w 597604"/>
                <a:gd name="connsiteY634" fmla="*/ 276955 h 519126"/>
                <a:gd name="connsiteX635" fmla="*/ 87064 w 597604"/>
                <a:gd name="connsiteY635" fmla="*/ 280655 h 519126"/>
                <a:gd name="connsiteX636" fmla="*/ 85314 w 597604"/>
                <a:gd name="connsiteY636" fmla="*/ 281967 h 519126"/>
                <a:gd name="connsiteX637" fmla="*/ 85314 w 597604"/>
                <a:gd name="connsiteY637" fmla="*/ 284154 h 519126"/>
                <a:gd name="connsiteX638" fmla="*/ 89016 w 597604"/>
                <a:gd name="connsiteY638" fmla="*/ 285903 h 519126"/>
                <a:gd name="connsiteX639" fmla="*/ 92483 w 597604"/>
                <a:gd name="connsiteY639" fmla="*/ 287215 h 519126"/>
                <a:gd name="connsiteX640" fmla="*/ 94435 w 597604"/>
                <a:gd name="connsiteY640" fmla="*/ 289166 h 519126"/>
                <a:gd name="connsiteX641" fmla="*/ 99214 w 597604"/>
                <a:gd name="connsiteY641" fmla="*/ 293068 h 519126"/>
                <a:gd name="connsiteX642" fmla="*/ 99214 w 597604"/>
                <a:gd name="connsiteY642" fmla="*/ 299796 h 519126"/>
                <a:gd name="connsiteX643" fmla="*/ 103791 w 597604"/>
                <a:gd name="connsiteY643" fmla="*/ 303699 h 519126"/>
                <a:gd name="connsiteX644" fmla="*/ 104868 w 597604"/>
                <a:gd name="connsiteY644" fmla="*/ 306289 h 519126"/>
                <a:gd name="connsiteX645" fmla="*/ 103791 w 597604"/>
                <a:gd name="connsiteY645" fmla="*/ 312142 h 519126"/>
                <a:gd name="connsiteX646" fmla="*/ 102478 w 597604"/>
                <a:gd name="connsiteY646" fmla="*/ 313891 h 519126"/>
                <a:gd name="connsiteX647" fmla="*/ 101839 w 597604"/>
                <a:gd name="connsiteY647" fmla="*/ 316280 h 519126"/>
                <a:gd name="connsiteX648" fmla="*/ 97497 w 597604"/>
                <a:gd name="connsiteY648" fmla="*/ 322571 h 519126"/>
                <a:gd name="connsiteX649" fmla="*/ 96420 w 597604"/>
                <a:gd name="connsiteY649" fmla="*/ 325127 h 519126"/>
                <a:gd name="connsiteX650" fmla="*/ 91641 w 597604"/>
                <a:gd name="connsiteY650" fmla="*/ 328659 h 519126"/>
                <a:gd name="connsiteX651" fmla="*/ 90564 w 597604"/>
                <a:gd name="connsiteY651" fmla="*/ 331048 h 519126"/>
                <a:gd name="connsiteX652" fmla="*/ 87939 w 597604"/>
                <a:gd name="connsiteY652" fmla="*/ 334748 h 519126"/>
                <a:gd name="connsiteX653" fmla="*/ 85987 w 597604"/>
                <a:gd name="connsiteY653" fmla="*/ 339323 h 519126"/>
                <a:gd name="connsiteX654" fmla="*/ 85550 w 597604"/>
                <a:gd name="connsiteY654" fmla="*/ 344537 h 519126"/>
                <a:gd name="connsiteX655" fmla="*/ 83800 w 597604"/>
                <a:gd name="connsiteY655" fmla="*/ 349987 h 519126"/>
                <a:gd name="connsiteX656" fmla="*/ 82285 w 597604"/>
                <a:gd name="connsiteY656" fmla="*/ 352375 h 519126"/>
                <a:gd name="connsiteX657" fmla="*/ 80771 w 597604"/>
                <a:gd name="connsiteY657" fmla="*/ 354965 h 519126"/>
                <a:gd name="connsiteX658" fmla="*/ 79694 w 597604"/>
                <a:gd name="connsiteY658" fmla="*/ 356715 h 519126"/>
                <a:gd name="connsiteX659" fmla="*/ 78180 w 597604"/>
                <a:gd name="connsiteY659" fmla="*/ 358666 h 519126"/>
                <a:gd name="connsiteX660" fmla="*/ 76429 w 597604"/>
                <a:gd name="connsiteY660" fmla="*/ 362131 h 519126"/>
                <a:gd name="connsiteX661" fmla="*/ 76665 w 597604"/>
                <a:gd name="connsiteY661" fmla="*/ 366268 h 519126"/>
                <a:gd name="connsiteX662" fmla="*/ 76665 w 597604"/>
                <a:gd name="connsiteY662" fmla="*/ 372794 h 519126"/>
                <a:gd name="connsiteX663" fmla="*/ 76026 w 597604"/>
                <a:gd name="connsiteY663" fmla="*/ 377571 h 519126"/>
                <a:gd name="connsiteX664" fmla="*/ 75386 w 597604"/>
                <a:gd name="connsiteY664" fmla="*/ 382348 h 519126"/>
                <a:gd name="connsiteX665" fmla="*/ 73199 w 597604"/>
                <a:gd name="connsiteY665" fmla="*/ 383862 h 519126"/>
                <a:gd name="connsiteX666" fmla="*/ 69497 w 597604"/>
                <a:gd name="connsiteY666" fmla="*/ 383660 h 519126"/>
                <a:gd name="connsiteX667" fmla="*/ 66434 w 597604"/>
                <a:gd name="connsiteY667" fmla="*/ 385174 h 519126"/>
                <a:gd name="connsiteX668" fmla="*/ 62732 w 597604"/>
                <a:gd name="connsiteY668" fmla="*/ 387562 h 519126"/>
                <a:gd name="connsiteX669" fmla="*/ 62093 w 597604"/>
                <a:gd name="connsiteY669" fmla="*/ 389312 h 519126"/>
                <a:gd name="connsiteX670" fmla="*/ 62530 w 597604"/>
                <a:gd name="connsiteY670" fmla="*/ 394324 h 519126"/>
                <a:gd name="connsiteX671" fmla="*/ 66670 w 597604"/>
                <a:gd name="connsiteY671" fmla="*/ 396712 h 519126"/>
                <a:gd name="connsiteX672" fmla="*/ 70372 w 597604"/>
                <a:gd name="connsiteY672" fmla="*/ 401926 h 519126"/>
                <a:gd name="connsiteX673" fmla="*/ 73199 w 597604"/>
                <a:gd name="connsiteY673" fmla="*/ 402566 h 519126"/>
                <a:gd name="connsiteX674" fmla="*/ 76463 w 597604"/>
                <a:gd name="connsiteY674" fmla="*/ 403877 h 519126"/>
                <a:gd name="connsiteX675" fmla="*/ 75824 w 597604"/>
                <a:gd name="connsiteY675" fmla="*/ 409966 h 519126"/>
                <a:gd name="connsiteX676" fmla="*/ 73199 w 597604"/>
                <a:gd name="connsiteY676" fmla="*/ 414743 h 519126"/>
                <a:gd name="connsiteX677" fmla="*/ 78213 w 597604"/>
                <a:gd name="connsiteY677" fmla="*/ 414104 h 519126"/>
                <a:gd name="connsiteX678" fmla="*/ 81242 w 597604"/>
                <a:gd name="connsiteY678" fmla="*/ 412590 h 519126"/>
                <a:gd name="connsiteX679" fmla="*/ 83867 w 597604"/>
                <a:gd name="connsiteY679" fmla="*/ 410404 h 519126"/>
                <a:gd name="connsiteX680" fmla="*/ 87132 w 597604"/>
                <a:gd name="connsiteY680" fmla="*/ 409529 h 519126"/>
                <a:gd name="connsiteX681" fmla="*/ 89757 w 597604"/>
                <a:gd name="connsiteY681" fmla="*/ 411480 h 519126"/>
                <a:gd name="connsiteX682" fmla="*/ 89992 w 597604"/>
                <a:gd name="connsiteY682" fmla="*/ 415820 h 519126"/>
                <a:gd name="connsiteX683" fmla="*/ 87603 w 597604"/>
                <a:gd name="connsiteY683" fmla="*/ 419116 h 519126"/>
                <a:gd name="connsiteX684" fmla="*/ 87165 w 597604"/>
                <a:gd name="connsiteY684" fmla="*/ 423624 h 519126"/>
                <a:gd name="connsiteX685" fmla="*/ 88680 w 597604"/>
                <a:gd name="connsiteY685" fmla="*/ 425575 h 519126"/>
                <a:gd name="connsiteX686" fmla="*/ 91507 w 597604"/>
                <a:gd name="connsiteY686" fmla="*/ 428603 h 519126"/>
                <a:gd name="connsiteX687" fmla="*/ 95411 w 597604"/>
                <a:gd name="connsiteY687" fmla="*/ 434456 h 519126"/>
                <a:gd name="connsiteX688" fmla="*/ 96050 w 597604"/>
                <a:gd name="connsiteY688" fmla="*/ 436844 h 519126"/>
                <a:gd name="connsiteX689" fmla="*/ 100627 w 597604"/>
                <a:gd name="connsiteY689" fmla="*/ 437181 h 519126"/>
                <a:gd name="connsiteX690" fmla="*/ 106719 w 597604"/>
                <a:gd name="connsiteY690" fmla="*/ 436205 h 519126"/>
                <a:gd name="connsiteX691" fmla="*/ 112372 w 597604"/>
                <a:gd name="connsiteY691" fmla="*/ 436205 h 519126"/>
                <a:gd name="connsiteX692" fmla="*/ 115401 w 597604"/>
                <a:gd name="connsiteY692" fmla="*/ 438795 h 519126"/>
                <a:gd name="connsiteX693" fmla="*/ 115200 w 597604"/>
                <a:gd name="connsiteY693" fmla="*/ 441419 h 519126"/>
                <a:gd name="connsiteX694" fmla="*/ 114964 w 597604"/>
                <a:gd name="connsiteY694" fmla="*/ 445557 h 519126"/>
                <a:gd name="connsiteX695" fmla="*/ 113651 w 597604"/>
                <a:gd name="connsiteY695" fmla="*/ 448383 h 519126"/>
                <a:gd name="connsiteX696" fmla="*/ 110387 w 597604"/>
                <a:gd name="connsiteY696" fmla="*/ 452520 h 519126"/>
                <a:gd name="connsiteX697" fmla="*/ 107997 w 597604"/>
                <a:gd name="connsiteY697" fmla="*/ 453597 h 519126"/>
                <a:gd name="connsiteX698" fmla="*/ 104969 w 597604"/>
                <a:gd name="connsiteY698" fmla="*/ 455548 h 519126"/>
                <a:gd name="connsiteX699" fmla="*/ 102142 w 597604"/>
                <a:gd name="connsiteY699" fmla="*/ 457062 h 519126"/>
                <a:gd name="connsiteX700" fmla="*/ 98877 w 597604"/>
                <a:gd name="connsiteY700" fmla="*/ 459888 h 519126"/>
                <a:gd name="connsiteX701" fmla="*/ 92786 w 597604"/>
                <a:gd name="connsiteY701" fmla="*/ 457701 h 519126"/>
                <a:gd name="connsiteX702" fmla="*/ 90396 w 597604"/>
                <a:gd name="connsiteY702" fmla="*/ 459013 h 519126"/>
                <a:gd name="connsiteX703" fmla="*/ 93425 w 597604"/>
                <a:gd name="connsiteY703" fmla="*/ 465102 h 519126"/>
                <a:gd name="connsiteX704" fmla="*/ 95175 w 597604"/>
                <a:gd name="connsiteY704" fmla="*/ 468365 h 519126"/>
                <a:gd name="connsiteX705" fmla="*/ 96488 w 597604"/>
                <a:gd name="connsiteY705" fmla="*/ 470114 h 519126"/>
                <a:gd name="connsiteX706" fmla="*/ 95848 w 597604"/>
                <a:gd name="connsiteY706" fmla="*/ 476203 h 519126"/>
                <a:gd name="connsiteX707" fmla="*/ 94973 w 597604"/>
                <a:gd name="connsiteY707" fmla="*/ 478793 h 519126"/>
                <a:gd name="connsiteX708" fmla="*/ 90834 w 597604"/>
                <a:gd name="connsiteY708" fmla="*/ 482493 h 519126"/>
                <a:gd name="connsiteX709" fmla="*/ 85382 w 597604"/>
                <a:gd name="connsiteY709" fmla="*/ 485756 h 519126"/>
                <a:gd name="connsiteX710" fmla="*/ 83430 w 597604"/>
                <a:gd name="connsiteY710" fmla="*/ 489019 h 519126"/>
                <a:gd name="connsiteX711" fmla="*/ 81680 w 597604"/>
                <a:gd name="connsiteY711" fmla="*/ 494032 h 519126"/>
                <a:gd name="connsiteX712" fmla="*/ 81175 w 597604"/>
                <a:gd name="connsiteY712" fmla="*/ 498237 h 519126"/>
                <a:gd name="connsiteX713" fmla="*/ 83430 w 597604"/>
                <a:gd name="connsiteY713" fmla="*/ 500995 h 519126"/>
                <a:gd name="connsiteX714" fmla="*/ 85617 w 597604"/>
                <a:gd name="connsiteY714" fmla="*/ 502072 h 519126"/>
                <a:gd name="connsiteX715" fmla="*/ 87569 w 597604"/>
                <a:gd name="connsiteY715" fmla="*/ 504258 h 519126"/>
                <a:gd name="connsiteX716" fmla="*/ 90968 w 597604"/>
                <a:gd name="connsiteY716" fmla="*/ 508598 h 519126"/>
                <a:gd name="connsiteX717" fmla="*/ 93593 w 597604"/>
                <a:gd name="connsiteY717" fmla="*/ 510986 h 519126"/>
                <a:gd name="connsiteX718" fmla="*/ 96790 w 597604"/>
                <a:gd name="connsiteY718" fmla="*/ 513879 h 519126"/>
                <a:gd name="connsiteX719" fmla="*/ 98036 w 597604"/>
                <a:gd name="connsiteY719" fmla="*/ 513946 h 519126"/>
                <a:gd name="connsiteX720" fmla="*/ 100795 w 597604"/>
                <a:gd name="connsiteY720" fmla="*/ 513307 h 519126"/>
                <a:gd name="connsiteX721" fmla="*/ 104127 w 597604"/>
                <a:gd name="connsiteY721" fmla="*/ 511222 h 519126"/>
                <a:gd name="connsiteX722" fmla="*/ 107897 w 597604"/>
                <a:gd name="connsiteY722" fmla="*/ 509775 h 519126"/>
                <a:gd name="connsiteX723" fmla="*/ 110589 w 597604"/>
                <a:gd name="connsiteY723" fmla="*/ 509439 h 519126"/>
                <a:gd name="connsiteX724" fmla="*/ 113281 w 597604"/>
                <a:gd name="connsiteY724" fmla="*/ 509270 h 519126"/>
                <a:gd name="connsiteX725" fmla="*/ 115906 w 597604"/>
                <a:gd name="connsiteY725" fmla="*/ 509270 h 519126"/>
                <a:gd name="connsiteX726" fmla="*/ 117051 w 597604"/>
                <a:gd name="connsiteY726" fmla="*/ 508194 h 519126"/>
                <a:gd name="connsiteX727" fmla="*/ 117757 w 597604"/>
                <a:gd name="connsiteY727" fmla="*/ 504561 h 519126"/>
                <a:gd name="connsiteX728" fmla="*/ 118498 w 597604"/>
                <a:gd name="connsiteY728" fmla="*/ 502374 h 519126"/>
                <a:gd name="connsiteX729" fmla="*/ 119743 w 597604"/>
                <a:gd name="connsiteY729" fmla="*/ 500356 h 519126"/>
                <a:gd name="connsiteX730" fmla="*/ 120988 w 597604"/>
                <a:gd name="connsiteY730" fmla="*/ 498977 h 519126"/>
                <a:gd name="connsiteX731" fmla="*/ 123748 w 597604"/>
                <a:gd name="connsiteY731" fmla="*/ 496723 h 519126"/>
                <a:gd name="connsiteX732" fmla="*/ 125060 w 597604"/>
                <a:gd name="connsiteY732" fmla="*/ 495041 h 519126"/>
                <a:gd name="connsiteX733" fmla="*/ 133171 w 597604"/>
                <a:gd name="connsiteY733" fmla="*/ 487068 h 519126"/>
                <a:gd name="connsiteX734" fmla="*/ 135931 w 597604"/>
                <a:gd name="connsiteY734" fmla="*/ 483301 h 519126"/>
                <a:gd name="connsiteX735" fmla="*/ 135628 w 597604"/>
                <a:gd name="connsiteY735" fmla="*/ 482594 h 519126"/>
                <a:gd name="connsiteX736" fmla="*/ 133474 w 597604"/>
                <a:gd name="connsiteY736" fmla="*/ 480845 h 519126"/>
                <a:gd name="connsiteX737" fmla="*/ 132296 w 597604"/>
                <a:gd name="connsiteY737" fmla="*/ 478524 h 519126"/>
                <a:gd name="connsiteX738" fmla="*/ 134315 w 597604"/>
                <a:gd name="connsiteY738" fmla="*/ 477515 h 519126"/>
                <a:gd name="connsiteX739" fmla="*/ 140541 w 597604"/>
                <a:gd name="connsiteY739" fmla="*/ 475496 h 519126"/>
                <a:gd name="connsiteX740" fmla="*/ 143133 w 597604"/>
                <a:gd name="connsiteY740" fmla="*/ 473478 h 519126"/>
                <a:gd name="connsiteX741" fmla="*/ 146027 w 597604"/>
                <a:gd name="connsiteY741" fmla="*/ 471594 h 519126"/>
                <a:gd name="connsiteX742" fmla="*/ 150671 w 597604"/>
                <a:gd name="connsiteY742" fmla="*/ 467692 h 519126"/>
                <a:gd name="connsiteX743" fmla="*/ 151816 w 597604"/>
                <a:gd name="connsiteY743" fmla="*/ 466548 h 519126"/>
                <a:gd name="connsiteX744" fmla="*/ 155013 w 597604"/>
                <a:gd name="connsiteY744" fmla="*/ 468297 h 519126"/>
                <a:gd name="connsiteX745" fmla="*/ 157470 w 597604"/>
                <a:gd name="connsiteY745" fmla="*/ 470888 h 519126"/>
                <a:gd name="connsiteX746" fmla="*/ 158042 w 597604"/>
                <a:gd name="connsiteY746" fmla="*/ 474353 h 519126"/>
                <a:gd name="connsiteX747" fmla="*/ 157907 w 597604"/>
                <a:gd name="connsiteY747" fmla="*/ 477380 h 519126"/>
                <a:gd name="connsiteX748" fmla="*/ 158042 w 597604"/>
                <a:gd name="connsiteY748" fmla="*/ 480139 h 519126"/>
                <a:gd name="connsiteX749" fmla="*/ 161811 w 597604"/>
                <a:gd name="connsiteY749" fmla="*/ 481148 h 519126"/>
                <a:gd name="connsiteX750" fmla="*/ 167028 w 597604"/>
                <a:gd name="connsiteY750" fmla="*/ 481013 h 519126"/>
                <a:gd name="connsiteX751" fmla="*/ 171807 w 597604"/>
                <a:gd name="connsiteY751" fmla="*/ 479264 h 519126"/>
                <a:gd name="connsiteX752" fmla="*/ 173994 w 597604"/>
                <a:gd name="connsiteY752" fmla="*/ 478120 h 519126"/>
                <a:gd name="connsiteX753" fmla="*/ 178470 w 597604"/>
                <a:gd name="connsiteY753" fmla="*/ 477818 h 519126"/>
                <a:gd name="connsiteX754" fmla="*/ 180052 w 597604"/>
                <a:gd name="connsiteY754" fmla="*/ 479264 h 519126"/>
                <a:gd name="connsiteX755" fmla="*/ 178739 w 597604"/>
                <a:gd name="connsiteY755" fmla="*/ 481888 h 519126"/>
                <a:gd name="connsiteX756" fmla="*/ 177999 w 597604"/>
                <a:gd name="connsiteY756" fmla="*/ 483032 h 519126"/>
                <a:gd name="connsiteX757" fmla="*/ 178436 w 597604"/>
                <a:gd name="connsiteY757" fmla="*/ 486665 h 519126"/>
                <a:gd name="connsiteX758" fmla="*/ 180018 w 597604"/>
                <a:gd name="connsiteY758" fmla="*/ 489423 h 519126"/>
                <a:gd name="connsiteX759" fmla="*/ 183047 w 597604"/>
                <a:gd name="connsiteY759" fmla="*/ 493056 h 519126"/>
                <a:gd name="connsiteX760" fmla="*/ 185067 w 597604"/>
                <a:gd name="connsiteY760" fmla="*/ 495377 h 519126"/>
                <a:gd name="connsiteX761" fmla="*/ 189139 w 597604"/>
                <a:gd name="connsiteY761" fmla="*/ 498136 h 519126"/>
                <a:gd name="connsiteX762" fmla="*/ 194927 w 597604"/>
                <a:gd name="connsiteY762" fmla="*/ 499145 h 519126"/>
                <a:gd name="connsiteX763" fmla="*/ 199134 w 597604"/>
                <a:gd name="connsiteY763" fmla="*/ 499414 h 519126"/>
                <a:gd name="connsiteX764" fmla="*/ 201019 w 597604"/>
                <a:gd name="connsiteY764" fmla="*/ 500289 h 519126"/>
                <a:gd name="connsiteX765" fmla="*/ 207110 w 597604"/>
                <a:gd name="connsiteY765" fmla="*/ 504359 h 519126"/>
                <a:gd name="connsiteX766" fmla="*/ 208423 w 597604"/>
                <a:gd name="connsiteY766" fmla="*/ 505234 h 519126"/>
                <a:gd name="connsiteX767" fmla="*/ 210307 w 597604"/>
                <a:gd name="connsiteY767" fmla="*/ 507824 h 519126"/>
                <a:gd name="connsiteX768" fmla="*/ 211452 w 597604"/>
                <a:gd name="connsiteY768" fmla="*/ 509270 h 519126"/>
                <a:gd name="connsiteX769" fmla="*/ 216533 w 597604"/>
                <a:gd name="connsiteY769" fmla="*/ 509573 h 519126"/>
                <a:gd name="connsiteX770" fmla="*/ 221312 w 597604"/>
                <a:gd name="connsiteY770" fmla="*/ 508699 h 519126"/>
                <a:gd name="connsiteX771" fmla="*/ 224207 w 597604"/>
                <a:gd name="connsiteY771" fmla="*/ 508127 h 519126"/>
                <a:gd name="connsiteX772" fmla="*/ 226226 w 597604"/>
                <a:gd name="connsiteY772" fmla="*/ 508261 h 519126"/>
                <a:gd name="connsiteX773" fmla="*/ 228414 w 597604"/>
                <a:gd name="connsiteY773" fmla="*/ 512904 h 519126"/>
                <a:gd name="connsiteX774" fmla="*/ 229861 w 597604"/>
                <a:gd name="connsiteY774" fmla="*/ 516368 h 519126"/>
                <a:gd name="connsiteX775" fmla="*/ 233630 w 597604"/>
                <a:gd name="connsiteY775" fmla="*/ 518252 h 519126"/>
                <a:gd name="connsiteX776" fmla="*/ 238140 w 597604"/>
                <a:gd name="connsiteY776" fmla="*/ 519127 h 519126"/>
                <a:gd name="connsiteX777" fmla="*/ 243356 w 597604"/>
                <a:gd name="connsiteY777" fmla="*/ 517680 h 519126"/>
                <a:gd name="connsiteX778" fmla="*/ 248573 w 597604"/>
                <a:gd name="connsiteY778" fmla="*/ 510145 h 519126"/>
                <a:gd name="connsiteX779" fmla="*/ 250895 w 597604"/>
                <a:gd name="connsiteY779" fmla="*/ 507387 h 519126"/>
                <a:gd name="connsiteX780" fmla="*/ 254361 w 597604"/>
                <a:gd name="connsiteY780" fmla="*/ 499986 h 519126"/>
                <a:gd name="connsiteX781" fmla="*/ 258433 w 597604"/>
                <a:gd name="connsiteY781" fmla="*/ 497530 h 519126"/>
                <a:gd name="connsiteX782" fmla="*/ 257121 w 597604"/>
                <a:gd name="connsiteY782" fmla="*/ 492013 h 519126"/>
                <a:gd name="connsiteX783" fmla="*/ 253217 w 597604"/>
                <a:gd name="connsiteY783" fmla="*/ 487808 h 519126"/>
                <a:gd name="connsiteX784" fmla="*/ 251770 w 597604"/>
                <a:gd name="connsiteY784" fmla="*/ 486362 h 519126"/>
                <a:gd name="connsiteX785" fmla="*/ 253217 w 597604"/>
                <a:gd name="connsiteY785" fmla="*/ 482594 h 519126"/>
                <a:gd name="connsiteX786" fmla="*/ 255539 w 597604"/>
                <a:gd name="connsiteY786" fmla="*/ 481148 h 519126"/>
                <a:gd name="connsiteX787" fmla="*/ 260318 w 597604"/>
                <a:gd name="connsiteY787" fmla="*/ 480576 h 519126"/>
                <a:gd name="connsiteX788" fmla="*/ 271761 w 597604"/>
                <a:gd name="connsiteY788" fmla="*/ 480273 h 519126"/>
                <a:gd name="connsiteX789" fmla="*/ 275227 w 597604"/>
                <a:gd name="connsiteY789" fmla="*/ 477818 h 519126"/>
                <a:gd name="connsiteX790" fmla="*/ 277549 w 597604"/>
                <a:gd name="connsiteY790" fmla="*/ 475362 h 519126"/>
                <a:gd name="connsiteX791" fmla="*/ 279871 w 597604"/>
                <a:gd name="connsiteY791" fmla="*/ 473915 h 519126"/>
                <a:gd name="connsiteX792" fmla="*/ 285963 w 597604"/>
                <a:gd name="connsiteY792" fmla="*/ 470450 h 519126"/>
                <a:gd name="connsiteX793" fmla="*/ 290607 w 597604"/>
                <a:gd name="connsiteY793" fmla="*/ 468701 h 519126"/>
                <a:gd name="connsiteX794" fmla="*/ 293199 w 597604"/>
                <a:gd name="connsiteY794" fmla="*/ 467692 h 519126"/>
                <a:gd name="connsiteX795" fmla="*/ 296530 w 597604"/>
                <a:gd name="connsiteY795" fmla="*/ 465808 h 519126"/>
                <a:gd name="connsiteX796" fmla="*/ 302184 w 597604"/>
                <a:gd name="connsiteY796" fmla="*/ 462041 h 519126"/>
                <a:gd name="connsiteX797" fmla="*/ 304507 w 597604"/>
                <a:gd name="connsiteY797" fmla="*/ 460291 h 519126"/>
                <a:gd name="connsiteX798" fmla="*/ 308713 w 597604"/>
                <a:gd name="connsiteY798" fmla="*/ 460291 h 519126"/>
                <a:gd name="connsiteX799" fmla="*/ 316824 w 597604"/>
                <a:gd name="connsiteY799" fmla="*/ 459147 h 519126"/>
                <a:gd name="connsiteX800" fmla="*/ 325372 w 597604"/>
                <a:gd name="connsiteY800" fmla="*/ 458407 h 519126"/>
                <a:gd name="connsiteX801" fmla="*/ 327829 w 597604"/>
                <a:gd name="connsiteY801" fmla="*/ 456389 h 519126"/>
                <a:gd name="connsiteX802" fmla="*/ 329276 w 597604"/>
                <a:gd name="connsiteY802" fmla="*/ 455649 h 519126"/>
                <a:gd name="connsiteX803" fmla="*/ 334493 w 597604"/>
                <a:gd name="connsiteY803" fmla="*/ 450569 h 519126"/>
                <a:gd name="connsiteX804" fmla="*/ 336815 w 597604"/>
                <a:gd name="connsiteY804" fmla="*/ 447542 h 519126"/>
                <a:gd name="connsiteX805" fmla="*/ 337252 w 597604"/>
                <a:gd name="connsiteY805" fmla="*/ 443202 h 519126"/>
                <a:gd name="connsiteX806" fmla="*/ 337118 w 597604"/>
                <a:gd name="connsiteY806" fmla="*/ 438728 h 519126"/>
                <a:gd name="connsiteX807" fmla="*/ 335805 w 597604"/>
                <a:gd name="connsiteY807" fmla="*/ 435970 h 519126"/>
                <a:gd name="connsiteX808" fmla="*/ 334055 w 597604"/>
                <a:gd name="connsiteY808" fmla="*/ 431630 h 519126"/>
                <a:gd name="connsiteX809" fmla="*/ 334762 w 597604"/>
                <a:gd name="connsiteY809" fmla="*/ 427291 h 519126"/>
                <a:gd name="connsiteX810" fmla="*/ 339272 w 597604"/>
                <a:gd name="connsiteY810" fmla="*/ 423826 h 519126"/>
                <a:gd name="connsiteX811" fmla="*/ 341897 w 597604"/>
                <a:gd name="connsiteY811" fmla="*/ 420495 h 519126"/>
                <a:gd name="connsiteX812" fmla="*/ 346810 w 597604"/>
                <a:gd name="connsiteY812" fmla="*/ 417165 h 519126"/>
                <a:gd name="connsiteX813" fmla="*/ 353777 w 597604"/>
                <a:gd name="connsiteY813" fmla="*/ 414407 h 519126"/>
                <a:gd name="connsiteX814" fmla="*/ 360306 w 597604"/>
                <a:gd name="connsiteY814" fmla="*/ 414407 h 519126"/>
                <a:gd name="connsiteX815" fmla="*/ 362931 w 597604"/>
                <a:gd name="connsiteY815" fmla="*/ 415147 h 519126"/>
                <a:gd name="connsiteX816" fmla="*/ 366397 w 597604"/>
                <a:gd name="connsiteY816" fmla="*/ 418914 h 519126"/>
                <a:gd name="connsiteX817" fmla="*/ 371311 w 597604"/>
                <a:gd name="connsiteY817" fmla="*/ 424263 h 519126"/>
                <a:gd name="connsiteX818" fmla="*/ 373768 w 597604"/>
                <a:gd name="connsiteY818" fmla="*/ 430184 h 519126"/>
                <a:gd name="connsiteX819" fmla="*/ 374912 w 597604"/>
                <a:gd name="connsiteY819" fmla="*/ 436272 h 519126"/>
                <a:gd name="connsiteX820" fmla="*/ 381878 w 597604"/>
                <a:gd name="connsiteY820" fmla="*/ 441924 h 519126"/>
                <a:gd name="connsiteX821" fmla="*/ 381744 w 597604"/>
                <a:gd name="connsiteY821" fmla="*/ 447878 h 519126"/>
                <a:gd name="connsiteX822" fmla="*/ 384638 w 597604"/>
                <a:gd name="connsiteY822" fmla="*/ 452790 h 519126"/>
                <a:gd name="connsiteX823" fmla="*/ 388273 w 597604"/>
                <a:gd name="connsiteY823" fmla="*/ 453664 h 519126"/>
                <a:gd name="connsiteX824" fmla="*/ 391907 w 597604"/>
                <a:gd name="connsiteY824" fmla="*/ 453227 h 519126"/>
                <a:gd name="connsiteX825" fmla="*/ 394802 w 597604"/>
                <a:gd name="connsiteY825" fmla="*/ 452790 h 519126"/>
                <a:gd name="connsiteX826" fmla="*/ 398706 w 597604"/>
                <a:gd name="connsiteY826" fmla="*/ 450771 h 519126"/>
                <a:gd name="connsiteX827" fmla="*/ 401297 w 597604"/>
                <a:gd name="connsiteY827" fmla="*/ 448013 h 519126"/>
                <a:gd name="connsiteX828" fmla="*/ 402744 w 597604"/>
                <a:gd name="connsiteY828" fmla="*/ 447138 h 519126"/>
                <a:gd name="connsiteX829" fmla="*/ 408398 w 597604"/>
                <a:gd name="connsiteY829" fmla="*/ 449459 h 519126"/>
                <a:gd name="connsiteX830" fmla="*/ 409273 w 597604"/>
                <a:gd name="connsiteY830" fmla="*/ 453361 h 519126"/>
                <a:gd name="connsiteX831" fmla="*/ 410855 w 597604"/>
                <a:gd name="connsiteY831" fmla="*/ 456995 h 519126"/>
                <a:gd name="connsiteX832" fmla="*/ 413446 w 597604"/>
                <a:gd name="connsiteY832" fmla="*/ 460897 h 519126"/>
                <a:gd name="connsiteX833" fmla="*/ 416778 w 597604"/>
                <a:gd name="connsiteY833" fmla="*/ 462209 h 519126"/>
                <a:gd name="connsiteX834" fmla="*/ 421423 w 597604"/>
                <a:gd name="connsiteY834" fmla="*/ 463790 h 519126"/>
                <a:gd name="connsiteX835" fmla="*/ 424620 w 597604"/>
                <a:gd name="connsiteY835" fmla="*/ 464362 h 519126"/>
                <a:gd name="connsiteX836" fmla="*/ 428086 w 597604"/>
                <a:gd name="connsiteY836" fmla="*/ 463655 h 519126"/>
                <a:gd name="connsiteX837" fmla="*/ 434750 w 597604"/>
                <a:gd name="connsiteY837" fmla="*/ 462343 h 519126"/>
                <a:gd name="connsiteX838" fmla="*/ 440538 w 597604"/>
                <a:gd name="connsiteY838" fmla="*/ 461603 h 519126"/>
                <a:gd name="connsiteX839" fmla="*/ 446192 w 597604"/>
                <a:gd name="connsiteY839" fmla="*/ 459719 h 519126"/>
                <a:gd name="connsiteX840" fmla="*/ 449524 w 597604"/>
                <a:gd name="connsiteY840" fmla="*/ 456524 h 519126"/>
                <a:gd name="connsiteX841" fmla="*/ 453428 w 597604"/>
                <a:gd name="connsiteY841" fmla="*/ 453059 h 519126"/>
                <a:gd name="connsiteX842" fmla="*/ 454303 w 597604"/>
                <a:gd name="connsiteY842" fmla="*/ 449426 h 519126"/>
                <a:gd name="connsiteX843" fmla="*/ 453294 w 597604"/>
                <a:gd name="connsiteY843" fmla="*/ 444918 h 519126"/>
                <a:gd name="connsiteX844" fmla="*/ 453159 w 597604"/>
                <a:gd name="connsiteY844" fmla="*/ 441150 h 519126"/>
                <a:gd name="connsiteX845" fmla="*/ 454337 w 597604"/>
                <a:gd name="connsiteY845" fmla="*/ 436071 h 519126"/>
                <a:gd name="connsiteX846" fmla="*/ 455649 w 597604"/>
                <a:gd name="connsiteY846" fmla="*/ 433884 h 519126"/>
                <a:gd name="connsiteX847" fmla="*/ 458846 w 597604"/>
                <a:gd name="connsiteY847" fmla="*/ 429107 h 519126"/>
                <a:gd name="connsiteX848" fmla="*/ 464063 w 597604"/>
                <a:gd name="connsiteY848" fmla="*/ 424600 h 519126"/>
                <a:gd name="connsiteX849" fmla="*/ 471467 w 597604"/>
                <a:gd name="connsiteY849" fmla="*/ 421404 h 519126"/>
                <a:gd name="connsiteX850" fmla="*/ 476381 w 597604"/>
                <a:gd name="connsiteY850" fmla="*/ 424162 h 519126"/>
                <a:gd name="connsiteX851" fmla="*/ 481866 w 597604"/>
                <a:gd name="connsiteY851" fmla="*/ 428064 h 519126"/>
                <a:gd name="connsiteX852" fmla="*/ 487520 w 597604"/>
                <a:gd name="connsiteY852" fmla="*/ 431967 h 519126"/>
                <a:gd name="connsiteX853" fmla="*/ 490280 w 597604"/>
                <a:gd name="connsiteY853" fmla="*/ 434725 h 519126"/>
                <a:gd name="connsiteX854" fmla="*/ 493914 w 597604"/>
                <a:gd name="connsiteY854" fmla="*/ 436609 h 519126"/>
                <a:gd name="connsiteX855" fmla="*/ 494924 w 597604"/>
                <a:gd name="connsiteY855" fmla="*/ 439805 h 519126"/>
                <a:gd name="connsiteX856" fmla="*/ 497381 w 597604"/>
                <a:gd name="connsiteY856" fmla="*/ 443572 h 519126"/>
                <a:gd name="connsiteX857" fmla="*/ 498694 w 597604"/>
                <a:gd name="connsiteY857" fmla="*/ 444144 h 519126"/>
                <a:gd name="connsiteX858" fmla="*/ 501453 w 597604"/>
                <a:gd name="connsiteY858" fmla="*/ 443572 h 519126"/>
                <a:gd name="connsiteX859" fmla="*/ 502328 w 597604"/>
                <a:gd name="connsiteY859" fmla="*/ 440948 h 519126"/>
                <a:gd name="connsiteX860" fmla="*/ 502900 w 597604"/>
                <a:gd name="connsiteY860" fmla="*/ 437181 h 519126"/>
                <a:gd name="connsiteX861" fmla="*/ 502766 w 597604"/>
                <a:gd name="connsiteY861" fmla="*/ 434860 h 519126"/>
                <a:gd name="connsiteX862" fmla="*/ 502766 w 597604"/>
                <a:gd name="connsiteY862" fmla="*/ 431799 h 519126"/>
                <a:gd name="connsiteX863" fmla="*/ 503069 w 597604"/>
                <a:gd name="connsiteY863" fmla="*/ 427594 h 519126"/>
                <a:gd name="connsiteX864" fmla="*/ 504819 w 597604"/>
                <a:gd name="connsiteY864" fmla="*/ 425407 h 519126"/>
                <a:gd name="connsiteX865" fmla="*/ 507006 w 597604"/>
                <a:gd name="connsiteY865" fmla="*/ 423389 h 519126"/>
                <a:gd name="connsiteX866" fmla="*/ 509766 w 597604"/>
                <a:gd name="connsiteY866" fmla="*/ 421067 h 519126"/>
                <a:gd name="connsiteX867" fmla="*/ 509900 w 597604"/>
                <a:gd name="connsiteY867" fmla="*/ 417165 h 519126"/>
                <a:gd name="connsiteX868" fmla="*/ 515252 w 597604"/>
                <a:gd name="connsiteY868" fmla="*/ 411245 h 519126"/>
                <a:gd name="connsiteX869" fmla="*/ 516564 w 597604"/>
                <a:gd name="connsiteY869" fmla="*/ 410505 h 519126"/>
                <a:gd name="connsiteX870" fmla="*/ 518449 w 597604"/>
                <a:gd name="connsiteY870" fmla="*/ 409630 h 519126"/>
                <a:gd name="connsiteX871" fmla="*/ 521343 w 597604"/>
                <a:gd name="connsiteY871" fmla="*/ 410942 h 519126"/>
                <a:gd name="connsiteX872" fmla="*/ 522656 w 597604"/>
                <a:gd name="connsiteY872" fmla="*/ 413398 h 519126"/>
                <a:gd name="connsiteX873" fmla="*/ 522521 w 597604"/>
                <a:gd name="connsiteY873" fmla="*/ 417468 h 519126"/>
                <a:gd name="connsiteX874" fmla="*/ 527165 w 597604"/>
                <a:gd name="connsiteY874" fmla="*/ 421942 h 519126"/>
                <a:gd name="connsiteX875" fmla="*/ 531641 w 597604"/>
                <a:gd name="connsiteY875" fmla="*/ 422077 h 519126"/>
                <a:gd name="connsiteX876" fmla="*/ 536993 w 597604"/>
                <a:gd name="connsiteY876" fmla="*/ 421639 h 519126"/>
                <a:gd name="connsiteX877" fmla="*/ 540896 w 597604"/>
                <a:gd name="connsiteY877" fmla="*/ 417434 h 519126"/>
                <a:gd name="connsiteX878" fmla="*/ 542041 w 597604"/>
                <a:gd name="connsiteY878" fmla="*/ 416863 h 519126"/>
                <a:gd name="connsiteX879" fmla="*/ 543791 w 597604"/>
                <a:gd name="connsiteY879" fmla="*/ 413835 h 519126"/>
                <a:gd name="connsiteX880" fmla="*/ 544935 w 597604"/>
                <a:gd name="connsiteY880" fmla="*/ 409630 h 519126"/>
                <a:gd name="connsiteX881" fmla="*/ 544800 w 597604"/>
                <a:gd name="connsiteY881" fmla="*/ 406602 h 519126"/>
                <a:gd name="connsiteX882" fmla="*/ 543925 w 597604"/>
                <a:gd name="connsiteY882" fmla="*/ 404012 h 519126"/>
                <a:gd name="connsiteX883" fmla="*/ 539719 w 597604"/>
                <a:gd name="connsiteY883" fmla="*/ 403003 h 519126"/>
                <a:gd name="connsiteX884" fmla="*/ 536084 w 597604"/>
                <a:gd name="connsiteY884" fmla="*/ 403877 h 519126"/>
                <a:gd name="connsiteX885" fmla="*/ 534132 w 597604"/>
                <a:gd name="connsiteY885" fmla="*/ 404180 h 519126"/>
                <a:gd name="connsiteX886" fmla="*/ 532314 w 597604"/>
                <a:gd name="connsiteY886" fmla="*/ 403608 h 519126"/>
                <a:gd name="connsiteX887" fmla="*/ 532314 w 597604"/>
                <a:gd name="connsiteY887" fmla="*/ 402296 h 519126"/>
                <a:gd name="connsiteX888" fmla="*/ 533055 w 597604"/>
                <a:gd name="connsiteY888" fmla="*/ 400547 h 519126"/>
                <a:gd name="connsiteX889" fmla="*/ 534502 w 597604"/>
                <a:gd name="connsiteY889" fmla="*/ 399235 h 519126"/>
                <a:gd name="connsiteX890" fmla="*/ 535949 w 597604"/>
                <a:gd name="connsiteY890" fmla="*/ 397923 h 519126"/>
                <a:gd name="connsiteX891" fmla="*/ 537531 w 597604"/>
                <a:gd name="connsiteY891" fmla="*/ 396914 h 519126"/>
                <a:gd name="connsiteX892" fmla="*/ 539685 w 597604"/>
                <a:gd name="connsiteY892" fmla="*/ 395602 h 519126"/>
                <a:gd name="connsiteX893" fmla="*/ 544026 w 597604"/>
                <a:gd name="connsiteY893" fmla="*/ 393281 h 519126"/>
                <a:gd name="connsiteX894" fmla="*/ 545473 w 597604"/>
                <a:gd name="connsiteY894" fmla="*/ 392406 h 519126"/>
                <a:gd name="connsiteX895" fmla="*/ 548233 w 597604"/>
                <a:gd name="connsiteY895" fmla="*/ 390657 h 519126"/>
                <a:gd name="connsiteX896" fmla="*/ 549848 w 597604"/>
                <a:gd name="connsiteY896" fmla="*/ 389782 h 519126"/>
                <a:gd name="connsiteX897" fmla="*/ 551868 w 597604"/>
                <a:gd name="connsiteY897" fmla="*/ 389211 h 519126"/>
                <a:gd name="connsiteX898" fmla="*/ 554055 w 597604"/>
                <a:gd name="connsiteY898" fmla="*/ 389211 h 519126"/>
                <a:gd name="connsiteX899" fmla="*/ 555200 w 597604"/>
                <a:gd name="connsiteY899" fmla="*/ 390085 h 519126"/>
                <a:gd name="connsiteX900" fmla="*/ 555906 w 597604"/>
                <a:gd name="connsiteY900" fmla="*/ 391532 h 519126"/>
                <a:gd name="connsiteX901" fmla="*/ 558094 w 597604"/>
                <a:gd name="connsiteY901" fmla="*/ 394290 h 519126"/>
                <a:gd name="connsiteX902" fmla="*/ 559978 w 597604"/>
                <a:gd name="connsiteY902" fmla="*/ 396174 h 519126"/>
                <a:gd name="connsiteX903" fmla="*/ 561863 w 597604"/>
                <a:gd name="connsiteY903" fmla="*/ 397183 h 519126"/>
                <a:gd name="connsiteX904" fmla="*/ 564185 w 597604"/>
                <a:gd name="connsiteY904" fmla="*/ 397923 h 519126"/>
                <a:gd name="connsiteX905" fmla="*/ 567786 w 597604"/>
                <a:gd name="connsiteY905" fmla="*/ 398361 h 519126"/>
                <a:gd name="connsiteX906" fmla="*/ 571421 w 597604"/>
                <a:gd name="connsiteY906" fmla="*/ 398933 h 519126"/>
                <a:gd name="connsiteX907" fmla="*/ 574450 w 597604"/>
                <a:gd name="connsiteY907" fmla="*/ 398495 h 519126"/>
                <a:gd name="connsiteX908" fmla="*/ 575762 w 597604"/>
                <a:gd name="connsiteY908" fmla="*/ 395737 h 519126"/>
                <a:gd name="connsiteX909" fmla="*/ 576772 w 597604"/>
                <a:gd name="connsiteY909" fmla="*/ 395299 h 519126"/>
                <a:gd name="connsiteX910" fmla="*/ 576638 w 597604"/>
                <a:gd name="connsiteY910" fmla="*/ 393146 h 519126"/>
                <a:gd name="connsiteX911" fmla="*/ 576503 w 597604"/>
                <a:gd name="connsiteY911" fmla="*/ 392137 h 519126"/>
                <a:gd name="connsiteX912" fmla="*/ 574753 w 597604"/>
                <a:gd name="connsiteY912" fmla="*/ 390119 h 519126"/>
                <a:gd name="connsiteX913" fmla="*/ 574450 w 597604"/>
                <a:gd name="connsiteY913" fmla="*/ 389244 h 519126"/>
                <a:gd name="connsiteX914" fmla="*/ 575762 w 597604"/>
                <a:gd name="connsiteY914" fmla="*/ 387360 h 519126"/>
                <a:gd name="connsiteX915" fmla="*/ 578085 w 597604"/>
                <a:gd name="connsiteY915" fmla="*/ 386048 h 519126"/>
                <a:gd name="connsiteX916" fmla="*/ 578657 w 597604"/>
                <a:gd name="connsiteY916" fmla="*/ 384165 h 519126"/>
                <a:gd name="connsiteX917" fmla="*/ 579801 w 597604"/>
                <a:gd name="connsiteY917" fmla="*/ 380969 h 519126"/>
                <a:gd name="connsiteX918" fmla="*/ 581989 w 597604"/>
                <a:gd name="connsiteY918" fmla="*/ 377504 h 519126"/>
                <a:gd name="connsiteX919" fmla="*/ 584883 w 597604"/>
                <a:gd name="connsiteY919" fmla="*/ 374308 h 519126"/>
                <a:gd name="connsiteX920" fmla="*/ 587071 w 597604"/>
                <a:gd name="connsiteY920" fmla="*/ 371550 h 519126"/>
                <a:gd name="connsiteX921" fmla="*/ 587373 w 597604"/>
                <a:gd name="connsiteY921" fmla="*/ 364317 h 519126"/>
                <a:gd name="connsiteX922" fmla="*/ 589696 w 597604"/>
                <a:gd name="connsiteY922" fmla="*/ 363174 h 519126"/>
                <a:gd name="connsiteX923" fmla="*/ 592287 w 597604"/>
                <a:gd name="connsiteY923" fmla="*/ 363174 h 519126"/>
                <a:gd name="connsiteX924" fmla="*/ 593162 w 597604"/>
                <a:gd name="connsiteY924" fmla="*/ 363005 h 519126"/>
                <a:gd name="connsiteX925" fmla="*/ 592758 w 597604"/>
                <a:gd name="connsiteY925" fmla="*/ 357320 h 519126"/>
                <a:gd name="connsiteX926" fmla="*/ 592758 w 597604"/>
                <a:gd name="connsiteY926" fmla="*/ 357320 h 51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Lst>
              <a:rect l="l" t="t" r="r" b="b"/>
              <a:pathLst>
                <a:path w="597604" h="519126">
                  <a:moveTo>
                    <a:pt x="592758" y="357320"/>
                  </a:moveTo>
                  <a:lnTo>
                    <a:pt x="590739" y="350660"/>
                  </a:lnTo>
                  <a:lnTo>
                    <a:pt x="583200" y="346589"/>
                  </a:lnTo>
                  <a:cubicBezTo>
                    <a:pt x="583200" y="346589"/>
                    <a:pt x="584075" y="343393"/>
                    <a:pt x="584344" y="342552"/>
                  </a:cubicBezTo>
                  <a:cubicBezTo>
                    <a:pt x="584647" y="341678"/>
                    <a:pt x="590705" y="338348"/>
                    <a:pt x="590705" y="338348"/>
                  </a:cubicBezTo>
                  <a:lnTo>
                    <a:pt x="587945" y="335589"/>
                  </a:lnTo>
                  <a:lnTo>
                    <a:pt x="583167" y="335589"/>
                  </a:lnTo>
                  <a:lnTo>
                    <a:pt x="579969" y="338785"/>
                  </a:lnTo>
                  <a:cubicBezTo>
                    <a:pt x="579969" y="338785"/>
                    <a:pt x="578219" y="341678"/>
                    <a:pt x="577344" y="341981"/>
                  </a:cubicBezTo>
                  <a:cubicBezTo>
                    <a:pt x="576469" y="342283"/>
                    <a:pt x="572431" y="338213"/>
                    <a:pt x="572431" y="338213"/>
                  </a:cubicBezTo>
                  <a:cubicBezTo>
                    <a:pt x="572431" y="338213"/>
                    <a:pt x="570681" y="338516"/>
                    <a:pt x="570984" y="335623"/>
                  </a:cubicBezTo>
                  <a:cubicBezTo>
                    <a:pt x="571287" y="332730"/>
                    <a:pt x="570950" y="327818"/>
                    <a:pt x="570950" y="327818"/>
                  </a:cubicBezTo>
                  <a:lnTo>
                    <a:pt x="573306" y="322032"/>
                  </a:lnTo>
                  <a:lnTo>
                    <a:pt x="576772" y="317121"/>
                  </a:lnTo>
                  <a:lnTo>
                    <a:pt x="579969" y="312781"/>
                  </a:lnTo>
                  <a:cubicBezTo>
                    <a:pt x="579969" y="312781"/>
                    <a:pt x="582830" y="308139"/>
                    <a:pt x="581820" y="306995"/>
                  </a:cubicBezTo>
                  <a:cubicBezTo>
                    <a:pt x="580811" y="305852"/>
                    <a:pt x="583974" y="305246"/>
                    <a:pt x="581820" y="304102"/>
                  </a:cubicBezTo>
                  <a:cubicBezTo>
                    <a:pt x="579667" y="302959"/>
                    <a:pt x="577041" y="297442"/>
                    <a:pt x="577041" y="297442"/>
                  </a:cubicBezTo>
                  <a:cubicBezTo>
                    <a:pt x="577041" y="297442"/>
                    <a:pt x="574719" y="294851"/>
                    <a:pt x="573272" y="294549"/>
                  </a:cubicBezTo>
                  <a:cubicBezTo>
                    <a:pt x="571825" y="294246"/>
                    <a:pt x="570916" y="291925"/>
                    <a:pt x="570916" y="291925"/>
                  </a:cubicBezTo>
                  <a:lnTo>
                    <a:pt x="574719" y="288157"/>
                  </a:lnTo>
                  <a:lnTo>
                    <a:pt x="581787" y="284692"/>
                  </a:lnTo>
                  <a:lnTo>
                    <a:pt x="585724" y="283549"/>
                  </a:lnTo>
                  <a:cubicBezTo>
                    <a:pt x="585724" y="283549"/>
                    <a:pt x="586599" y="283549"/>
                    <a:pt x="589191" y="282102"/>
                  </a:cubicBezTo>
                  <a:cubicBezTo>
                    <a:pt x="591782" y="280655"/>
                    <a:pt x="595854" y="277460"/>
                    <a:pt x="595854" y="277460"/>
                  </a:cubicBezTo>
                  <a:lnTo>
                    <a:pt x="597604" y="273389"/>
                  </a:lnTo>
                  <a:lnTo>
                    <a:pt x="594407" y="270934"/>
                  </a:lnTo>
                  <a:lnTo>
                    <a:pt x="589763" y="269622"/>
                  </a:lnTo>
                  <a:lnTo>
                    <a:pt x="588316" y="269622"/>
                  </a:lnTo>
                  <a:cubicBezTo>
                    <a:pt x="588316" y="269622"/>
                    <a:pt x="587441" y="269050"/>
                    <a:pt x="588316" y="267301"/>
                  </a:cubicBezTo>
                  <a:cubicBezTo>
                    <a:pt x="589191" y="265551"/>
                    <a:pt x="590066" y="263836"/>
                    <a:pt x="590066" y="263836"/>
                  </a:cubicBezTo>
                  <a:lnTo>
                    <a:pt x="594138" y="260943"/>
                  </a:lnTo>
                  <a:lnTo>
                    <a:pt x="595282" y="260943"/>
                  </a:lnTo>
                  <a:lnTo>
                    <a:pt x="597604" y="257478"/>
                  </a:lnTo>
                  <a:lnTo>
                    <a:pt x="595854" y="253138"/>
                  </a:lnTo>
                  <a:lnTo>
                    <a:pt x="591513" y="249371"/>
                  </a:lnTo>
                  <a:lnTo>
                    <a:pt x="588046" y="245031"/>
                  </a:lnTo>
                  <a:lnTo>
                    <a:pt x="588619" y="240254"/>
                  </a:lnTo>
                  <a:lnTo>
                    <a:pt x="582224" y="236621"/>
                  </a:lnTo>
                  <a:lnTo>
                    <a:pt x="577883" y="236621"/>
                  </a:lnTo>
                  <a:lnTo>
                    <a:pt x="570882" y="238371"/>
                  </a:lnTo>
                  <a:lnTo>
                    <a:pt x="568325" y="238942"/>
                  </a:lnTo>
                  <a:lnTo>
                    <a:pt x="566003" y="242138"/>
                  </a:lnTo>
                  <a:lnTo>
                    <a:pt x="563681" y="244459"/>
                  </a:lnTo>
                  <a:lnTo>
                    <a:pt x="559777" y="245031"/>
                  </a:lnTo>
                  <a:lnTo>
                    <a:pt x="557892" y="242710"/>
                  </a:lnTo>
                  <a:lnTo>
                    <a:pt x="557892" y="240961"/>
                  </a:lnTo>
                  <a:lnTo>
                    <a:pt x="554998" y="241264"/>
                  </a:lnTo>
                  <a:lnTo>
                    <a:pt x="552103" y="242138"/>
                  </a:lnTo>
                  <a:lnTo>
                    <a:pt x="547459" y="245334"/>
                  </a:lnTo>
                  <a:lnTo>
                    <a:pt x="540796" y="247083"/>
                  </a:lnTo>
                  <a:lnTo>
                    <a:pt x="539045" y="247655"/>
                  </a:lnTo>
                  <a:lnTo>
                    <a:pt x="532685" y="248799"/>
                  </a:lnTo>
                  <a:lnTo>
                    <a:pt x="524843" y="250245"/>
                  </a:lnTo>
                  <a:lnTo>
                    <a:pt x="524843" y="246175"/>
                  </a:lnTo>
                  <a:lnTo>
                    <a:pt x="527435" y="243282"/>
                  </a:lnTo>
                  <a:cubicBezTo>
                    <a:pt x="527435" y="243282"/>
                    <a:pt x="529757" y="241835"/>
                    <a:pt x="530632" y="240692"/>
                  </a:cubicBezTo>
                  <a:cubicBezTo>
                    <a:pt x="531507" y="239548"/>
                    <a:pt x="534704" y="236621"/>
                    <a:pt x="534704" y="236621"/>
                  </a:cubicBezTo>
                  <a:lnTo>
                    <a:pt x="540796" y="231104"/>
                  </a:lnTo>
                  <a:lnTo>
                    <a:pt x="541940" y="228783"/>
                  </a:lnTo>
                  <a:lnTo>
                    <a:pt x="543690" y="226193"/>
                  </a:lnTo>
                  <a:cubicBezTo>
                    <a:pt x="543690" y="226193"/>
                    <a:pt x="544262" y="225049"/>
                    <a:pt x="545440" y="224746"/>
                  </a:cubicBezTo>
                  <a:cubicBezTo>
                    <a:pt x="546584" y="224444"/>
                    <a:pt x="550353" y="222997"/>
                    <a:pt x="550353" y="222997"/>
                  </a:cubicBezTo>
                  <a:lnTo>
                    <a:pt x="553248" y="221820"/>
                  </a:lnTo>
                  <a:cubicBezTo>
                    <a:pt x="553248" y="221820"/>
                    <a:pt x="554695" y="221517"/>
                    <a:pt x="554695" y="220373"/>
                  </a:cubicBezTo>
                  <a:cubicBezTo>
                    <a:pt x="554695" y="219230"/>
                    <a:pt x="554964" y="217480"/>
                    <a:pt x="554964" y="216303"/>
                  </a:cubicBezTo>
                  <a:cubicBezTo>
                    <a:pt x="554964" y="215159"/>
                    <a:pt x="555536" y="212838"/>
                    <a:pt x="556411" y="211963"/>
                  </a:cubicBezTo>
                  <a:cubicBezTo>
                    <a:pt x="557286" y="211089"/>
                    <a:pt x="558161" y="208499"/>
                    <a:pt x="559036" y="208499"/>
                  </a:cubicBezTo>
                  <a:cubicBezTo>
                    <a:pt x="559911" y="208499"/>
                    <a:pt x="559339" y="207052"/>
                    <a:pt x="561224" y="207052"/>
                  </a:cubicBezTo>
                  <a:cubicBezTo>
                    <a:pt x="563108" y="207052"/>
                    <a:pt x="565733" y="207052"/>
                    <a:pt x="565733" y="207052"/>
                  </a:cubicBezTo>
                  <a:cubicBezTo>
                    <a:pt x="565733" y="207052"/>
                    <a:pt x="567753" y="207927"/>
                    <a:pt x="568931" y="207052"/>
                  </a:cubicBezTo>
                  <a:cubicBezTo>
                    <a:pt x="570075" y="206177"/>
                    <a:pt x="572700" y="204731"/>
                    <a:pt x="573844" y="204428"/>
                  </a:cubicBezTo>
                  <a:cubicBezTo>
                    <a:pt x="574988" y="204125"/>
                    <a:pt x="574147" y="203553"/>
                    <a:pt x="576469" y="202982"/>
                  </a:cubicBezTo>
                  <a:cubicBezTo>
                    <a:pt x="578791" y="202410"/>
                    <a:pt x="579364" y="200963"/>
                    <a:pt x="580508" y="200661"/>
                  </a:cubicBezTo>
                  <a:cubicBezTo>
                    <a:pt x="581686" y="200358"/>
                    <a:pt x="584849" y="198642"/>
                    <a:pt x="585724" y="198339"/>
                  </a:cubicBezTo>
                  <a:cubicBezTo>
                    <a:pt x="586599" y="198037"/>
                    <a:pt x="587441" y="196018"/>
                    <a:pt x="587441" y="196018"/>
                  </a:cubicBezTo>
                  <a:cubicBezTo>
                    <a:pt x="587441" y="196018"/>
                    <a:pt x="588619" y="195144"/>
                    <a:pt x="588619" y="192822"/>
                  </a:cubicBezTo>
                  <a:cubicBezTo>
                    <a:pt x="588619" y="190501"/>
                    <a:pt x="588922" y="187036"/>
                    <a:pt x="588922" y="187036"/>
                  </a:cubicBezTo>
                  <a:lnTo>
                    <a:pt x="589224" y="181250"/>
                  </a:lnTo>
                  <a:lnTo>
                    <a:pt x="586902" y="178055"/>
                  </a:lnTo>
                  <a:lnTo>
                    <a:pt x="582561" y="172538"/>
                  </a:lnTo>
                  <a:cubicBezTo>
                    <a:pt x="582561" y="172538"/>
                    <a:pt x="580811" y="171663"/>
                    <a:pt x="579969" y="170519"/>
                  </a:cubicBezTo>
                  <a:cubicBezTo>
                    <a:pt x="579094" y="169376"/>
                    <a:pt x="577344" y="167324"/>
                    <a:pt x="577344" y="166180"/>
                  </a:cubicBezTo>
                  <a:cubicBezTo>
                    <a:pt x="577344" y="165036"/>
                    <a:pt x="575594" y="162109"/>
                    <a:pt x="575594" y="160966"/>
                  </a:cubicBezTo>
                  <a:cubicBezTo>
                    <a:pt x="575594" y="159822"/>
                    <a:pt x="575594" y="155751"/>
                    <a:pt x="575897" y="154877"/>
                  </a:cubicBezTo>
                  <a:cubicBezTo>
                    <a:pt x="576166" y="154002"/>
                    <a:pt x="577344" y="151681"/>
                    <a:pt x="576166" y="149966"/>
                  </a:cubicBezTo>
                  <a:cubicBezTo>
                    <a:pt x="575022" y="148216"/>
                    <a:pt x="574147" y="147375"/>
                    <a:pt x="573844" y="146501"/>
                  </a:cubicBezTo>
                  <a:cubicBezTo>
                    <a:pt x="573541" y="145626"/>
                    <a:pt x="574719" y="143910"/>
                    <a:pt x="575291" y="142733"/>
                  </a:cubicBezTo>
                  <a:cubicBezTo>
                    <a:pt x="575864" y="141589"/>
                    <a:pt x="574719" y="143305"/>
                    <a:pt x="575864" y="141589"/>
                  </a:cubicBezTo>
                  <a:cubicBezTo>
                    <a:pt x="577008" y="139840"/>
                    <a:pt x="577613" y="141018"/>
                    <a:pt x="577613" y="137822"/>
                  </a:cubicBezTo>
                  <a:cubicBezTo>
                    <a:pt x="577613" y="134626"/>
                    <a:pt x="576436" y="132305"/>
                    <a:pt x="575594" y="131464"/>
                  </a:cubicBezTo>
                  <a:cubicBezTo>
                    <a:pt x="574719" y="130589"/>
                    <a:pt x="573272" y="130589"/>
                    <a:pt x="574450" y="128268"/>
                  </a:cubicBezTo>
                  <a:cubicBezTo>
                    <a:pt x="575594" y="125947"/>
                    <a:pt x="577344" y="125947"/>
                    <a:pt x="577344" y="123626"/>
                  </a:cubicBezTo>
                  <a:cubicBezTo>
                    <a:pt x="577344" y="121305"/>
                    <a:pt x="579094" y="120430"/>
                    <a:pt x="579094" y="119286"/>
                  </a:cubicBezTo>
                  <a:cubicBezTo>
                    <a:pt x="579094" y="118142"/>
                    <a:pt x="578522" y="116090"/>
                    <a:pt x="577950" y="114947"/>
                  </a:cubicBezTo>
                  <a:cubicBezTo>
                    <a:pt x="577378" y="113769"/>
                    <a:pt x="577378" y="113769"/>
                    <a:pt x="577378" y="113769"/>
                  </a:cubicBezTo>
                  <a:cubicBezTo>
                    <a:pt x="577378" y="113769"/>
                    <a:pt x="573036" y="112895"/>
                    <a:pt x="572734" y="110002"/>
                  </a:cubicBezTo>
                  <a:cubicBezTo>
                    <a:pt x="572464" y="107109"/>
                    <a:pt x="571859" y="107983"/>
                    <a:pt x="571589" y="105359"/>
                  </a:cubicBezTo>
                  <a:cubicBezTo>
                    <a:pt x="571287" y="102736"/>
                    <a:pt x="570445" y="101592"/>
                    <a:pt x="570714" y="98699"/>
                  </a:cubicBezTo>
                  <a:cubicBezTo>
                    <a:pt x="571017" y="95806"/>
                    <a:pt x="572464" y="96378"/>
                    <a:pt x="572161" y="93485"/>
                  </a:cubicBezTo>
                  <a:cubicBezTo>
                    <a:pt x="571926" y="91197"/>
                    <a:pt x="571522" y="88775"/>
                    <a:pt x="571354" y="87833"/>
                  </a:cubicBezTo>
                  <a:lnTo>
                    <a:pt x="571354" y="87833"/>
                  </a:lnTo>
                  <a:lnTo>
                    <a:pt x="568594" y="87530"/>
                  </a:lnTo>
                  <a:lnTo>
                    <a:pt x="567517" y="88842"/>
                  </a:lnTo>
                  <a:lnTo>
                    <a:pt x="564690" y="88842"/>
                  </a:lnTo>
                  <a:lnTo>
                    <a:pt x="562738" y="90154"/>
                  </a:lnTo>
                  <a:cubicBezTo>
                    <a:pt x="562738" y="90154"/>
                    <a:pt x="561325" y="92206"/>
                    <a:pt x="560887" y="92980"/>
                  </a:cubicBezTo>
                  <a:cubicBezTo>
                    <a:pt x="560450" y="93754"/>
                    <a:pt x="559474" y="94931"/>
                    <a:pt x="559474" y="94931"/>
                  </a:cubicBezTo>
                  <a:lnTo>
                    <a:pt x="558969" y="97656"/>
                  </a:lnTo>
                  <a:cubicBezTo>
                    <a:pt x="558969" y="97656"/>
                    <a:pt x="559036" y="99506"/>
                    <a:pt x="558935" y="100044"/>
                  </a:cubicBezTo>
                  <a:cubicBezTo>
                    <a:pt x="558834" y="100583"/>
                    <a:pt x="559036" y="101121"/>
                    <a:pt x="558935" y="101794"/>
                  </a:cubicBezTo>
                  <a:cubicBezTo>
                    <a:pt x="558834" y="102433"/>
                    <a:pt x="558935" y="103543"/>
                    <a:pt x="558935" y="103543"/>
                  </a:cubicBezTo>
                  <a:cubicBezTo>
                    <a:pt x="558935" y="103543"/>
                    <a:pt x="558060" y="106032"/>
                    <a:pt x="558060" y="106369"/>
                  </a:cubicBezTo>
                  <a:cubicBezTo>
                    <a:pt x="558060" y="106705"/>
                    <a:pt x="557286" y="107681"/>
                    <a:pt x="557286" y="107681"/>
                  </a:cubicBezTo>
                  <a:cubicBezTo>
                    <a:pt x="557286" y="107681"/>
                    <a:pt x="556411" y="109093"/>
                    <a:pt x="556209" y="109430"/>
                  </a:cubicBezTo>
                  <a:cubicBezTo>
                    <a:pt x="556007" y="109766"/>
                    <a:pt x="555031" y="111919"/>
                    <a:pt x="555031" y="111919"/>
                  </a:cubicBezTo>
                  <a:cubicBezTo>
                    <a:pt x="555031" y="111919"/>
                    <a:pt x="555132" y="113433"/>
                    <a:pt x="554998" y="113870"/>
                  </a:cubicBezTo>
                  <a:cubicBezTo>
                    <a:pt x="554897" y="114308"/>
                    <a:pt x="555099" y="116494"/>
                    <a:pt x="554998" y="116898"/>
                  </a:cubicBezTo>
                  <a:cubicBezTo>
                    <a:pt x="554897" y="117335"/>
                    <a:pt x="554123" y="118412"/>
                    <a:pt x="553921" y="118748"/>
                  </a:cubicBezTo>
                  <a:cubicBezTo>
                    <a:pt x="553685" y="119084"/>
                    <a:pt x="552844" y="119084"/>
                    <a:pt x="552406" y="119084"/>
                  </a:cubicBezTo>
                  <a:cubicBezTo>
                    <a:pt x="551969" y="119084"/>
                    <a:pt x="550454" y="118983"/>
                    <a:pt x="550454" y="118983"/>
                  </a:cubicBezTo>
                  <a:lnTo>
                    <a:pt x="548166" y="117772"/>
                  </a:lnTo>
                  <a:lnTo>
                    <a:pt x="546651" y="117436"/>
                  </a:lnTo>
                  <a:lnTo>
                    <a:pt x="544901" y="120161"/>
                  </a:lnTo>
                  <a:lnTo>
                    <a:pt x="540762" y="120161"/>
                  </a:lnTo>
                  <a:lnTo>
                    <a:pt x="538036" y="119724"/>
                  </a:lnTo>
                  <a:lnTo>
                    <a:pt x="533930" y="116696"/>
                  </a:lnTo>
                  <a:lnTo>
                    <a:pt x="530766" y="112895"/>
                  </a:lnTo>
                  <a:lnTo>
                    <a:pt x="528141" y="111482"/>
                  </a:lnTo>
                  <a:cubicBezTo>
                    <a:pt x="528141" y="111482"/>
                    <a:pt x="527367" y="112020"/>
                    <a:pt x="527064" y="112121"/>
                  </a:cubicBezTo>
                  <a:cubicBezTo>
                    <a:pt x="526728" y="112222"/>
                    <a:pt x="526425" y="113332"/>
                    <a:pt x="525987" y="114308"/>
                  </a:cubicBezTo>
                  <a:cubicBezTo>
                    <a:pt x="525550" y="115283"/>
                    <a:pt x="524237" y="115720"/>
                    <a:pt x="522958" y="116360"/>
                  </a:cubicBezTo>
                  <a:cubicBezTo>
                    <a:pt x="521646" y="116999"/>
                    <a:pt x="521007" y="116158"/>
                    <a:pt x="521242" y="115821"/>
                  </a:cubicBezTo>
                  <a:cubicBezTo>
                    <a:pt x="521478" y="115485"/>
                    <a:pt x="519694" y="114072"/>
                    <a:pt x="519694" y="114072"/>
                  </a:cubicBezTo>
                  <a:lnTo>
                    <a:pt x="519694" y="110170"/>
                  </a:lnTo>
                  <a:cubicBezTo>
                    <a:pt x="519694" y="110170"/>
                    <a:pt x="520569" y="107344"/>
                    <a:pt x="520805" y="106907"/>
                  </a:cubicBezTo>
                  <a:cubicBezTo>
                    <a:pt x="521040" y="106470"/>
                    <a:pt x="521107" y="104418"/>
                    <a:pt x="521208" y="103307"/>
                  </a:cubicBezTo>
                  <a:cubicBezTo>
                    <a:pt x="521309" y="102231"/>
                    <a:pt x="521107" y="100482"/>
                    <a:pt x="521107" y="100482"/>
                  </a:cubicBezTo>
                  <a:cubicBezTo>
                    <a:pt x="521107" y="100482"/>
                    <a:pt x="521309" y="95907"/>
                    <a:pt x="521107" y="95267"/>
                  </a:cubicBezTo>
                  <a:cubicBezTo>
                    <a:pt x="520872" y="94628"/>
                    <a:pt x="521107" y="93216"/>
                    <a:pt x="521107" y="93216"/>
                  </a:cubicBezTo>
                  <a:lnTo>
                    <a:pt x="520434" y="91164"/>
                  </a:lnTo>
                  <a:lnTo>
                    <a:pt x="519122" y="88977"/>
                  </a:lnTo>
                  <a:lnTo>
                    <a:pt x="516497" y="86689"/>
                  </a:lnTo>
                  <a:lnTo>
                    <a:pt x="514208" y="87329"/>
                  </a:lnTo>
                  <a:cubicBezTo>
                    <a:pt x="514208" y="87329"/>
                    <a:pt x="512694" y="88102"/>
                    <a:pt x="512357" y="88102"/>
                  </a:cubicBezTo>
                  <a:cubicBezTo>
                    <a:pt x="512021" y="88102"/>
                    <a:pt x="510304" y="88977"/>
                    <a:pt x="510304" y="88977"/>
                  </a:cubicBezTo>
                  <a:lnTo>
                    <a:pt x="509968" y="89616"/>
                  </a:lnTo>
                  <a:cubicBezTo>
                    <a:pt x="509968" y="89616"/>
                    <a:pt x="509968" y="91668"/>
                    <a:pt x="510069" y="92005"/>
                  </a:cubicBezTo>
                  <a:cubicBezTo>
                    <a:pt x="510170" y="92341"/>
                    <a:pt x="510607" y="93417"/>
                    <a:pt x="510977" y="93855"/>
                  </a:cubicBezTo>
                  <a:cubicBezTo>
                    <a:pt x="511348" y="94292"/>
                    <a:pt x="510809" y="94729"/>
                    <a:pt x="510944" y="95066"/>
                  </a:cubicBezTo>
                  <a:cubicBezTo>
                    <a:pt x="511045" y="95402"/>
                    <a:pt x="510944" y="98430"/>
                    <a:pt x="510944" y="98430"/>
                  </a:cubicBezTo>
                  <a:lnTo>
                    <a:pt x="510944" y="100482"/>
                  </a:lnTo>
                  <a:cubicBezTo>
                    <a:pt x="510944" y="100482"/>
                    <a:pt x="510069" y="101895"/>
                    <a:pt x="509631" y="101895"/>
                  </a:cubicBezTo>
                  <a:cubicBezTo>
                    <a:pt x="509194" y="101895"/>
                    <a:pt x="504852" y="101457"/>
                    <a:pt x="504415" y="101356"/>
                  </a:cubicBezTo>
                  <a:cubicBezTo>
                    <a:pt x="503977" y="101255"/>
                    <a:pt x="502025" y="98295"/>
                    <a:pt x="502025" y="98295"/>
                  </a:cubicBezTo>
                  <a:lnTo>
                    <a:pt x="502362" y="92846"/>
                  </a:lnTo>
                  <a:lnTo>
                    <a:pt x="502025" y="89482"/>
                  </a:lnTo>
                  <a:lnTo>
                    <a:pt x="502799" y="85781"/>
                  </a:lnTo>
                  <a:lnTo>
                    <a:pt x="503641" y="81374"/>
                  </a:lnTo>
                  <a:lnTo>
                    <a:pt x="504583" y="79928"/>
                  </a:lnTo>
                  <a:cubicBezTo>
                    <a:pt x="504583" y="79928"/>
                    <a:pt x="505593" y="78111"/>
                    <a:pt x="505895" y="78044"/>
                  </a:cubicBezTo>
                  <a:cubicBezTo>
                    <a:pt x="506198" y="77977"/>
                    <a:pt x="507713" y="77169"/>
                    <a:pt x="507780" y="76968"/>
                  </a:cubicBezTo>
                  <a:cubicBezTo>
                    <a:pt x="507848" y="76766"/>
                    <a:pt x="509160" y="75084"/>
                    <a:pt x="509530" y="74781"/>
                  </a:cubicBezTo>
                  <a:cubicBezTo>
                    <a:pt x="509900" y="74478"/>
                    <a:pt x="510271" y="73469"/>
                    <a:pt x="510271" y="73469"/>
                  </a:cubicBezTo>
                  <a:lnTo>
                    <a:pt x="510977" y="68827"/>
                  </a:lnTo>
                  <a:lnTo>
                    <a:pt x="510977" y="65496"/>
                  </a:lnTo>
                  <a:lnTo>
                    <a:pt x="510775" y="63175"/>
                  </a:lnTo>
                  <a:cubicBezTo>
                    <a:pt x="510775" y="63175"/>
                    <a:pt x="507747" y="60585"/>
                    <a:pt x="507511" y="60417"/>
                  </a:cubicBezTo>
                  <a:cubicBezTo>
                    <a:pt x="507309" y="60282"/>
                    <a:pt x="505424" y="59475"/>
                    <a:pt x="504549" y="59408"/>
                  </a:cubicBezTo>
                  <a:cubicBezTo>
                    <a:pt x="503674" y="59340"/>
                    <a:pt x="501924" y="59038"/>
                    <a:pt x="501924" y="59038"/>
                  </a:cubicBezTo>
                  <a:cubicBezTo>
                    <a:pt x="501924" y="59038"/>
                    <a:pt x="500477" y="60551"/>
                    <a:pt x="500107" y="61056"/>
                  </a:cubicBezTo>
                  <a:cubicBezTo>
                    <a:pt x="499737" y="61560"/>
                    <a:pt x="499097" y="62570"/>
                    <a:pt x="498929" y="63579"/>
                  </a:cubicBezTo>
                  <a:cubicBezTo>
                    <a:pt x="498794" y="64588"/>
                    <a:pt x="498559" y="65093"/>
                    <a:pt x="498559" y="65530"/>
                  </a:cubicBezTo>
                  <a:cubicBezTo>
                    <a:pt x="498559" y="65967"/>
                    <a:pt x="498626" y="66977"/>
                    <a:pt x="498559" y="67212"/>
                  </a:cubicBezTo>
                  <a:cubicBezTo>
                    <a:pt x="498492" y="67414"/>
                    <a:pt x="497919" y="69163"/>
                    <a:pt x="497549" y="69903"/>
                  </a:cubicBezTo>
                  <a:cubicBezTo>
                    <a:pt x="497179" y="70643"/>
                    <a:pt x="496977" y="71484"/>
                    <a:pt x="496742" y="71652"/>
                  </a:cubicBezTo>
                  <a:cubicBezTo>
                    <a:pt x="496506" y="71787"/>
                    <a:pt x="495866" y="73974"/>
                    <a:pt x="495362" y="73974"/>
                  </a:cubicBezTo>
                  <a:cubicBezTo>
                    <a:pt x="494857" y="73974"/>
                    <a:pt x="491727" y="73604"/>
                    <a:pt x="491727" y="73604"/>
                  </a:cubicBezTo>
                  <a:lnTo>
                    <a:pt x="487655" y="70778"/>
                  </a:lnTo>
                  <a:lnTo>
                    <a:pt x="483583" y="66775"/>
                  </a:lnTo>
                  <a:lnTo>
                    <a:pt x="479881" y="63142"/>
                  </a:lnTo>
                  <a:lnTo>
                    <a:pt x="478736" y="59811"/>
                  </a:lnTo>
                  <a:lnTo>
                    <a:pt x="479376" y="57356"/>
                  </a:lnTo>
                  <a:lnTo>
                    <a:pt x="481563" y="55270"/>
                  </a:lnTo>
                  <a:lnTo>
                    <a:pt x="483583" y="53016"/>
                  </a:lnTo>
                  <a:lnTo>
                    <a:pt x="482640" y="49753"/>
                  </a:lnTo>
                  <a:lnTo>
                    <a:pt x="481261" y="47869"/>
                  </a:lnTo>
                  <a:lnTo>
                    <a:pt x="478635" y="43025"/>
                  </a:lnTo>
                  <a:cubicBezTo>
                    <a:pt x="478635" y="43025"/>
                    <a:pt x="477256" y="39123"/>
                    <a:pt x="477256" y="38820"/>
                  </a:cubicBezTo>
                  <a:cubicBezTo>
                    <a:pt x="477256" y="38517"/>
                    <a:pt x="477828" y="37811"/>
                    <a:pt x="478332" y="37643"/>
                  </a:cubicBezTo>
                  <a:cubicBezTo>
                    <a:pt x="478837" y="37508"/>
                    <a:pt x="479578" y="35759"/>
                    <a:pt x="479578" y="35759"/>
                  </a:cubicBezTo>
                  <a:cubicBezTo>
                    <a:pt x="479578" y="35759"/>
                    <a:pt x="479578" y="33505"/>
                    <a:pt x="479578" y="33303"/>
                  </a:cubicBezTo>
                  <a:cubicBezTo>
                    <a:pt x="479578" y="33101"/>
                    <a:pt x="479409" y="30478"/>
                    <a:pt x="479409" y="30175"/>
                  </a:cubicBezTo>
                  <a:cubicBezTo>
                    <a:pt x="479409" y="29872"/>
                    <a:pt x="477626" y="25768"/>
                    <a:pt x="477626" y="25533"/>
                  </a:cubicBezTo>
                  <a:cubicBezTo>
                    <a:pt x="477626" y="25331"/>
                    <a:pt x="477693" y="23649"/>
                    <a:pt x="477626" y="23279"/>
                  </a:cubicBezTo>
                  <a:cubicBezTo>
                    <a:pt x="477558" y="22909"/>
                    <a:pt x="477188" y="20756"/>
                    <a:pt x="477188" y="20453"/>
                  </a:cubicBezTo>
                  <a:cubicBezTo>
                    <a:pt x="477188" y="20150"/>
                    <a:pt x="475741" y="18132"/>
                    <a:pt x="475741" y="18132"/>
                  </a:cubicBezTo>
                  <a:cubicBezTo>
                    <a:pt x="475741" y="18132"/>
                    <a:pt x="474294" y="16820"/>
                    <a:pt x="473991" y="16820"/>
                  </a:cubicBezTo>
                  <a:cubicBezTo>
                    <a:pt x="473688" y="16820"/>
                    <a:pt x="472308" y="16753"/>
                    <a:pt x="472039" y="16753"/>
                  </a:cubicBezTo>
                  <a:cubicBezTo>
                    <a:pt x="471736" y="16753"/>
                    <a:pt x="470592" y="17762"/>
                    <a:pt x="469784" y="18132"/>
                  </a:cubicBezTo>
                  <a:cubicBezTo>
                    <a:pt x="468977" y="18502"/>
                    <a:pt x="467967" y="19376"/>
                    <a:pt x="467529" y="19444"/>
                  </a:cubicBezTo>
                  <a:cubicBezTo>
                    <a:pt x="467092" y="19511"/>
                    <a:pt x="465140" y="19242"/>
                    <a:pt x="464198" y="19242"/>
                  </a:cubicBezTo>
                  <a:cubicBezTo>
                    <a:pt x="463255" y="19242"/>
                    <a:pt x="462010" y="18939"/>
                    <a:pt x="461741" y="18872"/>
                  </a:cubicBezTo>
                  <a:cubicBezTo>
                    <a:pt x="461438" y="18805"/>
                    <a:pt x="458914" y="17728"/>
                    <a:pt x="458409" y="17627"/>
                  </a:cubicBezTo>
                  <a:cubicBezTo>
                    <a:pt x="457904" y="17560"/>
                    <a:pt x="455885" y="16618"/>
                    <a:pt x="455649" y="16618"/>
                  </a:cubicBezTo>
                  <a:cubicBezTo>
                    <a:pt x="455447" y="16618"/>
                    <a:pt x="452890" y="16685"/>
                    <a:pt x="452553" y="16753"/>
                  </a:cubicBezTo>
                  <a:cubicBezTo>
                    <a:pt x="452183" y="16820"/>
                    <a:pt x="450601" y="17997"/>
                    <a:pt x="450096" y="18334"/>
                  </a:cubicBezTo>
                  <a:cubicBezTo>
                    <a:pt x="449591" y="18704"/>
                    <a:pt x="448144" y="20352"/>
                    <a:pt x="448144" y="20352"/>
                  </a:cubicBezTo>
                  <a:lnTo>
                    <a:pt x="445822" y="21597"/>
                  </a:lnTo>
                  <a:lnTo>
                    <a:pt x="440740" y="21967"/>
                  </a:lnTo>
                  <a:cubicBezTo>
                    <a:pt x="440740" y="21967"/>
                    <a:pt x="439529" y="23581"/>
                    <a:pt x="438822" y="24019"/>
                  </a:cubicBezTo>
                  <a:cubicBezTo>
                    <a:pt x="438115" y="24456"/>
                    <a:pt x="437240" y="24725"/>
                    <a:pt x="437038" y="24826"/>
                  </a:cubicBezTo>
                  <a:cubicBezTo>
                    <a:pt x="436803" y="24927"/>
                    <a:pt x="436163" y="26037"/>
                    <a:pt x="435995" y="26609"/>
                  </a:cubicBezTo>
                  <a:cubicBezTo>
                    <a:pt x="435827" y="27215"/>
                    <a:pt x="434144" y="28123"/>
                    <a:pt x="433505" y="28392"/>
                  </a:cubicBezTo>
                  <a:cubicBezTo>
                    <a:pt x="432865" y="28661"/>
                    <a:pt x="432192" y="28493"/>
                    <a:pt x="432192" y="28493"/>
                  </a:cubicBezTo>
                  <a:lnTo>
                    <a:pt x="429365" y="27786"/>
                  </a:lnTo>
                  <a:lnTo>
                    <a:pt x="428221" y="27618"/>
                  </a:lnTo>
                  <a:lnTo>
                    <a:pt x="426706" y="25869"/>
                  </a:lnTo>
                  <a:lnTo>
                    <a:pt x="426000" y="24288"/>
                  </a:lnTo>
                  <a:lnTo>
                    <a:pt x="425360" y="22370"/>
                  </a:lnTo>
                  <a:lnTo>
                    <a:pt x="425024" y="20789"/>
                  </a:lnTo>
                  <a:lnTo>
                    <a:pt x="425663" y="18233"/>
                  </a:lnTo>
                  <a:lnTo>
                    <a:pt x="425663" y="17459"/>
                  </a:lnTo>
                  <a:cubicBezTo>
                    <a:pt x="425663" y="17459"/>
                    <a:pt x="425899" y="15945"/>
                    <a:pt x="425899" y="15777"/>
                  </a:cubicBezTo>
                  <a:cubicBezTo>
                    <a:pt x="425899" y="15609"/>
                    <a:pt x="426235" y="14162"/>
                    <a:pt x="426235" y="13927"/>
                  </a:cubicBezTo>
                  <a:cubicBezTo>
                    <a:pt x="426235" y="13691"/>
                    <a:pt x="425663" y="11269"/>
                    <a:pt x="425663" y="11269"/>
                  </a:cubicBezTo>
                  <a:lnTo>
                    <a:pt x="425663" y="8982"/>
                  </a:lnTo>
                  <a:lnTo>
                    <a:pt x="424990" y="6963"/>
                  </a:lnTo>
                  <a:lnTo>
                    <a:pt x="424317" y="4844"/>
                  </a:lnTo>
                  <a:cubicBezTo>
                    <a:pt x="424317" y="4844"/>
                    <a:pt x="423173" y="3869"/>
                    <a:pt x="422971" y="3768"/>
                  </a:cubicBezTo>
                  <a:cubicBezTo>
                    <a:pt x="422735" y="3667"/>
                    <a:pt x="420918" y="3061"/>
                    <a:pt x="420918" y="3061"/>
                  </a:cubicBezTo>
                  <a:cubicBezTo>
                    <a:pt x="420918" y="3061"/>
                    <a:pt x="418528" y="3128"/>
                    <a:pt x="418360" y="3162"/>
                  </a:cubicBezTo>
                  <a:cubicBezTo>
                    <a:pt x="418192" y="3229"/>
                    <a:pt x="417048" y="3667"/>
                    <a:pt x="417048" y="3667"/>
                  </a:cubicBezTo>
                  <a:lnTo>
                    <a:pt x="415264" y="5147"/>
                  </a:lnTo>
                  <a:lnTo>
                    <a:pt x="413110" y="6795"/>
                  </a:lnTo>
                  <a:cubicBezTo>
                    <a:pt x="413110" y="6795"/>
                    <a:pt x="409610" y="5921"/>
                    <a:pt x="407456" y="5214"/>
                  </a:cubicBezTo>
                  <a:cubicBezTo>
                    <a:pt x="405268" y="4508"/>
                    <a:pt x="405437" y="4205"/>
                    <a:pt x="405134" y="3768"/>
                  </a:cubicBezTo>
                  <a:cubicBezTo>
                    <a:pt x="404831" y="3330"/>
                    <a:pt x="404259" y="2893"/>
                    <a:pt x="403821" y="2758"/>
                  </a:cubicBezTo>
                  <a:cubicBezTo>
                    <a:pt x="403384" y="2624"/>
                    <a:pt x="400927" y="875"/>
                    <a:pt x="400927" y="875"/>
                  </a:cubicBezTo>
                  <a:lnTo>
                    <a:pt x="398739" y="0"/>
                  </a:lnTo>
                  <a:lnTo>
                    <a:pt x="396821" y="0"/>
                  </a:lnTo>
                  <a:lnTo>
                    <a:pt x="394364" y="1884"/>
                  </a:lnTo>
                  <a:lnTo>
                    <a:pt x="392782" y="4642"/>
                  </a:lnTo>
                  <a:lnTo>
                    <a:pt x="389148" y="7670"/>
                  </a:lnTo>
                  <a:lnTo>
                    <a:pt x="386691" y="8679"/>
                  </a:lnTo>
                  <a:lnTo>
                    <a:pt x="386119" y="11303"/>
                  </a:lnTo>
                  <a:cubicBezTo>
                    <a:pt x="386119" y="11303"/>
                    <a:pt x="385244" y="15643"/>
                    <a:pt x="385244" y="16080"/>
                  </a:cubicBezTo>
                  <a:cubicBezTo>
                    <a:pt x="385244" y="16517"/>
                    <a:pt x="385816" y="19982"/>
                    <a:pt x="385816" y="19982"/>
                  </a:cubicBezTo>
                  <a:lnTo>
                    <a:pt x="385816" y="21866"/>
                  </a:lnTo>
                  <a:lnTo>
                    <a:pt x="387196" y="24456"/>
                  </a:lnTo>
                  <a:lnTo>
                    <a:pt x="391033" y="25331"/>
                  </a:lnTo>
                  <a:lnTo>
                    <a:pt x="392782" y="28661"/>
                  </a:lnTo>
                  <a:lnTo>
                    <a:pt x="392782" y="32126"/>
                  </a:lnTo>
                  <a:lnTo>
                    <a:pt x="392782" y="34312"/>
                  </a:lnTo>
                  <a:lnTo>
                    <a:pt x="391706" y="36499"/>
                  </a:lnTo>
                  <a:cubicBezTo>
                    <a:pt x="391706" y="36499"/>
                    <a:pt x="390023" y="38383"/>
                    <a:pt x="389585" y="38517"/>
                  </a:cubicBezTo>
                  <a:cubicBezTo>
                    <a:pt x="389148" y="38652"/>
                    <a:pt x="387701" y="39829"/>
                    <a:pt x="387129" y="39829"/>
                  </a:cubicBezTo>
                  <a:cubicBezTo>
                    <a:pt x="386556" y="39829"/>
                    <a:pt x="384672" y="40704"/>
                    <a:pt x="384672" y="40704"/>
                  </a:cubicBezTo>
                  <a:cubicBezTo>
                    <a:pt x="384672" y="40704"/>
                    <a:pt x="382787" y="41713"/>
                    <a:pt x="382215" y="41713"/>
                  </a:cubicBezTo>
                  <a:cubicBezTo>
                    <a:pt x="381643" y="41713"/>
                    <a:pt x="380465" y="43160"/>
                    <a:pt x="380465" y="43160"/>
                  </a:cubicBezTo>
                  <a:cubicBezTo>
                    <a:pt x="380465" y="43160"/>
                    <a:pt x="379758" y="44472"/>
                    <a:pt x="379152" y="44741"/>
                  </a:cubicBezTo>
                  <a:cubicBezTo>
                    <a:pt x="378580" y="45044"/>
                    <a:pt x="377571" y="47197"/>
                    <a:pt x="377133" y="47634"/>
                  </a:cubicBezTo>
                  <a:cubicBezTo>
                    <a:pt x="376696" y="48071"/>
                    <a:pt x="376123" y="49518"/>
                    <a:pt x="375551" y="49652"/>
                  </a:cubicBezTo>
                  <a:cubicBezTo>
                    <a:pt x="374979" y="49787"/>
                    <a:pt x="373229" y="49787"/>
                    <a:pt x="373229" y="49787"/>
                  </a:cubicBezTo>
                  <a:lnTo>
                    <a:pt x="371917" y="49349"/>
                  </a:lnTo>
                  <a:cubicBezTo>
                    <a:pt x="371917" y="49349"/>
                    <a:pt x="371210" y="45716"/>
                    <a:pt x="370469" y="45279"/>
                  </a:cubicBezTo>
                  <a:cubicBezTo>
                    <a:pt x="369763" y="44842"/>
                    <a:pt x="370772" y="42521"/>
                    <a:pt x="370469" y="41949"/>
                  </a:cubicBezTo>
                  <a:cubicBezTo>
                    <a:pt x="370200" y="41377"/>
                    <a:pt x="367272" y="37172"/>
                    <a:pt x="367272" y="37172"/>
                  </a:cubicBezTo>
                  <a:lnTo>
                    <a:pt x="362359" y="36432"/>
                  </a:lnTo>
                  <a:lnTo>
                    <a:pt x="357580" y="36432"/>
                  </a:lnTo>
                  <a:lnTo>
                    <a:pt x="353810" y="37676"/>
                  </a:lnTo>
                  <a:cubicBezTo>
                    <a:pt x="353810" y="37676"/>
                    <a:pt x="350109" y="38854"/>
                    <a:pt x="349402" y="39056"/>
                  </a:cubicBezTo>
                  <a:cubicBezTo>
                    <a:pt x="348661" y="39258"/>
                    <a:pt x="348392" y="39493"/>
                    <a:pt x="348392" y="39493"/>
                  </a:cubicBezTo>
                  <a:cubicBezTo>
                    <a:pt x="348392" y="39493"/>
                    <a:pt x="347753" y="40805"/>
                    <a:pt x="347753" y="41074"/>
                  </a:cubicBezTo>
                  <a:cubicBezTo>
                    <a:pt x="347753" y="41343"/>
                    <a:pt x="347181" y="42655"/>
                    <a:pt x="347181" y="43597"/>
                  </a:cubicBezTo>
                  <a:cubicBezTo>
                    <a:pt x="347181" y="44539"/>
                    <a:pt x="346541" y="46557"/>
                    <a:pt x="346306" y="46793"/>
                  </a:cubicBezTo>
                  <a:cubicBezTo>
                    <a:pt x="346104" y="47028"/>
                    <a:pt x="344926" y="48407"/>
                    <a:pt x="344926" y="48407"/>
                  </a:cubicBezTo>
                  <a:lnTo>
                    <a:pt x="343277" y="47533"/>
                  </a:lnTo>
                  <a:lnTo>
                    <a:pt x="339642" y="45851"/>
                  </a:lnTo>
                  <a:cubicBezTo>
                    <a:pt x="339642" y="45851"/>
                    <a:pt x="337959" y="45414"/>
                    <a:pt x="337690" y="45414"/>
                  </a:cubicBezTo>
                  <a:cubicBezTo>
                    <a:pt x="337387" y="45414"/>
                    <a:pt x="335940" y="45986"/>
                    <a:pt x="335940" y="45986"/>
                  </a:cubicBezTo>
                  <a:cubicBezTo>
                    <a:pt x="335940" y="45986"/>
                    <a:pt x="334055" y="47230"/>
                    <a:pt x="333853" y="47230"/>
                  </a:cubicBezTo>
                  <a:cubicBezTo>
                    <a:pt x="333618" y="47230"/>
                    <a:pt x="331397" y="48609"/>
                    <a:pt x="330387" y="49417"/>
                  </a:cubicBezTo>
                  <a:cubicBezTo>
                    <a:pt x="329377" y="50224"/>
                    <a:pt x="327493" y="51940"/>
                    <a:pt x="327796" y="53117"/>
                  </a:cubicBezTo>
                  <a:cubicBezTo>
                    <a:pt x="328098" y="54261"/>
                    <a:pt x="328671" y="54261"/>
                    <a:pt x="329512" y="55068"/>
                  </a:cubicBezTo>
                  <a:cubicBezTo>
                    <a:pt x="330387" y="55876"/>
                    <a:pt x="330589" y="56380"/>
                    <a:pt x="333147" y="58903"/>
                  </a:cubicBezTo>
                  <a:cubicBezTo>
                    <a:pt x="335671" y="61426"/>
                    <a:pt x="333719" y="60047"/>
                    <a:pt x="333954" y="61729"/>
                  </a:cubicBezTo>
                  <a:cubicBezTo>
                    <a:pt x="334156" y="63377"/>
                    <a:pt x="333954" y="63814"/>
                    <a:pt x="333584" y="65059"/>
                  </a:cubicBezTo>
                  <a:cubicBezTo>
                    <a:pt x="333214" y="66270"/>
                    <a:pt x="332642" y="66136"/>
                    <a:pt x="332204" y="66741"/>
                  </a:cubicBezTo>
                  <a:cubicBezTo>
                    <a:pt x="331767" y="67313"/>
                    <a:pt x="330623" y="68995"/>
                    <a:pt x="330050" y="69264"/>
                  </a:cubicBezTo>
                  <a:cubicBezTo>
                    <a:pt x="329478" y="69567"/>
                    <a:pt x="327358" y="69264"/>
                    <a:pt x="326853" y="69062"/>
                  </a:cubicBezTo>
                  <a:cubicBezTo>
                    <a:pt x="326348" y="68827"/>
                    <a:pt x="324666" y="67683"/>
                    <a:pt x="324094" y="67178"/>
                  </a:cubicBezTo>
                  <a:cubicBezTo>
                    <a:pt x="323521" y="66674"/>
                    <a:pt x="322209" y="66236"/>
                    <a:pt x="322209" y="66236"/>
                  </a:cubicBezTo>
                  <a:cubicBezTo>
                    <a:pt x="322209" y="66236"/>
                    <a:pt x="321065" y="65530"/>
                    <a:pt x="320829" y="65597"/>
                  </a:cubicBezTo>
                  <a:cubicBezTo>
                    <a:pt x="320627" y="65665"/>
                    <a:pt x="319887" y="66539"/>
                    <a:pt x="319887" y="66539"/>
                  </a:cubicBezTo>
                  <a:cubicBezTo>
                    <a:pt x="319887" y="66539"/>
                    <a:pt x="320257" y="68558"/>
                    <a:pt x="320391" y="68793"/>
                  </a:cubicBezTo>
                  <a:cubicBezTo>
                    <a:pt x="320526" y="69029"/>
                    <a:pt x="320694" y="70744"/>
                    <a:pt x="320694" y="70744"/>
                  </a:cubicBezTo>
                  <a:lnTo>
                    <a:pt x="321805" y="72998"/>
                  </a:lnTo>
                  <a:cubicBezTo>
                    <a:pt x="321805" y="72998"/>
                    <a:pt x="321906" y="74579"/>
                    <a:pt x="321704" y="75387"/>
                  </a:cubicBezTo>
                  <a:cubicBezTo>
                    <a:pt x="321502" y="76194"/>
                    <a:pt x="321973" y="76026"/>
                    <a:pt x="321704" y="77203"/>
                  </a:cubicBezTo>
                  <a:cubicBezTo>
                    <a:pt x="321435" y="78347"/>
                    <a:pt x="321401" y="78279"/>
                    <a:pt x="321603" y="79154"/>
                  </a:cubicBezTo>
                  <a:cubicBezTo>
                    <a:pt x="321839" y="80029"/>
                    <a:pt x="321603" y="80533"/>
                    <a:pt x="321603" y="80971"/>
                  </a:cubicBezTo>
                  <a:cubicBezTo>
                    <a:pt x="321603" y="81408"/>
                    <a:pt x="320526" y="82854"/>
                    <a:pt x="320291" y="83729"/>
                  </a:cubicBezTo>
                  <a:cubicBezTo>
                    <a:pt x="320089" y="84604"/>
                    <a:pt x="319214" y="84671"/>
                    <a:pt x="318642" y="85478"/>
                  </a:cubicBezTo>
                  <a:cubicBezTo>
                    <a:pt x="318069" y="86286"/>
                    <a:pt x="316824" y="84839"/>
                    <a:pt x="316622" y="84604"/>
                  </a:cubicBezTo>
                  <a:cubicBezTo>
                    <a:pt x="316387" y="84368"/>
                    <a:pt x="316050" y="83292"/>
                    <a:pt x="316050" y="83292"/>
                  </a:cubicBezTo>
                  <a:lnTo>
                    <a:pt x="314603" y="79659"/>
                  </a:lnTo>
                  <a:lnTo>
                    <a:pt x="314031" y="79087"/>
                  </a:lnTo>
                  <a:cubicBezTo>
                    <a:pt x="314031" y="79087"/>
                    <a:pt x="311709" y="78717"/>
                    <a:pt x="310766" y="78649"/>
                  </a:cubicBezTo>
                  <a:cubicBezTo>
                    <a:pt x="309824" y="78582"/>
                    <a:pt x="308512" y="78448"/>
                    <a:pt x="307939" y="78448"/>
                  </a:cubicBezTo>
                  <a:cubicBezTo>
                    <a:pt x="307367" y="78448"/>
                    <a:pt x="306425" y="76698"/>
                    <a:pt x="306290" y="76127"/>
                  </a:cubicBezTo>
                  <a:cubicBezTo>
                    <a:pt x="306156" y="75555"/>
                    <a:pt x="306156" y="74445"/>
                    <a:pt x="306156" y="74445"/>
                  </a:cubicBezTo>
                  <a:lnTo>
                    <a:pt x="306526" y="73133"/>
                  </a:lnTo>
                  <a:lnTo>
                    <a:pt x="306829" y="71989"/>
                  </a:lnTo>
                  <a:lnTo>
                    <a:pt x="307535" y="70542"/>
                  </a:lnTo>
                  <a:lnTo>
                    <a:pt x="307973" y="69668"/>
                  </a:lnTo>
                  <a:cubicBezTo>
                    <a:pt x="307973" y="69668"/>
                    <a:pt x="308848" y="67986"/>
                    <a:pt x="309218" y="67717"/>
                  </a:cubicBezTo>
                  <a:cubicBezTo>
                    <a:pt x="309588" y="67414"/>
                    <a:pt x="310161" y="66707"/>
                    <a:pt x="310161" y="66707"/>
                  </a:cubicBezTo>
                  <a:lnTo>
                    <a:pt x="311036" y="65631"/>
                  </a:lnTo>
                  <a:lnTo>
                    <a:pt x="311473" y="64252"/>
                  </a:lnTo>
                  <a:lnTo>
                    <a:pt x="311911" y="63310"/>
                  </a:lnTo>
                  <a:lnTo>
                    <a:pt x="312415" y="62233"/>
                  </a:lnTo>
                  <a:lnTo>
                    <a:pt x="312920" y="59980"/>
                  </a:lnTo>
                  <a:lnTo>
                    <a:pt x="312920" y="58903"/>
                  </a:lnTo>
                  <a:lnTo>
                    <a:pt x="312718" y="56885"/>
                  </a:lnTo>
                  <a:lnTo>
                    <a:pt x="313391" y="54934"/>
                  </a:lnTo>
                  <a:lnTo>
                    <a:pt x="311439" y="54227"/>
                  </a:lnTo>
                  <a:lnTo>
                    <a:pt x="310632" y="54093"/>
                  </a:lnTo>
                  <a:lnTo>
                    <a:pt x="308949" y="53958"/>
                  </a:lnTo>
                  <a:lnTo>
                    <a:pt x="305886" y="51940"/>
                  </a:lnTo>
                  <a:lnTo>
                    <a:pt x="304742" y="49989"/>
                  </a:lnTo>
                  <a:lnTo>
                    <a:pt x="302285" y="49114"/>
                  </a:lnTo>
                  <a:lnTo>
                    <a:pt x="301141" y="47297"/>
                  </a:lnTo>
                  <a:lnTo>
                    <a:pt x="300232" y="46793"/>
                  </a:lnTo>
                  <a:cubicBezTo>
                    <a:pt x="300232" y="46793"/>
                    <a:pt x="298886" y="43463"/>
                    <a:pt x="298886" y="43160"/>
                  </a:cubicBezTo>
                  <a:cubicBezTo>
                    <a:pt x="298886" y="42857"/>
                    <a:pt x="297204" y="41579"/>
                    <a:pt x="297204" y="41579"/>
                  </a:cubicBezTo>
                  <a:lnTo>
                    <a:pt x="295958" y="40569"/>
                  </a:lnTo>
                  <a:cubicBezTo>
                    <a:pt x="295958" y="40569"/>
                    <a:pt x="295386" y="39695"/>
                    <a:pt x="294949" y="39325"/>
                  </a:cubicBezTo>
                  <a:cubicBezTo>
                    <a:pt x="294511" y="38955"/>
                    <a:pt x="292929" y="38316"/>
                    <a:pt x="292929" y="38316"/>
                  </a:cubicBezTo>
                  <a:cubicBezTo>
                    <a:pt x="292929" y="38316"/>
                    <a:pt x="292223" y="38316"/>
                    <a:pt x="291920" y="38316"/>
                  </a:cubicBezTo>
                  <a:cubicBezTo>
                    <a:pt x="291617" y="38316"/>
                    <a:pt x="291280" y="39459"/>
                    <a:pt x="290977" y="39829"/>
                  </a:cubicBezTo>
                  <a:cubicBezTo>
                    <a:pt x="290675" y="40199"/>
                    <a:pt x="290473" y="40704"/>
                    <a:pt x="290237" y="40973"/>
                  </a:cubicBezTo>
                  <a:cubicBezTo>
                    <a:pt x="290035" y="41276"/>
                    <a:pt x="289867" y="43059"/>
                    <a:pt x="289968" y="43933"/>
                  </a:cubicBezTo>
                  <a:cubicBezTo>
                    <a:pt x="290035" y="44808"/>
                    <a:pt x="289968" y="45615"/>
                    <a:pt x="289968" y="46187"/>
                  </a:cubicBezTo>
                  <a:cubicBezTo>
                    <a:pt x="289968" y="46759"/>
                    <a:pt x="290977" y="48004"/>
                    <a:pt x="291415" y="48811"/>
                  </a:cubicBezTo>
                  <a:cubicBezTo>
                    <a:pt x="291852" y="49618"/>
                    <a:pt x="291987" y="49686"/>
                    <a:pt x="292795" y="50830"/>
                  </a:cubicBezTo>
                  <a:cubicBezTo>
                    <a:pt x="293603" y="51973"/>
                    <a:pt x="294747" y="52276"/>
                    <a:pt x="295050" y="52646"/>
                  </a:cubicBezTo>
                  <a:cubicBezTo>
                    <a:pt x="295352" y="53016"/>
                    <a:pt x="295487" y="53353"/>
                    <a:pt x="296127" y="53891"/>
                  </a:cubicBezTo>
                  <a:cubicBezTo>
                    <a:pt x="296766" y="54395"/>
                    <a:pt x="297877" y="55035"/>
                    <a:pt x="298449" y="55909"/>
                  </a:cubicBezTo>
                  <a:cubicBezTo>
                    <a:pt x="299021" y="56784"/>
                    <a:pt x="299391" y="57658"/>
                    <a:pt x="299896" y="58735"/>
                  </a:cubicBezTo>
                  <a:cubicBezTo>
                    <a:pt x="300401" y="59811"/>
                    <a:pt x="300199" y="60114"/>
                    <a:pt x="300199" y="60417"/>
                  </a:cubicBezTo>
                  <a:cubicBezTo>
                    <a:pt x="300199" y="60719"/>
                    <a:pt x="299761" y="62233"/>
                    <a:pt x="299627" y="62805"/>
                  </a:cubicBezTo>
                  <a:cubicBezTo>
                    <a:pt x="299492" y="63377"/>
                    <a:pt x="297944" y="63747"/>
                    <a:pt x="297944" y="63747"/>
                  </a:cubicBezTo>
                  <a:lnTo>
                    <a:pt x="297439" y="64117"/>
                  </a:lnTo>
                  <a:lnTo>
                    <a:pt x="295117" y="65261"/>
                  </a:lnTo>
                  <a:cubicBezTo>
                    <a:pt x="295117" y="65261"/>
                    <a:pt x="293535" y="66136"/>
                    <a:pt x="293434" y="66405"/>
                  </a:cubicBezTo>
                  <a:cubicBezTo>
                    <a:pt x="293367" y="66707"/>
                    <a:pt x="292795" y="67212"/>
                    <a:pt x="292795" y="67481"/>
                  </a:cubicBezTo>
                  <a:cubicBezTo>
                    <a:pt x="292795" y="67784"/>
                    <a:pt x="292795" y="68356"/>
                    <a:pt x="293165" y="68995"/>
                  </a:cubicBezTo>
                  <a:cubicBezTo>
                    <a:pt x="293535" y="69634"/>
                    <a:pt x="293804" y="69432"/>
                    <a:pt x="293804" y="69432"/>
                  </a:cubicBezTo>
                  <a:cubicBezTo>
                    <a:pt x="293804" y="69432"/>
                    <a:pt x="294242" y="70172"/>
                    <a:pt x="294107" y="70576"/>
                  </a:cubicBezTo>
                  <a:cubicBezTo>
                    <a:pt x="293973" y="71013"/>
                    <a:pt x="294107" y="71652"/>
                    <a:pt x="294107" y="71652"/>
                  </a:cubicBezTo>
                  <a:lnTo>
                    <a:pt x="293165" y="72729"/>
                  </a:lnTo>
                  <a:cubicBezTo>
                    <a:pt x="293165" y="72729"/>
                    <a:pt x="292660" y="72931"/>
                    <a:pt x="292391" y="73032"/>
                  </a:cubicBezTo>
                  <a:cubicBezTo>
                    <a:pt x="292088" y="73099"/>
                    <a:pt x="291213" y="73469"/>
                    <a:pt x="291213" y="73469"/>
                  </a:cubicBezTo>
                  <a:lnTo>
                    <a:pt x="289396" y="71585"/>
                  </a:lnTo>
                  <a:cubicBezTo>
                    <a:pt x="289396" y="71585"/>
                    <a:pt x="288588" y="70946"/>
                    <a:pt x="288386" y="70946"/>
                  </a:cubicBezTo>
                  <a:cubicBezTo>
                    <a:pt x="288151" y="70946"/>
                    <a:pt x="287511" y="70374"/>
                    <a:pt x="287511" y="70374"/>
                  </a:cubicBezTo>
                  <a:lnTo>
                    <a:pt x="286939" y="69802"/>
                  </a:lnTo>
                  <a:lnTo>
                    <a:pt x="285694" y="69500"/>
                  </a:lnTo>
                  <a:cubicBezTo>
                    <a:pt x="285694" y="69500"/>
                    <a:pt x="284987" y="69567"/>
                    <a:pt x="284751" y="69634"/>
                  </a:cubicBezTo>
                  <a:cubicBezTo>
                    <a:pt x="284549" y="69701"/>
                    <a:pt x="283371" y="70879"/>
                    <a:pt x="283371" y="70879"/>
                  </a:cubicBezTo>
                  <a:cubicBezTo>
                    <a:pt x="283371" y="70879"/>
                    <a:pt x="283069" y="72258"/>
                    <a:pt x="283573" y="72695"/>
                  </a:cubicBezTo>
                  <a:cubicBezTo>
                    <a:pt x="284078" y="73133"/>
                    <a:pt x="285155" y="74276"/>
                    <a:pt x="285155" y="74276"/>
                  </a:cubicBezTo>
                  <a:lnTo>
                    <a:pt x="284213" y="77102"/>
                  </a:lnTo>
                  <a:cubicBezTo>
                    <a:pt x="284213" y="77102"/>
                    <a:pt x="283775" y="78145"/>
                    <a:pt x="282799" y="78582"/>
                  </a:cubicBezTo>
                  <a:cubicBezTo>
                    <a:pt x="281823" y="79019"/>
                    <a:pt x="281049" y="78347"/>
                    <a:pt x="281049" y="78347"/>
                  </a:cubicBezTo>
                  <a:lnTo>
                    <a:pt x="279198" y="77708"/>
                  </a:lnTo>
                  <a:lnTo>
                    <a:pt x="277583" y="76934"/>
                  </a:lnTo>
                  <a:lnTo>
                    <a:pt x="275732" y="75319"/>
                  </a:lnTo>
                  <a:lnTo>
                    <a:pt x="274756" y="73705"/>
                  </a:lnTo>
                  <a:lnTo>
                    <a:pt x="273982" y="72090"/>
                  </a:lnTo>
                  <a:lnTo>
                    <a:pt x="272804" y="70879"/>
                  </a:lnTo>
                  <a:lnTo>
                    <a:pt x="270717" y="71215"/>
                  </a:lnTo>
                  <a:lnTo>
                    <a:pt x="269641" y="68928"/>
                  </a:lnTo>
                  <a:lnTo>
                    <a:pt x="268866" y="67077"/>
                  </a:lnTo>
                  <a:lnTo>
                    <a:pt x="266813" y="62940"/>
                  </a:lnTo>
                  <a:lnTo>
                    <a:pt x="264188" y="61628"/>
                  </a:lnTo>
                  <a:lnTo>
                    <a:pt x="262775" y="61830"/>
                  </a:lnTo>
                  <a:lnTo>
                    <a:pt x="261260" y="62166"/>
                  </a:lnTo>
                  <a:lnTo>
                    <a:pt x="258534" y="61964"/>
                  </a:lnTo>
                  <a:lnTo>
                    <a:pt x="256044" y="59475"/>
                  </a:lnTo>
                  <a:lnTo>
                    <a:pt x="253991" y="56750"/>
                  </a:lnTo>
                  <a:lnTo>
                    <a:pt x="250525" y="53386"/>
                  </a:lnTo>
                  <a:lnTo>
                    <a:pt x="249212" y="50560"/>
                  </a:lnTo>
                  <a:lnTo>
                    <a:pt x="248438" y="47836"/>
                  </a:lnTo>
                  <a:lnTo>
                    <a:pt x="245948" y="46961"/>
                  </a:lnTo>
                  <a:lnTo>
                    <a:pt x="243895" y="46961"/>
                  </a:lnTo>
                  <a:lnTo>
                    <a:pt x="241606" y="50392"/>
                  </a:lnTo>
                  <a:lnTo>
                    <a:pt x="239553" y="52512"/>
                  </a:lnTo>
                  <a:lnTo>
                    <a:pt x="238140" y="54799"/>
                  </a:lnTo>
                  <a:lnTo>
                    <a:pt x="238140" y="55976"/>
                  </a:lnTo>
                  <a:cubicBezTo>
                    <a:pt x="238140" y="55976"/>
                    <a:pt x="238577" y="61628"/>
                    <a:pt x="238577" y="62065"/>
                  </a:cubicBezTo>
                  <a:cubicBezTo>
                    <a:pt x="238577" y="62502"/>
                    <a:pt x="238039" y="63041"/>
                    <a:pt x="236962" y="64891"/>
                  </a:cubicBezTo>
                  <a:cubicBezTo>
                    <a:pt x="235885" y="66741"/>
                    <a:pt x="235649" y="65227"/>
                    <a:pt x="235212" y="65227"/>
                  </a:cubicBezTo>
                  <a:cubicBezTo>
                    <a:pt x="234774" y="65227"/>
                    <a:pt x="232149" y="65227"/>
                    <a:pt x="231611" y="65126"/>
                  </a:cubicBezTo>
                  <a:cubicBezTo>
                    <a:pt x="231072" y="65025"/>
                    <a:pt x="229861" y="64588"/>
                    <a:pt x="229423" y="64252"/>
                  </a:cubicBezTo>
                  <a:cubicBezTo>
                    <a:pt x="228986" y="63915"/>
                    <a:pt x="226832" y="62637"/>
                    <a:pt x="226832" y="62637"/>
                  </a:cubicBezTo>
                  <a:cubicBezTo>
                    <a:pt x="226832" y="62637"/>
                    <a:pt x="224106" y="62637"/>
                    <a:pt x="223668" y="62637"/>
                  </a:cubicBezTo>
                  <a:cubicBezTo>
                    <a:pt x="223231" y="62637"/>
                    <a:pt x="221481" y="63613"/>
                    <a:pt x="220639" y="63613"/>
                  </a:cubicBezTo>
                  <a:cubicBezTo>
                    <a:pt x="219764" y="63613"/>
                    <a:pt x="219125" y="64487"/>
                    <a:pt x="219125" y="64487"/>
                  </a:cubicBezTo>
                  <a:lnTo>
                    <a:pt x="217610" y="65799"/>
                  </a:lnTo>
                  <a:lnTo>
                    <a:pt x="216735" y="66438"/>
                  </a:lnTo>
                  <a:lnTo>
                    <a:pt x="215658" y="67515"/>
                  </a:lnTo>
                  <a:cubicBezTo>
                    <a:pt x="215658" y="67515"/>
                    <a:pt x="213807" y="69903"/>
                    <a:pt x="212932" y="70441"/>
                  </a:cubicBezTo>
                  <a:cubicBezTo>
                    <a:pt x="212057" y="70980"/>
                    <a:pt x="212057" y="71316"/>
                    <a:pt x="211755" y="71417"/>
                  </a:cubicBezTo>
                  <a:cubicBezTo>
                    <a:pt x="211418" y="71518"/>
                    <a:pt x="210678" y="73604"/>
                    <a:pt x="210678" y="73604"/>
                  </a:cubicBezTo>
                  <a:cubicBezTo>
                    <a:pt x="210678" y="73604"/>
                    <a:pt x="209702" y="75353"/>
                    <a:pt x="209365" y="75454"/>
                  </a:cubicBezTo>
                  <a:cubicBezTo>
                    <a:pt x="209029" y="75555"/>
                    <a:pt x="208154" y="76968"/>
                    <a:pt x="207615" y="77405"/>
                  </a:cubicBezTo>
                  <a:cubicBezTo>
                    <a:pt x="207077" y="77842"/>
                    <a:pt x="207278" y="79692"/>
                    <a:pt x="207278" y="79692"/>
                  </a:cubicBezTo>
                  <a:cubicBezTo>
                    <a:pt x="207278" y="79692"/>
                    <a:pt x="208355" y="81105"/>
                    <a:pt x="208793" y="81442"/>
                  </a:cubicBezTo>
                  <a:cubicBezTo>
                    <a:pt x="209230" y="81778"/>
                    <a:pt x="212057" y="84368"/>
                    <a:pt x="212057" y="84368"/>
                  </a:cubicBezTo>
                  <a:lnTo>
                    <a:pt x="212057" y="86858"/>
                  </a:lnTo>
                  <a:lnTo>
                    <a:pt x="211048" y="92846"/>
                  </a:lnTo>
                  <a:cubicBezTo>
                    <a:pt x="211048" y="92846"/>
                    <a:pt x="211115" y="95873"/>
                    <a:pt x="211115" y="96176"/>
                  </a:cubicBezTo>
                  <a:cubicBezTo>
                    <a:pt x="211115" y="96478"/>
                    <a:pt x="210678" y="98934"/>
                    <a:pt x="210678" y="98934"/>
                  </a:cubicBezTo>
                  <a:lnTo>
                    <a:pt x="212495" y="100583"/>
                  </a:lnTo>
                  <a:lnTo>
                    <a:pt x="213235" y="102063"/>
                  </a:lnTo>
                  <a:cubicBezTo>
                    <a:pt x="213235" y="102063"/>
                    <a:pt x="215120" y="103812"/>
                    <a:pt x="215423" y="104249"/>
                  </a:cubicBezTo>
                  <a:cubicBezTo>
                    <a:pt x="215726" y="104687"/>
                    <a:pt x="217442" y="103543"/>
                    <a:pt x="217442" y="102937"/>
                  </a:cubicBezTo>
                  <a:cubicBezTo>
                    <a:pt x="217442" y="102365"/>
                    <a:pt x="220505" y="101491"/>
                    <a:pt x="222356" y="100852"/>
                  </a:cubicBezTo>
                  <a:cubicBezTo>
                    <a:pt x="224240" y="100213"/>
                    <a:pt x="225250" y="101054"/>
                    <a:pt x="226125" y="100919"/>
                  </a:cubicBezTo>
                  <a:cubicBezTo>
                    <a:pt x="227000" y="100784"/>
                    <a:pt x="226832" y="100919"/>
                    <a:pt x="226832" y="100919"/>
                  </a:cubicBezTo>
                  <a:cubicBezTo>
                    <a:pt x="227404" y="100919"/>
                    <a:pt x="227707" y="102298"/>
                    <a:pt x="227707" y="102298"/>
                  </a:cubicBezTo>
                  <a:lnTo>
                    <a:pt x="229019" y="104115"/>
                  </a:lnTo>
                  <a:cubicBezTo>
                    <a:pt x="229019" y="104115"/>
                    <a:pt x="231207" y="106873"/>
                    <a:pt x="231779" y="107008"/>
                  </a:cubicBezTo>
                  <a:cubicBezTo>
                    <a:pt x="232351" y="107142"/>
                    <a:pt x="232654" y="109632"/>
                    <a:pt x="232789" y="111078"/>
                  </a:cubicBezTo>
                  <a:cubicBezTo>
                    <a:pt x="232923" y="112525"/>
                    <a:pt x="232789" y="113096"/>
                    <a:pt x="233091" y="115855"/>
                  </a:cubicBezTo>
                  <a:cubicBezTo>
                    <a:pt x="233394" y="118613"/>
                    <a:pt x="234404" y="118445"/>
                    <a:pt x="234236" y="118883"/>
                  </a:cubicBezTo>
                  <a:cubicBezTo>
                    <a:pt x="234101" y="119320"/>
                    <a:pt x="233226" y="121069"/>
                    <a:pt x="233226" y="121069"/>
                  </a:cubicBezTo>
                  <a:cubicBezTo>
                    <a:pt x="233226" y="121069"/>
                    <a:pt x="232519" y="122213"/>
                    <a:pt x="232519" y="122650"/>
                  </a:cubicBezTo>
                  <a:cubicBezTo>
                    <a:pt x="232519" y="123088"/>
                    <a:pt x="232519" y="125240"/>
                    <a:pt x="232654" y="125678"/>
                  </a:cubicBezTo>
                  <a:cubicBezTo>
                    <a:pt x="232789" y="126115"/>
                    <a:pt x="233798" y="126990"/>
                    <a:pt x="233798" y="126990"/>
                  </a:cubicBezTo>
                  <a:lnTo>
                    <a:pt x="236996" y="126990"/>
                  </a:lnTo>
                  <a:lnTo>
                    <a:pt x="242952" y="126418"/>
                  </a:lnTo>
                  <a:lnTo>
                    <a:pt x="246419" y="125543"/>
                  </a:lnTo>
                  <a:lnTo>
                    <a:pt x="248741" y="124097"/>
                  </a:lnTo>
                  <a:lnTo>
                    <a:pt x="250760" y="122852"/>
                  </a:lnTo>
                  <a:lnTo>
                    <a:pt x="253587" y="121843"/>
                  </a:lnTo>
                  <a:lnTo>
                    <a:pt x="254900" y="120329"/>
                  </a:lnTo>
                  <a:lnTo>
                    <a:pt x="256414" y="120026"/>
                  </a:lnTo>
                  <a:lnTo>
                    <a:pt x="260554" y="120026"/>
                  </a:lnTo>
                  <a:lnTo>
                    <a:pt x="261799" y="120363"/>
                  </a:lnTo>
                  <a:lnTo>
                    <a:pt x="263414" y="121776"/>
                  </a:lnTo>
                  <a:lnTo>
                    <a:pt x="265568" y="121776"/>
                  </a:lnTo>
                  <a:cubicBezTo>
                    <a:pt x="265568" y="121776"/>
                    <a:pt x="267688" y="122381"/>
                    <a:pt x="268328" y="123222"/>
                  </a:cubicBezTo>
                  <a:cubicBezTo>
                    <a:pt x="268967" y="124029"/>
                    <a:pt x="269842" y="123861"/>
                    <a:pt x="270616" y="124265"/>
                  </a:cubicBezTo>
                  <a:cubicBezTo>
                    <a:pt x="271390" y="124702"/>
                    <a:pt x="271491" y="125509"/>
                    <a:pt x="271592" y="126182"/>
                  </a:cubicBezTo>
                  <a:cubicBezTo>
                    <a:pt x="271693" y="126821"/>
                    <a:pt x="271592" y="127259"/>
                    <a:pt x="271592" y="128302"/>
                  </a:cubicBezTo>
                  <a:cubicBezTo>
                    <a:pt x="271592" y="129344"/>
                    <a:pt x="271390" y="129782"/>
                    <a:pt x="271121" y="130253"/>
                  </a:cubicBezTo>
                  <a:cubicBezTo>
                    <a:pt x="270852" y="130724"/>
                    <a:pt x="270515" y="130858"/>
                    <a:pt x="270313" y="131127"/>
                  </a:cubicBezTo>
                  <a:cubicBezTo>
                    <a:pt x="270112" y="131396"/>
                    <a:pt x="269539" y="132305"/>
                    <a:pt x="269506" y="132540"/>
                  </a:cubicBezTo>
                  <a:cubicBezTo>
                    <a:pt x="269439" y="132776"/>
                    <a:pt x="269506" y="134559"/>
                    <a:pt x="269506" y="134559"/>
                  </a:cubicBezTo>
                  <a:lnTo>
                    <a:pt x="272333" y="136611"/>
                  </a:lnTo>
                  <a:lnTo>
                    <a:pt x="273847" y="137654"/>
                  </a:lnTo>
                  <a:cubicBezTo>
                    <a:pt x="273847" y="137654"/>
                    <a:pt x="274285" y="139403"/>
                    <a:pt x="274520" y="140042"/>
                  </a:cubicBezTo>
                  <a:cubicBezTo>
                    <a:pt x="274722" y="140681"/>
                    <a:pt x="276472" y="141791"/>
                    <a:pt x="276472" y="141791"/>
                  </a:cubicBezTo>
                  <a:lnTo>
                    <a:pt x="276472" y="144180"/>
                  </a:lnTo>
                  <a:lnTo>
                    <a:pt x="276169" y="147005"/>
                  </a:lnTo>
                  <a:cubicBezTo>
                    <a:pt x="276169" y="147005"/>
                    <a:pt x="276472" y="148755"/>
                    <a:pt x="276035" y="150268"/>
                  </a:cubicBezTo>
                  <a:cubicBezTo>
                    <a:pt x="275597" y="151782"/>
                    <a:pt x="276035" y="150268"/>
                    <a:pt x="275900" y="151580"/>
                  </a:cubicBezTo>
                  <a:cubicBezTo>
                    <a:pt x="275766" y="152892"/>
                    <a:pt x="274958" y="152892"/>
                    <a:pt x="275597" y="153531"/>
                  </a:cubicBezTo>
                  <a:cubicBezTo>
                    <a:pt x="276237" y="154171"/>
                    <a:pt x="275597" y="155920"/>
                    <a:pt x="275597" y="155920"/>
                  </a:cubicBezTo>
                  <a:cubicBezTo>
                    <a:pt x="275597" y="155920"/>
                    <a:pt x="274722" y="157232"/>
                    <a:pt x="274285" y="157433"/>
                  </a:cubicBezTo>
                  <a:cubicBezTo>
                    <a:pt x="273847" y="157635"/>
                    <a:pt x="273847" y="159385"/>
                    <a:pt x="272535" y="160697"/>
                  </a:cubicBezTo>
                  <a:cubicBezTo>
                    <a:pt x="271222" y="162009"/>
                    <a:pt x="271222" y="162446"/>
                    <a:pt x="270583" y="163186"/>
                  </a:cubicBezTo>
                  <a:cubicBezTo>
                    <a:pt x="269943" y="163926"/>
                    <a:pt x="267520" y="165036"/>
                    <a:pt x="266679" y="165036"/>
                  </a:cubicBezTo>
                  <a:cubicBezTo>
                    <a:pt x="265804" y="165036"/>
                    <a:pt x="263212" y="163186"/>
                    <a:pt x="263212" y="163186"/>
                  </a:cubicBezTo>
                  <a:lnTo>
                    <a:pt x="261025" y="158745"/>
                  </a:lnTo>
                  <a:lnTo>
                    <a:pt x="255573" y="157433"/>
                  </a:lnTo>
                  <a:lnTo>
                    <a:pt x="255573" y="158005"/>
                  </a:lnTo>
                  <a:cubicBezTo>
                    <a:pt x="255573" y="158005"/>
                    <a:pt x="254799" y="158712"/>
                    <a:pt x="253082" y="161336"/>
                  </a:cubicBezTo>
                  <a:cubicBezTo>
                    <a:pt x="251332" y="163960"/>
                    <a:pt x="251029" y="162648"/>
                    <a:pt x="250154" y="163455"/>
                  </a:cubicBezTo>
                  <a:cubicBezTo>
                    <a:pt x="249279" y="164262"/>
                    <a:pt x="238846" y="162210"/>
                    <a:pt x="238846" y="162210"/>
                  </a:cubicBezTo>
                  <a:lnTo>
                    <a:pt x="233832" y="161773"/>
                  </a:lnTo>
                  <a:lnTo>
                    <a:pt x="224476" y="161773"/>
                  </a:lnTo>
                  <a:lnTo>
                    <a:pt x="222524" y="164700"/>
                  </a:lnTo>
                  <a:cubicBezTo>
                    <a:pt x="222524" y="164700"/>
                    <a:pt x="220572" y="168299"/>
                    <a:pt x="219933" y="168737"/>
                  </a:cubicBezTo>
                  <a:cubicBezTo>
                    <a:pt x="219293" y="169174"/>
                    <a:pt x="211250" y="168737"/>
                    <a:pt x="211250" y="168737"/>
                  </a:cubicBezTo>
                  <a:lnTo>
                    <a:pt x="207110" y="168737"/>
                  </a:lnTo>
                  <a:lnTo>
                    <a:pt x="200514" y="165272"/>
                  </a:lnTo>
                  <a:lnTo>
                    <a:pt x="197620" y="163825"/>
                  </a:lnTo>
                  <a:lnTo>
                    <a:pt x="195870" y="159755"/>
                  </a:lnTo>
                  <a:lnTo>
                    <a:pt x="193547" y="158005"/>
                  </a:lnTo>
                  <a:lnTo>
                    <a:pt x="190350" y="160024"/>
                  </a:lnTo>
                  <a:lnTo>
                    <a:pt x="185437" y="160024"/>
                  </a:lnTo>
                  <a:lnTo>
                    <a:pt x="179917" y="165238"/>
                  </a:lnTo>
                  <a:lnTo>
                    <a:pt x="175744" y="165238"/>
                  </a:lnTo>
                  <a:cubicBezTo>
                    <a:pt x="175879" y="165473"/>
                    <a:pt x="176013" y="165776"/>
                    <a:pt x="176013" y="166113"/>
                  </a:cubicBezTo>
                  <a:cubicBezTo>
                    <a:pt x="176013" y="166684"/>
                    <a:pt x="175576" y="168703"/>
                    <a:pt x="175576" y="168703"/>
                  </a:cubicBezTo>
                  <a:lnTo>
                    <a:pt x="175374" y="171966"/>
                  </a:lnTo>
                  <a:lnTo>
                    <a:pt x="171773" y="175330"/>
                  </a:lnTo>
                  <a:lnTo>
                    <a:pt x="170023" y="177819"/>
                  </a:lnTo>
                  <a:lnTo>
                    <a:pt x="167869" y="180006"/>
                  </a:lnTo>
                  <a:lnTo>
                    <a:pt x="166893" y="183605"/>
                  </a:lnTo>
                  <a:lnTo>
                    <a:pt x="166893" y="185220"/>
                  </a:lnTo>
                  <a:lnTo>
                    <a:pt x="168643" y="188046"/>
                  </a:lnTo>
                  <a:lnTo>
                    <a:pt x="168643" y="190434"/>
                  </a:lnTo>
                  <a:cubicBezTo>
                    <a:pt x="168643" y="190434"/>
                    <a:pt x="167129" y="191611"/>
                    <a:pt x="166994" y="191948"/>
                  </a:cubicBezTo>
                  <a:cubicBezTo>
                    <a:pt x="166893" y="192284"/>
                    <a:pt x="165816" y="193798"/>
                    <a:pt x="165480" y="194134"/>
                  </a:cubicBezTo>
                  <a:cubicBezTo>
                    <a:pt x="165143" y="194471"/>
                    <a:pt x="163864" y="196523"/>
                    <a:pt x="163528" y="196523"/>
                  </a:cubicBezTo>
                  <a:cubicBezTo>
                    <a:pt x="163191" y="196523"/>
                    <a:pt x="161239" y="196523"/>
                    <a:pt x="161239" y="196523"/>
                  </a:cubicBezTo>
                  <a:cubicBezTo>
                    <a:pt x="161239" y="196523"/>
                    <a:pt x="159051" y="196523"/>
                    <a:pt x="157200" y="196523"/>
                  </a:cubicBezTo>
                  <a:cubicBezTo>
                    <a:pt x="155349" y="196523"/>
                    <a:pt x="152085" y="196523"/>
                    <a:pt x="152085" y="196523"/>
                  </a:cubicBezTo>
                  <a:cubicBezTo>
                    <a:pt x="152085" y="196523"/>
                    <a:pt x="149157" y="197162"/>
                    <a:pt x="147845" y="197162"/>
                  </a:cubicBezTo>
                  <a:cubicBezTo>
                    <a:pt x="146532" y="197162"/>
                    <a:pt x="143705" y="197263"/>
                    <a:pt x="143705" y="197263"/>
                  </a:cubicBezTo>
                  <a:lnTo>
                    <a:pt x="142090" y="197700"/>
                  </a:lnTo>
                  <a:cubicBezTo>
                    <a:pt x="142090" y="197700"/>
                    <a:pt x="138085" y="199214"/>
                    <a:pt x="137210" y="199752"/>
                  </a:cubicBezTo>
                  <a:cubicBezTo>
                    <a:pt x="136335" y="200291"/>
                    <a:pt x="133945" y="202040"/>
                    <a:pt x="133844" y="202477"/>
                  </a:cubicBezTo>
                  <a:cubicBezTo>
                    <a:pt x="133743" y="202914"/>
                    <a:pt x="132532" y="204966"/>
                    <a:pt x="131657" y="205404"/>
                  </a:cubicBezTo>
                  <a:cubicBezTo>
                    <a:pt x="130782" y="205841"/>
                    <a:pt x="128830" y="208566"/>
                    <a:pt x="128830" y="208566"/>
                  </a:cubicBezTo>
                  <a:lnTo>
                    <a:pt x="126541" y="209541"/>
                  </a:lnTo>
                  <a:cubicBezTo>
                    <a:pt x="126541" y="209541"/>
                    <a:pt x="122738" y="206480"/>
                    <a:pt x="122301" y="206480"/>
                  </a:cubicBezTo>
                  <a:cubicBezTo>
                    <a:pt x="121863" y="206480"/>
                    <a:pt x="118599" y="204731"/>
                    <a:pt x="118296" y="204731"/>
                  </a:cubicBezTo>
                  <a:cubicBezTo>
                    <a:pt x="117959" y="204731"/>
                    <a:pt x="113618" y="204529"/>
                    <a:pt x="112743" y="204731"/>
                  </a:cubicBezTo>
                  <a:cubicBezTo>
                    <a:pt x="111868" y="204966"/>
                    <a:pt x="105137" y="205067"/>
                    <a:pt x="105137" y="205067"/>
                  </a:cubicBezTo>
                  <a:lnTo>
                    <a:pt x="102108" y="205269"/>
                  </a:lnTo>
                  <a:lnTo>
                    <a:pt x="98742" y="206884"/>
                  </a:lnTo>
                  <a:lnTo>
                    <a:pt x="96891" y="207321"/>
                  </a:lnTo>
                  <a:cubicBezTo>
                    <a:pt x="96891" y="207321"/>
                    <a:pt x="95814" y="207758"/>
                    <a:pt x="94704" y="206547"/>
                  </a:cubicBezTo>
                  <a:cubicBezTo>
                    <a:pt x="93627" y="205370"/>
                    <a:pt x="92314" y="204697"/>
                    <a:pt x="92213" y="203923"/>
                  </a:cubicBezTo>
                  <a:cubicBezTo>
                    <a:pt x="92113" y="203150"/>
                    <a:pt x="91776" y="201636"/>
                    <a:pt x="92113" y="200761"/>
                  </a:cubicBezTo>
                  <a:cubicBezTo>
                    <a:pt x="92449" y="199887"/>
                    <a:pt x="92449" y="199012"/>
                    <a:pt x="92449" y="198575"/>
                  </a:cubicBezTo>
                  <a:cubicBezTo>
                    <a:pt x="92449" y="198138"/>
                    <a:pt x="92012" y="196725"/>
                    <a:pt x="92012" y="196725"/>
                  </a:cubicBezTo>
                  <a:lnTo>
                    <a:pt x="88747" y="193361"/>
                  </a:lnTo>
                  <a:cubicBezTo>
                    <a:pt x="88747" y="193361"/>
                    <a:pt x="87535" y="191847"/>
                    <a:pt x="86459" y="191611"/>
                  </a:cubicBezTo>
                  <a:cubicBezTo>
                    <a:pt x="85382" y="191410"/>
                    <a:pt x="82656" y="189660"/>
                    <a:pt x="82656" y="189660"/>
                  </a:cubicBezTo>
                  <a:lnTo>
                    <a:pt x="80266" y="190737"/>
                  </a:lnTo>
                  <a:cubicBezTo>
                    <a:pt x="80266" y="190737"/>
                    <a:pt x="78078" y="193024"/>
                    <a:pt x="77978" y="193361"/>
                  </a:cubicBezTo>
                  <a:cubicBezTo>
                    <a:pt x="77877" y="193697"/>
                    <a:pt x="77103" y="195749"/>
                    <a:pt x="77103" y="195749"/>
                  </a:cubicBezTo>
                  <a:cubicBezTo>
                    <a:pt x="77103" y="195749"/>
                    <a:pt x="75151" y="200526"/>
                    <a:pt x="74477" y="200963"/>
                  </a:cubicBezTo>
                  <a:cubicBezTo>
                    <a:pt x="73838" y="201400"/>
                    <a:pt x="71213" y="203015"/>
                    <a:pt x="71213" y="203015"/>
                  </a:cubicBezTo>
                  <a:lnTo>
                    <a:pt x="67949" y="206043"/>
                  </a:lnTo>
                  <a:lnTo>
                    <a:pt x="66299" y="208532"/>
                  </a:lnTo>
                  <a:lnTo>
                    <a:pt x="62934" y="210281"/>
                  </a:lnTo>
                  <a:lnTo>
                    <a:pt x="59905" y="210281"/>
                  </a:lnTo>
                  <a:cubicBezTo>
                    <a:pt x="59905" y="210281"/>
                    <a:pt x="57953" y="208330"/>
                    <a:pt x="57415" y="207893"/>
                  </a:cubicBezTo>
                  <a:cubicBezTo>
                    <a:pt x="56876" y="207456"/>
                    <a:pt x="55025" y="205841"/>
                    <a:pt x="54924" y="205404"/>
                  </a:cubicBezTo>
                  <a:cubicBezTo>
                    <a:pt x="54823" y="204966"/>
                    <a:pt x="52434" y="202578"/>
                    <a:pt x="51761" y="202040"/>
                  </a:cubicBezTo>
                  <a:cubicBezTo>
                    <a:pt x="51121" y="201501"/>
                    <a:pt x="49809" y="199651"/>
                    <a:pt x="49472" y="199214"/>
                  </a:cubicBezTo>
                  <a:cubicBezTo>
                    <a:pt x="49136" y="198777"/>
                    <a:pt x="47083" y="196287"/>
                    <a:pt x="47083" y="196287"/>
                  </a:cubicBezTo>
                  <a:lnTo>
                    <a:pt x="45030" y="194336"/>
                  </a:lnTo>
                  <a:lnTo>
                    <a:pt x="44828" y="193125"/>
                  </a:lnTo>
                  <a:lnTo>
                    <a:pt x="42977" y="191174"/>
                  </a:lnTo>
                  <a:cubicBezTo>
                    <a:pt x="42977" y="191174"/>
                    <a:pt x="41462" y="190838"/>
                    <a:pt x="41025" y="190838"/>
                  </a:cubicBezTo>
                  <a:cubicBezTo>
                    <a:pt x="40587" y="190838"/>
                    <a:pt x="39241" y="191040"/>
                    <a:pt x="39241" y="191040"/>
                  </a:cubicBezTo>
                  <a:lnTo>
                    <a:pt x="38232" y="190501"/>
                  </a:lnTo>
                  <a:lnTo>
                    <a:pt x="38232" y="188550"/>
                  </a:lnTo>
                  <a:cubicBezTo>
                    <a:pt x="38232" y="188550"/>
                    <a:pt x="37592" y="186801"/>
                    <a:pt x="37255" y="186700"/>
                  </a:cubicBezTo>
                  <a:cubicBezTo>
                    <a:pt x="36919" y="186599"/>
                    <a:pt x="35943" y="186498"/>
                    <a:pt x="35304" y="186599"/>
                  </a:cubicBezTo>
                  <a:cubicBezTo>
                    <a:pt x="34664" y="186700"/>
                    <a:pt x="34328" y="187810"/>
                    <a:pt x="34328" y="187810"/>
                  </a:cubicBezTo>
                  <a:cubicBezTo>
                    <a:pt x="34328" y="187810"/>
                    <a:pt x="33352" y="189223"/>
                    <a:pt x="33116" y="189862"/>
                  </a:cubicBezTo>
                  <a:cubicBezTo>
                    <a:pt x="32914" y="190501"/>
                    <a:pt x="32140" y="192789"/>
                    <a:pt x="32140" y="192789"/>
                  </a:cubicBezTo>
                  <a:lnTo>
                    <a:pt x="29952" y="196826"/>
                  </a:lnTo>
                  <a:cubicBezTo>
                    <a:pt x="29852" y="197364"/>
                    <a:pt x="28977" y="200089"/>
                    <a:pt x="28977" y="200089"/>
                  </a:cubicBezTo>
                  <a:lnTo>
                    <a:pt x="27126" y="202578"/>
                  </a:lnTo>
                  <a:lnTo>
                    <a:pt x="25174" y="204193"/>
                  </a:lnTo>
                  <a:cubicBezTo>
                    <a:pt x="25174" y="204193"/>
                    <a:pt x="24400" y="204966"/>
                    <a:pt x="23996" y="205168"/>
                  </a:cubicBezTo>
                  <a:cubicBezTo>
                    <a:pt x="23558" y="205370"/>
                    <a:pt x="22044" y="206682"/>
                    <a:pt x="22044" y="206682"/>
                  </a:cubicBezTo>
                  <a:lnTo>
                    <a:pt x="19318" y="209407"/>
                  </a:lnTo>
                  <a:lnTo>
                    <a:pt x="18241" y="210921"/>
                  </a:lnTo>
                  <a:cubicBezTo>
                    <a:pt x="18241" y="210921"/>
                    <a:pt x="17265" y="212434"/>
                    <a:pt x="17164" y="212872"/>
                  </a:cubicBezTo>
                  <a:cubicBezTo>
                    <a:pt x="17063" y="213309"/>
                    <a:pt x="12385" y="215495"/>
                    <a:pt x="12385" y="215495"/>
                  </a:cubicBezTo>
                  <a:lnTo>
                    <a:pt x="9457" y="219835"/>
                  </a:lnTo>
                  <a:lnTo>
                    <a:pt x="5216" y="220710"/>
                  </a:lnTo>
                  <a:lnTo>
                    <a:pt x="5216" y="226799"/>
                  </a:lnTo>
                  <a:lnTo>
                    <a:pt x="5654" y="228750"/>
                  </a:lnTo>
                  <a:lnTo>
                    <a:pt x="5418" y="229826"/>
                  </a:lnTo>
                  <a:lnTo>
                    <a:pt x="639" y="231138"/>
                  </a:lnTo>
                  <a:lnTo>
                    <a:pt x="0" y="232887"/>
                  </a:lnTo>
                  <a:lnTo>
                    <a:pt x="1077" y="236352"/>
                  </a:lnTo>
                  <a:lnTo>
                    <a:pt x="3904" y="236789"/>
                  </a:lnTo>
                  <a:lnTo>
                    <a:pt x="7067" y="235276"/>
                  </a:lnTo>
                  <a:cubicBezTo>
                    <a:pt x="7067" y="235276"/>
                    <a:pt x="7404" y="234636"/>
                    <a:pt x="7942" y="234401"/>
                  </a:cubicBezTo>
                  <a:cubicBezTo>
                    <a:pt x="8481" y="234166"/>
                    <a:pt x="9692" y="233762"/>
                    <a:pt x="9692" y="233762"/>
                  </a:cubicBezTo>
                  <a:lnTo>
                    <a:pt x="11106" y="233526"/>
                  </a:lnTo>
                  <a:lnTo>
                    <a:pt x="14370" y="235377"/>
                  </a:lnTo>
                  <a:lnTo>
                    <a:pt x="15582" y="238404"/>
                  </a:lnTo>
                  <a:cubicBezTo>
                    <a:pt x="15582" y="238404"/>
                    <a:pt x="16019" y="240456"/>
                    <a:pt x="16019" y="240793"/>
                  </a:cubicBezTo>
                  <a:cubicBezTo>
                    <a:pt x="16019" y="241129"/>
                    <a:pt x="15481" y="243517"/>
                    <a:pt x="15481" y="243517"/>
                  </a:cubicBezTo>
                  <a:lnTo>
                    <a:pt x="14572" y="245132"/>
                  </a:lnTo>
                  <a:lnTo>
                    <a:pt x="13967" y="247622"/>
                  </a:lnTo>
                  <a:lnTo>
                    <a:pt x="13967" y="249371"/>
                  </a:lnTo>
                  <a:lnTo>
                    <a:pt x="15043" y="250783"/>
                  </a:lnTo>
                  <a:lnTo>
                    <a:pt x="14842" y="253710"/>
                  </a:lnTo>
                  <a:lnTo>
                    <a:pt x="13765" y="255661"/>
                  </a:lnTo>
                  <a:lnTo>
                    <a:pt x="12452" y="256973"/>
                  </a:lnTo>
                  <a:cubicBezTo>
                    <a:pt x="12452" y="256973"/>
                    <a:pt x="12116" y="257848"/>
                    <a:pt x="11813" y="257949"/>
                  </a:cubicBezTo>
                  <a:cubicBezTo>
                    <a:pt x="11476" y="258050"/>
                    <a:pt x="10938" y="258588"/>
                    <a:pt x="10938" y="258588"/>
                  </a:cubicBezTo>
                  <a:lnTo>
                    <a:pt x="10265" y="261077"/>
                  </a:lnTo>
                  <a:lnTo>
                    <a:pt x="10063" y="263365"/>
                  </a:lnTo>
                  <a:lnTo>
                    <a:pt x="9625" y="267267"/>
                  </a:lnTo>
                  <a:cubicBezTo>
                    <a:pt x="9625" y="267267"/>
                    <a:pt x="9524" y="270093"/>
                    <a:pt x="9524" y="270866"/>
                  </a:cubicBezTo>
                  <a:cubicBezTo>
                    <a:pt x="9524" y="271640"/>
                    <a:pt x="8885" y="274769"/>
                    <a:pt x="8885" y="274769"/>
                  </a:cubicBezTo>
                  <a:lnTo>
                    <a:pt x="9087" y="277157"/>
                  </a:lnTo>
                  <a:lnTo>
                    <a:pt x="12250" y="279983"/>
                  </a:lnTo>
                  <a:lnTo>
                    <a:pt x="15515" y="286072"/>
                  </a:lnTo>
                  <a:lnTo>
                    <a:pt x="17904" y="288897"/>
                  </a:lnTo>
                  <a:lnTo>
                    <a:pt x="22246" y="291084"/>
                  </a:lnTo>
                  <a:lnTo>
                    <a:pt x="27462" y="291959"/>
                  </a:lnTo>
                  <a:lnTo>
                    <a:pt x="32241" y="291959"/>
                  </a:lnTo>
                  <a:lnTo>
                    <a:pt x="35707" y="291959"/>
                  </a:lnTo>
                  <a:lnTo>
                    <a:pt x="40924" y="291959"/>
                  </a:lnTo>
                  <a:cubicBezTo>
                    <a:pt x="40924" y="291959"/>
                    <a:pt x="42236" y="292194"/>
                    <a:pt x="42674" y="291319"/>
                  </a:cubicBezTo>
                  <a:cubicBezTo>
                    <a:pt x="43112" y="290445"/>
                    <a:pt x="43549" y="289133"/>
                    <a:pt x="43751" y="288494"/>
                  </a:cubicBezTo>
                  <a:cubicBezTo>
                    <a:pt x="43953" y="287854"/>
                    <a:pt x="44390" y="287417"/>
                    <a:pt x="45063" y="286307"/>
                  </a:cubicBezTo>
                  <a:cubicBezTo>
                    <a:pt x="45703" y="285231"/>
                    <a:pt x="46813" y="284793"/>
                    <a:pt x="46813" y="284793"/>
                  </a:cubicBezTo>
                  <a:lnTo>
                    <a:pt x="47251" y="283279"/>
                  </a:lnTo>
                  <a:lnTo>
                    <a:pt x="49203" y="283044"/>
                  </a:lnTo>
                  <a:cubicBezTo>
                    <a:pt x="49203" y="283044"/>
                    <a:pt x="50717" y="283279"/>
                    <a:pt x="51592" y="283279"/>
                  </a:cubicBezTo>
                  <a:cubicBezTo>
                    <a:pt x="52467" y="283279"/>
                    <a:pt x="56607" y="283279"/>
                    <a:pt x="56607" y="283279"/>
                  </a:cubicBezTo>
                  <a:cubicBezTo>
                    <a:pt x="56607" y="283279"/>
                    <a:pt x="58121" y="283044"/>
                    <a:pt x="58794" y="283279"/>
                  </a:cubicBezTo>
                  <a:cubicBezTo>
                    <a:pt x="59434" y="283481"/>
                    <a:pt x="63371" y="283481"/>
                    <a:pt x="63371" y="283481"/>
                  </a:cubicBezTo>
                  <a:lnTo>
                    <a:pt x="64886" y="282842"/>
                  </a:lnTo>
                  <a:lnTo>
                    <a:pt x="68352" y="281328"/>
                  </a:lnTo>
                  <a:cubicBezTo>
                    <a:pt x="68352" y="281328"/>
                    <a:pt x="70506" y="279579"/>
                    <a:pt x="70977" y="278940"/>
                  </a:cubicBezTo>
                  <a:cubicBezTo>
                    <a:pt x="71415" y="278301"/>
                    <a:pt x="71852" y="277628"/>
                    <a:pt x="72054" y="276989"/>
                  </a:cubicBezTo>
                  <a:cubicBezTo>
                    <a:pt x="72256" y="276350"/>
                    <a:pt x="73131" y="275038"/>
                    <a:pt x="73131" y="275038"/>
                  </a:cubicBezTo>
                  <a:lnTo>
                    <a:pt x="73131" y="273726"/>
                  </a:lnTo>
                  <a:lnTo>
                    <a:pt x="74444" y="272414"/>
                  </a:lnTo>
                  <a:lnTo>
                    <a:pt x="75958" y="271775"/>
                  </a:lnTo>
                  <a:lnTo>
                    <a:pt x="77910" y="270025"/>
                  </a:lnTo>
                  <a:cubicBezTo>
                    <a:pt x="77910" y="270025"/>
                    <a:pt x="78550" y="270227"/>
                    <a:pt x="79660" y="270227"/>
                  </a:cubicBezTo>
                  <a:cubicBezTo>
                    <a:pt x="80737" y="270227"/>
                    <a:pt x="83800" y="271304"/>
                    <a:pt x="83800" y="271304"/>
                  </a:cubicBezTo>
                  <a:cubicBezTo>
                    <a:pt x="83800" y="271304"/>
                    <a:pt x="85853" y="273053"/>
                    <a:pt x="86088" y="273692"/>
                  </a:cubicBezTo>
                  <a:cubicBezTo>
                    <a:pt x="86290" y="274331"/>
                    <a:pt x="87064" y="276955"/>
                    <a:pt x="87064" y="276955"/>
                  </a:cubicBezTo>
                  <a:lnTo>
                    <a:pt x="87064" y="280655"/>
                  </a:lnTo>
                  <a:lnTo>
                    <a:pt x="85314" y="281967"/>
                  </a:lnTo>
                  <a:lnTo>
                    <a:pt x="85314" y="284154"/>
                  </a:lnTo>
                  <a:cubicBezTo>
                    <a:pt x="85314" y="284154"/>
                    <a:pt x="87939" y="285231"/>
                    <a:pt x="89016" y="285903"/>
                  </a:cubicBezTo>
                  <a:cubicBezTo>
                    <a:pt x="90093" y="286542"/>
                    <a:pt x="92483" y="287215"/>
                    <a:pt x="92483" y="287215"/>
                  </a:cubicBezTo>
                  <a:lnTo>
                    <a:pt x="94435" y="289166"/>
                  </a:lnTo>
                  <a:lnTo>
                    <a:pt x="99214" y="293068"/>
                  </a:lnTo>
                  <a:lnTo>
                    <a:pt x="99214" y="299796"/>
                  </a:lnTo>
                  <a:lnTo>
                    <a:pt x="103791" y="303699"/>
                  </a:lnTo>
                  <a:cubicBezTo>
                    <a:pt x="103791" y="303699"/>
                    <a:pt x="104868" y="305650"/>
                    <a:pt x="104868" y="306289"/>
                  </a:cubicBezTo>
                  <a:cubicBezTo>
                    <a:pt x="104868" y="306928"/>
                    <a:pt x="105070" y="310427"/>
                    <a:pt x="103791" y="312142"/>
                  </a:cubicBezTo>
                  <a:cubicBezTo>
                    <a:pt x="102478" y="313891"/>
                    <a:pt x="102478" y="313891"/>
                    <a:pt x="102478" y="313891"/>
                  </a:cubicBezTo>
                  <a:cubicBezTo>
                    <a:pt x="102478" y="313891"/>
                    <a:pt x="102276" y="315405"/>
                    <a:pt x="101839" y="316280"/>
                  </a:cubicBezTo>
                  <a:cubicBezTo>
                    <a:pt x="101401" y="317155"/>
                    <a:pt x="97497" y="322571"/>
                    <a:pt x="97497" y="322571"/>
                  </a:cubicBezTo>
                  <a:cubicBezTo>
                    <a:pt x="97497" y="322571"/>
                    <a:pt x="96858" y="324454"/>
                    <a:pt x="96420" y="325127"/>
                  </a:cubicBezTo>
                  <a:cubicBezTo>
                    <a:pt x="95983" y="325834"/>
                    <a:pt x="91641" y="328659"/>
                    <a:pt x="91641" y="328659"/>
                  </a:cubicBezTo>
                  <a:cubicBezTo>
                    <a:pt x="91641" y="328659"/>
                    <a:pt x="91204" y="330173"/>
                    <a:pt x="90564" y="331048"/>
                  </a:cubicBezTo>
                  <a:cubicBezTo>
                    <a:pt x="89925" y="331922"/>
                    <a:pt x="87939" y="334748"/>
                    <a:pt x="87939" y="334748"/>
                  </a:cubicBezTo>
                  <a:lnTo>
                    <a:pt x="85987" y="339323"/>
                  </a:lnTo>
                  <a:cubicBezTo>
                    <a:pt x="85987" y="339323"/>
                    <a:pt x="85987" y="342788"/>
                    <a:pt x="85550" y="344537"/>
                  </a:cubicBezTo>
                  <a:cubicBezTo>
                    <a:pt x="85112" y="346286"/>
                    <a:pt x="83800" y="349987"/>
                    <a:pt x="83800" y="349987"/>
                  </a:cubicBezTo>
                  <a:lnTo>
                    <a:pt x="82285" y="352375"/>
                  </a:lnTo>
                  <a:lnTo>
                    <a:pt x="80771" y="354965"/>
                  </a:lnTo>
                  <a:lnTo>
                    <a:pt x="79694" y="356715"/>
                  </a:lnTo>
                  <a:lnTo>
                    <a:pt x="78180" y="358666"/>
                  </a:lnTo>
                  <a:lnTo>
                    <a:pt x="76429" y="362131"/>
                  </a:lnTo>
                  <a:lnTo>
                    <a:pt x="76665" y="366268"/>
                  </a:lnTo>
                  <a:lnTo>
                    <a:pt x="76665" y="372794"/>
                  </a:lnTo>
                  <a:lnTo>
                    <a:pt x="76026" y="377571"/>
                  </a:lnTo>
                  <a:lnTo>
                    <a:pt x="75386" y="382348"/>
                  </a:lnTo>
                  <a:lnTo>
                    <a:pt x="73199" y="383862"/>
                  </a:lnTo>
                  <a:lnTo>
                    <a:pt x="69497" y="383660"/>
                  </a:lnTo>
                  <a:lnTo>
                    <a:pt x="66434" y="385174"/>
                  </a:lnTo>
                  <a:lnTo>
                    <a:pt x="62732" y="387562"/>
                  </a:lnTo>
                  <a:cubicBezTo>
                    <a:pt x="62732" y="387562"/>
                    <a:pt x="62093" y="388437"/>
                    <a:pt x="62093" y="389312"/>
                  </a:cubicBezTo>
                  <a:cubicBezTo>
                    <a:pt x="62093" y="390186"/>
                    <a:pt x="62093" y="393651"/>
                    <a:pt x="62530" y="394324"/>
                  </a:cubicBezTo>
                  <a:cubicBezTo>
                    <a:pt x="62968" y="394963"/>
                    <a:pt x="66670" y="396712"/>
                    <a:pt x="66670" y="396712"/>
                  </a:cubicBezTo>
                  <a:cubicBezTo>
                    <a:pt x="66670" y="396712"/>
                    <a:pt x="70136" y="401052"/>
                    <a:pt x="70372" y="401926"/>
                  </a:cubicBezTo>
                  <a:cubicBezTo>
                    <a:pt x="70607" y="402801"/>
                    <a:pt x="73199" y="402566"/>
                    <a:pt x="73199" y="402566"/>
                  </a:cubicBezTo>
                  <a:lnTo>
                    <a:pt x="76463" y="403877"/>
                  </a:lnTo>
                  <a:lnTo>
                    <a:pt x="75824" y="409966"/>
                  </a:lnTo>
                  <a:cubicBezTo>
                    <a:pt x="75824" y="409966"/>
                    <a:pt x="73636" y="412792"/>
                    <a:pt x="73199" y="414743"/>
                  </a:cubicBezTo>
                  <a:cubicBezTo>
                    <a:pt x="72761" y="416694"/>
                    <a:pt x="77338" y="414104"/>
                    <a:pt x="78213" y="414104"/>
                  </a:cubicBezTo>
                  <a:cubicBezTo>
                    <a:pt x="79088" y="414104"/>
                    <a:pt x="80603" y="412792"/>
                    <a:pt x="81242" y="412590"/>
                  </a:cubicBezTo>
                  <a:cubicBezTo>
                    <a:pt x="81881" y="412355"/>
                    <a:pt x="83867" y="410404"/>
                    <a:pt x="83867" y="410404"/>
                  </a:cubicBezTo>
                  <a:lnTo>
                    <a:pt x="87132" y="409529"/>
                  </a:lnTo>
                  <a:lnTo>
                    <a:pt x="89757" y="411480"/>
                  </a:lnTo>
                  <a:cubicBezTo>
                    <a:pt x="89757" y="411480"/>
                    <a:pt x="90396" y="414945"/>
                    <a:pt x="89992" y="415820"/>
                  </a:cubicBezTo>
                  <a:cubicBezTo>
                    <a:pt x="89555" y="416694"/>
                    <a:pt x="87603" y="419116"/>
                    <a:pt x="87603" y="419116"/>
                  </a:cubicBezTo>
                  <a:lnTo>
                    <a:pt x="87165" y="423624"/>
                  </a:lnTo>
                  <a:lnTo>
                    <a:pt x="88680" y="425575"/>
                  </a:lnTo>
                  <a:cubicBezTo>
                    <a:pt x="88680" y="425575"/>
                    <a:pt x="90194" y="427089"/>
                    <a:pt x="91507" y="428603"/>
                  </a:cubicBezTo>
                  <a:cubicBezTo>
                    <a:pt x="92819" y="430117"/>
                    <a:pt x="95411" y="434456"/>
                    <a:pt x="95411" y="434456"/>
                  </a:cubicBezTo>
                  <a:lnTo>
                    <a:pt x="96050" y="436844"/>
                  </a:lnTo>
                  <a:cubicBezTo>
                    <a:pt x="96050" y="436844"/>
                    <a:pt x="98440" y="437820"/>
                    <a:pt x="100627" y="437181"/>
                  </a:cubicBezTo>
                  <a:cubicBezTo>
                    <a:pt x="102781" y="436542"/>
                    <a:pt x="105843" y="436205"/>
                    <a:pt x="106719" y="436205"/>
                  </a:cubicBezTo>
                  <a:cubicBezTo>
                    <a:pt x="107594" y="436205"/>
                    <a:pt x="112372" y="436205"/>
                    <a:pt x="112372" y="436205"/>
                  </a:cubicBezTo>
                  <a:lnTo>
                    <a:pt x="115401" y="438795"/>
                  </a:lnTo>
                  <a:lnTo>
                    <a:pt x="115200" y="441419"/>
                  </a:lnTo>
                  <a:cubicBezTo>
                    <a:pt x="115200" y="441419"/>
                    <a:pt x="115200" y="444884"/>
                    <a:pt x="114964" y="445557"/>
                  </a:cubicBezTo>
                  <a:cubicBezTo>
                    <a:pt x="114728" y="446196"/>
                    <a:pt x="114964" y="447306"/>
                    <a:pt x="113651" y="448383"/>
                  </a:cubicBezTo>
                  <a:cubicBezTo>
                    <a:pt x="112339" y="449459"/>
                    <a:pt x="110387" y="452520"/>
                    <a:pt x="110387" y="452520"/>
                  </a:cubicBezTo>
                  <a:cubicBezTo>
                    <a:pt x="110387" y="452520"/>
                    <a:pt x="108872" y="452958"/>
                    <a:pt x="107997" y="453597"/>
                  </a:cubicBezTo>
                  <a:cubicBezTo>
                    <a:pt x="107122" y="454236"/>
                    <a:pt x="104969" y="455548"/>
                    <a:pt x="104969" y="455548"/>
                  </a:cubicBezTo>
                  <a:lnTo>
                    <a:pt x="102142" y="457062"/>
                  </a:lnTo>
                  <a:cubicBezTo>
                    <a:pt x="102142" y="457062"/>
                    <a:pt x="100627" y="460762"/>
                    <a:pt x="98877" y="459888"/>
                  </a:cubicBezTo>
                  <a:cubicBezTo>
                    <a:pt x="97127" y="459013"/>
                    <a:pt x="93661" y="457701"/>
                    <a:pt x="92786" y="457701"/>
                  </a:cubicBezTo>
                  <a:cubicBezTo>
                    <a:pt x="91911" y="457701"/>
                    <a:pt x="90194" y="457903"/>
                    <a:pt x="90396" y="459013"/>
                  </a:cubicBezTo>
                  <a:cubicBezTo>
                    <a:pt x="90598" y="460089"/>
                    <a:pt x="93425" y="465102"/>
                    <a:pt x="93425" y="465102"/>
                  </a:cubicBezTo>
                  <a:lnTo>
                    <a:pt x="95175" y="468365"/>
                  </a:lnTo>
                  <a:lnTo>
                    <a:pt x="96488" y="470114"/>
                  </a:lnTo>
                  <a:lnTo>
                    <a:pt x="95848" y="476203"/>
                  </a:lnTo>
                  <a:lnTo>
                    <a:pt x="94973" y="478793"/>
                  </a:lnTo>
                  <a:cubicBezTo>
                    <a:pt x="94973" y="478793"/>
                    <a:pt x="92584" y="481417"/>
                    <a:pt x="90834" y="482493"/>
                  </a:cubicBezTo>
                  <a:cubicBezTo>
                    <a:pt x="89084" y="483570"/>
                    <a:pt x="86492" y="484882"/>
                    <a:pt x="85382" y="485756"/>
                  </a:cubicBezTo>
                  <a:cubicBezTo>
                    <a:pt x="84305" y="486631"/>
                    <a:pt x="83867" y="488145"/>
                    <a:pt x="83430" y="489019"/>
                  </a:cubicBezTo>
                  <a:cubicBezTo>
                    <a:pt x="82992" y="489894"/>
                    <a:pt x="81680" y="494032"/>
                    <a:pt x="81680" y="494032"/>
                  </a:cubicBezTo>
                  <a:lnTo>
                    <a:pt x="81175" y="498237"/>
                  </a:lnTo>
                  <a:lnTo>
                    <a:pt x="83430" y="500995"/>
                  </a:lnTo>
                  <a:lnTo>
                    <a:pt x="85617" y="502072"/>
                  </a:lnTo>
                  <a:lnTo>
                    <a:pt x="87569" y="504258"/>
                  </a:lnTo>
                  <a:lnTo>
                    <a:pt x="90968" y="508598"/>
                  </a:lnTo>
                  <a:lnTo>
                    <a:pt x="93593" y="510986"/>
                  </a:lnTo>
                  <a:cubicBezTo>
                    <a:pt x="93593" y="510986"/>
                    <a:pt x="96488" y="513879"/>
                    <a:pt x="96790" y="513879"/>
                  </a:cubicBezTo>
                  <a:cubicBezTo>
                    <a:pt x="97093" y="513879"/>
                    <a:pt x="96723" y="513946"/>
                    <a:pt x="98036" y="513946"/>
                  </a:cubicBezTo>
                  <a:cubicBezTo>
                    <a:pt x="99348" y="513946"/>
                    <a:pt x="100425" y="513576"/>
                    <a:pt x="100795" y="513307"/>
                  </a:cubicBezTo>
                  <a:cubicBezTo>
                    <a:pt x="101166" y="513004"/>
                    <a:pt x="103858" y="511491"/>
                    <a:pt x="104127" y="511222"/>
                  </a:cubicBezTo>
                  <a:cubicBezTo>
                    <a:pt x="104430" y="510919"/>
                    <a:pt x="107392" y="509775"/>
                    <a:pt x="107897" y="509775"/>
                  </a:cubicBezTo>
                  <a:cubicBezTo>
                    <a:pt x="108401" y="509775"/>
                    <a:pt x="109983" y="509607"/>
                    <a:pt x="110589" y="509439"/>
                  </a:cubicBezTo>
                  <a:cubicBezTo>
                    <a:pt x="111161" y="509304"/>
                    <a:pt x="112339" y="509270"/>
                    <a:pt x="113281" y="509270"/>
                  </a:cubicBezTo>
                  <a:cubicBezTo>
                    <a:pt x="114224" y="509270"/>
                    <a:pt x="115906" y="509270"/>
                    <a:pt x="115906" y="509270"/>
                  </a:cubicBezTo>
                  <a:lnTo>
                    <a:pt x="117051" y="508194"/>
                  </a:lnTo>
                  <a:cubicBezTo>
                    <a:pt x="117051" y="508194"/>
                    <a:pt x="117757" y="504931"/>
                    <a:pt x="117757" y="504561"/>
                  </a:cubicBezTo>
                  <a:cubicBezTo>
                    <a:pt x="117757" y="504191"/>
                    <a:pt x="118397" y="502610"/>
                    <a:pt x="118498" y="502374"/>
                  </a:cubicBezTo>
                  <a:cubicBezTo>
                    <a:pt x="118565" y="502139"/>
                    <a:pt x="119743" y="500356"/>
                    <a:pt x="119743" y="500356"/>
                  </a:cubicBezTo>
                  <a:cubicBezTo>
                    <a:pt x="119743" y="500356"/>
                    <a:pt x="120618" y="499280"/>
                    <a:pt x="120988" y="498977"/>
                  </a:cubicBezTo>
                  <a:cubicBezTo>
                    <a:pt x="121358" y="498674"/>
                    <a:pt x="123748" y="496723"/>
                    <a:pt x="123748" y="496723"/>
                  </a:cubicBezTo>
                  <a:lnTo>
                    <a:pt x="125060" y="495041"/>
                  </a:lnTo>
                  <a:lnTo>
                    <a:pt x="133171" y="487068"/>
                  </a:lnTo>
                  <a:lnTo>
                    <a:pt x="135931" y="483301"/>
                  </a:lnTo>
                  <a:lnTo>
                    <a:pt x="135628" y="482594"/>
                  </a:lnTo>
                  <a:lnTo>
                    <a:pt x="133474" y="480845"/>
                  </a:lnTo>
                  <a:lnTo>
                    <a:pt x="132296" y="478524"/>
                  </a:lnTo>
                  <a:cubicBezTo>
                    <a:pt x="132296" y="478524"/>
                    <a:pt x="133036" y="477952"/>
                    <a:pt x="134315" y="477515"/>
                  </a:cubicBezTo>
                  <a:cubicBezTo>
                    <a:pt x="135628" y="477077"/>
                    <a:pt x="140541" y="475496"/>
                    <a:pt x="140541" y="475496"/>
                  </a:cubicBezTo>
                  <a:cubicBezTo>
                    <a:pt x="140541" y="475496"/>
                    <a:pt x="142291" y="473747"/>
                    <a:pt x="143133" y="473478"/>
                  </a:cubicBezTo>
                  <a:cubicBezTo>
                    <a:pt x="144008" y="473175"/>
                    <a:pt x="145590" y="471897"/>
                    <a:pt x="146027" y="471594"/>
                  </a:cubicBezTo>
                  <a:cubicBezTo>
                    <a:pt x="146465" y="471291"/>
                    <a:pt x="150503" y="468129"/>
                    <a:pt x="150671" y="467692"/>
                  </a:cubicBezTo>
                  <a:cubicBezTo>
                    <a:pt x="150806" y="467255"/>
                    <a:pt x="151816" y="466548"/>
                    <a:pt x="151816" y="466548"/>
                  </a:cubicBezTo>
                  <a:lnTo>
                    <a:pt x="155013" y="468297"/>
                  </a:lnTo>
                  <a:lnTo>
                    <a:pt x="157470" y="470888"/>
                  </a:lnTo>
                  <a:lnTo>
                    <a:pt x="158042" y="474353"/>
                  </a:lnTo>
                  <a:lnTo>
                    <a:pt x="157907" y="477380"/>
                  </a:lnTo>
                  <a:lnTo>
                    <a:pt x="158042" y="480139"/>
                  </a:lnTo>
                  <a:cubicBezTo>
                    <a:pt x="158042" y="480139"/>
                    <a:pt x="160936" y="481148"/>
                    <a:pt x="161811" y="481148"/>
                  </a:cubicBezTo>
                  <a:cubicBezTo>
                    <a:pt x="162686" y="481148"/>
                    <a:pt x="165715" y="481148"/>
                    <a:pt x="167028" y="481013"/>
                  </a:cubicBezTo>
                  <a:cubicBezTo>
                    <a:pt x="168340" y="480879"/>
                    <a:pt x="171369" y="479701"/>
                    <a:pt x="171807" y="479264"/>
                  </a:cubicBezTo>
                  <a:cubicBezTo>
                    <a:pt x="172244" y="478827"/>
                    <a:pt x="172984" y="478389"/>
                    <a:pt x="173994" y="478120"/>
                  </a:cubicBezTo>
                  <a:cubicBezTo>
                    <a:pt x="175004" y="477818"/>
                    <a:pt x="178470" y="477818"/>
                    <a:pt x="178470" y="477818"/>
                  </a:cubicBezTo>
                  <a:lnTo>
                    <a:pt x="180052" y="479264"/>
                  </a:lnTo>
                  <a:lnTo>
                    <a:pt x="178739" y="481888"/>
                  </a:lnTo>
                  <a:lnTo>
                    <a:pt x="177999" y="483032"/>
                  </a:lnTo>
                  <a:cubicBezTo>
                    <a:pt x="177999" y="483032"/>
                    <a:pt x="178134" y="486059"/>
                    <a:pt x="178436" y="486665"/>
                  </a:cubicBezTo>
                  <a:cubicBezTo>
                    <a:pt x="178739" y="487237"/>
                    <a:pt x="179446" y="488851"/>
                    <a:pt x="180018" y="489423"/>
                  </a:cubicBezTo>
                  <a:cubicBezTo>
                    <a:pt x="180590" y="489995"/>
                    <a:pt x="183047" y="493056"/>
                    <a:pt x="183047" y="493056"/>
                  </a:cubicBezTo>
                  <a:cubicBezTo>
                    <a:pt x="183047" y="493056"/>
                    <a:pt x="184057" y="494503"/>
                    <a:pt x="185067" y="495377"/>
                  </a:cubicBezTo>
                  <a:cubicBezTo>
                    <a:pt x="186076" y="496252"/>
                    <a:pt x="187961" y="497564"/>
                    <a:pt x="189139" y="498136"/>
                  </a:cubicBezTo>
                  <a:cubicBezTo>
                    <a:pt x="190283" y="498708"/>
                    <a:pt x="193480" y="499145"/>
                    <a:pt x="194927" y="499145"/>
                  </a:cubicBezTo>
                  <a:cubicBezTo>
                    <a:pt x="196374" y="499145"/>
                    <a:pt x="199134" y="499414"/>
                    <a:pt x="199134" y="499414"/>
                  </a:cubicBezTo>
                  <a:cubicBezTo>
                    <a:pt x="199134" y="499414"/>
                    <a:pt x="200144" y="499549"/>
                    <a:pt x="201019" y="500289"/>
                  </a:cubicBezTo>
                  <a:cubicBezTo>
                    <a:pt x="201894" y="501029"/>
                    <a:pt x="207110" y="504359"/>
                    <a:pt x="207110" y="504359"/>
                  </a:cubicBezTo>
                  <a:cubicBezTo>
                    <a:pt x="207110" y="504359"/>
                    <a:pt x="207817" y="504796"/>
                    <a:pt x="208423" y="505234"/>
                  </a:cubicBezTo>
                  <a:cubicBezTo>
                    <a:pt x="208995" y="505671"/>
                    <a:pt x="210307" y="507824"/>
                    <a:pt x="210307" y="507824"/>
                  </a:cubicBezTo>
                  <a:cubicBezTo>
                    <a:pt x="210307" y="507824"/>
                    <a:pt x="210745" y="509270"/>
                    <a:pt x="211452" y="509270"/>
                  </a:cubicBezTo>
                  <a:cubicBezTo>
                    <a:pt x="212158" y="509270"/>
                    <a:pt x="216096" y="509573"/>
                    <a:pt x="216533" y="509573"/>
                  </a:cubicBezTo>
                  <a:cubicBezTo>
                    <a:pt x="216971" y="509573"/>
                    <a:pt x="220740" y="508867"/>
                    <a:pt x="221312" y="508699"/>
                  </a:cubicBezTo>
                  <a:cubicBezTo>
                    <a:pt x="221885" y="508564"/>
                    <a:pt x="224207" y="508127"/>
                    <a:pt x="224207" y="508127"/>
                  </a:cubicBezTo>
                  <a:cubicBezTo>
                    <a:pt x="224207" y="508127"/>
                    <a:pt x="225654" y="507992"/>
                    <a:pt x="226226" y="508261"/>
                  </a:cubicBezTo>
                  <a:cubicBezTo>
                    <a:pt x="226798" y="508531"/>
                    <a:pt x="228414" y="512904"/>
                    <a:pt x="228414" y="512904"/>
                  </a:cubicBezTo>
                  <a:cubicBezTo>
                    <a:pt x="228414" y="512904"/>
                    <a:pt x="229120" y="515662"/>
                    <a:pt x="229861" y="516368"/>
                  </a:cubicBezTo>
                  <a:cubicBezTo>
                    <a:pt x="230601" y="517109"/>
                    <a:pt x="232755" y="517950"/>
                    <a:pt x="233630" y="518252"/>
                  </a:cubicBezTo>
                  <a:cubicBezTo>
                    <a:pt x="234505" y="518555"/>
                    <a:pt x="236962" y="519127"/>
                    <a:pt x="238140" y="519127"/>
                  </a:cubicBezTo>
                  <a:cubicBezTo>
                    <a:pt x="239284" y="519127"/>
                    <a:pt x="242919" y="518252"/>
                    <a:pt x="243356" y="517680"/>
                  </a:cubicBezTo>
                  <a:cubicBezTo>
                    <a:pt x="243794" y="517109"/>
                    <a:pt x="248573" y="510145"/>
                    <a:pt x="248573" y="510145"/>
                  </a:cubicBezTo>
                  <a:lnTo>
                    <a:pt x="250895" y="507387"/>
                  </a:lnTo>
                  <a:lnTo>
                    <a:pt x="254361" y="499986"/>
                  </a:lnTo>
                  <a:cubicBezTo>
                    <a:pt x="254361" y="499986"/>
                    <a:pt x="258433" y="498102"/>
                    <a:pt x="258433" y="497530"/>
                  </a:cubicBezTo>
                  <a:cubicBezTo>
                    <a:pt x="258433" y="496958"/>
                    <a:pt x="258299" y="493897"/>
                    <a:pt x="257121" y="492013"/>
                  </a:cubicBezTo>
                  <a:cubicBezTo>
                    <a:pt x="255977" y="490130"/>
                    <a:pt x="254664" y="489255"/>
                    <a:pt x="253217" y="487808"/>
                  </a:cubicBezTo>
                  <a:cubicBezTo>
                    <a:pt x="251770" y="486362"/>
                    <a:pt x="251904" y="487506"/>
                    <a:pt x="251770" y="486362"/>
                  </a:cubicBezTo>
                  <a:cubicBezTo>
                    <a:pt x="251635" y="485218"/>
                    <a:pt x="252039" y="483603"/>
                    <a:pt x="253217" y="482594"/>
                  </a:cubicBezTo>
                  <a:cubicBezTo>
                    <a:pt x="254395" y="481585"/>
                    <a:pt x="254967" y="481417"/>
                    <a:pt x="255539" y="481148"/>
                  </a:cubicBezTo>
                  <a:cubicBezTo>
                    <a:pt x="256111" y="480845"/>
                    <a:pt x="259443" y="480576"/>
                    <a:pt x="260318" y="480576"/>
                  </a:cubicBezTo>
                  <a:cubicBezTo>
                    <a:pt x="261193" y="480576"/>
                    <a:pt x="271761" y="480273"/>
                    <a:pt x="271761" y="480273"/>
                  </a:cubicBezTo>
                  <a:lnTo>
                    <a:pt x="275227" y="477818"/>
                  </a:lnTo>
                  <a:lnTo>
                    <a:pt x="277549" y="475362"/>
                  </a:lnTo>
                  <a:cubicBezTo>
                    <a:pt x="277549" y="475362"/>
                    <a:pt x="278862" y="474790"/>
                    <a:pt x="279871" y="473915"/>
                  </a:cubicBezTo>
                  <a:cubicBezTo>
                    <a:pt x="280881" y="473041"/>
                    <a:pt x="285088" y="471022"/>
                    <a:pt x="285963" y="470450"/>
                  </a:cubicBezTo>
                  <a:cubicBezTo>
                    <a:pt x="286838" y="469878"/>
                    <a:pt x="290607" y="468701"/>
                    <a:pt x="290607" y="468701"/>
                  </a:cubicBezTo>
                  <a:cubicBezTo>
                    <a:pt x="290607" y="468701"/>
                    <a:pt x="291752" y="467961"/>
                    <a:pt x="293199" y="467692"/>
                  </a:cubicBezTo>
                  <a:cubicBezTo>
                    <a:pt x="294646" y="467389"/>
                    <a:pt x="295386" y="466548"/>
                    <a:pt x="296530" y="465808"/>
                  </a:cubicBezTo>
                  <a:cubicBezTo>
                    <a:pt x="297675" y="465068"/>
                    <a:pt x="301040" y="462612"/>
                    <a:pt x="302184" y="462041"/>
                  </a:cubicBezTo>
                  <a:cubicBezTo>
                    <a:pt x="303329" y="461468"/>
                    <a:pt x="304507" y="460291"/>
                    <a:pt x="304507" y="460291"/>
                  </a:cubicBezTo>
                  <a:cubicBezTo>
                    <a:pt x="304507" y="460291"/>
                    <a:pt x="308276" y="460426"/>
                    <a:pt x="308713" y="460291"/>
                  </a:cubicBezTo>
                  <a:cubicBezTo>
                    <a:pt x="309151" y="460157"/>
                    <a:pt x="316252" y="459282"/>
                    <a:pt x="316824" y="459147"/>
                  </a:cubicBezTo>
                  <a:cubicBezTo>
                    <a:pt x="317396" y="459013"/>
                    <a:pt x="325372" y="458407"/>
                    <a:pt x="325372" y="458407"/>
                  </a:cubicBezTo>
                  <a:lnTo>
                    <a:pt x="327829" y="456389"/>
                  </a:lnTo>
                  <a:cubicBezTo>
                    <a:pt x="327829" y="456389"/>
                    <a:pt x="327829" y="456961"/>
                    <a:pt x="329276" y="455649"/>
                  </a:cubicBezTo>
                  <a:cubicBezTo>
                    <a:pt x="330723" y="454337"/>
                    <a:pt x="333483" y="451444"/>
                    <a:pt x="334493" y="450569"/>
                  </a:cubicBezTo>
                  <a:cubicBezTo>
                    <a:pt x="335503" y="449695"/>
                    <a:pt x="336680" y="448383"/>
                    <a:pt x="336815" y="447542"/>
                  </a:cubicBezTo>
                  <a:cubicBezTo>
                    <a:pt x="336950" y="446667"/>
                    <a:pt x="337252" y="444649"/>
                    <a:pt x="337252" y="443202"/>
                  </a:cubicBezTo>
                  <a:cubicBezTo>
                    <a:pt x="337252" y="441756"/>
                    <a:pt x="337959" y="440747"/>
                    <a:pt x="337118" y="438728"/>
                  </a:cubicBezTo>
                  <a:cubicBezTo>
                    <a:pt x="336243" y="436710"/>
                    <a:pt x="336815" y="437719"/>
                    <a:pt x="335805" y="435970"/>
                  </a:cubicBezTo>
                  <a:cubicBezTo>
                    <a:pt x="334796" y="434220"/>
                    <a:pt x="334055" y="433514"/>
                    <a:pt x="334055" y="431630"/>
                  </a:cubicBezTo>
                  <a:cubicBezTo>
                    <a:pt x="334055" y="429746"/>
                    <a:pt x="333752" y="427728"/>
                    <a:pt x="334762" y="427291"/>
                  </a:cubicBezTo>
                  <a:cubicBezTo>
                    <a:pt x="335772" y="426853"/>
                    <a:pt x="339272" y="423826"/>
                    <a:pt x="339272" y="423826"/>
                  </a:cubicBezTo>
                  <a:lnTo>
                    <a:pt x="341897" y="420495"/>
                  </a:lnTo>
                  <a:lnTo>
                    <a:pt x="346810" y="417165"/>
                  </a:lnTo>
                  <a:cubicBezTo>
                    <a:pt x="346810" y="417165"/>
                    <a:pt x="353339" y="414575"/>
                    <a:pt x="353777" y="414407"/>
                  </a:cubicBezTo>
                  <a:cubicBezTo>
                    <a:pt x="354214" y="414272"/>
                    <a:pt x="359734" y="414541"/>
                    <a:pt x="360306" y="414407"/>
                  </a:cubicBezTo>
                  <a:cubicBezTo>
                    <a:pt x="360878" y="414272"/>
                    <a:pt x="362931" y="415147"/>
                    <a:pt x="362931" y="415147"/>
                  </a:cubicBezTo>
                  <a:cubicBezTo>
                    <a:pt x="362931" y="415147"/>
                    <a:pt x="365691" y="418477"/>
                    <a:pt x="366397" y="418914"/>
                  </a:cubicBezTo>
                  <a:cubicBezTo>
                    <a:pt x="367104" y="419352"/>
                    <a:pt x="370604" y="422985"/>
                    <a:pt x="371311" y="424263"/>
                  </a:cubicBezTo>
                  <a:cubicBezTo>
                    <a:pt x="372018" y="425575"/>
                    <a:pt x="373498" y="429477"/>
                    <a:pt x="373768" y="430184"/>
                  </a:cubicBezTo>
                  <a:cubicBezTo>
                    <a:pt x="374037" y="430924"/>
                    <a:pt x="374340" y="436138"/>
                    <a:pt x="374912" y="436272"/>
                  </a:cubicBezTo>
                  <a:cubicBezTo>
                    <a:pt x="375484" y="436407"/>
                    <a:pt x="381878" y="441924"/>
                    <a:pt x="381878" y="441924"/>
                  </a:cubicBezTo>
                  <a:lnTo>
                    <a:pt x="381744" y="447878"/>
                  </a:lnTo>
                  <a:lnTo>
                    <a:pt x="384638" y="452790"/>
                  </a:lnTo>
                  <a:cubicBezTo>
                    <a:pt x="384638" y="452790"/>
                    <a:pt x="387667" y="453664"/>
                    <a:pt x="388273" y="453664"/>
                  </a:cubicBezTo>
                  <a:cubicBezTo>
                    <a:pt x="388845" y="453664"/>
                    <a:pt x="391907" y="453227"/>
                    <a:pt x="391907" y="453227"/>
                  </a:cubicBezTo>
                  <a:cubicBezTo>
                    <a:pt x="391907" y="453227"/>
                    <a:pt x="393052" y="453361"/>
                    <a:pt x="394802" y="452790"/>
                  </a:cubicBezTo>
                  <a:cubicBezTo>
                    <a:pt x="396552" y="452218"/>
                    <a:pt x="397696" y="451343"/>
                    <a:pt x="398706" y="450771"/>
                  </a:cubicBezTo>
                  <a:cubicBezTo>
                    <a:pt x="399715" y="450199"/>
                    <a:pt x="401297" y="448013"/>
                    <a:pt x="401297" y="448013"/>
                  </a:cubicBezTo>
                  <a:lnTo>
                    <a:pt x="402744" y="447138"/>
                  </a:lnTo>
                  <a:cubicBezTo>
                    <a:pt x="402744" y="447138"/>
                    <a:pt x="408095" y="448887"/>
                    <a:pt x="408398" y="449459"/>
                  </a:cubicBezTo>
                  <a:cubicBezTo>
                    <a:pt x="408701" y="450031"/>
                    <a:pt x="409273" y="453361"/>
                    <a:pt x="409273" y="453361"/>
                  </a:cubicBezTo>
                  <a:lnTo>
                    <a:pt x="410855" y="456995"/>
                  </a:lnTo>
                  <a:cubicBezTo>
                    <a:pt x="410855" y="456995"/>
                    <a:pt x="412740" y="460459"/>
                    <a:pt x="413446" y="460897"/>
                  </a:cubicBezTo>
                  <a:cubicBezTo>
                    <a:pt x="414187" y="461334"/>
                    <a:pt x="415903" y="461771"/>
                    <a:pt x="416778" y="462209"/>
                  </a:cubicBezTo>
                  <a:cubicBezTo>
                    <a:pt x="417653" y="462646"/>
                    <a:pt x="420985" y="463655"/>
                    <a:pt x="421423" y="463790"/>
                  </a:cubicBezTo>
                  <a:cubicBezTo>
                    <a:pt x="421860" y="463924"/>
                    <a:pt x="424182" y="464362"/>
                    <a:pt x="424620" y="464362"/>
                  </a:cubicBezTo>
                  <a:cubicBezTo>
                    <a:pt x="425057" y="464362"/>
                    <a:pt x="426639" y="463924"/>
                    <a:pt x="428086" y="463655"/>
                  </a:cubicBezTo>
                  <a:cubicBezTo>
                    <a:pt x="429533" y="463352"/>
                    <a:pt x="432125" y="462511"/>
                    <a:pt x="434750" y="462343"/>
                  </a:cubicBezTo>
                  <a:cubicBezTo>
                    <a:pt x="437375" y="462209"/>
                    <a:pt x="437375" y="461906"/>
                    <a:pt x="440538" y="461603"/>
                  </a:cubicBezTo>
                  <a:cubicBezTo>
                    <a:pt x="443736" y="461300"/>
                    <a:pt x="445755" y="459854"/>
                    <a:pt x="446192" y="459719"/>
                  </a:cubicBezTo>
                  <a:cubicBezTo>
                    <a:pt x="446630" y="459585"/>
                    <a:pt x="447774" y="457264"/>
                    <a:pt x="449524" y="456524"/>
                  </a:cubicBezTo>
                  <a:cubicBezTo>
                    <a:pt x="451274" y="455817"/>
                    <a:pt x="452991" y="453631"/>
                    <a:pt x="453428" y="453059"/>
                  </a:cubicBezTo>
                  <a:cubicBezTo>
                    <a:pt x="453866" y="452487"/>
                    <a:pt x="454303" y="450468"/>
                    <a:pt x="454303" y="449426"/>
                  </a:cubicBezTo>
                  <a:cubicBezTo>
                    <a:pt x="454303" y="448416"/>
                    <a:pt x="453294" y="444918"/>
                    <a:pt x="453294" y="444918"/>
                  </a:cubicBezTo>
                  <a:cubicBezTo>
                    <a:pt x="453294" y="444918"/>
                    <a:pt x="453159" y="442025"/>
                    <a:pt x="453159" y="441150"/>
                  </a:cubicBezTo>
                  <a:cubicBezTo>
                    <a:pt x="453159" y="440276"/>
                    <a:pt x="454337" y="436071"/>
                    <a:pt x="454337" y="436071"/>
                  </a:cubicBezTo>
                  <a:lnTo>
                    <a:pt x="455649" y="433884"/>
                  </a:lnTo>
                  <a:lnTo>
                    <a:pt x="458846" y="429107"/>
                  </a:lnTo>
                  <a:lnTo>
                    <a:pt x="464063" y="424600"/>
                  </a:lnTo>
                  <a:lnTo>
                    <a:pt x="471467" y="421404"/>
                  </a:lnTo>
                  <a:lnTo>
                    <a:pt x="476381" y="424162"/>
                  </a:lnTo>
                  <a:lnTo>
                    <a:pt x="481866" y="428064"/>
                  </a:lnTo>
                  <a:lnTo>
                    <a:pt x="487520" y="431967"/>
                  </a:lnTo>
                  <a:cubicBezTo>
                    <a:pt x="487520" y="431967"/>
                    <a:pt x="489539" y="434557"/>
                    <a:pt x="490280" y="434725"/>
                  </a:cubicBezTo>
                  <a:cubicBezTo>
                    <a:pt x="490987" y="434860"/>
                    <a:pt x="493914" y="436609"/>
                    <a:pt x="493914" y="436609"/>
                  </a:cubicBezTo>
                  <a:lnTo>
                    <a:pt x="494924" y="439805"/>
                  </a:lnTo>
                  <a:lnTo>
                    <a:pt x="497381" y="443572"/>
                  </a:lnTo>
                  <a:lnTo>
                    <a:pt x="498694" y="444144"/>
                  </a:lnTo>
                  <a:lnTo>
                    <a:pt x="501453" y="443572"/>
                  </a:lnTo>
                  <a:lnTo>
                    <a:pt x="502328" y="440948"/>
                  </a:lnTo>
                  <a:lnTo>
                    <a:pt x="502900" y="437181"/>
                  </a:lnTo>
                  <a:lnTo>
                    <a:pt x="502766" y="434860"/>
                  </a:lnTo>
                  <a:lnTo>
                    <a:pt x="502766" y="431799"/>
                  </a:lnTo>
                  <a:cubicBezTo>
                    <a:pt x="502766" y="431799"/>
                    <a:pt x="502631" y="428165"/>
                    <a:pt x="503069" y="427594"/>
                  </a:cubicBezTo>
                  <a:cubicBezTo>
                    <a:pt x="503506" y="427022"/>
                    <a:pt x="504381" y="426012"/>
                    <a:pt x="504819" y="425407"/>
                  </a:cubicBezTo>
                  <a:cubicBezTo>
                    <a:pt x="505256" y="424835"/>
                    <a:pt x="507006" y="423389"/>
                    <a:pt x="507006" y="423389"/>
                  </a:cubicBezTo>
                  <a:lnTo>
                    <a:pt x="509766" y="421067"/>
                  </a:lnTo>
                  <a:cubicBezTo>
                    <a:pt x="509766" y="421067"/>
                    <a:pt x="509766" y="417737"/>
                    <a:pt x="509900" y="417165"/>
                  </a:cubicBezTo>
                  <a:cubicBezTo>
                    <a:pt x="510035" y="416593"/>
                    <a:pt x="514679" y="411514"/>
                    <a:pt x="515252" y="411245"/>
                  </a:cubicBezTo>
                  <a:cubicBezTo>
                    <a:pt x="515824" y="410942"/>
                    <a:pt x="516564" y="410505"/>
                    <a:pt x="516564" y="410505"/>
                  </a:cubicBezTo>
                  <a:lnTo>
                    <a:pt x="518449" y="409630"/>
                  </a:lnTo>
                  <a:lnTo>
                    <a:pt x="521343" y="410942"/>
                  </a:lnTo>
                  <a:lnTo>
                    <a:pt x="522656" y="413398"/>
                  </a:lnTo>
                  <a:cubicBezTo>
                    <a:pt x="522656" y="413398"/>
                    <a:pt x="522353" y="416593"/>
                    <a:pt x="522521" y="417468"/>
                  </a:cubicBezTo>
                  <a:cubicBezTo>
                    <a:pt x="522656" y="418343"/>
                    <a:pt x="527165" y="421942"/>
                    <a:pt x="527165" y="421942"/>
                  </a:cubicBezTo>
                  <a:cubicBezTo>
                    <a:pt x="527165" y="421942"/>
                    <a:pt x="530800" y="422379"/>
                    <a:pt x="531641" y="422077"/>
                  </a:cubicBezTo>
                  <a:cubicBezTo>
                    <a:pt x="532516" y="421774"/>
                    <a:pt x="536286" y="422648"/>
                    <a:pt x="536993" y="421639"/>
                  </a:cubicBezTo>
                  <a:cubicBezTo>
                    <a:pt x="537699" y="420630"/>
                    <a:pt x="540896" y="417434"/>
                    <a:pt x="540896" y="417434"/>
                  </a:cubicBezTo>
                  <a:cubicBezTo>
                    <a:pt x="540896" y="417434"/>
                    <a:pt x="541603" y="417131"/>
                    <a:pt x="542041" y="416863"/>
                  </a:cubicBezTo>
                  <a:cubicBezTo>
                    <a:pt x="542478" y="416560"/>
                    <a:pt x="543353" y="415281"/>
                    <a:pt x="543791" y="413835"/>
                  </a:cubicBezTo>
                  <a:cubicBezTo>
                    <a:pt x="544228" y="412388"/>
                    <a:pt x="544935" y="409630"/>
                    <a:pt x="544935" y="409630"/>
                  </a:cubicBezTo>
                  <a:lnTo>
                    <a:pt x="544800" y="406602"/>
                  </a:lnTo>
                  <a:cubicBezTo>
                    <a:pt x="544800" y="406602"/>
                    <a:pt x="544531" y="404281"/>
                    <a:pt x="543925" y="404012"/>
                  </a:cubicBezTo>
                  <a:cubicBezTo>
                    <a:pt x="543353" y="403709"/>
                    <a:pt x="540593" y="403003"/>
                    <a:pt x="539719" y="403003"/>
                  </a:cubicBezTo>
                  <a:cubicBezTo>
                    <a:pt x="538843" y="403003"/>
                    <a:pt x="536084" y="403877"/>
                    <a:pt x="536084" y="403877"/>
                  </a:cubicBezTo>
                  <a:lnTo>
                    <a:pt x="534132" y="404180"/>
                  </a:lnTo>
                  <a:lnTo>
                    <a:pt x="532314" y="403608"/>
                  </a:lnTo>
                  <a:lnTo>
                    <a:pt x="532314" y="402296"/>
                  </a:lnTo>
                  <a:cubicBezTo>
                    <a:pt x="532314" y="402296"/>
                    <a:pt x="532617" y="400715"/>
                    <a:pt x="533055" y="400547"/>
                  </a:cubicBezTo>
                  <a:cubicBezTo>
                    <a:pt x="533492" y="400413"/>
                    <a:pt x="534065" y="399672"/>
                    <a:pt x="534502" y="399235"/>
                  </a:cubicBezTo>
                  <a:cubicBezTo>
                    <a:pt x="534939" y="398798"/>
                    <a:pt x="535646" y="398361"/>
                    <a:pt x="535949" y="397923"/>
                  </a:cubicBezTo>
                  <a:cubicBezTo>
                    <a:pt x="536252" y="397486"/>
                    <a:pt x="536959" y="397049"/>
                    <a:pt x="537531" y="396914"/>
                  </a:cubicBezTo>
                  <a:cubicBezTo>
                    <a:pt x="538103" y="396780"/>
                    <a:pt x="539113" y="395905"/>
                    <a:pt x="539685" y="395602"/>
                  </a:cubicBezTo>
                  <a:cubicBezTo>
                    <a:pt x="540257" y="395299"/>
                    <a:pt x="544026" y="393281"/>
                    <a:pt x="544026" y="393281"/>
                  </a:cubicBezTo>
                  <a:cubicBezTo>
                    <a:pt x="544026" y="393281"/>
                    <a:pt x="544598" y="392978"/>
                    <a:pt x="545473" y="392406"/>
                  </a:cubicBezTo>
                  <a:cubicBezTo>
                    <a:pt x="546348" y="391835"/>
                    <a:pt x="547358" y="390960"/>
                    <a:pt x="548233" y="390657"/>
                  </a:cubicBezTo>
                  <a:cubicBezTo>
                    <a:pt x="549108" y="390354"/>
                    <a:pt x="549243" y="390085"/>
                    <a:pt x="549848" y="389782"/>
                  </a:cubicBezTo>
                  <a:cubicBezTo>
                    <a:pt x="550421" y="389480"/>
                    <a:pt x="551430" y="389211"/>
                    <a:pt x="551868" y="389211"/>
                  </a:cubicBezTo>
                  <a:cubicBezTo>
                    <a:pt x="552305" y="389211"/>
                    <a:pt x="554055" y="389211"/>
                    <a:pt x="554055" y="389211"/>
                  </a:cubicBezTo>
                  <a:lnTo>
                    <a:pt x="555200" y="390085"/>
                  </a:lnTo>
                  <a:lnTo>
                    <a:pt x="555906" y="391532"/>
                  </a:lnTo>
                  <a:lnTo>
                    <a:pt x="558094" y="394290"/>
                  </a:lnTo>
                  <a:lnTo>
                    <a:pt x="559978" y="396174"/>
                  </a:lnTo>
                  <a:cubicBezTo>
                    <a:pt x="559978" y="396174"/>
                    <a:pt x="561291" y="397049"/>
                    <a:pt x="561863" y="397183"/>
                  </a:cubicBezTo>
                  <a:cubicBezTo>
                    <a:pt x="562435" y="397318"/>
                    <a:pt x="563007" y="397923"/>
                    <a:pt x="564185" y="397923"/>
                  </a:cubicBezTo>
                  <a:cubicBezTo>
                    <a:pt x="565363" y="397923"/>
                    <a:pt x="566642" y="398058"/>
                    <a:pt x="567786" y="398361"/>
                  </a:cubicBezTo>
                  <a:cubicBezTo>
                    <a:pt x="568964" y="398663"/>
                    <a:pt x="570546" y="398933"/>
                    <a:pt x="571421" y="398933"/>
                  </a:cubicBezTo>
                  <a:cubicBezTo>
                    <a:pt x="572296" y="398933"/>
                    <a:pt x="574450" y="398495"/>
                    <a:pt x="574450" y="398495"/>
                  </a:cubicBezTo>
                  <a:lnTo>
                    <a:pt x="575762" y="395737"/>
                  </a:lnTo>
                  <a:lnTo>
                    <a:pt x="576772" y="395299"/>
                  </a:lnTo>
                  <a:lnTo>
                    <a:pt x="576638" y="393146"/>
                  </a:lnTo>
                  <a:cubicBezTo>
                    <a:pt x="576638" y="393146"/>
                    <a:pt x="577210" y="392272"/>
                    <a:pt x="576503" y="392137"/>
                  </a:cubicBezTo>
                  <a:cubicBezTo>
                    <a:pt x="575762" y="392003"/>
                    <a:pt x="574753" y="390119"/>
                    <a:pt x="574753" y="390119"/>
                  </a:cubicBezTo>
                  <a:cubicBezTo>
                    <a:pt x="574753" y="390119"/>
                    <a:pt x="574450" y="390253"/>
                    <a:pt x="574450" y="389244"/>
                  </a:cubicBezTo>
                  <a:cubicBezTo>
                    <a:pt x="574450" y="388235"/>
                    <a:pt x="575325" y="387360"/>
                    <a:pt x="575762" y="387360"/>
                  </a:cubicBezTo>
                  <a:cubicBezTo>
                    <a:pt x="576200" y="387360"/>
                    <a:pt x="577950" y="386486"/>
                    <a:pt x="578085" y="386048"/>
                  </a:cubicBezTo>
                  <a:cubicBezTo>
                    <a:pt x="578219" y="385611"/>
                    <a:pt x="578522" y="385039"/>
                    <a:pt x="578657" y="384165"/>
                  </a:cubicBezTo>
                  <a:cubicBezTo>
                    <a:pt x="578791" y="383290"/>
                    <a:pt x="579532" y="381574"/>
                    <a:pt x="579801" y="380969"/>
                  </a:cubicBezTo>
                  <a:cubicBezTo>
                    <a:pt x="580070" y="380397"/>
                    <a:pt x="580676" y="378951"/>
                    <a:pt x="581989" y="377504"/>
                  </a:cubicBezTo>
                  <a:cubicBezTo>
                    <a:pt x="583301" y="376058"/>
                    <a:pt x="584311" y="374880"/>
                    <a:pt x="584883" y="374308"/>
                  </a:cubicBezTo>
                  <a:cubicBezTo>
                    <a:pt x="585455" y="373736"/>
                    <a:pt x="587071" y="372727"/>
                    <a:pt x="587071" y="371550"/>
                  </a:cubicBezTo>
                  <a:cubicBezTo>
                    <a:pt x="587071" y="370406"/>
                    <a:pt x="587373" y="364317"/>
                    <a:pt x="587373" y="364317"/>
                  </a:cubicBezTo>
                  <a:lnTo>
                    <a:pt x="589696" y="363174"/>
                  </a:lnTo>
                  <a:cubicBezTo>
                    <a:pt x="589696" y="363174"/>
                    <a:pt x="591715" y="363611"/>
                    <a:pt x="592287" y="363174"/>
                  </a:cubicBezTo>
                  <a:cubicBezTo>
                    <a:pt x="592422" y="363073"/>
                    <a:pt x="592758" y="363039"/>
                    <a:pt x="593162" y="363005"/>
                  </a:cubicBezTo>
                  <a:lnTo>
                    <a:pt x="592758" y="357320"/>
                  </a:lnTo>
                  <a:lnTo>
                    <a:pt x="592758" y="357320"/>
                  </a:lnTo>
                  <a:close/>
                </a:path>
              </a:pathLst>
            </a:custGeom>
            <a:grpFill/>
            <a:ln w="6350" cap="flat">
              <a:solidFill>
                <a:schemeClr val="bg1"/>
              </a:solidFill>
              <a:prstDash val="solid"/>
              <a:miter/>
            </a:ln>
          </p:spPr>
          <p:txBody>
            <a:bodyPr rtlCol="0" anchor="ctr"/>
            <a:lstStyle/>
            <a:p>
              <a:endParaRPr lang="en-US"/>
            </a:p>
          </p:txBody>
        </p:sp>
        <p:sp>
          <p:nvSpPr>
            <p:cNvPr id="56" name="Freeform 895">
              <a:extLst>
                <a:ext uri="{FF2B5EF4-FFF2-40B4-BE49-F238E27FC236}">
                  <a16:creationId xmlns:a16="http://schemas.microsoft.com/office/drawing/2014/main" id="{89DDA517-7DE3-D80A-4475-756AC8E7150A}"/>
                </a:ext>
              </a:extLst>
            </p:cNvPr>
            <p:cNvSpPr/>
            <p:nvPr/>
          </p:nvSpPr>
          <p:spPr>
            <a:xfrm>
              <a:off x="7510745" y="2987813"/>
              <a:ext cx="246129" cy="241815"/>
            </a:xfrm>
            <a:custGeom>
              <a:avLst/>
              <a:gdLst>
                <a:gd name="connsiteX0" fmla="*/ 338195 w 472543"/>
                <a:gd name="connsiteY0" fmla="*/ 458407 h 464260"/>
                <a:gd name="connsiteX1" fmla="*/ 339272 w 472543"/>
                <a:gd name="connsiteY1" fmla="*/ 456221 h 464260"/>
                <a:gd name="connsiteX2" fmla="*/ 340349 w 472543"/>
                <a:gd name="connsiteY2" fmla="*/ 455582 h 464260"/>
                <a:gd name="connsiteX3" fmla="*/ 342974 w 472543"/>
                <a:gd name="connsiteY3" fmla="*/ 456994 h 464260"/>
                <a:gd name="connsiteX4" fmla="*/ 346137 w 472543"/>
                <a:gd name="connsiteY4" fmla="*/ 460796 h 464260"/>
                <a:gd name="connsiteX5" fmla="*/ 350277 w 472543"/>
                <a:gd name="connsiteY5" fmla="*/ 463823 h 464260"/>
                <a:gd name="connsiteX6" fmla="*/ 353003 w 472543"/>
                <a:gd name="connsiteY6" fmla="*/ 464260 h 464260"/>
                <a:gd name="connsiteX7" fmla="*/ 357142 w 472543"/>
                <a:gd name="connsiteY7" fmla="*/ 464260 h 464260"/>
                <a:gd name="connsiteX8" fmla="*/ 358892 w 472543"/>
                <a:gd name="connsiteY8" fmla="*/ 461536 h 464260"/>
                <a:gd name="connsiteX9" fmla="*/ 360407 w 472543"/>
                <a:gd name="connsiteY9" fmla="*/ 461872 h 464260"/>
                <a:gd name="connsiteX10" fmla="*/ 362695 w 472543"/>
                <a:gd name="connsiteY10" fmla="*/ 463083 h 464260"/>
                <a:gd name="connsiteX11" fmla="*/ 364647 w 472543"/>
                <a:gd name="connsiteY11" fmla="*/ 463184 h 464260"/>
                <a:gd name="connsiteX12" fmla="*/ 366162 w 472543"/>
                <a:gd name="connsiteY12" fmla="*/ 462848 h 464260"/>
                <a:gd name="connsiteX13" fmla="*/ 367239 w 472543"/>
                <a:gd name="connsiteY13" fmla="*/ 460997 h 464260"/>
                <a:gd name="connsiteX14" fmla="*/ 367239 w 472543"/>
                <a:gd name="connsiteY14" fmla="*/ 457970 h 464260"/>
                <a:gd name="connsiteX15" fmla="*/ 367272 w 472543"/>
                <a:gd name="connsiteY15" fmla="*/ 456019 h 464260"/>
                <a:gd name="connsiteX16" fmla="*/ 368450 w 472543"/>
                <a:gd name="connsiteY16" fmla="*/ 453529 h 464260"/>
                <a:gd name="connsiteX17" fmla="*/ 369527 w 472543"/>
                <a:gd name="connsiteY17" fmla="*/ 451780 h 464260"/>
                <a:gd name="connsiteX18" fmla="*/ 370301 w 472543"/>
                <a:gd name="connsiteY18" fmla="*/ 450468 h 464260"/>
                <a:gd name="connsiteX19" fmla="*/ 371176 w 472543"/>
                <a:gd name="connsiteY19" fmla="*/ 447642 h 464260"/>
                <a:gd name="connsiteX20" fmla="*/ 371176 w 472543"/>
                <a:gd name="connsiteY20" fmla="*/ 445893 h 464260"/>
                <a:gd name="connsiteX21" fmla="*/ 371176 w 472543"/>
                <a:gd name="connsiteY21" fmla="*/ 444144 h 464260"/>
                <a:gd name="connsiteX22" fmla="*/ 371210 w 472543"/>
                <a:gd name="connsiteY22" fmla="*/ 441756 h 464260"/>
                <a:gd name="connsiteX23" fmla="*/ 371715 w 472543"/>
                <a:gd name="connsiteY23" fmla="*/ 439031 h 464260"/>
                <a:gd name="connsiteX24" fmla="*/ 373128 w 472543"/>
                <a:gd name="connsiteY24" fmla="*/ 437080 h 464260"/>
                <a:gd name="connsiteX25" fmla="*/ 374979 w 472543"/>
                <a:gd name="connsiteY25" fmla="*/ 434254 h 464260"/>
                <a:gd name="connsiteX26" fmla="*/ 376931 w 472543"/>
                <a:gd name="connsiteY26" fmla="*/ 432942 h 464260"/>
                <a:gd name="connsiteX27" fmla="*/ 379758 w 472543"/>
                <a:gd name="connsiteY27" fmla="*/ 432942 h 464260"/>
                <a:gd name="connsiteX28" fmla="*/ 380835 w 472543"/>
                <a:gd name="connsiteY28" fmla="*/ 431630 h 464260"/>
                <a:gd name="connsiteX29" fmla="*/ 383595 w 472543"/>
                <a:gd name="connsiteY29" fmla="*/ 431933 h 464260"/>
                <a:gd name="connsiteX30" fmla="*/ 383662 w 472543"/>
                <a:gd name="connsiteY30" fmla="*/ 432336 h 464260"/>
                <a:gd name="connsiteX31" fmla="*/ 383527 w 472543"/>
                <a:gd name="connsiteY31" fmla="*/ 431495 h 464260"/>
                <a:gd name="connsiteX32" fmla="*/ 384100 w 472543"/>
                <a:gd name="connsiteY32" fmla="*/ 427728 h 464260"/>
                <a:gd name="connsiteX33" fmla="*/ 385244 w 472543"/>
                <a:gd name="connsiteY33" fmla="*/ 425407 h 464260"/>
                <a:gd name="connsiteX34" fmla="*/ 385681 w 472543"/>
                <a:gd name="connsiteY34" fmla="*/ 421942 h 464260"/>
                <a:gd name="connsiteX35" fmla="*/ 385816 w 472543"/>
                <a:gd name="connsiteY35" fmla="*/ 418477 h 464260"/>
                <a:gd name="connsiteX36" fmla="*/ 385816 w 472543"/>
                <a:gd name="connsiteY36" fmla="*/ 416459 h 464260"/>
                <a:gd name="connsiteX37" fmla="*/ 383191 w 472543"/>
                <a:gd name="connsiteY37" fmla="*/ 416459 h 464260"/>
                <a:gd name="connsiteX38" fmla="*/ 379422 w 472543"/>
                <a:gd name="connsiteY38" fmla="*/ 415012 h 464260"/>
                <a:gd name="connsiteX39" fmla="*/ 377100 w 472543"/>
                <a:gd name="connsiteY39" fmla="*/ 412119 h 464260"/>
                <a:gd name="connsiteX40" fmla="*/ 377100 w 472543"/>
                <a:gd name="connsiteY40" fmla="*/ 409495 h 464260"/>
                <a:gd name="connsiteX41" fmla="*/ 380566 w 472543"/>
                <a:gd name="connsiteY41" fmla="*/ 408049 h 464260"/>
                <a:gd name="connsiteX42" fmla="*/ 382888 w 472543"/>
                <a:gd name="connsiteY42" fmla="*/ 405728 h 464260"/>
                <a:gd name="connsiteX43" fmla="*/ 385513 w 472543"/>
                <a:gd name="connsiteY43" fmla="*/ 403709 h 464260"/>
                <a:gd name="connsiteX44" fmla="*/ 386085 w 472543"/>
                <a:gd name="connsiteY44" fmla="*/ 400816 h 464260"/>
                <a:gd name="connsiteX45" fmla="*/ 386388 w 472543"/>
                <a:gd name="connsiteY45" fmla="*/ 396477 h 464260"/>
                <a:gd name="connsiteX46" fmla="*/ 384369 w 472543"/>
                <a:gd name="connsiteY46" fmla="*/ 395333 h 464260"/>
                <a:gd name="connsiteX47" fmla="*/ 381172 w 472543"/>
                <a:gd name="connsiteY47" fmla="*/ 392440 h 464260"/>
                <a:gd name="connsiteX48" fmla="*/ 380600 w 472543"/>
                <a:gd name="connsiteY48" fmla="*/ 389244 h 464260"/>
                <a:gd name="connsiteX49" fmla="*/ 380600 w 472543"/>
                <a:gd name="connsiteY49" fmla="*/ 385174 h 464260"/>
                <a:gd name="connsiteX50" fmla="*/ 381172 w 472543"/>
                <a:gd name="connsiteY50" fmla="*/ 382584 h 464260"/>
                <a:gd name="connsiteX51" fmla="*/ 383763 w 472543"/>
                <a:gd name="connsiteY51" fmla="*/ 377941 h 464260"/>
                <a:gd name="connsiteX52" fmla="*/ 387532 w 472543"/>
                <a:gd name="connsiteY52" fmla="*/ 372424 h 464260"/>
                <a:gd name="connsiteX53" fmla="*/ 386960 w 472543"/>
                <a:gd name="connsiteY53" fmla="*/ 365764 h 464260"/>
                <a:gd name="connsiteX54" fmla="*/ 383460 w 472543"/>
                <a:gd name="connsiteY54" fmla="*/ 361693 h 464260"/>
                <a:gd name="connsiteX55" fmla="*/ 382114 w 472543"/>
                <a:gd name="connsiteY55" fmla="*/ 356984 h 464260"/>
                <a:gd name="connsiteX56" fmla="*/ 380768 w 472543"/>
                <a:gd name="connsiteY56" fmla="*/ 356647 h 464260"/>
                <a:gd name="connsiteX57" fmla="*/ 374643 w 472543"/>
                <a:gd name="connsiteY57" fmla="*/ 353956 h 464260"/>
                <a:gd name="connsiteX58" fmla="*/ 368248 w 472543"/>
                <a:gd name="connsiteY58" fmla="*/ 351097 h 464260"/>
                <a:gd name="connsiteX59" fmla="*/ 366633 w 472543"/>
                <a:gd name="connsiteY59" fmla="*/ 346488 h 464260"/>
                <a:gd name="connsiteX60" fmla="*/ 366633 w 472543"/>
                <a:gd name="connsiteY60" fmla="*/ 341711 h 464260"/>
                <a:gd name="connsiteX61" fmla="*/ 370335 w 472543"/>
                <a:gd name="connsiteY61" fmla="*/ 340197 h 464260"/>
                <a:gd name="connsiteX62" fmla="*/ 368383 w 472543"/>
                <a:gd name="connsiteY62" fmla="*/ 333907 h 464260"/>
                <a:gd name="connsiteX63" fmla="*/ 366633 w 472543"/>
                <a:gd name="connsiteY63" fmla="*/ 329567 h 464260"/>
                <a:gd name="connsiteX64" fmla="*/ 361181 w 472543"/>
                <a:gd name="connsiteY64" fmla="*/ 328491 h 464260"/>
                <a:gd name="connsiteX65" fmla="*/ 353777 w 472543"/>
                <a:gd name="connsiteY65" fmla="*/ 333705 h 464260"/>
                <a:gd name="connsiteX66" fmla="*/ 349200 w 472543"/>
                <a:gd name="connsiteY66" fmla="*/ 331115 h 464260"/>
                <a:gd name="connsiteX67" fmla="*/ 347786 w 472543"/>
                <a:gd name="connsiteY67" fmla="*/ 326338 h 464260"/>
                <a:gd name="connsiteX68" fmla="*/ 349200 w 472543"/>
                <a:gd name="connsiteY68" fmla="*/ 324589 h 464260"/>
                <a:gd name="connsiteX69" fmla="*/ 349200 w 472543"/>
                <a:gd name="connsiteY69" fmla="*/ 322839 h 464260"/>
                <a:gd name="connsiteX70" fmla="*/ 343983 w 472543"/>
                <a:gd name="connsiteY70" fmla="*/ 318500 h 464260"/>
                <a:gd name="connsiteX71" fmla="*/ 343983 w 472543"/>
                <a:gd name="connsiteY71" fmla="*/ 315674 h 464260"/>
                <a:gd name="connsiteX72" fmla="*/ 345296 w 472543"/>
                <a:gd name="connsiteY72" fmla="*/ 310023 h 464260"/>
                <a:gd name="connsiteX73" fmla="*/ 345935 w 472543"/>
                <a:gd name="connsiteY73" fmla="*/ 305885 h 464260"/>
                <a:gd name="connsiteX74" fmla="*/ 343983 w 472543"/>
                <a:gd name="connsiteY74" fmla="*/ 302185 h 464260"/>
                <a:gd name="connsiteX75" fmla="*/ 337017 w 472543"/>
                <a:gd name="connsiteY75" fmla="*/ 296533 h 464260"/>
                <a:gd name="connsiteX76" fmla="*/ 328536 w 472543"/>
                <a:gd name="connsiteY76" fmla="*/ 291521 h 464260"/>
                <a:gd name="connsiteX77" fmla="*/ 323084 w 472543"/>
                <a:gd name="connsiteY77" fmla="*/ 289133 h 464260"/>
                <a:gd name="connsiteX78" fmla="*/ 323084 w 472543"/>
                <a:gd name="connsiteY78" fmla="*/ 282606 h 464260"/>
                <a:gd name="connsiteX79" fmla="*/ 321771 w 472543"/>
                <a:gd name="connsiteY79" fmla="*/ 277830 h 464260"/>
                <a:gd name="connsiteX80" fmla="*/ 318608 w 472543"/>
                <a:gd name="connsiteY80" fmla="*/ 275677 h 464260"/>
                <a:gd name="connsiteX81" fmla="*/ 314367 w 472543"/>
                <a:gd name="connsiteY81" fmla="*/ 277426 h 464260"/>
                <a:gd name="connsiteX82" fmla="*/ 314367 w 472543"/>
                <a:gd name="connsiteY82" fmla="*/ 282640 h 464260"/>
                <a:gd name="connsiteX83" fmla="*/ 312180 w 472543"/>
                <a:gd name="connsiteY83" fmla="*/ 284154 h 464260"/>
                <a:gd name="connsiteX84" fmla="*/ 309992 w 472543"/>
                <a:gd name="connsiteY84" fmla="*/ 285903 h 464260"/>
                <a:gd name="connsiteX85" fmla="*/ 303261 w 472543"/>
                <a:gd name="connsiteY85" fmla="*/ 286980 h 464260"/>
                <a:gd name="connsiteX86" fmla="*/ 299795 w 472543"/>
                <a:gd name="connsiteY86" fmla="*/ 283077 h 464260"/>
                <a:gd name="connsiteX87" fmla="*/ 296530 w 472543"/>
                <a:gd name="connsiteY87" fmla="*/ 277426 h 464260"/>
                <a:gd name="connsiteX88" fmla="*/ 296530 w 472543"/>
                <a:gd name="connsiteY88" fmla="*/ 272212 h 464260"/>
                <a:gd name="connsiteX89" fmla="*/ 298920 w 472543"/>
                <a:gd name="connsiteY89" fmla="*/ 269823 h 464260"/>
                <a:gd name="connsiteX90" fmla="*/ 303497 w 472543"/>
                <a:gd name="connsiteY90" fmla="*/ 267637 h 464260"/>
                <a:gd name="connsiteX91" fmla="*/ 309151 w 472543"/>
                <a:gd name="connsiteY91" fmla="*/ 271102 h 464260"/>
                <a:gd name="connsiteX92" fmla="*/ 312617 w 472543"/>
                <a:gd name="connsiteY92" fmla="*/ 270900 h 464260"/>
                <a:gd name="connsiteX93" fmla="*/ 312180 w 472543"/>
                <a:gd name="connsiteY93" fmla="*/ 263297 h 464260"/>
                <a:gd name="connsiteX94" fmla="*/ 312382 w 472543"/>
                <a:gd name="connsiteY94" fmla="*/ 260034 h 464260"/>
                <a:gd name="connsiteX95" fmla="*/ 315646 w 472543"/>
                <a:gd name="connsiteY95" fmla="*/ 257410 h 464260"/>
                <a:gd name="connsiteX96" fmla="*/ 309555 w 472543"/>
                <a:gd name="connsiteY96" fmla="*/ 254585 h 464260"/>
                <a:gd name="connsiteX97" fmla="*/ 304776 w 472543"/>
                <a:gd name="connsiteY97" fmla="*/ 252398 h 464260"/>
                <a:gd name="connsiteX98" fmla="*/ 305853 w 472543"/>
                <a:gd name="connsiteY98" fmla="*/ 249370 h 464260"/>
                <a:gd name="connsiteX99" fmla="*/ 311069 w 472543"/>
                <a:gd name="connsiteY99" fmla="*/ 246545 h 464260"/>
                <a:gd name="connsiteX100" fmla="*/ 313459 w 472543"/>
                <a:gd name="connsiteY100" fmla="*/ 245468 h 464260"/>
                <a:gd name="connsiteX101" fmla="*/ 313896 w 472543"/>
                <a:gd name="connsiteY101" fmla="*/ 240052 h 464260"/>
                <a:gd name="connsiteX102" fmla="*/ 312146 w 472543"/>
                <a:gd name="connsiteY102" fmla="*/ 233964 h 464260"/>
                <a:gd name="connsiteX103" fmla="*/ 311271 w 472543"/>
                <a:gd name="connsiteY103" fmla="*/ 226798 h 464260"/>
                <a:gd name="connsiteX104" fmla="*/ 308444 w 472543"/>
                <a:gd name="connsiteY104" fmla="*/ 223098 h 464260"/>
                <a:gd name="connsiteX105" fmla="*/ 302555 w 472543"/>
                <a:gd name="connsiteY105" fmla="*/ 219633 h 464260"/>
                <a:gd name="connsiteX106" fmla="*/ 300165 w 472543"/>
                <a:gd name="connsiteY106" fmla="*/ 212232 h 464260"/>
                <a:gd name="connsiteX107" fmla="*/ 298853 w 472543"/>
                <a:gd name="connsiteY107" fmla="*/ 206581 h 464260"/>
                <a:gd name="connsiteX108" fmla="*/ 299963 w 472543"/>
                <a:gd name="connsiteY108" fmla="*/ 201804 h 464260"/>
                <a:gd name="connsiteX109" fmla="*/ 301478 w 472543"/>
                <a:gd name="connsiteY109" fmla="*/ 200055 h 464260"/>
                <a:gd name="connsiteX110" fmla="*/ 304742 w 472543"/>
                <a:gd name="connsiteY110" fmla="*/ 200055 h 464260"/>
                <a:gd name="connsiteX111" fmla="*/ 308209 w 472543"/>
                <a:gd name="connsiteY111" fmla="*/ 200055 h 464260"/>
                <a:gd name="connsiteX112" fmla="*/ 309959 w 472543"/>
                <a:gd name="connsiteY112" fmla="*/ 200055 h 464260"/>
                <a:gd name="connsiteX113" fmla="*/ 313661 w 472543"/>
                <a:gd name="connsiteY113" fmla="*/ 200055 h 464260"/>
                <a:gd name="connsiteX114" fmla="*/ 321065 w 472543"/>
                <a:gd name="connsiteY114" fmla="*/ 199752 h 464260"/>
                <a:gd name="connsiteX115" fmla="*/ 320863 w 472543"/>
                <a:gd name="connsiteY115" fmla="*/ 195244 h 464260"/>
                <a:gd name="connsiteX116" fmla="*/ 321300 w 472543"/>
                <a:gd name="connsiteY116" fmla="*/ 191779 h 464260"/>
                <a:gd name="connsiteX117" fmla="*/ 321300 w 472543"/>
                <a:gd name="connsiteY117" fmla="*/ 188752 h 464260"/>
                <a:gd name="connsiteX118" fmla="*/ 323892 w 472543"/>
                <a:gd name="connsiteY118" fmla="*/ 184412 h 464260"/>
                <a:gd name="connsiteX119" fmla="*/ 325642 w 472543"/>
                <a:gd name="connsiteY119" fmla="*/ 184412 h 464260"/>
                <a:gd name="connsiteX120" fmla="*/ 331060 w 472543"/>
                <a:gd name="connsiteY120" fmla="*/ 189189 h 464260"/>
                <a:gd name="connsiteX121" fmla="*/ 336950 w 472543"/>
                <a:gd name="connsiteY121" fmla="*/ 195715 h 464260"/>
                <a:gd name="connsiteX122" fmla="*/ 339777 w 472543"/>
                <a:gd name="connsiteY122" fmla="*/ 199853 h 464260"/>
                <a:gd name="connsiteX123" fmla="*/ 342839 w 472543"/>
                <a:gd name="connsiteY123" fmla="*/ 199214 h 464260"/>
                <a:gd name="connsiteX124" fmla="*/ 344556 w 472543"/>
                <a:gd name="connsiteY124" fmla="*/ 196590 h 464260"/>
                <a:gd name="connsiteX125" fmla="*/ 345632 w 472543"/>
                <a:gd name="connsiteY125" fmla="*/ 195076 h 464260"/>
                <a:gd name="connsiteX126" fmla="*/ 346070 w 472543"/>
                <a:gd name="connsiteY126" fmla="*/ 193125 h 464260"/>
                <a:gd name="connsiteX127" fmla="*/ 347147 w 472543"/>
                <a:gd name="connsiteY127" fmla="*/ 190938 h 464260"/>
                <a:gd name="connsiteX128" fmla="*/ 349974 w 472543"/>
                <a:gd name="connsiteY128" fmla="*/ 189627 h 464260"/>
                <a:gd name="connsiteX129" fmla="*/ 353238 w 472543"/>
                <a:gd name="connsiteY129" fmla="*/ 187675 h 464260"/>
                <a:gd name="connsiteX130" fmla="*/ 354753 w 472543"/>
                <a:gd name="connsiteY130" fmla="*/ 185724 h 464260"/>
                <a:gd name="connsiteX131" fmla="*/ 355830 w 472543"/>
                <a:gd name="connsiteY131" fmla="*/ 184412 h 464260"/>
                <a:gd name="connsiteX132" fmla="*/ 360407 w 472543"/>
                <a:gd name="connsiteY132" fmla="*/ 184412 h 464260"/>
                <a:gd name="connsiteX133" fmla="*/ 364546 w 472543"/>
                <a:gd name="connsiteY133" fmla="*/ 185724 h 464260"/>
                <a:gd name="connsiteX134" fmla="*/ 368686 w 472543"/>
                <a:gd name="connsiteY134" fmla="*/ 187036 h 464260"/>
                <a:gd name="connsiteX135" fmla="*/ 371277 w 472543"/>
                <a:gd name="connsiteY135" fmla="*/ 190064 h 464260"/>
                <a:gd name="connsiteX136" fmla="*/ 374340 w 472543"/>
                <a:gd name="connsiteY136" fmla="*/ 195715 h 464260"/>
                <a:gd name="connsiteX137" fmla="*/ 377806 w 472543"/>
                <a:gd name="connsiteY137" fmla="*/ 195480 h 464260"/>
                <a:gd name="connsiteX138" fmla="*/ 380903 w 472543"/>
                <a:gd name="connsiteY138" fmla="*/ 193731 h 464260"/>
                <a:gd name="connsiteX139" fmla="*/ 384201 w 472543"/>
                <a:gd name="connsiteY139" fmla="*/ 190030 h 464260"/>
                <a:gd name="connsiteX140" fmla="*/ 385614 w 472543"/>
                <a:gd name="connsiteY140" fmla="*/ 187406 h 464260"/>
                <a:gd name="connsiteX141" fmla="*/ 385614 w 472543"/>
                <a:gd name="connsiteY141" fmla="*/ 185220 h 464260"/>
                <a:gd name="connsiteX142" fmla="*/ 388778 w 472543"/>
                <a:gd name="connsiteY142" fmla="*/ 186094 h 464260"/>
                <a:gd name="connsiteX143" fmla="*/ 392581 w 472543"/>
                <a:gd name="connsiteY143" fmla="*/ 188718 h 464260"/>
                <a:gd name="connsiteX144" fmla="*/ 392581 w 472543"/>
                <a:gd name="connsiteY144" fmla="*/ 192183 h 464260"/>
                <a:gd name="connsiteX145" fmla="*/ 392581 w 472543"/>
                <a:gd name="connsiteY145" fmla="*/ 195648 h 464260"/>
                <a:gd name="connsiteX146" fmla="*/ 392581 w 472543"/>
                <a:gd name="connsiteY146" fmla="*/ 200862 h 464260"/>
                <a:gd name="connsiteX147" fmla="*/ 392581 w 472543"/>
                <a:gd name="connsiteY147" fmla="*/ 207826 h 464260"/>
                <a:gd name="connsiteX148" fmla="*/ 393658 w 472543"/>
                <a:gd name="connsiteY148" fmla="*/ 210416 h 464260"/>
                <a:gd name="connsiteX149" fmla="*/ 397797 w 472543"/>
                <a:gd name="connsiteY149" fmla="*/ 206951 h 464260"/>
                <a:gd name="connsiteX150" fmla="*/ 399547 w 472543"/>
                <a:gd name="connsiteY150" fmla="*/ 201098 h 464260"/>
                <a:gd name="connsiteX151" fmla="*/ 399547 w 472543"/>
                <a:gd name="connsiteY151" fmla="*/ 195682 h 464260"/>
                <a:gd name="connsiteX152" fmla="*/ 399547 w 472543"/>
                <a:gd name="connsiteY152" fmla="*/ 190468 h 464260"/>
                <a:gd name="connsiteX153" fmla="*/ 402812 w 472543"/>
                <a:gd name="connsiteY153" fmla="*/ 187204 h 464260"/>
                <a:gd name="connsiteX154" fmla="*/ 406716 w 472543"/>
                <a:gd name="connsiteY154" fmla="*/ 184379 h 464260"/>
                <a:gd name="connsiteX155" fmla="*/ 409745 w 472543"/>
                <a:gd name="connsiteY155" fmla="*/ 181755 h 464260"/>
                <a:gd name="connsiteX156" fmla="*/ 414759 w 472543"/>
                <a:gd name="connsiteY156" fmla="*/ 180006 h 464260"/>
                <a:gd name="connsiteX157" fmla="*/ 416072 w 472543"/>
                <a:gd name="connsiteY157" fmla="*/ 178256 h 464260"/>
                <a:gd name="connsiteX158" fmla="*/ 418023 w 472543"/>
                <a:gd name="connsiteY158" fmla="*/ 174791 h 464260"/>
                <a:gd name="connsiteX159" fmla="*/ 419100 w 472543"/>
                <a:gd name="connsiteY159" fmla="*/ 172605 h 464260"/>
                <a:gd name="connsiteX160" fmla="*/ 421726 w 472543"/>
                <a:gd name="connsiteY160" fmla="*/ 168265 h 464260"/>
                <a:gd name="connsiteX161" fmla="*/ 424552 w 472543"/>
                <a:gd name="connsiteY161" fmla="*/ 164128 h 464260"/>
                <a:gd name="connsiteX162" fmla="*/ 427581 w 472543"/>
                <a:gd name="connsiteY162" fmla="*/ 161504 h 464260"/>
                <a:gd name="connsiteX163" fmla="*/ 431485 w 472543"/>
                <a:gd name="connsiteY163" fmla="*/ 158342 h 464260"/>
                <a:gd name="connsiteX164" fmla="*/ 438889 w 472543"/>
                <a:gd name="connsiteY164" fmla="*/ 156491 h 464260"/>
                <a:gd name="connsiteX165" fmla="*/ 445620 w 472543"/>
                <a:gd name="connsiteY165" fmla="*/ 156491 h 464260"/>
                <a:gd name="connsiteX166" fmla="*/ 450837 w 472543"/>
                <a:gd name="connsiteY166" fmla="*/ 156491 h 464260"/>
                <a:gd name="connsiteX167" fmla="*/ 454741 w 472543"/>
                <a:gd name="connsiteY167" fmla="*/ 154742 h 464260"/>
                <a:gd name="connsiteX168" fmla="*/ 456928 w 472543"/>
                <a:gd name="connsiteY168" fmla="*/ 154742 h 464260"/>
                <a:gd name="connsiteX169" fmla="*/ 456928 w 472543"/>
                <a:gd name="connsiteY169" fmla="*/ 157332 h 464260"/>
                <a:gd name="connsiteX170" fmla="*/ 458645 w 472543"/>
                <a:gd name="connsiteY170" fmla="*/ 161470 h 464260"/>
                <a:gd name="connsiteX171" fmla="*/ 458645 w 472543"/>
                <a:gd name="connsiteY171" fmla="*/ 164296 h 464260"/>
                <a:gd name="connsiteX172" fmla="*/ 462111 w 472543"/>
                <a:gd name="connsiteY172" fmla="*/ 165171 h 464260"/>
                <a:gd name="connsiteX173" fmla="*/ 465914 w 472543"/>
                <a:gd name="connsiteY173" fmla="*/ 164094 h 464260"/>
                <a:gd name="connsiteX174" fmla="*/ 469078 w 472543"/>
                <a:gd name="connsiteY174" fmla="*/ 160192 h 464260"/>
                <a:gd name="connsiteX175" fmla="*/ 469078 w 472543"/>
                <a:gd name="connsiteY175" fmla="*/ 157366 h 464260"/>
                <a:gd name="connsiteX176" fmla="*/ 471703 w 472543"/>
                <a:gd name="connsiteY176" fmla="*/ 151715 h 464260"/>
                <a:gd name="connsiteX177" fmla="*/ 471703 w 472543"/>
                <a:gd name="connsiteY177" fmla="*/ 146938 h 464260"/>
                <a:gd name="connsiteX178" fmla="*/ 470390 w 472543"/>
                <a:gd name="connsiteY178" fmla="*/ 140647 h 464260"/>
                <a:gd name="connsiteX179" fmla="*/ 468640 w 472543"/>
                <a:gd name="connsiteY179" fmla="*/ 133919 h 464260"/>
                <a:gd name="connsiteX180" fmla="*/ 467765 w 472543"/>
                <a:gd name="connsiteY180" fmla="*/ 131094 h 464260"/>
                <a:gd name="connsiteX181" fmla="*/ 469010 w 472543"/>
                <a:gd name="connsiteY181" fmla="*/ 128470 h 464260"/>
                <a:gd name="connsiteX182" fmla="*/ 472544 w 472543"/>
                <a:gd name="connsiteY182" fmla="*/ 126720 h 464260"/>
                <a:gd name="connsiteX183" fmla="*/ 472544 w 472543"/>
                <a:gd name="connsiteY183" fmla="*/ 124332 h 464260"/>
                <a:gd name="connsiteX184" fmla="*/ 472544 w 472543"/>
                <a:gd name="connsiteY184" fmla="*/ 122583 h 464260"/>
                <a:gd name="connsiteX185" fmla="*/ 470356 w 472543"/>
                <a:gd name="connsiteY185" fmla="*/ 117369 h 464260"/>
                <a:gd name="connsiteX186" fmla="*/ 469044 w 472543"/>
                <a:gd name="connsiteY186" fmla="*/ 113668 h 464260"/>
                <a:gd name="connsiteX187" fmla="*/ 469044 w 472543"/>
                <a:gd name="connsiteY187" fmla="*/ 110405 h 464260"/>
                <a:gd name="connsiteX188" fmla="*/ 470121 w 472543"/>
                <a:gd name="connsiteY188" fmla="*/ 104754 h 464260"/>
                <a:gd name="connsiteX189" fmla="*/ 466419 w 472543"/>
                <a:gd name="connsiteY189" fmla="*/ 99741 h 464260"/>
                <a:gd name="connsiteX190" fmla="*/ 464231 w 472543"/>
                <a:gd name="connsiteY190" fmla="*/ 97555 h 464260"/>
                <a:gd name="connsiteX191" fmla="*/ 461842 w 472543"/>
                <a:gd name="connsiteY191" fmla="*/ 95806 h 464260"/>
                <a:gd name="connsiteX192" fmla="*/ 455548 w 472543"/>
                <a:gd name="connsiteY192" fmla="*/ 92980 h 464260"/>
                <a:gd name="connsiteX193" fmla="*/ 450971 w 472543"/>
                <a:gd name="connsiteY193" fmla="*/ 90390 h 464260"/>
                <a:gd name="connsiteX194" fmla="*/ 445553 w 472543"/>
                <a:gd name="connsiteY194" fmla="*/ 85075 h 464260"/>
                <a:gd name="connsiteX195" fmla="*/ 444240 w 472543"/>
                <a:gd name="connsiteY195" fmla="*/ 81711 h 464260"/>
                <a:gd name="connsiteX196" fmla="*/ 442053 w 472543"/>
                <a:gd name="connsiteY196" fmla="*/ 81711 h 464260"/>
                <a:gd name="connsiteX197" fmla="*/ 431620 w 472543"/>
                <a:gd name="connsiteY197" fmla="*/ 81711 h 464260"/>
                <a:gd name="connsiteX198" fmla="*/ 426841 w 472543"/>
                <a:gd name="connsiteY198" fmla="*/ 80634 h 464260"/>
                <a:gd name="connsiteX199" fmla="*/ 428793 w 472543"/>
                <a:gd name="connsiteY199" fmla="*/ 74983 h 464260"/>
                <a:gd name="connsiteX200" fmla="*/ 431620 w 472543"/>
                <a:gd name="connsiteY200" fmla="*/ 69970 h 464260"/>
                <a:gd name="connsiteX201" fmla="*/ 429029 w 472543"/>
                <a:gd name="connsiteY201" fmla="*/ 66068 h 464260"/>
                <a:gd name="connsiteX202" fmla="*/ 424889 w 472543"/>
                <a:gd name="connsiteY202" fmla="*/ 64319 h 464260"/>
                <a:gd name="connsiteX203" fmla="*/ 421490 w 472543"/>
                <a:gd name="connsiteY203" fmla="*/ 61291 h 464260"/>
                <a:gd name="connsiteX204" fmla="*/ 415971 w 472543"/>
                <a:gd name="connsiteY204" fmla="*/ 60854 h 464260"/>
                <a:gd name="connsiteX205" fmla="*/ 412504 w 472543"/>
                <a:gd name="connsiteY205" fmla="*/ 60854 h 464260"/>
                <a:gd name="connsiteX206" fmla="*/ 406413 w 472543"/>
                <a:gd name="connsiteY206" fmla="*/ 60854 h 464260"/>
                <a:gd name="connsiteX207" fmla="*/ 399884 w 472543"/>
                <a:gd name="connsiteY207" fmla="*/ 61493 h 464260"/>
                <a:gd name="connsiteX208" fmla="*/ 396821 w 472543"/>
                <a:gd name="connsiteY208" fmla="*/ 62570 h 464260"/>
                <a:gd name="connsiteX209" fmla="*/ 389720 w 472543"/>
                <a:gd name="connsiteY209" fmla="*/ 62570 h 464260"/>
                <a:gd name="connsiteX210" fmla="*/ 386085 w 472543"/>
                <a:gd name="connsiteY210" fmla="*/ 58365 h 464260"/>
                <a:gd name="connsiteX211" fmla="*/ 384201 w 472543"/>
                <a:gd name="connsiteY211" fmla="*/ 54732 h 464260"/>
                <a:gd name="connsiteX212" fmla="*/ 379253 w 472543"/>
                <a:gd name="connsiteY212" fmla="*/ 50527 h 464260"/>
                <a:gd name="connsiteX213" fmla="*/ 377369 w 472543"/>
                <a:gd name="connsiteY213" fmla="*/ 47062 h 464260"/>
                <a:gd name="connsiteX214" fmla="*/ 376494 w 472543"/>
                <a:gd name="connsiteY214" fmla="*/ 44303 h 464260"/>
                <a:gd name="connsiteX215" fmla="*/ 373027 w 472543"/>
                <a:gd name="connsiteY215" fmla="*/ 41545 h 464260"/>
                <a:gd name="connsiteX216" fmla="*/ 371715 w 472543"/>
                <a:gd name="connsiteY216" fmla="*/ 40233 h 464260"/>
                <a:gd name="connsiteX217" fmla="*/ 368686 w 472543"/>
                <a:gd name="connsiteY217" fmla="*/ 36768 h 464260"/>
                <a:gd name="connsiteX218" fmla="*/ 366667 w 472543"/>
                <a:gd name="connsiteY218" fmla="*/ 35624 h 464260"/>
                <a:gd name="connsiteX219" fmla="*/ 364647 w 472543"/>
                <a:gd name="connsiteY219" fmla="*/ 33303 h 464260"/>
                <a:gd name="connsiteX220" fmla="*/ 363772 w 472543"/>
                <a:gd name="connsiteY220" fmla="*/ 31554 h 464260"/>
                <a:gd name="connsiteX221" fmla="*/ 361181 w 472543"/>
                <a:gd name="connsiteY221" fmla="*/ 30982 h 464260"/>
                <a:gd name="connsiteX222" fmla="*/ 357714 w 472543"/>
                <a:gd name="connsiteY222" fmla="*/ 30847 h 464260"/>
                <a:gd name="connsiteX223" fmla="*/ 354820 w 472543"/>
                <a:gd name="connsiteY223" fmla="*/ 30713 h 464260"/>
                <a:gd name="connsiteX224" fmla="*/ 351354 w 472543"/>
                <a:gd name="connsiteY224" fmla="*/ 28964 h 464260"/>
                <a:gd name="connsiteX225" fmla="*/ 349469 w 472543"/>
                <a:gd name="connsiteY225" fmla="*/ 26945 h 464260"/>
                <a:gd name="connsiteX226" fmla="*/ 346137 w 472543"/>
                <a:gd name="connsiteY226" fmla="*/ 24624 h 464260"/>
                <a:gd name="connsiteX227" fmla="*/ 339777 w 472543"/>
                <a:gd name="connsiteY227" fmla="*/ 20722 h 464260"/>
                <a:gd name="connsiteX228" fmla="*/ 336748 w 472543"/>
                <a:gd name="connsiteY228" fmla="*/ 18535 h 464260"/>
                <a:gd name="connsiteX229" fmla="*/ 333719 w 472543"/>
                <a:gd name="connsiteY229" fmla="*/ 15070 h 464260"/>
                <a:gd name="connsiteX230" fmla="*/ 327055 w 472543"/>
                <a:gd name="connsiteY230" fmla="*/ 11740 h 464260"/>
                <a:gd name="connsiteX231" fmla="*/ 321536 w 472543"/>
                <a:gd name="connsiteY231" fmla="*/ 8713 h 464260"/>
                <a:gd name="connsiteX232" fmla="*/ 318069 w 472543"/>
                <a:gd name="connsiteY232" fmla="*/ 5954 h 464260"/>
                <a:gd name="connsiteX233" fmla="*/ 316117 w 472543"/>
                <a:gd name="connsiteY233" fmla="*/ 2758 h 464260"/>
                <a:gd name="connsiteX234" fmla="*/ 313425 w 472543"/>
                <a:gd name="connsiteY234" fmla="*/ 0 h 464260"/>
                <a:gd name="connsiteX235" fmla="*/ 311675 w 472543"/>
                <a:gd name="connsiteY235" fmla="*/ 0 h 464260"/>
                <a:gd name="connsiteX236" fmla="*/ 306459 w 472543"/>
                <a:gd name="connsiteY236" fmla="*/ 0 h 464260"/>
                <a:gd name="connsiteX237" fmla="*/ 304709 w 472543"/>
                <a:gd name="connsiteY237" fmla="*/ 1682 h 464260"/>
                <a:gd name="connsiteX238" fmla="*/ 302386 w 472543"/>
                <a:gd name="connsiteY238" fmla="*/ 4070 h 464260"/>
                <a:gd name="connsiteX239" fmla="*/ 301949 w 472543"/>
                <a:gd name="connsiteY239" fmla="*/ 5954 h 464260"/>
                <a:gd name="connsiteX240" fmla="*/ 301646 w 472543"/>
                <a:gd name="connsiteY240" fmla="*/ 7703 h 464260"/>
                <a:gd name="connsiteX241" fmla="*/ 301074 w 472543"/>
                <a:gd name="connsiteY241" fmla="*/ 9722 h 464260"/>
                <a:gd name="connsiteX242" fmla="*/ 302386 w 472543"/>
                <a:gd name="connsiteY242" fmla="*/ 11303 h 464260"/>
                <a:gd name="connsiteX243" fmla="*/ 304136 w 472543"/>
                <a:gd name="connsiteY243" fmla="*/ 12312 h 464260"/>
                <a:gd name="connsiteX244" fmla="*/ 306459 w 472543"/>
                <a:gd name="connsiteY244" fmla="*/ 14768 h 464260"/>
                <a:gd name="connsiteX245" fmla="*/ 307603 w 472543"/>
                <a:gd name="connsiteY245" fmla="*/ 14768 h 464260"/>
                <a:gd name="connsiteX246" fmla="*/ 307300 w 472543"/>
                <a:gd name="connsiteY246" fmla="*/ 18233 h 464260"/>
                <a:gd name="connsiteX247" fmla="*/ 307300 w 472543"/>
                <a:gd name="connsiteY247" fmla="*/ 19107 h 464260"/>
                <a:gd name="connsiteX248" fmla="*/ 306425 w 472543"/>
                <a:gd name="connsiteY248" fmla="*/ 20856 h 464260"/>
                <a:gd name="connsiteX249" fmla="*/ 304675 w 472543"/>
                <a:gd name="connsiteY249" fmla="*/ 20856 h 464260"/>
                <a:gd name="connsiteX250" fmla="*/ 303093 w 472543"/>
                <a:gd name="connsiteY250" fmla="*/ 20856 h 464260"/>
                <a:gd name="connsiteX251" fmla="*/ 301646 w 472543"/>
                <a:gd name="connsiteY251" fmla="*/ 21428 h 464260"/>
                <a:gd name="connsiteX252" fmla="*/ 301343 w 472543"/>
                <a:gd name="connsiteY252" fmla="*/ 24187 h 464260"/>
                <a:gd name="connsiteX253" fmla="*/ 300636 w 472543"/>
                <a:gd name="connsiteY253" fmla="*/ 29973 h 464260"/>
                <a:gd name="connsiteX254" fmla="*/ 299055 w 472543"/>
                <a:gd name="connsiteY254" fmla="*/ 30847 h 464260"/>
                <a:gd name="connsiteX255" fmla="*/ 296429 w 472543"/>
                <a:gd name="connsiteY255" fmla="*/ 27214 h 464260"/>
                <a:gd name="connsiteX256" fmla="*/ 291516 w 472543"/>
                <a:gd name="connsiteY256" fmla="*/ 27214 h 464260"/>
                <a:gd name="connsiteX257" fmla="*/ 291651 w 472543"/>
                <a:gd name="connsiteY257" fmla="*/ 28661 h 464260"/>
                <a:gd name="connsiteX258" fmla="*/ 291651 w 472543"/>
                <a:gd name="connsiteY258" fmla="*/ 34581 h 464260"/>
                <a:gd name="connsiteX259" fmla="*/ 291718 w 472543"/>
                <a:gd name="connsiteY259" fmla="*/ 38484 h 464260"/>
                <a:gd name="connsiteX260" fmla="*/ 293098 w 472543"/>
                <a:gd name="connsiteY260" fmla="*/ 39930 h 464260"/>
                <a:gd name="connsiteX261" fmla="*/ 296429 w 472543"/>
                <a:gd name="connsiteY261" fmla="*/ 42386 h 464260"/>
                <a:gd name="connsiteX262" fmla="*/ 297304 w 472543"/>
                <a:gd name="connsiteY262" fmla="*/ 45582 h 464260"/>
                <a:gd name="connsiteX263" fmla="*/ 300939 w 472543"/>
                <a:gd name="connsiteY263" fmla="*/ 47465 h 464260"/>
                <a:gd name="connsiteX264" fmla="*/ 303968 w 472543"/>
                <a:gd name="connsiteY264" fmla="*/ 48912 h 464260"/>
                <a:gd name="connsiteX265" fmla="*/ 310329 w 472543"/>
                <a:gd name="connsiteY265" fmla="*/ 52108 h 464260"/>
                <a:gd name="connsiteX266" fmla="*/ 314401 w 472543"/>
                <a:gd name="connsiteY266" fmla="*/ 55169 h 464260"/>
                <a:gd name="connsiteX267" fmla="*/ 315983 w 472543"/>
                <a:gd name="connsiteY267" fmla="*/ 59811 h 464260"/>
                <a:gd name="connsiteX268" fmla="*/ 315983 w 472543"/>
                <a:gd name="connsiteY268" fmla="*/ 63579 h 464260"/>
                <a:gd name="connsiteX269" fmla="*/ 315983 w 472543"/>
                <a:gd name="connsiteY269" fmla="*/ 65765 h 464260"/>
                <a:gd name="connsiteX270" fmla="*/ 314401 w 472543"/>
                <a:gd name="connsiteY270" fmla="*/ 68221 h 464260"/>
                <a:gd name="connsiteX271" fmla="*/ 312213 w 472543"/>
                <a:gd name="connsiteY271" fmla="*/ 69668 h 464260"/>
                <a:gd name="connsiteX272" fmla="*/ 307872 w 472543"/>
                <a:gd name="connsiteY272" fmla="*/ 71417 h 464260"/>
                <a:gd name="connsiteX273" fmla="*/ 306290 w 472543"/>
                <a:gd name="connsiteY273" fmla="*/ 71417 h 464260"/>
                <a:gd name="connsiteX274" fmla="*/ 302824 w 472543"/>
                <a:gd name="connsiteY274" fmla="*/ 72426 h 464260"/>
                <a:gd name="connsiteX275" fmla="*/ 302117 w 472543"/>
                <a:gd name="connsiteY275" fmla="*/ 73873 h 464260"/>
                <a:gd name="connsiteX276" fmla="*/ 302117 w 472543"/>
                <a:gd name="connsiteY276" fmla="*/ 74882 h 464260"/>
                <a:gd name="connsiteX277" fmla="*/ 301175 w 472543"/>
                <a:gd name="connsiteY277" fmla="*/ 78077 h 464260"/>
                <a:gd name="connsiteX278" fmla="*/ 298213 w 472543"/>
                <a:gd name="connsiteY278" fmla="*/ 81273 h 464260"/>
                <a:gd name="connsiteX279" fmla="*/ 295756 w 472543"/>
                <a:gd name="connsiteY279" fmla="*/ 83729 h 464260"/>
                <a:gd name="connsiteX280" fmla="*/ 291718 w 472543"/>
                <a:gd name="connsiteY280" fmla="*/ 84435 h 464260"/>
                <a:gd name="connsiteX281" fmla="*/ 288958 w 472543"/>
                <a:gd name="connsiteY281" fmla="*/ 84435 h 464260"/>
                <a:gd name="connsiteX282" fmla="*/ 286636 w 472543"/>
                <a:gd name="connsiteY282" fmla="*/ 84435 h 464260"/>
                <a:gd name="connsiteX283" fmla="*/ 284583 w 472543"/>
                <a:gd name="connsiteY283" fmla="*/ 86622 h 464260"/>
                <a:gd name="connsiteX284" fmla="*/ 284448 w 472543"/>
                <a:gd name="connsiteY284" fmla="*/ 88371 h 464260"/>
                <a:gd name="connsiteX285" fmla="*/ 284448 w 472543"/>
                <a:gd name="connsiteY285" fmla="*/ 91130 h 464260"/>
                <a:gd name="connsiteX286" fmla="*/ 284448 w 472543"/>
                <a:gd name="connsiteY286" fmla="*/ 94023 h 464260"/>
                <a:gd name="connsiteX287" fmla="*/ 283304 w 472543"/>
                <a:gd name="connsiteY287" fmla="*/ 97353 h 464260"/>
                <a:gd name="connsiteX288" fmla="*/ 281722 w 472543"/>
                <a:gd name="connsiteY288" fmla="*/ 100683 h 464260"/>
                <a:gd name="connsiteX289" fmla="*/ 280713 w 472543"/>
                <a:gd name="connsiteY289" fmla="*/ 104148 h 464260"/>
                <a:gd name="connsiteX290" fmla="*/ 278256 w 472543"/>
                <a:gd name="connsiteY290" fmla="*/ 107916 h 464260"/>
                <a:gd name="connsiteX291" fmla="*/ 274352 w 472543"/>
                <a:gd name="connsiteY291" fmla="*/ 110102 h 464260"/>
                <a:gd name="connsiteX292" fmla="*/ 269136 w 472543"/>
                <a:gd name="connsiteY292" fmla="*/ 112121 h 464260"/>
                <a:gd name="connsiteX293" fmla="*/ 268126 w 472543"/>
                <a:gd name="connsiteY293" fmla="*/ 115317 h 464260"/>
                <a:gd name="connsiteX294" fmla="*/ 269270 w 472543"/>
                <a:gd name="connsiteY294" fmla="*/ 117200 h 464260"/>
                <a:gd name="connsiteX295" fmla="*/ 272467 w 472543"/>
                <a:gd name="connsiteY295" fmla="*/ 120834 h 464260"/>
                <a:gd name="connsiteX296" fmla="*/ 269439 w 472543"/>
                <a:gd name="connsiteY296" fmla="*/ 124298 h 464260"/>
                <a:gd name="connsiteX297" fmla="*/ 266107 w 472543"/>
                <a:gd name="connsiteY297" fmla="*/ 125879 h 464260"/>
                <a:gd name="connsiteX298" fmla="*/ 264962 w 472543"/>
                <a:gd name="connsiteY298" fmla="*/ 127898 h 464260"/>
                <a:gd name="connsiteX299" fmla="*/ 265535 w 472543"/>
                <a:gd name="connsiteY299" fmla="*/ 130219 h 464260"/>
                <a:gd name="connsiteX300" fmla="*/ 267991 w 472543"/>
                <a:gd name="connsiteY300" fmla="*/ 131968 h 464260"/>
                <a:gd name="connsiteX301" fmla="*/ 265669 w 472543"/>
                <a:gd name="connsiteY301" fmla="*/ 135736 h 464260"/>
                <a:gd name="connsiteX302" fmla="*/ 262640 w 472543"/>
                <a:gd name="connsiteY302" fmla="*/ 138763 h 464260"/>
                <a:gd name="connsiteX303" fmla="*/ 260318 w 472543"/>
                <a:gd name="connsiteY303" fmla="*/ 139638 h 464260"/>
                <a:gd name="connsiteX304" fmla="*/ 257727 w 472543"/>
                <a:gd name="connsiteY304" fmla="*/ 142396 h 464260"/>
                <a:gd name="connsiteX305" fmla="*/ 256583 w 472543"/>
                <a:gd name="connsiteY305" fmla="*/ 145592 h 464260"/>
                <a:gd name="connsiteX306" fmla="*/ 257458 w 472543"/>
                <a:gd name="connsiteY306" fmla="*/ 148923 h 464260"/>
                <a:gd name="connsiteX307" fmla="*/ 260352 w 472543"/>
                <a:gd name="connsiteY307" fmla="*/ 152690 h 464260"/>
                <a:gd name="connsiteX308" fmla="*/ 256448 w 472543"/>
                <a:gd name="connsiteY308" fmla="*/ 157198 h 464260"/>
                <a:gd name="connsiteX309" fmla="*/ 255438 w 472543"/>
                <a:gd name="connsiteY309" fmla="*/ 158644 h 464260"/>
                <a:gd name="connsiteX310" fmla="*/ 253419 w 472543"/>
                <a:gd name="connsiteY310" fmla="*/ 160225 h 464260"/>
                <a:gd name="connsiteX311" fmla="*/ 251837 w 472543"/>
                <a:gd name="connsiteY311" fmla="*/ 160663 h 464260"/>
                <a:gd name="connsiteX312" fmla="*/ 249818 w 472543"/>
                <a:gd name="connsiteY312" fmla="*/ 162412 h 464260"/>
                <a:gd name="connsiteX313" fmla="*/ 247496 w 472543"/>
                <a:gd name="connsiteY313" fmla="*/ 163421 h 464260"/>
                <a:gd name="connsiteX314" fmla="*/ 244904 w 472543"/>
                <a:gd name="connsiteY314" fmla="*/ 163421 h 464260"/>
                <a:gd name="connsiteX315" fmla="*/ 243154 w 472543"/>
                <a:gd name="connsiteY315" fmla="*/ 162412 h 464260"/>
                <a:gd name="connsiteX316" fmla="*/ 240529 w 472543"/>
                <a:gd name="connsiteY316" fmla="*/ 159082 h 464260"/>
                <a:gd name="connsiteX317" fmla="*/ 239822 w 472543"/>
                <a:gd name="connsiteY317" fmla="*/ 156054 h 464260"/>
                <a:gd name="connsiteX318" fmla="*/ 238678 w 472543"/>
                <a:gd name="connsiteY318" fmla="*/ 155617 h 464260"/>
                <a:gd name="connsiteX319" fmla="*/ 236794 w 472543"/>
                <a:gd name="connsiteY319" fmla="*/ 156189 h 464260"/>
                <a:gd name="connsiteX320" fmla="*/ 234034 w 472543"/>
                <a:gd name="connsiteY320" fmla="*/ 158813 h 464260"/>
                <a:gd name="connsiteX321" fmla="*/ 231274 w 472543"/>
                <a:gd name="connsiteY321" fmla="*/ 158947 h 464260"/>
                <a:gd name="connsiteX322" fmla="*/ 228077 w 472543"/>
                <a:gd name="connsiteY322" fmla="*/ 157803 h 464260"/>
                <a:gd name="connsiteX323" fmla="*/ 226630 w 472543"/>
                <a:gd name="connsiteY323" fmla="*/ 156660 h 464260"/>
                <a:gd name="connsiteX324" fmla="*/ 224745 w 472543"/>
                <a:gd name="connsiteY324" fmla="*/ 154776 h 464260"/>
                <a:gd name="connsiteX325" fmla="*/ 221413 w 472543"/>
                <a:gd name="connsiteY325" fmla="*/ 154776 h 464260"/>
                <a:gd name="connsiteX326" fmla="*/ 219663 w 472543"/>
                <a:gd name="connsiteY326" fmla="*/ 154776 h 464260"/>
                <a:gd name="connsiteX327" fmla="*/ 216466 w 472543"/>
                <a:gd name="connsiteY327" fmla="*/ 154776 h 464260"/>
                <a:gd name="connsiteX328" fmla="*/ 215322 w 472543"/>
                <a:gd name="connsiteY328" fmla="*/ 157030 h 464260"/>
                <a:gd name="connsiteX329" fmla="*/ 214178 w 472543"/>
                <a:gd name="connsiteY329" fmla="*/ 158981 h 464260"/>
                <a:gd name="connsiteX330" fmla="*/ 215322 w 472543"/>
                <a:gd name="connsiteY330" fmla="*/ 160865 h 464260"/>
                <a:gd name="connsiteX331" fmla="*/ 215322 w 472543"/>
                <a:gd name="connsiteY331" fmla="*/ 163623 h 464260"/>
                <a:gd name="connsiteX332" fmla="*/ 213370 w 472543"/>
                <a:gd name="connsiteY332" fmla="*/ 165070 h 464260"/>
                <a:gd name="connsiteX333" fmla="*/ 211115 w 472543"/>
                <a:gd name="connsiteY333" fmla="*/ 166651 h 464260"/>
                <a:gd name="connsiteX334" fmla="*/ 209096 w 472543"/>
                <a:gd name="connsiteY334" fmla="*/ 169846 h 464260"/>
                <a:gd name="connsiteX335" fmla="*/ 207952 w 472543"/>
                <a:gd name="connsiteY335" fmla="*/ 172874 h 464260"/>
                <a:gd name="connsiteX336" fmla="*/ 210711 w 472543"/>
                <a:gd name="connsiteY336" fmla="*/ 175195 h 464260"/>
                <a:gd name="connsiteX337" fmla="*/ 213606 w 472543"/>
                <a:gd name="connsiteY337" fmla="*/ 178828 h 464260"/>
                <a:gd name="connsiteX338" fmla="*/ 213606 w 472543"/>
                <a:gd name="connsiteY338" fmla="*/ 181721 h 464260"/>
                <a:gd name="connsiteX339" fmla="*/ 213606 w 472543"/>
                <a:gd name="connsiteY339" fmla="*/ 182865 h 464260"/>
                <a:gd name="connsiteX340" fmla="*/ 211855 w 472543"/>
                <a:gd name="connsiteY340" fmla="*/ 185186 h 464260"/>
                <a:gd name="connsiteX341" fmla="*/ 211855 w 472543"/>
                <a:gd name="connsiteY341" fmla="*/ 186061 h 464260"/>
                <a:gd name="connsiteX342" fmla="*/ 208961 w 472543"/>
                <a:gd name="connsiteY342" fmla="*/ 186061 h 464260"/>
                <a:gd name="connsiteX343" fmla="*/ 207514 w 472543"/>
                <a:gd name="connsiteY343" fmla="*/ 187642 h 464260"/>
                <a:gd name="connsiteX344" fmla="*/ 206201 w 472543"/>
                <a:gd name="connsiteY344" fmla="*/ 190972 h 464260"/>
                <a:gd name="connsiteX345" fmla="*/ 204620 w 472543"/>
                <a:gd name="connsiteY345" fmla="*/ 192856 h 464260"/>
                <a:gd name="connsiteX346" fmla="*/ 203038 w 472543"/>
                <a:gd name="connsiteY346" fmla="*/ 194302 h 464260"/>
                <a:gd name="connsiteX347" fmla="*/ 201019 w 472543"/>
                <a:gd name="connsiteY347" fmla="*/ 198440 h 464260"/>
                <a:gd name="connsiteX348" fmla="*/ 200009 w 472543"/>
                <a:gd name="connsiteY348" fmla="*/ 201266 h 464260"/>
                <a:gd name="connsiteX349" fmla="*/ 198562 w 472543"/>
                <a:gd name="connsiteY349" fmla="*/ 205605 h 464260"/>
                <a:gd name="connsiteX350" fmla="*/ 196980 w 472543"/>
                <a:gd name="connsiteY350" fmla="*/ 208936 h 464260"/>
                <a:gd name="connsiteX351" fmla="*/ 193514 w 472543"/>
                <a:gd name="connsiteY351" fmla="*/ 210954 h 464260"/>
                <a:gd name="connsiteX352" fmla="*/ 190451 w 472543"/>
                <a:gd name="connsiteY352" fmla="*/ 216471 h 464260"/>
                <a:gd name="connsiteX353" fmla="*/ 188701 w 472543"/>
                <a:gd name="connsiteY353" fmla="*/ 222694 h 464260"/>
                <a:gd name="connsiteX354" fmla="*/ 185235 w 472543"/>
                <a:gd name="connsiteY354" fmla="*/ 227034 h 464260"/>
                <a:gd name="connsiteX355" fmla="*/ 183350 w 472543"/>
                <a:gd name="connsiteY355" fmla="*/ 228918 h 464260"/>
                <a:gd name="connsiteX356" fmla="*/ 181465 w 472543"/>
                <a:gd name="connsiteY356" fmla="*/ 231239 h 464260"/>
                <a:gd name="connsiteX357" fmla="*/ 180590 w 472543"/>
                <a:gd name="connsiteY357" fmla="*/ 233829 h 464260"/>
                <a:gd name="connsiteX358" fmla="*/ 180590 w 472543"/>
                <a:gd name="connsiteY358" fmla="*/ 235578 h 464260"/>
                <a:gd name="connsiteX359" fmla="*/ 178638 w 472543"/>
                <a:gd name="connsiteY359" fmla="*/ 239043 h 464260"/>
                <a:gd name="connsiteX360" fmla="*/ 175374 w 472543"/>
                <a:gd name="connsiteY360" fmla="*/ 241802 h 464260"/>
                <a:gd name="connsiteX361" fmla="*/ 170595 w 472543"/>
                <a:gd name="connsiteY361" fmla="*/ 244257 h 464260"/>
                <a:gd name="connsiteX362" fmla="*/ 167263 w 472543"/>
                <a:gd name="connsiteY362" fmla="*/ 245401 h 464260"/>
                <a:gd name="connsiteX363" fmla="*/ 165076 w 472543"/>
                <a:gd name="connsiteY363" fmla="*/ 246410 h 464260"/>
                <a:gd name="connsiteX364" fmla="*/ 162316 w 472543"/>
                <a:gd name="connsiteY364" fmla="*/ 248597 h 464260"/>
                <a:gd name="connsiteX365" fmla="*/ 157234 w 472543"/>
                <a:gd name="connsiteY365" fmla="*/ 248597 h 464260"/>
                <a:gd name="connsiteX366" fmla="*/ 151883 w 472543"/>
                <a:gd name="connsiteY366" fmla="*/ 248597 h 464260"/>
                <a:gd name="connsiteX367" fmla="*/ 148114 w 472543"/>
                <a:gd name="connsiteY367" fmla="*/ 248597 h 464260"/>
                <a:gd name="connsiteX368" fmla="*/ 143200 w 472543"/>
                <a:gd name="connsiteY368" fmla="*/ 248092 h 464260"/>
                <a:gd name="connsiteX369" fmla="*/ 140743 w 472543"/>
                <a:gd name="connsiteY369" fmla="*/ 247588 h 464260"/>
                <a:gd name="connsiteX370" fmla="*/ 135830 w 472543"/>
                <a:gd name="connsiteY370" fmla="*/ 244392 h 464260"/>
                <a:gd name="connsiteX371" fmla="*/ 134955 w 472543"/>
                <a:gd name="connsiteY371" fmla="*/ 241196 h 464260"/>
                <a:gd name="connsiteX372" fmla="*/ 131926 w 472543"/>
                <a:gd name="connsiteY372" fmla="*/ 239010 h 464260"/>
                <a:gd name="connsiteX373" fmla="*/ 131926 w 472543"/>
                <a:gd name="connsiteY373" fmla="*/ 236117 h 464260"/>
                <a:gd name="connsiteX374" fmla="*/ 131421 w 472543"/>
                <a:gd name="connsiteY374" fmla="*/ 231474 h 464260"/>
                <a:gd name="connsiteX375" fmla="*/ 131791 w 472543"/>
                <a:gd name="connsiteY375" fmla="*/ 225688 h 464260"/>
                <a:gd name="connsiteX376" fmla="*/ 131084 w 472543"/>
                <a:gd name="connsiteY376" fmla="*/ 221921 h 464260"/>
                <a:gd name="connsiteX377" fmla="*/ 124555 w 472543"/>
                <a:gd name="connsiteY377" fmla="*/ 217850 h 464260"/>
                <a:gd name="connsiteX378" fmla="*/ 122099 w 472543"/>
                <a:gd name="connsiteY378" fmla="*/ 216538 h 464260"/>
                <a:gd name="connsiteX379" fmla="*/ 120652 w 472543"/>
                <a:gd name="connsiteY379" fmla="*/ 217245 h 464260"/>
                <a:gd name="connsiteX380" fmla="*/ 116310 w 472543"/>
                <a:gd name="connsiteY380" fmla="*/ 217245 h 464260"/>
                <a:gd name="connsiteX381" fmla="*/ 113281 w 472543"/>
                <a:gd name="connsiteY381" fmla="*/ 218052 h 464260"/>
                <a:gd name="connsiteX382" fmla="*/ 112272 w 472543"/>
                <a:gd name="connsiteY382" fmla="*/ 219297 h 464260"/>
                <a:gd name="connsiteX383" fmla="*/ 111094 w 472543"/>
                <a:gd name="connsiteY383" fmla="*/ 221046 h 464260"/>
                <a:gd name="connsiteX384" fmla="*/ 109344 w 472543"/>
                <a:gd name="connsiteY384" fmla="*/ 223636 h 464260"/>
                <a:gd name="connsiteX385" fmla="*/ 108469 w 472543"/>
                <a:gd name="connsiteY385" fmla="*/ 224208 h 464260"/>
                <a:gd name="connsiteX386" fmla="*/ 105271 w 472543"/>
                <a:gd name="connsiteY386" fmla="*/ 224208 h 464260"/>
                <a:gd name="connsiteX387" fmla="*/ 103521 w 472543"/>
                <a:gd name="connsiteY387" fmla="*/ 224141 h 464260"/>
                <a:gd name="connsiteX388" fmla="*/ 102209 w 472543"/>
                <a:gd name="connsiteY388" fmla="*/ 224645 h 464260"/>
                <a:gd name="connsiteX389" fmla="*/ 100762 w 472543"/>
                <a:gd name="connsiteY389" fmla="*/ 226664 h 464260"/>
                <a:gd name="connsiteX390" fmla="*/ 98002 w 472543"/>
                <a:gd name="connsiteY390" fmla="*/ 228245 h 464260"/>
                <a:gd name="connsiteX391" fmla="*/ 95444 w 472543"/>
                <a:gd name="connsiteY391" fmla="*/ 228379 h 464260"/>
                <a:gd name="connsiteX392" fmla="*/ 91069 w 472543"/>
                <a:gd name="connsiteY392" fmla="*/ 228245 h 464260"/>
                <a:gd name="connsiteX393" fmla="*/ 87603 w 472543"/>
                <a:gd name="connsiteY393" fmla="*/ 224915 h 464260"/>
                <a:gd name="connsiteX394" fmla="*/ 85651 w 472543"/>
                <a:gd name="connsiteY394" fmla="*/ 221147 h 464260"/>
                <a:gd name="connsiteX395" fmla="*/ 81747 w 472543"/>
                <a:gd name="connsiteY395" fmla="*/ 217884 h 464260"/>
                <a:gd name="connsiteX396" fmla="*/ 78920 w 472543"/>
                <a:gd name="connsiteY396" fmla="*/ 215495 h 464260"/>
                <a:gd name="connsiteX397" fmla="*/ 75218 w 472543"/>
                <a:gd name="connsiteY397" fmla="*/ 215495 h 464260"/>
                <a:gd name="connsiteX398" fmla="*/ 73030 w 472543"/>
                <a:gd name="connsiteY398" fmla="*/ 212670 h 464260"/>
                <a:gd name="connsiteX399" fmla="*/ 70843 w 472543"/>
                <a:gd name="connsiteY399" fmla="*/ 209407 h 464260"/>
                <a:gd name="connsiteX400" fmla="*/ 67376 w 472543"/>
                <a:gd name="connsiteY400" fmla="*/ 207657 h 464260"/>
                <a:gd name="connsiteX401" fmla="*/ 64987 w 472543"/>
                <a:gd name="connsiteY401" fmla="*/ 206581 h 464260"/>
                <a:gd name="connsiteX402" fmla="*/ 61285 w 472543"/>
                <a:gd name="connsiteY402" fmla="*/ 204394 h 464260"/>
                <a:gd name="connsiteX403" fmla="*/ 57381 w 472543"/>
                <a:gd name="connsiteY403" fmla="*/ 203755 h 464260"/>
                <a:gd name="connsiteX404" fmla="*/ 54116 w 472543"/>
                <a:gd name="connsiteY404" fmla="*/ 200728 h 464260"/>
                <a:gd name="connsiteX405" fmla="*/ 50852 w 472543"/>
                <a:gd name="connsiteY405" fmla="*/ 198339 h 464260"/>
                <a:gd name="connsiteX406" fmla="*/ 47823 w 472543"/>
                <a:gd name="connsiteY406" fmla="*/ 200526 h 464260"/>
                <a:gd name="connsiteX407" fmla="*/ 44996 w 472543"/>
                <a:gd name="connsiteY407" fmla="*/ 204865 h 464260"/>
                <a:gd name="connsiteX408" fmla="*/ 41294 w 472543"/>
                <a:gd name="connsiteY408" fmla="*/ 210079 h 464260"/>
                <a:gd name="connsiteX409" fmla="*/ 38030 w 472543"/>
                <a:gd name="connsiteY409" fmla="*/ 216168 h 464260"/>
                <a:gd name="connsiteX410" fmla="*/ 35842 w 472543"/>
                <a:gd name="connsiteY410" fmla="*/ 216168 h 464260"/>
                <a:gd name="connsiteX411" fmla="*/ 32140 w 472543"/>
                <a:gd name="connsiteY411" fmla="*/ 216168 h 464260"/>
                <a:gd name="connsiteX412" fmla="*/ 29313 w 472543"/>
                <a:gd name="connsiteY412" fmla="*/ 217245 h 464260"/>
                <a:gd name="connsiteX413" fmla="*/ 31938 w 472543"/>
                <a:gd name="connsiteY413" fmla="*/ 221382 h 464260"/>
                <a:gd name="connsiteX414" fmla="*/ 31063 w 472543"/>
                <a:gd name="connsiteY414" fmla="*/ 224645 h 464260"/>
                <a:gd name="connsiteX415" fmla="*/ 26722 w 472543"/>
                <a:gd name="connsiteY415" fmla="*/ 222459 h 464260"/>
                <a:gd name="connsiteX416" fmla="*/ 21943 w 472543"/>
                <a:gd name="connsiteY416" fmla="*/ 222459 h 464260"/>
                <a:gd name="connsiteX417" fmla="*/ 21303 w 472543"/>
                <a:gd name="connsiteY417" fmla="*/ 225621 h 464260"/>
                <a:gd name="connsiteX418" fmla="*/ 21539 w 472543"/>
                <a:gd name="connsiteY418" fmla="*/ 230061 h 464260"/>
                <a:gd name="connsiteX419" fmla="*/ 23928 w 472543"/>
                <a:gd name="connsiteY419" fmla="*/ 234199 h 464260"/>
                <a:gd name="connsiteX420" fmla="*/ 29347 w 472543"/>
                <a:gd name="connsiteY420" fmla="*/ 237462 h 464260"/>
                <a:gd name="connsiteX421" fmla="*/ 35674 w 472543"/>
                <a:gd name="connsiteY421" fmla="*/ 239851 h 464260"/>
                <a:gd name="connsiteX422" fmla="*/ 38299 w 472543"/>
                <a:gd name="connsiteY422" fmla="*/ 244863 h 464260"/>
                <a:gd name="connsiteX423" fmla="*/ 39376 w 472543"/>
                <a:gd name="connsiteY423" fmla="*/ 248328 h 464260"/>
                <a:gd name="connsiteX424" fmla="*/ 38501 w 472543"/>
                <a:gd name="connsiteY424" fmla="*/ 251591 h 464260"/>
                <a:gd name="connsiteX425" fmla="*/ 38063 w 472543"/>
                <a:gd name="connsiteY425" fmla="*/ 254618 h 464260"/>
                <a:gd name="connsiteX426" fmla="*/ 37188 w 472543"/>
                <a:gd name="connsiteY426" fmla="*/ 258521 h 464260"/>
                <a:gd name="connsiteX427" fmla="*/ 35876 w 472543"/>
                <a:gd name="connsiteY427" fmla="*/ 262860 h 464260"/>
                <a:gd name="connsiteX428" fmla="*/ 34563 w 472543"/>
                <a:gd name="connsiteY428" fmla="*/ 265888 h 464260"/>
                <a:gd name="connsiteX429" fmla="*/ 31534 w 472543"/>
                <a:gd name="connsiteY429" fmla="*/ 267637 h 464260"/>
                <a:gd name="connsiteX430" fmla="*/ 28472 w 472543"/>
                <a:gd name="connsiteY430" fmla="*/ 267637 h 464260"/>
                <a:gd name="connsiteX431" fmla="*/ 26082 w 472543"/>
                <a:gd name="connsiteY431" fmla="*/ 267637 h 464260"/>
                <a:gd name="connsiteX432" fmla="*/ 25207 w 472543"/>
                <a:gd name="connsiteY432" fmla="*/ 272111 h 464260"/>
                <a:gd name="connsiteX433" fmla="*/ 23255 w 472543"/>
                <a:gd name="connsiteY433" fmla="*/ 278738 h 464260"/>
                <a:gd name="connsiteX434" fmla="*/ 20428 w 472543"/>
                <a:gd name="connsiteY434" fmla="*/ 281564 h 464260"/>
                <a:gd name="connsiteX435" fmla="*/ 14976 w 472543"/>
                <a:gd name="connsiteY435" fmla="*/ 283313 h 464260"/>
                <a:gd name="connsiteX436" fmla="*/ 9120 w 472543"/>
                <a:gd name="connsiteY436" fmla="*/ 286778 h 464260"/>
                <a:gd name="connsiteX437" fmla="*/ 4139 w 472543"/>
                <a:gd name="connsiteY437" fmla="*/ 292328 h 464260"/>
                <a:gd name="connsiteX438" fmla="*/ 0 w 472543"/>
                <a:gd name="connsiteY438" fmla="*/ 294616 h 464260"/>
                <a:gd name="connsiteX439" fmla="*/ 1312 w 472543"/>
                <a:gd name="connsiteY439" fmla="*/ 299830 h 464260"/>
                <a:gd name="connsiteX440" fmla="*/ 0 w 472543"/>
                <a:gd name="connsiteY440" fmla="*/ 306558 h 464260"/>
                <a:gd name="connsiteX441" fmla="*/ 1077 w 472543"/>
                <a:gd name="connsiteY441" fmla="*/ 309585 h 464260"/>
                <a:gd name="connsiteX442" fmla="*/ 5216 w 472543"/>
                <a:gd name="connsiteY442" fmla="*/ 314800 h 464260"/>
                <a:gd name="connsiteX443" fmla="*/ 6731 w 472543"/>
                <a:gd name="connsiteY443" fmla="*/ 316313 h 464260"/>
                <a:gd name="connsiteX444" fmla="*/ 6293 w 472543"/>
                <a:gd name="connsiteY444" fmla="*/ 318702 h 464260"/>
                <a:gd name="connsiteX445" fmla="*/ 5216 w 472543"/>
                <a:gd name="connsiteY445" fmla="*/ 322839 h 464260"/>
                <a:gd name="connsiteX446" fmla="*/ 7606 w 472543"/>
                <a:gd name="connsiteY446" fmla="*/ 326304 h 464260"/>
                <a:gd name="connsiteX447" fmla="*/ 11072 w 472543"/>
                <a:gd name="connsiteY447" fmla="*/ 329130 h 464260"/>
                <a:gd name="connsiteX448" fmla="*/ 18039 w 472543"/>
                <a:gd name="connsiteY448" fmla="*/ 330207 h 464260"/>
                <a:gd name="connsiteX449" fmla="*/ 21303 w 472543"/>
                <a:gd name="connsiteY449" fmla="*/ 330207 h 464260"/>
                <a:gd name="connsiteX450" fmla="*/ 26520 w 472543"/>
                <a:gd name="connsiteY450" fmla="*/ 327583 h 464260"/>
                <a:gd name="connsiteX451" fmla="*/ 29784 w 472543"/>
                <a:gd name="connsiteY451" fmla="*/ 325833 h 464260"/>
                <a:gd name="connsiteX452" fmla="*/ 35001 w 472543"/>
                <a:gd name="connsiteY452" fmla="*/ 324757 h 464260"/>
                <a:gd name="connsiteX453" fmla="*/ 37188 w 472543"/>
                <a:gd name="connsiteY453" fmla="*/ 329769 h 464260"/>
                <a:gd name="connsiteX454" fmla="*/ 34799 w 472543"/>
                <a:gd name="connsiteY454" fmla="*/ 332595 h 464260"/>
                <a:gd name="connsiteX455" fmla="*/ 34361 w 472543"/>
                <a:gd name="connsiteY455" fmla="*/ 335219 h 464260"/>
                <a:gd name="connsiteX456" fmla="*/ 33924 w 472543"/>
                <a:gd name="connsiteY456" fmla="*/ 338482 h 464260"/>
                <a:gd name="connsiteX457" fmla="*/ 31972 w 472543"/>
                <a:gd name="connsiteY457" fmla="*/ 341106 h 464260"/>
                <a:gd name="connsiteX458" fmla="*/ 30895 w 472543"/>
                <a:gd name="connsiteY458" fmla="*/ 344133 h 464260"/>
                <a:gd name="connsiteX459" fmla="*/ 29818 w 472543"/>
                <a:gd name="connsiteY459" fmla="*/ 346757 h 464260"/>
                <a:gd name="connsiteX460" fmla="*/ 31770 w 472543"/>
                <a:gd name="connsiteY460" fmla="*/ 350458 h 464260"/>
                <a:gd name="connsiteX461" fmla="*/ 34597 w 472543"/>
                <a:gd name="connsiteY461" fmla="*/ 355436 h 464260"/>
                <a:gd name="connsiteX462" fmla="*/ 34597 w 472543"/>
                <a:gd name="connsiteY462" fmla="*/ 360650 h 464260"/>
                <a:gd name="connsiteX463" fmla="*/ 34597 w 472543"/>
                <a:gd name="connsiteY463" fmla="*/ 366167 h 464260"/>
                <a:gd name="connsiteX464" fmla="*/ 39073 w 472543"/>
                <a:gd name="connsiteY464" fmla="*/ 372122 h 464260"/>
                <a:gd name="connsiteX465" fmla="*/ 44155 w 472543"/>
                <a:gd name="connsiteY465" fmla="*/ 372559 h 464260"/>
                <a:gd name="connsiteX466" fmla="*/ 50953 w 472543"/>
                <a:gd name="connsiteY466" fmla="*/ 369969 h 464260"/>
                <a:gd name="connsiteX467" fmla="*/ 58929 w 472543"/>
                <a:gd name="connsiteY467" fmla="*/ 368657 h 464260"/>
                <a:gd name="connsiteX468" fmla="*/ 62261 w 472543"/>
                <a:gd name="connsiteY468" fmla="*/ 370406 h 464260"/>
                <a:gd name="connsiteX469" fmla="*/ 66737 w 472543"/>
                <a:gd name="connsiteY469" fmla="*/ 375620 h 464260"/>
                <a:gd name="connsiteX470" fmla="*/ 72526 w 472543"/>
                <a:gd name="connsiteY470" fmla="*/ 377638 h 464260"/>
                <a:gd name="connsiteX471" fmla="*/ 78482 w 472543"/>
                <a:gd name="connsiteY471" fmla="*/ 376629 h 464260"/>
                <a:gd name="connsiteX472" fmla="*/ 82521 w 472543"/>
                <a:gd name="connsiteY472" fmla="*/ 380834 h 464260"/>
                <a:gd name="connsiteX473" fmla="*/ 84978 w 472543"/>
                <a:gd name="connsiteY473" fmla="*/ 383290 h 464260"/>
                <a:gd name="connsiteX474" fmla="*/ 84978 w 472543"/>
                <a:gd name="connsiteY474" fmla="*/ 387192 h 464260"/>
                <a:gd name="connsiteX475" fmla="*/ 86055 w 472543"/>
                <a:gd name="connsiteY475" fmla="*/ 392541 h 464260"/>
                <a:gd name="connsiteX476" fmla="*/ 88882 w 472543"/>
                <a:gd name="connsiteY476" fmla="*/ 394862 h 464260"/>
                <a:gd name="connsiteX477" fmla="*/ 89757 w 472543"/>
                <a:gd name="connsiteY477" fmla="*/ 399067 h 464260"/>
                <a:gd name="connsiteX478" fmla="*/ 91944 w 472543"/>
                <a:gd name="connsiteY478" fmla="*/ 404146 h 464260"/>
                <a:gd name="connsiteX479" fmla="*/ 91944 w 472543"/>
                <a:gd name="connsiteY479" fmla="*/ 405391 h 464260"/>
                <a:gd name="connsiteX480" fmla="*/ 92550 w 472543"/>
                <a:gd name="connsiteY480" fmla="*/ 408722 h 464260"/>
                <a:gd name="connsiteX481" fmla="*/ 93694 w 472543"/>
                <a:gd name="connsiteY481" fmla="*/ 411110 h 464260"/>
                <a:gd name="connsiteX482" fmla="*/ 93694 w 472543"/>
                <a:gd name="connsiteY482" fmla="*/ 416324 h 464260"/>
                <a:gd name="connsiteX483" fmla="*/ 95848 w 472543"/>
                <a:gd name="connsiteY483" fmla="*/ 421942 h 464260"/>
                <a:gd name="connsiteX484" fmla="*/ 96286 w 472543"/>
                <a:gd name="connsiteY484" fmla="*/ 421269 h 464260"/>
                <a:gd name="connsiteX485" fmla="*/ 97228 w 472543"/>
                <a:gd name="connsiteY485" fmla="*/ 418443 h 464260"/>
                <a:gd name="connsiteX486" fmla="*/ 95646 w 472543"/>
                <a:gd name="connsiteY486" fmla="*/ 416829 h 464260"/>
                <a:gd name="connsiteX487" fmla="*/ 95444 w 472543"/>
                <a:gd name="connsiteY487" fmla="*/ 415012 h 464260"/>
                <a:gd name="connsiteX488" fmla="*/ 96824 w 472543"/>
                <a:gd name="connsiteY488" fmla="*/ 413768 h 464260"/>
                <a:gd name="connsiteX489" fmla="*/ 97767 w 472543"/>
                <a:gd name="connsiteY489" fmla="*/ 413633 h 464260"/>
                <a:gd name="connsiteX490" fmla="*/ 99012 w 472543"/>
                <a:gd name="connsiteY490" fmla="*/ 413936 h 464260"/>
                <a:gd name="connsiteX491" fmla="*/ 99584 w 472543"/>
                <a:gd name="connsiteY491" fmla="*/ 414507 h 464260"/>
                <a:gd name="connsiteX492" fmla="*/ 100459 w 472543"/>
                <a:gd name="connsiteY492" fmla="*/ 415079 h 464260"/>
                <a:gd name="connsiteX493" fmla="*/ 101468 w 472543"/>
                <a:gd name="connsiteY493" fmla="*/ 415718 h 464260"/>
                <a:gd name="connsiteX494" fmla="*/ 103286 w 472543"/>
                <a:gd name="connsiteY494" fmla="*/ 417602 h 464260"/>
                <a:gd name="connsiteX495" fmla="*/ 104464 w 472543"/>
                <a:gd name="connsiteY495" fmla="*/ 417165 h 464260"/>
                <a:gd name="connsiteX496" fmla="*/ 105238 w 472543"/>
                <a:gd name="connsiteY496" fmla="*/ 416862 h 464260"/>
                <a:gd name="connsiteX497" fmla="*/ 106180 w 472543"/>
                <a:gd name="connsiteY497" fmla="*/ 415786 h 464260"/>
                <a:gd name="connsiteX498" fmla="*/ 106180 w 472543"/>
                <a:gd name="connsiteY498" fmla="*/ 414709 h 464260"/>
                <a:gd name="connsiteX499" fmla="*/ 105877 w 472543"/>
                <a:gd name="connsiteY499" fmla="*/ 413566 h 464260"/>
                <a:gd name="connsiteX500" fmla="*/ 105238 w 472543"/>
                <a:gd name="connsiteY500" fmla="*/ 413128 h 464260"/>
                <a:gd name="connsiteX501" fmla="*/ 104868 w 472543"/>
                <a:gd name="connsiteY501" fmla="*/ 411615 h 464260"/>
                <a:gd name="connsiteX502" fmla="*/ 105507 w 472543"/>
                <a:gd name="connsiteY502" fmla="*/ 410538 h 464260"/>
                <a:gd name="connsiteX503" fmla="*/ 107190 w 472543"/>
                <a:gd name="connsiteY503" fmla="*/ 409394 h 464260"/>
                <a:gd name="connsiteX504" fmla="*/ 109512 w 472543"/>
                <a:gd name="connsiteY504" fmla="*/ 408251 h 464260"/>
                <a:gd name="connsiteX505" fmla="*/ 110017 w 472543"/>
                <a:gd name="connsiteY505" fmla="*/ 407881 h 464260"/>
                <a:gd name="connsiteX506" fmla="*/ 111700 w 472543"/>
                <a:gd name="connsiteY506" fmla="*/ 406939 h 464260"/>
                <a:gd name="connsiteX507" fmla="*/ 112272 w 472543"/>
                <a:gd name="connsiteY507" fmla="*/ 404550 h 464260"/>
                <a:gd name="connsiteX508" fmla="*/ 111969 w 472543"/>
                <a:gd name="connsiteY508" fmla="*/ 402868 h 464260"/>
                <a:gd name="connsiteX509" fmla="*/ 110522 w 472543"/>
                <a:gd name="connsiteY509" fmla="*/ 400042 h 464260"/>
                <a:gd name="connsiteX510" fmla="*/ 108199 w 472543"/>
                <a:gd name="connsiteY510" fmla="*/ 398024 h 464260"/>
                <a:gd name="connsiteX511" fmla="*/ 107122 w 472543"/>
                <a:gd name="connsiteY511" fmla="*/ 396779 h 464260"/>
                <a:gd name="connsiteX512" fmla="*/ 104868 w 472543"/>
                <a:gd name="connsiteY512" fmla="*/ 394963 h 464260"/>
                <a:gd name="connsiteX513" fmla="*/ 103488 w 472543"/>
                <a:gd name="connsiteY513" fmla="*/ 392945 h 464260"/>
                <a:gd name="connsiteX514" fmla="*/ 102041 w 472543"/>
                <a:gd name="connsiteY514" fmla="*/ 390321 h 464260"/>
                <a:gd name="connsiteX515" fmla="*/ 102041 w 472543"/>
                <a:gd name="connsiteY515" fmla="*/ 388067 h 464260"/>
                <a:gd name="connsiteX516" fmla="*/ 102310 w 472543"/>
                <a:gd name="connsiteY516" fmla="*/ 385106 h 464260"/>
                <a:gd name="connsiteX517" fmla="*/ 103050 w 472543"/>
                <a:gd name="connsiteY517" fmla="*/ 383963 h 464260"/>
                <a:gd name="connsiteX518" fmla="*/ 103993 w 472543"/>
                <a:gd name="connsiteY518" fmla="*/ 382449 h 464260"/>
                <a:gd name="connsiteX519" fmla="*/ 105002 w 472543"/>
                <a:gd name="connsiteY519" fmla="*/ 382449 h 464260"/>
                <a:gd name="connsiteX520" fmla="*/ 107022 w 472543"/>
                <a:gd name="connsiteY520" fmla="*/ 383458 h 464260"/>
                <a:gd name="connsiteX521" fmla="*/ 108031 w 472543"/>
                <a:gd name="connsiteY521" fmla="*/ 384703 h 464260"/>
                <a:gd name="connsiteX522" fmla="*/ 109276 w 472543"/>
                <a:gd name="connsiteY522" fmla="*/ 385712 h 464260"/>
                <a:gd name="connsiteX523" fmla="*/ 110959 w 472543"/>
                <a:gd name="connsiteY523" fmla="*/ 387293 h 464260"/>
                <a:gd name="connsiteX524" fmla="*/ 112305 w 472543"/>
                <a:gd name="connsiteY524" fmla="*/ 390926 h 464260"/>
                <a:gd name="connsiteX525" fmla="*/ 113214 w 472543"/>
                <a:gd name="connsiteY525" fmla="*/ 391431 h 464260"/>
                <a:gd name="connsiteX526" fmla="*/ 114358 w 472543"/>
                <a:gd name="connsiteY526" fmla="*/ 393247 h 464260"/>
                <a:gd name="connsiteX527" fmla="*/ 116815 w 472543"/>
                <a:gd name="connsiteY527" fmla="*/ 394122 h 464260"/>
                <a:gd name="connsiteX528" fmla="*/ 117959 w 472543"/>
                <a:gd name="connsiteY528" fmla="*/ 396073 h 464260"/>
                <a:gd name="connsiteX529" fmla="*/ 121022 w 472543"/>
                <a:gd name="connsiteY529" fmla="*/ 398091 h 464260"/>
                <a:gd name="connsiteX530" fmla="*/ 122704 w 472543"/>
                <a:gd name="connsiteY530" fmla="*/ 398226 h 464260"/>
                <a:gd name="connsiteX531" fmla="*/ 123512 w 472543"/>
                <a:gd name="connsiteY531" fmla="*/ 398361 h 464260"/>
                <a:gd name="connsiteX532" fmla="*/ 125464 w 472543"/>
                <a:gd name="connsiteY532" fmla="*/ 399100 h 464260"/>
                <a:gd name="connsiteX533" fmla="*/ 124791 w 472543"/>
                <a:gd name="connsiteY533" fmla="*/ 401052 h 464260"/>
                <a:gd name="connsiteX534" fmla="*/ 124993 w 472543"/>
                <a:gd name="connsiteY534" fmla="*/ 403070 h 464260"/>
                <a:gd name="connsiteX535" fmla="*/ 124993 w 472543"/>
                <a:gd name="connsiteY535" fmla="*/ 404146 h 464260"/>
                <a:gd name="connsiteX536" fmla="*/ 124488 w 472543"/>
                <a:gd name="connsiteY536" fmla="*/ 406400 h 464260"/>
                <a:gd name="connsiteX537" fmla="*/ 123983 w 472543"/>
                <a:gd name="connsiteY537" fmla="*/ 407477 h 464260"/>
                <a:gd name="connsiteX538" fmla="*/ 123546 w 472543"/>
                <a:gd name="connsiteY538" fmla="*/ 408419 h 464260"/>
                <a:gd name="connsiteX539" fmla="*/ 123108 w 472543"/>
                <a:gd name="connsiteY539" fmla="*/ 409798 h 464260"/>
                <a:gd name="connsiteX540" fmla="*/ 122233 w 472543"/>
                <a:gd name="connsiteY540" fmla="*/ 410874 h 464260"/>
                <a:gd name="connsiteX541" fmla="*/ 121291 w 472543"/>
                <a:gd name="connsiteY541" fmla="*/ 411884 h 464260"/>
                <a:gd name="connsiteX542" fmla="*/ 120046 w 472543"/>
                <a:gd name="connsiteY542" fmla="*/ 413835 h 464260"/>
                <a:gd name="connsiteX543" fmla="*/ 119608 w 472543"/>
                <a:gd name="connsiteY543" fmla="*/ 414709 h 464260"/>
                <a:gd name="connsiteX544" fmla="*/ 118901 w 472543"/>
                <a:gd name="connsiteY544" fmla="*/ 416156 h 464260"/>
                <a:gd name="connsiteX545" fmla="*/ 118599 w 472543"/>
                <a:gd name="connsiteY545" fmla="*/ 417300 h 464260"/>
                <a:gd name="connsiteX546" fmla="*/ 118229 w 472543"/>
                <a:gd name="connsiteY546" fmla="*/ 418612 h 464260"/>
                <a:gd name="connsiteX547" fmla="*/ 118363 w 472543"/>
                <a:gd name="connsiteY547" fmla="*/ 420294 h 464260"/>
                <a:gd name="connsiteX548" fmla="*/ 120012 w 472543"/>
                <a:gd name="connsiteY548" fmla="*/ 422615 h 464260"/>
                <a:gd name="connsiteX549" fmla="*/ 122839 w 472543"/>
                <a:gd name="connsiteY549" fmla="*/ 422817 h 464260"/>
                <a:gd name="connsiteX550" fmla="*/ 126104 w 472543"/>
                <a:gd name="connsiteY550" fmla="*/ 423254 h 464260"/>
                <a:gd name="connsiteX551" fmla="*/ 126676 w 472543"/>
                <a:gd name="connsiteY551" fmla="*/ 423826 h 464260"/>
                <a:gd name="connsiteX552" fmla="*/ 128123 w 472543"/>
                <a:gd name="connsiteY552" fmla="*/ 427459 h 464260"/>
                <a:gd name="connsiteX553" fmla="*/ 128695 w 472543"/>
                <a:gd name="connsiteY553" fmla="*/ 428771 h 464260"/>
                <a:gd name="connsiteX554" fmla="*/ 130714 w 472543"/>
                <a:gd name="connsiteY554" fmla="*/ 429645 h 464260"/>
                <a:gd name="connsiteX555" fmla="*/ 132363 w 472543"/>
                <a:gd name="connsiteY555" fmla="*/ 427896 h 464260"/>
                <a:gd name="connsiteX556" fmla="*/ 133676 w 472543"/>
                <a:gd name="connsiteY556" fmla="*/ 425138 h 464260"/>
                <a:gd name="connsiteX557" fmla="*/ 133676 w 472543"/>
                <a:gd name="connsiteY557" fmla="*/ 423321 h 464260"/>
                <a:gd name="connsiteX558" fmla="*/ 133777 w 472543"/>
                <a:gd name="connsiteY558" fmla="*/ 421370 h 464260"/>
                <a:gd name="connsiteX559" fmla="*/ 133777 w 472543"/>
                <a:gd name="connsiteY559" fmla="*/ 419553 h 464260"/>
                <a:gd name="connsiteX560" fmla="*/ 133878 w 472543"/>
                <a:gd name="connsiteY560" fmla="*/ 417165 h 464260"/>
                <a:gd name="connsiteX561" fmla="*/ 132767 w 472543"/>
                <a:gd name="connsiteY561" fmla="*/ 414911 h 464260"/>
                <a:gd name="connsiteX562" fmla="*/ 132464 w 472543"/>
                <a:gd name="connsiteY562" fmla="*/ 412960 h 464260"/>
                <a:gd name="connsiteX563" fmla="*/ 131959 w 472543"/>
                <a:gd name="connsiteY563" fmla="*/ 410706 h 464260"/>
                <a:gd name="connsiteX564" fmla="*/ 132902 w 472543"/>
                <a:gd name="connsiteY564" fmla="*/ 409764 h 464260"/>
                <a:gd name="connsiteX565" fmla="*/ 134282 w 472543"/>
                <a:gd name="connsiteY565" fmla="*/ 410404 h 464260"/>
                <a:gd name="connsiteX566" fmla="*/ 136166 w 472543"/>
                <a:gd name="connsiteY566" fmla="*/ 411345 h 464260"/>
                <a:gd name="connsiteX567" fmla="*/ 138926 w 472543"/>
                <a:gd name="connsiteY567" fmla="*/ 413229 h 464260"/>
                <a:gd name="connsiteX568" fmla="*/ 142123 w 472543"/>
                <a:gd name="connsiteY568" fmla="*/ 413431 h 464260"/>
                <a:gd name="connsiteX569" fmla="*/ 144277 w 472543"/>
                <a:gd name="connsiteY569" fmla="*/ 410908 h 464260"/>
                <a:gd name="connsiteX570" fmla="*/ 145657 w 472543"/>
                <a:gd name="connsiteY570" fmla="*/ 409226 h 464260"/>
                <a:gd name="connsiteX571" fmla="*/ 146027 w 472543"/>
                <a:gd name="connsiteY571" fmla="*/ 405896 h 464260"/>
                <a:gd name="connsiteX572" fmla="*/ 145219 w 472543"/>
                <a:gd name="connsiteY572" fmla="*/ 403070 h 464260"/>
                <a:gd name="connsiteX573" fmla="*/ 141585 w 472543"/>
                <a:gd name="connsiteY573" fmla="*/ 399235 h 464260"/>
                <a:gd name="connsiteX574" fmla="*/ 139868 w 472543"/>
                <a:gd name="connsiteY574" fmla="*/ 397284 h 464260"/>
                <a:gd name="connsiteX575" fmla="*/ 142460 w 472543"/>
                <a:gd name="connsiteY575" fmla="*/ 393584 h 464260"/>
                <a:gd name="connsiteX576" fmla="*/ 145926 w 472543"/>
                <a:gd name="connsiteY576" fmla="*/ 391397 h 464260"/>
                <a:gd name="connsiteX577" fmla="*/ 148013 w 472543"/>
                <a:gd name="connsiteY577" fmla="*/ 390152 h 464260"/>
                <a:gd name="connsiteX578" fmla="*/ 149763 w 472543"/>
                <a:gd name="connsiteY578" fmla="*/ 389581 h 464260"/>
                <a:gd name="connsiteX579" fmla="*/ 151715 w 472543"/>
                <a:gd name="connsiteY579" fmla="*/ 390018 h 464260"/>
                <a:gd name="connsiteX580" fmla="*/ 155349 w 472543"/>
                <a:gd name="connsiteY580" fmla="*/ 391700 h 464260"/>
                <a:gd name="connsiteX581" fmla="*/ 156999 w 472543"/>
                <a:gd name="connsiteY581" fmla="*/ 392574 h 464260"/>
                <a:gd name="connsiteX582" fmla="*/ 158378 w 472543"/>
                <a:gd name="connsiteY582" fmla="*/ 390960 h 464260"/>
                <a:gd name="connsiteX583" fmla="*/ 159253 w 472543"/>
                <a:gd name="connsiteY583" fmla="*/ 387764 h 464260"/>
                <a:gd name="connsiteX584" fmla="*/ 159826 w 472543"/>
                <a:gd name="connsiteY584" fmla="*/ 385241 h 464260"/>
                <a:gd name="connsiteX585" fmla="*/ 160465 w 472543"/>
                <a:gd name="connsiteY585" fmla="*/ 383660 h 464260"/>
                <a:gd name="connsiteX586" fmla="*/ 161475 w 472543"/>
                <a:gd name="connsiteY586" fmla="*/ 383223 h 464260"/>
                <a:gd name="connsiteX587" fmla="*/ 165883 w 472543"/>
                <a:gd name="connsiteY587" fmla="*/ 381843 h 464260"/>
                <a:gd name="connsiteX588" fmla="*/ 169653 w 472543"/>
                <a:gd name="connsiteY588" fmla="*/ 380599 h 464260"/>
                <a:gd name="connsiteX589" fmla="*/ 174432 w 472543"/>
                <a:gd name="connsiteY589" fmla="*/ 380599 h 464260"/>
                <a:gd name="connsiteX590" fmla="*/ 179345 w 472543"/>
                <a:gd name="connsiteY590" fmla="*/ 381339 h 464260"/>
                <a:gd name="connsiteX591" fmla="*/ 182542 w 472543"/>
                <a:gd name="connsiteY591" fmla="*/ 386116 h 464260"/>
                <a:gd name="connsiteX592" fmla="*/ 182542 w 472543"/>
                <a:gd name="connsiteY592" fmla="*/ 389446 h 464260"/>
                <a:gd name="connsiteX593" fmla="*/ 183990 w 472543"/>
                <a:gd name="connsiteY593" fmla="*/ 393516 h 464260"/>
                <a:gd name="connsiteX594" fmla="*/ 185302 w 472543"/>
                <a:gd name="connsiteY594" fmla="*/ 393954 h 464260"/>
                <a:gd name="connsiteX595" fmla="*/ 187624 w 472543"/>
                <a:gd name="connsiteY595" fmla="*/ 393819 h 464260"/>
                <a:gd name="connsiteX596" fmla="*/ 189206 w 472543"/>
                <a:gd name="connsiteY596" fmla="*/ 391801 h 464260"/>
                <a:gd name="connsiteX597" fmla="*/ 191225 w 472543"/>
                <a:gd name="connsiteY597" fmla="*/ 388908 h 464260"/>
                <a:gd name="connsiteX598" fmla="*/ 192538 w 472543"/>
                <a:gd name="connsiteY598" fmla="*/ 387327 h 464260"/>
                <a:gd name="connsiteX599" fmla="*/ 194288 w 472543"/>
                <a:gd name="connsiteY599" fmla="*/ 385880 h 464260"/>
                <a:gd name="connsiteX600" fmla="*/ 196745 w 472543"/>
                <a:gd name="connsiteY600" fmla="*/ 384871 h 464260"/>
                <a:gd name="connsiteX601" fmla="*/ 199201 w 472543"/>
                <a:gd name="connsiteY601" fmla="*/ 383996 h 464260"/>
                <a:gd name="connsiteX602" fmla="*/ 201658 w 472543"/>
                <a:gd name="connsiteY602" fmla="*/ 382684 h 464260"/>
                <a:gd name="connsiteX603" fmla="*/ 203745 w 472543"/>
                <a:gd name="connsiteY603" fmla="*/ 380666 h 464260"/>
                <a:gd name="connsiteX604" fmla="*/ 204822 w 472543"/>
                <a:gd name="connsiteY604" fmla="*/ 378479 h 464260"/>
                <a:gd name="connsiteX605" fmla="*/ 204822 w 472543"/>
                <a:gd name="connsiteY605" fmla="*/ 376293 h 464260"/>
                <a:gd name="connsiteX606" fmla="*/ 204822 w 472543"/>
                <a:gd name="connsiteY606" fmla="*/ 372828 h 464260"/>
                <a:gd name="connsiteX607" fmla="*/ 203072 w 472543"/>
                <a:gd name="connsiteY607" fmla="*/ 369498 h 464260"/>
                <a:gd name="connsiteX608" fmla="*/ 199235 w 472543"/>
                <a:gd name="connsiteY608" fmla="*/ 368623 h 464260"/>
                <a:gd name="connsiteX609" fmla="*/ 197855 w 472543"/>
                <a:gd name="connsiteY609" fmla="*/ 366033 h 464260"/>
                <a:gd name="connsiteX610" fmla="*/ 197855 w 472543"/>
                <a:gd name="connsiteY610" fmla="*/ 364149 h 464260"/>
                <a:gd name="connsiteX611" fmla="*/ 197283 w 472543"/>
                <a:gd name="connsiteY611" fmla="*/ 360247 h 464260"/>
                <a:gd name="connsiteX612" fmla="*/ 198158 w 472543"/>
                <a:gd name="connsiteY612" fmla="*/ 355470 h 464260"/>
                <a:gd name="connsiteX613" fmla="*/ 198730 w 472543"/>
                <a:gd name="connsiteY613" fmla="*/ 352846 h 464260"/>
                <a:gd name="connsiteX614" fmla="*/ 201187 w 472543"/>
                <a:gd name="connsiteY614" fmla="*/ 351837 h 464260"/>
                <a:gd name="connsiteX615" fmla="*/ 204822 w 472543"/>
                <a:gd name="connsiteY615" fmla="*/ 348809 h 464260"/>
                <a:gd name="connsiteX616" fmla="*/ 206403 w 472543"/>
                <a:gd name="connsiteY616" fmla="*/ 346051 h 464260"/>
                <a:gd name="connsiteX617" fmla="*/ 208860 w 472543"/>
                <a:gd name="connsiteY617" fmla="*/ 344167 h 464260"/>
                <a:gd name="connsiteX618" fmla="*/ 210880 w 472543"/>
                <a:gd name="connsiteY618" fmla="*/ 344167 h 464260"/>
                <a:gd name="connsiteX619" fmla="*/ 213067 w 472543"/>
                <a:gd name="connsiteY619" fmla="*/ 345042 h 464260"/>
                <a:gd name="connsiteX620" fmla="*/ 215961 w 472543"/>
                <a:gd name="connsiteY620" fmla="*/ 346925 h 464260"/>
                <a:gd name="connsiteX621" fmla="*/ 217274 w 472543"/>
                <a:gd name="connsiteY621" fmla="*/ 347935 h 464260"/>
                <a:gd name="connsiteX622" fmla="*/ 219596 w 472543"/>
                <a:gd name="connsiteY622" fmla="*/ 349381 h 464260"/>
                <a:gd name="connsiteX623" fmla="*/ 225250 w 472543"/>
                <a:gd name="connsiteY623" fmla="*/ 350962 h 464260"/>
                <a:gd name="connsiteX624" fmla="*/ 227404 w 472543"/>
                <a:gd name="connsiteY624" fmla="*/ 349314 h 464260"/>
                <a:gd name="connsiteX625" fmla="*/ 229188 w 472543"/>
                <a:gd name="connsiteY625" fmla="*/ 347834 h 464260"/>
                <a:gd name="connsiteX626" fmla="*/ 230500 w 472543"/>
                <a:gd name="connsiteY626" fmla="*/ 347329 h 464260"/>
                <a:gd name="connsiteX627" fmla="*/ 233058 w 472543"/>
                <a:gd name="connsiteY627" fmla="*/ 347228 h 464260"/>
                <a:gd name="connsiteX628" fmla="*/ 235111 w 472543"/>
                <a:gd name="connsiteY628" fmla="*/ 347935 h 464260"/>
                <a:gd name="connsiteX629" fmla="*/ 236457 w 472543"/>
                <a:gd name="connsiteY629" fmla="*/ 349011 h 464260"/>
                <a:gd name="connsiteX630" fmla="*/ 237130 w 472543"/>
                <a:gd name="connsiteY630" fmla="*/ 351130 h 464260"/>
                <a:gd name="connsiteX631" fmla="*/ 237803 w 472543"/>
                <a:gd name="connsiteY631" fmla="*/ 353149 h 464260"/>
                <a:gd name="connsiteX632" fmla="*/ 237803 w 472543"/>
                <a:gd name="connsiteY632" fmla="*/ 355436 h 464260"/>
                <a:gd name="connsiteX633" fmla="*/ 238409 w 472543"/>
                <a:gd name="connsiteY633" fmla="*/ 358094 h 464260"/>
                <a:gd name="connsiteX634" fmla="*/ 238072 w 472543"/>
                <a:gd name="connsiteY634" fmla="*/ 359944 h 464260"/>
                <a:gd name="connsiteX635" fmla="*/ 237837 w 472543"/>
                <a:gd name="connsiteY635" fmla="*/ 361626 h 464260"/>
                <a:gd name="connsiteX636" fmla="*/ 237837 w 472543"/>
                <a:gd name="connsiteY636" fmla="*/ 362400 h 464260"/>
                <a:gd name="connsiteX637" fmla="*/ 237197 w 472543"/>
                <a:gd name="connsiteY637" fmla="*/ 364956 h 464260"/>
                <a:gd name="connsiteX638" fmla="*/ 237534 w 472543"/>
                <a:gd name="connsiteY638" fmla="*/ 366537 h 464260"/>
                <a:gd name="connsiteX639" fmla="*/ 238173 w 472543"/>
                <a:gd name="connsiteY639" fmla="*/ 368455 h 464260"/>
                <a:gd name="connsiteX640" fmla="*/ 238880 w 472543"/>
                <a:gd name="connsiteY640" fmla="*/ 370036 h 464260"/>
                <a:gd name="connsiteX641" fmla="*/ 240395 w 472543"/>
                <a:gd name="connsiteY641" fmla="*/ 371785 h 464260"/>
                <a:gd name="connsiteX642" fmla="*/ 241539 w 472543"/>
                <a:gd name="connsiteY642" fmla="*/ 371953 h 464260"/>
                <a:gd name="connsiteX643" fmla="*/ 244366 w 472543"/>
                <a:gd name="connsiteY643" fmla="*/ 372660 h 464260"/>
                <a:gd name="connsiteX644" fmla="*/ 245678 w 472543"/>
                <a:gd name="connsiteY644" fmla="*/ 372559 h 464260"/>
                <a:gd name="connsiteX645" fmla="*/ 248169 w 472543"/>
                <a:gd name="connsiteY645" fmla="*/ 370776 h 464260"/>
                <a:gd name="connsiteX646" fmla="*/ 249212 w 472543"/>
                <a:gd name="connsiteY646" fmla="*/ 368993 h 464260"/>
                <a:gd name="connsiteX647" fmla="*/ 250996 w 472543"/>
                <a:gd name="connsiteY647" fmla="*/ 368186 h 464260"/>
                <a:gd name="connsiteX648" fmla="*/ 252914 w 472543"/>
                <a:gd name="connsiteY648" fmla="*/ 366134 h 464260"/>
                <a:gd name="connsiteX649" fmla="*/ 257996 w 472543"/>
                <a:gd name="connsiteY649" fmla="*/ 365764 h 464260"/>
                <a:gd name="connsiteX650" fmla="*/ 260318 w 472543"/>
                <a:gd name="connsiteY650" fmla="*/ 364519 h 464260"/>
                <a:gd name="connsiteX651" fmla="*/ 262270 w 472543"/>
                <a:gd name="connsiteY651" fmla="*/ 362501 h 464260"/>
                <a:gd name="connsiteX652" fmla="*/ 264727 w 472543"/>
                <a:gd name="connsiteY652" fmla="*/ 360920 h 464260"/>
                <a:gd name="connsiteX653" fmla="*/ 267857 w 472543"/>
                <a:gd name="connsiteY653" fmla="*/ 360785 h 464260"/>
                <a:gd name="connsiteX654" fmla="*/ 270616 w 472543"/>
                <a:gd name="connsiteY654" fmla="*/ 361794 h 464260"/>
                <a:gd name="connsiteX655" fmla="*/ 273948 w 472543"/>
                <a:gd name="connsiteY655" fmla="*/ 363039 h 464260"/>
                <a:gd name="connsiteX656" fmla="*/ 276405 w 472543"/>
                <a:gd name="connsiteY656" fmla="*/ 363409 h 464260"/>
                <a:gd name="connsiteX657" fmla="*/ 279737 w 472543"/>
                <a:gd name="connsiteY657" fmla="*/ 363611 h 464260"/>
                <a:gd name="connsiteX658" fmla="*/ 281992 w 472543"/>
                <a:gd name="connsiteY658" fmla="*/ 362299 h 464260"/>
                <a:gd name="connsiteX659" fmla="*/ 284246 w 472543"/>
                <a:gd name="connsiteY659" fmla="*/ 360920 h 464260"/>
                <a:gd name="connsiteX660" fmla="*/ 286198 w 472543"/>
                <a:gd name="connsiteY660" fmla="*/ 360987 h 464260"/>
                <a:gd name="connsiteX661" fmla="*/ 287949 w 472543"/>
                <a:gd name="connsiteY661" fmla="*/ 362299 h 464260"/>
                <a:gd name="connsiteX662" fmla="*/ 289396 w 472543"/>
                <a:gd name="connsiteY662" fmla="*/ 364620 h 464260"/>
                <a:gd name="connsiteX663" fmla="*/ 289833 w 472543"/>
                <a:gd name="connsiteY663" fmla="*/ 367446 h 464260"/>
                <a:gd name="connsiteX664" fmla="*/ 289833 w 472543"/>
                <a:gd name="connsiteY664" fmla="*/ 369699 h 464260"/>
                <a:gd name="connsiteX665" fmla="*/ 291617 w 472543"/>
                <a:gd name="connsiteY665" fmla="*/ 374342 h 464260"/>
                <a:gd name="connsiteX666" fmla="*/ 291785 w 472543"/>
                <a:gd name="connsiteY666" fmla="*/ 377470 h 464260"/>
                <a:gd name="connsiteX667" fmla="*/ 291785 w 472543"/>
                <a:gd name="connsiteY667" fmla="*/ 379926 h 464260"/>
                <a:gd name="connsiteX668" fmla="*/ 290540 w 472543"/>
                <a:gd name="connsiteY668" fmla="*/ 381810 h 464260"/>
                <a:gd name="connsiteX669" fmla="*/ 289429 w 472543"/>
                <a:gd name="connsiteY669" fmla="*/ 382953 h 464260"/>
                <a:gd name="connsiteX670" fmla="*/ 290809 w 472543"/>
                <a:gd name="connsiteY670" fmla="*/ 387158 h 464260"/>
                <a:gd name="connsiteX671" fmla="*/ 293434 w 472543"/>
                <a:gd name="connsiteY671" fmla="*/ 392003 h 464260"/>
                <a:gd name="connsiteX672" fmla="*/ 294814 w 472543"/>
                <a:gd name="connsiteY672" fmla="*/ 393886 h 464260"/>
                <a:gd name="connsiteX673" fmla="*/ 295756 w 472543"/>
                <a:gd name="connsiteY673" fmla="*/ 397150 h 464260"/>
                <a:gd name="connsiteX674" fmla="*/ 293737 w 472543"/>
                <a:gd name="connsiteY674" fmla="*/ 399403 h 464260"/>
                <a:gd name="connsiteX675" fmla="*/ 291550 w 472543"/>
                <a:gd name="connsiteY675" fmla="*/ 401489 h 464260"/>
                <a:gd name="connsiteX676" fmla="*/ 290877 w 472543"/>
                <a:gd name="connsiteY676" fmla="*/ 403945 h 464260"/>
                <a:gd name="connsiteX677" fmla="*/ 292021 w 472543"/>
                <a:gd name="connsiteY677" fmla="*/ 407275 h 464260"/>
                <a:gd name="connsiteX678" fmla="*/ 295723 w 472543"/>
                <a:gd name="connsiteY678" fmla="*/ 410908 h 464260"/>
                <a:gd name="connsiteX679" fmla="*/ 299795 w 472543"/>
                <a:gd name="connsiteY679" fmla="*/ 414911 h 464260"/>
                <a:gd name="connsiteX680" fmla="*/ 303867 w 472543"/>
                <a:gd name="connsiteY680" fmla="*/ 417737 h 464260"/>
                <a:gd name="connsiteX681" fmla="*/ 307502 w 472543"/>
                <a:gd name="connsiteY681" fmla="*/ 418107 h 464260"/>
                <a:gd name="connsiteX682" fmla="*/ 308882 w 472543"/>
                <a:gd name="connsiteY682" fmla="*/ 415786 h 464260"/>
                <a:gd name="connsiteX683" fmla="*/ 309689 w 472543"/>
                <a:gd name="connsiteY683" fmla="*/ 414036 h 464260"/>
                <a:gd name="connsiteX684" fmla="*/ 310699 w 472543"/>
                <a:gd name="connsiteY684" fmla="*/ 411345 h 464260"/>
                <a:gd name="connsiteX685" fmla="*/ 310699 w 472543"/>
                <a:gd name="connsiteY685" fmla="*/ 409663 h 464260"/>
                <a:gd name="connsiteX686" fmla="*/ 311069 w 472543"/>
                <a:gd name="connsiteY686" fmla="*/ 407712 h 464260"/>
                <a:gd name="connsiteX687" fmla="*/ 312213 w 472543"/>
                <a:gd name="connsiteY687" fmla="*/ 405189 h 464260"/>
                <a:gd name="connsiteX688" fmla="*/ 314031 w 472543"/>
                <a:gd name="connsiteY688" fmla="*/ 403171 h 464260"/>
                <a:gd name="connsiteX689" fmla="*/ 316622 w 472543"/>
                <a:gd name="connsiteY689" fmla="*/ 403541 h 464260"/>
                <a:gd name="connsiteX690" fmla="*/ 319584 w 472543"/>
                <a:gd name="connsiteY690" fmla="*/ 404550 h 464260"/>
                <a:gd name="connsiteX691" fmla="*/ 322848 w 472543"/>
                <a:gd name="connsiteY691" fmla="*/ 407309 h 464260"/>
                <a:gd name="connsiteX692" fmla="*/ 323050 w 472543"/>
                <a:gd name="connsiteY692" fmla="*/ 409630 h 464260"/>
                <a:gd name="connsiteX693" fmla="*/ 323050 w 472543"/>
                <a:gd name="connsiteY693" fmla="*/ 412960 h 464260"/>
                <a:gd name="connsiteX694" fmla="*/ 322343 w 472543"/>
                <a:gd name="connsiteY694" fmla="*/ 417602 h 464260"/>
                <a:gd name="connsiteX695" fmla="*/ 321603 w 472543"/>
                <a:gd name="connsiteY695" fmla="*/ 418914 h 464260"/>
                <a:gd name="connsiteX696" fmla="*/ 319853 w 472543"/>
                <a:gd name="connsiteY696" fmla="*/ 421101 h 464260"/>
                <a:gd name="connsiteX697" fmla="*/ 317968 w 472543"/>
                <a:gd name="connsiteY697" fmla="*/ 422177 h 464260"/>
                <a:gd name="connsiteX698" fmla="*/ 316656 w 472543"/>
                <a:gd name="connsiteY698" fmla="*/ 424061 h 464260"/>
                <a:gd name="connsiteX699" fmla="*/ 315714 w 472543"/>
                <a:gd name="connsiteY699" fmla="*/ 425508 h 464260"/>
                <a:gd name="connsiteX700" fmla="*/ 314872 w 472543"/>
                <a:gd name="connsiteY700" fmla="*/ 429914 h 464260"/>
                <a:gd name="connsiteX701" fmla="*/ 314098 w 472543"/>
                <a:gd name="connsiteY701" fmla="*/ 433615 h 464260"/>
                <a:gd name="connsiteX702" fmla="*/ 314435 w 472543"/>
                <a:gd name="connsiteY702" fmla="*/ 436979 h 464260"/>
                <a:gd name="connsiteX703" fmla="*/ 314098 w 472543"/>
                <a:gd name="connsiteY703" fmla="*/ 442428 h 464260"/>
                <a:gd name="connsiteX704" fmla="*/ 316488 w 472543"/>
                <a:gd name="connsiteY704" fmla="*/ 445490 h 464260"/>
                <a:gd name="connsiteX705" fmla="*/ 321704 w 472543"/>
                <a:gd name="connsiteY705" fmla="*/ 446028 h 464260"/>
                <a:gd name="connsiteX706" fmla="*/ 323017 w 472543"/>
                <a:gd name="connsiteY706" fmla="*/ 444615 h 464260"/>
                <a:gd name="connsiteX707" fmla="*/ 323017 w 472543"/>
                <a:gd name="connsiteY707" fmla="*/ 442563 h 464260"/>
                <a:gd name="connsiteX708" fmla="*/ 323017 w 472543"/>
                <a:gd name="connsiteY708" fmla="*/ 439199 h 464260"/>
                <a:gd name="connsiteX709" fmla="*/ 323050 w 472543"/>
                <a:gd name="connsiteY709" fmla="*/ 437988 h 464260"/>
                <a:gd name="connsiteX710" fmla="*/ 322142 w 472543"/>
                <a:gd name="connsiteY710" fmla="*/ 436138 h 464260"/>
                <a:gd name="connsiteX711" fmla="*/ 322041 w 472543"/>
                <a:gd name="connsiteY711" fmla="*/ 433749 h 464260"/>
                <a:gd name="connsiteX712" fmla="*/ 322377 w 472543"/>
                <a:gd name="connsiteY712" fmla="*/ 433110 h 464260"/>
                <a:gd name="connsiteX713" fmla="*/ 324430 w 472543"/>
                <a:gd name="connsiteY713" fmla="*/ 432236 h 464260"/>
                <a:gd name="connsiteX714" fmla="*/ 326281 w 472543"/>
                <a:gd name="connsiteY714" fmla="*/ 431462 h 464260"/>
                <a:gd name="connsiteX715" fmla="*/ 328570 w 472543"/>
                <a:gd name="connsiteY715" fmla="*/ 430823 h 464260"/>
                <a:gd name="connsiteX716" fmla="*/ 331195 w 472543"/>
                <a:gd name="connsiteY716" fmla="*/ 433110 h 464260"/>
                <a:gd name="connsiteX717" fmla="*/ 332507 w 472543"/>
                <a:gd name="connsiteY717" fmla="*/ 435297 h 464260"/>
                <a:gd name="connsiteX718" fmla="*/ 333147 w 472543"/>
                <a:gd name="connsiteY718" fmla="*/ 437349 h 464260"/>
                <a:gd name="connsiteX719" fmla="*/ 333147 w 472543"/>
                <a:gd name="connsiteY719" fmla="*/ 439401 h 464260"/>
                <a:gd name="connsiteX720" fmla="*/ 333147 w 472543"/>
                <a:gd name="connsiteY720" fmla="*/ 444615 h 464260"/>
                <a:gd name="connsiteX721" fmla="*/ 333248 w 472543"/>
                <a:gd name="connsiteY721" fmla="*/ 447441 h 464260"/>
                <a:gd name="connsiteX722" fmla="*/ 332844 w 472543"/>
                <a:gd name="connsiteY722" fmla="*/ 451040 h 464260"/>
                <a:gd name="connsiteX723" fmla="*/ 331733 w 472543"/>
                <a:gd name="connsiteY723" fmla="*/ 454303 h 464260"/>
                <a:gd name="connsiteX724" fmla="*/ 331733 w 472543"/>
                <a:gd name="connsiteY724" fmla="*/ 458205 h 464260"/>
                <a:gd name="connsiteX725" fmla="*/ 333281 w 472543"/>
                <a:gd name="connsiteY725" fmla="*/ 459955 h 464260"/>
                <a:gd name="connsiteX726" fmla="*/ 334998 w 472543"/>
                <a:gd name="connsiteY726" fmla="*/ 460493 h 464260"/>
                <a:gd name="connsiteX727" fmla="*/ 338195 w 472543"/>
                <a:gd name="connsiteY727" fmla="*/ 458407 h 46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Lst>
              <a:rect l="l" t="t" r="r" b="b"/>
              <a:pathLst>
                <a:path w="472543" h="464260">
                  <a:moveTo>
                    <a:pt x="338195" y="458407"/>
                  </a:moveTo>
                  <a:cubicBezTo>
                    <a:pt x="338632" y="457432"/>
                    <a:pt x="338969" y="456355"/>
                    <a:pt x="339272" y="456221"/>
                  </a:cubicBezTo>
                  <a:cubicBezTo>
                    <a:pt x="339608" y="456120"/>
                    <a:pt x="340349" y="455582"/>
                    <a:pt x="340349" y="455582"/>
                  </a:cubicBezTo>
                  <a:lnTo>
                    <a:pt x="342974" y="456994"/>
                  </a:lnTo>
                  <a:lnTo>
                    <a:pt x="346137" y="460796"/>
                  </a:lnTo>
                  <a:lnTo>
                    <a:pt x="350277" y="463823"/>
                  </a:lnTo>
                  <a:lnTo>
                    <a:pt x="353003" y="464260"/>
                  </a:lnTo>
                  <a:lnTo>
                    <a:pt x="357142" y="464260"/>
                  </a:lnTo>
                  <a:lnTo>
                    <a:pt x="358892" y="461536"/>
                  </a:lnTo>
                  <a:lnTo>
                    <a:pt x="360407" y="461872"/>
                  </a:lnTo>
                  <a:lnTo>
                    <a:pt x="362695" y="463083"/>
                  </a:lnTo>
                  <a:cubicBezTo>
                    <a:pt x="362695" y="463083"/>
                    <a:pt x="364210" y="463184"/>
                    <a:pt x="364647" y="463184"/>
                  </a:cubicBezTo>
                  <a:cubicBezTo>
                    <a:pt x="365085" y="463184"/>
                    <a:pt x="365960" y="463184"/>
                    <a:pt x="366162" y="462848"/>
                  </a:cubicBezTo>
                  <a:cubicBezTo>
                    <a:pt x="366364" y="462511"/>
                    <a:pt x="367138" y="461435"/>
                    <a:pt x="367239" y="460997"/>
                  </a:cubicBezTo>
                  <a:cubicBezTo>
                    <a:pt x="367340" y="460560"/>
                    <a:pt x="367138" y="458407"/>
                    <a:pt x="367239" y="457970"/>
                  </a:cubicBezTo>
                  <a:cubicBezTo>
                    <a:pt x="367340" y="457533"/>
                    <a:pt x="367272" y="456019"/>
                    <a:pt x="367272" y="456019"/>
                  </a:cubicBezTo>
                  <a:cubicBezTo>
                    <a:pt x="367272" y="456019"/>
                    <a:pt x="368215" y="453866"/>
                    <a:pt x="368450" y="453529"/>
                  </a:cubicBezTo>
                  <a:cubicBezTo>
                    <a:pt x="368652" y="453193"/>
                    <a:pt x="369527" y="451780"/>
                    <a:pt x="369527" y="451780"/>
                  </a:cubicBezTo>
                  <a:cubicBezTo>
                    <a:pt x="369527" y="451780"/>
                    <a:pt x="370301" y="450805"/>
                    <a:pt x="370301" y="450468"/>
                  </a:cubicBezTo>
                  <a:cubicBezTo>
                    <a:pt x="370301" y="450132"/>
                    <a:pt x="371176" y="447642"/>
                    <a:pt x="371176" y="447642"/>
                  </a:cubicBezTo>
                  <a:cubicBezTo>
                    <a:pt x="371176" y="447642"/>
                    <a:pt x="371075" y="446566"/>
                    <a:pt x="371176" y="445893"/>
                  </a:cubicBezTo>
                  <a:cubicBezTo>
                    <a:pt x="371277" y="445254"/>
                    <a:pt x="371075" y="444682"/>
                    <a:pt x="371176" y="444144"/>
                  </a:cubicBezTo>
                  <a:cubicBezTo>
                    <a:pt x="371277" y="443606"/>
                    <a:pt x="371210" y="441756"/>
                    <a:pt x="371210" y="441756"/>
                  </a:cubicBezTo>
                  <a:lnTo>
                    <a:pt x="371715" y="439031"/>
                  </a:lnTo>
                  <a:cubicBezTo>
                    <a:pt x="371715" y="439031"/>
                    <a:pt x="372691" y="437820"/>
                    <a:pt x="373128" y="437080"/>
                  </a:cubicBezTo>
                  <a:cubicBezTo>
                    <a:pt x="373566" y="436306"/>
                    <a:pt x="374979" y="434254"/>
                    <a:pt x="374979" y="434254"/>
                  </a:cubicBezTo>
                  <a:lnTo>
                    <a:pt x="376931" y="432942"/>
                  </a:lnTo>
                  <a:lnTo>
                    <a:pt x="379758" y="432942"/>
                  </a:lnTo>
                  <a:lnTo>
                    <a:pt x="380835" y="431630"/>
                  </a:lnTo>
                  <a:lnTo>
                    <a:pt x="383595" y="431933"/>
                  </a:lnTo>
                  <a:cubicBezTo>
                    <a:pt x="383629" y="432067"/>
                    <a:pt x="383629" y="432202"/>
                    <a:pt x="383662" y="432336"/>
                  </a:cubicBezTo>
                  <a:cubicBezTo>
                    <a:pt x="383561" y="431832"/>
                    <a:pt x="383527" y="431495"/>
                    <a:pt x="383527" y="431495"/>
                  </a:cubicBezTo>
                  <a:lnTo>
                    <a:pt x="384100" y="427728"/>
                  </a:lnTo>
                  <a:cubicBezTo>
                    <a:pt x="384100" y="427728"/>
                    <a:pt x="384975" y="426584"/>
                    <a:pt x="385244" y="425407"/>
                  </a:cubicBezTo>
                  <a:cubicBezTo>
                    <a:pt x="385547" y="424229"/>
                    <a:pt x="385412" y="423086"/>
                    <a:pt x="385681" y="421942"/>
                  </a:cubicBezTo>
                  <a:cubicBezTo>
                    <a:pt x="385951" y="420798"/>
                    <a:pt x="385816" y="418477"/>
                    <a:pt x="385816" y="418477"/>
                  </a:cubicBezTo>
                  <a:lnTo>
                    <a:pt x="385816" y="416459"/>
                  </a:lnTo>
                  <a:cubicBezTo>
                    <a:pt x="385816" y="416459"/>
                    <a:pt x="384672" y="416761"/>
                    <a:pt x="383191" y="416459"/>
                  </a:cubicBezTo>
                  <a:cubicBezTo>
                    <a:pt x="381710" y="416156"/>
                    <a:pt x="379422" y="415012"/>
                    <a:pt x="379422" y="415012"/>
                  </a:cubicBezTo>
                  <a:cubicBezTo>
                    <a:pt x="379422" y="415012"/>
                    <a:pt x="377100" y="412994"/>
                    <a:pt x="377100" y="412119"/>
                  </a:cubicBezTo>
                  <a:cubicBezTo>
                    <a:pt x="377100" y="411245"/>
                    <a:pt x="377100" y="409495"/>
                    <a:pt x="377100" y="409495"/>
                  </a:cubicBezTo>
                  <a:cubicBezTo>
                    <a:pt x="377100" y="409495"/>
                    <a:pt x="379994" y="409192"/>
                    <a:pt x="380566" y="408049"/>
                  </a:cubicBezTo>
                  <a:cubicBezTo>
                    <a:pt x="381138" y="406871"/>
                    <a:pt x="382013" y="406602"/>
                    <a:pt x="382888" y="405728"/>
                  </a:cubicBezTo>
                  <a:cubicBezTo>
                    <a:pt x="383763" y="404853"/>
                    <a:pt x="385513" y="403709"/>
                    <a:pt x="385513" y="403709"/>
                  </a:cubicBezTo>
                  <a:lnTo>
                    <a:pt x="386085" y="400816"/>
                  </a:lnTo>
                  <a:lnTo>
                    <a:pt x="386388" y="396477"/>
                  </a:lnTo>
                  <a:lnTo>
                    <a:pt x="384369" y="395333"/>
                  </a:lnTo>
                  <a:lnTo>
                    <a:pt x="381172" y="392440"/>
                  </a:lnTo>
                  <a:lnTo>
                    <a:pt x="380600" y="389244"/>
                  </a:lnTo>
                  <a:lnTo>
                    <a:pt x="380600" y="385174"/>
                  </a:lnTo>
                  <a:lnTo>
                    <a:pt x="381172" y="382584"/>
                  </a:lnTo>
                  <a:cubicBezTo>
                    <a:pt x="381172" y="382584"/>
                    <a:pt x="382619" y="379960"/>
                    <a:pt x="383763" y="377941"/>
                  </a:cubicBezTo>
                  <a:cubicBezTo>
                    <a:pt x="384907" y="375923"/>
                    <a:pt x="387532" y="372424"/>
                    <a:pt x="387532" y="372424"/>
                  </a:cubicBezTo>
                  <a:lnTo>
                    <a:pt x="386960" y="365764"/>
                  </a:lnTo>
                  <a:lnTo>
                    <a:pt x="383460" y="361693"/>
                  </a:lnTo>
                  <a:lnTo>
                    <a:pt x="382114" y="356984"/>
                  </a:lnTo>
                  <a:lnTo>
                    <a:pt x="380768" y="356647"/>
                  </a:lnTo>
                  <a:lnTo>
                    <a:pt x="374643" y="353956"/>
                  </a:lnTo>
                  <a:lnTo>
                    <a:pt x="368248" y="351097"/>
                  </a:lnTo>
                  <a:cubicBezTo>
                    <a:pt x="368248" y="351097"/>
                    <a:pt x="366633" y="347363"/>
                    <a:pt x="366633" y="346488"/>
                  </a:cubicBezTo>
                  <a:cubicBezTo>
                    <a:pt x="366633" y="345614"/>
                    <a:pt x="366633" y="341711"/>
                    <a:pt x="366633" y="341711"/>
                  </a:cubicBezTo>
                  <a:cubicBezTo>
                    <a:pt x="366633" y="341711"/>
                    <a:pt x="370099" y="340837"/>
                    <a:pt x="370335" y="340197"/>
                  </a:cubicBezTo>
                  <a:cubicBezTo>
                    <a:pt x="370537" y="339558"/>
                    <a:pt x="368383" y="333907"/>
                    <a:pt x="368383" y="333907"/>
                  </a:cubicBezTo>
                  <a:cubicBezTo>
                    <a:pt x="368383" y="333907"/>
                    <a:pt x="367945" y="330879"/>
                    <a:pt x="366633" y="329567"/>
                  </a:cubicBezTo>
                  <a:cubicBezTo>
                    <a:pt x="365320" y="328255"/>
                    <a:pt x="361181" y="328491"/>
                    <a:pt x="361181" y="328491"/>
                  </a:cubicBezTo>
                  <a:lnTo>
                    <a:pt x="353777" y="333705"/>
                  </a:lnTo>
                  <a:lnTo>
                    <a:pt x="349200" y="331115"/>
                  </a:lnTo>
                  <a:cubicBezTo>
                    <a:pt x="349200" y="331115"/>
                    <a:pt x="347349" y="326977"/>
                    <a:pt x="347786" y="326338"/>
                  </a:cubicBezTo>
                  <a:cubicBezTo>
                    <a:pt x="348224" y="325699"/>
                    <a:pt x="349200" y="324589"/>
                    <a:pt x="349200" y="324589"/>
                  </a:cubicBezTo>
                  <a:lnTo>
                    <a:pt x="349200" y="322839"/>
                  </a:lnTo>
                  <a:lnTo>
                    <a:pt x="343983" y="318500"/>
                  </a:lnTo>
                  <a:lnTo>
                    <a:pt x="343983" y="315674"/>
                  </a:lnTo>
                  <a:lnTo>
                    <a:pt x="345296" y="310023"/>
                  </a:lnTo>
                  <a:lnTo>
                    <a:pt x="345935" y="305885"/>
                  </a:lnTo>
                  <a:lnTo>
                    <a:pt x="343983" y="302185"/>
                  </a:lnTo>
                  <a:lnTo>
                    <a:pt x="337017" y="296533"/>
                  </a:lnTo>
                  <a:cubicBezTo>
                    <a:pt x="337017" y="296533"/>
                    <a:pt x="329411" y="291756"/>
                    <a:pt x="328536" y="291521"/>
                  </a:cubicBezTo>
                  <a:cubicBezTo>
                    <a:pt x="327661" y="291319"/>
                    <a:pt x="323084" y="289133"/>
                    <a:pt x="323084" y="289133"/>
                  </a:cubicBezTo>
                  <a:lnTo>
                    <a:pt x="323084" y="282606"/>
                  </a:lnTo>
                  <a:lnTo>
                    <a:pt x="321771" y="277830"/>
                  </a:lnTo>
                  <a:lnTo>
                    <a:pt x="318608" y="275677"/>
                  </a:lnTo>
                  <a:lnTo>
                    <a:pt x="314367" y="277426"/>
                  </a:lnTo>
                  <a:lnTo>
                    <a:pt x="314367" y="282640"/>
                  </a:lnTo>
                  <a:cubicBezTo>
                    <a:pt x="314367" y="282640"/>
                    <a:pt x="312415" y="283515"/>
                    <a:pt x="312180" y="284154"/>
                  </a:cubicBezTo>
                  <a:cubicBezTo>
                    <a:pt x="311978" y="284793"/>
                    <a:pt x="310430" y="285230"/>
                    <a:pt x="309992" y="285903"/>
                  </a:cubicBezTo>
                  <a:cubicBezTo>
                    <a:pt x="309555" y="286542"/>
                    <a:pt x="303261" y="286980"/>
                    <a:pt x="303261" y="286980"/>
                  </a:cubicBezTo>
                  <a:lnTo>
                    <a:pt x="299795" y="283077"/>
                  </a:lnTo>
                  <a:lnTo>
                    <a:pt x="296530" y="277426"/>
                  </a:lnTo>
                  <a:cubicBezTo>
                    <a:pt x="296530" y="277426"/>
                    <a:pt x="296732" y="271976"/>
                    <a:pt x="296530" y="272212"/>
                  </a:cubicBezTo>
                  <a:cubicBezTo>
                    <a:pt x="296295" y="272414"/>
                    <a:pt x="298920" y="269823"/>
                    <a:pt x="298920" y="269823"/>
                  </a:cubicBezTo>
                  <a:cubicBezTo>
                    <a:pt x="298920" y="269823"/>
                    <a:pt x="301983" y="267637"/>
                    <a:pt x="303497" y="267637"/>
                  </a:cubicBezTo>
                  <a:cubicBezTo>
                    <a:pt x="305011" y="267637"/>
                    <a:pt x="309151" y="271102"/>
                    <a:pt x="309151" y="271102"/>
                  </a:cubicBezTo>
                  <a:lnTo>
                    <a:pt x="312617" y="270900"/>
                  </a:lnTo>
                  <a:lnTo>
                    <a:pt x="312180" y="263297"/>
                  </a:lnTo>
                  <a:cubicBezTo>
                    <a:pt x="312180" y="263297"/>
                    <a:pt x="311978" y="260707"/>
                    <a:pt x="312382" y="260034"/>
                  </a:cubicBezTo>
                  <a:cubicBezTo>
                    <a:pt x="312819" y="259395"/>
                    <a:pt x="315646" y="257410"/>
                    <a:pt x="315646" y="257410"/>
                  </a:cubicBezTo>
                  <a:cubicBezTo>
                    <a:pt x="315646" y="257410"/>
                    <a:pt x="311305" y="254147"/>
                    <a:pt x="309555" y="254585"/>
                  </a:cubicBezTo>
                  <a:cubicBezTo>
                    <a:pt x="307805" y="255022"/>
                    <a:pt x="304776" y="252398"/>
                    <a:pt x="304776" y="252398"/>
                  </a:cubicBezTo>
                  <a:cubicBezTo>
                    <a:pt x="304776" y="252398"/>
                    <a:pt x="305213" y="249774"/>
                    <a:pt x="305853" y="249370"/>
                  </a:cubicBezTo>
                  <a:cubicBezTo>
                    <a:pt x="306492" y="248933"/>
                    <a:pt x="311069" y="246545"/>
                    <a:pt x="311069" y="246545"/>
                  </a:cubicBezTo>
                  <a:lnTo>
                    <a:pt x="313459" y="245468"/>
                  </a:lnTo>
                  <a:cubicBezTo>
                    <a:pt x="313459" y="245468"/>
                    <a:pt x="314536" y="240893"/>
                    <a:pt x="313896" y="240052"/>
                  </a:cubicBezTo>
                  <a:cubicBezTo>
                    <a:pt x="313257" y="239178"/>
                    <a:pt x="312146" y="233964"/>
                    <a:pt x="312146" y="233964"/>
                  </a:cubicBezTo>
                  <a:lnTo>
                    <a:pt x="311271" y="226798"/>
                  </a:lnTo>
                  <a:lnTo>
                    <a:pt x="308444" y="223098"/>
                  </a:lnTo>
                  <a:lnTo>
                    <a:pt x="302555" y="219633"/>
                  </a:lnTo>
                  <a:lnTo>
                    <a:pt x="300165" y="212232"/>
                  </a:lnTo>
                  <a:lnTo>
                    <a:pt x="298853" y="206581"/>
                  </a:lnTo>
                  <a:lnTo>
                    <a:pt x="299963" y="201804"/>
                  </a:lnTo>
                  <a:lnTo>
                    <a:pt x="301478" y="200055"/>
                  </a:lnTo>
                  <a:lnTo>
                    <a:pt x="304742" y="200055"/>
                  </a:lnTo>
                  <a:lnTo>
                    <a:pt x="308209" y="200055"/>
                  </a:lnTo>
                  <a:lnTo>
                    <a:pt x="309959" y="200055"/>
                  </a:lnTo>
                  <a:cubicBezTo>
                    <a:pt x="309959" y="200055"/>
                    <a:pt x="312786" y="199416"/>
                    <a:pt x="313661" y="200055"/>
                  </a:cubicBezTo>
                  <a:cubicBezTo>
                    <a:pt x="314536" y="200694"/>
                    <a:pt x="321065" y="201199"/>
                    <a:pt x="321065" y="199752"/>
                  </a:cubicBezTo>
                  <a:cubicBezTo>
                    <a:pt x="321065" y="198305"/>
                    <a:pt x="320863" y="195244"/>
                    <a:pt x="320863" y="195244"/>
                  </a:cubicBezTo>
                  <a:lnTo>
                    <a:pt x="321300" y="191779"/>
                  </a:lnTo>
                  <a:lnTo>
                    <a:pt x="321300" y="188752"/>
                  </a:lnTo>
                  <a:lnTo>
                    <a:pt x="323892" y="184412"/>
                  </a:lnTo>
                  <a:lnTo>
                    <a:pt x="325642" y="184412"/>
                  </a:lnTo>
                  <a:lnTo>
                    <a:pt x="331060" y="189189"/>
                  </a:lnTo>
                  <a:lnTo>
                    <a:pt x="336950" y="195715"/>
                  </a:lnTo>
                  <a:lnTo>
                    <a:pt x="339777" y="199853"/>
                  </a:lnTo>
                  <a:cubicBezTo>
                    <a:pt x="339777" y="199853"/>
                    <a:pt x="342402" y="199853"/>
                    <a:pt x="342839" y="199214"/>
                  </a:cubicBezTo>
                  <a:cubicBezTo>
                    <a:pt x="343277" y="198575"/>
                    <a:pt x="344556" y="196590"/>
                    <a:pt x="344556" y="196590"/>
                  </a:cubicBezTo>
                  <a:lnTo>
                    <a:pt x="345632" y="195076"/>
                  </a:lnTo>
                  <a:lnTo>
                    <a:pt x="346070" y="193125"/>
                  </a:lnTo>
                  <a:cubicBezTo>
                    <a:pt x="346070" y="193125"/>
                    <a:pt x="346507" y="190938"/>
                    <a:pt x="347147" y="190938"/>
                  </a:cubicBezTo>
                  <a:cubicBezTo>
                    <a:pt x="347786" y="190938"/>
                    <a:pt x="349974" y="189627"/>
                    <a:pt x="349974" y="189627"/>
                  </a:cubicBezTo>
                  <a:lnTo>
                    <a:pt x="353238" y="187675"/>
                  </a:lnTo>
                  <a:lnTo>
                    <a:pt x="354753" y="185724"/>
                  </a:lnTo>
                  <a:lnTo>
                    <a:pt x="355830" y="184412"/>
                  </a:lnTo>
                  <a:lnTo>
                    <a:pt x="360407" y="184412"/>
                  </a:lnTo>
                  <a:lnTo>
                    <a:pt x="364546" y="185724"/>
                  </a:lnTo>
                  <a:lnTo>
                    <a:pt x="368686" y="187036"/>
                  </a:lnTo>
                  <a:lnTo>
                    <a:pt x="371277" y="190064"/>
                  </a:lnTo>
                  <a:lnTo>
                    <a:pt x="374340" y="195715"/>
                  </a:lnTo>
                  <a:lnTo>
                    <a:pt x="377806" y="195480"/>
                  </a:lnTo>
                  <a:cubicBezTo>
                    <a:pt x="377806" y="195480"/>
                    <a:pt x="380128" y="194403"/>
                    <a:pt x="380903" y="193731"/>
                  </a:cubicBezTo>
                  <a:cubicBezTo>
                    <a:pt x="381710" y="193091"/>
                    <a:pt x="384201" y="190030"/>
                    <a:pt x="384201" y="190030"/>
                  </a:cubicBezTo>
                  <a:lnTo>
                    <a:pt x="385614" y="187406"/>
                  </a:lnTo>
                  <a:lnTo>
                    <a:pt x="385614" y="185220"/>
                  </a:lnTo>
                  <a:lnTo>
                    <a:pt x="388778" y="186094"/>
                  </a:lnTo>
                  <a:lnTo>
                    <a:pt x="392581" y="188718"/>
                  </a:lnTo>
                  <a:lnTo>
                    <a:pt x="392581" y="192183"/>
                  </a:lnTo>
                  <a:lnTo>
                    <a:pt x="392581" y="195648"/>
                  </a:lnTo>
                  <a:lnTo>
                    <a:pt x="392581" y="200862"/>
                  </a:lnTo>
                  <a:lnTo>
                    <a:pt x="392581" y="207826"/>
                  </a:lnTo>
                  <a:cubicBezTo>
                    <a:pt x="392581" y="207826"/>
                    <a:pt x="392782" y="210416"/>
                    <a:pt x="393658" y="210416"/>
                  </a:cubicBezTo>
                  <a:cubicBezTo>
                    <a:pt x="394533" y="210416"/>
                    <a:pt x="397797" y="206951"/>
                    <a:pt x="397797" y="206951"/>
                  </a:cubicBezTo>
                  <a:lnTo>
                    <a:pt x="399547" y="201098"/>
                  </a:lnTo>
                  <a:lnTo>
                    <a:pt x="399547" y="195682"/>
                  </a:lnTo>
                  <a:lnTo>
                    <a:pt x="399547" y="190468"/>
                  </a:lnTo>
                  <a:cubicBezTo>
                    <a:pt x="399547" y="190468"/>
                    <a:pt x="401937" y="187642"/>
                    <a:pt x="402812" y="187204"/>
                  </a:cubicBezTo>
                  <a:cubicBezTo>
                    <a:pt x="403687" y="186767"/>
                    <a:pt x="406716" y="184379"/>
                    <a:pt x="406716" y="184379"/>
                  </a:cubicBezTo>
                  <a:lnTo>
                    <a:pt x="409745" y="181755"/>
                  </a:lnTo>
                  <a:lnTo>
                    <a:pt x="414759" y="180006"/>
                  </a:lnTo>
                  <a:lnTo>
                    <a:pt x="416072" y="178256"/>
                  </a:lnTo>
                  <a:lnTo>
                    <a:pt x="418023" y="174791"/>
                  </a:lnTo>
                  <a:cubicBezTo>
                    <a:pt x="418023" y="174791"/>
                    <a:pt x="418898" y="173278"/>
                    <a:pt x="419100" y="172605"/>
                  </a:cubicBezTo>
                  <a:cubicBezTo>
                    <a:pt x="419336" y="171966"/>
                    <a:pt x="421726" y="168265"/>
                    <a:pt x="421726" y="168265"/>
                  </a:cubicBezTo>
                  <a:lnTo>
                    <a:pt x="424552" y="164128"/>
                  </a:lnTo>
                  <a:lnTo>
                    <a:pt x="427581" y="161504"/>
                  </a:lnTo>
                  <a:cubicBezTo>
                    <a:pt x="427581" y="161504"/>
                    <a:pt x="430644" y="158779"/>
                    <a:pt x="431485" y="158342"/>
                  </a:cubicBezTo>
                  <a:cubicBezTo>
                    <a:pt x="432360" y="157904"/>
                    <a:pt x="438889" y="156491"/>
                    <a:pt x="438889" y="156491"/>
                  </a:cubicBezTo>
                  <a:lnTo>
                    <a:pt x="445620" y="156491"/>
                  </a:lnTo>
                  <a:lnTo>
                    <a:pt x="450837" y="156491"/>
                  </a:lnTo>
                  <a:lnTo>
                    <a:pt x="454741" y="154742"/>
                  </a:lnTo>
                  <a:lnTo>
                    <a:pt x="456928" y="154742"/>
                  </a:lnTo>
                  <a:lnTo>
                    <a:pt x="456928" y="157332"/>
                  </a:lnTo>
                  <a:lnTo>
                    <a:pt x="458645" y="161470"/>
                  </a:lnTo>
                  <a:lnTo>
                    <a:pt x="458645" y="164296"/>
                  </a:lnTo>
                  <a:lnTo>
                    <a:pt x="462111" y="165171"/>
                  </a:lnTo>
                  <a:lnTo>
                    <a:pt x="465914" y="164094"/>
                  </a:lnTo>
                  <a:lnTo>
                    <a:pt x="469078" y="160192"/>
                  </a:lnTo>
                  <a:lnTo>
                    <a:pt x="469078" y="157366"/>
                  </a:lnTo>
                  <a:lnTo>
                    <a:pt x="471703" y="151715"/>
                  </a:lnTo>
                  <a:cubicBezTo>
                    <a:pt x="471703" y="151715"/>
                    <a:pt x="471938" y="148014"/>
                    <a:pt x="471703" y="146938"/>
                  </a:cubicBezTo>
                  <a:cubicBezTo>
                    <a:pt x="471467" y="145861"/>
                    <a:pt x="471703" y="141286"/>
                    <a:pt x="470390" y="140647"/>
                  </a:cubicBezTo>
                  <a:cubicBezTo>
                    <a:pt x="469078" y="140008"/>
                    <a:pt x="468640" y="133919"/>
                    <a:pt x="468640" y="133919"/>
                  </a:cubicBezTo>
                  <a:lnTo>
                    <a:pt x="467765" y="131094"/>
                  </a:lnTo>
                  <a:lnTo>
                    <a:pt x="469010" y="128470"/>
                  </a:lnTo>
                  <a:lnTo>
                    <a:pt x="472544" y="126720"/>
                  </a:lnTo>
                  <a:lnTo>
                    <a:pt x="472544" y="124332"/>
                  </a:lnTo>
                  <a:lnTo>
                    <a:pt x="472544" y="122583"/>
                  </a:lnTo>
                  <a:lnTo>
                    <a:pt x="470356" y="117369"/>
                  </a:lnTo>
                  <a:lnTo>
                    <a:pt x="469044" y="113668"/>
                  </a:lnTo>
                  <a:lnTo>
                    <a:pt x="469044" y="110405"/>
                  </a:lnTo>
                  <a:cubicBezTo>
                    <a:pt x="469044" y="110405"/>
                    <a:pt x="470558" y="105393"/>
                    <a:pt x="470121" y="104754"/>
                  </a:cubicBezTo>
                  <a:cubicBezTo>
                    <a:pt x="469683" y="104115"/>
                    <a:pt x="466419" y="99741"/>
                    <a:pt x="466419" y="99741"/>
                  </a:cubicBezTo>
                  <a:lnTo>
                    <a:pt x="464231" y="97555"/>
                  </a:lnTo>
                  <a:lnTo>
                    <a:pt x="461842" y="95806"/>
                  </a:lnTo>
                  <a:cubicBezTo>
                    <a:pt x="461842" y="95806"/>
                    <a:pt x="456827" y="93215"/>
                    <a:pt x="455548" y="92980"/>
                  </a:cubicBezTo>
                  <a:cubicBezTo>
                    <a:pt x="454236" y="92778"/>
                    <a:pt x="450971" y="90390"/>
                    <a:pt x="450971" y="90390"/>
                  </a:cubicBezTo>
                  <a:lnTo>
                    <a:pt x="445553" y="85075"/>
                  </a:lnTo>
                  <a:lnTo>
                    <a:pt x="444240" y="81711"/>
                  </a:lnTo>
                  <a:lnTo>
                    <a:pt x="442053" y="81711"/>
                  </a:lnTo>
                  <a:lnTo>
                    <a:pt x="431620" y="81711"/>
                  </a:lnTo>
                  <a:lnTo>
                    <a:pt x="426841" y="80634"/>
                  </a:lnTo>
                  <a:cubicBezTo>
                    <a:pt x="426841" y="80634"/>
                    <a:pt x="428153" y="76496"/>
                    <a:pt x="428793" y="74983"/>
                  </a:cubicBezTo>
                  <a:cubicBezTo>
                    <a:pt x="429466" y="73469"/>
                    <a:pt x="431620" y="69970"/>
                    <a:pt x="431620" y="69970"/>
                  </a:cubicBezTo>
                  <a:cubicBezTo>
                    <a:pt x="431620" y="69970"/>
                    <a:pt x="429870" y="66068"/>
                    <a:pt x="429029" y="66068"/>
                  </a:cubicBezTo>
                  <a:cubicBezTo>
                    <a:pt x="428153" y="66068"/>
                    <a:pt x="424889" y="64319"/>
                    <a:pt x="424889" y="64319"/>
                  </a:cubicBezTo>
                  <a:lnTo>
                    <a:pt x="421490" y="61291"/>
                  </a:lnTo>
                  <a:lnTo>
                    <a:pt x="415971" y="60854"/>
                  </a:lnTo>
                  <a:lnTo>
                    <a:pt x="412504" y="60854"/>
                  </a:lnTo>
                  <a:lnTo>
                    <a:pt x="406413" y="60854"/>
                  </a:lnTo>
                  <a:lnTo>
                    <a:pt x="399884" y="61493"/>
                  </a:lnTo>
                  <a:lnTo>
                    <a:pt x="396821" y="62570"/>
                  </a:lnTo>
                  <a:lnTo>
                    <a:pt x="389720" y="62570"/>
                  </a:lnTo>
                  <a:lnTo>
                    <a:pt x="386085" y="58365"/>
                  </a:lnTo>
                  <a:lnTo>
                    <a:pt x="384201" y="54732"/>
                  </a:lnTo>
                  <a:cubicBezTo>
                    <a:pt x="384201" y="54732"/>
                    <a:pt x="380297" y="51973"/>
                    <a:pt x="379253" y="50527"/>
                  </a:cubicBezTo>
                  <a:cubicBezTo>
                    <a:pt x="378244" y="49080"/>
                    <a:pt x="377369" y="47062"/>
                    <a:pt x="377369" y="47062"/>
                  </a:cubicBezTo>
                  <a:lnTo>
                    <a:pt x="376494" y="44303"/>
                  </a:lnTo>
                  <a:lnTo>
                    <a:pt x="373027" y="41545"/>
                  </a:lnTo>
                  <a:lnTo>
                    <a:pt x="371715" y="40233"/>
                  </a:lnTo>
                  <a:cubicBezTo>
                    <a:pt x="371715" y="40233"/>
                    <a:pt x="369393" y="37643"/>
                    <a:pt x="368686" y="36768"/>
                  </a:cubicBezTo>
                  <a:cubicBezTo>
                    <a:pt x="367979" y="35893"/>
                    <a:pt x="367239" y="35759"/>
                    <a:pt x="366667" y="35624"/>
                  </a:cubicBezTo>
                  <a:cubicBezTo>
                    <a:pt x="366094" y="35490"/>
                    <a:pt x="364647" y="33303"/>
                    <a:pt x="364647" y="33303"/>
                  </a:cubicBezTo>
                  <a:lnTo>
                    <a:pt x="363772" y="31554"/>
                  </a:lnTo>
                  <a:cubicBezTo>
                    <a:pt x="363772" y="31554"/>
                    <a:pt x="361753" y="30982"/>
                    <a:pt x="361181" y="30982"/>
                  </a:cubicBezTo>
                  <a:cubicBezTo>
                    <a:pt x="360609" y="30982"/>
                    <a:pt x="359296" y="30847"/>
                    <a:pt x="357714" y="30847"/>
                  </a:cubicBezTo>
                  <a:cubicBezTo>
                    <a:pt x="356099" y="30847"/>
                    <a:pt x="354820" y="30713"/>
                    <a:pt x="354820" y="30713"/>
                  </a:cubicBezTo>
                  <a:lnTo>
                    <a:pt x="351354" y="28964"/>
                  </a:lnTo>
                  <a:lnTo>
                    <a:pt x="349469" y="26945"/>
                  </a:lnTo>
                  <a:lnTo>
                    <a:pt x="346137" y="24624"/>
                  </a:lnTo>
                  <a:lnTo>
                    <a:pt x="339777" y="20722"/>
                  </a:lnTo>
                  <a:lnTo>
                    <a:pt x="336748" y="18535"/>
                  </a:lnTo>
                  <a:lnTo>
                    <a:pt x="333719" y="15070"/>
                  </a:lnTo>
                  <a:lnTo>
                    <a:pt x="327055" y="11740"/>
                  </a:lnTo>
                  <a:cubicBezTo>
                    <a:pt x="327055" y="11740"/>
                    <a:pt x="321973" y="8982"/>
                    <a:pt x="321536" y="8713"/>
                  </a:cubicBezTo>
                  <a:cubicBezTo>
                    <a:pt x="321098" y="8410"/>
                    <a:pt x="318069" y="5954"/>
                    <a:pt x="318069" y="5954"/>
                  </a:cubicBezTo>
                  <a:cubicBezTo>
                    <a:pt x="318069" y="5954"/>
                    <a:pt x="315916" y="3196"/>
                    <a:pt x="316117" y="2758"/>
                  </a:cubicBezTo>
                  <a:cubicBezTo>
                    <a:pt x="316319" y="2321"/>
                    <a:pt x="313425" y="0"/>
                    <a:pt x="313425" y="0"/>
                  </a:cubicBezTo>
                  <a:lnTo>
                    <a:pt x="311675" y="0"/>
                  </a:lnTo>
                  <a:lnTo>
                    <a:pt x="306459" y="0"/>
                  </a:lnTo>
                  <a:lnTo>
                    <a:pt x="304709" y="1682"/>
                  </a:lnTo>
                  <a:lnTo>
                    <a:pt x="302386" y="4070"/>
                  </a:lnTo>
                  <a:lnTo>
                    <a:pt x="301949" y="5954"/>
                  </a:lnTo>
                  <a:lnTo>
                    <a:pt x="301646" y="7703"/>
                  </a:lnTo>
                  <a:cubicBezTo>
                    <a:pt x="301646" y="7703"/>
                    <a:pt x="301074" y="9284"/>
                    <a:pt x="301074" y="9722"/>
                  </a:cubicBezTo>
                  <a:cubicBezTo>
                    <a:pt x="301074" y="10159"/>
                    <a:pt x="302386" y="11303"/>
                    <a:pt x="302386" y="11303"/>
                  </a:cubicBezTo>
                  <a:lnTo>
                    <a:pt x="304136" y="12312"/>
                  </a:lnTo>
                  <a:cubicBezTo>
                    <a:pt x="304136" y="12312"/>
                    <a:pt x="306021" y="14330"/>
                    <a:pt x="306459" y="14768"/>
                  </a:cubicBezTo>
                  <a:cubicBezTo>
                    <a:pt x="306896" y="15205"/>
                    <a:pt x="307603" y="14768"/>
                    <a:pt x="307603" y="14768"/>
                  </a:cubicBezTo>
                  <a:lnTo>
                    <a:pt x="307300" y="18233"/>
                  </a:lnTo>
                  <a:lnTo>
                    <a:pt x="307300" y="19107"/>
                  </a:lnTo>
                  <a:lnTo>
                    <a:pt x="306425" y="20856"/>
                  </a:lnTo>
                  <a:lnTo>
                    <a:pt x="304675" y="20856"/>
                  </a:lnTo>
                  <a:lnTo>
                    <a:pt x="303093" y="20856"/>
                  </a:lnTo>
                  <a:cubicBezTo>
                    <a:pt x="303093" y="20856"/>
                    <a:pt x="301781" y="20991"/>
                    <a:pt x="301646" y="21428"/>
                  </a:cubicBezTo>
                  <a:cubicBezTo>
                    <a:pt x="301511" y="21866"/>
                    <a:pt x="301343" y="23615"/>
                    <a:pt x="301343" y="24187"/>
                  </a:cubicBezTo>
                  <a:cubicBezTo>
                    <a:pt x="301343" y="24759"/>
                    <a:pt x="300636" y="29973"/>
                    <a:pt x="300636" y="29973"/>
                  </a:cubicBezTo>
                  <a:lnTo>
                    <a:pt x="299055" y="30847"/>
                  </a:lnTo>
                  <a:cubicBezTo>
                    <a:pt x="299055" y="30847"/>
                    <a:pt x="297304" y="27383"/>
                    <a:pt x="296429" y="27214"/>
                  </a:cubicBezTo>
                  <a:cubicBezTo>
                    <a:pt x="295554" y="27080"/>
                    <a:pt x="291516" y="27214"/>
                    <a:pt x="291516" y="27214"/>
                  </a:cubicBezTo>
                  <a:lnTo>
                    <a:pt x="291651" y="28661"/>
                  </a:lnTo>
                  <a:lnTo>
                    <a:pt x="291651" y="34581"/>
                  </a:lnTo>
                  <a:cubicBezTo>
                    <a:pt x="291651" y="34581"/>
                    <a:pt x="291583" y="37912"/>
                    <a:pt x="291718" y="38484"/>
                  </a:cubicBezTo>
                  <a:cubicBezTo>
                    <a:pt x="291852" y="39056"/>
                    <a:pt x="293098" y="39930"/>
                    <a:pt x="293098" y="39930"/>
                  </a:cubicBezTo>
                  <a:cubicBezTo>
                    <a:pt x="293098" y="39930"/>
                    <a:pt x="295420" y="42251"/>
                    <a:pt x="296429" y="42386"/>
                  </a:cubicBezTo>
                  <a:cubicBezTo>
                    <a:pt x="297439" y="42520"/>
                    <a:pt x="297304" y="45582"/>
                    <a:pt x="297304" y="45582"/>
                  </a:cubicBezTo>
                  <a:lnTo>
                    <a:pt x="300939" y="47465"/>
                  </a:lnTo>
                  <a:lnTo>
                    <a:pt x="303968" y="48912"/>
                  </a:lnTo>
                  <a:lnTo>
                    <a:pt x="310329" y="52108"/>
                  </a:lnTo>
                  <a:lnTo>
                    <a:pt x="314401" y="55169"/>
                  </a:lnTo>
                  <a:lnTo>
                    <a:pt x="315983" y="59811"/>
                  </a:lnTo>
                  <a:cubicBezTo>
                    <a:pt x="315983" y="59811"/>
                    <a:pt x="316117" y="63007"/>
                    <a:pt x="315983" y="63579"/>
                  </a:cubicBezTo>
                  <a:cubicBezTo>
                    <a:pt x="315848" y="64151"/>
                    <a:pt x="315983" y="65765"/>
                    <a:pt x="315983" y="65765"/>
                  </a:cubicBezTo>
                  <a:cubicBezTo>
                    <a:pt x="315983" y="65765"/>
                    <a:pt x="314839" y="68221"/>
                    <a:pt x="314401" y="68221"/>
                  </a:cubicBezTo>
                  <a:cubicBezTo>
                    <a:pt x="313964" y="68221"/>
                    <a:pt x="312651" y="69668"/>
                    <a:pt x="312213" y="69668"/>
                  </a:cubicBezTo>
                  <a:cubicBezTo>
                    <a:pt x="311776" y="69668"/>
                    <a:pt x="308444" y="71249"/>
                    <a:pt x="307872" y="71417"/>
                  </a:cubicBezTo>
                  <a:cubicBezTo>
                    <a:pt x="307300" y="71551"/>
                    <a:pt x="306862" y="71417"/>
                    <a:pt x="306290" y="71417"/>
                  </a:cubicBezTo>
                  <a:cubicBezTo>
                    <a:pt x="305718" y="71417"/>
                    <a:pt x="302824" y="72426"/>
                    <a:pt x="302824" y="72426"/>
                  </a:cubicBezTo>
                  <a:lnTo>
                    <a:pt x="302117" y="73873"/>
                  </a:lnTo>
                  <a:lnTo>
                    <a:pt x="302117" y="74882"/>
                  </a:lnTo>
                  <a:cubicBezTo>
                    <a:pt x="302117" y="74882"/>
                    <a:pt x="301175" y="77506"/>
                    <a:pt x="301175" y="78077"/>
                  </a:cubicBezTo>
                  <a:cubicBezTo>
                    <a:pt x="301175" y="78649"/>
                    <a:pt x="299795" y="80533"/>
                    <a:pt x="298213" y="81273"/>
                  </a:cubicBezTo>
                  <a:cubicBezTo>
                    <a:pt x="296631" y="82013"/>
                    <a:pt x="295756" y="83729"/>
                    <a:pt x="295756" y="83729"/>
                  </a:cubicBezTo>
                  <a:cubicBezTo>
                    <a:pt x="295756" y="83729"/>
                    <a:pt x="292997" y="84301"/>
                    <a:pt x="291718" y="84435"/>
                  </a:cubicBezTo>
                  <a:cubicBezTo>
                    <a:pt x="290405" y="84570"/>
                    <a:pt x="289530" y="84301"/>
                    <a:pt x="288958" y="84435"/>
                  </a:cubicBezTo>
                  <a:cubicBezTo>
                    <a:pt x="288386" y="84570"/>
                    <a:pt x="286636" y="84435"/>
                    <a:pt x="286636" y="84435"/>
                  </a:cubicBezTo>
                  <a:cubicBezTo>
                    <a:pt x="286636" y="84435"/>
                    <a:pt x="285323" y="86185"/>
                    <a:pt x="284583" y="86622"/>
                  </a:cubicBezTo>
                  <a:cubicBezTo>
                    <a:pt x="283843" y="87059"/>
                    <a:pt x="284448" y="88371"/>
                    <a:pt x="284448" y="88371"/>
                  </a:cubicBezTo>
                  <a:cubicBezTo>
                    <a:pt x="284448" y="88371"/>
                    <a:pt x="284751" y="90692"/>
                    <a:pt x="284448" y="91130"/>
                  </a:cubicBezTo>
                  <a:cubicBezTo>
                    <a:pt x="284146" y="91567"/>
                    <a:pt x="284448" y="94023"/>
                    <a:pt x="284448" y="94023"/>
                  </a:cubicBezTo>
                  <a:cubicBezTo>
                    <a:pt x="284448" y="94023"/>
                    <a:pt x="283304" y="96781"/>
                    <a:pt x="283304" y="97353"/>
                  </a:cubicBezTo>
                  <a:cubicBezTo>
                    <a:pt x="283304" y="97925"/>
                    <a:pt x="281722" y="100683"/>
                    <a:pt x="281722" y="100683"/>
                  </a:cubicBezTo>
                  <a:lnTo>
                    <a:pt x="280713" y="104148"/>
                  </a:lnTo>
                  <a:lnTo>
                    <a:pt x="278256" y="107916"/>
                  </a:lnTo>
                  <a:lnTo>
                    <a:pt x="274352" y="110102"/>
                  </a:lnTo>
                  <a:cubicBezTo>
                    <a:pt x="274352" y="110102"/>
                    <a:pt x="269573" y="111986"/>
                    <a:pt x="269136" y="112121"/>
                  </a:cubicBezTo>
                  <a:cubicBezTo>
                    <a:pt x="268698" y="112255"/>
                    <a:pt x="268126" y="115317"/>
                    <a:pt x="268126" y="115317"/>
                  </a:cubicBezTo>
                  <a:lnTo>
                    <a:pt x="269270" y="117200"/>
                  </a:lnTo>
                  <a:lnTo>
                    <a:pt x="272467" y="120834"/>
                  </a:lnTo>
                  <a:lnTo>
                    <a:pt x="269439" y="124298"/>
                  </a:lnTo>
                  <a:lnTo>
                    <a:pt x="266107" y="125879"/>
                  </a:lnTo>
                  <a:lnTo>
                    <a:pt x="264962" y="127898"/>
                  </a:lnTo>
                  <a:lnTo>
                    <a:pt x="265535" y="130219"/>
                  </a:lnTo>
                  <a:lnTo>
                    <a:pt x="267991" y="131968"/>
                  </a:lnTo>
                  <a:cubicBezTo>
                    <a:pt x="267991" y="131968"/>
                    <a:pt x="266241" y="134424"/>
                    <a:pt x="265669" y="135736"/>
                  </a:cubicBezTo>
                  <a:cubicBezTo>
                    <a:pt x="265097" y="137048"/>
                    <a:pt x="262640" y="138763"/>
                    <a:pt x="262640" y="138763"/>
                  </a:cubicBezTo>
                  <a:lnTo>
                    <a:pt x="260318" y="139638"/>
                  </a:lnTo>
                  <a:cubicBezTo>
                    <a:pt x="260318" y="139638"/>
                    <a:pt x="258568" y="141656"/>
                    <a:pt x="257727" y="142396"/>
                  </a:cubicBezTo>
                  <a:cubicBezTo>
                    <a:pt x="256852" y="143137"/>
                    <a:pt x="256717" y="144718"/>
                    <a:pt x="256583" y="145592"/>
                  </a:cubicBezTo>
                  <a:cubicBezTo>
                    <a:pt x="256448" y="146467"/>
                    <a:pt x="257458" y="148923"/>
                    <a:pt x="257458" y="148923"/>
                  </a:cubicBezTo>
                  <a:lnTo>
                    <a:pt x="260352" y="152690"/>
                  </a:lnTo>
                  <a:lnTo>
                    <a:pt x="256448" y="157198"/>
                  </a:lnTo>
                  <a:cubicBezTo>
                    <a:pt x="256448" y="157198"/>
                    <a:pt x="255876" y="158342"/>
                    <a:pt x="255438" y="158644"/>
                  </a:cubicBezTo>
                  <a:cubicBezTo>
                    <a:pt x="255001" y="158947"/>
                    <a:pt x="253856" y="159956"/>
                    <a:pt x="253419" y="160225"/>
                  </a:cubicBezTo>
                  <a:cubicBezTo>
                    <a:pt x="252981" y="160528"/>
                    <a:pt x="251837" y="160663"/>
                    <a:pt x="251837" y="160663"/>
                  </a:cubicBezTo>
                  <a:lnTo>
                    <a:pt x="249818" y="162412"/>
                  </a:lnTo>
                  <a:lnTo>
                    <a:pt x="247496" y="163421"/>
                  </a:lnTo>
                  <a:lnTo>
                    <a:pt x="244904" y="163421"/>
                  </a:lnTo>
                  <a:lnTo>
                    <a:pt x="243154" y="162412"/>
                  </a:lnTo>
                  <a:cubicBezTo>
                    <a:pt x="243154" y="162412"/>
                    <a:pt x="240967" y="159519"/>
                    <a:pt x="240529" y="159082"/>
                  </a:cubicBezTo>
                  <a:cubicBezTo>
                    <a:pt x="240092" y="158644"/>
                    <a:pt x="239822" y="156054"/>
                    <a:pt x="239822" y="156054"/>
                  </a:cubicBezTo>
                  <a:lnTo>
                    <a:pt x="238678" y="155617"/>
                  </a:lnTo>
                  <a:cubicBezTo>
                    <a:pt x="238678" y="155617"/>
                    <a:pt x="237366" y="156189"/>
                    <a:pt x="236794" y="156189"/>
                  </a:cubicBezTo>
                  <a:cubicBezTo>
                    <a:pt x="236222" y="156189"/>
                    <a:pt x="234774" y="158073"/>
                    <a:pt x="234034" y="158813"/>
                  </a:cubicBezTo>
                  <a:cubicBezTo>
                    <a:pt x="233293" y="159519"/>
                    <a:pt x="232015" y="158947"/>
                    <a:pt x="231274" y="158947"/>
                  </a:cubicBezTo>
                  <a:cubicBezTo>
                    <a:pt x="230534" y="158947"/>
                    <a:pt x="228952" y="158375"/>
                    <a:pt x="228077" y="157803"/>
                  </a:cubicBezTo>
                  <a:cubicBezTo>
                    <a:pt x="227202" y="157232"/>
                    <a:pt x="226630" y="156660"/>
                    <a:pt x="226630" y="156660"/>
                  </a:cubicBezTo>
                  <a:cubicBezTo>
                    <a:pt x="226630" y="156660"/>
                    <a:pt x="225620" y="155348"/>
                    <a:pt x="224745" y="154776"/>
                  </a:cubicBezTo>
                  <a:cubicBezTo>
                    <a:pt x="223870" y="154204"/>
                    <a:pt x="221413" y="154776"/>
                    <a:pt x="221413" y="154776"/>
                  </a:cubicBezTo>
                  <a:lnTo>
                    <a:pt x="219663" y="154776"/>
                  </a:lnTo>
                  <a:lnTo>
                    <a:pt x="216466" y="154776"/>
                  </a:lnTo>
                  <a:cubicBezTo>
                    <a:pt x="216466" y="154776"/>
                    <a:pt x="215591" y="156895"/>
                    <a:pt x="215322" y="157030"/>
                  </a:cubicBezTo>
                  <a:cubicBezTo>
                    <a:pt x="215019" y="157164"/>
                    <a:pt x="214581" y="158846"/>
                    <a:pt x="214178" y="158981"/>
                  </a:cubicBezTo>
                  <a:cubicBezTo>
                    <a:pt x="213740" y="159115"/>
                    <a:pt x="215322" y="160865"/>
                    <a:pt x="215322" y="160865"/>
                  </a:cubicBezTo>
                  <a:lnTo>
                    <a:pt x="215322" y="163623"/>
                  </a:lnTo>
                  <a:lnTo>
                    <a:pt x="213370" y="165070"/>
                  </a:lnTo>
                  <a:lnTo>
                    <a:pt x="211115" y="166651"/>
                  </a:lnTo>
                  <a:lnTo>
                    <a:pt x="209096" y="169846"/>
                  </a:lnTo>
                  <a:lnTo>
                    <a:pt x="207952" y="172874"/>
                  </a:lnTo>
                  <a:lnTo>
                    <a:pt x="210711" y="175195"/>
                  </a:lnTo>
                  <a:cubicBezTo>
                    <a:pt x="210711" y="175195"/>
                    <a:pt x="213740" y="178391"/>
                    <a:pt x="213606" y="178828"/>
                  </a:cubicBezTo>
                  <a:cubicBezTo>
                    <a:pt x="213471" y="179266"/>
                    <a:pt x="213606" y="181721"/>
                    <a:pt x="213606" y="181721"/>
                  </a:cubicBezTo>
                  <a:lnTo>
                    <a:pt x="213606" y="182865"/>
                  </a:lnTo>
                  <a:lnTo>
                    <a:pt x="211855" y="185186"/>
                  </a:lnTo>
                  <a:lnTo>
                    <a:pt x="211855" y="186061"/>
                  </a:lnTo>
                  <a:cubicBezTo>
                    <a:pt x="211855" y="186061"/>
                    <a:pt x="210543" y="186061"/>
                    <a:pt x="208961" y="186061"/>
                  </a:cubicBezTo>
                  <a:cubicBezTo>
                    <a:pt x="207380" y="186061"/>
                    <a:pt x="207514" y="187642"/>
                    <a:pt x="207514" y="187642"/>
                  </a:cubicBezTo>
                  <a:lnTo>
                    <a:pt x="206201" y="190972"/>
                  </a:lnTo>
                  <a:cubicBezTo>
                    <a:pt x="206201" y="190972"/>
                    <a:pt x="204754" y="192419"/>
                    <a:pt x="204620" y="192856"/>
                  </a:cubicBezTo>
                  <a:cubicBezTo>
                    <a:pt x="204485" y="193293"/>
                    <a:pt x="203038" y="194302"/>
                    <a:pt x="203038" y="194302"/>
                  </a:cubicBezTo>
                  <a:cubicBezTo>
                    <a:pt x="203038" y="194302"/>
                    <a:pt x="201456" y="197935"/>
                    <a:pt x="201019" y="198440"/>
                  </a:cubicBezTo>
                  <a:cubicBezTo>
                    <a:pt x="200581" y="198945"/>
                    <a:pt x="200009" y="201266"/>
                    <a:pt x="200009" y="201266"/>
                  </a:cubicBezTo>
                  <a:lnTo>
                    <a:pt x="198562" y="205605"/>
                  </a:lnTo>
                  <a:lnTo>
                    <a:pt x="196980" y="208936"/>
                  </a:lnTo>
                  <a:cubicBezTo>
                    <a:pt x="196980" y="208936"/>
                    <a:pt x="194220" y="210954"/>
                    <a:pt x="193514" y="210954"/>
                  </a:cubicBezTo>
                  <a:cubicBezTo>
                    <a:pt x="192773" y="210954"/>
                    <a:pt x="190451" y="216471"/>
                    <a:pt x="190451" y="216471"/>
                  </a:cubicBezTo>
                  <a:lnTo>
                    <a:pt x="188701" y="222694"/>
                  </a:lnTo>
                  <a:lnTo>
                    <a:pt x="185235" y="227034"/>
                  </a:lnTo>
                  <a:lnTo>
                    <a:pt x="183350" y="228918"/>
                  </a:lnTo>
                  <a:lnTo>
                    <a:pt x="181465" y="231239"/>
                  </a:lnTo>
                  <a:lnTo>
                    <a:pt x="180590" y="233829"/>
                  </a:lnTo>
                  <a:lnTo>
                    <a:pt x="180590" y="235578"/>
                  </a:lnTo>
                  <a:cubicBezTo>
                    <a:pt x="180590" y="235578"/>
                    <a:pt x="179076" y="239043"/>
                    <a:pt x="178638" y="239043"/>
                  </a:cubicBezTo>
                  <a:cubicBezTo>
                    <a:pt x="178201" y="239043"/>
                    <a:pt x="175980" y="241633"/>
                    <a:pt x="175374" y="241802"/>
                  </a:cubicBezTo>
                  <a:cubicBezTo>
                    <a:pt x="174802" y="241936"/>
                    <a:pt x="171167" y="244257"/>
                    <a:pt x="170595" y="244257"/>
                  </a:cubicBezTo>
                  <a:cubicBezTo>
                    <a:pt x="170023" y="244257"/>
                    <a:pt x="167263" y="245401"/>
                    <a:pt x="167263" y="245401"/>
                  </a:cubicBezTo>
                  <a:lnTo>
                    <a:pt x="165076" y="246410"/>
                  </a:lnTo>
                  <a:lnTo>
                    <a:pt x="162316" y="248597"/>
                  </a:lnTo>
                  <a:cubicBezTo>
                    <a:pt x="162316" y="248597"/>
                    <a:pt x="158681" y="248597"/>
                    <a:pt x="157234" y="248597"/>
                  </a:cubicBezTo>
                  <a:cubicBezTo>
                    <a:pt x="155787" y="248597"/>
                    <a:pt x="151883" y="248597"/>
                    <a:pt x="151883" y="248597"/>
                  </a:cubicBezTo>
                  <a:cubicBezTo>
                    <a:pt x="151883" y="248597"/>
                    <a:pt x="148686" y="248597"/>
                    <a:pt x="148114" y="248597"/>
                  </a:cubicBezTo>
                  <a:cubicBezTo>
                    <a:pt x="147542" y="248597"/>
                    <a:pt x="144647" y="248395"/>
                    <a:pt x="143200" y="248092"/>
                  </a:cubicBezTo>
                  <a:cubicBezTo>
                    <a:pt x="141753" y="247789"/>
                    <a:pt x="141585" y="247857"/>
                    <a:pt x="140743" y="247588"/>
                  </a:cubicBezTo>
                  <a:cubicBezTo>
                    <a:pt x="139868" y="247285"/>
                    <a:pt x="135830" y="244392"/>
                    <a:pt x="135830" y="244392"/>
                  </a:cubicBezTo>
                  <a:lnTo>
                    <a:pt x="134955" y="241196"/>
                  </a:lnTo>
                  <a:lnTo>
                    <a:pt x="131926" y="239010"/>
                  </a:lnTo>
                  <a:lnTo>
                    <a:pt x="131926" y="236117"/>
                  </a:lnTo>
                  <a:cubicBezTo>
                    <a:pt x="131926" y="236117"/>
                    <a:pt x="131724" y="232080"/>
                    <a:pt x="131421" y="231474"/>
                  </a:cubicBezTo>
                  <a:cubicBezTo>
                    <a:pt x="131118" y="230902"/>
                    <a:pt x="131791" y="225688"/>
                    <a:pt x="131791" y="225688"/>
                  </a:cubicBezTo>
                  <a:lnTo>
                    <a:pt x="131084" y="221921"/>
                  </a:lnTo>
                  <a:cubicBezTo>
                    <a:pt x="131084" y="221921"/>
                    <a:pt x="126003" y="218725"/>
                    <a:pt x="124555" y="217850"/>
                  </a:cubicBezTo>
                  <a:cubicBezTo>
                    <a:pt x="123108" y="216976"/>
                    <a:pt x="122099" y="216538"/>
                    <a:pt x="122099" y="216538"/>
                  </a:cubicBezTo>
                  <a:lnTo>
                    <a:pt x="120652" y="217245"/>
                  </a:lnTo>
                  <a:lnTo>
                    <a:pt x="116310" y="217245"/>
                  </a:lnTo>
                  <a:lnTo>
                    <a:pt x="113281" y="218052"/>
                  </a:lnTo>
                  <a:lnTo>
                    <a:pt x="112272" y="219297"/>
                  </a:lnTo>
                  <a:cubicBezTo>
                    <a:pt x="112272" y="219297"/>
                    <a:pt x="111565" y="220609"/>
                    <a:pt x="111094" y="221046"/>
                  </a:cubicBezTo>
                  <a:cubicBezTo>
                    <a:pt x="110656" y="221483"/>
                    <a:pt x="109344" y="223636"/>
                    <a:pt x="109344" y="223636"/>
                  </a:cubicBezTo>
                  <a:lnTo>
                    <a:pt x="108469" y="224208"/>
                  </a:lnTo>
                  <a:cubicBezTo>
                    <a:pt x="108469" y="224208"/>
                    <a:pt x="105709" y="224208"/>
                    <a:pt x="105271" y="224208"/>
                  </a:cubicBezTo>
                  <a:cubicBezTo>
                    <a:pt x="104834" y="224208"/>
                    <a:pt x="103521" y="224141"/>
                    <a:pt x="103521" y="224141"/>
                  </a:cubicBezTo>
                  <a:lnTo>
                    <a:pt x="102209" y="224645"/>
                  </a:lnTo>
                  <a:lnTo>
                    <a:pt x="100762" y="226664"/>
                  </a:lnTo>
                  <a:cubicBezTo>
                    <a:pt x="100762" y="226664"/>
                    <a:pt x="98440" y="228110"/>
                    <a:pt x="98002" y="228245"/>
                  </a:cubicBezTo>
                  <a:cubicBezTo>
                    <a:pt x="97565" y="228379"/>
                    <a:pt x="95545" y="228379"/>
                    <a:pt x="95444" y="228379"/>
                  </a:cubicBezTo>
                  <a:cubicBezTo>
                    <a:pt x="95343" y="228379"/>
                    <a:pt x="91069" y="228245"/>
                    <a:pt x="91069" y="228245"/>
                  </a:cubicBezTo>
                  <a:lnTo>
                    <a:pt x="87603" y="224915"/>
                  </a:lnTo>
                  <a:lnTo>
                    <a:pt x="85651" y="221147"/>
                  </a:lnTo>
                  <a:lnTo>
                    <a:pt x="81747" y="217884"/>
                  </a:lnTo>
                  <a:lnTo>
                    <a:pt x="78920" y="215495"/>
                  </a:lnTo>
                  <a:lnTo>
                    <a:pt x="75218" y="215495"/>
                  </a:lnTo>
                  <a:lnTo>
                    <a:pt x="73030" y="212670"/>
                  </a:lnTo>
                  <a:lnTo>
                    <a:pt x="70843" y="209407"/>
                  </a:lnTo>
                  <a:lnTo>
                    <a:pt x="67376" y="207657"/>
                  </a:lnTo>
                  <a:lnTo>
                    <a:pt x="64987" y="206581"/>
                  </a:lnTo>
                  <a:cubicBezTo>
                    <a:pt x="64987" y="206581"/>
                    <a:pt x="61958" y="204630"/>
                    <a:pt x="61285" y="204394"/>
                  </a:cubicBezTo>
                  <a:cubicBezTo>
                    <a:pt x="60645" y="204192"/>
                    <a:pt x="57381" y="203755"/>
                    <a:pt x="57381" y="203755"/>
                  </a:cubicBezTo>
                  <a:cubicBezTo>
                    <a:pt x="57381" y="203755"/>
                    <a:pt x="54756" y="200929"/>
                    <a:pt x="54116" y="200728"/>
                  </a:cubicBezTo>
                  <a:cubicBezTo>
                    <a:pt x="53477" y="200492"/>
                    <a:pt x="50852" y="198339"/>
                    <a:pt x="50852" y="198339"/>
                  </a:cubicBezTo>
                  <a:cubicBezTo>
                    <a:pt x="50852" y="198339"/>
                    <a:pt x="48462" y="200526"/>
                    <a:pt x="47823" y="200526"/>
                  </a:cubicBezTo>
                  <a:cubicBezTo>
                    <a:pt x="47184" y="200526"/>
                    <a:pt x="45636" y="203991"/>
                    <a:pt x="44996" y="204865"/>
                  </a:cubicBezTo>
                  <a:cubicBezTo>
                    <a:pt x="44357" y="205740"/>
                    <a:pt x="41294" y="210079"/>
                    <a:pt x="41294" y="210079"/>
                  </a:cubicBezTo>
                  <a:lnTo>
                    <a:pt x="38030" y="216168"/>
                  </a:lnTo>
                  <a:cubicBezTo>
                    <a:pt x="38030" y="216168"/>
                    <a:pt x="36717" y="215731"/>
                    <a:pt x="35842" y="216168"/>
                  </a:cubicBezTo>
                  <a:cubicBezTo>
                    <a:pt x="34967" y="216605"/>
                    <a:pt x="32140" y="216168"/>
                    <a:pt x="32140" y="216168"/>
                  </a:cubicBezTo>
                  <a:lnTo>
                    <a:pt x="29313" y="217245"/>
                  </a:lnTo>
                  <a:lnTo>
                    <a:pt x="31938" y="221382"/>
                  </a:lnTo>
                  <a:lnTo>
                    <a:pt x="31063" y="224645"/>
                  </a:lnTo>
                  <a:lnTo>
                    <a:pt x="26722" y="222459"/>
                  </a:lnTo>
                  <a:lnTo>
                    <a:pt x="21943" y="222459"/>
                  </a:lnTo>
                  <a:lnTo>
                    <a:pt x="21303" y="225621"/>
                  </a:lnTo>
                  <a:lnTo>
                    <a:pt x="21539" y="230061"/>
                  </a:lnTo>
                  <a:cubicBezTo>
                    <a:pt x="21539" y="230061"/>
                    <a:pt x="23289" y="233964"/>
                    <a:pt x="23928" y="234199"/>
                  </a:cubicBezTo>
                  <a:cubicBezTo>
                    <a:pt x="24568" y="234401"/>
                    <a:pt x="26755" y="237025"/>
                    <a:pt x="29347" y="237462"/>
                  </a:cubicBezTo>
                  <a:cubicBezTo>
                    <a:pt x="31972" y="237899"/>
                    <a:pt x="33924" y="238774"/>
                    <a:pt x="35674" y="239851"/>
                  </a:cubicBezTo>
                  <a:cubicBezTo>
                    <a:pt x="37424" y="240927"/>
                    <a:pt x="37626" y="244627"/>
                    <a:pt x="38299" y="244863"/>
                  </a:cubicBezTo>
                  <a:cubicBezTo>
                    <a:pt x="38938" y="245065"/>
                    <a:pt x="38938" y="247453"/>
                    <a:pt x="39376" y="248328"/>
                  </a:cubicBezTo>
                  <a:cubicBezTo>
                    <a:pt x="39813" y="249202"/>
                    <a:pt x="38501" y="250716"/>
                    <a:pt x="38501" y="251591"/>
                  </a:cubicBezTo>
                  <a:cubicBezTo>
                    <a:pt x="38501" y="252465"/>
                    <a:pt x="38063" y="254618"/>
                    <a:pt x="38063" y="254618"/>
                  </a:cubicBezTo>
                  <a:cubicBezTo>
                    <a:pt x="38063" y="254618"/>
                    <a:pt x="37188" y="257646"/>
                    <a:pt x="37188" y="258521"/>
                  </a:cubicBezTo>
                  <a:cubicBezTo>
                    <a:pt x="37188" y="259395"/>
                    <a:pt x="36313" y="262221"/>
                    <a:pt x="35876" y="262860"/>
                  </a:cubicBezTo>
                  <a:cubicBezTo>
                    <a:pt x="35438" y="263499"/>
                    <a:pt x="35236" y="265248"/>
                    <a:pt x="34563" y="265888"/>
                  </a:cubicBezTo>
                  <a:cubicBezTo>
                    <a:pt x="33924" y="266527"/>
                    <a:pt x="33049" y="267401"/>
                    <a:pt x="31534" y="267637"/>
                  </a:cubicBezTo>
                  <a:cubicBezTo>
                    <a:pt x="30020" y="267872"/>
                    <a:pt x="28472" y="267637"/>
                    <a:pt x="28472" y="267637"/>
                  </a:cubicBezTo>
                  <a:lnTo>
                    <a:pt x="26082" y="267637"/>
                  </a:lnTo>
                  <a:cubicBezTo>
                    <a:pt x="26082" y="267637"/>
                    <a:pt x="25207" y="271236"/>
                    <a:pt x="25207" y="272111"/>
                  </a:cubicBezTo>
                  <a:cubicBezTo>
                    <a:pt x="25207" y="272986"/>
                    <a:pt x="23255" y="277863"/>
                    <a:pt x="23255" y="278738"/>
                  </a:cubicBezTo>
                  <a:cubicBezTo>
                    <a:pt x="23255" y="279613"/>
                    <a:pt x="21068" y="281328"/>
                    <a:pt x="20428" y="281564"/>
                  </a:cubicBezTo>
                  <a:cubicBezTo>
                    <a:pt x="19789" y="281799"/>
                    <a:pt x="15414" y="282640"/>
                    <a:pt x="14976" y="283313"/>
                  </a:cubicBezTo>
                  <a:cubicBezTo>
                    <a:pt x="14539" y="283952"/>
                    <a:pt x="9120" y="286778"/>
                    <a:pt x="9120" y="286778"/>
                  </a:cubicBezTo>
                  <a:cubicBezTo>
                    <a:pt x="9120" y="286778"/>
                    <a:pt x="4779" y="292429"/>
                    <a:pt x="4139" y="292328"/>
                  </a:cubicBezTo>
                  <a:cubicBezTo>
                    <a:pt x="3500" y="292227"/>
                    <a:pt x="0" y="294616"/>
                    <a:pt x="0" y="294616"/>
                  </a:cubicBezTo>
                  <a:cubicBezTo>
                    <a:pt x="0" y="294616"/>
                    <a:pt x="1952" y="299628"/>
                    <a:pt x="1312" y="299830"/>
                  </a:cubicBezTo>
                  <a:cubicBezTo>
                    <a:pt x="673" y="300065"/>
                    <a:pt x="0" y="305919"/>
                    <a:pt x="0" y="306558"/>
                  </a:cubicBezTo>
                  <a:cubicBezTo>
                    <a:pt x="0" y="307197"/>
                    <a:pt x="1077" y="309585"/>
                    <a:pt x="1077" y="309585"/>
                  </a:cubicBezTo>
                  <a:lnTo>
                    <a:pt x="5216" y="314800"/>
                  </a:lnTo>
                  <a:lnTo>
                    <a:pt x="6731" y="316313"/>
                  </a:lnTo>
                  <a:lnTo>
                    <a:pt x="6293" y="318702"/>
                  </a:lnTo>
                  <a:lnTo>
                    <a:pt x="5216" y="322839"/>
                  </a:lnTo>
                  <a:lnTo>
                    <a:pt x="7606" y="326304"/>
                  </a:lnTo>
                  <a:lnTo>
                    <a:pt x="11072" y="329130"/>
                  </a:lnTo>
                  <a:lnTo>
                    <a:pt x="18039" y="330207"/>
                  </a:lnTo>
                  <a:lnTo>
                    <a:pt x="21303" y="330207"/>
                  </a:lnTo>
                  <a:cubicBezTo>
                    <a:pt x="21303" y="330207"/>
                    <a:pt x="25880" y="328255"/>
                    <a:pt x="26520" y="327583"/>
                  </a:cubicBezTo>
                  <a:cubicBezTo>
                    <a:pt x="27159" y="326944"/>
                    <a:pt x="29784" y="325833"/>
                    <a:pt x="29784" y="325833"/>
                  </a:cubicBezTo>
                  <a:lnTo>
                    <a:pt x="35001" y="324757"/>
                  </a:lnTo>
                  <a:lnTo>
                    <a:pt x="37188" y="329769"/>
                  </a:lnTo>
                  <a:lnTo>
                    <a:pt x="34799" y="332595"/>
                  </a:lnTo>
                  <a:lnTo>
                    <a:pt x="34361" y="335219"/>
                  </a:lnTo>
                  <a:lnTo>
                    <a:pt x="33924" y="338482"/>
                  </a:lnTo>
                  <a:cubicBezTo>
                    <a:pt x="33924" y="338482"/>
                    <a:pt x="31972" y="340231"/>
                    <a:pt x="31972" y="341106"/>
                  </a:cubicBezTo>
                  <a:cubicBezTo>
                    <a:pt x="31972" y="341980"/>
                    <a:pt x="31097" y="343057"/>
                    <a:pt x="30895" y="344133"/>
                  </a:cubicBezTo>
                  <a:cubicBezTo>
                    <a:pt x="30693" y="345210"/>
                    <a:pt x="29818" y="345883"/>
                    <a:pt x="29818" y="346757"/>
                  </a:cubicBezTo>
                  <a:cubicBezTo>
                    <a:pt x="29818" y="347632"/>
                    <a:pt x="30895" y="349785"/>
                    <a:pt x="31770" y="350458"/>
                  </a:cubicBezTo>
                  <a:cubicBezTo>
                    <a:pt x="32645" y="351097"/>
                    <a:pt x="34597" y="355436"/>
                    <a:pt x="34597" y="355436"/>
                  </a:cubicBezTo>
                  <a:lnTo>
                    <a:pt x="34597" y="360650"/>
                  </a:lnTo>
                  <a:lnTo>
                    <a:pt x="34597" y="366167"/>
                  </a:lnTo>
                  <a:cubicBezTo>
                    <a:pt x="34597" y="366167"/>
                    <a:pt x="38669" y="371953"/>
                    <a:pt x="39073" y="372122"/>
                  </a:cubicBezTo>
                  <a:cubicBezTo>
                    <a:pt x="39510" y="372256"/>
                    <a:pt x="43717" y="372693"/>
                    <a:pt x="44155" y="372559"/>
                  </a:cubicBezTo>
                  <a:cubicBezTo>
                    <a:pt x="44592" y="372424"/>
                    <a:pt x="50953" y="369969"/>
                    <a:pt x="50953" y="369969"/>
                  </a:cubicBezTo>
                  <a:lnTo>
                    <a:pt x="58929" y="368657"/>
                  </a:lnTo>
                  <a:lnTo>
                    <a:pt x="62261" y="370406"/>
                  </a:lnTo>
                  <a:cubicBezTo>
                    <a:pt x="62261" y="370406"/>
                    <a:pt x="65896" y="374308"/>
                    <a:pt x="66737" y="375620"/>
                  </a:cubicBezTo>
                  <a:cubicBezTo>
                    <a:pt x="67612" y="376932"/>
                    <a:pt x="71381" y="377638"/>
                    <a:pt x="72526" y="377638"/>
                  </a:cubicBezTo>
                  <a:cubicBezTo>
                    <a:pt x="73670" y="377638"/>
                    <a:pt x="78482" y="376629"/>
                    <a:pt x="78482" y="376629"/>
                  </a:cubicBezTo>
                  <a:cubicBezTo>
                    <a:pt x="78482" y="376629"/>
                    <a:pt x="81949" y="380834"/>
                    <a:pt x="82521" y="380834"/>
                  </a:cubicBezTo>
                  <a:cubicBezTo>
                    <a:pt x="83093" y="380834"/>
                    <a:pt x="84978" y="383290"/>
                    <a:pt x="84978" y="383290"/>
                  </a:cubicBezTo>
                  <a:lnTo>
                    <a:pt x="84978" y="387192"/>
                  </a:lnTo>
                  <a:lnTo>
                    <a:pt x="86055" y="392541"/>
                  </a:lnTo>
                  <a:lnTo>
                    <a:pt x="88882" y="394862"/>
                  </a:lnTo>
                  <a:cubicBezTo>
                    <a:pt x="88882" y="394862"/>
                    <a:pt x="89757" y="398630"/>
                    <a:pt x="89757" y="399067"/>
                  </a:cubicBezTo>
                  <a:cubicBezTo>
                    <a:pt x="89757" y="399504"/>
                    <a:pt x="91944" y="404146"/>
                    <a:pt x="91944" y="404146"/>
                  </a:cubicBezTo>
                  <a:lnTo>
                    <a:pt x="91944" y="405391"/>
                  </a:lnTo>
                  <a:lnTo>
                    <a:pt x="92550" y="408722"/>
                  </a:lnTo>
                  <a:lnTo>
                    <a:pt x="93694" y="411110"/>
                  </a:lnTo>
                  <a:lnTo>
                    <a:pt x="93694" y="416324"/>
                  </a:lnTo>
                  <a:lnTo>
                    <a:pt x="95848" y="421942"/>
                  </a:lnTo>
                  <a:cubicBezTo>
                    <a:pt x="96151" y="421572"/>
                    <a:pt x="96286" y="421269"/>
                    <a:pt x="96286" y="421269"/>
                  </a:cubicBezTo>
                  <a:lnTo>
                    <a:pt x="97228" y="418443"/>
                  </a:lnTo>
                  <a:cubicBezTo>
                    <a:pt x="97228" y="418443"/>
                    <a:pt x="96151" y="417300"/>
                    <a:pt x="95646" y="416829"/>
                  </a:cubicBezTo>
                  <a:cubicBezTo>
                    <a:pt x="95141" y="416391"/>
                    <a:pt x="95444" y="415012"/>
                    <a:pt x="95444" y="415012"/>
                  </a:cubicBezTo>
                  <a:cubicBezTo>
                    <a:pt x="95444" y="415012"/>
                    <a:pt x="96588" y="413868"/>
                    <a:pt x="96824" y="413768"/>
                  </a:cubicBezTo>
                  <a:cubicBezTo>
                    <a:pt x="97060" y="413700"/>
                    <a:pt x="97767" y="413633"/>
                    <a:pt x="97767" y="413633"/>
                  </a:cubicBezTo>
                  <a:lnTo>
                    <a:pt x="99012" y="413936"/>
                  </a:lnTo>
                  <a:lnTo>
                    <a:pt x="99584" y="414507"/>
                  </a:lnTo>
                  <a:cubicBezTo>
                    <a:pt x="99584" y="414507"/>
                    <a:pt x="100223" y="415079"/>
                    <a:pt x="100459" y="415079"/>
                  </a:cubicBezTo>
                  <a:cubicBezTo>
                    <a:pt x="100661" y="415079"/>
                    <a:pt x="101468" y="415718"/>
                    <a:pt x="101468" y="415718"/>
                  </a:cubicBezTo>
                  <a:lnTo>
                    <a:pt x="103286" y="417602"/>
                  </a:lnTo>
                  <a:cubicBezTo>
                    <a:pt x="103286" y="417602"/>
                    <a:pt x="104161" y="417232"/>
                    <a:pt x="104464" y="417165"/>
                  </a:cubicBezTo>
                  <a:cubicBezTo>
                    <a:pt x="104733" y="417098"/>
                    <a:pt x="105238" y="416862"/>
                    <a:pt x="105238" y="416862"/>
                  </a:cubicBezTo>
                  <a:lnTo>
                    <a:pt x="106180" y="415786"/>
                  </a:lnTo>
                  <a:cubicBezTo>
                    <a:pt x="106180" y="415786"/>
                    <a:pt x="106045" y="415147"/>
                    <a:pt x="106180" y="414709"/>
                  </a:cubicBezTo>
                  <a:cubicBezTo>
                    <a:pt x="106315" y="414272"/>
                    <a:pt x="105877" y="413566"/>
                    <a:pt x="105877" y="413566"/>
                  </a:cubicBezTo>
                  <a:cubicBezTo>
                    <a:pt x="105877" y="413566"/>
                    <a:pt x="105608" y="413768"/>
                    <a:pt x="105238" y="413128"/>
                  </a:cubicBezTo>
                  <a:cubicBezTo>
                    <a:pt x="104868" y="412489"/>
                    <a:pt x="104868" y="411884"/>
                    <a:pt x="104868" y="411615"/>
                  </a:cubicBezTo>
                  <a:cubicBezTo>
                    <a:pt x="104868" y="411345"/>
                    <a:pt x="105440" y="410807"/>
                    <a:pt x="105507" y="410538"/>
                  </a:cubicBezTo>
                  <a:cubicBezTo>
                    <a:pt x="105574" y="410235"/>
                    <a:pt x="107190" y="409394"/>
                    <a:pt x="107190" y="409394"/>
                  </a:cubicBezTo>
                  <a:lnTo>
                    <a:pt x="109512" y="408251"/>
                  </a:lnTo>
                  <a:lnTo>
                    <a:pt x="110017" y="407881"/>
                  </a:lnTo>
                  <a:cubicBezTo>
                    <a:pt x="110017" y="407881"/>
                    <a:pt x="111531" y="407510"/>
                    <a:pt x="111700" y="406939"/>
                  </a:cubicBezTo>
                  <a:cubicBezTo>
                    <a:pt x="111834" y="406367"/>
                    <a:pt x="112272" y="404853"/>
                    <a:pt x="112272" y="404550"/>
                  </a:cubicBezTo>
                  <a:cubicBezTo>
                    <a:pt x="112272" y="404247"/>
                    <a:pt x="112507" y="403978"/>
                    <a:pt x="111969" y="402868"/>
                  </a:cubicBezTo>
                  <a:cubicBezTo>
                    <a:pt x="111464" y="401792"/>
                    <a:pt x="111094" y="400917"/>
                    <a:pt x="110522" y="400042"/>
                  </a:cubicBezTo>
                  <a:cubicBezTo>
                    <a:pt x="109949" y="399168"/>
                    <a:pt x="108839" y="398529"/>
                    <a:pt x="108199" y="398024"/>
                  </a:cubicBezTo>
                  <a:cubicBezTo>
                    <a:pt x="107560" y="397520"/>
                    <a:pt x="107392" y="397150"/>
                    <a:pt x="107122" y="396779"/>
                  </a:cubicBezTo>
                  <a:cubicBezTo>
                    <a:pt x="106820" y="396409"/>
                    <a:pt x="105675" y="396140"/>
                    <a:pt x="104868" y="394963"/>
                  </a:cubicBezTo>
                  <a:cubicBezTo>
                    <a:pt x="104060" y="393819"/>
                    <a:pt x="103925" y="393718"/>
                    <a:pt x="103488" y="392945"/>
                  </a:cubicBezTo>
                  <a:cubicBezTo>
                    <a:pt x="103050" y="392137"/>
                    <a:pt x="102041" y="390926"/>
                    <a:pt x="102041" y="390321"/>
                  </a:cubicBezTo>
                  <a:cubicBezTo>
                    <a:pt x="102041" y="389749"/>
                    <a:pt x="102108" y="388941"/>
                    <a:pt x="102041" y="388067"/>
                  </a:cubicBezTo>
                  <a:cubicBezTo>
                    <a:pt x="101973" y="387192"/>
                    <a:pt x="102108" y="385376"/>
                    <a:pt x="102310" y="385106"/>
                  </a:cubicBezTo>
                  <a:cubicBezTo>
                    <a:pt x="102545" y="384804"/>
                    <a:pt x="102747" y="384299"/>
                    <a:pt x="103050" y="383963"/>
                  </a:cubicBezTo>
                  <a:cubicBezTo>
                    <a:pt x="103353" y="383593"/>
                    <a:pt x="103690" y="382449"/>
                    <a:pt x="103993" y="382449"/>
                  </a:cubicBezTo>
                  <a:cubicBezTo>
                    <a:pt x="104296" y="382449"/>
                    <a:pt x="105002" y="382449"/>
                    <a:pt x="105002" y="382449"/>
                  </a:cubicBezTo>
                  <a:cubicBezTo>
                    <a:pt x="105002" y="382449"/>
                    <a:pt x="106584" y="383088"/>
                    <a:pt x="107022" y="383458"/>
                  </a:cubicBezTo>
                  <a:cubicBezTo>
                    <a:pt x="107459" y="383828"/>
                    <a:pt x="108031" y="384703"/>
                    <a:pt x="108031" y="384703"/>
                  </a:cubicBezTo>
                  <a:lnTo>
                    <a:pt x="109276" y="385712"/>
                  </a:lnTo>
                  <a:cubicBezTo>
                    <a:pt x="109276" y="385712"/>
                    <a:pt x="110959" y="387024"/>
                    <a:pt x="110959" y="387293"/>
                  </a:cubicBezTo>
                  <a:cubicBezTo>
                    <a:pt x="110959" y="387562"/>
                    <a:pt x="112305" y="390926"/>
                    <a:pt x="112305" y="390926"/>
                  </a:cubicBezTo>
                  <a:lnTo>
                    <a:pt x="113214" y="391431"/>
                  </a:lnTo>
                  <a:lnTo>
                    <a:pt x="114358" y="393247"/>
                  </a:lnTo>
                  <a:lnTo>
                    <a:pt x="116815" y="394122"/>
                  </a:lnTo>
                  <a:lnTo>
                    <a:pt x="117959" y="396073"/>
                  </a:lnTo>
                  <a:lnTo>
                    <a:pt x="121022" y="398091"/>
                  </a:lnTo>
                  <a:lnTo>
                    <a:pt x="122704" y="398226"/>
                  </a:lnTo>
                  <a:lnTo>
                    <a:pt x="123512" y="398361"/>
                  </a:lnTo>
                  <a:lnTo>
                    <a:pt x="125464" y="399100"/>
                  </a:lnTo>
                  <a:lnTo>
                    <a:pt x="124791" y="401052"/>
                  </a:lnTo>
                  <a:lnTo>
                    <a:pt x="124993" y="403070"/>
                  </a:lnTo>
                  <a:lnTo>
                    <a:pt x="124993" y="404146"/>
                  </a:lnTo>
                  <a:lnTo>
                    <a:pt x="124488" y="406400"/>
                  </a:lnTo>
                  <a:lnTo>
                    <a:pt x="123983" y="407477"/>
                  </a:lnTo>
                  <a:lnTo>
                    <a:pt x="123546" y="408419"/>
                  </a:lnTo>
                  <a:lnTo>
                    <a:pt x="123108" y="409798"/>
                  </a:lnTo>
                  <a:lnTo>
                    <a:pt x="122233" y="410874"/>
                  </a:lnTo>
                  <a:cubicBezTo>
                    <a:pt x="122233" y="410874"/>
                    <a:pt x="121661" y="411581"/>
                    <a:pt x="121291" y="411884"/>
                  </a:cubicBezTo>
                  <a:cubicBezTo>
                    <a:pt x="120921" y="412186"/>
                    <a:pt x="120046" y="413835"/>
                    <a:pt x="120046" y="413835"/>
                  </a:cubicBezTo>
                  <a:lnTo>
                    <a:pt x="119608" y="414709"/>
                  </a:lnTo>
                  <a:lnTo>
                    <a:pt x="118901" y="416156"/>
                  </a:lnTo>
                  <a:lnTo>
                    <a:pt x="118599" y="417300"/>
                  </a:lnTo>
                  <a:lnTo>
                    <a:pt x="118229" y="418612"/>
                  </a:lnTo>
                  <a:cubicBezTo>
                    <a:pt x="118229" y="418612"/>
                    <a:pt x="118229" y="419688"/>
                    <a:pt x="118363" y="420294"/>
                  </a:cubicBezTo>
                  <a:cubicBezTo>
                    <a:pt x="118498" y="420865"/>
                    <a:pt x="119440" y="422615"/>
                    <a:pt x="120012" y="422615"/>
                  </a:cubicBezTo>
                  <a:cubicBezTo>
                    <a:pt x="120584" y="422615"/>
                    <a:pt x="121897" y="422749"/>
                    <a:pt x="122839" y="422817"/>
                  </a:cubicBezTo>
                  <a:cubicBezTo>
                    <a:pt x="123781" y="422884"/>
                    <a:pt x="126104" y="423254"/>
                    <a:pt x="126104" y="423254"/>
                  </a:cubicBezTo>
                  <a:lnTo>
                    <a:pt x="126676" y="423826"/>
                  </a:lnTo>
                  <a:lnTo>
                    <a:pt x="128123" y="427459"/>
                  </a:lnTo>
                  <a:cubicBezTo>
                    <a:pt x="128123" y="427459"/>
                    <a:pt x="128493" y="428535"/>
                    <a:pt x="128695" y="428771"/>
                  </a:cubicBezTo>
                  <a:cubicBezTo>
                    <a:pt x="128897" y="428972"/>
                    <a:pt x="130142" y="430453"/>
                    <a:pt x="130714" y="429645"/>
                  </a:cubicBezTo>
                  <a:cubicBezTo>
                    <a:pt x="131286" y="428838"/>
                    <a:pt x="132161" y="428771"/>
                    <a:pt x="132363" y="427896"/>
                  </a:cubicBezTo>
                  <a:cubicBezTo>
                    <a:pt x="132599" y="427022"/>
                    <a:pt x="133676" y="425575"/>
                    <a:pt x="133676" y="425138"/>
                  </a:cubicBezTo>
                  <a:cubicBezTo>
                    <a:pt x="133676" y="424700"/>
                    <a:pt x="133912" y="424196"/>
                    <a:pt x="133676" y="423321"/>
                  </a:cubicBezTo>
                  <a:cubicBezTo>
                    <a:pt x="133474" y="422446"/>
                    <a:pt x="133508" y="422514"/>
                    <a:pt x="133777" y="421370"/>
                  </a:cubicBezTo>
                  <a:cubicBezTo>
                    <a:pt x="134046" y="420226"/>
                    <a:pt x="133575" y="420361"/>
                    <a:pt x="133777" y="419553"/>
                  </a:cubicBezTo>
                  <a:cubicBezTo>
                    <a:pt x="133979" y="418746"/>
                    <a:pt x="133878" y="417165"/>
                    <a:pt x="133878" y="417165"/>
                  </a:cubicBezTo>
                  <a:lnTo>
                    <a:pt x="132767" y="414911"/>
                  </a:lnTo>
                  <a:cubicBezTo>
                    <a:pt x="132767" y="414911"/>
                    <a:pt x="132633" y="413162"/>
                    <a:pt x="132464" y="412960"/>
                  </a:cubicBezTo>
                  <a:cubicBezTo>
                    <a:pt x="132330" y="412758"/>
                    <a:pt x="131959" y="410706"/>
                    <a:pt x="131959" y="410706"/>
                  </a:cubicBezTo>
                  <a:cubicBezTo>
                    <a:pt x="131959" y="410706"/>
                    <a:pt x="132700" y="409832"/>
                    <a:pt x="132902" y="409764"/>
                  </a:cubicBezTo>
                  <a:cubicBezTo>
                    <a:pt x="133138" y="409697"/>
                    <a:pt x="134282" y="410404"/>
                    <a:pt x="134282" y="410404"/>
                  </a:cubicBezTo>
                  <a:cubicBezTo>
                    <a:pt x="134282" y="410404"/>
                    <a:pt x="135594" y="410841"/>
                    <a:pt x="136166" y="411345"/>
                  </a:cubicBezTo>
                  <a:cubicBezTo>
                    <a:pt x="136739" y="411850"/>
                    <a:pt x="138421" y="412994"/>
                    <a:pt x="138926" y="413229"/>
                  </a:cubicBezTo>
                  <a:cubicBezTo>
                    <a:pt x="139431" y="413431"/>
                    <a:pt x="141551" y="413734"/>
                    <a:pt x="142123" y="413431"/>
                  </a:cubicBezTo>
                  <a:cubicBezTo>
                    <a:pt x="142695" y="413128"/>
                    <a:pt x="143873" y="411480"/>
                    <a:pt x="144277" y="410908"/>
                  </a:cubicBezTo>
                  <a:cubicBezTo>
                    <a:pt x="144715" y="410336"/>
                    <a:pt x="145287" y="410471"/>
                    <a:pt x="145657" y="409226"/>
                  </a:cubicBezTo>
                  <a:cubicBezTo>
                    <a:pt x="146027" y="407981"/>
                    <a:pt x="146229" y="407578"/>
                    <a:pt x="146027" y="405896"/>
                  </a:cubicBezTo>
                  <a:cubicBezTo>
                    <a:pt x="145825" y="404214"/>
                    <a:pt x="147743" y="405593"/>
                    <a:pt x="145219" y="403070"/>
                  </a:cubicBezTo>
                  <a:cubicBezTo>
                    <a:pt x="142695" y="400547"/>
                    <a:pt x="142460" y="400042"/>
                    <a:pt x="141585" y="399235"/>
                  </a:cubicBezTo>
                  <a:cubicBezTo>
                    <a:pt x="140710" y="398428"/>
                    <a:pt x="140138" y="398428"/>
                    <a:pt x="139868" y="397284"/>
                  </a:cubicBezTo>
                  <a:cubicBezTo>
                    <a:pt x="139565" y="396140"/>
                    <a:pt x="141450" y="394391"/>
                    <a:pt x="142460" y="393584"/>
                  </a:cubicBezTo>
                  <a:cubicBezTo>
                    <a:pt x="143470" y="392776"/>
                    <a:pt x="145724" y="391397"/>
                    <a:pt x="145926" y="391397"/>
                  </a:cubicBezTo>
                  <a:cubicBezTo>
                    <a:pt x="146128" y="391397"/>
                    <a:pt x="148013" y="390152"/>
                    <a:pt x="148013" y="390152"/>
                  </a:cubicBezTo>
                  <a:cubicBezTo>
                    <a:pt x="148013" y="390152"/>
                    <a:pt x="149460" y="389581"/>
                    <a:pt x="149763" y="389581"/>
                  </a:cubicBezTo>
                  <a:cubicBezTo>
                    <a:pt x="150066" y="389581"/>
                    <a:pt x="151715" y="390018"/>
                    <a:pt x="151715" y="390018"/>
                  </a:cubicBezTo>
                  <a:lnTo>
                    <a:pt x="155349" y="391700"/>
                  </a:lnTo>
                  <a:lnTo>
                    <a:pt x="156999" y="392574"/>
                  </a:lnTo>
                  <a:cubicBezTo>
                    <a:pt x="156999" y="392574"/>
                    <a:pt x="158177" y="391195"/>
                    <a:pt x="158378" y="390960"/>
                  </a:cubicBezTo>
                  <a:cubicBezTo>
                    <a:pt x="158580" y="390758"/>
                    <a:pt x="159253" y="388706"/>
                    <a:pt x="159253" y="387764"/>
                  </a:cubicBezTo>
                  <a:cubicBezTo>
                    <a:pt x="159253" y="386822"/>
                    <a:pt x="159826" y="385510"/>
                    <a:pt x="159826" y="385241"/>
                  </a:cubicBezTo>
                  <a:cubicBezTo>
                    <a:pt x="159826" y="384972"/>
                    <a:pt x="160465" y="383660"/>
                    <a:pt x="160465" y="383660"/>
                  </a:cubicBezTo>
                  <a:cubicBezTo>
                    <a:pt x="160465" y="383660"/>
                    <a:pt x="160768" y="383458"/>
                    <a:pt x="161475" y="383223"/>
                  </a:cubicBezTo>
                  <a:cubicBezTo>
                    <a:pt x="162181" y="382987"/>
                    <a:pt x="165883" y="381843"/>
                    <a:pt x="165883" y="381843"/>
                  </a:cubicBezTo>
                  <a:lnTo>
                    <a:pt x="169653" y="380599"/>
                  </a:lnTo>
                  <a:lnTo>
                    <a:pt x="174432" y="380599"/>
                  </a:lnTo>
                  <a:lnTo>
                    <a:pt x="179345" y="381339"/>
                  </a:lnTo>
                  <a:cubicBezTo>
                    <a:pt x="179345" y="381339"/>
                    <a:pt x="182239" y="385544"/>
                    <a:pt x="182542" y="386116"/>
                  </a:cubicBezTo>
                  <a:cubicBezTo>
                    <a:pt x="182845" y="386687"/>
                    <a:pt x="181802" y="389009"/>
                    <a:pt x="182542" y="389446"/>
                  </a:cubicBezTo>
                  <a:cubicBezTo>
                    <a:pt x="183249" y="389883"/>
                    <a:pt x="183990" y="393516"/>
                    <a:pt x="183990" y="393516"/>
                  </a:cubicBezTo>
                  <a:lnTo>
                    <a:pt x="185302" y="393954"/>
                  </a:lnTo>
                  <a:cubicBezTo>
                    <a:pt x="185302" y="393954"/>
                    <a:pt x="187052" y="393954"/>
                    <a:pt x="187624" y="393819"/>
                  </a:cubicBezTo>
                  <a:cubicBezTo>
                    <a:pt x="188196" y="393685"/>
                    <a:pt x="188768" y="392238"/>
                    <a:pt x="189206" y="391801"/>
                  </a:cubicBezTo>
                  <a:cubicBezTo>
                    <a:pt x="189643" y="391363"/>
                    <a:pt x="190653" y="389210"/>
                    <a:pt x="191225" y="388908"/>
                  </a:cubicBezTo>
                  <a:cubicBezTo>
                    <a:pt x="191797" y="388605"/>
                    <a:pt x="192538" y="387327"/>
                    <a:pt x="192538" y="387327"/>
                  </a:cubicBezTo>
                  <a:cubicBezTo>
                    <a:pt x="192538" y="387327"/>
                    <a:pt x="193682" y="385880"/>
                    <a:pt x="194288" y="385880"/>
                  </a:cubicBezTo>
                  <a:cubicBezTo>
                    <a:pt x="194860" y="385880"/>
                    <a:pt x="196745" y="384871"/>
                    <a:pt x="196745" y="384871"/>
                  </a:cubicBezTo>
                  <a:cubicBezTo>
                    <a:pt x="196745" y="384871"/>
                    <a:pt x="198629" y="383996"/>
                    <a:pt x="199201" y="383996"/>
                  </a:cubicBezTo>
                  <a:cubicBezTo>
                    <a:pt x="199774" y="383996"/>
                    <a:pt x="201221" y="382853"/>
                    <a:pt x="201658" y="382684"/>
                  </a:cubicBezTo>
                  <a:cubicBezTo>
                    <a:pt x="202096" y="382550"/>
                    <a:pt x="203745" y="380666"/>
                    <a:pt x="203745" y="380666"/>
                  </a:cubicBezTo>
                  <a:lnTo>
                    <a:pt x="204822" y="378479"/>
                  </a:lnTo>
                  <a:lnTo>
                    <a:pt x="204822" y="376293"/>
                  </a:lnTo>
                  <a:lnTo>
                    <a:pt x="204822" y="372828"/>
                  </a:lnTo>
                  <a:lnTo>
                    <a:pt x="203072" y="369498"/>
                  </a:lnTo>
                  <a:lnTo>
                    <a:pt x="199235" y="368623"/>
                  </a:lnTo>
                  <a:lnTo>
                    <a:pt x="197855" y="366033"/>
                  </a:lnTo>
                  <a:lnTo>
                    <a:pt x="197855" y="364149"/>
                  </a:lnTo>
                  <a:cubicBezTo>
                    <a:pt x="197855" y="364149"/>
                    <a:pt x="197283" y="360684"/>
                    <a:pt x="197283" y="360247"/>
                  </a:cubicBezTo>
                  <a:cubicBezTo>
                    <a:pt x="197283" y="359809"/>
                    <a:pt x="198158" y="355470"/>
                    <a:pt x="198158" y="355470"/>
                  </a:cubicBezTo>
                  <a:lnTo>
                    <a:pt x="198730" y="352846"/>
                  </a:lnTo>
                  <a:lnTo>
                    <a:pt x="201187" y="351837"/>
                  </a:lnTo>
                  <a:lnTo>
                    <a:pt x="204822" y="348809"/>
                  </a:lnTo>
                  <a:lnTo>
                    <a:pt x="206403" y="346051"/>
                  </a:lnTo>
                  <a:lnTo>
                    <a:pt x="208860" y="344167"/>
                  </a:lnTo>
                  <a:lnTo>
                    <a:pt x="210880" y="344167"/>
                  </a:lnTo>
                  <a:lnTo>
                    <a:pt x="213067" y="345042"/>
                  </a:lnTo>
                  <a:cubicBezTo>
                    <a:pt x="213067" y="345042"/>
                    <a:pt x="215524" y="346791"/>
                    <a:pt x="215961" y="346925"/>
                  </a:cubicBezTo>
                  <a:cubicBezTo>
                    <a:pt x="216399" y="347060"/>
                    <a:pt x="216971" y="347497"/>
                    <a:pt x="217274" y="347935"/>
                  </a:cubicBezTo>
                  <a:cubicBezTo>
                    <a:pt x="217577" y="348372"/>
                    <a:pt x="217409" y="348675"/>
                    <a:pt x="219596" y="349381"/>
                  </a:cubicBezTo>
                  <a:cubicBezTo>
                    <a:pt x="221784" y="350121"/>
                    <a:pt x="225250" y="350962"/>
                    <a:pt x="225250" y="350962"/>
                  </a:cubicBezTo>
                  <a:lnTo>
                    <a:pt x="227404" y="349314"/>
                  </a:lnTo>
                  <a:lnTo>
                    <a:pt x="229188" y="347834"/>
                  </a:lnTo>
                  <a:cubicBezTo>
                    <a:pt x="229188" y="347834"/>
                    <a:pt x="230332" y="347396"/>
                    <a:pt x="230500" y="347329"/>
                  </a:cubicBezTo>
                  <a:cubicBezTo>
                    <a:pt x="230668" y="347262"/>
                    <a:pt x="233058" y="347228"/>
                    <a:pt x="233058" y="347228"/>
                  </a:cubicBezTo>
                  <a:cubicBezTo>
                    <a:pt x="233058" y="347228"/>
                    <a:pt x="234909" y="347834"/>
                    <a:pt x="235111" y="347935"/>
                  </a:cubicBezTo>
                  <a:cubicBezTo>
                    <a:pt x="235313" y="348036"/>
                    <a:pt x="236457" y="349011"/>
                    <a:pt x="236457" y="349011"/>
                  </a:cubicBezTo>
                  <a:lnTo>
                    <a:pt x="237130" y="351130"/>
                  </a:lnTo>
                  <a:lnTo>
                    <a:pt x="237803" y="353149"/>
                  </a:lnTo>
                  <a:lnTo>
                    <a:pt x="237803" y="355436"/>
                  </a:lnTo>
                  <a:cubicBezTo>
                    <a:pt x="237803" y="355436"/>
                    <a:pt x="238409" y="357892"/>
                    <a:pt x="238409" y="358094"/>
                  </a:cubicBezTo>
                  <a:cubicBezTo>
                    <a:pt x="238409" y="358296"/>
                    <a:pt x="238072" y="359776"/>
                    <a:pt x="238072" y="359944"/>
                  </a:cubicBezTo>
                  <a:cubicBezTo>
                    <a:pt x="238072" y="360112"/>
                    <a:pt x="237837" y="361626"/>
                    <a:pt x="237837" y="361626"/>
                  </a:cubicBezTo>
                  <a:lnTo>
                    <a:pt x="237837" y="362400"/>
                  </a:lnTo>
                  <a:lnTo>
                    <a:pt x="237197" y="364956"/>
                  </a:lnTo>
                  <a:lnTo>
                    <a:pt x="237534" y="366537"/>
                  </a:lnTo>
                  <a:lnTo>
                    <a:pt x="238173" y="368455"/>
                  </a:lnTo>
                  <a:lnTo>
                    <a:pt x="238880" y="370036"/>
                  </a:lnTo>
                  <a:lnTo>
                    <a:pt x="240395" y="371785"/>
                  </a:lnTo>
                  <a:lnTo>
                    <a:pt x="241539" y="371953"/>
                  </a:lnTo>
                  <a:lnTo>
                    <a:pt x="244366" y="372660"/>
                  </a:lnTo>
                  <a:cubicBezTo>
                    <a:pt x="244366" y="372660"/>
                    <a:pt x="245005" y="372828"/>
                    <a:pt x="245678" y="372559"/>
                  </a:cubicBezTo>
                  <a:cubicBezTo>
                    <a:pt x="246318" y="372290"/>
                    <a:pt x="248034" y="371348"/>
                    <a:pt x="248169" y="370776"/>
                  </a:cubicBezTo>
                  <a:cubicBezTo>
                    <a:pt x="248337" y="370170"/>
                    <a:pt x="248977" y="369094"/>
                    <a:pt x="249212" y="368993"/>
                  </a:cubicBezTo>
                  <a:cubicBezTo>
                    <a:pt x="249414" y="368892"/>
                    <a:pt x="250289" y="368623"/>
                    <a:pt x="250996" y="368186"/>
                  </a:cubicBezTo>
                  <a:cubicBezTo>
                    <a:pt x="251703" y="367748"/>
                    <a:pt x="252914" y="366134"/>
                    <a:pt x="252914" y="366134"/>
                  </a:cubicBezTo>
                  <a:lnTo>
                    <a:pt x="257996" y="365764"/>
                  </a:lnTo>
                  <a:lnTo>
                    <a:pt x="260318" y="364519"/>
                  </a:lnTo>
                  <a:cubicBezTo>
                    <a:pt x="260318" y="364519"/>
                    <a:pt x="261765" y="362837"/>
                    <a:pt x="262270" y="362501"/>
                  </a:cubicBezTo>
                  <a:cubicBezTo>
                    <a:pt x="262775" y="362131"/>
                    <a:pt x="264357" y="360987"/>
                    <a:pt x="264727" y="360920"/>
                  </a:cubicBezTo>
                  <a:cubicBezTo>
                    <a:pt x="265097" y="360852"/>
                    <a:pt x="267621" y="360785"/>
                    <a:pt x="267857" y="360785"/>
                  </a:cubicBezTo>
                  <a:cubicBezTo>
                    <a:pt x="268059" y="360785"/>
                    <a:pt x="270112" y="361727"/>
                    <a:pt x="270616" y="361794"/>
                  </a:cubicBezTo>
                  <a:cubicBezTo>
                    <a:pt x="271121" y="361861"/>
                    <a:pt x="273679" y="362938"/>
                    <a:pt x="273948" y="363039"/>
                  </a:cubicBezTo>
                  <a:cubicBezTo>
                    <a:pt x="274251" y="363106"/>
                    <a:pt x="275463" y="363409"/>
                    <a:pt x="276405" y="363409"/>
                  </a:cubicBezTo>
                  <a:cubicBezTo>
                    <a:pt x="277347" y="363409"/>
                    <a:pt x="279299" y="363712"/>
                    <a:pt x="279737" y="363611"/>
                  </a:cubicBezTo>
                  <a:cubicBezTo>
                    <a:pt x="280174" y="363543"/>
                    <a:pt x="281184" y="362669"/>
                    <a:pt x="281992" y="362299"/>
                  </a:cubicBezTo>
                  <a:cubicBezTo>
                    <a:pt x="282799" y="361929"/>
                    <a:pt x="283944" y="360920"/>
                    <a:pt x="284246" y="360920"/>
                  </a:cubicBezTo>
                  <a:cubicBezTo>
                    <a:pt x="284516" y="360920"/>
                    <a:pt x="285896" y="360987"/>
                    <a:pt x="286198" y="360987"/>
                  </a:cubicBezTo>
                  <a:cubicBezTo>
                    <a:pt x="286468" y="360987"/>
                    <a:pt x="287949" y="362299"/>
                    <a:pt x="287949" y="362299"/>
                  </a:cubicBezTo>
                  <a:cubicBezTo>
                    <a:pt x="287949" y="362299"/>
                    <a:pt x="289396" y="364317"/>
                    <a:pt x="289396" y="364620"/>
                  </a:cubicBezTo>
                  <a:cubicBezTo>
                    <a:pt x="289396" y="364923"/>
                    <a:pt x="289766" y="367076"/>
                    <a:pt x="289833" y="367446"/>
                  </a:cubicBezTo>
                  <a:cubicBezTo>
                    <a:pt x="289900" y="367816"/>
                    <a:pt x="289833" y="369464"/>
                    <a:pt x="289833" y="369699"/>
                  </a:cubicBezTo>
                  <a:cubicBezTo>
                    <a:pt x="289833" y="369901"/>
                    <a:pt x="291617" y="374039"/>
                    <a:pt x="291617" y="374342"/>
                  </a:cubicBezTo>
                  <a:cubicBezTo>
                    <a:pt x="291617" y="374645"/>
                    <a:pt x="291785" y="377235"/>
                    <a:pt x="291785" y="377470"/>
                  </a:cubicBezTo>
                  <a:cubicBezTo>
                    <a:pt x="291785" y="377706"/>
                    <a:pt x="291785" y="379926"/>
                    <a:pt x="291785" y="379926"/>
                  </a:cubicBezTo>
                  <a:cubicBezTo>
                    <a:pt x="291785" y="379926"/>
                    <a:pt x="291045" y="381675"/>
                    <a:pt x="290540" y="381810"/>
                  </a:cubicBezTo>
                  <a:cubicBezTo>
                    <a:pt x="290035" y="381944"/>
                    <a:pt x="289429" y="382684"/>
                    <a:pt x="289429" y="382953"/>
                  </a:cubicBezTo>
                  <a:cubicBezTo>
                    <a:pt x="289429" y="383256"/>
                    <a:pt x="290809" y="387158"/>
                    <a:pt x="290809" y="387158"/>
                  </a:cubicBezTo>
                  <a:lnTo>
                    <a:pt x="293434" y="392003"/>
                  </a:lnTo>
                  <a:lnTo>
                    <a:pt x="294814" y="393886"/>
                  </a:lnTo>
                  <a:lnTo>
                    <a:pt x="295756" y="397150"/>
                  </a:lnTo>
                  <a:lnTo>
                    <a:pt x="293737" y="399403"/>
                  </a:lnTo>
                  <a:lnTo>
                    <a:pt x="291550" y="401489"/>
                  </a:lnTo>
                  <a:lnTo>
                    <a:pt x="290877" y="403945"/>
                  </a:lnTo>
                  <a:lnTo>
                    <a:pt x="292021" y="407275"/>
                  </a:lnTo>
                  <a:lnTo>
                    <a:pt x="295723" y="410908"/>
                  </a:lnTo>
                  <a:lnTo>
                    <a:pt x="299795" y="414911"/>
                  </a:lnTo>
                  <a:lnTo>
                    <a:pt x="303867" y="417737"/>
                  </a:lnTo>
                  <a:cubicBezTo>
                    <a:pt x="303867" y="417737"/>
                    <a:pt x="306997" y="418107"/>
                    <a:pt x="307502" y="418107"/>
                  </a:cubicBezTo>
                  <a:cubicBezTo>
                    <a:pt x="308007" y="418107"/>
                    <a:pt x="308646" y="415920"/>
                    <a:pt x="308882" y="415786"/>
                  </a:cubicBezTo>
                  <a:cubicBezTo>
                    <a:pt x="309084" y="415651"/>
                    <a:pt x="309319" y="414777"/>
                    <a:pt x="309689" y="414036"/>
                  </a:cubicBezTo>
                  <a:cubicBezTo>
                    <a:pt x="310060" y="413297"/>
                    <a:pt x="310632" y="411581"/>
                    <a:pt x="310699" y="411345"/>
                  </a:cubicBezTo>
                  <a:cubicBezTo>
                    <a:pt x="310766" y="411110"/>
                    <a:pt x="310699" y="410101"/>
                    <a:pt x="310699" y="409663"/>
                  </a:cubicBezTo>
                  <a:cubicBezTo>
                    <a:pt x="310699" y="409226"/>
                    <a:pt x="310901" y="408722"/>
                    <a:pt x="311069" y="407712"/>
                  </a:cubicBezTo>
                  <a:cubicBezTo>
                    <a:pt x="311204" y="406703"/>
                    <a:pt x="311877" y="405694"/>
                    <a:pt x="312213" y="405189"/>
                  </a:cubicBezTo>
                  <a:cubicBezTo>
                    <a:pt x="312584" y="404685"/>
                    <a:pt x="314031" y="403171"/>
                    <a:pt x="314031" y="403171"/>
                  </a:cubicBezTo>
                  <a:cubicBezTo>
                    <a:pt x="314031" y="403171"/>
                    <a:pt x="315781" y="403474"/>
                    <a:pt x="316622" y="403541"/>
                  </a:cubicBezTo>
                  <a:cubicBezTo>
                    <a:pt x="317497" y="403608"/>
                    <a:pt x="319382" y="404416"/>
                    <a:pt x="319584" y="404550"/>
                  </a:cubicBezTo>
                  <a:cubicBezTo>
                    <a:pt x="319819" y="404685"/>
                    <a:pt x="322848" y="407309"/>
                    <a:pt x="322848" y="407309"/>
                  </a:cubicBezTo>
                  <a:lnTo>
                    <a:pt x="323050" y="409630"/>
                  </a:lnTo>
                  <a:lnTo>
                    <a:pt x="323050" y="412960"/>
                  </a:lnTo>
                  <a:lnTo>
                    <a:pt x="322343" y="417602"/>
                  </a:lnTo>
                  <a:cubicBezTo>
                    <a:pt x="322343" y="417602"/>
                    <a:pt x="321973" y="418612"/>
                    <a:pt x="321603" y="418914"/>
                  </a:cubicBezTo>
                  <a:cubicBezTo>
                    <a:pt x="321233" y="419217"/>
                    <a:pt x="319920" y="420865"/>
                    <a:pt x="319853" y="421101"/>
                  </a:cubicBezTo>
                  <a:cubicBezTo>
                    <a:pt x="319786" y="421303"/>
                    <a:pt x="318271" y="422110"/>
                    <a:pt x="317968" y="422177"/>
                  </a:cubicBezTo>
                  <a:cubicBezTo>
                    <a:pt x="317665" y="422245"/>
                    <a:pt x="316656" y="424061"/>
                    <a:pt x="316656" y="424061"/>
                  </a:cubicBezTo>
                  <a:lnTo>
                    <a:pt x="315714" y="425508"/>
                  </a:lnTo>
                  <a:lnTo>
                    <a:pt x="314872" y="429914"/>
                  </a:lnTo>
                  <a:lnTo>
                    <a:pt x="314098" y="433615"/>
                  </a:lnTo>
                  <a:lnTo>
                    <a:pt x="314435" y="436979"/>
                  </a:lnTo>
                  <a:lnTo>
                    <a:pt x="314098" y="442428"/>
                  </a:lnTo>
                  <a:cubicBezTo>
                    <a:pt x="314098" y="442428"/>
                    <a:pt x="316050" y="445355"/>
                    <a:pt x="316488" y="445490"/>
                  </a:cubicBezTo>
                  <a:cubicBezTo>
                    <a:pt x="316925" y="445590"/>
                    <a:pt x="321267" y="446028"/>
                    <a:pt x="321704" y="446028"/>
                  </a:cubicBezTo>
                  <a:cubicBezTo>
                    <a:pt x="322142" y="446028"/>
                    <a:pt x="323017" y="444615"/>
                    <a:pt x="323017" y="444615"/>
                  </a:cubicBezTo>
                  <a:lnTo>
                    <a:pt x="323017" y="442563"/>
                  </a:lnTo>
                  <a:cubicBezTo>
                    <a:pt x="323017" y="442563"/>
                    <a:pt x="323117" y="439535"/>
                    <a:pt x="323017" y="439199"/>
                  </a:cubicBezTo>
                  <a:cubicBezTo>
                    <a:pt x="322916" y="438863"/>
                    <a:pt x="323420" y="438425"/>
                    <a:pt x="323050" y="437988"/>
                  </a:cubicBezTo>
                  <a:cubicBezTo>
                    <a:pt x="322680" y="437551"/>
                    <a:pt x="322243" y="436474"/>
                    <a:pt x="322142" y="436138"/>
                  </a:cubicBezTo>
                  <a:cubicBezTo>
                    <a:pt x="322041" y="435801"/>
                    <a:pt x="322041" y="433749"/>
                    <a:pt x="322041" y="433749"/>
                  </a:cubicBezTo>
                  <a:lnTo>
                    <a:pt x="322377" y="433110"/>
                  </a:lnTo>
                  <a:cubicBezTo>
                    <a:pt x="322377" y="433110"/>
                    <a:pt x="324127" y="432236"/>
                    <a:pt x="324430" y="432236"/>
                  </a:cubicBezTo>
                  <a:cubicBezTo>
                    <a:pt x="324767" y="432236"/>
                    <a:pt x="326281" y="431462"/>
                    <a:pt x="326281" y="431462"/>
                  </a:cubicBezTo>
                  <a:lnTo>
                    <a:pt x="328570" y="430823"/>
                  </a:lnTo>
                  <a:lnTo>
                    <a:pt x="331195" y="433110"/>
                  </a:lnTo>
                  <a:lnTo>
                    <a:pt x="332507" y="435297"/>
                  </a:lnTo>
                  <a:lnTo>
                    <a:pt x="333147" y="437349"/>
                  </a:lnTo>
                  <a:cubicBezTo>
                    <a:pt x="333147" y="437349"/>
                    <a:pt x="332911" y="438762"/>
                    <a:pt x="333147" y="439401"/>
                  </a:cubicBezTo>
                  <a:cubicBezTo>
                    <a:pt x="333349" y="440040"/>
                    <a:pt x="333147" y="444615"/>
                    <a:pt x="333147" y="444615"/>
                  </a:cubicBezTo>
                  <a:cubicBezTo>
                    <a:pt x="333147" y="444615"/>
                    <a:pt x="333349" y="446364"/>
                    <a:pt x="333248" y="447441"/>
                  </a:cubicBezTo>
                  <a:cubicBezTo>
                    <a:pt x="333147" y="448517"/>
                    <a:pt x="333079" y="450603"/>
                    <a:pt x="332844" y="451040"/>
                  </a:cubicBezTo>
                  <a:cubicBezTo>
                    <a:pt x="332608" y="451477"/>
                    <a:pt x="331733" y="454303"/>
                    <a:pt x="331733" y="454303"/>
                  </a:cubicBezTo>
                  <a:lnTo>
                    <a:pt x="331733" y="458205"/>
                  </a:lnTo>
                  <a:cubicBezTo>
                    <a:pt x="331733" y="458205"/>
                    <a:pt x="333517" y="459618"/>
                    <a:pt x="333281" y="459955"/>
                  </a:cubicBezTo>
                  <a:cubicBezTo>
                    <a:pt x="333046" y="460291"/>
                    <a:pt x="333685" y="461132"/>
                    <a:pt x="334998" y="460493"/>
                  </a:cubicBezTo>
                  <a:cubicBezTo>
                    <a:pt x="336478" y="459820"/>
                    <a:pt x="337757" y="459383"/>
                    <a:pt x="338195" y="458407"/>
                  </a:cubicBezTo>
                  <a:close/>
                </a:path>
              </a:pathLst>
            </a:custGeom>
            <a:grpFill/>
            <a:ln w="6350" cap="flat">
              <a:solidFill>
                <a:schemeClr val="bg1"/>
              </a:solidFill>
              <a:prstDash val="solid"/>
              <a:miter/>
            </a:ln>
          </p:spPr>
          <p:txBody>
            <a:bodyPr rtlCol="0" anchor="ctr"/>
            <a:lstStyle/>
            <a:p>
              <a:endParaRPr lang="en-US"/>
            </a:p>
          </p:txBody>
        </p:sp>
        <p:grpSp>
          <p:nvGrpSpPr>
            <p:cNvPr id="57" name="Graphic 11">
              <a:extLst>
                <a:ext uri="{FF2B5EF4-FFF2-40B4-BE49-F238E27FC236}">
                  <a16:creationId xmlns:a16="http://schemas.microsoft.com/office/drawing/2014/main" id="{A35B3A5D-A17E-1BCD-B75A-86B7A328CC16}"/>
                </a:ext>
              </a:extLst>
            </p:cNvPr>
            <p:cNvGrpSpPr/>
            <p:nvPr/>
          </p:nvGrpSpPr>
          <p:grpSpPr>
            <a:xfrm>
              <a:off x="7980671" y="2609627"/>
              <a:ext cx="363191" cy="236874"/>
              <a:chOff x="5630369" y="1818222"/>
              <a:chExt cx="697289" cy="454774"/>
            </a:xfrm>
            <a:grpFill/>
          </p:grpSpPr>
          <p:sp>
            <p:nvSpPr>
              <p:cNvPr id="92" name="Freeform 931">
                <a:extLst>
                  <a:ext uri="{FF2B5EF4-FFF2-40B4-BE49-F238E27FC236}">
                    <a16:creationId xmlns:a16="http://schemas.microsoft.com/office/drawing/2014/main" id="{3D79914B-6238-6C9C-7FF1-9312C2B05374}"/>
                  </a:ext>
                </a:extLst>
              </p:cNvPr>
              <p:cNvSpPr/>
              <p:nvPr/>
            </p:nvSpPr>
            <p:spPr>
              <a:xfrm>
                <a:off x="6126606" y="1832384"/>
                <a:ext cx="18576" cy="21899"/>
              </a:xfrm>
              <a:custGeom>
                <a:avLst/>
                <a:gdLst>
                  <a:gd name="connsiteX0" fmla="*/ 2322 w 18576"/>
                  <a:gd name="connsiteY0" fmla="*/ 13052 h 21899"/>
                  <a:gd name="connsiteX1" fmla="*/ 2793 w 18576"/>
                  <a:gd name="connsiteY1" fmla="*/ 13624 h 21899"/>
                  <a:gd name="connsiteX2" fmla="*/ 9154 w 18576"/>
                  <a:gd name="connsiteY2" fmla="*/ 21899 h 21899"/>
                  <a:gd name="connsiteX3" fmla="*/ 17029 w 18576"/>
                  <a:gd name="connsiteY3" fmla="*/ 17627 h 21899"/>
                  <a:gd name="connsiteX4" fmla="*/ 18577 w 18576"/>
                  <a:gd name="connsiteY4" fmla="*/ 11303 h 21899"/>
                  <a:gd name="connsiteX5" fmla="*/ 18577 w 18576"/>
                  <a:gd name="connsiteY5" fmla="*/ 5517 h 21899"/>
                  <a:gd name="connsiteX6" fmla="*/ 10433 w 18576"/>
                  <a:gd name="connsiteY6" fmla="*/ 1749 h 21899"/>
                  <a:gd name="connsiteX7" fmla="*/ 2322 w 18576"/>
                  <a:gd name="connsiteY7" fmla="*/ 0 h 21899"/>
                  <a:gd name="connsiteX8" fmla="*/ 0 w 18576"/>
                  <a:gd name="connsiteY8" fmla="*/ 5820 h 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6" h="21899">
                    <a:moveTo>
                      <a:pt x="2322" y="13052"/>
                    </a:moveTo>
                    <a:lnTo>
                      <a:pt x="2793" y="13624"/>
                    </a:lnTo>
                    <a:lnTo>
                      <a:pt x="9154" y="21899"/>
                    </a:lnTo>
                    <a:lnTo>
                      <a:pt x="17029" y="17627"/>
                    </a:lnTo>
                    <a:lnTo>
                      <a:pt x="18577" y="11303"/>
                    </a:lnTo>
                    <a:lnTo>
                      <a:pt x="18577" y="5517"/>
                    </a:lnTo>
                    <a:lnTo>
                      <a:pt x="10433" y="1749"/>
                    </a:lnTo>
                    <a:lnTo>
                      <a:pt x="2322" y="0"/>
                    </a:lnTo>
                    <a:lnTo>
                      <a:pt x="0" y="5820"/>
                    </a:lnTo>
                    <a:close/>
                  </a:path>
                </a:pathLst>
              </a:custGeom>
              <a:grpFill/>
              <a:ln w="6350" cap="flat">
                <a:solidFill>
                  <a:schemeClr val="bg1"/>
                </a:solidFill>
                <a:prstDash val="solid"/>
                <a:miter/>
              </a:ln>
            </p:spPr>
            <p:txBody>
              <a:bodyPr rtlCol="0" anchor="ctr"/>
              <a:lstStyle/>
              <a:p>
                <a:endParaRPr lang="en-US"/>
              </a:p>
            </p:txBody>
          </p:sp>
          <p:sp>
            <p:nvSpPr>
              <p:cNvPr id="93" name="Freeform 932">
                <a:extLst>
                  <a:ext uri="{FF2B5EF4-FFF2-40B4-BE49-F238E27FC236}">
                    <a16:creationId xmlns:a16="http://schemas.microsoft.com/office/drawing/2014/main" id="{D64E487C-6947-6350-4A2A-02D64AA167AF}"/>
                  </a:ext>
                </a:extLst>
              </p:cNvPr>
              <p:cNvSpPr/>
              <p:nvPr/>
            </p:nvSpPr>
            <p:spPr>
              <a:xfrm>
                <a:off x="6131250" y="1818222"/>
                <a:ext cx="6663" cy="8376"/>
              </a:xfrm>
              <a:custGeom>
                <a:avLst/>
                <a:gdLst>
                  <a:gd name="connsiteX0" fmla="*/ 0 w 6663"/>
                  <a:gd name="connsiteY0" fmla="*/ 8376 h 8376"/>
                  <a:gd name="connsiteX1" fmla="*/ 4375 w 6663"/>
                  <a:gd name="connsiteY1" fmla="*/ 8376 h 8376"/>
                  <a:gd name="connsiteX2" fmla="*/ 6664 w 6663"/>
                  <a:gd name="connsiteY2" fmla="*/ 2893 h 8376"/>
                  <a:gd name="connsiteX3" fmla="*/ 3332 w 6663"/>
                  <a:gd name="connsiteY3" fmla="*/ 0 h 8376"/>
                  <a:gd name="connsiteX4" fmla="*/ 0 w 6663"/>
                  <a:gd name="connsiteY4" fmla="*/ 4171 h 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 h="8376">
                    <a:moveTo>
                      <a:pt x="0" y="8376"/>
                    </a:moveTo>
                    <a:lnTo>
                      <a:pt x="4375" y="8376"/>
                    </a:lnTo>
                    <a:lnTo>
                      <a:pt x="6664" y="2893"/>
                    </a:lnTo>
                    <a:lnTo>
                      <a:pt x="3332" y="0"/>
                    </a:lnTo>
                    <a:lnTo>
                      <a:pt x="0" y="4171"/>
                    </a:lnTo>
                    <a:close/>
                  </a:path>
                </a:pathLst>
              </a:custGeom>
              <a:grpFill/>
              <a:ln w="6350" cap="flat">
                <a:solidFill>
                  <a:schemeClr val="bg1"/>
                </a:solidFill>
                <a:prstDash val="solid"/>
                <a:miter/>
              </a:ln>
            </p:spPr>
            <p:txBody>
              <a:bodyPr rtlCol="0" anchor="ctr"/>
              <a:lstStyle/>
              <a:p>
                <a:endParaRPr lang="en-US"/>
              </a:p>
            </p:txBody>
          </p:sp>
          <p:sp>
            <p:nvSpPr>
              <p:cNvPr id="94" name="Freeform 933">
                <a:extLst>
                  <a:ext uri="{FF2B5EF4-FFF2-40B4-BE49-F238E27FC236}">
                    <a16:creationId xmlns:a16="http://schemas.microsoft.com/office/drawing/2014/main" id="{184B681D-2F26-E8E7-EA8D-34FA29FF42B4}"/>
                  </a:ext>
                </a:extLst>
              </p:cNvPr>
              <p:cNvSpPr/>
              <p:nvPr/>
            </p:nvSpPr>
            <p:spPr>
              <a:xfrm>
                <a:off x="5630369" y="1836959"/>
                <a:ext cx="697289" cy="436036"/>
              </a:xfrm>
              <a:custGeom>
                <a:avLst/>
                <a:gdLst>
                  <a:gd name="connsiteX0" fmla="*/ 695977 w 697289"/>
                  <a:gd name="connsiteY0" fmla="*/ 49820 h 436036"/>
                  <a:gd name="connsiteX1" fmla="*/ 693688 w 697289"/>
                  <a:gd name="connsiteY1" fmla="*/ 49618 h 436036"/>
                  <a:gd name="connsiteX2" fmla="*/ 689347 w 697289"/>
                  <a:gd name="connsiteY2" fmla="*/ 51368 h 436036"/>
                  <a:gd name="connsiteX3" fmla="*/ 686318 w 697289"/>
                  <a:gd name="connsiteY3" fmla="*/ 52007 h 436036"/>
                  <a:gd name="connsiteX4" fmla="*/ 680025 w 697289"/>
                  <a:gd name="connsiteY4" fmla="*/ 55270 h 436036"/>
                  <a:gd name="connsiteX5" fmla="*/ 675448 w 697289"/>
                  <a:gd name="connsiteY5" fmla="*/ 57221 h 436036"/>
                  <a:gd name="connsiteX6" fmla="*/ 667404 w 697289"/>
                  <a:gd name="connsiteY6" fmla="*/ 58096 h 436036"/>
                  <a:gd name="connsiteX7" fmla="*/ 662625 w 697289"/>
                  <a:gd name="connsiteY7" fmla="*/ 56582 h 436036"/>
                  <a:gd name="connsiteX8" fmla="*/ 662625 w 697289"/>
                  <a:gd name="connsiteY8" fmla="*/ 49618 h 436036"/>
                  <a:gd name="connsiteX9" fmla="*/ 662625 w 697289"/>
                  <a:gd name="connsiteY9" fmla="*/ 44169 h 436036"/>
                  <a:gd name="connsiteX10" fmla="*/ 658721 w 697289"/>
                  <a:gd name="connsiteY10" fmla="*/ 41141 h 436036"/>
                  <a:gd name="connsiteX11" fmla="*/ 655894 w 697289"/>
                  <a:gd name="connsiteY11" fmla="*/ 43765 h 436036"/>
                  <a:gd name="connsiteX12" fmla="*/ 651317 w 697289"/>
                  <a:gd name="connsiteY12" fmla="*/ 45279 h 436036"/>
                  <a:gd name="connsiteX13" fmla="*/ 648928 w 697289"/>
                  <a:gd name="connsiteY13" fmla="*/ 42251 h 436036"/>
                  <a:gd name="connsiteX14" fmla="*/ 647178 w 697289"/>
                  <a:gd name="connsiteY14" fmla="*/ 38988 h 436036"/>
                  <a:gd name="connsiteX15" fmla="*/ 642029 w 697289"/>
                  <a:gd name="connsiteY15" fmla="*/ 39056 h 436036"/>
                  <a:gd name="connsiteX16" fmla="*/ 638057 w 697289"/>
                  <a:gd name="connsiteY16" fmla="*/ 39863 h 436036"/>
                  <a:gd name="connsiteX17" fmla="*/ 633480 w 697289"/>
                  <a:gd name="connsiteY17" fmla="*/ 42251 h 436036"/>
                  <a:gd name="connsiteX18" fmla="*/ 629778 w 697289"/>
                  <a:gd name="connsiteY18" fmla="*/ 44135 h 436036"/>
                  <a:gd name="connsiteX19" fmla="*/ 627086 w 697289"/>
                  <a:gd name="connsiteY19" fmla="*/ 47533 h 436036"/>
                  <a:gd name="connsiteX20" fmla="*/ 624562 w 697289"/>
                  <a:gd name="connsiteY20" fmla="*/ 51738 h 436036"/>
                  <a:gd name="connsiteX21" fmla="*/ 623485 w 697289"/>
                  <a:gd name="connsiteY21" fmla="*/ 53992 h 436036"/>
                  <a:gd name="connsiteX22" fmla="*/ 619345 w 697289"/>
                  <a:gd name="connsiteY22" fmla="*/ 53992 h 436036"/>
                  <a:gd name="connsiteX23" fmla="*/ 614331 w 697289"/>
                  <a:gd name="connsiteY23" fmla="*/ 54631 h 436036"/>
                  <a:gd name="connsiteX24" fmla="*/ 609350 w 697289"/>
                  <a:gd name="connsiteY24" fmla="*/ 55505 h 436036"/>
                  <a:gd name="connsiteX25" fmla="*/ 605446 w 697289"/>
                  <a:gd name="connsiteY25" fmla="*/ 56380 h 436036"/>
                  <a:gd name="connsiteX26" fmla="*/ 601307 w 697289"/>
                  <a:gd name="connsiteY26" fmla="*/ 57457 h 436036"/>
                  <a:gd name="connsiteX27" fmla="*/ 598042 w 697289"/>
                  <a:gd name="connsiteY27" fmla="*/ 58970 h 436036"/>
                  <a:gd name="connsiteX28" fmla="*/ 594138 w 697289"/>
                  <a:gd name="connsiteY28" fmla="*/ 59172 h 436036"/>
                  <a:gd name="connsiteX29" fmla="*/ 588686 w 697289"/>
                  <a:gd name="connsiteY29" fmla="*/ 58533 h 436036"/>
                  <a:gd name="connsiteX30" fmla="*/ 585657 w 697289"/>
                  <a:gd name="connsiteY30" fmla="*/ 55909 h 436036"/>
                  <a:gd name="connsiteX31" fmla="*/ 583469 w 697289"/>
                  <a:gd name="connsiteY31" fmla="*/ 53756 h 436036"/>
                  <a:gd name="connsiteX32" fmla="*/ 581518 w 697289"/>
                  <a:gd name="connsiteY32" fmla="*/ 50930 h 436036"/>
                  <a:gd name="connsiteX33" fmla="*/ 579128 w 697289"/>
                  <a:gd name="connsiteY33" fmla="*/ 47903 h 436036"/>
                  <a:gd name="connsiteX34" fmla="*/ 577378 w 697289"/>
                  <a:gd name="connsiteY34" fmla="*/ 44438 h 436036"/>
                  <a:gd name="connsiteX35" fmla="*/ 577378 w 697289"/>
                  <a:gd name="connsiteY35" fmla="*/ 40973 h 436036"/>
                  <a:gd name="connsiteX36" fmla="*/ 577378 w 697289"/>
                  <a:gd name="connsiteY36" fmla="*/ 37710 h 436036"/>
                  <a:gd name="connsiteX37" fmla="*/ 575662 w 697289"/>
                  <a:gd name="connsiteY37" fmla="*/ 37508 h 436036"/>
                  <a:gd name="connsiteX38" fmla="*/ 573912 w 697289"/>
                  <a:gd name="connsiteY38" fmla="*/ 38147 h 436036"/>
                  <a:gd name="connsiteX39" fmla="*/ 572162 w 697289"/>
                  <a:gd name="connsiteY39" fmla="*/ 40973 h 436036"/>
                  <a:gd name="connsiteX40" fmla="*/ 572162 w 697289"/>
                  <a:gd name="connsiteY40" fmla="*/ 44001 h 436036"/>
                  <a:gd name="connsiteX41" fmla="*/ 571287 w 697289"/>
                  <a:gd name="connsiteY41" fmla="*/ 48777 h 436036"/>
                  <a:gd name="connsiteX42" fmla="*/ 567147 w 697289"/>
                  <a:gd name="connsiteY42" fmla="*/ 48777 h 436036"/>
                  <a:gd name="connsiteX43" fmla="*/ 564959 w 697289"/>
                  <a:gd name="connsiteY43" fmla="*/ 48004 h 436036"/>
                  <a:gd name="connsiteX44" fmla="*/ 560618 w 697289"/>
                  <a:gd name="connsiteY44" fmla="*/ 44842 h 436036"/>
                  <a:gd name="connsiteX45" fmla="*/ 555839 w 697289"/>
                  <a:gd name="connsiteY45" fmla="*/ 44203 h 436036"/>
                  <a:gd name="connsiteX46" fmla="*/ 553652 w 697289"/>
                  <a:gd name="connsiteY46" fmla="*/ 41579 h 436036"/>
                  <a:gd name="connsiteX47" fmla="*/ 554729 w 697289"/>
                  <a:gd name="connsiteY47" fmla="*/ 35725 h 436036"/>
                  <a:gd name="connsiteX48" fmla="*/ 554729 w 697289"/>
                  <a:gd name="connsiteY48" fmla="*/ 33976 h 436036"/>
                  <a:gd name="connsiteX49" fmla="*/ 552878 w 697289"/>
                  <a:gd name="connsiteY49" fmla="*/ 30074 h 436036"/>
                  <a:gd name="connsiteX50" fmla="*/ 549950 w 697289"/>
                  <a:gd name="connsiteY50" fmla="*/ 29637 h 436036"/>
                  <a:gd name="connsiteX51" fmla="*/ 547123 w 697289"/>
                  <a:gd name="connsiteY51" fmla="*/ 29199 h 436036"/>
                  <a:gd name="connsiteX52" fmla="*/ 540829 w 697289"/>
                  <a:gd name="connsiteY52" fmla="*/ 27685 h 436036"/>
                  <a:gd name="connsiteX53" fmla="*/ 536488 w 697289"/>
                  <a:gd name="connsiteY53" fmla="*/ 25095 h 436036"/>
                  <a:gd name="connsiteX54" fmla="*/ 533425 w 697289"/>
                  <a:gd name="connsiteY54" fmla="*/ 22471 h 436036"/>
                  <a:gd name="connsiteX55" fmla="*/ 529084 w 697289"/>
                  <a:gd name="connsiteY55" fmla="*/ 21832 h 436036"/>
                  <a:gd name="connsiteX56" fmla="*/ 524305 w 697289"/>
                  <a:gd name="connsiteY56" fmla="*/ 22068 h 436036"/>
                  <a:gd name="connsiteX57" fmla="*/ 517136 w 697289"/>
                  <a:gd name="connsiteY57" fmla="*/ 24658 h 436036"/>
                  <a:gd name="connsiteX58" fmla="*/ 508218 w 697289"/>
                  <a:gd name="connsiteY58" fmla="*/ 28796 h 436036"/>
                  <a:gd name="connsiteX59" fmla="*/ 503641 w 697289"/>
                  <a:gd name="connsiteY59" fmla="*/ 29435 h 436036"/>
                  <a:gd name="connsiteX60" fmla="*/ 499939 w 697289"/>
                  <a:gd name="connsiteY60" fmla="*/ 30949 h 436036"/>
                  <a:gd name="connsiteX61" fmla="*/ 493208 w 697289"/>
                  <a:gd name="connsiteY61" fmla="*/ 35086 h 436036"/>
                  <a:gd name="connsiteX62" fmla="*/ 489304 w 697289"/>
                  <a:gd name="connsiteY62" fmla="*/ 36600 h 436036"/>
                  <a:gd name="connsiteX63" fmla="*/ 484525 w 697289"/>
                  <a:gd name="connsiteY63" fmla="*/ 38349 h 436036"/>
                  <a:gd name="connsiteX64" fmla="*/ 479948 w 697289"/>
                  <a:gd name="connsiteY64" fmla="*/ 38114 h 436036"/>
                  <a:gd name="connsiteX65" fmla="*/ 475169 w 697289"/>
                  <a:gd name="connsiteY65" fmla="*/ 39190 h 436036"/>
                  <a:gd name="connsiteX66" fmla="*/ 471904 w 697289"/>
                  <a:gd name="connsiteY66" fmla="*/ 42218 h 436036"/>
                  <a:gd name="connsiteX67" fmla="*/ 473857 w 697289"/>
                  <a:gd name="connsiteY67" fmla="*/ 45918 h 436036"/>
                  <a:gd name="connsiteX68" fmla="*/ 477121 w 697289"/>
                  <a:gd name="connsiteY68" fmla="*/ 46793 h 436036"/>
                  <a:gd name="connsiteX69" fmla="*/ 479948 w 697289"/>
                  <a:gd name="connsiteY69" fmla="*/ 49618 h 436036"/>
                  <a:gd name="connsiteX70" fmla="*/ 479948 w 697289"/>
                  <a:gd name="connsiteY70" fmla="*/ 52007 h 436036"/>
                  <a:gd name="connsiteX71" fmla="*/ 476347 w 697289"/>
                  <a:gd name="connsiteY71" fmla="*/ 56784 h 436036"/>
                  <a:gd name="connsiteX72" fmla="*/ 470356 w 697289"/>
                  <a:gd name="connsiteY72" fmla="*/ 64184 h 436036"/>
                  <a:gd name="connsiteX73" fmla="*/ 463390 w 697289"/>
                  <a:gd name="connsiteY73" fmla="*/ 70912 h 436036"/>
                  <a:gd name="connsiteX74" fmla="*/ 456861 w 697289"/>
                  <a:gd name="connsiteY74" fmla="*/ 76564 h 436036"/>
                  <a:gd name="connsiteX75" fmla="*/ 448616 w 697289"/>
                  <a:gd name="connsiteY75" fmla="*/ 77640 h 436036"/>
                  <a:gd name="connsiteX76" fmla="*/ 446664 w 697289"/>
                  <a:gd name="connsiteY76" fmla="*/ 78515 h 436036"/>
                  <a:gd name="connsiteX77" fmla="*/ 444510 w 697289"/>
                  <a:gd name="connsiteY77" fmla="*/ 81980 h 436036"/>
                  <a:gd name="connsiteX78" fmla="*/ 443837 w 697289"/>
                  <a:gd name="connsiteY78" fmla="*/ 85680 h 436036"/>
                  <a:gd name="connsiteX79" fmla="*/ 446024 w 697289"/>
                  <a:gd name="connsiteY79" fmla="*/ 87429 h 436036"/>
                  <a:gd name="connsiteX80" fmla="*/ 448649 w 697289"/>
                  <a:gd name="connsiteY80" fmla="*/ 89616 h 436036"/>
                  <a:gd name="connsiteX81" fmla="*/ 448649 w 697289"/>
                  <a:gd name="connsiteY81" fmla="*/ 92206 h 436036"/>
                  <a:gd name="connsiteX82" fmla="*/ 446798 w 697289"/>
                  <a:gd name="connsiteY82" fmla="*/ 96983 h 436036"/>
                  <a:gd name="connsiteX83" fmla="*/ 443433 w 697289"/>
                  <a:gd name="connsiteY83" fmla="*/ 102197 h 436036"/>
                  <a:gd name="connsiteX84" fmla="*/ 439731 w 697289"/>
                  <a:gd name="connsiteY84" fmla="*/ 106974 h 436036"/>
                  <a:gd name="connsiteX85" fmla="*/ 432764 w 697289"/>
                  <a:gd name="connsiteY85" fmla="*/ 109362 h 436036"/>
                  <a:gd name="connsiteX86" fmla="*/ 426908 w 697289"/>
                  <a:gd name="connsiteY86" fmla="*/ 109564 h 436036"/>
                  <a:gd name="connsiteX87" fmla="*/ 417351 w 697289"/>
                  <a:gd name="connsiteY87" fmla="*/ 109564 h 436036"/>
                  <a:gd name="connsiteX88" fmla="*/ 410182 w 697289"/>
                  <a:gd name="connsiteY88" fmla="*/ 110102 h 436036"/>
                  <a:gd name="connsiteX89" fmla="*/ 403889 w 697289"/>
                  <a:gd name="connsiteY89" fmla="*/ 111953 h 436036"/>
                  <a:gd name="connsiteX90" fmla="*/ 400187 w 697289"/>
                  <a:gd name="connsiteY90" fmla="*/ 112592 h 436036"/>
                  <a:gd name="connsiteX91" fmla="*/ 391066 w 697289"/>
                  <a:gd name="connsiteY91" fmla="*/ 112794 h 436036"/>
                  <a:gd name="connsiteX92" fmla="*/ 384336 w 697289"/>
                  <a:gd name="connsiteY92" fmla="*/ 110843 h 436036"/>
                  <a:gd name="connsiteX93" fmla="*/ 379119 w 697289"/>
                  <a:gd name="connsiteY93" fmla="*/ 108454 h 436036"/>
                  <a:gd name="connsiteX94" fmla="*/ 373902 w 697289"/>
                  <a:gd name="connsiteY94" fmla="*/ 106940 h 436036"/>
                  <a:gd name="connsiteX95" fmla="*/ 373902 w 697289"/>
                  <a:gd name="connsiteY95" fmla="*/ 101087 h 436036"/>
                  <a:gd name="connsiteX96" fmla="*/ 366835 w 697289"/>
                  <a:gd name="connsiteY96" fmla="*/ 96748 h 436036"/>
                  <a:gd name="connsiteX97" fmla="*/ 363234 w 697289"/>
                  <a:gd name="connsiteY97" fmla="*/ 94359 h 436036"/>
                  <a:gd name="connsiteX98" fmla="*/ 355191 w 697289"/>
                  <a:gd name="connsiteY98" fmla="*/ 90894 h 436036"/>
                  <a:gd name="connsiteX99" fmla="*/ 355830 w 697289"/>
                  <a:gd name="connsiteY99" fmla="*/ 87833 h 436036"/>
                  <a:gd name="connsiteX100" fmla="*/ 356469 w 697289"/>
                  <a:gd name="connsiteY100" fmla="*/ 85007 h 436036"/>
                  <a:gd name="connsiteX101" fmla="*/ 362931 w 697289"/>
                  <a:gd name="connsiteY101" fmla="*/ 83191 h 436036"/>
                  <a:gd name="connsiteX102" fmla="*/ 362123 w 697289"/>
                  <a:gd name="connsiteY102" fmla="*/ 77035 h 436036"/>
                  <a:gd name="connsiteX103" fmla="*/ 361686 w 697289"/>
                  <a:gd name="connsiteY103" fmla="*/ 69230 h 436036"/>
                  <a:gd name="connsiteX104" fmla="*/ 361619 w 697289"/>
                  <a:gd name="connsiteY104" fmla="*/ 61998 h 436036"/>
                  <a:gd name="connsiteX105" fmla="*/ 362864 w 697289"/>
                  <a:gd name="connsiteY105" fmla="*/ 57423 h 436036"/>
                  <a:gd name="connsiteX106" fmla="*/ 363941 w 697289"/>
                  <a:gd name="connsiteY106" fmla="*/ 53352 h 436036"/>
                  <a:gd name="connsiteX107" fmla="*/ 367272 w 697289"/>
                  <a:gd name="connsiteY107" fmla="*/ 49955 h 436036"/>
                  <a:gd name="connsiteX108" fmla="*/ 369931 w 697289"/>
                  <a:gd name="connsiteY108" fmla="*/ 46389 h 436036"/>
                  <a:gd name="connsiteX109" fmla="*/ 370470 w 697289"/>
                  <a:gd name="connsiteY109" fmla="*/ 44034 h 436036"/>
                  <a:gd name="connsiteX110" fmla="*/ 368080 w 697289"/>
                  <a:gd name="connsiteY110" fmla="*/ 41410 h 436036"/>
                  <a:gd name="connsiteX111" fmla="*/ 363840 w 697289"/>
                  <a:gd name="connsiteY111" fmla="*/ 39998 h 436036"/>
                  <a:gd name="connsiteX112" fmla="*/ 360138 w 697289"/>
                  <a:gd name="connsiteY112" fmla="*/ 38786 h 436036"/>
                  <a:gd name="connsiteX113" fmla="*/ 359263 w 697289"/>
                  <a:gd name="connsiteY113" fmla="*/ 37575 h 436036"/>
                  <a:gd name="connsiteX114" fmla="*/ 359902 w 697289"/>
                  <a:gd name="connsiteY114" fmla="*/ 33875 h 436036"/>
                  <a:gd name="connsiteX115" fmla="*/ 359902 w 697289"/>
                  <a:gd name="connsiteY115" fmla="*/ 31386 h 436036"/>
                  <a:gd name="connsiteX116" fmla="*/ 361652 w 697289"/>
                  <a:gd name="connsiteY116" fmla="*/ 28661 h 436036"/>
                  <a:gd name="connsiteX117" fmla="*/ 361652 w 697289"/>
                  <a:gd name="connsiteY117" fmla="*/ 23447 h 436036"/>
                  <a:gd name="connsiteX118" fmla="*/ 361652 w 697289"/>
                  <a:gd name="connsiteY118" fmla="*/ 20857 h 436036"/>
                  <a:gd name="connsiteX119" fmla="*/ 360306 w 697289"/>
                  <a:gd name="connsiteY119" fmla="*/ 20083 h 436036"/>
                  <a:gd name="connsiteX120" fmla="*/ 355897 w 697289"/>
                  <a:gd name="connsiteY120" fmla="*/ 17795 h 436036"/>
                  <a:gd name="connsiteX121" fmla="*/ 352431 w 697289"/>
                  <a:gd name="connsiteY121" fmla="*/ 16921 h 436036"/>
                  <a:gd name="connsiteX122" fmla="*/ 350041 w 697289"/>
                  <a:gd name="connsiteY122" fmla="*/ 18132 h 436036"/>
                  <a:gd name="connsiteX123" fmla="*/ 347551 w 697289"/>
                  <a:gd name="connsiteY123" fmla="*/ 18334 h 436036"/>
                  <a:gd name="connsiteX124" fmla="*/ 346037 w 697289"/>
                  <a:gd name="connsiteY124" fmla="*/ 18535 h 436036"/>
                  <a:gd name="connsiteX125" fmla="*/ 347349 w 697289"/>
                  <a:gd name="connsiteY125" fmla="*/ 16046 h 436036"/>
                  <a:gd name="connsiteX126" fmla="*/ 348325 w 697289"/>
                  <a:gd name="connsiteY126" fmla="*/ 14196 h 436036"/>
                  <a:gd name="connsiteX127" fmla="*/ 349301 w 697289"/>
                  <a:gd name="connsiteY127" fmla="*/ 11908 h 436036"/>
                  <a:gd name="connsiteX128" fmla="*/ 347887 w 697289"/>
                  <a:gd name="connsiteY128" fmla="*/ 9285 h 436036"/>
                  <a:gd name="connsiteX129" fmla="*/ 345936 w 697289"/>
                  <a:gd name="connsiteY129" fmla="*/ 7098 h 436036"/>
                  <a:gd name="connsiteX130" fmla="*/ 342570 w 697289"/>
                  <a:gd name="connsiteY130" fmla="*/ 5483 h 436036"/>
                  <a:gd name="connsiteX131" fmla="*/ 340719 w 697289"/>
                  <a:gd name="connsiteY131" fmla="*/ 5248 h 436036"/>
                  <a:gd name="connsiteX132" fmla="*/ 337017 w 697289"/>
                  <a:gd name="connsiteY132" fmla="*/ 5685 h 436036"/>
                  <a:gd name="connsiteX133" fmla="*/ 334964 w 697289"/>
                  <a:gd name="connsiteY133" fmla="*/ 6896 h 436036"/>
                  <a:gd name="connsiteX134" fmla="*/ 332911 w 697289"/>
                  <a:gd name="connsiteY134" fmla="*/ 9621 h 436036"/>
                  <a:gd name="connsiteX135" fmla="*/ 331700 w 697289"/>
                  <a:gd name="connsiteY135" fmla="*/ 11673 h 436036"/>
                  <a:gd name="connsiteX136" fmla="*/ 329411 w 697289"/>
                  <a:gd name="connsiteY136" fmla="*/ 14061 h 436036"/>
                  <a:gd name="connsiteX137" fmla="*/ 327796 w 697289"/>
                  <a:gd name="connsiteY137" fmla="*/ 16113 h 436036"/>
                  <a:gd name="connsiteX138" fmla="*/ 326281 w 697289"/>
                  <a:gd name="connsiteY138" fmla="*/ 17863 h 436036"/>
                  <a:gd name="connsiteX139" fmla="*/ 322041 w 697289"/>
                  <a:gd name="connsiteY139" fmla="*/ 18199 h 436036"/>
                  <a:gd name="connsiteX140" fmla="*/ 318574 w 697289"/>
                  <a:gd name="connsiteY140" fmla="*/ 17560 h 436036"/>
                  <a:gd name="connsiteX141" fmla="*/ 317397 w 697289"/>
                  <a:gd name="connsiteY141" fmla="*/ 15070 h 436036"/>
                  <a:gd name="connsiteX142" fmla="*/ 315882 w 697289"/>
                  <a:gd name="connsiteY142" fmla="*/ 12581 h 436036"/>
                  <a:gd name="connsiteX143" fmla="*/ 307132 w 697289"/>
                  <a:gd name="connsiteY143" fmla="*/ 12649 h 436036"/>
                  <a:gd name="connsiteX144" fmla="*/ 302218 w 697289"/>
                  <a:gd name="connsiteY144" fmla="*/ 12985 h 436036"/>
                  <a:gd name="connsiteX145" fmla="*/ 294646 w 697289"/>
                  <a:gd name="connsiteY145" fmla="*/ 13792 h 436036"/>
                  <a:gd name="connsiteX146" fmla="*/ 291112 w 697289"/>
                  <a:gd name="connsiteY146" fmla="*/ 12043 h 436036"/>
                  <a:gd name="connsiteX147" fmla="*/ 286939 w 697289"/>
                  <a:gd name="connsiteY147" fmla="*/ 10731 h 436036"/>
                  <a:gd name="connsiteX148" fmla="*/ 285055 w 697289"/>
                  <a:gd name="connsiteY148" fmla="*/ 11774 h 436036"/>
                  <a:gd name="connsiteX149" fmla="*/ 283472 w 697289"/>
                  <a:gd name="connsiteY149" fmla="*/ 14229 h 436036"/>
                  <a:gd name="connsiteX150" fmla="*/ 282766 w 697289"/>
                  <a:gd name="connsiteY150" fmla="*/ 18804 h 436036"/>
                  <a:gd name="connsiteX151" fmla="*/ 283472 w 697289"/>
                  <a:gd name="connsiteY151" fmla="*/ 25802 h 436036"/>
                  <a:gd name="connsiteX152" fmla="*/ 280881 w 697289"/>
                  <a:gd name="connsiteY152" fmla="*/ 29535 h 436036"/>
                  <a:gd name="connsiteX153" fmla="*/ 277684 w 697289"/>
                  <a:gd name="connsiteY153" fmla="*/ 33169 h 436036"/>
                  <a:gd name="connsiteX154" fmla="*/ 275732 w 697289"/>
                  <a:gd name="connsiteY154" fmla="*/ 36364 h 436036"/>
                  <a:gd name="connsiteX155" fmla="*/ 273410 w 697289"/>
                  <a:gd name="connsiteY155" fmla="*/ 38820 h 436036"/>
                  <a:gd name="connsiteX156" fmla="*/ 271559 w 697289"/>
                  <a:gd name="connsiteY156" fmla="*/ 37912 h 436036"/>
                  <a:gd name="connsiteX157" fmla="*/ 271794 w 697289"/>
                  <a:gd name="connsiteY157" fmla="*/ 36499 h 436036"/>
                  <a:gd name="connsiteX158" fmla="*/ 273141 w 697289"/>
                  <a:gd name="connsiteY158" fmla="*/ 32429 h 436036"/>
                  <a:gd name="connsiteX159" fmla="*/ 274386 w 697289"/>
                  <a:gd name="connsiteY159" fmla="*/ 29435 h 436036"/>
                  <a:gd name="connsiteX160" fmla="*/ 275362 w 697289"/>
                  <a:gd name="connsiteY160" fmla="*/ 26441 h 436036"/>
                  <a:gd name="connsiteX161" fmla="*/ 275025 w 697289"/>
                  <a:gd name="connsiteY161" fmla="*/ 18031 h 436036"/>
                  <a:gd name="connsiteX162" fmla="*/ 273073 w 697289"/>
                  <a:gd name="connsiteY162" fmla="*/ 14768 h 436036"/>
                  <a:gd name="connsiteX163" fmla="*/ 270011 w 697289"/>
                  <a:gd name="connsiteY163" fmla="*/ 13019 h 436036"/>
                  <a:gd name="connsiteX164" fmla="*/ 268261 w 697289"/>
                  <a:gd name="connsiteY164" fmla="*/ 11942 h 436036"/>
                  <a:gd name="connsiteX165" fmla="*/ 265669 w 697289"/>
                  <a:gd name="connsiteY165" fmla="*/ 12379 h 436036"/>
                  <a:gd name="connsiteX166" fmla="*/ 260251 w 697289"/>
                  <a:gd name="connsiteY166" fmla="*/ 11303 h 436036"/>
                  <a:gd name="connsiteX167" fmla="*/ 259140 w 697289"/>
                  <a:gd name="connsiteY167" fmla="*/ 9554 h 436036"/>
                  <a:gd name="connsiteX168" fmla="*/ 259140 w 697289"/>
                  <a:gd name="connsiteY168" fmla="*/ 4339 h 436036"/>
                  <a:gd name="connsiteX169" fmla="*/ 259140 w 697289"/>
                  <a:gd name="connsiteY169" fmla="*/ 1749 h 436036"/>
                  <a:gd name="connsiteX170" fmla="*/ 256549 w 697289"/>
                  <a:gd name="connsiteY170" fmla="*/ 0 h 436036"/>
                  <a:gd name="connsiteX171" fmla="*/ 253284 w 697289"/>
                  <a:gd name="connsiteY171" fmla="*/ 0 h 436036"/>
                  <a:gd name="connsiteX172" fmla="*/ 252208 w 697289"/>
                  <a:gd name="connsiteY172" fmla="*/ 875 h 436036"/>
                  <a:gd name="connsiteX173" fmla="*/ 252208 w 697289"/>
                  <a:gd name="connsiteY173" fmla="*/ 3128 h 436036"/>
                  <a:gd name="connsiteX174" fmla="*/ 250356 w 697289"/>
                  <a:gd name="connsiteY174" fmla="*/ 7266 h 436036"/>
                  <a:gd name="connsiteX175" fmla="*/ 248741 w 697289"/>
                  <a:gd name="connsiteY175" fmla="*/ 9890 h 436036"/>
                  <a:gd name="connsiteX176" fmla="*/ 246150 w 697289"/>
                  <a:gd name="connsiteY176" fmla="*/ 12278 h 436036"/>
                  <a:gd name="connsiteX177" fmla="*/ 242649 w 697289"/>
                  <a:gd name="connsiteY177" fmla="*/ 12278 h 436036"/>
                  <a:gd name="connsiteX178" fmla="*/ 236356 w 697289"/>
                  <a:gd name="connsiteY178" fmla="*/ 13355 h 436036"/>
                  <a:gd name="connsiteX179" fmla="*/ 231342 w 697289"/>
                  <a:gd name="connsiteY179" fmla="*/ 14869 h 436036"/>
                  <a:gd name="connsiteX180" fmla="*/ 231342 w 697289"/>
                  <a:gd name="connsiteY180" fmla="*/ 23312 h 436036"/>
                  <a:gd name="connsiteX181" fmla="*/ 229390 w 697289"/>
                  <a:gd name="connsiteY181" fmla="*/ 26340 h 436036"/>
                  <a:gd name="connsiteX182" fmla="*/ 227640 w 697289"/>
                  <a:gd name="connsiteY182" fmla="*/ 31991 h 436036"/>
                  <a:gd name="connsiteX183" fmla="*/ 226563 w 697289"/>
                  <a:gd name="connsiteY183" fmla="*/ 36566 h 436036"/>
                  <a:gd name="connsiteX184" fmla="*/ 220707 w 697289"/>
                  <a:gd name="connsiteY184" fmla="*/ 40704 h 436036"/>
                  <a:gd name="connsiteX185" fmla="*/ 213539 w 697289"/>
                  <a:gd name="connsiteY185" fmla="*/ 43967 h 436036"/>
                  <a:gd name="connsiteX186" fmla="*/ 206168 w 697289"/>
                  <a:gd name="connsiteY186" fmla="*/ 45279 h 436036"/>
                  <a:gd name="connsiteX187" fmla="*/ 201591 w 697289"/>
                  <a:gd name="connsiteY187" fmla="*/ 45279 h 436036"/>
                  <a:gd name="connsiteX188" fmla="*/ 191360 w 697289"/>
                  <a:gd name="connsiteY188" fmla="*/ 48979 h 436036"/>
                  <a:gd name="connsiteX189" fmla="*/ 185269 w 697289"/>
                  <a:gd name="connsiteY189" fmla="*/ 48777 h 436036"/>
                  <a:gd name="connsiteX190" fmla="*/ 178302 w 697289"/>
                  <a:gd name="connsiteY190" fmla="*/ 48777 h 436036"/>
                  <a:gd name="connsiteX191" fmla="*/ 170461 w 697289"/>
                  <a:gd name="connsiteY191" fmla="*/ 48777 h 436036"/>
                  <a:gd name="connsiteX192" fmla="*/ 165681 w 697289"/>
                  <a:gd name="connsiteY192" fmla="*/ 51065 h 436036"/>
                  <a:gd name="connsiteX193" fmla="*/ 160263 w 697289"/>
                  <a:gd name="connsiteY193" fmla="*/ 57053 h 436036"/>
                  <a:gd name="connsiteX194" fmla="*/ 156999 w 697289"/>
                  <a:gd name="connsiteY194" fmla="*/ 63343 h 436036"/>
                  <a:gd name="connsiteX195" fmla="*/ 152422 w 697289"/>
                  <a:gd name="connsiteY195" fmla="*/ 70071 h 436036"/>
                  <a:gd name="connsiteX196" fmla="*/ 146196 w 697289"/>
                  <a:gd name="connsiteY196" fmla="*/ 77674 h 436036"/>
                  <a:gd name="connsiteX197" fmla="*/ 137210 w 697289"/>
                  <a:gd name="connsiteY197" fmla="*/ 76160 h 436036"/>
                  <a:gd name="connsiteX198" fmla="*/ 132195 w 697289"/>
                  <a:gd name="connsiteY198" fmla="*/ 74646 h 436036"/>
                  <a:gd name="connsiteX199" fmla="*/ 126541 w 697289"/>
                  <a:gd name="connsiteY199" fmla="*/ 75723 h 436036"/>
                  <a:gd name="connsiteX200" fmla="*/ 116983 w 697289"/>
                  <a:gd name="connsiteY200" fmla="*/ 87665 h 436036"/>
                  <a:gd name="connsiteX201" fmla="*/ 114594 w 697289"/>
                  <a:gd name="connsiteY201" fmla="*/ 91567 h 436036"/>
                  <a:gd name="connsiteX202" fmla="*/ 109377 w 697289"/>
                  <a:gd name="connsiteY202" fmla="*/ 100246 h 436036"/>
                  <a:gd name="connsiteX203" fmla="*/ 105036 w 697289"/>
                  <a:gd name="connsiteY203" fmla="*/ 101558 h 436036"/>
                  <a:gd name="connsiteX204" fmla="*/ 100021 w 697289"/>
                  <a:gd name="connsiteY204" fmla="*/ 103072 h 436036"/>
                  <a:gd name="connsiteX205" fmla="*/ 94805 w 697289"/>
                  <a:gd name="connsiteY205" fmla="*/ 108084 h 436036"/>
                  <a:gd name="connsiteX206" fmla="*/ 92853 w 697289"/>
                  <a:gd name="connsiteY206" fmla="*/ 113298 h 436036"/>
                  <a:gd name="connsiteX207" fmla="*/ 92415 w 697289"/>
                  <a:gd name="connsiteY207" fmla="*/ 118277 h 436036"/>
                  <a:gd name="connsiteX208" fmla="*/ 92180 w 697289"/>
                  <a:gd name="connsiteY208" fmla="*/ 128705 h 436036"/>
                  <a:gd name="connsiteX209" fmla="*/ 89791 w 697289"/>
                  <a:gd name="connsiteY209" fmla="*/ 136106 h 436036"/>
                  <a:gd name="connsiteX210" fmla="*/ 86762 w 697289"/>
                  <a:gd name="connsiteY210" fmla="*/ 141118 h 436036"/>
                  <a:gd name="connsiteX211" fmla="*/ 80872 w 697289"/>
                  <a:gd name="connsiteY211" fmla="*/ 147644 h 436036"/>
                  <a:gd name="connsiteX212" fmla="*/ 75454 w 697289"/>
                  <a:gd name="connsiteY212" fmla="*/ 154608 h 436036"/>
                  <a:gd name="connsiteX213" fmla="*/ 74377 w 697289"/>
                  <a:gd name="connsiteY213" fmla="*/ 162648 h 436036"/>
                  <a:gd name="connsiteX214" fmla="*/ 66771 w 697289"/>
                  <a:gd name="connsiteY214" fmla="*/ 173076 h 436036"/>
                  <a:gd name="connsiteX215" fmla="*/ 63506 w 697289"/>
                  <a:gd name="connsiteY215" fmla="*/ 176339 h 436036"/>
                  <a:gd name="connsiteX216" fmla="*/ 61756 w 697289"/>
                  <a:gd name="connsiteY216" fmla="*/ 177415 h 436036"/>
                  <a:gd name="connsiteX217" fmla="*/ 56540 w 697289"/>
                  <a:gd name="connsiteY217" fmla="*/ 177415 h 436036"/>
                  <a:gd name="connsiteX218" fmla="*/ 50246 w 697289"/>
                  <a:gd name="connsiteY218" fmla="*/ 179703 h 436036"/>
                  <a:gd name="connsiteX219" fmla="*/ 48698 w 697289"/>
                  <a:gd name="connsiteY219" fmla="*/ 181755 h 436036"/>
                  <a:gd name="connsiteX220" fmla="*/ 48698 w 697289"/>
                  <a:gd name="connsiteY220" fmla="*/ 188483 h 436036"/>
                  <a:gd name="connsiteX221" fmla="*/ 47722 w 697289"/>
                  <a:gd name="connsiteY221" fmla="*/ 191510 h 436036"/>
                  <a:gd name="connsiteX222" fmla="*/ 43482 w 697289"/>
                  <a:gd name="connsiteY222" fmla="*/ 194336 h 436036"/>
                  <a:gd name="connsiteX223" fmla="*/ 37828 w 697289"/>
                  <a:gd name="connsiteY223" fmla="*/ 201737 h 436036"/>
                  <a:gd name="connsiteX224" fmla="*/ 37626 w 697289"/>
                  <a:gd name="connsiteY224" fmla="*/ 214352 h 436036"/>
                  <a:gd name="connsiteX225" fmla="*/ 39140 w 697289"/>
                  <a:gd name="connsiteY225" fmla="*/ 222593 h 436036"/>
                  <a:gd name="connsiteX226" fmla="*/ 43044 w 697289"/>
                  <a:gd name="connsiteY226" fmla="*/ 226496 h 436036"/>
                  <a:gd name="connsiteX227" fmla="*/ 49573 w 697289"/>
                  <a:gd name="connsiteY227" fmla="*/ 232383 h 436036"/>
                  <a:gd name="connsiteX228" fmla="*/ 53915 w 697289"/>
                  <a:gd name="connsiteY228" fmla="*/ 239346 h 436036"/>
                  <a:gd name="connsiteX229" fmla="*/ 56742 w 697289"/>
                  <a:gd name="connsiteY229" fmla="*/ 245199 h 436036"/>
                  <a:gd name="connsiteX230" fmla="*/ 56304 w 697289"/>
                  <a:gd name="connsiteY230" fmla="*/ 251725 h 436036"/>
                  <a:gd name="connsiteX231" fmla="*/ 54117 w 697289"/>
                  <a:gd name="connsiteY231" fmla="*/ 258453 h 436036"/>
                  <a:gd name="connsiteX232" fmla="*/ 51929 w 697289"/>
                  <a:gd name="connsiteY232" fmla="*/ 262154 h 436036"/>
                  <a:gd name="connsiteX233" fmla="*/ 48900 w 697289"/>
                  <a:gd name="connsiteY233" fmla="*/ 265417 h 436036"/>
                  <a:gd name="connsiteX234" fmla="*/ 46511 w 697289"/>
                  <a:gd name="connsiteY234" fmla="*/ 271707 h 436036"/>
                  <a:gd name="connsiteX235" fmla="*/ 45198 w 697289"/>
                  <a:gd name="connsiteY235" fmla="*/ 279545 h 436036"/>
                  <a:gd name="connsiteX236" fmla="*/ 46073 w 697289"/>
                  <a:gd name="connsiteY236" fmla="*/ 284759 h 436036"/>
                  <a:gd name="connsiteX237" fmla="*/ 50414 w 697289"/>
                  <a:gd name="connsiteY237" fmla="*/ 287148 h 436036"/>
                  <a:gd name="connsiteX238" fmla="*/ 54487 w 697289"/>
                  <a:gd name="connsiteY238" fmla="*/ 285331 h 436036"/>
                  <a:gd name="connsiteX239" fmla="*/ 55227 w 697289"/>
                  <a:gd name="connsiteY239" fmla="*/ 283145 h 436036"/>
                  <a:gd name="connsiteX240" fmla="*/ 56540 w 697289"/>
                  <a:gd name="connsiteY240" fmla="*/ 282136 h 436036"/>
                  <a:gd name="connsiteX241" fmla="*/ 58424 w 697289"/>
                  <a:gd name="connsiteY241" fmla="*/ 279949 h 436036"/>
                  <a:gd name="connsiteX242" fmla="*/ 59569 w 697289"/>
                  <a:gd name="connsiteY242" fmla="*/ 277931 h 436036"/>
                  <a:gd name="connsiteX243" fmla="*/ 61151 w 697289"/>
                  <a:gd name="connsiteY243" fmla="*/ 277493 h 436036"/>
                  <a:gd name="connsiteX244" fmla="*/ 63035 w 697289"/>
                  <a:gd name="connsiteY244" fmla="*/ 279377 h 436036"/>
                  <a:gd name="connsiteX245" fmla="*/ 67242 w 697289"/>
                  <a:gd name="connsiteY245" fmla="*/ 280824 h 436036"/>
                  <a:gd name="connsiteX246" fmla="*/ 68117 w 697289"/>
                  <a:gd name="connsiteY246" fmla="*/ 279074 h 436036"/>
                  <a:gd name="connsiteX247" fmla="*/ 69564 w 697289"/>
                  <a:gd name="connsiteY247" fmla="*/ 274600 h 436036"/>
                  <a:gd name="connsiteX248" fmla="*/ 70136 w 697289"/>
                  <a:gd name="connsiteY248" fmla="*/ 271707 h 436036"/>
                  <a:gd name="connsiteX249" fmla="*/ 71886 w 697289"/>
                  <a:gd name="connsiteY249" fmla="*/ 269689 h 436036"/>
                  <a:gd name="connsiteX250" fmla="*/ 75487 w 697289"/>
                  <a:gd name="connsiteY250" fmla="*/ 268377 h 436036"/>
                  <a:gd name="connsiteX251" fmla="*/ 79694 w 697289"/>
                  <a:gd name="connsiteY251" fmla="*/ 267368 h 436036"/>
                  <a:gd name="connsiteX252" fmla="*/ 88814 w 697289"/>
                  <a:gd name="connsiteY252" fmla="*/ 265047 h 436036"/>
                  <a:gd name="connsiteX253" fmla="*/ 91574 w 697289"/>
                  <a:gd name="connsiteY253" fmla="*/ 262725 h 436036"/>
                  <a:gd name="connsiteX254" fmla="*/ 95916 w 697289"/>
                  <a:gd name="connsiteY254" fmla="*/ 258252 h 436036"/>
                  <a:gd name="connsiteX255" fmla="*/ 98675 w 697289"/>
                  <a:gd name="connsiteY255" fmla="*/ 257814 h 436036"/>
                  <a:gd name="connsiteX256" fmla="*/ 100997 w 697289"/>
                  <a:gd name="connsiteY256" fmla="*/ 255930 h 436036"/>
                  <a:gd name="connsiteX257" fmla="*/ 103185 w 697289"/>
                  <a:gd name="connsiteY257" fmla="*/ 252903 h 436036"/>
                  <a:gd name="connsiteX258" fmla="*/ 103050 w 697289"/>
                  <a:gd name="connsiteY258" fmla="*/ 249875 h 436036"/>
                  <a:gd name="connsiteX259" fmla="*/ 102849 w 697289"/>
                  <a:gd name="connsiteY259" fmla="*/ 247991 h 436036"/>
                  <a:gd name="connsiteX260" fmla="*/ 106483 w 697289"/>
                  <a:gd name="connsiteY260" fmla="*/ 244425 h 436036"/>
                  <a:gd name="connsiteX261" fmla="*/ 108031 w 697289"/>
                  <a:gd name="connsiteY261" fmla="*/ 245839 h 436036"/>
                  <a:gd name="connsiteX262" fmla="*/ 113046 w 697289"/>
                  <a:gd name="connsiteY262" fmla="*/ 248698 h 436036"/>
                  <a:gd name="connsiteX263" fmla="*/ 113046 w 697289"/>
                  <a:gd name="connsiteY263" fmla="*/ 253037 h 436036"/>
                  <a:gd name="connsiteX264" fmla="*/ 110455 w 697289"/>
                  <a:gd name="connsiteY264" fmla="*/ 259698 h 436036"/>
                  <a:gd name="connsiteX265" fmla="*/ 109882 w 697289"/>
                  <a:gd name="connsiteY265" fmla="*/ 262288 h 436036"/>
                  <a:gd name="connsiteX266" fmla="*/ 108368 w 697289"/>
                  <a:gd name="connsiteY266" fmla="*/ 266762 h 436036"/>
                  <a:gd name="connsiteX267" fmla="*/ 103656 w 697289"/>
                  <a:gd name="connsiteY267" fmla="*/ 269521 h 436036"/>
                  <a:gd name="connsiteX268" fmla="*/ 93089 w 697289"/>
                  <a:gd name="connsiteY268" fmla="*/ 269521 h 436036"/>
                  <a:gd name="connsiteX269" fmla="*/ 90464 w 697289"/>
                  <a:gd name="connsiteY269" fmla="*/ 275038 h 436036"/>
                  <a:gd name="connsiteX270" fmla="*/ 90464 w 697289"/>
                  <a:gd name="connsiteY270" fmla="*/ 283448 h 436036"/>
                  <a:gd name="connsiteX271" fmla="*/ 86122 w 697289"/>
                  <a:gd name="connsiteY271" fmla="*/ 283448 h 436036"/>
                  <a:gd name="connsiteX272" fmla="*/ 81781 w 697289"/>
                  <a:gd name="connsiteY272" fmla="*/ 287215 h 436036"/>
                  <a:gd name="connsiteX273" fmla="*/ 80333 w 697289"/>
                  <a:gd name="connsiteY273" fmla="*/ 290411 h 436036"/>
                  <a:gd name="connsiteX274" fmla="*/ 78314 w 697289"/>
                  <a:gd name="connsiteY274" fmla="*/ 291555 h 436036"/>
                  <a:gd name="connsiteX275" fmla="*/ 75420 w 697289"/>
                  <a:gd name="connsiteY275" fmla="*/ 295625 h 436036"/>
                  <a:gd name="connsiteX276" fmla="*/ 73973 w 697289"/>
                  <a:gd name="connsiteY276" fmla="*/ 295625 h 436036"/>
                  <a:gd name="connsiteX277" fmla="*/ 68117 w 697289"/>
                  <a:gd name="connsiteY277" fmla="*/ 297374 h 436036"/>
                  <a:gd name="connsiteX278" fmla="*/ 63540 w 697289"/>
                  <a:gd name="connsiteY278" fmla="*/ 297374 h 436036"/>
                  <a:gd name="connsiteX279" fmla="*/ 62026 w 697289"/>
                  <a:gd name="connsiteY279" fmla="*/ 299965 h 436036"/>
                  <a:gd name="connsiteX280" fmla="*/ 58862 w 697289"/>
                  <a:gd name="connsiteY280" fmla="*/ 302689 h 436036"/>
                  <a:gd name="connsiteX281" fmla="*/ 56035 w 697289"/>
                  <a:gd name="connsiteY281" fmla="*/ 304439 h 436036"/>
                  <a:gd name="connsiteX282" fmla="*/ 54184 w 697289"/>
                  <a:gd name="connsiteY282" fmla="*/ 306053 h 436036"/>
                  <a:gd name="connsiteX283" fmla="*/ 50718 w 697289"/>
                  <a:gd name="connsiteY283" fmla="*/ 310393 h 436036"/>
                  <a:gd name="connsiteX284" fmla="*/ 46814 w 697289"/>
                  <a:gd name="connsiteY284" fmla="*/ 312546 h 436036"/>
                  <a:gd name="connsiteX285" fmla="*/ 43549 w 697289"/>
                  <a:gd name="connsiteY285" fmla="*/ 313858 h 436036"/>
                  <a:gd name="connsiteX286" fmla="*/ 43549 w 697289"/>
                  <a:gd name="connsiteY286" fmla="*/ 319509 h 436036"/>
                  <a:gd name="connsiteX287" fmla="*/ 45602 w 697289"/>
                  <a:gd name="connsiteY287" fmla="*/ 323210 h 436036"/>
                  <a:gd name="connsiteX288" fmla="*/ 45266 w 697289"/>
                  <a:gd name="connsiteY288" fmla="*/ 325161 h 436036"/>
                  <a:gd name="connsiteX289" fmla="*/ 42674 w 697289"/>
                  <a:gd name="connsiteY289" fmla="*/ 329063 h 436036"/>
                  <a:gd name="connsiteX290" fmla="*/ 37458 w 697289"/>
                  <a:gd name="connsiteY290" fmla="*/ 332090 h 436036"/>
                  <a:gd name="connsiteX291" fmla="*/ 32006 w 697289"/>
                  <a:gd name="connsiteY291" fmla="*/ 332090 h 436036"/>
                  <a:gd name="connsiteX292" fmla="*/ 26991 w 697289"/>
                  <a:gd name="connsiteY292" fmla="*/ 333503 h 436036"/>
                  <a:gd name="connsiteX293" fmla="*/ 23289 w 697289"/>
                  <a:gd name="connsiteY293" fmla="*/ 335555 h 436036"/>
                  <a:gd name="connsiteX294" fmla="*/ 20226 w 697289"/>
                  <a:gd name="connsiteY294" fmla="*/ 338381 h 436036"/>
                  <a:gd name="connsiteX295" fmla="*/ 17837 w 697289"/>
                  <a:gd name="connsiteY295" fmla="*/ 340332 h 436036"/>
                  <a:gd name="connsiteX296" fmla="*/ 15649 w 697289"/>
                  <a:gd name="connsiteY296" fmla="*/ 345109 h 436036"/>
                  <a:gd name="connsiteX297" fmla="*/ 15649 w 697289"/>
                  <a:gd name="connsiteY297" fmla="*/ 349886 h 436036"/>
                  <a:gd name="connsiteX298" fmla="*/ 14774 w 697289"/>
                  <a:gd name="connsiteY298" fmla="*/ 354663 h 436036"/>
                  <a:gd name="connsiteX299" fmla="*/ 11745 w 697289"/>
                  <a:gd name="connsiteY299" fmla="*/ 354663 h 436036"/>
                  <a:gd name="connsiteX300" fmla="*/ 7842 w 697289"/>
                  <a:gd name="connsiteY300" fmla="*/ 359439 h 436036"/>
                  <a:gd name="connsiteX301" fmla="*/ 4139 w 697289"/>
                  <a:gd name="connsiteY301" fmla="*/ 362265 h 436036"/>
                  <a:gd name="connsiteX302" fmla="*/ 1313 w 697289"/>
                  <a:gd name="connsiteY302" fmla="*/ 365091 h 436036"/>
                  <a:gd name="connsiteX303" fmla="*/ 0 w 697289"/>
                  <a:gd name="connsiteY303" fmla="*/ 367681 h 436036"/>
                  <a:gd name="connsiteX304" fmla="*/ 0 w 697289"/>
                  <a:gd name="connsiteY304" fmla="*/ 371146 h 436036"/>
                  <a:gd name="connsiteX305" fmla="*/ 0 w 697289"/>
                  <a:gd name="connsiteY305" fmla="*/ 376596 h 436036"/>
                  <a:gd name="connsiteX306" fmla="*/ 1515 w 697289"/>
                  <a:gd name="connsiteY306" fmla="*/ 380498 h 436036"/>
                  <a:gd name="connsiteX307" fmla="*/ 6092 w 697289"/>
                  <a:gd name="connsiteY307" fmla="*/ 382449 h 436036"/>
                  <a:gd name="connsiteX308" fmla="*/ 14774 w 697289"/>
                  <a:gd name="connsiteY308" fmla="*/ 382449 h 436036"/>
                  <a:gd name="connsiteX309" fmla="*/ 24130 w 697289"/>
                  <a:gd name="connsiteY309" fmla="*/ 382449 h 436036"/>
                  <a:gd name="connsiteX310" fmla="*/ 31299 w 697289"/>
                  <a:gd name="connsiteY310" fmla="*/ 384635 h 436036"/>
                  <a:gd name="connsiteX311" fmla="*/ 36751 w 697289"/>
                  <a:gd name="connsiteY311" fmla="*/ 389614 h 436036"/>
                  <a:gd name="connsiteX312" fmla="*/ 40890 w 697289"/>
                  <a:gd name="connsiteY312" fmla="*/ 396342 h 436036"/>
                  <a:gd name="connsiteX313" fmla="*/ 48294 w 697289"/>
                  <a:gd name="connsiteY313" fmla="*/ 396342 h 436036"/>
                  <a:gd name="connsiteX314" fmla="*/ 54823 w 697289"/>
                  <a:gd name="connsiteY314" fmla="*/ 401321 h 436036"/>
                  <a:gd name="connsiteX315" fmla="*/ 59165 w 697289"/>
                  <a:gd name="connsiteY315" fmla="*/ 405896 h 436036"/>
                  <a:gd name="connsiteX316" fmla="*/ 59165 w 697289"/>
                  <a:gd name="connsiteY316" fmla="*/ 411749 h 436036"/>
                  <a:gd name="connsiteX317" fmla="*/ 60477 w 697289"/>
                  <a:gd name="connsiteY317" fmla="*/ 419991 h 436036"/>
                  <a:gd name="connsiteX318" fmla="*/ 64381 w 697289"/>
                  <a:gd name="connsiteY318" fmla="*/ 425642 h 436036"/>
                  <a:gd name="connsiteX319" fmla="*/ 75689 w 697289"/>
                  <a:gd name="connsiteY319" fmla="*/ 431058 h 436036"/>
                  <a:gd name="connsiteX320" fmla="*/ 84810 w 697289"/>
                  <a:gd name="connsiteY320" fmla="*/ 431058 h 436036"/>
                  <a:gd name="connsiteX321" fmla="*/ 99820 w 697289"/>
                  <a:gd name="connsiteY321" fmla="*/ 429645 h 436036"/>
                  <a:gd name="connsiteX322" fmla="*/ 102646 w 697289"/>
                  <a:gd name="connsiteY322" fmla="*/ 425642 h 436036"/>
                  <a:gd name="connsiteX323" fmla="*/ 108738 w 697289"/>
                  <a:gd name="connsiteY323" fmla="*/ 424129 h 436036"/>
                  <a:gd name="connsiteX324" fmla="*/ 117421 w 697289"/>
                  <a:gd name="connsiteY324" fmla="*/ 424129 h 436036"/>
                  <a:gd name="connsiteX325" fmla="*/ 126541 w 697289"/>
                  <a:gd name="connsiteY325" fmla="*/ 424129 h 436036"/>
                  <a:gd name="connsiteX326" fmla="*/ 132195 w 697289"/>
                  <a:gd name="connsiteY326" fmla="*/ 421942 h 436036"/>
                  <a:gd name="connsiteX327" fmla="*/ 141114 w 697289"/>
                  <a:gd name="connsiteY327" fmla="*/ 418645 h 436036"/>
                  <a:gd name="connsiteX328" fmla="*/ 147272 w 697289"/>
                  <a:gd name="connsiteY328" fmla="*/ 416761 h 436036"/>
                  <a:gd name="connsiteX329" fmla="*/ 148787 w 697289"/>
                  <a:gd name="connsiteY329" fmla="*/ 415786 h 436036"/>
                  <a:gd name="connsiteX330" fmla="*/ 146397 w 697289"/>
                  <a:gd name="connsiteY330" fmla="*/ 413398 h 436036"/>
                  <a:gd name="connsiteX331" fmla="*/ 147845 w 697289"/>
                  <a:gd name="connsiteY331" fmla="*/ 407611 h 436036"/>
                  <a:gd name="connsiteX332" fmla="*/ 147845 w 697289"/>
                  <a:gd name="connsiteY332" fmla="*/ 402397 h 436036"/>
                  <a:gd name="connsiteX333" fmla="*/ 152927 w 697289"/>
                  <a:gd name="connsiteY333" fmla="*/ 393416 h 436036"/>
                  <a:gd name="connsiteX334" fmla="*/ 157705 w 697289"/>
                  <a:gd name="connsiteY334" fmla="*/ 389951 h 436036"/>
                  <a:gd name="connsiteX335" fmla="*/ 163494 w 697289"/>
                  <a:gd name="connsiteY335" fmla="*/ 385308 h 436036"/>
                  <a:gd name="connsiteX336" fmla="*/ 175946 w 697289"/>
                  <a:gd name="connsiteY336" fmla="*/ 384165 h 436036"/>
                  <a:gd name="connsiteX337" fmla="*/ 189273 w 697289"/>
                  <a:gd name="connsiteY337" fmla="*/ 386183 h 436036"/>
                  <a:gd name="connsiteX338" fmla="*/ 198832 w 697289"/>
                  <a:gd name="connsiteY338" fmla="*/ 389076 h 436036"/>
                  <a:gd name="connsiteX339" fmla="*/ 202601 w 697289"/>
                  <a:gd name="connsiteY339" fmla="*/ 391969 h 436036"/>
                  <a:gd name="connsiteX340" fmla="*/ 205798 w 697289"/>
                  <a:gd name="connsiteY340" fmla="*/ 399201 h 436036"/>
                  <a:gd name="connsiteX341" fmla="*/ 210442 w 697289"/>
                  <a:gd name="connsiteY341" fmla="*/ 402397 h 436036"/>
                  <a:gd name="connsiteX342" fmla="*/ 210442 w 697289"/>
                  <a:gd name="connsiteY342" fmla="*/ 411076 h 436036"/>
                  <a:gd name="connsiteX343" fmla="*/ 210442 w 697289"/>
                  <a:gd name="connsiteY343" fmla="*/ 421202 h 436036"/>
                  <a:gd name="connsiteX344" fmla="*/ 216971 w 697289"/>
                  <a:gd name="connsiteY344" fmla="*/ 428434 h 436036"/>
                  <a:gd name="connsiteX345" fmla="*/ 220303 w 697289"/>
                  <a:gd name="connsiteY345" fmla="*/ 430453 h 436036"/>
                  <a:gd name="connsiteX346" fmla="*/ 224644 w 697289"/>
                  <a:gd name="connsiteY346" fmla="*/ 435364 h 436036"/>
                  <a:gd name="connsiteX347" fmla="*/ 230736 w 697289"/>
                  <a:gd name="connsiteY347" fmla="*/ 430453 h 436036"/>
                  <a:gd name="connsiteX348" fmla="*/ 233058 w 697289"/>
                  <a:gd name="connsiteY348" fmla="*/ 426685 h 436036"/>
                  <a:gd name="connsiteX349" fmla="*/ 233058 w 697289"/>
                  <a:gd name="connsiteY349" fmla="*/ 420596 h 436036"/>
                  <a:gd name="connsiteX350" fmla="*/ 240025 w 697289"/>
                  <a:gd name="connsiteY350" fmla="*/ 416896 h 436036"/>
                  <a:gd name="connsiteX351" fmla="*/ 250996 w 697289"/>
                  <a:gd name="connsiteY351" fmla="*/ 424599 h 436036"/>
                  <a:gd name="connsiteX352" fmla="*/ 254159 w 697289"/>
                  <a:gd name="connsiteY352" fmla="*/ 427963 h 436036"/>
                  <a:gd name="connsiteX353" fmla="*/ 259713 w 697289"/>
                  <a:gd name="connsiteY353" fmla="*/ 429040 h 436036"/>
                  <a:gd name="connsiteX354" fmla="*/ 265804 w 697289"/>
                  <a:gd name="connsiteY354" fmla="*/ 427627 h 436036"/>
                  <a:gd name="connsiteX355" fmla="*/ 272232 w 697289"/>
                  <a:gd name="connsiteY355" fmla="*/ 426551 h 436036"/>
                  <a:gd name="connsiteX356" fmla="*/ 277348 w 697289"/>
                  <a:gd name="connsiteY356" fmla="*/ 425676 h 436036"/>
                  <a:gd name="connsiteX357" fmla="*/ 281252 w 697289"/>
                  <a:gd name="connsiteY357" fmla="*/ 420361 h 436036"/>
                  <a:gd name="connsiteX358" fmla="*/ 282766 w 697289"/>
                  <a:gd name="connsiteY358" fmla="*/ 413398 h 436036"/>
                  <a:gd name="connsiteX359" fmla="*/ 283304 w 697289"/>
                  <a:gd name="connsiteY359" fmla="*/ 408722 h 436036"/>
                  <a:gd name="connsiteX360" fmla="*/ 289833 w 697289"/>
                  <a:gd name="connsiteY360" fmla="*/ 404247 h 436036"/>
                  <a:gd name="connsiteX361" fmla="*/ 295050 w 697289"/>
                  <a:gd name="connsiteY361" fmla="*/ 403373 h 436036"/>
                  <a:gd name="connsiteX362" fmla="*/ 301781 w 697289"/>
                  <a:gd name="connsiteY362" fmla="*/ 405862 h 436036"/>
                  <a:gd name="connsiteX363" fmla="*/ 305584 w 697289"/>
                  <a:gd name="connsiteY363" fmla="*/ 408352 h 436036"/>
                  <a:gd name="connsiteX364" fmla="*/ 309387 w 697289"/>
                  <a:gd name="connsiteY364" fmla="*/ 413768 h 436036"/>
                  <a:gd name="connsiteX365" fmla="*/ 310026 w 697289"/>
                  <a:gd name="connsiteY365" fmla="*/ 419419 h 436036"/>
                  <a:gd name="connsiteX366" fmla="*/ 309387 w 697289"/>
                  <a:gd name="connsiteY366" fmla="*/ 424835 h 436036"/>
                  <a:gd name="connsiteX367" fmla="*/ 315814 w 697289"/>
                  <a:gd name="connsiteY367" fmla="*/ 433850 h 436036"/>
                  <a:gd name="connsiteX368" fmla="*/ 322007 w 697289"/>
                  <a:gd name="connsiteY368" fmla="*/ 436037 h 436036"/>
                  <a:gd name="connsiteX369" fmla="*/ 330825 w 697289"/>
                  <a:gd name="connsiteY369" fmla="*/ 433110 h 436036"/>
                  <a:gd name="connsiteX370" fmla="*/ 336378 w 697289"/>
                  <a:gd name="connsiteY370" fmla="*/ 429645 h 436036"/>
                  <a:gd name="connsiteX371" fmla="*/ 341055 w 697289"/>
                  <a:gd name="connsiteY371" fmla="*/ 423220 h 436036"/>
                  <a:gd name="connsiteX372" fmla="*/ 342671 w 697289"/>
                  <a:gd name="connsiteY372" fmla="*/ 418006 h 436036"/>
                  <a:gd name="connsiteX373" fmla="*/ 341055 w 697289"/>
                  <a:gd name="connsiteY373" fmla="*/ 409092 h 436036"/>
                  <a:gd name="connsiteX374" fmla="*/ 342469 w 697289"/>
                  <a:gd name="connsiteY374" fmla="*/ 403776 h 436036"/>
                  <a:gd name="connsiteX375" fmla="*/ 346070 w 697289"/>
                  <a:gd name="connsiteY375" fmla="*/ 396611 h 436036"/>
                  <a:gd name="connsiteX376" fmla="*/ 351623 w 697289"/>
                  <a:gd name="connsiteY376" fmla="*/ 395299 h 436036"/>
                  <a:gd name="connsiteX377" fmla="*/ 362393 w 697289"/>
                  <a:gd name="connsiteY377" fmla="*/ 394660 h 436036"/>
                  <a:gd name="connsiteX378" fmla="*/ 365859 w 697289"/>
                  <a:gd name="connsiteY378" fmla="*/ 392373 h 436036"/>
                  <a:gd name="connsiteX379" fmla="*/ 364008 w 697289"/>
                  <a:gd name="connsiteY379" fmla="*/ 388773 h 436036"/>
                  <a:gd name="connsiteX380" fmla="*/ 364984 w 697289"/>
                  <a:gd name="connsiteY380" fmla="*/ 382785 h 436036"/>
                  <a:gd name="connsiteX381" fmla="*/ 368585 w 697289"/>
                  <a:gd name="connsiteY381" fmla="*/ 378210 h 436036"/>
                  <a:gd name="connsiteX382" fmla="*/ 369898 w 697289"/>
                  <a:gd name="connsiteY382" fmla="*/ 372996 h 436036"/>
                  <a:gd name="connsiteX383" fmla="*/ 370537 w 697289"/>
                  <a:gd name="connsiteY383" fmla="*/ 369195 h 436036"/>
                  <a:gd name="connsiteX384" fmla="*/ 370537 w 697289"/>
                  <a:gd name="connsiteY384" fmla="*/ 363207 h 436036"/>
                  <a:gd name="connsiteX385" fmla="*/ 370907 w 697289"/>
                  <a:gd name="connsiteY385" fmla="*/ 359507 h 436036"/>
                  <a:gd name="connsiteX386" fmla="*/ 373229 w 697289"/>
                  <a:gd name="connsiteY386" fmla="*/ 354057 h 436036"/>
                  <a:gd name="connsiteX387" fmla="*/ 382148 w 697289"/>
                  <a:gd name="connsiteY387" fmla="*/ 353284 h 436036"/>
                  <a:gd name="connsiteX388" fmla="*/ 388239 w 697289"/>
                  <a:gd name="connsiteY388" fmla="*/ 351871 h 436036"/>
                  <a:gd name="connsiteX389" fmla="*/ 394230 w 697289"/>
                  <a:gd name="connsiteY389" fmla="*/ 349045 h 436036"/>
                  <a:gd name="connsiteX390" fmla="*/ 399009 w 697289"/>
                  <a:gd name="connsiteY390" fmla="*/ 345344 h 436036"/>
                  <a:gd name="connsiteX391" fmla="*/ 407927 w 697289"/>
                  <a:gd name="connsiteY391" fmla="*/ 343932 h 436036"/>
                  <a:gd name="connsiteX392" fmla="*/ 417822 w 697289"/>
                  <a:gd name="connsiteY392" fmla="*/ 343932 h 436036"/>
                  <a:gd name="connsiteX393" fmla="*/ 419774 w 697289"/>
                  <a:gd name="connsiteY393" fmla="*/ 345546 h 436036"/>
                  <a:gd name="connsiteX394" fmla="*/ 420312 w 697289"/>
                  <a:gd name="connsiteY394" fmla="*/ 342182 h 436036"/>
                  <a:gd name="connsiteX395" fmla="*/ 421288 w 697289"/>
                  <a:gd name="connsiteY395" fmla="*/ 333941 h 436036"/>
                  <a:gd name="connsiteX396" fmla="*/ 423240 w 697289"/>
                  <a:gd name="connsiteY396" fmla="*/ 327650 h 436036"/>
                  <a:gd name="connsiteX397" fmla="*/ 426504 w 697289"/>
                  <a:gd name="connsiteY397" fmla="*/ 320821 h 436036"/>
                  <a:gd name="connsiteX398" fmla="*/ 433034 w 697289"/>
                  <a:gd name="connsiteY398" fmla="*/ 313757 h 436036"/>
                  <a:gd name="connsiteX399" fmla="*/ 436601 w 697289"/>
                  <a:gd name="connsiteY399" fmla="*/ 310494 h 436036"/>
                  <a:gd name="connsiteX400" fmla="*/ 439091 w 697289"/>
                  <a:gd name="connsiteY400" fmla="*/ 306692 h 436036"/>
                  <a:gd name="connsiteX401" fmla="*/ 439866 w 697289"/>
                  <a:gd name="connsiteY401" fmla="*/ 298316 h 436036"/>
                  <a:gd name="connsiteX402" fmla="*/ 440640 w 697289"/>
                  <a:gd name="connsiteY402" fmla="*/ 290276 h 436036"/>
                  <a:gd name="connsiteX403" fmla="*/ 443130 w 697289"/>
                  <a:gd name="connsiteY403" fmla="*/ 285836 h 436036"/>
                  <a:gd name="connsiteX404" fmla="*/ 446394 w 697289"/>
                  <a:gd name="connsiteY404" fmla="*/ 284759 h 436036"/>
                  <a:gd name="connsiteX405" fmla="*/ 451712 w 697289"/>
                  <a:gd name="connsiteY405" fmla="*/ 284759 h 436036"/>
                  <a:gd name="connsiteX406" fmla="*/ 458342 w 697289"/>
                  <a:gd name="connsiteY406" fmla="*/ 284860 h 436036"/>
                  <a:gd name="connsiteX407" fmla="*/ 465611 w 697289"/>
                  <a:gd name="connsiteY407" fmla="*/ 284860 h 436036"/>
                  <a:gd name="connsiteX408" fmla="*/ 464635 w 697289"/>
                  <a:gd name="connsiteY408" fmla="*/ 278132 h 436036"/>
                  <a:gd name="connsiteX409" fmla="*/ 462683 w 697289"/>
                  <a:gd name="connsiteY409" fmla="*/ 273120 h 436036"/>
                  <a:gd name="connsiteX410" fmla="*/ 462784 w 697289"/>
                  <a:gd name="connsiteY410" fmla="*/ 267368 h 436036"/>
                  <a:gd name="connsiteX411" fmla="*/ 464837 w 697289"/>
                  <a:gd name="connsiteY411" fmla="*/ 267166 h 436036"/>
                  <a:gd name="connsiteX412" fmla="*/ 470155 w 697289"/>
                  <a:gd name="connsiteY412" fmla="*/ 269554 h 436036"/>
                  <a:gd name="connsiteX413" fmla="*/ 474395 w 697289"/>
                  <a:gd name="connsiteY413" fmla="*/ 269453 h 436036"/>
                  <a:gd name="connsiteX414" fmla="*/ 475910 w 697289"/>
                  <a:gd name="connsiteY414" fmla="*/ 265013 h 436036"/>
                  <a:gd name="connsiteX415" fmla="*/ 476011 w 697289"/>
                  <a:gd name="connsiteY415" fmla="*/ 260337 h 436036"/>
                  <a:gd name="connsiteX416" fmla="*/ 473958 w 697289"/>
                  <a:gd name="connsiteY416" fmla="*/ 254686 h 436036"/>
                  <a:gd name="connsiteX417" fmla="*/ 474832 w 697289"/>
                  <a:gd name="connsiteY417" fmla="*/ 250447 h 436036"/>
                  <a:gd name="connsiteX418" fmla="*/ 477861 w 697289"/>
                  <a:gd name="connsiteY418" fmla="*/ 247823 h 436036"/>
                  <a:gd name="connsiteX419" fmla="*/ 480352 w 697289"/>
                  <a:gd name="connsiteY419" fmla="*/ 245233 h 436036"/>
                  <a:gd name="connsiteX420" fmla="*/ 485131 w 697289"/>
                  <a:gd name="connsiteY420" fmla="*/ 245771 h 436036"/>
                  <a:gd name="connsiteX421" fmla="*/ 487958 w 697289"/>
                  <a:gd name="connsiteY421" fmla="*/ 247958 h 436036"/>
                  <a:gd name="connsiteX422" fmla="*/ 490684 w 697289"/>
                  <a:gd name="connsiteY422" fmla="*/ 248294 h 436036"/>
                  <a:gd name="connsiteX423" fmla="*/ 492198 w 697289"/>
                  <a:gd name="connsiteY423" fmla="*/ 246545 h 436036"/>
                  <a:gd name="connsiteX424" fmla="*/ 493275 w 697289"/>
                  <a:gd name="connsiteY424" fmla="*/ 242104 h 436036"/>
                  <a:gd name="connsiteX425" fmla="*/ 493814 w 697289"/>
                  <a:gd name="connsiteY425" fmla="*/ 237563 h 436036"/>
                  <a:gd name="connsiteX426" fmla="*/ 491323 w 697289"/>
                  <a:gd name="connsiteY426" fmla="*/ 236049 h 436036"/>
                  <a:gd name="connsiteX427" fmla="*/ 488294 w 697289"/>
                  <a:gd name="connsiteY427" fmla="*/ 234838 h 436036"/>
                  <a:gd name="connsiteX428" fmla="*/ 486982 w 697289"/>
                  <a:gd name="connsiteY428" fmla="*/ 231474 h 436036"/>
                  <a:gd name="connsiteX429" fmla="*/ 486746 w 697289"/>
                  <a:gd name="connsiteY429" fmla="*/ 226698 h 436036"/>
                  <a:gd name="connsiteX430" fmla="*/ 485871 w 697289"/>
                  <a:gd name="connsiteY430" fmla="*/ 225924 h 436036"/>
                  <a:gd name="connsiteX431" fmla="*/ 483145 w 697289"/>
                  <a:gd name="connsiteY431" fmla="*/ 225722 h 436036"/>
                  <a:gd name="connsiteX432" fmla="*/ 480116 w 697289"/>
                  <a:gd name="connsiteY432" fmla="*/ 224545 h 436036"/>
                  <a:gd name="connsiteX433" fmla="*/ 478366 w 697289"/>
                  <a:gd name="connsiteY433" fmla="*/ 223031 h 436036"/>
                  <a:gd name="connsiteX434" fmla="*/ 477356 w 697289"/>
                  <a:gd name="connsiteY434" fmla="*/ 221517 h 436036"/>
                  <a:gd name="connsiteX435" fmla="*/ 477020 w 697289"/>
                  <a:gd name="connsiteY435" fmla="*/ 220440 h 436036"/>
                  <a:gd name="connsiteX436" fmla="*/ 476381 w 697289"/>
                  <a:gd name="connsiteY436" fmla="*/ 218489 h 436036"/>
                  <a:gd name="connsiteX437" fmla="*/ 474967 w 697289"/>
                  <a:gd name="connsiteY437" fmla="*/ 215462 h 436036"/>
                  <a:gd name="connsiteX438" fmla="*/ 475506 w 697289"/>
                  <a:gd name="connsiteY438" fmla="*/ 212199 h 436036"/>
                  <a:gd name="connsiteX439" fmla="*/ 477121 w 697289"/>
                  <a:gd name="connsiteY439" fmla="*/ 211324 h 436036"/>
                  <a:gd name="connsiteX440" fmla="*/ 480150 w 697289"/>
                  <a:gd name="connsiteY440" fmla="*/ 211526 h 436036"/>
                  <a:gd name="connsiteX441" fmla="*/ 482539 w 697289"/>
                  <a:gd name="connsiteY441" fmla="*/ 214251 h 436036"/>
                  <a:gd name="connsiteX442" fmla="*/ 485131 w 697289"/>
                  <a:gd name="connsiteY442" fmla="*/ 216303 h 436036"/>
                  <a:gd name="connsiteX443" fmla="*/ 488160 w 697289"/>
                  <a:gd name="connsiteY443" fmla="*/ 217177 h 436036"/>
                  <a:gd name="connsiteX444" fmla="*/ 489775 w 697289"/>
                  <a:gd name="connsiteY444" fmla="*/ 216841 h 436036"/>
                  <a:gd name="connsiteX445" fmla="*/ 491424 w 697289"/>
                  <a:gd name="connsiteY445" fmla="*/ 215428 h 436036"/>
                  <a:gd name="connsiteX446" fmla="*/ 491963 w 697289"/>
                  <a:gd name="connsiteY446" fmla="*/ 213578 h 436036"/>
                  <a:gd name="connsiteX447" fmla="*/ 493477 w 697289"/>
                  <a:gd name="connsiteY447" fmla="*/ 211291 h 436036"/>
                  <a:gd name="connsiteX448" fmla="*/ 494352 w 697289"/>
                  <a:gd name="connsiteY448" fmla="*/ 210517 h 436036"/>
                  <a:gd name="connsiteX449" fmla="*/ 497078 w 697289"/>
                  <a:gd name="connsiteY449" fmla="*/ 209440 h 436036"/>
                  <a:gd name="connsiteX450" fmla="*/ 498054 w 697289"/>
                  <a:gd name="connsiteY450" fmla="*/ 211930 h 436036"/>
                  <a:gd name="connsiteX451" fmla="*/ 498155 w 697289"/>
                  <a:gd name="connsiteY451" fmla="*/ 214116 h 436036"/>
                  <a:gd name="connsiteX452" fmla="*/ 498054 w 697289"/>
                  <a:gd name="connsiteY452" fmla="*/ 218456 h 436036"/>
                  <a:gd name="connsiteX453" fmla="*/ 497516 w 697289"/>
                  <a:gd name="connsiteY453" fmla="*/ 221281 h 436036"/>
                  <a:gd name="connsiteX454" fmla="*/ 495766 w 697289"/>
                  <a:gd name="connsiteY454" fmla="*/ 223771 h 436036"/>
                  <a:gd name="connsiteX455" fmla="*/ 495530 w 697289"/>
                  <a:gd name="connsiteY455" fmla="*/ 226698 h 436036"/>
                  <a:gd name="connsiteX456" fmla="*/ 495530 w 697289"/>
                  <a:gd name="connsiteY456" fmla="*/ 230600 h 436036"/>
                  <a:gd name="connsiteX457" fmla="*/ 496506 w 697289"/>
                  <a:gd name="connsiteY457" fmla="*/ 233964 h 436036"/>
                  <a:gd name="connsiteX458" fmla="*/ 501083 w 697289"/>
                  <a:gd name="connsiteY458" fmla="*/ 234838 h 436036"/>
                  <a:gd name="connsiteX459" fmla="*/ 505122 w 697289"/>
                  <a:gd name="connsiteY459" fmla="*/ 234300 h 436036"/>
                  <a:gd name="connsiteX460" fmla="*/ 506199 w 697289"/>
                  <a:gd name="connsiteY460" fmla="*/ 232248 h 436036"/>
                  <a:gd name="connsiteX461" fmla="*/ 509800 w 697289"/>
                  <a:gd name="connsiteY461" fmla="*/ 228548 h 436036"/>
                  <a:gd name="connsiteX462" fmla="*/ 513064 w 697289"/>
                  <a:gd name="connsiteY462" fmla="*/ 225957 h 436036"/>
                  <a:gd name="connsiteX463" fmla="*/ 516228 w 697289"/>
                  <a:gd name="connsiteY463" fmla="*/ 224107 h 436036"/>
                  <a:gd name="connsiteX464" fmla="*/ 519391 w 697289"/>
                  <a:gd name="connsiteY464" fmla="*/ 222694 h 436036"/>
                  <a:gd name="connsiteX465" fmla="*/ 522858 w 697289"/>
                  <a:gd name="connsiteY465" fmla="*/ 222156 h 436036"/>
                  <a:gd name="connsiteX466" fmla="*/ 528074 w 697289"/>
                  <a:gd name="connsiteY466" fmla="*/ 221954 h 436036"/>
                  <a:gd name="connsiteX467" fmla="*/ 531002 w 697289"/>
                  <a:gd name="connsiteY467" fmla="*/ 220205 h 436036"/>
                  <a:gd name="connsiteX468" fmla="*/ 532079 w 697289"/>
                  <a:gd name="connsiteY468" fmla="*/ 217817 h 436036"/>
                  <a:gd name="connsiteX469" fmla="*/ 532516 w 697289"/>
                  <a:gd name="connsiteY469" fmla="*/ 214015 h 436036"/>
                  <a:gd name="connsiteX470" fmla="*/ 531742 w 697289"/>
                  <a:gd name="connsiteY470" fmla="*/ 210315 h 436036"/>
                  <a:gd name="connsiteX471" fmla="*/ 530093 w 697289"/>
                  <a:gd name="connsiteY471" fmla="*/ 203251 h 436036"/>
                  <a:gd name="connsiteX472" fmla="*/ 529017 w 697289"/>
                  <a:gd name="connsiteY472" fmla="*/ 199113 h 436036"/>
                  <a:gd name="connsiteX473" fmla="*/ 526829 w 697289"/>
                  <a:gd name="connsiteY473" fmla="*/ 193663 h 436036"/>
                  <a:gd name="connsiteX474" fmla="*/ 526829 w 697289"/>
                  <a:gd name="connsiteY474" fmla="*/ 184110 h 436036"/>
                  <a:gd name="connsiteX475" fmla="*/ 527704 w 697289"/>
                  <a:gd name="connsiteY475" fmla="*/ 180645 h 436036"/>
                  <a:gd name="connsiteX476" fmla="*/ 532920 w 697289"/>
                  <a:gd name="connsiteY476" fmla="*/ 180645 h 436036"/>
                  <a:gd name="connsiteX477" fmla="*/ 536185 w 697289"/>
                  <a:gd name="connsiteY477" fmla="*/ 183908 h 436036"/>
                  <a:gd name="connsiteX478" fmla="*/ 540089 w 697289"/>
                  <a:gd name="connsiteY478" fmla="*/ 187608 h 436036"/>
                  <a:gd name="connsiteX479" fmla="*/ 543118 w 697289"/>
                  <a:gd name="connsiteY479" fmla="*/ 188920 h 436036"/>
                  <a:gd name="connsiteX480" fmla="*/ 546382 w 697289"/>
                  <a:gd name="connsiteY480" fmla="*/ 190434 h 436036"/>
                  <a:gd name="connsiteX481" fmla="*/ 547257 w 697289"/>
                  <a:gd name="connsiteY481" fmla="*/ 186296 h 436036"/>
                  <a:gd name="connsiteX482" fmla="*/ 545305 w 697289"/>
                  <a:gd name="connsiteY482" fmla="*/ 181721 h 436036"/>
                  <a:gd name="connsiteX483" fmla="*/ 546180 w 697289"/>
                  <a:gd name="connsiteY483" fmla="*/ 176709 h 436036"/>
                  <a:gd name="connsiteX484" fmla="*/ 546618 w 697289"/>
                  <a:gd name="connsiteY484" fmla="*/ 173681 h 436036"/>
                  <a:gd name="connsiteX485" fmla="*/ 548132 w 697289"/>
                  <a:gd name="connsiteY485" fmla="*/ 172168 h 436036"/>
                  <a:gd name="connsiteX486" fmla="*/ 549647 w 697289"/>
                  <a:gd name="connsiteY486" fmla="*/ 169981 h 436036"/>
                  <a:gd name="connsiteX487" fmla="*/ 546820 w 697289"/>
                  <a:gd name="connsiteY487" fmla="*/ 168467 h 436036"/>
                  <a:gd name="connsiteX488" fmla="*/ 541166 w 697289"/>
                  <a:gd name="connsiteY488" fmla="*/ 168467 h 436036"/>
                  <a:gd name="connsiteX489" fmla="*/ 533122 w 697289"/>
                  <a:gd name="connsiteY489" fmla="*/ 168366 h 436036"/>
                  <a:gd name="connsiteX490" fmla="*/ 527704 w 697289"/>
                  <a:gd name="connsiteY490" fmla="*/ 166314 h 436036"/>
                  <a:gd name="connsiteX491" fmla="*/ 525954 w 697289"/>
                  <a:gd name="connsiteY491" fmla="*/ 160461 h 436036"/>
                  <a:gd name="connsiteX492" fmla="*/ 530531 w 697289"/>
                  <a:gd name="connsiteY492" fmla="*/ 156559 h 436036"/>
                  <a:gd name="connsiteX493" fmla="*/ 534670 w 697289"/>
                  <a:gd name="connsiteY493" fmla="*/ 156323 h 436036"/>
                  <a:gd name="connsiteX494" fmla="*/ 538137 w 697289"/>
                  <a:gd name="connsiteY494" fmla="*/ 156323 h 436036"/>
                  <a:gd name="connsiteX495" fmla="*/ 543791 w 697289"/>
                  <a:gd name="connsiteY495" fmla="*/ 157736 h 436036"/>
                  <a:gd name="connsiteX496" fmla="*/ 545541 w 697289"/>
                  <a:gd name="connsiteY496" fmla="*/ 160226 h 436036"/>
                  <a:gd name="connsiteX497" fmla="*/ 551430 w 697289"/>
                  <a:gd name="connsiteY497" fmla="*/ 160427 h 436036"/>
                  <a:gd name="connsiteX498" fmla="*/ 558161 w 697289"/>
                  <a:gd name="connsiteY498" fmla="*/ 155651 h 436036"/>
                  <a:gd name="connsiteX499" fmla="*/ 561628 w 697289"/>
                  <a:gd name="connsiteY499" fmla="*/ 149360 h 436036"/>
                  <a:gd name="connsiteX500" fmla="*/ 568359 w 697289"/>
                  <a:gd name="connsiteY500" fmla="*/ 148485 h 436036"/>
                  <a:gd name="connsiteX501" fmla="*/ 574652 w 697289"/>
                  <a:gd name="connsiteY501" fmla="*/ 147409 h 436036"/>
                  <a:gd name="connsiteX502" fmla="*/ 583571 w 697289"/>
                  <a:gd name="connsiteY502" fmla="*/ 143708 h 436036"/>
                  <a:gd name="connsiteX503" fmla="*/ 589426 w 697289"/>
                  <a:gd name="connsiteY503" fmla="*/ 143271 h 436036"/>
                  <a:gd name="connsiteX504" fmla="*/ 589426 w 697289"/>
                  <a:gd name="connsiteY504" fmla="*/ 137182 h 436036"/>
                  <a:gd name="connsiteX505" fmla="*/ 588013 w 697289"/>
                  <a:gd name="connsiteY505" fmla="*/ 132406 h 436036"/>
                  <a:gd name="connsiteX506" fmla="*/ 589225 w 697289"/>
                  <a:gd name="connsiteY506" fmla="*/ 127191 h 436036"/>
                  <a:gd name="connsiteX507" fmla="*/ 595316 w 697289"/>
                  <a:gd name="connsiteY507" fmla="*/ 127831 h 436036"/>
                  <a:gd name="connsiteX508" fmla="*/ 602047 w 697289"/>
                  <a:gd name="connsiteY508" fmla="*/ 126956 h 436036"/>
                  <a:gd name="connsiteX509" fmla="*/ 599658 w 697289"/>
                  <a:gd name="connsiteY509" fmla="*/ 131733 h 436036"/>
                  <a:gd name="connsiteX510" fmla="*/ 594643 w 697289"/>
                  <a:gd name="connsiteY510" fmla="*/ 134121 h 436036"/>
                  <a:gd name="connsiteX511" fmla="*/ 593330 w 697289"/>
                  <a:gd name="connsiteY511" fmla="*/ 138696 h 436036"/>
                  <a:gd name="connsiteX512" fmla="*/ 597907 w 697289"/>
                  <a:gd name="connsiteY512" fmla="*/ 143473 h 436036"/>
                  <a:gd name="connsiteX513" fmla="*/ 601609 w 697289"/>
                  <a:gd name="connsiteY513" fmla="*/ 144112 h 436036"/>
                  <a:gd name="connsiteX514" fmla="*/ 605513 w 697289"/>
                  <a:gd name="connsiteY514" fmla="*/ 144549 h 436036"/>
                  <a:gd name="connsiteX515" fmla="*/ 608105 w 697289"/>
                  <a:gd name="connsiteY515" fmla="*/ 143675 h 436036"/>
                  <a:gd name="connsiteX516" fmla="*/ 609215 w 697289"/>
                  <a:gd name="connsiteY516" fmla="*/ 141085 h 436036"/>
                  <a:gd name="connsiteX517" fmla="*/ 608340 w 697289"/>
                  <a:gd name="connsiteY517" fmla="*/ 136745 h 436036"/>
                  <a:gd name="connsiteX518" fmla="*/ 610292 w 697289"/>
                  <a:gd name="connsiteY518" fmla="*/ 132607 h 436036"/>
                  <a:gd name="connsiteX519" fmla="*/ 614432 w 697289"/>
                  <a:gd name="connsiteY519" fmla="*/ 128268 h 436036"/>
                  <a:gd name="connsiteX520" fmla="*/ 615946 w 697289"/>
                  <a:gd name="connsiteY520" fmla="*/ 125442 h 436036"/>
                  <a:gd name="connsiteX521" fmla="*/ 619446 w 697289"/>
                  <a:gd name="connsiteY521" fmla="*/ 122415 h 436036"/>
                  <a:gd name="connsiteX522" fmla="*/ 622913 w 697289"/>
                  <a:gd name="connsiteY522" fmla="*/ 120901 h 436036"/>
                  <a:gd name="connsiteX523" fmla="*/ 627490 w 697289"/>
                  <a:gd name="connsiteY523" fmla="*/ 117873 h 436036"/>
                  <a:gd name="connsiteX524" fmla="*/ 629442 w 697289"/>
                  <a:gd name="connsiteY524" fmla="*/ 116124 h 436036"/>
                  <a:gd name="connsiteX525" fmla="*/ 632033 w 697289"/>
                  <a:gd name="connsiteY525" fmla="*/ 112659 h 436036"/>
                  <a:gd name="connsiteX526" fmla="*/ 637485 w 697289"/>
                  <a:gd name="connsiteY526" fmla="*/ 115922 h 436036"/>
                  <a:gd name="connsiteX527" fmla="*/ 644014 w 697289"/>
                  <a:gd name="connsiteY527" fmla="*/ 116999 h 436036"/>
                  <a:gd name="connsiteX528" fmla="*/ 645764 w 697289"/>
                  <a:gd name="connsiteY528" fmla="*/ 116763 h 436036"/>
                  <a:gd name="connsiteX529" fmla="*/ 647952 w 697289"/>
                  <a:gd name="connsiteY529" fmla="*/ 114375 h 436036"/>
                  <a:gd name="connsiteX530" fmla="*/ 650543 w 697289"/>
                  <a:gd name="connsiteY530" fmla="*/ 108723 h 436036"/>
                  <a:gd name="connsiteX531" fmla="*/ 650981 w 697289"/>
                  <a:gd name="connsiteY531" fmla="*/ 102870 h 436036"/>
                  <a:gd name="connsiteX532" fmla="*/ 651418 w 697289"/>
                  <a:gd name="connsiteY532" fmla="*/ 100482 h 436036"/>
                  <a:gd name="connsiteX533" fmla="*/ 655558 w 697289"/>
                  <a:gd name="connsiteY533" fmla="*/ 100280 h 436036"/>
                  <a:gd name="connsiteX534" fmla="*/ 657072 w 697289"/>
                  <a:gd name="connsiteY534" fmla="*/ 105494 h 436036"/>
                  <a:gd name="connsiteX535" fmla="*/ 658149 w 697289"/>
                  <a:gd name="connsiteY535" fmla="*/ 113298 h 436036"/>
                  <a:gd name="connsiteX536" fmla="*/ 659226 w 697289"/>
                  <a:gd name="connsiteY536" fmla="*/ 118075 h 436036"/>
                  <a:gd name="connsiteX537" fmla="*/ 660976 w 697289"/>
                  <a:gd name="connsiteY537" fmla="*/ 124803 h 436036"/>
                  <a:gd name="connsiteX538" fmla="*/ 666832 w 697289"/>
                  <a:gd name="connsiteY538" fmla="*/ 127393 h 436036"/>
                  <a:gd name="connsiteX539" fmla="*/ 672688 w 697289"/>
                  <a:gd name="connsiteY539" fmla="*/ 128268 h 436036"/>
                  <a:gd name="connsiteX540" fmla="*/ 676827 w 697289"/>
                  <a:gd name="connsiteY540" fmla="*/ 125240 h 436036"/>
                  <a:gd name="connsiteX541" fmla="*/ 683356 w 697289"/>
                  <a:gd name="connsiteY541" fmla="*/ 120026 h 436036"/>
                  <a:gd name="connsiteX542" fmla="*/ 685982 w 697289"/>
                  <a:gd name="connsiteY542" fmla="*/ 118277 h 436036"/>
                  <a:gd name="connsiteX543" fmla="*/ 688808 w 697289"/>
                  <a:gd name="connsiteY543" fmla="*/ 115687 h 436036"/>
                  <a:gd name="connsiteX544" fmla="*/ 690323 w 697289"/>
                  <a:gd name="connsiteY544" fmla="*/ 113736 h 436036"/>
                  <a:gd name="connsiteX545" fmla="*/ 690323 w 697289"/>
                  <a:gd name="connsiteY545" fmla="*/ 111112 h 436036"/>
                  <a:gd name="connsiteX546" fmla="*/ 688270 w 697289"/>
                  <a:gd name="connsiteY546" fmla="*/ 107647 h 436036"/>
                  <a:gd name="connsiteX547" fmla="*/ 690323 w 697289"/>
                  <a:gd name="connsiteY547" fmla="*/ 103072 h 436036"/>
                  <a:gd name="connsiteX548" fmla="*/ 692510 w 697289"/>
                  <a:gd name="connsiteY548" fmla="*/ 101760 h 436036"/>
                  <a:gd name="connsiteX549" fmla="*/ 694261 w 697289"/>
                  <a:gd name="connsiteY549" fmla="*/ 98059 h 436036"/>
                  <a:gd name="connsiteX550" fmla="*/ 690559 w 697289"/>
                  <a:gd name="connsiteY550" fmla="*/ 96108 h 436036"/>
                  <a:gd name="connsiteX551" fmla="*/ 687731 w 697289"/>
                  <a:gd name="connsiteY551" fmla="*/ 96748 h 436036"/>
                  <a:gd name="connsiteX552" fmla="*/ 683828 w 697289"/>
                  <a:gd name="connsiteY552" fmla="*/ 98261 h 436036"/>
                  <a:gd name="connsiteX553" fmla="*/ 678813 w 697289"/>
                  <a:gd name="connsiteY553" fmla="*/ 101087 h 436036"/>
                  <a:gd name="connsiteX554" fmla="*/ 675347 w 697289"/>
                  <a:gd name="connsiteY554" fmla="*/ 101087 h 436036"/>
                  <a:gd name="connsiteX555" fmla="*/ 676659 w 697289"/>
                  <a:gd name="connsiteY555" fmla="*/ 98261 h 436036"/>
                  <a:gd name="connsiteX556" fmla="*/ 677097 w 697289"/>
                  <a:gd name="connsiteY556" fmla="*/ 92845 h 436036"/>
                  <a:gd name="connsiteX557" fmla="*/ 677298 w 697289"/>
                  <a:gd name="connsiteY557" fmla="*/ 89145 h 436036"/>
                  <a:gd name="connsiteX558" fmla="*/ 678611 w 697289"/>
                  <a:gd name="connsiteY558" fmla="*/ 87833 h 436036"/>
                  <a:gd name="connsiteX559" fmla="*/ 681000 w 697289"/>
                  <a:gd name="connsiteY559" fmla="*/ 86319 h 436036"/>
                  <a:gd name="connsiteX560" fmla="*/ 683828 w 697289"/>
                  <a:gd name="connsiteY560" fmla="*/ 84806 h 436036"/>
                  <a:gd name="connsiteX561" fmla="*/ 686856 w 697289"/>
                  <a:gd name="connsiteY561" fmla="*/ 80668 h 436036"/>
                  <a:gd name="connsiteX562" fmla="*/ 686856 w 697289"/>
                  <a:gd name="connsiteY562" fmla="*/ 73704 h 436036"/>
                  <a:gd name="connsiteX563" fmla="*/ 688270 w 697289"/>
                  <a:gd name="connsiteY563" fmla="*/ 68053 h 436036"/>
                  <a:gd name="connsiteX564" fmla="*/ 690356 w 697289"/>
                  <a:gd name="connsiteY564" fmla="*/ 65025 h 436036"/>
                  <a:gd name="connsiteX565" fmla="*/ 692948 w 697289"/>
                  <a:gd name="connsiteY565" fmla="*/ 60248 h 436036"/>
                  <a:gd name="connsiteX566" fmla="*/ 696212 w 697289"/>
                  <a:gd name="connsiteY566" fmla="*/ 56346 h 436036"/>
                  <a:gd name="connsiteX567" fmla="*/ 697290 w 697289"/>
                  <a:gd name="connsiteY567" fmla="*/ 54597 h 436036"/>
                  <a:gd name="connsiteX568" fmla="*/ 697290 w 697289"/>
                  <a:gd name="connsiteY568" fmla="*/ 51771 h 436036"/>
                  <a:gd name="connsiteX569" fmla="*/ 695977 w 697289"/>
                  <a:gd name="connsiteY569" fmla="*/ 49820 h 43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697289" h="436036">
                    <a:moveTo>
                      <a:pt x="695977" y="49820"/>
                    </a:moveTo>
                    <a:lnTo>
                      <a:pt x="693688" y="49618"/>
                    </a:lnTo>
                    <a:lnTo>
                      <a:pt x="689347" y="51368"/>
                    </a:lnTo>
                    <a:cubicBezTo>
                      <a:pt x="689347" y="51368"/>
                      <a:pt x="686957" y="51805"/>
                      <a:pt x="686318" y="52007"/>
                    </a:cubicBezTo>
                    <a:cubicBezTo>
                      <a:pt x="685678" y="52209"/>
                      <a:pt x="680025" y="55270"/>
                      <a:pt x="680025" y="55270"/>
                    </a:cubicBezTo>
                    <a:cubicBezTo>
                      <a:pt x="680025" y="55270"/>
                      <a:pt x="676121" y="57221"/>
                      <a:pt x="675448" y="57221"/>
                    </a:cubicBezTo>
                    <a:cubicBezTo>
                      <a:pt x="674808" y="57221"/>
                      <a:pt x="668279" y="58096"/>
                      <a:pt x="667404" y="58096"/>
                    </a:cubicBezTo>
                    <a:cubicBezTo>
                      <a:pt x="666529" y="58096"/>
                      <a:pt x="662625" y="56582"/>
                      <a:pt x="662625" y="56582"/>
                    </a:cubicBezTo>
                    <a:lnTo>
                      <a:pt x="662625" y="49618"/>
                    </a:lnTo>
                    <a:lnTo>
                      <a:pt x="662625" y="44169"/>
                    </a:lnTo>
                    <a:lnTo>
                      <a:pt x="658721" y="41141"/>
                    </a:lnTo>
                    <a:lnTo>
                      <a:pt x="655894" y="43765"/>
                    </a:lnTo>
                    <a:lnTo>
                      <a:pt x="651317" y="45279"/>
                    </a:lnTo>
                    <a:lnTo>
                      <a:pt x="648928" y="42251"/>
                    </a:lnTo>
                    <a:lnTo>
                      <a:pt x="647178" y="38988"/>
                    </a:lnTo>
                    <a:lnTo>
                      <a:pt x="642029" y="39056"/>
                    </a:lnTo>
                    <a:lnTo>
                      <a:pt x="638057" y="39863"/>
                    </a:lnTo>
                    <a:cubicBezTo>
                      <a:pt x="638057" y="39863"/>
                      <a:pt x="633716" y="42184"/>
                      <a:pt x="633480" y="42251"/>
                    </a:cubicBezTo>
                    <a:cubicBezTo>
                      <a:pt x="633278" y="42319"/>
                      <a:pt x="630081" y="44068"/>
                      <a:pt x="629778" y="44135"/>
                    </a:cubicBezTo>
                    <a:cubicBezTo>
                      <a:pt x="629475" y="44203"/>
                      <a:pt x="627086" y="47533"/>
                      <a:pt x="627086" y="47533"/>
                    </a:cubicBezTo>
                    <a:lnTo>
                      <a:pt x="624562" y="51738"/>
                    </a:lnTo>
                    <a:lnTo>
                      <a:pt x="623485" y="53992"/>
                    </a:lnTo>
                    <a:lnTo>
                      <a:pt x="619345" y="53992"/>
                    </a:lnTo>
                    <a:lnTo>
                      <a:pt x="614331" y="54631"/>
                    </a:lnTo>
                    <a:lnTo>
                      <a:pt x="609350" y="55505"/>
                    </a:lnTo>
                    <a:lnTo>
                      <a:pt x="605446" y="56380"/>
                    </a:lnTo>
                    <a:lnTo>
                      <a:pt x="601307" y="57457"/>
                    </a:lnTo>
                    <a:lnTo>
                      <a:pt x="598042" y="58970"/>
                    </a:lnTo>
                    <a:lnTo>
                      <a:pt x="594138" y="59172"/>
                    </a:lnTo>
                    <a:lnTo>
                      <a:pt x="588686" y="58533"/>
                    </a:lnTo>
                    <a:lnTo>
                      <a:pt x="585657" y="55909"/>
                    </a:lnTo>
                    <a:lnTo>
                      <a:pt x="583469" y="53756"/>
                    </a:lnTo>
                    <a:lnTo>
                      <a:pt x="581518" y="50930"/>
                    </a:lnTo>
                    <a:lnTo>
                      <a:pt x="579128" y="47903"/>
                    </a:lnTo>
                    <a:lnTo>
                      <a:pt x="577378" y="44438"/>
                    </a:lnTo>
                    <a:lnTo>
                      <a:pt x="577378" y="40973"/>
                    </a:lnTo>
                    <a:lnTo>
                      <a:pt x="577378" y="37710"/>
                    </a:lnTo>
                    <a:lnTo>
                      <a:pt x="575662" y="37508"/>
                    </a:lnTo>
                    <a:lnTo>
                      <a:pt x="573912" y="38147"/>
                    </a:lnTo>
                    <a:lnTo>
                      <a:pt x="572162" y="40973"/>
                    </a:lnTo>
                    <a:lnTo>
                      <a:pt x="572162" y="44001"/>
                    </a:lnTo>
                    <a:lnTo>
                      <a:pt x="571287" y="48777"/>
                    </a:lnTo>
                    <a:lnTo>
                      <a:pt x="567147" y="48777"/>
                    </a:lnTo>
                    <a:lnTo>
                      <a:pt x="564959" y="48004"/>
                    </a:lnTo>
                    <a:lnTo>
                      <a:pt x="560618" y="44842"/>
                    </a:lnTo>
                    <a:lnTo>
                      <a:pt x="555839" y="44203"/>
                    </a:lnTo>
                    <a:lnTo>
                      <a:pt x="553652" y="41579"/>
                    </a:lnTo>
                    <a:lnTo>
                      <a:pt x="554729" y="35725"/>
                    </a:lnTo>
                    <a:lnTo>
                      <a:pt x="554729" y="33976"/>
                    </a:lnTo>
                    <a:lnTo>
                      <a:pt x="552878" y="30074"/>
                    </a:lnTo>
                    <a:lnTo>
                      <a:pt x="549950" y="29637"/>
                    </a:lnTo>
                    <a:lnTo>
                      <a:pt x="547123" y="29199"/>
                    </a:lnTo>
                    <a:lnTo>
                      <a:pt x="540829" y="27685"/>
                    </a:lnTo>
                    <a:lnTo>
                      <a:pt x="536488" y="25095"/>
                    </a:lnTo>
                    <a:lnTo>
                      <a:pt x="533425" y="22471"/>
                    </a:lnTo>
                    <a:lnTo>
                      <a:pt x="529084" y="21832"/>
                    </a:lnTo>
                    <a:lnTo>
                      <a:pt x="524305" y="22068"/>
                    </a:lnTo>
                    <a:lnTo>
                      <a:pt x="517136" y="24658"/>
                    </a:lnTo>
                    <a:lnTo>
                      <a:pt x="508218" y="28796"/>
                    </a:lnTo>
                    <a:lnTo>
                      <a:pt x="503641" y="29435"/>
                    </a:lnTo>
                    <a:lnTo>
                      <a:pt x="499939" y="30949"/>
                    </a:lnTo>
                    <a:lnTo>
                      <a:pt x="493208" y="35086"/>
                    </a:lnTo>
                    <a:lnTo>
                      <a:pt x="489304" y="36600"/>
                    </a:lnTo>
                    <a:lnTo>
                      <a:pt x="484525" y="38349"/>
                    </a:lnTo>
                    <a:lnTo>
                      <a:pt x="479948" y="38114"/>
                    </a:lnTo>
                    <a:lnTo>
                      <a:pt x="475169" y="39190"/>
                    </a:lnTo>
                    <a:lnTo>
                      <a:pt x="471904" y="42218"/>
                    </a:lnTo>
                    <a:lnTo>
                      <a:pt x="473857" y="45918"/>
                    </a:lnTo>
                    <a:lnTo>
                      <a:pt x="477121" y="46793"/>
                    </a:lnTo>
                    <a:lnTo>
                      <a:pt x="479948" y="49618"/>
                    </a:lnTo>
                    <a:lnTo>
                      <a:pt x="479948" y="52007"/>
                    </a:lnTo>
                    <a:lnTo>
                      <a:pt x="476347" y="56784"/>
                    </a:lnTo>
                    <a:lnTo>
                      <a:pt x="470356" y="64184"/>
                    </a:lnTo>
                    <a:lnTo>
                      <a:pt x="463390" y="70912"/>
                    </a:lnTo>
                    <a:lnTo>
                      <a:pt x="456861" y="76564"/>
                    </a:lnTo>
                    <a:lnTo>
                      <a:pt x="448616" y="77640"/>
                    </a:lnTo>
                    <a:lnTo>
                      <a:pt x="446664" y="78515"/>
                    </a:lnTo>
                    <a:lnTo>
                      <a:pt x="444510" y="81980"/>
                    </a:lnTo>
                    <a:lnTo>
                      <a:pt x="443837" y="85680"/>
                    </a:lnTo>
                    <a:lnTo>
                      <a:pt x="446024" y="87429"/>
                    </a:lnTo>
                    <a:lnTo>
                      <a:pt x="448649" y="89616"/>
                    </a:lnTo>
                    <a:lnTo>
                      <a:pt x="448649" y="92206"/>
                    </a:lnTo>
                    <a:lnTo>
                      <a:pt x="446798" y="96983"/>
                    </a:lnTo>
                    <a:cubicBezTo>
                      <a:pt x="446798" y="96983"/>
                      <a:pt x="443870" y="101558"/>
                      <a:pt x="443433" y="102197"/>
                    </a:cubicBezTo>
                    <a:cubicBezTo>
                      <a:pt x="442995" y="102836"/>
                      <a:pt x="439731" y="106974"/>
                      <a:pt x="439731" y="106974"/>
                    </a:cubicBezTo>
                    <a:cubicBezTo>
                      <a:pt x="439731" y="106974"/>
                      <a:pt x="433639" y="109362"/>
                      <a:pt x="432764" y="109362"/>
                    </a:cubicBezTo>
                    <a:cubicBezTo>
                      <a:pt x="431890" y="109362"/>
                      <a:pt x="426908" y="109564"/>
                      <a:pt x="426908" y="109564"/>
                    </a:cubicBezTo>
                    <a:lnTo>
                      <a:pt x="417351" y="109564"/>
                    </a:lnTo>
                    <a:lnTo>
                      <a:pt x="410182" y="110102"/>
                    </a:lnTo>
                    <a:lnTo>
                      <a:pt x="403889" y="111953"/>
                    </a:lnTo>
                    <a:lnTo>
                      <a:pt x="400187" y="112592"/>
                    </a:lnTo>
                    <a:cubicBezTo>
                      <a:pt x="400187" y="112592"/>
                      <a:pt x="391941" y="113029"/>
                      <a:pt x="391066" y="112794"/>
                    </a:cubicBezTo>
                    <a:cubicBezTo>
                      <a:pt x="390191" y="112592"/>
                      <a:pt x="384336" y="110843"/>
                      <a:pt x="384336" y="110843"/>
                    </a:cubicBezTo>
                    <a:lnTo>
                      <a:pt x="379119" y="108454"/>
                    </a:lnTo>
                    <a:lnTo>
                      <a:pt x="373902" y="106940"/>
                    </a:lnTo>
                    <a:lnTo>
                      <a:pt x="373902" y="101087"/>
                    </a:lnTo>
                    <a:cubicBezTo>
                      <a:pt x="373902" y="101087"/>
                      <a:pt x="367475" y="97185"/>
                      <a:pt x="366835" y="96748"/>
                    </a:cubicBezTo>
                    <a:cubicBezTo>
                      <a:pt x="366196" y="96310"/>
                      <a:pt x="363234" y="94359"/>
                      <a:pt x="363234" y="94359"/>
                    </a:cubicBezTo>
                    <a:cubicBezTo>
                      <a:pt x="363234" y="94359"/>
                      <a:pt x="356066" y="91331"/>
                      <a:pt x="355191" y="90894"/>
                    </a:cubicBezTo>
                    <a:cubicBezTo>
                      <a:pt x="354316" y="90457"/>
                      <a:pt x="355830" y="87833"/>
                      <a:pt x="355830" y="87833"/>
                    </a:cubicBezTo>
                    <a:lnTo>
                      <a:pt x="356469" y="85007"/>
                    </a:lnTo>
                    <a:lnTo>
                      <a:pt x="362931" y="83191"/>
                    </a:lnTo>
                    <a:lnTo>
                      <a:pt x="362123" y="77035"/>
                    </a:lnTo>
                    <a:lnTo>
                      <a:pt x="361686" y="69230"/>
                    </a:lnTo>
                    <a:lnTo>
                      <a:pt x="361619" y="61998"/>
                    </a:lnTo>
                    <a:lnTo>
                      <a:pt x="362864" y="57423"/>
                    </a:lnTo>
                    <a:lnTo>
                      <a:pt x="363941" y="53352"/>
                    </a:lnTo>
                    <a:lnTo>
                      <a:pt x="367272" y="49955"/>
                    </a:lnTo>
                    <a:lnTo>
                      <a:pt x="369931" y="46389"/>
                    </a:lnTo>
                    <a:lnTo>
                      <a:pt x="370470" y="44034"/>
                    </a:lnTo>
                    <a:cubicBezTo>
                      <a:pt x="370470" y="44034"/>
                      <a:pt x="368518" y="41646"/>
                      <a:pt x="368080" y="41410"/>
                    </a:cubicBezTo>
                    <a:cubicBezTo>
                      <a:pt x="367643" y="41209"/>
                      <a:pt x="364176" y="39998"/>
                      <a:pt x="363840" y="39998"/>
                    </a:cubicBezTo>
                    <a:cubicBezTo>
                      <a:pt x="363503" y="39998"/>
                      <a:pt x="360138" y="38786"/>
                      <a:pt x="360138" y="38786"/>
                    </a:cubicBezTo>
                    <a:lnTo>
                      <a:pt x="359263" y="37575"/>
                    </a:lnTo>
                    <a:lnTo>
                      <a:pt x="359902" y="33875"/>
                    </a:lnTo>
                    <a:lnTo>
                      <a:pt x="359902" y="31386"/>
                    </a:lnTo>
                    <a:lnTo>
                      <a:pt x="361652" y="28661"/>
                    </a:lnTo>
                    <a:lnTo>
                      <a:pt x="361652" y="23447"/>
                    </a:lnTo>
                    <a:lnTo>
                      <a:pt x="361652" y="20857"/>
                    </a:lnTo>
                    <a:lnTo>
                      <a:pt x="360306" y="20083"/>
                    </a:lnTo>
                    <a:lnTo>
                      <a:pt x="355897" y="17795"/>
                    </a:lnTo>
                    <a:lnTo>
                      <a:pt x="352431" y="16921"/>
                    </a:lnTo>
                    <a:lnTo>
                      <a:pt x="350041" y="18132"/>
                    </a:lnTo>
                    <a:lnTo>
                      <a:pt x="347551" y="18334"/>
                    </a:lnTo>
                    <a:lnTo>
                      <a:pt x="346037" y="18535"/>
                    </a:lnTo>
                    <a:cubicBezTo>
                      <a:pt x="346037" y="18535"/>
                      <a:pt x="347214" y="16483"/>
                      <a:pt x="347349" y="16046"/>
                    </a:cubicBezTo>
                    <a:cubicBezTo>
                      <a:pt x="347450" y="15609"/>
                      <a:pt x="348325" y="14196"/>
                      <a:pt x="348325" y="14196"/>
                    </a:cubicBezTo>
                    <a:lnTo>
                      <a:pt x="349301" y="11908"/>
                    </a:lnTo>
                    <a:lnTo>
                      <a:pt x="347887" y="9285"/>
                    </a:lnTo>
                    <a:cubicBezTo>
                      <a:pt x="347887" y="9285"/>
                      <a:pt x="346037" y="7434"/>
                      <a:pt x="345936" y="7098"/>
                    </a:cubicBezTo>
                    <a:cubicBezTo>
                      <a:pt x="345835" y="6762"/>
                      <a:pt x="342570" y="5483"/>
                      <a:pt x="342570" y="5483"/>
                    </a:cubicBezTo>
                    <a:lnTo>
                      <a:pt x="340719" y="5248"/>
                    </a:lnTo>
                    <a:lnTo>
                      <a:pt x="337017" y="5685"/>
                    </a:lnTo>
                    <a:cubicBezTo>
                      <a:pt x="337017" y="5685"/>
                      <a:pt x="335806" y="6459"/>
                      <a:pt x="334964" y="6896"/>
                    </a:cubicBezTo>
                    <a:cubicBezTo>
                      <a:pt x="334089" y="7333"/>
                      <a:pt x="332911" y="9621"/>
                      <a:pt x="332911" y="9621"/>
                    </a:cubicBezTo>
                    <a:lnTo>
                      <a:pt x="331700" y="11673"/>
                    </a:lnTo>
                    <a:lnTo>
                      <a:pt x="329411" y="14061"/>
                    </a:lnTo>
                    <a:cubicBezTo>
                      <a:pt x="329411" y="14061"/>
                      <a:pt x="327897" y="15811"/>
                      <a:pt x="327796" y="16113"/>
                    </a:cubicBezTo>
                    <a:cubicBezTo>
                      <a:pt x="327695" y="16450"/>
                      <a:pt x="326281" y="17863"/>
                      <a:pt x="326281" y="17863"/>
                    </a:cubicBezTo>
                    <a:lnTo>
                      <a:pt x="322041" y="18199"/>
                    </a:lnTo>
                    <a:lnTo>
                      <a:pt x="318574" y="17560"/>
                    </a:lnTo>
                    <a:lnTo>
                      <a:pt x="317397" y="15070"/>
                    </a:lnTo>
                    <a:lnTo>
                      <a:pt x="315882" y="12581"/>
                    </a:lnTo>
                    <a:lnTo>
                      <a:pt x="307132" y="12649"/>
                    </a:lnTo>
                    <a:cubicBezTo>
                      <a:pt x="307132" y="12649"/>
                      <a:pt x="302454" y="12850"/>
                      <a:pt x="302218" y="12985"/>
                    </a:cubicBezTo>
                    <a:cubicBezTo>
                      <a:pt x="302016" y="13086"/>
                      <a:pt x="294646" y="13792"/>
                      <a:pt x="294646" y="13792"/>
                    </a:cubicBezTo>
                    <a:cubicBezTo>
                      <a:pt x="294646" y="13792"/>
                      <a:pt x="291281" y="12178"/>
                      <a:pt x="291112" y="12043"/>
                    </a:cubicBezTo>
                    <a:cubicBezTo>
                      <a:pt x="290944" y="11942"/>
                      <a:pt x="286939" y="10731"/>
                      <a:pt x="286939" y="10731"/>
                    </a:cubicBezTo>
                    <a:cubicBezTo>
                      <a:pt x="286939" y="10731"/>
                      <a:pt x="285189" y="11707"/>
                      <a:pt x="285055" y="11774"/>
                    </a:cubicBezTo>
                    <a:cubicBezTo>
                      <a:pt x="284886" y="11841"/>
                      <a:pt x="283472" y="14229"/>
                      <a:pt x="283472" y="14229"/>
                    </a:cubicBezTo>
                    <a:lnTo>
                      <a:pt x="282766" y="18804"/>
                    </a:lnTo>
                    <a:cubicBezTo>
                      <a:pt x="282766" y="18804"/>
                      <a:pt x="283472" y="25600"/>
                      <a:pt x="283472" y="25802"/>
                    </a:cubicBezTo>
                    <a:cubicBezTo>
                      <a:pt x="283472" y="26037"/>
                      <a:pt x="281588" y="28964"/>
                      <a:pt x="280881" y="29535"/>
                    </a:cubicBezTo>
                    <a:cubicBezTo>
                      <a:pt x="280174" y="30141"/>
                      <a:pt x="278256" y="32529"/>
                      <a:pt x="277684" y="33169"/>
                    </a:cubicBezTo>
                    <a:cubicBezTo>
                      <a:pt x="277078" y="33808"/>
                      <a:pt x="275732" y="36364"/>
                      <a:pt x="275732" y="36364"/>
                    </a:cubicBezTo>
                    <a:lnTo>
                      <a:pt x="273410" y="38820"/>
                    </a:lnTo>
                    <a:lnTo>
                      <a:pt x="271559" y="37912"/>
                    </a:lnTo>
                    <a:lnTo>
                      <a:pt x="271794" y="36499"/>
                    </a:lnTo>
                    <a:lnTo>
                      <a:pt x="273141" y="32429"/>
                    </a:lnTo>
                    <a:lnTo>
                      <a:pt x="274386" y="29435"/>
                    </a:lnTo>
                    <a:lnTo>
                      <a:pt x="275362" y="26441"/>
                    </a:lnTo>
                    <a:lnTo>
                      <a:pt x="275025" y="18031"/>
                    </a:lnTo>
                    <a:lnTo>
                      <a:pt x="273073" y="14768"/>
                    </a:lnTo>
                    <a:lnTo>
                      <a:pt x="270011" y="13019"/>
                    </a:lnTo>
                    <a:lnTo>
                      <a:pt x="268261" y="11942"/>
                    </a:lnTo>
                    <a:lnTo>
                      <a:pt x="265669" y="12379"/>
                    </a:lnTo>
                    <a:lnTo>
                      <a:pt x="260251" y="11303"/>
                    </a:lnTo>
                    <a:lnTo>
                      <a:pt x="259140" y="9554"/>
                    </a:lnTo>
                    <a:lnTo>
                      <a:pt x="259140" y="4339"/>
                    </a:lnTo>
                    <a:lnTo>
                      <a:pt x="259140" y="1749"/>
                    </a:lnTo>
                    <a:lnTo>
                      <a:pt x="256549" y="0"/>
                    </a:lnTo>
                    <a:lnTo>
                      <a:pt x="253284" y="0"/>
                    </a:lnTo>
                    <a:lnTo>
                      <a:pt x="252208" y="875"/>
                    </a:lnTo>
                    <a:lnTo>
                      <a:pt x="252208" y="3128"/>
                    </a:lnTo>
                    <a:lnTo>
                      <a:pt x="250356" y="7266"/>
                    </a:lnTo>
                    <a:lnTo>
                      <a:pt x="248741" y="9890"/>
                    </a:lnTo>
                    <a:lnTo>
                      <a:pt x="246150" y="12278"/>
                    </a:lnTo>
                    <a:cubicBezTo>
                      <a:pt x="246150" y="12278"/>
                      <a:pt x="243525" y="12278"/>
                      <a:pt x="242649" y="12278"/>
                    </a:cubicBezTo>
                    <a:cubicBezTo>
                      <a:pt x="241774" y="12278"/>
                      <a:pt x="236356" y="13355"/>
                      <a:pt x="236356" y="13355"/>
                    </a:cubicBezTo>
                    <a:lnTo>
                      <a:pt x="231342" y="14869"/>
                    </a:lnTo>
                    <a:lnTo>
                      <a:pt x="231342" y="23312"/>
                    </a:lnTo>
                    <a:lnTo>
                      <a:pt x="229390" y="26340"/>
                    </a:lnTo>
                    <a:lnTo>
                      <a:pt x="227640" y="31991"/>
                    </a:lnTo>
                    <a:lnTo>
                      <a:pt x="226563" y="36566"/>
                    </a:lnTo>
                    <a:lnTo>
                      <a:pt x="220707" y="40704"/>
                    </a:lnTo>
                    <a:lnTo>
                      <a:pt x="213539" y="43967"/>
                    </a:lnTo>
                    <a:lnTo>
                      <a:pt x="206168" y="45279"/>
                    </a:lnTo>
                    <a:lnTo>
                      <a:pt x="201591" y="45279"/>
                    </a:lnTo>
                    <a:cubicBezTo>
                      <a:pt x="201591" y="45279"/>
                      <a:pt x="193985" y="48542"/>
                      <a:pt x="191360" y="48979"/>
                    </a:cubicBezTo>
                    <a:cubicBezTo>
                      <a:pt x="188735" y="49417"/>
                      <a:pt x="186144" y="48542"/>
                      <a:pt x="185269" y="48777"/>
                    </a:cubicBezTo>
                    <a:cubicBezTo>
                      <a:pt x="184394" y="48979"/>
                      <a:pt x="178302" y="48777"/>
                      <a:pt x="178302" y="48777"/>
                    </a:cubicBezTo>
                    <a:cubicBezTo>
                      <a:pt x="178302" y="48777"/>
                      <a:pt x="175038" y="48777"/>
                      <a:pt x="170461" y="48777"/>
                    </a:cubicBezTo>
                    <a:cubicBezTo>
                      <a:pt x="165884" y="48777"/>
                      <a:pt x="166119" y="50190"/>
                      <a:pt x="165681" y="51065"/>
                    </a:cubicBezTo>
                    <a:cubicBezTo>
                      <a:pt x="165244" y="51940"/>
                      <a:pt x="161778" y="55068"/>
                      <a:pt x="160263" y="57053"/>
                    </a:cubicBezTo>
                    <a:cubicBezTo>
                      <a:pt x="158749" y="59004"/>
                      <a:pt x="157638" y="62502"/>
                      <a:pt x="156999" y="63343"/>
                    </a:cubicBezTo>
                    <a:cubicBezTo>
                      <a:pt x="156359" y="64218"/>
                      <a:pt x="153095" y="69432"/>
                      <a:pt x="152422" y="70071"/>
                    </a:cubicBezTo>
                    <a:cubicBezTo>
                      <a:pt x="151782" y="70711"/>
                      <a:pt x="147407" y="77237"/>
                      <a:pt x="146196" y="77674"/>
                    </a:cubicBezTo>
                    <a:cubicBezTo>
                      <a:pt x="144984" y="78111"/>
                      <a:pt x="137210" y="76160"/>
                      <a:pt x="137210" y="76160"/>
                    </a:cubicBezTo>
                    <a:lnTo>
                      <a:pt x="132195" y="74646"/>
                    </a:lnTo>
                    <a:lnTo>
                      <a:pt x="126541" y="75723"/>
                    </a:lnTo>
                    <a:lnTo>
                      <a:pt x="116983" y="87665"/>
                    </a:lnTo>
                    <a:lnTo>
                      <a:pt x="114594" y="91567"/>
                    </a:lnTo>
                    <a:lnTo>
                      <a:pt x="109377" y="100246"/>
                    </a:lnTo>
                    <a:lnTo>
                      <a:pt x="105036" y="101558"/>
                    </a:lnTo>
                    <a:lnTo>
                      <a:pt x="100021" y="103072"/>
                    </a:lnTo>
                    <a:cubicBezTo>
                      <a:pt x="100021" y="103072"/>
                      <a:pt x="96555" y="106974"/>
                      <a:pt x="94805" y="108084"/>
                    </a:cubicBezTo>
                    <a:cubicBezTo>
                      <a:pt x="93055" y="109161"/>
                      <a:pt x="92853" y="113298"/>
                      <a:pt x="92853" y="113298"/>
                    </a:cubicBezTo>
                    <a:lnTo>
                      <a:pt x="92415" y="118277"/>
                    </a:lnTo>
                    <a:lnTo>
                      <a:pt x="92180" y="128705"/>
                    </a:lnTo>
                    <a:lnTo>
                      <a:pt x="89791" y="136106"/>
                    </a:lnTo>
                    <a:lnTo>
                      <a:pt x="86762" y="141118"/>
                    </a:lnTo>
                    <a:lnTo>
                      <a:pt x="80872" y="147644"/>
                    </a:lnTo>
                    <a:cubicBezTo>
                      <a:pt x="80872" y="147644"/>
                      <a:pt x="75858" y="153733"/>
                      <a:pt x="75454" y="154608"/>
                    </a:cubicBezTo>
                    <a:cubicBezTo>
                      <a:pt x="75016" y="155482"/>
                      <a:pt x="74377" y="162648"/>
                      <a:pt x="74377" y="162648"/>
                    </a:cubicBezTo>
                    <a:lnTo>
                      <a:pt x="66771" y="173076"/>
                    </a:lnTo>
                    <a:lnTo>
                      <a:pt x="63506" y="176339"/>
                    </a:lnTo>
                    <a:lnTo>
                      <a:pt x="61756" y="177415"/>
                    </a:lnTo>
                    <a:lnTo>
                      <a:pt x="56540" y="177415"/>
                    </a:lnTo>
                    <a:cubicBezTo>
                      <a:pt x="56540" y="177415"/>
                      <a:pt x="50886" y="179467"/>
                      <a:pt x="50246" y="179703"/>
                    </a:cubicBezTo>
                    <a:cubicBezTo>
                      <a:pt x="49607" y="179905"/>
                      <a:pt x="48698" y="181755"/>
                      <a:pt x="48698" y="181755"/>
                    </a:cubicBezTo>
                    <a:lnTo>
                      <a:pt x="48698" y="188483"/>
                    </a:lnTo>
                    <a:lnTo>
                      <a:pt x="47722" y="191510"/>
                    </a:lnTo>
                    <a:lnTo>
                      <a:pt x="43482" y="194336"/>
                    </a:lnTo>
                    <a:lnTo>
                      <a:pt x="37828" y="201737"/>
                    </a:lnTo>
                    <a:lnTo>
                      <a:pt x="37626" y="214352"/>
                    </a:lnTo>
                    <a:lnTo>
                      <a:pt x="39140" y="222593"/>
                    </a:lnTo>
                    <a:lnTo>
                      <a:pt x="43044" y="226496"/>
                    </a:lnTo>
                    <a:lnTo>
                      <a:pt x="49573" y="232383"/>
                    </a:lnTo>
                    <a:lnTo>
                      <a:pt x="53915" y="239346"/>
                    </a:lnTo>
                    <a:lnTo>
                      <a:pt x="56742" y="245199"/>
                    </a:lnTo>
                    <a:lnTo>
                      <a:pt x="56304" y="251725"/>
                    </a:lnTo>
                    <a:lnTo>
                      <a:pt x="54117" y="258453"/>
                    </a:lnTo>
                    <a:cubicBezTo>
                      <a:pt x="54117" y="258453"/>
                      <a:pt x="52165" y="261481"/>
                      <a:pt x="51929" y="262154"/>
                    </a:cubicBezTo>
                    <a:cubicBezTo>
                      <a:pt x="51727" y="262793"/>
                      <a:pt x="49539" y="265181"/>
                      <a:pt x="48900" y="265417"/>
                    </a:cubicBezTo>
                    <a:cubicBezTo>
                      <a:pt x="48261" y="265619"/>
                      <a:pt x="46948" y="270833"/>
                      <a:pt x="46511" y="271707"/>
                    </a:cubicBezTo>
                    <a:cubicBezTo>
                      <a:pt x="46073" y="272582"/>
                      <a:pt x="45198" y="278872"/>
                      <a:pt x="45198" y="279545"/>
                    </a:cubicBezTo>
                    <a:cubicBezTo>
                      <a:pt x="45198" y="280184"/>
                      <a:pt x="46073" y="284759"/>
                      <a:pt x="46073" y="284759"/>
                    </a:cubicBezTo>
                    <a:lnTo>
                      <a:pt x="50414" y="287148"/>
                    </a:lnTo>
                    <a:lnTo>
                      <a:pt x="54487" y="285331"/>
                    </a:lnTo>
                    <a:lnTo>
                      <a:pt x="55227" y="283145"/>
                    </a:lnTo>
                    <a:lnTo>
                      <a:pt x="56540" y="282136"/>
                    </a:lnTo>
                    <a:lnTo>
                      <a:pt x="58424" y="279949"/>
                    </a:lnTo>
                    <a:lnTo>
                      <a:pt x="59569" y="277931"/>
                    </a:lnTo>
                    <a:lnTo>
                      <a:pt x="61151" y="277493"/>
                    </a:lnTo>
                    <a:lnTo>
                      <a:pt x="63035" y="279377"/>
                    </a:lnTo>
                    <a:lnTo>
                      <a:pt x="67242" y="280824"/>
                    </a:lnTo>
                    <a:lnTo>
                      <a:pt x="68117" y="279074"/>
                    </a:lnTo>
                    <a:lnTo>
                      <a:pt x="69564" y="274600"/>
                    </a:lnTo>
                    <a:lnTo>
                      <a:pt x="70136" y="271707"/>
                    </a:lnTo>
                    <a:lnTo>
                      <a:pt x="71886" y="269689"/>
                    </a:lnTo>
                    <a:lnTo>
                      <a:pt x="75487" y="268377"/>
                    </a:lnTo>
                    <a:lnTo>
                      <a:pt x="79694" y="267368"/>
                    </a:lnTo>
                    <a:lnTo>
                      <a:pt x="88814" y="265047"/>
                    </a:lnTo>
                    <a:cubicBezTo>
                      <a:pt x="88814" y="265047"/>
                      <a:pt x="90968" y="263028"/>
                      <a:pt x="91574" y="262725"/>
                    </a:cubicBezTo>
                    <a:cubicBezTo>
                      <a:pt x="92146" y="262457"/>
                      <a:pt x="95916" y="258252"/>
                      <a:pt x="95916" y="258252"/>
                    </a:cubicBezTo>
                    <a:cubicBezTo>
                      <a:pt x="95916" y="258252"/>
                      <a:pt x="98238" y="258252"/>
                      <a:pt x="98675" y="257814"/>
                    </a:cubicBezTo>
                    <a:cubicBezTo>
                      <a:pt x="99113" y="257377"/>
                      <a:pt x="100425" y="256233"/>
                      <a:pt x="100997" y="255930"/>
                    </a:cubicBezTo>
                    <a:cubicBezTo>
                      <a:pt x="101570" y="255628"/>
                      <a:pt x="103185" y="252903"/>
                      <a:pt x="103185" y="252903"/>
                    </a:cubicBezTo>
                    <a:lnTo>
                      <a:pt x="103050" y="249875"/>
                    </a:lnTo>
                    <a:lnTo>
                      <a:pt x="102849" y="247991"/>
                    </a:lnTo>
                    <a:lnTo>
                      <a:pt x="106483" y="244425"/>
                    </a:lnTo>
                    <a:lnTo>
                      <a:pt x="108031" y="245839"/>
                    </a:lnTo>
                    <a:lnTo>
                      <a:pt x="113046" y="248698"/>
                    </a:lnTo>
                    <a:lnTo>
                      <a:pt x="113046" y="253037"/>
                    </a:lnTo>
                    <a:lnTo>
                      <a:pt x="110455" y="259698"/>
                    </a:lnTo>
                    <a:lnTo>
                      <a:pt x="109882" y="262288"/>
                    </a:lnTo>
                    <a:lnTo>
                      <a:pt x="108368" y="266762"/>
                    </a:lnTo>
                    <a:lnTo>
                      <a:pt x="103656" y="269521"/>
                    </a:lnTo>
                    <a:lnTo>
                      <a:pt x="93089" y="269521"/>
                    </a:lnTo>
                    <a:lnTo>
                      <a:pt x="90464" y="275038"/>
                    </a:lnTo>
                    <a:lnTo>
                      <a:pt x="90464" y="283448"/>
                    </a:lnTo>
                    <a:lnTo>
                      <a:pt x="86122" y="283448"/>
                    </a:lnTo>
                    <a:lnTo>
                      <a:pt x="81781" y="287215"/>
                    </a:lnTo>
                    <a:lnTo>
                      <a:pt x="80333" y="290411"/>
                    </a:lnTo>
                    <a:lnTo>
                      <a:pt x="78314" y="291555"/>
                    </a:lnTo>
                    <a:lnTo>
                      <a:pt x="75420" y="295625"/>
                    </a:lnTo>
                    <a:lnTo>
                      <a:pt x="73973" y="295625"/>
                    </a:lnTo>
                    <a:lnTo>
                      <a:pt x="68117" y="297374"/>
                    </a:lnTo>
                    <a:lnTo>
                      <a:pt x="63540" y="297374"/>
                    </a:lnTo>
                    <a:lnTo>
                      <a:pt x="62026" y="299965"/>
                    </a:lnTo>
                    <a:lnTo>
                      <a:pt x="58862" y="302689"/>
                    </a:lnTo>
                    <a:lnTo>
                      <a:pt x="56035" y="304439"/>
                    </a:lnTo>
                    <a:lnTo>
                      <a:pt x="54184" y="306053"/>
                    </a:lnTo>
                    <a:cubicBezTo>
                      <a:pt x="54184" y="306053"/>
                      <a:pt x="51559" y="310191"/>
                      <a:pt x="50718" y="310393"/>
                    </a:cubicBezTo>
                    <a:cubicBezTo>
                      <a:pt x="49843" y="310595"/>
                      <a:pt x="46814" y="312546"/>
                      <a:pt x="46814" y="312546"/>
                    </a:cubicBezTo>
                    <a:lnTo>
                      <a:pt x="43549" y="313858"/>
                    </a:lnTo>
                    <a:lnTo>
                      <a:pt x="43549" y="319509"/>
                    </a:lnTo>
                    <a:lnTo>
                      <a:pt x="45602" y="323210"/>
                    </a:lnTo>
                    <a:lnTo>
                      <a:pt x="45266" y="325161"/>
                    </a:lnTo>
                    <a:lnTo>
                      <a:pt x="42674" y="329063"/>
                    </a:lnTo>
                    <a:lnTo>
                      <a:pt x="37458" y="332090"/>
                    </a:lnTo>
                    <a:lnTo>
                      <a:pt x="32006" y="332090"/>
                    </a:lnTo>
                    <a:lnTo>
                      <a:pt x="26991" y="333503"/>
                    </a:lnTo>
                    <a:lnTo>
                      <a:pt x="23289" y="335555"/>
                    </a:lnTo>
                    <a:lnTo>
                      <a:pt x="20226" y="338381"/>
                    </a:lnTo>
                    <a:lnTo>
                      <a:pt x="17837" y="340332"/>
                    </a:lnTo>
                    <a:lnTo>
                      <a:pt x="15649" y="345109"/>
                    </a:lnTo>
                    <a:lnTo>
                      <a:pt x="15649" y="349886"/>
                    </a:lnTo>
                    <a:lnTo>
                      <a:pt x="14774" y="354663"/>
                    </a:lnTo>
                    <a:lnTo>
                      <a:pt x="11745" y="354663"/>
                    </a:lnTo>
                    <a:lnTo>
                      <a:pt x="7842" y="359439"/>
                    </a:lnTo>
                    <a:lnTo>
                      <a:pt x="4139" y="362265"/>
                    </a:lnTo>
                    <a:lnTo>
                      <a:pt x="1313" y="365091"/>
                    </a:lnTo>
                    <a:lnTo>
                      <a:pt x="0" y="367681"/>
                    </a:lnTo>
                    <a:lnTo>
                      <a:pt x="0" y="371146"/>
                    </a:lnTo>
                    <a:lnTo>
                      <a:pt x="0" y="376596"/>
                    </a:lnTo>
                    <a:lnTo>
                      <a:pt x="1515" y="380498"/>
                    </a:lnTo>
                    <a:lnTo>
                      <a:pt x="6092" y="382449"/>
                    </a:lnTo>
                    <a:lnTo>
                      <a:pt x="14774" y="382449"/>
                    </a:lnTo>
                    <a:lnTo>
                      <a:pt x="24130" y="382449"/>
                    </a:lnTo>
                    <a:lnTo>
                      <a:pt x="31299" y="384635"/>
                    </a:lnTo>
                    <a:lnTo>
                      <a:pt x="36751" y="389614"/>
                    </a:lnTo>
                    <a:lnTo>
                      <a:pt x="40890" y="396342"/>
                    </a:lnTo>
                    <a:lnTo>
                      <a:pt x="48294" y="396342"/>
                    </a:lnTo>
                    <a:lnTo>
                      <a:pt x="54823" y="401321"/>
                    </a:lnTo>
                    <a:lnTo>
                      <a:pt x="59165" y="405896"/>
                    </a:lnTo>
                    <a:cubicBezTo>
                      <a:pt x="59165" y="405896"/>
                      <a:pt x="59165" y="411110"/>
                      <a:pt x="59165" y="411749"/>
                    </a:cubicBezTo>
                    <a:cubicBezTo>
                      <a:pt x="59165" y="412388"/>
                      <a:pt x="60477" y="419150"/>
                      <a:pt x="60477" y="419991"/>
                    </a:cubicBezTo>
                    <a:cubicBezTo>
                      <a:pt x="60477" y="420865"/>
                      <a:pt x="64381" y="425642"/>
                      <a:pt x="64381" y="425642"/>
                    </a:cubicBezTo>
                    <a:lnTo>
                      <a:pt x="75689" y="431058"/>
                    </a:lnTo>
                    <a:lnTo>
                      <a:pt x="84810" y="431058"/>
                    </a:lnTo>
                    <a:cubicBezTo>
                      <a:pt x="84810" y="431058"/>
                      <a:pt x="96993" y="430722"/>
                      <a:pt x="99820" y="429645"/>
                    </a:cubicBezTo>
                    <a:cubicBezTo>
                      <a:pt x="102646" y="428569"/>
                      <a:pt x="102646" y="425642"/>
                      <a:pt x="102646" y="425642"/>
                    </a:cubicBezTo>
                    <a:lnTo>
                      <a:pt x="108738" y="424129"/>
                    </a:lnTo>
                    <a:lnTo>
                      <a:pt x="117421" y="424129"/>
                    </a:lnTo>
                    <a:lnTo>
                      <a:pt x="126541" y="424129"/>
                    </a:lnTo>
                    <a:lnTo>
                      <a:pt x="132195" y="421942"/>
                    </a:lnTo>
                    <a:lnTo>
                      <a:pt x="141114" y="418645"/>
                    </a:lnTo>
                    <a:lnTo>
                      <a:pt x="147272" y="416761"/>
                    </a:lnTo>
                    <a:lnTo>
                      <a:pt x="148787" y="415786"/>
                    </a:lnTo>
                    <a:lnTo>
                      <a:pt x="146397" y="413398"/>
                    </a:lnTo>
                    <a:lnTo>
                      <a:pt x="147845" y="407611"/>
                    </a:lnTo>
                    <a:lnTo>
                      <a:pt x="147845" y="402397"/>
                    </a:lnTo>
                    <a:lnTo>
                      <a:pt x="152927" y="393416"/>
                    </a:lnTo>
                    <a:lnTo>
                      <a:pt x="157705" y="389951"/>
                    </a:lnTo>
                    <a:lnTo>
                      <a:pt x="163494" y="385308"/>
                    </a:lnTo>
                    <a:lnTo>
                      <a:pt x="175946" y="384165"/>
                    </a:lnTo>
                    <a:lnTo>
                      <a:pt x="189273" y="386183"/>
                    </a:lnTo>
                    <a:cubicBezTo>
                      <a:pt x="189273" y="386183"/>
                      <a:pt x="197687" y="388504"/>
                      <a:pt x="198832" y="389076"/>
                    </a:cubicBezTo>
                    <a:cubicBezTo>
                      <a:pt x="199976" y="389648"/>
                      <a:pt x="202601" y="391969"/>
                      <a:pt x="202601" y="391969"/>
                    </a:cubicBezTo>
                    <a:lnTo>
                      <a:pt x="205798" y="399201"/>
                    </a:lnTo>
                    <a:lnTo>
                      <a:pt x="210442" y="402397"/>
                    </a:lnTo>
                    <a:lnTo>
                      <a:pt x="210442" y="411076"/>
                    </a:lnTo>
                    <a:lnTo>
                      <a:pt x="210442" y="421202"/>
                    </a:lnTo>
                    <a:lnTo>
                      <a:pt x="216971" y="428434"/>
                    </a:lnTo>
                    <a:lnTo>
                      <a:pt x="220303" y="430453"/>
                    </a:lnTo>
                    <a:lnTo>
                      <a:pt x="224644" y="435364"/>
                    </a:lnTo>
                    <a:lnTo>
                      <a:pt x="230736" y="430453"/>
                    </a:lnTo>
                    <a:lnTo>
                      <a:pt x="233058" y="426685"/>
                    </a:lnTo>
                    <a:lnTo>
                      <a:pt x="233058" y="420596"/>
                    </a:lnTo>
                    <a:lnTo>
                      <a:pt x="240025" y="416896"/>
                    </a:lnTo>
                    <a:lnTo>
                      <a:pt x="250996" y="424599"/>
                    </a:lnTo>
                    <a:cubicBezTo>
                      <a:pt x="250996" y="424599"/>
                      <a:pt x="253823" y="427863"/>
                      <a:pt x="254159" y="427963"/>
                    </a:cubicBezTo>
                    <a:cubicBezTo>
                      <a:pt x="254496" y="428064"/>
                      <a:pt x="259713" y="429040"/>
                      <a:pt x="259713" y="429040"/>
                    </a:cubicBezTo>
                    <a:cubicBezTo>
                      <a:pt x="259713" y="429040"/>
                      <a:pt x="265366" y="427963"/>
                      <a:pt x="265804" y="427627"/>
                    </a:cubicBezTo>
                    <a:cubicBezTo>
                      <a:pt x="266241" y="427291"/>
                      <a:pt x="271794" y="426551"/>
                      <a:pt x="272232" y="426551"/>
                    </a:cubicBezTo>
                    <a:cubicBezTo>
                      <a:pt x="272669" y="426551"/>
                      <a:pt x="277348" y="425676"/>
                      <a:pt x="277348" y="425676"/>
                    </a:cubicBezTo>
                    <a:lnTo>
                      <a:pt x="281252" y="420361"/>
                    </a:lnTo>
                    <a:lnTo>
                      <a:pt x="282766" y="413398"/>
                    </a:lnTo>
                    <a:lnTo>
                      <a:pt x="283304" y="408722"/>
                    </a:lnTo>
                    <a:lnTo>
                      <a:pt x="289833" y="404247"/>
                    </a:lnTo>
                    <a:lnTo>
                      <a:pt x="295050" y="403373"/>
                    </a:lnTo>
                    <a:cubicBezTo>
                      <a:pt x="295050" y="403373"/>
                      <a:pt x="301141" y="405559"/>
                      <a:pt x="301781" y="405862"/>
                    </a:cubicBezTo>
                    <a:cubicBezTo>
                      <a:pt x="302420" y="406199"/>
                      <a:pt x="305584" y="408352"/>
                      <a:pt x="305584" y="408352"/>
                    </a:cubicBezTo>
                    <a:cubicBezTo>
                      <a:pt x="305584" y="408352"/>
                      <a:pt x="309723" y="413229"/>
                      <a:pt x="309387" y="413768"/>
                    </a:cubicBezTo>
                    <a:cubicBezTo>
                      <a:pt x="309050" y="414306"/>
                      <a:pt x="310026" y="418982"/>
                      <a:pt x="310026" y="419419"/>
                    </a:cubicBezTo>
                    <a:cubicBezTo>
                      <a:pt x="310026" y="419856"/>
                      <a:pt x="309387" y="424835"/>
                      <a:pt x="309387" y="424835"/>
                    </a:cubicBezTo>
                    <a:lnTo>
                      <a:pt x="315814" y="433850"/>
                    </a:lnTo>
                    <a:lnTo>
                      <a:pt x="322007" y="436037"/>
                    </a:lnTo>
                    <a:cubicBezTo>
                      <a:pt x="322007" y="436037"/>
                      <a:pt x="330151" y="433312"/>
                      <a:pt x="330825" y="433110"/>
                    </a:cubicBezTo>
                    <a:cubicBezTo>
                      <a:pt x="331498" y="432908"/>
                      <a:pt x="336378" y="429645"/>
                      <a:pt x="336378" y="429645"/>
                    </a:cubicBezTo>
                    <a:cubicBezTo>
                      <a:pt x="336378" y="429645"/>
                      <a:pt x="340820" y="423557"/>
                      <a:pt x="341055" y="423220"/>
                    </a:cubicBezTo>
                    <a:cubicBezTo>
                      <a:pt x="341258" y="422884"/>
                      <a:pt x="342671" y="418006"/>
                      <a:pt x="342671" y="418006"/>
                    </a:cubicBezTo>
                    <a:lnTo>
                      <a:pt x="341055" y="409092"/>
                    </a:lnTo>
                    <a:lnTo>
                      <a:pt x="342469" y="403776"/>
                    </a:lnTo>
                    <a:lnTo>
                      <a:pt x="346070" y="396611"/>
                    </a:lnTo>
                    <a:cubicBezTo>
                      <a:pt x="346070" y="396611"/>
                      <a:pt x="350849" y="395535"/>
                      <a:pt x="351623" y="395299"/>
                    </a:cubicBezTo>
                    <a:cubicBezTo>
                      <a:pt x="352364" y="395064"/>
                      <a:pt x="362393" y="394660"/>
                      <a:pt x="362393" y="394660"/>
                    </a:cubicBezTo>
                    <a:lnTo>
                      <a:pt x="365859" y="392373"/>
                    </a:lnTo>
                    <a:lnTo>
                      <a:pt x="364008" y="388773"/>
                    </a:lnTo>
                    <a:lnTo>
                      <a:pt x="364984" y="382785"/>
                    </a:lnTo>
                    <a:lnTo>
                      <a:pt x="368585" y="378210"/>
                    </a:lnTo>
                    <a:lnTo>
                      <a:pt x="369898" y="372996"/>
                    </a:lnTo>
                    <a:lnTo>
                      <a:pt x="370537" y="369195"/>
                    </a:lnTo>
                    <a:cubicBezTo>
                      <a:pt x="370537" y="369195"/>
                      <a:pt x="370537" y="363644"/>
                      <a:pt x="370537" y="363207"/>
                    </a:cubicBezTo>
                    <a:cubicBezTo>
                      <a:pt x="370537" y="362770"/>
                      <a:pt x="370907" y="359507"/>
                      <a:pt x="370907" y="359507"/>
                    </a:cubicBezTo>
                    <a:lnTo>
                      <a:pt x="373229" y="354057"/>
                    </a:lnTo>
                    <a:cubicBezTo>
                      <a:pt x="373229" y="354057"/>
                      <a:pt x="381710" y="353519"/>
                      <a:pt x="382148" y="353284"/>
                    </a:cubicBezTo>
                    <a:cubicBezTo>
                      <a:pt x="382585" y="353048"/>
                      <a:pt x="388239" y="351871"/>
                      <a:pt x="388239" y="351871"/>
                    </a:cubicBezTo>
                    <a:lnTo>
                      <a:pt x="394230" y="349045"/>
                    </a:lnTo>
                    <a:lnTo>
                      <a:pt x="399009" y="345344"/>
                    </a:lnTo>
                    <a:lnTo>
                      <a:pt x="407927" y="343932"/>
                    </a:lnTo>
                    <a:lnTo>
                      <a:pt x="417822" y="343932"/>
                    </a:lnTo>
                    <a:lnTo>
                      <a:pt x="419774" y="345546"/>
                    </a:lnTo>
                    <a:lnTo>
                      <a:pt x="420312" y="342182"/>
                    </a:lnTo>
                    <a:lnTo>
                      <a:pt x="421288" y="333941"/>
                    </a:lnTo>
                    <a:cubicBezTo>
                      <a:pt x="421288" y="333941"/>
                      <a:pt x="423038" y="328087"/>
                      <a:pt x="423240" y="327650"/>
                    </a:cubicBezTo>
                    <a:cubicBezTo>
                      <a:pt x="423442" y="327213"/>
                      <a:pt x="426504" y="320821"/>
                      <a:pt x="426504" y="320821"/>
                    </a:cubicBezTo>
                    <a:lnTo>
                      <a:pt x="433034" y="313757"/>
                    </a:lnTo>
                    <a:lnTo>
                      <a:pt x="436601" y="310494"/>
                    </a:lnTo>
                    <a:lnTo>
                      <a:pt x="439091" y="306692"/>
                    </a:lnTo>
                    <a:cubicBezTo>
                      <a:pt x="439091" y="306692"/>
                      <a:pt x="439866" y="299628"/>
                      <a:pt x="439866" y="298316"/>
                    </a:cubicBezTo>
                    <a:cubicBezTo>
                      <a:pt x="439866" y="297004"/>
                      <a:pt x="440640" y="290276"/>
                      <a:pt x="440640" y="290276"/>
                    </a:cubicBezTo>
                    <a:cubicBezTo>
                      <a:pt x="440640" y="290276"/>
                      <a:pt x="442693" y="286374"/>
                      <a:pt x="443130" y="285836"/>
                    </a:cubicBezTo>
                    <a:cubicBezTo>
                      <a:pt x="443568" y="285298"/>
                      <a:pt x="445519" y="285298"/>
                      <a:pt x="446394" y="284759"/>
                    </a:cubicBezTo>
                    <a:cubicBezTo>
                      <a:pt x="447269" y="284221"/>
                      <a:pt x="451274" y="284759"/>
                      <a:pt x="451712" y="284759"/>
                    </a:cubicBezTo>
                    <a:cubicBezTo>
                      <a:pt x="452149" y="284759"/>
                      <a:pt x="458342" y="284860"/>
                      <a:pt x="458342" y="284860"/>
                    </a:cubicBezTo>
                    <a:lnTo>
                      <a:pt x="465611" y="284860"/>
                    </a:lnTo>
                    <a:lnTo>
                      <a:pt x="464635" y="278132"/>
                    </a:lnTo>
                    <a:lnTo>
                      <a:pt x="462683" y="273120"/>
                    </a:lnTo>
                    <a:lnTo>
                      <a:pt x="462784" y="267368"/>
                    </a:lnTo>
                    <a:lnTo>
                      <a:pt x="464837" y="267166"/>
                    </a:lnTo>
                    <a:lnTo>
                      <a:pt x="470155" y="269554"/>
                    </a:lnTo>
                    <a:lnTo>
                      <a:pt x="474395" y="269453"/>
                    </a:lnTo>
                    <a:lnTo>
                      <a:pt x="475910" y="265013"/>
                    </a:lnTo>
                    <a:lnTo>
                      <a:pt x="476011" y="260337"/>
                    </a:lnTo>
                    <a:lnTo>
                      <a:pt x="473958" y="254686"/>
                    </a:lnTo>
                    <a:lnTo>
                      <a:pt x="474832" y="250447"/>
                    </a:lnTo>
                    <a:lnTo>
                      <a:pt x="477861" y="247823"/>
                    </a:lnTo>
                    <a:lnTo>
                      <a:pt x="480352" y="245233"/>
                    </a:lnTo>
                    <a:lnTo>
                      <a:pt x="485131" y="245771"/>
                    </a:lnTo>
                    <a:lnTo>
                      <a:pt x="487958" y="247958"/>
                    </a:lnTo>
                    <a:lnTo>
                      <a:pt x="490684" y="248294"/>
                    </a:lnTo>
                    <a:lnTo>
                      <a:pt x="492198" y="246545"/>
                    </a:lnTo>
                    <a:lnTo>
                      <a:pt x="493275" y="242104"/>
                    </a:lnTo>
                    <a:lnTo>
                      <a:pt x="493814" y="237563"/>
                    </a:lnTo>
                    <a:lnTo>
                      <a:pt x="491323" y="236049"/>
                    </a:lnTo>
                    <a:lnTo>
                      <a:pt x="488294" y="234838"/>
                    </a:lnTo>
                    <a:lnTo>
                      <a:pt x="486982" y="231474"/>
                    </a:lnTo>
                    <a:lnTo>
                      <a:pt x="486746" y="226698"/>
                    </a:lnTo>
                    <a:lnTo>
                      <a:pt x="485871" y="225924"/>
                    </a:lnTo>
                    <a:lnTo>
                      <a:pt x="483145" y="225722"/>
                    </a:lnTo>
                    <a:lnTo>
                      <a:pt x="480116" y="224545"/>
                    </a:lnTo>
                    <a:lnTo>
                      <a:pt x="478366" y="223031"/>
                    </a:lnTo>
                    <a:lnTo>
                      <a:pt x="477356" y="221517"/>
                    </a:lnTo>
                    <a:lnTo>
                      <a:pt x="477020" y="220440"/>
                    </a:lnTo>
                    <a:lnTo>
                      <a:pt x="476381" y="218489"/>
                    </a:lnTo>
                    <a:lnTo>
                      <a:pt x="474967" y="215462"/>
                    </a:lnTo>
                    <a:lnTo>
                      <a:pt x="475506" y="212199"/>
                    </a:lnTo>
                    <a:lnTo>
                      <a:pt x="477121" y="211324"/>
                    </a:lnTo>
                    <a:lnTo>
                      <a:pt x="480150" y="211526"/>
                    </a:lnTo>
                    <a:lnTo>
                      <a:pt x="482539" y="214251"/>
                    </a:lnTo>
                    <a:lnTo>
                      <a:pt x="485131" y="216303"/>
                    </a:lnTo>
                    <a:lnTo>
                      <a:pt x="488160" y="217177"/>
                    </a:lnTo>
                    <a:lnTo>
                      <a:pt x="489775" y="216841"/>
                    </a:lnTo>
                    <a:lnTo>
                      <a:pt x="491424" y="215428"/>
                    </a:lnTo>
                    <a:lnTo>
                      <a:pt x="491963" y="213578"/>
                    </a:lnTo>
                    <a:lnTo>
                      <a:pt x="493477" y="211291"/>
                    </a:lnTo>
                    <a:lnTo>
                      <a:pt x="494352" y="210517"/>
                    </a:lnTo>
                    <a:lnTo>
                      <a:pt x="497078" y="209440"/>
                    </a:lnTo>
                    <a:cubicBezTo>
                      <a:pt x="497078" y="209440"/>
                      <a:pt x="497953" y="211492"/>
                      <a:pt x="498054" y="211930"/>
                    </a:cubicBezTo>
                    <a:cubicBezTo>
                      <a:pt x="498155" y="212367"/>
                      <a:pt x="498155" y="214116"/>
                      <a:pt x="498155" y="214116"/>
                    </a:cubicBezTo>
                    <a:cubicBezTo>
                      <a:pt x="498155" y="214116"/>
                      <a:pt x="498256" y="218153"/>
                      <a:pt x="498054" y="218456"/>
                    </a:cubicBezTo>
                    <a:cubicBezTo>
                      <a:pt x="497819" y="218792"/>
                      <a:pt x="497516" y="221281"/>
                      <a:pt x="497516" y="221281"/>
                    </a:cubicBezTo>
                    <a:lnTo>
                      <a:pt x="495766" y="223771"/>
                    </a:lnTo>
                    <a:lnTo>
                      <a:pt x="495530" y="226698"/>
                    </a:lnTo>
                    <a:lnTo>
                      <a:pt x="495530" y="230600"/>
                    </a:lnTo>
                    <a:lnTo>
                      <a:pt x="496506" y="233964"/>
                    </a:lnTo>
                    <a:lnTo>
                      <a:pt x="501083" y="234838"/>
                    </a:lnTo>
                    <a:lnTo>
                      <a:pt x="505122" y="234300"/>
                    </a:lnTo>
                    <a:lnTo>
                      <a:pt x="506199" y="232248"/>
                    </a:lnTo>
                    <a:cubicBezTo>
                      <a:pt x="506199" y="232248"/>
                      <a:pt x="509463" y="228783"/>
                      <a:pt x="509800" y="228548"/>
                    </a:cubicBezTo>
                    <a:cubicBezTo>
                      <a:pt x="510136" y="228312"/>
                      <a:pt x="512627" y="226597"/>
                      <a:pt x="513064" y="225957"/>
                    </a:cubicBezTo>
                    <a:cubicBezTo>
                      <a:pt x="513502" y="225318"/>
                      <a:pt x="516228" y="224107"/>
                      <a:pt x="516228" y="224107"/>
                    </a:cubicBezTo>
                    <a:lnTo>
                      <a:pt x="519391" y="222694"/>
                    </a:lnTo>
                    <a:lnTo>
                      <a:pt x="522858" y="222156"/>
                    </a:lnTo>
                    <a:lnTo>
                      <a:pt x="528074" y="221954"/>
                    </a:lnTo>
                    <a:lnTo>
                      <a:pt x="531002" y="220205"/>
                    </a:lnTo>
                    <a:lnTo>
                      <a:pt x="532079" y="217817"/>
                    </a:lnTo>
                    <a:lnTo>
                      <a:pt x="532516" y="214015"/>
                    </a:lnTo>
                    <a:lnTo>
                      <a:pt x="531742" y="210315"/>
                    </a:lnTo>
                    <a:lnTo>
                      <a:pt x="530093" y="203251"/>
                    </a:lnTo>
                    <a:lnTo>
                      <a:pt x="529017" y="199113"/>
                    </a:lnTo>
                    <a:lnTo>
                      <a:pt x="526829" y="193663"/>
                    </a:lnTo>
                    <a:lnTo>
                      <a:pt x="526829" y="184110"/>
                    </a:lnTo>
                    <a:lnTo>
                      <a:pt x="527704" y="180645"/>
                    </a:lnTo>
                    <a:lnTo>
                      <a:pt x="532920" y="180645"/>
                    </a:lnTo>
                    <a:lnTo>
                      <a:pt x="536185" y="183908"/>
                    </a:lnTo>
                    <a:lnTo>
                      <a:pt x="540089" y="187608"/>
                    </a:lnTo>
                    <a:lnTo>
                      <a:pt x="543118" y="188920"/>
                    </a:lnTo>
                    <a:lnTo>
                      <a:pt x="546382" y="190434"/>
                    </a:lnTo>
                    <a:lnTo>
                      <a:pt x="547257" y="186296"/>
                    </a:lnTo>
                    <a:lnTo>
                      <a:pt x="545305" y="181721"/>
                    </a:lnTo>
                    <a:lnTo>
                      <a:pt x="546180" y="176709"/>
                    </a:lnTo>
                    <a:lnTo>
                      <a:pt x="546618" y="173681"/>
                    </a:lnTo>
                    <a:lnTo>
                      <a:pt x="548132" y="172168"/>
                    </a:lnTo>
                    <a:lnTo>
                      <a:pt x="549647" y="169981"/>
                    </a:lnTo>
                    <a:lnTo>
                      <a:pt x="546820" y="168467"/>
                    </a:lnTo>
                    <a:lnTo>
                      <a:pt x="541166" y="168467"/>
                    </a:lnTo>
                    <a:lnTo>
                      <a:pt x="533122" y="168366"/>
                    </a:lnTo>
                    <a:lnTo>
                      <a:pt x="527704" y="166314"/>
                    </a:lnTo>
                    <a:lnTo>
                      <a:pt x="525954" y="160461"/>
                    </a:lnTo>
                    <a:lnTo>
                      <a:pt x="530531" y="156559"/>
                    </a:lnTo>
                    <a:lnTo>
                      <a:pt x="534670" y="156323"/>
                    </a:lnTo>
                    <a:lnTo>
                      <a:pt x="538137" y="156323"/>
                    </a:lnTo>
                    <a:lnTo>
                      <a:pt x="543791" y="157736"/>
                    </a:lnTo>
                    <a:lnTo>
                      <a:pt x="545541" y="160226"/>
                    </a:lnTo>
                    <a:lnTo>
                      <a:pt x="551430" y="160427"/>
                    </a:lnTo>
                    <a:lnTo>
                      <a:pt x="558161" y="155651"/>
                    </a:lnTo>
                    <a:lnTo>
                      <a:pt x="561628" y="149360"/>
                    </a:lnTo>
                    <a:lnTo>
                      <a:pt x="568359" y="148485"/>
                    </a:lnTo>
                    <a:lnTo>
                      <a:pt x="574652" y="147409"/>
                    </a:lnTo>
                    <a:lnTo>
                      <a:pt x="583571" y="143708"/>
                    </a:lnTo>
                    <a:lnTo>
                      <a:pt x="589426" y="143271"/>
                    </a:lnTo>
                    <a:lnTo>
                      <a:pt x="589426" y="137182"/>
                    </a:lnTo>
                    <a:lnTo>
                      <a:pt x="588013" y="132406"/>
                    </a:lnTo>
                    <a:lnTo>
                      <a:pt x="589225" y="127191"/>
                    </a:lnTo>
                    <a:lnTo>
                      <a:pt x="595316" y="127831"/>
                    </a:lnTo>
                    <a:lnTo>
                      <a:pt x="602047" y="126956"/>
                    </a:lnTo>
                    <a:lnTo>
                      <a:pt x="599658" y="131733"/>
                    </a:lnTo>
                    <a:cubicBezTo>
                      <a:pt x="599658" y="131733"/>
                      <a:pt x="595316" y="134121"/>
                      <a:pt x="594643" y="134121"/>
                    </a:cubicBezTo>
                    <a:cubicBezTo>
                      <a:pt x="594003" y="134121"/>
                      <a:pt x="593330" y="138696"/>
                      <a:pt x="593330" y="138696"/>
                    </a:cubicBezTo>
                    <a:lnTo>
                      <a:pt x="597907" y="143473"/>
                    </a:lnTo>
                    <a:lnTo>
                      <a:pt x="601609" y="144112"/>
                    </a:lnTo>
                    <a:lnTo>
                      <a:pt x="605513" y="144549"/>
                    </a:lnTo>
                    <a:lnTo>
                      <a:pt x="608105" y="143675"/>
                    </a:lnTo>
                    <a:lnTo>
                      <a:pt x="609215" y="141085"/>
                    </a:lnTo>
                    <a:lnTo>
                      <a:pt x="608340" y="136745"/>
                    </a:lnTo>
                    <a:lnTo>
                      <a:pt x="610292" y="132607"/>
                    </a:lnTo>
                    <a:lnTo>
                      <a:pt x="614432" y="128268"/>
                    </a:lnTo>
                    <a:lnTo>
                      <a:pt x="615946" y="125442"/>
                    </a:lnTo>
                    <a:lnTo>
                      <a:pt x="619446" y="122415"/>
                    </a:lnTo>
                    <a:lnTo>
                      <a:pt x="622913" y="120901"/>
                    </a:lnTo>
                    <a:lnTo>
                      <a:pt x="627490" y="117873"/>
                    </a:lnTo>
                    <a:lnTo>
                      <a:pt x="629442" y="116124"/>
                    </a:lnTo>
                    <a:lnTo>
                      <a:pt x="632033" y="112659"/>
                    </a:lnTo>
                    <a:lnTo>
                      <a:pt x="637485" y="115922"/>
                    </a:lnTo>
                    <a:lnTo>
                      <a:pt x="644014" y="116999"/>
                    </a:lnTo>
                    <a:lnTo>
                      <a:pt x="645764" y="116763"/>
                    </a:lnTo>
                    <a:lnTo>
                      <a:pt x="647952" y="114375"/>
                    </a:lnTo>
                    <a:lnTo>
                      <a:pt x="650543" y="108723"/>
                    </a:lnTo>
                    <a:lnTo>
                      <a:pt x="650981" y="102870"/>
                    </a:lnTo>
                    <a:lnTo>
                      <a:pt x="651418" y="100482"/>
                    </a:lnTo>
                    <a:lnTo>
                      <a:pt x="655558" y="100280"/>
                    </a:lnTo>
                    <a:lnTo>
                      <a:pt x="657072" y="105494"/>
                    </a:lnTo>
                    <a:lnTo>
                      <a:pt x="658149" y="113298"/>
                    </a:lnTo>
                    <a:lnTo>
                      <a:pt x="659226" y="118075"/>
                    </a:lnTo>
                    <a:lnTo>
                      <a:pt x="660976" y="124803"/>
                    </a:lnTo>
                    <a:lnTo>
                      <a:pt x="666832" y="127393"/>
                    </a:lnTo>
                    <a:lnTo>
                      <a:pt x="672688" y="128268"/>
                    </a:lnTo>
                    <a:lnTo>
                      <a:pt x="676827" y="125240"/>
                    </a:lnTo>
                    <a:lnTo>
                      <a:pt x="683356" y="120026"/>
                    </a:lnTo>
                    <a:lnTo>
                      <a:pt x="685982" y="118277"/>
                    </a:lnTo>
                    <a:lnTo>
                      <a:pt x="688808" y="115687"/>
                    </a:lnTo>
                    <a:lnTo>
                      <a:pt x="690323" y="113736"/>
                    </a:lnTo>
                    <a:lnTo>
                      <a:pt x="690323" y="111112"/>
                    </a:lnTo>
                    <a:cubicBezTo>
                      <a:pt x="690323" y="111112"/>
                      <a:pt x="688472" y="108286"/>
                      <a:pt x="688270" y="107647"/>
                    </a:cubicBezTo>
                    <a:cubicBezTo>
                      <a:pt x="688034" y="107008"/>
                      <a:pt x="690323" y="103072"/>
                      <a:pt x="690323" y="103072"/>
                    </a:cubicBezTo>
                    <a:lnTo>
                      <a:pt x="692510" y="101760"/>
                    </a:lnTo>
                    <a:lnTo>
                      <a:pt x="694261" y="98059"/>
                    </a:lnTo>
                    <a:lnTo>
                      <a:pt x="690559" y="96108"/>
                    </a:lnTo>
                    <a:lnTo>
                      <a:pt x="687731" y="96748"/>
                    </a:lnTo>
                    <a:lnTo>
                      <a:pt x="683828" y="98261"/>
                    </a:lnTo>
                    <a:cubicBezTo>
                      <a:pt x="683828" y="98261"/>
                      <a:pt x="679688" y="100852"/>
                      <a:pt x="678813" y="101087"/>
                    </a:cubicBezTo>
                    <a:cubicBezTo>
                      <a:pt x="677938" y="101289"/>
                      <a:pt x="675347" y="101087"/>
                      <a:pt x="675347" y="101087"/>
                    </a:cubicBezTo>
                    <a:lnTo>
                      <a:pt x="676659" y="98261"/>
                    </a:lnTo>
                    <a:lnTo>
                      <a:pt x="677097" y="92845"/>
                    </a:lnTo>
                    <a:lnTo>
                      <a:pt x="677298" y="89145"/>
                    </a:lnTo>
                    <a:lnTo>
                      <a:pt x="678611" y="87833"/>
                    </a:lnTo>
                    <a:lnTo>
                      <a:pt x="681000" y="86319"/>
                    </a:lnTo>
                    <a:lnTo>
                      <a:pt x="683828" y="84806"/>
                    </a:lnTo>
                    <a:lnTo>
                      <a:pt x="686856" y="80668"/>
                    </a:lnTo>
                    <a:lnTo>
                      <a:pt x="686856" y="73704"/>
                    </a:lnTo>
                    <a:lnTo>
                      <a:pt x="688270" y="68053"/>
                    </a:lnTo>
                    <a:lnTo>
                      <a:pt x="690356" y="65025"/>
                    </a:lnTo>
                    <a:lnTo>
                      <a:pt x="692948" y="60248"/>
                    </a:lnTo>
                    <a:lnTo>
                      <a:pt x="696212" y="56346"/>
                    </a:lnTo>
                    <a:lnTo>
                      <a:pt x="697290" y="54597"/>
                    </a:lnTo>
                    <a:lnTo>
                      <a:pt x="697290" y="51771"/>
                    </a:lnTo>
                    <a:lnTo>
                      <a:pt x="695977" y="49820"/>
                    </a:lnTo>
                    <a:close/>
                  </a:path>
                </a:pathLst>
              </a:custGeom>
              <a:grpFill/>
              <a:ln w="6350" cap="flat">
                <a:solidFill>
                  <a:schemeClr val="bg1"/>
                </a:solidFill>
                <a:prstDash val="solid"/>
                <a:miter/>
              </a:ln>
            </p:spPr>
            <p:txBody>
              <a:bodyPr rtlCol="0" anchor="ctr"/>
              <a:lstStyle/>
              <a:p>
                <a:endParaRPr lang="en-US"/>
              </a:p>
            </p:txBody>
          </p:sp>
        </p:grpSp>
        <p:sp>
          <p:nvSpPr>
            <p:cNvPr id="58" name="Freeform 897">
              <a:extLst>
                <a:ext uri="{FF2B5EF4-FFF2-40B4-BE49-F238E27FC236}">
                  <a16:creationId xmlns:a16="http://schemas.microsoft.com/office/drawing/2014/main" id="{38BE2FE4-F4C6-31D6-3637-8905DC1E64C9}"/>
                </a:ext>
              </a:extLst>
            </p:cNvPr>
            <p:cNvSpPr/>
            <p:nvPr/>
          </p:nvSpPr>
          <p:spPr>
            <a:xfrm>
              <a:off x="7764148" y="2739847"/>
              <a:ext cx="308043" cy="292908"/>
            </a:xfrm>
            <a:custGeom>
              <a:avLst/>
              <a:gdLst>
                <a:gd name="connsiteX0" fmla="*/ 490819 w 591411"/>
                <a:gd name="connsiteY0" fmla="*/ 552430 h 562353"/>
                <a:gd name="connsiteX1" fmla="*/ 491121 w 591411"/>
                <a:gd name="connsiteY1" fmla="*/ 544895 h 562353"/>
                <a:gd name="connsiteX2" fmla="*/ 498088 w 591411"/>
                <a:gd name="connsiteY2" fmla="*/ 532448 h 562353"/>
                <a:gd name="connsiteX3" fmla="*/ 500713 w 591411"/>
                <a:gd name="connsiteY3" fmla="*/ 525485 h 562353"/>
                <a:gd name="connsiteX4" fmla="*/ 506804 w 591411"/>
                <a:gd name="connsiteY4" fmla="*/ 522289 h 562353"/>
                <a:gd name="connsiteX5" fmla="*/ 512896 w 591411"/>
                <a:gd name="connsiteY5" fmla="*/ 520540 h 562353"/>
                <a:gd name="connsiteX6" fmla="*/ 521578 w 591411"/>
                <a:gd name="connsiteY6" fmla="*/ 516772 h 562353"/>
                <a:gd name="connsiteX7" fmla="*/ 527367 w 591411"/>
                <a:gd name="connsiteY7" fmla="*/ 513004 h 562353"/>
                <a:gd name="connsiteX8" fmla="*/ 529387 w 591411"/>
                <a:gd name="connsiteY8" fmla="*/ 510986 h 562353"/>
                <a:gd name="connsiteX9" fmla="*/ 536050 w 591411"/>
                <a:gd name="connsiteY9" fmla="*/ 505469 h 562353"/>
                <a:gd name="connsiteX10" fmla="*/ 535747 w 591411"/>
                <a:gd name="connsiteY10" fmla="*/ 491273 h 562353"/>
                <a:gd name="connsiteX11" fmla="*/ 533425 w 591411"/>
                <a:gd name="connsiteY11" fmla="*/ 468667 h 562353"/>
                <a:gd name="connsiteX12" fmla="*/ 533997 w 591411"/>
                <a:gd name="connsiteY12" fmla="*/ 455043 h 562353"/>
                <a:gd name="connsiteX13" fmla="*/ 532550 w 591411"/>
                <a:gd name="connsiteY13" fmla="*/ 445759 h 562353"/>
                <a:gd name="connsiteX14" fmla="*/ 528209 w 591411"/>
                <a:gd name="connsiteY14" fmla="*/ 436508 h 562353"/>
                <a:gd name="connsiteX15" fmla="*/ 523295 w 591411"/>
                <a:gd name="connsiteY15" fmla="*/ 435633 h 562353"/>
                <a:gd name="connsiteX16" fmla="*/ 517506 w 591411"/>
                <a:gd name="connsiteY16" fmla="*/ 439670 h 562353"/>
                <a:gd name="connsiteX17" fmla="*/ 513165 w 591411"/>
                <a:gd name="connsiteY17" fmla="*/ 443135 h 562353"/>
                <a:gd name="connsiteX18" fmla="*/ 506501 w 591411"/>
                <a:gd name="connsiteY18" fmla="*/ 443135 h 562353"/>
                <a:gd name="connsiteX19" fmla="*/ 498694 w 591411"/>
                <a:gd name="connsiteY19" fmla="*/ 436474 h 562353"/>
                <a:gd name="connsiteX20" fmla="*/ 491155 w 591411"/>
                <a:gd name="connsiteY20" fmla="*/ 434153 h 562353"/>
                <a:gd name="connsiteX21" fmla="*/ 487958 w 591411"/>
                <a:gd name="connsiteY21" fmla="*/ 436171 h 562353"/>
                <a:gd name="connsiteX22" fmla="*/ 476650 w 591411"/>
                <a:gd name="connsiteY22" fmla="*/ 440814 h 562353"/>
                <a:gd name="connsiteX23" fmla="*/ 469683 w 591411"/>
                <a:gd name="connsiteY23" fmla="*/ 435297 h 562353"/>
                <a:gd name="connsiteX24" fmla="*/ 469683 w 591411"/>
                <a:gd name="connsiteY24" fmla="*/ 424869 h 562353"/>
                <a:gd name="connsiteX25" fmla="*/ 463895 w 591411"/>
                <a:gd name="connsiteY25" fmla="*/ 409226 h 562353"/>
                <a:gd name="connsiteX26" fmla="*/ 458981 w 591411"/>
                <a:gd name="connsiteY26" fmla="*/ 396174 h 562353"/>
                <a:gd name="connsiteX27" fmla="*/ 451442 w 591411"/>
                <a:gd name="connsiteY27" fmla="*/ 394156 h 562353"/>
                <a:gd name="connsiteX28" fmla="*/ 437543 w 591411"/>
                <a:gd name="connsiteY28" fmla="*/ 392406 h 562353"/>
                <a:gd name="connsiteX29" fmla="*/ 432630 w 591411"/>
                <a:gd name="connsiteY29" fmla="*/ 386048 h 562353"/>
                <a:gd name="connsiteX30" fmla="*/ 431452 w 591411"/>
                <a:gd name="connsiteY30" fmla="*/ 377369 h 562353"/>
                <a:gd name="connsiteX31" fmla="*/ 430880 w 591411"/>
                <a:gd name="connsiteY31" fmla="*/ 373299 h 562353"/>
                <a:gd name="connsiteX32" fmla="*/ 427682 w 591411"/>
                <a:gd name="connsiteY32" fmla="*/ 366941 h 562353"/>
                <a:gd name="connsiteX33" fmla="*/ 430004 w 591411"/>
                <a:gd name="connsiteY33" fmla="*/ 362602 h 562353"/>
                <a:gd name="connsiteX34" fmla="*/ 434649 w 591411"/>
                <a:gd name="connsiteY34" fmla="*/ 363174 h 562353"/>
                <a:gd name="connsiteX35" fmla="*/ 439293 w 591411"/>
                <a:gd name="connsiteY35" fmla="*/ 368388 h 562353"/>
                <a:gd name="connsiteX36" fmla="*/ 447976 w 591411"/>
                <a:gd name="connsiteY36" fmla="*/ 373299 h 562353"/>
                <a:gd name="connsiteX37" fmla="*/ 458712 w 591411"/>
                <a:gd name="connsiteY37" fmla="*/ 371550 h 562353"/>
                <a:gd name="connsiteX38" fmla="*/ 468270 w 591411"/>
                <a:gd name="connsiteY38" fmla="*/ 362568 h 562353"/>
                <a:gd name="connsiteX39" fmla="*/ 474361 w 591411"/>
                <a:gd name="connsiteY39" fmla="*/ 360550 h 562353"/>
                <a:gd name="connsiteX40" fmla="*/ 476078 w 591411"/>
                <a:gd name="connsiteY40" fmla="*/ 356513 h 562353"/>
                <a:gd name="connsiteX41" fmla="*/ 476953 w 591411"/>
                <a:gd name="connsiteY41" fmla="*/ 349280 h 562353"/>
                <a:gd name="connsiteX42" fmla="*/ 476381 w 591411"/>
                <a:gd name="connsiteY42" fmla="*/ 342317 h 562353"/>
                <a:gd name="connsiteX43" fmla="*/ 475506 w 591411"/>
                <a:gd name="connsiteY43" fmla="*/ 338549 h 562353"/>
                <a:gd name="connsiteX44" fmla="*/ 471433 w 591411"/>
                <a:gd name="connsiteY44" fmla="*/ 332763 h 562353"/>
                <a:gd name="connsiteX45" fmla="*/ 471433 w 591411"/>
                <a:gd name="connsiteY45" fmla="*/ 324084 h 562353"/>
                <a:gd name="connsiteX46" fmla="*/ 475203 w 591411"/>
                <a:gd name="connsiteY46" fmla="*/ 318870 h 562353"/>
                <a:gd name="connsiteX47" fmla="*/ 480991 w 591411"/>
                <a:gd name="connsiteY47" fmla="*/ 312781 h 562353"/>
                <a:gd name="connsiteX48" fmla="*/ 486208 w 591411"/>
                <a:gd name="connsiteY48" fmla="*/ 312781 h 562353"/>
                <a:gd name="connsiteX49" fmla="*/ 495766 w 591411"/>
                <a:gd name="connsiteY49" fmla="*/ 312781 h 562353"/>
                <a:gd name="connsiteX50" fmla="*/ 496068 w 591411"/>
                <a:gd name="connsiteY50" fmla="*/ 306121 h 562353"/>
                <a:gd name="connsiteX51" fmla="*/ 495193 w 591411"/>
                <a:gd name="connsiteY51" fmla="*/ 299157 h 562353"/>
                <a:gd name="connsiteX52" fmla="*/ 492299 w 591411"/>
                <a:gd name="connsiteY52" fmla="*/ 294515 h 562353"/>
                <a:gd name="connsiteX53" fmla="*/ 492299 w 591411"/>
                <a:gd name="connsiteY53" fmla="*/ 290176 h 562353"/>
                <a:gd name="connsiteX54" fmla="*/ 494621 w 591411"/>
                <a:gd name="connsiteY54" fmla="*/ 288729 h 562353"/>
                <a:gd name="connsiteX55" fmla="*/ 496068 w 591411"/>
                <a:gd name="connsiteY55" fmla="*/ 284961 h 562353"/>
                <a:gd name="connsiteX56" fmla="*/ 495193 w 591411"/>
                <a:gd name="connsiteY56" fmla="*/ 279747 h 562353"/>
                <a:gd name="connsiteX57" fmla="*/ 492299 w 591411"/>
                <a:gd name="connsiteY57" fmla="*/ 277157 h 562353"/>
                <a:gd name="connsiteX58" fmla="*/ 492299 w 591411"/>
                <a:gd name="connsiteY58" fmla="*/ 267301 h 562353"/>
                <a:gd name="connsiteX59" fmla="*/ 493746 w 591411"/>
                <a:gd name="connsiteY59" fmla="*/ 260068 h 562353"/>
                <a:gd name="connsiteX60" fmla="*/ 495766 w 591411"/>
                <a:gd name="connsiteY60" fmla="*/ 253105 h 562353"/>
                <a:gd name="connsiteX61" fmla="*/ 503877 w 591411"/>
                <a:gd name="connsiteY61" fmla="*/ 252533 h 562353"/>
                <a:gd name="connsiteX62" fmla="*/ 511987 w 591411"/>
                <a:gd name="connsiteY62" fmla="*/ 255729 h 562353"/>
                <a:gd name="connsiteX63" fmla="*/ 517204 w 591411"/>
                <a:gd name="connsiteY63" fmla="*/ 259193 h 562353"/>
                <a:gd name="connsiteX64" fmla="*/ 525617 w 591411"/>
                <a:gd name="connsiteY64" fmla="*/ 258319 h 562353"/>
                <a:gd name="connsiteX65" fmla="*/ 528814 w 591411"/>
                <a:gd name="connsiteY65" fmla="*/ 262658 h 562353"/>
                <a:gd name="connsiteX66" fmla="*/ 532314 w 591411"/>
                <a:gd name="connsiteY66" fmla="*/ 266998 h 562353"/>
                <a:gd name="connsiteX67" fmla="*/ 538675 w 591411"/>
                <a:gd name="connsiteY67" fmla="*/ 271337 h 562353"/>
                <a:gd name="connsiteX68" fmla="*/ 540694 w 591411"/>
                <a:gd name="connsiteY68" fmla="*/ 276552 h 562353"/>
                <a:gd name="connsiteX69" fmla="*/ 542714 w 591411"/>
                <a:gd name="connsiteY69" fmla="*/ 284961 h 562353"/>
                <a:gd name="connsiteX70" fmla="*/ 545339 w 591411"/>
                <a:gd name="connsiteY70" fmla="*/ 290176 h 562353"/>
                <a:gd name="connsiteX71" fmla="*/ 552305 w 591411"/>
                <a:gd name="connsiteY71" fmla="*/ 290176 h 562353"/>
                <a:gd name="connsiteX72" fmla="*/ 558094 w 591411"/>
                <a:gd name="connsiteY72" fmla="*/ 290176 h 562353"/>
                <a:gd name="connsiteX73" fmla="*/ 563882 w 591411"/>
                <a:gd name="connsiteY73" fmla="*/ 285971 h 562353"/>
                <a:gd name="connsiteX74" fmla="*/ 571421 w 591411"/>
                <a:gd name="connsiteY74" fmla="*/ 281463 h 562353"/>
                <a:gd name="connsiteX75" fmla="*/ 578085 w 591411"/>
                <a:gd name="connsiteY75" fmla="*/ 277393 h 562353"/>
                <a:gd name="connsiteX76" fmla="*/ 581282 w 591411"/>
                <a:gd name="connsiteY76" fmla="*/ 272447 h 562353"/>
                <a:gd name="connsiteX77" fmla="*/ 583604 w 591411"/>
                <a:gd name="connsiteY77" fmla="*/ 269252 h 562353"/>
                <a:gd name="connsiteX78" fmla="*/ 587071 w 591411"/>
                <a:gd name="connsiteY78" fmla="*/ 269252 h 562353"/>
                <a:gd name="connsiteX79" fmla="*/ 591412 w 591411"/>
                <a:gd name="connsiteY79" fmla="*/ 269252 h 562353"/>
                <a:gd name="connsiteX80" fmla="*/ 591412 w 591411"/>
                <a:gd name="connsiteY80" fmla="*/ 266628 h 562353"/>
                <a:gd name="connsiteX81" fmla="*/ 591412 w 591411"/>
                <a:gd name="connsiteY81" fmla="*/ 260842 h 562353"/>
                <a:gd name="connsiteX82" fmla="*/ 585623 w 591411"/>
                <a:gd name="connsiteY82" fmla="*/ 254181 h 562353"/>
                <a:gd name="connsiteX83" fmla="*/ 583604 w 591411"/>
                <a:gd name="connsiteY83" fmla="*/ 248664 h 562353"/>
                <a:gd name="connsiteX84" fmla="*/ 580979 w 591411"/>
                <a:gd name="connsiteY84" fmla="*/ 238808 h 562353"/>
                <a:gd name="connsiteX85" fmla="*/ 580979 w 591411"/>
                <a:gd name="connsiteY85" fmla="*/ 231844 h 562353"/>
                <a:gd name="connsiteX86" fmla="*/ 580979 w 591411"/>
                <a:gd name="connsiteY86" fmla="*/ 226058 h 562353"/>
                <a:gd name="connsiteX87" fmla="*/ 577075 w 591411"/>
                <a:gd name="connsiteY87" fmla="*/ 225486 h 562353"/>
                <a:gd name="connsiteX88" fmla="*/ 570849 w 591411"/>
                <a:gd name="connsiteY88" fmla="*/ 227808 h 562353"/>
                <a:gd name="connsiteX89" fmla="*/ 565329 w 591411"/>
                <a:gd name="connsiteY89" fmla="*/ 230129 h 562353"/>
                <a:gd name="connsiteX90" fmla="*/ 565329 w 591411"/>
                <a:gd name="connsiteY90" fmla="*/ 223165 h 562353"/>
                <a:gd name="connsiteX91" fmla="*/ 552507 w 591411"/>
                <a:gd name="connsiteY91" fmla="*/ 219431 h 562353"/>
                <a:gd name="connsiteX92" fmla="*/ 544329 w 591411"/>
                <a:gd name="connsiteY92" fmla="*/ 210483 h 562353"/>
                <a:gd name="connsiteX93" fmla="*/ 536790 w 591411"/>
                <a:gd name="connsiteY93" fmla="*/ 194067 h 562353"/>
                <a:gd name="connsiteX94" fmla="*/ 536252 w 591411"/>
                <a:gd name="connsiteY94" fmla="*/ 192755 h 562353"/>
                <a:gd name="connsiteX95" fmla="*/ 533156 w 591411"/>
                <a:gd name="connsiteY95" fmla="*/ 192755 h 562353"/>
                <a:gd name="connsiteX96" fmla="*/ 524473 w 591411"/>
                <a:gd name="connsiteY96" fmla="*/ 192755 h 562353"/>
                <a:gd name="connsiteX97" fmla="*/ 518381 w 591411"/>
                <a:gd name="connsiteY97" fmla="*/ 194269 h 562353"/>
                <a:gd name="connsiteX98" fmla="*/ 515555 w 591411"/>
                <a:gd name="connsiteY98" fmla="*/ 198306 h 562353"/>
                <a:gd name="connsiteX99" fmla="*/ 500544 w 591411"/>
                <a:gd name="connsiteY99" fmla="*/ 199718 h 562353"/>
                <a:gd name="connsiteX100" fmla="*/ 491424 w 591411"/>
                <a:gd name="connsiteY100" fmla="*/ 199718 h 562353"/>
                <a:gd name="connsiteX101" fmla="*/ 480116 w 591411"/>
                <a:gd name="connsiteY101" fmla="*/ 194303 h 562353"/>
                <a:gd name="connsiteX102" fmla="*/ 476212 w 591411"/>
                <a:gd name="connsiteY102" fmla="*/ 188651 h 562353"/>
                <a:gd name="connsiteX103" fmla="*/ 474900 w 591411"/>
                <a:gd name="connsiteY103" fmla="*/ 180409 h 562353"/>
                <a:gd name="connsiteX104" fmla="*/ 474900 w 591411"/>
                <a:gd name="connsiteY104" fmla="*/ 174556 h 562353"/>
                <a:gd name="connsiteX105" fmla="*/ 470558 w 591411"/>
                <a:gd name="connsiteY105" fmla="*/ 169981 h 562353"/>
                <a:gd name="connsiteX106" fmla="*/ 464029 w 591411"/>
                <a:gd name="connsiteY106" fmla="*/ 164969 h 562353"/>
                <a:gd name="connsiteX107" fmla="*/ 456625 w 591411"/>
                <a:gd name="connsiteY107" fmla="*/ 164969 h 562353"/>
                <a:gd name="connsiteX108" fmla="*/ 452486 w 591411"/>
                <a:gd name="connsiteY108" fmla="*/ 158241 h 562353"/>
                <a:gd name="connsiteX109" fmla="*/ 447034 w 591411"/>
                <a:gd name="connsiteY109" fmla="*/ 153228 h 562353"/>
                <a:gd name="connsiteX110" fmla="*/ 439865 w 591411"/>
                <a:gd name="connsiteY110" fmla="*/ 151042 h 562353"/>
                <a:gd name="connsiteX111" fmla="*/ 430509 w 591411"/>
                <a:gd name="connsiteY111" fmla="*/ 151042 h 562353"/>
                <a:gd name="connsiteX112" fmla="*/ 421827 w 591411"/>
                <a:gd name="connsiteY112" fmla="*/ 151042 h 562353"/>
                <a:gd name="connsiteX113" fmla="*/ 417249 w 591411"/>
                <a:gd name="connsiteY113" fmla="*/ 149091 h 562353"/>
                <a:gd name="connsiteX114" fmla="*/ 415735 w 591411"/>
                <a:gd name="connsiteY114" fmla="*/ 145189 h 562353"/>
                <a:gd name="connsiteX115" fmla="*/ 415735 w 591411"/>
                <a:gd name="connsiteY115" fmla="*/ 139773 h 562353"/>
                <a:gd name="connsiteX116" fmla="*/ 415735 w 591411"/>
                <a:gd name="connsiteY116" fmla="*/ 136308 h 562353"/>
                <a:gd name="connsiteX117" fmla="*/ 417048 w 591411"/>
                <a:gd name="connsiteY117" fmla="*/ 133718 h 562353"/>
                <a:gd name="connsiteX118" fmla="*/ 419874 w 591411"/>
                <a:gd name="connsiteY118" fmla="*/ 130892 h 562353"/>
                <a:gd name="connsiteX119" fmla="*/ 423576 w 591411"/>
                <a:gd name="connsiteY119" fmla="*/ 128066 h 562353"/>
                <a:gd name="connsiteX120" fmla="*/ 427480 w 591411"/>
                <a:gd name="connsiteY120" fmla="*/ 123289 h 562353"/>
                <a:gd name="connsiteX121" fmla="*/ 430509 w 591411"/>
                <a:gd name="connsiteY121" fmla="*/ 123289 h 562353"/>
                <a:gd name="connsiteX122" fmla="*/ 431384 w 591411"/>
                <a:gd name="connsiteY122" fmla="*/ 118512 h 562353"/>
                <a:gd name="connsiteX123" fmla="*/ 431384 w 591411"/>
                <a:gd name="connsiteY123" fmla="*/ 113736 h 562353"/>
                <a:gd name="connsiteX124" fmla="*/ 433572 w 591411"/>
                <a:gd name="connsiteY124" fmla="*/ 108959 h 562353"/>
                <a:gd name="connsiteX125" fmla="*/ 435961 w 591411"/>
                <a:gd name="connsiteY125" fmla="*/ 107008 h 562353"/>
                <a:gd name="connsiteX126" fmla="*/ 439024 w 591411"/>
                <a:gd name="connsiteY126" fmla="*/ 104182 h 562353"/>
                <a:gd name="connsiteX127" fmla="*/ 442726 w 591411"/>
                <a:gd name="connsiteY127" fmla="*/ 102130 h 562353"/>
                <a:gd name="connsiteX128" fmla="*/ 447740 w 591411"/>
                <a:gd name="connsiteY128" fmla="*/ 100717 h 562353"/>
                <a:gd name="connsiteX129" fmla="*/ 453193 w 591411"/>
                <a:gd name="connsiteY129" fmla="*/ 100717 h 562353"/>
                <a:gd name="connsiteX130" fmla="*/ 458409 w 591411"/>
                <a:gd name="connsiteY130" fmla="*/ 97689 h 562353"/>
                <a:gd name="connsiteX131" fmla="*/ 461000 w 591411"/>
                <a:gd name="connsiteY131" fmla="*/ 93787 h 562353"/>
                <a:gd name="connsiteX132" fmla="*/ 461337 w 591411"/>
                <a:gd name="connsiteY132" fmla="*/ 91836 h 562353"/>
                <a:gd name="connsiteX133" fmla="*/ 459284 w 591411"/>
                <a:gd name="connsiteY133" fmla="*/ 88136 h 562353"/>
                <a:gd name="connsiteX134" fmla="*/ 459284 w 591411"/>
                <a:gd name="connsiteY134" fmla="*/ 82484 h 562353"/>
                <a:gd name="connsiteX135" fmla="*/ 462549 w 591411"/>
                <a:gd name="connsiteY135" fmla="*/ 81172 h 562353"/>
                <a:gd name="connsiteX136" fmla="*/ 466453 w 591411"/>
                <a:gd name="connsiteY136" fmla="*/ 79019 h 562353"/>
                <a:gd name="connsiteX137" fmla="*/ 469919 w 591411"/>
                <a:gd name="connsiteY137" fmla="*/ 74680 h 562353"/>
                <a:gd name="connsiteX138" fmla="*/ 471770 w 591411"/>
                <a:gd name="connsiteY138" fmla="*/ 73065 h 562353"/>
                <a:gd name="connsiteX139" fmla="*/ 474597 w 591411"/>
                <a:gd name="connsiteY139" fmla="*/ 71316 h 562353"/>
                <a:gd name="connsiteX140" fmla="*/ 477761 w 591411"/>
                <a:gd name="connsiteY140" fmla="*/ 68591 h 562353"/>
                <a:gd name="connsiteX141" fmla="*/ 479275 w 591411"/>
                <a:gd name="connsiteY141" fmla="*/ 66001 h 562353"/>
                <a:gd name="connsiteX142" fmla="*/ 483852 w 591411"/>
                <a:gd name="connsiteY142" fmla="*/ 66001 h 562353"/>
                <a:gd name="connsiteX143" fmla="*/ 489741 w 591411"/>
                <a:gd name="connsiteY143" fmla="*/ 64252 h 562353"/>
                <a:gd name="connsiteX144" fmla="*/ 491189 w 591411"/>
                <a:gd name="connsiteY144" fmla="*/ 64252 h 562353"/>
                <a:gd name="connsiteX145" fmla="*/ 494083 w 591411"/>
                <a:gd name="connsiteY145" fmla="*/ 60181 h 562353"/>
                <a:gd name="connsiteX146" fmla="*/ 496102 w 591411"/>
                <a:gd name="connsiteY146" fmla="*/ 59038 h 562353"/>
                <a:gd name="connsiteX147" fmla="*/ 497549 w 591411"/>
                <a:gd name="connsiteY147" fmla="*/ 55842 h 562353"/>
                <a:gd name="connsiteX148" fmla="*/ 501891 w 591411"/>
                <a:gd name="connsiteY148" fmla="*/ 52074 h 562353"/>
                <a:gd name="connsiteX149" fmla="*/ 506232 w 591411"/>
                <a:gd name="connsiteY149" fmla="*/ 52074 h 562353"/>
                <a:gd name="connsiteX150" fmla="*/ 506232 w 591411"/>
                <a:gd name="connsiteY150" fmla="*/ 43664 h 562353"/>
                <a:gd name="connsiteX151" fmla="*/ 508857 w 591411"/>
                <a:gd name="connsiteY151" fmla="*/ 38147 h 562353"/>
                <a:gd name="connsiteX152" fmla="*/ 519425 w 591411"/>
                <a:gd name="connsiteY152" fmla="*/ 38147 h 562353"/>
                <a:gd name="connsiteX153" fmla="*/ 524136 w 591411"/>
                <a:gd name="connsiteY153" fmla="*/ 35389 h 562353"/>
                <a:gd name="connsiteX154" fmla="*/ 525651 w 591411"/>
                <a:gd name="connsiteY154" fmla="*/ 30915 h 562353"/>
                <a:gd name="connsiteX155" fmla="*/ 526223 w 591411"/>
                <a:gd name="connsiteY155" fmla="*/ 28325 h 562353"/>
                <a:gd name="connsiteX156" fmla="*/ 528848 w 591411"/>
                <a:gd name="connsiteY156" fmla="*/ 21664 h 562353"/>
                <a:gd name="connsiteX157" fmla="*/ 528848 w 591411"/>
                <a:gd name="connsiteY157" fmla="*/ 17324 h 562353"/>
                <a:gd name="connsiteX158" fmla="*/ 523833 w 591411"/>
                <a:gd name="connsiteY158" fmla="*/ 14465 h 562353"/>
                <a:gd name="connsiteX159" fmla="*/ 522285 w 591411"/>
                <a:gd name="connsiteY159" fmla="*/ 13052 h 562353"/>
                <a:gd name="connsiteX160" fmla="*/ 518651 w 591411"/>
                <a:gd name="connsiteY160" fmla="*/ 16618 h 562353"/>
                <a:gd name="connsiteX161" fmla="*/ 518853 w 591411"/>
                <a:gd name="connsiteY161" fmla="*/ 18502 h 562353"/>
                <a:gd name="connsiteX162" fmla="*/ 518987 w 591411"/>
                <a:gd name="connsiteY162" fmla="*/ 21529 h 562353"/>
                <a:gd name="connsiteX163" fmla="*/ 516800 w 591411"/>
                <a:gd name="connsiteY163" fmla="*/ 24557 h 562353"/>
                <a:gd name="connsiteX164" fmla="*/ 514477 w 591411"/>
                <a:gd name="connsiteY164" fmla="*/ 26441 h 562353"/>
                <a:gd name="connsiteX165" fmla="*/ 511718 w 591411"/>
                <a:gd name="connsiteY165" fmla="*/ 26878 h 562353"/>
                <a:gd name="connsiteX166" fmla="*/ 507376 w 591411"/>
                <a:gd name="connsiteY166" fmla="*/ 31352 h 562353"/>
                <a:gd name="connsiteX167" fmla="*/ 504617 w 591411"/>
                <a:gd name="connsiteY167" fmla="*/ 33673 h 562353"/>
                <a:gd name="connsiteX168" fmla="*/ 495496 w 591411"/>
                <a:gd name="connsiteY168" fmla="*/ 35994 h 562353"/>
                <a:gd name="connsiteX169" fmla="*/ 491289 w 591411"/>
                <a:gd name="connsiteY169" fmla="*/ 37004 h 562353"/>
                <a:gd name="connsiteX170" fmla="*/ 487655 w 591411"/>
                <a:gd name="connsiteY170" fmla="*/ 38316 h 562353"/>
                <a:gd name="connsiteX171" fmla="*/ 485905 w 591411"/>
                <a:gd name="connsiteY171" fmla="*/ 40334 h 562353"/>
                <a:gd name="connsiteX172" fmla="*/ 485333 w 591411"/>
                <a:gd name="connsiteY172" fmla="*/ 43227 h 562353"/>
                <a:gd name="connsiteX173" fmla="*/ 483885 w 591411"/>
                <a:gd name="connsiteY173" fmla="*/ 47701 h 562353"/>
                <a:gd name="connsiteX174" fmla="*/ 483010 w 591411"/>
                <a:gd name="connsiteY174" fmla="*/ 49450 h 562353"/>
                <a:gd name="connsiteX175" fmla="*/ 478804 w 591411"/>
                <a:gd name="connsiteY175" fmla="*/ 48004 h 562353"/>
                <a:gd name="connsiteX176" fmla="*/ 476919 w 591411"/>
                <a:gd name="connsiteY176" fmla="*/ 46120 h 562353"/>
                <a:gd name="connsiteX177" fmla="*/ 475337 w 591411"/>
                <a:gd name="connsiteY177" fmla="*/ 46557 h 562353"/>
                <a:gd name="connsiteX178" fmla="*/ 474159 w 591411"/>
                <a:gd name="connsiteY178" fmla="*/ 48576 h 562353"/>
                <a:gd name="connsiteX179" fmla="*/ 472275 w 591411"/>
                <a:gd name="connsiteY179" fmla="*/ 50762 h 562353"/>
                <a:gd name="connsiteX180" fmla="*/ 470962 w 591411"/>
                <a:gd name="connsiteY180" fmla="*/ 51771 h 562353"/>
                <a:gd name="connsiteX181" fmla="*/ 470222 w 591411"/>
                <a:gd name="connsiteY181" fmla="*/ 53958 h 562353"/>
                <a:gd name="connsiteX182" fmla="*/ 466149 w 591411"/>
                <a:gd name="connsiteY182" fmla="*/ 55775 h 562353"/>
                <a:gd name="connsiteX183" fmla="*/ 461808 w 591411"/>
                <a:gd name="connsiteY183" fmla="*/ 53386 h 562353"/>
                <a:gd name="connsiteX184" fmla="*/ 460933 w 591411"/>
                <a:gd name="connsiteY184" fmla="*/ 48172 h 562353"/>
                <a:gd name="connsiteX185" fmla="*/ 462246 w 591411"/>
                <a:gd name="connsiteY185" fmla="*/ 40334 h 562353"/>
                <a:gd name="connsiteX186" fmla="*/ 464635 w 591411"/>
                <a:gd name="connsiteY186" fmla="*/ 34043 h 562353"/>
                <a:gd name="connsiteX187" fmla="*/ 459419 w 591411"/>
                <a:gd name="connsiteY187" fmla="*/ 34817 h 562353"/>
                <a:gd name="connsiteX188" fmla="*/ 458207 w 591411"/>
                <a:gd name="connsiteY188" fmla="*/ 34178 h 562353"/>
                <a:gd name="connsiteX189" fmla="*/ 457467 w 591411"/>
                <a:gd name="connsiteY189" fmla="*/ 32126 h 562353"/>
                <a:gd name="connsiteX190" fmla="*/ 457467 w 591411"/>
                <a:gd name="connsiteY190" fmla="*/ 28661 h 562353"/>
                <a:gd name="connsiteX191" fmla="*/ 457467 w 591411"/>
                <a:gd name="connsiteY191" fmla="*/ 25196 h 562353"/>
                <a:gd name="connsiteX192" fmla="*/ 456457 w 591411"/>
                <a:gd name="connsiteY192" fmla="*/ 23178 h 562353"/>
                <a:gd name="connsiteX193" fmla="*/ 454875 w 591411"/>
                <a:gd name="connsiteY193" fmla="*/ 17526 h 562353"/>
                <a:gd name="connsiteX194" fmla="*/ 448784 w 591411"/>
                <a:gd name="connsiteY194" fmla="*/ 13893 h 562353"/>
                <a:gd name="connsiteX195" fmla="*/ 446899 w 591411"/>
                <a:gd name="connsiteY195" fmla="*/ 13590 h 562353"/>
                <a:gd name="connsiteX196" fmla="*/ 444308 w 591411"/>
                <a:gd name="connsiteY196" fmla="*/ 12716 h 562353"/>
                <a:gd name="connsiteX197" fmla="*/ 441986 w 591411"/>
                <a:gd name="connsiteY197" fmla="*/ 11841 h 562353"/>
                <a:gd name="connsiteX198" fmla="*/ 439663 w 591411"/>
                <a:gd name="connsiteY198" fmla="*/ 13288 h 562353"/>
                <a:gd name="connsiteX199" fmla="*/ 437341 w 591411"/>
                <a:gd name="connsiteY199" fmla="*/ 16181 h 562353"/>
                <a:gd name="connsiteX200" fmla="*/ 434885 w 591411"/>
                <a:gd name="connsiteY200" fmla="*/ 18064 h 562353"/>
                <a:gd name="connsiteX201" fmla="*/ 433000 w 591411"/>
                <a:gd name="connsiteY201" fmla="*/ 20251 h 562353"/>
                <a:gd name="connsiteX202" fmla="*/ 431418 w 591411"/>
                <a:gd name="connsiteY202" fmla="*/ 25162 h 562353"/>
                <a:gd name="connsiteX203" fmla="*/ 431418 w 591411"/>
                <a:gd name="connsiteY203" fmla="*/ 26037 h 562353"/>
                <a:gd name="connsiteX204" fmla="*/ 428827 w 591411"/>
                <a:gd name="connsiteY204" fmla="*/ 31251 h 562353"/>
                <a:gd name="connsiteX205" fmla="*/ 424485 w 591411"/>
                <a:gd name="connsiteY205" fmla="*/ 33875 h 562353"/>
                <a:gd name="connsiteX206" fmla="*/ 424485 w 591411"/>
                <a:gd name="connsiteY206" fmla="*/ 30410 h 562353"/>
                <a:gd name="connsiteX207" fmla="*/ 424485 w 591411"/>
                <a:gd name="connsiteY207" fmla="*/ 28089 h 562353"/>
                <a:gd name="connsiteX208" fmla="*/ 421523 w 591411"/>
                <a:gd name="connsiteY208" fmla="*/ 25028 h 562353"/>
                <a:gd name="connsiteX209" fmla="*/ 418562 w 591411"/>
                <a:gd name="connsiteY209" fmla="*/ 22000 h 562353"/>
                <a:gd name="connsiteX210" fmla="*/ 414927 w 591411"/>
                <a:gd name="connsiteY210" fmla="*/ 22740 h 562353"/>
                <a:gd name="connsiteX211" fmla="*/ 410586 w 591411"/>
                <a:gd name="connsiteY211" fmla="*/ 24052 h 562353"/>
                <a:gd name="connsiteX212" fmla="*/ 405941 w 591411"/>
                <a:gd name="connsiteY212" fmla="*/ 23480 h 562353"/>
                <a:gd name="connsiteX213" fmla="*/ 401600 w 591411"/>
                <a:gd name="connsiteY213" fmla="*/ 21159 h 562353"/>
                <a:gd name="connsiteX214" fmla="*/ 399985 w 591411"/>
                <a:gd name="connsiteY214" fmla="*/ 21294 h 562353"/>
                <a:gd name="connsiteX215" fmla="*/ 398235 w 591411"/>
                <a:gd name="connsiteY215" fmla="*/ 22168 h 562353"/>
                <a:gd name="connsiteX216" fmla="*/ 391571 w 591411"/>
                <a:gd name="connsiteY216" fmla="*/ 22875 h 562353"/>
                <a:gd name="connsiteX217" fmla="*/ 389384 w 591411"/>
                <a:gd name="connsiteY217" fmla="*/ 22572 h 562353"/>
                <a:gd name="connsiteX218" fmla="*/ 383427 w 591411"/>
                <a:gd name="connsiteY218" fmla="*/ 20688 h 562353"/>
                <a:gd name="connsiteX219" fmla="*/ 379220 w 591411"/>
                <a:gd name="connsiteY219" fmla="*/ 19107 h 562353"/>
                <a:gd name="connsiteX220" fmla="*/ 374878 w 591411"/>
                <a:gd name="connsiteY220" fmla="*/ 17089 h 562353"/>
                <a:gd name="connsiteX221" fmla="*/ 373128 w 591411"/>
                <a:gd name="connsiteY221" fmla="*/ 14768 h 562353"/>
                <a:gd name="connsiteX222" fmla="*/ 372253 w 591411"/>
                <a:gd name="connsiteY222" fmla="*/ 14465 h 562353"/>
                <a:gd name="connsiteX223" fmla="*/ 368652 w 591411"/>
                <a:gd name="connsiteY223" fmla="*/ 12009 h 562353"/>
                <a:gd name="connsiteX224" fmla="*/ 365758 w 591411"/>
                <a:gd name="connsiteY224" fmla="*/ 11135 h 562353"/>
                <a:gd name="connsiteX225" fmla="*/ 361854 w 591411"/>
                <a:gd name="connsiteY225" fmla="*/ 10395 h 562353"/>
                <a:gd name="connsiteX226" fmla="*/ 358522 w 591411"/>
                <a:gd name="connsiteY226" fmla="*/ 9957 h 562353"/>
                <a:gd name="connsiteX227" fmla="*/ 354753 w 591411"/>
                <a:gd name="connsiteY227" fmla="*/ 9385 h 562353"/>
                <a:gd name="connsiteX228" fmla="*/ 351556 w 591411"/>
                <a:gd name="connsiteY228" fmla="*/ 8376 h 562353"/>
                <a:gd name="connsiteX229" fmla="*/ 349233 w 591411"/>
                <a:gd name="connsiteY229" fmla="*/ 7232 h 562353"/>
                <a:gd name="connsiteX230" fmla="*/ 344455 w 591411"/>
                <a:gd name="connsiteY230" fmla="*/ 6089 h 562353"/>
                <a:gd name="connsiteX231" fmla="*/ 344455 w 591411"/>
                <a:gd name="connsiteY231" fmla="*/ 4205 h 562353"/>
                <a:gd name="connsiteX232" fmla="*/ 343714 w 591411"/>
                <a:gd name="connsiteY232" fmla="*/ 1009 h 562353"/>
                <a:gd name="connsiteX233" fmla="*/ 341830 w 591411"/>
                <a:gd name="connsiteY233" fmla="*/ 0 h 562353"/>
                <a:gd name="connsiteX234" fmla="*/ 340248 w 591411"/>
                <a:gd name="connsiteY234" fmla="*/ 0 h 562353"/>
                <a:gd name="connsiteX235" fmla="*/ 338094 w 591411"/>
                <a:gd name="connsiteY235" fmla="*/ 1413 h 562353"/>
                <a:gd name="connsiteX236" fmla="*/ 335637 w 591411"/>
                <a:gd name="connsiteY236" fmla="*/ 3330 h 562353"/>
                <a:gd name="connsiteX237" fmla="*/ 331868 w 591411"/>
                <a:gd name="connsiteY237" fmla="*/ 4777 h 562353"/>
                <a:gd name="connsiteX238" fmla="*/ 328233 w 591411"/>
                <a:gd name="connsiteY238" fmla="*/ 3902 h 562353"/>
                <a:gd name="connsiteX239" fmla="*/ 324329 w 591411"/>
                <a:gd name="connsiteY239" fmla="*/ 3330 h 562353"/>
                <a:gd name="connsiteX240" fmla="*/ 322714 w 591411"/>
                <a:gd name="connsiteY240" fmla="*/ 1884 h 562353"/>
                <a:gd name="connsiteX241" fmla="*/ 320560 w 591411"/>
                <a:gd name="connsiteY241" fmla="*/ 1884 h 562353"/>
                <a:gd name="connsiteX242" fmla="*/ 317935 w 591411"/>
                <a:gd name="connsiteY242" fmla="*/ 2456 h 562353"/>
                <a:gd name="connsiteX243" fmla="*/ 315915 w 591411"/>
                <a:gd name="connsiteY243" fmla="*/ 3330 h 562353"/>
                <a:gd name="connsiteX244" fmla="*/ 312584 w 591411"/>
                <a:gd name="connsiteY244" fmla="*/ 5080 h 562353"/>
                <a:gd name="connsiteX245" fmla="*/ 309824 w 591411"/>
                <a:gd name="connsiteY245" fmla="*/ 5820 h 562353"/>
                <a:gd name="connsiteX246" fmla="*/ 307064 w 591411"/>
                <a:gd name="connsiteY246" fmla="*/ 6391 h 562353"/>
                <a:gd name="connsiteX247" fmla="*/ 306189 w 591411"/>
                <a:gd name="connsiteY247" fmla="*/ 11303 h 562353"/>
                <a:gd name="connsiteX248" fmla="*/ 306189 w 591411"/>
                <a:gd name="connsiteY248" fmla="*/ 12312 h 562353"/>
                <a:gd name="connsiteX249" fmla="*/ 306627 w 591411"/>
                <a:gd name="connsiteY249" fmla="*/ 14499 h 562353"/>
                <a:gd name="connsiteX250" fmla="*/ 307064 w 591411"/>
                <a:gd name="connsiteY250" fmla="*/ 19141 h 562353"/>
                <a:gd name="connsiteX251" fmla="*/ 305483 w 591411"/>
                <a:gd name="connsiteY251" fmla="*/ 19141 h 562353"/>
                <a:gd name="connsiteX252" fmla="*/ 303901 w 591411"/>
                <a:gd name="connsiteY252" fmla="*/ 20285 h 562353"/>
                <a:gd name="connsiteX253" fmla="*/ 303026 w 591411"/>
                <a:gd name="connsiteY253" fmla="*/ 22034 h 562353"/>
                <a:gd name="connsiteX254" fmla="*/ 304036 w 591411"/>
                <a:gd name="connsiteY254" fmla="*/ 24221 h 562353"/>
                <a:gd name="connsiteX255" fmla="*/ 306223 w 591411"/>
                <a:gd name="connsiteY255" fmla="*/ 25970 h 562353"/>
                <a:gd name="connsiteX256" fmla="*/ 306088 w 591411"/>
                <a:gd name="connsiteY256" fmla="*/ 27282 h 562353"/>
                <a:gd name="connsiteX257" fmla="*/ 304338 w 591411"/>
                <a:gd name="connsiteY257" fmla="*/ 29031 h 562353"/>
                <a:gd name="connsiteX258" fmla="*/ 305651 w 591411"/>
                <a:gd name="connsiteY258" fmla="*/ 30175 h 562353"/>
                <a:gd name="connsiteX259" fmla="*/ 304944 w 591411"/>
                <a:gd name="connsiteY259" fmla="*/ 31487 h 562353"/>
                <a:gd name="connsiteX260" fmla="*/ 303362 w 591411"/>
                <a:gd name="connsiteY260" fmla="*/ 33673 h 562353"/>
                <a:gd name="connsiteX261" fmla="*/ 304944 w 591411"/>
                <a:gd name="connsiteY261" fmla="*/ 36432 h 562353"/>
                <a:gd name="connsiteX262" fmla="*/ 306896 w 591411"/>
                <a:gd name="connsiteY262" fmla="*/ 38618 h 562353"/>
                <a:gd name="connsiteX263" fmla="*/ 307973 w 591411"/>
                <a:gd name="connsiteY263" fmla="*/ 40939 h 562353"/>
                <a:gd name="connsiteX264" fmla="*/ 307973 w 591411"/>
                <a:gd name="connsiteY264" fmla="*/ 43698 h 562353"/>
                <a:gd name="connsiteX265" fmla="*/ 306088 w 591411"/>
                <a:gd name="connsiteY265" fmla="*/ 44573 h 562353"/>
                <a:gd name="connsiteX266" fmla="*/ 304204 w 591411"/>
                <a:gd name="connsiteY266" fmla="*/ 46322 h 562353"/>
                <a:gd name="connsiteX267" fmla="*/ 302757 w 591411"/>
                <a:gd name="connsiteY267" fmla="*/ 49652 h 562353"/>
                <a:gd name="connsiteX268" fmla="*/ 302757 w 591411"/>
                <a:gd name="connsiteY268" fmla="*/ 51536 h 562353"/>
                <a:gd name="connsiteX269" fmla="*/ 304136 w 591411"/>
                <a:gd name="connsiteY269" fmla="*/ 53722 h 562353"/>
                <a:gd name="connsiteX270" fmla="*/ 305381 w 591411"/>
                <a:gd name="connsiteY270" fmla="*/ 56044 h 562353"/>
                <a:gd name="connsiteX271" fmla="*/ 306829 w 591411"/>
                <a:gd name="connsiteY271" fmla="*/ 59071 h 562353"/>
                <a:gd name="connsiteX272" fmla="*/ 306829 w 591411"/>
                <a:gd name="connsiteY272" fmla="*/ 59946 h 562353"/>
                <a:gd name="connsiteX273" fmla="*/ 303800 w 591411"/>
                <a:gd name="connsiteY273" fmla="*/ 60821 h 562353"/>
                <a:gd name="connsiteX274" fmla="*/ 301343 w 591411"/>
                <a:gd name="connsiteY274" fmla="*/ 60955 h 562353"/>
                <a:gd name="connsiteX275" fmla="*/ 298449 w 591411"/>
                <a:gd name="connsiteY275" fmla="*/ 60955 h 562353"/>
                <a:gd name="connsiteX276" fmla="*/ 297439 w 591411"/>
                <a:gd name="connsiteY276" fmla="*/ 60955 h 562353"/>
                <a:gd name="connsiteX277" fmla="*/ 295420 w 591411"/>
                <a:gd name="connsiteY277" fmla="*/ 61830 h 562353"/>
                <a:gd name="connsiteX278" fmla="*/ 295857 w 591411"/>
                <a:gd name="connsiteY278" fmla="*/ 64453 h 562353"/>
                <a:gd name="connsiteX279" fmla="*/ 296430 w 591411"/>
                <a:gd name="connsiteY279" fmla="*/ 66909 h 562353"/>
                <a:gd name="connsiteX280" fmla="*/ 297439 w 591411"/>
                <a:gd name="connsiteY280" fmla="*/ 70811 h 562353"/>
                <a:gd name="connsiteX281" fmla="*/ 298449 w 591411"/>
                <a:gd name="connsiteY281" fmla="*/ 73704 h 562353"/>
                <a:gd name="connsiteX282" fmla="*/ 299324 w 591411"/>
                <a:gd name="connsiteY282" fmla="*/ 77472 h 562353"/>
                <a:gd name="connsiteX283" fmla="*/ 299324 w 591411"/>
                <a:gd name="connsiteY283" fmla="*/ 80365 h 562353"/>
                <a:gd name="connsiteX284" fmla="*/ 296867 w 591411"/>
                <a:gd name="connsiteY284" fmla="*/ 83561 h 562353"/>
                <a:gd name="connsiteX285" fmla="*/ 295420 w 591411"/>
                <a:gd name="connsiteY285" fmla="*/ 86588 h 562353"/>
                <a:gd name="connsiteX286" fmla="*/ 293232 w 591411"/>
                <a:gd name="connsiteY286" fmla="*/ 91063 h 562353"/>
                <a:gd name="connsiteX287" fmla="*/ 291348 w 591411"/>
                <a:gd name="connsiteY287" fmla="*/ 93249 h 562353"/>
                <a:gd name="connsiteX288" fmla="*/ 289598 w 591411"/>
                <a:gd name="connsiteY288" fmla="*/ 95705 h 562353"/>
                <a:gd name="connsiteX289" fmla="*/ 287410 w 591411"/>
                <a:gd name="connsiteY289" fmla="*/ 97589 h 562353"/>
                <a:gd name="connsiteX290" fmla="*/ 284347 w 591411"/>
                <a:gd name="connsiteY290" fmla="*/ 100044 h 562353"/>
                <a:gd name="connsiteX291" fmla="*/ 281016 w 591411"/>
                <a:gd name="connsiteY291" fmla="*/ 102668 h 562353"/>
                <a:gd name="connsiteX292" fmla="*/ 280141 w 591411"/>
                <a:gd name="connsiteY292" fmla="*/ 102668 h 562353"/>
                <a:gd name="connsiteX293" fmla="*/ 280141 w 591411"/>
                <a:gd name="connsiteY293" fmla="*/ 105258 h 562353"/>
                <a:gd name="connsiteX294" fmla="*/ 280141 w 591411"/>
                <a:gd name="connsiteY294" fmla="*/ 105999 h 562353"/>
                <a:gd name="connsiteX295" fmla="*/ 279265 w 591411"/>
                <a:gd name="connsiteY295" fmla="*/ 108454 h 562353"/>
                <a:gd name="connsiteX296" fmla="*/ 276809 w 591411"/>
                <a:gd name="connsiteY296" fmla="*/ 109329 h 562353"/>
                <a:gd name="connsiteX297" fmla="*/ 274924 w 591411"/>
                <a:gd name="connsiteY297" fmla="*/ 108757 h 562353"/>
                <a:gd name="connsiteX298" fmla="*/ 272905 w 591411"/>
                <a:gd name="connsiteY298" fmla="*/ 106738 h 562353"/>
                <a:gd name="connsiteX299" fmla="*/ 269842 w 591411"/>
                <a:gd name="connsiteY299" fmla="*/ 105999 h 562353"/>
                <a:gd name="connsiteX300" fmla="*/ 265198 w 591411"/>
                <a:gd name="connsiteY300" fmla="*/ 106738 h 562353"/>
                <a:gd name="connsiteX301" fmla="*/ 262135 w 591411"/>
                <a:gd name="connsiteY301" fmla="*/ 109329 h 562353"/>
                <a:gd name="connsiteX302" fmla="*/ 260958 w 591411"/>
                <a:gd name="connsiteY302" fmla="*/ 112222 h 562353"/>
                <a:gd name="connsiteX303" fmla="*/ 259207 w 591411"/>
                <a:gd name="connsiteY303" fmla="*/ 113971 h 562353"/>
                <a:gd name="connsiteX304" fmla="*/ 259207 w 591411"/>
                <a:gd name="connsiteY304" fmla="*/ 118008 h 562353"/>
                <a:gd name="connsiteX305" fmla="*/ 255876 w 591411"/>
                <a:gd name="connsiteY305" fmla="*/ 121035 h 562353"/>
                <a:gd name="connsiteX306" fmla="*/ 251534 w 591411"/>
                <a:gd name="connsiteY306" fmla="*/ 120766 h 562353"/>
                <a:gd name="connsiteX307" fmla="*/ 248640 w 591411"/>
                <a:gd name="connsiteY307" fmla="*/ 118882 h 562353"/>
                <a:gd name="connsiteX308" fmla="*/ 247900 w 591411"/>
                <a:gd name="connsiteY308" fmla="*/ 116561 h 562353"/>
                <a:gd name="connsiteX309" fmla="*/ 245443 w 591411"/>
                <a:gd name="connsiteY309" fmla="*/ 116561 h 562353"/>
                <a:gd name="connsiteX310" fmla="*/ 241976 w 591411"/>
                <a:gd name="connsiteY310" fmla="*/ 117436 h 562353"/>
                <a:gd name="connsiteX311" fmla="*/ 237904 w 591411"/>
                <a:gd name="connsiteY311" fmla="*/ 118445 h 562353"/>
                <a:gd name="connsiteX312" fmla="*/ 236592 w 591411"/>
                <a:gd name="connsiteY312" fmla="*/ 119892 h 562353"/>
                <a:gd name="connsiteX313" fmla="*/ 235717 w 591411"/>
                <a:gd name="connsiteY313" fmla="*/ 121035 h 562353"/>
                <a:gd name="connsiteX314" fmla="*/ 234135 w 591411"/>
                <a:gd name="connsiteY314" fmla="*/ 122785 h 562353"/>
                <a:gd name="connsiteX315" fmla="*/ 233125 w 591411"/>
                <a:gd name="connsiteY315" fmla="*/ 124366 h 562353"/>
                <a:gd name="connsiteX316" fmla="*/ 233125 w 591411"/>
                <a:gd name="connsiteY316" fmla="*/ 127831 h 562353"/>
                <a:gd name="connsiteX317" fmla="*/ 233125 w 591411"/>
                <a:gd name="connsiteY317" fmla="*/ 128571 h 562353"/>
                <a:gd name="connsiteX318" fmla="*/ 231442 w 591411"/>
                <a:gd name="connsiteY318" fmla="*/ 130454 h 562353"/>
                <a:gd name="connsiteX319" fmla="*/ 228043 w 591411"/>
                <a:gd name="connsiteY319" fmla="*/ 133348 h 562353"/>
                <a:gd name="connsiteX320" fmla="*/ 223836 w 591411"/>
                <a:gd name="connsiteY320" fmla="*/ 133482 h 562353"/>
                <a:gd name="connsiteX321" fmla="*/ 221817 w 591411"/>
                <a:gd name="connsiteY321" fmla="*/ 131733 h 562353"/>
                <a:gd name="connsiteX322" fmla="*/ 220942 w 591411"/>
                <a:gd name="connsiteY322" fmla="*/ 129849 h 562353"/>
                <a:gd name="connsiteX323" fmla="*/ 220067 w 591411"/>
                <a:gd name="connsiteY323" fmla="*/ 126956 h 562353"/>
                <a:gd name="connsiteX324" fmla="*/ 218351 w 591411"/>
                <a:gd name="connsiteY324" fmla="*/ 126956 h 562353"/>
                <a:gd name="connsiteX325" fmla="*/ 215456 w 591411"/>
                <a:gd name="connsiteY325" fmla="*/ 126956 h 562353"/>
                <a:gd name="connsiteX326" fmla="*/ 214447 w 591411"/>
                <a:gd name="connsiteY326" fmla="*/ 128974 h 562353"/>
                <a:gd name="connsiteX327" fmla="*/ 212865 w 591411"/>
                <a:gd name="connsiteY327" fmla="*/ 131161 h 562353"/>
                <a:gd name="connsiteX328" fmla="*/ 210846 w 591411"/>
                <a:gd name="connsiteY328" fmla="*/ 133179 h 562353"/>
                <a:gd name="connsiteX329" fmla="*/ 207985 w 591411"/>
                <a:gd name="connsiteY329" fmla="*/ 134828 h 562353"/>
                <a:gd name="connsiteX330" fmla="*/ 205057 w 591411"/>
                <a:gd name="connsiteY330" fmla="*/ 133953 h 562353"/>
                <a:gd name="connsiteX331" fmla="*/ 200918 w 591411"/>
                <a:gd name="connsiteY331" fmla="*/ 133045 h 562353"/>
                <a:gd name="connsiteX332" fmla="*/ 196341 w 591411"/>
                <a:gd name="connsiteY332" fmla="*/ 132507 h 562353"/>
                <a:gd name="connsiteX333" fmla="*/ 191124 w 591411"/>
                <a:gd name="connsiteY333" fmla="*/ 132607 h 562353"/>
                <a:gd name="connsiteX334" fmla="*/ 185908 w 591411"/>
                <a:gd name="connsiteY334" fmla="*/ 131968 h 562353"/>
                <a:gd name="connsiteX335" fmla="*/ 178639 w 591411"/>
                <a:gd name="connsiteY335" fmla="*/ 132338 h 562353"/>
                <a:gd name="connsiteX336" fmla="*/ 174735 w 591411"/>
                <a:gd name="connsiteY336" fmla="*/ 131195 h 562353"/>
                <a:gd name="connsiteX337" fmla="*/ 174028 w 591411"/>
                <a:gd name="connsiteY337" fmla="*/ 129883 h 562353"/>
                <a:gd name="connsiteX338" fmla="*/ 170696 w 591411"/>
                <a:gd name="connsiteY338" fmla="*/ 128739 h 562353"/>
                <a:gd name="connsiteX339" fmla="*/ 167364 w 591411"/>
                <a:gd name="connsiteY339" fmla="*/ 127999 h 562353"/>
                <a:gd name="connsiteX340" fmla="*/ 164470 w 591411"/>
                <a:gd name="connsiteY340" fmla="*/ 128739 h 562353"/>
                <a:gd name="connsiteX341" fmla="*/ 161879 w 591411"/>
                <a:gd name="connsiteY341" fmla="*/ 128739 h 562353"/>
                <a:gd name="connsiteX342" fmla="*/ 160566 w 591411"/>
                <a:gd name="connsiteY342" fmla="*/ 129748 h 562353"/>
                <a:gd name="connsiteX343" fmla="*/ 160700 w 591411"/>
                <a:gd name="connsiteY343" fmla="*/ 130623 h 562353"/>
                <a:gd name="connsiteX344" fmla="*/ 160566 w 591411"/>
                <a:gd name="connsiteY344" fmla="*/ 133078 h 562353"/>
                <a:gd name="connsiteX345" fmla="*/ 159388 w 591411"/>
                <a:gd name="connsiteY345" fmla="*/ 134828 h 562353"/>
                <a:gd name="connsiteX346" fmla="*/ 158378 w 591411"/>
                <a:gd name="connsiteY346" fmla="*/ 136577 h 562353"/>
                <a:gd name="connsiteX347" fmla="*/ 158378 w 591411"/>
                <a:gd name="connsiteY347" fmla="*/ 137317 h 562353"/>
                <a:gd name="connsiteX348" fmla="*/ 159018 w 591411"/>
                <a:gd name="connsiteY348" fmla="*/ 139638 h 562353"/>
                <a:gd name="connsiteX349" fmla="*/ 160095 w 591411"/>
                <a:gd name="connsiteY349" fmla="*/ 141522 h 562353"/>
                <a:gd name="connsiteX350" fmla="*/ 160970 w 591411"/>
                <a:gd name="connsiteY350" fmla="*/ 143708 h 562353"/>
                <a:gd name="connsiteX351" fmla="*/ 161845 w 591411"/>
                <a:gd name="connsiteY351" fmla="*/ 147039 h 562353"/>
                <a:gd name="connsiteX352" fmla="*/ 161845 w 591411"/>
                <a:gd name="connsiteY352" fmla="*/ 149663 h 562353"/>
                <a:gd name="connsiteX353" fmla="*/ 160600 w 591411"/>
                <a:gd name="connsiteY353" fmla="*/ 151244 h 562353"/>
                <a:gd name="connsiteX354" fmla="*/ 158345 w 591411"/>
                <a:gd name="connsiteY354" fmla="*/ 151378 h 562353"/>
                <a:gd name="connsiteX355" fmla="*/ 155585 w 591411"/>
                <a:gd name="connsiteY355" fmla="*/ 150235 h 562353"/>
                <a:gd name="connsiteX356" fmla="*/ 152253 w 591411"/>
                <a:gd name="connsiteY356" fmla="*/ 149663 h 562353"/>
                <a:gd name="connsiteX357" fmla="*/ 147171 w 591411"/>
                <a:gd name="connsiteY357" fmla="*/ 149663 h 562353"/>
                <a:gd name="connsiteX358" fmla="*/ 141383 w 591411"/>
                <a:gd name="connsiteY358" fmla="*/ 150975 h 562353"/>
                <a:gd name="connsiteX359" fmla="*/ 137176 w 591411"/>
                <a:gd name="connsiteY359" fmla="*/ 153598 h 562353"/>
                <a:gd name="connsiteX360" fmla="*/ 132969 w 591411"/>
                <a:gd name="connsiteY360" fmla="*/ 158678 h 562353"/>
                <a:gd name="connsiteX361" fmla="*/ 130950 w 591411"/>
                <a:gd name="connsiteY361" fmla="*/ 160427 h 562353"/>
                <a:gd name="connsiteX362" fmla="*/ 128762 w 591411"/>
                <a:gd name="connsiteY362" fmla="*/ 162614 h 562353"/>
                <a:gd name="connsiteX363" fmla="*/ 126003 w 591411"/>
                <a:gd name="connsiteY363" fmla="*/ 165070 h 562353"/>
                <a:gd name="connsiteX364" fmla="*/ 123546 w 591411"/>
                <a:gd name="connsiteY364" fmla="*/ 166819 h 562353"/>
                <a:gd name="connsiteX365" fmla="*/ 122536 w 591411"/>
                <a:gd name="connsiteY365" fmla="*/ 168131 h 562353"/>
                <a:gd name="connsiteX366" fmla="*/ 120517 w 591411"/>
                <a:gd name="connsiteY366" fmla="*/ 169880 h 562353"/>
                <a:gd name="connsiteX367" fmla="*/ 118329 w 591411"/>
                <a:gd name="connsiteY367" fmla="*/ 171461 h 562353"/>
                <a:gd name="connsiteX368" fmla="*/ 118329 w 591411"/>
                <a:gd name="connsiteY368" fmla="*/ 174085 h 562353"/>
                <a:gd name="connsiteX369" fmla="*/ 117959 w 591411"/>
                <a:gd name="connsiteY369" fmla="*/ 176103 h 562353"/>
                <a:gd name="connsiteX370" fmla="*/ 116310 w 591411"/>
                <a:gd name="connsiteY370" fmla="*/ 177685 h 562353"/>
                <a:gd name="connsiteX371" fmla="*/ 113853 w 591411"/>
                <a:gd name="connsiteY371" fmla="*/ 179266 h 562353"/>
                <a:gd name="connsiteX372" fmla="*/ 112709 w 591411"/>
                <a:gd name="connsiteY372" fmla="*/ 180006 h 562353"/>
                <a:gd name="connsiteX373" fmla="*/ 108805 w 591411"/>
                <a:gd name="connsiteY373" fmla="*/ 182764 h 562353"/>
                <a:gd name="connsiteX374" fmla="*/ 108233 w 591411"/>
                <a:gd name="connsiteY374" fmla="*/ 182764 h 562353"/>
                <a:gd name="connsiteX375" fmla="*/ 104026 w 591411"/>
                <a:gd name="connsiteY375" fmla="*/ 183134 h 562353"/>
                <a:gd name="connsiteX376" fmla="*/ 100829 w 591411"/>
                <a:gd name="connsiteY376" fmla="*/ 182764 h 562353"/>
                <a:gd name="connsiteX377" fmla="*/ 99247 w 591411"/>
                <a:gd name="connsiteY377" fmla="*/ 183639 h 562353"/>
                <a:gd name="connsiteX378" fmla="*/ 93593 w 591411"/>
                <a:gd name="connsiteY378" fmla="*/ 185522 h 562353"/>
                <a:gd name="connsiteX379" fmla="*/ 89656 w 591411"/>
                <a:gd name="connsiteY379" fmla="*/ 186229 h 562353"/>
                <a:gd name="connsiteX380" fmla="*/ 81848 w 591411"/>
                <a:gd name="connsiteY380" fmla="*/ 186229 h 562353"/>
                <a:gd name="connsiteX381" fmla="*/ 76934 w 591411"/>
                <a:gd name="connsiteY381" fmla="*/ 186801 h 562353"/>
                <a:gd name="connsiteX382" fmla="*/ 72155 w 591411"/>
                <a:gd name="connsiteY382" fmla="*/ 189391 h 562353"/>
                <a:gd name="connsiteX383" fmla="*/ 68521 w 591411"/>
                <a:gd name="connsiteY383" fmla="*/ 193159 h 562353"/>
                <a:gd name="connsiteX384" fmla="*/ 65189 w 591411"/>
                <a:gd name="connsiteY384" fmla="*/ 194740 h 562353"/>
                <a:gd name="connsiteX385" fmla="*/ 61992 w 591411"/>
                <a:gd name="connsiteY385" fmla="*/ 195884 h 562353"/>
                <a:gd name="connsiteX386" fmla="*/ 59400 w 591411"/>
                <a:gd name="connsiteY386" fmla="*/ 195884 h 562353"/>
                <a:gd name="connsiteX387" fmla="*/ 55463 w 591411"/>
                <a:gd name="connsiteY387" fmla="*/ 195884 h 562353"/>
                <a:gd name="connsiteX388" fmla="*/ 51256 w 591411"/>
                <a:gd name="connsiteY388" fmla="*/ 196590 h 562353"/>
                <a:gd name="connsiteX389" fmla="*/ 49674 w 591411"/>
                <a:gd name="connsiteY389" fmla="*/ 196590 h 562353"/>
                <a:gd name="connsiteX390" fmla="*/ 47487 w 591411"/>
                <a:gd name="connsiteY390" fmla="*/ 200358 h 562353"/>
                <a:gd name="connsiteX391" fmla="*/ 45736 w 591411"/>
                <a:gd name="connsiteY391" fmla="*/ 203116 h 562353"/>
                <a:gd name="connsiteX392" fmla="*/ 42539 w 591411"/>
                <a:gd name="connsiteY392" fmla="*/ 205437 h 562353"/>
                <a:gd name="connsiteX393" fmla="*/ 40217 w 591411"/>
                <a:gd name="connsiteY393" fmla="*/ 207456 h 562353"/>
                <a:gd name="connsiteX394" fmla="*/ 33688 w 591411"/>
                <a:gd name="connsiteY394" fmla="*/ 210315 h 562353"/>
                <a:gd name="connsiteX395" fmla="*/ 28606 w 591411"/>
                <a:gd name="connsiteY395" fmla="*/ 210517 h 562353"/>
                <a:gd name="connsiteX396" fmla="*/ 22077 w 591411"/>
                <a:gd name="connsiteY396" fmla="*/ 210517 h 562353"/>
                <a:gd name="connsiteX397" fmla="*/ 16558 w 591411"/>
                <a:gd name="connsiteY397" fmla="*/ 210517 h 562353"/>
                <a:gd name="connsiteX398" fmla="*/ 11342 w 591411"/>
                <a:gd name="connsiteY398" fmla="*/ 210517 h 562353"/>
                <a:gd name="connsiteX399" fmla="*/ 9591 w 591411"/>
                <a:gd name="connsiteY399" fmla="*/ 210517 h 562353"/>
                <a:gd name="connsiteX400" fmla="*/ 3938 w 591411"/>
                <a:gd name="connsiteY400" fmla="*/ 210517 h 562353"/>
                <a:gd name="connsiteX401" fmla="*/ 740 w 591411"/>
                <a:gd name="connsiteY401" fmla="*/ 212905 h 562353"/>
                <a:gd name="connsiteX402" fmla="*/ 0 w 591411"/>
                <a:gd name="connsiteY402" fmla="*/ 214856 h 562353"/>
                <a:gd name="connsiteX403" fmla="*/ 0 w 591411"/>
                <a:gd name="connsiteY403" fmla="*/ 219633 h 562353"/>
                <a:gd name="connsiteX404" fmla="*/ 1582 w 591411"/>
                <a:gd name="connsiteY404" fmla="*/ 221954 h 562353"/>
                <a:gd name="connsiteX405" fmla="*/ 5216 w 591411"/>
                <a:gd name="connsiteY405" fmla="*/ 226462 h 562353"/>
                <a:gd name="connsiteX406" fmla="*/ 9693 w 591411"/>
                <a:gd name="connsiteY406" fmla="*/ 231104 h 562353"/>
                <a:gd name="connsiteX407" fmla="*/ 11442 w 591411"/>
                <a:gd name="connsiteY407" fmla="*/ 233123 h 562353"/>
                <a:gd name="connsiteX408" fmla="*/ 14774 w 591411"/>
                <a:gd name="connsiteY408" fmla="*/ 236318 h 562353"/>
                <a:gd name="connsiteX409" fmla="*/ 16491 w 591411"/>
                <a:gd name="connsiteY409" fmla="*/ 238505 h 562353"/>
                <a:gd name="connsiteX410" fmla="*/ 15481 w 591411"/>
                <a:gd name="connsiteY410" fmla="*/ 240086 h 562353"/>
                <a:gd name="connsiteX411" fmla="*/ 14774 w 591411"/>
                <a:gd name="connsiteY411" fmla="*/ 241835 h 562353"/>
                <a:gd name="connsiteX412" fmla="*/ 12183 w 591411"/>
                <a:gd name="connsiteY412" fmla="*/ 241835 h 562353"/>
                <a:gd name="connsiteX413" fmla="*/ 8414 w 591411"/>
                <a:gd name="connsiteY413" fmla="*/ 244089 h 562353"/>
                <a:gd name="connsiteX414" fmla="*/ 8414 w 591411"/>
                <a:gd name="connsiteY414" fmla="*/ 245031 h 562353"/>
                <a:gd name="connsiteX415" fmla="*/ 10164 w 591411"/>
                <a:gd name="connsiteY415" fmla="*/ 248227 h 562353"/>
                <a:gd name="connsiteX416" fmla="*/ 12048 w 591411"/>
                <a:gd name="connsiteY416" fmla="*/ 250683 h 562353"/>
                <a:gd name="connsiteX417" fmla="*/ 15683 w 591411"/>
                <a:gd name="connsiteY417" fmla="*/ 252432 h 562353"/>
                <a:gd name="connsiteX418" fmla="*/ 19890 w 591411"/>
                <a:gd name="connsiteY418" fmla="*/ 253576 h 562353"/>
                <a:gd name="connsiteX419" fmla="*/ 24534 w 591411"/>
                <a:gd name="connsiteY419" fmla="*/ 254753 h 562353"/>
                <a:gd name="connsiteX420" fmla="*/ 27428 w 591411"/>
                <a:gd name="connsiteY420" fmla="*/ 256502 h 562353"/>
                <a:gd name="connsiteX421" fmla="*/ 29178 w 591411"/>
                <a:gd name="connsiteY421" fmla="*/ 257814 h 562353"/>
                <a:gd name="connsiteX422" fmla="*/ 31366 w 591411"/>
                <a:gd name="connsiteY422" fmla="*/ 260404 h 562353"/>
                <a:gd name="connsiteX423" fmla="*/ 31231 w 591411"/>
                <a:gd name="connsiteY423" fmla="*/ 261851 h 562353"/>
                <a:gd name="connsiteX424" fmla="*/ 28775 w 591411"/>
                <a:gd name="connsiteY424" fmla="*/ 264878 h 562353"/>
                <a:gd name="connsiteX425" fmla="*/ 25140 w 591411"/>
                <a:gd name="connsiteY425" fmla="*/ 266762 h 562353"/>
                <a:gd name="connsiteX426" fmla="*/ 21371 w 591411"/>
                <a:gd name="connsiteY426" fmla="*/ 270093 h 562353"/>
                <a:gd name="connsiteX427" fmla="*/ 19923 w 591411"/>
                <a:gd name="connsiteY427" fmla="*/ 272986 h 562353"/>
                <a:gd name="connsiteX428" fmla="*/ 20933 w 591411"/>
                <a:gd name="connsiteY428" fmla="*/ 276013 h 562353"/>
                <a:gd name="connsiteX429" fmla="*/ 23525 w 591411"/>
                <a:gd name="connsiteY429" fmla="*/ 278334 h 562353"/>
                <a:gd name="connsiteX430" fmla="*/ 28741 w 591411"/>
                <a:gd name="connsiteY430" fmla="*/ 278334 h 562353"/>
                <a:gd name="connsiteX431" fmla="*/ 32376 w 591411"/>
                <a:gd name="connsiteY431" fmla="*/ 281799 h 562353"/>
                <a:gd name="connsiteX432" fmla="*/ 29044 w 591411"/>
                <a:gd name="connsiteY432" fmla="*/ 285130 h 562353"/>
                <a:gd name="connsiteX433" fmla="*/ 28034 w 591411"/>
                <a:gd name="connsiteY433" fmla="*/ 286139 h 562353"/>
                <a:gd name="connsiteX434" fmla="*/ 26149 w 591411"/>
                <a:gd name="connsiteY434" fmla="*/ 287888 h 562353"/>
                <a:gd name="connsiteX435" fmla="*/ 26149 w 591411"/>
                <a:gd name="connsiteY435" fmla="*/ 290916 h 562353"/>
                <a:gd name="connsiteX436" fmla="*/ 27159 w 591411"/>
                <a:gd name="connsiteY436" fmla="*/ 293237 h 562353"/>
                <a:gd name="connsiteX437" fmla="*/ 29481 w 591411"/>
                <a:gd name="connsiteY437" fmla="*/ 293977 h 562353"/>
                <a:gd name="connsiteX438" fmla="*/ 32241 w 591411"/>
                <a:gd name="connsiteY438" fmla="*/ 293977 h 562353"/>
                <a:gd name="connsiteX439" fmla="*/ 37895 w 591411"/>
                <a:gd name="connsiteY439" fmla="*/ 293977 h 562353"/>
                <a:gd name="connsiteX440" fmla="*/ 39342 w 591411"/>
                <a:gd name="connsiteY440" fmla="*/ 295356 h 562353"/>
                <a:gd name="connsiteX441" fmla="*/ 43549 w 591411"/>
                <a:gd name="connsiteY441" fmla="*/ 299763 h 562353"/>
                <a:gd name="connsiteX442" fmla="*/ 46107 w 591411"/>
                <a:gd name="connsiteY442" fmla="*/ 302656 h 562353"/>
                <a:gd name="connsiteX443" fmla="*/ 46174 w 591411"/>
                <a:gd name="connsiteY443" fmla="*/ 306861 h 562353"/>
                <a:gd name="connsiteX444" fmla="*/ 46174 w 591411"/>
                <a:gd name="connsiteY444" fmla="*/ 311772 h 562353"/>
                <a:gd name="connsiteX445" fmla="*/ 49641 w 591411"/>
                <a:gd name="connsiteY445" fmla="*/ 316549 h 562353"/>
                <a:gd name="connsiteX446" fmla="*/ 52097 w 591411"/>
                <a:gd name="connsiteY446" fmla="*/ 316549 h 562353"/>
                <a:gd name="connsiteX447" fmla="*/ 53612 w 591411"/>
                <a:gd name="connsiteY447" fmla="*/ 318130 h 562353"/>
                <a:gd name="connsiteX448" fmla="*/ 57011 w 591411"/>
                <a:gd name="connsiteY448" fmla="*/ 320451 h 562353"/>
                <a:gd name="connsiteX449" fmla="*/ 61554 w 591411"/>
                <a:gd name="connsiteY449" fmla="*/ 324421 h 562353"/>
                <a:gd name="connsiteX450" fmla="*/ 65828 w 591411"/>
                <a:gd name="connsiteY450" fmla="*/ 327953 h 562353"/>
                <a:gd name="connsiteX451" fmla="*/ 67915 w 591411"/>
                <a:gd name="connsiteY451" fmla="*/ 332225 h 562353"/>
                <a:gd name="connsiteX452" fmla="*/ 68420 w 591411"/>
                <a:gd name="connsiteY452" fmla="*/ 337136 h 562353"/>
                <a:gd name="connsiteX453" fmla="*/ 67848 w 591411"/>
                <a:gd name="connsiteY453" fmla="*/ 339962 h 562353"/>
                <a:gd name="connsiteX454" fmla="*/ 67848 w 591411"/>
                <a:gd name="connsiteY454" fmla="*/ 345378 h 562353"/>
                <a:gd name="connsiteX455" fmla="*/ 67848 w 591411"/>
                <a:gd name="connsiteY455" fmla="*/ 348641 h 562353"/>
                <a:gd name="connsiteX456" fmla="*/ 67848 w 591411"/>
                <a:gd name="connsiteY456" fmla="*/ 352779 h 562353"/>
                <a:gd name="connsiteX457" fmla="*/ 65223 w 591411"/>
                <a:gd name="connsiteY457" fmla="*/ 356513 h 562353"/>
                <a:gd name="connsiteX458" fmla="*/ 62093 w 591411"/>
                <a:gd name="connsiteY458" fmla="*/ 361222 h 562353"/>
                <a:gd name="connsiteX459" fmla="*/ 65021 w 591411"/>
                <a:gd name="connsiteY459" fmla="*/ 359170 h 562353"/>
                <a:gd name="connsiteX460" fmla="*/ 66972 w 591411"/>
                <a:gd name="connsiteY460" fmla="*/ 359709 h 562353"/>
                <a:gd name="connsiteX461" fmla="*/ 67949 w 591411"/>
                <a:gd name="connsiteY461" fmla="*/ 361761 h 562353"/>
                <a:gd name="connsiteX462" fmla="*/ 69665 w 591411"/>
                <a:gd name="connsiteY462" fmla="*/ 365125 h 562353"/>
                <a:gd name="connsiteX463" fmla="*/ 72694 w 591411"/>
                <a:gd name="connsiteY463" fmla="*/ 370978 h 562353"/>
                <a:gd name="connsiteX464" fmla="*/ 75622 w 591411"/>
                <a:gd name="connsiteY464" fmla="*/ 375654 h 562353"/>
                <a:gd name="connsiteX465" fmla="*/ 77910 w 591411"/>
                <a:gd name="connsiteY465" fmla="*/ 378143 h 562353"/>
                <a:gd name="connsiteX466" fmla="*/ 80300 w 591411"/>
                <a:gd name="connsiteY466" fmla="*/ 383794 h 562353"/>
                <a:gd name="connsiteX467" fmla="*/ 84978 w 591411"/>
                <a:gd name="connsiteY467" fmla="*/ 391599 h 562353"/>
                <a:gd name="connsiteX468" fmla="*/ 86492 w 591411"/>
                <a:gd name="connsiteY468" fmla="*/ 395838 h 562353"/>
                <a:gd name="connsiteX469" fmla="*/ 85752 w 591411"/>
                <a:gd name="connsiteY469" fmla="*/ 400513 h 562353"/>
                <a:gd name="connsiteX470" fmla="*/ 86492 w 591411"/>
                <a:gd name="connsiteY470" fmla="*/ 405088 h 562353"/>
                <a:gd name="connsiteX471" fmla="*/ 88680 w 591411"/>
                <a:gd name="connsiteY471" fmla="*/ 408789 h 562353"/>
                <a:gd name="connsiteX472" fmla="*/ 96521 w 591411"/>
                <a:gd name="connsiteY472" fmla="*/ 410538 h 562353"/>
                <a:gd name="connsiteX473" fmla="*/ 102377 w 591411"/>
                <a:gd name="connsiteY473" fmla="*/ 415315 h 562353"/>
                <a:gd name="connsiteX474" fmla="*/ 104767 w 591411"/>
                <a:gd name="connsiteY474" fmla="*/ 419015 h 562353"/>
                <a:gd name="connsiteX475" fmla="*/ 106517 w 591411"/>
                <a:gd name="connsiteY475" fmla="*/ 424431 h 562353"/>
                <a:gd name="connsiteX476" fmla="*/ 107829 w 591411"/>
                <a:gd name="connsiteY476" fmla="*/ 427022 h 562353"/>
                <a:gd name="connsiteX477" fmla="*/ 109142 w 591411"/>
                <a:gd name="connsiteY477" fmla="*/ 429410 h 562353"/>
                <a:gd name="connsiteX478" fmla="*/ 111531 w 591411"/>
                <a:gd name="connsiteY478" fmla="*/ 431798 h 562353"/>
                <a:gd name="connsiteX479" fmla="*/ 115873 w 591411"/>
                <a:gd name="connsiteY479" fmla="*/ 433110 h 562353"/>
                <a:gd name="connsiteX480" fmla="*/ 122402 w 591411"/>
                <a:gd name="connsiteY480" fmla="*/ 434624 h 562353"/>
                <a:gd name="connsiteX481" fmla="*/ 126104 w 591411"/>
                <a:gd name="connsiteY481" fmla="*/ 435263 h 562353"/>
                <a:gd name="connsiteX482" fmla="*/ 128056 w 591411"/>
                <a:gd name="connsiteY482" fmla="*/ 433749 h 562353"/>
                <a:gd name="connsiteX483" fmla="*/ 131758 w 591411"/>
                <a:gd name="connsiteY483" fmla="*/ 433312 h 562353"/>
                <a:gd name="connsiteX484" fmla="*/ 133070 w 591411"/>
                <a:gd name="connsiteY484" fmla="*/ 433749 h 562353"/>
                <a:gd name="connsiteX485" fmla="*/ 135022 w 591411"/>
                <a:gd name="connsiteY485" fmla="*/ 437450 h 562353"/>
                <a:gd name="connsiteX486" fmla="*/ 136772 w 591411"/>
                <a:gd name="connsiteY486" fmla="*/ 442025 h 562353"/>
                <a:gd name="connsiteX487" fmla="*/ 138085 w 591411"/>
                <a:gd name="connsiteY487" fmla="*/ 443976 h 562353"/>
                <a:gd name="connsiteX488" fmla="*/ 140272 w 591411"/>
                <a:gd name="connsiteY488" fmla="*/ 445052 h 562353"/>
                <a:gd name="connsiteX489" fmla="*/ 143099 w 591411"/>
                <a:gd name="connsiteY489" fmla="*/ 445927 h 562353"/>
                <a:gd name="connsiteX490" fmla="*/ 145051 w 591411"/>
                <a:gd name="connsiteY490" fmla="*/ 446802 h 562353"/>
                <a:gd name="connsiteX491" fmla="*/ 149830 w 591411"/>
                <a:gd name="connsiteY491" fmla="*/ 448114 h 562353"/>
                <a:gd name="connsiteX492" fmla="*/ 151143 w 591411"/>
                <a:gd name="connsiteY492" fmla="*/ 448753 h 562353"/>
                <a:gd name="connsiteX493" fmla="*/ 153330 w 591411"/>
                <a:gd name="connsiteY493" fmla="*/ 449392 h 562353"/>
                <a:gd name="connsiteX494" fmla="*/ 158345 w 591411"/>
                <a:gd name="connsiteY494" fmla="*/ 450468 h 562353"/>
                <a:gd name="connsiteX495" fmla="*/ 160936 w 591411"/>
                <a:gd name="connsiteY495" fmla="*/ 451107 h 562353"/>
                <a:gd name="connsiteX496" fmla="*/ 162888 w 591411"/>
                <a:gd name="connsiteY496" fmla="*/ 452419 h 562353"/>
                <a:gd name="connsiteX497" fmla="*/ 164638 w 591411"/>
                <a:gd name="connsiteY497" fmla="*/ 455245 h 562353"/>
                <a:gd name="connsiteX498" fmla="*/ 167465 w 591411"/>
                <a:gd name="connsiteY498" fmla="*/ 456120 h 562353"/>
                <a:gd name="connsiteX499" fmla="*/ 170932 w 591411"/>
                <a:gd name="connsiteY499" fmla="*/ 457869 h 562353"/>
                <a:gd name="connsiteX500" fmla="*/ 175071 w 591411"/>
                <a:gd name="connsiteY500" fmla="*/ 458744 h 562353"/>
                <a:gd name="connsiteX501" fmla="*/ 177898 w 591411"/>
                <a:gd name="connsiteY501" fmla="*/ 458946 h 562353"/>
                <a:gd name="connsiteX502" fmla="*/ 179850 w 591411"/>
                <a:gd name="connsiteY502" fmla="*/ 459585 h 562353"/>
                <a:gd name="connsiteX503" fmla="*/ 182677 w 591411"/>
                <a:gd name="connsiteY503" fmla="*/ 462074 h 562353"/>
                <a:gd name="connsiteX504" fmla="*/ 185066 w 591411"/>
                <a:gd name="connsiteY504" fmla="*/ 464126 h 562353"/>
                <a:gd name="connsiteX505" fmla="*/ 187019 w 591411"/>
                <a:gd name="connsiteY505" fmla="*/ 464126 h 562353"/>
                <a:gd name="connsiteX506" fmla="*/ 190485 w 591411"/>
                <a:gd name="connsiteY506" fmla="*/ 464765 h 562353"/>
                <a:gd name="connsiteX507" fmla="*/ 193312 w 591411"/>
                <a:gd name="connsiteY507" fmla="*/ 463689 h 562353"/>
                <a:gd name="connsiteX508" fmla="*/ 195264 w 591411"/>
                <a:gd name="connsiteY508" fmla="*/ 463049 h 562353"/>
                <a:gd name="connsiteX509" fmla="*/ 198326 w 591411"/>
                <a:gd name="connsiteY509" fmla="*/ 461738 h 562353"/>
                <a:gd name="connsiteX510" fmla="*/ 200077 w 591411"/>
                <a:gd name="connsiteY510" fmla="*/ 461300 h 562353"/>
                <a:gd name="connsiteX511" fmla="*/ 203778 w 591411"/>
                <a:gd name="connsiteY511" fmla="*/ 461838 h 562353"/>
                <a:gd name="connsiteX512" fmla="*/ 209870 w 591411"/>
                <a:gd name="connsiteY512" fmla="*/ 460627 h 562353"/>
                <a:gd name="connsiteX513" fmla="*/ 216601 w 591411"/>
                <a:gd name="connsiteY513" fmla="*/ 460627 h 562353"/>
                <a:gd name="connsiteX514" fmla="*/ 219192 w 591411"/>
                <a:gd name="connsiteY514" fmla="*/ 459114 h 562353"/>
                <a:gd name="connsiteX515" fmla="*/ 230062 w 591411"/>
                <a:gd name="connsiteY515" fmla="*/ 460426 h 562353"/>
                <a:gd name="connsiteX516" fmla="*/ 235077 w 591411"/>
                <a:gd name="connsiteY516" fmla="*/ 460863 h 562353"/>
                <a:gd name="connsiteX517" fmla="*/ 243356 w 591411"/>
                <a:gd name="connsiteY517" fmla="*/ 458676 h 562353"/>
                <a:gd name="connsiteX518" fmla="*/ 246621 w 591411"/>
                <a:gd name="connsiteY518" fmla="*/ 457365 h 562353"/>
                <a:gd name="connsiteX519" fmla="*/ 251837 w 591411"/>
                <a:gd name="connsiteY519" fmla="*/ 457365 h 562353"/>
                <a:gd name="connsiteX520" fmla="*/ 255539 w 591411"/>
                <a:gd name="connsiteY520" fmla="*/ 457163 h 562353"/>
                <a:gd name="connsiteX521" fmla="*/ 260083 w 591411"/>
                <a:gd name="connsiteY521" fmla="*/ 456389 h 562353"/>
                <a:gd name="connsiteX522" fmla="*/ 264659 w 591411"/>
                <a:gd name="connsiteY522" fmla="*/ 455413 h 562353"/>
                <a:gd name="connsiteX523" fmla="*/ 267049 w 591411"/>
                <a:gd name="connsiteY523" fmla="*/ 455413 h 562353"/>
                <a:gd name="connsiteX524" fmla="*/ 270751 w 591411"/>
                <a:gd name="connsiteY524" fmla="*/ 455851 h 562353"/>
                <a:gd name="connsiteX525" fmla="*/ 275530 w 591411"/>
                <a:gd name="connsiteY525" fmla="*/ 454774 h 562353"/>
                <a:gd name="connsiteX526" fmla="*/ 278357 w 591411"/>
                <a:gd name="connsiteY526" fmla="*/ 453025 h 562353"/>
                <a:gd name="connsiteX527" fmla="*/ 278357 w 591411"/>
                <a:gd name="connsiteY527" fmla="*/ 451074 h 562353"/>
                <a:gd name="connsiteX528" fmla="*/ 283573 w 591411"/>
                <a:gd name="connsiteY528" fmla="*/ 451511 h 562353"/>
                <a:gd name="connsiteX529" fmla="*/ 284785 w 591411"/>
                <a:gd name="connsiteY529" fmla="*/ 453462 h 562353"/>
                <a:gd name="connsiteX530" fmla="*/ 283573 w 591411"/>
                <a:gd name="connsiteY530" fmla="*/ 457802 h 562353"/>
                <a:gd name="connsiteX531" fmla="*/ 283573 w 591411"/>
                <a:gd name="connsiteY531" fmla="*/ 459753 h 562353"/>
                <a:gd name="connsiteX532" fmla="*/ 287074 w 591411"/>
                <a:gd name="connsiteY532" fmla="*/ 463218 h 562353"/>
                <a:gd name="connsiteX533" fmla="*/ 289261 w 591411"/>
                <a:gd name="connsiteY533" fmla="*/ 464294 h 562353"/>
                <a:gd name="connsiteX534" fmla="*/ 292088 w 591411"/>
                <a:gd name="connsiteY534" fmla="*/ 467322 h 562353"/>
                <a:gd name="connsiteX535" fmla="*/ 294713 w 591411"/>
                <a:gd name="connsiteY535" fmla="*/ 467961 h 562353"/>
                <a:gd name="connsiteX536" fmla="*/ 297540 w 591411"/>
                <a:gd name="connsiteY536" fmla="*/ 468600 h 562353"/>
                <a:gd name="connsiteX537" fmla="*/ 298853 w 591411"/>
                <a:gd name="connsiteY537" fmla="*/ 467725 h 562353"/>
                <a:gd name="connsiteX538" fmla="*/ 301680 w 591411"/>
                <a:gd name="connsiteY538" fmla="*/ 465337 h 562353"/>
                <a:gd name="connsiteX539" fmla="*/ 303430 w 591411"/>
                <a:gd name="connsiteY539" fmla="*/ 463823 h 562353"/>
                <a:gd name="connsiteX540" fmla="*/ 305381 w 591411"/>
                <a:gd name="connsiteY540" fmla="*/ 462747 h 562353"/>
                <a:gd name="connsiteX541" fmla="*/ 308410 w 591411"/>
                <a:gd name="connsiteY541" fmla="*/ 461872 h 562353"/>
                <a:gd name="connsiteX542" fmla="*/ 310363 w 591411"/>
                <a:gd name="connsiteY542" fmla="*/ 460997 h 562353"/>
                <a:gd name="connsiteX543" fmla="*/ 312954 w 591411"/>
                <a:gd name="connsiteY543" fmla="*/ 458811 h 562353"/>
                <a:gd name="connsiteX544" fmla="*/ 314266 w 591411"/>
                <a:gd name="connsiteY544" fmla="*/ 455985 h 562353"/>
                <a:gd name="connsiteX545" fmla="*/ 316016 w 591411"/>
                <a:gd name="connsiteY545" fmla="*/ 454034 h 562353"/>
                <a:gd name="connsiteX546" fmla="*/ 318642 w 591411"/>
                <a:gd name="connsiteY546" fmla="*/ 452285 h 562353"/>
                <a:gd name="connsiteX547" fmla="*/ 321906 w 591411"/>
                <a:gd name="connsiteY547" fmla="*/ 451410 h 562353"/>
                <a:gd name="connsiteX548" fmla="*/ 326012 w 591411"/>
                <a:gd name="connsiteY548" fmla="*/ 453597 h 562353"/>
                <a:gd name="connsiteX549" fmla="*/ 326012 w 591411"/>
                <a:gd name="connsiteY549" fmla="*/ 457062 h 562353"/>
                <a:gd name="connsiteX550" fmla="*/ 325642 w 591411"/>
                <a:gd name="connsiteY550" fmla="*/ 462915 h 562353"/>
                <a:gd name="connsiteX551" fmla="*/ 325372 w 591411"/>
                <a:gd name="connsiteY551" fmla="*/ 466615 h 562353"/>
                <a:gd name="connsiteX552" fmla="*/ 325372 w 591411"/>
                <a:gd name="connsiteY552" fmla="*/ 470080 h 562353"/>
                <a:gd name="connsiteX553" fmla="*/ 326079 w 591411"/>
                <a:gd name="connsiteY553" fmla="*/ 472132 h 562353"/>
                <a:gd name="connsiteX554" fmla="*/ 327998 w 591411"/>
                <a:gd name="connsiteY554" fmla="*/ 473646 h 562353"/>
                <a:gd name="connsiteX555" fmla="*/ 332776 w 591411"/>
                <a:gd name="connsiteY555" fmla="*/ 477548 h 562353"/>
                <a:gd name="connsiteX556" fmla="*/ 332137 w 591411"/>
                <a:gd name="connsiteY556" fmla="*/ 482224 h 562353"/>
                <a:gd name="connsiteX557" fmla="*/ 329848 w 591411"/>
                <a:gd name="connsiteY557" fmla="*/ 484276 h 562353"/>
                <a:gd name="connsiteX558" fmla="*/ 327459 w 591411"/>
                <a:gd name="connsiteY558" fmla="*/ 485353 h 562353"/>
                <a:gd name="connsiteX559" fmla="*/ 325945 w 591411"/>
                <a:gd name="connsiteY559" fmla="*/ 486429 h 562353"/>
                <a:gd name="connsiteX560" fmla="*/ 326045 w 591411"/>
                <a:gd name="connsiteY560" fmla="*/ 489692 h 562353"/>
                <a:gd name="connsiteX561" fmla="*/ 330387 w 591411"/>
                <a:gd name="connsiteY561" fmla="*/ 494368 h 562353"/>
                <a:gd name="connsiteX562" fmla="*/ 334291 w 591411"/>
                <a:gd name="connsiteY562" fmla="*/ 496319 h 562353"/>
                <a:gd name="connsiteX563" fmla="*/ 331363 w 591411"/>
                <a:gd name="connsiteY563" fmla="*/ 500995 h 562353"/>
                <a:gd name="connsiteX564" fmla="*/ 330589 w 591411"/>
                <a:gd name="connsiteY564" fmla="*/ 503484 h 562353"/>
                <a:gd name="connsiteX565" fmla="*/ 334291 w 591411"/>
                <a:gd name="connsiteY565" fmla="*/ 508799 h 562353"/>
                <a:gd name="connsiteX566" fmla="*/ 337454 w 591411"/>
                <a:gd name="connsiteY566" fmla="*/ 510212 h 562353"/>
                <a:gd name="connsiteX567" fmla="*/ 340719 w 591411"/>
                <a:gd name="connsiteY567" fmla="*/ 512264 h 562353"/>
                <a:gd name="connsiteX568" fmla="*/ 343546 w 591411"/>
                <a:gd name="connsiteY568" fmla="*/ 515965 h 562353"/>
                <a:gd name="connsiteX569" fmla="*/ 344758 w 591411"/>
                <a:gd name="connsiteY569" fmla="*/ 517176 h 562353"/>
                <a:gd name="connsiteX570" fmla="*/ 346810 w 591411"/>
                <a:gd name="connsiteY570" fmla="*/ 517815 h 562353"/>
                <a:gd name="connsiteX571" fmla="*/ 349738 w 591411"/>
                <a:gd name="connsiteY571" fmla="*/ 516301 h 562353"/>
                <a:gd name="connsiteX572" fmla="*/ 349738 w 591411"/>
                <a:gd name="connsiteY572" fmla="*/ 518690 h 562353"/>
                <a:gd name="connsiteX573" fmla="*/ 349738 w 591411"/>
                <a:gd name="connsiteY573" fmla="*/ 522154 h 562353"/>
                <a:gd name="connsiteX574" fmla="*/ 346676 w 591411"/>
                <a:gd name="connsiteY574" fmla="*/ 525619 h 562353"/>
                <a:gd name="connsiteX575" fmla="*/ 347551 w 591411"/>
                <a:gd name="connsiteY575" fmla="*/ 529320 h 562353"/>
                <a:gd name="connsiteX576" fmla="*/ 349738 w 591411"/>
                <a:gd name="connsiteY576" fmla="*/ 530396 h 562353"/>
                <a:gd name="connsiteX577" fmla="*/ 352195 w 591411"/>
                <a:gd name="connsiteY577" fmla="*/ 531641 h 562353"/>
                <a:gd name="connsiteX578" fmla="*/ 353777 w 591411"/>
                <a:gd name="connsiteY578" fmla="*/ 530632 h 562353"/>
                <a:gd name="connsiteX579" fmla="*/ 354988 w 591411"/>
                <a:gd name="connsiteY579" fmla="*/ 529320 h 562353"/>
                <a:gd name="connsiteX580" fmla="*/ 355561 w 591411"/>
                <a:gd name="connsiteY580" fmla="*/ 526729 h 562353"/>
                <a:gd name="connsiteX581" fmla="*/ 356806 w 591411"/>
                <a:gd name="connsiteY581" fmla="*/ 524475 h 562353"/>
                <a:gd name="connsiteX582" fmla="*/ 358825 w 591411"/>
                <a:gd name="connsiteY582" fmla="*/ 522020 h 562353"/>
                <a:gd name="connsiteX583" fmla="*/ 360205 w 591411"/>
                <a:gd name="connsiteY583" fmla="*/ 520271 h 562353"/>
                <a:gd name="connsiteX584" fmla="*/ 362594 w 591411"/>
                <a:gd name="connsiteY584" fmla="*/ 518017 h 562353"/>
                <a:gd name="connsiteX585" fmla="*/ 364344 w 591411"/>
                <a:gd name="connsiteY585" fmla="*/ 515124 h 562353"/>
                <a:gd name="connsiteX586" fmla="*/ 365993 w 591411"/>
                <a:gd name="connsiteY586" fmla="*/ 512533 h 562353"/>
                <a:gd name="connsiteX587" fmla="*/ 367138 w 591411"/>
                <a:gd name="connsiteY587" fmla="*/ 511726 h 562353"/>
                <a:gd name="connsiteX588" fmla="*/ 372926 w 591411"/>
                <a:gd name="connsiteY588" fmla="*/ 511659 h 562353"/>
                <a:gd name="connsiteX589" fmla="*/ 374677 w 591411"/>
                <a:gd name="connsiteY589" fmla="*/ 512298 h 562353"/>
                <a:gd name="connsiteX590" fmla="*/ 377436 w 591411"/>
                <a:gd name="connsiteY590" fmla="*/ 514316 h 562353"/>
                <a:gd name="connsiteX591" fmla="*/ 381407 w 591411"/>
                <a:gd name="connsiteY591" fmla="*/ 517781 h 562353"/>
                <a:gd name="connsiteX592" fmla="*/ 384739 w 591411"/>
                <a:gd name="connsiteY592" fmla="*/ 521414 h 562353"/>
                <a:gd name="connsiteX593" fmla="*/ 387196 w 591411"/>
                <a:gd name="connsiteY593" fmla="*/ 524610 h 562353"/>
                <a:gd name="connsiteX594" fmla="*/ 392042 w 591411"/>
                <a:gd name="connsiteY594" fmla="*/ 525619 h 562353"/>
                <a:gd name="connsiteX595" fmla="*/ 399783 w 591411"/>
                <a:gd name="connsiteY595" fmla="*/ 524475 h 562353"/>
                <a:gd name="connsiteX596" fmla="*/ 404764 w 591411"/>
                <a:gd name="connsiteY596" fmla="*/ 522894 h 562353"/>
                <a:gd name="connsiteX597" fmla="*/ 408095 w 591411"/>
                <a:gd name="connsiteY597" fmla="*/ 521313 h 562353"/>
                <a:gd name="connsiteX598" fmla="*/ 410048 w 591411"/>
                <a:gd name="connsiteY598" fmla="*/ 523063 h 562353"/>
                <a:gd name="connsiteX599" fmla="*/ 412639 w 591411"/>
                <a:gd name="connsiteY599" fmla="*/ 524442 h 562353"/>
                <a:gd name="connsiteX600" fmla="*/ 413884 w 591411"/>
                <a:gd name="connsiteY600" fmla="*/ 528210 h 562353"/>
                <a:gd name="connsiteX601" fmla="*/ 413884 w 591411"/>
                <a:gd name="connsiteY601" fmla="*/ 530901 h 562353"/>
                <a:gd name="connsiteX602" fmla="*/ 413211 w 591411"/>
                <a:gd name="connsiteY602" fmla="*/ 533726 h 562353"/>
                <a:gd name="connsiteX603" fmla="*/ 411764 w 591411"/>
                <a:gd name="connsiteY603" fmla="*/ 536182 h 562353"/>
                <a:gd name="connsiteX604" fmla="*/ 410754 w 591411"/>
                <a:gd name="connsiteY604" fmla="*/ 539008 h 562353"/>
                <a:gd name="connsiteX605" fmla="*/ 411057 w 591411"/>
                <a:gd name="connsiteY605" fmla="*/ 541531 h 562353"/>
                <a:gd name="connsiteX606" fmla="*/ 414086 w 591411"/>
                <a:gd name="connsiteY606" fmla="*/ 543213 h 562353"/>
                <a:gd name="connsiteX607" fmla="*/ 420009 w 591411"/>
                <a:gd name="connsiteY607" fmla="*/ 544222 h 562353"/>
                <a:gd name="connsiteX608" fmla="*/ 424149 w 591411"/>
                <a:gd name="connsiteY608" fmla="*/ 548932 h 562353"/>
                <a:gd name="connsiteX609" fmla="*/ 429433 w 591411"/>
                <a:gd name="connsiteY609" fmla="*/ 551185 h 562353"/>
                <a:gd name="connsiteX610" fmla="*/ 433639 w 591411"/>
                <a:gd name="connsiteY610" fmla="*/ 554213 h 562353"/>
                <a:gd name="connsiteX611" fmla="*/ 439495 w 591411"/>
                <a:gd name="connsiteY611" fmla="*/ 557106 h 562353"/>
                <a:gd name="connsiteX612" fmla="*/ 443635 w 591411"/>
                <a:gd name="connsiteY612" fmla="*/ 557106 h 562353"/>
                <a:gd name="connsiteX613" fmla="*/ 449154 w 591411"/>
                <a:gd name="connsiteY613" fmla="*/ 555525 h 562353"/>
                <a:gd name="connsiteX614" fmla="*/ 455885 w 591411"/>
                <a:gd name="connsiteY614" fmla="*/ 553204 h 562353"/>
                <a:gd name="connsiteX615" fmla="*/ 460664 w 591411"/>
                <a:gd name="connsiteY615" fmla="*/ 549874 h 562353"/>
                <a:gd name="connsiteX616" fmla="*/ 463929 w 591411"/>
                <a:gd name="connsiteY616" fmla="*/ 542271 h 562353"/>
                <a:gd name="connsiteX617" fmla="*/ 465813 w 591411"/>
                <a:gd name="connsiteY617" fmla="*/ 540017 h 562353"/>
                <a:gd name="connsiteX618" fmla="*/ 468606 w 591411"/>
                <a:gd name="connsiteY618" fmla="*/ 541093 h 562353"/>
                <a:gd name="connsiteX619" fmla="*/ 473082 w 591411"/>
                <a:gd name="connsiteY619" fmla="*/ 543045 h 562353"/>
                <a:gd name="connsiteX620" fmla="*/ 473082 w 591411"/>
                <a:gd name="connsiteY620" fmla="*/ 546510 h 562353"/>
                <a:gd name="connsiteX621" fmla="*/ 473082 w 591411"/>
                <a:gd name="connsiteY621" fmla="*/ 551724 h 562353"/>
                <a:gd name="connsiteX622" fmla="*/ 473082 w 591411"/>
                <a:gd name="connsiteY622" fmla="*/ 553473 h 562353"/>
                <a:gd name="connsiteX623" fmla="*/ 473082 w 591411"/>
                <a:gd name="connsiteY623" fmla="*/ 556938 h 562353"/>
                <a:gd name="connsiteX624" fmla="*/ 471433 w 591411"/>
                <a:gd name="connsiteY624" fmla="*/ 560201 h 562353"/>
                <a:gd name="connsiteX625" fmla="*/ 473082 w 591411"/>
                <a:gd name="connsiteY625" fmla="*/ 562253 h 562353"/>
                <a:gd name="connsiteX626" fmla="*/ 476549 w 591411"/>
                <a:gd name="connsiteY626" fmla="*/ 562354 h 562353"/>
                <a:gd name="connsiteX627" fmla="*/ 479275 w 591411"/>
                <a:gd name="connsiteY627" fmla="*/ 561277 h 562353"/>
                <a:gd name="connsiteX628" fmla="*/ 481765 w 591411"/>
                <a:gd name="connsiteY628" fmla="*/ 562152 h 562353"/>
                <a:gd name="connsiteX629" fmla="*/ 483515 w 591411"/>
                <a:gd name="connsiteY629" fmla="*/ 561614 h 562353"/>
                <a:gd name="connsiteX630" fmla="*/ 485837 w 591411"/>
                <a:gd name="connsiteY630" fmla="*/ 561143 h 562353"/>
                <a:gd name="connsiteX631" fmla="*/ 489035 w 591411"/>
                <a:gd name="connsiteY631" fmla="*/ 556366 h 562353"/>
                <a:gd name="connsiteX632" fmla="*/ 490819 w 591411"/>
                <a:gd name="connsiteY632" fmla="*/ 552430 h 56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1411" h="562353">
                  <a:moveTo>
                    <a:pt x="490819" y="552430"/>
                  </a:moveTo>
                  <a:lnTo>
                    <a:pt x="491121" y="544895"/>
                  </a:lnTo>
                  <a:lnTo>
                    <a:pt x="498088" y="532448"/>
                  </a:lnTo>
                  <a:lnTo>
                    <a:pt x="500713" y="525485"/>
                  </a:lnTo>
                  <a:lnTo>
                    <a:pt x="506804" y="522289"/>
                  </a:lnTo>
                  <a:lnTo>
                    <a:pt x="512896" y="520540"/>
                  </a:lnTo>
                  <a:lnTo>
                    <a:pt x="521578" y="516772"/>
                  </a:lnTo>
                  <a:lnTo>
                    <a:pt x="527367" y="513004"/>
                  </a:lnTo>
                  <a:lnTo>
                    <a:pt x="529387" y="510986"/>
                  </a:lnTo>
                  <a:lnTo>
                    <a:pt x="536050" y="505469"/>
                  </a:lnTo>
                  <a:lnTo>
                    <a:pt x="535747" y="491273"/>
                  </a:lnTo>
                  <a:lnTo>
                    <a:pt x="533425" y="468667"/>
                  </a:lnTo>
                  <a:lnTo>
                    <a:pt x="533997" y="455043"/>
                  </a:lnTo>
                  <a:lnTo>
                    <a:pt x="532550" y="445759"/>
                  </a:lnTo>
                  <a:lnTo>
                    <a:pt x="528209" y="436508"/>
                  </a:lnTo>
                  <a:lnTo>
                    <a:pt x="523295" y="435633"/>
                  </a:lnTo>
                  <a:cubicBezTo>
                    <a:pt x="523295" y="435633"/>
                    <a:pt x="518079" y="438829"/>
                    <a:pt x="517506" y="439670"/>
                  </a:cubicBezTo>
                  <a:cubicBezTo>
                    <a:pt x="516935" y="440545"/>
                    <a:pt x="514309" y="444010"/>
                    <a:pt x="513165" y="443135"/>
                  </a:cubicBezTo>
                  <a:cubicBezTo>
                    <a:pt x="512021" y="442260"/>
                    <a:pt x="507646" y="443438"/>
                    <a:pt x="506501" y="443135"/>
                  </a:cubicBezTo>
                  <a:cubicBezTo>
                    <a:pt x="505357" y="442832"/>
                    <a:pt x="498694" y="436474"/>
                    <a:pt x="498694" y="436474"/>
                  </a:cubicBezTo>
                  <a:lnTo>
                    <a:pt x="491155" y="434153"/>
                  </a:lnTo>
                  <a:cubicBezTo>
                    <a:pt x="491155" y="434153"/>
                    <a:pt x="489136" y="435902"/>
                    <a:pt x="487958" y="436171"/>
                  </a:cubicBezTo>
                  <a:cubicBezTo>
                    <a:pt x="486813" y="436474"/>
                    <a:pt x="479275" y="438493"/>
                    <a:pt x="476650" y="440814"/>
                  </a:cubicBezTo>
                  <a:cubicBezTo>
                    <a:pt x="474058" y="443135"/>
                    <a:pt x="469683" y="435297"/>
                    <a:pt x="469683" y="435297"/>
                  </a:cubicBezTo>
                  <a:lnTo>
                    <a:pt x="469683" y="424869"/>
                  </a:lnTo>
                  <a:lnTo>
                    <a:pt x="463895" y="409226"/>
                  </a:lnTo>
                  <a:lnTo>
                    <a:pt x="458981" y="396174"/>
                  </a:lnTo>
                  <a:lnTo>
                    <a:pt x="451442" y="394156"/>
                  </a:lnTo>
                  <a:lnTo>
                    <a:pt x="437543" y="392406"/>
                  </a:lnTo>
                  <a:lnTo>
                    <a:pt x="432630" y="386048"/>
                  </a:lnTo>
                  <a:lnTo>
                    <a:pt x="431452" y="377369"/>
                  </a:lnTo>
                  <a:lnTo>
                    <a:pt x="430880" y="373299"/>
                  </a:lnTo>
                  <a:lnTo>
                    <a:pt x="427682" y="366941"/>
                  </a:lnTo>
                  <a:lnTo>
                    <a:pt x="430004" y="362602"/>
                  </a:lnTo>
                  <a:lnTo>
                    <a:pt x="434649" y="363174"/>
                  </a:lnTo>
                  <a:lnTo>
                    <a:pt x="439293" y="368388"/>
                  </a:lnTo>
                  <a:lnTo>
                    <a:pt x="447976" y="373299"/>
                  </a:lnTo>
                  <a:lnTo>
                    <a:pt x="458712" y="371550"/>
                  </a:lnTo>
                  <a:cubicBezTo>
                    <a:pt x="458712" y="371550"/>
                    <a:pt x="467395" y="362871"/>
                    <a:pt x="468270" y="362568"/>
                  </a:cubicBezTo>
                  <a:cubicBezTo>
                    <a:pt x="469145" y="362265"/>
                    <a:pt x="472914" y="361121"/>
                    <a:pt x="474361" y="360550"/>
                  </a:cubicBezTo>
                  <a:cubicBezTo>
                    <a:pt x="475808" y="359978"/>
                    <a:pt x="476078" y="356513"/>
                    <a:pt x="476078" y="356513"/>
                  </a:cubicBezTo>
                  <a:lnTo>
                    <a:pt x="476953" y="349280"/>
                  </a:lnTo>
                  <a:lnTo>
                    <a:pt x="476381" y="342317"/>
                  </a:lnTo>
                  <a:lnTo>
                    <a:pt x="475506" y="338549"/>
                  </a:lnTo>
                  <a:lnTo>
                    <a:pt x="471433" y="332763"/>
                  </a:lnTo>
                  <a:lnTo>
                    <a:pt x="471433" y="324084"/>
                  </a:lnTo>
                  <a:lnTo>
                    <a:pt x="475203" y="318870"/>
                  </a:lnTo>
                  <a:lnTo>
                    <a:pt x="480991" y="312781"/>
                  </a:lnTo>
                  <a:lnTo>
                    <a:pt x="486208" y="312781"/>
                  </a:lnTo>
                  <a:lnTo>
                    <a:pt x="495766" y="312781"/>
                  </a:lnTo>
                  <a:lnTo>
                    <a:pt x="496068" y="306121"/>
                  </a:lnTo>
                  <a:lnTo>
                    <a:pt x="495193" y="299157"/>
                  </a:lnTo>
                  <a:lnTo>
                    <a:pt x="492299" y="294515"/>
                  </a:lnTo>
                  <a:lnTo>
                    <a:pt x="492299" y="290176"/>
                  </a:lnTo>
                  <a:lnTo>
                    <a:pt x="494621" y="288729"/>
                  </a:lnTo>
                  <a:lnTo>
                    <a:pt x="496068" y="284961"/>
                  </a:lnTo>
                  <a:lnTo>
                    <a:pt x="495193" y="279747"/>
                  </a:lnTo>
                  <a:lnTo>
                    <a:pt x="492299" y="277157"/>
                  </a:lnTo>
                  <a:lnTo>
                    <a:pt x="492299" y="267301"/>
                  </a:lnTo>
                  <a:lnTo>
                    <a:pt x="493746" y="260068"/>
                  </a:lnTo>
                  <a:lnTo>
                    <a:pt x="495766" y="253105"/>
                  </a:lnTo>
                  <a:lnTo>
                    <a:pt x="503877" y="252533"/>
                  </a:lnTo>
                  <a:lnTo>
                    <a:pt x="511987" y="255729"/>
                  </a:lnTo>
                  <a:lnTo>
                    <a:pt x="517204" y="259193"/>
                  </a:lnTo>
                  <a:lnTo>
                    <a:pt x="525617" y="258319"/>
                  </a:lnTo>
                  <a:lnTo>
                    <a:pt x="528814" y="262658"/>
                  </a:lnTo>
                  <a:lnTo>
                    <a:pt x="532314" y="266998"/>
                  </a:lnTo>
                  <a:lnTo>
                    <a:pt x="538675" y="271337"/>
                  </a:lnTo>
                  <a:lnTo>
                    <a:pt x="540694" y="276552"/>
                  </a:lnTo>
                  <a:lnTo>
                    <a:pt x="542714" y="284961"/>
                  </a:lnTo>
                  <a:lnTo>
                    <a:pt x="545339" y="290176"/>
                  </a:lnTo>
                  <a:lnTo>
                    <a:pt x="552305" y="290176"/>
                  </a:lnTo>
                  <a:lnTo>
                    <a:pt x="558094" y="290176"/>
                  </a:lnTo>
                  <a:lnTo>
                    <a:pt x="563882" y="285971"/>
                  </a:lnTo>
                  <a:lnTo>
                    <a:pt x="571421" y="281463"/>
                  </a:lnTo>
                  <a:lnTo>
                    <a:pt x="578085" y="277393"/>
                  </a:lnTo>
                  <a:lnTo>
                    <a:pt x="581282" y="272447"/>
                  </a:lnTo>
                  <a:lnTo>
                    <a:pt x="583604" y="269252"/>
                  </a:lnTo>
                  <a:lnTo>
                    <a:pt x="587071" y="269252"/>
                  </a:lnTo>
                  <a:lnTo>
                    <a:pt x="591412" y="269252"/>
                  </a:lnTo>
                  <a:lnTo>
                    <a:pt x="591412" y="266628"/>
                  </a:lnTo>
                  <a:lnTo>
                    <a:pt x="591412" y="260842"/>
                  </a:lnTo>
                  <a:lnTo>
                    <a:pt x="585623" y="254181"/>
                  </a:lnTo>
                  <a:lnTo>
                    <a:pt x="583604" y="248664"/>
                  </a:lnTo>
                  <a:lnTo>
                    <a:pt x="580979" y="238808"/>
                  </a:lnTo>
                  <a:lnTo>
                    <a:pt x="580979" y="231844"/>
                  </a:lnTo>
                  <a:lnTo>
                    <a:pt x="580979" y="226058"/>
                  </a:lnTo>
                  <a:lnTo>
                    <a:pt x="577075" y="225486"/>
                  </a:lnTo>
                  <a:lnTo>
                    <a:pt x="570849" y="227808"/>
                  </a:lnTo>
                  <a:lnTo>
                    <a:pt x="565329" y="230129"/>
                  </a:lnTo>
                  <a:lnTo>
                    <a:pt x="565329" y="223165"/>
                  </a:lnTo>
                  <a:lnTo>
                    <a:pt x="552507" y="219431"/>
                  </a:lnTo>
                  <a:lnTo>
                    <a:pt x="544329" y="210483"/>
                  </a:lnTo>
                  <a:lnTo>
                    <a:pt x="536790" y="194067"/>
                  </a:lnTo>
                  <a:lnTo>
                    <a:pt x="536252" y="192755"/>
                  </a:lnTo>
                  <a:lnTo>
                    <a:pt x="533156" y="192755"/>
                  </a:lnTo>
                  <a:lnTo>
                    <a:pt x="524473" y="192755"/>
                  </a:lnTo>
                  <a:lnTo>
                    <a:pt x="518381" y="194269"/>
                  </a:lnTo>
                  <a:cubicBezTo>
                    <a:pt x="518381" y="194269"/>
                    <a:pt x="518381" y="197196"/>
                    <a:pt x="515555" y="198306"/>
                  </a:cubicBezTo>
                  <a:cubicBezTo>
                    <a:pt x="512728" y="199382"/>
                    <a:pt x="500544" y="199718"/>
                    <a:pt x="500544" y="199718"/>
                  </a:cubicBezTo>
                  <a:lnTo>
                    <a:pt x="491424" y="199718"/>
                  </a:lnTo>
                  <a:lnTo>
                    <a:pt x="480116" y="194303"/>
                  </a:lnTo>
                  <a:cubicBezTo>
                    <a:pt x="480116" y="194303"/>
                    <a:pt x="476212" y="189526"/>
                    <a:pt x="476212" y="188651"/>
                  </a:cubicBezTo>
                  <a:cubicBezTo>
                    <a:pt x="476212" y="187776"/>
                    <a:pt x="474900" y="181049"/>
                    <a:pt x="474900" y="180409"/>
                  </a:cubicBezTo>
                  <a:cubicBezTo>
                    <a:pt x="474900" y="179770"/>
                    <a:pt x="474900" y="174556"/>
                    <a:pt x="474900" y="174556"/>
                  </a:cubicBezTo>
                  <a:lnTo>
                    <a:pt x="470558" y="169981"/>
                  </a:lnTo>
                  <a:lnTo>
                    <a:pt x="464029" y="164969"/>
                  </a:lnTo>
                  <a:lnTo>
                    <a:pt x="456625" y="164969"/>
                  </a:lnTo>
                  <a:lnTo>
                    <a:pt x="452486" y="158241"/>
                  </a:lnTo>
                  <a:lnTo>
                    <a:pt x="447034" y="153228"/>
                  </a:lnTo>
                  <a:lnTo>
                    <a:pt x="439865" y="151042"/>
                  </a:lnTo>
                  <a:lnTo>
                    <a:pt x="430509" y="151042"/>
                  </a:lnTo>
                  <a:lnTo>
                    <a:pt x="421827" y="151042"/>
                  </a:lnTo>
                  <a:lnTo>
                    <a:pt x="417249" y="149091"/>
                  </a:lnTo>
                  <a:lnTo>
                    <a:pt x="415735" y="145189"/>
                  </a:lnTo>
                  <a:lnTo>
                    <a:pt x="415735" y="139773"/>
                  </a:lnTo>
                  <a:lnTo>
                    <a:pt x="415735" y="136308"/>
                  </a:lnTo>
                  <a:lnTo>
                    <a:pt x="417048" y="133718"/>
                  </a:lnTo>
                  <a:lnTo>
                    <a:pt x="419874" y="130892"/>
                  </a:lnTo>
                  <a:lnTo>
                    <a:pt x="423576" y="128066"/>
                  </a:lnTo>
                  <a:lnTo>
                    <a:pt x="427480" y="123289"/>
                  </a:lnTo>
                  <a:lnTo>
                    <a:pt x="430509" y="123289"/>
                  </a:lnTo>
                  <a:lnTo>
                    <a:pt x="431384" y="118512"/>
                  </a:lnTo>
                  <a:lnTo>
                    <a:pt x="431384" y="113736"/>
                  </a:lnTo>
                  <a:lnTo>
                    <a:pt x="433572" y="108959"/>
                  </a:lnTo>
                  <a:lnTo>
                    <a:pt x="435961" y="107008"/>
                  </a:lnTo>
                  <a:lnTo>
                    <a:pt x="439024" y="104182"/>
                  </a:lnTo>
                  <a:lnTo>
                    <a:pt x="442726" y="102130"/>
                  </a:lnTo>
                  <a:lnTo>
                    <a:pt x="447740" y="100717"/>
                  </a:lnTo>
                  <a:lnTo>
                    <a:pt x="453193" y="100717"/>
                  </a:lnTo>
                  <a:lnTo>
                    <a:pt x="458409" y="97689"/>
                  </a:lnTo>
                  <a:lnTo>
                    <a:pt x="461000" y="93787"/>
                  </a:lnTo>
                  <a:lnTo>
                    <a:pt x="461337" y="91836"/>
                  </a:lnTo>
                  <a:lnTo>
                    <a:pt x="459284" y="88136"/>
                  </a:lnTo>
                  <a:lnTo>
                    <a:pt x="459284" y="82484"/>
                  </a:lnTo>
                  <a:lnTo>
                    <a:pt x="462549" y="81172"/>
                  </a:lnTo>
                  <a:cubicBezTo>
                    <a:pt x="462549" y="81172"/>
                    <a:pt x="465578" y="79221"/>
                    <a:pt x="466453" y="79019"/>
                  </a:cubicBezTo>
                  <a:cubicBezTo>
                    <a:pt x="467327" y="78784"/>
                    <a:pt x="469919" y="74680"/>
                    <a:pt x="469919" y="74680"/>
                  </a:cubicBezTo>
                  <a:lnTo>
                    <a:pt x="471770" y="73065"/>
                  </a:lnTo>
                  <a:lnTo>
                    <a:pt x="474597" y="71316"/>
                  </a:lnTo>
                  <a:lnTo>
                    <a:pt x="477761" y="68591"/>
                  </a:lnTo>
                  <a:lnTo>
                    <a:pt x="479275" y="66001"/>
                  </a:lnTo>
                  <a:lnTo>
                    <a:pt x="483852" y="66001"/>
                  </a:lnTo>
                  <a:lnTo>
                    <a:pt x="489741" y="64252"/>
                  </a:lnTo>
                  <a:lnTo>
                    <a:pt x="491189" y="64252"/>
                  </a:lnTo>
                  <a:lnTo>
                    <a:pt x="494083" y="60181"/>
                  </a:lnTo>
                  <a:lnTo>
                    <a:pt x="496102" y="59038"/>
                  </a:lnTo>
                  <a:lnTo>
                    <a:pt x="497549" y="55842"/>
                  </a:lnTo>
                  <a:lnTo>
                    <a:pt x="501891" y="52074"/>
                  </a:lnTo>
                  <a:lnTo>
                    <a:pt x="506232" y="52074"/>
                  </a:lnTo>
                  <a:lnTo>
                    <a:pt x="506232" y="43664"/>
                  </a:lnTo>
                  <a:lnTo>
                    <a:pt x="508857" y="38147"/>
                  </a:lnTo>
                  <a:lnTo>
                    <a:pt x="519425" y="38147"/>
                  </a:lnTo>
                  <a:lnTo>
                    <a:pt x="524136" y="35389"/>
                  </a:lnTo>
                  <a:lnTo>
                    <a:pt x="525651" y="30915"/>
                  </a:lnTo>
                  <a:lnTo>
                    <a:pt x="526223" y="28325"/>
                  </a:lnTo>
                  <a:lnTo>
                    <a:pt x="528848" y="21664"/>
                  </a:lnTo>
                  <a:lnTo>
                    <a:pt x="528848" y="17324"/>
                  </a:lnTo>
                  <a:lnTo>
                    <a:pt x="523833" y="14465"/>
                  </a:lnTo>
                  <a:lnTo>
                    <a:pt x="522285" y="13052"/>
                  </a:lnTo>
                  <a:lnTo>
                    <a:pt x="518651" y="16618"/>
                  </a:lnTo>
                  <a:lnTo>
                    <a:pt x="518853" y="18502"/>
                  </a:lnTo>
                  <a:lnTo>
                    <a:pt x="518987" y="21529"/>
                  </a:lnTo>
                  <a:cubicBezTo>
                    <a:pt x="518987" y="21529"/>
                    <a:pt x="517405" y="24288"/>
                    <a:pt x="516800" y="24557"/>
                  </a:cubicBezTo>
                  <a:cubicBezTo>
                    <a:pt x="516227" y="24860"/>
                    <a:pt x="514915" y="26003"/>
                    <a:pt x="514477" y="26441"/>
                  </a:cubicBezTo>
                  <a:cubicBezTo>
                    <a:pt x="514040" y="26878"/>
                    <a:pt x="511718" y="26878"/>
                    <a:pt x="511718" y="26878"/>
                  </a:cubicBezTo>
                  <a:cubicBezTo>
                    <a:pt x="511718" y="26878"/>
                    <a:pt x="507949" y="31083"/>
                    <a:pt x="507376" y="31352"/>
                  </a:cubicBezTo>
                  <a:cubicBezTo>
                    <a:pt x="506804" y="31655"/>
                    <a:pt x="504617" y="33673"/>
                    <a:pt x="504617" y="33673"/>
                  </a:cubicBezTo>
                  <a:lnTo>
                    <a:pt x="495496" y="35994"/>
                  </a:lnTo>
                  <a:lnTo>
                    <a:pt x="491289" y="37004"/>
                  </a:lnTo>
                  <a:lnTo>
                    <a:pt x="487655" y="38316"/>
                  </a:lnTo>
                  <a:lnTo>
                    <a:pt x="485905" y="40334"/>
                  </a:lnTo>
                  <a:lnTo>
                    <a:pt x="485333" y="43227"/>
                  </a:lnTo>
                  <a:lnTo>
                    <a:pt x="483885" y="47701"/>
                  </a:lnTo>
                  <a:lnTo>
                    <a:pt x="483010" y="49450"/>
                  </a:lnTo>
                  <a:lnTo>
                    <a:pt x="478804" y="48004"/>
                  </a:lnTo>
                  <a:lnTo>
                    <a:pt x="476919" y="46120"/>
                  </a:lnTo>
                  <a:lnTo>
                    <a:pt x="475337" y="46557"/>
                  </a:lnTo>
                  <a:lnTo>
                    <a:pt x="474159" y="48576"/>
                  </a:lnTo>
                  <a:lnTo>
                    <a:pt x="472275" y="50762"/>
                  </a:lnTo>
                  <a:lnTo>
                    <a:pt x="470962" y="51771"/>
                  </a:lnTo>
                  <a:lnTo>
                    <a:pt x="470222" y="53958"/>
                  </a:lnTo>
                  <a:lnTo>
                    <a:pt x="466149" y="55775"/>
                  </a:lnTo>
                  <a:lnTo>
                    <a:pt x="461808" y="53386"/>
                  </a:lnTo>
                  <a:cubicBezTo>
                    <a:pt x="461808" y="53386"/>
                    <a:pt x="460933" y="48811"/>
                    <a:pt x="460933" y="48172"/>
                  </a:cubicBezTo>
                  <a:cubicBezTo>
                    <a:pt x="460933" y="47533"/>
                    <a:pt x="461808" y="41209"/>
                    <a:pt x="462246" y="40334"/>
                  </a:cubicBezTo>
                  <a:cubicBezTo>
                    <a:pt x="462683" y="39459"/>
                    <a:pt x="463996" y="34245"/>
                    <a:pt x="464635" y="34043"/>
                  </a:cubicBezTo>
                  <a:lnTo>
                    <a:pt x="459419" y="34817"/>
                  </a:lnTo>
                  <a:lnTo>
                    <a:pt x="458207" y="34178"/>
                  </a:lnTo>
                  <a:lnTo>
                    <a:pt x="457467" y="32126"/>
                  </a:lnTo>
                  <a:lnTo>
                    <a:pt x="457467" y="28661"/>
                  </a:lnTo>
                  <a:lnTo>
                    <a:pt x="457467" y="25196"/>
                  </a:lnTo>
                  <a:lnTo>
                    <a:pt x="456457" y="23178"/>
                  </a:lnTo>
                  <a:lnTo>
                    <a:pt x="454875" y="17526"/>
                  </a:lnTo>
                  <a:lnTo>
                    <a:pt x="448784" y="13893"/>
                  </a:lnTo>
                  <a:cubicBezTo>
                    <a:pt x="448784" y="13893"/>
                    <a:pt x="447639" y="13758"/>
                    <a:pt x="446899" y="13590"/>
                  </a:cubicBezTo>
                  <a:cubicBezTo>
                    <a:pt x="446193" y="13456"/>
                    <a:pt x="444711" y="12850"/>
                    <a:pt x="444308" y="12716"/>
                  </a:cubicBezTo>
                  <a:cubicBezTo>
                    <a:pt x="443870" y="12581"/>
                    <a:pt x="441986" y="11841"/>
                    <a:pt x="441986" y="11841"/>
                  </a:cubicBezTo>
                  <a:cubicBezTo>
                    <a:pt x="441986" y="11841"/>
                    <a:pt x="440101" y="13288"/>
                    <a:pt x="439663" y="13288"/>
                  </a:cubicBezTo>
                  <a:cubicBezTo>
                    <a:pt x="439226" y="13288"/>
                    <a:pt x="437644" y="15743"/>
                    <a:pt x="437341" y="16181"/>
                  </a:cubicBezTo>
                  <a:cubicBezTo>
                    <a:pt x="437038" y="16618"/>
                    <a:pt x="435456" y="18064"/>
                    <a:pt x="434885" y="18064"/>
                  </a:cubicBezTo>
                  <a:cubicBezTo>
                    <a:pt x="434312" y="18064"/>
                    <a:pt x="433572" y="19814"/>
                    <a:pt x="433000" y="20251"/>
                  </a:cubicBezTo>
                  <a:cubicBezTo>
                    <a:pt x="432427" y="20688"/>
                    <a:pt x="431418" y="25162"/>
                    <a:pt x="431418" y="25162"/>
                  </a:cubicBezTo>
                  <a:lnTo>
                    <a:pt x="431418" y="26037"/>
                  </a:lnTo>
                  <a:lnTo>
                    <a:pt x="428827" y="31251"/>
                  </a:lnTo>
                  <a:lnTo>
                    <a:pt x="424485" y="33875"/>
                  </a:lnTo>
                  <a:lnTo>
                    <a:pt x="424485" y="30410"/>
                  </a:lnTo>
                  <a:lnTo>
                    <a:pt x="424485" y="28089"/>
                  </a:lnTo>
                  <a:lnTo>
                    <a:pt x="421523" y="25028"/>
                  </a:lnTo>
                  <a:lnTo>
                    <a:pt x="418562" y="22000"/>
                  </a:lnTo>
                  <a:cubicBezTo>
                    <a:pt x="418562" y="22000"/>
                    <a:pt x="415500" y="22740"/>
                    <a:pt x="414927" y="22740"/>
                  </a:cubicBezTo>
                  <a:cubicBezTo>
                    <a:pt x="414355" y="22740"/>
                    <a:pt x="410586" y="24052"/>
                    <a:pt x="410586" y="24052"/>
                  </a:cubicBezTo>
                  <a:lnTo>
                    <a:pt x="405941" y="23480"/>
                  </a:lnTo>
                  <a:cubicBezTo>
                    <a:pt x="405941" y="23480"/>
                    <a:pt x="402038" y="21025"/>
                    <a:pt x="401600" y="21159"/>
                  </a:cubicBezTo>
                  <a:cubicBezTo>
                    <a:pt x="401163" y="21294"/>
                    <a:pt x="399985" y="21294"/>
                    <a:pt x="399985" y="21294"/>
                  </a:cubicBezTo>
                  <a:lnTo>
                    <a:pt x="398235" y="22168"/>
                  </a:lnTo>
                  <a:lnTo>
                    <a:pt x="391571" y="22875"/>
                  </a:lnTo>
                  <a:lnTo>
                    <a:pt x="389384" y="22572"/>
                  </a:lnTo>
                  <a:lnTo>
                    <a:pt x="383427" y="20688"/>
                  </a:lnTo>
                  <a:lnTo>
                    <a:pt x="379220" y="19107"/>
                  </a:lnTo>
                  <a:lnTo>
                    <a:pt x="374878" y="17089"/>
                  </a:lnTo>
                  <a:cubicBezTo>
                    <a:pt x="374878" y="17089"/>
                    <a:pt x="373869" y="15508"/>
                    <a:pt x="373128" y="14768"/>
                  </a:cubicBezTo>
                  <a:cubicBezTo>
                    <a:pt x="372388" y="14028"/>
                    <a:pt x="373128" y="14768"/>
                    <a:pt x="372253" y="14465"/>
                  </a:cubicBezTo>
                  <a:cubicBezTo>
                    <a:pt x="371378" y="14162"/>
                    <a:pt x="368921" y="12447"/>
                    <a:pt x="368652" y="12009"/>
                  </a:cubicBezTo>
                  <a:cubicBezTo>
                    <a:pt x="368349" y="11572"/>
                    <a:pt x="366902" y="11269"/>
                    <a:pt x="365758" y="11135"/>
                  </a:cubicBezTo>
                  <a:cubicBezTo>
                    <a:pt x="364614" y="11000"/>
                    <a:pt x="363301" y="10395"/>
                    <a:pt x="361854" y="10395"/>
                  </a:cubicBezTo>
                  <a:cubicBezTo>
                    <a:pt x="360407" y="10395"/>
                    <a:pt x="359094" y="9957"/>
                    <a:pt x="358522" y="9957"/>
                  </a:cubicBezTo>
                  <a:cubicBezTo>
                    <a:pt x="357950" y="9957"/>
                    <a:pt x="354753" y="9385"/>
                    <a:pt x="354753" y="9385"/>
                  </a:cubicBezTo>
                  <a:cubicBezTo>
                    <a:pt x="354753" y="9385"/>
                    <a:pt x="352161" y="8376"/>
                    <a:pt x="351556" y="8376"/>
                  </a:cubicBezTo>
                  <a:cubicBezTo>
                    <a:pt x="350950" y="8376"/>
                    <a:pt x="349671" y="7367"/>
                    <a:pt x="349233" y="7232"/>
                  </a:cubicBezTo>
                  <a:cubicBezTo>
                    <a:pt x="348796" y="7098"/>
                    <a:pt x="344455" y="6089"/>
                    <a:pt x="344455" y="6089"/>
                  </a:cubicBezTo>
                  <a:lnTo>
                    <a:pt x="344455" y="4205"/>
                  </a:lnTo>
                  <a:cubicBezTo>
                    <a:pt x="344455" y="4205"/>
                    <a:pt x="343882" y="1615"/>
                    <a:pt x="343714" y="1009"/>
                  </a:cubicBezTo>
                  <a:cubicBezTo>
                    <a:pt x="343580" y="437"/>
                    <a:pt x="341830" y="0"/>
                    <a:pt x="341830" y="0"/>
                  </a:cubicBezTo>
                  <a:cubicBezTo>
                    <a:pt x="341830" y="0"/>
                    <a:pt x="340820" y="0"/>
                    <a:pt x="340248" y="0"/>
                  </a:cubicBezTo>
                  <a:cubicBezTo>
                    <a:pt x="339676" y="0"/>
                    <a:pt x="338666" y="875"/>
                    <a:pt x="338094" y="1413"/>
                  </a:cubicBezTo>
                  <a:cubicBezTo>
                    <a:pt x="337522" y="1951"/>
                    <a:pt x="336209" y="2758"/>
                    <a:pt x="335637" y="3330"/>
                  </a:cubicBezTo>
                  <a:cubicBezTo>
                    <a:pt x="335065" y="3902"/>
                    <a:pt x="331868" y="4777"/>
                    <a:pt x="331868" y="4777"/>
                  </a:cubicBezTo>
                  <a:lnTo>
                    <a:pt x="328233" y="3902"/>
                  </a:lnTo>
                  <a:lnTo>
                    <a:pt x="324329" y="3330"/>
                  </a:lnTo>
                  <a:cubicBezTo>
                    <a:pt x="324329" y="3330"/>
                    <a:pt x="323016" y="2590"/>
                    <a:pt x="322714" y="1884"/>
                  </a:cubicBezTo>
                  <a:cubicBezTo>
                    <a:pt x="322445" y="1177"/>
                    <a:pt x="321132" y="1884"/>
                    <a:pt x="320560" y="1884"/>
                  </a:cubicBezTo>
                  <a:cubicBezTo>
                    <a:pt x="319988" y="1884"/>
                    <a:pt x="317935" y="2456"/>
                    <a:pt x="317935" y="2456"/>
                  </a:cubicBezTo>
                  <a:cubicBezTo>
                    <a:pt x="317935" y="2456"/>
                    <a:pt x="316353" y="3196"/>
                    <a:pt x="315915" y="3330"/>
                  </a:cubicBezTo>
                  <a:cubicBezTo>
                    <a:pt x="315478" y="3465"/>
                    <a:pt x="313021" y="4777"/>
                    <a:pt x="312584" y="5080"/>
                  </a:cubicBezTo>
                  <a:cubicBezTo>
                    <a:pt x="312146" y="5382"/>
                    <a:pt x="309824" y="5820"/>
                    <a:pt x="309824" y="5820"/>
                  </a:cubicBezTo>
                  <a:lnTo>
                    <a:pt x="307064" y="6391"/>
                  </a:lnTo>
                  <a:lnTo>
                    <a:pt x="306189" y="11303"/>
                  </a:lnTo>
                  <a:lnTo>
                    <a:pt x="306189" y="12312"/>
                  </a:lnTo>
                  <a:lnTo>
                    <a:pt x="306627" y="14499"/>
                  </a:lnTo>
                  <a:lnTo>
                    <a:pt x="307064" y="19141"/>
                  </a:lnTo>
                  <a:lnTo>
                    <a:pt x="305483" y="19141"/>
                  </a:lnTo>
                  <a:lnTo>
                    <a:pt x="303901" y="20285"/>
                  </a:lnTo>
                  <a:lnTo>
                    <a:pt x="303026" y="22034"/>
                  </a:lnTo>
                  <a:lnTo>
                    <a:pt x="304036" y="24221"/>
                  </a:lnTo>
                  <a:lnTo>
                    <a:pt x="306223" y="25970"/>
                  </a:lnTo>
                  <a:lnTo>
                    <a:pt x="306088" y="27282"/>
                  </a:lnTo>
                  <a:lnTo>
                    <a:pt x="304338" y="29031"/>
                  </a:lnTo>
                  <a:lnTo>
                    <a:pt x="305651" y="30175"/>
                  </a:lnTo>
                  <a:lnTo>
                    <a:pt x="304944" y="31487"/>
                  </a:lnTo>
                  <a:lnTo>
                    <a:pt x="303362" y="33673"/>
                  </a:lnTo>
                  <a:lnTo>
                    <a:pt x="304944" y="36432"/>
                  </a:lnTo>
                  <a:lnTo>
                    <a:pt x="306896" y="38618"/>
                  </a:lnTo>
                  <a:lnTo>
                    <a:pt x="307973" y="40939"/>
                  </a:lnTo>
                  <a:lnTo>
                    <a:pt x="307973" y="43698"/>
                  </a:lnTo>
                  <a:lnTo>
                    <a:pt x="306088" y="44573"/>
                  </a:lnTo>
                  <a:lnTo>
                    <a:pt x="304204" y="46322"/>
                  </a:lnTo>
                  <a:lnTo>
                    <a:pt x="302757" y="49652"/>
                  </a:lnTo>
                  <a:lnTo>
                    <a:pt x="302757" y="51536"/>
                  </a:lnTo>
                  <a:lnTo>
                    <a:pt x="304136" y="53722"/>
                  </a:lnTo>
                  <a:lnTo>
                    <a:pt x="305381" y="56044"/>
                  </a:lnTo>
                  <a:cubicBezTo>
                    <a:pt x="305381" y="56044"/>
                    <a:pt x="307266" y="58499"/>
                    <a:pt x="306829" y="59071"/>
                  </a:cubicBezTo>
                  <a:cubicBezTo>
                    <a:pt x="306391" y="59643"/>
                    <a:pt x="307266" y="59643"/>
                    <a:pt x="306829" y="59946"/>
                  </a:cubicBezTo>
                  <a:cubicBezTo>
                    <a:pt x="306391" y="60248"/>
                    <a:pt x="304810" y="61089"/>
                    <a:pt x="303800" y="60821"/>
                  </a:cubicBezTo>
                  <a:cubicBezTo>
                    <a:pt x="302790" y="60551"/>
                    <a:pt x="301915" y="61224"/>
                    <a:pt x="301343" y="60955"/>
                  </a:cubicBezTo>
                  <a:cubicBezTo>
                    <a:pt x="300771" y="60652"/>
                    <a:pt x="298449" y="60955"/>
                    <a:pt x="298449" y="60955"/>
                  </a:cubicBezTo>
                  <a:lnTo>
                    <a:pt x="297439" y="60955"/>
                  </a:lnTo>
                  <a:lnTo>
                    <a:pt x="295420" y="61830"/>
                  </a:lnTo>
                  <a:cubicBezTo>
                    <a:pt x="295420" y="61830"/>
                    <a:pt x="295689" y="63848"/>
                    <a:pt x="295857" y="64453"/>
                  </a:cubicBezTo>
                  <a:cubicBezTo>
                    <a:pt x="295992" y="65025"/>
                    <a:pt x="296430" y="66909"/>
                    <a:pt x="296430" y="66909"/>
                  </a:cubicBezTo>
                  <a:cubicBezTo>
                    <a:pt x="296430" y="66909"/>
                    <a:pt x="297439" y="70374"/>
                    <a:pt x="297439" y="70811"/>
                  </a:cubicBezTo>
                  <a:cubicBezTo>
                    <a:pt x="297439" y="71249"/>
                    <a:pt x="298449" y="73704"/>
                    <a:pt x="298449" y="73704"/>
                  </a:cubicBezTo>
                  <a:lnTo>
                    <a:pt x="299324" y="77472"/>
                  </a:lnTo>
                  <a:lnTo>
                    <a:pt x="299324" y="80365"/>
                  </a:lnTo>
                  <a:lnTo>
                    <a:pt x="296867" y="83561"/>
                  </a:lnTo>
                  <a:lnTo>
                    <a:pt x="295420" y="86588"/>
                  </a:lnTo>
                  <a:lnTo>
                    <a:pt x="293232" y="91063"/>
                  </a:lnTo>
                  <a:lnTo>
                    <a:pt x="291348" y="93249"/>
                  </a:lnTo>
                  <a:lnTo>
                    <a:pt x="289598" y="95705"/>
                  </a:lnTo>
                  <a:cubicBezTo>
                    <a:pt x="289598" y="95705"/>
                    <a:pt x="288285" y="97151"/>
                    <a:pt x="287410" y="97589"/>
                  </a:cubicBezTo>
                  <a:cubicBezTo>
                    <a:pt x="286535" y="98026"/>
                    <a:pt x="284785" y="99910"/>
                    <a:pt x="284347" y="100044"/>
                  </a:cubicBezTo>
                  <a:cubicBezTo>
                    <a:pt x="283910" y="100179"/>
                    <a:pt x="281016" y="102668"/>
                    <a:pt x="281016" y="102668"/>
                  </a:cubicBezTo>
                  <a:lnTo>
                    <a:pt x="280141" y="102668"/>
                  </a:lnTo>
                  <a:lnTo>
                    <a:pt x="280141" y="105258"/>
                  </a:lnTo>
                  <a:lnTo>
                    <a:pt x="280141" y="105999"/>
                  </a:lnTo>
                  <a:lnTo>
                    <a:pt x="279265" y="108454"/>
                  </a:lnTo>
                  <a:lnTo>
                    <a:pt x="276809" y="109329"/>
                  </a:lnTo>
                  <a:cubicBezTo>
                    <a:pt x="276809" y="109329"/>
                    <a:pt x="275362" y="108891"/>
                    <a:pt x="274924" y="108757"/>
                  </a:cubicBezTo>
                  <a:cubicBezTo>
                    <a:pt x="274487" y="108622"/>
                    <a:pt x="272905" y="106738"/>
                    <a:pt x="272905" y="106738"/>
                  </a:cubicBezTo>
                  <a:lnTo>
                    <a:pt x="269842" y="105999"/>
                  </a:lnTo>
                  <a:lnTo>
                    <a:pt x="265198" y="106738"/>
                  </a:lnTo>
                  <a:cubicBezTo>
                    <a:pt x="265198" y="106738"/>
                    <a:pt x="262741" y="109329"/>
                    <a:pt x="262135" y="109329"/>
                  </a:cubicBezTo>
                  <a:cubicBezTo>
                    <a:pt x="261564" y="109329"/>
                    <a:pt x="261126" y="111650"/>
                    <a:pt x="260958" y="112222"/>
                  </a:cubicBezTo>
                  <a:cubicBezTo>
                    <a:pt x="260823" y="112794"/>
                    <a:pt x="259207" y="113971"/>
                    <a:pt x="259207" y="113971"/>
                  </a:cubicBezTo>
                  <a:lnTo>
                    <a:pt x="259207" y="118008"/>
                  </a:lnTo>
                  <a:lnTo>
                    <a:pt x="255876" y="121035"/>
                  </a:lnTo>
                  <a:lnTo>
                    <a:pt x="251534" y="120766"/>
                  </a:lnTo>
                  <a:lnTo>
                    <a:pt x="248640" y="118882"/>
                  </a:lnTo>
                  <a:lnTo>
                    <a:pt x="247900" y="116561"/>
                  </a:lnTo>
                  <a:lnTo>
                    <a:pt x="245443" y="116561"/>
                  </a:lnTo>
                  <a:lnTo>
                    <a:pt x="241976" y="117436"/>
                  </a:lnTo>
                  <a:lnTo>
                    <a:pt x="237904" y="118445"/>
                  </a:lnTo>
                  <a:lnTo>
                    <a:pt x="236592" y="119892"/>
                  </a:lnTo>
                  <a:lnTo>
                    <a:pt x="235717" y="121035"/>
                  </a:lnTo>
                  <a:lnTo>
                    <a:pt x="234135" y="122785"/>
                  </a:lnTo>
                  <a:lnTo>
                    <a:pt x="233125" y="124366"/>
                  </a:lnTo>
                  <a:lnTo>
                    <a:pt x="233125" y="127831"/>
                  </a:lnTo>
                  <a:lnTo>
                    <a:pt x="233125" y="128571"/>
                  </a:lnTo>
                  <a:cubicBezTo>
                    <a:pt x="233125" y="128571"/>
                    <a:pt x="231880" y="130152"/>
                    <a:pt x="231442" y="130454"/>
                  </a:cubicBezTo>
                  <a:cubicBezTo>
                    <a:pt x="231005" y="130757"/>
                    <a:pt x="228346" y="132776"/>
                    <a:pt x="228043" y="133348"/>
                  </a:cubicBezTo>
                  <a:cubicBezTo>
                    <a:pt x="227740" y="133919"/>
                    <a:pt x="224409" y="133482"/>
                    <a:pt x="223836" y="133482"/>
                  </a:cubicBezTo>
                  <a:cubicBezTo>
                    <a:pt x="223265" y="133482"/>
                    <a:pt x="221817" y="131733"/>
                    <a:pt x="221817" y="131733"/>
                  </a:cubicBezTo>
                  <a:lnTo>
                    <a:pt x="220942" y="129849"/>
                  </a:lnTo>
                  <a:lnTo>
                    <a:pt x="220067" y="126956"/>
                  </a:lnTo>
                  <a:lnTo>
                    <a:pt x="218351" y="126956"/>
                  </a:lnTo>
                  <a:lnTo>
                    <a:pt x="215456" y="126956"/>
                  </a:lnTo>
                  <a:lnTo>
                    <a:pt x="214447" y="128974"/>
                  </a:lnTo>
                  <a:lnTo>
                    <a:pt x="212865" y="131161"/>
                  </a:lnTo>
                  <a:lnTo>
                    <a:pt x="210846" y="133179"/>
                  </a:lnTo>
                  <a:lnTo>
                    <a:pt x="207985" y="134828"/>
                  </a:lnTo>
                  <a:lnTo>
                    <a:pt x="205057" y="133953"/>
                  </a:lnTo>
                  <a:lnTo>
                    <a:pt x="200918" y="133045"/>
                  </a:lnTo>
                  <a:cubicBezTo>
                    <a:pt x="200918" y="133045"/>
                    <a:pt x="196576" y="132507"/>
                    <a:pt x="196341" y="132507"/>
                  </a:cubicBezTo>
                  <a:cubicBezTo>
                    <a:pt x="196105" y="132507"/>
                    <a:pt x="191124" y="132607"/>
                    <a:pt x="191124" y="132607"/>
                  </a:cubicBezTo>
                  <a:lnTo>
                    <a:pt x="185908" y="131968"/>
                  </a:lnTo>
                  <a:lnTo>
                    <a:pt x="178639" y="132338"/>
                  </a:lnTo>
                  <a:lnTo>
                    <a:pt x="174735" y="131195"/>
                  </a:lnTo>
                  <a:lnTo>
                    <a:pt x="174028" y="129883"/>
                  </a:lnTo>
                  <a:lnTo>
                    <a:pt x="170696" y="128739"/>
                  </a:lnTo>
                  <a:lnTo>
                    <a:pt x="167364" y="127999"/>
                  </a:lnTo>
                  <a:lnTo>
                    <a:pt x="164470" y="128739"/>
                  </a:lnTo>
                  <a:lnTo>
                    <a:pt x="161879" y="128739"/>
                  </a:lnTo>
                  <a:lnTo>
                    <a:pt x="160566" y="129748"/>
                  </a:lnTo>
                  <a:lnTo>
                    <a:pt x="160700" y="130623"/>
                  </a:lnTo>
                  <a:lnTo>
                    <a:pt x="160566" y="133078"/>
                  </a:lnTo>
                  <a:lnTo>
                    <a:pt x="159388" y="134828"/>
                  </a:lnTo>
                  <a:lnTo>
                    <a:pt x="158378" y="136577"/>
                  </a:lnTo>
                  <a:lnTo>
                    <a:pt x="158378" y="137317"/>
                  </a:lnTo>
                  <a:lnTo>
                    <a:pt x="159018" y="139638"/>
                  </a:lnTo>
                  <a:lnTo>
                    <a:pt x="160095" y="141522"/>
                  </a:lnTo>
                  <a:lnTo>
                    <a:pt x="160970" y="143708"/>
                  </a:lnTo>
                  <a:lnTo>
                    <a:pt x="161845" y="147039"/>
                  </a:lnTo>
                  <a:lnTo>
                    <a:pt x="161845" y="149663"/>
                  </a:lnTo>
                  <a:lnTo>
                    <a:pt x="160600" y="151244"/>
                  </a:lnTo>
                  <a:lnTo>
                    <a:pt x="158345" y="151378"/>
                  </a:lnTo>
                  <a:lnTo>
                    <a:pt x="155585" y="150235"/>
                  </a:lnTo>
                  <a:lnTo>
                    <a:pt x="152253" y="149663"/>
                  </a:lnTo>
                  <a:lnTo>
                    <a:pt x="147171" y="149663"/>
                  </a:lnTo>
                  <a:lnTo>
                    <a:pt x="141383" y="150975"/>
                  </a:lnTo>
                  <a:lnTo>
                    <a:pt x="137176" y="153598"/>
                  </a:lnTo>
                  <a:lnTo>
                    <a:pt x="132969" y="158678"/>
                  </a:lnTo>
                  <a:lnTo>
                    <a:pt x="130950" y="160427"/>
                  </a:lnTo>
                  <a:cubicBezTo>
                    <a:pt x="130950" y="160427"/>
                    <a:pt x="129200" y="162614"/>
                    <a:pt x="128762" y="162614"/>
                  </a:cubicBezTo>
                  <a:cubicBezTo>
                    <a:pt x="128325" y="162614"/>
                    <a:pt x="126003" y="165070"/>
                    <a:pt x="126003" y="165070"/>
                  </a:cubicBezTo>
                  <a:cubicBezTo>
                    <a:pt x="126003" y="165070"/>
                    <a:pt x="124118" y="166819"/>
                    <a:pt x="123546" y="166819"/>
                  </a:cubicBezTo>
                  <a:cubicBezTo>
                    <a:pt x="122974" y="166819"/>
                    <a:pt x="122536" y="168131"/>
                    <a:pt x="122536" y="168131"/>
                  </a:cubicBezTo>
                  <a:lnTo>
                    <a:pt x="120517" y="169880"/>
                  </a:lnTo>
                  <a:lnTo>
                    <a:pt x="118329" y="171461"/>
                  </a:lnTo>
                  <a:lnTo>
                    <a:pt x="118329" y="174085"/>
                  </a:lnTo>
                  <a:lnTo>
                    <a:pt x="117959" y="176103"/>
                  </a:lnTo>
                  <a:cubicBezTo>
                    <a:pt x="117959" y="176103"/>
                    <a:pt x="116882" y="177550"/>
                    <a:pt x="116310" y="177685"/>
                  </a:cubicBezTo>
                  <a:cubicBezTo>
                    <a:pt x="115738" y="177819"/>
                    <a:pt x="114426" y="178997"/>
                    <a:pt x="113853" y="179266"/>
                  </a:cubicBezTo>
                  <a:cubicBezTo>
                    <a:pt x="113281" y="179568"/>
                    <a:pt x="112709" y="180006"/>
                    <a:pt x="112709" y="180006"/>
                  </a:cubicBezTo>
                  <a:lnTo>
                    <a:pt x="108805" y="182764"/>
                  </a:lnTo>
                  <a:lnTo>
                    <a:pt x="108233" y="182764"/>
                  </a:lnTo>
                  <a:cubicBezTo>
                    <a:pt x="108233" y="182764"/>
                    <a:pt x="104598" y="182831"/>
                    <a:pt x="104026" y="183134"/>
                  </a:cubicBezTo>
                  <a:cubicBezTo>
                    <a:pt x="103454" y="183437"/>
                    <a:pt x="101401" y="182630"/>
                    <a:pt x="100829" y="182764"/>
                  </a:cubicBezTo>
                  <a:cubicBezTo>
                    <a:pt x="100257" y="182899"/>
                    <a:pt x="99819" y="183639"/>
                    <a:pt x="99247" y="183639"/>
                  </a:cubicBezTo>
                  <a:cubicBezTo>
                    <a:pt x="98675" y="183639"/>
                    <a:pt x="95209" y="185388"/>
                    <a:pt x="93593" y="185522"/>
                  </a:cubicBezTo>
                  <a:cubicBezTo>
                    <a:pt x="91978" y="185657"/>
                    <a:pt x="89656" y="186229"/>
                    <a:pt x="89656" y="186229"/>
                  </a:cubicBezTo>
                  <a:cubicBezTo>
                    <a:pt x="89656" y="186229"/>
                    <a:pt x="82285" y="186229"/>
                    <a:pt x="81848" y="186229"/>
                  </a:cubicBezTo>
                  <a:cubicBezTo>
                    <a:pt x="81410" y="186229"/>
                    <a:pt x="76934" y="186801"/>
                    <a:pt x="76934" y="186801"/>
                  </a:cubicBezTo>
                  <a:lnTo>
                    <a:pt x="72155" y="189391"/>
                  </a:lnTo>
                  <a:lnTo>
                    <a:pt x="68521" y="193159"/>
                  </a:lnTo>
                  <a:cubicBezTo>
                    <a:pt x="68521" y="193159"/>
                    <a:pt x="65761" y="194740"/>
                    <a:pt x="65189" y="194740"/>
                  </a:cubicBezTo>
                  <a:cubicBezTo>
                    <a:pt x="64617" y="194740"/>
                    <a:pt x="62429" y="195312"/>
                    <a:pt x="61992" y="195884"/>
                  </a:cubicBezTo>
                  <a:cubicBezTo>
                    <a:pt x="61554" y="196455"/>
                    <a:pt x="59972" y="195581"/>
                    <a:pt x="59400" y="195884"/>
                  </a:cubicBezTo>
                  <a:cubicBezTo>
                    <a:pt x="58828" y="196186"/>
                    <a:pt x="56068" y="195884"/>
                    <a:pt x="55463" y="195884"/>
                  </a:cubicBezTo>
                  <a:cubicBezTo>
                    <a:pt x="54891" y="195884"/>
                    <a:pt x="51828" y="196186"/>
                    <a:pt x="51256" y="196590"/>
                  </a:cubicBezTo>
                  <a:cubicBezTo>
                    <a:pt x="50684" y="197027"/>
                    <a:pt x="50246" y="196590"/>
                    <a:pt x="49674" y="196590"/>
                  </a:cubicBezTo>
                  <a:cubicBezTo>
                    <a:pt x="49102" y="196590"/>
                    <a:pt x="47924" y="199920"/>
                    <a:pt x="47487" y="200358"/>
                  </a:cubicBezTo>
                  <a:cubicBezTo>
                    <a:pt x="47049" y="200795"/>
                    <a:pt x="46174" y="202679"/>
                    <a:pt x="45736" y="203116"/>
                  </a:cubicBezTo>
                  <a:cubicBezTo>
                    <a:pt x="45299" y="203553"/>
                    <a:pt x="42539" y="205437"/>
                    <a:pt x="42539" y="205437"/>
                  </a:cubicBezTo>
                  <a:cubicBezTo>
                    <a:pt x="42539" y="205437"/>
                    <a:pt x="40655" y="207018"/>
                    <a:pt x="40217" y="207456"/>
                  </a:cubicBezTo>
                  <a:cubicBezTo>
                    <a:pt x="39780" y="207893"/>
                    <a:pt x="34563" y="209911"/>
                    <a:pt x="33688" y="210315"/>
                  </a:cubicBezTo>
                  <a:cubicBezTo>
                    <a:pt x="32813" y="210685"/>
                    <a:pt x="28606" y="210517"/>
                    <a:pt x="28606" y="210517"/>
                  </a:cubicBezTo>
                  <a:cubicBezTo>
                    <a:pt x="28606" y="210517"/>
                    <a:pt x="22649" y="210080"/>
                    <a:pt x="22077" y="210517"/>
                  </a:cubicBezTo>
                  <a:cubicBezTo>
                    <a:pt x="21505" y="210954"/>
                    <a:pt x="16558" y="210517"/>
                    <a:pt x="16558" y="210517"/>
                  </a:cubicBezTo>
                  <a:lnTo>
                    <a:pt x="11342" y="210517"/>
                  </a:lnTo>
                  <a:lnTo>
                    <a:pt x="9591" y="210517"/>
                  </a:lnTo>
                  <a:cubicBezTo>
                    <a:pt x="9591" y="210517"/>
                    <a:pt x="4947" y="210517"/>
                    <a:pt x="3938" y="210517"/>
                  </a:cubicBezTo>
                  <a:cubicBezTo>
                    <a:pt x="2928" y="210517"/>
                    <a:pt x="740" y="212905"/>
                    <a:pt x="740" y="212905"/>
                  </a:cubicBezTo>
                  <a:lnTo>
                    <a:pt x="0" y="214856"/>
                  </a:lnTo>
                  <a:cubicBezTo>
                    <a:pt x="0" y="214856"/>
                    <a:pt x="0" y="219061"/>
                    <a:pt x="0" y="219633"/>
                  </a:cubicBezTo>
                  <a:cubicBezTo>
                    <a:pt x="0" y="220205"/>
                    <a:pt x="1582" y="221954"/>
                    <a:pt x="1582" y="221954"/>
                  </a:cubicBezTo>
                  <a:lnTo>
                    <a:pt x="5216" y="226462"/>
                  </a:lnTo>
                  <a:lnTo>
                    <a:pt x="9693" y="231104"/>
                  </a:lnTo>
                  <a:lnTo>
                    <a:pt x="11442" y="233123"/>
                  </a:lnTo>
                  <a:lnTo>
                    <a:pt x="14774" y="236318"/>
                  </a:lnTo>
                  <a:lnTo>
                    <a:pt x="16491" y="238505"/>
                  </a:lnTo>
                  <a:lnTo>
                    <a:pt x="15481" y="240086"/>
                  </a:lnTo>
                  <a:lnTo>
                    <a:pt x="14774" y="241835"/>
                  </a:lnTo>
                  <a:lnTo>
                    <a:pt x="12183" y="241835"/>
                  </a:lnTo>
                  <a:cubicBezTo>
                    <a:pt x="12183" y="241835"/>
                    <a:pt x="9423" y="243921"/>
                    <a:pt x="8414" y="244089"/>
                  </a:cubicBezTo>
                  <a:cubicBezTo>
                    <a:pt x="7404" y="244224"/>
                    <a:pt x="8414" y="245031"/>
                    <a:pt x="8414" y="245031"/>
                  </a:cubicBezTo>
                  <a:lnTo>
                    <a:pt x="10164" y="248227"/>
                  </a:lnTo>
                  <a:lnTo>
                    <a:pt x="12048" y="250683"/>
                  </a:lnTo>
                  <a:cubicBezTo>
                    <a:pt x="12048" y="250683"/>
                    <a:pt x="15077" y="252264"/>
                    <a:pt x="15683" y="252432"/>
                  </a:cubicBezTo>
                  <a:cubicBezTo>
                    <a:pt x="16255" y="252566"/>
                    <a:pt x="19452" y="253306"/>
                    <a:pt x="19890" y="253576"/>
                  </a:cubicBezTo>
                  <a:cubicBezTo>
                    <a:pt x="20327" y="253878"/>
                    <a:pt x="23222" y="254147"/>
                    <a:pt x="24534" y="254753"/>
                  </a:cubicBezTo>
                  <a:cubicBezTo>
                    <a:pt x="25847" y="255325"/>
                    <a:pt x="27428" y="256502"/>
                    <a:pt x="27428" y="256502"/>
                  </a:cubicBezTo>
                  <a:cubicBezTo>
                    <a:pt x="27428" y="256502"/>
                    <a:pt x="28573" y="257511"/>
                    <a:pt x="29178" y="257814"/>
                  </a:cubicBezTo>
                  <a:cubicBezTo>
                    <a:pt x="29751" y="258117"/>
                    <a:pt x="31198" y="259833"/>
                    <a:pt x="31366" y="260404"/>
                  </a:cubicBezTo>
                  <a:cubicBezTo>
                    <a:pt x="31501" y="260976"/>
                    <a:pt x="31231" y="261851"/>
                    <a:pt x="31231" y="261851"/>
                  </a:cubicBezTo>
                  <a:cubicBezTo>
                    <a:pt x="31231" y="261851"/>
                    <a:pt x="29347" y="264609"/>
                    <a:pt x="28775" y="264878"/>
                  </a:cubicBezTo>
                  <a:cubicBezTo>
                    <a:pt x="28203" y="265181"/>
                    <a:pt x="25712" y="266460"/>
                    <a:pt x="25140" y="266762"/>
                  </a:cubicBezTo>
                  <a:cubicBezTo>
                    <a:pt x="24568" y="267065"/>
                    <a:pt x="22380" y="269083"/>
                    <a:pt x="21371" y="270093"/>
                  </a:cubicBezTo>
                  <a:cubicBezTo>
                    <a:pt x="20361" y="271102"/>
                    <a:pt x="19923" y="272414"/>
                    <a:pt x="19923" y="272986"/>
                  </a:cubicBezTo>
                  <a:cubicBezTo>
                    <a:pt x="19923" y="273558"/>
                    <a:pt x="20664" y="275576"/>
                    <a:pt x="20933" y="276013"/>
                  </a:cubicBezTo>
                  <a:cubicBezTo>
                    <a:pt x="21236" y="276451"/>
                    <a:pt x="23525" y="278334"/>
                    <a:pt x="23525" y="278334"/>
                  </a:cubicBezTo>
                  <a:lnTo>
                    <a:pt x="28741" y="278334"/>
                  </a:lnTo>
                  <a:lnTo>
                    <a:pt x="32376" y="281799"/>
                  </a:lnTo>
                  <a:cubicBezTo>
                    <a:pt x="32376" y="281799"/>
                    <a:pt x="29481" y="284995"/>
                    <a:pt x="29044" y="285130"/>
                  </a:cubicBezTo>
                  <a:cubicBezTo>
                    <a:pt x="28606" y="285264"/>
                    <a:pt x="28034" y="286139"/>
                    <a:pt x="28034" y="286139"/>
                  </a:cubicBezTo>
                  <a:lnTo>
                    <a:pt x="26149" y="287888"/>
                  </a:lnTo>
                  <a:lnTo>
                    <a:pt x="26149" y="290916"/>
                  </a:lnTo>
                  <a:lnTo>
                    <a:pt x="27159" y="293237"/>
                  </a:lnTo>
                  <a:cubicBezTo>
                    <a:pt x="27159" y="293237"/>
                    <a:pt x="29044" y="294246"/>
                    <a:pt x="29481" y="293977"/>
                  </a:cubicBezTo>
                  <a:cubicBezTo>
                    <a:pt x="29919" y="293674"/>
                    <a:pt x="32241" y="293977"/>
                    <a:pt x="32241" y="293977"/>
                  </a:cubicBezTo>
                  <a:lnTo>
                    <a:pt x="37895" y="293977"/>
                  </a:lnTo>
                  <a:lnTo>
                    <a:pt x="39342" y="295356"/>
                  </a:lnTo>
                  <a:cubicBezTo>
                    <a:pt x="39342" y="295356"/>
                    <a:pt x="43246" y="299191"/>
                    <a:pt x="43549" y="299763"/>
                  </a:cubicBezTo>
                  <a:cubicBezTo>
                    <a:pt x="43852" y="300335"/>
                    <a:pt x="46107" y="302656"/>
                    <a:pt x="46107" y="302656"/>
                  </a:cubicBezTo>
                  <a:lnTo>
                    <a:pt x="46174" y="306861"/>
                  </a:lnTo>
                  <a:cubicBezTo>
                    <a:pt x="46174" y="306861"/>
                    <a:pt x="46039" y="311200"/>
                    <a:pt x="46174" y="311772"/>
                  </a:cubicBezTo>
                  <a:cubicBezTo>
                    <a:pt x="46309" y="312344"/>
                    <a:pt x="49641" y="316549"/>
                    <a:pt x="49641" y="316549"/>
                  </a:cubicBezTo>
                  <a:lnTo>
                    <a:pt x="52097" y="316549"/>
                  </a:lnTo>
                  <a:lnTo>
                    <a:pt x="53612" y="318130"/>
                  </a:lnTo>
                  <a:cubicBezTo>
                    <a:pt x="53612" y="318130"/>
                    <a:pt x="56943" y="320216"/>
                    <a:pt x="57011" y="320451"/>
                  </a:cubicBezTo>
                  <a:cubicBezTo>
                    <a:pt x="57078" y="320687"/>
                    <a:pt x="61352" y="324286"/>
                    <a:pt x="61554" y="324421"/>
                  </a:cubicBezTo>
                  <a:cubicBezTo>
                    <a:pt x="61790" y="324555"/>
                    <a:pt x="65626" y="327818"/>
                    <a:pt x="65828" y="327953"/>
                  </a:cubicBezTo>
                  <a:cubicBezTo>
                    <a:pt x="66064" y="328087"/>
                    <a:pt x="67848" y="332023"/>
                    <a:pt x="67915" y="332225"/>
                  </a:cubicBezTo>
                  <a:cubicBezTo>
                    <a:pt x="67982" y="332427"/>
                    <a:pt x="68420" y="337136"/>
                    <a:pt x="68420" y="337136"/>
                  </a:cubicBezTo>
                  <a:lnTo>
                    <a:pt x="67848" y="339962"/>
                  </a:lnTo>
                  <a:cubicBezTo>
                    <a:pt x="67848" y="339962"/>
                    <a:pt x="67848" y="345109"/>
                    <a:pt x="67848" y="345378"/>
                  </a:cubicBezTo>
                  <a:cubicBezTo>
                    <a:pt x="67848" y="345681"/>
                    <a:pt x="67848" y="348641"/>
                    <a:pt x="67848" y="348641"/>
                  </a:cubicBezTo>
                  <a:lnTo>
                    <a:pt x="67848" y="352779"/>
                  </a:lnTo>
                  <a:lnTo>
                    <a:pt x="65223" y="356513"/>
                  </a:lnTo>
                  <a:lnTo>
                    <a:pt x="62093" y="361222"/>
                  </a:lnTo>
                  <a:cubicBezTo>
                    <a:pt x="63506" y="360180"/>
                    <a:pt x="65021" y="359170"/>
                    <a:pt x="65021" y="359170"/>
                  </a:cubicBezTo>
                  <a:cubicBezTo>
                    <a:pt x="65021" y="359170"/>
                    <a:pt x="66972" y="359271"/>
                    <a:pt x="66972" y="359709"/>
                  </a:cubicBezTo>
                  <a:cubicBezTo>
                    <a:pt x="66972" y="360146"/>
                    <a:pt x="67949" y="361761"/>
                    <a:pt x="67949" y="361761"/>
                  </a:cubicBezTo>
                  <a:cubicBezTo>
                    <a:pt x="67949" y="361761"/>
                    <a:pt x="69025" y="363846"/>
                    <a:pt x="69665" y="365125"/>
                  </a:cubicBezTo>
                  <a:cubicBezTo>
                    <a:pt x="70304" y="366437"/>
                    <a:pt x="72391" y="370339"/>
                    <a:pt x="72694" y="370978"/>
                  </a:cubicBezTo>
                  <a:cubicBezTo>
                    <a:pt x="73030" y="371617"/>
                    <a:pt x="75622" y="375654"/>
                    <a:pt x="75622" y="375654"/>
                  </a:cubicBezTo>
                  <a:lnTo>
                    <a:pt x="77910" y="378143"/>
                  </a:lnTo>
                  <a:cubicBezTo>
                    <a:pt x="77910" y="378143"/>
                    <a:pt x="79862" y="382718"/>
                    <a:pt x="80300" y="383794"/>
                  </a:cubicBezTo>
                  <a:cubicBezTo>
                    <a:pt x="80737" y="384871"/>
                    <a:pt x="84641" y="391296"/>
                    <a:pt x="84978" y="391599"/>
                  </a:cubicBezTo>
                  <a:cubicBezTo>
                    <a:pt x="85314" y="391935"/>
                    <a:pt x="86492" y="395838"/>
                    <a:pt x="86492" y="395838"/>
                  </a:cubicBezTo>
                  <a:lnTo>
                    <a:pt x="85752" y="400513"/>
                  </a:lnTo>
                  <a:lnTo>
                    <a:pt x="86492" y="405088"/>
                  </a:lnTo>
                  <a:lnTo>
                    <a:pt x="88680" y="408789"/>
                  </a:lnTo>
                  <a:lnTo>
                    <a:pt x="96521" y="410538"/>
                  </a:lnTo>
                  <a:lnTo>
                    <a:pt x="102377" y="415315"/>
                  </a:lnTo>
                  <a:lnTo>
                    <a:pt x="104767" y="419015"/>
                  </a:lnTo>
                  <a:lnTo>
                    <a:pt x="106517" y="424431"/>
                  </a:lnTo>
                  <a:lnTo>
                    <a:pt x="107829" y="427022"/>
                  </a:lnTo>
                  <a:lnTo>
                    <a:pt x="109142" y="429410"/>
                  </a:lnTo>
                  <a:cubicBezTo>
                    <a:pt x="109142" y="429410"/>
                    <a:pt x="110656" y="431798"/>
                    <a:pt x="111531" y="431798"/>
                  </a:cubicBezTo>
                  <a:cubicBezTo>
                    <a:pt x="112406" y="431798"/>
                    <a:pt x="115873" y="433110"/>
                    <a:pt x="115873" y="433110"/>
                  </a:cubicBezTo>
                  <a:cubicBezTo>
                    <a:pt x="115873" y="433110"/>
                    <a:pt x="121527" y="434187"/>
                    <a:pt x="122402" y="434624"/>
                  </a:cubicBezTo>
                  <a:cubicBezTo>
                    <a:pt x="123277" y="435061"/>
                    <a:pt x="125229" y="435499"/>
                    <a:pt x="126104" y="435263"/>
                  </a:cubicBezTo>
                  <a:cubicBezTo>
                    <a:pt x="126979" y="435061"/>
                    <a:pt x="128056" y="433749"/>
                    <a:pt x="128056" y="433749"/>
                  </a:cubicBezTo>
                  <a:lnTo>
                    <a:pt x="131758" y="433312"/>
                  </a:lnTo>
                  <a:lnTo>
                    <a:pt x="133070" y="433749"/>
                  </a:lnTo>
                  <a:cubicBezTo>
                    <a:pt x="134147" y="435701"/>
                    <a:pt x="135022" y="437450"/>
                    <a:pt x="135022" y="437450"/>
                  </a:cubicBezTo>
                  <a:lnTo>
                    <a:pt x="136772" y="442025"/>
                  </a:lnTo>
                  <a:lnTo>
                    <a:pt x="138085" y="443976"/>
                  </a:lnTo>
                  <a:cubicBezTo>
                    <a:pt x="138085" y="443976"/>
                    <a:pt x="139162" y="444178"/>
                    <a:pt x="140272" y="445052"/>
                  </a:cubicBezTo>
                  <a:cubicBezTo>
                    <a:pt x="141349" y="445927"/>
                    <a:pt x="143099" y="445927"/>
                    <a:pt x="143099" y="445927"/>
                  </a:cubicBezTo>
                  <a:cubicBezTo>
                    <a:pt x="143099" y="445927"/>
                    <a:pt x="144614" y="446129"/>
                    <a:pt x="145051" y="446802"/>
                  </a:cubicBezTo>
                  <a:cubicBezTo>
                    <a:pt x="145488" y="447441"/>
                    <a:pt x="149830" y="448114"/>
                    <a:pt x="149830" y="448114"/>
                  </a:cubicBezTo>
                  <a:lnTo>
                    <a:pt x="151143" y="448753"/>
                  </a:lnTo>
                  <a:cubicBezTo>
                    <a:pt x="151143" y="448753"/>
                    <a:pt x="152219" y="449392"/>
                    <a:pt x="153330" y="449392"/>
                  </a:cubicBezTo>
                  <a:cubicBezTo>
                    <a:pt x="154407" y="449392"/>
                    <a:pt x="158345" y="450468"/>
                    <a:pt x="158345" y="450468"/>
                  </a:cubicBezTo>
                  <a:lnTo>
                    <a:pt x="160936" y="451107"/>
                  </a:lnTo>
                  <a:lnTo>
                    <a:pt x="162888" y="452419"/>
                  </a:lnTo>
                  <a:lnTo>
                    <a:pt x="164638" y="455245"/>
                  </a:lnTo>
                  <a:lnTo>
                    <a:pt x="167465" y="456120"/>
                  </a:lnTo>
                  <a:lnTo>
                    <a:pt x="170932" y="457869"/>
                  </a:lnTo>
                  <a:cubicBezTo>
                    <a:pt x="170932" y="457869"/>
                    <a:pt x="174398" y="458508"/>
                    <a:pt x="175071" y="458744"/>
                  </a:cubicBezTo>
                  <a:cubicBezTo>
                    <a:pt x="175711" y="458946"/>
                    <a:pt x="177259" y="458946"/>
                    <a:pt x="177898" y="458946"/>
                  </a:cubicBezTo>
                  <a:cubicBezTo>
                    <a:pt x="178538" y="458946"/>
                    <a:pt x="179210" y="458306"/>
                    <a:pt x="179850" y="459585"/>
                  </a:cubicBezTo>
                  <a:cubicBezTo>
                    <a:pt x="180489" y="460897"/>
                    <a:pt x="182442" y="461435"/>
                    <a:pt x="182677" y="462074"/>
                  </a:cubicBezTo>
                  <a:cubicBezTo>
                    <a:pt x="182879" y="462713"/>
                    <a:pt x="185066" y="464126"/>
                    <a:pt x="185066" y="464126"/>
                  </a:cubicBezTo>
                  <a:lnTo>
                    <a:pt x="187019" y="464126"/>
                  </a:lnTo>
                  <a:cubicBezTo>
                    <a:pt x="187019" y="464126"/>
                    <a:pt x="189845" y="464765"/>
                    <a:pt x="190485" y="464765"/>
                  </a:cubicBezTo>
                  <a:cubicBezTo>
                    <a:pt x="191124" y="464765"/>
                    <a:pt x="193312" y="463689"/>
                    <a:pt x="193312" y="463689"/>
                  </a:cubicBezTo>
                  <a:lnTo>
                    <a:pt x="195264" y="463049"/>
                  </a:lnTo>
                  <a:lnTo>
                    <a:pt x="198326" y="461738"/>
                  </a:lnTo>
                  <a:cubicBezTo>
                    <a:pt x="198326" y="461738"/>
                    <a:pt x="199201" y="461300"/>
                    <a:pt x="200077" y="461300"/>
                  </a:cubicBezTo>
                  <a:cubicBezTo>
                    <a:pt x="200952" y="461300"/>
                    <a:pt x="203778" y="461838"/>
                    <a:pt x="203778" y="461838"/>
                  </a:cubicBezTo>
                  <a:lnTo>
                    <a:pt x="209870" y="460627"/>
                  </a:lnTo>
                  <a:lnTo>
                    <a:pt x="216601" y="460627"/>
                  </a:lnTo>
                  <a:lnTo>
                    <a:pt x="219192" y="459114"/>
                  </a:lnTo>
                  <a:lnTo>
                    <a:pt x="230062" y="460426"/>
                  </a:lnTo>
                  <a:lnTo>
                    <a:pt x="235077" y="460863"/>
                  </a:lnTo>
                  <a:lnTo>
                    <a:pt x="243356" y="458676"/>
                  </a:lnTo>
                  <a:cubicBezTo>
                    <a:pt x="243356" y="458676"/>
                    <a:pt x="245746" y="457600"/>
                    <a:pt x="246621" y="457365"/>
                  </a:cubicBezTo>
                  <a:cubicBezTo>
                    <a:pt x="247496" y="457163"/>
                    <a:pt x="251837" y="457365"/>
                    <a:pt x="251837" y="457365"/>
                  </a:cubicBezTo>
                  <a:lnTo>
                    <a:pt x="255539" y="457163"/>
                  </a:lnTo>
                  <a:cubicBezTo>
                    <a:pt x="255539" y="457163"/>
                    <a:pt x="259241" y="456826"/>
                    <a:pt x="260083" y="456389"/>
                  </a:cubicBezTo>
                  <a:cubicBezTo>
                    <a:pt x="260924" y="455952"/>
                    <a:pt x="264659" y="455413"/>
                    <a:pt x="264659" y="455413"/>
                  </a:cubicBezTo>
                  <a:lnTo>
                    <a:pt x="267049" y="455413"/>
                  </a:lnTo>
                  <a:cubicBezTo>
                    <a:pt x="267049" y="455413"/>
                    <a:pt x="268564" y="456288"/>
                    <a:pt x="270751" y="455851"/>
                  </a:cubicBezTo>
                  <a:cubicBezTo>
                    <a:pt x="272939" y="455413"/>
                    <a:pt x="275530" y="454774"/>
                    <a:pt x="275530" y="454774"/>
                  </a:cubicBezTo>
                  <a:lnTo>
                    <a:pt x="278357" y="453025"/>
                  </a:lnTo>
                  <a:lnTo>
                    <a:pt x="278357" y="451074"/>
                  </a:lnTo>
                  <a:lnTo>
                    <a:pt x="283573" y="451511"/>
                  </a:lnTo>
                  <a:cubicBezTo>
                    <a:pt x="283573" y="451511"/>
                    <a:pt x="284785" y="452386"/>
                    <a:pt x="284785" y="453462"/>
                  </a:cubicBezTo>
                  <a:cubicBezTo>
                    <a:pt x="284785" y="454539"/>
                    <a:pt x="283573" y="457802"/>
                    <a:pt x="283573" y="457802"/>
                  </a:cubicBezTo>
                  <a:lnTo>
                    <a:pt x="283573" y="459753"/>
                  </a:lnTo>
                  <a:cubicBezTo>
                    <a:pt x="283573" y="459753"/>
                    <a:pt x="286198" y="462780"/>
                    <a:pt x="287074" y="463218"/>
                  </a:cubicBezTo>
                  <a:cubicBezTo>
                    <a:pt x="287949" y="463655"/>
                    <a:pt x="287949" y="462343"/>
                    <a:pt x="289261" y="464294"/>
                  </a:cubicBezTo>
                  <a:cubicBezTo>
                    <a:pt x="290574" y="466245"/>
                    <a:pt x="290978" y="466918"/>
                    <a:pt x="292088" y="467322"/>
                  </a:cubicBezTo>
                  <a:cubicBezTo>
                    <a:pt x="293165" y="467759"/>
                    <a:pt x="293401" y="467322"/>
                    <a:pt x="294713" y="467961"/>
                  </a:cubicBezTo>
                  <a:cubicBezTo>
                    <a:pt x="296026" y="468600"/>
                    <a:pt x="297540" y="468600"/>
                    <a:pt x="297540" y="468600"/>
                  </a:cubicBezTo>
                  <a:lnTo>
                    <a:pt x="298853" y="467725"/>
                  </a:lnTo>
                  <a:lnTo>
                    <a:pt x="301680" y="465337"/>
                  </a:lnTo>
                  <a:lnTo>
                    <a:pt x="303430" y="463823"/>
                  </a:lnTo>
                  <a:lnTo>
                    <a:pt x="305381" y="462747"/>
                  </a:lnTo>
                  <a:lnTo>
                    <a:pt x="308410" y="461872"/>
                  </a:lnTo>
                  <a:lnTo>
                    <a:pt x="310363" y="460997"/>
                  </a:lnTo>
                  <a:cubicBezTo>
                    <a:pt x="310363" y="460997"/>
                    <a:pt x="312954" y="459685"/>
                    <a:pt x="312954" y="458811"/>
                  </a:cubicBezTo>
                  <a:cubicBezTo>
                    <a:pt x="312954" y="457936"/>
                    <a:pt x="314266" y="455985"/>
                    <a:pt x="314266" y="455985"/>
                  </a:cubicBezTo>
                  <a:cubicBezTo>
                    <a:pt x="314266" y="455985"/>
                    <a:pt x="315343" y="454236"/>
                    <a:pt x="316016" y="454034"/>
                  </a:cubicBezTo>
                  <a:cubicBezTo>
                    <a:pt x="316690" y="453832"/>
                    <a:pt x="318642" y="452285"/>
                    <a:pt x="318642" y="452285"/>
                  </a:cubicBezTo>
                  <a:cubicBezTo>
                    <a:pt x="318642" y="452285"/>
                    <a:pt x="321267" y="451410"/>
                    <a:pt x="321906" y="451410"/>
                  </a:cubicBezTo>
                  <a:cubicBezTo>
                    <a:pt x="322546" y="451410"/>
                    <a:pt x="326012" y="453597"/>
                    <a:pt x="326012" y="453597"/>
                  </a:cubicBezTo>
                  <a:cubicBezTo>
                    <a:pt x="326012" y="453597"/>
                    <a:pt x="325810" y="455783"/>
                    <a:pt x="326012" y="457062"/>
                  </a:cubicBezTo>
                  <a:cubicBezTo>
                    <a:pt x="326248" y="458374"/>
                    <a:pt x="325642" y="462915"/>
                    <a:pt x="325642" y="462915"/>
                  </a:cubicBezTo>
                  <a:lnTo>
                    <a:pt x="325372" y="466615"/>
                  </a:lnTo>
                  <a:lnTo>
                    <a:pt x="325372" y="470080"/>
                  </a:lnTo>
                  <a:lnTo>
                    <a:pt x="326079" y="472132"/>
                  </a:lnTo>
                  <a:lnTo>
                    <a:pt x="327998" y="473646"/>
                  </a:lnTo>
                  <a:lnTo>
                    <a:pt x="332776" y="477548"/>
                  </a:lnTo>
                  <a:lnTo>
                    <a:pt x="332137" y="482224"/>
                  </a:lnTo>
                  <a:lnTo>
                    <a:pt x="329848" y="484276"/>
                  </a:lnTo>
                  <a:cubicBezTo>
                    <a:pt x="329848" y="484276"/>
                    <a:pt x="328233" y="485353"/>
                    <a:pt x="327459" y="485353"/>
                  </a:cubicBezTo>
                  <a:cubicBezTo>
                    <a:pt x="326685" y="485353"/>
                    <a:pt x="325945" y="486429"/>
                    <a:pt x="325945" y="486429"/>
                  </a:cubicBezTo>
                  <a:cubicBezTo>
                    <a:pt x="325945" y="486429"/>
                    <a:pt x="325844" y="488918"/>
                    <a:pt x="326045" y="489692"/>
                  </a:cubicBezTo>
                  <a:cubicBezTo>
                    <a:pt x="326281" y="490466"/>
                    <a:pt x="329647" y="493493"/>
                    <a:pt x="330387" y="494368"/>
                  </a:cubicBezTo>
                  <a:cubicBezTo>
                    <a:pt x="331161" y="495243"/>
                    <a:pt x="334291" y="496319"/>
                    <a:pt x="334291" y="496319"/>
                  </a:cubicBezTo>
                  <a:lnTo>
                    <a:pt x="331363" y="500995"/>
                  </a:lnTo>
                  <a:lnTo>
                    <a:pt x="330589" y="503484"/>
                  </a:lnTo>
                  <a:lnTo>
                    <a:pt x="334291" y="508799"/>
                  </a:lnTo>
                  <a:lnTo>
                    <a:pt x="337454" y="510212"/>
                  </a:lnTo>
                  <a:lnTo>
                    <a:pt x="340719" y="512264"/>
                  </a:lnTo>
                  <a:lnTo>
                    <a:pt x="343546" y="515965"/>
                  </a:lnTo>
                  <a:lnTo>
                    <a:pt x="344758" y="517176"/>
                  </a:lnTo>
                  <a:cubicBezTo>
                    <a:pt x="344758" y="517176"/>
                    <a:pt x="346171" y="517815"/>
                    <a:pt x="346810" y="517815"/>
                  </a:cubicBezTo>
                  <a:cubicBezTo>
                    <a:pt x="347450" y="517815"/>
                    <a:pt x="349738" y="516301"/>
                    <a:pt x="349738" y="516301"/>
                  </a:cubicBezTo>
                  <a:cubicBezTo>
                    <a:pt x="349738" y="516301"/>
                    <a:pt x="349738" y="517815"/>
                    <a:pt x="349738" y="518690"/>
                  </a:cubicBezTo>
                  <a:cubicBezTo>
                    <a:pt x="349738" y="519564"/>
                    <a:pt x="349738" y="522154"/>
                    <a:pt x="349738" y="522154"/>
                  </a:cubicBezTo>
                  <a:lnTo>
                    <a:pt x="346676" y="525619"/>
                  </a:lnTo>
                  <a:lnTo>
                    <a:pt x="347551" y="529320"/>
                  </a:lnTo>
                  <a:lnTo>
                    <a:pt x="349738" y="530396"/>
                  </a:lnTo>
                  <a:lnTo>
                    <a:pt x="352195" y="531641"/>
                  </a:lnTo>
                  <a:cubicBezTo>
                    <a:pt x="352195" y="531641"/>
                    <a:pt x="353339" y="530766"/>
                    <a:pt x="353777" y="530632"/>
                  </a:cubicBezTo>
                  <a:cubicBezTo>
                    <a:pt x="354214" y="530497"/>
                    <a:pt x="354787" y="530497"/>
                    <a:pt x="354988" y="529320"/>
                  </a:cubicBezTo>
                  <a:cubicBezTo>
                    <a:pt x="355224" y="528176"/>
                    <a:pt x="355224" y="527806"/>
                    <a:pt x="355561" y="526729"/>
                  </a:cubicBezTo>
                  <a:cubicBezTo>
                    <a:pt x="355931" y="525653"/>
                    <a:pt x="355931" y="525417"/>
                    <a:pt x="356806" y="524475"/>
                  </a:cubicBezTo>
                  <a:cubicBezTo>
                    <a:pt x="357681" y="523534"/>
                    <a:pt x="358488" y="522592"/>
                    <a:pt x="358825" y="522020"/>
                  </a:cubicBezTo>
                  <a:cubicBezTo>
                    <a:pt x="359195" y="521448"/>
                    <a:pt x="359633" y="520641"/>
                    <a:pt x="360205" y="520271"/>
                  </a:cubicBezTo>
                  <a:cubicBezTo>
                    <a:pt x="360777" y="519901"/>
                    <a:pt x="362594" y="518320"/>
                    <a:pt x="362594" y="518017"/>
                  </a:cubicBezTo>
                  <a:cubicBezTo>
                    <a:pt x="362594" y="517714"/>
                    <a:pt x="363974" y="516133"/>
                    <a:pt x="364344" y="515124"/>
                  </a:cubicBezTo>
                  <a:cubicBezTo>
                    <a:pt x="364714" y="514115"/>
                    <a:pt x="365792" y="512668"/>
                    <a:pt x="365993" y="512533"/>
                  </a:cubicBezTo>
                  <a:cubicBezTo>
                    <a:pt x="366196" y="512399"/>
                    <a:pt x="366868" y="511726"/>
                    <a:pt x="367138" y="511726"/>
                  </a:cubicBezTo>
                  <a:cubicBezTo>
                    <a:pt x="367441" y="511726"/>
                    <a:pt x="372926" y="511659"/>
                    <a:pt x="372926" y="511659"/>
                  </a:cubicBezTo>
                  <a:lnTo>
                    <a:pt x="374677" y="512298"/>
                  </a:lnTo>
                  <a:cubicBezTo>
                    <a:pt x="374677" y="512298"/>
                    <a:pt x="376494" y="513374"/>
                    <a:pt x="377436" y="514316"/>
                  </a:cubicBezTo>
                  <a:cubicBezTo>
                    <a:pt x="378378" y="515258"/>
                    <a:pt x="381273" y="517512"/>
                    <a:pt x="381407" y="517781"/>
                  </a:cubicBezTo>
                  <a:cubicBezTo>
                    <a:pt x="381542" y="518084"/>
                    <a:pt x="384604" y="521044"/>
                    <a:pt x="384739" y="521414"/>
                  </a:cubicBezTo>
                  <a:cubicBezTo>
                    <a:pt x="384874" y="521784"/>
                    <a:pt x="386052" y="524105"/>
                    <a:pt x="387196" y="524610"/>
                  </a:cubicBezTo>
                  <a:cubicBezTo>
                    <a:pt x="388340" y="525115"/>
                    <a:pt x="390830" y="525787"/>
                    <a:pt x="392042" y="525619"/>
                  </a:cubicBezTo>
                  <a:cubicBezTo>
                    <a:pt x="393287" y="525485"/>
                    <a:pt x="398840" y="524812"/>
                    <a:pt x="399783" y="524475"/>
                  </a:cubicBezTo>
                  <a:cubicBezTo>
                    <a:pt x="400725" y="524105"/>
                    <a:pt x="403114" y="523836"/>
                    <a:pt x="404764" y="522894"/>
                  </a:cubicBezTo>
                  <a:cubicBezTo>
                    <a:pt x="406446" y="521952"/>
                    <a:pt x="408095" y="521313"/>
                    <a:pt x="408095" y="521313"/>
                  </a:cubicBezTo>
                  <a:lnTo>
                    <a:pt x="410048" y="523063"/>
                  </a:lnTo>
                  <a:lnTo>
                    <a:pt x="412639" y="524442"/>
                  </a:lnTo>
                  <a:cubicBezTo>
                    <a:pt x="412639" y="524442"/>
                    <a:pt x="413951" y="527907"/>
                    <a:pt x="413884" y="528210"/>
                  </a:cubicBezTo>
                  <a:cubicBezTo>
                    <a:pt x="413817" y="528512"/>
                    <a:pt x="414389" y="530026"/>
                    <a:pt x="413884" y="530901"/>
                  </a:cubicBezTo>
                  <a:cubicBezTo>
                    <a:pt x="413379" y="531775"/>
                    <a:pt x="413951" y="532583"/>
                    <a:pt x="413211" y="533726"/>
                  </a:cubicBezTo>
                  <a:cubicBezTo>
                    <a:pt x="412504" y="534870"/>
                    <a:pt x="412134" y="535812"/>
                    <a:pt x="411764" y="536182"/>
                  </a:cubicBezTo>
                  <a:cubicBezTo>
                    <a:pt x="411393" y="536552"/>
                    <a:pt x="410754" y="538503"/>
                    <a:pt x="410754" y="539008"/>
                  </a:cubicBezTo>
                  <a:cubicBezTo>
                    <a:pt x="410754" y="539512"/>
                    <a:pt x="410182" y="540387"/>
                    <a:pt x="411057" y="541531"/>
                  </a:cubicBezTo>
                  <a:cubicBezTo>
                    <a:pt x="411932" y="542675"/>
                    <a:pt x="412572" y="543112"/>
                    <a:pt x="414086" y="543213"/>
                  </a:cubicBezTo>
                  <a:cubicBezTo>
                    <a:pt x="415600" y="543280"/>
                    <a:pt x="419740" y="543583"/>
                    <a:pt x="420009" y="544222"/>
                  </a:cubicBezTo>
                  <a:cubicBezTo>
                    <a:pt x="420312" y="544861"/>
                    <a:pt x="423576" y="548562"/>
                    <a:pt x="424149" y="548932"/>
                  </a:cubicBezTo>
                  <a:cubicBezTo>
                    <a:pt x="424721" y="549302"/>
                    <a:pt x="428860" y="550748"/>
                    <a:pt x="429433" y="551185"/>
                  </a:cubicBezTo>
                  <a:cubicBezTo>
                    <a:pt x="430004" y="551623"/>
                    <a:pt x="433067" y="553944"/>
                    <a:pt x="433639" y="554213"/>
                  </a:cubicBezTo>
                  <a:cubicBezTo>
                    <a:pt x="434211" y="554516"/>
                    <a:pt x="438418" y="556837"/>
                    <a:pt x="439495" y="557106"/>
                  </a:cubicBezTo>
                  <a:cubicBezTo>
                    <a:pt x="440572" y="557409"/>
                    <a:pt x="443265" y="557173"/>
                    <a:pt x="443635" y="557106"/>
                  </a:cubicBezTo>
                  <a:cubicBezTo>
                    <a:pt x="444005" y="557039"/>
                    <a:pt x="448212" y="556029"/>
                    <a:pt x="449154" y="555525"/>
                  </a:cubicBezTo>
                  <a:cubicBezTo>
                    <a:pt x="450096" y="555020"/>
                    <a:pt x="454808" y="554280"/>
                    <a:pt x="455885" y="553204"/>
                  </a:cubicBezTo>
                  <a:cubicBezTo>
                    <a:pt x="456962" y="552127"/>
                    <a:pt x="460361" y="550580"/>
                    <a:pt x="460664" y="549874"/>
                  </a:cubicBezTo>
                  <a:cubicBezTo>
                    <a:pt x="460967" y="549167"/>
                    <a:pt x="463929" y="542473"/>
                    <a:pt x="463929" y="542271"/>
                  </a:cubicBezTo>
                  <a:cubicBezTo>
                    <a:pt x="463929" y="542069"/>
                    <a:pt x="465813" y="540017"/>
                    <a:pt x="465813" y="540017"/>
                  </a:cubicBezTo>
                  <a:lnTo>
                    <a:pt x="468606" y="541093"/>
                  </a:lnTo>
                  <a:lnTo>
                    <a:pt x="473082" y="543045"/>
                  </a:lnTo>
                  <a:lnTo>
                    <a:pt x="473082" y="546510"/>
                  </a:lnTo>
                  <a:lnTo>
                    <a:pt x="473082" y="551724"/>
                  </a:lnTo>
                  <a:lnTo>
                    <a:pt x="473082" y="553473"/>
                  </a:lnTo>
                  <a:lnTo>
                    <a:pt x="473082" y="556938"/>
                  </a:lnTo>
                  <a:lnTo>
                    <a:pt x="471433" y="560201"/>
                  </a:lnTo>
                  <a:lnTo>
                    <a:pt x="473082" y="562253"/>
                  </a:lnTo>
                  <a:lnTo>
                    <a:pt x="476549" y="562354"/>
                  </a:lnTo>
                  <a:lnTo>
                    <a:pt x="479275" y="561277"/>
                  </a:lnTo>
                  <a:lnTo>
                    <a:pt x="481765" y="562152"/>
                  </a:lnTo>
                  <a:lnTo>
                    <a:pt x="483515" y="561614"/>
                  </a:lnTo>
                  <a:lnTo>
                    <a:pt x="485837" y="561143"/>
                  </a:lnTo>
                  <a:lnTo>
                    <a:pt x="489035" y="556366"/>
                  </a:lnTo>
                  <a:lnTo>
                    <a:pt x="490819" y="552430"/>
                  </a:lnTo>
                  <a:close/>
                </a:path>
              </a:pathLst>
            </a:custGeom>
            <a:grpFill/>
            <a:ln w="6350" cap="flat">
              <a:solidFill>
                <a:schemeClr val="bg1"/>
              </a:solidFill>
              <a:prstDash val="solid"/>
              <a:miter/>
            </a:ln>
          </p:spPr>
          <p:txBody>
            <a:bodyPr rtlCol="0" anchor="ctr"/>
            <a:lstStyle/>
            <a:p>
              <a:endParaRPr lang="en-US"/>
            </a:p>
          </p:txBody>
        </p:sp>
        <p:sp>
          <p:nvSpPr>
            <p:cNvPr id="59" name="Freeform 898">
              <a:extLst>
                <a:ext uri="{FF2B5EF4-FFF2-40B4-BE49-F238E27FC236}">
                  <a16:creationId xmlns:a16="http://schemas.microsoft.com/office/drawing/2014/main" id="{DAFCDDD8-3448-F92B-BB8E-7C98C2E58A6A}"/>
                </a:ext>
              </a:extLst>
            </p:cNvPr>
            <p:cNvSpPr/>
            <p:nvPr/>
          </p:nvSpPr>
          <p:spPr>
            <a:xfrm>
              <a:off x="7996097" y="2453893"/>
              <a:ext cx="92292" cy="93883"/>
            </a:xfrm>
            <a:custGeom>
              <a:avLst/>
              <a:gdLst>
                <a:gd name="connsiteX0" fmla="*/ 13630 w 177191"/>
                <a:gd name="connsiteY0" fmla="*/ 153133 h 180246"/>
                <a:gd name="connsiteX1" fmla="*/ 14539 w 177191"/>
                <a:gd name="connsiteY1" fmla="*/ 151585 h 180246"/>
                <a:gd name="connsiteX2" fmla="*/ 14909 w 177191"/>
                <a:gd name="connsiteY2" fmla="*/ 149870 h 180246"/>
                <a:gd name="connsiteX3" fmla="*/ 13866 w 177191"/>
                <a:gd name="connsiteY3" fmla="*/ 148255 h 180246"/>
                <a:gd name="connsiteX4" fmla="*/ 10702 w 177191"/>
                <a:gd name="connsiteY4" fmla="*/ 145127 h 180246"/>
                <a:gd name="connsiteX5" fmla="*/ 9221 w 177191"/>
                <a:gd name="connsiteY5" fmla="*/ 142974 h 180246"/>
                <a:gd name="connsiteX6" fmla="*/ 6091 w 177191"/>
                <a:gd name="connsiteY6" fmla="*/ 139677 h 180246"/>
                <a:gd name="connsiteX7" fmla="*/ 3769 w 177191"/>
                <a:gd name="connsiteY7" fmla="*/ 137860 h 180246"/>
                <a:gd name="connsiteX8" fmla="*/ 1514 w 177191"/>
                <a:gd name="connsiteY8" fmla="*/ 135405 h 180246"/>
                <a:gd name="connsiteX9" fmla="*/ 505 w 177191"/>
                <a:gd name="connsiteY9" fmla="*/ 132444 h 180246"/>
                <a:gd name="connsiteX10" fmla="*/ 269 w 177191"/>
                <a:gd name="connsiteY10" fmla="*/ 129854 h 180246"/>
                <a:gd name="connsiteX11" fmla="*/ 0 w 177191"/>
                <a:gd name="connsiteY11" fmla="*/ 126019 h 180246"/>
                <a:gd name="connsiteX12" fmla="*/ 0 w 177191"/>
                <a:gd name="connsiteY12" fmla="*/ 124068 h 180246"/>
                <a:gd name="connsiteX13" fmla="*/ 3601 w 177191"/>
                <a:gd name="connsiteY13" fmla="*/ 123194 h 180246"/>
                <a:gd name="connsiteX14" fmla="*/ 4341 w 177191"/>
                <a:gd name="connsiteY14" fmla="*/ 123194 h 180246"/>
                <a:gd name="connsiteX15" fmla="*/ 6091 w 177191"/>
                <a:gd name="connsiteY15" fmla="*/ 123194 h 180246"/>
                <a:gd name="connsiteX16" fmla="*/ 7841 w 177191"/>
                <a:gd name="connsiteY16" fmla="*/ 123194 h 180246"/>
                <a:gd name="connsiteX17" fmla="*/ 9558 w 177191"/>
                <a:gd name="connsiteY17" fmla="*/ 123194 h 180246"/>
                <a:gd name="connsiteX18" fmla="*/ 10298 w 177191"/>
                <a:gd name="connsiteY18" fmla="*/ 122689 h 180246"/>
                <a:gd name="connsiteX19" fmla="*/ 12250 w 177191"/>
                <a:gd name="connsiteY19" fmla="*/ 121175 h 180246"/>
                <a:gd name="connsiteX20" fmla="*/ 13765 w 177191"/>
                <a:gd name="connsiteY20" fmla="*/ 117912 h 180246"/>
                <a:gd name="connsiteX21" fmla="*/ 16659 w 177191"/>
                <a:gd name="connsiteY21" fmla="*/ 115322 h 180246"/>
                <a:gd name="connsiteX22" fmla="*/ 18476 w 177191"/>
                <a:gd name="connsiteY22" fmla="*/ 114447 h 180246"/>
                <a:gd name="connsiteX23" fmla="*/ 21808 w 177191"/>
                <a:gd name="connsiteY23" fmla="*/ 111756 h 180246"/>
                <a:gd name="connsiteX24" fmla="*/ 23996 w 177191"/>
                <a:gd name="connsiteY24" fmla="*/ 111117 h 180246"/>
                <a:gd name="connsiteX25" fmla="*/ 26318 w 177191"/>
                <a:gd name="connsiteY25" fmla="*/ 111117 h 180246"/>
                <a:gd name="connsiteX26" fmla="*/ 29212 w 177191"/>
                <a:gd name="connsiteY26" fmla="*/ 111083 h 180246"/>
                <a:gd name="connsiteX27" fmla="*/ 31837 w 177191"/>
                <a:gd name="connsiteY27" fmla="*/ 110478 h 180246"/>
                <a:gd name="connsiteX28" fmla="*/ 33722 w 177191"/>
                <a:gd name="connsiteY28" fmla="*/ 109906 h 180246"/>
                <a:gd name="connsiteX29" fmla="*/ 36111 w 177191"/>
                <a:gd name="connsiteY29" fmla="*/ 107955 h 180246"/>
                <a:gd name="connsiteX30" fmla="*/ 36919 w 177191"/>
                <a:gd name="connsiteY30" fmla="*/ 107013 h 180246"/>
                <a:gd name="connsiteX31" fmla="*/ 38299 w 177191"/>
                <a:gd name="connsiteY31" fmla="*/ 105432 h 180246"/>
                <a:gd name="connsiteX32" fmla="*/ 39813 w 177191"/>
                <a:gd name="connsiteY32" fmla="*/ 104490 h 180246"/>
                <a:gd name="connsiteX33" fmla="*/ 42203 w 177191"/>
                <a:gd name="connsiteY33" fmla="*/ 102539 h 180246"/>
                <a:gd name="connsiteX34" fmla="*/ 43717 w 177191"/>
                <a:gd name="connsiteY34" fmla="*/ 101025 h 180246"/>
                <a:gd name="connsiteX35" fmla="*/ 45232 w 177191"/>
                <a:gd name="connsiteY35" fmla="*/ 98704 h 180246"/>
                <a:gd name="connsiteX36" fmla="*/ 45232 w 177191"/>
                <a:gd name="connsiteY36" fmla="*/ 94566 h 180246"/>
                <a:gd name="connsiteX37" fmla="*/ 41900 w 177191"/>
                <a:gd name="connsiteY37" fmla="*/ 91370 h 180246"/>
                <a:gd name="connsiteX38" fmla="*/ 41193 w 177191"/>
                <a:gd name="connsiteY38" fmla="*/ 88107 h 180246"/>
                <a:gd name="connsiteX39" fmla="*/ 37121 w 177191"/>
                <a:gd name="connsiteY39" fmla="*/ 84979 h 180246"/>
                <a:gd name="connsiteX40" fmla="*/ 35674 w 177191"/>
                <a:gd name="connsiteY40" fmla="*/ 84979 h 180246"/>
                <a:gd name="connsiteX41" fmla="*/ 33924 w 177191"/>
                <a:gd name="connsiteY41" fmla="*/ 84979 h 180246"/>
                <a:gd name="connsiteX42" fmla="*/ 31904 w 177191"/>
                <a:gd name="connsiteY42" fmla="*/ 83835 h 180246"/>
                <a:gd name="connsiteX43" fmla="*/ 31029 w 177191"/>
                <a:gd name="connsiteY43" fmla="*/ 82254 h 180246"/>
                <a:gd name="connsiteX44" fmla="*/ 31433 w 177191"/>
                <a:gd name="connsiteY44" fmla="*/ 81043 h 180246"/>
                <a:gd name="connsiteX45" fmla="*/ 30289 w 177191"/>
                <a:gd name="connsiteY45" fmla="*/ 79126 h 180246"/>
                <a:gd name="connsiteX46" fmla="*/ 29481 w 177191"/>
                <a:gd name="connsiteY46" fmla="*/ 77545 h 180246"/>
                <a:gd name="connsiteX47" fmla="*/ 28236 w 177191"/>
                <a:gd name="connsiteY47" fmla="*/ 76771 h 180246"/>
                <a:gd name="connsiteX48" fmla="*/ 25779 w 177191"/>
                <a:gd name="connsiteY48" fmla="*/ 74820 h 180246"/>
                <a:gd name="connsiteX49" fmla="*/ 24669 w 177191"/>
                <a:gd name="connsiteY49" fmla="*/ 72532 h 180246"/>
                <a:gd name="connsiteX50" fmla="*/ 24366 w 177191"/>
                <a:gd name="connsiteY50" fmla="*/ 70783 h 180246"/>
                <a:gd name="connsiteX51" fmla="*/ 24366 w 177191"/>
                <a:gd name="connsiteY51" fmla="*/ 70178 h 180246"/>
                <a:gd name="connsiteX52" fmla="*/ 23996 w 177191"/>
                <a:gd name="connsiteY52" fmla="*/ 68159 h 180246"/>
                <a:gd name="connsiteX53" fmla="*/ 24366 w 177191"/>
                <a:gd name="connsiteY53" fmla="*/ 66847 h 180246"/>
                <a:gd name="connsiteX54" fmla="*/ 25241 w 177191"/>
                <a:gd name="connsiteY54" fmla="*/ 65636 h 180246"/>
                <a:gd name="connsiteX55" fmla="*/ 26991 w 177191"/>
                <a:gd name="connsiteY55" fmla="*/ 64122 h 180246"/>
                <a:gd name="connsiteX56" fmla="*/ 28606 w 177191"/>
                <a:gd name="connsiteY56" fmla="*/ 63685 h 180246"/>
                <a:gd name="connsiteX57" fmla="*/ 29818 w 177191"/>
                <a:gd name="connsiteY57" fmla="*/ 63685 h 180246"/>
                <a:gd name="connsiteX58" fmla="*/ 32039 w 177191"/>
                <a:gd name="connsiteY58" fmla="*/ 62541 h 180246"/>
                <a:gd name="connsiteX59" fmla="*/ 34866 w 177191"/>
                <a:gd name="connsiteY59" fmla="*/ 60523 h 180246"/>
                <a:gd name="connsiteX60" fmla="*/ 35943 w 177191"/>
                <a:gd name="connsiteY60" fmla="*/ 59716 h 180246"/>
                <a:gd name="connsiteX61" fmla="*/ 37188 w 177191"/>
                <a:gd name="connsiteY61" fmla="*/ 59346 h 180246"/>
                <a:gd name="connsiteX62" fmla="*/ 39409 w 177191"/>
                <a:gd name="connsiteY62" fmla="*/ 59346 h 180246"/>
                <a:gd name="connsiteX63" fmla="*/ 41328 w 177191"/>
                <a:gd name="connsiteY63" fmla="*/ 59346 h 180246"/>
                <a:gd name="connsiteX64" fmla="*/ 43212 w 177191"/>
                <a:gd name="connsiteY64" fmla="*/ 59312 h 180246"/>
                <a:gd name="connsiteX65" fmla="*/ 46039 w 177191"/>
                <a:gd name="connsiteY65" fmla="*/ 59278 h 180246"/>
                <a:gd name="connsiteX66" fmla="*/ 47924 w 177191"/>
                <a:gd name="connsiteY66" fmla="*/ 59278 h 180246"/>
                <a:gd name="connsiteX67" fmla="*/ 50112 w 177191"/>
                <a:gd name="connsiteY67" fmla="*/ 59278 h 180246"/>
                <a:gd name="connsiteX68" fmla="*/ 53544 w 177191"/>
                <a:gd name="connsiteY68" fmla="*/ 58471 h 180246"/>
                <a:gd name="connsiteX69" fmla="*/ 54722 w 177191"/>
                <a:gd name="connsiteY69" fmla="*/ 55881 h 180246"/>
                <a:gd name="connsiteX70" fmla="*/ 57011 w 177191"/>
                <a:gd name="connsiteY70" fmla="*/ 52685 h 180246"/>
                <a:gd name="connsiteX71" fmla="*/ 57650 w 177191"/>
                <a:gd name="connsiteY71" fmla="*/ 49691 h 180246"/>
                <a:gd name="connsiteX72" fmla="*/ 58290 w 177191"/>
                <a:gd name="connsiteY72" fmla="*/ 47403 h 180246"/>
                <a:gd name="connsiteX73" fmla="*/ 59939 w 177191"/>
                <a:gd name="connsiteY73" fmla="*/ 45116 h 180246"/>
                <a:gd name="connsiteX74" fmla="*/ 60746 w 177191"/>
                <a:gd name="connsiteY74" fmla="*/ 44140 h 180246"/>
                <a:gd name="connsiteX75" fmla="*/ 62093 w 177191"/>
                <a:gd name="connsiteY75" fmla="*/ 42627 h 180246"/>
                <a:gd name="connsiteX76" fmla="*/ 64011 w 177191"/>
                <a:gd name="connsiteY76" fmla="*/ 40844 h 180246"/>
                <a:gd name="connsiteX77" fmla="*/ 66670 w 177191"/>
                <a:gd name="connsiteY77" fmla="*/ 39935 h 180246"/>
                <a:gd name="connsiteX78" fmla="*/ 68722 w 177191"/>
                <a:gd name="connsiteY78" fmla="*/ 39801 h 180246"/>
                <a:gd name="connsiteX79" fmla="*/ 70405 w 177191"/>
                <a:gd name="connsiteY79" fmla="*/ 39801 h 180246"/>
                <a:gd name="connsiteX80" fmla="*/ 72525 w 177191"/>
                <a:gd name="connsiteY80" fmla="*/ 39465 h 180246"/>
                <a:gd name="connsiteX81" fmla="*/ 74275 w 177191"/>
                <a:gd name="connsiteY81" fmla="*/ 38825 h 180246"/>
                <a:gd name="connsiteX82" fmla="*/ 75689 w 177191"/>
                <a:gd name="connsiteY82" fmla="*/ 37581 h 180246"/>
                <a:gd name="connsiteX83" fmla="*/ 76732 w 177191"/>
                <a:gd name="connsiteY83" fmla="*/ 36538 h 180246"/>
                <a:gd name="connsiteX84" fmla="*/ 78482 w 177191"/>
                <a:gd name="connsiteY84" fmla="*/ 36538 h 180246"/>
                <a:gd name="connsiteX85" fmla="*/ 79290 w 177191"/>
                <a:gd name="connsiteY85" fmla="*/ 37850 h 180246"/>
                <a:gd name="connsiteX86" fmla="*/ 79795 w 177191"/>
                <a:gd name="connsiteY86" fmla="*/ 39027 h 180246"/>
                <a:gd name="connsiteX87" fmla="*/ 82184 w 177191"/>
                <a:gd name="connsiteY87" fmla="*/ 39532 h 180246"/>
                <a:gd name="connsiteX88" fmla="*/ 83968 w 177191"/>
                <a:gd name="connsiteY88" fmla="*/ 39364 h 180246"/>
                <a:gd name="connsiteX89" fmla="*/ 84843 w 177191"/>
                <a:gd name="connsiteY89" fmla="*/ 37850 h 180246"/>
                <a:gd name="connsiteX90" fmla="*/ 83968 w 177191"/>
                <a:gd name="connsiteY90" fmla="*/ 35663 h 180246"/>
                <a:gd name="connsiteX91" fmla="*/ 82184 w 177191"/>
                <a:gd name="connsiteY91" fmla="*/ 34620 h 180246"/>
                <a:gd name="connsiteX92" fmla="*/ 79694 w 177191"/>
                <a:gd name="connsiteY92" fmla="*/ 33207 h 180246"/>
                <a:gd name="connsiteX93" fmla="*/ 76665 w 177191"/>
                <a:gd name="connsiteY93" fmla="*/ 30920 h 180246"/>
                <a:gd name="connsiteX94" fmla="*/ 75588 w 177191"/>
                <a:gd name="connsiteY94" fmla="*/ 28902 h 180246"/>
                <a:gd name="connsiteX95" fmla="*/ 74074 w 177191"/>
                <a:gd name="connsiteY95" fmla="*/ 26614 h 180246"/>
                <a:gd name="connsiteX96" fmla="*/ 72829 w 177191"/>
                <a:gd name="connsiteY96" fmla="*/ 24158 h 180246"/>
                <a:gd name="connsiteX97" fmla="*/ 72559 w 177191"/>
                <a:gd name="connsiteY97" fmla="*/ 22476 h 180246"/>
                <a:gd name="connsiteX98" fmla="*/ 73468 w 177191"/>
                <a:gd name="connsiteY98" fmla="*/ 21333 h 180246"/>
                <a:gd name="connsiteX99" fmla="*/ 75218 w 177191"/>
                <a:gd name="connsiteY99" fmla="*/ 20794 h 180246"/>
                <a:gd name="connsiteX100" fmla="*/ 77372 w 177191"/>
                <a:gd name="connsiteY100" fmla="*/ 21131 h 180246"/>
                <a:gd name="connsiteX101" fmla="*/ 79694 w 177191"/>
                <a:gd name="connsiteY101" fmla="*/ 22443 h 180246"/>
                <a:gd name="connsiteX102" fmla="*/ 80905 w 177191"/>
                <a:gd name="connsiteY102" fmla="*/ 23519 h 180246"/>
                <a:gd name="connsiteX103" fmla="*/ 84338 w 177191"/>
                <a:gd name="connsiteY103" fmla="*/ 24831 h 180246"/>
                <a:gd name="connsiteX104" fmla="*/ 85415 w 177191"/>
                <a:gd name="connsiteY104" fmla="*/ 23755 h 180246"/>
                <a:gd name="connsiteX105" fmla="*/ 84910 w 177191"/>
                <a:gd name="connsiteY105" fmla="*/ 22174 h 180246"/>
                <a:gd name="connsiteX106" fmla="*/ 84742 w 177191"/>
                <a:gd name="connsiteY106" fmla="*/ 20122 h 180246"/>
                <a:gd name="connsiteX107" fmla="*/ 83093 w 177191"/>
                <a:gd name="connsiteY107" fmla="*/ 18171 h 180246"/>
                <a:gd name="connsiteX108" fmla="*/ 81747 w 177191"/>
                <a:gd name="connsiteY108" fmla="*/ 17027 h 180246"/>
                <a:gd name="connsiteX109" fmla="*/ 80771 w 177191"/>
                <a:gd name="connsiteY109" fmla="*/ 15177 h 180246"/>
                <a:gd name="connsiteX110" fmla="*/ 80771 w 177191"/>
                <a:gd name="connsiteY110" fmla="*/ 13764 h 180246"/>
                <a:gd name="connsiteX111" fmla="*/ 82790 w 177191"/>
                <a:gd name="connsiteY111" fmla="*/ 13158 h 180246"/>
                <a:gd name="connsiteX112" fmla="*/ 85415 w 177191"/>
                <a:gd name="connsiteY112" fmla="*/ 12822 h 180246"/>
                <a:gd name="connsiteX113" fmla="*/ 89420 w 177191"/>
                <a:gd name="connsiteY113" fmla="*/ 14067 h 180246"/>
                <a:gd name="connsiteX114" fmla="*/ 92045 w 177191"/>
                <a:gd name="connsiteY114" fmla="*/ 12149 h 180246"/>
                <a:gd name="connsiteX115" fmla="*/ 94435 w 177191"/>
                <a:gd name="connsiteY115" fmla="*/ 10703 h 180246"/>
                <a:gd name="connsiteX116" fmla="*/ 94738 w 177191"/>
                <a:gd name="connsiteY116" fmla="*/ 7574 h 180246"/>
                <a:gd name="connsiteX117" fmla="*/ 94738 w 177191"/>
                <a:gd name="connsiteY117" fmla="*/ 5051 h 180246"/>
                <a:gd name="connsiteX118" fmla="*/ 95814 w 177191"/>
                <a:gd name="connsiteY118" fmla="*/ 3033 h 180246"/>
                <a:gd name="connsiteX119" fmla="*/ 96959 w 177191"/>
                <a:gd name="connsiteY119" fmla="*/ 1351 h 180246"/>
                <a:gd name="connsiteX120" fmla="*/ 99348 w 177191"/>
                <a:gd name="connsiteY120" fmla="*/ 39 h 180246"/>
                <a:gd name="connsiteX121" fmla="*/ 101536 w 177191"/>
                <a:gd name="connsiteY121" fmla="*/ 39 h 180246"/>
                <a:gd name="connsiteX122" fmla="*/ 102848 w 177191"/>
                <a:gd name="connsiteY122" fmla="*/ 543 h 180246"/>
                <a:gd name="connsiteX123" fmla="*/ 103723 w 177191"/>
                <a:gd name="connsiteY123" fmla="*/ 3066 h 180246"/>
                <a:gd name="connsiteX124" fmla="*/ 103723 w 177191"/>
                <a:gd name="connsiteY124" fmla="*/ 6027 h 180246"/>
                <a:gd name="connsiteX125" fmla="*/ 103757 w 177191"/>
                <a:gd name="connsiteY125" fmla="*/ 8482 h 180246"/>
                <a:gd name="connsiteX126" fmla="*/ 103757 w 177191"/>
                <a:gd name="connsiteY126" fmla="*/ 11611 h 180246"/>
                <a:gd name="connsiteX127" fmla="*/ 104161 w 177191"/>
                <a:gd name="connsiteY127" fmla="*/ 13932 h 180246"/>
                <a:gd name="connsiteX128" fmla="*/ 105978 w 177191"/>
                <a:gd name="connsiteY128" fmla="*/ 16825 h 180246"/>
                <a:gd name="connsiteX129" fmla="*/ 107291 w 177191"/>
                <a:gd name="connsiteY129" fmla="*/ 19785 h 180246"/>
                <a:gd name="connsiteX130" fmla="*/ 109680 w 177191"/>
                <a:gd name="connsiteY130" fmla="*/ 22409 h 180246"/>
                <a:gd name="connsiteX131" fmla="*/ 113214 w 177191"/>
                <a:gd name="connsiteY131" fmla="*/ 25100 h 180246"/>
                <a:gd name="connsiteX132" fmla="*/ 117354 w 177191"/>
                <a:gd name="connsiteY132" fmla="*/ 27691 h 180246"/>
                <a:gd name="connsiteX133" fmla="*/ 119507 w 177191"/>
                <a:gd name="connsiteY133" fmla="*/ 29070 h 180246"/>
                <a:gd name="connsiteX134" fmla="*/ 123983 w 177191"/>
                <a:gd name="connsiteY134" fmla="*/ 35091 h 180246"/>
                <a:gd name="connsiteX135" fmla="*/ 127315 w 177191"/>
                <a:gd name="connsiteY135" fmla="*/ 38624 h 180246"/>
                <a:gd name="connsiteX136" fmla="*/ 129839 w 177191"/>
                <a:gd name="connsiteY136" fmla="*/ 41012 h 180246"/>
                <a:gd name="connsiteX137" fmla="*/ 135931 w 177191"/>
                <a:gd name="connsiteY137" fmla="*/ 43535 h 180246"/>
                <a:gd name="connsiteX138" fmla="*/ 142022 w 177191"/>
                <a:gd name="connsiteY138" fmla="*/ 41954 h 180246"/>
                <a:gd name="connsiteX139" fmla="*/ 146667 w 177191"/>
                <a:gd name="connsiteY139" fmla="*/ 41079 h 180246"/>
                <a:gd name="connsiteX140" fmla="*/ 157840 w 177191"/>
                <a:gd name="connsiteY140" fmla="*/ 41449 h 180246"/>
                <a:gd name="connsiteX141" fmla="*/ 161172 w 177191"/>
                <a:gd name="connsiteY141" fmla="*/ 41449 h 180246"/>
                <a:gd name="connsiteX142" fmla="*/ 165379 w 177191"/>
                <a:gd name="connsiteY142" fmla="*/ 43198 h 180246"/>
                <a:gd name="connsiteX143" fmla="*/ 171302 w 177191"/>
                <a:gd name="connsiteY143" fmla="*/ 43198 h 180246"/>
                <a:gd name="connsiteX144" fmla="*/ 174499 w 177191"/>
                <a:gd name="connsiteY144" fmla="*/ 42761 h 180246"/>
                <a:gd name="connsiteX145" fmla="*/ 176383 w 177191"/>
                <a:gd name="connsiteY145" fmla="*/ 45452 h 180246"/>
                <a:gd name="connsiteX146" fmla="*/ 177191 w 177191"/>
                <a:gd name="connsiteY146" fmla="*/ 46966 h 180246"/>
                <a:gd name="connsiteX147" fmla="*/ 176249 w 177191"/>
                <a:gd name="connsiteY147" fmla="*/ 49220 h 180246"/>
                <a:gd name="connsiteX148" fmla="*/ 174667 w 177191"/>
                <a:gd name="connsiteY148" fmla="*/ 50599 h 180246"/>
                <a:gd name="connsiteX149" fmla="*/ 173220 w 177191"/>
                <a:gd name="connsiteY149" fmla="*/ 51037 h 180246"/>
                <a:gd name="connsiteX150" fmla="*/ 171571 w 177191"/>
                <a:gd name="connsiteY150" fmla="*/ 50734 h 180246"/>
                <a:gd name="connsiteX151" fmla="*/ 169855 w 177191"/>
                <a:gd name="connsiteY151" fmla="*/ 50498 h 180246"/>
                <a:gd name="connsiteX152" fmla="*/ 168710 w 177191"/>
                <a:gd name="connsiteY152" fmla="*/ 51373 h 180246"/>
                <a:gd name="connsiteX153" fmla="*/ 168710 w 177191"/>
                <a:gd name="connsiteY153" fmla="*/ 54501 h 180246"/>
                <a:gd name="connsiteX154" fmla="*/ 168912 w 177191"/>
                <a:gd name="connsiteY154" fmla="*/ 55511 h 180246"/>
                <a:gd name="connsiteX155" fmla="*/ 168138 w 177191"/>
                <a:gd name="connsiteY155" fmla="*/ 56957 h 180246"/>
                <a:gd name="connsiteX156" fmla="*/ 165749 w 177191"/>
                <a:gd name="connsiteY156" fmla="*/ 57462 h 180246"/>
                <a:gd name="connsiteX157" fmla="*/ 164066 w 177191"/>
                <a:gd name="connsiteY157" fmla="*/ 56890 h 180246"/>
                <a:gd name="connsiteX158" fmla="*/ 161037 w 177191"/>
                <a:gd name="connsiteY158" fmla="*/ 56587 h 180246"/>
                <a:gd name="connsiteX159" fmla="*/ 158648 w 177191"/>
                <a:gd name="connsiteY159" fmla="*/ 54905 h 180246"/>
                <a:gd name="connsiteX160" fmla="*/ 155181 w 177191"/>
                <a:gd name="connsiteY160" fmla="*/ 55645 h 180246"/>
                <a:gd name="connsiteX161" fmla="*/ 153229 w 177191"/>
                <a:gd name="connsiteY161" fmla="*/ 58538 h 180246"/>
                <a:gd name="connsiteX162" fmla="*/ 150907 w 177191"/>
                <a:gd name="connsiteY162" fmla="*/ 62945 h 180246"/>
                <a:gd name="connsiteX163" fmla="*/ 152287 w 177191"/>
                <a:gd name="connsiteY163" fmla="*/ 65468 h 180246"/>
                <a:gd name="connsiteX164" fmla="*/ 155922 w 177191"/>
                <a:gd name="connsiteY164" fmla="*/ 67924 h 180246"/>
                <a:gd name="connsiteX165" fmla="*/ 155989 w 177191"/>
                <a:gd name="connsiteY165" fmla="*/ 69168 h 180246"/>
                <a:gd name="connsiteX166" fmla="*/ 152926 w 177191"/>
                <a:gd name="connsiteY166" fmla="*/ 71422 h 180246"/>
                <a:gd name="connsiteX167" fmla="*/ 152051 w 177191"/>
                <a:gd name="connsiteY167" fmla="*/ 73811 h 180246"/>
                <a:gd name="connsiteX168" fmla="*/ 152926 w 177191"/>
                <a:gd name="connsiteY168" fmla="*/ 76502 h 180246"/>
                <a:gd name="connsiteX169" fmla="*/ 154945 w 177191"/>
                <a:gd name="connsiteY169" fmla="*/ 78016 h 180246"/>
                <a:gd name="connsiteX170" fmla="*/ 156628 w 177191"/>
                <a:gd name="connsiteY170" fmla="*/ 79597 h 180246"/>
                <a:gd name="connsiteX171" fmla="*/ 156662 w 177191"/>
                <a:gd name="connsiteY171" fmla="*/ 80538 h 180246"/>
                <a:gd name="connsiteX172" fmla="*/ 156561 w 177191"/>
                <a:gd name="connsiteY172" fmla="*/ 81615 h 180246"/>
                <a:gd name="connsiteX173" fmla="*/ 156561 w 177191"/>
                <a:gd name="connsiteY173" fmla="*/ 84003 h 180246"/>
                <a:gd name="connsiteX174" fmla="*/ 157705 w 177191"/>
                <a:gd name="connsiteY174" fmla="*/ 84811 h 180246"/>
                <a:gd name="connsiteX175" fmla="*/ 159388 w 177191"/>
                <a:gd name="connsiteY175" fmla="*/ 86829 h 180246"/>
                <a:gd name="connsiteX176" fmla="*/ 161138 w 177191"/>
                <a:gd name="connsiteY176" fmla="*/ 88276 h 180246"/>
                <a:gd name="connsiteX177" fmla="*/ 162652 w 177191"/>
                <a:gd name="connsiteY177" fmla="*/ 89857 h 180246"/>
                <a:gd name="connsiteX178" fmla="*/ 163696 w 177191"/>
                <a:gd name="connsiteY178" fmla="*/ 92312 h 180246"/>
                <a:gd name="connsiteX179" fmla="*/ 164301 w 177191"/>
                <a:gd name="connsiteY179" fmla="*/ 93927 h 180246"/>
                <a:gd name="connsiteX180" fmla="*/ 164369 w 177191"/>
                <a:gd name="connsiteY180" fmla="*/ 96114 h 180246"/>
                <a:gd name="connsiteX181" fmla="*/ 164436 w 177191"/>
                <a:gd name="connsiteY181" fmla="*/ 98401 h 180246"/>
                <a:gd name="connsiteX182" fmla="*/ 162855 w 177191"/>
                <a:gd name="connsiteY182" fmla="*/ 100689 h 180246"/>
                <a:gd name="connsiteX183" fmla="*/ 160802 w 177191"/>
                <a:gd name="connsiteY183" fmla="*/ 102976 h 180246"/>
                <a:gd name="connsiteX184" fmla="*/ 159152 w 177191"/>
                <a:gd name="connsiteY184" fmla="*/ 104221 h 180246"/>
                <a:gd name="connsiteX185" fmla="*/ 156090 w 177191"/>
                <a:gd name="connsiteY185" fmla="*/ 105835 h 180246"/>
                <a:gd name="connsiteX186" fmla="*/ 154239 w 177191"/>
                <a:gd name="connsiteY186" fmla="*/ 106979 h 180246"/>
                <a:gd name="connsiteX187" fmla="*/ 152825 w 177191"/>
                <a:gd name="connsiteY187" fmla="*/ 107484 h 180246"/>
                <a:gd name="connsiteX188" fmla="*/ 150470 w 177191"/>
                <a:gd name="connsiteY188" fmla="*/ 107484 h 180246"/>
                <a:gd name="connsiteX189" fmla="*/ 148148 w 177191"/>
                <a:gd name="connsiteY189" fmla="*/ 107820 h 180246"/>
                <a:gd name="connsiteX190" fmla="*/ 145253 w 177191"/>
                <a:gd name="connsiteY190" fmla="*/ 107787 h 180246"/>
                <a:gd name="connsiteX191" fmla="*/ 141787 w 177191"/>
                <a:gd name="connsiteY191" fmla="*/ 107080 h 180246"/>
                <a:gd name="connsiteX192" fmla="*/ 137883 w 177191"/>
                <a:gd name="connsiteY192" fmla="*/ 108493 h 180246"/>
                <a:gd name="connsiteX193" fmla="*/ 134282 w 177191"/>
                <a:gd name="connsiteY193" fmla="*/ 109368 h 180246"/>
                <a:gd name="connsiteX194" fmla="*/ 131892 w 177191"/>
                <a:gd name="connsiteY194" fmla="*/ 110141 h 180246"/>
                <a:gd name="connsiteX195" fmla="*/ 128729 w 177191"/>
                <a:gd name="connsiteY195" fmla="*/ 109368 h 180246"/>
                <a:gd name="connsiteX196" fmla="*/ 125901 w 177191"/>
                <a:gd name="connsiteY196" fmla="*/ 107517 h 180246"/>
                <a:gd name="connsiteX197" fmla="*/ 122334 w 177191"/>
                <a:gd name="connsiteY197" fmla="*/ 106643 h 180246"/>
                <a:gd name="connsiteX198" fmla="*/ 117320 w 177191"/>
                <a:gd name="connsiteY198" fmla="*/ 107080 h 180246"/>
                <a:gd name="connsiteX199" fmla="*/ 114493 w 177191"/>
                <a:gd name="connsiteY199" fmla="*/ 111218 h 180246"/>
                <a:gd name="connsiteX200" fmla="*/ 113079 w 177191"/>
                <a:gd name="connsiteY200" fmla="*/ 116096 h 180246"/>
                <a:gd name="connsiteX201" fmla="*/ 113079 w 177191"/>
                <a:gd name="connsiteY201" fmla="*/ 120536 h 180246"/>
                <a:gd name="connsiteX202" fmla="*/ 112305 w 177191"/>
                <a:gd name="connsiteY202" fmla="*/ 126288 h 180246"/>
                <a:gd name="connsiteX203" fmla="*/ 112844 w 177191"/>
                <a:gd name="connsiteY203" fmla="*/ 129652 h 180246"/>
                <a:gd name="connsiteX204" fmla="*/ 116646 w 177191"/>
                <a:gd name="connsiteY204" fmla="*/ 135203 h 180246"/>
                <a:gd name="connsiteX205" fmla="*/ 118262 w 177191"/>
                <a:gd name="connsiteY205" fmla="*/ 138668 h 180246"/>
                <a:gd name="connsiteX206" fmla="*/ 121190 w 177191"/>
                <a:gd name="connsiteY206" fmla="*/ 139038 h 180246"/>
                <a:gd name="connsiteX207" fmla="*/ 124118 w 177191"/>
                <a:gd name="connsiteY207" fmla="*/ 137019 h 180246"/>
                <a:gd name="connsiteX208" fmla="*/ 124320 w 177191"/>
                <a:gd name="connsiteY208" fmla="*/ 137019 h 180246"/>
                <a:gd name="connsiteX209" fmla="*/ 126810 w 177191"/>
                <a:gd name="connsiteY209" fmla="*/ 138971 h 180246"/>
                <a:gd name="connsiteX210" fmla="*/ 129099 w 177191"/>
                <a:gd name="connsiteY210" fmla="*/ 142570 h 180246"/>
                <a:gd name="connsiteX211" fmla="*/ 129638 w 177191"/>
                <a:gd name="connsiteY211" fmla="*/ 144757 h 180246"/>
                <a:gd name="connsiteX212" fmla="*/ 127786 w 177191"/>
                <a:gd name="connsiteY212" fmla="*/ 148760 h 180246"/>
                <a:gd name="connsiteX213" fmla="*/ 127988 w 177191"/>
                <a:gd name="connsiteY213" fmla="*/ 152426 h 180246"/>
                <a:gd name="connsiteX214" fmla="*/ 129402 w 177191"/>
                <a:gd name="connsiteY214" fmla="*/ 153772 h 180246"/>
                <a:gd name="connsiteX215" fmla="*/ 129402 w 177191"/>
                <a:gd name="connsiteY215" fmla="*/ 154647 h 180246"/>
                <a:gd name="connsiteX216" fmla="*/ 126575 w 177191"/>
                <a:gd name="connsiteY216" fmla="*/ 157035 h 180246"/>
                <a:gd name="connsiteX217" fmla="*/ 125161 w 177191"/>
                <a:gd name="connsiteY217" fmla="*/ 158347 h 180246"/>
                <a:gd name="connsiteX218" fmla="*/ 120921 w 177191"/>
                <a:gd name="connsiteY218" fmla="*/ 160735 h 180246"/>
                <a:gd name="connsiteX219" fmla="*/ 118733 w 177191"/>
                <a:gd name="connsiteY219" fmla="*/ 164873 h 180246"/>
                <a:gd name="connsiteX220" fmla="*/ 115570 w 177191"/>
                <a:gd name="connsiteY220" fmla="*/ 164873 h 180246"/>
                <a:gd name="connsiteX221" fmla="*/ 112406 w 177191"/>
                <a:gd name="connsiteY221" fmla="*/ 164873 h 180246"/>
                <a:gd name="connsiteX222" fmla="*/ 108603 w 177191"/>
                <a:gd name="connsiteY222" fmla="*/ 164873 h 180246"/>
                <a:gd name="connsiteX223" fmla="*/ 104363 w 177191"/>
                <a:gd name="connsiteY223" fmla="*/ 160870 h 180246"/>
                <a:gd name="connsiteX224" fmla="*/ 99584 w 177191"/>
                <a:gd name="connsiteY224" fmla="*/ 160197 h 180246"/>
                <a:gd name="connsiteX225" fmla="*/ 98170 w 177191"/>
                <a:gd name="connsiteY225" fmla="*/ 161408 h 180246"/>
                <a:gd name="connsiteX226" fmla="*/ 97497 w 177191"/>
                <a:gd name="connsiteY226" fmla="*/ 162384 h 180246"/>
                <a:gd name="connsiteX227" fmla="*/ 96959 w 177191"/>
                <a:gd name="connsiteY227" fmla="*/ 164234 h 180246"/>
                <a:gd name="connsiteX228" fmla="*/ 96420 w 177191"/>
                <a:gd name="connsiteY228" fmla="*/ 166185 h 180246"/>
                <a:gd name="connsiteX229" fmla="*/ 96521 w 177191"/>
                <a:gd name="connsiteY229" fmla="*/ 168573 h 180246"/>
                <a:gd name="connsiteX230" fmla="*/ 96185 w 177191"/>
                <a:gd name="connsiteY230" fmla="*/ 170424 h 180246"/>
                <a:gd name="connsiteX231" fmla="*/ 95512 w 177191"/>
                <a:gd name="connsiteY231" fmla="*/ 171736 h 180246"/>
                <a:gd name="connsiteX232" fmla="*/ 93997 w 177191"/>
                <a:gd name="connsiteY232" fmla="*/ 173485 h 180246"/>
                <a:gd name="connsiteX233" fmla="*/ 90396 w 177191"/>
                <a:gd name="connsiteY233" fmla="*/ 175133 h 180246"/>
                <a:gd name="connsiteX234" fmla="*/ 87771 w 177191"/>
                <a:gd name="connsiteY234" fmla="*/ 175772 h 180246"/>
                <a:gd name="connsiteX235" fmla="*/ 85382 w 177191"/>
                <a:gd name="connsiteY235" fmla="*/ 176546 h 180246"/>
                <a:gd name="connsiteX236" fmla="*/ 83733 w 177191"/>
                <a:gd name="connsiteY236" fmla="*/ 176546 h 180246"/>
                <a:gd name="connsiteX237" fmla="*/ 81680 w 177191"/>
                <a:gd name="connsiteY237" fmla="*/ 176580 h 180246"/>
                <a:gd name="connsiteX238" fmla="*/ 77439 w 177191"/>
                <a:gd name="connsiteY238" fmla="*/ 173518 h 180246"/>
                <a:gd name="connsiteX239" fmla="*/ 74949 w 177191"/>
                <a:gd name="connsiteY239" fmla="*/ 170491 h 180246"/>
                <a:gd name="connsiteX240" fmla="*/ 72660 w 177191"/>
                <a:gd name="connsiteY240" fmla="*/ 168203 h 180246"/>
                <a:gd name="connsiteX241" fmla="*/ 70271 w 177191"/>
                <a:gd name="connsiteY241" fmla="*/ 168102 h 180246"/>
                <a:gd name="connsiteX242" fmla="*/ 66367 w 177191"/>
                <a:gd name="connsiteY242" fmla="*/ 168203 h 180246"/>
                <a:gd name="connsiteX243" fmla="*/ 63102 w 177191"/>
                <a:gd name="connsiteY243" fmla="*/ 169717 h 180246"/>
                <a:gd name="connsiteX244" fmla="*/ 61251 w 177191"/>
                <a:gd name="connsiteY244" fmla="*/ 171231 h 180246"/>
                <a:gd name="connsiteX245" fmla="*/ 56573 w 177191"/>
                <a:gd name="connsiteY245" fmla="*/ 173619 h 180246"/>
                <a:gd name="connsiteX246" fmla="*/ 52097 w 177191"/>
                <a:gd name="connsiteY246" fmla="*/ 174931 h 180246"/>
                <a:gd name="connsiteX247" fmla="*/ 48294 w 177191"/>
                <a:gd name="connsiteY247" fmla="*/ 175032 h 180246"/>
                <a:gd name="connsiteX248" fmla="*/ 42876 w 177191"/>
                <a:gd name="connsiteY248" fmla="*/ 173619 h 180246"/>
                <a:gd name="connsiteX249" fmla="*/ 40385 w 177191"/>
                <a:gd name="connsiteY249" fmla="*/ 173619 h 180246"/>
                <a:gd name="connsiteX250" fmla="*/ 38097 w 177191"/>
                <a:gd name="connsiteY250" fmla="*/ 175470 h 180246"/>
                <a:gd name="connsiteX251" fmla="*/ 37121 w 177191"/>
                <a:gd name="connsiteY251" fmla="*/ 179607 h 180246"/>
                <a:gd name="connsiteX252" fmla="*/ 35606 w 177191"/>
                <a:gd name="connsiteY252" fmla="*/ 180246 h 180246"/>
                <a:gd name="connsiteX253" fmla="*/ 30827 w 177191"/>
                <a:gd name="connsiteY253" fmla="*/ 179607 h 180246"/>
                <a:gd name="connsiteX254" fmla="*/ 28539 w 177191"/>
                <a:gd name="connsiteY254" fmla="*/ 178194 h 180246"/>
                <a:gd name="connsiteX255" fmla="*/ 25813 w 177191"/>
                <a:gd name="connsiteY255" fmla="*/ 173518 h 180246"/>
                <a:gd name="connsiteX256" fmla="*/ 24938 w 177191"/>
                <a:gd name="connsiteY256" fmla="*/ 170491 h 180246"/>
                <a:gd name="connsiteX257" fmla="*/ 22212 w 177191"/>
                <a:gd name="connsiteY257" fmla="*/ 168540 h 180246"/>
                <a:gd name="connsiteX258" fmla="*/ 18409 w 177191"/>
                <a:gd name="connsiteY258" fmla="*/ 168102 h 180246"/>
                <a:gd name="connsiteX259" fmla="*/ 15481 w 177191"/>
                <a:gd name="connsiteY259" fmla="*/ 167901 h 180246"/>
                <a:gd name="connsiteX260" fmla="*/ 11779 w 177191"/>
                <a:gd name="connsiteY260" fmla="*/ 166589 h 180246"/>
                <a:gd name="connsiteX261" fmla="*/ 11106 w 177191"/>
                <a:gd name="connsiteY261" fmla="*/ 162249 h 180246"/>
                <a:gd name="connsiteX262" fmla="*/ 8515 w 177191"/>
                <a:gd name="connsiteY262" fmla="*/ 161375 h 180246"/>
                <a:gd name="connsiteX263" fmla="*/ 3837 w 177191"/>
                <a:gd name="connsiteY263" fmla="*/ 160500 h 180246"/>
                <a:gd name="connsiteX264" fmla="*/ 3365 w 177191"/>
                <a:gd name="connsiteY264" fmla="*/ 158986 h 180246"/>
                <a:gd name="connsiteX265" fmla="*/ 1548 w 177191"/>
                <a:gd name="connsiteY265" fmla="*/ 155959 h 180246"/>
                <a:gd name="connsiteX266" fmla="*/ 1548 w 177191"/>
                <a:gd name="connsiteY266" fmla="*/ 153671 h 180246"/>
                <a:gd name="connsiteX267" fmla="*/ 2861 w 177191"/>
                <a:gd name="connsiteY267" fmla="*/ 152494 h 180246"/>
                <a:gd name="connsiteX268" fmla="*/ 5788 w 177191"/>
                <a:gd name="connsiteY268" fmla="*/ 152595 h 180246"/>
                <a:gd name="connsiteX269" fmla="*/ 8077 w 177191"/>
                <a:gd name="connsiteY269" fmla="*/ 153469 h 180246"/>
                <a:gd name="connsiteX270" fmla="*/ 9591 w 177191"/>
                <a:gd name="connsiteY270" fmla="*/ 153907 h 180246"/>
                <a:gd name="connsiteX271" fmla="*/ 11981 w 177191"/>
                <a:gd name="connsiteY271" fmla="*/ 154344 h 180246"/>
                <a:gd name="connsiteX272" fmla="*/ 13630 w 177191"/>
                <a:gd name="connsiteY272" fmla="*/ 153133 h 18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77191" h="180246">
                  <a:moveTo>
                    <a:pt x="13630" y="153133"/>
                  </a:moveTo>
                  <a:lnTo>
                    <a:pt x="14539" y="151585"/>
                  </a:lnTo>
                  <a:lnTo>
                    <a:pt x="14909" y="149870"/>
                  </a:lnTo>
                  <a:lnTo>
                    <a:pt x="13866" y="148255"/>
                  </a:lnTo>
                  <a:lnTo>
                    <a:pt x="10702" y="145127"/>
                  </a:lnTo>
                  <a:lnTo>
                    <a:pt x="9221" y="142974"/>
                  </a:lnTo>
                  <a:lnTo>
                    <a:pt x="6091" y="139677"/>
                  </a:lnTo>
                  <a:lnTo>
                    <a:pt x="3769" y="137860"/>
                  </a:lnTo>
                  <a:cubicBezTo>
                    <a:pt x="3769" y="137860"/>
                    <a:pt x="1582" y="135607"/>
                    <a:pt x="1514" y="135405"/>
                  </a:cubicBezTo>
                  <a:cubicBezTo>
                    <a:pt x="1447" y="135203"/>
                    <a:pt x="572" y="132646"/>
                    <a:pt x="505" y="132444"/>
                  </a:cubicBezTo>
                  <a:cubicBezTo>
                    <a:pt x="438" y="132243"/>
                    <a:pt x="269" y="129854"/>
                    <a:pt x="269" y="129854"/>
                  </a:cubicBezTo>
                  <a:lnTo>
                    <a:pt x="0" y="126019"/>
                  </a:lnTo>
                  <a:lnTo>
                    <a:pt x="0" y="124068"/>
                  </a:lnTo>
                  <a:lnTo>
                    <a:pt x="3601" y="123194"/>
                  </a:lnTo>
                  <a:lnTo>
                    <a:pt x="4341" y="123194"/>
                  </a:lnTo>
                  <a:lnTo>
                    <a:pt x="6091" y="123194"/>
                  </a:lnTo>
                  <a:lnTo>
                    <a:pt x="7841" y="123194"/>
                  </a:lnTo>
                  <a:lnTo>
                    <a:pt x="9558" y="123194"/>
                  </a:lnTo>
                  <a:cubicBezTo>
                    <a:pt x="9558" y="123194"/>
                    <a:pt x="9558" y="123261"/>
                    <a:pt x="10298" y="122689"/>
                  </a:cubicBezTo>
                  <a:cubicBezTo>
                    <a:pt x="11039" y="122117"/>
                    <a:pt x="12250" y="121175"/>
                    <a:pt x="12250" y="121175"/>
                  </a:cubicBezTo>
                  <a:lnTo>
                    <a:pt x="13765" y="117912"/>
                  </a:lnTo>
                  <a:lnTo>
                    <a:pt x="16659" y="115322"/>
                  </a:lnTo>
                  <a:cubicBezTo>
                    <a:pt x="16659" y="115322"/>
                    <a:pt x="18039" y="114885"/>
                    <a:pt x="18476" y="114447"/>
                  </a:cubicBezTo>
                  <a:cubicBezTo>
                    <a:pt x="18914" y="114010"/>
                    <a:pt x="21808" y="111756"/>
                    <a:pt x="21808" y="111756"/>
                  </a:cubicBezTo>
                  <a:cubicBezTo>
                    <a:pt x="21808" y="111756"/>
                    <a:pt x="23693" y="111117"/>
                    <a:pt x="23996" y="111117"/>
                  </a:cubicBezTo>
                  <a:cubicBezTo>
                    <a:pt x="24299" y="111117"/>
                    <a:pt x="25510" y="111050"/>
                    <a:pt x="26318" y="111117"/>
                  </a:cubicBezTo>
                  <a:cubicBezTo>
                    <a:pt x="27125" y="111184"/>
                    <a:pt x="28337" y="110982"/>
                    <a:pt x="29212" y="111083"/>
                  </a:cubicBezTo>
                  <a:cubicBezTo>
                    <a:pt x="30087" y="111184"/>
                    <a:pt x="31534" y="110478"/>
                    <a:pt x="31837" y="110478"/>
                  </a:cubicBezTo>
                  <a:cubicBezTo>
                    <a:pt x="32106" y="110478"/>
                    <a:pt x="32981" y="110040"/>
                    <a:pt x="33722" y="109906"/>
                  </a:cubicBezTo>
                  <a:cubicBezTo>
                    <a:pt x="34429" y="109771"/>
                    <a:pt x="36111" y="107955"/>
                    <a:pt x="36111" y="107955"/>
                  </a:cubicBezTo>
                  <a:cubicBezTo>
                    <a:pt x="36111" y="107955"/>
                    <a:pt x="36751" y="107316"/>
                    <a:pt x="36919" y="107013"/>
                  </a:cubicBezTo>
                  <a:cubicBezTo>
                    <a:pt x="37054" y="106744"/>
                    <a:pt x="38063" y="105499"/>
                    <a:pt x="38299" y="105432"/>
                  </a:cubicBezTo>
                  <a:cubicBezTo>
                    <a:pt x="38501" y="105365"/>
                    <a:pt x="39544" y="104490"/>
                    <a:pt x="39813" y="104490"/>
                  </a:cubicBezTo>
                  <a:cubicBezTo>
                    <a:pt x="40082" y="104490"/>
                    <a:pt x="41967" y="102606"/>
                    <a:pt x="42203" y="102539"/>
                  </a:cubicBezTo>
                  <a:cubicBezTo>
                    <a:pt x="42405" y="102471"/>
                    <a:pt x="43448" y="101227"/>
                    <a:pt x="43717" y="101025"/>
                  </a:cubicBezTo>
                  <a:cubicBezTo>
                    <a:pt x="44020" y="100823"/>
                    <a:pt x="45232" y="99007"/>
                    <a:pt x="45232" y="98704"/>
                  </a:cubicBezTo>
                  <a:cubicBezTo>
                    <a:pt x="45232" y="98401"/>
                    <a:pt x="45232" y="94566"/>
                    <a:pt x="45232" y="94566"/>
                  </a:cubicBezTo>
                  <a:lnTo>
                    <a:pt x="41900" y="91370"/>
                  </a:lnTo>
                  <a:lnTo>
                    <a:pt x="41193" y="88107"/>
                  </a:lnTo>
                  <a:lnTo>
                    <a:pt x="37121" y="84979"/>
                  </a:lnTo>
                  <a:lnTo>
                    <a:pt x="35674" y="84979"/>
                  </a:lnTo>
                  <a:lnTo>
                    <a:pt x="33924" y="84979"/>
                  </a:lnTo>
                  <a:lnTo>
                    <a:pt x="31904" y="83835"/>
                  </a:lnTo>
                  <a:lnTo>
                    <a:pt x="31029" y="82254"/>
                  </a:lnTo>
                  <a:lnTo>
                    <a:pt x="31433" y="81043"/>
                  </a:lnTo>
                  <a:lnTo>
                    <a:pt x="30289" y="79126"/>
                  </a:lnTo>
                  <a:lnTo>
                    <a:pt x="29481" y="77545"/>
                  </a:lnTo>
                  <a:lnTo>
                    <a:pt x="28236" y="76771"/>
                  </a:lnTo>
                  <a:cubicBezTo>
                    <a:pt x="28236" y="76771"/>
                    <a:pt x="25914" y="75022"/>
                    <a:pt x="25779" y="74820"/>
                  </a:cubicBezTo>
                  <a:cubicBezTo>
                    <a:pt x="25678" y="74618"/>
                    <a:pt x="24669" y="72532"/>
                    <a:pt x="24669" y="72532"/>
                  </a:cubicBezTo>
                  <a:lnTo>
                    <a:pt x="24366" y="70783"/>
                  </a:lnTo>
                  <a:lnTo>
                    <a:pt x="24366" y="70178"/>
                  </a:lnTo>
                  <a:cubicBezTo>
                    <a:pt x="24366" y="70178"/>
                    <a:pt x="23827" y="68226"/>
                    <a:pt x="23996" y="68159"/>
                  </a:cubicBezTo>
                  <a:cubicBezTo>
                    <a:pt x="24164" y="68092"/>
                    <a:pt x="24366" y="66847"/>
                    <a:pt x="24366" y="66847"/>
                  </a:cubicBezTo>
                  <a:cubicBezTo>
                    <a:pt x="24635" y="66612"/>
                    <a:pt x="25241" y="65636"/>
                    <a:pt x="25241" y="65636"/>
                  </a:cubicBezTo>
                  <a:cubicBezTo>
                    <a:pt x="25241" y="65636"/>
                    <a:pt x="26823" y="64122"/>
                    <a:pt x="26991" y="64122"/>
                  </a:cubicBezTo>
                  <a:cubicBezTo>
                    <a:pt x="27159" y="64122"/>
                    <a:pt x="28404" y="63685"/>
                    <a:pt x="28606" y="63685"/>
                  </a:cubicBezTo>
                  <a:cubicBezTo>
                    <a:pt x="28842" y="63685"/>
                    <a:pt x="29481" y="63786"/>
                    <a:pt x="29818" y="63685"/>
                  </a:cubicBezTo>
                  <a:cubicBezTo>
                    <a:pt x="30154" y="63584"/>
                    <a:pt x="32039" y="62541"/>
                    <a:pt x="32039" y="62541"/>
                  </a:cubicBezTo>
                  <a:lnTo>
                    <a:pt x="34866" y="60523"/>
                  </a:lnTo>
                  <a:lnTo>
                    <a:pt x="35943" y="59716"/>
                  </a:lnTo>
                  <a:cubicBezTo>
                    <a:pt x="35943" y="59716"/>
                    <a:pt x="36986" y="59379"/>
                    <a:pt x="37188" y="59346"/>
                  </a:cubicBezTo>
                  <a:cubicBezTo>
                    <a:pt x="37390" y="59278"/>
                    <a:pt x="39208" y="59514"/>
                    <a:pt x="39409" y="59346"/>
                  </a:cubicBezTo>
                  <a:cubicBezTo>
                    <a:pt x="39612" y="59177"/>
                    <a:pt x="40924" y="59480"/>
                    <a:pt x="41328" y="59346"/>
                  </a:cubicBezTo>
                  <a:cubicBezTo>
                    <a:pt x="41698" y="59177"/>
                    <a:pt x="42674" y="59312"/>
                    <a:pt x="43212" y="59312"/>
                  </a:cubicBezTo>
                  <a:cubicBezTo>
                    <a:pt x="43751" y="59312"/>
                    <a:pt x="45804" y="59245"/>
                    <a:pt x="46039" y="59278"/>
                  </a:cubicBezTo>
                  <a:cubicBezTo>
                    <a:pt x="46241" y="59312"/>
                    <a:pt x="47184" y="59211"/>
                    <a:pt x="47924" y="59278"/>
                  </a:cubicBezTo>
                  <a:cubicBezTo>
                    <a:pt x="48698" y="59312"/>
                    <a:pt x="49573" y="59413"/>
                    <a:pt x="50112" y="59278"/>
                  </a:cubicBezTo>
                  <a:cubicBezTo>
                    <a:pt x="50650" y="59110"/>
                    <a:pt x="53544" y="58471"/>
                    <a:pt x="53544" y="58471"/>
                  </a:cubicBezTo>
                  <a:cubicBezTo>
                    <a:pt x="53544" y="58471"/>
                    <a:pt x="54419" y="55914"/>
                    <a:pt x="54722" y="55881"/>
                  </a:cubicBezTo>
                  <a:cubicBezTo>
                    <a:pt x="55059" y="55813"/>
                    <a:pt x="57011" y="52685"/>
                    <a:pt x="57011" y="52685"/>
                  </a:cubicBezTo>
                  <a:cubicBezTo>
                    <a:pt x="57011" y="52685"/>
                    <a:pt x="57650" y="49859"/>
                    <a:pt x="57650" y="49691"/>
                  </a:cubicBezTo>
                  <a:cubicBezTo>
                    <a:pt x="57650" y="49523"/>
                    <a:pt x="58290" y="47403"/>
                    <a:pt x="58290" y="47403"/>
                  </a:cubicBezTo>
                  <a:lnTo>
                    <a:pt x="59939" y="45116"/>
                  </a:lnTo>
                  <a:lnTo>
                    <a:pt x="60746" y="44140"/>
                  </a:lnTo>
                  <a:lnTo>
                    <a:pt x="62093" y="42627"/>
                  </a:lnTo>
                  <a:cubicBezTo>
                    <a:pt x="62093" y="42627"/>
                    <a:pt x="63775" y="40945"/>
                    <a:pt x="64011" y="40844"/>
                  </a:cubicBezTo>
                  <a:cubicBezTo>
                    <a:pt x="64213" y="40743"/>
                    <a:pt x="66670" y="39935"/>
                    <a:pt x="66670" y="39935"/>
                  </a:cubicBezTo>
                  <a:cubicBezTo>
                    <a:pt x="66670" y="39935"/>
                    <a:pt x="68420" y="39801"/>
                    <a:pt x="68722" y="39801"/>
                  </a:cubicBezTo>
                  <a:cubicBezTo>
                    <a:pt x="69026" y="39801"/>
                    <a:pt x="70405" y="39801"/>
                    <a:pt x="70405" y="39801"/>
                  </a:cubicBezTo>
                  <a:lnTo>
                    <a:pt x="72525" y="39465"/>
                  </a:lnTo>
                  <a:lnTo>
                    <a:pt x="74275" y="38825"/>
                  </a:lnTo>
                  <a:cubicBezTo>
                    <a:pt x="74275" y="38825"/>
                    <a:pt x="75487" y="37581"/>
                    <a:pt x="75689" y="37581"/>
                  </a:cubicBezTo>
                  <a:cubicBezTo>
                    <a:pt x="75891" y="37581"/>
                    <a:pt x="76732" y="36538"/>
                    <a:pt x="76732" y="36538"/>
                  </a:cubicBezTo>
                  <a:cubicBezTo>
                    <a:pt x="76732" y="36538"/>
                    <a:pt x="78247" y="36605"/>
                    <a:pt x="78482" y="36538"/>
                  </a:cubicBezTo>
                  <a:cubicBezTo>
                    <a:pt x="78684" y="36471"/>
                    <a:pt x="79290" y="37850"/>
                    <a:pt x="79290" y="37850"/>
                  </a:cubicBezTo>
                  <a:lnTo>
                    <a:pt x="79795" y="39027"/>
                  </a:lnTo>
                  <a:cubicBezTo>
                    <a:pt x="79795" y="39027"/>
                    <a:pt x="81814" y="39532"/>
                    <a:pt x="82184" y="39532"/>
                  </a:cubicBezTo>
                  <a:cubicBezTo>
                    <a:pt x="82555" y="39532"/>
                    <a:pt x="83968" y="39364"/>
                    <a:pt x="83968" y="39364"/>
                  </a:cubicBezTo>
                  <a:cubicBezTo>
                    <a:pt x="83968" y="39364"/>
                    <a:pt x="84843" y="38018"/>
                    <a:pt x="84843" y="37850"/>
                  </a:cubicBezTo>
                  <a:cubicBezTo>
                    <a:pt x="84843" y="37682"/>
                    <a:pt x="84136" y="35798"/>
                    <a:pt x="83968" y="35663"/>
                  </a:cubicBezTo>
                  <a:cubicBezTo>
                    <a:pt x="83800" y="35562"/>
                    <a:pt x="82353" y="34755"/>
                    <a:pt x="82184" y="34620"/>
                  </a:cubicBezTo>
                  <a:cubicBezTo>
                    <a:pt x="82016" y="34519"/>
                    <a:pt x="79694" y="33207"/>
                    <a:pt x="79694" y="33207"/>
                  </a:cubicBezTo>
                  <a:lnTo>
                    <a:pt x="76665" y="30920"/>
                  </a:lnTo>
                  <a:cubicBezTo>
                    <a:pt x="76665" y="30920"/>
                    <a:pt x="75756" y="29003"/>
                    <a:pt x="75588" y="28902"/>
                  </a:cubicBezTo>
                  <a:cubicBezTo>
                    <a:pt x="75420" y="28801"/>
                    <a:pt x="74174" y="26782"/>
                    <a:pt x="74074" y="26614"/>
                  </a:cubicBezTo>
                  <a:cubicBezTo>
                    <a:pt x="73973" y="26446"/>
                    <a:pt x="72829" y="24394"/>
                    <a:pt x="72829" y="24158"/>
                  </a:cubicBezTo>
                  <a:cubicBezTo>
                    <a:pt x="72829" y="23957"/>
                    <a:pt x="72559" y="22476"/>
                    <a:pt x="72559" y="22476"/>
                  </a:cubicBezTo>
                  <a:cubicBezTo>
                    <a:pt x="72559" y="22476"/>
                    <a:pt x="73333" y="21333"/>
                    <a:pt x="73468" y="21333"/>
                  </a:cubicBezTo>
                  <a:cubicBezTo>
                    <a:pt x="73603" y="21333"/>
                    <a:pt x="75218" y="20794"/>
                    <a:pt x="75218" y="20794"/>
                  </a:cubicBezTo>
                  <a:lnTo>
                    <a:pt x="77372" y="21131"/>
                  </a:lnTo>
                  <a:lnTo>
                    <a:pt x="79694" y="22443"/>
                  </a:lnTo>
                  <a:lnTo>
                    <a:pt x="80905" y="23519"/>
                  </a:lnTo>
                  <a:cubicBezTo>
                    <a:pt x="80905" y="23519"/>
                    <a:pt x="84103" y="24831"/>
                    <a:pt x="84338" y="24831"/>
                  </a:cubicBezTo>
                  <a:cubicBezTo>
                    <a:pt x="84574" y="24831"/>
                    <a:pt x="85550" y="24394"/>
                    <a:pt x="85415" y="23755"/>
                  </a:cubicBezTo>
                  <a:cubicBezTo>
                    <a:pt x="85314" y="23116"/>
                    <a:pt x="84978" y="22342"/>
                    <a:pt x="84910" y="22174"/>
                  </a:cubicBezTo>
                  <a:cubicBezTo>
                    <a:pt x="84843" y="22006"/>
                    <a:pt x="84843" y="20290"/>
                    <a:pt x="84742" y="20122"/>
                  </a:cubicBezTo>
                  <a:cubicBezTo>
                    <a:pt x="84641" y="19953"/>
                    <a:pt x="83093" y="18171"/>
                    <a:pt x="83093" y="18171"/>
                  </a:cubicBezTo>
                  <a:lnTo>
                    <a:pt x="81747" y="17027"/>
                  </a:lnTo>
                  <a:cubicBezTo>
                    <a:pt x="81747" y="17027"/>
                    <a:pt x="80771" y="15715"/>
                    <a:pt x="80771" y="15177"/>
                  </a:cubicBezTo>
                  <a:cubicBezTo>
                    <a:pt x="80771" y="14638"/>
                    <a:pt x="80401" y="13831"/>
                    <a:pt x="80771" y="13764"/>
                  </a:cubicBezTo>
                  <a:cubicBezTo>
                    <a:pt x="81141" y="13697"/>
                    <a:pt x="82117" y="13326"/>
                    <a:pt x="82790" y="13158"/>
                  </a:cubicBezTo>
                  <a:cubicBezTo>
                    <a:pt x="83463" y="12990"/>
                    <a:pt x="84978" y="12822"/>
                    <a:pt x="85415" y="12822"/>
                  </a:cubicBezTo>
                  <a:cubicBezTo>
                    <a:pt x="85853" y="12822"/>
                    <a:pt x="89420" y="14067"/>
                    <a:pt x="89420" y="14067"/>
                  </a:cubicBezTo>
                  <a:cubicBezTo>
                    <a:pt x="89420" y="14067"/>
                    <a:pt x="91843" y="12082"/>
                    <a:pt x="92045" y="12149"/>
                  </a:cubicBezTo>
                  <a:cubicBezTo>
                    <a:pt x="92247" y="12216"/>
                    <a:pt x="94064" y="11140"/>
                    <a:pt x="94435" y="10703"/>
                  </a:cubicBezTo>
                  <a:cubicBezTo>
                    <a:pt x="94805" y="10265"/>
                    <a:pt x="94637" y="8516"/>
                    <a:pt x="94738" y="7574"/>
                  </a:cubicBezTo>
                  <a:cubicBezTo>
                    <a:pt x="94805" y="6632"/>
                    <a:pt x="94603" y="5690"/>
                    <a:pt x="94738" y="5051"/>
                  </a:cubicBezTo>
                  <a:cubicBezTo>
                    <a:pt x="94872" y="4412"/>
                    <a:pt x="95444" y="3470"/>
                    <a:pt x="95814" y="3033"/>
                  </a:cubicBezTo>
                  <a:cubicBezTo>
                    <a:pt x="96185" y="2595"/>
                    <a:pt x="96690" y="1586"/>
                    <a:pt x="96959" y="1351"/>
                  </a:cubicBezTo>
                  <a:cubicBezTo>
                    <a:pt x="97262" y="1115"/>
                    <a:pt x="99079" y="207"/>
                    <a:pt x="99348" y="39"/>
                  </a:cubicBezTo>
                  <a:cubicBezTo>
                    <a:pt x="99651" y="-96"/>
                    <a:pt x="100930" y="173"/>
                    <a:pt x="101536" y="39"/>
                  </a:cubicBezTo>
                  <a:cubicBezTo>
                    <a:pt x="102108" y="-96"/>
                    <a:pt x="102545" y="342"/>
                    <a:pt x="102848" y="543"/>
                  </a:cubicBezTo>
                  <a:cubicBezTo>
                    <a:pt x="103118" y="745"/>
                    <a:pt x="103589" y="1990"/>
                    <a:pt x="103723" y="3066"/>
                  </a:cubicBezTo>
                  <a:cubicBezTo>
                    <a:pt x="103858" y="4143"/>
                    <a:pt x="103589" y="4950"/>
                    <a:pt x="103723" y="6027"/>
                  </a:cubicBezTo>
                  <a:cubicBezTo>
                    <a:pt x="103858" y="7103"/>
                    <a:pt x="103589" y="8045"/>
                    <a:pt x="103757" y="8482"/>
                  </a:cubicBezTo>
                  <a:cubicBezTo>
                    <a:pt x="103925" y="8920"/>
                    <a:pt x="103757" y="11611"/>
                    <a:pt x="103757" y="11611"/>
                  </a:cubicBezTo>
                  <a:cubicBezTo>
                    <a:pt x="103757" y="11611"/>
                    <a:pt x="103286" y="13057"/>
                    <a:pt x="104161" y="13932"/>
                  </a:cubicBezTo>
                  <a:cubicBezTo>
                    <a:pt x="105036" y="14807"/>
                    <a:pt x="105675" y="16388"/>
                    <a:pt x="105978" y="16825"/>
                  </a:cubicBezTo>
                  <a:cubicBezTo>
                    <a:pt x="106281" y="17262"/>
                    <a:pt x="107055" y="19718"/>
                    <a:pt x="107291" y="19785"/>
                  </a:cubicBezTo>
                  <a:cubicBezTo>
                    <a:pt x="107526" y="19853"/>
                    <a:pt x="108738" y="22039"/>
                    <a:pt x="109680" y="22409"/>
                  </a:cubicBezTo>
                  <a:cubicBezTo>
                    <a:pt x="110623" y="22779"/>
                    <a:pt x="111565" y="24226"/>
                    <a:pt x="113214" y="25100"/>
                  </a:cubicBezTo>
                  <a:cubicBezTo>
                    <a:pt x="114863" y="25975"/>
                    <a:pt x="117354" y="27691"/>
                    <a:pt x="117354" y="27691"/>
                  </a:cubicBezTo>
                  <a:lnTo>
                    <a:pt x="119507" y="29070"/>
                  </a:lnTo>
                  <a:lnTo>
                    <a:pt x="123983" y="35091"/>
                  </a:lnTo>
                  <a:lnTo>
                    <a:pt x="127315" y="38624"/>
                  </a:lnTo>
                  <a:lnTo>
                    <a:pt x="129839" y="41012"/>
                  </a:lnTo>
                  <a:lnTo>
                    <a:pt x="135931" y="43535"/>
                  </a:lnTo>
                  <a:cubicBezTo>
                    <a:pt x="135931" y="43535"/>
                    <a:pt x="141585" y="42088"/>
                    <a:pt x="142022" y="41954"/>
                  </a:cubicBezTo>
                  <a:cubicBezTo>
                    <a:pt x="142460" y="41819"/>
                    <a:pt x="146667" y="41079"/>
                    <a:pt x="146667" y="41079"/>
                  </a:cubicBezTo>
                  <a:lnTo>
                    <a:pt x="157840" y="41449"/>
                  </a:lnTo>
                  <a:lnTo>
                    <a:pt x="161172" y="41449"/>
                  </a:lnTo>
                  <a:lnTo>
                    <a:pt x="165379" y="43198"/>
                  </a:lnTo>
                  <a:lnTo>
                    <a:pt x="171302" y="43198"/>
                  </a:lnTo>
                  <a:cubicBezTo>
                    <a:pt x="171302" y="43198"/>
                    <a:pt x="173893" y="42627"/>
                    <a:pt x="174499" y="42761"/>
                  </a:cubicBezTo>
                  <a:cubicBezTo>
                    <a:pt x="175071" y="42896"/>
                    <a:pt x="176383" y="45452"/>
                    <a:pt x="176383" y="45452"/>
                  </a:cubicBezTo>
                  <a:lnTo>
                    <a:pt x="177191" y="46966"/>
                  </a:lnTo>
                  <a:lnTo>
                    <a:pt x="176249" y="49220"/>
                  </a:lnTo>
                  <a:lnTo>
                    <a:pt x="174667" y="50599"/>
                  </a:lnTo>
                  <a:lnTo>
                    <a:pt x="173220" y="51037"/>
                  </a:lnTo>
                  <a:lnTo>
                    <a:pt x="171571" y="50734"/>
                  </a:lnTo>
                  <a:lnTo>
                    <a:pt x="169855" y="50498"/>
                  </a:lnTo>
                  <a:lnTo>
                    <a:pt x="168710" y="51373"/>
                  </a:lnTo>
                  <a:lnTo>
                    <a:pt x="168710" y="54501"/>
                  </a:lnTo>
                  <a:lnTo>
                    <a:pt x="168912" y="55511"/>
                  </a:lnTo>
                  <a:lnTo>
                    <a:pt x="168138" y="56957"/>
                  </a:lnTo>
                  <a:lnTo>
                    <a:pt x="165749" y="57462"/>
                  </a:lnTo>
                  <a:cubicBezTo>
                    <a:pt x="165749" y="57462"/>
                    <a:pt x="164739" y="56890"/>
                    <a:pt x="164066" y="56890"/>
                  </a:cubicBezTo>
                  <a:cubicBezTo>
                    <a:pt x="163393" y="56890"/>
                    <a:pt x="161306" y="56587"/>
                    <a:pt x="161037" y="56587"/>
                  </a:cubicBezTo>
                  <a:cubicBezTo>
                    <a:pt x="160734" y="56587"/>
                    <a:pt x="158917" y="55006"/>
                    <a:pt x="158648" y="54905"/>
                  </a:cubicBezTo>
                  <a:cubicBezTo>
                    <a:pt x="158378" y="54838"/>
                    <a:pt x="155181" y="55645"/>
                    <a:pt x="155181" y="55645"/>
                  </a:cubicBezTo>
                  <a:cubicBezTo>
                    <a:pt x="155181" y="55645"/>
                    <a:pt x="153431" y="58034"/>
                    <a:pt x="153229" y="58538"/>
                  </a:cubicBezTo>
                  <a:cubicBezTo>
                    <a:pt x="153027" y="59043"/>
                    <a:pt x="150907" y="62945"/>
                    <a:pt x="150907" y="62945"/>
                  </a:cubicBezTo>
                  <a:lnTo>
                    <a:pt x="152287" y="65468"/>
                  </a:lnTo>
                  <a:lnTo>
                    <a:pt x="155922" y="67924"/>
                  </a:lnTo>
                  <a:lnTo>
                    <a:pt x="155989" y="69168"/>
                  </a:lnTo>
                  <a:lnTo>
                    <a:pt x="152926" y="71422"/>
                  </a:lnTo>
                  <a:lnTo>
                    <a:pt x="152051" y="73811"/>
                  </a:lnTo>
                  <a:cubicBezTo>
                    <a:pt x="152051" y="73811"/>
                    <a:pt x="152421" y="76064"/>
                    <a:pt x="152926" y="76502"/>
                  </a:cubicBezTo>
                  <a:cubicBezTo>
                    <a:pt x="153431" y="76939"/>
                    <a:pt x="154441" y="77578"/>
                    <a:pt x="154945" y="78016"/>
                  </a:cubicBezTo>
                  <a:cubicBezTo>
                    <a:pt x="155450" y="78453"/>
                    <a:pt x="156393" y="79529"/>
                    <a:pt x="156628" y="79597"/>
                  </a:cubicBezTo>
                  <a:cubicBezTo>
                    <a:pt x="156864" y="79664"/>
                    <a:pt x="156662" y="80538"/>
                    <a:pt x="156662" y="80538"/>
                  </a:cubicBezTo>
                  <a:cubicBezTo>
                    <a:pt x="156662" y="80538"/>
                    <a:pt x="156561" y="81346"/>
                    <a:pt x="156561" y="81615"/>
                  </a:cubicBezTo>
                  <a:cubicBezTo>
                    <a:pt x="156561" y="81918"/>
                    <a:pt x="156561" y="84003"/>
                    <a:pt x="156561" y="84003"/>
                  </a:cubicBezTo>
                  <a:lnTo>
                    <a:pt x="157705" y="84811"/>
                  </a:lnTo>
                  <a:cubicBezTo>
                    <a:pt x="157705" y="84811"/>
                    <a:pt x="159152" y="86560"/>
                    <a:pt x="159388" y="86829"/>
                  </a:cubicBezTo>
                  <a:cubicBezTo>
                    <a:pt x="159590" y="87132"/>
                    <a:pt x="160633" y="87771"/>
                    <a:pt x="161138" y="88276"/>
                  </a:cubicBezTo>
                  <a:cubicBezTo>
                    <a:pt x="161643" y="88780"/>
                    <a:pt x="161777" y="89150"/>
                    <a:pt x="162652" y="89857"/>
                  </a:cubicBezTo>
                  <a:cubicBezTo>
                    <a:pt x="163528" y="90597"/>
                    <a:pt x="163696" y="92312"/>
                    <a:pt x="163696" y="92312"/>
                  </a:cubicBezTo>
                  <a:lnTo>
                    <a:pt x="164301" y="93927"/>
                  </a:lnTo>
                  <a:lnTo>
                    <a:pt x="164369" y="96114"/>
                  </a:lnTo>
                  <a:lnTo>
                    <a:pt x="164436" y="98401"/>
                  </a:lnTo>
                  <a:cubicBezTo>
                    <a:pt x="164436" y="98401"/>
                    <a:pt x="163023" y="100621"/>
                    <a:pt x="162855" y="100689"/>
                  </a:cubicBezTo>
                  <a:cubicBezTo>
                    <a:pt x="162686" y="100756"/>
                    <a:pt x="160802" y="102976"/>
                    <a:pt x="160802" y="102976"/>
                  </a:cubicBezTo>
                  <a:cubicBezTo>
                    <a:pt x="160802" y="102976"/>
                    <a:pt x="159321" y="104120"/>
                    <a:pt x="159152" y="104221"/>
                  </a:cubicBezTo>
                  <a:cubicBezTo>
                    <a:pt x="158984" y="104322"/>
                    <a:pt x="156426" y="105701"/>
                    <a:pt x="156090" y="105835"/>
                  </a:cubicBezTo>
                  <a:cubicBezTo>
                    <a:pt x="155787" y="106004"/>
                    <a:pt x="154475" y="106912"/>
                    <a:pt x="154239" y="106979"/>
                  </a:cubicBezTo>
                  <a:cubicBezTo>
                    <a:pt x="154037" y="107047"/>
                    <a:pt x="153027" y="107484"/>
                    <a:pt x="152825" y="107484"/>
                  </a:cubicBezTo>
                  <a:cubicBezTo>
                    <a:pt x="152623" y="107484"/>
                    <a:pt x="150470" y="107484"/>
                    <a:pt x="150470" y="107484"/>
                  </a:cubicBezTo>
                  <a:cubicBezTo>
                    <a:pt x="150470" y="107484"/>
                    <a:pt x="148955" y="107820"/>
                    <a:pt x="148148" y="107820"/>
                  </a:cubicBezTo>
                  <a:cubicBezTo>
                    <a:pt x="147340" y="107820"/>
                    <a:pt x="145489" y="107787"/>
                    <a:pt x="145253" y="107787"/>
                  </a:cubicBezTo>
                  <a:cubicBezTo>
                    <a:pt x="145051" y="107787"/>
                    <a:pt x="141787" y="107080"/>
                    <a:pt x="141787" y="107080"/>
                  </a:cubicBezTo>
                  <a:lnTo>
                    <a:pt x="137883" y="108493"/>
                  </a:lnTo>
                  <a:lnTo>
                    <a:pt x="134282" y="109368"/>
                  </a:lnTo>
                  <a:lnTo>
                    <a:pt x="131892" y="110141"/>
                  </a:lnTo>
                  <a:lnTo>
                    <a:pt x="128729" y="109368"/>
                  </a:lnTo>
                  <a:lnTo>
                    <a:pt x="125901" y="107517"/>
                  </a:lnTo>
                  <a:lnTo>
                    <a:pt x="122334" y="106643"/>
                  </a:lnTo>
                  <a:lnTo>
                    <a:pt x="117320" y="107080"/>
                  </a:lnTo>
                  <a:lnTo>
                    <a:pt x="114493" y="111218"/>
                  </a:lnTo>
                  <a:lnTo>
                    <a:pt x="113079" y="116096"/>
                  </a:lnTo>
                  <a:lnTo>
                    <a:pt x="113079" y="120536"/>
                  </a:lnTo>
                  <a:lnTo>
                    <a:pt x="112305" y="126288"/>
                  </a:lnTo>
                  <a:lnTo>
                    <a:pt x="112844" y="129652"/>
                  </a:lnTo>
                  <a:lnTo>
                    <a:pt x="116646" y="135203"/>
                  </a:lnTo>
                  <a:lnTo>
                    <a:pt x="118262" y="138668"/>
                  </a:lnTo>
                  <a:lnTo>
                    <a:pt x="121190" y="139038"/>
                  </a:lnTo>
                  <a:lnTo>
                    <a:pt x="124118" y="137019"/>
                  </a:lnTo>
                  <a:lnTo>
                    <a:pt x="124320" y="137019"/>
                  </a:lnTo>
                  <a:lnTo>
                    <a:pt x="126810" y="138971"/>
                  </a:lnTo>
                  <a:lnTo>
                    <a:pt x="129099" y="142570"/>
                  </a:lnTo>
                  <a:lnTo>
                    <a:pt x="129638" y="144757"/>
                  </a:lnTo>
                  <a:lnTo>
                    <a:pt x="127786" y="148760"/>
                  </a:lnTo>
                  <a:lnTo>
                    <a:pt x="127988" y="152426"/>
                  </a:lnTo>
                  <a:lnTo>
                    <a:pt x="129402" y="153772"/>
                  </a:lnTo>
                  <a:cubicBezTo>
                    <a:pt x="129402" y="153772"/>
                    <a:pt x="129503" y="154310"/>
                    <a:pt x="129402" y="154647"/>
                  </a:cubicBezTo>
                  <a:cubicBezTo>
                    <a:pt x="129301" y="154983"/>
                    <a:pt x="126575" y="157035"/>
                    <a:pt x="126575" y="157035"/>
                  </a:cubicBezTo>
                  <a:cubicBezTo>
                    <a:pt x="126575" y="157035"/>
                    <a:pt x="125599" y="158347"/>
                    <a:pt x="125161" y="158347"/>
                  </a:cubicBezTo>
                  <a:cubicBezTo>
                    <a:pt x="124724" y="158347"/>
                    <a:pt x="120921" y="160735"/>
                    <a:pt x="120921" y="160735"/>
                  </a:cubicBezTo>
                  <a:lnTo>
                    <a:pt x="118733" y="164873"/>
                  </a:lnTo>
                  <a:lnTo>
                    <a:pt x="115570" y="164873"/>
                  </a:lnTo>
                  <a:lnTo>
                    <a:pt x="112406" y="164873"/>
                  </a:lnTo>
                  <a:lnTo>
                    <a:pt x="108603" y="164873"/>
                  </a:lnTo>
                  <a:lnTo>
                    <a:pt x="104363" y="160870"/>
                  </a:lnTo>
                  <a:lnTo>
                    <a:pt x="99584" y="160197"/>
                  </a:lnTo>
                  <a:lnTo>
                    <a:pt x="98170" y="161408"/>
                  </a:lnTo>
                  <a:lnTo>
                    <a:pt x="97497" y="162384"/>
                  </a:lnTo>
                  <a:cubicBezTo>
                    <a:pt x="97497" y="162384"/>
                    <a:pt x="96959" y="163797"/>
                    <a:pt x="96959" y="164234"/>
                  </a:cubicBezTo>
                  <a:cubicBezTo>
                    <a:pt x="96959" y="164671"/>
                    <a:pt x="96420" y="166185"/>
                    <a:pt x="96420" y="166185"/>
                  </a:cubicBezTo>
                  <a:lnTo>
                    <a:pt x="96521" y="168573"/>
                  </a:lnTo>
                  <a:lnTo>
                    <a:pt x="96185" y="170424"/>
                  </a:lnTo>
                  <a:cubicBezTo>
                    <a:pt x="96185" y="170424"/>
                    <a:pt x="95747" y="171399"/>
                    <a:pt x="95512" y="171736"/>
                  </a:cubicBezTo>
                  <a:cubicBezTo>
                    <a:pt x="95276" y="172072"/>
                    <a:pt x="94334" y="173148"/>
                    <a:pt x="93997" y="173485"/>
                  </a:cubicBezTo>
                  <a:cubicBezTo>
                    <a:pt x="93661" y="173821"/>
                    <a:pt x="90396" y="175133"/>
                    <a:pt x="90396" y="175133"/>
                  </a:cubicBezTo>
                  <a:lnTo>
                    <a:pt x="87771" y="175772"/>
                  </a:lnTo>
                  <a:cubicBezTo>
                    <a:pt x="87771" y="175772"/>
                    <a:pt x="86021" y="176411"/>
                    <a:pt x="85382" y="176546"/>
                  </a:cubicBezTo>
                  <a:cubicBezTo>
                    <a:pt x="84742" y="176647"/>
                    <a:pt x="84170" y="176445"/>
                    <a:pt x="83733" y="176546"/>
                  </a:cubicBezTo>
                  <a:cubicBezTo>
                    <a:pt x="83295" y="176647"/>
                    <a:pt x="82555" y="176714"/>
                    <a:pt x="81680" y="176580"/>
                  </a:cubicBezTo>
                  <a:cubicBezTo>
                    <a:pt x="80805" y="176445"/>
                    <a:pt x="78651" y="174595"/>
                    <a:pt x="77439" y="173518"/>
                  </a:cubicBezTo>
                  <a:cubicBezTo>
                    <a:pt x="76228" y="172442"/>
                    <a:pt x="75824" y="171029"/>
                    <a:pt x="74949" y="170491"/>
                  </a:cubicBezTo>
                  <a:cubicBezTo>
                    <a:pt x="74074" y="169953"/>
                    <a:pt x="72660" y="168203"/>
                    <a:pt x="72660" y="168203"/>
                  </a:cubicBezTo>
                  <a:cubicBezTo>
                    <a:pt x="72660" y="168203"/>
                    <a:pt x="70708" y="168102"/>
                    <a:pt x="70271" y="168102"/>
                  </a:cubicBezTo>
                  <a:cubicBezTo>
                    <a:pt x="69833" y="168102"/>
                    <a:pt x="66670" y="168203"/>
                    <a:pt x="66367" y="168203"/>
                  </a:cubicBezTo>
                  <a:cubicBezTo>
                    <a:pt x="66030" y="168203"/>
                    <a:pt x="63102" y="169717"/>
                    <a:pt x="63102" y="169717"/>
                  </a:cubicBezTo>
                  <a:lnTo>
                    <a:pt x="61251" y="171231"/>
                  </a:lnTo>
                  <a:lnTo>
                    <a:pt x="56573" y="173619"/>
                  </a:lnTo>
                  <a:lnTo>
                    <a:pt x="52097" y="174931"/>
                  </a:lnTo>
                  <a:cubicBezTo>
                    <a:pt x="52097" y="174931"/>
                    <a:pt x="48732" y="175032"/>
                    <a:pt x="48294" y="175032"/>
                  </a:cubicBezTo>
                  <a:cubicBezTo>
                    <a:pt x="47857" y="175032"/>
                    <a:pt x="43953" y="173619"/>
                    <a:pt x="42876" y="173619"/>
                  </a:cubicBezTo>
                  <a:cubicBezTo>
                    <a:pt x="41765" y="173619"/>
                    <a:pt x="40688" y="173081"/>
                    <a:pt x="40385" y="173619"/>
                  </a:cubicBezTo>
                  <a:cubicBezTo>
                    <a:pt x="40049" y="174158"/>
                    <a:pt x="38770" y="175032"/>
                    <a:pt x="38097" y="175470"/>
                  </a:cubicBezTo>
                  <a:cubicBezTo>
                    <a:pt x="37458" y="175907"/>
                    <a:pt x="37121" y="179607"/>
                    <a:pt x="37121" y="179607"/>
                  </a:cubicBezTo>
                  <a:lnTo>
                    <a:pt x="35606" y="180246"/>
                  </a:lnTo>
                  <a:lnTo>
                    <a:pt x="30827" y="179607"/>
                  </a:lnTo>
                  <a:cubicBezTo>
                    <a:pt x="30827" y="179607"/>
                    <a:pt x="29515" y="179069"/>
                    <a:pt x="28539" y="178194"/>
                  </a:cubicBezTo>
                  <a:cubicBezTo>
                    <a:pt x="27563" y="177320"/>
                    <a:pt x="26150" y="173619"/>
                    <a:pt x="25813" y="173518"/>
                  </a:cubicBezTo>
                  <a:cubicBezTo>
                    <a:pt x="25476" y="173418"/>
                    <a:pt x="25275" y="170794"/>
                    <a:pt x="24938" y="170491"/>
                  </a:cubicBezTo>
                  <a:cubicBezTo>
                    <a:pt x="24601" y="170155"/>
                    <a:pt x="22212" y="168540"/>
                    <a:pt x="22212" y="168540"/>
                  </a:cubicBezTo>
                  <a:cubicBezTo>
                    <a:pt x="22212" y="168540"/>
                    <a:pt x="19385" y="167766"/>
                    <a:pt x="18409" y="168102"/>
                  </a:cubicBezTo>
                  <a:cubicBezTo>
                    <a:pt x="17433" y="168439"/>
                    <a:pt x="16794" y="168102"/>
                    <a:pt x="15481" y="167901"/>
                  </a:cubicBezTo>
                  <a:cubicBezTo>
                    <a:pt x="14168" y="167699"/>
                    <a:pt x="11880" y="166925"/>
                    <a:pt x="11779" y="166589"/>
                  </a:cubicBezTo>
                  <a:cubicBezTo>
                    <a:pt x="11678" y="166252"/>
                    <a:pt x="11106" y="162249"/>
                    <a:pt x="11106" y="162249"/>
                  </a:cubicBezTo>
                  <a:lnTo>
                    <a:pt x="8515" y="161375"/>
                  </a:lnTo>
                  <a:lnTo>
                    <a:pt x="3837" y="160500"/>
                  </a:lnTo>
                  <a:cubicBezTo>
                    <a:pt x="3837" y="160500"/>
                    <a:pt x="3365" y="159423"/>
                    <a:pt x="3365" y="158986"/>
                  </a:cubicBezTo>
                  <a:cubicBezTo>
                    <a:pt x="3365" y="158549"/>
                    <a:pt x="1548" y="156396"/>
                    <a:pt x="1548" y="155959"/>
                  </a:cubicBezTo>
                  <a:cubicBezTo>
                    <a:pt x="1548" y="155521"/>
                    <a:pt x="1548" y="153671"/>
                    <a:pt x="1548" y="153671"/>
                  </a:cubicBezTo>
                  <a:lnTo>
                    <a:pt x="2861" y="152494"/>
                  </a:lnTo>
                  <a:lnTo>
                    <a:pt x="5788" y="152595"/>
                  </a:lnTo>
                  <a:lnTo>
                    <a:pt x="8077" y="153469"/>
                  </a:lnTo>
                  <a:lnTo>
                    <a:pt x="9591" y="153907"/>
                  </a:lnTo>
                  <a:lnTo>
                    <a:pt x="11981" y="154344"/>
                  </a:lnTo>
                  <a:lnTo>
                    <a:pt x="13630" y="153133"/>
                  </a:lnTo>
                  <a:close/>
                </a:path>
              </a:pathLst>
            </a:custGeom>
            <a:grpFill/>
            <a:ln w="6350" cap="flat">
              <a:solidFill>
                <a:schemeClr val="bg1"/>
              </a:solidFill>
              <a:prstDash val="solid"/>
              <a:miter/>
            </a:ln>
          </p:spPr>
          <p:txBody>
            <a:bodyPr rtlCol="0" anchor="ctr"/>
            <a:lstStyle/>
            <a:p>
              <a:endParaRPr lang="en-US"/>
            </a:p>
          </p:txBody>
        </p:sp>
        <p:sp>
          <p:nvSpPr>
            <p:cNvPr id="60" name="Freeform 899">
              <a:extLst>
                <a:ext uri="{FF2B5EF4-FFF2-40B4-BE49-F238E27FC236}">
                  <a16:creationId xmlns:a16="http://schemas.microsoft.com/office/drawing/2014/main" id="{C1A0A4F4-9FB4-7811-E12D-2CB3774D2E2A}"/>
                </a:ext>
              </a:extLst>
            </p:cNvPr>
            <p:cNvSpPr/>
            <p:nvPr/>
          </p:nvSpPr>
          <p:spPr>
            <a:xfrm>
              <a:off x="8056766" y="2500048"/>
              <a:ext cx="62564" cy="100947"/>
            </a:xfrm>
            <a:custGeom>
              <a:avLst/>
              <a:gdLst>
                <a:gd name="connsiteX0" fmla="*/ 118565 w 120116"/>
                <a:gd name="connsiteY0" fmla="*/ 112087 h 193807"/>
                <a:gd name="connsiteX1" fmla="*/ 120012 w 120116"/>
                <a:gd name="connsiteY1" fmla="*/ 108656 h 193807"/>
                <a:gd name="connsiteX2" fmla="*/ 120012 w 120116"/>
                <a:gd name="connsiteY2" fmla="*/ 104888 h 193807"/>
                <a:gd name="connsiteX3" fmla="*/ 120012 w 120116"/>
                <a:gd name="connsiteY3" fmla="*/ 102399 h 193807"/>
                <a:gd name="connsiteX4" fmla="*/ 118161 w 120116"/>
                <a:gd name="connsiteY4" fmla="*/ 100112 h 193807"/>
                <a:gd name="connsiteX5" fmla="*/ 116209 w 120116"/>
                <a:gd name="connsiteY5" fmla="*/ 98800 h 193807"/>
                <a:gd name="connsiteX6" fmla="*/ 113921 w 120116"/>
                <a:gd name="connsiteY6" fmla="*/ 98800 h 193807"/>
                <a:gd name="connsiteX7" fmla="*/ 113921 w 120116"/>
                <a:gd name="connsiteY7" fmla="*/ 97151 h 193807"/>
                <a:gd name="connsiteX8" fmla="*/ 113921 w 120116"/>
                <a:gd name="connsiteY8" fmla="*/ 95301 h 193807"/>
                <a:gd name="connsiteX9" fmla="*/ 110656 w 120116"/>
                <a:gd name="connsiteY9" fmla="*/ 94527 h 193807"/>
                <a:gd name="connsiteX10" fmla="*/ 108502 w 120116"/>
                <a:gd name="connsiteY10" fmla="*/ 95738 h 193807"/>
                <a:gd name="connsiteX11" fmla="*/ 105675 w 120116"/>
                <a:gd name="connsiteY11" fmla="*/ 96277 h 193807"/>
                <a:gd name="connsiteX12" fmla="*/ 102646 w 120116"/>
                <a:gd name="connsiteY12" fmla="*/ 95301 h 193807"/>
                <a:gd name="connsiteX13" fmla="*/ 102646 w 120116"/>
                <a:gd name="connsiteY13" fmla="*/ 90962 h 193807"/>
                <a:gd name="connsiteX14" fmla="*/ 104598 w 120116"/>
                <a:gd name="connsiteY14" fmla="*/ 89448 h 193807"/>
                <a:gd name="connsiteX15" fmla="*/ 105137 w 120116"/>
                <a:gd name="connsiteY15" fmla="*/ 87396 h 193807"/>
                <a:gd name="connsiteX16" fmla="*/ 106012 w 120116"/>
                <a:gd name="connsiteY16" fmla="*/ 85445 h 193807"/>
                <a:gd name="connsiteX17" fmla="*/ 105103 w 120116"/>
                <a:gd name="connsiteY17" fmla="*/ 83292 h 193807"/>
                <a:gd name="connsiteX18" fmla="*/ 105978 w 120116"/>
                <a:gd name="connsiteY18" fmla="*/ 80971 h 193807"/>
                <a:gd name="connsiteX19" fmla="*/ 106281 w 120116"/>
                <a:gd name="connsiteY19" fmla="*/ 76497 h 193807"/>
                <a:gd name="connsiteX20" fmla="*/ 104093 w 120116"/>
                <a:gd name="connsiteY20" fmla="*/ 73604 h 193807"/>
                <a:gd name="connsiteX21" fmla="*/ 102646 w 120116"/>
                <a:gd name="connsiteY21" fmla="*/ 71417 h 193807"/>
                <a:gd name="connsiteX22" fmla="*/ 95848 w 120116"/>
                <a:gd name="connsiteY22" fmla="*/ 69971 h 193807"/>
                <a:gd name="connsiteX23" fmla="*/ 91776 w 120116"/>
                <a:gd name="connsiteY23" fmla="*/ 70711 h 193807"/>
                <a:gd name="connsiteX24" fmla="*/ 88141 w 120116"/>
                <a:gd name="connsiteY24" fmla="*/ 74478 h 193807"/>
                <a:gd name="connsiteX25" fmla="*/ 85247 w 120116"/>
                <a:gd name="connsiteY25" fmla="*/ 76799 h 193807"/>
                <a:gd name="connsiteX26" fmla="*/ 85247 w 120116"/>
                <a:gd name="connsiteY26" fmla="*/ 78818 h 193807"/>
                <a:gd name="connsiteX27" fmla="*/ 83497 w 120116"/>
                <a:gd name="connsiteY27" fmla="*/ 79120 h 193807"/>
                <a:gd name="connsiteX28" fmla="*/ 81377 w 120116"/>
                <a:gd name="connsiteY28" fmla="*/ 77977 h 193807"/>
                <a:gd name="connsiteX29" fmla="*/ 79997 w 120116"/>
                <a:gd name="connsiteY29" fmla="*/ 75521 h 193807"/>
                <a:gd name="connsiteX30" fmla="*/ 79997 w 120116"/>
                <a:gd name="connsiteY30" fmla="*/ 70172 h 193807"/>
                <a:gd name="connsiteX31" fmla="*/ 80704 w 120116"/>
                <a:gd name="connsiteY31" fmla="*/ 70038 h 193807"/>
                <a:gd name="connsiteX32" fmla="*/ 81276 w 120116"/>
                <a:gd name="connsiteY32" fmla="*/ 66573 h 193807"/>
                <a:gd name="connsiteX33" fmla="*/ 80704 w 120116"/>
                <a:gd name="connsiteY33" fmla="*/ 63814 h 193807"/>
                <a:gd name="connsiteX34" fmla="*/ 75858 w 120116"/>
                <a:gd name="connsiteY34" fmla="*/ 63814 h 193807"/>
                <a:gd name="connsiteX35" fmla="*/ 74780 w 120116"/>
                <a:gd name="connsiteY35" fmla="*/ 60181 h 193807"/>
                <a:gd name="connsiteX36" fmla="*/ 74780 w 120116"/>
                <a:gd name="connsiteY36" fmla="*/ 56279 h 193807"/>
                <a:gd name="connsiteX37" fmla="*/ 71314 w 120116"/>
                <a:gd name="connsiteY37" fmla="*/ 52579 h 193807"/>
                <a:gd name="connsiteX38" fmla="*/ 71314 w 120116"/>
                <a:gd name="connsiteY38" fmla="*/ 51065 h 193807"/>
                <a:gd name="connsiteX39" fmla="*/ 71314 w 120116"/>
                <a:gd name="connsiteY39" fmla="*/ 45851 h 193807"/>
                <a:gd name="connsiteX40" fmla="*/ 69127 w 120116"/>
                <a:gd name="connsiteY40" fmla="*/ 44102 h 193807"/>
                <a:gd name="connsiteX41" fmla="*/ 67174 w 120116"/>
                <a:gd name="connsiteY41" fmla="*/ 41713 h 193807"/>
                <a:gd name="connsiteX42" fmla="*/ 67174 w 120116"/>
                <a:gd name="connsiteY42" fmla="*/ 39964 h 193807"/>
                <a:gd name="connsiteX43" fmla="*/ 67545 w 120116"/>
                <a:gd name="connsiteY43" fmla="*/ 36701 h 193807"/>
                <a:gd name="connsiteX44" fmla="*/ 67814 w 120116"/>
                <a:gd name="connsiteY44" fmla="*/ 35019 h 193807"/>
                <a:gd name="connsiteX45" fmla="*/ 67814 w 120116"/>
                <a:gd name="connsiteY45" fmla="*/ 33640 h 193807"/>
                <a:gd name="connsiteX46" fmla="*/ 67747 w 120116"/>
                <a:gd name="connsiteY46" fmla="*/ 32496 h 193807"/>
                <a:gd name="connsiteX47" fmla="*/ 68689 w 120116"/>
                <a:gd name="connsiteY47" fmla="*/ 31722 h 193807"/>
                <a:gd name="connsiteX48" fmla="*/ 69934 w 120116"/>
                <a:gd name="connsiteY48" fmla="*/ 31016 h 193807"/>
                <a:gd name="connsiteX49" fmla="*/ 70439 w 120116"/>
                <a:gd name="connsiteY49" fmla="*/ 31016 h 193807"/>
                <a:gd name="connsiteX50" fmla="*/ 71751 w 120116"/>
                <a:gd name="connsiteY50" fmla="*/ 31756 h 193807"/>
                <a:gd name="connsiteX51" fmla="*/ 73569 w 120116"/>
                <a:gd name="connsiteY51" fmla="*/ 33068 h 193807"/>
                <a:gd name="connsiteX52" fmla="*/ 74444 w 120116"/>
                <a:gd name="connsiteY52" fmla="*/ 33707 h 193807"/>
                <a:gd name="connsiteX53" fmla="*/ 76194 w 120116"/>
                <a:gd name="connsiteY53" fmla="*/ 34212 h 193807"/>
                <a:gd name="connsiteX54" fmla="*/ 78078 w 120116"/>
                <a:gd name="connsiteY54" fmla="*/ 34952 h 193807"/>
                <a:gd name="connsiteX55" fmla="*/ 80771 w 120116"/>
                <a:gd name="connsiteY55" fmla="*/ 34817 h 193807"/>
                <a:gd name="connsiteX56" fmla="*/ 81848 w 120116"/>
                <a:gd name="connsiteY56" fmla="*/ 33808 h 193807"/>
                <a:gd name="connsiteX57" fmla="*/ 82420 w 120116"/>
                <a:gd name="connsiteY57" fmla="*/ 32664 h 193807"/>
                <a:gd name="connsiteX58" fmla="*/ 84304 w 120116"/>
                <a:gd name="connsiteY58" fmla="*/ 32799 h 193807"/>
                <a:gd name="connsiteX59" fmla="*/ 86122 w 120116"/>
                <a:gd name="connsiteY59" fmla="*/ 32799 h 193807"/>
                <a:gd name="connsiteX60" fmla="*/ 87502 w 120116"/>
                <a:gd name="connsiteY60" fmla="*/ 33371 h 193807"/>
                <a:gd name="connsiteX61" fmla="*/ 87872 w 120116"/>
                <a:gd name="connsiteY61" fmla="*/ 34750 h 193807"/>
                <a:gd name="connsiteX62" fmla="*/ 90060 w 120116"/>
                <a:gd name="connsiteY62" fmla="*/ 34952 h 193807"/>
                <a:gd name="connsiteX63" fmla="*/ 91136 w 120116"/>
                <a:gd name="connsiteY63" fmla="*/ 34245 h 193807"/>
                <a:gd name="connsiteX64" fmla="*/ 91810 w 120116"/>
                <a:gd name="connsiteY64" fmla="*/ 33539 h 193807"/>
                <a:gd name="connsiteX65" fmla="*/ 92584 w 120116"/>
                <a:gd name="connsiteY65" fmla="*/ 31890 h 193807"/>
                <a:gd name="connsiteX66" fmla="*/ 91944 w 120116"/>
                <a:gd name="connsiteY66" fmla="*/ 29670 h 193807"/>
                <a:gd name="connsiteX67" fmla="*/ 90194 w 120116"/>
                <a:gd name="connsiteY67" fmla="*/ 28594 h 193807"/>
                <a:gd name="connsiteX68" fmla="*/ 88612 w 120116"/>
                <a:gd name="connsiteY68" fmla="*/ 27719 h 193807"/>
                <a:gd name="connsiteX69" fmla="*/ 87906 w 120116"/>
                <a:gd name="connsiteY69" fmla="*/ 26407 h 193807"/>
                <a:gd name="connsiteX70" fmla="*/ 88545 w 120116"/>
                <a:gd name="connsiteY70" fmla="*/ 25062 h 193807"/>
                <a:gd name="connsiteX71" fmla="*/ 89622 w 120116"/>
                <a:gd name="connsiteY71" fmla="*/ 23884 h 193807"/>
                <a:gd name="connsiteX72" fmla="*/ 88848 w 120116"/>
                <a:gd name="connsiteY72" fmla="*/ 22808 h 193807"/>
                <a:gd name="connsiteX73" fmla="*/ 85684 w 120116"/>
                <a:gd name="connsiteY73" fmla="*/ 22370 h 193807"/>
                <a:gd name="connsiteX74" fmla="*/ 84372 w 120116"/>
                <a:gd name="connsiteY74" fmla="*/ 22370 h 193807"/>
                <a:gd name="connsiteX75" fmla="*/ 81511 w 120116"/>
                <a:gd name="connsiteY75" fmla="*/ 20688 h 193807"/>
                <a:gd name="connsiteX76" fmla="*/ 82218 w 120116"/>
                <a:gd name="connsiteY76" fmla="*/ 19040 h 193807"/>
                <a:gd name="connsiteX77" fmla="*/ 84843 w 120116"/>
                <a:gd name="connsiteY77" fmla="*/ 17257 h 193807"/>
                <a:gd name="connsiteX78" fmla="*/ 87939 w 120116"/>
                <a:gd name="connsiteY78" fmla="*/ 16887 h 193807"/>
                <a:gd name="connsiteX79" fmla="*/ 88478 w 120116"/>
                <a:gd name="connsiteY79" fmla="*/ 11942 h 193807"/>
                <a:gd name="connsiteX80" fmla="*/ 87872 w 120116"/>
                <a:gd name="connsiteY80" fmla="*/ 9890 h 193807"/>
                <a:gd name="connsiteX81" fmla="*/ 85920 w 120116"/>
                <a:gd name="connsiteY81" fmla="*/ 8208 h 193807"/>
                <a:gd name="connsiteX82" fmla="*/ 81242 w 120116"/>
                <a:gd name="connsiteY82" fmla="*/ 8208 h 193807"/>
                <a:gd name="connsiteX83" fmla="*/ 78348 w 120116"/>
                <a:gd name="connsiteY83" fmla="*/ 11471 h 193807"/>
                <a:gd name="connsiteX84" fmla="*/ 76598 w 120116"/>
                <a:gd name="connsiteY84" fmla="*/ 12009 h 193807"/>
                <a:gd name="connsiteX85" fmla="*/ 73535 w 120116"/>
                <a:gd name="connsiteY85" fmla="*/ 9688 h 193807"/>
                <a:gd name="connsiteX86" fmla="*/ 71785 w 120116"/>
                <a:gd name="connsiteY86" fmla="*/ 5281 h 193807"/>
                <a:gd name="connsiteX87" fmla="*/ 69227 w 120116"/>
                <a:gd name="connsiteY87" fmla="*/ 3936 h 193807"/>
                <a:gd name="connsiteX88" fmla="*/ 67814 w 120116"/>
                <a:gd name="connsiteY88" fmla="*/ 2624 h 193807"/>
                <a:gd name="connsiteX89" fmla="*/ 60646 w 120116"/>
                <a:gd name="connsiteY89" fmla="*/ 0 h 193807"/>
                <a:gd name="connsiteX90" fmla="*/ 56742 w 120116"/>
                <a:gd name="connsiteY90" fmla="*/ 3162 h 193807"/>
                <a:gd name="connsiteX91" fmla="*/ 52165 w 120116"/>
                <a:gd name="connsiteY91" fmla="*/ 5450 h 193807"/>
                <a:gd name="connsiteX92" fmla="*/ 52165 w 120116"/>
                <a:gd name="connsiteY92" fmla="*/ 9486 h 193807"/>
                <a:gd name="connsiteX93" fmla="*/ 49539 w 120116"/>
                <a:gd name="connsiteY93" fmla="*/ 13086 h 193807"/>
                <a:gd name="connsiteX94" fmla="*/ 46948 w 120116"/>
                <a:gd name="connsiteY94" fmla="*/ 15811 h 193807"/>
                <a:gd name="connsiteX95" fmla="*/ 45299 w 120116"/>
                <a:gd name="connsiteY95" fmla="*/ 17997 h 193807"/>
                <a:gd name="connsiteX96" fmla="*/ 42910 w 120116"/>
                <a:gd name="connsiteY96" fmla="*/ 18973 h 193807"/>
                <a:gd name="connsiteX97" fmla="*/ 42203 w 120116"/>
                <a:gd name="connsiteY97" fmla="*/ 20049 h 193807"/>
                <a:gd name="connsiteX98" fmla="*/ 41698 w 120116"/>
                <a:gd name="connsiteY98" fmla="*/ 22101 h 193807"/>
                <a:gd name="connsiteX99" fmla="*/ 41698 w 120116"/>
                <a:gd name="connsiteY99" fmla="*/ 23279 h 193807"/>
                <a:gd name="connsiteX100" fmla="*/ 40621 w 120116"/>
                <a:gd name="connsiteY100" fmla="*/ 26542 h 193807"/>
                <a:gd name="connsiteX101" fmla="*/ 39107 w 120116"/>
                <a:gd name="connsiteY101" fmla="*/ 27181 h 193807"/>
                <a:gd name="connsiteX102" fmla="*/ 35068 w 120116"/>
                <a:gd name="connsiteY102" fmla="*/ 27282 h 193807"/>
                <a:gd name="connsiteX103" fmla="*/ 33655 w 120116"/>
                <a:gd name="connsiteY103" fmla="*/ 29132 h 193807"/>
                <a:gd name="connsiteX104" fmla="*/ 32780 w 120116"/>
                <a:gd name="connsiteY104" fmla="*/ 33808 h 193807"/>
                <a:gd name="connsiteX105" fmla="*/ 32140 w 120116"/>
                <a:gd name="connsiteY105" fmla="*/ 37710 h 193807"/>
                <a:gd name="connsiteX106" fmla="*/ 33991 w 120116"/>
                <a:gd name="connsiteY106" fmla="*/ 43799 h 193807"/>
                <a:gd name="connsiteX107" fmla="*/ 34967 w 120116"/>
                <a:gd name="connsiteY107" fmla="*/ 47062 h 193807"/>
                <a:gd name="connsiteX108" fmla="*/ 38770 w 120116"/>
                <a:gd name="connsiteY108" fmla="*/ 47936 h 193807"/>
                <a:gd name="connsiteX109" fmla="*/ 40722 w 120116"/>
                <a:gd name="connsiteY109" fmla="*/ 48710 h 193807"/>
                <a:gd name="connsiteX110" fmla="*/ 42573 w 120116"/>
                <a:gd name="connsiteY110" fmla="*/ 51334 h 193807"/>
                <a:gd name="connsiteX111" fmla="*/ 42674 w 120116"/>
                <a:gd name="connsiteY111" fmla="*/ 53487 h 193807"/>
                <a:gd name="connsiteX112" fmla="*/ 40722 w 120116"/>
                <a:gd name="connsiteY112" fmla="*/ 54900 h 193807"/>
                <a:gd name="connsiteX113" fmla="*/ 37659 w 120116"/>
                <a:gd name="connsiteY113" fmla="*/ 55236 h 193807"/>
                <a:gd name="connsiteX114" fmla="*/ 35606 w 120116"/>
                <a:gd name="connsiteY114" fmla="*/ 56178 h 193807"/>
                <a:gd name="connsiteX115" fmla="*/ 33318 w 120116"/>
                <a:gd name="connsiteY115" fmla="*/ 59038 h 193807"/>
                <a:gd name="connsiteX116" fmla="*/ 31265 w 120116"/>
                <a:gd name="connsiteY116" fmla="*/ 61863 h 193807"/>
                <a:gd name="connsiteX117" fmla="*/ 34731 w 120116"/>
                <a:gd name="connsiteY117" fmla="*/ 63613 h 193807"/>
                <a:gd name="connsiteX118" fmla="*/ 37996 w 120116"/>
                <a:gd name="connsiteY118" fmla="*/ 64050 h 193807"/>
                <a:gd name="connsiteX119" fmla="*/ 39409 w 120116"/>
                <a:gd name="connsiteY119" fmla="*/ 65463 h 193807"/>
                <a:gd name="connsiteX120" fmla="*/ 40284 w 120116"/>
                <a:gd name="connsiteY120" fmla="*/ 69163 h 193807"/>
                <a:gd name="connsiteX121" fmla="*/ 39308 w 120116"/>
                <a:gd name="connsiteY121" fmla="*/ 73402 h 193807"/>
                <a:gd name="connsiteX122" fmla="*/ 38434 w 120116"/>
                <a:gd name="connsiteY122" fmla="*/ 76328 h 193807"/>
                <a:gd name="connsiteX123" fmla="*/ 35505 w 120116"/>
                <a:gd name="connsiteY123" fmla="*/ 77539 h 193807"/>
                <a:gd name="connsiteX124" fmla="*/ 32477 w 120116"/>
                <a:gd name="connsiteY124" fmla="*/ 76127 h 193807"/>
                <a:gd name="connsiteX125" fmla="*/ 29111 w 120116"/>
                <a:gd name="connsiteY125" fmla="*/ 73536 h 193807"/>
                <a:gd name="connsiteX126" fmla="*/ 25510 w 120116"/>
                <a:gd name="connsiteY126" fmla="*/ 73738 h 193807"/>
                <a:gd name="connsiteX127" fmla="*/ 21371 w 120116"/>
                <a:gd name="connsiteY127" fmla="*/ 72325 h 193807"/>
                <a:gd name="connsiteX128" fmla="*/ 20294 w 120116"/>
                <a:gd name="connsiteY128" fmla="*/ 70912 h 193807"/>
                <a:gd name="connsiteX129" fmla="*/ 20832 w 120116"/>
                <a:gd name="connsiteY129" fmla="*/ 68860 h 193807"/>
                <a:gd name="connsiteX130" fmla="*/ 22010 w 120116"/>
                <a:gd name="connsiteY130" fmla="*/ 67111 h 193807"/>
                <a:gd name="connsiteX131" fmla="*/ 22683 w 120116"/>
                <a:gd name="connsiteY131" fmla="*/ 64487 h 193807"/>
                <a:gd name="connsiteX132" fmla="*/ 22952 w 120116"/>
                <a:gd name="connsiteY132" fmla="*/ 62301 h 193807"/>
                <a:gd name="connsiteX133" fmla="*/ 22649 w 120116"/>
                <a:gd name="connsiteY133" fmla="*/ 60921 h 193807"/>
                <a:gd name="connsiteX134" fmla="*/ 21169 w 120116"/>
                <a:gd name="connsiteY134" fmla="*/ 59879 h 193807"/>
                <a:gd name="connsiteX135" fmla="*/ 19890 w 120116"/>
                <a:gd name="connsiteY135" fmla="*/ 58937 h 193807"/>
                <a:gd name="connsiteX136" fmla="*/ 18241 w 120116"/>
                <a:gd name="connsiteY136" fmla="*/ 58937 h 193807"/>
                <a:gd name="connsiteX137" fmla="*/ 16760 w 120116"/>
                <a:gd name="connsiteY137" fmla="*/ 59374 h 193807"/>
                <a:gd name="connsiteX138" fmla="*/ 15851 w 120116"/>
                <a:gd name="connsiteY138" fmla="*/ 59879 h 193807"/>
                <a:gd name="connsiteX139" fmla="*/ 15851 w 120116"/>
                <a:gd name="connsiteY139" fmla="*/ 61157 h 193807"/>
                <a:gd name="connsiteX140" fmla="*/ 16020 w 120116"/>
                <a:gd name="connsiteY140" fmla="*/ 62435 h 193807"/>
                <a:gd name="connsiteX141" fmla="*/ 15986 w 120116"/>
                <a:gd name="connsiteY141" fmla="*/ 63545 h 193807"/>
                <a:gd name="connsiteX142" fmla="*/ 15817 w 120116"/>
                <a:gd name="connsiteY142" fmla="*/ 65160 h 193807"/>
                <a:gd name="connsiteX143" fmla="*/ 15817 w 120116"/>
                <a:gd name="connsiteY143" fmla="*/ 66943 h 193807"/>
                <a:gd name="connsiteX144" fmla="*/ 15111 w 120116"/>
                <a:gd name="connsiteY144" fmla="*/ 69130 h 193807"/>
                <a:gd name="connsiteX145" fmla="*/ 14067 w 120116"/>
                <a:gd name="connsiteY145" fmla="*/ 70744 h 193807"/>
                <a:gd name="connsiteX146" fmla="*/ 12486 w 120116"/>
                <a:gd name="connsiteY146" fmla="*/ 73099 h 193807"/>
                <a:gd name="connsiteX147" fmla="*/ 10534 w 120116"/>
                <a:gd name="connsiteY147" fmla="*/ 74344 h 193807"/>
                <a:gd name="connsiteX148" fmla="*/ 8649 w 120116"/>
                <a:gd name="connsiteY148" fmla="*/ 77539 h 193807"/>
                <a:gd name="connsiteX149" fmla="*/ 7438 w 120116"/>
                <a:gd name="connsiteY149" fmla="*/ 79726 h 193807"/>
                <a:gd name="connsiteX150" fmla="*/ 6933 w 120116"/>
                <a:gd name="connsiteY150" fmla="*/ 83191 h 193807"/>
                <a:gd name="connsiteX151" fmla="*/ 6933 w 120116"/>
                <a:gd name="connsiteY151" fmla="*/ 85848 h 193807"/>
                <a:gd name="connsiteX152" fmla="*/ 6933 w 120116"/>
                <a:gd name="connsiteY152" fmla="*/ 88136 h 193807"/>
                <a:gd name="connsiteX153" fmla="*/ 8077 w 120116"/>
                <a:gd name="connsiteY153" fmla="*/ 90322 h 193807"/>
                <a:gd name="connsiteX154" fmla="*/ 10096 w 120116"/>
                <a:gd name="connsiteY154" fmla="*/ 93249 h 193807"/>
                <a:gd name="connsiteX155" fmla="*/ 10635 w 120116"/>
                <a:gd name="connsiteY155" fmla="*/ 97925 h 193807"/>
                <a:gd name="connsiteX156" fmla="*/ 6798 w 120116"/>
                <a:gd name="connsiteY156" fmla="*/ 101524 h 193807"/>
                <a:gd name="connsiteX157" fmla="*/ 4543 w 120116"/>
                <a:gd name="connsiteY157" fmla="*/ 103913 h 193807"/>
                <a:gd name="connsiteX158" fmla="*/ 4543 w 120116"/>
                <a:gd name="connsiteY158" fmla="*/ 107378 h 193807"/>
                <a:gd name="connsiteX159" fmla="*/ 10197 w 120116"/>
                <a:gd name="connsiteY159" fmla="*/ 111078 h 193807"/>
                <a:gd name="connsiteX160" fmla="*/ 12385 w 120116"/>
                <a:gd name="connsiteY160" fmla="*/ 114240 h 193807"/>
                <a:gd name="connsiteX161" fmla="*/ 11207 w 120116"/>
                <a:gd name="connsiteY161" fmla="*/ 117705 h 193807"/>
                <a:gd name="connsiteX162" fmla="*/ 9457 w 120116"/>
                <a:gd name="connsiteY162" fmla="*/ 120766 h 193807"/>
                <a:gd name="connsiteX163" fmla="*/ 9894 w 120116"/>
                <a:gd name="connsiteY163" fmla="*/ 124769 h 193807"/>
                <a:gd name="connsiteX164" fmla="*/ 13697 w 120116"/>
                <a:gd name="connsiteY164" fmla="*/ 128470 h 193807"/>
                <a:gd name="connsiteX165" fmla="*/ 19789 w 120116"/>
                <a:gd name="connsiteY165" fmla="*/ 131497 h 193807"/>
                <a:gd name="connsiteX166" fmla="*/ 22717 w 120116"/>
                <a:gd name="connsiteY166" fmla="*/ 132675 h 193807"/>
                <a:gd name="connsiteX167" fmla="*/ 23491 w 120116"/>
                <a:gd name="connsiteY167" fmla="*/ 134962 h 193807"/>
                <a:gd name="connsiteX168" fmla="*/ 20866 w 120116"/>
                <a:gd name="connsiteY168" fmla="*/ 137687 h 193807"/>
                <a:gd name="connsiteX169" fmla="*/ 17938 w 120116"/>
                <a:gd name="connsiteY169" fmla="*/ 139874 h 193807"/>
                <a:gd name="connsiteX170" fmla="*/ 14337 w 120116"/>
                <a:gd name="connsiteY170" fmla="*/ 142060 h 193807"/>
                <a:gd name="connsiteX171" fmla="*/ 11207 w 120116"/>
                <a:gd name="connsiteY171" fmla="*/ 144348 h 193807"/>
                <a:gd name="connsiteX172" fmla="*/ 6630 w 120116"/>
                <a:gd name="connsiteY172" fmla="*/ 145760 h 193807"/>
                <a:gd name="connsiteX173" fmla="*/ 1582 w 120116"/>
                <a:gd name="connsiteY173" fmla="*/ 149360 h 193807"/>
                <a:gd name="connsiteX174" fmla="*/ 0 w 120116"/>
                <a:gd name="connsiteY174" fmla="*/ 151311 h 193807"/>
                <a:gd name="connsiteX175" fmla="*/ 0 w 120116"/>
                <a:gd name="connsiteY175" fmla="*/ 157164 h 193807"/>
                <a:gd name="connsiteX176" fmla="*/ 774 w 120116"/>
                <a:gd name="connsiteY176" fmla="*/ 161168 h 193807"/>
                <a:gd name="connsiteX177" fmla="*/ 1414 w 120116"/>
                <a:gd name="connsiteY177" fmla="*/ 166920 h 193807"/>
                <a:gd name="connsiteX178" fmla="*/ 3500 w 120116"/>
                <a:gd name="connsiteY178" fmla="*/ 170721 h 193807"/>
                <a:gd name="connsiteX179" fmla="*/ 6966 w 120116"/>
                <a:gd name="connsiteY179" fmla="*/ 173984 h 193807"/>
                <a:gd name="connsiteX180" fmla="*/ 9693 w 120116"/>
                <a:gd name="connsiteY180" fmla="*/ 175935 h 193807"/>
                <a:gd name="connsiteX181" fmla="*/ 15683 w 120116"/>
                <a:gd name="connsiteY181" fmla="*/ 180813 h 193807"/>
                <a:gd name="connsiteX182" fmla="*/ 18510 w 120116"/>
                <a:gd name="connsiteY182" fmla="*/ 182327 h 193807"/>
                <a:gd name="connsiteX183" fmla="*/ 21774 w 120116"/>
                <a:gd name="connsiteY183" fmla="*/ 182327 h 193807"/>
                <a:gd name="connsiteX184" fmla="*/ 26991 w 120116"/>
                <a:gd name="connsiteY184" fmla="*/ 182327 h 193807"/>
                <a:gd name="connsiteX185" fmla="*/ 30121 w 120116"/>
                <a:gd name="connsiteY185" fmla="*/ 181553 h 193807"/>
                <a:gd name="connsiteX186" fmla="*/ 31837 w 120116"/>
                <a:gd name="connsiteY186" fmla="*/ 180578 h 193807"/>
                <a:gd name="connsiteX187" fmla="*/ 33150 w 120116"/>
                <a:gd name="connsiteY187" fmla="*/ 179938 h 193807"/>
                <a:gd name="connsiteX188" fmla="*/ 33890 w 120116"/>
                <a:gd name="connsiteY188" fmla="*/ 179837 h 193807"/>
                <a:gd name="connsiteX189" fmla="*/ 36179 w 120116"/>
                <a:gd name="connsiteY189" fmla="*/ 181721 h 193807"/>
                <a:gd name="connsiteX190" fmla="*/ 36616 w 120116"/>
                <a:gd name="connsiteY190" fmla="*/ 183134 h 193807"/>
                <a:gd name="connsiteX191" fmla="*/ 36616 w 120116"/>
                <a:gd name="connsiteY191" fmla="*/ 184951 h 193807"/>
                <a:gd name="connsiteX192" fmla="*/ 36616 w 120116"/>
                <a:gd name="connsiteY192" fmla="*/ 186633 h 193807"/>
                <a:gd name="connsiteX193" fmla="*/ 36616 w 120116"/>
                <a:gd name="connsiteY193" fmla="*/ 186700 h 193807"/>
                <a:gd name="connsiteX194" fmla="*/ 35910 w 120116"/>
                <a:gd name="connsiteY194" fmla="*/ 188584 h 193807"/>
                <a:gd name="connsiteX195" fmla="*/ 36751 w 120116"/>
                <a:gd name="connsiteY195" fmla="*/ 189593 h 193807"/>
                <a:gd name="connsiteX196" fmla="*/ 37861 w 120116"/>
                <a:gd name="connsiteY196" fmla="*/ 190098 h 193807"/>
                <a:gd name="connsiteX197" fmla="*/ 41025 w 120116"/>
                <a:gd name="connsiteY197" fmla="*/ 191443 h 193807"/>
                <a:gd name="connsiteX198" fmla="*/ 42506 w 120116"/>
                <a:gd name="connsiteY198" fmla="*/ 190501 h 193807"/>
                <a:gd name="connsiteX199" fmla="*/ 46746 w 120116"/>
                <a:gd name="connsiteY199" fmla="*/ 189189 h 193807"/>
                <a:gd name="connsiteX200" fmla="*/ 47386 w 120116"/>
                <a:gd name="connsiteY200" fmla="*/ 188113 h 193807"/>
                <a:gd name="connsiteX201" fmla="*/ 48597 w 120116"/>
                <a:gd name="connsiteY201" fmla="*/ 186364 h 193807"/>
                <a:gd name="connsiteX202" fmla="*/ 50886 w 120116"/>
                <a:gd name="connsiteY202" fmla="*/ 186162 h 193807"/>
                <a:gd name="connsiteX203" fmla="*/ 52939 w 120116"/>
                <a:gd name="connsiteY203" fmla="*/ 187676 h 193807"/>
                <a:gd name="connsiteX204" fmla="*/ 53275 w 120116"/>
                <a:gd name="connsiteY204" fmla="*/ 189728 h 193807"/>
                <a:gd name="connsiteX205" fmla="*/ 51424 w 120116"/>
                <a:gd name="connsiteY205" fmla="*/ 191443 h 193807"/>
                <a:gd name="connsiteX206" fmla="*/ 49708 w 120116"/>
                <a:gd name="connsiteY206" fmla="*/ 192352 h 193807"/>
                <a:gd name="connsiteX207" fmla="*/ 49809 w 120116"/>
                <a:gd name="connsiteY207" fmla="*/ 193125 h 193807"/>
                <a:gd name="connsiteX208" fmla="*/ 51896 w 120116"/>
                <a:gd name="connsiteY208" fmla="*/ 193764 h 193807"/>
                <a:gd name="connsiteX209" fmla="*/ 55496 w 120116"/>
                <a:gd name="connsiteY209" fmla="*/ 193764 h 193807"/>
                <a:gd name="connsiteX210" fmla="*/ 57886 w 120116"/>
                <a:gd name="connsiteY210" fmla="*/ 193798 h 193807"/>
                <a:gd name="connsiteX211" fmla="*/ 60208 w 120116"/>
                <a:gd name="connsiteY211" fmla="*/ 192991 h 193807"/>
                <a:gd name="connsiteX212" fmla="*/ 61790 w 120116"/>
                <a:gd name="connsiteY212" fmla="*/ 190905 h 193807"/>
                <a:gd name="connsiteX213" fmla="*/ 63001 w 120116"/>
                <a:gd name="connsiteY213" fmla="*/ 190367 h 193807"/>
                <a:gd name="connsiteX214" fmla="*/ 67040 w 120116"/>
                <a:gd name="connsiteY214" fmla="*/ 192318 h 193807"/>
                <a:gd name="connsiteX215" fmla="*/ 68655 w 120116"/>
                <a:gd name="connsiteY215" fmla="*/ 191679 h 193807"/>
                <a:gd name="connsiteX216" fmla="*/ 71819 w 120116"/>
                <a:gd name="connsiteY216" fmla="*/ 189929 h 193807"/>
                <a:gd name="connsiteX217" fmla="*/ 75958 w 120116"/>
                <a:gd name="connsiteY217" fmla="*/ 188315 h 193807"/>
                <a:gd name="connsiteX218" fmla="*/ 77708 w 120116"/>
                <a:gd name="connsiteY218" fmla="*/ 187978 h 193807"/>
                <a:gd name="connsiteX219" fmla="*/ 80872 w 120116"/>
                <a:gd name="connsiteY219" fmla="*/ 185590 h 193807"/>
                <a:gd name="connsiteX220" fmla="*/ 82117 w 120116"/>
                <a:gd name="connsiteY220" fmla="*/ 182562 h 193807"/>
                <a:gd name="connsiteX221" fmla="*/ 81949 w 120116"/>
                <a:gd name="connsiteY221" fmla="*/ 179400 h 193807"/>
                <a:gd name="connsiteX222" fmla="*/ 81949 w 120116"/>
                <a:gd name="connsiteY222" fmla="*/ 177987 h 193807"/>
                <a:gd name="connsiteX223" fmla="*/ 82723 w 120116"/>
                <a:gd name="connsiteY223" fmla="*/ 175162 h 193807"/>
                <a:gd name="connsiteX224" fmla="*/ 83699 w 120116"/>
                <a:gd name="connsiteY224" fmla="*/ 173412 h 193807"/>
                <a:gd name="connsiteX225" fmla="*/ 83699 w 120116"/>
                <a:gd name="connsiteY225" fmla="*/ 171024 h 193807"/>
                <a:gd name="connsiteX226" fmla="*/ 83261 w 120116"/>
                <a:gd name="connsiteY226" fmla="*/ 168736 h 193807"/>
                <a:gd name="connsiteX227" fmla="*/ 83059 w 120116"/>
                <a:gd name="connsiteY227" fmla="*/ 165372 h 193807"/>
                <a:gd name="connsiteX228" fmla="*/ 82824 w 120116"/>
                <a:gd name="connsiteY228" fmla="*/ 163085 h 193807"/>
                <a:gd name="connsiteX229" fmla="*/ 82824 w 120116"/>
                <a:gd name="connsiteY229" fmla="*/ 161571 h 193807"/>
                <a:gd name="connsiteX230" fmla="*/ 83261 w 120116"/>
                <a:gd name="connsiteY230" fmla="*/ 160360 h 193807"/>
                <a:gd name="connsiteX231" fmla="*/ 84136 w 120116"/>
                <a:gd name="connsiteY231" fmla="*/ 158611 h 193807"/>
                <a:gd name="connsiteX232" fmla="*/ 84776 w 120116"/>
                <a:gd name="connsiteY232" fmla="*/ 156761 h 193807"/>
                <a:gd name="connsiteX233" fmla="*/ 84877 w 120116"/>
                <a:gd name="connsiteY233" fmla="*/ 155247 h 193807"/>
                <a:gd name="connsiteX234" fmla="*/ 85651 w 120116"/>
                <a:gd name="connsiteY234" fmla="*/ 154372 h 193807"/>
                <a:gd name="connsiteX235" fmla="*/ 86526 w 120116"/>
                <a:gd name="connsiteY235" fmla="*/ 153733 h 193807"/>
                <a:gd name="connsiteX236" fmla="*/ 87838 w 120116"/>
                <a:gd name="connsiteY236" fmla="*/ 152859 h 193807"/>
                <a:gd name="connsiteX237" fmla="*/ 88916 w 120116"/>
                <a:gd name="connsiteY237" fmla="*/ 151984 h 193807"/>
                <a:gd name="connsiteX238" fmla="*/ 89891 w 120116"/>
                <a:gd name="connsiteY238" fmla="*/ 150672 h 193807"/>
                <a:gd name="connsiteX239" fmla="*/ 90665 w 120116"/>
                <a:gd name="connsiteY239" fmla="*/ 150033 h 193807"/>
                <a:gd name="connsiteX240" fmla="*/ 91877 w 120116"/>
                <a:gd name="connsiteY240" fmla="*/ 148620 h 193807"/>
                <a:gd name="connsiteX241" fmla="*/ 93627 w 120116"/>
                <a:gd name="connsiteY241" fmla="*/ 147207 h 193807"/>
                <a:gd name="connsiteX242" fmla="*/ 94165 w 120116"/>
                <a:gd name="connsiteY242" fmla="*/ 146770 h 193807"/>
                <a:gd name="connsiteX243" fmla="*/ 94939 w 120116"/>
                <a:gd name="connsiteY243" fmla="*/ 145996 h 193807"/>
                <a:gd name="connsiteX244" fmla="*/ 95713 w 120116"/>
                <a:gd name="connsiteY244" fmla="*/ 145660 h 193807"/>
                <a:gd name="connsiteX245" fmla="*/ 96151 w 120116"/>
                <a:gd name="connsiteY245" fmla="*/ 143877 h 193807"/>
                <a:gd name="connsiteX246" fmla="*/ 95916 w 120116"/>
                <a:gd name="connsiteY246" fmla="*/ 142363 h 193807"/>
                <a:gd name="connsiteX247" fmla="*/ 95916 w 120116"/>
                <a:gd name="connsiteY247" fmla="*/ 139705 h 193807"/>
                <a:gd name="connsiteX248" fmla="*/ 96420 w 120116"/>
                <a:gd name="connsiteY248" fmla="*/ 138259 h 193807"/>
                <a:gd name="connsiteX249" fmla="*/ 95512 w 120116"/>
                <a:gd name="connsiteY249" fmla="*/ 136577 h 193807"/>
                <a:gd name="connsiteX250" fmla="*/ 94165 w 120116"/>
                <a:gd name="connsiteY250" fmla="*/ 135568 h 193807"/>
                <a:gd name="connsiteX251" fmla="*/ 94165 w 120116"/>
                <a:gd name="connsiteY251" fmla="*/ 134491 h 193807"/>
                <a:gd name="connsiteX252" fmla="*/ 94165 w 120116"/>
                <a:gd name="connsiteY252" fmla="*/ 131531 h 193807"/>
                <a:gd name="connsiteX253" fmla="*/ 94165 w 120116"/>
                <a:gd name="connsiteY253" fmla="*/ 129277 h 193807"/>
                <a:gd name="connsiteX254" fmla="*/ 94165 w 120116"/>
                <a:gd name="connsiteY254" fmla="*/ 125812 h 193807"/>
                <a:gd name="connsiteX255" fmla="*/ 94939 w 120116"/>
                <a:gd name="connsiteY255" fmla="*/ 124938 h 193807"/>
                <a:gd name="connsiteX256" fmla="*/ 95882 w 120116"/>
                <a:gd name="connsiteY256" fmla="*/ 124366 h 193807"/>
                <a:gd name="connsiteX257" fmla="*/ 99079 w 120116"/>
                <a:gd name="connsiteY257" fmla="*/ 122919 h 193807"/>
                <a:gd name="connsiteX258" fmla="*/ 100223 w 120116"/>
                <a:gd name="connsiteY258" fmla="*/ 122112 h 193807"/>
                <a:gd name="connsiteX259" fmla="*/ 103353 w 120116"/>
                <a:gd name="connsiteY259" fmla="*/ 121372 h 193807"/>
                <a:gd name="connsiteX260" fmla="*/ 106382 w 120116"/>
                <a:gd name="connsiteY260" fmla="*/ 119623 h 193807"/>
                <a:gd name="connsiteX261" fmla="*/ 107964 w 120116"/>
                <a:gd name="connsiteY261" fmla="*/ 120194 h 193807"/>
                <a:gd name="connsiteX262" fmla="*/ 110151 w 120116"/>
                <a:gd name="connsiteY262" fmla="*/ 117066 h 193807"/>
                <a:gd name="connsiteX263" fmla="*/ 111599 w 120116"/>
                <a:gd name="connsiteY263" fmla="*/ 114879 h 193807"/>
                <a:gd name="connsiteX264" fmla="*/ 116007 w 120116"/>
                <a:gd name="connsiteY264" fmla="*/ 114308 h 193807"/>
                <a:gd name="connsiteX265" fmla="*/ 118026 w 120116"/>
                <a:gd name="connsiteY265" fmla="*/ 113063 h 193807"/>
                <a:gd name="connsiteX266" fmla="*/ 118565 w 120116"/>
                <a:gd name="connsiteY266" fmla="*/ 112087 h 19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20116" h="193807">
                  <a:moveTo>
                    <a:pt x="118565" y="112087"/>
                  </a:moveTo>
                  <a:lnTo>
                    <a:pt x="120012" y="108656"/>
                  </a:lnTo>
                  <a:lnTo>
                    <a:pt x="120012" y="104888"/>
                  </a:lnTo>
                  <a:cubicBezTo>
                    <a:pt x="120012" y="104888"/>
                    <a:pt x="120248" y="102702"/>
                    <a:pt x="120012" y="102399"/>
                  </a:cubicBezTo>
                  <a:cubicBezTo>
                    <a:pt x="119810" y="102063"/>
                    <a:pt x="118161" y="100112"/>
                    <a:pt x="118161" y="100112"/>
                  </a:cubicBezTo>
                  <a:lnTo>
                    <a:pt x="116209" y="98800"/>
                  </a:lnTo>
                  <a:lnTo>
                    <a:pt x="113921" y="98800"/>
                  </a:lnTo>
                  <a:cubicBezTo>
                    <a:pt x="113921" y="98800"/>
                    <a:pt x="114358" y="98161"/>
                    <a:pt x="113921" y="97151"/>
                  </a:cubicBezTo>
                  <a:cubicBezTo>
                    <a:pt x="113483" y="96176"/>
                    <a:pt x="114695" y="95738"/>
                    <a:pt x="113921" y="95301"/>
                  </a:cubicBezTo>
                  <a:cubicBezTo>
                    <a:pt x="113147" y="94864"/>
                    <a:pt x="110892" y="94225"/>
                    <a:pt x="110656" y="94527"/>
                  </a:cubicBezTo>
                  <a:cubicBezTo>
                    <a:pt x="110454" y="94864"/>
                    <a:pt x="109243" y="95402"/>
                    <a:pt x="108502" y="95738"/>
                  </a:cubicBezTo>
                  <a:cubicBezTo>
                    <a:pt x="107728" y="96075"/>
                    <a:pt x="106113" y="95940"/>
                    <a:pt x="105675" y="96277"/>
                  </a:cubicBezTo>
                  <a:cubicBezTo>
                    <a:pt x="105238" y="96613"/>
                    <a:pt x="102646" y="96176"/>
                    <a:pt x="102646" y="95301"/>
                  </a:cubicBezTo>
                  <a:cubicBezTo>
                    <a:pt x="102646" y="94426"/>
                    <a:pt x="102646" y="90962"/>
                    <a:pt x="102646" y="90962"/>
                  </a:cubicBezTo>
                  <a:lnTo>
                    <a:pt x="104598" y="89448"/>
                  </a:lnTo>
                  <a:cubicBezTo>
                    <a:pt x="104598" y="89448"/>
                    <a:pt x="105036" y="87699"/>
                    <a:pt x="105137" y="87396"/>
                  </a:cubicBezTo>
                  <a:cubicBezTo>
                    <a:pt x="105238" y="87059"/>
                    <a:pt x="106012" y="85445"/>
                    <a:pt x="106012" y="85445"/>
                  </a:cubicBezTo>
                  <a:lnTo>
                    <a:pt x="105103" y="83292"/>
                  </a:lnTo>
                  <a:lnTo>
                    <a:pt x="105978" y="80971"/>
                  </a:lnTo>
                  <a:lnTo>
                    <a:pt x="106281" y="76497"/>
                  </a:lnTo>
                  <a:lnTo>
                    <a:pt x="104093" y="73604"/>
                  </a:lnTo>
                  <a:lnTo>
                    <a:pt x="102646" y="71417"/>
                  </a:lnTo>
                  <a:lnTo>
                    <a:pt x="95848" y="69971"/>
                  </a:lnTo>
                  <a:lnTo>
                    <a:pt x="91776" y="70711"/>
                  </a:lnTo>
                  <a:cubicBezTo>
                    <a:pt x="91776" y="70711"/>
                    <a:pt x="88579" y="74344"/>
                    <a:pt x="88141" y="74478"/>
                  </a:cubicBezTo>
                  <a:cubicBezTo>
                    <a:pt x="87704" y="74613"/>
                    <a:pt x="85247" y="76799"/>
                    <a:pt x="85247" y="76799"/>
                  </a:cubicBezTo>
                  <a:lnTo>
                    <a:pt x="85247" y="78818"/>
                  </a:lnTo>
                  <a:cubicBezTo>
                    <a:pt x="85247" y="78818"/>
                    <a:pt x="84238" y="79827"/>
                    <a:pt x="83497" y="79120"/>
                  </a:cubicBezTo>
                  <a:cubicBezTo>
                    <a:pt x="82757" y="78414"/>
                    <a:pt x="81814" y="78414"/>
                    <a:pt x="81377" y="77977"/>
                  </a:cubicBezTo>
                  <a:cubicBezTo>
                    <a:pt x="80939" y="77539"/>
                    <a:pt x="79997" y="77237"/>
                    <a:pt x="79997" y="75521"/>
                  </a:cubicBezTo>
                  <a:cubicBezTo>
                    <a:pt x="79997" y="73772"/>
                    <a:pt x="79997" y="70172"/>
                    <a:pt x="79997" y="70172"/>
                  </a:cubicBezTo>
                  <a:lnTo>
                    <a:pt x="80704" y="70038"/>
                  </a:lnTo>
                  <a:cubicBezTo>
                    <a:pt x="80704" y="70038"/>
                    <a:pt x="81276" y="67010"/>
                    <a:pt x="81276" y="66573"/>
                  </a:cubicBezTo>
                  <a:cubicBezTo>
                    <a:pt x="81276" y="66136"/>
                    <a:pt x="81713" y="63983"/>
                    <a:pt x="80704" y="63814"/>
                  </a:cubicBezTo>
                  <a:cubicBezTo>
                    <a:pt x="79694" y="63680"/>
                    <a:pt x="75858" y="63814"/>
                    <a:pt x="75858" y="63814"/>
                  </a:cubicBezTo>
                  <a:lnTo>
                    <a:pt x="74780" y="60181"/>
                  </a:lnTo>
                  <a:lnTo>
                    <a:pt x="74780" y="56279"/>
                  </a:lnTo>
                  <a:lnTo>
                    <a:pt x="71314" y="52579"/>
                  </a:lnTo>
                  <a:lnTo>
                    <a:pt x="71314" y="51065"/>
                  </a:lnTo>
                  <a:lnTo>
                    <a:pt x="71314" y="45851"/>
                  </a:lnTo>
                  <a:lnTo>
                    <a:pt x="69127" y="44102"/>
                  </a:lnTo>
                  <a:lnTo>
                    <a:pt x="67174" y="41713"/>
                  </a:lnTo>
                  <a:cubicBezTo>
                    <a:pt x="67174" y="41713"/>
                    <a:pt x="67377" y="40839"/>
                    <a:pt x="67174" y="39964"/>
                  </a:cubicBezTo>
                  <a:cubicBezTo>
                    <a:pt x="66939" y="39089"/>
                    <a:pt x="67545" y="36701"/>
                    <a:pt x="67545" y="36701"/>
                  </a:cubicBezTo>
                  <a:lnTo>
                    <a:pt x="67814" y="35019"/>
                  </a:lnTo>
                  <a:lnTo>
                    <a:pt x="67814" y="33640"/>
                  </a:lnTo>
                  <a:lnTo>
                    <a:pt x="67747" y="32496"/>
                  </a:lnTo>
                  <a:lnTo>
                    <a:pt x="68689" y="31722"/>
                  </a:lnTo>
                  <a:lnTo>
                    <a:pt x="69934" y="31016"/>
                  </a:lnTo>
                  <a:lnTo>
                    <a:pt x="70439" y="31016"/>
                  </a:lnTo>
                  <a:lnTo>
                    <a:pt x="71751" y="31756"/>
                  </a:lnTo>
                  <a:cubicBezTo>
                    <a:pt x="71751" y="31756"/>
                    <a:pt x="73367" y="33000"/>
                    <a:pt x="73569" y="33068"/>
                  </a:cubicBezTo>
                  <a:cubicBezTo>
                    <a:pt x="73804" y="33135"/>
                    <a:pt x="74444" y="33707"/>
                    <a:pt x="74444" y="33707"/>
                  </a:cubicBezTo>
                  <a:lnTo>
                    <a:pt x="76194" y="34212"/>
                  </a:lnTo>
                  <a:lnTo>
                    <a:pt x="78078" y="34952"/>
                  </a:lnTo>
                  <a:cubicBezTo>
                    <a:pt x="78078" y="34952"/>
                    <a:pt x="80333" y="35086"/>
                    <a:pt x="80771" y="34817"/>
                  </a:cubicBezTo>
                  <a:cubicBezTo>
                    <a:pt x="81209" y="34514"/>
                    <a:pt x="81579" y="33875"/>
                    <a:pt x="81848" y="33808"/>
                  </a:cubicBezTo>
                  <a:cubicBezTo>
                    <a:pt x="82151" y="33741"/>
                    <a:pt x="82218" y="32664"/>
                    <a:pt x="82420" y="32664"/>
                  </a:cubicBezTo>
                  <a:cubicBezTo>
                    <a:pt x="82655" y="32664"/>
                    <a:pt x="84304" y="32799"/>
                    <a:pt x="84304" y="32799"/>
                  </a:cubicBezTo>
                  <a:lnTo>
                    <a:pt x="86122" y="32799"/>
                  </a:lnTo>
                  <a:lnTo>
                    <a:pt x="87502" y="33371"/>
                  </a:lnTo>
                  <a:lnTo>
                    <a:pt x="87872" y="34750"/>
                  </a:lnTo>
                  <a:lnTo>
                    <a:pt x="90060" y="34952"/>
                  </a:lnTo>
                  <a:lnTo>
                    <a:pt x="91136" y="34245"/>
                  </a:lnTo>
                  <a:cubicBezTo>
                    <a:pt x="91136" y="34245"/>
                    <a:pt x="91742" y="33707"/>
                    <a:pt x="91810" y="33539"/>
                  </a:cubicBezTo>
                  <a:cubicBezTo>
                    <a:pt x="91877" y="33371"/>
                    <a:pt x="92584" y="32328"/>
                    <a:pt x="92584" y="31890"/>
                  </a:cubicBezTo>
                  <a:cubicBezTo>
                    <a:pt x="92584" y="31453"/>
                    <a:pt x="91944" y="29670"/>
                    <a:pt x="91944" y="29670"/>
                  </a:cubicBezTo>
                  <a:lnTo>
                    <a:pt x="90194" y="28594"/>
                  </a:lnTo>
                  <a:cubicBezTo>
                    <a:pt x="90194" y="28594"/>
                    <a:pt x="88612" y="27887"/>
                    <a:pt x="88612" y="27719"/>
                  </a:cubicBezTo>
                  <a:cubicBezTo>
                    <a:pt x="88612" y="27551"/>
                    <a:pt x="87973" y="26643"/>
                    <a:pt x="87906" y="26407"/>
                  </a:cubicBezTo>
                  <a:cubicBezTo>
                    <a:pt x="87838" y="26205"/>
                    <a:pt x="88377" y="25263"/>
                    <a:pt x="88545" y="25062"/>
                  </a:cubicBezTo>
                  <a:cubicBezTo>
                    <a:pt x="88713" y="24860"/>
                    <a:pt x="89622" y="23884"/>
                    <a:pt x="89622" y="23884"/>
                  </a:cubicBezTo>
                  <a:lnTo>
                    <a:pt x="88848" y="22808"/>
                  </a:lnTo>
                  <a:lnTo>
                    <a:pt x="85684" y="22370"/>
                  </a:lnTo>
                  <a:lnTo>
                    <a:pt x="84372" y="22370"/>
                  </a:lnTo>
                  <a:lnTo>
                    <a:pt x="81511" y="20688"/>
                  </a:lnTo>
                  <a:cubicBezTo>
                    <a:pt x="81511" y="20688"/>
                    <a:pt x="81949" y="19343"/>
                    <a:pt x="82218" y="19040"/>
                  </a:cubicBezTo>
                  <a:cubicBezTo>
                    <a:pt x="82487" y="18771"/>
                    <a:pt x="84574" y="17358"/>
                    <a:pt x="84843" y="17257"/>
                  </a:cubicBezTo>
                  <a:cubicBezTo>
                    <a:pt x="85113" y="17156"/>
                    <a:pt x="87939" y="16887"/>
                    <a:pt x="87939" y="16887"/>
                  </a:cubicBezTo>
                  <a:lnTo>
                    <a:pt x="88478" y="11942"/>
                  </a:lnTo>
                  <a:lnTo>
                    <a:pt x="87872" y="9890"/>
                  </a:lnTo>
                  <a:lnTo>
                    <a:pt x="85920" y="8208"/>
                  </a:lnTo>
                  <a:cubicBezTo>
                    <a:pt x="85920" y="8208"/>
                    <a:pt x="81612" y="8006"/>
                    <a:pt x="81242" y="8208"/>
                  </a:cubicBezTo>
                  <a:cubicBezTo>
                    <a:pt x="80872" y="8410"/>
                    <a:pt x="78785" y="11135"/>
                    <a:pt x="78348" y="11471"/>
                  </a:cubicBezTo>
                  <a:cubicBezTo>
                    <a:pt x="77910" y="11808"/>
                    <a:pt x="77910" y="12447"/>
                    <a:pt x="76598" y="12009"/>
                  </a:cubicBezTo>
                  <a:cubicBezTo>
                    <a:pt x="75285" y="11572"/>
                    <a:pt x="73973" y="10697"/>
                    <a:pt x="73535" y="9688"/>
                  </a:cubicBezTo>
                  <a:cubicBezTo>
                    <a:pt x="73098" y="8645"/>
                    <a:pt x="72021" y="5719"/>
                    <a:pt x="71785" y="5281"/>
                  </a:cubicBezTo>
                  <a:cubicBezTo>
                    <a:pt x="71550" y="4844"/>
                    <a:pt x="69227" y="3936"/>
                    <a:pt x="69227" y="3936"/>
                  </a:cubicBezTo>
                  <a:cubicBezTo>
                    <a:pt x="69227" y="3936"/>
                    <a:pt x="68252" y="2725"/>
                    <a:pt x="67814" y="2624"/>
                  </a:cubicBezTo>
                  <a:cubicBezTo>
                    <a:pt x="67377" y="2523"/>
                    <a:pt x="60646" y="0"/>
                    <a:pt x="60646" y="0"/>
                  </a:cubicBezTo>
                  <a:cubicBezTo>
                    <a:pt x="60646" y="0"/>
                    <a:pt x="58054" y="3028"/>
                    <a:pt x="56742" y="3162"/>
                  </a:cubicBezTo>
                  <a:cubicBezTo>
                    <a:pt x="55429" y="3263"/>
                    <a:pt x="52400" y="5012"/>
                    <a:pt x="52165" y="5450"/>
                  </a:cubicBezTo>
                  <a:cubicBezTo>
                    <a:pt x="51962" y="5887"/>
                    <a:pt x="52165" y="9486"/>
                    <a:pt x="52165" y="9486"/>
                  </a:cubicBezTo>
                  <a:lnTo>
                    <a:pt x="49539" y="13086"/>
                  </a:lnTo>
                  <a:lnTo>
                    <a:pt x="46948" y="15811"/>
                  </a:lnTo>
                  <a:lnTo>
                    <a:pt x="45299" y="17997"/>
                  </a:lnTo>
                  <a:lnTo>
                    <a:pt x="42910" y="18973"/>
                  </a:lnTo>
                  <a:lnTo>
                    <a:pt x="42203" y="20049"/>
                  </a:lnTo>
                  <a:lnTo>
                    <a:pt x="41698" y="22101"/>
                  </a:lnTo>
                  <a:lnTo>
                    <a:pt x="41698" y="23279"/>
                  </a:lnTo>
                  <a:lnTo>
                    <a:pt x="40621" y="26542"/>
                  </a:lnTo>
                  <a:cubicBezTo>
                    <a:pt x="40621" y="26542"/>
                    <a:pt x="40083" y="27080"/>
                    <a:pt x="39107" y="27181"/>
                  </a:cubicBezTo>
                  <a:cubicBezTo>
                    <a:pt x="38130" y="27282"/>
                    <a:pt x="35405" y="27181"/>
                    <a:pt x="35068" y="27282"/>
                  </a:cubicBezTo>
                  <a:cubicBezTo>
                    <a:pt x="34731" y="27383"/>
                    <a:pt x="33655" y="29132"/>
                    <a:pt x="33655" y="29132"/>
                  </a:cubicBezTo>
                  <a:lnTo>
                    <a:pt x="32780" y="33808"/>
                  </a:lnTo>
                  <a:lnTo>
                    <a:pt x="32140" y="37710"/>
                  </a:lnTo>
                  <a:lnTo>
                    <a:pt x="33991" y="43799"/>
                  </a:lnTo>
                  <a:lnTo>
                    <a:pt x="34967" y="47062"/>
                  </a:lnTo>
                  <a:lnTo>
                    <a:pt x="38770" y="47936"/>
                  </a:lnTo>
                  <a:cubicBezTo>
                    <a:pt x="38770" y="47936"/>
                    <a:pt x="40284" y="48475"/>
                    <a:pt x="40722" y="48710"/>
                  </a:cubicBezTo>
                  <a:cubicBezTo>
                    <a:pt x="41159" y="48912"/>
                    <a:pt x="42573" y="51334"/>
                    <a:pt x="42573" y="51334"/>
                  </a:cubicBezTo>
                  <a:lnTo>
                    <a:pt x="42674" y="53487"/>
                  </a:lnTo>
                  <a:lnTo>
                    <a:pt x="40722" y="54900"/>
                  </a:lnTo>
                  <a:cubicBezTo>
                    <a:pt x="40722" y="54900"/>
                    <a:pt x="37996" y="54900"/>
                    <a:pt x="37659" y="55236"/>
                  </a:cubicBezTo>
                  <a:cubicBezTo>
                    <a:pt x="37323" y="55573"/>
                    <a:pt x="35606" y="56178"/>
                    <a:pt x="35606" y="56178"/>
                  </a:cubicBezTo>
                  <a:lnTo>
                    <a:pt x="33318" y="59038"/>
                  </a:lnTo>
                  <a:lnTo>
                    <a:pt x="31265" y="61863"/>
                  </a:lnTo>
                  <a:lnTo>
                    <a:pt x="34731" y="63613"/>
                  </a:lnTo>
                  <a:lnTo>
                    <a:pt x="37996" y="64050"/>
                  </a:lnTo>
                  <a:cubicBezTo>
                    <a:pt x="37996" y="64050"/>
                    <a:pt x="39073" y="65227"/>
                    <a:pt x="39409" y="65463"/>
                  </a:cubicBezTo>
                  <a:cubicBezTo>
                    <a:pt x="39746" y="65665"/>
                    <a:pt x="40284" y="69163"/>
                    <a:pt x="40284" y="69163"/>
                  </a:cubicBezTo>
                  <a:lnTo>
                    <a:pt x="39308" y="73402"/>
                  </a:lnTo>
                  <a:lnTo>
                    <a:pt x="38434" y="76328"/>
                  </a:lnTo>
                  <a:cubicBezTo>
                    <a:pt x="38434" y="76328"/>
                    <a:pt x="35943" y="77539"/>
                    <a:pt x="35505" y="77539"/>
                  </a:cubicBezTo>
                  <a:cubicBezTo>
                    <a:pt x="35068" y="77539"/>
                    <a:pt x="32914" y="76227"/>
                    <a:pt x="32477" y="76127"/>
                  </a:cubicBezTo>
                  <a:cubicBezTo>
                    <a:pt x="32039" y="76026"/>
                    <a:pt x="29111" y="73536"/>
                    <a:pt x="29111" y="73536"/>
                  </a:cubicBezTo>
                  <a:lnTo>
                    <a:pt x="25510" y="73738"/>
                  </a:lnTo>
                  <a:lnTo>
                    <a:pt x="21371" y="72325"/>
                  </a:lnTo>
                  <a:cubicBezTo>
                    <a:pt x="21371" y="72325"/>
                    <a:pt x="20394" y="71350"/>
                    <a:pt x="20294" y="70912"/>
                  </a:cubicBezTo>
                  <a:cubicBezTo>
                    <a:pt x="20193" y="70475"/>
                    <a:pt x="20394" y="69163"/>
                    <a:pt x="20832" y="68860"/>
                  </a:cubicBezTo>
                  <a:cubicBezTo>
                    <a:pt x="21270" y="68524"/>
                    <a:pt x="21707" y="68322"/>
                    <a:pt x="22010" y="67111"/>
                  </a:cubicBezTo>
                  <a:cubicBezTo>
                    <a:pt x="22347" y="65900"/>
                    <a:pt x="22683" y="64925"/>
                    <a:pt x="22683" y="64487"/>
                  </a:cubicBezTo>
                  <a:cubicBezTo>
                    <a:pt x="22683" y="64050"/>
                    <a:pt x="22952" y="62301"/>
                    <a:pt x="22952" y="62301"/>
                  </a:cubicBezTo>
                  <a:cubicBezTo>
                    <a:pt x="22952" y="62301"/>
                    <a:pt x="22683" y="60989"/>
                    <a:pt x="22649" y="60921"/>
                  </a:cubicBezTo>
                  <a:cubicBezTo>
                    <a:pt x="22616" y="60854"/>
                    <a:pt x="21270" y="59912"/>
                    <a:pt x="21169" y="59879"/>
                  </a:cubicBezTo>
                  <a:cubicBezTo>
                    <a:pt x="21068" y="59845"/>
                    <a:pt x="19957" y="58937"/>
                    <a:pt x="19890" y="58937"/>
                  </a:cubicBezTo>
                  <a:cubicBezTo>
                    <a:pt x="19823" y="58937"/>
                    <a:pt x="18241" y="58937"/>
                    <a:pt x="18241" y="58937"/>
                  </a:cubicBezTo>
                  <a:cubicBezTo>
                    <a:pt x="18241" y="58937"/>
                    <a:pt x="16861" y="59374"/>
                    <a:pt x="16760" y="59374"/>
                  </a:cubicBezTo>
                  <a:cubicBezTo>
                    <a:pt x="16659" y="59374"/>
                    <a:pt x="15851" y="59879"/>
                    <a:pt x="15851" y="59879"/>
                  </a:cubicBezTo>
                  <a:cubicBezTo>
                    <a:pt x="15851" y="59879"/>
                    <a:pt x="15817" y="61056"/>
                    <a:pt x="15851" y="61157"/>
                  </a:cubicBezTo>
                  <a:cubicBezTo>
                    <a:pt x="15919" y="61258"/>
                    <a:pt x="16020" y="62435"/>
                    <a:pt x="16020" y="62435"/>
                  </a:cubicBezTo>
                  <a:cubicBezTo>
                    <a:pt x="16020" y="62435"/>
                    <a:pt x="15986" y="63343"/>
                    <a:pt x="15986" y="63545"/>
                  </a:cubicBezTo>
                  <a:cubicBezTo>
                    <a:pt x="15986" y="63781"/>
                    <a:pt x="15817" y="65160"/>
                    <a:pt x="15817" y="65160"/>
                  </a:cubicBezTo>
                  <a:cubicBezTo>
                    <a:pt x="15817" y="65160"/>
                    <a:pt x="15817" y="66741"/>
                    <a:pt x="15817" y="66943"/>
                  </a:cubicBezTo>
                  <a:cubicBezTo>
                    <a:pt x="15817" y="67145"/>
                    <a:pt x="15145" y="68995"/>
                    <a:pt x="15111" y="69130"/>
                  </a:cubicBezTo>
                  <a:cubicBezTo>
                    <a:pt x="15077" y="69230"/>
                    <a:pt x="14067" y="70744"/>
                    <a:pt x="14067" y="70744"/>
                  </a:cubicBezTo>
                  <a:lnTo>
                    <a:pt x="12486" y="73099"/>
                  </a:lnTo>
                  <a:lnTo>
                    <a:pt x="10534" y="74344"/>
                  </a:lnTo>
                  <a:lnTo>
                    <a:pt x="8649" y="77539"/>
                  </a:lnTo>
                  <a:cubicBezTo>
                    <a:pt x="8649" y="77539"/>
                    <a:pt x="7572" y="79322"/>
                    <a:pt x="7438" y="79726"/>
                  </a:cubicBezTo>
                  <a:cubicBezTo>
                    <a:pt x="7270" y="80096"/>
                    <a:pt x="6933" y="83191"/>
                    <a:pt x="6933" y="83191"/>
                  </a:cubicBezTo>
                  <a:lnTo>
                    <a:pt x="6933" y="85848"/>
                  </a:lnTo>
                  <a:cubicBezTo>
                    <a:pt x="6933" y="85848"/>
                    <a:pt x="6596" y="87799"/>
                    <a:pt x="6933" y="88136"/>
                  </a:cubicBezTo>
                  <a:cubicBezTo>
                    <a:pt x="7270" y="88472"/>
                    <a:pt x="8077" y="90322"/>
                    <a:pt x="8077" y="90322"/>
                  </a:cubicBezTo>
                  <a:lnTo>
                    <a:pt x="10096" y="93249"/>
                  </a:lnTo>
                  <a:cubicBezTo>
                    <a:pt x="10096" y="93249"/>
                    <a:pt x="10635" y="97488"/>
                    <a:pt x="10635" y="97925"/>
                  </a:cubicBezTo>
                  <a:cubicBezTo>
                    <a:pt x="10635" y="98362"/>
                    <a:pt x="7101" y="101289"/>
                    <a:pt x="6798" y="101524"/>
                  </a:cubicBezTo>
                  <a:cubicBezTo>
                    <a:pt x="6495" y="101726"/>
                    <a:pt x="4779" y="103375"/>
                    <a:pt x="4543" y="103913"/>
                  </a:cubicBezTo>
                  <a:cubicBezTo>
                    <a:pt x="4342" y="104451"/>
                    <a:pt x="3029" y="106739"/>
                    <a:pt x="4543" y="107378"/>
                  </a:cubicBezTo>
                  <a:cubicBezTo>
                    <a:pt x="6058" y="108017"/>
                    <a:pt x="9760" y="111078"/>
                    <a:pt x="10197" y="111078"/>
                  </a:cubicBezTo>
                  <a:cubicBezTo>
                    <a:pt x="10635" y="111078"/>
                    <a:pt x="12385" y="114240"/>
                    <a:pt x="12385" y="114240"/>
                  </a:cubicBezTo>
                  <a:cubicBezTo>
                    <a:pt x="12385" y="114240"/>
                    <a:pt x="11745" y="117268"/>
                    <a:pt x="11207" y="117705"/>
                  </a:cubicBezTo>
                  <a:cubicBezTo>
                    <a:pt x="10669" y="118142"/>
                    <a:pt x="9894" y="120093"/>
                    <a:pt x="9457" y="120766"/>
                  </a:cubicBezTo>
                  <a:cubicBezTo>
                    <a:pt x="9019" y="121405"/>
                    <a:pt x="9255" y="124130"/>
                    <a:pt x="9894" y="124769"/>
                  </a:cubicBezTo>
                  <a:cubicBezTo>
                    <a:pt x="10534" y="125409"/>
                    <a:pt x="13361" y="128133"/>
                    <a:pt x="13697" y="128470"/>
                  </a:cubicBezTo>
                  <a:cubicBezTo>
                    <a:pt x="14034" y="128806"/>
                    <a:pt x="19116" y="131397"/>
                    <a:pt x="19789" y="131497"/>
                  </a:cubicBezTo>
                  <a:cubicBezTo>
                    <a:pt x="20428" y="131598"/>
                    <a:pt x="22717" y="132675"/>
                    <a:pt x="22717" y="132675"/>
                  </a:cubicBezTo>
                  <a:lnTo>
                    <a:pt x="23491" y="134962"/>
                  </a:lnTo>
                  <a:cubicBezTo>
                    <a:pt x="23491" y="134962"/>
                    <a:pt x="21202" y="137351"/>
                    <a:pt x="20866" y="137687"/>
                  </a:cubicBezTo>
                  <a:cubicBezTo>
                    <a:pt x="20529" y="138023"/>
                    <a:pt x="18274" y="139537"/>
                    <a:pt x="17938" y="139874"/>
                  </a:cubicBezTo>
                  <a:cubicBezTo>
                    <a:pt x="17601" y="140210"/>
                    <a:pt x="15010" y="141287"/>
                    <a:pt x="14337" y="142060"/>
                  </a:cubicBezTo>
                  <a:cubicBezTo>
                    <a:pt x="13697" y="142834"/>
                    <a:pt x="12385" y="143810"/>
                    <a:pt x="11207" y="144348"/>
                  </a:cubicBezTo>
                  <a:cubicBezTo>
                    <a:pt x="9995" y="144886"/>
                    <a:pt x="6630" y="145760"/>
                    <a:pt x="6630" y="145760"/>
                  </a:cubicBezTo>
                  <a:lnTo>
                    <a:pt x="1582" y="149360"/>
                  </a:lnTo>
                  <a:lnTo>
                    <a:pt x="0" y="151311"/>
                  </a:lnTo>
                  <a:lnTo>
                    <a:pt x="0" y="157164"/>
                  </a:lnTo>
                  <a:cubicBezTo>
                    <a:pt x="0" y="157164"/>
                    <a:pt x="774" y="160764"/>
                    <a:pt x="774" y="161168"/>
                  </a:cubicBezTo>
                  <a:cubicBezTo>
                    <a:pt x="774" y="161605"/>
                    <a:pt x="1414" y="166382"/>
                    <a:pt x="1414" y="166920"/>
                  </a:cubicBezTo>
                  <a:cubicBezTo>
                    <a:pt x="1414" y="167458"/>
                    <a:pt x="3500" y="170721"/>
                    <a:pt x="3500" y="170721"/>
                  </a:cubicBezTo>
                  <a:cubicBezTo>
                    <a:pt x="3500" y="170721"/>
                    <a:pt x="6529" y="173648"/>
                    <a:pt x="6966" y="173984"/>
                  </a:cubicBezTo>
                  <a:cubicBezTo>
                    <a:pt x="7404" y="174321"/>
                    <a:pt x="8716" y="175397"/>
                    <a:pt x="9693" y="175935"/>
                  </a:cubicBezTo>
                  <a:cubicBezTo>
                    <a:pt x="10669" y="176473"/>
                    <a:pt x="15346" y="180510"/>
                    <a:pt x="15683" y="180813"/>
                  </a:cubicBezTo>
                  <a:cubicBezTo>
                    <a:pt x="16020" y="181149"/>
                    <a:pt x="17433" y="182327"/>
                    <a:pt x="18510" y="182327"/>
                  </a:cubicBezTo>
                  <a:cubicBezTo>
                    <a:pt x="19587" y="182327"/>
                    <a:pt x="21774" y="182327"/>
                    <a:pt x="21774" y="182327"/>
                  </a:cubicBezTo>
                  <a:cubicBezTo>
                    <a:pt x="21774" y="182327"/>
                    <a:pt x="25039" y="182428"/>
                    <a:pt x="26991" y="182327"/>
                  </a:cubicBezTo>
                  <a:cubicBezTo>
                    <a:pt x="28943" y="182226"/>
                    <a:pt x="30121" y="181553"/>
                    <a:pt x="30121" y="181553"/>
                  </a:cubicBezTo>
                  <a:lnTo>
                    <a:pt x="31837" y="180578"/>
                  </a:lnTo>
                  <a:cubicBezTo>
                    <a:pt x="31837" y="180578"/>
                    <a:pt x="32914" y="180006"/>
                    <a:pt x="33150" y="179938"/>
                  </a:cubicBezTo>
                  <a:cubicBezTo>
                    <a:pt x="33385" y="179871"/>
                    <a:pt x="33587" y="179770"/>
                    <a:pt x="33890" y="179837"/>
                  </a:cubicBezTo>
                  <a:cubicBezTo>
                    <a:pt x="34159" y="179905"/>
                    <a:pt x="36179" y="181721"/>
                    <a:pt x="36179" y="181721"/>
                  </a:cubicBezTo>
                  <a:lnTo>
                    <a:pt x="36616" y="183134"/>
                  </a:lnTo>
                  <a:lnTo>
                    <a:pt x="36616" y="184951"/>
                  </a:lnTo>
                  <a:lnTo>
                    <a:pt x="36616" y="186633"/>
                  </a:lnTo>
                  <a:lnTo>
                    <a:pt x="36616" y="186700"/>
                  </a:lnTo>
                  <a:cubicBezTo>
                    <a:pt x="36616" y="186700"/>
                    <a:pt x="35910" y="188449"/>
                    <a:pt x="35910" y="188584"/>
                  </a:cubicBezTo>
                  <a:cubicBezTo>
                    <a:pt x="35910" y="188718"/>
                    <a:pt x="36111" y="189391"/>
                    <a:pt x="36751" y="189593"/>
                  </a:cubicBezTo>
                  <a:cubicBezTo>
                    <a:pt x="37357" y="189795"/>
                    <a:pt x="35842" y="189290"/>
                    <a:pt x="37861" y="190098"/>
                  </a:cubicBezTo>
                  <a:cubicBezTo>
                    <a:pt x="39881" y="190905"/>
                    <a:pt x="41025" y="191443"/>
                    <a:pt x="41025" y="191443"/>
                  </a:cubicBezTo>
                  <a:lnTo>
                    <a:pt x="42506" y="190501"/>
                  </a:lnTo>
                  <a:lnTo>
                    <a:pt x="46746" y="189189"/>
                  </a:lnTo>
                  <a:lnTo>
                    <a:pt x="47386" y="188113"/>
                  </a:lnTo>
                  <a:cubicBezTo>
                    <a:pt x="47386" y="188113"/>
                    <a:pt x="48126" y="186364"/>
                    <a:pt x="48597" y="186364"/>
                  </a:cubicBezTo>
                  <a:cubicBezTo>
                    <a:pt x="49035" y="186364"/>
                    <a:pt x="50886" y="186162"/>
                    <a:pt x="50886" y="186162"/>
                  </a:cubicBezTo>
                  <a:lnTo>
                    <a:pt x="52939" y="187676"/>
                  </a:lnTo>
                  <a:cubicBezTo>
                    <a:pt x="52939" y="187676"/>
                    <a:pt x="53477" y="189425"/>
                    <a:pt x="53275" y="189728"/>
                  </a:cubicBezTo>
                  <a:cubicBezTo>
                    <a:pt x="53040" y="190064"/>
                    <a:pt x="51862" y="191611"/>
                    <a:pt x="51424" y="191443"/>
                  </a:cubicBezTo>
                  <a:cubicBezTo>
                    <a:pt x="50987" y="191275"/>
                    <a:pt x="49708" y="192352"/>
                    <a:pt x="49708" y="192352"/>
                  </a:cubicBezTo>
                  <a:cubicBezTo>
                    <a:pt x="49708" y="192352"/>
                    <a:pt x="49472" y="193125"/>
                    <a:pt x="49809" y="193125"/>
                  </a:cubicBezTo>
                  <a:cubicBezTo>
                    <a:pt x="50145" y="193125"/>
                    <a:pt x="50482" y="193899"/>
                    <a:pt x="51896" y="193764"/>
                  </a:cubicBezTo>
                  <a:cubicBezTo>
                    <a:pt x="53309" y="193664"/>
                    <a:pt x="55025" y="193899"/>
                    <a:pt x="55496" y="193764"/>
                  </a:cubicBezTo>
                  <a:cubicBezTo>
                    <a:pt x="55934" y="193630"/>
                    <a:pt x="57886" y="193798"/>
                    <a:pt x="57886" y="193798"/>
                  </a:cubicBezTo>
                  <a:lnTo>
                    <a:pt x="60208" y="192991"/>
                  </a:lnTo>
                  <a:cubicBezTo>
                    <a:pt x="60208" y="192991"/>
                    <a:pt x="61487" y="191241"/>
                    <a:pt x="61790" y="190905"/>
                  </a:cubicBezTo>
                  <a:cubicBezTo>
                    <a:pt x="62126" y="190569"/>
                    <a:pt x="62665" y="190468"/>
                    <a:pt x="63001" y="190367"/>
                  </a:cubicBezTo>
                  <a:cubicBezTo>
                    <a:pt x="63338" y="190266"/>
                    <a:pt x="67040" y="192318"/>
                    <a:pt x="67040" y="192318"/>
                  </a:cubicBezTo>
                  <a:cubicBezTo>
                    <a:pt x="67040" y="192318"/>
                    <a:pt x="68016" y="191881"/>
                    <a:pt x="68655" y="191679"/>
                  </a:cubicBezTo>
                  <a:cubicBezTo>
                    <a:pt x="69295" y="191477"/>
                    <a:pt x="71381" y="190030"/>
                    <a:pt x="71819" y="189929"/>
                  </a:cubicBezTo>
                  <a:cubicBezTo>
                    <a:pt x="72256" y="189829"/>
                    <a:pt x="75521" y="188315"/>
                    <a:pt x="75958" y="188315"/>
                  </a:cubicBezTo>
                  <a:cubicBezTo>
                    <a:pt x="76396" y="188315"/>
                    <a:pt x="77708" y="187978"/>
                    <a:pt x="77708" y="187978"/>
                  </a:cubicBezTo>
                  <a:lnTo>
                    <a:pt x="80872" y="185590"/>
                  </a:lnTo>
                  <a:lnTo>
                    <a:pt x="82117" y="182562"/>
                  </a:lnTo>
                  <a:lnTo>
                    <a:pt x="81949" y="179400"/>
                  </a:lnTo>
                  <a:lnTo>
                    <a:pt x="81949" y="177987"/>
                  </a:lnTo>
                  <a:cubicBezTo>
                    <a:pt x="81949" y="177987"/>
                    <a:pt x="82285" y="175397"/>
                    <a:pt x="82723" y="175162"/>
                  </a:cubicBezTo>
                  <a:cubicBezTo>
                    <a:pt x="83160" y="174960"/>
                    <a:pt x="83699" y="173412"/>
                    <a:pt x="83699" y="173412"/>
                  </a:cubicBezTo>
                  <a:lnTo>
                    <a:pt x="83699" y="171024"/>
                  </a:lnTo>
                  <a:lnTo>
                    <a:pt x="83261" y="168736"/>
                  </a:lnTo>
                  <a:lnTo>
                    <a:pt x="83059" y="165372"/>
                  </a:lnTo>
                  <a:lnTo>
                    <a:pt x="82824" y="163085"/>
                  </a:lnTo>
                  <a:cubicBezTo>
                    <a:pt x="82824" y="163085"/>
                    <a:pt x="82723" y="161908"/>
                    <a:pt x="82824" y="161571"/>
                  </a:cubicBezTo>
                  <a:cubicBezTo>
                    <a:pt x="82925" y="161235"/>
                    <a:pt x="82925" y="160932"/>
                    <a:pt x="83261" y="160360"/>
                  </a:cubicBezTo>
                  <a:cubicBezTo>
                    <a:pt x="83598" y="159822"/>
                    <a:pt x="84136" y="158611"/>
                    <a:pt x="84136" y="158611"/>
                  </a:cubicBezTo>
                  <a:lnTo>
                    <a:pt x="84776" y="156761"/>
                  </a:lnTo>
                  <a:lnTo>
                    <a:pt x="84877" y="155247"/>
                  </a:lnTo>
                  <a:lnTo>
                    <a:pt x="85651" y="154372"/>
                  </a:lnTo>
                  <a:lnTo>
                    <a:pt x="86526" y="153733"/>
                  </a:lnTo>
                  <a:lnTo>
                    <a:pt x="87838" y="152859"/>
                  </a:lnTo>
                  <a:lnTo>
                    <a:pt x="88916" y="151984"/>
                  </a:lnTo>
                  <a:lnTo>
                    <a:pt x="89891" y="150672"/>
                  </a:lnTo>
                  <a:lnTo>
                    <a:pt x="90665" y="150033"/>
                  </a:lnTo>
                  <a:cubicBezTo>
                    <a:pt x="90665" y="150033"/>
                    <a:pt x="91540" y="148721"/>
                    <a:pt x="91877" y="148620"/>
                  </a:cubicBezTo>
                  <a:cubicBezTo>
                    <a:pt x="92214" y="148519"/>
                    <a:pt x="93627" y="147207"/>
                    <a:pt x="93627" y="147207"/>
                  </a:cubicBezTo>
                  <a:lnTo>
                    <a:pt x="94165" y="146770"/>
                  </a:lnTo>
                  <a:lnTo>
                    <a:pt x="94939" y="145996"/>
                  </a:lnTo>
                  <a:lnTo>
                    <a:pt x="95713" y="145660"/>
                  </a:lnTo>
                  <a:lnTo>
                    <a:pt x="96151" y="143877"/>
                  </a:lnTo>
                  <a:lnTo>
                    <a:pt x="95916" y="142363"/>
                  </a:lnTo>
                  <a:lnTo>
                    <a:pt x="95916" y="139705"/>
                  </a:lnTo>
                  <a:lnTo>
                    <a:pt x="96420" y="138259"/>
                  </a:lnTo>
                  <a:lnTo>
                    <a:pt x="95512" y="136577"/>
                  </a:lnTo>
                  <a:lnTo>
                    <a:pt x="94165" y="135568"/>
                  </a:lnTo>
                  <a:lnTo>
                    <a:pt x="94165" y="134491"/>
                  </a:lnTo>
                  <a:lnTo>
                    <a:pt x="94165" y="131531"/>
                  </a:lnTo>
                  <a:lnTo>
                    <a:pt x="94165" y="129277"/>
                  </a:lnTo>
                  <a:lnTo>
                    <a:pt x="94165" y="125812"/>
                  </a:lnTo>
                  <a:lnTo>
                    <a:pt x="94939" y="124938"/>
                  </a:lnTo>
                  <a:lnTo>
                    <a:pt x="95882" y="124366"/>
                  </a:lnTo>
                  <a:lnTo>
                    <a:pt x="99079" y="122919"/>
                  </a:lnTo>
                  <a:cubicBezTo>
                    <a:pt x="99079" y="122919"/>
                    <a:pt x="99954" y="122213"/>
                    <a:pt x="100223" y="122112"/>
                  </a:cubicBezTo>
                  <a:cubicBezTo>
                    <a:pt x="100526" y="122045"/>
                    <a:pt x="103353" y="121372"/>
                    <a:pt x="103353" y="121372"/>
                  </a:cubicBezTo>
                  <a:lnTo>
                    <a:pt x="106382" y="119623"/>
                  </a:lnTo>
                  <a:lnTo>
                    <a:pt x="107964" y="120194"/>
                  </a:lnTo>
                  <a:lnTo>
                    <a:pt x="110151" y="117066"/>
                  </a:lnTo>
                  <a:lnTo>
                    <a:pt x="111599" y="114879"/>
                  </a:lnTo>
                  <a:lnTo>
                    <a:pt x="116007" y="114308"/>
                  </a:lnTo>
                  <a:lnTo>
                    <a:pt x="118026" y="113063"/>
                  </a:lnTo>
                  <a:lnTo>
                    <a:pt x="118565" y="112087"/>
                  </a:lnTo>
                  <a:close/>
                </a:path>
              </a:pathLst>
            </a:custGeom>
            <a:grpFill/>
            <a:ln w="6350" cap="flat">
              <a:solidFill>
                <a:schemeClr val="bg1"/>
              </a:solidFill>
              <a:prstDash val="solid"/>
              <a:miter/>
            </a:ln>
          </p:spPr>
          <p:txBody>
            <a:bodyPr rtlCol="0" anchor="ctr"/>
            <a:lstStyle/>
            <a:p>
              <a:endParaRPr lang="en-US"/>
            </a:p>
          </p:txBody>
        </p:sp>
        <p:sp>
          <p:nvSpPr>
            <p:cNvPr id="61" name="Freeform 900">
              <a:extLst>
                <a:ext uri="{FF2B5EF4-FFF2-40B4-BE49-F238E27FC236}">
                  <a16:creationId xmlns:a16="http://schemas.microsoft.com/office/drawing/2014/main" id="{275DDE4D-D561-BD3A-C1B5-B3F24735A220}"/>
                </a:ext>
              </a:extLst>
            </p:cNvPr>
            <p:cNvSpPr/>
            <p:nvPr/>
          </p:nvSpPr>
          <p:spPr>
            <a:xfrm>
              <a:off x="7910632" y="2362503"/>
              <a:ext cx="286439" cy="395672"/>
            </a:xfrm>
            <a:custGeom>
              <a:avLst/>
              <a:gdLst>
                <a:gd name="connsiteX0" fmla="*/ 547410 w 549933"/>
                <a:gd name="connsiteY0" fmla="*/ 270059 h 759650"/>
                <a:gd name="connsiteX1" fmla="*/ 544078 w 549933"/>
                <a:gd name="connsiteY1" fmla="*/ 266729 h 759650"/>
                <a:gd name="connsiteX2" fmla="*/ 542328 w 549933"/>
                <a:gd name="connsiteY2" fmla="*/ 262591 h 759650"/>
                <a:gd name="connsiteX3" fmla="*/ 542462 w 549933"/>
                <a:gd name="connsiteY3" fmla="*/ 256872 h 759650"/>
                <a:gd name="connsiteX4" fmla="*/ 542328 w 549933"/>
                <a:gd name="connsiteY4" fmla="*/ 256872 h 759650"/>
                <a:gd name="connsiteX5" fmla="*/ 535361 w 549933"/>
                <a:gd name="connsiteY5" fmla="*/ 254282 h 759650"/>
                <a:gd name="connsiteX6" fmla="*/ 530717 w 549933"/>
                <a:gd name="connsiteY6" fmla="*/ 250952 h 759650"/>
                <a:gd name="connsiteX7" fmla="*/ 523885 w 549933"/>
                <a:gd name="connsiteY7" fmla="*/ 247184 h 759650"/>
                <a:gd name="connsiteX8" fmla="*/ 522505 w 549933"/>
                <a:gd name="connsiteY8" fmla="*/ 243282 h 759650"/>
                <a:gd name="connsiteX9" fmla="*/ 522303 w 549933"/>
                <a:gd name="connsiteY9" fmla="*/ 239380 h 759650"/>
                <a:gd name="connsiteX10" fmla="*/ 522303 w 549933"/>
                <a:gd name="connsiteY10" fmla="*/ 233425 h 759650"/>
                <a:gd name="connsiteX11" fmla="*/ 522000 w 549933"/>
                <a:gd name="connsiteY11" fmla="*/ 229221 h 759650"/>
                <a:gd name="connsiteX12" fmla="*/ 519241 w 549933"/>
                <a:gd name="connsiteY12" fmla="*/ 225016 h 759650"/>
                <a:gd name="connsiteX13" fmla="*/ 514462 w 549933"/>
                <a:gd name="connsiteY13" fmla="*/ 220541 h 759650"/>
                <a:gd name="connsiteX14" fmla="*/ 510390 w 549933"/>
                <a:gd name="connsiteY14" fmla="*/ 218220 h 759650"/>
                <a:gd name="connsiteX15" fmla="*/ 505913 w 549933"/>
                <a:gd name="connsiteY15" fmla="*/ 218220 h 759650"/>
                <a:gd name="connsiteX16" fmla="*/ 501404 w 549933"/>
                <a:gd name="connsiteY16" fmla="*/ 219600 h 759650"/>
                <a:gd name="connsiteX17" fmla="*/ 500091 w 549933"/>
                <a:gd name="connsiteY17" fmla="*/ 220407 h 759650"/>
                <a:gd name="connsiteX18" fmla="*/ 497029 w 549933"/>
                <a:gd name="connsiteY18" fmla="*/ 220407 h 759650"/>
                <a:gd name="connsiteX19" fmla="*/ 490803 w 549933"/>
                <a:gd name="connsiteY19" fmla="*/ 219700 h 759650"/>
                <a:gd name="connsiteX20" fmla="*/ 488177 w 549933"/>
                <a:gd name="connsiteY20" fmla="*/ 219129 h 759650"/>
                <a:gd name="connsiteX21" fmla="*/ 486293 w 549933"/>
                <a:gd name="connsiteY21" fmla="*/ 214655 h 759650"/>
                <a:gd name="connsiteX22" fmla="*/ 482961 w 549933"/>
                <a:gd name="connsiteY22" fmla="*/ 209642 h 759650"/>
                <a:gd name="connsiteX23" fmla="*/ 482524 w 549933"/>
                <a:gd name="connsiteY23" fmla="*/ 204798 h 759650"/>
                <a:gd name="connsiteX24" fmla="*/ 477879 w 549933"/>
                <a:gd name="connsiteY24" fmla="*/ 204798 h 759650"/>
                <a:gd name="connsiteX25" fmla="*/ 473403 w 549933"/>
                <a:gd name="connsiteY25" fmla="*/ 205538 h 759650"/>
                <a:gd name="connsiteX26" fmla="*/ 469937 w 549933"/>
                <a:gd name="connsiteY26" fmla="*/ 204092 h 759650"/>
                <a:gd name="connsiteX27" fmla="*/ 465461 w 549933"/>
                <a:gd name="connsiteY27" fmla="*/ 200459 h 759650"/>
                <a:gd name="connsiteX28" fmla="*/ 458663 w 549933"/>
                <a:gd name="connsiteY28" fmla="*/ 196422 h 759650"/>
                <a:gd name="connsiteX29" fmla="*/ 453715 w 549933"/>
                <a:gd name="connsiteY29" fmla="*/ 191645 h 759650"/>
                <a:gd name="connsiteX30" fmla="*/ 450383 w 549933"/>
                <a:gd name="connsiteY30" fmla="*/ 188012 h 759650"/>
                <a:gd name="connsiteX31" fmla="*/ 451696 w 549933"/>
                <a:gd name="connsiteY31" fmla="*/ 182798 h 759650"/>
                <a:gd name="connsiteX32" fmla="*/ 458932 w 549933"/>
                <a:gd name="connsiteY32" fmla="*/ 175431 h 759650"/>
                <a:gd name="connsiteX33" fmla="*/ 461119 w 549933"/>
                <a:gd name="connsiteY33" fmla="*/ 173412 h 759650"/>
                <a:gd name="connsiteX34" fmla="*/ 462870 w 549933"/>
                <a:gd name="connsiteY34" fmla="*/ 170957 h 759650"/>
                <a:gd name="connsiteX35" fmla="*/ 463576 w 549933"/>
                <a:gd name="connsiteY35" fmla="*/ 168636 h 759650"/>
                <a:gd name="connsiteX36" fmla="*/ 459537 w 549933"/>
                <a:gd name="connsiteY36" fmla="*/ 166617 h 759650"/>
                <a:gd name="connsiteX37" fmla="*/ 457788 w 549933"/>
                <a:gd name="connsiteY37" fmla="*/ 165171 h 759650"/>
                <a:gd name="connsiteX38" fmla="*/ 459235 w 549933"/>
                <a:gd name="connsiteY38" fmla="*/ 161975 h 759650"/>
                <a:gd name="connsiteX39" fmla="*/ 463307 w 549933"/>
                <a:gd name="connsiteY39" fmla="*/ 159654 h 759650"/>
                <a:gd name="connsiteX40" fmla="*/ 466201 w 549933"/>
                <a:gd name="connsiteY40" fmla="*/ 157770 h 759650"/>
                <a:gd name="connsiteX41" fmla="*/ 471990 w 549933"/>
                <a:gd name="connsiteY41" fmla="*/ 155583 h 759650"/>
                <a:gd name="connsiteX42" fmla="*/ 476634 w 549933"/>
                <a:gd name="connsiteY42" fmla="*/ 150941 h 759650"/>
                <a:gd name="connsiteX43" fmla="*/ 478822 w 549933"/>
                <a:gd name="connsiteY43" fmla="*/ 146871 h 759650"/>
                <a:gd name="connsiteX44" fmla="*/ 478822 w 549933"/>
                <a:gd name="connsiteY44" fmla="*/ 143103 h 759650"/>
                <a:gd name="connsiteX45" fmla="*/ 479394 w 549933"/>
                <a:gd name="connsiteY45" fmla="*/ 139033 h 759650"/>
                <a:gd name="connsiteX46" fmla="*/ 482288 w 549933"/>
                <a:gd name="connsiteY46" fmla="*/ 136846 h 759650"/>
                <a:gd name="connsiteX47" fmla="*/ 485048 w 549933"/>
                <a:gd name="connsiteY47" fmla="*/ 136274 h 759650"/>
                <a:gd name="connsiteX48" fmla="*/ 488380 w 549933"/>
                <a:gd name="connsiteY48" fmla="*/ 134256 h 759650"/>
                <a:gd name="connsiteX49" fmla="*/ 488514 w 549933"/>
                <a:gd name="connsiteY49" fmla="*/ 131060 h 759650"/>
                <a:gd name="connsiteX50" fmla="*/ 481985 w 549933"/>
                <a:gd name="connsiteY50" fmla="*/ 131060 h 759650"/>
                <a:gd name="connsiteX51" fmla="*/ 478351 w 549933"/>
                <a:gd name="connsiteY51" fmla="*/ 131026 h 759650"/>
                <a:gd name="connsiteX52" fmla="*/ 475456 w 549933"/>
                <a:gd name="connsiteY52" fmla="*/ 132641 h 759650"/>
                <a:gd name="connsiteX53" fmla="*/ 470812 w 549933"/>
                <a:gd name="connsiteY53" fmla="*/ 134828 h 759650"/>
                <a:gd name="connsiteX54" fmla="*/ 465595 w 549933"/>
                <a:gd name="connsiteY54" fmla="*/ 135568 h 759650"/>
                <a:gd name="connsiteX55" fmla="*/ 463273 w 549933"/>
                <a:gd name="connsiteY55" fmla="*/ 134828 h 759650"/>
                <a:gd name="connsiteX56" fmla="*/ 461086 w 549933"/>
                <a:gd name="connsiteY56" fmla="*/ 132809 h 759650"/>
                <a:gd name="connsiteX57" fmla="*/ 458191 w 549933"/>
                <a:gd name="connsiteY57" fmla="*/ 133381 h 759650"/>
                <a:gd name="connsiteX58" fmla="*/ 456172 w 549933"/>
                <a:gd name="connsiteY58" fmla="*/ 135971 h 759650"/>
                <a:gd name="connsiteX59" fmla="*/ 454153 w 549933"/>
                <a:gd name="connsiteY59" fmla="*/ 137418 h 759650"/>
                <a:gd name="connsiteX60" fmla="*/ 449812 w 549933"/>
                <a:gd name="connsiteY60" fmla="*/ 134390 h 759650"/>
                <a:gd name="connsiteX61" fmla="*/ 447186 w 549933"/>
                <a:gd name="connsiteY61" fmla="*/ 132372 h 759650"/>
                <a:gd name="connsiteX62" fmla="*/ 444426 w 549933"/>
                <a:gd name="connsiteY62" fmla="*/ 130926 h 759650"/>
                <a:gd name="connsiteX63" fmla="*/ 439648 w 549933"/>
                <a:gd name="connsiteY63" fmla="*/ 133247 h 759650"/>
                <a:gd name="connsiteX64" fmla="*/ 434296 w 549933"/>
                <a:gd name="connsiteY64" fmla="*/ 134121 h 759650"/>
                <a:gd name="connsiteX65" fmla="*/ 431268 w 549933"/>
                <a:gd name="connsiteY65" fmla="*/ 134861 h 759650"/>
                <a:gd name="connsiteX66" fmla="*/ 429686 w 549933"/>
                <a:gd name="connsiteY66" fmla="*/ 132103 h 759650"/>
                <a:gd name="connsiteX67" fmla="*/ 427499 w 549933"/>
                <a:gd name="connsiteY67" fmla="*/ 132237 h 759650"/>
                <a:gd name="connsiteX68" fmla="*/ 423594 w 549933"/>
                <a:gd name="connsiteY68" fmla="*/ 129479 h 759650"/>
                <a:gd name="connsiteX69" fmla="*/ 421575 w 549933"/>
                <a:gd name="connsiteY69" fmla="*/ 131935 h 759650"/>
                <a:gd name="connsiteX70" fmla="*/ 419825 w 549933"/>
                <a:gd name="connsiteY70" fmla="*/ 135130 h 759650"/>
                <a:gd name="connsiteX71" fmla="*/ 417065 w 549933"/>
                <a:gd name="connsiteY71" fmla="*/ 136712 h 759650"/>
                <a:gd name="connsiteX72" fmla="*/ 414037 w 549933"/>
                <a:gd name="connsiteY72" fmla="*/ 137452 h 759650"/>
                <a:gd name="connsiteX73" fmla="*/ 411714 w 549933"/>
                <a:gd name="connsiteY73" fmla="*/ 138595 h 759650"/>
                <a:gd name="connsiteX74" fmla="*/ 406195 w 549933"/>
                <a:gd name="connsiteY74" fmla="*/ 135265 h 759650"/>
                <a:gd name="connsiteX75" fmla="*/ 404445 w 549933"/>
                <a:gd name="connsiteY75" fmla="*/ 134559 h 759650"/>
                <a:gd name="connsiteX76" fmla="*/ 403873 w 549933"/>
                <a:gd name="connsiteY76" fmla="*/ 130926 h 759650"/>
                <a:gd name="connsiteX77" fmla="*/ 402291 w 549933"/>
                <a:gd name="connsiteY77" fmla="*/ 126855 h 759650"/>
                <a:gd name="connsiteX78" fmla="*/ 401147 w 549933"/>
                <a:gd name="connsiteY78" fmla="*/ 124534 h 759650"/>
                <a:gd name="connsiteX79" fmla="*/ 400272 w 549933"/>
                <a:gd name="connsiteY79" fmla="*/ 122516 h 759650"/>
                <a:gd name="connsiteX80" fmla="*/ 400709 w 549933"/>
                <a:gd name="connsiteY80" fmla="*/ 120766 h 759650"/>
                <a:gd name="connsiteX81" fmla="*/ 402291 w 549933"/>
                <a:gd name="connsiteY81" fmla="*/ 118748 h 759650"/>
                <a:gd name="connsiteX82" fmla="*/ 402291 w 549933"/>
                <a:gd name="connsiteY82" fmla="*/ 113534 h 759650"/>
                <a:gd name="connsiteX83" fmla="*/ 401416 w 549933"/>
                <a:gd name="connsiteY83" fmla="*/ 112659 h 759650"/>
                <a:gd name="connsiteX84" fmla="*/ 394315 w 549933"/>
                <a:gd name="connsiteY84" fmla="*/ 111650 h 759650"/>
                <a:gd name="connsiteX85" fmla="*/ 393137 w 549933"/>
                <a:gd name="connsiteY85" fmla="*/ 108622 h 759650"/>
                <a:gd name="connsiteX86" fmla="*/ 396772 w 549933"/>
                <a:gd name="connsiteY86" fmla="*/ 106604 h 759650"/>
                <a:gd name="connsiteX87" fmla="*/ 393878 w 549933"/>
                <a:gd name="connsiteY87" fmla="*/ 103139 h 759650"/>
                <a:gd name="connsiteX88" fmla="*/ 390545 w 549933"/>
                <a:gd name="connsiteY88" fmla="*/ 102264 h 759650"/>
                <a:gd name="connsiteX89" fmla="*/ 389401 w 549933"/>
                <a:gd name="connsiteY89" fmla="*/ 100515 h 759650"/>
                <a:gd name="connsiteX90" fmla="*/ 386945 w 549933"/>
                <a:gd name="connsiteY90" fmla="*/ 96748 h 759650"/>
                <a:gd name="connsiteX91" fmla="*/ 385800 w 549933"/>
                <a:gd name="connsiteY91" fmla="*/ 93855 h 759650"/>
                <a:gd name="connsiteX92" fmla="*/ 385800 w 549933"/>
                <a:gd name="connsiteY92" fmla="*/ 91668 h 759650"/>
                <a:gd name="connsiteX93" fmla="*/ 387820 w 549933"/>
                <a:gd name="connsiteY93" fmla="*/ 87699 h 759650"/>
                <a:gd name="connsiteX94" fmla="*/ 388695 w 549933"/>
                <a:gd name="connsiteY94" fmla="*/ 86622 h 759650"/>
                <a:gd name="connsiteX95" fmla="*/ 389267 w 549933"/>
                <a:gd name="connsiteY95" fmla="*/ 86622 h 759650"/>
                <a:gd name="connsiteX96" fmla="*/ 390849 w 549933"/>
                <a:gd name="connsiteY96" fmla="*/ 86622 h 759650"/>
                <a:gd name="connsiteX97" fmla="*/ 394046 w 549933"/>
                <a:gd name="connsiteY97" fmla="*/ 87497 h 759650"/>
                <a:gd name="connsiteX98" fmla="*/ 397243 w 549933"/>
                <a:gd name="connsiteY98" fmla="*/ 89818 h 759650"/>
                <a:gd name="connsiteX99" fmla="*/ 400440 w 549933"/>
                <a:gd name="connsiteY99" fmla="*/ 91130 h 759650"/>
                <a:gd name="connsiteX100" fmla="*/ 403637 w 549933"/>
                <a:gd name="connsiteY100" fmla="*/ 87497 h 759650"/>
                <a:gd name="connsiteX101" fmla="*/ 402931 w 549933"/>
                <a:gd name="connsiteY101" fmla="*/ 81845 h 759650"/>
                <a:gd name="connsiteX102" fmla="*/ 400474 w 549933"/>
                <a:gd name="connsiteY102" fmla="*/ 78212 h 759650"/>
                <a:gd name="connsiteX103" fmla="*/ 399599 w 549933"/>
                <a:gd name="connsiteY103" fmla="*/ 74747 h 759650"/>
                <a:gd name="connsiteX104" fmla="*/ 396267 w 549933"/>
                <a:gd name="connsiteY104" fmla="*/ 71417 h 759650"/>
                <a:gd name="connsiteX105" fmla="*/ 396839 w 549933"/>
                <a:gd name="connsiteY105" fmla="*/ 69533 h 759650"/>
                <a:gd name="connsiteX106" fmla="*/ 400305 w 549933"/>
                <a:gd name="connsiteY106" fmla="*/ 66640 h 759650"/>
                <a:gd name="connsiteX107" fmla="*/ 400878 w 549933"/>
                <a:gd name="connsiteY107" fmla="*/ 64050 h 759650"/>
                <a:gd name="connsiteX108" fmla="*/ 396536 w 549933"/>
                <a:gd name="connsiteY108" fmla="*/ 63310 h 759650"/>
                <a:gd name="connsiteX109" fmla="*/ 394079 w 549933"/>
                <a:gd name="connsiteY109" fmla="*/ 61729 h 759650"/>
                <a:gd name="connsiteX110" fmla="*/ 395661 w 549933"/>
                <a:gd name="connsiteY110" fmla="*/ 59408 h 759650"/>
                <a:gd name="connsiteX111" fmla="*/ 396233 w 549933"/>
                <a:gd name="connsiteY111" fmla="*/ 57658 h 759650"/>
                <a:gd name="connsiteX112" fmla="*/ 395527 w 549933"/>
                <a:gd name="connsiteY112" fmla="*/ 55337 h 759650"/>
                <a:gd name="connsiteX113" fmla="*/ 394517 w 549933"/>
                <a:gd name="connsiteY113" fmla="*/ 55337 h 759650"/>
                <a:gd name="connsiteX114" fmla="*/ 391757 w 549933"/>
                <a:gd name="connsiteY114" fmla="*/ 53588 h 759650"/>
                <a:gd name="connsiteX115" fmla="*/ 389570 w 549933"/>
                <a:gd name="connsiteY115" fmla="*/ 54328 h 759650"/>
                <a:gd name="connsiteX116" fmla="*/ 388392 w 549933"/>
                <a:gd name="connsiteY116" fmla="*/ 56212 h 759650"/>
                <a:gd name="connsiteX117" fmla="*/ 387247 w 549933"/>
                <a:gd name="connsiteY117" fmla="*/ 58096 h 759650"/>
                <a:gd name="connsiteX118" fmla="*/ 385598 w 549933"/>
                <a:gd name="connsiteY118" fmla="*/ 59542 h 759650"/>
                <a:gd name="connsiteX119" fmla="*/ 383781 w 549933"/>
                <a:gd name="connsiteY119" fmla="*/ 59408 h 759650"/>
                <a:gd name="connsiteX120" fmla="*/ 382569 w 549933"/>
                <a:gd name="connsiteY120" fmla="*/ 57961 h 759650"/>
                <a:gd name="connsiteX121" fmla="*/ 381459 w 549933"/>
                <a:gd name="connsiteY121" fmla="*/ 56515 h 759650"/>
                <a:gd name="connsiteX122" fmla="*/ 381459 w 549933"/>
                <a:gd name="connsiteY122" fmla="*/ 54496 h 759650"/>
                <a:gd name="connsiteX123" fmla="*/ 384252 w 549933"/>
                <a:gd name="connsiteY123" fmla="*/ 53285 h 759650"/>
                <a:gd name="connsiteX124" fmla="*/ 383579 w 549933"/>
                <a:gd name="connsiteY124" fmla="*/ 51603 h 759650"/>
                <a:gd name="connsiteX125" fmla="*/ 382873 w 549933"/>
                <a:gd name="connsiteY125" fmla="*/ 50426 h 759650"/>
                <a:gd name="connsiteX126" fmla="*/ 380012 w 549933"/>
                <a:gd name="connsiteY126" fmla="*/ 48307 h 759650"/>
                <a:gd name="connsiteX127" fmla="*/ 377892 w 549933"/>
                <a:gd name="connsiteY127" fmla="*/ 49719 h 759650"/>
                <a:gd name="connsiteX128" fmla="*/ 377252 w 549933"/>
                <a:gd name="connsiteY128" fmla="*/ 49349 h 759650"/>
                <a:gd name="connsiteX129" fmla="*/ 377252 w 549933"/>
                <a:gd name="connsiteY129" fmla="*/ 46692 h 759650"/>
                <a:gd name="connsiteX130" fmla="*/ 377858 w 549933"/>
                <a:gd name="connsiteY130" fmla="*/ 44842 h 759650"/>
                <a:gd name="connsiteX131" fmla="*/ 377185 w 549933"/>
                <a:gd name="connsiteY131" fmla="*/ 43698 h 759650"/>
                <a:gd name="connsiteX132" fmla="*/ 372844 w 549933"/>
                <a:gd name="connsiteY132" fmla="*/ 40939 h 759650"/>
                <a:gd name="connsiteX133" fmla="*/ 371430 w 549933"/>
                <a:gd name="connsiteY133" fmla="*/ 37845 h 759650"/>
                <a:gd name="connsiteX134" fmla="*/ 370622 w 549933"/>
                <a:gd name="connsiteY134" fmla="*/ 35086 h 759650"/>
                <a:gd name="connsiteX135" fmla="*/ 372877 w 549933"/>
                <a:gd name="connsiteY135" fmla="*/ 32563 h 759650"/>
                <a:gd name="connsiteX136" fmla="*/ 373146 w 549933"/>
                <a:gd name="connsiteY136" fmla="*/ 32193 h 759650"/>
                <a:gd name="connsiteX137" fmla="*/ 374593 w 549933"/>
                <a:gd name="connsiteY137" fmla="*/ 30040 h 759650"/>
                <a:gd name="connsiteX138" fmla="*/ 374089 w 549933"/>
                <a:gd name="connsiteY138" fmla="*/ 27652 h 759650"/>
                <a:gd name="connsiteX139" fmla="*/ 372844 w 549933"/>
                <a:gd name="connsiteY139" fmla="*/ 26071 h 759650"/>
                <a:gd name="connsiteX140" fmla="*/ 371598 w 549933"/>
                <a:gd name="connsiteY140" fmla="*/ 24389 h 759650"/>
                <a:gd name="connsiteX141" fmla="*/ 370589 w 549933"/>
                <a:gd name="connsiteY141" fmla="*/ 22068 h 759650"/>
                <a:gd name="connsiteX142" fmla="*/ 369915 w 549933"/>
                <a:gd name="connsiteY142" fmla="*/ 20184 h 759650"/>
                <a:gd name="connsiteX143" fmla="*/ 367458 w 549933"/>
                <a:gd name="connsiteY143" fmla="*/ 18300 h 759650"/>
                <a:gd name="connsiteX144" fmla="*/ 362949 w 549933"/>
                <a:gd name="connsiteY144" fmla="*/ 13893 h 759650"/>
                <a:gd name="connsiteX145" fmla="*/ 357093 w 549933"/>
                <a:gd name="connsiteY145" fmla="*/ 10630 h 759650"/>
                <a:gd name="connsiteX146" fmla="*/ 355780 w 549933"/>
                <a:gd name="connsiteY146" fmla="*/ 7165 h 759650"/>
                <a:gd name="connsiteX147" fmla="*/ 355780 w 549933"/>
                <a:gd name="connsiteY147" fmla="*/ 5214 h 759650"/>
                <a:gd name="connsiteX148" fmla="*/ 352516 w 549933"/>
                <a:gd name="connsiteY148" fmla="*/ 1749 h 759650"/>
                <a:gd name="connsiteX149" fmla="*/ 347098 w 549933"/>
                <a:gd name="connsiteY149" fmla="*/ 0 h 759650"/>
                <a:gd name="connsiteX150" fmla="*/ 343900 w 549933"/>
                <a:gd name="connsiteY150" fmla="*/ 639 h 759650"/>
                <a:gd name="connsiteX151" fmla="*/ 340266 w 549933"/>
                <a:gd name="connsiteY151" fmla="*/ 1379 h 759650"/>
                <a:gd name="connsiteX152" fmla="*/ 337506 w 549933"/>
                <a:gd name="connsiteY152" fmla="*/ 2388 h 759650"/>
                <a:gd name="connsiteX153" fmla="*/ 335487 w 549933"/>
                <a:gd name="connsiteY153" fmla="*/ 5147 h 759650"/>
                <a:gd name="connsiteX154" fmla="*/ 333333 w 549933"/>
                <a:gd name="connsiteY154" fmla="*/ 6896 h 759650"/>
                <a:gd name="connsiteX155" fmla="*/ 329833 w 549933"/>
                <a:gd name="connsiteY155" fmla="*/ 5887 h 759650"/>
                <a:gd name="connsiteX156" fmla="*/ 327814 w 549933"/>
                <a:gd name="connsiteY156" fmla="*/ 4440 h 759650"/>
                <a:gd name="connsiteX157" fmla="*/ 326939 w 549933"/>
                <a:gd name="connsiteY157" fmla="*/ 3869 h 759650"/>
                <a:gd name="connsiteX158" fmla="*/ 323910 w 549933"/>
                <a:gd name="connsiteY158" fmla="*/ 4306 h 759650"/>
                <a:gd name="connsiteX159" fmla="*/ 322462 w 549933"/>
                <a:gd name="connsiteY159" fmla="*/ 6627 h 759650"/>
                <a:gd name="connsiteX160" fmla="*/ 321587 w 549933"/>
                <a:gd name="connsiteY160" fmla="*/ 8343 h 759650"/>
                <a:gd name="connsiteX161" fmla="*/ 320578 w 549933"/>
                <a:gd name="connsiteY161" fmla="*/ 10664 h 759650"/>
                <a:gd name="connsiteX162" fmla="*/ 320578 w 549933"/>
                <a:gd name="connsiteY162" fmla="*/ 12850 h 759650"/>
                <a:gd name="connsiteX163" fmla="*/ 317684 w 549933"/>
                <a:gd name="connsiteY163" fmla="*/ 16046 h 759650"/>
                <a:gd name="connsiteX164" fmla="*/ 316943 w 549933"/>
                <a:gd name="connsiteY164" fmla="*/ 16551 h 759650"/>
                <a:gd name="connsiteX165" fmla="*/ 314318 w 549933"/>
                <a:gd name="connsiteY165" fmla="*/ 17190 h 759650"/>
                <a:gd name="connsiteX166" fmla="*/ 310986 w 549933"/>
                <a:gd name="connsiteY166" fmla="*/ 17190 h 759650"/>
                <a:gd name="connsiteX167" fmla="*/ 309236 w 549933"/>
                <a:gd name="connsiteY167" fmla="*/ 16315 h 759650"/>
                <a:gd name="connsiteX168" fmla="*/ 305601 w 549933"/>
                <a:gd name="connsiteY168" fmla="*/ 14297 h 759650"/>
                <a:gd name="connsiteX169" fmla="*/ 304020 w 549933"/>
                <a:gd name="connsiteY169" fmla="*/ 13288 h 759650"/>
                <a:gd name="connsiteX170" fmla="*/ 300688 w 549933"/>
                <a:gd name="connsiteY170" fmla="*/ 15172 h 759650"/>
                <a:gd name="connsiteX171" fmla="*/ 299375 w 549933"/>
                <a:gd name="connsiteY171" fmla="*/ 17358 h 759650"/>
                <a:gd name="connsiteX172" fmla="*/ 295741 w 549933"/>
                <a:gd name="connsiteY172" fmla="*/ 17661 h 759650"/>
                <a:gd name="connsiteX173" fmla="*/ 290390 w 549933"/>
                <a:gd name="connsiteY173" fmla="*/ 17358 h 759650"/>
                <a:gd name="connsiteX174" fmla="*/ 287495 w 549933"/>
                <a:gd name="connsiteY174" fmla="*/ 17493 h 759650"/>
                <a:gd name="connsiteX175" fmla="*/ 283861 w 549933"/>
                <a:gd name="connsiteY175" fmla="*/ 18636 h 759650"/>
                <a:gd name="connsiteX176" fmla="*/ 280966 w 549933"/>
                <a:gd name="connsiteY176" fmla="*/ 19343 h 759650"/>
                <a:gd name="connsiteX177" fmla="*/ 278510 w 549933"/>
                <a:gd name="connsiteY177" fmla="*/ 20083 h 759650"/>
                <a:gd name="connsiteX178" fmla="*/ 278577 w 549933"/>
                <a:gd name="connsiteY178" fmla="*/ 24422 h 759650"/>
                <a:gd name="connsiteX179" fmla="*/ 271846 w 549933"/>
                <a:gd name="connsiteY179" fmla="*/ 25566 h 759650"/>
                <a:gd name="connsiteX180" fmla="*/ 271846 w 549933"/>
                <a:gd name="connsiteY180" fmla="*/ 28459 h 759650"/>
                <a:gd name="connsiteX181" fmla="*/ 272855 w 549933"/>
                <a:gd name="connsiteY181" fmla="*/ 29468 h 759650"/>
                <a:gd name="connsiteX182" fmla="*/ 273731 w 549933"/>
                <a:gd name="connsiteY182" fmla="*/ 31218 h 759650"/>
                <a:gd name="connsiteX183" fmla="*/ 274168 w 549933"/>
                <a:gd name="connsiteY183" fmla="*/ 32967 h 759650"/>
                <a:gd name="connsiteX184" fmla="*/ 274875 w 549933"/>
                <a:gd name="connsiteY184" fmla="*/ 34716 h 759650"/>
                <a:gd name="connsiteX185" fmla="*/ 275178 w 549933"/>
                <a:gd name="connsiteY185" fmla="*/ 37912 h 759650"/>
                <a:gd name="connsiteX186" fmla="*/ 275312 w 549933"/>
                <a:gd name="connsiteY186" fmla="*/ 39796 h 759650"/>
                <a:gd name="connsiteX187" fmla="*/ 277332 w 549933"/>
                <a:gd name="connsiteY187" fmla="*/ 44001 h 759650"/>
                <a:gd name="connsiteX188" fmla="*/ 276187 w 549933"/>
                <a:gd name="connsiteY188" fmla="*/ 47768 h 759650"/>
                <a:gd name="connsiteX189" fmla="*/ 273293 w 549933"/>
                <a:gd name="connsiteY189" fmla="*/ 48475 h 759650"/>
                <a:gd name="connsiteX190" fmla="*/ 267067 w 549933"/>
                <a:gd name="connsiteY190" fmla="*/ 50224 h 759650"/>
                <a:gd name="connsiteX191" fmla="*/ 270096 w 549933"/>
                <a:gd name="connsiteY191" fmla="*/ 55304 h 759650"/>
                <a:gd name="connsiteX192" fmla="*/ 274000 w 549933"/>
                <a:gd name="connsiteY192" fmla="*/ 57187 h 759650"/>
                <a:gd name="connsiteX193" fmla="*/ 276154 w 549933"/>
                <a:gd name="connsiteY193" fmla="*/ 58499 h 759650"/>
                <a:gd name="connsiteX194" fmla="*/ 277163 w 549933"/>
                <a:gd name="connsiteY194" fmla="*/ 60383 h 759650"/>
                <a:gd name="connsiteX195" fmla="*/ 276591 w 549933"/>
                <a:gd name="connsiteY195" fmla="*/ 62704 h 759650"/>
                <a:gd name="connsiteX196" fmla="*/ 275716 w 549933"/>
                <a:gd name="connsiteY196" fmla="*/ 66775 h 759650"/>
                <a:gd name="connsiteX197" fmla="*/ 275009 w 549933"/>
                <a:gd name="connsiteY197" fmla="*/ 70845 h 759650"/>
                <a:gd name="connsiteX198" fmla="*/ 274000 w 549933"/>
                <a:gd name="connsiteY198" fmla="*/ 72662 h 759650"/>
                <a:gd name="connsiteX199" fmla="*/ 271980 w 549933"/>
                <a:gd name="connsiteY199" fmla="*/ 72863 h 759650"/>
                <a:gd name="connsiteX200" fmla="*/ 269221 w 549933"/>
                <a:gd name="connsiteY200" fmla="*/ 72863 h 759650"/>
                <a:gd name="connsiteX201" fmla="*/ 266327 w 549933"/>
                <a:gd name="connsiteY201" fmla="*/ 73166 h 759650"/>
                <a:gd name="connsiteX202" fmla="*/ 264745 w 549933"/>
                <a:gd name="connsiteY202" fmla="*/ 74747 h 759650"/>
                <a:gd name="connsiteX203" fmla="*/ 263735 w 549933"/>
                <a:gd name="connsiteY203" fmla="*/ 79255 h 759650"/>
                <a:gd name="connsiteX204" fmla="*/ 262591 w 549933"/>
                <a:gd name="connsiteY204" fmla="*/ 80399 h 759650"/>
                <a:gd name="connsiteX205" fmla="*/ 256802 w 549933"/>
                <a:gd name="connsiteY205" fmla="*/ 80836 h 759650"/>
                <a:gd name="connsiteX206" fmla="*/ 251014 w 549933"/>
                <a:gd name="connsiteY206" fmla="*/ 81139 h 759650"/>
                <a:gd name="connsiteX207" fmla="*/ 247513 w 549933"/>
                <a:gd name="connsiteY207" fmla="*/ 79827 h 759650"/>
                <a:gd name="connsiteX208" fmla="*/ 244451 w 549933"/>
                <a:gd name="connsiteY208" fmla="*/ 76564 h 759650"/>
                <a:gd name="connsiteX209" fmla="*/ 242869 w 549933"/>
                <a:gd name="connsiteY209" fmla="*/ 74613 h 759650"/>
                <a:gd name="connsiteX210" fmla="*/ 239672 w 549933"/>
                <a:gd name="connsiteY210" fmla="*/ 74613 h 759650"/>
                <a:gd name="connsiteX211" fmla="*/ 238225 w 549933"/>
                <a:gd name="connsiteY211" fmla="*/ 77808 h 759650"/>
                <a:gd name="connsiteX212" fmla="*/ 235465 w 549933"/>
                <a:gd name="connsiteY212" fmla="*/ 78549 h 759650"/>
                <a:gd name="connsiteX213" fmla="*/ 235768 w 549933"/>
                <a:gd name="connsiteY213" fmla="*/ 76227 h 759650"/>
                <a:gd name="connsiteX214" fmla="*/ 237081 w 549933"/>
                <a:gd name="connsiteY214" fmla="*/ 74646 h 759650"/>
                <a:gd name="connsiteX215" fmla="*/ 237081 w 549933"/>
                <a:gd name="connsiteY215" fmla="*/ 72056 h 759650"/>
                <a:gd name="connsiteX216" fmla="*/ 233884 w 549933"/>
                <a:gd name="connsiteY216" fmla="*/ 71047 h 759650"/>
                <a:gd name="connsiteX217" fmla="*/ 230855 w 549933"/>
                <a:gd name="connsiteY217" fmla="*/ 72191 h 759650"/>
                <a:gd name="connsiteX218" fmla="*/ 228835 w 549933"/>
                <a:gd name="connsiteY218" fmla="*/ 74075 h 759650"/>
                <a:gd name="connsiteX219" fmla="*/ 226648 w 549933"/>
                <a:gd name="connsiteY219" fmla="*/ 77270 h 759650"/>
                <a:gd name="connsiteX220" fmla="*/ 226648 w 549933"/>
                <a:gd name="connsiteY220" fmla="*/ 79020 h 759650"/>
                <a:gd name="connsiteX221" fmla="*/ 224898 w 549933"/>
                <a:gd name="connsiteY221" fmla="*/ 81038 h 759650"/>
                <a:gd name="connsiteX222" fmla="*/ 224898 w 549933"/>
                <a:gd name="connsiteY222" fmla="*/ 82484 h 759650"/>
                <a:gd name="connsiteX223" fmla="*/ 221970 w 549933"/>
                <a:gd name="connsiteY223" fmla="*/ 85411 h 759650"/>
                <a:gd name="connsiteX224" fmla="*/ 220220 w 549933"/>
                <a:gd name="connsiteY224" fmla="*/ 87362 h 759650"/>
                <a:gd name="connsiteX225" fmla="*/ 217830 w 549933"/>
                <a:gd name="connsiteY225" fmla="*/ 89011 h 759650"/>
                <a:gd name="connsiteX226" fmla="*/ 216080 w 549933"/>
                <a:gd name="connsiteY226" fmla="*/ 89784 h 759650"/>
                <a:gd name="connsiteX227" fmla="*/ 213792 w 549933"/>
                <a:gd name="connsiteY227" fmla="*/ 90659 h 759650"/>
                <a:gd name="connsiteX228" fmla="*/ 212277 w 549933"/>
                <a:gd name="connsiteY228" fmla="*/ 91197 h 759650"/>
                <a:gd name="connsiteX229" fmla="*/ 210662 w 549933"/>
                <a:gd name="connsiteY229" fmla="*/ 92711 h 759650"/>
                <a:gd name="connsiteX230" fmla="*/ 209248 w 549933"/>
                <a:gd name="connsiteY230" fmla="*/ 95436 h 759650"/>
                <a:gd name="connsiteX231" fmla="*/ 209248 w 549933"/>
                <a:gd name="connsiteY231" fmla="*/ 98161 h 759650"/>
                <a:gd name="connsiteX232" fmla="*/ 209248 w 549933"/>
                <a:gd name="connsiteY232" fmla="*/ 101625 h 759650"/>
                <a:gd name="connsiteX233" fmla="*/ 205345 w 549933"/>
                <a:gd name="connsiteY233" fmla="*/ 99674 h 759650"/>
                <a:gd name="connsiteX234" fmla="*/ 203830 w 549933"/>
                <a:gd name="connsiteY234" fmla="*/ 97387 h 759650"/>
                <a:gd name="connsiteX235" fmla="*/ 202753 w 549933"/>
                <a:gd name="connsiteY235" fmla="*/ 90659 h 759650"/>
                <a:gd name="connsiteX236" fmla="*/ 201542 w 549933"/>
                <a:gd name="connsiteY236" fmla="*/ 88472 h 759650"/>
                <a:gd name="connsiteX237" fmla="*/ 198916 w 549933"/>
                <a:gd name="connsiteY237" fmla="*/ 86858 h 759650"/>
                <a:gd name="connsiteX238" fmla="*/ 196527 w 549933"/>
                <a:gd name="connsiteY238" fmla="*/ 84267 h 759650"/>
                <a:gd name="connsiteX239" fmla="*/ 193902 w 549933"/>
                <a:gd name="connsiteY239" fmla="*/ 82215 h 759650"/>
                <a:gd name="connsiteX240" fmla="*/ 189661 w 549933"/>
                <a:gd name="connsiteY240" fmla="*/ 83090 h 759650"/>
                <a:gd name="connsiteX241" fmla="*/ 188248 w 549933"/>
                <a:gd name="connsiteY241" fmla="*/ 83628 h 759650"/>
                <a:gd name="connsiteX242" fmla="*/ 185219 w 549933"/>
                <a:gd name="connsiteY242" fmla="*/ 85680 h 759650"/>
                <a:gd name="connsiteX243" fmla="*/ 181517 w 549933"/>
                <a:gd name="connsiteY243" fmla="*/ 88741 h 759650"/>
                <a:gd name="connsiteX244" fmla="*/ 173036 w 549933"/>
                <a:gd name="connsiteY244" fmla="*/ 95570 h 759650"/>
                <a:gd name="connsiteX245" fmla="*/ 169771 w 549933"/>
                <a:gd name="connsiteY245" fmla="*/ 98295 h 759650"/>
                <a:gd name="connsiteX246" fmla="*/ 161627 w 549933"/>
                <a:gd name="connsiteY246" fmla="*/ 103610 h 759650"/>
                <a:gd name="connsiteX247" fmla="*/ 158800 w 549933"/>
                <a:gd name="connsiteY247" fmla="*/ 105561 h 759650"/>
                <a:gd name="connsiteX248" fmla="*/ 157387 w 549933"/>
                <a:gd name="connsiteY248" fmla="*/ 108286 h 759650"/>
                <a:gd name="connsiteX249" fmla="*/ 155637 w 549933"/>
                <a:gd name="connsiteY249" fmla="*/ 110473 h 759650"/>
                <a:gd name="connsiteX250" fmla="*/ 148805 w 549933"/>
                <a:gd name="connsiteY250" fmla="*/ 106469 h 759650"/>
                <a:gd name="connsiteX251" fmla="*/ 146853 w 549933"/>
                <a:gd name="connsiteY251" fmla="*/ 106469 h 759650"/>
                <a:gd name="connsiteX252" fmla="*/ 144026 w 549933"/>
                <a:gd name="connsiteY252" fmla="*/ 109194 h 759650"/>
                <a:gd name="connsiteX253" fmla="*/ 143252 w 549933"/>
                <a:gd name="connsiteY253" fmla="*/ 112255 h 759650"/>
                <a:gd name="connsiteX254" fmla="*/ 146954 w 549933"/>
                <a:gd name="connsiteY254" fmla="*/ 116696 h 759650"/>
                <a:gd name="connsiteX255" fmla="*/ 149882 w 549933"/>
                <a:gd name="connsiteY255" fmla="*/ 118748 h 759650"/>
                <a:gd name="connsiteX256" fmla="*/ 151733 w 549933"/>
                <a:gd name="connsiteY256" fmla="*/ 120497 h 759650"/>
                <a:gd name="connsiteX257" fmla="*/ 151632 w 549933"/>
                <a:gd name="connsiteY257" fmla="*/ 122011 h 759650"/>
                <a:gd name="connsiteX258" fmla="*/ 150016 w 549933"/>
                <a:gd name="connsiteY258" fmla="*/ 123760 h 759650"/>
                <a:gd name="connsiteX259" fmla="*/ 145002 w 549933"/>
                <a:gd name="connsiteY259" fmla="*/ 123962 h 759650"/>
                <a:gd name="connsiteX260" fmla="*/ 142713 w 549933"/>
                <a:gd name="connsiteY260" fmla="*/ 124063 h 759650"/>
                <a:gd name="connsiteX261" fmla="*/ 137800 w 549933"/>
                <a:gd name="connsiteY261" fmla="*/ 123827 h 759650"/>
                <a:gd name="connsiteX262" fmla="*/ 133761 w 549933"/>
                <a:gd name="connsiteY262" fmla="*/ 123727 h 759650"/>
                <a:gd name="connsiteX263" fmla="*/ 130295 w 549933"/>
                <a:gd name="connsiteY263" fmla="*/ 120901 h 759650"/>
                <a:gd name="connsiteX264" fmla="*/ 126155 w 549933"/>
                <a:gd name="connsiteY264" fmla="*/ 121675 h 759650"/>
                <a:gd name="connsiteX265" fmla="*/ 123867 w 549933"/>
                <a:gd name="connsiteY265" fmla="*/ 124399 h 759650"/>
                <a:gd name="connsiteX266" fmla="*/ 120939 w 549933"/>
                <a:gd name="connsiteY266" fmla="*/ 125375 h 759650"/>
                <a:gd name="connsiteX267" fmla="*/ 117674 w 549933"/>
                <a:gd name="connsiteY267" fmla="*/ 124837 h 759650"/>
                <a:gd name="connsiteX268" fmla="*/ 115285 w 549933"/>
                <a:gd name="connsiteY268" fmla="*/ 124063 h 759650"/>
                <a:gd name="connsiteX269" fmla="*/ 112021 w 549933"/>
                <a:gd name="connsiteY269" fmla="*/ 125139 h 759650"/>
                <a:gd name="connsiteX270" fmla="*/ 110371 w 549933"/>
                <a:gd name="connsiteY270" fmla="*/ 126451 h 759650"/>
                <a:gd name="connsiteX271" fmla="*/ 105155 w 549933"/>
                <a:gd name="connsiteY271" fmla="*/ 126889 h 759650"/>
                <a:gd name="connsiteX272" fmla="*/ 105155 w 549933"/>
                <a:gd name="connsiteY272" fmla="*/ 126014 h 759650"/>
                <a:gd name="connsiteX273" fmla="*/ 107208 w 549933"/>
                <a:gd name="connsiteY273" fmla="*/ 124164 h 759650"/>
                <a:gd name="connsiteX274" fmla="*/ 108284 w 549933"/>
                <a:gd name="connsiteY274" fmla="*/ 122415 h 759650"/>
                <a:gd name="connsiteX275" fmla="*/ 109059 w 549933"/>
                <a:gd name="connsiteY275" fmla="*/ 119690 h 759650"/>
                <a:gd name="connsiteX276" fmla="*/ 109496 w 549933"/>
                <a:gd name="connsiteY276" fmla="*/ 115889 h 759650"/>
                <a:gd name="connsiteX277" fmla="*/ 108857 w 549933"/>
                <a:gd name="connsiteY277" fmla="*/ 113265 h 759650"/>
                <a:gd name="connsiteX278" fmla="*/ 107881 w 549933"/>
                <a:gd name="connsiteY278" fmla="*/ 111213 h 759650"/>
                <a:gd name="connsiteX279" fmla="*/ 107107 w 549933"/>
                <a:gd name="connsiteY279" fmla="*/ 108723 h 759650"/>
                <a:gd name="connsiteX280" fmla="*/ 107544 w 549933"/>
                <a:gd name="connsiteY280" fmla="*/ 106234 h 759650"/>
                <a:gd name="connsiteX281" fmla="*/ 108857 w 549933"/>
                <a:gd name="connsiteY281" fmla="*/ 104922 h 759650"/>
                <a:gd name="connsiteX282" fmla="*/ 109934 w 549933"/>
                <a:gd name="connsiteY282" fmla="*/ 103509 h 759650"/>
                <a:gd name="connsiteX283" fmla="*/ 109395 w 549933"/>
                <a:gd name="connsiteY283" fmla="*/ 100347 h 759650"/>
                <a:gd name="connsiteX284" fmla="*/ 110809 w 549933"/>
                <a:gd name="connsiteY284" fmla="*/ 97757 h 759650"/>
                <a:gd name="connsiteX285" fmla="*/ 111785 w 549933"/>
                <a:gd name="connsiteY285" fmla="*/ 96546 h 759650"/>
                <a:gd name="connsiteX286" fmla="*/ 111145 w 549933"/>
                <a:gd name="connsiteY286" fmla="*/ 89280 h 759650"/>
                <a:gd name="connsiteX287" fmla="*/ 112222 w 549933"/>
                <a:gd name="connsiteY287" fmla="*/ 86117 h 759650"/>
                <a:gd name="connsiteX288" fmla="*/ 106905 w 549933"/>
                <a:gd name="connsiteY288" fmla="*/ 80802 h 759650"/>
                <a:gd name="connsiteX289" fmla="*/ 105592 w 549933"/>
                <a:gd name="connsiteY289" fmla="*/ 78750 h 759650"/>
                <a:gd name="connsiteX290" fmla="*/ 103640 w 549933"/>
                <a:gd name="connsiteY290" fmla="*/ 76160 h 759650"/>
                <a:gd name="connsiteX291" fmla="*/ 106467 w 549933"/>
                <a:gd name="connsiteY291" fmla="*/ 73772 h 759650"/>
                <a:gd name="connsiteX292" fmla="*/ 107342 w 549933"/>
                <a:gd name="connsiteY292" fmla="*/ 72258 h 759650"/>
                <a:gd name="connsiteX293" fmla="*/ 105390 w 549933"/>
                <a:gd name="connsiteY293" fmla="*/ 68019 h 759650"/>
                <a:gd name="connsiteX294" fmla="*/ 103539 w 549933"/>
                <a:gd name="connsiteY294" fmla="*/ 66169 h 759650"/>
                <a:gd name="connsiteX295" fmla="*/ 102126 w 549933"/>
                <a:gd name="connsiteY295" fmla="*/ 62570 h 759650"/>
                <a:gd name="connsiteX296" fmla="*/ 98760 w 549933"/>
                <a:gd name="connsiteY296" fmla="*/ 62570 h 759650"/>
                <a:gd name="connsiteX297" fmla="*/ 97986 w 549933"/>
                <a:gd name="connsiteY297" fmla="*/ 63343 h 759650"/>
                <a:gd name="connsiteX298" fmla="*/ 96573 w 549933"/>
                <a:gd name="connsiteY298" fmla="*/ 66270 h 759650"/>
                <a:gd name="connsiteX299" fmla="*/ 95496 w 549933"/>
                <a:gd name="connsiteY299" fmla="*/ 67683 h 759650"/>
                <a:gd name="connsiteX300" fmla="*/ 93308 w 549933"/>
                <a:gd name="connsiteY300" fmla="*/ 68558 h 759650"/>
                <a:gd name="connsiteX301" fmla="*/ 90683 w 549933"/>
                <a:gd name="connsiteY301" fmla="*/ 68019 h 759650"/>
                <a:gd name="connsiteX302" fmla="*/ 90044 w 549933"/>
                <a:gd name="connsiteY302" fmla="*/ 65194 h 759650"/>
                <a:gd name="connsiteX303" fmla="*/ 87654 w 549933"/>
                <a:gd name="connsiteY303" fmla="*/ 63444 h 759650"/>
                <a:gd name="connsiteX304" fmla="*/ 85467 w 549933"/>
                <a:gd name="connsiteY304" fmla="*/ 66371 h 759650"/>
                <a:gd name="connsiteX305" fmla="*/ 84491 w 549933"/>
                <a:gd name="connsiteY305" fmla="*/ 67784 h 759650"/>
                <a:gd name="connsiteX306" fmla="*/ 82000 w 549933"/>
                <a:gd name="connsiteY306" fmla="*/ 65833 h 759650"/>
                <a:gd name="connsiteX307" fmla="*/ 81024 w 549933"/>
                <a:gd name="connsiteY307" fmla="*/ 64319 h 759650"/>
                <a:gd name="connsiteX308" fmla="*/ 79611 w 549933"/>
                <a:gd name="connsiteY308" fmla="*/ 64117 h 759650"/>
                <a:gd name="connsiteX309" fmla="*/ 76683 w 549933"/>
                <a:gd name="connsiteY309" fmla="*/ 64756 h 759650"/>
                <a:gd name="connsiteX310" fmla="*/ 75707 w 549933"/>
                <a:gd name="connsiteY310" fmla="*/ 66808 h 759650"/>
                <a:gd name="connsiteX311" fmla="*/ 75168 w 549933"/>
                <a:gd name="connsiteY311" fmla="*/ 68995 h 759650"/>
                <a:gd name="connsiteX312" fmla="*/ 74092 w 549933"/>
                <a:gd name="connsiteY312" fmla="*/ 70744 h 759650"/>
                <a:gd name="connsiteX313" fmla="*/ 71803 w 549933"/>
                <a:gd name="connsiteY313" fmla="*/ 71619 h 759650"/>
                <a:gd name="connsiteX314" fmla="*/ 70053 w 549933"/>
                <a:gd name="connsiteY314" fmla="*/ 72931 h 759650"/>
                <a:gd name="connsiteX315" fmla="*/ 70053 w 549933"/>
                <a:gd name="connsiteY315" fmla="*/ 75656 h 759650"/>
                <a:gd name="connsiteX316" fmla="*/ 71467 w 549933"/>
                <a:gd name="connsiteY316" fmla="*/ 77708 h 759650"/>
                <a:gd name="connsiteX317" fmla="*/ 72106 w 549933"/>
                <a:gd name="connsiteY317" fmla="*/ 78919 h 759650"/>
                <a:gd name="connsiteX318" fmla="*/ 73418 w 549933"/>
                <a:gd name="connsiteY318" fmla="*/ 79894 h 759650"/>
                <a:gd name="connsiteX319" fmla="*/ 74395 w 549933"/>
                <a:gd name="connsiteY319" fmla="*/ 81744 h 759650"/>
                <a:gd name="connsiteX320" fmla="*/ 74192 w 549933"/>
                <a:gd name="connsiteY320" fmla="*/ 84234 h 759650"/>
                <a:gd name="connsiteX321" fmla="*/ 73856 w 549933"/>
                <a:gd name="connsiteY321" fmla="*/ 85310 h 759650"/>
                <a:gd name="connsiteX322" fmla="*/ 72543 w 549933"/>
                <a:gd name="connsiteY322" fmla="*/ 86824 h 759650"/>
                <a:gd name="connsiteX323" fmla="*/ 71029 w 549933"/>
                <a:gd name="connsiteY323" fmla="*/ 87026 h 759650"/>
                <a:gd name="connsiteX324" fmla="*/ 67765 w 549933"/>
                <a:gd name="connsiteY324" fmla="*/ 86925 h 759650"/>
                <a:gd name="connsiteX325" fmla="*/ 64937 w 549933"/>
                <a:gd name="connsiteY325" fmla="*/ 87026 h 759650"/>
                <a:gd name="connsiteX326" fmla="*/ 61134 w 549933"/>
                <a:gd name="connsiteY326" fmla="*/ 87261 h 759650"/>
                <a:gd name="connsiteX327" fmla="*/ 58409 w 549933"/>
                <a:gd name="connsiteY327" fmla="*/ 88136 h 759650"/>
                <a:gd name="connsiteX328" fmla="*/ 55918 w 549933"/>
                <a:gd name="connsiteY328" fmla="*/ 89347 h 759650"/>
                <a:gd name="connsiteX329" fmla="*/ 53731 w 549933"/>
                <a:gd name="connsiteY329" fmla="*/ 92173 h 759650"/>
                <a:gd name="connsiteX330" fmla="*/ 51678 w 549933"/>
                <a:gd name="connsiteY330" fmla="*/ 94561 h 759650"/>
                <a:gd name="connsiteX331" fmla="*/ 49826 w 549933"/>
                <a:gd name="connsiteY331" fmla="*/ 97488 h 759650"/>
                <a:gd name="connsiteX332" fmla="*/ 48177 w 549933"/>
                <a:gd name="connsiteY332" fmla="*/ 101087 h 759650"/>
                <a:gd name="connsiteX333" fmla="*/ 48581 w 549933"/>
                <a:gd name="connsiteY333" fmla="*/ 104115 h 759650"/>
                <a:gd name="connsiteX334" fmla="*/ 47403 w 549933"/>
                <a:gd name="connsiteY334" fmla="*/ 106503 h 759650"/>
                <a:gd name="connsiteX335" fmla="*/ 47403 w 549933"/>
                <a:gd name="connsiteY335" fmla="*/ 108656 h 759650"/>
                <a:gd name="connsiteX336" fmla="*/ 48951 w 549933"/>
                <a:gd name="connsiteY336" fmla="*/ 110708 h 759650"/>
                <a:gd name="connsiteX337" fmla="*/ 48548 w 549933"/>
                <a:gd name="connsiteY337" fmla="*/ 112289 h 759650"/>
                <a:gd name="connsiteX338" fmla="*/ 47807 w 549933"/>
                <a:gd name="connsiteY338" fmla="*/ 114577 h 759650"/>
                <a:gd name="connsiteX339" fmla="*/ 48884 w 549933"/>
                <a:gd name="connsiteY339" fmla="*/ 117571 h 759650"/>
                <a:gd name="connsiteX340" fmla="*/ 49557 w 549933"/>
                <a:gd name="connsiteY340" fmla="*/ 119959 h 759650"/>
                <a:gd name="connsiteX341" fmla="*/ 50534 w 549933"/>
                <a:gd name="connsiteY341" fmla="*/ 124097 h 759650"/>
                <a:gd name="connsiteX342" fmla="*/ 50735 w 549933"/>
                <a:gd name="connsiteY342" fmla="*/ 126552 h 759650"/>
                <a:gd name="connsiteX343" fmla="*/ 51173 w 549933"/>
                <a:gd name="connsiteY343" fmla="*/ 130791 h 759650"/>
                <a:gd name="connsiteX344" fmla="*/ 52048 w 549933"/>
                <a:gd name="connsiteY344" fmla="*/ 133886 h 759650"/>
                <a:gd name="connsiteX345" fmla="*/ 51139 w 549933"/>
                <a:gd name="connsiteY345" fmla="*/ 135097 h 759650"/>
                <a:gd name="connsiteX346" fmla="*/ 48481 w 549933"/>
                <a:gd name="connsiteY346" fmla="*/ 134760 h 759650"/>
                <a:gd name="connsiteX347" fmla="*/ 44678 w 549933"/>
                <a:gd name="connsiteY347" fmla="*/ 132305 h 759650"/>
                <a:gd name="connsiteX348" fmla="*/ 39831 w 549933"/>
                <a:gd name="connsiteY348" fmla="*/ 134088 h 759650"/>
                <a:gd name="connsiteX349" fmla="*/ 34413 w 549933"/>
                <a:gd name="connsiteY349" fmla="*/ 133448 h 759650"/>
                <a:gd name="connsiteX350" fmla="*/ 31788 w 549933"/>
                <a:gd name="connsiteY350" fmla="*/ 134962 h 759650"/>
                <a:gd name="connsiteX351" fmla="*/ 28321 w 549933"/>
                <a:gd name="connsiteY351" fmla="*/ 137788 h 759650"/>
                <a:gd name="connsiteX352" fmla="*/ 22432 w 549933"/>
                <a:gd name="connsiteY352" fmla="*/ 143439 h 759650"/>
                <a:gd name="connsiteX353" fmla="*/ 21119 w 549933"/>
                <a:gd name="connsiteY353" fmla="*/ 145626 h 759650"/>
                <a:gd name="connsiteX354" fmla="*/ 20042 w 549933"/>
                <a:gd name="connsiteY354" fmla="*/ 148014 h 759650"/>
                <a:gd name="connsiteX355" fmla="*/ 21792 w 549933"/>
                <a:gd name="connsiteY355" fmla="*/ 150201 h 759650"/>
                <a:gd name="connsiteX356" fmla="*/ 22869 w 549933"/>
                <a:gd name="connsiteY356" fmla="*/ 150840 h 759650"/>
                <a:gd name="connsiteX357" fmla="*/ 26773 w 549933"/>
                <a:gd name="connsiteY357" fmla="*/ 151042 h 759650"/>
                <a:gd name="connsiteX358" fmla="*/ 29937 w 549933"/>
                <a:gd name="connsiteY358" fmla="*/ 152556 h 759650"/>
                <a:gd name="connsiteX359" fmla="*/ 31788 w 549933"/>
                <a:gd name="connsiteY359" fmla="*/ 156054 h 759650"/>
                <a:gd name="connsiteX360" fmla="*/ 31788 w 549933"/>
                <a:gd name="connsiteY360" fmla="*/ 160831 h 759650"/>
                <a:gd name="connsiteX361" fmla="*/ 28961 w 549933"/>
                <a:gd name="connsiteY361" fmla="*/ 162345 h 759650"/>
                <a:gd name="connsiteX362" fmla="*/ 29836 w 549933"/>
                <a:gd name="connsiteY362" fmla="*/ 166045 h 759650"/>
                <a:gd name="connsiteX363" fmla="*/ 31586 w 549933"/>
                <a:gd name="connsiteY363" fmla="*/ 166281 h 759650"/>
                <a:gd name="connsiteX364" fmla="*/ 34211 w 549933"/>
                <a:gd name="connsiteY364" fmla="*/ 166483 h 759650"/>
                <a:gd name="connsiteX365" fmla="*/ 35826 w 549933"/>
                <a:gd name="connsiteY365" fmla="*/ 167795 h 759650"/>
                <a:gd name="connsiteX366" fmla="*/ 37038 w 549933"/>
                <a:gd name="connsiteY366" fmla="*/ 170385 h 759650"/>
                <a:gd name="connsiteX367" fmla="*/ 37038 w 549933"/>
                <a:gd name="connsiteY367" fmla="*/ 173009 h 759650"/>
                <a:gd name="connsiteX368" fmla="*/ 34009 w 549933"/>
                <a:gd name="connsiteY368" fmla="*/ 175868 h 759650"/>
                <a:gd name="connsiteX369" fmla="*/ 31821 w 549933"/>
                <a:gd name="connsiteY369" fmla="*/ 177146 h 759650"/>
                <a:gd name="connsiteX370" fmla="*/ 28557 w 549933"/>
                <a:gd name="connsiteY370" fmla="*/ 178223 h 759650"/>
                <a:gd name="connsiteX371" fmla="*/ 27480 w 549933"/>
                <a:gd name="connsiteY371" fmla="*/ 178862 h 759650"/>
                <a:gd name="connsiteX372" fmla="*/ 25090 w 549933"/>
                <a:gd name="connsiteY372" fmla="*/ 180174 h 759650"/>
                <a:gd name="connsiteX373" fmla="*/ 23576 w 549933"/>
                <a:gd name="connsiteY373" fmla="*/ 182125 h 759650"/>
                <a:gd name="connsiteX374" fmla="*/ 21759 w 549933"/>
                <a:gd name="connsiteY374" fmla="*/ 185758 h 759650"/>
                <a:gd name="connsiteX375" fmla="*/ 21389 w 549933"/>
                <a:gd name="connsiteY375" fmla="*/ 187945 h 759650"/>
                <a:gd name="connsiteX376" fmla="*/ 21389 w 549933"/>
                <a:gd name="connsiteY376" fmla="*/ 190400 h 759650"/>
                <a:gd name="connsiteX377" fmla="*/ 23273 w 549933"/>
                <a:gd name="connsiteY377" fmla="*/ 190972 h 759650"/>
                <a:gd name="connsiteX378" fmla="*/ 26033 w 549933"/>
                <a:gd name="connsiteY378" fmla="*/ 192419 h 759650"/>
                <a:gd name="connsiteX379" fmla="*/ 27615 w 549933"/>
                <a:gd name="connsiteY379" fmla="*/ 193428 h 759650"/>
                <a:gd name="connsiteX380" fmla="*/ 28490 w 549933"/>
                <a:gd name="connsiteY380" fmla="*/ 194605 h 759650"/>
                <a:gd name="connsiteX381" fmla="*/ 29365 w 549933"/>
                <a:gd name="connsiteY381" fmla="*/ 196926 h 759650"/>
                <a:gd name="connsiteX382" fmla="*/ 31250 w 549933"/>
                <a:gd name="connsiteY382" fmla="*/ 198945 h 759650"/>
                <a:gd name="connsiteX383" fmla="*/ 34413 w 549933"/>
                <a:gd name="connsiteY383" fmla="*/ 201703 h 759650"/>
                <a:gd name="connsiteX384" fmla="*/ 37139 w 549933"/>
                <a:gd name="connsiteY384" fmla="*/ 205605 h 759650"/>
                <a:gd name="connsiteX385" fmla="*/ 40067 w 549933"/>
                <a:gd name="connsiteY385" fmla="*/ 209743 h 759650"/>
                <a:gd name="connsiteX386" fmla="*/ 41043 w 549933"/>
                <a:gd name="connsiteY386" fmla="*/ 213107 h 759650"/>
                <a:gd name="connsiteX387" fmla="*/ 42120 w 549933"/>
                <a:gd name="connsiteY387" fmla="*/ 217009 h 759650"/>
                <a:gd name="connsiteX388" fmla="*/ 43634 w 549933"/>
                <a:gd name="connsiteY388" fmla="*/ 221450 h 759650"/>
                <a:gd name="connsiteX389" fmla="*/ 45148 w 549933"/>
                <a:gd name="connsiteY389" fmla="*/ 223838 h 759650"/>
                <a:gd name="connsiteX390" fmla="*/ 46125 w 549933"/>
                <a:gd name="connsiteY390" fmla="*/ 227539 h 759650"/>
                <a:gd name="connsiteX391" fmla="*/ 46865 w 549933"/>
                <a:gd name="connsiteY391" fmla="*/ 229927 h 759650"/>
                <a:gd name="connsiteX392" fmla="*/ 50466 w 549933"/>
                <a:gd name="connsiteY392" fmla="*/ 232954 h 759650"/>
                <a:gd name="connsiteX393" fmla="*/ 53832 w 549933"/>
                <a:gd name="connsiteY393" fmla="*/ 235780 h 759650"/>
                <a:gd name="connsiteX394" fmla="*/ 56658 w 549933"/>
                <a:gd name="connsiteY394" fmla="*/ 237832 h 759650"/>
                <a:gd name="connsiteX395" fmla="*/ 60024 w 549933"/>
                <a:gd name="connsiteY395" fmla="*/ 241297 h 759650"/>
                <a:gd name="connsiteX396" fmla="*/ 61101 w 549933"/>
                <a:gd name="connsiteY396" fmla="*/ 244022 h 759650"/>
                <a:gd name="connsiteX397" fmla="*/ 61438 w 549933"/>
                <a:gd name="connsiteY397" fmla="*/ 245973 h 759650"/>
                <a:gd name="connsiteX398" fmla="*/ 61438 w 549933"/>
                <a:gd name="connsiteY398" fmla="*/ 248698 h 759650"/>
                <a:gd name="connsiteX399" fmla="*/ 62077 w 549933"/>
                <a:gd name="connsiteY399" fmla="*/ 251860 h 759650"/>
                <a:gd name="connsiteX400" fmla="*/ 62615 w 549933"/>
                <a:gd name="connsiteY400" fmla="*/ 257612 h 759650"/>
                <a:gd name="connsiteX401" fmla="*/ 63692 w 549933"/>
                <a:gd name="connsiteY401" fmla="*/ 262187 h 759650"/>
                <a:gd name="connsiteX402" fmla="*/ 62481 w 549933"/>
                <a:gd name="connsiteY402" fmla="*/ 265955 h 759650"/>
                <a:gd name="connsiteX403" fmla="*/ 64433 w 549933"/>
                <a:gd name="connsiteY403" fmla="*/ 269891 h 759650"/>
                <a:gd name="connsiteX404" fmla="*/ 66721 w 549933"/>
                <a:gd name="connsiteY404" fmla="*/ 269655 h 759650"/>
                <a:gd name="connsiteX405" fmla="*/ 69447 w 549933"/>
                <a:gd name="connsiteY405" fmla="*/ 269756 h 759650"/>
                <a:gd name="connsiteX406" fmla="*/ 74226 w 549933"/>
                <a:gd name="connsiteY406" fmla="*/ 270294 h 759650"/>
                <a:gd name="connsiteX407" fmla="*/ 76952 w 549933"/>
                <a:gd name="connsiteY407" fmla="*/ 271001 h 759650"/>
                <a:gd name="connsiteX408" fmla="*/ 80755 w 549933"/>
                <a:gd name="connsiteY408" fmla="*/ 271169 h 759650"/>
                <a:gd name="connsiteX409" fmla="*/ 81294 w 549933"/>
                <a:gd name="connsiteY409" fmla="*/ 271169 h 759650"/>
                <a:gd name="connsiteX410" fmla="*/ 82707 w 549933"/>
                <a:gd name="connsiteY410" fmla="*/ 273221 h 759650"/>
                <a:gd name="connsiteX411" fmla="*/ 82472 w 549933"/>
                <a:gd name="connsiteY411" fmla="*/ 273995 h 759650"/>
                <a:gd name="connsiteX412" fmla="*/ 79308 w 549933"/>
                <a:gd name="connsiteY412" fmla="*/ 275071 h 759650"/>
                <a:gd name="connsiteX413" fmla="*/ 77558 w 549933"/>
                <a:gd name="connsiteY413" fmla="*/ 277561 h 759650"/>
                <a:gd name="connsiteX414" fmla="*/ 75371 w 549933"/>
                <a:gd name="connsiteY414" fmla="*/ 278536 h 759650"/>
                <a:gd name="connsiteX415" fmla="*/ 72981 w 549933"/>
                <a:gd name="connsiteY415" fmla="*/ 279747 h 759650"/>
                <a:gd name="connsiteX416" fmla="*/ 65139 w 549933"/>
                <a:gd name="connsiteY416" fmla="*/ 283347 h 759650"/>
                <a:gd name="connsiteX417" fmla="*/ 57534 w 549933"/>
                <a:gd name="connsiteY417" fmla="*/ 284423 h 759650"/>
                <a:gd name="connsiteX418" fmla="*/ 55346 w 549933"/>
                <a:gd name="connsiteY418" fmla="*/ 285836 h 759650"/>
                <a:gd name="connsiteX419" fmla="*/ 51846 w 549933"/>
                <a:gd name="connsiteY419" fmla="*/ 288561 h 759650"/>
                <a:gd name="connsiteX420" fmla="*/ 42928 w 549933"/>
                <a:gd name="connsiteY420" fmla="*/ 288561 h 759650"/>
                <a:gd name="connsiteX421" fmla="*/ 43567 w 549933"/>
                <a:gd name="connsiteY421" fmla="*/ 294010 h 759650"/>
                <a:gd name="connsiteX422" fmla="*/ 44004 w 549933"/>
                <a:gd name="connsiteY422" fmla="*/ 298585 h 759650"/>
                <a:gd name="connsiteX423" fmla="*/ 42692 w 549933"/>
                <a:gd name="connsiteY423" fmla="*/ 299662 h 759650"/>
                <a:gd name="connsiteX424" fmla="*/ 38351 w 549933"/>
                <a:gd name="connsiteY424" fmla="*/ 299023 h 759650"/>
                <a:gd name="connsiteX425" fmla="*/ 35725 w 549933"/>
                <a:gd name="connsiteY425" fmla="*/ 298585 h 759650"/>
                <a:gd name="connsiteX426" fmla="*/ 33774 w 549933"/>
                <a:gd name="connsiteY426" fmla="*/ 299897 h 759650"/>
                <a:gd name="connsiteX427" fmla="*/ 31586 w 549933"/>
                <a:gd name="connsiteY427" fmla="*/ 305986 h 759650"/>
                <a:gd name="connsiteX428" fmla="*/ 32899 w 549933"/>
                <a:gd name="connsiteY428" fmla="*/ 310763 h 759650"/>
                <a:gd name="connsiteX429" fmla="*/ 37038 w 549933"/>
                <a:gd name="connsiteY429" fmla="*/ 314026 h 759650"/>
                <a:gd name="connsiteX430" fmla="*/ 40505 w 549933"/>
                <a:gd name="connsiteY430" fmla="*/ 314665 h 759650"/>
                <a:gd name="connsiteX431" fmla="*/ 42894 w 549933"/>
                <a:gd name="connsiteY431" fmla="*/ 314665 h 759650"/>
                <a:gd name="connsiteX432" fmla="*/ 44644 w 549933"/>
                <a:gd name="connsiteY432" fmla="*/ 316616 h 759650"/>
                <a:gd name="connsiteX433" fmla="*/ 45721 w 549933"/>
                <a:gd name="connsiteY433" fmla="*/ 318366 h 759650"/>
                <a:gd name="connsiteX434" fmla="*/ 51610 w 549933"/>
                <a:gd name="connsiteY434" fmla="*/ 320956 h 759650"/>
                <a:gd name="connsiteX435" fmla="*/ 55952 w 549933"/>
                <a:gd name="connsiteY435" fmla="*/ 322470 h 759650"/>
                <a:gd name="connsiteX436" fmla="*/ 62043 w 549933"/>
                <a:gd name="connsiteY436" fmla="*/ 322907 h 759650"/>
                <a:gd name="connsiteX437" fmla="*/ 65947 w 549933"/>
                <a:gd name="connsiteY437" fmla="*/ 323445 h 759650"/>
                <a:gd name="connsiteX438" fmla="*/ 70962 w 549933"/>
                <a:gd name="connsiteY438" fmla="*/ 323344 h 759650"/>
                <a:gd name="connsiteX439" fmla="*/ 74226 w 549933"/>
                <a:gd name="connsiteY439" fmla="*/ 323344 h 759650"/>
                <a:gd name="connsiteX440" fmla="*/ 75303 w 549933"/>
                <a:gd name="connsiteY440" fmla="*/ 323781 h 759650"/>
                <a:gd name="connsiteX441" fmla="*/ 76178 w 549933"/>
                <a:gd name="connsiteY441" fmla="*/ 325531 h 759650"/>
                <a:gd name="connsiteX442" fmla="*/ 78130 w 549933"/>
                <a:gd name="connsiteY442" fmla="*/ 328357 h 759650"/>
                <a:gd name="connsiteX443" fmla="*/ 77895 w 549933"/>
                <a:gd name="connsiteY443" fmla="*/ 331182 h 759650"/>
                <a:gd name="connsiteX444" fmla="*/ 76818 w 549933"/>
                <a:gd name="connsiteY444" fmla="*/ 334008 h 759650"/>
                <a:gd name="connsiteX445" fmla="*/ 76178 w 549933"/>
                <a:gd name="connsiteY445" fmla="*/ 334883 h 759650"/>
                <a:gd name="connsiteX446" fmla="*/ 73991 w 549933"/>
                <a:gd name="connsiteY446" fmla="*/ 338785 h 759650"/>
                <a:gd name="connsiteX447" fmla="*/ 73856 w 549933"/>
                <a:gd name="connsiteY447" fmla="*/ 340299 h 759650"/>
                <a:gd name="connsiteX448" fmla="*/ 75101 w 549933"/>
                <a:gd name="connsiteY448" fmla="*/ 343326 h 759650"/>
                <a:gd name="connsiteX449" fmla="*/ 75101 w 549933"/>
                <a:gd name="connsiteY449" fmla="*/ 346791 h 759650"/>
                <a:gd name="connsiteX450" fmla="*/ 76246 w 549933"/>
                <a:gd name="connsiteY450" fmla="*/ 348103 h 759650"/>
                <a:gd name="connsiteX451" fmla="*/ 77390 w 549933"/>
                <a:gd name="connsiteY451" fmla="*/ 350727 h 759650"/>
                <a:gd name="connsiteX452" fmla="*/ 81159 w 549933"/>
                <a:gd name="connsiteY452" fmla="*/ 352308 h 759650"/>
                <a:gd name="connsiteX453" fmla="*/ 82472 w 549933"/>
                <a:gd name="connsiteY453" fmla="*/ 352443 h 759650"/>
                <a:gd name="connsiteX454" fmla="*/ 83784 w 549933"/>
                <a:gd name="connsiteY454" fmla="*/ 354326 h 759650"/>
                <a:gd name="connsiteX455" fmla="*/ 85803 w 549933"/>
                <a:gd name="connsiteY455" fmla="*/ 356647 h 759650"/>
                <a:gd name="connsiteX456" fmla="*/ 86106 w 549933"/>
                <a:gd name="connsiteY456" fmla="*/ 358834 h 759650"/>
                <a:gd name="connsiteX457" fmla="*/ 86981 w 549933"/>
                <a:gd name="connsiteY457" fmla="*/ 362030 h 759650"/>
                <a:gd name="connsiteX458" fmla="*/ 86409 w 549933"/>
                <a:gd name="connsiteY458" fmla="*/ 366369 h 759650"/>
                <a:gd name="connsiteX459" fmla="*/ 86275 w 549933"/>
                <a:gd name="connsiteY459" fmla="*/ 367984 h 759650"/>
                <a:gd name="connsiteX460" fmla="*/ 85265 w 549933"/>
                <a:gd name="connsiteY460" fmla="*/ 370574 h 759650"/>
                <a:gd name="connsiteX461" fmla="*/ 83515 w 549933"/>
                <a:gd name="connsiteY461" fmla="*/ 376091 h 759650"/>
                <a:gd name="connsiteX462" fmla="*/ 82068 w 549933"/>
                <a:gd name="connsiteY462" fmla="*/ 376966 h 759650"/>
                <a:gd name="connsiteX463" fmla="*/ 79611 w 549933"/>
                <a:gd name="connsiteY463" fmla="*/ 377975 h 759650"/>
                <a:gd name="connsiteX464" fmla="*/ 79174 w 549933"/>
                <a:gd name="connsiteY464" fmla="*/ 380733 h 759650"/>
                <a:gd name="connsiteX465" fmla="*/ 80486 w 549933"/>
                <a:gd name="connsiteY465" fmla="*/ 383357 h 759650"/>
                <a:gd name="connsiteX466" fmla="*/ 81058 w 549933"/>
                <a:gd name="connsiteY466" fmla="*/ 385376 h 759650"/>
                <a:gd name="connsiteX467" fmla="*/ 80351 w 549933"/>
                <a:gd name="connsiteY467" fmla="*/ 387260 h 759650"/>
                <a:gd name="connsiteX468" fmla="*/ 78332 w 549933"/>
                <a:gd name="connsiteY468" fmla="*/ 388571 h 759650"/>
                <a:gd name="connsiteX469" fmla="*/ 77625 w 549933"/>
                <a:gd name="connsiteY469" fmla="*/ 389143 h 759650"/>
                <a:gd name="connsiteX470" fmla="*/ 79207 w 549933"/>
                <a:gd name="connsiteY470" fmla="*/ 393214 h 759650"/>
                <a:gd name="connsiteX471" fmla="*/ 80890 w 549933"/>
                <a:gd name="connsiteY471" fmla="*/ 397116 h 759650"/>
                <a:gd name="connsiteX472" fmla="*/ 83851 w 549933"/>
                <a:gd name="connsiteY472" fmla="*/ 400581 h 759650"/>
                <a:gd name="connsiteX473" fmla="*/ 83851 w 549933"/>
                <a:gd name="connsiteY473" fmla="*/ 402397 h 759650"/>
                <a:gd name="connsiteX474" fmla="*/ 82102 w 549933"/>
                <a:gd name="connsiteY474" fmla="*/ 402498 h 759650"/>
                <a:gd name="connsiteX475" fmla="*/ 77625 w 549933"/>
                <a:gd name="connsiteY475" fmla="*/ 404651 h 759650"/>
                <a:gd name="connsiteX476" fmla="*/ 75168 w 549933"/>
                <a:gd name="connsiteY476" fmla="*/ 405660 h 759650"/>
                <a:gd name="connsiteX477" fmla="*/ 71264 w 549933"/>
                <a:gd name="connsiteY477" fmla="*/ 407847 h 759650"/>
                <a:gd name="connsiteX478" fmla="*/ 68236 w 549933"/>
                <a:gd name="connsiteY478" fmla="*/ 411043 h 759650"/>
                <a:gd name="connsiteX479" fmla="*/ 65644 w 549933"/>
                <a:gd name="connsiteY479" fmla="*/ 413061 h 759650"/>
                <a:gd name="connsiteX480" fmla="*/ 62009 w 549933"/>
                <a:gd name="connsiteY480" fmla="*/ 414070 h 759650"/>
                <a:gd name="connsiteX481" fmla="*/ 59250 w 549933"/>
                <a:gd name="connsiteY481" fmla="*/ 417098 h 759650"/>
                <a:gd name="connsiteX482" fmla="*/ 56793 w 549933"/>
                <a:gd name="connsiteY482" fmla="*/ 417098 h 759650"/>
                <a:gd name="connsiteX483" fmla="*/ 50702 w 549933"/>
                <a:gd name="connsiteY483" fmla="*/ 410874 h 759650"/>
                <a:gd name="connsiteX484" fmla="*/ 47067 w 549933"/>
                <a:gd name="connsiteY484" fmla="*/ 407679 h 759650"/>
                <a:gd name="connsiteX485" fmla="*/ 42995 w 549933"/>
                <a:gd name="connsiteY485" fmla="*/ 407242 h 759650"/>
                <a:gd name="connsiteX486" fmla="*/ 38956 w 549933"/>
                <a:gd name="connsiteY486" fmla="*/ 409697 h 759650"/>
                <a:gd name="connsiteX487" fmla="*/ 33740 w 549933"/>
                <a:gd name="connsiteY487" fmla="*/ 413162 h 759650"/>
                <a:gd name="connsiteX488" fmla="*/ 32999 w 549933"/>
                <a:gd name="connsiteY488" fmla="*/ 415483 h 759650"/>
                <a:gd name="connsiteX489" fmla="*/ 31148 w 549933"/>
                <a:gd name="connsiteY489" fmla="*/ 416526 h 759650"/>
                <a:gd name="connsiteX490" fmla="*/ 30408 w 549933"/>
                <a:gd name="connsiteY490" fmla="*/ 416930 h 759650"/>
                <a:gd name="connsiteX491" fmla="*/ 26638 w 549933"/>
                <a:gd name="connsiteY491" fmla="*/ 418040 h 759650"/>
                <a:gd name="connsiteX492" fmla="*/ 25461 w 549933"/>
                <a:gd name="connsiteY492" fmla="*/ 420697 h 759650"/>
                <a:gd name="connsiteX493" fmla="*/ 21691 w 549933"/>
                <a:gd name="connsiteY493" fmla="*/ 424465 h 759650"/>
                <a:gd name="connsiteX494" fmla="*/ 19235 w 549933"/>
                <a:gd name="connsiteY494" fmla="*/ 426921 h 759650"/>
                <a:gd name="connsiteX495" fmla="*/ 19975 w 549933"/>
                <a:gd name="connsiteY495" fmla="*/ 430116 h 759650"/>
                <a:gd name="connsiteX496" fmla="*/ 22163 w 549933"/>
                <a:gd name="connsiteY496" fmla="*/ 433447 h 759650"/>
                <a:gd name="connsiteX497" fmla="*/ 24485 w 549933"/>
                <a:gd name="connsiteY497" fmla="*/ 436340 h 759650"/>
                <a:gd name="connsiteX498" fmla="*/ 27244 w 549933"/>
                <a:gd name="connsiteY498" fmla="*/ 438964 h 759650"/>
                <a:gd name="connsiteX499" fmla="*/ 30004 w 549933"/>
                <a:gd name="connsiteY499" fmla="*/ 442731 h 759650"/>
                <a:gd name="connsiteX500" fmla="*/ 30307 w 549933"/>
                <a:gd name="connsiteY500" fmla="*/ 445052 h 759650"/>
                <a:gd name="connsiteX501" fmla="*/ 29432 w 549933"/>
                <a:gd name="connsiteY501" fmla="*/ 448248 h 759650"/>
                <a:gd name="connsiteX502" fmla="*/ 28288 w 549933"/>
                <a:gd name="connsiteY502" fmla="*/ 453462 h 759650"/>
                <a:gd name="connsiteX503" fmla="*/ 24215 w 549933"/>
                <a:gd name="connsiteY503" fmla="*/ 456355 h 759650"/>
                <a:gd name="connsiteX504" fmla="*/ 18562 w 549933"/>
                <a:gd name="connsiteY504" fmla="*/ 459551 h 759650"/>
                <a:gd name="connsiteX505" fmla="*/ 17552 w 549933"/>
                <a:gd name="connsiteY505" fmla="*/ 462444 h 759650"/>
                <a:gd name="connsiteX506" fmla="*/ 16812 w 549933"/>
                <a:gd name="connsiteY506" fmla="*/ 464463 h 759650"/>
                <a:gd name="connsiteX507" fmla="*/ 12335 w 549933"/>
                <a:gd name="connsiteY507" fmla="*/ 465606 h 759650"/>
                <a:gd name="connsiteX508" fmla="*/ 9441 w 549933"/>
                <a:gd name="connsiteY508" fmla="*/ 466615 h 759650"/>
                <a:gd name="connsiteX509" fmla="*/ 4797 w 549933"/>
                <a:gd name="connsiteY509" fmla="*/ 469340 h 759650"/>
                <a:gd name="connsiteX510" fmla="*/ 2980 w 549933"/>
                <a:gd name="connsiteY510" fmla="*/ 472233 h 759650"/>
                <a:gd name="connsiteX511" fmla="*/ 2172 w 549933"/>
                <a:gd name="connsiteY511" fmla="*/ 476304 h 759650"/>
                <a:gd name="connsiteX512" fmla="*/ 2172 w 549933"/>
                <a:gd name="connsiteY512" fmla="*/ 480643 h 759650"/>
                <a:gd name="connsiteX513" fmla="*/ 2912 w 549933"/>
                <a:gd name="connsiteY513" fmla="*/ 486732 h 759650"/>
                <a:gd name="connsiteX514" fmla="*/ 3787 w 549933"/>
                <a:gd name="connsiteY514" fmla="*/ 490769 h 759650"/>
                <a:gd name="connsiteX515" fmla="*/ 4056 w 549933"/>
                <a:gd name="connsiteY515" fmla="*/ 493527 h 759650"/>
                <a:gd name="connsiteX516" fmla="*/ 3047 w 549933"/>
                <a:gd name="connsiteY516" fmla="*/ 496555 h 759650"/>
                <a:gd name="connsiteX517" fmla="*/ 18 w 549933"/>
                <a:gd name="connsiteY517" fmla="*/ 500322 h 759650"/>
                <a:gd name="connsiteX518" fmla="*/ 3350 w 549933"/>
                <a:gd name="connsiteY518" fmla="*/ 505234 h 759650"/>
                <a:gd name="connsiteX519" fmla="*/ 4662 w 549933"/>
                <a:gd name="connsiteY519" fmla="*/ 508261 h 759650"/>
                <a:gd name="connsiteX520" fmla="*/ 7994 w 549933"/>
                <a:gd name="connsiteY520" fmla="*/ 510448 h 759650"/>
                <a:gd name="connsiteX521" fmla="*/ 11191 w 549933"/>
                <a:gd name="connsiteY521" fmla="*/ 512769 h 759650"/>
                <a:gd name="connsiteX522" fmla="*/ 14826 w 549933"/>
                <a:gd name="connsiteY522" fmla="*/ 513778 h 759650"/>
                <a:gd name="connsiteX523" fmla="*/ 18158 w 549933"/>
                <a:gd name="connsiteY523" fmla="*/ 512769 h 759650"/>
                <a:gd name="connsiteX524" fmla="*/ 18730 w 549933"/>
                <a:gd name="connsiteY524" fmla="*/ 512769 h 759650"/>
                <a:gd name="connsiteX525" fmla="*/ 21624 w 549933"/>
                <a:gd name="connsiteY525" fmla="*/ 512971 h 759650"/>
                <a:gd name="connsiteX526" fmla="*/ 25696 w 549933"/>
                <a:gd name="connsiteY526" fmla="*/ 517983 h 759650"/>
                <a:gd name="connsiteX527" fmla="*/ 29163 w 549933"/>
                <a:gd name="connsiteY527" fmla="*/ 517983 h 759650"/>
                <a:gd name="connsiteX528" fmla="*/ 31653 w 549933"/>
                <a:gd name="connsiteY528" fmla="*/ 517445 h 759650"/>
                <a:gd name="connsiteX529" fmla="*/ 33504 w 549933"/>
                <a:gd name="connsiteY529" fmla="*/ 517983 h 759650"/>
                <a:gd name="connsiteX530" fmla="*/ 33504 w 549933"/>
                <a:gd name="connsiteY530" fmla="*/ 520607 h 759650"/>
                <a:gd name="connsiteX531" fmla="*/ 33067 w 549933"/>
                <a:gd name="connsiteY531" fmla="*/ 523870 h 759650"/>
                <a:gd name="connsiteX532" fmla="*/ 32427 w 549933"/>
                <a:gd name="connsiteY532" fmla="*/ 525485 h 759650"/>
                <a:gd name="connsiteX533" fmla="*/ 31889 w 549933"/>
                <a:gd name="connsiteY533" fmla="*/ 528109 h 759650"/>
                <a:gd name="connsiteX534" fmla="*/ 31990 w 549933"/>
                <a:gd name="connsiteY534" fmla="*/ 530834 h 759650"/>
                <a:gd name="connsiteX535" fmla="*/ 34278 w 549933"/>
                <a:gd name="connsiteY535" fmla="*/ 534298 h 759650"/>
                <a:gd name="connsiteX536" fmla="*/ 36836 w 549933"/>
                <a:gd name="connsiteY536" fmla="*/ 536350 h 759650"/>
                <a:gd name="connsiteX537" fmla="*/ 37004 w 549933"/>
                <a:gd name="connsiteY537" fmla="*/ 539513 h 759650"/>
                <a:gd name="connsiteX538" fmla="*/ 37004 w 549933"/>
                <a:gd name="connsiteY538" fmla="*/ 543213 h 759650"/>
                <a:gd name="connsiteX539" fmla="*/ 38418 w 549933"/>
                <a:gd name="connsiteY539" fmla="*/ 545601 h 759650"/>
                <a:gd name="connsiteX540" fmla="*/ 40605 w 549933"/>
                <a:gd name="connsiteY540" fmla="*/ 548091 h 759650"/>
                <a:gd name="connsiteX541" fmla="*/ 42456 w 549933"/>
                <a:gd name="connsiteY541" fmla="*/ 550143 h 759650"/>
                <a:gd name="connsiteX542" fmla="*/ 43870 w 549933"/>
                <a:gd name="connsiteY542" fmla="*/ 551656 h 759650"/>
                <a:gd name="connsiteX543" fmla="*/ 46057 w 549933"/>
                <a:gd name="connsiteY543" fmla="*/ 553944 h 759650"/>
                <a:gd name="connsiteX544" fmla="*/ 48346 w 549933"/>
                <a:gd name="connsiteY544" fmla="*/ 557207 h 759650"/>
                <a:gd name="connsiteX545" fmla="*/ 48682 w 549933"/>
                <a:gd name="connsiteY545" fmla="*/ 559495 h 759650"/>
                <a:gd name="connsiteX546" fmla="*/ 49658 w 549933"/>
                <a:gd name="connsiteY546" fmla="*/ 560806 h 759650"/>
                <a:gd name="connsiteX547" fmla="*/ 49355 w 549933"/>
                <a:gd name="connsiteY547" fmla="*/ 563060 h 759650"/>
                <a:gd name="connsiteX548" fmla="*/ 49490 w 549933"/>
                <a:gd name="connsiteY548" fmla="*/ 565314 h 759650"/>
                <a:gd name="connsiteX549" fmla="*/ 52384 w 549933"/>
                <a:gd name="connsiteY549" fmla="*/ 566693 h 759650"/>
                <a:gd name="connsiteX550" fmla="*/ 53529 w 549933"/>
                <a:gd name="connsiteY550" fmla="*/ 566693 h 759650"/>
                <a:gd name="connsiteX551" fmla="*/ 56423 w 549933"/>
                <a:gd name="connsiteY551" fmla="*/ 568443 h 759650"/>
                <a:gd name="connsiteX552" fmla="*/ 59183 w 549933"/>
                <a:gd name="connsiteY552" fmla="*/ 570461 h 759650"/>
                <a:gd name="connsiteX553" fmla="*/ 61505 w 549933"/>
                <a:gd name="connsiteY553" fmla="*/ 573219 h 759650"/>
                <a:gd name="connsiteX554" fmla="*/ 61505 w 549933"/>
                <a:gd name="connsiteY554" fmla="*/ 575238 h 759650"/>
                <a:gd name="connsiteX555" fmla="*/ 60933 w 549933"/>
                <a:gd name="connsiteY555" fmla="*/ 578131 h 759650"/>
                <a:gd name="connsiteX556" fmla="*/ 60360 w 549933"/>
                <a:gd name="connsiteY556" fmla="*/ 581327 h 759650"/>
                <a:gd name="connsiteX557" fmla="*/ 59048 w 549933"/>
                <a:gd name="connsiteY557" fmla="*/ 587113 h 759650"/>
                <a:gd name="connsiteX558" fmla="*/ 56726 w 549933"/>
                <a:gd name="connsiteY558" fmla="*/ 590746 h 759650"/>
                <a:gd name="connsiteX559" fmla="*/ 55144 w 549933"/>
                <a:gd name="connsiteY559" fmla="*/ 595253 h 759650"/>
                <a:gd name="connsiteX560" fmla="*/ 53832 w 549933"/>
                <a:gd name="connsiteY560" fmla="*/ 598146 h 759650"/>
                <a:gd name="connsiteX561" fmla="*/ 51644 w 549933"/>
                <a:gd name="connsiteY561" fmla="*/ 599593 h 759650"/>
                <a:gd name="connsiteX562" fmla="*/ 49187 w 549933"/>
                <a:gd name="connsiteY562" fmla="*/ 602183 h 759650"/>
                <a:gd name="connsiteX563" fmla="*/ 46158 w 549933"/>
                <a:gd name="connsiteY563" fmla="*/ 604504 h 759650"/>
                <a:gd name="connsiteX564" fmla="*/ 44139 w 549933"/>
                <a:gd name="connsiteY564" fmla="*/ 607532 h 759650"/>
                <a:gd name="connsiteX565" fmla="*/ 44442 w 549933"/>
                <a:gd name="connsiteY565" fmla="*/ 610559 h 759650"/>
                <a:gd name="connsiteX566" fmla="*/ 48514 w 549933"/>
                <a:gd name="connsiteY566" fmla="*/ 614462 h 759650"/>
                <a:gd name="connsiteX567" fmla="*/ 46932 w 549933"/>
                <a:gd name="connsiteY567" fmla="*/ 616648 h 759650"/>
                <a:gd name="connsiteX568" fmla="*/ 43029 w 549933"/>
                <a:gd name="connsiteY568" fmla="*/ 618532 h 759650"/>
                <a:gd name="connsiteX569" fmla="*/ 38822 w 549933"/>
                <a:gd name="connsiteY569" fmla="*/ 622602 h 759650"/>
                <a:gd name="connsiteX570" fmla="*/ 36870 w 549933"/>
                <a:gd name="connsiteY570" fmla="*/ 628187 h 759650"/>
                <a:gd name="connsiteX571" fmla="*/ 34043 w 549933"/>
                <a:gd name="connsiteY571" fmla="*/ 633401 h 759650"/>
                <a:gd name="connsiteX572" fmla="*/ 30341 w 549933"/>
                <a:gd name="connsiteY572" fmla="*/ 637303 h 759650"/>
                <a:gd name="connsiteX573" fmla="*/ 28826 w 549933"/>
                <a:gd name="connsiteY573" fmla="*/ 641003 h 759650"/>
                <a:gd name="connsiteX574" fmla="*/ 28624 w 549933"/>
                <a:gd name="connsiteY574" fmla="*/ 646419 h 759650"/>
                <a:gd name="connsiteX575" fmla="*/ 29264 w 549933"/>
                <a:gd name="connsiteY575" fmla="*/ 652071 h 759650"/>
                <a:gd name="connsiteX576" fmla="*/ 31653 w 549933"/>
                <a:gd name="connsiteY576" fmla="*/ 653585 h 759650"/>
                <a:gd name="connsiteX577" fmla="*/ 29701 w 549933"/>
                <a:gd name="connsiteY577" fmla="*/ 659673 h 759650"/>
                <a:gd name="connsiteX578" fmla="*/ 30576 w 549933"/>
                <a:gd name="connsiteY578" fmla="*/ 664248 h 759650"/>
                <a:gd name="connsiteX579" fmla="*/ 30341 w 549933"/>
                <a:gd name="connsiteY579" fmla="*/ 667074 h 759650"/>
                <a:gd name="connsiteX580" fmla="*/ 28591 w 549933"/>
                <a:gd name="connsiteY580" fmla="*/ 667074 h 759650"/>
                <a:gd name="connsiteX581" fmla="*/ 25966 w 549933"/>
                <a:gd name="connsiteY581" fmla="*/ 667074 h 759650"/>
                <a:gd name="connsiteX582" fmla="*/ 22061 w 549933"/>
                <a:gd name="connsiteY582" fmla="*/ 668386 h 759650"/>
                <a:gd name="connsiteX583" fmla="*/ 17720 w 549933"/>
                <a:gd name="connsiteY583" fmla="*/ 669462 h 759650"/>
                <a:gd name="connsiteX584" fmla="*/ 18360 w 549933"/>
                <a:gd name="connsiteY584" fmla="*/ 672053 h 759650"/>
                <a:gd name="connsiteX585" fmla="*/ 19437 w 549933"/>
                <a:gd name="connsiteY585" fmla="*/ 674004 h 759650"/>
                <a:gd name="connsiteX586" fmla="*/ 16609 w 549933"/>
                <a:gd name="connsiteY586" fmla="*/ 677906 h 759650"/>
                <a:gd name="connsiteX587" fmla="*/ 11831 w 549933"/>
                <a:gd name="connsiteY587" fmla="*/ 677906 h 759650"/>
                <a:gd name="connsiteX588" fmla="*/ 8566 w 549933"/>
                <a:gd name="connsiteY588" fmla="*/ 680294 h 759650"/>
                <a:gd name="connsiteX589" fmla="*/ 4427 w 549933"/>
                <a:gd name="connsiteY589" fmla="*/ 682044 h 759650"/>
                <a:gd name="connsiteX590" fmla="*/ 3787 w 549933"/>
                <a:gd name="connsiteY590" fmla="*/ 685508 h 759650"/>
                <a:gd name="connsiteX591" fmla="*/ 9643 w 549933"/>
                <a:gd name="connsiteY591" fmla="*/ 688973 h 759650"/>
                <a:gd name="connsiteX592" fmla="*/ 9879 w 549933"/>
                <a:gd name="connsiteY592" fmla="*/ 690050 h 759650"/>
                <a:gd name="connsiteX593" fmla="*/ 4225 w 549933"/>
                <a:gd name="connsiteY593" fmla="*/ 692001 h 759650"/>
                <a:gd name="connsiteX594" fmla="*/ 4864 w 549933"/>
                <a:gd name="connsiteY594" fmla="*/ 695264 h 759650"/>
                <a:gd name="connsiteX595" fmla="*/ 8768 w 549933"/>
                <a:gd name="connsiteY595" fmla="*/ 698964 h 759650"/>
                <a:gd name="connsiteX596" fmla="*/ 12470 w 549933"/>
                <a:gd name="connsiteY596" fmla="*/ 703304 h 759650"/>
                <a:gd name="connsiteX597" fmla="*/ 14422 w 549933"/>
                <a:gd name="connsiteY597" fmla="*/ 705490 h 759650"/>
                <a:gd name="connsiteX598" fmla="*/ 14422 w 549933"/>
                <a:gd name="connsiteY598" fmla="*/ 709393 h 759650"/>
                <a:gd name="connsiteX599" fmla="*/ 14422 w 549933"/>
                <a:gd name="connsiteY599" fmla="*/ 713530 h 759650"/>
                <a:gd name="connsiteX600" fmla="*/ 19201 w 549933"/>
                <a:gd name="connsiteY600" fmla="*/ 717668 h 759650"/>
                <a:gd name="connsiteX601" fmla="*/ 26369 w 549933"/>
                <a:gd name="connsiteY601" fmla="*/ 723319 h 759650"/>
                <a:gd name="connsiteX602" fmla="*/ 30946 w 549933"/>
                <a:gd name="connsiteY602" fmla="*/ 724833 h 759650"/>
                <a:gd name="connsiteX603" fmla="*/ 31250 w 549933"/>
                <a:gd name="connsiteY603" fmla="*/ 729913 h 759650"/>
                <a:gd name="connsiteX604" fmla="*/ 34581 w 549933"/>
                <a:gd name="connsiteY604" fmla="*/ 728164 h 759650"/>
                <a:gd name="connsiteX605" fmla="*/ 36600 w 549933"/>
                <a:gd name="connsiteY605" fmla="*/ 727289 h 759650"/>
                <a:gd name="connsiteX606" fmla="*/ 39226 w 549933"/>
                <a:gd name="connsiteY606" fmla="*/ 726717 h 759650"/>
                <a:gd name="connsiteX607" fmla="*/ 41379 w 549933"/>
                <a:gd name="connsiteY607" fmla="*/ 726717 h 759650"/>
                <a:gd name="connsiteX608" fmla="*/ 42995 w 549933"/>
                <a:gd name="connsiteY608" fmla="*/ 728164 h 759650"/>
                <a:gd name="connsiteX609" fmla="*/ 46899 w 549933"/>
                <a:gd name="connsiteY609" fmla="*/ 728736 h 759650"/>
                <a:gd name="connsiteX610" fmla="*/ 50534 w 549933"/>
                <a:gd name="connsiteY610" fmla="*/ 729610 h 759650"/>
                <a:gd name="connsiteX611" fmla="*/ 54303 w 549933"/>
                <a:gd name="connsiteY611" fmla="*/ 728164 h 759650"/>
                <a:gd name="connsiteX612" fmla="*/ 56760 w 549933"/>
                <a:gd name="connsiteY612" fmla="*/ 726246 h 759650"/>
                <a:gd name="connsiteX613" fmla="*/ 58913 w 549933"/>
                <a:gd name="connsiteY613" fmla="*/ 724833 h 759650"/>
                <a:gd name="connsiteX614" fmla="*/ 60495 w 549933"/>
                <a:gd name="connsiteY614" fmla="*/ 724833 h 759650"/>
                <a:gd name="connsiteX615" fmla="*/ 62380 w 549933"/>
                <a:gd name="connsiteY615" fmla="*/ 725842 h 759650"/>
                <a:gd name="connsiteX616" fmla="*/ 63120 w 549933"/>
                <a:gd name="connsiteY616" fmla="*/ 729038 h 759650"/>
                <a:gd name="connsiteX617" fmla="*/ 63120 w 549933"/>
                <a:gd name="connsiteY617" fmla="*/ 730922 h 759650"/>
                <a:gd name="connsiteX618" fmla="*/ 67899 w 549933"/>
                <a:gd name="connsiteY618" fmla="*/ 732066 h 759650"/>
                <a:gd name="connsiteX619" fmla="*/ 70221 w 549933"/>
                <a:gd name="connsiteY619" fmla="*/ 733209 h 759650"/>
                <a:gd name="connsiteX620" fmla="*/ 73418 w 549933"/>
                <a:gd name="connsiteY620" fmla="*/ 734219 h 759650"/>
                <a:gd name="connsiteX621" fmla="*/ 77188 w 549933"/>
                <a:gd name="connsiteY621" fmla="*/ 734791 h 759650"/>
                <a:gd name="connsiteX622" fmla="*/ 80519 w 549933"/>
                <a:gd name="connsiteY622" fmla="*/ 735228 h 759650"/>
                <a:gd name="connsiteX623" fmla="*/ 84424 w 549933"/>
                <a:gd name="connsiteY623" fmla="*/ 735968 h 759650"/>
                <a:gd name="connsiteX624" fmla="*/ 87318 w 549933"/>
                <a:gd name="connsiteY624" fmla="*/ 736843 h 759650"/>
                <a:gd name="connsiteX625" fmla="*/ 90919 w 549933"/>
                <a:gd name="connsiteY625" fmla="*/ 739298 h 759650"/>
                <a:gd name="connsiteX626" fmla="*/ 91794 w 549933"/>
                <a:gd name="connsiteY626" fmla="*/ 739601 h 759650"/>
                <a:gd name="connsiteX627" fmla="*/ 93544 w 549933"/>
                <a:gd name="connsiteY627" fmla="*/ 741922 h 759650"/>
                <a:gd name="connsiteX628" fmla="*/ 97885 w 549933"/>
                <a:gd name="connsiteY628" fmla="*/ 743941 h 759650"/>
                <a:gd name="connsiteX629" fmla="*/ 102092 w 549933"/>
                <a:gd name="connsiteY629" fmla="*/ 745522 h 759650"/>
                <a:gd name="connsiteX630" fmla="*/ 108049 w 549933"/>
                <a:gd name="connsiteY630" fmla="*/ 747405 h 759650"/>
                <a:gd name="connsiteX631" fmla="*/ 110237 w 549933"/>
                <a:gd name="connsiteY631" fmla="*/ 747708 h 759650"/>
                <a:gd name="connsiteX632" fmla="*/ 116900 w 549933"/>
                <a:gd name="connsiteY632" fmla="*/ 747002 h 759650"/>
                <a:gd name="connsiteX633" fmla="*/ 118650 w 549933"/>
                <a:gd name="connsiteY633" fmla="*/ 746127 h 759650"/>
                <a:gd name="connsiteX634" fmla="*/ 120266 w 549933"/>
                <a:gd name="connsiteY634" fmla="*/ 745992 h 759650"/>
                <a:gd name="connsiteX635" fmla="*/ 124607 w 549933"/>
                <a:gd name="connsiteY635" fmla="*/ 748314 h 759650"/>
                <a:gd name="connsiteX636" fmla="*/ 129252 w 549933"/>
                <a:gd name="connsiteY636" fmla="*/ 748886 h 759650"/>
                <a:gd name="connsiteX637" fmla="*/ 133593 w 549933"/>
                <a:gd name="connsiteY637" fmla="*/ 747574 h 759650"/>
                <a:gd name="connsiteX638" fmla="*/ 137228 w 549933"/>
                <a:gd name="connsiteY638" fmla="*/ 746833 h 759650"/>
                <a:gd name="connsiteX639" fmla="*/ 140189 w 549933"/>
                <a:gd name="connsiteY639" fmla="*/ 749861 h 759650"/>
                <a:gd name="connsiteX640" fmla="*/ 143151 w 549933"/>
                <a:gd name="connsiteY640" fmla="*/ 752922 h 759650"/>
                <a:gd name="connsiteX641" fmla="*/ 143151 w 549933"/>
                <a:gd name="connsiteY641" fmla="*/ 755243 h 759650"/>
                <a:gd name="connsiteX642" fmla="*/ 143151 w 549933"/>
                <a:gd name="connsiteY642" fmla="*/ 758708 h 759650"/>
                <a:gd name="connsiteX643" fmla="*/ 147492 w 549933"/>
                <a:gd name="connsiteY643" fmla="*/ 756084 h 759650"/>
                <a:gd name="connsiteX644" fmla="*/ 150084 w 549933"/>
                <a:gd name="connsiteY644" fmla="*/ 750870 h 759650"/>
                <a:gd name="connsiteX645" fmla="*/ 150084 w 549933"/>
                <a:gd name="connsiteY645" fmla="*/ 749996 h 759650"/>
                <a:gd name="connsiteX646" fmla="*/ 151665 w 549933"/>
                <a:gd name="connsiteY646" fmla="*/ 745084 h 759650"/>
                <a:gd name="connsiteX647" fmla="*/ 153550 w 549933"/>
                <a:gd name="connsiteY647" fmla="*/ 742898 h 759650"/>
                <a:gd name="connsiteX648" fmla="*/ 156007 w 549933"/>
                <a:gd name="connsiteY648" fmla="*/ 741014 h 759650"/>
                <a:gd name="connsiteX649" fmla="*/ 158329 w 549933"/>
                <a:gd name="connsiteY649" fmla="*/ 738121 h 759650"/>
                <a:gd name="connsiteX650" fmla="*/ 160651 w 549933"/>
                <a:gd name="connsiteY650" fmla="*/ 736674 h 759650"/>
                <a:gd name="connsiteX651" fmla="*/ 162973 w 549933"/>
                <a:gd name="connsiteY651" fmla="*/ 737549 h 759650"/>
                <a:gd name="connsiteX652" fmla="*/ 165565 w 549933"/>
                <a:gd name="connsiteY652" fmla="*/ 738424 h 759650"/>
                <a:gd name="connsiteX653" fmla="*/ 167450 w 549933"/>
                <a:gd name="connsiteY653" fmla="*/ 738726 h 759650"/>
                <a:gd name="connsiteX654" fmla="*/ 173541 w 549933"/>
                <a:gd name="connsiteY654" fmla="*/ 742360 h 759650"/>
                <a:gd name="connsiteX655" fmla="*/ 175123 w 549933"/>
                <a:gd name="connsiteY655" fmla="*/ 748011 h 759650"/>
                <a:gd name="connsiteX656" fmla="*/ 176132 w 549933"/>
                <a:gd name="connsiteY656" fmla="*/ 750029 h 759650"/>
                <a:gd name="connsiteX657" fmla="*/ 176132 w 549933"/>
                <a:gd name="connsiteY657" fmla="*/ 753494 h 759650"/>
                <a:gd name="connsiteX658" fmla="*/ 176132 w 549933"/>
                <a:gd name="connsiteY658" fmla="*/ 756959 h 759650"/>
                <a:gd name="connsiteX659" fmla="*/ 176873 w 549933"/>
                <a:gd name="connsiteY659" fmla="*/ 759011 h 759650"/>
                <a:gd name="connsiteX660" fmla="*/ 178084 w 549933"/>
                <a:gd name="connsiteY660" fmla="*/ 759650 h 759650"/>
                <a:gd name="connsiteX661" fmla="*/ 183301 w 549933"/>
                <a:gd name="connsiteY661" fmla="*/ 758877 h 759650"/>
                <a:gd name="connsiteX662" fmla="*/ 186330 w 549933"/>
                <a:gd name="connsiteY662" fmla="*/ 755614 h 759650"/>
                <a:gd name="connsiteX663" fmla="*/ 188517 w 549933"/>
                <a:gd name="connsiteY663" fmla="*/ 751913 h 759650"/>
                <a:gd name="connsiteX664" fmla="*/ 190705 w 549933"/>
                <a:gd name="connsiteY664" fmla="*/ 745185 h 759650"/>
                <a:gd name="connsiteX665" fmla="*/ 191142 w 549933"/>
                <a:gd name="connsiteY665" fmla="*/ 738659 h 759650"/>
                <a:gd name="connsiteX666" fmla="*/ 188315 w 549933"/>
                <a:gd name="connsiteY666" fmla="*/ 732806 h 759650"/>
                <a:gd name="connsiteX667" fmla="*/ 183974 w 549933"/>
                <a:gd name="connsiteY667" fmla="*/ 725842 h 759650"/>
                <a:gd name="connsiteX668" fmla="*/ 177445 w 549933"/>
                <a:gd name="connsiteY668" fmla="*/ 719989 h 759650"/>
                <a:gd name="connsiteX669" fmla="*/ 173541 w 549933"/>
                <a:gd name="connsiteY669" fmla="*/ 716087 h 759650"/>
                <a:gd name="connsiteX670" fmla="*/ 172026 w 549933"/>
                <a:gd name="connsiteY670" fmla="*/ 707845 h 759650"/>
                <a:gd name="connsiteX671" fmla="*/ 172228 w 549933"/>
                <a:gd name="connsiteY671" fmla="*/ 695230 h 759650"/>
                <a:gd name="connsiteX672" fmla="*/ 177882 w 549933"/>
                <a:gd name="connsiteY672" fmla="*/ 687830 h 759650"/>
                <a:gd name="connsiteX673" fmla="*/ 182123 w 549933"/>
                <a:gd name="connsiteY673" fmla="*/ 685004 h 759650"/>
                <a:gd name="connsiteX674" fmla="*/ 183099 w 549933"/>
                <a:gd name="connsiteY674" fmla="*/ 681976 h 759650"/>
                <a:gd name="connsiteX675" fmla="*/ 183099 w 549933"/>
                <a:gd name="connsiteY675" fmla="*/ 675248 h 759650"/>
                <a:gd name="connsiteX676" fmla="*/ 184613 w 549933"/>
                <a:gd name="connsiteY676" fmla="*/ 673196 h 759650"/>
                <a:gd name="connsiteX677" fmla="*/ 190907 w 549933"/>
                <a:gd name="connsiteY677" fmla="*/ 670909 h 759650"/>
                <a:gd name="connsiteX678" fmla="*/ 196123 w 549933"/>
                <a:gd name="connsiteY678" fmla="*/ 670909 h 759650"/>
                <a:gd name="connsiteX679" fmla="*/ 197873 w 549933"/>
                <a:gd name="connsiteY679" fmla="*/ 669833 h 759650"/>
                <a:gd name="connsiteX680" fmla="*/ 201138 w 549933"/>
                <a:gd name="connsiteY680" fmla="*/ 666569 h 759650"/>
                <a:gd name="connsiteX681" fmla="*/ 208744 w 549933"/>
                <a:gd name="connsiteY681" fmla="*/ 656141 h 759650"/>
                <a:gd name="connsiteX682" fmla="*/ 209821 w 549933"/>
                <a:gd name="connsiteY682" fmla="*/ 648101 h 759650"/>
                <a:gd name="connsiteX683" fmla="*/ 215273 w 549933"/>
                <a:gd name="connsiteY683" fmla="*/ 641138 h 759650"/>
                <a:gd name="connsiteX684" fmla="*/ 221128 w 549933"/>
                <a:gd name="connsiteY684" fmla="*/ 634612 h 759650"/>
                <a:gd name="connsiteX685" fmla="*/ 224157 w 549933"/>
                <a:gd name="connsiteY685" fmla="*/ 629633 h 759650"/>
                <a:gd name="connsiteX686" fmla="*/ 226547 w 549933"/>
                <a:gd name="connsiteY686" fmla="*/ 622232 h 759650"/>
                <a:gd name="connsiteX687" fmla="*/ 226783 w 549933"/>
                <a:gd name="connsiteY687" fmla="*/ 611804 h 759650"/>
                <a:gd name="connsiteX688" fmla="*/ 227220 w 549933"/>
                <a:gd name="connsiteY688" fmla="*/ 606825 h 759650"/>
                <a:gd name="connsiteX689" fmla="*/ 229172 w 549933"/>
                <a:gd name="connsiteY689" fmla="*/ 601611 h 759650"/>
                <a:gd name="connsiteX690" fmla="*/ 234389 w 549933"/>
                <a:gd name="connsiteY690" fmla="*/ 596633 h 759650"/>
                <a:gd name="connsiteX691" fmla="*/ 239403 w 549933"/>
                <a:gd name="connsiteY691" fmla="*/ 595119 h 759650"/>
                <a:gd name="connsiteX692" fmla="*/ 243744 w 549933"/>
                <a:gd name="connsiteY692" fmla="*/ 593807 h 759650"/>
                <a:gd name="connsiteX693" fmla="*/ 248961 w 549933"/>
                <a:gd name="connsiteY693" fmla="*/ 585128 h 759650"/>
                <a:gd name="connsiteX694" fmla="*/ 251350 w 549933"/>
                <a:gd name="connsiteY694" fmla="*/ 581226 h 759650"/>
                <a:gd name="connsiteX695" fmla="*/ 260908 w 549933"/>
                <a:gd name="connsiteY695" fmla="*/ 569284 h 759650"/>
                <a:gd name="connsiteX696" fmla="*/ 266562 w 549933"/>
                <a:gd name="connsiteY696" fmla="*/ 568207 h 759650"/>
                <a:gd name="connsiteX697" fmla="*/ 271577 w 549933"/>
                <a:gd name="connsiteY697" fmla="*/ 569721 h 759650"/>
                <a:gd name="connsiteX698" fmla="*/ 280563 w 549933"/>
                <a:gd name="connsiteY698" fmla="*/ 571235 h 759650"/>
                <a:gd name="connsiteX699" fmla="*/ 286789 w 549933"/>
                <a:gd name="connsiteY699" fmla="*/ 563632 h 759650"/>
                <a:gd name="connsiteX700" fmla="*/ 291332 w 549933"/>
                <a:gd name="connsiteY700" fmla="*/ 556904 h 759650"/>
                <a:gd name="connsiteX701" fmla="*/ 294597 w 549933"/>
                <a:gd name="connsiteY701" fmla="*/ 550614 h 759650"/>
                <a:gd name="connsiteX702" fmla="*/ 300015 w 549933"/>
                <a:gd name="connsiteY702" fmla="*/ 544626 h 759650"/>
                <a:gd name="connsiteX703" fmla="*/ 304794 w 549933"/>
                <a:gd name="connsiteY703" fmla="*/ 542338 h 759650"/>
                <a:gd name="connsiteX704" fmla="*/ 312635 w 549933"/>
                <a:gd name="connsiteY704" fmla="*/ 542338 h 759650"/>
                <a:gd name="connsiteX705" fmla="*/ 319602 w 549933"/>
                <a:gd name="connsiteY705" fmla="*/ 542338 h 759650"/>
                <a:gd name="connsiteX706" fmla="*/ 325693 w 549933"/>
                <a:gd name="connsiteY706" fmla="*/ 542540 h 759650"/>
                <a:gd name="connsiteX707" fmla="*/ 335924 w 549933"/>
                <a:gd name="connsiteY707" fmla="*/ 538840 h 759650"/>
                <a:gd name="connsiteX708" fmla="*/ 340501 w 549933"/>
                <a:gd name="connsiteY708" fmla="*/ 538840 h 759650"/>
                <a:gd name="connsiteX709" fmla="*/ 347872 w 549933"/>
                <a:gd name="connsiteY709" fmla="*/ 537528 h 759650"/>
                <a:gd name="connsiteX710" fmla="*/ 355040 w 549933"/>
                <a:gd name="connsiteY710" fmla="*/ 534265 h 759650"/>
                <a:gd name="connsiteX711" fmla="*/ 360896 w 549933"/>
                <a:gd name="connsiteY711" fmla="*/ 530127 h 759650"/>
                <a:gd name="connsiteX712" fmla="*/ 361973 w 549933"/>
                <a:gd name="connsiteY712" fmla="*/ 525552 h 759650"/>
                <a:gd name="connsiteX713" fmla="*/ 363723 w 549933"/>
                <a:gd name="connsiteY713" fmla="*/ 519901 h 759650"/>
                <a:gd name="connsiteX714" fmla="*/ 365675 w 549933"/>
                <a:gd name="connsiteY714" fmla="*/ 516873 h 759650"/>
                <a:gd name="connsiteX715" fmla="*/ 365675 w 549933"/>
                <a:gd name="connsiteY715" fmla="*/ 508396 h 759650"/>
                <a:gd name="connsiteX716" fmla="*/ 370690 w 549933"/>
                <a:gd name="connsiteY716" fmla="*/ 506882 h 759650"/>
                <a:gd name="connsiteX717" fmla="*/ 376983 w 549933"/>
                <a:gd name="connsiteY717" fmla="*/ 505806 h 759650"/>
                <a:gd name="connsiteX718" fmla="*/ 380483 w 549933"/>
                <a:gd name="connsiteY718" fmla="*/ 505806 h 759650"/>
                <a:gd name="connsiteX719" fmla="*/ 383074 w 549933"/>
                <a:gd name="connsiteY719" fmla="*/ 503417 h 759650"/>
                <a:gd name="connsiteX720" fmla="*/ 384690 w 549933"/>
                <a:gd name="connsiteY720" fmla="*/ 500793 h 759650"/>
                <a:gd name="connsiteX721" fmla="*/ 386541 w 549933"/>
                <a:gd name="connsiteY721" fmla="*/ 496656 h 759650"/>
                <a:gd name="connsiteX722" fmla="*/ 386541 w 549933"/>
                <a:gd name="connsiteY722" fmla="*/ 494469 h 759650"/>
                <a:gd name="connsiteX723" fmla="*/ 387618 w 549933"/>
                <a:gd name="connsiteY723" fmla="*/ 493594 h 759650"/>
                <a:gd name="connsiteX724" fmla="*/ 383041 w 549933"/>
                <a:gd name="connsiteY724" fmla="*/ 485790 h 759650"/>
                <a:gd name="connsiteX725" fmla="*/ 378464 w 549933"/>
                <a:gd name="connsiteY725" fmla="*/ 481451 h 759650"/>
                <a:gd name="connsiteX726" fmla="*/ 373887 w 549933"/>
                <a:gd name="connsiteY726" fmla="*/ 473209 h 759650"/>
                <a:gd name="connsiteX727" fmla="*/ 367795 w 549933"/>
                <a:gd name="connsiteY727" fmla="*/ 464092 h 759650"/>
                <a:gd name="connsiteX728" fmla="*/ 364430 w 549933"/>
                <a:gd name="connsiteY728" fmla="*/ 459517 h 759650"/>
                <a:gd name="connsiteX729" fmla="*/ 360391 w 549933"/>
                <a:gd name="connsiteY729" fmla="*/ 456490 h 759650"/>
                <a:gd name="connsiteX730" fmla="*/ 360391 w 549933"/>
                <a:gd name="connsiteY730" fmla="*/ 450468 h 759650"/>
                <a:gd name="connsiteX731" fmla="*/ 357901 w 549933"/>
                <a:gd name="connsiteY731" fmla="*/ 452352 h 759650"/>
                <a:gd name="connsiteX732" fmla="*/ 356151 w 549933"/>
                <a:gd name="connsiteY732" fmla="*/ 452689 h 759650"/>
                <a:gd name="connsiteX733" fmla="*/ 352011 w 549933"/>
                <a:gd name="connsiteY733" fmla="*/ 454337 h 759650"/>
                <a:gd name="connsiteX734" fmla="*/ 348848 w 549933"/>
                <a:gd name="connsiteY734" fmla="*/ 456086 h 759650"/>
                <a:gd name="connsiteX735" fmla="*/ 347198 w 549933"/>
                <a:gd name="connsiteY735" fmla="*/ 456725 h 759650"/>
                <a:gd name="connsiteX736" fmla="*/ 343194 w 549933"/>
                <a:gd name="connsiteY736" fmla="*/ 454774 h 759650"/>
                <a:gd name="connsiteX737" fmla="*/ 341982 w 549933"/>
                <a:gd name="connsiteY737" fmla="*/ 455312 h 759650"/>
                <a:gd name="connsiteX738" fmla="*/ 340400 w 549933"/>
                <a:gd name="connsiteY738" fmla="*/ 457398 h 759650"/>
                <a:gd name="connsiteX739" fmla="*/ 338078 w 549933"/>
                <a:gd name="connsiteY739" fmla="*/ 458205 h 759650"/>
                <a:gd name="connsiteX740" fmla="*/ 335689 w 549933"/>
                <a:gd name="connsiteY740" fmla="*/ 458172 h 759650"/>
                <a:gd name="connsiteX741" fmla="*/ 332121 w 549933"/>
                <a:gd name="connsiteY741" fmla="*/ 458172 h 759650"/>
                <a:gd name="connsiteX742" fmla="*/ 330035 w 549933"/>
                <a:gd name="connsiteY742" fmla="*/ 457533 h 759650"/>
                <a:gd name="connsiteX743" fmla="*/ 329934 w 549933"/>
                <a:gd name="connsiteY743" fmla="*/ 456759 h 759650"/>
                <a:gd name="connsiteX744" fmla="*/ 331684 w 549933"/>
                <a:gd name="connsiteY744" fmla="*/ 455851 h 759650"/>
                <a:gd name="connsiteX745" fmla="*/ 333535 w 549933"/>
                <a:gd name="connsiteY745" fmla="*/ 454135 h 759650"/>
                <a:gd name="connsiteX746" fmla="*/ 333198 w 549933"/>
                <a:gd name="connsiteY746" fmla="*/ 452083 h 759650"/>
                <a:gd name="connsiteX747" fmla="*/ 331145 w 549933"/>
                <a:gd name="connsiteY747" fmla="*/ 450569 h 759650"/>
                <a:gd name="connsiteX748" fmla="*/ 328857 w 549933"/>
                <a:gd name="connsiteY748" fmla="*/ 450771 h 759650"/>
                <a:gd name="connsiteX749" fmla="*/ 327645 w 549933"/>
                <a:gd name="connsiteY749" fmla="*/ 452520 h 759650"/>
                <a:gd name="connsiteX750" fmla="*/ 327006 w 549933"/>
                <a:gd name="connsiteY750" fmla="*/ 453597 h 759650"/>
                <a:gd name="connsiteX751" fmla="*/ 322765 w 549933"/>
                <a:gd name="connsiteY751" fmla="*/ 454909 h 759650"/>
                <a:gd name="connsiteX752" fmla="*/ 321284 w 549933"/>
                <a:gd name="connsiteY752" fmla="*/ 455851 h 759650"/>
                <a:gd name="connsiteX753" fmla="*/ 318121 w 549933"/>
                <a:gd name="connsiteY753" fmla="*/ 454505 h 759650"/>
                <a:gd name="connsiteX754" fmla="*/ 317010 w 549933"/>
                <a:gd name="connsiteY754" fmla="*/ 454000 h 759650"/>
                <a:gd name="connsiteX755" fmla="*/ 316169 w 549933"/>
                <a:gd name="connsiteY755" fmla="*/ 452991 h 759650"/>
                <a:gd name="connsiteX756" fmla="*/ 316909 w 549933"/>
                <a:gd name="connsiteY756" fmla="*/ 451108 h 759650"/>
                <a:gd name="connsiteX757" fmla="*/ 316909 w 549933"/>
                <a:gd name="connsiteY757" fmla="*/ 451040 h 759650"/>
                <a:gd name="connsiteX758" fmla="*/ 316909 w 549933"/>
                <a:gd name="connsiteY758" fmla="*/ 449358 h 759650"/>
                <a:gd name="connsiteX759" fmla="*/ 316909 w 549933"/>
                <a:gd name="connsiteY759" fmla="*/ 447542 h 759650"/>
                <a:gd name="connsiteX760" fmla="*/ 316472 w 549933"/>
                <a:gd name="connsiteY760" fmla="*/ 446129 h 759650"/>
                <a:gd name="connsiteX761" fmla="*/ 314183 w 549933"/>
                <a:gd name="connsiteY761" fmla="*/ 444245 h 759650"/>
                <a:gd name="connsiteX762" fmla="*/ 313443 w 549933"/>
                <a:gd name="connsiteY762" fmla="*/ 444346 h 759650"/>
                <a:gd name="connsiteX763" fmla="*/ 312131 w 549933"/>
                <a:gd name="connsiteY763" fmla="*/ 444985 h 759650"/>
                <a:gd name="connsiteX764" fmla="*/ 310414 w 549933"/>
                <a:gd name="connsiteY764" fmla="*/ 445961 h 759650"/>
                <a:gd name="connsiteX765" fmla="*/ 307318 w 549933"/>
                <a:gd name="connsiteY765" fmla="*/ 446734 h 759650"/>
                <a:gd name="connsiteX766" fmla="*/ 302102 w 549933"/>
                <a:gd name="connsiteY766" fmla="*/ 446734 h 759650"/>
                <a:gd name="connsiteX767" fmla="*/ 298837 w 549933"/>
                <a:gd name="connsiteY767" fmla="*/ 446734 h 759650"/>
                <a:gd name="connsiteX768" fmla="*/ 296010 w 549933"/>
                <a:gd name="connsiteY768" fmla="*/ 445221 h 759650"/>
                <a:gd name="connsiteX769" fmla="*/ 290019 w 549933"/>
                <a:gd name="connsiteY769" fmla="*/ 440343 h 759650"/>
                <a:gd name="connsiteX770" fmla="*/ 287293 w 549933"/>
                <a:gd name="connsiteY770" fmla="*/ 438392 h 759650"/>
                <a:gd name="connsiteX771" fmla="*/ 283827 w 549933"/>
                <a:gd name="connsiteY771" fmla="*/ 435129 h 759650"/>
                <a:gd name="connsiteX772" fmla="*/ 281740 w 549933"/>
                <a:gd name="connsiteY772" fmla="*/ 431327 h 759650"/>
                <a:gd name="connsiteX773" fmla="*/ 281101 w 549933"/>
                <a:gd name="connsiteY773" fmla="*/ 425575 h 759650"/>
                <a:gd name="connsiteX774" fmla="*/ 280360 w 549933"/>
                <a:gd name="connsiteY774" fmla="*/ 421572 h 759650"/>
                <a:gd name="connsiteX775" fmla="*/ 280360 w 549933"/>
                <a:gd name="connsiteY775" fmla="*/ 415719 h 759650"/>
                <a:gd name="connsiteX776" fmla="*/ 281942 w 549933"/>
                <a:gd name="connsiteY776" fmla="*/ 413768 h 759650"/>
                <a:gd name="connsiteX777" fmla="*/ 286991 w 549933"/>
                <a:gd name="connsiteY777" fmla="*/ 410168 h 759650"/>
                <a:gd name="connsiteX778" fmla="*/ 291568 w 549933"/>
                <a:gd name="connsiteY778" fmla="*/ 408755 h 759650"/>
                <a:gd name="connsiteX779" fmla="*/ 294731 w 549933"/>
                <a:gd name="connsiteY779" fmla="*/ 406468 h 759650"/>
                <a:gd name="connsiteX780" fmla="*/ 298332 w 549933"/>
                <a:gd name="connsiteY780" fmla="*/ 404281 h 759650"/>
                <a:gd name="connsiteX781" fmla="*/ 301260 w 549933"/>
                <a:gd name="connsiteY781" fmla="*/ 402095 h 759650"/>
                <a:gd name="connsiteX782" fmla="*/ 303885 w 549933"/>
                <a:gd name="connsiteY782" fmla="*/ 399370 h 759650"/>
                <a:gd name="connsiteX783" fmla="*/ 303111 w 549933"/>
                <a:gd name="connsiteY783" fmla="*/ 397082 h 759650"/>
                <a:gd name="connsiteX784" fmla="*/ 300183 w 549933"/>
                <a:gd name="connsiteY784" fmla="*/ 395871 h 759650"/>
                <a:gd name="connsiteX785" fmla="*/ 294092 w 549933"/>
                <a:gd name="connsiteY785" fmla="*/ 392844 h 759650"/>
                <a:gd name="connsiteX786" fmla="*/ 290289 w 549933"/>
                <a:gd name="connsiteY786" fmla="*/ 389143 h 759650"/>
                <a:gd name="connsiteX787" fmla="*/ 289851 w 549933"/>
                <a:gd name="connsiteY787" fmla="*/ 385107 h 759650"/>
                <a:gd name="connsiteX788" fmla="*/ 291601 w 549933"/>
                <a:gd name="connsiteY788" fmla="*/ 382079 h 759650"/>
                <a:gd name="connsiteX789" fmla="*/ 292779 w 549933"/>
                <a:gd name="connsiteY789" fmla="*/ 378614 h 759650"/>
                <a:gd name="connsiteX790" fmla="*/ 290625 w 549933"/>
                <a:gd name="connsiteY790" fmla="*/ 375452 h 759650"/>
                <a:gd name="connsiteX791" fmla="*/ 284971 w 549933"/>
                <a:gd name="connsiteY791" fmla="*/ 371752 h 759650"/>
                <a:gd name="connsiteX792" fmla="*/ 284971 w 549933"/>
                <a:gd name="connsiteY792" fmla="*/ 368287 h 759650"/>
                <a:gd name="connsiteX793" fmla="*/ 287226 w 549933"/>
                <a:gd name="connsiteY793" fmla="*/ 365898 h 759650"/>
                <a:gd name="connsiteX794" fmla="*/ 291063 w 549933"/>
                <a:gd name="connsiteY794" fmla="*/ 362299 h 759650"/>
                <a:gd name="connsiteX795" fmla="*/ 290524 w 549933"/>
                <a:gd name="connsiteY795" fmla="*/ 357623 h 759650"/>
                <a:gd name="connsiteX796" fmla="*/ 288505 w 549933"/>
                <a:gd name="connsiteY796" fmla="*/ 354696 h 759650"/>
                <a:gd name="connsiteX797" fmla="*/ 287361 w 549933"/>
                <a:gd name="connsiteY797" fmla="*/ 352510 h 759650"/>
                <a:gd name="connsiteX798" fmla="*/ 287361 w 549933"/>
                <a:gd name="connsiteY798" fmla="*/ 350222 h 759650"/>
                <a:gd name="connsiteX799" fmla="*/ 287361 w 549933"/>
                <a:gd name="connsiteY799" fmla="*/ 347565 h 759650"/>
                <a:gd name="connsiteX800" fmla="*/ 287866 w 549933"/>
                <a:gd name="connsiteY800" fmla="*/ 344100 h 759650"/>
                <a:gd name="connsiteX801" fmla="*/ 289077 w 549933"/>
                <a:gd name="connsiteY801" fmla="*/ 341913 h 759650"/>
                <a:gd name="connsiteX802" fmla="*/ 290962 w 549933"/>
                <a:gd name="connsiteY802" fmla="*/ 338717 h 759650"/>
                <a:gd name="connsiteX803" fmla="*/ 292914 w 549933"/>
                <a:gd name="connsiteY803" fmla="*/ 337473 h 759650"/>
                <a:gd name="connsiteX804" fmla="*/ 294496 w 549933"/>
                <a:gd name="connsiteY804" fmla="*/ 335118 h 759650"/>
                <a:gd name="connsiteX805" fmla="*/ 295539 w 549933"/>
                <a:gd name="connsiteY805" fmla="*/ 333503 h 759650"/>
                <a:gd name="connsiteX806" fmla="*/ 296246 w 549933"/>
                <a:gd name="connsiteY806" fmla="*/ 331317 h 759650"/>
                <a:gd name="connsiteX807" fmla="*/ 296246 w 549933"/>
                <a:gd name="connsiteY807" fmla="*/ 329534 h 759650"/>
                <a:gd name="connsiteX808" fmla="*/ 296414 w 549933"/>
                <a:gd name="connsiteY808" fmla="*/ 327919 h 759650"/>
                <a:gd name="connsiteX809" fmla="*/ 296447 w 549933"/>
                <a:gd name="connsiteY809" fmla="*/ 326809 h 759650"/>
                <a:gd name="connsiteX810" fmla="*/ 296279 w 549933"/>
                <a:gd name="connsiteY810" fmla="*/ 325531 h 759650"/>
                <a:gd name="connsiteX811" fmla="*/ 296279 w 549933"/>
                <a:gd name="connsiteY811" fmla="*/ 324252 h 759650"/>
                <a:gd name="connsiteX812" fmla="*/ 297188 w 549933"/>
                <a:gd name="connsiteY812" fmla="*/ 323748 h 759650"/>
                <a:gd name="connsiteX813" fmla="*/ 298635 w 549933"/>
                <a:gd name="connsiteY813" fmla="*/ 323311 h 759650"/>
                <a:gd name="connsiteX814" fmla="*/ 300284 w 549933"/>
                <a:gd name="connsiteY814" fmla="*/ 323311 h 759650"/>
                <a:gd name="connsiteX815" fmla="*/ 301563 w 549933"/>
                <a:gd name="connsiteY815" fmla="*/ 324252 h 759650"/>
                <a:gd name="connsiteX816" fmla="*/ 303044 w 549933"/>
                <a:gd name="connsiteY816" fmla="*/ 325295 h 759650"/>
                <a:gd name="connsiteX817" fmla="*/ 303347 w 549933"/>
                <a:gd name="connsiteY817" fmla="*/ 326675 h 759650"/>
                <a:gd name="connsiteX818" fmla="*/ 303077 w 549933"/>
                <a:gd name="connsiteY818" fmla="*/ 328861 h 759650"/>
                <a:gd name="connsiteX819" fmla="*/ 302438 w 549933"/>
                <a:gd name="connsiteY819" fmla="*/ 331485 h 759650"/>
                <a:gd name="connsiteX820" fmla="*/ 301226 w 549933"/>
                <a:gd name="connsiteY820" fmla="*/ 333234 h 759650"/>
                <a:gd name="connsiteX821" fmla="*/ 300688 w 549933"/>
                <a:gd name="connsiteY821" fmla="*/ 335320 h 759650"/>
                <a:gd name="connsiteX822" fmla="*/ 301765 w 549933"/>
                <a:gd name="connsiteY822" fmla="*/ 336733 h 759650"/>
                <a:gd name="connsiteX823" fmla="*/ 305905 w 549933"/>
                <a:gd name="connsiteY823" fmla="*/ 338146 h 759650"/>
                <a:gd name="connsiteX824" fmla="*/ 309505 w 549933"/>
                <a:gd name="connsiteY824" fmla="*/ 337944 h 759650"/>
                <a:gd name="connsiteX825" fmla="*/ 312871 w 549933"/>
                <a:gd name="connsiteY825" fmla="*/ 340534 h 759650"/>
                <a:gd name="connsiteX826" fmla="*/ 315900 w 549933"/>
                <a:gd name="connsiteY826" fmla="*/ 341947 h 759650"/>
                <a:gd name="connsiteX827" fmla="*/ 318828 w 549933"/>
                <a:gd name="connsiteY827" fmla="*/ 340736 h 759650"/>
                <a:gd name="connsiteX828" fmla="*/ 319703 w 549933"/>
                <a:gd name="connsiteY828" fmla="*/ 337809 h 759650"/>
                <a:gd name="connsiteX829" fmla="*/ 320679 w 549933"/>
                <a:gd name="connsiteY829" fmla="*/ 333571 h 759650"/>
                <a:gd name="connsiteX830" fmla="*/ 319804 w 549933"/>
                <a:gd name="connsiteY830" fmla="*/ 329870 h 759650"/>
                <a:gd name="connsiteX831" fmla="*/ 318390 w 549933"/>
                <a:gd name="connsiteY831" fmla="*/ 328457 h 759650"/>
                <a:gd name="connsiteX832" fmla="*/ 315126 w 549933"/>
                <a:gd name="connsiteY832" fmla="*/ 328020 h 759650"/>
                <a:gd name="connsiteX833" fmla="*/ 311659 w 549933"/>
                <a:gd name="connsiteY833" fmla="*/ 326271 h 759650"/>
                <a:gd name="connsiteX834" fmla="*/ 313712 w 549933"/>
                <a:gd name="connsiteY834" fmla="*/ 323445 h 759650"/>
                <a:gd name="connsiteX835" fmla="*/ 316001 w 549933"/>
                <a:gd name="connsiteY835" fmla="*/ 320586 h 759650"/>
                <a:gd name="connsiteX836" fmla="*/ 318054 w 549933"/>
                <a:gd name="connsiteY836" fmla="*/ 319644 h 759650"/>
                <a:gd name="connsiteX837" fmla="*/ 321116 w 549933"/>
                <a:gd name="connsiteY837" fmla="*/ 319307 h 759650"/>
                <a:gd name="connsiteX838" fmla="*/ 323068 w 549933"/>
                <a:gd name="connsiteY838" fmla="*/ 317895 h 759650"/>
                <a:gd name="connsiteX839" fmla="*/ 322967 w 549933"/>
                <a:gd name="connsiteY839" fmla="*/ 315708 h 759650"/>
                <a:gd name="connsiteX840" fmla="*/ 321116 w 549933"/>
                <a:gd name="connsiteY840" fmla="*/ 313118 h 759650"/>
                <a:gd name="connsiteX841" fmla="*/ 319164 w 549933"/>
                <a:gd name="connsiteY841" fmla="*/ 312344 h 759650"/>
                <a:gd name="connsiteX842" fmla="*/ 315361 w 549933"/>
                <a:gd name="connsiteY842" fmla="*/ 311469 h 759650"/>
                <a:gd name="connsiteX843" fmla="*/ 314385 w 549933"/>
                <a:gd name="connsiteY843" fmla="*/ 308206 h 759650"/>
                <a:gd name="connsiteX844" fmla="*/ 312534 w 549933"/>
                <a:gd name="connsiteY844" fmla="*/ 302118 h 759650"/>
                <a:gd name="connsiteX845" fmla="*/ 313174 w 549933"/>
                <a:gd name="connsiteY845" fmla="*/ 298215 h 759650"/>
                <a:gd name="connsiteX846" fmla="*/ 314049 w 549933"/>
                <a:gd name="connsiteY846" fmla="*/ 293539 h 759650"/>
                <a:gd name="connsiteX847" fmla="*/ 315462 w 549933"/>
                <a:gd name="connsiteY847" fmla="*/ 291689 h 759650"/>
                <a:gd name="connsiteX848" fmla="*/ 319501 w 549933"/>
                <a:gd name="connsiteY848" fmla="*/ 291588 h 759650"/>
                <a:gd name="connsiteX849" fmla="*/ 321015 w 549933"/>
                <a:gd name="connsiteY849" fmla="*/ 290949 h 759650"/>
                <a:gd name="connsiteX850" fmla="*/ 322092 w 549933"/>
                <a:gd name="connsiteY850" fmla="*/ 287720 h 759650"/>
                <a:gd name="connsiteX851" fmla="*/ 322092 w 549933"/>
                <a:gd name="connsiteY851" fmla="*/ 286509 h 759650"/>
                <a:gd name="connsiteX852" fmla="*/ 322597 w 549933"/>
                <a:gd name="connsiteY852" fmla="*/ 284457 h 759650"/>
                <a:gd name="connsiteX853" fmla="*/ 323304 w 549933"/>
                <a:gd name="connsiteY853" fmla="*/ 283380 h 759650"/>
                <a:gd name="connsiteX854" fmla="*/ 325693 w 549933"/>
                <a:gd name="connsiteY854" fmla="*/ 282405 h 759650"/>
                <a:gd name="connsiteX855" fmla="*/ 327342 w 549933"/>
                <a:gd name="connsiteY855" fmla="*/ 280218 h 759650"/>
                <a:gd name="connsiteX856" fmla="*/ 329934 w 549933"/>
                <a:gd name="connsiteY856" fmla="*/ 277493 h 759650"/>
                <a:gd name="connsiteX857" fmla="*/ 332559 w 549933"/>
                <a:gd name="connsiteY857" fmla="*/ 273894 h 759650"/>
                <a:gd name="connsiteX858" fmla="*/ 332559 w 549933"/>
                <a:gd name="connsiteY858" fmla="*/ 269857 h 759650"/>
                <a:gd name="connsiteX859" fmla="*/ 337136 w 549933"/>
                <a:gd name="connsiteY859" fmla="*/ 267570 h 759650"/>
                <a:gd name="connsiteX860" fmla="*/ 341040 w 549933"/>
                <a:gd name="connsiteY860" fmla="*/ 264408 h 759650"/>
                <a:gd name="connsiteX861" fmla="*/ 348208 w 549933"/>
                <a:gd name="connsiteY861" fmla="*/ 266998 h 759650"/>
                <a:gd name="connsiteX862" fmla="*/ 349622 w 549933"/>
                <a:gd name="connsiteY862" fmla="*/ 268310 h 759650"/>
                <a:gd name="connsiteX863" fmla="*/ 352180 w 549933"/>
                <a:gd name="connsiteY863" fmla="*/ 269655 h 759650"/>
                <a:gd name="connsiteX864" fmla="*/ 353929 w 549933"/>
                <a:gd name="connsiteY864" fmla="*/ 274062 h 759650"/>
                <a:gd name="connsiteX865" fmla="*/ 356992 w 549933"/>
                <a:gd name="connsiteY865" fmla="*/ 276383 h 759650"/>
                <a:gd name="connsiteX866" fmla="*/ 358742 w 549933"/>
                <a:gd name="connsiteY866" fmla="*/ 275845 h 759650"/>
                <a:gd name="connsiteX867" fmla="*/ 361603 w 549933"/>
                <a:gd name="connsiteY867" fmla="*/ 272582 h 759650"/>
                <a:gd name="connsiteX868" fmla="*/ 366281 w 549933"/>
                <a:gd name="connsiteY868" fmla="*/ 272582 h 759650"/>
                <a:gd name="connsiteX869" fmla="*/ 368232 w 549933"/>
                <a:gd name="connsiteY869" fmla="*/ 274264 h 759650"/>
                <a:gd name="connsiteX870" fmla="*/ 368838 w 549933"/>
                <a:gd name="connsiteY870" fmla="*/ 276316 h 759650"/>
                <a:gd name="connsiteX871" fmla="*/ 368300 w 549933"/>
                <a:gd name="connsiteY871" fmla="*/ 281261 h 759650"/>
                <a:gd name="connsiteX872" fmla="*/ 365204 w 549933"/>
                <a:gd name="connsiteY872" fmla="*/ 281631 h 759650"/>
                <a:gd name="connsiteX873" fmla="*/ 362579 w 549933"/>
                <a:gd name="connsiteY873" fmla="*/ 283414 h 759650"/>
                <a:gd name="connsiteX874" fmla="*/ 361872 w 549933"/>
                <a:gd name="connsiteY874" fmla="*/ 285029 h 759650"/>
                <a:gd name="connsiteX875" fmla="*/ 364733 w 549933"/>
                <a:gd name="connsiteY875" fmla="*/ 286711 h 759650"/>
                <a:gd name="connsiteX876" fmla="*/ 366045 w 549933"/>
                <a:gd name="connsiteY876" fmla="*/ 286711 h 759650"/>
                <a:gd name="connsiteX877" fmla="*/ 369209 w 549933"/>
                <a:gd name="connsiteY877" fmla="*/ 287148 h 759650"/>
                <a:gd name="connsiteX878" fmla="*/ 369983 w 549933"/>
                <a:gd name="connsiteY878" fmla="*/ 288224 h 759650"/>
                <a:gd name="connsiteX879" fmla="*/ 368906 w 549933"/>
                <a:gd name="connsiteY879" fmla="*/ 289402 h 759650"/>
                <a:gd name="connsiteX880" fmla="*/ 368266 w 549933"/>
                <a:gd name="connsiteY880" fmla="*/ 290747 h 759650"/>
                <a:gd name="connsiteX881" fmla="*/ 368973 w 549933"/>
                <a:gd name="connsiteY881" fmla="*/ 292059 h 759650"/>
                <a:gd name="connsiteX882" fmla="*/ 370555 w 549933"/>
                <a:gd name="connsiteY882" fmla="*/ 292934 h 759650"/>
                <a:gd name="connsiteX883" fmla="*/ 372305 w 549933"/>
                <a:gd name="connsiteY883" fmla="*/ 294010 h 759650"/>
                <a:gd name="connsiteX884" fmla="*/ 372944 w 549933"/>
                <a:gd name="connsiteY884" fmla="*/ 296231 h 759650"/>
                <a:gd name="connsiteX885" fmla="*/ 372170 w 549933"/>
                <a:gd name="connsiteY885" fmla="*/ 297879 h 759650"/>
                <a:gd name="connsiteX886" fmla="*/ 371497 w 549933"/>
                <a:gd name="connsiteY886" fmla="*/ 298585 h 759650"/>
                <a:gd name="connsiteX887" fmla="*/ 370420 w 549933"/>
                <a:gd name="connsiteY887" fmla="*/ 299292 h 759650"/>
                <a:gd name="connsiteX888" fmla="*/ 368232 w 549933"/>
                <a:gd name="connsiteY888" fmla="*/ 299090 h 759650"/>
                <a:gd name="connsiteX889" fmla="*/ 367862 w 549933"/>
                <a:gd name="connsiteY889" fmla="*/ 297711 h 759650"/>
                <a:gd name="connsiteX890" fmla="*/ 366483 w 549933"/>
                <a:gd name="connsiteY890" fmla="*/ 297139 h 759650"/>
                <a:gd name="connsiteX891" fmla="*/ 364665 w 549933"/>
                <a:gd name="connsiteY891" fmla="*/ 297139 h 759650"/>
                <a:gd name="connsiteX892" fmla="*/ 362780 w 549933"/>
                <a:gd name="connsiteY892" fmla="*/ 297004 h 759650"/>
                <a:gd name="connsiteX893" fmla="*/ 362209 w 549933"/>
                <a:gd name="connsiteY893" fmla="*/ 298148 h 759650"/>
                <a:gd name="connsiteX894" fmla="*/ 361131 w 549933"/>
                <a:gd name="connsiteY894" fmla="*/ 299157 h 759650"/>
                <a:gd name="connsiteX895" fmla="*/ 358439 w 549933"/>
                <a:gd name="connsiteY895" fmla="*/ 299292 h 759650"/>
                <a:gd name="connsiteX896" fmla="*/ 356554 w 549933"/>
                <a:gd name="connsiteY896" fmla="*/ 298552 h 759650"/>
                <a:gd name="connsiteX897" fmla="*/ 354804 w 549933"/>
                <a:gd name="connsiteY897" fmla="*/ 298047 h 759650"/>
                <a:gd name="connsiteX898" fmla="*/ 353929 w 549933"/>
                <a:gd name="connsiteY898" fmla="*/ 297408 h 759650"/>
                <a:gd name="connsiteX899" fmla="*/ 352112 w 549933"/>
                <a:gd name="connsiteY899" fmla="*/ 296096 h 759650"/>
                <a:gd name="connsiteX900" fmla="*/ 350800 w 549933"/>
                <a:gd name="connsiteY900" fmla="*/ 295356 h 759650"/>
                <a:gd name="connsiteX901" fmla="*/ 350295 w 549933"/>
                <a:gd name="connsiteY901" fmla="*/ 295356 h 759650"/>
                <a:gd name="connsiteX902" fmla="*/ 349050 w 549933"/>
                <a:gd name="connsiteY902" fmla="*/ 296062 h 759650"/>
                <a:gd name="connsiteX903" fmla="*/ 348107 w 549933"/>
                <a:gd name="connsiteY903" fmla="*/ 296836 h 759650"/>
                <a:gd name="connsiteX904" fmla="*/ 348174 w 549933"/>
                <a:gd name="connsiteY904" fmla="*/ 297980 h 759650"/>
                <a:gd name="connsiteX905" fmla="*/ 348174 w 549933"/>
                <a:gd name="connsiteY905" fmla="*/ 299359 h 759650"/>
                <a:gd name="connsiteX906" fmla="*/ 347905 w 549933"/>
                <a:gd name="connsiteY906" fmla="*/ 301041 h 759650"/>
                <a:gd name="connsiteX907" fmla="*/ 347535 w 549933"/>
                <a:gd name="connsiteY907" fmla="*/ 304304 h 759650"/>
                <a:gd name="connsiteX908" fmla="*/ 347535 w 549933"/>
                <a:gd name="connsiteY908" fmla="*/ 306053 h 759650"/>
                <a:gd name="connsiteX909" fmla="*/ 349487 w 549933"/>
                <a:gd name="connsiteY909" fmla="*/ 308442 h 759650"/>
                <a:gd name="connsiteX910" fmla="*/ 351675 w 549933"/>
                <a:gd name="connsiteY910" fmla="*/ 310191 h 759650"/>
                <a:gd name="connsiteX911" fmla="*/ 351675 w 549933"/>
                <a:gd name="connsiteY911" fmla="*/ 315405 h 759650"/>
                <a:gd name="connsiteX912" fmla="*/ 351675 w 549933"/>
                <a:gd name="connsiteY912" fmla="*/ 316919 h 759650"/>
                <a:gd name="connsiteX913" fmla="*/ 355141 w 549933"/>
                <a:gd name="connsiteY913" fmla="*/ 320619 h 759650"/>
                <a:gd name="connsiteX914" fmla="*/ 355141 w 549933"/>
                <a:gd name="connsiteY914" fmla="*/ 324522 h 759650"/>
                <a:gd name="connsiteX915" fmla="*/ 356218 w 549933"/>
                <a:gd name="connsiteY915" fmla="*/ 328155 h 759650"/>
                <a:gd name="connsiteX916" fmla="*/ 361064 w 549933"/>
                <a:gd name="connsiteY916" fmla="*/ 328155 h 759650"/>
                <a:gd name="connsiteX917" fmla="*/ 361636 w 549933"/>
                <a:gd name="connsiteY917" fmla="*/ 330913 h 759650"/>
                <a:gd name="connsiteX918" fmla="*/ 361064 w 549933"/>
                <a:gd name="connsiteY918" fmla="*/ 334378 h 759650"/>
                <a:gd name="connsiteX919" fmla="*/ 360357 w 549933"/>
                <a:gd name="connsiteY919" fmla="*/ 334513 h 759650"/>
                <a:gd name="connsiteX920" fmla="*/ 360357 w 549933"/>
                <a:gd name="connsiteY920" fmla="*/ 339861 h 759650"/>
                <a:gd name="connsiteX921" fmla="*/ 361737 w 549933"/>
                <a:gd name="connsiteY921" fmla="*/ 342317 h 759650"/>
                <a:gd name="connsiteX922" fmla="*/ 363858 w 549933"/>
                <a:gd name="connsiteY922" fmla="*/ 343461 h 759650"/>
                <a:gd name="connsiteX923" fmla="*/ 365608 w 549933"/>
                <a:gd name="connsiteY923" fmla="*/ 343158 h 759650"/>
                <a:gd name="connsiteX924" fmla="*/ 365608 w 549933"/>
                <a:gd name="connsiteY924" fmla="*/ 341140 h 759650"/>
                <a:gd name="connsiteX925" fmla="*/ 368502 w 549933"/>
                <a:gd name="connsiteY925" fmla="*/ 338818 h 759650"/>
                <a:gd name="connsiteX926" fmla="*/ 372137 w 549933"/>
                <a:gd name="connsiteY926" fmla="*/ 335051 h 759650"/>
                <a:gd name="connsiteX927" fmla="*/ 376209 w 549933"/>
                <a:gd name="connsiteY927" fmla="*/ 334344 h 759650"/>
                <a:gd name="connsiteX928" fmla="*/ 383007 w 549933"/>
                <a:gd name="connsiteY928" fmla="*/ 335791 h 759650"/>
                <a:gd name="connsiteX929" fmla="*/ 384454 w 549933"/>
                <a:gd name="connsiteY929" fmla="*/ 337977 h 759650"/>
                <a:gd name="connsiteX930" fmla="*/ 386642 w 549933"/>
                <a:gd name="connsiteY930" fmla="*/ 340870 h 759650"/>
                <a:gd name="connsiteX931" fmla="*/ 386339 w 549933"/>
                <a:gd name="connsiteY931" fmla="*/ 345345 h 759650"/>
                <a:gd name="connsiteX932" fmla="*/ 385464 w 549933"/>
                <a:gd name="connsiteY932" fmla="*/ 347666 h 759650"/>
                <a:gd name="connsiteX933" fmla="*/ 386372 w 549933"/>
                <a:gd name="connsiteY933" fmla="*/ 349819 h 759650"/>
                <a:gd name="connsiteX934" fmla="*/ 385497 w 549933"/>
                <a:gd name="connsiteY934" fmla="*/ 351770 h 759650"/>
                <a:gd name="connsiteX935" fmla="*/ 384959 w 549933"/>
                <a:gd name="connsiteY935" fmla="*/ 353822 h 759650"/>
                <a:gd name="connsiteX936" fmla="*/ 383007 w 549933"/>
                <a:gd name="connsiteY936" fmla="*/ 355335 h 759650"/>
                <a:gd name="connsiteX937" fmla="*/ 383007 w 549933"/>
                <a:gd name="connsiteY937" fmla="*/ 359675 h 759650"/>
                <a:gd name="connsiteX938" fmla="*/ 386036 w 549933"/>
                <a:gd name="connsiteY938" fmla="*/ 360651 h 759650"/>
                <a:gd name="connsiteX939" fmla="*/ 388863 w 549933"/>
                <a:gd name="connsiteY939" fmla="*/ 360112 h 759650"/>
                <a:gd name="connsiteX940" fmla="*/ 391017 w 549933"/>
                <a:gd name="connsiteY940" fmla="*/ 358901 h 759650"/>
                <a:gd name="connsiteX941" fmla="*/ 394281 w 549933"/>
                <a:gd name="connsiteY941" fmla="*/ 359675 h 759650"/>
                <a:gd name="connsiteX942" fmla="*/ 394281 w 549933"/>
                <a:gd name="connsiteY942" fmla="*/ 361525 h 759650"/>
                <a:gd name="connsiteX943" fmla="*/ 394281 w 549933"/>
                <a:gd name="connsiteY943" fmla="*/ 363174 h 759650"/>
                <a:gd name="connsiteX944" fmla="*/ 396570 w 549933"/>
                <a:gd name="connsiteY944" fmla="*/ 363174 h 759650"/>
                <a:gd name="connsiteX945" fmla="*/ 398522 w 549933"/>
                <a:gd name="connsiteY945" fmla="*/ 364485 h 759650"/>
                <a:gd name="connsiteX946" fmla="*/ 400373 w 549933"/>
                <a:gd name="connsiteY946" fmla="*/ 366773 h 759650"/>
                <a:gd name="connsiteX947" fmla="*/ 400373 w 549933"/>
                <a:gd name="connsiteY947" fmla="*/ 369262 h 759650"/>
                <a:gd name="connsiteX948" fmla="*/ 400373 w 549933"/>
                <a:gd name="connsiteY948" fmla="*/ 373030 h 759650"/>
                <a:gd name="connsiteX949" fmla="*/ 398926 w 549933"/>
                <a:gd name="connsiteY949" fmla="*/ 376461 h 759650"/>
                <a:gd name="connsiteX950" fmla="*/ 398219 w 549933"/>
                <a:gd name="connsiteY950" fmla="*/ 377470 h 759650"/>
                <a:gd name="connsiteX951" fmla="*/ 396200 w 549933"/>
                <a:gd name="connsiteY951" fmla="*/ 378715 h 759650"/>
                <a:gd name="connsiteX952" fmla="*/ 391757 w 549933"/>
                <a:gd name="connsiteY952" fmla="*/ 379287 h 759650"/>
                <a:gd name="connsiteX953" fmla="*/ 390310 w 549933"/>
                <a:gd name="connsiteY953" fmla="*/ 381473 h 759650"/>
                <a:gd name="connsiteX954" fmla="*/ 389940 w 549933"/>
                <a:gd name="connsiteY954" fmla="*/ 382012 h 759650"/>
                <a:gd name="connsiteX955" fmla="*/ 395459 w 549933"/>
                <a:gd name="connsiteY955" fmla="*/ 382718 h 759650"/>
                <a:gd name="connsiteX956" fmla="*/ 401551 w 549933"/>
                <a:gd name="connsiteY956" fmla="*/ 377134 h 759650"/>
                <a:gd name="connsiteX957" fmla="*/ 406464 w 549933"/>
                <a:gd name="connsiteY957" fmla="*/ 377134 h 759650"/>
                <a:gd name="connsiteX958" fmla="*/ 410099 w 549933"/>
                <a:gd name="connsiteY958" fmla="*/ 381339 h 759650"/>
                <a:gd name="connsiteX959" fmla="*/ 411412 w 549933"/>
                <a:gd name="connsiteY959" fmla="*/ 389446 h 759650"/>
                <a:gd name="connsiteX960" fmla="*/ 417368 w 549933"/>
                <a:gd name="connsiteY960" fmla="*/ 394223 h 759650"/>
                <a:gd name="connsiteX961" fmla="*/ 423022 w 549933"/>
                <a:gd name="connsiteY961" fmla="*/ 395972 h 759650"/>
                <a:gd name="connsiteX962" fmla="*/ 427499 w 549933"/>
                <a:gd name="connsiteY962" fmla="*/ 394828 h 759650"/>
                <a:gd name="connsiteX963" fmla="*/ 430830 w 549933"/>
                <a:gd name="connsiteY963" fmla="*/ 393079 h 759650"/>
                <a:gd name="connsiteX964" fmla="*/ 434902 w 549933"/>
                <a:gd name="connsiteY964" fmla="*/ 388874 h 759650"/>
                <a:gd name="connsiteX965" fmla="*/ 438672 w 549933"/>
                <a:gd name="connsiteY965" fmla="*/ 385409 h 759650"/>
                <a:gd name="connsiteX966" fmla="*/ 442306 w 549933"/>
                <a:gd name="connsiteY966" fmla="*/ 383525 h 759650"/>
                <a:gd name="connsiteX967" fmla="*/ 447658 w 549933"/>
                <a:gd name="connsiteY967" fmla="*/ 380195 h 759650"/>
                <a:gd name="connsiteX968" fmla="*/ 454893 w 549933"/>
                <a:gd name="connsiteY968" fmla="*/ 380498 h 759650"/>
                <a:gd name="connsiteX969" fmla="*/ 463004 w 549933"/>
                <a:gd name="connsiteY969" fmla="*/ 380632 h 759650"/>
                <a:gd name="connsiteX970" fmla="*/ 467345 w 549933"/>
                <a:gd name="connsiteY970" fmla="*/ 380632 h 759650"/>
                <a:gd name="connsiteX971" fmla="*/ 470980 w 549933"/>
                <a:gd name="connsiteY971" fmla="*/ 378311 h 759650"/>
                <a:gd name="connsiteX972" fmla="*/ 473673 w 549933"/>
                <a:gd name="connsiteY972" fmla="*/ 377874 h 759650"/>
                <a:gd name="connsiteX973" fmla="*/ 475187 w 549933"/>
                <a:gd name="connsiteY973" fmla="*/ 380632 h 759650"/>
                <a:gd name="connsiteX974" fmla="*/ 475187 w 549933"/>
                <a:gd name="connsiteY974" fmla="*/ 383223 h 759650"/>
                <a:gd name="connsiteX975" fmla="*/ 473571 w 549933"/>
                <a:gd name="connsiteY975" fmla="*/ 384669 h 759650"/>
                <a:gd name="connsiteX976" fmla="*/ 475187 w 549933"/>
                <a:gd name="connsiteY976" fmla="*/ 385107 h 759650"/>
                <a:gd name="connsiteX977" fmla="*/ 478384 w 549933"/>
                <a:gd name="connsiteY977" fmla="*/ 384535 h 759650"/>
                <a:gd name="connsiteX978" fmla="*/ 480269 w 549933"/>
                <a:gd name="connsiteY978" fmla="*/ 381507 h 759650"/>
                <a:gd name="connsiteX979" fmla="*/ 481278 w 549933"/>
                <a:gd name="connsiteY979" fmla="*/ 379186 h 759650"/>
                <a:gd name="connsiteX980" fmla="*/ 482288 w 549933"/>
                <a:gd name="connsiteY980" fmla="*/ 377168 h 759650"/>
                <a:gd name="connsiteX981" fmla="*/ 483163 w 549933"/>
                <a:gd name="connsiteY981" fmla="*/ 375149 h 759650"/>
                <a:gd name="connsiteX982" fmla="*/ 484307 w 549933"/>
                <a:gd name="connsiteY982" fmla="*/ 372828 h 759650"/>
                <a:gd name="connsiteX983" fmla="*/ 485317 w 549933"/>
                <a:gd name="connsiteY983" fmla="*/ 370070 h 759650"/>
                <a:gd name="connsiteX984" fmla="*/ 485889 w 549933"/>
                <a:gd name="connsiteY984" fmla="*/ 367311 h 759650"/>
                <a:gd name="connsiteX985" fmla="*/ 486764 w 549933"/>
                <a:gd name="connsiteY985" fmla="*/ 365293 h 759650"/>
                <a:gd name="connsiteX986" fmla="*/ 488514 w 549933"/>
                <a:gd name="connsiteY986" fmla="*/ 363846 h 759650"/>
                <a:gd name="connsiteX987" fmla="*/ 491274 w 549933"/>
                <a:gd name="connsiteY987" fmla="*/ 359372 h 759650"/>
                <a:gd name="connsiteX988" fmla="*/ 493024 w 549933"/>
                <a:gd name="connsiteY988" fmla="*/ 356008 h 759650"/>
                <a:gd name="connsiteX989" fmla="*/ 493966 w 549933"/>
                <a:gd name="connsiteY989" fmla="*/ 353586 h 759650"/>
                <a:gd name="connsiteX990" fmla="*/ 496053 w 549933"/>
                <a:gd name="connsiteY990" fmla="*/ 349516 h 759650"/>
                <a:gd name="connsiteX991" fmla="*/ 496053 w 549933"/>
                <a:gd name="connsiteY991" fmla="*/ 346757 h 759650"/>
                <a:gd name="connsiteX992" fmla="*/ 496928 w 549933"/>
                <a:gd name="connsiteY992" fmla="*/ 341409 h 759650"/>
                <a:gd name="connsiteX993" fmla="*/ 495918 w 549933"/>
                <a:gd name="connsiteY993" fmla="*/ 335892 h 759650"/>
                <a:gd name="connsiteX994" fmla="*/ 493293 w 549933"/>
                <a:gd name="connsiteY994" fmla="*/ 332999 h 759650"/>
                <a:gd name="connsiteX995" fmla="*/ 492553 w 549933"/>
                <a:gd name="connsiteY995" fmla="*/ 330106 h 759650"/>
                <a:gd name="connsiteX996" fmla="*/ 494875 w 549933"/>
                <a:gd name="connsiteY996" fmla="*/ 327919 h 759650"/>
                <a:gd name="connsiteX997" fmla="*/ 499519 w 549933"/>
                <a:gd name="connsiteY997" fmla="*/ 324454 h 759650"/>
                <a:gd name="connsiteX998" fmla="*/ 501707 w 549933"/>
                <a:gd name="connsiteY998" fmla="*/ 320384 h 759650"/>
                <a:gd name="connsiteX999" fmla="*/ 502582 w 549933"/>
                <a:gd name="connsiteY999" fmla="*/ 316347 h 759650"/>
                <a:gd name="connsiteX1000" fmla="*/ 504601 w 549933"/>
                <a:gd name="connsiteY1000" fmla="*/ 313454 h 759650"/>
                <a:gd name="connsiteX1001" fmla="*/ 506755 w 549933"/>
                <a:gd name="connsiteY1001" fmla="*/ 311268 h 759650"/>
                <a:gd name="connsiteX1002" fmla="*/ 509212 w 549933"/>
                <a:gd name="connsiteY1002" fmla="*/ 309081 h 759650"/>
                <a:gd name="connsiteX1003" fmla="*/ 512409 w 549933"/>
                <a:gd name="connsiteY1003" fmla="*/ 307769 h 759650"/>
                <a:gd name="connsiteX1004" fmla="*/ 515034 w 549933"/>
                <a:gd name="connsiteY1004" fmla="*/ 302858 h 759650"/>
                <a:gd name="connsiteX1005" fmla="*/ 517221 w 549933"/>
                <a:gd name="connsiteY1005" fmla="*/ 300099 h 759650"/>
                <a:gd name="connsiteX1006" fmla="*/ 520688 w 549933"/>
                <a:gd name="connsiteY1006" fmla="*/ 295020 h 759650"/>
                <a:gd name="connsiteX1007" fmla="*/ 523448 w 549933"/>
                <a:gd name="connsiteY1007" fmla="*/ 293573 h 759650"/>
                <a:gd name="connsiteX1008" fmla="*/ 526780 w 549933"/>
                <a:gd name="connsiteY1008" fmla="*/ 291992 h 759650"/>
                <a:gd name="connsiteX1009" fmla="*/ 529404 w 549933"/>
                <a:gd name="connsiteY1009" fmla="*/ 290983 h 759650"/>
                <a:gd name="connsiteX1010" fmla="*/ 533881 w 549933"/>
                <a:gd name="connsiteY1010" fmla="*/ 287653 h 759650"/>
                <a:gd name="connsiteX1011" fmla="*/ 539232 w 549933"/>
                <a:gd name="connsiteY1011" fmla="*/ 285197 h 759650"/>
                <a:gd name="connsiteX1012" fmla="*/ 543136 w 549933"/>
                <a:gd name="connsiteY1012" fmla="*/ 280992 h 759650"/>
                <a:gd name="connsiteX1013" fmla="*/ 547847 w 549933"/>
                <a:gd name="connsiteY1013" fmla="*/ 277796 h 759650"/>
                <a:gd name="connsiteX1014" fmla="*/ 549934 w 549933"/>
                <a:gd name="connsiteY1014" fmla="*/ 276484 h 759650"/>
                <a:gd name="connsiteX1015" fmla="*/ 549934 w 549933"/>
                <a:gd name="connsiteY1015" fmla="*/ 273726 h 759650"/>
                <a:gd name="connsiteX1016" fmla="*/ 547410 w 549933"/>
                <a:gd name="connsiteY1016" fmla="*/ 270059 h 759650"/>
                <a:gd name="connsiteX1017" fmla="*/ 340299 w 549933"/>
                <a:gd name="connsiteY1017" fmla="*/ 224645 h 759650"/>
                <a:gd name="connsiteX1018" fmla="*/ 338718 w 549933"/>
                <a:gd name="connsiteY1018" fmla="*/ 226025 h 759650"/>
                <a:gd name="connsiteX1019" fmla="*/ 337270 w 549933"/>
                <a:gd name="connsiteY1019" fmla="*/ 226462 h 759650"/>
                <a:gd name="connsiteX1020" fmla="*/ 335621 w 549933"/>
                <a:gd name="connsiteY1020" fmla="*/ 226159 h 759650"/>
                <a:gd name="connsiteX1021" fmla="*/ 333905 w 549933"/>
                <a:gd name="connsiteY1021" fmla="*/ 225957 h 759650"/>
                <a:gd name="connsiteX1022" fmla="*/ 332761 w 549933"/>
                <a:gd name="connsiteY1022" fmla="*/ 226832 h 759650"/>
                <a:gd name="connsiteX1023" fmla="*/ 332761 w 549933"/>
                <a:gd name="connsiteY1023" fmla="*/ 229961 h 759650"/>
                <a:gd name="connsiteX1024" fmla="*/ 332963 w 549933"/>
                <a:gd name="connsiteY1024" fmla="*/ 230970 h 759650"/>
                <a:gd name="connsiteX1025" fmla="*/ 332189 w 549933"/>
                <a:gd name="connsiteY1025" fmla="*/ 232416 h 759650"/>
                <a:gd name="connsiteX1026" fmla="*/ 329799 w 549933"/>
                <a:gd name="connsiteY1026" fmla="*/ 232921 h 759650"/>
                <a:gd name="connsiteX1027" fmla="*/ 328116 w 549933"/>
                <a:gd name="connsiteY1027" fmla="*/ 232349 h 759650"/>
                <a:gd name="connsiteX1028" fmla="*/ 325087 w 549933"/>
                <a:gd name="connsiteY1028" fmla="*/ 232046 h 759650"/>
                <a:gd name="connsiteX1029" fmla="*/ 322698 w 549933"/>
                <a:gd name="connsiteY1029" fmla="*/ 230364 h 759650"/>
                <a:gd name="connsiteX1030" fmla="*/ 319232 w 549933"/>
                <a:gd name="connsiteY1030" fmla="*/ 231104 h 759650"/>
                <a:gd name="connsiteX1031" fmla="*/ 317280 w 549933"/>
                <a:gd name="connsiteY1031" fmla="*/ 233997 h 759650"/>
                <a:gd name="connsiteX1032" fmla="*/ 314957 w 549933"/>
                <a:gd name="connsiteY1032" fmla="*/ 238404 h 759650"/>
                <a:gd name="connsiteX1033" fmla="*/ 316337 w 549933"/>
                <a:gd name="connsiteY1033" fmla="*/ 240927 h 759650"/>
                <a:gd name="connsiteX1034" fmla="*/ 319972 w 549933"/>
                <a:gd name="connsiteY1034" fmla="*/ 243383 h 759650"/>
                <a:gd name="connsiteX1035" fmla="*/ 320039 w 549933"/>
                <a:gd name="connsiteY1035" fmla="*/ 244627 h 759650"/>
                <a:gd name="connsiteX1036" fmla="*/ 316977 w 549933"/>
                <a:gd name="connsiteY1036" fmla="*/ 246881 h 759650"/>
                <a:gd name="connsiteX1037" fmla="*/ 316102 w 549933"/>
                <a:gd name="connsiteY1037" fmla="*/ 249270 h 759650"/>
                <a:gd name="connsiteX1038" fmla="*/ 316977 w 549933"/>
                <a:gd name="connsiteY1038" fmla="*/ 251961 h 759650"/>
                <a:gd name="connsiteX1039" fmla="*/ 318996 w 549933"/>
                <a:gd name="connsiteY1039" fmla="*/ 253475 h 759650"/>
                <a:gd name="connsiteX1040" fmla="*/ 320679 w 549933"/>
                <a:gd name="connsiteY1040" fmla="*/ 255056 h 759650"/>
                <a:gd name="connsiteX1041" fmla="*/ 320712 w 549933"/>
                <a:gd name="connsiteY1041" fmla="*/ 255998 h 759650"/>
                <a:gd name="connsiteX1042" fmla="*/ 320612 w 549933"/>
                <a:gd name="connsiteY1042" fmla="*/ 257074 h 759650"/>
                <a:gd name="connsiteX1043" fmla="*/ 320612 w 549933"/>
                <a:gd name="connsiteY1043" fmla="*/ 259463 h 759650"/>
                <a:gd name="connsiteX1044" fmla="*/ 321756 w 549933"/>
                <a:gd name="connsiteY1044" fmla="*/ 260270 h 759650"/>
                <a:gd name="connsiteX1045" fmla="*/ 323438 w 549933"/>
                <a:gd name="connsiteY1045" fmla="*/ 262288 h 759650"/>
                <a:gd name="connsiteX1046" fmla="*/ 325189 w 549933"/>
                <a:gd name="connsiteY1046" fmla="*/ 263735 h 759650"/>
                <a:gd name="connsiteX1047" fmla="*/ 326703 w 549933"/>
                <a:gd name="connsiteY1047" fmla="*/ 265316 h 759650"/>
                <a:gd name="connsiteX1048" fmla="*/ 327746 w 549933"/>
                <a:gd name="connsiteY1048" fmla="*/ 267772 h 759650"/>
                <a:gd name="connsiteX1049" fmla="*/ 328352 w 549933"/>
                <a:gd name="connsiteY1049" fmla="*/ 269386 h 759650"/>
                <a:gd name="connsiteX1050" fmla="*/ 328419 w 549933"/>
                <a:gd name="connsiteY1050" fmla="*/ 271573 h 759650"/>
                <a:gd name="connsiteX1051" fmla="*/ 328487 w 549933"/>
                <a:gd name="connsiteY1051" fmla="*/ 273860 h 759650"/>
                <a:gd name="connsiteX1052" fmla="*/ 326905 w 549933"/>
                <a:gd name="connsiteY1052" fmla="*/ 276148 h 759650"/>
                <a:gd name="connsiteX1053" fmla="*/ 324852 w 549933"/>
                <a:gd name="connsiteY1053" fmla="*/ 278435 h 759650"/>
                <a:gd name="connsiteX1054" fmla="*/ 323203 w 549933"/>
                <a:gd name="connsiteY1054" fmla="*/ 279680 h 759650"/>
                <a:gd name="connsiteX1055" fmla="*/ 320140 w 549933"/>
                <a:gd name="connsiteY1055" fmla="*/ 281295 h 759650"/>
                <a:gd name="connsiteX1056" fmla="*/ 318289 w 549933"/>
                <a:gd name="connsiteY1056" fmla="*/ 282438 h 759650"/>
                <a:gd name="connsiteX1057" fmla="*/ 316876 w 549933"/>
                <a:gd name="connsiteY1057" fmla="*/ 282943 h 759650"/>
                <a:gd name="connsiteX1058" fmla="*/ 314520 w 549933"/>
                <a:gd name="connsiteY1058" fmla="*/ 282943 h 759650"/>
                <a:gd name="connsiteX1059" fmla="*/ 312198 w 549933"/>
                <a:gd name="connsiteY1059" fmla="*/ 283279 h 759650"/>
                <a:gd name="connsiteX1060" fmla="*/ 309304 w 549933"/>
                <a:gd name="connsiteY1060" fmla="*/ 283246 h 759650"/>
                <a:gd name="connsiteX1061" fmla="*/ 305837 w 549933"/>
                <a:gd name="connsiteY1061" fmla="*/ 282539 h 759650"/>
                <a:gd name="connsiteX1062" fmla="*/ 301933 w 549933"/>
                <a:gd name="connsiteY1062" fmla="*/ 283952 h 759650"/>
                <a:gd name="connsiteX1063" fmla="*/ 298332 w 549933"/>
                <a:gd name="connsiteY1063" fmla="*/ 284827 h 759650"/>
                <a:gd name="connsiteX1064" fmla="*/ 295942 w 549933"/>
                <a:gd name="connsiteY1064" fmla="*/ 285600 h 759650"/>
                <a:gd name="connsiteX1065" fmla="*/ 292779 w 549933"/>
                <a:gd name="connsiteY1065" fmla="*/ 284827 h 759650"/>
                <a:gd name="connsiteX1066" fmla="*/ 289952 w 549933"/>
                <a:gd name="connsiteY1066" fmla="*/ 282977 h 759650"/>
                <a:gd name="connsiteX1067" fmla="*/ 286385 w 549933"/>
                <a:gd name="connsiteY1067" fmla="*/ 282102 h 759650"/>
                <a:gd name="connsiteX1068" fmla="*/ 281370 w 549933"/>
                <a:gd name="connsiteY1068" fmla="*/ 282539 h 759650"/>
                <a:gd name="connsiteX1069" fmla="*/ 278543 w 549933"/>
                <a:gd name="connsiteY1069" fmla="*/ 286677 h 759650"/>
                <a:gd name="connsiteX1070" fmla="*/ 277130 w 549933"/>
                <a:gd name="connsiteY1070" fmla="*/ 291555 h 759650"/>
                <a:gd name="connsiteX1071" fmla="*/ 277130 w 549933"/>
                <a:gd name="connsiteY1071" fmla="*/ 295995 h 759650"/>
                <a:gd name="connsiteX1072" fmla="*/ 276356 w 549933"/>
                <a:gd name="connsiteY1072" fmla="*/ 301748 h 759650"/>
                <a:gd name="connsiteX1073" fmla="*/ 276894 w 549933"/>
                <a:gd name="connsiteY1073" fmla="*/ 305112 h 759650"/>
                <a:gd name="connsiteX1074" fmla="*/ 280697 w 549933"/>
                <a:gd name="connsiteY1074" fmla="*/ 310662 h 759650"/>
                <a:gd name="connsiteX1075" fmla="*/ 282313 w 549933"/>
                <a:gd name="connsiteY1075" fmla="*/ 314127 h 759650"/>
                <a:gd name="connsiteX1076" fmla="*/ 285241 w 549933"/>
                <a:gd name="connsiteY1076" fmla="*/ 314497 h 759650"/>
                <a:gd name="connsiteX1077" fmla="*/ 288168 w 549933"/>
                <a:gd name="connsiteY1077" fmla="*/ 312479 h 759650"/>
                <a:gd name="connsiteX1078" fmla="*/ 288370 w 549933"/>
                <a:gd name="connsiteY1078" fmla="*/ 312479 h 759650"/>
                <a:gd name="connsiteX1079" fmla="*/ 290861 w 549933"/>
                <a:gd name="connsiteY1079" fmla="*/ 314430 h 759650"/>
                <a:gd name="connsiteX1080" fmla="*/ 293149 w 549933"/>
                <a:gd name="connsiteY1080" fmla="*/ 318029 h 759650"/>
                <a:gd name="connsiteX1081" fmla="*/ 293688 w 549933"/>
                <a:gd name="connsiteY1081" fmla="*/ 320216 h 759650"/>
                <a:gd name="connsiteX1082" fmla="*/ 291837 w 549933"/>
                <a:gd name="connsiteY1082" fmla="*/ 324219 h 759650"/>
                <a:gd name="connsiteX1083" fmla="*/ 292039 w 549933"/>
                <a:gd name="connsiteY1083" fmla="*/ 327886 h 759650"/>
                <a:gd name="connsiteX1084" fmla="*/ 293452 w 549933"/>
                <a:gd name="connsiteY1084" fmla="*/ 329231 h 759650"/>
                <a:gd name="connsiteX1085" fmla="*/ 293452 w 549933"/>
                <a:gd name="connsiteY1085" fmla="*/ 330106 h 759650"/>
                <a:gd name="connsiteX1086" fmla="*/ 290625 w 549933"/>
                <a:gd name="connsiteY1086" fmla="*/ 332494 h 759650"/>
                <a:gd name="connsiteX1087" fmla="*/ 289212 w 549933"/>
                <a:gd name="connsiteY1087" fmla="*/ 333806 h 759650"/>
                <a:gd name="connsiteX1088" fmla="*/ 284971 w 549933"/>
                <a:gd name="connsiteY1088" fmla="*/ 336195 h 759650"/>
                <a:gd name="connsiteX1089" fmla="*/ 282784 w 549933"/>
                <a:gd name="connsiteY1089" fmla="*/ 340332 h 759650"/>
                <a:gd name="connsiteX1090" fmla="*/ 279620 w 549933"/>
                <a:gd name="connsiteY1090" fmla="*/ 340332 h 759650"/>
                <a:gd name="connsiteX1091" fmla="*/ 276457 w 549933"/>
                <a:gd name="connsiteY1091" fmla="*/ 340332 h 759650"/>
                <a:gd name="connsiteX1092" fmla="*/ 272654 w 549933"/>
                <a:gd name="connsiteY1092" fmla="*/ 340332 h 759650"/>
                <a:gd name="connsiteX1093" fmla="*/ 268413 w 549933"/>
                <a:gd name="connsiteY1093" fmla="*/ 336329 h 759650"/>
                <a:gd name="connsiteX1094" fmla="*/ 263634 w 549933"/>
                <a:gd name="connsiteY1094" fmla="*/ 335656 h 759650"/>
                <a:gd name="connsiteX1095" fmla="*/ 262221 w 549933"/>
                <a:gd name="connsiteY1095" fmla="*/ 336867 h 759650"/>
                <a:gd name="connsiteX1096" fmla="*/ 261548 w 549933"/>
                <a:gd name="connsiteY1096" fmla="*/ 337843 h 759650"/>
                <a:gd name="connsiteX1097" fmla="*/ 261009 w 549933"/>
                <a:gd name="connsiteY1097" fmla="*/ 339693 h 759650"/>
                <a:gd name="connsiteX1098" fmla="*/ 260471 w 549933"/>
                <a:gd name="connsiteY1098" fmla="*/ 341644 h 759650"/>
                <a:gd name="connsiteX1099" fmla="*/ 260571 w 549933"/>
                <a:gd name="connsiteY1099" fmla="*/ 344033 h 759650"/>
                <a:gd name="connsiteX1100" fmla="*/ 260235 w 549933"/>
                <a:gd name="connsiteY1100" fmla="*/ 345883 h 759650"/>
                <a:gd name="connsiteX1101" fmla="*/ 259562 w 549933"/>
                <a:gd name="connsiteY1101" fmla="*/ 347195 h 759650"/>
                <a:gd name="connsiteX1102" fmla="*/ 258047 w 549933"/>
                <a:gd name="connsiteY1102" fmla="*/ 348944 h 759650"/>
                <a:gd name="connsiteX1103" fmla="*/ 254447 w 549933"/>
                <a:gd name="connsiteY1103" fmla="*/ 350592 h 759650"/>
                <a:gd name="connsiteX1104" fmla="*/ 251821 w 549933"/>
                <a:gd name="connsiteY1104" fmla="*/ 351231 h 759650"/>
                <a:gd name="connsiteX1105" fmla="*/ 249432 w 549933"/>
                <a:gd name="connsiteY1105" fmla="*/ 352005 h 759650"/>
                <a:gd name="connsiteX1106" fmla="*/ 247783 w 549933"/>
                <a:gd name="connsiteY1106" fmla="*/ 352005 h 759650"/>
                <a:gd name="connsiteX1107" fmla="*/ 245730 w 549933"/>
                <a:gd name="connsiteY1107" fmla="*/ 352039 h 759650"/>
                <a:gd name="connsiteX1108" fmla="*/ 241490 w 549933"/>
                <a:gd name="connsiteY1108" fmla="*/ 348978 h 759650"/>
                <a:gd name="connsiteX1109" fmla="*/ 238999 w 549933"/>
                <a:gd name="connsiteY1109" fmla="*/ 345950 h 759650"/>
                <a:gd name="connsiteX1110" fmla="*/ 236710 w 549933"/>
                <a:gd name="connsiteY1110" fmla="*/ 343663 h 759650"/>
                <a:gd name="connsiteX1111" fmla="*/ 234321 w 549933"/>
                <a:gd name="connsiteY1111" fmla="*/ 343562 h 759650"/>
                <a:gd name="connsiteX1112" fmla="*/ 230417 w 549933"/>
                <a:gd name="connsiteY1112" fmla="*/ 343663 h 759650"/>
                <a:gd name="connsiteX1113" fmla="*/ 227153 w 549933"/>
                <a:gd name="connsiteY1113" fmla="*/ 345176 h 759650"/>
                <a:gd name="connsiteX1114" fmla="*/ 225302 w 549933"/>
                <a:gd name="connsiteY1114" fmla="*/ 346690 h 759650"/>
                <a:gd name="connsiteX1115" fmla="*/ 220624 w 549933"/>
                <a:gd name="connsiteY1115" fmla="*/ 349079 h 759650"/>
                <a:gd name="connsiteX1116" fmla="*/ 216148 w 549933"/>
                <a:gd name="connsiteY1116" fmla="*/ 350390 h 759650"/>
                <a:gd name="connsiteX1117" fmla="*/ 212345 w 549933"/>
                <a:gd name="connsiteY1117" fmla="*/ 350491 h 759650"/>
                <a:gd name="connsiteX1118" fmla="*/ 206926 w 549933"/>
                <a:gd name="connsiteY1118" fmla="*/ 349079 h 759650"/>
                <a:gd name="connsiteX1119" fmla="*/ 204436 w 549933"/>
                <a:gd name="connsiteY1119" fmla="*/ 349079 h 759650"/>
                <a:gd name="connsiteX1120" fmla="*/ 202147 w 549933"/>
                <a:gd name="connsiteY1120" fmla="*/ 350929 h 759650"/>
                <a:gd name="connsiteX1121" fmla="*/ 201171 w 549933"/>
                <a:gd name="connsiteY1121" fmla="*/ 355066 h 759650"/>
                <a:gd name="connsiteX1122" fmla="*/ 199657 w 549933"/>
                <a:gd name="connsiteY1122" fmla="*/ 355706 h 759650"/>
                <a:gd name="connsiteX1123" fmla="*/ 194878 w 549933"/>
                <a:gd name="connsiteY1123" fmla="*/ 355066 h 759650"/>
                <a:gd name="connsiteX1124" fmla="*/ 192589 w 549933"/>
                <a:gd name="connsiteY1124" fmla="*/ 353654 h 759650"/>
                <a:gd name="connsiteX1125" fmla="*/ 189863 w 549933"/>
                <a:gd name="connsiteY1125" fmla="*/ 348978 h 759650"/>
                <a:gd name="connsiteX1126" fmla="*/ 188989 w 549933"/>
                <a:gd name="connsiteY1126" fmla="*/ 345950 h 759650"/>
                <a:gd name="connsiteX1127" fmla="*/ 186262 w 549933"/>
                <a:gd name="connsiteY1127" fmla="*/ 343999 h 759650"/>
                <a:gd name="connsiteX1128" fmla="*/ 182459 w 549933"/>
                <a:gd name="connsiteY1128" fmla="*/ 343562 h 759650"/>
                <a:gd name="connsiteX1129" fmla="*/ 179531 w 549933"/>
                <a:gd name="connsiteY1129" fmla="*/ 343360 h 759650"/>
                <a:gd name="connsiteX1130" fmla="*/ 175829 w 549933"/>
                <a:gd name="connsiteY1130" fmla="*/ 342048 h 759650"/>
                <a:gd name="connsiteX1131" fmla="*/ 175156 w 549933"/>
                <a:gd name="connsiteY1131" fmla="*/ 337708 h 759650"/>
                <a:gd name="connsiteX1132" fmla="*/ 172565 w 549933"/>
                <a:gd name="connsiteY1132" fmla="*/ 336834 h 759650"/>
                <a:gd name="connsiteX1133" fmla="*/ 167887 w 549933"/>
                <a:gd name="connsiteY1133" fmla="*/ 335959 h 759650"/>
                <a:gd name="connsiteX1134" fmla="*/ 167416 w 549933"/>
                <a:gd name="connsiteY1134" fmla="*/ 334445 h 759650"/>
                <a:gd name="connsiteX1135" fmla="*/ 165598 w 549933"/>
                <a:gd name="connsiteY1135" fmla="*/ 331418 h 759650"/>
                <a:gd name="connsiteX1136" fmla="*/ 165598 w 549933"/>
                <a:gd name="connsiteY1136" fmla="*/ 329130 h 759650"/>
                <a:gd name="connsiteX1137" fmla="*/ 166911 w 549933"/>
                <a:gd name="connsiteY1137" fmla="*/ 327953 h 759650"/>
                <a:gd name="connsiteX1138" fmla="*/ 169839 w 549933"/>
                <a:gd name="connsiteY1138" fmla="*/ 328054 h 759650"/>
                <a:gd name="connsiteX1139" fmla="*/ 172128 w 549933"/>
                <a:gd name="connsiteY1139" fmla="*/ 328928 h 759650"/>
                <a:gd name="connsiteX1140" fmla="*/ 173642 w 549933"/>
                <a:gd name="connsiteY1140" fmla="*/ 329366 h 759650"/>
                <a:gd name="connsiteX1141" fmla="*/ 176031 w 549933"/>
                <a:gd name="connsiteY1141" fmla="*/ 329803 h 759650"/>
                <a:gd name="connsiteX1142" fmla="*/ 177479 w 549933"/>
                <a:gd name="connsiteY1142" fmla="*/ 328727 h 759650"/>
                <a:gd name="connsiteX1143" fmla="*/ 178387 w 549933"/>
                <a:gd name="connsiteY1143" fmla="*/ 327179 h 759650"/>
                <a:gd name="connsiteX1144" fmla="*/ 178791 w 549933"/>
                <a:gd name="connsiteY1144" fmla="*/ 325463 h 759650"/>
                <a:gd name="connsiteX1145" fmla="*/ 177748 w 549933"/>
                <a:gd name="connsiteY1145" fmla="*/ 323849 h 759650"/>
                <a:gd name="connsiteX1146" fmla="*/ 174584 w 549933"/>
                <a:gd name="connsiteY1146" fmla="*/ 320720 h 759650"/>
                <a:gd name="connsiteX1147" fmla="*/ 173103 w 549933"/>
                <a:gd name="connsiteY1147" fmla="*/ 318567 h 759650"/>
                <a:gd name="connsiteX1148" fmla="*/ 169974 w 549933"/>
                <a:gd name="connsiteY1148" fmla="*/ 315271 h 759650"/>
                <a:gd name="connsiteX1149" fmla="*/ 167651 w 549933"/>
                <a:gd name="connsiteY1149" fmla="*/ 313454 h 759650"/>
                <a:gd name="connsiteX1150" fmla="*/ 165397 w 549933"/>
                <a:gd name="connsiteY1150" fmla="*/ 310998 h 759650"/>
                <a:gd name="connsiteX1151" fmla="*/ 164387 w 549933"/>
                <a:gd name="connsiteY1151" fmla="*/ 308038 h 759650"/>
                <a:gd name="connsiteX1152" fmla="*/ 164151 w 549933"/>
                <a:gd name="connsiteY1152" fmla="*/ 305448 h 759650"/>
                <a:gd name="connsiteX1153" fmla="*/ 163882 w 549933"/>
                <a:gd name="connsiteY1153" fmla="*/ 301613 h 759650"/>
                <a:gd name="connsiteX1154" fmla="*/ 163882 w 549933"/>
                <a:gd name="connsiteY1154" fmla="*/ 299662 h 759650"/>
                <a:gd name="connsiteX1155" fmla="*/ 167517 w 549933"/>
                <a:gd name="connsiteY1155" fmla="*/ 298787 h 759650"/>
                <a:gd name="connsiteX1156" fmla="*/ 168257 w 549933"/>
                <a:gd name="connsiteY1156" fmla="*/ 298787 h 759650"/>
                <a:gd name="connsiteX1157" fmla="*/ 170007 w 549933"/>
                <a:gd name="connsiteY1157" fmla="*/ 298787 h 759650"/>
                <a:gd name="connsiteX1158" fmla="*/ 171757 w 549933"/>
                <a:gd name="connsiteY1158" fmla="*/ 298787 h 759650"/>
                <a:gd name="connsiteX1159" fmla="*/ 173473 w 549933"/>
                <a:gd name="connsiteY1159" fmla="*/ 298787 h 759650"/>
                <a:gd name="connsiteX1160" fmla="*/ 174214 w 549933"/>
                <a:gd name="connsiteY1160" fmla="*/ 298283 h 759650"/>
                <a:gd name="connsiteX1161" fmla="*/ 176166 w 549933"/>
                <a:gd name="connsiteY1161" fmla="*/ 296769 h 759650"/>
                <a:gd name="connsiteX1162" fmla="*/ 177680 w 549933"/>
                <a:gd name="connsiteY1162" fmla="*/ 293506 h 759650"/>
                <a:gd name="connsiteX1163" fmla="*/ 180575 w 549933"/>
                <a:gd name="connsiteY1163" fmla="*/ 290916 h 759650"/>
                <a:gd name="connsiteX1164" fmla="*/ 182392 w 549933"/>
                <a:gd name="connsiteY1164" fmla="*/ 290041 h 759650"/>
                <a:gd name="connsiteX1165" fmla="*/ 185724 w 549933"/>
                <a:gd name="connsiteY1165" fmla="*/ 287350 h 759650"/>
                <a:gd name="connsiteX1166" fmla="*/ 187911 w 549933"/>
                <a:gd name="connsiteY1166" fmla="*/ 286711 h 759650"/>
                <a:gd name="connsiteX1167" fmla="*/ 190234 w 549933"/>
                <a:gd name="connsiteY1167" fmla="*/ 286711 h 759650"/>
                <a:gd name="connsiteX1168" fmla="*/ 193128 w 549933"/>
                <a:gd name="connsiteY1168" fmla="*/ 286677 h 759650"/>
                <a:gd name="connsiteX1169" fmla="*/ 195753 w 549933"/>
                <a:gd name="connsiteY1169" fmla="*/ 286071 h 759650"/>
                <a:gd name="connsiteX1170" fmla="*/ 197638 w 549933"/>
                <a:gd name="connsiteY1170" fmla="*/ 285500 h 759650"/>
                <a:gd name="connsiteX1171" fmla="*/ 200027 w 549933"/>
                <a:gd name="connsiteY1171" fmla="*/ 283549 h 759650"/>
                <a:gd name="connsiteX1172" fmla="*/ 200835 w 549933"/>
                <a:gd name="connsiteY1172" fmla="*/ 282607 h 759650"/>
                <a:gd name="connsiteX1173" fmla="*/ 202215 w 549933"/>
                <a:gd name="connsiteY1173" fmla="*/ 281026 h 759650"/>
                <a:gd name="connsiteX1174" fmla="*/ 203729 w 549933"/>
                <a:gd name="connsiteY1174" fmla="*/ 280084 h 759650"/>
                <a:gd name="connsiteX1175" fmla="*/ 206119 w 549933"/>
                <a:gd name="connsiteY1175" fmla="*/ 278133 h 759650"/>
                <a:gd name="connsiteX1176" fmla="*/ 207633 w 549933"/>
                <a:gd name="connsiteY1176" fmla="*/ 276619 h 759650"/>
                <a:gd name="connsiteX1177" fmla="*/ 209148 w 549933"/>
                <a:gd name="connsiteY1177" fmla="*/ 274298 h 759650"/>
                <a:gd name="connsiteX1178" fmla="*/ 209148 w 549933"/>
                <a:gd name="connsiteY1178" fmla="*/ 270160 h 759650"/>
                <a:gd name="connsiteX1179" fmla="*/ 205816 w 549933"/>
                <a:gd name="connsiteY1179" fmla="*/ 266964 h 759650"/>
                <a:gd name="connsiteX1180" fmla="*/ 205109 w 549933"/>
                <a:gd name="connsiteY1180" fmla="*/ 263701 h 759650"/>
                <a:gd name="connsiteX1181" fmla="*/ 201037 w 549933"/>
                <a:gd name="connsiteY1181" fmla="*/ 260573 h 759650"/>
                <a:gd name="connsiteX1182" fmla="*/ 199589 w 549933"/>
                <a:gd name="connsiteY1182" fmla="*/ 260573 h 759650"/>
                <a:gd name="connsiteX1183" fmla="*/ 197840 w 549933"/>
                <a:gd name="connsiteY1183" fmla="*/ 260573 h 759650"/>
                <a:gd name="connsiteX1184" fmla="*/ 195820 w 549933"/>
                <a:gd name="connsiteY1184" fmla="*/ 259429 h 759650"/>
                <a:gd name="connsiteX1185" fmla="*/ 194945 w 549933"/>
                <a:gd name="connsiteY1185" fmla="*/ 257848 h 759650"/>
                <a:gd name="connsiteX1186" fmla="*/ 195349 w 549933"/>
                <a:gd name="connsiteY1186" fmla="*/ 256637 h 759650"/>
                <a:gd name="connsiteX1187" fmla="*/ 194205 w 549933"/>
                <a:gd name="connsiteY1187" fmla="*/ 254719 h 759650"/>
                <a:gd name="connsiteX1188" fmla="*/ 193397 w 549933"/>
                <a:gd name="connsiteY1188" fmla="*/ 253138 h 759650"/>
                <a:gd name="connsiteX1189" fmla="*/ 192152 w 549933"/>
                <a:gd name="connsiteY1189" fmla="*/ 252365 h 759650"/>
                <a:gd name="connsiteX1190" fmla="*/ 189695 w 549933"/>
                <a:gd name="connsiteY1190" fmla="*/ 250413 h 759650"/>
                <a:gd name="connsiteX1191" fmla="*/ 188585 w 549933"/>
                <a:gd name="connsiteY1191" fmla="*/ 248126 h 759650"/>
                <a:gd name="connsiteX1192" fmla="*/ 188282 w 549933"/>
                <a:gd name="connsiteY1192" fmla="*/ 246377 h 759650"/>
                <a:gd name="connsiteX1193" fmla="*/ 188282 w 549933"/>
                <a:gd name="connsiteY1193" fmla="*/ 245771 h 759650"/>
                <a:gd name="connsiteX1194" fmla="*/ 187911 w 549933"/>
                <a:gd name="connsiteY1194" fmla="*/ 243753 h 759650"/>
                <a:gd name="connsiteX1195" fmla="*/ 188282 w 549933"/>
                <a:gd name="connsiteY1195" fmla="*/ 242441 h 759650"/>
                <a:gd name="connsiteX1196" fmla="*/ 189157 w 549933"/>
                <a:gd name="connsiteY1196" fmla="*/ 241230 h 759650"/>
                <a:gd name="connsiteX1197" fmla="*/ 190907 w 549933"/>
                <a:gd name="connsiteY1197" fmla="*/ 239716 h 759650"/>
                <a:gd name="connsiteX1198" fmla="*/ 192522 w 549933"/>
                <a:gd name="connsiteY1198" fmla="*/ 239279 h 759650"/>
                <a:gd name="connsiteX1199" fmla="*/ 193734 w 549933"/>
                <a:gd name="connsiteY1199" fmla="*/ 239279 h 759650"/>
                <a:gd name="connsiteX1200" fmla="*/ 195955 w 549933"/>
                <a:gd name="connsiteY1200" fmla="*/ 238135 h 759650"/>
                <a:gd name="connsiteX1201" fmla="*/ 198782 w 549933"/>
                <a:gd name="connsiteY1201" fmla="*/ 236117 h 759650"/>
                <a:gd name="connsiteX1202" fmla="*/ 199859 w 549933"/>
                <a:gd name="connsiteY1202" fmla="*/ 235309 h 759650"/>
                <a:gd name="connsiteX1203" fmla="*/ 201104 w 549933"/>
                <a:gd name="connsiteY1203" fmla="*/ 234939 h 759650"/>
                <a:gd name="connsiteX1204" fmla="*/ 203325 w 549933"/>
                <a:gd name="connsiteY1204" fmla="*/ 234939 h 759650"/>
                <a:gd name="connsiteX1205" fmla="*/ 205244 w 549933"/>
                <a:gd name="connsiteY1205" fmla="*/ 234939 h 759650"/>
                <a:gd name="connsiteX1206" fmla="*/ 207128 w 549933"/>
                <a:gd name="connsiteY1206" fmla="*/ 234906 h 759650"/>
                <a:gd name="connsiteX1207" fmla="*/ 209955 w 549933"/>
                <a:gd name="connsiteY1207" fmla="*/ 234872 h 759650"/>
                <a:gd name="connsiteX1208" fmla="*/ 211840 w 549933"/>
                <a:gd name="connsiteY1208" fmla="*/ 234872 h 759650"/>
                <a:gd name="connsiteX1209" fmla="*/ 214027 w 549933"/>
                <a:gd name="connsiteY1209" fmla="*/ 234872 h 759650"/>
                <a:gd name="connsiteX1210" fmla="*/ 217460 w 549933"/>
                <a:gd name="connsiteY1210" fmla="*/ 234065 h 759650"/>
                <a:gd name="connsiteX1211" fmla="*/ 218638 w 549933"/>
                <a:gd name="connsiteY1211" fmla="*/ 231474 h 759650"/>
                <a:gd name="connsiteX1212" fmla="*/ 220927 w 549933"/>
                <a:gd name="connsiteY1212" fmla="*/ 228279 h 759650"/>
                <a:gd name="connsiteX1213" fmla="*/ 221566 w 549933"/>
                <a:gd name="connsiteY1213" fmla="*/ 225285 h 759650"/>
                <a:gd name="connsiteX1214" fmla="*/ 222206 w 549933"/>
                <a:gd name="connsiteY1214" fmla="*/ 222997 h 759650"/>
                <a:gd name="connsiteX1215" fmla="*/ 223855 w 549933"/>
                <a:gd name="connsiteY1215" fmla="*/ 220710 h 759650"/>
                <a:gd name="connsiteX1216" fmla="*/ 224662 w 549933"/>
                <a:gd name="connsiteY1216" fmla="*/ 219734 h 759650"/>
                <a:gd name="connsiteX1217" fmla="*/ 226009 w 549933"/>
                <a:gd name="connsiteY1217" fmla="*/ 218220 h 759650"/>
                <a:gd name="connsiteX1218" fmla="*/ 227927 w 549933"/>
                <a:gd name="connsiteY1218" fmla="*/ 216437 h 759650"/>
                <a:gd name="connsiteX1219" fmla="*/ 230586 w 549933"/>
                <a:gd name="connsiteY1219" fmla="*/ 215529 h 759650"/>
                <a:gd name="connsiteX1220" fmla="*/ 232638 w 549933"/>
                <a:gd name="connsiteY1220" fmla="*/ 215395 h 759650"/>
                <a:gd name="connsiteX1221" fmla="*/ 234321 w 549933"/>
                <a:gd name="connsiteY1221" fmla="*/ 215395 h 759650"/>
                <a:gd name="connsiteX1222" fmla="*/ 236441 w 549933"/>
                <a:gd name="connsiteY1222" fmla="*/ 215058 h 759650"/>
                <a:gd name="connsiteX1223" fmla="*/ 238192 w 549933"/>
                <a:gd name="connsiteY1223" fmla="*/ 214419 h 759650"/>
                <a:gd name="connsiteX1224" fmla="*/ 239605 w 549933"/>
                <a:gd name="connsiteY1224" fmla="*/ 213174 h 759650"/>
                <a:gd name="connsiteX1225" fmla="*/ 240648 w 549933"/>
                <a:gd name="connsiteY1225" fmla="*/ 212132 h 759650"/>
                <a:gd name="connsiteX1226" fmla="*/ 242398 w 549933"/>
                <a:gd name="connsiteY1226" fmla="*/ 212132 h 759650"/>
                <a:gd name="connsiteX1227" fmla="*/ 243206 w 549933"/>
                <a:gd name="connsiteY1227" fmla="*/ 213444 h 759650"/>
                <a:gd name="connsiteX1228" fmla="*/ 243710 w 549933"/>
                <a:gd name="connsiteY1228" fmla="*/ 214621 h 759650"/>
                <a:gd name="connsiteX1229" fmla="*/ 246100 w 549933"/>
                <a:gd name="connsiteY1229" fmla="*/ 215126 h 759650"/>
                <a:gd name="connsiteX1230" fmla="*/ 247884 w 549933"/>
                <a:gd name="connsiteY1230" fmla="*/ 214957 h 759650"/>
                <a:gd name="connsiteX1231" fmla="*/ 248759 w 549933"/>
                <a:gd name="connsiteY1231" fmla="*/ 213444 h 759650"/>
                <a:gd name="connsiteX1232" fmla="*/ 247884 w 549933"/>
                <a:gd name="connsiteY1232" fmla="*/ 211257 h 759650"/>
                <a:gd name="connsiteX1233" fmla="*/ 246100 w 549933"/>
                <a:gd name="connsiteY1233" fmla="*/ 210214 h 759650"/>
                <a:gd name="connsiteX1234" fmla="*/ 243610 w 549933"/>
                <a:gd name="connsiteY1234" fmla="*/ 208801 h 759650"/>
                <a:gd name="connsiteX1235" fmla="*/ 240581 w 549933"/>
                <a:gd name="connsiteY1235" fmla="*/ 206514 h 759650"/>
                <a:gd name="connsiteX1236" fmla="*/ 239504 w 549933"/>
                <a:gd name="connsiteY1236" fmla="*/ 204495 h 759650"/>
                <a:gd name="connsiteX1237" fmla="*/ 237989 w 549933"/>
                <a:gd name="connsiteY1237" fmla="*/ 202208 h 759650"/>
                <a:gd name="connsiteX1238" fmla="*/ 236744 w 549933"/>
                <a:gd name="connsiteY1238" fmla="*/ 199752 h 759650"/>
                <a:gd name="connsiteX1239" fmla="*/ 236475 w 549933"/>
                <a:gd name="connsiteY1239" fmla="*/ 198070 h 759650"/>
                <a:gd name="connsiteX1240" fmla="*/ 237384 w 549933"/>
                <a:gd name="connsiteY1240" fmla="*/ 196926 h 759650"/>
                <a:gd name="connsiteX1241" fmla="*/ 239134 w 549933"/>
                <a:gd name="connsiteY1241" fmla="*/ 196388 h 759650"/>
                <a:gd name="connsiteX1242" fmla="*/ 241287 w 549933"/>
                <a:gd name="connsiteY1242" fmla="*/ 196725 h 759650"/>
                <a:gd name="connsiteX1243" fmla="*/ 243610 w 549933"/>
                <a:gd name="connsiteY1243" fmla="*/ 198037 h 759650"/>
                <a:gd name="connsiteX1244" fmla="*/ 244821 w 549933"/>
                <a:gd name="connsiteY1244" fmla="*/ 199113 h 759650"/>
                <a:gd name="connsiteX1245" fmla="*/ 248254 w 549933"/>
                <a:gd name="connsiteY1245" fmla="*/ 200425 h 759650"/>
                <a:gd name="connsiteX1246" fmla="*/ 249331 w 549933"/>
                <a:gd name="connsiteY1246" fmla="*/ 199349 h 759650"/>
                <a:gd name="connsiteX1247" fmla="*/ 248826 w 549933"/>
                <a:gd name="connsiteY1247" fmla="*/ 197767 h 759650"/>
                <a:gd name="connsiteX1248" fmla="*/ 248658 w 549933"/>
                <a:gd name="connsiteY1248" fmla="*/ 195715 h 759650"/>
                <a:gd name="connsiteX1249" fmla="*/ 247009 w 549933"/>
                <a:gd name="connsiteY1249" fmla="*/ 193764 h 759650"/>
                <a:gd name="connsiteX1250" fmla="*/ 245663 w 549933"/>
                <a:gd name="connsiteY1250" fmla="*/ 192621 h 759650"/>
                <a:gd name="connsiteX1251" fmla="*/ 244687 w 549933"/>
                <a:gd name="connsiteY1251" fmla="*/ 190770 h 759650"/>
                <a:gd name="connsiteX1252" fmla="*/ 244687 w 549933"/>
                <a:gd name="connsiteY1252" fmla="*/ 189358 h 759650"/>
                <a:gd name="connsiteX1253" fmla="*/ 246706 w 549933"/>
                <a:gd name="connsiteY1253" fmla="*/ 188752 h 759650"/>
                <a:gd name="connsiteX1254" fmla="*/ 249331 w 549933"/>
                <a:gd name="connsiteY1254" fmla="*/ 188416 h 759650"/>
                <a:gd name="connsiteX1255" fmla="*/ 253336 w 549933"/>
                <a:gd name="connsiteY1255" fmla="*/ 189660 h 759650"/>
                <a:gd name="connsiteX1256" fmla="*/ 255961 w 549933"/>
                <a:gd name="connsiteY1256" fmla="*/ 187743 h 759650"/>
                <a:gd name="connsiteX1257" fmla="*/ 258351 w 549933"/>
                <a:gd name="connsiteY1257" fmla="*/ 186296 h 759650"/>
                <a:gd name="connsiteX1258" fmla="*/ 258653 w 549933"/>
                <a:gd name="connsiteY1258" fmla="*/ 183168 h 759650"/>
                <a:gd name="connsiteX1259" fmla="*/ 258653 w 549933"/>
                <a:gd name="connsiteY1259" fmla="*/ 180645 h 759650"/>
                <a:gd name="connsiteX1260" fmla="*/ 259730 w 549933"/>
                <a:gd name="connsiteY1260" fmla="*/ 178626 h 759650"/>
                <a:gd name="connsiteX1261" fmla="*/ 260875 w 549933"/>
                <a:gd name="connsiteY1261" fmla="*/ 176945 h 759650"/>
                <a:gd name="connsiteX1262" fmla="*/ 263264 w 549933"/>
                <a:gd name="connsiteY1262" fmla="*/ 175633 h 759650"/>
                <a:gd name="connsiteX1263" fmla="*/ 265452 w 549933"/>
                <a:gd name="connsiteY1263" fmla="*/ 175633 h 759650"/>
                <a:gd name="connsiteX1264" fmla="*/ 266764 w 549933"/>
                <a:gd name="connsiteY1264" fmla="*/ 176137 h 759650"/>
                <a:gd name="connsiteX1265" fmla="*/ 267639 w 549933"/>
                <a:gd name="connsiteY1265" fmla="*/ 178660 h 759650"/>
                <a:gd name="connsiteX1266" fmla="*/ 267639 w 549933"/>
                <a:gd name="connsiteY1266" fmla="*/ 181620 h 759650"/>
                <a:gd name="connsiteX1267" fmla="*/ 267673 w 549933"/>
                <a:gd name="connsiteY1267" fmla="*/ 184076 h 759650"/>
                <a:gd name="connsiteX1268" fmla="*/ 267673 w 549933"/>
                <a:gd name="connsiteY1268" fmla="*/ 187205 h 759650"/>
                <a:gd name="connsiteX1269" fmla="*/ 268077 w 549933"/>
                <a:gd name="connsiteY1269" fmla="*/ 189526 h 759650"/>
                <a:gd name="connsiteX1270" fmla="*/ 269894 w 549933"/>
                <a:gd name="connsiteY1270" fmla="*/ 192419 h 759650"/>
                <a:gd name="connsiteX1271" fmla="*/ 271206 w 549933"/>
                <a:gd name="connsiteY1271" fmla="*/ 195379 h 759650"/>
                <a:gd name="connsiteX1272" fmla="*/ 273596 w 549933"/>
                <a:gd name="connsiteY1272" fmla="*/ 198003 h 759650"/>
                <a:gd name="connsiteX1273" fmla="*/ 277130 w 549933"/>
                <a:gd name="connsiteY1273" fmla="*/ 200694 h 759650"/>
                <a:gd name="connsiteX1274" fmla="*/ 281269 w 549933"/>
                <a:gd name="connsiteY1274" fmla="*/ 203284 h 759650"/>
                <a:gd name="connsiteX1275" fmla="*/ 283423 w 549933"/>
                <a:gd name="connsiteY1275" fmla="*/ 204664 h 759650"/>
                <a:gd name="connsiteX1276" fmla="*/ 287899 w 549933"/>
                <a:gd name="connsiteY1276" fmla="*/ 210685 h 759650"/>
                <a:gd name="connsiteX1277" fmla="*/ 291231 w 549933"/>
                <a:gd name="connsiteY1277" fmla="*/ 214217 h 759650"/>
                <a:gd name="connsiteX1278" fmla="*/ 293755 w 549933"/>
                <a:gd name="connsiteY1278" fmla="*/ 216606 h 759650"/>
                <a:gd name="connsiteX1279" fmla="*/ 299847 w 549933"/>
                <a:gd name="connsiteY1279" fmla="*/ 219129 h 759650"/>
                <a:gd name="connsiteX1280" fmla="*/ 305938 w 549933"/>
                <a:gd name="connsiteY1280" fmla="*/ 217548 h 759650"/>
                <a:gd name="connsiteX1281" fmla="*/ 310583 w 549933"/>
                <a:gd name="connsiteY1281" fmla="*/ 216673 h 759650"/>
                <a:gd name="connsiteX1282" fmla="*/ 321756 w 549933"/>
                <a:gd name="connsiteY1282" fmla="*/ 217043 h 759650"/>
                <a:gd name="connsiteX1283" fmla="*/ 325087 w 549933"/>
                <a:gd name="connsiteY1283" fmla="*/ 217043 h 759650"/>
                <a:gd name="connsiteX1284" fmla="*/ 329294 w 549933"/>
                <a:gd name="connsiteY1284" fmla="*/ 218792 h 759650"/>
                <a:gd name="connsiteX1285" fmla="*/ 335218 w 549933"/>
                <a:gd name="connsiteY1285" fmla="*/ 218792 h 759650"/>
                <a:gd name="connsiteX1286" fmla="*/ 338415 w 549933"/>
                <a:gd name="connsiteY1286" fmla="*/ 218355 h 759650"/>
                <a:gd name="connsiteX1287" fmla="*/ 340299 w 549933"/>
                <a:gd name="connsiteY1287" fmla="*/ 221046 h 759650"/>
                <a:gd name="connsiteX1288" fmla="*/ 341107 w 549933"/>
                <a:gd name="connsiteY1288" fmla="*/ 222560 h 759650"/>
                <a:gd name="connsiteX1289" fmla="*/ 340299 w 549933"/>
                <a:gd name="connsiteY1289" fmla="*/ 224645 h 75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Lst>
              <a:rect l="l" t="t" r="r" b="b"/>
              <a:pathLst>
                <a:path w="549933" h="759650">
                  <a:moveTo>
                    <a:pt x="547410" y="270059"/>
                  </a:moveTo>
                  <a:lnTo>
                    <a:pt x="544078" y="266729"/>
                  </a:lnTo>
                  <a:lnTo>
                    <a:pt x="542328" y="262591"/>
                  </a:lnTo>
                  <a:lnTo>
                    <a:pt x="542462" y="256872"/>
                  </a:lnTo>
                  <a:lnTo>
                    <a:pt x="542328" y="256872"/>
                  </a:lnTo>
                  <a:lnTo>
                    <a:pt x="535361" y="254282"/>
                  </a:lnTo>
                  <a:cubicBezTo>
                    <a:pt x="535361" y="254282"/>
                    <a:pt x="531457" y="251389"/>
                    <a:pt x="530717" y="250952"/>
                  </a:cubicBezTo>
                  <a:cubicBezTo>
                    <a:pt x="529977" y="250514"/>
                    <a:pt x="523885" y="247184"/>
                    <a:pt x="523885" y="247184"/>
                  </a:cubicBezTo>
                  <a:cubicBezTo>
                    <a:pt x="523885" y="247184"/>
                    <a:pt x="522640" y="243854"/>
                    <a:pt x="522505" y="243282"/>
                  </a:cubicBezTo>
                  <a:cubicBezTo>
                    <a:pt x="522371" y="242710"/>
                    <a:pt x="522303" y="241398"/>
                    <a:pt x="522303" y="239380"/>
                  </a:cubicBezTo>
                  <a:cubicBezTo>
                    <a:pt x="522303" y="237361"/>
                    <a:pt x="522303" y="233425"/>
                    <a:pt x="522303" y="233425"/>
                  </a:cubicBezTo>
                  <a:lnTo>
                    <a:pt x="522000" y="229221"/>
                  </a:lnTo>
                  <a:cubicBezTo>
                    <a:pt x="522000" y="229221"/>
                    <a:pt x="519678" y="225318"/>
                    <a:pt x="519241" y="225016"/>
                  </a:cubicBezTo>
                  <a:cubicBezTo>
                    <a:pt x="518803" y="224713"/>
                    <a:pt x="515034" y="220676"/>
                    <a:pt x="514462" y="220541"/>
                  </a:cubicBezTo>
                  <a:cubicBezTo>
                    <a:pt x="513890" y="220407"/>
                    <a:pt x="510390" y="218220"/>
                    <a:pt x="510390" y="218220"/>
                  </a:cubicBezTo>
                  <a:cubicBezTo>
                    <a:pt x="510390" y="218220"/>
                    <a:pt x="507058" y="218086"/>
                    <a:pt x="505913" y="218220"/>
                  </a:cubicBezTo>
                  <a:cubicBezTo>
                    <a:pt x="504736" y="218355"/>
                    <a:pt x="501404" y="219600"/>
                    <a:pt x="501404" y="219600"/>
                  </a:cubicBezTo>
                  <a:lnTo>
                    <a:pt x="500091" y="220407"/>
                  </a:lnTo>
                  <a:lnTo>
                    <a:pt x="497029" y="220407"/>
                  </a:lnTo>
                  <a:cubicBezTo>
                    <a:pt x="497029" y="220407"/>
                    <a:pt x="491678" y="219700"/>
                    <a:pt x="490803" y="219700"/>
                  </a:cubicBezTo>
                  <a:cubicBezTo>
                    <a:pt x="489928" y="219700"/>
                    <a:pt x="488177" y="219129"/>
                    <a:pt x="488177" y="219129"/>
                  </a:cubicBezTo>
                  <a:cubicBezTo>
                    <a:pt x="488177" y="219129"/>
                    <a:pt x="486731" y="215495"/>
                    <a:pt x="486293" y="214655"/>
                  </a:cubicBezTo>
                  <a:cubicBezTo>
                    <a:pt x="485855" y="213780"/>
                    <a:pt x="482961" y="209642"/>
                    <a:pt x="482961" y="209642"/>
                  </a:cubicBezTo>
                  <a:lnTo>
                    <a:pt x="482524" y="204798"/>
                  </a:lnTo>
                  <a:lnTo>
                    <a:pt x="477879" y="204798"/>
                  </a:lnTo>
                  <a:lnTo>
                    <a:pt x="473403" y="205538"/>
                  </a:lnTo>
                  <a:lnTo>
                    <a:pt x="469937" y="204092"/>
                  </a:lnTo>
                  <a:cubicBezTo>
                    <a:pt x="469937" y="204092"/>
                    <a:pt x="466874" y="201333"/>
                    <a:pt x="465461" y="200459"/>
                  </a:cubicBezTo>
                  <a:cubicBezTo>
                    <a:pt x="464047" y="199584"/>
                    <a:pt x="458797" y="196826"/>
                    <a:pt x="458663" y="196422"/>
                  </a:cubicBezTo>
                  <a:cubicBezTo>
                    <a:pt x="458528" y="195985"/>
                    <a:pt x="453715" y="191645"/>
                    <a:pt x="453715" y="191645"/>
                  </a:cubicBezTo>
                  <a:lnTo>
                    <a:pt x="450383" y="188012"/>
                  </a:lnTo>
                  <a:cubicBezTo>
                    <a:pt x="450383" y="188012"/>
                    <a:pt x="451258" y="183235"/>
                    <a:pt x="451696" y="182798"/>
                  </a:cubicBezTo>
                  <a:cubicBezTo>
                    <a:pt x="452134" y="182361"/>
                    <a:pt x="458932" y="175431"/>
                    <a:pt x="458932" y="175431"/>
                  </a:cubicBezTo>
                  <a:cubicBezTo>
                    <a:pt x="458932" y="175431"/>
                    <a:pt x="460682" y="173412"/>
                    <a:pt x="461119" y="173412"/>
                  </a:cubicBezTo>
                  <a:cubicBezTo>
                    <a:pt x="461557" y="173412"/>
                    <a:pt x="462870" y="170957"/>
                    <a:pt x="462870" y="170957"/>
                  </a:cubicBezTo>
                  <a:lnTo>
                    <a:pt x="463576" y="168636"/>
                  </a:lnTo>
                  <a:lnTo>
                    <a:pt x="459537" y="166617"/>
                  </a:lnTo>
                  <a:cubicBezTo>
                    <a:pt x="459537" y="166617"/>
                    <a:pt x="457788" y="165608"/>
                    <a:pt x="457788" y="165171"/>
                  </a:cubicBezTo>
                  <a:cubicBezTo>
                    <a:pt x="457788" y="164733"/>
                    <a:pt x="458494" y="162143"/>
                    <a:pt x="459235" y="161975"/>
                  </a:cubicBezTo>
                  <a:cubicBezTo>
                    <a:pt x="459941" y="161840"/>
                    <a:pt x="462870" y="159788"/>
                    <a:pt x="463307" y="159654"/>
                  </a:cubicBezTo>
                  <a:cubicBezTo>
                    <a:pt x="463744" y="159519"/>
                    <a:pt x="464451" y="158073"/>
                    <a:pt x="466201" y="157770"/>
                  </a:cubicBezTo>
                  <a:cubicBezTo>
                    <a:pt x="467951" y="157467"/>
                    <a:pt x="471418" y="155752"/>
                    <a:pt x="471990" y="155583"/>
                  </a:cubicBezTo>
                  <a:cubicBezTo>
                    <a:pt x="472562" y="155449"/>
                    <a:pt x="476634" y="150941"/>
                    <a:pt x="476634" y="150941"/>
                  </a:cubicBezTo>
                  <a:lnTo>
                    <a:pt x="478822" y="146871"/>
                  </a:lnTo>
                  <a:lnTo>
                    <a:pt x="478822" y="143103"/>
                  </a:lnTo>
                  <a:cubicBezTo>
                    <a:pt x="478822" y="143103"/>
                    <a:pt x="478956" y="139907"/>
                    <a:pt x="479394" y="139033"/>
                  </a:cubicBezTo>
                  <a:cubicBezTo>
                    <a:pt x="479831" y="138158"/>
                    <a:pt x="481144" y="137149"/>
                    <a:pt x="482288" y="136846"/>
                  </a:cubicBezTo>
                  <a:cubicBezTo>
                    <a:pt x="483432" y="136543"/>
                    <a:pt x="483600" y="136712"/>
                    <a:pt x="485048" y="136274"/>
                  </a:cubicBezTo>
                  <a:cubicBezTo>
                    <a:pt x="486495" y="135837"/>
                    <a:pt x="488245" y="134828"/>
                    <a:pt x="488380" y="134256"/>
                  </a:cubicBezTo>
                  <a:cubicBezTo>
                    <a:pt x="488514" y="133684"/>
                    <a:pt x="489086" y="131228"/>
                    <a:pt x="488514" y="131060"/>
                  </a:cubicBezTo>
                  <a:cubicBezTo>
                    <a:pt x="487942" y="130926"/>
                    <a:pt x="482995" y="131363"/>
                    <a:pt x="481985" y="131060"/>
                  </a:cubicBezTo>
                  <a:cubicBezTo>
                    <a:pt x="480975" y="130757"/>
                    <a:pt x="478351" y="131026"/>
                    <a:pt x="478351" y="131026"/>
                  </a:cubicBezTo>
                  <a:lnTo>
                    <a:pt x="475456" y="132641"/>
                  </a:lnTo>
                  <a:lnTo>
                    <a:pt x="470812" y="134828"/>
                  </a:lnTo>
                  <a:lnTo>
                    <a:pt x="465595" y="135568"/>
                  </a:lnTo>
                  <a:lnTo>
                    <a:pt x="463273" y="134828"/>
                  </a:lnTo>
                  <a:lnTo>
                    <a:pt x="461086" y="132809"/>
                  </a:lnTo>
                  <a:cubicBezTo>
                    <a:pt x="461086" y="132809"/>
                    <a:pt x="458898" y="133112"/>
                    <a:pt x="458191" y="133381"/>
                  </a:cubicBezTo>
                  <a:cubicBezTo>
                    <a:pt x="457484" y="133684"/>
                    <a:pt x="456172" y="135971"/>
                    <a:pt x="456172" y="135971"/>
                  </a:cubicBezTo>
                  <a:cubicBezTo>
                    <a:pt x="456172" y="135971"/>
                    <a:pt x="454590" y="137283"/>
                    <a:pt x="454153" y="137418"/>
                  </a:cubicBezTo>
                  <a:cubicBezTo>
                    <a:pt x="453715" y="137553"/>
                    <a:pt x="450686" y="134962"/>
                    <a:pt x="449812" y="134390"/>
                  </a:cubicBezTo>
                  <a:cubicBezTo>
                    <a:pt x="448936" y="133818"/>
                    <a:pt x="447792" y="132641"/>
                    <a:pt x="447186" y="132372"/>
                  </a:cubicBezTo>
                  <a:cubicBezTo>
                    <a:pt x="446614" y="132069"/>
                    <a:pt x="444426" y="130926"/>
                    <a:pt x="444426" y="130926"/>
                  </a:cubicBezTo>
                  <a:lnTo>
                    <a:pt x="439648" y="133247"/>
                  </a:lnTo>
                  <a:lnTo>
                    <a:pt x="434296" y="134121"/>
                  </a:lnTo>
                  <a:cubicBezTo>
                    <a:pt x="434296" y="134121"/>
                    <a:pt x="431402" y="135299"/>
                    <a:pt x="431268" y="134861"/>
                  </a:cubicBezTo>
                  <a:cubicBezTo>
                    <a:pt x="431133" y="134424"/>
                    <a:pt x="429686" y="132103"/>
                    <a:pt x="429686" y="132103"/>
                  </a:cubicBezTo>
                  <a:lnTo>
                    <a:pt x="427499" y="132237"/>
                  </a:lnTo>
                  <a:cubicBezTo>
                    <a:pt x="427499" y="132237"/>
                    <a:pt x="424032" y="129614"/>
                    <a:pt x="423594" y="129479"/>
                  </a:cubicBezTo>
                  <a:cubicBezTo>
                    <a:pt x="423157" y="129344"/>
                    <a:pt x="421710" y="131363"/>
                    <a:pt x="421575" y="131935"/>
                  </a:cubicBezTo>
                  <a:cubicBezTo>
                    <a:pt x="421441" y="132507"/>
                    <a:pt x="419825" y="135130"/>
                    <a:pt x="419825" y="135130"/>
                  </a:cubicBezTo>
                  <a:cubicBezTo>
                    <a:pt x="419825" y="135130"/>
                    <a:pt x="418513" y="136274"/>
                    <a:pt x="417065" y="136712"/>
                  </a:cubicBezTo>
                  <a:cubicBezTo>
                    <a:pt x="415618" y="137149"/>
                    <a:pt x="414037" y="137452"/>
                    <a:pt x="414037" y="137452"/>
                  </a:cubicBezTo>
                  <a:lnTo>
                    <a:pt x="411714" y="138595"/>
                  </a:lnTo>
                  <a:cubicBezTo>
                    <a:pt x="411714" y="138595"/>
                    <a:pt x="406801" y="135400"/>
                    <a:pt x="406195" y="135265"/>
                  </a:cubicBezTo>
                  <a:cubicBezTo>
                    <a:pt x="405623" y="135130"/>
                    <a:pt x="404748" y="135130"/>
                    <a:pt x="404445" y="134559"/>
                  </a:cubicBezTo>
                  <a:cubicBezTo>
                    <a:pt x="404176" y="133987"/>
                    <a:pt x="403873" y="130926"/>
                    <a:pt x="403873" y="130926"/>
                  </a:cubicBezTo>
                  <a:lnTo>
                    <a:pt x="402291" y="126855"/>
                  </a:lnTo>
                  <a:cubicBezTo>
                    <a:pt x="402291" y="126855"/>
                    <a:pt x="401147" y="124971"/>
                    <a:pt x="401147" y="124534"/>
                  </a:cubicBezTo>
                  <a:cubicBezTo>
                    <a:pt x="401147" y="124097"/>
                    <a:pt x="400272" y="122953"/>
                    <a:pt x="400272" y="122516"/>
                  </a:cubicBezTo>
                  <a:cubicBezTo>
                    <a:pt x="400272" y="122078"/>
                    <a:pt x="399834" y="121372"/>
                    <a:pt x="400709" y="120766"/>
                  </a:cubicBezTo>
                  <a:cubicBezTo>
                    <a:pt x="401584" y="120194"/>
                    <a:pt x="402291" y="119320"/>
                    <a:pt x="402291" y="118748"/>
                  </a:cubicBezTo>
                  <a:cubicBezTo>
                    <a:pt x="402291" y="118176"/>
                    <a:pt x="402291" y="113534"/>
                    <a:pt x="402291" y="113534"/>
                  </a:cubicBezTo>
                  <a:lnTo>
                    <a:pt x="401416" y="112659"/>
                  </a:lnTo>
                  <a:lnTo>
                    <a:pt x="394315" y="111650"/>
                  </a:lnTo>
                  <a:lnTo>
                    <a:pt x="393137" y="108622"/>
                  </a:lnTo>
                  <a:lnTo>
                    <a:pt x="396772" y="106604"/>
                  </a:lnTo>
                  <a:cubicBezTo>
                    <a:pt x="396772" y="106604"/>
                    <a:pt x="394450" y="103408"/>
                    <a:pt x="393878" y="103139"/>
                  </a:cubicBezTo>
                  <a:cubicBezTo>
                    <a:pt x="393305" y="102836"/>
                    <a:pt x="390983" y="102567"/>
                    <a:pt x="390545" y="102264"/>
                  </a:cubicBezTo>
                  <a:cubicBezTo>
                    <a:pt x="390108" y="101962"/>
                    <a:pt x="389805" y="101121"/>
                    <a:pt x="389401" y="100515"/>
                  </a:cubicBezTo>
                  <a:cubicBezTo>
                    <a:pt x="388964" y="99943"/>
                    <a:pt x="387214" y="97622"/>
                    <a:pt x="386945" y="96748"/>
                  </a:cubicBezTo>
                  <a:cubicBezTo>
                    <a:pt x="386676" y="95873"/>
                    <a:pt x="385800" y="93855"/>
                    <a:pt x="385800" y="93855"/>
                  </a:cubicBezTo>
                  <a:cubicBezTo>
                    <a:pt x="385800" y="93855"/>
                    <a:pt x="385363" y="92274"/>
                    <a:pt x="385800" y="91668"/>
                  </a:cubicBezTo>
                  <a:cubicBezTo>
                    <a:pt x="386238" y="91096"/>
                    <a:pt x="387820" y="87699"/>
                    <a:pt x="387820" y="87699"/>
                  </a:cubicBezTo>
                  <a:lnTo>
                    <a:pt x="388695" y="86622"/>
                  </a:lnTo>
                  <a:lnTo>
                    <a:pt x="389267" y="86622"/>
                  </a:lnTo>
                  <a:cubicBezTo>
                    <a:pt x="389267" y="86622"/>
                    <a:pt x="388964" y="86185"/>
                    <a:pt x="390849" y="86622"/>
                  </a:cubicBezTo>
                  <a:cubicBezTo>
                    <a:pt x="392733" y="87059"/>
                    <a:pt x="394046" y="87497"/>
                    <a:pt x="394046" y="87497"/>
                  </a:cubicBezTo>
                  <a:cubicBezTo>
                    <a:pt x="394046" y="87497"/>
                    <a:pt x="396940" y="89246"/>
                    <a:pt x="397243" y="89818"/>
                  </a:cubicBezTo>
                  <a:cubicBezTo>
                    <a:pt x="397546" y="90390"/>
                    <a:pt x="398690" y="91836"/>
                    <a:pt x="400440" y="91130"/>
                  </a:cubicBezTo>
                  <a:cubicBezTo>
                    <a:pt x="402190" y="90423"/>
                    <a:pt x="403637" y="87497"/>
                    <a:pt x="403637" y="87497"/>
                  </a:cubicBezTo>
                  <a:cubicBezTo>
                    <a:pt x="403637" y="87497"/>
                    <a:pt x="403503" y="82854"/>
                    <a:pt x="402931" y="81845"/>
                  </a:cubicBezTo>
                  <a:cubicBezTo>
                    <a:pt x="402358" y="80836"/>
                    <a:pt x="400474" y="78212"/>
                    <a:pt x="400474" y="78212"/>
                  </a:cubicBezTo>
                  <a:lnTo>
                    <a:pt x="399599" y="74747"/>
                  </a:lnTo>
                  <a:lnTo>
                    <a:pt x="396267" y="71417"/>
                  </a:lnTo>
                  <a:cubicBezTo>
                    <a:pt x="396267" y="71417"/>
                    <a:pt x="395829" y="70408"/>
                    <a:pt x="396839" y="69533"/>
                  </a:cubicBezTo>
                  <a:cubicBezTo>
                    <a:pt x="397849" y="68659"/>
                    <a:pt x="399868" y="66640"/>
                    <a:pt x="400305" y="66640"/>
                  </a:cubicBezTo>
                  <a:cubicBezTo>
                    <a:pt x="400743" y="66640"/>
                    <a:pt x="401887" y="64050"/>
                    <a:pt x="400878" y="64050"/>
                  </a:cubicBezTo>
                  <a:cubicBezTo>
                    <a:pt x="399868" y="64050"/>
                    <a:pt x="396536" y="63310"/>
                    <a:pt x="396536" y="63310"/>
                  </a:cubicBezTo>
                  <a:cubicBezTo>
                    <a:pt x="396536" y="63310"/>
                    <a:pt x="394214" y="62570"/>
                    <a:pt x="394079" y="61729"/>
                  </a:cubicBezTo>
                  <a:cubicBezTo>
                    <a:pt x="393945" y="60854"/>
                    <a:pt x="395661" y="59408"/>
                    <a:pt x="395661" y="59408"/>
                  </a:cubicBezTo>
                  <a:lnTo>
                    <a:pt x="396233" y="57658"/>
                  </a:lnTo>
                  <a:lnTo>
                    <a:pt x="395527" y="55337"/>
                  </a:lnTo>
                  <a:lnTo>
                    <a:pt x="394517" y="55337"/>
                  </a:lnTo>
                  <a:cubicBezTo>
                    <a:pt x="394517" y="55337"/>
                    <a:pt x="392363" y="53588"/>
                    <a:pt x="391757" y="53588"/>
                  </a:cubicBezTo>
                  <a:cubicBezTo>
                    <a:pt x="391185" y="53588"/>
                    <a:pt x="390007" y="54025"/>
                    <a:pt x="389570" y="54328"/>
                  </a:cubicBezTo>
                  <a:cubicBezTo>
                    <a:pt x="389132" y="54631"/>
                    <a:pt x="388695" y="55640"/>
                    <a:pt x="388392" y="56212"/>
                  </a:cubicBezTo>
                  <a:cubicBezTo>
                    <a:pt x="388122" y="56784"/>
                    <a:pt x="387247" y="58096"/>
                    <a:pt x="387247" y="58096"/>
                  </a:cubicBezTo>
                  <a:cubicBezTo>
                    <a:pt x="387247" y="58096"/>
                    <a:pt x="385699" y="59542"/>
                    <a:pt x="385598" y="59542"/>
                  </a:cubicBezTo>
                  <a:cubicBezTo>
                    <a:pt x="385497" y="59542"/>
                    <a:pt x="383781" y="59408"/>
                    <a:pt x="383781" y="59408"/>
                  </a:cubicBezTo>
                  <a:cubicBezTo>
                    <a:pt x="383781" y="59408"/>
                    <a:pt x="382839" y="58533"/>
                    <a:pt x="382569" y="57961"/>
                  </a:cubicBezTo>
                  <a:cubicBezTo>
                    <a:pt x="382267" y="57389"/>
                    <a:pt x="381459" y="56515"/>
                    <a:pt x="381459" y="56515"/>
                  </a:cubicBezTo>
                  <a:lnTo>
                    <a:pt x="381459" y="54496"/>
                  </a:lnTo>
                  <a:lnTo>
                    <a:pt x="384252" y="53285"/>
                  </a:lnTo>
                  <a:lnTo>
                    <a:pt x="383579" y="51603"/>
                  </a:lnTo>
                  <a:lnTo>
                    <a:pt x="382873" y="50426"/>
                  </a:lnTo>
                  <a:lnTo>
                    <a:pt x="380012" y="48307"/>
                  </a:lnTo>
                  <a:lnTo>
                    <a:pt x="377892" y="49719"/>
                  </a:lnTo>
                  <a:cubicBezTo>
                    <a:pt x="377892" y="49719"/>
                    <a:pt x="377252" y="49484"/>
                    <a:pt x="377252" y="49349"/>
                  </a:cubicBezTo>
                  <a:cubicBezTo>
                    <a:pt x="377252" y="49181"/>
                    <a:pt x="377084" y="47163"/>
                    <a:pt x="377252" y="46692"/>
                  </a:cubicBezTo>
                  <a:cubicBezTo>
                    <a:pt x="377420" y="46187"/>
                    <a:pt x="377858" y="44842"/>
                    <a:pt x="377858" y="44842"/>
                  </a:cubicBezTo>
                  <a:cubicBezTo>
                    <a:pt x="377858" y="44842"/>
                    <a:pt x="377286" y="43799"/>
                    <a:pt x="377185" y="43698"/>
                  </a:cubicBezTo>
                  <a:cubicBezTo>
                    <a:pt x="377084" y="43597"/>
                    <a:pt x="372844" y="40939"/>
                    <a:pt x="372844" y="40939"/>
                  </a:cubicBezTo>
                  <a:lnTo>
                    <a:pt x="371430" y="37845"/>
                  </a:lnTo>
                  <a:cubicBezTo>
                    <a:pt x="371430" y="37845"/>
                    <a:pt x="370622" y="35389"/>
                    <a:pt x="370622" y="35086"/>
                  </a:cubicBezTo>
                  <a:cubicBezTo>
                    <a:pt x="370622" y="34783"/>
                    <a:pt x="372877" y="32563"/>
                    <a:pt x="372877" y="32563"/>
                  </a:cubicBezTo>
                  <a:lnTo>
                    <a:pt x="373146" y="32193"/>
                  </a:lnTo>
                  <a:lnTo>
                    <a:pt x="374593" y="30040"/>
                  </a:lnTo>
                  <a:lnTo>
                    <a:pt x="374089" y="27652"/>
                  </a:lnTo>
                  <a:cubicBezTo>
                    <a:pt x="374089" y="27652"/>
                    <a:pt x="372910" y="26273"/>
                    <a:pt x="372844" y="26071"/>
                  </a:cubicBezTo>
                  <a:cubicBezTo>
                    <a:pt x="372776" y="25835"/>
                    <a:pt x="371598" y="24389"/>
                    <a:pt x="371598" y="24389"/>
                  </a:cubicBezTo>
                  <a:cubicBezTo>
                    <a:pt x="371598" y="24389"/>
                    <a:pt x="370521" y="22370"/>
                    <a:pt x="370589" y="22068"/>
                  </a:cubicBezTo>
                  <a:cubicBezTo>
                    <a:pt x="370656" y="21765"/>
                    <a:pt x="369915" y="20184"/>
                    <a:pt x="369915" y="20184"/>
                  </a:cubicBezTo>
                  <a:lnTo>
                    <a:pt x="367458" y="18300"/>
                  </a:lnTo>
                  <a:lnTo>
                    <a:pt x="362949" y="13893"/>
                  </a:lnTo>
                  <a:lnTo>
                    <a:pt x="357093" y="10630"/>
                  </a:lnTo>
                  <a:lnTo>
                    <a:pt x="355780" y="7165"/>
                  </a:lnTo>
                  <a:cubicBezTo>
                    <a:pt x="355780" y="7165"/>
                    <a:pt x="356420" y="5416"/>
                    <a:pt x="355780" y="5214"/>
                  </a:cubicBezTo>
                  <a:cubicBezTo>
                    <a:pt x="355141" y="5012"/>
                    <a:pt x="352516" y="1749"/>
                    <a:pt x="352516" y="1749"/>
                  </a:cubicBezTo>
                  <a:lnTo>
                    <a:pt x="347098" y="0"/>
                  </a:lnTo>
                  <a:lnTo>
                    <a:pt x="343900" y="639"/>
                  </a:lnTo>
                  <a:lnTo>
                    <a:pt x="340266" y="1379"/>
                  </a:lnTo>
                  <a:lnTo>
                    <a:pt x="337506" y="2388"/>
                  </a:lnTo>
                  <a:lnTo>
                    <a:pt x="335487" y="5147"/>
                  </a:lnTo>
                  <a:cubicBezTo>
                    <a:pt x="335487" y="5147"/>
                    <a:pt x="333737" y="6728"/>
                    <a:pt x="333333" y="6896"/>
                  </a:cubicBezTo>
                  <a:cubicBezTo>
                    <a:pt x="332895" y="7031"/>
                    <a:pt x="329833" y="5887"/>
                    <a:pt x="329833" y="5887"/>
                  </a:cubicBezTo>
                  <a:lnTo>
                    <a:pt x="327814" y="4440"/>
                  </a:lnTo>
                  <a:cubicBezTo>
                    <a:pt x="327814" y="4440"/>
                    <a:pt x="327814" y="4003"/>
                    <a:pt x="326939" y="3869"/>
                  </a:cubicBezTo>
                  <a:cubicBezTo>
                    <a:pt x="326064" y="3734"/>
                    <a:pt x="324313" y="3869"/>
                    <a:pt x="323910" y="4306"/>
                  </a:cubicBezTo>
                  <a:cubicBezTo>
                    <a:pt x="323472" y="4743"/>
                    <a:pt x="322732" y="6055"/>
                    <a:pt x="322462" y="6627"/>
                  </a:cubicBezTo>
                  <a:cubicBezTo>
                    <a:pt x="322193" y="7199"/>
                    <a:pt x="321587" y="8343"/>
                    <a:pt x="321587" y="8343"/>
                  </a:cubicBezTo>
                  <a:lnTo>
                    <a:pt x="320578" y="10664"/>
                  </a:lnTo>
                  <a:lnTo>
                    <a:pt x="320578" y="12850"/>
                  </a:lnTo>
                  <a:lnTo>
                    <a:pt x="317684" y="16046"/>
                  </a:lnTo>
                  <a:cubicBezTo>
                    <a:pt x="317684" y="16046"/>
                    <a:pt x="318559" y="16248"/>
                    <a:pt x="316943" y="16551"/>
                  </a:cubicBezTo>
                  <a:cubicBezTo>
                    <a:pt x="315361" y="16853"/>
                    <a:pt x="314318" y="17190"/>
                    <a:pt x="314318" y="17190"/>
                  </a:cubicBezTo>
                  <a:lnTo>
                    <a:pt x="310986" y="17190"/>
                  </a:lnTo>
                  <a:lnTo>
                    <a:pt x="309236" y="16315"/>
                  </a:lnTo>
                  <a:lnTo>
                    <a:pt x="305601" y="14297"/>
                  </a:lnTo>
                  <a:cubicBezTo>
                    <a:pt x="305601" y="14297"/>
                    <a:pt x="304592" y="13288"/>
                    <a:pt x="304020" y="13288"/>
                  </a:cubicBezTo>
                  <a:cubicBezTo>
                    <a:pt x="303447" y="13288"/>
                    <a:pt x="300688" y="15172"/>
                    <a:pt x="300688" y="15172"/>
                  </a:cubicBezTo>
                  <a:lnTo>
                    <a:pt x="299375" y="17358"/>
                  </a:lnTo>
                  <a:cubicBezTo>
                    <a:pt x="299375" y="17358"/>
                    <a:pt x="297356" y="17661"/>
                    <a:pt x="295741" y="17661"/>
                  </a:cubicBezTo>
                  <a:cubicBezTo>
                    <a:pt x="294159" y="17661"/>
                    <a:pt x="290390" y="17358"/>
                    <a:pt x="290390" y="17358"/>
                  </a:cubicBezTo>
                  <a:cubicBezTo>
                    <a:pt x="290390" y="17358"/>
                    <a:pt x="288067" y="17223"/>
                    <a:pt x="287495" y="17493"/>
                  </a:cubicBezTo>
                  <a:cubicBezTo>
                    <a:pt x="286923" y="17762"/>
                    <a:pt x="283861" y="18636"/>
                    <a:pt x="283861" y="18636"/>
                  </a:cubicBezTo>
                  <a:cubicBezTo>
                    <a:pt x="283861" y="18636"/>
                    <a:pt x="281539" y="19074"/>
                    <a:pt x="280966" y="19343"/>
                  </a:cubicBezTo>
                  <a:cubicBezTo>
                    <a:pt x="280394" y="19646"/>
                    <a:pt x="278779" y="19646"/>
                    <a:pt x="278510" y="20083"/>
                  </a:cubicBezTo>
                  <a:cubicBezTo>
                    <a:pt x="278206" y="20520"/>
                    <a:pt x="279317" y="24288"/>
                    <a:pt x="278577" y="24422"/>
                  </a:cubicBezTo>
                  <a:cubicBezTo>
                    <a:pt x="277870" y="24557"/>
                    <a:pt x="271846" y="25566"/>
                    <a:pt x="271846" y="25566"/>
                  </a:cubicBezTo>
                  <a:lnTo>
                    <a:pt x="271846" y="28459"/>
                  </a:lnTo>
                  <a:lnTo>
                    <a:pt x="272855" y="29468"/>
                  </a:lnTo>
                  <a:cubicBezTo>
                    <a:pt x="272855" y="29468"/>
                    <a:pt x="273563" y="30646"/>
                    <a:pt x="273731" y="31218"/>
                  </a:cubicBezTo>
                  <a:cubicBezTo>
                    <a:pt x="273865" y="31789"/>
                    <a:pt x="274168" y="32967"/>
                    <a:pt x="274168" y="32967"/>
                  </a:cubicBezTo>
                  <a:lnTo>
                    <a:pt x="274875" y="34716"/>
                  </a:lnTo>
                  <a:lnTo>
                    <a:pt x="275178" y="37912"/>
                  </a:lnTo>
                  <a:lnTo>
                    <a:pt x="275312" y="39796"/>
                  </a:lnTo>
                  <a:lnTo>
                    <a:pt x="277332" y="44001"/>
                  </a:lnTo>
                  <a:lnTo>
                    <a:pt x="276187" y="47768"/>
                  </a:lnTo>
                  <a:cubicBezTo>
                    <a:pt x="276187" y="47768"/>
                    <a:pt x="274740" y="48071"/>
                    <a:pt x="273293" y="48475"/>
                  </a:cubicBezTo>
                  <a:cubicBezTo>
                    <a:pt x="271846" y="48912"/>
                    <a:pt x="267067" y="50224"/>
                    <a:pt x="267067" y="50224"/>
                  </a:cubicBezTo>
                  <a:cubicBezTo>
                    <a:pt x="267067" y="51973"/>
                    <a:pt x="270096" y="55304"/>
                    <a:pt x="270096" y="55304"/>
                  </a:cubicBezTo>
                  <a:lnTo>
                    <a:pt x="274000" y="57187"/>
                  </a:lnTo>
                  <a:lnTo>
                    <a:pt x="276154" y="58499"/>
                  </a:lnTo>
                  <a:lnTo>
                    <a:pt x="277163" y="60383"/>
                  </a:lnTo>
                  <a:lnTo>
                    <a:pt x="276591" y="62704"/>
                  </a:lnTo>
                  <a:cubicBezTo>
                    <a:pt x="276591" y="62704"/>
                    <a:pt x="275716" y="66169"/>
                    <a:pt x="275716" y="66775"/>
                  </a:cubicBezTo>
                  <a:cubicBezTo>
                    <a:pt x="275716" y="67347"/>
                    <a:pt x="275144" y="70408"/>
                    <a:pt x="275009" y="70845"/>
                  </a:cubicBezTo>
                  <a:cubicBezTo>
                    <a:pt x="274875" y="71282"/>
                    <a:pt x="274437" y="72493"/>
                    <a:pt x="274000" y="72662"/>
                  </a:cubicBezTo>
                  <a:cubicBezTo>
                    <a:pt x="273563" y="72796"/>
                    <a:pt x="272553" y="72863"/>
                    <a:pt x="271980" y="72863"/>
                  </a:cubicBezTo>
                  <a:cubicBezTo>
                    <a:pt x="271409" y="72863"/>
                    <a:pt x="269221" y="72863"/>
                    <a:pt x="269221" y="72863"/>
                  </a:cubicBezTo>
                  <a:lnTo>
                    <a:pt x="266327" y="73166"/>
                  </a:lnTo>
                  <a:cubicBezTo>
                    <a:pt x="266327" y="73166"/>
                    <a:pt x="265182" y="73301"/>
                    <a:pt x="264745" y="74747"/>
                  </a:cubicBezTo>
                  <a:cubicBezTo>
                    <a:pt x="264308" y="76194"/>
                    <a:pt x="264038" y="78649"/>
                    <a:pt x="263735" y="79255"/>
                  </a:cubicBezTo>
                  <a:cubicBezTo>
                    <a:pt x="263432" y="79827"/>
                    <a:pt x="263163" y="80130"/>
                    <a:pt x="262591" y="80399"/>
                  </a:cubicBezTo>
                  <a:cubicBezTo>
                    <a:pt x="262019" y="80702"/>
                    <a:pt x="256802" y="80836"/>
                    <a:pt x="256802" y="80836"/>
                  </a:cubicBezTo>
                  <a:cubicBezTo>
                    <a:pt x="256802" y="80836"/>
                    <a:pt x="252023" y="81139"/>
                    <a:pt x="251014" y="81139"/>
                  </a:cubicBezTo>
                  <a:cubicBezTo>
                    <a:pt x="250004" y="81139"/>
                    <a:pt x="247513" y="79827"/>
                    <a:pt x="247513" y="79827"/>
                  </a:cubicBezTo>
                  <a:lnTo>
                    <a:pt x="244451" y="76564"/>
                  </a:lnTo>
                  <a:lnTo>
                    <a:pt x="242869" y="74613"/>
                  </a:lnTo>
                  <a:lnTo>
                    <a:pt x="239672" y="74613"/>
                  </a:lnTo>
                  <a:lnTo>
                    <a:pt x="238225" y="77808"/>
                  </a:lnTo>
                  <a:cubicBezTo>
                    <a:pt x="238225" y="77808"/>
                    <a:pt x="235768" y="78952"/>
                    <a:pt x="235465" y="78549"/>
                  </a:cubicBezTo>
                  <a:cubicBezTo>
                    <a:pt x="235196" y="78111"/>
                    <a:pt x="235465" y="76799"/>
                    <a:pt x="235768" y="76227"/>
                  </a:cubicBezTo>
                  <a:cubicBezTo>
                    <a:pt x="236071" y="75656"/>
                    <a:pt x="237081" y="75353"/>
                    <a:pt x="237081" y="74646"/>
                  </a:cubicBezTo>
                  <a:cubicBezTo>
                    <a:pt x="237081" y="73906"/>
                    <a:pt x="237081" y="72056"/>
                    <a:pt x="237081" y="72056"/>
                  </a:cubicBezTo>
                  <a:cubicBezTo>
                    <a:pt x="237081" y="72056"/>
                    <a:pt x="234624" y="71047"/>
                    <a:pt x="233884" y="71047"/>
                  </a:cubicBezTo>
                  <a:cubicBezTo>
                    <a:pt x="233143" y="71047"/>
                    <a:pt x="230855" y="72191"/>
                    <a:pt x="230855" y="72191"/>
                  </a:cubicBezTo>
                  <a:lnTo>
                    <a:pt x="228835" y="74075"/>
                  </a:lnTo>
                  <a:lnTo>
                    <a:pt x="226648" y="77270"/>
                  </a:lnTo>
                  <a:lnTo>
                    <a:pt x="226648" y="79020"/>
                  </a:lnTo>
                  <a:lnTo>
                    <a:pt x="224898" y="81038"/>
                  </a:lnTo>
                  <a:lnTo>
                    <a:pt x="224898" y="82484"/>
                  </a:lnTo>
                  <a:lnTo>
                    <a:pt x="221970" y="85411"/>
                  </a:lnTo>
                  <a:lnTo>
                    <a:pt x="220220" y="87362"/>
                  </a:lnTo>
                  <a:lnTo>
                    <a:pt x="217830" y="89011"/>
                  </a:lnTo>
                  <a:lnTo>
                    <a:pt x="216080" y="89784"/>
                  </a:lnTo>
                  <a:cubicBezTo>
                    <a:pt x="216080" y="89784"/>
                    <a:pt x="214229" y="90558"/>
                    <a:pt x="213792" y="90659"/>
                  </a:cubicBezTo>
                  <a:cubicBezTo>
                    <a:pt x="213354" y="90760"/>
                    <a:pt x="212277" y="91197"/>
                    <a:pt x="212277" y="91197"/>
                  </a:cubicBezTo>
                  <a:lnTo>
                    <a:pt x="210662" y="92711"/>
                  </a:lnTo>
                  <a:lnTo>
                    <a:pt x="209248" y="95436"/>
                  </a:lnTo>
                  <a:lnTo>
                    <a:pt x="209248" y="98161"/>
                  </a:lnTo>
                  <a:lnTo>
                    <a:pt x="209248" y="101625"/>
                  </a:lnTo>
                  <a:cubicBezTo>
                    <a:pt x="208474" y="101962"/>
                    <a:pt x="206320" y="100986"/>
                    <a:pt x="205345" y="99674"/>
                  </a:cubicBezTo>
                  <a:cubicBezTo>
                    <a:pt x="204368" y="98362"/>
                    <a:pt x="203830" y="97723"/>
                    <a:pt x="203830" y="97387"/>
                  </a:cubicBezTo>
                  <a:cubicBezTo>
                    <a:pt x="203830" y="97050"/>
                    <a:pt x="202753" y="90659"/>
                    <a:pt x="202753" y="90659"/>
                  </a:cubicBezTo>
                  <a:lnTo>
                    <a:pt x="201542" y="88472"/>
                  </a:lnTo>
                  <a:lnTo>
                    <a:pt x="198916" y="86858"/>
                  </a:lnTo>
                  <a:lnTo>
                    <a:pt x="196527" y="84267"/>
                  </a:lnTo>
                  <a:cubicBezTo>
                    <a:pt x="196527" y="84267"/>
                    <a:pt x="195215" y="82215"/>
                    <a:pt x="193902" y="82215"/>
                  </a:cubicBezTo>
                  <a:cubicBezTo>
                    <a:pt x="192589" y="82215"/>
                    <a:pt x="189661" y="83090"/>
                    <a:pt x="189661" y="83090"/>
                  </a:cubicBezTo>
                  <a:cubicBezTo>
                    <a:pt x="189661" y="83090"/>
                    <a:pt x="188484" y="83292"/>
                    <a:pt x="188248" y="83628"/>
                  </a:cubicBezTo>
                  <a:cubicBezTo>
                    <a:pt x="188046" y="83965"/>
                    <a:pt x="185522" y="85478"/>
                    <a:pt x="185219" y="85680"/>
                  </a:cubicBezTo>
                  <a:cubicBezTo>
                    <a:pt x="184882" y="85916"/>
                    <a:pt x="181618" y="88405"/>
                    <a:pt x="181517" y="88741"/>
                  </a:cubicBezTo>
                  <a:cubicBezTo>
                    <a:pt x="181383" y="89078"/>
                    <a:pt x="173036" y="95570"/>
                    <a:pt x="173036" y="95570"/>
                  </a:cubicBezTo>
                  <a:lnTo>
                    <a:pt x="169771" y="98295"/>
                  </a:lnTo>
                  <a:lnTo>
                    <a:pt x="161627" y="103610"/>
                  </a:lnTo>
                  <a:lnTo>
                    <a:pt x="158800" y="105561"/>
                  </a:lnTo>
                  <a:lnTo>
                    <a:pt x="157387" y="108286"/>
                  </a:lnTo>
                  <a:cubicBezTo>
                    <a:pt x="157387" y="108286"/>
                    <a:pt x="160315" y="111650"/>
                    <a:pt x="155637" y="110473"/>
                  </a:cubicBezTo>
                  <a:cubicBezTo>
                    <a:pt x="150959" y="109295"/>
                    <a:pt x="148805" y="106469"/>
                    <a:pt x="148805" y="106469"/>
                  </a:cubicBezTo>
                  <a:cubicBezTo>
                    <a:pt x="148805" y="106469"/>
                    <a:pt x="148166" y="106032"/>
                    <a:pt x="146853" y="106469"/>
                  </a:cubicBezTo>
                  <a:cubicBezTo>
                    <a:pt x="145540" y="106907"/>
                    <a:pt x="144261" y="108757"/>
                    <a:pt x="144026" y="109194"/>
                  </a:cubicBezTo>
                  <a:cubicBezTo>
                    <a:pt x="143790" y="109632"/>
                    <a:pt x="143050" y="111818"/>
                    <a:pt x="143252" y="112255"/>
                  </a:cubicBezTo>
                  <a:cubicBezTo>
                    <a:pt x="143454" y="112693"/>
                    <a:pt x="146516" y="116393"/>
                    <a:pt x="146954" y="116696"/>
                  </a:cubicBezTo>
                  <a:cubicBezTo>
                    <a:pt x="147391" y="117032"/>
                    <a:pt x="149882" y="118748"/>
                    <a:pt x="149882" y="118748"/>
                  </a:cubicBezTo>
                  <a:lnTo>
                    <a:pt x="151733" y="120497"/>
                  </a:lnTo>
                  <a:cubicBezTo>
                    <a:pt x="151733" y="120497"/>
                    <a:pt x="151935" y="121372"/>
                    <a:pt x="151632" y="122011"/>
                  </a:cubicBezTo>
                  <a:cubicBezTo>
                    <a:pt x="151295" y="122650"/>
                    <a:pt x="151867" y="123525"/>
                    <a:pt x="150016" y="123760"/>
                  </a:cubicBezTo>
                  <a:cubicBezTo>
                    <a:pt x="148166" y="123962"/>
                    <a:pt x="146415" y="123962"/>
                    <a:pt x="145002" y="123962"/>
                  </a:cubicBezTo>
                  <a:cubicBezTo>
                    <a:pt x="143588" y="123962"/>
                    <a:pt x="145540" y="123962"/>
                    <a:pt x="142713" y="124063"/>
                  </a:cubicBezTo>
                  <a:cubicBezTo>
                    <a:pt x="139886" y="124164"/>
                    <a:pt x="139011" y="123827"/>
                    <a:pt x="137800" y="123827"/>
                  </a:cubicBezTo>
                  <a:cubicBezTo>
                    <a:pt x="136588" y="123827"/>
                    <a:pt x="135208" y="123727"/>
                    <a:pt x="133761" y="123727"/>
                  </a:cubicBezTo>
                  <a:cubicBezTo>
                    <a:pt x="132348" y="123727"/>
                    <a:pt x="132011" y="120901"/>
                    <a:pt x="130295" y="120901"/>
                  </a:cubicBezTo>
                  <a:cubicBezTo>
                    <a:pt x="128545" y="120901"/>
                    <a:pt x="127030" y="121103"/>
                    <a:pt x="126155" y="121675"/>
                  </a:cubicBezTo>
                  <a:cubicBezTo>
                    <a:pt x="125280" y="122213"/>
                    <a:pt x="124203" y="123861"/>
                    <a:pt x="123867" y="124399"/>
                  </a:cubicBezTo>
                  <a:cubicBezTo>
                    <a:pt x="123530" y="124938"/>
                    <a:pt x="122891" y="125375"/>
                    <a:pt x="120939" y="125375"/>
                  </a:cubicBezTo>
                  <a:cubicBezTo>
                    <a:pt x="118987" y="125375"/>
                    <a:pt x="117674" y="124837"/>
                    <a:pt x="117674" y="124837"/>
                  </a:cubicBezTo>
                  <a:lnTo>
                    <a:pt x="115285" y="124063"/>
                  </a:lnTo>
                  <a:lnTo>
                    <a:pt x="112021" y="125139"/>
                  </a:lnTo>
                  <a:lnTo>
                    <a:pt x="110371" y="126451"/>
                  </a:lnTo>
                  <a:lnTo>
                    <a:pt x="105155" y="126889"/>
                  </a:lnTo>
                  <a:cubicBezTo>
                    <a:pt x="105155" y="126889"/>
                    <a:pt x="103943" y="126350"/>
                    <a:pt x="105155" y="126014"/>
                  </a:cubicBezTo>
                  <a:cubicBezTo>
                    <a:pt x="106366" y="125678"/>
                    <a:pt x="107107" y="124601"/>
                    <a:pt x="107208" y="124164"/>
                  </a:cubicBezTo>
                  <a:cubicBezTo>
                    <a:pt x="107309" y="123727"/>
                    <a:pt x="108184" y="122852"/>
                    <a:pt x="108284" y="122415"/>
                  </a:cubicBezTo>
                  <a:cubicBezTo>
                    <a:pt x="108386" y="121977"/>
                    <a:pt x="109059" y="120127"/>
                    <a:pt x="109059" y="119690"/>
                  </a:cubicBezTo>
                  <a:cubicBezTo>
                    <a:pt x="109059" y="119253"/>
                    <a:pt x="109496" y="116326"/>
                    <a:pt x="109496" y="115889"/>
                  </a:cubicBezTo>
                  <a:cubicBezTo>
                    <a:pt x="109496" y="115451"/>
                    <a:pt x="108857" y="113265"/>
                    <a:pt x="108857" y="113265"/>
                  </a:cubicBezTo>
                  <a:cubicBezTo>
                    <a:pt x="108857" y="113265"/>
                    <a:pt x="107982" y="111515"/>
                    <a:pt x="107881" y="111213"/>
                  </a:cubicBezTo>
                  <a:cubicBezTo>
                    <a:pt x="107780" y="110876"/>
                    <a:pt x="107107" y="109026"/>
                    <a:pt x="107107" y="108723"/>
                  </a:cubicBezTo>
                  <a:cubicBezTo>
                    <a:pt x="107107" y="108387"/>
                    <a:pt x="107544" y="106234"/>
                    <a:pt x="107544" y="106234"/>
                  </a:cubicBezTo>
                  <a:cubicBezTo>
                    <a:pt x="107544" y="106234"/>
                    <a:pt x="108520" y="105023"/>
                    <a:pt x="108857" y="104922"/>
                  </a:cubicBezTo>
                  <a:cubicBezTo>
                    <a:pt x="109193" y="104821"/>
                    <a:pt x="109934" y="103509"/>
                    <a:pt x="109934" y="103509"/>
                  </a:cubicBezTo>
                  <a:cubicBezTo>
                    <a:pt x="109934" y="103509"/>
                    <a:pt x="109395" y="100684"/>
                    <a:pt x="109395" y="100347"/>
                  </a:cubicBezTo>
                  <a:cubicBezTo>
                    <a:pt x="109395" y="100011"/>
                    <a:pt x="110809" y="97757"/>
                    <a:pt x="110809" y="97757"/>
                  </a:cubicBezTo>
                  <a:lnTo>
                    <a:pt x="111785" y="96546"/>
                  </a:lnTo>
                  <a:lnTo>
                    <a:pt x="111145" y="89280"/>
                  </a:lnTo>
                  <a:cubicBezTo>
                    <a:pt x="111145" y="89280"/>
                    <a:pt x="112559" y="86353"/>
                    <a:pt x="112222" y="86117"/>
                  </a:cubicBezTo>
                  <a:cubicBezTo>
                    <a:pt x="111886" y="85882"/>
                    <a:pt x="106905" y="80802"/>
                    <a:pt x="106905" y="80802"/>
                  </a:cubicBezTo>
                  <a:cubicBezTo>
                    <a:pt x="106905" y="80802"/>
                    <a:pt x="105693" y="79188"/>
                    <a:pt x="105592" y="78750"/>
                  </a:cubicBezTo>
                  <a:cubicBezTo>
                    <a:pt x="105491" y="78313"/>
                    <a:pt x="103001" y="77338"/>
                    <a:pt x="103640" y="76160"/>
                  </a:cubicBezTo>
                  <a:cubicBezTo>
                    <a:pt x="104280" y="74983"/>
                    <a:pt x="106467" y="73772"/>
                    <a:pt x="106467" y="73772"/>
                  </a:cubicBezTo>
                  <a:cubicBezTo>
                    <a:pt x="106467" y="73772"/>
                    <a:pt x="108318" y="73974"/>
                    <a:pt x="107342" y="72258"/>
                  </a:cubicBezTo>
                  <a:cubicBezTo>
                    <a:pt x="106366" y="70509"/>
                    <a:pt x="106164" y="68120"/>
                    <a:pt x="105390" y="68019"/>
                  </a:cubicBezTo>
                  <a:cubicBezTo>
                    <a:pt x="104650" y="67918"/>
                    <a:pt x="103741" y="67582"/>
                    <a:pt x="103539" y="66169"/>
                  </a:cubicBezTo>
                  <a:cubicBezTo>
                    <a:pt x="103337" y="64756"/>
                    <a:pt x="103203" y="62570"/>
                    <a:pt x="102126" y="62570"/>
                  </a:cubicBezTo>
                  <a:cubicBezTo>
                    <a:pt x="101049" y="62570"/>
                    <a:pt x="98760" y="62570"/>
                    <a:pt x="98760" y="62570"/>
                  </a:cubicBezTo>
                  <a:lnTo>
                    <a:pt x="97986" y="63343"/>
                  </a:lnTo>
                  <a:lnTo>
                    <a:pt x="96573" y="66270"/>
                  </a:lnTo>
                  <a:lnTo>
                    <a:pt x="95496" y="67683"/>
                  </a:lnTo>
                  <a:lnTo>
                    <a:pt x="93308" y="68558"/>
                  </a:lnTo>
                  <a:lnTo>
                    <a:pt x="90683" y="68019"/>
                  </a:lnTo>
                  <a:lnTo>
                    <a:pt x="90044" y="65194"/>
                  </a:lnTo>
                  <a:lnTo>
                    <a:pt x="87654" y="63444"/>
                  </a:lnTo>
                  <a:lnTo>
                    <a:pt x="85467" y="66371"/>
                  </a:lnTo>
                  <a:lnTo>
                    <a:pt x="84491" y="67784"/>
                  </a:lnTo>
                  <a:lnTo>
                    <a:pt x="82000" y="65833"/>
                  </a:lnTo>
                  <a:cubicBezTo>
                    <a:pt x="82000" y="65833"/>
                    <a:pt x="81361" y="64319"/>
                    <a:pt x="81024" y="64319"/>
                  </a:cubicBezTo>
                  <a:cubicBezTo>
                    <a:pt x="80688" y="64319"/>
                    <a:pt x="80049" y="64117"/>
                    <a:pt x="79611" y="64117"/>
                  </a:cubicBezTo>
                  <a:cubicBezTo>
                    <a:pt x="79174" y="64117"/>
                    <a:pt x="76784" y="64319"/>
                    <a:pt x="76683" y="64756"/>
                  </a:cubicBezTo>
                  <a:cubicBezTo>
                    <a:pt x="76582" y="65194"/>
                    <a:pt x="75707" y="66808"/>
                    <a:pt x="75707" y="66808"/>
                  </a:cubicBezTo>
                  <a:lnTo>
                    <a:pt x="75168" y="68995"/>
                  </a:lnTo>
                  <a:lnTo>
                    <a:pt x="74092" y="70744"/>
                  </a:lnTo>
                  <a:cubicBezTo>
                    <a:pt x="74092" y="70744"/>
                    <a:pt x="72140" y="71282"/>
                    <a:pt x="71803" y="71619"/>
                  </a:cubicBezTo>
                  <a:cubicBezTo>
                    <a:pt x="71500" y="71955"/>
                    <a:pt x="70053" y="72931"/>
                    <a:pt x="70053" y="72931"/>
                  </a:cubicBezTo>
                  <a:lnTo>
                    <a:pt x="70053" y="75656"/>
                  </a:lnTo>
                  <a:lnTo>
                    <a:pt x="71467" y="77708"/>
                  </a:lnTo>
                  <a:lnTo>
                    <a:pt x="72106" y="78919"/>
                  </a:lnTo>
                  <a:cubicBezTo>
                    <a:pt x="72106" y="78919"/>
                    <a:pt x="73082" y="79120"/>
                    <a:pt x="73418" y="79894"/>
                  </a:cubicBezTo>
                  <a:cubicBezTo>
                    <a:pt x="73755" y="80668"/>
                    <a:pt x="74395" y="81744"/>
                    <a:pt x="74395" y="81744"/>
                  </a:cubicBezTo>
                  <a:lnTo>
                    <a:pt x="74192" y="84234"/>
                  </a:lnTo>
                  <a:lnTo>
                    <a:pt x="73856" y="85310"/>
                  </a:lnTo>
                  <a:cubicBezTo>
                    <a:pt x="73856" y="85310"/>
                    <a:pt x="72981" y="86723"/>
                    <a:pt x="72543" y="86824"/>
                  </a:cubicBezTo>
                  <a:cubicBezTo>
                    <a:pt x="72106" y="86925"/>
                    <a:pt x="71467" y="87026"/>
                    <a:pt x="71029" y="87026"/>
                  </a:cubicBezTo>
                  <a:cubicBezTo>
                    <a:pt x="70592" y="87026"/>
                    <a:pt x="68202" y="86925"/>
                    <a:pt x="67765" y="86925"/>
                  </a:cubicBezTo>
                  <a:cubicBezTo>
                    <a:pt x="67327" y="86925"/>
                    <a:pt x="65812" y="86824"/>
                    <a:pt x="64937" y="87026"/>
                  </a:cubicBezTo>
                  <a:cubicBezTo>
                    <a:pt x="64063" y="87261"/>
                    <a:pt x="61909" y="86925"/>
                    <a:pt x="61134" y="87261"/>
                  </a:cubicBezTo>
                  <a:cubicBezTo>
                    <a:pt x="60360" y="87598"/>
                    <a:pt x="58745" y="88035"/>
                    <a:pt x="58409" y="88136"/>
                  </a:cubicBezTo>
                  <a:cubicBezTo>
                    <a:pt x="58072" y="88237"/>
                    <a:pt x="56457" y="88910"/>
                    <a:pt x="55918" y="89347"/>
                  </a:cubicBezTo>
                  <a:cubicBezTo>
                    <a:pt x="55380" y="89784"/>
                    <a:pt x="53731" y="92173"/>
                    <a:pt x="53731" y="92173"/>
                  </a:cubicBezTo>
                  <a:cubicBezTo>
                    <a:pt x="53731" y="92173"/>
                    <a:pt x="51678" y="94225"/>
                    <a:pt x="51678" y="94561"/>
                  </a:cubicBezTo>
                  <a:cubicBezTo>
                    <a:pt x="51678" y="94897"/>
                    <a:pt x="49826" y="97488"/>
                    <a:pt x="49826" y="97488"/>
                  </a:cubicBezTo>
                  <a:lnTo>
                    <a:pt x="48177" y="101087"/>
                  </a:lnTo>
                  <a:lnTo>
                    <a:pt x="48581" y="104115"/>
                  </a:lnTo>
                  <a:lnTo>
                    <a:pt x="47403" y="106503"/>
                  </a:lnTo>
                  <a:lnTo>
                    <a:pt x="47403" y="108656"/>
                  </a:lnTo>
                  <a:lnTo>
                    <a:pt x="48951" y="110708"/>
                  </a:lnTo>
                  <a:lnTo>
                    <a:pt x="48548" y="112289"/>
                  </a:lnTo>
                  <a:cubicBezTo>
                    <a:pt x="48548" y="112289"/>
                    <a:pt x="47807" y="114341"/>
                    <a:pt x="47807" y="114577"/>
                  </a:cubicBezTo>
                  <a:cubicBezTo>
                    <a:pt x="47807" y="114778"/>
                    <a:pt x="48884" y="117571"/>
                    <a:pt x="48884" y="117571"/>
                  </a:cubicBezTo>
                  <a:lnTo>
                    <a:pt x="49557" y="119959"/>
                  </a:lnTo>
                  <a:cubicBezTo>
                    <a:pt x="49557" y="119959"/>
                    <a:pt x="50534" y="123861"/>
                    <a:pt x="50534" y="124097"/>
                  </a:cubicBezTo>
                  <a:cubicBezTo>
                    <a:pt x="50534" y="124298"/>
                    <a:pt x="50702" y="126317"/>
                    <a:pt x="50735" y="126552"/>
                  </a:cubicBezTo>
                  <a:cubicBezTo>
                    <a:pt x="50803" y="126754"/>
                    <a:pt x="51173" y="130791"/>
                    <a:pt x="51173" y="130791"/>
                  </a:cubicBezTo>
                  <a:lnTo>
                    <a:pt x="52048" y="133886"/>
                  </a:lnTo>
                  <a:cubicBezTo>
                    <a:pt x="52048" y="133886"/>
                    <a:pt x="51980" y="134962"/>
                    <a:pt x="51139" y="135097"/>
                  </a:cubicBezTo>
                  <a:cubicBezTo>
                    <a:pt x="50264" y="135198"/>
                    <a:pt x="49288" y="134996"/>
                    <a:pt x="48481" y="134760"/>
                  </a:cubicBezTo>
                  <a:cubicBezTo>
                    <a:pt x="47673" y="134525"/>
                    <a:pt x="44846" y="132372"/>
                    <a:pt x="44678" y="132305"/>
                  </a:cubicBezTo>
                  <a:cubicBezTo>
                    <a:pt x="44509" y="132237"/>
                    <a:pt x="39831" y="134088"/>
                    <a:pt x="39831" y="134088"/>
                  </a:cubicBezTo>
                  <a:lnTo>
                    <a:pt x="34413" y="133448"/>
                  </a:lnTo>
                  <a:lnTo>
                    <a:pt x="31788" y="134962"/>
                  </a:lnTo>
                  <a:lnTo>
                    <a:pt x="28321" y="137788"/>
                  </a:lnTo>
                  <a:lnTo>
                    <a:pt x="22432" y="143439"/>
                  </a:lnTo>
                  <a:lnTo>
                    <a:pt x="21119" y="145626"/>
                  </a:lnTo>
                  <a:lnTo>
                    <a:pt x="20042" y="148014"/>
                  </a:lnTo>
                  <a:lnTo>
                    <a:pt x="21792" y="150201"/>
                  </a:lnTo>
                  <a:lnTo>
                    <a:pt x="22869" y="150840"/>
                  </a:lnTo>
                  <a:lnTo>
                    <a:pt x="26773" y="151042"/>
                  </a:lnTo>
                  <a:lnTo>
                    <a:pt x="29937" y="152556"/>
                  </a:lnTo>
                  <a:lnTo>
                    <a:pt x="31788" y="156054"/>
                  </a:lnTo>
                  <a:lnTo>
                    <a:pt x="31788" y="160831"/>
                  </a:lnTo>
                  <a:lnTo>
                    <a:pt x="28961" y="162345"/>
                  </a:lnTo>
                  <a:lnTo>
                    <a:pt x="29836" y="166045"/>
                  </a:lnTo>
                  <a:lnTo>
                    <a:pt x="31586" y="166281"/>
                  </a:lnTo>
                  <a:lnTo>
                    <a:pt x="34211" y="166483"/>
                  </a:lnTo>
                  <a:lnTo>
                    <a:pt x="35826" y="167795"/>
                  </a:lnTo>
                  <a:lnTo>
                    <a:pt x="37038" y="170385"/>
                  </a:lnTo>
                  <a:lnTo>
                    <a:pt x="37038" y="173009"/>
                  </a:lnTo>
                  <a:lnTo>
                    <a:pt x="34009" y="175868"/>
                  </a:lnTo>
                  <a:cubicBezTo>
                    <a:pt x="34009" y="175868"/>
                    <a:pt x="33134" y="176911"/>
                    <a:pt x="31821" y="177146"/>
                  </a:cubicBezTo>
                  <a:cubicBezTo>
                    <a:pt x="30509" y="177348"/>
                    <a:pt x="29634" y="177584"/>
                    <a:pt x="28557" y="178223"/>
                  </a:cubicBezTo>
                  <a:cubicBezTo>
                    <a:pt x="27480" y="178862"/>
                    <a:pt x="27480" y="178862"/>
                    <a:pt x="27480" y="178862"/>
                  </a:cubicBezTo>
                  <a:lnTo>
                    <a:pt x="25090" y="180174"/>
                  </a:lnTo>
                  <a:cubicBezTo>
                    <a:pt x="25090" y="180174"/>
                    <a:pt x="23576" y="181486"/>
                    <a:pt x="23576" y="182125"/>
                  </a:cubicBezTo>
                  <a:cubicBezTo>
                    <a:pt x="23576" y="182764"/>
                    <a:pt x="21759" y="185758"/>
                    <a:pt x="21759" y="185758"/>
                  </a:cubicBezTo>
                  <a:lnTo>
                    <a:pt x="21389" y="187945"/>
                  </a:lnTo>
                  <a:lnTo>
                    <a:pt x="21389" y="190400"/>
                  </a:lnTo>
                  <a:lnTo>
                    <a:pt x="23273" y="190972"/>
                  </a:lnTo>
                  <a:lnTo>
                    <a:pt x="26033" y="192419"/>
                  </a:lnTo>
                  <a:lnTo>
                    <a:pt x="27615" y="193428"/>
                  </a:lnTo>
                  <a:lnTo>
                    <a:pt x="28490" y="194605"/>
                  </a:lnTo>
                  <a:lnTo>
                    <a:pt x="29365" y="196926"/>
                  </a:lnTo>
                  <a:cubicBezTo>
                    <a:pt x="29365" y="196926"/>
                    <a:pt x="31081" y="198508"/>
                    <a:pt x="31250" y="198945"/>
                  </a:cubicBezTo>
                  <a:cubicBezTo>
                    <a:pt x="31384" y="199382"/>
                    <a:pt x="33841" y="201569"/>
                    <a:pt x="34413" y="201703"/>
                  </a:cubicBezTo>
                  <a:cubicBezTo>
                    <a:pt x="34985" y="201838"/>
                    <a:pt x="37139" y="205605"/>
                    <a:pt x="37139" y="205605"/>
                  </a:cubicBezTo>
                  <a:lnTo>
                    <a:pt x="40067" y="209743"/>
                  </a:lnTo>
                  <a:lnTo>
                    <a:pt x="41043" y="213107"/>
                  </a:lnTo>
                  <a:lnTo>
                    <a:pt x="42120" y="217009"/>
                  </a:lnTo>
                  <a:lnTo>
                    <a:pt x="43634" y="221450"/>
                  </a:lnTo>
                  <a:lnTo>
                    <a:pt x="45148" y="223838"/>
                  </a:lnTo>
                  <a:lnTo>
                    <a:pt x="46125" y="227539"/>
                  </a:lnTo>
                  <a:lnTo>
                    <a:pt x="46865" y="229927"/>
                  </a:lnTo>
                  <a:lnTo>
                    <a:pt x="50466" y="232954"/>
                  </a:lnTo>
                  <a:cubicBezTo>
                    <a:pt x="50466" y="232954"/>
                    <a:pt x="52957" y="235141"/>
                    <a:pt x="53832" y="235780"/>
                  </a:cubicBezTo>
                  <a:cubicBezTo>
                    <a:pt x="54707" y="236419"/>
                    <a:pt x="56322" y="237630"/>
                    <a:pt x="56658" y="237832"/>
                  </a:cubicBezTo>
                  <a:cubicBezTo>
                    <a:pt x="56995" y="238034"/>
                    <a:pt x="59923" y="240994"/>
                    <a:pt x="60024" y="241297"/>
                  </a:cubicBezTo>
                  <a:cubicBezTo>
                    <a:pt x="60125" y="241634"/>
                    <a:pt x="61000" y="243686"/>
                    <a:pt x="61101" y="244022"/>
                  </a:cubicBezTo>
                  <a:cubicBezTo>
                    <a:pt x="61202" y="244358"/>
                    <a:pt x="61539" y="245536"/>
                    <a:pt x="61438" y="245973"/>
                  </a:cubicBezTo>
                  <a:cubicBezTo>
                    <a:pt x="61337" y="246410"/>
                    <a:pt x="61438" y="247588"/>
                    <a:pt x="61438" y="248698"/>
                  </a:cubicBezTo>
                  <a:cubicBezTo>
                    <a:pt x="61438" y="249774"/>
                    <a:pt x="62077" y="251860"/>
                    <a:pt x="62077" y="251860"/>
                  </a:cubicBezTo>
                  <a:lnTo>
                    <a:pt x="62615" y="257612"/>
                  </a:lnTo>
                  <a:lnTo>
                    <a:pt x="63692" y="262187"/>
                  </a:lnTo>
                  <a:lnTo>
                    <a:pt x="62481" y="265955"/>
                  </a:lnTo>
                  <a:lnTo>
                    <a:pt x="64433" y="269891"/>
                  </a:lnTo>
                  <a:cubicBezTo>
                    <a:pt x="64433" y="269891"/>
                    <a:pt x="65846" y="269454"/>
                    <a:pt x="66721" y="269655"/>
                  </a:cubicBezTo>
                  <a:cubicBezTo>
                    <a:pt x="67596" y="269891"/>
                    <a:pt x="69447" y="269756"/>
                    <a:pt x="69447" y="269756"/>
                  </a:cubicBezTo>
                  <a:lnTo>
                    <a:pt x="74226" y="270294"/>
                  </a:lnTo>
                  <a:cubicBezTo>
                    <a:pt x="74226" y="270294"/>
                    <a:pt x="76515" y="271001"/>
                    <a:pt x="76952" y="271001"/>
                  </a:cubicBezTo>
                  <a:cubicBezTo>
                    <a:pt x="77390" y="271001"/>
                    <a:pt x="79880" y="271169"/>
                    <a:pt x="80755" y="271169"/>
                  </a:cubicBezTo>
                  <a:cubicBezTo>
                    <a:pt x="81058" y="271169"/>
                    <a:pt x="81226" y="271169"/>
                    <a:pt x="81294" y="271169"/>
                  </a:cubicBezTo>
                  <a:lnTo>
                    <a:pt x="82707" y="273221"/>
                  </a:lnTo>
                  <a:lnTo>
                    <a:pt x="82472" y="273995"/>
                  </a:lnTo>
                  <a:lnTo>
                    <a:pt x="79308" y="275071"/>
                  </a:lnTo>
                  <a:cubicBezTo>
                    <a:pt x="79308" y="275071"/>
                    <a:pt x="78332" y="277359"/>
                    <a:pt x="77558" y="277561"/>
                  </a:cubicBezTo>
                  <a:cubicBezTo>
                    <a:pt x="76784" y="277762"/>
                    <a:pt x="76246" y="278099"/>
                    <a:pt x="75371" y="278536"/>
                  </a:cubicBezTo>
                  <a:cubicBezTo>
                    <a:pt x="74496" y="278974"/>
                    <a:pt x="72981" y="279747"/>
                    <a:pt x="72981" y="279747"/>
                  </a:cubicBezTo>
                  <a:lnTo>
                    <a:pt x="65139" y="283347"/>
                  </a:lnTo>
                  <a:lnTo>
                    <a:pt x="57534" y="284423"/>
                  </a:lnTo>
                  <a:lnTo>
                    <a:pt x="55346" y="285836"/>
                  </a:lnTo>
                  <a:lnTo>
                    <a:pt x="51846" y="288561"/>
                  </a:lnTo>
                  <a:lnTo>
                    <a:pt x="42928" y="288561"/>
                  </a:lnTo>
                  <a:lnTo>
                    <a:pt x="43567" y="294010"/>
                  </a:lnTo>
                  <a:lnTo>
                    <a:pt x="44004" y="298585"/>
                  </a:lnTo>
                  <a:cubicBezTo>
                    <a:pt x="44004" y="298585"/>
                    <a:pt x="44879" y="299662"/>
                    <a:pt x="42692" y="299662"/>
                  </a:cubicBezTo>
                  <a:cubicBezTo>
                    <a:pt x="40505" y="299662"/>
                    <a:pt x="38351" y="299023"/>
                    <a:pt x="38351" y="299023"/>
                  </a:cubicBezTo>
                  <a:lnTo>
                    <a:pt x="35725" y="298585"/>
                  </a:lnTo>
                  <a:cubicBezTo>
                    <a:pt x="35725" y="298585"/>
                    <a:pt x="34413" y="299023"/>
                    <a:pt x="33774" y="299897"/>
                  </a:cubicBezTo>
                  <a:cubicBezTo>
                    <a:pt x="33134" y="300772"/>
                    <a:pt x="31586" y="305986"/>
                    <a:pt x="31586" y="305986"/>
                  </a:cubicBezTo>
                  <a:cubicBezTo>
                    <a:pt x="31586" y="305986"/>
                    <a:pt x="32259" y="310124"/>
                    <a:pt x="32899" y="310763"/>
                  </a:cubicBezTo>
                  <a:cubicBezTo>
                    <a:pt x="33538" y="311402"/>
                    <a:pt x="36163" y="313791"/>
                    <a:pt x="37038" y="314026"/>
                  </a:cubicBezTo>
                  <a:cubicBezTo>
                    <a:pt x="37913" y="314228"/>
                    <a:pt x="39865" y="314665"/>
                    <a:pt x="40505" y="314665"/>
                  </a:cubicBezTo>
                  <a:cubicBezTo>
                    <a:pt x="41144" y="314665"/>
                    <a:pt x="42894" y="314665"/>
                    <a:pt x="42894" y="314665"/>
                  </a:cubicBezTo>
                  <a:lnTo>
                    <a:pt x="44644" y="316616"/>
                  </a:lnTo>
                  <a:cubicBezTo>
                    <a:pt x="44644" y="316616"/>
                    <a:pt x="45081" y="317928"/>
                    <a:pt x="45721" y="318366"/>
                  </a:cubicBezTo>
                  <a:cubicBezTo>
                    <a:pt x="46360" y="318803"/>
                    <a:pt x="51610" y="320956"/>
                    <a:pt x="51610" y="320956"/>
                  </a:cubicBezTo>
                  <a:cubicBezTo>
                    <a:pt x="51610" y="320956"/>
                    <a:pt x="54437" y="322470"/>
                    <a:pt x="55952" y="322470"/>
                  </a:cubicBezTo>
                  <a:cubicBezTo>
                    <a:pt x="57500" y="322470"/>
                    <a:pt x="62043" y="322907"/>
                    <a:pt x="62043" y="322907"/>
                  </a:cubicBezTo>
                  <a:lnTo>
                    <a:pt x="65947" y="323445"/>
                  </a:lnTo>
                  <a:lnTo>
                    <a:pt x="70962" y="323344"/>
                  </a:lnTo>
                  <a:lnTo>
                    <a:pt x="74226" y="323344"/>
                  </a:lnTo>
                  <a:cubicBezTo>
                    <a:pt x="74226" y="323344"/>
                    <a:pt x="74664" y="323142"/>
                    <a:pt x="75303" y="323781"/>
                  </a:cubicBezTo>
                  <a:cubicBezTo>
                    <a:pt x="75942" y="324421"/>
                    <a:pt x="76178" y="325531"/>
                    <a:pt x="76178" y="325531"/>
                  </a:cubicBezTo>
                  <a:lnTo>
                    <a:pt x="78130" y="328357"/>
                  </a:lnTo>
                  <a:cubicBezTo>
                    <a:pt x="78130" y="328357"/>
                    <a:pt x="78130" y="330308"/>
                    <a:pt x="77895" y="331182"/>
                  </a:cubicBezTo>
                  <a:cubicBezTo>
                    <a:pt x="77693" y="332057"/>
                    <a:pt x="77457" y="333133"/>
                    <a:pt x="76818" y="334008"/>
                  </a:cubicBezTo>
                  <a:cubicBezTo>
                    <a:pt x="76178" y="334883"/>
                    <a:pt x="77457" y="333571"/>
                    <a:pt x="76178" y="334883"/>
                  </a:cubicBezTo>
                  <a:cubicBezTo>
                    <a:pt x="74866" y="336195"/>
                    <a:pt x="73991" y="338785"/>
                    <a:pt x="73991" y="338785"/>
                  </a:cubicBezTo>
                  <a:lnTo>
                    <a:pt x="73856" y="340299"/>
                  </a:lnTo>
                  <a:lnTo>
                    <a:pt x="75101" y="343326"/>
                  </a:lnTo>
                  <a:lnTo>
                    <a:pt x="75101" y="346791"/>
                  </a:lnTo>
                  <a:lnTo>
                    <a:pt x="76246" y="348103"/>
                  </a:lnTo>
                  <a:lnTo>
                    <a:pt x="77390" y="350727"/>
                  </a:lnTo>
                  <a:lnTo>
                    <a:pt x="81159" y="352308"/>
                  </a:lnTo>
                  <a:lnTo>
                    <a:pt x="82472" y="352443"/>
                  </a:lnTo>
                  <a:cubicBezTo>
                    <a:pt x="82472" y="352443"/>
                    <a:pt x="83481" y="353754"/>
                    <a:pt x="83784" y="354326"/>
                  </a:cubicBezTo>
                  <a:cubicBezTo>
                    <a:pt x="84087" y="354898"/>
                    <a:pt x="85803" y="356647"/>
                    <a:pt x="85803" y="356647"/>
                  </a:cubicBezTo>
                  <a:lnTo>
                    <a:pt x="86106" y="358834"/>
                  </a:lnTo>
                  <a:lnTo>
                    <a:pt x="86981" y="362030"/>
                  </a:lnTo>
                  <a:lnTo>
                    <a:pt x="86409" y="366369"/>
                  </a:lnTo>
                  <a:lnTo>
                    <a:pt x="86275" y="367984"/>
                  </a:lnTo>
                  <a:lnTo>
                    <a:pt x="85265" y="370574"/>
                  </a:lnTo>
                  <a:lnTo>
                    <a:pt x="83515" y="376091"/>
                  </a:lnTo>
                  <a:lnTo>
                    <a:pt x="82068" y="376966"/>
                  </a:lnTo>
                  <a:lnTo>
                    <a:pt x="79611" y="377975"/>
                  </a:lnTo>
                  <a:cubicBezTo>
                    <a:pt x="79611" y="377975"/>
                    <a:pt x="79174" y="379993"/>
                    <a:pt x="79174" y="380733"/>
                  </a:cubicBezTo>
                  <a:cubicBezTo>
                    <a:pt x="79174" y="381440"/>
                    <a:pt x="80486" y="383357"/>
                    <a:pt x="80486" y="383357"/>
                  </a:cubicBezTo>
                  <a:cubicBezTo>
                    <a:pt x="80486" y="383357"/>
                    <a:pt x="81226" y="384938"/>
                    <a:pt x="81058" y="385376"/>
                  </a:cubicBezTo>
                  <a:cubicBezTo>
                    <a:pt x="80923" y="385813"/>
                    <a:pt x="80755" y="387125"/>
                    <a:pt x="80351" y="387260"/>
                  </a:cubicBezTo>
                  <a:cubicBezTo>
                    <a:pt x="79914" y="387394"/>
                    <a:pt x="78904" y="388571"/>
                    <a:pt x="78332" y="388571"/>
                  </a:cubicBezTo>
                  <a:cubicBezTo>
                    <a:pt x="77760" y="388571"/>
                    <a:pt x="77760" y="388437"/>
                    <a:pt x="77625" y="389143"/>
                  </a:cubicBezTo>
                  <a:cubicBezTo>
                    <a:pt x="77457" y="389850"/>
                    <a:pt x="78635" y="392339"/>
                    <a:pt x="79207" y="393214"/>
                  </a:cubicBezTo>
                  <a:cubicBezTo>
                    <a:pt x="79779" y="394088"/>
                    <a:pt x="80890" y="396544"/>
                    <a:pt x="80890" y="397116"/>
                  </a:cubicBezTo>
                  <a:cubicBezTo>
                    <a:pt x="80890" y="397688"/>
                    <a:pt x="83851" y="400581"/>
                    <a:pt x="83851" y="400581"/>
                  </a:cubicBezTo>
                  <a:lnTo>
                    <a:pt x="83851" y="402397"/>
                  </a:lnTo>
                  <a:cubicBezTo>
                    <a:pt x="83818" y="402296"/>
                    <a:pt x="83515" y="402196"/>
                    <a:pt x="82102" y="402498"/>
                  </a:cubicBezTo>
                  <a:cubicBezTo>
                    <a:pt x="80082" y="402936"/>
                    <a:pt x="78467" y="404248"/>
                    <a:pt x="77625" y="404651"/>
                  </a:cubicBezTo>
                  <a:cubicBezTo>
                    <a:pt x="76750" y="405089"/>
                    <a:pt x="76885" y="404954"/>
                    <a:pt x="75168" y="405660"/>
                  </a:cubicBezTo>
                  <a:cubicBezTo>
                    <a:pt x="73418" y="406401"/>
                    <a:pt x="72847" y="406804"/>
                    <a:pt x="71264" y="407847"/>
                  </a:cubicBezTo>
                  <a:cubicBezTo>
                    <a:pt x="69683" y="408856"/>
                    <a:pt x="68808" y="410605"/>
                    <a:pt x="68236" y="411043"/>
                  </a:cubicBezTo>
                  <a:cubicBezTo>
                    <a:pt x="67664" y="411480"/>
                    <a:pt x="65644" y="413061"/>
                    <a:pt x="65644" y="413061"/>
                  </a:cubicBezTo>
                  <a:cubicBezTo>
                    <a:pt x="65644" y="413061"/>
                    <a:pt x="62750" y="412927"/>
                    <a:pt x="62009" y="414070"/>
                  </a:cubicBezTo>
                  <a:cubicBezTo>
                    <a:pt x="61269" y="415248"/>
                    <a:pt x="60260" y="417098"/>
                    <a:pt x="59250" y="417098"/>
                  </a:cubicBezTo>
                  <a:cubicBezTo>
                    <a:pt x="58240" y="417098"/>
                    <a:pt x="58947" y="419284"/>
                    <a:pt x="56793" y="417098"/>
                  </a:cubicBezTo>
                  <a:cubicBezTo>
                    <a:pt x="54639" y="414911"/>
                    <a:pt x="52721" y="411749"/>
                    <a:pt x="50702" y="410874"/>
                  </a:cubicBezTo>
                  <a:cubicBezTo>
                    <a:pt x="48682" y="410000"/>
                    <a:pt x="48514" y="407981"/>
                    <a:pt x="47067" y="407679"/>
                  </a:cubicBezTo>
                  <a:cubicBezTo>
                    <a:pt x="45620" y="407376"/>
                    <a:pt x="42995" y="407242"/>
                    <a:pt x="42995" y="407242"/>
                  </a:cubicBezTo>
                  <a:lnTo>
                    <a:pt x="38956" y="409697"/>
                  </a:lnTo>
                  <a:lnTo>
                    <a:pt x="33740" y="413162"/>
                  </a:lnTo>
                  <a:lnTo>
                    <a:pt x="32999" y="415483"/>
                  </a:lnTo>
                  <a:lnTo>
                    <a:pt x="31148" y="416526"/>
                  </a:lnTo>
                  <a:lnTo>
                    <a:pt x="30408" y="416930"/>
                  </a:lnTo>
                  <a:lnTo>
                    <a:pt x="26638" y="418040"/>
                  </a:lnTo>
                  <a:lnTo>
                    <a:pt x="25461" y="420697"/>
                  </a:lnTo>
                  <a:lnTo>
                    <a:pt x="21691" y="424465"/>
                  </a:lnTo>
                  <a:lnTo>
                    <a:pt x="19235" y="426921"/>
                  </a:lnTo>
                  <a:lnTo>
                    <a:pt x="19975" y="430116"/>
                  </a:lnTo>
                  <a:lnTo>
                    <a:pt x="22163" y="433447"/>
                  </a:lnTo>
                  <a:lnTo>
                    <a:pt x="24485" y="436340"/>
                  </a:lnTo>
                  <a:lnTo>
                    <a:pt x="27244" y="438964"/>
                  </a:lnTo>
                  <a:lnTo>
                    <a:pt x="30004" y="442731"/>
                  </a:lnTo>
                  <a:lnTo>
                    <a:pt x="30307" y="445052"/>
                  </a:lnTo>
                  <a:cubicBezTo>
                    <a:pt x="30307" y="445052"/>
                    <a:pt x="29567" y="447643"/>
                    <a:pt x="29432" y="448248"/>
                  </a:cubicBezTo>
                  <a:cubicBezTo>
                    <a:pt x="29297" y="448820"/>
                    <a:pt x="28288" y="453462"/>
                    <a:pt x="28288" y="453462"/>
                  </a:cubicBezTo>
                  <a:lnTo>
                    <a:pt x="24215" y="456355"/>
                  </a:lnTo>
                  <a:lnTo>
                    <a:pt x="18562" y="459551"/>
                  </a:lnTo>
                  <a:lnTo>
                    <a:pt x="17552" y="462444"/>
                  </a:lnTo>
                  <a:cubicBezTo>
                    <a:pt x="17552" y="462444"/>
                    <a:pt x="16980" y="464025"/>
                    <a:pt x="16812" y="464463"/>
                  </a:cubicBezTo>
                  <a:cubicBezTo>
                    <a:pt x="16677" y="464900"/>
                    <a:pt x="12335" y="465606"/>
                    <a:pt x="12335" y="465606"/>
                  </a:cubicBezTo>
                  <a:cubicBezTo>
                    <a:pt x="12335" y="465606"/>
                    <a:pt x="9879" y="466313"/>
                    <a:pt x="9441" y="466615"/>
                  </a:cubicBezTo>
                  <a:cubicBezTo>
                    <a:pt x="9003" y="466918"/>
                    <a:pt x="4797" y="469340"/>
                    <a:pt x="4797" y="469340"/>
                  </a:cubicBezTo>
                  <a:lnTo>
                    <a:pt x="2980" y="472233"/>
                  </a:lnTo>
                  <a:lnTo>
                    <a:pt x="2172" y="476304"/>
                  </a:lnTo>
                  <a:lnTo>
                    <a:pt x="2172" y="480643"/>
                  </a:lnTo>
                  <a:cubicBezTo>
                    <a:pt x="2172" y="480643"/>
                    <a:pt x="2912" y="486160"/>
                    <a:pt x="2912" y="486732"/>
                  </a:cubicBezTo>
                  <a:cubicBezTo>
                    <a:pt x="2912" y="487304"/>
                    <a:pt x="3787" y="490769"/>
                    <a:pt x="3787" y="490769"/>
                  </a:cubicBezTo>
                  <a:cubicBezTo>
                    <a:pt x="3787" y="490769"/>
                    <a:pt x="4056" y="492955"/>
                    <a:pt x="4056" y="493527"/>
                  </a:cubicBezTo>
                  <a:cubicBezTo>
                    <a:pt x="4056" y="494099"/>
                    <a:pt x="4359" y="495276"/>
                    <a:pt x="3047" y="496555"/>
                  </a:cubicBezTo>
                  <a:cubicBezTo>
                    <a:pt x="1734" y="497867"/>
                    <a:pt x="287" y="499751"/>
                    <a:pt x="18" y="500322"/>
                  </a:cubicBezTo>
                  <a:cubicBezTo>
                    <a:pt x="-285" y="500894"/>
                    <a:pt x="3350" y="505234"/>
                    <a:pt x="3350" y="505234"/>
                  </a:cubicBezTo>
                  <a:lnTo>
                    <a:pt x="4662" y="508261"/>
                  </a:lnTo>
                  <a:cubicBezTo>
                    <a:pt x="4662" y="508261"/>
                    <a:pt x="7557" y="510145"/>
                    <a:pt x="7994" y="510448"/>
                  </a:cubicBezTo>
                  <a:cubicBezTo>
                    <a:pt x="8432" y="510751"/>
                    <a:pt x="11191" y="512769"/>
                    <a:pt x="11191" y="512769"/>
                  </a:cubicBezTo>
                  <a:cubicBezTo>
                    <a:pt x="11191" y="512769"/>
                    <a:pt x="14220" y="513913"/>
                    <a:pt x="14826" y="513778"/>
                  </a:cubicBezTo>
                  <a:cubicBezTo>
                    <a:pt x="15398" y="513644"/>
                    <a:pt x="18158" y="512769"/>
                    <a:pt x="18158" y="512769"/>
                  </a:cubicBezTo>
                  <a:lnTo>
                    <a:pt x="18730" y="512769"/>
                  </a:lnTo>
                  <a:cubicBezTo>
                    <a:pt x="18730" y="512769"/>
                    <a:pt x="21186" y="512836"/>
                    <a:pt x="21624" y="512971"/>
                  </a:cubicBezTo>
                  <a:cubicBezTo>
                    <a:pt x="22061" y="513105"/>
                    <a:pt x="25696" y="517983"/>
                    <a:pt x="25696" y="517983"/>
                  </a:cubicBezTo>
                  <a:lnTo>
                    <a:pt x="29163" y="517983"/>
                  </a:lnTo>
                  <a:lnTo>
                    <a:pt x="31653" y="517445"/>
                  </a:lnTo>
                  <a:lnTo>
                    <a:pt x="33504" y="517983"/>
                  </a:lnTo>
                  <a:lnTo>
                    <a:pt x="33504" y="520607"/>
                  </a:lnTo>
                  <a:lnTo>
                    <a:pt x="33067" y="523870"/>
                  </a:lnTo>
                  <a:lnTo>
                    <a:pt x="32427" y="525485"/>
                  </a:lnTo>
                  <a:cubicBezTo>
                    <a:pt x="32427" y="525485"/>
                    <a:pt x="31889" y="527537"/>
                    <a:pt x="31889" y="528109"/>
                  </a:cubicBezTo>
                  <a:cubicBezTo>
                    <a:pt x="31889" y="528647"/>
                    <a:pt x="31451" y="529623"/>
                    <a:pt x="31990" y="530834"/>
                  </a:cubicBezTo>
                  <a:cubicBezTo>
                    <a:pt x="32528" y="532044"/>
                    <a:pt x="33740" y="533861"/>
                    <a:pt x="34278" y="534298"/>
                  </a:cubicBezTo>
                  <a:cubicBezTo>
                    <a:pt x="34817" y="534736"/>
                    <a:pt x="36702" y="536048"/>
                    <a:pt x="36836" y="536350"/>
                  </a:cubicBezTo>
                  <a:cubicBezTo>
                    <a:pt x="36937" y="536687"/>
                    <a:pt x="37004" y="539075"/>
                    <a:pt x="37004" y="539513"/>
                  </a:cubicBezTo>
                  <a:cubicBezTo>
                    <a:pt x="37004" y="539950"/>
                    <a:pt x="37004" y="543213"/>
                    <a:pt x="37004" y="543213"/>
                  </a:cubicBezTo>
                  <a:lnTo>
                    <a:pt x="38418" y="545601"/>
                  </a:lnTo>
                  <a:lnTo>
                    <a:pt x="40605" y="548091"/>
                  </a:lnTo>
                  <a:cubicBezTo>
                    <a:pt x="40605" y="548091"/>
                    <a:pt x="42120" y="549941"/>
                    <a:pt x="42456" y="550143"/>
                  </a:cubicBezTo>
                  <a:cubicBezTo>
                    <a:pt x="42793" y="550344"/>
                    <a:pt x="43870" y="551656"/>
                    <a:pt x="43870" y="551656"/>
                  </a:cubicBezTo>
                  <a:lnTo>
                    <a:pt x="46057" y="553944"/>
                  </a:lnTo>
                  <a:lnTo>
                    <a:pt x="48346" y="557207"/>
                  </a:lnTo>
                  <a:cubicBezTo>
                    <a:pt x="48346" y="557207"/>
                    <a:pt x="48447" y="558956"/>
                    <a:pt x="48682" y="559495"/>
                  </a:cubicBezTo>
                  <a:cubicBezTo>
                    <a:pt x="48884" y="560033"/>
                    <a:pt x="49658" y="560806"/>
                    <a:pt x="49658" y="560806"/>
                  </a:cubicBezTo>
                  <a:lnTo>
                    <a:pt x="49355" y="563060"/>
                  </a:lnTo>
                  <a:lnTo>
                    <a:pt x="49490" y="565314"/>
                  </a:lnTo>
                  <a:lnTo>
                    <a:pt x="52384" y="566693"/>
                  </a:lnTo>
                  <a:lnTo>
                    <a:pt x="53529" y="566693"/>
                  </a:lnTo>
                  <a:lnTo>
                    <a:pt x="56423" y="568443"/>
                  </a:lnTo>
                  <a:cubicBezTo>
                    <a:pt x="56423" y="568443"/>
                    <a:pt x="58745" y="570192"/>
                    <a:pt x="59183" y="570461"/>
                  </a:cubicBezTo>
                  <a:cubicBezTo>
                    <a:pt x="59620" y="570764"/>
                    <a:pt x="61505" y="573219"/>
                    <a:pt x="61505" y="573219"/>
                  </a:cubicBezTo>
                  <a:cubicBezTo>
                    <a:pt x="61505" y="573219"/>
                    <a:pt x="61639" y="574801"/>
                    <a:pt x="61505" y="575238"/>
                  </a:cubicBezTo>
                  <a:cubicBezTo>
                    <a:pt x="61370" y="575675"/>
                    <a:pt x="60933" y="577424"/>
                    <a:pt x="60933" y="578131"/>
                  </a:cubicBezTo>
                  <a:cubicBezTo>
                    <a:pt x="60933" y="578871"/>
                    <a:pt x="60664" y="579443"/>
                    <a:pt x="60360" y="581327"/>
                  </a:cubicBezTo>
                  <a:cubicBezTo>
                    <a:pt x="60058" y="583210"/>
                    <a:pt x="59351" y="586541"/>
                    <a:pt x="59048" y="587113"/>
                  </a:cubicBezTo>
                  <a:cubicBezTo>
                    <a:pt x="58745" y="587684"/>
                    <a:pt x="56726" y="590746"/>
                    <a:pt x="56726" y="590746"/>
                  </a:cubicBezTo>
                  <a:lnTo>
                    <a:pt x="55144" y="595253"/>
                  </a:lnTo>
                  <a:cubicBezTo>
                    <a:pt x="55144" y="595253"/>
                    <a:pt x="54437" y="597709"/>
                    <a:pt x="53832" y="598146"/>
                  </a:cubicBezTo>
                  <a:cubicBezTo>
                    <a:pt x="53259" y="598584"/>
                    <a:pt x="52822" y="598853"/>
                    <a:pt x="51644" y="599593"/>
                  </a:cubicBezTo>
                  <a:cubicBezTo>
                    <a:pt x="50500" y="600299"/>
                    <a:pt x="49760" y="602049"/>
                    <a:pt x="49187" y="602183"/>
                  </a:cubicBezTo>
                  <a:cubicBezTo>
                    <a:pt x="48615" y="602318"/>
                    <a:pt x="47168" y="603764"/>
                    <a:pt x="46158" y="604504"/>
                  </a:cubicBezTo>
                  <a:cubicBezTo>
                    <a:pt x="45148" y="605211"/>
                    <a:pt x="44408" y="606657"/>
                    <a:pt x="44139" y="607532"/>
                  </a:cubicBezTo>
                  <a:cubicBezTo>
                    <a:pt x="43870" y="608407"/>
                    <a:pt x="44442" y="610559"/>
                    <a:pt x="44442" y="610559"/>
                  </a:cubicBezTo>
                  <a:lnTo>
                    <a:pt x="48514" y="614462"/>
                  </a:lnTo>
                  <a:cubicBezTo>
                    <a:pt x="48514" y="614462"/>
                    <a:pt x="47505" y="616345"/>
                    <a:pt x="46932" y="616648"/>
                  </a:cubicBezTo>
                  <a:cubicBezTo>
                    <a:pt x="46360" y="616951"/>
                    <a:pt x="44173" y="618397"/>
                    <a:pt x="43029" y="618532"/>
                  </a:cubicBezTo>
                  <a:cubicBezTo>
                    <a:pt x="41850" y="618667"/>
                    <a:pt x="38822" y="622602"/>
                    <a:pt x="38822" y="622602"/>
                  </a:cubicBezTo>
                  <a:lnTo>
                    <a:pt x="36870" y="628187"/>
                  </a:lnTo>
                  <a:lnTo>
                    <a:pt x="34043" y="633401"/>
                  </a:lnTo>
                  <a:lnTo>
                    <a:pt x="30341" y="637303"/>
                  </a:lnTo>
                  <a:lnTo>
                    <a:pt x="28826" y="641003"/>
                  </a:lnTo>
                  <a:lnTo>
                    <a:pt x="28624" y="646419"/>
                  </a:lnTo>
                  <a:lnTo>
                    <a:pt x="29264" y="652071"/>
                  </a:lnTo>
                  <a:lnTo>
                    <a:pt x="31653" y="653585"/>
                  </a:lnTo>
                  <a:lnTo>
                    <a:pt x="29701" y="659673"/>
                  </a:lnTo>
                  <a:lnTo>
                    <a:pt x="30576" y="664248"/>
                  </a:lnTo>
                  <a:lnTo>
                    <a:pt x="30341" y="667074"/>
                  </a:lnTo>
                  <a:cubicBezTo>
                    <a:pt x="30341" y="667074"/>
                    <a:pt x="29903" y="666872"/>
                    <a:pt x="28591" y="667074"/>
                  </a:cubicBezTo>
                  <a:cubicBezTo>
                    <a:pt x="27278" y="667310"/>
                    <a:pt x="26841" y="666872"/>
                    <a:pt x="25966" y="667074"/>
                  </a:cubicBezTo>
                  <a:cubicBezTo>
                    <a:pt x="25090" y="667310"/>
                    <a:pt x="22061" y="668386"/>
                    <a:pt x="22061" y="668386"/>
                  </a:cubicBezTo>
                  <a:lnTo>
                    <a:pt x="17720" y="669462"/>
                  </a:lnTo>
                  <a:lnTo>
                    <a:pt x="18360" y="672053"/>
                  </a:lnTo>
                  <a:lnTo>
                    <a:pt x="19437" y="674004"/>
                  </a:lnTo>
                  <a:lnTo>
                    <a:pt x="16609" y="677906"/>
                  </a:lnTo>
                  <a:lnTo>
                    <a:pt x="11831" y="677906"/>
                  </a:lnTo>
                  <a:lnTo>
                    <a:pt x="8566" y="680294"/>
                  </a:lnTo>
                  <a:lnTo>
                    <a:pt x="4427" y="682044"/>
                  </a:lnTo>
                  <a:lnTo>
                    <a:pt x="3787" y="685508"/>
                  </a:lnTo>
                  <a:lnTo>
                    <a:pt x="9643" y="688973"/>
                  </a:lnTo>
                  <a:cubicBezTo>
                    <a:pt x="9643" y="688973"/>
                    <a:pt x="13345" y="689613"/>
                    <a:pt x="9879" y="690050"/>
                  </a:cubicBezTo>
                  <a:cubicBezTo>
                    <a:pt x="6412" y="690487"/>
                    <a:pt x="4225" y="692001"/>
                    <a:pt x="4225" y="692001"/>
                  </a:cubicBezTo>
                  <a:cubicBezTo>
                    <a:pt x="4225" y="692001"/>
                    <a:pt x="3585" y="694188"/>
                    <a:pt x="4864" y="695264"/>
                  </a:cubicBezTo>
                  <a:cubicBezTo>
                    <a:pt x="6177" y="696341"/>
                    <a:pt x="7893" y="698292"/>
                    <a:pt x="8768" y="698964"/>
                  </a:cubicBezTo>
                  <a:cubicBezTo>
                    <a:pt x="9643" y="699603"/>
                    <a:pt x="12470" y="703304"/>
                    <a:pt x="12470" y="703304"/>
                  </a:cubicBezTo>
                  <a:lnTo>
                    <a:pt x="14422" y="705490"/>
                  </a:lnTo>
                  <a:cubicBezTo>
                    <a:pt x="14422" y="705490"/>
                    <a:pt x="14658" y="708518"/>
                    <a:pt x="14422" y="709393"/>
                  </a:cubicBezTo>
                  <a:cubicBezTo>
                    <a:pt x="14220" y="710267"/>
                    <a:pt x="14422" y="713530"/>
                    <a:pt x="14422" y="713530"/>
                  </a:cubicBezTo>
                  <a:lnTo>
                    <a:pt x="19201" y="717668"/>
                  </a:lnTo>
                  <a:cubicBezTo>
                    <a:pt x="19201" y="717668"/>
                    <a:pt x="25057" y="722680"/>
                    <a:pt x="26369" y="723319"/>
                  </a:cubicBezTo>
                  <a:cubicBezTo>
                    <a:pt x="27682" y="723959"/>
                    <a:pt x="30946" y="724833"/>
                    <a:pt x="30946" y="724833"/>
                  </a:cubicBezTo>
                  <a:lnTo>
                    <a:pt x="31250" y="729913"/>
                  </a:lnTo>
                  <a:cubicBezTo>
                    <a:pt x="31687" y="729610"/>
                    <a:pt x="34144" y="728332"/>
                    <a:pt x="34581" y="728164"/>
                  </a:cubicBezTo>
                  <a:cubicBezTo>
                    <a:pt x="35019" y="728029"/>
                    <a:pt x="36600" y="727289"/>
                    <a:pt x="36600" y="727289"/>
                  </a:cubicBezTo>
                  <a:cubicBezTo>
                    <a:pt x="36600" y="727289"/>
                    <a:pt x="38620" y="726717"/>
                    <a:pt x="39226" y="726717"/>
                  </a:cubicBezTo>
                  <a:cubicBezTo>
                    <a:pt x="39797" y="726717"/>
                    <a:pt x="41110" y="725977"/>
                    <a:pt x="41379" y="726717"/>
                  </a:cubicBezTo>
                  <a:cubicBezTo>
                    <a:pt x="41682" y="727424"/>
                    <a:pt x="42995" y="728164"/>
                    <a:pt x="42995" y="728164"/>
                  </a:cubicBezTo>
                  <a:lnTo>
                    <a:pt x="46899" y="728736"/>
                  </a:lnTo>
                  <a:lnTo>
                    <a:pt x="50534" y="729610"/>
                  </a:lnTo>
                  <a:cubicBezTo>
                    <a:pt x="50534" y="729610"/>
                    <a:pt x="53731" y="728736"/>
                    <a:pt x="54303" y="728164"/>
                  </a:cubicBezTo>
                  <a:cubicBezTo>
                    <a:pt x="54875" y="727592"/>
                    <a:pt x="56187" y="726784"/>
                    <a:pt x="56760" y="726246"/>
                  </a:cubicBezTo>
                  <a:cubicBezTo>
                    <a:pt x="57332" y="725708"/>
                    <a:pt x="58341" y="724833"/>
                    <a:pt x="58913" y="724833"/>
                  </a:cubicBezTo>
                  <a:cubicBezTo>
                    <a:pt x="59485" y="724833"/>
                    <a:pt x="60495" y="724833"/>
                    <a:pt x="60495" y="724833"/>
                  </a:cubicBezTo>
                  <a:cubicBezTo>
                    <a:pt x="60495" y="724833"/>
                    <a:pt x="62245" y="725271"/>
                    <a:pt x="62380" y="725842"/>
                  </a:cubicBezTo>
                  <a:cubicBezTo>
                    <a:pt x="62514" y="726414"/>
                    <a:pt x="63120" y="729038"/>
                    <a:pt x="63120" y="729038"/>
                  </a:cubicBezTo>
                  <a:lnTo>
                    <a:pt x="63120" y="730922"/>
                  </a:lnTo>
                  <a:cubicBezTo>
                    <a:pt x="63120" y="730922"/>
                    <a:pt x="67461" y="731931"/>
                    <a:pt x="67899" y="732066"/>
                  </a:cubicBezTo>
                  <a:cubicBezTo>
                    <a:pt x="68337" y="732200"/>
                    <a:pt x="69649" y="733209"/>
                    <a:pt x="70221" y="733209"/>
                  </a:cubicBezTo>
                  <a:cubicBezTo>
                    <a:pt x="70794" y="733209"/>
                    <a:pt x="73418" y="734219"/>
                    <a:pt x="73418" y="734219"/>
                  </a:cubicBezTo>
                  <a:cubicBezTo>
                    <a:pt x="73418" y="734219"/>
                    <a:pt x="76616" y="734791"/>
                    <a:pt x="77188" y="734791"/>
                  </a:cubicBezTo>
                  <a:cubicBezTo>
                    <a:pt x="77760" y="734791"/>
                    <a:pt x="79073" y="735228"/>
                    <a:pt x="80519" y="735228"/>
                  </a:cubicBezTo>
                  <a:cubicBezTo>
                    <a:pt x="81967" y="735228"/>
                    <a:pt x="83279" y="735800"/>
                    <a:pt x="84424" y="735968"/>
                  </a:cubicBezTo>
                  <a:cubicBezTo>
                    <a:pt x="85601" y="736103"/>
                    <a:pt x="87049" y="736405"/>
                    <a:pt x="87318" y="736843"/>
                  </a:cubicBezTo>
                  <a:cubicBezTo>
                    <a:pt x="87587" y="737280"/>
                    <a:pt x="90078" y="739029"/>
                    <a:pt x="90919" y="739298"/>
                  </a:cubicBezTo>
                  <a:cubicBezTo>
                    <a:pt x="91794" y="739601"/>
                    <a:pt x="91053" y="738861"/>
                    <a:pt x="91794" y="739601"/>
                  </a:cubicBezTo>
                  <a:cubicBezTo>
                    <a:pt x="92534" y="740308"/>
                    <a:pt x="93544" y="741922"/>
                    <a:pt x="93544" y="741922"/>
                  </a:cubicBezTo>
                  <a:lnTo>
                    <a:pt x="97885" y="743941"/>
                  </a:lnTo>
                  <a:lnTo>
                    <a:pt x="102092" y="745522"/>
                  </a:lnTo>
                  <a:lnTo>
                    <a:pt x="108049" y="747405"/>
                  </a:lnTo>
                  <a:lnTo>
                    <a:pt x="110237" y="747708"/>
                  </a:lnTo>
                  <a:lnTo>
                    <a:pt x="116900" y="747002"/>
                  </a:lnTo>
                  <a:lnTo>
                    <a:pt x="118650" y="746127"/>
                  </a:lnTo>
                  <a:cubicBezTo>
                    <a:pt x="118650" y="746127"/>
                    <a:pt x="119828" y="746127"/>
                    <a:pt x="120266" y="745992"/>
                  </a:cubicBezTo>
                  <a:cubicBezTo>
                    <a:pt x="120703" y="745858"/>
                    <a:pt x="124607" y="748314"/>
                    <a:pt x="124607" y="748314"/>
                  </a:cubicBezTo>
                  <a:lnTo>
                    <a:pt x="129252" y="748886"/>
                  </a:lnTo>
                  <a:cubicBezTo>
                    <a:pt x="129252" y="748886"/>
                    <a:pt x="133021" y="747574"/>
                    <a:pt x="133593" y="747574"/>
                  </a:cubicBezTo>
                  <a:cubicBezTo>
                    <a:pt x="134165" y="747574"/>
                    <a:pt x="137228" y="746833"/>
                    <a:pt x="137228" y="746833"/>
                  </a:cubicBezTo>
                  <a:lnTo>
                    <a:pt x="140189" y="749861"/>
                  </a:lnTo>
                  <a:lnTo>
                    <a:pt x="143151" y="752922"/>
                  </a:lnTo>
                  <a:lnTo>
                    <a:pt x="143151" y="755243"/>
                  </a:lnTo>
                  <a:lnTo>
                    <a:pt x="143151" y="758708"/>
                  </a:lnTo>
                  <a:lnTo>
                    <a:pt x="147492" y="756084"/>
                  </a:lnTo>
                  <a:lnTo>
                    <a:pt x="150084" y="750870"/>
                  </a:lnTo>
                  <a:lnTo>
                    <a:pt x="150084" y="749996"/>
                  </a:lnTo>
                  <a:cubicBezTo>
                    <a:pt x="150084" y="749996"/>
                    <a:pt x="151093" y="745522"/>
                    <a:pt x="151665" y="745084"/>
                  </a:cubicBezTo>
                  <a:cubicBezTo>
                    <a:pt x="152238" y="744647"/>
                    <a:pt x="152978" y="742898"/>
                    <a:pt x="153550" y="742898"/>
                  </a:cubicBezTo>
                  <a:cubicBezTo>
                    <a:pt x="154122" y="742898"/>
                    <a:pt x="155738" y="741451"/>
                    <a:pt x="156007" y="741014"/>
                  </a:cubicBezTo>
                  <a:cubicBezTo>
                    <a:pt x="156276" y="740577"/>
                    <a:pt x="157891" y="738121"/>
                    <a:pt x="158329" y="738121"/>
                  </a:cubicBezTo>
                  <a:cubicBezTo>
                    <a:pt x="158766" y="738121"/>
                    <a:pt x="160651" y="736674"/>
                    <a:pt x="160651" y="736674"/>
                  </a:cubicBezTo>
                  <a:cubicBezTo>
                    <a:pt x="160651" y="736674"/>
                    <a:pt x="162536" y="737414"/>
                    <a:pt x="162973" y="737549"/>
                  </a:cubicBezTo>
                  <a:cubicBezTo>
                    <a:pt x="163411" y="737684"/>
                    <a:pt x="164858" y="738289"/>
                    <a:pt x="165565" y="738424"/>
                  </a:cubicBezTo>
                  <a:cubicBezTo>
                    <a:pt x="166305" y="738558"/>
                    <a:pt x="167450" y="738726"/>
                    <a:pt x="167450" y="738726"/>
                  </a:cubicBezTo>
                  <a:lnTo>
                    <a:pt x="173541" y="742360"/>
                  </a:lnTo>
                  <a:lnTo>
                    <a:pt x="175123" y="748011"/>
                  </a:lnTo>
                  <a:lnTo>
                    <a:pt x="176132" y="750029"/>
                  </a:lnTo>
                  <a:lnTo>
                    <a:pt x="176132" y="753494"/>
                  </a:lnTo>
                  <a:lnTo>
                    <a:pt x="176132" y="756959"/>
                  </a:lnTo>
                  <a:lnTo>
                    <a:pt x="176873" y="759011"/>
                  </a:lnTo>
                  <a:lnTo>
                    <a:pt x="178084" y="759650"/>
                  </a:lnTo>
                  <a:lnTo>
                    <a:pt x="183301" y="758877"/>
                  </a:lnTo>
                  <a:cubicBezTo>
                    <a:pt x="183974" y="758675"/>
                    <a:pt x="186128" y="756253"/>
                    <a:pt x="186330" y="755614"/>
                  </a:cubicBezTo>
                  <a:cubicBezTo>
                    <a:pt x="186565" y="754974"/>
                    <a:pt x="188517" y="751913"/>
                    <a:pt x="188517" y="751913"/>
                  </a:cubicBezTo>
                  <a:lnTo>
                    <a:pt x="190705" y="745185"/>
                  </a:lnTo>
                  <a:lnTo>
                    <a:pt x="191142" y="738659"/>
                  </a:lnTo>
                  <a:lnTo>
                    <a:pt x="188315" y="732806"/>
                  </a:lnTo>
                  <a:lnTo>
                    <a:pt x="183974" y="725842"/>
                  </a:lnTo>
                  <a:lnTo>
                    <a:pt x="177445" y="719989"/>
                  </a:lnTo>
                  <a:lnTo>
                    <a:pt x="173541" y="716087"/>
                  </a:lnTo>
                  <a:lnTo>
                    <a:pt x="172026" y="707845"/>
                  </a:lnTo>
                  <a:lnTo>
                    <a:pt x="172228" y="695230"/>
                  </a:lnTo>
                  <a:lnTo>
                    <a:pt x="177882" y="687830"/>
                  </a:lnTo>
                  <a:lnTo>
                    <a:pt x="182123" y="685004"/>
                  </a:lnTo>
                  <a:lnTo>
                    <a:pt x="183099" y="681976"/>
                  </a:lnTo>
                  <a:lnTo>
                    <a:pt x="183099" y="675248"/>
                  </a:lnTo>
                  <a:cubicBezTo>
                    <a:pt x="183099" y="675248"/>
                    <a:pt x="183974" y="673398"/>
                    <a:pt x="184613" y="673196"/>
                  </a:cubicBezTo>
                  <a:cubicBezTo>
                    <a:pt x="185253" y="672995"/>
                    <a:pt x="190907" y="670909"/>
                    <a:pt x="190907" y="670909"/>
                  </a:cubicBezTo>
                  <a:lnTo>
                    <a:pt x="196123" y="670909"/>
                  </a:lnTo>
                  <a:lnTo>
                    <a:pt x="197873" y="669833"/>
                  </a:lnTo>
                  <a:lnTo>
                    <a:pt x="201138" y="666569"/>
                  </a:lnTo>
                  <a:lnTo>
                    <a:pt x="208744" y="656141"/>
                  </a:lnTo>
                  <a:cubicBezTo>
                    <a:pt x="208744" y="656141"/>
                    <a:pt x="209383" y="648976"/>
                    <a:pt x="209821" y="648101"/>
                  </a:cubicBezTo>
                  <a:cubicBezTo>
                    <a:pt x="210258" y="647227"/>
                    <a:pt x="215273" y="641138"/>
                    <a:pt x="215273" y="641138"/>
                  </a:cubicBezTo>
                  <a:lnTo>
                    <a:pt x="221128" y="634612"/>
                  </a:lnTo>
                  <a:lnTo>
                    <a:pt x="224157" y="629633"/>
                  </a:lnTo>
                  <a:lnTo>
                    <a:pt x="226547" y="622232"/>
                  </a:lnTo>
                  <a:lnTo>
                    <a:pt x="226783" y="611804"/>
                  </a:lnTo>
                  <a:lnTo>
                    <a:pt x="227220" y="606825"/>
                  </a:lnTo>
                  <a:cubicBezTo>
                    <a:pt x="227220" y="606825"/>
                    <a:pt x="227455" y="602688"/>
                    <a:pt x="229172" y="601611"/>
                  </a:cubicBezTo>
                  <a:cubicBezTo>
                    <a:pt x="230922" y="600535"/>
                    <a:pt x="234389" y="596633"/>
                    <a:pt x="234389" y="596633"/>
                  </a:cubicBezTo>
                  <a:lnTo>
                    <a:pt x="239403" y="595119"/>
                  </a:lnTo>
                  <a:lnTo>
                    <a:pt x="243744" y="593807"/>
                  </a:lnTo>
                  <a:lnTo>
                    <a:pt x="248961" y="585128"/>
                  </a:lnTo>
                  <a:lnTo>
                    <a:pt x="251350" y="581226"/>
                  </a:lnTo>
                  <a:lnTo>
                    <a:pt x="260908" y="569284"/>
                  </a:lnTo>
                  <a:lnTo>
                    <a:pt x="266562" y="568207"/>
                  </a:lnTo>
                  <a:lnTo>
                    <a:pt x="271577" y="569721"/>
                  </a:lnTo>
                  <a:cubicBezTo>
                    <a:pt x="271577" y="569721"/>
                    <a:pt x="279317" y="571672"/>
                    <a:pt x="280563" y="571235"/>
                  </a:cubicBezTo>
                  <a:cubicBezTo>
                    <a:pt x="281808" y="570797"/>
                    <a:pt x="286149" y="564271"/>
                    <a:pt x="286789" y="563632"/>
                  </a:cubicBezTo>
                  <a:cubicBezTo>
                    <a:pt x="287428" y="562993"/>
                    <a:pt x="290693" y="557779"/>
                    <a:pt x="291332" y="556904"/>
                  </a:cubicBezTo>
                  <a:cubicBezTo>
                    <a:pt x="292005" y="556030"/>
                    <a:pt x="293082" y="552565"/>
                    <a:pt x="294597" y="550614"/>
                  </a:cubicBezTo>
                  <a:cubicBezTo>
                    <a:pt x="296111" y="548662"/>
                    <a:pt x="299611" y="545500"/>
                    <a:pt x="300015" y="544626"/>
                  </a:cubicBezTo>
                  <a:cubicBezTo>
                    <a:pt x="300452" y="543751"/>
                    <a:pt x="300217" y="542338"/>
                    <a:pt x="304794" y="542338"/>
                  </a:cubicBezTo>
                  <a:cubicBezTo>
                    <a:pt x="309371" y="542338"/>
                    <a:pt x="312635" y="542338"/>
                    <a:pt x="312635" y="542338"/>
                  </a:cubicBezTo>
                  <a:cubicBezTo>
                    <a:pt x="312635" y="542338"/>
                    <a:pt x="318727" y="542540"/>
                    <a:pt x="319602" y="542338"/>
                  </a:cubicBezTo>
                  <a:cubicBezTo>
                    <a:pt x="320477" y="542103"/>
                    <a:pt x="323068" y="542977"/>
                    <a:pt x="325693" y="542540"/>
                  </a:cubicBezTo>
                  <a:cubicBezTo>
                    <a:pt x="328284" y="542103"/>
                    <a:pt x="335924" y="538840"/>
                    <a:pt x="335924" y="538840"/>
                  </a:cubicBezTo>
                  <a:lnTo>
                    <a:pt x="340501" y="538840"/>
                  </a:lnTo>
                  <a:lnTo>
                    <a:pt x="347872" y="537528"/>
                  </a:lnTo>
                  <a:lnTo>
                    <a:pt x="355040" y="534265"/>
                  </a:lnTo>
                  <a:lnTo>
                    <a:pt x="360896" y="530127"/>
                  </a:lnTo>
                  <a:lnTo>
                    <a:pt x="361973" y="525552"/>
                  </a:lnTo>
                  <a:lnTo>
                    <a:pt x="363723" y="519901"/>
                  </a:lnTo>
                  <a:lnTo>
                    <a:pt x="365675" y="516873"/>
                  </a:lnTo>
                  <a:lnTo>
                    <a:pt x="365675" y="508396"/>
                  </a:lnTo>
                  <a:lnTo>
                    <a:pt x="370690" y="506882"/>
                  </a:lnTo>
                  <a:cubicBezTo>
                    <a:pt x="370690" y="506882"/>
                    <a:pt x="376108" y="505806"/>
                    <a:pt x="376983" y="505806"/>
                  </a:cubicBezTo>
                  <a:cubicBezTo>
                    <a:pt x="377858" y="505806"/>
                    <a:pt x="380483" y="505806"/>
                    <a:pt x="380483" y="505806"/>
                  </a:cubicBezTo>
                  <a:lnTo>
                    <a:pt x="383074" y="503417"/>
                  </a:lnTo>
                  <a:lnTo>
                    <a:pt x="384690" y="500793"/>
                  </a:lnTo>
                  <a:lnTo>
                    <a:pt x="386541" y="496656"/>
                  </a:lnTo>
                  <a:lnTo>
                    <a:pt x="386541" y="494469"/>
                  </a:lnTo>
                  <a:lnTo>
                    <a:pt x="387618" y="493594"/>
                  </a:lnTo>
                  <a:lnTo>
                    <a:pt x="383041" y="485790"/>
                  </a:lnTo>
                  <a:lnTo>
                    <a:pt x="378464" y="481451"/>
                  </a:lnTo>
                  <a:lnTo>
                    <a:pt x="373887" y="473209"/>
                  </a:lnTo>
                  <a:lnTo>
                    <a:pt x="367795" y="464092"/>
                  </a:lnTo>
                  <a:lnTo>
                    <a:pt x="364430" y="459517"/>
                  </a:lnTo>
                  <a:cubicBezTo>
                    <a:pt x="364430" y="459517"/>
                    <a:pt x="360391" y="457331"/>
                    <a:pt x="360391" y="456490"/>
                  </a:cubicBezTo>
                  <a:cubicBezTo>
                    <a:pt x="360391" y="455851"/>
                    <a:pt x="360391" y="452319"/>
                    <a:pt x="360391" y="450468"/>
                  </a:cubicBezTo>
                  <a:lnTo>
                    <a:pt x="357901" y="452352"/>
                  </a:lnTo>
                  <a:cubicBezTo>
                    <a:pt x="357901" y="452352"/>
                    <a:pt x="356588" y="452689"/>
                    <a:pt x="356151" y="452689"/>
                  </a:cubicBezTo>
                  <a:cubicBezTo>
                    <a:pt x="355713" y="452689"/>
                    <a:pt x="352449" y="454202"/>
                    <a:pt x="352011" y="454337"/>
                  </a:cubicBezTo>
                  <a:cubicBezTo>
                    <a:pt x="351574" y="454438"/>
                    <a:pt x="349521" y="455851"/>
                    <a:pt x="348848" y="456086"/>
                  </a:cubicBezTo>
                  <a:cubicBezTo>
                    <a:pt x="348174" y="456288"/>
                    <a:pt x="347198" y="456725"/>
                    <a:pt x="347198" y="456725"/>
                  </a:cubicBezTo>
                  <a:cubicBezTo>
                    <a:pt x="347198" y="456725"/>
                    <a:pt x="343496" y="454673"/>
                    <a:pt x="343194" y="454774"/>
                  </a:cubicBezTo>
                  <a:cubicBezTo>
                    <a:pt x="342857" y="454875"/>
                    <a:pt x="342319" y="454976"/>
                    <a:pt x="341982" y="455312"/>
                  </a:cubicBezTo>
                  <a:cubicBezTo>
                    <a:pt x="341646" y="455649"/>
                    <a:pt x="340400" y="457398"/>
                    <a:pt x="340400" y="457398"/>
                  </a:cubicBezTo>
                  <a:lnTo>
                    <a:pt x="338078" y="458205"/>
                  </a:lnTo>
                  <a:cubicBezTo>
                    <a:pt x="338078" y="458205"/>
                    <a:pt x="336126" y="458037"/>
                    <a:pt x="335689" y="458172"/>
                  </a:cubicBezTo>
                  <a:cubicBezTo>
                    <a:pt x="335251" y="458273"/>
                    <a:pt x="333501" y="458037"/>
                    <a:pt x="332121" y="458172"/>
                  </a:cubicBezTo>
                  <a:cubicBezTo>
                    <a:pt x="330708" y="458273"/>
                    <a:pt x="330371" y="457533"/>
                    <a:pt x="330035" y="457533"/>
                  </a:cubicBezTo>
                  <a:cubicBezTo>
                    <a:pt x="329698" y="457533"/>
                    <a:pt x="329934" y="456759"/>
                    <a:pt x="329934" y="456759"/>
                  </a:cubicBezTo>
                  <a:cubicBezTo>
                    <a:pt x="329934" y="456759"/>
                    <a:pt x="331246" y="455682"/>
                    <a:pt x="331684" y="455851"/>
                  </a:cubicBezTo>
                  <a:cubicBezTo>
                    <a:pt x="332121" y="456019"/>
                    <a:pt x="333299" y="454471"/>
                    <a:pt x="333535" y="454135"/>
                  </a:cubicBezTo>
                  <a:cubicBezTo>
                    <a:pt x="333737" y="453799"/>
                    <a:pt x="333198" y="452083"/>
                    <a:pt x="333198" y="452083"/>
                  </a:cubicBezTo>
                  <a:lnTo>
                    <a:pt x="331145" y="450569"/>
                  </a:lnTo>
                  <a:cubicBezTo>
                    <a:pt x="331145" y="450569"/>
                    <a:pt x="329294" y="450771"/>
                    <a:pt x="328857" y="450771"/>
                  </a:cubicBezTo>
                  <a:cubicBezTo>
                    <a:pt x="328419" y="450771"/>
                    <a:pt x="327645" y="452520"/>
                    <a:pt x="327645" y="452520"/>
                  </a:cubicBezTo>
                  <a:lnTo>
                    <a:pt x="327006" y="453597"/>
                  </a:lnTo>
                  <a:lnTo>
                    <a:pt x="322765" y="454909"/>
                  </a:lnTo>
                  <a:lnTo>
                    <a:pt x="321284" y="455851"/>
                  </a:lnTo>
                  <a:cubicBezTo>
                    <a:pt x="321284" y="455851"/>
                    <a:pt x="320174" y="455312"/>
                    <a:pt x="318121" y="454505"/>
                  </a:cubicBezTo>
                  <a:cubicBezTo>
                    <a:pt x="316102" y="453698"/>
                    <a:pt x="317616" y="454202"/>
                    <a:pt x="317010" y="454000"/>
                  </a:cubicBezTo>
                  <a:cubicBezTo>
                    <a:pt x="316405" y="453799"/>
                    <a:pt x="316169" y="453126"/>
                    <a:pt x="316169" y="452991"/>
                  </a:cubicBezTo>
                  <a:cubicBezTo>
                    <a:pt x="316169" y="452857"/>
                    <a:pt x="316909" y="451108"/>
                    <a:pt x="316909" y="451108"/>
                  </a:cubicBezTo>
                  <a:lnTo>
                    <a:pt x="316909" y="451040"/>
                  </a:lnTo>
                  <a:lnTo>
                    <a:pt x="316909" y="449358"/>
                  </a:lnTo>
                  <a:lnTo>
                    <a:pt x="316909" y="447542"/>
                  </a:lnTo>
                  <a:lnTo>
                    <a:pt x="316472" y="446129"/>
                  </a:lnTo>
                  <a:cubicBezTo>
                    <a:pt x="316472" y="446129"/>
                    <a:pt x="314486" y="444312"/>
                    <a:pt x="314183" y="444245"/>
                  </a:cubicBezTo>
                  <a:cubicBezTo>
                    <a:pt x="313881" y="444178"/>
                    <a:pt x="313679" y="444279"/>
                    <a:pt x="313443" y="444346"/>
                  </a:cubicBezTo>
                  <a:cubicBezTo>
                    <a:pt x="313241" y="444413"/>
                    <a:pt x="312131" y="444985"/>
                    <a:pt x="312131" y="444985"/>
                  </a:cubicBezTo>
                  <a:lnTo>
                    <a:pt x="310414" y="445961"/>
                  </a:lnTo>
                  <a:cubicBezTo>
                    <a:pt x="310414" y="445961"/>
                    <a:pt x="309270" y="446600"/>
                    <a:pt x="307318" y="446734"/>
                  </a:cubicBezTo>
                  <a:cubicBezTo>
                    <a:pt x="305366" y="446835"/>
                    <a:pt x="302102" y="446734"/>
                    <a:pt x="302102" y="446734"/>
                  </a:cubicBezTo>
                  <a:cubicBezTo>
                    <a:pt x="302102" y="446734"/>
                    <a:pt x="299914" y="446734"/>
                    <a:pt x="298837" y="446734"/>
                  </a:cubicBezTo>
                  <a:cubicBezTo>
                    <a:pt x="297760" y="446734"/>
                    <a:pt x="296313" y="445523"/>
                    <a:pt x="296010" y="445221"/>
                  </a:cubicBezTo>
                  <a:cubicBezTo>
                    <a:pt x="295673" y="444884"/>
                    <a:pt x="290995" y="440881"/>
                    <a:pt x="290019" y="440343"/>
                  </a:cubicBezTo>
                  <a:cubicBezTo>
                    <a:pt x="289044" y="439805"/>
                    <a:pt x="287731" y="438728"/>
                    <a:pt x="287293" y="438392"/>
                  </a:cubicBezTo>
                  <a:cubicBezTo>
                    <a:pt x="286856" y="438055"/>
                    <a:pt x="283827" y="435129"/>
                    <a:pt x="283827" y="435129"/>
                  </a:cubicBezTo>
                  <a:cubicBezTo>
                    <a:pt x="283827" y="435129"/>
                    <a:pt x="281740" y="431866"/>
                    <a:pt x="281740" y="431327"/>
                  </a:cubicBezTo>
                  <a:cubicBezTo>
                    <a:pt x="281740" y="430789"/>
                    <a:pt x="281101" y="426012"/>
                    <a:pt x="281101" y="425575"/>
                  </a:cubicBezTo>
                  <a:cubicBezTo>
                    <a:pt x="281101" y="425138"/>
                    <a:pt x="280360" y="421572"/>
                    <a:pt x="280360" y="421572"/>
                  </a:cubicBezTo>
                  <a:lnTo>
                    <a:pt x="280360" y="415719"/>
                  </a:lnTo>
                  <a:lnTo>
                    <a:pt x="281942" y="413768"/>
                  </a:lnTo>
                  <a:lnTo>
                    <a:pt x="286991" y="410168"/>
                  </a:lnTo>
                  <a:cubicBezTo>
                    <a:pt x="286991" y="410168"/>
                    <a:pt x="290356" y="409293"/>
                    <a:pt x="291568" y="408755"/>
                  </a:cubicBezTo>
                  <a:cubicBezTo>
                    <a:pt x="292745" y="408217"/>
                    <a:pt x="294058" y="407242"/>
                    <a:pt x="294731" y="406468"/>
                  </a:cubicBezTo>
                  <a:cubicBezTo>
                    <a:pt x="295371" y="405694"/>
                    <a:pt x="297995" y="404618"/>
                    <a:pt x="298332" y="404281"/>
                  </a:cubicBezTo>
                  <a:cubicBezTo>
                    <a:pt x="298669" y="403945"/>
                    <a:pt x="300923" y="402431"/>
                    <a:pt x="301260" y="402095"/>
                  </a:cubicBezTo>
                  <a:cubicBezTo>
                    <a:pt x="301597" y="401758"/>
                    <a:pt x="303885" y="399370"/>
                    <a:pt x="303885" y="399370"/>
                  </a:cubicBezTo>
                  <a:lnTo>
                    <a:pt x="303111" y="397082"/>
                  </a:lnTo>
                  <a:cubicBezTo>
                    <a:pt x="303111" y="397082"/>
                    <a:pt x="300823" y="396006"/>
                    <a:pt x="300183" y="395871"/>
                  </a:cubicBezTo>
                  <a:cubicBezTo>
                    <a:pt x="299544" y="395770"/>
                    <a:pt x="294428" y="393147"/>
                    <a:pt x="294092" y="392844"/>
                  </a:cubicBezTo>
                  <a:cubicBezTo>
                    <a:pt x="293755" y="392507"/>
                    <a:pt x="290928" y="389783"/>
                    <a:pt x="290289" y="389143"/>
                  </a:cubicBezTo>
                  <a:cubicBezTo>
                    <a:pt x="289649" y="388504"/>
                    <a:pt x="289414" y="385779"/>
                    <a:pt x="289851" y="385107"/>
                  </a:cubicBezTo>
                  <a:cubicBezTo>
                    <a:pt x="290289" y="384467"/>
                    <a:pt x="291029" y="382516"/>
                    <a:pt x="291601" y="382079"/>
                  </a:cubicBezTo>
                  <a:cubicBezTo>
                    <a:pt x="292139" y="381642"/>
                    <a:pt x="292779" y="378614"/>
                    <a:pt x="292779" y="378614"/>
                  </a:cubicBezTo>
                  <a:cubicBezTo>
                    <a:pt x="292779" y="378614"/>
                    <a:pt x="291029" y="375452"/>
                    <a:pt x="290625" y="375452"/>
                  </a:cubicBezTo>
                  <a:cubicBezTo>
                    <a:pt x="290188" y="375452"/>
                    <a:pt x="286486" y="372424"/>
                    <a:pt x="284971" y="371752"/>
                  </a:cubicBezTo>
                  <a:cubicBezTo>
                    <a:pt x="283457" y="371112"/>
                    <a:pt x="284769" y="368825"/>
                    <a:pt x="284971" y="368287"/>
                  </a:cubicBezTo>
                  <a:cubicBezTo>
                    <a:pt x="285207" y="367749"/>
                    <a:pt x="286923" y="366134"/>
                    <a:pt x="287226" y="365898"/>
                  </a:cubicBezTo>
                  <a:cubicBezTo>
                    <a:pt x="287495" y="365663"/>
                    <a:pt x="291063" y="362736"/>
                    <a:pt x="291063" y="362299"/>
                  </a:cubicBezTo>
                  <a:cubicBezTo>
                    <a:pt x="291063" y="361862"/>
                    <a:pt x="290524" y="357623"/>
                    <a:pt x="290524" y="357623"/>
                  </a:cubicBezTo>
                  <a:lnTo>
                    <a:pt x="288505" y="354696"/>
                  </a:lnTo>
                  <a:cubicBezTo>
                    <a:pt x="288505" y="354696"/>
                    <a:pt x="287697" y="352846"/>
                    <a:pt x="287361" y="352510"/>
                  </a:cubicBezTo>
                  <a:cubicBezTo>
                    <a:pt x="287024" y="352173"/>
                    <a:pt x="287361" y="350222"/>
                    <a:pt x="287361" y="350222"/>
                  </a:cubicBezTo>
                  <a:lnTo>
                    <a:pt x="287361" y="347565"/>
                  </a:lnTo>
                  <a:cubicBezTo>
                    <a:pt x="287361" y="347565"/>
                    <a:pt x="287697" y="344470"/>
                    <a:pt x="287866" y="344100"/>
                  </a:cubicBezTo>
                  <a:cubicBezTo>
                    <a:pt x="288034" y="343730"/>
                    <a:pt x="289077" y="341913"/>
                    <a:pt x="289077" y="341913"/>
                  </a:cubicBezTo>
                  <a:lnTo>
                    <a:pt x="290962" y="338717"/>
                  </a:lnTo>
                  <a:lnTo>
                    <a:pt x="292914" y="337473"/>
                  </a:lnTo>
                  <a:lnTo>
                    <a:pt x="294496" y="335118"/>
                  </a:lnTo>
                  <a:cubicBezTo>
                    <a:pt x="294496" y="335118"/>
                    <a:pt x="295505" y="333604"/>
                    <a:pt x="295539" y="333503"/>
                  </a:cubicBezTo>
                  <a:cubicBezTo>
                    <a:pt x="295572" y="333402"/>
                    <a:pt x="296246" y="331552"/>
                    <a:pt x="296246" y="331317"/>
                  </a:cubicBezTo>
                  <a:cubicBezTo>
                    <a:pt x="296246" y="331115"/>
                    <a:pt x="296246" y="329534"/>
                    <a:pt x="296246" y="329534"/>
                  </a:cubicBezTo>
                  <a:cubicBezTo>
                    <a:pt x="296246" y="329534"/>
                    <a:pt x="296414" y="328121"/>
                    <a:pt x="296414" y="327919"/>
                  </a:cubicBezTo>
                  <a:cubicBezTo>
                    <a:pt x="296414" y="327717"/>
                    <a:pt x="296447" y="326809"/>
                    <a:pt x="296447" y="326809"/>
                  </a:cubicBezTo>
                  <a:cubicBezTo>
                    <a:pt x="296447" y="326809"/>
                    <a:pt x="296346" y="325632"/>
                    <a:pt x="296279" y="325531"/>
                  </a:cubicBezTo>
                  <a:cubicBezTo>
                    <a:pt x="296246" y="325430"/>
                    <a:pt x="296279" y="324252"/>
                    <a:pt x="296279" y="324252"/>
                  </a:cubicBezTo>
                  <a:cubicBezTo>
                    <a:pt x="296279" y="324252"/>
                    <a:pt x="297087" y="323748"/>
                    <a:pt x="297188" y="323748"/>
                  </a:cubicBezTo>
                  <a:cubicBezTo>
                    <a:pt x="297255" y="323748"/>
                    <a:pt x="298635" y="323311"/>
                    <a:pt x="298635" y="323311"/>
                  </a:cubicBezTo>
                  <a:cubicBezTo>
                    <a:pt x="298635" y="323311"/>
                    <a:pt x="300217" y="323311"/>
                    <a:pt x="300284" y="323311"/>
                  </a:cubicBezTo>
                  <a:cubicBezTo>
                    <a:pt x="300351" y="323311"/>
                    <a:pt x="301462" y="324219"/>
                    <a:pt x="301563" y="324252"/>
                  </a:cubicBezTo>
                  <a:cubicBezTo>
                    <a:pt x="301664" y="324286"/>
                    <a:pt x="303044" y="325194"/>
                    <a:pt x="303044" y="325295"/>
                  </a:cubicBezTo>
                  <a:cubicBezTo>
                    <a:pt x="303077" y="325363"/>
                    <a:pt x="303347" y="326675"/>
                    <a:pt x="303347" y="326675"/>
                  </a:cubicBezTo>
                  <a:cubicBezTo>
                    <a:pt x="303347" y="326675"/>
                    <a:pt x="303077" y="328424"/>
                    <a:pt x="303077" y="328861"/>
                  </a:cubicBezTo>
                  <a:cubicBezTo>
                    <a:pt x="303077" y="329298"/>
                    <a:pt x="302741" y="330274"/>
                    <a:pt x="302438" y="331485"/>
                  </a:cubicBezTo>
                  <a:cubicBezTo>
                    <a:pt x="302102" y="332696"/>
                    <a:pt x="301698" y="332898"/>
                    <a:pt x="301226" y="333234"/>
                  </a:cubicBezTo>
                  <a:cubicBezTo>
                    <a:pt x="300789" y="333571"/>
                    <a:pt x="300587" y="334883"/>
                    <a:pt x="300688" y="335320"/>
                  </a:cubicBezTo>
                  <a:cubicBezTo>
                    <a:pt x="300789" y="335757"/>
                    <a:pt x="301765" y="336733"/>
                    <a:pt x="301765" y="336733"/>
                  </a:cubicBezTo>
                  <a:lnTo>
                    <a:pt x="305905" y="338146"/>
                  </a:lnTo>
                  <a:lnTo>
                    <a:pt x="309505" y="337944"/>
                  </a:lnTo>
                  <a:cubicBezTo>
                    <a:pt x="309505" y="337944"/>
                    <a:pt x="312433" y="340433"/>
                    <a:pt x="312871" y="340534"/>
                  </a:cubicBezTo>
                  <a:cubicBezTo>
                    <a:pt x="313308" y="340635"/>
                    <a:pt x="315496" y="341947"/>
                    <a:pt x="315900" y="341947"/>
                  </a:cubicBezTo>
                  <a:cubicBezTo>
                    <a:pt x="316337" y="341947"/>
                    <a:pt x="318828" y="340736"/>
                    <a:pt x="318828" y="340736"/>
                  </a:cubicBezTo>
                  <a:lnTo>
                    <a:pt x="319703" y="337809"/>
                  </a:lnTo>
                  <a:lnTo>
                    <a:pt x="320679" y="333571"/>
                  </a:lnTo>
                  <a:cubicBezTo>
                    <a:pt x="320679" y="333571"/>
                    <a:pt x="320140" y="330106"/>
                    <a:pt x="319804" y="329870"/>
                  </a:cubicBezTo>
                  <a:cubicBezTo>
                    <a:pt x="319467" y="329635"/>
                    <a:pt x="318390" y="328457"/>
                    <a:pt x="318390" y="328457"/>
                  </a:cubicBezTo>
                  <a:lnTo>
                    <a:pt x="315126" y="328020"/>
                  </a:lnTo>
                  <a:lnTo>
                    <a:pt x="311659" y="326271"/>
                  </a:lnTo>
                  <a:lnTo>
                    <a:pt x="313712" y="323445"/>
                  </a:lnTo>
                  <a:lnTo>
                    <a:pt x="316001" y="320586"/>
                  </a:lnTo>
                  <a:cubicBezTo>
                    <a:pt x="316001" y="320586"/>
                    <a:pt x="317717" y="319947"/>
                    <a:pt x="318054" y="319644"/>
                  </a:cubicBezTo>
                  <a:cubicBezTo>
                    <a:pt x="318390" y="319307"/>
                    <a:pt x="321116" y="319307"/>
                    <a:pt x="321116" y="319307"/>
                  </a:cubicBezTo>
                  <a:lnTo>
                    <a:pt x="323068" y="317895"/>
                  </a:lnTo>
                  <a:lnTo>
                    <a:pt x="322967" y="315708"/>
                  </a:lnTo>
                  <a:cubicBezTo>
                    <a:pt x="322967" y="315708"/>
                    <a:pt x="321554" y="313320"/>
                    <a:pt x="321116" y="313118"/>
                  </a:cubicBezTo>
                  <a:cubicBezTo>
                    <a:pt x="320679" y="312882"/>
                    <a:pt x="319164" y="312344"/>
                    <a:pt x="319164" y="312344"/>
                  </a:cubicBezTo>
                  <a:lnTo>
                    <a:pt x="315361" y="311469"/>
                  </a:lnTo>
                  <a:lnTo>
                    <a:pt x="314385" y="308206"/>
                  </a:lnTo>
                  <a:lnTo>
                    <a:pt x="312534" y="302118"/>
                  </a:lnTo>
                  <a:lnTo>
                    <a:pt x="313174" y="298215"/>
                  </a:lnTo>
                  <a:lnTo>
                    <a:pt x="314049" y="293539"/>
                  </a:lnTo>
                  <a:cubicBezTo>
                    <a:pt x="314049" y="293539"/>
                    <a:pt x="315126" y="291790"/>
                    <a:pt x="315462" y="291689"/>
                  </a:cubicBezTo>
                  <a:cubicBezTo>
                    <a:pt x="315799" y="291588"/>
                    <a:pt x="318491" y="291689"/>
                    <a:pt x="319501" y="291588"/>
                  </a:cubicBezTo>
                  <a:cubicBezTo>
                    <a:pt x="320477" y="291487"/>
                    <a:pt x="321015" y="290949"/>
                    <a:pt x="321015" y="290949"/>
                  </a:cubicBezTo>
                  <a:lnTo>
                    <a:pt x="322092" y="287720"/>
                  </a:lnTo>
                  <a:lnTo>
                    <a:pt x="322092" y="286509"/>
                  </a:lnTo>
                  <a:lnTo>
                    <a:pt x="322597" y="284457"/>
                  </a:lnTo>
                  <a:lnTo>
                    <a:pt x="323304" y="283380"/>
                  </a:lnTo>
                  <a:lnTo>
                    <a:pt x="325693" y="282405"/>
                  </a:lnTo>
                  <a:lnTo>
                    <a:pt x="327342" y="280218"/>
                  </a:lnTo>
                  <a:lnTo>
                    <a:pt x="329934" y="277493"/>
                  </a:lnTo>
                  <a:lnTo>
                    <a:pt x="332559" y="273894"/>
                  </a:lnTo>
                  <a:cubicBezTo>
                    <a:pt x="332559" y="273894"/>
                    <a:pt x="332357" y="270294"/>
                    <a:pt x="332559" y="269857"/>
                  </a:cubicBezTo>
                  <a:cubicBezTo>
                    <a:pt x="332761" y="269420"/>
                    <a:pt x="335823" y="267671"/>
                    <a:pt x="337136" y="267570"/>
                  </a:cubicBezTo>
                  <a:cubicBezTo>
                    <a:pt x="338448" y="267469"/>
                    <a:pt x="341040" y="264408"/>
                    <a:pt x="341040" y="264408"/>
                  </a:cubicBezTo>
                  <a:cubicBezTo>
                    <a:pt x="341040" y="264408"/>
                    <a:pt x="347771" y="266897"/>
                    <a:pt x="348208" y="266998"/>
                  </a:cubicBezTo>
                  <a:cubicBezTo>
                    <a:pt x="348646" y="267099"/>
                    <a:pt x="349622" y="268310"/>
                    <a:pt x="349622" y="268310"/>
                  </a:cubicBezTo>
                  <a:cubicBezTo>
                    <a:pt x="349622" y="268310"/>
                    <a:pt x="351977" y="269252"/>
                    <a:pt x="352180" y="269655"/>
                  </a:cubicBezTo>
                  <a:cubicBezTo>
                    <a:pt x="352381" y="270093"/>
                    <a:pt x="353492" y="273019"/>
                    <a:pt x="353929" y="274062"/>
                  </a:cubicBezTo>
                  <a:cubicBezTo>
                    <a:pt x="354367" y="275105"/>
                    <a:pt x="355679" y="275980"/>
                    <a:pt x="356992" y="276383"/>
                  </a:cubicBezTo>
                  <a:cubicBezTo>
                    <a:pt x="358305" y="276821"/>
                    <a:pt x="358305" y="276181"/>
                    <a:pt x="358742" y="275845"/>
                  </a:cubicBezTo>
                  <a:cubicBezTo>
                    <a:pt x="359180" y="275509"/>
                    <a:pt x="361232" y="272817"/>
                    <a:pt x="361603" y="272582"/>
                  </a:cubicBezTo>
                  <a:cubicBezTo>
                    <a:pt x="361973" y="272380"/>
                    <a:pt x="366281" y="272582"/>
                    <a:pt x="366281" y="272582"/>
                  </a:cubicBezTo>
                  <a:lnTo>
                    <a:pt x="368232" y="274264"/>
                  </a:lnTo>
                  <a:lnTo>
                    <a:pt x="368838" y="276316"/>
                  </a:lnTo>
                  <a:lnTo>
                    <a:pt x="368300" y="281261"/>
                  </a:lnTo>
                  <a:cubicBezTo>
                    <a:pt x="368300" y="281261"/>
                    <a:pt x="365473" y="281530"/>
                    <a:pt x="365204" y="281631"/>
                  </a:cubicBezTo>
                  <a:cubicBezTo>
                    <a:pt x="364934" y="281732"/>
                    <a:pt x="362881" y="283145"/>
                    <a:pt x="362579" y="283414"/>
                  </a:cubicBezTo>
                  <a:cubicBezTo>
                    <a:pt x="362310" y="283683"/>
                    <a:pt x="361872" y="285029"/>
                    <a:pt x="361872" y="285029"/>
                  </a:cubicBezTo>
                  <a:lnTo>
                    <a:pt x="364733" y="286711"/>
                  </a:lnTo>
                  <a:lnTo>
                    <a:pt x="366045" y="286711"/>
                  </a:lnTo>
                  <a:lnTo>
                    <a:pt x="369209" y="287148"/>
                  </a:lnTo>
                  <a:lnTo>
                    <a:pt x="369983" y="288224"/>
                  </a:lnTo>
                  <a:cubicBezTo>
                    <a:pt x="369983" y="288224"/>
                    <a:pt x="369074" y="289200"/>
                    <a:pt x="368906" y="289402"/>
                  </a:cubicBezTo>
                  <a:cubicBezTo>
                    <a:pt x="368737" y="289637"/>
                    <a:pt x="368199" y="290546"/>
                    <a:pt x="368266" y="290747"/>
                  </a:cubicBezTo>
                  <a:cubicBezTo>
                    <a:pt x="368334" y="290983"/>
                    <a:pt x="368973" y="291891"/>
                    <a:pt x="368973" y="292059"/>
                  </a:cubicBezTo>
                  <a:cubicBezTo>
                    <a:pt x="368973" y="292227"/>
                    <a:pt x="370555" y="292934"/>
                    <a:pt x="370555" y="292934"/>
                  </a:cubicBezTo>
                  <a:lnTo>
                    <a:pt x="372305" y="294010"/>
                  </a:lnTo>
                  <a:cubicBezTo>
                    <a:pt x="372305" y="294010"/>
                    <a:pt x="372944" y="295793"/>
                    <a:pt x="372944" y="296231"/>
                  </a:cubicBezTo>
                  <a:cubicBezTo>
                    <a:pt x="372944" y="296668"/>
                    <a:pt x="372238" y="297711"/>
                    <a:pt x="372170" y="297879"/>
                  </a:cubicBezTo>
                  <a:cubicBezTo>
                    <a:pt x="372103" y="298047"/>
                    <a:pt x="371497" y="298585"/>
                    <a:pt x="371497" y="298585"/>
                  </a:cubicBezTo>
                  <a:lnTo>
                    <a:pt x="370420" y="299292"/>
                  </a:lnTo>
                  <a:lnTo>
                    <a:pt x="368232" y="299090"/>
                  </a:lnTo>
                  <a:lnTo>
                    <a:pt x="367862" y="297711"/>
                  </a:lnTo>
                  <a:lnTo>
                    <a:pt x="366483" y="297139"/>
                  </a:lnTo>
                  <a:lnTo>
                    <a:pt x="364665" y="297139"/>
                  </a:lnTo>
                  <a:cubicBezTo>
                    <a:pt x="364665" y="297139"/>
                    <a:pt x="362983" y="297004"/>
                    <a:pt x="362780" y="297004"/>
                  </a:cubicBezTo>
                  <a:cubicBezTo>
                    <a:pt x="362579" y="297004"/>
                    <a:pt x="362511" y="298081"/>
                    <a:pt x="362209" y="298148"/>
                  </a:cubicBezTo>
                  <a:cubicBezTo>
                    <a:pt x="361906" y="298215"/>
                    <a:pt x="361569" y="298888"/>
                    <a:pt x="361131" y="299157"/>
                  </a:cubicBezTo>
                  <a:cubicBezTo>
                    <a:pt x="360694" y="299426"/>
                    <a:pt x="358439" y="299292"/>
                    <a:pt x="358439" y="299292"/>
                  </a:cubicBezTo>
                  <a:lnTo>
                    <a:pt x="356554" y="298552"/>
                  </a:lnTo>
                  <a:lnTo>
                    <a:pt x="354804" y="298047"/>
                  </a:lnTo>
                  <a:cubicBezTo>
                    <a:pt x="354804" y="298047"/>
                    <a:pt x="354165" y="297475"/>
                    <a:pt x="353929" y="297408"/>
                  </a:cubicBezTo>
                  <a:cubicBezTo>
                    <a:pt x="353728" y="297341"/>
                    <a:pt x="352112" y="296096"/>
                    <a:pt x="352112" y="296096"/>
                  </a:cubicBezTo>
                  <a:lnTo>
                    <a:pt x="350800" y="295356"/>
                  </a:lnTo>
                  <a:lnTo>
                    <a:pt x="350295" y="295356"/>
                  </a:lnTo>
                  <a:lnTo>
                    <a:pt x="349050" y="296062"/>
                  </a:lnTo>
                  <a:lnTo>
                    <a:pt x="348107" y="296836"/>
                  </a:lnTo>
                  <a:lnTo>
                    <a:pt x="348174" y="297980"/>
                  </a:lnTo>
                  <a:lnTo>
                    <a:pt x="348174" y="299359"/>
                  </a:lnTo>
                  <a:lnTo>
                    <a:pt x="347905" y="301041"/>
                  </a:lnTo>
                  <a:cubicBezTo>
                    <a:pt x="347905" y="301041"/>
                    <a:pt x="347299" y="303430"/>
                    <a:pt x="347535" y="304304"/>
                  </a:cubicBezTo>
                  <a:cubicBezTo>
                    <a:pt x="347737" y="305179"/>
                    <a:pt x="347535" y="306053"/>
                    <a:pt x="347535" y="306053"/>
                  </a:cubicBezTo>
                  <a:lnTo>
                    <a:pt x="349487" y="308442"/>
                  </a:lnTo>
                  <a:lnTo>
                    <a:pt x="351675" y="310191"/>
                  </a:lnTo>
                  <a:lnTo>
                    <a:pt x="351675" y="315405"/>
                  </a:lnTo>
                  <a:lnTo>
                    <a:pt x="351675" y="316919"/>
                  </a:lnTo>
                  <a:lnTo>
                    <a:pt x="355141" y="320619"/>
                  </a:lnTo>
                  <a:lnTo>
                    <a:pt x="355141" y="324522"/>
                  </a:lnTo>
                  <a:lnTo>
                    <a:pt x="356218" y="328155"/>
                  </a:lnTo>
                  <a:cubicBezTo>
                    <a:pt x="356218" y="328155"/>
                    <a:pt x="360055" y="328020"/>
                    <a:pt x="361064" y="328155"/>
                  </a:cubicBezTo>
                  <a:cubicBezTo>
                    <a:pt x="362074" y="328289"/>
                    <a:pt x="361636" y="330476"/>
                    <a:pt x="361636" y="330913"/>
                  </a:cubicBezTo>
                  <a:cubicBezTo>
                    <a:pt x="361636" y="331350"/>
                    <a:pt x="361064" y="334378"/>
                    <a:pt x="361064" y="334378"/>
                  </a:cubicBezTo>
                  <a:lnTo>
                    <a:pt x="360357" y="334513"/>
                  </a:lnTo>
                  <a:cubicBezTo>
                    <a:pt x="360357" y="334513"/>
                    <a:pt x="360357" y="338146"/>
                    <a:pt x="360357" y="339861"/>
                  </a:cubicBezTo>
                  <a:cubicBezTo>
                    <a:pt x="360357" y="341611"/>
                    <a:pt x="361300" y="341880"/>
                    <a:pt x="361737" y="342317"/>
                  </a:cubicBezTo>
                  <a:cubicBezTo>
                    <a:pt x="362175" y="342754"/>
                    <a:pt x="363117" y="342754"/>
                    <a:pt x="363858" y="343461"/>
                  </a:cubicBezTo>
                  <a:cubicBezTo>
                    <a:pt x="364564" y="344201"/>
                    <a:pt x="365608" y="343158"/>
                    <a:pt x="365608" y="343158"/>
                  </a:cubicBezTo>
                  <a:lnTo>
                    <a:pt x="365608" y="341140"/>
                  </a:lnTo>
                  <a:cubicBezTo>
                    <a:pt x="365608" y="341140"/>
                    <a:pt x="368064" y="338953"/>
                    <a:pt x="368502" y="338818"/>
                  </a:cubicBezTo>
                  <a:cubicBezTo>
                    <a:pt x="368939" y="338684"/>
                    <a:pt x="372137" y="335051"/>
                    <a:pt x="372137" y="335051"/>
                  </a:cubicBezTo>
                  <a:lnTo>
                    <a:pt x="376209" y="334344"/>
                  </a:lnTo>
                  <a:lnTo>
                    <a:pt x="383007" y="335791"/>
                  </a:lnTo>
                  <a:lnTo>
                    <a:pt x="384454" y="337977"/>
                  </a:lnTo>
                  <a:lnTo>
                    <a:pt x="386642" y="340870"/>
                  </a:lnTo>
                  <a:lnTo>
                    <a:pt x="386339" y="345345"/>
                  </a:lnTo>
                  <a:lnTo>
                    <a:pt x="385464" y="347666"/>
                  </a:lnTo>
                  <a:lnTo>
                    <a:pt x="386372" y="349819"/>
                  </a:lnTo>
                  <a:cubicBezTo>
                    <a:pt x="386372" y="349819"/>
                    <a:pt x="385598" y="351433"/>
                    <a:pt x="385497" y="351770"/>
                  </a:cubicBezTo>
                  <a:cubicBezTo>
                    <a:pt x="385397" y="352106"/>
                    <a:pt x="384959" y="353822"/>
                    <a:pt x="384959" y="353822"/>
                  </a:cubicBezTo>
                  <a:lnTo>
                    <a:pt x="383007" y="355335"/>
                  </a:lnTo>
                  <a:cubicBezTo>
                    <a:pt x="383007" y="355335"/>
                    <a:pt x="383007" y="358800"/>
                    <a:pt x="383007" y="359675"/>
                  </a:cubicBezTo>
                  <a:cubicBezTo>
                    <a:pt x="383007" y="360550"/>
                    <a:pt x="385632" y="360987"/>
                    <a:pt x="386036" y="360651"/>
                  </a:cubicBezTo>
                  <a:cubicBezTo>
                    <a:pt x="386473" y="360314"/>
                    <a:pt x="388122" y="360415"/>
                    <a:pt x="388863" y="360112"/>
                  </a:cubicBezTo>
                  <a:cubicBezTo>
                    <a:pt x="389637" y="359776"/>
                    <a:pt x="390815" y="359238"/>
                    <a:pt x="391017" y="358901"/>
                  </a:cubicBezTo>
                  <a:cubicBezTo>
                    <a:pt x="391252" y="358565"/>
                    <a:pt x="393507" y="359238"/>
                    <a:pt x="394281" y="359675"/>
                  </a:cubicBezTo>
                  <a:cubicBezTo>
                    <a:pt x="395055" y="360112"/>
                    <a:pt x="393844" y="360550"/>
                    <a:pt x="394281" y="361525"/>
                  </a:cubicBezTo>
                  <a:cubicBezTo>
                    <a:pt x="394719" y="362501"/>
                    <a:pt x="394281" y="363174"/>
                    <a:pt x="394281" y="363174"/>
                  </a:cubicBezTo>
                  <a:lnTo>
                    <a:pt x="396570" y="363174"/>
                  </a:lnTo>
                  <a:lnTo>
                    <a:pt x="398522" y="364485"/>
                  </a:lnTo>
                  <a:cubicBezTo>
                    <a:pt x="398522" y="364485"/>
                    <a:pt x="400171" y="366437"/>
                    <a:pt x="400373" y="366773"/>
                  </a:cubicBezTo>
                  <a:cubicBezTo>
                    <a:pt x="400575" y="367109"/>
                    <a:pt x="400373" y="369262"/>
                    <a:pt x="400373" y="369262"/>
                  </a:cubicBezTo>
                  <a:lnTo>
                    <a:pt x="400373" y="373030"/>
                  </a:lnTo>
                  <a:lnTo>
                    <a:pt x="398926" y="376461"/>
                  </a:lnTo>
                  <a:lnTo>
                    <a:pt x="398219" y="377470"/>
                  </a:lnTo>
                  <a:lnTo>
                    <a:pt x="396200" y="378715"/>
                  </a:lnTo>
                  <a:lnTo>
                    <a:pt x="391757" y="379287"/>
                  </a:lnTo>
                  <a:lnTo>
                    <a:pt x="390310" y="381473"/>
                  </a:lnTo>
                  <a:lnTo>
                    <a:pt x="389940" y="382012"/>
                  </a:lnTo>
                  <a:lnTo>
                    <a:pt x="395459" y="382718"/>
                  </a:lnTo>
                  <a:lnTo>
                    <a:pt x="401551" y="377134"/>
                  </a:lnTo>
                  <a:lnTo>
                    <a:pt x="406464" y="377134"/>
                  </a:lnTo>
                  <a:lnTo>
                    <a:pt x="410099" y="381339"/>
                  </a:lnTo>
                  <a:cubicBezTo>
                    <a:pt x="410099" y="381339"/>
                    <a:pt x="410974" y="389009"/>
                    <a:pt x="411412" y="389446"/>
                  </a:cubicBezTo>
                  <a:cubicBezTo>
                    <a:pt x="411849" y="389883"/>
                    <a:pt x="416056" y="394088"/>
                    <a:pt x="417368" y="394223"/>
                  </a:cubicBezTo>
                  <a:cubicBezTo>
                    <a:pt x="418681" y="394357"/>
                    <a:pt x="423022" y="395972"/>
                    <a:pt x="423022" y="395972"/>
                  </a:cubicBezTo>
                  <a:lnTo>
                    <a:pt x="427499" y="394828"/>
                  </a:lnTo>
                  <a:cubicBezTo>
                    <a:pt x="427499" y="394828"/>
                    <a:pt x="430393" y="393247"/>
                    <a:pt x="430830" y="393079"/>
                  </a:cubicBezTo>
                  <a:cubicBezTo>
                    <a:pt x="431268" y="392945"/>
                    <a:pt x="434902" y="388874"/>
                    <a:pt x="434902" y="388874"/>
                  </a:cubicBezTo>
                  <a:cubicBezTo>
                    <a:pt x="434902" y="388874"/>
                    <a:pt x="438099" y="385409"/>
                    <a:pt x="438672" y="385409"/>
                  </a:cubicBezTo>
                  <a:cubicBezTo>
                    <a:pt x="439244" y="385409"/>
                    <a:pt x="441263" y="383828"/>
                    <a:pt x="442306" y="383525"/>
                  </a:cubicBezTo>
                  <a:cubicBezTo>
                    <a:pt x="443316" y="383223"/>
                    <a:pt x="447658" y="380195"/>
                    <a:pt x="447658" y="380195"/>
                  </a:cubicBezTo>
                  <a:cubicBezTo>
                    <a:pt x="447658" y="380195"/>
                    <a:pt x="454321" y="380498"/>
                    <a:pt x="454893" y="380498"/>
                  </a:cubicBezTo>
                  <a:cubicBezTo>
                    <a:pt x="455465" y="380498"/>
                    <a:pt x="462432" y="380632"/>
                    <a:pt x="463004" y="380632"/>
                  </a:cubicBezTo>
                  <a:cubicBezTo>
                    <a:pt x="463576" y="380632"/>
                    <a:pt x="467345" y="380632"/>
                    <a:pt x="467345" y="380632"/>
                  </a:cubicBezTo>
                  <a:cubicBezTo>
                    <a:pt x="467345" y="380632"/>
                    <a:pt x="470542" y="378614"/>
                    <a:pt x="470980" y="378311"/>
                  </a:cubicBezTo>
                  <a:cubicBezTo>
                    <a:pt x="471418" y="378009"/>
                    <a:pt x="472663" y="377874"/>
                    <a:pt x="473673" y="377874"/>
                  </a:cubicBezTo>
                  <a:cubicBezTo>
                    <a:pt x="474682" y="377874"/>
                    <a:pt x="475187" y="380632"/>
                    <a:pt x="475187" y="380632"/>
                  </a:cubicBezTo>
                  <a:lnTo>
                    <a:pt x="475187" y="383223"/>
                  </a:lnTo>
                  <a:lnTo>
                    <a:pt x="473571" y="384669"/>
                  </a:lnTo>
                  <a:lnTo>
                    <a:pt x="475187" y="385107"/>
                  </a:lnTo>
                  <a:cubicBezTo>
                    <a:pt x="475187" y="385107"/>
                    <a:pt x="477947" y="384972"/>
                    <a:pt x="478384" y="384535"/>
                  </a:cubicBezTo>
                  <a:cubicBezTo>
                    <a:pt x="478822" y="384097"/>
                    <a:pt x="479966" y="381911"/>
                    <a:pt x="480269" y="381507"/>
                  </a:cubicBezTo>
                  <a:cubicBezTo>
                    <a:pt x="480538" y="381070"/>
                    <a:pt x="481144" y="379623"/>
                    <a:pt x="481278" y="379186"/>
                  </a:cubicBezTo>
                  <a:cubicBezTo>
                    <a:pt x="481413" y="378749"/>
                    <a:pt x="481985" y="378177"/>
                    <a:pt x="482288" y="377168"/>
                  </a:cubicBezTo>
                  <a:cubicBezTo>
                    <a:pt x="482557" y="376158"/>
                    <a:pt x="483163" y="375149"/>
                    <a:pt x="483163" y="375149"/>
                  </a:cubicBezTo>
                  <a:cubicBezTo>
                    <a:pt x="483163" y="375149"/>
                    <a:pt x="484173" y="373265"/>
                    <a:pt x="484307" y="372828"/>
                  </a:cubicBezTo>
                  <a:cubicBezTo>
                    <a:pt x="484442" y="372391"/>
                    <a:pt x="485317" y="370070"/>
                    <a:pt x="485317" y="370070"/>
                  </a:cubicBezTo>
                  <a:lnTo>
                    <a:pt x="485889" y="367311"/>
                  </a:lnTo>
                  <a:cubicBezTo>
                    <a:pt x="485889" y="367311"/>
                    <a:pt x="486327" y="365730"/>
                    <a:pt x="486764" y="365293"/>
                  </a:cubicBezTo>
                  <a:cubicBezTo>
                    <a:pt x="487202" y="364856"/>
                    <a:pt x="488077" y="364284"/>
                    <a:pt x="488514" y="363846"/>
                  </a:cubicBezTo>
                  <a:cubicBezTo>
                    <a:pt x="488952" y="363409"/>
                    <a:pt x="491274" y="359372"/>
                    <a:pt x="491274" y="359372"/>
                  </a:cubicBezTo>
                  <a:lnTo>
                    <a:pt x="493024" y="356008"/>
                  </a:lnTo>
                  <a:lnTo>
                    <a:pt x="493966" y="353586"/>
                  </a:lnTo>
                  <a:lnTo>
                    <a:pt x="496053" y="349516"/>
                  </a:lnTo>
                  <a:lnTo>
                    <a:pt x="496053" y="346757"/>
                  </a:lnTo>
                  <a:lnTo>
                    <a:pt x="496928" y="341409"/>
                  </a:lnTo>
                  <a:lnTo>
                    <a:pt x="495918" y="335892"/>
                  </a:lnTo>
                  <a:lnTo>
                    <a:pt x="493293" y="332999"/>
                  </a:lnTo>
                  <a:lnTo>
                    <a:pt x="492553" y="330106"/>
                  </a:lnTo>
                  <a:lnTo>
                    <a:pt x="494875" y="327919"/>
                  </a:lnTo>
                  <a:lnTo>
                    <a:pt x="499519" y="324454"/>
                  </a:lnTo>
                  <a:lnTo>
                    <a:pt x="501707" y="320384"/>
                  </a:lnTo>
                  <a:lnTo>
                    <a:pt x="502582" y="316347"/>
                  </a:lnTo>
                  <a:lnTo>
                    <a:pt x="504601" y="313454"/>
                  </a:lnTo>
                  <a:cubicBezTo>
                    <a:pt x="504601" y="313454"/>
                    <a:pt x="506183" y="311268"/>
                    <a:pt x="506755" y="311268"/>
                  </a:cubicBezTo>
                  <a:cubicBezTo>
                    <a:pt x="507327" y="311268"/>
                    <a:pt x="509212" y="309081"/>
                    <a:pt x="509212" y="309081"/>
                  </a:cubicBezTo>
                  <a:cubicBezTo>
                    <a:pt x="509212" y="309081"/>
                    <a:pt x="511837" y="308072"/>
                    <a:pt x="512409" y="307769"/>
                  </a:cubicBezTo>
                  <a:cubicBezTo>
                    <a:pt x="512981" y="307466"/>
                    <a:pt x="514428" y="302858"/>
                    <a:pt x="515034" y="302858"/>
                  </a:cubicBezTo>
                  <a:cubicBezTo>
                    <a:pt x="515606" y="302858"/>
                    <a:pt x="516784" y="300402"/>
                    <a:pt x="517221" y="300099"/>
                  </a:cubicBezTo>
                  <a:cubicBezTo>
                    <a:pt x="517659" y="299796"/>
                    <a:pt x="520688" y="295020"/>
                    <a:pt x="520688" y="295020"/>
                  </a:cubicBezTo>
                  <a:cubicBezTo>
                    <a:pt x="520688" y="295020"/>
                    <a:pt x="522876" y="293573"/>
                    <a:pt x="523448" y="293573"/>
                  </a:cubicBezTo>
                  <a:cubicBezTo>
                    <a:pt x="524020" y="293573"/>
                    <a:pt x="526780" y="291992"/>
                    <a:pt x="526780" y="291992"/>
                  </a:cubicBezTo>
                  <a:cubicBezTo>
                    <a:pt x="526780" y="291992"/>
                    <a:pt x="528967" y="290983"/>
                    <a:pt x="529404" y="290983"/>
                  </a:cubicBezTo>
                  <a:cubicBezTo>
                    <a:pt x="529842" y="290983"/>
                    <a:pt x="533881" y="287653"/>
                    <a:pt x="533881" y="287653"/>
                  </a:cubicBezTo>
                  <a:cubicBezTo>
                    <a:pt x="533881" y="287653"/>
                    <a:pt x="538794" y="285197"/>
                    <a:pt x="539232" y="285197"/>
                  </a:cubicBezTo>
                  <a:cubicBezTo>
                    <a:pt x="539669" y="285197"/>
                    <a:pt x="542563" y="281126"/>
                    <a:pt x="543136" y="280992"/>
                  </a:cubicBezTo>
                  <a:cubicBezTo>
                    <a:pt x="543708" y="280857"/>
                    <a:pt x="547847" y="277796"/>
                    <a:pt x="547847" y="277796"/>
                  </a:cubicBezTo>
                  <a:lnTo>
                    <a:pt x="549934" y="276484"/>
                  </a:lnTo>
                  <a:lnTo>
                    <a:pt x="549934" y="273726"/>
                  </a:lnTo>
                  <a:lnTo>
                    <a:pt x="547410" y="270059"/>
                  </a:lnTo>
                  <a:close/>
                  <a:moveTo>
                    <a:pt x="340299" y="224645"/>
                  </a:moveTo>
                  <a:lnTo>
                    <a:pt x="338718" y="226025"/>
                  </a:lnTo>
                  <a:lnTo>
                    <a:pt x="337270" y="226462"/>
                  </a:lnTo>
                  <a:lnTo>
                    <a:pt x="335621" y="226159"/>
                  </a:lnTo>
                  <a:lnTo>
                    <a:pt x="333905" y="225957"/>
                  </a:lnTo>
                  <a:lnTo>
                    <a:pt x="332761" y="226832"/>
                  </a:lnTo>
                  <a:lnTo>
                    <a:pt x="332761" y="229961"/>
                  </a:lnTo>
                  <a:lnTo>
                    <a:pt x="332963" y="230970"/>
                  </a:lnTo>
                  <a:lnTo>
                    <a:pt x="332189" y="232416"/>
                  </a:lnTo>
                  <a:lnTo>
                    <a:pt x="329799" y="232921"/>
                  </a:lnTo>
                  <a:cubicBezTo>
                    <a:pt x="329799" y="232921"/>
                    <a:pt x="328789" y="232349"/>
                    <a:pt x="328116" y="232349"/>
                  </a:cubicBezTo>
                  <a:cubicBezTo>
                    <a:pt x="327443" y="232349"/>
                    <a:pt x="325357" y="232046"/>
                    <a:pt x="325087" y="232046"/>
                  </a:cubicBezTo>
                  <a:cubicBezTo>
                    <a:pt x="324785" y="232046"/>
                    <a:pt x="322967" y="230465"/>
                    <a:pt x="322698" y="230364"/>
                  </a:cubicBezTo>
                  <a:cubicBezTo>
                    <a:pt x="322429" y="230297"/>
                    <a:pt x="319232" y="231104"/>
                    <a:pt x="319232" y="231104"/>
                  </a:cubicBezTo>
                  <a:cubicBezTo>
                    <a:pt x="319232" y="231104"/>
                    <a:pt x="317481" y="233493"/>
                    <a:pt x="317280" y="233997"/>
                  </a:cubicBezTo>
                  <a:cubicBezTo>
                    <a:pt x="317078" y="234502"/>
                    <a:pt x="314957" y="238404"/>
                    <a:pt x="314957" y="238404"/>
                  </a:cubicBezTo>
                  <a:lnTo>
                    <a:pt x="316337" y="240927"/>
                  </a:lnTo>
                  <a:lnTo>
                    <a:pt x="319972" y="243383"/>
                  </a:lnTo>
                  <a:lnTo>
                    <a:pt x="320039" y="244627"/>
                  </a:lnTo>
                  <a:lnTo>
                    <a:pt x="316977" y="246881"/>
                  </a:lnTo>
                  <a:lnTo>
                    <a:pt x="316102" y="249270"/>
                  </a:lnTo>
                  <a:cubicBezTo>
                    <a:pt x="316102" y="249270"/>
                    <a:pt x="316472" y="251524"/>
                    <a:pt x="316977" y="251961"/>
                  </a:cubicBezTo>
                  <a:cubicBezTo>
                    <a:pt x="317481" y="252398"/>
                    <a:pt x="318491" y="253037"/>
                    <a:pt x="318996" y="253475"/>
                  </a:cubicBezTo>
                  <a:cubicBezTo>
                    <a:pt x="319501" y="253912"/>
                    <a:pt x="320443" y="254988"/>
                    <a:pt x="320679" y="255056"/>
                  </a:cubicBezTo>
                  <a:cubicBezTo>
                    <a:pt x="320914" y="255123"/>
                    <a:pt x="320712" y="255998"/>
                    <a:pt x="320712" y="255998"/>
                  </a:cubicBezTo>
                  <a:cubicBezTo>
                    <a:pt x="320712" y="255998"/>
                    <a:pt x="320612" y="256805"/>
                    <a:pt x="320612" y="257074"/>
                  </a:cubicBezTo>
                  <a:cubicBezTo>
                    <a:pt x="320612" y="257377"/>
                    <a:pt x="320612" y="259463"/>
                    <a:pt x="320612" y="259463"/>
                  </a:cubicBezTo>
                  <a:lnTo>
                    <a:pt x="321756" y="260270"/>
                  </a:lnTo>
                  <a:cubicBezTo>
                    <a:pt x="321756" y="260270"/>
                    <a:pt x="323203" y="262019"/>
                    <a:pt x="323438" y="262288"/>
                  </a:cubicBezTo>
                  <a:cubicBezTo>
                    <a:pt x="323640" y="262591"/>
                    <a:pt x="324684" y="263230"/>
                    <a:pt x="325189" y="263735"/>
                  </a:cubicBezTo>
                  <a:cubicBezTo>
                    <a:pt x="325693" y="264239"/>
                    <a:pt x="325828" y="264609"/>
                    <a:pt x="326703" y="265316"/>
                  </a:cubicBezTo>
                  <a:cubicBezTo>
                    <a:pt x="327578" y="266056"/>
                    <a:pt x="327746" y="267772"/>
                    <a:pt x="327746" y="267772"/>
                  </a:cubicBezTo>
                  <a:lnTo>
                    <a:pt x="328352" y="269386"/>
                  </a:lnTo>
                  <a:lnTo>
                    <a:pt x="328419" y="271573"/>
                  </a:lnTo>
                  <a:lnTo>
                    <a:pt x="328487" y="273860"/>
                  </a:lnTo>
                  <a:cubicBezTo>
                    <a:pt x="328487" y="273860"/>
                    <a:pt x="327073" y="276081"/>
                    <a:pt x="326905" y="276148"/>
                  </a:cubicBezTo>
                  <a:cubicBezTo>
                    <a:pt x="326737" y="276215"/>
                    <a:pt x="324852" y="278435"/>
                    <a:pt x="324852" y="278435"/>
                  </a:cubicBezTo>
                  <a:cubicBezTo>
                    <a:pt x="324852" y="278435"/>
                    <a:pt x="323371" y="279579"/>
                    <a:pt x="323203" y="279680"/>
                  </a:cubicBezTo>
                  <a:cubicBezTo>
                    <a:pt x="323035" y="279781"/>
                    <a:pt x="320477" y="281160"/>
                    <a:pt x="320140" y="281295"/>
                  </a:cubicBezTo>
                  <a:cubicBezTo>
                    <a:pt x="319838" y="281463"/>
                    <a:pt x="318525" y="282371"/>
                    <a:pt x="318289" y="282438"/>
                  </a:cubicBezTo>
                  <a:cubicBezTo>
                    <a:pt x="318087" y="282506"/>
                    <a:pt x="317078" y="282943"/>
                    <a:pt x="316876" y="282943"/>
                  </a:cubicBezTo>
                  <a:cubicBezTo>
                    <a:pt x="316674" y="282943"/>
                    <a:pt x="314520" y="282943"/>
                    <a:pt x="314520" y="282943"/>
                  </a:cubicBezTo>
                  <a:cubicBezTo>
                    <a:pt x="314520" y="282943"/>
                    <a:pt x="313006" y="283279"/>
                    <a:pt x="312198" y="283279"/>
                  </a:cubicBezTo>
                  <a:cubicBezTo>
                    <a:pt x="311390" y="283279"/>
                    <a:pt x="309539" y="283246"/>
                    <a:pt x="309304" y="283246"/>
                  </a:cubicBezTo>
                  <a:cubicBezTo>
                    <a:pt x="309102" y="283246"/>
                    <a:pt x="305837" y="282539"/>
                    <a:pt x="305837" y="282539"/>
                  </a:cubicBezTo>
                  <a:lnTo>
                    <a:pt x="301933" y="283952"/>
                  </a:lnTo>
                  <a:lnTo>
                    <a:pt x="298332" y="284827"/>
                  </a:lnTo>
                  <a:lnTo>
                    <a:pt x="295942" y="285600"/>
                  </a:lnTo>
                  <a:lnTo>
                    <a:pt x="292779" y="284827"/>
                  </a:lnTo>
                  <a:lnTo>
                    <a:pt x="289952" y="282977"/>
                  </a:lnTo>
                  <a:lnTo>
                    <a:pt x="286385" y="282102"/>
                  </a:lnTo>
                  <a:lnTo>
                    <a:pt x="281370" y="282539"/>
                  </a:lnTo>
                  <a:lnTo>
                    <a:pt x="278543" y="286677"/>
                  </a:lnTo>
                  <a:lnTo>
                    <a:pt x="277130" y="291555"/>
                  </a:lnTo>
                  <a:lnTo>
                    <a:pt x="277130" y="295995"/>
                  </a:lnTo>
                  <a:lnTo>
                    <a:pt x="276356" y="301748"/>
                  </a:lnTo>
                  <a:lnTo>
                    <a:pt x="276894" y="305112"/>
                  </a:lnTo>
                  <a:lnTo>
                    <a:pt x="280697" y="310662"/>
                  </a:lnTo>
                  <a:lnTo>
                    <a:pt x="282313" y="314127"/>
                  </a:lnTo>
                  <a:lnTo>
                    <a:pt x="285241" y="314497"/>
                  </a:lnTo>
                  <a:lnTo>
                    <a:pt x="288168" y="312479"/>
                  </a:lnTo>
                  <a:lnTo>
                    <a:pt x="288370" y="312479"/>
                  </a:lnTo>
                  <a:lnTo>
                    <a:pt x="290861" y="314430"/>
                  </a:lnTo>
                  <a:lnTo>
                    <a:pt x="293149" y="318029"/>
                  </a:lnTo>
                  <a:lnTo>
                    <a:pt x="293688" y="320216"/>
                  </a:lnTo>
                  <a:lnTo>
                    <a:pt x="291837" y="324219"/>
                  </a:lnTo>
                  <a:lnTo>
                    <a:pt x="292039" y="327886"/>
                  </a:lnTo>
                  <a:lnTo>
                    <a:pt x="293452" y="329231"/>
                  </a:lnTo>
                  <a:cubicBezTo>
                    <a:pt x="293452" y="329231"/>
                    <a:pt x="293553" y="329769"/>
                    <a:pt x="293452" y="330106"/>
                  </a:cubicBezTo>
                  <a:cubicBezTo>
                    <a:pt x="293351" y="330442"/>
                    <a:pt x="290625" y="332494"/>
                    <a:pt x="290625" y="332494"/>
                  </a:cubicBezTo>
                  <a:cubicBezTo>
                    <a:pt x="290625" y="332494"/>
                    <a:pt x="289649" y="333806"/>
                    <a:pt x="289212" y="333806"/>
                  </a:cubicBezTo>
                  <a:cubicBezTo>
                    <a:pt x="288774" y="333806"/>
                    <a:pt x="284971" y="336195"/>
                    <a:pt x="284971" y="336195"/>
                  </a:cubicBezTo>
                  <a:lnTo>
                    <a:pt x="282784" y="340332"/>
                  </a:lnTo>
                  <a:lnTo>
                    <a:pt x="279620" y="340332"/>
                  </a:lnTo>
                  <a:lnTo>
                    <a:pt x="276457" y="340332"/>
                  </a:lnTo>
                  <a:lnTo>
                    <a:pt x="272654" y="340332"/>
                  </a:lnTo>
                  <a:lnTo>
                    <a:pt x="268413" y="336329"/>
                  </a:lnTo>
                  <a:lnTo>
                    <a:pt x="263634" y="335656"/>
                  </a:lnTo>
                  <a:lnTo>
                    <a:pt x="262221" y="336867"/>
                  </a:lnTo>
                  <a:lnTo>
                    <a:pt x="261548" y="337843"/>
                  </a:lnTo>
                  <a:cubicBezTo>
                    <a:pt x="261548" y="337843"/>
                    <a:pt x="261009" y="339256"/>
                    <a:pt x="261009" y="339693"/>
                  </a:cubicBezTo>
                  <a:cubicBezTo>
                    <a:pt x="261009" y="340130"/>
                    <a:pt x="260471" y="341644"/>
                    <a:pt x="260471" y="341644"/>
                  </a:cubicBezTo>
                  <a:lnTo>
                    <a:pt x="260571" y="344033"/>
                  </a:lnTo>
                  <a:lnTo>
                    <a:pt x="260235" y="345883"/>
                  </a:lnTo>
                  <a:cubicBezTo>
                    <a:pt x="260235" y="345883"/>
                    <a:pt x="259797" y="346858"/>
                    <a:pt x="259562" y="347195"/>
                  </a:cubicBezTo>
                  <a:cubicBezTo>
                    <a:pt x="259326" y="347531"/>
                    <a:pt x="258384" y="348608"/>
                    <a:pt x="258047" y="348944"/>
                  </a:cubicBezTo>
                  <a:cubicBezTo>
                    <a:pt x="257711" y="349280"/>
                    <a:pt x="254447" y="350592"/>
                    <a:pt x="254447" y="350592"/>
                  </a:cubicBezTo>
                  <a:lnTo>
                    <a:pt x="251821" y="351231"/>
                  </a:lnTo>
                  <a:cubicBezTo>
                    <a:pt x="251821" y="351231"/>
                    <a:pt x="250071" y="351871"/>
                    <a:pt x="249432" y="352005"/>
                  </a:cubicBezTo>
                  <a:cubicBezTo>
                    <a:pt x="248792" y="352106"/>
                    <a:pt x="248221" y="351904"/>
                    <a:pt x="247783" y="352005"/>
                  </a:cubicBezTo>
                  <a:cubicBezTo>
                    <a:pt x="247345" y="352106"/>
                    <a:pt x="246605" y="352173"/>
                    <a:pt x="245730" y="352039"/>
                  </a:cubicBezTo>
                  <a:cubicBezTo>
                    <a:pt x="244855" y="351904"/>
                    <a:pt x="242701" y="350054"/>
                    <a:pt x="241490" y="348978"/>
                  </a:cubicBezTo>
                  <a:cubicBezTo>
                    <a:pt x="240278" y="347901"/>
                    <a:pt x="239874" y="346488"/>
                    <a:pt x="238999" y="345950"/>
                  </a:cubicBezTo>
                  <a:cubicBezTo>
                    <a:pt x="238124" y="345412"/>
                    <a:pt x="236710" y="343663"/>
                    <a:pt x="236710" y="343663"/>
                  </a:cubicBezTo>
                  <a:cubicBezTo>
                    <a:pt x="236710" y="343663"/>
                    <a:pt x="234759" y="343562"/>
                    <a:pt x="234321" y="343562"/>
                  </a:cubicBezTo>
                  <a:cubicBezTo>
                    <a:pt x="233884" y="343562"/>
                    <a:pt x="230720" y="343663"/>
                    <a:pt x="230417" y="343663"/>
                  </a:cubicBezTo>
                  <a:cubicBezTo>
                    <a:pt x="230081" y="343663"/>
                    <a:pt x="227153" y="345176"/>
                    <a:pt x="227153" y="345176"/>
                  </a:cubicBezTo>
                  <a:lnTo>
                    <a:pt x="225302" y="346690"/>
                  </a:lnTo>
                  <a:lnTo>
                    <a:pt x="220624" y="349079"/>
                  </a:lnTo>
                  <a:lnTo>
                    <a:pt x="216148" y="350390"/>
                  </a:lnTo>
                  <a:cubicBezTo>
                    <a:pt x="216148" y="350390"/>
                    <a:pt x="212782" y="350491"/>
                    <a:pt x="212345" y="350491"/>
                  </a:cubicBezTo>
                  <a:cubicBezTo>
                    <a:pt x="211907" y="350491"/>
                    <a:pt x="208003" y="349079"/>
                    <a:pt x="206926" y="349079"/>
                  </a:cubicBezTo>
                  <a:cubicBezTo>
                    <a:pt x="205816" y="349079"/>
                    <a:pt x="204739" y="348540"/>
                    <a:pt x="204436" y="349079"/>
                  </a:cubicBezTo>
                  <a:cubicBezTo>
                    <a:pt x="204099" y="349617"/>
                    <a:pt x="202821" y="350491"/>
                    <a:pt x="202147" y="350929"/>
                  </a:cubicBezTo>
                  <a:cubicBezTo>
                    <a:pt x="201508" y="351366"/>
                    <a:pt x="201171" y="355066"/>
                    <a:pt x="201171" y="355066"/>
                  </a:cubicBezTo>
                  <a:lnTo>
                    <a:pt x="199657" y="355706"/>
                  </a:lnTo>
                  <a:lnTo>
                    <a:pt x="194878" y="355066"/>
                  </a:lnTo>
                  <a:cubicBezTo>
                    <a:pt x="194878" y="355066"/>
                    <a:pt x="193565" y="354528"/>
                    <a:pt x="192589" y="353654"/>
                  </a:cubicBezTo>
                  <a:cubicBezTo>
                    <a:pt x="191613" y="352779"/>
                    <a:pt x="190200" y="349079"/>
                    <a:pt x="189863" y="348978"/>
                  </a:cubicBezTo>
                  <a:cubicBezTo>
                    <a:pt x="189527" y="348877"/>
                    <a:pt x="189325" y="346253"/>
                    <a:pt x="188989" y="345950"/>
                  </a:cubicBezTo>
                  <a:cubicBezTo>
                    <a:pt x="188652" y="345614"/>
                    <a:pt x="186262" y="343999"/>
                    <a:pt x="186262" y="343999"/>
                  </a:cubicBezTo>
                  <a:cubicBezTo>
                    <a:pt x="186262" y="343999"/>
                    <a:pt x="183435" y="343225"/>
                    <a:pt x="182459" y="343562"/>
                  </a:cubicBezTo>
                  <a:cubicBezTo>
                    <a:pt x="181483" y="343898"/>
                    <a:pt x="180844" y="343562"/>
                    <a:pt x="179531" y="343360"/>
                  </a:cubicBezTo>
                  <a:cubicBezTo>
                    <a:pt x="178219" y="343158"/>
                    <a:pt x="175931" y="342384"/>
                    <a:pt x="175829" y="342048"/>
                  </a:cubicBezTo>
                  <a:cubicBezTo>
                    <a:pt x="175728" y="341711"/>
                    <a:pt x="175156" y="337708"/>
                    <a:pt x="175156" y="337708"/>
                  </a:cubicBezTo>
                  <a:lnTo>
                    <a:pt x="172565" y="336834"/>
                  </a:lnTo>
                  <a:lnTo>
                    <a:pt x="167887" y="335959"/>
                  </a:lnTo>
                  <a:cubicBezTo>
                    <a:pt x="167887" y="335959"/>
                    <a:pt x="167416" y="334883"/>
                    <a:pt x="167416" y="334445"/>
                  </a:cubicBezTo>
                  <a:cubicBezTo>
                    <a:pt x="167416" y="334008"/>
                    <a:pt x="165598" y="331855"/>
                    <a:pt x="165598" y="331418"/>
                  </a:cubicBezTo>
                  <a:cubicBezTo>
                    <a:pt x="165598" y="330980"/>
                    <a:pt x="165598" y="329130"/>
                    <a:pt x="165598" y="329130"/>
                  </a:cubicBezTo>
                  <a:lnTo>
                    <a:pt x="166911" y="327953"/>
                  </a:lnTo>
                  <a:lnTo>
                    <a:pt x="169839" y="328054"/>
                  </a:lnTo>
                  <a:lnTo>
                    <a:pt x="172128" y="328928"/>
                  </a:lnTo>
                  <a:lnTo>
                    <a:pt x="173642" y="329366"/>
                  </a:lnTo>
                  <a:lnTo>
                    <a:pt x="176031" y="329803"/>
                  </a:lnTo>
                  <a:lnTo>
                    <a:pt x="177479" y="328727"/>
                  </a:lnTo>
                  <a:lnTo>
                    <a:pt x="178387" y="327179"/>
                  </a:lnTo>
                  <a:lnTo>
                    <a:pt x="178791" y="325463"/>
                  </a:lnTo>
                  <a:lnTo>
                    <a:pt x="177748" y="323849"/>
                  </a:lnTo>
                  <a:lnTo>
                    <a:pt x="174584" y="320720"/>
                  </a:lnTo>
                  <a:lnTo>
                    <a:pt x="173103" y="318567"/>
                  </a:lnTo>
                  <a:lnTo>
                    <a:pt x="169974" y="315271"/>
                  </a:lnTo>
                  <a:lnTo>
                    <a:pt x="167651" y="313454"/>
                  </a:lnTo>
                  <a:cubicBezTo>
                    <a:pt x="167651" y="313454"/>
                    <a:pt x="165464" y="311200"/>
                    <a:pt x="165397" y="310998"/>
                  </a:cubicBezTo>
                  <a:cubicBezTo>
                    <a:pt x="165329" y="310797"/>
                    <a:pt x="164454" y="308240"/>
                    <a:pt x="164387" y="308038"/>
                  </a:cubicBezTo>
                  <a:cubicBezTo>
                    <a:pt x="164319" y="307836"/>
                    <a:pt x="164151" y="305448"/>
                    <a:pt x="164151" y="305448"/>
                  </a:cubicBezTo>
                  <a:lnTo>
                    <a:pt x="163882" y="301613"/>
                  </a:lnTo>
                  <a:lnTo>
                    <a:pt x="163882" y="299662"/>
                  </a:lnTo>
                  <a:lnTo>
                    <a:pt x="167517" y="298787"/>
                  </a:lnTo>
                  <a:lnTo>
                    <a:pt x="168257" y="298787"/>
                  </a:lnTo>
                  <a:lnTo>
                    <a:pt x="170007" y="298787"/>
                  </a:lnTo>
                  <a:lnTo>
                    <a:pt x="171757" y="298787"/>
                  </a:lnTo>
                  <a:lnTo>
                    <a:pt x="173473" y="298787"/>
                  </a:lnTo>
                  <a:cubicBezTo>
                    <a:pt x="173473" y="298787"/>
                    <a:pt x="173473" y="298855"/>
                    <a:pt x="174214" y="298283"/>
                  </a:cubicBezTo>
                  <a:cubicBezTo>
                    <a:pt x="174954" y="297711"/>
                    <a:pt x="176166" y="296769"/>
                    <a:pt x="176166" y="296769"/>
                  </a:cubicBezTo>
                  <a:lnTo>
                    <a:pt x="177680" y="293506"/>
                  </a:lnTo>
                  <a:lnTo>
                    <a:pt x="180575" y="290916"/>
                  </a:lnTo>
                  <a:cubicBezTo>
                    <a:pt x="180575" y="290916"/>
                    <a:pt x="181954" y="290478"/>
                    <a:pt x="182392" y="290041"/>
                  </a:cubicBezTo>
                  <a:cubicBezTo>
                    <a:pt x="182829" y="289604"/>
                    <a:pt x="185724" y="287350"/>
                    <a:pt x="185724" y="287350"/>
                  </a:cubicBezTo>
                  <a:cubicBezTo>
                    <a:pt x="185724" y="287350"/>
                    <a:pt x="187609" y="286711"/>
                    <a:pt x="187911" y="286711"/>
                  </a:cubicBezTo>
                  <a:cubicBezTo>
                    <a:pt x="188214" y="286711"/>
                    <a:pt x="189426" y="286643"/>
                    <a:pt x="190234" y="286711"/>
                  </a:cubicBezTo>
                  <a:cubicBezTo>
                    <a:pt x="191041" y="286778"/>
                    <a:pt x="192253" y="286576"/>
                    <a:pt x="193128" y="286677"/>
                  </a:cubicBezTo>
                  <a:cubicBezTo>
                    <a:pt x="194003" y="286778"/>
                    <a:pt x="195450" y="286071"/>
                    <a:pt x="195753" y="286071"/>
                  </a:cubicBezTo>
                  <a:cubicBezTo>
                    <a:pt x="196022" y="286071"/>
                    <a:pt x="196897" y="285634"/>
                    <a:pt x="197638" y="285500"/>
                  </a:cubicBezTo>
                  <a:cubicBezTo>
                    <a:pt x="198344" y="285365"/>
                    <a:pt x="200027" y="283549"/>
                    <a:pt x="200027" y="283549"/>
                  </a:cubicBezTo>
                  <a:cubicBezTo>
                    <a:pt x="200027" y="283549"/>
                    <a:pt x="200667" y="282909"/>
                    <a:pt x="200835" y="282607"/>
                  </a:cubicBezTo>
                  <a:cubicBezTo>
                    <a:pt x="200969" y="282338"/>
                    <a:pt x="201979" y="281093"/>
                    <a:pt x="202215" y="281026"/>
                  </a:cubicBezTo>
                  <a:cubicBezTo>
                    <a:pt x="202417" y="280958"/>
                    <a:pt x="203460" y="280084"/>
                    <a:pt x="203729" y="280084"/>
                  </a:cubicBezTo>
                  <a:cubicBezTo>
                    <a:pt x="203998" y="280084"/>
                    <a:pt x="205883" y="278200"/>
                    <a:pt x="206119" y="278133"/>
                  </a:cubicBezTo>
                  <a:cubicBezTo>
                    <a:pt x="206320" y="278065"/>
                    <a:pt x="207364" y="276821"/>
                    <a:pt x="207633" y="276619"/>
                  </a:cubicBezTo>
                  <a:cubicBezTo>
                    <a:pt x="207936" y="276417"/>
                    <a:pt x="209148" y="274600"/>
                    <a:pt x="209148" y="274298"/>
                  </a:cubicBezTo>
                  <a:cubicBezTo>
                    <a:pt x="209148" y="273995"/>
                    <a:pt x="209148" y="270160"/>
                    <a:pt x="209148" y="270160"/>
                  </a:cubicBezTo>
                  <a:lnTo>
                    <a:pt x="205816" y="266964"/>
                  </a:lnTo>
                  <a:lnTo>
                    <a:pt x="205109" y="263701"/>
                  </a:lnTo>
                  <a:lnTo>
                    <a:pt x="201037" y="260573"/>
                  </a:lnTo>
                  <a:lnTo>
                    <a:pt x="199589" y="260573"/>
                  </a:lnTo>
                  <a:lnTo>
                    <a:pt x="197840" y="260573"/>
                  </a:lnTo>
                  <a:lnTo>
                    <a:pt x="195820" y="259429"/>
                  </a:lnTo>
                  <a:lnTo>
                    <a:pt x="194945" y="257848"/>
                  </a:lnTo>
                  <a:lnTo>
                    <a:pt x="195349" y="256637"/>
                  </a:lnTo>
                  <a:lnTo>
                    <a:pt x="194205" y="254719"/>
                  </a:lnTo>
                  <a:lnTo>
                    <a:pt x="193397" y="253138"/>
                  </a:lnTo>
                  <a:lnTo>
                    <a:pt x="192152" y="252365"/>
                  </a:lnTo>
                  <a:cubicBezTo>
                    <a:pt x="192152" y="252365"/>
                    <a:pt x="189830" y="250615"/>
                    <a:pt x="189695" y="250413"/>
                  </a:cubicBezTo>
                  <a:cubicBezTo>
                    <a:pt x="189594" y="250212"/>
                    <a:pt x="188585" y="248126"/>
                    <a:pt x="188585" y="248126"/>
                  </a:cubicBezTo>
                  <a:lnTo>
                    <a:pt x="188282" y="246377"/>
                  </a:lnTo>
                  <a:lnTo>
                    <a:pt x="188282" y="245771"/>
                  </a:lnTo>
                  <a:cubicBezTo>
                    <a:pt x="188282" y="245771"/>
                    <a:pt x="187743" y="243820"/>
                    <a:pt x="187911" y="243753"/>
                  </a:cubicBezTo>
                  <a:cubicBezTo>
                    <a:pt x="188080" y="243686"/>
                    <a:pt x="188282" y="242441"/>
                    <a:pt x="188282" y="242441"/>
                  </a:cubicBezTo>
                  <a:cubicBezTo>
                    <a:pt x="188551" y="242205"/>
                    <a:pt x="189157" y="241230"/>
                    <a:pt x="189157" y="241230"/>
                  </a:cubicBezTo>
                  <a:cubicBezTo>
                    <a:pt x="189157" y="241230"/>
                    <a:pt x="190738" y="239716"/>
                    <a:pt x="190907" y="239716"/>
                  </a:cubicBezTo>
                  <a:cubicBezTo>
                    <a:pt x="191075" y="239716"/>
                    <a:pt x="192320" y="239279"/>
                    <a:pt x="192522" y="239279"/>
                  </a:cubicBezTo>
                  <a:cubicBezTo>
                    <a:pt x="192758" y="239279"/>
                    <a:pt x="193397" y="239380"/>
                    <a:pt x="193734" y="239279"/>
                  </a:cubicBezTo>
                  <a:cubicBezTo>
                    <a:pt x="194070" y="239178"/>
                    <a:pt x="195955" y="238135"/>
                    <a:pt x="195955" y="238135"/>
                  </a:cubicBezTo>
                  <a:lnTo>
                    <a:pt x="198782" y="236117"/>
                  </a:lnTo>
                  <a:lnTo>
                    <a:pt x="199859" y="235309"/>
                  </a:lnTo>
                  <a:cubicBezTo>
                    <a:pt x="199859" y="235309"/>
                    <a:pt x="200902" y="234973"/>
                    <a:pt x="201104" y="234939"/>
                  </a:cubicBezTo>
                  <a:cubicBezTo>
                    <a:pt x="201306" y="234872"/>
                    <a:pt x="203123" y="235107"/>
                    <a:pt x="203325" y="234939"/>
                  </a:cubicBezTo>
                  <a:cubicBezTo>
                    <a:pt x="203527" y="234771"/>
                    <a:pt x="204840" y="235074"/>
                    <a:pt x="205244" y="234939"/>
                  </a:cubicBezTo>
                  <a:cubicBezTo>
                    <a:pt x="205614" y="234771"/>
                    <a:pt x="206590" y="234906"/>
                    <a:pt x="207128" y="234906"/>
                  </a:cubicBezTo>
                  <a:cubicBezTo>
                    <a:pt x="207667" y="234906"/>
                    <a:pt x="209719" y="234838"/>
                    <a:pt x="209955" y="234872"/>
                  </a:cubicBezTo>
                  <a:cubicBezTo>
                    <a:pt x="210157" y="234906"/>
                    <a:pt x="211099" y="234805"/>
                    <a:pt x="211840" y="234872"/>
                  </a:cubicBezTo>
                  <a:cubicBezTo>
                    <a:pt x="212614" y="234906"/>
                    <a:pt x="213489" y="235007"/>
                    <a:pt x="214027" y="234872"/>
                  </a:cubicBezTo>
                  <a:cubicBezTo>
                    <a:pt x="214566" y="234704"/>
                    <a:pt x="217460" y="234065"/>
                    <a:pt x="217460" y="234065"/>
                  </a:cubicBezTo>
                  <a:cubicBezTo>
                    <a:pt x="217460" y="234065"/>
                    <a:pt x="218335" y="231508"/>
                    <a:pt x="218638" y="231474"/>
                  </a:cubicBezTo>
                  <a:cubicBezTo>
                    <a:pt x="218974" y="231407"/>
                    <a:pt x="220927" y="228279"/>
                    <a:pt x="220927" y="228279"/>
                  </a:cubicBezTo>
                  <a:cubicBezTo>
                    <a:pt x="220927" y="228279"/>
                    <a:pt x="221566" y="225453"/>
                    <a:pt x="221566" y="225285"/>
                  </a:cubicBezTo>
                  <a:cubicBezTo>
                    <a:pt x="221566" y="225116"/>
                    <a:pt x="222206" y="222997"/>
                    <a:pt x="222206" y="222997"/>
                  </a:cubicBezTo>
                  <a:lnTo>
                    <a:pt x="223855" y="220710"/>
                  </a:lnTo>
                  <a:lnTo>
                    <a:pt x="224662" y="219734"/>
                  </a:lnTo>
                  <a:lnTo>
                    <a:pt x="226009" y="218220"/>
                  </a:lnTo>
                  <a:cubicBezTo>
                    <a:pt x="226009" y="218220"/>
                    <a:pt x="227691" y="216538"/>
                    <a:pt x="227927" y="216437"/>
                  </a:cubicBezTo>
                  <a:cubicBezTo>
                    <a:pt x="228129" y="216336"/>
                    <a:pt x="230586" y="215529"/>
                    <a:pt x="230586" y="215529"/>
                  </a:cubicBezTo>
                  <a:cubicBezTo>
                    <a:pt x="230586" y="215529"/>
                    <a:pt x="232336" y="215395"/>
                    <a:pt x="232638" y="215395"/>
                  </a:cubicBezTo>
                  <a:cubicBezTo>
                    <a:pt x="232941" y="215395"/>
                    <a:pt x="234321" y="215395"/>
                    <a:pt x="234321" y="215395"/>
                  </a:cubicBezTo>
                  <a:lnTo>
                    <a:pt x="236441" y="215058"/>
                  </a:lnTo>
                  <a:lnTo>
                    <a:pt x="238192" y="214419"/>
                  </a:lnTo>
                  <a:cubicBezTo>
                    <a:pt x="238192" y="214419"/>
                    <a:pt x="239403" y="213174"/>
                    <a:pt x="239605" y="213174"/>
                  </a:cubicBezTo>
                  <a:cubicBezTo>
                    <a:pt x="239807" y="213174"/>
                    <a:pt x="240648" y="212132"/>
                    <a:pt x="240648" y="212132"/>
                  </a:cubicBezTo>
                  <a:cubicBezTo>
                    <a:pt x="240648" y="212132"/>
                    <a:pt x="242163" y="212199"/>
                    <a:pt x="242398" y="212132"/>
                  </a:cubicBezTo>
                  <a:cubicBezTo>
                    <a:pt x="242600" y="212064"/>
                    <a:pt x="243206" y="213444"/>
                    <a:pt x="243206" y="213444"/>
                  </a:cubicBezTo>
                  <a:lnTo>
                    <a:pt x="243710" y="214621"/>
                  </a:lnTo>
                  <a:cubicBezTo>
                    <a:pt x="243710" y="214621"/>
                    <a:pt x="245730" y="215126"/>
                    <a:pt x="246100" y="215126"/>
                  </a:cubicBezTo>
                  <a:cubicBezTo>
                    <a:pt x="246470" y="215126"/>
                    <a:pt x="247884" y="214957"/>
                    <a:pt x="247884" y="214957"/>
                  </a:cubicBezTo>
                  <a:cubicBezTo>
                    <a:pt x="247884" y="214957"/>
                    <a:pt x="248759" y="213612"/>
                    <a:pt x="248759" y="213444"/>
                  </a:cubicBezTo>
                  <a:cubicBezTo>
                    <a:pt x="248759" y="213275"/>
                    <a:pt x="248052" y="211391"/>
                    <a:pt x="247884" y="211257"/>
                  </a:cubicBezTo>
                  <a:cubicBezTo>
                    <a:pt x="247716" y="211156"/>
                    <a:pt x="246268" y="210349"/>
                    <a:pt x="246100" y="210214"/>
                  </a:cubicBezTo>
                  <a:cubicBezTo>
                    <a:pt x="245932" y="210113"/>
                    <a:pt x="243610" y="208801"/>
                    <a:pt x="243610" y="208801"/>
                  </a:cubicBezTo>
                  <a:lnTo>
                    <a:pt x="240581" y="206514"/>
                  </a:lnTo>
                  <a:cubicBezTo>
                    <a:pt x="240581" y="206514"/>
                    <a:pt x="239672" y="204596"/>
                    <a:pt x="239504" y="204495"/>
                  </a:cubicBezTo>
                  <a:cubicBezTo>
                    <a:pt x="239336" y="204394"/>
                    <a:pt x="238090" y="202376"/>
                    <a:pt x="237989" y="202208"/>
                  </a:cubicBezTo>
                  <a:cubicBezTo>
                    <a:pt x="237888" y="202040"/>
                    <a:pt x="236744" y="199988"/>
                    <a:pt x="236744" y="199752"/>
                  </a:cubicBezTo>
                  <a:cubicBezTo>
                    <a:pt x="236744" y="199550"/>
                    <a:pt x="236475" y="198070"/>
                    <a:pt x="236475" y="198070"/>
                  </a:cubicBezTo>
                  <a:cubicBezTo>
                    <a:pt x="236475" y="198070"/>
                    <a:pt x="237249" y="196926"/>
                    <a:pt x="237384" y="196926"/>
                  </a:cubicBezTo>
                  <a:cubicBezTo>
                    <a:pt x="237518" y="196926"/>
                    <a:pt x="239134" y="196388"/>
                    <a:pt x="239134" y="196388"/>
                  </a:cubicBezTo>
                  <a:lnTo>
                    <a:pt x="241287" y="196725"/>
                  </a:lnTo>
                  <a:lnTo>
                    <a:pt x="243610" y="198037"/>
                  </a:lnTo>
                  <a:lnTo>
                    <a:pt x="244821" y="199113"/>
                  </a:lnTo>
                  <a:cubicBezTo>
                    <a:pt x="244821" y="199113"/>
                    <a:pt x="248018" y="200425"/>
                    <a:pt x="248254" y="200425"/>
                  </a:cubicBezTo>
                  <a:cubicBezTo>
                    <a:pt x="248490" y="200425"/>
                    <a:pt x="249466" y="199988"/>
                    <a:pt x="249331" y="199349"/>
                  </a:cubicBezTo>
                  <a:cubicBezTo>
                    <a:pt x="249230" y="198709"/>
                    <a:pt x="248893" y="197936"/>
                    <a:pt x="248826" y="197767"/>
                  </a:cubicBezTo>
                  <a:cubicBezTo>
                    <a:pt x="248759" y="197599"/>
                    <a:pt x="248759" y="195884"/>
                    <a:pt x="248658" y="195715"/>
                  </a:cubicBezTo>
                  <a:cubicBezTo>
                    <a:pt x="248557" y="195547"/>
                    <a:pt x="247009" y="193764"/>
                    <a:pt x="247009" y="193764"/>
                  </a:cubicBezTo>
                  <a:lnTo>
                    <a:pt x="245663" y="192621"/>
                  </a:lnTo>
                  <a:cubicBezTo>
                    <a:pt x="245663" y="192621"/>
                    <a:pt x="244687" y="191309"/>
                    <a:pt x="244687" y="190770"/>
                  </a:cubicBezTo>
                  <a:cubicBezTo>
                    <a:pt x="244687" y="190232"/>
                    <a:pt x="244316" y="189425"/>
                    <a:pt x="244687" y="189358"/>
                  </a:cubicBezTo>
                  <a:cubicBezTo>
                    <a:pt x="245057" y="189290"/>
                    <a:pt x="246033" y="188920"/>
                    <a:pt x="246706" y="188752"/>
                  </a:cubicBezTo>
                  <a:cubicBezTo>
                    <a:pt x="247379" y="188584"/>
                    <a:pt x="248893" y="188416"/>
                    <a:pt x="249331" y="188416"/>
                  </a:cubicBezTo>
                  <a:cubicBezTo>
                    <a:pt x="249768" y="188416"/>
                    <a:pt x="253336" y="189660"/>
                    <a:pt x="253336" y="189660"/>
                  </a:cubicBezTo>
                  <a:cubicBezTo>
                    <a:pt x="253336" y="189660"/>
                    <a:pt x="255759" y="187676"/>
                    <a:pt x="255961" y="187743"/>
                  </a:cubicBezTo>
                  <a:cubicBezTo>
                    <a:pt x="256163" y="187810"/>
                    <a:pt x="257980" y="186734"/>
                    <a:pt x="258351" y="186296"/>
                  </a:cubicBezTo>
                  <a:cubicBezTo>
                    <a:pt x="258721" y="185859"/>
                    <a:pt x="258552" y="184110"/>
                    <a:pt x="258653" y="183168"/>
                  </a:cubicBezTo>
                  <a:cubicBezTo>
                    <a:pt x="258721" y="182226"/>
                    <a:pt x="258519" y="181284"/>
                    <a:pt x="258653" y="180645"/>
                  </a:cubicBezTo>
                  <a:cubicBezTo>
                    <a:pt x="258788" y="180006"/>
                    <a:pt x="259360" y="179064"/>
                    <a:pt x="259730" y="178626"/>
                  </a:cubicBezTo>
                  <a:cubicBezTo>
                    <a:pt x="260101" y="178189"/>
                    <a:pt x="260605" y="177180"/>
                    <a:pt x="260875" y="176945"/>
                  </a:cubicBezTo>
                  <a:cubicBezTo>
                    <a:pt x="261177" y="176709"/>
                    <a:pt x="262995" y="175801"/>
                    <a:pt x="263264" y="175633"/>
                  </a:cubicBezTo>
                  <a:cubicBezTo>
                    <a:pt x="263567" y="175498"/>
                    <a:pt x="264846" y="175767"/>
                    <a:pt x="265452" y="175633"/>
                  </a:cubicBezTo>
                  <a:cubicBezTo>
                    <a:pt x="266024" y="175498"/>
                    <a:pt x="266461" y="175935"/>
                    <a:pt x="266764" y="176137"/>
                  </a:cubicBezTo>
                  <a:cubicBezTo>
                    <a:pt x="267033" y="176339"/>
                    <a:pt x="267505" y="177584"/>
                    <a:pt x="267639" y="178660"/>
                  </a:cubicBezTo>
                  <a:cubicBezTo>
                    <a:pt x="267774" y="179737"/>
                    <a:pt x="267505" y="180544"/>
                    <a:pt x="267639" y="181620"/>
                  </a:cubicBezTo>
                  <a:cubicBezTo>
                    <a:pt x="267774" y="182697"/>
                    <a:pt x="267505" y="183639"/>
                    <a:pt x="267673" y="184076"/>
                  </a:cubicBezTo>
                  <a:cubicBezTo>
                    <a:pt x="267841" y="184513"/>
                    <a:pt x="267673" y="187205"/>
                    <a:pt x="267673" y="187205"/>
                  </a:cubicBezTo>
                  <a:cubicBezTo>
                    <a:pt x="267673" y="187205"/>
                    <a:pt x="267202" y="188651"/>
                    <a:pt x="268077" y="189526"/>
                  </a:cubicBezTo>
                  <a:cubicBezTo>
                    <a:pt x="268951" y="190400"/>
                    <a:pt x="269591" y="191981"/>
                    <a:pt x="269894" y="192419"/>
                  </a:cubicBezTo>
                  <a:cubicBezTo>
                    <a:pt x="270197" y="192856"/>
                    <a:pt x="270971" y="195312"/>
                    <a:pt x="271206" y="195379"/>
                  </a:cubicBezTo>
                  <a:cubicBezTo>
                    <a:pt x="271442" y="195446"/>
                    <a:pt x="272654" y="197633"/>
                    <a:pt x="273596" y="198003"/>
                  </a:cubicBezTo>
                  <a:cubicBezTo>
                    <a:pt x="274538" y="198373"/>
                    <a:pt x="275481" y="199819"/>
                    <a:pt x="277130" y="200694"/>
                  </a:cubicBezTo>
                  <a:cubicBezTo>
                    <a:pt x="278779" y="201569"/>
                    <a:pt x="281269" y="203284"/>
                    <a:pt x="281269" y="203284"/>
                  </a:cubicBezTo>
                  <a:lnTo>
                    <a:pt x="283423" y="204664"/>
                  </a:lnTo>
                  <a:lnTo>
                    <a:pt x="287899" y="210685"/>
                  </a:lnTo>
                  <a:lnTo>
                    <a:pt x="291231" y="214217"/>
                  </a:lnTo>
                  <a:lnTo>
                    <a:pt x="293755" y="216606"/>
                  </a:lnTo>
                  <a:lnTo>
                    <a:pt x="299847" y="219129"/>
                  </a:lnTo>
                  <a:cubicBezTo>
                    <a:pt x="299847" y="219129"/>
                    <a:pt x="305501" y="217682"/>
                    <a:pt x="305938" y="217548"/>
                  </a:cubicBezTo>
                  <a:cubicBezTo>
                    <a:pt x="306376" y="217413"/>
                    <a:pt x="310583" y="216673"/>
                    <a:pt x="310583" y="216673"/>
                  </a:cubicBezTo>
                  <a:lnTo>
                    <a:pt x="321756" y="217043"/>
                  </a:lnTo>
                  <a:lnTo>
                    <a:pt x="325087" y="217043"/>
                  </a:lnTo>
                  <a:lnTo>
                    <a:pt x="329294" y="218792"/>
                  </a:lnTo>
                  <a:lnTo>
                    <a:pt x="335218" y="218792"/>
                  </a:lnTo>
                  <a:cubicBezTo>
                    <a:pt x="335218" y="218792"/>
                    <a:pt x="337809" y="218220"/>
                    <a:pt x="338415" y="218355"/>
                  </a:cubicBezTo>
                  <a:cubicBezTo>
                    <a:pt x="338987" y="218489"/>
                    <a:pt x="340299" y="221046"/>
                    <a:pt x="340299" y="221046"/>
                  </a:cubicBezTo>
                  <a:lnTo>
                    <a:pt x="341107" y="222560"/>
                  </a:lnTo>
                  <a:lnTo>
                    <a:pt x="340299" y="224645"/>
                  </a:lnTo>
                  <a:close/>
                </a:path>
              </a:pathLst>
            </a:custGeom>
            <a:grpFill/>
            <a:ln w="6350" cap="flat">
              <a:solidFill>
                <a:schemeClr val="bg1"/>
              </a:solidFill>
              <a:prstDash val="solid"/>
              <a:miter/>
            </a:ln>
          </p:spPr>
          <p:txBody>
            <a:bodyPr rtlCol="0" anchor="ctr"/>
            <a:lstStyle/>
            <a:p>
              <a:endParaRPr lang="en-US"/>
            </a:p>
          </p:txBody>
        </p:sp>
        <p:grpSp>
          <p:nvGrpSpPr>
            <p:cNvPr id="62" name="Graphic 11">
              <a:extLst>
                <a:ext uri="{FF2B5EF4-FFF2-40B4-BE49-F238E27FC236}">
                  <a16:creationId xmlns:a16="http://schemas.microsoft.com/office/drawing/2014/main" id="{F59F533A-A766-CCF8-33F5-26439EBF230F}"/>
                </a:ext>
              </a:extLst>
            </p:cNvPr>
            <p:cNvGrpSpPr/>
            <p:nvPr/>
          </p:nvGrpSpPr>
          <p:grpSpPr>
            <a:xfrm>
              <a:off x="8145184" y="2281729"/>
              <a:ext cx="310509" cy="293378"/>
              <a:chOff x="5946217" y="1188690"/>
              <a:chExt cx="596146" cy="563255"/>
            </a:xfrm>
            <a:grpFill/>
          </p:grpSpPr>
          <p:sp>
            <p:nvSpPr>
              <p:cNvPr id="84" name="Freeform 923">
                <a:extLst>
                  <a:ext uri="{FF2B5EF4-FFF2-40B4-BE49-F238E27FC236}">
                    <a16:creationId xmlns:a16="http://schemas.microsoft.com/office/drawing/2014/main" id="{FC552F35-1E9E-1212-EB62-216BC4AA25C5}"/>
                  </a:ext>
                </a:extLst>
              </p:cNvPr>
              <p:cNvSpPr/>
              <p:nvPr/>
            </p:nvSpPr>
            <p:spPr>
              <a:xfrm>
                <a:off x="5946217" y="1188690"/>
                <a:ext cx="596146" cy="563255"/>
              </a:xfrm>
              <a:custGeom>
                <a:avLst/>
                <a:gdLst>
                  <a:gd name="connsiteX0" fmla="*/ 595888 w 596146"/>
                  <a:gd name="connsiteY0" fmla="*/ 241734 h 563255"/>
                  <a:gd name="connsiteX1" fmla="*/ 594003 w 596146"/>
                  <a:gd name="connsiteY1" fmla="*/ 238101 h 563255"/>
                  <a:gd name="connsiteX2" fmla="*/ 590672 w 596146"/>
                  <a:gd name="connsiteY2" fmla="*/ 233762 h 563255"/>
                  <a:gd name="connsiteX3" fmla="*/ 586330 w 596146"/>
                  <a:gd name="connsiteY3" fmla="*/ 228413 h 563255"/>
                  <a:gd name="connsiteX4" fmla="*/ 585186 w 596146"/>
                  <a:gd name="connsiteY4" fmla="*/ 228110 h 563255"/>
                  <a:gd name="connsiteX5" fmla="*/ 582729 w 596146"/>
                  <a:gd name="connsiteY5" fmla="*/ 228245 h 563255"/>
                  <a:gd name="connsiteX6" fmla="*/ 579263 w 596146"/>
                  <a:gd name="connsiteY6" fmla="*/ 226933 h 563255"/>
                  <a:gd name="connsiteX7" fmla="*/ 578119 w 596146"/>
                  <a:gd name="connsiteY7" fmla="*/ 226798 h 563255"/>
                  <a:gd name="connsiteX8" fmla="*/ 578119 w 596146"/>
                  <a:gd name="connsiteY8" fmla="*/ 223468 h 563255"/>
                  <a:gd name="connsiteX9" fmla="*/ 576301 w 596146"/>
                  <a:gd name="connsiteY9" fmla="*/ 220878 h 563255"/>
                  <a:gd name="connsiteX10" fmla="*/ 573777 w 596146"/>
                  <a:gd name="connsiteY10" fmla="*/ 218994 h 563255"/>
                  <a:gd name="connsiteX11" fmla="*/ 571455 w 596146"/>
                  <a:gd name="connsiteY11" fmla="*/ 215966 h 563255"/>
                  <a:gd name="connsiteX12" fmla="*/ 570142 w 596146"/>
                  <a:gd name="connsiteY12" fmla="*/ 212199 h 563255"/>
                  <a:gd name="connsiteX13" fmla="*/ 569267 w 596146"/>
                  <a:gd name="connsiteY13" fmla="*/ 208431 h 563255"/>
                  <a:gd name="connsiteX14" fmla="*/ 566373 w 596146"/>
                  <a:gd name="connsiteY14" fmla="*/ 202780 h 563255"/>
                  <a:gd name="connsiteX15" fmla="*/ 563041 w 596146"/>
                  <a:gd name="connsiteY15" fmla="*/ 197263 h 563255"/>
                  <a:gd name="connsiteX16" fmla="*/ 561897 w 596146"/>
                  <a:gd name="connsiteY16" fmla="*/ 194942 h 563255"/>
                  <a:gd name="connsiteX17" fmla="*/ 561897 w 596146"/>
                  <a:gd name="connsiteY17" fmla="*/ 192486 h 563255"/>
                  <a:gd name="connsiteX18" fmla="*/ 561156 w 596146"/>
                  <a:gd name="connsiteY18" fmla="*/ 189862 h 563255"/>
                  <a:gd name="connsiteX19" fmla="*/ 559710 w 596146"/>
                  <a:gd name="connsiteY19" fmla="*/ 186094 h 563255"/>
                  <a:gd name="connsiteX20" fmla="*/ 558128 w 596146"/>
                  <a:gd name="connsiteY20" fmla="*/ 184211 h 563255"/>
                  <a:gd name="connsiteX21" fmla="*/ 554661 w 596146"/>
                  <a:gd name="connsiteY21" fmla="*/ 184211 h 563255"/>
                  <a:gd name="connsiteX22" fmla="*/ 550455 w 596146"/>
                  <a:gd name="connsiteY22" fmla="*/ 184413 h 563255"/>
                  <a:gd name="connsiteX23" fmla="*/ 545541 w 596146"/>
                  <a:gd name="connsiteY23" fmla="*/ 183908 h 563255"/>
                  <a:gd name="connsiteX24" fmla="*/ 543959 w 596146"/>
                  <a:gd name="connsiteY24" fmla="*/ 182024 h 563255"/>
                  <a:gd name="connsiteX25" fmla="*/ 543959 w 596146"/>
                  <a:gd name="connsiteY25" fmla="*/ 179871 h 563255"/>
                  <a:gd name="connsiteX26" fmla="*/ 544666 w 596146"/>
                  <a:gd name="connsiteY26" fmla="*/ 177987 h 563255"/>
                  <a:gd name="connsiteX27" fmla="*/ 546551 w 596146"/>
                  <a:gd name="connsiteY27" fmla="*/ 174354 h 563255"/>
                  <a:gd name="connsiteX28" fmla="*/ 548435 w 596146"/>
                  <a:gd name="connsiteY28" fmla="*/ 171024 h 563255"/>
                  <a:gd name="connsiteX29" fmla="*/ 548873 w 596146"/>
                  <a:gd name="connsiteY29" fmla="*/ 168266 h 563255"/>
                  <a:gd name="connsiteX30" fmla="*/ 546853 w 596146"/>
                  <a:gd name="connsiteY30" fmla="*/ 164801 h 563255"/>
                  <a:gd name="connsiteX31" fmla="*/ 543387 w 596146"/>
                  <a:gd name="connsiteY31" fmla="*/ 163051 h 563255"/>
                  <a:gd name="connsiteX32" fmla="*/ 541502 w 596146"/>
                  <a:gd name="connsiteY32" fmla="*/ 161908 h 563255"/>
                  <a:gd name="connsiteX33" fmla="*/ 538036 w 596146"/>
                  <a:gd name="connsiteY33" fmla="*/ 161605 h 563255"/>
                  <a:gd name="connsiteX34" fmla="*/ 536892 w 596146"/>
                  <a:gd name="connsiteY34" fmla="*/ 158712 h 563255"/>
                  <a:gd name="connsiteX35" fmla="*/ 538541 w 596146"/>
                  <a:gd name="connsiteY35" fmla="*/ 156021 h 563255"/>
                  <a:gd name="connsiteX36" fmla="*/ 541435 w 596146"/>
                  <a:gd name="connsiteY36" fmla="*/ 153498 h 563255"/>
                  <a:gd name="connsiteX37" fmla="*/ 545272 w 596146"/>
                  <a:gd name="connsiteY37" fmla="*/ 150975 h 563255"/>
                  <a:gd name="connsiteX38" fmla="*/ 547224 w 596146"/>
                  <a:gd name="connsiteY38" fmla="*/ 147712 h 563255"/>
                  <a:gd name="connsiteX39" fmla="*/ 548637 w 596146"/>
                  <a:gd name="connsiteY39" fmla="*/ 143339 h 563255"/>
                  <a:gd name="connsiteX40" fmla="*/ 549613 w 596146"/>
                  <a:gd name="connsiteY40" fmla="*/ 141757 h 563255"/>
                  <a:gd name="connsiteX41" fmla="*/ 550421 w 596146"/>
                  <a:gd name="connsiteY41" fmla="*/ 140345 h 563255"/>
                  <a:gd name="connsiteX42" fmla="*/ 552104 w 596146"/>
                  <a:gd name="connsiteY42" fmla="*/ 137822 h 563255"/>
                  <a:gd name="connsiteX43" fmla="*/ 553046 w 596146"/>
                  <a:gd name="connsiteY43" fmla="*/ 136510 h 563255"/>
                  <a:gd name="connsiteX44" fmla="*/ 553484 w 596146"/>
                  <a:gd name="connsiteY44" fmla="*/ 135400 h 563255"/>
                  <a:gd name="connsiteX45" fmla="*/ 553080 w 596146"/>
                  <a:gd name="connsiteY45" fmla="*/ 134088 h 563255"/>
                  <a:gd name="connsiteX46" fmla="*/ 551161 w 596146"/>
                  <a:gd name="connsiteY46" fmla="*/ 132910 h 563255"/>
                  <a:gd name="connsiteX47" fmla="*/ 549512 w 596146"/>
                  <a:gd name="connsiteY47" fmla="*/ 132473 h 563255"/>
                  <a:gd name="connsiteX48" fmla="*/ 547055 w 596146"/>
                  <a:gd name="connsiteY48" fmla="*/ 133146 h 563255"/>
                  <a:gd name="connsiteX49" fmla="*/ 546349 w 596146"/>
                  <a:gd name="connsiteY49" fmla="*/ 133684 h 563255"/>
                  <a:gd name="connsiteX50" fmla="*/ 545440 w 596146"/>
                  <a:gd name="connsiteY50" fmla="*/ 134323 h 563255"/>
                  <a:gd name="connsiteX51" fmla="*/ 543488 w 596146"/>
                  <a:gd name="connsiteY51" fmla="*/ 135164 h 563255"/>
                  <a:gd name="connsiteX52" fmla="*/ 541132 w 596146"/>
                  <a:gd name="connsiteY52" fmla="*/ 135702 h 563255"/>
                  <a:gd name="connsiteX53" fmla="*/ 539988 w 596146"/>
                  <a:gd name="connsiteY53" fmla="*/ 134895 h 563255"/>
                  <a:gd name="connsiteX54" fmla="*/ 538541 w 596146"/>
                  <a:gd name="connsiteY54" fmla="*/ 133785 h 563255"/>
                  <a:gd name="connsiteX55" fmla="*/ 537094 w 596146"/>
                  <a:gd name="connsiteY55" fmla="*/ 133146 h 563255"/>
                  <a:gd name="connsiteX56" fmla="*/ 535613 w 596146"/>
                  <a:gd name="connsiteY56" fmla="*/ 131935 h 563255"/>
                  <a:gd name="connsiteX57" fmla="*/ 534368 w 596146"/>
                  <a:gd name="connsiteY57" fmla="*/ 131430 h 563255"/>
                  <a:gd name="connsiteX58" fmla="*/ 532921 w 596146"/>
                  <a:gd name="connsiteY58" fmla="*/ 129479 h 563255"/>
                  <a:gd name="connsiteX59" fmla="*/ 532921 w 596146"/>
                  <a:gd name="connsiteY59" fmla="*/ 127662 h 563255"/>
                  <a:gd name="connsiteX60" fmla="*/ 533459 w 596146"/>
                  <a:gd name="connsiteY60" fmla="*/ 125207 h 563255"/>
                  <a:gd name="connsiteX61" fmla="*/ 534536 w 596146"/>
                  <a:gd name="connsiteY61" fmla="*/ 124130 h 563255"/>
                  <a:gd name="connsiteX62" fmla="*/ 534805 w 596146"/>
                  <a:gd name="connsiteY62" fmla="*/ 121876 h 563255"/>
                  <a:gd name="connsiteX63" fmla="*/ 533459 w 596146"/>
                  <a:gd name="connsiteY63" fmla="*/ 119892 h 563255"/>
                  <a:gd name="connsiteX64" fmla="*/ 532617 w 596146"/>
                  <a:gd name="connsiteY64" fmla="*/ 118916 h 563255"/>
                  <a:gd name="connsiteX65" fmla="*/ 531171 w 596146"/>
                  <a:gd name="connsiteY65" fmla="*/ 117604 h 563255"/>
                  <a:gd name="connsiteX66" fmla="*/ 530228 w 596146"/>
                  <a:gd name="connsiteY66" fmla="*/ 117604 h 563255"/>
                  <a:gd name="connsiteX67" fmla="*/ 528142 w 596146"/>
                  <a:gd name="connsiteY67" fmla="*/ 118243 h 563255"/>
                  <a:gd name="connsiteX68" fmla="*/ 525315 w 596146"/>
                  <a:gd name="connsiteY68" fmla="*/ 118311 h 563255"/>
                  <a:gd name="connsiteX69" fmla="*/ 522690 w 596146"/>
                  <a:gd name="connsiteY69" fmla="*/ 116292 h 563255"/>
                  <a:gd name="connsiteX70" fmla="*/ 522690 w 596146"/>
                  <a:gd name="connsiteY70" fmla="*/ 114274 h 563255"/>
                  <a:gd name="connsiteX71" fmla="*/ 522252 w 596146"/>
                  <a:gd name="connsiteY71" fmla="*/ 111953 h 563255"/>
                  <a:gd name="connsiteX72" fmla="*/ 519358 w 596146"/>
                  <a:gd name="connsiteY72" fmla="*/ 108622 h 563255"/>
                  <a:gd name="connsiteX73" fmla="*/ 518651 w 596146"/>
                  <a:gd name="connsiteY73" fmla="*/ 105528 h 563255"/>
                  <a:gd name="connsiteX74" fmla="*/ 515185 w 596146"/>
                  <a:gd name="connsiteY74" fmla="*/ 101121 h 563255"/>
                  <a:gd name="connsiteX75" fmla="*/ 516766 w 596146"/>
                  <a:gd name="connsiteY75" fmla="*/ 98531 h 563255"/>
                  <a:gd name="connsiteX76" fmla="*/ 519391 w 596146"/>
                  <a:gd name="connsiteY76" fmla="*/ 93014 h 563255"/>
                  <a:gd name="connsiteX77" fmla="*/ 518684 w 596146"/>
                  <a:gd name="connsiteY77" fmla="*/ 91130 h 563255"/>
                  <a:gd name="connsiteX78" fmla="*/ 516160 w 596146"/>
                  <a:gd name="connsiteY78" fmla="*/ 87429 h 563255"/>
                  <a:gd name="connsiteX79" fmla="*/ 513333 w 596146"/>
                  <a:gd name="connsiteY79" fmla="*/ 86353 h 563255"/>
                  <a:gd name="connsiteX80" fmla="*/ 510372 w 596146"/>
                  <a:gd name="connsiteY80" fmla="*/ 87799 h 563255"/>
                  <a:gd name="connsiteX81" fmla="*/ 506367 w 596146"/>
                  <a:gd name="connsiteY81" fmla="*/ 88371 h 563255"/>
                  <a:gd name="connsiteX82" fmla="*/ 502598 w 596146"/>
                  <a:gd name="connsiteY82" fmla="*/ 84604 h 563255"/>
                  <a:gd name="connsiteX83" fmla="*/ 502362 w 596146"/>
                  <a:gd name="connsiteY83" fmla="*/ 82081 h 563255"/>
                  <a:gd name="connsiteX84" fmla="*/ 503002 w 596146"/>
                  <a:gd name="connsiteY84" fmla="*/ 78750 h 563255"/>
                  <a:gd name="connsiteX85" fmla="*/ 503809 w 596146"/>
                  <a:gd name="connsiteY85" fmla="*/ 77237 h 563255"/>
                  <a:gd name="connsiteX86" fmla="*/ 503372 w 596146"/>
                  <a:gd name="connsiteY86" fmla="*/ 75656 h 563255"/>
                  <a:gd name="connsiteX87" fmla="*/ 503372 w 596146"/>
                  <a:gd name="connsiteY87" fmla="*/ 72191 h 563255"/>
                  <a:gd name="connsiteX88" fmla="*/ 502160 w 596146"/>
                  <a:gd name="connsiteY88" fmla="*/ 70240 h 563255"/>
                  <a:gd name="connsiteX89" fmla="*/ 498525 w 596146"/>
                  <a:gd name="connsiteY89" fmla="*/ 69735 h 563255"/>
                  <a:gd name="connsiteX90" fmla="*/ 494117 w 596146"/>
                  <a:gd name="connsiteY90" fmla="*/ 70172 h 563255"/>
                  <a:gd name="connsiteX91" fmla="*/ 491492 w 596146"/>
                  <a:gd name="connsiteY91" fmla="*/ 69365 h 563255"/>
                  <a:gd name="connsiteX92" fmla="*/ 488968 w 596146"/>
                  <a:gd name="connsiteY92" fmla="*/ 64790 h 563255"/>
                  <a:gd name="connsiteX93" fmla="*/ 489035 w 596146"/>
                  <a:gd name="connsiteY93" fmla="*/ 61392 h 563255"/>
                  <a:gd name="connsiteX94" fmla="*/ 489540 w 596146"/>
                  <a:gd name="connsiteY94" fmla="*/ 56111 h 563255"/>
                  <a:gd name="connsiteX95" fmla="*/ 490112 w 596146"/>
                  <a:gd name="connsiteY95" fmla="*/ 51839 h 563255"/>
                  <a:gd name="connsiteX96" fmla="*/ 490549 w 596146"/>
                  <a:gd name="connsiteY96" fmla="*/ 49955 h 563255"/>
                  <a:gd name="connsiteX97" fmla="*/ 491997 w 596146"/>
                  <a:gd name="connsiteY97" fmla="*/ 44808 h 563255"/>
                  <a:gd name="connsiteX98" fmla="*/ 492636 w 596146"/>
                  <a:gd name="connsiteY98" fmla="*/ 42992 h 563255"/>
                  <a:gd name="connsiteX99" fmla="*/ 493343 w 596146"/>
                  <a:gd name="connsiteY99" fmla="*/ 40166 h 563255"/>
                  <a:gd name="connsiteX100" fmla="*/ 495362 w 596146"/>
                  <a:gd name="connsiteY100" fmla="*/ 38787 h 563255"/>
                  <a:gd name="connsiteX101" fmla="*/ 497751 w 596146"/>
                  <a:gd name="connsiteY101" fmla="*/ 37037 h 563255"/>
                  <a:gd name="connsiteX102" fmla="*/ 499131 w 596146"/>
                  <a:gd name="connsiteY102" fmla="*/ 34649 h 563255"/>
                  <a:gd name="connsiteX103" fmla="*/ 497886 w 596146"/>
                  <a:gd name="connsiteY103" fmla="*/ 31621 h 563255"/>
                  <a:gd name="connsiteX104" fmla="*/ 495362 w 596146"/>
                  <a:gd name="connsiteY104" fmla="*/ 28358 h 563255"/>
                  <a:gd name="connsiteX105" fmla="*/ 492905 w 596146"/>
                  <a:gd name="connsiteY105" fmla="*/ 28056 h 563255"/>
                  <a:gd name="connsiteX106" fmla="*/ 489338 w 596146"/>
                  <a:gd name="connsiteY106" fmla="*/ 28796 h 563255"/>
                  <a:gd name="connsiteX107" fmla="*/ 485501 w 596146"/>
                  <a:gd name="connsiteY107" fmla="*/ 31117 h 563255"/>
                  <a:gd name="connsiteX108" fmla="*/ 483213 w 596146"/>
                  <a:gd name="connsiteY108" fmla="*/ 32328 h 563255"/>
                  <a:gd name="connsiteX109" fmla="*/ 482068 w 596146"/>
                  <a:gd name="connsiteY109" fmla="*/ 33673 h 563255"/>
                  <a:gd name="connsiteX110" fmla="*/ 479174 w 596146"/>
                  <a:gd name="connsiteY110" fmla="*/ 36499 h 563255"/>
                  <a:gd name="connsiteX111" fmla="*/ 477458 w 596146"/>
                  <a:gd name="connsiteY111" fmla="*/ 38719 h 563255"/>
                  <a:gd name="connsiteX112" fmla="*/ 474732 w 596146"/>
                  <a:gd name="connsiteY112" fmla="*/ 41040 h 563255"/>
                  <a:gd name="connsiteX113" fmla="*/ 471299 w 596146"/>
                  <a:gd name="connsiteY113" fmla="*/ 42992 h 563255"/>
                  <a:gd name="connsiteX114" fmla="*/ 469616 w 596146"/>
                  <a:gd name="connsiteY114" fmla="*/ 43631 h 563255"/>
                  <a:gd name="connsiteX115" fmla="*/ 469246 w 596146"/>
                  <a:gd name="connsiteY115" fmla="*/ 44943 h 563255"/>
                  <a:gd name="connsiteX116" fmla="*/ 470660 w 596146"/>
                  <a:gd name="connsiteY116" fmla="*/ 46726 h 563255"/>
                  <a:gd name="connsiteX117" fmla="*/ 471299 w 596146"/>
                  <a:gd name="connsiteY117" fmla="*/ 48071 h 563255"/>
                  <a:gd name="connsiteX118" fmla="*/ 470861 w 596146"/>
                  <a:gd name="connsiteY118" fmla="*/ 49753 h 563255"/>
                  <a:gd name="connsiteX119" fmla="*/ 469111 w 596146"/>
                  <a:gd name="connsiteY119" fmla="*/ 51334 h 563255"/>
                  <a:gd name="connsiteX120" fmla="*/ 468304 w 596146"/>
                  <a:gd name="connsiteY120" fmla="*/ 53622 h 563255"/>
                  <a:gd name="connsiteX121" fmla="*/ 467530 w 596146"/>
                  <a:gd name="connsiteY121" fmla="*/ 56010 h 563255"/>
                  <a:gd name="connsiteX122" fmla="*/ 466991 w 596146"/>
                  <a:gd name="connsiteY122" fmla="*/ 57793 h 563255"/>
                  <a:gd name="connsiteX123" fmla="*/ 465510 w 596146"/>
                  <a:gd name="connsiteY123" fmla="*/ 60181 h 563255"/>
                  <a:gd name="connsiteX124" fmla="*/ 464265 w 596146"/>
                  <a:gd name="connsiteY124" fmla="*/ 62637 h 563255"/>
                  <a:gd name="connsiteX125" fmla="*/ 462515 w 596146"/>
                  <a:gd name="connsiteY125" fmla="*/ 67145 h 563255"/>
                  <a:gd name="connsiteX126" fmla="*/ 458813 w 596146"/>
                  <a:gd name="connsiteY126" fmla="*/ 66707 h 563255"/>
                  <a:gd name="connsiteX127" fmla="*/ 456087 w 596146"/>
                  <a:gd name="connsiteY127" fmla="*/ 66506 h 563255"/>
                  <a:gd name="connsiteX128" fmla="*/ 454337 w 596146"/>
                  <a:gd name="connsiteY128" fmla="*/ 66169 h 563255"/>
                  <a:gd name="connsiteX129" fmla="*/ 451948 w 596146"/>
                  <a:gd name="connsiteY129" fmla="*/ 62906 h 563255"/>
                  <a:gd name="connsiteX130" fmla="*/ 453159 w 596146"/>
                  <a:gd name="connsiteY130" fmla="*/ 61931 h 563255"/>
                  <a:gd name="connsiteX131" fmla="*/ 453799 w 596146"/>
                  <a:gd name="connsiteY131" fmla="*/ 59105 h 563255"/>
                  <a:gd name="connsiteX132" fmla="*/ 453159 w 596146"/>
                  <a:gd name="connsiteY132" fmla="*/ 55842 h 563255"/>
                  <a:gd name="connsiteX133" fmla="*/ 451544 w 596146"/>
                  <a:gd name="connsiteY133" fmla="*/ 54429 h 563255"/>
                  <a:gd name="connsiteX134" fmla="*/ 451005 w 596146"/>
                  <a:gd name="connsiteY134" fmla="*/ 51603 h 563255"/>
                  <a:gd name="connsiteX135" fmla="*/ 451645 w 596146"/>
                  <a:gd name="connsiteY135" fmla="*/ 50089 h 563255"/>
                  <a:gd name="connsiteX136" fmla="*/ 453159 w 596146"/>
                  <a:gd name="connsiteY136" fmla="*/ 46490 h 563255"/>
                  <a:gd name="connsiteX137" fmla="*/ 452385 w 596146"/>
                  <a:gd name="connsiteY137" fmla="*/ 43328 h 563255"/>
                  <a:gd name="connsiteX138" fmla="*/ 450770 w 596146"/>
                  <a:gd name="connsiteY138" fmla="*/ 41040 h 563255"/>
                  <a:gd name="connsiteX139" fmla="*/ 447943 w 596146"/>
                  <a:gd name="connsiteY139" fmla="*/ 41242 h 563255"/>
                  <a:gd name="connsiteX140" fmla="*/ 445015 w 596146"/>
                  <a:gd name="connsiteY140" fmla="*/ 38753 h 563255"/>
                  <a:gd name="connsiteX141" fmla="*/ 442827 w 596146"/>
                  <a:gd name="connsiteY141" fmla="*/ 35591 h 563255"/>
                  <a:gd name="connsiteX142" fmla="*/ 442188 w 596146"/>
                  <a:gd name="connsiteY142" fmla="*/ 33539 h 563255"/>
                  <a:gd name="connsiteX143" fmla="*/ 440875 w 596146"/>
                  <a:gd name="connsiteY143" fmla="*/ 29738 h 563255"/>
                  <a:gd name="connsiteX144" fmla="*/ 439260 w 596146"/>
                  <a:gd name="connsiteY144" fmla="*/ 29637 h 563255"/>
                  <a:gd name="connsiteX145" fmla="*/ 434380 w 596146"/>
                  <a:gd name="connsiteY145" fmla="*/ 28762 h 563255"/>
                  <a:gd name="connsiteX146" fmla="*/ 433404 w 596146"/>
                  <a:gd name="connsiteY146" fmla="*/ 27349 h 563255"/>
                  <a:gd name="connsiteX147" fmla="*/ 432865 w 596146"/>
                  <a:gd name="connsiteY147" fmla="*/ 26071 h 563255"/>
                  <a:gd name="connsiteX148" fmla="*/ 431890 w 596146"/>
                  <a:gd name="connsiteY148" fmla="*/ 26071 h 563255"/>
                  <a:gd name="connsiteX149" fmla="*/ 429399 w 596146"/>
                  <a:gd name="connsiteY149" fmla="*/ 25802 h 563255"/>
                  <a:gd name="connsiteX150" fmla="*/ 426909 w 596146"/>
                  <a:gd name="connsiteY150" fmla="*/ 24321 h 563255"/>
                  <a:gd name="connsiteX151" fmla="*/ 424418 w 596146"/>
                  <a:gd name="connsiteY151" fmla="*/ 22135 h 563255"/>
                  <a:gd name="connsiteX152" fmla="*/ 422130 w 596146"/>
                  <a:gd name="connsiteY152" fmla="*/ 21361 h 563255"/>
                  <a:gd name="connsiteX153" fmla="*/ 418865 w 596146"/>
                  <a:gd name="connsiteY153" fmla="*/ 22337 h 563255"/>
                  <a:gd name="connsiteX154" fmla="*/ 415029 w 596146"/>
                  <a:gd name="connsiteY154" fmla="*/ 20789 h 563255"/>
                  <a:gd name="connsiteX155" fmla="*/ 413245 w 596146"/>
                  <a:gd name="connsiteY155" fmla="*/ 20352 h 563255"/>
                  <a:gd name="connsiteX156" fmla="*/ 409173 w 596146"/>
                  <a:gd name="connsiteY156" fmla="*/ 17997 h 563255"/>
                  <a:gd name="connsiteX157" fmla="*/ 407153 w 596146"/>
                  <a:gd name="connsiteY157" fmla="*/ 16181 h 563255"/>
                  <a:gd name="connsiteX158" fmla="*/ 405740 w 596146"/>
                  <a:gd name="connsiteY158" fmla="*/ 15945 h 563255"/>
                  <a:gd name="connsiteX159" fmla="*/ 403350 w 596146"/>
                  <a:gd name="connsiteY159" fmla="*/ 15710 h 563255"/>
                  <a:gd name="connsiteX160" fmla="*/ 402139 w 596146"/>
                  <a:gd name="connsiteY160" fmla="*/ 14331 h 563255"/>
                  <a:gd name="connsiteX161" fmla="*/ 402475 w 596146"/>
                  <a:gd name="connsiteY161" fmla="*/ 12985 h 563255"/>
                  <a:gd name="connsiteX162" fmla="*/ 402475 w 596146"/>
                  <a:gd name="connsiteY162" fmla="*/ 11404 h 563255"/>
                  <a:gd name="connsiteX163" fmla="*/ 399918 w 596146"/>
                  <a:gd name="connsiteY163" fmla="*/ 9789 h 563255"/>
                  <a:gd name="connsiteX164" fmla="*/ 397965 w 596146"/>
                  <a:gd name="connsiteY164" fmla="*/ 7737 h 563255"/>
                  <a:gd name="connsiteX165" fmla="*/ 397225 w 596146"/>
                  <a:gd name="connsiteY165" fmla="*/ 6089 h 563255"/>
                  <a:gd name="connsiteX166" fmla="*/ 397225 w 596146"/>
                  <a:gd name="connsiteY166" fmla="*/ 4541 h 563255"/>
                  <a:gd name="connsiteX167" fmla="*/ 396316 w 596146"/>
                  <a:gd name="connsiteY167" fmla="*/ 2355 h 563255"/>
                  <a:gd name="connsiteX168" fmla="*/ 394634 w 596146"/>
                  <a:gd name="connsiteY168" fmla="*/ 0 h 563255"/>
                  <a:gd name="connsiteX169" fmla="*/ 391840 w 596146"/>
                  <a:gd name="connsiteY169" fmla="*/ 0 h 563255"/>
                  <a:gd name="connsiteX170" fmla="*/ 389821 w 596146"/>
                  <a:gd name="connsiteY170" fmla="*/ 807 h 563255"/>
                  <a:gd name="connsiteX171" fmla="*/ 388475 w 596146"/>
                  <a:gd name="connsiteY171" fmla="*/ 2288 h 563255"/>
                  <a:gd name="connsiteX172" fmla="*/ 389215 w 596146"/>
                  <a:gd name="connsiteY172" fmla="*/ 3734 h 563255"/>
                  <a:gd name="connsiteX173" fmla="*/ 389788 w 596146"/>
                  <a:gd name="connsiteY173" fmla="*/ 6257 h 563255"/>
                  <a:gd name="connsiteX174" fmla="*/ 389518 w 596146"/>
                  <a:gd name="connsiteY174" fmla="*/ 8982 h 563255"/>
                  <a:gd name="connsiteX175" fmla="*/ 386927 w 596146"/>
                  <a:gd name="connsiteY175" fmla="*/ 9688 h 563255"/>
                  <a:gd name="connsiteX176" fmla="*/ 384302 w 596146"/>
                  <a:gd name="connsiteY176" fmla="*/ 11875 h 563255"/>
                  <a:gd name="connsiteX177" fmla="*/ 383864 w 596146"/>
                  <a:gd name="connsiteY177" fmla="*/ 12951 h 563255"/>
                  <a:gd name="connsiteX178" fmla="*/ 384807 w 596146"/>
                  <a:gd name="connsiteY178" fmla="*/ 15037 h 563255"/>
                  <a:gd name="connsiteX179" fmla="*/ 385682 w 596146"/>
                  <a:gd name="connsiteY179" fmla="*/ 17224 h 563255"/>
                  <a:gd name="connsiteX180" fmla="*/ 385985 w 596146"/>
                  <a:gd name="connsiteY180" fmla="*/ 20857 h 563255"/>
                  <a:gd name="connsiteX181" fmla="*/ 386422 w 596146"/>
                  <a:gd name="connsiteY181" fmla="*/ 23615 h 563255"/>
                  <a:gd name="connsiteX182" fmla="*/ 389518 w 596146"/>
                  <a:gd name="connsiteY182" fmla="*/ 25566 h 563255"/>
                  <a:gd name="connsiteX183" fmla="*/ 387835 w 596146"/>
                  <a:gd name="connsiteY183" fmla="*/ 29334 h 563255"/>
                  <a:gd name="connsiteX184" fmla="*/ 383191 w 596146"/>
                  <a:gd name="connsiteY184" fmla="*/ 31083 h 563255"/>
                  <a:gd name="connsiteX185" fmla="*/ 383057 w 596146"/>
                  <a:gd name="connsiteY185" fmla="*/ 33976 h 563255"/>
                  <a:gd name="connsiteX186" fmla="*/ 383258 w 596146"/>
                  <a:gd name="connsiteY186" fmla="*/ 39123 h 563255"/>
                  <a:gd name="connsiteX187" fmla="*/ 383258 w 596146"/>
                  <a:gd name="connsiteY187" fmla="*/ 41747 h 563255"/>
                  <a:gd name="connsiteX188" fmla="*/ 383258 w 596146"/>
                  <a:gd name="connsiteY188" fmla="*/ 44337 h 563255"/>
                  <a:gd name="connsiteX189" fmla="*/ 383258 w 596146"/>
                  <a:gd name="connsiteY189" fmla="*/ 48105 h 563255"/>
                  <a:gd name="connsiteX190" fmla="*/ 383595 w 596146"/>
                  <a:gd name="connsiteY190" fmla="*/ 52512 h 563255"/>
                  <a:gd name="connsiteX191" fmla="*/ 382182 w 596146"/>
                  <a:gd name="connsiteY191" fmla="*/ 55842 h 563255"/>
                  <a:gd name="connsiteX192" fmla="*/ 380869 w 596146"/>
                  <a:gd name="connsiteY192" fmla="*/ 57625 h 563255"/>
                  <a:gd name="connsiteX193" fmla="*/ 378917 w 596146"/>
                  <a:gd name="connsiteY193" fmla="*/ 59239 h 563255"/>
                  <a:gd name="connsiteX194" fmla="*/ 375787 w 596146"/>
                  <a:gd name="connsiteY194" fmla="*/ 60181 h 563255"/>
                  <a:gd name="connsiteX195" fmla="*/ 374475 w 596146"/>
                  <a:gd name="connsiteY195" fmla="*/ 58163 h 563255"/>
                  <a:gd name="connsiteX196" fmla="*/ 369898 w 596146"/>
                  <a:gd name="connsiteY196" fmla="*/ 57658 h 563255"/>
                  <a:gd name="connsiteX197" fmla="*/ 368148 w 596146"/>
                  <a:gd name="connsiteY197" fmla="*/ 57658 h 563255"/>
                  <a:gd name="connsiteX198" fmla="*/ 362056 w 596146"/>
                  <a:gd name="connsiteY198" fmla="*/ 59038 h 563255"/>
                  <a:gd name="connsiteX199" fmla="*/ 357647 w 596146"/>
                  <a:gd name="connsiteY199" fmla="*/ 60854 h 563255"/>
                  <a:gd name="connsiteX200" fmla="*/ 351926 w 596146"/>
                  <a:gd name="connsiteY200" fmla="*/ 63478 h 563255"/>
                  <a:gd name="connsiteX201" fmla="*/ 351926 w 596146"/>
                  <a:gd name="connsiteY201" fmla="*/ 65059 h 563255"/>
                  <a:gd name="connsiteX202" fmla="*/ 349570 w 596146"/>
                  <a:gd name="connsiteY202" fmla="*/ 68019 h 563255"/>
                  <a:gd name="connsiteX203" fmla="*/ 347282 w 596146"/>
                  <a:gd name="connsiteY203" fmla="*/ 71989 h 563255"/>
                  <a:gd name="connsiteX204" fmla="*/ 346777 w 596146"/>
                  <a:gd name="connsiteY204" fmla="*/ 74310 h 563255"/>
                  <a:gd name="connsiteX205" fmla="*/ 347652 w 596146"/>
                  <a:gd name="connsiteY205" fmla="*/ 75824 h 563255"/>
                  <a:gd name="connsiteX206" fmla="*/ 349099 w 596146"/>
                  <a:gd name="connsiteY206" fmla="*/ 77708 h 563255"/>
                  <a:gd name="connsiteX207" fmla="*/ 349671 w 596146"/>
                  <a:gd name="connsiteY207" fmla="*/ 79087 h 563255"/>
                  <a:gd name="connsiteX208" fmla="*/ 352128 w 596146"/>
                  <a:gd name="connsiteY208" fmla="*/ 81610 h 563255"/>
                  <a:gd name="connsiteX209" fmla="*/ 353138 w 596146"/>
                  <a:gd name="connsiteY209" fmla="*/ 82754 h 563255"/>
                  <a:gd name="connsiteX210" fmla="*/ 352263 w 596146"/>
                  <a:gd name="connsiteY210" fmla="*/ 86286 h 563255"/>
                  <a:gd name="connsiteX211" fmla="*/ 348998 w 596146"/>
                  <a:gd name="connsiteY211" fmla="*/ 86286 h 563255"/>
                  <a:gd name="connsiteX212" fmla="*/ 346609 w 596146"/>
                  <a:gd name="connsiteY212" fmla="*/ 86588 h 563255"/>
                  <a:gd name="connsiteX213" fmla="*/ 345296 w 596146"/>
                  <a:gd name="connsiteY213" fmla="*/ 88170 h 563255"/>
                  <a:gd name="connsiteX214" fmla="*/ 344354 w 596146"/>
                  <a:gd name="connsiteY214" fmla="*/ 90928 h 563255"/>
                  <a:gd name="connsiteX215" fmla="*/ 342402 w 596146"/>
                  <a:gd name="connsiteY215" fmla="*/ 91735 h 563255"/>
                  <a:gd name="connsiteX216" fmla="*/ 340585 w 596146"/>
                  <a:gd name="connsiteY216" fmla="*/ 92105 h 563255"/>
                  <a:gd name="connsiteX217" fmla="*/ 338128 w 596146"/>
                  <a:gd name="connsiteY217" fmla="*/ 92105 h 563255"/>
                  <a:gd name="connsiteX218" fmla="*/ 335806 w 596146"/>
                  <a:gd name="connsiteY218" fmla="*/ 91836 h 563255"/>
                  <a:gd name="connsiteX219" fmla="*/ 332979 w 596146"/>
                  <a:gd name="connsiteY219" fmla="*/ 91433 h 563255"/>
                  <a:gd name="connsiteX220" fmla="*/ 329209 w 596146"/>
                  <a:gd name="connsiteY220" fmla="*/ 91500 h 563255"/>
                  <a:gd name="connsiteX221" fmla="*/ 327560 w 596146"/>
                  <a:gd name="connsiteY221" fmla="*/ 92307 h 563255"/>
                  <a:gd name="connsiteX222" fmla="*/ 325911 w 596146"/>
                  <a:gd name="connsiteY222" fmla="*/ 93316 h 563255"/>
                  <a:gd name="connsiteX223" fmla="*/ 325104 w 596146"/>
                  <a:gd name="connsiteY223" fmla="*/ 94763 h 563255"/>
                  <a:gd name="connsiteX224" fmla="*/ 325810 w 596146"/>
                  <a:gd name="connsiteY224" fmla="*/ 96445 h 563255"/>
                  <a:gd name="connsiteX225" fmla="*/ 325810 w 596146"/>
                  <a:gd name="connsiteY225" fmla="*/ 99405 h 563255"/>
                  <a:gd name="connsiteX226" fmla="*/ 323791 w 596146"/>
                  <a:gd name="connsiteY226" fmla="*/ 100213 h 563255"/>
                  <a:gd name="connsiteX227" fmla="*/ 321906 w 596146"/>
                  <a:gd name="connsiteY227" fmla="*/ 100347 h 563255"/>
                  <a:gd name="connsiteX228" fmla="*/ 319012 w 596146"/>
                  <a:gd name="connsiteY228" fmla="*/ 99170 h 563255"/>
                  <a:gd name="connsiteX229" fmla="*/ 319517 w 596146"/>
                  <a:gd name="connsiteY229" fmla="*/ 97353 h 563255"/>
                  <a:gd name="connsiteX230" fmla="*/ 320022 w 596146"/>
                  <a:gd name="connsiteY230" fmla="*/ 96209 h 563255"/>
                  <a:gd name="connsiteX231" fmla="*/ 317329 w 596146"/>
                  <a:gd name="connsiteY231" fmla="*/ 93249 h 563255"/>
                  <a:gd name="connsiteX232" fmla="*/ 315949 w 596146"/>
                  <a:gd name="connsiteY232" fmla="*/ 92105 h 563255"/>
                  <a:gd name="connsiteX233" fmla="*/ 313122 w 596146"/>
                  <a:gd name="connsiteY233" fmla="*/ 92038 h 563255"/>
                  <a:gd name="connsiteX234" fmla="*/ 310363 w 596146"/>
                  <a:gd name="connsiteY234" fmla="*/ 92475 h 563255"/>
                  <a:gd name="connsiteX235" fmla="*/ 306391 w 596146"/>
                  <a:gd name="connsiteY235" fmla="*/ 93552 h 563255"/>
                  <a:gd name="connsiteX236" fmla="*/ 305752 w 596146"/>
                  <a:gd name="connsiteY236" fmla="*/ 93047 h 563255"/>
                  <a:gd name="connsiteX237" fmla="*/ 302555 w 596146"/>
                  <a:gd name="connsiteY237" fmla="*/ 91870 h 563255"/>
                  <a:gd name="connsiteX238" fmla="*/ 300805 w 596146"/>
                  <a:gd name="connsiteY238" fmla="*/ 90995 h 563255"/>
                  <a:gd name="connsiteX239" fmla="*/ 298213 w 596146"/>
                  <a:gd name="connsiteY239" fmla="*/ 89616 h 563255"/>
                  <a:gd name="connsiteX240" fmla="*/ 297035 w 596146"/>
                  <a:gd name="connsiteY240" fmla="*/ 89919 h 563255"/>
                  <a:gd name="connsiteX241" fmla="*/ 294276 w 596146"/>
                  <a:gd name="connsiteY241" fmla="*/ 90793 h 563255"/>
                  <a:gd name="connsiteX242" fmla="*/ 292391 w 596146"/>
                  <a:gd name="connsiteY242" fmla="*/ 90861 h 563255"/>
                  <a:gd name="connsiteX243" fmla="*/ 288487 w 596146"/>
                  <a:gd name="connsiteY243" fmla="*/ 89212 h 563255"/>
                  <a:gd name="connsiteX244" fmla="*/ 287175 w 596146"/>
                  <a:gd name="connsiteY244" fmla="*/ 88640 h 563255"/>
                  <a:gd name="connsiteX245" fmla="*/ 286670 w 596146"/>
                  <a:gd name="connsiteY245" fmla="*/ 88640 h 563255"/>
                  <a:gd name="connsiteX246" fmla="*/ 283406 w 596146"/>
                  <a:gd name="connsiteY246" fmla="*/ 88640 h 563255"/>
                  <a:gd name="connsiteX247" fmla="*/ 282026 w 596146"/>
                  <a:gd name="connsiteY247" fmla="*/ 88910 h 563255"/>
                  <a:gd name="connsiteX248" fmla="*/ 280511 w 596146"/>
                  <a:gd name="connsiteY248" fmla="*/ 90121 h 563255"/>
                  <a:gd name="connsiteX249" fmla="*/ 278862 w 596146"/>
                  <a:gd name="connsiteY249" fmla="*/ 91298 h 563255"/>
                  <a:gd name="connsiteX250" fmla="*/ 278862 w 596146"/>
                  <a:gd name="connsiteY250" fmla="*/ 92946 h 563255"/>
                  <a:gd name="connsiteX251" fmla="*/ 280141 w 596146"/>
                  <a:gd name="connsiteY251" fmla="*/ 94763 h 563255"/>
                  <a:gd name="connsiteX252" fmla="*/ 282497 w 596146"/>
                  <a:gd name="connsiteY252" fmla="*/ 95705 h 563255"/>
                  <a:gd name="connsiteX253" fmla="*/ 285055 w 596146"/>
                  <a:gd name="connsiteY253" fmla="*/ 95940 h 563255"/>
                  <a:gd name="connsiteX254" fmla="*/ 287377 w 596146"/>
                  <a:gd name="connsiteY254" fmla="*/ 95873 h 563255"/>
                  <a:gd name="connsiteX255" fmla="*/ 289329 w 596146"/>
                  <a:gd name="connsiteY255" fmla="*/ 94797 h 563255"/>
                  <a:gd name="connsiteX256" fmla="*/ 289329 w 596146"/>
                  <a:gd name="connsiteY256" fmla="*/ 98261 h 563255"/>
                  <a:gd name="connsiteX257" fmla="*/ 289329 w 596146"/>
                  <a:gd name="connsiteY257" fmla="*/ 101524 h 563255"/>
                  <a:gd name="connsiteX258" fmla="*/ 286064 w 596146"/>
                  <a:gd name="connsiteY258" fmla="*/ 103778 h 563255"/>
                  <a:gd name="connsiteX259" fmla="*/ 284112 w 596146"/>
                  <a:gd name="connsiteY259" fmla="*/ 108118 h 563255"/>
                  <a:gd name="connsiteX260" fmla="*/ 280478 w 596146"/>
                  <a:gd name="connsiteY260" fmla="*/ 109867 h 563255"/>
                  <a:gd name="connsiteX261" fmla="*/ 276338 w 596146"/>
                  <a:gd name="connsiteY261" fmla="*/ 108992 h 563255"/>
                  <a:gd name="connsiteX262" fmla="*/ 272198 w 596146"/>
                  <a:gd name="connsiteY262" fmla="*/ 108051 h 563255"/>
                  <a:gd name="connsiteX263" fmla="*/ 267554 w 596146"/>
                  <a:gd name="connsiteY263" fmla="*/ 107613 h 563255"/>
                  <a:gd name="connsiteX264" fmla="*/ 262977 w 596146"/>
                  <a:gd name="connsiteY264" fmla="*/ 107546 h 563255"/>
                  <a:gd name="connsiteX265" fmla="*/ 258770 w 596146"/>
                  <a:gd name="connsiteY265" fmla="*/ 107243 h 563255"/>
                  <a:gd name="connsiteX266" fmla="*/ 256078 w 596146"/>
                  <a:gd name="connsiteY266" fmla="*/ 107243 h 563255"/>
                  <a:gd name="connsiteX267" fmla="*/ 251064 w 596146"/>
                  <a:gd name="connsiteY267" fmla="*/ 107546 h 563255"/>
                  <a:gd name="connsiteX268" fmla="*/ 249313 w 596146"/>
                  <a:gd name="connsiteY268" fmla="*/ 108421 h 563255"/>
                  <a:gd name="connsiteX269" fmla="*/ 247631 w 596146"/>
                  <a:gd name="connsiteY269" fmla="*/ 111011 h 563255"/>
                  <a:gd name="connsiteX270" fmla="*/ 246116 w 596146"/>
                  <a:gd name="connsiteY270" fmla="*/ 113534 h 563255"/>
                  <a:gd name="connsiteX271" fmla="*/ 244501 w 596146"/>
                  <a:gd name="connsiteY271" fmla="*/ 116360 h 563255"/>
                  <a:gd name="connsiteX272" fmla="*/ 243996 w 596146"/>
                  <a:gd name="connsiteY272" fmla="*/ 122583 h 563255"/>
                  <a:gd name="connsiteX273" fmla="*/ 243996 w 596146"/>
                  <a:gd name="connsiteY273" fmla="*/ 124601 h 563255"/>
                  <a:gd name="connsiteX274" fmla="*/ 242044 w 596146"/>
                  <a:gd name="connsiteY274" fmla="*/ 127999 h 563255"/>
                  <a:gd name="connsiteX275" fmla="*/ 239520 w 596146"/>
                  <a:gd name="connsiteY275" fmla="*/ 130387 h 563255"/>
                  <a:gd name="connsiteX276" fmla="*/ 237938 w 596146"/>
                  <a:gd name="connsiteY276" fmla="*/ 130387 h 563255"/>
                  <a:gd name="connsiteX277" fmla="*/ 234472 w 596146"/>
                  <a:gd name="connsiteY277" fmla="*/ 130387 h 563255"/>
                  <a:gd name="connsiteX278" fmla="*/ 232520 w 596146"/>
                  <a:gd name="connsiteY278" fmla="*/ 130993 h 563255"/>
                  <a:gd name="connsiteX279" fmla="*/ 231645 w 596146"/>
                  <a:gd name="connsiteY279" fmla="*/ 133415 h 563255"/>
                  <a:gd name="connsiteX280" fmla="*/ 232082 w 596146"/>
                  <a:gd name="connsiteY280" fmla="*/ 135938 h 563255"/>
                  <a:gd name="connsiteX281" fmla="*/ 229322 w 596146"/>
                  <a:gd name="connsiteY281" fmla="*/ 140008 h 563255"/>
                  <a:gd name="connsiteX282" fmla="*/ 225755 w 596146"/>
                  <a:gd name="connsiteY282" fmla="*/ 140075 h 563255"/>
                  <a:gd name="connsiteX283" fmla="*/ 223736 w 596146"/>
                  <a:gd name="connsiteY283" fmla="*/ 138999 h 563255"/>
                  <a:gd name="connsiteX284" fmla="*/ 223164 w 596146"/>
                  <a:gd name="connsiteY284" fmla="*/ 136476 h 563255"/>
                  <a:gd name="connsiteX285" fmla="*/ 223164 w 596146"/>
                  <a:gd name="connsiteY285" fmla="*/ 133953 h 563255"/>
                  <a:gd name="connsiteX286" fmla="*/ 220673 w 596146"/>
                  <a:gd name="connsiteY286" fmla="*/ 131800 h 563255"/>
                  <a:gd name="connsiteX287" fmla="*/ 219125 w 596146"/>
                  <a:gd name="connsiteY287" fmla="*/ 132305 h 563255"/>
                  <a:gd name="connsiteX288" fmla="*/ 216870 w 596146"/>
                  <a:gd name="connsiteY288" fmla="*/ 135198 h 563255"/>
                  <a:gd name="connsiteX289" fmla="*/ 213606 w 596146"/>
                  <a:gd name="connsiteY289" fmla="*/ 137586 h 563255"/>
                  <a:gd name="connsiteX290" fmla="*/ 210543 w 596146"/>
                  <a:gd name="connsiteY290" fmla="*/ 137149 h 563255"/>
                  <a:gd name="connsiteX291" fmla="*/ 204822 w 596146"/>
                  <a:gd name="connsiteY291" fmla="*/ 137653 h 563255"/>
                  <a:gd name="connsiteX292" fmla="*/ 200817 w 596146"/>
                  <a:gd name="connsiteY292" fmla="*/ 140109 h 563255"/>
                  <a:gd name="connsiteX293" fmla="*/ 199000 w 596146"/>
                  <a:gd name="connsiteY293" fmla="*/ 142935 h 563255"/>
                  <a:gd name="connsiteX294" fmla="*/ 195971 w 596146"/>
                  <a:gd name="connsiteY294" fmla="*/ 146265 h 563255"/>
                  <a:gd name="connsiteX295" fmla="*/ 193211 w 596146"/>
                  <a:gd name="connsiteY295" fmla="*/ 150975 h 563255"/>
                  <a:gd name="connsiteX296" fmla="*/ 191629 w 596146"/>
                  <a:gd name="connsiteY296" fmla="*/ 153363 h 563255"/>
                  <a:gd name="connsiteX297" fmla="*/ 189004 w 596146"/>
                  <a:gd name="connsiteY297" fmla="*/ 156122 h 563255"/>
                  <a:gd name="connsiteX298" fmla="*/ 184158 w 596146"/>
                  <a:gd name="connsiteY298" fmla="*/ 160898 h 563255"/>
                  <a:gd name="connsiteX299" fmla="*/ 180759 w 596146"/>
                  <a:gd name="connsiteY299" fmla="*/ 164868 h 563255"/>
                  <a:gd name="connsiteX300" fmla="*/ 178807 w 596146"/>
                  <a:gd name="connsiteY300" fmla="*/ 167559 h 563255"/>
                  <a:gd name="connsiteX301" fmla="*/ 175240 w 596146"/>
                  <a:gd name="connsiteY301" fmla="*/ 167929 h 563255"/>
                  <a:gd name="connsiteX302" fmla="*/ 173557 w 596146"/>
                  <a:gd name="connsiteY302" fmla="*/ 167795 h 563255"/>
                  <a:gd name="connsiteX303" fmla="*/ 171369 w 596146"/>
                  <a:gd name="connsiteY303" fmla="*/ 165911 h 563255"/>
                  <a:gd name="connsiteX304" fmla="*/ 169114 w 596146"/>
                  <a:gd name="connsiteY304" fmla="*/ 165171 h 563255"/>
                  <a:gd name="connsiteX305" fmla="*/ 168307 w 596146"/>
                  <a:gd name="connsiteY305" fmla="*/ 165238 h 563255"/>
                  <a:gd name="connsiteX306" fmla="*/ 166792 w 596146"/>
                  <a:gd name="connsiteY306" fmla="*/ 167189 h 563255"/>
                  <a:gd name="connsiteX307" fmla="*/ 164470 w 596146"/>
                  <a:gd name="connsiteY307" fmla="*/ 167626 h 563255"/>
                  <a:gd name="connsiteX308" fmla="*/ 163090 w 596146"/>
                  <a:gd name="connsiteY308" fmla="*/ 166886 h 563255"/>
                  <a:gd name="connsiteX309" fmla="*/ 161273 w 596146"/>
                  <a:gd name="connsiteY309" fmla="*/ 166886 h 563255"/>
                  <a:gd name="connsiteX310" fmla="*/ 159960 w 596146"/>
                  <a:gd name="connsiteY310" fmla="*/ 168299 h 563255"/>
                  <a:gd name="connsiteX311" fmla="*/ 158311 w 596146"/>
                  <a:gd name="connsiteY311" fmla="*/ 169880 h 563255"/>
                  <a:gd name="connsiteX312" fmla="*/ 155181 w 596146"/>
                  <a:gd name="connsiteY312" fmla="*/ 172134 h 563255"/>
                  <a:gd name="connsiteX313" fmla="*/ 150840 w 596146"/>
                  <a:gd name="connsiteY313" fmla="*/ 172874 h 563255"/>
                  <a:gd name="connsiteX314" fmla="*/ 148383 w 596146"/>
                  <a:gd name="connsiteY314" fmla="*/ 173244 h 563255"/>
                  <a:gd name="connsiteX315" fmla="*/ 146801 w 596146"/>
                  <a:gd name="connsiteY315" fmla="*/ 175935 h 563255"/>
                  <a:gd name="connsiteX316" fmla="*/ 145489 w 596146"/>
                  <a:gd name="connsiteY316" fmla="*/ 177685 h 563255"/>
                  <a:gd name="connsiteX317" fmla="*/ 144614 w 596146"/>
                  <a:gd name="connsiteY317" fmla="*/ 179703 h 563255"/>
                  <a:gd name="connsiteX318" fmla="*/ 143672 w 596146"/>
                  <a:gd name="connsiteY318" fmla="*/ 180948 h 563255"/>
                  <a:gd name="connsiteX319" fmla="*/ 141854 w 596146"/>
                  <a:gd name="connsiteY319" fmla="*/ 182024 h 563255"/>
                  <a:gd name="connsiteX320" fmla="*/ 139330 w 596146"/>
                  <a:gd name="connsiteY320" fmla="*/ 182966 h 563255"/>
                  <a:gd name="connsiteX321" fmla="*/ 137446 w 596146"/>
                  <a:gd name="connsiteY321" fmla="*/ 182831 h 563255"/>
                  <a:gd name="connsiteX322" fmla="*/ 135763 w 596146"/>
                  <a:gd name="connsiteY322" fmla="*/ 182764 h 563255"/>
                  <a:gd name="connsiteX323" fmla="*/ 132869 w 596146"/>
                  <a:gd name="connsiteY323" fmla="*/ 184211 h 563255"/>
                  <a:gd name="connsiteX324" fmla="*/ 132061 w 596146"/>
                  <a:gd name="connsiteY324" fmla="*/ 185018 h 563255"/>
                  <a:gd name="connsiteX325" fmla="*/ 131085 w 596146"/>
                  <a:gd name="connsiteY325" fmla="*/ 187339 h 563255"/>
                  <a:gd name="connsiteX326" fmla="*/ 130378 w 596146"/>
                  <a:gd name="connsiteY326" fmla="*/ 189088 h 563255"/>
                  <a:gd name="connsiteX327" fmla="*/ 131051 w 596146"/>
                  <a:gd name="connsiteY327" fmla="*/ 192217 h 563255"/>
                  <a:gd name="connsiteX328" fmla="*/ 131051 w 596146"/>
                  <a:gd name="connsiteY328" fmla="*/ 196926 h 563255"/>
                  <a:gd name="connsiteX329" fmla="*/ 130378 w 596146"/>
                  <a:gd name="connsiteY329" fmla="*/ 201131 h 563255"/>
                  <a:gd name="connsiteX330" fmla="*/ 128224 w 596146"/>
                  <a:gd name="connsiteY330" fmla="*/ 203520 h 563255"/>
                  <a:gd name="connsiteX331" fmla="*/ 125969 w 596146"/>
                  <a:gd name="connsiteY331" fmla="*/ 203823 h 563255"/>
                  <a:gd name="connsiteX332" fmla="*/ 123815 w 596146"/>
                  <a:gd name="connsiteY332" fmla="*/ 203183 h 563255"/>
                  <a:gd name="connsiteX333" fmla="*/ 120484 w 596146"/>
                  <a:gd name="connsiteY333" fmla="*/ 201804 h 563255"/>
                  <a:gd name="connsiteX334" fmla="*/ 117287 w 596146"/>
                  <a:gd name="connsiteY334" fmla="*/ 203486 h 563255"/>
                  <a:gd name="connsiteX335" fmla="*/ 115974 w 596146"/>
                  <a:gd name="connsiteY335" fmla="*/ 207321 h 563255"/>
                  <a:gd name="connsiteX336" fmla="*/ 114022 w 596146"/>
                  <a:gd name="connsiteY336" fmla="*/ 208902 h 563255"/>
                  <a:gd name="connsiteX337" fmla="*/ 112642 w 596146"/>
                  <a:gd name="connsiteY337" fmla="*/ 210719 h 563255"/>
                  <a:gd name="connsiteX338" fmla="*/ 109950 w 596146"/>
                  <a:gd name="connsiteY338" fmla="*/ 212973 h 563255"/>
                  <a:gd name="connsiteX339" fmla="*/ 108334 w 596146"/>
                  <a:gd name="connsiteY339" fmla="*/ 214991 h 563255"/>
                  <a:gd name="connsiteX340" fmla="*/ 107863 w 596146"/>
                  <a:gd name="connsiteY340" fmla="*/ 216942 h 563255"/>
                  <a:gd name="connsiteX341" fmla="*/ 107661 w 596146"/>
                  <a:gd name="connsiteY341" fmla="*/ 220071 h 563255"/>
                  <a:gd name="connsiteX342" fmla="*/ 108233 w 596146"/>
                  <a:gd name="connsiteY342" fmla="*/ 223468 h 563255"/>
                  <a:gd name="connsiteX343" fmla="*/ 108233 w 596146"/>
                  <a:gd name="connsiteY343" fmla="*/ 225655 h 563255"/>
                  <a:gd name="connsiteX344" fmla="*/ 106147 w 596146"/>
                  <a:gd name="connsiteY344" fmla="*/ 227471 h 563255"/>
                  <a:gd name="connsiteX345" fmla="*/ 104699 w 596146"/>
                  <a:gd name="connsiteY345" fmla="*/ 228783 h 563255"/>
                  <a:gd name="connsiteX346" fmla="*/ 103555 w 596146"/>
                  <a:gd name="connsiteY346" fmla="*/ 230465 h 563255"/>
                  <a:gd name="connsiteX347" fmla="*/ 106147 w 596146"/>
                  <a:gd name="connsiteY347" fmla="*/ 234031 h 563255"/>
                  <a:gd name="connsiteX348" fmla="*/ 105844 w 596146"/>
                  <a:gd name="connsiteY348" fmla="*/ 237126 h 563255"/>
                  <a:gd name="connsiteX349" fmla="*/ 103522 w 596146"/>
                  <a:gd name="connsiteY349" fmla="*/ 240019 h 563255"/>
                  <a:gd name="connsiteX350" fmla="*/ 98608 w 596146"/>
                  <a:gd name="connsiteY350" fmla="*/ 239783 h 563255"/>
                  <a:gd name="connsiteX351" fmla="*/ 96151 w 596146"/>
                  <a:gd name="connsiteY351" fmla="*/ 237462 h 563255"/>
                  <a:gd name="connsiteX352" fmla="*/ 96151 w 596146"/>
                  <a:gd name="connsiteY352" fmla="*/ 234065 h 563255"/>
                  <a:gd name="connsiteX353" fmla="*/ 94401 w 596146"/>
                  <a:gd name="connsiteY353" fmla="*/ 228783 h 563255"/>
                  <a:gd name="connsiteX354" fmla="*/ 94401 w 596146"/>
                  <a:gd name="connsiteY354" fmla="*/ 225318 h 563255"/>
                  <a:gd name="connsiteX355" fmla="*/ 94401 w 596146"/>
                  <a:gd name="connsiteY355" fmla="*/ 223872 h 563255"/>
                  <a:gd name="connsiteX356" fmla="*/ 94233 w 596146"/>
                  <a:gd name="connsiteY356" fmla="*/ 221046 h 563255"/>
                  <a:gd name="connsiteX357" fmla="*/ 93896 w 596146"/>
                  <a:gd name="connsiteY357" fmla="*/ 216774 h 563255"/>
                  <a:gd name="connsiteX358" fmla="*/ 89050 w 596146"/>
                  <a:gd name="connsiteY358" fmla="*/ 211492 h 563255"/>
                  <a:gd name="connsiteX359" fmla="*/ 83127 w 596146"/>
                  <a:gd name="connsiteY359" fmla="*/ 204596 h 563255"/>
                  <a:gd name="connsiteX360" fmla="*/ 80233 w 596146"/>
                  <a:gd name="connsiteY360" fmla="*/ 200896 h 563255"/>
                  <a:gd name="connsiteX361" fmla="*/ 80233 w 596146"/>
                  <a:gd name="connsiteY361" fmla="*/ 199382 h 563255"/>
                  <a:gd name="connsiteX362" fmla="*/ 77170 w 596146"/>
                  <a:gd name="connsiteY362" fmla="*/ 197936 h 563255"/>
                  <a:gd name="connsiteX363" fmla="*/ 75151 w 596146"/>
                  <a:gd name="connsiteY363" fmla="*/ 195110 h 563255"/>
                  <a:gd name="connsiteX364" fmla="*/ 74781 w 596146"/>
                  <a:gd name="connsiteY364" fmla="*/ 190400 h 563255"/>
                  <a:gd name="connsiteX365" fmla="*/ 75420 w 596146"/>
                  <a:gd name="connsiteY365" fmla="*/ 188449 h 563255"/>
                  <a:gd name="connsiteX366" fmla="*/ 76867 w 596146"/>
                  <a:gd name="connsiteY366" fmla="*/ 186565 h 563255"/>
                  <a:gd name="connsiteX367" fmla="*/ 77136 w 596146"/>
                  <a:gd name="connsiteY367" fmla="*/ 184110 h 563255"/>
                  <a:gd name="connsiteX368" fmla="*/ 75185 w 596146"/>
                  <a:gd name="connsiteY368" fmla="*/ 182663 h 563255"/>
                  <a:gd name="connsiteX369" fmla="*/ 70675 w 596146"/>
                  <a:gd name="connsiteY369" fmla="*/ 182226 h 563255"/>
                  <a:gd name="connsiteX370" fmla="*/ 66266 w 596146"/>
                  <a:gd name="connsiteY370" fmla="*/ 182798 h 563255"/>
                  <a:gd name="connsiteX371" fmla="*/ 63574 w 596146"/>
                  <a:gd name="connsiteY371" fmla="*/ 182932 h 563255"/>
                  <a:gd name="connsiteX372" fmla="*/ 62934 w 596146"/>
                  <a:gd name="connsiteY372" fmla="*/ 183134 h 563255"/>
                  <a:gd name="connsiteX373" fmla="*/ 61857 w 596146"/>
                  <a:gd name="connsiteY373" fmla="*/ 183269 h 563255"/>
                  <a:gd name="connsiteX374" fmla="*/ 60713 w 596146"/>
                  <a:gd name="connsiteY374" fmla="*/ 184648 h 563255"/>
                  <a:gd name="connsiteX375" fmla="*/ 59636 w 596146"/>
                  <a:gd name="connsiteY375" fmla="*/ 183572 h 563255"/>
                  <a:gd name="connsiteX376" fmla="*/ 59636 w 596146"/>
                  <a:gd name="connsiteY376" fmla="*/ 180880 h 563255"/>
                  <a:gd name="connsiteX377" fmla="*/ 58525 w 596146"/>
                  <a:gd name="connsiteY377" fmla="*/ 179501 h 563255"/>
                  <a:gd name="connsiteX378" fmla="*/ 55968 w 596146"/>
                  <a:gd name="connsiteY378" fmla="*/ 179636 h 563255"/>
                  <a:gd name="connsiteX379" fmla="*/ 53780 w 596146"/>
                  <a:gd name="connsiteY379" fmla="*/ 178458 h 563255"/>
                  <a:gd name="connsiteX380" fmla="*/ 54083 w 596146"/>
                  <a:gd name="connsiteY380" fmla="*/ 176945 h 563255"/>
                  <a:gd name="connsiteX381" fmla="*/ 54352 w 596146"/>
                  <a:gd name="connsiteY381" fmla="*/ 175935 h 563255"/>
                  <a:gd name="connsiteX382" fmla="*/ 53545 w 596146"/>
                  <a:gd name="connsiteY382" fmla="*/ 174052 h 563255"/>
                  <a:gd name="connsiteX383" fmla="*/ 51593 w 596146"/>
                  <a:gd name="connsiteY383" fmla="*/ 171461 h 563255"/>
                  <a:gd name="connsiteX384" fmla="*/ 49708 w 596146"/>
                  <a:gd name="connsiteY384" fmla="*/ 167122 h 563255"/>
                  <a:gd name="connsiteX385" fmla="*/ 48463 w 596146"/>
                  <a:gd name="connsiteY385" fmla="*/ 164935 h 563255"/>
                  <a:gd name="connsiteX386" fmla="*/ 46376 w 596146"/>
                  <a:gd name="connsiteY386" fmla="*/ 164061 h 563255"/>
                  <a:gd name="connsiteX387" fmla="*/ 45198 w 596146"/>
                  <a:gd name="connsiteY387" fmla="*/ 163758 h 563255"/>
                  <a:gd name="connsiteX388" fmla="*/ 44761 w 596146"/>
                  <a:gd name="connsiteY388" fmla="*/ 166146 h 563255"/>
                  <a:gd name="connsiteX389" fmla="*/ 42237 w 596146"/>
                  <a:gd name="connsiteY389" fmla="*/ 167895 h 563255"/>
                  <a:gd name="connsiteX390" fmla="*/ 42237 w 596146"/>
                  <a:gd name="connsiteY390" fmla="*/ 169275 h 563255"/>
                  <a:gd name="connsiteX391" fmla="*/ 41093 w 596146"/>
                  <a:gd name="connsiteY391" fmla="*/ 170889 h 563255"/>
                  <a:gd name="connsiteX392" fmla="*/ 39645 w 596146"/>
                  <a:gd name="connsiteY392" fmla="*/ 172269 h 563255"/>
                  <a:gd name="connsiteX393" fmla="*/ 37121 w 596146"/>
                  <a:gd name="connsiteY393" fmla="*/ 172269 h 563255"/>
                  <a:gd name="connsiteX394" fmla="*/ 35169 w 596146"/>
                  <a:gd name="connsiteY394" fmla="*/ 172908 h 563255"/>
                  <a:gd name="connsiteX395" fmla="*/ 34328 w 596146"/>
                  <a:gd name="connsiteY395" fmla="*/ 174152 h 563255"/>
                  <a:gd name="connsiteX396" fmla="*/ 34429 w 596146"/>
                  <a:gd name="connsiteY396" fmla="*/ 175734 h 563255"/>
                  <a:gd name="connsiteX397" fmla="*/ 32679 w 596146"/>
                  <a:gd name="connsiteY397" fmla="*/ 175734 h 563255"/>
                  <a:gd name="connsiteX398" fmla="*/ 30659 w 596146"/>
                  <a:gd name="connsiteY398" fmla="*/ 175734 h 563255"/>
                  <a:gd name="connsiteX399" fmla="*/ 29515 w 596146"/>
                  <a:gd name="connsiteY399" fmla="*/ 178593 h 563255"/>
                  <a:gd name="connsiteX400" fmla="*/ 28674 w 596146"/>
                  <a:gd name="connsiteY400" fmla="*/ 181250 h 563255"/>
                  <a:gd name="connsiteX401" fmla="*/ 27462 w 596146"/>
                  <a:gd name="connsiteY401" fmla="*/ 182663 h 563255"/>
                  <a:gd name="connsiteX402" fmla="*/ 25847 w 596146"/>
                  <a:gd name="connsiteY402" fmla="*/ 184076 h 563255"/>
                  <a:gd name="connsiteX403" fmla="*/ 25308 w 596146"/>
                  <a:gd name="connsiteY403" fmla="*/ 186027 h 563255"/>
                  <a:gd name="connsiteX404" fmla="*/ 24669 w 596146"/>
                  <a:gd name="connsiteY404" fmla="*/ 187877 h 563255"/>
                  <a:gd name="connsiteX405" fmla="*/ 25645 w 596146"/>
                  <a:gd name="connsiteY405" fmla="*/ 190602 h 563255"/>
                  <a:gd name="connsiteX406" fmla="*/ 27496 w 596146"/>
                  <a:gd name="connsiteY406" fmla="*/ 191914 h 563255"/>
                  <a:gd name="connsiteX407" fmla="*/ 29246 w 596146"/>
                  <a:gd name="connsiteY407" fmla="*/ 192553 h 563255"/>
                  <a:gd name="connsiteX408" fmla="*/ 32948 w 596146"/>
                  <a:gd name="connsiteY408" fmla="*/ 193529 h 563255"/>
                  <a:gd name="connsiteX409" fmla="*/ 32847 w 596146"/>
                  <a:gd name="connsiteY409" fmla="*/ 194706 h 563255"/>
                  <a:gd name="connsiteX410" fmla="*/ 32645 w 596146"/>
                  <a:gd name="connsiteY410" fmla="*/ 196355 h 563255"/>
                  <a:gd name="connsiteX411" fmla="*/ 34496 w 596146"/>
                  <a:gd name="connsiteY411" fmla="*/ 198306 h 563255"/>
                  <a:gd name="connsiteX412" fmla="*/ 35910 w 596146"/>
                  <a:gd name="connsiteY412" fmla="*/ 198306 h 563255"/>
                  <a:gd name="connsiteX413" fmla="*/ 38501 w 596146"/>
                  <a:gd name="connsiteY413" fmla="*/ 199281 h 563255"/>
                  <a:gd name="connsiteX414" fmla="*/ 40789 w 596146"/>
                  <a:gd name="connsiteY414" fmla="*/ 200492 h 563255"/>
                  <a:gd name="connsiteX415" fmla="*/ 39578 w 596146"/>
                  <a:gd name="connsiteY415" fmla="*/ 203318 h 563255"/>
                  <a:gd name="connsiteX416" fmla="*/ 37087 w 596146"/>
                  <a:gd name="connsiteY416" fmla="*/ 207994 h 563255"/>
                  <a:gd name="connsiteX417" fmla="*/ 35506 w 596146"/>
                  <a:gd name="connsiteY417" fmla="*/ 212603 h 563255"/>
                  <a:gd name="connsiteX418" fmla="*/ 33621 w 596146"/>
                  <a:gd name="connsiteY418" fmla="*/ 216572 h 563255"/>
                  <a:gd name="connsiteX419" fmla="*/ 33621 w 596146"/>
                  <a:gd name="connsiteY419" fmla="*/ 219330 h 563255"/>
                  <a:gd name="connsiteX420" fmla="*/ 33688 w 596146"/>
                  <a:gd name="connsiteY420" fmla="*/ 224040 h 563255"/>
                  <a:gd name="connsiteX421" fmla="*/ 32679 w 596146"/>
                  <a:gd name="connsiteY421" fmla="*/ 226126 h 563255"/>
                  <a:gd name="connsiteX422" fmla="*/ 31871 w 596146"/>
                  <a:gd name="connsiteY422" fmla="*/ 228716 h 563255"/>
                  <a:gd name="connsiteX423" fmla="*/ 31871 w 596146"/>
                  <a:gd name="connsiteY423" fmla="*/ 231272 h 563255"/>
                  <a:gd name="connsiteX424" fmla="*/ 33722 w 596146"/>
                  <a:gd name="connsiteY424" fmla="*/ 233560 h 563255"/>
                  <a:gd name="connsiteX425" fmla="*/ 34362 w 596146"/>
                  <a:gd name="connsiteY425" fmla="*/ 237630 h 563255"/>
                  <a:gd name="connsiteX426" fmla="*/ 34866 w 596146"/>
                  <a:gd name="connsiteY426" fmla="*/ 246208 h 563255"/>
                  <a:gd name="connsiteX427" fmla="*/ 36381 w 596146"/>
                  <a:gd name="connsiteY427" fmla="*/ 248126 h 563255"/>
                  <a:gd name="connsiteX428" fmla="*/ 40789 w 596146"/>
                  <a:gd name="connsiteY428" fmla="*/ 251759 h 563255"/>
                  <a:gd name="connsiteX429" fmla="*/ 40419 w 596146"/>
                  <a:gd name="connsiteY429" fmla="*/ 254349 h 563255"/>
                  <a:gd name="connsiteX430" fmla="*/ 38838 w 596146"/>
                  <a:gd name="connsiteY430" fmla="*/ 256502 h 563255"/>
                  <a:gd name="connsiteX431" fmla="*/ 39174 w 596146"/>
                  <a:gd name="connsiteY431" fmla="*/ 260102 h 563255"/>
                  <a:gd name="connsiteX432" fmla="*/ 44054 w 596146"/>
                  <a:gd name="connsiteY432" fmla="*/ 263466 h 563255"/>
                  <a:gd name="connsiteX433" fmla="*/ 44054 w 596146"/>
                  <a:gd name="connsiteY433" fmla="*/ 268142 h 563255"/>
                  <a:gd name="connsiteX434" fmla="*/ 42977 w 596146"/>
                  <a:gd name="connsiteY434" fmla="*/ 271741 h 563255"/>
                  <a:gd name="connsiteX435" fmla="*/ 40655 w 596146"/>
                  <a:gd name="connsiteY435" fmla="*/ 275879 h 563255"/>
                  <a:gd name="connsiteX436" fmla="*/ 38871 w 596146"/>
                  <a:gd name="connsiteY436" fmla="*/ 279142 h 563255"/>
                  <a:gd name="connsiteX437" fmla="*/ 38871 w 596146"/>
                  <a:gd name="connsiteY437" fmla="*/ 286105 h 563255"/>
                  <a:gd name="connsiteX438" fmla="*/ 38333 w 596146"/>
                  <a:gd name="connsiteY438" fmla="*/ 286475 h 563255"/>
                  <a:gd name="connsiteX439" fmla="*/ 37996 w 596146"/>
                  <a:gd name="connsiteY439" fmla="*/ 289435 h 563255"/>
                  <a:gd name="connsiteX440" fmla="*/ 34664 w 596146"/>
                  <a:gd name="connsiteY440" fmla="*/ 291454 h 563255"/>
                  <a:gd name="connsiteX441" fmla="*/ 31905 w 596146"/>
                  <a:gd name="connsiteY441" fmla="*/ 292026 h 563255"/>
                  <a:gd name="connsiteX442" fmla="*/ 29010 w 596146"/>
                  <a:gd name="connsiteY442" fmla="*/ 294212 h 563255"/>
                  <a:gd name="connsiteX443" fmla="*/ 28438 w 596146"/>
                  <a:gd name="connsiteY443" fmla="*/ 298283 h 563255"/>
                  <a:gd name="connsiteX444" fmla="*/ 28438 w 596146"/>
                  <a:gd name="connsiteY444" fmla="*/ 302050 h 563255"/>
                  <a:gd name="connsiteX445" fmla="*/ 26251 w 596146"/>
                  <a:gd name="connsiteY445" fmla="*/ 306121 h 563255"/>
                  <a:gd name="connsiteX446" fmla="*/ 21606 w 596146"/>
                  <a:gd name="connsiteY446" fmla="*/ 310763 h 563255"/>
                  <a:gd name="connsiteX447" fmla="*/ 15818 w 596146"/>
                  <a:gd name="connsiteY447" fmla="*/ 312950 h 563255"/>
                  <a:gd name="connsiteX448" fmla="*/ 12924 w 596146"/>
                  <a:gd name="connsiteY448" fmla="*/ 314833 h 563255"/>
                  <a:gd name="connsiteX449" fmla="*/ 8851 w 596146"/>
                  <a:gd name="connsiteY449" fmla="*/ 317155 h 563255"/>
                  <a:gd name="connsiteX450" fmla="*/ 7404 w 596146"/>
                  <a:gd name="connsiteY450" fmla="*/ 320350 h 563255"/>
                  <a:gd name="connsiteX451" fmla="*/ 9154 w 596146"/>
                  <a:gd name="connsiteY451" fmla="*/ 321797 h 563255"/>
                  <a:gd name="connsiteX452" fmla="*/ 13193 w 596146"/>
                  <a:gd name="connsiteY452" fmla="*/ 323815 h 563255"/>
                  <a:gd name="connsiteX453" fmla="*/ 12486 w 596146"/>
                  <a:gd name="connsiteY453" fmla="*/ 326136 h 563255"/>
                  <a:gd name="connsiteX454" fmla="*/ 10736 w 596146"/>
                  <a:gd name="connsiteY454" fmla="*/ 328592 h 563255"/>
                  <a:gd name="connsiteX455" fmla="*/ 8548 w 596146"/>
                  <a:gd name="connsiteY455" fmla="*/ 330610 h 563255"/>
                  <a:gd name="connsiteX456" fmla="*/ 1313 w 596146"/>
                  <a:gd name="connsiteY456" fmla="*/ 337977 h 563255"/>
                  <a:gd name="connsiteX457" fmla="*/ 0 w 596146"/>
                  <a:gd name="connsiteY457" fmla="*/ 343192 h 563255"/>
                  <a:gd name="connsiteX458" fmla="*/ 3332 w 596146"/>
                  <a:gd name="connsiteY458" fmla="*/ 346825 h 563255"/>
                  <a:gd name="connsiteX459" fmla="*/ 8279 w 596146"/>
                  <a:gd name="connsiteY459" fmla="*/ 351602 h 563255"/>
                  <a:gd name="connsiteX460" fmla="*/ 15078 w 596146"/>
                  <a:gd name="connsiteY460" fmla="*/ 355638 h 563255"/>
                  <a:gd name="connsiteX461" fmla="*/ 19554 w 596146"/>
                  <a:gd name="connsiteY461" fmla="*/ 359271 h 563255"/>
                  <a:gd name="connsiteX462" fmla="*/ 23020 w 596146"/>
                  <a:gd name="connsiteY462" fmla="*/ 360718 h 563255"/>
                  <a:gd name="connsiteX463" fmla="*/ 27496 w 596146"/>
                  <a:gd name="connsiteY463" fmla="*/ 359978 h 563255"/>
                  <a:gd name="connsiteX464" fmla="*/ 32140 w 596146"/>
                  <a:gd name="connsiteY464" fmla="*/ 359978 h 563255"/>
                  <a:gd name="connsiteX465" fmla="*/ 32578 w 596146"/>
                  <a:gd name="connsiteY465" fmla="*/ 364822 h 563255"/>
                  <a:gd name="connsiteX466" fmla="*/ 35910 w 596146"/>
                  <a:gd name="connsiteY466" fmla="*/ 369801 h 563255"/>
                  <a:gd name="connsiteX467" fmla="*/ 37794 w 596146"/>
                  <a:gd name="connsiteY467" fmla="*/ 374275 h 563255"/>
                  <a:gd name="connsiteX468" fmla="*/ 40419 w 596146"/>
                  <a:gd name="connsiteY468" fmla="*/ 374847 h 563255"/>
                  <a:gd name="connsiteX469" fmla="*/ 46645 w 596146"/>
                  <a:gd name="connsiteY469" fmla="*/ 375553 h 563255"/>
                  <a:gd name="connsiteX470" fmla="*/ 49708 w 596146"/>
                  <a:gd name="connsiteY470" fmla="*/ 375553 h 563255"/>
                  <a:gd name="connsiteX471" fmla="*/ 51020 w 596146"/>
                  <a:gd name="connsiteY471" fmla="*/ 374746 h 563255"/>
                  <a:gd name="connsiteX472" fmla="*/ 55530 w 596146"/>
                  <a:gd name="connsiteY472" fmla="*/ 373366 h 563255"/>
                  <a:gd name="connsiteX473" fmla="*/ 60006 w 596146"/>
                  <a:gd name="connsiteY473" fmla="*/ 373366 h 563255"/>
                  <a:gd name="connsiteX474" fmla="*/ 64078 w 596146"/>
                  <a:gd name="connsiteY474" fmla="*/ 375688 h 563255"/>
                  <a:gd name="connsiteX475" fmla="*/ 68858 w 596146"/>
                  <a:gd name="connsiteY475" fmla="*/ 380195 h 563255"/>
                  <a:gd name="connsiteX476" fmla="*/ 71617 w 596146"/>
                  <a:gd name="connsiteY476" fmla="*/ 384400 h 563255"/>
                  <a:gd name="connsiteX477" fmla="*/ 71920 w 596146"/>
                  <a:gd name="connsiteY477" fmla="*/ 388605 h 563255"/>
                  <a:gd name="connsiteX478" fmla="*/ 71920 w 596146"/>
                  <a:gd name="connsiteY478" fmla="*/ 394559 h 563255"/>
                  <a:gd name="connsiteX479" fmla="*/ 72122 w 596146"/>
                  <a:gd name="connsiteY479" fmla="*/ 398462 h 563255"/>
                  <a:gd name="connsiteX480" fmla="*/ 73502 w 596146"/>
                  <a:gd name="connsiteY480" fmla="*/ 402364 h 563255"/>
                  <a:gd name="connsiteX481" fmla="*/ 80333 w 596146"/>
                  <a:gd name="connsiteY481" fmla="*/ 406131 h 563255"/>
                  <a:gd name="connsiteX482" fmla="*/ 84978 w 596146"/>
                  <a:gd name="connsiteY482" fmla="*/ 409462 h 563255"/>
                  <a:gd name="connsiteX483" fmla="*/ 91945 w 596146"/>
                  <a:gd name="connsiteY483" fmla="*/ 412086 h 563255"/>
                  <a:gd name="connsiteX484" fmla="*/ 92079 w 596146"/>
                  <a:gd name="connsiteY484" fmla="*/ 412086 h 563255"/>
                  <a:gd name="connsiteX485" fmla="*/ 91945 w 596146"/>
                  <a:gd name="connsiteY485" fmla="*/ 417804 h 563255"/>
                  <a:gd name="connsiteX486" fmla="*/ 93695 w 596146"/>
                  <a:gd name="connsiteY486" fmla="*/ 421942 h 563255"/>
                  <a:gd name="connsiteX487" fmla="*/ 97026 w 596146"/>
                  <a:gd name="connsiteY487" fmla="*/ 425272 h 563255"/>
                  <a:gd name="connsiteX488" fmla="*/ 99786 w 596146"/>
                  <a:gd name="connsiteY488" fmla="*/ 428603 h 563255"/>
                  <a:gd name="connsiteX489" fmla="*/ 99786 w 596146"/>
                  <a:gd name="connsiteY489" fmla="*/ 431361 h 563255"/>
                  <a:gd name="connsiteX490" fmla="*/ 102142 w 596146"/>
                  <a:gd name="connsiteY490" fmla="*/ 429040 h 563255"/>
                  <a:gd name="connsiteX491" fmla="*/ 104363 w 596146"/>
                  <a:gd name="connsiteY491" fmla="*/ 428367 h 563255"/>
                  <a:gd name="connsiteX492" fmla="*/ 107695 w 596146"/>
                  <a:gd name="connsiteY492" fmla="*/ 424700 h 563255"/>
                  <a:gd name="connsiteX493" fmla="*/ 111363 w 596146"/>
                  <a:gd name="connsiteY493" fmla="*/ 423187 h 563255"/>
                  <a:gd name="connsiteX494" fmla="*/ 114897 w 596146"/>
                  <a:gd name="connsiteY494" fmla="*/ 420529 h 563255"/>
                  <a:gd name="connsiteX495" fmla="*/ 118801 w 596146"/>
                  <a:gd name="connsiteY495" fmla="*/ 416896 h 563255"/>
                  <a:gd name="connsiteX496" fmla="*/ 122234 w 596146"/>
                  <a:gd name="connsiteY496" fmla="*/ 413969 h 563255"/>
                  <a:gd name="connsiteX497" fmla="*/ 125094 w 596146"/>
                  <a:gd name="connsiteY497" fmla="*/ 412187 h 563255"/>
                  <a:gd name="connsiteX498" fmla="*/ 128359 w 596146"/>
                  <a:gd name="connsiteY498" fmla="*/ 411917 h 563255"/>
                  <a:gd name="connsiteX499" fmla="*/ 131960 w 596146"/>
                  <a:gd name="connsiteY499" fmla="*/ 411985 h 563255"/>
                  <a:gd name="connsiteX500" fmla="*/ 134787 w 596146"/>
                  <a:gd name="connsiteY500" fmla="*/ 409697 h 563255"/>
                  <a:gd name="connsiteX501" fmla="*/ 136638 w 596146"/>
                  <a:gd name="connsiteY501" fmla="*/ 408116 h 563255"/>
                  <a:gd name="connsiteX502" fmla="*/ 140945 w 596146"/>
                  <a:gd name="connsiteY502" fmla="*/ 405728 h 563255"/>
                  <a:gd name="connsiteX503" fmla="*/ 144109 w 596146"/>
                  <a:gd name="connsiteY503" fmla="*/ 403541 h 563255"/>
                  <a:gd name="connsiteX504" fmla="*/ 147205 w 596146"/>
                  <a:gd name="connsiteY504" fmla="*/ 402296 h 563255"/>
                  <a:gd name="connsiteX505" fmla="*/ 150974 w 596146"/>
                  <a:gd name="connsiteY505" fmla="*/ 399033 h 563255"/>
                  <a:gd name="connsiteX506" fmla="*/ 151849 w 596146"/>
                  <a:gd name="connsiteY506" fmla="*/ 393954 h 563255"/>
                  <a:gd name="connsiteX507" fmla="*/ 158513 w 596146"/>
                  <a:gd name="connsiteY507" fmla="*/ 388000 h 563255"/>
                  <a:gd name="connsiteX508" fmla="*/ 158513 w 596146"/>
                  <a:gd name="connsiteY508" fmla="*/ 384535 h 563255"/>
                  <a:gd name="connsiteX509" fmla="*/ 158210 w 596146"/>
                  <a:gd name="connsiteY509" fmla="*/ 383223 h 563255"/>
                  <a:gd name="connsiteX510" fmla="*/ 157403 w 596146"/>
                  <a:gd name="connsiteY510" fmla="*/ 379691 h 563255"/>
                  <a:gd name="connsiteX511" fmla="*/ 157705 w 596146"/>
                  <a:gd name="connsiteY511" fmla="*/ 376865 h 563255"/>
                  <a:gd name="connsiteX512" fmla="*/ 159590 w 596146"/>
                  <a:gd name="connsiteY512" fmla="*/ 373602 h 563255"/>
                  <a:gd name="connsiteX513" fmla="*/ 161172 w 596146"/>
                  <a:gd name="connsiteY513" fmla="*/ 370843 h 563255"/>
                  <a:gd name="connsiteX514" fmla="*/ 163932 w 596146"/>
                  <a:gd name="connsiteY514" fmla="*/ 369094 h 563255"/>
                  <a:gd name="connsiteX515" fmla="*/ 166456 w 596146"/>
                  <a:gd name="connsiteY515" fmla="*/ 370978 h 563255"/>
                  <a:gd name="connsiteX516" fmla="*/ 167398 w 596146"/>
                  <a:gd name="connsiteY516" fmla="*/ 375250 h 563255"/>
                  <a:gd name="connsiteX517" fmla="*/ 170965 w 596146"/>
                  <a:gd name="connsiteY517" fmla="*/ 375452 h 563255"/>
                  <a:gd name="connsiteX518" fmla="*/ 171167 w 596146"/>
                  <a:gd name="connsiteY518" fmla="*/ 371920 h 563255"/>
                  <a:gd name="connsiteX519" fmla="*/ 171100 w 596146"/>
                  <a:gd name="connsiteY519" fmla="*/ 368455 h 563255"/>
                  <a:gd name="connsiteX520" fmla="*/ 171235 w 596146"/>
                  <a:gd name="connsiteY520" fmla="*/ 365932 h 563255"/>
                  <a:gd name="connsiteX521" fmla="*/ 170427 w 596146"/>
                  <a:gd name="connsiteY521" fmla="*/ 362904 h 563255"/>
                  <a:gd name="connsiteX522" fmla="*/ 171672 w 596146"/>
                  <a:gd name="connsiteY522" fmla="*/ 358834 h 563255"/>
                  <a:gd name="connsiteX523" fmla="*/ 173994 w 596146"/>
                  <a:gd name="connsiteY523" fmla="*/ 356008 h 563255"/>
                  <a:gd name="connsiteX524" fmla="*/ 177057 w 596146"/>
                  <a:gd name="connsiteY524" fmla="*/ 353485 h 563255"/>
                  <a:gd name="connsiteX525" fmla="*/ 180322 w 596146"/>
                  <a:gd name="connsiteY525" fmla="*/ 350290 h 563255"/>
                  <a:gd name="connsiteX526" fmla="*/ 185168 w 596146"/>
                  <a:gd name="connsiteY526" fmla="*/ 346455 h 563255"/>
                  <a:gd name="connsiteX527" fmla="*/ 188062 w 596146"/>
                  <a:gd name="connsiteY527" fmla="*/ 344705 h 563255"/>
                  <a:gd name="connsiteX528" fmla="*/ 189206 w 596146"/>
                  <a:gd name="connsiteY528" fmla="*/ 342081 h 563255"/>
                  <a:gd name="connsiteX529" fmla="*/ 190889 w 596146"/>
                  <a:gd name="connsiteY529" fmla="*/ 340063 h 563255"/>
                  <a:gd name="connsiteX530" fmla="*/ 190620 w 596146"/>
                  <a:gd name="connsiteY530" fmla="*/ 337305 h 563255"/>
                  <a:gd name="connsiteX531" fmla="*/ 189105 w 596146"/>
                  <a:gd name="connsiteY531" fmla="*/ 336666 h 563255"/>
                  <a:gd name="connsiteX532" fmla="*/ 187153 w 596146"/>
                  <a:gd name="connsiteY532" fmla="*/ 334479 h 563255"/>
                  <a:gd name="connsiteX533" fmla="*/ 185403 w 596146"/>
                  <a:gd name="connsiteY533" fmla="*/ 331283 h 563255"/>
                  <a:gd name="connsiteX534" fmla="*/ 186649 w 596146"/>
                  <a:gd name="connsiteY534" fmla="*/ 329837 h 563255"/>
                  <a:gd name="connsiteX535" fmla="*/ 189913 w 596146"/>
                  <a:gd name="connsiteY535" fmla="*/ 327751 h 563255"/>
                  <a:gd name="connsiteX536" fmla="*/ 192740 w 596146"/>
                  <a:gd name="connsiteY536" fmla="*/ 324993 h 563255"/>
                  <a:gd name="connsiteX537" fmla="*/ 195264 w 596146"/>
                  <a:gd name="connsiteY537" fmla="*/ 322739 h 563255"/>
                  <a:gd name="connsiteX538" fmla="*/ 197519 w 596146"/>
                  <a:gd name="connsiteY538" fmla="*/ 319711 h 563255"/>
                  <a:gd name="connsiteX539" fmla="*/ 199168 w 596146"/>
                  <a:gd name="connsiteY539" fmla="*/ 317895 h 563255"/>
                  <a:gd name="connsiteX540" fmla="*/ 201052 w 596146"/>
                  <a:gd name="connsiteY540" fmla="*/ 316314 h 563255"/>
                  <a:gd name="connsiteX541" fmla="*/ 204889 w 596146"/>
                  <a:gd name="connsiteY541" fmla="*/ 315944 h 563255"/>
                  <a:gd name="connsiteX542" fmla="*/ 208356 w 596146"/>
                  <a:gd name="connsiteY542" fmla="*/ 316751 h 563255"/>
                  <a:gd name="connsiteX543" fmla="*/ 216702 w 596146"/>
                  <a:gd name="connsiteY543" fmla="*/ 315876 h 563255"/>
                  <a:gd name="connsiteX544" fmla="*/ 221111 w 596146"/>
                  <a:gd name="connsiteY544" fmla="*/ 315944 h 563255"/>
                  <a:gd name="connsiteX545" fmla="*/ 226193 w 596146"/>
                  <a:gd name="connsiteY545" fmla="*/ 315574 h 563255"/>
                  <a:gd name="connsiteX546" fmla="*/ 232654 w 596146"/>
                  <a:gd name="connsiteY546" fmla="*/ 314497 h 563255"/>
                  <a:gd name="connsiteX547" fmla="*/ 241337 w 596146"/>
                  <a:gd name="connsiteY547" fmla="*/ 314699 h 563255"/>
                  <a:gd name="connsiteX548" fmla="*/ 245780 w 596146"/>
                  <a:gd name="connsiteY548" fmla="*/ 313757 h 563255"/>
                  <a:gd name="connsiteX549" fmla="*/ 248539 w 596146"/>
                  <a:gd name="connsiteY549" fmla="*/ 313051 h 563255"/>
                  <a:gd name="connsiteX550" fmla="*/ 249852 w 596146"/>
                  <a:gd name="connsiteY550" fmla="*/ 313051 h 563255"/>
                  <a:gd name="connsiteX551" fmla="*/ 252376 w 596146"/>
                  <a:gd name="connsiteY551" fmla="*/ 312680 h 563255"/>
                  <a:gd name="connsiteX552" fmla="*/ 254765 w 596146"/>
                  <a:gd name="connsiteY552" fmla="*/ 311671 h 563255"/>
                  <a:gd name="connsiteX553" fmla="*/ 255708 w 596146"/>
                  <a:gd name="connsiteY553" fmla="*/ 310359 h 563255"/>
                  <a:gd name="connsiteX554" fmla="*/ 256011 w 596146"/>
                  <a:gd name="connsiteY554" fmla="*/ 309350 h 563255"/>
                  <a:gd name="connsiteX555" fmla="*/ 256212 w 596146"/>
                  <a:gd name="connsiteY555" fmla="*/ 307399 h 563255"/>
                  <a:gd name="connsiteX556" fmla="*/ 256011 w 596146"/>
                  <a:gd name="connsiteY556" fmla="*/ 304641 h 563255"/>
                  <a:gd name="connsiteX557" fmla="*/ 256313 w 596146"/>
                  <a:gd name="connsiteY557" fmla="*/ 301378 h 563255"/>
                  <a:gd name="connsiteX558" fmla="*/ 256179 w 596146"/>
                  <a:gd name="connsiteY558" fmla="*/ 298922 h 563255"/>
                  <a:gd name="connsiteX559" fmla="*/ 255977 w 596146"/>
                  <a:gd name="connsiteY559" fmla="*/ 297240 h 563255"/>
                  <a:gd name="connsiteX560" fmla="*/ 256549 w 596146"/>
                  <a:gd name="connsiteY560" fmla="*/ 296231 h 563255"/>
                  <a:gd name="connsiteX561" fmla="*/ 257559 w 596146"/>
                  <a:gd name="connsiteY561" fmla="*/ 295726 h 563255"/>
                  <a:gd name="connsiteX562" fmla="*/ 260756 w 596146"/>
                  <a:gd name="connsiteY562" fmla="*/ 295659 h 563255"/>
                  <a:gd name="connsiteX563" fmla="*/ 261900 w 596146"/>
                  <a:gd name="connsiteY563" fmla="*/ 295659 h 563255"/>
                  <a:gd name="connsiteX564" fmla="*/ 263852 w 596146"/>
                  <a:gd name="connsiteY564" fmla="*/ 296264 h 563255"/>
                  <a:gd name="connsiteX565" fmla="*/ 266376 w 596146"/>
                  <a:gd name="connsiteY565" fmla="*/ 298619 h 563255"/>
                  <a:gd name="connsiteX566" fmla="*/ 266948 w 596146"/>
                  <a:gd name="connsiteY566" fmla="*/ 300873 h 563255"/>
                  <a:gd name="connsiteX567" fmla="*/ 266679 w 596146"/>
                  <a:gd name="connsiteY567" fmla="*/ 303833 h 563255"/>
                  <a:gd name="connsiteX568" fmla="*/ 268496 w 596146"/>
                  <a:gd name="connsiteY568" fmla="*/ 307164 h 563255"/>
                  <a:gd name="connsiteX569" fmla="*/ 271189 w 596146"/>
                  <a:gd name="connsiteY569" fmla="*/ 309047 h 563255"/>
                  <a:gd name="connsiteX570" fmla="*/ 271626 w 596146"/>
                  <a:gd name="connsiteY570" fmla="*/ 312512 h 563255"/>
                  <a:gd name="connsiteX571" fmla="*/ 272434 w 596146"/>
                  <a:gd name="connsiteY571" fmla="*/ 316415 h 563255"/>
                  <a:gd name="connsiteX572" fmla="*/ 273309 w 596146"/>
                  <a:gd name="connsiteY572" fmla="*/ 320249 h 563255"/>
                  <a:gd name="connsiteX573" fmla="*/ 276069 w 596146"/>
                  <a:gd name="connsiteY573" fmla="*/ 322840 h 563255"/>
                  <a:gd name="connsiteX574" fmla="*/ 279199 w 596146"/>
                  <a:gd name="connsiteY574" fmla="*/ 325598 h 563255"/>
                  <a:gd name="connsiteX575" fmla="*/ 281857 w 596146"/>
                  <a:gd name="connsiteY575" fmla="*/ 328558 h 563255"/>
                  <a:gd name="connsiteX576" fmla="*/ 286064 w 596146"/>
                  <a:gd name="connsiteY576" fmla="*/ 331586 h 563255"/>
                  <a:gd name="connsiteX577" fmla="*/ 288151 w 596146"/>
                  <a:gd name="connsiteY577" fmla="*/ 333604 h 563255"/>
                  <a:gd name="connsiteX578" fmla="*/ 292661 w 596146"/>
                  <a:gd name="connsiteY578" fmla="*/ 336295 h 563255"/>
                  <a:gd name="connsiteX579" fmla="*/ 297944 w 596146"/>
                  <a:gd name="connsiteY579" fmla="*/ 339424 h 563255"/>
                  <a:gd name="connsiteX580" fmla="*/ 299088 w 596146"/>
                  <a:gd name="connsiteY580" fmla="*/ 345143 h 563255"/>
                  <a:gd name="connsiteX581" fmla="*/ 300670 w 596146"/>
                  <a:gd name="connsiteY581" fmla="*/ 346387 h 563255"/>
                  <a:gd name="connsiteX582" fmla="*/ 302858 w 596146"/>
                  <a:gd name="connsiteY582" fmla="*/ 348271 h 563255"/>
                  <a:gd name="connsiteX583" fmla="*/ 302925 w 596146"/>
                  <a:gd name="connsiteY583" fmla="*/ 350155 h 563255"/>
                  <a:gd name="connsiteX584" fmla="*/ 302992 w 596146"/>
                  <a:gd name="connsiteY584" fmla="*/ 352543 h 563255"/>
                  <a:gd name="connsiteX585" fmla="*/ 302185 w 596146"/>
                  <a:gd name="connsiteY585" fmla="*/ 355941 h 563255"/>
                  <a:gd name="connsiteX586" fmla="*/ 300939 w 596146"/>
                  <a:gd name="connsiteY586" fmla="*/ 357623 h 563255"/>
                  <a:gd name="connsiteX587" fmla="*/ 299863 w 596146"/>
                  <a:gd name="connsiteY587" fmla="*/ 359507 h 563255"/>
                  <a:gd name="connsiteX588" fmla="*/ 297978 w 596146"/>
                  <a:gd name="connsiteY588" fmla="*/ 362635 h 563255"/>
                  <a:gd name="connsiteX589" fmla="*/ 296530 w 596146"/>
                  <a:gd name="connsiteY589" fmla="*/ 364956 h 563255"/>
                  <a:gd name="connsiteX590" fmla="*/ 295084 w 596146"/>
                  <a:gd name="connsiteY590" fmla="*/ 366538 h 563255"/>
                  <a:gd name="connsiteX591" fmla="*/ 293838 w 596146"/>
                  <a:gd name="connsiteY591" fmla="*/ 368220 h 563255"/>
                  <a:gd name="connsiteX592" fmla="*/ 293704 w 596146"/>
                  <a:gd name="connsiteY592" fmla="*/ 371348 h 563255"/>
                  <a:gd name="connsiteX593" fmla="*/ 294209 w 596146"/>
                  <a:gd name="connsiteY593" fmla="*/ 373736 h 563255"/>
                  <a:gd name="connsiteX594" fmla="*/ 295016 w 596146"/>
                  <a:gd name="connsiteY594" fmla="*/ 377269 h 563255"/>
                  <a:gd name="connsiteX595" fmla="*/ 293435 w 596146"/>
                  <a:gd name="connsiteY595" fmla="*/ 380834 h 563255"/>
                  <a:gd name="connsiteX596" fmla="*/ 292997 w 596146"/>
                  <a:gd name="connsiteY596" fmla="*/ 383929 h 563255"/>
                  <a:gd name="connsiteX597" fmla="*/ 291853 w 596146"/>
                  <a:gd name="connsiteY597" fmla="*/ 386183 h 563255"/>
                  <a:gd name="connsiteX598" fmla="*/ 290540 w 596146"/>
                  <a:gd name="connsiteY598" fmla="*/ 389076 h 563255"/>
                  <a:gd name="connsiteX599" fmla="*/ 288790 w 596146"/>
                  <a:gd name="connsiteY599" fmla="*/ 390153 h 563255"/>
                  <a:gd name="connsiteX600" fmla="*/ 287275 w 596146"/>
                  <a:gd name="connsiteY600" fmla="*/ 391666 h 563255"/>
                  <a:gd name="connsiteX601" fmla="*/ 285256 w 596146"/>
                  <a:gd name="connsiteY601" fmla="*/ 393752 h 563255"/>
                  <a:gd name="connsiteX602" fmla="*/ 283877 w 596146"/>
                  <a:gd name="connsiteY602" fmla="*/ 395198 h 563255"/>
                  <a:gd name="connsiteX603" fmla="*/ 281285 w 596146"/>
                  <a:gd name="connsiteY603" fmla="*/ 396006 h 563255"/>
                  <a:gd name="connsiteX604" fmla="*/ 279333 w 596146"/>
                  <a:gd name="connsiteY604" fmla="*/ 397452 h 563255"/>
                  <a:gd name="connsiteX605" fmla="*/ 278694 w 596146"/>
                  <a:gd name="connsiteY605" fmla="*/ 399403 h 563255"/>
                  <a:gd name="connsiteX606" fmla="*/ 277381 w 596146"/>
                  <a:gd name="connsiteY606" fmla="*/ 403238 h 563255"/>
                  <a:gd name="connsiteX607" fmla="*/ 276136 w 596146"/>
                  <a:gd name="connsiteY607" fmla="*/ 405997 h 563255"/>
                  <a:gd name="connsiteX608" fmla="*/ 274554 w 596146"/>
                  <a:gd name="connsiteY608" fmla="*/ 408183 h 563255"/>
                  <a:gd name="connsiteX609" fmla="*/ 273040 w 596146"/>
                  <a:gd name="connsiteY609" fmla="*/ 410269 h 563255"/>
                  <a:gd name="connsiteX610" fmla="*/ 271223 w 596146"/>
                  <a:gd name="connsiteY610" fmla="*/ 413162 h 563255"/>
                  <a:gd name="connsiteX611" fmla="*/ 269910 w 596146"/>
                  <a:gd name="connsiteY611" fmla="*/ 417300 h 563255"/>
                  <a:gd name="connsiteX612" fmla="*/ 267655 w 596146"/>
                  <a:gd name="connsiteY612" fmla="*/ 419755 h 563255"/>
                  <a:gd name="connsiteX613" fmla="*/ 267083 w 596146"/>
                  <a:gd name="connsiteY613" fmla="*/ 420832 h 563255"/>
                  <a:gd name="connsiteX614" fmla="*/ 264828 w 596146"/>
                  <a:gd name="connsiteY614" fmla="*/ 423960 h 563255"/>
                  <a:gd name="connsiteX615" fmla="*/ 263246 w 596146"/>
                  <a:gd name="connsiteY615" fmla="*/ 425777 h 563255"/>
                  <a:gd name="connsiteX616" fmla="*/ 260150 w 596146"/>
                  <a:gd name="connsiteY616" fmla="*/ 427795 h 563255"/>
                  <a:gd name="connsiteX617" fmla="*/ 257693 w 596146"/>
                  <a:gd name="connsiteY617" fmla="*/ 428939 h 563255"/>
                  <a:gd name="connsiteX618" fmla="*/ 254496 w 596146"/>
                  <a:gd name="connsiteY618" fmla="*/ 429578 h 563255"/>
                  <a:gd name="connsiteX619" fmla="*/ 253049 w 596146"/>
                  <a:gd name="connsiteY619" fmla="*/ 429881 h 563255"/>
                  <a:gd name="connsiteX620" fmla="*/ 251097 w 596146"/>
                  <a:gd name="connsiteY620" fmla="*/ 430587 h 563255"/>
                  <a:gd name="connsiteX621" fmla="*/ 248405 w 596146"/>
                  <a:gd name="connsiteY621" fmla="*/ 431832 h 563255"/>
                  <a:gd name="connsiteX622" fmla="*/ 246385 w 596146"/>
                  <a:gd name="connsiteY622" fmla="*/ 432774 h 563255"/>
                  <a:gd name="connsiteX623" fmla="*/ 244501 w 596146"/>
                  <a:gd name="connsiteY623" fmla="*/ 434355 h 563255"/>
                  <a:gd name="connsiteX624" fmla="*/ 241674 w 596146"/>
                  <a:gd name="connsiteY624" fmla="*/ 436239 h 563255"/>
                  <a:gd name="connsiteX625" fmla="*/ 239587 w 596146"/>
                  <a:gd name="connsiteY625" fmla="*/ 438123 h 563255"/>
                  <a:gd name="connsiteX626" fmla="*/ 238780 w 596146"/>
                  <a:gd name="connsiteY626" fmla="*/ 440309 h 563255"/>
                  <a:gd name="connsiteX627" fmla="*/ 240092 w 596146"/>
                  <a:gd name="connsiteY627" fmla="*/ 445153 h 563255"/>
                  <a:gd name="connsiteX628" fmla="*/ 241775 w 596146"/>
                  <a:gd name="connsiteY628" fmla="*/ 446533 h 563255"/>
                  <a:gd name="connsiteX629" fmla="*/ 243222 w 596146"/>
                  <a:gd name="connsiteY629" fmla="*/ 448114 h 563255"/>
                  <a:gd name="connsiteX630" fmla="*/ 244232 w 596146"/>
                  <a:gd name="connsiteY630" fmla="*/ 449190 h 563255"/>
                  <a:gd name="connsiteX631" fmla="*/ 244299 w 596146"/>
                  <a:gd name="connsiteY631" fmla="*/ 451141 h 563255"/>
                  <a:gd name="connsiteX632" fmla="*/ 244299 w 596146"/>
                  <a:gd name="connsiteY632" fmla="*/ 453328 h 563255"/>
                  <a:gd name="connsiteX633" fmla="*/ 244770 w 596146"/>
                  <a:gd name="connsiteY633" fmla="*/ 455212 h 563255"/>
                  <a:gd name="connsiteX634" fmla="*/ 246453 w 596146"/>
                  <a:gd name="connsiteY634" fmla="*/ 457297 h 563255"/>
                  <a:gd name="connsiteX635" fmla="*/ 247765 w 596146"/>
                  <a:gd name="connsiteY635" fmla="*/ 459820 h 563255"/>
                  <a:gd name="connsiteX636" fmla="*/ 247765 w 596146"/>
                  <a:gd name="connsiteY636" fmla="*/ 463453 h 563255"/>
                  <a:gd name="connsiteX637" fmla="*/ 247765 w 596146"/>
                  <a:gd name="connsiteY637" fmla="*/ 466784 h 563255"/>
                  <a:gd name="connsiteX638" fmla="*/ 247765 w 596146"/>
                  <a:gd name="connsiteY638" fmla="*/ 470686 h 563255"/>
                  <a:gd name="connsiteX639" fmla="*/ 247025 w 596146"/>
                  <a:gd name="connsiteY639" fmla="*/ 473646 h 563255"/>
                  <a:gd name="connsiteX640" fmla="*/ 245813 w 596146"/>
                  <a:gd name="connsiteY640" fmla="*/ 476035 h 563255"/>
                  <a:gd name="connsiteX641" fmla="*/ 245678 w 596146"/>
                  <a:gd name="connsiteY641" fmla="*/ 478860 h 563255"/>
                  <a:gd name="connsiteX642" fmla="*/ 246049 w 596146"/>
                  <a:gd name="connsiteY642" fmla="*/ 480677 h 563255"/>
                  <a:gd name="connsiteX643" fmla="*/ 246049 w 596146"/>
                  <a:gd name="connsiteY643" fmla="*/ 481921 h 563255"/>
                  <a:gd name="connsiteX644" fmla="*/ 246957 w 596146"/>
                  <a:gd name="connsiteY644" fmla="*/ 483570 h 563255"/>
                  <a:gd name="connsiteX645" fmla="*/ 248438 w 596146"/>
                  <a:gd name="connsiteY645" fmla="*/ 485252 h 563255"/>
                  <a:gd name="connsiteX646" fmla="*/ 250255 w 596146"/>
                  <a:gd name="connsiteY646" fmla="*/ 486833 h 563255"/>
                  <a:gd name="connsiteX647" fmla="*/ 254092 w 596146"/>
                  <a:gd name="connsiteY647" fmla="*/ 487573 h 563255"/>
                  <a:gd name="connsiteX648" fmla="*/ 255775 w 596146"/>
                  <a:gd name="connsiteY648" fmla="*/ 489019 h 563255"/>
                  <a:gd name="connsiteX649" fmla="*/ 258299 w 596146"/>
                  <a:gd name="connsiteY649" fmla="*/ 488717 h 563255"/>
                  <a:gd name="connsiteX650" fmla="*/ 260251 w 596146"/>
                  <a:gd name="connsiteY650" fmla="*/ 488279 h 563255"/>
                  <a:gd name="connsiteX651" fmla="*/ 262943 w 596146"/>
                  <a:gd name="connsiteY651" fmla="*/ 487842 h 563255"/>
                  <a:gd name="connsiteX652" fmla="*/ 265333 w 596146"/>
                  <a:gd name="connsiteY652" fmla="*/ 486463 h 563255"/>
                  <a:gd name="connsiteX653" fmla="*/ 267217 w 596146"/>
                  <a:gd name="connsiteY653" fmla="*/ 485454 h 563255"/>
                  <a:gd name="connsiteX654" fmla="*/ 269472 w 596146"/>
                  <a:gd name="connsiteY654" fmla="*/ 483637 h 563255"/>
                  <a:gd name="connsiteX655" fmla="*/ 271155 w 596146"/>
                  <a:gd name="connsiteY655" fmla="*/ 482998 h 563255"/>
                  <a:gd name="connsiteX656" fmla="*/ 275362 w 596146"/>
                  <a:gd name="connsiteY656" fmla="*/ 482359 h 563255"/>
                  <a:gd name="connsiteX657" fmla="*/ 277179 w 596146"/>
                  <a:gd name="connsiteY657" fmla="*/ 480845 h 563255"/>
                  <a:gd name="connsiteX658" fmla="*/ 279569 w 596146"/>
                  <a:gd name="connsiteY658" fmla="*/ 479028 h 563255"/>
                  <a:gd name="connsiteX659" fmla="*/ 283406 w 596146"/>
                  <a:gd name="connsiteY659" fmla="*/ 478087 h 563255"/>
                  <a:gd name="connsiteX660" fmla="*/ 285492 w 596146"/>
                  <a:gd name="connsiteY660" fmla="*/ 479028 h 563255"/>
                  <a:gd name="connsiteX661" fmla="*/ 285930 w 596146"/>
                  <a:gd name="connsiteY661" fmla="*/ 479668 h 563255"/>
                  <a:gd name="connsiteX662" fmla="*/ 286367 w 596146"/>
                  <a:gd name="connsiteY662" fmla="*/ 480744 h 563255"/>
                  <a:gd name="connsiteX663" fmla="*/ 284415 w 596146"/>
                  <a:gd name="connsiteY663" fmla="*/ 482762 h 563255"/>
                  <a:gd name="connsiteX664" fmla="*/ 281453 w 596146"/>
                  <a:gd name="connsiteY664" fmla="*/ 484007 h 563255"/>
                  <a:gd name="connsiteX665" fmla="*/ 279636 w 596146"/>
                  <a:gd name="connsiteY665" fmla="*/ 485386 h 563255"/>
                  <a:gd name="connsiteX666" fmla="*/ 276607 w 596146"/>
                  <a:gd name="connsiteY666" fmla="*/ 486093 h 563255"/>
                  <a:gd name="connsiteX667" fmla="*/ 274521 w 596146"/>
                  <a:gd name="connsiteY667" fmla="*/ 487539 h 563255"/>
                  <a:gd name="connsiteX668" fmla="*/ 273343 w 596146"/>
                  <a:gd name="connsiteY668" fmla="*/ 488548 h 563255"/>
                  <a:gd name="connsiteX669" fmla="*/ 271694 w 596146"/>
                  <a:gd name="connsiteY669" fmla="*/ 488750 h 563255"/>
                  <a:gd name="connsiteX670" fmla="*/ 269001 w 596146"/>
                  <a:gd name="connsiteY670" fmla="*/ 490130 h 563255"/>
                  <a:gd name="connsiteX671" fmla="*/ 270516 w 596146"/>
                  <a:gd name="connsiteY671" fmla="*/ 492215 h 563255"/>
                  <a:gd name="connsiteX672" fmla="*/ 269641 w 596146"/>
                  <a:gd name="connsiteY672" fmla="*/ 494032 h 563255"/>
                  <a:gd name="connsiteX673" fmla="*/ 268261 w 596146"/>
                  <a:gd name="connsiteY673" fmla="*/ 495714 h 563255"/>
                  <a:gd name="connsiteX674" fmla="*/ 264996 w 596146"/>
                  <a:gd name="connsiteY674" fmla="*/ 496857 h 563255"/>
                  <a:gd name="connsiteX675" fmla="*/ 261664 w 596146"/>
                  <a:gd name="connsiteY675" fmla="*/ 497160 h 563255"/>
                  <a:gd name="connsiteX676" fmla="*/ 259847 w 596146"/>
                  <a:gd name="connsiteY676" fmla="*/ 498472 h 563255"/>
                  <a:gd name="connsiteX677" fmla="*/ 258131 w 596146"/>
                  <a:gd name="connsiteY677" fmla="*/ 499919 h 563255"/>
                  <a:gd name="connsiteX678" fmla="*/ 257121 w 596146"/>
                  <a:gd name="connsiteY678" fmla="*/ 501365 h 563255"/>
                  <a:gd name="connsiteX679" fmla="*/ 256549 w 596146"/>
                  <a:gd name="connsiteY679" fmla="*/ 504056 h 563255"/>
                  <a:gd name="connsiteX680" fmla="*/ 257693 w 596146"/>
                  <a:gd name="connsiteY680" fmla="*/ 507387 h 563255"/>
                  <a:gd name="connsiteX681" fmla="*/ 258939 w 596146"/>
                  <a:gd name="connsiteY681" fmla="*/ 509338 h 563255"/>
                  <a:gd name="connsiteX682" fmla="*/ 262136 w 596146"/>
                  <a:gd name="connsiteY682" fmla="*/ 509540 h 563255"/>
                  <a:gd name="connsiteX683" fmla="*/ 264155 w 596146"/>
                  <a:gd name="connsiteY683" fmla="*/ 509910 h 563255"/>
                  <a:gd name="connsiteX684" fmla="*/ 266040 w 596146"/>
                  <a:gd name="connsiteY684" fmla="*/ 510717 h 563255"/>
                  <a:gd name="connsiteX685" fmla="*/ 266982 w 596146"/>
                  <a:gd name="connsiteY685" fmla="*/ 512534 h 563255"/>
                  <a:gd name="connsiteX686" fmla="*/ 267420 w 596146"/>
                  <a:gd name="connsiteY686" fmla="*/ 513341 h 563255"/>
                  <a:gd name="connsiteX687" fmla="*/ 266915 w 596146"/>
                  <a:gd name="connsiteY687" fmla="*/ 514283 h 563255"/>
                  <a:gd name="connsiteX688" fmla="*/ 266612 w 596146"/>
                  <a:gd name="connsiteY688" fmla="*/ 514787 h 563255"/>
                  <a:gd name="connsiteX689" fmla="*/ 264222 w 596146"/>
                  <a:gd name="connsiteY689" fmla="*/ 518118 h 563255"/>
                  <a:gd name="connsiteX690" fmla="*/ 261765 w 596146"/>
                  <a:gd name="connsiteY690" fmla="*/ 520641 h 563255"/>
                  <a:gd name="connsiteX691" fmla="*/ 259814 w 596146"/>
                  <a:gd name="connsiteY691" fmla="*/ 521650 h 563255"/>
                  <a:gd name="connsiteX692" fmla="*/ 257929 w 596146"/>
                  <a:gd name="connsiteY692" fmla="*/ 522592 h 563255"/>
                  <a:gd name="connsiteX693" fmla="*/ 256347 w 596146"/>
                  <a:gd name="connsiteY693" fmla="*/ 523164 h 563255"/>
                  <a:gd name="connsiteX694" fmla="*/ 253823 w 596146"/>
                  <a:gd name="connsiteY694" fmla="*/ 523534 h 563255"/>
                  <a:gd name="connsiteX695" fmla="*/ 251804 w 596146"/>
                  <a:gd name="connsiteY695" fmla="*/ 523466 h 563255"/>
                  <a:gd name="connsiteX696" fmla="*/ 249616 w 596146"/>
                  <a:gd name="connsiteY696" fmla="*/ 523096 h 563255"/>
                  <a:gd name="connsiteX697" fmla="*/ 247025 w 596146"/>
                  <a:gd name="connsiteY697" fmla="*/ 523231 h 563255"/>
                  <a:gd name="connsiteX698" fmla="*/ 242683 w 596146"/>
                  <a:gd name="connsiteY698" fmla="*/ 523231 h 563255"/>
                  <a:gd name="connsiteX699" fmla="*/ 240866 w 596146"/>
                  <a:gd name="connsiteY699" fmla="*/ 523668 h 563255"/>
                  <a:gd name="connsiteX700" fmla="*/ 238476 w 596146"/>
                  <a:gd name="connsiteY700" fmla="*/ 525115 h 563255"/>
                  <a:gd name="connsiteX701" fmla="*/ 239621 w 596146"/>
                  <a:gd name="connsiteY701" fmla="*/ 527503 h 563255"/>
                  <a:gd name="connsiteX702" fmla="*/ 241371 w 596146"/>
                  <a:gd name="connsiteY702" fmla="*/ 530699 h 563255"/>
                  <a:gd name="connsiteX703" fmla="*/ 241304 w 596146"/>
                  <a:gd name="connsiteY703" fmla="*/ 531641 h 563255"/>
                  <a:gd name="connsiteX704" fmla="*/ 241000 w 596146"/>
                  <a:gd name="connsiteY704" fmla="*/ 534668 h 563255"/>
                  <a:gd name="connsiteX705" fmla="*/ 235852 w 596146"/>
                  <a:gd name="connsiteY705" fmla="*/ 537124 h 563255"/>
                  <a:gd name="connsiteX706" fmla="*/ 233597 w 596146"/>
                  <a:gd name="connsiteY706" fmla="*/ 537763 h 563255"/>
                  <a:gd name="connsiteX707" fmla="*/ 231779 w 596146"/>
                  <a:gd name="connsiteY707" fmla="*/ 539344 h 563255"/>
                  <a:gd name="connsiteX708" fmla="*/ 228582 w 596146"/>
                  <a:gd name="connsiteY708" fmla="*/ 539714 h 563255"/>
                  <a:gd name="connsiteX709" fmla="*/ 225957 w 596146"/>
                  <a:gd name="connsiteY709" fmla="*/ 539916 h 563255"/>
                  <a:gd name="connsiteX710" fmla="*/ 224813 w 596146"/>
                  <a:gd name="connsiteY710" fmla="*/ 540353 h 563255"/>
                  <a:gd name="connsiteX711" fmla="*/ 222053 w 596146"/>
                  <a:gd name="connsiteY711" fmla="*/ 541598 h 563255"/>
                  <a:gd name="connsiteX712" fmla="*/ 221683 w 596146"/>
                  <a:gd name="connsiteY712" fmla="*/ 541968 h 563255"/>
                  <a:gd name="connsiteX713" fmla="*/ 221481 w 596146"/>
                  <a:gd name="connsiteY713" fmla="*/ 544928 h 563255"/>
                  <a:gd name="connsiteX714" fmla="*/ 221784 w 596146"/>
                  <a:gd name="connsiteY714" fmla="*/ 546678 h 563255"/>
                  <a:gd name="connsiteX715" fmla="*/ 221784 w 596146"/>
                  <a:gd name="connsiteY715" fmla="*/ 548124 h 563255"/>
                  <a:gd name="connsiteX716" fmla="*/ 224005 w 596146"/>
                  <a:gd name="connsiteY716" fmla="*/ 550748 h 563255"/>
                  <a:gd name="connsiteX717" fmla="*/ 223669 w 596146"/>
                  <a:gd name="connsiteY717" fmla="*/ 552430 h 563255"/>
                  <a:gd name="connsiteX718" fmla="*/ 222154 w 596146"/>
                  <a:gd name="connsiteY718" fmla="*/ 554448 h 563255"/>
                  <a:gd name="connsiteX719" fmla="*/ 223096 w 596146"/>
                  <a:gd name="connsiteY719" fmla="*/ 556635 h 563255"/>
                  <a:gd name="connsiteX720" fmla="*/ 225553 w 596146"/>
                  <a:gd name="connsiteY720" fmla="*/ 558519 h 563255"/>
                  <a:gd name="connsiteX721" fmla="*/ 227000 w 596146"/>
                  <a:gd name="connsiteY721" fmla="*/ 562085 h 563255"/>
                  <a:gd name="connsiteX722" fmla="*/ 228952 w 596146"/>
                  <a:gd name="connsiteY722" fmla="*/ 563228 h 563255"/>
                  <a:gd name="connsiteX723" fmla="*/ 232049 w 596146"/>
                  <a:gd name="connsiteY723" fmla="*/ 563228 h 563255"/>
                  <a:gd name="connsiteX724" fmla="*/ 235751 w 596146"/>
                  <a:gd name="connsiteY724" fmla="*/ 560975 h 563255"/>
                  <a:gd name="connsiteX725" fmla="*/ 238443 w 596146"/>
                  <a:gd name="connsiteY725" fmla="*/ 559158 h 563255"/>
                  <a:gd name="connsiteX726" fmla="*/ 243289 w 596146"/>
                  <a:gd name="connsiteY726" fmla="*/ 554146 h 563255"/>
                  <a:gd name="connsiteX727" fmla="*/ 244602 w 596146"/>
                  <a:gd name="connsiteY727" fmla="*/ 551825 h 563255"/>
                  <a:gd name="connsiteX728" fmla="*/ 248068 w 596146"/>
                  <a:gd name="connsiteY728" fmla="*/ 550950 h 563255"/>
                  <a:gd name="connsiteX729" fmla="*/ 252107 w 596146"/>
                  <a:gd name="connsiteY729" fmla="*/ 550210 h 563255"/>
                  <a:gd name="connsiteX730" fmla="*/ 257559 w 596146"/>
                  <a:gd name="connsiteY730" fmla="*/ 548057 h 563255"/>
                  <a:gd name="connsiteX731" fmla="*/ 263414 w 596146"/>
                  <a:gd name="connsiteY731" fmla="*/ 546981 h 563255"/>
                  <a:gd name="connsiteX732" fmla="*/ 267319 w 596146"/>
                  <a:gd name="connsiteY732" fmla="*/ 545837 h 563255"/>
                  <a:gd name="connsiteX733" fmla="*/ 273982 w 596146"/>
                  <a:gd name="connsiteY733" fmla="*/ 543314 h 563255"/>
                  <a:gd name="connsiteX734" fmla="*/ 275732 w 596146"/>
                  <a:gd name="connsiteY734" fmla="*/ 542809 h 563255"/>
                  <a:gd name="connsiteX735" fmla="*/ 277112 w 596146"/>
                  <a:gd name="connsiteY735" fmla="*/ 542809 h 563255"/>
                  <a:gd name="connsiteX736" fmla="*/ 279064 w 596146"/>
                  <a:gd name="connsiteY736" fmla="*/ 542439 h 563255"/>
                  <a:gd name="connsiteX737" fmla="*/ 279771 w 596146"/>
                  <a:gd name="connsiteY737" fmla="*/ 541800 h 563255"/>
                  <a:gd name="connsiteX738" fmla="*/ 279703 w 596146"/>
                  <a:gd name="connsiteY738" fmla="*/ 540723 h 563255"/>
                  <a:gd name="connsiteX739" fmla="*/ 279771 w 596146"/>
                  <a:gd name="connsiteY739" fmla="*/ 538638 h 563255"/>
                  <a:gd name="connsiteX740" fmla="*/ 278256 w 596146"/>
                  <a:gd name="connsiteY740" fmla="*/ 537326 h 563255"/>
                  <a:gd name="connsiteX741" fmla="*/ 276304 w 596146"/>
                  <a:gd name="connsiteY741" fmla="*/ 536451 h 563255"/>
                  <a:gd name="connsiteX742" fmla="*/ 273847 w 596146"/>
                  <a:gd name="connsiteY742" fmla="*/ 535139 h 563255"/>
                  <a:gd name="connsiteX743" fmla="*/ 272333 w 596146"/>
                  <a:gd name="connsiteY743" fmla="*/ 532549 h 563255"/>
                  <a:gd name="connsiteX744" fmla="*/ 272535 w 596146"/>
                  <a:gd name="connsiteY744" fmla="*/ 529858 h 563255"/>
                  <a:gd name="connsiteX745" fmla="*/ 272737 w 596146"/>
                  <a:gd name="connsiteY745" fmla="*/ 528041 h 563255"/>
                  <a:gd name="connsiteX746" fmla="*/ 274117 w 596146"/>
                  <a:gd name="connsiteY746" fmla="*/ 526729 h 563255"/>
                  <a:gd name="connsiteX747" fmla="*/ 274689 w 596146"/>
                  <a:gd name="connsiteY747" fmla="*/ 525720 h 563255"/>
                  <a:gd name="connsiteX748" fmla="*/ 276708 w 596146"/>
                  <a:gd name="connsiteY748" fmla="*/ 526158 h 563255"/>
                  <a:gd name="connsiteX749" fmla="*/ 278795 w 596146"/>
                  <a:gd name="connsiteY749" fmla="*/ 527234 h 563255"/>
                  <a:gd name="connsiteX750" fmla="*/ 281622 w 596146"/>
                  <a:gd name="connsiteY750" fmla="*/ 530194 h 563255"/>
                  <a:gd name="connsiteX751" fmla="*/ 282127 w 596146"/>
                  <a:gd name="connsiteY751" fmla="*/ 531876 h 563255"/>
                  <a:gd name="connsiteX752" fmla="*/ 286905 w 596146"/>
                  <a:gd name="connsiteY752" fmla="*/ 533693 h 563255"/>
                  <a:gd name="connsiteX753" fmla="*/ 289429 w 596146"/>
                  <a:gd name="connsiteY753" fmla="*/ 533693 h 563255"/>
                  <a:gd name="connsiteX754" fmla="*/ 289564 w 596146"/>
                  <a:gd name="connsiteY754" fmla="*/ 531304 h 563255"/>
                  <a:gd name="connsiteX755" fmla="*/ 288925 w 596146"/>
                  <a:gd name="connsiteY755" fmla="*/ 528916 h 563255"/>
                  <a:gd name="connsiteX756" fmla="*/ 289934 w 596146"/>
                  <a:gd name="connsiteY756" fmla="*/ 526729 h 563255"/>
                  <a:gd name="connsiteX757" fmla="*/ 290507 w 596146"/>
                  <a:gd name="connsiteY757" fmla="*/ 524274 h 563255"/>
                  <a:gd name="connsiteX758" fmla="*/ 291954 w 596146"/>
                  <a:gd name="connsiteY758" fmla="*/ 522962 h 563255"/>
                  <a:gd name="connsiteX759" fmla="*/ 294141 w 596146"/>
                  <a:gd name="connsiteY759" fmla="*/ 521818 h 563255"/>
                  <a:gd name="connsiteX760" fmla="*/ 296464 w 596146"/>
                  <a:gd name="connsiteY760" fmla="*/ 521818 h 563255"/>
                  <a:gd name="connsiteX761" fmla="*/ 297776 w 596146"/>
                  <a:gd name="connsiteY761" fmla="*/ 520943 h 563255"/>
                  <a:gd name="connsiteX762" fmla="*/ 298213 w 596146"/>
                  <a:gd name="connsiteY762" fmla="*/ 520372 h 563255"/>
                  <a:gd name="connsiteX763" fmla="*/ 298651 w 596146"/>
                  <a:gd name="connsiteY763" fmla="*/ 518050 h 563255"/>
                  <a:gd name="connsiteX764" fmla="*/ 299661 w 596146"/>
                  <a:gd name="connsiteY764" fmla="*/ 515157 h 563255"/>
                  <a:gd name="connsiteX765" fmla="*/ 301848 w 596146"/>
                  <a:gd name="connsiteY765" fmla="*/ 513274 h 563255"/>
                  <a:gd name="connsiteX766" fmla="*/ 305180 w 596146"/>
                  <a:gd name="connsiteY766" fmla="*/ 511087 h 563255"/>
                  <a:gd name="connsiteX767" fmla="*/ 307939 w 596146"/>
                  <a:gd name="connsiteY767" fmla="*/ 510078 h 563255"/>
                  <a:gd name="connsiteX768" fmla="*/ 308209 w 596146"/>
                  <a:gd name="connsiteY768" fmla="*/ 507891 h 563255"/>
                  <a:gd name="connsiteX769" fmla="*/ 306930 w 596146"/>
                  <a:gd name="connsiteY769" fmla="*/ 504426 h 563255"/>
                  <a:gd name="connsiteX770" fmla="*/ 305045 w 596146"/>
                  <a:gd name="connsiteY770" fmla="*/ 504426 h 563255"/>
                  <a:gd name="connsiteX771" fmla="*/ 305045 w 596146"/>
                  <a:gd name="connsiteY771" fmla="*/ 501533 h 563255"/>
                  <a:gd name="connsiteX772" fmla="*/ 306055 w 596146"/>
                  <a:gd name="connsiteY772" fmla="*/ 499347 h 563255"/>
                  <a:gd name="connsiteX773" fmla="*/ 306930 w 596146"/>
                  <a:gd name="connsiteY773" fmla="*/ 497026 h 563255"/>
                  <a:gd name="connsiteX774" fmla="*/ 310598 w 596146"/>
                  <a:gd name="connsiteY774" fmla="*/ 493998 h 563255"/>
                  <a:gd name="connsiteX775" fmla="*/ 311709 w 596146"/>
                  <a:gd name="connsiteY775" fmla="*/ 492686 h 563255"/>
                  <a:gd name="connsiteX776" fmla="*/ 315613 w 596146"/>
                  <a:gd name="connsiteY776" fmla="*/ 490937 h 563255"/>
                  <a:gd name="connsiteX777" fmla="*/ 316623 w 596146"/>
                  <a:gd name="connsiteY777" fmla="*/ 488481 h 563255"/>
                  <a:gd name="connsiteX778" fmla="*/ 320089 w 596146"/>
                  <a:gd name="connsiteY778" fmla="*/ 487472 h 563255"/>
                  <a:gd name="connsiteX779" fmla="*/ 322849 w 596146"/>
                  <a:gd name="connsiteY779" fmla="*/ 485285 h 563255"/>
                  <a:gd name="connsiteX780" fmla="*/ 323421 w 596146"/>
                  <a:gd name="connsiteY780" fmla="*/ 482258 h 563255"/>
                  <a:gd name="connsiteX781" fmla="*/ 323858 w 596146"/>
                  <a:gd name="connsiteY781" fmla="*/ 480239 h 563255"/>
                  <a:gd name="connsiteX782" fmla="*/ 327493 w 596146"/>
                  <a:gd name="connsiteY782" fmla="*/ 478356 h 563255"/>
                  <a:gd name="connsiteX783" fmla="*/ 333584 w 596146"/>
                  <a:gd name="connsiteY783" fmla="*/ 475025 h 563255"/>
                  <a:gd name="connsiteX784" fmla="*/ 339238 w 596146"/>
                  <a:gd name="connsiteY784" fmla="*/ 469946 h 563255"/>
                  <a:gd name="connsiteX785" fmla="*/ 345330 w 596146"/>
                  <a:gd name="connsiteY785" fmla="*/ 464597 h 563255"/>
                  <a:gd name="connsiteX786" fmla="*/ 352936 w 596146"/>
                  <a:gd name="connsiteY786" fmla="*/ 458306 h 563255"/>
                  <a:gd name="connsiteX787" fmla="*/ 356638 w 596146"/>
                  <a:gd name="connsiteY787" fmla="*/ 456355 h 563255"/>
                  <a:gd name="connsiteX788" fmla="*/ 360474 w 596146"/>
                  <a:gd name="connsiteY788" fmla="*/ 452958 h 563255"/>
                  <a:gd name="connsiteX789" fmla="*/ 362662 w 596146"/>
                  <a:gd name="connsiteY789" fmla="*/ 450569 h 563255"/>
                  <a:gd name="connsiteX790" fmla="*/ 366128 w 596146"/>
                  <a:gd name="connsiteY790" fmla="*/ 448551 h 563255"/>
                  <a:gd name="connsiteX791" fmla="*/ 368518 w 596146"/>
                  <a:gd name="connsiteY791" fmla="*/ 447811 h 563255"/>
                  <a:gd name="connsiteX792" fmla="*/ 370335 w 596146"/>
                  <a:gd name="connsiteY792" fmla="*/ 446869 h 563255"/>
                  <a:gd name="connsiteX793" fmla="*/ 372523 w 596146"/>
                  <a:gd name="connsiteY793" fmla="*/ 444918 h 563255"/>
                  <a:gd name="connsiteX794" fmla="*/ 374542 w 596146"/>
                  <a:gd name="connsiteY794" fmla="*/ 442899 h 563255"/>
                  <a:gd name="connsiteX795" fmla="*/ 376561 w 596146"/>
                  <a:gd name="connsiteY795" fmla="*/ 442092 h 563255"/>
                  <a:gd name="connsiteX796" fmla="*/ 379826 w 596146"/>
                  <a:gd name="connsiteY796" fmla="*/ 441789 h 563255"/>
                  <a:gd name="connsiteX797" fmla="*/ 382585 w 596146"/>
                  <a:gd name="connsiteY797" fmla="*/ 439838 h 563255"/>
                  <a:gd name="connsiteX798" fmla="*/ 385917 w 596146"/>
                  <a:gd name="connsiteY798" fmla="*/ 439838 h 563255"/>
                  <a:gd name="connsiteX799" fmla="*/ 389518 w 596146"/>
                  <a:gd name="connsiteY799" fmla="*/ 439838 h 563255"/>
                  <a:gd name="connsiteX800" fmla="*/ 393153 w 596146"/>
                  <a:gd name="connsiteY800" fmla="*/ 439838 h 563255"/>
                  <a:gd name="connsiteX801" fmla="*/ 395038 w 596146"/>
                  <a:gd name="connsiteY801" fmla="*/ 438257 h 563255"/>
                  <a:gd name="connsiteX802" fmla="*/ 396788 w 596146"/>
                  <a:gd name="connsiteY802" fmla="*/ 436373 h 563255"/>
                  <a:gd name="connsiteX803" fmla="*/ 396350 w 596146"/>
                  <a:gd name="connsiteY803" fmla="*/ 434490 h 563255"/>
                  <a:gd name="connsiteX804" fmla="*/ 395475 w 596146"/>
                  <a:gd name="connsiteY804" fmla="*/ 432034 h 563255"/>
                  <a:gd name="connsiteX805" fmla="*/ 393725 w 596146"/>
                  <a:gd name="connsiteY805" fmla="*/ 430285 h 563255"/>
                  <a:gd name="connsiteX806" fmla="*/ 393860 w 596146"/>
                  <a:gd name="connsiteY806" fmla="*/ 425508 h 563255"/>
                  <a:gd name="connsiteX807" fmla="*/ 398639 w 596146"/>
                  <a:gd name="connsiteY807" fmla="*/ 424768 h 563255"/>
                  <a:gd name="connsiteX808" fmla="*/ 401971 w 596146"/>
                  <a:gd name="connsiteY808" fmla="*/ 423187 h 563255"/>
                  <a:gd name="connsiteX809" fmla="*/ 405168 w 596146"/>
                  <a:gd name="connsiteY809" fmla="*/ 424196 h 563255"/>
                  <a:gd name="connsiteX810" fmla="*/ 407355 w 596146"/>
                  <a:gd name="connsiteY810" fmla="*/ 424196 h 563255"/>
                  <a:gd name="connsiteX811" fmla="*/ 409105 w 596146"/>
                  <a:gd name="connsiteY811" fmla="*/ 425508 h 563255"/>
                  <a:gd name="connsiteX812" fmla="*/ 413009 w 596146"/>
                  <a:gd name="connsiteY812" fmla="*/ 425070 h 563255"/>
                  <a:gd name="connsiteX813" fmla="*/ 416644 w 596146"/>
                  <a:gd name="connsiteY813" fmla="*/ 425070 h 563255"/>
                  <a:gd name="connsiteX814" fmla="*/ 420144 w 596146"/>
                  <a:gd name="connsiteY814" fmla="*/ 422615 h 563255"/>
                  <a:gd name="connsiteX815" fmla="*/ 422466 w 596146"/>
                  <a:gd name="connsiteY815" fmla="*/ 419991 h 563255"/>
                  <a:gd name="connsiteX816" fmla="*/ 424485 w 596146"/>
                  <a:gd name="connsiteY816" fmla="*/ 418544 h 563255"/>
                  <a:gd name="connsiteX817" fmla="*/ 425933 w 596146"/>
                  <a:gd name="connsiteY817" fmla="*/ 416526 h 563255"/>
                  <a:gd name="connsiteX818" fmla="*/ 427817 w 596146"/>
                  <a:gd name="connsiteY818" fmla="*/ 414945 h 563255"/>
                  <a:gd name="connsiteX819" fmla="*/ 429264 w 596146"/>
                  <a:gd name="connsiteY819" fmla="*/ 412052 h 563255"/>
                  <a:gd name="connsiteX820" fmla="*/ 431452 w 596146"/>
                  <a:gd name="connsiteY820" fmla="*/ 411749 h 563255"/>
                  <a:gd name="connsiteX821" fmla="*/ 433034 w 596146"/>
                  <a:gd name="connsiteY821" fmla="*/ 411615 h 563255"/>
                  <a:gd name="connsiteX822" fmla="*/ 436938 w 596146"/>
                  <a:gd name="connsiteY822" fmla="*/ 412187 h 563255"/>
                  <a:gd name="connsiteX823" fmla="*/ 438082 w 596146"/>
                  <a:gd name="connsiteY823" fmla="*/ 413498 h 563255"/>
                  <a:gd name="connsiteX824" fmla="*/ 441716 w 596146"/>
                  <a:gd name="connsiteY824" fmla="*/ 415517 h 563255"/>
                  <a:gd name="connsiteX825" fmla="*/ 445183 w 596146"/>
                  <a:gd name="connsiteY825" fmla="*/ 415517 h 563255"/>
                  <a:gd name="connsiteX826" fmla="*/ 448683 w 596146"/>
                  <a:gd name="connsiteY826" fmla="*/ 413768 h 563255"/>
                  <a:gd name="connsiteX827" fmla="*/ 454203 w 596146"/>
                  <a:gd name="connsiteY827" fmla="*/ 413768 h 563255"/>
                  <a:gd name="connsiteX828" fmla="*/ 459116 w 596146"/>
                  <a:gd name="connsiteY828" fmla="*/ 412018 h 563255"/>
                  <a:gd name="connsiteX829" fmla="*/ 463323 w 596146"/>
                  <a:gd name="connsiteY829" fmla="*/ 412018 h 563255"/>
                  <a:gd name="connsiteX830" fmla="*/ 464333 w 596146"/>
                  <a:gd name="connsiteY830" fmla="*/ 412018 h 563255"/>
                  <a:gd name="connsiteX831" fmla="*/ 468674 w 596146"/>
                  <a:gd name="connsiteY831" fmla="*/ 412018 h 563255"/>
                  <a:gd name="connsiteX832" fmla="*/ 470559 w 596146"/>
                  <a:gd name="connsiteY832" fmla="*/ 410706 h 563255"/>
                  <a:gd name="connsiteX833" fmla="*/ 472006 w 596146"/>
                  <a:gd name="connsiteY833" fmla="*/ 409260 h 563255"/>
                  <a:gd name="connsiteX834" fmla="*/ 473015 w 596146"/>
                  <a:gd name="connsiteY834" fmla="*/ 408385 h 563255"/>
                  <a:gd name="connsiteX835" fmla="*/ 475337 w 596146"/>
                  <a:gd name="connsiteY835" fmla="*/ 406939 h 563255"/>
                  <a:gd name="connsiteX836" fmla="*/ 476347 w 596146"/>
                  <a:gd name="connsiteY836" fmla="*/ 405795 h 563255"/>
                  <a:gd name="connsiteX837" fmla="*/ 476482 w 596146"/>
                  <a:gd name="connsiteY837" fmla="*/ 404483 h 563255"/>
                  <a:gd name="connsiteX838" fmla="*/ 475607 w 596146"/>
                  <a:gd name="connsiteY838" fmla="*/ 402465 h 563255"/>
                  <a:gd name="connsiteX839" fmla="*/ 475607 w 596146"/>
                  <a:gd name="connsiteY839" fmla="*/ 399841 h 563255"/>
                  <a:gd name="connsiteX840" fmla="*/ 476246 w 596146"/>
                  <a:gd name="connsiteY840" fmla="*/ 397654 h 563255"/>
                  <a:gd name="connsiteX841" fmla="*/ 477188 w 596146"/>
                  <a:gd name="connsiteY841" fmla="*/ 396073 h 563255"/>
                  <a:gd name="connsiteX842" fmla="*/ 478198 w 596146"/>
                  <a:gd name="connsiteY842" fmla="*/ 394627 h 563255"/>
                  <a:gd name="connsiteX843" fmla="*/ 480789 w 596146"/>
                  <a:gd name="connsiteY843" fmla="*/ 394627 h 563255"/>
                  <a:gd name="connsiteX844" fmla="*/ 482539 w 596146"/>
                  <a:gd name="connsiteY844" fmla="*/ 393752 h 563255"/>
                  <a:gd name="connsiteX845" fmla="*/ 482539 w 596146"/>
                  <a:gd name="connsiteY845" fmla="*/ 392003 h 563255"/>
                  <a:gd name="connsiteX846" fmla="*/ 482843 w 596146"/>
                  <a:gd name="connsiteY846" fmla="*/ 389682 h 563255"/>
                  <a:gd name="connsiteX847" fmla="*/ 482539 w 596146"/>
                  <a:gd name="connsiteY847" fmla="*/ 386654 h 563255"/>
                  <a:gd name="connsiteX848" fmla="*/ 480958 w 596146"/>
                  <a:gd name="connsiteY848" fmla="*/ 383458 h 563255"/>
                  <a:gd name="connsiteX849" fmla="*/ 480520 w 596146"/>
                  <a:gd name="connsiteY849" fmla="*/ 379825 h 563255"/>
                  <a:gd name="connsiteX850" fmla="*/ 480655 w 596146"/>
                  <a:gd name="connsiteY850" fmla="*/ 377201 h 563255"/>
                  <a:gd name="connsiteX851" fmla="*/ 481227 w 596146"/>
                  <a:gd name="connsiteY851" fmla="*/ 373434 h 563255"/>
                  <a:gd name="connsiteX852" fmla="*/ 484693 w 596146"/>
                  <a:gd name="connsiteY852" fmla="*/ 370406 h 563255"/>
                  <a:gd name="connsiteX853" fmla="*/ 490650 w 596146"/>
                  <a:gd name="connsiteY853" fmla="*/ 367648 h 563255"/>
                  <a:gd name="connsiteX854" fmla="*/ 492669 w 596146"/>
                  <a:gd name="connsiteY854" fmla="*/ 364183 h 563255"/>
                  <a:gd name="connsiteX855" fmla="*/ 496439 w 596146"/>
                  <a:gd name="connsiteY855" fmla="*/ 360852 h 563255"/>
                  <a:gd name="connsiteX856" fmla="*/ 496742 w 596146"/>
                  <a:gd name="connsiteY856" fmla="*/ 358094 h 563255"/>
                  <a:gd name="connsiteX857" fmla="*/ 499804 w 596146"/>
                  <a:gd name="connsiteY857" fmla="*/ 353519 h 563255"/>
                  <a:gd name="connsiteX858" fmla="*/ 501891 w 596146"/>
                  <a:gd name="connsiteY858" fmla="*/ 350054 h 563255"/>
                  <a:gd name="connsiteX859" fmla="*/ 503910 w 596146"/>
                  <a:gd name="connsiteY859" fmla="*/ 348641 h 563255"/>
                  <a:gd name="connsiteX860" fmla="*/ 505862 w 596146"/>
                  <a:gd name="connsiteY860" fmla="*/ 346522 h 563255"/>
                  <a:gd name="connsiteX861" fmla="*/ 508858 w 596146"/>
                  <a:gd name="connsiteY861" fmla="*/ 343326 h 563255"/>
                  <a:gd name="connsiteX862" fmla="*/ 512559 w 596146"/>
                  <a:gd name="connsiteY862" fmla="*/ 339861 h 563255"/>
                  <a:gd name="connsiteX863" fmla="*/ 516026 w 596146"/>
                  <a:gd name="connsiteY863" fmla="*/ 337910 h 563255"/>
                  <a:gd name="connsiteX864" fmla="*/ 520603 w 596146"/>
                  <a:gd name="connsiteY864" fmla="*/ 335724 h 563255"/>
                  <a:gd name="connsiteX865" fmla="*/ 524069 w 596146"/>
                  <a:gd name="connsiteY865" fmla="*/ 333974 h 563255"/>
                  <a:gd name="connsiteX866" fmla="*/ 526257 w 596146"/>
                  <a:gd name="connsiteY866" fmla="*/ 332023 h 563255"/>
                  <a:gd name="connsiteX867" fmla="*/ 527569 w 596146"/>
                  <a:gd name="connsiteY867" fmla="*/ 330947 h 563255"/>
                  <a:gd name="connsiteX868" fmla="*/ 531271 w 596146"/>
                  <a:gd name="connsiteY868" fmla="*/ 327246 h 563255"/>
                  <a:gd name="connsiteX869" fmla="*/ 535175 w 596146"/>
                  <a:gd name="connsiteY869" fmla="*/ 323546 h 563255"/>
                  <a:gd name="connsiteX870" fmla="*/ 536925 w 596146"/>
                  <a:gd name="connsiteY870" fmla="*/ 319207 h 563255"/>
                  <a:gd name="connsiteX871" fmla="*/ 541704 w 596146"/>
                  <a:gd name="connsiteY871" fmla="*/ 316179 h 563255"/>
                  <a:gd name="connsiteX872" fmla="*/ 544531 w 596146"/>
                  <a:gd name="connsiteY872" fmla="*/ 313151 h 563255"/>
                  <a:gd name="connsiteX873" fmla="*/ 547796 w 596146"/>
                  <a:gd name="connsiteY873" fmla="*/ 309451 h 563255"/>
                  <a:gd name="connsiteX874" fmla="*/ 551060 w 596146"/>
                  <a:gd name="connsiteY874" fmla="*/ 309451 h 563255"/>
                  <a:gd name="connsiteX875" fmla="*/ 554762 w 596146"/>
                  <a:gd name="connsiteY875" fmla="*/ 307702 h 563255"/>
                  <a:gd name="connsiteX876" fmla="*/ 559541 w 596146"/>
                  <a:gd name="connsiteY876" fmla="*/ 307702 h 563255"/>
                  <a:gd name="connsiteX877" fmla="*/ 563445 w 596146"/>
                  <a:gd name="connsiteY877" fmla="*/ 306625 h 563255"/>
                  <a:gd name="connsiteX878" fmla="*/ 566070 w 596146"/>
                  <a:gd name="connsiteY878" fmla="*/ 305112 h 563255"/>
                  <a:gd name="connsiteX879" fmla="*/ 567383 w 596146"/>
                  <a:gd name="connsiteY879" fmla="*/ 301848 h 563255"/>
                  <a:gd name="connsiteX880" fmla="*/ 569335 w 596146"/>
                  <a:gd name="connsiteY880" fmla="*/ 296399 h 563255"/>
                  <a:gd name="connsiteX881" fmla="*/ 575628 w 596146"/>
                  <a:gd name="connsiteY881" fmla="*/ 293371 h 563255"/>
                  <a:gd name="connsiteX882" fmla="*/ 582729 w 596146"/>
                  <a:gd name="connsiteY882" fmla="*/ 286912 h 563255"/>
                  <a:gd name="connsiteX883" fmla="*/ 584479 w 596146"/>
                  <a:gd name="connsiteY883" fmla="*/ 283515 h 563255"/>
                  <a:gd name="connsiteX884" fmla="*/ 587441 w 596146"/>
                  <a:gd name="connsiteY884" fmla="*/ 280891 h 563255"/>
                  <a:gd name="connsiteX885" fmla="*/ 590066 w 596146"/>
                  <a:gd name="connsiteY885" fmla="*/ 277998 h 563255"/>
                  <a:gd name="connsiteX886" fmla="*/ 591883 w 596146"/>
                  <a:gd name="connsiteY886" fmla="*/ 274802 h 563255"/>
                  <a:gd name="connsiteX887" fmla="*/ 592018 w 596146"/>
                  <a:gd name="connsiteY887" fmla="*/ 273995 h 563255"/>
                  <a:gd name="connsiteX888" fmla="*/ 591951 w 596146"/>
                  <a:gd name="connsiteY888" fmla="*/ 272313 h 563255"/>
                  <a:gd name="connsiteX889" fmla="*/ 591580 w 596146"/>
                  <a:gd name="connsiteY889" fmla="*/ 269487 h 563255"/>
                  <a:gd name="connsiteX890" fmla="*/ 590705 w 596146"/>
                  <a:gd name="connsiteY890" fmla="*/ 267906 h 563255"/>
                  <a:gd name="connsiteX891" fmla="*/ 588686 w 596146"/>
                  <a:gd name="connsiteY891" fmla="*/ 267839 h 563255"/>
                  <a:gd name="connsiteX892" fmla="*/ 587104 w 596146"/>
                  <a:gd name="connsiteY892" fmla="*/ 269353 h 563255"/>
                  <a:gd name="connsiteX893" fmla="*/ 585085 w 596146"/>
                  <a:gd name="connsiteY893" fmla="*/ 271236 h 563255"/>
                  <a:gd name="connsiteX894" fmla="*/ 581820 w 596146"/>
                  <a:gd name="connsiteY894" fmla="*/ 271035 h 563255"/>
                  <a:gd name="connsiteX895" fmla="*/ 581619 w 596146"/>
                  <a:gd name="connsiteY895" fmla="*/ 269016 h 563255"/>
                  <a:gd name="connsiteX896" fmla="*/ 582763 w 596146"/>
                  <a:gd name="connsiteY896" fmla="*/ 267570 h 563255"/>
                  <a:gd name="connsiteX897" fmla="*/ 584513 w 596146"/>
                  <a:gd name="connsiteY897" fmla="*/ 265383 h 563255"/>
                  <a:gd name="connsiteX898" fmla="*/ 586532 w 596146"/>
                  <a:gd name="connsiteY898" fmla="*/ 263802 h 563255"/>
                  <a:gd name="connsiteX899" fmla="*/ 588720 w 596146"/>
                  <a:gd name="connsiteY899" fmla="*/ 261616 h 563255"/>
                  <a:gd name="connsiteX900" fmla="*/ 588720 w 596146"/>
                  <a:gd name="connsiteY900" fmla="*/ 259160 h 563255"/>
                  <a:gd name="connsiteX901" fmla="*/ 589157 w 596146"/>
                  <a:gd name="connsiteY901" fmla="*/ 256401 h 563255"/>
                  <a:gd name="connsiteX902" fmla="*/ 589595 w 596146"/>
                  <a:gd name="connsiteY902" fmla="*/ 254517 h 563255"/>
                  <a:gd name="connsiteX903" fmla="*/ 590470 w 596146"/>
                  <a:gd name="connsiteY903" fmla="*/ 251187 h 563255"/>
                  <a:gd name="connsiteX904" fmla="*/ 590470 w 596146"/>
                  <a:gd name="connsiteY904" fmla="*/ 248160 h 563255"/>
                  <a:gd name="connsiteX905" fmla="*/ 590672 w 596146"/>
                  <a:gd name="connsiteY905" fmla="*/ 246713 h 563255"/>
                  <a:gd name="connsiteX906" fmla="*/ 593196 w 596146"/>
                  <a:gd name="connsiteY906" fmla="*/ 245704 h 563255"/>
                  <a:gd name="connsiteX907" fmla="*/ 596090 w 596146"/>
                  <a:gd name="connsiteY907" fmla="*/ 243955 h 563255"/>
                  <a:gd name="connsiteX908" fmla="*/ 595888 w 596146"/>
                  <a:gd name="connsiteY908" fmla="*/ 241734 h 56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Lst>
                <a:rect l="l" t="t" r="r" b="b"/>
                <a:pathLst>
                  <a:path w="596146" h="563255">
                    <a:moveTo>
                      <a:pt x="595888" y="241734"/>
                    </a:moveTo>
                    <a:lnTo>
                      <a:pt x="594003" y="238101"/>
                    </a:lnTo>
                    <a:lnTo>
                      <a:pt x="590672" y="233762"/>
                    </a:lnTo>
                    <a:lnTo>
                      <a:pt x="586330" y="228413"/>
                    </a:lnTo>
                    <a:lnTo>
                      <a:pt x="585186" y="228110"/>
                    </a:lnTo>
                    <a:cubicBezTo>
                      <a:pt x="585186" y="228110"/>
                      <a:pt x="583301" y="228245"/>
                      <a:pt x="582729" y="228245"/>
                    </a:cubicBezTo>
                    <a:cubicBezTo>
                      <a:pt x="582157" y="228245"/>
                      <a:pt x="579263" y="226933"/>
                      <a:pt x="579263" y="226933"/>
                    </a:cubicBezTo>
                    <a:lnTo>
                      <a:pt x="578119" y="226798"/>
                    </a:lnTo>
                    <a:lnTo>
                      <a:pt x="578119" y="223468"/>
                    </a:lnTo>
                    <a:lnTo>
                      <a:pt x="576301" y="220878"/>
                    </a:lnTo>
                    <a:lnTo>
                      <a:pt x="573777" y="218994"/>
                    </a:lnTo>
                    <a:lnTo>
                      <a:pt x="571455" y="215966"/>
                    </a:lnTo>
                    <a:lnTo>
                      <a:pt x="570142" y="212199"/>
                    </a:lnTo>
                    <a:lnTo>
                      <a:pt x="569267" y="208431"/>
                    </a:lnTo>
                    <a:lnTo>
                      <a:pt x="566373" y="202780"/>
                    </a:lnTo>
                    <a:cubicBezTo>
                      <a:pt x="566373" y="202780"/>
                      <a:pt x="563176" y="197868"/>
                      <a:pt x="563041" y="197263"/>
                    </a:cubicBezTo>
                    <a:cubicBezTo>
                      <a:pt x="562907" y="196691"/>
                      <a:pt x="562469" y="195514"/>
                      <a:pt x="561897" y="194942"/>
                    </a:cubicBezTo>
                    <a:cubicBezTo>
                      <a:pt x="561325" y="194370"/>
                      <a:pt x="562032" y="192923"/>
                      <a:pt x="561897" y="192486"/>
                    </a:cubicBezTo>
                    <a:cubicBezTo>
                      <a:pt x="561762" y="192049"/>
                      <a:pt x="561594" y="190299"/>
                      <a:pt x="561156" y="189862"/>
                    </a:cubicBezTo>
                    <a:cubicBezTo>
                      <a:pt x="560719" y="189425"/>
                      <a:pt x="559710" y="186094"/>
                      <a:pt x="559710" y="186094"/>
                    </a:cubicBezTo>
                    <a:lnTo>
                      <a:pt x="558128" y="184211"/>
                    </a:lnTo>
                    <a:cubicBezTo>
                      <a:pt x="558128" y="184211"/>
                      <a:pt x="555234" y="184211"/>
                      <a:pt x="554661" y="184211"/>
                    </a:cubicBezTo>
                    <a:cubicBezTo>
                      <a:pt x="554089" y="184211"/>
                      <a:pt x="552911" y="184413"/>
                      <a:pt x="550455" y="184413"/>
                    </a:cubicBezTo>
                    <a:cubicBezTo>
                      <a:pt x="547998" y="184413"/>
                      <a:pt x="546820" y="183908"/>
                      <a:pt x="545541" y="183908"/>
                    </a:cubicBezTo>
                    <a:cubicBezTo>
                      <a:pt x="544262" y="183908"/>
                      <a:pt x="544094" y="183033"/>
                      <a:pt x="543959" y="182024"/>
                    </a:cubicBezTo>
                    <a:cubicBezTo>
                      <a:pt x="543825" y="181015"/>
                      <a:pt x="543959" y="179871"/>
                      <a:pt x="543959" y="179871"/>
                    </a:cubicBezTo>
                    <a:lnTo>
                      <a:pt x="544666" y="177987"/>
                    </a:lnTo>
                    <a:lnTo>
                      <a:pt x="546551" y="174354"/>
                    </a:lnTo>
                    <a:lnTo>
                      <a:pt x="548435" y="171024"/>
                    </a:lnTo>
                    <a:lnTo>
                      <a:pt x="548873" y="168266"/>
                    </a:lnTo>
                    <a:lnTo>
                      <a:pt x="546853" y="164801"/>
                    </a:lnTo>
                    <a:lnTo>
                      <a:pt x="543387" y="163051"/>
                    </a:lnTo>
                    <a:lnTo>
                      <a:pt x="541502" y="161908"/>
                    </a:lnTo>
                    <a:lnTo>
                      <a:pt x="538036" y="161605"/>
                    </a:lnTo>
                    <a:lnTo>
                      <a:pt x="536892" y="158712"/>
                    </a:lnTo>
                    <a:lnTo>
                      <a:pt x="538541" y="156021"/>
                    </a:lnTo>
                    <a:lnTo>
                      <a:pt x="541435" y="153498"/>
                    </a:lnTo>
                    <a:lnTo>
                      <a:pt x="545272" y="150975"/>
                    </a:lnTo>
                    <a:lnTo>
                      <a:pt x="547224" y="147712"/>
                    </a:lnTo>
                    <a:lnTo>
                      <a:pt x="548637" y="143339"/>
                    </a:lnTo>
                    <a:cubicBezTo>
                      <a:pt x="548637" y="143339"/>
                      <a:pt x="549613" y="141858"/>
                      <a:pt x="549613" y="141757"/>
                    </a:cubicBezTo>
                    <a:cubicBezTo>
                      <a:pt x="549613" y="141657"/>
                      <a:pt x="550320" y="140378"/>
                      <a:pt x="550421" y="140345"/>
                    </a:cubicBezTo>
                    <a:cubicBezTo>
                      <a:pt x="550522" y="140311"/>
                      <a:pt x="551935" y="138091"/>
                      <a:pt x="552104" y="137822"/>
                    </a:cubicBezTo>
                    <a:cubicBezTo>
                      <a:pt x="552305" y="137519"/>
                      <a:pt x="552911" y="136745"/>
                      <a:pt x="553046" y="136510"/>
                    </a:cubicBezTo>
                    <a:cubicBezTo>
                      <a:pt x="553180" y="136274"/>
                      <a:pt x="553484" y="135400"/>
                      <a:pt x="553484" y="135400"/>
                    </a:cubicBezTo>
                    <a:lnTo>
                      <a:pt x="553080" y="134088"/>
                    </a:lnTo>
                    <a:cubicBezTo>
                      <a:pt x="553080" y="134088"/>
                      <a:pt x="551599" y="132944"/>
                      <a:pt x="551161" y="132910"/>
                    </a:cubicBezTo>
                    <a:cubicBezTo>
                      <a:pt x="550724" y="132877"/>
                      <a:pt x="549781" y="132473"/>
                      <a:pt x="549512" y="132473"/>
                    </a:cubicBezTo>
                    <a:cubicBezTo>
                      <a:pt x="549277" y="132473"/>
                      <a:pt x="547055" y="133146"/>
                      <a:pt x="547055" y="133146"/>
                    </a:cubicBezTo>
                    <a:cubicBezTo>
                      <a:pt x="547055" y="133146"/>
                      <a:pt x="546584" y="133583"/>
                      <a:pt x="546349" y="133684"/>
                    </a:cubicBezTo>
                    <a:cubicBezTo>
                      <a:pt x="546147" y="133785"/>
                      <a:pt x="545675" y="134189"/>
                      <a:pt x="545440" y="134323"/>
                    </a:cubicBezTo>
                    <a:cubicBezTo>
                      <a:pt x="545204" y="134458"/>
                      <a:pt x="544127" y="134895"/>
                      <a:pt x="543488" y="135164"/>
                    </a:cubicBezTo>
                    <a:cubicBezTo>
                      <a:pt x="542849" y="135433"/>
                      <a:pt x="542209" y="135534"/>
                      <a:pt x="541132" y="135702"/>
                    </a:cubicBezTo>
                    <a:cubicBezTo>
                      <a:pt x="540055" y="135904"/>
                      <a:pt x="539988" y="134895"/>
                      <a:pt x="539988" y="134895"/>
                    </a:cubicBezTo>
                    <a:lnTo>
                      <a:pt x="538541" y="133785"/>
                    </a:lnTo>
                    <a:lnTo>
                      <a:pt x="537094" y="133146"/>
                    </a:lnTo>
                    <a:cubicBezTo>
                      <a:pt x="537094" y="133146"/>
                      <a:pt x="535748" y="131935"/>
                      <a:pt x="535613" y="131935"/>
                    </a:cubicBezTo>
                    <a:cubicBezTo>
                      <a:pt x="535478" y="131935"/>
                      <a:pt x="534469" y="131531"/>
                      <a:pt x="534368" y="131430"/>
                    </a:cubicBezTo>
                    <a:cubicBezTo>
                      <a:pt x="534300" y="131329"/>
                      <a:pt x="532921" y="129479"/>
                      <a:pt x="532921" y="129479"/>
                    </a:cubicBezTo>
                    <a:lnTo>
                      <a:pt x="532921" y="127662"/>
                    </a:lnTo>
                    <a:lnTo>
                      <a:pt x="533459" y="125207"/>
                    </a:lnTo>
                    <a:lnTo>
                      <a:pt x="534536" y="124130"/>
                    </a:lnTo>
                    <a:lnTo>
                      <a:pt x="534805" y="121876"/>
                    </a:lnTo>
                    <a:lnTo>
                      <a:pt x="533459" y="119892"/>
                    </a:lnTo>
                    <a:lnTo>
                      <a:pt x="532617" y="118916"/>
                    </a:lnTo>
                    <a:cubicBezTo>
                      <a:pt x="532617" y="118916"/>
                      <a:pt x="531507" y="117739"/>
                      <a:pt x="531171" y="117604"/>
                    </a:cubicBezTo>
                    <a:cubicBezTo>
                      <a:pt x="530800" y="117470"/>
                      <a:pt x="530430" y="117604"/>
                      <a:pt x="530228" y="117604"/>
                    </a:cubicBezTo>
                    <a:cubicBezTo>
                      <a:pt x="530026" y="117604"/>
                      <a:pt x="528646" y="118176"/>
                      <a:pt x="528142" y="118243"/>
                    </a:cubicBezTo>
                    <a:cubicBezTo>
                      <a:pt x="527637" y="118311"/>
                      <a:pt x="526627" y="118311"/>
                      <a:pt x="525315" y="118311"/>
                    </a:cubicBezTo>
                    <a:cubicBezTo>
                      <a:pt x="524002" y="118311"/>
                      <a:pt x="522487" y="116494"/>
                      <a:pt x="522690" y="116292"/>
                    </a:cubicBezTo>
                    <a:cubicBezTo>
                      <a:pt x="522891" y="116090"/>
                      <a:pt x="522690" y="114274"/>
                      <a:pt x="522690" y="114274"/>
                    </a:cubicBezTo>
                    <a:lnTo>
                      <a:pt x="522252" y="111953"/>
                    </a:lnTo>
                    <a:lnTo>
                      <a:pt x="519358" y="108622"/>
                    </a:lnTo>
                    <a:lnTo>
                      <a:pt x="518651" y="105528"/>
                    </a:lnTo>
                    <a:cubicBezTo>
                      <a:pt x="518651" y="105528"/>
                      <a:pt x="515117" y="101625"/>
                      <a:pt x="515185" y="101121"/>
                    </a:cubicBezTo>
                    <a:cubicBezTo>
                      <a:pt x="515252" y="100616"/>
                      <a:pt x="516430" y="99102"/>
                      <a:pt x="516766" y="98531"/>
                    </a:cubicBezTo>
                    <a:cubicBezTo>
                      <a:pt x="517136" y="97959"/>
                      <a:pt x="519391" y="93014"/>
                      <a:pt x="519391" y="93014"/>
                    </a:cubicBezTo>
                    <a:lnTo>
                      <a:pt x="518684" y="91130"/>
                    </a:lnTo>
                    <a:cubicBezTo>
                      <a:pt x="518684" y="91130"/>
                      <a:pt x="516598" y="88001"/>
                      <a:pt x="516160" y="87429"/>
                    </a:cubicBezTo>
                    <a:cubicBezTo>
                      <a:pt x="515723" y="86858"/>
                      <a:pt x="513333" y="86353"/>
                      <a:pt x="513333" y="86353"/>
                    </a:cubicBezTo>
                    <a:cubicBezTo>
                      <a:pt x="513333" y="86353"/>
                      <a:pt x="511146" y="87732"/>
                      <a:pt x="510372" y="87799"/>
                    </a:cubicBezTo>
                    <a:cubicBezTo>
                      <a:pt x="509564" y="87867"/>
                      <a:pt x="507680" y="88472"/>
                      <a:pt x="506367" y="88371"/>
                    </a:cubicBezTo>
                    <a:cubicBezTo>
                      <a:pt x="505055" y="88304"/>
                      <a:pt x="503102" y="85176"/>
                      <a:pt x="502598" y="84604"/>
                    </a:cubicBezTo>
                    <a:cubicBezTo>
                      <a:pt x="502093" y="84032"/>
                      <a:pt x="502362" y="82518"/>
                      <a:pt x="502362" y="82081"/>
                    </a:cubicBezTo>
                    <a:cubicBezTo>
                      <a:pt x="502362" y="81643"/>
                      <a:pt x="503002" y="78750"/>
                      <a:pt x="503002" y="78750"/>
                    </a:cubicBezTo>
                    <a:lnTo>
                      <a:pt x="503809" y="77237"/>
                    </a:lnTo>
                    <a:lnTo>
                      <a:pt x="503372" y="75656"/>
                    </a:lnTo>
                    <a:lnTo>
                      <a:pt x="503372" y="72191"/>
                    </a:lnTo>
                    <a:cubicBezTo>
                      <a:pt x="503372" y="72191"/>
                      <a:pt x="502429" y="70240"/>
                      <a:pt x="502160" y="70240"/>
                    </a:cubicBezTo>
                    <a:cubicBezTo>
                      <a:pt x="501891" y="70240"/>
                      <a:pt x="498525" y="69735"/>
                      <a:pt x="498525" y="69735"/>
                    </a:cubicBezTo>
                    <a:lnTo>
                      <a:pt x="494117" y="70172"/>
                    </a:lnTo>
                    <a:lnTo>
                      <a:pt x="491492" y="69365"/>
                    </a:lnTo>
                    <a:cubicBezTo>
                      <a:pt x="491492" y="69365"/>
                      <a:pt x="489102" y="65160"/>
                      <a:pt x="488968" y="64790"/>
                    </a:cubicBezTo>
                    <a:cubicBezTo>
                      <a:pt x="488833" y="64420"/>
                      <a:pt x="489035" y="61392"/>
                      <a:pt x="489035" y="61392"/>
                    </a:cubicBezTo>
                    <a:cubicBezTo>
                      <a:pt x="489035" y="61392"/>
                      <a:pt x="489540" y="56481"/>
                      <a:pt x="489540" y="56111"/>
                    </a:cubicBezTo>
                    <a:cubicBezTo>
                      <a:pt x="489540" y="55741"/>
                      <a:pt x="490112" y="51839"/>
                      <a:pt x="490112" y="51839"/>
                    </a:cubicBezTo>
                    <a:lnTo>
                      <a:pt x="490549" y="49955"/>
                    </a:lnTo>
                    <a:lnTo>
                      <a:pt x="491997" y="44808"/>
                    </a:lnTo>
                    <a:cubicBezTo>
                      <a:pt x="491997" y="44808"/>
                      <a:pt x="492568" y="43227"/>
                      <a:pt x="492636" y="42992"/>
                    </a:cubicBezTo>
                    <a:cubicBezTo>
                      <a:pt x="492703" y="42756"/>
                      <a:pt x="493343" y="40166"/>
                      <a:pt x="493343" y="40166"/>
                    </a:cubicBezTo>
                    <a:cubicBezTo>
                      <a:pt x="493343" y="40166"/>
                      <a:pt x="495093" y="39157"/>
                      <a:pt x="495362" y="38787"/>
                    </a:cubicBezTo>
                    <a:cubicBezTo>
                      <a:pt x="495665" y="38417"/>
                      <a:pt x="497751" y="37037"/>
                      <a:pt x="497751" y="37037"/>
                    </a:cubicBezTo>
                    <a:lnTo>
                      <a:pt x="499131" y="34649"/>
                    </a:lnTo>
                    <a:lnTo>
                      <a:pt x="497886" y="31621"/>
                    </a:lnTo>
                    <a:lnTo>
                      <a:pt x="495362" y="28358"/>
                    </a:lnTo>
                    <a:lnTo>
                      <a:pt x="492905" y="28056"/>
                    </a:lnTo>
                    <a:lnTo>
                      <a:pt x="489338" y="28796"/>
                    </a:lnTo>
                    <a:lnTo>
                      <a:pt x="485501" y="31117"/>
                    </a:lnTo>
                    <a:lnTo>
                      <a:pt x="483213" y="32328"/>
                    </a:lnTo>
                    <a:cubicBezTo>
                      <a:pt x="483213" y="32328"/>
                      <a:pt x="482338" y="33572"/>
                      <a:pt x="482068" y="33673"/>
                    </a:cubicBezTo>
                    <a:cubicBezTo>
                      <a:pt x="481799" y="33774"/>
                      <a:pt x="479174" y="36499"/>
                      <a:pt x="479174" y="36499"/>
                    </a:cubicBezTo>
                    <a:cubicBezTo>
                      <a:pt x="479174" y="36499"/>
                      <a:pt x="477491" y="38517"/>
                      <a:pt x="477458" y="38719"/>
                    </a:cubicBezTo>
                    <a:cubicBezTo>
                      <a:pt x="477391" y="38921"/>
                      <a:pt x="474732" y="41040"/>
                      <a:pt x="474732" y="41040"/>
                    </a:cubicBezTo>
                    <a:lnTo>
                      <a:pt x="471299" y="42992"/>
                    </a:lnTo>
                    <a:cubicBezTo>
                      <a:pt x="471299" y="42992"/>
                      <a:pt x="469953" y="43362"/>
                      <a:pt x="469616" y="43631"/>
                    </a:cubicBezTo>
                    <a:cubicBezTo>
                      <a:pt x="469280" y="43900"/>
                      <a:pt x="469280" y="44606"/>
                      <a:pt x="469246" y="44943"/>
                    </a:cubicBezTo>
                    <a:cubicBezTo>
                      <a:pt x="469179" y="45279"/>
                      <a:pt x="470155" y="46389"/>
                      <a:pt x="470660" y="46726"/>
                    </a:cubicBezTo>
                    <a:cubicBezTo>
                      <a:pt x="471164" y="47062"/>
                      <a:pt x="471299" y="48071"/>
                      <a:pt x="471299" y="48071"/>
                    </a:cubicBezTo>
                    <a:lnTo>
                      <a:pt x="470861" y="49753"/>
                    </a:lnTo>
                    <a:cubicBezTo>
                      <a:pt x="470861" y="49753"/>
                      <a:pt x="469280" y="51267"/>
                      <a:pt x="469111" y="51334"/>
                    </a:cubicBezTo>
                    <a:cubicBezTo>
                      <a:pt x="468943" y="51401"/>
                      <a:pt x="468304" y="53252"/>
                      <a:pt x="468304" y="53622"/>
                    </a:cubicBezTo>
                    <a:cubicBezTo>
                      <a:pt x="468304" y="53992"/>
                      <a:pt x="467530" y="55741"/>
                      <a:pt x="467530" y="56010"/>
                    </a:cubicBezTo>
                    <a:cubicBezTo>
                      <a:pt x="467530" y="56279"/>
                      <a:pt x="466991" y="57793"/>
                      <a:pt x="466991" y="57793"/>
                    </a:cubicBezTo>
                    <a:cubicBezTo>
                      <a:pt x="466991" y="57793"/>
                      <a:pt x="465578" y="59980"/>
                      <a:pt x="465510" y="60181"/>
                    </a:cubicBezTo>
                    <a:cubicBezTo>
                      <a:pt x="465477" y="60417"/>
                      <a:pt x="464265" y="62637"/>
                      <a:pt x="464265" y="62637"/>
                    </a:cubicBezTo>
                    <a:cubicBezTo>
                      <a:pt x="464265" y="62637"/>
                      <a:pt x="463390" y="66808"/>
                      <a:pt x="462515" y="67145"/>
                    </a:cubicBezTo>
                    <a:cubicBezTo>
                      <a:pt x="461640" y="67481"/>
                      <a:pt x="460462" y="67044"/>
                      <a:pt x="458813" y="66707"/>
                    </a:cubicBezTo>
                    <a:cubicBezTo>
                      <a:pt x="457198" y="66371"/>
                      <a:pt x="457198" y="67044"/>
                      <a:pt x="456087" y="66506"/>
                    </a:cubicBezTo>
                    <a:cubicBezTo>
                      <a:pt x="455010" y="65967"/>
                      <a:pt x="454774" y="66506"/>
                      <a:pt x="454337" y="66169"/>
                    </a:cubicBezTo>
                    <a:cubicBezTo>
                      <a:pt x="453899" y="65833"/>
                      <a:pt x="451948" y="62906"/>
                      <a:pt x="451948" y="62906"/>
                    </a:cubicBezTo>
                    <a:lnTo>
                      <a:pt x="453159" y="61931"/>
                    </a:lnTo>
                    <a:lnTo>
                      <a:pt x="453799" y="59105"/>
                    </a:lnTo>
                    <a:lnTo>
                      <a:pt x="453159" y="55842"/>
                    </a:lnTo>
                    <a:cubicBezTo>
                      <a:pt x="453159" y="55842"/>
                      <a:pt x="451948" y="54967"/>
                      <a:pt x="451544" y="54429"/>
                    </a:cubicBezTo>
                    <a:cubicBezTo>
                      <a:pt x="451106" y="53891"/>
                      <a:pt x="451005" y="52242"/>
                      <a:pt x="451005" y="51603"/>
                    </a:cubicBezTo>
                    <a:cubicBezTo>
                      <a:pt x="451005" y="50964"/>
                      <a:pt x="451645" y="50089"/>
                      <a:pt x="451645" y="50089"/>
                    </a:cubicBezTo>
                    <a:lnTo>
                      <a:pt x="453159" y="46490"/>
                    </a:lnTo>
                    <a:cubicBezTo>
                      <a:pt x="453159" y="46490"/>
                      <a:pt x="452520" y="43664"/>
                      <a:pt x="452385" y="43328"/>
                    </a:cubicBezTo>
                    <a:cubicBezTo>
                      <a:pt x="452284" y="42992"/>
                      <a:pt x="450770" y="41040"/>
                      <a:pt x="450770" y="41040"/>
                    </a:cubicBezTo>
                    <a:lnTo>
                      <a:pt x="447943" y="41242"/>
                    </a:lnTo>
                    <a:lnTo>
                      <a:pt x="445015" y="38753"/>
                    </a:lnTo>
                    <a:lnTo>
                      <a:pt x="442827" y="35591"/>
                    </a:lnTo>
                    <a:lnTo>
                      <a:pt x="442188" y="33539"/>
                    </a:lnTo>
                    <a:lnTo>
                      <a:pt x="440875" y="29738"/>
                    </a:lnTo>
                    <a:lnTo>
                      <a:pt x="439260" y="29637"/>
                    </a:lnTo>
                    <a:cubicBezTo>
                      <a:pt x="439260" y="29637"/>
                      <a:pt x="434683" y="28997"/>
                      <a:pt x="434380" y="28762"/>
                    </a:cubicBezTo>
                    <a:cubicBezTo>
                      <a:pt x="434043" y="28526"/>
                      <a:pt x="433404" y="27349"/>
                      <a:pt x="433404" y="27349"/>
                    </a:cubicBezTo>
                    <a:lnTo>
                      <a:pt x="432865" y="26071"/>
                    </a:lnTo>
                    <a:lnTo>
                      <a:pt x="431890" y="26071"/>
                    </a:lnTo>
                    <a:lnTo>
                      <a:pt x="429399" y="25802"/>
                    </a:lnTo>
                    <a:lnTo>
                      <a:pt x="426909" y="24321"/>
                    </a:lnTo>
                    <a:lnTo>
                      <a:pt x="424418" y="22135"/>
                    </a:lnTo>
                    <a:lnTo>
                      <a:pt x="422130" y="21361"/>
                    </a:lnTo>
                    <a:lnTo>
                      <a:pt x="418865" y="22337"/>
                    </a:lnTo>
                    <a:lnTo>
                      <a:pt x="415029" y="20789"/>
                    </a:lnTo>
                    <a:lnTo>
                      <a:pt x="413245" y="20352"/>
                    </a:lnTo>
                    <a:cubicBezTo>
                      <a:pt x="413245" y="20352"/>
                      <a:pt x="409307" y="18065"/>
                      <a:pt x="409173" y="17997"/>
                    </a:cubicBezTo>
                    <a:cubicBezTo>
                      <a:pt x="409072" y="17930"/>
                      <a:pt x="407591" y="16551"/>
                      <a:pt x="407153" y="16181"/>
                    </a:cubicBezTo>
                    <a:cubicBezTo>
                      <a:pt x="406716" y="15811"/>
                      <a:pt x="406211" y="16113"/>
                      <a:pt x="405740" y="15945"/>
                    </a:cubicBezTo>
                    <a:cubicBezTo>
                      <a:pt x="405269" y="15811"/>
                      <a:pt x="403620" y="15777"/>
                      <a:pt x="403350" y="15710"/>
                    </a:cubicBezTo>
                    <a:cubicBezTo>
                      <a:pt x="403115" y="15643"/>
                      <a:pt x="402172" y="14431"/>
                      <a:pt x="402139" y="14331"/>
                    </a:cubicBezTo>
                    <a:cubicBezTo>
                      <a:pt x="402105" y="14230"/>
                      <a:pt x="402475" y="12985"/>
                      <a:pt x="402475" y="12985"/>
                    </a:cubicBezTo>
                    <a:lnTo>
                      <a:pt x="402475" y="11404"/>
                    </a:lnTo>
                    <a:cubicBezTo>
                      <a:pt x="402475" y="11404"/>
                      <a:pt x="400018" y="9890"/>
                      <a:pt x="399918" y="9789"/>
                    </a:cubicBezTo>
                    <a:cubicBezTo>
                      <a:pt x="399817" y="9688"/>
                      <a:pt x="397965" y="7737"/>
                      <a:pt x="397965" y="7737"/>
                    </a:cubicBezTo>
                    <a:lnTo>
                      <a:pt x="397225" y="6089"/>
                    </a:lnTo>
                    <a:lnTo>
                      <a:pt x="397225" y="4541"/>
                    </a:lnTo>
                    <a:lnTo>
                      <a:pt x="396316" y="2355"/>
                    </a:lnTo>
                    <a:lnTo>
                      <a:pt x="394634" y="0"/>
                    </a:lnTo>
                    <a:lnTo>
                      <a:pt x="391840" y="0"/>
                    </a:lnTo>
                    <a:lnTo>
                      <a:pt x="389821" y="807"/>
                    </a:lnTo>
                    <a:lnTo>
                      <a:pt x="388475" y="2288"/>
                    </a:lnTo>
                    <a:cubicBezTo>
                      <a:pt x="388475" y="2288"/>
                      <a:pt x="389148" y="3633"/>
                      <a:pt x="389215" y="3734"/>
                    </a:cubicBezTo>
                    <a:cubicBezTo>
                      <a:pt x="389283" y="3835"/>
                      <a:pt x="389788" y="6257"/>
                      <a:pt x="389788" y="6257"/>
                    </a:cubicBezTo>
                    <a:lnTo>
                      <a:pt x="389518" y="8982"/>
                    </a:lnTo>
                    <a:cubicBezTo>
                      <a:pt x="389518" y="8982"/>
                      <a:pt x="387264" y="9688"/>
                      <a:pt x="386927" y="9688"/>
                    </a:cubicBezTo>
                    <a:cubicBezTo>
                      <a:pt x="386590" y="9688"/>
                      <a:pt x="384302" y="11875"/>
                      <a:pt x="384302" y="11875"/>
                    </a:cubicBezTo>
                    <a:lnTo>
                      <a:pt x="383864" y="12951"/>
                    </a:lnTo>
                    <a:cubicBezTo>
                      <a:pt x="383864" y="12951"/>
                      <a:pt x="384672" y="14835"/>
                      <a:pt x="384807" y="15037"/>
                    </a:cubicBezTo>
                    <a:cubicBezTo>
                      <a:pt x="384941" y="15272"/>
                      <a:pt x="385682" y="17224"/>
                      <a:pt x="385682" y="17224"/>
                    </a:cubicBezTo>
                    <a:lnTo>
                      <a:pt x="385985" y="20857"/>
                    </a:lnTo>
                    <a:lnTo>
                      <a:pt x="386422" y="23615"/>
                    </a:lnTo>
                    <a:lnTo>
                      <a:pt x="389518" y="25566"/>
                    </a:lnTo>
                    <a:lnTo>
                      <a:pt x="387835" y="29334"/>
                    </a:lnTo>
                    <a:lnTo>
                      <a:pt x="383191" y="31083"/>
                    </a:lnTo>
                    <a:lnTo>
                      <a:pt x="383057" y="33976"/>
                    </a:lnTo>
                    <a:lnTo>
                      <a:pt x="383258" y="39123"/>
                    </a:lnTo>
                    <a:lnTo>
                      <a:pt x="383258" y="41747"/>
                    </a:lnTo>
                    <a:lnTo>
                      <a:pt x="383258" y="44337"/>
                    </a:lnTo>
                    <a:cubicBezTo>
                      <a:pt x="383258" y="44337"/>
                      <a:pt x="383258" y="47802"/>
                      <a:pt x="383258" y="48105"/>
                    </a:cubicBezTo>
                    <a:cubicBezTo>
                      <a:pt x="383258" y="48407"/>
                      <a:pt x="383528" y="51872"/>
                      <a:pt x="383595" y="52512"/>
                    </a:cubicBezTo>
                    <a:cubicBezTo>
                      <a:pt x="383662" y="53151"/>
                      <a:pt x="382182" y="55842"/>
                      <a:pt x="382182" y="55842"/>
                    </a:cubicBezTo>
                    <a:cubicBezTo>
                      <a:pt x="382182" y="55842"/>
                      <a:pt x="381104" y="57591"/>
                      <a:pt x="380869" y="57625"/>
                    </a:cubicBezTo>
                    <a:cubicBezTo>
                      <a:pt x="380667" y="57658"/>
                      <a:pt x="379422" y="59105"/>
                      <a:pt x="378917" y="59239"/>
                    </a:cubicBezTo>
                    <a:cubicBezTo>
                      <a:pt x="378412" y="59374"/>
                      <a:pt x="375787" y="60181"/>
                      <a:pt x="375787" y="60181"/>
                    </a:cubicBezTo>
                    <a:cubicBezTo>
                      <a:pt x="375787" y="60181"/>
                      <a:pt x="374710" y="58230"/>
                      <a:pt x="374475" y="58163"/>
                    </a:cubicBezTo>
                    <a:cubicBezTo>
                      <a:pt x="374273" y="58096"/>
                      <a:pt x="370133" y="57524"/>
                      <a:pt x="369898" y="57658"/>
                    </a:cubicBezTo>
                    <a:cubicBezTo>
                      <a:pt x="369662" y="57793"/>
                      <a:pt x="368148" y="57658"/>
                      <a:pt x="368148" y="57658"/>
                    </a:cubicBezTo>
                    <a:lnTo>
                      <a:pt x="362056" y="59038"/>
                    </a:lnTo>
                    <a:lnTo>
                      <a:pt x="357647" y="60854"/>
                    </a:lnTo>
                    <a:lnTo>
                      <a:pt x="351926" y="63478"/>
                    </a:lnTo>
                    <a:cubicBezTo>
                      <a:pt x="351926" y="63478"/>
                      <a:pt x="351926" y="64790"/>
                      <a:pt x="351926" y="65059"/>
                    </a:cubicBezTo>
                    <a:cubicBezTo>
                      <a:pt x="351926" y="65362"/>
                      <a:pt x="350008" y="67448"/>
                      <a:pt x="349570" y="68019"/>
                    </a:cubicBezTo>
                    <a:cubicBezTo>
                      <a:pt x="349133" y="68591"/>
                      <a:pt x="348224" y="71282"/>
                      <a:pt x="347282" y="71989"/>
                    </a:cubicBezTo>
                    <a:cubicBezTo>
                      <a:pt x="346339" y="72729"/>
                      <a:pt x="346710" y="73873"/>
                      <a:pt x="346777" y="74310"/>
                    </a:cubicBezTo>
                    <a:cubicBezTo>
                      <a:pt x="346844" y="74747"/>
                      <a:pt x="347417" y="75487"/>
                      <a:pt x="347652" y="75824"/>
                    </a:cubicBezTo>
                    <a:cubicBezTo>
                      <a:pt x="347854" y="76194"/>
                      <a:pt x="349099" y="77708"/>
                      <a:pt x="349099" y="77708"/>
                    </a:cubicBezTo>
                    <a:lnTo>
                      <a:pt x="349671" y="79087"/>
                    </a:lnTo>
                    <a:lnTo>
                      <a:pt x="352128" y="81610"/>
                    </a:lnTo>
                    <a:lnTo>
                      <a:pt x="353138" y="82754"/>
                    </a:lnTo>
                    <a:cubicBezTo>
                      <a:pt x="353138" y="82754"/>
                      <a:pt x="352633" y="85949"/>
                      <a:pt x="352263" y="86286"/>
                    </a:cubicBezTo>
                    <a:cubicBezTo>
                      <a:pt x="351893" y="86656"/>
                      <a:pt x="348998" y="86286"/>
                      <a:pt x="348998" y="86286"/>
                    </a:cubicBezTo>
                    <a:lnTo>
                      <a:pt x="346609" y="86588"/>
                    </a:lnTo>
                    <a:cubicBezTo>
                      <a:pt x="346609" y="86588"/>
                      <a:pt x="345532" y="87968"/>
                      <a:pt x="345296" y="88170"/>
                    </a:cubicBezTo>
                    <a:cubicBezTo>
                      <a:pt x="345094" y="88405"/>
                      <a:pt x="344354" y="90928"/>
                      <a:pt x="344354" y="90928"/>
                    </a:cubicBezTo>
                    <a:lnTo>
                      <a:pt x="342402" y="91735"/>
                    </a:lnTo>
                    <a:lnTo>
                      <a:pt x="340585" y="92105"/>
                    </a:lnTo>
                    <a:cubicBezTo>
                      <a:pt x="340585" y="92105"/>
                      <a:pt x="338700" y="92105"/>
                      <a:pt x="338128" y="92105"/>
                    </a:cubicBezTo>
                    <a:cubicBezTo>
                      <a:pt x="337556" y="92105"/>
                      <a:pt x="336815" y="91836"/>
                      <a:pt x="335806" y="91836"/>
                    </a:cubicBezTo>
                    <a:cubicBezTo>
                      <a:pt x="334796" y="91836"/>
                      <a:pt x="333719" y="91365"/>
                      <a:pt x="332979" y="91433"/>
                    </a:cubicBezTo>
                    <a:cubicBezTo>
                      <a:pt x="332238" y="91500"/>
                      <a:pt x="329411" y="91433"/>
                      <a:pt x="329209" y="91500"/>
                    </a:cubicBezTo>
                    <a:cubicBezTo>
                      <a:pt x="329007" y="91567"/>
                      <a:pt x="327762" y="92307"/>
                      <a:pt x="327560" y="92307"/>
                    </a:cubicBezTo>
                    <a:cubicBezTo>
                      <a:pt x="327325" y="92307"/>
                      <a:pt x="326382" y="93182"/>
                      <a:pt x="325911" y="93316"/>
                    </a:cubicBezTo>
                    <a:cubicBezTo>
                      <a:pt x="325440" y="93451"/>
                      <a:pt x="325104" y="94763"/>
                      <a:pt x="325104" y="94763"/>
                    </a:cubicBezTo>
                    <a:cubicBezTo>
                      <a:pt x="325104" y="94763"/>
                      <a:pt x="325608" y="96209"/>
                      <a:pt x="325810" y="96445"/>
                    </a:cubicBezTo>
                    <a:cubicBezTo>
                      <a:pt x="326012" y="96647"/>
                      <a:pt x="325810" y="99136"/>
                      <a:pt x="325810" y="99405"/>
                    </a:cubicBezTo>
                    <a:cubicBezTo>
                      <a:pt x="325810" y="99708"/>
                      <a:pt x="325003" y="100112"/>
                      <a:pt x="323791" y="100213"/>
                    </a:cubicBezTo>
                    <a:cubicBezTo>
                      <a:pt x="322546" y="100280"/>
                      <a:pt x="322209" y="100347"/>
                      <a:pt x="321906" y="100347"/>
                    </a:cubicBezTo>
                    <a:cubicBezTo>
                      <a:pt x="321603" y="100347"/>
                      <a:pt x="319584" y="99472"/>
                      <a:pt x="319012" y="99170"/>
                    </a:cubicBezTo>
                    <a:cubicBezTo>
                      <a:pt x="318440" y="98867"/>
                      <a:pt x="319382" y="97790"/>
                      <a:pt x="319517" y="97353"/>
                    </a:cubicBezTo>
                    <a:cubicBezTo>
                      <a:pt x="319652" y="96916"/>
                      <a:pt x="320022" y="96209"/>
                      <a:pt x="320022" y="96209"/>
                    </a:cubicBezTo>
                    <a:lnTo>
                      <a:pt x="317329" y="93249"/>
                    </a:lnTo>
                    <a:lnTo>
                      <a:pt x="315949" y="92105"/>
                    </a:lnTo>
                    <a:lnTo>
                      <a:pt x="313122" y="92038"/>
                    </a:lnTo>
                    <a:lnTo>
                      <a:pt x="310363" y="92475"/>
                    </a:lnTo>
                    <a:lnTo>
                      <a:pt x="306391" y="93552"/>
                    </a:lnTo>
                    <a:lnTo>
                      <a:pt x="305752" y="93047"/>
                    </a:lnTo>
                    <a:lnTo>
                      <a:pt x="302555" y="91870"/>
                    </a:lnTo>
                    <a:lnTo>
                      <a:pt x="300805" y="90995"/>
                    </a:lnTo>
                    <a:cubicBezTo>
                      <a:pt x="300805" y="90995"/>
                      <a:pt x="298415" y="89616"/>
                      <a:pt x="298213" y="89616"/>
                    </a:cubicBezTo>
                    <a:cubicBezTo>
                      <a:pt x="298011" y="89616"/>
                      <a:pt x="297339" y="89751"/>
                      <a:pt x="297035" y="89919"/>
                    </a:cubicBezTo>
                    <a:cubicBezTo>
                      <a:pt x="296733" y="90053"/>
                      <a:pt x="294848" y="90491"/>
                      <a:pt x="294276" y="90793"/>
                    </a:cubicBezTo>
                    <a:cubicBezTo>
                      <a:pt x="293704" y="91096"/>
                      <a:pt x="292391" y="90861"/>
                      <a:pt x="292391" y="90861"/>
                    </a:cubicBezTo>
                    <a:lnTo>
                      <a:pt x="288487" y="89212"/>
                    </a:lnTo>
                    <a:cubicBezTo>
                      <a:pt x="288487" y="89212"/>
                      <a:pt x="287343" y="88708"/>
                      <a:pt x="287175" y="88640"/>
                    </a:cubicBezTo>
                    <a:cubicBezTo>
                      <a:pt x="287040" y="88573"/>
                      <a:pt x="286670" y="88640"/>
                      <a:pt x="286670" y="88640"/>
                    </a:cubicBezTo>
                    <a:cubicBezTo>
                      <a:pt x="286670" y="88640"/>
                      <a:pt x="283641" y="88640"/>
                      <a:pt x="283406" y="88640"/>
                    </a:cubicBezTo>
                    <a:cubicBezTo>
                      <a:pt x="283170" y="88640"/>
                      <a:pt x="282026" y="88910"/>
                      <a:pt x="282026" y="88910"/>
                    </a:cubicBezTo>
                    <a:cubicBezTo>
                      <a:pt x="282026" y="88910"/>
                      <a:pt x="280713" y="90020"/>
                      <a:pt x="280511" y="90121"/>
                    </a:cubicBezTo>
                    <a:cubicBezTo>
                      <a:pt x="280309" y="90188"/>
                      <a:pt x="278862" y="91298"/>
                      <a:pt x="278862" y="91298"/>
                    </a:cubicBezTo>
                    <a:cubicBezTo>
                      <a:pt x="278862" y="91298"/>
                      <a:pt x="278862" y="92677"/>
                      <a:pt x="278862" y="92946"/>
                    </a:cubicBezTo>
                    <a:cubicBezTo>
                      <a:pt x="278862" y="93249"/>
                      <a:pt x="280141" y="94258"/>
                      <a:pt x="280141" y="94763"/>
                    </a:cubicBezTo>
                    <a:cubicBezTo>
                      <a:pt x="280141" y="95267"/>
                      <a:pt x="282295" y="95638"/>
                      <a:pt x="282497" y="95705"/>
                    </a:cubicBezTo>
                    <a:cubicBezTo>
                      <a:pt x="282698" y="95772"/>
                      <a:pt x="284449" y="95940"/>
                      <a:pt x="285055" y="95940"/>
                    </a:cubicBezTo>
                    <a:cubicBezTo>
                      <a:pt x="285626" y="95940"/>
                      <a:pt x="287377" y="95873"/>
                      <a:pt x="287377" y="95873"/>
                    </a:cubicBezTo>
                    <a:lnTo>
                      <a:pt x="289329" y="94797"/>
                    </a:lnTo>
                    <a:lnTo>
                      <a:pt x="289329" y="98261"/>
                    </a:lnTo>
                    <a:lnTo>
                      <a:pt x="289329" y="101524"/>
                    </a:lnTo>
                    <a:lnTo>
                      <a:pt x="286064" y="103778"/>
                    </a:lnTo>
                    <a:cubicBezTo>
                      <a:pt x="286064" y="103778"/>
                      <a:pt x="284112" y="107815"/>
                      <a:pt x="284112" y="108118"/>
                    </a:cubicBezTo>
                    <a:cubicBezTo>
                      <a:pt x="284112" y="108421"/>
                      <a:pt x="281790" y="109699"/>
                      <a:pt x="280478" y="109867"/>
                    </a:cubicBezTo>
                    <a:cubicBezTo>
                      <a:pt x="279165" y="110002"/>
                      <a:pt x="276338" y="108992"/>
                      <a:pt x="276338" y="108992"/>
                    </a:cubicBezTo>
                    <a:lnTo>
                      <a:pt x="272198" y="108051"/>
                    </a:lnTo>
                    <a:lnTo>
                      <a:pt x="267554" y="107613"/>
                    </a:lnTo>
                    <a:lnTo>
                      <a:pt x="262977" y="107546"/>
                    </a:lnTo>
                    <a:cubicBezTo>
                      <a:pt x="262977" y="107546"/>
                      <a:pt x="259073" y="106974"/>
                      <a:pt x="258770" y="107243"/>
                    </a:cubicBezTo>
                    <a:cubicBezTo>
                      <a:pt x="258501" y="107546"/>
                      <a:pt x="256078" y="107243"/>
                      <a:pt x="256078" y="107243"/>
                    </a:cubicBezTo>
                    <a:lnTo>
                      <a:pt x="251064" y="107546"/>
                    </a:lnTo>
                    <a:lnTo>
                      <a:pt x="249313" y="108421"/>
                    </a:lnTo>
                    <a:lnTo>
                      <a:pt x="247631" y="111011"/>
                    </a:lnTo>
                    <a:cubicBezTo>
                      <a:pt x="247631" y="111011"/>
                      <a:pt x="246251" y="113265"/>
                      <a:pt x="246116" y="113534"/>
                    </a:cubicBezTo>
                    <a:cubicBezTo>
                      <a:pt x="245982" y="113837"/>
                      <a:pt x="244501" y="116360"/>
                      <a:pt x="244501" y="116360"/>
                    </a:cubicBezTo>
                    <a:lnTo>
                      <a:pt x="243996" y="122583"/>
                    </a:lnTo>
                    <a:cubicBezTo>
                      <a:pt x="243996" y="122583"/>
                      <a:pt x="243996" y="124332"/>
                      <a:pt x="243996" y="124601"/>
                    </a:cubicBezTo>
                    <a:cubicBezTo>
                      <a:pt x="243996" y="124904"/>
                      <a:pt x="242246" y="127360"/>
                      <a:pt x="242044" y="127999"/>
                    </a:cubicBezTo>
                    <a:cubicBezTo>
                      <a:pt x="241809" y="128638"/>
                      <a:pt x="239890" y="130017"/>
                      <a:pt x="239520" y="130387"/>
                    </a:cubicBezTo>
                    <a:cubicBezTo>
                      <a:pt x="239150" y="130757"/>
                      <a:pt x="237938" y="130387"/>
                      <a:pt x="237938" y="130387"/>
                    </a:cubicBezTo>
                    <a:lnTo>
                      <a:pt x="234472" y="130387"/>
                    </a:lnTo>
                    <a:lnTo>
                      <a:pt x="232520" y="130993"/>
                    </a:lnTo>
                    <a:lnTo>
                      <a:pt x="231645" y="133415"/>
                    </a:lnTo>
                    <a:lnTo>
                      <a:pt x="232082" y="135938"/>
                    </a:lnTo>
                    <a:cubicBezTo>
                      <a:pt x="232082" y="135938"/>
                      <a:pt x="229626" y="139840"/>
                      <a:pt x="229322" y="140008"/>
                    </a:cubicBezTo>
                    <a:cubicBezTo>
                      <a:pt x="229020" y="140143"/>
                      <a:pt x="226563" y="140210"/>
                      <a:pt x="225755" y="140075"/>
                    </a:cubicBezTo>
                    <a:cubicBezTo>
                      <a:pt x="224948" y="139941"/>
                      <a:pt x="223736" y="138999"/>
                      <a:pt x="223736" y="138999"/>
                    </a:cubicBezTo>
                    <a:lnTo>
                      <a:pt x="223164" y="136476"/>
                    </a:lnTo>
                    <a:lnTo>
                      <a:pt x="223164" y="133953"/>
                    </a:lnTo>
                    <a:cubicBezTo>
                      <a:pt x="223164" y="133953"/>
                      <a:pt x="220942" y="131800"/>
                      <a:pt x="220673" y="131800"/>
                    </a:cubicBezTo>
                    <a:cubicBezTo>
                      <a:pt x="220371" y="131800"/>
                      <a:pt x="219125" y="132305"/>
                      <a:pt x="219125" y="132305"/>
                    </a:cubicBezTo>
                    <a:lnTo>
                      <a:pt x="216870" y="135198"/>
                    </a:lnTo>
                    <a:lnTo>
                      <a:pt x="213606" y="137586"/>
                    </a:lnTo>
                    <a:cubicBezTo>
                      <a:pt x="213606" y="137586"/>
                      <a:pt x="210779" y="137082"/>
                      <a:pt x="210543" y="137149"/>
                    </a:cubicBezTo>
                    <a:cubicBezTo>
                      <a:pt x="210341" y="137216"/>
                      <a:pt x="204822" y="137653"/>
                      <a:pt x="204822" y="137653"/>
                    </a:cubicBezTo>
                    <a:lnTo>
                      <a:pt x="200817" y="140109"/>
                    </a:lnTo>
                    <a:lnTo>
                      <a:pt x="199000" y="142935"/>
                    </a:lnTo>
                    <a:lnTo>
                      <a:pt x="195971" y="146265"/>
                    </a:lnTo>
                    <a:lnTo>
                      <a:pt x="193211" y="150975"/>
                    </a:lnTo>
                    <a:lnTo>
                      <a:pt x="191629" y="153363"/>
                    </a:lnTo>
                    <a:lnTo>
                      <a:pt x="189004" y="156122"/>
                    </a:lnTo>
                    <a:lnTo>
                      <a:pt x="184158" y="160898"/>
                    </a:lnTo>
                    <a:lnTo>
                      <a:pt x="180759" y="164868"/>
                    </a:lnTo>
                    <a:lnTo>
                      <a:pt x="178807" y="167559"/>
                    </a:lnTo>
                    <a:cubicBezTo>
                      <a:pt x="178807" y="167559"/>
                      <a:pt x="175542" y="167929"/>
                      <a:pt x="175240" y="167929"/>
                    </a:cubicBezTo>
                    <a:cubicBezTo>
                      <a:pt x="174970" y="167929"/>
                      <a:pt x="173557" y="167795"/>
                      <a:pt x="173557" y="167795"/>
                    </a:cubicBezTo>
                    <a:lnTo>
                      <a:pt x="171369" y="165911"/>
                    </a:lnTo>
                    <a:lnTo>
                      <a:pt x="169114" y="165171"/>
                    </a:lnTo>
                    <a:lnTo>
                      <a:pt x="168307" y="165238"/>
                    </a:lnTo>
                    <a:lnTo>
                      <a:pt x="166792" y="167189"/>
                    </a:lnTo>
                    <a:lnTo>
                      <a:pt x="164470" y="167626"/>
                    </a:lnTo>
                    <a:lnTo>
                      <a:pt x="163090" y="166886"/>
                    </a:lnTo>
                    <a:lnTo>
                      <a:pt x="161273" y="166886"/>
                    </a:lnTo>
                    <a:lnTo>
                      <a:pt x="159960" y="168299"/>
                    </a:lnTo>
                    <a:lnTo>
                      <a:pt x="158311" y="169880"/>
                    </a:lnTo>
                    <a:lnTo>
                      <a:pt x="155181" y="172134"/>
                    </a:lnTo>
                    <a:lnTo>
                      <a:pt x="150840" y="172874"/>
                    </a:lnTo>
                    <a:lnTo>
                      <a:pt x="148383" y="173244"/>
                    </a:lnTo>
                    <a:lnTo>
                      <a:pt x="146801" y="175935"/>
                    </a:lnTo>
                    <a:lnTo>
                      <a:pt x="145489" y="177685"/>
                    </a:lnTo>
                    <a:cubicBezTo>
                      <a:pt x="145489" y="177685"/>
                      <a:pt x="144681" y="179266"/>
                      <a:pt x="144614" y="179703"/>
                    </a:cubicBezTo>
                    <a:cubicBezTo>
                      <a:pt x="144547" y="180140"/>
                      <a:pt x="143806" y="180510"/>
                      <a:pt x="143672" y="180948"/>
                    </a:cubicBezTo>
                    <a:cubicBezTo>
                      <a:pt x="143537" y="181385"/>
                      <a:pt x="142157" y="182024"/>
                      <a:pt x="141854" y="182024"/>
                    </a:cubicBezTo>
                    <a:cubicBezTo>
                      <a:pt x="141551" y="182024"/>
                      <a:pt x="139667" y="182831"/>
                      <a:pt x="139330" y="182966"/>
                    </a:cubicBezTo>
                    <a:cubicBezTo>
                      <a:pt x="138960" y="183101"/>
                      <a:pt x="137446" y="182831"/>
                      <a:pt x="137446" y="182831"/>
                    </a:cubicBezTo>
                    <a:lnTo>
                      <a:pt x="135763" y="182764"/>
                    </a:lnTo>
                    <a:lnTo>
                      <a:pt x="132869" y="184211"/>
                    </a:lnTo>
                    <a:cubicBezTo>
                      <a:pt x="132869" y="184211"/>
                      <a:pt x="132296" y="184783"/>
                      <a:pt x="132061" y="185018"/>
                    </a:cubicBezTo>
                    <a:cubicBezTo>
                      <a:pt x="131859" y="185253"/>
                      <a:pt x="131051" y="186767"/>
                      <a:pt x="131085" y="187339"/>
                    </a:cubicBezTo>
                    <a:cubicBezTo>
                      <a:pt x="131119" y="187911"/>
                      <a:pt x="130378" y="189088"/>
                      <a:pt x="130378" y="189088"/>
                    </a:cubicBezTo>
                    <a:lnTo>
                      <a:pt x="131051" y="192217"/>
                    </a:lnTo>
                    <a:cubicBezTo>
                      <a:pt x="131051" y="192217"/>
                      <a:pt x="131119" y="195850"/>
                      <a:pt x="131051" y="196926"/>
                    </a:cubicBezTo>
                    <a:cubicBezTo>
                      <a:pt x="130984" y="198003"/>
                      <a:pt x="130479" y="200829"/>
                      <a:pt x="130378" y="201131"/>
                    </a:cubicBezTo>
                    <a:cubicBezTo>
                      <a:pt x="130311" y="201434"/>
                      <a:pt x="128493" y="203150"/>
                      <a:pt x="128224" y="203520"/>
                    </a:cubicBezTo>
                    <a:cubicBezTo>
                      <a:pt x="127921" y="203890"/>
                      <a:pt x="127080" y="203722"/>
                      <a:pt x="125969" y="203823"/>
                    </a:cubicBezTo>
                    <a:cubicBezTo>
                      <a:pt x="124892" y="203890"/>
                      <a:pt x="123815" y="203183"/>
                      <a:pt x="123815" y="203183"/>
                    </a:cubicBezTo>
                    <a:cubicBezTo>
                      <a:pt x="123815" y="203183"/>
                      <a:pt x="120753" y="201804"/>
                      <a:pt x="120484" y="201804"/>
                    </a:cubicBezTo>
                    <a:cubicBezTo>
                      <a:pt x="120181" y="201804"/>
                      <a:pt x="117287" y="203486"/>
                      <a:pt x="117287" y="203486"/>
                    </a:cubicBezTo>
                    <a:lnTo>
                      <a:pt x="115974" y="207321"/>
                    </a:lnTo>
                    <a:cubicBezTo>
                      <a:pt x="115974" y="207321"/>
                      <a:pt x="114224" y="208835"/>
                      <a:pt x="114022" y="208902"/>
                    </a:cubicBezTo>
                    <a:cubicBezTo>
                      <a:pt x="113820" y="208969"/>
                      <a:pt x="112878" y="210483"/>
                      <a:pt x="112642" y="210719"/>
                    </a:cubicBezTo>
                    <a:cubicBezTo>
                      <a:pt x="112406" y="210921"/>
                      <a:pt x="110623" y="212468"/>
                      <a:pt x="109950" y="212973"/>
                    </a:cubicBezTo>
                    <a:cubicBezTo>
                      <a:pt x="109310" y="213477"/>
                      <a:pt x="108502" y="214722"/>
                      <a:pt x="108334" y="214991"/>
                    </a:cubicBezTo>
                    <a:cubicBezTo>
                      <a:pt x="108166" y="215294"/>
                      <a:pt x="107998" y="216438"/>
                      <a:pt x="107863" y="216942"/>
                    </a:cubicBezTo>
                    <a:cubicBezTo>
                      <a:pt x="107728" y="217447"/>
                      <a:pt x="107728" y="219129"/>
                      <a:pt x="107661" y="220071"/>
                    </a:cubicBezTo>
                    <a:cubicBezTo>
                      <a:pt x="107594" y="221012"/>
                      <a:pt x="108099" y="222762"/>
                      <a:pt x="108233" y="223468"/>
                    </a:cubicBezTo>
                    <a:cubicBezTo>
                      <a:pt x="108368" y="224175"/>
                      <a:pt x="108368" y="225352"/>
                      <a:pt x="108233" y="225655"/>
                    </a:cubicBezTo>
                    <a:cubicBezTo>
                      <a:pt x="108099" y="225957"/>
                      <a:pt x="106652" y="227236"/>
                      <a:pt x="106147" y="227471"/>
                    </a:cubicBezTo>
                    <a:cubicBezTo>
                      <a:pt x="105642" y="227707"/>
                      <a:pt x="104901" y="228480"/>
                      <a:pt x="104699" y="228783"/>
                    </a:cubicBezTo>
                    <a:cubicBezTo>
                      <a:pt x="104464" y="229086"/>
                      <a:pt x="103555" y="230465"/>
                      <a:pt x="103555" y="230465"/>
                    </a:cubicBezTo>
                    <a:cubicBezTo>
                      <a:pt x="103555" y="230465"/>
                      <a:pt x="106147" y="233728"/>
                      <a:pt x="106147" y="234031"/>
                    </a:cubicBezTo>
                    <a:cubicBezTo>
                      <a:pt x="106147" y="234300"/>
                      <a:pt x="105844" y="236722"/>
                      <a:pt x="105844" y="237126"/>
                    </a:cubicBezTo>
                    <a:cubicBezTo>
                      <a:pt x="105844" y="237563"/>
                      <a:pt x="103825" y="239817"/>
                      <a:pt x="103522" y="240019"/>
                    </a:cubicBezTo>
                    <a:cubicBezTo>
                      <a:pt x="103219" y="240221"/>
                      <a:pt x="98810" y="239783"/>
                      <a:pt x="98608" y="239783"/>
                    </a:cubicBezTo>
                    <a:cubicBezTo>
                      <a:pt x="98373" y="239783"/>
                      <a:pt x="96151" y="237462"/>
                      <a:pt x="96151" y="237462"/>
                    </a:cubicBezTo>
                    <a:lnTo>
                      <a:pt x="96151" y="234065"/>
                    </a:lnTo>
                    <a:lnTo>
                      <a:pt x="94401" y="228783"/>
                    </a:lnTo>
                    <a:lnTo>
                      <a:pt x="94401" y="225318"/>
                    </a:lnTo>
                    <a:lnTo>
                      <a:pt x="94401" y="223872"/>
                    </a:lnTo>
                    <a:lnTo>
                      <a:pt x="94233" y="221046"/>
                    </a:lnTo>
                    <a:lnTo>
                      <a:pt x="93896" y="216774"/>
                    </a:lnTo>
                    <a:lnTo>
                      <a:pt x="89050" y="211492"/>
                    </a:lnTo>
                    <a:lnTo>
                      <a:pt x="83127" y="204596"/>
                    </a:lnTo>
                    <a:cubicBezTo>
                      <a:pt x="83127" y="204596"/>
                      <a:pt x="79997" y="201131"/>
                      <a:pt x="80233" y="200896"/>
                    </a:cubicBezTo>
                    <a:cubicBezTo>
                      <a:pt x="80435" y="200694"/>
                      <a:pt x="80233" y="199382"/>
                      <a:pt x="80233" y="199382"/>
                    </a:cubicBezTo>
                    <a:lnTo>
                      <a:pt x="77170" y="197936"/>
                    </a:lnTo>
                    <a:lnTo>
                      <a:pt x="75151" y="195110"/>
                    </a:lnTo>
                    <a:lnTo>
                      <a:pt x="74781" y="190400"/>
                    </a:lnTo>
                    <a:lnTo>
                      <a:pt x="75420" y="188449"/>
                    </a:lnTo>
                    <a:lnTo>
                      <a:pt x="76867" y="186565"/>
                    </a:lnTo>
                    <a:lnTo>
                      <a:pt x="77136" y="184110"/>
                    </a:lnTo>
                    <a:lnTo>
                      <a:pt x="75185" y="182663"/>
                    </a:lnTo>
                    <a:lnTo>
                      <a:pt x="70675" y="182226"/>
                    </a:lnTo>
                    <a:lnTo>
                      <a:pt x="66266" y="182798"/>
                    </a:lnTo>
                    <a:cubicBezTo>
                      <a:pt x="66266" y="182798"/>
                      <a:pt x="63877" y="182932"/>
                      <a:pt x="63574" y="182932"/>
                    </a:cubicBezTo>
                    <a:cubicBezTo>
                      <a:pt x="63271" y="182932"/>
                      <a:pt x="62934" y="183134"/>
                      <a:pt x="62934" y="183134"/>
                    </a:cubicBezTo>
                    <a:lnTo>
                      <a:pt x="61857" y="183269"/>
                    </a:lnTo>
                    <a:lnTo>
                      <a:pt x="60713" y="184648"/>
                    </a:lnTo>
                    <a:lnTo>
                      <a:pt x="59636" y="183572"/>
                    </a:lnTo>
                    <a:lnTo>
                      <a:pt x="59636" y="180880"/>
                    </a:lnTo>
                    <a:lnTo>
                      <a:pt x="58525" y="179501"/>
                    </a:lnTo>
                    <a:lnTo>
                      <a:pt x="55968" y="179636"/>
                    </a:lnTo>
                    <a:lnTo>
                      <a:pt x="53780" y="178458"/>
                    </a:lnTo>
                    <a:lnTo>
                      <a:pt x="54083" y="176945"/>
                    </a:lnTo>
                    <a:lnTo>
                      <a:pt x="54352" y="175935"/>
                    </a:lnTo>
                    <a:lnTo>
                      <a:pt x="53545" y="174052"/>
                    </a:lnTo>
                    <a:lnTo>
                      <a:pt x="51593" y="171461"/>
                    </a:lnTo>
                    <a:lnTo>
                      <a:pt x="49708" y="167122"/>
                    </a:lnTo>
                    <a:lnTo>
                      <a:pt x="48463" y="164935"/>
                    </a:lnTo>
                    <a:lnTo>
                      <a:pt x="46376" y="164061"/>
                    </a:lnTo>
                    <a:lnTo>
                      <a:pt x="45198" y="163758"/>
                    </a:lnTo>
                    <a:lnTo>
                      <a:pt x="44761" y="166146"/>
                    </a:lnTo>
                    <a:lnTo>
                      <a:pt x="42237" y="167895"/>
                    </a:lnTo>
                    <a:lnTo>
                      <a:pt x="42237" y="169275"/>
                    </a:lnTo>
                    <a:cubicBezTo>
                      <a:pt x="42237" y="169275"/>
                      <a:pt x="41362" y="170788"/>
                      <a:pt x="41093" y="170889"/>
                    </a:cubicBezTo>
                    <a:cubicBezTo>
                      <a:pt x="40823" y="170957"/>
                      <a:pt x="39645" y="172269"/>
                      <a:pt x="39645" y="172269"/>
                    </a:cubicBezTo>
                    <a:lnTo>
                      <a:pt x="37121" y="172269"/>
                    </a:lnTo>
                    <a:lnTo>
                      <a:pt x="35169" y="172908"/>
                    </a:lnTo>
                    <a:lnTo>
                      <a:pt x="34328" y="174152"/>
                    </a:lnTo>
                    <a:lnTo>
                      <a:pt x="34429" y="175734"/>
                    </a:lnTo>
                    <a:lnTo>
                      <a:pt x="32679" y="175734"/>
                    </a:lnTo>
                    <a:lnTo>
                      <a:pt x="30659" y="175734"/>
                    </a:lnTo>
                    <a:lnTo>
                      <a:pt x="29515" y="178593"/>
                    </a:lnTo>
                    <a:lnTo>
                      <a:pt x="28674" y="181250"/>
                    </a:lnTo>
                    <a:lnTo>
                      <a:pt x="27462" y="182663"/>
                    </a:lnTo>
                    <a:lnTo>
                      <a:pt x="25847" y="184076"/>
                    </a:lnTo>
                    <a:lnTo>
                      <a:pt x="25308" y="186027"/>
                    </a:lnTo>
                    <a:lnTo>
                      <a:pt x="24669" y="187877"/>
                    </a:lnTo>
                    <a:cubicBezTo>
                      <a:pt x="24669" y="187877"/>
                      <a:pt x="24904" y="189728"/>
                      <a:pt x="25645" y="190602"/>
                    </a:cubicBezTo>
                    <a:cubicBezTo>
                      <a:pt x="26419" y="191477"/>
                      <a:pt x="27496" y="191914"/>
                      <a:pt x="27496" y="191914"/>
                    </a:cubicBezTo>
                    <a:lnTo>
                      <a:pt x="29246" y="192553"/>
                    </a:lnTo>
                    <a:lnTo>
                      <a:pt x="32948" y="193529"/>
                    </a:lnTo>
                    <a:lnTo>
                      <a:pt x="32847" y="194706"/>
                    </a:lnTo>
                    <a:cubicBezTo>
                      <a:pt x="32847" y="194706"/>
                      <a:pt x="32645" y="195581"/>
                      <a:pt x="32645" y="196355"/>
                    </a:cubicBezTo>
                    <a:cubicBezTo>
                      <a:pt x="32645" y="197128"/>
                      <a:pt x="34496" y="198306"/>
                      <a:pt x="34496" y="198306"/>
                    </a:cubicBezTo>
                    <a:cubicBezTo>
                      <a:pt x="34496" y="198306"/>
                      <a:pt x="35472" y="198306"/>
                      <a:pt x="35910" y="198306"/>
                    </a:cubicBezTo>
                    <a:cubicBezTo>
                      <a:pt x="36347" y="198306"/>
                      <a:pt x="38501" y="199281"/>
                      <a:pt x="38501" y="199281"/>
                    </a:cubicBezTo>
                    <a:lnTo>
                      <a:pt x="40789" y="200492"/>
                    </a:lnTo>
                    <a:lnTo>
                      <a:pt x="39578" y="203318"/>
                    </a:lnTo>
                    <a:lnTo>
                      <a:pt x="37087" y="207994"/>
                    </a:lnTo>
                    <a:lnTo>
                      <a:pt x="35506" y="212603"/>
                    </a:lnTo>
                    <a:lnTo>
                      <a:pt x="33621" y="216572"/>
                    </a:lnTo>
                    <a:cubicBezTo>
                      <a:pt x="33621" y="216572"/>
                      <a:pt x="33621" y="219129"/>
                      <a:pt x="33621" y="219330"/>
                    </a:cubicBezTo>
                    <a:cubicBezTo>
                      <a:pt x="33621" y="219532"/>
                      <a:pt x="33688" y="223838"/>
                      <a:pt x="33688" y="224040"/>
                    </a:cubicBezTo>
                    <a:cubicBezTo>
                      <a:pt x="33688" y="224242"/>
                      <a:pt x="32679" y="226126"/>
                      <a:pt x="32679" y="226126"/>
                    </a:cubicBezTo>
                    <a:lnTo>
                      <a:pt x="31871" y="228716"/>
                    </a:lnTo>
                    <a:lnTo>
                      <a:pt x="31871" y="231272"/>
                    </a:lnTo>
                    <a:cubicBezTo>
                      <a:pt x="31871" y="231272"/>
                      <a:pt x="33621" y="233392"/>
                      <a:pt x="33722" y="233560"/>
                    </a:cubicBezTo>
                    <a:cubicBezTo>
                      <a:pt x="33823" y="233728"/>
                      <a:pt x="34362" y="237630"/>
                      <a:pt x="34362" y="237630"/>
                    </a:cubicBezTo>
                    <a:lnTo>
                      <a:pt x="34866" y="246208"/>
                    </a:lnTo>
                    <a:lnTo>
                      <a:pt x="36381" y="248126"/>
                    </a:lnTo>
                    <a:cubicBezTo>
                      <a:pt x="36381" y="248126"/>
                      <a:pt x="40083" y="251053"/>
                      <a:pt x="40789" y="251759"/>
                    </a:cubicBezTo>
                    <a:cubicBezTo>
                      <a:pt x="41496" y="252466"/>
                      <a:pt x="40419" y="254349"/>
                      <a:pt x="40419" y="254349"/>
                    </a:cubicBezTo>
                    <a:cubicBezTo>
                      <a:pt x="40419" y="254349"/>
                      <a:pt x="39275" y="256401"/>
                      <a:pt x="38838" y="256502"/>
                    </a:cubicBezTo>
                    <a:cubicBezTo>
                      <a:pt x="38400" y="256603"/>
                      <a:pt x="39174" y="260102"/>
                      <a:pt x="39174" y="260102"/>
                    </a:cubicBezTo>
                    <a:lnTo>
                      <a:pt x="44054" y="263466"/>
                    </a:lnTo>
                    <a:cubicBezTo>
                      <a:pt x="44054" y="263466"/>
                      <a:pt x="44054" y="267940"/>
                      <a:pt x="44054" y="268142"/>
                    </a:cubicBezTo>
                    <a:cubicBezTo>
                      <a:pt x="44054" y="268377"/>
                      <a:pt x="42977" y="271741"/>
                      <a:pt x="42977" y="271741"/>
                    </a:cubicBezTo>
                    <a:cubicBezTo>
                      <a:pt x="42977" y="271741"/>
                      <a:pt x="40756" y="275711"/>
                      <a:pt x="40655" y="275879"/>
                    </a:cubicBezTo>
                    <a:cubicBezTo>
                      <a:pt x="40554" y="276047"/>
                      <a:pt x="38871" y="279142"/>
                      <a:pt x="38871" y="279142"/>
                    </a:cubicBezTo>
                    <a:lnTo>
                      <a:pt x="38871" y="286105"/>
                    </a:lnTo>
                    <a:lnTo>
                      <a:pt x="38333" y="286475"/>
                    </a:lnTo>
                    <a:cubicBezTo>
                      <a:pt x="38568" y="287114"/>
                      <a:pt x="38131" y="288965"/>
                      <a:pt x="37996" y="289435"/>
                    </a:cubicBezTo>
                    <a:cubicBezTo>
                      <a:pt x="37861" y="290007"/>
                      <a:pt x="36112" y="291017"/>
                      <a:pt x="34664" y="291454"/>
                    </a:cubicBezTo>
                    <a:cubicBezTo>
                      <a:pt x="33217" y="291891"/>
                      <a:pt x="33083" y="291757"/>
                      <a:pt x="31905" y="292026"/>
                    </a:cubicBezTo>
                    <a:cubicBezTo>
                      <a:pt x="30727" y="292329"/>
                      <a:pt x="29448" y="293338"/>
                      <a:pt x="29010" y="294212"/>
                    </a:cubicBezTo>
                    <a:cubicBezTo>
                      <a:pt x="28573" y="295087"/>
                      <a:pt x="28438" y="298283"/>
                      <a:pt x="28438" y="298283"/>
                    </a:cubicBezTo>
                    <a:lnTo>
                      <a:pt x="28438" y="302050"/>
                    </a:lnTo>
                    <a:lnTo>
                      <a:pt x="26251" y="306121"/>
                    </a:lnTo>
                    <a:cubicBezTo>
                      <a:pt x="26251" y="306121"/>
                      <a:pt x="22179" y="310628"/>
                      <a:pt x="21606" y="310763"/>
                    </a:cubicBezTo>
                    <a:cubicBezTo>
                      <a:pt x="21034" y="310898"/>
                      <a:pt x="17534" y="312647"/>
                      <a:pt x="15818" y="312950"/>
                    </a:cubicBezTo>
                    <a:cubicBezTo>
                      <a:pt x="14068" y="313252"/>
                      <a:pt x="13361" y="314699"/>
                      <a:pt x="12924" y="314833"/>
                    </a:cubicBezTo>
                    <a:cubicBezTo>
                      <a:pt x="12486" y="314968"/>
                      <a:pt x="9592" y="317020"/>
                      <a:pt x="8851" y="317155"/>
                    </a:cubicBezTo>
                    <a:cubicBezTo>
                      <a:pt x="8145" y="317289"/>
                      <a:pt x="7404" y="319913"/>
                      <a:pt x="7404" y="320350"/>
                    </a:cubicBezTo>
                    <a:cubicBezTo>
                      <a:pt x="7404" y="320788"/>
                      <a:pt x="9154" y="321797"/>
                      <a:pt x="9154" y="321797"/>
                    </a:cubicBezTo>
                    <a:lnTo>
                      <a:pt x="13193" y="323815"/>
                    </a:lnTo>
                    <a:lnTo>
                      <a:pt x="12486" y="326136"/>
                    </a:lnTo>
                    <a:cubicBezTo>
                      <a:pt x="12486" y="326136"/>
                      <a:pt x="11174" y="328592"/>
                      <a:pt x="10736" y="328592"/>
                    </a:cubicBezTo>
                    <a:cubicBezTo>
                      <a:pt x="10298" y="328592"/>
                      <a:pt x="8548" y="330610"/>
                      <a:pt x="8548" y="330610"/>
                    </a:cubicBezTo>
                    <a:cubicBezTo>
                      <a:pt x="8548" y="330610"/>
                      <a:pt x="1750" y="337574"/>
                      <a:pt x="1313" y="337977"/>
                    </a:cubicBezTo>
                    <a:cubicBezTo>
                      <a:pt x="875" y="338415"/>
                      <a:pt x="0" y="343192"/>
                      <a:pt x="0" y="343192"/>
                    </a:cubicBezTo>
                    <a:lnTo>
                      <a:pt x="3332" y="346825"/>
                    </a:lnTo>
                    <a:cubicBezTo>
                      <a:pt x="3332" y="346825"/>
                      <a:pt x="8111" y="351164"/>
                      <a:pt x="8279" y="351602"/>
                    </a:cubicBezTo>
                    <a:cubicBezTo>
                      <a:pt x="8414" y="352039"/>
                      <a:pt x="13630" y="354797"/>
                      <a:pt x="15078" y="355638"/>
                    </a:cubicBezTo>
                    <a:cubicBezTo>
                      <a:pt x="16525" y="356479"/>
                      <a:pt x="19554" y="359271"/>
                      <a:pt x="19554" y="359271"/>
                    </a:cubicBezTo>
                    <a:lnTo>
                      <a:pt x="23020" y="360718"/>
                    </a:lnTo>
                    <a:lnTo>
                      <a:pt x="27496" y="359978"/>
                    </a:lnTo>
                    <a:lnTo>
                      <a:pt x="32140" y="359978"/>
                    </a:lnTo>
                    <a:lnTo>
                      <a:pt x="32578" y="364822"/>
                    </a:lnTo>
                    <a:cubicBezTo>
                      <a:pt x="32578" y="364822"/>
                      <a:pt x="35472" y="368960"/>
                      <a:pt x="35910" y="369801"/>
                    </a:cubicBezTo>
                    <a:cubicBezTo>
                      <a:pt x="36347" y="370675"/>
                      <a:pt x="37794" y="374275"/>
                      <a:pt x="37794" y="374275"/>
                    </a:cubicBezTo>
                    <a:cubicBezTo>
                      <a:pt x="37794" y="374275"/>
                      <a:pt x="39544" y="374847"/>
                      <a:pt x="40419" y="374847"/>
                    </a:cubicBezTo>
                    <a:cubicBezTo>
                      <a:pt x="41294" y="374847"/>
                      <a:pt x="46645" y="375553"/>
                      <a:pt x="46645" y="375553"/>
                    </a:cubicBezTo>
                    <a:lnTo>
                      <a:pt x="49708" y="375553"/>
                    </a:lnTo>
                    <a:lnTo>
                      <a:pt x="51020" y="374746"/>
                    </a:lnTo>
                    <a:cubicBezTo>
                      <a:pt x="51020" y="374746"/>
                      <a:pt x="54352" y="373501"/>
                      <a:pt x="55530" y="373366"/>
                    </a:cubicBezTo>
                    <a:cubicBezTo>
                      <a:pt x="56675" y="373232"/>
                      <a:pt x="60006" y="373366"/>
                      <a:pt x="60006" y="373366"/>
                    </a:cubicBezTo>
                    <a:cubicBezTo>
                      <a:pt x="60006" y="373366"/>
                      <a:pt x="63472" y="375553"/>
                      <a:pt x="64078" y="375688"/>
                    </a:cubicBezTo>
                    <a:cubicBezTo>
                      <a:pt x="64651" y="375822"/>
                      <a:pt x="68420" y="379892"/>
                      <a:pt x="68858" y="380195"/>
                    </a:cubicBezTo>
                    <a:cubicBezTo>
                      <a:pt x="69295" y="380498"/>
                      <a:pt x="71617" y="384400"/>
                      <a:pt x="71617" y="384400"/>
                    </a:cubicBezTo>
                    <a:lnTo>
                      <a:pt x="71920" y="388605"/>
                    </a:lnTo>
                    <a:cubicBezTo>
                      <a:pt x="71920" y="388605"/>
                      <a:pt x="71920" y="392507"/>
                      <a:pt x="71920" y="394559"/>
                    </a:cubicBezTo>
                    <a:cubicBezTo>
                      <a:pt x="71920" y="396578"/>
                      <a:pt x="71987" y="397890"/>
                      <a:pt x="72122" y="398462"/>
                    </a:cubicBezTo>
                    <a:cubicBezTo>
                      <a:pt x="72257" y="399033"/>
                      <a:pt x="73502" y="402364"/>
                      <a:pt x="73502" y="402364"/>
                    </a:cubicBezTo>
                    <a:cubicBezTo>
                      <a:pt x="73502" y="402364"/>
                      <a:pt x="79593" y="405694"/>
                      <a:pt x="80333" y="406131"/>
                    </a:cubicBezTo>
                    <a:cubicBezTo>
                      <a:pt x="81040" y="406569"/>
                      <a:pt x="84978" y="409462"/>
                      <a:pt x="84978" y="409462"/>
                    </a:cubicBezTo>
                    <a:lnTo>
                      <a:pt x="91945" y="412086"/>
                    </a:lnTo>
                    <a:lnTo>
                      <a:pt x="92079" y="412086"/>
                    </a:lnTo>
                    <a:lnTo>
                      <a:pt x="91945" y="417804"/>
                    </a:lnTo>
                    <a:lnTo>
                      <a:pt x="93695" y="421942"/>
                    </a:lnTo>
                    <a:lnTo>
                      <a:pt x="97026" y="425272"/>
                    </a:lnTo>
                    <a:lnTo>
                      <a:pt x="99786" y="428603"/>
                    </a:lnTo>
                    <a:lnTo>
                      <a:pt x="99786" y="431361"/>
                    </a:lnTo>
                    <a:lnTo>
                      <a:pt x="102142" y="429040"/>
                    </a:lnTo>
                    <a:lnTo>
                      <a:pt x="104363" y="428367"/>
                    </a:lnTo>
                    <a:lnTo>
                      <a:pt x="107695" y="424700"/>
                    </a:lnTo>
                    <a:lnTo>
                      <a:pt x="111363" y="423187"/>
                    </a:lnTo>
                    <a:lnTo>
                      <a:pt x="114897" y="420529"/>
                    </a:lnTo>
                    <a:cubicBezTo>
                      <a:pt x="114897" y="420529"/>
                      <a:pt x="118498" y="416997"/>
                      <a:pt x="118801" y="416896"/>
                    </a:cubicBezTo>
                    <a:cubicBezTo>
                      <a:pt x="119137" y="416795"/>
                      <a:pt x="121190" y="414609"/>
                      <a:pt x="122234" y="413969"/>
                    </a:cubicBezTo>
                    <a:cubicBezTo>
                      <a:pt x="123277" y="413330"/>
                      <a:pt x="124455" y="412355"/>
                      <a:pt x="125094" y="412187"/>
                    </a:cubicBezTo>
                    <a:cubicBezTo>
                      <a:pt x="125733" y="412018"/>
                      <a:pt x="127181" y="411951"/>
                      <a:pt x="128359" y="411917"/>
                    </a:cubicBezTo>
                    <a:cubicBezTo>
                      <a:pt x="129536" y="411850"/>
                      <a:pt x="131960" y="411985"/>
                      <a:pt x="131960" y="411985"/>
                    </a:cubicBezTo>
                    <a:lnTo>
                      <a:pt x="134787" y="409697"/>
                    </a:lnTo>
                    <a:lnTo>
                      <a:pt x="136638" y="408116"/>
                    </a:lnTo>
                    <a:lnTo>
                      <a:pt x="140945" y="405728"/>
                    </a:lnTo>
                    <a:lnTo>
                      <a:pt x="144109" y="403541"/>
                    </a:lnTo>
                    <a:lnTo>
                      <a:pt x="147205" y="402296"/>
                    </a:lnTo>
                    <a:lnTo>
                      <a:pt x="150974" y="399033"/>
                    </a:lnTo>
                    <a:cubicBezTo>
                      <a:pt x="150974" y="399033"/>
                      <a:pt x="151849" y="394156"/>
                      <a:pt x="151849" y="393954"/>
                    </a:cubicBezTo>
                    <a:cubicBezTo>
                      <a:pt x="151849" y="393752"/>
                      <a:pt x="158513" y="388370"/>
                      <a:pt x="158513" y="388000"/>
                    </a:cubicBezTo>
                    <a:cubicBezTo>
                      <a:pt x="158513" y="387630"/>
                      <a:pt x="158648" y="384737"/>
                      <a:pt x="158513" y="384535"/>
                    </a:cubicBezTo>
                    <a:cubicBezTo>
                      <a:pt x="158379" y="384333"/>
                      <a:pt x="158210" y="383223"/>
                      <a:pt x="158210" y="383223"/>
                    </a:cubicBezTo>
                    <a:lnTo>
                      <a:pt x="157403" y="379691"/>
                    </a:lnTo>
                    <a:cubicBezTo>
                      <a:pt x="157403" y="379691"/>
                      <a:pt x="157537" y="377168"/>
                      <a:pt x="157705" y="376865"/>
                    </a:cubicBezTo>
                    <a:cubicBezTo>
                      <a:pt x="157840" y="376562"/>
                      <a:pt x="159590" y="373602"/>
                      <a:pt x="159590" y="373602"/>
                    </a:cubicBezTo>
                    <a:lnTo>
                      <a:pt x="161172" y="370843"/>
                    </a:lnTo>
                    <a:cubicBezTo>
                      <a:pt x="161172" y="370843"/>
                      <a:pt x="163191" y="369397"/>
                      <a:pt x="163932" y="369094"/>
                    </a:cubicBezTo>
                    <a:cubicBezTo>
                      <a:pt x="164638" y="368791"/>
                      <a:pt x="166254" y="370911"/>
                      <a:pt x="166456" y="370978"/>
                    </a:cubicBezTo>
                    <a:cubicBezTo>
                      <a:pt x="166658" y="371045"/>
                      <a:pt x="167398" y="375250"/>
                      <a:pt x="167398" y="375250"/>
                    </a:cubicBezTo>
                    <a:lnTo>
                      <a:pt x="170965" y="375452"/>
                    </a:lnTo>
                    <a:lnTo>
                      <a:pt x="171167" y="371920"/>
                    </a:lnTo>
                    <a:lnTo>
                      <a:pt x="171100" y="368455"/>
                    </a:lnTo>
                    <a:lnTo>
                      <a:pt x="171235" y="365932"/>
                    </a:lnTo>
                    <a:lnTo>
                      <a:pt x="170427" y="362904"/>
                    </a:lnTo>
                    <a:lnTo>
                      <a:pt x="171672" y="358834"/>
                    </a:lnTo>
                    <a:lnTo>
                      <a:pt x="173994" y="356008"/>
                    </a:lnTo>
                    <a:lnTo>
                      <a:pt x="177057" y="353485"/>
                    </a:lnTo>
                    <a:lnTo>
                      <a:pt x="180322" y="350290"/>
                    </a:lnTo>
                    <a:lnTo>
                      <a:pt x="185168" y="346455"/>
                    </a:lnTo>
                    <a:lnTo>
                      <a:pt x="188062" y="344705"/>
                    </a:lnTo>
                    <a:lnTo>
                      <a:pt x="189206" y="342081"/>
                    </a:lnTo>
                    <a:lnTo>
                      <a:pt x="190889" y="340063"/>
                    </a:lnTo>
                    <a:cubicBezTo>
                      <a:pt x="190889" y="340063"/>
                      <a:pt x="190956" y="337305"/>
                      <a:pt x="190620" y="337305"/>
                    </a:cubicBezTo>
                    <a:cubicBezTo>
                      <a:pt x="190283" y="337305"/>
                      <a:pt x="189374" y="336666"/>
                      <a:pt x="189105" y="336666"/>
                    </a:cubicBezTo>
                    <a:cubicBezTo>
                      <a:pt x="188803" y="336666"/>
                      <a:pt x="187153" y="334479"/>
                      <a:pt x="187153" y="334479"/>
                    </a:cubicBezTo>
                    <a:cubicBezTo>
                      <a:pt x="187153" y="334479"/>
                      <a:pt x="185403" y="331889"/>
                      <a:pt x="185403" y="331283"/>
                    </a:cubicBezTo>
                    <a:cubicBezTo>
                      <a:pt x="185403" y="330678"/>
                      <a:pt x="186649" y="329837"/>
                      <a:pt x="186649" y="329837"/>
                    </a:cubicBezTo>
                    <a:cubicBezTo>
                      <a:pt x="186649" y="329837"/>
                      <a:pt x="189475" y="327886"/>
                      <a:pt x="189913" y="327751"/>
                    </a:cubicBezTo>
                    <a:cubicBezTo>
                      <a:pt x="190351" y="327616"/>
                      <a:pt x="192606" y="325295"/>
                      <a:pt x="192740" y="324993"/>
                    </a:cubicBezTo>
                    <a:cubicBezTo>
                      <a:pt x="192875" y="324690"/>
                      <a:pt x="195264" y="322739"/>
                      <a:pt x="195264" y="322739"/>
                    </a:cubicBezTo>
                    <a:cubicBezTo>
                      <a:pt x="195264" y="322739"/>
                      <a:pt x="197317" y="320048"/>
                      <a:pt x="197519" y="319711"/>
                    </a:cubicBezTo>
                    <a:cubicBezTo>
                      <a:pt x="197721" y="319341"/>
                      <a:pt x="198663" y="318130"/>
                      <a:pt x="199168" y="317895"/>
                    </a:cubicBezTo>
                    <a:cubicBezTo>
                      <a:pt x="199673" y="317659"/>
                      <a:pt x="201052" y="316314"/>
                      <a:pt x="201052" y="316314"/>
                    </a:cubicBezTo>
                    <a:cubicBezTo>
                      <a:pt x="201052" y="316314"/>
                      <a:pt x="203947" y="315809"/>
                      <a:pt x="204889" y="315944"/>
                    </a:cubicBezTo>
                    <a:cubicBezTo>
                      <a:pt x="205832" y="316078"/>
                      <a:pt x="208087" y="316751"/>
                      <a:pt x="208356" y="316751"/>
                    </a:cubicBezTo>
                    <a:cubicBezTo>
                      <a:pt x="208625" y="316751"/>
                      <a:pt x="216702" y="315876"/>
                      <a:pt x="216702" y="315876"/>
                    </a:cubicBezTo>
                    <a:cubicBezTo>
                      <a:pt x="216702" y="315876"/>
                      <a:pt x="220841" y="315944"/>
                      <a:pt x="221111" y="315944"/>
                    </a:cubicBezTo>
                    <a:cubicBezTo>
                      <a:pt x="221414" y="315944"/>
                      <a:pt x="225755" y="315574"/>
                      <a:pt x="226193" y="315574"/>
                    </a:cubicBezTo>
                    <a:cubicBezTo>
                      <a:pt x="226630" y="315574"/>
                      <a:pt x="232654" y="314497"/>
                      <a:pt x="232654" y="314497"/>
                    </a:cubicBezTo>
                    <a:cubicBezTo>
                      <a:pt x="232654" y="314497"/>
                      <a:pt x="241068" y="314699"/>
                      <a:pt x="241337" y="314699"/>
                    </a:cubicBezTo>
                    <a:cubicBezTo>
                      <a:pt x="241640" y="314699"/>
                      <a:pt x="245780" y="313757"/>
                      <a:pt x="245780" y="313757"/>
                    </a:cubicBezTo>
                    <a:lnTo>
                      <a:pt x="248539" y="313051"/>
                    </a:lnTo>
                    <a:lnTo>
                      <a:pt x="249852" y="313051"/>
                    </a:lnTo>
                    <a:lnTo>
                      <a:pt x="252376" y="312680"/>
                    </a:lnTo>
                    <a:cubicBezTo>
                      <a:pt x="252376" y="312680"/>
                      <a:pt x="254563" y="311806"/>
                      <a:pt x="254765" y="311671"/>
                    </a:cubicBezTo>
                    <a:cubicBezTo>
                      <a:pt x="254967" y="311537"/>
                      <a:pt x="255708" y="310359"/>
                      <a:pt x="255708" y="310359"/>
                    </a:cubicBezTo>
                    <a:lnTo>
                      <a:pt x="256011" y="309350"/>
                    </a:lnTo>
                    <a:lnTo>
                      <a:pt x="256212" y="307399"/>
                    </a:lnTo>
                    <a:lnTo>
                      <a:pt x="256011" y="304641"/>
                    </a:lnTo>
                    <a:lnTo>
                      <a:pt x="256313" y="301378"/>
                    </a:lnTo>
                    <a:lnTo>
                      <a:pt x="256179" y="298922"/>
                    </a:lnTo>
                    <a:lnTo>
                      <a:pt x="255977" y="297240"/>
                    </a:lnTo>
                    <a:lnTo>
                      <a:pt x="256549" y="296231"/>
                    </a:lnTo>
                    <a:lnTo>
                      <a:pt x="257559" y="295726"/>
                    </a:lnTo>
                    <a:lnTo>
                      <a:pt x="260756" y="295659"/>
                    </a:lnTo>
                    <a:lnTo>
                      <a:pt x="261900" y="295659"/>
                    </a:lnTo>
                    <a:lnTo>
                      <a:pt x="263852" y="296264"/>
                    </a:lnTo>
                    <a:cubicBezTo>
                      <a:pt x="263852" y="296264"/>
                      <a:pt x="266040" y="298249"/>
                      <a:pt x="266376" y="298619"/>
                    </a:cubicBezTo>
                    <a:cubicBezTo>
                      <a:pt x="266746" y="298989"/>
                      <a:pt x="267116" y="300436"/>
                      <a:pt x="266948" y="300873"/>
                    </a:cubicBezTo>
                    <a:cubicBezTo>
                      <a:pt x="266814" y="301310"/>
                      <a:pt x="266679" y="303497"/>
                      <a:pt x="266679" y="303833"/>
                    </a:cubicBezTo>
                    <a:cubicBezTo>
                      <a:pt x="266679" y="304203"/>
                      <a:pt x="268261" y="307096"/>
                      <a:pt x="268496" y="307164"/>
                    </a:cubicBezTo>
                    <a:cubicBezTo>
                      <a:pt x="268698" y="307231"/>
                      <a:pt x="271189" y="309047"/>
                      <a:pt x="271189" y="309047"/>
                    </a:cubicBezTo>
                    <a:lnTo>
                      <a:pt x="271626" y="312512"/>
                    </a:lnTo>
                    <a:lnTo>
                      <a:pt x="272434" y="316415"/>
                    </a:lnTo>
                    <a:cubicBezTo>
                      <a:pt x="272434" y="316415"/>
                      <a:pt x="273309" y="319947"/>
                      <a:pt x="273309" y="320249"/>
                    </a:cubicBezTo>
                    <a:cubicBezTo>
                      <a:pt x="273309" y="320552"/>
                      <a:pt x="275766" y="322638"/>
                      <a:pt x="276069" y="322840"/>
                    </a:cubicBezTo>
                    <a:cubicBezTo>
                      <a:pt x="276371" y="323075"/>
                      <a:pt x="279030" y="325295"/>
                      <a:pt x="279199" y="325598"/>
                    </a:cubicBezTo>
                    <a:cubicBezTo>
                      <a:pt x="279333" y="325901"/>
                      <a:pt x="281857" y="328558"/>
                      <a:pt x="281857" y="328558"/>
                    </a:cubicBezTo>
                    <a:lnTo>
                      <a:pt x="286064" y="331586"/>
                    </a:lnTo>
                    <a:lnTo>
                      <a:pt x="288151" y="333604"/>
                    </a:lnTo>
                    <a:cubicBezTo>
                      <a:pt x="288151" y="333604"/>
                      <a:pt x="292425" y="336060"/>
                      <a:pt x="292661" y="336295"/>
                    </a:cubicBezTo>
                    <a:cubicBezTo>
                      <a:pt x="292862" y="336497"/>
                      <a:pt x="297944" y="339424"/>
                      <a:pt x="297944" y="339424"/>
                    </a:cubicBezTo>
                    <a:cubicBezTo>
                      <a:pt x="297944" y="339424"/>
                      <a:pt x="298887" y="345008"/>
                      <a:pt x="299088" y="345143"/>
                    </a:cubicBezTo>
                    <a:cubicBezTo>
                      <a:pt x="299290" y="345277"/>
                      <a:pt x="300670" y="346387"/>
                      <a:pt x="300670" y="346387"/>
                    </a:cubicBezTo>
                    <a:lnTo>
                      <a:pt x="302858" y="348271"/>
                    </a:lnTo>
                    <a:cubicBezTo>
                      <a:pt x="302858" y="348271"/>
                      <a:pt x="302925" y="349886"/>
                      <a:pt x="302925" y="350155"/>
                    </a:cubicBezTo>
                    <a:cubicBezTo>
                      <a:pt x="302925" y="350458"/>
                      <a:pt x="302992" y="352543"/>
                      <a:pt x="302992" y="352543"/>
                    </a:cubicBezTo>
                    <a:lnTo>
                      <a:pt x="302185" y="355941"/>
                    </a:lnTo>
                    <a:lnTo>
                      <a:pt x="300939" y="357623"/>
                    </a:lnTo>
                    <a:lnTo>
                      <a:pt x="299863" y="359507"/>
                    </a:lnTo>
                    <a:lnTo>
                      <a:pt x="297978" y="362635"/>
                    </a:lnTo>
                    <a:lnTo>
                      <a:pt x="296530" y="364956"/>
                    </a:lnTo>
                    <a:lnTo>
                      <a:pt x="295084" y="366538"/>
                    </a:lnTo>
                    <a:lnTo>
                      <a:pt x="293838" y="368220"/>
                    </a:lnTo>
                    <a:cubicBezTo>
                      <a:pt x="293838" y="368220"/>
                      <a:pt x="293704" y="371045"/>
                      <a:pt x="293704" y="371348"/>
                    </a:cubicBezTo>
                    <a:cubicBezTo>
                      <a:pt x="293704" y="371651"/>
                      <a:pt x="294209" y="373736"/>
                      <a:pt x="294209" y="373736"/>
                    </a:cubicBezTo>
                    <a:lnTo>
                      <a:pt x="295016" y="377269"/>
                    </a:lnTo>
                    <a:lnTo>
                      <a:pt x="293435" y="380834"/>
                    </a:lnTo>
                    <a:cubicBezTo>
                      <a:pt x="293435" y="380834"/>
                      <a:pt x="293064" y="383727"/>
                      <a:pt x="292997" y="383929"/>
                    </a:cubicBezTo>
                    <a:cubicBezTo>
                      <a:pt x="292930" y="384165"/>
                      <a:pt x="291853" y="386183"/>
                      <a:pt x="291853" y="386183"/>
                    </a:cubicBezTo>
                    <a:lnTo>
                      <a:pt x="290540" y="389076"/>
                    </a:lnTo>
                    <a:cubicBezTo>
                      <a:pt x="290540" y="389076"/>
                      <a:pt x="289530" y="389883"/>
                      <a:pt x="288790" y="390153"/>
                    </a:cubicBezTo>
                    <a:cubicBezTo>
                      <a:pt x="288084" y="390455"/>
                      <a:pt x="287275" y="391666"/>
                      <a:pt x="287275" y="391666"/>
                    </a:cubicBezTo>
                    <a:lnTo>
                      <a:pt x="285256" y="393752"/>
                    </a:lnTo>
                    <a:cubicBezTo>
                      <a:pt x="285256" y="393752"/>
                      <a:pt x="284112" y="394997"/>
                      <a:pt x="283877" y="395198"/>
                    </a:cubicBezTo>
                    <a:cubicBezTo>
                      <a:pt x="283641" y="395434"/>
                      <a:pt x="281285" y="396006"/>
                      <a:pt x="281285" y="396006"/>
                    </a:cubicBezTo>
                    <a:lnTo>
                      <a:pt x="279333" y="397452"/>
                    </a:lnTo>
                    <a:lnTo>
                      <a:pt x="278694" y="399403"/>
                    </a:lnTo>
                    <a:cubicBezTo>
                      <a:pt x="278694" y="399403"/>
                      <a:pt x="277449" y="402969"/>
                      <a:pt x="277381" y="403238"/>
                    </a:cubicBezTo>
                    <a:cubicBezTo>
                      <a:pt x="277314" y="403541"/>
                      <a:pt x="276136" y="405997"/>
                      <a:pt x="276136" y="405997"/>
                    </a:cubicBezTo>
                    <a:lnTo>
                      <a:pt x="274554" y="408183"/>
                    </a:lnTo>
                    <a:lnTo>
                      <a:pt x="273040" y="410269"/>
                    </a:lnTo>
                    <a:lnTo>
                      <a:pt x="271223" y="413162"/>
                    </a:lnTo>
                    <a:lnTo>
                      <a:pt x="269910" y="417300"/>
                    </a:lnTo>
                    <a:lnTo>
                      <a:pt x="267655" y="419755"/>
                    </a:lnTo>
                    <a:lnTo>
                      <a:pt x="267083" y="420832"/>
                    </a:lnTo>
                    <a:cubicBezTo>
                      <a:pt x="267083" y="420832"/>
                      <a:pt x="265131" y="423792"/>
                      <a:pt x="264828" y="423960"/>
                    </a:cubicBezTo>
                    <a:cubicBezTo>
                      <a:pt x="264525" y="424095"/>
                      <a:pt x="263751" y="425340"/>
                      <a:pt x="263246" y="425777"/>
                    </a:cubicBezTo>
                    <a:cubicBezTo>
                      <a:pt x="262742" y="426214"/>
                      <a:pt x="260722" y="427526"/>
                      <a:pt x="260150" y="427795"/>
                    </a:cubicBezTo>
                    <a:cubicBezTo>
                      <a:pt x="259578" y="428098"/>
                      <a:pt x="257962" y="428939"/>
                      <a:pt x="257693" y="428939"/>
                    </a:cubicBezTo>
                    <a:cubicBezTo>
                      <a:pt x="257424" y="428939"/>
                      <a:pt x="254933" y="429444"/>
                      <a:pt x="254496" y="429578"/>
                    </a:cubicBezTo>
                    <a:cubicBezTo>
                      <a:pt x="254058" y="429713"/>
                      <a:pt x="253284" y="429780"/>
                      <a:pt x="253049" y="429881"/>
                    </a:cubicBezTo>
                    <a:cubicBezTo>
                      <a:pt x="252847" y="429948"/>
                      <a:pt x="251097" y="430587"/>
                      <a:pt x="251097" y="430587"/>
                    </a:cubicBezTo>
                    <a:cubicBezTo>
                      <a:pt x="251097" y="430587"/>
                      <a:pt x="249212" y="431731"/>
                      <a:pt x="248405" y="431832"/>
                    </a:cubicBezTo>
                    <a:cubicBezTo>
                      <a:pt x="247597" y="431899"/>
                      <a:pt x="246385" y="432774"/>
                      <a:pt x="246385" y="432774"/>
                    </a:cubicBezTo>
                    <a:cubicBezTo>
                      <a:pt x="246385" y="432774"/>
                      <a:pt x="245073" y="433850"/>
                      <a:pt x="244501" y="434355"/>
                    </a:cubicBezTo>
                    <a:cubicBezTo>
                      <a:pt x="243929" y="434860"/>
                      <a:pt x="242044" y="435802"/>
                      <a:pt x="241674" y="436239"/>
                    </a:cubicBezTo>
                    <a:cubicBezTo>
                      <a:pt x="241304" y="436676"/>
                      <a:pt x="239587" y="438123"/>
                      <a:pt x="239587" y="438123"/>
                    </a:cubicBezTo>
                    <a:lnTo>
                      <a:pt x="238780" y="440309"/>
                    </a:lnTo>
                    <a:lnTo>
                      <a:pt x="240092" y="445153"/>
                    </a:lnTo>
                    <a:lnTo>
                      <a:pt x="241775" y="446533"/>
                    </a:lnTo>
                    <a:cubicBezTo>
                      <a:pt x="241775" y="446533"/>
                      <a:pt x="243087" y="447676"/>
                      <a:pt x="243222" y="448114"/>
                    </a:cubicBezTo>
                    <a:cubicBezTo>
                      <a:pt x="243356" y="448551"/>
                      <a:pt x="244232" y="449190"/>
                      <a:pt x="244232" y="449190"/>
                    </a:cubicBezTo>
                    <a:lnTo>
                      <a:pt x="244299" y="451141"/>
                    </a:lnTo>
                    <a:lnTo>
                      <a:pt x="244299" y="453328"/>
                    </a:lnTo>
                    <a:lnTo>
                      <a:pt x="244770" y="455212"/>
                    </a:lnTo>
                    <a:lnTo>
                      <a:pt x="246453" y="457297"/>
                    </a:lnTo>
                    <a:lnTo>
                      <a:pt x="247765" y="459820"/>
                    </a:lnTo>
                    <a:lnTo>
                      <a:pt x="247765" y="463453"/>
                    </a:lnTo>
                    <a:lnTo>
                      <a:pt x="247765" y="466784"/>
                    </a:lnTo>
                    <a:lnTo>
                      <a:pt x="247765" y="470686"/>
                    </a:lnTo>
                    <a:lnTo>
                      <a:pt x="247025" y="473646"/>
                    </a:lnTo>
                    <a:cubicBezTo>
                      <a:pt x="247025" y="473646"/>
                      <a:pt x="245813" y="475732"/>
                      <a:pt x="245813" y="476035"/>
                    </a:cubicBezTo>
                    <a:cubicBezTo>
                      <a:pt x="245813" y="476337"/>
                      <a:pt x="245678" y="478860"/>
                      <a:pt x="245678" y="478860"/>
                    </a:cubicBezTo>
                    <a:lnTo>
                      <a:pt x="246049" y="480677"/>
                    </a:lnTo>
                    <a:lnTo>
                      <a:pt x="246049" y="481921"/>
                    </a:lnTo>
                    <a:lnTo>
                      <a:pt x="246957" y="483570"/>
                    </a:lnTo>
                    <a:lnTo>
                      <a:pt x="248438" y="485252"/>
                    </a:lnTo>
                    <a:lnTo>
                      <a:pt x="250255" y="486833"/>
                    </a:lnTo>
                    <a:cubicBezTo>
                      <a:pt x="250255" y="486833"/>
                      <a:pt x="253890" y="487472"/>
                      <a:pt x="254092" y="487573"/>
                    </a:cubicBezTo>
                    <a:cubicBezTo>
                      <a:pt x="254294" y="487640"/>
                      <a:pt x="255102" y="488952"/>
                      <a:pt x="255775" y="489019"/>
                    </a:cubicBezTo>
                    <a:cubicBezTo>
                      <a:pt x="256414" y="489087"/>
                      <a:pt x="257794" y="488952"/>
                      <a:pt x="258299" y="488717"/>
                    </a:cubicBezTo>
                    <a:cubicBezTo>
                      <a:pt x="258804" y="488515"/>
                      <a:pt x="260251" y="488279"/>
                      <a:pt x="260251" y="488279"/>
                    </a:cubicBezTo>
                    <a:lnTo>
                      <a:pt x="262943" y="487842"/>
                    </a:lnTo>
                    <a:lnTo>
                      <a:pt x="265333" y="486463"/>
                    </a:lnTo>
                    <a:lnTo>
                      <a:pt x="267217" y="485454"/>
                    </a:lnTo>
                    <a:lnTo>
                      <a:pt x="269472" y="483637"/>
                    </a:lnTo>
                    <a:lnTo>
                      <a:pt x="271155" y="482998"/>
                    </a:lnTo>
                    <a:lnTo>
                      <a:pt x="275362" y="482359"/>
                    </a:lnTo>
                    <a:lnTo>
                      <a:pt x="277179" y="480845"/>
                    </a:lnTo>
                    <a:lnTo>
                      <a:pt x="279569" y="479028"/>
                    </a:lnTo>
                    <a:cubicBezTo>
                      <a:pt x="279569" y="479028"/>
                      <a:pt x="283102" y="478154"/>
                      <a:pt x="283406" y="478087"/>
                    </a:cubicBezTo>
                    <a:cubicBezTo>
                      <a:pt x="283708" y="478019"/>
                      <a:pt x="285492" y="479028"/>
                      <a:pt x="285492" y="479028"/>
                    </a:cubicBezTo>
                    <a:lnTo>
                      <a:pt x="285930" y="479668"/>
                    </a:lnTo>
                    <a:lnTo>
                      <a:pt x="286367" y="480744"/>
                    </a:lnTo>
                    <a:cubicBezTo>
                      <a:pt x="286367" y="480744"/>
                      <a:pt x="284617" y="482561"/>
                      <a:pt x="284415" y="482762"/>
                    </a:cubicBezTo>
                    <a:cubicBezTo>
                      <a:pt x="284213" y="482964"/>
                      <a:pt x="281723" y="484007"/>
                      <a:pt x="281453" y="484007"/>
                    </a:cubicBezTo>
                    <a:cubicBezTo>
                      <a:pt x="281151" y="484007"/>
                      <a:pt x="279838" y="485319"/>
                      <a:pt x="279636" y="485386"/>
                    </a:cubicBezTo>
                    <a:cubicBezTo>
                      <a:pt x="279434" y="485454"/>
                      <a:pt x="276809" y="486025"/>
                      <a:pt x="276607" y="486093"/>
                    </a:cubicBezTo>
                    <a:cubicBezTo>
                      <a:pt x="276405" y="486160"/>
                      <a:pt x="274521" y="487539"/>
                      <a:pt x="274521" y="487539"/>
                    </a:cubicBezTo>
                    <a:lnTo>
                      <a:pt x="273343" y="488548"/>
                    </a:lnTo>
                    <a:lnTo>
                      <a:pt x="271694" y="488750"/>
                    </a:lnTo>
                    <a:lnTo>
                      <a:pt x="269001" y="490130"/>
                    </a:lnTo>
                    <a:lnTo>
                      <a:pt x="270516" y="492215"/>
                    </a:lnTo>
                    <a:lnTo>
                      <a:pt x="269641" y="494032"/>
                    </a:lnTo>
                    <a:lnTo>
                      <a:pt x="268261" y="495714"/>
                    </a:lnTo>
                    <a:cubicBezTo>
                      <a:pt x="268261" y="495714"/>
                      <a:pt x="265299" y="496857"/>
                      <a:pt x="264996" y="496857"/>
                    </a:cubicBezTo>
                    <a:cubicBezTo>
                      <a:pt x="264727" y="496857"/>
                      <a:pt x="261900" y="497160"/>
                      <a:pt x="261664" y="497160"/>
                    </a:cubicBezTo>
                    <a:cubicBezTo>
                      <a:pt x="261429" y="497160"/>
                      <a:pt x="259847" y="498472"/>
                      <a:pt x="259847" y="498472"/>
                    </a:cubicBezTo>
                    <a:lnTo>
                      <a:pt x="258131" y="499919"/>
                    </a:lnTo>
                    <a:lnTo>
                      <a:pt x="257121" y="501365"/>
                    </a:lnTo>
                    <a:lnTo>
                      <a:pt x="256549" y="504056"/>
                    </a:lnTo>
                    <a:lnTo>
                      <a:pt x="257693" y="507387"/>
                    </a:lnTo>
                    <a:lnTo>
                      <a:pt x="258939" y="509338"/>
                    </a:lnTo>
                    <a:cubicBezTo>
                      <a:pt x="258939" y="509338"/>
                      <a:pt x="261833" y="509540"/>
                      <a:pt x="262136" y="509540"/>
                    </a:cubicBezTo>
                    <a:cubicBezTo>
                      <a:pt x="262439" y="509540"/>
                      <a:pt x="264155" y="509910"/>
                      <a:pt x="264155" y="509910"/>
                    </a:cubicBezTo>
                    <a:lnTo>
                      <a:pt x="266040" y="510717"/>
                    </a:lnTo>
                    <a:lnTo>
                      <a:pt x="266982" y="512534"/>
                    </a:lnTo>
                    <a:lnTo>
                      <a:pt x="267420" y="513341"/>
                    </a:lnTo>
                    <a:lnTo>
                      <a:pt x="266915" y="514283"/>
                    </a:lnTo>
                    <a:lnTo>
                      <a:pt x="266612" y="514787"/>
                    </a:lnTo>
                    <a:cubicBezTo>
                      <a:pt x="266612" y="514787"/>
                      <a:pt x="264660" y="517815"/>
                      <a:pt x="264222" y="518118"/>
                    </a:cubicBezTo>
                    <a:cubicBezTo>
                      <a:pt x="263785" y="518420"/>
                      <a:pt x="261968" y="520641"/>
                      <a:pt x="261765" y="520641"/>
                    </a:cubicBezTo>
                    <a:cubicBezTo>
                      <a:pt x="261564" y="520641"/>
                      <a:pt x="260083" y="521650"/>
                      <a:pt x="259814" y="521650"/>
                    </a:cubicBezTo>
                    <a:cubicBezTo>
                      <a:pt x="259510" y="521650"/>
                      <a:pt x="257929" y="522592"/>
                      <a:pt x="257929" y="522592"/>
                    </a:cubicBezTo>
                    <a:lnTo>
                      <a:pt x="256347" y="523164"/>
                    </a:lnTo>
                    <a:lnTo>
                      <a:pt x="253823" y="523534"/>
                    </a:lnTo>
                    <a:cubicBezTo>
                      <a:pt x="253823" y="523534"/>
                      <a:pt x="252140" y="523534"/>
                      <a:pt x="251804" y="523466"/>
                    </a:cubicBezTo>
                    <a:cubicBezTo>
                      <a:pt x="251434" y="523399"/>
                      <a:pt x="249616" y="523096"/>
                      <a:pt x="249616" y="523096"/>
                    </a:cubicBezTo>
                    <a:lnTo>
                      <a:pt x="247025" y="523231"/>
                    </a:lnTo>
                    <a:lnTo>
                      <a:pt x="242683" y="523231"/>
                    </a:lnTo>
                    <a:lnTo>
                      <a:pt x="240866" y="523668"/>
                    </a:lnTo>
                    <a:lnTo>
                      <a:pt x="238476" y="525115"/>
                    </a:lnTo>
                    <a:lnTo>
                      <a:pt x="239621" y="527503"/>
                    </a:lnTo>
                    <a:lnTo>
                      <a:pt x="241371" y="530699"/>
                    </a:lnTo>
                    <a:lnTo>
                      <a:pt x="241304" y="531641"/>
                    </a:lnTo>
                    <a:lnTo>
                      <a:pt x="241000" y="534668"/>
                    </a:lnTo>
                    <a:lnTo>
                      <a:pt x="235852" y="537124"/>
                    </a:lnTo>
                    <a:lnTo>
                      <a:pt x="233597" y="537763"/>
                    </a:lnTo>
                    <a:lnTo>
                      <a:pt x="231779" y="539344"/>
                    </a:lnTo>
                    <a:lnTo>
                      <a:pt x="228582" y="539714"/>
                    </a:lnTo>
                    <a:lnTo>
                      <a:pt x="225957" y="539916"/>
                    </a:lnTo>
                    <a:lnTo>
                      <a:pt x="224813" y="540353"/>
                    </a:lnTo>
                    <a:cubicBezTo>
                      <a:pt x="224813" y="540353"/>
                      <a:pt x="222356" y="541598"/>
                      <a:pt x="222053" y="541598"/>
                    </a:cubicBezTo>
                    <a:cubicBezTo>
                      <a:pt x="221784" y="541598"/>
                      <a:pt x="221683" y="541968"/>
                      <a:pt x="221683" y="541968"/>
                    </a:cubicBezTo>
                    <a:cubicBezTo>
                      <a:pt x="221683" y="541968"/>
                      <a:pt x="221481" y="544491"/>
                      <a:pt x="221481" y="544928"/>
                    </a:cubicBezTo>
                    <a:cubicBezTo>
                      <a:pt x="221481" y="545366"/>
                      <a:pt x="221784" y="546678"/>
                      <a:pt x="221784" y="546678"/>
                    </a:cubicBezTo>
                    <a:lnTo>
                      <a:pt x="221784" y="548124"/>
                    </a:lnTo>
                    <a:cubicBezTo>
                      <a:pt x="221784" y="548124"/>
                      <a:pt x="223837" y="550445"/>
                      <a:pt x="224005" y="550748"/>
                    </a:cubicBezTo>
                    <a:cubicBezTo>
                      <a:pt x="224140" y="551051"/>
                      <a:pt x="223669" y="552430"/>
                      <a:pt x="223669" y="552430"/>
                    </a:cubicBezTo>
                    <a:cubicBezTo>
                      <a:pt x="223669" y="552430"/>
                      <a:pt x="222356" y="554179"/>
                      <a:pt x="222154" y="554448"/>
                    </a:cubicBezTo>
                    <a:cubicBezTo>
                      <a:pt x="221919" y="554718"/>
                      <a:pt x="222861" y="556467"/>
                      <a:pt x="223096" y="556635"/>
                    </a:cubicBezTo>
                    <a:cubicBezTo>
                      <a:pt x="223332" y="556770"/>
                      <a:pt x="225553" y="558519"/>
                      <a:pt x="225553" y="558519"/>
                    </a:cubicBezTo>
                    <a:lnTo>
                      <a:pt x="227000" y="562085"/>
                    </a:lnTo>
                    <a:cubicBezTo>
                      <a:pt x="227000" y="562085"/>
                      <a:pt x="228649" y="563464"/>
                      <a:pt x="228952" y="563228"/>
                    </a:cubicBezTo>
                    <a:cubicBezTo>
                      <a:pt x="229255" y="563027"/>
                      <a:pt x="232049" y="563228"/>
                      <a:pt x="232049" y="563228"/>
                    </a:cubicBezTo>
                    <a:lnTo>
                      <a:pt x="235751" y="560975"/>
                    </a:lnTo>
                    <a:cubicBezTo>
                      <a:pt x="235751" y="560975"/>
                      <a:pt x="238342" y="559394"/>
                      <a:pt x="238443" y="559158"/>
                    </a:cubicBezTo>
                    <a:cubicBezTo>
                      <a:pt x="238510" y="558956"/>
                      <a:pt x="243289" y="554146"/>
                      <a:pt x="243289" y="554146"/>
                    </a:cubicBezTo>
                    <a:lnTo>
                      <a:pt x="244602" y="551825"/>
                    </a:lnTo>
                    <a:cubicBezTo>
                      <a:pt x="244602" y="551825"/>
                      <a:pt x="247866" y="551017"/>
                      <a:pt x="248068" y="550950"/>
                    </a:cubicBezTo>
                    <a:cubicBezTo>
                      <a:pt x="248270" y="550883"/>
                      <a:pt x="252107" y="550210"/>
                      <a:pt x="252107" y="550210"/>
                    </a:cubicBezTo>
                    <a:lnTo>
                      <a:pt x="257559" y="548057"/>
                    </a:lnTo>
                    <a:lnTo>
                      <a:pt x="263414" y="546981"/>
                    </a:lnTo>
                    <a:lnTo>
                      <a:pt x="267319" y="545837"/>
                    </a:lnTo>
                    <a:lnTo>
                      <a:pt x="273982" y="543314"/>
                    </a:lnTo>
                    <a:cubicBezTo>
                      <a:pt x="273982" y="543314"/>
                      <a:pt x="274857" y="543314"/>
                      <a:pt x="275732" y="542809"/>
                    </a:cubicBezTo>
                    <a:cubicBezTo>
                      <a:pt x="276607" y="542305"/>
                      <a:pt x="276809" y="542944"/>
                      <a:pt x="277112" y="542809"/>
                    </a:cubicBezTo>
                    <a:cubicBezTo>
                      <a:pt x="277415" y="542675"/>
                      <a:pt x="278862" y="542675"/>
                      <a:pt x="279064" y="542439"/>
                    </a:cubicBezTo>
                    <a:cubicBezTo>
                      <a:pt x="279299" y="542237"/>
                      <a:pt x="279771" y="541800"/>
                      <a:pt x="279771" y="541800"/>
                    </a:cubicBezTo>
                    <a:lnTo>
                      <a:pt x="279703" y="540723"/>
                    </a:lnTo>
                    <a:lnTo>
                      <a:pt x="279771" y="538638"/>
                    </a:lnTo>
                    <a:cubicBezTo>
                      <a:pt x="279771" y="538638"/>
                      <a:pt x="278761" y="537629"/>
                      <a:pt x="278256" y="537326"/>
                    </a:cubicBezTo>
                    <a:cubicBezTo>
                      <a:pt x="277751" y="537023"/>
                      <a:pt x="276304" y="536451"/>
                      <a:pt x="276304" y="536451"/>
                    </a:cubicBezTo>
                    <a:lnTo>
                      <a:pt x="273847" y="535139"/>
                    </a:lnTo>
                    <a:lnTo>
                      <a:pt x="272333" y="532549"/>
                    </a:lnTo>
                    <a:lnTo>
                      <a:pt x="272535" y="529858"/>
                    </a:lnTo>
                    <a:lnTo>
                      <a:pt x="272737" y="528041"/>
                    </a:lnTo>
                    <a:lnTo>
                      <a:pt x="274117" y="526729"/>
                    </a:lnTo>
                    <a:lnTo>
                      <a:pt x="274689" y="525720"/>
                    </a:lnTo>
                    <a:lnTo>
                      <a:pt x="276708" y="526158"/>
                    </a:lnTo>
                    <a:lnTo>
                      <a:pt x="278795" y="527234"/>
                    </a:lnTo>
                    <a:lnTo>
                      <a:pt x="281622" y="530194"/>
                    </a:lnTo>
                    <a:lnTo>
                      <a:pt x="282127" y="531876"/>
                    </a:lnTo>
                    <a:lnTo>
                      <a:pt x="286905" y="533693"/>
                    </a:lnTo>
                    <a:lnTo>
                      <a:pt x="289429" y="533693"/>
                    </a:lnTo>
                    <a:lnTo>
                      <a:pt x="289564" y="531304"/>
                    </a:lnTo>
                    <a:lnTo>
                      <a:pt x="288925" y="528916"/>
                    </a:lnTo>
                    <a:lnTo>
                      <a:pt x="289934" y="526729"/>
                    </a:lnTo>
                    <a:lnTo>
                      <a:pt x="290507" y="524274"/>
                    </a:lnTo>
                    <a:cubicBezTo>
                      <a:pt x="290507" y="524274"/>
                      <a:pt x="291516" y="523130"/>
                      <a:pt x="291954" y="522962"/>
                    </a:cubicBezTo>
                    <a:cubicBezTo>
                      <a:pt x="292391" y="522827"/>
                      <a:pt x="294141" y="521818"/>
                      <a:pt x="294141" y="521818"/>
                    </a:cubicBezTo>
                    <a:cubicBezTo>
                      <a:pt x="294141" y="521818"/>
                      <a:pt x="295588" y="522255"/>
                      <a:pt x="296464" y="521818"/>
                    </a:cubicBezTo>
                    <a:cubicBezTo>
                      <a:pt x="297339" y="521381"/>
                      <a:pt x="297776" y="520943"/>
                      <a:pt x="297776" y="520943"/>
                    </a:cubicBezTo>
                    <a:lnTo>
                      <a:pt x="298213" y="520372"/>
                    </a:lnTo>
                    <a:cubicBezTo>
                      <a:pt x="298213" y="520372"/>
                      <a:pt x="298651" y="518622"/>
                      <a:pt x="298651" y="518050"/>
                    </a:cubicBezTo>
                    <a:cubicBezTo>
                      <a:pt x="298651" y="517479"/>
                      <a:pt x="299661" y="515157"/>
                      <a:pt x="299661" y="515157"/>
                    </a:cubicBezTo>
                    <a:lnTo>
                      <a:pt x="301848" y="513274"/>
                    </a:lnTo>
                    <a:cubicBezTo>
                      <a:pt x="301848" y="513274"/>
                      <a:pt x="304742" y="511390"/>
                      <a:pt x="305180" y="511087"/>
                    </a:cubicBezTo>
                    <a:cubicBezTo>
                      <a:pt x="305617" y="510784"/>
                      <a:pt x="307939" y="510078"/>
                      <a:pt x="307939" y="510078"/>
                    </a:cubicBezTo>
                    <a:cubicBezTo>
                      <a:pt x="307939" y="510078"/>
                      <a:pt x="308209" y="508934"/>
                      <a:pt x="308209" y="507891"/>
                    </a:cubicBezTo>
                    <a:cubicBezTo>
                      <a:pt x="308209" y="506882"/>
                      <a:pt x="306930" y="504426"/>
                      <a:pt x="306930" y="504426"/>
                    </a:cubicBezTo>
                    <a:cubicBezTo>
                      <a:pt x="306930" y="504426"/>
                      <a:pt x="305483" y="504561"/>
                      <a:pt x="305045" y="504426"/>
                    </a:cubicBezTo>
                    <a:cubicBezTo>
                      <a:pt x="304608" y="504292"/>
                      <a:pt x="304911" y="502105"/>
                      <a:pt x="305045" y="501533"/>
                    </a:cubicBezTo>
                    <a:cubicBezTo>
                      <a:pt x="305180" y="500961"/>
                      <a:pt x="306055" y="499347"/>
                      <a:pt x="306055" y="499347"/>
                    </a:cubicBezTo>
                    <a:lnTo>
                      <a:pt x="306930" y="497026"/>
                    </a:lnTo>
                    <a:lnTo>
                      <a:pt x="310598" y="493998"/>
                    </a:lnTo>
                    <a:lnTo>
                      <a:pt x="311709" y="492686"/>
                    </a:lnTo>
                    <a:cubicBezTo>
                      <a:pt x="311709" y="492686"/>
                      <a:pt x="315040" y="490937"/>
                      <a:pt x="315613" y="490937"/>
                    </a:cubicBezTo>
                    <a:cubicBezTo>
                      <a:pt x="316185" y="490937"/>
                      <a:pt x="316623" y="488481"/>
                      <a:pt x="316623" y="488481"/>
                    </a:cubicBezTo>
                    <a:lnTo>
                      <a:pt x="320089" y="487472"/>
                    </a:lnTo>
                    <a:lnTo>
                      <a:pt x="322849" y="485285"/>
                    </a:lnTo>
                    <a:lnTo>
                      <a:pt x="323421" y="482258"/>
                    </a:lnTo>
                    <a:lnTo>
                      <a:pt x="323858" y="480239"/>
                    </a:lnTo>
                    <a:lnTo>
                      <a:pt x="327493" y="478356"/>
                    </a:lnTo>
                    <a:cubicBezTo>
                      <a:pt x="327493" y="478356"/>
                      <a:pt x="333147" y="475160"/>
                      <a:pt x="333584" y="475025"/>
                    </a:cubicBezTo>
                    <a:cubicBezTo>
                      <a:pt x="334022" y="474891"/>
                      <a:pt x="339238" y="469946"/>
                      <a:pt x="339238" y="469946"/>
                    </a:cubicBezTo>
                    <a:lnTo>
                      <a:pt x="345330" y="464597"/>
                    </a:lnTo>
                    <a:lnTo>
                      <a:pt x="352936" y="458306"/>
                    </a:lnTo>
                    <a:lnTo>
                      <a:pt x="356638" y="456355"/>
                    </a:lnTo>
                    <a:cubicBezTo>
                      <a:pt x="356638" y="456355"/>
                      <a:pt x="360407" y="453261"/>
                      <a:pt x="360474" y="452958"/>
                    </a:cubicBezTo>
                    <a:cubicBezTo>
                      <a:pt x="360542" y="452655"/>
                      <a:pt x="362224" y="450939"/>
                      <a:pt x="362662" y="450569"/>
                    </a:cubicBezTo>
                    <a:cubicBezTo>
                      <a:pt x="363099" y="450199"/>
                      <a:pt x="365623" y="448988"/>
                      <a:pt x="366128" y="448551"/>
                    </a:cubicBezTo>
                    <a:cubicBezTo>
                      <a:pt x="366633" y="448114"/>
                      <a:pt x="368215" y="447912"/>
                      <a:pt x="368518" y="447811"/>
                    </a:cubicBezTo>
                    <a:cubicBezTo>
                      <a:pt x="368787" y="447744"/>
                      <a:pt x="370335" y="446869"/>
                      <a:pt x="370335" y="446869"/>
                    </a:cubicBezTo>
                    <a:lnTo>
                      <a:pt x="372523" y="444918"/>
                    </a:lnTo>
                    <a:lnTo>
                      <a:pt x="374542" y="442899"/>
                    </a:lnTo>
                    <a:lnTo>
                      <a:pt x="376561" y="442092"/>
                    </a:lnTo>
                    <a:lnTo>
                      <a:pt x="379826" y="441789"/>
                    </a:lnTo>
                    <a:lnTo>
                      <a:pt x="382585" y="439838"/>
                    </a:lnTo>
                    <a:lnTo>
                      <a:pt x="385917" y="439838"/>
                    </a:lnTo>
                    <a:lnTo>
                      <a:pt x="389518" y="439838"/>
                    </a:lnTo>
                    <a:lnTo>
                      <a:pt x="393153" y="439838"/>
                    </a:lnTo>
                    <a:lnTo>
                      <a:pt x="395038" y="438257"/>
                    </a:lnTo>
                    <a:lnTo>
                      <a:pt x="396788" y="436373"/>
                    </a:lnTo>
                    <a:lnTo>
                      <a:pt x="396350" y="434490"/>
                    </a:lnTo>
                    <a:lnTo>
                      <a:pt x="395475" y="432034"/>
                    </a:lnTo>
                    <a:lnTo>
                      <a:pt x="393725" y="430285"/>
                    </a:lnTo>
                    <a:lnTo>
                      <a:pt x="393860" y="425508"/>
                    </a:lnTo>
                    <a:lnTo>
                      <a:pt x="398639" y="424768"/>
                    </a:lnTo>
                    <a:lnTo>
                      <a:pt x="401971" y="423187"/>
                    </a:lnTo>
                    <a:lnTo>
                      <a:pt x="405168" y="424196"/>
                    </a:lnTo>
                    <a:lnTo>
                      <a:pt x="407355" y="424196"/>
                    </a:lnTo>
                    <a:lnTo>
                      <a:pt x="409105" y="425508"/>
                    </a:lnTo>
                    <a:cubicBezTo>
                      <a:pt x="409105" y="425508"/>
                      <a:pt x="412302" y="425373"/>
                      <a:pt x="413009" y="425070"/>
                    </a:cubicBezTo>
                    <a:cubicBezTo>
                      <a:pt x="413750" y="424768"/>
                      <a:pt x="416644" y="425070"/>
                      <a:pt x="416644" y="425070"/>
                    </a:cubicBezTo>
                    <a:lnTo>
                      <a:pt x="420144" y="422615"/>
                    </a:lnTo>
                    <a:lnTo>
                      <a:pt x="422466" y="419991"/>
                    </a:lnTo>
                    <a:lnTo>
                      <a:pt x="424485" y="418544"/>
                    </a:lnTo>
                    <a:lnTo>
                      <a:pt x="425933" y="416526"/>
                    </a:lnTo>
                    <a:lnTo>
                      <a:pt x="427817" y="414945"/>
                    </a:lnTo>
                    <a:lnTo>
                      <a:pt x="429264" y="412052"/>
                    </a:lnTo>
                    <a:cubicBezTo>
                      <a:pt x="429264" y="412052"/>
                      <a:pt x="430712" y="411917"/>
                      <a:pt x="431452" y="411749"/>
                    </a:cubicBezTo>
                    <a:cubicBezTo>
                      <a:pt x="432159" y="411615"/>
                      <a:pt x="433034" y="411615"/>
                      <a:pt x="433034" y="411615"/>
                    </a:cubicBezTo>
                    <a:lnTo>
                      <a:pt x="436938" y="412187"/>
                    </a:lnTo>
                    <a:lnTo>
                      <a:pt x="438082" y="413498"/>
                    </a:lnTo>
                    <a:lnTo>
                      <a:pt x="441716" y="415517"/>
                    </a:lnTo>
                    <a:lnTo>
                      <a:pt x="445183" y="415517"/>
                    </a:lnTo>
                    <a:lnTo>
                      <a:pt x="448683" y="413768"/>
                    </a:lnTo>
                    <a:lnTo>
                      <a:pt x="454203" y="413768"/>
                    </a:lnTo>
                    <a:lnTo>
                      <a:pt x="459116" y="412018"/>
                    </a:lnTo>
                    <a:lnTo>
                      <a:pt x="463323" y="412018"/>
                    </a:lnTo>
                    <a:lnTo>
                      <a:pt x="464333" y="412018"/>
                    </a:lnTo>
                    <a:lnTo>
                      <a:pt x="468674" y="412018"/>
                    </a:lnTo>
                    <a:cubicBezTo>
                      <a:pt x="468674" y="412018"/>
                      <a:pt x="469986" y="411009"/>
                      <a:pt x="470559" y="410706"/>
                    </a:cubicBezTo>
                    <a:cubicBezTo>
                      <a:pt x="471130" y="410437"/>
                      <a:pt x="472006" y="409260"/>
                      <a:pt x="472006" y="409260"/>
                    </a:cubicBezTo>
                    <a:lnTo>
                      <a:pt x="473015" y="408385"/>
                    </a:lnTo>
                    <a:cubicBezTo>
                      <a:pt x="473015" y="408385"/>
                      <a:pt x="474597" y="407511"/>
                      <a:pt x="475337" y="406939"/>
                    </a:cubicBezTo>
                    <a:cubicBezTo>
                      <a:pt x="476044" y="406367"/>
                      <a:pt x="476347" y="405795"/>
                      <a:pt x="476347" y="405795"/>
                    </a:cubicBezTo>
                    <a:lnTo>
                      <a:pt x="476482" y="404483"/>
                    </a:lnTo>
                    <a:lnTo>
                      <a:pt x="475607" y="402465"/>
                    </a:lnTo>
                    <a:lnTo>
                      <a:pt x="475607" y="399841"/>
                    </a:lnTo>
                    <a:lnTo>
                      <a:pt x="476246" y="397654"/>
                    </a:lnTo>
                    <a:lnTo>
                      <a:pt x="477188" y="396073"/>
                    </a:lnTo>
                    <a:lnTo>
                      <a:pt x="478198" y="394627"/>
                    </a:lnTo>
                    <a:lnTo>
                      <a:pt x="480789" y="394627"/>
                    </a:lnTo>
                    <a:lnTo>
                      <a:pt x="482539" y="393752"/>
                    </a:lnTo>
                    <a:lnTo>
                      <a:pt x="482539" y="392003"/>
                    </a:lnTo>
                    <a:lnTo>
                      <a:pt x="482843" y="389682"/>
                    </a:lnTo>
                    <a:lnTo>
                      <a:pt x="482539" y="386654"/>
                    </a:lnTo>
                    <a:lnTo>
                      <a:pt x="480958" y="383458"/>
                    </a:lnTo>
                    <a:lnTo>
                      <a:pt x="480520" y="379825"/>
                    </a:lnTo>
                    <a:lnTo>
                      <a:pt x="480655" y="377201"/>
                    </a:lnTo>
                    <a:lnTo>
                      <a:pt x="481227" y="373434"/>
                    </a:lnTo>
                    <a:lnTo>
                      <a:pt x="484693" y="370406"/>
                    </a:lnTo>
                    <a:cubicBezTo>
                      <a:pt x="484693" y="370406"/>
                      <a:pt x="489607" y="368220"/>
                      <a:pt x="490650" y="367648"/>
                    </a:cubicBezTo>
                    <a:cubicBezTo>
                      <a:pt x="491660" y="367076"/>
                      <a:pt x="492669" y="364183"/>
                      <a:pt x="492669" y="364183"/>
                    </a:cubicBezTo>
                    <a:lnTo>
                      <a:pt x="496439" y="360852"/>
                    </a:lnTo>
                    <a:lnTo>
                      <a:pt x="496742" y="358094"/>
                    </a:lnTo>
                    <a:lnTo>
                      <a:pt x="499804" y="353519"/>
                    </a:lnTo>
                    <a:lnTo>
                      <a:pt x="501891" y="350054"/>
                    </a:lnTo>
                    <a:lnTo>
                      <a:pt x="503910" y="348641"/>
                    </a:lnTo>
                    <a:lnTo>
                      <a:pt x="505862" y="346522"/>
                    </a:lnTo>
                    <a:lnTo>
                      <a:pt x="508858" y="343326"/>
                    </a:lnTo>
                    <a:lnTo>
                      <a:pt x="512559" y="339861"/>
                    </a:lnTo>
                    <a:lnTo>
                      <a:pt x="516026" y="337910"/>
                    </a:lnTo>
                    <a:lnTo>
                      <a:pt x="520603" y="335724"/>
                    </a:lnTo>
                    <a:lnTo>
                      <a:pt x="524069" y="333974"/>
                    </a:lnTo>
                    <a:lnTo>
                      <a:pt x="526257" y="332023"/>
                    </a:lnTo>
                    <a:lnTo>
                      <a:pt x="527569" y="330947"/>
                    </a:lnTo>
                    <a:lnTo>
                      <a:pt x="531271" y="327246"/>
                    </a:lnTo>
                    <a:lnTo>
                      <a:pt x="535175" y="323546"/>
                    </a:lnTo>
                    <a:lnTo>
                      <a:pt x="536925" y="319207"/>
                    </a:lnTo>
                    <a:lnTo>
                      <a:pt x="541704" y="316179"/>
                    </a:lnTo>
                    <a:lnTo>
                      <a:pt x="544531" y="313151"/>
                    </a:lnTo>
                    <a:lnTo>
                      <a:pt x="547796" y="309451"/>
                    </a:lnTo>
                    <a:lnTo>
                      <a:pt x="551060" y="309451"/>
                    </a:lnTo>
                    <a:lnTo>
                      <a:pt x="554762" y="307702"/>
                    </a:lnTo>
                    <a:lnTo>
                      <a:pt x="559541" y="307702"/>
                    </a:lnTo>
                    <a:lnTo>
                      <a:pt x="563445" y="306625"/>
                    </a:lnTo>
                    <a:lnTo>
                      <a:pt x="566070" y="305112"/>
                    </a:lnTo>
                    <a:lnTo>
                      <a:pt x="567383" y="301848"/>
                    </a:lnTo>
                    <a:lnTo>
                      <a:pt x="569335" y="296399"/>
                    </a:lnTo>
                    <a:lnTo>
                      <a:pt x="575628" y="293371"/>
                    </a:lnTo>
                    <a:lnTo>
                      <a:pt x="582729" y="286912"/>
                    </a:lnTo>
                    <a:lnTo>
                      <a:pt x="584479" y="283515"/>
                    </a:lnTo>
                    <a:lnTo>
                      <a:pt x="587441" y="280891"/>
                    </a:lnTo>
                    <a:cubicBezTo>
                      <a:pt x="587441" y="280891"/>
                      <a:pt x="589898" y="278301"/>
                      <a:pt x="590066" y="277998"/>
                    </a:cubicBezTo>
                    <a:cubicBezTo>
                      <a:pt x="590200" y="277695"/>
                      <a:pt x="591883" y="274802"/>
                      <a:pt x="591883" y="274802"/>
                    </a:cubicBezTo>
                    <a:lnTo>
                      <a:pt x="592018" y="273995"/>
                    </a:lnTo>
                    <a:lnTo>
                      <a:pt x="591951" y="272313"/>
                    </a:lnTo>
                    <a:cubicBezTo>
                      <a:pt x="591951" y="272313"/>
                      <a:pt x="591951" y="269992"/>
                      <a:pt x="591580" y="269487"/>
                    </a:cubicBezTo>
                    <a:cubicBezTo>
                      <a:pt x="591210" y="268983"/>
                      <a:pt x="590705" y="267906"/>
                      <a:pt x="590705" y="267906"/>
                    </a:cubicBezTo>
                    <a:cubicBezTo>
                      <a:pt x="590705" y="267906"/>
                      <a:pt x="588888" y="267704"/>
                      <a:pt x="588686" y="267839"/>
                    </a:cubicBezTo>
                    <a:cubicBezTo>
                      <a:pt x="588451" y="267973"/>
                      <a:pt x="587542" y="268915"/>
                      <a:pt x="587104" y="269353"/>
                    </a:cubicBezTo>
                    <a:cubicBezTo>
                      <a:pt x="586667" y="269790"/>
                      <a:pt x="585422" y="271236"/>
                      <a:pt x="585085" y="271236"/>
                    </a:cubicBezTo>
                    <a:cubicBezTo>
                      <a:pt x="584715" y="271236"/>
                      <a:pt x="582124" y="271035"/>
                      <a:pt x="581820" y="271035"/>
                    </a:cubicBezTo>
                    <a:cubicBezTo>
                      <a:pt x="581551" y="271035"/>
                      <a:pt x="581619" y="269016"/>
                      <a:pt x="581619" y="269016"/>
                    </a:cubicBezTo>
                    <a:lnTo>
                      <a:pt x="582763" y="267570"/>
                    </a:lnTo>
                    <a:cubicBezTo>
                      <a:pt x="582763" y="267570"/>
                      <a:pt x="584345" y="265820"/>
                      <a:pt x="584513" y="265383"/>
                    </a:cubicBezTo>
                    <a:cubicBezTo>
                      <a:pt x="584648" y="264946"/>
                      <a:pt x="586532" y="263802"/>
                      <a:pt x="586532" y="263802"/>
                    </a:cubicBezTo>
                    <a:lnTo>
                      <a:pt x="588720" y="261616"/>
                    </a:lnTo>
                    <a:lnTo>
                      <a:pt x="588720" y="259160"/>
                    </a:lnTo>
                    <a:cubicBezTo>
                      <a:pt x="588720" y="259160"/>
                      <a:pt x="589157" y="256973"/>
                      <a:pt x="589157" y="256401"/>
                    </a:cubicBezTo>
                    <a:cubicBezTo>
                      <a:pt x="589157" y="255829"/>
                      <a:pt x="589595" y="254517"/>
                      <a:pt x="589595" y="254517"/>
                    </a:cubicBezTo>
                    <a:lnTo>
                      <a:pt x="590470" y="251187"/>
                    </a:lnTo>
                    <a:lnTo>
                      <a:pt x="590470" y="248160"/>
                    </a:lnTo>
                    <a:lnTo>
                      <a:pt x="590672" y="246713"/>
                    </a:lnTo>
                    <a:lnTo>
                      <a:pt x="593196" y="245704"/>
                    </a:lnTo>
                    <a:cubicBezTo>
                      <a:pt x="593196" y="245704"/>
                      <a:pt x="595652" y="244392"/>
                      <a:pt x="596090" y="243955"/>
                    </a:cubicBezTo>
                    <a:cubicBezTo>
                      <a:pt x="596292" y="243484"/>
                      <a:pt x="595888" y="241734"/>
                      <a:pt x="595888" y="241734"/>
                    </a:cubicBezTo>
                    <a:close/>
                  </a:path>
                </a:pathLst>
              </a:custGeom>
              <a:grpFill/>
              <a:ln w="6350" cap="flat">
                <a:solidFill>
                  <a:schemeClr val="bg1"/>
                </a:solidFill>
                <a:prstDash val="solid"/>
                <a:miter/>
              </a:ln>
            </p:spPr>
            <p:txBody>
              <a:bodyPr rtlCol="0" anchor="ctr"/>
              <a:lstStyle/>
              <a:p>
                <a:endParaRPr lang="en-US"/>
              </a:p>
            </p:txBody>
          </p:sp>
          <p:sp>
            <p:nvSpPr>
              <p:cNvPr id="85" name="Freeform 924">
                <a:extLst>
                  <a:ext uri="{FF2B5EF4-FFF2-40B4-BE49-F238E27FC236}">
                    <a16:creationId xmlns:a16="http://schemas.microsoft.com/office/drawing/2014/main" id="{BEE8B851-2926-6FAE-1514-16E00A95B096}"/>
                  </a:ext>
                </a:extLst>
              </p:cNvPr>
              <p:cNvSpPr/>
              <p:nvPr/>
            </p:nvSpPr>
            <p:spPr>
              <a:xfrm>
                <a:off x="6164299" y="1651739"/>
                <a:ext cx="17365" cy="17122"/>
              </a:xfrm>
              <a:custGeom>
                <a:avLst/>
                <a:gdLst>
                  <a:gd name="connsiteX0" fmla="*/ 0 w 17365"/>
                  <a:gd name="connsiteY0" fmla="*/ 7132 h 17122"/>
                  <a:gd name="connsiteX1" fmla="*/ 0 w 17365"/>
                  <a:gd name="connsiteY1" fmla="*/ 12346 h 17122"/>
                  <a:gd name="connsiteX2" fmla="*/ 539 w 17365"/>
                  <a:gd name="connsiteY2" fmla="*/ 16248 h 17122"/>
                  <a:gd name="connsiteX3" fmla="*/ 4005 w 17365"/>
                  <a:gd name="connsiteY3" fmla="*/ 17123 h 17122"/>
                  <a:gd name="connsiteX4" fmla="*/ 9020 w 17365"/>
                  <a:gd name="connsiteY4" fmla="*/ 15508 h 17122"/>
                  <a:gd name="connsiteX5" fmla="*/ 10971 w 17365"/>
                  <a:gd name="connsiteY5" fmla="*/ 14633 h 17122"/>
                  <a:gd name="connsiteX6" fmla="*/ 14135 w 17365"/>
                  <a:gd name="connsiteY6" fmla="*/ 13456 h 17122"/>
                  <a:gd name="connsiteX7" fmla="*/ 15649 w 17365"/>
                  <a:gd name="connsiteY7" fmla="*/ 12144 h 17122"/>
                  <a:gd name="connsiteX8" fmla="*/ 16390 w 17365"/>
                  <a:gd name="connsiteY8" fmla="*/ 11067 h 17122"/>
                  <a:gd name="connsiteX9" fmla="*/ 16928 w 17365"/>
                  <a:gd name="connsiteY9" fmla="*/ 8343 h 17122"/>
                  <a:gd name="connsiteX10" fmla="*/ 17366 w 17365"/>
                  <a:gd name="connsiteY10" fmla="*/ 7132 h 17122"/>
                  <a:gd name="connsiteX11" fmla="*/ 17366 w 17365"/>
                  <a:gd name="connsiteY11" fmla="*/ 3667 h 17122"/>
                  <a:gd name="connsiteX12" fmla="*/ 17366 w 17365"/>
                  <a:gd name="connsiteY12" fmla="*/ 1076 h 17122"/>
                  <a:gd name="connsiteX13" fmla="*/ 16491 w 17365"/>
                  <a:gd name="connsiteY13" fmla="*/ 1076 h 17122"/>
                  <a:gd name="connsiteX14" fmla="*/ 13125 w 17365"/>
                  <a:gd name="connsiteY14" fmla="*/ 0 h 17122"/>
                  <a:gd name="connsiteX15" fmla="*/ 11813 w 17365"/>
                  <a:gd name="connsiteY15" fmla="*/ 1413 h 17122"/>
                  <a:gd name="connsiteX16" fmla="*/ 10938 w 17365"/>
                  <a:gd name="connsiteY16" fmla="*/ 3801 h 17122"/>
                  <a:gd name="connsiteX17" fmla="*/ 8649 w 17365"/>
                  <a:gd name="connsiteY17" fmla="*/ 4339 h 17122"/>
                  <a:gd name="connsiteX18" fmla="*/ 4611 w 17365"/>
                  <a:gd name="connsiteY18" fmla="*/ 4777 h 17122"/>
                  <a:gd name="connsiteX19" fmla="*/ 2221 w 17365"/>
                  <a:gd name="connsiteY19" fmla="*/ 5551 h 17122"/>
                  <a:gd name="connsiteX20" fmla="*/ 0 w 17365"/>
                  <a:gd name="connsiteY20" fmla="*/ 7132 h 1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365" h="17122">
                    <a:moveTo>
                      <a:pt x="0" y="7132"/>
                    </a:moveTo>
                    <a:lnTo>
                      <a:pt x="0" y="12346"/>
                    </a:lnTo>
                    <a:lnTo>
                      <a:pt x="539" y="16248"/>
                    </a:lnTo>
                    <a:lnTo>
                      <a:pt x="4005" y="17123"/>
                    </a:lnTo>
                    <a:lnTo>
                      <a:pt x="9020" y="15508"/>
                    </a:lnTo>
                    <a:cubicBezTo>
                      <a:pt x="9020" y="15508"/>
                      <a:pt x="10669" y="14633"/>
                      <a:pt x="10971" y="14633"/>
                    </a:cubicBezTo>
                    <a:cubicBezTo>
                      <a:pt x="11308" y="14633"/>
                      <a:pt x="14135" y="13456"/>
                      <a:pt x="14135" y="13456"/>
                    </a:cubicBezTo>
                    <a:lnTo>
                      <a:pt x="15649" y="12144"/>
                    </a:lnTo>
                    <a:lnTo>
                      <a:pt x="16390" y="11067"/>
                    </a:lnTo>
                    <a:lnTo>
                      <a:pt x="16928" y="8343"/>
                    </a:lnTo>
                    <a:lnTo>
                      <a:pt x="17366" y="7132"/>
                    </a:lnTo>
                    <a:lnTo>
                      <a:pt x="17366" y="3667"/>
                    </a:lnTo>
                    <a:lnTo>
                      <a:pt x="17366" y="1076"/>
                    </a:lnTo>
                    <a:lnTo>
                      <a:pt x="16491" y="1076"/>
                    </a:lnTo>
                    <a:lnTo>
                      <a:pt x="13125" y="0"/>
                    </a:lnTo>
                    <a:lnTo>
                      <a:pt x="11813" y="1413"/>
                    </a:lnTo>
                    <a:lnTo>
                      <a:pt x="10938" y="3801"/>
                    </a:lnTo>
                    <a:lnTo>
                      <a:pt x="8649" y="4339"/>
                    </a:lnTo>
                    <a:lnTo>
                      <a:pt x="4611" y="4777"/>
                    </a:lnTo>
                    <a:lnTo>
                      <a:pt x="2221" y="5551"/>
                    </a:lnTo>
                    <a:lnTo>
                      <a:pt x="0" y="7132"/>
                    </a:lnTo>
                    <a:close/>
                  </a:path>
                </a:pathLst>
              </a:custGeom>
              <a:grpFill/>
              <a:ln w="6350" cap="flat">
                <a:solidFill>
                  <a:schemeClr val="bg1"/>
                </a:solidFill>
                <a:prstDash val="solid"/>
                <a:miter/>
              </a:ln>
            </p:spPr>
            <p:txBody>
              <a:bodyPr rtlCol="0" anchor="ctr"/>
              <a:lstStyle/>
              <a:p>
                <a:endParaRPr lang="en-US"/>
              </a:p>
            </p:txBody>
          </p:sp>
          <p:sp>
            <p:nvSpPr>
              <p:cNvPr id="86" name="Freeform 925">
                <a:extLst>
                  <a:ext uri="{FF2B5EF4-FFF2-40B4-BE49-F238E27FC236}">
                    <a16:creationId xmlns:a16="http://schemas.microsoft.com/office/drawing/2014/main" id="{61A4305F-0728-E5D0-8D49-682E2199EF0E}"/>
                  </a:ext>
                </a:extLst>
              </p:cNvPr>
              <p:cNvSpPr/>
              <p:nvPr/>
            </p:nvSpPr>
            <p:spPr>
              <a:xfrm>
                <a:off x="6167462" y="1670174"/>
                <a:ext cx="17063" cy="11605"/>
              </a:xfrm>
              <a:custGeom>
                <a:avLst/>
                <a:gdLst>
                  <a:gd name="connsiteX0" fmla="*/ 2491 w 17063"/>
                  <a:gd name="connsiteY0" fmla="*/ 2220 h 11605"/>
                  <a:gd name="connsiteX1" fmla="*/ 4544 w 17063"/>
                  <a:gd name="connsiteY1" fmla="*/ 0 h 11605"/>
                  <a:gd name="connsiteX2" fmla="*/ 8145 w 17063"/>
                  <a:gd name="connsiteY2" fmla="*/ 0 h 11605"/>
                  <a:gd name="connsiteX3" fmla="*/ 11611 w 17063"/>
                  <a:gd name="connsiteY3" fmla="*/ 0 h 11605"/>
                  <a:gd name="connsiteX4" fmla="*/ 14236 w 17063"/>
                  <a:gd name="connsiteY4" fmla="*/ 2590 h 11605"/>
                  <a:gd name="connsiteX5" fmla="*/ 15313 w 17063"/>
                  <a:gd name="connsiteY5" fmla="*/ 5416 h 11605"/>
                  <a:gd name="connsiteX6" fmla="*/ 15953 w 17063"/>
                  <a:gd name="connsiteY6" fmla="*/ 7804 h 11605"/>
                  <a:gd name="connsiteX7" fmla="*/ 17063 w 17063"/>
                  <a:gd name="connsiteY7" fmla="*/ 8612 h 11605"/>
                  <a:gd name="connsiteX8" fmla="*/ 14236 w 17063"/>
                  <a:gd name="connsiteY8" fmla="*/ 10428 h 11605"/>
                  <a:gd name="connsiteX9" fmla="*/ 11611 w 17063"/>
                  <a:gd name="connsiteY9" fmla="*/ 10428 h 11605"/>
                  <a:gd name="connsiteX10" fmla="*/ 6630 w 17063"/>
                  <a:gd name="connsiteY10" fmla="*/ 11606 h 11605"/>
                  <a:gd name="connsiteX11" fmla="*/ 1515 w 17063"/>
                  <a:gd name="connsiteY11" fmla="*/ 10327 h 11605"/>
                  <a:gd name="connsiteX12" fmla="*/ 0 w 17063"/>
                  <a:gd name="connsiteY12" fmla="*/ 8040 h 11605"/>
                  <a:gd name="connsiteX13" fmla="*/ 539 w 17063"/>
                  <a:gd name="connsiteY13" fmla="*/ 5820 h 11605"/>
                  <a:gd name="connsiteX14" fmla="*/ 976 w 17063"/>
                  <a:gd name="connsiteY14" fmla="*/ 3364 h 1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63" h="11605">
                    <a:moveTo>
                      <a:pt x="2491" y="2220"/>
                    </a:moveTo>
                    <a:lnTo>
                      <a:pt x="4544" y="0"/>
                    </a:lnTo>
                    <a:lnTo>
                      <a:pt x="8145" y="0"/>
                    </a:lnTo>
                    <a:lnTo>
                      <a:pt x="11611" y="0"/>
                    </a:lnTo>
                    <a:lnTo>
                      <a:pt x="14236" y="2590"/>
                    </a:lnTo>
                    <a:lnTo>
                      <a:pt x="15313" y="5416"/>
                    </a:lnTo>
                    <a:lnTo>
                      <a:pt x="15953" y="7804"/>
                    </a:lnTo>
                    <a:lnTo>
                      <a:pt x="17063" y="8612"/>
                    </a:lnTo>
                    <a:lnTo>
                      <a:pt x="14236" y="10428"/>
                    </a:lnTo>
                    <a:lnTo>
                      <a:pt x="11611" y="10428"/>
                    </a:lnTo>
                    <a:lnTo>
                      <a:pt x="6630" y="11606"/>
                    </a:lnTo>
                    <a:lnTo>
                      <a:pt x="1515" y="10327"/>
                    </a:lnTo>
                    <a:lnTo>
                      <a:pt x="0" y="8040"/>
                    </a:lnTo>
                    <a:lnTo>
                      <a:pt x="539" y="5820"/>
                    </a:lnTo>
                    <a:lnTo>
                      <a:pt x="976" y="3364"/>
                    </a:lnTo>
                    <a:close/>
                  </a:path>
                </a:pathLst>
              </a:custGeom>
              <a:grpFill/>
              <a:ln w="6350" cap="flat">
                <a:solidFill>
                  <a:schemeClr val="bg1"/>
                </a:solidFill>
                <a:prstDash val="solid"/>
                <a:miter/>
              </a:ln>
            </p:spPr>
            <p:txBody>
              <a:bodyPr rtlCol="0" anchor="ctr"/>
              <a:lstStyle/>
              <a:p>
                <a:endParaRPr lang="en-US"/>
              </a:p>
            </p:txBody>
          </p:sp>
          <p:sp>
            <p:nvSpPr>
              <p:cNvPr id="87" name="Freeform 926">
                <a:extLst>
                  <a:ext uri="{FF2B5EF4-FFF2-40B4-BE49-F238E27FC236}">
                    <a16:creationId xmlns:a16="http://schemas.microsoft.com/office/drawing/2014/main" id="{BDDFA778-9597-8558-385E-EA38D0167591}"/>
                  </a:ext>
                </a:extLst>
              </p:cNvPr>
              <p:cNvSpPr/>
              <p:nvPr/>
            </p:nvSpPr>
            <p:spPr>
              <a:xfrm>
                <a:off x="6286094" y="1672596"/>
                <a:ext cx="8649" cy="10226"/>
              </a:xfrm>
              <a:custGeom>
                <a:avLst/>
                <a:gdLst>
                  <a:gd name="connsiteX0" fmla="*/ 942 w 8649"/>
                  <a:gd name="connsiteY0" fmla="*/ 6190 h 10226"/>
                  <a:gd name="connsiteX1" fmla="*/ 3702 w 8649"/>
                  <a:gd name="connsiteY1" fmla="*/ 7569 h 10226"/>
                  <a:gd name="connsiteX2" fmla="*/ 6698 w 8649"/>
                  <a:gd name="connsiteY2" fmla="*/ 8612 h 10226"/>
                  <a:gd name="connsiteX3" fmla="*/ 7034 w 8649"/>
                  <a:gd name="connsiteY3" fmla="*/ 10226 h 10226"/>
                  <a:gd name="connsiteX4" fmla="*/ 8010 w 8649"/>
                  <a:gd name="connsiteY4" fmla="*/ 8477 h 10226"/>
                  <a:gd name="connsiteX5" fmla="*/ 8649 w 8649"/>
                  <a:gd name="connsiteY5" fmla="*/ 5652 h 10226"/>
                  <a:gd name="connsiteX6" fmla="*/ 8649 w 8649"/>
                  <a:gd name="connsiteY6" fmla="*/ 3633 h 10226"/>
                  <a:gd name="connsiteX7" fmla="*/ 7000 w 8649"/>
                  <a:gd name="connsiteY7" fmla="*/ 370 h 10226"/>
                  <a:gd name="connsiteX8" fmla="*/ 5318 w 8649"/>
                  <a:gd name="connsiteY8" fmla="*/ 0 h 10226"/>
                  <a:gd name="connsiteX9" fmla="*/ 3837 w 8649"/>
                  <a:gd name="connsiteY9" fmla="*/ 606 h 10226"/>
                  <a:gd name="connsiteX10" fmla="*/ 371 w 8649"/>
                  <a:gd name="connsiteY10" fmla="*/ 2018 h 10226"/>
                  <a:gd name="connsiteX11" fmla="*/ 0 w 8649"/>
                  <a:gd name="connsiteY11" fmla="*/ 4777 h 10226"/>
                  <a:gd name="connsiteX12" fmla="*/ 942 w 8649"/>
                  <a:gd name="connsiteY12" fmla="*/ 6190 h 1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9" h="10226">
                    <a:moveTo>
                      <a:pt x="942" y="6190"/>
                    </a:moveTo>
                    <a:lnTo>
                      <a:pt x="3702" y="7569"/>
                    </a:lnTo>
                    <a:lnTo>
                      <a:pt x="6698" y="8612"/>
                    </a:lnTo>
                    <a:cubicBezTo>
                      <a:pt x="6698" y="8612"/>
                      <a:pt x="6899" y="10193"/>
                      <a:pt x="7034" y="10226"/>
                    </a:cubicBezTo>
                    <a:cubicBezTo>
                      <a:pt x="7168" y="10260"/>
                      <a:pt x="8010" y="8477"/>
                      <a:pt x="8010" y="8477"/>
                    </a:cubicBezTo>
                    <a:lnTo>
                      <a:pt x="8649" y="5652"/>
                    </a:lnTo>
                    <a:lnTo>
                      <a:pt x="8649" y="3633"/>
                    </a:lnTo>
                    <a:lnTo>
                      <a:pt x="7000" y="370"/>
                    </a:lnTo>
                    <a:lnTo>
                      <a:pt x="5318" y="0"/>
                    </a:lnTo>
                    <a:lnTo>
                      <a:pt x="3837" y="606"/>
                    </a:lnTo>
                    <a:lnTo>
                      <a:pt x="371" y="2018"/>
                    </a:lnTo>
                    <a:lnTo>
                      <a:pt x="0" y="4777"/>
                    </a:lnTo>
                    <a:lnTo>
                      <a:pt x="942" y="6190"/>
                    </a:lnTo>
                    <a:close/>
                  </a:path>
                </a:pathLst>
              </a:custGeom>
              <a:grpFill/>
              <a:ln w="6350" cap="flat">
                <a:solidFill>
                  <a:schemeClr val="bg1"/>
                </a:solidFill>
                <a:prstDash val="solid"/>
                <a:miter/>
              </a:ln>
            </p:spPr>
            <p:txBody>
              <a:bodyPr rtlCol="0" anchor="ctr"/>
              <a:lstStyle/>
              <a:p>
                <a:endParaRPr lang="en-US"/>
              </a:p>
            </p:txBody>
          </p:sp>
          <p:sp>
            <p:nvSpPr>
              <p:cNvPr id="88" name="Freeform 927">
                <a:extLst>
                  <a:ext uri="{FF2B5EF4-FFF2-40B4-BE49-F238E27FC236}">
                    <a16:creationId xmlns:a16="http://schemas.microsoft.com/office/drawing/2014/main" id="{E4A522D9-340B-51FE-5186-BEF9A39D2E6E}"/>
                  </a:ext>
                </a:extLst>
              </p:cNvPr>
              <p:cNvSpPr/>
              <p:nvPr/>
            </p:nvSpPr>
            <p:spPr>
              <a:xfrm>
                <a:off x="6301677" y="1678853"/>
                <a:ext cx="8985" cy="5752"/>
              </a:xfrm>
              <a:custGeom>
                <a:avLst/>
                <a:gdLst>
                  <a:gd name="connsiteX0" fmla="*/ 0 w 8985"/>
                  <a:gd name="connsiteY0" fmla="*/ 1783 h 5752"/>
                  <a:gd name="connsiteX1" fmla="*/ 1515 w 8985"/>
                  <a:gd name="connsiteY1" fmla="*/ 0 h 5752"/>
                  <a:gd name="connsiteX2" fmla="*/ 4342 w 8985"/>
                  <a:gd name="connsiteY2" fmla="*/ 0 h 5752"/>
                  <a:gd name="connsiteX3" fmla="*/ 7337 w 8985"/>
                  <a:gd name="connsiteY3" fmla="*/ 908 h 5752"/>
                  <a:gd name="connsiteX4" fmla="*/ 8986 w 8985"/>
                  <a:gd name="connsiteY4" fmla="*/ 1783 h 5752"/>
                  <a:gd name="connsiteX5" fmla="*/ 8145 w 8985"/>
                  <a:gd name="connsiteY5" fmla="*/ 4339 h 5752"/>
                  <a:gd name="connsiteX6" fmla="*/ 5385 w 8985"/>
                  <a:gd name="connsiteY6" fmla="*/ 5752 h 5752"/>
                  <a:gd name="connsiteX7" fmla="*/ 2053 w 8985"/>
                  <a:gd name="connsiteY7" fmla="*/ 4844 h 5752"/>
                  <a:gd name="connsiteX8" fmla="*/ 0 w 8985"/>
                  <a:gd name="connsiteY8" fmla="*/ 3263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85" h="5752">
                    <a:moveTo>
                      <a:pt x="0" y="1783"/>
                    </a:moveTo>
                    <a:lnTo>
                      <a:pt x="1515" y="0"/>
                    </a:lnTo>
                    <a:lnTo>
                      <a:pt x="4342" y="0"/>
                    </a:lnTo>
                    <a:lnTo>
                      <a:pt x="7337" y="908"/>
                    </a:lnTo>
                    <a:lnTo>
                      <a:pt x="8986" y="1783"/>
                    </a:lnTo>
                    <a:lnTo>
                      <a:pt x="8145" y="4339"/>
                    </a:lnTo>
                    <a:lnTo>
                      <a:pt x="5385" y="5752"/>
                    </a:lnTo>
                    <a:lnTo>
                      <a:pt x="2053" y="4844"/>
                    </a:lnTo>
                    <a:lnTo>
                      <a:pt x="0" y="3263"/>
                    </a:lnTo>
                    <a:close/>
                  </a:path>
                </a:pathLst>
              </a:custGeom>
              <a:grpFill/>
              <a:ln w="6350" cap="flat">
                <a:solidFill>
                  <a:schemeClr val="bg1"/>
                </a:solidFill>
                <a:prstDash val="solid"/>
                <a:miter/>
              </a:ln>
            </p:spPr>
            <p:txBody>
              <a:bodyPr rtlCol="0" anchor="ctr"/>
              <a:lstStyle/>
              <a:p>
                <a:endParaRPr lang="en-US"/>
              </a:p>
            </p:txBody>
          </p:sp>
          <p:sp>
            <p:nvSpPr>
              <p:cNvPr id="89" name="Freeform 928">
                <a:extLst>
                  <a:ext uri="{FF2B5EF4-FFF2-40B4-BE49-F238E27FC236}">
                    <a16:creationId xmlns:a16="http://schemas.microsoft.com/office/drawing/2014/main" id="{667B566D-20CF-885B-721A-A0B1D7897C56}"/>
                  </a:ext>
                </a:extLst>
              </p:cNvPr>
              <p:cNvSpPr/>
              <p:nvPr/>
            </p:nvSpPr>
            <p:spPr>
              <a:xfrm>
                <a:off x="6306859" y="1701459"/>
                <a:ext cx="5754" cy="7064"/>
              </a:xfrm>
              <a:custGeom>
                <a:avLst/>
                <a:gdLst>
                  <a:gd name="connsiteX0" fmla="*/ 572 w 5754"/>
                  <a:gd name="connsiteY0" fmla="*/ 2052 h 7064"/>
                  <a:gd name="connsiteX1" fmla="*/ 2221 w 5754"/>
                  <a:gd name="connsiteY1" fmla="*/ 0 h 7064"/>
                  <a:gd name="connsiteX2" fmla="*/ 4375 w 5754"/>
                  <a:gd name="connsiteY2" fmla="*/ 0 h 7064"/>
                  <a:gd name="connsiteX3" fmla="*/ 5486 w 5754"/>
                  <a:gd name="connsiteY3" fmla="*/ 3667 h 7064"/>
                  <a:gd name="connsiteX4" fmla="*/ 5755 w 5754"/>
                  <a:gd name="connsiteY4" fmla="*/ 5988 h 7064"/>
                  <a:gd name="connsiteX5" fmla="*/ 4409 w 5754"/>
                  <a:gd name="connsiteY5" fmla="*/ 7064 h 7064"/>
                  <a:gd name="connsiteX6" fmla="*/ 2154 w 5754"/>
                  <a:gd name="connsiteY6" fmla="*/ 6694 h 7064"/>
                  <a:gd name="connsiteX7" fmla="*/ 572 w 5754"/>
                  <a:gd name="connsiteY7" fmla="*/ 4777 h 7064"/>
                  <a:gd name="connsiteX8" fmla="*/ 0 w 5754"/>
                  <a:gd name="connsiteY8" fmla="*/ 2960 h 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4" h="7064">
                    <a:moveTo>
                      <a:pt x="572" y="2052"/>
                    </a:moveTo>
                    <a:lnTo>
                      <a:pt x="2221" y="0"/>
                    </a:lnTo>
                    <a:lnTo>
                      <a:pt x="4375" y="0"/>
                    </a:lnTo>
                    <a:lnTo>
                      <a:pt x="5486" y="3667"/>
                    </a:lnTo>
                    <a:lnTo>
                      <a:pt x="5755" y="5988"/>
                    </a:lnTo>
                    <a:lnTo>
                      <a:pt x="4409" y="7064"/>
                    </a:lnTo>
                    <a:lnTo>
                      <a:pt x="2154" y="6694"/>
                    </a:lnTo>
                    <a:lnTo>
                      <a:pt x="572" y="4777"/>
                    </a:lnTo>
                    <a:lnTo>
                      <a:pt x="0" y="2960"/>
                    </a:lnTo>
                    <a:close/>
                  </a:path>
                </a:pathLst>
              </a:custGeom>
              <a:grpFill/>
              <a:ln w="6350" cap="flat">
                <a:solidFill>
                  <a:schemeClr val="bg1"/>
                </a:solidFill>
                <a:prstDash val="solid"/>
                <a:miter/>
              </a:ln>
            </p:spPr>
            <p:txBody>
              <a:bodyPr rtlCol="0" anchor="ctr"/>
              <a:lstStyle/>
              <a:p>
                <a:endParaRPr lang="en-US"/>
              </a:p>
            </p:txBody>
          </p:sp>
          <p:sp>
            <p:nvSpPr>
              <p:cNvPr id="90" name="Freeform 929">
                <a:extLst>
                  <a:ext uri="{FF2B5EF4-FFF2-40B4-BE49-F238E27FC236}">
                    <a16:creationId xmlns:a16="http://schemas.microsoft.com/office/drawing/2014/main" id="{714C1265-A36B-E5B3-8664-DCF7C726750E}"/>
                  </a:ext>
                </a:extLst>
              </p:cNvPr>
              <p:cNvSpPr/>
              <p:nvPr/>
            </p:nvSpPr>
            <p:spPr>
              <a:xfrm>
                <a:off x="6345259" y="1691972"/>
                <a:ext cx="5081" cy="6727"/>
              </a:xfrm>
              <a:custGeom>
                <a:avLst/>
                <a:gdLst>
                  <a:gd name="connsiteX0" fmla="*/ 34 w 5081"/>
                  <a:gd name="connsiteY0" fmla="*/ 5416 h 6727"/>
                  <a:gd name="connsiteX1" fmla="*/ 0 w 5081"/>
                  <a:gd name="connsiteY1" fmla="*/ 1547 h 6727"/>
                  <a:gd name="connsiteX2" fmla="*/ 1986 w 5081"/>
                  <a:gd name="connsiteY2" fmla="*/ 0 h 6727"/>
                  <a:gd name="connsiteX3" fmla="*/ 4139 w 5081"/>
                  <a:gd name="connsiteY3" fmla="*/ 774 h 6727"/>
                  <a:gd name="connsiteX4" fmla="*/ 5082 w 5081"/>
                  <a:gd name="connsiteY4" fmla="*/ 3028 h 6727"/>
                  <a:gd name="connsiteX5" fmla="*/ 5082 w 5081"/>
                  <a:gd name="connsiteY5" fmla="*/ 5113 h 6727"/>
                  <a:gd name="connsiteX6" fmla="*/ 3197 w 5081"/>
                  <a:gd name="connsiteY6" fmla="*/ 6526 h 6727"/>
                  <a:gd name="connsiteX7" fmla="*/ 1952 w 5081"/>
                  <a:gd name="connsiteY7" fmla="*/ 6728 h 6727"/>
                  <a:gd name="connsiteX8" fmla="*/ 34 w 5081"/>
                  <a:gd name="connsiteY8" fmla="*/ 5416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1" h="6727">
                    <a:moveTo>
                      <a:pt x="34" y="5416"/>
                    </a:moveTo>
                    <a:cubicBezTo>
                      <a:pt x="67" y="5349"/>
                      <a:pt x="0" y="1547"/>
                      <a:pt x="0" y="1547"/>
                    </a:cubicBezTo>
                    <a:lnTo>
                      <a:pt x="1986" y="0"/>
                    </a:lnTo>
                    <a:lnTo>
                      <a:pt x="4139" y="774"/>
                    </a:lnTo>
                    <a:lnTo>
                      <a:pt x="5082" y="3028"/>
                    </a:lnTo>
                    <a:lnTo>
                      <a:pt x="5082" y="5113"/>
                    </a:lnTo>
                    <a:lnTo>
                      <a:pt x="3197" y="6526"/>
                    </a:lnTo>
                    <a:lnTo>
                      <a:pt x="1952" y="6728"/>
                    </a:lnTo>
                    <a:lnTo>
                      <a:pt x="34" y="5416"/>
                    </a:lnTo>
                    <a:close/>
                  </a:path>
                </a:pathLst>
              </a:custGeom>
              <a:grpFill/>
              <a:ln w="6350" cap="flat">
                <a:solidFill>
                  <a:schemeClr val="bg1"/>
                </a:solidFill>
                <a:prstDash val="solid"/>
                <a:miter/>
              </a:ln>
            </p:spPr>
            <p:txBody>
              <a:bodyPr rtlCol="0" anchor="ctr"/>
              <a:lstStyle/>
              <a:p>
                <a:endParaRPr lang="en-US"/>
              </a:p>
            </p:txBody>
          </p:sp>
          <p:sp>
            <p:nvSpPr>
              <p:cNvPr id="91" name="Freeform 930">
                <a:extLst>
                  <a:ext uri="{FF2B5EF4-FFF2-40B4-BE49-F238E27FC236}">
                    <a16:creationId xmlns:a16="http://schemas.microsoft.com/office/drawing/2014/main" id="{CED857A5-219C-BACD-2D14-D3AFF9D71F61}"/>
                  </a:ext>
                </a:extLst>
              </p:cNvPr>
              <p:cNvSpPr/>
              <p:nvPr/>
            </p:nvSpPr>
            <p:spPr>
              <a:xfrm>
                <a:off x="6200713" y="1506315"/>
                <a:ext cx="3702" cy="7669"/>
              </a:xfrm>
              <a:custGeom>
                <a:avLst/>
                <a:gdLst>
                  <a:gd name="connsiteX0" fmla="*/ 2221 w 3702"/>
                  <a:gd name="connsiteY0" fmla="*/ 7670 h 7669"/>
                  <a:gd name="connsiteX1" fmla="*/ 0 w 3702"/>
                  <a:gd name="connsiteY1" fmla="*/ 4979 h 7669"/>
                  <a:gd name="connsiteX2" fmla="*/ 337 w 3702"/>
                  <a:gd name="connsiteY2" fmla="*/ 1951 h 7669"/>
                  <a:gd name="connsiteX3" fmla="*/ 1481 w 3702"/>
                  <a:gd name="connsiteY3" fmla="*/ 0 h 7669"/>
                  <a:gd name="connsiteX4" fmla="*/ 3568 w 3702"/>
                  <a:gd name="connsiteY4" fmla="*/ 1379 h 7669"/>
                  <a:gd name="connsiteX5" fmla="*/ 3702 w 3702"/>
                  <a:gd name="connsiteY5" fmla="*/ 3835 h 7669"/>
                  <a:gd name="connsiteX6" fmla="*/ 3467 w 3702"/>
                  <a:gd name="connsiteY6" fmla="*/ 6055 h 7669"/>
                  <a:gd name="connsiteX7" fmla="*/ 2221 w 3702"/>
                  <a:gd name="connsiteY7" fmla="*/ 7670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2" h="7669">
                    <a:moveTo>
                      <a:pt x="2221" y="7670"/>
                    </a:moveTo>
                    <a:lnTo>
                      <a:pt x="0" y="4979"/>
                    </a:lnTo>
                    <a:lnTo>
                      <a:pt x="337" y="1951"/>
                    </a:lnTo>
                    <a:lnTo>
                      <a:pt x="1481" y="0"/>
                    </a:lnTo>
                    <a:lnTo>
                      <a:pt x="3568" y="1379"/>
                    </a:lnTo>
                    <a:cubicBezTo>
                      <a:pt x="3568" y="1379"/>
                      <a:pt x="3702" y="3633"/>
                      <a:pt x="3702" y="3835"/>
                    </a:cubicBezTo>
                    <a:cubicBezTo>
                      <a:pt x="3702" y="4037"/>
                      <a:pt x="3467" y="6055"/>
                      <a:pt x="3467" y="6055"/>
                    </a:cubicBezTo>
                    <a:lnTo>
                      <a:pt x="2221" y="7670"/>
                    </a:lnTo>
                    <a:close/>
                  </a:path>
                </a:pathLst>
              </a:custGeom>
              <a:grpFill/>
              <a:ln w="6350" cap="flat">
                <a:solidFill>
                  <a:schemeClr val="bg1"/>
                </a:solidFill>
                <a:prstDash val="solid"/>
                <a:miter/>
              </a:ln>
            </p:spPr>
            <p:txBody>
              <a:bodyPr rtlCol="0" anchor="ctr"/>
              <a:lstStyle/>
              <a:p>
                <a:endParaRPr lang="en-US"/>
              </a:p>
            </p:txBody>
          </p:sp>
        </p:grpSp>
        <p:sp>
          <p:nvSpPr>
            <p:cNvPr id="63" name="Freeform 902">
              <a:extLst>
                <a:ext uri="{FF2B5EF4-FFF2-40B4-BE49-F238E27FC236}">
                  <a16:creationId xmlns:a16="http://schemas.microsoft.com/office/drawing/2014/main" id="{004CD387-176F-4282-52CD-6A00D0246246}"/>
                </a:ext>
              </a:extLst>
            </p:cNvPr>
            <p:cNvSpPr/>
            <p:nvPr/>
          </p:nvSpPr>
          <p:spPr>
            <a:xfrm>
              <a:off x="8243874" y="2118568"/>
              <a:ext cx="427891" cy="307468"/>
            </a:xfrm>
            <a:custGeom>
              <a:avLst/>
              <a:gdLst>
                <a:gd name="connsiteX0" fmla="*/ 816292 w 821508"/>
                <a:gd name="connsiteY0" fmla="*/ 265451 h 590308"/>
                <a:gd name="connsiteX1" fmla="*/ 817604 w 821508"/>
                <a:gd name="connsiteY1" fmla="*/ 263702 h 590308"/>
                <a:gd name="connsiteX2" fmla="*/ 819186 w 821508"/>
                <a:gd name="connsiteY2" fmla="*/ 262625 h 590308"/>
                <a:gd name="connsiteX3" fmla="*/ 820566 w 821508"/>
                <a:gd name="connsiteY3" fmla="*/ 261683 h 590308"/>
                <a:gd name="connsiteX4" fmla="*/ 821508 w 821508"/>
                <a:gd name="connsiteY4" fmla="*/ 258925 h 590308"/>
                <a:gd name="connsiteX5" fmla="*/ 821138 w 821508"/>
                <a:gd name="connsiteY5" fmla="*/ 256671 h 590308"/>
                <a:gd name="connsiteX6" fmla="*/ 819691 w 821508"/>
                <a:gd name="connsiteY6" fmla="*/ 254148 h 590308"/>
                <a:gd name="connsiteX7" fmla="*/ 818109 w 821508"/>
                <a:gd name="connsiteY7" fmla="*/ 252197 h 590308"/>
                <a:gd name="connsiteX8" fmla="*/ 816797 w 821508"/>
                <a:gd name="connsiteY8" fmla="*/ 250818 h 590308"/>
                <a:gd name="connsiteX9" fmla="*/ 816730 w 821508"/>
                <a:gd name="connsiteY9" fmla="*/ 248429 h 590308"/>
                <a:gd name="connsiteX10" fmla="*/ 817739 w 821508"/>
                <a:gd name="connsiteY10" fmla="*/ 246545 h 590308"/>
                <a:gd name="connsiteX11" fmla="*/ 819691 w 821508"/>
                <a:gd name="connsiteY11" fmla="*/ 245233 h 590308"/>
                <a:gd name="connsiteX12" fmla="*/ 820499 w 821508"/>
                <a:gd name="connsiteY12" fmla="*/ 244359 h 590308"/>
                <a:gd name="connsiteX13" fmla="*/ 819927 w 821508"/>
                <a:gd name="connsiteY13" fmla="*/ 242778 h 590308"/>
                <a:gd name="connsiteX14" fmla="*/ 818547 w 821508"/>
                <a:gd name="connsiteY14" fmla="*/ 241768 h 590308"/>
                <a:gd name="connsiteX15" fmla="*/ 818614 w 821508"/>
                <a:gd name="connsiteY15" fmla="*/ 237698 h 590308"/>
                <a:gd name="connsiteX16" fmla="*/ 817672 w 821508"/>
                <a:gd name="connsiteY16" fmla="*/ 235108 h 590308"/>
                <a:gd name="connsiteX17" fmla="*/ 816730 w 821508"/>
                <a:gd name="connsiteY17" fmla="*/ 231979 h 590308"/>
                <a:gd name="connsiteX18" fmla="*/ 817672 w 821508"/>
                <a:gd name="connsiteY18" fmla="*/ 229389 h 590308"/>
                <a:gd name="connsiteX19" fmla="*/ 817739 w 821508"/>
                <a:gd name="connsiteY19" fmla="*/ 227001 h 590308"/>
                <a:gd name="connsiteX20" fmla="*/ 817941 w 821508"/>
                <a:gd name="connsiteY20" fmla="*/ 223098 h 590308"/>
                <a:gd name="connsiteX21" fmla="*/ 817133 w 821508"/>
                <a:gd name="connsiteY21" fmla="*/ 221719 h 590308"/>
                <a:gd name="connsiteX22" fmla="*/ 815686 w 821508"/>
                <a:gd name="connsiteY22" fmla="*/ 220845 h 590308"/>
                <a:gd name="connsiteX23" fmla="*/ 812220 w 821508"/>
                <a:gd name="connsiteY23" fmla="*/ 219465 h 590308"/>
                <a:gd name="connsiteX24" fmla="*/ 810200 w 821508"/>
                <a:gd name="connsiteY24" fmla="*/ 218153 h 590308"/>
                <a:gd name="connsiteX25" fmla="*/ 808114 w 821508"/>
                <a:gd name="connsiteY25" fmla="*/ 216842 h 590308"/>
                <a:gd name="connsiteX26" fmla="*/ 805590 w 821508"/>
                <a:gd name="connsiteY26" fmla="*/ 216404 h 590308"/>
                <a:gd name="connsiteX27" fmla="*/ 803268 w 821508"/>
                <a:gd name="connsiteY27" fmla="*/ 215900 h 590308"/>
                <a:gd name="connsiteX28" fmla="*/ 801618 w 821508"/>
                <a:gd name="connsiteY28" fmla="*/ 215900 h 590308"/>
                <a:gd name="connsiteX29" fmla="*/ 800104 w 821508"/>
                <a:gd name="connsiteY29" fmla="*/ 215193 h 590308"/>
                <a:gd name="connsiteX30" fmla="*/ 798152 w 821508"/>
                <a:gd name="connsiteY30" fmla="*/ 216068 h 590308"/>
                <a:gd name="connsiteX31" fmla="*/ 796267 w 821508"/>
                <a:gd name="connsiteY31" fmla="*/ 217582 h 590308"/>
                <a:gd name="connsiteX32" fmla="*/ 795191 w 821508"/>
                <a:gd name="connsiteY32" fmla="*/ 218961 h 590308"/>
                <a:gd name="connsiteX33" fmla="*/ 793945 w 821508"/>
                <a:gd name="connsiteY33" fmla="*/ 220407 h 590308"/>
                <a:gd name="connsiteX34" fmla="*/ 792936 w 821508"/>
                <a:gd name="connsiteY34" fmla="*/ 222224 h 590308"/>
                <a:gd name="connsiteX35" fmla="*/ 791489 w 821508"/>
                <a:gd name="connsiteY35" fmla="*/ 222661 h 590308"/>
                <a:gd name="connsiteX36" fmla="*/ 790479 w 821508"/>
                <a:gd name="connsiteY36" fmla="*/ 223166 h 590308"/>
                <a:gd name="connsiteX37" fmla="*/ 788965 w 821508"/>
                <a:gd name="connsiteY37" fmla="*/ 223098 h 590308"/>
                <a:gd name="connsiteX38" fmla="*/ 787585 w 821508"/>
                <a:gd name="connsiteY38" fmla="*/ 222897 h 590308"/>
                <a:gd name="connsiteX39" fmla="*/ 786003 w 821508"/>
                <a:gd name="connsiteY39" fmla="*/ 222897 h 590308"/>
                <a:gd name="connsiteX40" fmla="*/ 783983 w 821508"/>
                <a:gd name="connsiteY40" fmla="*/ 222392 h 590308"/>
                <a:gd name="connsiteX41" fmla="*/ 781964 w 821508"/>
                <a:gd name="connsiteY41" fmla="*/ 220576 h 590308"/>
                <a:gd name="connsiteX42" fmla="*/ 777185 w 821508"/>
                <a:gd name="connsiteY42" fmla="*/ 217312 h 590308"/>
                <a:gd name="connsiteX43" fmla="*/ 772339 w 821508"/>
                <a:gd name="connsiteY43" fmla="*/ 213915 h 590308"/>
                <a:gd name="connsiteX44" fmla="*/ 768502 w 821508"/>
                <a:gd name="connsiteY44" fmla="*/ 212098 h 590308"/>
                <a:gd name="connsiteX45" fmla="*/ 763084 w 821508"/>
                <a:gd name="connsiteY45" fmla="*/ 210215 h 590308"/>
                <a:gd name="connsiteX46" fmla="*/ 759820 w 821508"/>
                <a:gd name="connsiteY46" fmla="*/ 209273 h 590308"/>
                <a:gd name="connsiteX47" fmla="*/ 754906 w 821508"/>
                <a:gd name="connsiteY47" fmla="*/ 208465 h 590308"/>
                <a:gd name="connsiteX48" fmla="*/ 751945 w 821508"/>
                <a:gd name="connsiteY48" fmla="*/ 208095 h 590308"/>
                <a:gd name="connsiteX49" fmla="*/ 748377 w 821508"/>
                <a:gd name="connsiteY49" fmla="*/ 206346 h 590308"/>
                <a:gd name="connsiteX50" fmla="*/ 744372 w 821508"/>
                <a:gd name="connsiteY50" fmla="*/ 201704 h 590308"/>
                <a:gd name="connsiteX51" fmla="*/ 741612 w 821508"/>
                <a:gd name="connsiteY51" fmla="*/ 198441 h 590308"/>
                <a:gd name="connsiteX52" fmla="*/ 740367 w 821508"/>
                <a:gd name="connsiteY52" fmla="*/ 196355 h 590308"/>
                <a:gd name="connsiteX53" fmla="*/ 739795 w 821508"/>
                <a:gd name="connsiteY53" fmla="*/ 192520 h 590308"/>
                <a:gd name="connsiteX54" fmla="*/ 738718 w 821508"/>
                <a:gd name="connsiteY54" fmla="*/ 188752 h 590308"/>
                <a:gd name="connsiteX55" fmla="*/ 736699 w 821508"/>
                <a:gd name="connsiteY55" fmla="*/ 185927 h 590308"/>
                <a:gd name="connsiteX56" fmla="*/ 734949 w 821508"/>
                <a:gd name="connsiteY56" fmla="*/ 182529 h 590308"/>
                <a:gd name="connsiteX57" fmla="*/ 735454 w 821508"/>
                <a:gd name="connsiteY57" fmla="*/ 180073 h 590308"/>
                <a:gd name="connsiteX58" fmla="*/ 736396 w 821508"/>
                <a:gd name="connsiteY58" fmla="*/ 177180 h 590308"/>
                <a:gd name="connsiteX59" fmla="*/ 736530 w 821508"/>
                <a:gd name="connsiteY59" fmla="*/ 174927 h 590308"/>
                <a:gd name="connsiteX60" fmla="*/ 736598 w 821508"/>
                <a:gd name="connsiteY60" fmla="*/ 172168 h 590308"/>
                <a:gd name="connsiteX61" fmla="*/ 736901 w 821508"/>
                <a:gd name="connsiteY61" fmla="*/ 170789 h 590308"/>
                <a:gd name="connsiteX62" fmla="*/ 737406 w 821508"/>
                <a:gd name="connsiteY62" fmla="*/ 169275 h 590308"/>
                <a:gd name="connsiteX63" fmla="*/ 734949 w 821508"/>
                <a:gd name="connsiteY63" fmla="*/ 167829 h 590308"/>
                <a:gd name="connsiteX64" fmla="*/ 731314 w 821508"/>
                <a:gd name="connsiteY64" fmla="*/ 167829 h 590308"/>
                <a:gd name="connsiteX65" fmla="*/ 729295 w 821508"/>
                <a:gd name="connsiteY65" fmla="*/ 168266 h 590308"/>
                <a:gd name="connsiteX66" fmla="*/ 727107 w 821508"/>
                <a:gd name="connsiteY66" fmla="*/ 169006 h 590308"/>
                <a:gd name="connsiteX67" fmla="*/ 725155 w 821508"/>
                <a:gd name="connsiteY67" fmla="*/ 171394 h 590308"/>
                <a:gd name="connsiteX68" fmla="*/ 723775 w 821508"/>
                <a:gd name="connsiteY68" fmla="*/ 174153 h 590308"/>
                <a:gd name="connsiteX69" fmla="*/ 722766 w 821508"/>
                <a:gd name="connsiteY69" fmla="*/ 176474 h 590308"/>
                <a:gd name="connsiteX70" fmla="*/ 721319 w 821508"/>
                <a:gd name="connsiteY70" fmla="*/ 178661 h 590308"/>
                <a:gd name="connsiteX71" fmla="*/ 719636 w 821508"/>
                <a:gd name="connsiteY71" fmla="*/ 180679 h 590308"/>
                <a:gd name="connsiteX72" fmla="*/ 719064 w 821508"/>
                <a:gd name="connsiteY72" fmla="*/ 182260 h 590308"/>
                <a:gd name="connsiteX73" fmla="*/ 717751 w 821508"/>
                <a:gd name="connsiteY73" fmla="*/ 184648 h 590308"/>
                <a:gd name="connsiteX74" fmla="*/ 717549 w 821508"/>
                <a:gd name="connsiteY74" fmla="*/ 186229 h 590308"/>
                <a:gd name="connsiteX75" fmla="*/ 716742 w 821508"/>
                <a:gd name="connsiteY75" fmla="*/ 189358 h 590308"/>
                <a:gd name="connsiteX76" fmla="*/ 715799 w 821508"/>
                <a:gd name="connsiteY76" fmla="*/ 192049 h 590308"/>
                <a:gd name="connsiteX77" fmla="*/ 714790 w 821508"/>
                <a:gd name="connsiteY77" fmla="*/ 194808 h 590308"/>
                <a:gd name="connsiteX78" fmla="*/ 713208 w 821508"/>
                <a:gd name="connsiteY78" fmla="*/ 195514 h 590308"/>
                <a:gd name="connsiteX79" fmla="*/ 711121 w 821508"/>
                <a:gd name="connsiteY79" fmla="*/ 194808 h 590308"/>
                <a:gd name="connsiteX80" fmla="*/ 710112 w 821508"/>
                <a:gd name="connsiteY80" fmla="*/ 192486 h 590308"/>
                <a:gd name="connsiteX81" fmla="*/ 709237 w 821508"/>
                <a:gd name="connsiteY81" fmla="*/ 189156 h 590308"/>
                <a:gd name="connsiteX82" fmla="*/ 707487 w 821508"/>
                <a:gd name="connsiteY82" fmla="*/ 186263 h 590308"/>
                <a:gd name="connsiteX83" fmla="*/ 706780 w 821508"/>
                <a:gd name="connsiteY83" fmla="*/ 182798 h 590308"/>
                <a:gd name="connsiteX84" fmla="*/ 706073 w 821508"/>
                <a:gd name="connsiteY84" fmla="*/ 180847 h 590308"/>
                <a:gd name="connsiteX85" fmla="*/ 704188 w 821508"/>
                <a:gd name="connsiteY85" fmla="*/ 178156 h 590308"/>
                <a:gd name="connsiteX86" fmla="*/ 702438 w 821508"/>
                <a:gd name="connsiteY86" fmla="*/ 175835 h 590308"/>
                <a:gd name="connsiteX87" fmla="*/ 700419 w 821508"/>
                <a:gd name="connsiteY87" fmla="*/ 174826 h 590308"/>
                <a:gd name="connsiteX88" fmla="*/ 697727 w 821508"/>
                <a:gd name="connsiteY88" fmla="*/ 175196 h 590308"/>
                <a:gd name="connsiteX89" fmla="*/ 695775 w 821508"/>
                <a:gd name="connsiteY89" fmla="*/ 175936 h 590308"/>
                <a:gd name="connsiteX90" fmla="*/ 691063 w 821508"/>
                <a:gd name="connsiteY90" fmla="*/ 178694 h 590308"/>
                <a:gd name="connsiteX91" fmla="*/ 688741 w 821508"/>
                <a:gd name="connsiteY91" fmla="*/ 181150 h 590308"/>
                <a:gd name="connsiteX92" fmla="*/ 686991 w 821508"/>
                <a:gd name="connsiteY92" fmla="*/ 183673 h 590308"/>
                <a:gd name="connsiteX93" fmla="*/ 686924 w 821508"/>
                <a:gd name="connsiteY93" fmla="*/ 186364 h 590308"/>
                <a:gd name="connsiteX94" fmla="*/ 687462 w 821508"/>
                <a:gd name="connsiteY94" fmla="*/ 188954 h 590308"/>
                <a:gd name="connsiteX95" fmla="*/ 689515 w 821508"/>
                <a:gd name="connsiteY95" fmla="*/ 190973 h 590308"/>
                <a:gd name="connsiteX96" fmla="*/ 689515 w 821508"/>
                <a:gd name="connsiteY96" fmla="*/ 192486 h 590308"/>
                <a:gd name="connsiteX97" fmla="*/ 687630 w 821508"/>
                <a:gd name="connsiteY97" fmla="*/ 193563 h 590308"/>
                <a:gd name="connsiteX98" fmla="*/ 684366 w 821508"/>
                <a:gd name="connsiteY98" fmla="*/ 195951 h 590308"/>
                <a:gd name="connsiteX99" fmla="*/ 681674 w 821508"/>
                <a:gd name="connsiteY99" fmla="*/ 196691 h 590308"/>
                <a:gd name="connsiteX100" fmla="*/ 677332 w 821508"/>
                <a:gd name="connsiteY100" fmla="*/ 196826 h 590308"/>
                <a:gd name="connsiteX101" fmla="*/ 673698 w 821508"/>
                <a:gd name="connsiteY101" fmla="*/ 196893 h 590308"/>
                <a:gd name="connsiteX102" fmla="*/ 668784 w 821508"/>
                <a:gd name="connsiteY102" fmla="*/ 199282 h 590308"/>
                <a:gd name="connsiteX103" fmla="*/ 662625 w 821508"/>
                <a:gd name="connsiteY103" fmla="*/ 200964 h 590308"/>
                <a:gd name="connsiteX104" fmla="*/ 660370 w 821508"/>
                <a:gd name="connsiteY104" fmla="*/ 202915 h 590308"/>
                <a:gd name="connsiteX105" fmla="*/ 658486 w 821508"/>
                <a:gd name="connsiteY105" fmla="*/ 206178 h 590308"/>
                <a:gd name="connsiteX106" fmla="*/ 655962 w 821508"/>
                <a:gd name="connsiteY106" fmla="*/ 209508 h 590308"/>
                <a:gd name="connsiteX107" fmla="*/ 654380 w 821508"/>
                <a:gd name="connsiteY107" fmla="*/ 210013 h 590308"/>
                <a:gd name="connsiteX108" fmla="*/ 649163 w 821508"/>
                <a:gd name="connsiteY108" fmla="*/ 209878 h 590308"/>
                <a:gd name="connsiteX109" fmla="*/ 647985 w 821508"/>
                <a:gd name="connsiteY109" fmla="*/ 210887 h 590308"/>
                <a:gd name="connsiteX110" fmla="*/ 647043 w 821508"/>
                <a:gd name="connsiteY110" fmla="*/ 214352 h 590308"/>
                <a:gd name="connsiteX111" fmla="*/ 646101 w 821508"/>
                <a:gd name="connsiteY111" fmla="*/ 218423 h 590308"/>
                <a:gd name="connsiteX112" fmla="*/ 647312 w 821508"/>
                <a:gd name="connsiteY112" fmla="*/ 223334 h 590308"/>
                <a:gd name="connsiteX113" fmla="*/ 649197 w 821508"/>
                <a:gd name="connsiteY113" fmla="*/ 228750 h 590308"/>
                <a:gd name="connsiteX114" fmla="*/ 650274 w 821508"/>
                <a:gd name="connsiteY114" fmla="*/ 232215 h 590308"/>
                <a:gd name="connsiteX115" fmla="*/ 649836 w 821508"/>
                <a:gd name="connsiteY115" fmla="*/ 234603 h 590308"/>
                <a:gd name="connsiteX116" fmla="*/ 647649 w 821508"/>
                <a:gd name="connsiteY116" fmla="*/ 235343 h 590308"/>
                <a:gd name="connsiteX117" fmla="*/ 643307 w 821508"/>
                <a:gd name="connsiteY117" fmla="*/ 236588 h 590308"/>
                <a:gd name="connsiteX118" fmla="*/ 640783 w 821508"/>
                <a:gd name="connsiteY118" fmla="*/ 237160 h 590308"/>
                <a:gd name="connsiteX119" fmla="*/ 639202 w 821508"/>
                <a:gd name="connsiteY119" fmla="*/ 238304 h 590308"/>
                <a:gd name="connsiteX120" fmla="*/ 636879 w 821508"/>
                <a:gd name="connsiteY120" fmla="*/ 239750 h 590308"/>
                <a:gd name="connsiteX121" fmla="*/ 634927 w 821508"/>
                <a:gd name="connsiteY121" fmla="*/ 241567 h 590308"/>
                <a:gd name="connsiteX122" fmla="*/ 632908 w 821508"/>
                <a:gd name="connsiteY122" fmla="*/ 242643 h 590308"/>
                <a:gd name="connsiteX123" fmla="*/ 628432 w 821508"/>
                <a:gd name="connsiteY123" fmla="*/ 242206 h 590308"/>
                <a:gd name="connsiteX124" fmla="*/ 625235 w 821508"/>
                <a:gd name="connsiteY124" fmla="*/ 241567 h 590308"/>
                <a:gd name="connsiteX125" fmla="*/ 622475 w 821508"/>
                <a:gd name="connsiteY125" fmla="*/ 239616 h 590308"/>
                <a:gd name="connsiteX126" fmla="*/ 618942 w 821508"/>
                <a:gd name="connsiteY126" fmla="*/ 237429 h 590308"/>
                <a:gd name="connsiteX127" fmla="*/ 615980 w 821508"/>
                <a:gd name="connsiteY127" fmla="*/ 234906 h 590308"/>
                <a:gd name="connsiteX128" fmla="*/ 613725 w 821508"/>
                <a:gd name="connsiteY128" fmla="*/ 230634 h 590308"/>
                <a:gd name="connsiteX129" fmla="*/ 611638 w 821508"/>
                <a:gd name="connsiteY129" fmla="*/ 226866 h 590308"/>
                <a:gd name="connsiteX130" fmla="*/ 609013 w 821508"/>
                <a:gd name="connsiteY130" fmla="*/ 222897 h 590308"/>
                <a:gd name="connsiteX131" fmla="*/ 602047 w 821508"/>
                <a:gd name="connsiteY131" fmla="*/ 217111 h 590308"/>
                <a:gd name="connsiteX132" fmla="*/ 597638 w 821508"/>
                <a:gd name="connsiteY132" fmla="*/ 212838 h 590308"/>
                <a:gd name="connsiteX133" fmla="*/ 595451 w 821508"/>
                <a:gd name="connsiteY133" fmla="*/ 207052 h 590308"/>
                <a:gd name="connsiteX134" fmla="*/ 592691 w 821508"/>
                <a:gd name="connsiteY134" fmla="*/ 203352 h 590308"/>
                <a:gd name="connsiteX135" fmla="*/ 587979 w 821508"/>
                <a:gd name="connsiteY135" fmla="*/ 199517 h 590308"/>
                <a:gd name="connsiteX136" fmla="*/ 584075 w 821508"/>
                <a:gd name="connsiteY136" fmla="*/ 195682 h 590308"/>
                <a:gd name="connsiteX137" fmla="*/ 581248 w 821508"/>
                <a:gd name="connsiteY137" fmla="*/ 191780 h 590308"/>
                <a:gd name="connsiteX138" fmla="*/ 579061 w 821508"/>
                <a:gd name="connsiteY138" fmla="*/ 188080 h 590308"/>
                <a:gd name="connsiteX139" fmla="*/ 577916 w 821508"/>
                <a:gd name="connsiteY139" fmla="*/ 184379 h 590308"/>
                <a:gd name="connsiteX140" fmla="*/ 575157 w 821508"/>
                <a:gd name="connsiteY140" fmla="*/ 177349 h 590308"/>
                <a:gd name="connsiteX141" fmla="*/ 573642 w 821508"/>
                <a:gd name="connsiteY141" fmla="*/ 172134 h 590308"/>
                <a:gd name="connsiteX142" fmla="*/ 573003 w 821508"/>
                <a:gd name="connsiteY142" fmla="*/ 165608 h 590308"/>
                <a:gd name="connsiteX143" fmla="*/ 572868 w 821508"/>
                <a:gd name="connsiteY143" fmla="*/ 159587 h 590308"/>
                <a:gd name="connsiteX144" fmla="*/ 572498 w 821508"/>
                <a:gd name="connsiteY144" fmla="*/ 156828 h 590308"/>
                <a:gd name="connsiteX145" fmla="*/ 570849 w 821508"/>
                <a:gd name="connsiteY145" fmla="*/ 154070 h 590308"/>
                <a:gd name="connsiteX146" fmla="*/ 568661 w 821508"/>
                <a:gd name="connsiteY146" fmla="*/ 150941 h 590308"/>
                <a:gd name="connsiteX147" fmla="*/ 565195 w 821508"/>
                <a:gd name="connsiteY147" fmla="*/ 148755 h 590308"/>
                <a:gd name="connsiteX148" fmla="*/ 561359 w 821508"/>
                <a:gd name="connsiteY148" fmla="*/ 148116 h 590308"/>
                <a:gd name="connsiteX149" fmla="*/ 558229 w 821508"/>
                <a:gd name="connsiteY149" fmla="*/ 148116 h 590308"/>
                <a:gd name="connsiteX150" fmla="*/ 556277 w 821508"/>
                <a:gd name="connsiteY150" fmla="*/ 150134 h 590308"/>
                <a:gd name="connsiteX151" fmla="*/ 554762 w 821508"/>
                <a:gd name="connsiteY151" fmla="*/ 153599 h 590308"/>
                <a:gd name="connsiteX152" fmla="*/ 554325 w 821508"/>
                <a:gd name="connsiteY152" fmla="*/ 157064 h 590308"/>
                <a:gd name="connsiteX153" fmla="*/ 553517 w 821508"/>
                <a:gd name="connsiteY153" fmla="*/ 161773 h 590308"/>
                <a:gd name="connsiteX154" fmla="*/ 551262 w 821508"/>
                <a:gd name="connsiteY154" fmla="*/ 164599 h 590308"/>
                <a:gd name="connsiteX155" fmla="*/ 547493 w 821508"/>
                <a:gd name="connsiteY155" fmla="*/ 166988 h 590308"/>
                <a:gd name="connsiteX156" fmla="*/ 544901 w 821508"/>
                <a:gd name="connsiteY156" fmla="*/ 167290 h 590308"/>
                <a:gd name="connsiteX157" fmla="*/ 540257 w 821508"/>
                <a:gd name="connsiteY157" fmla="*/ 166550 h 590308"/>
                <a:gd name="connsiteX158" fmla="*/ 538002 w 821508"/>
                <a:gd name="connsiteY158" fmla="*/ 168501 h 590308"/>
                <a:gd name="connsiteX159" fmla="*/ 538204 w 821508"/>
                <a:gd name="connsiteY159" fmla="*/ 172134 h 590308"/>
                <a:gd name="connsiteX160" fmla="*/ 540728 w 821508"/>
                <a:gd name="connsiteY160" fmla="*/ 175835 h 590308"/>
                <a:gd name="connsiteX161" fmla="*/ 541805 w 821508"/>
                <a:gd name="connsiteY161" fmla="*/ 178728 h 590308"/>
                <a:gd name="connsiteX162" fmla="*/ 543118 w 821508"/>
                <a:gd name="connsiteY162" fmla="*/ 181318 h 590308"/>
                <a:gd name="connsiteX163" fmla="*/ 543690 w 821508"/>
                <a:gd name="connsiteY163" fmla="*/ 185018 h 590308"/>
                <a:gd name="connsiteX164" fmla="*/ 540122 w 821508"/>
                <a:gd name="connsiteY164" fmla="*/ 192856 h 590308"/>
                <a:gd name="connsiteX165" fmla="*/ 535243 w 821508"/>
                <a:gd name="connsiteY165" fmla="*/ 199484 h 590308"/>
                <a:gd name="connsiteX166" fmla="*/ 529690 w 821508"/>
                <a:gd name="connsiteY166" fmla="*/ 198071 h 590308"/>
                <a:gd name="connsiteX167" fmla="*/ 527838 w 821508"/>
                <a:gd name="connsiteY167" fmla="*/ 200022 h 590308"/>
                <a:gd name="connsiteX168" fmla="*/ 525651 w 821508"/>
                <a:gd name="connsiteY168" fmla="*/ 201233 h 590308"/>
                <a:gd name="connsiteX169" fmla="*/ 523362 w 821508"/>
                <a:gd name="connsiteY169" fmla="*/ 201334 h 590308"/>
                <a:gd name="connsiteX170" fmla="*/ 519559 w 821508"/>
                <a:gd name="connsiteY170" fmla="*/ 197633 h 590308"/>
                <a:gd name="connsiteX171" fmla="*/ 519795 w 821508"/>
                <a:gd name="connsiteY171" fmla="*/ 195581 h 590308"/>
                <a:gd name="connsiteX172" fmla="*/ 520771 w 821508"/>
                <a:gd name="connsiteY172" fmla="*/ 190905 h 590308"/>
                <a:gd name="connsiteX173" fmla="*/ 520569 w 821508"/>
                <a:gd name="connsiteY173" fmla="*/ 187340 h 590308"/>
                <a:gd name="connsiteX174" fmla="*/ 518180 w 821508"/>
                <a:gd name="connsiteY174" fmla="*/ 186700 h 590308"/>
                <a:gd name="connsiteX175" fmla="*/ 515252 w 821508"/>
                <a:gd name="connsiteY175" fmla="*/ 187474 h 590308"/>
                <a:gd name="connsiteX176" fmla="*/ 513603 w 821508"/>
                <a:gd name="connsiteY176" fmla="*/ 189762 h 590308"/>
                <a:gd name="connsiteX177" fmla="*/ 509362 w 821508"/>
                <a:gd name="connsiteY177" fmla="*/ 190199 h 590308"/>
                <a:gd name="connsiteX178" fmla="*/ 508285 w 821508"/>
                <a:gd name="connsiteY178" fmla="*/ 187037 h 590308"/>
                <a:gd name="connsiteX179" fmla="*/ 503843 w 821508"/>
                <a:gd name="connsiteY179" fmla="*/ 181184 h 590308"/>
                <a:gd name="connsiteX180" fmla="*/ 502867 w 821508"/>
                <a:gd name="connsiteY180" fmla="*/ 178156 h 590308"/>
                <a:gd name="connsiteX181" fmla="*/ 500141 w 821508"/>
                <a:gd name="connsiteY181" fmla="*/ 174792 h 590308"/>
                <a:gd name="connsiteX182" fmla="*/ 495362 w 821508"/>
                <a:gd name="connsiteY182" fmla="*/ 171193 h 590308"/>
                <a:gd name="connsiteX183" fmla="*/ 492535 w 821508"/>
                <a:gd name="connsiteY183" fmla="*/ 167829 h 590308"/>
                <a:gd name="connsiteX184" fmla="*/ 492905 w 821508"/>
                <a:gd name="connsiteY184" fmla="*/ 165036 h 590308"/>
                <a:gd name="connsiteX185" fmla="*/ 492165 w 821508"/>
                <a:gd name="connsiteY185" fmla="*/ 163725 h 590308"/>
                <a:gd name="connsiteX186" fmla="*/ 490583 w 821508"/>
                <a:gd name="connsiteY186" fmla="*/ 162278 h 590308"/>
                <a:gd name="connsiteX187" fmla="*/ 489573 w 821508"/>
                <a:gd name="connsiteY187" fmla="*/ 161269 h 590308"/>
                <a:gd name="connsiteX188" fmla="*/ 488126 w 821508"/>
                <a:gd name="connsiteY188" fmla="*/ 159183 h 590308"/>
                <a:gd name="connsiteX189" fmla="*/ 487857 w 821508"/>
                <a:gd name="connsiteY189" fmla="*/ 158039 h 590308"/>
                <a:gd name="connsiteX190" fmla="*/ 488093 w 821508"/>
                <a:gd name="connsiteY190" fmla="*/ 156727 h 590308"/>
                <a:gd name="connsiteX191" fmla="*/ 488900 w 821508"/>
                <a:gd name="connsiteY191" fmla="*/ 155651 h 590308"/>
                <a:gd name="connsiteX192" fmla="*/ 490347 w 821508"/>
                <a:gd name="connsiteY192" fmla="*/ 155348 h 590308"/>
                <a:gd name="connsiteX193" fmla="*/ 491592 w 821508"/>
                <a:gd name="connsiteY193" fmla="*/ 154844 h 590308"/>
                <a:gd name="connsiteX194" fmla="*/ 492232 w 821508"/>
                <a:gd name="connsiteY194" fmla="*/ 154541 h 590308"/>
                <a:gd name="connsiteX195" fmla="*/ 494184 w 821508"/>
                <a:gd name="connsiteY195" fmla="*/ 154339 h 590308"/>
                <a:gd name="connsiteX196" fmla="*/ 494689 w 821508"/>
                <a:gd name="connsiteY196" fmla="*/ 153195 h 590308"/>
                <a:gd name="connsiteX197" fmla="*/ 494991 w 821508"/>
                <a:gd name="connsiteY197" fmla="*/ 151883 h 590308"/>
                <a:gd name="connsiteX198" fmla="*/ 495866 w 821508"/>
                <a:gd name="connsiteY198" fmla="*/ 151244 h 590308"/>
                <a:gd name="connsiteX199" fmla="*/ 497751 w 821508"/>
                <a:gd name="connsiteY199" fmla="*/ 152556 h 590308"/>
                <a:gd name="connsiteX200" fmla="*/ 500141 w 821508"/>
                <a:gd name="connsiteY200" fmla="*/ 152489 h 590308"/>
                <a:gd name="connsiteX201" fmla="*/ 501453 w 821508"/>
                <a:gd name="connsiteY201" fmla="*/ 149293 h 590308"/>
                <a:gd name="connsiteX202" fmla="*/ 498559 w 821508"/>
                <a:gd name="connsiteY202" fmla="*/ 147544 h 590308"/>
                <a:gd name="connsiteX203" fmla="*/ 494285 w 821508"/>
                <a:gd name="connsiteY203" fmla="*/ 146467 h 590308"/>
                <a:gd name="connsiteX204" fmla="*/ 490448 w 821508"/>
                <a:gd name="connsiteY204" fmla="*/ 146467 h 590308"/>
                <a:gd name="connsiteX205" fmla="*/ 486814 w 821508"/>
                <a:gd name="connsiteY205" fmla="*/ 144584 h 590308"/>
                <a:gd name="connsiteX206" fmla="*/ 482842 w 821508"/>
                <a:gd name="connsiteY206" fmla="*/ 144079 h 590308"/>
                <a:gd name="connsiteX207" fmla="*/ 479713 w 821508"/>
                <a:gd name="connsiteY207" fmla="*/ 144079 h 590308"/>
                <a:gd name="connsiteX208" fmla="*/ 476582 w 821508"/>
                <a:gd name="connsiteY208" fmla="*/ 144651 h 590308"/>
                <a:gd name="connsiteX209" fmla="*/ 472611 w 821508"/>
                <a:gd name="connsiteY209" fmla="*/ 144348 h 590308"/>
                <a:gd name="connsiteX210" fmla="*/ 470424 w 821508"/>
                <a:gd name="connsiteY210" fmla="*/ 144853 h 590308"/>
                <a:gd name="connsiteX211" fmla="*/ 469347 w 821508"/>
                <a:gd name="connsiteY211" fmla="*/ 146367 h 590308"/>
                <a:gd name="connsiteX212" fmla="*/ 468606 w 821508"/>
                <a:gd name="connsiteY212" fmla="*/ 146804 h 590308"/>
                <a:gd name="connsiteX213" fmla="*/ 465039 w 821508"/>
                <a:gd name="connsiteY213" fmla="*/ 145425 h 590308"/>
                <a:gd name="connsiteX214" fmla="*/ 464231 w 821508"/>
                <a:gd name="connsiteY214" fmla="*/ 143944 h 590308"/>
                <a:gd name="connsiteX215" fmla="*/ 461606 w 821508"/>
                <a:gd name="connsiteY215" fmla="*/ 144819 h 590308"/>
                <a:gd name="connsiteX216" fmla="*/ 460024 w 821508"/>
                <a:gd name="connsiteY216" fmla="*/ 147712 h 590308"/>
                <a:gd name="connsiteX217" fmla="*/ 458375 w 821508"/>
                <a:gd name="connsiteY217" fmla="*/ 148519 h 590308"/>
                <a:gd name="connsiteX218" fmla="*/ 457298 w 821508"/>
                <a:gd name="connsiteY218" fmla="*/ 150841 h 590308"/>
                <a:gd name="connsiteX219" fmla="*/ 454774 w 821508"/>
                <a:gd name="connsiteY219" fmla="*/ 152657 h 590308"/>
                <a:gd name="connsiteX220" fmla="*/ 451443 w 821508"/>
                <a:gd name="connsiteY220" fmla="*/ 150403 h 590308"/>
                <a:gd name="connsiteX221" fmla="*/ 450803 w 821508"/>
                <a:gd name="connsiteY221" fmla="*/ 148149 h 590308"/>
                <a:gd name="connsiteX222" fmla="*/ 451308 w 821508"/>
                <a:gd name="connsiteY222" fmla="*/ 145963 h 590308"/>
                <a:gd name="connsiteX223" fmla="*/ 451308 w 821508"/>
                <a:gd name="connsiteY223" fmla="*/ 143776 h 590308"/>
                <a:gd name="connsiteX224" fmla="*/ 451240 w 821508"/>
                <a:gd name="connsiteY224" fmla="*/ 141321 h 590308"/>
                <a:gd name="connsiteX225" fmla="*/ 449154 w 821508"/>
                <a:gd name="connsiteY225" fmla="*/ 138495 h 590308"/>
                <a:gd name="connsiteX226" fmla="*/ 445957 w 821508"/>
                <a:gd name="connsiteY226" fmla="*/ 131464 h 590308"/>
                <a:gd name="connsiteX227" fmla="*/ 445452 w 821508"/>
                <a:gd name="connsiteY227" fmla="*/ 128638 h 590308"/>
                <a:gd name="connsiteX228" fmla="*/ 446394 w 821508"/>
                <a:gd name="connsiteY228" fmla="*/ 124501 h 590308"/>
                <a:gd name="connsiteX229" fmla="*/ 447774 w 821508"/>
                <a:gd name="connsiteY229" fmla="*/ 122920 h 590308"/>
                <a:gd name="connsiteX230" fmla="*/ 450029 w 821508"/>
                <a:gd name="connsiteY230" fmla="*/ 120296 h 590308"/>
                <a:gd name="connsiteX231" fmla="*/ 453226 w 821508"/>
                <a:gd name="connsiteY231" fmla="*/ 118210 h 590308"/>
                <a:gd name="connsiteX232" fmla="*/ 454673 w 821508"/>
                <a:gd name="connsiteY232" fmla="*/ 115754 h 590308"/>
                <a:gd name="connsiteX233" fmla="*/ 452419 w 821508"/>
                <a:gd name="connsiteY233" fmla="*/ 113299 h 590308"/>
                <a:gd name="connsiteX234" fmla="*/ 448649 w 821508"/>
                <a:gd name="connsiteY234" fmla="*/ 110843 h 590308"/>
                <a:gd name="connsiteX235" fmla="*/ 445688 w 821508"/>
                <a:gd name="connsiteY235" fmla="*/ 108589 h 590308"/>
                <a:gd name="connsiteX236" fmla="*/ 442423 w 821508"/>
                <a:gd name="connsiteY236" fmla="*/ 105898 h 590308"/>
                <a:gd name="connsiteX237" fmla="*/ 439461 w 821508"/>
                <a:gd name="connsiteY237" fmla="*/ 100247 h 590308"/>
                <a:gd name="connsiteX238" fmla="*/ 440404 w 821508"/>
                <a:gd name="connsiteY238" fmla="*/ 97051 h 590308"/>
                <a:gd name="connsiteX239" fmla="*/ 438216 w 821508"/>
                <a:gd name="connsiteY239" fmla="*/ 93283 h 590308"/>
                <a:gd name="connsiteX240" fmla="*/ 435087 w 821508"/>
                <a:gd name="connsiteY240" fmla="*/ 91837 h 590308"/>
                <a:gd name="connsiteX241" fmla="*/ 432697 w 821508"/>
                <a:gd name="connsiteY241" fmla="*/ 92341 h 590308"/>
                <a:gd name="connsiteX242" fmla="*/ 430375 w 821508"/>
                <a:gd name="connsiteY242" fmla="*/ 94662 h 590308"/>
                <a:gd name="connsiteX243" fmla="*/ 428120 w 821508"/>
                <a:gd name="connsiteY243" fmla="*/ 95604 h 590308"/>
                <a:gd name="connsiteX244" fmla="*/ 427043 w 821508"/>
                <a:gd name="connsiteY244" fmla="*/ 95537 h 590308"/>
                <a:gd name="connsiteX245" fmla="*/ 421826 w 821508"/>
                <a:gd name="connsiteY245" fmla="*/ 93519 h 590308"/>
                <a:gd name="connsiteX246" fmla="*/ 419740 w 821508"/>
                <a:gd name="connsiteY246" fmla="*/ 93149 h 590308"/>
                <a:gd name="connsiteX247" fmla="*/ 417048 w 821508"/>
                <a:gd name="connsiteY247" fmla="*/ 92274 h 590308"/>
                <a:gd name="connsiteX248" fmla="*/ 416173 w 821508"/>
                <a:gd name="connsiteY248" fmla="*/ 90895 h 590308"/>
                <a:gd name="connsiteX249" fmla="*/ 414557 w 821508"/>
                <a:gd name="connsiteY249" fmla="*/ 89280 h 590308"/>
                <a:gd name="connsiteX250" fmla="*/ 412740 w 821508"/>
                <a:gd name="connsiteY250" fmla="*/ 87800 h 590308"/>
                <a:gd name="connsiteX251" fmla="*/ 410788 w 821508"/>
                <a:gd name="connsiteY251" fmla="*/ 87262 h 590308"/>
                <a:gd name="connsiteX252" fmla="*/ 408701 w 821508"/>
                <a:gd name="connsiteY252" fmla="*/ 87262 h 590308"/>
                <a:gd name="connsiteX253" fmla="*/ 404999 w 821508"/>
                <a:gd name="connsiteY253" fmla="*/ 87262 h 590308"/>
                <a:gd name="connsiteX254" fmla="*/ 401735 w 821508"/>
                <a:gd name="connsiteY254" fmla="*/ 87262 h 590308"/>
                <a:gd name="connsiteX255" fmla="*/ 399480 w 821508"/>
                <a:gd name="connsiteY255" fmla="*/ 90020 h 590308"/>
                <a:gd name="connsiteX256" fmla="*/ 392076 w 821508"/>
                <a:gd name="connsiteY256" fmla="*/ 94225 h 590308"/>
                <a:gd name="connsiteX257" fmla="*/ 385984 w 821508"/>
                <a:gd name="connsiteY257" fmla="*/ 98060 h 590308"/>
                <a:gd name="connsiteX258" fmla="*/ 382148 w 821508"/>
                <a:gd name="connsiteY258" fmla="*/ 101323 h 590308"/>
                <a:gd name="connsiteX259" fmla="*/ 378614 w 821508"/>
                <a:gd name="connsiteY259" fmla="*/ 103207 h 590308"/>
                <a:gd name="connsiteX260" fmla="*/ 374407 w 821508"/>
                <a:gd name="connsiteY260" fmla="*/ 104452 h 590308"/>
                <a:gd name="connsiteX261" fmla="*/ 369628 w 821508"/>
                <a:gd name="connsiteY261" fmla="*/ 104452 h 590308"/>
                <a:gd name="connsiteX262" fmla="*/ 364984 w 821508"/>
                <a:gd name="connsiteY262" fmla="*/ 103812 h 590308"/>
                <a:gd name="connsiteX263" fmla="*/ 358388 w 821508"/>
                <a:gd name="connsiteY263" fmla="*/ 102803 h 590308"/>
                <a:gd name="connsiteX264" fmla="*/ 348325 w 821508"/>
                <a:gd name="connsiteY264" fmla="*/ 100280 h 590308"/>
                <a:gd name="connsiteX265" fmla="*/ 341089 w 821508"/>
                <a:gd name="connsiteY265" fmla="*/ 95436 h 590308"/>
                <a:gd name="connsiteX266" fmla="*/ 336310 w 821508"/>
                <a:gd name="connsiteY266" fmla="*/ 91298 h 590308"/>
                <a:gd name="connsiteX267" fmla="*/ 333113 w 821508"/>
                <a:gd name="connsiteY267" fmla="*/ 87968 h 590308"/>
                <a:gd name="connsiteX268" fmla="*/ 330589 w 821508"/>
                <a:gd name="connsiteY268" fmla="*/ 84940 h 590308"/>
                <a:gd name="connsiteX269" fmla="*/ 330219 w 821508"/>
                <a:gd name="connsiteY269" fmla="*/ 79289 h 590308"/>
                <a:gd name="connsiteX270" fmla="*/ 329714 w 821508"/>
                <a:gd name="connsiteY270" fmla="*/ 75084 h 590308"/>
                <a:gd name="connsiteX271" fmla="*/ 330791 w 821508"/>
                <a:gd name="connsiteY271" fmla="*/ 69803 h 590308"/>
                <a:gd name="connsiteX272" fmla="*/ 331868 w 821508"/>
                <a:gd name="connsiteY272" fmla="*/ 67852 h 590308"/>
                <a:gd name="connsiteX273" fmla="*/ 331733 w 821508"/>
                <a:gd name="connsiteY273" fmla="*/ 65934 h 590308"/>
                <a:gd name="connsiteX274" fmla="*/ 329714 w 821508"/>
                <a:gd name="connsiteY274" fmla="*/ 64723 h 590308"/>
                <a:gd name="connsiteX275" fmla="*/ 326954 w 821508"/>
                <a:gd name="connsiteY275" fmla="*/ 64723 h 590308"/>
                <a:gd name="connsiteX276" fmla="*/ 324363 w 821508"/>
                <a:gd name="connsiteY276" fmla="*/ 65228 h 590308"/>
                <a:gd name="connsiteX277" fmla="*/ 320459 w 821508"/>
                <a:gd name="connsiteY277" fmla="*/ 66304 h 590308"/>
                <a:gd name="connsiteX278" fmla="*/ 317430 w 821508"/>
                <a:gd name="connsiteY278" fmla="*/ 67885 h 590308"/>
                <a:gd name="connsiteX279" fmla="*/ 314738 w 821508"/>
                <a:gd name="connsiteY279" fmla="*/ 69264 h 590308"/>
                <a:gd name="connsiteX280" fmla="*/ 311608 w 821508"/>
                <a:gd name="connsiteY280" fmla="*/ 73234 h 590308"/>
                <a:gd name="connsiteX281" fmla="*/ 309656 w 821508"/>
                <a:gd name="connsiteY281" fmla="*/ 76934 h 590308"/>
                <a:gd name="connsiteX282" fmla="*/ 306324 w 821508"/>
                <a:gd name="connsiteY282" fmla="*/ 79121 h 590308"/>
                <a:gd name="connsiteX283" fmla="*/ 302622 w 821508"/>
                <a:gd name="connsiteY283" fmla="*/ 82586 h 590308"/>
                <a:gd name="connsiteX284" fmla="*/ 299661 w 821508"/>
                <a:gd name="connsiteY284" fmla="*/ 83662 h 590308"/>
                <a:gd name="connsiteX285" fmla="*/ 294747 w 821508"/>
                <a:gd name="connsiteY285" fmla="*/ 85546 h 590308"/>
                <a:gd name="connsiteX286" fmla="*/ 291348 w 821508"/>
                <a:gd name="connsiteY286" fmla="*/ 85849 h 590308"/>
                <a:gd name="connsiteX287" fmla="*/ 288453 w 821508"/>
                <a:gd name="connsiteY287" fmla="*/ 86555 h 590308"/>
                <a:gd name="connsiteX288" fmla="*/ 285054 w 821508"/>
                <a:gd name="connsiteY288" fmla="*/ 87564 h 590308"/>
                <a:gd name="connsiteX289" fmla="*/ 281655 w 821508"/>
                <a:gd name="connsiteY289" fmla="*/ 87699 h 590308"/>
                <a:gd name="connsiteX290" fmla="*/ 279939 w 821508"/>
                <a:gd name="connsiteY290" fmla="*/ 85882 h 590308"/>
                <a:gd name="connsiteX291" fmla="*/ 278256 w 821508"/>
                <a:gd name="connsiteY291" fmla="*/ 82855 h 590308"/>
                <a:gd name="connsiteX292" fmla="*/ 276944 w 821508"/>
                <a:gd name="connsiteY292" fmla="*/ 80096 h 590308"/>
                <a:gd name="connsiteX293" fmla="*/ 276506 w 821508"/>
                <a:gd name="connsiteY293" fmla="*/ 76766 h 590308"/>
                <a:gd name="connsiteX294" fmla="*/ 275194 w 821508"/>
                <a:gd name="connsiteY294" fmla="*/ 75252 h 590308"/>
                <a:gd name="connsiteX295" fmla="*/ 271727 w 821508"/>
                <a:gd name="connsiteY295" fmla="*/ 74109 h 590308"/>
                <a:gd name="connsiteX296" fmla="*/ 268833 w 821508"/>
                <a:gd name="connsiteY296" fmla="*/ 71855 h 590308"/>
                <a:gd name="connsiteX297" fmla="*/ 265804 w 821508"/>
                <a:gd name="connsiteY297" fmla="*/ 69971 h 590308"/>
                <a:gd name="connsiteX298" fmla="*/ 264559 w 821508"/>
                <a:gd name="connsiteY298" fmla="*/ 69399 h 590308"/>
                <a:gd name="connsiteX299" fmla="*/ 262977 w 821508"/>
                <a:gd name="connsiteY299" fmla="*/ 69332 h 590308"/>
                <a:gd name="connsiteX300" fmla="*/ 261395 w 821508"/>
                <a:gd name="connsiteY300" fmla="*/ 70576 h 590308"/>
                <a:gd name="connsiteX301" fmla="*/ 260385 w 821508"/>
                <a:gd name="connsiteY301" fmla="*/ 73099 h 590308"/>
                <a:gd name="connsiteX302" fmla="*/ 260823 w 821508"/>
                <a:gd name="connsiteY302" fmla="*/ 76060 h 590308"/>
                <a:gd name="connsiteX303" fmla="*/ 261765 w 821508"/>
                <a:gd name="connsiteY303" fmla="*/ 79087 h 590308"/>
                <a:gd name="connsiteX304" fmla="*/ 261563 w 821508"/>
                <a:gd name="connsiteY304" fmla="*/ 82922 h 590308"/>
                <a:gd name="connsiteX305" fmla="*/ 259309 w 821508"/>
                <a:gd name="connsiteY305" fmla="*/ 83662 h 590308"/>
                <a:gd name="connsiteX306" fmla="*/ 257054 w 821508"/>
                <a:gd name="connsiteY306" fmla="*/ 83898 h 590308"/>
                <a:gd name="connsiteX307" fmla="*/ 253352 w 821508"/>
                <a:gd name="connsiteY307" fmla="*/ 83595 h 590308"/>
                <a:gd name="connsiteX308" fmla="*/ 249010 w 821508"/>
                <a:gd name="connsiteY308" fmla="*/ 82956 h 590308"/>
                <a:gd name="connsiteX309" fmla="*/ 245544 w 821508"/>
                <a:gd name="connsiteY309" fmla="*/ 83259 h 590308"/>
                <a:gd name="connsiteX310" fmla="*/ 241135 w 821508"/>
                <a:gd name="connsiteY310" fmla="*/ 86791 h 590308"/>
                <a:gd name="connsiteX311" fmla="*/ 238005 w 821508"/>
                <a:gd name="connsiteY311" fmla="*/ 89549 h 590308"/>
                <a:gd name="connsiteX312" fmla="*/ 236322 w 821508"/>
                <a:gd name="connsiteY312" fmla="*/ 90491 h 590308"/>
                <a:gd name="connsiteX313" fmla="*/ 234303 w 821508"/>
                <a:gd name="connsiteY313" fmla="*/ 90928 h 590308"/>
                <a:gd name="connsiteX314" fmla="*/ 229962 w 821508"/>
                <a:gd name="connsiteY314" fmla="*/ 88977 h 590308"/>
                <a:gd name="connsiteX315" fmla="*/ 225822 w 821508"/>
                <a:gd name="connsiteY315" fmla="*/ 86017 h 590308"/>
                <a:gd name="connsiteX316" fmla="*/ 222356 w 821508"/>
                <a:gd name="connsiteY316" fmla="*/ 83326 h 590308"/>
                <a:gd name="connsiteX317" fmla="*/ 218788 w 821508"/>
                <a:gd name="connsiteY317" fmla="*/ 79760 h 590308"/>
                <a:gd name="connsiteX318" fmla="*/ 211620 w 821508"/>
                <a:gd name="connsiteY318" fmla="*/ 79625 h 590308"/>
                <a:gd name="connsiteX319" fmla="*/ 207649 w 821508"/>
                <a:gd name="connsiteY319" fmla="*/ 76060 h 590308"/>
                <a:gd name="connsiteX320" fmla="*/ 207077 w 821508"/>
                <a:gd name="connsiteY320" fmla="*/ 74613 h 590308"/>
                <a:gd name="connsiteX321" fmla="*/ 203038 w 821508"/>
                <a:gd name="connsiteY321" fmla="*/ 71922 h 590308"/>
                <a:gd name="connsiteX322" fmla="*/ 200076 w 821508"/>
                <a:gd name="connsiteY322" fmla="*/ 70913 h 590308"/>
                <a:gd name="connsiteX323" fmla="*/ 198562 w 821508"/>
                <a:gd name="connsiteY323" fmla="*/ 69769 h 590308"/>
                <a:gd name="connsiteX324" fmla="*/ 197485 w 821508"/>
                <a:gd name="connsiteY324" fmla="*/ 66809 h 590308"/>
                <a:gd name="connsiteX325" fmla="*/ 194658 w 821508"/>
                <a:gd name="connsiteY325" fmla="*/ 63983 h 590308"/>
                <a:gd name="connsiteX326" fmla="*/ 192134 w 821508"/>
                <a:gd name="connsiteY326" fmla="*/ 62469 h 590308"/>
                <a:gd name="connsiteX327" fmla="*/ 188937 w 821508"/>
                <a:gd name="connsiteY327" fmla="*/ 59845 h 590308"/>
                <a:gd name="connsiteX328" fmla="*/ 187624 w 821508"/>
                <a:gd name="connsiteY328" fmla="*/ 57827 h 590308"/>
                <a:gd name="connsiteX329" fmla="*/ 188197 w 821508"/>
                <a:gd name="connsiteY329" fmla="*/ 54564 h 590308"/>
                <a:gd name="connsiteX330" fmla="*/ 189273 w 821508"/>
                <a:gd name="connsiteY330" fmla="*/ 48475 h 590308"/>
                <a:gd name="connsiteX331" fmla="*/ 188567 w 821508"/>
                <a:gd name="connsiteY331" fmla="*/ 45212 h 590308"/>
                <a:gd name="connsiteX332" fmla="*/ 186244 w 821508"/>
                <a:gd name="connsiteY332" fmla="*/ 44338 h 590308"/>
                <a:gd name="connsiteX333" fmla="*/ 183047 w 821508"/>
                <a:gd name="connsiteY333" fmla="*/ 41512 h 590308"/>
                <a:gd name="connsiteX334" fmla="*/ 181903 w 821508"/>
                <a:gd name="connsiteY334" fmla="*/ 39123 h 590308"/>
                <a:gd name="connsiteX335" fmla="*/ 181903 w 821508"/>
                <a:gd name="connsiteY335" fmla="*/ 37441 h 590308"/>
                <a:gd name="connsiteX336" fmla="*/ 184494 w 821508"/>
                <a:gd name="connsiteY336" fmla="*/ 34414 h 590308"/>
                <a:gd name="connsiteX337" fmla="*/ 186514 w 821508"/>
                <a:gd name="connsiteY337" fmla="*/ 32900 h 590308"/>
                <a:gd name="connsiteX338" fmla="*/ 187389 w 821508"/>
                <a:gd name="connsiteY338" fmla="*/ 31319 h 590308"/>
                <a:gd name="connsiteX339" fmla="*/ 187322 w 821508"/>
                <a:gd name="connsiteY339" fmla="*/ 29233 h 590308"/>
                <a:gd name="connsiteX340" fmla="*/ 185739 w 821508"/>
                <a:gd name="connsiteY340" fmla="*/ 26542 h 590308"/>
                <a:gd name="connsiteX341" fmla="*/ 184293 w 821508"/>
                <a:gd name="connsiteY341" fmla="*/ 25600 h 590308"/>
                <a:gd name="connsiteX342" fmla="*/ 182273 w 821508"/>
                <a:gd name="connsiteY342" fmla="*/ 22842 h 590308"/>
                <a:gd name="connsiteX343" fmla="*/ 181768 w 821508"/>
                <a:gd name="connsiteY343" fmla="*/ 21025 h 590308"/>
                <a:gd name="connsiteX344" fmla="*/ 180658 w 821508"/>
                <a:gd name="connsiteY344" fmla="*/ 15744 h 590308"/>
                <a:gd name="connsiteX345" fmla="*/ 178908 w 821508"/>
                <a:gd name="connsiteY345" fmla="*/ 13658 h 590308"/>
                <a:gd name="connsiteX346" fmla="*/ 177595 w 821508"/>
                <a:gd name="connsiteY346" fmla="*/ 11707 h 590308"/>
                <a:gd name="connsiteX347" fmla="*/ 178841 w 821508"/>
                <a:gd name="connsiteY347" fmla="*/ 9184 h 590308"/>
                <a:gd name="connsiteX348" fmla="*/ 181466 w 821508"/>
                <a:gd name="connsiteY348" fmla="*/ 6998 h 590308"/>
                <a:gd name="connsiteX349" fmla="*/ 181667 w 821508"/>
                <a:gd name="connsiteY349" fmla="*/ 4912 h 590308"/>
                <a:gd name="connsiteX350" fmla="*/ 180523 w 821508"/>
                <a:gd name="connsiteY350" fmla="*/ 1851 h 590308"/>
                <a:gd name="connsiteX351" fmla="*/ 177629 w 821508"/>
                <a:gd name="connsiteY351" fmla="*/ 404 h 590308"/>
                <a:gd name="connsiteX352" fmla="*/ 173490 w 821508"/>
                <a:gd name="connsiteY352" fmla="*/ 404 h 590308"/>
                <a:gd name="connsiteX353" fmla="*/ 170461 w 821508"/>
                <a:gd name="connsiteY353" fmla="*/ 2490 h 590308"/>
                <a:gd name="connsiteX354" fmla="*/ 168508 w 821508"/>
                <a:gd name="connsiteY354" fmla="*/ 2793 h 590308"/>
                <a:gd name="connsiteX355" fmla="*/ 166489 w 821508"/>
                <a:gd name="connsiteY355" fmla="*/ 3533 h 590308"/>
                <a:gd name="connsiteX356" fmla="*/ 163898 w 821508"/>
                <a:gd name="connsiteY356" fmla="*/ 4542 h 590308"/>
                <a:gd name="connsiteX357" fmla="*/ 160936 w 821508"/>
                <a:gd name="connsiteY357" fmla="*/ 5046 h 590308"/>
                <a:gd name="connsiteX358" fmla="*/ 159052 w 821508"/>
                <a:gd name="connsiteY358" fmla="*/ 5181 h 590308"/>
                <a:gd name="connsiteX359" fmla="*/ 157100 w 821508"/>
                <a:gd name="connsiteY359" fmla="*/ 5753 h 590308"/>
                <a:gd name="connsiteX360" fmla="*/ 155215 w 821508"/>
                <a:gd name="connsiteY360" fmla="*/ 6829 h 590308"/>
                <a:gd name="connsiteX361" fmla="*/ 153633 w 821508"/>
                <a:gd name="connsiteY361" fmla="*/ 8646 h 590308"/>
                <a:gd name="connsiteX362" fmla="*/ 151446 w 821508"/>
                <a:gd name="connsiteY362" fmla="*/ 10328 h 590308"/>
                <a:gd name="connsiteX363" fmla="*/ 150066 w 821508"/>
                <a:gd name="connsiteY363" fmla="*/ 11135 h 590308"/>
                <a:gd name="connsiteX364" fmla="*/ 148551 w 821508"/>
                <a:gd name="connsiteY364" fmla="*/ 12582 h 590308"/>
                <a:gd name="connsiteX365" fmla="*/ 146667 w 821508"/>
                <a:gd name="connsiteY365" fmla="*/ 13456 h 590308"/>
                <a:gd name="connsiteX366" fmla="*/ 143840 w 821508"/>
                <a:gd name="connsiteY366" fmla="*/ 12750 h 590308"/>
                <a:gd name="connsiteX367" fmla="*/ 142258 w 821508"/>
                <a:gd name="connsiteY367" fmla="*/ 11303 h 590308"/>
                <a:gd name="connsiteX368" fmla="*/ 141383 w 821508"/>
                <a:gd name="connsiteY368" fmla="*/ 8478 h 590308"/>
                <a:gd name="connsiteX369" fmla="*/ 138623 w 821508"/>
                <a:gd name="connsiteY369" fmla="*/ 9924 h 590308"/>
                <a:gd name="connsiteX370" fmla="*/ 136368 w 821508"/>
                <a:gd name="connsiteY370" fmla="*/ 11068 h 590308"/>
                <a:gd name="connsiteX371" fmla="*/ 134349 w 821508"/>
                <a:gd name="connsiteY371" fmla="*/ 12144 h 590308"/>
                <a:gd name="connsiteX372" fmla="*/ 132835 w 821508"/>
                <a:gd name="connsiteY372" fmla="*/ 13725 h 590308"/>
                <a:gd name="connsiteX373" fmla="*/ 131690 w 821508"/>
                <a:gd name="connsiteY373" fmla="*/ 14667 h 590308"/>
                <a:gd name="connsiteX374" fmla="*/ 129099 w 821508"/>
                <a:gd name="connsiteY374" fmla="*/ 14869 h 590308"/>
                <a:gd name="connsiteX375" fmla="*/ 126474 w 821508"/>
                <a:gd name="connsiteY375" fmla="*/ 14936 h 590308"/>
                <a:gd name="connsiteX376" fmla="*/ 120753 w 821508"/>
                <a:gd name="connsiteY376" fmla="*/ 14365 h 590308"/>
                <a:gd name="connsiteX377" fmla="*/ 115334 w 821508"/>
                <a:gd name="connsiteY377" fmla="*/ 14297 h 590308"/>
                <a:gd name="connsiteX378" fmla="*/ 111565 w 821508"/>
                <a:gd name="connsiteY378" fmla="*/ 14297 h 590308"/>
                <a:gd name="connsiteX379" fmla="*/ 107829 w 821508"/>
                <a:gd name="connsiteY379" fmla="*/ 14869 h 590308"/>
                <a:gd name="connsiteX380" fmla="*/ 107223 w 821508"/>
                <a:gd name="connsiteY380" fmla="*/ 17258 h 590308"/>
                <a:gd name="connsiteX381" fmla="*/ 107223 w 821508"/>
                <a:gd name="connsiteY381" fmla="*/ 20386 h 590308"/>
                <a:gd name="connsiteX382" fmla="*/ 107796 w 821508"/>
                <a:gd name="connsiteY382" fmla="*/ 21631 h 590308"/>
                <a:gd name="connsiteX383" fmla="*/ 107223 w 821508"/>
                <a:gd name="connsiteY383" fmla="*/ 26475 h 590308"/>
                <a:gd name="connsiteX384" fmla="*/ 107223 w 821508"/>
                <a:gd name="connsiteY384" fmla="*/ 28561 h 590308"/>
                <a:gd name="connsiteX385" fmla="*/ 107223 w 821508"/>
                <a:gd name="connsiteY385" fmla="*/ 31184 h 590308"/>
                <a:gd name="connsiteX386" fmla="*/ 105843 w 821508"/>
                <a:gd name="connsiteY386" fmla="*/ 32564 h 590308"/>
                <a:gd name="connsiteX387" fmla="*/ 103589 w 821508"/>
                <a:gd name="connsiteY387" fmla="*/ 33943 h 590308"/>
                <a:gd name="connsiteX388" fmla="*/ 101502 w 821508"/>
                <a:gd name="connsiteY388" fmla="*/ 34313 h 590308"/>
                <a:gd name="connsiteX389" fmla="*/ 96791 w 821508"/>
                <a:gd name="connsiteY389" fmla="*/ 35558 h 590308"/>
                <a:gd name="connsiteX390" fmla="*/ 91742 w 821508"/>
                <a:gd name="connsiteY390" fmla="*/ 35120 h 590308"/>
                <a:gd name="connsiteX391" fmla="*/ 89218 w 821508"/>
                <a:gd name="connsiteY391" fmla="*/ 35692 h 590308"/>
                <a:gd name="connsiteX392" fmla="*/ 87267 w 821508"/>
                <a:gd name="connsiteY392" fmla="*/ 36331 h 590308"/>
                <a:gd name="connsiteX393" fmla="*/ 82622 w 821508"/>
                <a:gd name="connsiteY393" fmla="*/ 37206 h 590308"/>
                <a:gd name="connsiteX394" fmla="*/ 81478 w 821508"/>
                <a:gd name="connsiteY394" fmla="*/ 39594 h 590308"/>
                <a:gd name="connsiteX395" fmla="*/ 81107 w 821508"/>
                <a:gd name="connsiteY395" fmla="*/ 43497 h 590308"/>
                <a:gd name="connsiteX396" fmla="*/ 83632 w 821508"/>
                <a:gd name="connsiteY396" fmla="*/ 47634 h 590308"/>
                <a:gd name="connsiteX397" fmla="*/ 85516 w 821508"/>
                <a:gd name="connsiteY397" fmla="*/ 49720 h 590308"/>
                <a:gd name="connsiteX398" fmla="*/ 88108 w 821508"/>
                <a:gd name="connsiteY398" fmla="*/ 54732 h 590308"/>
                <a:gd name="connsiteX399" fmla="*/ 88747 w 821508"/>
                <a:gd name="connsiteY399" fmla="*/ 57995 h 590308"/>
                <a:gd name="connsiteX400" fmla="*/ 89386 w 821508"/>
                <a:gd name="connsiteY400" fmla="*/ 60821 h 590308"/>
                <a:gd name="connsiteX401" fmla="*/ 90060 w 821508"/>
                <a:gd name="connsiteY401" fmla="*/ 67852 h 590308"/>
                <a:gd name="connsiteX402" fmla="*/ 89791 w 821508"/>
                <a:gd name="connsiteY402" fmla="*/ 70745 h 590308"/>
                <a:gd name="connsiteX403" fmla="*/ 89791 w 821508"/>
                <a:gd name="connsiteY403" fmla="*/ 74310 h 590308"/>
                <a:gd name="connsiteX404" fmla="*/ 88545 w 821508"/>
                <a:gd name="connsiteY404" fmla="*/ 75757 h 590308"/>
                <a:gd name="connsiteX405" fmla="*/ 86862 w 821508"/>
                <a:gd name="connsiteY405" fmla="*/ 77708 h 590308"/>
                <a:gd name="connsiteX406" fmla="*/ 85348 w 821508"/>
                <a:gd name="connsiteY406" fmla="*/ 81476 h 590308"/>
                <a:gd name="connsiteX407" fmla="*/ 85045 w 821508"/>
                <a:gd name="connsiteY407" fmla="*/ 83359 h 590308"/>
                <a:gd name="connsiteX408" fmla="*/ 82588 w 821508"/>
                <a:gd name="connsiteY408" fmla="*/ 84369 h 590308"/>
                <a:gd name="connsiteX409" fmla="*/ 80401 w 821508"/>
                <a:gd name="connsiteY409" fmla="*/ 83662 h 590308"/>
                <a:gd name="connsiteX410" fmla="*/ 78516 w 821508"/>
                <a:gd name="connsiteY410" fmla="*/ 81274 h 590308"/>
                <a:gd name="connsiteX411" fmla="*/ 77776 w 821508"/>
                <a:gd name="connsiteY411" fmla="*/ 79154 h 590308"/>
                <a:gd name="connsiteX412" fmla="*/ 76699 w 821508"/>
                <a:gd name="connsiteY412" fmla="*/ 77641 h 590308"/>
                <a:gd name="connsiteX413" fmla="*/ 76329 w 821508"/>
                <a:gd name="connsiteY413" fmla="*/ 74445 h 590308"/>
                <a:gd name="connsiteX414" fmla="*/ 75016 w 821508"/>
                <a:gd name="connsiteY414" fmla="*/ 72359 h 590308"/>
                <a:gd name="connsiteX415" fmla="*/ 72997 w 821508"/>
                <a:gd name="connsiteY415" fmla="*/ 71989 h 590308"/>
                <a:gd name="connsiteX416" fmla="*/ 71852 w 821508"/>
                <a:gd name="connsiteY416" fmla="*/ 72729 h 590308"/>
                <a:gd name="connsiteX417" fmla="*/ 71045 w 821508"/>
                <a:gd name="connsiteY417" fmla="*/ 74109 h 590308"/>
                <a:gd name="connsiteX418" fmla="*/ 68790 w 821508"/>
                <a:gd name="connsiteY418" fmla="*/ 74109 h 590308"/>
                <a:gd name="connsiteX419" fmla="*/ 66973 w 821508"/>
                <a:gd name="connsiteY419" fmla="*/ 71855 h 590308"/>
                <a:gd name="connsiteX420" fmla="*/ 65155 w 821508"/>
                <a:gd name="connsiteY420" fmla="*/ 69836 h 590308"/>
                <a:gd name="connsiteX421" fmla="*/ 64650 w 821508"/>
                <a:gd name="connsiteY421" fmla="*/ 67381 h 590308"/>
                <a:gd name="connsiteX422" fmla="*/ 63775 w 821508"/>
                <a:gd name="connsiteY422" fmla="*/ 64925 h 590308"/>
                <a:gd name="connsiteX423" fmla="*/ 62093 w 821508"/>
                <a:gd name="connsiteY423" fmla="*/ 62671 h 590308"/>
                <a:gd name="connsiteX424" fmla="*/ 61151 w 821508"/>
                <a:gd name="connsiteY424" fmla="*/ 61157 h 590308"/>
                <a:gd name="connsiteX425" fmla="*/ 59400 w 821508"/>
                <a:gd name="connsiteY425" fmla="*/ 59711 h 590308"/>
                <a:gd name="connsiteX426" fmla="*/ 57650 w 821508"/>
                <a:gd name="connsiteY426" fmla="*/ 59273 h 590308"/>
                <a:gd name="connsiteX427" fmla="*/ 56641 w 821508"/>
                <a:gd name="connsiteY427" fmla="*/ 59273 h 590308"/>
                <a:gd name="connsiteX428" fmla="*/ 54386 w 821508"/>
                <a:gd name="connsiteY428" fmla="*/ 60922 h 590308"/>
                <a:gd name="connsiteX429" fmla="*/ 53309 w 821508"/>
                <a:gd name="connsiteY429" fmla="*/ 62604 h 590308"/>
                <a:gd name="connsiteX430" fmla="*/ 51626 w 821508"/>
                <a:gd name="connsiteY430" fmla="*/ 64858 h 590308"/>
                <a:gd name="connsiteX431" fmla="*/ 50414 w 821508"/>
                <a:gd name="connsiteY431" fmla="*/ 66741 h 590308"/>
                <a:gd name="connsiteX432" fmla="*/ 48833 w 821508"/>
                <a:gd name="connsiteY432" fmla="*/ 69769 h 590308"/>
                <a:gd name="connsiteX433" fmla="*/ 46006 w 821508"/>
                <a:gd name="connsiteY433" fmla="*/ 71787 h 590308"/>
                <a:gd name="connsiteX434" fmla="*/ 43818 w 821508"/>
                <a:gd name="connsiteY434" fmla="*/ 72157 h 590308"/>
                <a:gd name="connsiteX435" fmla="*/ 40688 w 821508"/>
                <a:gd name="connsiteY435" fmla="*/ 69836 h 590308"/>
                <a:gd name="connsiteX436" fmla="*/ 40318 w 821508"/>
                <a:gd name="connsiteY436" fmla="*/ 67953 h 590308"/>
                <a:gd name="connsiteX437" fmla="*/ 37491 w 821508"/>
                <a:gd name="connsiteY437" fmla="*/ 65631 h 590308"/>
                <a:gd name="connsiteX438" fmla="*/ 36616 w 821508"/>
                <a:gd name="connsiteY438" fmla="*/ 64555 h 590308"/>
                <a:gd name="connsiteX439" fmla="*/ 35102 w 821508"/>
                <a:gd name="connsiteY439" fmla="*/ 62671 h 590308"/>
                <a:gd name="connsiteX440" fmla="*/ 32712 w 821508"/>
                <a:gd name="connsiteY440" fmla="*/ 63748 h 590308"/>
                <a:gd name="connsiteX441" fmla="*/ 30693 w 821508"/>
                <a:gd name="connsiteY441" fmla="*/ 64185 h 590308"/>
                <a:gd name="connsiteX442" fmla="*/ 29448 w 821508"/>
                <a:gd name="connsiteY442" fmla="*/ 61796 h 590308"/>
                <a:gd name="connsiteX443" fmla="*/ 27698 w 821508"/>
                <a:gd name="connsiteY443" fmla="*/ 59543 h 590308"/>
                <a:gd name="connsiteX444" fmla="*/ 25106 w 821508"/>
                <a:gd name="connsiteY444" fmla="*/ 56280 h 590308"/>
                <a:gd name="connsiteX445" fmla="*/ 22717 w 821508"/>
                <a:gd name="connsiteY445" fmla="*/ 54261 h 590308"/>
                <a:gd name="connsiteX446" fmla="*/ 19385 w 821508"/>
                <a:gd name="connsiteY446" fmla="*/ 52445 h 590308"/>
                <a:gd name="connsiteX447" fmla="*/ 16794 w 821508"/>
                <a:gd name="connsiteY447" fmla="*/ 51940 h 590308"/>
                <a:gd name="connsiteX448" fmla="*/ 14101 w 821508"/>
                <a:gd name="connsiteY448" fmla="*/ 51503 h 590308"/>
                <a:gd name="connsiteX449" fmla="*/ 11476 w 821508"/>
                <a:gd name="connsiteY449" fmla="*/ 52142 h 590308"/>
                <a:gd name="connsiteX450" fmla="*/ 10029 w 821508"/>
                <a:gd name="connsiteY450" fmla="*/ 52276 h 590308"/>
                <a:gd name="connsiteX451" fmla="*/ 5687 w 821508"/>
                <a:gd name="connsiteY451" fmla="*/ 53017 h 590308"/>
                <a:gd name="connsiteX452" fmla="*/ 2154 w 821508"/>
                <a:gd name="connsiteY452" fmla="*/ 54396 h 590308"/>
                <a:gd name="connsiteX453" fmla="*/ 1346 w 821508"/>
                <a:gd name="connsiteY453" fmla="*/ 57659 h 590308"/>
                <a:gd name="connsiteX454" fmla="*/ 6058 w 821508"/>
                <a:gd name="connsiteY454" fmla="*/ 60350 h 590308"/>
                <a:gd name="connsiteX455" fmla="*/ 8750 w 821508"/>
                <a:gd name="connsiteY455" fmla="*/ 62738 h 590308"/>
                <a:gd name="connsiteX456" fmla="*/ 9020 w 821508"/>
                <a:gd name="connsiteY456" fmla="*/ 64824 h 590308"/>
                <a:gd name="connsiteX457" fmla="*/ 9457 w 821508"/>
                <a:gd name="connsiteY457" fmla="*/ 67448 h 590308"/>
                <a:gd name="connsiteX458" fmla="*/ 9591 w 821508"/>
                <a:gd name="connsiteY458" fmla="*/ 69769 h 590308"/>
                <a:gd name="connsiteX459" fmla="*/ 9524 w 821508"/>
                <a:gd name="connsiteY459" fmla="*/ 72460 h 590308"/>
                <a:gd name="connsiteX460" fmla="*/ 8851 w 821508"/>
                <a:gd name="connsiteY460" fmla="*/ 73974 h 590308"/>
                <a:gd name="connsiteX461" fmla="*/ 7976 w 821508"/>
                <a:gd name="connsiteY461" fmla="*/ 75286 h 590308"/>
                <a:gd name="connsiteX462" fmla="*/ 6529 w 821508"/>
                <a:gd name="connsiteY462" fmla="*/ 76228 h 590308"/>
                <a:gd name="connsiteX463" fmla="*/ 4644 w 821508"/>
                <a:gd name="connsiteY463" fmla="*/ 77607 h 590308"/>
                <a:gd name="connsiteX464" fmla="*/ 2759 w 821508"/>
                <a:gd name="connsiteY464" fmla="*/ 78986 h 590308"/>
                <a:gd name="connsiteX465" fmla="*/ 942 w 821508"/>
                <a:gd name="connsiteY465" fmla="*/ 80870 h 590308"/>
                <a:gd name="connsiteX466" fmla="*/ 0 w 821508"/>
                <a:gd name="connsiteY466" fmla="*/ 82317 h 590308"/>
                <a:gd name="connsiteX467" fmla="*/ 740 w 821508"/>
                <a:gd name="connsiteY467" fmla="*/ 85950 h 590308"/>
                <a:gd name="connsiteX468" fmla="*/ 1750 w 821508"/>
                <a:gd name="connsiteY468" fmla="*/ 88136 h 590308"/>
                <a:gd name="connsiteX469" fmla="*/ 4644 w 821508"/>
                <a:gd name="connsiteY469" fmla="*/ 89280 h 590308"/>
                <a:gd name="connsiteX470" fmla="*/ 7539 w 821508"/>
                <a:gd name="connsiteY470" fmla="*/ 90424 h 590308"/>
                <a:gd name="connsiteX471" fmla="*/ 12250 w 821508"/>
                <a:gd name="connsiteY471" fmla="*/ 90357 h 590308"/>
                <a:gd name="connsiteX472" fmla="*/ 15582 w 821508"/>
                <a:gd name="connsiteY472" fmla="*/ 88170 h 590308"/>
                <a:gd name="connsiteX473" fmla="*/ 15952 w 821508"/>
                <a:gd name="connsiteY473" fmla="*/ 86488 h 590308"/>
                <a:gd name="connsiteX474" fmla="*/ 19957 w 821508"/>
                <a:gd name="connsiteY474" fmla="*/ 84840 h 590308"/>
                <a:gd name="connsiteX475" fmla="*/ 23289 w 821508"/>
                <a:gd name="connsiteY475" fmla="*/ 86656 h 590308"/>
                <a:gd name="connsiteX476" fmla="*/ 26924 w 821508"/>
                <a:gd name="connsiteY476" fmla="*/ 89415 h 590308"/>
                <a:gd name="connsiteX477" fmla="*/ 27125 w 821508"/>
                <a:gd name="connsiteY477" fmla="*/ 92240 h 590308"/>
                <a:gd name="connsiteX478" fmla="*/ 27193 w 821508"/>
                <a:gd name="connsiteY478" fmla="*/ 94326 h 590308"/>
                <a:gd name="connsiteX479" fmla="*/ 24299 w 821508"/>
                <a:gd name="connsiteY479" fmla="*/ 99170 h 590308"/>
                <a:gd name="connsiteX480" fmla="*/ 21539 w 821508"/>
                <a:gd name="connsiteY480" fmla="*/ 101491 h 590308"/>
                <a:gd name="connsiteX481" fmla="*/ 22616 w 821508"/>
                <a:gd name="connsiteY481" fmla="*/ 104620 h 590308"/>
                <a:gd name="connsiteX482" fmla="*/ 24871 w 821508"/>
                <a:gd name="connsiteY482" fmla="*/ 105124 h 590308"/>
                <a:gd name="connsiteX483" fmla="*/ 28640 w 821508"/>
                <a:gd name="connsiteY483" fmla="*/ 105932 h 590308"/>
                <a:gd name="connsiteX484" fmla="*/ 32107 w 821508"/>
                <a:gd name="connsiteY484" fmla="*/ 107950 h 590308"/>
                <a:gd name="connsiteX485" fmla="*/ 35640 w 821508"/>
                <a:gd name="connsiteY485" fmla="*/ 110406 h 590308"/>
                <a:gd name="connsiteX486" fmla="*/ 37895 w 821508"/>
                <a:gd name="connsiteY486" fmla="*/ 111987 h 590308"/>
                <a:gd name="connsiteX487" fmla="*/ 41866 w 821508"/>
                <a:gd name="connsiteY487" fmla="*/ 114375 h 590308"/>
                <a:gd name="connsiteX488" fmla="*/ 44828 w 821508"/>
                <a:gd name="connsiteY488" fmla="*/ 117840 h 590308"/>
                <a:gd name="connsiteX489" fmla="*/ 46578 w 821508"/>
                <a:gd name="connsiteY489" fmla="*/ 120229 h 590308"/>
                <a:gd name="connsiteX490" fmla="*/ 45131 w 821508"/>
                <a:gd name="connsiteY490" fmla="*/ 121810 h 590308"/>
                <a:gd name="connsiteX491" fmla="*/ 41159 w 821508"/>
                <a:gd name="connsiteY491" fmla="*/ 123256 h 590308"/>
                <a:gd name="connsiteX492" fmla="*/ 39342 w 821508"/>
                <a:gd name="connsiteY492" fmla="*/ 124265 h 590308"/>
                <a:gd name="connsiteX493" fmla="*/ 38400 w 821508"/>
                <a:gd name="connsiteY493" fmla="*/ 125947 h 590308"/>
                <a:gd name="connsiteX494" fmla="*/ 44121 w 821508"/>
                <a:gd name="connsiteY494" fmla="*/ 128706 h 590308"/>
                <a:gd name="connsiteX495" fmla="*/ 45064 w 821508"/>
                <a:gd name="connsiteY495" fmla="*/ 128773 h 590308"/>
                <a:gd name="connsiteX496" fmla="*/ 48429 w 821508"/>
                <a:gd name="connsiteY496" fmla="*/ 131229 h 590308"/>
                <a:gd name="connsiteX497" fmla="*/ 51357 w 821508"/>
                <a:gd name="connsiteY497" fmla="*/ 136241 h 590308"/>
                <a:gd name="connsiteX498" fmla="*/ 51357 w 821508"/>
                <a:gd name="connsiteY498" fmla="*/ 136880 h 590308"/>
                <a:gd name="connsiteX499" fmla="*/ 47789 w 821508"/>
                <a:gd name="connsiteY499" fmla="*/ 140278 h 590308"/>
                <a:gd name="connsiteX500" fmla="*/ 44592 w 821508"/>
                <a:gd name="connsiteY500" fmla="*/ 141724 h 590308"/>
                <a:gd name="connsiteX501" fmla="*/ 43516 w 821508"/>
                <a:gd name="connsiteY501" fmla="*/ 142969 h 590308"/>
                <a:gd name="connsiteX502" fmla="*/ 42506 w 821508"/>
                <a:gd name="connsiteY502" fmla="*/ 147107 h 590308"/>
                <a:gd name="connsiteX503" fmla="*/ 42741 w 821508"/>
                <a:gd name="connsiteY503" fmla="*/ 154272 h 590308"/>
                <a:gd name="connsiteX504" fmla="*/ 39914 w 821508"/>
                <a:gd name="connsiteY504" fmla="*/ 155281 h 590308"/>
                <a:gd name="connsiteX505" fmla="*/ 42876 w 821508"/>
                <a:gd name="connsiteY505" fmla="*/ 159116 h 590308"/>
                <a:gd name="connsiteX506" fmla="*/ 43953 w 821508"/>
                <a:gd name="connsiteY506" fmla="*/ 161874 h 590308"/>
                <a:gd name="connsiteX507" fmla="*/ 42876 w 821508"/>
                <a:gd name="connsiteY507" fmla="*/ 165507 h 590308"/>
                <a:gd name="connsiteX508" fmla="*/ 40284 w 821508"/>
                <a:gd name="connsiteY508" fmla="*/ 168199 h 590308"/>
                <a:gd name="connsiteX509" fmla="*/ 39713 w 821508"/>
                <a:gd name="connsiteY509" fmla="*/ 171596 h 590308"/>
                <a:gd name="connsiteX510" fmla="*/ 39140 w 821508"/>
                <a:gd name="connsiteY510" fmla="*/ 175566 h 590308"/>
                <a:gd name="connsiteX511" fmla="*/ 39847 w 821508"/>
                <a:gd name="connsiteY511" fmla="*/ 178257 h 590308"/>
                <a:gd name="connsiteX512" fmla="*/ 40217 w 821508"/>
                <a:gd name="connsiteY512" fmla="*/ 184917 h 590308"/>
                <a:gd name="connsiteX513" fmla="*/ 41025 w 821508"/>
                <a:gd name="connsiteY513" fmla="*/ 187743 h 590308"/>
                <a:gd name="connsiteX514" fmla="*/ 46241 w 821508"/>
                <a:gd name="connsiteY514" fmla="*/ 187878 h 590308"/>
                <a:gd name="connsiteX515" fmla="*/ 46376 w 821508"/>
                <a:gd name="connsiteY515" fmla="*/ 190401 h 590308"/>
                <a:gd name="connsiteX516" fmla="*/ 45232 w 821508"/>
                <a:gd name="connsiteY516" fmla="*/ 194168 h 590308"/>
                <a:gd name="connsiteX517" fmla="*/ 43616 w 821508"/>
                <a:gd name="connsiteY517" fmla="*/ 198239 h 590308"/>
                <a:gd name="connsiteX518" fmla="*/ 43414 w 821508"/>
                <a:gd name="connsiteY518" fmla="*/ 201502 h 590308"/>
                <a:gd name="connsiteX519" fmla="*/ 42977 w 821508"/>
                <a:gd name="connsiteY519" fmla="*/ 204832 h 590308"/>
                <a:gd name="connsiteX520" fmla="*/ 43347 w 821508"/>
                <a:gd name="connsiteY520" fmla="*/ 206918 h 590308"/>
                <a:gd name="connsiteX521" fmla="*/ 46174 w 821508"/>
                <a:gd name="connsiteY521" fmla="*/ 209374 h 590308"/>
                <a:gd name="connsiteX522" fmla="*/ 50953 w 821508"/>
                <a:gd name="connsiteY522" fmla="*/ 212132 h 590308"/>
                <a:gd name="connsiteX523" fmla="*/ 55093 w 821508"/>
                <a:gd name="connsiteY523" fmla="*/ 215597 h 590308"/>
                <a:gd name="connsiteX524" fmla="*/ 59501 w 821508"/>
                <a:gd name="connsiteY524" fmla="*/ 220878 h 590308"/>
                <a:gd name="connsiteX525" fmla="*/ 62833 w 821508"/>
                <a:gd name="connsiteY525" fmla="*/ 223469 h 590308"/>
                <a:gd name="connsiteX526" fmla="*/ 66165 w 821508"/>
                <a:gd name="connsiteY526" fmla="*/ 225420 h 590308"/>
                <a:gd name="connsiteX527" fmla="*/ 66603 w 821508"/>
                <a:gd name="connsiteY527" fmla="*/ 227808 h 590308"/>
                <a:gd name="connsiteX528" fmla="*/ 66232 w 821508"/>
                <a:gd name="connsiteY528" fmla="*/ 230836 h 590308"/>
                <a:gd name="connsiteX529" fmla="*/ 65862 w 821508"/>
                <a:gd name="connsiteY529" fmla="*/ 233022 h 590308"/>
                <a:gd name="connsiteX530" fmla="*/ 65290 w 821508"/>
                <a:gd name="connsiteY530" fmla="*/ 234906 h 590308"/>
                <a:gd name="connsiteX531" fmla="*/ 64617 w 821508"/>
                <a:gd name="connsiteY531" fmla="*/ 237530 h 590308"/>
                <a:gd name="connsiteX532" fmla="*/ 63540 w 821508"/>
                <a:gd name="connsiteY532" fmla="*/ 238472 h 590308"/>
                <a:gd name="connsiteX533" fmla="*/ 63102 w 821508"/>
                <a:gd name="connsiteY533" fmla="*/ 240356 h 590308"/>
                <a:gd name="connsiteX534" fmla="*/ 63304 w 821508"/>
                <a:gd name="connsiteY534" fmla="*/ 242980 h 590308"/>
                <a:gd name="connsiteX535" fmla="*/ 64011 w 821508"/>
                <a:gd name="connsiteY535" fmla="*/ 244796 h 590308"/>
                <a:gd name="connsiteX536" fmla="*/ 65761 w 821508"/>
                <a:gd name="connsiteY536" fmla="*/ 246478 h 590308"/>
                <a:gd name="connsiteX537" fmla="*/ 67713 w 821508"/>
                <a:gd name="connsiteY537" fmla="*/ 247925 h 590308"/>
                <a:gd name="connsiteX538" fmla="*/ 70675 w 821508"/>
                <a:gd name="connsiteY538" fmla="*/ 249506 h 590308"/>
                <a:gd name="connsiteX539" fmla="*/ 74141 w 821508"/>
                <a:gd name="connsiteY539" fmla="*/ 249876 h 590308"/>
                <a:gd name="connsiteX540" fmla="*/ 77776 w 821508"/>
                <a:gd name="connsiteY540" fmla="*/ 249876 h 590308"/>
                <a:gd name="connsiteX541" fmla="*/ 82117 w 821508"/>
                <a:gd name="connsiteY541" fmla="*/ 249304 h 590308"/>
                <a:gd name="connsiteX542" fmla="*/ 85887 w 821508"/>
                <a:gd name="connsiteY542" fmla="*/ 247218 h 590308"/>
                <a:gd name="connsiteX543" fmla="*/ 89925 w 821508"/>
                <a:gd name="connsiteY543" fmla="*/ 244830 h 590308"/>
                <a:gd name="connsiteX544" fmla="*/ 93055 w 821508"/>
                <a:gd name="connsiteY544" fmla="*/ 242307 h 590308"/>
                <a:gd name="connsiteX545" fmla="*/ 96319 w 821508"/>
                <a:gd name="connsiteY545" fmla="*/ 237967 h 590308"/>
                <a:gd name="connsiteX546" fmla="*/ 98271 w 821508"/>
                <a:gd name="connsiteY546" fmla="*/ 234704 h 590308"/>
                <a:gd name="connsiteX547" fmla="*/ 105305 w 821508"/>
                <a:gd name="connsiteY547" fmla="*/ 228245 h 590308"/>
                <a:gd name="connsiteX548" fmla="*/ 109579 w 821508"/>
                <a:gd name="connsiteY548" fmla="*/ 222796 h 590308"/>
                <a:gd name="connsiteX549" fmla="*/ 114796 w 821508"/>
                <a:gd name="connsiteY549" fmla="*/ 219028 h 590308"/>
                <a:gd name="connsiteX550" fmla="*/ 119003 w 821508"/>
                <a:gd name="connsiteY550" fmla="*/ 214823 h 590308"/>
                <a:gd name="connsiteX551" fmla="*/ 120685 w 821508"/>
                <a:gd name="connsiteY551" fmla="*/ 211257 h 590308"/>
                <a:gd name="connsiteX552" fmla="*/ 124017 w 821508"/>
                <a:gd name="connsiteY552" fmla="*/ 209575 h 590308"/>
                <a:gd name="connsiteX553" fmla="*/ 127416 w 821508"/>
                <a:gd name="connsiteY553" fmla="*/ 208263 h 590308"/>
                <a:gd name="connsiteX554" fmla="*/ 129166 w 821508"/>
                <a:gd name="connsiteY554" fmla="*/ 206514 h 590308"/>
                <a:gd name="connsiteX555" fmla="*/ 131118 w 821508"/>
                <a:gd name="connsiteY555" fmla="*/ 205707 h 590308"/>
                <a:gd name="connsiteX556" fmla="*/ 134012 w 821508"/>
                <a:gd name="connsiteY556" fmla="*/ 206279 h 590308"/>
                <a:gd name="connsiteX557" fmla="*/ 136536 w 821508"/>
                <a:gd name="connsiteY557" fmla="*/ 208533 h 590308"/>
                <a:gd name="connsiteX558" fmla="*/ 136772 w 821508"/>
                <a:gd name="connsiteY558" fmla="*/ 209844 h 590308"/>
                <a:gd name="connsiteX559" fmla="*/ 136705 w 821508"/>
                <a:gd name="connsiteY559" fmla="*/ 212300 h 590308"/>
                <a:gd name="connsiteX560" fmla="*/ 135628 w 821508"/>
                <a:gd name="connsiteY560" fmla="*/ 214621 h 590308"/>
                <a:gd name="connsiteX561" fmla="*/ 134988 w 821508"/>
                <a:gd name="connsiteY561" fmla="*/ 216438 h 590308"/>
                <a:gd name="connsiteX562" fmla="*/ 134484 w 821508"/>
                <a:gd name="connsiteY562" fmla="*/ 218322 h 590308"/>
                <a:gd name="connsiteX563" fmla="*/ 134282 w 821508"/>
                <a:gd name="connsiteY563" fmla="*/ 220710 h 590308"/>
                <a:gd name="connsiteX564" fmla="*/ 134416 w 821508"/>
                <a:gd name="connsiteY564" fmla="*/ 222964 h 590308"/>
                <a:gd name="connsiteX565" fmla="*/ 134787 w 821508"/>
                <a:gd name="connsiteY565" fmla="*/ 225151 h 590308"/>
                <a:gd name="connsiteX566" fmla="*/ 135729 w 821508"/>
                <a:gd name="connsiteY566" fmla="*/ 226967 h 590308"/>
                <a:gd name="connsiteX567" fmla="*/ 137243 w 821508"/>
                <a:gd name="connsiteY567" fmla="*/ 228548 h 590308"/>
                <a:gd name="connsiteX568" fmla="*/ 139431 w 821508"/>
                <a:gd name="connsiteY568" fmla="*/ 231441 h 590308"/>
                <a:gd name="connsiteX569" fmla="*/ 143402 w 821508"/>
                <a:gd name="connsiteY569" fmla="*/ 234570 h 590308"/>
                <a:gd name="connsiteX570" fmla="*/ 145657 w 821508"/>
                <a:gd name="connsiteY570" fmla="*/ 236521 h 590308"/>
                <a:gd name="connsiteX571" fmla="*/ 147845 w 821508"/>
                <a:gd name="connsiteY571" fmla="*/ 238707 h 590308"/>
                <a:gd name="connsiteX572" fmla="*/ 151042 w 821508"/>
                <a:gd name="connsiteY572" fmla="*/ 241970 h 590308"/>
                <a:gd name="connsiteX573" fmla="*/ 154441 w 821508"/>
                <a:gd name="connsiteY573" fmla="*/ 243854 h 590308"/>
                <a:gd name="connsiteX574" fmla="*/ 157571 w 821508"/>
                <a:gd name="connsiteY574" fmla="*/ 247992 h 590308"/>
                <a:gd name="connsiteX575" fmla="*/ 158278 w 821508"/>
                <a:gd name="connsiteY575" fmla="*/ 251524 h 590308"/>
                <a:gd name="connsiteX576" fmla="*/ 157907 w 821508"/>
                <a:gd name="connsiteY576" fmla="*/ 255056 h 590308"/>
                <a:gd name="connsiteX577" fmla="*/ 157470 w 821508"/>
                <a:gd name="connsiteY577" fmla="*/ 258824 h 590308"/>
                <a:gd name="connsiteX578" fmla="*/ 158244 w 821508"/>
                <a:gd name="connsiteY578" fmla="*/ 263298 h 590308"/>
                <a:gd name="connsiteX579" fmla="*/ 158446 w 821508"/>
                <a:gd name="connsiteY579" fmla="*/ 266998 h 590308"/>
                <a:gd name="connsiteX580" fmla="*/ 162484 w 821508"/>
                <a:gd name="connsiteY580" fmla="*/ 270699 h 590308"/>
                <a:gd name="connsiteX581" fmla="*/ 166489 w 821508"/>
                <a:gd name="connsiteY581" fmla="*/ 273962 h 590308"/>
                <a:gd name="connsiteX582" fmla="*/ 167566 w 821508"/>
                <a:gd name="connsiteY582" fmla="*/ 274500 h 590308"/>
                <a:gd name="connsiteX583" fmla="*/ 168542 w 821508"/>
                <a:gd name="connsiteY583" fmla="*/ 277965 h 590308"/>
                <a:gd name="connsiteX584" fmla="*/ 168879 w 821508"/>
                <a:gd name="connsiteY584" fmla="*/ 280790 h 590308"/>
                <a:gd name="connsiteX585" fmla="*/ 168778 w 821508"/>
                <a:gd name="connsiteY585" fmla="*/ 283280 h 590308"/>
                <a:gd name="connsiteX586" fmla="*/ 168677 w 821508"/>
                <a:gd name="connsiteY586" fmla="*/ 288494 h 590308"/>
                <a:gd name="connsiteX587" fmla="*/ 168778 w 821508"/>
                <a:gd name="connsiteY587" fmla="*/ 290109 h 590308"/>
                <a:gd name="connsiteX588" fmla="*/ 170730 w 821508"/>
                <a:gd name="connsiteY588" fmla="*/ 293372 h 590308"/>
                <a:gd name="connsiteX589" fmla="*/ 175744 w 821508"/>
                <a:gd name="connsiteY589" fmla="*/ 295659 h 590308"/>
                <a:gd name="connsiteX590" fmla="*/ 177797 w 821508"/>
                <a:gd name="connsiteY590" fmla="*/ 296298 h 590308"/>
                <a:gd name="connsiteX591" fmla="*/ 179884 w 821508"/>
                <a:gd name="connsiteY591" fmla="*/ 298586 h 590308"/>
                <a:gd name="connsiteX592" fmla="*/ 180523 w 821508"/>
                <a:gd name="connsiteY592" fmla="*/ 301176 h 590308"/>
                <a:gd name="connsiteX593" fmla="*/ 180187 w 821508"/>
                <a:gd name="connsiteY593" fmla="*/ 303565 h 590308"/>
                <a:gd name="connsiteX594" fmla="*/ 179412 w 821508"/>
                <a:gd name="connsiteY594" fmla="*/ 305415 h 590308"/>
                <a:gd name="connsiteX595" fmla="*/ 177461 w 821508"/>
                <a:gd name="connsiteY595" fmla="*/ 309014 h 590308"/>
                <a:gd name="connsiteX596" fmla="*/ 174095 w 821508"/>
                <a:gd name="connsiteY596" fmla="*/ 311201 h 590308"/>
                <a:gd name="connsiteX597" fmla="*/ 171706 w 821508"/>
                <a:gd name="connsiteY597" fmla="*/ 312715 h 590308"/>
                <a:gd name="connsiteX598" fmla="*/ 169417 w 821508"/>
                <a:gd name="connsiteY598" fmla="*/ 313253 h 590308"/>
                <a:gd name="connsiteX599" fmla="*/ 166489 w 821508"/>
                <a:gd name="connsiteY599" fmla="*/ 313791 h 590308"/>
                <a:gd name="connsiteX600" fmla="*/ 165177 w 821508"/>
                <a:gd name="connsiteY600" fmla="*/ 314767 h 590308"/>
                <a:gd name="connsiteX601" fmla="*/ 162888 w 821508"/>
                <a:gd name="connsiteY601" fmla="*/ 315540 h 590308"/>
                <a:gd name="connsiteX602" fmla="*/ 161576 w 821508"/>
                <a:gd name="connsiteY602" fmla="*/ 317828 h 590308"/>
                <a:gd name="connsiteX603" fmla="*/ 160936 w 821508"/>
                <a:gd name="connsiteY603" fmla="*/ 319779 h 590308"/>
                <a:gd name="connsiteX604" fmla="*/ 161710 w 821508"/>
                <a:gd name="connsiteY604" fmla="*/ 321831 h 590308"/>
                <a:gd name="connsiteX605" fmla="*/ 163763 w 821508"/>
                <a:gd name="connsiteY605" fmla="*/ 323782 h 590308"/>
                <a:gd name="connsiteX606" fmla="*/ 166254 w 821508"/>
                <a:gd name="connsiteY606" fmla="*/ 324421 h 590308"/>
                <a:gd name="connsiteX607" fmla="*/ 170595 w 821508"/>
                <a:gd name="connsiteY607" fmla="*/ 325060 h 590308"/>
                <a:gd name="connsiteX608" fmla="*/ 171470 w 821508"/>
                <a:gd name="connsiteY608" fmla="*/ 326372 h 590308"/>
                <a:gd name="connsiteX609" fmla="*/ 172547 w 821508"/>
                <a:gd name="connsiteY609" fmla="*/ 327449 h 590308"/>
                <a:gd name="connsiteX610" fmla="*/ 175038 w 821508"/>
                <a:gd name="connsiteY610" fmla="*/ 329501 h 590308"/>
                <a:gd name="connsiteX611" fmla="*/ 177864 w 821508"/>
                <a:gd name="connsiteY611" fmla="*/ 330140 h 590308"/>
                <a:gd name="connsiteX612" fmla="*/ 180153 w 821508"/>
                <a:gd name="connsiteY612" fmla="*/ 330779 h 590308"/>
                <a:gd name="connsiteX613" fmla="*/ 180927 w 821508"/>
                <a:gd name="connsiteY613" fmla="*/ 327415 h 590308"/>
                <a:gd name="connsiteX614" fmla="*/ 178841 w 821508"/>
                <a:gd name="connsiteY614" fmla="*/ 325128 h 590308"/>
                <a:gd name="connsiteX615" fmla="*/ 179278 w 821508"/>
                <a:gd name="connsiteY615" fmla="*/ 323816 h 590308"/>
                <a:gd name="connsiteX616" fmla="*/ 182206 w 821508"/>
                <a:gd name="connsiteY616" fmla="*/ 323916 h 590308"/>
                <a:gd name="connsiteX617" fmla="*/ 183619 w 821508"/>
                <a:gd name="connsiteY617" fmla="*/ 324993 h 590308"/>
                <a:gd name="connsiteX618" fmla="*/ 185134 w 821508"/>
                <a:gd name="connsiteY618" fmla="*/ 327381 h 590308"/>
                <a:gd name="connsiteX619" fmla="*/ 187961 w 821508"/>
                <a:gd name="connsiteY619" fmla="*/ 328088 h 590308"/>
                <a:gd name="connsiteX620" fmla="*/ 190249 w 821508"/>
                <a:gd name="connsiteY620" fmla="*/ 327045 h 590308"/>
                <a:gd name="connsiteX621" fmla="*/ 193076 w 821508"/>
                <a:gd name="connsiteY621" fmla="*/ 327045 h 590308"/>
                <a:gd name="connsiteX622" fmla="*/ 194524 w 821508"/>
                <a:gd name="connsiteY622" fmla="*/ 326103 h 590308"/>
                <a:gd name="connsiteX623" fmla="*/ 194961 w 821508"/>
                <a:gd name="connsiteY623" fmla="*/ 325027 h 590308"/>
                <a:gd name="connsiteX624" fmla="*/ 197586 w 821508"/>
                <a:gd name="connsiteY624" fmla="*/ 322840 h 590308"/>
                <a:gd name="connsiteX625" fmla="*/ 200177 w 821508"/>
                <a:gd name="connsiteY625" fmla="*/ 322134 h 590308"/>
                <a:gd name="connsiteX626" fmla="*/ 200446 w 821508"/>
                <a:gd name="connsiteY626" fmla="*/ 319409 h 590308"/>
                <a:gd name="connsiteX627" fmla="*/ 199875 w 821508"/>
                <a:gd name="connsiteY627" fmla="*/ 316886 h 590308"/>
                <a:gd name="connsiteX628" fmla="*/ 199101 w 821508"/>
                <a:gd name="connsiteY628" fmla="*/ 315439 h 590308"/>
                <a:gd name="connsiteX629" fmla="*/ 200446 w 821508"/>
                <a:gd name="connsiteY629" fmla="*/ 313959 h 590308"/>
                <a:gd name="connsiteX630" fmla="*/ 202466 w 821508"/>
                <a:gd name="connsiteY630" fmla="*/ 313152 h 590308"/>
                <a:gd name="connsiteX631" fmla="*/ 205259 w 821508"/>
                <a:gd name="connsiteY631" fmla="*/ 313152 h 590308"/>
                <a:gd name="connsiteX632" fmla="*/ 206942 w 821508"/>
                <a:gd name="connsiteY632" fmla="*/ 315507 h 590308"/>
                <a:gd name="connsiteX633" fmla="*/ 207851 w 821508"/>
                <a:gd name="connsiteY633" fmla="*/ 317693 h 590308"/>
                <a:gd name="connsiteX634" fmla="*/ 207851 w 821508"/>
                <a:gd name="connsiteY634" fmla="*/ 319241 h 590308"/>
                <a:gd name="connsiteX635" fmla="*/ 208591 w 821508"/>
                <a:gd name="connsiteY635" fmla="*/ 320889 h 590308"/>
                <a:gd name="connsiteX636" fmla="*/ 210543 w 821508"/>
                <a:gd name="connsiteY636" fmla="*/ 322975 h 590308"/>
                <a:gd name="connsiteX637" fmla="*/ 213101 w 821508"/>
                <a:gd name="connsiteY637" fmla="*/ 324589 h 590308"/>
                <a:gd name="connsiteX638" fmla="*/ 213101 w 821508"/>
                <a:gd name="connsiteY638" fmla="*/ 326170 h 590308"/>
                <a:gd name="connsiteX639" fmla="*/ 212764 w 821508"/>
                <a:gd name="connsiteY639" fmla="*/ 327516 h 590308"/>
                <a:gd name="connsiteX640" fmla="*/ 213976 w 821508"/>
                <a:gd name="connsiteY640" fmla="*/ 328895 h 590308"/>
                <a:gd name="connsiteX641" fmla="*/ 216365 w 821508"/>
                <a:gd name="connsiteY641" fmla="*/ 329164 h 590308"/>
                <a:gd name="connsiteX642" fmla="*/ 217779 w 821508"/>
                <a:gd name="connsiteY642" fmla="*/ 329366 h 590308"/>
                <a:gd name="connsiteX643" fmla="*/ 219798 w 821508"/>
                <a:gd name="connsiteY643" fmla="*/ 331183 h 590308"/>
                <a:gd name="connsiteX644" fmla="*/ 223870 w 821508"/>
                <a:gd name="connsiteY644" fmla="*/ 333537 h 590308"/>
                <a:gd name="connsiteX645" fmla="*/ 225654 w 821508"/>
                <a:gd name="connsiteY645" fmla="*/ 333975 h 590308"/>
                <a:gd name="connsiteX646" fmla="*/ 229490 w 821508"/>
                <a:gd name="connsiteY646" fmla="*/ 335522 h 590308"/>
                <a:gd name="connsiteX647" fmla="*/ 232755 w 821508"/>
                <a:gd name="connsiteY647" fmla="*/ 334547 h 590308"/>
                <a:gd name="connsiteX648" fmla="*/ 235043 w 821508"/>
                <a:gd name="connsiteY648" fmla="*/ 335320 h 590308"/>
                <a:gd name="connsiteX649" fmla="*/ 237534 w 821508"/>
                <a:gd name="connsiteY649" fmla="*/ 337507 h 590308"/>
                <a:gd name="connsiteX650" fmla="*/ 240024 w 821508"/>
                <a:gd name="connsiteY650" fmla="*/ 338987 h 590308"/>
                <a:gd name="connsiteX651" fmla="*/ 242515 w 821508"/>
                <a:gd name="connsiteY651" fmla="*/ 339256 h 590308"/>
                <a:gd name="connsiteX652" fmla="*/ 243491 w 821508"/>
                <a:gd name="connsiteY652" fmla="*/ 339256 h 590308"/>
                <a:gd name="connsiteX653" fmla="*/ 244029 w 821508"/>
                <a:gd name="connsiteY653" fmla="*/ 340568 h 590308"/>
                <a:gd name="connsiteX654" fmla="*/ 245006 w 821508"/>
                <a:gd name="connsiteY654" fmla="*/ 341981 h 590308"/>
                <a:gd name="connsiteX655" fmla="*/ 249885 w 821508"/>
                <a:gd name="connsiteY655" fmla="*/ 342856 h 590308"/>
                <a:gd name="connsiteX656" fmla="*/ 251534 w 821508"/>
                <a:gd name="connsiteY656" fmla="*/ 342957 h 590308"/>
                <a:gd name="connsiteX657" fmla="*/ 252847 w 821508"/>
                <a:gd name="connsiteY657" fmla="*/ 346758 h 590308"/>
                <a:gd name="connsiteX658" fmla="*/ 253486 w 821508"/>
                <a:gd name="connsiteY658" fmla="*/ 348843 h 590308"/>
                <a:gd name="connsiteX659" fmla="*/ 255674 w 821508"/>
                <a:gd name="connsiteY659" fmla="*/ 352006 h 590308"/>
                <a:gd name="connsiteX660" fmla="*/ 258602 w 821508"/>
                <a:gd name="connsiteY660" fmla="*/ 354495 h 590308"/>
                <a:gd name="connsiteX661" fmla="*/ 261429 w 821508"/>
                <a:gd name="connsiteY661" fmla="*/ 354293 h 590308"/>
                <a:gd name="connsiteX662" fmla="*/ 263078 w 821508"/>
                <a:gd name="connsiteY662" fmla="*/ 356581 h 590308"/>
                <a:gd name="connsiteX663" fmla="*/ 263852 w 821508"/>
                <a:gd name="connsiteY663" fmla="*/ 359743 h 590308"/>
                <a:gd name="connsiteX664" fmla="*/ 262337 w 821508"/>
                <a:gd name="connsiteY664" fmla="*/ 363342 h 590308"/>
                <a:gd name="connsiteX665" fmla="*/ 261698 w 821508"/>
                <a:gd name="connsiteY665" fmla="*/ 364856 h 590308"/>
                <a:gd name="connsiteX666" fmla="*/ 262237 w 821508"/>
                <a:gd name="connsiteY666" fmla="*/ 367682 h 590308"/>
                <a:gd name="connsiteX667" fmla="*/ 263852 w 821508"/>
                <a:gd name="connsiteY667" fmla="*/ 369094 h 590308"/>
                <a:gd name="connsiteX668" fmla="*/ 264491 w 821508"/>
                <a:gd name="connsiteY668" fmla="*/ 372358 h 590308"/>
                <a:gd name="connsiteX669" fmla="*/ 263852 w 821508"/>
                <a:gd name="connsiteY669" fmla="*/ 375183 h 590308"/>
                <a:gd name="connsiteX670" fmla="*/ 262674 w 821508"/>
                <a:gd name="connsiteY670" fmla="*/ 376159 h 590308"/>
                <a:gd name="connsiteX671" fmla="*/ 265064 w 821508"/>
                <a:gd name="connsiteY671" fmla="*/ 379422 h 590308"/>
                <a:gd name="connsiteX672" fmla="*/ 266814 w 821508"/>
                <a:gd name="connsiteY672" fmla="*/ 379758 h 590308"/>
                <a:gd name="connsiteX673" fmla="*/ 269539 w 821508"/>
                <a:gd name="connsiteY673" fmla="*/ 379960 h 590308"/>
                <a:gd name="connsiteX674" fmla="*/ 273241 w 821508"/>
                <a:gd name="connsiteY674" fmla="*/ 380397 h 590308"/>
                <a:gd name="connsiteX675" fmla="*/ 274991 w 821508"/>
                <a:gd name="connsiteY675" fmla="*/ 375890 h 590308"/>
                <a:gd name="connsiteX676" fmla="*/ 276237 w 821508"/>
                <a:gd name="connsiteY676" fmla="*/ 373434 h 590308"/>
                <a:gd name="connsiteX677" fmla="*/ 277718 w 821508"/>
                <a:gd name="connsiteY677" fmla="*/ 371046 h 590308"/>
                <a:gd name="connsiteX678" fmla="*/ 278256 w 821508"/>
                <a:gd name="connsiteY678" fmla="*/ 369263 h 590308"/>
                <a:gd name="connsiteX679" fmla="*/ 279030 w 821508"/>
                <a:gd name="connsiteY679" fmla="*/ 366874 h 590308"/>
                <a:gd name="connsiteX680" fmla="*/ 279838 w 821508"/>
                <a:gd name="connsiteY680" fmla="*/ 364587 h 590308"/>
                <a:gd name="connsiteX681" fmla="*/ 281588 w 821508"/>
                <a:gd name="connsiteY681" fmla="*/ 363006 h 590308"/>
                <a:gd name="connsiteX682" fmla="*/ 282026 w 821508"/>
                <a:gd name="connsiteY682" fmla="*/ 361324 h 590308"/>
                <a:gd name="connsiteX683" fmla="*/ 281352 w 821508"/>
                <a:gd name="connsiteY683" fmla="*/ 359978 h 590308"/>
                <a:gd name="connsiteX684" fmla="*/ 279939 w 821508"/>
                <a:gd name="connsiteY684" fmla="*/ 358195 h 590308"/>
                <a:gd name="connsiteX685" fmla="*/ 280309 w 821508"/>
                <a:gd name="connsiteY685" fmla="*/ 356883 h 590308"/>
                <a:gd name="connsiteX686" fmla="*/ 281992 w 821508"/>
                <a:gd name="connsiteY686" fmla="*/ 356244 h 590308"/>
                <a:gd name="connsiteX687" fmla="*/ 285424 w 821508"/>
                <a:gd name="connsiteY687" fmla="*/ 354293 h 590308"/>
                <a:gd name="connsiteX688" fmla="*/ 288151 w 821508"/>
                <a:gd name="connsiteY688" fmla="*/ 351972 h 590308"/>
                <a:gd name="connsiteX689" fmla="*/ 289901 w 821508"/>
                <a:gd name="connsiteY689" fmla="*/ 349752 h 590308"/>
                <a:gd name="connsiteX690" fmla="*/ 292795 w 821508"/>
                <a:gd name="connsiteY690" fmla="*/ 346926 h 590308"/>
                <a:gd name="connsiteX691" fmla="*/ 293939 w 821508"/>
                <a:gd name="connsiteY691" fmla="*/ 345580 h 590308"/>
                <a:gd name="connsiteX692" fmla="*/ 296228 w 821508"/>
                <a:gd name="connsiteY692" fmla="*/ 344369 h 590308"/>
                <a:gd name="connsiteX693" fmla="*/ 300064 w 821508"/>
                <a:gd name="connsiteY693" fmla="*/ 342048 h 590308"/>
                <a:gd name="connsiteX694" fmla="*/ 303632 w 821508"/>
                <a:gd name="connsiteY694" fmla="*/ 341308 h 590308"/>
                <a:gd name="connsiteX695" fmla="*/ 306088 w 821508"/>
                <a:gd name="connsiteY695" fmla="*/ 341611 h 590308"/>
                <a:gd name="connsiteX696" fmla="*/ 308612 w 821508"/>
                <a:gd name="connsiteY696" fmla="*/ 344874 h 590308"/>
                <a:gd name="connsiteX697" fmla="*/ 309858 w 821508"/>
                <a:gd name="connsiteY697" fmla="*/ 347902 h 590308"/>
                <a:gd name="connsiteX698" fmla="*/ 308478 w 821508"/>
                <a:gd name="connsiteY698" fmla="*/ 350290 h 590308"/>
                <a:gd name="connsiteX699" fmla="*/ 306088 w 821508"/>
                <a:gd name="connsiteY699" fmla="*/ 352039 h 590308"/>
                <a:gd name="connsiteX700" fmla="*/ 304069 w 821508"/>
                <a:gd name="connsiteY700" fmla="*/ 353418 h 590308"/>
                <a:gd name="connsiteX701" fmla="*/ 303362 w 821508"/>
                <a:gd name="connsiteY701" fmla="*/ 356244 h 590308"/>
                <a:gd name="connsiteX702" fmla="*/ 302689 w 821508"/>
                <a:gd name="connsiteY702" fmla="*/ 358061 h 590308"/>
                <a:gd name="connsiteX703" fmla="*/ 301242 w 821508"/>
                <a:gd name="connsiteY703" fmla="*/ 363208 h 590308"/>
                <a:gd name="connsiteX704" fmla="*/ 300805 w 821508"/>
                <a:gd name="connsiteY704" fmla="*/ 365091 h 590308"/>
                <a:gd name="connsiteX705" fmla="*/ 300232 w 821508"/>
                <a:gd name="connsiteY705" fmla="*/ 369364 h 590308"/>
                <a:gd name="connsiteX706" fmla="*/ 299728 w 821508"/>
                <a:gd name="connsiteY706" fmla="*/ 374645 h 590308"/>
                <a:gd name="connsiteX707" fmla="*/ 299661 w 821508"/>
                <a:gd name="connsiteY707" fmla="*/ 378043 h 590308"/>
                <a:gd name="connsiteX708" fmla="*/ 302185 w 821508"/>
                <a:gd name="connsiteY708" fmla="*/ 382618 h 590308"/>
                <a:gd name="connsiteX709" fmla="*/ 304776 w 821508"/>
                <a:gd name="connsiteY709" fmla="*/ 383425 h 590308"/>
                <a:gd name="connsiteX710" fmla="*/ 309185 w 821508"/>
                <a:gd name="connsiteY710" fmla="*/ 382988 h 590308"/>
                <a:gd name="connsiteX711" fmla="*/ 312819 w 821508"/>
                <a:gd name="connsiteY711" fmla="*/ 383492 h 590308"/>
                <a:gd name="connsiteX712" fmla="*/ 314031 w 821508"/>
                <a:gd name="connsiteY712" fmla="*/ 385443 h 590308"/>
                <a:gd name="connsiteX713" fmla="*/ 314031 w 821508"/>
                <a:gd name="connsiteY713" fmla="*/ 388908 h 590308"/>
                <a:gd name="connsiteX714" fmla="*/ 314468 w 821508"/>
                <a:gd name="connsiteY714" fmla="*/ 390489 h 590308"/>
                <a:gd name="connsiteX715" fmla="*/ 313661 w 821508"/>
                <a:gd name="connsiteY715" fmla="*/ 392003 h 590308"/>
                <a:gd name="connsiteX716" fmla="*/ 313021 w 821508"/>
                <a:gd name="connsiteY716" fmla="*/ 395333 h 590308"/>
                <a:gd name="connsiteX717" fmla="*/ 313223 w 821508"/>
                <a:gd name="connsiteY717" fmla="*/ 397856 h 590308"/>
                <a:gd name="connsiteX718" fmla="*/ 316992 w 821508"/>
                <a:gd name="connsiteY718" fmla="*/ 401624 h 590308"/>
                <a:gd name="connsiteX719" fmla="*/ 320964 w 821508"/>
                <a:gd name="connsiteY719" fmla="*/ 401052 h 590308"/>
                <a:gd name="connsiteX720" fmla="*/ 323925 w 821508"/>
                <a:gd name="connsiteY720" fmla="*/ 399606 h 590308"/>
                <a:gd name="connsiteX721" fmla="*/ 326752 w 821508"/>
                <a:gd name="connsiteY721" fmla="*/ 400682 h 590308"/>
                <a:gd name="connsiteX722" fmla="*/ 329276 w 821508"/>
                <a:gd name="connsiteY722" fmla="*/ 404383 h 590308"/>
                <a:gd name="connsiteX723" fmla="*/ 330017 w 821508"/>
                <a:gd name="connsiteY723" fmla="*/ 406266 h 590308"/>
                <a:gd name="connsiteX724" fmla="*/ 327392 w 821508"/>
                <a:gd name="connsiteY724" fmla="*/ 411783 h 590308"/>
                <a:gd name="connsiteX725" fmla="*/ 325810 w 821508"/>
                <a:gd name="connsiteY725" fmla="*/ 414407 h 590308"/>
                <a:gd name="connsiteX726" fmla="*/ 329276 w 821508"/>
                <a:gd name="connsiteY726" fmla="*/ 418814 h 590308"/>
                <a:gd name="connsiteX727" fmla="*/ 330017 w 821508"/>
                <a:gd name="connsiteY727" fmla="*/ 421942 h 590308"/>
                <a:gd name="connsiteX728" fmla="*/ 332911 w 821508"/>
                <a:gd name="connsiteY728" fmla="*/ 425273 h 590308"/>
                <a:gd name="connsiteX729" fmla="*/ 333349 w 821508"/>
                <a:gd name="connsiteY729" fmla="*/ 427594 h 590308"/>
                <a:gd name="connsiteX730" fmla="*/ 333349 w 821508"/>
                <a:gd name="connsiteY730" fmla="*/ 429612 h 590308"/>
                <a:gd name="connsiteX731" fmla="*/ 335974 w 821508"/>
                <a:gd name="connsiteY731" fmla="*/ 431631 h 590308"/>
                <a:gd name="connsiteX732" fmla="*/ 338801 w 821508"/>
                <a:gd name="connsiteY732" fmla="*/ 431563 h 590308"/>
                <a:gd name="connsiteX733" fmla="*/ 340887 w 821508"/>
                <a:gd name="connsiteY733" fmla="*/ 430924 h 590308"/>
                <a:gd name="connsiteX734" fmla="*/ 341829 w 821508"/>
                <a:gd name="connsiteY734" fmla="*/ 430924 h 590308"/>
                <a:gd name="connsiteX735" fmla="*/ 343277 w 821508"/>
                <a:gd name="connsiteY735" fmla="*/ 432236 h 590308"/>
                <a:gd name="connsiteX736" fmla="*/ 344118 w 821508"/>
                <a:gd name="connsiteY736" fmla="*/ 433212 h 590308"/>
                <a:gd name="connsiteX737" fmla="*/ 345464 w 821508"/>
                <a:gd name="connsiteY737" fmla="*/ 435196 h 590308"/>
                <a:gd name="connsiteX738" fmla="*/ 345195 w 821508"/>
                <a:gd name="connsiteY738" fmla="*/ 437450 h 590308"/>
                <a:gd name="connsiteX739" fmla="*/ 344118 w 821508"/>
                <a:gd name="connsiteY739" fmla="*/ 438527 h 590308"/>
                <a:gd name="connsiteX740" fmla="*/ 343580 w 821508"/>
                <a:gd name="connsiteY740" fmla="*/ 440982 h 590308"/>
                <a:gd name="connsiteX741" fmla="*/ 343580 w 821508"/>
                <a:gd name="connsiteY741" fmla="*/ 442799 h 590308"/>
                <a:gd name="connsiteX742" fmla="*/ 345027 w 821508"/>
                <a:gd name="connsiteY742" fmla="*/ 444750 h 590308"/>
                <a:gd name="connsiteX743" fmla="*/ 346272 w 821508"/>
                <a:gd name="connsiteY743" fmla="*/ 445255 h 590308"/>
                <a:gd name="connsiteX744" fmla="*/ 347753 w 821508"/>
                <a:gd name="connsiteY744" fmla="*/ 446466 h 590308"/>
                <a:gd name="connsiteX745" fmla="*/ 349200 w 821508"/>
                <a:gd name="connsiteY745" fmla="*/ 447105 h 590308"/>
                <a:gd name="connsiteX746" fmla="*/ 350647 w 821508"/>
                <a:gd name="connsiteY746" fmla="*/ 448215 h 590308"/>
                <a:gd name="connsiteX747" fmla="*/ 351791 w 821508"/>
                <a:gd name="connsiteY747" fmla="*/ 449022 h 590308"/>
                <a:gd name="connsiteX748" fmla="*/ 354147 w 821508"/>
                <a:gd name="connsiteY748" fmla="*/ 448484 h 590308"/>
                <a:gd name="connsiteX749" fmla="*/ 356099 w 821508"/>
                <a:gd name="connsiteY749" fmla="*/ 447643 h 590308"/>
                <a:gd name="connsiteX750" fmla="*/ 357008 w 821508"/>
                <a:gd name="connsiteY750" fmla="*/ 447004 h 590308"/>
                <a:gd name="connsiteX751" fmla="*/ 357715 w 821508"/>
                <a:gd name="connsiteY751" fmla="*/ 446466 h 590308"/>
                <a:gd name="connsiteX752" fmla="*/ 360171 w 821508"/>
                <a:gd name="connsiteY752" fmla="*/ 445793 h 590308"/>
                <a:gd name="connsiteX753" fmla="*/ 361787 w 821508"/>
                <a:gd name="connsiteY753" fmla="*/ 446230 h 590308"/>
                <a:gd name="connsiteX754" fmla="*/ 363705 w 821508"/>
                <a:gd name="connsiteY754" fmla="*/ 447441 h 590308"/>
                <a:gd name="connsiteX755" fmla="*/ 364109 w 821508"/>
                <a:gd name="connsiteY755" fmla="*/ 448753 h 590308"/>
                <a:gd name="connsiteX756" fmla="*/ 363671 w 821508"/>
                <a:gd name="connsiteY756" fmla="*/ 449863 h 590308"/>
                <a:gd name="connsiteX757" fmla="*/ 362729 w 821508"/>
                <a:gd name="connsiteY757" fmla="*/ 451175 h 590308"/>
                <a:gd name="connsiteX758" fmla="*/ 361013 w 821508"/>
                <a:gd name="connsiteY758" fmla="*/ 453698 h 590308"/>
                <a:gd name="connsiteX759" fmla="*/ 360205 w 821508"/>
                <a:gd name="connsiteY759" fmla="*/ 455111 h 590308"/>
                <a:gd name="connsiteX760" fmla="*/ 359229 w 821508"/>
                <a:gd name="connsiteY760" fmla="*/ 456726 h 590308"/>
                <a:gd name="connsiteX761" fmla="*/ 357815 w 821508"/>
                <a:gd name="connsiteY761" fmla="*/ 461099 h 590308"/>
                <a:gd name="connsiteX762" fmla="*/ 355864 w 821508"/>
                <a:gd name="connsiteY762" fmla="*/ 464362 h 590308"/>
                <a:gd name="connsiteX763" fmla="*/ 352027 w 821508"/>
                <a:gd name="connsiteY763" fmla="*/ 466885 h 590308"/>
                <a:gd name="connsiteX764" fmla="*/ 349133 w 821508"/>
                <a:gd name="connsiteY764" fmla="*/ 469408 h 590308"/>
                <a:gd name="connsiteX765" fmla="*/ 347450 w 821508"/>
                <a:gd name="connsiteY765" fmla="*/ 472099 h 590308"/>
                <a:gd name="connsiteX766" fmla="*/ 348594 w 821508"/>
                <a:gd name="connsiteY766" fmla="*/ 474992 h 590308"/>
                <a:gd name="connsiteX767" fmla="*/ 352061 w 821508"/>
                <a:gd name="connsiteY767" fmla="*/ 475295 h 590308"/>
                <a:gd name="connsiteX768" fmla="*/ 353945 w 821508"/>
                <a:gd name="connsiteY768" fmla="*/ 476439 h 590308"/>
                <a:gd name="connsiteX769" fmla="*/ 357412 w 821508"/>
                <a:gd name="connsiteY769" fmla="*/ 478188 h 590308"/>
                <a:gd name="connsiteX770" fmla="*/ 359431 w 821508"/>
                <a:gd name="connsiteY770" fmla="*/ 481653 h 590308"/>
                <a:gd name="connsiteX771" fmla="*/ 358994 w 821508"/>
                <a:gd name="connsiteY771" fmla="*/ 484411 h 590308"/>
                <a:gd name="connsiteX772" fmla="*/ 357109 w 821508"/>
                <a:gd name="connsiteY772" fmla="*/ 487742 h 590308"/>
                <a:gd name="connsiteX773" fmla="*/ 355224 w 821508"/>
                <a:gd name="connsiteY773" fmla="*/ 491375 h 590308"/>
                <a:gd name="connsiteX774" fmla="*/ 354484 w 821508"/>
                <a:gd name="connsiteY774" fmla="*/ 493258 h 590308"/>
                <a:gd name="connsiteX775" fmla="*/ 354484 w 821508"/>
                <a:gd name="connsiteY775" fmla="*/ 495445 h 590308"/>
                <a:gd name="connsiteX776" fmla="*/ 356066 w 821508"/>
                <a:gd name="connsiteY776" fmla="*/ 497329 h 590308"/>
                <a:gd name="connsiteX777" fmla="*/ 360979 w 821508"/>
                <a:gd name="connsiteY777" fmla="*/ 497833 h 590308"/>
                <a:gd name="connsiteX778" fmla="*/ 365186 w 821508"/>
                <a:gd name="connsiteY778" fmla="*/ 497632 h 590308"/>
                <a:gd name="connsiteX779" fmla="*/ 368652 w 821508"/>
                <a:gd name="connsiteY779" fmla="*/ 497632 h 590308"/>
                <a:gd name="connsiteX780" fmla="*/ 370234 w 821508"/>
                <a:gd name="connsiteY780" fmla="*/ 499515 h 590308"/>
                <a:gd name="connsiteX781" fmla="*/ 371681 w 821508"/>
                <a:gd name="connsiteY781" fmla="*/ 503283 h 590308"/>
                <a:gd name="connsiteX782" fmla="*/ 372422 w 821508"/>
                <a:gd name="connsiteY782" fmla="*/ 505907 h 590308"/>
                <a:gd name="connsiteX783" fmla="*/ 372422 w 821508"/>
                <a:gd name="connsiteY783" fmla="*/ 508363 h 590308"/>
                <a:gd name="connsiteX784" fmla="*/ 373566 w 821508"/>
                <a:gd name="connsiteY784" fmla="*/ 510684 h 590308"/>
                <a:gd name="connsiteX785" fmla="*/ 376898 w 821508"/>
                <a:gd name="connsiteY785" fmla="*/ 516201 h 590308"/>
                <a:gd name="connsiteX786" fmla="*/ 379792 w 821508"/>
                <a:gd name="connsiteY786" fmla="*/ 521852 h 590308"/>
                <a:gd name="connsiteX787" fmla="*/ 380667 w 821508"/>
                <a:gd name="connsiteY787" fmla="*/ 525620 h 590308"/>
                <a:gd name="connsiteX788" fmla="*/ 381980 w 821508"/>
                <a:gd name="connsiteY788" fmla="*/ 529387 h 590308"/>
                <a:gd name="connsiteX789" fmla="*/ 384301 w 821508"/>
                <a:gd name="connsiteY789" fmla="*/ 532415 h 590308"/>
                <a:gd name="connsiteX790" fmla="*/ 386826 w 821508"/>
                <a:gd name="connsiteY790" fmla="*/ 534299 h 590308"/>
                <a:gd name="connsiteX791" fmla="*/ 388643 w 821508"/>
                <a:gd name="connsiteY791" fmla="*/ 536923 h 590308"/>
                <a:gd name="connsiteX792" fmla="*/ 388643 w 821508"/>
                <a:gd name="connsiteY792" fmla="*/ 540253 h 590308"/>
                <a:gd name="connsiteX793" fmla="*/ 389787 w 821508"/>
                <a:gd name="connsiteY793" fmla="*/ 540388 h 590308"/>
                <a:gd name="connsiteX794" fmla="*/ 393254 w 821508"/>
                <a:gd name="connsiteY794" fmla="*/ 541699 h 590308"/>
                <a:gd name="connsiteX795" fmla="*/ 395710 w 821508"/>
                <a:gd name="connsiteY795" fmla="*/ 541565 h 590308"/>
                <a:gd name="connsiteX796" fmla="*/ 396855 w 821508"/>
                <a:gd name="connsiteY796" fmla="*/ 541868 h 590308"/>
                <a:gd name="connsiteX797" fmla="*/ 401196 w 821508"/>
                <a:gd name="connsiteY797" fmla="*/ 547216 h 590308"/>
                <a:gd name="connsiteX798" fmla="*/ 404528 w 821508"/>
                <a:gd name="connsiteY798" fmla="*/ 551556 h 590308"/>
                <a:gd name="connsiteX799" fmla="*/ 406413 w 821508"/>
                <a:gd name="connsiteY799" fmla="*/ 555189 h 590308"/>
                <a:gd name="connsiteX800" fmla="*/ 406413 w 821508"/>
                <a:gd name="connsiteY800" fmla="*/ 557376 h 590308"/>
                <a:gd name="connsiteX801" fmla="*/ 403519 w 821508"/>
                <a:gd name="connsiteY801" fmla="*/ 559125 h 590308"/>
                <a:gd name="connsiteX802" fmla="*/ 400994 w 821508"/>
                <a:gd name="connsiteY802" fmla="*/ 560134 h 590308"/>
                <a:gd name="connsiteX803" fmla="*/ 400792 w 821508"/>
                <a:gd name="connsiteY803" fmla="*/ 561580 h 590308"/>
                <a:gd name="connsiteX804" fmla="*/ 400792 w 821508"/>
                <a:gd name="connsiteY804" fmla="*/ 564642 h 590308"/>
                <a:gd name="connsiteX805" fmla="*/ 399917 w 821508"/>
                <a:gd name="connsiteY805" fmla="*/ 567972 h 590308"/>
                <a:gd name="connsiteX806" fmla="*/ 399480 w 821508"/>
                <a:gd name="connsiteY806" fmla="*/ 569856 h 590308"/>
                <a:gd name="connsiteX807" fmla="*/ 399042 w 821508"/>
                <a:gd name="connsiteY807" fmla="*/ 572614 h 590308"/>
                <a:gd name="connsiteX808" fmla="*/ 399042 w 821508"/>
                <a:gd name="connsiteY808" fmla="*/ 575070 h 590308"/>
                <a:gd name="connsiteX809" fmla="*/ 396855 w 821508"/>
                <a:gd name="connsiteY809" fmla="*/ 577257 h 590308"/>
                <a:gd name="connsiteX810" fmla="*/ 394835 w 821508"/>
                <a:gd name="connsiteY810" fmla="*/ 578838 h 590308"/>
                <a:gd name="connsiteX811" fmla="*/ 393086 w 821508"/>
                <a:gd name="connsiteY811" fmla="*/ 581024 h 590308"/>
                <a:gd name="connsiteX812" fmla="*/ 391941 w 821508"/>
                <a:gd name="connsiteY812" fmla="*/ 582471 h 590308"/>
                <a:gd name="connsiteX813" fmla="*/ 392143 w 821508"/>
                <a:gd name="connsiteY813" fmla="*/ 584489 h 590308"/>
                <a:gd name="connsiteX814" fmla="*/ 395408 w 821508"/>
                <a:gd name="connsiteY814" fmla="*/ 584691 h 590308"/>
                <a:gd name="connsiteX815" fmla="*/ 397427 w 821508"/>
                <a:gd name="connsiteY815" fmla="*/ 582807 h 590308"/>
                <a:gd name="connsiteX816" fmla="*/ 399009 w 821508"/>
                <a:gd name="connsiteY816" fmla="*/ 581293 h 590308"/>
                <a:gd name="connsiteX817" fmla="*/ 401028 w 821508"/>
                <a:gd name="connsiteY817" fmla="*/ 581361 h 590308"/>
                <a:gd name="connsiteX818" fmla="*/ 401903 w 821508"/>
                <a:gd name="connsiteY818" fmla="*/ 582942 h 590308"/>
                <a:gd name="connsiteX819" fmla="*/ 402273 w 821508"/>
                <a:gd name="connsiteY819" fmla="*/ 585767 h 590308"/>
                <a:gd name="connsiteX820" fmla="*/ 402341 w 821508"/>
                <a:gd name="connsiteY820" fmla="*/ 587449 h 590308"/>
                <a:gd name="connsiteX821" fmla="*/ 402206 w 821508"/>
                <a:gd name="connsiteY821" fmla="*/ 588257 h 590308"/>
                <a:gd name="connsiteX822" fmla="*/ 401028 w 821508"/>
                <a:gd name="connsiteY822" fmla="*/ 590309 h 590308"/>
                <a:gd name="connsiteX823" fmla="*/ 403014 w 821508"/>
                <a:gd name="connsiteY823" fmla="*/ 590073 h 590308"/>
                <a:gd name="connsiteX824" fmla="*/ 408230 w 821508"/>
                <a:gd name="connsiteY824" fmla="*/ 587214 h 590308"/>
                <a:gd name="connsiteX825" fmla="*/ 412975 w 821508"/>
                <a:gd name="connsiteY825" fmla="*/ 585364 h 590308"/>
                <a:gd name="connsiteX826" fmla="*/ 418932 w 821508"/>
                <a:gd name="connsiteY826" fmla="*/ 583615 h 590308"/>
                <a:gd name="connsiteX827" fmla="*/ 423779 w 821508"/>
                <a:gd name="connsiteY827" fmla="*/ 578939 h 590308"/>
                <a:gd name="connsiteX828" fmla="*/ 426572 w 821508"/>
                <a:gd name="connsiteY828" fmla="*/ 573489 h 590308"/>
                <a:gd name="connsiteX829" fmla="*/ 427548 w 821508"/>
                <a:gd name="connsiteY829" fmla="*/ 568039 h 590308"/>
                <a:gd name="connsiteX830" fmla="*/ 428995 w 821508"/>
                <a:gd name="connsiteY830" fmla="*/ 562421 h 590308"/>
                <a:gd name="connsiteX831" fmla="*/ 432360 w 821508"/>
                <a:gd name="connsiteY831" fmla="*/ 558654 h 590308"/>
                <a:gd name="connsiteX832" fmla="*/ 435759 w 821508"/>
                <a:gd name="connsiteY832" fmla="*/ 555391 h 590308"/>
                <a:gd name="connsiteX833" fmla="*/ 438923 w 821508"/>
                <a:gd name="connsiteY833" fmla="*/ 552632 h 590308"/>
                <a:gd name="connsiteX834" fmla="*/ 443702 w 821508"/>
                <a:gd name="connsiteY834" fmla="*/ 548192 h 590308"/>
                <a:gd name="connsiteX835" fmla="*/ 445654 w 821508"/>
                <a:gd name="connsiteY835" fmla="*/ 543886 h 590308"/>
                <a:gd name="connsiteX836" fmla="*/ 447741 w 821508"/>
                <a:gd name="connsiteY836" fmla="*/ 540522 h 590308"/>
                <a:gd name="connsiteX837" fmla="*/ 447741 w 821508"/>
                <a:gd name="connsiteY837" fmla="*/ 535106 h 590308"/>
                <a:gd name="connsiteX838" fmla="*/ 447135 w 821508"/>
                <a:gd name="connsiteY838" fmla="*/ 532785 h 590308"/>
                <a:gd name="connsiteX839" fmla="*/ 448077 w 821508"/>
                <a:gd name="connsiteY839" fmla="*/ 530834 h 590308"/>
                <a:gd name="connsiteX840" fmla="*/ 451173 w 821508"/>
                <a:gd name="connsiteY840" fmla="*/ 529051 h 590308"/>
                <a:gd name="connsiteX841" fmla="*/ 453832 w 821508"/>
                <a:gd name="connsiteY841" fmla="*/ 529051 h 590308"/>
                <a:gd name="connsiteX842" fmla="*/ 457871 w 821508"/>
                <a:gd name="connsiteY842" fmla="*/ 526057 h 590308"/>
                <a:gd name="connsiteX843" fmla="*/ 460428 w 821508"/>
                <a:gd name="connsiteY843" fmla="*/ 524140 h 590308"/>
                <a:gd name="connsiteX844" fmla="*/ 460428 w 821508"/>
                <a:gd name="connsiteY844" fmla="*/ 521247 h 590308"/>
                <a:gd name="connsiteX845" fmla="*/ 460428 w 821508"/>
                <a:gd name="connsiteY845" fmla="*/ 519295 h 590308"/>
                <a:gd name="connsiteX846" fmla="*/ 458948 w 821508"/>
                <a:gd name="connsiteY846" fmla="*/ 517714 h 590308"/>
                <a:gd name="connsiteX847" fmla="*/ 458476 w 821508"/>
                <a:gd name="connsiteY847" fmla="*/ 514889 h 590308"/>
                <a:gd name="connsiteX848" fmla="*/ 459015 w 821508"/>
                <a:gd name="connsiteY848" fmla="*/ 511256 h 590308"/>
                <a:gd name="connsiteX849" fmla="*/ 459722 w 821508"/>
                <a:gd name="connsiteY849" fmla="*/ 505873 h 590308"/>
                <a:gd name="connsiteX850" fmla="*/ 460462 w 821508"/>
                <a:gd name="connsiteY850" fmla="*/ 501096 h 590308"/>
                <a:gd name="connsiteX851" fmla="*/ 460462 w 821508"/>
                <a:gd name="connsiteY851" fmla="*/ 497295 h 590308"/>
                <a:gd name="connsiteX852" fmla="*/ 463727 w 821508"/>
                <a:gd name="connsiteY852" fmla="*/ 491106 h 590308"/>
                <a:gd name="connsiteX853" fmla="*/ 465476 w 821508"/>
                <a:gd name="connsiteY853" fmla="*/ 488717 h 590308"/>
                <a:gd name="connsiteX854" fmla="*/ 472308 w 821508"/>
                <a:gd name="connsiteY854" fmla="*/ 483301 h 590308"/>
                <a:gd name="connsiteX855" fmla="*/ 476111 w 821508"/>
                <a:gd name="connsiteY855" fmla="*/ 479702 h 590308"/>
                <a:gd name="connsiteX856" fmla="*/ 479914 w 821508"/>
                <a:gd name="connsiteY856" fmla="*/ 476943 h 590308"/>
                <a:gd name="connsiteX857" fmla="*/ 484054 w 821508"/>
                <a:gd name="connsiteY857" fmla="*/ 475160 h 590308"/>
                <a:gd name="connsiteX858" fmla="*/ 488597 w 821508"/>
                <a:gd name="connsiteY858" fmla="*/ 475160 h 590308"/>
                <a:gd name="connsiteX859" fmla="*/ 492198 w 821508"/>
                <a:gd name="connsiteY859" fmla="*/ 475934 h 590308"/>
                <a:gd name="connsiteX860" fmla="*/ 494319 w 821508"/>
                <a:gd name="connsiteY860" fmla="*/ 478760 h 590308"/>
                <a:gd name="connsiteX861" fmla="*/ 496439 w 821508"/>
                <a:gd name="connsiteY861" fmla="*/ 480946 h 590308"/>
                <a:gd name="connsiteX862" fmla="*/ 496439 w 821508"/>
                <a:gd name="connsiteY862" fmla="*/ 483032 h 590308"/>
                <a:gd name="connsiteX863" fmla="*/ 496439 w 821508"/>
                <a:gd name="connsiteY863" fmla="*/ 484781 h 590308"/>
                <a:gd name="connsiteX864" fmla="*/ 496977 w 821508"/>
                <a:gd name="connsiteY864" fmla="*/ 487170 h 590308"/>
                <a:gd name="connsiteX865" fmla="*/ 500343 w 821508"/>
                <a:gd name="connsiteY865" fmla="*/ 487809 h 590308"/>
                <a:gd name="connsiteX866" fmla="*/ 502093 w 821508"/>
                <a:gd name="connsiteY866" fmla="*/ 489323 h 590308"/>
                <a:gd name="connsiteX867" fmla="*/ 505694 w 821508"/>
                <a:gd name="connsiteY867" fmla="*/ 490836 h 590308"/>
                <a:gd name="connsiteX868" fmla="*/ 506905 w 821508"/>
                <a:gd name="connsiteY868" fmla="*/ 491711 h 590308"/>
                <a:gd name="connsiteX869" fmla="*/ 506905 w 821508"/>
                <a:gd name="connsiteY869" fmla="*/ 495176 h 590308"/>
                <a:gd name="connsiteX870" fmla="*/ 506266 w 821508"/>
                <a:gd name="connsiteY870" fmla="*/ 496252 h 590308"/>
                <a:gd name="connsiteX871" fmla="*/ 506367 w 821508"/>
                <a:gd name="connsiteY871" fmla="*/ 498002 h 590308"/>
                <a:gd name="connsiteX872" fmla="*/ 506905 w 821508"/>
                <a:gd name="connsiteY872" fmla="*/ 498977 h 590308"/>
                <a:gd name="connsiteX873" fmla="*/ 509396 w 821508"/>
                <a:gd name="connsiteY873" fmla="*/ 500625 h 590308"/>
                <a:gd name="connsiteX874" fmla="*/ 512761 w 821508"/>
                <a:gd name="connsiteY874" fmla="*/ 502038 h 590308"/>
                <a:gd name="connsiteX875" fmla="*/ 515252 w 821508"/>
                <a:gd name="connsiteY875" fmla="*/ 501601 h 590308"/>
                <a:gd name="connsiteX876" fmla="*/ 517843 w 821508"/>
                <a:gd name="connsiteY876" fmla="*/ 501803 h 590308"/>
                <a:gd name="connsiteX877" fmla="*/ 525550 w 821508"/>
                <a:gd name="connsiteY877" fmla="*/ 502678 h 590308"/>
                <a:gd name="connsiteX878" fmla="*/ 536959 w 821508"/>
                <a:gd name="connsiteY878" fmla="*/ 502038 h 590308"/>
                <a:gd name="connsiteX879" fmla="*/ 541974 w 821508"/>
                <a:gd name="connsiteY879" fmla="*/ 503216 h 590308"/>
                <a:gd name="connsiteX880" fmla="*/ 544262 w 821508"/>
                <a:gd name="connsiteY880" fmla="*/ 505840 h 590308"/>
                <a:gd name="connsiteX881" fmla="*/ 550791 w 821508"/>
                <a:gd name="connsiteY881" fmla="*/ 507252 h 590308"/>
                <a:gd name="connsiteX882" fmla="*/ 556882 w 821508"/>
                <a:gd name="connsiteY882" fmla="*/ 507791 h 590308"/>
                <a:gd name="connsiteX883" fmla="*/ 563512 w 821508"/>
                <a:gd name="connsiteY883" fmla="*/ 506815 h 590308"/>
                <a:gd name="connsiteX884" fmla="*/ 567315 w 821508"/>
                <a:gd name="connsiteY884" fmla="*/ 504965 h 590308"/>
                <a:gd name="connsiteX885" fmla="*/ 571556 w 821508"/>
                <a:gd name="connsiteY885" fmla="*/ 503552 h 590308"/>
                <a:gd name="connsiteX886" fmla="*/ 576234 w 821508"/>
                <a:gd name="connsiteY886" fmla="*/ 501601 h 590308"/>
                <a:gd name="connsiteX887" fmla="*/ 579936 w 821508"/>
                <a:gd name="connsiteY887" fmla="*/ 500827 h 590308"/>
                <a:gd name="connsiteX888" fmla="*/ 582662 w 821508"/>
                <a:gd name="connsiteY888" fmla="*/ 501029 h 590308"/>
                <a:gd name="connsiteX889" fmla="*/ 589931 w 821508"/>
                <a:gd name="connsiteY889" fmla="*/ 501265 h 590308"/>
                <a:gd name="connsiteX890" fmla="*/ 596460 w 821508"/>
                <a:gd name="connsiteY890" fmla="*/ 501265 h 590308"/>
                <a:gd name="connsiteX891" fmla="*/ 598210 w 821508"/>
                <a:gd name="connsiteY891" fmla="*/ 500289 h 590308"/>
                <a:gd name="connsiteX892" fmla="*/ 601677 w 821508"/>
                <a:gd name="connsiteY892" fmla="*/ 497262 h 590308"/>
                <a:gd name="connsiteX893" fmla="*/ 602451 w 821508"/>
                <a:gd name="connsiteY893" fmla="*/ 495849 h 590308"/>
                <a:gd name="connsiteX894" fmla="*/ 605480 w 821508"/>
                <a:gd name="connsiteY894" fmla="*/ 490836 h 590308"/>
                <a:gd name="connsiteX895" fmla="*/ 608643 w 821508"/>
                <a:gd name="connsiteY895" fmla="*/ 486699 h 590308"/>
                <a:gd name="connsiteX896" fmla="*/ 609518 w 821508"/>
                <a:gd name="connsiteY896" fmla="*/ 479971 h 590308"/>
                <a:gd name="connsiteX897" fmla="*/ 609518 w 821508"/>
                <a:gd name="connsiteY897" fmla="*/ 472570 h 590308"/>
                <a:gd name="connsiteX898" fmla="*/ 606355 w 821508"/>
                <a:gd name="connsiteY898" fmla="*/ 468971 h 590308"/>
                <a:gd name="connsiteX899" fmla="*/ 601777 w 821508"/>
                <a:gd name="connsiteY899" fmla="*/ 465708 h 590308"/>
                <a:gd name="connsiteX900" fmla="*/ 596898 w 821508"/>
                <a:gd name="connsiteY900" fmla="*/ 463420 h 590308"/>
                <a:gd name="connsiteX901" fmla="*/ 593431 w 821508"/>
                <a:gd name="connsiteY901" fmla="*/ 461906 h 590308"/>
                <a:gd name="connsiteX902" fmla="*/ 590705 w 821508"/>
                <a:gd name="connsiteY902" fmla="*/ 458542 h 590308"/>
                <a:gd name="connsiteX903" fmla="*/ 587878 w 821508"/>
                <a:gd name="connsiteY903" fmla="*/ 455279 h 590308"/>
                <a:gd name="connsiteX904" fmla="*/ 588215 w 821508"/>
                <a:gd name="connsiteY904" fmla="*/ 450704 h 590308"/>
                <a:gd name="connsiteX905" fmla="*/ 588753 w 821508"/>
                <a:gd name="connsiteY905" fmla="*/ 447441 h 590308"/>
                <a:gd name="connsiteX906" fmla="*/ 584176 w 821508"/>
                <a:gd name="connsiteY906" fmla="*/ 444178 h 590308"/>
                <a:gd name="connsiteX907" fmla="*/ 583436 w 821508"/>
                <a:gd name="connsiteY907" fmla="*/ 438325 h 590308"/>
                <a:gd name="connsiteX908" fmla="*/ 583537 w 821508"/>
                <a:gd name="connsiteY908" fmla="*/ 434725 h 590308"/>
                <a:gd name="connsiteX909" fmla="*/ 585825 w 821508"/>
                <a:gd name="connsiteY909" fmla="*/ 432505 h 590308"/>
                <a:gd name="connsiteX910" fmla="*/ 589628 w 821508"/>
                <a:gd name="connsiteY910" fmla="*/ 431900 h 590308"/>
                <a:gd name="connsiteX911" fmla="*/ 592960 w 821508"/>
                <a:gd name="connsiteY911" fmla="*/ 430117 h 590308"/>
                <a:gd name="connsiteX912" fmla="*/ 598951 w 821508"/>
                <a:gd name="connsiteY912" fmla="*/ 430319 h 590308"/>
                <a:gd name="connsiteX913" fmla="*/ 602518 w 821508"/>
                <a:gd name="connsiteY913" fmla="*/ 429982 h 590308"/>
                <a:gd name="connsiteX914" fmla="*/ 606893 w 821508"/>
                <a:gd name="connsiteY914" fmla="*/ 429982 h 590308"/>
                <a:gd name="connsiteX915" fmla="*/ 607802 w 821508"/>
                <a:gd name="connsiteY915" fmla="*/ 431462 h 590308"/>
                <a:gd name="connsiteX916" fmla="*/ 609484 w 821508"/>
                <a:gd name="connsiteY916" fmla="*/ 433683 h 590308"/>
                <a:gd name="connsiteX917" fmla="*/ 612379 w 821508"/>
                <a:gd name="connsiteY917" fmla="*/ 433514 h 590308"/>
                <a:gd name="connsiteX918" fmla="*/ 614768 w 821508"/>
                <a:gd name="connsiteY918" fmla="*/ 430420 h 590308"/>
                <a:gd name="connsiteX919" fmla="*/ 617797 w 821508"/>
                <a:gd name="connsiteY919" fmla="*/ 427594 h 590308"/>
                <a:gd name="connsiteX920" fmla="*/ 621432 w 821508"/>
                <a:gd name="connsiteY920" fmla="*/ 423523 h 590308"/>
                <a:gd name="connsiteX921" fmla="*/ 626884 w 821508"/>
                <a:gd name="connsiteY921" fmla="*/ 420563 h 590308"/>
                <a:gd name="connsiteX922" fmla="*/ 629980 w 821508"/>
                <a:gd name="connsiteY922" fmla="*/ 418747 h 590308"/>
                <a:gd name="connsiteX923" fmla="*/ 635937 w 821508"/>
                <a:gd name="connsiteY923" fmla="*/ 417805 h 590308"/>
                <a:gd name="connsiteX924" fmla="*/ 641658 w 821508"/>
                <a:gd name="connsiteY924" fmla="*/ 417805 h 590308"/>
                <a:gd name="connsiteX925" fmla="*/ 648052 w 821508"/>
                <a:gd name="connsiteY925" fmla="*/ 416425 h 590308"/>
                <a:gd name="connsiteX926" fmla="*/ 652630 w 821508"/>
                <a:gd name="connsiteY926" fmla="*/ 415046 h 590308"/>
                <a:gd name="connsiteX927" fmla="*/ 656399 w 821508"/>
                <a:gd name="connsiteY927" fmla="*/ 412221 h 590308"/>
                <a:gd name="connsiteX928" fmla="*/ 660976 w 821508"/>
                <a:gd name="connsiteY928" fmla="*/ 406872 h 590308"/>
                <a:gd name="connsiteX929" fmla="*/ 663938 w 821508"/>
                <a:gd name="connsiteY929" fmla="*/ 403407 h 590308"/>
                <a:gd name="connsiteX930" fmla="*/ 668178 w 821508"/>
                <a:gd name="connsiteY930" fmla="*/ 399337 h 590308"/>
                <a:gd name="connsiteX931" fmla="*/ 670399 w 821508"/>
                <a:gd name="connsiteY931" fmla="*/ 392306 h 590308"/>
                <a:gd name="connsiteX932" fmla="*/ 670399 w 821508"/>
                <a:gd name="connsiteY932" fmla="*/ 387394 h 590308"/>
                <a:gd name="connsiteX933" fmla="*/ 670399 w 821508"/>
                <a:gd name="connsiteY933" fmla="*/ 383257 h 590308"/>
                <a:gd name="connsiteX934" fmla="*/ 670399 w 821508"/>
                <a:gd name="connsiteY934" fmla="*/ 378682 h 590308"/>
                <a:gd name="connsiteX935" fmla="*/ 672452 w 821508"/>
                <a:gd name="connsiteY935" fmla="*/ 375217 h 590308"/>
                <a:gd name="connsiteX936" fmla="*/ 675649 w 821508"/>
                <a:gd name="connsiteY936" fmla="*/ 371147 h 590308"/>
                <a:gd name="connsiteX937" fmla="*/ 677164 w 821508"/>
                <a:gd name="connsiteY937" fmla="*/ 369128 h 590308"/>
                <a:gd name="connsiteX938" fmla="*/ 679351 w 821508"/>
                <a:gd name="connsiteY938" fmla="*/ 366942 h 590308"/>
                <a:gd name="connsiteX939" fmla="*/ 682044 w 821508"/>
                <a:gd name="connsiteY939" fmla="*/ 365293 h 590308"/>
                <a:gd name="connsiteX940" fmla="*/ 682750 w 821508"/>
                <a:gd name="connsiteY940" fmla="*/ 364486 h 590308"/>
                <a:gd name="connsiteX941" fmla="*/ 685006 w 821508"/>
                <a:gd name="connsiteY941" fmla="*/ 363914 h 590308"/>
                <a:gd name="connsiteX942" fmla="*/ 686957 w 821508"/>
                <a:gd name="connsiteY942" fmla="*/ 363914 h 590308"/>
                <a:gd name="connsiteX943" fmla="*/ 689414 w 821508"/>
                <a:gd name="connsiteY943" fmla="*/ 366101 h 590308"/>
                <a:gd name="connsiteX944" fmla="*/ 691501 w 821508"/>
                <a:gd name="connsiteY944" fmla="*/ 369633 h 590308"/>
                <a:gd name="connsiteX945" fmla="*/ 692073 w 821508"/>
                <a:gd name="connsiteY945" fmla="*/ 371819 h 590308"/>
                <a:gd name="connsiteX946" fmla="*/ 694159 w 821508"/>
                <a:gd name="connsiteY946" fmla="*/ 372189 h 590308"/>
                <a:gd name="connsiteX947" fmla="*/ 696919 w 821508"/>
                <a:gd name="connsiteY947" fmla="*/ 371180 h 590308"/>
                <a:gd name="connsiteX948" fmla="*/ 698063 w 821508"/>
                <a:gd name="connsiteY948" fmla="*/ 369094 h 590308"/>
                <a:gd name="connsiteX949" fmla="*/ 699208 w 821508"/>
                <a:gd name="connsiteY949" fmla="*/ 363948 h 590308"/>
                <a:gd name="connsiteX950" fmla="*/ 700015 w 821508"/>
                <a:gd name="connsiteY950" fmla="*/ 361257 h 590308"/>
                <a:gd name="connsiteX951" fmla="*/ 701900 w 821508"/>
                <a:gd name="connsiteY951" fmla="*/ 359373 h 590308"/>
                <a:gd name="connsiteX952" fmla="*/ 705097 w 821508"/>
                <a:gd name="connsiteY952" fmla="*/ 357859 h 590308"/>
                <a:gd name="connsiteX953" fmla="*/ 708227 w 821508"/>
                <a:gd name="connsiteY953" fmla="*/ 356177 h 590308"/>
                <a:gd name="connsiteX954" fmla="*/ 709742 w 821508"/>
                <a:gd name="connsiteY954" fmla="*/ 355302 h 590308"/>
                <a:gd name="connsiteX955" fmla="*/ 712434 w 821508"/>
                <a:gd name="connsiteY955" fmla="*/ 353351 h 590308"/>
                <a:gd name="connsiteX956" fmla="*/ 713679 w 821508"/>
                <a:gd name="connsiteY956" fmla="*/ 351400 h 590308"/>
                <a:gd name="connsiteX957" fmla="*/ 713679 w 821508"/>
                <a:gd name="connsiteY957" fmla="*/ 349079 h 590308"/>
                <a:gd name="connsiteX958" fmla="*/ 713477 w 821508"/>
                <a:gd name="connsiteY958" fmla="*/ 340467 h 590308"/>
                <a:gd name="connsiteX959" fmla="*/ 713881 w 821508"/>
                <a:gd name="connsiteY959" fmla="*/ 333235 h 590308"/>
                <a:gd name="connsiteX960" fmla="*/ 713881 w 821508"/>
                <a:gd name="connsiteY960" fmla="*/ 324825 h 590308"/>
                <a:gd name="connsiteX961" fmla="*/ 715631 w 821508"/>
                <a:gd name="connsiteY961" fmla="*/ 315708 h 590308"/>
                <a:gd name="connsiteX962" fmla="*/ 715631 w 821508"/>
                <a:gd name="connsiteY962" fmla="*/ 310932 h 590308"/>
                <a:gd name="connsiteX963" fmla="*/ 714251 w 821508"/>
                <a:gd name="connsiteY963" fmla="*/ 306794 h 590308"/>
                <a:gd name="connsiteX964" fmla="*/ 712602 w 821508"/>
                <a:gd name="connsiteY964" fmla="*/ 303598 h 590308"/>
                <a:gd name="connsiteX965" fmla="*/ 713174 w 821508"/>
                <a:gd name="connsiteY965" fmla="*/ 301277 h 590308"/>
                <a:gd name="connsiteX966" fmla="*/ 714857 w 821508"/>
                <a:gd name="connsiteY966" fmla="*/ 298889 h 590308"/>
                <a:gd name="connsiteX967" fmla="*/ 715934 w 821508"/>
                <a:gd name="connsiteY967" fmla="*/ 297005 h 590308"/>
                <a:gd name="connsiteX968" fmla="*/ 718963 w 821508"/>
                <a:gd name="connsiteY968" fmla="*/ 294616 h 590308"/>
                <a:gd name="connsiteX969" fmla="*/ 720545 w 821508"/>
                <a:gd name="connsiteY969" fmla="*/ 293977 h 590308"/>
                <a:gd name="connsiteX970" fmla="*/ 722429 w 821508"/>
                <a:gd name="connsiteY970" fmla="*/ 293607 h 590308"/>
                <a:gd name="connsiteX971" fmla="*/ 723876 w 821508"/>
                <a:gd name="connsiteY971" fmla="*/ 293338 h 590308"/>
                <a:gd name="connsiteX972" fmla="*/ 726131 w 821508"/>
                <a:gd name="connsiteY972" fmla="*/ 292665 h 590308"/>
                <a:gd name="connsiteX973" fmla="*/ 728655 w 821508"/>
                <a:gd name="connsiteY973" fmla="*/ 292665 h 590308"/>
                <a:gd name="connsiteX974" fmla="*/ 731718 w 821508"/>
                <a:gd name="connsiteY974" fmla="*/ 294616 h 590308"/>
                <a:gd name="connsiteX975" fmla="*/ 735050 w 821508"/>
                <a:gd name="connsiteY975" fmla="*/ 298586 h 590308"/>
                <a:gd name="connsiteX976" fmla="*/ 738752 w 821508"/>
                <a:gd name="connsiteY976" fmla="*/ 299898 h 590308"/>
                <a:gd name="connsiteX977" fmla="*/ 743968 w 821508"/>
                <a:gd name="connsiteY977" fmla="*/ 300201 h 590308"/>
                <a:gd name="connsiteX978" fmla="*/ 745483 w 821508"/>
                <a:gd name="connsiteY978" fmla="*/ 300402 h 590308"/>
                <a:gd name="connsiteX979" fmla="*/ 746930 w 821508"/>
                <a:gd name="connsiteY979" fmla="*/ 302589 h 590308"/>
                <a:gd name="connsiteX980" fmla="*/ 746930 w 821508"/>
                <a:gd name="connsiteY980" fmla="*/ 305717 h 590308"/>
                <a:gd name="connsiteX981" fmla="*/ 745988 w 821508"/>
                <a:gd name="connsiteY981" fmla="*/ 309485 h 590308"/>
                <a:gd name="connsiteX982" fmla="*/ 746930 w 821508"/>
                <a:gd name="connsiteY982" fmla="*/ 312748 h 590308"/>
                <a:gd name="connsiteX983" fmla="*/ 746189 w 821508"/>
                <a:gd name="connsiteY983" fmla="*/ 315944 h 590308"/>
                <a:gd name="connsiteX984" fmla="*/ 746324 w 821508"/>
                <a:gd name="connsiteY984" fmla="*/ 319140 h 590308"/>
                <a:gd name="connsiteX985" fmla="*/ 750800 w 821508"/>
                <a:gd name="connsiteY985" fmla="*/ 321730 h 590308"/>
                <a:gd name="connsiteX986" fmla="*/ 757194 w 821508"/>
                <a:gd name="connsiteY986" fmla="*/ 327381 h 590308"/>
                <a:gd name="connsiteX987" fmla="*/ 762175 w 821508"/>
                <a:gd name="connsiteY987" fmla="*/ 332360 h 590308"/>
                <a:gd name="connsiteX988" fmla="*/ 766820 w 821508"/>
                <a:gd name="connsiteY988" fmla="*/ 336128 h 590308"/>
                <a:gd name="connsiteX989" fmla="*/ 769276 w 821508"/>
                <a:gd name="connsiteY989" fmla="*/ 337440 h 590308"/>
                <a:gd name="connsiteX990" fmla="*/ 774695 w 821508"/>
                <a:gd name="connsiteY990" fmla="*/ 338314 h 590308"/>
                <a:gd name="connsiteX991" fmla="*/ 774695 w 821508"/>
                <a:gd name="connsiteY991" fmla="*/ 335287 h 590308"/>
                <a:gd name="connsiteX992" fmla="*/ 772844 w 821508"/>
                <a:gd name="connsiteY992" fmla="*/ 331687 h 590308"/>
                <a:gd name="connsiteX993" fmla="*/ 772507 w 821508"/>
                <a:gd name="connsiteY993" fmla="*/ 329063 h 590308"/>
                <a:gd name="connsiteX994" fmla="*/ 772709 w 821508"/>
                <a:gd name="connsiteY994" fmla="*/ 327415 h 590308"/>
                <a:gd name="connsiteX995" fmla="*/ 773887 w 821508"/>
                <a:gd name="connsiteY995" fmla="*/ 326540 h 590308"/>
                <a:gd name="connsiteX996" fmla="*/ 774661 w 821508"/>
                <a:gd name="connsiteY996" fmla="*/ 326439 h 590308"/>
                <a:gd name="connsiteX997" fmla="*/ 776849 w 821508"/>
                <a:gd name="connsiteY997" fmla="*/ 326776 h 590308"/>
                <a:gd name="connsiteX998" fmla="*/ 778700 w 821508"/>
                <a:gd name="connsiteY998" fmla="*/ 329938 h 590308"/>
                <a:gd name="connsiteX999" fmla="*/ 779844 w 821508"/>
                <a:gd name="connsiteY999" fmla="*/ 333638 h 590308"/>
                <a:gd name="connsiteX1000" fmla="*/ 782604 w 821508"/>
                <a:gd name="connsiteY1000" fmla="*/ 338079 h 590308"/>
                <a:gd name="connsiteX1001" fmla="*/ 784455 w 821508"/>
                <a:gd name="connsiteY1001" fmla="*/ 341678 h 590308"/>
                <a:gd name="connsiteX1002" fmla="*/ 786104 w 821508"/>
                <a:gd name="connsiteY1002" fmla="*/ 344706 h 590308"/>
                <a:gd name="connsiteX1003" fmla="*/ 788594 w 821508"/>
                <a:gd name="connsiteY1003" fmla="*/ 347868 h 590308"/>
                <a:gd name="connsiteX1004" fmla="*/ 788594 w 821508"/>
                <a:gd name="connsiteY1004" fmla="*/ 350895 h 590308"/>
                <a:gd name="connsiteX1005" fmla="*/ 793373 w 821508"/>
                <a:gd name="connsiteY1005" fmla="*/ 354091 h 590308"/>
                <a:gd name="connsiteX1006" fmla="*/ 795965 w 821508"/>
                <a:gd name="connsiteY1006" fmla="*/ 353351 h 590308"/>
                <a:gd name="connsiteX1007" fmla="*/ 797984 w 821508"/>
                <a:gd name="connsiteY1007" fmla="*/ 352914 h 590308"/>
                <a:gd name="connsiteX1008" fmla="*/ 800171 w 821508"/>
                <a:gd name="connsiteY1008" fmla="*/ 354091 h 590308"/>
                <a:gd name="connsiteX1009" fmla="*/ 801114 w 821508"/>
                <a:gd name="connsiteY1009" fmla="*/ 357186 h 590308"/>
                <a:gd name="connsiteX1010" fmla="*/ 802729 w 821508"/>
                <a:gd name="connsiteY1010" fmla="*/ 357388 h 590308"/>
                <a:gd name="connsiteX1011" fmla="*/ 804681 w 821508"/>
                <a:gd name="connsiteY1011" fmla="*/ 356143 h 590308"/>
                <a:gd name="connsiteX1012" fmla="*/ 804681 w 821508"/>
                <a:gd name="connsiteY1012" fmla="*/ 353385 h 590308"/>
                <a:gd name="connsiteX1013" fmla="*/ 802594 w 821508"/>
                <a:gd name="connsiteY1013" fmla="*/ 351804 h 590308"/>
                <a:gd name="connsiteX1014" fmla="*/ 801518 w 821508"/>
                <a:gd name="connsiteY1014" fmla="*/ 350492 h 590308"/>
                <a:gd name="connsiteX1015" fmla="*/ 800710 w 821508"/>
                <a:gd name="connsiteY1015" fmla="*/ 349348 h 590308"/>
                <a:gd name="connsiteX1016" fmla="*/ 798690 w 821508"/>
                <a:gd name="connsiteY1016" fmla="*/ 348339 h 590308"/>
                <a:gd name="connsiteX1017" fmla="*/ 796671 w 821508"/>
                <a:gd name="connsiteY1017" fmla="*/ 347464 h 590308"/>
                <a:gd name="connsiteX1018" fmla="*/ 795662 w 821508"/>
                <a:gd name="connsiteY1018" fmla="*/ 345580 h 590308"/>
                <a:gd name="connsiteX1019" fmla="*/ 793777 w 821508"/>
                <a:gd name="connsiteY1019" fmla="*/ 342116 h 590308"/>
                <a:gd name="connsiteX1020" fmla="*/ 792128 w 821508"/>
                <a:gd name="connsiteY1020" fmla="*/ 340097 h 590308"/>
                <a:gd name="connsiteX1021" fmla="*/ 791253 w 821508"/>
                <a:gd name="connsiteY1021" fmla="*/ 337911 h 590308"/>
                <a:gd name="connsiteX1022" fmla="*/ 789435 w 821508"/>
                <a:gd name="connsiteY1022" fmla="*/ 335085 h 590308"/>
                <a:gd name="connsiteX1023" fmla="*/ 788123 w 821508"/>
                <a:gd name="connsiteY1023" fmla="*/ 331250 h 590308"/>
                <a:gd name="connsiteX1024" fmla="*/ 787988 w 821508"/>
                <a:gd name="connsiteY1024" fmla="*/ 328794 h 590308"/>
                <a:gd name="connsiteX1025" fmla="*/ 788224 w 821508"/>
                <a:gd name="connsiteY1025" fmla="*/ 327146 h 590308"/>
                <a:gd name="connsiteX1026" fmla="*/ 788156 w 821508"/>
                <a:gd name="connsiteY1026" fmla="*/ 324959 h 590308"/>
                <a:gd name="connsiteX1027" fmla="*/ 784017 w 821508"/>
                <a:gd name="connsiteY1027" fmla="*/ 322773 h 590308"/>
                <a:gd name="connsiteX1028" fmla="*/ 782267 w 821508"/>
                <a:gd name="connsiteY1028" fmla="*/ 322134 h 590308"/>
                <a:gd name="connsiteX1029" fmla="*/ 781325 w 821508"/>
                <a:gd name="connsiteY1029" fmla="*/ 320048 h 590308"/>
                <a:gd name="connsiteX1030" fmla="*/ 781762 w 821508"/>
                <a:gd name="connsiteY1030" fmla="*/ 317222 h 590308"/>
                <a:gd name="connsiteX1031" fmla="*/ 781459 w 821508"/>
                <a:gd name="connsiteY1031" fmla="*/ 315843 h 590308"/>
                <a:gd name="connsiteX1032" fmla="*/ 777690 w 821508"/>
                <a:gd name="connsiteY1032" fmla="*/ 315776 h 590308"/>
                <a:gd name="connsiteX1033" fmla="*/ 775503 w 821508"/>
                <a:gd name="connsiteY1033" fmla="*/ 317660 h 590308"/>
                <a:gd name="connsiteX1034" fmla="*/ 773113 w 821508"/>
                <a:gd name="connsiteY1034" fmla="*/ 318231 h 590308"/>
                <a:gd name="connsiteX1035" fmla="*/ 770589 w 821508"/>
                <a:gd name="connsiteY1035" fmla="*/ 315338 h 590308"/>
                <a:gd name="connsiteX1036" fmla="*/ 771397 w 821508"/>
                <a:gd name="connsiteY1036" fmla="*/ 311705 h 590308"/>
                <a:gd name="connsiteX1037" fmla="*/ 775402 w 821508"/>
                <a:gd name="connsiteY1037" fmla="*/ 308510 h 590308"/>
                <a:gd name="connsiteX1038" fmla="*/ 776781 w 821508"/>
                <a:gd name="connsiteY1038" fmla="*/ 307433 h 590308"/>
                <a:gd name="connsiteX1039" fmla="*/ 783445 w 821508"/>
                <a:gd name="connsiteY1039" fmla="*/ 302959 h 590308"/>
                <a:gd name="connsiteX1040" fmla="*/ 787719 w 821508"/>
                <a:gd name="connsiteY1040" fmla="*/ 299259 h 590308"/>
                <a:gd name="connsiteX1041" fmla="*/ 790614 w 821508"/>
                <a:gd name="connsiteY1041" fmla="*/ 297375 h 590308"/>
                <a:gd name="connsiteX1042" fmla="*/ 796907 w 821508"/>
                <a:gd name="connsiteY1042" fmla="*/ 294179 h 590308"/>
                <a:gd name="connsiteX1043" fmla="*/ 799666 w 821508"/>
                <a:gd name="connsiteY1043" fmla="*/ 293237 h 590308"/>
                <a:gd name="connsiteX1044" fmla="*/ 802797 w 821508"/>
                <a:gd name="connsiteY1044" fmla="*/ 293103 h 590308"/>
                <a:gd name="connsiteX1045" fmla="*/ 806566 w 821508"/>
                <a:gd name="connsiteY1045" fmla="*/ 292228 h 590308"/>
                <a:gd name="connsiteX1046" fmla="*/ 808013 w 821508"/>
                <a:gd name="connsiteY1046" fmla="*/ 289335 h 590308"/>
                <a:gd name="connsiteX1047" fmla="*/ 808450 w 821508"/>
                <a:gd name="connsiteY1047" fmla="*/ 287518 h 590308"/>
                <a:gd name="connsiteX1048" fmla="*/ 811782 w 821508"/>
                <a:gd name="connsiteY1048" fmla="*/ 286879 h 590308"/>
                <a:gd name="connsiteX1049" fmla="*/ 814037 w 821508"/>
                <a:gd name="connsiteY1049" fmla="*/ 285433 h 590308"/>
                <a:gd name="connsiteX1050" fmla="*/ 816730 w 821508"/>
                <a:gd name="connsiteY1050" fmla="*/ 283414 h 590308"/>
                <a:gd name="connsiteX1051" fmla="*/ 819254 w 821508"/>
                <a:gd name="connsiteY1051" fmla="*/ 282035 h 590308"/>
                <a:gd name="connsiteX1052" fmla="*/ 819960 w 821508"/>
                <a:gd name="connsiteY1052" fmla="*/ 280790 h 590308"/>
                <a:gd name="connsiteX1053" fmla="*/ 819960 w 821508"/>
                <a:gd name="connsiteY1053" fmla="*/ 279647 h 590308"/>
                <a:gd name="connsiteX1054" fmla="*/ 818816 w 821508"/>
                <a:gd name="connsiteY1054" fmla="*/ 275946 h 590308"/>
                <a:gd name="connsiteX1055" fmla="*/ 817504 w 821508"/>
                <a:gd name="connsiteY1055" fmla="*/ 272986 h 590308"/>
                <a:gd name="connsiteX1056" fmla="*/ 814609 w 821508"/>
                <a:gd name="connsiteY1056" fmla="*/ 270968 h 590308"/>
                <a:gd name="connsiteX1057" fmla="*/ 814744 w 821508"/>
                <a:gd name="connsiteY1057" fmla="*/ 268882 h 590308"/>
                <a:gd name="connsiteX1058" fmla="*/ 816292 w 821508"/>
                <a:gd name="connsiteY1058" fmla="*/ 265451 h 59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Lst>
              <a:rect l="l" t="t" r="r" b="b"/>
              <a:pathLst>
                <a:path w="821508" h="590308">
                  <a:moveTo>
                    <a:pt x="816292" y="265451"/>
                  </a:moveTo>
                  <a:cubicBezTo>
                    <a:pt x="816561" y="265316"/>
                    <a:pt x="817369" y="263802"/>
                    <a:pt x="817604" y="263702"/>
                  </a:cubicBezTo>
                  <a:cubicBezTo>
                    <a:pt x="817806" y="263634"/>
                    <a:pt x="818681" y="262827"/>
                    <a:pt x="819186" y="262625"/>
                  </a:cubicBezTo>
                  <a:cubicBezTo>
                    <a:pt x="819691" y="262423"/>
                    <a:pt x="820566" y="261683"/>
                    <a:pt x="820566" y="261683"/>
                  </a:cubicBezTo>
                  <a:lnTo>
                    <a:pt x="821508" y="258925"/>
                  </a:lnTo>
                  <a:lnTo>
                    <a:pt x="821138" y="256671"/>
                  </a:lnTo>
                  <a:lnTo>
                    <a:pt x="819691" y="254148"/>
                  </a:lnTo>
                  <a:cubicBezTo>
                    <a:pt x="819691" y="254148"/>
                    <a:pt x="818176" y="252399"/>
                    <a:pt x="818109" y="252197"/>
                  </a:cubicBezTo>
                  <a:cubicBezTo>
                    <a:pt x="818042" y="251961"/>
                    <a:pt x="816797" y="250818"/>
                    <a:pt x="816797" y="250818"/>
                  </a:cubicBezTo>
                  <a:lnTo>
                    <a:pt x="816730" y="248429"/>
                  </a:lnTo>
                  <a:cubicBezTo>
                    <a:pt x="816730" y="248429"/>
                    <a:pt x="817100" y="246747"/>
                    <a:pt x="817739" y="246545"/>
                  </a:cubicBezTo>
                  <a:cubicBezTo>
                    <a:pt x="818379" y="246343"/>
                    <a:pt x="819388" y="245301"/>
                    <a:pt x="819691" y="245233"/>
                  </a:cubicBezTo>
                  <a:cubicBezTo>
                    <a:pt x="819994" y="245166"/>
                    <a:pt x="820499" y="244359"/>
                    <a:pt x="820499" y="244359"/>
                  </a:cubicBezTo>
                  <a:cubicBezTo>
                    <a:pt x="820499" y="244359"/>
                    <a:pt x="820196" y="242778"/>
                    <a:pt x="819927" y="242778"/>
                  </a:cubicBezTo>
                  <a:cubicBezTo>
                    <a:pt x="819624" y="242778"/>
                    <a:pt x="818547" y="241768"/>
                    <a:pt x="818547" y="241768"/>
                  </a:cubicBezTo>
                  <a:lnTo>
                    <a:pt x="818614" y="237698"/>
                  </a:lnTo>
                  <a:lnTo>
                    <a:pt x="817672" y="235108"/>
                  </a:lnTo>
                  <a:cubicBezTo>
                    <a:pt x="817672" y="235108"/>
                    <a:pt x="816730" y="232282"/>
                    <a:pt x="816730" y="231979"/>
                  </a:cubicBezTo>
                  <a:cubicBezTo>
                    <a:pt x="816730" y="231677"/>
                    <a:pt x="817672" y="229389"/>
                    <a:pt x="817672" y="229389"/>
                  </a:cubicBezTo>
                  <a:cubicBezTo>
                    <a:pt x="817672" y="229389"/>
                    <a:pt x="817739" y="227203"/>
                    <a:pt x="817739" y="227001"/>
                  </a:cubicBezTo>
                  <a:cubicBezTo>
                    <a:pt x="817739" y="226799"/>
                    <a:pt x="817941" y="223098"/>
                    <a:pt x="817941" y="223098"/>
                  </a:cubicBezTo>
                  <a:lnTo>
                    <a:pt x="817133" y="221719"/>
                  </a:lnTo>
                  <a:lnTo>
                    <a:pt x="815686" y="220845"/>
                  </a:lnTo>
                  <a:lnTo>
                    <a:pt x="812220" y="219465"/>
                  </a:lnTo>
                  <a:lnTo>
                    <a:pt x="810200" y="218153"/>
                  </a:lnTo>
                  <a:cubicBezTo>
                    <a:pt x="810200" y="218153"/>
                    <a:pt x="808619" y="216842"/>
                    <a:pt x="808114" y="216842"/>
                  </a:cubicBezTo>
                  <a:cubicBezTo>
                    <a:pt x="807609" y="216842"/>
                    <a:pt x="805590" y="216404"/>
                    <a:pt x="805590" y="216404"/>
                  </a:cubicBezTo>
                  <a:lnTo>
                    <a:pt x="803268" y="215900"/>
                  </a:lnTo>
                  <a:lnTo>
                    <a:pt x="801618" y="215900"/>
                  </a:lnTo>
                  <a:lnTo>
                    <a:pt x="800104" y="215193"/>
                  </a:lnTo>
                  <a:cubicBezTo>
                    <a:pt x="800104" y="215193"/>
                    <a:pt x="798791" y="215698"/>
                    <a:pt x="798152" y="216068"/>
                  </a:cubicBezTo>
                  <a:cubicBezTo>
                    <a:pt x="797513" y="216438"/>
                    <a:pt x="796402" y="217312"/>
                    <a:pt x="796267" y="217582"/>
                  </a:cubicBezTo>
                  <a:cubicBezTo>
                    <a:pt x="796133" y="217884"/>
                    <a:pt x="795258" y="218658"/>
                    <a:pt x="795191" y="218961"/>
                  </a:cubicBezTo>
                  <a:cubicBezTo>
                    <a:pt x="795123" y="219264"/>
                    <a:pt x="793945" y="220407"/>
                    <a:pt x="793945" y="220407"/>
                  </a:cubicBezTo>
                  <a:lnTo>
                    <a:pt x="792936" y="222224"/>
                  </a:lnTo>
                  <a:cubicBezTo>
                    <a:pt x="792936" y="222224"/>
                    <a:pt x="791993" y="222224"/>
                    <a:pt x="791489" y="222661"/>
                  </a:cubicBezTo>
                  <a:cubicBezTo>
                    <a:pt x="790984" y="223098"/>
                    <a:pt x="790748" y="223166"/>
                    <a:pt x="790479" y="223166"/>
                  </a:cubicBezTo>
                  <a:cubicBezTo>
                    <a:pt x="790176" y="223166"/>
                    <a:pt x="788965" y="223098"/>
                    <a:pt x="788965" y="223098"/>
                  </a:cubicBezTo>
                  <a:lnTo>
                    <a:pt x="787585" y="222897"/>
                  </a:lnTo>
                  <a:lnTo>
                    <a:pt x="786003" y="222897"/>
                  </a:lnTo>
                  <a:lnTo>
                    <a:pt x="783983" y="222392"/>
                  </a:lnTo>
                  <a:cubicBezTo>
                    <a:pt x="783983" y="222392"/>
                    <a:pt x="782234" y="220710"/>
                    <a:pt x="781964" y="220576"/>
                  </a:cubicBezTo>
                  <a:cubicBezTo>
                    <a:pt x="781661" y="220441"/>
                    <a:pt x="777387" y="217514"/>
                    <a:pt x="777185" y="217312"/>
                  </a:cubicBezTo>
                  <a:cubicBezTo>
                    <a:pt x="776950" y="217077"/>
                    <a:pt x="772339" y="213915"/>
                    <a:pt x="772339" y="213915"/>
                  </a:cubicBezTo>
                  <a:lnTo>
                    <a:pt x="768502" y="212098"/>
                  </a:lnTo>
                  <a:lnTo>
                    <a:pt x="763084" y="210215"/>
                  </a:lnTo>
                  <a:lnTo>
                    <a:pt x="759820" y="209273"/>
                  </a:lnTo>
                  <a:cubicBezTo>
                    <a:pt x="759820" y="209273"/>
                    <a:pt x="755411" y="208465"/>
                    <a:pt x="754906" y="208465"/>
                  </a:cubicBezTo>
                  <a:cubicBezTo>
                    <a:pt x="754401" y="208465"/>
                    <a:pt x="751945" y="208095"/>
                    <a:pt x="751945" y="208095"/>
                  </a:cubicBezTo>
                  <a:cubicBezTo>
                    <a:pt x="751945" y="208095"/>
                    <a:pt x="749252" y="207523"/>
                    <a:pt x="748377" y="206346"/>
                  </a:cubicBezTo>
                  <a:cubicBezTo>
                    <a:pt x="747502" y="205202"/>
                    <a:pt x="744540" y="202074"/>
                    <a:pt x="744372" y="201704"/>
                  </a:cubicBezTo>
                  <a:cubicBezTo>
                    <a:pt x="744237" y="201334"/>
                    <a:pt x="741612" y="198441"/>
                    <a:pt x="741612" y="198441"/>
                  </a:cubicBezTo>
                  <a:cubicBezTo>
                    <a:pt x="741612" y="198441"/>
                    <a:pt x="740468" y="197129"/>
                    <a:pt x="740367" y="196355"/>
                  </a:cubicBezTo>
                  <a:cubicBezTo>
                    <a:pt x="740300" y="195548"/>
                    <a:pt x="739795" y="192823"/>
                    <a:pt x="739795" y="192520"/>
                  </a:cubicBezTo>
                  <a:cubicBezTo>
                    <a:pt x="739795" y="192217"/>
                    <a:pt x="738785" y="189055"/>
                    <a:pt x="738718" y="188752"/>
                  </a:cubicBezTo>
                  <a:cubicBezTo>
                    <a:pt x="738651" y="188450"/>
                    <a:pt x="736968" y="186667"/>
                    <a:pt x="736699" y="185927"/>
                  </a:cubicBezTo>
                  <a:cubicBezTo>
                    <a:pt x="736429" y="185187"/>
                    <a:pt x="735016" y="182731"/>
                    <a:pt x="734949" y="182529"/>
                  </a:cubicBezTo>
                  <a:cubicBezTo>
                    <a:pt x="734881" y="182327"/>
                    <a:pt x="735218" y="180780"/>
                    <a:pt x="735454" y="180073"/>
                  </a:cubicBezTo>
                  <a:cubicBezTo>
                    <a:pt x="735655" y="179333"/>
                    <a:pt x="736329" y="177685"/>
                    <a:pt x="736396" y="177180"/>
                  </a:cubicBezTo>
                  <a:cubicBezTo>
                    <a:pt x="736463" y="176676"/>
                    <a:pt x="736463" y="175162"/>
                    <a:pt x="736530" y="174927"/>
                  </a:cubicBezTo>
                  <a:cubicBezTo>
                    <a:pt x="736598" y="174725"/>
                    <a:pt x="736598" y="172471"/>
                    <a:pt x="736598" y="172168"/>
                  </a:cubicBezTo>
                  <a:cubicBezTo>
                    <a:pt x="736598" y="171865"/>
                    <a:pt x="736901" y="170789"/>
                    <a:pt x="736901" y="170789"/>
                  </a:cubicBezTo>
                  <a:lnTo>
                    <a:pt x="737406" y="169275"/>
                  </a:lnTo>
                  <a:cubicBezTo>
                    <a:pt x="737406" y="169275"/>
                    <a:pt x="736968" y="167829"/>
                    <a:pt x="734949" y="167829"/>
                  </a:cubicBezTo>
                  <a:cubicBezTo>
                    <a:pt x="732930" y="167829"/>
                    <a:pt x="731819" y="167627"/>
                    <a:pt x="731314" y="167829"/>
                  </a:cubicBezTo>
                  <a:cubicBezTo>
                    <a:pt x="730809" y="168030"/>
                    <a:pt x="729867" y="167829"/>
                    <a:pt x="729295" y="168266"/>
                  </a:cubicBezTo>
                  <a:cubicBezTo>
                    <a:pt x="728723" y="168703"/>
                    <a:pt x="727713" y="168266"/>
                    <a:pt x="727107" y="169006"/>
                  </a:cubicBezTo>
                  <a:cubicBezTo>
                    <a:pt x="726535" y="169746"/>
                    <a:pt x="725458" y="170822"/>
                    <a:pt x="725155" y="171394"/>
                  </a:cubicBezTo>
                  <a:cubicBezTo>
                    <a:pt x="724886" y="171966"/>
                    <a:pt x="724011" y="173076"/>
                    <a:pt x="723775" y="174153"/>
                  </a:cubicBezTo>
                  <a:cubicBezTo>
                    <a:pt x="723540" y="175229"/>
                    <a:pt x="723338" y="175734"/>
                    <a:pt x="722766" y="176474"/>
                  </a:cubicBezTo>
                  <a:cubicBezTo>
                    <a:pt x="722194" y="177214"/>
                    <a:pt x="721891" y="177853"/>
                    <a:pt x="721319" y="178661"/>
                  </a:cubicBezTo>
                  <a:cubicBezTo>
                    <a:pt x="720747" y="179468"/>
                    <a:pt x="719804" y="180343"/>
                    <a:pt x="719636" y="180679"/>
                  </a:cubicBezTo>
                  <a:cubicBezTo>
                    <a:pt x="719501" y="181049"/>
                    <a:pt x="719568" y="181419"/>
                    <a:pt x="719064" y="182260"/>
                  </a:cubicBezTo>
                  <a:cubicBezTo>
                    <a:pt x="718559" y="183135"/>
                    <a:pt x="717684" y="184447"/>
                    <a:pt x="717751" y="184648"/>
                  </a:cubicBezTo>
                  <a:cubicBezTo>
                    <a:pt x="717819" y="184850"/>
                    <a:pt x="717886" y="185658"/>
                    <a:pt x="717549" y="186229"/>
                  </a:cubicBezTo>
                  <a:cubicBezTo>
                    <a:pt x="717179" y="186801"/>
                    <a:pt x="717179" y="188618"/>
                    <a:pt x="716742" y="189358"/>
                  </a:cubicBezTo>
                  <a:cubicBezTo>
                    <a:pt x="716304" y="190098"/>
                    <a:pt x="716170" y="191679"/>
                    <a:pt x="715799" y="192049"/>
                  </a:cubicBezTo>
                  <a:cubicBezTo>
                    <a:pt x="715429" y="192419"/>
                    <a:pt x="715295" y="194303"/>
                    <a:pt x="714790" y="194808"/>
                  </a:cubicBezTo>
                  <a:cubicBezTo>
                    <a:pt x="714285" y="195312"/>
                    <a:pt x="713410" y="195312"/>
                    <a:pt x="713208" y="195514"/>
                  </a:cubicBezTo>
                  <a:cubicBezTo>
                    <a:pt x="712972" y="195716"/>
                    <a:pt x="711121" y="195447"/>
                    <a:pt x="711121" y="194808"/>
                  </a:cubicBezTo>
                  <a:cubicBezTo>
                    <a:pt x="711121" y="194168"/>
                    <a:pt x="710112" y="193563"/>
                    <a:pt x="710112" y="192486"/>
                  </a:cubicBezTo>
                  <a:cubicBezTo>
                    <a:pt x="710112" y="191410"/>
                    <a:pt x="709304" y="189358"/>
                    <a:pt x="709237" y="189156"/>
                  </a:cubicBezTo>
                  <a:cubicBezTo>
                    <a:pt x="709169" y="188954"/>
                    <a:pt x="707588" y="186532"/>
                    <a:pt x="707487" y="186263"/>
                  </a:cubicBezTo>
                  <a:cubicBezTo>
                    <a:pt x="707419" y="185960"/>
                    <a:pt x="706814" y="183067"/>
                    <a:pt x="706780" y="182798"/>
                  </a:cubicBezTo>
                  <a:cubicBezTo>
                    <a:pt x="706713" y="182495"/>
                    <a:pt x="706477" y="182226"/>
                    <a:pt x="706073" y="180847"/>
                  </a:cubicBezTo>
                  <a:cubicBezTo>
                    <a:pt x="705636" y="179468"/>
                    <a:pt x="704188" y="178156"/>
                    <a:pt x="704188" y="178156"/>
                  </a:cubicBezTo>
                  <a:lnTo>
                    <a:pt x="702438" y="175835"/>
                  </a:lnTo>
                  <a:lnTo>
                    <a:pt x="700419" y="174826"/>
                  </a:lnTo>
                  <a:lnTo>
                    <a:pt x="697727" y="175196"/>
                  </a:lnTo>
                  <a:lnTo>
                    <a:pt x="695775" y="175936"/>
                  </a:lnTo>
                  <a:lnTo>
                    <a:pt x="691063" y="178694"/>
                  </a:lnTo>
                  <a:cubicBezTo>
                    <a:pt x="691063" y="178694"/>
                    <a:pt x="688875" y="180948"/>
                    <a:pt x="688741" y="181150"/>
                  </a:cubicBezTo>
                  <a:cubicBezTo>
                    <a:pt x="688606" y="181352"/>
                    <a:pt x="687092" y="183404"/>
                    <a:pt x="686991" y="183673"/>
                  </a:cubicBezTo>
                  <a:cubicBezTo>
                    <a:pt x="686924" y="183976"/>
                    <a:pt x="686924" y="186364"/>
                    <a:pt x="686924" y="186364"/>
                  </a:cubicBezTo>
                  <a:lnTo>
                    <a:pt x="687462" y="188954"/>
                  </a:lnTo>
                  <a:lnTo>
                    <a:pt x="689515" y="190973"/>
                  </a:lnTo>
                  <a:lnTo>
                    <a:pt x="689515" y="192486"/>
                  </a:lnTo>
                  <a:cubicBezTo>
                    <a:pt x="689515" y="192486"/>
                    <a:pt x="688270" y="193058"/>
                    <a:pt x="687630" y="193563"/>
                  </a:cubicBezTo>
                  <a:cubicBezTo>
                    <a:pt x="686991" y="194067"/>
                    <a:pt x="684366" y="195951"/>
                    <a:pt x="684366" y="195951"/>
                  </a:cubicBezTo>
                  <a:cubicBezTo>
                    <a:pt x="684366" y="195951"/>
                    <a:pt x="681977" y="196590"/>
                    <a:pt x="681674" y="196691"/>
                  </a:cubicBezTo>
                  <a:cubicBezTo>
                    <a:pt x="681371" y="196759"/>
                    <a:pt x="677837" y="196826"/>
                    <a:pt x="677332" y="196826"/>
                  </a:cubicBezTo>
                  <a:cubicBezTo>
                    <a:pt x="676827" y="196826"/>
                    <a:pt x="674000" y="196523"/>
                    <a:pt x="673698" y="196893"/>
                  </a:cubicBezTo>
                  <a:cubicBezTo>
                    <a:pt x="673428" y="197263"/>
                    <a:pt x="668784" y="199282"/>
                    <a:pt x="668784" y="199282"/>
                  </a:cubicBezTo>
                  <a:lnTo>
                    <a:pt x="662625" y="200964"/>
                  </a:lnTo>
                  <a:lnTo>
                    <a:pt x="660370" y="202915"/>
                  </a:lnTo>
                  <a:lnTo>
                    <a:pt x="658486" y="206178"/>
                  </a:lnTo>
                  <a:lnTo>
                    <a:pt x="655962" y="209508"/>
                  </a:lnTo>
                  <a:cubicBezTo>
                    <a:pt x="655962" y="209508"/>
                    <a:pt x="654649" y="209945"/>
                    <a:pt x="654380" y="210013"/>
                  </a:cubicBezTo>
                  <a:cubicBezTo>
                    <a:pt x="654110" y="210080"/>
                    <a:pt x="649163" y="209878"/>
                    <a:pt x="649163" y="209878"/>
                  </a:cubicBezTo>
                  <a:lnTo>
                    <a:pt x="647985" y="210887"/>
                  </a:lnTo>
                  <a:cubicBezTo>
                    <a:pt x="647985" y="210887"/>
                    <a:pt x="647178" y="214016"/>
                    <a:pt x="647043" y="214352"/>
                  </a:cubicBezTo>
                  <a:cubicBezTo>
                    <a:pt x="646908" y="214722"/>
                    <a:pt x="645865" y="217884"/>
                    <a:pt x="646101" y="218423"/>
                  </a:cubicBezTo>
                  <a:cubicBezTo>
                    <a:pt x="646303" y="218927"/>
                    <a:pt x="647312" y="223334"/>
                    <a:pt x="647312" y="223334"/>
                  </a:cubicBezTo>
                  <a:lnTo>
                    <a:pt x="649197" y="228750"/>
                  </a:lnTo>
                  <a:cubicBezTo>
                    <a:pt x="649197" y="228750"/>
                    <a:pt x="650274" y="231946"/>
                    <a:pt x="650274" y="232215"/>
                  </a:cubicBezTo>
                  <a:cubicBezTo>
                    <a:pt x="650274" y="232518"/>
                    <a:pt x="649836" y="234603"/>
                    <a:pt x="649836" y="234603"/>
                  </a:cubicBezTo>
                  <a:cubicBezTo>
                    <a:pt x="649836" y="234603"/>
                    <a:pt x="648120" y="235108"/>
                    <a:pt x="647649" y="235343"/>
                  </a:cubicBezTo>
                  <a:cubicBezTo>
                    <a:pt x="647211" y="235545"/>
                    <a:pt x="643812" y="236487"/>
                    <a:pt x="643307" y="236588"/>
                  </a:cubicBezTo>
                  <a:cubicBezTo>
                    <a:pt x="642803" y="236655"/>
                    <a:pt x="641120" y="236790"/>
                    <a:pt x="640783" y="237160"/>
                  </a:cubicBezTo>
                  <a:cubicBezTo>
                    <a:pt x="640413" y="237530"/>
                    <a:pt x="639706" y="237967"/>
                    <a:pt x="639202" y="238304"/>
                  </a:cubicBezTo>
                  <a:cubicBezTo>
                    <a:pt x="638697" y="238640"/>
                    <a:pt x="636879" y="239750"/>
                    <a:pt x="636879" y="239750"/>
                  </a:cubicBezTo>
                  <a:cubicBezTo>
                    <a:pt x="636879" y="239750"/>
                    <a:pt x="635062" y="241331"/>
                    <a:pt x="634927" y="241567"/>
                  </a:cubicBezTo>
                  <a:cubicBezTo>
                    <a:pt x="634793" y="241768"/>
                    <a:pt x="633682" y="242643"/>
                    <a:pt x="632908" y="242643"/>
                  </a:cubicBezTo>
                  <a:cubicBezTo>
                    <a:pt x="632100" y="242643"/>
                    <a:pt x="629273" y="242206"/>
                    <a:pt x="628432" y="242206"/>
                  </a:cubicBezTo>
                  <a:cubicBezTo>
                    <a:pt x="627557" y="242206"/>
                    <a:pt x="625740" y="241701"/>
                    <a:pt x="625235" y="241567"/>
                  </a:cubicBezTo>
                  <a:cubicBezTo>
                    <a:pt x="624730" y="241432"/>
                    <a:pt x="622475" y="239616"/>
                    <a:pt x="622475" y="239616"/>
                  </a:cubicBezTo>
                  <a:lnTo>
                    <a:pt x="618942" y="237429"/>
                  </a:lnTo>
                  <a:cubicBezTo>
                    <a:pt x="618942" y="237429"/>
                    <a:pt x="616619" y="236050"/>
                    <a:pt x="615980" y="234906"/>
                  </a:cubicBezTo>
                  <a:cubicBezTo>
                    <a:pt x="615340" y="233762"/>
                    <a:pt x="614230" y="231778"/>
                    <a:pt x="613725" y="230634"/>
                  </a:cubicBezTo>
                  <a:cubicBezTo>
                    <a:pt x="613220" y="229456"/>
                    <a:pt x="611706" y="227068"/>
                    <a:pt x="611638" y="226866"/>
                  </a:cubicBezTo>
                  <a:cubicBezTo>
                    <a:pt x="611537" y="226664"/>
                    <a:pt x="609013" y="222897"/>
                    <a:pt x="609013" y="222897"/>
                  </a:cubicBezTo>
                  <a:lnTo>
                    <a:pt x="602047" y="217111"/>
                  </a:lnTo>
                  <a:lnTo>
                    <a:pt x="597638" y="212838"/>
                  </a:lnTo>
                  <a:lnTo>
                    <a:pt x="595451" y="207052"/>
                  </a:lnTo>
                  <a:lnTo>
                    <a:pt x="592691" y="203352"/>
                  </a:lnTo>
                  <a:lnTo>
                    <a:pt x="587979" y="199517"/>
                  </a:lnTo>
                  <a:lnTo>
                    <a:pt x="584075" y="195682"/>
                  </a:lnTo>
                  <a:cubicBezTo>
                    <a:pt x="584075" y="195682"/>
                    <a:pt x="581551" y="192049"/>
                    <a:pt x="581248" y="191780"/>
                  </a:cubicBezTo>
                  <a:cubicBezTo>
                    <a:pt x="580945" y="191477"/>
                    <a:pt x="579061" y="188080"/>
                    <a:pt x="579061" y="188080"/>
                  </a:cubicBezTo>
                  <a:lnTo>
                    <a:pt x="577916" y="184379"/>
                  </a:lnTo>
                  <a:lnTo>
                    <a:pt x="575157" y="177349"/>
                  </a:lnTo>
                  <a:lnTo>
                    <a:pt x="573642" y="172134"/>
                  </a:lnTo>
                  <a:lnTo>
                    <a:pt x="573003" y="165608"/>
                  </a:lnTo>
                  <a:lnTo>
                    <a:pt x="572868" y="159587"/>
                  </a:lnTo>
                  <a:lnTo>
                    <a:pt x="572498" y="156828"/>
                  </a:lnTo>
                  <a:lnTo>
                    <a:pt x="570849" y="154070"/>
                  </a:lnTo>
                  <a:lnTo>
                    <a:pt x="568661" y="150941"/>
                  </a:lnTo>
                  <a:lnTo>
                    <a:pt x="565195" y="148755"/>
                  </a:lnTo>
                  <a:cubicBezTo>
                    <a:pt x="565195" y="148755"/>
                    <a:pt x="562099" y="148116"/>
                    <a:pt x="561359" y="148116"/>
                  </a:cubicBezTo>
                  <a:cubicBezTo>
                    <a:pt x="560652" y="148116"/>
                    <a:pt x="558229" y="148116"/>
                    <a:pt x="558229" y="148116"/>
                  </a:cubicBezTo>
                  <a:cubicBezTo>
                    <a:pt x="558229" y="148116"/>
                    <a:pt x="556411" y="149259"/>
                    <a:pt x="556277" y="150134"/>
                  </a:cubicBezTo>
                  <a:cubicBezTo>
                    <a:pt x="556142" y="151009"/>
                    <a:pt x="554829" y="153229"/>
                    <a:pt x="554762" y="153599"/>
                  </a:cubicBezTo>
                  <a:cubicBezTo>
                    <a:pt x="554695" y="153969"/>
                    <a:pt x="554190" y="156795"/>
                    <a:pt x="554325" y="157064"/>
                  </a:cubicBezTo>
                  <a:cubicBezTo>
                    <a:pt x="554459" y="157367"/>
                    <a:pt x="553517" y="161773"/>
                    <a:pt x="553517" y="161773"/>
                  </a:cubicBezTo>
                  <a:cubicBezTo>
                    <a:pt x="553517" y="161773"/>
                    <a:pt x="551498" y="164532"/>
                    <a:pt x="551262" y="164599"/>
                  </a:cubicBezTo>
                  <a:cubicBezTo>
                    <a:pt x="551060" y="164666"/>
                    <a:pt x="547493" y="166988"/>
                    <a:pt x="547493" y="166988"/>
                  </a:cubicBezTo>
                  <a:lnTo>
                    <a:pt x="544901" y="167290"/>
                  </a:lnTo>
                  <a:cubicBezTo>
                    <a:pt x="544901" y="167290"/>
                    <a:pt x="540560" y="166281"/>
                    <a:pt x="540257" y="166550"/>
                  </a:cubicBezTo>
                  <a:cubicBezTo>
                    <a:pt x="539988" y="166853"/>
                    <a:pt x="538171" y="167795"/>
                    <a:pt x="538002" y="168501"/>
                  </a:cubicBezTo>
                  <a:cubicBezTo>
                    <a:pt x="537867" y="169208"/>
                    <a:pt x="538069" y="171697"/>
                    <a:pt x="538204" y="172134"/>
                  </a:cubicBezTo>
                  <a:cubicBezTo>
                    <a:pt x="538339" y="172572"/>
                    <a:pt x="540594" y="175599"/>
                    <a:pt x="540728" y="175835"/>
                  </a:cubicBezTo>
                  <a:cubicBezTo>
                    <a:pt x="540863" y="176037"/>
                    <a:pt x="541233" y="177920"/>
                    <a:pt x="541805" y="178728"/>
                  </a:cubicBezTo>
                  <a:cubicBezTo>
                    <a:pt x="542377" y="179535"/>
                    <a:pt x="543185" y="180746"/>
                    <a:pt x="543118" y="181318"/>
                  </a:cubicBezTo>
                  <a:cubicBezTo>
                    <a:pt x="543050" y="181890"/>
                    <a:pt x="543824" y="184783"/>
                    <a:pt x="543690" y="185018"/>
                  </a:cubicBezTo>
                  <a:cubicBezTo>
                    <a:pt x="543555" y="185254"/>
                    <a:pt x="540122" y="192856"/>
                    <a:pt x="540122" y="192856"/>
                  </a:cubicBezTo>
                  <a:lnTo>
                    <a:pt x="535243" y="199484"/>
                  </a:lnTo>
                  <a:lnTo>
                    <a:pt x="529690" y="198071"/>
                  </a:lnTo>
                  <a:cubicBezTo>
                    <a:pt x="529690" y="198071"/>
                    <a:pt x="528175" y="199921"/>
                    <a:pt x="527838" y="200022"/>
                  </a:cubicBezTo>
                  <a:cubicBezTo>
                    <a:pt x="527502" y="200123"/>
                    <a:pt x="525988" y="201098"/>
                    <a:pt x="525651" y="201233"/>
                  </a:cubicBezTo>
                  <a:cubicBezTo>
                    <a:pt x="525348" y="201334"/>
                    <a:pt x="524339" y="202107"/>
                    <a:pt x="523362" y="201334"/>
                  </a:cubicBezTo>
                  <a:cubicBezTo>
                    <a:pt x="522386" y="200560"/>
                    <a:pt x="519559" y="197633"/>
                    <a:pt x="519559" y="197633"/>
                  </a:cubicBezTo>
                  <a:cubicBezTo>
                    <a:pt x="519559" y="197633"/>
                    <a:pt x="519357" y="196658"/>
                    <a:pt x="519795" y="195581"/>
                  </a:cubicBezTo>
                  <a:cubicBezTo>
                    <a:pt x="520232" y="194505"/>
                    <a:pt x="520670" y="193092"/>
                    <a:pt x="520771" y="190905"/>
                  </a:cubicBezTo>
                  <a:cubicBezTo>
                    <a:pt x="520872" y="188719"/>
                    <a:pt x="520569" y="187340"/>
                    <a:pt x="520569" y="187340"/>
                  </a:cubicBezTo>
                  <a:cubicBezTo>
                    <a:pt x="520569" y="187340"/>
                    <a:pt x="518516" y="186566"/>
                    <a:pt x="518180" y="186700"/>
                  </a:cubicBezTo>
                  <a:cubicBezTo>
                    <a:pt x="517843" y="186801"/>
                    <a:pt x="515554" y="186936"/>
                    <a:pt x="515252" y="187474"/>
                  </a:cubicBezTo>
                  <a:cubicBezTo>
                    <a:pt x="514915" y="188012"/>
                    <a:pt x="514814" y="189324"/>
                    <a:pt x="513603" y="189762"/>
                  </a:cubicBezTo>
                  <a:cubicBezTo>
                    <a:pt x="512391" y="190199"/>
                    <a:pt x="509800" y="191612"/>
                    <a:pt x="509362" y="190199"/>
                  </a:cubicBezTo>
                  <a:cubicBezTo>
                    <a:pt x="508924" y="188786"/>
                    <a:pt x="508386" y="187373"/>
                    <a:pt x="508285" y="187037"/>
                  </a:cubicBezTo>
                  <a:cubicBezTo>
                    <a:pt x="508184" y="186700"/>
                    <a:pt x="504146" y="182159"/>
                    <a:pt x="503843" y="181184"/>
                  </a:cubicBezTo>
                  <a:cubicBezTo>
                    <a:pt x="503506" y="180208"/>
                    <a:pt x="503304" y="178997"/>
                    <a:pt x="502867" y="178156"/>
                  </a:cubicBezTo>
                  <a:cubicBezTo>
                    <a:pt x="502429" y="177281"/>
                    <a:pt x="501453" y="175532"/>
                    <a:pt x="500141" y="174792"/>
                  </a:cubicBezTo>
                  <a:cubicBezTo>
                    <a:pt x="498828" y="174018"/>
                    <a:pt x="495362" y="171193"/>
                    <a:pt x="495362" y="171193"/>
                  </a:cubicBezTo>
                  <a:cubicBezTo>
                    <a:pt x="495362" y="171193"/>
                    <a:pt x="493073" y="168367"/>
                    <a:pt x="492535" y="167829"/>
                  </a:cubicBezTo>
                  <a:cubicBezTo>
                    <a:pt x="491996" y="167290"/>
                    <a:pt x="492905" y="165036"/>
                    <a:pt x="492905" y="165036"/>
                  </a:cubicBezTo>
                  <a:lnTo>
                    <a:pt x="492165" y="163725"/>
                  </a:lnTo>
                  <a:lnTo>
                    <a:pt x="490583" y="162278"/>
                  </a:lnTo>
                  <a:lnTo>
                    <a:pt x="489573" y="161269"/>
                  </a:lnTo>
                  <a:lnTo>
                    <a:pt x="488126" y="159183"/>
                  </a:lnTo>
                  <a:lnTo>
                    <a:pt x="487857" y="158039"/>
                  </a:lnTo>
                  <a:lnTo>
                    <a:pt x="488093" y="156727"/>
                  </a:lnTo>
                  <a:cubicBezTo>
                    <a:pt x="488093" y="156727"/>
                    <a:pt x="488160" y="155786"/>
                    <a:pt x="488900" y="155651"/>
                  </a:cubicBezTo>
                  <a:cubicBezTo>
                    <a:pt x="489607" y="155516"/>
                    <a:pt x="490347" y="155348"/>
                    <a:pt x="490347" y="155348"/>
                  </a:cubicBezTo>
                  <a:lnTo>
                    <a:pt x="491592" y="154844"/>
                  </a:lnTo>
                  <a:cubicBezTo>
                    <a:pt x="491592" y="154844"/>
                    <a:pt x="491391" y="154541"/>
                    <a:pt x="492232" y="154541"/>
                  </a:cubicBezTo>
                  <a:cubicBezTo>
                    <a:pt x="493107" y="154541"/>
                    <a:pt x="494184" y="154339"/>
                    <a:pt x="494184" y="154339"/>
                  </a:cubicBezTo>
                  <a:lnTo>
                    <a:pt x="494689" y="153195"/>
                  </a:lnTo>
                  <a:cubicBezTo>
                    <a:pt x="494689" y="153195"/>
                    <a:pt x="494891" y="152186"/>
                    <a:pt x="494991" y="151883"/>
                  </a:cubicBezTo>
                  <a:cubicBezTo>
                    <a:pt x="495059" y="151581"/>
                    <a:pt x="495429" y="150874"/>
                    <a:pt x="495866" y="151244"/>
                  </a:cubicBezTo>
                  <a:cubicBezTo>
                    <a:pt x="496304" y="151614"/>
                    <a:pt x="497011" y="152388"/>
                    <a:pt x="497751" y="152556"/>
                  </a:cubicBezTo>
                  <a:cubicBezTo>
                    <a:pt x="498492" y="152691"/>
                    <a:pt x="499872" y="152422"/>
                    <a:pt x="500141" y="152489"/>
                  </a:cubicBezTo>
                  <a:cubicBezTo>
                    <a:pt x="500443" y="152556"/>
                    <a:pt x="501453" y="149293"/>
                    <a:pt x="501453" y="149293"/>
                  </a:cubicBezTo>
                  <a:lnTo>
                    <a:pt x="498559" y="147544"/>
                  </a:lnTo>
                  <a:lnTo>
                    <a:pt x="494285" y="146467"/>
                  </a:lnTo>
                  <a:lnTo>
                    <a:pt x="490448" y="146467"/>
                  </a:lnTo>
                  <a:cubicBezTo>
                    <a:pt x="490448" y="146467"/>
                    <a:pt x="487116" y="144651"/>
                    <a:pt x="486814" y="144584"/>
                  </a:cubicBezTo>
                  <a:cubicBezTo>
                    <a:pt x="486510" y="144516"/>
                    <a:pt x="483616" y="144012"/>
                    <a:pt x="482842" y="144079"/>
                  </a:cubicBezTo>
                  <a:cubicBezTo>
                    <a:pt x="482035" y="144146"/>
                    <a:pt x="480015" y="143844"/>
                    <a:pt x="479713" y="144079"/>
                  </a:cubicBezTo>
                  <a:cubicBezTo>
                    <a:pt x="479409" y="144315"/>
                    <a:pt x="477458" y="144651"/>
                    <a:pt x="476582" y="144651"/>
                  </a:cubicBezTo>
                  <a:cubicBezTo>
                    <a:pt x="475707" y="144651"/>
                    <a:pt x="472813" y="144348"/>
                    <a:pt x="472611" y="144348"/>
                  </a:cubicBezTo>
                  <a:cubicBezTo>
                    <a:pt x="472409" y="144348"/>
                    <a:pt x="470659" y="144651"/>
                    <a:pt x="470424" y="144853"/>
                  </a:cubicBezTo>
                  <a:cubicBezTo>
                    <a:pt x="470222" y="145055"/>
                    <a:pt x="469347" y="146097"/>
                    <a:pt x="469347" y="146367"/>
                  </a:cubicBezTo>
                  <a:cubicBezTo>
                    <a:pt x="469347" y="146669"/>
                    <a:pt x="468909" y="146804"/>
                    <a:pt x="468606" y="146804"/>
                  </a:cubicBezTo>
                  <a:cubicBezTo>
                    <a:pt x="468304" y="146804"/>
                    <a:pt x="465207" y="145862"/>
                    <a:pt x="465039" y="145425"/>
                  </a:cubicBezTo>
                  <a:cubicBezTo>
                    <a:pt x="464904" y="144987"/>
                    <a:pt x="465476" y="143877"/>
                    <a:pt x="464231" y="143944"/>
                  </a:cubicBezTo>
                  <a:cubicBezTo>
                    <a:pt x="462986" y="144045"/>
                    <a:pt x="461977" y="144617"/>
                    <a:pt x="461606" y="144819"/>
                  </a:cubicBezTo>
                  <a:cubicBezTo>
                    <a:pt x="461236" y="145021"/>
                    <a:pt x="460226" y="147510"/>
                    <a:pt x="460024" y="147712"/>
                  </a:cubicBezTo>
                  <a:cubicBezTo>
                    <a:pt x="459823" y="147914"/>
                    <a:pt x="458375" y="148519"/>
                    <a:pt x="458375" y="148519"/>
                  </a:cubicBezTo>
                  <a:cubicBezTo>
                    <a:pt x="458375" y="148519"/>
                    <a:pt x="457669" y="150706"/>
                    <a:pt x="457298" y="150841"/>
                  </a:cubicBezTo>
                  <a:cubicBezTo>
                    <a:pt x="456928" y="150975"/>
                    <a:pt x="455043" y="152590"/>
                    <a:pt x="454774" y="152657"/>
                  </a:cubicBezTo>
                  <a:cubicBezTo>
                    <a:pt x="454472" y="152724"/>
                    <a:pt x="452116" y="151648"/>
                    <a:pt x="451443" y="150403"/>
                  </a:cubicBezTo>
                  <a:cubicBezTo>
                    <a:pt x="450803" y="149159"/>
                    <a:pt x="450568" y="149327"/>
                    <a:pt x="450803" y="148149"/>
                  </a:cubicBezTo>
                  <a:cubicBezTo>
                    <a:pt x="451039" y="147006"/>
                    <a:pt x="451308" y="146838"/>
                    <a:pt x="451308" y="145963"/>
                  </a:cubicBezTo>
                  <a:cubicBezTo>
                    <a:pt x="451308" y="145088"/>
                    <a:pt x="451308" y="143776"/>
                    <a:pt x="451308" y="143776"/>
                  </a:cubicBezTo>
                  <a:cubicBezTo>
                    <a:pt x="451308" y="143776"/>
                    <a:pt x="451375" y="141522"/>
                    <a:pt x="451240" y="141321"/>
                  </a:cubicBezTo>
                  <a:cubicBezTo>
                    <a:pt x="451106" y="141119"/>
                    <a:pt x="449154" y="138495"/>
                    <a:pt x="449154" y="138495"/>
                  </a:cubicBezTo>
                  <a:lnTo>
                    <a:pt x="445957" y="131464"/>
                  </a:lnTo>
                  <a:cubicBezTo>
                    <a:pt x="445957" y="131464"/>
                    <a:pt x="445385" y="128874"/>
                    <a:pt x="445452" y="128638"/>
                  </a:cubicBezTo>
                  <a:cubicBezTo>
                    <a:pt x="445519" y="128437"/>
                    <a:pt x="446024" y="125005"/>
                    <a:pt x="446394" y="124501"/>
                  </a:cubicBezTo>
                  <a:cubicBezTo>
                    <a:pt x="446765" y="123996"/>
                    <a:pt x="447471" y="123189"/>
                    <a:pt x="447774" y="122920"/>
                  </a:cubicBezTo>
                  <a:cubicBezTo>
                    <a:pt x="448077" y="122617"/>
                    <a:pt x="449794" y="120397"/>
                    <a:pt x="450029" y="120296"/>
                  </a:cubicBezTo>
                  <a:cubicBezTo>
                    <a:pt x="450231" y="120229"/>
                    <a:pt x="453226" y="118210"/>
                    <a:pt x="453226" y="118210"/>
                  </a:cubicBezTo>
                  <a:cubicBezTo>
                    <a:pt x="453226" y="118210"/>
                    <a:pt x="454673" y="115956"/>
                    <a:pt x="454673" y="115754"/>
                  </a:cubicBezTo>
                  <a:cubicBezTo>
                    <a:pt x="454673" y="115553"/>
                    <a:pt x="453058" y="113803"/>
                    <a:pt x="452419" y="113299"/>
                  </a:cubicBezTo>
                  <a:cubicBezTo>
                    <a:pt x="451745" y="112794"/>
                    <a:pt x="449020" y="110910"/>
                    <a:pt x="448649" y="110843"/>
                  </a:cubicBezTo>
                  <a:cubicBezTo>
                    <a:pt x="448279" y="110776"/>
                    <a:pt x="445957" y="108724"/>
                    <a:pt x="445688" y="108589"/>
                  </a:cubicBezTo>
                  <a:cubicBezTo>
                    <a:pt x="445418" y="108455"/>
                    <a:pt x="442423" y="105898"/>
                    <a:pt x="442423" y="105898"/>
                  </a:cubicBezTo>
                  <a:lnTo>
                    <a:pt x="439461" y="100247"/>
                  </a:lnTo>
                  <a:lnTo>
                    <a:pt x="440404" y="97051"/>
                  </a:lnTo>
                  <a:cubicBezTo>
                    <a:pt x="440404" y="97051"/>
                    <a:pt x="438822" y="93283"/>
                    <a:pt x="438216" y="93283"/>
                  </a:cubicBezTo>
                  <a:cubicBezTo>
                    <a:pt x="437644" y="93283"/>
                    <a:pt x="435457" y="91837"/>
                    <a:pt x="435087" y="91837"/>
                  </a:cubicBezTo>
                  <a:cubicBezTo>
                    <a:pt x="434716" y="91837"/>
                    <a:pt x="432697" y="92341"/>
                    <a:pt x="432697" y="92341"/>
                  </a:cubicBezTo>
                  <a:cubicBezTo>
                    <a:pt x="432697" y="92341"/>
                    <a:pt x="430442" y="94427"/>
                    <a:pt x="430375" y="94662"/>
                  </a:cubicBezTo>
                  <a:cubicBezTo>
                    <a:pt x="430307" y="94898"/>
                    <a:pt x="428120" y="95604"/>
                    <a:pt x="428120" y="95604"/>
                  </a:cubicBezTo>
                  <a:cubicBezTo>
                    <a:pt x="428120" y="95604"/>
                    <a:pt x="427380" y="95604"/>
                    <a:pt x="427043" y="95537"/>
                  </a:cubicBezTo>
                  <a:cubicBezTo>
                    <a:pt x="426673" y="95470"/>
                    <a:pt x="421826" y="93519"/>
                    <a:pt x="421826" y="93519"/>
                  </a:cubicBezTo>
                  <a:cubicBezTo>
                    <a:pt x="421826" y="93519"/>
                    <a:pt x="421019" y="93384"/>
                    <a:pt x="419740" y="93149"/>
                  </a:cubicBezTo>
                  <a:cubicBezTo>
                    <a:pt x="418427" y="92947"/>
                    <a:pt x="417283" y="92408"/>
                    <a:pt x="417048" y="92274"/>
                  </a:cubicBezTo>
                  <a:cubicBezTo>
                    <a:pt x="416846" y="92139"/>
                    <a:pt x="416475" y="91265"/>
                    <a:pt x="416173" y="90895"/>
                  </a:cubicBezTo>
                  <a:cubicBezTo>
                    <a:pt x="415869" y="90525"/>
                    <a:pt x="414860" y="89516"/>
                    <a:pt x="414557" y="89280"/>
                  </a:cubicBezTo>
                  <a:cubicBezTo>
                    <a:pt x="414288" y="89078"/>
                    <a:pt x="413043" y="87867"/>
                    <a:pt x="412740" y="87800"/>
                  </a:cubicBezTo>
                  <a:cubicBezTo>
                    <a:pt x="412470" y="87733"/>
                    <a:pt x="411091" y="87262"/>
                    <a:pt x="410788" y="87262"/>
                  </a:cubicBezTo>
                  <a:cubicBezTo>
                    <a:pt x="410519" y="87262"/>
                    <a:pt x="408701" y="87262"/>
                    <a:pt x="408701" y="87262"/>
                  </a:cubicBezTo>
                  <a:cubicBezTo>
                    <a:pt x="408701" y="87262"/>
                    <a:pt x="405807" y="87262"/>
                    <a:pt x="404999" y="87262"/>
                  </a:cubicBezTo>
                  <a:cubicBezTo>
                    <a:pt x="404191" y="87262"/>
                    <a:pt x="401735" y="87262"/>
                    <a:pt x="401735" y="87262"/>
                  </a:cubicBezTo>
                  <a:lnTo>
                    <a:pt x="399480" y="90020"/>
                  </a:lnTo>
                  <a:lnTo>
                    <a:pt x="392076" y="94225"/>
                  </a:lnTo>
                  <a:lnTo>
                    <a:pt x="385984" y="98060"/>
                  </a:lnTo>
                  <a:cubicBezTo>
                    <a:pt x="385984" y="98060"/>
                    <a:pt x="382350" y="101323"/>
                    <a:pt x="382148" y="101323"/>
                  </a:cubicBezTo>
                  <a:cubicBezTo>
                    <a:pt x="381946" y="101323"/>
                    <a:pt x="378883" y="103207"/>
                    <a:pt x="378614" y="103207"/>
                  </a:cubicBezTo>
                  <a:cubicBezTo>
                    <a:pt x="378345" y="103207"/>
                    <a:pt x="374407" y="104452"/>
                    <a:pt x="374407" y="104452"/>
                  </a:cubicBezTo>
                  <a:cubicBezTo>
                    <a:pt x="374407" y="104452"/>
                    <a:pt x="370200" y="104384"/>
                    <a:pt x="369628" y="104452"/>
                  </a:cubicBezTo>
                  <a:cubicBezTo>
                    <a:pt x="369056" y="104519"/>
                    <a:pt x="365287" y="103812"/>
                    <a:pt x="364984" y="103812"/>
                  </a:cubicBezTo>
                  <a:cubicBezTo>
                    <a:pt x="364715" y="103812"/>
                    <a:pt x="358388" y="102803"/>
                    <a:pt x="358388" y="102803"/>
                  </a:cubicBezTo>
                  <a:lnTo>
                    <a:pt x="348325" y="100280"/>
                  </a:lnTo>
                  <a:lnTo>
                    <a:pt x="341089" y="95436"/>
                  </a:lnTo>
                  <a:lnTo>
                    <a:pt x="336310" y="91298"/>
                  </a:lnTo>
                  <a:cubicBezTo>
                    <a:pt x="336310" y="91298"/>
                    <a:pt x="333416" y="88170"/>
                    <a:pt x="333113" y="87968"/>
                  </a:cubicBezTo>
                  <a:cubicBezTo>
                    <a:pt x="332810" y="87733"/>
                    <a:pt x="330488" y="85142"/>
                    <a:pt x="330589" y="84940"/>
                  </a:cubicBezTo>
                  <a:cubicBezTo>
                    <a:pt x="330656" y="84739"/>
                    <a:pt x="330219" y="79289"/>
                    <a:pt x="330219" y="79289"/>
                  </a:cubicBezTo>
                  <a:lnTo>
                    <a:pt x="329714" y="75084"/>
                  </a:lnTo>
                  <a:lnTo>
                    <a:pt x="330791" y="69803"/>
                  </a:lnTo>
                  <a:lnTo>
                    <a:pt x="331868" y="67852"/>
                  </a:lnTo>
                  <a:lnTo>
                    <a:pt x="331733" y="65934"/>
                  </a:lnTo>
                  <a:cubicBezTo>
                    <a:pt x="331733" y="65934"/>
                    <a:pt x="330219" y="64723"/>
                    <a:pt x="329714" y="64723"/>
                  </a:cubicBezTo>
                  <a:cubicBezTo>
                    <a:pt x="329209" y="64723"/>
                    <a:pt x="326954" y="64723"/>
                    <a:pt x="326954" y="64723"/>
                  </a:cubicBezTo>
                  <a:cubicBezTo>
                    <a:pt x="326954" y="64723"/>
                    <a:pt x="325642" y="65093"/>
                    <a:pt x="324363" y="65228"/>
                  </a:cubicBezTo>
                  <a:cubicBezTo>
                    <a:pt x="323050" y="65362"/>
                    <a:pt x="321166" y="65968"/>
                    <a:pt x="320459" y="66304"/>
                  </a:cubicBezTo>
                  <a:cubicBezTo>
                    <a:pt x="319752" y="66674"/>
                    <a:pt x="317767" y="67616"/>
                    <a:pt x="317430" y="67885"/>
                  </a:cubicBezTo>
                  <a:cubicBezTo>
                    <a:pt x="317060" y="68188"/>
                    <a:pt x="315108" y="68760"/>
                    <a:pt x="314738" y="69264"/>
                  </a:cubicBezTo>
                  <a:cubicBezTo>
                    <a:pt x="314368" y="69769"/>
                    <a:pt x="311709" y="72965"/>
                    <a:pt x="311608" y="73234"/>
                  </a:cubicBezTo>
                  <a:cubicBezTo>
                    <a:pt x="311540" y="73537"/>
                    <a:pt x="309656" y="76934"/>
                    <a:pt x="309656" y="76934"/>
                  </a:cubicBezTo>
                  <a:lnTo>
                    <a:pt x="306324" y="79121"/>
                  </a:lnTo>
                  <a:lnTo>
                    <a:pt x="302622" y="82586"/>
                  </a:lnTo>
                  <a:cubicBezTo>
                    <a:pt x="302622" y="82586"/>
                    <a:pt x="300031" y="83662"/>
                    <a:pt x="299661" y="83662"/>
                  </a:cubicBezTo>
                  <a:cubicBezTo>
                    <a:pt x="299290" y="83662"/>
                    <a:pt x="294747" y="85546"/>
                    <a:pt x="294747" y="85546"/>
                  </a:cubicBezTo>
                  <a:lnTo>
                    <a:pt x="291348" y="85849"/>
                  </a:lnTo>
                  <a:cubicBezTo>
                    <a:pt x="291348" y="85849"/>
                    <a:pt x="288655" y="86488"/>
                    <a:pt x="288453" y="86555"/>
                  </a:cubicBezTo>
                  <a:cubicBezTo>
                    <a:pt x="288252" y="86622"/>
                    <a:pt x="285829" y="87363"/>
                    <a:pt x="285054" y="87564"/>
                  </a:cubicBezTo>
                  <a:cubicBezTo>
                    <a:pt x="284246" y="87766"/>
                    <a:pt x="281655" y="87699"/>
                    <a:pt x="281655" y="87699"/>
                  </a:cubicBezTo>
                  <a:cubicBezTo>
                    <a:pt x="281655" y="87699"/>
                    <a:pt x="280073" y="86118"/>
                    <a:pt x="279939" y="85882"/>
                  </a:cubicBezTo>
                  <a:cubicBezTo>
                    <a:pt x="279804" y="85681"/>
                    <a:pt x="278626" y="83797"/>
                    <a:pt x="278256" y="82855"/>
                  </a:cubicBezTo>
                  <a:cubicBezTo>
                    <a:pt x="277886" y="81913"/>
                    <a:pt x="277246" y="81341"/>
                    <a:pt x="276944" y="80096"/>
                  </a:cubicBezTo>
                  <a:cubicBezTo>
                    <a:pt x="276641" y="78852"/>
                    <a:pt x="276506" y="76766"/>
                    <a:pt x="276506" y="76766"/>
                  </a:cubicBezTo>
                  <a:cubicBezTo>
                    <a:pt x="276506" y="76766"/>
                    <a:pt x="275496" y="75252"/>
                    <a:pt x="275194" y="75252"/>
                  </a:cubicBezTo>
                  <a:cubicBezTo>
                    <a:pt x="274891" y="75252"/>
                    <a:pt x="271996" y="74109"/>
                    <a:pt x="271727" y="74109"/>
                  </a:cubicBezTo>
                  <a:cubicBezTo>
                    <a:pt x="271424" y="74109"/>
                    <a:pt x="269035" y="72023"/>
                    <a:pt x="268833" y="71855"/>
                  </a:cubicBezTo>
                  <a:cubicBezTo>
                    <a:pt x="268631" y="71720"/>
                    <a:pt x="265804" y="69971"/>
                    <a:pt x="265804" y="69971"/>
                  </a:cubicBezTo>
                  <a:cubicBezTo>
                    <a:pt x="265804" y="69971"/>
                    <a:pt x="264861" y="69466"/>
                    <a:pt x="264559" y="69399"/>
                  </a:cubicBezTo>
                  <a:cubicBezTo>
                    <a:pt x="264256" y="69332"/>
                    <a:pt x="263246" y="69096"/>
                    <a:pt x="262977" y="69332"/>
                  </a:cubicBezTo>
                  <a:cubicBezTo>
                    <a:pt x="262674" y="69534"/>
                    <a:pt x="261664" y="69971"/>
                    <a:pt x="261395" y="70576"/>
                  </a:cubicBezTo>
                  <a:cubicBezTo>
                    <a:pt x="261092" y="71148"/>
                    <a:pt x="260453" y="72090"/>
                    <a:pt x="260385" y="73099"/>
                  </a:cubicBezTo>
                  <a:cubicBezTo>
                    <a:pt x="260318" y="74109"/>
                    <a:pt x="260688" y="75353"/>
                    <a:pt x="260823" y="76060"/>
                  </a:cubicBezTo>
                  <a:cubicBezTo>
                    <a:pt x="260958" y="76800"/>
                    <a:pt x="261765" y="79087"/>
                    <a:pt x="261765" y="79087"/>
                  </a:cubicBezTo>
                  <a:lnTo>
                    <a:pt x="261563" y="82922"/>
                  </a:lnTo>
                  <a:lnTo>
                    <a:pt x="259309" y="83662"/>
                  </a:lnTo>
                  <a:lnTo>
                    <a:pt x="257054" y="83898"/>
                  </a:lnTo>
                  <a:cubicBezTo>
                    <a:pt x="257054" y="83898"/>
                    <a:pt x="254294" y="83662"/>
                    <a:pt x="253352" y="83595"/>
                  </a:cubicBezTo>
                  <a:cubicBezTo>
                    <a:pt x="252409" y="83528"/>
                    <a:pt x="249212" y="82956"/>
                    <a:pt x="249010" y="82956"/>
                  </a:cubicBezTo>
                  <a:cubicBezTo>
                    <a:pt x="248809" y="82956"/>
                    <a:pt x="246688" y="82451"/>
                    <a:pt x="245544" y="83259"/>
                  </a:cubicBezTo>
                  <a:cubicBezTo>
                    <a:pt x="244400" y="84066"/>
                    <a:pt x="242145" y="85950"/>
                    <a:pt x="241135" y="86791"/>
                  </a:cubicBezTo>
                  <a:cubicBezTo>
                    <a:pt x="240125" y="87665"/>
                    <a:pt x="238174" y="89314"/>
                    <a:pt x="238005" y="89549"/>
                  </a:cubicBezTo>
                  <a:cubicBezTo>
                    <a:pt x="237871" y="89785"/>
                    <a:pt x="236928" y="90188"/>
                    <a:pt x="236322" y="90491"/>
                  </a:cubicBezTo>
                  <a:cubicBezTo>
                    <a:pt x="235751" y="90794"/>
                    <a:pt x="236322" y="91668"/>
                    <a:pt x="234303" y="90928"/>
                  </a:cubicBezTo>
                  <a:cubicBezTo>
                    <a:pt x="232284" y="90188"/>
                    <a:pt x="231981" y="90289"/>
                    <a:pt x="229962" y="88977"/>
                  </a:cubicBezTo>
                  <a:cubicBezTo>
                    <a:pt x="227942" y="87665"/>
                    <a:pt x="226260" y="86387"/>
                    <a:pt x="225822" y="86017"/>
                  </a:cubicBezTo>
                  <a:cubicBezTo>
                    <a:pt x="225385" y="85647"/>
                    <a:pt x="223635" y="84268"/>
                    <a:pt x="222356" y="83326"/>
                  </a:cubicBezTo>
                  <a:cubicBezTo>
                    <a:pt x="221043" y="82384"/>
                    <a:pt x="219024" y="79928"/>
                    <a:pt x="218788" y="79760"/>
                  </a:cubicBezTo>
                  <a:cubicBezTo>
                    <a:pt x="218586" y="79625"/>
                    <a:pt x="211620" y="79625"/>
                    <a:pt x="211620" y="79625"/>
                  </a:cubicBezTo>
                  <a:cubicBezTo>
                    <a:pt x="211620" y="79625"/>
                    <a:pt x="207918" y="76497"/>
                    <a:pt x="207649" y="76060"/>
                  </a:cubicBezTo>
                  <a:cubicBezTo>
                    <a:pt x="207380" y="75622"/>
                    <a:pt x="207211" y="74916"/>
                    <a:pt x="207077" y="74613"/>
                  </a:cubicBezTo>
                  <a:cubicBezTo>
                    <a:pt x="206942" y="74310"/>
                    <a:pt x="203240" y="71922"/>
                    <a:pt x="203038" y="71922"/>
                  </a:cubicBezTo>
                  <a:cubicBezTo>
                    <a:pt x="202803" y="71922"/>
                    <a:pt x="200076" y="70913"/>
                    <a:pt x="200076" y="70913"/>
                  </a:cubicBezTo>
                  <a:cubicBezTo>
                    <a:pt x="200076" y="70913"/>
                    <a:pt x="198562" y="69971"/>
                    <a:pt x="198562" y="69769"/>
                  </a:cubicBezTo>
                  <a:cubicBezTo>
                    <a:pt x="198562" y="69534"/>
                    <a:pt x="198495" y="67751"/>
                    <a:pt x="197485" y="66809"/>
                  </a:cubicBezTo>
                  <a:cubicBezTo>
                    <a:pt x="196475" y="65867"/>
                    <a:pt x="195971" y="64622"/>
                    <a:pt x="194658" y="63983"/>
                  </a:cubicBezTo>
                  <a:cubicBezTo>
                    <a:pt x="193345" y="63344"/>
                    <a:pt x="192336" y="62738"/>
                    <a:pt x="192134" y="62469"/>
                  </a:cubicBezTo>
                  <a:cubicBezTo>
                    <a:pt x="191898" y="62166"/>
                    <a:pt x="189240" y="60148"/>
                    <a:pt x="188937" y="59845"/>
                  </a:cubicBezTo>
                  <a:cubicBezTo>
                    <a:pt x="188634" y="59543"/>
                    <a:pt x="187624" y="58533"/>
                    <a:pt x="187624" y="57827"/>
                  </a:cubicBezTo>
                  <a:cubicBezTo>
                    <a:pt x="187624" y="57121"/>
                    <a:pt x="187557" y="55068"/>
                    <a:pt x="188197" y="54564"/>
                  </a:cubicBezTo>
                  <a:cubicBezTo>
                    <a:pt x="188836" y="54059"/>
                    <a:pt x="189273" y="48475"/>
                    <a:pt x="189273" y="48475"/>
                  </a:cubicBezTo>
                  <a:cubicBezTo>
                    <a:pt x="189273" y="48475"/>
                    <a:pt x="188768" y="45380"/>
                    <a:pt x="188567" y="45212"/>
                  </a:cubicBezTo>
                  <a:cubicBezTo>
                    <a:pt x="188365" y="45078"/>
                    <a:pt x="186244" y="44338"/>
                    <a:pt x="186244" y="44338"/>
                  </a:cubicBezTo>
                  <a:cubicBezTo>
                    <a:pt x="186244" y="44338"/>
                    <a:pt x="183283" y="41747"/>
                    <a:pt x="183047" y="41512"/>
                  </a:cubicBezTo>
                  <a:cubicBezTo>
                    <a:pt x="182845" y="41310"/>
                    <a:pt x="181903" y="39359"/>
                    <a:pt x="181903" y="39123"/>
                  </a:cubicBezTo>
                  <a:cubicBezTo>
                    <a:pt x="181903" y="38888"/>
                    <a:pt x="181600" y="37744"/>
                    <a:pt x="181903" y="37441"/>
                  </a:cubicBezTo>
                  <a:cubicBezTo>
                    <a:pt x="182206" y="37139"/>
                    <a:pt x="184158" y="34986"/>
                    <a:pt x="184494" y="34414"/>
                  </a:cubicBezTo>
                  <a:cubicBezTo>
                    <a:pt x="184865" y="33842"/>
                    <a:pt x="186143" y="33337"/>
                    <a:pt x="186514" y="32900"/>
                  </a:cubicBezTo>
                  <a:cubicBezTo>
                    <a:pt x="186884" y="32463"/>
                    <a:pt x="187389" y="31588"/>
                    <a:pt x="187389" y="31319"/>
                  </a:cubicBezTo>
                  <a:cubicBezTo>
                    <a:pt x="187389" y="31016"/>
                    <a:pt x="187389" y="29502"/>
                    <a:pt x="187322" y="29233"/>
                  </a:cubicBezTo>
                  <a:cubicBezTo>
                    <a:pt x="187254" y="28931"/>
                    <a:pt x="186076" y="26710"/>
                    <a:pt x="185739" y="26542"/>
                  </a:cubicBezTo>
                  <a:cubicBezTo>
                    <a:pt x="185369" y="26408"/>
                    <a:pt x="184595" y="25735"/>
                    <a:pt x="184293" y="25600"/>
                  </a:cubicBezTo>
                  <a:cubicBezTo>
                    <a:pt x="183990" y="25466"/>
                    <a:pt x="182273" y="23144"/>
                    <a:pt x="182273" y="22842"/>
                  </a:cubicBezTo>
                  <a:cubicBezTo>
                    <a:pt x="182273" y="22539"/>
                    <a:pt x="181802" y="21328"/>
                    <a:pt x="181768" y="21025"/>
                  </a:cubicBezTo>
                  <a:cubicBezTo>
                    <a:pt x="181735" y="20722"/>
                    <a:pt x="180658" y="15744"/>
                    <a:pt x="180658" y="15744"/>
                  </a:cubicBezTo>
                  <a:lnTo>
                    <a:pt x="178908" y="13658"/>
                  </a:lnTo>
                  <a:cubicBezTo>
                    <a:pt x="178908" y="13658"/>
                    <a:pt x="177595" y="11909"/>
                    <a:pt x="177595" y="11707"/>
                  </a:cubicBezTo>
                  <a:cubicBezTo>
                    <a:pt x="177595" y="11472"/>
                    <a:pt x="178033" y="9588"/>
                    <a:pt x="178841" y="9184"/>
                  </a:cubicBezTo>
                  <a:cubicBezTo>
                    <a:pt x="179648" y="8747"/>
                    <a:pt x="181230" y="7805"/>
                    <a:pt x="181466" y="6998"/>
                  </a:cubicBezTo>
                  <a:cubicBezTo>
                    <a:pt x="181667" y="6190"/>
                    <a:pt x="181768" y="5316"/>
                    <a:pt x="181667" y="4912"/>
                  </a:cubicBezTo>
                  <a:cubicBezTo>
                    <a:pt x="181600" y="4475"/>
                    <a:pt x="181398" y="2153"/>
                    <a:pt x="180523" y="1851"/>
                  </a:cubicBezTo>
                  <a:cubicBezTo>
                    <a:pt x="179648" y="1548"/>
                    <a:pt x="179446" y="471"/>
                    <a:pt x="177629" y="404"/>
                  </a:cubicBezTo>
                  <a:cubicBezTo>
                    <a:pt x="175812" y="337"/>
                    <a:pt x="174297" y="-470"/>
                    <a:pt x="173490" y="404"/>
                  </a:cubicBezTo>
                  <a:cubicBezTo>
                    <a:pt x="172681" y="1279"/>
                    <a:pt x="170662" y="2153"/>
                    <a:pt x="170461" y="2490"/>
                  </a:cubicBezTo>
                  <a:cubicBezTo>
                    <a:pt x="170258" y="2860"/>
                    <a:pt x="169081" y="2490"/>
                    <a:pt x="168508" y="2793"/>
                  </a:cubicBezTo>
                  <a:cubicBezTo>
                    <a:pt x="167936" y="3095"/>
                    <a:pt x="167499" y="3095"/>
                    <a:pt x="166489" y="3533"/>
                  </a:cubicBezTo>
                  <a:cubicBezTo>
                    <a:pt x="165480" y="3970"/>
                    <a:pt x="164672" y="4172"/>
                    <a:pt x="163898" y="4542"/>
                  </a:cubicBezTo>
                  <a:cubicBezTo>
                    <a:pt x="163090" y="4912"/>
                    <a:pt x="161441" y="4979"/>
                    <a:pt x="160936" y="5046"/>
                  </a:cubicBezTo>
                  <a:cubicBezTo>
                    <a:pt x="160432" y="5114"/>
                    <a:pt x="159052" y="5181"/>
                    <a:pt x="159052" y="5181"/>
                  </a:cubicBezTo>
                  <a:cubicBezTo>
                    <a:pt x="159052" y="5181"/>
                    <a:pt x="157301" y="5383"/>
                    <a:pt x="157100" y="5753"/>
                  </a:cubicBezTo>
                  <a:cubicBezTo>
                    <a:pt x="156864" y="6123"/>
                    <a:pt x="155854" y="6325"/>
                    <a:pt x="155215" y="6829"/>
                  </a:cubicBezTo>
                  <a:cubicBezTo>
                    <a:pt x="154576" y="7334"/>
                    <a:pt x="154340" y="8074"/>
                    <a:pt x="153633" y="8646"/>
                  </a:cubicBezTo>
                  <a:cubicBezTo>
                    <a:pt x="152893" y="9218"/>
                    <a:pt x="151547" y="10092"/>
                    <a:pt x="151446" y="10328"/>
                  </a:cubicBezTo>
                  <a:cubicBezTo>
                    <a:pt x="151378" y="10563"/>
                    <a:pt x="150571" y="10765"/>
                    <a:pt x="150066" y="11135"/>
                  </a:cubicBezTo>
                  <a:cubicBezTo>
                    <a:pt x="149561" y="11505"/>
                    <a:pt x="148753" y="12447"/>
                    <a:pt x="148551" y="12582"/>
                  </a:cubicBezTo>
                  <a:cubicBezTo>
                    <a:pt x="148349" y="12716"/>
                    <a:pt x="146667" y="13456"/>
                    <a:pt x="146667" y="13456"/>
                  </a:cubicBezTo>
                  <a:lnTo>
                    <a:pt x="143840" y="12750"/>
                  </a:lnTo>
                  <a:cubicBezTo>
                    <a:pt x="143840" y="12750"/>
                    <a:pt x="142460" y="12111"/>
                    <a:pt x="142258" y="11303"/>
                  </a:cubicBezTo>
                  <a:cubicBezTo>
                    <a:pt x="142056" y="10496"/>
                    <a:pt x="141618" y="8478"/>
                    <a:pt x="141383" y="8478"/>
                  </a:cubicBezTo>
                  <a:cubicBezTo>
                    <a:pt x="141181" y="8478"/>
                    <a:pt x="138623" y="9924"/>
                    <a:pt x="138623" y="9924"/>
                  </a:cubicBezTo>
                  <a:cubicBezTo>
                    <a:pt x="138623" y="9924"/>
                    <a:pt x="136604" y="10799"/>
                    <a:pt x="136368" y="11068"/>
                  </a:cubicBezTo>
                  <a:cubicBezTo>
                    <a:pt x="136133" y="11371"/>
                    <a:pt x="134349" y="12144"/>
                    <a:pt x="134349" y="12144"/>
                  </a:cubicBezTo>
                  <a:lnTo>
                    <a:pt x="132835" y="13725"/>
                  </a:lnTo>
                  <a:cubicBezTo>
                    <a:pt x="132835" y="13725"/>
                    <a:pt x="132195" y="14466"/>
                    <a:pt x="131690" y="14667"/>
                  </a:cubicBezTo>
                  <a:cubicBezTo>
                    <a:pt x="131185" y="14869"/>
                    <a:pt x="130008" y="14802"/>
                    <a:pt x="129099" y="14869"/>
                  </a:cubicBezTo>
                  <a:cubicBezTo>
                    <a:pt x="128157" y="14936"/>
                    <a:pt x="126777" y="14936"/>
                    <a:pt x="126474" y="14936"/>
                  </a:cubicBezTo>
                  <a:cubicBezTo>
                    <a:pt x="126171" y="14936"/>
                    <a:pt x="120753" y="14365"/>
                    <a:pt x="120753" y="14365"/>
                  </a:cubicBezTo>
                  <a:lnTo>
                    <a:pt x="115334" y="14297"/>
                  </a:lnTo>
                  <a:lnTo>
                    <a:pt x="111565" y="14297"/>
                  </a:lnTo>
                  <a:lnTo>
                    <a:pt x="107829" y="14869"/>
                  </a:lnTo>
                  <a:lnTo>
                    <a:pt x="107223" y="17258"/>
                  </a:lnTo>
                  <a:lnTo>
                    <a:pt x="107223" y="20386"/>
                  </a:lnTo>
                  <a:cubicBezTo>
                    <a:pt x="107223" y="20386"/>
                    <a:pt x="107796" y="21328"/>
                    <a:pt x="107796" y="21631"/>
                  </a:cubicBezTo>
                  <a:cubicBezTo>
                    <a:pt x="107796" y="21934"/>
                    <a:pt x="107156" y="26206"/>
                    <a:pt x="107223" y="26475"/>
                  </a:cubicBezTo>
                  <a:cubicBezTo>
                    <a:pt x="107291" y="26778"/>
                    <a:pt x="107223" y="28561"/>
                    <a:pt x="107223" y="28561"/>
                  </a:cubicBezTo>
                  <a:cubicBezTo>
                    <a:pt x="107223" y="28561"/>
                    <a:pt x="107358" y="31084"/>
                    <a:pt x="107223" y="31184"/>
                  </a:cubicBezTo>
                  <a:cubicBezTo>
                    <a:pt x="107089" y="31252"/>
                    <a:pt x="105843" y="32564"/>
                    <a:pt x="105843" y="32564"/>
                  </a:cubicBezTo>
                  <a:lnTo>
                    <a:pt x="103589" y="33943"/>
                  </a:lnTo>
                  <a:lnTo>
                    <a:pt x="101502" y="34313"/>
                  </a:lnTo>
                  <a:lnTo>
                    <a:pt x="96791" y="35558"/>
                  </a:lnTo>
                  <a:lnTo>
                    <a:pt x="91742" y="35120"/>
                  </a:lnTo>
                  <a:lnTo>
                    <a:pt x="89218" y="35692"/>
                  </a:lnTo>
                  <a:lnTo>
                    <a:pt x="87267" y="36331"/>
                  </a:lnTo>
                  <a:lnTo>
                    <a:pt x="82622" y="37206"/>
                  </a:lnTo>
                  <a:lnTo>
                    <a:pt x="81478" y="39594"/>
                  </a:lnTo>
                  <a:cubicBezTo>
                    <a:pt x="81478" y="39594"/>
                    <a:pt x="80973" y="43227"/>
                    <a:pt x="81107" y="43497"/>
                  </a:cubicBezTo>
                  <a:cubicBezTo>
                    <a:pt x="81242" y="43799"/>
                    <a:pt x="83060" y="47130"/>
                    <a:pt x="83632" y="47634"/>
                  </a:cubicBezTo>
                  <a:cubicBezTo>
                    <a:pt x="84204" y="48139"/>
                    <a:pt x="85516" y="49720"/>
                    <a:pt x="85516" y="49720"/>
                  </a:cubicBezTo>
                  <a:cubicBezTo>
                    <a:pt x="85516" y="49720"/>
                    <a:pt x="87906" y="54497"/>
                    <a:pt x="88108" y="54732"/>
                  </a:cubicBezTo>
                  <a:cubicBezTo>
                    <a:pt x="88310" y="54934"/>
                    <a:pt x="88747" y="57995"/>
                    <a:pt x="88747" y="57995"/>
                  </a:cubicBezTo>
                  <a:cubicBezTo>
                    <a:pt x="88747" y="57995"/>
                    <a:pt x="89386" y="60518"/>
                    <a:pt x="89386" y="60821"/>
                  </a:cubicBezTo>
                  <a:cubicBezTo>
                    <a:pt x="89386" y="61124"/>
                    <a:pt x="90060" y="67852"/>
                    <a:pt x="90060" y="67852"/>
                  </a:cubicBezTo>
                  <a:lnTo>
                    <a:pt x="89791" y="70745"/>
                  </a:lnTo>
                  <a:lnTo>
                    <a:pt x="89791" y="74310"/>
                  </a:lnTo>
                  <a:lnTo>
                    <a:pt x="88545" y="75757"/>
                  </a:lnTo>
                  <a:lnTo>
                    <a:pt x="86862" y="77708"/>
                  </a:lnTo>
                  <a:lnTo>
                    <a:pt x="85348" y="81476"/>
                  </a:lnTo>
                  <a:lnTo>
                    <a:pt x="85045" y="83359"/>
                  </a:lnTo>
                  <a:lnTo>
                    <a:pt x="82588" y="84369"/>
                  </a:lnTo>
                  <a:cubicBezTo>
                    <a:pt x="82588" y="84369"/>
                    <a:pt x="80704" y="83999"/>
                    <a:pt x="80401" y="83662"/>
                  </a:cubicBezTo>
                  <a:cubicBezTo>
                    <a:pt x="80098" y="83292"/>
                    <a:pt x="78516" y="81577"/>
                    <a:pt x="78516" y="81274"/>
                  </a:cubicBezTo>
                  <a:cubicBezTo>
                    <a:pt x="78516" y="80971"/>
                    <a:pt x="78012" y="79525"/>
                    <a:pt x="77776" y="79154"/>
                  </a:cubicBezTo>
                  <a:cubicBezTo>
                    <a:pt x="77574" y="78784"/>
                    <a:pt x="76699" y="77641"/>
                    <a:pt x="76699" y="77641"/>
                  </a:cubicBezTo>
                  <a:cubicBezTo>
                    <a:pt x="76699" y="77641"/>
                    <a:pt x="76429" y="74748"/>
                    <a:pt x="76329" y="74445"/>
                  </a:cubicBezTo>
                  <a:cubicBezTo>
                    <a:pt x="76261" y="74142"/>
                    <a:pt x="75016" y="72359"/>
                    <a:pt x="75016" y="72359"/>
                  </a:cubicBezTo>
                  <a:lnTo>
                    <a:pt x="72997" y="71989"/>
                  </a:lnTo>
                  <a:lnTo>
                    <a:pt x="71852" y="72729"/>
                  </a:lnTo>
                  <a:cubicBezTo>
                    <a:pt x="71852" y="72729"/>
                    <a:pt x="71281" y="73974"/>
                    <a:pt x="71045" y="74109"/>
                  </a:cubicBezTo>
                  <a:cubicBezTo>
                    <a:pt x="70843" y="74243"/>
                    <a:pt x="68790" y="74109"/>
                    <a:pt x="68790" y="74109"/>
                  </a:cubicBezTo>
                  <a:cubicBezTo>
                    <a:pt x="68790" y="74109"/>
                    <a:pt x="67107" y="72157"/>
                    <a:pt x="66973" y="71855"/>
                  </a:cubicBezTo>
                  <a:cubicBezTo>
                    <a:pt x="66838" y="71552"/>
                    <a:pt x="65290" y="70274"/>
                    <a:pt x="65155" y="69836"/>
                  </a:cubicBezTo>
                  <a:cubicBezTo>
                    <a:pt x="65020" y="69399"/>
                    <a:pt x="64718" y="68154"/>
                    <a:pt x="64650" y="67381"/>
                  </a:cubicBezTo>
                  <a:cubicBezTo>
                    <a:pt x="64583" y="66573"/>
                    <a:pt x="63910" y="65228"/>
                    <a:pt x="63775" y="64925"/>
                  </a:cubicBezTo>
                  <a:cubicBezTo>
                    <a:pt x="63641" y="64622"/>
                    <a:pt x="62093" y="62671"/>
                    <a:pt x="62093" y="62671"/>
                  </a:cubicBezTo>
                  <a:cubicBezTo>
                    <a:pt x="62093" y="62671"/>
                    <a:pt x="61588" y="61527"/>
                    <a:pt x="61151" y="61157"/>
                  </a:cubicBezTo>
                  <a:cubicBezTo>
                    <a:pt x="60713" y="60787"/>
                    <a:pt x="59400" y="59711"/>
                    <a:pt x="59400" y="59711"/>
                  </a:cubicBezTo>
                  <a:lnTo>
                    <a:pt x="57650" y="59273"/>
                  </a:lnTo>
                  <a:cubicBezTo>
                    <a:pt x="57650" y="59273"/>
                    <a:pt x="56843" y="59206"/>
                    <a:pt x="56641" y="59273"/>
                  </a:cubicBezTo>
                  <a:cubicBezTo>
                    <a:pt x="56439" y="59341"/>
                    <a:pt x="54386" y="60922"/>
                    <a:pt x="54386" y="60922"/>
                  </a:cubicBezTo>
                  <a:cubicBezTo>
                    <a:pt x="54386" y="60922"/>
                    <a:pt x="53443" y="62066"/>
                    <a:pt x="53309" y="62604"/>
                  </a:cubicBezTo>
                  <a:cubicBezTo>
                    <a:pt x="53174" y="63108"/>
                    <a:pt x="51996" y="63983"/>
                    <a:pt x="51626" y="64858"/>
                  </a:cubicBezTo>
                  <a:cubicBezTo>
                    <a:pt x="51256" y="65732"/>
                    <a:pt x="50414" y="66540"/>
                    <a:pt x="50414" y="66741"/>
                  </a:cubicBezTo>
                  <a:cubicBezTo>
                    <a:pt x="50414" y="66943"/>
                    <a:pt x="48833" y="69769"/>
                    <a:pt x="48833" y="69769"/>
                  </a:cubicBezTo>
                  <a:cubicBezTo>
                    <a:pt x="48833" y="69769"/>
                    <a:pt x="46241" y="71653"/>
                    <a:pt x="46006" y="71787"/>
                  </a:cubicBezTo>
                  <a:cubicBezTo>
                    <a:pt x="45804" y="71922"/>
                    <a:pt x="43818" y="72157"/>
                    <a:pt x="43818" y="72157"/>
                  </a:cubicBezTo>
                  <a:cubicBezTo>
                    <a:pt x="43818" y="72157"/>
                    <a:pt x="40789" y="70072"/>
                    <a:pt x="40688" y="69836"/>
                  </a:cubicBezTo>
                  <a:cubicBezTo>
                    <a:pt x="40621" y="69601"/>
                    <a:pt x="41328" y="69197"/>
                    <a:pt x="40318" y="67953"/>
                  </a:cubicBezTo>
                  <a:cubicBezTo>
                    <a:pt x="39309" y="66708"/>
                    <a:pt x="37491" y="65631"/>
                    <a:pt x="37491" y="65631"/>
                  </a:cubicBezTo>
                  <a:cubicBezTo>
                    <a:pt x="37491" y="65631"/>
                    <a:pt x="36919" y="64824"/>
                    <a:pt x="36616" y="64555"/>
                  </a:cubicBezTo>
                  <a:cubicBezTo>
                    <a:pt x="36313" y="64252"/>
                    <a:pt x="35102" y="62671"/>
                    <a:pt x="35102" y="62671"/>
                  </a:cubicBezTo>
                  <a:cubicBezTo>
                    <a:pt x="35102" y="62671"/>
                    <a:pt x="32914" y="63310"/>
                    <a:pt x="32712" y="63748"/>
                  </a:cubicBezTo>
                  <a:cubicBezTo>
                    <a:pt x="32510" y="64185"/>
                    <a:pt x="30693" y="64185"/>
                    <a:pt x="30693" y="64185"/>
                  </a:cubicBezTo>
                  <a:cubicBezTo>
                    <a:pt x="30693" y="64185"/>
                    <a:pt x="29751" y="62166"/>
                    <a:pt x="29448" y="61796"/>
                  </a:cubicBezTo>
                  <a:cubicBezTo>
                    <a:pt x="29179" y="61426"/>
                    <a:pt x="28000" y="59980"/>
                    <a:pt x="27698" y="59543"/>
                  </a:cubicBezTo>
                  <a:cubicBezTo>
                    <a:pt x="27395" y="59105"/>
                    <a:pt x="25106" y="56280"/>
                    <a:pt x="25106" y="56280"/>
                  </a:cubicBezTo>
                  <a:lnTo>
                    <a:pt x="22717" y="54261"/>
                  </a:lnTo>
                  <a:lnTo>
                    <a:pt x="19385" y="52445"/>
                  </a:lnTo>
                  <a:lnTo>
                    <a:pt x="16794" y="51940"/>
                  </a:lnTo>
                  <a:cubicBezTo>
                    <a:pt x="16794" y="51940"/>
                    <a:pt x="14337" y="51503"/>
                    <a:pt x="14101" y="51503"/>
                  </a:cubicBezTo>
                  <a:cubicBezTo>
                    <a:pt x="13866" y="51503"/>
                    <a:pt x="11476" y="52142"/>
                    <a:pt x="11476" y="52142"/>
                  </a:cubicBezTo>
                  <a:cubicBezTo>
                    <a:pt x="11476" y="52142"/>
                    <a:pt x="10837" y="52007"/>
                    <a:pt x="10029" y="52276"/>
                  </a:cubicBezTo>
                  <a:cubicBezTo>
                    <a:pt x="9221" y="52579"/>
                    <a:pt x="5957" y="52916"/>
                    <a:pt x="5687" y="53017"/>
                  </a:cubicBezTo>
                  <a:cubicBezTo>
                    <a:pt x="5385" y="53084"/>
                    <a:pt x="2221" y="54093"/>
                    <a:pt x="2154" y="54396"/>
                  </a:cubicBezTo>
                  <a:cubicBezTo>
                    <a:pt x="2087" y="54698"/>
                    <a:pt x="1279" y="57221"/>
                    <a:pt x="1346" y="57659"/>
                  </a:cubicBezTo>
                  <a:cubicBezTo>
                    <a:pt x="1414" y="58096"/>
                    <a:pt x="6058" y="60350"/>
                    <a:pt x="6058" y="60350"/>
                  </a:cubicBezTo>
                  <a:lnTo>
                    <a:pt x="8750" y="62738"/>
                  </a:lnTo>
                  <a:lnTo>
                    <a:pt x="9020" y="64824"/>
                  </a:lnTo>
                  <a:lnTo>
                    <a:pt x="9457" y="67448"/>
                  </a:lnTo>
                  <a:lnTo>
                    <a:pt x="9591" y="69769"/>
                  </a:lnTo>
                  <a:cubicBezTo>
                    <a:pt x="9591" y="69769"/>
                    <a:pt x="9524" y="72023"/>
                    <a:pt x="9524" y="72460"/>
                  </a:cubicBezTo>
                  <a:cubicBezTo>
                    <a:pt x="9524" y="72898"/>
                    <a:pt x="9087" y="73772"/>
                    <a:pt x="8851" y="73974"/>
                  </a:cubicBezTo>
                  <a:cubicBezTo>
                    <a:pt x="8649" y="74176"/>
                    <a:pt x="8346" y="75050"/>
                    <a:pt x="7976" y="75286"/>
                  </a:cubicBezTo>
                  <a:cubicBezTo>
                    <a:pt x="7606" y="75488"/>
                    <a:pt x="6596" y="75925"/>
                    <a:pt x="6529" y="76228"/>
                  </a:cubicBezTo>
                  <a:cubicBezTo>
                    <a:pt x="6462" y="76531"/>
                    <a:pt x="5452" y="76968"/>
                    <a:pt x="4644" y="77607"/>
                  </a:cubicBezTo>
                  <a:cubicBezTo>
                    <a:pt x="3837" y="78246"/>
                    <a:pt x="3332" y="78482"/>
                    <a:pt x="2759" y="78986"/>
                  </a:cubicBezTo>
                  <a:cubicBezTo>
                    <a:pt x="2188" y="79491"/>
                    <a:pt x="1380" y="80298"/>
                    <a:pt x="942" y="80870"/>
                  </a:cubicBezTo>
                  <a:cubicBezTo>
                    <a:pt x="505" y="81442"/>
                    <a:pt x="0" y="81745"/>
                    <a:pt x="0" y="82317"/>
                  </a:cubicBezTo>
                  <a:cubicBezTo>
                    <a:pt x="0" y="82889"/>
                    <a:pt x="370" y="85277"/>
                    <a:pt x="740" y="85950"/>
                  </a:cubicBezTo>
                  <a:cubicBezTo>
                    <a:pt x="1110" y="86589"/>
                    <a:pt x="673" y="87766"/>
                    <a:pt x="1750" y="88136"/>
                  </a:cubicBezTo>
                  <a:cubicBezTo>
                    <a:pt x="2827" y="88506"/>
                    <a:pt x="4005" y="88876"/>
                    <a:pt x="4644" y="89280"/>
                  </a:cubicBezTo>
                  <a:cubicBezTo>
                    <a:pt x="5284" y="89717"/>
                    <a:pt x="6899" y="90222"/>
                    <a:pt x="7539" y="90424"/>
                  </a:cubicBezTo>
                  <a:cubicBezTo>
                    <a:pt x="8178" y="90659"/>
                    <a:pt x="10736" y="91298"/>
                    <a:pt x="12250" y="90357"/>
                  </a:cubicBezTo>
                  <a:cubicBezTo>
                    <a:pt x="13765" y="89415"/>
                    <a:pt x="15380" y="88607"/>
                    <a:pt x="15582" y="88170"/>
                  </a:cubicBezTo>
                  <a:cubicBezTo>
                    <a:pt x="15784" y="87733"/>
                    <a:pt x="15885" y="86791"/>
                    <a:pt x="15952" y="86488"/>
                  </a:cubicBezTo>
                  <a:cubicBezTo>
                    <a:pt x="16020" y="86185"/>
                    <a:pt x="19284" y="84840"/>
                    <a:pt x="19957" y="84840"/>
                  </a:cubicBezTo>
                  <a:cubicBezTo>
                    <a:pt x="20597" y="84840"/>
                    <a:pt x="22852" y="86589"/>
                    <a:pt x="23289" y="86656"/>
                  </a:cubicBezTo>
                  <a:cubicBezTo>
                    <a:pt x="23727" y="86723"/>
                    <a:pt x="26554" y="88910"/>
                    <a:pt x="26924" y="89415"/>
                  </a:cubicBezTo>
                  <a:cubicBezTo>
                    <a:pt x="27294" y="89919"/>
                    <a:pt x="27058" y="91534"/>
                    <a:pt x="27125" y="92240"/>
                  </a:cubicBezTo>
                  <a:cubicBezTo>
                    <a:pt x="27193" y="92980"/>
                    <a:pt x="27193" y="94326"/>
                    <a:pt x="27193" y="94326"/>
                  </a:cubicBezTo>
                  <a:lnTo>
                    <a:pt x="24299" y="99170"/>
                  </a:lnTo>
                  <a:lnTo>
                    <a:pt x="21539" y="101491"/>
                  </a:lnTo>
                  <a:lnTo>
                    <a:pt x="22616" y="104620"/>
                  </a:lnTo>
                  <a:lnTo>
                    <a:pt x="24871" y="105124"/>
                  </a:lnTo>
                  <a:lnTo>
                    <a:pt x="28640" y="105932"/>
                  </a:lnTo>
                  <a:cubicBezTo>
                    <a:pt x="28640" y="105932"/>
                    <a:pt x="31736" y="107748"/>
                    <a:pt x="32107" y="107950"/>
                  </a:cubicBezTo>
                  <a:cubicBezTo>
                    <a:pt x="32477" y="108185"/>
                    <a:pt x="35506" y="110204"/>
                    <a:pt x="35640" y="110406"/>
                  </a:cubicBezTo>
                  <a:cubicBezTo>
                    <a:pt x="35775" y="110641"/>
                    <a:pt x="37895" y="111987"/>
                    <a:pt x="37895" y="111987"/>
                  </a:cubicBezTo>
                  <a:cubicBezTo>
                    <a:pt x="37895" y="111987"/>
                    <a:pt x="41530" y="114005"/>
                    <a:pt x="41866" y="114375"/>
                  </a:cubicBezTo>
                  <a:cubicBezTo>
                    <a:pt x="42237" y="114745"/>
                    <a:pt x="44323" y="117335"/>
                    <a:pt x="44828" y="117840"/>
                  </a:cubicBezTo>
                  <a:cubicBezTo>
                    <a:pt x="45333" y="118345"/>
                    <a:pt x="47083" y="119589"/>
                    <a:pt x="46578" y="120229"/>
                  </a:cubicBezTo>
                  <a:cubicBezTo>
                    <a:pt x="46073" y="120868"/>
                    <a:pt x="46073" y="121238"/>
                    <a:pt x="45131" y="121810"/>
                  </a:cubicBezTo>
                  <a:cubicBezTo>
                    <a:pt x="44188" y="122381"/>
                    <a:pt x="42001" y="122886"/>
                    <a:pt x="41159" y="123256"/>
                  </a:cubicBezTo>
                  <a:cubicBezTo>
                    <a:pt x="40284" y="123626"/>
                    <a:pt x="39914" y="123626"/>
                    <a:pt x="39342" y="124265"/>
                  </a:cubicBezTo>
                  <a:cubicBezTo>
                    <a:pt x="38770" y="124904"/>
                    <a:pt x="38097" y="125274"/>
                    <a:pt x="38400" y="125947"/>
                  </a:cubicBezTo>
                  <a:cubicBezTo>
                    <a:pt x="38703" y="126586"/>
                    <a:pt x="44121" y="128706"/>
                    <a:pt x="44121" y="128706"/>
                  </a:cubicBezTo>
                  <a:lnTo>
                    <a:pt x="45064" y="128773"/>
                  </a:lnTo>
                  <a:lnTo>
                    <a:pt x="48429" y="131229"/>
                  </a:lnTo>
                  <a:lnTo>
                    <a:pt x="51357" y="136241"/>
                  </a:lnTo>
                  <a:lnTo>
                    <a:pt x="51357" y="136880"/>
                  </a:lnTo>
                  <a:cubicBezTo>
                    <a:pt x="51357" y="136880"/>
                    <a:pt x="48159" y="140076"/>
                    <a:pt x="47789" y="140278"/>
                  </a:cubicBezTo>
                  <a:cubicBezTo>
                    <a:pt x="47419" y="140480"/>
                    <a:pt x="44592" y="141724"/>
                    <a:pt x="44592" y="141724"/>
                  </a:cubicBezTo>
                  <a:cubicBezTo>
                    <a:pt x="44592" y="141724"/>
                    <a:pt x="43650" y="142229"/>
                    <a:pt x="43516" y="142969"/>
                  </a:cubicBezTo>
                  <a:cubicBezTo>
                    <a:pt x="43381" y="143709"/>
                    <a:pt x="42506" y="147107"/>
                    <a:pt x="42506" y="147107"/>
                  </a:cubicBezTo>
                  <a:lnTo>
                    <a:pt x="42741" y="154272"/>
                  </a:lnTo>
                  <a:lnTo>
                    <a:pt x="39914" y="155281"/>
                  </a:lnTo>
                  <a:lnTo>
                    <a:pt x="42876" y="159116"/>
                  </a:lnTo>
                  <a:cubicBezTo>
                    <a:pt x="42876" y="159116"/>
                    <a:pt x="44054" y="161437"/>
                    <a:pt x="43953" y="161874"/>
                  </a:cubicBezTo>
                  <a:cubicBezTo>
                    <a:pt x="43886" y="162312"/>
                    <a:pt x="42876" y="165507"/>
                    <a:pt x="42876" y="165507"/>
                  </a:cubicBezTo>
                  <a:cubicBezTo>
                    <a:pt x="42876" y="165507"/>
                    <a:pt x="40487" y="167526"/>
                    <a:pt x="40284" y="168199"/>
                  </a:cubicBezTo>
                  <a:cubicBezTo>
                    <a:pt x="40049" y="168838"/>
                    <a:pt x="39713" y="171596"/>
                    <a:pt x="39713" y="171596"/>
                  </a:cubicBezTo>
                  <a:lnTo>
                    <a:pt x="39140" y="175566"/>
                  </a:lnTo>
                  <a:lnTo>
                    <a:pt x="39847" y="178257"/>
                  </a:lnTo>
                  <a:lnTo>
                    <a:pt x="40217" y="184917"/>
                  </a:lnTo>
                  <a:lnTo>
                    <a:pt x="41025" y="187743"/>
                  </a:lnTo>
                  <a:lnTo>
                    <a:pt x="46241" y="187878"/>
                  </a:lnTo>
                  <a:cubicBezTo>
                    <a:pt x="46241" y="187878"/>
                    <a:pt x="46612" y="189963"/>
                    <a:pt x="46376" y="190401"/>
                  </a:cubicBezTo>
                  <a:cubicBezTo>
                    <a:pt x="46174" y="190838"/>
                    <a:pt x="45434" y="193428"/>
                    <a:pt x="45232" y="194168"/>
                  </a:cubicBezTo>
                  <a:cubicBezTo>
                    <a:pt x="44996" y="194908"/>
                    <a:pt x="43684" y="197431"/>
                    <a:pt x="43616" y="198239"/>
                  </a:cubicBezTo>
                  <a:cubicBezTo>
                    <a:pt x="43549" y="199046"/>
                    <a:pt x="43549" y="200694"/>
                    <a:pt x="43414" y="201502"/>
                  </a:cubicBezTo>
                  <a:cubicBezTo>
                    <a:pt x="43280" y="202309"/>
                    <a:pt x="42977" y="204092"/>
                    <a:pt x="42977" y="204832"/>
                  </a:cubicBezTo>
                  <a:cubicBezTo>
                    <a:pt x="42977" y="205572"/>
                    <a:pt x="42674" y="205909"/>
                    <a:pt x="43347" y="206918"/>
                  </a:cubicBezTo>
                  <a:cubicBezTo>
                    <a:pt x="43986" y="207927"/>
                    <a:pt x="46174" y="209374"/>
                    <a:pt x="46174" y="209374"/>
                  </a:cubicBezTo>
                  <a:cubicBezTo>
                    <a:pt x="46174" y="209374"/>
                    <a:pt x="50751" y="212065"/>
                    <a:pt x="50953" y="212132"/>
                  </a:cubicBezTo>
                  <a:cubicBezTo>
                    <a:pt x="51155" y="212199"/>
                    <a:pt x="54420" y="215160"/>
                    <a:pt x="55093" y="215597"/>
                  </a:cubicBezTo>
                  <a:cubicBezTo>
                    <a:pt x="55732" y="216034"/>
                    <a:pt x="59501" y="220878"/>
                    <a:pt x="59501" y="220878"/>
                  </a:cubicBezTo>
                  <a:lnTo>
                    <a:pt x="62833" y="223469"/>
                  </a:lnTo>
                  <a:lnTo>
                    <a:pt x="66165" y="225420"/>
                  </a:lnTo>
                  <a:cubicBezTo>
                    <a:pt x="66165" y="225420"/>
                    <a:pt x="66670" y="227236"/>
                    <a:pt x="66603" y="227808"/>
                  </a:cubicBezTo>
                  <a:cubicBezTo>
                    <a:pt x="66535" y="228380"/>
                    <a:pt x="66299" y="230331"/>
                    <a:pt x="66232" y="230836"/>
                  </a:cubicBezTo>
                  <a:cubicBezTo>
                    <a:pt x="66165" y="231340"/>
                    <a:pt x="66064" y="232349"/>
                    <a:pt x="65862" y="233022"/>
                  </a:cubicBezTo>
                  <a:cubicBezTo>
                    <a:pt x="65660" y="233661"/>
                    <a:pt x="65290" y="234536"/>
                    <a:pt x="65290" y="234906"/>
                  </a:cubicBezTo>
                  <a:cubicBezTo>
                    <a:pt x="65290" y="235276"/>
                    <a:pt x="64617" y="237530"/>
                    <a:pt x="64617" y="237530"/>
                  </a:cubicBezTo>
                  <a:cubicBezTo>
                    <a:pt x="64617" y="237530"/>
                    <a:pt x="63540" y="238035"/>
                    <a:pt x="63540" y="238472"/>
                  </a:cubicBezTo>
                  <a:cubicBezTo>
                    <a:pt x="63540" y="238909"/>
                    <a:pt x="63035" y="239716"/>
                    <a:pt x="63102" y="240356"/>
                  </a:cubicBezTo>
                  <a:cubicBezTo>
                    <a:pt x="63170" y="240995"/>
                    <a:pt x="63035" y="242172"/>
                    <a:pt x="63304" y="242980"/>
                  </a:cubicBezTo>
                  <a:cubicBezTo>
                    <a:pt x="63607" y="243787"/>
                    <a:pt x="63809" y="244662"/>
                    <a:pt x="64011" y="244796"/>
                  </a:cubicBezTo>
                  <a:cubicBezTo>
                    <a:pt x="64213" y="244931"/>
                    <a:pt x="65525" y="246310"/>
                    <a:pt x="65761" y="246478"/>
                  </a:cubicBezTo>
                  <a:cubicBezTo>
                    <a:pt x="65963" y="246613"/>
                    <a:pt x="67141" y="247487"/>
                    <a:pt x="67713" y="247925"/>
                  </a:cubicBezTo>
                  <a:cubicBezTo>
                    <a:pt x="68285" y="248362"/>
                    <a:pt x="69968" y="249438"/>
                    <a:pt x="70675" y="249506"/>
                  </a:cubicBezTo>
                  <a:cubicBezTo>
                    <a:pt x="71415" y="249573"/>
                    <a:pt x="73199" y="249707"/>
                    <a:pt x="74141" y="249876"/>
                  </a:cubicBezTo>
                  <a:cubicBezTo>
                    <a:pt x="75083" y="250010"/>
                    <a:pt x="75790" y="249876"/>
                    <a:pt x="77776" y="249876"/>
                  </a:cubicBezTo>
                  <a:cubicBezTo>
                    <a:pt x="79728" y="249876"/>
                    <a:pt x="80670" y="249808"/>
                    <a:pt x="82117" y="249304"/>
                  </a:cubicBezTo>
                  <a:cubicBezTo>
                    <a:pt x="83564" y="248799"/>
                    <a:pt x="85247" y="247353"/>
                    <a:pt x="85887" y="247218"/>
                  </a:cubicBezTo>
                  <a:cubicBezTo>
                    <a:pt x="86526" y="247084"/>
                    <a:pt x="89286" y="245570"/>
                    <a:pt x="89925" y="244830"/>
                  </a:cubicBezTo>
                  <a:cubicBezTo>
                    <a:pt x="90565" y="244123"/>
                    <a:pt x="92617" y="242576"/>
                    <a:pt x="93055" y="242307"/>
                  </a:cubicBezTo>
                  <a:cubicBezTo>
                    <a:pt x="93493" y="242038"/>
                    <a:pt x="96319" y="237967"/>
                    <a:pt x="96319" y="237967"/>
                  </a:cubicBezTo>
                  <a:lnTo>
                    <a:pt x="98271" y="234704"/>
                  </a:lnTo>
                  <a:cubicBezTo>
                    <a:pt x="98271" y="234704"/>
                    <a:pt x="105171" y="228481"/>
                    <a:pt x="105305" y="228245"/>
                  </a:cubicBezTo>
                  <a:cubicBezTo>
                    <a:pt x="105440" y="228044"/>
                    <a:pt x="109579" y="222796"/>
                    <a:pt x="109579" y="222796"/>
                  </a:cubicBezTo>
                  <a:lnTo>
                    <a:pt x="114796" y="219028"/>
                  </a:lnTo>
                  <a:lnTo>
                    <a:pt x="119003" y="214823"/>
                  </a:lnTo>
                  <a:cubicBezTo>
                    <a:pt x="119003" y="214823"/>
                    <a:pt x="120180" y="211627"/>
                    <a:pt x="120685" y="211257"/>
                  </a:cubicBezTo>
                  <a:cubicBezTo>
                    <a:pt x="121190" y="210887"/>
                    <a:pt x="124017" y="209575"/>
                    <a:pt x="124017" y="209575"/>
                  </a:cubicBezTo>
                  <a:cubicBezTo>
                    <a:pt x="124017" y="209575"/>
                    <a:pt x="127147" y="208263"/>
                    <a:pt x="127416" y="208263"/>
                  </a:cubicBezTo>
                  <a:cubicBezTo>
                    <a:pt x="127685" y="208263"/>
                    <a:pt x="129166" y="206514"/>
                    <a:pt x="129166" y="206514"/>
                  </a:cubicBezTo>
                  <a:lnTo>
                    <a:pt x="131118" y="205707"/>
                  </a:lnTo>
                  <a:lnTo>
                    <a:pt x="134012" y="206279"/>
                  </a:lnTo>
                  <a:lnTo>
                    <a:pt x="136536" y="208533"/>
                  </a:lnTo>
                  <a:cubicBezTo>
                    <a:pt x="136536" y="208533"/>
                    <a:pt x="136772" y="209542"/>
                    <a:pt x="136772" y="209844"/>
                  </a:cubicBezTo>
                  <a:cubicBezTo>
                    <a:pt x="136772" y="210147"/>
                    <a:pt x="136907" y="211728"/>
                    <a:pt x="136705" y="212300"/>
                  </a:cubicBezTo>
                  <a:cubicBezTo>
                    <a:pt x="136503" y="212872"/>
                    <a:pt x="135695" y="214319"/>
                    <a:pt x="135628" y="214621"/>
                  </a:cubicBezTo>
                  <a:cubicBezTo>
                    <a:pt x="135561" y="214924"/>
                    <a:pt x="135191" y="215832"/>
                    <a:pt x="134988" y="216438"/>
                  </a:cubicBezTo>
                  <a:cubicBezTo>
                    <a:pt x="134787" y="217010"/>
                    <a:pt x="134618" y="217514"/>
                    <a:pt x="134484" y="218322"/>
                  </a:cubicBezTo>
                  <a:cubicBezTo>
                    <a:pt x="134349" y="219129"/>
                    <a:pt x="134282" y="220138"/>
                    <a:pt x="134282" y="220710"/>
                  </a:cubicBezTo>
                  <a:cubicBezTo>
                    <a:pt x="134282" y="221282"/>
                    <a:pt x="134282" y="222392"/>
                    <a:pt x="134416" y="222964"/>
                  </a:cubicBezTo>
                  <a:cubicBezTo>
                    <a:pt x="134551" y="223536"/>
                    <a:pt x="134551" y="224713"/>
                    <a:pt x="134787" y="225151"/>
                  </a:cubicBezTo>
                  <a:cubicBezTo>
                    <a:pt x="134988" y="225588"/>
                    <a:pt x="135729" y="226967"/>
                    <a:pt x="135729" y="226967"/>
                  </a:cubicBezTo>
                  <a:cubicBezTo>
                    <a:pt x="135729" y="226967"/>
                    <a:pt x="136873" y="227909"/>
                    <a:pt x="137243" y="228548"/>
                  </a:cubicBezTo>
                  <a:cubicBezTo>
                    <a:pt x="137614" y="229187"/>
                    <a:pt x="137984" y="229927"/>
                    <a:pt x="139431" y="231441"/>
                  </a:cubicBezTo>
                  <a:cubicBezTo>
                    <a:pt x="140878" y="232955"/>
                    <a:pt x="143066" y="234334"/>
                    <a:pt x="143402" y="234570"/>
                  </a:cubicBezTo>
                  <a:cubicBezTo>
                    <a:pt x="143772" y="234771"/>
                    <a:pt x="145657" y="236521"/>
                    <a:pt x="145657" y="236521"/>
                  </a:cubicBezTo>
                  <a:lnTo>
                    <a:pt x="147845" y="238707"/>
                  </a:lnTo>
                  <a:lnTo>
                    <a:pt x="151042" y="241970"/>
                  </a:lnTo>
                  <a:lnTo>
                    <a:pt x="154441" y="243854"/>
                  </a:lnTo>
                  <a:lnTo>
                    <a:pt x="157571" y="247992"/>
                  </a:lnTo>
                  <a:lnTo>
                    <a:pt x="158278" y="251524"/>
                  </a:lnTo>
                  <a:lnTo>
                    <a:pt x="157907" y="255056"/>
                  </a:lnTo>
                  <a:lnTo>
                    <a:pt x="157470" y="258824"/>
                  </a:lnTo>
                  <a:lnTo>
                    <a:pt x="158244" y="263298"/>
                  </a:lnTo>
                  <a:lnTo>
                    <a:pt x="158446" y="266998"/>
                  </a:lnTo>
                  <a:lnTo>
                    <a:pt x="162484" y="270699"/>
                  </a:lnTo>
                  <a:lnTo>
                    <a:pt x="166489" y="273962"/>
                  </a:lnTo>
                  <a:lnTo>
                    <a:pt x="167566" y="274500"/>
                  </a:lnTo>
                  <a:lnTo>
                    <a:pt x="168542" y="277965"/>
                  </a:lnTo>
                  <a:cubicBezTo>
                    <a:pt x="168542" y="277965"/>
                    <a:pt x="168879" y="280353"/>
                    <a:pt x="168879" y="280790"/>
                  </a:cubicBezTo>
                  <a:cubicBezTo>
                    <a:pt x="168879" y="281228"/>
                    <a:pt x="168778" y="283280"/>
                    <a:pt x="168778" y="283280"/>
                  </a:cubicBezTo>
                  <a:lnTo>
                    <a:pt x="168677" y="288494"/>
                  </a:lnTo>
                  <a:lnTo>
                    <a:pt x="168778" y="290109"/>
                  </a:lnTo>
                  <a:lnTo>
                    <a:pt x="170730" y="293372"/>
                  </a:lnTo>
                  <a:lnTo>
                    <a:pt x="175744" y="295659"/>
                  </a:lnTo>
                  <a:cubicBezTo>
                    <a:pt x="175744" y="295659"/>
                    <a:pt x="177359" y="295895"/>
                    <a:pt x="177797" y="296298"/>
                  </a:cubicBezTo>
                  <a:cubicBezTo>
                    <a:pt x="178235" y="296736"/>
                    <a:pt x="179446" y="297947"/>
                    <a:pt x="179884" y="298586"/>
                  </a:cubicBezTo>
                  <a:cubicBezTo>
                    <a:pt x="180321" y="299225"/>
                    <a:pt x="180321" y="300739"/>
                    <a:pt x="180523" y="301176"/>
                  </a:cubicBezTo>
                  <a:cubicBezTo>
                    <a:pt x="180759" y="301613"/>
                    <a:pt x="180321" y="303026"/>
                    <a:pt x="180187" y="303565"/>
                  </a:cubicBezTo>
                  <a:cubicBezTo>
                    <a:pt x="180086" y="304103"/>
                    <a:pt x="180287" y="303901"/>
                    <a:pt x="179412" y="305415"/>
                  </a:cubicBezTo>
                  <a:cubicBezTo>
                    <a:pt x="178538" y="306929"/>
                    <a:pt x="178874" y="308039"/>
                    <a:pt x="177461" y="309014"/>
                  </a:cubicBezTo>
                  <a:cubicBezTo>
                    <a:pt x="176047" y="309990"/>
                    <a:pt x="175408" y="310629"/>
                    <a:pt x="174095" y="311201"/>
                  </a:cubicBezTo>
                  <a:cubicBezTo>
                    <a:pt x="172783" y="311739"/>
                    <a:pt x="172244" y="312277"/>
                    <a:pt x="171706" y="312715"/>
                  </a:cubicBezTo>
                  <a:cubicBezTo>
                    <a:pt x="171167" y="313152"/>
                    <a:pt x="170393" y="312815"/>
                    <a:pt x="169417" y="313253"/>
                  </a:cubicBezTo>
                  <a:cubicBezTo>
                    <a:pt x="168441" y="313690"/>
                    <a:pt x="167229" y="313354"/>
                    <a:pt x="166489" y="313791"/>
                  </a:cubicBezTo>
                  <a:cubicBezTo>
                    <a:pt x="165715" y="314228"/>
                    <a:pt x="165177" y="314767"/>
                    <a:pt x="165177" y="314767"/>
                  </a:cubicBezTo>
                  <a:lnTo>
                    <a:pt x="162888" y="315540"/>
                  </a:lnTo>
                  <a:lnTo>
                    <a:pt x="161576" y="317828"/>
                  </a:lnTo>
                  <a:lnTo>
                    <a:pt x="160936" y="319779"/>
                  </a:lnTo>
                  <a:lnTo>
                    <a:pt x="161710" y="321831"/>
                  </a:lnTo>
                  <a:lnTo>
                    <a:pt x="163763" y="323782"/>
                  </a:lnTo>
                  <a:lnTo>
                    <a:pt x="166254" y="324421"/>
                  </a:lnTo>
                  <a:lnTo>
                    <a:pt x="170595" y="325060"/>
                  </a:lnTo>
                  <a:lnTo>
                    <a:pt x="171470" y="326372"/>
                  </a:lnTo>
                  <a:lnTo>
                    <a:pt x="172547" y="327449"/>
                  </a:lnTo>
                  <a:lnTo>
                    <a:pt x="175038" y="329501"/>
                  </a:lnTo>
                  <a:lnTo>
                    <a:pt x="177864" y="330140"/>
                  </a:lnTo>
                  <a:lnTo>
                    <a:pt x="180153" y="330779"/>
                  </a:lnTo>
                  <a:lnTo>
                    <a:pt x="180927" y="327415"/>
                  </a:lnTo>
                  <a:lnTo>
                    <a:pt x="178841" y="325128"/>
                  </a:lnTo>
                  <a:lnTo>
                    <a:pt x="179278" y="323816"/>
                  </a:lnTo>
                  <a:lnTo>
                    <a:pt x="182206" y="323916"/>
                  </a:lnTo>
                  <a:lnTo>
                    <a:pt x="183619" y="324993"/>
                  </a:lnTo>
                  <a:lnTo>
                    <a:pt x="185134" y="327381"/>
                  </a:lnTo>
                  <a:lnTo>
                    <a:pt x="187961" y="328088"/>
                  </a:lnTo>
                  <a:lnTo>
                    <a:pt x="190249" y="327045"/>
                  </a:lnTo>
                  <a:lnTo>
                    <a:pt x="193076" y="327045"/>
                  </a:lnTo>
                  <a:lnTo>
                    <a:pt x="194524" y="326103"/>
                  </a:lnTo>
                  <a:lnTo>
                    <a:pt x="194961" y="325027"/>
                  </a:lnTo>
                  <a:cubicBezTo>
                    <a:pt x="194961" y="325027"/>
                    <a:pt x="197216" y="322840"/>
                    <a:pt x="197586" y="322840"/>
                  </a:cubicBezTo>
                  <a:cubicBezTo>
                    <a:pt x="197956" y="322840"/>
                    <a:pt x="200177" y="322134"/>
                    <a:pt x="200177" y="322134"/>
                  </a:cubicBezTo>
                  <a:lnTo>
                    <a:pt x="200446" y="319409"/>
                  </a:lnTo>
                  <a:cubicBezTo>
                    <a:pt x="200446" y="319409"/>
                    <a:pt x="199942" y="316987"/>
                    <a:pt x="199875" y="316886"/>
                  </a:cubicBezTo>
                  <a:cubicBezTo>
                    <a:pt x="199807" y="316785"/>
                    <a:pt x="199101" y="315439"/>
                    <a:pt x="199101" y="315439"/>
                  </a:cubicBezTo>
                  <a:lnTo>
                    <a:pt x="200446" y="313959"/>
                  </a:lnTo>
                  <a:lnTo>
                    <a:pt x="202466" y="313152"/>
                  </a:lnTo>
                  <a:lnTo>
                    <a:pt x="205259" y="313152"/>
                  </a:lnTo>
                  <a:lnTo>
                    <a:pt x="206942" y="315507"/>
                  </a:lnTo>
                  <a:lnTo>
                    <a:pt x="207851" y="317693"/>
                  </a:lnTo>
                  <a:lnTo>
                    <a:pt x="207851" y="319241"/>
                  </a:lnTo>
                  <a:lnTo>
                    <a:pt x="208591" y="320889"/>
                  </a:lnTo>
                  <a:cubicBezTo>
                    <a:pt x="208591" y="320889"/>
                    <a:pt x="210409" y="322840"/>
                    <a:pt x="210543" y="322975"/>
                  </a:cubicBezTo>
                  <a:cubicBezTo>
                    <a:pt x="210644" y="323076"/>
                    <a:pt x="213101" y="324589"/>
                    <a:pt x="213101" y="324589"/>
                  </a:cubicBezTo>
                  <a:lnTo>
                    <a:pt x="213101" y="326170"/>
                  </a:lnTo>
                  <a:cubicBezTo>
                    <a:pt x="213101" y="326170"/>
                    <a:pt x="212730" y="327415"/>
                    <a:pt x="212764" y="327516"/>
                  </a:cubicBezTo>
                  <a:cubicBezTo>
                    <a:pt x="212798" y="327617"/>
                    <a:pt x="213740" y="328828"/>
                    <a:pt x="213976" y="328895"/>
                  </a:cubicBezTo>
                  <a:cubicBezTo>
                    <a:pt x="214245" y="328962"/>
                    <a:pt x="215894" y="328996"/>
                    <a:pt x="216365" y="329164"/>
                  </a:cubicBezTo>
                  <a:cubicBezTo>
                    <a:pt x="216837" y="329299"/>
                    <a:pt x="217341" y="329030"/>
                    <a:pt x="217779" y="329366"/>
                  </a:cubicBezTo>
                  <a:cubicBezTo>
                    <a:pt x="218216" y="329736"/>
                    <a:pt x="219697" y="331115"/>
                    <a:pt x="219798" y="331183"/>
                  </a:cubicBezTo>
                  <a:cubicBezTo>
                    <a:pt x="219899" y="331250"/>
                    <a:pt x="223870" y="333537"/>
                    <a:pt x="223870" y="333537"/>
                  </a:cubicBezTo>
                  <a:lnTo>
                    <a:pt x="225654" y="333975"/>
                  </a:lnTo>
                  <a:lnTo>
                    <a:pt x="229490" y="335522"/>
                  </a:lnTo>
                  <a:lnTo>
                    <a:pt x="232755" y="334547"/>
                  </a:lnTo>
                  <a:lnTo>
                    <a:pt x="235043" y="335320"/>
                  </a:lnTo>
                  <a:lnTo>
                    <a:pt x="237534" y="337507"/>
                  </a:lnTo>
                  <a:lnTo>
                    <a:pt x="240024" y="338987"/>
                  </a:lnTo>
                  <a:lnTo>
                    <a:pt x="242515" y="339256"/>
                  </a:lnTo>
                  <a:lnTo>
                    <a:pt x="243491" y="339256"/>
                  </a:lnTo>
                  <a:lnTo>
                    <a:pt x="244029" y="340568"/>
                  </a:lnTo>
                  <a:cubicBezTo>
                    <a:pt x="244029" y="340568"/>
                    <a:pt x="244702" y="341779"/>
                    <a:pt x="245006" y="341981"/>
                  </a:cubicBezTo>
                  <a:cubicBezTo>
                    <a:pt x="245342" y="342183"/>
                    <a:pt x="249885" y="342856"/>
                    <a:pt x="249885" y="342856"/>
                  </a:cubicBezTo>
                  <a:lnTo>
                    <a:pt x="251534" y="342957"/>
                  </a:lnTo>
                  <a:lnTo>
                    <a:pt x="252847" y="346758"/>
                  </a:lnTo>
                  <a:lnTo>
                    <a:pt x="253486" y="348843"/>
                  </a:lnTo>
                  <a:lnTo>
                    <a:pt x="255674" y="352006"/>
                  </a:lnTo>
                  <a:lnTo>
                    <a:pt x="258602" y="354495"/>
                  </a:lnTo>
                  <a:lnTo>
                    <a:pt x="261429" y="354293"/>
                  </a:lnTo>
                  <a:cubicBezTo>
                    <a:pt x="261429" y="354293"/>
                    <a:pt x="262943" y="356244"/>
                    <a:pt x="263078" y="356581"/>
                  </a:cubicBezTo>
                  <a:cubicBezTo>
                    <a:pt x="263179" y="356917"/>
                    <a:pt x="263852" y="359743"/>
                    <a:pt x="263852" y="359743"/>
                  </a:cubicBezTo>
                  <a:lnTo>
                    <a:pt x="262337" y="363342"/>
                  </a:lnTo>
                  <a:cubicBezTo>
                    <a:pt x="262337" y="363342"/>
                    <a:pt x="261698" y="364217"/>
                    <a:pt x="261698" y="364856"/>
                  </a:cubicBezTo>
                  <a:cubicBezTo>
                    <a:pt x="261698" y="365495"/>
                    <a:pt x="261799" y="367143"/>
                    <a:pt x="262237" y="367682"/>
                  </a:cubicBezTo>
                  <a:cubicBezTo>
                    <a:pt x="262674" y="368220"/>
                    <a:pt x="263852" y="369094"/>
                    <a:pt x="263852" y="369094"/>
                  </a:cubicBezTo>
                  <a:lnTo>
                    <a:pt x="264491" y="372358"/>
                  </a:lnTo>
                  <a:lnTo>
                    <a:pt x="263852" y="375183"/>
                  </a:lnTo>
                  <a:lnTo>
                    <a:pt x="262674" y="376159"/>
                  </a:lnTo>
                  <a:cubicBezTo>
                    <a:pt x="262674" y="376159"/>
                    <a:pt x="264626" y="379085"/>
                    <a:pt x="265064" y="379422"/>
                  </a:cubicBezTo>
                  <a:cubicBezTo>
                    <a:pt x="265501" y="379758"/>
                    <a:pt x="265703" y="379220"/>
                    <a:pt x="266814" y="379758"/>
                  </a:cubicBezTo>
                  <a:cubicBezTo>
                    <a:pt x="267890" y="380297"/>
                    <a:pt x="267890" y="379657"/>
                    <a:pt x="269539" y="379960"/>
                  </a:cubicBezTo>
                  <a:cubicBezTo>
                    <a:pt x="271155" y="380297"/>
                    <a:pt x="272367" y="380734"/>
                    <a:pt x="273241" y="380397"/>
                  </a:cubicBezTo>
                  <a:cubicBezTo>
                    <a:pt x="274116" y="380061"/>
                    <a:pt x="274991" y="375890"/>
                    <a:pt x="274991" y="375890"/>
                  </a:cubicBezTo>
                  <a:cubicBezTo>
                    <a:pt x="274991" y="375890"/>
                    <a:pt x="276169" y="373670"/>
                    <a:pt x="276237" y="373434"/>
                  </a:cubicBezTo>
                  <a:cubicBezTo>
                    <a:pt x="276304" y="373232"/>
                    <a:pt x="277718" y="371046"/>
                    <a:pt x="277718" y="371046"/>
                  </a:cubicBezTo>
                  <a:cubicBezTo>
                    <a:pt x="277718" y="371046"/>
                    <a:pt x="278256" y="369532"/>
                    <a:pt x="278256" y="369263"/>
                  </a:cubicBezTo>
                  <a:cubicBezTo>
                    <a:pt x="278256" y="368994"/>
                    <a:pt x="279030" y="367244"/>
                    <a:pt x="279030" y="366874"/>
                  </a:cubicBezTo>
                  <a:cubicBezTo>
                    <a:pt x="279030" y="366504"/>
                    <a:pt x="279670" y="364654"/>
                    <a:pt x="279838" y="364587"/>
                  </a:cubicBezTo>
                  <a:cubicBezTo>
                    <a:pt x="280006" y="364520"/>
                    <a:pt x="281588" y="363006"/>
                    <a:pt x="281588" y="363006"/>
                  </a:cubicBezTo>
                  <a:lnTo>
                    <a:pt x="282026" y="361324"/>
                  </a:lnTo>
                  <a:cubicBezTo>
                    <a:pt x="282026" y="361324"/>
                    <a:pt x="281857" y="360281"/>
                    <a:pt x="281352" y="359978"/>
                  </a:cubicBezTo>
                  <a:cubicBezTo>
                    <a:pt x="280881" y="359642"/>
                    <a:pt x="279905" y="358532"/>
                    <a:pt x="279939" y="358195"/>
                  </a:cubicBezTo>
                  <a:cubicBezTo>
                    <a:pt x="279972" y="357859"/>
                    <a:pt x="279972" y="357152"/>
                    <a:pt x="280309" y="356883"/>
                  </a:cubicBezTo>
                  <a:cubicBezTo>
                    <a:pt x="280646" y="356614"/>
                    <a:pt x="281992" y="356244"/>
                    <a:pt x="281992" y="356244"/>
                  </a:cubicBezTo>
                  <a:lnTo>
                    <a:pt x="285424" y="354293"/>
                  </a:lnTo>
                  <a:cubicBezTo>
                    <a:pt x="285424" y="354293"/>
                    <a:pt x="288083" y="352174"/>
                    <a:pt x="288151" y="351972"/>
                  </a:cubicBezTo>
                  <a:cubicBezTo>
                    <a:pt x="288218" y="351770"/>
                    <a:pt x="289901" y="349752"/>
                    <a:pt x="289901" y="349752"/>
                  </a:cubicBezTo>
                  <a:cubicBezTo>
                    <a:pt x="289901" y="349752"/>
                    <a:pt x="292526" y="347027"/>
                    <a:pt x="292795" y="346926"/>
                  </a:cubicBezTo>
                  <a:cubicBezTo>
                    <a:pt x="293064" y="346825"/>
                    <a:pt x="293939" y="345580"/>
                    <a:pt x="293939" y="345580"/>
                  </a:cubicBezTo>
                  <a:lnTo>
                    <a:pt x="296228" y="344369"/>
                  </a:lnTo>
                  <a:lnTo>
                    <a:pt x="300064" y="342048"/>
                  </a:lnTo>
                  <a:lnTo>
                    <a:pt x="303632" y="341308"/>
                  </a:lnTo>
                  <a:lnTo>
                    <a:pt x="306088" y="341611"/>
                  </a:lnTo>
                  <a:lnTo>
                    <a:pt x="308612" y="344874"/>
                  </a:lnTo>
                  <a:lnTo>
                    <a:pt x="309858" y="347902"/>
                  </a:lnTo>
                  <a:lnTo>
                    <a:pt x="308478" y="350290"/>
                  </a:lnTo>
                  <a:cubicBezTo>
                    <a:pt x="308478" y="350290"/>
                    <a:pt x="306391" y="351669"/>
                    <a:pt x="306088" y="352039"/>
                  </a:cubicBezTo>
                  <a:cubicBezTo>
                    <a:pt x="305785" y="352409"/>
                    <a:pt x="304069" y="353418"/>
                    <a:pt x="304069" y="353418"/>
                  </a:cubicBezTo>
                  <a:cubicBezTo>
                    <a:pt x="304069" y="353418"/>
                    <a:pt x="303396" y="356009"/>
                    <a:pt x="303362" y="356244"/>
                  </a:cubicBezTo>
                  <a:cubicBezTo>
                    <a:pt x="303295" y="356480"/>
                    <a:pt x="302689" y="358061"/>
                    <a:pt x="302689" y="358061"/>
                  </a:cubicBezTo>
                  <a:lnTo>
                    <a:pt x="301242" y="363208"/>
                  </a:lnTo>
                  <a:lnTo>
                    <a:pt x="300805" y="365091"/>
                  </a:lnTo>
                  <a:cubicBezTo>
                    <a:pt x="300805" y="365091"/>
                    <a:pt x="300232" y="368994"/>
                    <a:pt x="300232" y="369364"/>
                  </a:cubicBezTo>
                  <a:cubicBezTo>
                    <a:pt x="300232" y="369734"/>
                    <a:pt x="299728" y="374645"/>
                    <a:pt x="299728" y="374645"/>
                  </a:cubicBezTo>
                  <a:cubicBezTo>
                    <a:pt x="299728" y="374645"/>
                    <a:pt x="299526" y="377673"/>
                    <a:pt x="299661" y="378043"/>
                  </a:cubicBezTo>
                  <a:cubicBezTo>
                    <a:pt x="299795" y="378413"/>
                    <a:pt x="302185" y="382618"/>
                    <a:pt x="302185" y="382618"/>
                  </a:cubicBezTo>
                  <a:lnTo>
                    <a:pt x="304776" y="383425"/>
                  </a:lnTo>
                  <a:lnTo>
                    <a:pt x="309185" y="382988"/>
                  </a:lnTo>
                  <a:cubicBezTo>
                    <a:pt x="309185" y="382988"/>
                    <a:pt x="312516" y="383492"/>
                    <a:pt x="312819" y="383492"/>
                  </a:cubicBezTo>
                  <a:cubicBezTo>
                    <a:pt x="313089" y="383492"/>
                    <a:pt x="314031" y="385443"/>
                    <a:pt x="314031" y="385443"/>
                  </a:cubicBezTo>
                  <a:lnTo>
                    <a:pt x="314031" y="388908"/>
                  </a:lnTo>
                  <a:lnTo>
                    <a:pt x="314468" y="390489"/>
                  </a:lnTo>
                  <a:lnTo>
                    <a:pt x="313661" y="392003"/>
                  </a:lnTo>
                  <a:cubicBezTo>
                    <a:pt x="313661" y="392003"/>
                    <a:pt x="313021" y="394896"/>
                    <a:pt x="313021" y="395333"/>
                  </a:cubicBezTo>
                  <a:cubicBezTo>
                    <a:pt x="313021" y="395771"/>
                    <a:pt x="312752" y="397285"/>
                    <a:pt x="313223" y="397856"/>
                  </a:cubicBezTo>
                  <a:cubicBezTo>
                    <a:pt x="313728" y="398428"/>
                    <a:pt x="315680" y="401557"/>
                    <a:pt x="316992" y="401624"/>
                  </a:cubicBezTo>
                  <a:cubicBezTo>
                    <a:pt x="318305" y="401691"/>
                    <a:pt x="320190" y="401119"/>
                    <a:pt x="320964" y="401052"/>
                  </a:cubicBezTo>
                  <a:cubicBezTo>
                    <a:pt x="321771" y="400985"/>
                    <a:pt x="323925" y="399606"/>
                    <a:pt x="323925" y="399606"/>
                  </a:cubicBezTo>
                  <a:cubicBezTo>
                    <a:pt x="323925" y="399606"/>
                    <a:pt x="326315" y="400110"/>
                    <a:pt x="326752" y="400682"/>
                  </a:cubicBezTo>
                  <a:cubicBezTo>
                    <a:pt x="327190" y="401254"/>
                    <a:pt x="329276" y="404383"/>
                    <a:pt x="329276" y="404383"/>
                  </a:cubicBezTo>
                  <a:lnTo>
                    <a:pt x="330017" y="406266"/>
                  </a:lnTo>
                  <a:cubicBezTo>
                    <a:pt x="330017" y="406266"/>
                    <a:pt x="327762" y="411178"/>
                    <a:pt x="327392" y="411783"/>
                  </a:cubicBezTo>
                  <a:cubicBezTo>
                    <a:pt x="327022" y="412355"/>
                    <a:pt x="325877" y="413869"/>
                    <a:pt x="325810" y="414407"/>
                  </a:cubicBezTo>
                  <a:cubicBezTo>
                    <a:pt x="325743" y="414912"/>
                    <a:pt x="329276" y="418814"/>
                    <a:pt x="329276" y="418814"/>
                  </a:cubicBezTo>
                  <a:lnTo>
                    <a:pt x="330017" y="421942"/>
                  </a:lnTo>
                  <a:lnTo>
                    <a:pt x="332911" y="425273"/>
                  </a:lnTo>
                  <a:lnTo>
                    <a:pt x="333349" y="427594"/>
                  </a:lnTo>
                  <a:cubicBezTo>
                    <a:pt x="333349" y="427594"/>
                    <a:pt x="333551" y="429410"/>
                    <a:pt x="333349" y="429612"/>
                  </a:cubicBezTo>
                  <a:cubicBezTo>
                    <a:pt x="333147" y="429848"/>
                    <a:pt x="334661" y="431631"/>
                    <a:pt x="335974" y="431631"/>
                  </a:cubicBezTo>
                  <a:cubicBezTo>
                    <a:pt x="337286" y="431631"/>
                    <a:pt x="338296" y="431631"/>
                    <a:pt x="338801" y="431563"/>
                  </a:cubicBezTo>
                  <a:cubicBezTo>
                    <a:pt x="339305" y="431496"/>
                    <a:pt x="340685" y="430924"/>
                    <a:pt x="340887" y="430924"/>
                  </a:cubicBezTo>
                  <a:cubicBezTo>
                    <a:pt x="341089" y="430924"/>
                    <a:pt x="341459" y="430790"/>
                    <a:pt x="341829" y="430924"/>
                  </a:cubicBezTo>
                  <a:cubicBezTo>
                    <a:pt x="342200" y="431059"/>
                    <a:pt x="343277" y="432236"/>
                    <a:pt x="343277" y="432236"/>
                  </a:cubicBezTo>
                  <a:lnTo>
                    <a:pt x="344118" y="433212"/>
                  </a:lnTo>
                  <a:lnTo>
                    <a:pt x="345464" y="435196"/>
                  </a:lnTo>
                  <a:lnTo>
                    <a:pt x="345195" y="437450"/>
                  </a:lnTo>
                  <a:lnTo>
                    <a:pt x="344118" y="438527"/>
                  </a:lnTo>
                  <a:lnTo>
                    <a:pt x="343580" y="440982"/>
                  </a:lnTo>
                  <a:lnTo>
                    <a:pt x="343580" y="442799"/>
                  </a:lnTo>
                  <a:cubicBezTo>
                    <a:pt x="343580" y="442799"/>
                    <a:pt x="344959" y="444649"/>
                    <a:pt x="345027" y="444750"/>
                  </a:cubicBezTo>
                  <a:cubicBezTo>
                    <a:pt x="345094" y="444851"/>
                    <a:pt x="346104" y="445255"/>
                    <a:pt x="346272" y="445255"/>
                  </a:cubicBezTo>
                  <a:cubicBezTo>
                    <a:pt x="346440" y="445255"/>
                    <a:pt x="347753" y="446466"/>
                    <a:pt x="347753" y="446466"/>
                  </a:cubicBezTo>
                  <a:lnTo>
                    <a:pt x="349200" y="447105"/>
                  </a:lnTo>
                  <a:lnTo>
                    <a:pt x="350647" y="448215"/>
                  </a:lnTo>
                  <a:cubicBezTo>
                    <a:pt x="350647" y="448215"/>
                    <a:pt x="350714" y="449190"/>
                    <a:pt x="351791" y="449022"/>
                  </a:cubicBezTo>
                  <a:cubicBezTo>
                    <a:pt x="352868" y="448820"/>
                    <a:pt x="353508" y="448720"/>
                    <a:pt x="354147" y="448484"/>
                  </a:cubicBezTo>
                  <a:cubicBezTo>
                    <a:pt x="354787" y="448215"/>
                    <a:pt x="355897" y="447778"/>
                    <a:pt x="356099" y="447643"/>
                  </a:cubicBezTo>
                  <a:cubicBezTo>
                    <a:pt x="356301" y="447508"/>
                    <a:pt x="356806" y="447105"/>
                    <a:pt x="357008" y="447004"/>
                  </a:cubicBezTo>
                  <a:cubicBezTo>
                    <a:pt x="357210" y="446903"/>
                    <a:pt x="357715" y="446466"/>
                    <a:pt x="357715" y="446466"/>
                  </a:cubicBezTo>
                  <a:cubicBezTo>
                    <a:pt x="357715" y="446466"/>
                    <a:pt x="359936" y="445793"/>
                    <a:pt x="360171" y="445793"/>
                  </a:cubicBezTo>
                  <a:cubicBezTo>
                    <a:pt x="360440" y="445793"/>
                    <a:pt x="361383" y="446197"/>
                    <a:pt x="361787" y="446230"/>
                  </a:cubicBezTo>
                  <a:cubicBezTo>
                    <a:pt x="362224" y="446264"/>
                    <a:pt x="363705" y="447441"/>
                    <a:pt x="363705" y="447441"/>
                  </a:cubicBezTo>
                  <a:lnTo>
                    <a:pt x="364109" y="448753"/>
                  </a:lnTo>
                  <a:cubicBezTo>
                    <a:pt x="364109" y="448753"/>
                    <a:pt x="363840" y="449661"/>
                    <a:pt x="363671" y="449863"/>
                  </a:cubicBezTo>
                  <a:cubicBezTo>
                    <a:pt x="363537" y="450065"/>
                    <a:pt x="362897" y="450872"/>
                    <a:pt x="362729" y="451175"/>
                  </a:cubicBezTo>
                  <a:cubicBezTo>
                    <a:pt x="362561" y="451444"/>
                    <a:pt x="361147" y="453665"/>
                    <a:pt x="361013" y="453698"/>
                  </a:cubicBezTo>
                  <a:cubicBezTo>
                    <a:pt x="360912" y="453732"/>
                    <a:pt x="360205" y="455010"/>
                    <a:pt x="360205" y="455111"/>
                  </a:cubicBezTo>
                  <a:cubicBezTo>
                    <a:pt x="360205" y="455212"/>
                    <a:pt x="359229" y="456726"/>
                    <a:pt x="359229" y="456726"/>
                  </a:cubicBezTo>
                  <a:lnTo>
                    <a:pt x="357815" y="461099"/>
                  </a:lnTo>
                  <a:lnTo>
                    <a:pt x="355864" y="464362"/>
                  </a:lnTo>
                  <a:lnTo>
                    <a:pt x="352027" y="466885"/>
                  </a:lnTo>
                  <a:lnTo>
                    <a:pt x="349133" y="469408"/>
                  </a:lnTo>
                  <a:lnTo>
                    <a:pt x="347450" y="472099"/>
                  </a:lnTo>
                  <a:lnTo>
                    <a:pt x="348594" y="474992"/>
                  </a:lnTo>
                  <a:lnTo>
                    <a:pt x="352061" y="475295"/>
                  </a:lnTo>
                  <a:lnTo>
                    <a:pt x="353945" y="476439"/>
                  </a:lnTo>
                  <a:lnTo>
                    <a:pt x="357412" y="478188"/>
                  </a:lnTo>
                  <a:lnTo>
                    <a:pt x="359431" y="481653"/>
                  </a:lnTo>
                  <a:lnTo>
                    <a:pt x="358994" y="484411"/>
                  </a:lnTo>
                  <a:lnTo>
                    <a:pt x="357109" y="487742"/>
                  </a:lnTo>
                  <a:lnTo>
                    <a:pt x="355224" y="491375"/>
                  </a:lnTo>
                  <a:lnTo>
                    <a:pt x="354484" y="493258"/>
                  </a:lnTo>
                  <a:cubicBezTo>
                    <a:pt x="354484" y="493258"/>
                    <a:pt x="354349" y="494402"/>
                    <a:pt x="354484" y="495445"/>
                  </a:cubicBezTo>
                  <a:cubicBezTo>
                    <a:pt x="354618" y="496454"/>
                    <a:pt x="354787" y="497329"/>
                    <a:pt x="356066" y="497329"/>
                  </a:cubicBezTo>
                  <a:cubicBezTo>
                    <a:pt x="357345" y="497329"/>
                    <a:pt x="358522" y="497833"/>
                    <a:pt x="360979" y="497833"/>
                  </a:cubicBezTo>
                  <a:cubicBezTo>
                    <a:pt x="363436" y="497833"/>
                    <a:pt x="364614" y="497632"/>
                    <a:pt x="365186" y="497632"/>
                  </a:cubicBezTo>
                  <a:cubicBezTo>
                    <a:pt x="365758" y="497632"/>
                    <a:pt x="368652" y="497632"/>
                    <a:pt x="368652" y="497632"/>
                  </a:cubicBezTo>
                  <a:lnTo>
                    <a:pt x="370234" y="499515"/>
                  </a:lnTo>
                  <a:cubicBezTo>
                    <a:pt x="370234" y="499515"/>
                    <a:pt x="371243" y="502846"/>
                    <a:pt x="371681" y="503283"/>
                  </a:cubicBezTo>
                  <a:cubicBezTo>
                    <a:pt x="372119" y="503720"/>
                    <a:pt x="372253" y="505470"/>
                    <a:pt x="372422" y="505907"/>
                  </a:cubicBezTo>
                  <a:cubicBezTo>
                    <a:pt x="372556" y="506344"/>
                    <a:pt x="371849" y="507791"/>
                    <a:pt x="372422" y="508363"/>
                  </a:cubicBezTo>
                  <a:cubicBezTo>
                    <a:pt x="372994" y="508934"/>
                    <a:pt x="373431" y="510112"/>
                    <a:pt x="373566" y="510684"/>
                  </a:cubicBezTo>
                  <a:cubicBezTo>
                    <a:pt x="373701" y="511256"/>
                    <a:pt x="376898" y="516201"/>
                    <a:pt x="376898" y="516201"/>
                  </a:cubicBezTo>
                  <a:lnTo>
                    <a:pt x="379792" y="521852"/>
                  </a:lnTo>
                  <a:lnTo>
                    <a:pt x="380667" y="525620"/>
                  </a:lnTo>
                  <a:lnTo>
                    <a:pt x="381980" y="529387"/>
                  </a:lnTo>
                  <a:lnTo>
                    <a:pt x="384301" y="532415"/>
                  </a:lnTo>
                  <a:lnTo>
                    <a:pt x="386826" y="534299"/>
                  </a:lnTo>
                  <a:lnTo>
                    <a:pt x="388643" y="536923"/>
                  </a:lnTo>
                  <a:lnTo>
                    <a:pt x="388643" y="540253"/>
                  </a:lnTo>
                  <a:lnTo>
                    <a:pt x="389787" y="540388"/>
                  </a:lnTo>
                  <a:cubicBezTo>
                    <a:pt x="389787" y="540388"/>
                    <a:pt x="392682" y="541699"/>
                    <a:pt x="393254" y="541699"/>
                  </a:cubicBezTo>
                  <a:cubicBezTo>
                    <a:pt x="393826" y="541699"/>
                    <a:pt x="395710" y="541565"/>
                    <a:pt x="395710" y="541565"/>
                  </a:cubicBezTo>
                  <a:lnTo>
                    <a:pt x="396855" y="541868"/>
                  </a:lnTo>
                  <a:lnTo>
                    <a:pt x="401196" y="547216"/>
                  </a:lnTo>
                  <a:lnTo>
                    <a:pt x="404528" y="551556"/>
                  </a:lnTo>
                  <a:lnTo>
                    <a:pt x="406413" y="555189"/>
                  </a:lnTo>
                  <a:cubicBezTo>
                    <a:pt x="406413" y="555189"/>
                    <a:pt x="406850" y="556938"/>
                    <a:pt x="406413" y="557376"/>
                  </a:cubicBezTo>
                  <a:cubicBezTo>
                    <a:pt x="405975" y="557813"/>
                    <a:pt x="403519" y="559125"/>
                    <a:pt x="403519" y="559125"/>
                  </a:cubicBezTo>
                  <a:lnTo>
                    <a:pt x="400994" y="560134"/>
                  </a:lnTo>
                  <a:lnTo>
                    <a:pt x="400792" y="561580"/>
                  </a:lnTo>
                  <a:lnTo>
                    <a:pt x="400792" y="564642"/>
                  </a:lnTo>
                  <a:lnTo>
                    <a:pt x="399917" y="567972"/>
                  </a:lnTo>
                  <a:cubicBezTo>
                    <a:pt x="399917" y="567972"/>
                    <a:pt x="399480" y="569284"/>
                    <a:pt x="399480" y="569856"/>
                  </a:cubicBezTo>
                  <a:cubicBezTo>
                    <a:pt x="399480" y="570428"/>
                    <a:pt x="399042" y="572614"/>
                    <a:pt x="399042" y="572614"/>
                  </a:cubicBezTo>
                  <a:lnTo>
                    <a:pt x="399042" y="575070"/>
                  </a:lnTo>
                  <a:lnTo>
                    <a:pt x="396855" y="577257"/>
                  </a:lnTo>
                  <a:cubicBezTo>
                    <a:pt x="396855" y="577257"/>
                    <a:pt x="394970" y="578400"/>
                    <a:pt x="394835" y="578838"/>
                  </a:cubicBezTo>
                  <a:cubicBezTo>
                    <a:pt x="394701" y="579275"/>
                    <a:pt x="393086" y="581024"/>
                    <a:pt x="393086" y="581024"/>
                  </a:cubicBezTo>
                  <a:lnTo>
                    <a:pt x="391941" y="582471"/>
                  </a:lnTo>
                  <a:cubicBezTo>
                    <a:pt x="391941" y="582471"/>
                    <a:pt x="391874" y="584489"/>
                    <a:pt x="392143" y="584489"/>
                  </a:cubicBezTo>
                  <a:cubicBezTo>
                    <a:pt x="392412" y="584489"/>
                    <a:pt x="395038" y="584691"/>
                    <a:pt x="395408" y="584691"/>
                  </a:cubicBezTo>
                  <a:cubicBezTo>
                    <a:pt x="395778" y="584691"/>
                    <a:pt x="396989" y="583244"/>
                    <a:pt x="397427" y="582807"/>
                  </a:cubicBezTo>
                  <a:cubicBezTo>
                    <a:pt x="397864" y="582370"/>
                    <a:pt x="398807" y="581428"/>
                    <a:pt x="399009" y="581293"/>
                  </a:cubicBezTo>
                  <a:cubicBezTo>
                    <a:pt x="399244" y="581159"/>
                    <a:pt x="401028" y="581361"/>
                    <a:pt x="401028" y="581361"/>
                  </a:cubicBezTo>
                  <a:cubicBezTo>
                    <a:pt x="401028" y="581361"/>
                    <a:pt x="401533" y="582437"/>
                    <a:pt x="401903" y="582942"/>
                  </a:cubicBezTo>
                  <a:cubicBezTo>
                    <a:pt x="402273" y="583446"/>
                    <a:pt x="402273" y="585767"/>
                    <a:pt x="402273" y="585767"/>
                  </a:cubicBezTo>
                  <a:lnTo>
                    <a:pt x="402341" y="587449"/>
                  </a:lnTo>
                  <a:lnTo>
                    <a:pt x="402206" y="588257"/>
                  </a:lnTo>
                  <a:cubicBezTo>
                    <a:pt x="402206" y="588257"/>
                    <a:pt x="401533" y="589401"/>
                    <a:pt x="401028" y="590309"/>
                  </a:cubicBezTo>
                  <a:lnTo>
                    <a:pt x="403014" y="590073"/>
                  </a:lnTo>
                  <a:lnTo>
                    <a:pt x="408230" y="587214"/>
                  </a:lnTo>
                  <a:lnTo>
                    <a:pt x="412975" y="585364"/>
                  </a:lnTo>
                  <a:lnTo>
                    <a:pt x="418932" y="583615"/>
                  </a:lnTo>
                  <a:lnTo>
                    <a:pt x="423779" y="578939"/>
                  </a:lnTo>
                  <a:lnTo>
                    <a:pt x="426572" y="573489"/>
                  </a:lnTo>
                  <a:lnTo>
                    <a:pt x="427548" y="568039"/>
                  </a:lnTo>
                  <a:lnTo>
                    <a:pt x="428995" y="562421"/>
                  </a:lnTo>
                  <a:lnTo>
                    <a:pt x="432360" y="558654"/>
                  </a:lnTo>
                  <a:lnTo>
                    <a:pt x="435759" y="555391"/>
                  </a:lnTo>
                  <a:lnTo>
                    <a:pt x="438923" y="552632"/>
                  </a:lnTo>
                  <a:lnTo>
                    <a:pt x="443702" y="548192"/>
                  </a:lnTo>
                  <a:cubicBezTo>
                    <a:pt x="443702" y="548192"/>
                    <a:pt x="445486" y="544054"/>
                    <a:pt x="445654" y="543886"/>
                  </a:cubicBezTo>
                  <a:cubicBezTo>
                    <a:pt x="445822" y="543718"/>
                    <a:pt x="447741" y="540522"/>
                    <a:pt x="447741" y="540522"/>
                  </a:cubicBezTo>
                  <a:lnTo>
                    <a:pt x="447741" y="535106"/>
                  </a:lnTo>
                  <a:cubicBezTo>
                    <a:pt x="447741" y="535106"/>
                    <a:pt x="447135" y="532987"/>
                    <a:pt x="447135" y="532785"/>
                  </a:cubicBezTo>
                  <a:cubicBezTo>
                    <a:pt x="447135" y="532549"/>
                    <a:pt x="447909" y="530935"/>
                    <a:pt x="448077" y="530834"/>
                  </a:cubicBezTo>
                  <a:cubicBezTo>
                    <a:pt x="448245" y="530733"/>
                    <a:pt x="451173" y="529051"/>
                    <a:pt x="451173" y="529051"/>
                  </a:cubicBezTo>
                  <a:lnTo>
                    <a:pt x="453832" y="529051"/>
                  </a:lnTo>
                  <a:cubicBezTo>
                    <a:pt x="453832" y="529051"/>
                    <a:pt x="457265" y="526225"/>
                    <a:pt x="457871" y="526057"/>
                  </a:cubicBezTo>
                  <a:cubicBezTo>
                    <a:pt x="458476" y="525889"/>
                    <a:pt x="460428" y="524140"/>
                    <a:pt x="460428" y="524140"/>
                  </a:cubicBezTo>
                  <a:cubicBezTo>
                    <a:pt x="460428" y="524140"/>
                    <a:pt x="460327" y="521650"/>
                    <a:pt x="460428" y="521247"/>
                  </a:cubicBezTo>
                  <a:cubicBezTo>
                    <a:pt x="460529" y="520877"/>
                    <a:pt x="460428" y="519295"/>
                    <a:pt x="460428" y="519295"/>
                  </a:cubicBezTo>
                  <a:lnTo>
                    <a:pt x="458948" y="517714"/>
                  </a:lnTo>
                  <a:lnTo>
                    <a:pt x="458476" y="514889"/>
                  </a:lnTo>
                  <a:lnTo>
                    <a:pt x="459015" y="511256"/>
                  </a:lnTo>
                  <a:lnTo>
                    <a:pt x="459722" y="505873"/>
                  </a:lnTo>
                  <a:lnTo>
                    <a:pt x="460462" y="501096"/>
                  </a:lnTo>
                  <a:cubicBezTo>
                    <a:pt x="460462" y="501096"/>
                    <a:pt x="460125" y="497833"/>
                    <a:pt x="460462" y="497295"/>
                  </a:cubicBezTo>
                  <a:cubicBezTo>
                    <a:pt x="460799" y="496757"/>
                    <a:pt x="463727" y="491106"/>
                    <a:pt x="463727" y="491106"/>
                  </a:cubicBezTo>
                  <a:lnTo>
                    <a:pt x="465476" y="488717"/>
                  </a:lnTo>
                  <a:lnTo>
                    <a:pt x="472308" y="483301"/>
                  </a:lnTo>
                  <a:lnTo>
                    <a:pt x="476111" y="479702"/>
                  </a:lnTo>
                  <a:lnTo>
                    <a:pt x="479914" y="476943"/>
                  </a:lnTo>
                  <a:lnTo>
                    <a:pt x="484054" y="475160"/>
                  </a:lnTo>
                  <a:lnTo>
                    <a:pt x="488597" y="475160"/>
                  </a:lnTo>
                  <a:lnTo>
                    <a:pt x="492198" y="475934"/>
                  </a:lnTo>
                  <a:lnTo>
                    <a:pt x="494319" y="478760"/>
                  </a:lnTo>
                  <a:lnTo>
                    <a:pt x="496439" y="480946"/>
                  </a:lnTo>
                  <a:lnTo>
                    <a:pt x="496439" y="483032"/>
                  </a:lnTo>
                  <a:lnTo>
                    <a:pt x="496439" y="484781"/>
                  </a:lnTo>
                  <a:lnTo>
                    <a:pt x="496977" y="487170"/>
                  </a:lnTo>
                  <a:lnTo>
                    <a:pt x="500343" y="487809"/>
                  </a:lnTo>
                  <a:lnTo>
                    <a:pt x="502093" y="489323"/>
                  </a:lnTo>
                  <a:lnTo>
                    <a:pt x="505694" y="490836"/>
                  </a:lnTo>
                  <a:lnTo>
                    <a:pt x="506905" y="491711"/>
                  </a:lnTo>
                  <a:lnTo>
                    <a:pt x="506905" y="495176"/>
                  </a:lnTo>
                  <a:lnTo>
                    <a:pt x="506266" y="496252"/>
                  </a:lnTo>
                  <a:lnTo>
                    <a:pt x="506367" y="498002"/>
                  </a:lnTo>
                  <a:cubicBezTo>
                    <a:pt x="506367" y="498002"/>
                    <a:pt x="506266" y="498540"/>
                    <a:pt x="506905" y="498977"/>
                  </a:cubicBezTo>
                  <a:cubicBezTo>
                    <a:pt x="507545" y="499415"/>
                    <a:pt x="509396" y="500625"/>
                    <a:pt x="509396" y="500625"/>
                  </a:cubicBezTo>
                  <a:lnTo>
                    <a:pt x="512761" y="502038"/>
                  </a:lnTo>
                  <a:lnTo>
                    <a:pt x="515252" y="501601"/>
                  </a:lnTo>
                  <a:cubicBezTo>
                    <a:pt x="515252" y="501601"/>
                    <a:pt x="516429" y="501803"/>
                    <a:pt x="517843" y="501803"/>
                  </a:cubicBezTo>
                  <a:cubicBezTo>
                    <a:pt x="519257" y="501803"/>
                    <a:pt x="525550" y="502678"/>
                    <a:pt x="525550" y="502678"/>
                  </a:cubicBezTo>
                  <a:lnTo>
                    <a:pt x="536959" y="502038"/>
                  </a:lnTo>
                  <a:lnTo>
                    <a:pt x="541974" y="503216"/>
                  </a:lnTo>
                  <a:lnTo>
                    <a:pt x="544262" y="505840"/>
                  </a:lnTo>
                  <a:cubicBezTo>
                    <a:pt x="544262" y="505840"/>
                    <a:pt x="550353" y="507252"/>
                    <a:pt x="550791" y="507252"/>
                  </a:cubicBezTo>
                  <a:cubicBezTo>
                    <a:pt x="551229" y="507252"/>
                    <a:pt x="556882" y="507791"/>
                    <a:pt x="556882" y="507791"/>
                  </a:cubicBezTo>
                  <a:lnTo>
                    <a:pt x="563512" y="506815"/>
                  </a:lnTo>
                  <a:lnTo>
                    <a:pt x="567315" y="504965"/>
                  </a:lnTo>
                  <a:lnTo>
                    <a:pt x="571556" y="503552"/>
                  </a:lnTo>
                  <a:lnTo>
                    <a:pt x="576234" y="501601"/>
                  </a:lnTo>
                  <a:lnTo>
                    <a:pt x="579936" y="500827"/>
                  </a:lnTo>
                  <a:lnTo>
                    <a:pt x="582662" y="501029"/>
                  </a:lnTo>
                  <a:lnTo>
                    <a:pt x="589931" y="501265"/>
                  </a:lnTo>
                  <a:lnTo>
                    <a:pt x="596460" y="501265"/>
                  </a:lnTo>
                  <a:lnTo>
                    <a:pt x="598210" y="500289"/>
                  </a:lnTo>
                  <a:lnTo>
                    <a:pt x="601677" y="497262"/>
                  </a:lnTo>
                  <a:lnTo>
                    <a:pt x="602451" y="495849"/>
                  </a:lnTo>
                  <a:lnTo>
                    <a:pt x="605480" y="490836"/>
                  </a:lnTo>
                  <a:lnTo>
                    <a:pt x="608643" y="486699"/>
                  </a:lnTo>
                  <a:lnTo>
                    <a:pt x="609518" y="479971"/>
                  </a:lnTo>
                  <a:lnTo>
                    <a:pt x="609518" y="472570"/>
                  </a:lnTo>
                  <a:lnTo>
                    <a:pt x="606355" y="468971"/>
                  </a:lnTo>
                  <a:lnTo>
                    <a:pt x="601777" y="465708"/>
                  </a:lnTo>
                  <a:lnTo>
                    <a:pt x="596898" y="463420"/>
                  </a:lnTo>
                  <a:cubicBezTo>
                    <a:pt x="596898" y="463420"/>
                    <a:pt x="593532" y="462344"/>
                    <a:pt x="593431" y="461906"/>
                  </a:cubicBezTo>
                  <a:cubicBezTo>
                    <a:pt x="593330" y="461469"/>
                    <a:pt x="590806" y="458879"/>
                    <a:pt x="590705" y="458542"/>
                  </a:cubicBezTo>
                  <a:cubicBezTo>
                    <a:pt x="590604" y="458206"/>
                    <a:pt x="587878" y="455279"/>
                    <a:pt x="587878" y="455279"/>
                  </a:cubicBezTo>
                  <a:lnTo>
                    <a:pt x="588215" y="450704"/>
                  </a:lnTo>
                  <a:lnTo>
                    <a:pt x="588753" y="447441"/>
                  </a:lnTo>
                  <a:lnTo>
                    <a:pt x="584176" y="444178"/>
                  </a:lnTo>
                  <a:lnTo>
                    <a:pt x="583436" y="438325"/>
                  </a:lnTo>
                  <a:cubicBezTo>
                    <a:pt x="583436" y="438325"/>
                    <a:pt x="583200" y="435062"/>
                    <a:pt x="583537" y="434725"/>
                  </a:cubicBezTo>
                  <a:cubicBezTo>
                    <a:pt x="583873" y="434389"/>
                    <a:pt x="585825" y="432505"/>
                    <a:pt x="585825" y="432505"/>
                  </a:cubicBezTo>
                  <a:lnTo>
                    <a:pt x="589628" y="431900"/>
                  </a:lnTo>
                  <a:lnTo>
                    <a:pt x="592960" y="430117"/>
                  </a:lnTo>
                  <a:lnTo>
                    <a:pt x="598951" y="430319"/>
                  </a:lnTo>
                  <a:lnTo>
                    <a:pt x="602518" y="429982"/>
                  </a:lnTo>
                  <a:lnTo>
                    <a:pt x="606893" y="429982"/>
                  </a:lnTo>
                  <a:lnTo>
                    <a:pt x="607802" y="431462"/>
                  </a:lnTo>
                  <a:lnTo>
                    <a:pt x="609484" y="433683"/>
                  </a:lnTo>
                  <a:cubicBezTo>
                    <a:pt x="609484" y="433683"/>
                    <a:pt x="612278" y="433683"/>
                    <a:pt x="612379" y="433514"/>
                  </a:cubicBezTo>
                  <a:cubicBezTo>
                    <a:pt x="612480" y="433346"/>
                    <a:pt x="614600" y="430487"/>
                    <a:pt x="614768" y="430420"/>
                  </a:cubicBezTo>
                  <a:cubicBezTo>
                    <a:pt x="614936" y="430352"/>
                    <a:pt x="617797" y="427594"/>
                    <a:pt x="617797" y="427594"/>
                  </a:cubicBezTo>
                  <a:lnTo>
                    <a:pt x="621432" y="423523"/>
                  </a:lnTo>
                  <a:lnTo>
                    <a:pt x="626884" y="420563"/>
                  </a:lnTo>
                  <a:lnTo>
                    <a:pt x="629980" y="418747"/>
                  </a:lnTo>
                  <a:lnTo>
                    <a:pt x="635937" y="417805"/>
                  </a:lnTo>
                  <a:lnTo>
                    <a:pt x="641658" y="417805"/>
                  </a:lnTo>
                  <a:lnTo>
                    <a:pt x="648052" y="416425"/>
                  </a:lnTo>
                  <a:lnTo>
                    <a:pt x="652630" y="415046"/>
                  </a:lnTo>
                  <a:lnTo>
                    <a:pt x="656399" y="412221"/>
                  </a:lnTo>
                  <a:lnTo>
                    <a:pt x="660976" y="406872"/>
                  </a:lnTo>
                  <a:cubicBezTo>
                    <a:pt x="660976" y="406872"/>
                    <a:pt x="663668" y="403474"/>
                    <a:pt x="663938" y="403407"/>
                  </a:cubicBezTo>
                  <a:cubicBezTo>
                    <a:pt x="664207" y="403340"/>
                    <a:pt x="668178" y="399337"/>
                    <a:pt x="668178" y="399337"/>
                  </a:cubicBezTo>
                  <a:lnTo>
                    <a:pt x="670399" y="392306"/>
                  </a:lnTo>
                  <a:lnTo>
                    <a:pt x="670399" y="387394"/>
                  </a:lnTo>
                  <a:lnTo>
                    <a:pt x="670399" y="383257"/>
                  </a:lnTo>
                  <a:lnTo>
                    <a:pt x="670399" y="378682"/>
                  </a:lnTo>
                  <a:cubicBezTo>
                    <a:pt x="670399" y="378682"/>
                    <a:pt x="672217" y="375284"/>
                    <a:pt x="672452" y="375217"/>
                  </a:cubicBezTo>
                  <a:cubicBezTo>
                    <a:pt x="672654" y="375150"/>
                    <a:pt x="675649" y="371147"/>
                    <a:pt x="675649" y="371147"/>
                  </a:cubicBezTo>
                  <a:lnTo>
                    <a:pt x="677164" y="369128"/>
                  </a:lnTo>
                  <a:lnTo>
                    <a:pt x="679351" y="366942"/>
                  </a:lnTo>
                  <a:lnTo>
                    <a:pt x="682044" y="365293"/>
                  </a:lnTo>
                  <a:lnTo>
                    <a:pt x="682750" y="364486"/>
                  </a:lnTo>
                  <a:lnTo>
                    <a:pt x="685006" y="363914"/>
                  </a:lnTo>
                  <a:lnTo>
                    <a:pt x="686957" y="363914"/>
                  </a:lnTo>
                  <a:cubicBezTo>
                    <a:pt x="686957" y="363914"/>
                    <a:pt x="689145" y="365798"/>
                    <a:pt x="689414" y="366101"/>
                  </a:cubicBezTo>
                  <a:cubicBezTo>
                    <a:pt x="689717" y="366403"/>
                    <a:pt x="691501" y="369633"/>
                    <a:pt x="691501" y="369633"/>
                  </a:cubicBezTo>
                  <a:lnTo>
                    <a:pt x="692073" y="371819"/>
                  </a:lnTo>
                  <a:lnTo>
                    <a:pt x="694159" y="372189"/>
                  </a:lnTo>
                  <a:lnTo>
                    <a:pt x="696919" y="371180"/>
                  </a:lnTo>
                  <a:lnTo>
                    <a:pt x="698063" y="369094"/>
                  </a:lnTo>
                  <a:lnTo>
                    <a:pt x="699208" y="363948"/>
                  </a:lnTo>
                  <a:lnTo>
                    <a:pt x="700015" y="361257"/>
                  </a:lnTo>
                  <a:cubicBezTo>
                    <a:pt x="700015" y="361257"/>
                    <a:pt x="701530" y="359507"/>
                    <a:pt x="701900" y="359373"/>
                  </a:cubicBezTo>
                  <a:cubicBezTo>
                    <a:pt x="702270" y="359238"/>
                    <a:pt x="705097" y="357859"/>
                    <a:pt x="705097" y="357859"/>
                  </a:cubicBezTo>
                  <a:cubicBezTo>
                    <a:pt x="705097" y="357859"/>
                    <a:pt x="707722" y="356412"/>
                    <a:pt x="708227" y="356177"/>
                  </a:cubicBezTo>
                  <a:cubicBezTo>
                    <a:pt x="708732" y="355975"/>
                    <a:pt x="709539" y="355302"/>
                    <a:pt x="709742" y="355302"/>
                  </a:cubicBezTo>
                  <a:cubicBezTo>
                    <a:pt x="709943" y="355302"/>
                    <a:pt x="712131" y="353688"/>
                    <a:pt x="712434" y="353351"/>
                  </a:cubicBezTo>
                  <a:cubicBezTo>
                    <a:pt x="712703" y="352981"/>
                    <a:pt x="713612" y="351636"/>
                    <a:pt x="713679" y="351400"/>
                  </a:cubicBezTo>
                  <a:cubicBezTo>
                    <a:pt x="713746" y="351198"/>
                    <a:pt x="713679" y="349079"/>
                    <a:pt x="713679" y="349079"/>
                  </a:cubicBezTo>
                  <a:lnTo>
                    <a:pt x="713477" y="340467"/>
                  </a:lnTo>
                  <a:lnTo>
                    <a:pt x="713881" y="333235"/>
                  </a:lnTo>
                  <a:lnTo>
                    <a:pt x="713881" y="324825"/>
                  </a:lnTo>
                  <a:lnTo>
                    <a:pt x="715631" y="315708"/>
                  </a:lnTo>
                  <a:lnTo>
                    <a:pt x="715631" y="310932"/>
                  </a:lnTo>
                  <a:cubicBezTo>
                    <a:pt x="715631" y="310932"/>
                    <a:pt x="714319" y="307669"/>
                    <a:pt x="714251" y="306794"/>
                  </a:cubicBezTo>
                  <a:cubicBezTo>
                    <a:pt x="714184" y="305919"/>
                    <a:pt x="712669" y="303834"/>
                    <a:pt x="712602" y="303598"/>
                  </a:cubicBezTo>
                  <a:cubicBezTo>
                    <a:pt x="712535" y="303396"/>
                    <a:pt x="713174" y="301580"/>
                    <a:pt x="713174" y="301277"/>
                  </a:cubicBezTo>
                  <a:cubicBezTo>
                    <a:pt x="713174" y="300974"/>
                    <a:pt x="714689" y="299090"/>
                    <a:pt x="714857" y="298889"/>
                  </a:cubicBezTo>
                  <a:cubicBezTo>
                    <a:pt x="714991" y="298687"/>
                    <a:pt x="715934" y="297005"/>
                    <a:pt x="715934" y="297005"/>
                  </a:cubicBezTo>
                  <a:lnTo>
                    <a:pt x="718963" y="294616"/>
                  </a:lnTo>
                  <a:cubicBezTo>
                    <a:pt x="718963" y="294616"/>
                    <a:pt x="720275" y="293977"/>
                    <a:pt x="720545" y="293977"/>
                  </a:cubicBezTo>
                  <a:cubicBezTo>
                    <a:pt x="720847" y="293977"/>
                    <a:pt x="722126" y="293775"/>
                    <a:pt x="722429" y="293607"/>
                  </a:cubicBezTo>
                  <a:cubicBezTo>
                    <a:pt x="722698" y="293473"/>
                    <a:pt x="723876" y="293338"/>
                    <a:pt x="723876" y="293338"/>
                  </a:cubicBezTo>
                  <a:cubicBezTo>
                    <a:pt x="723876" y="293338"/>
                    <a:pt x="725761" y="292665"/>
                    <a:pt x="726131" y="292665"/>
                  </a:cubicBezTo>
                  <a:cubicBezTo>
                    <a:pt x="726501" y="292665"/>
                    <a:pt x="728655" y="292665"/>
                    <a:pt x="728655" y="292665"/>
                  </a:cubicBezTo>
                  <a:lnTo>
                    <a:pt x="731718" y="294616"/>
                  </a:lnTo>
                  <a:lnTo>
                    <a:pt x="735050" y="298586"/>
                  </a:lnTo>
                  <a:cubicBezTo>
                    <a:pt x="735050" y="298586"/>
                    <a:pt x="738449" y="299898"/>
                    <a:pt x="738752" y="299898"/>
                  </a:cubicBezTo>
                  <a:cubicBezTo>
                    <a:pt x="739021" y="299898"/>
                    <a:pt x="743968" y="300201"/>
                    <a:pt x="743968" y="300201"/>
                  </a:cubicBezTo>
                  <a:cubicBezTo>
                    <a:pt x="743968" y="300201"/>
                    <a:pt x="745281" y="300335"/>
                    <a:pt x="745483" y="300402"/>
                  </a:cubicBezTo>
                  <a:cubicBezTo>
                    <a:pt x="745684" y="300470"/>
                    <a:pt x="746930" y="302589"/>
                    <a:pt x="746930" y="302589"/>
                  </a:cubicBezTo>
                  <a:lnTo>
                    <a:pt x="746930" y="305717"/>
                  </a:lnTo>
                  <a:lnTo>
                    <a:pt x="745988" y="309485"/>
                  </a:lnTo>
                  <a:lnTo>
                    <a:pt x="746930" y="312748"/>
                  </a:lnTo>
                  <a:cubicBezTo>
                    <a:pt x="746930" y="312748"/>
                    <a:pt x="746358" y="315641"/>
                    <a:pt x="746189" y="315944"/>
                  </a:cubicBezTo>
                  <a:cubicBezTo>
                    <a:pt x="746055" y="316247"/>
                    <a:pt x="746324" y="319140"/>
                    <a:pt x="746324" y="319140"/>
                  </a:cubicBezTo>
                  <a:cubicBezTo>
                    <a:pt x="746324" y="319140"/>
                    <a:pt x="750531" y="321730"/>
                    <a:pt x="750800" y="321730"/>
                  </a:cubicBezTo>
                  <a:cubicBezTo>
                    <a:pt x="751103" y="321730"/>
                    <a:pt x="757194" y="327381"/>
                    <a:pt x="757194" y="327381"/>
                  </a:cubicBezTo>
                  <a:lnTo>
                    <a:pt x="762175" y="332360"/>
                  </a:lnTo>
                  <a:lnTo>
                    <a:pt x="766820" y="336128"/>
                  </a:lnTo>
                  <a:lnTo>
                    <a:pt x="769276" y="337440"/>
                  </a:lnTo>
                  <a:lnTo>
                    <a:pt x="774695" y="338314"/>
                  </a:lnTo>
                  <a:lnTo>
                    <a:pt x="774695" y="335287"/>
                  </a:lnTo>
                  <a:lnTo>
                    <a:pt x="772844" y="331687"/>
                  </a:lnTo>
                  <a:lnTo>
                    <a:pt x="772507" y="329063"/>
                  </a:lnTo>
                  <a:lnTo>
                    <a:pt x="772709" y="327415"/>
                  </a:lnTo>
                  <a:lnTo>
                    <a:pt x="773887" y="326540"/>
                  </a:lnTo>
                  <a:lnTo>
                    <a:pt x="774661" y="326439"/>
                  </a:lnTo>
                  <a:lnTo>
                    <a:pt x="776849" y="326776"/>
                  </a:lnTo>
                  <a:lnTo>
                    <a:pt x="778700" y="329938"/>
                  </a:lnTo>
                  <a:lnTo>
                    <a:pt x="779844" y="333638"/>
                  </a:lnTo>
                  <a:lnTo>
                    <a:pt x="782604" y="338079"/>
                  </a:lnTo>
                  <a:lnTo>
                    <a:pt x="784455" y="341678"/>
                  </a:lnTo>
                  <a:lnTo>
                    <a:pt x="786104" y="344706"/>
                  </a:lnTo>
                  <a:lnTo>
                    <a:pt x="788594" y="347868"/>
                  </a:lnTo>
                  <a:lnTo>
                    <a:pt x="788594" y="350895"/>
                  </a:lnTo>
                  <a:cubicBezTo>
                    <a:pt x="788594" y="350895"/>
                    <a:pt x="792801" y="354091"/>
                    <a:pt x="793373" y="354091"/>
                  </a:cubicBezTo>
                  <a:cubicBezTo>
                    <a:pt x="793945" y="354091"/>
                    <a:pt x="795965" y="353351"/>
                    <a:pt x="795965" y="353351"/>
                  </a:cubicBezTo>
                  <a:cubicBezTo>
                    <a:pt x="795965" y="353351"/>
                    <a:pt x="797647" y="352914"/>
                    <a:pt x="797984" y="352914"/>
                  </a:cubicBezTo>
                  <a:cubicBezTo>
                    <a:pt x="798354" y="352914"/>
                    <a:pt x="800171" y="354091"/>
                    <a:pt x="800171" y="354091"/>
                  </a:cubicBezTo>
                  <a:cubicBezTo>
                    <a:pt x="800171" y="354091"/>
                    <a:pt x="800811" y="357186"/>
                    <a:pt x="801114" y="357186"/>
                  </a:cubicBezTo>
                  <a:cubicBezTo>
                    <a:pt x="801417" y="357186"/>
                    <a:pt x="801989" y="357489"/>
                    <a:pt x="802729" y="357388"/>
                  </a:cubicBezTo>
                  <a:cubicBezTo>
                    <a:pt x="803436" y="357321"/>
                    <a:pt x="804614" y="356816"/>
                    <a:pt x="804681" y="356143"/>
                  </a:cubicBezTo>
                  <a:cubicBezTo>
                    <a:pt x="804748" y="355504"/>
                    <a:pt x="805623" y="354125"/>
                    <a:pt x="804681" y="353385"/>
                  </a:cubicBezTo>
                  <a:cubicBezTo>
                    <a:pt x="803739" y="352645"/>
                    <a:pt x="802797" y="351871"/>
                    <a:pt x="802594" y="351804"/>
                  </a:cubicBezTo>
                  <a:cubicBezTo>
                    <a:pt x="802393" y="351736"/>
                    <a:pt x="801518" y="350492"/>
                    <a:pt x="801518" y="350492"/>
                  </a:cubicBezTo>
                  <a:lnTo>
                    <a:pt x="800710" y="349348"/>
                  </a:lnTo>
                  <a:lnTo>
                    <a:pt x="798690" y="348339"/>
                  </a:lnTo>
                  <a:lnTo>
                    <a:pt x="796671" y="347464"/>
                  </a:lnTo>
                  <a:cubicBezTo>
                    <a:pt x="796671" y="347464"/>
                    <a:pt x="796032" y="346758"/>
                    <a:pt x="795662" y="345580"/>
                  </a:cubicBezTo>
                  <a:cubicBezTo>
                    <a:pt x="795291" y="344403"/>
                    <a:pt x="793945" y="342317"/>
                    <a:pt x="793777" y="342116"/>
                  </a:cubicBezTo>
                  <a:cubicBezTo>
                    <a:pt x="793642" y="341880"/>
                    <a:pt x="792128" y="340097"/>
                    <a:pt x="792128" y="340097"/>
                  </a:cubicBezTo>
                  <a:cubicBezTo>
                    <a:pt x="792128" y="340097"/>
                    <a:pt x="791320" y="338213"/>
                    <a:pt x="791253" y="337911"/>
                  </a:cubicBezTo>
                  <a:cubicBezTo>
                    <a:pt x="791185" y="337608"/>
                    <a:pt x="789435" y="335085"/>
                    <a:pt x="789435" y="335085"/>
                  </a:cubicBezTo>
                  <a:cubicBezTo>
                    <a:pt x="789435" y="335085"/>
                    <a:pt x="788123" y="331519"/>
                    <a:pt x="788123" y="331250"/>
                  </a:cubicBezTo>
                  <a:cubicBezTo>
                    <a:pt x="788123" y="330947"/>
                    <a:pt x="787988" y="328794"/>
                    <a:pt x="787988" y="328794"/>
                  </a:cubicBezTo>
                  <a:cubicBezTo>
                    <a:pt x="787988" y="328794"/>
                    <a:pt x="788224" y="327852"/>
                    <a:pt x="788224" y="327146"/>
                  </a:cubicBezTo>
                  <a:cubicBezTo>
                    <a:pt x="788224" y="326406"/>
                    <a:pt x="788594" y="325329"/>
                    <a:pt x="788156" y="324959"/>
                  </a:cubicBezTo>
                  <a:cubicBezTo>
                    <a:pt x="787719" y="324589"/>
                    <a:pt x="784455" y="322773"/>
                    <a:pt x="784017" y="322773"/>
                  </a:cubicBezTo>
                  <a:cubicBezTo>
                    <a:pt x="783579" y="322773"/>
                    <a:pt x="782267" y="322134"/>
                    <a:pt x="782267" y="322134"/>
                  </a:cubicBezTo>
                  <a:cubicBezTo>
                    <a:pt x="782267" y="322134"/>
                    <a:pt x="781123" y="320620"/>
                    <a:pt x="781325" y="320048"/>
                  </a:cubicBezTo>
                  <a:cubicBezTo>
                    <a:pt x="781560" y="319476"/>
                    <a:pt x="781762" y="317222"/>
                    <a:pt x="781762" y="317222"/>
                  </a:cubicBezTo>
                  <a:cubicBezTo>
                    <a:pt x="781762" y="317222"/>
                    <a:pt x="782200" y="316011"/>
                    <a:pt x="781459" y="315843"/>
                  </a:cubicBezTo>
                  <a:cubicBezTo>
                    <a:pt x="780719" y="315708"/>
                    <a:pt x="778195" y="315406"/>
                    <a:pt x="777690" y="315776"/>
                  </a:cubicBezTo>
                  <a:cubicBezTo>
                    <a:pt x="777185" y="316146"/>
                    <a:pt x="775738" y="317592"/>
                    <a:pt x="775503" y="317660"/>
                  </a:cubicBezTo>
                  <a:cubicBezTo>
                    <a:pt x="775301" y="317727"/>
                    <a:pt x="773988" y="318669"/>
                    <a:pt x="773113" y="318231"/>
                  </a:cubicBezTo>
                  <a:cubicBezTo>
                    <a:pt x="772238" y="317794"/>
                    <a:pt x="770353" y="316045"/>
                    <a:pt x="770589" y="315338"/>
                  </a:cubicBezTo>
                  <a:cubicBezTo>
                    <a:pt x="770791" y="314598"/>
                    <a:pt x="771161" y="311941"/>
                    <a:pt x="771397" y="311705"/>
                  </a:cubicBezTo>
                  <a:cubicBezTo>
                    <a:pt x="771632" y="311503"/>
                    <a:pt x="775402" y="308510"/>
                    <a:pt x="775402" y="308510"/>
                  </a:cubicBezTo>
                  <a:lnTo>
                    <a:pt x="776781" y="307433"/>
                  </a:lnTo>
                  <a:lnTo>
                    <a:pt x="783445" y="302959"/>
                  </a:lnTo>
                  <a:lnTo>
                    <a:pt x="787719" y="299259"/>
                  </a:lnTo>
                  <a:lnTo>
                    <a:pt x="790614" y="297375"/>
                  </a:lnTo>
                  <a:lnTo>
                    <a:pt x="796907" y="294179"/>
                  </a:lnTo>
                  <a:lnTo>
                    <a:pt x="799666" y="293237"/>
                  </a:lnTo>
                  <a:lnTo>
                    <a:pt x="802797" y="293103"/>
                  </a:lnTo>
                  <a:cubicBezTo>
                    <a:pt x="802797" y="293103"/>
                    <a:pt x="806431" y="292531"/>
                    <a:pt x="806566" y="292228"/>
                  </a:cubicBezTo>
                  <a:cubicBezTo>
                    <a:pt x="806700" y="291925"/>
                    <a:pt x="808013" y="289335"/>
                    <a:pt x="808013" y="289335"/>
                  </a:cubicBezTo>
                  <a:cubicBezTo>
                    <a:pt x="808013" y="289335"/>
                    <a:pt x="808249" y="287586"/>
                    <a:pt x="808450" y="287518"/>
                  </a:cubicBezTo>
                  <a:cubicBezTo>
                    <a:pt x="808652" y="287451"/>
                    <a:pt x="810907" y="287216"/>
                    <a:pt x="811782" y="286879"/>
                  </a:cubicBezTo>
                  <a:cubicBezTo>
                    <a:pt x="812657" y="286509"/>
                    <a:pt x="813667" y="285803"/>
                    <a:pt x="814037" y="285433"/>
                  </a:cubicBezTo>
                  <a:cubicBezTo>
                    <a:pt x="814407" y="285063"/>
                    <a:pt x="816225" y="283616"/>
                    <a:pt x="816730" y="283414"/>
                  </a:cubicBezTo>
                  <a:cubicBezTo>
                    <a:pt x="817234" y="283213"/>
                    <a:pt x="819254" y="282035"/>
                    <a:pt x="819254" y="282035"/>
                  </a:cubicBezTo>
                  <a:lnTo>
                    <a:pt x="819960" y="280790"/>
                  </a:lnTo>
                  <a:lnTo>
                    <a:pt x="819960" y="279647"/>
                  </a:lnTo>
                  <a:cubicBezTo>
                    <a:pt x="819960" y="279647"/>
                    <a:pt x="818816" y="276249"/>
                    <a:pt x="818816" y="275946"/>
                  </a:cubicBezTo>
                  <a:cubicBezTo>
                    <a:pt x="818816" y="275644"/>
                    <a:pt x="817504" y="272986"/>
                    <a:pt x="817504" y="272986"/>
                  </a:cubicBezTo>
                  <a:lnTo>
                    <a:pt x="814609" y="270968"/>
                  </a:lnTo>
                  <a:lnTo>
                    <a:pt x="814744" y="268882"/>
                  </a:lnTo>
                  <a:cubicBezTo>
                    <a:pt x="814609" y="268546"/>
                    <a:pt x="815989" y="265585"/>
                    <a:pt x="816292" y="265451"/>
                  </a:cubicBezTo>
                  <a:close/>
                </a:path>
              </a:pathLst>
            </a:custGeom>
            <a:grpFill/>
            <a:ln w="6350" cap="flat">
              <a:solidFill>
                <a:schemeClr val="bg1"/>
              </a:solidFill>
              <a:prstDash val="solid"/>
              <a:miter/>
            </a:ln>
          </p:spPr>
          <p:txBody>
            <a:bodyPr rtlCol="0" anchor="ctr"/>
            <a:lstStyle/>
            <a:p>
              <a:endParaRPr lang="en-US"/>
            </a:p>
          </p:txBody>
        </p:sp>
        <p:sp>
          <p:nvSpPr>
            <p:cNvPr id="64" name="Freeform 903">
              <a:extLst>
                <a:ext uri="{FF2B5EF4-FFF2-40B4-BE49-F238E27FC236}">
                  <a16:creationId xmlns:a16="http://schemas.microsoft.com/office/drawing/2014/main" id="{2BEDB3A5-BA99-5724-290D-F4794EC6918C}"/>
                </a:ext>
              </a:extLst>
            </p:cNvPr>
            <p:cNvSpPr/>
            <p:nvPr/>
          </p:nvSpPr>
          <p:spPr>
            <a:xfrm>
              <a:off x="8185600" y="1718655"/>
              <a:ext cx="577811" cy="526277"/>
            </a:xfrm>
            <a:custGeom>
              <a:avLst/>
              <a:gdLst>
                <a:gd name="connsiteX0" fmla="*/ 1109167 w 1109339"/>
                <a:gd name="connsiteY0" fmla="*/ 386721 h 1010399"/>
                <a:gd name="connsiteX1" fmla="*/ 1109066 w 1109339"/>
                <a:gd name="connsiteY1" fmla="*/ 385577 h 1010399"/>
                <a:gd name="connsiteX2" fmla="*/ 1109066 w 1109339"/>
                <a:gd name="connsiteY2" fmla="*/ 384871 h 1010399"/>
                <a:gd name="connsiteX3" fmla="*/ 1108359 w 1109339"/>
                <a:gd name="connsiteY3" fmla="*/ 383391 h 1010399"/>
                <a:gd name="connsiteX4" fmla="*/ 1106508 w 1109339"/>
                <a:gd name="connsiteY4" fmla="*/ 383761 h 1010399"/>
                <a:gd name="connsiteX5" fmla="*/ 1105263 w 1109339"/>
                <a:gd name="connsiteY5" fmla="*/ 384636 h 1010399"/>
                <a:gd name="connsiteX6" fmla="*/ 1104926 w 1109339"/>
                <a:gd name="connsiteY6" fmla="*/ 385779 h 1010399"/>
                <a:gd name="connsiteX7" fmla="*/ 1104051 w 1109339"/>
                <a:gd name="connsiteY7" fmla="*/ 387630 h 1010399"/>
                <a:gd name="connsiteX8" fmla="*/ 1102133 w 1109339"/>
                <a:gd name="connsiteY8" fmla="*/ 388403 h 1010399"/>
                <a:gd name="connsiteX9" fmla="*/ 1099912 w 1109339"/>
                <a:gd name="connsiteY9" fmla="*/ 388841 h 1010399"/>
                <a:gd name="connsiteX10" fmla="*/ 1097691 w 1109339"/>
                <a:gd name="connsiteY10" fmla="*/ 389917 h 1010399"/>
                <a:gd name="connsiteX11" fmla="*/ 1095301 w 1109339"/>
                <a:gd name="connsiteY11" fmla="*/ 390455 h 1010399"/>
                <a:gd name="connsiteX12" fmla="*/ 1091060 w 1109339"/>
                <a:gd name="connsiteY12" fmla="*/ 391397 h 1010399"/>
                <a:gd name="connsiteX13" fmla="*/ 1082142 w 1109339"/>
                <a:gd name="connsiteY13" fmla="*/ 391128 h 1010399"/>
                <a:gd name="connsiteX14" fmla="*/ 1076387 w 1109339"/>
                <a:gd name="connsiteY14" fmla="*/ 391397 h 1010399"/>
                <a:gd name="connsiteX15" fmla="*/ 1071642 w 1109339"/>
                <a:gd name="connsiteY15" fmla="*/ 392474 h 1010399"/>
                <a:gd name="connsiteX16" fmla="*/ 1065921 w 1109339"/>
                <a:gd name="connsiteY16" fmla="*/ 396712 h 1010399"/>
                <a:gd name="connsiteX17" fmla="*/ 1061041 w 1109339"/>
                <a:gd name="connsiteY17" fmla="*/ 398832 h 1010399"/>
                <a:gd name="connsiteX18" fmla="*/ 1048252 w 1109339"/>
                <a:gd name="connsiteY18" fmla="*/ 405122 h 1010399"/>
                <a:gd name="connsiteX19" fmla="*/ 1041689 w 1109339"/>
                <a:gd name="connsiteY19" fmla="*/ 410605 h 1010399"/>
                <a:gd name="connsiteX20" fmla="*/ 1032569 w 1109339"/>
                <a:gd name="connsiteY20" fmla="*/ 415281 h 1010399"/>
                <a:gd name="connsiteX21" fmla="*/ 1011434 w 1109339"/>
                <a:gd name="connsiteY21" fmla="*/ 432236 h 1010399"/>
                <a:gd name="connsiteX22" fmla="*/ 1001977 w 1109339"/>
                <a:gd name="connsiteY22" fmla="*/ 439401 h 1010399"/>
                <a:gd name="connsiteX23" fmla="*/ 990467 w 1109339"/>
                <a:gd name="connsiteY23" fmla="*/ 441588 h 1010399"/>
                <a:gd name="connsiteX24" fmla="*/ 978721 w 1109339"/>
                <a:gd name="connsiteY24" fmla="*/ 445927 h 1010399"/>
                <a:gd name="connsiteX25" fmla="*/ 971115 w 1109339"/>
                <a:gd name="connsiteY25" fmla="*/ 453328 h 1010399"/>
                <a:gd name="connsiteX26" fmla="*/ 963712 w 1109339"/>
                <a:gd name="connsiteY26" fmla="*/ 460056 h 1010399"/>
                <a:gd name="connsiteX27" fmla="*/ 955668 w 1109339"/>
                <a:gd name="connsiteY27" fmla="*/ 467120 h 1010399"/>
                <a:gd name="connsiteX28" fmla="*/ 951428 w 1109339"/>
                <a:gd name="connsiteY28" fmla="*/ 475160 h 1010399"/>
                <a:gd name="connsiteX29" fmla="*/ 945673 w 1109339"/>
                <a:gd name="connsiteY29" fmla="*/ 477885 h 1010399"/>
                <a:gd name="connsiteX30" fmla="*/ 942980 w 1109339"/>
                <a:gd name="connsiteY30" fmla="*/ 477885 h 1010399"/>
                <a:gd name="connsiteX31" fmla="*/ 940355 w 1109339"/>
                <a:gd name="connsiteY31" fmla="*/ 479836 h 1010399"/>
                <a:gd name="connsiteX32" fmla="*/ 939480 w 1109339"/>
                <a:gd name="connsiteY32" fmla="*/ 486463 h 1010399"/>
                <a:gd name="connsiteX33" fmla="*/ 939918 w 1109339"/>
                <a:gd name="connsiteY33" fmla="*/ 492753 h 1010399"/>
                <a:gd name="connsiteX34" fmla="*/ 940120 w 1109339"/>
                <a:gd name="connsiteY34" fmla="*/ 494604 h 1010399"/>
                <a:gd name="connsiteX35" fmla="*/ 939346 w 1109339"/>
                <a:gd name="connsiteY35" fmla="*/ 497766 h 1010399"/>
                <a:gd name="connsiteX36" fmla="*/ 937293 w 1109339"/>
                <a:gd name="connsiteY36" fmla="*/ 498977 h 1010399"/>
                <a:gd name="connsiteX37" fmla="*/ 935543 w 1109339"/>
                <a:gd name="connsiteY37" fmla="*/ 500289 h 1010399"/>
                <a:gd name="connsiteX38" fmla="*/ 930865 w 1109339"/>
                <a:gd name="connsiteY38" fmla="*/ 500726 h 1010399"/>
                <a:gd name="connsiteX39" fmla="*/ 919658 w 1109339"/>
                <a:gd name="connsiteY39" fmla="*/ 500928 h 1010399"/>
                <a:gd name="connsiteX40" fmla="*/ 913364 w 1109339"/>
                <a:gd name="connsiteY40" fmla="*/ 506377 h 1010399"/>
                <a:gd name="connsiteX41" fmla="*/ 906297 w 1109339"/>
                <a:gd name="connsiteY41" fmla="*/ 510179 h 1010399"/>
                <a:gd name="connsiteX42" fmla="*/ 902494 w 1109339"/>
                <a:gd name="connsiteY42" fmla="*/ 512668 h 1010399"/>
                <a:gd name="connsiteX43" fmla="*/ 896402 w 1109339"/>
                <a:gd name="connsiteY43" fmla="*/ 514451 h 1010399"/>
                <a:gd name="connsiteX44" fmla="*/ 890648 w 1109339"/>
                <a:gd name="connsiteY44" fmla="*/ 516133 h 1010399"/>
                <a:gd name="connsiteX45" fmla="*/ 880315 w 1109339"/>
                <a:gd name="connsiteY45" fmla="*/ 516133 h 1010399"/>
                <a:gd name="connsiteX46" fmla="*/ 857834 w 1109339"/>
                <a:gd name="connsiteY46" fmla="*/ 516772 h 1010399"/>
                <a:gd name="connsiteX47" fmla="*/ 852416 w 1109339"/>
                <a:gd name="connsiteY47" fmla="*/ 517108 h 1010399"/>
                <a:gd name="connsiteX48" fmla="*/ 847402 w 1109339"/>
                <a:gd name="connsiteY48" fmla="*/ 518757 h 1010399"/>
                <a:gd name="connsiteX49" fmla="*/ 841646 w 1109339"/>
                <a:gd name="connsiteY49" fmla="*/ 521919 h 1010399"/>
                <a:gd name="connsiteX50" fmla="*/ 835555 w 1109339"/>
                <a:gd name="connsiteY50" fmla="*/ 522558 h 1010399"/>
                <a:gd name="connsiteX51" fmla="*/ 829463 w 1109339"/>
                <a:gd name="connsiteY51" fmla="*/ 524509 h 1010399"/>
                <a:gd name="connsiteX52" fmla="*/ 824348 w 1109339"/>
                <a:gd name="connsiteY52" fmla="*/ 526359 h 1010399"/>
                <a:gd name="connsiteX53" fmla="*/ 817819 w 1109339"/>
                <a:gd name="connsiteY53" fmla="*/ 526696 h 1010399"/>
                <a:gd name="connsiteX54" fmla="*/ 813242 w 1109339"/>
                <a:gd name="connsiteY54" fmla="*/ 525485 h 1010399"/>
                <a:gd name="connsiteX55" fmla="*/ 807790 w 1109339"/>
                <a:gd name="connsiteY55" fmla="*/ 517108 h 1010399"/>
                <a:gd name="connsiteX56" fmla="*/ 803785 w 1109339"/>
                <a:gd name="connsiteY56" fmla="*/ 509607 h 1010399"/>
                <a:gd name="connsiteX57" fmla="*/ 798468 w 1109339"/>
                <a:gd name="connsiteY57" fmla="*/ 505368 h 1010399"/>
                <a:gd name="connsiteX58" fmla="*/ 796078 w 1109339"/>
                <a:gd name="connsiteY58" fmla="*/ 503619 h 1010399"/>
                <a:gd name="connsiteX59" fmla="*/ 790963 w 1109339"/>
                <a:gd name="connsiteY59" fmla="*/ 500894 h 1010399"/>
                <a:gd name="connsiteX60" fmla="*/ 787429 w 1109339"/>
                <a:gd name="connsiteY60" fmla="*/ 498169 h 1010399"/>
                <a:gd name="connsiteX61" fmla="*/ 782044 w 1109339"/>
                <a:gd name="connsiteY61" fmla="*/ 494368 h 1010399"/>
                <a:gd name="connsiteX62" fmla="*/ 782044 w 1109339"/>
                <a:gd name="connsiteY62" fmla="*/ 490903 h 1010399"/>
                <a:gd name="connsiteX63" fmla="*/ 782044 w 1109339"/>
                <a:gd name="connsiteY63" fmla="*/ 485689 h 1010399"/>
                <a:gd name="connsiteX64" fmla="*/ 782044 w 1109339"/>
                <a:gd name="connsiteY64" fmla="*/ 483940 h 1010399"/>
                <a:gd name="connsiteX65" fmla="*/ 784332 w 1109339"/>
                <a:gd name="connsiteY65" fmla="*/ 477952 h 1010399"/>
                <a:gd name="connsiteX66" fmla="*/ 785746 w 1109339"/>
                <a:gd name="connsiteY66" fmla="*/ 475227 h 1010399"/>
                <a:gd name="connsiteX67" fmla="*/ 787059 w 1109339"/>
                <a:gd name="connsiteY67" fmla="*/ 470787 h 1010399"/>
                <a:gd name="connsiteX68" fmla="*/ 786823 w 1109339"/>
                <a:gd name="connsiteY68" fmla="*/ 466010 h 1010399"/>
                <a:gd name="connsiteX69" fmla="*/ 786621 w 1109339"/>
                <a:gd name="connsiteY69" fmla="*/ 461435 h 1010399"/>
                <a:gd name="connsiteX70" fmla="*/ 786285 w 1109339"/>
                <a:gd name="connsiteY70" fmla="*/ 456557 h 1010399"/>
                <a:gd name="connsiteX71" fmla="*/ 784332 w 1109339"/>
                <a:gd name="connsiteY71" fmla="*/ 449056 h 1010399"/>
                <a:gd name="connsiteX72" fmla="*/ 780765 w 1109339"/>
                <a:gd name="connsiteY72" fmla="*/ 444817 h 1010399"/>
                <a:gd name="connsiteX73" fmla="*/ 776323 w 1109339"/>
                <a:gd name="connsiteY73" fmla="*/ 443068 h 1010399"/>
                <a:gd name="connsiteX74" fmla="*/ 772621 w 1109339"/>
                <a:gd name="connsiteY74" fmla="*/ 442832 h 1010399"/>
                <a:gd name="connsiteX75" fmla="*/ 766193 w 1109339"/>
                <a:gd name="connsiteY75" fmla="*/ 442496 h 1010399"/>
                <a:gd name="connsiteX76" fmla="*/ 763265 w 1109339"/>
                <a:gd name="connsiteY76" fmla="*/ 440982 h 1010399"/>
                <a:gd name="connsiteX77" fmla="*/ 761616 w 1109339"/>
                <a:gd name="connsiteY77" fmla="*/ 437517 h 1010399"/>
                <a:gd name="connsiteX78" fmla="*/ 760674 w 1109339"/>
                <a:gd name="connsiteY78" fmla="*/ 434456 h 1010399"/>
                <a:gd name="connsiteX79" fmla="*/ 759428 w 1109339"/>
                <a:gd name="connsiteY79" fmla="*/ 430756 h 1010399"/>
                <a:gd name="connsiteX80" fmla="*/ 759428 w 1109339"/>
                <a:gd name="connsiteY80" fmla="*/ 428266 h 1010399"/>
                <a:gd name="connsiteX81" fmla="*/ 762457 w 1109339"/>
                <a:gd name="connsiteY81" fmla="*/ 424364 h 1010399"/>
                <a:gd name="connsiteX82" fmla="*/ 763770 w 1109339"/>
                <a:gd name="connsiteY82" fmla="*/ 420226 h 1010399"/>
                <a:gd name="connsiteX83" fmla="*/ 767236 w 1109339"/>
                <a:gd name="connsiteY83" fmla="*/ 417502 h 1010399"/>
                <a:gd name="connsiteX84" fmla="*/ 770400 w 1109339"/>
                <a:gd name="connsiteY84" fmla="*/ 414474 h 1010399"/>
                <a:gd name="connsiteX85" fmla="*/ 773126 w 1109339"/>
                <a:gd name="connsiteY85" fmla="*/ 411446 h 1010399"/>
                <a:gd name="connsiteX86" fmla="*/ 773563 w 1109339"/>
                <a:gd name="connsiteY86" fmla="*/ 408856 h 1010399"/>
                <a:gd name="connsiteX87" fmla="*/ 773227 w 1109339"/>
                <a:gd name="connsiteY87" fmla="*/ 407208 h 1010399"/>
                <a:gd name="connsiteX88" fmla="*/ 771275 w 1109339"/>
                <a:gd name="connsiteY88" fmla="*/ 406333 h 1010399"/>
                <a:gd name="connsiteX89" fmla="*/ 767909 w 1109339"/>
                <a:gd name="connsiteY89" fmla="*/ 405257 h 1010399"/>
                <a:gd name="connsiteX90" fmla="*/ 766731 w 1109339"/>
                <a:gd name="connsiteY90" fmla="*/ 404920 h 1010399"/>
                <a:gd name="connsiteX91" fmla="*/ 761077 w 1109339"/>
                <a:gd name="connsiteY91" fmla="*/ 405459 h 1010399"/>
                <a:gd name="connsiteX92" fmla="*/ 758452 w 1109339"/>
                <a:gd name="connsiteY92" fmla="*/ 405896 h 1010399"/>
                <a:gd name="connsiteX93" fmla="*/ 753337 w 1109339"/>
                <a:gd name="connsiteY93" fmla="*/ 406871 h 1010399"/>
                <a:gd name="connsiteX94" fmla="*/ 749231 w 1109339"/>
                <a:gd name="connsiteY94" fmla="*/ 407073 h 1010399"/>
                <a:gd name="connsiteX95" fmla="*/ 742601 w 1109339"/>
                <a:gd name="connsiteY95" fmla="*/ 408385 h 1010399"/>
                <a:gd name="connsiteX96" fmla="*/ 739572 w 1109339"/>
                <a:gd name="connsiteY96" fmla="*/ 409428 h 1010399"/>
                <a:gd name="connsiteX97" fmla="*/ 736106 w 1109339"/>
                <a:gd name="connsiteY97" fmla="*/ 410034 h 1010399"/>
                <a:gd name="connsiteX98" fmla="*/ 732538 w 1109339"/>
                <a:gd name="connsiteY98" fmla="*/ 410034 h 1010399"/>
                <a:gd name="connsiteX99" fmla="*/ 727759 w 1109339"/>
                <a:gd name="connsiteY99" fmla="*/ 409933 h 1010399"/>
                <a:gd name="connsiteX100" fmla="*/ 722206 w 1109339"/>
                <a:gd name="connsiteY100" fmla="*/ 408520 h 1010399"/>
                <a:gd name="connsiteX101" fmla="*/ 718504 w 1109339"/>
                <a:gd name="connsiteY101" fmla="*/ 405492 h 1010399"/>
                <a:gd name="connsiteX102" fmla="*/ 714701 w 1109339"/>
                <a:gd name="connsiteY102" fmla="*/ 403440 h 1010399"/>
                <a:gd name="connsiteX103" fmla="*/ 711672 w 1109339"/>
                <a:gd name="connsiteY103" fmla="*/ 400076 h 1010399"/>
                <a:gd name="connsiteX104" fmla="*/ 704941 w 1109339"/>
                <a:gd name="connsiteY104" fmla="*/ 394963 h 1010399"/>
                <a:gd name="connsiteX105" fmla="*/ 699187 w 1109339"/>
                <a:gd name="connsiteY105" fmla="*/ 389749 h 1010399"/>
                <a:gd name="connsiteX106" fmla="*/ 695720 w 1109339"/>
                <a:gd name="connsiteY106" fmla="*/ 387360 h 1010399"/>
                <a:gd name="connsiteX107" fmla="*/ 691480 w 1109339"/>
                <a:gd name="connsiteY107" fmla="*/ 383391 h 1010399"/>
                <a:gd name="connsiteX108" fmla="*/ 686364 w 1109339"/>
                <a:gd name="connsiteY108" fmla="*/ 379657 h 1010399"/>
                <a:gd name="connsiteX109" fmla="*/ 681787 w 1109339"/>
                <a:gd name="connsiteY109" fmla="*/ 378782 h 1010399"/>
                <a:gd name="connsiteX110" fmla="*/ 677008 w 1109339"/>
                <a:gd name="connsiteY110" fmla="*/ 377908 h 1010399"/>
                <a:gd name="connsiteX111" fmla="*/ 674282 w 1109339"/>
                <a:gd name="connsiteY111" fmla="*/ 376831 h 1010399"/>
                <a:gd name="connsiteX112" fmla="*/ 673071 w 1109339"/>
                <a:gd name="connsiteY112" fmla="*/ 374645 h 1010399"/>
                <a:gd name="connsiteX113" fmla="*/ 672532 w 1109339"/>
                <a:gd name="connsiteY113" fmla="*/ 371718 h 1010399"/>
                <a:gd name="connsiteX114" fmla="*/ 672532 w 1109339"/>
                <a:gd name="connsiteY114" fmla="*/ 369229 h 1010399"/>
                <a:gd name="connsiteX115" fmla="*/ 672532 w 1109339"/>
                <a:gd name="connsiteY115" fmla="*/ 367479 h 1010399"/>
                <a:gd name="connsiteX116" fmla="*/ 670917 w 1109339"/>
                <a:gd name="connsiteY116" fmla="*/ 364015 h 1010399"/>
                <a:gd name="connsiteX117" fmla="*/ 667888 w 1109339"/>
                <a:gd name="connsiteY117" fmla="*/ 361424 h 1010399"/>
                <a:gd name="connsiteX118" fmla="*/ 664724 w 1109339"/>
                <a:gd name="connsiteY118" fmla="*/ 361424 h 1010399"/>
                <a:gd name="connsiteX119" fmla="*/ 663008 w 1109339"/>
                <a:gd name="connsiteY119" fmla="*/ 361424 h 1010399"/>
                <a:gd name="connsiteX120" fmla="*/ 661258 w 1109339"/>
                <a:gd name="connsiteY120" fmla="*/ 361424 h 1010399"/>
                <a:gd name="connsiteX121" fmla="*/ 658767 w 1109339"/>
                <a:gd name="connsiteY121" fmla="*/ 364889 h 1010399"/>
                <a:gd name="connsiteX122" fmla="*/ 658767 w 1109339"/>
                <a:gd name="connsiteY122" fmla="*/ 366739 h 1010399"/>
                <a:gd name="connsiteX123" fmla="*/ 653450 w 1109339"/>
                <a:gd name="connsiteY123" fmla="*/ 369027 h 1010399"/>
                <a:gd name="connsiteX124" fmla="*/ 649008 w 1109339"/>
                <a:gd name="connsiteY124" fmla="*/ 372189 h 1010399"/>
                <a:gd name="connsiteX125" fmla="*/ 645844 w 1109339"/>
                <a:gd name="connsiteY125" fmla="*/ 373501 h 1010399"/>
                <a:gd name="connsiteX126" fmla="*/ 641267 w 1109339"/>
                <a:gd name="connsiteY126" fmla="*/ 373602 h 1010399"/>
                <a:gd name="connsiteX127" fmla="*/ 638676 w 1109339"/>
                <a:gd name="connsiteY127" fmla="*/ 373602 h 1010399"/>
                <a:gd name="connsiteX128" fmla="*/ 634772 w 1109339"/>
                <a:gd name="connsiteY128" fmla="*/ 374241 h 1010399"/>
                <a:gd name="connsiteX129" fmla="*/ 631070 w 1109339"/>
                <a:gd name="connsiteY129" fmla="*/ 373804 h 1010399"/>
                <a:gd name="connsiteX130" fmla="*/ 624103 w 1109339"/>
                <a:gd name="connsiteY130" fmla="*/ 370978 h 1010399"/>
                <a:gd name="connsiteX131" fmla="*/ 622050 w 1109339"/>
                <a:gd name="connsiteY131" fmla="*/ 369767 h 1010399"/>
                <a:gd name="connsiteX132" fmla="*/ 618786 w 1109339"/>
                <a:gd name="connsiteY132" fmla="*/ 367917 h 1010399"/>
                <a:gd name="connsiteX133" fmla="*/ 613031 w 1109339"/>
                <a:gd name="connsiteY133" fmla="*/ 368354 h 1010399"/>
                <a:gd name="connsiteX134" fmla="*/ 607377 w 1109339"/>
                <a:gd name="connsiteY134" fmla="*/ 368354 h 1010399"/>
                <a:gd name="connsiteX135" fmla="*/ 604112 w 1109339"/>
                <a:gd name="connsiteY135" fmla="*/ 366167 h 1010399"/>
                <a:gd name="connsiteX136" fmla="*/ 601925 w 1109339"/>
                <a:gd name="connsiteY136" fmla="*/ 361391 h 1010399"/>
                <a:gd name="connsiteX137" fmla="*/ 601252 w 1109339"/>
                <a:gd name="connsiteY137" fmla="*/ 358228 h 1010399"/>
                <a:gd name="connsiteX138" fmla="*/ 597785 w 1109339"/>
                <a:gd name="connsiteY138" fmla="*/ 355235 h 1010399"/>
                <a:gd name="connsiteX139" fmla="*/ 595295 w 1109339"/>
                <a:gd name="connsiteY139" fmla="*/ 354427 h 1010399"/>
                <a:gd name="connsiteX140" fmla="*/ 589977 w 1109339"/>
                <a:gd name="connsiteY140" fmla="*/ 354427 h 1010399"/>
                <a:gd name="connsiteX141" fmla="*/ 587487 w 1109339"/>
                <a:gd name="connsiteY141" fmla="*/ 353889 h 1010399"/>
                <a:gd name="connsiteX142" fmla="*/ 584121 w 1109339"/>
                <a:gd name="connsiteY142" fmla="*/ 355403 h 1010399"/>
                <a:gd name="connsiteX143" fmla="*/ 581093 w 1109339"/>
                <a:gd name="connsiteY143" fmla="*/ 357690 h 1010399"/>
                <a:gd name="connsiteX144" fmla="*/ 577391 w 1109339"/>
                <a:gd name="connsiteY144" fmla="*/ 360953 h 1010399"/>
                <a:gd name="connsiteX145" fmla="*/ 575102 w 1109339"/>
                <a:gd name="connsiteY145" fmla="*/ 363005 h 1010399"/>
                <a:gd name="connsiteX146" fmla="*/ 572915 w 1109339"/>
                <a:gd name="connsiteY146" fmla="*/ 363241 h 1010399"/>
                <a:gd name="connsiteX147" fmla="*/ 569886 w 1109339"/>
                <a:gd name="connsiteY147" fmla="*/ 363779 h 1010399"/>
                <a:gd name="connsiteX148" fmla="*/ 567833 w 1109339"/>
                <a:gd name="connsiteY148" fmla="*/ 363981 h 1010399"/>
                <a:gd name="connsiteX149" fmla="*/ 566318 w 1109339"/>
                <a:gd name="connsiteY149" fmla="*/ 364183 h 1010399"/>
                <a:gd name="connsiteX150" fmla="*/ 560765 w 1109339"/>
                <a:gd name="connsiteY150" fmla="*/ 364822 h 1010399"/>
                <a:gd name="connsiteX151" fmla="*/ 558712 w 1109339"/>
                <a:gd name="connsiteY151" fmla="*/ 364822 h 1010399"/>
                <a:gd name="connsiteX152" fmla="*/ 552520 w 1109339"/>
                <a:gd name="connsiteY152" fmla="*/ 364822 h 1010399"/>
                <a:gd name="connsiteX153" fmla="*/ 540573 w 1109339"/>
                <a:gd name="connsiteY153" fmla="*/ 364822 h 1010399"/>
                <a:gd name="connsiteX154" fmla="*/ 536130 w 1109339"/>
                <a:gd name="connsiteY154" fmla="*/ 364822 h 1010399"/>
                <a:gd name="connsiteX155" fmla="*/ 530914 w 1109339"/>
                <a:gd name="connsiteY155" fmla="*/ 363745 h 1010399"/>
                <a:gd name="connsiteX156" fmla="*/ 527312 w 1109339"/>
                <a:gd name="connsiteY156" fmla="*/ 362333 h 1010399"/>
                <a:gd name="connsiteX157" fmla="*/ 523308 w 1109339"/>
                <a:gd name="connsiteY157" fmla="*/ 361559 h 1010399"/>
                <a:gd name="connsiteX158" fmla="*/ 518293 w 1109339"/>
                <a:gd name="connsiteY158" fmla="*/ 358531 h 1010399"/>
                <a:gd name="connsiteX159" fmla="*/ 514053 w 1109339"/>
                <a:gd name="connsiteY159" fmla="*/ 352779 h 1010399"/>
                <a:gd name="connsiteX160" fmla="*/ 513077 w 1109339"/>
                <a:gd name="connsiteY160" fmla="*/ 350390 h 1010399"/>
                <a:gd name="connsiteX161" fmla="*/ 509274 w 1109339"/>
                <a:gd name="connsiteY161" fmla="*/ 346926 h 1010399"/>
                <a:gd name="connsiteX162" fmla="*/ 505370 w 1109339"/>
                <a:gd name="connsiteY162" fmla="*/ 344302 h 1010399"/>
                <a:gd name="connsiteX163" fmla="*/ 505101 w 1109339"/>
                <a:gd name="connsiteY163" fmla="*/ 342014 h 1010399"/>
                <a:gd name="connsiteX164" fmla="*/ 503956 w 1109339"/>
                <a:gd name="connsiteY164" fmla="*/ 338751 h 1010399"/>
                <a:gd name="connsiteX165" fmla="*/ 503956 w 1109339"/>
                <a:gd name="connsiteY165" fmla="*/ 332662 h 1010399"/>
                <a:gd name="connsiteX166" fmla="*/ 501567 w 1109339"/>
                <a:gd name="connsiteY166" fmla="*/ 325161 h 1010399"/>
                <a:gd name="connsiteX167" fmla="*/ 503081 w 1109339"/>
                <a:gd name="connsiteY167" fmla="*/ 308644 h 1010399"/>
                <a:gd name="connsiteX168" fmla="*/ 500356 w 1109339"/>
                <a:gd name="connsiteY168" fmla="*/ 305616 h 1010399"/>
                <a:gd name="connsiteX169" fmla="*/ 496350 w 1109339"/>
                <a:gd name="connsiteY169" fmla="*/ 301916 h 1010399"/>
                <a:gd name="connsiteX170" fmla="*/ 493422 w 1109339"/>
                <a:gd name="connsiteY170" fmla="*/ 298888 h 1010399"/>
                <a:gd name="connsiteX171" fmla="*/ 490158 w 1109339"/>
                <a:gd name="connsiteY171" fmla="*/ 297038 h 1010399"/>
                <a:gd name="connsiteX172" fmla="*/ 487230 w 1109339"/>
                <a:gd name="connsiteY172" fmla="*/ 292598 h 1010399"/>
                <a:gd name="connsiteX173" fmla="*/ 483259 w 1109339"/>
                <a:gd name="connsiteY173" fmla="*/ 287821 h 1010399"/>
                <a:gd name="connsiteX174" fmla="*/ 481341 w 1109339"/>
                <a:gd name="connsiteY174" fmla="*/ 279579 h 1010399"/>
                <a:gd name="connsiteX175" fmla="*/ 481341 w 1109339"/>
                <a:gd name="connsiteY175" fmla="*/ 273625 h 1010399"/>
                <a:gd name="connsiteX176" fmla="*/ 479692 w 1109339"/>
                <a:gd name="connsiteY176" fmla="*/ 267200 h 1010399"/>
                <a:gd name="connsiteX177" fmla="*/ 478951 w 1109339"/>
                <a:gd name="connsiteY177" fmla="*/ 261784 h 1010399"/>
                <a:gd name="connsiteX178" fmla="*/ 477437 w 1109339"/>
                <a:gd name="connsiteY178" fmla="*/ 253845 h 1010399"/>
                <a:gd name="connsiteX179" fmla="*/ 472961 w 1109339"/>
                <a:gd name="connsiteY179" fmla="*/ 246814 h 1010399"/>
                <a:gd name="connsiteX180" fmla="*/ 469326 w 1109339"/>
                <a:gd name="connsiteY180" fmla="*/ 242340 h 1010399"/>
                <a:gd name="connsiteX181" fmla="*/ 463672 w 1109339"/>
                <a:gd name="connsiteY181" fmla="*/ 236386 h 1010399"/>
                <a:gd name="connsiteX182" fmla="*/ 458724 w 1109339"/>
                <a:gd name="connsiteY182" fmla="*/ 231306 h 1010399"/>
                <a:gd name="connsiteX183" fmla="*/ 451489 w 1109339"/>
                <a:gd name="connsiteY183" fmla="*/ 224915 h 1010399"/>
                <a:gd name="connsiteX184" fmla="*/ 447147 w 1109339"/>
                <a:gd name="connsiteY184" fmla="*/ 220272 h 1010399"/>
                <a:gd name="connsiteX185" fmla="*/ 441359 w 1109339"/>
                <a:gd name="connsiteY185" fmla="*/ 216370 h 1010399"/>
                <a:gd name="connsiteX186" fmla="*/ 441359 w 1109339"/>
                <a:gd name="connsiteY186" fmla="*/ 214486 h 1010399"/>
                <a:gd name="connsiteX187" fmla="*/ 439609 w 1109339"/>
                <a:gd name="connsiteY187" fmla="*/ 210281 h 1010399"/>
                <a:gd name="connsiteX188" fmla="*/ 439609 w 1109339"/>
                <a:gd name="connsiteY188" fmla="*/ 205807 h 1010399"/>
                <a:gd name="connsiteX189" fmla="*/ 440349 w 1109339"/>
                <a:gd name="connsiteY189" fmla="*/ 203049 h 1010399"/>
                <a:gd name="connsiteX190" fmla="*/ 443547 w 1109339"/>
                <a:gd name="connsiteY190" fmla="*/ 200593 h 1010399"/>
                <a:gd name="connsiteX191" fmla="*/ 444859 w 1109339"/>
                <a:gd name="connsiteY191" fmla="*/ 197397 h 1010399"/>
                <a:gd name="connsiteX192" fmla="*/ 445734 w 1109339"/>
                <a:gd name="connsiteY192" fmla="*/ 193933 h 1010399"/>
                <a:gd name="connsiteX193" fmla="*/ 445027 w 1109339"/>
                <a:gd name="connsiteY193" fmla="*/ 189963 h 1010399"/>
                <a:gd name="connsiteX194" fmla="*/ 443143 w 1109339"/>
                <a:gd name="connsiteY194" fmla="*/ 185825 h 1010399"/>
                <a:gd name="connsiteX195" fmla="*/ 440518 w 1109339"/>
                <a:gd name="connsiteY195" fmla="*/ 185825 h 1010399"/>
                <a:gd name="connsiteX196" fmla="*/ 438633 w 1109339"/>
                <a:gd name="connsiteY196" fmla="*/ 184816 h 1010399"/>
                <a:gd name="connsiteX197" fmla="*/ 437051 w 1109339"/>
                <a:gd name="connsiteY197" fmla="*/ 188012 h 1010399"/>
                <a:gd name="connsiteX198" fmla="*/ 436176 w 1109339"/>
                <a:gd name="connsiteY198" fmla="*/ 191342 h 1010399"/>
                <a:gd name="connsiteX199" fmla="*/ 436176 w 1109339"/>
                <a:gd name="connsiteY199" fmla="*/ 193663 h 1010399"/>
                <a:gd name="connsiteX200" fmla="*/ 435166 w 1109339"/>
                <a:gd name="connsiteY200" fmla="*/ 196287 h 1010399"/>
                <a:gd name="connsiteX201" fmla="*/ 433854 w 1109339"/>
                <a:gd name="connsiteY201" fmla="*/ 198440 h 1010399"/>
                <a:gd name="connsiteX202" fmla="*/ 432407 w 1109339"/>
                <a:gd name="connsiteY202" fmla="*/ 200761 h 1010399"/>
                <a:gd name="connsiteX203" fmla="*/ 431263 w 1109339"/>
                <a:gd name="connsiteY203" fmla="*/ 201199 h 1010399"/>
                <a:gd name="connsiteX204" fmla="*/ 427796 w 1109339"/>
                <a:gd name="connsiteY204" fmla="*/ 200189 h 1010399"/>
                <a:gd name="connsiteX205" fmla="*/ 426416 w 1109339"/>
                <a:gd name="connsiteY205" fmla="*/ 198306 h 1010399"/>
                <a:gd name="connsiteX206" fmla="*/ 425777 w 1109339"/>
                <a:gd name="connsiteY206" fmla="*/ 195413 h 1010399"/>
                <a:gd name="connsiteX207" fmla="*/ 425777 w 1109339"/>
                <a:gd name="connsiteY207" fmla="*/ 190199 h 1010399"/>
                <a:gd name="connsiteX208" fmla="*/ 423118 w 1109339"/>
                <a:gd name="connsiteY208" fmla="*/ 186868 h 1010399"/>
                <a:gd name="connsiteX209" fmla="*/ 420594 w 1109339"/>
                <a:gd name="connsiteY209" fmla="*/ 181654 h 1010399"/>
                <a:gd name="connsiteX210" fmla="*/ 420594 w 1109339"/>
                <a:gd name="connsiteY210" fmla="*/ 178021 h 1010399"/>
                <a:gd name="connsiteX211" fmla="*/ 422613 w 1109339"/>
                <a:gd name="connsiteY211" fmla="*/ 173379 h 1010399"/>
                <a:gd name="connsiteX212" fmla="*/ 421738 w 1109339"/>
                <a:gd name="connsiteY212" fmla="*/ 170486 h 1010399"/>
                <a:gd name="connsiteX213" fmla="*/ 418406 w 1109339"/>
                <a:gd name="connsiteY213" fmla="*/ 167290 h 1010399"/>
                <a:gd name="connsiteX214" fmla="*/ 415647 w 1109339"/>
                <a:gd name="connsiteY214" fmla="*/ 163825 h 1010399"/>
                <a:gd name="connsiteX215" fmla="*/ 411743 w 1109339"/>
                <a:gd name="connsiteY215" fmla="*/ 160797 h 1010399"/>
                <a:gd name="connsiteX216" fmla="*/ 410161 w 1109339"/>
                <a:gd name="connsiteY216" fmla="*/ 159048 h 1010399"/>
                <a:gd name="connsiteX217" fmla="*/ 410161 w 1109339"/>
                <a:gd name="connsiteY217" fmla="*/ 155415 h 1010399"/>
                <a:gd name="connsiteX218" fmla="*/ 410161 w 1109339"/>
                <a:gd name="connsiteY218" fmla="*/ 153666 h 1010399"/>
                <a:gd name="connsiteX219" fmla="*/ 405517 w 1109339"/>
                <a:gd name="connsiteY219" fmla="*/ 149764 h 1010399"/>
                <a:gd name="connsiteX220" fmla="*/ 398113 w 1109339"/>
                <a:gd name="connsiteY220" fmla="*/ 144852 h 1010399"/>
                <a:gd name="connsiteX221" fmla="*/ 394915 w 1109339"/>
                <a:gd name="connsiteY221" fmla="*/ 141825 h 1010399"/>
                <a:gd name="connsiteX222" fmla="*/ 389396 w 1109339"/>
                <a:gd name="connsiteY222" fmla="*/ 136913 h 1010399"/>
                <a:gd name="connsiteX223" fmla="*/ 384920 w 1109339"/>
                <a:gd name="connsiteY223" fmla="*/ 132136 h 1010399"/>
                <a:gd name="connsiteX224" fmla="*/ 384348 w 1109339"/>
                <a:gd name="connsiteY224" fmla="*/ 126788 h 1010399"/>
                <a:gd name="connsiteX225" fmla="*/ 384348 w 1109339"/>
                <a:gd name="connsiteY225" fmla="*/ 122448 h 1010399"/>
                <a:gd name="connsiteX226" fmla="*/ 385660 w 1109339"/>
                <a:gd name="connsiteY226" fmla="*/ 120127 h 1010399"/>
                <a:gd name="connsiteX227" fmla="*/ 388286 w 1109339"/>
                <a:gd name="connsiteY227" fmla="*/ 116797 h 1010399"/>
                <a:gd name="connsiteX228" fmla="*/ 389430 w 1109339"/>
                <a:gd name="connsiteY228" fmla="*/ 115048 h 1010399"/>
                <a:gd name="connsiteX229" fmla="*/ 388992 w 1109339"/>
                <a:gd name="connsiteY229" fmla="*/ 112726 h 1010399"/>
                <a:gd name="connsiteX230" fmla="*/ 387680 w 1109339"/>
                <a:gd name="connsiteY230" fmla="*/ 109632 h 1010399"/>
                <a:gd name="connsiteX231" fmla="*/ 385391 w 1109339"/>
                <a:gd name="connsiteY231" fmla="*/ 107647 h 1010399"/>
                <a:gd name="connsiteX232" fmla="*/ 379603 w 1109339"/>
                <a:gd name="connsiteY232" fmla="*/ 107647 h 1010399"/>
                <a:gd name="connsiteX233" fmla="*/ 374386 w 1109339"/>
                <a:gd name="connsiteY233" fmla="*/ 107647 h 1010399"/>
                <a:gd name="connsiteX234" fmla="*/ 372636 w 1109339"/>
                <a:gd name="connsiteY234" fmla="*/ 107647 h 1010399"/>
                <a:gd name="connsiteX235" fmla="*/ 371761 w 1109339"/>
                <a:gd name="connsiteY235" fmla="*/ 106638 h 1010399"/>
                <a:gd name="connsiteX236" fmla="*/ 371761 w 1109339"/>
                <a:gd name="connsiteY236" fmla="*/ 103879 h 1010399"/>
                <a:gd name="connsiteX237" fmla="*/ 371761 w 1109339"/>
                <a:gd name="connsiteY237" fmla="*/ 101424 h 1010399"/>
                <a:gd name="connsiteX238" fmla="*/ 372771 w 1109339"/>
                <a:gd name="connsiteY238" fmla="*/ 99540 h 1010399"/>
                <a:gd name="connsiteX239" fmla="*/ 374790 w 1109339"/>
                <a:gd name="connsiteY239" fmla="*/ 97656 h 1010399"/>
                <a:gd name="connsiteX240" fmla="*/ 375968 w 1109339"/>
                <a:gd name="connsiteY240" fmla="*/ 94628 h 1010399"/>
                <a:gd name="connsiteX241" fmla="*/ 376237 w 1109339"/>
                <a:gd name="connsiteY241" fmla="*/ 92173 h 1010399"/>
                <a:gd name="connsiteX242" fmla="*/ 376809 w 1109339"/>
                <a:gd name="connsiteY242" fmla="*/ 88102 h 1010399"/>
                <a:gd name="connsiteX243" fmla="*/ 374925 w 1109339"/>
                <a:gd name="connsiteY243" fmla="*/ 84906 h 1010399"/>
                <a:gd name="connsiteX244" fmla="*/ 371627 w 1109339"/>
                <a:gd name="connsiteY244" fmla="*/ 83023 h 1010399"/>
                <a:gd name="connsiteX245" fmla="*/ 368564 w 1109339"/>
                <a:gd name="connsiteY245" fmla="*/ 82283 h 1010399"/>
                <a:gd name="connsiteX246" fmla="*/ 361901 w 1109339"/>
                <a:gd name="connsiteY246" fmla="*/ 77640 h 1010399"/>
                <a:gd name="connsiteX247" fmla="*/ 357256 w 1109339"/>
                <a:gd name="connsiteY247" fmla="*/ 73166 h 1010399"/>
                <a:gd name="connsiteX248" fmla="*/ 354934 w 1109339"/>
                <a:gd name="connsiteY248" fmla="*/ 70912 h 1010399"/>
                <a:gd name="connsiteX249" fmla="*/ 352477 w 1109339"/>
                <a:gd name="connsiteY249" fmla="*/ 69399 h 1010399"/>
                <a:gd name="connsiteX250" fmla="*/ 350020 w 1109339"/>
                <a:gd name="connsiteY250" fmla="*/ 69399 h 1010399"/>
                <a:gd name="connsiteX251" fmla="*/ 346689 w 1109339"/>
                <a:gd name="connsiteY251" fmla="*/ 68019 h 1010399"/>
                <a:gd name="connsiteX252" fmla="*/ 341338 w 1109339"/>
                <a:gd name="connsiteY252" fmla="*/ 67649 h 1010399"/>
                <a:gd name="connsiteX253" fmla="*/ 341338 w 1109339"/>
                <a:gd name="connsiteY253" fmla="*/ 67649 h 1010399"/>
                <a:gd name="connsiteX254" fmla="*/ 339890 w 1109339"/>
                <a:gd name="connsiteY254" fmla="*/ 64319 h 1010399"/>
                <a:gd name="connsiteX255" fmla="*/ 340765 w 1109339"/>
                <a:gd name="connsiteY255" fmla="*/ 62301 h 1010399"/>
                <a:gd name="connsiteX256" fmla="*/ 342515 w 1109339"/>
                <a:gd name="connsiteY256" fmla="*/ 60417 h 1010399"/>
                <a:gd name="connsiteX257" fmla="*/ 344400 w 1109339"/>
                <a:gd name="connsiteY257" fmla="*/ 58836 h 1010399"/>
                <a:gd name="connsiteX258" fmla="*/ 346857 w 1109339"/>
                <a:gd name="connsiteY258" fmla="*/ 57389 h 1010399"/>
                <a:gd name="connsiteX259" fmla="*/ 347429 w 1109339"/>
                <a:gd name="connsiteY259" fmla="*/ 54496 h 1010399"/>
                <a:gd name="connsiteX260" fmla="*/ 345410 w 1109339"/>
                <a:gd name="connsiteY260" fmla="*/ 52915 h 1010399"/>
                <a:gd name="connsiteX261" fmla="*/ 342953 w 1109339"/>
                <a:gd name="connsiteY261" fmla="*/ 52209 h 1010399"/>
                <a:gd name="connsiteX262" fmla="*/ 339924 w 1109339"/>
                <a:gd name="connsiteY262" fmla="*/ 50628 h 1010399"/>
                <a:gd name="connsiteX263" fmla="*/ 338914 w 1109339"/>
                <a:gd name="connsiteY263" fmla="*/ 48878 h 1010399"/>
                <a:gd name="connsiteX264" fmla="*/ 336323 w 1109339"/>
                <a:gd name="connsiteY264" fmla="*/ 46692 h 1010399"/>
                <a:gd name="connsiteX265" fmla="*/ 334304 w 1109339"/>
                <a:gd name="connsiteY265" fmla="*/ 45380 h 1010399"/>
                <a:gd name="connsiteX266" fmla="*/ 331409 w 1109339"/>
                <a:gd name="connsiteY266" fmla="*/ 44001 h 1010399"/>
                <a:gd name="connsiteX267" fmla="*/ 328078 w 1109339"/>
                <a:gd name="connsiteY267" fmla="*/ 43361 h 1010399"/>
                <a:gd name="connsiteX268" fmla="*/ 325756 w 1109339"/>
                <a:gd name="connsiteY268" fmla="*/ 43361 h 1010399"/>
                <a:gd name="connsiteX269" fmla="*/ 318217 w 1109339"/>
                <a:gd name="connsiteY269" fmla="*/ 42352 h 1010399"/>
                <a:gd name="connsiteX270" fmla="*/ 311856 w 1109339"/>
                <a:gd name="connsiteY270" fmla="*/ 41343 h 1010399"/>
                <a:gd name="connsiteX271" fmla="*/ 309534 w 1109339"/>
                <a:gd name="connsiteY271" fmla="*/ 37710 h 1010399"/>
                <a:gd name="connsiteX272" fmla="*/ 308524 w 1109339"/>
                <a:gd name="connsiteY272" fmla="*/ 31924 h 1010399"/>
                <a:gd name="connsiteX273" fmla="*/ 304620 w 1109339"/>
                <a:gd name="connsiteY273" fmla="*/ 27854 h 1010399"/>
                <a:gd name="connsiteX274" fmla="*/ 300144 w 1109339"/>
                <a:gd name="connsiteY274" fmla="*/ 25768 h 1010399"/>
                <a:gd name="connsiteX275" fmla="*/ 294625 w 1109339"/>
                <a:gd name="connsiteY275" fmla="*/ 24254 h 1010399"/>
                <a:gd name="connsiteX276" fmla="*/ 290990 w 1109339"/>
                <a:gd name="connsiteY276" fmla="*/ 24254 h 1010399"/>
                <a:gd name="connsiteX277" fmla="*/ 287793 w 1109339"/>
                <a:gd name="connsiteY277" fmla="*/ 23615 h 1010399"/>
                <a:gd name="connsiteX278" fmla="*/ 280254 w 1109339"/>
                <a:gd name="connsiteY278" fmla="*/ 20789 h 1010399"/>
                <a:gd name="connsiteX279" fmla="*/ 277057 w 1109339"/>
                <a:gd name="connsiteY279" fmla="*/ 20789 h 1010399"/>
                <a:gd name="connsiteX280" fmla="*/ 275038 w 1109339"/>
                <a:gd name="connsiteY280" fmla="*/ 19040 h 1010399"/>
                <a:gd name="connsiteX281" fmla="*/ 272144 w 1109339"/>
                <a:gd name="connsiteY281" fmla="*/ 18031 h 1010399"/>
                <a:gd name="connsiteX282" fmla="*/ 267937 w 1109339"/>
                <a:gd name="connsiteY282" fmla="*/ 16450 h 1010399"/>
                <a:gd name="connsiteX283" fmla="*/ 265177 w 1109339"/>
                <a:gd name="connsiteY283" fmla="*/ 18199 h 1010399"/>
                <a:gd name="connsiteX284" fmla="*/ 261105 w 1109339"/>
                <a:gd name="connsiteY284" fmla="*/ 19343 h 1010399"/>
                <a:gd name="connsiteX285" fmla="*/ 257201 w 1109339"/>
                <a:gd name="connsiteY285" fmla="*/ 22673 h 1010399"/>
                <a:gd name="connsiteX286" fmla="*/ 254610 w 1109339"/>
                <a:gd name="connsiteY286" fmla="*/ 24422 h 1010399"/>
                <a:gd name="connsiteX287" fmla="*/ 251715 w 1109339"/>
                <a:gd name="connsiteY287" fmla="*/ 25734 h 1010399"/>
                <a:gd name="connsiteX288" fmla="*/ 249258 w 1109339"/>
                <a:gd name="connsiteY288" fmla="*/ 26744 h 1010399"/>
                <a:gd name="connsiteX289" fmla="*/ 243907 w 1109339"/>
                <a:gd name="connsiteY289" fmla="*/ 27484 h 1010399"/>
                <a:gd name="connsiteX290" fmla="*/ 241720 w 1109339"/>
                <a:gd name="connsiteY290" fmla="*/ 26744 h 1010399"/>
                <a:gd name="connsiteX291" fmla="*/ 236806 w 1109339"/>
                <a:gd name="connsiteY291" fmla="*/ 24422 h 1010399"/>
                <a:gd name="connsiteX292" fmla="*/ 233475 w 1109339"/>
                <a:gd name="connsiteY292" fmla="*/ 23110 h 1010399"/>
                <a:gd name="connsiteX293" fmla="*/ 230883 w 1109339"/>
                <a:gd name="connsiteY293" fmla="*/ 22976 h 1010399"/>
                <a:gd name="connsiteX294" fmla="*/ 225364 w 1109339"/>
                <a:gd name="connsiteY294" fmla="*/ 22673 h 1010399"/>
                <a:gd name="connsiteX295" fmla="*/ 221897 w 1109339"/>
                <a:gd name="connsiteY295" fmla="*/ 24120 h 1010399"/>
                <a:gd name="connsiteX296" fmla="*/ 217690 w 1109339"/>
                <a:gd name="connsiteY296" fmla="*/ 23985 h 1010399"/>
                <a:gd name="connsiteX297" fmla="*/ 215066 w 1109339"/>
                <a:gd name="connsiteY297" fmla="*/ 19780 h 1010399"/>
                <a:gd name="connsiteX298" fmla="*/ 213315 w 1109339"/>
                <a:gd name="connsiteY298" fmla="*/ 14431 h 1010399"/>
                <a:gd name="connsiteX299" fmla="*/ 210556 w 1109339"/>
                <a:gd name="connsiteY299" fmla="*/ 12615 h 1010399"/>
                <a:gd name="connsiteX300" fmla="*/ 207224 w 1109339"/>
                <a:gd name="connsiteY300" fmla="*/ 10361 h 1010399"/>
                <a:gd name="connsiteX301" fmla="*/ 202310 w 1109339"/>
                <a:gd name="connsiteY301" fmla="*/ 10361 h 1010399"/>
                <a:gd name="connsiteX302" fmla="*/ 197834 w 1109339"/>
                <a:gd name="connsiteY302" fmla="*/ 9789 h 1010399"/>
                <a:gd name="connsiteX303" fmla="*/ 187267 w 1109339"/>
                <a:gd name="connsiteY303" fmla="*/ 8645 h 1010399"/>
                <a:gd name="connsiteX304" fmla="*/ 184944 w 1109339"/>
                <a:gd name="connsiteY304" fmla="*/ 8645 h 1010399"/>
                <a:gd name="connsiteX305" fmla="*/ 177272 w 1109339"/>
                <a:gd name="connsiteY305" fmla="*/ 7064 h 1010399"/>
                <a:gd name="connsiteX306" fmla="*/ 174814 w 1109339"/>
                <a:gd name="connsiteY306" fmla="*/ 4037 h 1010399"/>
                <a:gd name="connsiteX307" fmla="*/ 172930 w 1109339"/>
                <a:gd name="connsiteY307" fmla="*/ 1716 h 1010399"/>
                <a:gd name="connsiteX308" fmla="*/ 170036 w 1109339"/>
                <a:gd name="connsiteY308" fmla="*/ 572 h 1010399"/>
                <a:gd name="connsiteX309" fmla="*/ 164684 w 1109339"/>
                <a:gd name="connsiteY309" fmla="*/ 0 h 1010399"/>
                <a:gd name="connsiteX310" fmla="*/ 158896 w 1109339"/>
                <a:gd name="connsiteY310" fmla="*/ 0 h 1010399"/>
                <a:gd name="connsiteX311" fmla="*/ 145434 w 1109339"/>
                <a:gd name="connsiteY311" fmla="*/ 0 h 1010399"/>
                <a:gd name="connsiteX312" fmla="*/ 141530 w 1109339"/>
                <a:gd name="connsiteY312" fmla="*/ 0 h 1010399"/>
                <a:gd name="connsiteX313" fmla="*/ 136314 w 1109339"/>
                <a:gd name="connsiteY313" fmla="*/ 0 h 1010399"/>
                <a:gd name="connsiteX314" fmla="*/ 129347 w 1109339"/>
                <a:gd name="connsiteY314" fmla="*/ 0 h 1010399"/>
                <a:gd name="connsiteX315" fmla="*/ 118174 w 1109339"/>
                <a:gd name="connsiteY315" fmla="*/ 1009 h 1010399"/>
                <a:gd name="connsiteX316" fmla="*/ 115280 w 1109339"/>
                <a:gd name="connsiteY316" fmla="*/ 3633 h 1010399"/>
                <a:gd name="connsiteX317" fmla="*/ 110501 w 1109339"/>
                <a:gd name="connsiteY317" fmla="*/ 7535 h 1010399"/>
                <a:gd name="connsiteX318" fmla="*/ 103265 w 1109339"/>
                <a:gd name="connsiteY318" fmla="*/ 10294 h 1010399"/>
                <a:gd name="connsiteX319" fmla="*/ 98620 w 1109339"/>
                <a:gd name="connsiteY319" fmla="*/ 12884 h 1010399"/>
                <a:gd name="connsiteX320" fmla="*/ 89770 w 1109339"/>
                <a:gd name="connsiteY320" fmla="*/ 12009 h 1010399"/>
                <a:gd name="connsiteX321" fmla="*/ 82534 w 1109339"/>
                <a:gd name="connsiteY321" fmla="*/ 9823 h 1010399"/>
                <a:gd name="connsiteX322" fmla="*/ 76880 w 1109339"/>
                <a:gd name="connsiteY322" fmla="*/ 9957 h 1010399"/>
                <a:gd name="connsiteX323" fmla="*/ 71798 w 1109339"/>
                <a:gd name="connsiteY323" fmla="*/ 10832 h 1010399"/>
                <a:gd name="connsiteX324" fmla="*/ 70485 w 1109339"/>
                <a:gd name="connsiteY324" fmla="*/ 12850 h 1010399"/>
                <a:gd name="connsiteX325" fmla="*/ 69476 w 1109339"/>
                <a:gd name="connsiteY325" fmla="*/ 13994 h 1010399"/>
                <a:gd name="connsiteX326" fmla="*/ 66447 w 1109339"/>
                <a:gd name="connsiteY326" fmla="*/ 15003 h 1010399"/>
                <a:gd name="connsiteX327" fmla="*/ 62408 w 1109339"/>
                <a:gd name="connsiteY327" fmla="*/ 16753 h 1010399"/>
                <a:gd name="connsiteX328" fmla="*/ 55004 w 1109339"/>
                <a:gd name="connsiteY328" fmla="*/ 16887 h 1010399"/>
                <a:gd name="connsiteX329" fmla="*/ 51235 w 1109339"/>
                <a:gd name="connsiteY329" fmla="*/ 17459 h 1010399"/>
                <a:gd name="connsiteX330" fmla="*/ 50225 w 1109339"/>
                <a:gd name="connsiteY330" fmla="*/ 18905 h 1010399"/>
                <a:gd name="connsiteX331" fmla="*/ 46456 w 1109339"/>
                <a:gd name="connsiteY331" fmla="*/ 20789 h 1010399"/>
                <a:gd name="connsiteX332" fmla="*/ 44706 w 1109339"/>
                <a:gd name="connsiteY332" fmla="*/ 22539 h 1010399"/>
                <a:gd name="connsiteX333" fmla="*/ 41677 w 1109339"/>
                <a:gd name="connsiteY333" fmla="*/ 23548 h 1010399"/>
                <a:gd name="connsiteX334" fmla="*/ 36764 w 1109339"/>
                <a:gd name="connsiteY334" fmla="*/ 23413 h 1010399"/>
                <a:gd name="connsiteX335" fmla="*/ 34441 w 1109339"/>
                <a:gd name="connsiteY335" fmla="*/ 21967 h 1010399"/>
                <a:gd name="connsiteX336" fmla="*/ 29797 w 1109339"/>
                <a:gd name="connsiteY336" fmla="*/ 19948 h 1010399"/>
                <a:gd name="connsiteX337" fmla="*/ 27643 w 1109339"/>
                <a:gd name="connsiteY337" fmla="*/ 20957 h 1010399"/>
                <a:gd name="connsiteX338" fmla="*/ 22258 w 1109339"/>
                <a:gd name="connsiteY338" fmla="*/ 26744 h 1010399"/>
                <a:gd name="connsiteX339" fmla="*/ 20677 w 1109339"/>
                <a:gd name="connsiteY339" fmla="*/ 28055 h 1010399"/>
                <a:gd name="connsiteX340" fmla="*/ 17782 w 1109339"/>
                <a:gd name="connsiteY340" fmla="*/ 30511 h 1010399"/>
                <a:gd name="connsiteX341" fmla="*/ 14585 w 1109339"/>
                <a:gd name="connsiteY341" fmla="*/ 32832 h 1010399"/>
                <a:gd name="connsiteX342" fmla="*/ 13710 w 1109339"/>
                <a:gd name="connsiteY342" fmla="*/ 34716 h 1010399"/>
                <a:gd name="connsiteX343" fmla="*/ 13710 w 1109339"/>
                <a:gd name="connsiteY343" fmla="*/ 39056 h 1010399"/>
                <a:gd name="connsiteX344" fmla="*/ 17412 w 1109339"/>
                <a:gd name="connsiteY344" fmla="*/ 43092 h 1010399"/>
                <a:gd name="connsiteX345" fmla="*/ 23167 w 1109339"/>
                <a:gd name="connsiteY345" fmla="*/ 47768 h 1010399"/>
                <a:gd name="connsiteX346" fmla="*/ 26869 w 1109339"/>
                <a:gd name="connsiteY346" fmla="*/ 52781 h 1010399"/>
                <a:gd name="connsiteX347" fmla="*/ 31446 w 1109339"/>
                <a:gd name="connsiteY347" fmla="*/ 56582 h 1010399"/>
                <a:gd name="connsiteX348" fmla="*/ 35249 w 1109339"/>
                <a:gd name="connsiteY348" fmla="*/ 60383 h 1010399"/>
                <a:gd name="connsiteX349" fmla="*/ 36124 w 1109339"/>
                <a:gd name="connsiteY349" fmla="*/ 62334 h 1010399"/>
                <a:gd name="connsiteX350" fmla="*/ 37975 w 1109339"/>
                <a:gd name="connsiteY350" fmla="*/ 64824 h 1010399"/>
                <a:gd name="connsiteX351" fmla="*/ 37672 w 1109339"/>
                <a:gd name="connsiteY351" fmla="*/ 67010 h 1010399"/>
                <a:gd name="connsiteX352" fmla="*/ 34408 w 1109339"/>
                <a:gd name="connsiteY352" fmla="*/ 69399 h 1010399"/>
                <a:gd name="connsiteX353" fmla="*/ 30403 w 1109339"/>
                <a:gd name="connsiteY353" fmla="*/ 71148 h 1010399"/>
                <a:gd name="connsiteX354" fmla="*/ 28653 w 1109339"/>
                <a:gd name="connsiteY354" fmla="*/ 72022 h 1010399"/>
                <a:gd name="connsiteX355" fmla="*/ 26802 w 1109339"/>
                <a:gd name="connsiteY355" fmla="*/ 73637 h 1010399"/>
                <a:gd name="connsiteX356" fmla="*/ 27576 w 1109339"/>
                <a:gd name="connsiteY356" fmla="*/ 78515 h 1010399"/>
                <a:gd name="connsiteX357" fmla="*/ 28451 w 1109339"/>
                <a:gd name="connsiteY357" fmla="*/ 79591 h 1010399"/>
                <a:gd name="connsiteX358" fmla="*/ 28114 w 1109339"/>
                <a:gd name="connsiteY358" fmla="*/ 82854 h 1010399"/>
                <a:gd name="connsiteX359" fmla="*/ 26903 w 1109339"/>
                <a:gd name="connsiteY359" fmla="*/ 85882 h 1010399"/>
                <a:gd name="connsiteX360" fmla="*/ 25691 w 1109339"/>
                <a:gd name="connsiteY360" fmla="*/ 88169 h 1010399"/>
                <a:gd name="connsiteX361" fmla="*/ 24278 w 1109339"/>
                <a:gd name="connsiteY361" fmla="*/ 90793 h 1010399"/>
                <a:gd name="connsiteX362" fmla="*/ 21013 w 1109339"/>
                <a:gd name="connsiteY362" fmla="*/ 93384 h 1010399"/>
                <a:gd name="connsiteX363" fmla="*/ 19936 w 1109339"/>
                <a:gd name="connsiteY363" fmla="*/ 96008 h 1010399"/>
                <a:gd name="connsiteX364" fmla="*/ 18422 w 1109339"/>
                <a:gd name="connsiteY364" fmla="*/ 98060 h 1010399"/>
                <a:gd name="connsiteX365" fmla="*/ 14383 w 1109339"/>
                <a:gd name="connsiteY365" fmla="*/ 101087 h 1010399"/>
                <a:gd name="connsiteX366" fmla="*/ 9941 w 1109339"/>
                <a:gd name="connsiteY366" fmla="*/ 102735 h 1010399"/>
                <a:gd name="connsiteX367" fmla="*/ 8426 w 1109339"/>
                <a:gd name="connsiteY367" fmla="*/ 105326 h 1010399"/>
                <a:gd name="connsiteX368" fmla="*/ 10614 w 1109339"/>
                <a:gd name="connsiteY368" fmla="*/ 106402 h 1010399"/>
                <a:gd name="connsiteX369" fmla="*/ 11253 w 1109339"/>
                <a:gd name="connsiteY369" fmla="*/ 108151 h 1010399"/>
                <a:gd name="connsiteX370" fmla="*/ 10614 w 1109339"/>
                <a:gd name="connsiteY370" fmla="*/ 109228 h 1010399"/>
                <a:gd name="connsiteX371" fmla="*/ 7013 w 1109339"/>
                <a:gd name="connsiteY371" fmla="*/ 113466 h 1010399"/>
                <a:gd name="connsiteX372" fmla="*/ 4623 w 1109339"/>
                <a:gd name="connsiteY372" fmla="*/ 114980 h 1010399"/>
                <a:gd name="connsiteX373" fmla="*/ 1258 w 1109339"/>
                <a:gd name="connsiteY373" fmla="*/ 116494 h 1010399"/>
                <a:gd name="connsiteX374" fmla="*/ 1258 w 1109339"/>
                <a:gd name="connsiteY374" fmla="*/ 117907 h 1010399"/>
                <a:gd name="connsiteX375" fmla="*/ 80 w 1109339"/>
                <a:gd name="connsiteY375" fmla="*/ 123659 h 1010399"/>
                <a:gd name="connsiteX376" fmla="*/ 1258 w 1109339"/>
                <a:gd name="connsiteY376" fmla="*/ 124433 h 1010399"/>
                <a:gd name="connsiteX377" fmla="*/ 6710 w 1109339"/>
                <a:gd name="connsiteY377" fmla="*/ 122381 h 1010399"/>
                <a:gd name="connsiteX378" fmla="*/ 8999 w 1109339"/>
                <a:gd name="connsiteY378" fmla="*/ 121944 h 1010399"/>
                <a:gd name="connsiteX379" fmla="*/ 12162 w 1109339"/>
                <a:gd name="connsiteY379" fmla="*/ 121742 h 1010399"/>
                <a:gd name="connsiteX380" fmla="*/ 15090 w 1109339"/>
                <a:gd name="connsiteY380" fmla="*/ 124568 h 1010399"/>
                <a:gd name="connsiteX381" fmla="*/ 16604 w 1109339"/>
                <a:gd name="connsiteY381" fmla="*/ 126956 h 1010399"/>
                <a:gd name="connsiteX382" fmla="*/ 18455 w 1109339"/>
                <a:gd name="connsiteY382" fmla="*/ 127730 h 1010399"/>
                <a:gd name="connsiteX383" fmla="*/ 22797 w 1109339"/>
                <a:gd name="connsiteY383" fmla="*/ 130993 h 1010399"/>
                <a:gd name="connsiteX384" fmla="*/ 28552 w 1109339"/>
                <a:gd name="connsiteY384" fmla="*/ 130454 h 1010399"/>
                <a:gd name="connsiteX385" fmla="*/ 30302 w 1109339"/>
                <a:gd name="connsiteY385" fmla="*/ 129143 h 1010399"/>
                <a:gd name="connsiteX386" fmla="*/ 33667 w 1109339"/>
                <a:gd name="connsiteY386" fmla="*/ 128268 h 1010399"/>
                <a:gd name="connsiteX387" fmla="*/ 38009 w 1109339"/>
                <a:gd name="connsiteY387" fmla="*/ 128032 h 1010399"/>
                <a:gd name="connsiteX388" fmla="*/ 40937 w 1109339"/>
                <a:gd name="connsiteY388" fmla="*/ 129681 h 1010399"/>
                <a:gd name="connsiteX389" fmla="*/ 41374 w 1109339"/>
                <a:gd name="connsiteY389" fmla="*/ 133045 h 1010399"/>
                <a:gd name="connsiteX390" fmla="*/ 41475 w 1109339"/>
                <a:gd name="connsiteY390" fmla="*/ 135770 h 1010399"/>
                <a:gd name="connsiteX391" fmla="*/ 42249 w 1109339"/>
                <a:gd name="connsiteY391" fmla="*/ 137822 h 1010399"/>
                <a:gd name="connsiteX392" fmla="*/ 44302 w 1109339"/>
                <a:gd name="connsiteY392" fmla="*/ 140647 h 1010399"/>
                <a:gd name="connsiteX393" fmla="*/ 46153 w 1109339"/>
                <a:gd name="connsiteY393" fmla="*/ 141858 h 1010399"/>
                <a:gd name="connsiteX394" fmla="*/ 48004 w 1109339"/>
                <a:gd name="connsiteY394" fmla="*/ 143709 h 1010399"/>
                <a:gd name="connsiteX395" fmla="*/ 50629 w 1109339"/>
                <a:gd name="connsiteY395" fmla="*/ 144785 h 1010399"/>
                <a:gd name="connsiteX396" fmla="*/ 53120 w 1109339"/>
                <a:gd name="connsiteY396" fmla="*/ 144449 h 1010399"/>
                <a:gd name="connsiteX397" fmla="*/ 56283 w 1109339"/>
                <a:gd name="connsiteY397" fmla="*/ 144112 h 1010399"/>
                <a:gd name="connsiteX398" fmla="*/ 57697 w 1109339"/>
                <a:gd name="connsiteY398" fmla="*/ 143473 h 1010399"/>
                <a:gd name="connsiteX399" fmla="*/ 60423 w 1109339"/>
                <a:gd name="connsiteY399" fmla="*/ 141522 h 1010399"/>
                <a:gd name="connsiteX400" fmla="*/ 61298 w 1109339"/>
                <a:gd name="connsiteY400" fmla="*/ 139907 h 1010399"/>
                <a:gd name="connsiteX401" fmla="*/ 58908 w 1109339"/>
                <a:gd name="connsiteY401" fmla="*/ 135568 h 1010399"/>
                <a:gd name="connsiteX402" fmla="*/ 60995 w 1109339"/>
                <a:gd name="connsiteY402" fmla="*/ 134592 h 1010399"/>
                <a:gd name="connsiteX403" fmla="*/ 63048 w 1109339"/>
                <a:gd name="connsiteY403" fmla="*/ 134155 h 1010399"/>
                <a:gd name="connsiteX404" fmla="*/ 64461 w 1109339"/>
                <a:gd name="connsiteY404" fmla="*/ 132977 h 1010399"/>
                <a:gd name="connsiteX405" fmla="*/ 65538 w 1109339"/>
                <a:gd name="connsiteY405" fmla="*/ 130253 h 1010399"/>
                <a:gd name="connsiteX406" fmla="*/ 66514 w 1109339"/>
                <a:gd name="connsiteY406" fmla="*/ 126653 h 1010399"/>
                <a:gd name="connsiteX407" fmla="*/ 67153 w 1109339"/>
                <a:gd name="connsiteY407" fmla="*/ 125139 h 1010399"/>
                <a:gd name="connsiteX408" fmla="*/ 68567 w 1109339"/>
                <a:gd name="connsiteY408" fmla="*/ 122415 h 1010399"/>
                <a:gd name="connsiteX409" fmla="*/ 69543 w 1109339"/>
                <a:gd name="connsiteY409" fmla="*/ 119589 h 1010399"/>
                <a:gd name="connsiteX410" fmla="*/ 70855 w 1109339"/>
                <a:gd name="connsiteY410" fmla="*/ 116326 h 1010399"/>
                <a:gd name="connsiteX411" fmla="*/ 72909 w 1109339"/>
                <a:gd name="connsiteY411" fmla="*/ 115989 h 1010399"/>
                <a:gd name="connsiteX412" fmla="*/ 73985 w 1109339"/>
                <a:gd name="connsiteY412" fmla="*/ 116528 h 1010399"/>
                <a:gd name="connsiteX413" fmla="*/ 76375 w 1109339"/>
                <a:gd name="connsiteY413" fmla="*/ 118714 h 1010399"/>
                <a:gd name="connsiteX414" fmla="*/ 79101 w 1109339"/>
                <a:gd name="connsiteY414" fmla="*/ 120665 h 1010399"/>
                <a:gd name="connsiteX415" fmla="*/ 81827 w 1109339"/>
                <a:gd name="connsiteY415" fmla="*/ 121439 h 1010399"/>
                <a:gd name="connsiteX416" fmla="*/ 83476 w 1109339"/>
                <a:gd name="connsiteY416" fmla="*/ 122650 h 1010399"/>
                <a:gd name="connsiteX417" fmla="*/ 84553 w 1109339"/>
                <a:gd name="connsiteY417" fmla="*/ 124938 h 1010399"/>
                <a:gd name="connsiteX418" fmla="*/ 85630 w 1109339"/>
                <a:gd name="connsiteY418" fmla="*/ 127124 h 1010399"/>
                <a:gd name="connsiteX419" fmla="*/ 87683 w 1109339"/>
                <a:gd name="connsiteY419" fmla="*/ 129614 h 1010399"/>
                <a:gd name="connsiteX420" fmla="*/ 88659 w 1109339"/>
                <a:gd name="connsiteY420" fmla="*/ 130825 h 1010399"/>
                <a:gd name="connsiteX421" fmla="*/ 89870 w 1109339"/>
                <a:gd name="connsiteY421" fmla="*/ 133112 h 1010399"/>
                <a:gd name="connsiteX422" fmla="*/ 90846 w 1109339"/>
                <a:gd name="connsiteY422" fmla="*/ 134424 h 1010399"/>
                <a:gd name="connsiteX423" fmla="*/ 91587 w 1109339"/>
                <a:gd name="connsiteY423" fmla="*/ 136476 h 1010399"/>
                <a:gd name="connsiteX424" fmla="*/ 91688 w 1109339"/>
                <a:gd name="connsiteY424" fmla="*/ 138326 h 1010399"/>
                <a:gd name="connsiteX425" fmla="*/ 93640 w 1109339"/>
                <a:gd name="connsiteY425" fmla="*/ 140277 h 1010399"/>
                <a:gd name="connsiteX426" fmla="*/ 96029 w 1109339"/>
                <a:gd name="connsiteY426" fmla="*/ 140176 h 1010399"/>
                <a:gd name="connsiteX427" fmla="*/ 98957 w 1109339"/>
                <a:gd name="connsiteY427" fmla="*/ 140715 h 1010399"/>
                <a:gd name="connsiteX428" fmla="*/ 103198 w 1109339"/>
                <a:gd name="connsiteY428" fmla="*/ 138663 h 1010399"/>
                <a:gd name="connsiteX429" fmla="*/ 104947 w 1109339"/>
                <a:gd name="connsiteY429" fmla="*/ 136375 h 1010399"/>
                <a:gd name="connsiteX430" fmla="*/ 107236 w 1109339"/>
                <a:gd name="connsiteY430" fmla="*/ 136711 h 1010399"/>
                <a:gd name="connsiteX431" fmla="*/ 111578 w 1109339"/>
                <a:gd name="connsiteY431" fmla="*/ 136913 h 1010399"/>
                <a:gd name="connsiteX432" fmla="*/ 116996 w 1109339"/>
                <a:gd name="connsiteY432" fmla="*/ 138427 h 1010399"/>
                <a:gd name="connsiteX433" fmla="*/ 119486 w 1109339"/>
                <a:gd name="connsiteY433" fmla="*/ 139941 h 1010399"/>
                <a:gd name="connsiteX434" fmla="*/ 120260 w 1109339"/>
                <a:gd name="connsiteY434" fmla="*/ 141152 h 1010399"/>
                <a:gd name="connsiteX435" fmla="*/ 119924 w 1109339"/>
                <a:gd name="connsiteY435" fmla="*/ 142228 h 1010399"/>
                <a:gd name="connsiteX436" fmla="*/ 116660 w 1109339"/>
                <a:gd name="connsiteY436" fmla="*/ 143843 h 1010399"/>
                <a:gd name="connsiteX437" fmla="*/ 114909 w 1109339"/>
                <a:gd name="connsiteY437" fmla="*/ 145693 h 1010399"/>
                <a:gd name="connsiteX438" fmla="*/ 111443 w 1109339"/>
                <a:gd name="connsiteY438" fmla="*/ 147543 h 1010399"/>
                <a:gd name="connsiteX439" fmla="*/ 110366 w 1109339"/>
                <a:gd name="connsiteY439" fmla="*/ 150806 h 1010399"/>
                <a:gd name="connsiteX440" fmla="*/ 110568 w 1109339"/>
                <a:gd name="connsiteY440" fmla="*/ 154507 h 1010399"/>
                <a:gd name="connsiteX441" fmla="*/ 111645 w 1109339"/>
                <a:gd name="connsiteY441" fmla="*/ 155045 h 1010399"/>
                <a:gd name="connsiteX442" fmla="*/ 114573 w 1109339"/>
                <a:gd name="connsiteY442" fmla="*/ 159284 h 1010399"/>
                <a:gd name="connsiteX443" fmla="*/ 115986 w 1109339"/>
                <a:gd name="connsiteY443" fmla="*/ 161773 h 1010399"/>
                <a:gd name="connsiteX444" fmla="*/ 116962 w 1109339"/>
                <a:gd name="connsiteY444" fmla="*/ 165036 h 1010399"/>
                <a:gd name="connsiteX445" fmla="*/ 117501 w 1109339"/>
                <a:gd name="connsiteY445" fmla="*/ 168299 h 1010399"/>
                <a:gd name="connsiteX446" fmla="*/ 117837 w 1109339"/>
                <a:gd name="connsiteY446" fmla="*/ 171764 h 1010399"/>
                <a:gd name="connsiteX447" fmla="*/ 119688 w 1109339"/>
                <a:gd name="connsiteY447" fmla="*/ 174590 h 1010399"/>
                <a:gd name="connsiteX448" fmla="*/ 122515 w 1109339"/>
                <a:gd name="connsiteY448" fmla="*/ 177954 h 1010399"/>
                <a:gd name="connsiteX449" fmla="*/ 123929 w 1109339"/>
                <a:gd name="connsiteY449" fmla="*/ 180981 h 1010399"/>
                <a:gd name="connsiteX450" fmla="*/ 123592 w 1109339"/>
                <a:gd name="connsiteY450" fmla="*/ 183269 h 1010399"/>
                <a:gd name="connsiteX451" fmla="*/ 123929 w 1109339"/>
                <a:gd name="connsiteY451" fmla="*/ 187709 h 1010399"/>
                <a:gd name="connsiteX452" fmla="*/ 126318 w 1109339"/>
                <a:gd name="connsiteY452" fmla="*/ 190871 h 1010399"/>
                <a:gd name="connsiteX453" fmla="*/ 129818 w 1109339"/>
                <a:gd name="connsiteY453" fmla="*/ 193798 h 1010399"/>
                <a:gd name="connsiteX454" fmla="*/ 132309 w 1109339"/>
                <a:gd name="connsiteY454" fmla="*/ 195749 h 1010399"/>
                <a:gd name="connsiteX455" fmla="*/ 132208 w 1109339"/>
                <a:gd name="connsiteY455" fmla="*/ 198339 h 1010399"/>
                <a:gd name="connsiteX456" fmla="*/ 136549 w 1109339"/>
                <a:gd name="connsiteY456" fmla="*/ 203789 h 1010399"/>
                <a:gd name="connsiteX457" fmla="*/ 139578 w 1109339"/>
                <a:gd name="connsiteY457" fmla="*/ 206278 h 1010399"/>
                <a:gd name="connsiteX458" fmla="*/ 140083 w 1109339"/>
                <a:gd name="connsiteY458" fmla="*/ 216168 h 1010399"/>
                <a:gd name="connsiteX459" fmla="*/ 138939 w 1109339"/>
                <a:gd name="connsiteY459" fmla="*/ 221181 h 1010399"/>
                <a:gd name="connsiteX460" fmla="*/ 138939 w 1109339"/>
                <a:gd name="connsiteY460" fmla="*/ 226832 h 1010399"/>
                <a:gd name="connsiteX461" fmla="*/ 139376 w 1109339"/>
                <a:gd name="connsiteY461" fmla="*/ 228447 h 1010399"/>
                <a:gd name="connsiteX462" fmla="*/ 145232 w 1109339"/>
                <a:gd name="connsiteY462" fmla="*/ 229658 h 1010399"/>
                <a:gd name="connsiteX463" fmla="*/ 146444 w 1109339"/>
                <a:gd name="connsiteY463" fmla="*/ 229658 h 1010399"/>
                <a:gd name="connsiteX464" fmla="*/ 149170 w 1109339"/>
                <a:gd name="connsiteY464" fmla="*/ 233022 h 1010399"/>
                <a:gd name="connsiteX465" fmla="*/ 149170 w 1109339"/>
                <a:gd name="connsiteY465" fmla="*/ 234872 h 1010399"/>
                <a:gd name="connsiteX466" fmla="*/ 154723 w 1109339"/>
                <a:gd name="connsiteY466" fmla="*/ 234435 h 1010399"/>
                <a:gd name="connsiteX467" fmla="*/ 154723 w 1109339"/>
                <a:gd name="connsiteY467" fmla="*/ 239312 h 1010399"/>
                <a:gd name="connsiteX468" fmla="*/ 160814 w 1109339"/>
                <a:gd name="connsiteY468" fmla="*/ 236588 h 1010399"/>
                <a:gd name="connsiteX469" fmla="*/ 164617 w 1109339"/>
                <a:gd name="connsiteY469" fmla="*/ 236218 h 1010399"/>
                <a:gd name="connsiteX470" fmla="*/ 168959 w 1109339"/>
                <a:gd name="connsiteY470" fmla="*/ 240120 h 1010399"/>
                <a:gd name="connsiteX471" fmla="*/ 171146 w 1109339"/>
                <a:gd name="connsiteY471" fmla="*/ 243585 h 1010399"/>
                <a:gd name="connsiteX472" fmla="*/ 177675 w 1109339"/>
                <a:gd name="connsiteY472" fmla="*/ 237933 h 1010399"/>
                <a:gd name="connsiteX473" fmla="*/ 178988 w 1109339"/>
                <a:gd name="connsiteY473" fmla="*/ 235175 h 1010399"/>
                <a:gd name="connsiteX474" fmla="*/ 184473 w 1109339"/>
                <a:gd name="connsiteY474" fmla="*/ 231710 h 1010399"/>
                <a:gd name="connsiteX475" fmla="*/ 187671 w 1109339"/>
                <a:gd name="connsiteY475" fmla="*/ 227942 h 1010399"/>
                <a:gd name="connsiteX476" fmla="*/ 188983 w 1109339"/>
                <a:gd name="connsiteY476" fmla="*/ 224612 h 1010399"/>
                <a:gd name="connsiteX477" fmla="*/ 193493 w 1109339"/>
                <a:gd name="connsiteY477" fmla="*/ 222728 h 1010399"/>
                <a:gd name="connsiteX478" fmla="*/ 192753 w 1109339"/>
                <a:gd name="connsiteY478" fmla="*/ 219532 h 1010399"/>
                <a:gd name="connsiteX479" fmla="*/ 192315 w 1109339"/>
                <a:gd name="connsiteY479" fmla="*/ 215058 h 1010399"/>
                <a:gd name="connsiteX480" fmla="*/ 194637 w 1109339"/>
                <a:gd name="connsiteY480" fmla="*/ 214318 h 1010399"/>
                <a:gd name="connsiteX481" fmla="*/ 197969 w 1109339"/>
                <a:gd name="connsiteY481" fmla="*/ 218220 h 1010399"/>
                <a:gd name="connsiteX482" fmla="*/ 202176 w 1109339"/>
                <a:gd name="connsiteY482" fmla="*/ 221551 h 1010399"/>
                <a:gd name="connsiteX483" fmla="*/ 206382 w 1109339"/>
                <a:gd name="connsiteY483" fmla="*/ 224006 h 1010399"/>
                <a:gd name="connsiteX484" fmla="*/ 209849 w 1109339"/>
                <a:gd name="connsiteY484" fmla="*/ 224578 h 1010399"/>
                <a:gd name="connsiteX485" fmla="*/ 216512 w 1109339"/>
                <a:gd name="connsiteY485" fmla="*/ 225318 h 1010399"/>
                <a:gd name="connsiteX486" fmla="*/ 218969 w 1109339"/>
                <a:gd name="connsiteY486" fmla="*/ 226193 h 1010399"/>
                <a:gd name="connsiteX487" fmla="*/ 223042 w 1109339"/>
                <a:gd name="connsiteY487" fmla="*/ 226193 h 1010399"/>
                <a:gd name="connsiteX488" fmla="*/ 224186 w 1109339"/>
                <a:gd name="connsiteY488" fmla="*/ 229086 h 1010399"/>
                <a:gd name="connsiteX489" fmla="*/ 228393 w 1109339"/>
                <a:gd name="connsiteY489" fmla="*/ 228951 h 1010399"/>
                <a:gd name="connsiteX490" fmla="*/ 230278 w 1109339"/>
                <a:gd name="connsiteY490" fmla="*/ 226361 h 1010399"/>
                <a:gd name="connsiteX491" fmla="*/ 230849 w 1109339"/>
                <a:gd name="connsiteY491" fmla="*/ 223165 h 1010399"/>
                <a:gd name="connsiteX492" fmla="*/ 231724 w 1109339"/>
                <a:gd name="connsiteY492" fmla="*/ 221147 h 1010399"/>
                <a:gd name="connsiteX493" fmla="*/ 235359 w 1109339"/>
                <a:gd name="connsiteY493" fmla="*/ 220003 h 1010399"/>
                <a:gd name="connsiteX494" fmla="*/ 242157 w 1109339"/>
                <a:gd name="connsiteY494" fmla="*/ 220743 h 1010399"/>
                <a:gd name="connsiteX495" fmla="*/ 241888 w 1109339"/>
                <a:gd name="connsiteY495" fmla="*/ 222627 h 1010399"/>
                <a:gd name="connsiteX496" fmla="*/ 241585 w 1109339"/>
                <a:gd name="connsiteY496" fmla="*/ 224645 h 1010399"/>
                <a:gd name="connsiteX497" fmla="*/ 245657 w 1109339"/>
                <a:gd name="connsiteY497" fmla="*/ 225217 h 1010399"/>
                <a:gd name="connsiteX498" fmla="*/ 247542 w 1109339"/>
                <a:gd name="connsiteY498" fmla="*/ 224780 h 1010399"/>
                <a:gd name="connsiteX499" fmla="*/ 250437 w 1109339"/>
                <a:gd name="connsiteY499" fmla="*/ 222190 h 1010399"/>
                <a:gd name="connsiteX500" fmla="*/ 252456 w 1109339"/>
                <a:gd name="connsiteY500" fmla="*/ 224208 h 1010399"/>
                <a:gd name="connsiteX501" fmla="*/ 255485 w 1109339"/>
                <a:gd name="connsiteY501" fmla="*/ 217985 h 1010399"/>
                <a:gd name="connsiteX502" fmla="*/ 255485 w 1109339"/>
                <a:gd name="connsiteY502" fmla="*/ 216370 h 1010399"/>
                <a:gd name="connsiteX503" fmla="*/ 256629 w 1109339"/>
                <a:gd name="connsiteY503" fmla="*/ 211459 h 1010399"/>
                <a:gd name="connsiteX504" fmla="*/ 259658 w 1109339"/>
                <a:gd name="connsiteY504" fmla="*/ 211156 h 1010399"/>
                <a:gd name="connsiteX505" fmla="*/ 263865 w 1109339"/>
                <a:gd name="connsiteY505" fmla="*/ 212602 h 1010399"/>
                <a:gd name="connsiteX506" fmla="*/ 266624 w 1109339"/>
                <a:gd name="connsiteY506" fmla="*/ 214621 h 1010399"/>
                <a:gd name="connsiteX507" fmla="*/ 269384 w 1109339"/>
                <a:gd name="connsiteY507" fmla="*/ 216942 h 1010399"/>
                <a:gd name="connsiteX508" fmla="*/ 272413 w 1109339"/>
                <a:gd name="connsiteY508" fmla="*/ 218254 h 1010399"/>
                <a:gd name="connsiteX509" fmla="*/ 274163 w 1109339"/>
                <a:gd name="connsiteY509" fmla="*/ 215495 h 1010399"/>
                <a:gd name="connsiteX510" fmla="*/ 274196 w 1109339"/>
                <a:gd name="connsiteY510" fmla="*/ 213578 h 1010399"/>
                <a:gd name="connsiteX511" fmla="*/ 274432 w 1109339"/>
                <a:gd name="connsiteY511" fmla="*/ 211156 h 1010399"/>
                <a:gd name="connsiteX512" fmla="*/ 276889 w 1109339"/>
                <a:gd name="connsiteY512" fmla="*/ 208263 h 1010399"/>
                <a:gd name="connsiteX513" fmla="*/ 284999 w 1109339"/>
                <a:gd name="connsiteY513" fmla="*/ 204798 h 1010399"/>
                <a:gd name="connsiteX514" fmla="*/ 287759 w 1109339"/>
                <a:gd name="connsiteY514" fmla="*/ 199719 h 1010399"/>
                <a:gd name="connsiteX515" fmla="*/ 284697 w 1109339"/>
                <a:gd name="connsiteY515" fmla="*/ 194504 h 1010399"/>
                <a:gd name="connsiteX516" fmla="*/ 286312 w 1109339"/>
                <a:gd name="connsiteY516" fmla="*/ 192486 h 1010399"/>
                <a:gd name="connsiteX517" fmla="*/ 290654 w 1109339"/>
                <a:gd name="connsiteY517" fmla="*/ 192486 h 1010399"/>
                <a:gd name="connsiteX518" fmla="*/ 292909 w 1109339"/>
                <a:gd name="connsiteY518" fmla="*/ 195076 h 1010399"/>
                <a:gd name="connsiteX519" fmla="*/ 295433 w 1109339"/>
                <a:gd name="connsiteY519" fmla="*/ 192755 h 1010399"/>
                <a:gd name="connsiteX520" fmla="*/ 295433 w 1109339"/>
                <a:gd name="connsiteY520" fmla="*/ 188550 h 1010399"/>
                <a:gd name="connsiteX521" fmla="*/ 294558 w 1109339"/>
                <a:gd name="connsiteY521" fmla="*/ 187844 h 1010399"/>
                <a:gd name="connsiteX522" fmla="*/ 294827 w 1109339"/>
                <a:gd name="connsiteY522" fmla="*/ 184513 h 1010399"/>
                <a:gd name="connsiteX523" fmla="*/ 295567 w 1109339"/>
                <a:gd name="connsiteY523" fmla="*/ 182630 h 1010399"/>
                <a:gd name="connsiteX524" fmla="*/ 295567 w 1109339"/>
                <a:gd name="connsiteY524" fmla="*/ 177987 h 1010399"/>
                <a:gd name="connsiteX525" fmla="*/ 296274 w 1109339"/>
                <a:gd name="connsiteY525" fmla="*/ 175397 h 1010399"/>
                <a:gd name="connsiteX526" fmla="*/ 294827 w 1109339"/>
                <a:gd name="connsiteY526" fmla="*/ 173379 h 1010399"/>
                <a:gd name="connsiteX527" fmla="*/ 294389 w 1109339"/>
                <a:gd name="connsiteY527" fmla="*/ 171058 h 1010399"/>
                <a:gd name="connsiteX528" fmla="*/ 295567 w 1109339"/>
                <a:gd name="connsiteY528" fmla="*/ 169611 h 1010399"/>
                <a:gd name="connsiteX529" fmla="*/ 299202 w 1109339"/>
                <a:gd name="connsiteY529" fmla="*/ 169746 h 1010399"/>
                <a:gd name="connsiteX530" fmla="*/ 302264 w 1109339"/>
                <a:gd name="connsiteY530" fmla="*/ 171764 h 1010399"/>
                <a:gd name="connsiteX531" fmla="*/ 301827 w 1109339"/>
                <a:gd name="connsiteY531" fmla="*/ 175229 h 1010399"/>
                <a:gd name="connsiteX532" fmla="*/ 301255 w 1109339"/>
                <a:gd name="connsiteY532" fmla="*/ 178425 h 1010399"/>
                <a:gd name="connsiteX533" fmla="*/ 303274 w 1109339"/>
                <a:gd name="connsiteY533" fmla="*/ 180006 h 1010399"/>
                <a:gd name="connsiteX534" fmla="*/ 306606 w 1109339"/>
                <a:gd name="connsiteY534" fmla="*/ 178626 h 1010399"/>
                <a:gd name="connsiteX535" fmla="*/ 309063 w 1109339"/>
                <a:gd name="connsiteY535" fmla="*/ 177247 h 1010399"/>
                <a:gd name="connsiteX536" fmla="*/ 310173 w 1109339"/>
                <a:gd name="connsiteY536" fmla="*/ 177247 h 1010399"/>
                <a:gd name="connsiteX537" fmla="*/ 315390 w 1109339"/>
                <a:gd name="connsiteY537" fmla="*/ 178391 h 1010399"/>
                <a:gd name="connsiteX538" fmla="*/ 318721 w 1109339"/>
                <a:gd name="connsiteY538" fmla="*/ 180275 h 1010399"/>
                <a:gd name="connsiteX539" fmla="*/ 321178 w 1109339"/>
                <a:gd name="connsiteY539" fmla="*/ 182024 h 1010399"/>
                <a:gd name="connsiteX540" fmla="*/ 324376 w 1109339"/>
                <a:gd name="connsiteY540" fmla="*/ 183605 h 1010399"/>
                <a:gd name="connsiteX541" fmla="*/ 326395 w 1109339"/>
                <a:gd name="connsiteY541" fmla="*/ 184749 h 1010399"/>
                <a:gd name="connsiteX542" fmla="*/ 328145 w 1109339"/>
                <a:gd name="connsiteY542" fmla="*/ 186767 h 1010399"/>
                <a:gd name="connsiteX543" fmla="*/ 329457 w 1109339"/>
                <a:gd name="connsiteY543" fmla="*/ 189358 h 1010399"/>
                <a:gd name="connsiteX544" fmla="*/ 330198 w 1109339"/>
                <a:gd name="connsiteY544" fmla="*/ 190064 h 1010399"/>
                <a:gd name="connsiteX545" fmla="*/ 333227 w 1109339"/>
                <a:gd name="connsiteY545" fmla="*/ 192385 h 1010399"/>
                <a:gd name="connsiteX546" fmla="*/ 334808 w 1109339"/>
                <a:gd name="connsiteY546" fmla="*/ 193697 h 1010399"/>
                <a:gd name="connsiteX547" fmla="*/ 335381 w 1109339"/>
                <a:gd name="connsiteY547" fmla="*/ 197767 h 1010399"/>
                <a:gd name="connsiteX548" fmla="*/ 338275 w 1109339"/>
                <a:gd name="connsiteY548" fmla="*/ 200795 h 1010399"/>
                <a:gd name="connsiteX549" fmla="*/ 341607 w 1109339"/>
                <a:gd name="connsiteY549" fmla="*/ 201939 h 1010399"/>
                <a:gd name="connsiteX550" fmla="*/ 345511 w 1109339"/>
                <a:gd name="connsiteY550" fmla="*/ 203385 h 1010399"/>
                <a:gd name="connsiteX551" fmla="*/ 349280 w 1109339"/>
                <a:gd name="connsiteY551" fmla="*/ 208465 h 1010399"/>
                <a:gd name="connsiteX552" fmla="*/ 351367 w 1109339"/>
                <a:gd name="connsiteY552" fmla="*/ 211492 h 1010399"/>
                <a:gd name="connsiteX553" fmla="*/ 352746 w 1109339"/>
                <a:gd name="connsiteY553" fmla="*/ 213073 h 1010399"/>
                <a:gd name="connsiteX554" fmla="*/ 352746 w 1109339"/>
                <a:gd name="connsiteY554" fmla="*/ 216269 h 1010399"/>
                <a:gd name="connsiteX555" fmla="*/ 352443 w 1109339"/>
                <a:gd name="connsiteY555" fmla="*/ 218456 h 1010399"/>
                <a:gd name="connsiteX556" fmla="*/ 354193 w 1109339"/>
                <a:gd name="connsiteY556" fmla="*/ 220474 h 1010399"/>
                <a:gd name="connsiteX557" fmla="*/ 356381 w 1109339"/>
                <a:gd name="connsiteY557" fmla="*/ 220609 h 1010399"/>
                <a:gd name="connsiteX558" fmla="*/ 359578 w 1109339"/>
                <a:gd name="connsiteY558" fmla="*/ 221181 h 1010399"/>
                <a:gd name="connsiteX559" fmla="*/ 362035 w 1109339"/>
                <a:gd name="connsiteY559" fmla="*/ 224074 h 1010399"/>
                <a:gd name="connsiteX560" fmla="*/ 362776 w 1109339"/>
                <a:gd name="connsiteY560" fmla="*/ 227101 h 1010399"/>
                <a:gd name="connsiteX561" fmla="*/ 364222 w 1109339"/>
                <a:gd name="connsiteY561" fmla="*/ 229120 h 1010399"/>
                <a:gd name="connsiteX562" fmla="*/ 367689 w 1109339"/>
                <a:gd name="connsiteY562" fmla="*/ 228548 h 1010399"/>
                <a:gd name="connsiteX563" fmla="*/ 370011 w 1109339"/>
                <a:gd name="connsiteY563" fmla="*/ 227976 h 1010399"/>
                <a:gd name="connsiteX564" fmla="*/ 372031 w 1109339"/>
                <a:gd name="connsiteY564" fmla="*/ 227673 h 1010399"/>
                <a:gd name="connsiteX565" fmla="*/ 373780 w 1109339"/>
                <a:gd name="connsiteY565" fmla="*/ 229254 h 1010399"/>
                <a:gd name="connsiteX566" fmla="*/ 375665 w 1109339"/>
                <a:gd name="connsiteY566" fmla="*/ 231272 h 1010399"/>
                <a:gd name="connsiteX567" fmla="*/ 375665 w 1109339"/>
                <a:gd name="connsiteY567" fmla="*/ 234166 h 1010399"/>
                <a:gd name="connsiteX568" fmla="*/ 374353 w 1109339"/>
                <a:gd name="connsiteY568" fmla="*/ 236352 h 1010399"/>
                <a:gd name="connsiteX569" fmla="*/ 373780 w 1109339"/>
                <a:gd name="connsiteY569" fmla="*/ 239245 h 1010399"/>
                <a:gd name="connsiteX570" fmla="*/ 374521 w 1109339"/>
                <a:gd name="connsiteY570" fmla="*/ 242138 h 1010399"/>
                <a:gd name="connsiteX571" fmla="*/ 376271 w 1109339"/>
                <a:gd name="connsiteY571" fmla="*/ 244594 h 1010399"/>
                <a:gd name="connsiteX572" fmla="*/ 376574 w 1109339"/>
                <a:gd name="connsiteY572" fmla="*/ 247621 h 1010399"/>
                <a:gd name="connsiteX573" fmla="*/ 374689 w 1109339"/>
                <a:gd name="connsiteY573" fmla="*/ 250514 h 1010399"/>
                <a:gd name="connsiteX574" fmla="*/ 372939 w 1109339"/>
                <a:gd name="connsiteY574" fmla="*/ 252701 h 1010399"/>
                <a:gd name="connsiteX575" fmla="*/ 370617 w 1109339"/>
                <a:gd name="connsiteY575" fmla="*/ 254719 h 1010399"/>
                <a:gd name="connsiteX576" fmla="*/ 368295 w 1109339"/>
                <a:gd name="connsiteY576" fmla="*/ 256031 h 1010399"/>
                <a:gd name="connsiteX577" fmla="*/ 365670 w 1109339"/>
                <a:gd name="connsiteY577" fmla="*/ 257040 h 1010399"/>
                <a:gd name="connsiteX578" fmla="*/ 364088 w 1109339"/>
                <a:gd name="connsiteY578" fmla="*/ 259799 h 1010399"/>
                <a:gd name="connsiteX579" fmla="*/ 363785 w 1109339"/>
                <a:gd name="connsiteY579" fmla="*/ 261380 h 1010399"/>
                <a:gd name="connsiteX580" fmla="*/ 358703 w 1109339"/>
                <a:gd name="connsiteY580" fmla="*/ 263264 h 1010399"/>
                <a:gd name="connsiteX581" fmla="*/ 357391 w 1109339"/>
                <a:gd name="connsiteY581" fmla="*/ 265719 h 1010399"/>
                <a:gd name="connsiteX582" fmla="*/ 359275 w 1109339"/>
                <a:gd name="connsiteY582" fmla="*/ 269487 h 1010399"/>
                <a:gd name="connsiteX583" fmla="*/ 361867 w 1109339"/>
                <a:gd name="connsiteY583" fmla="*/ 273255 h 1010399"/>
                <a:gd name="connsiteX584" fmla="*/ 363011 w 1109339"/>
                <a:gd name="connsiteY584" fmla="*/ 275845 h 1010399"/>
                <a:gd name="connsiteX585" fmla="*/ 363583 w 1109339"/>
                <a:gd name="connsiteY585" fmla="*/ 277863 h 1010399"/>
                <a:gd name="connsiteX586" fmla="*/ 364458 w 1109339"/>
                <a:gd name="connsiteY586" fmla="*/ 282775 h 1010399"/>
                <a:gd name="connsiteX587" fmla="*/ 364155 w 1109339"/>
                <a:gd name="connsiteY587" fmla="*/ 289873 h 1010399"/>
                <a:gd name="connsiteX588" fmla="*/ 361261 w 1109339"/>
                <a:gd name="connsiteY588" fmla="*/ 293943 h 1010399"/>
                <a:gd name="connsiteX589" fmla="*/ 358636 w 1109339"/>
                <a:gd name="connsiteY589" fmla="*/ 297408 h 1010399"/>
                <a:gd name="connsiteX590" fmla="*/ 353285 w 1109339"/>
                <a:gd name="connsiteY590" fmla="*/ 300301 h 1010399"/>
                <a:gd name="connsiteX591" fmla="*/ 350963 w 1109339"/>
                <a:gd name="connsiteY591" fmla="*/ 301176 h 1010399"/>
                <a:gd name="connsiteX592" fmla="*/ 346621 w 1109339"/>
                <a:gd name="connsiteY592" fmla="*/ 301882 h 1010399"/>
                <a:gd name="connsiteX593" fmla="*/ 345881 w 1109339"/>
                <a:gd name="connsiteY593" fmla="*/ 306962 h 1010399"/>
                <a:gd name="connsiteX594" fmla="*/ 346015 w 1109339"/>
                <a:gd name="connsiteY594" fmla="*/ 310864 h 1010399"/>
                <a:gd name="connsiteX595" fmla="*/ 344568 w 1109339"/>
                <a:gd name="connsiteY595" fmla="*/ 317222 h 1010399"/>
                <a:gd name="connsiteX596" fmla="*/ 343693 w 1109339"/>
                <a:gd name="connsiteY596" fmla="*/ 323008 h 1010399"/>
                <a:gd name="connsiteX597" fmla="*/ 342953 w 1109339"/>
                <a:gd name="connsiteY597" fmla="*/ 324892 h 1010399"/>
                <a:gd name="connsiteX598" fmla="*/ 340059 w 1109339"/>
                <a:gd name="connsiteY598" fmla="*/ 332292 h 1010399"/>
                <a:gd name="connsiteX599" fmla="*/ 337030 w 1109339"/>
                <a:gd name="connsiteY599" fmla="*/ 335757 h 1010399"/>
                <a:gd name="connsiteX600" fmla="*/ 334135 w 1109339"/>
                <a:gd name="connsiteY600" fmla="*/ 338078 h 1010399"/>
                <a:gd name="connsiteX601" fmla="*/ 332991 w 1109339"/>
                <a:gd name="connsiteY601" fmla="*/ 341846 h 1010399"/>
                <a:gd name="connsiteX602" fmla="*/ 333563 w 1109339"/>
                <a:gd name="connsiteY602" fmla="*/ 346354 h 1010399"/>
                <a:gd name="connsiteX603" fmla="*/ 334270 w 1109339"/>
                <a:gd name="connsiteY603" fmla="*/ 349549 h 1010399"/>
                <a:gd name="connsiteX604" fmla="*/ 331678 w 1109339"/>
                <a:gd name="connsiteY604" fmla="*/ 353754 h 1010399"/>
                <a:gd name="connsiteX605" fmla="*/ 330231 w 1109339"/>
                <a:gd name="connsiteY605" fmla="*/ 356647 h 1010399"/>
                <a:gd name="connsiteX606" fmla="*/ 328919 w 1109339"/>
                <a:gd name="connsiteY606" fmla="*/ 361155 h 1010399"/>
                <a:gd name="connsiteX607" fmla="*/ 328784 w 1109339"/>
                <a:gd name="connsiteY607" fmla="*/ 365629 h 1010399"/>
                <a:gd name="connsiteX608" fmla="*/ 331376 w 1109339"/>
                <a:gd name="connsiteY608" fmla="*/ 373871 h 1010399"/>
                <a:gd name="connsiteX609" fmla="*/ 331948 w 1109339"/>
                <a:gd name="connsiteY609" fmla="*/ 378345 h 1010399"/>
                <a:gd name="connsiteX610" fmla="*/ 334405 w 1109339"/>
                <a:gd name="connsiteY610" fmla="*/ 382684 h 1010399"/>
                <a:gd name="connsiteX611" fmla="*/ 334270 w 1109339"/>
                <a:gd name="connsiteY611" fmla="*/ 385443 h 1010399"/>
                <a:gd name="connsiteX612" fmla="*/ 331510 w 1109339"/>
                <a:gd name="connsiteY612" fmla="*/ 389211 h 1010399"/>
                <a:gd name="connsiteX613" fmla="*/ 329323 w 1109339"/>
                <a:gd name="connsiteY613" fmla="*/ 390792 h 1010399"/>
                <a:gd name="connsiteX614" fmla="*/ 328448 w 1109339"/>
                <a:gd name="connsiteY614" fmla="*/ 393247 h 1010399"/>
                <a:gd name="connsiteX615" fmla="*/ 330333 w 1109339"/>
                <a:gd name="connsiteY615" fmla="*/ 397721 h 1010399"/>
                <a:gd name="connsiteX616" fmla="*/ 333530 w 1109339"/>
                <a:gd name="connsiteY616" fmla="*/ 401489 h 1010399"/>
                <a:gd name="connsiteX617" fmla="*/ 338309 w 1109339"/>
                <a:gd name="connsiteY617" fmla="*/ 405829 h 1010399"/>
                <a:gd name="connsiteX618" fmla="*/ 339890 w 1109339"/>
                <a:gd name="connsiteY618" fmla="*/ 409159 h 1010399"/>
                <a:gd name="connsiteX619" fmla="*/ 340328 w 1109339"/>
                <a:gd name="connsiteY619" fmla="*/ 410336 h 1010399"/>
                <a:gd name="connsiteX620" fmla="*/ 339015 w 1109339"/>
                <a:gd name="connsiteY620" fmla="*/ 412355 h 1010399"/>
                <a:gd name="connsiteX621" fmla="*/ 340463 w 1109339"/>
                <a:gd name="connsiteY621" fmla="*/ 415550 h 1010399"/>
                <a:gd name="connsiteX622" fmla="*/ 342212 w 1109339"/>
                <a:gd name="connsiteY622" fmla="*/ 418174 h 1010399"/>
                <a:gd name="connsiteX623" fmla="*/ 342078 w 1109339"/>
                <a:gd name="connsiteY623" fmla="*/ 421202 h 1010399"/>
                <a:gd name="connsiteX624" fmla="*/ 341640 w 1109339"/>
                <a:gd name="connsiteY624" fmla="*/ 424970 h 1010399"/>
                <a:gd name="connsiteX625" fmla="*/ 341203 w 1109339"/>
                <a:gd name="connsiteY625" fmla="*/ 428603 h 1010399"/>
                <a:gd name="connsiteX626" fmla="*/ 343525 w 1109339"/>
                <a:gd name="connsiteY626" fmla="*/ 434119 h 1010399"/>
                <a:gd name="connsiteX627" fmla="*/ 341068 w 1109339"/>
                <a:gd name="connsiteY627" fmla="*/ 439771 h 1010399"/>
                <a:gd name="connsiteX628" fmla="*/ 338309 w 1109339"/>
                <a:gd name="connsiteY628" fmla="*/ 445557 h 1010399"/>
                <a:gd name="connsiteX629" fmla="*/ 335280 w 1109339"/>
                <a:gd name="connsiteY629" fmla="*/ 448450 h 1010399"/>
                <a:gd name="connsiteX630" fmla="*/ 331510 w 1109339"/>
                <a:gd name="connsiteY630" fmla="*/ 449022 h 1010399"/>
                <a:gd name="connsiteX631" fmla="*/ 327169 w 1109339"/>
                <a:gd name="connsiteY631" fmla="*/ 446701 h 1010399"/>
                <a:gd name="connsiteX632" fmla="*/ 323534 w 1109339"/>
                <a:gd name="connsiteY632" fmla="*/ 443942 h 1010399"/>
                <a:gd name="connsiteX633" fmla="*/ 319462 w 1109339"/>
                <a:gd name="connsiteY633" fmla="*/ 443505 h 1010399"/>
                <a:gd name="connsiteX634" fmla="*/ 314952 w 1109339"/>
                <a:gd name="connsiteY634" fmla="*/ 444817 h 1010399"/>
                <a:gd name="connsiteX635" fmla="*/ 310039 w 1109339"/>
                <a:gd name="connsiteY635" fmla="*/ 448147 h 1010399"/>
                <a:gd name="connsiteX636" fmla="*/ 308457 w 1109339"/>
                <a:gd name="connsiteY636" fmla="*/ 454101 h 1010399"/>
                <a:gd name="connsiteX637" fmla="*/ 308457 w 1109339"/>
                <a:gd name="connsiteY637" fmla="*/ 457566 h 1010399"/>
                <a:gd name="connsiteX638" fmla="*/ 311049 w 1109339"/>
                <a:gd name="connsiteY638" fmla="*/ 460762 h 1010399"/>
                <a:gd name="connsiteX639" fmla="*/ 312361 w 1109339"/>
                <a:gd name="connsiteY639" fmla="*/ 464092 h 1010399"/>
                <a:gd name="connsiteX640" fmla="*/ 311486 w 1109339"/>
                <a:gd name="connsiteY640" fmla="*/ 467557 h 1010399"/>
                <a:gd name="connsiteX641" fmla="*/ 310341 w 1109339"/>
                <a:gd name="connsiteY641" fmla="*/ 470585 h 1010399"/>
                <a:gd name="connsiteX642" fmla="*/ 309601 w 1109339"/>
                <a:gd name="connsiteY642" fmla="*/ 473781 h 1010399"/>
                <a:gd name="connsiteX643" fmla="*/ 309029 w 1109339"/>
                <a:gd name="connsiteY643" fmla="*/ 474790 h 1010399"/>
                <a:gd name="connsiteX644" fmla="*/ 305697 w 1109339"/>
                <a:gd name="connsiteY644" fmla="*/ 477111 h 1010399"/>
                <a:gd name="connsiteX645" fmla="*/ 303678 w 1109339"/>
                <a:gd name="connsiteY645" fmla="*/ 479735 h 1010399"/>
                <a:gd name="connsiteX646" fmla="*/ 303240 w 1109339"/>
                <a:gd name="connsiteY646" fmla="*/ 482191 h 1010399"/>
                <a:gd name="connsiteX647" fmla="*/ 302668 w 1109339"/>
                <a:gd name="connsiteY647" fmla="*/ 487707 h 1010399"/>
                <a:gd name="connsiteX648" fmla="*/ 302365 w 1109339"/>
                <a:gd name="connsiteY648" fmla="*/ 491912 h 1010399"/>
                <a:gd name="connsiteX649" fmla="*/ 303240 w 1109339"/>
                <a:gd name="connsiteY649" fmla="*/ 496555 h 1010399"/>
                <a:gd name="connsiteX650" fmla="*/ 304418 w 1109339"/>
                <a:gd name="connsiteY650" fmla="*/ 502643 h 1010399"/>
                <a:gd name="connsiteX651" fmla="*/ 303543 w 1109339"/>
                <a:gd name="connsiteY651" fmla="*/ 510044 h 1010399"/>
                <a:gd name="connsiteX652" fmla="*/ 301356 w 1109339"/>
                <a:gd name="connsiteY652" fmla="*/ 511356 h 1010399"/>
                <a:gd name="connsiteX653" fmla="*/ 298461 w 1109339"/>
                <a:gd name="connsiteY653" fmla="*/ 515258 h 1010399"/>
                <a:gd name="connsiteX654" fmla="*/ 298327 w 1109339"/>
                <a:gd name="connsiteY654" fmla="*/ 517142 h 1010399"/>
                <a:gd name="connsiteX655" fmla="*/ 298764 w 1109339"/>
                <a:gd name="connsiteY655" fmla="*/ 519732 h 1010399"/>
                <a:gd name="connsiteX656" fmla="*/ 299067 w 1109339"/>
                <a:gd name="connsiteY656" fmla="*/ 522760 h 1010399"/>
                <a:gd name="connsiteX657" fmla="*/ 298630 w 1109339"/>
                <a:gd name="connsiteY657" fmla="*/ 524947 h 1010399"/>
                <a:gd name="connsiteX658" fmla="*/ 298361 w 1109339"/>
                <a:gd name="connsiteY658" fmla="*/ 532347 h 1010399"/>
                <a:gd name="connsiteX659" fmla="*/ 299942 w 1109339"/>
                <a:gd name="connsiteY659" fmla="*/ 535240 h 1010399"/>
                <a:gd name="connsiteX660" fmla="*/ 301086 w 1109339"/>
                <a:gd name="connsiteY660" fmla="*/ 539714 h 1010399"/>
                <a:gd name="connsiteX661" fmla="*/ 302702 w 1109339"/>
                <a:gd name="connsiteY661" fmla="*/ 542473 h 1010399"/>
                <a:gd name="connsiteX662" fmla="*/ 306034 w 1109339"/>
                <a:gd name="connsiteY662" fmla="*/ 543213 h 1010399"/>
                <a:gd name="connsiteX663" fmla="*/ 304889 w 1109339"/>
                <a:gd name="connsiteY663" fmla="*/ 545971 h 1010399"/>
                <a:gd name="connsiteX664" fmla="*/ 301860 w 1109339"/>
                <a:gd name="connsiteY664" fmla="*/ 547721 h 1010399"/>
                <a:gd name="connsiteX665" fmla="*/ 301995 w 1109339"/>
                <a:gd name="connsiteY665" fmla="*/ 551051 h 1010399"/>
                <a:gd name="connsiteX666" fmla="*/ 304014 w 1109339"/>
                <a:gd name="connsiteY666" fmla="*/ 554684 h 1010399"/>
                <a:gd name="connsiteX667" fmla="*/ 305024 w 1109339"/>
                <a:gd name="connsiteY667" fmla="*/ 557442 h 1010399"/>
                <a:gd name="connsiteX668" fmla="*/ 304587 w 1109339"/>
                <a:gd name="connsiteY668" fmla="*/ 561210 h 1010399"/>
                <a:gd name="connsiteX669" fmla="*/ 304587 w 1109339"/>
                <a:gd name="connsiteY669" fmla="*/ 564978 h 1010399"/>
                <a:gd name="connsiteX670" fmla="*/ 304721 w 1109339"/>
                <a:gd name="connsiteY670" fmla="*/ 568880 h 1010399"/>
                <a:gd name="connsiteX671" fmla="*/ 304014 w 1109339"/>
                <a:gd name="connsiteY671" fmla="*/ 572076 h 1010399"/>
                <a:gd name="connsiteX672" fmla="*/ 301120 w 1109339"/>
                <a:gd name="connsiteY672" fmla="*/ 570764 h 1010399"/>
                <a:gd name="connsiteX673" fmla="*/ 299808 w 1109339"/>
                <a:gd name="connsiteY673" fmla="*/ 568308 h 1010399"/>
                <a:gd name="connsiteX674" fmla="*/ 298226 w 1109339"/>
                <a:gd name="connsiteY674" fmla="*/ 565280 h 1010399"/>
                <a:gd name="connsiteX675" fmla="*/ 297082 w 1109339"/>
                <a:gd name="connsiteY675" fmla="*/ 562387 h 1010399"/>
                <a:gd name="connsiteX676" fmla="*/ 296207 w 1109339"/>
                <a:gd name="connsiteY676" fmla="*/ 560369 h 1010399"/>
                <a:gd name="connsiteX677" fmla="*/ 296072 w 1109339"/>
                <a:gd name="connsiteY677" fmla="*/ 558485 h 1010399"/>
                <a:gd name="connsiteX678" fmla="*/ 297082 w 1109339"/>
                <a:gd name="connsiteY678" fmla="*/ 557341 h 1010399"/>
                <a:gd name="connsiteX679" fmla="*/ 297216 w 1109339"/>
                <a:gd name="connsiteY679" fmla="*/ 554314 h 1010399"/>
                <a:gd name="connsiteX680" fmla="*/ 295332 w 1109339"/>
                <a:gd name="connsiteY680" fmla="*/ 553002 h 1010399"/>
                <a:gd name="connsiteX681" fmla="*/ 293750 w 1109339"/>
                <a:gd name="connsiteY681" fmla="*/ 551825 h 1010399"/>
                <a:gd name="connsiteX682" fmla="*/ 291293 w 1109339"/>
                <a:gd name="connsiteY682" fmla="*/ 551118 h 1010399"/>
                <a:gd name="connsiteX683" fmla="*/ 288399 w 1109339"/>
                <a:gd name="connsiteY683" fmla="*/ 548662 h 1010399"/>
                <a:gd name="connsiteX684" fmla="*/ 286379 w 1109339"/>
                <a:gd name="connsiteY684" fmla="*/ 545904 h 1010399"/>
                <a:gd name="connsiteX685" fmla="*/ 283754 w 1109339"/>
                <a:gd name="connsiteY685" fmla="*/ 543011 h 1010399"/>
                <a:gd name="connsiteX686" fmla="*/ 283182 w 1109339"/>
                <a:gd name="connsiteY686" fmla="*/ 541699 h 1010399"/>
                <a:gd name="connsiteX687" fmla="*/ 283048 w 1109339"/>
                <a:gd name="connsiteY687" fmla="*/ 537931 h 1010399"/>
                <a:gd name="connsiteX688" fmla="*/ 282779 w 1109339"/>
                <a:gd name="connsiteY688" fmla="*/ 536350 h 1010399"/>
                <a:gd name="connsiteX689" fmla="*/ 283216 w 1109339"/>
                <a:gd name="connsiteY689" fmla="*/ 534467 h 1010399"/>
                <a:gd name="connsiteX690" fmla="*/ 283654 w 1109339"/>
                <a:gd name="connsiteY690" fmla="*/ 532885 h 1010399"/>
                <a:gd name="connsiteX691" fmla="*/ 284225 w 1109339"/>
                <a:gd name="connsiteY691" fmla="*/ 529858 h 1010399"/>
                <a:gd name="connsiteX692" fmla="*/ 283788 w 1109339"/>
                <a:gd name="connsiteY692" fmla="*/ 526225 h 1010399"/>
                <a:gd name="connsiteX693" fmla="*/ 281466 w 1109339"/>
                <a:gd name="connsiteY693" fmla="*/ 524476 h 1010399"/>
                <a:gd name="connsiteX694" fmla="*/ 279447 w 1109339"/>
                <a:gd name="connsiteY694" fmla="*/ 521448 h 1010399"/>
                <a:gd name="connsiteX695" fmla="*/ 275678 w 1109339"/>
                <a:gd name="connsiteY695" fmla="*/ 516974 h 1010399"/>
                <a:gd name="connsiteX696" fmla="*/ 273086 w 1109339"/>
                <a:gd name="connsiteY696" fmla="*/ 519732 h 1010399"/>
                <a:gd name="connsiteX697" fmla="*/ 271639 w 1109339"/>
                <a:gd name="connsiteY697" fmla="*/ 522928 h 1010399"/>
                <a:gd name="connsiteX698" fmla="*/ 271504 w 1109339"/>
                <a:gd name="connsiteY698" fmla="*/ 526393 h 1010399"/>
                <a:gd name="connsiteX699" fmla="*/ 272951 w 1109339"/>
                <a:gd name="connsiteY699" fmla="*/ 529723 h 1010399"/>
                <a:gd name="connsiteX700" fmla="*/ 272514 w 1109339"/>
                <a:gd name="connsiteY700" fmla="*/ 531035 h 1010399"/>
                <a:gd name="connsiteX701" fmla="*/ 271201 w 1109339"/>
                <a:gd name="connsiteY701" fmla="*/ 534097 h 1010399"/>
                <a:gd name="connsiteX702" fmla="*/ 269620 w 1109339"/>
                <a:gd name="connsiteY702" fmla="*/ 535543 h 1010399"/>
                <a:gd name="connsiteX703" fmla="*/ 266725 w 1109339"/>
                <a:gd name="connsiteY703" fmla="*/ 536418 h 1010399"/>
                <a:gd name="connsiteX704" fmla="*/ 263965 w 1109339"/>
                <a:gd name="connsiteY704" fmla="*/ 538167 h 1010399"/>
                <a:gd name="connsiteX705" fmla="*/ 260499 w 1109339"/>
                <a:gd name="connsiteY705" fmla="*/ 540185 h 1010399"/>
                <a:gd name="connsiteX706" fmla="*/ 259792 w 1109339"/>
                <a:gd name="connsiteY706" fmla="*/ 542069 h 1010399"/>
                <a:gd name="connsiteX707" fmla="*/ 259220 w 1109339"/>
                <a:gd name="connsiteY707" fmla="*/ 545534 h 1010399"/>
                <a:gd name="connsiteX708" fmla="*/ 258480 w 1109339"/>
                <a:gd name="connsiteY708" fmla="*/ 546678 h 1010399"/>
                <a:gd name="connsiteX709" fmla="*/ 256595 w 1109339"/>
                <a:gd name="connsiteY709" fmla="*/ 549436 h 1010399"/>
                <a:gd name="connsiteX710" fmla="*/ 253701 w 1109339"/>
                <a:gd name="connsiteY710" fmla="*/ 550883 h 1010399"/>
                <a:gd name="connsiteX711" fmla="*/ 248922 w 1109339"/>
                <a:gd name="connsiteY711" fmla="*/ 554078 h 1010399"/>
                <a:gd name="connsiteX712" fmla="*/ 246734 w 1109339"/>
                <a:gd name="connsiteY712" fmla="*/ 558115 h 1010399"/>
                <a:gd name="connsiteX713" fmla="*/ 244581 w 1109339"/>
                <a:gd name="connsiteY713" fmla="*/ 561143 h 1010399"/>
                <a:gd name="connsiteX714" fmla="*/ 240811 w 1109339"/>
                <a:gd name="connsiteY714" fmla="*/ 565920 h 1010399"/>
                <a:gd name="connsiteX715" fmla="*/ 241686 w 1109339"/>
                <a:gd name="connsiteY715" fmla="*/ 569115 h 1010399"/>
                <a:gd name="connsiteX716" fmla="*/ 240542 w 1109339"/>
                <a:gd name="connsiteY716" fmla="*/ 571571 h 1010399"/>
                <a:gd name="connsiteX717" fmla="*/ 238085 w 1109339"/>
                <a:gd name="connsiteY717" fmla="*/ 575776 h 1010399"/>
                <a:gd name="connsiteX718" fmla="*/ 237075 w 1109339"/>
                <a:gd name="connsiteY718" fmla="*/ 577525 h 1010399"/>
                <a:gd name="connsiteX719" fmla="*/ 235326 w 1109339"/>
                <a:gd name="connsiteY719" fmla="*/ 579712 h 1010399"/>
                <a:gd name="connsiteX720" fmla="*/ 231994 w 1109339"/>
                <a:gd name="connsiteY720" fmla="*/ 583345 h 1010399"/>
                <a:gd name="connsiteX721" fmla="*/ 228359 w 1109339"/>
                <a:gd name="connsiteY721" fmla="*/ 586541 h 1010399"/>
                <a:gd name="connsiteX722" fmla="*/ 225330 w 1109339"/>
                <a:gd name="connsiteY722" fmla="*/ 588559 h 1010399"/>
                <a:gd name="connsiteX723" fmla="*/ 223311 w 1109339"/>
                <a:gd name="connsiteY723" fmla="*/ 589434 h 1010399"/>
                <a:gd name="connsiteX724" fmla="*/ 220551 w 1109339"/>
                <a:gd name="connsiteY724" fmla="*/ 590443 h 1010399"/>
                <a:gd name="connsiteX725" fmla="*/ 216210 w 1109339"/>
                <a:gd name="connsiteY725" fmla="*/ 592327 h 1010399"/>
                <a:gd name="connsiteX726" fmla="*/ 214460 w 1109339"/>
                <a:gd name="connsiteY726" fmla="*/ 594076 h 1010399"/>
                <a:gd name="connsiteX727" fmla="*/ 213585 w 1109339"/>
                <a:gd name="connsiteY727" fmla="*/ 597272 h 1010399"/>
                <a:gd name="connsiteX728" fmla="*/ 212878 w 1109339"/>
                <a:gd name="connsiteY728" fmla="*/ 598718 h 1010399"/>
                <a:gd name="connsiteX729" fmla="*/ 212306 w 1109339"/>
                <a:gd name="connsiteY729" fmla="*/ 601611 h 1010399"/>
                <a:gd name="connsiteX730" fmla="*/ 210993 w 1109339"/>
                <a:gd name="connsiteY730" fmla="*/ 605244 h 1010399"/>
                <a:gd name="connsiteX731" fmla="*/ 210724 w 1109339"/>
                <a:gd name="connsiteY731" fmla="*/ 605951 h 1010399"/>
                <a:gd name="connsiteX732" fmla="*/ 210286 w 1109339"/>
                <a:gd name="connsiteY732" fmla="*/ 609416 h 1010399"/>
                <a:gd name="connsiteX733" fmla="*/ 209714 w 1109339"/>
                <a:gd name="connsiteY733" fmla="*/ 611871 h 1010399"/>
                <a:gd name="connsiteX734" fmla="*/ 207123 w 1109339"/>
                <a:gd name="connsiteY734" fmla="*/ 613755 h 1010399"/>
                <a:gd name="connsiteX735" fmla="*/ 204532 w 1109339"/>
                <a:gd name="connsiteY735" fmla="*/ 614058 h 1010399"/>
                <a:gd name="connsiteX736" fmla="*/ 201334 w 1109339"/>
                <a:gd name="connsiteY736" fmla="*/ 613486 h 1010399"/>
                <a:gd name="connsiteX737" fmla="*/ 197868 w 1109339"/>
                <a:gd name="connsiteY737" fmla="*/ 615370 h 1010399"/>
                <a:gd name="connsiteX738" fmla="*/ 195243 w 1109339"/>
                <a:gd name="connsiteY738" fmla="*/ 619003 h 1010399"/>
                <a:gd name="connsiteX739" fmla="*/ 191339 w 1109339"/>
                <a:gd name="connsiteY739" fmla="*/ 621627 h 1010399"/>
                <a:gd name="connsiteX740" fmla="*/ 188310 w 1109339"/>
                <a:gd name="connsiteY740" fmla="*/ 623813 h 1010399"/>
                <a:gd name="connsiteX741" fmla="*/ 185416 w 1109339"/>
                <a:gd name="connsiteY741" fmla="*/ 626572 h 1010399"/>
                <a:gd name="connsiteX742" fmla="*/ 181209 w 1109339"/>
                <a:gd name="connsiteY742" fmla="*/ 629768 h 1010399"/>
                <a:gd name="connsiteX743" fmla="*/ 175420 w 1109339"/>
                <a:gd name="connsiteY743" fmla="*/ 634679 h 1010399"/>
                <a:gd name="connsiteX744" fmla="*/ 170338 w 1109339"/>
                <a:gd name="connsiteY744" fmla="*/ 638749 h 1010399"/>
                <a:gd name="connsiteX745" fmla="*/ 166872 w 1109339"/>
                <a:gd name="connsiteY745" fmla="*/ 642382 h 1010399"/>
                <a:gd name="connsiteX746" fmla="*/ 160646 w 1109339"/>
                <a:gd name="connsiteY746" fmla="*/ 647597 h 1010399"/>
                <a:gd name="connsiteX747" fmla="*/ 156002 w 1109339"/>
                <a:gd name="connsiteY747" fmla="*/ 649480 h 1010399"/>
                <a:gd name="connsiteX748" fmla="*/ 155429 w 1109339"/>
                <a:gd name="connsiteY748" fmla="*/ 653820 h 1010399"/>
                <a:gd name="connsiteX749" fmla="*/ 155867 w 1109339"/>
                <a:gd name="connsiteY749" fmla="*/ 657285 h 1010399"/>
                <a:gd name="connsiteX750" fmla="*/ 154723 w 1109339"/>
                <a:gd name="connsiteY750" fmla="*/ 662062 h 1010399"/>
                <a:gd name="connsiteX751" fmla="*/ 152973 w 1109339"/>
                <a:gd name="connsiteY751" fmla="*/ 666401 h 1010399"/>
                <a:gd name="connsiteX752" fmla="*/ 152838 w 1109339"/>
                <a:gd name="connsiteY752" fmla="*/ 667108 h 1010399"/>
                <a:gd name="connsiteX753" fmla="*/ 151694 w 1109339"/>
                <a:gd name="connsiteY753" fmla="*/ 671010 h 1010399"/>
                <a:gd name="connsiteX754" fmla="*/ 151559 w 1109339"/>
                <a:gd name="connsiteY754" fmla="*/ 674777 h 1010399"/>
                <a:gd name="connsiteX755" fmla="*/ 152569 w 1109339"/>
                <a:gd name="connsiteY755" fmla="*/ 677805 h 1010399"/>
                <a:gd name="connsiteX756" fmla="*/ 153881 w 1109339"/>
                <a:gd name="connsiteY756" fmla="*/ 680833 h 1010399"/>
                <a:gd name="connsiteX757" fmla="*/ 160545 w 1109339"/>
                <a:gd name="connsiteY757" fmla="*/ 687056 h 1010399"/>
                <a:gd name="connsiteX758" fmla="*/ 162430 w 1109339"/>
                <a:gd name="connsiteY758" fmla="*/ 689512 h 1010399"/>
                <a:gd name="connsiteX759" fmla="*/ 169262 w 1109339"/>
                <a:gd name="connsiteY759" fmla="*/ 691833 h 1010399"/>
                <a:gd name="connsiteX760" fmla="*/ 174613 w 1109339"/>
                <a:gd name="connsiteY760" fmla="*/ 691530 h 1010399"/>
                <a:gd name="connsiteX761" fmla="*/ 178517 w 1109339"/>
                <a:gd name="connsiteY761" fmla="*/ 692842 h 1010399"/>
                <a:gd name="connsiteX762" fmla="*/ 180670 w 1109339"/>
                <a:gd name="connsiteY762" fmla="*/ 695163 h 1010399"/>
                <a:gd name="connsiteX763" fmla="*/ 187469 w 1109339"/>
                <a:gd name="connsiteY763" fmla="*/ 695600 h 1010399"/>
                <a:gd name="connsiteX764" fmla="*/ 190800 w 1109339"/>
                <a:gd name="connsiteY764" fmla="*/ 697787 h 1010399"/>
                <a:gd name="connsiteX765" fmla="*/ 187031 w 1109339"/>
                <a:gd name="connsiteY765" fmla="*/ 701420 h 1010399"/>
                <a:gd name="connsiteX766" fmla="*/ 185012 w 1109339"/>
                <a:gd name="connsiteY766" fmla="*/ 702867 h 1010399"/>
                <a:gd name="connsiteX767" fmla="*/ 183262 w 1109339"/>
                <a:gd name="connsiteY767" fmla="*/ 705760 h 1010399"/>
                <a:gd name="connsiteX768" fmla="*/ 182387 w 1109339"/>
                <a:gd name="connsiteY768" fmla="*/ 709662 h 1010399"/>
                <a:gd name="connsiteX769" fmla="*/ 184406 w 1109339"/>
                <a:gd name="connsiteY769" fmla="*/ 712992 h 1010399"/>
                <a:gd name="connsiteX770" fmla="*/ 191642 w 1109339"/>
                <a:gd name="connsiteY770" fmla="*/ 713127 h 1010399"/>
                <a:gd name="connsiteX771" fmla="*/ 192954 w 1109339"/>
                <a:gd name="connsiteY771" fmla="*/ 712555 h 1010399"/>
                <a:gd name="connsiteX772" fmla="*/ 193964 w 1109339"/>
                <a:gd name="connsiteY772" fmla="*/ 712858 h 1010399"/>
                <a:gd name="connsiteX773" fmla="*/ 194973 w 1109339"/>
                <a:gd name="connsiteY773" fmla="*/ 715044 h 1010399"/>
                <a:gd name="connsiteX774" fmla="*/ 194536 w 1109339"/>
                <a:gd name="connsiteY774" fmla="*/ 717937 h 1010399"/>
                <a:gd name="connsiteX775" fmla="*/ 194402 w 1109339"/>
                <a:gd name="connsiteY775" fmla="*/ 719821 h 1010399"/>
                <a:gd name="connsiteX776" fmla="*/ 196858 w 1109339"/>
                <a:gd name="connsiteY776" fmla="*/ 720830 h 1010399"/>
                <a:gd name="connsiteX777" fmla="*/ 197868 w 1109339"/>
                <a:gd name="connsiteY777" fmla="*/ 722277 h 1010399"/>
                <a:gd name="connsiteX778" fmla="*/ 199180 w 1109339"/>
                <a:gd name="connsiteY778" fmla="*/ 725304 h 1010399"/>
                <a:gd name="connsiteX779" fmla="*/ 199483 w 1109339"/>
                <a:gd name="connsiteY779" fmla="*/ 727760 h 1010399"/>
                <a:gd name="connsiteX780" fmla="*/ 200796 w 1109339"/>
                <a:gd name="connsiteY780" fmla="*/ 729341 h 1010399"/>
                <a:gd name="connsiteX781" fmla="*/ 203825 w 1109339"/>
                <a:gd name="connsiteY781" fmla="*/ 730518 h 1010399"/>
                <a:gd name="connsiteX782" fmla="*/ 210623 w 1109339"/>
                <a:gd name="connsiteY782" fmla="*/ 730216 h 1010399"/>
                <a:gd name="connsiteX783" fmla="*/ 213248 w 1109339"/>
                <a:gd name="connsiteY783" fmla="*/ 729913 h 1010399"/>
                <a:gd name="connsiteX784" fmla="*/ 217590 w 1109339"/>
                <a:gd name="connsiteY784" fmla="*/ 729341 h 1010399"/>
                <a:gd name="connsiteX785" fmla="*/ 217892 w 1109339"/>
                <a:gd name="connsiteY785" fmla="*/ 727154 h 1010399"/>
                <a:gd name="connsiteX786" fmla="*/ 220518 w 1109339"/>
                <a:gd name="connsiteY786" fmla="*/ 724127 h 1010399"/>
                <a:gd name="connsiteX787" fmla="*/ 219070 w 1109339"/>
                <a:gd name="connsiteY787" fmla="*/ 720225 h 1010399"/>
                <a:gd name="connsiteX788" fmla="*/ 219070 w 1109339"/>
                <a:gd name="connsiteY788" fmla="*/ 716894 h 1010399"/>
                <a:gd name="connsiteX789" fmla="*/ 220955 w 1109339"/>
                <a:gd name="connsiteY789" fmla="*/ 714640 h 1010399"/>
                <a:gd name="connsiteX790" fmla="*/ 223715 w 1109339"/>
                <a:gd name="connsiteY790" fmla="*/ 714270 h 1010399"/>
                <a:gd name="connsiteX791" fmla="*/ 226912 w 1109339"/>
                <a:gd name="connsiteY791" fmla="*/ 714270 h 1010399"/>
                <a:gd name="connsiteX792" fmla="*/ 229974 w 1109339"/>
                <a:gd name="connsiteY792" fmla="*/ 714136 h 1010399"/>
                <a:gd name="connsiteX793" fmla="*/ 230984 w 1109339"/>
                <a:gd name="connsiteY793" fmla="*/ 713261 h 1010399"/>
                <a:gd name="connsiteX794" fmla="*/ 232128 w 1109339"/>
                <a:gd name="connsiteY794" fmla="*/ 710368 h 1010399"/>
                <a:gd name="connsiteX795" fmla="*/ 233138 w 1109339"/>
                <a:gd name="connsiteY795" fmla="*/ 707038 h 1010399"/>
                <a:gd name="connsiteX796" fmla="*/ 232431 w 1109339"/>
                <a:gd name="connsiteY796" fmla="*/ 706735 h 1010399"/>
                <a:gd name="connsiteX797" fmla="*/ 228662 w 1109339"/>
                <a:gd name="connsiteY797" fmla="*/ 703270 h 1010399"/>
                <a:gd name="connsiteX798" fmla="*/ 228965 w 1109339"/>
                <a:gd name="connsiteY798" fmla="*/ 701252 h 1010399"/>
                <a:gd name="connsiteX799" fmla="*/ 231152 w 1109339"/>
                <a:gd name="connsiteY799" fmla="*/ 699671 h 1010399"/>
                <a:gd name="connsiteX800" fmla="*/ 234047 w 1109339"/>
                <a:gd name="connsiteY800" fmla="*/ 699805 h 1010399"/>
                <a:gd name="connsiteX801" fmla="*/ 236806 w 1109339"/>
                <a:gd name="connsiteY801" fmla="*/ 700377 h 1010399"/>
                <a:gd name="connsiteX802" fmla="*/ 238994 w 1109339"/>
                <a:gd name="connsiteY802" fmla="*/ 700949 h 1010399"/>
                <a:gd name="connsiteX803" fmla="*/ 241753 w 1109339"/>
                <a:gd name="connsiteY803" fmla="*/ 702530 h 1010399"/>
                <a:gd name="connsiteX804" fmla="*/ 241753 w 1109339"/>
                <a:gd name="connsiteY804" fmla="*/ 708182 h 1010399"/>
                <a:gd name="connsiteX805" fmla="*/ 240744 w 1109339"/>
                <a:gd name="connsiteY805" fmla="*/ 711075 h 1010399"/>
                <a:gd name="connsiteX806" fmla="*/ 240475 w 1109339"/>
                <a:gd name="connsiteY806" fmla="*/ 713833 h 1010399"/>
                <a:gd name="connsiteX807" fmla="*/ 244951 w 1109339"/>
                <a:gd name="connsiteY807" fmla="*/ 716592 h 1010399"/>
                <a:gd name="connsiteX808" fmla="*/ 247710 w 1109339"/>
                <a:gd name="connsiteY808" fmla="*/ 715448 h 1010399"/>
                <a:gd name="connsiteX809" fmla="*/ 248585 w 1109339"/>
                <a:gd name="connsiteY809" fmla="*/ 712252 h 1010399"/>
                <a:gd name="connsiteX810" fmla="*/ 248854 w 1109339"/>
                <a:gd name="connsiteY810" fmla="*/ 709359 h 1010399"/>
                <a:gd name="connsiteX811" fmla="*/ 251312 w 1109339"/>
                <a:gd name="connsiteY811" fmla="*/ 707610 h 1010399"/>
                <a:gd name="connsiteX812" fmla="*/ 253768 w 1109339"/>
                <a:gd name="connsiteY812" fmla="*/ 709494 h 1010399"/>
                <a:gd name="connsiteX813" fmla="*/ 254071 w 1109339"/>
                <a:gd name="connsiteY813" fmla="*/ 713127 h 1010399"/>
                <a:gd name="connsiteX814" fmla="*/ 253061 w 1109339"/>
                <a:gd name="connsiteY814" fmla="*/ 716020 h 1010399"/>
                <a:gd name="connsiteX815" fmla="*/ 252052 w 1109339"/>
                <a:gd name="connsiteY815" fmla="*/ 719350 h 1010399"/>
                <a:gd name="connsiteX816" fmla="*/ 252927 w 1109339"/>
                <a:gd name="connsiteY816" fmla="*/ 719922 h 1010399"/>
                <a:gd name="connsiteX817" fmla="*/ 253499 w 1109339"/>
                <a:gd name="connsiteY817" fmla="*/ 722108 h 1010399"/>
                <a:gd name="connsiteX818" fmla="*/ 253364 w 1109339"/>
                <a:gd name="connsiteY818" fmla="*/ 723689 h 1010399"/>
                <a:gd name="connsiteX819" fmla="*/ 252657 w 1109339"/>
                <a:gd name="connsiteY819" fmla="*/ 725136 h 1010399"/>
                <a:gd name="connsiteX820" fmla="*/ 249629 w 1109339"/>
                <a:gd name="connsiteY820" fmla="*/ 727457 h 1010399"/>
                <a:gd name="connsiteX821" fmla="*/ 247004 w 1109339"/>
                <a:gd name="connsiteY821" fmla="*/ 730653 h 1010399"/>
                <a:gd name="connsiteX822" fmla="*/ 245859 w 1109339"/>
                <a:gd name="connsiteY822" fmla="*/ 731225 h 1010399"/>
                <a:gd name="connsiteX823" fmla="*/ 242090 w 1109339"/>
                <a:gd name="connsiteY823" fmla="*/ 731662 h 1010399"/>
                <a:gd name="connsiteX824" fmla="*/ 240643 w 1109339"/>
                <a:gd name="connsiteY824" fmla="*/ 732234 h 1010399"/>
                <a:gd name="connsiteX825" fmla="*/ 238758 w 1109339"/>
                <a:gd name="connsiteY825" fmla="*/ 733243 h 1010399"/>
                <a:gd name="connsiteX826" fmla="*/ 235561 w 1109339"/>
                <a:gd name="connsiteY826" fmla="*/ 734690 h 1010399"/>
                <a:gd name="connsiteX827" fmla="*/ 233676 w 1109339"/>
                <a:gd name="connsiteY827" fmla="*/ 736708 h 1010399"/>
                <a:gd name="connsiteX828" fmla="*/ 231489 w 1109339"/>
                <a:gd name="connsiteY828" fmla="*/ 738457 h 1010399"/>
                <a:gd name="connsiteX829" fmla="*/ 229301 w 1109339"/>
                <a:gd name="connsiteY829" fmla="*/ 740778 h 1010399"/>
                <a:gd name="connsiteX830" fmla="*/ 228426 w 1109339"/>
                <a:gd name="connsiteY830" fmla="*/ 743671 h 1010399"/>
                <a:gd name="connsiteX831" fmla="*/ 226845 w 1109339"/>
                <a:gd name="connsiteY831" fmla="*/ 744546 h 1010399"/>
                <a:gd name="connsiteX832" fmla="*/ 224522 w 1109339"/>
                <a:gd name="connsiteY832" fmla="*/ 742090 h 1010399"/>
                <a:gd name="connsiteX833" fmla="*/ 220753 w 1109339"/>
                <a:gd name="connsiteY833" fmla="*/ 739769 h 1010399"/>
                <a:gd name="connsiteX834" fmla="*/ 217286 w 1109339"/>
                <a:gd name="connsiteY834" fmla="*/ 741956 h 1010399"/>
                <a:gd name="connsiteX835" fmla="*/ 213955 w 1109339"/>
                <a:gd name="connsiteY835" fmla="*/ 742830 h 1010399"/>
                <a:gd name="connsiteX836" fmla="*/ 210185 w 1109339"/>
                <a:gd name="connsiteY836" fmla="*/ 743840 h 1010399"/>
                <a:gd name="connsiteX837" fmla="*/ 208301 w 1109339"/>
                <a:gd name="connsiteY837" fmla="*/ 747473 h 1010399"/>
                <a:gd name="connsiteX838" fmla="*/ 207729 w 1109339"/>
                <a:gd name="connsiteY838" fmla="*/ 750938 h 1010399"/>
                <a:gd name="connsiteX839" fmla="*/ 207998 w 1109339"/>
                <a:gd name="connsiteY839" fmla="*/ 754571 h 1010399"/>
                <a:gd name="connsiteX840" fmla="*/ 208435 w 1109339"/>
                <a:gd name="connsiteY840" fmla="*/ 760794 h 1010399"/>
                <a:gd name="connsiteX841" fmla="*/ 209614 w 1109339"/>
                <a:gd name="connsiteY841" fmla="*/ 763687 h 1010399"/>
                <a:gd name="connsiteX842" fmla="*/ 213080 w 1109339"/>
                <a:gd name="connsiteY842" fmla="*/ 767757 h 1010399"/>
                <a:gd name="connsiteX843" fmla="*/ 214089 w 1109339"/>
                <a:gd name="connsiteY843" fmla="*/ 769305 h 1010399"/>
                <a:gd name="connsiteX844" fmla="*/ 216849 w 1109339"/>
                <a:gd name="connsiteY844" fmla="*/ 774956 h 1010399"/>
                <a:gd name="connsiteX845" fmla="*/ 219440 w 1109339"/>
                <a:gd name="connsiteY845" fmla="*/ 778589 h 1010399"/>
                <a:gd name="connsiteX846" fmla="*/ 219777 w 1109339"/>
                <a:gd name="connsiteY846" fmla="*/ 782660 h 1010399"/>
                <a:gd name="connsiteX847" fmla="*/ 223513 w 1109339"/>
                <a:gd name="connsiteY847" fmla="*/ 782088 h 1010399"/>
                <a:gd name="connsiteX848" fmla="*/ 227282 w 1109339"/>
                <a:gd name="connsiteY848" fmla="*/ 782088 h 1010399"/>
                <a:gd name="connsiteX849" fmla="*/ 232701 w 1109339"/>
                <a:gd name="connsiteY849" fmla="*/ 782155 h 1010399"/>
                <a:gd name="connsiteX850" fmla="*/ 238422 w 1109339"/>
                <a:gd name="connsiteY850" fmla="*/ 782727 h 1010399"/>
                <a:gd name="connsiteX851" fmla="*/ 241047 w 1109339"/>
                <a:gd name="connsiteY851" fmla="*/ 782660 h 1010399"/>
                <a:gd name="connsiteX852" fmla="*/ 243638 w 1109339"/>
                <a:gd name="connsiteY852" fmla="*/ 782458 h 1010399"/>
                <a:gd name="connsiteX853" fmla="*/ 244782 w 1109339"/>
                <a:gd name="connsiteY853" fmla="*/ 781516 h 1010399"/>
                <a:gd name="connsiteX854" fmla="*/ 246297 w 1109339"/>
                <a:gd name="connsiteY854" fmla="*/ 779935 h 1010399"/>
                <a:gd name="connsiteX855" fmla="*/ 248316 w 1109339"/>
                <a:gd name="connsiteY855" fmla="*/ 778858 h 1010399"/>
                <a:gd name="connsiteX856" fmla="*/ 250571 w 1109339"/>
                <a:gd name="connsiteY856" fmla="*/ 777715 h 1010399"/>
                <a:gd name="connsiteX857" fmla="*/ 253331 w 1109339"/>
                <a:gd name="connsiteY857" fmla="*/ 776268 h 1010399"/>
                <a:gd name="connsiteX858" fmla="*/ 254206 w 1109339"/>
                <a:gd name="connsiteY858" fmla="*/ 779094 h 1010399"/>
                <a:gd name="connsiteX859" fmla="*/ 255788 w 1109339"/>
                <a:gd name="connsiteY859" fmla="*/ 780540 h 1010399"/>
                <a:gd name="connsiteX860" fmla="*/ 258614 w 1109339"/>
                <a:gd name="connsiteY860" fmla="*/ 781281 h 1010399"/>
                <a:gd name="connsiteX861" fmla="*/ 260499 w 1109339"/>
                <a:gd name="connsiteY861" fmla="*/ 780406 h 1010399"/>
                <a:gd name="connsiteX862" fmla="*/ 262014 w 1109339"/>
                <a:gd name="connsiteY862" fmla="*/ 778959 h 1010399"/>
                <a:gd name="connsiteX863" fmla="*/ 263394 w 1109339"/>
                <a:gd name="connsiteY863" fmla="*/ 778152 h 1010399"/>
                <a:gd name="connsiteX864" fmla="*/ 265581 w 1109339"/>
                <a:gd name="connsiteY864" fmla="*/ 776470 h 1010399"/>
                <a:gd name="connsiteX865" fmla="*/ 267163 w 1109339"/>
                <a:gd name="connsiteY865" fmla="*/ 774654 h 1010399"/>
                <a:gd name="connsiteX866" fmla="*/ 269047 w 1109339"/>
                <a:gd name="connsiteY866" fmla="*/ 773577 h 1010399"/>
                <a:gd name="connsiteX867" fmla="*/ 270999 w 1109339"/>
                <a:gd name="connsiteY867" fmla="*/ 773005 h 1010399"/>
                <a:gd name="connsiteX868" fmla="*/ 272884 w 1109339"/>
                <a:gd name="connsiteY868" fmla="*/ 772871 h 1010399"/>
                <a:gd name="connsiteX869" fmla="*/ 275846 w 1109339"/>
                <a:gd name="connsiteY869" fmla="*/ 772366 h 1010399"/>
                <a:gd name="connsiteX870" fmla="*/ 278437 w 1109339"/>
                <a:gd name="connsiteY870" fmla="*/ 771357 h 1010399"/>
                <a:gd name="connsiteX871" fmla="*/ 280456 w 1109339"/>
                <a:gd name="connsiteY871" fmla="*/ 770650 h 1010399"/>
                <a:gd name="connsiteX872" fmla="*/ 282408 w 1109339"/>
                <a:gd name="connsiteY872" fmla="*/ 770348 h 1010399"/>
                <a:gd name="connsiteX873" fmla="*/ 285437 w 1109339"/>
                <a:gd name="connsiteY873" fmla="*/ 768262 h 1010399"/>
                <a:gd name="connsiteX874" fmla="*/ 289577 w 1109339"/>
                <a:gd name="connsiteY874" fmla="*/ 768262 h 1010399"/>
                <a:gd name="connsiteX875" fmla="*/ 292471 w 1109339"/>
                <a:gd name="connsiteY875" fmla="*/ 769708 h 1010399"/>
                <a:gd name="connsiteX876" fmla="*/ 293615 w 1109339"/>
                <a:gd name="connsiteY876" fmla="*/ 772736 h 1010399"/>
                <a:gd name="connsiteX877" fmla="*/ 293413 w 1109339"/>
                <a:gd name="connsiteY877" fmla="*/ 774822 h 1010399"/>
                <a:gd name="connsiteX878" fmla="*/ 290788 w 1109339"/>
                <a:gd name="connsiteY878" fmla="*/ 777008 h 1010399"/>
                <a:gd name="connsiteX879" fmla="*/ 289543 w 1109339"/>
                <a:gd name="connsiteY879" fmla="*/ 779531 h 1010399"/>
                <a:gd name="connsiteX880" fmla="*/ 290856 w 1109339"/>
                <a:gd name="connsiteY880" fmla="*/ 781482 h 1010399"/>
                <a:gd name="connsiteX881" fmla="*/ 292605 w 1109339"/>
                <a:gd name="connsiteY881" fmla="*/ 783568 h 1010399"/>
                <a:gd name="connsiteX882" fmla="*/ 293716 w 1109339"/>
                <a:gd name="connsiteY882" fmla="*/ 788849 h 1010399"/>
                <a:gd name="connsiteX883" fmla="*/ 294221 w 1109339"/>
                <a:gd name="connsiteY883" fmla="*/ 790666 h 1010399"/>
                <a:gd name="connsiteX884" fmla="*/ 296240 w 1109339"/>
                <a:gd name="connsiteY884" fmla="*/ 793424 h 1010399"/>
                <a:gd name="connsiteX885" fmla="*/ 297687 w 1109339"/>
                <a:gd name="connsiteY885" fmla="*/ 794366 h 1010399"/>
                <a:gd name="connsiteX886" fmla="*/ 299269 w 1109339"/>
                <a:gd name="connsiteY886" fmla="*/ 797058 h 1010399"/>
                <a:gd name="connsiteX887" fmla="*/ 299336 w 1109339"/>
                <a:gd name="connsiteY887" fmla="*/ 799143 h 1010399"/>
                <a:gd name="connsiteX888" fmla="*/ 298461 w 1109339"/>
                <a:gd name="connsiteY888" fmla="*/ 800724 h 1010399"/>
                <a:gd name="connsiteX889" fmla="*/ 296442 w 1109339"/>
                <a:gd name="connsiteY889" fmla="*/ 802238 h 1010399"/>
                <a:gd name="connsiteX890" fmla="*/ 293851 w 1109339"/>
                <a:gd name="connsiteY890" fmla="*/ 805266 h 1010399"/>
                <a:gd name="connsiteX891" fmla="*/ 293851 w 1109339"/>
                <a:gd name="connsiteY891" fmla="*/ 806914 h 1010399"/>
                <a:gd name="connsiteX892" fmla="*/ 294995 w 1109339"/>
                <a:gd name="connsiteY892" fmla="*/ 809302 h 1010399"/>
                <a:gd name="connsiteX893" fmla="*/ 298192 w 1109339"/>
                <a:gd name="connsiteY893" fmla="*/ 812128 h 1010399"/>
                <a:gd name="connsiteX894" fmla="*/ 300515 w 1109339"/>
                <a:gd name="connsiteY894" fmla="*/ 813003 h 1010399"/>
                <a:gd name="connsiteX895" fmla="*/ 301221 w 1109339"/>
                <a:gd name="connsiteY895" fmla="*/ 816266 h 1010399"/>
                <a:gd name="connsiteX896" fmla="*/ 300144 w 1109339"/>
                <a:gd name="connsiteY896" fmla="*/ 822354 h 1010399"/>
                <a:gd name="connsiteX897" fmla="*/ 299572 w 1109339"/>
                <a:gd name="connsiteY897" fmla="*/ 825618 h 1010399"/>
                <a:gd name="connsiteX898" fmla="*/ 300885 w 1109339"/>
                <a:gd name="connsiteY898" fmla="*/ 827636 h 1010399"/>
                <a:gd name="connsiteX899" fmla="*/ 304082 w 1109339"/>
                <a:gd name="connsiteY899" fmla="*/ 830226 h 1010399"/>
                <a:gd name="connsiteX900" fmla="*/ 306606 w 1109339"/>
                <a:gd name="connsiteY900" fmla="*/ 831740 h 1010399"/>
                <a:gd name="connsiteX901" fmla="*/ 309433 w 1109339"/>
                <a:gd name="connsiteY901" fmla="*/ 834566 h 1010399"/>
                <a:gd name="connsiteX902" fmla="*/ 310510 w 1109339"/>
                <a:gd name="connsiteY902" fmla="*/ 837526 h 1010399"/>
                <a:gd name="connsiteX903" fmla="*/ 312024 w 1109339"/>
                <a:gd name="connsiteY903" fmla="*/ 838670 h 1010399"/>
                <a:gd name="connsiteX904" fmla="*/ 314986 w 1109339"/>
                <a:gd name="connsiteY904" fmla="*/ 839679 h 1010399"/>
                <a:gd name="connsiteX905" fmla="*/ 319025 w 1109339"/>
                <a:gd name="connsiteY905" fmla="*/ 842370 h 1010399"/>
                <a:gd name="connsiteX906" fmla="*/ 319596 w 1109339"/>
                <a:gd name="connsiteY906" fmla="*/ 843817 h 1010399"/>
                <a:gd name="connsiteX907" fmla="*/ 323568 w 1109339"/>
                <a:gd name="connsiteY907" fmla="*/ 847382 h 1010399"/>
                <a:gd name="connsiteX908" fmla="*/ 330736 w 1109339"/>
                <a:gd name="connsiteY908" fmla="*/ 847517 h 1010399"/>
                <a:gd name="connsiteX909" fmla="*/ 334304 w 1109339"/>
                <a:gd name="connsiteY909" fmla="*/ 851049 h 1010399"/>
                <a:gd name="connsiteX910" fmla="*/ 337770 w 1109339"/>
                <a:gd name="connsiteY910" fmla="*/ 853740 h 1010399"/>
                <a:gd name="connsiteX911" fmla="*/ 341909 w 1109339"/>
                <a:gd name="connsiteY911" fmla="*/ 856701 h 1010399"/>
                <a:gd name="connsiteX912" fmla="*/ 346251 w 1109339"/>
                <a:gd name="connsiteY912" fmla="*/ 858652 h 1010399"/>
                <a:gd name="connsiteX913" fmla="*/ 348270 w 1109339"/>
                <a:gd name="connsiteY913" fmla="*/ 858214 h 1010399"/>
                <a:gd name="connsiteX914" fmla="*/ 349953 w 1109339"/>
                <a:gd name="connsiteY914" fmla="*/ 857272 h 1010399"/>
                <a:gd name="connsiteX915" fmla="*/ 353083 w 1109339"/>
                <a:gd name="connsiteY915" fmla="*/ 854514 h 1010399"/>
                <a:gd name="connsiteX916" fmla="*/ 357492 w 1109339"/>
                <a:gd name="connsiteY916" fmla="*/ 850982 h 1010399"/>
                <a:gd name="connsiteX917" fmla="*/ 360958 w 1109339"/>
                <a:gd name="connsiteY917" fmla="*/ 850679 h 1010399"/>
                <a:gd name="connsiteX918" fmla="*/ 365300 w 1109339"/>
                <a:gd name="connsiteY918" fmla="*/ 851318 h 1010399"/>
                <a:gd name="connsiteX919" fmla="*/ 369002 w 1109339"/>
                <a:gd name="connsiteY919" fmla="*/ 851621 h 1010399"/>
                <a:gd name="connsiteX920" fmla="*/ 371256 w 1109339"/>
                <a:gd name="connsiteY920" fmla="*/ 851419 h 1010399"/>
                <a:gd name="connsiteX921" fmla="*/ 373511 w 1109339"/>
                <a:gd name="connsiteY921" fmla="*/ 850679 h 1010399"/>
                <a:gd name="connsiteX922" fmla="*/ 373713 w 1109339"/>
                <a:gd name="connsiteY922" fmla="*/ 846844 h 1010399"/>
                <a:gd name="connsiteX923" fmla="*/ 372771 w 1109339"/>
                <a:gd name="connsiteY923" fmla="*/ 843817 h 1010399"/>
                <a:gd name="connsiteX924" fmla="*/ 372333 w 1109339"/>
                <a:gd name="connsiteY924" fmla="*/ 840856 h 1010399"/>
                <a:gd name="connsiteX925" fmla="*/ 373343 w 1109339"/>
                <a:gd name="connsiteY925" fmla="*/ 838333 h 1010399"/>
                <a:gd name="connsiteX926" fmla="*/ 374925 w 1109339"/>
                <a:gd name="connsiteY926" fmla="*/ 837089 h 1010399"/>
                <a:gd name="connsiteX927" fmla="*/ 376506 w 1109339"/>
                <a:gd name="connsiteY927" fmla="*/ 837156 h 1010399"/>
                <a:gd name="connsiteX928" fmla="*/ 377752 w 1109339"/>
                <a:gd name="connsiteY928" fmla="*/ 837728 h 1010399"/>
                <a:gd name="connsiteX929" fmla="*/ 380781 w 1109339"/>
                <a:gd name="connsiteY929" fmla="*/ 839612 h 1010399"/>
                <a:gd name="connsiteX930" fmla="*/ 383675 w 1109339"/>
                <a:gd name="connsiteY930" fmla="*/ 841866 h 1010399"/>
                <a:gd name="connsiteX931" fmla="*/ 387141 w 1109339"/>
                <a:gd name="connsiteY931" fmla="*/ 843009 h 1010399"/>
                <a:gd name="connsiteX932" fmla="*/ 388454 w 1109339"/>
                <a:gd name="connsiteY932" fmla="*/ 844523 h 1010399"/>
                <a:gd name="connsiteX933" fmla="*/ 388891 w 1109339"/>
                <a:gd name="connsiteY933" fmla="*/ 847853 h 1010399"/>
                <a:gd name="connsiteX934" fmla="*/ 390204 w 1109339"/>
                <a:gd name="connsiteY934" fmla="*/ 850612 h 1010399"/>
                <a:gd name="connsiteX935" fmla="*/ 391886 w 1109339"/>
                <a:gd name="connsiteY935" fmla="*/ 853639 h 1010399"/>
                <a:gd name="connsiteX936" fmla="*/ 393603 w 1109339"/>
                <a:gd name="connsiteY936" fmla="*/ 855456 h 1010399"/>
                <a:gd name="connsiteX937" fmla="*/ 397002 w 1109339"/>
                <a:gd name="connsiteY937" fmla="*/ 855321 h 1010399"/>
                <a:gd name="connsiteX938" fmla="*/ 400401 w 1109339"/>
                <a:gd name="connsiteY938" fmla="*/ 854312 h 1010399"/>
                <a:gd name="connsiteX939" fmla="*/ 403295 w 1109339"/>
                <a:gd name="connsiteY939" fmla="*/ 853572 h 1010399"/>
                <a:gd name="connsiteX940" fmla="*/ 406695 w 1109339"/>
                <a:gd name="connsiteY940" fmla="*/ 853269 h 1010399"/>
                <a:gd name="connsiteX941" fmla="*/ 411608 w 1109339"/>
                <a:gd name="connsiteY941" fmla="*/ 851386 h 1010399"/>
                <a:gd name="connsiteX942" fmla="*/ 414570 w 1109339"/>
                <a:gd name="connsiteY942" fmla="*/ 850309 h 1010399"/>
                <a:gd name="connsiteX943" fmla="*/ 418272 w 1109339"/>
                <a:gd name="connsiteY943" fmla="*/ 846844 h 1010399"/>
                <a:gd name="connsiteX944" fmla="*/ 421604 w 1109339"/>
                <a:gd name="connsiteY944" fmla="*/ 844658 h 1010399"/>
                <a:gd name="connsiteX945" fmla="*/ 423556 w 1109339"/>
                <a:gd name="connsiteY945" fmla="*/ 840957 h 1010399"/>
                <a:gd name="connsiteX946" fmla="*/ 426686 w 1109339"/>
                <a:gd name="connsiteY946" fmla="*/ 836988 h 1010399"/>
                <a:gd name="connsiteX947" fmla="*/ 429378 w 1109339"/>
                <a:gd name="connsiteY947" fmla="*/ 835609 h 1010399"/>
                <a:gd name="connsiteX948" fmla="*/ 432407 w 1109339"/>
                <a:gd name="connsiteY948" fmla="*/ 834027 h 1010399"/>
                <a:gd name="connsiteX949" fmla="*/ 436311 w 1109339"/>
                <a:gd name="connsiteY949" fmla="*/ 832951 h 1010399"/>
                <a:gd name="connsiteX950" fmla="*/ 438902 w 1109339"/>
                <a:gd name="connsiteY950" fmla="*/ 832446 h 1010399"/>
                <a:gd name="connsiteX951" fmla="*/ 441662 w 1109339"/>
                <a:gd name="connsiteY951" fmla="*/ 832446 h 1010399"/>
                <a:gd name="connsiteX952" fmla="*/ 443681 w 1109339"/>
                <a:gd name="connsiteY952" fmla="*/ 833657 h 1010399"/>
                <a:gd name="connsiteX953" fmla="*/ 443816 w 1109339"/>
                <a:gd name="connsiteY953" fmla="*/ 835575 h 1010399"/>
                <a:gd name="connsiteX954" fmla="*/ 442738 w 1109339"/>
                <a:gd name="connsiteY954" fmla="*/ 837526 h 1010399"/>
                <a:gd name="connsiteX955" fmla="*/ 441662 w 1109339"/>
                <a:gd name="connsiteY955" fmla="*/ 842807 h 1010399"/>
                <a:gd name="connsiteX956" fmla="*/ 442167 w 1109339"/>
                <a:gd name="connsiteY956" fmla="*/ 847012 h 1010399"/>
                <a:gd name="connsiteX957" fmla="*/ 442537 w 1109339"/>
                <a:gd name="connsiteY957" fmla="*/ 852664 h 1010399"/>
                <a:gd name="connsiteX958" fmla="*/ 445061 w 1109339"/>
                <a:gd name="connsiteY958" fmla="*/ 855725 h 1010399"/>
                <a:gd name="connsiteX959" fmla="*/ 448258 w 1109339"/>
                <a:gd name="connsiteY959" fmla="*/ 859055 h 1010399"/>
                <a:gd name="connsiteX960" fmla="*/ 453037 w 1109339"/>
                <a:gd name="connsiteY960" fmla="*/ 863193 h 1010399"/>
                <a:gd name="connsiteX961" fmla="*/ 460273 w 1109339"/>
                <a:gd name="connsiteY961" fmla="*/ 868037 h 1010399"/>
                <a:gd name="connsiteX962" fmla="*/ 470335 w 1109339"/>
                <a:gd name="connsiteY962" fmla="*/ 870560 h 1010399"/>
                <a:gd name="connsiteX963" fmla="*/ 476932 w 1109339"/>
                <a:gd name="connsiteY963" fmla="*/ 871569 h 1010399"/>
                <a:gd name="connsiteX964" fmla="*/ 481576 w 1109339"/>
                <a:gd name="connsiteY964" fmla="*/ 872208 h 1010399"/>
                <a:gd name="connsiteX965" fmla="*/ 486355 w 1109339"/>
                <a:gd name="connsiteY965" fmla="*/ 872208 h 1010399"/>
                <a:gd name="connsiteX966" fmla="*/ 490562 w 1109339"/>
                <a:gd name="connsiteY966" fmla="*/ 870964 h 1010399"/>
                <a:gd name="connsiteX967" fmla="*/ 494095 w 1109339"/>
                <a:gd name="connsiteY967" fmla="*/ 869080 h 1010399"/>
                <a:gd name="connsiteX968" fmla="*/ 497932 w 1109339"/>
                <a:gd name="connsiteY968" fmla="*/ 865817 h 1010399"/>
                <a:gd name="connsiteX969" fmla="*/ 504024 w 1109339"/>
                <a:gd name="connsiteY969" fmla="*/ 861982 h 1010399"/>
                <a:gd name="connsiteX970" fmla="*/ 511428 w 1109339"/>
                <a:gd name="connsiteY970" fmla="*/ 857777 h 1010399"/>
                <a:gd name="connsiteX971" fmla="*/ 513683 w 1109339"/>
                <a:gd name="connsiteY971" fmla="*/ 855019 h 1010399"/>
                <a:gd name="connsiteX972" fmla="*/ 516947 w 1109339"/>
                <a:gd name="connsiteY972" fmla="*/ 855019 h 1010399"/>
                <a:gd name="connsiteX973" fmla="*/ 520649 w 1109339"/>
                <a:gd name="connsiteY973" fmla="*/ 855019 h 1010399"/>
                <a:gd name="connsiteX974" fmla="*/ 522735 w 1109339"/>
                <a:gd name="connsiteY974" fmla="*/ 855019 h 1010399"/>
                <a:gd name="connsiteX975" fmla="*/ 524688 w 1109339"/>
                <a:gd name="connsiteY975" fmla="*/ 855557 h 1010399"/>
                <a:gd name="connsiteX976" fmla="*/ 526505 w 1109339"/>
                <a:gd name="connsiteY976" fmla="*/ 857037 h 1010399"/>
                <a:gd name="connsiteX977" fmla="*/ 528121 w 1109339"/>
                <a:gd name="connsiteY977" fmla="*/ 858652 h 1010399"/>
                <a:gd name="connsiteX978" fmla="*/ 528995 w 1109339"/>
                <a:gd name="connsiteY978" fmla="*/ 860031 h 1010399"/>
                <a:gd name="connsiteX979" fmla="*/ 531688 w 1109339"/>
                <a:gd name="connsiteY979" fmla="*/ 860906 h 1010399"/>
                <a:gd name="connsiteX980" fmla="*/ 533774 w 1109339"/>
                <a:gd name="connsiteY980" fmla="*/ 861276 h 1010399"/>
                <a:gd name="connsiteX981" fmla="*/ 538991 w 1109339"/>
                <a:gd name="connsiteY981" fmla="*/ 863294 h 1010399"/>
                <a:gd name="connsiteX982" fmla="*/ 540068 w 1109339"/>
                <a:gd name="connsiteY982" fmla="*/ 863361 h 1010399"/>
                <a:gd name="connsiteX983" fmla="*/ 542323 w 1109339"/>
                <a:gd name="connsiteY983" fmla="*/ 862419 h 1010399"/>
                <a:gd name="connsiteX984" fmla="*/ 544645 w 1109339"/>
                <a:gd name="connsiteY984" fmla="*/ 860098 h 1010399"/>
                <a:gd name="connsiteX985" fmla="*/ 547034 w 1109339"/>
                <a:gd name="connsiteY985" fmla="*/ 859594 h 1010399"/>
                <a:gd name="connsiteX986" fmla="*/ 550164 w 1109339"/>
                <a:gd name="connsiteY986" fmla="*/ 861040 h 1010399"/>
                <a:gd name="connsiteX987" fmla="*/ 552352 w 1109339"/>
                <a:gd name="connsiteY987" fmla="*/ 864808 h 1010399"/>
                <a:gd name="connsiteX988" fmla="*/ 551409 w 1109339"/>
                <a:gd name="connsiteY988" fmla="*/ 868003 h 1010399"/>
                <a:gd name="connsiteX989" fmla="*/ 554371 w 1109339"/>
                <a:gd name="connsiteY989" fmla="*/ 873655 h 1010399"/>
                <a:gd name="connsiteX990" fmla="*/ 557635 w 1109339"/>
                <a:gd name="connsiteY990" fmla="*/ 876346 h 1010399"/>
                <a:gd name="connsiteX991" fmla="*/ 560597 w 1109339"/>
                <a:gd name="connsiteY991" fmla="*/ 878600 h 1010399"/>
                <a:gd name="connsiteX992" fmla="*/ 564366 w 1109339"/>
                <a:gd name="connsiteY992" fmla="*/ 881056 h 1010399"/>
                <a:gd name="connsiteX993" fmla="*/ 566621 w 1109339"/>
                <a:gd name="connsiteY993" fmla="*/ 883511 h 1010399"/>
                <a:gd name="connsiteX994" fmla="*/ 565174 w 1109339"/>
                <a:gd name="connsiteY994" fmla="*/ 885967 h 1010399"/>
                <a:gd name="connsiteX995" fmla="*/ 561977 w 1109339"/>
                <a:gd name="connsiteY995" fmla="*/ 888053 h 1010399"/>
                <a:gd name="connsiteX996" fmla="*/ 559722 w 1109339"/>
                <a:gd name="connsiteY996" fmla="*/ 890677 h 1010399"/>
                <a:gd name="connsiteX997" fmla="*/ 558342 w 1109339"/>
                <a:gd name="connsiteY997" fmla="*/ 892258 h 1010399"/>
                <a:gd name="connsiteX998" fmla="*/ 557400 w 1109339"/>
                <a:gd name="connsiteY998" fmla="*/ 896395 h 1010399"/>
                <a:gd name="connsiteX999" fmla="*/ 557905 w 1109339"/>
                <a:gd name="connsiteY999" fmla="*/ 899221 h 1010399"/>
                <a:gd name="connsiteX1000" fmla="*/ 561102 w 1109339"/>
                <a:gd name="connsiteY1000" fmla="*/ 906252 h 1010399"/>
                <a:gd name="connsiteX1001" fmla="*/ 563188 w 1109339"/>
                <a:gd name="connsiteY1001" fmla="*/ 909077 h 1010399"/>
                <a:gd name="connsiteX1002" fmla="*/ 563256 w 1109339"/>
                <a:gd name="connsiteY1002" fmla="*/ 911533 h 1010399"/>
                <a:gd name="connsiteX1003" fmla="*/ 563256 w 1109339"/>
                <a:gd name="connsiteY1003" fmla="*/ 913720 h 1010399"/>
                <a:gd name="connsiteX1004" fmla="*/ 562751 w 1109339"/>
                <a:gd name="connsiteY1004" fmla="*/ 915906 h 1010399"/>
                <a:gd name="connsiteX1005" fmla="*/ 563391 w 1109339"/>
                <a:gd name="connsiteY1005" fmla="*/ 918160 h 1010399"/>
                <a:gd name="connsiteX1006" fmla="*/ 566722 w 1109339"/>
                <a:gd name="connsiteY1006" fmla="*/ 920414 h 1010399"/>
                <a:gd name="connsiteX1007" fmla="*/ 569246 w 1109339"/>
                <a:gd name="connsiteY1007" fmla="*/ 918598 h 1010399"/>
                <a:gd name="connsiteX1008" fmla="*/ 570323 w 1109339"/>
                <a:gd name="connsiteY1008" fmla="*/ 916276 h 1010399"/>
                <a:gd name="connsiteX1009" fmla="*/ 571972 w 1109339"/>
                <a:gd name="connsiteY1009" fmla="*/ 915469 h 1010399"/>
                <a:gd name="connsiteX1010" fmla="*/ 573554 w 1109339"/>
                <a:gd name="connsiteY1010" fmla="*/ 912576 h 1010399"/>
                <a:gd name="connsiteX1011" fmla="*/ 576179 w 1109339"/>
                <a:gd name="connsiteY1011" fmla="*/ 911701 h 1010399"/>
                <a:gd name="connsiteX1012" fmla="*/ 576987 w 1109339"/>
                <a:gd name="connsiteY1012" fmla="*/ 913182 h 1010399"/>
                <a:gd name="connsiteX1013" fmla="*/ 580554 w 1109339"/>
                <a:gd name="connsiteY1013" fmla="*/ 914561 h 1010399"/>
                <a:gd name="connsiteX1014" fmla="*/ 581295 w 1109339"/>
                <a:gd name="connsiteY1014" fmla="*/ 914123 h 1010399"/>
                <a:gd name="connsiteX1015" fmla="*/ 582372 w 1109339"/>
                <a:gd name="connsiteY1015" fmla="*/ 912610 h 1010399"/>
                <a:gd name="connsiteX1016" fmla="*/ 584559 w 1109339"/>
                <a:gd name="connsiteY1016" fmla="*/ 912105 h 1010399"/>
                <a:gd name="connsiteX1017" fmla="*/ 588530 w 1109339"/>
                <a:gd name="connsiteY1017" fmla="*/ 912408 h 1010399"/>
                <a:gd name="connsiteX1018" fmla="*/ 591660 w 1109339"/>
                <a:gd name="connsiteY1018" fmla="*/ 911836 h 1010399"/>
                <a:gd name="connsiteX1019" fmla="*/ 594790 w 1109339"/>
                <a:gd name="connsiteY1019" fmla="*/ 911836 h 1010399"/>
                <a:gd name="connsiteX1020" fmla="*/ 598761 w 1109339"/>
                <a:gd name="connsiteY1020" fmla="*/ 912341 h 1010399"/>
                <a:gd name="connsiteX1021" fmla="*/ 602396 w 1109339"/>
                <a:gd name="connsiteY1021" fmla="*/ 914224 h 1010399"/>
                <a:gd name="connsiteX1022" fmla="*/ 606233 w 1109339"/>
                <a:gd name="connsiteY1022" fmla="*/ 914224 h 1010399"/>
                <a:gd name="connsiteX1023" fmla="*/ 610507 w 1109339"/>
                <a:gd name="connsiteY1023" fmla="*/ 915301 h 1010399"/>
                <a:gd name="connsiteX1024" fmla="*/ 613401 w 1109339"/>
                <a:gd name="connsiteY1024" fmla="*/ 917050 h 1010399"/>
                <a:gd name="connsiteX1025" fmla="*/ 612089 w 1109339"/>
                <a:gd name="connsiteY1025" fmla="*/ 920246 h 1010399"/>
                <a:gd name="connsiteX1026" fmla="*/ 609699 w 1109339"/>
                <a:gd name="connsiteY1026" fmla="*/ 920313 h 1010399"/>
                <a:gd name="connsiteX1027" fmla="*/ 607814 w 1109339"/>
                <a:gd name="connsiteY1027" fmla="*/ 919001 h 1010399"/>
                <a:gd name="connsiteX1028" fmla="*/ 606939 w 1109339"/>
                <a:gd name="connsiteY1028" fmla="*/ 919640 h 1010399"/>
                <a:gd name="connsiteX1029" fmla="*/ 606637 w 1109339"/>
                <a:gd name="connsiteY1029" fmla="*/ 920952 h 1010399"/>
                <a:gd name="connsiteX1030" fmla="*/ 606132 w 1109339"/>
                <a:gd name="connsiteY1030" fmla="*/ 922096 h 1010399"/>
                <a:gd name="connsiteX1031" fmla="*/ 604180 w 1109339"/>
                <a:gd name="connsiteY1031" fmla="*/ 922298 h 1010399"/>
                <a:gd name="connsiteX1032" fmla="*/ 603540 w 1109339"/>
                <a:gd name="connsiteY1032" fmla="*/ 922601 h 1010399"/>
                <a:gd name="connsiteX1033" fmla="*/ 602295 w 1109339"/>
                <a:gd name="connsiteY1033" fmla="*/ 923105 h 1010399"/>
                <a:gd name="connsiteX1034" fmla="*/ 600848 w 1109339"/>
                <a:gd name="connsiteY1034" fmla="*/ 923408 h 1010399"/>
                <a:gd name="connsiteX1035" fmla="*/ 600040 w 1109339"/>
                <a:gd name="connsiteY1035" fmla="*/ 924484 h 1010399"/>
                <a:gd name="connsiteX1036" fmla="*/ 599838 w 1109339"/>
                <a:gd name="connsiteY1036" fmla="*/ 925796 h 1010399"/>
                <a:gd name="connsiteX1037" fmla="*/ 600141 w 1109339"/>
                <a:gd name="connsiteY1037" fmla="*/ 926940 h 1010399"/>
                <a:gd name="connsiteX1038" fmla="*/ 601588 w 1109339"/>
                <a:gd name="connsiteY1038" fmla="*/ 929026 h 1010399"/>
                <a:gd name="connsiteX1039" fmla="*/ 602598 w 1109339"/>
                <a:gd name="connsiteY1039" fmla="*/ 930035 h 1010399"/>
                <a:gd name="connsiteX1040" fmla="*/ 604180 w 1109339"/>
                <a:gd name="connsiteY1040" fmla="*/ 931481 h 1010399"/>
                <a:gd name="connsiteX1041" fmla="*/ 604920 w 1109339"/>
                <a:gd name="connsiteY1041" fmla="*/ 932793 h 1010399"/>
                <a:gd name="connsiteX1042" fmla="*/ 604550 w 1109339"/>
                <a:gd name="connsiteY1042" fmla="*/ 935586 h 1010399"/>
                <a:gd name="connsiteX1043" fmla="*/ 607377 w 1109339"/>
                <a:gd name="connsiteY1043" fmla="*/ 938949 h 1010399"/>
                <a:gd name="connsiteX1044" fmla="*/ 612156 w 1109339"/>
                <a:gd name="connsiteY1044" fmla="*/ 942549 h 1010399"/>
                <a:gd name="connsiteX1045" fmla="*/ 614882 w 1109339"/>
                <a:gd name="connsiteY1045" fmla="*/ 945913 h 1010399"/>
                <a:gd name="connsiteX1046" fmla="*/ 615858 w 1109339"/>
                <a:gd name="connsiteY1046" fmla="*/ 948940 h 1010399"/>
                <a:gd name="connsiteX1047" fmla="*/ 620334 w 1109339"/>
                <a:gd name="connsiteY1047" fmla="*/ 954794 h 1010399"/>
                <a:gd name="connsiteX1048" fmla="*/ 621411 w 1109339"/>
                <a:gd name="connsiteY1048" fmla="*/ 957956 h 1010399"/>
                <a:gd name="connsiteX1049" fmla="*/ 625651 w 1109339"/>
                <a:gd name="connsiteY1049" fmla="*/ 957519 h 1010399"/>
                <a:gd name="connsiteX1050" fmla="*/ 627267 w 1109339"/>
                <a:gd name="connsiteY1050" fmla="*/ 955231 h 1010399"/>
                <a:gd name="connsiteX1051" fmla="*/ 630195 w 1109339"/>
                <a:gd name="connsiteY1051" fmla="*/ 954457 h 1010399"/>
                <a:gd name="connsiteX1052" fmla="*/ 632584 w 1109339"/>
                <a:gd name="connsiteY1052" fmla="*/ 955097 h 1010399"/>
                <a:gd name="connsiteX1053" fmla="*/ 632786 w 1109339"/>
                <a:gd name="connsiteY1053" fmla="*/ 958662 h 1010399"/>
                <a:gd name="connsiteX1054" fmla="*/ 631810 w 1109339"/>
                <a:gd name="connsiteY1054" fmla="*/ 963338 h 1010399"/>
                <a:gd name="connsiteX1055" fmla="*/ 631608 w 1109339"/>
                <a:gd name="connsiteY1055" fmla="*/ 965390 h 1010399"/>
                <a:gd name="connsiteX1056" fmla="*/ 635411 w 1109339"/>
                <a:gd name="connsiteY1056" fmla="*/ 969091 h 1010399"/>
                <a:gd name="connsiteX1057" fmla="*/ 637700 w 1109339"/>
                <a:gd name="connsiteY1057" fmla="*/ 968990 h 1010399"/>
                <a:gd name="connsiteX1058" fmla="*/ 639887 w 1109339"/>
                <a:gd name="connsiteY1058" fmla="*/ 967779 h 1010399"/>
                <a:gd name="connsiteX1059" fmla="*/ 641738 w 1109339"/>
                <a:gd name="connsiteY1059" fmla="*/ 965828 h 1010399"/>
                <a:gd name="connsiteX1060" fmla="*/ 647291 w 1109339"/>
                <a:gd name="connsiteY1060" fmla="*/ 967240 h 1010399"/>
                <a:gd name="connsiteX1061" fmla="*/ 652171 w 1109339"/>
                <a:gd name="connsiteY1061" fmla="*/ 960613 h 1010399"/>
                <a:gd name="connsiteX1062" fmla="*/ 655705 w 1109339"/>
                <a:gd name="connsiteY1062" fmla="*/ 952775 h 1010399"/>
                <a:gd name="connsiteX1063" fmla="*/ 655133 w 1109339"/>
                <a:gd name="connsiteY1063" fmla="*/ 949075 h 1010399"/>
                <a:gd name="connsiteX1064" fmla="*/ 653820 w 1109339"/>
                <a:gd name="connsiteY1064" fmla="*/ 946485 h 1010399"/>
                <a:gd name="connsiteX1065" fmla="*/ 652743 w 1109339"/>
                <a:gd name="connsiteY1065" fmla="*/ 943592 h 1010399"/>
                <a:gd name="connsiteX1066" fmla="*/ 650219 w 1109339"/>
                <a:gd name="connsiteY1066" fmla="*/ 939891 h 1010399"/>
                <a:gd name="connsiteX1067" fmla="*/ 649984 w 1109339"/>
                <a:gd name="connsiteY1067" fmla="*/ 936258 h 1010399"/>
                <a:gd name="connsiteX1068" fmla="*/ 652238 w 1109339"/>
                <a:gd name="connsiteY1068" fmla="*/ 934307 h 1010399"/>
                <a:gd name="connsiteX1069" fmla="*/ 656883 w 1109339"/>
                <a:gd name="connsiteY1069" fmla="*/ 935047 h 1010399"/>
                <a:gd name="connsiteX1070" fmla="*/ 659474 w 1109339"/>
                <a:gd name="connsiteY1070" fmla="*/ 934745 h 1010399"/>
                <a:gd name="connsiteX1071" fmla="*/ 663243 w 1109339"/>
                <a:gd name="connsiteY1071" fmla="*/ 932356 h 1010399"/>
                <a:gd name="connsiteX1072" fmla="*/ 665498 w 1109339"/>
                <a:gd name="connsiteY1072" fmla="*/ 929530 h 1010399"/>
                <a:gd name="connsiteX1073" fmla="*/ 666306 w 1109339"/>
                <a:gd name="connsiteY1073" fmla="*/ 924821 h 1010399"/>
                <a:gd name="connsiteX1074" fmla="*/ 666744 w 1109339"/>
                <a:gd name="connsiteY1074" fmla="*/ 921356 h 1010399"/>
                <a:gd name="connsiteX1075" fmla="*/ 668258 w 1109339"/>
                <a:gd name="connsiteY1075" fmla="*/ 917891 h 1010399"/>
                <a:gd name="connsiteX1076" fmla="*/ 670210 w 1109339"/>
                <a:gd name="connsiteY1076" fmla="*/ 915873 h 1010399"/>
                <a:gd name="connsiteX1077" fmla="*/ 673340 w 1109339"/>
                <a:gd name="connsiteY1077" fmla="*/ 915873 h 1010399"/>
                <a:gd name="connsiteX1078" fmla="*/ 677176 w 1109339"/>
                <a:gd name="connsiteY1078" fmla="*/ 916512 h 1010399"/>
                <a:gd name="connsiteX1079" fmla="*/ 680643 w 1109339"/>
                <a:gd name="connsiteY1079" fmla="*/ 918698 h 1010399"/>
                <a:gd name="connsiteX1080" fmla="*/ 682831 w 1109339"/>
                <a:gd name="connsiteY1080" fmla="*/ 921827 h 1010399"/>
                <a:gd name="connsiteX1081" fmla="*/ 684480 w 1109339"/>
                <a:gd name="connsiteY1081" fmla="*/ 924585 h 1010399"/>
                <a:gd name="connsiteX1082" fmla="*/ 684850 w 1109339"/>
                <a:gd name="connsiteY1082" fmla="*/ 927344 h 1010399"/>
                <a:gd name="connsiteX1083" fmla="*/ 684985 w 1109339"/>
                <a:gd name="connsiteY1083" fmla="*/ 933365 h 1010399"/>
                <a:gd name="connsiteX1084" fmla="*/ 685624 w 1109339"/>
                <a:gd name="connsiteY1084" fmla="*/ 939891 h 1010399"/>
                <a:gd name="connsiteX1085" fmla="*/ 687138 w 1109339"/>
                <a:gd name="connsiteY1085" fmla="*/ 945106 h 1010399"/>
                <a:gd name="connsiteX1086" fmla="*/ 689898 w 1109339"/>
                <a:gd name="connsiteY1086" fmla="*/ 952136 h 1010399"/>
                <a:gd name="connsiteX1087" fmla="*/ 691042 w 1109339"/>
                <a:gd name="connsiteY1087" fmla="*/ 955837 h 1010399"/>
                <a:gd name="connsiteX1088" fmla="*/ 693230 w 1109339"/>
                <a:gd name="connsiteY1088" fmla="*/ 959537 h 1010399"/>
                <a:gd name="connsiteX1089" fmla="*/ 696057 w 1109339"/>
                <a:gd name="connsiteY1089" fmla="*/ 963439 h 1010399"/>
                <a:gd name="connsiteX1090" fmla="*/ 699961 w 1109339"/>
                <a:gd name="connsiteY1090" fmla="*/ 967274 h 1010399"/>
                <a:gd name="connsiteX1091" fmla="*/ 704672 w 1109339"/>
                <a:gd name="connsiteY1091" fmla="*/ 971109 h 1010399"/>
                <a:gd name="connsiteX1092" fmla="*/ 707432 w 1109339"/>
                <a:gd name="connsiteY1092" fmla="*/ 974809 h 1010399"/>
                <a:gd name="connsiteX1093" fmla="*/ 709619 w 1109339"/>
                <a:gd name="connsiteY1093" fmla="*/ 980595 h 1010399"/>
                <a:gd name="connsiteX1094" fmla="*/ 714028 w 1109339"/>
                <a:gd name="connsiteY1094" fmla="*/ 984868 h 1010399"/>
                <a:gd name="connsiteX1095" fmla="*/ 720995 w 1109339"/>
                <a:gd name="connsiteY1095" fmla="*/ 990654 h 1010399"/>
                <a:gd name="connsiteX1096" fmla="*/ 723620 w 1109339"/>
                <a:gd name="connsiteY1096" fmla="*/ 994623 h 1010399"/>
                <a:gd name="connsiteX1097" fmla="*/ 725706 w 1109339"/>
                <a:gd name="connsiteY1097" fmla="*/ 998391 h 1010399"/>
                <a:gd name="connsiteX1098" fmla="*/ 727961 w 1109339"/>
                <a:gd name="connsiteY1098" fmla="*/ 1002663 h 1010399"/>
                <a:gd name="connsiteX1099" fmla="*/ 730923 w 1109339"/>
                <a:gd name="connsiteY1099" fmla="*/ 1005186 h 1010399"/>
                <a:gd name="connsiteX1100" fmla="*/ 734457 w 1109339"/>
                <a:gd name="connsiteY1100" fmla="*/ 1007372 h 1010399"/>
                <a:gd name="connsiteX1101" fmla="*/ 737216 w 1109339"/>
                <a:gd name="connsiteY1101" fmla="*/ 1009324 h 1010399"/>
                <a:gd name="connsiteX1102" fmla="*/ 740414 w 1109339"/>
                <a:gd name="connsiteY1102" fmla="*/ 1009963 h 1010399"/>
                <a:gd name="connsiteX1103" fmla="*/ 744889 w 1109339"/>
                <a:gd name="connsiteY1103" fmla="*/ 1010400 h 1010399"/>
                <a:gd name="connsiteX1104" fmla="*/ 746909 w 1109339"/>
                <a:gd name="connsiteY1104" fmla="*/ 1009324 h 1010399"/>
                <a:gd name="connsiteX1105" fmla="*/ 748861 w 1109339"/>
                <a:gd name="connsiteY1105" fmla="*/ 1007507 h 1010399"/>
                <a:gd name="connsiteX1106" fmla="*/ 751183 w 1109339"/>
                <a:gd name="connsiteY1106" fmla="*/ 1006061 h 1010399"/>
                <a:gd name="connsiteX1107" fmla="*/ 752765 w 1109339"/>
                <a:gd name="connsiteY1107" fmla="*/ 1004917 h 1010399"/>
                <a:gd name="connsiteX1108" fmla="*/ 755289 w 1109339"/>
                <a:gd name="connsiteY1108" fmla="*/ 1004345 h 1010399"/>
                <a:gd name="connsiteX1109" fmla="*/ 759630 w 1109339"/>
                <a:gd name="connsiteY1109" fmla="*/ 1003100 h 1010399"/>
                <a:gd name="connsiteX1110" fmla="*/ 761818 w 1109339"/>
                <a:gd name="connsiteY1110" fmla="*/ 1002394 h 1010399"/>
                <a:gd name="connsiteX1111" fmla="*/ 762255 w 1109339"/>
                <a:gd name="connsiteY1111" fmla="*/ 1000005 h 1010399"/>
                <a:gd name="connsiteX1112" fmla="*/ 761179 w 1109339"/>
                <a:gd name="connsiteY1112" fmla="*/ 996541 h 1010399"/>
                <a:gd name="connsiteX1113" fmla="*/ 759294 w 1109339"/>
                <a:gd name="connsiteY1113" fmla="*/ 991125 h 1010399"/>
                <a:gd name="connsiteX1114" fmla="*/ 758082 w 1109339"/>
                <a:gd name="connsiteY1114" fmla="*/ 986213 h 1010399"/>
                <a:gd name="connsiteX1115" fmla="*/ 759025 w 1109339"/>
                <a:gd name="connsiteY1115" fmla="*/ 982143 h 1010399"/>
                <a:gd name="connsiteX1116" fmla="*/ 759967 w 1109339"/>
                <a:gd name="connsiteY1116" fmla="*/ 978678 h 1010399"/>
                <a:gd name="connsiteX1117" fmla="*/ 761145 w 1109339"/>
                <a:gd name="connsiteY1117" fmla="*/ 977669 h 1010399"/>
                <a:gd name="connsiteX1118" fmla="*/ 766361 w 1109339"/>
                <a:gd name="connsiteY1118" fmla="*/ 977803 h 1010399"/>
                <a:gd name="connsiteX1119" fmla="*/ 767943 w 1109339"/>
                <a:gd name="connsiteY1119" fmla="*/ 977299 h 1010399"/>
                <a:gd name="connsiteX1120" fmla="*/ 770467 w 1109339"/>
                <a:gd name="connsiteY1120" fmla="*/ 973968 h 1010399"/>
                <a:gd name="connsiteX1121" fmla="*/ 772352 w 1109339"/>
                <a:gd name="connsiteY1121" fmla="*/ 970705 h 1010399"/>
                <a:gd name="connsiteX1122" fmla="*/ 774607 w 1109339"/>
                <a:gd name="connsiteY1122" fmla="*/ 968754 h 1010399"/>
                <a:gd name="connsiteX1123" fmla="*/ 780765 w 1109339"/>
                <a:gd name="connsiteY1123" fmla="*/ 967072 h 1010399"/>
                <a:gd name="connsiteX1124" fmla="*/ 785679 w 1109339"/>
                <a:gd name="connsiteY1124" fmla="*/ 964684 h 1010399"/>
                <a:gd name="connsiteX1125" fmla="*/ 789314 w 1109339"/>
                <a:gd name="connsiteY1125" fmla="*/ 964617 h 1010399"/>
                <a:gd name="connsiteX1126" fmla="*/ 793655 w 1109339"/>
                <a:gd name="connsiteY1126" fmla="*/ 964482 h 1010399"/>
                <a:gd name="connsiteX1127" fmla="*/ 796347 w 1109339"/>
                <a:gd name="connsiteY1127" fmla="*/ 963742 h 1010399"/>
                <a:gd name="connsiteX1128" fmla="*/ 799612 w 1109339"/>
                <a:gd name="connsiteY1128" fmla="*/ 961353 h 1010399"/>
                <a:gd name="connsiteX1129" fmla="*/ 801497 w 1109339"/>
                <a:gd name="connsiteY1129" fmla="*/ 960277 h 1010399"/>
                <a:gd name="connsiteX1130" fmla="*/ 801497 w 1109339"/>
                <a:gd name="connsiteY1130" fmla="*/ 958763 h 1010399"/>
                <a:gd name="connsiteX1131" fmla="*/ 799444 w 1109339"/>
                <a:gd name="connsiteY1131" fmla="*/ 956745 h 1010399"/>
                <a:gd name="connsiteX1132" fmla="*/ 798905 w 1109339"/>
                <a:gd name="connsiteY1132" fmla="*/ 954155 h 1010399"/>
                <a:gd name="connsiteX1133" fmla="*/ 798973 w 1109339"/>
                <a:gd name="connsiteY1133" fmla="*/ 951463 h 1010399"/>
                <a:gd name="connsiteX1134" fmla="*/ 800723 w 1109339"/>
                <a:gd name="connsiteY1134" fmla="*/ 948940 h 1010399"/>
                <a:gd name="connsiteX1135" fmla="*/ 803045 w 1109339"/>
                <a:gd name="connsiteY1135" fmla="*/ 946485 h 1010399"/>
                <a:gd name="connsiteX1136" fmla="*/ 807756 w 1109339"/>
                <a:gd name="connsiteY1136" fmla="*/ 943726 h 1010399"/>
                <a:gd name="connsiteX1137" fmla="*/ 809708 w 1109339"/>
                <a:gd name="connsiteY1137" fmla="*/ 942986 h 1010399"/>
                <a:gd name="connsiteX1138" fmla="*/ 812401 w 1109339"/>
                <a:gd name="connsiteY1138" fmla="*/ 942616 h 1010399"/>
                <a:gd name="connsiteX1139" fmla="*/ 814420 w 1109339"/>
                <a:gd name="connsiteY1139" fmla="*/ 943625 h 1010399"/>
                <a:gd name="connsiteX1140" fmla="*/ 816170 w 1109339"/>
                <a:gd name="connsiteY1140" fmla="*/ 945947 h 1010399"/>
                <a:gd name="connsiteX1141" fmla="*/ 818054 w 1109339"/>
                <a:gd name="connsiteY1141" fmla="*/ 948604 h 1010399"/>
                <a:gd name="connsiteX1142" fmla="*/ 818761 w 1109339"/>
                <a:gd name="connsiteY1142" fmla="*/ 950555 h 1010399"/>
                <a:gd name="connsiteX1143" fmla="*/ 819468 w 1109339"/>
                <a:gd name="connsiteY1143" fmla="*/ 954020 h 1010399"/>
                <a:gd name="connsiteX1144" fmla="*/ 821218 w 1109339"/>
                <a:gd name="connsiteY1144" fmla="*/ 956913 h 1010399"/>
                <a:gd name="connsiteX1145" fmla="*/ 822093 w 1109339"/>
                <a:gd name="connsiteY1145" fmla="*/ 960243 h 1010399"/>
                <a:gd name="connsiteX1146" fmla="*/ 823103 w 1109339"/>
                <a:gd name="connsiteY1146" fmla="*/ 962565 h 1010399"/>
                <a:gd name="connsiteX1147" fmla="*/ 825189 w 1109339"/>
                <a:gd name="connsiteY1147" fmla="*/ 963305 h 1010399"/>
                <a:gd name="connsiteX1148" fmla="*/ 826771 w 1109339"/>
                <a:gd name="connsiteY1148" fmla="*/ 962565 h 1010399"/>
                <a:gd name="connsiteX1149" fmla="*/ 827781 w 1109339"/>
                <a:gd name="connsiteY1149" fmla="*/ 959806 h 1010399"/>
                <a:gd name="connsiteX1150" fmla="*/ 828723 w 1109339"/>
                <a:gd name="connsiteY1150" fmla="*/ 957115 h 1010399"/>
                <a:gd name="connsiteX1151" fmla="*/ 829531 w 1109339"/>
                <a:gd name="connsiteY1151" fmla="*/ 953986 h 1010399"/>
                <a:gd name="connsiteX1152" fmla="*/ 829733 w 1109339"/>
                <a:gd name="connsiteY1152" fmla="*/ 952405 h 1010399"/>
                <a:gd name="connsiteX1153" fmla="*/ 831045 w 1109339"/>
                <a:gd name="connsiteY1153" fmla="*/ 950017 h 1010399"/>
                <a:gd name="connsiteX1154" fmla="*/ 831617 w 1109339"/>
                <a:gd name="connsiteY1154" fmla="*/ 948436 h 1010399"/>
                <a:gd name="connsiteX1155" fmla="*/ 833300 w 1109339"/>
                <a:gd name="connsiteY1155" fmla="*/ 946417 h 1010399"/>
                <a:gd name="connsiteX1156" fmla="*/ 834747 w 1109339"/>
                <a:gd name="connsiteY1156" fmla="*/ 944231 h 1010399"/>
                <a:gd name="connsiteX1157" fmla="*/ 835757 w 1109339"/>
                <a:gd name="connsiteY1157" fmla="*/ 941910 h 1010399"/>
                <a:gd name="connsiteX1158" fmla="*/ 837137 w 1109339"/>
                <a:gd name="connsiteY1158" fmla="*/ 939151 h 1010399"/>
                <a:gd name="connsiteX1159" fmla="*/ 839089 w 1109339"/>
                <a:gd name="connsiteY1159" fmla="*/ 936763 h 1010399"/>
                <a:gd name="connsiteX1160" fmla="*/ 841276 w 1109339"/>
                <a:gd name="connsiteY1160" fmla="*/ 936023 h 1010399"/>
                <a:gd name="connsiteX1161" fmla="*/ 843295 w 1109339"/>
                <a:gd name="connsiteY1161" fmla="*/ 935586 h 1010399"/>
                <a:gd name="connsiteX1162" fmla="*/ 846930 w 1109339"/>
                <a:gd name="connsiteY1162" fmla="*/ 935586 h 1010399"/>
                <a:gd name="connsiteX1163" fmla="*/ 849387 w 1109339"/>
                <a:gd name="connsiteY1163" fmla="*/ 937032 h 1010399"/>
                <a:gd name="connsiteX1164" fmla="*/ 848882 w 1109339"/>
                <a:gd name="connsiteY1164" fmla="*/ 938546 h 1010399"/>
                <a:gd name="connsiteX1165" fmla="*/ 848579 w 1109339"/>
                <a:gd name="connsiteY1165" fmla="*/ 939925 h 1010399"/>
                <a:gd name="connsiteX1166" fmla="*/ 848512 w 1109339"/>
                <a:gd name="connsiteY1166" fmla="*/ 942684 h 1010399"/>
                <a:gd name="connsiteX1167" fmla="*/ 848377 w 1109339"/>
                <a:gd name="connsiteY1167" fmla="*/ 944937 h 1010399"/>
                <a:gd name="connsiteX1168" fmla="*/ 847435 w 1109339"/>
                <a:gd name="connsiteY1168" fmla="*/ 947830 h 1010399"/>
                <a:gd name="connsiteX1169" fmla="*/ 846930 w 1109339"/>
                <a:gd name="connsiteY1169" fmla="*/ 950286 h 1010399"/>
                <a:gd name="connsiteX1170" fmla="*/ 848680 w 1109339"/>
                <a:gd name="connsiteY1170" fmla="*/ 953684 h 1010399"/>
                <a:gd name="connsiteX1171" fmla="*/ 850700 w 1109339"/>
                <a:gd name="connsiteY1171" fmla="*/ 956509 h 1010399"/>
                <a:gd name="connsiteX1172" fmla="*/ 851776 w 1109339"/>
                <a:gd name="connsiteY1172" fmla="*/ 960277 h 1010399"/>
                <a:gd name="connsiteX1173" fmla="*/ 852349 w 1109339"/>
                <a:gd name="connsiteY1173" fmla="*/ 964112 h 1010399"/>
                <a:gd name="connsiteX1174" fmla="*/ 853560 w 1109339"/>
                <a:gd name="connsiteY1174" fmla="*/ 966198 h 1010399"/>
                <a:gd name="connsiteX1175" fmla="*/ 856320 w 1109339"/>
                <a:gd name="connsiteY1175" fmla="*/ 969461 h 1010399"/>
                <a:gd name="connsiteX1176" fmla="*/ 860325 w 1109339"/>
                <a:gd name="connsiteY1176" fmla="*/ 974103 h 1010399"/>
                <a:gd name="connsiteX1177" fmla="*/ 863892 w 1109339"/>
                <a:gd name="connsiteY1177" fmla="*/ 975852 h 1010399"/>
                <a:gd name="connsiteX1178" fmla="*/ 866854 w 1109339"/>
                <a:gd name="connsiteY1178" fmla="*/ 976222 h 1010399"/>
                <a:gd name="connsiteX1179" fmla="*/ 871767 w 1109339"/>
                <a:gd name="connsiteY1179" fmla="*/ 977030 h 1010399"/>
                <a:gd name="connsiteX1180" fmla="*/ 875032 w 1109339"/>
                <a:gd name="connsiteY1180" fmla="*/ 977971 h 1010399"/>
                <a:gd name="connsiteX1181" fmla="*/ 880450 w 1109339"/>
                <a:gd name="connsiteY1181" fmla="*/ 979855 h 1010399"/>
                <a:gd name="connsiteX1182" fmla="*/ 884287 w 1109339"/>
                <a:gd name="connsiteY1182" fmla="*/ 981672 h 1010399"/>
                <a:gd name="connsiteX1183" fmla="*/ 889133 w 1109339"/>
                <a:gd name="connsiteY1183" fmla="*/ 985069 h 1010399"/>
                <a:gd name="connsiteX1184" fmla="*/ 893912 w 1109339"/>
                <a:gd name="connsiteY1184" fmla="*/ 988332 h 1010399"/>
                <a:gd name="connsiteX1185" fmla="*/ 895931 w 1109339"/>
                <a:gd name="connsiteY1185" fmla="*/ 990149 h 1010399"/>
                <a:gd name="connsiteX1186" fmla="*/ 897950 w 1109339"/>
                <a:gd name="connsiteY1186" fmla="*/ 990654 h 1010399"/>
                <a:gd name="connsiteX1187" fmla="*/ 899532 w 1109339"/>
                <a:gd name="connsiteY1187" fmla="*/ 990654 h 1010399"/>
                <a:gd name="connsiteX1188" fmla="*/ 900912 w 1109339"/>
                <a:gd name="connsiteY1188" fmla="*/ 990855 h 1010399"/>
                <a:gd name="connsiteX1189" fmla="*/ 902427 w 1109339"/>
                <a:gd name="connsiteY1189" fmla="*/ 990923 h 1010399"/>
                <a:gd name="connsiteX1190" fmla="*/ 903436 w 1109339"/>
                <a:gd name="connsiteY1190" fmla="*/ 990418 h 1010399"/>
                <a:gd name="connsiteX1191" fmla="*/ 904883 w 1109339"/>
                <a:gd name="connsiteY1191" fmla="*/ 989981 h 1010399"/>
                <a:gd name="connsiteX1192" fmla="*/ 905893 w 1109339"/>
                <a:gd name="connsiteY1192" fmla="*/ 988164 h 1010399"/>
                <a:gd name="connsiteX1193" fmla="*/ 907138 w 1109339"/>
                <a:gd name="connsiteY1193" fmla="*/ 986718 h 1010399"/>
                <a:gd name="connsiteX1194" fmla="*/ 908215 w 1109339"/>
                <a:gd name="connsiteY1194" fmla="*/ 985339 h 1010399"/>
                <a:gd name="connsiteX1195" fmla="*/ 910100 w 1109339"/>
                <a:gd name="connsiteY1195" fmla="*/ 983825 h 1010399"/>
                <a:gd name="connsiteX1196" fmla="*/ 912052 w 1109339"/>
                <a:gd name="connsiteY1196" fmla="*/ 982950 h 1010399"/>
                <a:gd name="connsiteX1197" fmla="*/ 913566 w 1109339"/>
                <a:gd name="connsiteY1197" fmla="*/ 983690 h 1010399"/>
                <a:gd name="connsiteX1198" fmla="*/ 915215 w 1109339"/>
                <a:gd name="connsiteY1198" fmla="*/ 983690 h 1010399"/>
                <a:gd name="connsiteX1199" fmla="*/ 917538 w 1109339"/>
                <a:gd name="connsiteY1199" fmla="*/ 984195 h 1010399"/>
                <a:gd name="connsiteX1200" fmla="*/ 920062 w 1109339"/>
                <a:gd name="connsiteY1200" fmla="*/ 984632 h 1010399"/>
                <a:gd name="connsiteX1201" fmla="*/ 922148 w 1109339"/>
                <a:gd name="connsiteY1201" fmla="*/ 985944 h 1010399"/>
                <a:gd name="connsiteX1202" fmla="*/ 924167 w 1109339"/>
                <a:gd name="connsiteY1202" fmla="*/ 987256 h 1010399"/>
                <a:gd name="connsiteX1203" fmla="*/ 927634 w 1109339"/>
                <a:gd name="connsiteY1203" fmla="*/ 988635 h 1010399"/>
                <a:gd name="connsiteX1204" fmla="*/ 928273 w 1109339"/>
                <a:gd name="connsiteY1204" fmla="*/ 989039 h 1010399"/>
                <a:gd name="connsiteX1205" fmla="*/ 928273 w 1109339"/>
                <a:gd name="connsiteY1205" fmla="*/ 986314 h 1010399"/>
                <a:gd name="connsiteX1206" fmla="*/ 925076 w 1109339"/>
                <a:gd name="connsiteY1206" fmla="*/ 979351 h 1010399"/>
                <a:gd name="connsiteX1207" fmla="*/ 921442 w 1109339"/>
                <a:gd name="connsiteY1207" fmla="*/ 973396 h 1010399"/>
                <a:gd name="connsiteX1208" fmla="*/ 919557 w 1109339"/>
                <a:gd name="connsiteY1208" fmla="*/ 970066 h 1010399"/>
                <a:gd name="connsiteX1209" fmla="*/ 919557 w 1109339"/>
                <a:gd name="connsiteY1209" fmla="*/ 965424 h 1010399"/>
                <a:gd name="connsiteX1210" fmla="*/ 921307 w 1109339"/>
                <a:gd name="connsiteY1210" fmla="*/ 961219 h 1010399"/>
                <a:gd name="connsiteX1211" fmla="*/ 923898 w 1109339"/>
                <a:gd name="connsiteY1211" fmla="*/ 955567 h 1010399"/>
                <a:gd name="connsiteX1212" fmla="*/ 923191 w 1109339"/>
                <a:gd name="connsiteY1212" fmla="*/ 949176 h 1010399"/>
                <a:gd name="connsiteX1213" fmla="*/ 918413 w 1109339"/>
                <a:gd name="connsiteY1213" fmla="*/ 945274 h 1010399"/>
                <a:gd name="connsiteX1214" fmla="*/ 921610 w 1109339"/>
                <a:gd name="connsiteY1214" fmla="*/ 941237 h 1010399"/>
                <a:gd name="connsiteX1215" fmla="*/ 920600 w 1109339"/>
                <a:gd name="connsiteY1215" fmla="*/ 928622 h 1010399"/>
                <a:gd name="connsiteX1216" fmla="*/ 919456 w 1109339"/>
                <a:gd name="connsiteY1216" fmla="*/ 916310 h 1010399"/>
                <a:gd name="connsiteX1217" fmla="*/ 916561 w 1109339"/>
                <a:gd name="connsiteY1217" fmla="*/ 909515 h 1010399"/>
                <a:gd name="connsiteX1218" fmla="*/ 916561 w 1109339"/>
                <a:gd name="connsiteY1218" fmla="*/ 905747 h 1010399"/>
                <a:gd name="connsiteX1219" fmla="*/ 916427 w 1109339"/>
                <a:gd name="connsiteY1219" fmla="*/ 901677 h 1010399"/>
                <a:gd name="connsiteX1220" fmla="*/ 911917 w 1109339"/>
                <a:gd name="connsiteY1220" fmla="*/ 899356 h 1010399"/>
                <a:gd name="connsiteX1221" fmla="*/ 909158 w 1109339"/>
                <a:gd name="connsiteY1221" fmla="*/ 896160 h 1010399"/>
                <a:gd name="connsiteX1222" fmla="*/ 909158 w 1109339"/>
                <a:gd name="connsiteY1222" fmla="*/ 888927 h 1010399"/>
                <a:gd name="connsiteX1223" fmla="*/ 904076 w 1109339"/>
                <a:gd name="connsiteY1223" fmla="*/ 881089 h 1010399"/>
                <a:gd name="connsiteX1224" fmla="*/ 899734 w 1109339"/>
                <a:gd name="connsiteY1224" fmla="*/ 873991 h 1010399"/>
                <a:gd name="connsiteX1225" fmla="*/ 897715 w 1109339"/>
                <a:gd name="connsiteY1225" fmla="*/ 866456 h 1010399"/>
                <a:gd name="connsiteX1226" fmla="*/ 893508 w 1109339"/>
                <a:gd name="connsiteY1226" fmla="*/ 861545 h 1010399"/>
                <a:gd name="connsiteX1227" fmla="*/ 893508 w 1109339"/>
                <a:gd name="connsiteY1227" fmla="*/ 857643 h 1010399"/>
                <a:gd name="connsiteX1228" fmla="*/ 890479 w 1109339"/>
                <a:gd name="connsiteY1228" fmla="*/ 854884 h 1010399"/>
                <a:gd name="connsiteX1229" fmla="*/ 886575 w 1109339"/>
                <a:gd name="connsiteY1229" fmla="*/ 851554 h 1010399"/>
                <a:gd name="connsiteX1230" fmla="*/ 880619 w 1109339"/>
                <a:gd name="connsiteY1230" fmla="*/ 846205 h 1010399"/>
                <a:gd name="connsiteX1231" fmla="*/ 876984 w 1109339"/>
                <a:gd name="connsiteY1231" fmla="*/ 840554 h 1010399"/>
                <a:gd name="connsiteX1232" fmla="*/ 878296 w 1109339"/>
                <a:gd name="connsiteY1232" fmla="*/ 837661 h 1010399"/>
                <a:gd name="connsiteX1233" fmla="*/ 882941 w 1109339"/>
                <a:gd name="connsiteY1233" fmla="*/ 833321 h 1010399"/>
                <a:gd name="connsiteX1234" fmla="*/ 886272 w 1109339"/>
                <a:gd name="connsiteY1234" fmla="*/ 830428 h 1010399"/>
                <a:gd name="connsiteX1235" fmla="*/ 888729 w 1109339"/>
                <a:gd name="connsiteY1235" fmla="*/ 830428 h 1010399"/>
                <a:gd name="connsiteX1236" fmla="*/ 894518 w 1109339"/>
                <a:gd name="connsiteY1236" fmla="*/ 832177 h 1010399"/>
                <a:gd name="connsiteX1237" fmla="*/ 901484 w 1109339"/>
                <a:gd name="connsiteY1237" fmla="*/ 829150 h 1010399"/>
                <a:gd name="connsiteX1238" fmla="*/ 901619 w 1109339"/>
                <a:gd name="connsiteY1238" fmla="*/ 826257 h 1010399"/>
                <a:gd name="connsiteX1239" fmla="*/ 900037 w 1109339"/>
                <a:gd name="connsiteY1239" fmla="*/ 823061 h 1010399"/>
                <a:gd name="connsiteX1240" fmla="*/ 905085 w 1109339"/>
                <a:gd name="connsiteY1240" fmla="*/ 820874 h 1010399"/>
                <a:gd name="connsiteX1241" fmla="*/ 907710 w 1109339"/>
                <a:gd name="connsiteY1241" fmla="*/ 822186 h 1010399"/>
                <a:gd name="connsiteX1242" fmla="*/ 910167 w 1109339"/>
                <a:gd name="connsiteY1242" fmla="*/ 819428 h 1010399"/>
                <a:gd name="connsiteX1243" fmla="*/ 915686 w 1109339"/>
                <a:gd name="connsiteY1243" fmla="*/ 814079 h 1010399"/>
                <a:gd name="connsiteX1244" fmla="*/ 919759 w 1109339"/>
                <a:gd name="connsiteY1244" fmla="*/ 806544 h 1010399"/>
                <a:gd name="connsiteX1245" fmla="*/ 925413 w 1109339"/>
                <a:gd name="connsiteY1245" fmla="*/ 800455 h 1010399"/>
                <a:gd name="connsiteX1246" fmla="*/ 924538 w 1109339"/>
                <a:gd name="connsiteY1246" fmla="*/ 791911 h 1010399"/>
                <a:gd name="connsiteX1247" fmla="*/ 930057 w 1109339"/>
                <a:gd name="connsiteY1247" fmla="*/ 791911 h 1010399"/>
                <a:gd name="connsiteX1248" fmla="*/ 933759 w 1109339"/>
                <a:gd name="connsiteY1248" fmla="*/ 791339 h 1010399"/>
                <a:gd name="connsiteX1249" fmla="*/ 935274 w 1109339"/>
                <a:gd name="connsiteY1249" fmla="*/ 785553 h 1010399"/>
                <a:gd name="connsiteX1250" fmla="*/ 935274 w 1109339"/>
                <a:gd name="connsiteY1250" fmla="*/ 781213 h 1010399"/>
                <a:gd name="connsiteX1251" fmla="*/ 936149 w 1109339"/>
                <a:gd name="connsiteY1251" fmla="*/ 778085 h 1010399"/>
                <a:gd name="connsiteX1252" fmla="*/ 938168 w 1109339"/>
                <a:gd name="connsiteY1252" fmla="*/ 776840 h 1010399"/>
                <a:gd name="connsiteX1253" fmla="*/ 939615 w 1109339"/>
                <a:gd name="connsiteY1253" fmla="*/ 776840 h 1010399"/>
                <a:gd name="connsiteX1254" fmla="*/ 943519 w 1109339"/>
                <a:gd name="connsiteY1254" fmla="*/ 777715 h 1010399"/>
                <a:gd name="connsiteX1255" fmla="*/ 950486 w 1109339"/>
                <a:gd name="connsiteY1255" fmla="*/ 778724 h 1010399"/>
                <a:gd name="connsiteX1256" fmla="*/ 958596 w 1109339"/>
                <a:gd name="connsiteY1256" fmla="*/ 781920 h 1010399"/>
                <a:gd name="connsiteX1257" fmla="*/ 964553 w 1109339"/>
                <a:gd name="connsiteY1257" fmla="*/ 781348 h 1010399"/>
                <a:gd name="connsiteX1258" fmla="*/ 1011804 w 1109339"/>
                <a:gd name="connsiteY1258" fmla="*/ 783803 h 1010399"/>
                <a:gd name="connsiteX1259" fmla="*/ 1028328 w 1109339"/>
                <a:gd name="connsiteY1259" fmla="*/ 783803 h 1010399"/>
                <a:gd name="connsiteX1260" fmla="*/ 1040781 w 1109339"/>
                <a:gd name="connsiteY1260" fmla="*/ 778287 h 1010399"/>
                <a:gd name="connsiteX1261" fmla="*/ 1045425 w 1109339"/>
                <a:gd name="connsiteY1261" fmla="*/ 771929 h 1010399"/>
                <a:gd name="connsiteX1262" fmla="*/ 1046569 w 1109339"/>
                <a:gd name="connsiteY1262" fmla="*/ 767757 h 1010399"/>
                <a:gd name="connsiteX1263" fmla="*/ 1046569 w 1109339"/>
                <a:gd name="connsiteY1263" fmla="*/ 763822 h 1010399"/>
                <a:gd name="connsiteX1264" fmla="*/ 1044819 w 1109339"/>
                <a:gd name="connsiteY1264" fmla="*/ 761231 h 1010399"/>
                <a:gd name="connsiteX1265" fmla="*/ 1043069 w 1109339"/>
                <a:gd name="connsiteY1265" fmla="*/ 758910 h 1010399"/>
                <a:gd name="connsiteX1266" fmla="*/ 1040612 w 1109339"/>
                <a:gd name="connsiteY1266" fmla="*/ 757531 h 1010399"/>
                <a:gd name="connsiteX1267" fmla="*/ 1040208 w 1109339"/>
                <a:gd name="connsiteY1267" fmla="*/ 754705 h 1010399"/>
                <a:gd name="connsiteX1268" fmla="*/ 1039603 w 1109339"/>
                <a:gd name="connsiteY1268" fmla="*/ 750366 h 1010399"/>
                <a:gd name="connsiteX1269" fmla="*/ 1039603 w 1109339"/>
                <a:gd name="connsiteY1269" fmla="*/ 748179 h 1010399"/>
                <a:gd name="connsiteX1270" fmla="*/ 1041555 w 1109339"/>
                <a:gd name="connsiteY1270" fmla="*/ 745051 h 1010399"/>
                <a:gd name="connsiteX1271" fmla="*/ 1042800 w 1109339"/>
                <a:gd name="connsiteY1271" fmla="*/ 742090 h 1010399"/>
                <a:gd name="connsiteX1272" fmla="*/ 1043944 w 1109339"/>
                <a:gd name="connsiteY1272" fmla="*/ 736439 h 1010399"/>
                <a:gd name="connsiteX1273" fmla="*/ 1045089 w 1109339"/>
                <a:gd name="connsiteY1273" fmla="*/ 730350 h 1010399"/>
                <a:gd name="connsiteX1274" fmla="*/ 1047276 w 1109339"/>
                <a:gd name="connsiteY1274" fmla="*/ 724699 h 1010399"/>
                <a:gd name="connsiteX1275" fmla="*/ 1051920 w 1109339"/>
                <a:gd name="connsiteY1275" fmla="*/ 720359 h 1010399"/>
                <a:gd name="connsiteX1276" fmla="*/ 1056699 w 1109339"/>
                <a:gd name="connsiteY1276" fmla="*/ 716592 h 1010399"/>
                <a:gd name="connsiteX1277" fmla="*/ 1057709 w 1109339"/>
                <a:gd name="connsiteY1277" fmla="*/ 707307 h 1010399"/>
                <a:gd name="connsiteX1278" fmla="*/ 1055959 w 1109339"/>
                <a:gd name="connsiteY1278" fmla="*/ 690083 h 1010399"/>
                <a:gd name="connsiteX1279" fmla="*/ 1059089 w 1109339"/>
                <a:gd name="connsiteY1279" fmla="*/ 684432 h 1010399"/>
                <a:gd name="connsiteX1280" fmla="*/ 1061344 w 1109339"/>
                <a:gd name="connsiteY1280" fmla="*/ 680530 h 1010399"/>
                <a:gd name="connsiteX1281" fmla="*/ 1064474 w 1109339"/>
                <a:gd name="connsiteY1281" fmla="*/ 676392 h 1010399"/>
                <a:gd name="connsiteX1282" fmla="*/ 1067132 w 1109339"/>
                <a:gd name="connsiteY1282" fmla="*/ 672423 h 1010399"/>
                <a:gd name="connsiteX1283" fmla="*/ 1068848 w 1109339"/>
                <a:gd name="connsiteY1283" fmla="*/ 670673 h 1010399"/>
                <a:gd name="connsiteX1284" fmla="*/ 1070901 w 1109339"/>
                <a:gd name="connsiteY1284" fmla="*/ 668857 h 1010399"/>
                <a:gd name="connsiteX1285" fmla="*/ 1070901 w 1109339"/>
                <a:gd name="connsiteY1285" fmla="*/ 666468 h 1010399"/>
                <a:gd name="connsiteX1286" fmla="*/ 1068579 w 1109339"/>
                <a:gd name="connsiteY1286" fmla="*/ 658193 h 1010399"/>
                <a:gd name="connsiteX1287" fmla="*/ 1068512 w 1109339"/>
                <a:gd name="connsiteY1287" fmla="*/ 651667 h 1010399"/>
                <a:gd name="connsiteX1288" fmla="*/ 1068950 w 1109339"/>
                <a:gd name="connsiteY1288" fmla="*/ 645814 h 1010399"/>
                <a:gd name="connsiteX1289" fmla="*/ 1072416 w 1109339"/>
                <a:gd name="connsiteY1289" fmla="*/ 641407 h 1010399"/>
                <a:gd name="connsiteX1290" fmla="*/ 1077935 w 1109339"/>
                <a:gd name="connsiteY1290" fmla="*/ 635688 h 1010399"/>
                <a:gd name="connsiteX1291" fmla="*/ 1079820 w 1109339"/>
                <a:gd name="connsiteY1291" fmla="*/ 632862 h 1010399"/>
                <a:gd name="connsiteX1292" fmla="*/ 1079517 w 1109339"/>
                <a:gd name="connsiteY1292" fmla="*/ 627278 h 1010399"/>
                <a:gd name="connsiteX1293" fmla="*/ 1077060 w 1109339"/>
                <a:gd name="connsiteY1293" fmla="*/ 623006 h 1010399"/>
                <a:gd name="connsiteX1294" fmla="*/ 1072012 w 1109339"/>
                <a:gd name="connsiteY1294" fmla="*/ 615841 h 1010399"/>
                <a:gd name="connsiteX1295" fmla="*/ 1073392 w 1109339"/>
                <a:gd name="connsiteY1295" fmla="*/ 609079 h 1010399"/>
                <a:gd name="connsiteX1296" fmla="*/ 1074738 w 1109339"/>
                <a:gd name="connsiteY1296" fmla="*/ 603293 h 1010399"/>
                <a:gd name="connsiteX1297" fmla="*/ 1079281 w 1109339"/>
                <a:gd name="connsiteY1297" fmla="*/ 599828 h 1010399"/>
                <a:gd name="connsiteX1298" fmla="*/ 1080426 w 1109339"/>
                <a:gd name="connsiteY1298" fmla="*/ 596027 h 1010399"/>
                <a:gd name="connsiteX1299" fmla="*/ 1079887 w 1109339"/>
                <a:gd name="connsiteY1299" fmla="*/ 586473 h 1010399"/>
                <a:gd name="connsiteX1300" fmla="*/ 1078743 w 1109339"/>
                <a:gd name="connsiteY1300" fmla="*/ 584657 h 1010399"/>
                <a:gd name="connsiteX1301" fmla="*/ 1077767 w 1109339"/>
                <a:gd name="connsiteY1301" fmla="*/ 580250 h 1010399"/>
                <a:gd name="connsiteX1302" fmla="*/ 1076051 w 1109339"/>
                <a:gd name="connsiteY1302" fmla="*/ 575036 h 1010399"/>
                <a:gd name="connsiteX1303" fmla="*/ 1076556 w 1109339"/>
                <a:gd name="connsiteY1303" fmla="*/ 570293 h 1010399"/>
                <a:gd name="connsiteX1304" fmla="*/ 1076724 w 1109339"/>
                <a:gd name="connsiteY1304" fmla="*/ 564339 h 1010399"/>
                <a:gd name="connsiteX1305" fmla="*/ 1077060 w 1109339"/>
                <a:gd name="connsiteY1305" fmla="*/ 556400 h 1010399"/>
                <a:gd name="connsiteX1306" fmla="*/ 1076892 w 1109339"/>
                <a:gd name="connsiteY1306" fmla="*/ 546106 h 1010399"/>
                <a:gd name="connsiteX1307" fmla="*/ 1079382 w 1109339"/>
                <a:gd name="connsiteY1307" fmla="*/ 540656 h 1010399"/>
                <a:gd name="connsiteX1308" fmla="*/ 1081772 w 1109339"/>
                <a:gd name="connsiteY1308" fmla="*/ 535644 h 1010399"/>
                <a:gd name="connsiteX1309" fmla="*/ 1083084 w 1109339"/>
                <a:gd name="connsiteY1309" fmla="*/ 528243 h 1010399"/>
                <a:gd name="connsiteX1310" fmla="*/ 1083084 w 1109339"/>
                <a:gd name="connsiteY1310" fmla="*/ 523904 h 1010399"/>
                <a:gd name="connsiteX1311" fmla="*/ 1080257 w 1109339"/>
                <a:gd name="connsiteY1311" fmla="*/ 519228 h 1010399"/>
                <a:gd name="connsiteX1312" fmla="*/ 1079382 w 1109339"/>
                <a:gd name="connsiteY1312" fmla="*/ 516503 h 1010399"/>
                <a:gd name="connsiteX1313" fmla="*/ 1078743 w 1109339"/>
                <a:gd name="connsiteY1313" fmla="*/ 510650 h 1010399"/>
                <a:gd name="connsiteX1314" fmla="*/ 1079382 w 1109339"/>
                <a:gd name="connsiteY1314" fmla="*/ 507488 h 1010399"/>
                <a:gd name="connsiteX1315" fmla="*/ 1081873 w 1109339"/>
                <a:gd name="connsiteY1315" fmla="*/ 504325 h 1010399"/>
                <a:gd name="connsiteX1316" fmla="*/ 1087729 w 1109339"/>
                <a:gd name="connsiteY1316" fmla="*/ 499448 h 1010399"/>
                <a:gd name="connsiteX1317" fmla="*/ 1097623 w 1109339"/>
                <a:gd name="connsiteY1317" fmla="*/ 491744 h 1010399"/>
                <a:gd name="connsiteX1318" fmla="*/ 1100551 w 1109339"/>
                <a:gd name="connsiteY1318" fmla="*/ 487169 h 1010399"/>
                <a:gd name="connsiteX1319" fmla="*/ 1104623 w 1109339"/>
                <a:gd name="connsiteY1319" fmla="*/ 481955 h 1010399"/>
                <a:gd name="connsiteX1320" fmla="*/ 1107383 w 1109339"/>
                <a:gd name="connsiteY1320" fmla="*/ 477279 h 1010399"/>
                <a:gd name="connsiteX1321" fmla="*/ 1107383 w 1109339"/>
                <a:gd name="connsiteY1321" fmla="*/ 470013 h 1010399"/>
                <a:gd name="connsiteX1322" fmla="*/ 1108460 w 1109339"/>
                <a:gd name="connsiteY1322" fmla="*/ 462175 h 1010399"/>
                <a:gd name="connsiteX1323" fmla="*/ 1107787 w 1109339"/>
                <a:gd name="connsiteY1323" fmla="*/ 452823 h 1010399"/>
                <a:gd name="connsiteX1324" fmla="*/ 1106171 w 1109339"/>
                <a:gd name="connsiteY1324" fmla="*/ 448484 h 1010399"/>
                <a:gd name="connsiteX1325" fmla="*/ 1099104 w 1109339"/>
                <a:gd name="connsiteY1325" fmla="*/ 445759 h 1010399"/>
                <a:gd name="connsiteX1326" fmla="*/ 1096042 w 1109339"/>
                <a:gd name="connsiteY1326" fmla="*/ 444783 h 1010399"/>
                <a:gd name="connsiteX1327" fmla="*/ 1092575 w 1109339"/>
                <a:gd name="connsiteY1327" fmla="*/ 444783 h 1010399"/>
                <a:gd name="connsiteX1328" fmla="*/ 1088772 w 1109339"/>
                <a:gd name="connsiteY1328" fmla="*/ 441857 h 1010399"/>
                <a:gd name="connsiteX1329" fmla="*/ 1086483 w 1109339"/>
                <a:gd name="connsiteY1329" fmla="*/ 439569 h 1010399"/>
                <a:gd name="connsiteX1330" fmla="*/ 1085508 w 1109339"/>
                <a:gd name="connsiteY1330" fmla="*/ 437181 h 1010399"/>
                <a:gd name="connsiteX1331" fmla="*/ 1086719 w 1109339"/>
                <a:gd name="connsiteY1331" fmla="*/ 432740 h 1010399"/>
                <a:gd name="connsiteX1332" fmla="*/ 1087493 w 1109339"/>
                <a:gd name="connsiteY1332" fmla="*/ 426113 h 1010399"/>
                <a:gd name="connsiteX1333" fmla="*/ 1088536 w 1109339"/>
                <a:gd name="connsiteY1333" fmla="*/ 421875 h 1010399"/>
                <a:gd name="connsiteX1334" fmla="*/ 1091734 w 1109339"/>
                <a:gd name="connsiteY1334" fmla="*/ 418713 h 1010399"/>
                <a:gd name="connsiteX1335" fmla="*/ 1091734 w 1109339"/>
                <a:gd name="connsiteY1335" fmla="*/ 414373 h 1010399"/>
                <a:gd name="connsiteX1336" fmla="*/ 1089546 w 1109339"/>
                <a:gd name="connsiteY1336" fmla="*/ 408822 h 1010399"/>
                <a:gd name="connsiteX1337" fmla="*/ 1090522 w 1109339"/>
                <a:gd name="connsiteY1337" fmla="*/ 405660 h 1010399"/>
                <a:gd name="connsiteX1338" fmla="*/ 1093988 w 1109339"/>
                <a:gd name="connsiteY1338" fmla="*/ 401422 h 1010399"/>
                <a:gd name="connsiteX1339" fmla="*/ 1098465 w 1109339"/>
                <a:gd name="connsiteY1339" fmla="*/ 399672 h 1010399"/>
                <a:gd name="connsiteX1340" fmla="*/ 1104321 w 1109339"/>
                <a:gd name="connsiteY1340" fmla="*/ 393920 h 1010399"/>
                <a:gd name="connsiteX1341" fmla="*/ 1107787 w 1109339"/>
                <a:gd name="connsiteY1341" fmla="*/ 390455 h 1010399"/>
                <a:gd name="connsiteX1342" fmla="*/ 1109301 w 1109339"/>
                <a:gd name="connsiteY1342" fmla="*/ 389143 h 1010399"/>
                <a:gd name="connsiteX1343" fmla="*/ 1109167 w 1109339"/>
                <a:gd name="connsiteY1343" fmla="*/ 386721 h 101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109339" h="1010399">
                  <a:moveTo>
                    <a:pt x="1109167" y="386721"/>
                  </a:moveTo>
                  <a:lnTo>
                    <a:pt x="1109066" y="385577"/>
                  </a:lnTo>
                  <a:lnTo>
                    <a:pt x="1109066" y="384871"/>
                  </a:lnTo>
                  <a:lnTo>
                    <a:pt x="1108359" y="383391"/>
                  </a:lnTo>
                  <a:lnTo>
                    <a:pt x="1106508" y="383761"/>
                  </a:lnTo>
                  <a:lnTo>
                    <a:pt x="1105263" y="384636"/>
                  </a:lnTo>
                  <a:lnTo>
                    <a:pt x="1104926" y="385779"/>
                  </a:lnTo>
                  <a:lnTo>
                    <a:pt x="1104051" y="387630"/>
                  </a:lnTo>
                  <a:lnTo>
                    <a:pt x="1102133" y="388403"/>
                  </a:lnTo>
                  <a:lnTo>
                    <a:pt x="1099912" y="388841"/>
                  </a:lnTo>
                  <a:lnTo>
                    <a:pt x="1097691" y="389917"/>
                  </a:lnTo>
                  <a:cubicBezTo>
                    <a:pt x="1097691" y="389917"/>
                    <a:pt x="1095671" y="390455"/>
                    <a:pt x="1095301" y="390455"/>
                  </a:cubicBezTo>
                  <a:cubicBezTo>
                    <a:pt x="1094931" y="390455"/>
                    <a:pt x="1091263" y="391397"/>
                    <a:pt x="1091060" y="391397"/>
                  </a:cubicBezTo>
                  <a:cubicBezTo>
                    <a:pt x="1090825" y="391397"/>
                    <a:pt x="1082142" y="391128"/>
                    <a:pt x="1082142" y="391128"/>
                  </a:cubicBezTo>
                  <a:lnTo>
                    <a:pt x="1076387" y="391397"/>
                  </a:lnTo>
                  <a:lnTo>
                    <a:pt x="1071642" y="392474"/>
                  </a:lnTo>
                  <a:lnTo>
                    <a:pt x="1065921" y="396712"/>
                  </a:lnTo>
                  <a:lnTo>
                    <a:pt x="1061041" y="398832"/>
                  </a:lnTo>
                  <a:lnTo>
                    <a:pt x="1048252" y="405122"/>
                  </a:lnTo>
                  <a:cubicBezTo>
                    <a:pt x="1048252" y="405122"/>
                    <a:pt x="1041992" y="410504"/>
                    <a:pt x="1041689" y="410605"/>
                  </a:cubicBezTo>
                  <a:cubicBezTo>
                    <a:pt x="1041353" y="410706"/>
                    <a:pt x="1032569" y="415281"/>
                    <a:pt x="1032569" y="415281"/>
                  </a:cubicBezTo>
                  <a:lnTo>
                    <a:pt x="1011434" y="432236"/>
                  </a:lnTo>
                  <a:cubicBezTo>
                    <a:pt x="1011434" y="432236"/>
                    <a:pt x="1002313" y="439199"/>
                    <a:pt x="1001977" y="439401"/>
                  </a:cubicBezTo>
                  <a:cubicBezTo>
                    <a:pt x="1001640" y="439603"/>
                    <a:pt x="991208" y="441150"/>
                    <a:pt x="990467" y="441588"/>
                  </a:cubicBezTo>
                  <a:cubicBezTo>
                    <a:pt x="989693" y="442025"/>
                    <a:pt x="980471" y="445725"/>
                    <a:pt x="978721" y="445927"/>
                  </a:cubicBezTo>
                  <a:cubicBezTo>
                    <a:pt x="976972" y="446129"/>
                    <a:pt x="971115" y="452991"/>
                    <a:pt x="971115" y="453328"/>
                  </a:cubicBezTo>
                  <a:cubicBezTo>
                    <a:pt x="971115" y="453664"/>
                    <a:pt x="964048" y="459955"/>
                    <a:pt x="963712" y="460056"/>
                  </a:cubicBezTo>
                  <a:cubicBezTo>
                    <a:pt x="963375" y="460157"/>
                    <a:pt x="955870" y="466784"/>
                    <a:pt x="955668" y="467120"/>
                  </a:cubicBezTo>
                  <a:cubicBezTo>
                    <a:pt x="955466" y="467456"/>
                    <a:pt x="951428" y="475160"/>
                    <a:pt x="951428" y="475160"/>
                  </a:cubicBezTo>
                  <a:lnTo>
                    <a:pt x="945673" y="477885"/>
                  </a:lnTo>
                  <a:lnTo>
                    <a:pt x="942980" y="477885"/>
                  </a:lnTo>
                  <a:lnTo>
                    <a:pt x="940355" y="479836"/>
                  </a:lnTo>
                  <a:lnTo>
                    <a:pt x="939480" y="486463"/>
                  </a:lnTo>
                  <a:lnTo>
                    <a:pt x="939918" y="492753"/>
                  </a:lnTo>
                  <a:lnTo>
                    <a:pt x="940120" y="494604"/>
                  </a:lnTo>
                  <a:lnTo>
                    <a:pt x="939346" y="497766"/>
                  </a:lnTo>
                  <a:lnTo>
                    <a:pt x="937293" y="498977"/>
                  </a:lnTo>
                  <a:lnTo>
                    <a:pt x="935543" y="500289"/>
                  </a:lnTo>
                  <a:lnTo>
                    <a:pt x="930865" y="500726"/>
                  </a:lnTo>
                  <a:lnTo>
                    <a:pt x="919658" y="500928"/>
                  </a:lnTo>
                  <a:lnTo>
                    <a:pt x="913364" y="506377"/>
                  </a:lnTo>
                  <a:lnTo>
                    <a:pt x="906297" y="510179"/>
                  </a:lnTo>
                  <a:lnTo>
                    <a:pt x="902494" y="512668"/>
                  </a:lnTo>
                  <a:lnTo>
                    <a:pt x="896402" y="514451"/>
                  </a:lnTo>
                  <a:lnTo>
                    <a:pt x="890648" y="516133"/>
                  </a:lnTo>
                  <a:lnTo>
                    <a:pt x="880315" y="516133"/>
                  </a:lnTo>
                  <a:lnTo>
                    <a:pt x="857834" y="516772"/>
                  </a:lnTo>
                  <a:lnTo>
                    <a:pt x="852416" y="517108"/>
                  </a:lnTo>
                  <a:lnTo>
                    <a:pt x="847402" y="518757"/>
                  </a:lnTo>
                  <a:cubicBezTo>
                    <a:pt x="847402" y="518757"/>
                    <a:pt x="842084" y="521784"/>
                    <a:pt x="841646" y="521919"/>
                  </a:cubicBezTo>
                  <a:cubicBezTo>
                    <a:pt x="841209" y="522020"/>
                    <a:pt x="835555" y="522558"/>
                    <a:pt x="835555" y="522558"/>
                  </a:cubicBezTo>
                  <a:lnTo>
                    <a:pt x="829463" y="524509"/>
                  </a:lnTo>
                  <a:lnTo>
                    <a:pt x="824348" y="526359"/>
                  </a:lnTo>
                  <a:lnTo>
                    <a:pt x="817819" y="526696"/>
                  </a:lnTo>
                  <a:lnTo>
                    <a:pt x="813242" y="525485"/>
                  </a:lnTo>
                  <a:lnTo>
                    <a:pt x="807790" y="517108"/>
                  </a:lnTo>
                  <a:lnTo>
                    <a:pt x="803785" y="509607"/>
                  </a:lnTo>
                  <a:lnTo>
                    <a:pt x="798468" y="505368"/>
                  </a:lnTo>
                  <a:cubicBezTo>
                    <a:pt x="798468" y="505368"/>
                    <a:pt x="796516" y="503854"/>
                    <a:pt x="796078" y="503619"/>
                  </a:cubicBezTo>
                  <a:cubicBezTo>
                    <a:pt x="795641" y="503417"/>
                    <a:pt x="790963" y="500894"/>
                    <a:pt x="790963" y="500894"/>
                  </a:cubicBezTo>
                  <a:cubicBezTo>
                    <a:pt x="790963" y="500894"/>
                    <a:pt x="787967" y="498506"/>
                    <a:pt x="787429" y="498169"/>
                  </a:cubicBezTo>
                  <a:cubicBezTo>
                    <a:pt x="786890" y="497833"/>
                    <a:pt x="782044" y="494368"/>
                    <a:pt x="782044" y="494368"/>
                  </a:cubicBezTo>
                  <a:lnTo>
                    <a:pt x="782044" y="490903"/>
                  </a:lnTo>
                  <a:lnTo>
                    <a:pt x="782044" y="485689"/>
                  </a:lnTo>
                  <a:lnTo>
                    <a:pt x="782044" y="483940"/>
                  </a:lnTo>
                  <a:lnTo>
                    <a:pt x="784332" y="477952"/>
                  </a:lnTo>
                  <a:lnTo>
                    <a:pt x="785746" y="475227"/>
                  </a:lnTo>
                  <a:lnTo>
                    <a:pt x="787059" y="470787"/>
                  </a:lnTo>
                  <a:cubicBezTo>
                    <a:pt x="787059" y="470787"/>
                    <a:pt x="786823" y="466346"/>
                    <a:pt x="786823" y="466010"/>
                  </a:cubicBezTo>
                  <a:cubicBezTo>
                    <a:pt x="786823" y="465673"/>
                    <a:pt x="786621" y="461435"/>
                    <a:pt x="786621" y="461435"/>
                  </a:cubicBezTo>
                  <a:cubicBezTo>
                    <a:pt x="786621" y="461435"/>
                    <a:pt x="786285" y="456994"/>
                    <a:pt x="786285" y="456557"/>
                  </a:cubicBezTo>
                  <a:cubicBezTo>
                    <a:pt x="786285" y="456120"/>
                    <a:pt x="784568" y="449392"/>
                    <a:pt x="784332" y="449056"/>
                  </a:cubicBezTo>
                  <a:cubicBezTo>
                    <a:pt x="784131" y="448719"/>
                    <a:pt x="781169" y="444817"/>
                    <a:pt x="780765" y="444817"/>
                  </a:cubicBezTo>
                  <a:cubicBezTo>
                    <a:pt x="780328" y="444817"/>
                    <a:pt x="776323" y="443068"/>
                    <a:pt x="776323" y="443068"/>
                  </a:cubicBezTo>
                  <a:lnTo>
                    <a:pt x="772621" y="442832"/>
                  </a:lnTo>
                  <a:lnTo>
                    <a:pt x="766193" y="442496"/>
                  </a:lnTo>
                  <a:cubicBezTo>
                    <a:pt x="766193" y="442496"/>
                    <a:pt x="763366" y="441285"/>
                    <a:pt x="763265" y="440982"/>
                  </a:cubicBezTo>
                  <a:cubicBezTo>
                    <a:pt x="763164" y="440646"/>
                    <a:pt x="761616" y="437517"/>
                    <a:pt x="761616" y="437517"/>
                  </a:cubicBezTo>
                  <a:lnTo>
                    <a:pt x="760674" y="434456"/>
                  </a:lnTo>
                  <a:lnTo>
                    <a:pt x="759428" y="430756"/>
                  </a:lnTo>
                  <a:lnTo>
                    <a:pt x="759428" y="428266"/>
                  </a:lnTo>
                  <a:lnTo>
                    <a:pt x="762457" y="424364"/>
                  </a:lnTo>
                  <a:lnTo>
                    <a:pt x="763770" y="420226"/>
                  </a:lnTo>
                  <a:lnTo>
                    <a:pt x="767236" y="417502"/>
                  </a:lnTo>
                  <a:lnTo>
                    <a:pt x="770400" y="414474"/>
                  </a:lnTo>
                  <a:lnTo>
                    <a:pt x="773126" y="411446"/>
                  </a:lnTo>
                  <a:lnTo>
                    <a:pt x="773563" y="408856"/>
                  </a:lnTo>
                  <a:lnTo>
                    <a:pt x="773227" y="407208"/>
                  </a:lnTo>
                  <a:lnTo>
                    <a:pt x="771275" y="406333"/>
                  </a:lnTo>
                  <a:lnTo>
                    <a:pt x="767909" y="405257"/>
                  </a:lnTo>
                  <a:cubicBezTo>
                    <a:pt x="767909" y="405257"/>
                    <a:pt x="767135" y="404920"/>
                    <a:pt x="766731" y="404920"/>
                  </a:cubicBezTo>
                  <a:cubicBezTo>
                    <a:pt x="766294" y="404920"/>
                    <a:pt x="761077" y="405459"/>
                    <a:pt x="761077" y="405459"/>
                  </a:cubicBezTo>
                  <a:lnTo>
                    <a:pt x="758452" y="405896"/>
                  </a:lnTo>
                  <a:lnTo>
                    <a:pt x="753337" y="406871"/>
                  </a:lnTo>
                  <a:lnTo>
                    <a:pt x="749231" y="407073"/>
                  </a:lnTo>
                  <a:lnTo>
                    <a:pt x="742601" y="408385"/>
                  </a:lnTo>
                  <a:lnTo>
                    <a:pt x="739572" y="409428"/>
                  </a:lnTo>
                  <a:lnTo>
                    <a:pt x="736106" y="410034"/>
                  </a:lnTo>
                  <a:lnTo>
                    <a:pt x="732538" y="410034"/>
                  </a:lnTo>
                  <a:lnTo>
                    <a:pt x="727759" y="409933"/>
                  </a:lnTo>
                  <a:lnTo>
                    <a:pt x="722206" y="408520"/>
                  </a:lnTo>
                  <a:lnTo>
                    <a:pt x="718504" y="405492"/>
                  </a:lnTo>
                  <a:lnTo>
                    <a:pt x="714701" y="403440"/>
                  </a:lnTo>
                  <a:lnTo>
                    <a:pt x="711672" y="400076"/>
                  </a:lnTo>
                  <a:lnTo>
                    <a:pt x="704941" y="394963"/>
                  </a:lnTo>
                  <a:lnTo>
                    <a:pt x="699187" y="389749"/>
                  </a:lnTo>
                  <a:lnTo>
                    <a:pt x="695720" y="387360"/>
                  </a:lnTo>
                  <a:lnTo>
                    <a:pt x="691480" y="383391"/>
                  </a:lnTo>
                  <a:lnTo>
                    <a:pt x="686364" y="379657"/>
                  </a:lnTo>
                  <a:lnTo>
                    <a:pt x="681787" y="378782"/>
                  </a:lnTo>
                  <a:cubicBezTo>
                    <a:pt x="681787" y="378782"/>
                    <a:pt x="677446" y="377908"/>
                    <a:pt x="677008" y="377908"/>
                  </a:cubicBezTo>
                  <a:cubicBezTo>
                    <a:pt x="676571" y="377908"/>
                    <a:pt x="674282" y="376831"/>
                    <a:pt x="674282" y="376831"/>
                  </a:cubicBezTo>
                  <a:lnTo>
                    <a:pt x="673071" y="374645"/>
                  </a:lnTo>
                  <a:lnTo>
                    <a:pt x="672532" y="371718"/>
                  </a:lnTo>
                  <a:lnTo>
                    <a:pt x="672532" y="369229"/>
                  </a:lnTo>
                  <a:lnTo>
                    <a:pt x="672532" y="367479"/>
                  </a:lnTo>
                  <a:lnTo>
                    <a:pt x="670917" y="364015"/>
                  </a:lnTo>
                  <a:lnTo>
                    <a:pt x="667888" y="361424"/>
                  </a:lnTo>
                  <a:lnTo>
                    <a:pt x="664724" y="361424"/>
                  </a:lnTo>
                  <a:lnTo>
                    <a:pt x="663008" y="361424"/>
                  </a:lnTo>
                  <a:lnTo>
                    <a:pt x="661258" y="361424"/>
                  </a:lnTo>
                  <a:cubicBezTo>
                    <a:pt x="661258" y="361424"/>
                    <a:pt x="658532" y="364452"/>
                    <a:pt x="658767" y="364889"/>
                  </a:cubicBezTo>
                  <a:cubicBezTo>
                    <a:pt x="658969" y="365326"/>
                    <a:pt x="658767" y="366739"/>
                    <a:pt x="658767" y="366739"/>
                  </a:cubicBezTo>
                  <a:lnTo>
                    <a:pt x="653450" y="369027"/>
                  </a:lnTo>
                  <a:lnTo>
                    <a:pt x="649008" y="372189"/>
                  </a:lnTo>
                  <a:lnTo>
                    <a:pt x="645844" y="373501"/>
                  </a:lnTo>
                  <a:lnTo>
                    <a:pt x="641267" y="373602"/>
                  </a:lnTo>
                  <a:lnTo>
                    <a:pt x="638676" y="373602"/>
                  </a:lnTo>
                  <a:cubicBezTo>
                    <a:pt x="638676" y="373602"/>
                    <a:pt x="636084" y="374241"/>
                    <a:pt x="634772" y="374241"/>
                  </a:cubicBezTo>
                  <a:cubicBezTo>
                    <a:pt x="633459" y="374241"/>
                    <a:pt x="632719" y="374241"/>
                    <a:pt x="631070" y="373804"/>
                  </a:cubicBezTo>
                  <a:cubicBezTo>
                    <a:pt x="629454" y="373366"/>
                    <a:pt x="624103" y="370978"/>
                    <a:pt x="624103" y="370978"/>
                  </a:cubicBezTo>
                  <a:lnTo>
                    <a:pt x="622050" y="369767"/>
                  </a:lnTo>
                  <a:lnTo>
                    <a:pt x="618786" y="367917"/>
                  </a:lnTo>
                  <a:lnTo>
                    <a:pt x="613031" y="368354"/>
                  </a:lnTo>
                  <a:lnTo>
                    <a:pt x="607377" y="368354"/>
                  </a:lnTo>
                  <a:lnTo>
                    <a:pt x="604112" y="366167"/>
                  </a:lnTo>
                  <a:lnTo>
                    <a:pt x="601925" y="361391"/>
                  </a:lnTo>
                  <a:lnTo>
                    <a:pt x="601252" y="358228"/>
                  </a:lnTo>
                  <a:lnTo>
                    <a:pt x="597785" y="355235"/>
                  </a:lnTo>
                  <a:lnTo>
                    <a:pt x="595295" y="354427"/>
                  </a:lnTo>
                  <a:lnTo>
                    <a:pt x="589977" y="354427"/>
                  </a:lnTo>
                  <a:cubicBezTo>
                    <a:pt x="589977" y="354427"/>
                    <a:pt x="588025" y="353553"/>
                    <a:pt x="587487" y="353889"/>
                  </a:cubicBezTo>
                  <a:cubicBezTo>
                    <a:pt x="586949" y="354225"/>
                    <a:pt x="584121" y="355403"/>
                    <a:pt x="584121" y="355403"/>
                  </a:cubicBezTo>
                  <a:cubicBezTo>
                    <a:pt x="584121" y="355403"/>
                    <a:pt x="581193" y="357354"/>
                    <a:pt x="581093" y="357690"/>
                  </a:cubicBezTo>
                  <a:cubicBezTo>
                    <a:pt x="580992" y="358027"/>
                    <a:pt x="577828" y="360415"/>
                    <a:pt x="577391" y="360953"/>
                  </a:cubicBezTo>
                  <a:cubicBezTo>
                    <a:pt x="576953" y="361492"/>
                    <a:pt x="575102" y="363005"/>
                    <a:pt x="575102" y="363005"/>
                  </a:cubicBezTo>
                  <a:lnTo>
                    <a:pt x="572915" y="363241"/>
                  </a:lnTo>
                  <a:lnTo>
                    <a:pt x="569886" y="363779"/>
                  </a:lnTo>
                  <a:lnTo>
                    <a:pt x="567833" y="363981"/>
                  </a:lnTo>
                  <a:cubicBezTo>
                    <a:pt x="567833" y="363981"/>
                    <a:pt x="567294" y="363981"/>
                    <a:pt x="566318" y="364183"/>
                  </a:cubicBezTo>
                  <a:cubicBezTo>
                    <a:pt x="565342" y="364418"/>
                    <a:pt x="560765" y="364822"/>
                    <a:pt x="560765" y="364822"/>
                  </a:cubicBezTo>
                  <a:lnTo>
                    <a:pt x="558712" y="364822"/>
                  </a:lnTo>
                  <a:lnTo>
                    <a:pt x="552520" y="364822"/>
                  </a:lnTo>
                  <a:lnTo>
                    <a:pt x="540573" y="364822"/>
                  </a:lnTo>
                  <a:lnTo>
                    <a:pt x="536130" y="364822"/>
                  </a:lnTo>
                  <a:lnTo>
                    <a:pt x="530914" y="363745"/>
                  </a:lnTo>
                  <a:cubicBezTo>
                    <a:pt x="530914" y="363745"/>
                    <a:pt x="529063" y="362669"/>
                    <a:pt x="527312" y="362333"/>
                  </a:cubicBezTo>
                  <a:cubicBezTo>
                    <a:pt x="525563" y="361996"/>
                    <a:pt x="523712" y="361794"/>
                    <a:pt x="523308" y="361559"/>
                  </a:cubicBezTo>
                  <a:cubicBezTo>
                    <a:pt x="522870" y="361357"/>
                    <a:pt x="518293" y="358531"/>
                    <a:pt x="518293" y="358531"/>
                  </a:cubicBezTo>
                  <a:lnTo>
                    <a:pt x="514053" y="352779"/>
                  </a:lnTo>
                  <a:cubicBezTo>
                    <a:pt x="514053" y="352779"/>
                    <a:pt x="513514" y="350727"/>
                    <a:pt x="513077" y="350390"/>
                  </a:cubicBezTo>
                  <a:cubicBezTo>
                    <a:pt x="512639" y="350054"/>
                    <a:pt x="509274" y="346926"/>
                    <a:pt x="509274" y="346926"/>
                  </a:cubicBezTo>
                  <a:lnTo>
                    <a:pt x="505370" y="344302"/>
                  </a:lnTo>
                  <a:cubicBezTo>
                    <a:pt x="505370" y="344302"/>
                    <a:pt x="505101" y="342451"/>
                    <a:pt x="505101" y="342014"/>
                  </a:cubicBezTo>
                  <a:cubicBezTo>
                    <a:pt x="505101" y="341577"/>
                    <a:pt x="503956" y="339188"/>
                    <a:pt x="503956" y="338751"/>
                  </a:cubicBezTo>
                  <a:cubicBezTo>
                    <a:pt x="503956" y="338314"/>
                    <a:pt x="503956" y="332662"/>
                    <a:pt x="503956" y="332662"/>
                  </a:cubicBezTo>
                  <a:lnTo>
                    <a:pt x="501567" y="325161"/>
                  </a:lnTo>
                  <a:lnTo>
                    <a:pt x="503081" y="308644"/>
                  </a:lnTo>
                  <a:lnTo>
                    <a:pt x="500356" y="305616"/>
                  </a:lnTo>
                  <a:cubicBezTo>
                    <a:pt x="500356" y="305616"/>
                    <a:pt x="496754" y="302252"/>
                    <a:pt x="496350" y="301916"/>
                  </a:cubicBezTo>
                  <a:cubicBezTo>
                    <a:pt x="495913" y="301579"/>
                    <a:pt x="494163" y="299292"/>
                    <a:pt x="493422" y="298888"/>
                  </a:cubicBezTo>
                  <a:cubicBezTo>
                    <a:pt x="492682" y="298484"/>
                    <a:pt x="490158" y="297038"/>
                    <a:pt x="490158" y="297038"/>
                  </a:cubicBezTo>
                  <a:lnTo>
                    <a:pt x="487230" y="292598"/>
                  </a:lnTo>
                  <a:lnTo>
                    <a:pt x="483259" y="287821"/>
                  </a:lnTo>
                  <a:lnTo>
                    <a:pt x="481341" y="279579"/>
                  </a:lnTo>
                  <a:lnTo>
                    <a:pt x="481341" y="273625"/>
                  </a:lnTo>
                  <a:lnTo>
                    <a:pt x="479692" y="267200"/>
                  </a:lnTo>
                  <a:lnTo>
                    <a:pt x="478951" y="261784"/>
                  </a:lnTo>
                  <a:lnTo>
                    <a:pt x="477437" y="253845"/>
                  </a:lnTo>
                  <a:lnTo>
                    <a:pt x="472961" y="246814"/>
                  </a:lnTo>
                  <a:lnTo>
                    <a:pt x="469326" y="242340"/>
                  </a:lnTo>
                  <a:lnTo>
                    <a:pt x="463672" y="236386"/>
                  </a:lnTo>
                  <a:lnTo>
                    <a:pt x="458724" y="231306"/>
                  </a:lnTo>
                  <a:lnTo>
                    <a:pt x="451489" y="224915"/>
                  </a:lnTo>
                  <a:lnTo>
                    <a:pt x="447147" y="220272"/>
                  </a:lnTo>
                  <a:lnTo>
                    <a:pt x="441359" y="216370"/>
                  </a:lnTo>
                  <a:lnTo>
                    <a:pt x="441359" y="214486"/>
                  </a:lnTo>
                  <a:lnTo>
                    <a:pt x="439609" y="210281"/>
                  </a:lnTo>
                  <a:lnTo>
                    <a:pt x="439609" y="205807"/>
                  </a:lnTo>
                  <a:lnTo>
                    <a:pt x="440349" y="203049"/>
                  </a:lnTo>
                  <a:lnTo>
                    <a:pt x="443547" y="200593"/>
                  </a:lnTo>
                  <a:lnTo>
                    <a:pt x="444859" y="197397"/>
                  </a:lnTo>
                  <a:lnTo>
                    <a:pt x="445734" y="193933"/>
                  </a:lnTo>
                  <a:lnTo>
                    <a:pt x="445027" y="189963"/>
                  </a:lnTo>
                  <a:cubicBezTo>
                    <a:pt x="445027" y="189963"/>
                    <a:pt x="443715" y="185825"/>
                    <a:pt x="443143" y="185825"/>
                  </a:cubicBezTo>
                  <a:cubicBezTo>
                    <a:pt x="442570" y="185825"/>
                    <a:pt x="440518" y="185825"/>
                    <a:pt x="440518" y="185825"/>
                  </a:cubicBezTo>
                  <a:cubicBezTo>
                    <a:pt x="440518" y="185825"/>
                    <a:pt x="439070" y="184244"/>
                    <a:pt x="438633" y="184816"/>
                  </a:cubicBezTo>
                  <a:cubicBezTo>
                    <a:pt x="438195" y="185388"/>
                    <a:pt x="437051" y="188012"/>
                    <a:pt x="437051" y="188012"/>
                  </a:cubicBezTo>
                  <a:lnTo>
                    <a:pt x="436176" y="191342"/>
                  </a:lnTo>
                  <a:lnTo>
                    <a:pt x="436176" y="193663"/>
                  </a:lnTo>
                  <a:lnTo>
                    <a:pt x="435166" y="196287"/>
                  </a:lnTo>
                  <a:cubicBezTo>
                    <a:pt x="435166" y="196287"/>
                    <a:pt x="434157" y="197734"/>
                    <a:pt x="433854" y="198440"/>
                  </a:cubicBezTo>
                  <a:cubicBezTo>
                    <a:pt x="433551" y="199180"/>
                    <a:pt x="432407" y="200761"/>
                    <a:pt x="432407" y="200761"/>
                  </a:cubicBezTo>
                  <a:cubicBezTo>
                    <a:pt x="432407" y="200761"/>
                    <a:pt x="431834" y="201333"/>
                    <a:pt x="431263" y="201199"/>
                  </a:cubicBezTo>
                  <a:cubicBezTo>
                    <a:pt x="430690" y="201064"/>
                    <a:pt x="427796" y="200189"/>
                    <a:pt x="427796" y="200189"/>
                  </a:cubicBezTo>
                  <a:lnTo>
                    <a:pt x="426416" y="198306"/>
                  </a:lnTo>
                  <a:lnTo>
                    <a:pt x="425777" y="195413"/>
                  </a:lnTo>
                  <a:lnTo>
                    <a:pt x="425777" y="190199"/>
                  </a:lnTo>
                  <a:lnTo>
                    <a:pt x="423118" y="186868"/>
                  </a:lnTo>
                  <a:lnTo>
                    <a:pt x="420594" y="181654"/>
                  </a:lnTo>
                  <a:lnTo>
                    <a:pt x="420594" y="178021"/>
                  </a:lnTo>
                  <a:lnTo>
                    <a:pt x="422613" y="173379"/>
                  </a:lnTo>
                  <a:lnTo>
                    <a:pt x="421738" y="170486"/>
                  </a:lnTo>
                  <a:lnTo>
                    <a:pt x="418406" y="167290"/>
                  </a:lnTo>
                  <a:lnTo>
                    <a:pt x="415647" y="163825"/>
                  </a:lnTo>
                  <a:lnTo>
                    <a:pt x="411743" y="160797"/>
                  </a:lnTo>
                  <a:lnTo>
                    <a:pt x="410161" y="159048"/>
                  </a:lnTo>
                  <a:lnTo>
                    <a:pt x="410161" y="155415"/>
                  </a:lnTo>
                  <a:lnTo>
                    <a:pt x="410161" y="153666"/>
                  </a:lnTo>
                  <a:lnTo>
                    <a:pt x="405517" y="149764"/>
                  </a:lnTo>
                  <a:lnTo>
                    <a:pt x="398113" y="144852"/>
                  </a:lnTo>
                  <a:lnTo>
                    <a:pt x="394915" y="141825"/>
                  </a:lnTo>
                  <a:lnTo>
                    <a:pt x="389396" y="136913"/>
                  </a:lnTo>
                  <a:lnTo>
                    <a:pt x="384920" y="132136"/>
                  </a:lnTo>
                  <a:lnTo>
                    <a:pt x="384348" y="126788"/>
                  </a:lnTo>
                  <a:cubicBezTo>
                    <a:pt x="384348" y="126788"/>
                    <a:pt x="383910" y="122886"/>
                    <a:pt x="384348" y="122448"/>
                  </a:cubicBezTo>
                  <a:cubicBezTo>
                    <a:pt x="384785" y="122011"/>
                    <a:pt x="384920" y="120867"/>
                    <a:pt x="385660" y="120127"/>
                  </a:cubicBezTo>
                  <a:cubicBezTo>
                    <a:pt x="386401" y="119387"/>
                    <a:pt x="388286" y="116797"/>
                    <a:pt x="388286" y="116797"/>
                  </a:cubicBezTo>
                  <a:lnTo>
                    <a:pt x="389430" y="115048"/>
                  </a:lnTo>
                  <a:lnTo>
                    <a:pt x="388992" y="112726"/>
                  </a:lnTo>
                  <a:lnTo>
                    <a:pt x="387680" y="109632"/>
                  </a:lnTo>
                  <a:lnTo>
                    <a:pt x="385391" y="107647"/>
                  </a:lnTo>
                  <a:lnTo>
                    <a:pt x="379603" y="107647"/>
                  </a:lnTo>
                  <a:lnTo>
                    <a:pt x="374386" y="107647"/>
                  </a:lnTo>
                  <a:lnTo>
                    <a:pt x="372636" y="107647"/>
                  </a:lnTo>
                  <a:lnTo>
                    <a:pt x="371761" y="106638"/>
                  </a:lnTo>
                  <a:cubicBezTo>
                    <a:pt x="371761" y="106638"/>
                    <a:pt x="372064" y="104317"/>
                    <a:pt x="371761" y="103879"/>
                  </a:cubicBezTo>
                  <a:cubicBezTo>
                    <a:pt x="371458" y="103442"/>
                    <a:pt x="371761" y="101424"/>
                    <a:pt x="371761" y="101424"/>
                  </a:cubicBezTo>
                  <a:cubicBezTo>
                    <a:pt x="371761" y="101424"/>
                    <a:pt x="371761" y="99977"/>
                    <a:pt x="372771" y="99540"/>
                  </a:cubicBezTo>
                  <a:cubicBezTo>
                    <a:pt x="373780" y="99102"/>
                    <a:pt x="374790" y="97656"/>
                    <a:pt x="374790" y="97656"/>
                  </a:cubicBezTo>
                  <a:lnTo>
                    <a:pt x="375968" y="94628"/>
                  </a:lnTo>
                  <a:lnTo>
                    <a:pt x="376237" y="92173"/>
                  </a:lnTo>
                  <a:lnTo>
                    <a:pt x="376809" y="88102"/>
                  </a:lnTo>
                  <a:lnTo>
                    <a:pt x="374925" y="84906"/>
                  </a:lnTo>
                  <a:lnTo>
                    <a:pt x="371627" y="83023"/>
                  </a:lnTo>
                  <a:lnTo>
                    <a:pt x="368564" y="82283"/>
                  </a:lnTo>
                  <a:lnTo>
                    <a:pt x="361901" y="77640"/>
                  </a:lnTo>
                  <a:lnTo>
                    <a:pt x="357256" y="73166"/>
                  </a:lnTo>
                  <a:lnTo>
                    <a:pt x="354934" y="70912"/>
                  </a:lnTo>
                  <a:lnTo>
                    <a:pt x="352477" y="69399"/>
                  </a:lnTo>
                  <a:lnTo>
                    <a:pt x="350020" y="69399"/>
                  </a:lnTo>
                  <a:lnTo>
                    <a:pt x="346689" y="68019"/>
                  </a:lnTo>
                  <a:lnTo>
                    <a:pt x="341338" y="67649"/>
                  </a:lnTo>
                  <a:lnTo>
                    <a:pt x="341338" y="67649"/>
                  </a:lnTo>
                  <a:lnTo>
                    <a:pt x="339890" y="64319"/>
                  </a:lnTo>
                  <a:lnTo>
                    <a:pt x="340765" y="62301"/>
                  </a:lnTo>
                  <a:lnTo>
                    <a:pt x="342515" y="60417"/>
                  </a:lnTo>
                  <a:cubicBezTo>
                    <a:pt x="342515" y="60417"/>
                    <a:pt x="343962" y="59105"/>
                    <a:pt x="344400" y="58836"/>
                  </a:cubicBezTo>
                  <a:cubicBezTo>
                    <a:pt x="344837" y="58533"/>
                    <a:pt x="346857" y="57389"/>
                    <a:pt x="346857" y="57389"/>
                  </a:cubicBezTo>
                  <a:lnTo>
                    <a:pt x="347429" y="54496"/>
                  </a:lnTo>
                  <a:lnTo>
                    <a:pt x="345410" y="52915"/>
                  </a:lnTo>
                  <a:lnTo>
                    <a:pt x="342953" y="52209"/>
                  </a:lnTo>
                  <a:lnTo>
                    <a:pt x="339924" y="50628"/>
                  </a:lnTo>
                  <a:lnTo>
                    <a:pt x="338914" y="48878"/>
                  </a:lnTo>
                  <a:lnTo>
                    <a:pt x="336323" y="46692"/>
                  </a:lnTo>
                  <a:lnTo>
                    <a:pt x="334304" y="45380"/>
                  </a:lnTo>
                  <a:cubicBezTo>
                    <a:pt x="334304" y="45380"/>
                    <a:pt x="331982" y="44001"/>
                    <a:pt x="331409" y="44001"/>
                  </a:cubicBezTo>
                  <a:cubicBezTo>
                    <a:pt x="330837" y="44001"/>
                    <a:pt x="328078" y="43361"/>
                    <a:pt x="328078" y="43361"/>
                  </a:cubicBezTo>
                  <a:lnTo>
                    <a:pt x="325756" y="43361"/>
                  </a:lnTo>
                  <a:lnTo>
                    <a:pt x="318217" y="42352"/>
                  </a:lnTo>
                  <a:lnTo>
                    <a:pt x="311856" y="41343"/>
                  </a:lnTo>
                  <a:lnTo>
                    <a:pt x="309534" y="37710"/>
                  </a:lnTo>
                  <a:lnTo>
                    <a:pt x="308524" y="31924"/>
                  </a:lnTo>
                  <a:lnTo>
                    <a:pt x="304620" y="27854"/>
                  </a:lnTo>
                  <a:lnTo>
                    <a:pt x="300144" y="25768"/>
                  </a:lnTo>
                  <a:lnTo>
                    <a:pt x="294625" y="24254"/>
                  </a:lnTo>
                  <a:lnTo>
                    <a:pt x="290990" y="24254"/>
                  </a:lnTo>
                  <a:cubicBezTo>
                    <a:pt x="290990" y="24254"/>
                    <a:pt x="288231" y="23750"/>
                    <a:pt x="287793" y="23615"/>
                  </a:cubicBezTo>
                  <a:cubicBezTo>
                    <a:pt x="287356" y="23480"/>
                    <a:pt x="280254" y="20789"/>
                    <a:pt x="280254" y="20789"/>
                  </a:cubicBezTo>
                  <a:lnTo>
                    <a:pt x="277057" y="20789"/>
                  </a:lnTo>
                  <a:lnTo>
                    <a:pt x="275038" y="19040"/>
                  </a:lnTo>
                  <a:lnTo>
                    <a:pt x="272144" y="18031"/>
                  </a:lnTo>
                  <a:lnTo>
                    <a:pt x="267937" y="16450"/>
                  </a:lnTo>
                  <a:lnTo>
                    <a:pt x="265177" y="18199"/>
                  </a:lnTo>
                  <a:lnTo>
                    <a:pt x="261105" y="19343"/>
                  </a:lnTo>
                  <a:lnTo>
                    <a:pt x="257201" y="22673"/>
                  </a:lnTo>
                  <a:lnTo>
                    <a:pt x="254610" y="24422"/>
                  </a:lnTo>
                  <a:lnTo>
                    <a:pt x="251715" y="25734"/>
                  </a:lnTo>
                  <a:lnTo>
                    <a:pt x="249258" y="26744"/>
                  </a:lnTo>
                  <a:lnTo>
                    <a:pt x="243907" y="27484"/>
                  </a:lnTo>
                  <a:lnTo>
                    <a:pt x="241720" y="26744"/>
                  </a:lnTo>
                  <a:lnTo>
                    <a:pt x="236806" y="24422"/>
                  </a:lnTo>
                  <a:lnTo>
                    <a:pt x="233475" y="23110"/>
                  </a:lnTo>
                  <a:lnTo>
                    <a:pt x="230883" y="22976"/>
                  </a:lnTo>
                  <a:lnTo>
                    <a:pt x="225364" y="22673"/>
                  </a:lnTo>
                  <a:cubicBezTo>
                    <a:pt x="225364" y="22673"/>
                    <a:pt x="222907" y="23682"/>
                    <a:pt x="221897" y="24120"/>
                  </a:cubicBezTo>
                  <a:cubicBezTo>
                    <a:pt x="220888" y="24557"/>
                    <a:pt x="217690" y="23985"/>
                    <a:pt x="217690" y="23985"/>
                  </a:cubicBezTo>
                  <a:lnTo>
                    <a:pt x="215066" y="19780"/>
                  </a:lnTo>
                  <a:lnTo>
                    <a:pt x="213315" y="14431"/>
                  </a:lnTo>
                  <a:cubicBezTo>
                    <a:pt x="213315" y="14431"/>
                    <a:pt x="210859" y="13187"/>
                    <a:pt x="210556" y="12615"/>
                  </a:cubicBezTo>
                  <a:cubicBezTo>
                    <a:pt x="210253" y="12043"/>
                    <a:pt x="207224" y="10361"/>
                    <a:pt x="207224" y="10361"/>
                  </a:cubicBezTo>
                  <a:lnTo>
                    <a:pt x="202310" y="10361"/>
                  </a:lnTo>
                  <a:lnTo>
                    <a:pt x="197834" y="9789"/>
                  </a:lnTo>
                  <a:lnTo>
                    <a:pt x="187267" y="8645"/>
                  </a:lnTo>
                  <a:lnTo>
                    <a:pt x="184944" y="8645"/>
                  </a:lnTo>
                  <a:lnTo>
                    <a:pt x="177272" y="7064"/>
                  </a:lnTo>
                  <a:lnTo>
                    <a:pt x="174814" y="4037"/>
                  </a:lnTo>
                  <a:lnTo>
                    <a:pt x="172930" y="1716"/>
                  </a:lnTo>
                  <a:lnTo>
                    <a:pt x="170036" y="572"/>
                  </a:lnTo>
                  <a:cubicBezTo>
                    <a:pt x="170036" y="572"/>
                    <a:pt x="166132" y="0"/>
                    <a:pt x="164684" y="0"/>
                  </a:cubicBezTo>
                  <a:cubicBezTo>
                    <a:pt x="163237" y="0"/>
                    <a:pt x="158896" y="0"/>
                    <a:pt x="158896" y="0"/>
                  </a:cubicBezTo>
                  <a:lnTo>
                    <a:pt x="145434" y="0"/>
                  </a:lnTo>
                  <a:lnTo>
                    <a:pt x="141530" y="0"/>
                  </a:lnTo>
                  <a:lnTo>
                    <a:pt x="136314" y="0"/>
                  </a:lnTo>
                  <a:lnTo>
                    <a:pt x="129347" y="0"/>
                  </a:lnTo>
                  <a:lnTo>
                    <a:pt x="118174" y="1009"/>
                  </a:lnTo>
                  <a:lnTo>
                    <a:pt x="115280" y="3633"/>
                  </a:lnTo>
                  <a:lnTo>
                    <a:pt x="110501" y="7535"/>
                  </a:lnTo>
                  <a:lnTo>
                    <a:pt x="103265" y="10294"/>
                  </a:lnTo>
                  <a:cubicBezTo>
                    <a:pt x="103265" y="10294"/>
                    <a:pt x="99058" y="12749"/>
                    <a:pt x="98620" y="12884"/>
                  </a:cubicBezTo>
                  <a:cubicBezTo>
                    <a:pt x="98183" y="13019"/>
                    <a:pt x="89770" y="12009"/>
                    <a:pt x="89770" y="12009"/>
                  </a:cubicBezTo>
                  <a:lnTo>
                    <a:pt x="82534" y="9823"/>
                  </a:lnTo>
                  <a:lnTo>
                    <a:pt x="76880" y="9957"/>
                  </a:lnTo>
                  <a:lnTo>
                    <a:pt x="71798" y="10832"/>
                  </a:lnTo>
                  <a:lnTo>
                    <a:pt x="70485" y="12850"/>
                  </a:lnTo>
                  <a:lnTo>
                    <a:pt x="69476" y="13994"/>
                  </a:lnTo>
                  <a:lnTo>
                    <a:pt x="66447" y="15003"/>
                  </a:lnTo>
                  <a:lnTo>
                    <a:pt x="62408" y="16753"/>
                  </a:lnTo>
                  <a:lnTo>
                    <a:pt x="55004" y="16887"/>
                  </a:lnTo>
                  <a:lnTo>
                    <a:pt x="51235" y="17459"/>
                  </a:lnTo>
                  <a:lnTo>
                    <a:pt x="50225" y="18905"/>
                  </a:lnTo>
                  <a:cubicBezTo>
                    <a:pt x="50225" y="18905"/>
                    <a:pt x="46893" y="20487"/>
                    <a:pt x="46456" y="20789"/>
                  </a:cubicBezTo>
                  <a:cubicBezTo>
                    <a:pt x="46019" y="21092"/>
                    <a:pt x="44706" y="22539"/>
                    <a:pt x="44706" y="22539"/>
                  </a:cubicBezTo>
                  <a:lnTo>
                    <a:pt x="41677" y="23548"/>
                  </a:lnTo>
                  <a:lnTo>
                    <a:pt x="36764" y="23413"/>
                  </a:lnTo>
                  <a:cubicBezTo>
                    <a:pt x="36764" y="23413"/>
                    <a:pt x="35014" y="21967"/>
                    <a:pt x="34441" y="21967"/>
                  </a:cubicBezTo>
                  <a:cubicBezTo>
                    <a:pt x="33869" y="21967"/>
                    <a:pt x="29797" y="19948"/>
                    <a:pt x="29797" y="19948"/>
                  </a:cubicBezTo>
                  <a:cubicBezTo>
                    <a:pt x="29797" y="19948"/>
                    <a:pt x="29359" y="19376"/>
                    <a:pt x="27643" y="20957"/>
                  </a:cubicBezTo>
                  <a:cubicBezTo>
                    <a:pt x="25893" y="22539"/>
                    <a:pt x="22258" y="26744"/>
                    <a:pt x="22258" y="26744"/>
                  </a:cubicBezTo>
                  <a:cubicBezTo>
                    <a:pt x="22258" y="26744"/>
                    <a:pt x="20946" y="27181"/>
                    <a:pt x="20677" y="28055"/>
                  </a:cubicBezTo>
                  <a:cubicBezTo>
                    <a:pt x="20373" y="28930"/>
                    <a:pt x="18220" y="30242"/>
                    <a:pt x="17782" y="30511"/>
                  </a:cubicBezTo>
                  <a:cubicBezTo>
                    <a:pt x="17345" y="30814"/>
                    <a:pt x="14585" y="32832"/>
                    <a:pt x="14585" y="32832"/>
                  </a:cubicBezTo>
                  <a:lnTo>
                    <a:pt x="13710" y="34716"/>
                  </a:lnTo>
                  <a:lnTo>
                    <a:pt x="13710" y="39056"/>
                  </a:lnTo>
                  <a:lnTo>
                    <a:pt x="17412" y="43092"/>
                  </a:lnTo>
                  <a:lnTo>
                    <a:pt x="23167" y="47768"/>
                  </a:lnTo>
                  <a:lnTo>
                    <a:pt x="26869" y="52781"/>
                  </a:lnTo>
                  <a:lnTo>
                    <a:pt x="31446" y="56582"/>
                  </a:lnTo>
                  <a:lnTo>
                    <a:pt x="35249" y="60383"/>
                  </a:lnTo>
                  <a:lnTo>
                    <a:pt x="36124" y="62334"/>
                  </a:lnTo>
                  <a:lnTo>
                    <a:pt x="37975" y="64824"/>
                  </a:lnTo>
                  <a:lnTo>
                    <a:pt x="37672" y="67010"/>
                  </a:lnTo>
                  <a:lnTo>
                    <a:pt x="34408" y="69399"/>
                  </a:lnTo>
                  <a:lnTo>
                    <a:pt x="30403" y="71148"/>
                  </a:lnTo>
                  <a:cubicBezTo>
                    <a:pt x="30403" y="71148"/>
                    <a:pt x="29090" y="71585"/>
                    <a:pt x="28653" y="72022"/>
                  </a:cubicBezTo>
                  <a:cubicBezTo>
                    <a:pt x="28215" y="72460"/>
                    <a:pt x="26802" y="73637"/>
                    <a:pt x="26802" y="73637"/>
                  </a:cubicBezTo>
                  <a:lnTo>
                    <a:pt x="27576" y="78515"/>
                  </a:lnTo>
                  <a:lnTo>
                    <a:pt x="28451" y="79591"/>
                  </a:lnTo>
                  <a:lnTo>
                    <a:pt x="28114" y="82854"/>
                  </a:lnTo>
                  <a:lnTo>
                    <a:pt x="26903" y="85882"/>
                  </a:lnTo>
                  <a:cubicBezTo>
                    <a:pt x="26903" y="85882"/>
                    <a:pt x="25927" y="87833"/>
                    <a:pt x="25691" y="88169"/>
                  </a:cubicBezTo>
                  <a:cubicBezTo>
                    <a:pt x="25489" y="88506"/>
                    <a:pt x="24715" y="90356"/>
                    <a:pt x="24278" y="90793"/>
                  </a:cubicBezTo>
                  <a:cubicBezTo>
                    <a:pt x="23840" y="91231"/>
                    <a:pt x="21013" y="93384"/>
                    <a:pt x="21013" y="93384"/>
                  </a:cubicBezTo>
                  <a:lnTo>
                    <a:pt x="19936" y="96008"/>
                  </a:lnTo>
                  <a:lnTo>
                    <a:pt x="18422" y="98060"/>
                  </a:lnTo>
                  <a:lnTo>
                    <a:pt x="14383" y="101087"/>
                  </a:lnTo>
                  <a:lnTo>
                    <a:pt x="9941" y="102735"/>
                  </a:lnTo>
                  <a:lnTo>
                    <a:pt x="8426" y="105326"/>
                  </a:lnTo>
                  <a:lnTo>
                    <a:pt x="10614" y="106402"/>
                  </a:lnTo>
                  <a:lnTo>
                    <a:pt x="11253" y="108151"/>
                  </a:lnTo>
                  <a:lnTo>
                    <a:pt x="10614" y="109228"/>
                  </a:lnTo>
                  <a:cubicBezTo>
                    <a:pt x="10614" y="109228"/>
                    <a:pt x="7147" y="112827"/>
                    <a:pt x="7013" y="113466"/>
                  </a:cubicBezTo>
                  <a:cubicBezTo>
                    <a:pt x="6912" y="114106"/>
                    <a:pt x="5061" y="114678"/>
                    <a:pt x="4623" y="114980"/>
                  </a:cubicBezTo>
                  <a:cubicBezTo>
                    <a:pt x="4186" y="115317"/>
                    <a:pt x="1258" y="116494"/>
                    <a:pt x="1258" y="116494"/>
                  </a:cubicBezTo>
                  <a:cubicBezTo>
                    <a:pt x="1258" y="116494"/>
                    <a:pt x="1493" y="117571"/>
                    <a:pt x="1258" y="117907"/>
                  </a:cubicBezTo>
                  <a:cubicBezTo>
                    <a:pt x="1056" y="118243"/>
                    <a:pt x="80" y="123659"/>
                    <a:pt x="80" y="123659"/>
                  </a:cubicBezTo>
                  <a:cubicBezTo>
                    <a:pt x="80" y="123659"/>
                    <a:pt x="-459" y="124433"/>
                    <a:pt x="1258" y="124433"/>
                  </a:cubicBezTo>
                  <a:cubicBezTo>
                    <a:pt x="3008" y="124433"/>
                    <a:pt x="6037" y="122583"/>
                    <a:pt x="6710" y="122381"/>
                  </a:cubicBezTo>
                  <a:cubicBezTo>
                    <a:pt x="7349" y="122179"/>
                    <a:pt x="7686" y="121944"/>
                    <a:pt x="8999" y="121944"/>
                  </a:cubicBezTo>
                  <a:cubicBezTo>
                    <a:pt x="10311" y="121944"/>
                    <a:pt x="11724" y="121607"/>
                    <a:pt x="12162" y="121742"/>
                  </a:cubicBezTo>
                  <a:cubicBezTo>
                    <a:pt x="12599" y="121843"/>
                    <a:pt x="15090" y="124568"/>
                    <a:pt x="15090" y="124568"/>
                  </a:cubicBezTo>
                  <a:lnTo>
                    <a:pt x="16604" y="126956"/>
                  </a:lnTo>
                  <a:lnTo>
                    <a:pt x="18455" y="127730"/>
                  </a:lnTo>
                  <a:lnTo>
                    <a:pt x="22797" y="130993"/>
                  </a:lnTo>
                  <a:lnTo>
                    <a:pt x="28552" y="130454"/>
                  </a:lnTo>
                  <a:lnTo>
                    <a:pt x="30302" y="129143"/>
                  </a:lnTo>
                  <a:cubicBezTo>
                    <a:pt x="30302" y="129143"/>
                    <a:pt x="33365" y="128268"/>
                    <a:pt x="33667" y="128268"/>
                  </a:cubicBezTo>
                  <a:cubicBezTo>
                    <a:pt x="34004" y="128268"/>
                    <a:pt x="37033" y="127831"/>
                    <a:pt x="38009" y="128032"/>
                  </a:cubicBezTo>
                  <a:cubicBezTo>
                    <a:pt x="38985" y="128268"/>
                    <a:pt x="40937" y="129681"/>
                    <a:pt x="40937" y="129681"/>
                  </a:cubicBezTo>
                  <a:lnTo>
                    <a:pt x="41374" y="133045"/>
                  </a:lnTo>
                  <a:lnTo>
                    <a:pt x="41475" y="135770"/>
                  </a:lnTo>
                  <a:lnTo>
                    <a:pt x="42249" y="137822"/>
                  </a:lnTo>
                  <a:lnTo>
                    <a:pt x="44302" y="140647"/>
                  </a:lnTo>
                  <a:lnTo>
                    <a:pt x="46153" y="141858"/>
                  </a:lnTo>
                  <a:lnTo>
                    <a:pt x="48004" y="143709"/>
                  </a:lnTo>
                  <a:cubicBezTo>
                    <a:pt x="48004" y="143709"/>
                    <a:pt x="50292" y="144785"/>
                    <a:pt x="50629" y="144785"/>
                  </a:cubicBezTo>
                  <a:cubicBezTo>
                    <a:pt x="50966" y="144785"/>
                    <a:pt x="53120" y="144449"/>
                    <a:pt x="53120" y="144449"/>
                  </a:cubicBezTo>
                  <a:lnTo>
                    <a:pt x="56283" y="144112"/>
                  </a:lnTo>
                  <a:cubicBezTo>
                    <a:pt x="56283" y="144112"/>
                    <a:pt x="57158" y="144011"/>
                    <a:pt x="57697" y="143473"/>
                  </a:cubicBezTo>
                  <a:cubicBezTo>
                    <a:pt x="58235" y="142935"/>
                    <a:pt x="60423" y="141825"/>
                    <a:pt x="60423" y="141522"/>
                  </a:cubicBezTo>
                  <a:cubicBezTo>
                    <a:pt x="60423" y="141186"/>
                    <a:pt x="61298" y="139907"/>
                    <a:pt x="61298" y="139907"/>
                  </a:cubicBezTo>
                  <a:lnTo>
                    <a:pt x="58908" y="135568"/>
                  </a:lnTo>
                  <a:cubicBezTo>
                    <a:pt x="58908" y="135568"/>
                    <a:pt x="60557" y="134592"/>
                    <a:pt x="60995" y="134592"/>
                  </a:cubicBezTo>
                  <a:cubicBezTo>
                    <a:pt x="61432" y="134592"/>
                    <a:pt x="62610" y="134155"/>
                    <a:pt x="63048" y="134155"/>
                  </a:cubicBezTo>
                  <a:cubicBezTo>
                    <a:pt x="63485" y="134155"/>
                    <a:pt x="64461" y="132977"/>
                    <a:pt x="64461" y="132977"/>
                  </a:cubicBezTo>
                  <a:cubicBezTo>
                    <a:pt x="64461" y="132977"/>
                    <a:pt x="65202" y="131026"/>
                    <a:pt x="65538" y="130253"/>
                  </a:cubicBezTo>
                  <a:cubicBezTo>
                    <a:pt x="65875" y="129479"/>
                    <a:pt x="66514" y="126653"/>
                    <a:pt x="66514" y="126653"/>
                  </a:cubicBezTo>
                  <a:lnTo>
                    <a:pt x="67153" y="125139"/>
                  </a:lnTo>
                  <a:cubicBezTo>
                    <a:pt x="67153" y="125139"/>
                    <a:pt x="68365" y="122852"/>
                    <a:pt x="68567" y="122415"/>
                  </a:cubicBezTo>
                  <a:cubicBezTo>
                    <a:pt x="68802" y="121977"/>
                    <a:pt x="69206" y="119824"/>
                    <a:pt x="69543" y="119589"/>
                  </a:cubicBezTo>
                  <a:cubicBezTo>
                    <a:pt x="69880" y="119353"/>
                    <a:pt x="70855" y="116326"/>
                    <a:pt x="70855" y="116326"/>
                  </a:cubicBezTo>
                  <a:lnTo>
                    <a:pt x="72909" y="115989"/>
                  </a:lnTo>
                  <a:cubicBezTo>
                    <a:pt x="72909" y="115989"/>
                    <a:pt x="73144" y="115889"/>
                    <a:pt x="73985" y="116528"/>
                  </a:cubicBezTo>
                  <a:cubicBezTo>
                    <a:pt x="74860" y="117167"/>
                    <a:pt x="76038" y="118378"/>
                    <a:pt x="76375" y="118714"/>
                  </a:cubicBezTo>
                  <a:cubicBezTo>
                    <a:pt x="76712" y="119051"/>
                    <a:pt x="77889" y="120363"/>
                    <a:pt x="79101" y="120665"/>
                  </a:cubicBezTo>
                  <a:cubicBezTo>
                    <a:pt x="80312" y="121002"/>
                    <a:pt x="81490" y="121305"/>
                    <a:pt x="81827" y="121439"/>
                  </a:cubicBezTo>
                  <a:cubicBezTo>
                    <a:pt x="82164" y="121540"/>
                    <a:pt x="83039" y="121977"/>
                    <a:pt x="83476" y="122650"/>
                  </a:cubicBezTo>
                  <a:cubicBezTo>
                    <a:pt x="83913" y="123289"/>
                    <a:pt x="84115" y="123962"/>
                    <a:pt x="84553" y="124938"/>
                  </a:cubicBezTo>
                  <a:cubicBezTo>
                    <a:pt x="84991" y="125913"/>
                    <a:pt x="84889" y="126149"/>
                    <a:pt x="85630" y="127124"/>
                  </a:cubicBezTo>
                  <a:cubicBezTo>
                    <a:pt x="86404" y="128100"/>
                    <a:pt x="87380" y="129075"/>
                    <a:pt x="87683" y="129614"/>
                  </a:cubicBezTo>
                  <a:cubicBezTo>
                    <a:pt x="88020" y="130152"/>
                    <a:pt x="88221" y="129950"/>
                    <a:pt x="88659" y="130825"/>
                  </a:cubicBezTo>
                  <a:cubicBezTo>
                    <a:pt x="89096" y="131699"/>
                    <a:pt x="89870" y="133112"/>
                    <a:pt x="89870" y="133112"/>
                  </a:cubicBezTo>
                  <a:cubicBezTo>
                    <a:pt x="89870" y="133112"/>
                    <a:pt x="90644" y="133314"/>
                    <a:pt x="90846" y="134424"/>
                  </a:cubicBezTo>
                  <a:cubicBezTo>
                    <a:pt x="91048" y="135500"/>
                    <a:pt x="91587" y="135837"/>
                    <a:pt x="91587" y="136476"/>
                  </a:cubicBezTo>
                  <a:cubicBezTo>
                    <a:pt x="91587" y="137115"/>
                    <a:pt x="91250" y="137687"/>
                    <a:pt x="91688" y="138326"/>
                  </a:cubicBezTo>
                  <a:cubicBezTo>
                    <a:pt x="92125" y="138965"/>
                    <a:pt x="93202" y="140075"/>
                    <a:pt x="93640" y="140277"/>
                  </a:cubicBezTo>
                  <a:cubicBezTo>
                    <a:pt x="94077" y="140479"/>
                    <a:pt x="95390" y="139739"/>
                    <a:pt x="96029" y="140176"/>
                  </a:cubicBezTo>
                  <a:cubicBezTo>
                    <a:pt x="96669" y="140614"/>
                    <a:pt x="97342" y="140816"/>
                    <a:pt x="98957" y="140715"/>
                  </a:cubicBezTo>
                  <a:cubicBezTo>
                    <a:pt x="100573" y="140614"/>
                    <a:pt x="102760" y="138965"/>
                    <a:pt x="103198" y="138663"/>
                  </a:cubicBezTo>
                  <a:cubicBezTo>
                    <a:pt x="103635" y="138326"/>
                    <a:pt x="104611" y="136274"/>
                    <a:pt x="104947" y="136375"/>
                  </a:cubicBezTo>
                  <a:cubicBezTo>
                    <a:pt x="105284" y="136476"/>
                    <a:pt x="105722" y="136476"/>
                    <a:pt x="107236" y="136711"/>
                  </a:cubicBezTo>
                  <a:cubicBezTo>
                    <a:pt x="108750" y="136913"/>
                    <a:pt x="109727" y="136375"/>
                    <a:pt x="111578" y="136913"/>
                  </a:cubicBezTo>
                  <a:cubicBezTo>
                    <a:pt x="113428" y="137452"/>
                    <a:pt x="116457" y="137788"/>
                    <a:pt x="116996" y="138427"/>
                  </a:cubicBezTo>
                  <a:cubicBezTo>
                    <a:pt x="117535" y="139066"/>
                    <a:pt x="119049" y="139403"/>
                    <a:pt x="119486" y="139941"/>
                  </a:cubicBezTo>
                  <a:cubicBezTo>
                    <a:pt x="119924" y="140479"/>
                    <a:pt x="120260" y="140715"/>
                    <a:pt x="120260" y="141152"/>
                  </a:cubicBezTo>
                  <a:cubicBezTo>
                    <a:pt x="120260" y="141589"/>
                    <a:pt x="120260" y="142027"/>
                    <a:pt x="119924" y="142228"/>
                  </a:cubicBezTo>
                  <a:cubicBezTo>
                    <a:pt x="119588" y="142430"/>
                    <a:pt x="116660" y="143843"/>
                    <a:pt x="116660" y="143843"/>
                  </a:cubicBezTo>
                  <a:lnTo>
                    <a:pt x="114909" y="145693"/>
                  </a:lnTo>
                  <a:lnTo>
                    <a:pt x="111443" y="147543"/>
                  </a:lnTo>
                  <a:lnTo>
                    <a:pt x="110366" y="150806"/>
                  </a:lnTo>
                  <a:lnTo>
                    <a:pt x="110568" y="154507"/>
                  </a:lnTo>
                  <a:lnTo>
                    <a:pt x="111645" y="155045"/>
                  </a:lnTo>
                  <a:lnTo>
                    <a:pt x="114573" y="159284"/>
                  </a:lnTo>
                  <a:cubicBezTo>
                    <a:pt x="114573" y="159284"/>
                    <a:pt x="115785" y="161134"/>
                    <a:pt x="115986" y="161773"/>
                  </a:cubicBezTo>
                  <a:cubicBezTo>
                    <a:pt x="116222" y="162412"/>
                    <a:pt x="116760" y="164397"/>
                    <a:pt x="116962" y="165036"/>
                  </a:cubicBezTo>
                  <a:cubicBezTo>
                    <a:pt x="117198" y="165675"/>
                    <a:pt x="117299" y="167424"/>
                    <a:pt x="117501" y="168299"/>
                  </a:cubicBezTo>
                  <a:cubicBezTo>
                    <a:pt x="117703" y="169174"/>
                    <a:pt x="117837" y="171764"/>
                    <a:pt x="117837" y="171764"/>
                  </a:cubicBezTo>
                  <a:lnTo>
                    <a:pt x="119688" y="174590"/>
                  </a:lnTo>
                  <a:lnTo>
                    <a:pt x="122515" y="177954"/>
                  </a:lnTo>
                  <a:lnTo>
                    <a:pt x="123929" y="180981"/>
                  </a:lnTo>
                  <a:lnTo>
                    <a:pt x="123592" y="183269"/>
                  </a:lnTo>
                  <a:lnTo>
                    <a:pt x="123929" y="187709"/>
                  </a:lnTo>
                  <a:lnTo>
                    <a:pt x="126318" y="190871"/>
                  </a:lnTo>
                  <a:cubicBezTo>
                    <a:pt x="126318" y="190871"/>
                    <a:pt x="129482" y="193798"/>
                    <a:pt x="129818" y="193798"/>
                  </a:cubicBezTo>
                  <a:cubicBezTo>
                    <a:pt x="130155" y="193798"/>
                    <a:pt x="132309" y="195749"/>
                    <a:pt x="132309" y="195749"/>
                  </a:cubicBezTo>
                  <a:lnTo>
                    <a:pt x="132208" y="198339"/>
                  </a:lnTo>
                  <a:cubicBezTo>
                    <a:pt x="132208" y="198339"/>
                    <a:pt x="136112" y="203553"/>
                    <a:pt x="136549" y="203789"/>
                  </a:cubicBezTo>
                  <a:cubicBezTo>
                    <a:pt x="136987" y="203991"/>
                    <a:pt x="139578" y="206278"/>
                    <a:pt x="139578" y="206278"/>
                  </a:cubicBezTo>
                  <a:lnTo>
                    <a:pt x="140083" y="216168"/>
                  </a:lnTo>
                  <a:cubicBezTo>
                    <a:pt x="140083" y="216168"/>
                    <a:pt x="138939" y="220844"/>
                    <a:pt x="138939" y="221181"/>
                  </a:cubicBezTo>
                  <a:cubicBezTo>
                    <a:pt x="138939" y="221517"/>
                    <a:pt x="138939" y="226832"/>
                    <a:pt x="138939" y="226832"/>
                  </a:cubicBezTo>
                  <a:cubicBezTo>
                    <a:pt x="138939" y="226832"/>
                    <a:pt x="138737" y="228245"/>
                    <a:pt x="139376" y="228447"/>
                  </a:cubicBezTo>
                  <a:cubicBezTo>
                    <a:pt x="140049" y="228649"/>
                    <a:pt x="144795" y="229658"/>
                    <a:pt x="145232" y="229658"/>
                  </a:cubicBezTo>
                  <a:cubicBezTo>
                    <a:pt x="145670" y="229658"/>
                    <a:pt x="145569" y="229456"/>
                    <a:pt x="146444" y="229658"/>
                  </a:cubicBezTo>
                  <a:cubicBezTo>
                    <a:pt x="147319" y="229860"/>
                    <a:pt x="149170" y="233022"/>
                    <a:pt x="149170" y="233022"/>
                  </a:cubicBezTo>
                  <a:cubicBezTo>
                    <a:pt x="149170" y="233022"/>
                    <a:pt x="148295" y="234435"/>
                    <a:pt x="149170" y="234872"/>
                  </a:cubicBezTo>
                  <a:cubicBezTo>
                    <a:pt x="150045" y="235309"/>
                    <a:pt x="154723" y="234435"/>
                    <a:pt x="154723" y="234435"/>
                  </a:cubicBezTo>
                  <a:cubicBezTo>
                    <a:pt x="154723" y="234435"/>
                    <a:pt x="153747" y="239447"/>
                    <a:pt x="154723" y="239312"/>
                  </a:cubicBezTo>
                  <a:cubicBezTo>
                    <a:pt x="155699" y="239211"/>
                    <a:pt x="160814" y="236588"/>
                    <a:pt x="160814" y="236588"/>
                  </a:cubicBezTo>
                  <a:lnTo>
                    <a:pt x="164617" y="236218"/>
                  </a:lnTo>
                  <a:lnTo>
                    <a:pt x="168959" y="240120"/>
                  </a:lnTo>
                  <a:lnTo>
                    <a:pt x="171146" y="243585"/>
                  </a:lnTo>
                  <a:cubicBezTo>
                    <a:pt x="171146" y="243585"/>
                    <a:pt x="177507" y="238370"/>
                    <a:pt x="177675" y="237933"/>
                  </a:cubicBezTo>
                  <a:cubicBezTo>
                    <a:pt x="177810" y="237496"/>
                    <a:pt x="178988" y="235175"/>
                    <a:pt x="178988" y="235175"/>
                  </a:cubicBezTo>
                  <a:lnTo>
                    <a:pt x="184473" y="231710"/>
                  </a:lnTo>
                  <a:lnTo>
                    <a:pt x="187671" y="227942"/>
                  </a:lnTo>
                  <a:lnTo>
                    <a:pt x="188983" y="224612"/>
                  </a:lnTo>
                  <a:lnTo>
                    <a:pt x="193493" y="222728"/>
                  </a:lnTo>
                  <a:cubicBezTo>
                    <a:pt x="193493" y="222728"/>
                    <a:pt x="193190" y="219835"/>
                    <a:pt x="192753" y="219532"/>
                  </a:cubicBezTo>
                  <a:cubicBezTo>
                    <a:pt x="192315" y="219229"/>
                    <a:pt x="192315" y="215058"/>
                    <a:pt x="192315" y="215058"/>
                  </a:cubicBezTo>
                  <a:cubicBezTo>
                    <a:pt x="192315" y="215058"/>
                    <a:pt x="193897" y="214049"/>
                    <a:pt x="194637" y="214318"/>
                  </a:cubicBezTo>
                  <a:cubicBezTo>
                    <a:pt x="195344" y="214621"/>
                    <a:pt x="197969" y="218220"/>
                    <a:pt x="197969" y="218220"/>
                  </a:cubicBezTo>
                  <a:lnTo>
                    <a:pt x="202176" y="221551"/>
                  </a:lnTo>
                  <a:lnTo>
                    <a:pt x="206382" y="224006"/>
                  </a:lnTo>
                  <a:lnTo>
                    <a:pt x="209849" y="224578"/>
                  </a:lnTo>
                  <a:lnTo>
                    <a:pt x="216512" y="225318"/>
                  </a:lnTo>
                  <a:cubicBezTo>
                    <a:pt x="216512" y="225318"/>
                    <a:pt x="218263" y="226193"/>
                    <a:pt x="218969" y="226193"/>
                  </a:cubicBezTo>
                  <a:cubicBezTo>
                    <a:pt x="219710" y="226193"/>
                    <a:pt x="222738" y="225621"/>
                    <a:pt x="223042" y="226193"/>
                  </a:cubicBezTo>
                  <a:cubicBezTo>
                    <a:pt x="223344" y="226765"/>
                    <a:pt x="223042" y="228817"/>
                    <a:pt x="224186" y="229086"/>
                  </a:cubicBezTo>
                  <a:cubicBezTo>
                    <a:pt x="225330" y="229389"/>
                    <a:pt x="227820" y="229792"/>
                    <a:pt x="228393" y="228951"/>
                  </a:cubicBezTo>
                  <a:cubicBezTo>
                    <a:pt x="228965" y="228077"/>
                    <a:pt x="230278" y="227505"/>
                    <a:pt x="230278" y="226361"/>
                  </a:cubicBezTo>
                  <a:cubicBezTo>
                    <a:pt x="230278" y="225184"/>
                    <a:pt x="230580" y="223603"/>
                    <a:pt x="230849" y="223165"/>
                  </a:cubicBezTo>
                  <a:cubicBezTo>
                    <a:pt x="231119" y="222728"/>
                    <a:pt x="231724" y="221147"/>
                    <a:pt x="231724" y="221147"/>
                  </a:cubicBezTo>
                  <a:cubicBezTo>
                    <a:pt x="231724" y="221147"/>
                    <a:pt x="234753" y="220003"/>
                    <a:pt x="235359" y="220003"/>
                  </a:cubicBezTo>
                  <a:cubicBezTo>
                    <a:pt x="235931" y="220003"/>
                    <a:pt x="242157" y="220743"/>
                    <a:pt x="242157" y="220743"/>
                  </a:cubicBezTo>
                  <a:lnTo>
                    <a:pt x="241888" y="222627"/>
                  </a:lnTo>
                  <a:lnTo>
                    <a:pt x="241585" y="224645"/>
                  </a:lnTo>
                  <a:lnTo>
                    <a:pt x="245657" y="225217"/>
                  </a:lnTo>
                  <a:cubicBezTo>
                    <a:pt x="245657" y="225217"/>
                    <a:pt x="246802" y="225083"/>
                    <a:pt x="247542" y="224780"/>
                  </a:cubicBezTo>
                  <a:cubicBezTo>
                    <a:pt x="248249" y="224477"/>
                    <a:pt x="250437" y="222190"/>
                    <a:pt x="250437" y="222190"/>
                  </a:cubicBezTo>
                  <a:lnTo>
                    <a:pt x="252456" y="224208"/>
                  </a:lnTo>
                  <a:lnTo>
                    <a:pt x="255485" y="217985"/>
                  </a:lnTo>
                  <a:lnTo>
                    <a:pt x="255485" y="216370"/>
                  </a:lnTo>
                  <a:lnTo>
                    <a:pt x="256629" y="211459"/>
                  </a:lnTo>
                  <a:cubicBezTo>
                    <a:pt x="256629" y="211459"/>
                    <a:pt x="258513" y="211156"/>
                    <a:pt x="259658" y="211156"/>
                  </a:cubicBezTo>
                  <a:cubicBezTo>
                    <a:pt x="260836" y="211156"/>
                    <a:pt x="263865" y="212602"/>
                    <a:pt x="263865" y="212602"/>
                  </a:cubicBezTo>
                  <a:cubicBezTo>
                    <a:pt x="263865" y="212602"/>
                    <a:pt x="266321" y="214184"/>
                    <a:pt x="266624" y="214621"/>
                  </a:cubicBezTo>
                  <a:cubicBezTo>
                    <a:pt x="266927" y="215058"/>
                    <a:pt x="268509" y="216370"/>
                    <a:pt x="269384" y="216942"/>
                  </a:cubicBezTo>
                  <a:cubicBezTo>
                    <a:pt x="270259" y="217514"/>
                    <a:pt x="271841" y="218691"/>
                    <a:pt x="272413" y="218254"/>
                  </a:cubicBezTo>
                  <a:cubicBezTo>
                    <a:pt x="272985" y="217817"/>
                    <a:pt x="274163" y="218254"/>
                    <a:pt x="274163" y="215495"/>
                  </a:cubicBezTo>
                  <a:cubicBezTo>
                    <a:pt x="274163" y="214789"/>
                    <a:pt x="274196" y="214116"/>
                    <a:pt x="274196" y="213578"/>
                  </a:cubicBezTo>
                  <a:cubicBezTo>
                    <a:pt x="274264" y="212031"/>
                    <a:pt x="274432" y="211156"/>
                    <a:pt x="274432" y="211156"/>
                  </a:cubicBezTo>
                  <a:lnTo>
                    <a:pt x="276889" y="208263"/>
                  </a:lnTo>
                  <a:lnTo>
                    <a:pt x="284999" y="204798"/>
                  </a:lnTo>
                  <a:lnTo>
                    <a:pt x="287759" y="199719"/>
                  </a:lnTo>
                  <a:lnTo>
                    <a:pt x="284697" y="194504"/>
                  </a:lnTo>
                  <a:cubicBezTo>
                    <a:pt x="284697" y="194504"/>
                    <a:pt x="285841" y="192621"/>
                    <a:pt x="286312" y="192486"/>
                  </a:cubicBezTo>
                  <a:cubicBezTo>
                    <a:pt x="286750" y="192351"/>
                    <a:pt x="289947" y="191477"/>
                    <a:pt x="290654" y="192486"/>
                  </a:cubicBezTo>
                  <a:cubicBezTo>
                    <a:pt x="291360" y="193495"/>
                    <a:pt x="291730" y="195379"/>
                    <a:pt x="292909" y="195076"/>
                  </a:cubicBezTo>
                  <a:cubicBezTo>
                    <a:pt x="294086" y="194773"/>
                    <a:pt x="295433" y="194639"/>
                    <a:pt x="295433" y="192755"/>
                  </a:cubicBezTo>
                  <a:cubicBezTo>
                    <a:pt x="295433" y="190871"/>
                    <a:pt x="295433" y="188550"/>
                    <a:pt x="295433" y="188550"/>
                  </a:cubicBezTo>
                  <a:cubicBezTo>
                    <a:pt x="295433" y="188550"/>
                    <a:pt x="294558" y="188416"/>
                    <a:pt x="294558" y="187844"/>
                  </a:cubicBezTo>
                  <a:cubicBezTo>
                    <a:pt x="294558" y="187272"/>
                    <a:pt x="294423" y="185523"/>
                    <a:pt x="294827" y="184513"/>
                  </a:cubicBezTo>
                  <a:cubicBezTo>
                    <a:pt x="295264" y="183504"/>
                    <a:pt x="295567" y="184379"/>
                    <a:pt x="295567" y="182630"/>
                  </a:cubicBezTo>
                  <a:cubicBezTo>
                    <a:pt x="295567" y="180880"/>
                    <a:pt x="295433" y="178559"/>
                    <a:pt x="295567" y="177987"/>
                  </a:cubicBezTo>
                  <a:cubicBezTo>
                    <a:pt x="295702" y="177415"/>
                    <a:pt x="296274" y="175397"/>
                    <a:pt x="296274" y="175397"/>
                  </a:cubicBezTo>
                  <a:cubicBezTo>
                    <a:pt x="296274" y="175397"/>
                    <a:pt x="294962" y="173816"/>
                    <a:pt x="294827" y="173379"/>
                  </a:cubicBezTo>
                  <a:cubicBezTo>
                    <a:pt x="294692" y="172941"/>
                    <a:pt x="294254" y="171495"/>
                    <a:pt x="294389" y="171058"/>
                  </a:cubicBezTo>
                  <a:cubicBezTo>
                    <a:pt x="294524" y="170620"/>
                    <a:pt x="294524" y="169611"/>
                    <a:pt x="295567" y="169611"/>
                  </a:cubicBezTo>
                  <a:cubicBezTo>
                    <a:pt x="296611" y="169611"/>
                    <a:pt x="299202" y="169746"/>
                    <a:pt x="299202" y="169746"/>
                  </a:cubicBezTo>
                  <a:cubicBezTo>
                    <a:pt x="299202" y="169746"/>
                    <a:pt x="302096" y="171327"/>
                    <a:pt x="302264" y="171764"/>
                  </a:cubicBezTo>
                  <a:cubicBezTo>
                    <a:pt x="302399" y="172201"/>
                    <a:pt x="302130" y="174522"/>
                    <a:pt x="301827" y="175229"/>
                  </a:cubicBezTo>
                  <a:cubicBezTo>
                    <a:pt x="301524" y="175969"/>
                    <a:pt x="301255" y="177853"/>
                    <a:pt x="301255" y="178425"/>
                  </a:cubicBezTo>
                  <a:cubicBezTo>
                    <a:pt x="301255" y="178996"/>
                    <a:pt x="303274" y="180006"/>
                    <a:pt x="303274" y="180006"/>
                  </a:cubicBezTo>
                  <a:lnTo>
                    <a:pt x="306606" y="178626"/>
                  </a:lnTo>
                  <a:lnTo>
                    <a:pt x="309063" y="177247"/>
                  </a:lnTo>
                  <a:lnTo>
                    <a:pt x="310173" y="177247"/>
                  </a:lnTo>
                  <a:lnTo>
                    <a:pt x="315390" y="178391"/>
                  </a:lnTo>
                  <a:lnTo>
                    <a:pt x="318721" y="180275"/>
                  </a:lnTo>
                  <a:cubicBezTo>
                    <a:pt x="318721" y="180275"/>
                    <a:pt x="320741" y="181721"/>
                    <a:pt x="321178" y="182024"/>
                  </a:cubicBezTo>
                  <a:cubicBezTo>
                    <a:pt x="321616" y="182327"/>
                    <a:pt x="323803" y="183471"/>
                    <a:pt x="324376" y="183605"/>
                  </a:cubicBezTo>
                  <a:cubicBezTo>
                    <a:pt x="324947" y="183740"/>
                    <a:pt x="326126" y="184345"/>
                    <a:pt x="326395" y="184749"/>
                  </a:cubicBezTo>
                  <a:cubicBezTo>
                    <a:pt x="326698" y="185186"/>
                    <a:pt x="328145" y="186767"/>
                    <a:pt x="328145" y="186767"/>
                  </a:cubicBezTo>
                  <a:cubicBezTo>
                    <a:pt x="328145" y="186767"/>
                    <a:pt x="328717" y="188651"/>
                    <a:pt x="329457" y="189358"/>
                  </a:cubicBezTo>
                  <a:cubicBezTo>
                    <a:pt x="330198" y="190064"/>
                    <a:pt x="330198" y="190064"/>
                    <a:pt x="330198" y="190064"/>
                  </a:cubicBezTo>
                  <a:cubicBezTo>
                    <a:pt x="330198" y="190064"/>
                    <a:pt x="332823" y="191948"/>
                    <a:pt x="333227" y="192385"/>
                  </a:cubicBezTo>
                  <a:cubicBezTo>
                    <a:pt x="333664" y="192822"/>
                    <a:pt x="334808" y="193697"/>
                    <a:pt x="334808" y="193697"/>
                  </a:cubicBezTo>
                  <a:lnTo>
                    <a:pt x="335381" y="197767"/>
                  </a:lnTo>
                  <a:lnTo>
                    <a:pt x="338275" y="200795"/>
                  </a:lnTo>
                  <a:lnTo>
                    <a:pt x="341607" y="201939"/>
                  </a:lnTo>
                  <a:lnTo>
                    <a:pt x="345511" y="203385"/>
                  </a:lnTo>
                  <a:lnTo>
                    <a:pt x="349280" y="208465"/>
                  </a:lnTo>
                  <a:lnTo>
                    <a:pt x="351367" y="211492"/>
                  </a:lnTo>
                  <a:lnTo>
                    <a:pt x="352746" y="213073"/>
                  </a:lnTo>
                  <a:lnTo>
                    <a:pt x="352746" y="216269"/>
                  </a:lnTo>
                  <a:cubicBezTo>
                    <a:pt x="352746" y="216269"/>
                    <a:pt x="351871" y="217144"/>
                    <a:pt x="352443" y="218456"/>
                  </a:cubicBezTo>
                  <a:cubicBezTo>
                    <a:pt x="353016" y="219768"/>
                    <a:pt x="353756" y="220340"/>
                    <a:pt x="354193" y="220474"/>
                  </a:cubicBezTo>
                  <a:cubicBezTo>
                    <a:pt x="354631" y="220609"/>
                    <a:pt x="355069" y="220609"/>
                    <a:pt x="356381" y="220609"/>
                  </a:cubicBezTo>
                  <a:cubicBezTo>
                    <a:pt x="357694" y="220609"/>
                    <a:pt x="357559" y="219431"/>
                    <a:pt x="359578" y="221181"/>
                  </a:cubicBezTo>
                  <a:cubicBezTo>
                    <a:pt x="361597" y="222930"/>
                    <a:pt x="361901" y="223636"/>
                    <a:pt x="362035" y="224074"/>
                  </a:cubicBezTo>
                  <a:cubicBezTo>
                    <a:pt x="362170" y="224511"/>
                    <a:pt x="362472" y="225655"/>
                    <a:pt x="362776" y="227101"/>
                  </a:cubicBezTo>
                  <a:cubicBezTo>
                    <a:pt x="363045" y="228548"/>
                    <a:pt x="363650" y="229120"/>
                    <a:pt x="364222" y="229120"/>
                  </a:cubicBezTo>
                  <a:cubicBezTo>
                    <a:pt x="364795" y="229120"/>
                    <a:pt x="367285" y="228682"/>
                    <a:pt x="367689" y="228548"/>
                  </a:cubicBezTo>
                  <a:cubicBezTo>
                    <a:pt x="368127" y="228413"/>
                    <a:pt x="370011" y="227976"/>
                    <a:pt x="370011" y="227976"/>
                  </a:cubicBezTo>
                  <a:cubicBezTo>
                    <a:pt x="370011" y="227976"/>
                    <a:pt x="371593" y="227841"/>
                    <a:pt x="372031" y="227673"/>
                  </a:cubicBezTo>
                  <a:cubicBezTo>
                    <a:pt x="372468" y="227538"/>
                    <a:pt x="373478" y="228413"/>
                    <a:pt x="373780" y="229254"/>
                  </a:cubicBezTo>
                  <a:cubicBezTo>
                    <a:pt x="374083" y="230129"/>
                    <a:pt x="375665" y="230129"/>
                    <a:pt x="375665" y="231272"/>
                  </a:cubicBezTo>
                  <a:cubicBezTo>
                    <a:pt x="375665" y="232416"/>
                    <a:pt x="375800" y="233156"/>
                    <a:pt x="375665" y="234166"/>
                  </a:cubicBezTo>
                  <a:cubicBezTo>
                    <a:pt x="375530" y="235175"/>
                    <a:pt x="374353" y="236352"/>
                    <a:pt x="374353" y="236352"/>
                  </a:cubicBezTo>
                  <a:cubicBezTo>
                    <a:pt x="374353" y="236352"/>
                    <a:pt x="373915" y="238539"/>
                    <a:pt x="373780" y="239245"/>
                  </a:cubicBezTo>
                  <a:cubicBezTo>
                    <a:pt x="373646" y="239985"/>
                    <a:pt x="373915" y="241566"/>
                    <a:pt x="374521" y="242138"/>
                  </a:cubicBezTo>
                  <a:cubicBezTo>
                    <a:pt x="375093" y="242710"/>
                    <a:pt x="376271" y="244022"/>
                    <a:pt x="376271" y="244594"/>
                  </a:cubicBezTo>
                  <a:cubicBezTo>
                    <a:pt x="376271" y="245166"/>
                    <a:pt x="376708" y="246343"/>
                    <a:pt x="376574" y="247621"/>
                  </a:cubicBezTo>
                  <a:cubicBezTo>
                    <a:pt x="376439" y="248933"/>
                    <a:pt x="375564" y="250077"/>
                    <a:pt x="374689" y="250514"/>
                  </a:cubicBezTo>
                  <a:cubicBezTo>
                    <a:pt x="373814" y="250952"/>
                    <a:pt x="372939" y="252701"/>
                    <a:pt x="372939" y="252701"/>
                  </a:cubicBezTo>
                  <a:cubicBezTo>
                    <a:pt x="372939" y="252701"/>
                    <a:pt x="371189" y="254282"/>
                    <a:pt x="370617" y="254719"/>
                  </a:cubicBezTo>
                  <a:cubicBezTo>
                    <a:pt x="370045" y="255157"/>
                    <a:pt x="369002" y="255728"/>
                    <a:pt x="368295" y="256031"/>
                  </a:cubicBezTo>
                  <a:cubicBezTo>
                    <a:pt x="367588" y="256334"/>
                    <a:pt x="366107" y="256603"/>
                    <a:pt x="365670" y="257040"/>
                  </a:cubicBezTo>
                  <a:cubicBezTo>
                    <a:pt x="365232" y="257478"/>
                    <a:pt x="364088" y="259799"/>
                    <a:pt x="364088" y="259799"/>
                  </a:cubicBezTo>
                  <a:cubicBezTo>
                    <a:pt x="364088" y="259799"/>
                    <a:pt x="366545" y="259933"/>
                    <a:pt x="363785" y="261380"/>
                  </a:cubicBezTo>
                  <a:cubicBezTo>
                    <a:pt x="361025" y="262826"/>
                    <a:pt x="359713" y="262961"/>
                    <a:pt x="358703" y="263264"/>
                  </a:cubicBezTo>
                  <a:cubicBezTo>
                    <a:pt x="357694" y="263533"/>
                    <a:pt x="357391" y="265148"/>
                    <a:pt x="357391" y="265719"/>
                  </a:cubicBezTo>
                  <a:cubicBezTo>
                    <a:pt x="357391" y="266291"/>
                    <a:pt x="358973" y="269050"/>
                    <a:pt x="359275" y="269487"/>
                  </a:cubicBezTo>
                  <a:cubicBezTo>
                    <a:pt x="359578" y="269924"/>
                    <a:pt x="361867" y="272683"/>
                    <a:pt x="361867" y="273255"/>
                  </a:cubicBezTo>
                  <a:cubicBezTo>
                    <a:pt x="361867" y="273827"/>
                    <a:pt x="362742" y="275273"/>
                    <a:pt x="363011" y="275845"/>
                  </a:cubicBezTo>
                  <a:cubicBezTo>
                    <a:pt x="363314" y="276417"/>
                    <a:pt x="363583" y="277863"/>
                    <a:pt x="363583" y="277863"/>
                  </a:cubicBezTo>
                  <a:lnTo>
                    <a:pt x="364458" y="282775"/>
                  </a:lnTo>
                  <a:lnTo>
                    <a:pt x="364155" y="289873"/>
                  </a:lnTo>
                  <a:cubicBezTo>
                    <a:pt x="364155" y="289873"/>
                    <a:pt x="361698" y="293338"/>
                    <a:pt x="361261" y="293943"/>
                  </a:cubicBezTo>
                  <a:cubicBezTo>
                    <a:pt x="360823" y="294515"/>
                    <a:pt x="358636" y="297408"/>
                    <a:pt x="358636" y="297408"/>
                  </a:cubicBezTo>
                  <a:cubicBezTo>
                    <a:pt x="358636" y="297408"/>
                    <a:pt x="354126" y="300032"/>
                    <a:pt x="353285" y="300301"/>
                  </a:cubicBezTo>
                  <a:cubicBezTo>
                    <a:pt x="352410" y="300604"/>
                    <a:pt x="352275" y="300604"/>
                    <a:pt x="350963" y="301176"/>
                  </a:cubicBezTo>
                  <a:cubicBezTo>
                    <a:pt x="349650" y="301748"/>
                    <a:pt x="346621" y="301882"/>
                    <a:pt x="346621" y="301882"/>
                  </a:cubicBezTo>
                  <a:cubicBezTo>
                    <a:pt x="346621" y="301882"/>
                    <a:pt x="345746" y="306524"/>
                    <a:pt x="345881" y="306962"/>
                  </a:cubicBezTo>
                  <a:cubicBezTo>
                    <a:pt x="346015" y="307399"/>
                    <a:pt x="346318" y="309552"/>
                    <a:pt x="346015" y="310864"/>
                  </a:cubicBezTo>
                  <a:cubicBezTo>
                    <a:pt x="345712" y="312176"/>
                    <a:pt x="344837" y="315775"/>
                    <a:pt x="344568" y="317222"/>
                  </a:cubicBezTo>
                  <a:cubicBezTo>
                    <a:pt x="344299" y="318668"/>
                    <a:pt x="343693" y="323008"/>
                    <a:pt x="343693" y="323008"/>
                  </a:cubicBezTo>
                  <a:cubicBezTo>
                    <a:pt x="343693" y="323008"/>
                    <a:pt x="343256" y="324017"/>
                    <a:pt x="342953" y="324892"/>
                  </a:cubicBezTo>
                  <a:cubicBezTo>
                    <a:pt x="342683" y="325766"/>
                    <a:pt x="340193" y="331687"/>
                    <a:pt x="340059" y="332292"/>
                  </a:cubicBezTo>
                  <a:cubicBezTo>
                    <a:pt x="339924" y="332864"/>
                    <a:pt x="337871" y="335051"/>
                    <a:pt x="337030" y="335757"/>
                  </a:cubicBezTo>
                  <a:cubicBezTo>
                    <a:pt x="336155" y="336497"/>
                    <a:pt x="334135" y="338078"/>
                    <a:pt x="334135" y="338078"/>
                  </a:cubicBezTo>
                  <a:lnTo>
                    <a:pt x="332991" y="341846"/>
                  </a:lnTo>
                  <a:lnTo>
                    <a:pt x="333563" y="346354"/>
                  </a:lnTo>
                  <a:cubicBezTo>
                    <a:pt x="333563" y="346354"/>
                    <a:pt x="334876" y="349112"/>
                    <a:pt x="334270" y="349549"/>
                  </a:cubicBezTo>
                  <a:cubicBezTo>
                    <a:pt x="333698" y="349987"/>
                    <a:pt x="331813" y="353317"/>
                    <a:pt x="331678" y="353754"/>
                  </a:cubicBezTo>
                  <a:cubicBezTo>
                    <a:pt x="331544" y="354192"/>
                    <a:pt x="330804" y="355335"/>
                    <a:pt x="330231" y="356647"/>
                  </a:cubicBezTo>
                  <a:cubicBezTo>
                    <a:pt x="329659" y="357959"/>
                    <a:pt x="329087" y="359978"/>
                    <a:pt x="328919" y="361155"/>
                  </a:cubicBezTo>
                  <a:cubicBezTo>
                    <a:pt x="328784" y="362299"/>
                    <a:pt x="328481" y="364048"/>
                    <a:pt x="328784" y="365629"/>
                  </a:cubicBezTo>
                  <a:cubicBezTo>
                    <a:pt x="329054" y="367210"/>
                    <a:pt x="331376" y="373871"/>
                    <a:pt x="331376" y="373871"/>
                  </a:cubicBezTo>
                  <a:lnTo>
                    <a:pt x="331948" y="378345"/>
                  </a:lnTo>
                  <a:lnTo>
                    <a:pt x="334405" y="382684"/>
                  </a:lnTo>
                  <a:lnTo>
                    <a:pt x="334270" y="385443"/>
                  </a:lnTo>
                  <a:lnTo>
                    <a:pt x="331510" y="389211"/>
                  </a:lnTo>
                  <a:lnTo>
                    <a:pt x="329323" y="390792"/>
                  </a:lnTo>
                  <a:lnTo>
                    <a:pt x="328448" y="393247"/>
                  </a:lnTo>
                  <a:lnTo>
                    <a:pt x="330333" y="397721"/>
                  </a:lnTo>
                  <a:lnTo>
                    <a:pt x="333530" y="401489"/>
                  </a:lnTo>
                  <a:lnTo>
                    <a:pt x="338309" y="405829"/>
                  </a:lnTo>
                  <a:lnTo>
                    <a:pt x="339890" y="409159"/>
                  </a:lnTo>
                  <a:lnTo>
                    <a:pt x="340328" y="410336"/>
                  </a:lnTo>
                  <a:lnTo>
                    <a:pt x="339015" y="412355"/>
                  </a:lnTo>
                  <a:lnTo>
                    <a:pt x="340463" y="415550"/>
                  </a:lnTo>
                  <a:lnTo>
                    <a:pt x="342212" y="418174"/>
                  </a:lnTo>
                  <a:lnTo>
                    <a:pt x="342078" y="421202"/>
                  </a:lnTo>
                  <a:lnTo>
                    <a:pt x="341640" y="424970"/>
                  </a:lnTo>
                  <a:cubicBezTo>
                    <a:pt x="341640" y="424970"/>
                    <a:pt x="341203" y="428031"/>
                    <a:pt x="341203" y="428603"/>
                  </a:cubicBezTo>
                  <a:cubicBezTo>
                    <a:pt x="341203" y="429174"/>
                    <a:pt x="343525" y="434119"/>
                    <a:pt x="343525" y="434119"/>
                  </a:cubicBezTo>
                  <a:lnTo>
                    <a:pt x="341068" y="439771"/>
                  </a:lnTo>
                  <a:lnTo>
                    <a:pt x="338309" y="445557"/>
                  </a:lnTo>
                  <a:lnTo>
                    <a:pt x="335280" y="448450"/>
                  </a:lnTo>
                  <a:cubicBezTo>
                    <a:pt x="335280" y="448450"/>
                    <a:pt x="331948" y="449022"/>
                    <a:pt x="331510" y="449022"/>
                  </a:cubicBezTo>
                  <a:cubicBezTo>
                    <a:pt x="331073" y="449022"/>
                    <a:pt x="328313" y="447575"/>
                    <a:pt x="327169" y="446701"/>
                  </a:cubicBezTo>
                  <a:cubicBezTo>
                    <a:pt x="326025" y="445826"/>
                    <a:pt x="324544" y="443942"/>
                    <a:pt x="323534" y="443942"/>
                  </a:cubicBezTo>
                  <a:cubicBezTo>
                    <a:pt x="322524" y="443942"/>
                    <a:pt x="320034" y="443505"/>
                    <a:pt x="319462" y="443505"/>
                  </a:cubicBezTo>
                  <a:cubicBezTo>
                    <a:pt x="318890" y="443505"/>
                    <a:pt x="316433" y="443942"/>
                    <a:pt x="314952" y="444817"/>
                  </a:cubicBezTo>
                  <a:cubicBezTo>
                    <a:pt x="313505" y="445692"/>
                    <a:pt x="310476" y="447844"/>
                    <a:pt x="310039" y="448147"/>
                  </a:cubicBezTo>
                  <a:cubicBezTo>
                    <a:pt x="309601" y="448450"/>
                    <a:pt x="308895" y="453227"/>
                    <a:pt x="308457" y="454101"/>
                  </a:cubicBezTo>
                  <a:cubicBezTo>
                    <a:pt x="308020" y="454976"/>
                    <a:pt x="308457" y="457566"/>
                    <a:pt x="308457" y="457566"/>
                  </a:cubicBezTo>
                  <a:lnTo>
                    <a:pt x="311049" y="460762"/>
                  </a:lnTo>
                  <a:lnTo>
                    <a:pt x="312361" y="464092"/>
                  </a:lnTo>
                  <a:lnTo>
                    <a:pt x="311486" y="467557"/>
                  </a:lnTo>
                  <a:lnTo>
                    <a:pt x="310341" y="470585"/>
                  </a:lnTo>
                  <a:lnTo>
                    <a:pt x="309601" y="473781"/>
                  </a:lnTo>
                  <a:cubicBezTo>
                    <a:pt x="309601" y="473781"/>
                    <a:pt x="310173" y="474352"/>
                    <a:pt x="309029" y="474790"/>
                  </a:cubicBezTo>
                  <a:cubicBezTo>
                    <a:pt x="307885" y="475227"/>
                    <a:pt x="306000" y="476674"/>
                    <a:pt x="305697" y="477111"/>
                  </a:cubicBezTo>
                  <a:cubicBezTo>
                    <a:pt x="305394" y="477548"/>
                    <a:pt x="303678" y="479735"/>
                    <a:pt x="303678" y="479735"/>
                  </a:cubicBezTo>
                  <a:cubicBezTo>
                    <a:pt x="303678" y="479735"/>
                    <a:pt x="303240" y="481619"/>
                    <a:pt x="303240" y="482191"/>
                  </a:cubicBezTo>
                  <a:cubicBezTo>
                    <a:pt x="303240" y="482762"/>
                    <a:pt x="302668" y="487707"/>
                    <a:pt x="302668" y="487707"/>
                  </a:cubicBezTo>
                  <a:lnTo>
                    <a:pt x="302365" y="491912"/>
                  </a:lnTo>
                  <a:lnTo>
                    <a:pt x="303240" y="496555"/>
                  </a:lnTo>
                  <a:lnTo>
                    <a:pt x="304418" y="502643"/>
                  </a:lnTo>
                  <a:cubicBezTo>
                    <a:pt x="304418" y="502643"/>
                    <a:pt x="303678" y="509607"/>
                    <a:pt x="303543" y="510044"/>
                  </a:cubicBezTo>
                  <a:cubicBezTo>
                    <a:pt x="303409" y="510481"/>
                    <a:pt x="301356" y="511356"/>
                    <a:pt x="301356" y="511356"/>
                  </a:cubicBezTo>
                  <a:lnTo>
                    <a:pt x="298461" y="515258"/>
                  </a:lnTo>
                  <a:lnTo>
                    <a:pt x="298327" y="517142"/>
                  </a:lnTo>
                  <a:lnTo>
                    <a:pt x="298764" y="519732"/>
                  </a:lnTo>
                  <a:lnTo>
                    <a:pt x="299067" y="522760"/>
                  </a:lnTo>
                  <a:cubicBezTo>
                    <a:pt x="299067" y="522760"/>
                    <a:pt x="298630" y="522323"/>
                    <a:pt x="298630" y="524947"/>
                  </a:cubicBezTo>
                  <a:cubicBezTo>
                    <a:pt x="298630" y="527570"/>
                    <a:pt x="298361" y="532347"/>
                    <a:pt x="298361" y="532347"/>
                  </a:cubicBezTo>
                  <a:cubicBezTo>
                    <a:pt x="298361" y="532347"/>
                    <a:pt x="299808" y="534366"/>
                    <a:pt x="299942" y="535240"/>
                  </a:cubicBezTo>
                  <a:cubicBezTo>
                    <a:pt x="300077" y="536115"/>
                    <a:pt x="300817" y="538571"/>
                    <a:pt x="301086" y="539714"/>
                  </a:cubicBezTo>
                  <a:cubicBezTo>
                    <a:pt x="301389" y="540892"/>
                    <a:pt x="302702" y="542473"/>
                    <a:pt x="302702" y="542473"/>
                  </a:cubicBezTo>
                  <a:lnTo>
                    <a:pt x="306034" y="543213"/>
                  </a:lnTo>
                  <a:cubicBezTo>
                    <a:pt x="306034" y="543213"/>
                    <a:pt x="305731" y="545534"/>
                    <a:pt x="304889" y="545971"/>
                  </a:cubicBezTo>
                  <a:cubicBezTo>
                    <a:pt x="304014" y="546409"/>
                    <a:pt x="301860" y="547721"/>
                    <a:pt x="301860" y="547721"/>
                  </a:cubicBezTo>
                  <a:lnTo>
                    <a:pt x="301995" y="551051"/>
                  </a:lnTo>
                  <a:lnTo>
                    <a:pt x="304014" y="554684"/>
                  </a:lnTo>
                  <a:lnTo>
                    <a:pt x="305024" y="557442"/>
                  </a:lnTo>
                  <a:lnTo>
                    <a:pt x="304587" y="561210"/>
                  </a:lnTo>
                  <a:cubicBezTo>
                    <a:pt x="304587" y="561210"/>
                    <a:pt x="304452" y="563968"/>
                    <a:pt x="304587" y="564978"/>
                  </a:cubicBezTo>
                  <a:cubicBezTo>
                    <a:pt x="304721" y="565987"/>
                    <a:pt x="304721" y="566996"/>
                    <a:pt x="304721" y="568880"/>
                  </a:cubicBezTo>
                  <a:cubicBezTo>
                    <a:pt x="304721" y="570764"/>
                    <a:pt x="304991" y="572076"/>
                    <a:pt x="304014" y="572076"/>
                  </a:cubicBezTo>
                  <a:cubicBezTo>
                    <a:pt x="303005" y="572076"/>
                    <a:pt x="301389" y="571638"/>
                    <a:pt x="301120" y="570764"/>
                  </a:cubicBezTo>
                  <a:cubicBezTo>
                    <a:pt x="300851" y="569889"/>
                    <a:pt x="300683" y="570057"/>
                    <a:pt x="299808" y="568308"/>
                  </a:cubicBezTo>
                  <a:cubicBezTo>
                    <a:pt x="298933" y="566559"/>
                    <a:pt x="298798" y="565987"/>
                    <a:pt x="298226" y="565280"/>
                  </a:cubicBezTo>
                  <a:cubicBezTo>
                    <a:pt x="297654" y="564540"/>
                    <a:pt x="297486" y="563262"/>
                    <a:pt x="297082" y="562387"/>
                  </a:cubicBezTo>
                  <a:cubicBezTo>
                    <a:pt x="296644" y="561513"/>
                    <a:pt x="296341" y="560941"/>
                    <a:pt x="296207" y="560369"/>
                  </a:cubicBezTo>
                  <a:cubicBezTo>
                    <a:pt x="296072" y="559797"/>
                    <a:pt x="296072" y="558485"/>
                    <a:pt x="296072" y="558485"/>
                  </a:cubicBezTo>
                  <a:lnTo>
                    <a:pt x="297082" y="557341"/>
                  </a:lnTo>
                  <a:lnTo>
                    <a:pt x="297216" y="554314"/>
                  </a:lnTo>
                  <a:lnTo>
                    <a:pt x="295332" y="553002"/>
                  </a:lnTo>
                  <a:cubicBezTo>
                    <a:pt x="295332" y="553002"/>
                    <a:pt x="295197" y="552127"/>
                    <a:pt x="293750" y="551825"/>
                  </a:cubicBezTo>
                  <a:cubicBezTo>
                    <a:pt x="292303" y="551522"/>
                    <a:pt x="292605" y="552396"/>
                    <a:pt x="291293" y="551118"/>
                  </a:cubicBezTo>
                  <a:cubicBezTo>
                    <a:pt x="289981" y="549806"/>
                    <a:pt x="288836" y="549234"/>
                    <a:pt x="288399" y="548662"/>
                  </a:cubicBezTo>
                  <a:cubicBezTo>
                    <a:pt x="287961" y="548091"/>
                    <a:pt x="286817" y="546476"/>
                    <a:pt x="286379" y="545904"/>
                  </a:cubicBezTo>
                  <a:cubicBezTo>
                    <a:pt x="285942" y="545332"/>
                    <a:pt x="284057" y="543583"/>
                    <a:pt x="283754" y="543011"/>
                  </a:cubicBezTo>
                  <a:cubicBezTo>
                    <a:pt x="283485" y="542439"/>
                    <a:pt x="283317" y="542271"/>
                    <a:pt x="283182" y="541699"/>
                  </a:cubicBezTo>
                  <a:cubicBezTo>
                    <a:pt x="283048" y="541127"/>
                    <a:pt x="283048" y="537931"/>
                    <a:pt x="283048" y="537931"/>
                  </a:cubicBezTo>
                  <a:cubicBezTo>
                    <a:pt x="283048" y="537931"/>
                    <a:pt x="282610" y="536922"/>
                    <a:pt x="282779" y="536350"/>
                  </a:cubicBezTo>
                  <a:cubicBezTo>
                    <a:pt x="282913" y="535778"/>
                    <a:pt x="283216" y="534467"/>
                    <a:pt x="283216" y="534467"/>
                  </a:cubicBezTo>
                  <a:lnTo>
                    <a:pt x="283654" y="532885"/>
                  </a:lnTo>
                  <a:lnTo>
                    <a:pt x="284225" y="529858"/>
                  </a:lnTo>
                  <a:lnTo>
                    <a:pt x="283788" y="526225"/>
                  </a:lnTo>
                  <a:cubicBezTo>
                    <a:pt x="283788" y="526225"/>
                    <a:pt x="281601" y="524913"/>
                    <a:pt x="281466" y="524476"/>
                  </a:cubicBezTo>
                  <a:cubicBezTo>
                    <a:pt x="281331" y="524038"/>
                    <a:pt x="280456" y="522020"/>
                    <a:pt x="279447" y="521448"/>
                  </a:cubicBezTo>
                  <a:cubicBezTo>
                    <a:pt x="278437" y="520876"/>
                    <a:pt x="275678" y="516974"/>
                    <a:pt x="275678" y="516974"/>
                  </a:cubicBezTo>
                  <a:lnTo>
                    <a:pt x="273086" y="519732"/>
                  </a:lnTo>
                  <a:lnTo>
                    <a:pt x="271639" y="522928"/>
                  </a:lnTo>
                  <a:lnTo>
                    <a:pt x="271504" y="526393"/>
                  </a:lnTo>
                  <a:lnTo>
                    <a:pt x="272951" y="529723"/>
                  </a:lnTo>
                  <a:lnTo>
                    <a:pt x="272514" y="531035"/>
                  </a:lnTo>
                  <a:lnTo>
                    <a:pt x="271201" y="534097"/>
                  </a:lnTo>
                  <a:lnTo>
                    <a:pt x="269620" y="535543"/>
                  </a:lnTo>
                  <a:cubicBezTo>
                    <a:pt x="269620" y="535543"/>
                    <a:pt x="267869" y="535980"/>
                    <a:pt x="266725" y="536418"/>
                  </a:cubicBezTo>
                  <a:cubicBezTo>
                    <a:pt x="265581" y="536855"/>
                    <a:pt x="264706" y="537730"/>
                    <a:pt x="263965" y="538167"/>
                  </a:cubicBezTo>
                  <a:cubicBezTo>
                    <a:pt x="263259" y="538604"/>
                    <a:pt x="260499" y="540185"/>
                    <a:pt x="260499" y="540185"/>
                  </a:cubicBezTo>
                  <a:cubicBezTo>
                    <a:pt x="260499" y="540185"/>
                    <a:pt x="259792" y="541497"/>
                    <a:pt x="259792" y="542069"/>
                  </a:cubicBezTo>
                  <a:cubicBezTo>
                    <a:pt x="259792" y="542574"/>
                    <a:pt x="259355" y="544962"/>
                    <a:pt x="259220" y="545534"/>
                  </a:cubicBezTo>
                  <a:cubicBezTo>
                    <a:pt x="259187" y="545534"/>
                    <a:pt x="259018" y="545736"/>
                    <a:pt x="258480" y="546678"/>
                  </a:cubicBezTo>
                  <a:cubicBezTo>
                    <a:pt x="257470" y="548427"/>
                    <a:pt x="257470" y="548999"/>
                    <a:pt x="256595" y="549436"/>
                  </a:cubicBezTo>
                  <a:cubicBezTo>
                    <a:pt x="255720" y="549874"/>
                    <a:pt x="253701" y="550883"/>
                    <a:pt x="253701" y="550883"/>
                  </a:cubicBezTo>
                  <a:lnTo>
                    <a:pt x="248922" y="554078"/>
                  </a:lnTo>
                  <a:lnTo>
                    <a:pt x="246734" y="558115"/>
                  </a:lnTo>
                  <a:lnTo>
                    <a:pt x="244581" y="561143"/>
                  </a:lnTo>
                  <a:lnTo>
                    <a:pt x="240811" y="565920"/>
                  </a:lnTo>
                  <a:lnTo>
                    <a:pt x="241686" y="569115"/>
                  </a:lnTo>
                  <a:cubicBezTo>
                    <a:pt x="241686" y="569115"/>
                    <a:pt x="241114" y="570427"/>
                    <a:pt x="240542" y="571571"/>
                  </a:cubicBezTo>
                  <a:cubicBezTo>
                    <a:pt x="239970" y="572715"/>
                    <a:pt x="238085" y="575776"/>
                    <a:pt x="238085" y="575776"/>
                  </a:cubicBezTo>
                  <a:cubicBezTo>
                    <a:pt x="238085" y="575776"/>
                    <a:pt x="237210" y="577088"/>
                    <a:pt x="237075" y="577525"/>
                  </a:cubicBezTo>
                  <a:cubicBezTo>
                    <a:pt x="236941" y="577963"/>
                    <a:pt x="235763" y="579409"/>
                    <a:pt x="235326" y="579712"/>
                  </a:cubicBezTo>
                  <a:cubicBezTo>
                    <a:pt x="234888" y="580015"/>
                    <a:pt x="232701" y="583042"/>
                    <a:pt x="231994" y="583345"/>
                  </a:cubicBezTo>
                  <a:cubicBezTo>
                    <a:pt x="231253" y="583648"/>
                    <a:pt x="228359" y="586541"/>
                    <a:pt x="228359" y="586541"/>
                  </a:cubicBezTo>
                  <a:lnTo>
                    <a:pt x="225330" y="588559"/>
                  </a:lnTo>
                  <a:cubicBezTo>
                    <a:pt x="225330" y="588559"/>
                    <a:pt x="224186" y="588862"/>
                    <a:pt x="223311" y="589434"/>
                  </a:cubicBezTo>
                  <a:cubicBezTo>
                    <a:pt x="222436" y="590006"/>
                    <a:pt x="222301" y="589703"/>
                    <a:pt x="220551" y="590443"/>
                  </a:cubicBezTo>
                  <a:cubicBezTo>
                    <a:pt x="218801" y="591183"/>
                    <a:pt x="217085" y="591889"/>
                    <a:pt x="216210" y="592327"/>
                  </a:cubicBezTo>
                  <a:cubicBezTo>
                    <a:pt x="215335" y="592764"/>
                    <a:pt x="214460" y="593470"/>
                    <a:pt x="214460" y="594076"/>
                  </a:cubicBezTo>
                  <a:cubicBezTo>
                    <a:pt x="214460" y="594648"/>
                    <a:pt x="213585" y="597272"/>
                    <a:pt x="213585" y="597272"/>
                  </a:cubicBezTo>
                  <a:lnTo>
                    <a:pt x="212878" y="598718"/>
                  </a:lnTo>
                  <a:cubicBezTo>
                    <a:pt x="212878" y="598718"/>
                    <a:pt x="212306" y="600905"/>
                    <a:pt x="212306" y="601611"/>
                  </a:cubicBezTo>
                  <a:cubicBezTo>
                    <a:pt x="212306" y="602351"/>
                    <a:pt x="210993" y="605244"/>
                    <a:pt x="210993" y="605244"/>
                  </a:cubicBezTo>
                  <a:lnTo>
                    <a:pt x="210724" y="605951"/>
                  </a:lnTo>
                  <a:cubicBezTo>
                    <a:pt x="210724" y="605951"/>
                    <a:pt x="210421" y="609012"/>
                    <a:pt x="210286" y="609416"/>
                  </a:cubicBezTo>
                  <a:cubicBezTo>
                    <a:pt x="210152" y="609853"/>
                    <a:pt x="210589" y="611299"/>
                    <a:pt x="209714" y="611871"/>
                  </a:cubicBezTo>
                  <a:cubicBezTo>
                    <a:pt x="208839" y="612443"/>
                    <a:pt x="207527" y="613621"/>
                    <a:pt x="207123" y="613755"/>
                  </a:cubicBezTo>
                  <a:cubicBezTo>
                    <a:pt x="206686" y="613890"/>
                    <a:pt x="205676" y="614058"/>
                    <a:pt x="204532" y="614058"/>
                  </a:cubicBezTo>
                  <a:cubicBezTo>
                    <a:pt x="203387" y="614058"/>
                    <a:pt x="201334" y="613486"/>
                    <a:pt x="201334" y="613486"/>
                  </a:cubicBezTo>
                  <a:cubicBezTo>
                    <a:pt x="201334" y="613486"/>
                    <a:pt x="198306" y="614933"/>
                    <a:pt x="197868" y="615370"/>
                  </a:cubicBezTo>
                  <a:cubicBezTo>
                    <a:pt x="197431" y="615807"/>
                    <a:pt x="195849" y="618835"/>
                    <a:pt x="195243" y="619003"/>
                  </a:cubicBezTo>
                  <a:cubicBezTo>
                    <a:pt x="194671" y="619138"/>
                    <a:pt x="191339" y="621627"/>
                    <a:pt x="191339" y="621627"/>
                  </a:cubicBezTo>
                  <a:cubicBezTo>
                    <a:pt x="191339" y="621627"/>
                    <a:pt x="189185" y="623376"/>
                    <a:pt x="188310" y="623813"/>
                  </a:cubicBezTo>
                  <a:cubicBezTo>
                    <a:pt x="187435" y="624251"/>
                    <a:pt x="185718" y="626135"/>
                    <a:pt x="185416" y="626572"/>
                  </a:cubicBezTo>
                  <a:cubicBezTo>
                    <a:pt x="185147" y="627009"/>
                    <a:pt x="181646" y="629599"/>
                    <a:pt x="181209" y="629768"/>
                  </a:cubicBezTo>
                  <a:cubicBezTo>
                    <a:pt x="180771" y="629902"/>
                    <a:pt x="175993" y="634107"/>
                    <a:pt x="175420" y="634679"/>
                  </a:cubicBezTo>
                  <a:cubicBezTo>
                    <a:pt x="174848" y="635251"/>
                    <a:pt x="171079" y="638312"/>
                    <a:pt x="170338" y="638749"/>
                  </a:cubicBezTo>
                  <a:cubicBezTo>
                    <a:pt x="169598" y="639187"/>
                    <a:pt x="166872" y="642382"/>
                    <a:pt x="166872" y="642382"/>
                  </a:cubicBezTo>
                  <a:cubicBezTo>
                    <a:pt x="166872" y="642382"/>
                    <a:pt x="161521" y="647159"/>
                    <a:pt x="160646" y="647597"/>
                  </a:cubicBezTo>
                  <a:cubicBezTo>
                    <a:pt x="159771" y="648034"/>
                    <a:pt x="156304" y="648909"/>
                    <a:pt x="156002" y="649480"/>
                  </a:cubicBezTo>
                  <a:cubicBezTo>
                    <a:pt x="155699" y="650052"/>
                    <a:pt x="155429" y="653820"/>
                    <a:pt x="155429" y="653820"/>
                  </a:cubicBezTo>
                  <a:cubicBezTo>
                    <a:pt x="155429" y="653820"/>
                    <a:pt x="155867" y="656713"/>
                    <a:pt x="155867" y="657285"/>
                  </a:cubicBezTo>
                  <a:cubicBezTo>
                    <a:pt x="155867" y="657857"/>
                    <a:pt x="155160" y="661624"/>
                    <a:pt x="154723" y="662062"/>
                  </a:cubicBezTo>
                  <a:cubicBezTo>
                    <a:pt x="154285" y="662499"/>
                    <a:pt x="152973" y="666401"/>
                    <a:pt x="152973" y="666401"/>
                  </a:cubicBezTo>
                  <a:lnTo>
                    <a:pt x="152838" y="667108"/>
                  </a:lnTo>
                  <a:cubicBezTo>
                    <a:pt x="152838" y="667108"/>
                    <a:pt x="151828" y="670438"/>
                    <a:pt x="151694" y="671010"/>
                  </a:cubicBezTo>
                  <a:cubicBezTo>
                    <a:pt x="151559" y="671582"/>
                    <a:pt x="151256" y="674037"/>
                    <a:pt x="151559" y="674777"/>
                  </a:cubicBezTo>
                  <a:cubicBezTo>
                    <a:pt x="151828" y="675484"/>
                    <a:pt x="152131" y="677536"/>
                    <a:pt x="152569" y="677805"/>
                  </a:cubicBezTo>
                  <a:cubicBezTo>
                    <a:pt x="153006" y="678108"/>
                    <a:pt x="153006" y="678949"/>
                    <a:pt x="153881" y="680833"/>
                  </a:cubicBezTo>
                  <a:cubicBezTo>
                    <a:pt x="154756" y="682716"/>
                    <a:pt x="160545" y="686484"/>
                    <a:pt x="160545" y="687056"/>
                  </a:cubicBezTo>
                  <a:cubicBezTo>
                    <a:pt x="160545" y="687628"/>
                    <a:pt x="162430" y="689512"/>
                    <a:pt x="162430" y="689512"/>
                  </a:cubicBezTo>
                  <a:lnTo>
                    <a:pt x="169262" y="691833"/>
                  </a:lnTo>
                  <a:lnTo>
                    <a:pt x="174613" y="691530"/>
                  </a:lnTo>
                  <a:lnTo>
                    <a:pt x="178517" y="692842"/>
                  </a:lnTo>
                  <a:lnTo>
                    <a:pt x="180670" y="695163"/>
                  </a:lnTo>
                  <a:lnTo>
                    <a:pt x="187469" y="695600"/>
                  </a:lnTo>
                  <a:cubicBezTo>
                    <a:pt x="187469" y="695600"/>
                    <a:pt x="190800" y="697181"/>
                    <a:pt x="190800" y="697787"/>
                  </a:cubicBezTo>
                  <a:cubicBezTo>
                    <a:pt x="190800" y="698359"/>
                    <a:pt x="187603" y="701420"/>
                    <a:pt x="187031" y="701420"/>
                  </a:cubicBezTo>
                  <a:cubicBezTo>
                    <a:pt x="186459" y="701420"/>
                    <a:pt x="185012" y="702867"/>
                    <a:pt x="185012" y="702867"/>
                  </a:cubicBezTo>
                  <a:lnTo>
                    <a:pt x="183262" y="705760"/>
                  </a:lnTo>
                  <a:lnTo>
                    <a:pt x="182387" y="709662"/>
                  </a:lnTo>
                  <a:lnTo>
                    <a:pt x="184406" y="712992"/>
                  </a:lnTo>
                  <a:lnTo>
                    <a:pt x="191642" y="713127"/>
                  </a:lnTo>
                  <a:lnTo>
                    <a:pt x="192954" y="712555"/>
                  </a:lnTo>
                  <a:lnTo>
                    <a:pt x="193964" y="712858"/>
                  </a:lnTo>
                  <a:cubicBezTo>
                    <a:pt x="193964" y="712858"/>
                    <a:pt x="194973" y="714607"/>
                    <a:pt x="194973" y="715044"/>
                  </a:cubicBezTo>
                  <a:cubicBezTo>
                    <a:pt x="194973" y="715481"/>
                    <a:pt x="194536" y="717937"/>
                    <a:pt x="194536" y="717937"/>
                  </a:cubicBezTo>
                  <a:lnTo>
                    <a:pt x="194402" y="719821"/>
                  </a:lnTo>
                  <a:lnTo>
                    <a:pt x="196858" y="720830"/>
                  </a:lnTo>
                  <a:lnTo>
                    <a:pt x="197868" y="722277"/>
                  </a:lnTo>
                  <a:lnTo>
                    <a:pt x="199180" y="725304"/>
                  </a:lnTo>
                  <a:cubicBezTo>
                    <a:pt x="199180" y="725304"/>
                    <a:pt x="199046" y="727625"/>
                    <a:pt x="199483" y="727760"/>
                  </a:cubicBezTo>
                  <a:cubicBezTo>
                    <a:pt x="199921" y="727894"/>
                    <a:pt x="199921" y="728769"/>
                    <a:pt x="200796" y="729341"/>
                  </a:cubicBezTo>
                  <a:cubicBezTo>
                    <a:pt x="201671" y="729913"/>
                    <a:pt x="202243" y="730216"/>
                    <a:pt x="203825" y="730518"/>
                  </a:cubicBezTo>
                  <a:cubicBezTo>
                    <a:pt x="205407" y="730821"/>
                    <a:pt x="210623" y="730216"/>
                    <a:pt x="210623" y="730216"/>
                  </a:cubicBezTo>
                  <a:cubicBezTo>
                    <a:pt x="210623" y="730216"/>
                    <a:pt x="211633" y="730081"/>
                    <a:pt x="213248" y="729913"/>
                  </a:cubicBezTo>
                  <a:cubicBezTo>
                    <a:pt x="214830" y="729778"/>
                    <a:pt x="216445" y="729610"/>
                    <a:pt x="217590" y="729341"/>
                  </a:cubicBezTo>
                  <a:cubicBezTo>
                    <a:pt x="218734" y="729072"/>
                    <a:pt x="217892" y="727154"/>
                    <a:pt x="217892" y="727154"/>
                  </a:cubicBezTo>
                  <a:lnTo>
                    <a:pt x="220518" y="724127"/>
                  </a:lnTo>
                  <a:lnTo>
                    <a:pt x="219070" y="720225"/>
                  </a:lnTo>
                  <a:lnTo>
                    <a:pt x="219070" y="716894"/>
                  </a:lnTo>
                  <a:lnTo>
                    <a:pt x="220955" y="714640"/>
                  </a:lnTo>
                  <a:lnTo>
                    <a:pt x="223715" y="714270"/>
                  </a:lnTo>
                  <a:lnTo>
                    <a:pt x="226912" y="714270"/>
                  </a:lnTo>
                  <a:lnTo>
                    <a:pt x="229974" y="714136"/>
                  </a:lnTo>
                  <a:cubicBezTo>
                    <a:pt x="229974" y="714136"/>
                    <a:pt x="230984" y="713699"/>
                    <a:pt x="230984" y="713261"/>
                  </a:cubicBezTo>
                  <a:cubicBezTo>
                    <a:pt x="230984" y="712824"/>
                    <a:pt x="232128" y="711815"/>
                    <a:pt x="232128" y="710368"/>
                  </a:cubicBezTo>
                  <a:cubicBezTo>
                    <a:pt x="232128" y="708922"/>
                    <a:pt x="233138" y="707038"/>
                    <a:pt x="233138" y="707038"/>
                  </a:cubicBezTo>
                  <a:cubicBezTo>
                    <a:pt x="233138" y="707038"/>
                    <a:pt x="233138" y="706735"/>
                    <a:pt x="232431" y="706735"/>
                  </a:cubicBezTo>
                  <a:cubicBezTo>
                    <a:pt x="231724" y="706735"/>
                    <a:pt x="228662" y="703270"/>
                    <a:pt x="228662" y="703270"/>
                  </a:cubicBezTo>
                  <a:cubicBezTo>
                    <a:pt x="228662" y="703270"/>
                    <a:pt x="228224" y="701958"/>
                    <a:pt x="228965" y="701252"/>
                  </a:cubicBezTo>
                  <a:cubicBezTo>
                    <a:pt x="229672" y="700545"/>
                    <a:pt x="231152" y="699671"/>
                    <a:pt x="231152" y="699671"/>
                  </a:cubicBezTo>
                  <a:lnTo>
                    <a:pt x="234047" y="699805"/>
                  </a:lnTo>
                  <a:lnTo>
                    <a:pt x="236806" y="700377"/>
                  </a:lnTo>
                  <a:lnTo>
                    <a:pt x="238994" y="700949"/>
                  </a:lnTo>
                  <a:lnTo>
                    <a:pt x="241753" y="702530"/>
                  </a:lnTo>
                  <a:lnTo>
                    <a:pt x="241753" y="708182"/>
                  </a:lnTo>
                  <a:lnTo>
                    <a:pt x="240744" y="711075"/>
                  </a:lnTo>
                  <a:lnTo>
                    <a:pt x="240475" y="713833"/>
                  </a:lnTo>
                  <a:cubicBezTo>
                    <a:pt x="240475" y="713833"/>
                    <a:pt x="244109" y="716423"/>
                    <a:pt x="244951" y="716592"/>
                  </a:cubicBezTo>
                  <a:cubicBezTo>
                    <a:pt x="245826" y="716726"/>
                    <a:pt x="247408" y="716020"/>
                    <a:pt x="247710" y="715448"/>
                  </a:cubicBezTo>
                  <a:cubicBezTo>
                    <a:pt x="248013" y="714876"/>
                    <a:pt x="248585" y="714136"/>
                    <a:pt x="248585" y="712252"/>
                  </a:cubicBezTo>
                  <a:cubicBezTo>
                    <a:pt x="248585" y="710368"/>
                    <a:pt x="248854" y="709359"/>
                    <a:pt x="248854" y="709359"/>
                  </a:cubicBezTo>
                  <a:lnTo>
                    <a:pt x="251312" y="707610"/>
                  </a:lnTo>
                  <a:lnTo>
                    <a:pt x="253768" y="709494"/>
                  </a:lnTo>
                  <a:lnTo>
                    <a:pt x="254071" y="713127"/>
                  </a:lnTo>
                  <a:lnTo>
                    <a:pt x="253061" y="716020"/>
                  </a:lnTo>
                  <a:lnTo>
                    <a:pt x="252052" y="719350"/>
                  </a:lnTo>
                  <a:lnTo>
                    <a:pt x="252927" y="719922"/>
                  </a:lnTo>
                  <a:lnTo>
                    <a:pt x="253499" y="722108"/>
                  </a:lnTo>
                  <a:lnTo>
                    <a:pt x="253364" y="723689"/>
                  </a:lnTo>
                  <a:lnTo>
                    <a:pt x="252657" y="725136"/>
                  </a:lnTo>
                  <a:lnTo>
                    <a:pt x="249629" y="727457"/>
                  </a:lnTo>
                  <a:lnTo>
                    <a:pt x="247004" y="730653"/>
                  </a:lnTo>
                  <a:lnTo>
                    <a:pt x="245859" y="731225"/>
                  </a:lnTo>
                  <a:lnTo>
                    <a:pt x="242090" y="731662"/>
                  </a:lnTo>
                  <a:lnTo>
                    <a:pt x="240643" y="732234"/>
                  </a:lnTo>
                  <a:lnTo>
                    <a:pt x="238758" y="733243"/>
                  </a:lnTo>
                  <a:cubicBezTo>
                    <a:pt x="238758" y="733243"/>
                    <a:pt x="235730" y="734252"/>
                    <a:pt x="235561" y="734690"/>
                  </a:cubicBezTo>
                  <a:cubicBezTo>
                    <a:pt x="235426" y="735127"/>
                    <a:pt x="233676" y="736708"/>
                    <a:pt x="233676" y="736708"/>
                  </a:cubicBezTo>
                  <a:cubicBezTo>
                    <a:pt x="233676" y="736708"/>
                    <a:pt x="231489" y="738020"/>
                    <a:pt x="231489" y="738457"/>
                  </a:cubicBezTo>
                  <a:cubicBezTo>
                    <a:pt x="231489" y="738895"/>
                    <a:pt x="229739" y="740476"/>
                    <a:pt x="229301" y="740778"/>
                  </a:cubicBezTo>
                  <a:cubicBezTo>
                    <a:pt x="228864" y="741081"/>
                    <a:pt x="228864" y="743100"/>
                    <a:pt x="228426" y="743671"/>
                  </a:cubicBezTo>
                  <a:cubicBezTo>
                    <a:pt x="227989" y="744243"/>
                    <a:pt x="227417" y="744546"/>
                    <a:pt x="226845" y="744546"/>
                  </a:cubicBezTo>
                  <a:cubicBezTo>
                    <a:pt x="226272" y="744546"/>
                    <a:pt x="225835" y="742797"/>
                    <a:pt x="224522" y="742090"/>
                  </a:cubicBezTo>
                  <a:cubicBezTo>
                    <a:pt x="223210" y="741384"/>
                    <a:pt x="221628" y="739063"/>
                    <a:pt x="220753" y="739769"/>
                  </a:cubicBezTo>
                  <a:cubicBezTo>
                    <a:pt x="219878" y="740476"/>
                    <a:pt x="217286" y="741956"/>
                    <a:pt x="217286" y="741956"/>
                  </a:cubicBezTo>
                  <a:cubicBezTo>
                    <a:pt x="217286" y="741956"/>
                    <a:pt x="215099" y="742528"/>
                    <a:pt x="213955" y="742830"/>
                  </a:cubicBezTo>
                  <a:cubicBezTo>
                    <a:pt x="212811" y="743133"/>
                    <a:pt x="210489" y="743268"/>
                    <a:pt x="210185" y="743840"/>
                  </a:cubicBezTo>
                  <a:cubicBezTo>
                    <a:pt x="209883" y="744411"/>
                    <a:pt x="208301" y="746161"/>
                    <a:pt x="208301" y="747473"/>
                  </a:cubicBezTo>
                  <a:cubicBezTo>
                    <a:pt x="208301" y="748785"/>
                    <a:pt x="207729" y="750938"/>
                    <a:pt x="207729" y="750938"/>
                  </a:cubicBezTo>
                  <a:cubicBezTo>
                    <a:pt x="207729" y="750938"/>
                    <a:pt x="207998" y="753965"/>
                    <a:pt x="207998" y="754571"/>
                  </a:cubicBezTo>
                  <a:cubicBezTo>
                    <a:pt x="207998" y="755176"/>
                    <a:pt x="208435" y="760222"/>
                    <a:pt x="208435" y="760794"/>
                  </a:cubicBezTo>
                  <a:cubicBezTo>
                    <a:pt x="208435" y="761366"/>
                    <a:pt x="209614" y="763687"/>
                    <a:pt x="209614" y="763687"/>
                  </a:cubicBezTo>
                  <a:lnTo>
                    <a:pt x="213080" y="767757"/>
                  </a:lnTo>
                  <a:lnTo>
                    <a:pt x="214089" y="769305"/>
                  </a:lnTo>
                  <a:lnTo>
                    <a:pt x="216849" y="774956"/>
                  </a:lnTo>
                  <a:lnTo>
                    <a:pt x="219440" y="778589"/>
                  </a:lnTo>
                  <a:lnTo>
                    <a:pt x="219777" y="782660"/>
                  </a:lnTo>
                  <a:lnTo>
                    <a:pt x="223513" y="782088"/>
                  </a:lnTo>
                  <a:lnTo>
                    <a:pt x="227282" y="782088"/>
                  </a:lnTo>
                  <a:lnTo>
                    <a:pt x="232701" y="782155"/>
                  </a:lnTo>
                  <a:cubicBezTo>
                    <a:pt x="232701" y="782155"/>
                    <a:pt x="238153" y="782727"/>
                    <a:pt x="238422" y="782727"/>
                  </a:cubicBezTo>
                  <a:cubicBezTo>
                    <a:pt x="238691" y="782727"/>
                    <a:pt x="240104" y="782727"/>
                    <a:pt x="241047" y="782660"/>
                  </a:cubicBezTo>
                  <a:cubicBezTo>
                    <a:pt x="241989" y="782593"/>
                    <a:pt x="243133" y="782660"/>
                    <a:pt x="243638" y="782458"/>
                  </a:cubicBezTo>
                  <a:cubicBezTo>
                    <a:pt x="244143" y="782256"/>
                    <a:pt x="244782" y="781516"/>
                    <a:pt x="244782" y="781516"/>
                  </a:cubicBezTo>
                  <a:lnTo>
                    <a:pt x="246297" y="779935"/>
                  </a:lnTo>
                  <a:cubicBezTo>
                    <a:pt x="246297" y="779935"/>
                    <a:pt x="248114" y="779128"/>
                    <a:pt x="248316" y="778858"/>
                  </a:cubicBezTo>
                  <a:cubicBezTo>
                    <a:pt x="248552" y="778556"/>
                    <a:pt x="250571" y="777715"/>
                    <a:pt x="250571" y="777715"/>
                  </a:cubicBezTo>
                  <a:cubicBezTo>
                    <a:pt x="250571" y="777715"/>
                    <a:pt x="253095" y="776268"/>
                    <a:pt x="253331" y="776268"/>
                  </a:cubicBezTo>
                  <a:cubicBezTo>
                    <a:pt x="253566" y="776268"/>
                    <a:pt x="253970" y="778287"/>
                    <a:pt x="254206" y="779094"/>
                  </a:cubicBezTo>
                  <a:cubicBezTo>
                    <a:pt x="254441" y="779901"/>
                    <a:pt x="255788" y="780540"/>
                    <a:pt x="255788" y="780540"/>
                  </a:cubicBezTo>
                  <a:lnTo>
                    <a:pt x="258614" y="781281"/>
                  </a:lnTo>
                  <a:cubicBezTo>
                    <a:pt x="258614" y="781281"/>
                    <a:pt x="260297" y="780540"/>
                    <a:pt x="260499" y="780406"/>
                  </a:cubicBezTo>
                  <a:cubicBezTo>
                    <a:pt x="260701" y="780271"/>
                    <a:pt x="261509" y="779329"/>
                    <a:pt x="262014" y="778959"/>
                  </a:cubicBezTo>
                  <a:cubicBezTo>
                    <a:pt x="262518" y="778589"/>
                    <a:pt x="263326" y="778388"/>
                    <a:pt x="263394" y="778152"/>
                  </a:cubicBezTo>
                  <a:cubicBezTo>
                    <a:pt x="263461" y="777950"/>
                    <a:pt x="264840" y="777076"/>
                    <a:pt x="265581" y="776470"/>
                  </a:cubicBezTo>
                  <a:cubicBezTo>
                    <a:pt x="266321" y="775898"/>
                    <a:pt x="266523" y="775158"/>
                    <a:pt x="267163" y="774654"/>
                  </a:cubicBezTo>
                  <a:cubicBezTo>
                    <a:pt x="267802" y="774149"/>
                    <a:pt x="268846" y="773947"/>
                    <a:pt x="269047" y="773577"/>
                  </a:cubicBezTo>
                  <a:cubicBezTo>
                    <a:pt x="269249" y="773207"/>
                    <a:pt x="270999" y="773005"/>
                    <a:pt x="270999" y="773005"/>
                  </a:cubicBezTo>
                  <a:cubicBezTo>
                    <a:pt x="270999" y="773005"/>
                    <a:pt x="272379" y="772938"/>
                    <a:pt x="272884" y="772871"/>
                  </a:cubicBezTo>
                  <a:cubicBezTo>
                    <a:pt x="273389" y="772803"/>
                    <a:pt x="275072" y="772736"/>
                    <a:pt x="275846" y="772366"/>
                  </a:cubicBezTo>
                  <a:cubicBezTo>
                    <a:pt x="276653" y="771996"/>
                    <a:pt x="277427" y="771794"/>
                    <a:pt x="278437" y="771357"/>
                  </a:cubicBezTo>
                  <a:cubicBezTo>
                    <a:pt x="279447" y="770920"/>
                    <a:pt x="279884" y="770920"/>
                    <a:pt x="280456" y="770650"/>
                  </a:cubicBezTo>
                  <a:cubicBezTo>
                    <a:pt x="281028" y="770348"/>
                    <a:pt x="282206" y="770718"/>
                    <a:pt x="282408" y="770348"/>
                  </a:cubicBezTo>
                  <a:cubicBezTo>
                    <a:pt x="282610" y="769978"/>
                    <a:pt x="284663" y="769103"/>
                    <a:pt x="285437" y="768262"/>
                  </a:cubicBezTo>
                  <a:cubicBezTo>
                    <a:pt x="286245" y="767387"/>
                    <a:pt x="287759" y="768195"/>
                    <a:pt x="289577" y="768262"/>
                  </a:cubicBezTo>
                  <a:cubicBezTo>
                    <a:pt x="291394" y="768329"/>
                    <a:pt x="291596" y="769406"/>
                    <a:pt x="292471" y="769708"/>
                  </a:cubicBezTo>
                  <a:cubicBezTo>
                    <a:pt x="293346" y="770011"/>
                    <a:pt x="293548" y="772332"/>
                    <a:pt x="293615" y="772736"/>
                  </a:cubicBezTo>
                  <a:cubicBezTo>
                    <a:pt x="293683" y="773173"/>
                    <a:pt x="293615" y="774048"/>
                    <a:pt x="293413" y="774822"/>
                  </a:cubicBezTo>
                  <a:cubicBezTo>
                    <a:pt x="293211" y="775629"/>
                    <a:pt x="291596" y="776571"/>
                    <a:pt x="290788" y="777008"/>
                  </a:cubicBezTo>
                  <a:cubicBezTo>
                    <a:pt x="289981" y="777446"/>
                    <a:pt x="289543" y="779329"/>
                    <a:pt x="289543" y="779531"/>
                  </a:cubicBezTo>
                  <a:cubicBezTo>
                    <a:pt x="289543" y="779733"/>
                    <a:pt x="290856" y="781482"/>
                    <a:pt x="290856" y="781482"/>
                  </a:cubicBezTo>
                  <a:lnTo>
                    <a:pt x="292605" y="783568"/>
                  </a:lnTo>
                  <a:cubicBezTo>
                    <a:pt x="292605" y="783568"/>
                    <a:pt x="293683" y="788580"/>
                    <a:pt x="293716" y="788849"/>
                  </a:cubicBezTo>
                  <a:cubicBezTo>
                    <a:pt x="293716" y="789152"/>
                    <a:pt x="294221" y="790363"/>
                    <a:pt x="294221" y="790666"/>
                  </a:cubicBezTo>
                  <a:cubicBezTo>
                    <a:pt x="294221" y="790969"/>
                    <a:pt x="295971" y="793256"/>
                    <a:pt x="296240" y="793424"/>
                  </a:cubicBezTo>
                  <a:cubicBezTo>
                    <a:pt x="296543" y="793559"/>
                    <a:pt x="297317" y="794232"/>
                    <a:pt x="297687" y="794366"/>
                  </a:cubicBezTo>
                  <a:cubicBezTo>
                    <a:pt x="298057" y="794501"/>
                    <a:pt x="299202" y="796755"/>
                    <a:pt x="299269" y="797058"/>
                  </a:cubicBezTo>
                  <a:cubicBezTo>
                    <a:pt x="299336" y="797360"/>
                    <a:pt x="299336" y="798874"/>
                    <a:pt x="299336" y="799143"/>
                  </a:cubicBezTo>
                  <a:cubicBezTo>
                    <a:pt x="299336" y="799446"/>
                    <a:pt x="298832" y="800287"/>
                    <a:pt x="298461" y="800724"/>
                  </a:cubicBezTo>
                  <a:cubicBezTo>
                    <a:pt x="298091" y="801162"/>
                    <a:pt x="296779" y="801666"/>
                    <a:pt x="296442" y="802238"/>
                  </a:cubicBezTo>
                  <a:cubicBezTo>
                    <a:pt x="296072" y="802810"/>
                    <a:pt x="294120" y="804996"/>
                    <a:pt x="293851" y="805266"/>
                  </a:cubicBezTo>
                  <a:cubicBezTo>
                    <a:pt x="293548" y="805568"/>
                    <a:pt x="293851" y="806712"/>
                    <a:pt x="293851" y="806914"/>
                  </a:cubicBezTo>
                  <a:cubicBezTo>
                    <a:pt x="293851" y="807116"/>
                    <a:pt x="294793" y="809100"/>
                    <a:pt x="294995" y="809302"/>
                  </a:cubicBezTo>
                  <a:cubicBezTo>
                    <a:pt x="295231" y="809538"/>
                    <a:pt x="298192" y="812128"/>
                    <a:pt x="298192" y="812128"/>
                  </a:cubicBezTo>
                  <a:cubicBezTo>
                    <a:pt x="298192" y="812128"/>
                    <a:pt x="300279" y="812868"/>
                    <a:pt x="300515" y="813003"/>
                  </a:cubicBezTo>
                  <a:cubicBezTo>
                    <a:pt x="300750" y="813137"/>
                    <a:pt x="301221" y="816266"/>
                    <a:pt x="301221" y="816266"/>
                  </a:cubicBezTo>
                  <a:cubicBezTo>
                    <a:pt x="301221" y="816266"/>
                    <a:pt x="300784" y="821850"/>
                    <a:pt x="300144" y="822354"/>
                  </a:cubicBezTo>
                  <a:cubicBezTo>
                    <a:pt x="299505" y="822859"/>
                    <a:pt x="299572" y="824877"/>
                    <a:pt x="299572" y="825618"/>
                  </a:cubicBezTo>
                  <a:cubicBezTo>
                    <a:pt x="299572" y="826358"/>
                    <a:pt x="300582" y="827367"/>
                    <a:pt x="300885" y="827636"/>
                  </a:cubicBezTo>
                  <a:cubicBezTo>
                    <a:pt x="301188" y="827939"/>
                    <a:pt x="303846" y="829957"/>
                    <a:pt x="304082" y="830226"/>
                  </a:cubicBezTo>
                  <a:cubicBezTo>
                    <a:pt x="304284" y="830529"/>
                    <a:pt x="305327" y="831101"/>
                    <a:pt x="306606" y="831740"/>
                  </a:cubicBezTo>
                  <a:cubicBezTo>
                    <a:pt x="307918" y="832379"/>
                    <a:pt x="308423" y="833624"/>
                    <a:pt x="309433" y="834566"/>
                  </a:cubicBezTo>
                  <a:cubicBezTo>
                    <a:pt x="310443" y="835508"/>
                    <a:pt x="310510" y="837324"/>
                    <a:pt x="310510" y="837526"/>
                  </a:cubicBezTo>
                  <a:cubicBezTo>
                    <a:pt x="310510" y="837728"/>
                    <a:pt x="312024" y="838670"/>
                    <a:pt x="312024" y="838670"/>
                  </a:cubicBezTo>
                  <a:cubicBezTo>
                    <a:pt x="312024" y="838670"/>
                    <a:pt x="314784" y="839679"/>
                    <a:pt x="314986" y="839679"/>
                  </a:cubicBezTo>
                  <a:cubicBezTo>
                    <a:pt x="315188" y="839679"/>
                    <a:pt x="318890" y="842067"/>
                    <a:pt x="319025" y="842370"/>
                  </a:cubicBezTo>
                  <a:cubicBezTo>
                    <a:pt x="319159" y="842673"/>
                    <a:pt x="319327" y="843379"/>
                    <a:pt x="319596" y="843817"/>
                  </a:cubicBezTo>
                  <a:cubicBezTo>
                    <a:pt x="319899" y="844254"/>
                    <a:pt x="323568" y="847382"/>
                    <a:pt x="323568" y="847382"/>
                  </a:cubicBezTo>
                  <a:cubicBezTo>
                    <a:pt x="323568" y="847382"/>
                    <a:pt x="330534" y="847382"/>
                    <a:pt x="330736" y="847517"/>
                  </a:cubicBezTo>
                  <a:cubicBezTo>
                    <a:pt x="330938" y="847652"/>
                    <a:pt x="332991" y="850107"/>
                    <a:pt x="334304" y="851049"/>
                  </a:cubicBezTo>
                  <a:cubicBezTo>
                    <a:pt x="335616" y="851991"/>
                    <a:pt x="337366" y="853370"/>
                    <a:pt x="337770" y="853740"/>
                  </a:cubicBezTo>
                  <a:cubicBezTo>
                    <a:pt x="338208" y="854110"/>
                    <a:pt x="339857" y="855422"/>
                    <a:pt x="341909" y="856701"/>
                  </a:cubicBezTo>
                  <a:cubicBezTo>
                    <a:pt x="343929" y="858013"/>
                    <a:pt x="344232" y="857945"/>
                    <a:pt x="346251" y="858652"/>
                  </a:cubicBezTo>
                  <a:cubicBezTo>
                    <a:pt x="348270" y="859392"/>
                    <a:pt x="347698" y="858517"/>
                    <a:pt x="348270" y="858214"/>
                  </a:cubicBezTo>
                  <a:cubicBezTo>
                    <a:pt x="348843" y="857912"/>
                    <a:pt x="349785" y="857508"/>
                    <a:pt x="349953" y="857272"/>
                  </a:cubicBezTo>
                  <a:cubicBezTo>
                    <a:pt x="350088" y="857071"/>
                    <a:pt x="352040" y="855389"/>
                    <a:pt x="353083" y="854514"/>
                  </a:cubicBezTo>
                  <a:cubicBezTo>
                    <a:pt x="354092" y="853639"/>
                    <a:pt x="356347" y="851756"/>
                    <a:pt x="357492" y="850982"/>
                  </a:cubicBezTo>
                  <a:cubicBezTo>
                    <a:pt x="358669" y="850175"/>
                    <a:pt x="360756" y="850679"/>
                    <a:pt x="360958" y="850679"/>
                  </a:cubicBezTo>
                  <a:cubicBezTo>
                    <a:pt x="361193" y="850679"/>
                    <a:pt x="364357" y="851251"/>
                    <a:pt x="365300" y="851318"/>
                  </a:cubicBezTo>
                  <a:cubicBezTo>
                    <a:pt x="366242" y="851386"/>
                    <a:pt x="369002" y="851621"/>
                    <a:pt x="369002" y="851621"/>
                  </a:cubicBezTo>
                  <a:lnTo>
                    <a:pt x="371256" y="851419"/>
                  </a:lnTo>
                  <a:lnTo>
                    <a:pt x="373511" y="850679"/>
                  </a:lnTo>
                  <a:lnTo>
                    <a:pt x="373713" y="846844"/>
                  </a:lnTo>
                  <a:cubicBezTo>
                    <a:pt x="373713" y="846844"/>
                    <a:pt x="372905" y="844523"/>
                    <a:pt x="372771" y="843817"/>
                  </a:cubicBezTo>
                  <a:cubicBezTo>
                    <a:pt x="372636" y="843077"/>
                    <a:pt x="372266" y="841866"/>
                    <a:pt x="372333" y="840856"/>
                  </a:cubicBezTo>
                  <a:cubicBezTo>
                    <a:pt x="372401" y="839847"/>
                    <a:pt x="373040" y="838905"/>
                    <a:pt x="373343" y="838333"/>
                  </a:cubicBezTo>
                  <a:cubicBezTo>
                    <a:pt x="373646" y="837761"/>
                    <a:pt x="374655" y="837324"/>
                    <a:pt x="374925" y="837089"/>
                  </a:cubicBezTo>
                  <a:cubicBezTo>
                    <a:pt x="375194" y="836887"/>
                    <a:pt x="376237" y="837089"/>
                    <a:pt x="376506" y="837156"/>
                  </a:cubicBezTo>
                  <a:cubicBezTo>
                    <a:pt x="376776" y="837223"/>
                    <a:pt x="377752" y="837728"/>
                    <a:pt x="377752" y="837728"/>
                  </a:cubicBezTo>
                  <a:cubicBezTo>
                    <a:pt x="377752" y="837728"/>
                    <a:pt x="380579" y="839477"/>
                    <a:pt x="380781" y="839612"/>
                  </a:cubicBezTo>
                  <a:cubicBezTo>
                    <a:pt x="381016" y="839746"/>
                    <a:pt x="383406" y="841866"/>
                    <a:pt x="383675" y="841866"/>
                  </a:cubicBezTo>
                  <a:cubicBezTo>
                    <a:pt x="383978" y="841866"/>
                    <a:pt x="386872" y="843009"/>
                    <a:pt x="387141" y="843009"/>
                  </a:cubicBezTo>
                  <a:cubicBezTo>
                    <a:pt x="387411" y="843009"/>
                    <a:pt x="388454" y="844523"/>
                    <a:pt x="388454" y="844523"/>
                  </a:cubicBezTo>
                  <a:cubicBezTo>
                    <a:pt x="388454" y="844523"/>
                    <a:pt x="388588" y="846609"/>
                    <a:pt x="388891" y="847853"/>
                  </a:cubicBezTo>
                  <a:cubicBezTo>
                    <a:pt x="389161" y="849098"/>
                    <a:pt x="389834" y="849670"/>
                    <a:pt x="390204" y="850612"/>
                  </a:cubicBezTo>
                  <a:cubicBezTo>
                    <a:pt x="390574" y="851554"/>
                    <a:pt x="391718" y="853438"/>
                    <a:pt x="391886" y="853639"/>
                  </a:cubicBezTo>
                  <a:cubicBezTo>
                    <a:pt x="392021" y="853841"/>
                    <a:pt x="393603" y="855456"/>
                    <a:pt x="393603" y="855456"/>
                  </a:cubicBezTo>
                  <a:cubicBezTo>
                    <a:pt x="393603" y="855456"/>
                    <a:pt x="396228" y="855523"/>
                    <a:pt x="397002" y="855321"/>
                  </a:cubicBezTo>
                  <a:cubicBezTo>
                    <a:pt x="397810" y="855086"/>
                    <a:pt x="400199" y="854379"/>
                    <a:pt x="400401" y="854312"/>
                  </a:cubicBezTo>
                  <a:cubicBezTo>
                    <a:pt x="400603" y="854245"/>
                    <a:pt x="403295" y="853572"/>
                    <a:pt x="403295" y="853572"/>
                  </a:cubicBezTo>
                  <a:lnTo>
                    <a:pt x="406695" y="853269"/>
                  </a:lnTo>
                  <a:cubicBezTo>
                    <a:pt x="406695" y="853269"/>
                    <a:pt x="411272" y="851386"/>
                    <a:pt x="411608" y="851386"/>
                  </a:cubicBezTo>
                  <a:cubicBezTo>
                    <a:pt x="411979" y="851386"/>
                    <a:pt x="414570" y="850309"/>
                    <a:pt x="414570" y="850309"/>
                  </a:cubicBezTo>
                  <a:lnTo>
                    <a:pt x="418272" y="846844"/>
                  </a:lnTo>
                  <a:lnTo>
                    <a:pt x="421604" y="844658"/>
                  </a:lnTo>
                  <a:cubicBezTo>
                    <a:pt x="421604" y="844658"/>
                    <a:pt x="423488" y="841260"/>
                    <a:pt x="423556" y="840957"/>
                  </a:cubicBezTo>
                  <a:cubicBezTo>
                    <a:pt x="423623" y="840654"/>
                    <a:pt x="426315" y="837492"/>
                    <a:pt x="426686" y="836988"/>
                  </a:cubicBezTo>
                  <a:cubicBezTo>
                    <a:pt x="427056" y="836483"/>
                    <a:pt x="429008" y="835911"/>
                    <a:pt x="429378" y="835609"/>
                  </a:cubicBezTo>
                  <a:cubicBezTo>
                    <a:pt x="429748" y="835306"/>
                    <a:pt x="431700" y="834364"/>
                    <a:pt x="432407" y="834027"/>
                  </a:cubicBezTo>
                  <a:cubicBezTo>
                    <a:pt x="433147" y="833657"/>
                    <a:pt x="435032" y="833086"/>
                    <a:pt x="436311" y="832951"/>
                  </a:cubicBezTo>
                  <a:cubicBezTo>
                    <a:pt x="437623" y="832816"/>
                    <a:pt x="438902" y="832446"/>
                    <a:pt x="438902" y="832446"/>
                  </a:cubicBezTo>
                  <a:cubicBezTo>
                    <a:pt x="438902" y="832446"/>
                    <a:pt x="441157" y="832446"/>
                    <a:pt x="441662" y="832446"/>
                  </a:cubicBezTo>
                  <a:cubicBezTo>
                    <a:pt x="442167" y="832446"/>
                    <a:pt x="443681" y="833657"/>
                    <a:pt x="443681" y="833657"/>
                  </a:cubicBezTo>
                  <a:lnTo>
                    <a:pt x="443816" y="835575"/>
                  </a:lnTo>
                  <a:lnTo>
                    <a:pt x="442738" y="837526"/>
                  </a:lnTo>
                  <a:lnTo>
                    <a:pt x="441662" y="842807"/>
                  </a:lnTo>
                  <a:lnTo>
                    <a:pt x="442167" y="847012"/>
                  </a:lnTo>
                  <a:cubicBezTo>
                    <a:pt x="442167" y="847012"/>
                    <a:pt x="442604" y="852462"/>
                    <a:pt x="442537" y="852664"/>
                  </a:cubicBezTo>
                  <a:cubicBezTo>
                    <a:pt x="442469" y="852899"/>
                    <a:pt x="444792" y="855490"/>
                    <a:pt x="445061" y="855725"/>
                  </a:cubicBezTo>
                  <a:cubicBezTo>
                    <a:pt x="445364" y="855927"/>
                    <a:pt x="448258" y="859055"/>
                    <a:pt x="448258" y="859055"/>
                  </a:cubicBezTo>
                  <a:lnTo>
                    <a:pt x="453037" y="863193"/>
                  </a:lnTo>
                  <a:lnTo>
                    <a:pt x="460273" y="868037"/>
                  </a:lnTo>
                  <a:lnTo>
                    <a:pt x="470335" y="870560"/>
                  </a:lnTo>
                  <a:cubicBezTo>
                    <a:pt x="470335" y="870560"/>
                    <a:pt x="476629" y="871569"/>
                    <a:pt x="476932" y="871569"/>
                  </a:cubicBezTo>
                  <a:cubicBezTo>
                    <a:pt x="477234" y="871569"/>
                    <a:pt x="481004" y="872309"/>
                    <a:pt x="481576" y="872208"/>
                  </a:cubicBezTo>
                  <a:cubicBezTo>
                    <a:pt x="482148" y="872141"/>
                    <a:pt x="486355" y="872208"/>
                    <a:pt x="486355" y="872208"/>
                  </a:cubicBezTo>
                  <a:cubicBezTo>
                    <a:pt x="486355" y="872208"/>
                    <a:pt x="490259" y="870964"/>
                    <a:pt x="490562" y="870964"/>
                  </a:cubicBezTo>
                  <a:cubicBezTo>
                    <a:pt x="490865" y="870964"/>
                    <a:pt x="493894" y="869080"/>
                    <a:pt x="494095" y="869080"/>
                  </a:cubicBezTo>
                  <a:cubicBezTo>
                    <a:pt x="494298" y="869080"/>
                    <a:pt x="497932" y="865817"/>
                    <a:pt x="497932" y="865817"/>
                  </a:cubicBezTo>
                  <a:lnTo>
                    <a:pt x="504024" y="861982"/>
                  </a:lnTo>
                  <a:lnTo>
                    <a:pt x="511428" y="857777"/>
                  </a:lnTo>
                  <a:lnTo>
                    <a:pt x="513683" y="855019"/>
                  </a:lnTo>
                  <a:cubicBezTo>
                    <a:pt x="513683" y="855019"/>
                    <a:pt x="516139" y="855019"/>
                    <a:pt x="516947" y="855019"/>
                  </a:cubicBezTo>
                  <a:cubicBezTo>
                    <a:pt x="517755" y="855019"/>
                    <a:pt x="520649" y="855019"/>
                    <a:pt x="520649" y="855019"/>
                  </a:cubicBezTo>
                  <a:cubicBezTo>
                    <a:pt x="520649" y="855019"/>
                    <a:pt x="522466" y="855019"/>
                    <a:pt x="522735" y="855019"/>
                  </a:cubicBezTo>
                  <a:cubicBezTo>
                    <a:pt x="523039" y="855019"/>
                    <a:pt x="524418" y="855490"/>
                    <a:pt x="524688" y="855557"/>
                  </a:cubicBezTo>
                  <a:cubicBezTo>
                    <a:pt x="524991" y="855624"/>
                    <a:pt x="526202" y="856835"/>
                    <a:pt x="526505" y="857037"/>
                  </a:cubicBezTo>
                  <a:cubicBezTo>
                    <a:pt x="526808" y="857239"/>
                    <a:pt x="527817" y="858282"/>
                    <a:pt x="528121" y="858652"/>
                  </a:cubicBezTo>
                  <a:cubicBezTo>
                    <a:pt x="528390" y="859022"/>
                    <a:pt x="528760" y="859896"/>
                    <a:pt x="528995" y="860031"/>
                  </a:cubicBezTo>
                  <a:cubicBezTo>
                    <a:pt x="529231" y="860166"/>
                    <a:pt x="530375" y="860670"/>
                    <a:pt x="531688" y="860906"/>
                  </a:cubicBezTo>
                  <a:cubicBezTo>
                    <a:pt x="533000" y="861141"/>
                    <a:pt x="533774" y="861276"/>
                    <a:pt x="533774" y="861276"/>
                  </a:cubicBezTo>
                  <a:cubicBezTo>
                    <a:pt x="533774" y="861276"/>
                    <a:pt x="538654" y="863227"/>
                    <a:pt x="538991" y="863294"/>
                  </a:cubicBezTo>
                  <a:cubicBezTo>
                    <a:pt x="539361" y="863361"/>
                    <a:pt x="540068" y="863361"/>
                    <a:pt x="540068" y="863361"/>
                  </a:cubicBezTo>
                  <a:cubicBezTo>
                    <a:pt x="540068" y="863361"/>
                    <a:pt x="542222" y="862621"/>
                    <a:pt x="542323" y="862419"/>
                  </a:cubicBezTo>
                  <a:cubicBezTo>
                    <a:pt x="542390" y="862217"/>
                    <a:pt x="544645" y="860098"/>
                    <a:pt x="544645" y="860098"/>
                  </a:cubicBezTo>
                  <a:cubicBezTo>
                    <a:pt x="544645" y="860098"/>
                    <a:pt x="546664" y="859594"/>
                    <a:pt x="547034" y="859594"/>
                  </a:cubicBezTo>
                  <a:cubicBezTo>
                    <a:pt x="547405" y="859594"/>
                    <a:pt x="549559" y="861040"/>
                    <a:pt x="550164" y="861040"/>
                  </a:cubicBezTo>
                  <a:cubicBezTo>
                    <a:pt x="550736" y="861040"/>
                    <a:pt x="552352" y="864808"/>
                    <a:pt x="552352" y="864808"/>
                  </a:cubicBezTo>
                  <a:lnTo>
                    <a:pt x="551409" y="868003"/>
                  </a:lnTo>
                  <a:lnTo>
                    <a:pt x="554371" y="873655"/>
                  </a:lnTo>
                  <a:cubicBezTo>
                    <a:pt x="554371" y="873655"/>
                    <a:pt x="557333" y="876178"/>
                    <a:pt x="557635" y="876346"/>
                  </a:cubicBezTo>
                  <a:cubicBezTo>
                    <a:pt x="557938" y="876481"/>
                    <a:pt x="560227" y="878533"/>
                    <a:pt x="560597" y="878600"/>
                  </a:cubicBezTo>
                  <a:cubicBezTo>
                    <a:pt x="560967" y="878667"/>
                    <a:pt x="563693" y="880551"/>
                    <a:pt x="564366" y="881056"/>
                  </a:cubicBezTo>
                  <a:cubicBezTo>
                    <a:pt x="565006" y="881560"/>
                    <a:pt x="566621" y="883309"/>
                    <a:pt x="566621" y="883511"/>
                  </a:cubicBezTo>
                  <a:cubicBezTo>
                    <a:pt x="566621" y="883713"/>
                    <a:pt x="565174" y="885967"/>
                    <a:pt x="565174" y="885967"/>
                  </a:cubicBezTo>
                  <a:cubicBezTo>
                    <a:pt x="565174" y="885967"/>
                    <a:pt x="562212" y="887985"/>
                    <a:pt x="561977" y="888053"/>
                  </a:cubicBezTo>
                  <a:cubicBezTo>
                    <a:pt x="561775" y="888120"/>
                    <a:pt x="560025" y="890374"/>
                    <a:pt x="559722" y="890677"/>
                  </a:cubicBezTo>
                  <a:cubicBezTo>
                    <a:pt x="559453" y="890979"/>
                    <a:pt x="558712" y="891753"/>
                    <a:pt x="558342" y="892258"/>
                  </a:cubicBezTo>
                  <a:cubicBezTo>
                    <a:pt x="557972" y="892762"/>
                    <a:pt x="557467" y="896160"/>
                    <a:pt x="557400" y="896395"/>
                  </a:cubicBezTo>
                  <a:cubicBezTo>
                    <a:pt x="557333" y="896597"/>
                    <a:pt x="557905" y="899221"/>
                    <a:pt x="557905" y="899221"/>
                  </a:cubicBezTo>
                  <a:lnTo>
                    <a:pt x="561102" y="906252"/>
                  </a:lnTo>
                  <a:cubicBezTo>
                    <a:pt x="561102" y="906252"/>
                    <a:pt x="563054" y="908842"/>
                    <a:pt x="563188" y="909077"/>
                  </a:cubicBezTo>
                  <a:cubicBezTo>
                    <a:pt x="563323" y="909279"/>
                    <a:pt x="563256" y="911533"/>
                    <a:pt x="563256" y="911533"/>
                  </a:cubicBezTo>
                  <a:cubicBezTo>
                    <a:pt x="563256" y="911533"/>
                    <a:pt x="563256" y="912845"/>
                    <a:pt x="563256" y="913720"/>
                  </a:cubicBezTo>
                  <a:cubicBezTo>
                    <a:pt x="563256" y="914594"/>
                    <a:pt x="562987" y="914729"/>
                    <a:pt x="562751" y="915906"/>
                  </a:cubicBezTo>
                  <a:cubicBezTo>
                    <a:pt x="562549" y="917050"/>
                    <a:pt x="562751" y="916916"/>
                    <a:pt x="563391" y="918160"/>
                  </a:cubicBezTo>
                  <a:cubicBezTo>
                    <a:pt x="564030" y="919405"/>
                    <a:pt x="566419" y="920481"/>
                    <a:pt x="566722" y="920414"/>
                  </a:cubicBezTo>
                  <a:cubicBezTo>
                    <a:pt x="567025" y="920347"/>
                    <a:pt x="568910" y="918766"/>
                    <a:pt x="569246" y="918598"/>
                  </a:cubicBezTo>
                  <a:cubicBezTo>
                    <a:pt x="569617" y="918463"/>
                    <a:pt x="570323" y="916276"/>
                    <a:pt x="570323" y="916276"/>
                  </a:cubicBezTo>
                  <a:cubicBezTo>
                    <a:pt x="570323" y="916276"/>
                    <a:pt x="571770" y="915704"/>
                    <a:pt x="571972" y="915469"/>
                  </a:cubicBezTo>
                  <a:cubicBezTo>
                    <a:pt x="572174" y="915234"/>
                    <a:pt x="573217" y="912778"/>
                    <a:pt x="573554" y="912576"/>
                  </a:cubicBezTo>
                  <a:cubicBezTo>
                    <a:pt x="573924" y="912341"/>
                    <a:pt x="574934" y="911769"/>
                    <a:pt x="576179" y="911701"/>
                  </a:cubicBezTo>
                  <a:cubicBezTo>
                    <a:pt x="577424" y="911600"/>
                    <a:pt x="576819" y="912744"/>
                    <a:pt x="576987" y="913182"/>
                  </a:cubicBezTo>
                  <a:cubicBezTo>
                    <a:pt x="577121" y="913619"/>
                    <a:pt x="580251" y="914561"/>
                    <a:pt x="580554" y="914561"/>
                  </a:cubicBezTo>
                  <a:cubicBezTo>
                    <a:pt x="580823" y="914561"/>
                    <a:pt x="581295" y="914426"/>
                    <a:pt x="581295" y="914123"/>
                  </a:cubicBezTo>
                  <a:cubicBezTo>
                    <a:pt x="581295" y="913821"/>
                    <a:pt x="582170" y="912812"/>
                    <a:pt x="582372" y="912610"/>
                  </a:cubicBezTo>
                  <a:cubicBezTo>
                    <a:pt x="582607" y="912374"/>
                    <a:pt x="584324" y="912105"/>
                    <a:pt x="584559" y="912105"/>
                  </a:cubicBezTo>
                  <a:cubicBezTo>
                    <a:pt x="584795" y="912105"/>
                    <a:pt x="587655" y="912408"/>
                    <a:pt x="588530" y="912408"/>
                  </a:cubicBezTo>
                  <a:cubicBezTo>
                    <a:pt x="589405" y="912408"/>
                    <a:pt x="591357" y="912038"/>
                    <a:pt x="591660" y="911836"/>
                  </a:cubicBezTo>
                  <a:cubicBezTo>
                    <a:pt x="591963" y="911600"/>
                    <a:pt x="593982" y="911903"/>
                    <a:pt x="594790" y="911836"/>
                  </a:cubicBezTo>
                  <a:cubicBezTo>
                    <a:pt x="595598" y="911769"/>
                    <a:pt x="598492" y="912273"/>
                    <a:pt x="598761" y="912341"/>
                  </a:cubicBezTo>
                  <a:cubicBezTo>
                    <a:pt x="599064" y="912408"/>
                    <a:pt x="602396" y="914224"/>
                    <a:pt x="602396" y="914224"/>
                  </a:cubicBezTo>
                  <a:lnTo>
                    <a:pt x="606233" y="914224"/>
                  </a:lnTo>
                  <a:lnTo>
                    <a:pt x="610507" y="915301"/>
                  </a:lnTo>
                  <a:lnTo>
                    <a:pt x="613401" y="917050"/>
                  </a:lnTo>
                  <a:cubicBezTo>
                    <a:pt x="613401" y="917050"/>
                    <a:pt x="612391" y="920313"/>
                    <a:pt x="612089" y="920246"/>
                  </a:cubicBezTo>
                  <a:cubicBezTo>
                    <a:pt x="611786" y="920179"/>
                    <a:pt x="610406" y="920448"/>
                    <a:pt x="609699" y="920313"/>
                  </a:cubicBezTo>
                  <a:cubicBezTo>
                    <a:pt x="608959" y="920179"/>
                    <a:pt x="608252" y="919371"/>
                    <a:pt x="607814" y="919001"/>
                  </a:cubicBezTo>
                  <a:cubicBezTo>
                    <a:pt x="607377" y="918631"/>
                    <a:pt x="607007" y="919371"/>
                    <a:pt x="606939" y="919640"/>
                  </a:cubicBezTo>
                  <a:cubicBezTo>
                    <a:pt x="606872" y="919943"/>
                    <a:pt x="606637" y="920952"/>
                    <a:pt x="606637" y="920952"/>
                  </a:cubicBezTo>
                  <a:lnTo>
                    <a:pt x="606132" y="922096"/>
                  </a:lnTo>
                  <a:cubicBezTo>
                    <a:pt x="606132" y="922096"/>
                    <a:pt x="605055" y="922298"/>
                    <a:pt x="604180" y="922298"/>
                  </a:cubicBezTo>
                  <a:cubicBezTo>
                    <a:pt x="603305" y="922298"/>
                    <a:pt x="603540" y="922601"/>
                    <a:pt x="603540" y="922601"/>
                  </a:cubicBezTo>
                  <a:lnTo>
                    <a:pt x="602295" y="923105"/>
                  </a:lnTo>
                  <a:cubicBezTo>
                    <a:pt x="602295" y="923105"/>
                    <a:pt x="601588" y="923240"/>
                    <a:pt x="600848" y="923408"/>
                  </a:cubicBezTo>
                  <a:cubicBezTo>
                    <a:pt x="600141" y="923543"/>
                    <a:pt x="600040" y="924484"/>
                    <a:pt x="600040" y="924484"/>
                  </a:cubicBezTo>
                  <a:lnTo>
                    <a:pt x="599838" y="925796"/>
                  </a:lnTo>
                  <a:lnTo>
                    <a:pt x="600141" y="926940"/>
                  </a:lnTo>
                  <a:lnTo>
                    <a:pt x="601588" y="929026"/>
                  </a:lnTo>
                  <a:lnTo>
                    <a:pt x="602598" y="930035"/>
                  </a:lnTo>
                  <a:lnTo>
                    <a:pt x="604180" y="931481"/>
                  </a:lnTo>
                  <a:lnTo>
                    <a:pt x="604920" y="932793"/>
                  </a:lnTo>
                  <a:cubicBezTo>
                    <a:pt x="604920" y="932793"/>
                    <a:pt x="604011" y="935047"/>
                    <a:pt x="604550" y="935586"/>
                  </a:cubicBezTo>
                  <a:cubicBezTo>
                    <a:pt x="605089" y="936124"/>
                    <a:pt x="607377" y="938949"/>
                    <a:pt x="607377" y="938949"/>
                  </a:cubicBezTo>
                  <a:cubicBezTo>
                    <a:pt x="607377" y="938949"/>
                    <a:pt x="610843" y="941775"/>
                    <a:pt x="612156" y="942549"/>
                  </a:cubicBezTo>
                  <a:cubicBezTo>
                    <a:pt x="613469" y="943323"/>
                    <a:pt x="614444" y="945038"/>
                    <a:pt x="614882" y="945913"/>
                  </a:cubicBezTo>
                  <a:cubicBezTo>
                    <a:pt x="615319" y="946788"/>
                    <a:pt x="615555" y="947965"/>
                    <a:pt x="615858" y="948940"/>
                  </a:cubicBezTo>
                  <a:cubicBezTo>
                    <a:pt x="616194" y="949916"/>
                    <a:pt x="620199" y="954491"/>
                    <a:pt x="620334" y="954794"/>
                  </a:cubicBezTo>
                  <a:cubicBezTo>
                    <a:pt x="620435" y="955130"/>
                    <a:pt x="620973" y="956543"/>
                    <a:pt x="621411" y="957956"/>
                  </a:cubicBezTo>
                  <a:cubicBezTo>
                    <a:pt x="621848" y="959369"/>
                    <a:pt x="624473" y="957956"/>
                    <a:pt x="625651" y="957519"/>
                  </a:cubicBezTo>
                  <a:cubicBezTo>
                    <a:pt x="626829" y="957081"/>
                    <a:pt x="626964" y="955769"/>
                    <a:pt x="627267" y="955231"/>
                  </a:cubicBezTo>
                  <a:cubicBezTo>
                    <a:pt x="627603" y="954693"/>
                    <a:pt x="629892" y="954592"/>
                    <a:pt x="630195" y="954457"/>
                  </a:cubicBezTo>
                  <a:cubicBezTo>
                    <a:pt x="630531" y="954356"/>
                    <a:pt x="632584" y="955097"/>
                    <a:pt x="632584" y="955097"/>
                  </a:cubicBezTo>
                  <a:cubicBezTo>
                    <a:pt x="632584" y="955097"/>
                    <a:pt x="632921" y="956509"/>
                    <a:pt x="632786" y="958662"/>
                  </a:cubicBezTo>
                  <a:cubicBezTo>
                    <a:pt x="632685" y="960849"/>
                    <a:pt x="632248" y="962262"/>
                    <a:pt x="631810" y="963338"/>
                  </a:cubicBezTo>
                  <a:cubicBezTo>
                    <a:pt x="631373" y="964415"/>
                    <a:pt x="631608" y="965390"/>
                    <a:pt x="631608" y="965390"/>
                  </a:cubicBezTo>
                  <a:cubicBezTo>
                    <a:pt x="631608" y="965390"/>
                    <a:pt x="634435" y="968317"/>
                    <a:pt x="635411" y="969091"/>
                  </a:cubicBezTo>
                  <a:cubicBezTo>
                    <a:pt x="636387" y="969864"/>
                    <a:pt x="637363" y="969091"/>
                    <a:pt x="637700" y="968990"/>
                  </a:cubicBezTo>
                  <a:cubicBezTo>
                    <a:pt x="638036" y="968889"/>
                    <a:pt x="639551" y="967913"/>
                    <a:pt x="639887" y="967779"/>
                  </a:cubicBezTo>
                  <a:cubicBezTo>
                    <a:pt x="640190" y="967678"/>
                    <a:pt x="641738" y="965828"/>
                    <a:pt x="641738" y="965828"/>
                  </a:cubicBezTo>
                  <a:lnTo>
                    <a:pt x="647291" y="967240"/>
                  </a:lnTo>
                  <a:lnTo>
                    <a:pt x="652171" y="960613"/>
                  </a:lnTo>
                  <a:cubicBezTo>
                    <a:pt x="652171" y="960613"/>
                    <a:pt x="655570" y="953011"/>
                    <a:pt x="655705" y="952775"/>
                  </a:cubicBezTo>
                  <a:cubicBezTo>
                    <a:pt x="655840" y="952574"/>
                    <a:pt x="655032" y="949647"/>
                    <a:pt x="655133" y="949075"/>
                  </a:cubicBezTo>
                  <a:cubicBezTo>
                    <a:pt x="655200" y="948503"/>
                    <a:pt x="654426" y="947258"/>
                    <a:pt x="653820" y="946485"/>
                  </a:cubicBezTo>
                  <a:cubicBezTo>
                    <a:pt x="653248" y="945677"/>
                    <a:pt x="652878" y="943794"/>
                    <a:pt x="652743" y="943592"/>
                  </a:cubicBezTo>
                  <a:cubicBezTo>
                    <a:pt x="652609" y="943390"/>
                    <a:pt x="650354" y="940329"/>
                    <a:pt x="650219" y="939891"/>
                  </a:cubicBezTo>
                  <a:cubicBezTo>
                    <a:pt x="650085" y="939454"/>
                    <a:pt x="649849" y="936998"/>
                    <a:pt x="649984" y="936258"/>
                  </a:cubicBezTo>
                  <a:cubicBezTo>
                    <a:pt x="650118" y="935552"/>
                    <a:pt x="651935" y="934610"/>
                    <a:pt x="652238" y="934307"/>
                  </a:cubicBezTo>
                  <a:cubicBezTo>
                    <a:pt x="652541" y="934004"/>
                    <a:pt x="656883" y="935047"/>
                    <a:pt x="656883" y="935047"/>
                  </a:cubicBezTo>
                  <a:lnTo>
                    <a:pt x="659474" y="934745"/>
                  </a:lnTo>
                  <a:cubicBezTo>
                    <a:pt x="659474" y="934745"/>
                    <a:pt x="663042" y="932423"/>
                    <a:pt x="663243" y="932356"/>
                  </a:cubicBezTo>
                  <a:cubicBezTo>
                    <a:pt x="663446" y="932289"/>
                    <a:pt x="665498" y="929530"/>
                    <a:pt x="665498" y="929530"/>
                  </a:cubicBezTo>
                  <a:cubicBezTo>
                    <a:pt x="665498" y="929530"/>
                    <a:pt x="666441" y="925124"/>
                    <a:pt x="666306" y="924821"/>
                  </a:cubicBezTo>
                  <a:cubicBezTo>
                    <a:pt x="666171" y="924518"/>
                    <a:pt x="666676" y="921692"/>
                    <a:pt x="666744" y="921356"/>
                  </a:cubicBezTo>
                  <a:cubicBezTo>
                    <a:pt x="666811" y="920986"/>
                    <a:pt x="668124" y="918732"/>
                    <a:pt x="668258" y="917891"/>
                  </a:cubicBezTo>
                  <a:cubicBezTo>
                    <a:pt x="668393" y="917016"/>
                    <a:pt x="670210" y="915873"/>
                    <a:pt x="670210" y="915873"/>
                  </a:cubicBezTo>
                  <a:cubicBezTo>
                    <a:pt x="670210" y="915873"/>
                    <a:pt x="672599" y="915873"/>
                    <a:pt x="673340" y="915873"/>
                  </a:cubicBezTo>
                  <a:cubicBezTo>
                    <a:pt x="674080" y="915873"/>
                    <a:pt x="677176" y="916512"/>
                    <a:pt x="677176" y="916512"/>
                  </a:cubicBezTo>
                  <a:lnTo>
                    <a:pt x="680643" y="918698"/>
                  </a:lnTo>
                  <a:lnTo>
                    <a:pt x="682831" y="921827"/>
                  </a:lnTo>
                  <a:lnTo>
                    <a:pt x="684480" y="924585"/>
                  </a:lnTo>
                  <a:lnTo>
                    <a:pt x="684850" y="927344"/>
                  </a:lnTo>
                  <a:lnTo>
                    <a:pt x="684985" y="933365"/>
                  </a:lnTo>
                  <a:lnTo>
                    <a:pt x="685624" y="939891"/>
                  </a:lnTo>
                  <a:lnTo>
                    <a:pt x="687138" y="945106"/>
                  </a:lnTo>
                  <a:lnTo>
                    <a:pt x="689898" y="952136"/>
                  </a:lnTo>
                  <a:lnTo>
                    <a:pt x="691042" y="955837"/>
                  </a:lnTo>
                  <a:cubicBezTo>
                    <a:pt x="691042" y="955837"/>
                    <a:pt x="692927" y="959234"/>
                    <a:pt x="693230" y="959537"/>
                  </a:cubicBezTo>
                  <a:cubicBezTo>
                    <a:pt x="693533" y="959840"/>
                    <a:pt x="696057" y="963439"/>
                    <a:pt x="696057" y="963439"/>
                  </a:cubicBezTo>
                  <a:lnTo>
                    <a:pt x="699961" y="967274"/>
                  </a:lnTo>
                  <a:lnTo>
                    <a:pt x="704672" y="971109"/>
                  </a:lnTo>
                  <a:lnTo>
                    <a:pt x="707432" y="974809"/>
                  </a:lnTo>
                  <a:lnTo>
                    <a:pt x="709619" y="980595"/>
                  </a:lnTo>
                  <a:lnTo>
                    <a:pt x="714028" y="984868"/>
                  </a:lnTo>
                  <a:lnTo>
                    <a:pt x="720995" y="990654"/>
                  </a:lnTo>
                  <a:cubicBezTo>
                    <a:pt x="720995" y="990654"/>
                    <a:pt x="723519" y="994421"/>
                    <a:pt x="723620" y="994623"/>
                  </a:cubicBezTo>
                  <a:cubicBezTo>
                    <a:pt x="723687" y="994825"/>
                    <a:pt x="725202" y="997247"/>
                    <a:pt x="725706" y="998391"/>
                  </a:cubicBezTo>
                  <a:cubicBezTo>
                    <a:pt x="726211" y="999534"/>
                    <a:pt x="727288" y="1001486"/>
                    <a:pt x="727961" y="1002663"/>
                  </a:cubicBezTo>
                  <a:cubicBezTo>
                    <a:pt x="728601" y="1003807"/>
                    <a:pt x="730923" y="1005186"/>
                    <a:pt x="730923" y="1005186"/>
                  </a:cubicBezTo>
                  <a:lnTo>
                    <a:pt x="734457" y="1007372"/>
                  </a:lnTo>
                  <a:cubicBezTo>
                    <a:pt x="734457" y="1007372"/>
                    <a:pt x="736712" y="1009189"/>
                    <a:pt x="737216" y="1009324"/>
                  </a:cubicBezTo>
                  <a:cubicBezTo>
                    <a:pt x="737721" y="1009458"/>
                    <a:pt x="739538" y="1009963"/>
                    <a:pt x="740414" y="1009963"/>
                  </a:cubicBezTo>
                  <a:cubicBezTo>
                    <a:pt x="741289" y="1009963"/>
                    <a:pt x="744115" y="1010400"/>
                    <a:pt x="744889" y="1010400"/>
                  </a:cubicBezTo>
                  <a:cubicBezTo>
                    <a:pt x="745697" y="1010400"/>
                    <a:pt x="746774" y="1009525"/>
                    <a:pt x="746909" y="1009324"/>
                  </a:cubicBezTo>
                  <a:cubicBezTo>
                    <a:pt x="747043" y="1009088"/>
                    <a:pt x="748861" y="1007507"/>
                    <a:pt x="748861" y="1007507"/>
                  </a:cubicBezTo>
                  <a:cubicBezTo>
                    <a:pt x="748861" y="1007507"/>
                    <a:pt x="750678" y="1006431"/>
                    <a:pt x="751183" y="1006061"/>
                  </a:cubicBezTo>
                  <a:cubicBezTo>
                    <a:pt x="751688" y="1005690"/>
                    <a:pt x="752428" y="1005253"/>
                    <a:pt x="752765" y="1004917"/>
                  </a:cubicBezTo>
                  <a:cubicBezTo>
                    <a:pt x="753135" y="1004547"/>
                    <a:pt x="754784" y="1004412"/>
                    <a:pt x="755289" y="1004345"/>
                  </a:cubicBezTo>
                  <a:cubicBezTo>
                    <a:pt x="755793" y="1004278"/>
                    <a:pt x="759193" y="1003336"/>
                    <a:pt x="759630" y="1003100"/>
                  </a:cubicBezTo>
                  <a:cubicBezTo>
                    <a:pt x="760068" y="1002898"/>
                    <a:pt x="761818" y="1002394"/>
                    <a:pt x="761818" y="1002394"/>
                  </a:cubicBezTo>
                  <a:cubicBezTo>
                    <a:pt x="761818" y="1002394"/>
                    <a:pt x="762255" y="1000275"/>
                    <a:pt x="762255" y="1000005"/>
                  </a:cubicBezTo>
                  <a:cubicBezTo>
                    <a:pt x="762255" y="999703"/>
                    <a:pt x="761179" y="996541"/>
                    <a:pt x="761179" y="996541"/>
                  </a:cubicBezTo>
                  <a:lnTo>
                    <a:pt x="759294" y="991125"/>
                  </a:lnTo>
                  <a:cubicBezTo>
                    <a:pt x="759294" y="991125"/>
                    <a:pt x="758284" y="986718"/>
                    <a:pt x="758082" y="986213"/>
                  </a:cubicBezTo>
                  <a:cubicBezTo>
                    <a:pt x="757846" y="985709"/>
                    <a:pt x="758890" y="982513"/>
                    <a:pt x="759025" y="982143"/>
                  </a:cubicBezTo>
                  <a:cubicBezTo>
                    <a:pt x="759159" y="981773"/>
                    <a:pt x="759967" y="978678"/>
                    <a:pt x="759967" y="978678"/>
                  </a:cubicBezTo>
                  <a:lnTo>
                    <a:pt x="761145" y="977669"/>
                  </a:lnTo>
                  <a:cubicBezTo>
                    <a:pt x="761145" y="977669"/>
                    <a:pt x="766058" y="977871"/>
                    <a:pt x="766361" y="977803"/>
                  </a:cubicBezTo>
                  <a:cubicBezTo>
                    <a:pt x="766664" y="977736"/>
                    <a:pt x="767943" y="977299"/>
                    <a:pt x="767943" y="977299"/>
                  </a:cubicBezTo>
                  <a:lnTo>
                    <a:pt x="770467" y="973968"/>
                  </a:lnTo>
                  <a:lnTo>
                    <a:pt x="772352" y="970705"/>
                  </a:lnTo>
                  <a:lnTo>
                    <a:pt x="774607" y="968754"/>
                  </a:lnTo>
                  <a:lnTo>
                    <a:pt x="780765" y="967072"/>
                  </a:lnTo>
                  <a:cubicBezTo>
                    <a:pt x="780765" y="967072"/>
                    <a:pt x="785410" y="965054"/>
                    <a:pt x="785679" y="964684"/>
                  </a:cubicBezTo>
                  <a:cubicBezTo>
                    <a:pt x="785948" y="964314"/>
                    <a:pt x="788809" y="964617"/>
                    <a:pt x="789314" y="964617"/>
                  </a:cubicBezTo>
                  <a:cubicBezTo>
                    <a:pt x="789818" y="964617"/>
                    <a:pt x="793386" y="964549"/>
                    <a:pt x="793655" y="964482"/>
                  </a:cubicBezTo>
                  <a:cubicBezTo>
                    <a:pt x="793958" y="964415"/>
                    <a:pt x="796347" y="963742"/>
                    <a:pt x="796347" y="963742"/>
                  </a:cubicBezTo>
                  <a:cubicBezTo>
                    <a:pt x="796347" y="963742"/>
                    <a:pt x="798973" y="961858"/>
                    <a:pt x="799612" y="961353"/>
                  </a:cubicBezTo>
                  <a:cubicBezTo>
                    <a:pt x="800251" y="960849"/>
                    <a:pt x="801497" y="960277"/>
                    <a:pt x="801497" y="960277"/>
                  </a:cubicBezTo>
                  <a:lnTo>
                    <a:pt x="801497" y="958763"/>
                  </a:lnTo>
                  <a:lnTo>
                    <a:pt x="799444" y="956745"/>
                  </a:lnTo>
                  <a:lnTo>
                    <a:pt x="798905" y="954155"/>
                  </a:lnTo>
                  <a:cubicBezTo>
                    <a:pt x="798905" y="954155"/>
                    <a:pt x="798905" y="951766"/>
                    <a:pt x="798973" y="951463"/>
                  </a:cubicBezTo>
                  <a:cubicBezTo>
                    <a:pt x="799040" y="951161"/>
                    <a:pt x="800588" y="949142"/>
                    <a:pt x="800723" y="948940"/>
                  </a:cubicBezTo>
                  <a:cubicBezTo>
                    <a:pt x="800857" y="948739"/>
                    <a:pt x="803045" y="946485"/>
                    <a:pt x="803045" y="946485"/>
                  </a:cubicBezTo>
                  <a:lnTo>
                    <a:pt x="807756" y="943726"/>
                  </a:lnTo>
                  <a:lnTo>
                    <a:pt x="809708" y="942986"/>
                  </a:lnTo>
                  <a:lnTo>
                    <a:pt x="812401" y="942616"/>
                  </a:lnTo>
                  <a:lnTo>
                    <a:pt x="814420" y="943625"/>
                  </a:lnTo>
                  <a:lnTo>
                    <a:pt x="816170" y="945947"/>
                  </a:lnTo>
                  <a:cubicBezTo>
                    <a:pt x="816170" y="945947"/>
                    <a:pt x="817617" y="947258"/>
                    <a:pt x="818054" y="948604"/>
                  </a:cubicBezTo>
                  <a:cubicBezTo>
                    <a:pt x="818492" y="949983"/>
                    <a:pt x="818694" y="950286"/>
                    <a:pt x="818761" y="950555"/>
                  </a:cubicBezTo>
                  <a:cubicBezTo>
                    <a:pt x="818828" y="950858"/>
                    <a:pt x="819401" y="953751"/>
                    <a:pt x="819468" y="954020"/>
                  </a:cubicBezTo>
                  <a:cubicBezTo>
                    <a:pt x="819535" y="954323"/>
                    <a:pt x="821151" y="956711"/>
                    <a:pt x="821218" y="956913"/>
                  </a:cubicBezTo>
                  <a:cubicBezTo>
                    <a:pt x="821286" y="957115"/>
                    <a:pt x="822093" y="959167"/>
                    <a:pt x="822093" y="960243"/>
                  </a:cubicBezTo>
                  <a:cubicBezTo>
                    <a:pt x="822093" y="961320"/>
                    <a:pt x="823103" y="961892"/>
                    <a:pt x="823103" y="962565"/>
                  </a:cubicBezTo>
                  <a:cubicBezTo>
                    <a:pt x="823103" y="963204"/>
                    <a:pt x="824987" y="963506"/>
                    <a:pt x="825189" y="963305"/>
                  </a:cubicBezTo>
                  <a:cubicBezTo>
                    <a:pt x="825391" y="963103"/>
                    <a:pt x="826266" y="963103"/>
                    <a:pt x="826771" y="962565"/>
                  </a:cubicBezTo>
                  <a:cubicBezTo>
                    <a:pt x="827276" y="962060"/>
                    <a:pt x="827411" y="960176"/>
                    <a:pt x="827781" y="959806"/>
                  </a:cubicBezTo>
                  <a:cubicBezTo>
                    <a:pt x="828151" y="959436"/>
                    <a:pt x="828286" y="957855"/>
                    <a:pt x="828723" y="957115"/>
                  </a:cubicBezTo>
                  <a:cubicBezTo>
                    <a:pt x="829161" y="956375"/>
                    <a:pt x="829161" y="954592"/>
                    <a:pt x="829531" y="953986"/>
                  </a:cubicBezTo>
                  <a:cubicBezTo>
                    <a:pt x="829901" y="953415"/>
                    <a:pt x="829800" y="952607"/>
                    <a:pt x="829733" y="952405"/>
                  </a:cubicBezTo>
                  <a:cubicBezTo>
                    <a:pt x="829666" y="952170"/>
                    <a:pt x="830541" y="950892"/>
                    <a:pt x="831045" y="950017"/>
                  </a:cubicBezTo>
                  <a:cubicBezTo>
                    <a:pt x="831550" y="949142"/>
                    <a:pt x="831483" y="948772"/>
                    <a:pt x="831617" y="948436"/>
                  </a:cubicBezTo>
                  <a:cubicBezTo>
                    <a:pt x="831752" y="948066"/>
                    <a:pt x="832695" y="947191"/>
                    <a:pt x="833300" y="946417"/>
                  </a:cubicBezTo>
                  <a:cubicBezTo>
                    <a:pt x="833872" y="945610"/>
                    <a:pt x="834175" y="944971"/>
                    <a:pt x="834747" y="944231"/>
                  </a:cubicBezTo>
                  <a:cubicBezTo>
                    <a:pt x="835319" y="943491"/>
                    <a:pt x="835555" y="942986"/>
                    <a:pt x="835757" y="941910"/>
                  </a:cubicBezTo>
                  <a:cubicBezTo>
                    <a:pt x="835959" y="940833"/>
                    <a:pt x="836834" y="939723"/>
                    <a:pt x="837137" y="939151"/>
                  </a:cubicBezTo>
                  <a:cubicBezTo>
                    <a:pt x="837440" y="938579"/>
                    <a:pt x="838517" y="937469"/>
                    <a:pt x="839089" y="936763"/>
                  </a:cubicBezTo>
                  <a:cubicBezTo>
                    <a:pt x="839661" y="936023"/>
                    <a:pt x="840671" y="936460"/>
                    <a:pt x="841276" y="936023"/>
                  </a:cubicBezTo>
                  <a:cubicBezTo>
                    <a:pt x="841848" y="935586"/>
                    <a:pt x="842791" y="935821"/>
                    <a:pt x="843295" y="935586"/>
                  </a:cubicBezTo>
                  <a:cubicBezTo>
                    <a:pt x="843800" y="935350"/>
                    <a:pt x="844877" y="935586"/>
                    <a:pt x="846930" y="935586"/>
                  </a:cubicBezTo>
                  <a:cubicBezTo>
                    <a:pt x="848950" y="935586"/>
                    <a:pt x="849387" y="937032"/>
                    <a:pt x="849387" y="937032"/>
                  </a:cubicBezTo>
                  <a:lnTo>
                    <a:pt x="848882" y="938546"/>
                  </a:lnTo>
                  <a:cubicBezTo>
                    <a:pt x="848882" y="938546"/>
                    <a:pt x="848579" y="939622"/>
                    <a:pt x="848579" y="939925"/>
                  </a:cubicBezTo>
                  <a:cubicBezTo>
                    <a:pt x="848579" y="940228"/>
                    <a:pt x="848579" y="942448"/>
                    <a:pt x="848512" y="942684"/>
                  </a:cubicBezTo>
                  <a:cubicBezTo>
                    <a:pt x="848445" y="942919"/>
                    <a:pt x="848445" y="944433"/>
                    <a:pt x="848377" y="944937"/>
                  </a:cubicBezTo>
                  <a:cubicBezTo>
                    <a:pt x="848310" y="945442"/>
                    <a:pt x="847637" y="947090"/>
                    <a:pt x="847435" y="947830"/>
                  </a:cubicBezTo>
                  <a:cubicBezTo>
                    <a:pt x="847199" y="948537"/>
                    <a:pt x="846863" y="950084"/>
                    <a:pt x="846930" y="950286"/>
                  </a:cubicBezTo>
                  <a:cubicBezTo>
                    <a:pt x="846998" y="950488"/>
                    <a:pt x="848377" y="952977"/>
                    <a:pt x="848680" y="953684"/>
                  </a:cubicBezTo>
                  <a:cubicBezTo>
                    <a:pt x="848983" y="954390"/>
                    <a:pt x="850632" y="956207"/>
                    <a:pt x="850700" y="956509"/>
                  </a:cubicBezTo>
                  <a:cubicBezTo>
                    <a:pt x="850767" y="956812"/>
                    <a:pt x="851776" y="959974"/>
                    <a:pt x="851776" y="960277"/>
                  </a:cubicBezTo>
                  <a:cubicBezTo>
                    <a:pt x="851776" y="960580"/>
                    <a:pt x="852281" y="963305"/>
                    <a:pt x="852349" y="964112"/>
                  </a:cubicBezTo>
                  <a:cubicBezTo>
                    <a:pt x="852416" y="964919"/>
                    <a:pt x="853560" y="966198"/>
                    <a:pt x="853560" y="966198"/>
                  </a:cubicBezTo>
                  <a:cubicBezTo>
                    <a:pt x="853560" y="966198"/>
                    <a:pt x="856185" y="969091"/>
                    <a:pt x="856320" y="969461"/>
                  </a:cubicBezTo>
                  <a:cubicBezTo>
                    <a:pt x="856454" y="969831"/>
                    <a:pt x="859450" y="972926"/>
                    <a:pt x="860325" y="974103"/>
                  </a:cubicBezTo>
                  <a:cubicBezTo>
                    <a:pt x="861200" y="975247"/>
                    <a:pt x="863892" y="975852"/>
                    <a:pt x="863892" y="975852"/>
                  </a:cubicBezTo>
                  <a:cubicBezTo>
                    <a:pt x="863892" y="975852"/>
                    <a:pt x="866349" y="976222"/>
                    <a:pt x="866854" y="976222"/>
                  </a:cubicBezTo>
                  <a:cubicBezTo>
                    <a:pt x="867358" y="976222"/>
                    <a:pt x="871767" y="977030"/>
                    <a:pt x="871767" y="977030"/>
                  </a:cubicBezTo>
                  <a:lnTo>
                    <a:pt x="875032" y="977971"/>
                  </a:lnTo>
                  <a:lnTo>
                    <a:pt x="880450" y="979855"/>
                  </a:lnTo>
                  <a:lnTo>
                    <a:pt x="884287" y="981672"/>
                  </a:lnTo>
                  <a:cubicBezTo>
                    <a:pt x="884287" y="981672"/>
                    <a:pt x="888931" y="984868"/>
                    <a:pt x="889133" y="985069"/>
                  </a:cubicBezTo>
                  <a:cubicBezTo>
                    <a:pt x="889335" y="985271"/>
                    <a:pt x="893609" y="988198"/>
                    <a:pt x="893912" y="988332"/>
                  </a:cubicBezTo>
                  <a:cubicBezTo>
                    <a:pt x="894215" y="988467"/>
                    <a:pt x="895931" y="990149"/>
                    <a:pt x="895931" y="990149"/>
                  </a:cubicBezTo>
                  <a:lnTo>
                    <a:pt x="897950" y="990654"/>
                  </a:lnTo>
                  <a:lnTo>
                    <a:pt x="899532" y="990654"/>
                  </a:lnTo>
                  <a:lnTo>
                    <a:pt x="900912" y="990855"/>
                  </a:lnTo>
                  <a:cubicBezTo>
                    <a:pt x="900912" y="990855"/>
                    <a:pt x="902157" y="990923"/>
                    <a:pt x="902427" y="990923"/>
                  </a:cubicBezTo>
                  <a:cubicBezTo>
                    <a:pt x="902696" y="990923"/>
                    <a:pt x="902932" y="990855"/>
                    <a:pt x="903436" y="990418"/>
                  </a:cubicBezTo>
                  <a:cubicBezTo>
                    <a:pt x="903941" y="989981"/>
                    <a:pt x="904883" y="989981"/>
                    <a:pt x="904883" y="989981"/>
                  </a:cubicBezTo>
                  <a:lnTo>
                    <a:pt x="905893" y="988164"/>
                  </a:lnTo>
                  <a:cubicBezTo>
                    <a:pt x="905893" y="988164"/>
                    <a:pt x="907037" y="987021"/>
                    <a:pt x="907138" y="986718"/>
                  </a:cubicBezTo>
                  <a:cubicBezTo>
                    <a:pt x="907205" y="986415"/>
                    <a:pt x="908080" y="985641"/>
                    <a:pt x="908215" y="985339"/>
                  </a:cubicBezTo>
                  <a:cubicBezTo>
                    <a:pt x="908350" y="985036"/>
                    <a:pt x="909460" y="984195"/>
                    <a:pt x="910100" y="983825"/>
                  </a:cubicBezTo>
                  <a:cubicBezTo>
                    <a:pt x="910739" y="983455"/>
                    <a:pt x="912052" y="982950"/>
                    <a:pt x="912052" y="982950"/>
                  </a:cubicBezTo>
                  <a:lnTo>
                    <a:pt x="913566" y="983690"/>
                  </a:lnTo>
                  <a:lnTo>
                    <a:pt x="915215" y="983690"/>
                  </a:lnTo>
                  <a:lnTo>
                    <a:pt x="917538" y="984195"/>
                  </a:lnTo>
                  <a:cubicBezTo>
                    <a:pt x="917538" y="984195"/>
                    <a:pt x="919557" y="984632"/>
                    <a:pt x="920062" y="984632"/>
                  </a:cubicBezTo>
                  <a:cubicBezTo>
                    <a:pt x="920567" y="984632"/>
                    <a:pt x="922148" y="985944"/>
                    <a:pt x="922148" y="985944"/>
                  </a:cubicBezTo>
                  <a:lnTo>
                    <a:pt x="924167" y="987256"/>
                  </a:lnTo>
                  <a:lnTo>
                    <a:pt x="927634" y="988635"/>
                  </a:lnTo>
                  <a:lnTo>
                    <a:pt x="928273" y="989039"/>
                  </a:lnTo>
                  <a:lnTo>
                    <a:pt x="928273" y="986314"/>
                  </a:lnTo>
                  <a:lnTo>
                    <a:pt x="925076" y="979351"/>
                  </a:lnTo>
                  <a:lnTo>
                    <a:pt x="921442" y="973396"/>
                  </a:lnTo>
                  <a:cubicBezTo>
                    <a:pt x="921442" y="973396"/>
                    <a:pt x="919557" y="970638"/>
                    <a:pt x="919557" y="970066"/>
                  </a:cubicBezTo>
                  <a:cubicBezTo>
                    <a:pt x="919557" y="969494"/>
                    <a:pt x="919557" y="965424"/>
                    <a:pt x="919557" y="965424"/>
                  </a:cubicBezTo>
                  <a:lnTo>
                    <a:pt x="921307" y="961219"/>
                  </a:lnTo>
                  <a:lnTo>
                    <a:pt x="923898" y="955567"/>
                  </a:lnTo>
                  <a:lnTo>
                    <a:pt x="923191" y="949176"/>
                  </a:lnTo>
                  <a:lnTo>
                    <a:pt x="918413" y="945274"/>
                  </a:lnTo>
                  <a:lnTo>
                    <a:pt x="921610" y="941237"/>
                  </a:lnTo>
                  <a:lnTo>
                    <a:pt x="920600" y="928622"/>
                  </a:lnTo>
                  <a:lnTo>
                    <a:pt x="919456" y="916310"/>
                  </a:lnTo>
                  <a:cubicBezTo>
                    <a:pt x="919456" y="916310"/>
                    <a:pt x="916831" y="909952"/>
                    <a:pt x="916561" y="909515"/>
                  </a:cubicBezTo>
                  <a:cubicBezTo>
                    <a:pt x="916259" y="909077"/>
                    <a:pt x="916561" y="905747"/>
                    <a:pt x="916561" y="905747"/>
                  </a:cubicBezTo>
                  <a:lnTo>
                    <a:pt x="916427" y="901677"/>
                  </a:lnTo>
                  <a:lnTo>
                    <a:pt x="911917" y="899356"/>
                  </a:lnTo>
                  <a:lnTo>
                    <a:pt x="909158" y="896160"/>
                  </a:lnTo>
                  <a:lnTo>
                    <a:pt x="909158" y="888927"/>
                  </a:lnTo>
                  <a:lnTo>
                    <a:pt x="904076" y="881089"/>
                  </a:lnTo>
                  <a:lnTo>
                    <a:pt x="899734" y="873991"/>
                  </a:lnTo>
                  <a:lnTo>
                    <a:pt x="897715" y="866456"/>
                  </a:lnTo>
                  <a:cubicBezTo>
                    <a:pt x="897715" y="866456"/>
                    <a:pt x="893508" y="862117"/>
                    <a:pt x="893508" y="861545"/>
                  </a:cubicBezTo>
                  <a:cubicBezTo>
                    <a:pt x="893508" y="860973"/>
                    <a:pt x="893508" y="857643"/>
                    <a:pt x="893508" y="857643"/>
                  </a:cubicBezTo>
                  <a:lnTo>
                    <a:pt x="890479" y="854884"/>
                  </a:lnTo>
                  <a:cubicBezTo>
                    <a:pt x="890479" y="854884"/>
                    <a:pt x="887282" y="851857"/>
                    <a:pt x="886575" y="851554"/>
                  </a:cubicBezTo>
                  <a:cubicBezTo>
                    <a:pt x="885835" y="851251"/>
                    <a:pt x="881224" y="846777"/>
                    <a:pt x="880619" y="846205"/>
                  </a:cubicBezTo>
                  <a:cubicBezTo>
                    <a:pt x="880046" y="845633"/>
                    <a:pt x="876984" y="840554"/>
                    <a:pt x="876984" y="840554"/>
                  </a:cubicBezTo>
                  <a:lnTo>
                    <a:pt x="878296" y="837661"/>
                  </a:lnTo>
                  <a:cubicBezTo>
                    <a:pt x="878296" y="837661"/>
                    <a:pt x="882368" y="833893"/>
                    <a:pt x="882941" y="833321"/>
                  </a:cubicBezTo>
                  <a:cubicBezTo>
                    <a:pt x="883513" y="832749"/>
                    <a:pt x="885566" y="830697"/>
                    <a:pt x="886272" y="830428"/>
                  </a:cubicBezTo>
                  <a:cubicBezTo>
                    <a:pt x="887013" y="830125"/>
                    <a:pt x="888729" y="830428"/>
                    <a:pt x="888729" y="830428"/>
                  </a:cubicBezTo>
                  <a:lnTo>
                    <a:pt x="894518" y="832177"/>
                  </a:lnTo>
                  <a:lnTo>
                    <a:pt x="901484" y="829150"/>
                  </a:lnTo>
                  <a:lnTo>
                    <a:pt x="901619" y="826257"/>
                  </a:lnTo>
                  <a:lnTo>
                    <a:pt x="900037" y="823061"/>
                  </a:lnTo>
                  <a:lnTo>
                    <a:pt x="905085" y="820874"/>
                  </a:lnTo>
                  <a:lnTo>
                    <a:pt x="907710" y="822186"/>
                  </a:lnTo>
                  <a:lnTo>
                    <a:pt x="910167" y="819428"/>
                  </a:lnTo>
                  <a:lnTo>
                    <a:pt x="915686" y="814079"/>
                  </a:lnTo>
                  <a:lnTo>
                    <a:pt x="919759" y="806544"/>
                  </a:lnTo>
                  <a:lnTo>
                    <a:pt x="925413" y="800455"/>
                  </a:lnTo>
                  <a:lnTo>
                    <a:pt x="924538" y="791911"/>
                  </a:lnTo>
                  <a:cubicBezTo>
                    <a:pt x="924538" y="791911"/>
                    <a:pt x="929451" y="792348"/>
                    <a:pt x="930057" y="791911"/>
                  </a:cubicBezTo>
                  <a:cubicBezTo>
                    <a:pt x="930629" y="791473"/>
                    <a:pt x="933759" y="791339"/>
                    <a:pt x="933759" y="791339"/>
                  </a:cubicBezTo>
                  <a:cubicBezTo>
                    <a:pt x="933759" y="791339"/>
                    <a:pt x="935274" y="786259"/>
                    <a:pt x="935274" y="785553"/>
                  </a:cubicBezTo>
                  <a:cubicBezTo>
                    <a:pt x="935274" y="784846"/>
                    <a:pt x="935274" y="781213"/>
                    <a:pt x="935274" y="781213"/>
                  </a:cubicBezTo>
                  <a:lnTo>
                    <a:pt x="936149" y="778085"/>
                  </a:lnTo>
                  <a:lnTo>
                    <a:pt x="938168" y="776840"/>
                  </a:lnTo>
                  <a:lnTo>
                    <a:pt x="939615" y="776840"/>
                  </a:lnTo>
                  <a:cubicBezTo>
                    <a:pt x="939615" y="776840"/>
                    <a:pt x="942947" y="777715"/>
                    <a:pt x="943519" y="777715"/>
                  </a:cubicBezTo>
                  <a:cubicBezTo>
                    <a:pt x="944091" y="777715"/>
                    <a:pt x="950486" y="778724"/>
                    <a:pt x="950486" y="778724"/>
                  </a:cubicBezTo>
                  <a:cubicBezTo>
                    <a:pt x="950486" y="778724"/>
                    <a:pt x="958158" y="781920"/>
                    <a:pt x="958596" y="781920"/>
                  </a:cubicBezTo>
                  <a:cubicBezTo>
                    <a:pt x="959034" y="781920"/>
                    <a:pt x="963510" y="781348"/>
                    <a:pt x="964553" y="781348"/>
                  </a:cubicBezTo>
                  <a:cubicBezTo>
                    <a:pt x="965596" y="781348"/>
                    <a:pt x="1011804" y="783803"/>
                    <a:pt x="1011804" y="783803"/>
                  </a:cubicBezTo>
                  <a:lnTo>
                    <a:pt x="1028328" y="783803"/>
                  </a:lnTo>
                  <a:lnTo>
                    <a:pt x="1040781" y="778287"/>
                  </a:lnTo>
                  <a:lnTo>
                    <a:pt x="1045425" y="771929"/>
                  </a:lnTo>
                  <a:lnTo>
                    <a:pt x="1046569" y="767757"/>
                  </a:lnTo>
                  <a:lnTo>
                    <a:pt x="1046569" y="763822"/>
                  </a:lnTo>
                  <a:lnTo>
                    <a:pt x="1044819" y="761231"/>
                  </a:lnTo>
                  <a:lnTo>
                    <a:pt x="1043069" y="758910"/>
                  </a:lnTo>
                  <a:lnTo>
                    <a:pt x="1040612" y="757531"/>
                  </a:lnTo>
                  <a:lnTo>
                    <a:pt x="1040208" y="754705"/>
                  </a:lnTo>
                  <a:lnTo>
                    <a:pt x="1039603" y="750366"/>
                  </a:lnTo>
                  <a:lnTo>
                    <a:pt x="1039603" y="748179"/>
                  </a:lnTo>
                  <a:lnTo>
                    <a:pt x="1041555" y="745051"/>
                  </a:lnTo>
                  <a:lnTo>
                    <a:pt x="1042800" y="742090"/>
                  </a:lnTo>
                  <a:lnTo>
                    <a:pt x="1043944" y="736439"/>
                  </a:lnTo>
                  <a:lnTo>
                    <a:pt x="1045089" y="730350"/>
                  </a:lnTo>
                  <a:cubicBezTo>
                    <a:pt x="1045089" y="730350"/>
                    <a:pt x="1046973" y="725136"/>
                    <a:pt x="1047276" y="724699"/>
                  </a:cubicBezTo>
                  <a:cubicBezTo>
                    <a:pt x="1047579" y="724261"/>
                    <a:pt x="1051920" y="720359"/>
                    <a:pt x="1051920" y="720359"/>
                  </a:cubicBezTo>
                  <a:lnTo>
                    <a:pt x="1056699" y="716592"/>
                  </a:lnTo>
                  <a:lnTo>
                    <a:pt x="1057709" y="707307"/>
                  </a:lnTo>
                  <a:lnTo>
                    <a:pt x="1055959" y="690083"/>
                  </a:lnTo>
                  <a:lnTo>
                    <a:pt x="1059089" y="684432"/>
                  </a:lnTo>
                  <a:lnTo>
                    <a:pt x="1061344" y="680530"/>
                  </a:lnTo>
                  <a:lnTo>
                    <a:pt x="1064474" y="676392"/>
                  </a:lnTo>
                  <a:lnTo>
                    <a:pt x="1067132" y="672423"/>
                  </a:lnTo>
                  <a:lnTo>
                    <a:pt x="1068848" y="670673"/>
                  </a:lnTo>
                  <a:lnTo>
                    <a:pt x="1070901" y="668857"/>
                  </a:lnTo>
                  <a:lnTo>
                    <a:pt x="1070901" y="666468"/>
                  </a:lnTo>
                  <a:lnTo>
                    <a:pt x="1068579" y="658193"/>
                  </a:lnTo>
                  <a:cubicBezTo>
                    <a:pt x="1068579" y="658193"/>
                    <a:pt x="1068512" y="651970"/>
                    <a:pt x="1068512" y="651667"/>
                  </a:cubicBezTo>
                  <a:cubicBezTo>
                    <a:pt x="1068512" y="651364"/>
                    <a:pt x="1068882" y="646083"/>
                    <a:pt x="1068950" y="645814"/>
                  </a:cubicBezTo>
                  <a:cubicBezTo>
                    <a:pt x="1069017" y="645511"/>
                    <a:pt x="1072416" y="641407"/>
                    <a:pt x="1072416" y="641407"/>
                  </a:cubicBezTo>
                  <a:lnTo>
                    <a:pt x="1077935" y="635688"/>
                  </a:lnTo>
                  <a:lnTo>
                    <a:pt x="1079820" y="632862"/>
                  </a:lnTo>
                  <a:lnTo>
                    <a:pt x="1079517" y="627278"/>
                  </a:lnTo>
                  <a:lnTo>
                    <a:pt x="1077060" y="623006"/>
                  </a:lnTo>
                  <a:lnTo>
                    <a:pt x="1072012" y="615841"/>
                  </a:lnTo>
                  <a:lnTo>
                    <a:pt x="1073392" y="609079"/>
                  </a:lnTo>
                  <a:cubicBezTo>
                    <a:pt x="1073392" y="609079"/>
                    <a:pt x="1074603" y="603361"/>
                    <a:pt x="1074738" y="603293"/>
                  </a:cubicBezTo>
                  <a:cubicBezTo>
                    <a:pt x="1074873" y="603226"/>
                    <a:pt x="1079281" y="599828"/>
                    <a:pt x="1079281" y="599828"/>
                  </a:cubicBezTo>
                  <a:lnTo>
                    <a:pt x="1080426" y="596027"/>
                  </a:lnTo>
                  <a:lnTo>
                    <a:pt x="1079887" y="586473"/>
                  </a:lnTo>
                  <a:cubicBezTo>
                    <a:pt x="1079887" y="586473"/>
                    <a:pt x="1078911" y="584859"/>
                    <a:pt x="1078743" y="584657"/>
                  </a:cubicBezTo>
                  <a:cubicBezTo>
                    <a:pt x="1078608" y="584489"/>
                    <a:pt x="1077767" y="580385"/>
                    <a:pt x="1077767" y="580250"/>
                  </a:cubicBezTo>
                  <a:cubicBezTo>
                    <a:pt x="1077767" y="580116"/>
                    <a:pt x="1076051" y="575036"/>
                    <a:pt x="1076051" y="575036"/>
                  </a:cubicBezTo>
                  <a:lnTo>
                    <a:pt x="1076556" y="570293"/>
                  </a:lnTo>
                  <a:lnTo>
                    <a:pt x="1076724" y="564339"/>
                  </a:lnTo>
                  <a:lnTo>
                    <a:pt x="1077060" y="556400"/>
                  </a:lnTo>
                  <a:lnTo>
                    <a:pt x="1076892" y="546106"/>
                  </a:lnTo>
                  <a:lnTo>
                    <a:pt x="1079382" y="540656"/>
                  </a:lnTo>
                  <a:lnTo>
                    <a:pt x="1081772" y="535644"/>
                  </a:lnTo>
                  <a:lnTo>
                    <a:pt x="1083084" y="528243"/>
                  </a:lnTo>
                  <a:lnTo>
                    <a:pt x="1083084" y="523904"/>
                  </a:lnTo>
                  <a:lnTo>
                    <a:pt x="1080257" y="519228"/>
                  </a:lnTo>
                  <a:lnTo>
                    <a:pt x="1079382" y="516503"/>
                  </a:lnTo>
                  <a:lnTo>
                    <a:pt x="1078743" y="510650"/>
                  </a:lnTo>
                  <a:cubicBezTo>
                    <a:pt x="1078743" y="510650"/>
                    <a:pt x="1079382" y="507925"/>
                    <a:pt x="1079382" y="507488"/>
                  </a:cubicBezTo>
                  <a:cubicBezTo>
                    <a:pt x="1079382" y="507050"/>
                    <a:pt x="1081671" y="504662"/>
                    <a:pt x="1081873" y="504325"/>
                  </a:cubicBezTo>
                  <a:cubicBezTo>
                    <a:pt x="1082075" y="503989"/>
                    <a:pt x="1087729" y="499448"/>
                    <a:pt x="1087729" y="499448"/>
                  </a:cubicBezTo>
                  <a:lnTo>
                    <a:pt x="1097623" y="491744"/>
                  </a:lnTo>
                  <a:lnTo>
                    <a:pt x="1100551" y="487169"/>
                  </a:lnTo>
                  <a:lnTo>
                    <a:pt x="1104623" y="481955"/>
                  </a:lnTo>
                  <a:lnTo>
                    <a:pt x="1107383" y="477279"/>
                  </a:lnTo>
                  <a:lnTo>
                    <a:pt x="1107383" y="470013"/>
                  </a:lnTo>
                  <a:lnTo>
                    <a:pt x="1108460" y="462175"/>
                  </a:lnTo>
                  <a:lnTo>
                    <a:pt x="1107787" y="452823"/>
                  </a:lnTo>
                  <a:lnTo>
                    <a:pt x="1106171" y="448484"/>
                  </a:lnTo>
                  <a:lnTo>
                    <a:pt x="1099104" y="445759"/>
                  </a:lnTo>
                  <a:lnTo>
                    <a:pt x="1096042" y="444783"/>
                  </a:lnTo>
                  <a:lnTo>
                    <a:pt x="1092575" y="444783"/>
                  </a:lnTo>
                  <a:lnTo>
                    <a:pt x="1088772" y="441857"/>
                  </a:lnTo>
                  <a:lnTo>
                    <a:pt x="1086483" y="439569"/>
                  </a:lnTo>
                  <a:lnTo>
                    <a:pt x="1085508" y="437181"/>
                  </a:lnTo>
                  <a:lnTo>
                    <a:pt x="1086719" y="432740"/>
                  </a:lnTo>
                  <a:lnTo>
                    <a:pt x="1087493" y="426113"/>
                  </a:lnTo>
                  <a:lnTo>
                    <a:pt x="1088536" y="421875"/>
                  </a:lnTo>
                  <a:lnTo>
                    <a:pt x="1091734" y="418713"/>
                  </a:lnTo>
                  <a:lnTo>
                    <a:pt x="1091734" y="414373"/>
                  </a:lnTo>
                  <a:lnTo>
                    <a:pt x="1089546" y="408822"/>
                  </a:lnTo>
                  <a:lnTo>
                    <a:pt x="1090522" y="405660"/>
                  </a:lnTo>
                  <a:lnTo>
                    <a:pt x="1093988" y="401422"/>
                  </a:lnTo>
                  <a:lnTo>
                    <a:pt x="1098465" y="399672"/>
                  </a:lnTo>
                  <a:lnTo>
                    <a:pt x="1104321" y="393920"/>
                  </a:lnTo>
                  <a:lnTo>
                    <a:pt x="1107787" y="390455"/>
                  </a:lnTo>
                  <a:cubicBezTo>
                    <a:pt x="1107787" y="390455"/>
                    <a:pt x="1109200" y="390455"/>
                    <a:pt x="1109301" y="389143"/>
                  </a:cubicBezTo>
                  <a:cubicBezTo>
                    <a:pt x="1109436" y="387932"/>
                    <a:pt x="1109167" y="386721"/>
                    <a:pt x="1109167" y="386721"/>
                  </a:cubicBezTo>
                  <a:close/>
                </a:path>
              </a:pathLst>
            </a:custGeom>
            <a:grpFill/>
            <a:ln w="6350" cap="flat">
              <a:solidFill>
                <a:schemeClr val="bg1"/>
              </a:solidFill>
              <a:prstDash val="solid"/>
              <a:miter/>
            </a:ln>
          </p:spPr>
          <p:txBody>
            <a:bodyPr rtlCol="0" anchor="ctr"/>
            <a:lstStyle/>
            <a:p>
              <a:endParaRPr lang="en-US"/>
            </a:p>
          </p:txBody>
        </p:sp>
        <p:sp>
          <p:nvSpPr>
            <p:cNvPr id="65" name="Freeform 904">
              <a:extLst>
                <a:ext uri="{FF2B5EF4-FFF2-40B4-BE49-F238E27FC236}">
                  <a16:creationId xmlns:a16="http://schemas.microsoft.com/office/drawing/2014/main" id="{60BA931F-1C38-628D-4926-57CE2D25AC65}"/>
                </a:ext>
              </a:extLst>
            </p:cNvPr>
            <p:cNvSpPr/>
            <p:nvPr/>
          </p:nvSpPr>
          <p:spPr>
            <a:xfrm>
              <a:off x="7761032" y="2478268"/>
              <a:ext cx="194993" cy="371230"/>
            </a:xfrm>
            <a:custGeom>
              <a:avLst/>
              <a:gdLst>
                <a:gd name="connsiteX0" fmla="*/ 313721 w 374366"/>
                <a:gd name="connsiteY0" fmla="*/ 500659 h 712723"/>
                <a:gd name="connsiteX1" fmla="*/ 306552 w 374366"/>
                <a:gd name="connsiteY1" fmla="*/ 495007 h 712723"/>
                <a:gd name="connsiteX2" fmla="*/ 301773 w 374366"/>
                <a:gd name="connsiteY2" fmla="*/ 490870 h 712723"/>
                <a:gd name="connsiteX3" fmla="*/ 301773 w 374366"/>
                <a:gd name="connsiteY3" fmla="*/ 486732 h 712723"/>
                <a:gd name="connsiteX4" fmla="*/ 301773 w 374366"/>
                <a:gd name="connsiteY4" fmla="*/ 482830 h 712723"/>
                <a:gd name="connsiteX5" fmla="*/ 299821 w 374366"/>
                <a:gd name="connsiteY5" fmla="*/ 480643 h 712723"/>
                <a:gd name="connsiteX6" fmla="*/ 296119 w 374366"/>
                <a:gd name="connsiteY6" fmla="*/ 476304 h 712723"/>
                <a:gd name="connsiteX7" fmla="*/ 292215 w 374366"/>
                <a:gd name="connsiteY7" fmla="*/ 472603 h 712723"/>
                <a:gd name="connsiteX8" fmla="*/ 291576 w 374366"/>
                <a:gd name="connsiteY8" fmla="*/ 469340 h 712723"/>
                <a:gd name="connsiteX9" fmla="*/ 297230 w 374366"/>
                <a:gd name="connsiteY9" fmla="*/ 467389 h 712723"/>
                <a:gd name="connsiteX10" fmla="*/ 296994 w 374366"/>
                <a:gd name="connsiteY10" fmla="*/ 466313 h 712723"/>
                <a:gd name="connsiteX11" fmla="*/ 291138 w 374366"/>
                <a:gd name="connsiteY11" fmla="*/ 462848 h 712723"/>
                <a:gd name="connsiteX12" fmla="*/ 291778 w 374366"/>
                <a:gd name="connsiteY12" fmla="*/ 459383 h 712723"/>
                <a:gd name="connsiteX13" fmla="*/ 295917 w 374366"/>
                <a:gd name="connsiteY13" fmla="*/ 457634 h 712723"/>
                <a:gd name="connsiteX14" fmla="*/ 299182 w 374366"/>
                <a:gd name="connsiteY14" fmla="*/ 455245 h 712723"/>
                <a:gd name="connsiteX15" fmla="*/ 303961 w 374366"/>
                <a:gd name="connsiteY15" fmla="*/ 455245 h 712723"/>
                <a:gd name="connsiteX16" fmla="*/ 306788 w 374366"/>
                <a:gd name="connsiteY16" fmla="*/ 451343 h 712723"/>
                <a:gd name="connsiteX17" fmla="*/ 305711 w 374366"/>
                <a:gd name="connsiteY17" fmla="*/ 449392 h 712723"/>
                <a:gd name="connsiteX18" fmla="*/ 305071 w 374366"/>
                <a:gd name="connsiteY18" fmla="*/ 446802 h 712723"/>
                <a:gd name="connsiteX19" fmla="*/ 309413 w 374366"/>
                <a:gd name="connsiteY19" fmla="*/ 445725 h 712723"/>
                <a:gd name="connsiteX20" fmla="*/ 313317 w 374366"/>
                <a:gd name="connsiteY20" fmla="*/ 444413 h 712723"/>
                <a:gd name="connsiteX21" fmla="*/ 315942 w 374366"/>
                <a:gd name="connsiteY21" fmla="*/ 444413 h 712723"/>
                <a:gd name="connsiteX22" fmla="*/ 317692 w 374366"/>
                <a:gd name="connsiteY22" fmla="*/ 444413 h 712723"/>
                <a:gd name="connsiteX23" fmla="*/ 317927 w 374366"/>
                <a:gd name="connsiteY23" fmla="*/ 441587 h 712723"/>
                <a:gd name="connsiteX24" fmla="*/ 317052 w 374366"/>
                <a:gd name="connsiteY24" fmla="*/ 437013 h 712723"/>
                <a:gd name="connsiteX25" fmla="*/ 319004 w 374366"/>
                <a:gd name="connsiteY25" fmla="*/ 430924 h 712723"/>
                <a:gd name="connsiteX26" fmla="*/ 316615 w 374366"/>
                <a:gd name="connsiteY26" fmla="*/ 429410 h 712723"/>
                <a:gd name="connsiteX27" fmla="*/ 315975 w 374366"/>
                <a:gd name="connsiteY27" fmla="*/ 423758 h 712723"/>
                <a:gd name="connsiteX28" fmla="*/ 316177 w 374366"/>
                <a:gd name="connsiteY28" fmla="*/ 418343 h 712723"/>
                <a:gd name="connsiteX29" fmla="*/ 317692 w 374366"/>
                <a:gd name="connsiteY29" fmla="*/ 414642 h 712723"/>
                <a:gd name="connsiteX30" fmla="*/ 321394 w 374366"/>
                <a:gd name="connsiteY30" fmla="*/ 410740 h 712723"/>
                <a:gd name="connsiteX31" fmla="*/ 324221 w 374366"/>
                <a:gd name="connsiteY31" fmla="*/ 405526 h 712723"/>
                <a:gd name="connsiteX32" fmla="*/ 326173 w 374366"/>
                <a:gd name="connsiteY32" fmla="*/ 399942 h 712723"/>
                <a:gd name="connsiteX33" fmla="*/ 330380 w 374366"/>
                <a:gd name="connsiteY33" fmla="*/ 395871 h 712723"/>
                <a:gd name="connsiteX34" fmla="*/ 334284 w 374366"/>
                <a:gd name="connsiteY34" fmla="*/ 393987 h 712723"/>
                <a:gd name="connsiteX35" fmla="*/ 335865 w 374366"/>
                <a:gd name="connsiteY35" fmla="*/ 391835 h 712723"/>
                <a:gd name="connsiteX36" fmla="*/ 331793 w 374366"/>
                <a:gd name="connsiteY36" fmla="*/ 387932 h 712723"/>
                <a:gd name="connsiteX37" fmla="*/ 331490 w 374366"/>
                <a:gd name="connsiteY37" fmla="*/ 384905 h 712723"/>
                <a:gd name="connsiteX38" fmla="*/ 333510 w 374366"/>
                <a:gd name="connsiteY38" fmla="*/ 381877 h 712723"/>
                <a:gd name="connsiteX39" fmla="*/ 336539 w 374366"/>
                <a:gd name="connsiteY39" fmla="*/ 379556 h 712723"/>
                <a:gd name="connsiteX40" fmla="*/ 338995 w 374366"/>
                <a:gd name="connsiteY40" fmla="*/ 376932 h 712723"/>
                <a:gd name="connsiteX41" fmla="*/ 341183 w 374366"/>
                <a:gd name="connsiteY41" fmla="*/ 375486 h 712723"/>
                <a:gd name="connsiteX42" fmla="*/ 342495 w 374366"/>
                <a:gd name="connsiteY42" fmla="*/ 372593 h 712723"/>
                <a:gd name="connsiteX43" fmla="*/ 344077 w 374366"/>
                <a:gd name="connsiteY43" fmla="*/ 368119 h 712723"/>
                <a:gd name="connsiteX44" fmla="*/ 346399 w 374366"/>
                <a:gd name="connsiteY44" fmla="*/ 364485 h 712723"/>
                <a:gd name="connsiteX45" fmla="*/ 347712 w 374366"/>
                <a:gd name="connsiteY45" fmla="*/ 358699 h 712723"/>
                <a:gd name="connsiteX46" fmla="*/ 348284 w 374366"/>
                <a:gd name="connsiteY46" fmla="*/ 355504 h 712723"/>
                <a:gd name="connsiteX47" fmla="*/ 348856 w 374366"/>
                <a:gd name="connsiteY47" fmla="*/ 352611 h 712723"/>
                <a:gd name="connsiteX48" fmla="*/ 348856 w 374366"/>
                <a:gd name="connsiteY48" fmla="*/ 350592 h 712723"/>
                <a:gd name="connsiteX49" fmla="*/ 346534 w 374366"/>
                <a:gd name="connsiteY49" fmla="*/ 347834 h 712723"/>
                <a:gd name="connsiteX50" fmla="*/ 343774 w 374366"/>
                <a:gd name="connsiteY50" fmla="*/ 345816 h 712723"/>
                <a:gd name="connsiteX51" fmla="*/ 340880 w 374366"/>
                <a:gd name="connsiteY51" fmla="*/ 344066 h 712723"/>
                <a:gd name="connsiteX52" fmla="*/ 339736 w 374366"/>
                <a:gd name="connsiteY52" fmla="*/ 344066 h 712723"/>
                <a:gd name="connsiteX53" fmla="*/ 336841 w 374366"/>
                <a:gd name="connsiteY53" fmla="*/ 342687 h 712723"/>
                <a:gd name="connsiteX54" fmla="*/ 336707 w 374366"/>
                <a:gd name="connsiteY54" fmla="*/ 340433 h 712723"/>
                <a:gd name="connsiteX55" fmla="*/ 336976 w 374366"/>
                <a:gd name="connsiteY55" fmla="*/ 338179 h 712723"/>
                <a:gd name="connsiteX56" fmla="*/ 336000 w 374366"/>
                <a:gd name="connsiteY56" fmla="*/ 336867 h 712723"/>
                <a:gd name="connsiteX57" fmla="*/ 335697 w 374366"/>
                <a:gd name="connsiteY57" fmla="*/ 334580 h 712723"/>
                <a:gd name="connsiteX58" fmla="*/ 333409 w 374366"/>
                <a:gd name="connsiteY58" fmla="*/ 331317 h 712723"/>
                <a:gd name="connsiteX59" fmla="*/ 331221 w 374366"/>
                <a:gd name="connsiteY59" fmla="*/ 329029 h 712723"/>
                <a:gd name="connsiteX60" fmla="*/ 329808 w 374366"/>
                <a:gd name="connsiteY60" fmla="*/ 327516 h 712723"/>
                <a:gd name="connsiteX61" fmla="*/ 327956 w 374366"/>
                <a:gd name="connsiteY61" fmla="*/ 325464 h 712723"/>
                <a:gd name="connsiteX62" fmla="*/ 325803 w 374366"/>
                <a:gd name="connsiteY62" fmla="*/ 322974 h 712723"/>
                <a:gd name="connsiteX63" fmla="*/ 324389 w 374366"/>
                <a:gd name="connsiteY63" fmla="*/ 320586 h 712723"/>
                <a:gd name="connsiteX64" fmla="*/ 324389 w 374366"/>
                <a:gd name="connsiteY64" fmla="*/ 316885 h 712723"/>
                <a:gd name="connsiteX65" fmla="*/ 324221 w 374366"/>
                <a:gd name="connsiteY65" fmla="*/ 313723 h 712723"/>
                <a:gd name="connsiteX66" fmla="*/ 321663 w 374366"/>
                <a:gd name="connsiteY66" fmla="*/ 311671 h 712723"/>
                <a:gd name="connsiteX67" fmla="*/ 319374 w 374366"/>
                <a:gd name="connsiteY67" fmla="*/ 308206 h 712723"/>
                <a:gd name="connsiteX68" fmla="*/ 319274 w 374366"/>
                <a:gd name="connsiteY68" fmla="*/ 305482 h 712723"/>
                <a:gd name="connsiteX69" fmla="*/ 319812 w 374366"/>
                <a:gd name="connsiteY69" fmla="*/ 302858 h 712723"/>
                <a:gd name="connsiteX70" fmla="*/ 320452 w 374366"/>
                <a:gd name="connsiteY70" fmla="*/ 301243 h 712723"/>
                <a:gd name="connsiteX71" fmla="*/ 320889 w 374366"/>
                <a:gd name="connsiteY71" fmla="*/ 297980 h 712723"/>
                <a:gd name="connsiteX72" fmla="*/ 320889 w 374366"/>
                <a:gd name="connsiteY72" fmla="*/ 295390 h 712723"/>
                <a:gd name="connsiteX73" fmla="*/ 319038 w 374366"/>
                <a:gd name="connsiteY73" fmla="*/ 294851 h 712723"/>
                <a:gd name="connsiteX74" fmla="*/ 316548 w 374366"/>
                <a:gd name="connsiteY74" fmla="*/ 295390 h 712723"/>
                <a:gd name="connsiteX75" fmla="*/ 313081 w 374366"/>
                <a:gd name="connsiteY75" fmla="*/ 295390 h 712723"/>
                <a:gd name="connsiteX76" fmla="*/ 309009 w 374366"/>
                <a:gd name="connsiteY76" fmla="*/ 290377 h 712723"/>
                <a:gd name="connsiteX77" fmla="*/ 306115 w 374366"/>
                <a:gd name="connsiteY77" fmla="*/ 290175 h 712723"/>
                <a:gd name="connsiteX78" fmla="*/ 305542 w 374366"/>
                <a:gd name="connsiteY78" fmla="*/ 290175 h 712723"/>
                <a:gd name="connsiteX79" fmla="*/ 302211 w 374366"/>
                <a:gd name="connsiteY79" fmla="*/ 291185 h 712723"/>
                <a:gd name="connsiteX80" fmla="*/ 298576 w 374366"/>
                <a:gd name="connsiteY80" fmla="*/ 290175 h 712723"/>
                <a:gd name="connsiteX81" fmla="*/ 295379 w 374366"/>
                <a:gd name="connsiteY81" fmla="*/ 287854 h 712723"/>
                <a:gd name="connsiteX82" fmla="*/ 292047 w 374366"/>
                <a:gd name="connsiteY82" fmla="*/ 285668 h 712723"/>
                <a:gd name="connsiteX83" fmla="*/ 290734 w 374366"/>
                <a:gd name="connsiteY83" fmla="*/ 282640 h 712723"/>
                <a:gd name="connsiteX84" fmla="*/ 287403 w 374366"/>
                <a:gd name="connsiteY84" fmla="*/ 277729 h 712723"/>
                <a:gd name="connsiteX85" fmla="*/ 290432 w 374366"/>
                <a:gd name="connsiteY85" fmla="*/ 273961 h 712723"/>
                <a:gd name="connsiteX86" fmla="*/ 291441 w 374366"/>
                <a:gd name="connsiteY86" fmla="*/ 270934 h 712723"/>
                <a:gd name="connsiteX87" fmla="*/ 291172 w 374366"/>
                <a:gd name="connsiteY87" fmla="*/ 268175 h 712723"/>
                <a:gd name="connsiteX88" fmla="*/ 290297 w 374366"/>
                <a:gd name="connsiteY88" fmla="*/ 264105 h 712723"/>
                <a:gd name="connsiteX89" fmla="*/ 289556 w 374366"/>
                <a:gd name="connsiteY89" fmla="*/ 258016 h 712723"/>
                <a:gd name="connsiteX90" fmla="*/ 289556 w 374366"/>
                <a:gd name="connsiteY90" fmla="*/ 253676 h 712723"/>
                <a:gd name="connsiteX91" fmla="*/ 290364 w 374366"/>
                <a:gd name="connsiteY91" fmla="*/ 249606 h 712723"/>
                <a:gd name="connsiteX92" fmla="*/ 292182 w 374366"/>
                <a:gd name="connsiteY92" fmla="*/ 246713 h 712723"/>
                <a:gd name="connsiteX93" fmla="*/ 296826 w 374366"/>
                <a:gd name="connsiteY93" fmla="*/ 243955 h 712723"/>
                <a:gd name="connsiteX94" fmla="*/ 299720 w 374366"/>
                <a:gd name="connsiteY94" fmla="*/ 242945 h 712723"/>
                <a:gd name="connsiteX95" fmla="*/ 304196 w 374366"/>
                <a:gd name="connsiteY95" fmla="*/ 241802 h 712723"/>
                <a:gd name="connsiteX96" fmla="*/ 304937 w 374366"/>
                <a:gd name="connsiteY96" fmla="*/ 239783 h 712723"/>
                <a:gd name="connsiteX97" fmla="*/ 305946 w 374366"/>
                <a:gd name="connsiteY97" fmla="*/ 236890 h 712723"/>
                <a:gd name="connsiteX98" fmla="*/ 311600 w 374366"/>
                <a:gd name="connsiteY98" fmla="*/ 233695 h 712723"/>
                <a:gd name="connsiteX99" fmla="*/ 315672 w 374366"/>
                <a:gd name="connsiteY99" fmla="*/ 230802 h 712723"/>
                <a:gd name="connsiteX100" fmla="*/ 316817 w 374366"/>
                <a:gd name="connsiteY100" fmla="*/ 225587 h 712723"/>
                <a:gd name="connsiteX101" fmla="*/ 317692 w 374366"/>
                <a:gd name="connsiteY101" fmla="*/ 222392 h 712723"/>
                <a:gd name="connsiteX102" fmla="*/ 317389 w 374366"/>
                <a:gd name="connsiteY102" fmla="*/ 220071 h 712723"/>
                <a:gd name="connsiteX103" fmla="*/ 314629 w 374366"/>
                <a:gd name="connsiteY103" fmla="*/ 216303 h 712723"/>
                <a:gd name="connsiteX104" fmla="*/ 311869 w 374366"/>
                <a:gd name="connsiteY104" fmla="*/ 213713 h 712723"/>
                <a:gd name="connsiteX105" fmla="*/ 309548 w 374366"/>
                <a:gd name="connsiteY105" fmla="*/ 210820 h 712723"/>
                <a:gd name="connsiteX106" fmla="*/ 307360 w 374366"/>
                <a:gd name="connsiteY106" fmla="*/ 207489 h 712723"/>
                <a:gd name="connsiteX107" fmla="*/ 306620 w 374366"/>
                <a:gd name="connsiteY107" fmla="*/ 204294 h 712723"/>
                <a:gd name="connsiteX108" fmla="*/ 309076 w 374366"/>
                <a:gd name="connsiteY108" fmla="*/ 201838 h 712723"/>
                <a:gd name="connsiteX109" fmla="*/ 312846 w 374366"/>
                <a:gd name="connsiteY109" fmla="*/ 198070 h 712723"/>
                <a:gd name="connsiteX110" fmla="*/ 314023 w 374366"/>
                <a:gd name="connsiteY110" fmla="*/ 195413 h 712723"/>
                <a:gd name="connsiteX111" fmla="*/ 317793 w 374366"/>
                <a:gd name="connsiteY111" fmla="*/ 194302 h 712723"/>
                <a:gd name="connsiteX112" fmla="*/ 318533 w 374366"/>
                <a:gd name="connsiteY112" fmla="*/ 193899 h 712723"/>
                <a:gd name="connsiteX113" fmla="*/ 320384 w 374366"/>
                <a:gd name="connsiteY113" fmla="*/ 192856 h 712723"/>
                <a:gd name="connsiteX114" fmla="*/ 321125 w 374366"/>
                <a:gd name="connsiteY114" fmla="*/ 190535 h 712723"/>
                <a:gd name="connsiteX115" fmla="*/ 326341 w 374366"/>
                <a:gd name="connsiteY115" fmla="*/ 187070 h 712723"/>
                <a:gd name="connsiteX116" fmla="*/ 330380 w 374366"/>
                <a:gd name="connsiteY116" fmla="*/ 184614 h 712723"/>
                <a:gd name="connsiteX117" fmla="*/ 334452 w 374366"/>
                <a:gd name="connsiteY117" fmla="*/ 185052 h 712723"/>
                <a:gd name="connsiteX118" fmla="*/ 338087 w 374366"/>
                <a:gd name="connsiteY118" fmla="*/ 188247 h 712723"/>
                <a:gd name="connsiteX119" fmla="*/ 344178 w 374366"/>
                <a:gd name="connsiteY119" fmla="*/ 194471 h 712723"/>
                <a:gd name="connsiteX120" fmla="*/ 346635 w 374366"/>
                <a:gd name="connsiteY120" fmla="*/ 194471 h 712723"/>
                <a:gd name="connsiteX121" fmla="*/ 349394 w 374366"/>
                <a:gd name="connsiteY121" fmla="*/ 191443 h 712723"/>
                <a:gd name="connsiteX122" fmla="*/ 353029 w 374366"/>
                <a:gd name="connsiteY122" fmla="*/ 190434 h 712723"/>
                <a:gd name="connsiteX123" fmla="*/ 355620 w 374366"/>
                <a:gd name="connsiteY123" fmla="*/ 188416 h 712723"/>
                <a:gd name="connsiteX124" fmla="*/ 358649 w 374366"/>
                <a:gd name="connsiteY124" fmla="*/ 185220 h 712723"/>
                <a:gd name="connsiteX125" fmla="*/ 362553 w 374366"/>
                <a:gd name="connsiteY125" fmla="*/ 183033 h 712723"/>
                <a:gd name="connsiteX126" fmla="*/ 365010 w 374366"/>
                <a:gd name="connsiteY126" fmla="*/ 182024 h 712723"/>
                <a:gd name="connsiteX127" fmla="*/ 369486 w 374366"/>
                <a:gd name="connsiteY127" fmla="*/ 179837 h 712723"/>
                <a:gd name="connsiteX128" fmla="*/ 371236 w 374366"/>
                <a:gd name="connsiteY128" fmla="*/ 179737 h 712723"/>
                <a:gd name="connsiteX129" fmla="*/ 371236 w 374366"/>
                <a:gd name="connsiteY129" fmla="*/ 177954 h 712723"/>
                <a:gd name="connsiteX130" fmla="*/ 368275 w 374366"/>
                <a:gd name="connsiteY130" fmla="*/ 174489 h 712723"/>
                <a:gd name="connsiteX131" fmla="*/ 366592 w 374366"/>
                <a:gd name="connsiteY131" fmla="*/ 170587 h 712723"/>
                <a:gd name="connsiteX132" fmla="*/ 365010 w 374366"/>
                <a:gd name="connsiteY132" fmla="*/ 166516 h 712723"/>
                <a:gd name="connsiteX133" fmla="*/ 365717 w 374366"/>
                <a:gd name="connsiteY133" fmla="*/ 165944 h 712723"/>
                <a:gd name="connsiteX134" fmla="*/ 367736 w 374366"/>
                <a:gd name="connsiteY134" fmla="*/ 164632 h 712723"/>
                <a:gd name="connsiteX135" fmla="*/ 368443 w 374366"/>
                <a:gd name="connsiteY135" fmla="*/ 162748 h 712723"/>
                <a:gd name="connsiteX136" fmla="*/ 367871 w 374366"/>
                <a:gd name="connsiteY136" fmla="*/ 160730 h 712723"/>
                <a:gd name="connsiteX137" fmla="*/ 366558 w 374366"/>
                <a:gd name="connsiteY137" fmla="*/ 158106 h 712723"/>
                <a:gd name="connsiteX138" fmla="*/ 366996 w 374366"/>
                <a:gd name="connsiteY138" fmla="*/ 155348 h 712723"/>
                <a:gd name="connsiteX139" fmla="*/ 369452 w 374366"/>
                <a:gd name="connsiteY139" fmla="*/ 154339 h 712723"/>
                <a:gd name="connsiteX140" fmla="*/ 370900 w 374366"/>
                <a:gd name="connsiteY140" fmla="*/ 153464 h 712723"/>
                <a:gd name="connsiteX141" fmla="*/ 372650 w 374366"/>
                <a:gd name="connsiteY141" fmla="*/ 147947 h 712723"/>
                <a:gd name="connsiteX142" fmla="*/ 373659 w 374366"/>
                <a:gd name="connsiteY142" fmla="*/ 145357 h 712723"/>
                <a:gd name="connsiteX143" fmla="*/ 373794 w 374366"/>
                <a:gd name="connsiteY143" fmla="*/ 143776 h 712723"/>
                <a:gd name="connsiteX144" fmla="*/ 374366 w 374366"/>
                <a:gd name="connsiteY144" fmla="*/ 139436 h 712723"/>
                <a:gd name="connsiteX145" fmla="*/ 373491 w 374366"/>
                <a:gd name="connsiteY145" fmla="*/ 136241 h 712723"/>
                <a:gd name="connsiteX146" fmla="*/ 373188 w 374366"/>
                <a:gd name="connsiteY146" fmla="*/ 134054 h 712723"/>
                <a:gd name="connsiteX147" fmla="*/ 371169 w 374366"/>
                <a:gd name="connsiteY147" fmla="*/ 131733 h 712723"/>
                <a:gd name="connsiteX148" fmla="*/ 369856 w 374366"/>
                <a:gd name="connsiteY148" fmla="*/ 129849 h 712723"/>
                <a:gd name="connsiteX149" fmla="*/ 368544 w 374366"/>
                <a:gd name="connsiteY149" fmla="*/ 129714 h 712723"/>
                <a:gd name="connsiteX150" fmla="*/ 364774 w 374366"/>
                <a:gd name="connsiteY150" fmla="*/ 128133 h 712723"/>
                <a:gd name="connsiteX151" fmla="*/ 363630 w 374366"/>
                <a:gd name="connsiteY151" fmla="*/ 125509 h 712723"/>
                <a:gd name="connsiteX152" fmla="*/ 362486 w 374366"/>
                <a:gd name="connsiteY152" fmla="*/ 124198 h 712723"/>
                <a:gd name="connsiteX153" fmla="*/ 362486 w 374366"/>
                <a:gd name="connsiteY153" fmla="*/ 120733 h 712723"/>
                <a:gd name="connsiteX154" fmla="*/ 361241 w 374366"/>
                <a:gd name="connsiteY154" fmla="*/ 117705 h 712723"/>
                <a:gd name="connsiteX155" fmla="*/ 361376 w 374366"/>
                <a:gd name="connsiteY155" fmla="*/ 116191 h 712723"/>
                <a:gd name="connsiteX156" fmla="*/ 363563 w 374366"/>
                <a:gd name="connsiteY156" fmla="*/ 112289 h 712723"/>
                <a:gd name="connsiteX157" fmla="*/ 364203 w 374366"/>
                <a:gd name="connsiteY157" fmla="*/ 111414 h 712723"/>
                <a:gd name="connsiteX158" fmla="*/ 365279 w 374366"/>
                <a:gd name="connsiteY158" fmla="*/ 108589 h 712723"/>
                <a:gd name="connsiteX159" fmla="*/ 365515 w 374366"/>
                <a:gd name="connsiteY159" fmla="*/ 105763 h 712723"/>
                <a:gd name="connsiteX160" fmla="*/ 363563 w 374366"/>
                <a:gd name="connsiteY160" fmla="*/ 102937 h 712723"/>
                <a:gd name="connsiteX161" fmla="*/ 362688 w 374366"/>
                <a:gd name="connsiteY161" fmla="*/ 101188 h 712723"/>
                <a:gd name="connsiteX162" fmla="*/ 361611 w 374366"/>
                <a:gd name="connsiteY162" fmla="*/ 100751 h 712723"/>
                <a:gd name="connsiteX163" fmla="*/ 358347 w 374366"/>
                <a:gd name="connsiteY163" fmla="*/ 100751 h 712723"/>
                <a:gd name="connsiteX164" fmla="*/ 353332 w 374366"/>
                <a:gd name="connsiteY164" fmla="*/ 100852 h 712723"/>
                <a:gd name="connsiteX165" fmla="*/ 349428 w 374366"/>
                <a:gd name="connsiteY165" fmla="*/ 100313 h 712723"/>
                <a:gd name="connsiteX166" fmla="*/ 343336 w 374366"/>
                <a:gd name="connsiteY166" fmla="*/ 99876 h 712723"/>
                <a:gd name="connsiteX167" fmla="*/ 338995 w 374366"/>
                <a:gd name="connsiteY167" fmla="*/ 98362 h 712723"/>
                <a:gd name="connsiteX168" fmla="*/ 333106 w 374366"/>
                <a:gd name="connsiteY168" fmla="*/ 95738 h 712723"/>
                <a:gd name="connsiteX169" fmla="*/ 332029 w 374366"/>
                <a:gd name="connsiteY169" fmla="*/ 93989 h 712723"/>
                <a:gd name="connsiteX170" fmla="*/ 330278 w 374366"/>
                <a:gd name="connsiteY170" fmla="*/ 92038 h 712723"/>
                <a:gd name="connsiteX171" fmla="*/ 327889 w 374366"/>
                <a:gd name="connsiteY171" fmla="*/ 92038 h 712723"/>
                <a:gd name="connsiteX172" fmla="*/ 324423 w 374366"/>
                <a:gd name="connsiteY172" fmla="*/ 91399 h 712723"/>
                <a:gd name="connsiteX173" fmla="*/ 320283 w 374366"/>
                <a:gd name="connsiteY173" fmla="*/ 88136 h 712723"/>
                <a:gd name="connsiteX174" fmla="*/ 318971 w 374366"/>
                <a:gd name="connsiteY174" fmla="*/ 83359 h 712723"/>
                <a:gd name="connsiteX175" fmla="*/ 321158 w 374366"/>
                <a:gd name="connsiteY175" fmla="*/ 77270 h 712723"/>
                <a:gd name="connsiteX176" fmla="*/ 323110 w 374366"/>
                <a:gd name="connsiteY176" fmla="*/ 75958 h 712723"/>
                <a:gd name="connsiteX177" fmla="*/ 325735 w 374366"/>
                <a:gd name="connsiteY177" fmla="*/ 76396 h 712723"/>
                <a:gd name="connsiteX178" fmla="*/ 330077 w 374366"/>
                <a:gd name="connsiteY178" fmla="*/ 77035 h 712723"/>
                <a:gd name="connsiteX179" fmla="*/ 331389 w 374366"/>
                <a:gd name="connsiteY179" fmla="*/ 75958 h 712723"/>
                <a:gd name="connsiteX180" fmla="*/ 330952 w 374366"/>
                <a:gd name="connsiteY180" fmla="*/ 71383 h 712723"/>
                <a:gd name="connsiteX181" fmla="*/ 330312 w 374366"/>
                <a:gd name="connsiteY181" fmla="*/ 65934 h 712723"/>
                <a:gd name="connsiteX182" fmla="*/ 339231 w 374366"/>
                <a:gd name="connsiteY182" fmla="*/ 65934 h 712723"/>
                <a:gd name="connsiteX183" fmla="*/ 342697 w 374366"/>
                <a:gd name="connsiteY183" fmla="*/ 63209 h 712723"/>
                <a:gd name="connsiteX184" fmla="*/ 344885 w 374366"/>
                <a:gd name="connsiteY184" fmla="*/ 61796 h 712723"/>
                <a:gd name="connsiteX185" fmla="*/ 352491 w 374366"/>
                <a:gd name="connsiteY185" fmla="*/ 60719 h 712723"/>
                <a:gd name="connsiteX186" fmla="*/ 360332 w 374366"/>
                <a:gd name="connsiteY186" fmla="*/ 57120 h 712723"/>
                <a:gd name="connsiteX187" fmla="*/ 362722 w 374366"/>
                <a:gd name="connsiteY187" fmla="*/ 55909 h 712723"/>
                <a:gd name="connsiteX188" fmla="*/ 364909 w 374366"/>
                <a:gd name="connsiteY188" fmla="*/ 54933 h 712723"/>
                <a:gd name="connsiteX189" fmla="*/ 366659 w 374366"/>
                <a:gd name="connsiteY189" fmla="*/ 52444 h 712723"/>
                <a:gd name="connsiteX190" fmla="*/ 369823 w 374366"/>
                <a:gd name="connsiteY190" fmla="*/ 51368 h 712723"/>
                <a:gd name="connsiteX191" fmla="*/ 370058 w 374366"/>
                <a:gd name="connsiteY191" fmla="*/ 50594 h 712723"/>
                <a:gd name="connsiteX192" fmla="*/ 368645 w 374366"/>
                <a:gd name="connsiteY192" fmla="*/ 48542 h 712723"/>
                <a:gd name="connsiteX193" fmla="*/ 368107 w 374366"/>
                <a:gd name="connsiteY193" fmla="*/ 48542 h 712723"/>
                <a:gd name="connsiteX194" fmla="*/ 364304 w 374366"/>
                <a:gd name="connsiteY194" fmla="*/ 48374 h 712723"/>
                <a:gd name="connsiteX195" fmla="*/ 361577 w 374366"/>
                <a:gd name="connsiteY195" fmla="*/ 47667 h 712723"/>
                <a:gd name="connsiteX196" fmla="*/ 356798 w 374366"/>
                <a:gd name="connsiteY196" fmla="*/ 47129 h 712723"/>
                <a:gd name="connsiteX197" fmla="*/ 354072 w 374366"/>
                <a:gd name="connsiteY197" fmla="*/ 47028 h 712723"/>
                <a:gd name="connsiteX198" fmla="*/ 351784 w 374366"/>
                <a:gd name="connsiteY198" fmla="*/ 47230 h 712723"/>
                <a:gd name="connsiteX199" fmla="*/ 349832 w 374366"/>
                <a:gd name="connsiteY199" fmla="*/ 43261 h 712723"/>
                <a:gd name="connsiteX200" fmla="*/ 351043 w 374366"/>
                <a:gd name="connsiteY200" fmla="*/ 39493 h 712723"/>
                <a:gd name="connsiteX201" fmla="*/ 349967 w 374366"/>
                <a:gd name="connsiteY201" fmla="*/ 34918 h 712723"/>
                <a:gd name="connsiteX202" fmla="*/ 349428 w 374366"/>
                <a:gd name="connsiteY202" fmla="*/ 29166 h 712723"/>
                <a:gd name="connsiteX203" fmla="*/ 348788 w 374366"/>
                <a:gd name="connsiteY203" fmla="*/ 26003 h 712723"/>
                <a:gd name="connsiteX204" fmla="*/ 348788 w 374366"/>
                <a:gd name="connsiteY204" fmla="*/ 23279 h 712723"/>
                <a:gd name="connsiteX205" fmla="*/ 348452 w 374366"/>
                <a:gd name="connsiteY205" fmla="*/ 21328 h 712723"/>
                <a:gd name="connsiteX206" fmla="*/ 347342 w 374366"/>
                <a:gd name="connsiteY206" fmla="*/ 18603 h 712723"/>
                <a:gd name="connsiteX207" fmla="*/ 343976 w 374366"/>
                <a:gd name="connsiteY207" fmla="*/ 15138 h 712723"/>
                <a:gd name="connsiteX208" fmla="*/ 341149 w 374366"/>
                <a:gd name="connsiteY208" fmla="*/ 13086 h 712723"/>
                <a:gd name="connsiteX209" fmla="*/ 337784 w 374366"/>
                <a:gd name="connsiteY209" fmla="*/ 10260 h 712723"/>
                <a:gd name="connsiteX210" fmla="*/ 334183 w 374366"/>
                <a:gd name="connsiteY210" fmla="*/ 7233 h 712723"/>
                <a:gd name="connsiteX211" fmla="*/ 333409 w 374366"/>
                <a:gd name="connsiteY211" fmla="*/ 4844 h 712723"/>
                <a:gd name="connsiteX212" fmla="*/ 332432 w 374366"/>
                <a:gd name="connsiteY212" fmla="*/ 1144 h 712723"/>
                <a:gd name="connsiteX213" fmla="*/ 331692 w 374366"/>
                <a:gd name="connsiteY213" fmla="*/ 0 h 712723"/>
                <a:gd name="connsiteX214" fmla="*/ 329908 w 374366"/>
                <a:gd name="connsiteY214" fmla="*/ 34 h 712723"/>
                <a:gd name="connsiteX215" fmla="*/ 328764 w 374366"/>
                <a:gd name="connsiteY215" fmla="*/ 1446 h 712723"/>
                <a:gd name="connsiteX216" fmla="*/ 326610 w 374366"/>
                <a:gd name="connsiteY216" fmla="*/ 3061 h 712723"/>
                <a:gd name="connsiteX217" fmla="*/ 326005 w 374366"/>
                <a:gd name="connsiteY217" fmla="*/ 5450 h 712723"/>
                <a:gd name="connsiteX218" fmla="*/ 326005 w 374366"/>
                <a:gd name="connsiteY218" fmla="*/ 11101 h 712723"/>
                <a:gd name="connsiteX219" fmla="*/ 326005 w 374366"/>
                <a:gd name="connsiteY219" fmla="*/ 14566 h 712723"/>
                <a:gd name="connsiteX220" fmla="*/ 326005 w 374366"/>
                <a:gd name="connsiteY220" fmla="*/ 19780 h 712723"/>
                <a:gd name="connsiteX221" fmla="*/ 322908 w 374366"/>
                <a:gd name="connsiteY221" fmla="*/ 20655 h 712723"/>
                <a:gd name="connsiteX222" fmla="*/ 320788 w 374366"/>
                <a:gd name="connsiteY222" fmla="*/ 22068 h 712723"/>
                <a:gd name="connsiteX223" fmla="*/ 320788 w 374366"/>
                <a:gd name="connsiteY223" fmla="*/ 26744 h 712723"/>
                <a:gd name="connsiteX224" fmla="*/ 318298 w 374366"/>
                <a:gd name="connsiteY224" fmla="*/ 30208 h 712723"/>
                <a:gd name="connsiteX225" fmla="*/ 312980 w 374366"/>
                <a:gd name="connsiteY225" fmla="*/ 30747 h 712723"/>
                <a:gd name="connsiteX226" fmla="*/ 310153 w 374366"/>
                <a:gd name="connsiteY226" fmla="*/ 28997 h 712723"/>
                <a:gd name="connsiteX227" fmla="*/ 307225 w 374366"/>
                <a:gd name="connsiteY227" fmla="*/ 26172 h 712723"/>
                <a:gd name="connsiteX228" fmla="*/ 305273 w 374366"/>
                <a:gd name="connsiteY228" fmla="*/ 25835 h 712723"/>
                <a:gd name="connsiteX229" fmla="*/ 303086 w 374366"/>
                <a:gd name="connsiteY229" fmla="*/ 27349 h 712723"/>
                <a:gd name="connsiteX230" fmla="*/ 301773 w 374366"/>
                <a:gd name="connsiteY230" fmla="*/ 31386 h 712723"/>
                <a:gd name="connsiteX231" fmla="*/ 298307 w 374366"/>
                <a:gd name="connsiteY231" fmla="*/ 35288 h 712723"/>
                <a:gd name="connsiteX232" fmla="*/ 295716 w 374366"/>
                <a:gd name="connsiteY232" fmla="*/ 38215 h 712723"/>
                <a:gd name="connsiteX233" fmla="*/ 293864 w 374366"/>
                <a:gd name="connsiteY233" fmla="*/ 41915 h 712723"/>
                <a:gd name="connsiteX234" fmla="*/ 291677 w 374366"/>
                <a:gd name="connsiteY234" fmla="*/ 46692 h 712723"/>
                <a:gd name="connsiteX235" fmla="*/ 287336 w 374366"/>
                <a:gd name="connsiteY235" fmla="*/ 48643 h 712723"/>
                <a:gd name="connsiteX236" fmla="*/ 284643 w 374366"/>
                <a:gd name="connsiteY236" fmla="*/ 51233 h 712723"/>
                <a:gd name="connsiteX237" fmla="*/ 281917 w 374366"/>
                <a:gd name="connsiteY237" fmla="*/ 52646 h 712723"/>
                <a:gd name="connsiteX238" fmla="*/ 277037 w 374366"/>
                <a:gd name="connsiteY238" fmla="*/ 53184 h 712723"/>
                <a:gd name="connsiteX239" fmla="*/ 270744 w 374366"/>
                <a:gd name="connsiteY239" fmla="*/ 50796 h 712723"/>
                <a:gd name="connsiteX240" fmla="*/ 263441 w 374366"/>
                <a:gd name="connsiteY240" fmla="*/ 47095 h 712723"/>
                <a:gd name="connsiteX241" fmla="*/ 260950 w 374366"/>
                <a:gd name="connsiteY241" fmla="*/ 43933 h 712723"/>
                <a:gd name="connsiteX242" fmla="*/ 256710 w 374366"/>
                <a:gd name="connsiteY242" fmla="*/ 40569 h 712723"/>
                <a:gd name="connsiteX243" fmla="*/ 252234 w 374366"/>
                <a:gd name="connsiteY243" fmla="*/ 38820 h 712723"/>
                <a:gd name="connsiteX244" fmla="*/ 245940 w 374366"/>
                <a:gd name="connsiteY244" fmla="*/ 39594 h 712723"/>
                <a:gd name="connsiteX245" fmla="*/ 242676 w 374366"/>
                <a:gd name="connsiteY245" fmla="*/ 42756 h 712723"/>
                <a:gd name="connsiteX246" fmla="*/ 239209 w 374366"/>
                <a:gd name="connsiteY246" fmla="*/ 46221 h 712723"/>
                <a:gd name="connsiteX247" fmla="*/ 237560 w 374366"/>
                <a:gd name="connsiteY247" fmla="*/ 48845 h 712723"/>
                <a:gd name="connsiteX248" fmla="*/ 233421 w 374366"/>
                <a:gd name="connsiteY248" fmla="*/ 57086 h 712723"/>
                <a:gd name="connsiteX249" fmla="*/ 230055 w 374366"/>
                <a:gd name="connsiteY249" fmla="*/ 61661 h 712723"/>
                <a:gd name="connsiteX250" fmla="*/ 226353 w 374366"/>
                <a:gd name="connsiteY250" fmla="*/ 66236 h 712723"/>
                <a:gd name="connsiteX251" fmla="*/ 222551 w 374366"/>
                <a:gd name="connsiteY251" fmla="*/ 69499 h 712723"/>
                <a:gd name="connsiteX252" fmla="*/ 217973 w 374366"/>
                <a:gd name="connsiteY252" fmla="*/ 70038 h 712723"/>
                <a:gd name="connsiteX253" fmla="*/ 213060 w 374366"/>
                <a:gd name="connsiteY253" fmla="*/ 68625 h 712723"/>
                <a:gd name="connsiteX254" fmla="*/ 206430 w 374366"/>
                <a:gd name="connsiteY254" fmla="*/ 63411 h 712723"/>
                <a:gd name="connsiteX255" fmla="*/ 199901 w 374366"/>
                <a:gd name="connsiteY255" fmla="*/ 58297 h 712723"/>
                <a:gd name="connsiteX256" fmla="*/ 195223 w 374366"/>
                <a:gd name="connsiteY256" fmla="*/ 55371 h 712723"/>
                <a:gd name="connsiteX257" fmla="*/ 189030 w 374366"/>
                <a:gd name="connsiteY257" fmla="*/ 55135 h 712723"/>
                <a:gd name="connsiteX258" fmla="*/ 182838 w 374366"/>
                <a:gd name="connsiteY258" fmla="*/ 56010 h 712723"/>
                <a:gd name="connsiteX259" fmla="*/ 176309 w 374366"/>
                <a:gd name="connsiteY259" fmla="*/ 61762 h 712723"/>
                <a:gd name="connsiteX260" fmla="*/ 169241 w 374366"/>
                <a:gd name="connsiteY260" fmla="*/ 67515 h 712723"/>
                <a:gd name="connsiteX261" fmla="*/ 163823 w 374366"/>
                <a:gd name="connsiteY261" fmla="*/ 77068 h 712723"/>
                <a:gd name="connsiteX262" fmla="*/ 159381 w 374366"/>
                <a:gd name="connsiteY262" fmla="*/ 84032 h 712723"/>
                <a:gd name="connsiteX263" fmla="*/ 156655 w 374366"/>
                <a:gd name="connsiteY263" fmla="*/ 90222 h 712723"/>
                <a:gd name="connsiteX264" fmla="*/ 152078 w 374366"/>
                <a:gd name="connsiteY264" fmla="*/ 96310 h 712723"/>
                <a:gd name="connsiteX265" fmla="*/ 150328 w 374366"/>
                <a:gd name="connsiteY265" fmla="*/ 104552 h 712723"/>
                <a:gd name="connsiteX266" fmla="*/ 150328 w 374366"/>
                <a:gd name="connsiteY266" fmla="*/ 108353 h 712723"/>
                <a:gd name="connsiteX267" fmla="*/ 149789 w 374366"/>
                <a:gd name="connsiteY267" fmla="*/ 116595 h 712723"/>
                <a:gd name="connsiteX268" fmla="*/ 148712 w 374366"/>
                <a:gd name="connsiteY268" fmla="*/ 122785 h 712723"/>
                <a:gd name="connsiteX269" fmla="*/ 146525 w 374366"/>
                <a:gd name="connsiteY269" fmla="*/ 125846 h 712723"/>
                <a:gd name="connsiteX270" fmla="*/ 143159 w 374366"/>
                <a:gd name="connsiteY270" fmla="*/ 131161 h 712723"/>
                <a:gd name="connsiteX271" fmla="*/ 137505 w 374366"/>
                <a:gd name="connsiteY271" fmla="*/ 132372 h 712723"/>
                <a:gd name="connsiteX272" fmla="*/ 123168 w 374366"/>
                <a:gd name="connsiteY272" fmla="*/ 132069 h 712723"/>
                <a:gd name="connsiteX273" fmla="*/ 112533 w 374366"/>
                <a:gd name="connsiteY273" fmla="*/ 131834 h 712723"/>
                <a:gd name="connsiteX274" fmla="*/ 106038 w 374366"/>
                <a:gd name="connsiteY274" fmla="*/ 131834 h 712723"/>
                <a:gd name="connsiteX275" fmla="*/ 102235 w 374366"/>
                <a:gd name="connsiteY275" fmla="*/ 132406 h 712723"/>
                <a:gd name="connsiteX276" fmla="*/ 97557 w 374366"/>
                <a:gd name="connsiteY276" fmla="*/ 133045 h 712723"/>
                <a:gd name="connsiteX277" fmla="*/ 100384 w 374366"/>
                <a:gd name="connsiteY277" fmla="*/ 137384 h 712723"/>
                <a:gd name="connsiteX278" fmla="*/ 102033 w 374366"/>
                <a:gd name="connsiteY278" fmla="*/ 138360 h 712723"/>
                <a:gd name="connsiteX279" fmla="*/ 104524 w 374366"/>
                <a:gd name="connsiteY279" fmla="*/ 139436 h 712723"/>
                <a:gd name="connsiteX280" fmla="*/ 104860 w 374366"/>
                <a:gd name="connsiteY280" fmla="*/ 141387 h 712723"/>
                <a:gd name="connsiteX281" fmla="*/ 104322 w 374366"/>
                <a:gd name="connsiteY281" fmla="*/ 144314 h 712723"/>
                <a:gd name="connsiteX282" fmla="*/ 103009 w 374366"/>
                <a:gd name="connsiteY282" fmla="*/ 147140 h 712723"/>
                <a:gd name="connsiteX283" fmla="*/ 101360 w 374366"/>
                <a:gd name="connsiteY283" fmla="*/ 149528 h 712723"/>
                <a:gd name="connsiteX284" fmla="*/ 98870 w 374366"/>
                <a:gd name="connsiteY284" fmla="*/ 151816 h 712723"/>
                <a:gd name="connsiteX285" fmla="*/ 95942 w 374366"/>
                <a:gd name="connsiteY285" fmla="*/ 153868 h 712723"/>
                <a:gd name="connsiteX286" fmla="*/ 95201 w 374366"/>
                <a:gd name="connsiteY286" fmla="*/ 155819 h 712723"/>
                <a:gd name="connsiteX287" fmla="*/ 95201 w 374366"/>
                <a:gd name="connsiteY287" fmla="*/ 158645 h 712723"/>
                <a:gd name="connsiteX288" fmla="*/ 92576 w 374366"/>
                <a:gd name="connsiteY288" fmla="*/ 160596 h 712723"/>
                <a:gd name="connsiteX289" fmla="*/ 87158 w 374366"/>
                <a:gd name="connsiteY289" fmla="*/ 161907 h 712723"/>
                <a:gd name="connsiteX290" fmla="*/ 83456 w 374366"/>
                <a:gd name="connsiteY290" fmla="*/ 161907 h 712723"/>
                <a:gd name="connsiteX291" fmla="*/ 79552 w 374366"/>
                <a:gd name="connsiteY291" fmla="*/ 161571 h 712723"/>
                <a:gd name="connsiteX292" fmla="*/ 76388 w 374366"/>
                <a:gd name="connsiteY292" fmla="*/ 163758 h 712723"/>
                <a:gd name="connsiteX293" fmla="*/ 77903 w 374366"/>
                <a:gd name="connsiteY293" fmla="*/ 168871 h 712723"/>
                <a:gd name="connsiteX294" fmla="*/ 82345 w 374366"/>
                <a:gd name="connsiteY294" fmla="*/ 170284 h 712723"/>
                <a:gd name="connsiteX295" fmla="*/ 85273 w 374366"/>
                <a:gd name="connsiteY295" fmla="*/ 173211 h 712723"/>
                <a:gd name="connsiteX296" fmla="*/ 87898 w 374366"/>
                <a:gd name="connsiteY296" fmla="*/ 174085 h 712723"/>
                <a:gd name="connsiteX297" fmla="*/ 88336 w 374366"/>
                <a:gd name="connsiteY297" fmla="*/ 175834 h 712723"/>
                <a:gd name="connsiteX298" fmla="*/ 81067 w 374366"/>
                <a:gd name="connsiteY298" fmla="*/ 181822 h 712723"/>
                <a:gd name="connsiteX299" fmla="*/ 80292 w 374366"/>
                <a:gd name="connsiteY299" fmla="*/ 188550 h 712723"/>
                <a:gd name="connsiteX300" fmla="*/ 80191 w 374366"/>
                <a:gd name="connsiteY300" fmla="*/ 192150 h 712723"/>
                <a:gd name="connsiteX301" fmla="*/ 79114 w 374366"/>
                <a:gd name="connsiteY301" fmla="*/ 196926 h 712723"/>
                <a:gd name="connsiteX302" fmla="*/ 77162 w 374366"/>
                <a:gd name="connsiteY302" fmla="*/ 201165 h 712723"/>
                <a:gd name="connsiteX303" fmla="*/ 74638 w 374366"/>
                <a:gd name="connsiteY303" fmla="*/ 203654 h 712723"/>
                <a:gd name="connsiteX304" fmla="*/ 71374 w 374366"/>
                <a:gd name="connsiteY304" fmla="*/ 205942 h 712723"/>
                <a:gd name="connsiteX305" fmla="*/ 69523 w 374366"/>
                <a:gd name="connsiteY305" fmla="*/ 207691 h 712723"/>
                <a:gd name="connsiteX306" fmla="*/ 67032 w 374366"/>
                <a:gd name="connsiteY306" fmla="*/ 208465 h 712723"/>
                <a:gd name="connsiteX307" fmla="*/ 64643 w 374366"/>
                <a:gd name="connsiteY307" fmla="*/ 210752 h 712723"/>
                <a:gd name="connsiteX308" fmla="*/ 64643 w 374366"/>
                <a:gd name="connsiteY308" fmla="*/ 214789 h 712723"/>
                <a:gd name="connsiteX309" fmla="*/ 66393 w 374366"/>
                <a:gd name="connsiteY309" fmla="*/ 218254 h 712723"/>
                <a:gd name="connsiteX310" fmla="*/ 65956 w 374366"/>
                <a:gd name="connsiteY310" fmla="*/ 222291 h 712723"/>
                <a:gd name="connsiteX311" fmla="*/ 64744 w 374366"/>
                <a:gd name="connsiteY311" fmla="*/ 225453 h 712723"/>
                <a:gd name="connsiteX312" fmla="*/ 63465 w 374366"/>
                <a:gd name="connsiteY312" fmla="*/ 227942 h 712723"/>
                <a:gd name="connsiteX313" fmla="*/ 63465 w 374366"/>
                <a:gd name="connsiteY313" fmla="*/ 230129 h 712723"/>
                <a:gd name="connsiteX314" fmla="*/ 61614 w 374366"/>
                <a:gd name="connsiteY314" fmla="*/ 234367 h 712723"/>
                <a:gd name="connsiteX315" fmla="*/ 59763 w 374366"/>
                <a:gd name="connsiteY315" fmla="*/ 237193 h 712723"/>
                <a:gd name="connsiteX316" fmla="*/ 57475 w 374366"/>
                <a:gd name="connsiteY316" fmla="*/ 239817 h 712723"/>
                <a:gd name="connsiteX317" fmla="*/ 56499 w 374366"/>
                <a:gd name="connsiteY317" fmla="*/ 242407 h 712723"/>
                <a:gd name="connsiteX318" fmla="*/ 56499 w 374366"/>
                <a:gd name="connsiteY318" fmla="*/ 245771 h 712723"/>
                <a:gd name="connsiteX319" fmla="*/ 56499 w 374366"/>
                <a:gd name="connsiteY319" fmla="*/ 249236 h 712723"/>
                <a:gd name="connsiteX320" fmla="*/ 55624 w 374366"/>
                <a:gd name="connsiteY320" fmla="*/ 252499 h 712723"/>
                <a:gd name="connsiteX321" fmla="*/ 55893 w 374366"/>
                <a:gd name="connsiteY321" fmla="*/ 255224 h 712723"/>
                <a:gd name="connsiteX322" fmla="*/ 54749 w 374366"/>
                <a:gd name="connsiteY322" fmla="*/ 259900 h 712723"/>
                <a:gd name="connsiteX323" fmla="*/ 54749 w 374366"/>
                <a:gd name="connsiteY323" fmla="*/ 264879 h 712723"/>
                <a:gd name="connsiteX324" fmla="*/ 53772 w 374366"/>
                <a:gd name="connsiteY324" fmla="*/ 267704 h 712723"/>
                <a:gd name="connsiteX325" fmla="*/ 51484 w 374366"/>
                <a:gd name="connsiteY325" fmla="*/ 269218 h 712723"/>
                <a:gd name="connsiteX326" fmla="*/ 48018 w 374366"/>
                <a:gd name="connsiteY326" fmla="*/ 270093 h 712723"/>
                <a:gd name="connsiteX327" fmla="*/ 45090 w 374366"/>
                <a:gd name="connsiteY327" fmla="*/ 271606 h 712723"/>
                <a:gd name="connsiteX328" fmla="*/ 43037 w 374366"/>
                <a:gd name="connsiteY328" fmla="*/ 275307 h 712723"/>
                <a:gd name="connsiteX329" fmla="*/ 41623 w 374366"/>
                <a:gd name="connsiteY329" fmla="*/ 277897 h 712723"/>
                <a:gd name="connsiteX330" fmla="*/ 40109 w 374366"/>
                <a:gd name="connsiteY330" fmla="*/ 281497 h 712723"/>
                <a:gd name="connsiteX331" fmla="*/ 37921 w 374366"/>
                <a:gd name="connsiteY331" fmla="*/ 284221 h 712723"/>
                <a:gd name="connsiteX332" fmla="*/ 33344 w 374366"/>
                <a:gd name="connsiteY332" fmla="*/ 286408 h 712723"/>
                <a:gd name="connsiteX333" fmla="*/ 31157 w 374366"/>
                <a:gd name="connsiteY333" fmla="*/ 287720 h 712723"/>
                <a:gd name="connsiteX334" fmla="*/ 29205 w 374366"/>
                <a:gd name="connsiteY334" fmla="*/ 290983 h 712723"/>
                <a:gd name="connsiteX335" fmla="*/ 24426 w 374366"/>
                <a:gd name="connsiteY335" fmla="*/ 295322 h 712723"/>
                <a:gd name="connsiteX336" fmla="*/ 23214 w 374366"/>
                <a:gd name="connsiteY336" fmla="*/ 299460 h 712723"/>
                <a:gd name="connsiteX337" fmla="*/ 22137 w 374366"/>
                <a:gd name="connsiteY337" fmla="*/ 301848 h 712723"/>
                <a:gd name="connsiteX338" fmla="*/ 19950 w 374366"/>
                <a:gd name="connsiteY338" fmla="*/ 304876 h 712723"/>
                <a:gd name="connsiteX339" fmla="*/ 19950 w 374366"/>
                <a:gd name="connsiteY339" fmla="*/ 308341 h 712723"/>
                <a:gd name="connsiteX340" fmla="*/ 22238 w 374366"/>
                <a:gd name="connsiteY340" fmla="*/ 309956 h 712723"/>
                <a:gd name="connsiteX341" fmla="*/ 22575 w 374366"/>
                <a:gd name="connsiteY341" fmla="*/ 312781 h 712723"/>
                <a:gd name="connsiteX342" fmla="*/ 20724 w 374366"/>
                <a:gd name="connsiteY342" fmla="*/ 315069 h 712723"/>
                <a:gd name="connsiteX343" fmla="*/ 19950 w 374366"/>
                <a:gd name="connsiteY343" fmla="*/ 318332 h 712723"/>
                <a:gd name="connsiteX344" fmla="*/ 19950 w 374366"/>
                <a:gd name="connsiteY344" fmla="*/ 320485 h 712723"/>
                <a:gd name="connsiteX345" fmla="*/ 19950 w 374366"/>
                <a:gd name="connsiteY345" fmla="*/ 321797 h 712723"/>
                <a:gd name="connsiteX346" fmla="*/ 18873 w 374366"/>
                <a:gd name="connsiteY346" fmla="*/ 324084 h 712723"/>
                <a:gd name="connsiteX347" fmla="*/ 20926 w 374366"/>
                <a:gd name="connsiteY347" fmla="*/ 326910 h 712723"/>
                <a:gd name="connsiteX348" fmla="*/ 23416 w 374366"/>
                <a:gd name="connsiteY348" fmla="*/ 328525 h 712723"/>
                <a:gd name="connsiteX349" fmla="*/ 25705 w 374366"/>
                <a:gd name="connsiteY349" fmla="*/ 330039 h 712723"/>
                <a:gd name="connsiteX350" fmla="*/ 28733 w 374366"/>
                <a:gd name="connsiteY350" fmla="*/ 333402 h 712723"/>
                <a:gd name="connsiteX351" fmla="*/ 30147 w 374366"/>
                <a:gd name="connsiteY351" fmla="*/ 334815 h 712723"/>
                <a:gd name="connsiteX352" fmla="*/ 32267 w 374366"/>
                <a:gd name="connsiteY352" fmla="*/ 337540 h 712723"/>
                <a:gd name="connsiteX353" fmla="*/ 33849 w 374366"/>
                <a:gd name="connsiteY353" fmla="*/ 340366 h 712723"/>
                <a:gd name="connsiteX354" fmla="*/ 33849 w 374366"/>
                <a:gd name="connsiteY354" fmla="*/ 343091 h 712723"/>
                <a:gd name="connsiteX355" fmla="*/ 34186 w 374366"/>
                <a:gd name="connsiteY355" fmla="*/ 344705 h 712723"/>
                <a:gd name="connsiteX356" fmla="*/ 36912 w 374366"/>
                <a:gd name="connsiteY356" fmla="*/ 345580 h 712723"/>
                <a:gd name="connsiteX357" fmla="*/ 38224 w 374366"/>
                <a:gd name="connsiteY357" fmla="*/ 346354 h 712723"/>
                <a:gd name="connsiteX358" fmla="*/ 39200 w 374366"/>
                <a:gd name="connsiteY358" fmla="*/ 347666 h 712723"/>
                <a:gd name="connsiteX359" fmla="*/ 41590 w 374366"/>
                <a:gd name="connsiteY359" fmla="*/ 348877 h 712723"/>
                <a:gd name="connsiteX360" fmla="*/ 44517 w 374366"/>
                <a:gd name="connsiteY360" fmla="*/ 351265 h 712723"/>
                <a:gd name="connsiteX361" fmla="*/ 44316 w 374366"/>
                <a:gd name="connsiteY361" fmla="*/ 352342 h 712723"/>
                <a:gd name="connsiteX362" fmla="*/ 42566 w 374366"/>
                <a:gd name="connsiteY362" fmla="*/ 353754 h 712723"/>
                <a:gd name="connsiteX363" fmla="*/ 41253 w 374366"/>
                <a:gd name="connsiteY363" fmla="*/ 354528 h 712723"/>
                <a:gd name="connsiteX364" fmla="*/ 40816 w 374366"/>
                <a:gd name="connsiteY364" fmla="*/ 357623 h 712723"/>
                <a:gd name="connsiteX365" fmla="*/ 40816 w 374366"/>
                <a:gd name="connsiteY365" fmla="*/ 358767 h 712723"/>
                <a:gd name="connsiteX366" fmla="*/ 44585 w 374366"/>
                <a:gd name="connsiteY366" fmla="*/ 360079 h 712723"/>
                <a:gd name="connsiteX367" fmla="*/ 47345 w 374366"/>
                <a:gd name="connsiteY367" fmla="*/ 361525 h 712723"/>
                <a:gd name="connsiteX368" fmla="*/ 46167 w 374366"/>
                <a:gd name="connsiteY368" fmla="*/ 363543 h 712723"/>
                <a:gd name="connsiteX369" fmla="*/ 44585 w 374366"/>
                <a:gd name="connsiteY369" fmla="*/ 365730 h 712723"/>
                <a:gd name="connsiteX370" fmla="*/ 44013 w 374366"/>
                <a:gd name="connsiteY370" fmla="*/ 368320 h 712723"/>
                <a:gd name="connsiteX371" fmla="*/ 47479 w 374366"/>
                <a:gd name="connsiteY371" fmla="*/ 372525 h 712723"/>
                <a:gd name="connsiteX372" fmla="*/ 46739 w 374366"/>
                <a:gd name="connsiteY372" fmla="*/ 376865 h 712723"/>
                <a:gd name="connsiteX373" fmla="*/ 45292 w 374366"/>
                <a:gd name="connsiteY373" fmla="*/ 379320 h 712723"/>
                <a:gd name="connsiteX374" fmla="*/ 42397 w 374366"/>
                <a:gd name="connsiteY374" fmla="*/ 381642 h 712723"/>
                <a:gd name="connsiteX375" fmla="*/ 39368 w 374366"/>
                <a:gd name="connsiteY375" fmla="*/ 382214 h 712723"/>
                <a:gd name="connsiteX376" fmla="*/ 36339 w 374366"/>
                <a:gd name="connsiteY376" fmla="*/ 386284 h 712723"/>
                <a:gd name="connsiteX377" fmla="*/ 33277 w 374366"/>
                <a:gd name="connsiteY377" fmla="*/ 388302 h 712723"/>
                <a:gd name="connsiteX378" fmla="*/ 33008 w 374366"/>
                <a:gd name="connsiteY378" fmla="*/ 390892 h 712723"/>
                <a:gd name="connsiteX379" fmla="*/ 35902 w 374366"/>
                <a:gd name="connsiteY379" fmla="*/ 395972 h 712723"/>
                <a:gd name="connsiteX380" fmla="*/ 37921 w 374366"/>
                <a:gd name="connsiteY380" fmla="*/ 397587 h 712723"/>
                <a:gd name="connsiteX381" fmla="*/ 38224 w 374366"/>
                <a:gd name="connsiteY381" fmla="*/ 402061 h 712723"/>
                <a:gd name="connsiteX382" fmla="*/ 37349 w 374366"/>
                <a:gd name="connsiteY382" fmla="*/ 404819 h 712723"/>
                <a:gd name="connsiteX383" fmla="*/ 34724 w 374366"/>
                <a:gd name="connsiteY383" fmla="*/ 407275 h 712723"/>
                <a:gd name="connsiteX384" fmla="*/ 32839 w 374366"/>
                <a:gd name="connsiteY384" fmla="*/ 411345 h 712723"/>
                <a:gd name="connsiteX385" fmla="*/ 26310 w 374366"/>
                <a:gd name="connsiteY385" fmla="*/ 416257 h 712723"/>
                <a:gd name="connsiteX386" fmla="*/ 22979 w 374366"/>
                <a:gd name="connsiteY386" fmla="*/ 421606 h 712723"/>
                <a:gd name="connsiteX387" fmla="*/ 20522 w 374366"/>
                <a:gd name="connsiteY387" fmla="*/ 425945 h 712723"/>
                <a:gd name="connsiteX388" fmla="*/ 19007 w 374366"/>
                <a:gd name="connsiteY388" fmla="*/ 428973 h 712723"/>
                <a:gd name="connsiteX389" fmla="*/ 14733 w 374366"/>
                <a:gd name="connsiteY389" fmla="*/ 430419 h 712723"/>
                <a:gd name="connsiteX390" fmla="*/ 14733 w 374366"/>
                <a:gd name="connsiteY390" fmla="*/ 433447 h 712723"/>
                <a:gd name="connsiteX391" fmla="*/ 15743 w 374366"/>
                <a:gd name="connsiteY391" fmla="*/ 434019 h 712723"/>
                <a:gd name="connsiteX392" fmla="*/ 16180 w 374366"/>
                <a:gd name="connsiteY392" fmla="*/ 436205 h 712723"/>
                <a:gd name="connsiteX393" fmla="*/ 14733 w 374366"/>
                <a:gd name="connsiteY393" fmla="*/ 437954 h 712723"/>
                <a:gd name="connsiteX394" fmla="*/ 11031 w 374366"/>
                <a:gd name="connsiteY394" fmla="*/ 438526 h 712723"/>
                <a:gd name="connsiteX395" fmla="*/ 9517 w 374366"/>
                <a:gd name="connsiteY395" fmla="*/ 440410 h 712723"/>
                <a:gd name="connsiteX396" fmla="*/ 9517 w 374366"/>
                <a:gd name="connsiteY396" fmla="*/ 443875 h 712723"/>
                <a:gd name="connsiteX397" fmla="*/ 10392 w 374366"/>
                <a:gd name="connsiteY397" fmla="*/ 448955 h 712723"/>
                <a:gd name="connsiteX398" fmla="*/ 11704 w 374366"/>
                <a:gd name="connsiteY398" fmla="*/ 451713 h 712723"/>
                <a:gd name="connsiteX399" fmla="*/ 10560 w 374366"/>
                <a:gd name="connsiteY399" fmla="*/ 453159 h 712723"/>
                <a:gd name="connsiteX400" fmla="*/ 11704 w 374366"/>
                <a:gd name="connsiteY400" fmla="*/ 454909 h 712723"/>
                <a:gd name="connsiteX401" fmla="*/ 12714 w 374366"/>
                <a:gd name="connsiteY401" fmla="*/ 456221 h 712723"/>
                <a:gd name="connsiteX402" fmla="*/ 13421 w 374366"/>
                <a:gd name="connsiteY402" fmla="*/ 458239 h 712723"/>
                <a:gd name="connsiteX403" fmla="*/ 11839 w 374366"/>
                <a:gd name="connsiteY403" fmla="*/ 460426 h 712723"/>
                <a:gd name="connsiteX404" fmla="*/ 9517 w 374366"/>
                <a:gd name="connsiteY404" fmla="*/ 461435 h 712723"/>
                <a:gd name="connsiteX405" fmla="*/ 9517 w 374366"/>
                <a:gd name="connsiteY405" fmla="*/ 463016 h 712723"/>
                <a:gd name="connsiteX406" fmla="*/ 11974 w 374366"/>
                <a:gd name="connsiteY406" fmla="*/ 463016 h 712723"/>
                <a:gd name="connsiteX407" fmla="*/ 13858 w 374366"/>
                <a:gd name="connsiteY407" fmla="*/ 465909 h 712723"/>
                <a:gd name="connsiteX408" fmla="*/ 15608 w 374366"/>
                <a:gd name="connsiteY408" fmla="*/ 465909 h 712723"/>
                <a:gd name="connsiteX409" fmla="*/ 15743 w 374366"/>
                <a:gd name="connsiteY409" fmla="*/ 468667 h 712723"/>
                <a:gd name="connsiteX410" fmla="*/ 15036 w 374366"/>
                <a:gd name="connsiteY410" fmla="*/ 470988 h 712723"/>
                <a:gd name="connsiteX411" fmla="*/ 14026 w 374366"/>
                <a:gd name="connsiteY411" fmla="*/ 472872 h 712723"/>
                <a:gd name="connsiteX412" fmla="*/ 12209 w 374366"/>
                <a:gd name="connsiteY412" fmla="*/ 474016 h 712723"/>
                <a:gd name="connsiteX413" fmla="*/ 11267 w 374366"/>
                <a:gd name="connsiteY413" fmla="*/ 475765 h 712723"/>
                <a:gd name="connsiteX414" fmla="*/ 11267 w 374366"/>
                <a:gd name="connsiteY414" fmla="*/ 476909 h 712723"/>
                <a:gd name="connsiteX415" fmla="*/ 13152 w 374366"/>
                <a:gd name="connsiteY415" fmla="*/ 478356 h 712723"/>
                <a:gd name="connsiteX416" fmla="*/ 15036 w 374366"/>
                <a:gd name="connsiteY416" fmla="*/ 480811 h 712723"/>
                <a:gd name="connsiteX417" fmla="*/ 17628 w 374366"/>
                <a:gd name="connsiteY417" fmla="*/ 484713 h 712723"/>
                <a:gd name="connsiteX418" fmla="*/ 18940 w 374366"/>
                <a:gd name="connsiteY418" fmla="*/ 488178 h 712723"/>
                <a:gd name="connsiteX419" fmla="*/ 19950 w 374366"/>
                <a:gd name="connsiteY419" fmla="*/ 489759 h 712723"/>
                <a:gd name="connsiteX420" fmla="*/ 19950 w 374366"/>
                <a:gd name="connsiteY420" fmla="*/ 492518 h 712723"/>
                <a:gd name="connsiteX421" fmla="*/ 19075 w 374366"/>
                <a:gd name="connsiteY421" fmla="*/ 494839 h 712723"/>
                <a:gd name="connsiteX422" fmla="*/ 18368 w 374366"/>
                <a:gd name="connsiteY422" fmla="*/ 497598 h 712723"/>
                <a:gd name="connsiteX423" fmla="*/ 17358 w 374366"/>
                <a:gd name="connsiteY423" fmla="*/ 499481 h 712723"/>
                <a:gd name="connsiteX424" fmla="*/ 16786 w 374366"/>
                <a:gd name="connsiteY424" fmla="*/ 502072 h 712723"/>
                <a:gd name="connsiteX425" fmla="*/ 16652 w 374366"/>
                <a:gd name="connsiteY425" fmla="*/ 503518 h 712723"/>
                <a:gd name="connsiteX426" fmla="*/ 17392 w 374366"/>
                <a:gd name="connsiteY426" fmla="*/ 505402 h 712723"/>
                <a:gd name="connsiteX427" fmla="*/ 17964 w 374366"/>
                <a:gd name="connsiteY427" fmla="*/ 508598 h 712723"/>
                <a:gd name="connsiteX428" fmla="*/ 18267 w 374366"/>
                <a:gd name="connsiteY428" fmla="*/ 512365 h 712723"/>
                <a:gd name="connsiteX429" fmla="*/ 18570 w 374366"/>
                <a:gd name="connsiteY429" fmla="*/ 515998 h 712723"/>
                <a:gd name="connsiteX430" fmla="*/ 18132 w 374366"/>
                <a:gd name="connsiteY430" fmla="*/ 519901 h 712723"/>
                <a:gd name="connsiteX431" fmla="*/ 17695 w 374366"/>
                <a:gd name="connsiteY431" fmla="*/ 525552 h 712723"/>
                <a:gd name="connsiteX432" fmla="*/ 16820 w 374366"/>
                <a:gd name="connsiteY432" fmla="*/ 527436 h 712723"/>
                <a:gd name="connsiteX433" fmla="*/ 16248 w 374366"/>
                <a:gd name="connsiteY433" fmla="*/ 530766 h 712723"/>
                <a:gd name="connsiteX434" fmla="*/ 16685 w 374366"/>
                <a:gd name="connsiteY434" fmla="*/ 535980 h 712723"/>
                <a:gd name="connsiteX435" fmla="*/ 16954 w 374366"/>
                <a:gd name="connsiteY435" fmla="*/ 541632 h 712723"/>
                <a:gd name="connsiteX436" fmla="*/ 18974 w 374366"/>
                <a:gd name="connsiteY436" fmla="*/ 544962 h 712723"/>
                <a:gd name="connsiteX437" fmla="*/ 20555 w 374366"/>
                <a:gd name="connsiteY437" fmla="*/ 548595 h 712723"/>
                <a:gd name="connsiteX438" fmla="*/ 21700 w 374366"/>
                <a:gd name="connsiteY438" fmla="*/ 553944 h 712723"/>
                <a:gd name="connsiteX439" fmla="*/ 20825 w 374366"/>
                <a:gd name="connsiteY439" fmla="*/ 558283 h 712723"/>
                <a:gd name="connsiteX440" fmla="*/ 21397 w 374366"/>
                <a:gd name="connsiteY440" fmla="*/ 565381 h 712723"/>
                <a:gd name="connsiteX441" fmla="*/ 26479 w 374366"/>
                <a:gd name="connsiteY441" fmla="*/ 571739 h 712723"/>
                <a:gd name="connsiteX442" fmla="*/ 28801 w 374366"/>
                <a:gd name="connsiteY442" fmla="*/ 574498 h 712723"/>
                <a:gd name="connsiteX443" fmla="*/ 30383 w 374366"/>
                <a:gd name="connsiteY443" fmla="*/ 582302 h 712723"/>
                <a:gd name="connsiteX444" fmla="*/ 30383 w 374366"/>
                <a:gd name="connsiteY444" fmla="*/ 586373 h 712723"/>
                <a:gd name="connsiteX445" fmla="*/ 31392 w 374366"/>
                <a:gd name="connsiteY445" fmla="*/ 591015 h 712723"/>
                <a:gd name="connsiteX446" fmla="*/ 30820 w 374366"/>
                <a:gd name="connsiteY446" fmla="*/ 596666 h 712723"/>
                <a:gd name="connsiteX447" fmla="*/ 29070 w 374366"/>
                <a:gd name="connsiteY447" fmla="*/ 600871 h 712723"/>
                <a:gd name="connsiteX448" fmla="*/ 27623 w 374366"/>
                <a:gd name="connsiteY448" fmla="*/ 605951 h 712723"/>
                <a:gd name="connsiteX449" fmla="*/ 25738 w 374366"/>
                <a:gd name="connsiteY449" fmla="*/ 609718 h 712723"/>
                <a:gd name="connsiteX450" fmla="*/ 23147 w 374366"/>
                <a:gd name="connsiteY450" fmla="*/ 613923 h 712723"/>
                <a:gd name="connsiteX451" fmla="*/ 22575 w 374366"/>
                <a:gd name="connsiteY451" fmla="*/ 619878 h 712723"/>
                <a:gd name="connsiteX452" fmla="*/ 18233 w 374366"/>
                <a:gd name="connsiteY452" fmla="*/ 625092 h 712723"/>
                <a:gd name="connsiteX453" fmla="*/ 14901 w 374366"/>
                <a:gd name="connsiteY453" fmla="*/ 629869 h 712723"/>
                <a:gd name="connsiteX454" fmla="*/ 12714 w 374366"/>
                <a:gd name="connsiteY454" fmla="*/ 633199 h 712723"/>
                <a:gd name="connsiteX455" fmla="*/ 9517 w 374366"/>
                <a:gd name="connsiteY455" fmla="*/ 637101 h 712723"/>
                <a:gd name="connsiteX456" fmla="*/ 7767 w 374366"/>
                <a:gd name="connsiteY456" fmla="*/ 639994 h 712723"/>
                <a:gd name="connsiteX457" fmla="*/ 7767 w 374366"/>
                <a:gd name="connsiteY457" fmla="*/ 645511 h 712723"/>
                <a:gd name="connsiteX458" fmla="*/ 7767 w 374366"/>
                <a:gd name="connsiteY458" fmla="*/ 649413 h 712723"/>
                <a:gd name="connsiteX459" fmla="*/ 7767 w 374366"/>
                <a:gd name="connsiteY459" fmla="*/ 654762 h 712723"/>
                <a:gd name="connsiteX460" fmla="*/ 6757 w 374366"/>
                <a:gd name="connsiteY460" fmla="*/ 657218 h 712723"/>
                <a:gd name="connsiteX461" fmla="*/ 6017 w 374366"/>
                <a:gd name="connsiteY461" fmla="*/ 660851 h 712723"/>
                <a:gd name="connsiteX462" fmla="*/ 3695 w 374366"/>
                <a:gd name="connsiteY462" fmla="*/ 664753 h 712723"/>
                <a:gd name="connsiteX463" fmla="*/ 1877 w 374366"/>
                <a:gd name="connsiteY463" fmla="*/ 668083 h 712723"/>
                <a:gd name="connsiteX464" fmla="*/ 800 w 374366"/>
                <a:gd name="connsiteY464" fmla="*/ 672154 h 712723"/>
                <a:gd name="connsiteX465" fmla="*/ 800 w 374366"/>
                <a:gd name="connsiteY465" fmla="*/ 680261 h 712723"/>
                <a:gd name="connsiteX466" fmla="*/ 1810 w 374366"/>
                <a:gd name="connsiteY466" fmla="*/ 682851 h 712723"/>
                <a:gd name="connsiteX467" fmla="*/ 194 w 374366"/>
                <a:gd name="connsiteY467" fmla="*/ 689814 h 712723"/>
                <a:gd name="connsiteX468" fmla="*/ 194 w 374366"/>
                <a:gd name="connsiteY468" fmla="*/ 700680 h 712723"/>
                <a:gd name="connsiteX469" fmla="*/ 935 w 374366"/>
                <a:gd name="connsiteY469" fmla="*/ 706634 h 712723"/>
                <a:gd name="connsiteX470" fmla="*/ 2820 w 374366"/>
                <a:gd name="connsiteY470" fmla="*/ 710267 h 712723"/>
                <a:gd name="connsiteX471" fmla="*/ 9147 w 374366"/>
                <a:gd name="connsiteY471" fmla="*/ 712723 h 712723"/>
                <a:gd name="connsiteX472" fmla="*/ 9147 w 374366"/>
                <a:gd name="connsiteY472" fmla="*/ 712723 h 712723"/>
                <a:gd name="connsiteX473" fmla="*/ 9921 w 374366"/>
                <a:gd name="connsiteY473" fmla="*/ 712420 h 712723"/>
                <a:gd name="connsiteX474" fmla="*/ 15575 w 374366"/>
                <a:gd name="connsiteY474" fmla="*/ 712420 h 712723"/>
                <a:gd name="connsiteX475" fmla="*/ 17325 w 374366"/>
                <a:gd name="connsiteY475" fmla="*/ 712420 h 712723"/>
                <a:gd name="connsiteX476" fmla="*/ 22541 w 374366"/>
                <a:gd name="connsiteY476" fmla="*/ 712420 h 712723"/>
                <a:gd name="connsiteX477" fmla="*/ 28061 w 374366"/>
                <a:gd name="connsiteY477" fmla="*/ 712420 h 712723"/>
                <a:gd name="connsiteX478" fmla="*/ 34590 w 374366"/>
                <a:gd name="connsiteY478" fmla="*/ 712420 h 712723"/>
                <a:gd name="connsiteX479" fmla="*/ 39671 w 374366"/>
                <a:gd name="connsiteY479" fmla="*/ 712218 h 712723"/>
                <a:gd name="connsiteX480" fmla="*/ 46200 w 374366"/>
                <a:gd name="connsiteY480" fmla="*/ 709359 h 712723"/>
                <a:gd name="connsiteX481" fmla="*/ 48522 w 374366"/>
                <a:gd name="connsiteY481" fmla="*/ 707341 h 712723"/>
                <a:gd name="connsiteX482" fmla="*/ 51720 w 374366"/>
                <a:gd name="connsiteY482" fmla="*/ 705019 h 712723"/>
                <a:gd name="connsiteX483" fmla="*/ 53470 w 374366"/>
                <a:gd name="connsiteY483" fmla="*/ 702261 h 712723"/>
                <a:gd name="connsiteX484" fmla="*/ 55657 w 374366"/>
                <a:gd name="connsiteY484" fmla="*/ 698493 h 712723"/>
                <a:gd name="connsiteX485" fmla="*/ 57239 w 374366"/>
                <a:gd name="connsiteY485" fmla="*/ 698493 h 712723"/>
                <a:gd name="connsiteX486" fmla="*/ 61446 w 374366"/>
                <a:gd name="connsiteY486" fmla="*/ 697787 h 712723"/>
                <a:gd name="connsiteX487" fmla="*/ 65383 w 374366"/>
                <a:gd name="connsiteY487" fmla="*/ 697787 h 712723"/>
                <a:gd name="connsiteX488" fmla="*/ 67975 w 374366"/>
                <a:gd name="connsiteY488" fmla="*/ 697787 h 712723"/>
                <a:gd name="connsiteX489" fmla="*/ 71172 w 374366"/>
                <a:gd name="connsiteY489" fmla="*/ 696643 h 712723"/>
                <a:gd name="connsiteX490" fmla="*/ 74504 w 374366"/>
                <a:gd name="connsiteY490" fmla="*/ 695062 h 712723"/>
                <a:gd name="connsiteX491" fmla="*/ 78139 w 374366"/>
                <a:gd name="connsiteY491" fmla="*/ 691295 h 712723"/>
                <a:gd name="connsiteX492" fmla="*/ 82917 w 374366"/>
                <a:gd name="connsiteY492" fmla="*/ 688704 h 712723"/>
                <a:gd name="connsiteX493" fmla="*/ 87831 w 374366"/>
                <a:gd name="connsiteY493" fmla="*/ 688132 h 712723"/>
                <a:gd name="connsiteX494" fmla="*/ 95639 w 374366"/>
                <a:gd name="connsiteY494" fmla="*/ 688132 h 712723"/>
                <a:gd name="connsiteX495" fmla="*/ 99577 w 374366"/>
                <a:gd name="connsiteY495" fmla="*/ 687426 h 712723"/>
                <a:gd name="connsiteX496" fmla="*/ 105230 w 374366"/>
                <a:gd name="connsiteY496" fmla="*/ 685542 h 712723"/>
                <a:gd name="connsiteX497" fmla="*/ 106812 w 374366"/>
                <a:gd name="connsiteY497" fmla="*/ 684667 h 712723"/>
                <a:gd name="connsiteX498" fmla="*/ 110009 w 374366"/>
                <a:gd name="connsiteY498" fmla="*/ 685037 h 712723"/>
                <a:gd name="connsiteX499" fmla="*/ 114216 w 374366"/>
                <a:gd name="connsiteY499" fmla="*/ 684667 h 712723"/>
                <a:gd name="connsiteX500" fmla="*/ 114788 w 374366"/>
                <a:gd name="connsiteY500" fmla="*/ 684667 h 712723"/>
                <a:gd name="connsiteX501" fmla="*/ 118692 w 374366"/>
                <a:gd name="connsiteY501" fmla="*/ 681909 h 712723"/>
                <a:gd name="connsiteX502" fmla="*/ 119836 w 374366"/>
                <a:gd name="connsiteY502" fmla="*/ 681169 h 712723"/>
                <a:gd name="connsiteX503" fmla="*/ 122293 w 374366"/>
                <a:gd name="connsiteY503" fmla="*/ 679588 h 712723"/>
                <a:gd name="connsiteX504" fmla="*/ 123942 w 374366"/>
                <a:gd name="connsiteY504" fmla="*/ 678007 h 712723"/>
                <a:gd name="connsiteX505" fmla="*/ 124313 w 374366"/>
                <a:gd name="connsiteY505" fmla="*/ 675988 h 712723"/>
                <a:gd name="connsiteX506" fmla="*/ 124313 w 374366"/>
                <a:gd name="connsiteY506" fmla="*/ 673365 h 712723"/>
                <a:gd name="connsiteX507" fmla="*/ 126500 w 374366"/>
                <a:gd name="connsiteY507" fmla="*/ 671783 h 712723"/>
                <a:gd name="connsiteX508" fmla="*/ 128519 w 374366"/>
                <a:gd name="connsiteY508" fmla="*/ 670034 h 712723"/>
                <a:gd name="connsiteX509" fmla="*/ 129529 w 374366"/>
                <a:gd name="connsiteY509" fmla="*/ 668722 h 712723"/>
                <a:gd name="connsiteX510" fmla="*/ 131986 w 374366"/>
                <a:gd name="connsiteY510" fmla="*/ 666973 h 712723"/>
                <a:gd name="connsiteX511" fmla="*/ 134745 w 374366"/>
                <a:gd name="connsiteY511" fmla="*/ 664517 h 712723"/>
                <a:gd name="connsiteX512" fmla="*/ 136933 w 374366"/>
                <a:gd name="connsiteY512" fmla="*/ 662331 h 712723"/>
                <a:gd name="connsiteX513" fmla="*/ 138952 w 374366"/>
                <a:gd name="connsiteY513" fmla="*/ 660582 h 712723"/>
                <a:gd name="connsiteX514" fmla="*/ 143159 w 374366"/>
                <a:gd name="connsiteY514" fmla="*/ 655502 h 712723"/>
                <a:gd name="connsiteX515" fmla="*/ 147366 w 374366"/>
                <a:gd name="connsiteY515" fmla="*/ 652878 h 712723"/>
                <a:gd name="connsiteX516" fmla="*/ 153154 w 374366"/>
                <a:gd name="connsiteY516" fmla="*/ 651566 h 712723"/>
                <a:gd name="connsiteX517" fmla="*/ 158236 w 374366"/>
                <a:gd name="connsiteY517" fmla="*/ 651566 h 712723"/>
                <a:gd name="connsiteX518" fmla="*/ 161568 w 374366"/>
                <a:gd name="connsiteY518" fmla="*/ 652138 h 712723"/>
                <a:gd name="connsiteX519" fmla="*/ 164328 w 374366"/>
                <a:gd name="connsiteY519" fmla="*/ 653282 h 712723"/>
                <a:gd name="connsiteX520" fmla="*/ 166583 w 374366"/>
                <a:gd name="connsiteY520" fmla="*/ 653147 h 712723"/>
                <a:gd name="connsiteX521" fmla="*/ 167828 w 374366"/>
                <a:gd name="connsiteY521" fmla="*/ 651566 h 712723"/>
                <a:gd name="connsiteX522" fmla="*/ 167828 w 374366"/>
                <a:gd name="connsiteY522" fmla="*/ 648942 h 712723"/>
                <a:gd name="connsiteX523" fmla="*/ 166953 w 374366"/>
                <a:gd name="connsiteY523" fmla="*/ 645612 h 712723"/>
                <a:gd name="connsiteX524" fmla="*/ 166078 w 374366"/>
                <a:gd name="connsiteY524" fmla="*/ 643425 h 712723"/>
                <a:gd name="connsiteX525" fmla="*/ 165001 w 374366"/>
                <a:gd name="connsiteY525" fmla="*/ 641541 h 712723"/>
                <a:gd name="connsiteX526" fmla="*/ 164362 w 374366"/>
                <a:gd name="connsiteY526" fmla="*/ 639220 h 712723"/>
                <a:gd name="connsiteX527" fmla="*/ 164362 w 374366"/>
                <a:gd name="connsiteY527" fmla="*/ 638480 h 712723"/>
                <a:gd name="connsiteX528" fmla="*/ 165371 w 374366"/>
                <a:gd name="connsiteY528" fmla="*/ 636731 h 712723"/>
                <a:gd name="connsiteX529" fmla="*/ 166549 w 374366"/>
                <a:gd name="connsiteY529" fmla="*/ 634982 h 712723"/>
                <a:gd name="connsiteX530" fmla="*/ 166684 w 374366"/>
                <a:gd name="connsiteY530" fmla="*/ 632526 h 712723"/>
                <a:gd name="connsiteX531" fmla="*/ 166549 w 374366"/>
                <a:gd name="connsiteY531" fmla="*/ 631651 h 712723"/>
                <a:gd name="connsiteX532" fmla="*/ 167862 w 374366"/>
                <a:gd name="connsiteY532" fmla="*/ 630642 h 712723"/>
                <a:gd name="connsiteX533" fmla="*/ 170453 w 374366"/>
                <a:gd name="connsiteY533" fmla="*/ 630642 h 712723"/>
                <a:gd name="connsiteX534" fmla="*/ 173347 w 374366"/>
                <a:gd name="connsiteY534" fmla="*/ 629902 h 712723"/>
                <a:gd name="connsiteX535" fmla="*/ 176679 w 374366"/>
                <a:gd name="connsiteY535" fmla="*/ 630642 h 712723"/>
                <a:gd name="connsiteX536" fmla="*/ 180011 w 374366"/>
                <a:gd name="connsiteY536" fmla="*/ 631786 h 712723"/>
                <a:gd name="connsiteX537" fmla="*/ 180718 w 374366"/>
                <a:gd name="connsiteY537" fmla="*/ 633098 h 712723"/>
                <a:gd name="connsiteX538" fmla="*/ 184622 w 374366"/>
                <a:gd name="connsiteY538" fmla="*/ 634242 h 712723"/>
                <a:gd name="connsiteX539" fmla="*/ 191891 w 374366"/>
                <a:gd name="connsiteY539" fmla="*/ 633872 h 712723"/>
                <a:gd name="connsiteX540" fmla="*/ 197107 w 374366"/>
                <a:gd name="connsiteY540" fmla="*/ 634511 h 712723"/>
                <a:gd name="connsiteX541" fmla="*/ 202324 w 374366"/>
                <a:gd name="connsiteY541" fmla="*/ 634410 h 712723"/>
                <a:gd name="connsiteX542" fmla="*/ 206901 w 374366"/>
                <a:gd name="connsiteY542" fmla="*/ 634948 h 712723"/>
                <a:gd name="connsiteX543" fmla="*/ 211040 w 374366"/>
                <a:gd name="connsiteY543" fmla="*/ 635856 h 712723"/>
                <a:gd name="connsiteX544" fmla="*/ 213968 w 374366"/>
                <a:gd name="connsiteY544" fmla="*/ 636731 h 712723"/>
                <a:gd name="connsiteX545" fmla="*/ 216829 w 374366"/>
                <a:gd name="connsiteY545" fmla="*/ 635083 h 712723"/>
                <a:gd name="connsiteX546" fmla="*/ 218848 w 374366"/>
                <a:gd name="connsiteY546" fmla="*/ 633064 h 712723"/>
                <a:gd name="connsiteX547" fmla="*/ 220430 w 374366"/>
                <a:gd name="connsiteY547" fmla="*/ 630878 h 712723"/>
                <a:gd name="connsiteX548" fmla="*/ 221440 w 374366"/>
                <a:gd name="connsiteY548" fmla="*/ 628859 h 712723"/>
                <a:gd name="connsiteX549" fmla="*/ 224334 w 374366"/>
                <a:gd name="connsiteY549" fmla="*/ 628859 h 712723"/>
                <a:gd name="connsiteX550" fmla="*/ 226050 w 374366"/>
                <a:gd name="connsiteY550" fmla="*/ 628859 h 712723"/>
                <a:gd name="connsiteX551" fmla="*/ 226925 w 374366"/>
                <a:gd name="connsiteY551" fmla="*/ 631752 h 712723"/>
                <a:gd name="connsiteX552" fmla="*/ 227800 w 374366"/>
                <a:gd name="connsiteY552" fmla="*/ 633636 h 712723"/>
                <a:gd name="connsiteX553" fmla="*/ 229820 w 374366"/>
                <a:gd name="connsiteY553" fmla="*/ 635385 h 712723"/>
                <a:gd name="connsiteX554" fmla="*/ 234026 w 374366"/>
                <a:gd name="connsiteY554" fmla="*/ 635251 h 712723"/>
                <a:gd name="connsiteX555" fmla="*/ 237426 w 374366"/>
                <a:gd name="connsiteY555" fmla="*/ 632358 h 712723"/>
                <a:gd name="connsiteX556" fmla="*/ 239108 w 374366"/>
                <a:gd name="connsiteY556" fmla="*/ 630474 h 712723"/>
                <a:gd name="connsiteX557" fmla="*/ 239108 w 374366"/>
                <a:gd name="connsiteY557" fmla="*/ 629734 h 712723"/>
                <a:gd name="connsiteX558" fmla="*/ 239108 w 374366"/>
                <a:gd name="connsiteY558" fmla="*/ 626269 h 712723"/>
                <a:gd name="connsiteX559" fmla="*/ 240118 w 374366"/>
                <a:gd name="connsiteY559" fmla="*/ 624688 h 712723"/>
                <a:gd name="connsiteX560" fmla="*/ 241700 w 374366"/>
                <a:gd name="connsiteY560" fmla="*/ 622939 h 712723"/>
                <a:gd name="connsiteX561" fmla="*/ 242575 w 374366"/>
                <a:gd name="connsiteY561" fmla="*/ 621795 h 712723"/>
                <a:gd name="connsiteX562" fmla="*/ 243887 w 374366"/>
                <a:gd name="connsiteY562" fmla="*/ 620349 h 712723"/>
                <a:gd name="connsiteX563" fmla="*/ 247959 w 374366"/>
                <a:gd name="connsiteY563" fmla="*/ 619339 h 712723"/>
                <a:gd name="connsiteX564" fmla="*/ 251426 w 374366"/>
                <a:gd name="connsiteY564" fmla="*/ 618465 h 712723"/>
                <a:gd name="connsiteX565" fmla="*/ 253883 w 374366"/>
                <a:gd name="connsiteY565" fmla="*/ 618465 h 712723"/>
                <a:gd name="connsiteX566" fmla="*/ 254623 w 374366"/>
                <a:gd name="connsiteY566" fmla="*/ 620786 h 712723"/>
                <a:gd name="connsiteX567" fmla="*/ 257517 w 374366"/>
                <a:gd name="connsiteY567" fmla="*/ 622670 h 712723"/>
                <a:gd name="connsiteX568" fmla="*/ 261859 w 374366"/>
                <a:gd name="connsiteY568" fmla="*/ 622939 h 712723"/>
                <a:gd name="connsiteX569" fmla="*/ 265191 w 374366"/>
                <a:gd name="connsiteY569" fmla="*/ 619911 h 712723"/>
                <a:gd name="connsiteX570" fmla="*/ 265191 w 374366"/>
                <a:gd name="connsiteY570" fmla="*/ 615874 h 712723"/>
                <a:gd name="connsiteX571" fmla="*/ 266941 w 374366"/>
                <a:gd name="connsiteY571" fmla="*/ 614125 h 712723"/>
                <a:gd name="connsiteX572" fmla="*/ 268119 w 374366"/>
                <a:gd name="connsiteY572" fmla="*/ 611232 h 712723"/>
                <a:gd name="connsiteX573" fmla="*/ 271181 w 374366"/>
                <a:gd name="connsiteY573" fmla="*/ 608642 h 712723"/>
                <a:gd name="connsiteX574" fmla="*/ 275826 w 374366"/>
                <a:gd name="connsiteY574" fmla="*/ 607902 h 712723"/>
                <a:gd name="connsiteX575" fmla="*/ 278888 w 374366"/>
                <a:gd name="connsiteY575" fmla="*/ 608642 h 712723"/>
                <a:gd name="connsiteX576" fmla="*/ 280907 w 374366"/>
                <a:gd name="connsiteY576" fmla="*/ 610660 h 712723"/>
                <a:gd name="connsiteX577" fmla="*/ 282792 w 374366"/>
                <a:gd name="connsiteY577" fmla="*/ 611232 h 712723"/>
                <a:gd name="connsiteX578" fmla="*/ 285249 w 374366"/>
                <a:gd name="connsiteY578" fmla="*/ 610357 h 712723"/>
                <a:gd name="connsiteX579" fmla="*/ 286124 w 374366"/>
                <a:gd name="connsiteY579" fmla="*/ 607902 h 712723"/>
                <a:gd name="connsiteX580" fmla="*/ 286124 w 374366"/>
                <a:gd name="connsiteY580" fmla="*/ 607162 h 712723"/>
                <a:gd name="connsiteX581" fmla="*/ 286124 w 374366"/>
                <a:gd name="connsiteY581" fmla="*/ 604572 h 712723"/>
                <a:gd name="connsiteX582" fmla="*/ 286999 w 374366"/>
                <a:gd name="connsiteY582" fmla="*/ 604572 h 712723"/>
                <a:gd name="connsiteX583" fmla="*/ 290330 w 374366"/>
                <a:gd name="connsiteY583" fmla="*/ 601948 h 712723"/>
                <a:gd name="connsiteX584" fmla="*/ 293393 w 374366"/>
                <a:gd name="connsiteY584" fmla="*/ 599492 h 712723"/>
                <a:gd name="connsiteX585" fmla="*/ 295581 w 374366"/>
                <a:gd name="connsiteY585" fmla="*/ 597608 h 712723"/>
                <a:gd name="connsiteX586" fmla="*/ 297331 w 374366"/>
                <a:gd name="connsiteY586" fmla="*/ 595152 h 712723"/>
                <a:gd name="connsiteX587" fmla="*/ 299215 w 374366"/>
                <a:gd name="connsiteY587" fmla="*/ 592966 h 712723"/>
                <a:gd name="connsiteX588" fmla="*/ 301403 w 374366"/>
                <a:gd name="connsiteY588" fmla="*/ 588492 h 712723"/>
                <a:gd name="connsiteX589" fmla="*/ 302850 w 374366"/>
                <a:gd name="connsiteY589" fmla="*/ 585464 h 712723"/>
                <a:gd name="connsiteX590" fmla="*/ 305307 w 374366"/>
                <a:gd name="connsiteY590" fmla="*/ 582268 h 712723"/>
                <a:gd name="connsiteX591" fmla="*/ 305307 w 374366"/>
                <a:gd name="connsiteY591" fmla="*/ 579375 h 712723"/>
                <a:gd name="connsiteX592" fmla="*/ 304432 w 374366"/>
                <a:gd name="connsiteY592" fmla="*/ 575608 h 712723"/>
                <a:gd name="connsiteX593" fmla="*/ 303422 w 374366"/>
                <a:gd name="connsiteY593" fmla="*/ 572715 h 712723"/>
                <a:gd name="connsiteX594" fmla="*/ 302413 w 374366"/>
                <a:gd name="connsiteY594" fmla="*/ 568813 h 712723"/>
                <a:gd name="connsiteX595" fmla="*/ 301840 w 374366"/>
                <a:gd name="connsiteY595" fmla="*/ 566357 h 712723"/>
                <a:gd name="connsiteX596" fmla="*/ 301403 w 374366"/>
                <a:gd name="connsiteY596" fmla="*/ 563733 h 712723"/>
                <a:gd name="connsiteX597" fmla="*/ 303422 w 374366"/>
                <a:gd name="connsiteY597" fmla="*/ 562858 h 712723"/>
                <a:gd name="connsiteX598" fmla="*/ 304432 w 374366"/>
                <a:gd name="connsiteY598" fmla="*/ 562858 h 712723"/>
                <a:gd name="connsiteX599" fmla="*/ 307326 w 374366"/>
                <a:gd name="connsiteY599" fmla="*/ 562858 h 712723"/>
                <a:gd name="connsiteX600" fmla="*/ 309783 w 374366"/>
                <a:gd name="connsiteY600" fmla="*/ 562724 h 712723"/>
                <a:gd name="connsiteX601" fmla="*/ 312812 w 374366"/>
                <a:gd name="connsiteY601" fmla="*/ 561849 h 712723"/>
                <a:gd name="connsiteX602" fmla="*/ 312812 w 374366"/>
                <a:gd name="connsiteY602" fmla="*/ 560974 h 712723"/>
                <a:gd name="connsiteX603" fmla="*/ 311365 w 374366"/>
                <a:gd name="connsiteY603" fmla="*/ 557947 h 712723"/>
                <a:gd name="connsiteX604" fmla="*/ 310119 w 374366"/>
                <a:gd name="connsiteY604" fmla="*/ 555626 h 712723"/>
                <a:gd name="connsiteX605" fmla="*/ 308740 w 374366"/>
                <a:gd name="connsiteY605" fmla="*/ 553439 h 712723"/>
                <a:gd name="connsiteX606" fmla="*/ 308740 w 374366"/>
                <a:gd name="connsiteY606" fmla="*/ 551555 h 712723"/>
                <a:gd name="connsiteX607" fmla="*/ 310187 w 374366"/>
                <a:gd name="connsiteY607" fmla="*/ 548225 h 712723"/>
                <a:gd name="connsiteX608" fmla="*/ 312072 w 374366"/>
                <a:gd name="connsiteY608" fmla="*/ 546476 h 712723"/>
                <a:gd name="connsiteX609" fmla="*/ 313956 w 374366"/>
                <a:gd name="connsiteY609" fmla="*/ 545601 h 712723"/>
                <a:gd name="connsiteX610" fmla="*/ 313956 w 374366"/>
                <a:gd name="connsiteY610" fmla="*/ 542843 h 712723"/>
                <a:gd name="connsiteX611" fmla="*/ 312879 w 374366"/>
                <a:gd name="connsiteY611" fmla="*/ 540522 h 712723"/>
                <a:gd name="connsiteX612" fmla="*/ 310927 w 374366"/>
                <a:gd name="connsiteY612" fmla="*/ 538335 h 712723"/>
                <a:gd name="connsiteX613" fmla="*/ 309345 w 374366"/>
                <a:gd name="connsiteY613" fmla="*/ 535577 h 712723"/>
                <a:gd name="connsiteX614" fmla="*/ 310927 w 374366"/>
                <a:gd name="connsiteY614" fmla="*/ 533390 h 712723"/>
                <a:gd name="connsiteX615" fmla="*/ 311634 w 374366"/>
                <a:gd name="connsiteY615" fmla="*/ 532078 h 712723"/>
                <a:gd name="connsiteX616" fmla="*/ 310322 w 374366"/>
                <a:gd name="connsiteY616" fmla="*/ 530934 h 712723"/>
                <a:gd name="connsiteX617" fmla="*/ 312072 w 374366"/>
                <a:gd name="connsiteY617" fmla="*/ 529185 h 712723"/>
                <a:gd name="connsiteX618" fmla="*/ 312206 w 374366"/>
                <a:gd name="connsiteY618" fmla="*/ 527873 h 712723"/>
                <a:gd name="connsiteX619" fmla="*/ 310019 w 374366"/>
                <a:gd name="connsiteY619" fmla="*/ 526124 h 712723"/>
                <a:gd name="connsiteX620" fmla="*/ 309009 w 374366"/>
                <a:gd name="connsiteY620" fmla="*/ 523937 h 712723"/>
                <a:gd name="connsiteX621" fmla="*/ 309884 w 374366"/>
                <a:gd name="connsiteY621" fmla="*/ 522188 h 712723"/>
                <a:gd name="connsiteX622" fmla="*/ 311466 w 374366"/>
                <a:gd name="connsiteY622" fmla="*/ 521044 h 712723"/>
                <a:gd name="connsiteX623" fmla="*/ 313047 w 374366"/>
                <a:gd name="connsiteY623" fmla="*/ 521044 h 712723"/>
                <a:gd name="connsiteX624" fmla="*/ 312610 w 374366"/>
                <a:gd name="connsiteY624" fmla="*/ 516402 h 712723"/>
                <a:gd name="connsiteX625" fmla="*/ 312172 w 374366"/>
                <a:gd name="connsiteY625" fmla="*/ 514216 h 712723"/>
                <a:gd name="connsiteX626" fmla="*/ 312172 w 374366"/>
                <a:gd name="connsiteY626" fmla="*/ 513206 h 712723"/>
                <a:gd name="connsiteX627" fmla="*/ 313047 w 374366"/>
                <a:gd name="connsiteY627" fmla="*/ 508295 h 712723"/>
                <a:gd name="connsiteX628" fmla="*/ 315807 w 374366"/>
                <a:gd name="connsiteY628" fmla="*/ 507723 h 712723"/>
                <a:gd name="connsiteX629" fmla="*/ 318567 w 374366"/>
                <a:gd name="connsiteY629" fmla="*/ 506983 h 712723"/>
                <a:gd name="connsiteX630" fmla="*/ 318264 w 374366"/>
                <a:gd name="connsiteY630" fmla="*/ 501903 h 712723"/>
                <a:gd name="connsiteX631" fmla="*/ 313721 w 374366"/>
                <a:gd name="connsiteY631" fmla="*/ 500659 h 71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374366" h="712723">
                  <a:moveTo>
                    <a:pt x="313721" y="500659"/>
                  </a:moveTo>
                  <a:cubicBezTo>
                    <a:pt x="312408" y="500019"/>
                    <a:pt x="306552" y="495007"/>
                    <a:pt x="306552" y="495007"/>
                  </a:cubicBezTo>
                  <a:lnTo>
                    <a:pt x="301773" y="490870"/>
                  </a:lnTo>
                  <a:cubicBezTo>
                    <a:pt x="301773" y="490870"/>
                    <a:pt x="301571" y="487606"/>
                    <a:pt x="301773" y="486732"/>
                  </a:cubicBezTo>
                  <a:cubicBezTo>
                    <a:pt x="302009" y="485857"/>
                    <a:pt x="301773" y="482830"/>
                    <a:pt x="301773" y="482830"/>
                  </a:cubicBezTo>
                  <a:lnTo>
                    <a:pt x="299821" y="480643"/>
                  </a:lnTo>
                  <a:cubicBezTo>
                    <a:pt x="299821" y="480643"/>
                    <a:pt x="296994" y="476943"/>
                    <a:pt x="296119" y="476304"/>
                  </a:cubicBezTo>
                  <a:cubicBezTo>
                    <a:pt x="295244" y="475664"/>
                    <a:pt x="293494" y="473680"/>
                    <a:pt x="292215" y="472603"/>
                  </a:cubicBezTo>
                  <a:cubicBezTo>
                    <a:pt x="290903" y="471527"/>
                    <a:pt x="291576" y="469340"/>
                    <a:pt x="291576" y="469340"/>
                  </a:cubicBezTo>
                  <a:cubicBezTo>
                    <a:pt x="291576" y="469340"/>
                    <a:pt x="293730" y="467826"/>
                    <a:pt x="297230" y="467389"/>
                  </a:cubicBezTo>
                  <a:cubicBezTo>
                    <a:pt x="300696" y="466952"/>
                    <a:pt x="296994" y="466313"/>
                    <a:pt x="296994" y="466313"/>
                  </a:cubicBezTo>
                  <a:lnTo>
                    <a:pt x="291138" y="462848"/>
                  </a:lnTo>
                  <a:lnTo>
                    <a:pt x="291778" y="459383"/>
                  </a:lnTo>
                  <a:lnTo>
                    <a:pt x="295917" y="457634"/>
                  </a:lnTo>
                  <a:lnTo>
                    <a:pt x="299182" y="455245"/>
                  </a:lnTo>
                  <a:lnTo>
                    <a:pt x="303961" y="455245"/>
                  </a:lnTo>
                  <a:lnTo>
                    <a:pt x="306788" y="451343"/>
                  </a:lnTo>
                  <a:lnTo>
                    <a:pt x="305711" y="449392"/>
                  </a:lnTo>
                  <a:lnTo>
                    <a:pt x="305071" y="446802"/>
                  </a:lnTo>
                  <a:lnTo>
                    <a:pt x="309413" y="445725"/>
                  </a:lnTo>
                  <a:cubicBezTo>
                    <a:pt x="309413" y="445725"/>
                    <a:pt x="312442" y="444649"/>
                    <a:pt x="313317" y="444413"/>
                  </a:cubicBezTo>
                  <a:cubicBezTo>
                    <a:pt x="314192" y="444211"/>
                    <a:pt x="314629" y="444649"/>
                    <a:pt x="315942" y="444413"/>
                  </a:cubicBezTo>
                  <a:cubicBezTo>
                    <a:pt x="317254" y="444211"/>
                    <a:pt x="317692" y="444413"/>
                    <a:pt x="317692" y="444413"/>
                  </a:cubicBezTo>
                  <a:lnTo>
                    <a:pt x="317927" y="441587"/>
                  </a:lnTo>
                  <a:lnTo>
                    <a:pt x="317052" y="437013"/>
                  </a:lnTo>
                  <a:lnTo>
                    <a:pt x="319004" y="430924"/>
                  </a:lnTo>
                  <a:lnTo>
                    <a:pt x="316615" y="429410"/>
                  </a:lnTo>
                  <a:lnTo>
                    <a:pt x="315975" y="423758"/>
                  </a:lnTo>
                  <a:lnTo>
                    <a:pt x="316177" y="418343"/>
                  </a:lnTo>
                  <a:lnTo>
                    <a:pt x="317692" y="414642"/>
                  </a:lnTo>
                  <a:lnTo>
                    <a:pt x="321394" y="410740"/>
                  </a:lnTo>
                  <a:lnTo>
                    <a:pt x="324221" y="405526"/>
                  </a:lnTo>
                  <a:lnTo>
                    <a:pt x="326173" y="399942"/>
                  </a:lnTo>
                  <a:cubicBezTo>
                    <a:pt x="326173" y="399942"/>
                    <a:pt x="329202" y="396039"/>
                    <a:pt x="330380" y="395871"/>
                  </a:cubicBezTo>
                  <a:cubicBezTo>
                    <a:pt x="331524" y="395737"/>
                    <a:pt x="333711" y="394290"/>
                    <a:pt x="334284" y="393987"/>
                  </a:cubicBezTo>
                  <a:cubicBezTo>
                    <a:pt x="334856" y="393685"/>
                    <a:pt x="335865" y="391835"/>
                    <a:pt x="335865" y="391835"/>
                  </a:cubicBezTo>
                  <a:lnTo>
                    <a:pt x="331793" y="387932"/>
                  </a:lnTo>
                  <a:cubicBezTo>
                    <a:pt x="331793" y="387932"/>
                    <a:pt x="331221" y="385746"/>
                    <a:pt x="331490" y="384905"/>
                  </a:cubicBezTo>
                  <a:cubicBezTo>
                    <a:pt x="331793" y="384030"/>
                    <a:pt x="332500" y="382584"/>
                    <a:pt x="333510" y="381877"/>
                  </a:cubicBezTo>
                  <a:cubicBezTo>
                    <a:pt x="334519" y="381137"/>
                    <a:pt x="335966" y="379691"/>
                    <a:pt x="336539" y="379556"/>
                  </a:cubicBezTo>
                  <a:cubicBezTo>
                    <a:pt x="337110" y="379421"/>
                    <a:pt x="337851" y="377672"/>
                    <a:pt x="338995" y="376932"/>
                  </a:cubicBezTo>
                  <a:cubicBezTo>
                    <a:pt x="340139" y="376226"/>
                    <a:pt x="340577" y="375923"/>
                    <a:pt x="341183" y="375486"/>
                  </a:cubicBezTo>
                  <a:cubicBezTo>
                    <a:pt x="341755" y="375048"/>
                    <a:pt x="342495" y="372593"/>
                    <a:pt x="342495" y="372593"/>
                  </a:cubicBezTo>
                  <a:lnTo>
                    <a:pt x="344077" y="368119"/>
                  </a:lnTo>
                  <a:cubicBezTo>
                    <a:pt x="344077" y="368119"/>
                    <a:pt x="346096" y="365091"/>
                    <a:pt x="346399" y="364485"/>
                  </a:cubicBezTo>
                  <a:cubicBezTo>
                    <a:pt x="346702" y="363914"/>
                    <a:pt x="347409" y="360583"/>
                    <a:pt x="347712" y="358699"/>
                  </a:cubicBezTo>
                  <a:cubicBezTo>
                    <a:pt x="348014" y="356816"/>
                    <a:pt x="348284" y="356244"/>
                    <a:pt x="348284" y="355504"/>
                  </a:cubicBezTo>
                  <a:cubicBezTo>
                    <a:pt x="348284" y="354764"/>
                    <a:pt x="348722" y="353048"/>
                    <a:pt x="348856" y="352611"/>
                  </a:cubicBezTo>
                  <a:cubicBezTo>
                    <a:pt x="348991" y="352173"/>
                    <a:pt x="348856" y="350592"/>
                    <a:pt x="348856" y="350592"/>
                  </a:cubicBezTo>
                  <a:cubicBezTo>
                    <a:pt x="348856" y="350592"/>
                    <a:pt x="346971" y="348137"/>
                    <a:pt x="346534" y="347834"/>
                  </a:cubicBezTo>
                  <a:cubicBezTo>
                    <a:pt x="346096" y="347565"/>
                    <a:pt x="343774" y="345816"/>
                    <a:pt x="343774" y="345816"/>
                  </a:cubicBezTo>
                  <a:lnTo>
                    <a:pt x="340880" y="344066"/>
                  </a:lnTo>
                  <a:lnTo>
                    <a:pt x="339736" y="344066"/>
                  </a:lnTo>
                  <a:lnTo>
                    <a:pt x="336841" y="342687"/>
                  </a:lnTo>
                  <a:lnTo>
                    <a:pt x="336707" y="340433"/>
                  </a:lnTo>
                  <a:lnTo>
                    <a:pt x="336976" y="338179"/>
                  </a:lnTo>
                  <a:cubicBezTo>
                    <a:pt x="336976" y="338179"/>
                    <a:pt x="336202" y="337406"/>
                    <a:pt x="336000" y="336867"/>
                  </a:cubicBezTo>
                  <a:cubicBezTo>
                    <a:pt x="335798" y="336329"/>
                    <a:pt x="335697" y="334580"/>
                    <a:pt x="335697" y="334580"/>
                  </a:cubicBezTo>
                  <a:lnTo>
                    <a:pt x="333409" y="331317"/>
                  </a:lnTo>
                  <a:lnTo>
                    <a:pt x="331221" y="329029"/>
                  </a:lnTo>
                  <a:cubicBezTo>
                    <a:pt x="331221" y="329029"/>
                    <a:pt x="330144" y="327717"/>
                    <a:pt x="329808" y="327516"/>
                  </a:cubicBezTo>
                  <a:cubicBezTo>
                    <a:pt x="329471" y="327314"/>
                    <a:pt x="327956" y="325464"/>
                    <a:pt x="327956" y="325464"/>
                  </a:cubicBezTo>
                  <a:lnTo>
                    <a:pt x="325803" y="322974"/>
                  </a:lnTo>
                  <a:lnTo>
                    <a:pt x="324389" y="320586"/>
                  </a:lnTo>
                  <a:cubicBezTo>
                    <a:pt x="324389" y="320586"/>
                    <a:pt x="324389" y="317323"/>
                    <a:pt x="324389" y="316885"/>
                  </a:cubicBezTo>
                  <a:cubicBezTo>
                    <a:pt x="324389" y="316448"/>
                    <a:pt x="324322" y="314060"/>
                    <a:pt x="324221" y="313723"/>
                  </a:cubicBezTo>
                  <a:cubicBezTo>
                    <a:pt x="324120" y="313387"/>
                    <a:pt x="322202" y="312075"/>
                    <a:pt x="321663" y="311671"/>
                  </a:cubicBezTo>
                  <a:cubicBezTo>
                    <a:pt x="321125" y="311234"/>
                    <a:pt x="319913" y="309384"/>
                    <a:pt x="319374" y="308206"/>
                  </a:cubicBezTo>
                  <a:cubicBezTo>
                    <a:pt x="318836" y="307029"/>
                    <a:pt x="319274" y="306020"/>
                    <a:pt x="319274" y="305482"/>
                  </a:cubicBezTo>
                  <a:cubicBezTo>
                    <a:pt x="319274" y="304943"/>
                    <a:pt x="319812" y="302858"/>
                    <a:pt x="319812" y="302858"/>
                  </a:cubicBezTo>
                  <a:lnTo>
                    <a:pt x="320452" y="301243"/>
                  </a:lnTo>
                  <a:lnTo>
                    <a:pt x="320889" y="297980"/>
                  </a:lnTo>
                  <a:lnTo>
                    <a:pt x="320889" y="295390"/>
                  </a:lnTo>
                  <a:lnTo>
                    <a:pt x="319038" y="294851"/>
                  </a:lnTo>
                  <a:lnTo>
                    <a:pt x="316548" y="295390"/>
                  </a:lnTo>
                  <a:lnTo>
                    <a:pt x="313081" y="295390"/>
                  </a:lnTo>
                  <a:cubicBezTo>
                    <a:pt x="313081" y="295390"/>
                    <a:pt x="309446" y="290546"/>
                    <a:pt x="309009" y="290377"/>
                  </a:cubicBezTo>
                  <a:cubicBezTo>
                    <a:pt x="308571" y="290243"/>
                    <a:pt x="306115" y="290175"/>
                    <a:pt x="306115" y="290175"/>
                  </a:cubicBezTo>
                  <a:lnTo>
                    <a:pt x="305542" y="290175"/>
                  </a:lnTo>
                  <a:cubicBezTo>
                    <a:pt x="305542" y="290175"/>
                    <a:pt x="302783" y="291050"/>
                    <a:pt x="302211" y="291185"/>
                  </a:cubicBezTo>
                  <a:cubicBezTo>
                    <a:pt x="301639" y="291319"/>
                    <a:pt x="298576" y="290175"/>
                    <a:pt x="298576" y="290175"/>
                  </a:cubicBezTo>
                  <a:cubicBezTo>
                    <a:pt x="298576" y="290175"/>
                    <a:pt x="295816" y="288157"/>
                    <a:pt x="295379" y="287854"/>
                  </a:cubicBezTo>
                  <a:cubicBezTo>
                    <a:pt x="294941" y="287552"/>
                    <a:pt x="292047" y="285668"/>
                    <a:pt x="292047" y="285668"/>
                  </a:cubicBezTo>
                  <a:lnTo>
                    <a:pt x="290734" y="282640"/>
                  </a:lnTo>
                  <a:cubicBezTo>
                    <a:pt x="290734" y="282640"/>
                    <a:pt x="287100" y="278301"/>
                    <a:pt x="287403" y="277729"/>
                  </a:cubicBezTo>
                  <a:cubicBezTo>
                    <a:pt x="287706" y="277157"/>
                    <a:pt x="289153" y="275273"/>
                    <a:pt x="290432" y="273961"/>
                  </a:cubicBezTo>
                  <a:cubicBezTo>
                    <a:pt x="291744" y="272649"/>
                    <a:pt x="291441" y="271505"/>
                    <a:pt x="291441" y="270934"/>
                  </a:cubicBezTo>
                  <a:cubicBezTo>
                    <a:pt x="291441" y="270362"/>
                    <a:pt x="291172" y="268175"/>
                    <a:pt x="291172" y="268175"/>
                  </a:cubicBezTo>
                  <a:cubicBezTo>
                    <a:pt x="291172" y="268175"/>
                    <a:pt x="290297" y="264710"/>
                    <a:pt x="290297" y="264105"/>
                  </a:cubicBezTo>
                  <a:cubicBezTo>
                    <a:pt x="290297" y="263533"/>
                    <a:pt x="289556" y="258016"/>
                    <a:pt x="289556" y="258016"/>
                  </a:cubicBezTo>
                  <a:lnTo>
                    <a:pt x="289556" y="253676"/>
                  </a:lnTo>
                  <a:lnTo>
                    <a:pt x="290364" y="249606"/>
                  </a:lnTo>
                  <a:lnTo>
                    <a:pt x="292182" y="246713"/>
                  </a:lnTo>
                  <a:cubicBezTo>
                    <a:pt x="292182" y="246713"/>
                    <a:pt x="296388" y="244257"/>
                    <a:pt x="296826" y="243955"/>
                  </a:cubicBezTo>
                  <a:cubicBezTo>
                    <a:pt x="297264" y="243652"/>
                    <a:pt x="299720" y="242945"/>
                    <a:pt x="299720" y="242945"/>
                  </a:cubicBezTo>
                  <a:cubicBezTo>
                    <a:pt x="299720" y="242945"/>
                    <a:pt x="304062" y="242239"/>
                    <a:pt x="304196" y="241802"/>
                  </a:cubicBezTo>
                  <a:cubicBezTo>
                    <a:pt x="304331" y="241364"/>
                    <a:pt x="304937" y="239783"/>
                    <a:pt x="304937" y="239783"/>
                  </a:cubicBezTo>
                  <a:lnTo>
                    <a:pt x="305946" y="236890"/>
                  </a:lnTo>
                  <a:lnTo>
                    <a:pt x="311600" y="233695"/>
                  </a:lnTo>
                  <a:lnTo>
                    <a:pt x="315672" y="230802"/>
                  </a:lnTo>
                  <a:cubicBezTo>
                    <a:pt x="315672" y="230802"/>
                    <a:pt x="316682" y="226159"/>
                    <a:pt x="316817" y="225587"/>
                  </a:cubicBezTo>
                  <a:cubicBezTo>
                    <a:pt x="316951" y="225015"/>
                    <a:pt x="317692" y="222392"/>
                    <a:pt x="317692" y="222392"/>
                  </a:cubicBezTo>
                  <a:lnTo>
                    <a:pt x="317389" y="220071"/>
                  </a:lnTo>
                  <a:lnTo>
                    <a:pt x="314629" y="216303"/>
                  </a:lnTo>
                  <a:lnTo>
                    <a:pt x="311869" y="213713"/>
                  </a:lnTo>
                  <a:lnTo>
                    <a:pt x="309548" y="210820"/>
                  </a:lnTo>
                  <a:lnTo>
                    <a:pt x="307360" y="207489"/>
                  </a:lnTo>
                  <a:lnTo>
                    <a:pt x="306620" y="204294"/>
                  </a:lnTo>
                  <a:lnTo>
                    <a:pt x="309076" y="201838"/>
                  </a:lnTo>
                  <a:lnTo>
                    <a:pt x="312846" y="198070"/>
                  </a:lnTo>
                  <a:lnTo>
                    <a:pt x="314023" y="195413"/>
                  </a:lnTo>
                  <a:lnTo>
                    <a:pt x="317793" y="194302"/>
                  </a:lnTo>
                  <a:lnTo>
                    <a:pt x="318533" y="193899"/>
                  </a:lnTo>
                  <a:lnTo>
                    <a:pt x="320384" y="192856"/>
                  </a:lnTo>
                  <a:lnTo>
                    <a:pt x="321125" y="190535"/>
                  </a:lnTo>
                  <a:lnTo>
                    <a:pt x="326341" y="187070"/>
                  </a:lnTo>
                  <a:lnTo>
                    <a:pt x="330380" y="184614"/>
                  </a:lnTo>
                  <a:cubicBezTo>
                    <a:pt x="330380" y="184614"/>
                    <a:pt x="333005" y="184749"/>
                    <a:pt x="334452" y="185052"/>
                  </a:cubicBezTo>
                  <a:cubicBezTo>
                    <a:pt x="335899" y="185354"/>
                    <a:pt x="336034" y="187373"/>
                    <a:pt x="338087" y="188247"/>
                  </a:cubicBezTo>
                  <a:cubicBezTo>
                    <a:pt x="340106" y="189122"/>
                    <a:pt x="341991" y="192318"/>
                    <a:pt x="344178" y="194471"/>
                  </a:cubicBezTo>
                  <a:cubicBezTo>
                    <a:pt x="346365" y="196657"/>
                    <a:pt x="345625" y="194471"/>
                    <a:pt x="346635" y="194471"/>
                  </a:cubicBezTo>
                  <a:cubicBezTo>
                    <a:pt x="347644" y="194471"/>
                    <a:pt x="348654" y="192587"/>
                    <a:pt x="349394" y="191443"/>
                  </a:cubicBezTo>
                  <a:cubicBezTo>
                    <a:pt x="350135" y="190299"/>
                    <a:pt x="353029" y="190434"/>
                    <a:pt x="353029" y="190434"/>
                  </a:cubicBezTo>
                  <a:cubicBezTo>
                    <a:pt x="353029" y="190434"/>
                    <a:pt x="355049" y="188853"/>
                    <a:pt x="355620" y="188416"/>
                  </a:cubicBezTo>
                  <a:cubicBezTo>
                    <a:pt x="356193" y="187978"/>
                    <a:pt x="357068" y="186229"/>
                    <a:pt x="358649" y="185220"/>
                  </a:cubicBezTo>
                  <a:cubicBezTo>
                    <a:pt x="360265" y="184211"/>
                    <a:pt x="360837" y="183773"/>
                    <a:pt x="362553" y="183033"/>
                  </a:cubicBezTo>
                  <a:cubicBezTo>
                    <a:pt x="364304" y="182293"/>
                    <a:pt x="364169" y="182461"/>
                    <a:pt x="365010" y="182024"/>
                  </a:cubicBezTo>
                  <a:cubicBezTo>
                    <a:pt x="365885" y="181587"/>
                    <a:pt x="367467" y="180275"/>
                    <a:pt x="369486" y="179837"/>
                  </a:cubicBezTo>
                  <a:cubicBezTo>
                    <a:pt x="370900" y="179535"/>
                    <a:pt x="371169" y="179636"/>
                    <a:pt x="371236" y="179737"/>
                  </a:cubicBezTo>
                  <a:lnTo>
                    <a:pt x="371236" y="177954"/>
                  </a:lnTo>
                  <a:cubicBezTo>
                    <a:pt x="371236" y="177954"/>
                    <a:pt x="368275" y="175061"/>
                    <a:pt x="368275" y="174489"/>
                  </a:cubicBezTo>
                  <a:cubicBezTo>
                    <a:pt x="368275" y="173917"/>
                    <a:pt x="367198" y="171461"/>
                    <a:pt x="366592" y="170587"/>
                  </a:cubicBezTo>
                  <a:cubicBezTo>
                    <a:pt x="366020" y="169712"/>
                    <a:pt x="364842" y="167256"/>
                    <a:pt x="365010" y="166516"/>
                  </a:cubicBezTo>
                  <a:cubicBezTo>
                    <a:pt x="365145" y="165810"/>
                    <a:pt x="365145" y="165944"/>
                    <a:pt x="365717" y="165944"/>
                  </a:cubicBezTo>
                  <a:cubicBezTo>
                    <a:pt x="366289" y="165944"/>
                    <a:pt x="367298" y="164801"/>
                    <a:pt x="367736" y="164632"/>
                  </a:cubicBezTo>
                  <a:cubicBezTo>
                    <a:pt x="368174" y="164498"/>
                    <a:pt x="368308" y="163186"/>
                    <a:pt x="368443" y="162748"/>
                  </a:cubicBezTo>
                  <a:cubicBezTo>
                    <a:pt x="368577" y="162311"/>
                    <a:pt x="367871" y="160730"/>
                    <a:pt x="367871" y="160730"/>
                  </a:cubicBezTo>
                  <a:cubicBezTo>
                    <a:pt x="367871" y="160730"/>
                    <a:pt x="366558" y="158846"/>
                    <a:pt x="366558" y="158106"/>
                  </a:cubicBezTo>
                  <a:cubicBezTo>
                    <a:pt x="366558" y="157366"/>
                    <a:pt x="366996" y="155348"/>
                    <a:pt x="366996" y="155348"/>
                  </a:cubicBezTo>
                  <a:lnTo>
                    <a:pt x="369452" y="154339"/>
                  </a:lnTo>
                  <a:lnTo>
                    <a:pt x="370900" y="153464"/>
                  </a:lnTo>
                  <a:lnTo>
                    <a:pt x="372650" y="147947"/>
                  </a:lnTo>
                  <a:lnTo>
                    <a:pt x="373659" y="145357"/>
                  </a:lnTo>
                  <a:lnTo>
                    <a:pt x="373794" y="143776"/>
                  </a:lnTo>
                  <a:lnTo>
                    <a:pt x="374366" y="139436"/>
                  </a:lnTo>
                  <a:lnTo>
                    <a:pt x="373491" y="136241"/>
                  </a:lnTo>
                  <a:lnTo>
                    <a:pt x="373188" y="134054"/>
                  </a:lnTo>
                  <a:cubicBezTo>
                    <a:pt x="373188" y="134054"/>
                    <a:pt x="371438" y="132305"/>
                    <a:pt x="371169" y="131733"/>
                  </a:cubicBezTo>
                  <a:cubicBezTo>
                    <a:pt x="370866" y="131161"/>
                    <a:pt x="369856" y="129849"/>
                    <a:pt x="369856" y="129849"/>
                  </a:cubicBezTo>
                  <a:lnTo>
                    <a:pt x="368544" y="129714"/>
                  </a:lnTo>
                  <a:lnTo>
                    <a:pt x="364774" y="128133"/>
                  </a:lnTo>
                  <a:lnTo>
                    <a:pt x="363630" y="125509"/>
                  </a:lnTo>
                  <a:lnTo>
                    <a:pt x="362486" y="124198"/>
                  </a:lnTo>
                  <a:lnTo>
                    <a:pt x="362486" y="120733"/>
                  </a:lnTo>
                  <a:lnTo>
                    <a:pt x="361241" y="117705"/>
                  </a:lnTo>
                  <a:lnTo>
                    <a:pt x="361376" y="116191"/>
                  </a:lnTo>
                  <a:cubicBezTo>
                    <a:pt x="361376" y="116191"/>
                    <a:pt x="362250" y="113601"/>
                    <a:pt x="363563" y="112289"/>
                  </a:cubicBezTo>
                  <a:cubicBezTo>
                    <a:pt x="364875" y="110977"/>
                    <a:pt x="363563" y="112289"/>
                    <a:pt x="364203" y="111414"/>
                  </a:cubicBezTo>
                  <a:cubicBezTo>
                    <a:pt x="364842" y="110540"/>
                    <a:pt x="365078" y="109463"/>
                    <a:pt x="365279" y="108589"/>
                  </a:cubicBezTo>
                  <a:cubicBezTo>
                    <a:pt x="365515" y="107714"/>
                    <a:pt x="365515" y="105763"/>
                    <a:pt x="365515" y="105763"/>
                  </a:cubicBezTo>
                  <a:lnTo>
                    <a:pt x="363563" y="102937"/>
                  </a:lnTo>
                  <a:cubicBezTo>
                    <a:pt x="363563" y="102937"/>
                    <a:pt x="363361" y="101861"/>
                    <a:pt x="362688" y="101188"/>
                  </a:cubicBezTo>
                  <a:cubicBezTo>
                    <a:pt x="362049" y="100549"/>
                    <a:pt x="361611" y="100751"/>
                    <a:pt x="361611" y="100751"/>
                  </a:cubicBezTo>
                  <a:lnTo>
                    <a:pt x="358347" y="100751"/>
                  </a:lnTo>
                  <a:lnTo>
                    <a:pt x="353332" y="100852"/>
                  </a:lnTo>
                  <a:lnTo>
                    <a:pt x="349428" y="100313"/>
                  </a:lnTo>
                  <a:cubicBezTo>
                    <a:pt x="349428" y="100313"/>
                    <a:pt x="344885" y="99876"/>
                    <a:pt x="343336" y="99876"/>
                  </a:cubicBezTo>
                  <a:cubicBezTo>
                    <a:pt x="341822" y="99876"/>
                    <a:pt x="338995" y="98362"/>
                    <a:pt x="338995" y="98362"/>
                  </a:cubicBezTo>
                  <a:cubicBezTo>
                    <a:pt x="338995" y="98362"/>
                    <a:pt x="333779" y="96176"/>
                    <a:pt x="333106" y="95738"/>
                  </a:cubicBezTo>
                  <a:cubicBezTo>
                    <a:pt x="332466" y="95301"/>
                    <a:pt x="332029" y="93989"/>
                    <a:pt x="332029" y="93989"/>
                  </a:cubicBezTo>
                  <a:lnTo>
                    <a:pt x="330278" y="92038"/>
                  </a:lnTo>
                  <a:cubicBezTo>
                    <a:pt x="330278" y="92038"/>
                    <a:pt x="328529" y="92038"/>
                    <a:pt x="327889" y="92038"/>
                  </a:cubicBezTo>
                  <a:cubicBezTo>
                    <a:pt x="327216" y="92038"/>
                    <a:pt x="325264" y="91601"/>
                    <a:pt x="324423" y="91399"/>
                  </a:cubicBezTo>
                  <a:cubicBezTo>
                    <a:pt x="323548" y="91197"/>
                    <a:pt x="320956" y="88775"/>
                    <a:pt x="320283" y="88136"/>
                  </a:cubicBezTo>
                  <a:cubicBezTo>
                    <a:pt x="319644" y="87497"/>
                    <a:pt x="318971" y="83359"/>
                    <a:pt x="318971" y="83359"/>
                  </a:cubicBezTo>
                  <a:cubicBezTo>
                    <a:pt x="318971" y="83359"/>
                    <a:pt x="320519" y="78145"/>
                    <a:pt x="321158" y="77270"/>
                  </a:cubicBezTo>
                  <a:cubicBezTo>
                    <a:pt x="321798" y="76396"/>
                    <a:pt x="323110" y="75958"/>
                    <a:pt x="323110" y="75958"/>
                  </a:cubicBezTo>
                  <a:lnTo>
                    <a:pt x="325735" y="76396"/>
                  </a:lnTo>
                  <a:cubicBezTo>
                    <a:pt x="325735" y="76396"/>
                    <a:pt x="327923" y="77035"/>
                    <a:pt x="330077" y="77035"/>
                  </a:cubicBezTo>
                  <a:cubicBezTo>
                    <a:pt x="332231" y="77035"/>
                    <a:pt x="331389" y="75958"/>
                    <a:pt x="331389" y="75958"/>
                  </a:cubicBezTo>
                  <a:lnTo>
                    <a:pt x="330952" y="71383"/>
                  </a:lnTo>
                  <a:lnTo>
                    <a:pt x="330312" y="65934"/>
                  </a:lnTo>
                  <a:lnTo>
                    <a:pt x="339231" y="65934"/>
                  </a:lnTo>
                  <a:lnTo>
                    <a:pt x="342697" y="63209"/>
                  </a:lnTo>
                  <a:lnTo>
                    <a:pt x="344885" y="61796"/>
                  </a:lnTo>
                  <a:lnTo>
                    <a:pt x="352491" y="60719"/>
                  </a:lnTo>
                  <a:lnTo>
                    <a:pt x="360332" y="57120"/>
                  </a:lnTo>
                  <a:cubicBezTo>
                    <a:pt x="360332" y="57120"/>
                    <a:pt x="361846" y="56346"/>
                    <a:pt x="362722" y="55909"/>
                  </a:cubicBezTo>
                  <a:cubicBezTo>
                    <a:pt x="363597" y="55472"/>
                    <a:pt x="364135" y="55135"/>
                    <a:pt x="364909" y="54933"/>
                  </a:cubicBezTo>
                  <a:cubicBezTo>
                    <a:pt x="365683" y="54732"/>
                    <a:pt x="366659" y="52444"/>
                    <a:pt x="366659" y="52444"/>
                  </a:cubicBezTo>
                  <a:lnTo>
                    <a:pt x="369823" y="51368"/>
                  </a:lnTo>
                  <a:lnTo>
                    <a:pt x="370058" y="50594"/>
                  </a:lnTo>
                  <a:lnTo>
                    <a:pt x="368645" y="48542"/>
                  </a:lnTo>
                  <a:cubicBezTo>
                    <a:pt x="368577" y="48542"/>
                    <a:pt x="368409" y="48542"/>
                    <a:pt x="368107" y="48542"/>
                  </a:cubicBezTo>
                  <a:cubicBezTo>
                    <a:pt x="367232" y="48542"/>
                    <a:pt x="364741" y="48374"/>
                    <a:pt x="364304" y="48374"/>
                  </a:cubicBezTo>
                  <a:cubicBezTo>
                    <a:pt x="363866" y="48374"/>
                    <a:pt x="361577" y="47667"/>
                    <a:pt x="361577" y="47667"/>
                  </a:cubicBezTo>
                  <a:lnTo>
                    <a:pt x="356798" y="47129"/>
                  </a:lnTo>
                  <a:cubicBezTo>
                    <a:pt x="356798" y="47129"/>
                    <a:pt x="354948" y="47230"/>
                    <a:pt x="354072" y="47028"/>
                  </a:cubicBezTo>
                  <a:cubicBezTo>
                    <a:pt x="353197" y="46826"/>
                    <a:pt x="351784" y="47230"/>
                    <a:pt x="351784" y="47230"/>
                  </a:cubicBezTo>
                  <a:lnTo>
                    <a:pt x="349832" y="43261"/>
                  </a:lnTo>
                  <a:lnTo>
                    <a:pt x="351043" y="39493"/>
                  </a:lnTo>
                  <a:lnTo>
                    <a:pt x="349967" y="34918"/>
                  </a:lnTo>
                  <a:lnTo>
                    <a:pt x="349428" y="29166"/>
                  </a:lnTo>
                  <a:cubicBezTo>
                    <a:pt x="349428" y="29166"/>
                    <a:pt x="348788" y="27114"/>
                    <a:pt x="348788" y="26003"/>
                  </a:cubicBezTo>
                  <a:cubicBezTo>
                    <a:pt x="348788" y="24927"/>
                    <a:pt x="348688" y="23716"/>
                    <a:pt x="348788" y="23279"/>
                  </a:cubicBezTo>
                  <a:cubicBezTo>
                    <a:pt x="348890" y="22841"/>
                    <a:pt x="348587" y="21630"/>
                    <a:pt x="348452" y="21328"/>
                  </a:cubicBezTo>
                  <a:cubicBezTo>
                    <a:pt x="348318" y="20991"/>
                    <a:pt x="347476" y="18939"/>
                    <a:pt x="347342" y="18603"/>
                  </a:cubicBezTo>
                  <a:cubicBezTo>
                    <a:pt x="347240" y="18266"/>
                    <a:pt x="344313" y="15340"/>
                    <a:pt x="343976" y="15138"/>
                  </a:cubicBezTo>
                  <a:cubicBezTo>
                    <a:pt x="343640" y="14936"/>
                    <a:pt x="342024" y="13725"/>
                    <a:pt x="341149" y="13086"/>
                  </a:cubicBezTo>
                  <a:cubicBezTo>
                    <a:pt x="340274" y="12447"/>
                    <a:pt x="337784" y="10260"/>
                    <a:pt x="337784" y="10260"/>
                  </a:cubicBezTo>
                  <a:lnTo>
                    <a:pt x="334183" y="7233"/>
                  </a:lnTo>
                  <a:lnTo>
                    <a:pt x="333409" y="4844"/>
                  </a:lnTo>
                  <a:lnTo>
                    <a:pt x="332432" y="1144"/>
                  </a:lnTo>
                  <a:lnTo>
                    <a:pt x="331692" y="0"/>
                  </a:lnTo>
                  <a:lnTo>
                    <a:pt x="329908" y="34"/>
                  </a:lnTo>
                  <a:lnTo>
                    <a:pt x="328764" y="1446"/>
                  </a:lnTo>
                  <a:lnTo>
                    <a:pt x="326610" y="3061"/>
                  </a:lnTo>
                  <a:lnTo>
                    <a:pt x="326005" y="5450"/>
                  </a:lnTo>
                  <a:lnTo>
                    <a:pt x="326005" y="11101"/>
                  </a:lnTo>
                  <a:lnTo>
                    <a:pt x="326005" y="14566"/>
                  </a:lnTo>
                  <a:lnTo>
                    <a:pt x="326005" y="19780"/>
                  </a:lnTo>
                  <a:lnTo>
                    <a:pt x="322908" y="20655"/>
                  </a:lnTo>
                  <a:lnTo>
                    <a:pt x="320788" y="22068"/>
                  </a:lnTo>
                  <a:lnTo>
                    <a:pt x="320788" y="26744"/>
                  </a:lnTo>
                  <a:cubicBezTo>
                    <a:pt x="320788" y="26744"/>
                    <a:pt x="318701" y="30108"/>
                    <a:pt x="318298" y="30208"/>
                  </a:cubicBezTo>
                  <a:cubicBezTo>
                    <a:pt x="317860" y="30309"/>
                    <a:pt x="312980" y="30747"/>
                    <a:pt x="312980" y="30747"/>
                  </a:cubicBezTo>
                  <a:cubicBezTo>
                    <a:pt x="312980" y="30747"/>
                    <a:pt x="310490" y="29132"/>
                    <a:pt x="310153" y="28997"/>
                  </a:cubicBezTo>
                  <a:cubicBezTo>
                    <a:pt x="309817" y="28896"/>
                    <a:pt x="307225" y="26172"/>
                    <a:pt x="307225" y="26172"/>
                  </a:cubicBezTo>
                  <a:lnTo>
                    <a:pt x="305273" y="25835"/>
                  </a:lnTo>
                  <a:lnTo>
                    <a:pt x="303086" y="27349"/>
                  </a:lnTo>
                  <a:lnTo>
                    <a:pt x="301773" y="31386"/>
                  </a:lnTo>
                  <a:lnTo>
                    <a:pt x="298307" y="35288"/>
                  </a:lnTo>
                  <a:lnTo>
                    <a:pt x="295716" y="38215"/>
                  </a:lnTo>
                  <a:lnTo>
                    <a:pt x="293864" y="41915"/>
                  </a:lnTo>
                  <a:cubicBezTo>
                    <a:pt x="293864" y="41915"/>
                    <a:pt x="292451" y="46591"/>
                    <a:pt x="291677" y="46692"/>
                  </a:cubicBezTo>
                  <a:cubicBezTo>
                    <a:pt x="290936" y="46793"/>
                    <a:pt x="287336" y="48643"/>
                    <a:pt x="287336" y="48643"/>
                  </a:cubicBezTo>
                  <a:lnTo>
                    <a:pt x="284643" y="51233"/>
                  </a:lnTo>
                  <a:lnTo>
                    <a:pt x="281917" y="52646"/>
                  </a:lnTo>
                  <a:lnTo>
                    <a:pt x="277037" y="53184"/>
                  </a:lnTo>
                  <a:cubicBezTo>
                    <a:pt x="277037" y="53184"/>
                    <a:pt x="271181" y="51132"/>
                    <a:pt x="270744" y="50796"/>
                  </a:cubicBezTo>
                  <a:cubicBezTo>
                    <a:pt x="270306" y="50459"/>
                    <a:pt x="263441" y="47095"/>
                    <a:pt x="263441" y="47095"/>
                  </a:cubicBezTo>
                  <a:lnTo>
                    <a:pt x="260950" y="43933"/>
                  </a:lnTo>
                  <a:lnTo>
                    <a:pt x="256710" y="40569"/>
                  </a:lnTo>
                  <a:lnTo>
                    <a:pt x="252234" y="38820"/>
                  </a:lnTo>
                  <a:lnTo>
                    <a:pt x="245940" y="39594"/>
                  </a:lnTo>
                  <a:cubicBezTo>
                    <a:pt x="245940" y="39594"/>
                    <a:pt x="243450" y="41646"/>
                    <a:pt x="242676" y="42756"/>
                  </a:cubicBezTo>
                  <a:cubicBezTo>
                    <a:pt x="241902" y="43832"/>
                    <a:pt x="239209" y="46221"/>
                    <a:pt x="239209" y="46221"/>
                  </a:cubicBezTo>
                  <a:lnTo>
                    <a:pt x="237560" y="48845"/>
                  </a:lnTo>
                  <a:lnTo>
                    <a:pt x="233421" y="57086"/>
                  </a:lnTo>
                  <a:lnTo>
                    <a:pt x="230055" y="61661"/>
                  </a:lnTo>
                  <a:lnTo>
                    <a:pt x="226353" y="66236"/>
                  </a:lnTo>
                  <a:lnTo>
                    <a:pt x="222551" y="69499"/>
                  </a:lnTo>
                  <a:lnTo>
                    <a:pt x="217973" y="70038"/>
                  </a:lnTo>
                  <a:lnTo>
                    <a:pt x="213060" y="68625"/>
                  </a:lnTo>
                  <a:cubicBezTo>
                    <a:pt x="213060" y="68625"/>
                    <a:pt x="206867" y="63512"/>
                    <a:pt x="206430" y="63411"/>
                  </a:cubicBezTo>
                  <a:cubicBezTo>
                    <a:pt x="205992" y="63310"/>
                    <a:pt x="199901" y="58297"/>
                    <a:pt x="199901" y="58297"/>
                  </a:cubicBezTo>
                  <a:cubicBezTo>
                    <a:pt x="199901" y="58297"/>
                    <a:pt x="195559" y="55371"/>
                    <a:pt x="195223" y="55371"/>
                  </a:cubicBezTo>
                  <a:cubicBezTo>
                    <a:pt x="194886" y="55371"/>
                    <a:pt x="189030" y="55135"/>
                    <a:pt x="189030" y="55135"/>
                  </a:cubicBezTo>
                  <a:lnTo>
                    <a:pt x="182838" y="56010"/>
                  </a:lnTo>
                  <a:lnTo>
                    <a:pt x="176309" y="61762"/>
                  </a:lnTo>
                  <a:lnTo>
                    <a:pt x="169241" y="67515"/>
                  </a:lnTo>
                  <a:lnTo>
                    <a:pt x="163823" y="77068"/>
                  </a:lnTo>
                  <a:lnTo>
                    <a:pt x="159381" y="84032"/>
                  </a:lnTo>
                  <a:lnTo>
                    <a:pt x="156655" y="90222"/>
                  </a:lnTo>
                  <a:lnTo>
                    <a:pt x="152078" y="96310"/>
                  </a:lnTo>
                  <a:lnTo>
                    <a:pt x="150328" y="104552"/>
                  </a:lnTo>
                  <a:lnTo>
                    <a:pt x="150328" y="108353"/>
                  </a:lnTo>
                  <a:lnTo>
                    <a:pt x="149789" y="116595"/>
                  </a:lnTo>
                  <a:lnTo>
                    <a:pt x="148712" y="122785"/>
                  </a:lnTo>
                  <a:lnTo>
                    <a:pt x="146525" y="125846"/>
                  </a:lnTo>
                  <a:lnTo>
                    <a:pt x="143159" y="131161"/>
                  </a:lnTo>
                  <a:cubicBezTo>
                    <a:pt x="143159" y="131161"/>
                    <a:pt x="137943" y="132237"/>
                    <a:pt x="137505" y="132372"/>
                  </a:cubicBezTo>
                  <a:cubicBezTo>
                    <a:pt x="137068" y="132473"/>
                    <a:pt x="123168" y="132069"/>
                    <a:pt x="123168" y="132069"/>
                  </a:cubicBezTo>
                  <a:lnTo>
                    <a:pt x="112533" y="131834"/>
                  </a:lnTo>
                  <a:lnTo>
                    <a:pt x="106038" y="131834"/>
                  </a:lnTo>
                  <a:lnTo>
                    <a:pt x="102235" y="132406"/>
                  </a:lnTo>
                  <a:cubicBezTo>
                    <a:pt x="102235" y="132406"/>
                    <a:pt x="97658" y="132708"/>
                    <a:pt x="97557" y="133045"/>
                  </a:cubicBezTo>
                  <a:cubicBezTo>
                    <a:pt x="97456" y="133381"/>
                    <a:pt x="100384" y="137384"/>
                    <a:pt x="100384" y="137384"/>
                  </a:cubicBezTo>
                  <a:lnTo>
                    <a:pt x="102033" y="138360"/>
                  </a:lnTo>
                  <a:lnTo>
                    <a:pt x="104524" y="139436"/>
                  </a:lnTo>
                  <a:cubicBezTo>
                    <a:pt x="104524" y="139436"/>
                    <a:pt x="104860" y="141085"/>
                    <a:pt x="104860" y="141387"/>
                  </a:cubicBezTo>
                  <a:cubicBezTo>
                    <a:pt x="104860" y="141724"/>
                    <a:pt x="104423" y="144011"/>
                    <a:pt x="104322" y="144314"/>
                  </a:cubicBezTo>
                  <a:cubicBezTo>
                    <a:pt x="104221" y="144650"/>
                    <a:pt x="103009" y="146803"/>
                    <a:pt x="103009" y="147140"/>
                  </a:cubicBezTo>
                  <a:cubicBezTo>
                    <a:pt x="103009" y="147476"/>
                    <a:pt x="101360" y="149528"/>
                    <a:pt x="101360" y="149528"/>
                  </a:cubicBezTo>
                  <a:cubicBezTo>
                    <a:pt x="101360" y="149528"/>
                    <a:pt x="99509" y="151580"/>
                    <a:pt x="98870" y="151816"/>
                  </a:cubicBezTo>
                  <a:cubicBezTo>
                    <a:pt x="98230" y="152051"/>
                    <a:pt x="95942" y="153868"/>
                    <a:pt x="95942" y="153868"/>
                  </a:cubicBezTo>
                  <a:cubicBezTo>
                    <a:pt x="95942" y="153868"/>
                    <a:pt x="95201" y="155516"/>
                    <a:pt x="95201" y="155819"/>
                  </a:cubicBezTo>
                  <a:cubicBezTo>
                    <a:pt x="95201" y="156155"/>
                    <a:pt x="95639" y="158308"/>
                    <a:pt x="95201" y="158645"/>
                  </a:cubicBezTo>
                  <a:cubicBezTo>
                    <a:pt x="94764" y="158981"/>
                    <a:pt x="94326" y="159957"/>
                    <a:pt x="92576" y="160596"/>
                  </a:cubicBezTo>
                  <a:cubicBezTo>
                    <a:pt x="90826" y="161235"/>
                    <a:pt x="88437" y="161807"/>
                    <a:pt x="87158" y="161907"/>
                  </a:cubicBezTo>
                  <a:cubicBezTo>
                    <a:pt x="85845" y="162008"/>
                    <a:pt x="85408" y="162109"/>
                    <a:pt x="83456" y="161907"/>
                  </a:cubicBezTo>
                  <a:cubicBezTo>
                    <a:pt x="81504" y="161706"/>
                    <a:pt x="80292" y="161571"/>
                    <a:pt x="79552" y="161571"/>
                  </a:cubicBezTo>
                  <a:cubicBezTo>
                    <a:pt x="78778" y="161571"/>
                    <a:pt x="76388" y="163320"/>
                    <a:pt x="76388" y="163758"/>
                  </a:cubicBezTo>
                  <a:cubicBezTo>
                    <a:pt x="76388" y="164195"/>
                    <a:pt x="75951" y="167996"/>
                    <a:pt x="77903" y="168871"/>
                  </a:cubicBezTo>
                  <a:cubicBezTo>
                    <a:pt x="79855" y="169746"/>
                    <a:pt x="81908" y="170082"/>
                    <a:pt x="82345" y="170284"/>
                  </a:cubicBezTo>
                  <a:cubicBezTo>
                    <a:pt x="82783" y="170486"/>
                    <a:pt x="84398" y="172773"/>
                    <a:pt x="85273" y="173211"/>
                  </a:cubicBezTo>
                  <a:cubicBezTo>
                    <a:pt x="86148" y="173648"/>
                    <a:pt x="87225" y="174085"/>
                    <a:pt x="87898" y="174085"/>
                  </a:cubicBezTo>
                  <a:cubicBezTo>
                    <a:pt x="88538" y="174085"/>
                    <a:pt x="95269" y="172235"/>
                    <a:pt x="88336" y="175834"/>
                  </a:cubicBezTo>
                  <a:cubicBezTo>
                    <a:pt x="81369" y="179434"/>
                    <a:pt x="81067" y="181822"/>
                    <a:pt x="81067" y="181822"/>
                  </a:cubicBezTo>
                  <a:lnTo>
                    <a:pt x="80292" y="188550"/>
                  </a:lnTo>
                  <a:cubicBezTo>
                    <a:pt x="80292" y="188550"/>
                    <a:pt x="80191" y="191712"/>
                    <a:pt x="80191" y="192150"/>
                  </a:cubicBezTo>
                  <a:cubicBezTo>
                    <a:pt x="80191" y="192587"/>
                    <a:pt x="79114" y="196926"/>
                    <a:pt x="79114" y="196926"/>
                  </a:cubicBezTo>
                  <a:lnTo>
                    <a:pt x="77162" y="201165"/>
                  </a:lnTo>
                  <a:lnTo>
                    <a:pt x="74638" y="203654"/>
                  </a:lnTo>
                  <a:lnTo>
                    <a:pt x="71374" y="205942"/>
                  </a:lnTo>
                  <a:lnTo>
                    <a:pt x="69523" y="207691"/>
                  </a:lnTo>
                  <a:lnTo>
                    <a:pt x="67032" y="208465"/>
                  </a:lnTo>
                  <a:cubicBezTo>
                    <a:pt x="67032" y="208465"/>
                    <a:pt x="64643" y="210315"/>
                    <a:pt x="64643" y="210752"/>
                  </a:cubicBezTo>
                  <a:cubicBezTo>
                    <a:pt x="64643" y="211190"/>
                    <a:pt x="64879" y="214116"/>
                    <a:pt x="64643" y="214789"/>
                  </a:cubicBezTo>
                  <a:cubicBezTo>
                    <a:pt x="64441" y="215428"/>
                    <a:pt x="66393" y="218254"/>
                    <a:pt x="66393" y="218254"/>
                  </a:cubicBezTo>
                  <a:cubicBezTo>
                    <a:pt x="66393" y="218254"/>
                    <a:pt x="65956" y="221954"/>
                    <a:pt x="65956" y="222291"/>
                  </a:cubicBezTo>
                  <a:cubicBezTo>
                    <a:pt x="65956" y="222627"/>
                    <a:pt x="64744" y="225453"/>
                    <a:pt x="64744" y="225453"/>
                  </a:cubicBezTo>
                  <a:lnTo>
                    <a:pt x="63465" y="227942"/>
                  </a:lnTo>
                  <a:lnTo>
                    <a:pt x="63465" y="230129"/>
                  </a:lnTo>
                  <a:cubicBezTo>
                    <a:pt x="63465" y="230129"/>
                    <a:pt x="61850" y="234031"/>
                    <a:pt x="61614" y="234367"/>
                  </a:cubicBezTo>
                  <a:cubicBezTo>
                    <a:pt x="61412" y="234704"/>
                    <a:pt x="60436" y="236419"/>
                    <a:pt x="59763" y="237193"/>
                  </a:cubicBezTo>
                  <a:cubicBezTo>
                    <a:pt x="59090" y="237967"/>
                    <a:pt x="57811" y="239480"/>
                    <a:pt x="57475" y="239817"/>
                  </a:cubicBezTo>
                  <a:cubicBezTo>
                    <a:pt x="57138" y="240153"/>
                    <a:pt x="56499" y="241869"/>
                    <a:pt x="56499" y="242407"/>
                  </a:cubicBezTo>
                  <a:cubicBezTo>
                    <a:pt x="56499" y="242945"/>
                    <a:pt x="56499" y="245771"/>
                    <a:pt x="56499" y="245771"/>
                  </a:cubicBezTo>
                  <a:lnTo>
                    <a:pt x="56499" y="249236"/>
                  </a:lnTo>
                  <a:cubicBezTo>
                    <a:pt x="56499" y="249236"/>
                    <a:pt x="55725" y="252163"/>
                    <a:pt x="55624" y="252499"/>
                  </a:cubicBezTo>
                  <a:cubicBezTo>
                    <a:pt x="55523" y="252836"/>
                    <a:pt x="55893" y="255224"/>
                    <a:pt x="55893" y="255224"/>
                  </a:cubicBezTo>
                  <a:lnTo>
                    <a:pt x="54749" y="259900"/>
                  </a:lnTo>
                  <a:lnTo>
                    <a:pt x="54749" y="264879"/>
                  </a:lnTo>
                  <a:lnTo>
                    <a:pt x="53772" y="267704"/>
                  </a:lnTo>
                  <a:lnTo>
                    <a:pt x="51484" y="269218"/>
                  </a:lnTo>
                  <a:lnTo>
                    <a:pt x="48018" y="270093"/>
                  </a:lnTo>
                  <a:lnTo>
                    <a:pt x="45090" y="271606"/>
                  </a:lnTo>
                  <a:lnTo>
                    <a:pt x="43037" y="275307"/>
                  </a:lnTo>
                  <a:cubicBezTo>
                    <a:pt x="43037" y="275307"/>
                    <a:pt x="41724" y="277594"/>
                    <a:pt x="41623" y="277897"/>
                  </a:cubicBezTo>
                  <a:cubicBezTo>
                    <a:pt x="41522" y="278233"/>
                    <a:pt x="40109" y="281497"/>
                    <a:pt x="40109" y="281497"/>
                  </a:cubicBezTo>
                  <a:lnTo>
                    <a:pt x="37921" y="284221"/>
                  </a:lnTo>
                  <a:lnTo>
                    <a:pt x="33344" y="286408"/>
                  </a:lnTo>
                  <a:lnTo>
                    <a:pt x="31157" y="287720"/>
                  </a:lnTo>
                  <a:lnTo>
                    <a:pt x="29205" y="290983"/>
                  </a:lnTo>
                  <a:lnTo>
                    <a:pt x="24426" y="295322"/>
                  </a:lnTo>
                  <a:lnTo>
                    <a:pt x="23214" y="299460"/>
                  </a:lnTo>
                  <a:cubicBezTo>
                    <a:pt x="23214" y="299460"/>
                    <a:pt x="22339" y="301411"/>
                    <a:pt x="22137" y="301848"/>
                  </a:cubicBezTo>
                  <a:cubicBezTo>
                    <a:pt x="21935" y="302286"/>
                    <a:pt x="19950" y="304876"/>
                    <a:pt x="19950" y="304876"/>
                  </a:cubicBezTo>
                  <a:lnTo>
                    <a:pt x="19950" y="308341"/>
                  </a:lnTo>
                  <a:cubicBezTo>
                    <a:pt x="19950" y="308341"/>
                    <a:pt x="22003" y="309115"/>
                    <a:pt x="22238" y="309956"/>
                  </a:cubicBezTo>
                  <a:cubicBezTo>
                    <a:pt x="22474" y="310830"/>
                    <a:pt x="22878" y="312781"/>
                    <a:pt x="22575" y="312781"/>
                  </a:cubicBezTo>
                  <a:cubicBezTo>
                    <a:pt x="22238" y="312781"/>
                    <a:pt x="20724" y="314632"/>
                    <a:pt x="20724" y="315069"/>
                  </a:cubicBezTo>
                  <a:cubicBezTo>
                    <a:pt x="20724" y="315506"/>
                    <a:pt x="19950" y="318332"/>
                    <a:pt x="19950" y="318332"/>
                  </a:cubicBezTo>
                  <a:lnTo>
                    <a:pt x="19950" y="320485"/>
                  </a:lnTo>
                  <a:cubicBezTo>
                    <a:pt x="19950" y="320485"/>
                    <a:pt x="20589" y="321158"/>
                    <a:pt x="19950" y="321797"/>
                  </a:cubicBezTo>
                  <a:cubicBezTo>
                    <a:pt x="19310" y="322436"/>
                    <a:pt x="18873" y="323748"/>
                    <a:pt x="18873" y="324084"/>
                  </a:cubicBezTo>
                  <a:cubicBezTo>
                    <a:pt x="18873" y="324421"/>
                    <a:pt x="20522" y="326574"/>
                    <a:pt x="20926" y="326910"/>
                  </a:cubicBezTo>
                  <a:cubicBezTo>
                    <a:pt x="21363" y="327246"/>
                    <a:pt x="23012" y="328424"/>
                    <a:pt x="23416" y="328525"/>
                  </a:cubicBezTo>
                  <a:cubicBezTo>
                    <a:pt x="23854" y="328626"/>
                    <a:pt x="25032" y="329500"/>
                    <a:pt x="25705" y="330039"/>
                  </a:cubicBezTo>
                  <a:cubicBezTo>
                    <a:pt x="26344" y="330577"/>
                    <a:pt x="28733" y="333402"/>
                    <a:pt x="28733" y="333402"/>
                  </a:cubicBezTo>
                  <a:cubicBezTo>
                    <a:pt x="28733" y="333402"/>
                    <a:pt x="29710" y="334613"/>
                    <a:pt x="30147" y="334815"/>
                  </a:cubicBezTo>
                  <a:cubicBezTo>
                    <a:pt x="30585" y="335017"/>
                    <a:pt x="32267" y="337540"/>
                    <a:pt x="32267" y="337540"/>
                  </a:cubicBezTo>
                  <a:lnTo>
                    <a:pt x="33849" y="340366"/>
                  </a:lnTo>
                  <a:lnTo>
                    <a:pt x="33849" y="343091"/>
                  </a:lnTo>
                  <a:lnTo>
                    <a:pt x="34186" y="344705"/>
                  </a:lnTo>
                  <a:lnTo>
                    <a:pt x="36912" y="345580"/>
                  </a:lnTo>
                  <a:lnTo>
                    <a:pt x="38224" y="346354"/>
                  </a:lnTo>
                  <a:cubicBezTo>
                    <a:pt x="38224" y="346354"/>
                    <a:pt x="38864" y="347329"/>
                    <a:pt x="39200" y="347666"/>
                  </a:cubicBezTo>
                  <a:cubicBezTo>
                    <a:pt x="39537" y="348002"/>
                    <a:pt x="41590" y="348877"/>
                    <a:pt x="41590" y="348877"/>
                  </a:cubicBezTo>
                  <a:lnTo>
                    <a:pt x="44517" y="351265"/>
                  </a:lnTo>
                  <a:cubicBezTo>
                    <a:pt x="44517" y="351265"/>
                    <a:pt x="44517" y="352039"/>
                    <a:pt x="44316" y="352342"/>
                  </a:cubicBezTo>
                  <a:cubicBezTo>
                    <a:pt x="44080" y="352678"/>
                    <a:pt x="43003" y="353519"/>
                    <a:pt x="42566" y="353754"/>
                  </a:cubicBezTo>
                  <a:cubicBezTo>
                    <a:pt x="42128" y="353956"/>
                    <a:pt x="41253" y="354528"/>
                    <a:pt x="41253" y="354528"/>
                  </a:cubicBezTo>
                  <a:lnTo>
                    <a:pt x="40816" y="357623"/>
                  </a:lnTo>
                  <a:lnTo>
                    <a:pt x="40816" y="358767"/>
                  </a:lnTo>
                  <a:lnTo>
                    <a:pt x="44585" y="360079"/>
                  </a:lnTo>
                  <a:lnTo>
                    <a:pt x="47345" y="361525"/>
                  </a:lnTo>
                  <a:lnTo>
                    <a:pt x="46167" y="363543"/>
                  </a:lnTo>
                  <a:lnTo>
                    <a:pt x="44585" y="365730"/>
                  </a:lnTo>
                  <a:lnTo>
                    <a:pt x="44013" y="368320"/>
                  </a:lnTo>
                  <a:lnTo>
                    <a:pt x="47479" y="372525"/>
                  </a:lnTo>
                  <a:lnTo>
                    <a:pt x="46739" y="376865"/>
                  </a:lnTo>
                  <a:cubicBezTo>
                    <a:pt x="46739" y="376865"/>
                    <a:pt x="46739" y="377874"/>
                    <a:pt x="45292" y="379320"/>
                  </a:cubicBezTo>
                  <a:cubicBezTo>
                    <a:pt x="43845" y="380767"/>
                    <a:pt x="42397" y="381642"/>
                    <a:pt x="42397" y="381642"/>
                  </a:cubicBezTo>
                  <a:cubicBezTo>
                    <a:pt x="42397" y="381642"/>
                    <a:pt x="40816" y="380767"/>
                    <a:pt x="39368" y="382214"/>
                  </a:cubicBezTo>
                  <a:cubicBezTo>
                    <a:pt x="37921" y="383660"/>
                    <a:pt x="36339" y="386284"/>
                    <a:pt x="36339" y="386284"/>
                  </a:cubicBezTo>
                  <a:lnTo>
                    <a:pt x="33277" y="388302"/>
                  </a:lnTo>
                  <a:cubicBezTo>
                    <a:pt x="33277" y="388302"/>
                    <a:pt x="33008" y="389883"/>
                    <a:pt x="33008" y="390892"/>
                  </a:cubicBezTo>
                  <a:cubicBezTo>
                    <a:pt x="33008" y="391902"/>
                    <a:pt x="35902" y="395972"/>
                    <a:pt x="35902" y="395972"/>
                  </a:cubicBezTo>
                  <a:lnTo>
                    <a:pt x="37921" y="397587"/>
                  </a:lnTo>
                  <a:lnTo>
                    <a:pt x="38224" y="402061"/>
                  </a:lnTo>
                  <a:lnTo>
                    <a:pt x="37349" y="404819"/>
                  </a:lnTo>
                  <a:cubicBezTo>
                    <a:pt x="37349" y="404819"/>
                    <a:pt x="35027" y="406838"/>
                    <a:pt x="34724" y="407275"/>
                  </a:cubicBezTo>
                  <a:cubicBezTo>
                    <a:pt x="34421" y="407712"/>
                    <a:pt x="32839" y="410908"/>
                    <a:pt x="32839" y="411345"/>
                  </a:cubicBezTo>
                  <a:cubicBezTo>
                    <a:pt x="32839" y="411783"/>
                    <a:pt x="26310" y="416257"/>
                    <a:pt x="26310" y="416257"/>
                  </a:cubicBezTo>
                  <a:lnTo>
                    <a:pt x="22979" y="421606"/>
                  </a:lnTo>
                  <a:cubicBezTo>
                    <a:pt x="22979" y="421606"/>
                    <a:pt x="20791" y="425508"/>
                    <a:pt x="20522" y="425945"/>
                  </a:cubicBezTo>
                  <a:cubicBezTo>
                    <a:pt x="20219" y="426382"/>
                    <a:pt x="19007" y="428973"/>
                    <a:pt x="19007" y="428973"/>
                  </a:cubicBezTo>
                  <a:lnTo>
                    <a:pt x="14733" y="430419"/>
                  </a:lnTo>
                  <a:lnTo>
                    <a:pt x="14733" y="433447"/>
                  </a:lnTo>
                  <a:lnTo>
                    <a:pt x="15743" y="434019"/>
                  </a:lnTo>
                  <a:lnTo>
                    <a:pt x="16180" y="436205"/>
                  </a:lnTo>
                  <a:lnTo>
                    <a:pt x="14733" y="437954"/>
                  </a:lnTo>
                  <a:lnTo>
                    <a:pt x="11031" y="438526"/>
                  </a:lnTo>
                  <a:lnTo>
                    <a:pt x="9517" y="440410"/>
                  </a:lnTo>
                  <a:lnTo>
                    <a:pt x="9517" y="443875"/>
                  </a:lnTo>
                  <a:lnTo>
                    <a:pt x="10392" y="448955"/>
                  </a:lnTo>
                  <a:lnTo>
                    <a:pt x="11704" y="451713"/>
                  </a:lnTo>
                  <a:lnTo>
                    <a:pt x="10560" y="453159"/>
                  </a:lnTo>
                  <a:lnTo>
                    <a:pt x="11704" y="454909"/>
                  </a:lnTo>
                  <a:cubicBezTo>
                    <a:pt x="11704" y="454909"/>
                    <a:pt x="12714" y="455649"/>
                    <a:pt x="12714" y="456221"/>
                  </a:cubicBezTo>
                  <a:cubicBezTo>
                    <a:pt x="12714" y="456793"/>
                    <a:pt x="13421" y="458239"/>
                    <a:pt x="13421" y="458239"/>
                  </a:cubicBezTo>
                  <a:lnTo>
                    <a:pt x="11839" y="460426"/>
                  </a:lnTo>
                  <a:lnTo>
                    <a:pt x="9517" y="461435"/>
                  </a:lnTo>
                  <a:lnTo>
                    <a:pt x="9517" y="463016"/>
                  </a:lnTo>
                  <a:cubicBezTo>
                    <a:pt x="9517" y="463016"/>
                    <a:pt x="11839" y="462007"/>
                    <a:pt x="11974" y="463016"/>
                  </a:cubicBezTo>
                  <a:cubicBezTo>
                    <a:pt x="12108" y="464025"/>
                    <a:pt x="13858" y="465909"/>
                    <a:pt x="13858" y="465909"/>
                  </a:cubicBezTo>
                  <a:cubicBezTo>
                    <a:pt x="13858" y="465909"/>
                    <a:pt x="15474" y="465337"/>
                    <a:pt x="15608" y="465909"/>
                  </a:cubicBezTo>
                  <a:cubicBezTo>
                    <a:pt x="15743" y="466481"/>
                    <a:pt x="15743" y="468230"/>
                    <a:pt x="15743" y="468667"/>
                  </a:cubicBezTo>
                  <a:cubicBezTo>
                    <a:pt x="15743" y="469105"/>
                    <a:pt x="15036" y="470988"/>
                    <a:pt x="15036" y="470988"/>
                  </a:cubicBezTo>
                  <a:lnTo>
                    <a:pt x="14026" y="472872"/>
                  </a:lnTo>
                  <a:lnTo>
                    <a:pt x="12209" y="474016"/>
                  </a:lnTo>
                  <a:lnTo>
                    <a:pt x="11267" y="475765"/>
                  </a:lnTo>
                  <a:lnTo>
                    <a:pt x="11267" y="476909"/>
                  </a:lnTo>
                  <a:cubicBezTo>
                    <a:pt x="11267" y="476909"/>
                    <a:pt x="13017" y="477918"/>
                    <a:pt x="13152" y="478356"/>
                  </a:cubicBezTo>
                  <a:cubicBezTo>
                    <a:pt x="13286" y="478793"/>
                    <a:pt x="15036" y="480811"/>
                    <a:pt x="15036" y="480811"/>
                  </a:cubicBezTo>
                  <a:lnTo>
                    <a:pt x="17628" y="484713"/>
                  </a:lnTo>
                  <a:lnTo>
                    <a:pt x="18940" y="488178"/>
                  </a:lnTo>
                  <a:lnTo>
                    <a:pt x="19950" y="489759"/>
                  </a:lnTo>
                  <a:lnTo>
                    <a:pt x="19950" y="492518"/>
                  </a:lnTo>
                  <a:cubicBezTo>
                    <a:pt x="19950" y="492518"/>
                    <a:pt x="19243" y="494267"/>
                    <a:pt x="19075" y="494839"/>
                  </a:cubicBezTo>
                  <a:cubicBezTo>
                    <a:pt x="18940" y="495411"/>
                    <a:pt x="18368" y="497598"/>
                    <a:pt x="18368" y="497598"/>
                  </a:cubicBezTo>
                  <a:cubicBezTo>
                    <a:pt x="18368" y="497598"/>
                    <a:pt x="17796" y="499178"/>
                    <a:pt x="17358" y="499481"/>
                  </a:cubicBezTo>
                  <a:cubicBezTo>
                    <a:pt x="16921" y="499784"/>
                    <a:pt x="17055" y="501937"/>
                    <a:pt x="16786" y="502072"/>
                  </a:cubicBezTo>
                  <a:cubicBezTo>
                    <a:pt x="16517" y="502206"/>
                    <a:pt x="16517" y="503081"/>
                    <a:pt x="16652" y="503518"/>
                  </a:cubicBezTo>
                  <a:cubicBezTo>
                    <a:pt x="16786" y="503955"/>
                    <a:pt x="17392" y="505402"/>
                    <a:pt x="17392" y="505402"/>
                  </a:cubicBezTo>
                  <a:cubicBezTo>
                    <a:pt x="17392" y="505402"/>
                    <a:pt x="17964" y="508160"/>
                    <a:pt x="17964" y="508598"/>
                  </a:cubicBezTo>
                  <a:cubicBezTo>
                    <a:pt x="17964" y="509035"/>
                    <a:pt x="18267" y="512365"/>
                    <a:pt x="18267" y="512365"/>
                  </a:cubicBezTo>
                  <a:lnTo>
                    <a:pt x="18570" y="515998"/>
                  </a:lnTo>
                  <a:lnTo>
                    <a:pt x="18132" y="519901"/>
                  </a:lnTo>
                  <a:lnTo>
                    <a:pt x="17695" y="525552"/>
                  </a:lnTo>
                  <a:lnTo>
                    <a:pt x="16820" y="527436"/>
                  </a:lnTo>
                  <a:lnTo>
                    <a:pt x="16248" y="530766"/>
                  </a:lnTo>
                  <a:lnTo>
                    <a:pt x="16685" y="535980"/>
                  </a:lnTo>
                  <a:lnTo>
                    <a:pt x="16954" y="541632"/>
                  </a:lnTo>
                  <a:lnTo>
                    <a:pt x="18974" y="544962"/>
                  </a:lnTo>
                  <a:lnTo>
                    <a:pt x="20555" y="548595"/>
                  </a:lnTo>
                  <a:lnTo>
                    <a:pt x="21700" y="553944"/>
                  </a:lnTo>
                  <a:lnTo>
                    <a:pt x="20825" y="558283"/>
                  </a:lnTo>
                  <a:lnTo>
                    <a:pt x="21397" y="565381"/>
                  </a:lnTo>
                  <a:lnTo>
                    <a:pt x="26479" y="571739"/>
                  </a:lnTo>
                  <a:lnTo>
                    <a:pt x="28801" y="574498"/>
                  </a:lnTo>
                  <a:lnTo>
                    <a:pt x="30383" y="582302"/>
                  </a:lnTo>
                  <a:lnTo>
                    <a:pt x="30383" y="586373"/>
                  </a:lnTo>
                  <a:lnTo>
                    <a:pt x="31392" y="591015"/>
                  </a:lnTo>
                  <a:cubicBezTo>
                    <a:pt x="31392" y="591015"/>
                    <a:pt x="30820" y="595792"/>
                    <a:pt x="30820" y="596666"/>
                  </a:cubicBezTo>
                  <a:cubicBezTo>
                    <a:pt x="30820" y="597541"/>
                    <a:pt x="29070" y="600871"/>
                    <a:pt x="29070" y="600871"/>
                  </a:cubicBezTo>
                  <a:cubicBezTo>
                    <a:pt x="29070" y="600871"/>
                    <a:pt x="27926" y="604773"/>
                    <a:pt x="27623" y="605951"/>
                  </a:cubicBezTo>
                  <a:cubicBezTo>
                    <a:pt x="27320" y="607095"/>
                    <a:pt x="26310" y="609146"/>
                    <a:pt x="25738" y="609718"/>
                  </a:cubicBezTo>
                  <a:cubicBezTo>
                    <a:pt x="25166" y="610290"/>
                    <a:pt x="23147" y="613351"/>
                    <a:pt x="23147" y="613923"/>
                  </a:cubicBezTo>
                  <a:cubicBezTo>
                    <a:pt x="23147" y="614495"/>
                    <a:pt x="22575" y="619878"/>
                    <a:pt x="22575" y="619878"/>
                  </a:cubicBezTo>
                  <a:cubicBezTo>
                    <a:pt x="22575" y="619878"/>
                    <a:pt x="18536" y="624654"/>
                    <a:pt x="18233" y="625092"/>
                  </a:cubicBezTo>
                  <a:cubicBezTo>
                    <a:pt x="17930" y="625529"/>
                    <a:pt x="15474" y="628994"/>
                    <a:pt x="14901" y="629869"/>
                  </a:cubicBezTo>
                  <a:cubicBezTo>
                    <a:pt x="14329" y="630743"/>
                    <a:pt x="12882" y="632627"/>
                    <a:pt x="12714" y="633199"/>
                  </a:cubicBezTo>
                  <a:cubicBezTo>
                    <a:pt x="12579" y="633771"/>
                    <a:pt x="9685" y="636832"/>
                    <a:pt x="9517" y="637101"/>
                  </a:cubicBezTo>
                  <a:cubicBezTo>
                    <a:pt x="9382" y="637404"/>
                    <a:pt x="7767" y="639120"/>
                    <a:pt x="7767" y="639994"/>
                  </a:cubicBezTo>
                  <a:cubicBezTo>
                    <a:pt x="7767" y="640869"/>
                    <a:pt x="7767" y="645511"/>
                    <a:pt x="7767" y="645511"/>
                  </a:cubicBezTo>
                  <a:cubicBezTo>
                    <a:pt x="7767" y="645511"/>
                    <a:pt x="7901" y="648269"/>
                    <a:pt x="7767" y="649413"/>
                  </a:cubicBezTo>
                  <a:cubicBezTo>
                    <a:pt x="7632" y="650557"/>
                    <a:pt x="7767" y="654762"/>
                    <a:pt x="7767" y="654762"/>
                  </a:cubicBezTo>
                  <a:cubicBezTo>
                    <a:pt x="7767" y="654762"/>
                    <a:pt x="6892" y="656780"/>
                    <a:pt x="6757" y="657218"/>
                  </a:cubicBezTo>
                  <a:cubicBezTo>
                    <a:pt x="6623" y="657655"/>
                    <a:pt x="6185" y="660245"/>
                    <a:pt x="6017" y="660851"/>
                  </a:cubicBezTo>
                  <a:cubicBezTo>
                    <a:pt x="5882" y="661423"/>
                    <a:pt x="3695" y="664753"/>
                    <a:pt x="3695" y="664753"/>
                  </a:cubicBezTo>
                  <a:cubicBezTo>
                    <a:pt x="3695" y="664753"/>
                    <a:pt x="2180" y="667377"/>
                    <a:pt x="1877" y="668083"/>
                  </a:cubicBezTo>
                  <a:cubicBezTo>
                    <a:pt x="1608" y="668823"/>
                    <a:pt x="800" y="670539"/>
                    <a:pt x="800" y="672154"/>
                  </a:cubicBezTo>
                  <a:cubicBezTo>
                    <a:pt x="800" y="673735"/>
                    <a:pt x="800" y="680261"/>
                    <a:pt x="800" y="680261"/>
                  </a:cubicBezTo>
                  <a:lnTo>
                    <a:pt x="1810" y="682851"/>
                  </a:lnTo>
                  <a:lnTo>
                    <a:pt x="194" y="689814"/>
                  </a:lnTo>
                  <a:cubicBezTo>
                    <a:pt x="194" y="689814"/>
                    <a:pt x="-243" y="700108"/>
                    <a:pt x="194" y="700680"/>
                  </a:cubicBezTo>
                  <a:cubicBezTo>
                    <a:pt x="632" y="701252"/>
                    <a:pt x="632" y="705894"/>
                    <a:pt x="935" y="706634"/>
                  </a:cubicBezTo>
                  <a:cubicBezTo>
                    <a:pt x="1238" y="707341"/>
                    <a:pt x="2820" y="710267"/>
                    <a:pt x="2820" y="710267"/>
                  </a:cubicBezTo>
                  <a:lnTo>
                    <a:pt x="9147" y="712723"/>
                  </a:lnTo>
                  <a:lnTo>
                    <a:pt x="9147" y="712723"/>
                  </a:lnTo>
                  <a:cubicBezTo>
                    <a:pt x="9416" y="712555"/>
                    <a:pt x="9685" y="712420"/>
                    <a:pt x="9921" y="712420"/>
                  </a:cubicBezTo>
                  <a:cubicBezTo>
                    <a:pt x="10930" y="712420"/>
                    <a:pt x="15575" y="712420"/>
                    <a:pt x="15575" y="712420"/>
                  </a:cubicBezTo>
                  <a:lnTo>
                    <a:pt x="17325" y="712420"/>
                  </a:lnTo>
                  <a:lnTo>
                    <a:pt x="22541" y="712420"/>
                  </a:lnTo>
                  <a:cubicBezTo>
                    <a:pt x="22541" y="712420"/>
                    <a:pt x="27455" y="712858"/>
                    <a:pt x="28061" y="712420"/>
                  </a:cubicBezTo>
                  <a:cubicBezTo>
                    <a:pt x="28633" y="711983"/>
                    <a:pt x="34590" y="712420"/>
                    <a:pt x="34590" y="712420"/>
                  </a:cubicBezTo>
                  <a:cubicBezTo>
                    <a:pt x="34590" y="712420"/>
                    <a:pt x="38796" y="712622"/>
                    <a:pt x="39671" y="712218"/>
                  </a:cubicBezTo>
                  <a:cubicBezTo>
                    <a:pt x="40546" y="711848"/>
                    <a:pt x="45763" y="709796"/>
                    <a:pt x="46200" y="709359"/>
                  </a:cubicBezTo>
                  <a:cubicBezTo>
                    <a:pt x="46638" y="708922"/>
                    <a:pt x="48522" y="707341"/>
                    <a:pt x="48522" y="707341"/>
                  </a:cubicBezTo>
                  <a:cubicBezTo>
                    <a:pt x="48522" y="707341"/>
                    <a:pt x="51282" y="705457"/>
                    <a:pt x="51720" y="705019"/>
                  </a:cubicBezTo>
                  <a:cubicBezTo>
                    <a:pt x="52157" y="704582"/>
                    <a:pt x="53032" y="702698"/>
                    <a:pt x="53470" y="702261"/>
                  </a:cubicBezTo>
                  <a:cubicBezTo>
                    <a:pt x="53907" y="701824"/>
                    <a:pt x="55051" y="698493"/>
                    <a:pt x="55657" y="698493"/>
                  </a:cubicBezTo>
                  <a:cubicBezTo>
                    <a:pt x="56229" y="698493"/>
                    <a:pt x="56667" y="698931"/>
                    <a:pt x="57239" y="698493"/>
                  </a:cubicBezTo>
                  <a:cubicBezTo>
                    <a:pt x="57811" y="698056"/>
                    <a:pt x="60874" y="697787"/>
                    <a:pt x="61446" y="697787"/>
                  </a:cubicBezTo>
                  <a:cubicBezTo>
                    <a:pt x="62018" y="697787"/>
                    <a:pt x="64778" y="698090"/>
                    <a:pt x="65383" y="697787"/>
                  </a:cubicBezTo>
                  <a:cubicBezTo>
                    <a:pt x="65956" y="697484"/>
                    <a:pt x="67571" y="698359"/>
                    <a:pt x="67975" y="697787"/>
                  </a:cubicBezTo>
                  <a:cubicBezTo>
                    <a:pt x="68412" y="697215"/>
                    <a:pt x="70600" y="696643"/>
                    <a:pt x="71172" y="696643"/>
                  </a:cubicBezTo>
                  <a:cubicBezTo>
                    <a:pt x="71744" y="696643"/>
                    <a:pt x="74504" y="695062"/>
                    <a:pt x="74504" y="695062"/>
                  </a:cubicBezTo>
                  <a:lnTo>
                    <a:pt x="78139" y="691295"/>
                  </a:lnTo>
                  <a:lnTo>
                    <a:pt x="82917" y="688704"/>
                  </a:lnTo>
                  <a:cubicBezTo>
                    <a:pt x="82917" y="688704"/>
                    <a:pt x="87427" y="688132"/>
                    <a:pt x="87831" y="688132"/>
                  </a:cubicBezTo>
                  <a:cubicBezTo>
                    <a:pt x="88268" y="688132"/>
                    <a:pt x="95639" y="688132"/>
                    <a:pt x="95639" y="688132"/>
                  </a:cubicBezTo>
                  <a:cubicBezTo>
                    <a:pt x="95639" y="688132"/>
                    <a:pt x="97961" y="687560"/>
                    <a:pt x="99577" y="687426"/>
                  </a:cubicBezTo>
                  <a:cubicBezTo>
                    <a:pt x="101158" y="687291"/>
                    <a:pt x="104625" y="685542"/>
                    <a:pt x="105230" y="685542"/>
                  </a:cubicBezTo>
                  <a:cubicBezTo>
                    <a:pt x="105803" y="685542"/>
                    <a:pt x="106240" y="684802"/>
                    <a:pt x="106812" y="684667"/>
                  </a:cubicBezTo>
                  <a:cubicBezTo>
                    <a:pt x="107384" y="684533"/>
                    <a:pt x="109404" y="685307"/>
                    <a:pt x="110009" y="685037"/>
                  </a:cubicBezTo>
                  <a:cubicBezTo>
                    <a:pt x="110581" y="684735"/>
                    <a:pt x="114216" y="684667"/>
                    <a:pt x="114216" y="684667"/>
                  </a:cubicBezTo>
                  <a:lnTo>
                    <a:pt x="114788" y="684667"/>
                  </a:lnTo>
                  <a:lnTo>
                    <a:pt x="118692" y="681909"/>
                  </a:lnTo>
                  <a:cubicBezTo>
                    <a:pt x="118692" y="681909"/>
                    <a:pt x="119264" y="681472"/>
                    <a:pt x="119836" y="681169"/>
                  </a:cubicBezTo>
                  <a:cubicBezTo>
                    <a:pt x="120409" y="680866"/>
                    <a:pt x="121721" y="679723"/>
                    <a:pt x="122293" y="679588"/>
                  </a:cubicBezTo>
                  <a:cubicBezTo>
                    <a:pt x="122865" y="679453"/>
                    <a:pt x="123942" y="678007"/>
                    <a:pt x="123942" y="678007"/>
                  </a:cubicBezTo>
                  <a:lnTo>
                    <a:pt x="124313" y="675988"/>
                  </a:lnTo>
                  <a:lnTo>
                    <a:pt x="124313" y="673365"/>
                  </a:lnTo>
                  <a:lnTo>
                    <a:pt x="126500" y="671783"/>
                  </a:lnTo>
                  <a:lnTo>
                    <a:pt x="128519" y="670034"/>
                  </a:lnTo>
                  <a:cubicBezTo>
                    <a:pt x="128519" y="670034"/>
                    <a:pt x="128957" y="668722"/>
                    <a:pt x="129529" y="668722"/>
                  </a:cubicBezTo>
                  <a:cubicBezTo>
                    <a:pt x="130101" y="668722"/>
                    <a:pt x="131986" y="666973"/>
                    <a:pt x="131986" y="666973"/>
                  </a:cubicBezTo>
                  <a:cubicBezTo>
                    <a:pt x="131986" y="666973"/>
                    <a:pt x="134308" y="664517"/>
                    <a:pt x="134745" y="664517"/>
                  </a:cubicBezTo>
                  <a:cubicBezTo>
                    <a:pt x="135183" y="664517"/>
                    <a:pt x="136933" y="662331"/>
                    <a:pt x="136933" y="662331"/>
                  </a:cubicBezTo>
                  <a:lnTo>
                    <a:pt x="138952" y="660582"/>
                  </a:lnTo>
                  <a:lnTo>
                    <a:pt x="143159" y="655502"/>
                  </a:lnTo>
                  <a:lnTo>
                    <a:pt x="147366" y="652878"/>
                  </a:lnTo>
                  <a:lnTo>
                    <a:pt x="153154" y="651566"/>
                  </a:lnTo>
                  <a:lnTo>
                    <a:pt x="158236" y="651566"/>
                  </a:lnTo>
                  <a:lnTo>
                    <a:pt x="161568" y="652138"/>
                  </a:lnTo>
                  <a:lnTo>
                    <a:pt x="164328" y="653282"/>
                  </a:lnTo>
                  <a:lnTo>
                    <a:pt x="166583" y="653147"/>
                  </a:lnTo>
                  <a:lnTo>
                    <a:pt x="167828" y="651566"/>
                  </a:lnTo>
                  <a:lnTo>
                    <a:pt x="167828" y="648942"/>
                  </a:lnTo>
                  <a:lnTo>
                    <a:pt x="166953" y="645612"/>
                  </a:lnTo>
                  <a:lnTo>
                    <a:pt x="166078" y="643425"/>
                  </a:lnTo>
                  <a:lnTo>
                    <a:pt x="165001" y="641541"/>
                  </a:lnTo>
                  <a:lnTo>
                    <a:pt x="164362" y="639220"/>
                  </a:lnTo>
                  <a:lnTo>
                    <a:pt x="164362" y="638480"/>
                  </a:lnTo>
                  <a:lnTo>
                    <a:pt x="165371" y="636731"/>
                  </a:lnTo>
                  <a:lnTo>
                    <a:pt x="166549" y="634982"/>
                  </a:lnTo>
                  <a:lnTo>
                    <a:pt x="166684" y="632526"/>
                  </a:lnTo>
                  <a:lnTo>
                    <a:pt x="166549" y="631651"/>
                  </a:lnTo>
                  <a:lnTo>
                    <a:pt x="167862" y="630642"/>
                  </a:lnTo>
                  <a:lnTo>
                    <a:pt x="170453" y="630642"/>
                  </a:lnTo>
                  <a:lnTo>
                    <a:pt x="173347" y="629902"/>
                  </a:lnTo>
                  <a:lnTo>
                    <a:pt x="176679" y="630642"/>
                  </a:lnTo>
                  <a:lnTo>
                    <a:pt x="180011" y="631786"/>
                  </a:lnTo>
                  <a:lnTo>
                    <a:pt x="180718" y="633098"/>
                  </a:lnTo>
                  <a:lnTo>
                    <a:pt x="184622" y="634242"/>
                  </a:lnTo>
                  <a:lnTo>
                    <a:pt x="191891" y="633872"/>
                  </a:lnTo>
                  <a:lnTo>
                    <a:pt x="197107" y="634511"/>
                  </a:lnTo>
                  <a:cubicBezTo>
                    <a:pt x="197107" y="634511"/>
                    <a:pt x="202122" y="634410"/>
                    <a:pt x="202324" y="634410"/>
                  </a:cubicBezTo>
                  <a:cubicBezTo>
                    <a:pt x="202526" y="634410"/>
                    <a:pt x="206901" y="634948"/>
                    <a:pt x="206901" y="634948"/>
                  </a:cubicBezTo>
                  <a:lnTo>
                    <a:pt x="211040" y="635856"/>
                  </a:lnTo>
                  <a:lnTo>
                    <a:pt x="213968" y="636731"/>
                  </a:lnTo>
                  <a:lnTo>
                    <a:pt x="216829" y="635083"/>
                  </a:lnTo>
                  <a:lnTo>
                    <a:pt x="218848" y="633064"/>
                  </a:lnTo>
                  <a:lnTo>
                    <a:pt x="220430" y="630878"/>
                  </a:lnTo>
                  <a:lnTo>
                    <a:pt x="221440" y="628859"/>
                  </a:lnTo>
                  <a:lnTo>
                    <a:pt x="224334" y="628859"/>
                  </a:lnTo>
                  <a:lnTo>
                    <a:pt x="226050" y="628859"/>
                  </a:lnTo>
                  <a:lnTo>
                    <a:pt x="226925" y="631752"/>
                  </a:lnTo>
                  <a:lnTo>
                    <a:pt x="227800" y="633636"/>
                  </a:lnTo>
                  <a:cubicBezTo>
                    <a:pt x="227800" y="633636"/>
                    <a:pt x="229248" y="635385"/>
                    <a:pt x="229820" y="635385"/>
                  </a:cubicBezTo>
                  <a:cubicBezTo>
                    <a:pt x="230392" y="635385"/>
                    <a:pt x="233724" y="635823"/>
                    <a:pt x="234026" y="635251"/>
                  </a:cubicBezTo>
                  <a:cubicBezTo>
                    <a:pt x="234330" y="634679"/>
                    <a:pt x="236988" y="632661"/>
                    <a:pt x="237426" y="632358"/>
                  </a:cubicBezTo>
                  <a:cubicBezTo>
                    <a:pt x="237863" y="632055"/>
                    <a:pt x="239108" y="630474"/>
                    <a:pt x="239108" y="630474"/>
                  </a:cubicBezTo>
                  <a:lnTo>
                    <a:pt x="239108" y="629734"/>
                  </a:lnTo>
                  <a:lnTo>
                    <a:pt x="239108" y="626269"/>
                  </a:lnTo>
                  <a:lnTo>
                    <a:pt x="240118" y="624688"/>
                  </a:lnTo>
                  <a:lnTo>
                    <a:pt x="241700" y="622939"/>
                  </a:lnTo>
                  <a:lnTo>
                    <a:pt x="242575" y="621795"/>
                  </a:lnTo>
                  <a:lnTo>
                    <a:pt x="243887" y="620349"/>
                  </a:lnTo>
                  <a:lnTo>
                    <a:pt x="247959" y="619339"/>
                  </a:lnTo>
                  <a:lnTo>
                    <a:pt x="251426" y="618465"/>
                  </a:lnTo>
                  <a:lnTo>
                    <a:pt x="253883" y="618465"/>
                  </a:lnTo>
                  <a:lnTo>
                    <a:pt x="254623" y="620786"/>
                  </a:lnTo>
                  <a:lnTo>
                    <a:pt x="257517" y="622670"/>
                  </a:lnTo>
                  <a:lnTo>
                    <a:pt x="261859" y="622939"/>
                  </a:lnTo>
                  <a:lnTo>
                    <a:pt x="265191" y="619911"/>
                  </a:lnTo>
                  <a:lnTo>
                    <a:pt x="265191" y="615874"/>
                  </a:lnTo>
                  <a:cubicBezTo>
                    <a:pt x="265191" y="615874"/>
                    <a:pt x="266806" y="614731"/>
                    <a:pt x="266941" y="614125"/>
                  </a:cubicBezTo>
                  <a:cubicBezTo>
                    <a:pt x="267075" y="613553"/>
                    <a:pt x="267513" y="611232"/>
                    <a:pt x="268119" y="611232"/>
                  </a:cubicBezTo>
                  <a:cubicBezTo>
                    <a:pt x="268691" y="611232"/>
                    <a:pt x="271181" y="608642"/>
                    <a:pt x="271181" y="608642"/>
                  </a:cubicBezTo>
                  <a:lnTo>
                    <a:pt x="275826" y="607902"/>
                  </a:lnTo>
                  <a:lnTo>
                    <a:pt x="278888" y="608642"/>
                  </a:lnTo>
                  <a:cubicBezTo>
                    <a:pt x="278888" y="608642"/>
                    <a:pt x="280470" y="610526"/>
                    <a:pt x="280907" y="610660"/>
                  </a:cubicBezTo>
                  <a:cubicBezTo>
                    <a:pt x="281345" y="610795"/>
                    <a:pt x="282792" y="611232"/>
                    <a:pt x="282792" y="611232"/>
                  </a:cubicBezTo>
                  <a:lnTo>
                    <a:pt x="285249" y="610357"/>
                  </a:lnTo>
                  <a:lnTo>
                    <a:pt x="286124" y="607902"/>
                  </a:lnTo>
                  <a:lnTo>
                    <a:pt x="286124" y="607162"/>
                  </a:lnTo>
                  <a:lnTo>
                    <a:pt x="286124" y="604572"/>
                  </a:lnTo>
                  <a:lnTo>
                    <a:pt x="286999" y="604572"/>
                  </a:lnTo>
                  <a:cubicBezTo>
                    <a:pt x="286999" y="604572"/>
                    <a:pt x="289893" y="602116"/>
                    <a:pt x="290330" y="601948"/>
                  </a:cubicBezTo>
                  <a:cubicBezTo>
                    <a:pt x="290768" y="601813"/>
                    <a:pt x="292518" y="599929"/>
                    <a:pt x="293393" y="599492"/>
                  </a:cubicBezTo>
                  <a:cubicBezTo>
                    <a:pt x="294268" y="599055"/>
                    <a:pt x="295581" y="597608"/>
                    <a:pt x="295581" y="597608"/>
                  </a:cubicBezTo>
                  <a:lnTo>
                    <a:pt x="297331" y="595152"/>
                  </a:lnTo>
                  <a:lnTo>
                    <a:pt x="299215" y="592966"/>
                  </a:lnTo>
                  <a:lnTo>
                    <a:pt x="301403" y="588492"/>
                  </a:lnTo>
                  <a:lnTo>
                    <a:pt x="302850" y="585464"/>
                  </a:lnTo>
                  <a:lnTo>
                    <a:pt x="305307" y="582268"/>
                  </a:lnTo>
                  <a:lnTo>
                    <a:pt x="305307" y="579375"/>
                  </a:lnTo>
                  <a:lnTo>
                    <a:pt x="304432" y="575608"/>
                  </a:lnTo>
                  <a:cubicBezTo>
                    <a:pt x="304432" y="575608"/>
                    <a:pt x="303422" y="573152"/>
                    <a:pt x="303422" y="572715"/>
                  </a:cubicBezTo>
                  <a:cubicBezTo>
                    <a:pt x="303422" y="572278"/>
                    <a:pt x="302413" y="568813"/>
                    <a:pt x="302413" y="568813"/>
                  </a:cubicBezTo>
                  <a:cubicBezTo>
                    <a:pt x="302413" y="568813"/>
                    <a:pt x="301975" y="566929"/>
                    <a:pt x="301840" y="566357"/>
                  </a:cubicBezTo>
                  <a:cubicBezTo>
                    <a:pt x="301706" y="565785"/>
                    <a:pt x="301403" y="563733"/>
                    <a:pt x="301403" y="563733"/>
                  </a:cubicBezTo>
                  <a:lnTo>
                    <a:pt x="303422" y="562858"/>
                  </a:lnTo>
                  <a:lnTo>
                    <a:pt x="304432" y="562858"/>
                  </a:lnTo>
                  <a:cubicBezTo>
                    <a:pt x="304432" y="562858"/>
                    <a:pt x="306754" y="562556"/>
                    <a:pt x="307326" y="562858"/>
                  </a:cubicBezTo>
                  <a:cubicBezTo>
                    <a:pt x="307898" y="563161"/>
                    <a:pt x="308774" y="562455"/>
                    <a:pt x="309783" y="562724"/>
                  </a:cubicBezTo>
                  <a:cubicBezTo>
                    <a:pt x="310793" y="562993"/>
                    <a:pt x="312408" y="562118"/>
                    <a:pt x="312812" y="561849"/>
                  </a:cubicBezTo>
                  <a:cubicBezTo>
                    <a:pt x="313249" y="561547"/>
                    <a:pt x="312374" y="561547"/>
                    <a:pt x="312812" y="560974"/>
                  </a:cubicBezTo>
                  <a:cubicBezTo>
                    <a:pt x="313249" y="560403"/>
                    <a:pt x="311365" y="557947"/>
                    <a:pt x="311365" y="557947"/>
                  </a:cubicBezTo>
                  <a:lnTo>
                    <a:pt x="310119" y="555626"/>
                  </a:lnTo>
                  <a:lnTo>
                    <a:pt x="308740" y="553439"/>
                  </a:lnTo>
                  <a:lnTo>
                    <a:pt x="308740" y="551555"/>
                  </a:lnTo>
                  <a:lnTo>
                    <a:pt x="310187" y="548225"/>
                  </a:lnTo>
                  <a:lnTo>
                    <a:pt x="312072" y="546476"/>
                  </a:lnTo>
                  <a:lnTo>
                    <a:pt x="313956" y="545601"/>
                  </a:lnTo>
                  <a:lnTo>
                    <a:pt x="313956" y="542843"/>
                  </a:lnTo>
                  <a:lnTo>
                    <a:pt x="312879" y="540522"/>
                  </a:lnTo>
                  <a:lnTo>
                    <a:pt x="310927" y="538335"/>
                  </a:lnTo>
                  <a:lnTo>
                    <a:pt x="309345" y="535577"/>
                  </a:lnTo>
                  <a:lnTo>
                    <a:pt x="310927" y="533390"/>
                  </a:lnTo>
                  <a:lnTo>
                    <a:pt x="311634" y="532078"/>
                  </a:lnTo>
                  <a:lnTo>
                    <a:pt x="310322" y="530934"/>
                  </a:lnTo>
                  <a:lnTo>
                    <a:pt x="312072" y="529185"/>
                  </a:lnTo>
                  <a:lnTo>
                    <a:pt x="312206" y="527873"/>
                  </a:lnTo>
                  <a:lnTo>
                    <a:pt x="310019" y="526124"/>
                  </a:lnTo>
                  <a:lnTo>
                    <a:pt x="309009" y="523937"/>
                  </a:lnTo>
                  <a:lnTo>
                    <a:pt x="309884" y="522188"/>
                  </a:lnTo>
                  <a:lnTo>
                    <a:pt x="311466" y="521044"/>
                  </a:lnTo>
                  <a:lnTo>
                    <a:pt x="313047" y="521044"/>
                  </a:lnTo>
                  <a:lnTo>
                    <a:pt x="312610" y="516402"/>
                  </a:lnTo>
                  <a:lnTo>
                    <a:pt x="312172" y="514216"/>
                  </a:lnTo>
                  <a:lnTo>
                    <a:pt x="312172" y="513206"/>
                  </a:lnTo>
                  <a:lnTo>
                    <a:pt x="313047" y="508295"/>
                  </a:lnTo>
                  <a:lnTo>
                    <a:pt x="315807" y="507723"/>
                  </a:lnTo>
                  <a:cubicBezTo>
                    <a:pt x="315807" y="507723"/>
                    <a:pt x="318129" y="507286"/>
                    <a:pt x="318567" y="506983"/>
                  </a:cubicBezTo>
                  <a:lnTo>
                    <a:pt x="318264" y="501903"/>
                  </a:lnTo>
                  <a:cubicBezTo>
                    <a:pt x="318264" y="502206"/>
                    <a:pt x="315033" y="501331"/>
                    <a:pt x="313721" y="500659"/>
                  </a:cubicBezTo>
                  <a:close/>
                </a:path>
              </a:pathLst>
            </a:custGeom>
            <a:grpFill/>
            <a:ln w="6350" cap="flat">
              <a:solidFill>
                <a:schemeClr val="bg1"/>
              </a:solidFill>
              <a:prstDash val="solid"/>
              <a:miter/>
            </a:ln>
          </p:spPr>
          <p:txBody>
            <a:bodyPr rtlCol="0" anchor="ctr"/>
            <a:lstStyle/>
            <a:p>
              <a:endParaRPr lang="en-US"/>
            </a:p>
          </p:txBody>
        </p:sp>
        <p:sp>
          <p:nvSpPr>
            <p:cNvPr id="66" name="Freeform 905">
              <a:extLst>
                <a:ext uri="{FF2B5EF4-FFF2-40B4-BE49-F238E27FC236}">
                  <a16:creationId xmlns:a16="http://schemas.microsoft.com/office/drawing/2014/main" id="{7C12199F-CBCE-A8F3-48DC-59AD4FC4DF71}"/>
                </a:ext>
              </a:extLst>
            </p:cNvPr>
            <p:cNvSpPr/>
            <p:nvPr/>
          </p:nvSpPr>
          <p:spPr>
            <a:xfrm>
              <a:off x="7521508" y="2550228"/>
              <a:ext cx="287196" cy="470349"/>
            </a:xfrm>
            <a:custGeom>
              <a:avLst/>
              <a:gdLst>
                <a:gd name="connsiteX0" fmla="*/ 547829 w 551389"/>
                <a:gd name="connsiteY0" fmla="*/ 36062 h 903022"/>
                <a:gd name="connsiteX1" fmla="*/ 545238 w 551389"/>
                <a:gd name="connsiteY1" fmla="*/ 35187 h 903022"/>
                <a:gd name="connsiteX2" fmla="*/ 542310 w 551389"/>
                <a:gd name="connsiteY2" fmla="*/ 32260 h 903022"/>
                <a:gd name="connsiteX3" fmla="*/ 537868 w 551389"/>
                <a:gd name="connsiteY3" fmla="*/ 30848 h 903022"/>
                <a:gd name="connsiteX4" fmla="*/ 536353 w 551389"/>
                <a:gd name="connsiteY4" fmla="*/ 25734 h 903022"/>
                <a:gd name="connsiteX5" fmla="*/ 539517 w 551389"/>
                <a:gd name="connsiteY5" fmla="*/ 23548 h 903022"/>
                <a:gd name="connsiteX6" fmla="*/ 541906 w 551389"/>
                <a:gd name="connsiteY6" fmla="*/ 23716 h 903022"/>
                <a:gd name="connsiteX7" fmla="*/ 541334 w 551389"/>
                <a:gd name="connsiteY7" fmla="*/ 23009 h 903022"/>
                <a:gd name="connsiteX8" fmla="*/ 542546 w 551389"/>
                <a:gd name="connsiteY8" fmla="*/ 20150 h 903022"/>
                <a:gd name="connsiteX9" fmla="*/ 542546 w 551389"/>
                <a:gd name="connsiteY9" fmla="*/ 16382 h 903022"/>
                <a:gd name="connsiteX10" fmla="*/ 534704 w 551389"/>
                <a:gd name="connsiteY10" fmla="*/ 16382 h 903022"/>
                <a:gd name="connsiteX11" fmla="*/ 533829 w 551389"/>
                <a:gd name="connsiteY11" fmla="*/ 12043 h 903022"/>
                <a:gd name="connsiteX12" fmla="*/ 533829 w 551389"/>
                <a:gd name="connsiteY12" fmla="*/ 8578 h 903022"/>
                <a:gd name="connsiteX13" fmla="*/ 536017 w 551389"/>
                <a:gd name="connsiteY13" fmla="*/ 6392 h 903022"/>
                <a:gd name="connsiteX14" fmla="*/ 537464 w 551389"/>
                <a:gd name="connsiteY14" fmla="*/ 3499 h 903022"/>
                <a:gd name="connsiteX15" fmla="*/ 537161 w 551389"/>
                <a:gd name="connsiteY15" fmla="*/ 1749 h 903022"/>
                <a:gd name="connsiteX16" fmla="*/ 535276 w 551389"/>
                <a:gd name="connsiteY16" fmla="*/ 875 h 903022"/>
                <a:gd name="connsiteX17" fmla="*/ 533829 w 551389"/>
                <a:gd name="connsiteY17" fmla="*/ 0 h 903022"/>
                <a:gd name="connsiteX18" fmla="*/ 530363 w 551389"/>
                <a:gd name="connsiteY18" fmla="*/ 1144 h 903022"/>
                <a:gd name="connsiteX19" fmla="*/ 526156 w 551389"/>
                <a:gd name="connsiteY19" fmla="*/ 4340 h 903022"/>
                <a:gd name="connsiteX20" fmla="*/ 521814 w 551389"/>
                <a:gd name="connsiteY20" fmla="*/ 7233 h 903022"/>
                <a:gd name="connsiteX21" fmla="*/ 513973 w 551389"/>
                <a:gd name="connsiteY21" fmla="*/ 12884 h 903022"/>
                <a:gd name="connsiteX22" fmla="*/ 509631 w 551389"/>
                <a:gd name="connsiteY22" fmla="*/ 17358 h 903022"/>
                <a:gd name="connsiteX23" fmla="*/ 504852 w 551389"/>
                <a:gd name="connsiteY23" fmla="*/ 22572 h 903022"/>
                <a:gd name="connsiteX24" fmla="*/ 503170 w 551389"/>
                <a:gd name="connsiteY24" fmla="*/ 27214 h 903022"/>
                <a:gd name="connsiteX25" fmla="*/ 500780 w 551389"/>
                <a:gd name="connsiteY25" fmla="*/ 30107 h 903022"/>
                <a:gd name="connsiteX26" fmla="*/ 500780 w 551389"/>
                <a:gd name="connsiteY26" fmla="*/ 32866 h 903022"/>
                <a:gd name="connsiteX27" fmla="*/ 498189 w 551389"/>
                <a:gd name="connsiteY27" fmla="*/ 34615 h 903022"/>
                <a:gd name="connsiteX28" fmla="*/ 496876 w 551389"/>
                <a:gd name="connsiteY28" fmla="*/ 37205 h 903022"/>
                <a:gd name="connsiteX29" fmla="*/ 495429 w 551389"/>
                <a:gd name="connsiteY29" fmla="*/ 37205 h 903022"/>
                <a:gd name="connsiteX30" fmla="*/ 490347 w 551389"/>
                <a:gd name="connsiteY30" fmla="*/ 32563 h 903022"/>
                <a:gd name="connsiteX31" fmla="*/ 485568 w 551389"/>
                <a:gd name="connsiteY31" fmla="*/ 31117 h 903022"/>
                <a:gd name="connsiteX32" fmla="*/ 482674 w 551389"/>
                <a:gd name="connsiteY32" fmla="*/ 29367 h 903022"/>
                <a:gd name="connsiteX33" fmla="*/ 480352 w 551389"/>
                <a:gd name="connsiteY33" fmla="*/ 28661 h 903022"/>
                <a:gd name="connsiteX34" fmla="*/ 477761 w 551389"/>
                <a:gd name="connsiteY34" fmla="*/ 28795 h 903022"/>
                <a:gd name="connsiteX35" fmla="*/ 474126 w 551389"/>
                <a:gd name="connsiteY35" fmla="*/ 29939 h 903022"/>
                <a:gd name="connsiteX36" fmla="*/ 474126 w 551389"/>
                <a:gd name="connsiteY36" fmla="*/ 33404 h 903022"/>
                <a:gd name="connsiteX37" fmla="*/ 471972 w 551389"/>
                <a:gd name="connsiteY37" fmla="*/ 34716 h 903022"/>
                <a:gd name="connsiteX38" fmla="*/ 468203 w 551389"/>
                <a:gd name="connsiteY38" fmla="*/ 30377 h 903022"/>
                <a:gd name="connsiteX39" fmla="*/ 464871 w 551389"/>
                <a:gd name="connsiteY39" fmla="*/ 27618 h 903022"/>
                <a:gd name="connsiteX40" fmla="*/ 461775 w 551389"/>
                <a:gd name="connsiteY40" fmla="*/ 23279 h 903022"/>
                <a:gd name="connsiteX41" fmla="*/ 460799 w 551389"/>
                <a:gd name="connsiteY41" fmla="*/ 20823 h 903022"/>
                <a:gd name="connsiteX42" fmla="*/ 460799 w 551389"/>
                <a:gd name="connsiteY42" fmla="*/ 17190 h 903022"/>
                <a:gd name="connsiteX43" fmla="*/ 457601 w 551389"/>
                <a:gd name="connsiteY43" fmla="*/ 15676 h 903022"/>
                <a:gd name="connsiteX44" fmla="*/ 453092 w 551389"/>
                <a:gd name="connsiteY44" fmla="*/ 16315 h 903022"/>
                <a:gd name="connsiteX45" fmla="*/ 449457 w 551389"/>
                <a:gd name="connsiteY45" fmla="*/ 16315 h 903022"/>
                <a:gd name="connsiteX46" fmla="*/ 444678 w 551389"/>
                <a:gd name="connsiteY46" fmla="*/ 16450 h 903022"/>
                <a:gd name="connsiteX47" fmla="*/ 440606 w 551389"/>
                <a:gd name="connsiteY47" fmla="*/ 19343 h 903022"/>
                <a:gd name="connsiteX48" fmla="*/ 444678 w 551389"/>
                <a:gd name="connsiteY48" fmla="*/ 22976 h 903022"/>
                <a:gd name="connsiteX49" fmla="*/ 448885 w 551389"/>
                <a:gd name="connsiteY49" fmla="*/ 27046 h 903022"/>
                <a:gd name="connsiteX50" fmla="*/ 453664 w 551389"/>
                <a:gd name="connsiteY50" fmla="*/ 28795 h 903022"/>
                <a:gd name="connsiteX51" fmla="*/ 451779 w 551389"/>
                <a:gd name="connsiteY51" fmla="*/ 31554 h 903022"/>
                <a:gd name="connsiteX52" fmla="*/ 449020 w 551389"/>
                <a:gd name="connsiteY52" fmla="*/ 34010 h 903022"/>
                <a:gd name="connsiteX53" fmla="*/ 447438 w 551389"/>
                <a:gd name="connsiteY53" fmla="*/ 35591 h 903022"/>
                <a:gd name="connsiteX54" fmla="*/ 443366 w 551389"/>
                <a:gd name="connsiteY54" fmla="*/ 38181 h 903022"/>
                <a:gd name="connsiteX55" fmla="*/ 439462 w 551389"/>
                <a:gd name="connsiteY55" fmla="*/ 40065 h 903022"/>
                <a:gd name="connsiteX56" fmla="*/ 435389 w 551389"/>
                <a:gd name="connsiteY56" fmla="*/ 43261 h 903022"/>
                <a:gd name="connsiteX57" fmla="*/ 431485 w 551389"/>
                <a:gd name="connsiteY57" fmla="*/ 44572 h 903022"/>
                <a:gd name="connsiteX58" fmla="*/ 426269 w 551389"/>
                <a:gd name="connsiteY58" fmla="*/ 49921 h 903022"/>
                <a:gd name="connsiteX59" fmla="*/ 423206 w 551389"/>
                <a:gd name="connsiteY59" fmla="*/ 53689 h 903022"/>
                <a:gd name="connsiteX60" fmla="*/ 418427 w 551389"/>
                <a:gd name="connsiteY60" fmla="*/ 56582 h 903022"/>
                <a:gd name="connsiteX61" fmla="*/ 413480 w 551389"/>
                <a:gd name="connsiteY61" fmla="*/ 58466 h 903022"/>
                <a:gd name="connsiteX62" fmla="*/ 407389 w 551389"/>
                <a:gd name="connsiteY62" fmla="*/ 60047 h 903022"/>
                <a:gd name="connsiteX63" fmla="*/ 405807 w 551389"/>
                <a:gd name="connsiteY63" fmla="*/ 63512 h 903022"/>
                <a:gd name="connsiteX64" fmla="*/ 404225 w 551389"/>
                <a:gd name="connsiteY64" fmla="*/ 68154 h 903022"/>
                <a:gd name="connsiteX65" fmla="*/ 403855 w 551389"/>
                <a:gd name="connsiteY65" fmla="*/ 72359 h 903022"/>
                <a:gd name="connsiteX66" fmla="*/ 403350 w 551389"/>
                <a:gd name="connsiteY66" fmla="*/ 77573 h 903022"/>
                <a:gd name="connsiteX67" fmla="*/ 403350 w 551389"/>
                <a:gd name="connsiteY67" fmla="*/ 81475 h 903022"/>
                <a:gd name="connsiteX68" fmla="*/ 400456 w 551389"/>
                <a:gd name="connsiteY68" fmla="*/ 83796 h 903022"/>
                <a:gd name="connsiteX69" fmla="*/ 398571 w 551389"/>
                <a:gd name="connsiteY69" fmla="*/ 87867 h 903022"/>
                <a:gd name="connsiteX70" fmla="*/ 393490 w 551389"/>
                <a:gd name="connsiteY70" fmla="*/ 89313 h 903022"/>
                <a:gd name="connsiteX71" fmla="*/ 388576 w 551389"/>
                <a:gd name="connsiteY71" fmla="*/ 89313 h 903022"/>
                <a:gd name="connsiteX72" fmla="*/ 384941 w 551389"/>
                <a:gd name="connsiteY72" fmla="*/ 86555 h 903022"/>
                <a:gd name="connsiteX73" fmla="*/ 381744 w 551389"/>
                <a:gd name="connsiteY73" fmla="*/ 88439 h 903022"/>
                <a:gd name="connsiteX74" fmla="*/ 379052 w 551389"/>
                <a:gd name="connsiteY74" fmla="*/ 93653 h 903022"/>
                <a:gd name="connsiteX75" fmla="*/ 377234 w 551389"/>
                <a:gd name="connsiteY75" fmla="*/ 97690 h 903022"/>
                <a:gd name="connsiteX76" fmla="*/ 377234 w 551389"/>
                <a:gd name="connsiteY76" fmla="*/ 102332 h 903022"/>
                <a:gd name="connsiteX77" fmla="*/ 376494 w 551389"/>
                <a:gd name="connsiteY77" fmla="*/ 105965 h 903022"/>
                <a:gd name="connsiteX78" fmla="*/ 378109 w 551389"/>
                <a:gd name="connsiteY78" fmla="*/ 109295 h 903022"/>
                <a:gd name="connsiteX79" fmla="*/ 378681 w 551389"/>
                <a:gd name="connsiteY79" fmla="*/ 111751 h 903022"/>
                <a:gd name="connsiteX80" fmla="*/ 374475 w 551389"/>
                <a:gd name="connsiteY80" fmla="*/ 112491 h 903022"/>
                <a:gd name="connsiteX81" fmla="*/ 370840 w 551389"/>
                <a:gd name="connsiteY81" fmla="*/ 113366 h 903022"/>
                <a:gd name="connsiteX82" fmla="*/ 368383 w 551389"/>
                <a:gd name="connsiteY82" fmla="*/ 116124 h 903022"/>
                <a:gd name="connsiteX83" fmla="*/ 364748 w 551389"/>
                <a:gd name="connsiteY83" fmla="*/ 117436 h 903022"/>
                <a:gd name="connsiteX84" fmla="*/ 361854 w 551389"/>
                <a:gd name="connsiteY84" fmla="*/ 122650 h 903022"/>
                <a:gd name="connsiteX85" fmla="*/ 357647 w 551389"/>
                <a:gd name="connsiteY85" fmla="*/ 126283 h 903022"/>
                <a:gd name="connsiteX86" fmla="*/ 355628 w 551389"/>
                <a:gd name="connsiteY86" fmla="*/ 127292 h 903022"/>
                <a:gd name="connsiteX87" fmla="*/ 351556 w 551389"/>
                <a:gd name="connsiteY87" fmla="*/ 129311 h 903022"/>
                <a:gd name="connsiteX88" fmla="*/ 346777 w 551389"/>
                <a:gd name="connsiteY88" fmla="*/ 129311 h 903022"/>
                <a:gd name="connsiteX89" fmla="*/ 345195 w 551389"/>
                <a:gd name="connsiteY89" fmla="*/ 132776 h 903022"/>
                <a:gd name="connsiteX90" fmla="*/ 342435 w 551389"/>
                <a:gd name="connsiteY90" fmla="*/ 135669 h 903022"/>
                <a:gd name="connsiteX91" fmla="*/ 343075 w 551389"/>
                <a:gd name="connsiteY91" fmla="*/ 140176 h 903022"/>
                <a:gd name="connsiteX92" fmla="*/ 338935 w 551389"/>
                <a:gd name="connsiteY92" fmla="*/ 144516 h 903022"/>
                <a:gd name="connsiteX93" fmla="*/ 338935 w 551389"/>
                <a:gd name="connsiteY93" fmla="*/ 147543 h 903022"/>
                <a:gd name="connsiteX94" fmla="*/ 338935 w 551389"/>
                <a:gd name="connsiteY94" fmla="*/ 149360 h 903022"/>
                <a:gd name="connsiteX95" fmla="*/ 338935 w 551389"/>
                <a:gd name="connsiteY95" fmla="*/ 154574 h 903022"/>
                <a:gd name="connsiteX96" fmla="*/ 337926 w 551389"/>
                <a:gd name="connsiteY96" fmla="*/ 160528 h 903022"/>
                <a:gd name="connsiteX97" fmla="*/ 339810 w 551389"/>
                <a:gd name="connsiteY97" fmla="*/ 163859 h 903022"/>
                <a:gd name="connsiteX98" fmla="*/ 342873 w 551389"/>
                <a:gd name="connsiteY98" fmla="*/ 166617 h 903022"/>
                <a:gd name="connsiteX99" fmla="*/ 345633 w 551389"/>
                <a:gd name="connsiteY99" fmla="*/ 166617 h 903022"/>
                <a:gd name="connsiteX100" fmla="*/ 349537 w 551389"/>
                <a:gd name="connsiteY100" fmla="*/ 170385 h 903022"/>
                <a:gd name="connsiteX101" fmla="*/ 351287 w 551389"/>
                <a:gd name="connsiteY101" fmla="*/ 173850 h 903022"/>
                <a:gd name="connsiteX102" fmla="*/ 351590 w 551389"/>
                <a:gd name="connsiteY102" fmla="*/ 176877 h 903022"/>
                <a:gd name="connsiteX103" fmla="*/ 351455 w 551389"/>
                <a:gd name="connsiteY103" fmla="*/ 179770 h 903022"/>
                <a:gd name="connsiteX104" fmla="*/ 350142 w 551389"/>
                <a:gd name="connsiteY104" fmla="*/ 182226 h 903022"/>
                <a:gd name="connsiteX105" fmla="*/ 348392 w 551389"/>
                <a:gd name="connsiteY105" fmla="*/ 185994 h 903022"/>
                <a:gd name="connsiteX106" fmla="*/ 347517 w 551389"/>
                <a:gd name="connsiteY106" fmla="*/ 188449 h 903022"/>
                <a:gd name="connsiteX107" fmla="*/ 346642 w 551389"/>
                <a:gd name="connsiteY107" fmla="*/ 190636 h 903022"/>
                <a:gd name="connsiteX108" fmla="*/ 344051 w 551389"/>
                <a:gd name="connsiteY108" fmla="*/ 190636 h 903022"/>
                <a:gd name="connsiteX109" fmla="*/ 339137 w 551389"/>
                <a:gd name="connsiteY109" fmla="*/ 190737 h 903022"/>
                <a:gd name="connsiteX110" fmla="*/ 337993 w 551389"/>
                <a:gd name="connsiteY110" fmla="*/ 189189 h 903022"/>
                <a:gd name="connsiteX111" fmla="*/ 337118 w 551389"/>
                <a:gd name="connsiteY111" fmla="*/ 184715 h 903022"/>
                <a:gd name="connsiteX112" fmla="*/ 333921 w 551389"/>
                <a:gd name="connsiteY112" fmla="*/ 182394 h 903022"/>
                <a:gd name="connsiteX113" fmla="*/ 332777 w 551389"/>
                <a:gd name="connsiteY113" fmla="*/ 178761 h 903022"/>
                <a:gd name="connsiteX114" fmla="*/ 331262 w 551389"/>
                <a:gd name="connsiteY114" fmla="*/ 178324 h 903022"/>
                <a:gd name="connsiteX115" fmla="*/ 328570 w 551389"/>
                <a:gd name="connsiteY115" fmla="*/ 178626 h 903022"/>
                <a:gd name="connsiteX116" fmla="*/ 328570 w 551389"/>
                <a:gd name="connsiteY116" fmla="*/ 180645 h 903022"/>
                <a:gd name="connsiteX117" fmla="*/ 326820 w 551389"/>
                <a:gd name="connsiteY117" fmla="*/ 183841 h 903022"/>
                <a:gd name="connsiteX118" fmla="*/ 326820 w 551389"/>
                <a:gd name="connsiteY118" fmla="*/ 185859 h 903022"/>
                <a:gd name="connsiteX119" fmla="*/ 326820 w 551389"/>
                <a:gd name="connsiteY119" fmla="*/ 187608 h 903022"/>
                <a:gd name="connsiteX120" fmla="*/ 325070 w 551389"/>
                <a:gd name="connsiteY120" fmla="*/ 190232 h 903022"/>
                <a:gd name="connsiteX121" fmla="*/ 325070 w 551389"/>
                <a:gd name="connsiteY121" fmla="*/ 192856 h 903022"/>
                <a:gd name="connsiteX122" fmla="*/ 325070 w 551389"/>
                <a:gd name="connsiteY122" fmla="*/ 198070 h 903022"/>
                <a:gd name="connsiteX123" fmla="*/ 325507 w 551389"/>
                <a:gd name="connsiteY123" fmla="*/ 200391 h 903022"/>
                <a:gd name="connsiteX124" fmla="*/ 325070 w 551389"/>
                <a:gd name="connsiteY124" fmla="*/ 203284 h 903022"/>
                <a:gd name="connsiteX125" fmla="*/ 325070 w 551389"/>
                <a:gd name="connsiteY125" fmla="*/ 206749 h 903022"/>
                <a:gd name="connsiteX126" fmla="*/ 325070 w 551389"/>
                <a:gd name="connsiteY126" fmla="*/ 209373 h 903022"/>
                <a:gd name="connsiteX127" fmla="*/ 326820 w 551389"/>
                <a:gd name="connsiteY127" fmla="*/ 211997 h 903022"/>
                <a:gd name="connsiteX128" fmla="*/ 328839 w 551389"/>
                <a:gd name="connsiteY128" fmla="*/ 212872 h 903022"/>
                <a:gd name="connsiteX129" fmla="*/ 331027 w 551389"/>
                <a:gd name="connsiteY129" fmla="*/ 214890 h 903022"/>
                <a:gd name="connsiteX130" fmla="*/ 331464 w 551389"/>
                <a:gd name="connsiteY130" fmla="*/ 217211 h 903022"/>
                <a:gd name="connsiteX131" fmla="*/ 330724 w 551389"/>
                <a:gd name="connsiteY131" fmla="*/ 219667 h 903022"/>
                <a:gd name="connsiteX132" fmla="*/ 327695 w 551389"/>
                <a:gd name="connsiteY132" fmla="*/ 219667 h 903022"/>
                <a:gd name="connsiteX133" fmla="*/ 325070 w 551389"/>
                <a:gd name="connsiteY133" fmla="*/ 220811 h 903022"/>
                <a:gd name="connsiteX134" fmla="*/ 321031 w 551389"/>
                <a:gd name="connsiteY134" fmla="*/ 220811 h 903022"/>
                <a:gd name="connsiteX135" fmla="*/ 313358 w 551389"/>
                <a:gd name="connsiteY135" fmla="*/ 221517 h 903022"/>
                <a:gd name="connsiteX136" fmla="*/ 302050 w 551389"/>
                <a:gd name="connsiteY136" fmla="*/ 218254 h 903022"/>
                <a:gd name="connsiteX137" fmla="*/ 297910 w 551389"/>
                <a:gd name="connsiteY137" fmla="*/ 219330 h 903022"/>
                <a:gd name="connsiteX138" fmla="*/ 292896 w 551389"/>
                <a:gd name="connsiteY138" fmla="*/ 223233 h 903022"/>
                <a:gd name="connsiteX139" fmla="*/ 285929 w 551389"/>
                <a:gd name="connsiteY139" fmla="*/ 223233 h 903022"/>
                <a:gd name="connsiteX140" fmla="*/ 282564 w 551389"/>
                <a:gd name="connsiteY140" fmla="*/ 220912 h 903022"/>
                <a:gd name="connsiteX141" fmla="*/ 279400 w 551389"/>
                <a:gd name="connsiteY141" fmla="*/ 218018 h 903022"/>
                <a:gd name="connsiteX142" fmla="*/ 275497 w 551389"/>
                <a:gd name="connsiteY142" fmla="*/ 218018 h 903022"/>
                <a:gd name="connsiteX143" fmla="*/ 271929 w 551389"/>
                <a:gd name="connsiteY143" fmla="*/ 218355 h 903022"/>
                <a:gd name="connsiteX144" fmla="*/ 270617 w 551389"/>
                <a:gd name="connsiteY144" fmla="*/ 221282 h 903022"/>
                <a:gd name="connsiteX145" fmla="*/ 264188 w 551389"/>
                <a:gd name="connsiteY145" fmla="*/ 219667 h 903022"/>
                <a:gd name="connsiteX146" fmla="*/ 261462 w 551389"/>
                <a:gd name="connsiteY146" fmla="*/ 215866 h 903022"/>
                <a:gd name="connsiteX147" fmla="*/ 258434 w 551389"/>
                <a:gd name="connsiteY147" fmla="*/ 208364 h 903022"/>
                <a:gd name="connsiteX148" fmla="*/ 255842 w 551389"/>
                <a:gd name="connsiteY148" fmla="*/ 203150 h 903022"/>
                <a:gd name="connsiteX149" fmla="*/ 252140 w 551389"/>
                <a:gd name="connsiteY149" fmla="*/ 201199 h 903022"/>
                <a:gd name="connsiteX150" fmla="*/ 251602 w 551389"/>
                <a:gd name="connsiteY150" fmla="*/ 198171 h 903022"/>
                <a:gd name="connsiteX151" fmla="*/ 247159 w 551389"/>
                <a:gd name="connsiteY151" fmla="*/ 199147 h 903022"/>
                <a:gd name="connsiteX152" fmla="*/ 240731 w 551389"/>
                <a:gd name="connsiteY152" fmla="*/ 198171 h 903022"/>
                <a:gd name="connsiteX153" fmla="*/ 234303 w 551389"/>
                <a:gd name="connsiteY153" fmla="*/ 196422 h 903022"/>
                <a:gd name="connsiteX154" fmla="*/ 228414 w 551389"/>
                <a:gd name="connsiteY154" fmla="*/ 194235 h 903022"/>
                <a:gd name="connsiteX155" fmla="*/ 224274 w 551389"/>
                <a:gd name="connsiteY155" fmla="*/ 195312 h 903022"/>
                <a:gd name="connsiteX156" fmla="*/ 223298 w 551389"/>
                <a:gd name="connsiteY156" fmla="*/ 199214 h 903022"/>
                <a:gd name="connsiteX157" fmla="*/ 223298 w 551389"/>
                <a:gd name="connsiteY157" fmla="*/ 201602 h 903022"/>
                <a:gd name="connsiteX158" fmla="*/ 222322 w 551389"/>
                <a:gd name="connsiteY158" fmla="*/ 203890 h 903022"/>
                <a:gd name="connsiteX159" fmla="*/ 220034 w 551389"/>
                <a:gd name="connsiteY159" fmla="*/ 205303 h 903022"/>
                <a:gd name="connsiteX160" fmla="*/ 216029 w 551389"/>
                <a:gd name="connsiteY160" fmla="*/ 206076 h 903022"/>
                <a:gd name="connsiteX161" fmla="*/ 213101 w 551389"/>
                <a:gd name="connsiteY161" fmla="*/ 208465 h 903022"/>
                <a:gd name="connsiteX162" fmla="*/ 208086 w 551389"/>
                <a:gd name="connsiteY162" fmla="*/ 211089 h 903022"/>
                <a:gd name="connsiteX163" fmla="*/ 206471 w 551389"/>
                <a:gd name="connsiteY163" fmla="*/ 213275 h 903022"/>
                <a:gd name="connsiteX164" fmla="*/ 201692 w 551389"/>
                <a:gd name="connsiteY164" fmla="*/ 213713 h 903022"/>
                <a:gd name="connsiteX165" fmla="*/ 199841 w 551389"/>
                <a:gd name="connsiteY165" fmla="*/ 218489 h 903022"/>
                <a:gd name="connsiteX166" fmla="*/ 197351 w 551389"/>
                <a:gd name="connsiteY166" fmla="*/ 223804 h 903022"/>
                <a:gd name="connsiteX167" fmla="*/ 193346 w 551389"/>
                <a:gd name="connsiteY167" fmla="*/ 228480 h 903022"/>
                <a:gd name="connsiteX168" fmla="*/ 193346 w 551389"/>
                <a:gd name="connsiteY168" fmla="*/ 231844 h 903022"/>
                <a:gd name="connsiteX169" fmla="*/ 195668 w 551389"/>
                <a:gd name="connsiteY169" fmla="*/ 234704 h 903022"/>
                <a:gd name="connsiteX170" fmla="*/ 194658 w 551389"/>
                <a:gd name="connsiteY170" fmla="*/ 238337 h 903022"/>
                <a:gd name="connsiteX171" fmla="*/ 190451 w 551389"/>
                <a:gd name="connsiteY171" fmla="*/ 242676 h 903022"/>
                <a:gd name="connsiteX172" fmla="*/ 187254 w 551389"/>
                <a:gd name="connsiteY172" fmla="*/ 246747 h 903022"/>
                <a:gd name="connsiteX173" fmla="*/ 186379 w 551389"/>
                <a:gd name="connsiteY173" fmla="*/ 249943 h 903022"/>
                <a:gd name="connsiteX174" fmla="*/ 188331 w 551389"/>
                <a:gd name="connsiteY174" fmla="*/ 251322 h 903022"/>
                <a:gd name="connsiteX175" fmla="*/ 188634 w 551389"/>
                <a:gd name="connsiteY175" fmla="*/ 252566 h 903022"/>
                <a:gd name="connsiteX176" fmla="*/ 187187 w 551389"/>
                <a:gd name="connsiteY176" fmla="*/ 255257 h 903022"/>
                <a:gd name="connsiteX177" fmla="*/ 184494 w 551389"/>
                <a:gd name="connsiteY177" fmla="*/ 256637 h 903022"/>
                <a:gd name="connsiteX178" fmla="*/ 185369 w 551389"/>
                <a:gd name="connsiteY178" fmla="*/ 259833 h 903022"/>
                <a:gd name="connsiteX179" fmla="*/ 188567 w 551389"/>
                <a:gd name="connsiteY179" fmla="*/ 259833 h 903022"/>
                <a:gd name="connsiteX180" fmla="*/ 188769 w 551389"/>
                <a:gd name="connsiteY180" fmla="*/ 261716 h 903022"/>
                <a:gd name="connsiteX181" fmla="*/ 187826 w 551389"/>
                <a:gd name="connsiteY181" fmla="*/ 264105 h 903022"/>
                <a:gd name="connsiteX182" fmla="*/ 186749 w 551389"/>
                <a:gd name="connsiteY182" fmla="*/ 265989 h 903022"/>
                <a:gd name="connsiteX183" fmla="*/ 186615 w 551389"/>
                <a:gd name="connsiteY183" fmla="*/ 267872 h 903022"/>
                <a:gd name="connsiteX184" fmla="*/ 187860 w 551389"/>
                <a:gd name="connsiteY184" fmla="*/ 270261 h 903022"/>
                <a:gd name="connsiteX185" fmla="*/ 189610 w 551389"/>
                <a:gd name="connsiteY185" fmla="*/ 271203 h 903022"/>
                <a:gd name="connsiteX186" fmla="*/ 191798 w 551389"/>
                <a:gd name="connsiteY186" fmla="*/ 272447 h 903022"/>
                <a:gd name="connsiteX187" fmla="*/ 194322 w 551389"/>
                <a:gd name="connsiteY187" fmla="*/ 274634 h 903022"/>
                <a:gd name="connsiteX188" fmla="*/ 195398 w 551389"/>
                <a:gd name="connsiteY188" fmla="*/ 275576 h 903022"/>
                <a:gd name="connsiteX189" fmla="*/ 195701 w 551389"/>
                <a:gd name="connsiteY189" fmla="*/ 276821 h 903022"/>
                <a:gd name="connsiteX190" fmla="*/ 195500 w 551389"/>
                <a:gd name="connsiteY190" fmla="*/ 278032 h 903022"/>
                <a:gd name="connsiteX191" fmla="*/ 193749 w 551389"/>
                <a:gd name="connsiteY191" fmla="*/ 279478 h 903022"/>
                <a:gd name="connsiteX192" fmla="*/ 191798 w 551389"/>
                <a:gd name="connsiteY192" fmla="*/ 281867 h 903022"/>
                <a:gd name="connsiteX193" fmla="*/ 190889 w 551389"/>
                <a:gd name="connsiteY193" fmla="*/ 285937 h 903022"/>
                <a:gd name="connsiteX194" fmla="*/ 191225 w 551389"/>
                <a:gd name="connsiteY194" fmla="*/ 289637 h 903022"/>
                <a:gd name="connsiteX195" fmla="*/ 191225 w 551389"/>
                <a:gd name="connsiteY195" fmla="*/ 292026 h 903022"/>
                <a:gd name="connsiteX196" fmla="*/ 190519 w 551389"/>
                <a:gd name="connsiteY196" fmla="*/ 295659 h 903022"/>
                <a:gd name="connsiteX197" fmla="*/ 190081 w 551389"/>
                <a:gd name="connsiteY197" fmla="*/ 298283 h 903022"/>
                <a:gd name="connsiteX198" fmla="*/ 189274 w 551389"/>
                <a:gd name="connsiteY198" fmla="*/ 300167 h 903022"/>
                <a:gd name="connsiteX199" fmla="*/ 189644 w 551389"/>
                <a:gd name="connsiteY199" fmla="*/ 303127 h 903022"/>
                <a:gd name="connsiteX200" fmla="*/ 190586 w 551389"/>
                <a:gd name="connsiteY200" fmla="*/ 304640 h 903022"/>
                <a:gd name="connsiteX201" fmla="*/ 192908 w 551389"/>
                <a:gd name="connsiteY201" fmla="*/ 306020 h 903022"/>
                <a:gd name="connsiteX202" fmla="*/ 197115 w 551389"/>
                <a:gd name="connsiteY202" fmla="*/ 306659 h 903022"/>
                <a:gd name="connsiteX203" fmla="*/ 201255 w 551389"/>
                <a:gd name="connsiteY203" fmla="*/ 305751 h 903022"/>
                <a:gd name="connsiteX204" fmla="*/ 202500 w 551389"/>
                <a:gd name="connsiteY204" fmla="*/ 305044 h 903022"/>
                <a:gd name="connsiteX205" fmla="*/ 206033 w 551389"/>
                <a:gd name="connsiteY205" fmla="*/ 305044 h 903022"/>
                <a:gd name="connsiteX206" fmla="*/ 206942 w 551389"/>
                <a:gd name="connsiteY206" fmla="*/ 308610 h 903022"/>
                <a:gd name="connsiteX207" fmla="*/ 207413 w 551389"/>
                <a:gd name="connsiteY207" fmla="*/ 308745 h 903022"/>
                <a:gd name="connsiteX208" fmla="*/ 209803 w 551389"/>
                <a:gd name="connsiteY208" fmla="*/ 309686 h 903022"/>
                <a:gd name="connsiteX209" fmla="*/ 210240 w 551389"/>
                <a:gd name="connsiteY209" fmla="*/ 312580 h 903022"/>
                <a:gd name="connsiteX210" fmla="*/ 210543 w 551389"/>
                <a:gd name="connsiteY210" fmla="*/ 316650 h 903022"/>
                <a:gd name="connsiteX211" fmla="*/ 214312 w 551389"/>
                <a:gd name="connsiteY211" fmla="*/ 317659 h 903022"/>
                <a:gd name="connsiteX212" fmla="*/ 219091 w 551389"/>
                <a:gd name="connsiteY212" fmla="*/ 316078 h 903022"/>
                <a:gd name="connsiteX213" fmla="*/ 220236 w 551389"/>
                <a:gd name="connsiteY213" fmla="*/ 313689 h 903022"/>
                <a:gd name="connsiteX214" fmla="*/ 221683 w 551389"/>
                <a:gd name="connsiteY214" fmla="*/ 311806 h 903022"/>
                <a:gd name="connsiteX215" fmla="*/ 222322 w 551389"/>
                <a:gd name="connsiteY215" fmla="*/ 311234 h 903022"/>
                <a:gd name="connsiteX216" fmla="*/ 226731 w 551389"/>
                <a:gd name="connsiteY216" fmla="*/ 314262 h 903022"/>
                <a:gd name="connsiteX217" fmla="*/ 227875 w 551389"/>
                <a:gd name="connsiteY217" fmla="*/ 315708 h 903022"/>
                <a:gd name="connsiteX218" fmla="*/ 229827 w 551389"/>
                <a:gd name="connsiteY218" fmla="*/ 315910 h 903022"/>
                <a:gd name="connsiteX219" fmla="*/ 231274 w 551389"/>
                <a:gd name="connsiteY219" fmla="*/ 315338 h 903022"/>
                <a:gd name="connsiteX220" fmla="*/ 232351 w 551389"/>
                <a:gd name="connsiteY220" fmla="*/ 314530 h 903022"/>
                <a:gd name="connsiteX221" fmla="*/ 236928 w 551389"/>
                <a:gd name="connsiteY221" fmla="*/ 315775 h 903022"/>
                <a:gd name="connsiteX222" fmla="*/ 241068 w 551389"/>
                <a:gd name="connsiteY222" fmla="*/ 317659 h 903022"/>
                <a:gd name="connsiteX223" fmla="*/ 243525 w 551389"/>
                <a:gd name="connsiteY223" fmla="*/ 319745 h 903022"/>
                <a:gd name="connsiteX224" fmla="*/ 245847 w 551389"/>
                <a:gd name="connsiteY224" fmla="*/ 323008 h 903022"/>
                <a:gd name="connsiteX225" fmla="*/ 247159 w 551389"/>
                <a:gd name="connsiteY225" fmla="*/ 325598 h 903022"/>
                <a:gd name="connsiteX226" fmla="*/ 248977 w 551389"/>
                <a:gd name="connsiteY226" fmla="*/ 329736 h 903022"/>
                <a:gd name="connsiteX227" fmla="*/ 248034 w 551389"/>
                <a:gd name="connsiteY227" fmla="*/ 333436 h 903022"/>
                <a:gd name="connsiteX228" fmla="*/ 251232 w 551389"/>
                <a:gd name="connsiteY228" fmla="*/ 337641 h 903022"/>
                <a:gd name="connsiteX229" fmla="*/ 253385 w 551389"/>
                <a:gd name="connsiteY229" fmla="*/ 336329 h 903022"/>
                <a:gd name="connsiteX230" fmla="*/ 254261 w 551389"/>
                <a:gd name="connsiteY230" fmla="*/ 335320 h 903022"/>
                <a:gd name="connsiteX231" fmla="*/ 256852 w 551389"/>
                <a:gd name="connsiteY231" fmla="*/ 338347 h 903022"/>
                <a:gd name="connsiteX232" fmla="*/ 261496 w 551389"/>
                <a:gd name="connsiteY232" fmla="*/ 342687 h 903022"/>
                <a:gd name="connsiteX233" fmla="*/ 263818 w 551389"/>
                <a:gd name="connsiteY233" fmla="*/ 345008 h 903022"/>
                <a:gd name="connsiteX234" fmla="*/ 266107 w 551389"/>
                <a:gd name="connsiteY234" fmla="*/ 348338 h 903022"/>
                <a:gd name="connsiteX235" fmla="*/ 268025 w 551389"/>
                <a:gd name="connsiteY235" fmla="*/ 347968 h 903022"/>
                <a:gd name="connsiteX236" fmla="*/ 269001 w 551389"/>
                <a:gd name="connsiteY236" fmla="*/ 345513 h 903022"/>
                <a:gd name="connsiteX237" fmla="*/ 269977 w 551389"/>
                <a:gd name="connsiteY237" fmla="*/ 344537 h 903022"/>
                <a:gd name="connsiteX238" fmla="*/ 271391 w 551389"/>
                <a:gd name="connsiteY238" fmla="*/ 342855 h 903022"/>
                <a:gd name="connsiteX239" fmla="*/ 273713 w 551389"/>
                <a:gd name="connsiteY239" fmla="*/ 342788 h 903022"/>
                <a:gd name="connsiteX240" fmla="*/ 276271 w 551389"/>
                <a:gd name="connsiteY240" fmla="*/ 343696 h 903022"/>
                <a:gd name="connsiteX241" fmla="*/ 278458 w 551389"/>
                <a:gd name="connsiteY241" fmla="*/ 345647 h 903022"/>
                <a:gd name="connsiteX242" fmla="*/ 279804 w 551389"/>
                <a:gd name="connsiteY242" fmla="*/ 347262 h 903022"/>
                <a:gd name="connsiteX243" fmla="*/ 281992 w 551389"/>
                <a:gd name="connsiteY243" fmla="*/ 349617 h 903022"/>
                <a:gd name="connsiteX244" fmla="*/ 284213 w 551389"/>
                <a:gd name="connsiteY244" fmla="*/ 351803 h 903022"/>
                <a:gd name="connsiteX245" fmla="*/ 286401 w 551389"/>
                <a:gd name="connsiteY245" fmla="*/ 353721 h 903022"/>
                <a:gd name="connsiteX246" fmla="*/ 291146 w 551389"/>
                <a:gd name="connsiteY246" fmla="*/ 356715 h 903022"/>
                <a:gd name="connsiteX247" fmla="*/ 292997 w 551389"/>
                <a:gd name="connsiteY247" fmla="*/ 360112 h 903022"/>
                <a:gd name="connsiteX248" fmla="*/ 295756 w 551389"/>
                <a:gd name="connsiteY248" fmla="*/ 361189 h 903022"/>
                <a:gd name="connsiteX249" fmla="*/ 298954 w 551389"/>
                <a:gd name="connsiteY249" fmla="*/ 360752 h 903022"/>
                <a:gd name="connsiteX250" fmla="*/ 301074 w 551389"/>
                <a:gd name="connsiteY250" fmla="*/ 360179 h 903022"/>
                <a:gd name="connsiteX251" fmla="*/ 306593 w 551389"/>
                <a:gd name="connsiteY251" fmla="*/ 360886 h 903022"/>
                <a:gd name="connsiteX252" fmla="*/ 309791 w 551389"/>
                <a:gd name="connsiteY252" fmla="*/ 361828 h 903022"/>
                <a:gd name="connsiteX253" fmla="*/ 312247 w 551389"/>
                <a:gd name="connsiteY253" fmla="*/ 363779 h 903022"/>
                <a:gd name="connsiteX254" fmla="*/ 315512 w 551389"/>
                <a:gd name="connsiteY254" fmla="*/ 366907 h 903022"/>
                <a:gd name="connsiteX255" fmla="*/ 316050 w 551389"/>
                <a:gd name="connsiteY255" fmla="*/ 367984 h 903022"/>
                <a:gd name="connsiteX256" fmla="*/ 316522 w 551389"/>
                <a:gd name="connsiteY256" fmla="*/ 371449 h 903022"/>
                <a:gd name="connsiteX257" fmla="*/ 316522 w 551389"/>
                <a:gd name="connsiteY257" fmla="*/ 373703 h 903022"/>
                <a:gd name="connsiteX258" fmla="*/ 316387 w 551389"/>
                <a:gd name="connsiteY258" fmla="*/ 375587 h 903022"/>
                <a:gd name="connsiteX259" fmla="*/ 315815 w 551389"/>
                <a:gd name="connsiteY259" fmla="*/ 377033 h 903022"/>
                <a:gd name="connsiteX260" fmla="*/ 314502 w 551389"/>
                <a:gd name="connsiteY260" fmla="*/ 378849 h 903022"/>
                <a:gd name="connsiteX261" fmla="*/ 312617 w 551389"/>
                <a:gd name="connsiteY261" fmla="*/ 379489 h 903022"/>
                <a:gd name="connsiteX262" fmla="*/ 311238 w 551389"/>
                <a:gd name="connsiteY262" fmla="*/ 381137 h 903022"/>
                <a:gd name="connsiteX263" fmla="*/ 310598 w 551389"/>
                <a:gd name="connsiteY263" fmla="*/ 382584 h 903022"/>
                <a:gd name="connsiteX264" fmla="*/ 310228 w 551389"/>
                <a:gd name="connsiteY264" fmla="*/ 384770 h 903022"/>
                <a:gd name="connsiteX265" fmla="*/ 311810 w 551389"/>
                <a:gd name="connsiteY265" fmla="*/ 386957 h 903022"/>
                <a:gd name="connsiteX266" fmla="*/ 313324 w 551389"/>
                <a:gd name="connsiteY266" fmla="*/ 388605 h 903022"/>
                <a:gd name="connsiteX267" fmla="*/ 314670 w 551389"/>
                <a:gd name="connsiteY267" fmla="*/ 395097 h 903022"/>
                <a:gd name="connsiteX268" fmla="*/ 314872 w 551389"/>
                <a:gd name="connsiteY268" fmla="*/ 398697 h 903022"/>
                <a:gd name="connsiteX269" fmla="*/ 314771 w 551389"/>
                <a:gd name="connsiteY269" fmla="*/ 402162 h 903022"/>
                <a:gd name="connsiteX270" fmla="*/ 317161 w 551389"/>
                <a:gd name="connsiteY270" fmla="*/ 405425 h 903022"/>
                <a:gd name="connsiteX271" fmla="*/ 317935 w 551389"/>
                <a:gd name="connsiteY271" fmla="*/ 407477 h 903022"/>
                <a:gd name="connsiteX272" fmla="*/ 318271 w 551389"/>
                <a:gd name="connsiteY272" fmla="*/ 410202 h 903022"/>
                <a:gd name="connsiteX273" fmla="*/ 317296 w 551389"/>
                <a:gd name="connsiteY273" fmla="*/ 412691 h 903022"/>
                <a:gd name="connsiteX274" fmla="*/ 315781 w 551389"/>
                <a:gd name="connsiteY274" fmla="*/ 415954 h 903022"/>
                <a:gd name="connsiteX275" fmla="*/ 314031 w 551389"/>
                <a:gd name="connsiteY275" fmla="*/ 416728 h 903022"/>
                <a:gd name="connsiteX276" fmla="*/ 311305 w 551389"/>
                <a:gd name="connsiteY276" fmla="*/ 416728 h 903022"/>
                <a:gd name="connsiteX277" fmla="*/ 306964 w 551389"/>
                <a:gd name="connsiteY277" fmla="*/ 416728 h 903022"/>
                <a:gd name="connsiteX278" fmla="*/ 303800 w 551389"/>
                <a:gd name="connsiteY278" fmla="*/ 417502 h 903022"/>
                <a:gd name="connsiteX279" fmla="*/ 301747 w 551389"/>
                <a:gd name="connsiteY279" fmla="*/ 418813 h 903022"/>
                <a:gd name="connsiteX280" fmla="*/ 300098 w 551389"/>
                <a:gd name="connsiteY280" fmla="*/ 419789 h 903022"/>
                <a:gd name="connsiteX281" fmla="*/ 298348 w 551389"/>
                <a:gd name="connsiteY281" fmla="*/ 421101 h 903022"/>
                <a:gd name="connsiteX282" fmla="*/ 297910 w 551389"/>
                <a:gd name="connsiteY282" fmla="*/ 423388 h 903022"/>
                <a:gd name="connsiteX283" fmla="*/ 297675 w 551389"/>
                <a:gd name="connsiteY283" fmla="*/ 426416 h 903022"/>
                <a:gd name="connsiteX284" fmla="*/ 297439 w 551389"/>
                <a:gd name="connsiteY284" fmla="*/ 430318 h 903022"/>
                <a:gd name="connsiteX285" fmla="*/ 297338 w 551389"/>
                <a:gd name="connsiteY285" fmla="*/ 433346 h 903022"/>
                <a:gd name="connsiteX286" fmla="*/ 297540 w 551389"/>
                <a:gd name="connsiteY286" fmla="*/ 435398 h 903022"/>
                <a:gd name="connsiteX287" fmla="*/ 297877 w 551389"/>
                <a:gd name="connsiteY287" fmla="*/ 440275 h 903022"/>
                <a:gd name="connsiteX288" fmla="*/ 297641 w 551389"/>
                <a:gd name="connsiteY288" fmla="*/ 444413 h 903022"/>
                <a:gd name="connsiteX289" fmla="*/ 299055 w 551389"/>
                <a:gd name="connsiteY289" fmla="*/ 449156 h 903022"/>
                <a:gd name="connsiteX290" fmla="*/ 300199 w 551389"/>
                <a:gd name="connsiteY290" fmla="*/ 455077 h 903022"/>
                <a:gd name="connsiteX291" fmla="*/ 304978 w 551389"/>
                <a:gd name="connsiteY291" fmla="*/ 461031 h 903022"/>
                <a:gd name="connsiteX292" fmla="*/ 307300 w 551389"/>
                <a:gd name="connsiteY292" fmla="*/ 463352 h 903022"/>
                <a:gd name="connsiteX293" fmla="*/ 309319 w 551389"/>
                <a:gd name="connsiteY293" fmla="*/ 466817 h 903022"/>
                <a:gd name="connsiteX294" fmla="*/ 308175 w 551389"/>
                <a:gd name="connsiteY294" fmla="*/ 468398 h 903022"/>
                <a:gd name="connsiteX295" fmla="*/ 305113 w 551389"/>
                <a:gd name="connsiteY295" fmla="*/ 468398 h 903022"/>
                <a:gd name="connsiteX296" fmla="*/ 302353 w 551389"/>
                <a:gd name="connsiteY296" fmla="*/ 471594 h 903022"/>
                <a:gd name="connsiteX297" fmla="*/ 302487 w 551389"/>
                <a:gd name="connsiteY297" fmla="*/ 475059 h 903022"/>
                <a:gd name="connsiteX298" fmla="*/ 301040 w 551389"/>
                <a:gd name="connsiteY298" fmla="*/ 480139 h 903022"/>
                <a:gd name="connsiteX299" fmla="*/ 302218 w 551389"/>
                <a:gd name="connsiteY299" fmla="*/ 483771 h 903022"/>
                <a:gd name="connsiteX300" fmla="*/ 303531 w 551389"/>
                <a:gd name="connsiteY300" fmla="*/ 488851 h 903022"/>
                <a:gd name="connsiteX301" fmla="*/ 301209 w 551389"/>
                <a:gd name="connsiteY301" fmla="*/ 492181 h 903022"/>
                <a:gd name="connsiteX302" fmla="*/ 294242 w 551389"/>
                <a:gd name="connsiteY302" fmla="*/ 492181 h 903022"/>
                <a:gd name="connsiteX303" fmla="*/ 289901 w 551389"/>
                <a:gd name="connsiteY303" fmla="*/ 490163 h 903022"/>
                <a:gd name="connsiteX304" fmla="*/ 287141 w 551389"/>
                <a:gd name="connsiteY304" fmla="*/ 490735 h 903022"/>
                <a:gd name="connsiteX305" fmla="*/ 282497 w 551389"/>
                <a:gd name="connsiteY305" fmla="*/ 492383 h 903022"/>
                <a:gd name="connsiteX306" fmla="*/ 277280 w 551389"/>
                <a:gd name="connsiteY306" fmla="*/ 491610 h 903022"/>
                <a:gd name="connsiteX307" fmla="*/ 273645 w 551389"/>
                <a:gd name="connsiteY307" fmla="*/ 488279 h 903022"/>
                <a:gd name="connsiteX308" fmla="*/ 270179 w 551389"/>
                <a:gd name="connsiteY308" fmla="*/ 487842 h 903022"/>
                <a:gd name="connsiteX309" fmla="*/ 264390 w 551389"/>
                <a:gd name="connsiteY309" fmla="*/ 486530 h 903022"/>
                <a:gd name="connsiteX310" fmla="*/ 261059 w 551389"/>
                <a:gd name="connsiteY310" fmla="*/ 489558 h 903022"/>
                <a:gd name="connsiteX311" fmla="*/ 259477 w 551389"/>
                <a:gd name="connsiteY311" fmla="*/ 492350 h 903022"/>
                <a:gd name="connsiteX312" fmla="*/ 255270 w 551389"/>
                <a:gd name="connsiteY312" fmla="*/ 493897 h 903022"/>
                <a:gd name="connsiteX313" fmla="*/ 251366 w 551389"/>
                <a:gd name="connsiteY313" fmla="*/ 495916 h 903022"/>
                <a:gd name="connsiteX314" fmla="*/ 248909 w 551389"/>
                <a:gd name="connsiteY314" fmla="*/ 497934 h 903022"/>
                <a:gd name="connsiteX315" fmla="*/ 245578 w 551389"/>
                <a:gd name="connsiteY315" fmla="*/ 496050 h 903022"/>
                <a:gd name="connsiteX316" fmla="*/ 241236 w 551389"/>
                <a:gd name="connsiteY316" fmla="*/ 493157 h 903022"/>
                <a:gd name="connsiteX317" fmla="*/ 233260 w 551389"/>
                <a:gd name="connsiteY317" fmla="*/ 491845 h 903022"/>
                <a:gd name="connsiteX318" fmla="*/ 229053 w 551389"/>
                <a:gd name="connsiteY318" fmla="*/ 488515 h 903022"/>
                <a:gd name="connsiteX319" fmla="*/ 224409 w 551389"/>
                <a:gd name="connsiteY319" fmla="*/ 485184 h 903022"/>
                <a:gd name="connsiteX320" fmla="*/ 222221 w 551389"/>
                <a:gd name="connsiteY320" fmla="*/ 486496 h 903022"/>
                <a:gd name="connsiteX321" fmla="*/ 222356 w 551389"/>
                <a:gd name="connsiteY321" fmla="*/ 489961 h 903022"/>
                <a:gd name="connsiteX322" fmla="*/ 224106 w 551389"/>
                <a:gd name="connsiteY322" fmla="*/ 493594 h 903022"/>
                <a:gd name="connsiteX323" fmla="*/ 224409 w 551389"/>
                <a:gd name="connsiteY323" fmla="*/ 497934 h 903022"/>
                <a:gd name="connsiteX324" fmla="*/ 223837 w 551389"/>
                <a:gd name="connsiteY324" fmla="*/ 500255 h 903022"/>
                <a:gd name="connsiteX325" fmla="*/ 219765 w 551389"/>
                <a:gd name="connsiteY325" fmla="*/ 499111 h 903022"/>
                <a:gd name="connsiteX326" fmla="*/ 215692 w 551389"/>
                <a:gd name="connsiteY326" fmla="*/ 497362 h 903022"/>
                <a:gd name="connsiteX327" fmla="*/ 215558 w 551389"/>
                <a:gd name="connsiteY327" fmla="*/ 501701 h 903022"/>
                <a:gd name="connsiteX328" fmla="*/ 217308 w 551389"/>
                <a:gd name="connsiteY328" fmla="*/ 505906 h 903022"/>
                <a:gd name="connsiteX329" fmla="*/ 221817 w 551389"/>
                <a:gd name="connsiteY329" fmla="*/ 509809 h 903022"/>
                <a:gd name="connsiteX330" fmla="*/ 224409 w 551389"/>
                <a:gd name="connsiteY330" fmla="*/ 511255 h 903022"/>
                <a:gd name="connsiteX331" fmla="*/ 226563 w 551389"/>
                <a:gd name="connsiteY331" fmla="*/ 513442 h 903022"/>
                <a:gd name="connsiteX332" fmla="*/ 228313 w 551389"/>
                <a:gd name="connsiteY332" fmla="*/ 517209 h 903022"/>
                <a:gd name="connsiteX333" fmla="*/ 231342 w 551389"/>
                <a:gd name="connsiteY333" fmla="*/ 519665 h 903022"/>
                <a:gd name="connsiteX334" fmla="*/ 236558 w 551389"/>
                <a:gd name="connsiteY334" fmla="*/ 518084 h 903022"/>
                <a:gd name="connsiteX335" fmla="*/ 238005 w 551389"/>
                <a:gd name="connsiteY335" fmla="*/ 514619 h 903022"/>
                <a:gd name="connsiteX336" fmla="*/ 243053 w 551389"/>
                <a:gd name="connsiteY336" fmla="*/ 519699 h 903022"/>
                <a:gd name="connsiteX337" fmla="*/ 242784 w 551389"/>
                <a:gd name="connsiteY337" fmla="*/ 521583 h 903022"/>
                <a:gd name="connsiteX338" fmla="*/ 240597 w 551389"/>
                <a:gd name="connsiteY338" fmla="*/ 522592 h 903022"/>
                <a:gd name="connsiteX339" fmla="*/ 236525 w 551389"/>
                <a:gd name="connsiteY339" fmla="*/ 524778 h 903022"/>
                <a:gd name="connsiteX340" fmla="*/ 231443 w 551389"/>
                <a:gd name="connsiteY340" fmla="*/ 525788 h 903022"/>
                <a:gd name="connsiteX341" fmla="*/ 227101 w 551389"/>
                <a:gd name="connsiteY341" fmla="*/ 527234 h 903022"/>
                <a:gd name="connsiteX342" fmla="*/ 223029 w 551389"/>
                <a:gd name="connsiteY342" fmla="*/ 527234 h 903022"/>
                <a:gd name="connsiteX343" fmla="*/ 219832 w 551389"/>
                <a:gd name="connsiteY343" fmla="*/ 529555 h 903022"/>
                <a:gd name="connsiteX344" fmla="*/ 216130 w 551389"/>
                <a:gd name="connsiteY344" fmla="*/ 531136 h 903022"/>
                <a:gd name="connsiteX345" fmla="*/ 213740 w 551389"/>
                <a:gd name="connsiteY345" fmla="*/ 528815 h 903022"/>
                <a:gd name="connsiteX346" fmla="*/ 213740 w 551389"/>
                <a:gd name="connsiteY346" fmla="*/ 526629 h 903022"/>
                <a:gd name="connsiteX347" fmla="*/ 210409 w 551389"/>
                <a:gd name="connsiteY347" fmla="*/ 524610 h 903022"/>
                <a:gd name="connsiteX348" fmla="*/ 207380 w 551389"/>
                <a:gd name="connsiteY348" fmla="*/ 524913 h 903022"/>
                <a:gd name="connsiteX349" fmla="*/ 207110 w 551389"/>
                <a:gd name="connsiteY349" fmla="*/ 528681 h 903022"/>
                <a:gd name="connsiteX350" fmla="*/ 206235 w 551389"/>
                <a:gd name="connsiteY350" fmla="*/ 531708 h 903022"/>
                <a:gd name="connsiteX351" fmla="*/ 203038 w 551389"/>
                <a:gd name="connsiteY351" fmla="*/ 534466 h 903022"/>
                <a:gd name="connsiteX352" fmla="*/ 197519 w 551389"/>
                <a:gd name="connsiteY352" fmla="*/ 534466 h 903022"/>
                <a:gd name="connsiteX353" fmla="*/ 193480 w 551389"/>
                <a:gd name="connsiteY353" fmla="*/ 535207 h 903022"/>
                <a:gd name="connsiteX354" fmla="*/ 187692 w 551389"/>
                <a:gd name="connsiteY354" fmla="*/ 531573 h 903022"/>
                <a:gd name="connsiteX355" fmla="*/ 185067 w 551389"/>
                <a:gd name="connsiteY355" fmla="*/ 529118 h 903022"/>
                <a:gd name="connsiteX356" fmla="*/ 181432 w 551389"/>
                <a:gd name="connsiteY356" fmla="*/ 529824 h 903022"/>
                <a:gd name="connsiteX357" fmla="*/ 180422 w 551389"/>
                <a:gd name="connsiteY357" fmla="*/ 535173 h 903022"/>
                <a:gd name="connsiteX358" fmla="*/ 179413 w 551389"/>
                <a:gd name="connsiteY358" fmla="*/ 537931 h 903022"/>
                <a:gd name="connsiteX359" fmla="*/ 175509 w 551389"/>
                <a:gd name="connsiteY359" fmla="*/ 537057 h 903022"/>
                <a:gd name="connsiteX360" fmla="*/ 170158 w 551389"/>
                <a:gd name="connsiteY360" fmla="*/ 533424 h 903022"/>
                <a:gd name="connsiteX361" fmla="*/ 165951 w 551389"/>
                <a:gd name="connsiteY361" fmla="*/ 528344 h 903022"/>
                <a:gd name="connsiteX362" fmla="*/ 164066 w 551389"/>
                <a:gd name="connsiteY362" fmla="*/ 524005 h 903022"/>
                <a:gd name="connsiteX363" fmla="*/ 167398 w 551389"/>
                <a:gd name="connsiteY363" fmla="*/ 521549 h 903022"/>
                <a:gd name="connsiteX364" fmla="*/ 163494 w 551389"/>
                <a:gd name="connsiteY364" fmla="*/ 517916 h 903022"/>
                <a:gd name="connsiteX365" fmla="*/ 158143 w 551389"/>
                <a:gd name="connsiteY365" fmla="*/ 515292 h 903022"/>
                <a:gd name="connsiteX366" fmla="*/ 154374 w 551389"/>
                <a:gd name="connsiteY366" fmla="*/ 511087 h 903022"/>
                <a:gd name="connsiteX367" fmla="*/ 147272 w 551389"/>
                <a:gd name="connsiteY367" fmla="*/ 510650 h 903022"/>
                <a:gd name="connsiteX368" fmla="*/ 139868 w 551389"/>
                <a:gd name="connsiteY368" fmla="*/ 510952 h 903022"/>
                <a:gd name="connsiteX369" fmla="*/ 137277 w 551389"/>
                <a:gd name="connsiteY369" fmla="*/ 513139 h 903022"/>
                <a:gd name="connsiteX370" fmla="*/ 133508 w 551389"/>
                <a:gd name="connsiteY370" fmla="*/ 514451 h 903022"/>
                <a:gd name="connsiteX371" fmla="*/ 127551 w 551389"/>
                <a:gd name="connsiteY371" fmla="*/ 512130 h 903022"/>
                <a:gd name="connsiteX372" fmla="*/ 121628 w 551389"/>
                <a:gd name="connsiteY372" fmla="*/ 513576 h 903022"/>
                <a:gd name="connsiteX373" fmla="*/ 112339 w 551389"/>
                <a:gd name="connsiteY373" fmla="*/ 513711 h 903022"/>
                <a:gd name="connsiteX374" fmla="*/ 111262 w 551389"/>
                <a:gd name="connsiteY374" fmla="*/ 515897 h 903022"/>
                <a:gd name="connsiteX375" fmla="*/ 109445 w 551389"/>
                <a:gd name="connsiteY375" fmla="*/ 521246 h 903022"/>
                <a:gd name="connsiteX376" fmla="*/ 109445 w 551389"/>
                <a:gd name="connsiteY376" fmla="*/ 524879 h 903022"/>
                <a:gd name="connsiteX377" fmla="*/ 110185 w 551389"/>
                <a:gd name="connsiteY377" fmla="*/ 530531 h 903022"/>
                <a:gd name="connsiteX378" fmla="*/ 111498 w 551389"/>
                <a:gd name="connsiteY378" fmla="*/ 532549 h 903022"/>
                <a:gd name="connsiteX379" fmla="*/ 114695 w 551389"/>
                <a:gd name="connsiteY379" fmla="*/ 536619 h 903022"/>
                <a:gd name="connsiteX380" fmla="*/ 115873 w 551389"/>
                <a:gd name="connsiteY380" fmla="*/ 537931 h 903022"/>
                <a:gd name="connsiteX381" fmla="*/ 116445 w 551389"/>
                <a:gd name="connsiteY381" fmla="*/ 540555 h 903022"/>
                <a:gd name="connsiteX382" fmla="*/ 116580 w 551389"/>
                <a:gd name="connsiteY382" fmla="*/ 542136 h 903022"/>
                <a:gd name="connsiteX383" fmla="*/ 116142 w 551389"/>
                <a:gd name="connsiteY383" fmla="*/ 544895 h 903022"/>
                <a:gd name="connsiteX384" fmla="*/ 116007 w 551389"/>
                <a:gd name="connsiteY384" fmla="*/ 546476 h 903022"/>
                <a:gd name="connsiteX385" fmla="*/ 115132 w 551389"/>
                <a:gd name="connsiteY385" fmla="*/ 547620 h 903022"/>
                <a:gd name="connsiteX386" fmla="*/ 112676 w 551389"/>
                <a:gd name="connsiteY386" fmla="*/ 548360 h 903022"/>
                <a:gd name="connsiteX387" fmla="*/ 109478 w 551389"/>
                <a:gd name="connsiteY387" fmla="*/ 548360 h 903022"/>
                <a:gd name="connsiteX388" fmla="*/ 106887 w 551389"/>
                <a:gd name="connsiteY388" fmla="*/ 548360 h 903022"/>
                <a:gd name="connsiteX389" fmla="*/ 104430 w 551389"/>
                <a:gd name="connsiteY389" fmla="*/ 549806 h 903022"/>
                <a:gd name="connsiteX390" fmla="*/ 102983 w 551389"/>
                <a:gd name="connsiteY390" fmla="*/ 551387 h 903022"/>
                <a:gd name="connsiteX391" fmla="*/ 102243 w 551389"/>
                <a:gd name="connsiteY391" fmla="*/ 552262 h 903022"/>
                <a:gd name="connsiteX392" fmla="*/ 100661 w 551389"/>
                <a:gd name="connsiteY392" fmla="*/ 554718 h 903022"/>
                <a:gd name="connsiteX393" fmla="*/ 99920 w 551389"/>
                <a:gd name="connsiteY393" fmla="*/ 556467 h 903022"/>
                <a:gd name="connsiteX394" fmla="*/ 98036 w 551389"/>
                <a:gd name="connsiteY394" fmla="*/ 559225 h 903022"/>
                <a:gd name="connsiteX395" fmla="*/ 97296 w 551389"/>
                <a:gd name="connsiteY395" fmla="*/ 562421 h 903022"/>
                <a:gd name="connsiteX396" fmla="*/ 97296 w 551389"/>
                <a:gd name="connsiteY396" fmla="*/ 564877 h 903022"/>
                <a:gd name="connsiteX397" fmla="*/ 97296 w 551389"/>
                <a:gd name="connsiteY397" fmla="*/ 568342 h 903022"/>
                <a:gd name="connsiteX398" fmla="*/ 96420 w 551389"/>
                <a:gd name="connsiteY398" fmla="*/ 571235 h 903022"/>
                <a:gd name="connsiteX399" fmla="*/ 97161 w 551389"/>
                <a:gd name="connsiteY399" fmla="*/ 574430 h 903022"/>
                <a:gd name="connsiteX400" fmla="*/ 99483 w 551389"/>
                <a:gd name="connsiteY400" fmla="*/ 576617 h 903022"/>
                <a:gd name="connsiteX401" fmla="*/ 101671 w 551389"/>
                <a:gd name="connsiteY401" fmla="*/ 576617 h 903022"/>
                <a:gd name="connsiteX402" fmla="*/ 103690 w 551389"/>
                <a:gd name="connsiteY402" fmla="*/ 575305 h 903022"/>
                <a:gd name="connsiteX403" fmla="*/ 106887 w 551389"/>
                <a:gd name="connsiteY403" fmla="*/ 576684 h 903022"/>
                <a:gd name="connsiteX404" fmla="*/ 109781 w 551389"/>
                <a:gd name="connsiteY404" fmla="*/ 579073 h 903022"/>
                <a:gd name="connsiteX405" fmla="*/ 113551 w 551389"/>
                <a:gd name="connsiteY405" fmla="*/ 580822 h 903022"/>
                <a:gd name="connsiteX406" fmla="*/ 116310 w 551389"/>
                <a:gd name="connsiteY406" fmla="*/ 582403 h 903022"/>
                <a:gd name="connsiteX407" fmla="*/ 118330 w 551389"/>
                <a:gd name="connsiteY407" fmla="*/ 587045 h 903022"/>
                <a:gd name="connsiteX408" fmla="*/ 122099 w 551389"/>
                <a:gd name="connsiteY408" fmla="*/ 591822 h 903022"/>
                <a:gd name="connsiteX409" fmla="*/ 124286 w 551389"/>
                <a:gd name="connsiteY409" fmla="*/ 593269 h 903022"/>
                <a:gd name="connsiteX410" fmla="*/ 126036 w 551389"/>
                <a:gd name="connsiteY410" fmla="*/ 595186 h 903022"/>
                <a:gd name="connsiteX411" fmla="*/ 128964 w 551389"/>
                <a:gd name="connsiteY411" fmla="*/ 597675 h 903022"/>
                <a:gd name="connsiteX412" fmla="*/ 128729 w 551389"/>
                <a:gd name="connsiteY412" fmla="*/ 600703 h 903022"/>
                <a:gd name="connsiteX413" fmla="*/ 127753 w 551389"/>
                <a:gd name="connsiteY413" fmla="*/ 602822 h 903022"/>
                <a:gd name="connsiteX414" fmla="*/ 125565 w 551389"/>
                <a:gd name="connsiteY414" fmla="*/ 603966 h 903022"/>
                <a:gd name="connsiteX415" fmla="*/ 122536 w 551389"/>
                <a:gd name="connsiteY415" fmla="*/ 603966 h 903022"/>
                <a:gd name="connsiteX416" fmla="*/ 117320 w 551389"/>
                <a:gd name="connsiteY416" fmla="*/ 603966 h 903022"/>
                <a:gd name="connsiteX417" fmla="*/ 115368 w 551389"/>
                <a:gd name="connsiteY417" fmla="*/ 605043 h 903022"/>
                <a:gd name="connsiteX418" fmla="*/ 112103 w 551389"/>
                <a:gd name="connsiteY418" fmla="*/ 606556 h 903022"/>
                <a:gd name="connsiteX419" fmla="*/ 110690 w 551389"/>
                <a:gd name="connsiteY419" fmla="*/ 607633 h 903022"/>
                <a:gd name="connsiteX420" fmla="*/ 107762 w 551389"/>
                <a:gd name="connsiteY420" fmla="*/ 609247 h 903022"/>
                <a:gd name="connsiteX421" fmla="*/ 107762 w 551389"/>
                <a:gd name="connsiteY421" fmla="*/ 611737 h 903022"/>
                <a:gd name="connsiteX422" fmla="*/ 109613 w 551389"/>
                <a:gd name="connsiteY422" fmla="*/ 612376 h 903022"/>
                <a:gd name="connsiteX423" fmla="*/ 114055 w 551389"/>
                <a:gd name="connsiteY423" fmla="*/ 613452 h 903022"/>
                <a:gd name="connsiteX424" fmla="*/ 117656 w 551389"/>
                <a:gd name="connsiteY424" fmla="*/ 615067 h 903022"/>
                <a:gd name="connsiteX425" fmla="*/ 119507 w 551389"/>
                <a:gd name="connsiteY425" fmla="*/ 616480 h 903022"/>
                <a:gd name="connsiteX426" fmla="*/ 120820 w 551389"/>
                <a:gd name="connsiteY426" fmla="*/ 618969 h 903022"/>
                <a:gd name="connsiteX427" fmla="*/ 120181 w 551389"/>
                <a:gd name="connsiteY427" fmla="*/ 621257 h 903022"/>
                <a:gd name="connsiteX428" fmla="*/ 116277 w 551389"/>
                <a:gd name="connsiteY428" fmla="*/ 622031 h 903022"/>
                <a:gd name="connsiteX429" fmla="*/ 112373 w 551389"/>
                <a:gd name="connsiteY429" fmla="*/ 622031 h 903022"/>
                <a:gd name="connsiteX430" fmla="*/ 110522 w 551389"/>
                <a:gd name="connsiteY430" fmla="*/ 623443 h 903022"/>
                <a:gd name="connsiteX431" fmla="*/ 109108 w 551389"/>
                <a:gd name="connsiteY431" fmla="*/ 625394 h 903022"/>
                <a:gd name="connsiteX432" fmla="*/ 106079 w 551389"/>
                <a:gd name="connsiteY432" fmla="*/ 628994 h 903022"/>
                <a:gd name="connsiteX433" fmla="*/ 103791 w 551389"/>
                <a:gd name="connsiteY433" fmla="*/ 631618 h 903022"/>
                <a:gd name="connsiteX434" fmla="*/ 101300 w 551389"/>
                <a:gd name="connsiteY434" fmla="*/ 633670 h 903022"/>
                <a:gd name="connsiteX435" fmla="*/ 100863 w 551389"/>
                <a:gd name="connsiteY435" fmla="*/ 637706 h 903022"/>
                <a:gd name="connsiteX436" fmla="*/ 100863 w 551389"/>
                <a:gd name="connsiteY436" fmla="*/ 642921 h 903022"/>
                <a:gd name="connsiteX437" fmla="*/ 102815 w 551389"/>
                <a:gd name="connsiteY437" fmla="*/ 648909 h 903022"/>
                <a:gd name="connsiteX438" fmla="*/ 104868 w 551389"/>
                <a:gd name="connsiteY438" fmla="*/ 651734 h 903022"/>
                <a:gd name="connsiteX439" fmla="*/ 105945 w 551389"/>
                <a:gd name="connsiteY439" fmla="*/ 652609 h 903022"/>
                <a:gd name="connsiteX440" fmla="*/ 106820 w 551389"/>
                <a:gd name="connsiteY440" fmla="*/ 655098 h 903022"/>
                <a:gd name="connsiteX441" fmla="*/ 106046 w 551389"/>
                <a:gd name="connsiteY441" fmla="*/ 658899 h 903022"/>
                <a:gd name="connsiteX442" fmla="*/ 106046 w 551389"/>
                <a:gd name="connsiteY442" fmla="*/ 662163 h 903022"/>
                <a:gd name="connsiteX443" fmla="*/ 106921 w 551389"/>
                <a:gd name="connsiteY443" fmla="*/ 664988 h 903022"/>
                <a:gd name="connsiteX444" fmla="*/ 108772 w 551389"/>
                <a:gd name="connsiteY444" fmla="*/ 666300 h 903022"/>
                <a:gd name="connsiteX445" fmla="*/ 108435 w 551389"/>
                <a:gd name="connsiteY445" fmla="*/ 667713 h 903022"/>
                <a:gd name="connsiteX446" fmla="*/ 106382 w 551389"/>
                <a:gd name="connsiteY446" fmla="*/ 671952 h 903022"/>
                <a:gd name="connsiteX447" fmla="*/ 109310 w 551389"/>
                <a:gd name="connsiteY447" fmla="*/ 673465 h 903022"/>
                <a:gd name="connsiteX448" fmla="*/ 114089 w 551389"/>
                <a:gd name="connsiteY448" fmla="*/ 673028 h 903022"/>
                <a:gd name="connsiteX449" fmla="*/ 116378 w 551389"/>
                <a:gd name="connsiteY449" fmla="*/ 675316 h 903022"/>
                <a:gd name="connsiteX450" fmla="*/ 117017 w 551389"/>
                <a:gd name="connsiteY450" fmla="*/ 679655 h 903022"/>
                <a:gd name="connsiteX451" fmla="*/ 115806 w 551389"/>
                <a:gd name="connsiteY451" fmla="*/ 683995 h 903022"/>
                <a:gd name="connsiteX452" fmla="*/ 113854 w 551389"/>
                <a:gd name="connsiteY452" fmla="*/ 687258 h 903022"/>
                <a:gd name="connsiteX453" fmla="*/ 112204 w 551389"/>
                <a:gd name="connsiteY453" fmla="*/ 689444 h 903022"/>
                <a:gd name="connsiteX454" fmla="*/ 111430 w 551389"/>
                <a:gd name="connsiteY454" fmla="*/ 690083 h 903022"/>
                <a:gd name="connsiteX455" fmla="*/ 108839 w 551389"/>
                <a:gd name="connsiteY455" fmla="*/ 691160 h 903022"/>
                <a:gd name="connsiteX456" fmla="*/ 105474 w 551389"/>
                <a:gd name="connsiteY456" fmla="*/ 689848 h 903022"/>
                <a:gd name="connsiteX457" fmla="*/ 103421 w 551389"/>
                <a:gd name="connsiteY457" fmla="*/ 687460 h 903022"/>
                <a:gd name="connsiteX458" fmla="*/ 102546 w 551389"/>
                <a:gd name="connsiteY458" fmla="*/ 686686 h 903022"/>
                <a:gd name="connsiteX459" fmla="*/ 102007 w 551389"/>
                <a:gd name="connsiteY459" fmla="*/ 683759 h 903022"/>
                <a:gd name="connsiteX460" fmla="*/ 101805 w 551389"/>
                <a:gd name="connsiteY460" fmla="*/ 681270 h 903022"/>
                <a:gd name="connsiteX461" fmla="*/ 101570 w 551389"/>
                <a:gd name="connsiteY461" fmla="*/ 680193 h 903022"/>
                <a:gd name="connsiteX462" fmla="*/ 101031 w 551389"/>
                <a:gd name="connsiteY462" fmla="*/ 677704 h 903022"/>
                <a:gd name="connsiteX463" fmla="*/ 98843 w 551389"/>
                <a:gd name="connsiteY463" fmla="*/ 676729 h 903022"/>
                <a:gd name="connsiteX464" fmla="*/ 96993 w 551389"/>
                <a:gd name="connsiteY464" fmla="*/ 678141 h 903022"/>
                <a:gd name="connsiteX465" fmla="*/ 95243 w 551389"/>
                <a:gd name="connsiteY465" fmla="*/ 680193 h 903022"/>
                <a:gd name="connsiteX466" fmla="*/ 93627 w 551389"/>
                <a:gd name="connsiteY466" fmla="*/ 682044 h 903022"/>
                <a:gd name="connsiteX467" fmla="*/ 91137 w 551389"/>
                <a:gd name="connsiteY467" fmla="*/ 682683 h 903022"/>
                <a:gd name="connsiteX468" fmla="*/ 89050 w 551389"/>
                <a:gd name="connsiteY468" fmla="*/ 681808 h 903022"/>
                <a:gd name="connsiteX469" fmla="*/ 86122 w 551389"/>
                <a:gd name="connsiteY469" fmla="*/ 681169 h 903022"/>
                <a:gd name="connsiteX470" fmla="*/ 83632 w 551389"/>
                <a:gd name="connsiteY470" fmla="*/ 681505 h 903022"/>
                <a:gd name="connsiteX471" fmla="*/ 81007 w 551389"/>
                <a:gd name="connsiteY471" fmla="*/ 683154 h 903022"/>
                <a:gd name="connsiteX472" fmla="*/ 80031 w 551389"/>
                <a:gd name="connsiteY472" fmla="*/ 684230 h 903022"/>
                <a:gd name="connsiteX473" fmla="*/ 75151 w 551389"/>
                <a:gd name="connsiteY473" fmla="*/ 682178 h 903022"/>
                <a:gd name="connsiteX474" fmla="*/ 73098 w 551389"/>
                <a:gd name="connsiteY474" fmla="*/ 679790 h 903022"/>
                <a:gd name="connsiteX475" fmla="*/ 70910 w 551389"/>
                <a:gd name="connsiteY475" fmla="*/ 677940 h 903022"/>
                <a:gd name="connsiteX476" fmla="*/ 69059 w 551389"/>
                <a:gd name="connsiteY476" fmla="*/ 675450 h 903022"/>
                <a:gd name="connsiteX477" fmla="*/ 65155 w 551389"/>
                <a:gd name="connsiteY477" fmla="*/ 675248 h 903022"/>
                <a:gd name="connsiteX478" fmla="*/ 63641 w 551389"/>
                <a:gd name="connsiteY478" fmla="*/ 676560 h 903022"/>
                <a:gd name="connsiteX479" fmla="*/ 61352 w 551389"/>
                <a:gd name="connsiteY479" fmla="*/ 679050 h 903022"/>
                <a:gd name="connsiteX480" fmla="*/ 59400 w 551389"/>
                <a:gd name="connsiteY480" fmla="*/ 681102 h 903022"/>
                <a:gd name="connsiteX481" fmla="*/ 56237 w 551389"/>
                <a:gd name="connsiteY481" fmla="*/ 682716 h 903022"/>
                <a:gd name="connsiteX482" fmla="*/ 51559 w 551389"/>
                <a:gd name="connsiteY482" fmla="*/ 684566 h 903022"/>
                <a:gd name="connsiteX483" fmla="*/ 50044 w 551389"/>
                <a:gd name="connsiteY483" fmla="*/ 686417 h 903022"/>
                <a:gd name="connsiteX484" fmla="*/ 48833 w 551389"/>
                <a:gd name="connsiteY484" fmla="*/ 689680 h 903022"/>
                <a:gd name="connsiteX485" fmla="*/ 47857 w 551389"/>
                <a:gd name="connsiteY485" fmla="*/ 693380 h 903022"/>
                <a:gd name="connsiteX486" fmla="*/ 46881 w 551389"/>
                <a:gd name="connsiteY486" fmla="*/ 697518 h 903022"/>
                <a:gd name="connsiteX487" fmla="*/ 46881 w 551389"/>
                <a:gd name="connsiteY487" fmla="*/ 702160 h 903022"/>
                <a:gd name="connsiteX488" fmla="*/ 43717 w 551389"/>
                <a:gd name="connsiteY488" fmla="*/ 703035 h 903022"/>
                <a:gd name="connsiteX489" fmla="*/ 38164 w 551389"/>
                <a:gd name="connsiteY489" fmla="*/ 705322 h 903022"/>
                <a:gd name="connsiteX490" fmla="*/ 35775 w 551389"/>
                <a:gd name="connsiteY490" fmla="*/ 706399 h 903022"/>
                <a:gd name="connsiteX491" fmla="*/ 35236 w 551389"/>
                <a:gd name="connsiteY491" fmla="*/ 709124 h 903022"/>
                <a:gd name="connsiteX492" fmla="*/ 35236 w 551389"/>
                <a:gd name="connsiteY492" fmla="*/ 712488 h 903022"/>
                <a:gd name="connsiteX493" fmla="*/ 36010 w 551389"/>
                <a:gd name="connsiteY493" fmla="*/ 715111 h 903022"/>
                <a:gd name="connsiteX494" fmla="*/ 40352 w 551389"/>
                <a:gd name="connsiteY494" fmla="*/ 717062 h 903022"/>
                <a:gd name="connsiteX495" fmla="*/ 42539 w 551389"/>
                <a:gd name="connsiteY495" fmla="*/ 717601 h 903022"/>
                <a:gd name="connsiteX496" fmla="*/ 46443 w 551389"/>
                <a:gd name="connsiteY496" fmla="*/ 717601 h 903022"/>
                <a:gd name="connsiteX497" fmla="*/ 49809 w 551389"/>
                <a:gd name="connsiteY497" fmla="*/ 719787 h 903022"/>
                <a:gd name="connsiteX498" fmla="*/ 52535 w 551389"/>
                <a:gd name="connsiteY498" fmla="*/ 720931 h 903022"/>
                <a:gd name="connsiteX499" fmla="*/ 53174 w 551389"/>
                <a:gd name="connsiteY499" fmla="*/ 722176 h 903022"/>
                <a:gd name="connsiteX500" fmla="*/ 54722 w 551389"/>
                <a:gd name="connsiteY500" fmla="*/ 722176 h 903022"/>
                <a:gd name="connsiteX501" fmla="*/ 57448 w 551389"/>
                <a:gd name="connsiteY501" fmla="*/ 721301 h 903022"/>
                <a:gd name="connsiteX502" fmla="*/ 58761 w 551389"/>
                <a:gd name="connsiteY502" fmla="*/ 721301 h 903022"/>
                <a:gd name="connsiteX503" fmla="*/ 62564 w 551389"/>
                <a:gd name="connsiteY503" fmla="*/ 722176 h 903022"/>
                <a:gd name="connsiteX504" fmla="*/ 64314 w 551389"/>
                <a:gd name="connsiteY504" fmla="*/ 725237 h 903022"/>
                <a:gd name="connsiteX505" fmla="*/ 63775 w 551389"/>
                <a:gd name="connsiteY505" fmla="*/ 727188 h 903022"/>
                <a:gd name="connsiteX506" fmla="*/ 60949 w 551389"/>
                <a:gd name="connsiteY506" fmla="*/ 727726 h 903022"/>
                <a:gd name="connsiteX507" fmla="*/ 58896 w 551389"/>
                <a:gd name="connsiteY507" fmla="*/ 727087 h 903022"/>
                <a:gd name="connsiteX508" fmla="*/ 56708 w 551389"/>
                <a:gd name="connsiteY508" fmla="*/ 727087 h 903022"/>
                <a:gd name="connsiteX509" fmla="*/ 53982 w 551389"/>
                <a:gd name="connsiteY509" fmla="*/ 728500 h 903022"/>
                <a:gd name="connsiteX510" fmla="*/ 52804 w 551389"/>
                <a:gd name="connsiteY510" fmla="*/ 729576 h 903022"/>
                <a:gd name="connsiteX511" fmla="*/ 52367 w 551389"/>
                <a:gd name="connsiteY511" fmla="*/ 732503 h 903022"/>
                <a:gd name="connsiteX512" fmla="*/ 52266 w 551389"/>
                <a:gd name="connsiteY512" fmla="*/ 736102 h 903022"/>
                <a:gd name="connsiteX513" fmla="*/ 52905 w 551389"/>
                <a:gd name="connsiteY513" fmla="*/ 742191 h 903022"/>
                <a:gd name="connsiteX514" fmla="*/ 52468 w 551389"/>
                <a:gd name="connsiteY514" fmla="*/ 743806 h 903022"/>
                <a:gd name="connsiteX515" fmla="*/ 51694 w 551389"/>
                <a:gd name="connsiteY515" fmla="*/ 747271 h 903022"/>
                <a:gd name="connsiteX516" fmla="*/ 51256 w 551389"/>
                <a:gd name="connsiteY516" fmla="*/ 748684 h 903022"/>
                <a:gd name="connsiteX517" fmla="*/ 44290 w 551389"/>
                <a:gd name="connsiteY517" fmla="*/ 753461 h 903022"/>
                <a:gd name="connsiteX518" fmla="*/ 37323 w 551389"/>
                <a:gd name="connsiteY518" fmla="*/ 754537 h 903022"/>
                <a:gd name="connsiteX519" fmla="*/ 31905 w 551389"/>
                <a:gd name="connsiteY519" fmla="*/ 758877 h 903022"/>
                <a:gd name="connsiteX520" fmla="*/ 26688 w 551389"/>
                <a:gd name="connsiteY520" fmla="*/ 761063 h 903022"/>
                <a:gd name="connsiteX521" fmla="*/ 19957 w 551389"/>
                <a:gd name="connsiteY521" fmla="*/ 756724 h 903022"/>
                <a:gd name="connsiteX522" fmla="*/ 13226 w 551389"/>
                <a:gd name="connsiteY522" fmla="*/ 759112 h 903022"/>
                <a:gd name="connsiteX523" fmla="*/ 11476 w 551389"/>
                <a:gd name="connsiteY523" fmla="*/ 756084 h 903022"/>
                <a:gd name="connsiteX524" fmla="*/ 8010 w 551389"/>
                <a:gd name="connsiteY524" fmla="*/ 755210 h 903022"/>
                <a:gd name="connsiteX525" fmla="*/ 2591 w 551389"/>
                <a:gd name="connsiteY525" fmla="*/ 755210 h 903022"/>
                <a:gd name="connsiteX526" fmla="*/ 0 w 551389"/>
                <a:gd name="connsiteY526" fmla="*/ 758473 h 903022"/>
                <a:gd name="connsiteX527" fmla="*/ 0 w 551389"/>
                <a:gd name="connsiteY527" fmla="*/ 763014 h 903022"/>
                <a:gd name="connsiteX528" fmla="*/ 0 w 551389"/>
                <a:gd name="connsiteY528" fmla="*/ 766479 h 903022"/>
                <a:gd name="connsiteX529" fmla="*/ 0 w 551389"/>
                <a:gd name="connsiteY529" fmla="*/ 769944 h 903022"/>
                <a:gd name="connsiteX530" fmla="*/ 2188 w 551389"/>
                <a:gd name="connsiteY530" fmla="*/ 772568 h 903022"/>
                <a:gd name="connsiteX531" fmla="*/ 7842 w 551389"/>
                <a:gd name="connsiteY531" fmla="*/ 772568 h 903022"/>
                <a:gd name="connsiteX532" fmla="*/ 10904 w 551389"/>
                <a:gd name="connsiteY532" fmla="*/ 775393 h 903022"/>
                <a:gd name="connsiteX533" fmla="*/ 14371 w 551389"/>
                <a:gd name="connsiteY533" fmla="*/ 779531 h 903022"/>
                <a:gd name="connsiteX534" fmla="*/ 18510 w 551389"/>
                <a:gd name="connsiteY534" fmla="*/ 779531 h 903022"/>
                <a:gd name="connsiteX535" fmla="*/ 23525 w 551389"/>
                <a:gd name="connsiteY535" fmla="*/ 779531 h 903022"/>
                <a:gd name="connsiteX536" fmla="*/ 28102 w 551389"/>
                <a:gd name="connsiteY536" fmla="*/ 778455 h 903022"/>
                <a:gd name="connsiteX537" fmla="*/ 33116 w 551389"/>
                <a:gd name="connsiteY537" fmla="*/ 775629 h 903022"/>
                <a:gd name="connsiteX538" fmla="*/ 36818 w 551389"/>
                <a:gd name="connsiteY538" fmla="*/ 773443 h 903022"/>
                <a:gd name="connsiteX539" fmla="*/ 39006 w 551389"/>
                <a:gd name="connsiteY539" fmla="*/ 771054 h 903022"/>
                <a:gd name="connsiteX540" fmla="*/ 40756 w 551389"/>
                <a:gd name="connsiteY540" fmla="*/ 769103 h 903022"/>
                <a:gd name="connsiteX541" fmla="*/ 42506 w 551389"/>
                <a:gd name="connsiteY541" fmla="*/ 766715 h 903022"/>
                <a:gd name="connsiteX542" fmla="*/ 45770 w 551389"/>
                <a:gd name="connsiteY542" fmla="*/ 768464 h 903022"/>
                <a:gd name="connsiteX543" fmla="*/ 47722 w 551389"/>
                <a:gd name="connsiteY543" fmla="*/ 768901 h 903022"/>
                <a:gd name="connsiteX544" fmla="*/ 50549 w 551389"/>
                <a:gd name="connsiteY544" fmla="*/ 767152 h 903022"/>
                <a:gd name="connsiteX545" fmla="*/ 57953 w 551389"/>
                <a:gd name="connsiteY545" fmla="*/ 765840 h 903022"/>
                <a:gd name="connsiteX546" fmla="*/ 60545 w 551389"/>
                <a:gd name="connsiteY546" fmla="*/ 766277 h 903022"/>
                <a:gd name="connsiteX547" fmla="*/ 67175 w 551389"/>
                <a:gd name="connsiteY547" fmla="*/ 766815 h 903022"/>
                <a:gd name="connsiteX548" fmla="*/ 68487 w 551389"/>
                <a:gd name="connsiteY548" fmla="*/ 768329 h 903022"/>
                <a:gd name="connsiteX549" fmla="*/ 69026 w 551389"/>
                <a:gd name="connsiteY549" fmla="*/ 771256 h 903022"/>
                <a:gd name="connsiteX550" fmla="*/ 68050 w 551389"/>
                <a:gd name="connsiteY550" fmla="*/ 772332 h 903022"/>
                <a:gd name="connsiteX551" fmla="*/ 65761 w 551389"/>
                <a:gd name="connsiteY551" fmla="*/ 773745 h 903022"/>
                <a:gd name="connsiteX552" fmla="*/ 64785 w 551389"/>
                <a:gd name="connsiteY552" fmla="*/ 775797 h 903022"/>
                <a:gd name="connsiteX553" fmla="*/ 64886 w 551389"/>
                <a:gd name="connsiteY553" fmla="*/ 778825 h 903022"/>
                <a:gd name="connsiteX554" fmla="*/ 66064 w 551389"/>
                <a:gd name="connsiteY554" fmla="*/ 779834 h 903022"/>
                <a:gd name="connsiteX555" fmla="*/ 69329 w 551389"/>
                <a:gd name="connsiteY555" fmla="*/ 781112 h 903022"/>
                <a:gd name="connsiteX556" fmla="*/ 73232 w 551389"/>
                <a:gd name="connsiteY556" fmla="*/ 782424 h 903022"/>
                <a:gd name="connsiteX557" fmla="*/ 76261 w 551389"/>
                <a:gd name="connsiteY557" fmla="*/ 783837 h 903022"/>
                <a:gd name="connsiteX558" fmla="*/ 78112 w 551389"/>
                <a:gd name="connsiteY558" fmla="*/ 785048 h 903022"/>
                <a:gd name="connsiteX559" fmla="*/ 82454 w 551389"/>
                <a:gd name="connsiteY559" fmla="*/ 787336 h 903022"/>
                <a:gd name="connsiteX560" fmla="*/ 85617 w 551389"/>
                <a:gd name="connsiteY560" fmla="*/ 788210 h 903022"/>
                <a:gd name="connsiteX561" fmla="*/ 88781 w 551389"/>
                <a:gd name="connsiteY561" fmla="*/ 788210 h 903022"/>
                <a:gd name="connsiteX562" fmla="*/ 92920 w 551389"/>
                <a:gd name="connsiteY562" fmla="*/ 791372 h 903022"/>
                <a:gd name="connsiteX563" fmla="*/ 94132 w 551389"/>
                <a:gd name="connsiteY563" fmla="*/ 793424 h 903022"/>
                <a:gd name="connsiteX564" fmla="*/ 96622 w 551389"/>
                <a:gd name="connsiteY564" fmla="*/ 793424 h 903022"/>
                <a:gd name="connsiteX565" fmla="*/ 97699 w 551389"/>
                <a:gd name="connsiteY565" fmla="*/ 792348 h 903022"/>
                <a:gd name="connsiteX566" fmla="*/ 100425 w 551389"/>
                <a:gd name="connsiteY566" fmla="*/ 791473 h 903022"/>
                <a:gd name="connsiteX567" fmla="*/ 102613 w 551389"/>
                <a:gd name="connsiteY567" fmla="*/ 789960 h 903022"/>
                <a:gd name="connsiteX568" fmla="*/ 104363 w 551389"/>
                <a:gd name="connsiteY568" fmla="*/ 789320 h 903022"/>
                <a:gd name="connsiteX569" fmla="*/ 105877 w 551389"/>
                <a:gd name="connsiteY569" fmla="*/ 787134 h 903022"/>
                <a:gd name="connsiteX570" fmla="*/ 108166 w 551389"/>
                <a:gd name="connsiteY570" fmla="*/ 785183 h 903022"/>
                <a:gd name="connsiteX571" fmla="*/ 111329 w 551389"/>
                <a:gd name="connsiteY571" fmla="*/ 784544 h 903022"/>
                <a:gd name="connsiteX572" fmla="*/ 113820 w 551389"/>
                <a:gd name="connsiteY572" fmla="*/ 784005 h 903022"/>
                <a:gd name="connsiteX573" fmla="*/ 115233 w 551389"/>
                <a:gd name="connsiteY573" fmla="*/ 783568 h 903022"/>
                <a:gd name="connsiteX574" fmla="*/ 117522 w 551389"/>
                <a:gd name="connsiteY574" fmla="*/ 781920 h 903022"/>
                <a:gd name="connsiteX575" fmla="*/ 120113 w 551389"/>
                <a:gd name="connsiteY575" fmla="*/ 780709 h 903022"/>
                <a:gd name="connsiteX576" fmla="*/ 122065 w 551389"/>
                <a:gd name="connsiteY576" fmla="*/ 779498 h 903022"/>
                <a:gd name="connsiteX577" fmla="*/ 124017 w 551389"/>
                <a:gd name="connsiteY577" fmla="*/ 780137 h 903022"/>
                <a:gd name="connsiteX578" fmla="*/ 127046 w 551389"/>
                <a:gd name="connsiteY578" fmla="*/ 781348 h 903022"/>
                <a:gd name="connsiteX579" fmla="*/ 128561 w 551389"/>
                <a:gd name="connsiteY579" fmla="*/ 784611 h 903022"/>
                <a:gd name="connsiteX580" fmla="*/ 129772 w 551389"/>
                <a:gd name="connsiteY580" fmla="*/ 785923 h 903022"/>
                <a:gd name="connsiteX581" fmla="*/ 132936 w 551389"/>
                <a:gd name="connsiteY581" fmla="*/ 786259 h 903022"/>
                <a:gd name="connsiteX582" fmla="*/ 135426 w 551389"/>
                <a:gd name="connsiteY582" fmla="*/ 786360 h 903022"/>
                <a:gd name="connsiteX583" fmla="*/ 139330 w 551389"/>
                <a:gd name="connsiteY583" fmla="*/ 787134 h 903022"/>
                <a:gd name="connsiteX584" fmla="*/ 142258 w 551389"/>
                <a:gd name="connsiteY584" fmla="*/ 787033 h 903022"/>
                <a:gd name="connsiteX585" fmla="*/ 144109 w 551389"/>
                <a:gd name="connsiteY585" fmla="*/ 786596 h 903022"/>
                <a:gd name="connsiteX586" fmla="*/ 146162 w 551389"/>
                <a:gd name="connsiteY586" fmla="*/ 786495 h 903022"/>
                <a:gd name="connsiteX587" fmla="*/ 147676 w 551389"/>
                <a:gd name="connsiteY587" fmla="*/ 786293 h 903022"/>
                <a:gd name="connsiteX588" fmla="*/ 149864 w 551389"/>
                <a:gd name="connsiteY588" fmla="*/ 785956 h 903022"/>
                <a:gd name="connsiteX589" fmla="*/ 151042 w 551389"/>
                <a:gd name="connsiteY589" fmla="*/ 784443 h 903022"/>
                <a:gd name="connsiteX590" fmla="*/ 154306 w 551389"/>
                <a:gd name="connsiteY590" fmla="*/ 783030 h 903022"/>
                <a:gd name="connsiteX591" fmla="*/ 157470 w 551389"/>
                <a:gd name="connsiteY591" fmla="*/ 783131 h 903022"/>
                <a:gd name="connsiteX592" fmla="*/ 159085 w 551389"/>
                <a:gd name="connsiteY592" fmla="*/ 784005 h 903022"/>
                <a:gd name="connsiteX593" fmla="*/ 160499 w 551389"/>
                <a:gd name="connsiteY593" fmla="*/ 786057 h 903022"/>
                <a:gd name="connsiteX594" fmla="*/ 159960 w 551389"/>
                <a:gd name="connsiteY594" fmla="*/ 789220 h 903022"/>
                <a:gd name="connsiteX595" fmla="*/ 158446 w 551389"/>
                <a:gd name="connsiteY595" fmla="*/ 790834 h 903022"/>
                <a:gd name="connsiteX596" fmla="*/ 158109 w 551389"/>
                <a:gd name="connsiteY596" fmla="*/ 794635 h 903022"/>
                <a:gd name="connsiteX597" fmla="*/ 156359 w 551389"/>
                <a:gd name="connsiteY597" fmla="*/ 796048 h 903022"/>
                <a:gd name="connsiteX598" fmla="*/ 155383 w 551389"/>
                <a:gd name="connsiteY598" fmla="*/ 798235 h 903022"/>
                <a:gd name="connsiteX599" fmla="*/ 154508 w 551389"/>
                <a:gd name="connsiteY599" fmla="*/ 800287 h 903022"/>
                <a:gd name="connsiteX600" fmla="*/ 154407 w 551389"/>
                <a:gd name="connsiteY600" fmla="*/ 803113 h 903022"/>
                <a:gd name="connsiteX601" fmla="*/ 156696 w 551389"/>
                <a:gd name="connsiteY601" fmla="*/ 806140 h 903022"/>
                <a:gd name="connsiteX602" fmla="*/ 158984 w 551389"/>
                <a:gd name="connsiteY602" fmla="*/ 807217 h 903022"/>
                <a:gd name="connsiteX603" fmla="*/ 164201 w 551389"/>
                <a:gd name="connsiteY603" fmla="*/ 809807 h 903022"/>
                <a:gd name="connsiteX604" fmla="*/ 164975 w 551389"/>
                <a:gd name="connsiteY604" fmla="*/ 811993 h 903022"/>
                <a:gd name="connsiteX605" fmla="*/ 165177 w 551389"/>
                <a:gd name="connsiteY605" fmla="*/ 815055 h 903022"/>
                <a:gd name="connsiteX606" fmla="*/ 167465 w 551389"/>
                <a:gd name="connsiteY606" fmla="*/ 817107 h 903022"/>
                <a:gd name="connsiteX607" fmla="*/ 170057 w 551389"/>
                <a:gd name="connsiteY607" fmla="*/ 817645 h 903022"/>
                <a:gd name="connsiteX608" fmla="*/ 173321 w 551389"/>
                <a:gd name="connsiteY608" fmla="*/ 818183 h 903022"/>
                <a:gd name="connsiteX609" fmla="*/ 174836 w 551389"/>
                <a:gd name="connsiteY609" fmla="*/ 818183 h 903022"/>
                <a:gd name="connsiteX610" fmla="*/ 175980 w 551389"/>
                <a:gd name="connsiteY610" fmla="*/ 816232 h 903022"/>
                <a:gd name="connsiteX611" fmla="*/ 175711 w 551389"/>
                <a:gd name="connsiteY611" fmla="*/ 814382 h 903022"/>
                <a:gd name="connsiteX612" fmla="*/ 175711 w 551389"/>
                <a:gd name="connsiteY612" fmla="*/ 811657 h 903022"/>
                <a:gd name="connsiteX613" fmla="*/ 176788 w 551389"/>
                <a:gd name="connsiteY613" fmla="*/ 810883 h 903022"/>
                <a:gd name="connsiteX614" fmla="*/ 177528 w 551389"/>
                <a:gd name="connsiteY614" fmla="*/ 809571 h 903022"/>
                <a:gd name="connsiteX615" fmla="*/ 179278 w 551389"/>
                <a:gd name="connsiteY615" fmla="*/ 808596 h 903022"/>
                <a:gd name="connsiteX616" fmla="*/ 180591 w 551389"/>
                <a:gd name="connsiteY616" fmla="*/ 806308 h 903022"/>
                <a:gd name="connsiteX617" fmla="*/ 181567 w 551389"/>
                <a:gd name="connsiteY617" fmla="*/ 805232 h 903022"/>
                <a:gd name="connsiteX618" fmla="*/ 185807 w 551389"/>
                <a:gd name="connsiteY618" fmla="*/ 805131 h 903022"/>
                <a:gd name="connsiteX619" fmla="*/ 189172 w 551389"/>
                <a:gd name="connsiteY619" fmla="*/ 805131 h 903022"/>
                <a:gd name="connsiteX620" fmla="*/ 190485 w 551389"/>
                <a:gd name="connsiteY620" fmla="*/ 808192 h 903022"/>
                <a:gd name="connsiteX621" fmla="*/ 190048 w 551389"/>
                <a:gd name="connsiteY621" fmla="*/ 810480 h 903022"/>
                <a:gd name="connsiteX622" fmla="*/ 188297 w 551389"/>
                <a:gd name="connsiteY622" fmla="*/ 812431 h 903022"/>
                <a:gd name="connsiteX623" fmla="*/ 187860 w 551389"/>
                <a:gd name="connsiteY623" fmla="*/ 816333 h 903022"/>
                <a:gd name="connsiteX624" fmla="*/ 188398 w 551389"/>
                <a:gd name="connsiteY624" fmla="*/ 817309 h 903022"/>
                <a:gd name="connsiteX625" fmla="*/ 189374 w 551389"/>
                <a:gd name="connsiteY625" fmla="*/ 818183 h 903022"/>
                <a:gd name="connsiteX626" fmla="*/ 190249 w 551389"/>
                <a:gd name="connsiteY626" fmla="*/ 819394 h 903022"/>
                <a:gd name="connsiteX627" fmla="*/ 191663 w 551389"/>
                <a:gd name="connsiteY627" fmla="*/ 822422 h 903022"/>
                <a:gd name="connsiteX628" fmla="*/ 193413 w 551389"/>
                <a:gd name="connsiteY628" fmla="*/ 824709 h 903022"/>
                <a:gd name="connsiteX629" fmla="*/ 195668 w 551389"/>
                <a:gd name="connsiteY629" fmla="*/ 824709 h 903022"/>
                <a:gd name="connsiteX630" fmla="*/ 199134 w 551389"/>
                <a:gd name="connsiteY630" fmla="*/ 824709 h 903022"/>
                <a:gd name="connsiteX631" fmla="*/ 201961 w 551389"/>
                <a:gd name="connsiteY631" fmla="*/ 823734 h 903022"/>
                <a:gd name="connsiteX632" fmla="*/ 203375 w 551389"/>
                <a:gd name="connsiteY632" fmla="*/ 821244 h 903022"/>
                <a:gd name="connsiteX633" fmla="*/ 206740 w 551389"/>
                <a:gd name="connsiteY633" fmla="*/ 820807 h 903022"/>
                <a:gd name="connsiteX634" fmla="*/ 210779 w 551389"/>
                <a:gd name="connsiteY634" fmla="*/ 820908 h 903022"/>
                <a:gd name="connsiteX635" fmla="*/ 213505 w 551389"/>
                <a:gd name="connsiteY635" fmla="*/ 822119 h 903022"/>
                <a:gd name="connsiteX636" fmla="*/ 215793 w 551389"/>
                <a:gd name="connsiteY636" fmla="*/ 823868 h 903022"/>
                <a:gd name="connsiteX637" fmla="*/ 215793 w 551389"/>
                <a:gd name="connsiteY637" fmla="*/ 825281 h 903022"/>
                <a:gd name="connsiteX638" fmla="*/ 218620 w 551389"/>
                <a:gd name="connsiteY638" fmla="*/ 827569 h 903022"/>
                <a:gd name="connsiteX639" fmla="*/ 218721 w 551389"/>
                <a:gd name="connsiteY639" fmla="*/ 830731 h 903022"/>
                <a:gd name="connsiteX640" fmla="*/ 219361 w 551389"/>
                <a:gd name="connsiteY640" fmla="*/ 832480 h 903022"/>
                <a:gd name="connsiteX641" fmla="*/ 219260 w 551389"/>
                <a:gd name="connsiteY641" fmla="*/ 834667 h 903022"/>
                <a:gd name="connsiteX642" fmla="*/ 219798 w 551389"/>
                <a:gd name="connsiteY642" fmla="*/ 837593 h 903022"/>
                <a:gd name="connsiteX643" fmla="*/ 224375 w 551389"/>
                <a:gd name="connsiteY643" fmla="*/ 839544 h 903022"/>
                <a:gd name="connsiteX644" fmla="*/ 227303 w 551389"/>
                <a:gd name="connsiteY644" fmla="*/ 840419 h 903022"/>
                <a:gd name="connsiteX645" fmla="*/ 228818 w 551389"/>
                <a:gd name="connsiteY645" fmla="*/ 843043 h 903022"/>
                <a:gd name="connsiteX646" fmla="*/ 231106 w 551389"/>
                <a:gd name="connsiteY646" fmla="*/ 844456 h 903022"/>
                <a:gd name="connsiteX647" fmla="*/ 232822 w 551389"/>
                <a:gd name="connsiteY647" fmla="*/ 846945 h 903022"/>
                <a:gd name="connsiteX648" fmla="*/ 235010 w 551389"/>
                <a:gd name="connsiteY648" fmla="*/ 850208 h 903022"/>
                <a:gd name="connsiteX649" fmla="*/ 237063 w 551389"/>
                <a:gd name="connsiteY649" fmla="*/ 852395 h 903022"/>
                <a:gd name="connsiteX650" fmla="*/ 239351 w 551389"/>
                <a:gd name="connsiteY650" fmla="*/ 852395 h 903022"/>
                <a:gd name="connsiteX651" fmla="*/ 241303 w 551389"/>
                <a:gd name="connsiteY651" fmla="*/ 850881 h 903022"/>
                <a:gd name="connsiteX652" fmla="*/ 243053 w 551389"/>
                <a:gd name="connsiteY652" fmla="*/ 848829 h 903022"/>
                <a:gd name="connsiteX653" fmla="*/ 243390 w 551389"/>
                <a:gd name="connsiteY653" fmla="*/ 846003 h 903022"/>
                <a:gd name="connsiteX654" fmla="*/ 243289 w 551389"/>
                <a:gd name="connsiteY654" fmla="*/ 844052 h 903022"/>
                <a:gd name="connsiteX655" fmla="*/ 244501 w 551389"/>
                <a:gd name="connsiteY655" fmla="*/ 841563 h 903022"/>
                <a:gd name="connsiteX656" fmla="*/ 246150 w 551389"/>
                <a:gd name="connsiteY656" fmla="*/ 840486 h 903022"/>
                <a:gd name="connsiteX657" fmla="*/ 248438 w 551389"/>
                <a:gd name="connsiteY657" fmla="*/ 839612 h 903022"/>
                <a:gd name="connsiteX658" fmla="*/ 250054 w 551389"/>
                <a:gd name="connsiteY658" fmla="*/ 839712 h 903022"/>
                <a:gd name="connsiteX659" fmla="*/ 252342 w 551389"/>
                <a:gd name="connsiteY659" fmla="*/ 839712 h 903022"/>
                <a:gd name="connsiteX660" fmla="*/ 255169 w 551389"/>
                <a:gd name="connsiteY660" fmla="*/ 840486 h 903022"/>
                <a:gd name="connsiteX661" fmla="*/ 256919 w 551389"/>
                <a:gd name="connsiteY661" fmla="*/ 840486 h 903022"/>
                <a:gd name="connsiteX662" fmla="*/ 259746 w 551389"/>
                <a:gd name="connsiteY662" fmla="*/ 839612 h 903022"/>
                <a:gd name="connsiteX663" fmla="*/ 261362 w 551389"/>
                <a:gd name="connsiteY663" fmla="*/ 839174 h 903022"/>
                <a:gd name="connsiteX664" fmla="*/ 263213 w 551389"/>
                <a:gd name="connsiteY664" fmla="*/ 838838 h 903022"/>
                <a:gd name="connsiteX665" fmla="*/ 265165 w 551389"/>
                <a:gd name="connsiteY665" fmla="*/ 837862 h 903022"/>
                <a:gd name="connsiteX666" fmla="*/ 266814 w 551389"/>
                <a:gd name="connsiteY666" fmla="*/ 836651 h 903022"/>
                <a:gd name="connsiteX667" fmla="*/ 268126 w 551389"/>
                <a:gd name="connsiteY667" fmla="*/ 835777 h 903022"/>
                <a:gd name="connsiteX668" fmla="*/ 269540 w 551389"/>
                <a:gd name="connsiteY668" fmla="*/ 835777 h 903022"/>
                <a:gd name="connsiteX669" fmla="*/ 271391 w 551389"/>
                <a:gd name="connsiteY669" fmla="*/ 836853 h 903022"/>
                <a:gd name="connsiteX670" fmla="*/ 273141 w 551389"/>
                <a:gd name="connsiteY670" fmla="*/ 838602 h 903022"/>
                <a:gd name="connsiteX671" fmla="*/ 274655 w 551389"/>
                <a:gd name="connsiteY671" fmla="*/ 840453 h 903022"/>
                <a:gd name="connsiteX672" fmla="*/ 276169 w 551389"/>
                <a:gd name="connsiteY672" fmla="*/ 840453 h 903022"/>
                <a:gd name="connsiteX673" fmla="*/ 278997 w 551389"/>
                <a:gd name="connsiteY673" fmla="*/ 840453 h 903022"/>
                <a:gd name="connsiteX674" fmla="*/ 286165 w 551389"/>
                <a:gd name="connsiteY674" fmla="*/ 840453 h 903022"/>
                <a:gd name="connsiteX675" fmla="*/ 291348 w 551389"/>
                <a:gd name="connsiteY675" fmla="*/ 840453 h 903022"/>
                <a:gd name="connsiteX676" fmla="*/ 293098 w 551389"/>
                <a:gd name="connsiteY676" fmla="*/ 840453 h 903022"/>
                <a:gd name="connsiteX677" fmla="*/ 295790 w 551389"/>
                <a:gd name="connsiteY677" fmla="*/ 843211 h 903022"/>
                <a:gd name="connsiteX678" fmla="*/ 297742 w 551389"/>
                <a:gd name="connsiteY678" fmla="*/ 846407 h 903022"/>
                <a:gd name="connsiteX679" fmla="*/ 301209 w 551389"/>
                <a:gd name="connsiteY679" fmla="*/ 849165 h 903022"/>
                <a:gd name="connsiteX680" fmla="*/ 306728 w 551389"/>
                <a:gd name="connsiteY680" fmla="*/ 852193 h 903022"/>
                <a:gd name="connsiteX681" fmla="*/ 313391 w 551389"/>
                <a:gd name="connsiteY681" fmla="*/ 855523 h 903022"/>
                <a:gd name="connsiteX682" fmla="*/ 316420 w 551389"/>
                <a:gd name="connsiteY682" fmla="*/ 858988 h 903022"/>
                <a:gd name="connsiteX683" fmla="*/ 319449 w 551389"/>
                <a:gd name="connsiteY683" fmla="*/ 861175 h 903022"/>
                <a:gd name="connsiteX684" fmla="*/ 325810 w 551389"/>
                <a:gd name="connsiteY684" fmla="*/ 865077 h 903022"/>
                <a:gd name="connsiteX685" fmla="*/ 329142 w 551389"/>
                <a:gd name="connsiteY685" fmla="*/ 867398 h 903022"/>
                <a:gd name="connsiteX686" fmla="*/ 331027 w 551389"/>
                <a:gd name="connsiteY686" fmla="*/ 869416 h 903022"/>
                <a:gd name="connsiteX687" fmla="*/ 334493 w 551389"/>
                <a:gd name="connsiteY687" fmla="*/ 871166 h 903022"/>
                <a:gd name="connsiteX688" fmla="*/ 337387 w 551389"/>
                <a:gd name="connsiteY688" fmla="*/ 871300 h 903022"/>
                <a:gd name="connsiteX689" fmla="*/ 340854 w 551389"/>
                <a:gd name="connsiteY689" fmla="*/ 871435 h 903022"/>
                <a:gd name="connsiteX690" fmla="*/ 343445 w 551389"/>
                <a:gd name="connsiteY690" fmla="*/ 872007 h 903022"/>
                <a:gd name="connsiteX691" fmla="*/ 344320 w 551389"/>
                <a:gd name="connsiteY691" fmla="*/ 873756 h 903022"/>
                <a:gd name="connsiteX692" fmla="*/ 346339 w 551389"/>
                <a:gd name="connsiteY692" fmla="*/ 876077 h 903022"/>
                <a:gd name="connsiteX693" fmla="*/ 348359 w 551389"/>
                <a:gd name="connsiteY693" fmla="*/ 877221 h 903022"/>
                <a:gd name="connsiteX694" fmla="*/ 351388 w 551389"/>
                <a:gd name="connsiteY694" fmla="*/ 880686 h 903022"/>
                <a:gd name="connsiteX695" fmla="*/ 352700 w 551389"/>
                <a:gd name="connsiteY695" fmla="*/ 881997 h 903022"/>
                <a:gd name="connsiteX696" fmla="*/ 356167 w 551389"/>
                <a:gd name="connsiteY696" fmla="*/ 884756 h 903022"/>
                <a:gd name="connsiteX697" fmla="*/ 357042 w 551389"/>
                <a:gd name="connsiteY697" fmla="*/ 887514 h 903022"/>
                <a:gd name="connsiteX698" fmla="*/ 358926 w 551389"/>
                <a:gd name="connsiteY698" fmla="*/ 890979 h 903022"/>
                <a:gd name="connsiteX699" fmla="*/ 363873 w 551389"/>
                <a:gd name="connsiteY699" fmla="*/ 895184 h 903022"/>
                <a:gd name="connsiteX700" fmla="*/ 365758 w 551389"/>
                <a:gd name="connsiteY700" fmla="*/ 898817 h 903022"/>
                <a:gd name="connsiteX701" fmla="*/ 369393 w 551389"/>
                <a:gd name="connsiteY701" fmla="*/ 903022 h 903022"/>
                <a:gd name="connsiteX702" fmla="*/ 376494 w 551389"/>
                <a:gd name="connsiteY702" fmla="*/ 903022 h 903022"/>
                <a:gd name="connsiteX703" fmla="*/ 379556 w 551389"/>
                <a:gd name="connsiteY703" fmla="*/ 901946 h 903022"/>
                <a:gd name="connsiteX704" fmla="*/ 386085 w 551389"/>
                <a:gd name="connsiteY704" fmla="*/ 901307 h 903022"/>
                <a:gd name="connsiteX705" fmla="*/ 392177 w 551389"/>
                <a:gd name="connsiteY705" fmla="*/ 901307 h 903022"/>
                <a:gd name="connsiteX706" fmla="*/ 395643 w 551389"/>
                <a:gd name="connsiteY706" fmla="*/ 901307 h 903022"/>
                <a:gd name="connsiteX707" fmla="*/ 401163 w 551389"/>
                <a:gd name="connsiteY707" fmla="*/ 901744 h 903022"/>
                <a:gd name="connsiteX708" fmla="*/ 400019 w 551389"/>
                <a:gd name="connsiteY708" fmla="*/ 897539 h 903022"/>
                <a:gd name="connsiteX709" fmla="*/ 396249 w 551389"/>
                <a:gd name="connsiteY709" fmla="*/ 886539 h 903022"/>
                <a:gd name="connsiteX710" fmla="*/ 395946 w 551389"/>
                <a:gd name="connsiteY710" fmla="*/ 879878 h 903022"/>
                <a:gd name="connsiteX711" fmla="*/ 396384 w 551389"/>
                <a:gd name="connsiteY711" fmla="*/ 871603 h 903022"/>
                <a:gd name="connsiteX712" fmla="*/ 396821 w 551389"/>
                <a:gd name="connsiteY712" fmla="*/ 862756 h 903022"/>
                <a:gd name="connsiteX713" fmla="*/ 396687 w 551389"/>
                <a:gd name="connsiteY713" fmla="*/ 854514 h 903022"/>
                <a:gd name="connsiteX714" fmla="*/ 394499 w 551389"/>
                <a:gd name="connsiteY714" fmla="*/ 849165 h 903022"/>
                <a:gd name="connsiteX715" fmla="*/ 390158 w 551389"/>
                <a:gd name="connsiteY715" fmla="*/ 844388 h 903022"/>
                <a:gd name="connsiteX716" fmla="*/ 384504 w 551389"/>
                <a:gd name="connsiteY716" fmla="*/ 837593 h 903022"/>
                <a:gd name="connsiteX717" fmla="*/ 383932 w 551389"/>
                <a:gd name="connsiteY717" fmla="*/ 832951 h 903022"/>
                <a:gd name="connsiteX718" fmla="*/ 387836 w 551389"/>
                <a:gd name="connsiteY718" fmla="*/ 825988 h 903022"/>
                <a:gd name="connsiteX719" fmla="*/ 391033 w 551389"/>
                <a:gd name="connsiteY719" fmla="*/ 822220 h 903022"/>
                <a:gd name="connsiteX720" fmla="*/ 391739 w 551389"/>
                <a:gd name="connsiteY720" fmla="*/ 814382 h 903022"/>
                <a:gd name="connsiteX721" fmla="*/ 392614 w 551389"/>
                <a:gd name="connsiteY721" fmla="*/ 804391 h 903022"/>
                <a:gd name="connsiteX722" fmla="*/ 395643 w 551389"/>
                <a:gd name="connsiteY722" fmla="*/ 803315 h 903022"/>
                <a:gd name="connsiteX723" fmla="*/ 397965 w 551389"/>
                <a:gd name="connsiteY723" fmla="*/ 800489 h 903022"/>
                <a:gd name="connsiteX724" fmla="*/ 404360 w 551389"/>
                <a:gd name="connsiteY724" fmla="*/ 800489 h 903022"/>
                <a:gd name="connsiteX725" fmla="*/ 409879 w 551389"/>
                <a:gd name="connsiteY725" fmla="*/ 803819 h 903022"/>
                <a:gd name="connsiteX726" fmla="*/ 419000 w 551389"/>
                <a:gd name="connsiteY726" fmla="*/ 803382 h 903022"/>
                <a:gd name="connsiteX727" fmla="*/ 427413 w 551389"/>
                <a:gd name="connsiteY727" fmla="*/ 800489 h 903022"/>
                <a:gd name="connsiteX728" fmla="*/ 432058 w 551389"/>
                <a:gd name="connsiteY728" fmla="*/ 800489 h 903022"/>
                <a:gd name="connsiteX729" fmla="*/ 440606 w 551389"/>
                <a:gd name="connsiteY729" fmla="*/ 798739 h 903022"/>
                <a:gd name="connsiteX730" fmla="*/ 446697 w 551389"/>
                <a:gd name="connsiteY730" fmla="*/ 795544 h 903022"/>
                <a:gd name="connsiteX731" fmla="*/ 449592 w 551389"/>
                <a:gd name="connsiteY731" fmla="*/ 790632 h 903022"/>
                <a:gd name="connsiteX732" fmla="*/ 451039 w 551389"/>
                <a:gd name="connsiteY732" fmla="*/ 785856 h 903022"/>
                <a:gd name="connsiteX733" fmla="*/ 449592 w 551389"/>
                <a:gd name="connsiteY733" fmla="*/ 780204 h 903022"/>
                <a:gd name="connsiteX734" fmla="*/ 441918 w 551389"/>
                <a:gd name="connsiteY734" fmla="*/ 774687 h 903022"/>
                <a:gd name="connsiteX735" fmla="*/ 436702 w 551389"/>
                <a:gd name="connsiteY735" fmla="*/ 771357 h 903022"/>
                <a:gd name="connsiteX736" fmla="*/ 428154 w 551389"/>
                <a:gd name="connsiteY736" fmla="*/ 769910 h 903022"/>
                <a:gd name="connsiteX737" fmla="*/ 421355 w 551389"/>
                <a:gd name="connsiteY737" fmla="*/ 770617 h 903022"/>
                <a:gd name="connsiteX738" fmla="*/ 417283 w 551389"/>
                <a:gd name="connsiteY738" fmla="*/ 770920 h 903022"/>
                <a:gd name="connsiteX739" fmla="*/ 412370 w 551389"/>
                <a:gd name="connsiteY739" fmla="*/ 765840 h 903022"/>
                <a:gd name="connsiteX740" fmla="*/ 412672 w 551389"/>
                <a:gd name="connsiteY740" fmla="*/ 761063 h 903022"/>
                <a:gd name="connsiteX741" fmla="*/ 414860 w 551389"/>
                <a:gd name="connsiteY741" fmla="*/ 756993 h 903022"/>
                <a:gd name="connsiteX742" fmla="*/ 414288 w 551389"/>
                <a:gd name="connsiteY742" fmla="*/ 752081 h 903022"/>
                <a:gd name="connsiteX743" fmla="*/ 413716 w 551389"/>
                <a:gd name="connsiteY743" fmla="*/ 747439 h 903022"/>
                <a:gd name="connsiteX744" fmla="*/ 407624 w 551389"/>
                <a:gd name="connsiteY744" fmla="*/ 744546 h 903022"/>
                <a:gd name="connsiteX745" fmla="*/ 402677 w 551389"/>
                <a:gd name="connsiteY745" fmla="*/ 744546 h 903022"/>
                <a:gd name="connsiteX746" fmla="*/ 397764 w 551389"/>
                <a:gd name="connsiteY746" fmla="*/ 744277 h 903022"/>
                <a:gd name="connsiteX747" fmla="*/ 393994 w 551389"/>
                <a:gd name="connsiteY747" fmla="*/ 742797 h 903022"/>
                <a:gd name="connsiteX748" fmla="*/ 385311 w 551389"/>
                <a:gd name="connsiteY748" fmla="*/ 738726 h 903022"/>
                <a:gd name="connsiteX749" fmla="*/ 384436 w 551389"/>
                <a:gd name="connsiteY749" fmla="*/ 736775 h 903022"/>
                <a:gd name="connsiteX750" fmla="*/ 385210 w 551389"/>
                <a:gd name="connsiteY750" fmla="*/ 733849 h 903022"/>
                <a:gd name="connsiteX751" fmla="*/ 387936 w 551389"/>
                <a:gd name="connsiteY751" fmla="*/ 730485 h 903022"/>
                <a:gd name="connsiteX752" fmla="*/ 389013 w 551389"/>
                <a:gd name="connsiteY752" fmla="*/ 729408 h 903022"/>
                <a:gd name="connsiteX753" fmla="*/ 393590 w 551389"/>
                <a:gd name="connsiteY753" fmla="*/ 727457 h 903022"/>
                <a:gd name="connsiteX754" fmla="*/ 397932 w 551389"/>
                <a:gd name="connsiteY754" fmla="*/ 727457 h 903022"/>
                <a:gd name="connsiteX755" fmla="*/ 402509 w 551389"/>
                <a:gd name="connsiteY755" fmla="*/ 726112 h 903022"/>
                <a:gd name="connsiteX756" fmla="*/ 407523 w 551389"/>
                <a:gd name="connsiteY756" fmla="*/ 723992 h 903022"/>
                <a:gd name="connsiteX757" fmla="*/ 411427 w 551389"/>
                <a:gd name="connsiteY757" fmla="*/ 723992 h 903022"/>
                <a:gd name="connsiteX758" fmla="*/ 415668 w 551389"/>
                <a:gd name="connsiteY758" fmla="*/ 725943 h 903022"/>
                <a:gd name="connsiteX759" fmla="*/ 421086 w 551389"/>
                <a:gd name="connsiteY759" fmla="*/ 728433 h 903022"/>
                <a:gd name="connsiteX760" fmla="*/ 428490 w 551389"/>
                <a:gd name="connsiteY760" fmla="*/ 730922 h 903022"/>
                <a:gd name="connsiteX761" fmla="*/ 435760 w 551389"/>
                <a:gd name="connsiteY761" fmla="*/ 732873 h 903022"/>
                <a:gd name="connsiteX762" fmla="*/ 445217 w 551389"/>
                <a:gd name="connsiteY762" fmla="*/ 735261 h 903022"/>
                <a:gd name="connsiteX763" fmla="*/ 455111 w 551389"/>
                <a:gd name="connsiteY763" fmla="*/ 736910 h 903022"/>
                <a:gd name="connsiteX764" fmla="*/ 462952 w 551389"/>
                <a:gd name="connsiteY764" fmla="*/ 735497 h 903022"/>
                <a:gd name="connsiteX765" fmla="*/ 465544 w 551389"/>
                <a:gd name="connsiteY765" fmla="*/ 733983 h 903022"/>
                <a:gd name="connsiteX766" fmla="*/ 475775 w 551389"/>
                <a:gd name="connsiteY766" fmla="*/ 733748 h 903022"/>
                <a:gd name="connsiteX767" fmla="*/ 482068 w 551389"/>
                <a:gd name="connsiteY767" fmla="*/ 731157 h 903022"/>
                <a:gd name="connsiteX768" fmla="*/ 484794 w 551389"/>
                <a:gd name="connsiteY768" fmla="*/ 729106 h 903022"/>
                <a:gd name="connsiteX769" fmla="*/ 487621 w 551389"/>
                <a:gd name="connsiteY769" fmla="*/ 725506 h 903022"/>
                <a:gd name="connsiteX770" fmla="*/ 490246 w 551389"/>
                <a:gd name="connsiteY770" fmla="*/ 725304 h 903022"/>
                <a:gd name="connsiteX771" fmla="*/ 492299 w 551389"/>
                <a:gd name="connsiteY771" fmla="*/ 726280 h 903022"/>
                <a:gd name="connsiteX772" fmla="*/ 493040 w 551389"/>
                <a:gd name="connsiteY772" fmla="*/ 728130 h 903022"/>
                <a:gd name="connsiteX773" fmla="*/ 492501 w 551389"/>
                <a:gd name="connsiteY773" fmla="*/ 731292 h 903022"/>
                <a:gd name="connsiteX774" fmla="*/ 493040 w 551389"/>
                <a:gd name="connsiteY774" fmla="*/ 733781 h 903022"/>
                <a:gd name="connsiteX775" fmla="*/ 495867 w 551389"/>
                <a:gd name="connsiteY775" fmla="*/ 736607 h 903022"/>
                <a:gd name="connsiteX776" fmla="*/ 499333 w 551389"/>
                <a:gd name="connsiteY776" fmla="*/ 739096 h 903022"/>
                <a:gd name="connsiteX777" fmla="*/ 503035 w 551389"/>
                <a:gd name="connsiteY777" fmla="*/ 740072 h 903022"/>
                <a:gd name="connsiteX778" fmla="*/ 505122 w 551389"/>
                <a:gd name="connsiteY778" fmla="*/ 740173 h 903022"/>
                <a:gd name="connsiteX779" fmla="*/ 508386 w 551389"/>
                <a:gd name="connsiteY779" fmla="*/ 739736 h 903022"/>
                <a:gd name="connsiteX780" fmla="*/ 511550 w 551389"/>
                <a:gd name="connsiteY780" fmla="*/ 737549 h 903022"/>
                <a:gd name="connsiteX781" fmla="*/ 513939 w 551389"/>
                <a:gd name="connsiteY781" fmla="*/ 735699 h 903022"/>
                <a:gd name="connsiteX782" fmla="*/ 515790 w 551389"/>
                <a:gd name="connsiteY782" fmla="*/ 733310 h 903022"/>
                <a:gd name="connsiteX783" fmla="*/ 518180 w 551389"/>
                <a:gd name="connsiteY783" fmla="*/ 731023 h 903022"/>
                <a:gd name="connsiteX784" fmla="*/ 522757 w 551389"/>
                <a:gd name="connsiteY784" fmla="*/ 729274 h 903022"/>
                <a:gd name="connsiteX785" fmla="*/ 526122 w 551389"/>
                <a:gd name="connsiteY785" fmla="*/ 727121 h 903022"/>
                <a:gd name="connsiteX786" fmla="*/ 528276 w 551389"/>
                <a:gd name="connsiteY786" fmla="*/ 725237 h 903022"/>
                <a:gd name="connsiteX787" fmla="*/ 531406 w 551389"/>
                <a:gd name="connsiteY787" fmla="*/ 720527 h 903022"/>
                <a:gd name="connsiteX788" fmla="*/ 534031 w 551389"/>
                <a:gd name="connsiteY788" fmla="*/ 716793 h 903022"/>
                <a:gd name="connsiteX789" fmla="*/ 534031 w 551389"/>
                <a:gd name="connsiteY789" fmla="*/ 712656 h 903022"/>
                <a:gd name="connsiteX790" fmla="*/ 534031 w 551389"/>
                <a:gd name="connsiteY790" fmla="*/ 709393 h 903022"/>
                <a:gd name="connsiteX791" fmla="*/ 534031 w 551389"/>
                <a:gd name="connsiteY791" fmla="*/ 703977 h 903022"/>
                <a:gd name="connsiteX792" fmla="*/ 534603 w 551389"/>
                <a:gd name="connsiteY792" fmla="*/ 701151 h 903022"/>
                <a:gd name="connsiteX793" fmla="*/ 534098 w 551389"/>
                <a:gd name="connsiteY793" fmla="*/ 696240 h 903022"/>
                <a:gd name="connsiteX794" fmla="*/ 532012 w 551389"/>
                <a:gd name="connsiteY794" fmla="*/ 691967 h 903022"/>
                <a:gd name="connsiteX795" fmla="*/ 527738 w 551389"/>
                <a:gd name="connsiteY795" fmla="*/ 688435 h 903022"/>
                <a:gd name="connsiteX796" fmla="*/ 523161 w 551389"/>
                <a:gd name="connsiteY796" fmla="*/ 684466 h 903022"/>
                <a:gd name="connsiteX797" fmla="*/ 519761 w 551389"/>
                <a:gd name="connsiteY797" fmla="*/ 682145 h 903022"/>
                <a:gd name="connsiteX798" fmla="*/ 518247 w 551389"/>
                <a:gd name="connsiteY798" fmla="*/ 680563 h 903022"/>
                <a:gd name="connsiteX799" fmla="*/ 515756 w 551389"/>
                <a:gd name="connsiteY799" fmla="*/ 680563 h 903022"/>
                <a:gd name="connsiteX800" fmla="*/ 512290 w 551389"/>
                <a:gd name="connsiteY800" fmla="*/ 675787 h 903022"/>
                <a:gd name="connsiteX801" fmla="*/ 512290 w 551389"/>
                <a:gd name="connsiteY801" fmla="*/ 670875 h 903022"/>
                <a:gd name="connsiteX802" fmla="*/ 512223 w 551389"/>
                <a:gd name="connsiteY802" fmla="*/ 666670 h 903022"/>
                <a:gd name="connsiteX803" fmla="*/ 509665 w 551389"/>
                <a:gd name="connsiteY803" fmla="*/ 663777 h 903022"/>
                <a:gd name="connsiteX804" fmla="*/ 505458 w 551389"/>
                <a:gd name="connsiteY804" fmla="*/ 659370 h 903022"/>
                <a:gd name="connsiteX805" fmla="*/ 504011 w 551389"/>
                <a:gd name="connsiteY805" fmla="*/ 657991 h 903022"/>
                <a:gd name="connsiteX806" fmla="*/ 498357 w 551389"/>
                <a:gd name="connsiteY806" fmla="*/ 657991 h 903022"/>
                <a:gd name="connsiteX807" fmla="*/ 495597 w 551389"/>
                <a:gd name="connsiteY807" fmla="*/ 657991 h 903022"/>
                <a:gd name="connsiteX808" fmla="*/ 493275 w 551389"/>
                <a:gd name="connsiteY808" fmla="*/ 657251 h 903022"/>
                <a:gd name="connsiteX809" fmla="*/ 492266 w 551389"/>
                <a:gd name="connsiteY809" fmla="*/ 654930 h 903022"/>
                <a:gd name="connsiteX810" fmla="*/ 492266 w 551389"/>
                <a:gd name="connsiteY810" fmla="*/ 651903 h 903022"/>
                <a:gd name="connsiteX811" fmla="*/ 494150 w 551389"/>
                <a:gd name="connsiteY811" fmla="*/ 650153 h 903022"/>
                <a:gd name="connsiteX812" fmla="*/ 495160 w 551389"/>
                <a:gd name="connsiteY812" fmla="*/ 649144 h 903022"/>
                <a:gd name="connsiteX813" fmla="*/ 498492 w 551389"/>
                <a:gd name="connsiteY813" fmla="*/ 645814 h 903022"/>
                <a:gd name="connsiteX814" fmla="*/ 494857 w 551389"/>
                <a:gd name="connsiteY814" fmla="*/ 642349 h 903022"/>
                <a:gd name="connsiteX815" fmla="*/ 489641 w 551389"/>
                <a:gd name="connsiteY815" fmla="*/ 642349 h 903022"/>
                <a:gd name="connsiteX816" fmla="*/ 487049 w 551389"/>
                <a:gd name="connsiteY816" fmla="*/ 640028 h 903022"/>
                <a:gd name="connsiteX817" fmla="*/ 486040 w 551389"/>
                <a:gd name="connsiteY817" fmla="*/ 637000 h 903022"/>
                <a:gd name="connsiteX818" fmla="*/ 487487 w 551389"/>
                <a:gd name="connsiteY818" fmla="*/ 634107 h 903022"/>
                <a:gd name="connsiteX819" fmla="*/ 491256 w 551389"/>
                <a:gd name="connsiteY819" fmla="*/ 630777 h 903022"/>
                <a:gd name="connsiteX820" fmla="*/ 494891 w 551389"/>
                <a:gd name="connsiteY820" fmla="*/ 628893 h 903022"/>
                <a:gd name="connsiteX821" fmla="*/ 497348 w 551389"/>
                <a:gd name="connsiteY821" fmla="*/ 625865 h 903022"/>
                <a:gd name="connsiteX822" fmla="*/ 497482 w 551389"/>
                <a:gd name="connsiteY822" fmla="*/ 624419 h 903022"/>
                <a:gd name="connsiteX823" fmla="*/ 495295 w 551389"/>
                <a:gd name="connsiteY823" fmla="*/ 621829 h 903022"/>
                <a:gd name="connsiteX824" fmla="*/ 493545 w 551389"/>
                <a:gd name="connsiteY824" fmla="*/ 620517 h 903022"/>
                <a:gd name="connsiteX825" fmla="*/ 490650 w 551389"/>
                <a:gd name="connsiteY825" fmla="*/ 618767 h 903022"/>
                <a:gd name="connsiteX826" fmla="*/ 486006 w 551389"/>
                <a:gd name="connsiteY826" fmla="*/ 617590 h 903022"/>
                <a:gd name="connsiteX827" fmla="*/ 481799 w 551389"/>
                <a:gd name="connsiteY827" fmla="*/ 616446 h 903022"/>
                <a:gd name="connsiteX828" fmla="*/ 478164 w 551389"/>
                <a:gd name="connsiteY828" fmla="*/ 614697 h 903022"/>
                <a:gd name="connsiteX829" fmla="*/ 476280 w 551389"/>
                <a:gd name="connsiteY829" fmla="*/ 612241 h 903022"/>
                <a:gd name="connsiteX830" fmla="*/ 474530 w 551389"/>
                <a:gd name="connsiteY830" fmla="*/ 609046 h 903022"/>
                <a:gd name="connsiteX831" fmla="*/ 474530 w 551389"/>
                <a:gd name="connsiteY831" fmla="*/ 608104 h 903022"/>
                <a:gd name="connsiteX832" fmla="*/ 478299 w 551389"/>
                <a:gd name="connsiteY832" fmla="*/ 605850 h 903022"/>
                <a:gd name="connsiteX833" fmla="*/ 480890 w 551389"/>
                <a:gd name="connsiteY833" fmla="*/ 605850 h 903022"/>
                <a:gd name="connsiteX834" fmla="*/ 481597 w 551389"/>
                <a:gd name="connsiteY834" fmla="*/ 604101 h 903022"/>
                <a:gd name="connsiteX835" fmla="*/ 482607 w 551389"/>
                <a:gd name="connsiteY835" fmla="*/ 602520 h 903022"/>
                <a:gd name="connsiteX836" fmla="*/ 480790 w 551389"/>
                <a:gd name="connsiteY836" fmla="*/ 600131 h 903022"/>
                <a:gd name="connsiteX837" fmla="*/ 477458 w 551389"/>
                <a:gd name="connsiteY837" fmla="*/ 596935 h 903022"/>
                <a:gd name="connsiteX838" fmla="*/ 475708 w 551389"/>
                <a:gd name="connsiteY838" fmla="*/ 594917 h 903022"/>
                <a:gd name="connsiteX839" fmla="*/ 471232 w 551389"/>
                <a:gd name="connsiteY839" fmla="*/ 590275 h 903022"/>
                <a:gd name="connsiteX840" fmla="*/ 467597 w 551389"/>
                <a:gd name="connsiteY840" fmla="*/ 585767 h 903022"/>
                <a:gd name="connsiteX841" fmla="*/ 466015 w 551389"/>
                <a:gd name="connsiteY841" fmla="*/ 583446 h 903022"/>
                <a:gd name="connsiteX842" fmla="*/ 466015 w 551389"/>
                <a:gd name="connsiteY842" fmla="*/ 578669 h 903022"/>
                <a:gd name="connsiteX843" fmla="*/ 466755 w 551389"/>
                <a:gd name="connsiteY843" fmla="*/ 576718 h 903022"/>
                <a:gd name="connsiteX844" fmla="*/ 469179 w 551389"/>
                <a:gd name="connsiteY844" fmla="*/ 574599 h 903022"/>
                <a:gd name="connsiteX845" fmla="*/ 469179 w 551389"/>
                <a:gd name="connsiteY845" fmla="*/ 574599 h 903022"/>
                <a:gd name="connsiteX846" fmla="*/ 469179 w 551389"/>
                <a:gd name="connsiteY846" fmla="*/ 574599 h 903022"/>
                <a:gd name="connsiteX847" fmla="*/ 462852 w 551389"/>
                <a:gd name="connsiteY847" fmla="*/ 572143 h 903022"/>
                <a:gd name="connsiteX848" fmla="*/ 460967 w 551389"/>
                <a:gd name="connsiteY848" fmla="*/ 568510 h 903022"/>
                <a:gd name="connsiteX849" fmla="*/ 460260 w 551389"/>
                <a:gd name="connsiteY849" fmla="*/ 562556 h 903022"/>
                <a:gd name="connsiteX850" fmla="*/ 460260 w 551389"/>
                <a:gd name="connsiteY850" fmla="*/ 551690 h 903022"/>
                <a:gd name="connsiteX851" fmla="*/ 461842 w 551389"/>
                <a:gd name="connsiteY851" fmla="*/ 544727 h 903022"/>
                <a:gd name="connsiteX852" fmla="*/ 460832 w 551389"/>
                <a:gd name="connsiteY852" fmla="*/ 542136 h 903022"/>
                <a:gd name="connsiteX853" fmla="*/ 460832 w 551389"/>
                <a:gd name="connsiteY853" fmla="*/ 534029 h 903022"/>
                <a:gd name="connsiteX854" fmla="*/ 461909 w 551389"/>
                <a:gd name="connsiteY854" fmla="*/ 529959 h 903022"/>
                <a:gd name="connsiteX855" fmla="*/ 463727 w 551389"/>
                <a:gd name="connsiteY855" fmla="*/ 526629 h 903022"/>
                <a:gd name="connsiteX856" fmla="*/ 466049 w 551389"/>
                <a:gd name="connsiteY856" fmla="*/ 522726 h 903022"/>
                <a:gd name="connsiteX857" fmla="*/ 466755 w 551389"/>
                <a:gd name="connsiteY857" fmla="*/ 519093 h 903022"/>
                <a:gd name="connsiteX858" fmla="*/ 467765 w 551389"/>
                <a:gd name="connsiteY858" fmla="*/ 516637 h 903022"/>
                <a:gd name="connsiteX859" fmla="*/ 467765 w 551389"/>
                <a:gd name="connsiteY859" fmla="*/ 511289 h 903022"/>
                <a:gd name="connsiteX860" fmla="*/ 467765 w 551389"/>
                <a:gd name="connsiteY860" fmla="*/ 507387 h 903022"/>
                <a:gd name="connsiteX861" fmla="*/ 467765 w 551389"/>
                <a:gd name="connsiteY861" fmla="*/ 501870 h 903022"/>
                <a:gd name="connsiteX862" fmla="*/ 469515 w 551389"/>
                <a:gd name="connsiteY862" fmla="*/ 498977 h 903022"/>
                <a:gd name="connsiteX863" fmla="*/ 472712 w 551389"/>
                <a:gd name="connsiteY863" fmla="*/ 495075 h 903022"/>
                <a:gd name="connsiteX864" fmla="*/ 474900 w 551389"/>
                <a:gd name="connsiteY864" fmla="*/ 491744 h 903022"/>
                <a:gd name="connsiteX865" fmla="*/ 478232 w 551389"/>
                <a:gd name="connsiteY865" fmla="*/ 486967 h 903022"/>
                <a:gd name="connsiteX866" fmla="*/ 482573 w 551389"/>
                <a:gd name="connsiteY866" fmla="*/ 481753 h 903022"/>
                <a:gd name="connsiteX867" fmla="*/ 483145 w 551389"/>
                <a:gd name="connsiteY867" fmla="*/ 475799 h 903022"/>
                <a:gd name="connsiteX868" fmla="*/ 485737 w 551389"/>
                <a:gd name="connsiteY868" fmla="*/ 471594 h 903022"/>
                <a:gd name="connsiteX869" fmla="*/ 487621 w 551389"/>
                <a:gd name="connsiteY869" fmla="*/ 467826 h 903022"/>
                <a:gd name="connsiteX870" fmla="*/ 489068 w 551389"/>
                <a:gd name="connsiteY870" fmla="*/ 462747 h 903022"/>
                <a:gd name="connsiteX871" fmla="*/ 490819 w 551389"/>
                <a:gd name="connsiteY871" fmla="*/ 458542 h 903022"/>
                <a:gd name="connsiteX872" fmla="*/ 491391 w 551389"/>
                <a:gd name="connsiteY872" fmla="*/ 452890 h 903022"/>
                <a:gd name="connsiteX873" fmla="*/ 490381 w 551389"/>
                <a:gd name="connsiteY873" fmla="*/ 448248 h 903022"/>
                <a:gd name="connsiteX874" fmla="*/ 490381 w 551389"/>
                <a:gd name="connsiteY874" fmla="*/ 444178 h 903022"/>
                <a:gd name="connsiteX875" fmla="*/ 488799 w 551389"/>
                <a:gd name="connsiteY875" fmla="*/ 436373 h 903022"/>
                <a:gd name="connsiteX876" fmla="*/ 486477 w 551389"/>
                <a:gd name="connsiteY876" fmla="*/ 433615 h 903022"/>
                <a:gd name="connsiteX877" fmla="*/ 481395 w 551389"/>
                <a:gd name="connsiteY877" fmla="*/ 427257 h 903022"/>
                <a:gd name="connsiteX878" fmla="*/ 480823 w 551389"/>
                <a:gd name="connsiteY878" fmla="*/ 420159 h 903022"/>
                <a:gd name="connsiteX879" fmla="*/ 481698 w 551389"/>
                <a:gd name="connsiteY879" fmla="*/ 415820 h 903022"/>
                <a:gd name="connsiteX880" fmla="*/ 480554 w 551389"/>
                <a:gd name="connsiteY880" fmla="*/ 410471 h 903022"/>
                <a:gd name="connsiteX881" fmla="*/ 478972 w 551389"/>
                <a:gd name="connsiteY881" fmla="*/ 406838 h 903022"/>
                <a:gd name="connsiteX882" fmla="*/ 476953 w 551389"/>
                <a:gd name="connsiteY882" fmla="*/ 403507 h 903022"/>
                <a:gd name="connsiteX883" fmla="*/ 476684 w 551389"/>
                <a:gd name="connsiteY883" fmla="*/ 397856 h 903022"/>
                <a:gd name="connsiteX884" fmla="*/ 476246 w 551389"/>
                <a:gd name="connsiteY884" fmla="*/ 392642 h 903022"/>
                <a:gd name="connsiteX885" fmla="*/ 476818 w 551389"/>
                <a:gd name="connsiteY885" fmla="*/ 389312 h 903022"/>
                <a:gd name="connsiteX886" fmla="*/ 477693 w 551389"/>
                <a:gd name="connsiteY886" fmla="*/ 387428 h 903022"/>
                <a:gd name="connsiteX887" fmla="*/ 478131 w 551389"/>
                <a:gd name="connsiteY887" fmla="*/ 381776 h 903022"/>
                <a:gd name="connsiteX888" fmla="*/ 478568 w 551389"/>
                <a:gd name="connsiteY888" fmla="*/ 377874 h 903022"/>
                <a:gd name="connsiteX889" fmla="*/ 478265 w 551389"/>
                <a:gd name="connsiteY889" fmla="*/ 374241 h 903022"/>
                <a:gd name="connsiteX890" fmla="*/ 477962 w 551389"/>
                <a:gd name="connsiteY890" fmla="*/ 370473 h 903022"/>
                <a:gd name="connsiteX891" fmla="*/ 477390 w 551389"/>
                <a:gd name="connsiteY891" fmla="*/ 367278 h 903022"/>
                <a:gd name="connsiteX892" fmla="*/ 476650 w 551389"/>
                <a:gd name="connsiteY892" fmla="*/ 365394 h 903022"/>
                <a:gd name="connsiteX893" fmla="*/ 476785 w 551389"/>
                <a:gd name="connsiteY893" fmla="*/ 363947 h 903022"/>
                <a:gd name="connsiteX894" fmla="*/ 477357 w 551389"/>
                <a:gd name="connsiteY894" fmla="*/ 361323 h 903022"/>
                <a:gd name="connsiteX895" fmla="*/ 478366 w 551389"/>
                <a:gd name="connsiteY895" fmla="*/ 359440 h 903022"/>
                <a:gd name="connsiteX896" fmla="*/ 479073 w 551389"/>
                <a:gd name="connsiteY896" fmla="*/ 356681 h 903022"/>
                <a:gd name="connsiteX897" fmla="*/ 479948 w 551389"/>
                <a:gd name="connsiteY897" fmla="*/ 354360 h 903022"/>
                <a:gd name="connsiteX898" fmla="*/ 479948 w 551389"/>
                <a:gd name="connsiteY898" fmla="*/ 351601 h 903022"/>
                <a:gd name="connsiteX899" fmla="*/ 478938 w 551389"/>
                <a:gd name="connsiteY899" fmla="*/ 350020 h 903022"/>
                <a:gd name="connsiteX900" fmla="*/ 477626 w 551389"/>
                <a:gd name="connsiteY900" fmla="*/ 346555 h 903022"/>
                <a:gd name="connsiteX901" fmla="*/ 475035 w 551389"/>
                <a:gd name="connsiteY901" fmla="*/ 342653 h 903022"/>
                <a:gd name="connsiteX902" fmla="*/ 473150 w 551389"/>
                <a:gd name="connsiteY902" fmla="*/ 340198 h 903022"/>
                <a:gd name="connsiteX903" fmla="*/ 471265 w 551389"/>
                <a:gd name="connsiteY903" fmla="*/ 338751 h 903022"/>
                <a:gd name="connsiteX904" fmla="*/ 471265 w 551389"/>
                <a:gd name="connsiteY904" fmla="*/ 337607 h 903022"/>
                <a:gd name="connsiteX905" fmla="*/ 472207 w 551389"/>
                <a:gd name="connsiteY905" fmla="*/ 335858 h 903022"/>
                <a:gd name="connsiteX906" fmla="*/ 474025 w 551389"/>
                <a:gd name="connsiteY906" fmla="*/ 334714 h 903022"/>
                <a:gd name="connsiteX907" fmla="*/ 475035 w 551389"/>
                <a:gd name="connsiteY907" fmla="*/ 332830 h 903022"/>
                <a:gd name="connsiteX908" fmla="*/ 475741 w 551389"/>
                <a:gd name="connsiteY908" fmla="*/ 330509 h 903022"/>
                <a:gd name="connsiteX909" fmla="*/ 475607 w 551389"/>
                <a:gd name="connsiteY909" fmla="*/ 327751 h 903022"/>
                <a:gd name="connsiteX910" fmla="*/ 473857 w 551389"/>
                <a:gd name="connsiteY910" fmla="*/ 327751 h 903022"/>
                <a:gd name="connsiteX911" fmla="*/ 471972 w 551389"/>
                <a:gd name="connsiteY911" fmla="*/ 324858 h 903022"/>
                <a:gd name="connsiteX912" fmla="*/ 469515 w 551389"/>
                <a:gd name="connsiteY912" fmla="*/ 324858 h 903022"/>
                <a:gd name="connsiteX913" fmla="*/ 469515 w 551389"/>
                <a:gd name="connsiteY913" fmla="*/ 323277 h 903022"/>
                <a:gd name="connsiteX914" fmla="*/ 471837 w 551389"/>
                <a:gd name="connsiteY914" fmla="*/ 322268 h 903022"/>
                <a:gd name="connsiteX915" fmla="*/ 473419 w 551389"/>
                <a:gd name="connsiteY915" fmla="*/ 320081 h 903022"/>
                <a:gd name="connsiteX916" fmla="*/ 472712 w 551389"/>
                <a:gd name="connsiteY916" fmla="*/ 318063 h 903022"/>
                <a:gd name="connsiteX917" fmla="*/ 471703 w 551389"/>
                <a:gd name="connsiteY917" fmla="*/ 316751 h 903022"/>
                <a:gd name="connsiteX918" fmla="*/ 470558 w 551389"/>
                <a:gd name="connsiteY918" fmla="*/ 315001 h 903022"/>
                <a:gd name="connsiteX919" fmla="*/ 471703 w 551389"/>
                <a:gd name="connsiteY919" fmla="*/ 313555 h 903022"/>
                <a:gd name="connsiteX920" fmla="*/ 470390 w 551389"/>
                <a:gd name="connsiteY920" fmla="*/ 310797 h 903022"/>
                <a:gd name="connsiteX921" fmla="*/ 469515 w 551389"/>
                <a:gd name="connsiteY921" fmla="*/ 305717 h 903022"/>
                <a:gd name="connsiteX922" fmla="*/ 469515 w 551389"/>
                <a:gd name="connsiteY922" fmla="*/ 302252 h 903022"/>
                <a:gd name="connsiteX923" fmla="*/ 471030 w 551389"/>
                <a:gd name="connsiteY923" fmla="*/ 300368 h 903022"/>
                <a:gd name="connsiteX924" fmla="*/ 474732 w 551389"/>
                <a:gd name="connsiteY924" fmla="*/ 299796 h 903022"/>
                <a:gd name="connsiteX925" fmla="*/ 476179 w 551389"/>
                <a:gd name="connsiteY925" fmla="*/ 298047 h 903022"/>
                <a:gd name="connsiteX926" fmla="*/ 475741 w 551389"/>
                <a:gd name="connsiteY926" fmla="*/ 295861 h 903022"/>
                <a:gd name="connsiteX927" fmla="*/ 474732 w 551389"/>
                <a:gd name="connsiteY927" fmla="*/ 295289 h 903022"/>
                <a:gd name="connsiteX928" fmla="*/ 474732 w 551389"/>
                <a:gd name="connsiteY928" fmla="*/ 292261 h 903022"/>
                <a:gd name="connsiteX929" fmla="*/ 479006 w 551389"/>
                <a:gd name="connsiteY929" fmla="*/ 290815 h 903022"/>
                <a:gd name="connsiteX930" fmla="*/ 480520 w 551389"/>
                <a:gd name="connsiteY930" fmla="*/ 287787 h 903022"/>
                <a:gd name="connsiteX931" fmla="*/ 482977 w 551389"/>
                <a:gd name="connsiteY931" fmla="*/ 283447 h 903022"/>
                <a:gd name="connsiteX932" fmla="*/ 486309 w 551389"/>
                <a:gd name="connsiteY932" fmla="*/ 278099 h 903022"/>
                <a:gd name="connsiteX933" fmla="*/ 492838 w 551389"/>
                <a:gd name="connsiteY933" fmla="*/ 273187 h 903022"/>
                <a:gd name="connsiteX934" fmla="*/ 494722 w 551389"/>
                <a:gd name="connsiteY934" fmla="*/ 269117 h 903022"/>
                <a:gd name="connsiteX935" fmla="*/ 497314 w 551389"/>
                <a:gd name="connsiteY935" fmla="*/ 266661 h 903022"/>
                <a:gd name="connsiteX936" fmla="*/ 498189 w 551389"/>
                <a:gd name="connsiteY936" fmla="*/ 263903 h 903022"/>
                <a:gd name="connsiteX937" fmla="*/ 497886 w 551389"/>
                <a:gd name="connsiteY937" fmla="*/ 259395 h 903022"/>
                <a:gd name="connsiteX938" fmla="*/ 495867 w 551389"/>
                <a:gd name="connsiteY938" fmla="*/ 257780 h 903022"/>
                <a:gd name="connsiteX939" fmla="*/ 492972 w 551389"/>
                <a:gd name="connsiteY939" fmla="*/ 252701 h 903022"/>
                <a:gd name="connsiteX940" fmla="*/ 493275 w 551389"/>
                <a:gd name="connsiteY940" fmla="*/ 250111 h 903022"/>
                <a:gd name="connsiteX941" fmla="*/ 496304 w 551389"/>
                <a:gd name="connsiteY941" fmla="*/ 248092 h 903022"/>
                <a:gd name="connsiteX942" fmla="*/ 499333 w 551389"/>
                <a:gd name="connsiteY942" fmla="*/ 244022 h 903022"/>
                <a:gd name="connsiteX943" fmla="*/ 502362 w 551389"/>
                <a:gd name="connsiteY943" fmla="*/ 243450 h 903022"/>
                <a:gd name="connsiteX944" fmla="*/ 505256 w 551389"/>
                <a:gd name="connsiteY944" fmla="*/ 241129 h 903022"/>
                <a:gd name="connsiteX945" fmla="*/ 506703 w 551389"/>
                <a:gd name="connsiteY945" fmla="*/ 238673 h 903022"/>
                <a:gd name="connsiteX946" fmla="*/ 507444 w 551389"/>
                <a:gd name="connsiteY946" fmla="*/ 234334 h 903022"/>
                <a:gd name="connsiteX947" fmla="*/ 503977 w 551389"/>
                <a:gd name="connsiteY947" fmla="*/ 230129 h 903022"/>
                <a:gd name="connsiteX948" fmla="*/ 504550 w 551389"/>
                <a:gd name="connsiteY948" fmla="*/ 227505 h 903022"/>
                <a:gd name="connsiteX949" fmla="*/ 506131 w 551389"/>
                <a:gd name="connsiteY949" fmla="*/ 225318 h 903022"/>
                <a:gd name="connsiteX950" fmla="*/ 507276 w 551389"/>
                <a:gd name="connsiteY950" fmla="*/ 223300 h 903022"/>
                <a:gd name="connsiteX951" fmla="*/ 504516 w 551389"/>
                <a:gd name="connsiteY951" fmla="*/ 221853 h 903022"/>
                <a:gd name="connsiteX952" fmla="*/ 500747 w 551389"/>
                <a:gd name="connsiteY952" fmla="*/ 220541 h 903022"/>
                <a:gd name="connsiteX953" fmla="*/ 500747 w 551389"/>
                <a:gd name="connsiteY953" fmla="*/ 219398 h 903022"/>
                <a:gd name="connsiteX954" fmla="*/ 501184 w 551389"/>
                <a:gd name="connsiteY954" fmla="*/ 216303 h 903022"/>
                <a:gd name="connsiteX955" fmla="*/ 502497 w 551389"/>
                <a:gd name="connsiteY955" fmla="*/ 215529 h 903022"/>
                <a:gd name="connsiteX956" fmla="*/ 504247 w 551389"/>
                <a:gd name="connsiteY956" fmla="*/ 214116 h 903022"/>
                <a:gd name="connsiteX957" fmla="*/ 504449 w 551389"/>
                <a:gd name="connsiteY957" fmla="*/ 213040 h 903022"/>
                <a:gd name="connsiteX958" fmla="*/ 501521 w 551389"/>
                <a:gd name="connsiteY958" fmla="*/ 210651 h 903022"/>
                <a:gd name="connsiteX959" fmla="*/ 499131 w 551389"/>
                <a:gd name="connsiteY959" fmla="*/ 209440 h 903022"/>
                <a:gd name="connsiteX960" fmla="*/ 498155 w 551389"/>
                <a:gd name="connsiteY960" fmla="*/ 208128 h 903022"/>
                <a:gd name="connsiteX961" fmla="*/ 496843 w 551389"/>
                <a:gd name="connsiteY961" fmla="*/ 207355 h 903022"/>
                <a:gd name="connsiteX962" fmla="*/ 494117 w 551389"/>
                <a:gd name="connsiteY962" fmla="*/ 206480 h 903022"/>
                <a:gd name="connsiteX963" fmla="*/ 493780 w 551389"/>
                <a:gd name="connsiteY963" fmla="*/ 204865 h 903022"/>
                <a:gd name="connsiteX964" fmla="*/ 493780 w 551389"/>
                <a:gd name="connsiteY964" fmla="*/ 202141 h 903022"/>
                <a:gd name="connsiteX965" fmla="*/ 492198 w 551389"/>
                <a:gd name="connsiteY965" fmla="*/ 199315 h 903022"/>
                <a:gd name="connsiteX966" fmla="*/ 490078 w 551389"/>
                <a:gd name="connsiteY966" fmla="*/ 196590 h 903022"/>
                <a:gd name="connsiteX967" fmla="*/ 488665 w 551389"/>
                <a:gd name="connsiteY967" fmla="*/ 195177 h 903022"/>
                <a:gd name="connsiteX968" fmla="*/ 485636 w 551389"/>
                <a:gd name="connsiteY968" fmla="*/ 191813 h 903022"/>
                <a:gd name="connsiteX969" fmla="*/ 483347 w 551389"/>
                <a:gd name="connsiteY969" fmla="*/ 190299 h 903022"/>
                <a:gd name="connsiteX970" fmla="*/ 480857 w 551389"/>
                <a:gd name="connsiteY970" fmla="*/ 188685 h 903022"/>
                <a:gd name="connsiteX971" fmla="*/ 478804 w 551389"/>
                <a:gd name="connsiteY971" fmla="*/ 185859 h 903022"/>
                <a:gd name="connsiteX972" fmla="*/ 479881 w 551389"/>
                <a:gd name="connsiteY972" fmla="*/ 183571 h 903022"/>
                <a:gd name="connsiteX973" fmla="*/ 479881 w 551389"/>
                <a:gd name="connsiteY973" fmla="*/ 182260 h 903022"/>
                <a:gd name="connsiteX974" fmla="*/ 479881 w 551389"/>
                <a:gd name="connsiteY974" fmla="*/ 180073 h 903022"/>
                <a:gd name="connsiteX975" fmla="*/ 480655 w 551389"/>
                <a:gd name="connsiteY975" fmla="*/ 176810 h 903022"/>
                <a:gd name="connsiteX976" fmla="*/ 482506 w 551389"/>
                <a:gd name="connsiteY976" fmla="*/ 174522 h 903022"/>
                <a:gd name="connsiteX977" fmla="*/ 482169 w 551389"/>
                <a:gd name="connsiteY977" fmla="*/ 171697 h 903022"/>
                <a:gd name="connsiteX978" fmla="*/ 479914 w 551389"/>
                <a:gd name="connsiteY978" fmla="*/ 170082 h 903022"/>
                <a:gd name="connsiteX979" fmla="*/ 479914 w 551389"/>
                <a:gd name="connsiteY979" fmla="*/ 166617 h 903022"/>
                <a:gd name="connsiteX980" fmla="*/ 482068 w 551389"/>
                <a:gd name="connsiteY980" fmla="*/ 163589 h 903022"/>
                <a:gd name="connsiteX981" fmla="*/ 483145 w 551389"/>
                <a:gd name="connsiteY981" fmla="*/ 161201 h 903022"/>
                <a:gd name="connsiteX982" fmla="*/ 484323 w 551389"/>
                <a:gd name="connsiteY982" fmla="*/ 157063 h 903022"/>
                <a:gd name="connsiteX983" fmla="*/ 489102 w 551389"/>
                <a:gd name="connsiteY983" fmla="*/ 152724 h 903022"/>
                <a:gd name="connsiteX984" fmla="*/ 491054 w 551389"/>
                <a:gd name="connsiteY984" fmla="*/ 149461 h 903022"/>
                <a:gd name="connsiteX985" fmla="*/ 493242 w 551389"/>
                <a:gd name="connsiteY985" fmla="*/ 148149 h 903022"/>
                <a:gd name="connsiteX986" fmla="*/ 497785 w 551389"/>
                <a:gd name="connsiteY986" fmla="*/ 145962 h 903022"/>
                <a:gd name="connsiteX987" fmla="*/ 499972 w 551389"/>
                <a:gd name="connsiteY987" fmla="*/ 143238 h 903022"/>
                <a:gd name="connsiteX988" fmla="*/ 501487 w 551389"/>
                <a:gd name="connsiteY988" fmla="*/ 139638 h 903022"/>
                <a:gd name="connsiteX989" fmla="*/ 502900 w 551389"/>
                <a:gd name="connsiteY989" fmla="*/ 137048 h 903022"/>
                <a:gd name="connsiteX990" fmla="*/ 504953 w 551389"/>
                <a:gd name="connsiteY990" fmla="*/ 133347 h 903022"/>
                <a:gd name="connsiteX991" fmla="*/ 507881 w 551389"/>
                <a:gd name="connsiteY991" fmla="*/ 131834 h 903022"/>
                <a:gd name="connsiteX992" fmla="*/ 511381 w 551389"/>
                <a:gd name="connsiteY992" fmla="*/ 130959 h 903022"/>
                <a:gd name="connsiteX993" fmla="*/ 513670 w 551389"/>
                <a:gd name="connsiteY993" fmla="*/ 129445 h 903022"/>
                <a:gd name="connsiteX994" fmla="*/ 514646 w 551389"/>
                <a:gd name="connsiteY994" fmla="*/ 126620 h 903022"/>
                <a:gd name="connsiteX995" fmla="*/ 514646 w 551389"/>
                <a:gd name="connsiteY995" fmla="*/ 121607 h 903022"/>
                <a:gd name="connsiteX996" fmla="*/ 515790 w 551389"/>
                <a:gd name="connsiteY996" fmla="*/ 116931 h 903022"/>
                <a:gd name="connsiteX997" fmla="*/ 515521 w 551389"/>
                <a:gd name="connsiteY997" fmla="*/ 114206 h 903022"/>
                <a:gd name="connsiteX998" fmla="*/ 516396 w 551389"/>
                <a:gd name="connsiteY998" fmla="*/ 110944 h 903022"/>
                <a:gd name="connsiteX999" fmla="*/ 516396 w 551389"/>
                <a:gd name="connsiteY999" fmla="*/ 107479 h 903022"/>
                <a:gd name="connsiteX1000" fmla="*/ 516396 w 551389"/>
                <a:gd name="connsiteY1000" fmla="*/ 104115 h 903022"/>
                <a:gd name="connsiteX1001" fmla="*/ 517372 w 551389"/>
                <a:gd name="connsiteY1001" fmla="*/ 101524 h 903022"/>
                <a:gd name="connsiteX1002" fmla="*/ 519661 w 551389"/>
                <a:gd name="connsiteY1002" fmla="*/ 98934 h 903022"/>
                <a:gd name="connsiteX1003" fmla="*/ 521511 w 551389"/>
                <a:gd name="connsiteY1003" fmla="*/ 96108 h 903022"/>
                <a:gd name="connsiteX1004" fmla="*/ 523362 w 551389"/>
                <a:gd name="connsiteY1004" fmla="*/ 91870 h 903022"/>
                <a:gd name="connsiteX1005" fmla="*/ 523362 w 551389"/>
                <a:gd name="connsiteY1005" fmla="*/ 89683 h 903022"/>
                <a:gd name="connsiteX1006" fmla="*/ 524641 w 551389"/>
                <a:gd name="connsiteY1006" fmla="*/ 87194 h 903022"/>
                <a:gd name="connsiteX1007" fmla="*/ 525853 w 551389"/>
                <a:gd name="connsiteY1007" fmla="*/ 84032 h 903022"/>
                <a:gd name="connsiteX1008" fmla="*/ 526290 w 551389"/>
                <a:gd name="connsiteY1008" fmla="*/ 80029 h 903022"/>
                <a:gd name="connsiteX1009" fmla="*/ 524574 w 551389"/>
                <a:gd name="connsiteY1009" fmla="*/ 76564 h 903022"/>
                <a:gd name="connsiteX1010" fmla="*/ 524574 w 551389"/>
                <a:gd name="connsiteY1010" fmla="*/ 72527 h 903022"/>
                <a:gd name="connsiteX1011" fmla="*/ 526964 w 551389"/>
                <a:gd name="connsiteY1011" fmla="*/ 70239 h 903022"/>
                <a:gd name="connsiteX1012" fmla="*/ 529454 w 551389"/>
                <a:gd name="connsiteY1012" fmla="*/ 69466 h 903022"/>
                <a:gd name="connsiteX1013" fmla="*/ 531305 w 551389"/>
                <a:gd name="connsiteY1013" fmla="*/ 67717 h 903022"/>
                <a:gd name="connsiteX1014" fmla="*/ 534569 w 551389"/>
                <a:gd name="connsiteY1014" fmla="*/ 65429 h 903022"/>
                <a:gd name="connsiteX1015" fmla="*/ 537060 w 551389"/>
                <a:gd name="connsiteY1015" fmla="*/ 62940 h 903022"/>
                <a:gd name="connsiteX1016" fmla="*/ 539012 w 551389"/>
                <a:gd name="connsiteY1016" fmla="*/ 58701 h 903022"/>
                <a:gd name="connsiteX1017" fmla="*/ 540089 w 551389"/>
                <a:gd name="connsiteY1017" fmla="*/ 53924 h 903022"/>
                <a:gd name="connsiteX1018" fmla="*/ 540190 w 551389"/>
                <a:gd name="connsiteY1018" fmla="*/ 50325 h 903022"/>
                <a:gd name="connsiteX1019" fmla="*/ 540964 w 551389"/>
                <a:gd name="connsiteY1019" fmla="*/ 43597 h 903022"/>
                <a:gd name="connsiteX1020" fmla="*/ 548233 w 551389"/>
                <a:gd name="connsiteY1020" fmla="*/ 37609 h 903022"/>
                <a:gd name="connsiteX1021" fmla="*/ 547829 w 551389"/>
                <a:gd name="connsiteY1021" fmla="*/ 36062 h 90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551389" h="903022">
                  <a:moveTo>
                    <a:pt x="547829" y="36062"/>
                  </a:moveTo>
                  <a:cubicBezTo>
                    <a:pt x="547190" y="36062"/>
                    <a:pt x="546079" y="35624"/>
                    <a:pt x="545238" y="35187"/>
                  </a:cubicBezTo>
                  <a:cubicBezTo>
                    <a:pt x="544363" y="34750"/>
                    <a:pt x="542748" y="32462"/>
                    <a:pt x="542310" y="32260"/>
                  </a:cubicBezTo>
                  <a:cubicBezTo>
                    <a:pt x="541872" y="32059"/>
                    <a:pt x="539820" y="31722"/>
                    <a:pt x="537868" y="30848"/>
                  </a:cubicBezTo>
                  <a:cubicBezTo>
                    <a:pt x="535916" y="29973"/>
                    <a:pt x="536353" y="26172"/>
                    <a:pt x="536353" y="25734"/>
                  </a:cubicBezTo>
                  <a:cubicBezTo>
                    <a:pt x="536353" y="25297"/>
                    <a:pt x="538743" y="23548"/>
                    <a:pt x="539517" y="23548"/>
                  </a:cubicBezTo>
                  <a:cubicBezTo>
                    <a:pt x="540055" y="23548"/>
                    <a:pt x="540829" y="23615"/>
                    <a:pt x="541906" y="23716"/>
                  </a:cubicBezTo>
                  <a:lnTo>
                    <a:pt x="541334" y="23009"/>
                  </a:lnTo>
                  <a:lnTo>
                    <a:pt x="542546" y="20150"/>
                  </a:lnTo>
                  <a:lnTo>
                    <a:pt x="542546" y="16382"/>
                  </a:lnTo>
                  <a:lnTo>
                    <a:pt x="534704" y="16382"/>
                  </a:lnTo>
                  <a:lnTo>
                    <a:pt x="533829" y="12043"/>
                  </a:lnTo>
                  <a:lnTo>
                    <a:pt x="533829" y="8578"/>
                  </a:lnTo>
                  <a:lnTo>
                    <a:pt x="536017" y="6392"/>
                  </a:lnTo>
                  <a:lnTo>
                    <a:pt x="537464" y="3499"/>
                  </a:lnTo>
                  <a:lnTo>
                    <a:pt x="537161" y="1749"/>
                  </a:lnTo>
                  <a:lnTo>
                    <a:pt x="535276" y="875"/>
                  </a:lnTo>
                  <a:lnTo>
                    <a:pt x="533829" y="0"/>
                  </a:lnTo>
                  <a:lnTo>
                    <a:pt x="530363" y="1144"/>
                  </a:lnTo>
                  <a:lnTo>
                    <a:pt x="526156" y="4340"/>
                  </a:lnTo>
                  <a:lnTo>
                    <a:pt x="521814" y="7233"/>
                  </a:lnTo>
                  <a:cubicBezTo>
                    <a:pt x="521814" y="7233"/>
                    <a:pt x="513973" y="12447"/>
                    <a:pt x="513973" y="12884"/>
                  </a:cubicBezTo>
                  <a:cubicBezTo>
                    <a:pt x="513973" y="13321"/>
                    <a:pt x="509631" y="17358"/>
                    <a:pt x="509631" y="17358"/>
                  </a:cubicBezTo>
                  <a:lnTo>
                    <a:pt x="504852" y="22572"/>
                  </a:lnTo>
                  <a:cubicBezTo>
                    <a:pt x="504852" y="22572"/>
                    <a:pt x="503473" y="26777"/>
                    <a:pt x="503170" y="27214"/>
                  </a:cubicBezTo>
                  <a:cubicBezTo>
                    <a:pt x="502867" y="27652"/>
                    <a:pt x="500780" y="30107"/>
                    <a:pt x="500780" y="30107"/>
                  </a:cubicBezTo>
                  <a:lnTo>
                    <a:pt x="500780" y="32866"/>
                  </a:lnTo>
                  <a:lnTo>
                    <a:pt x="498189" y="34615"/>
                  </a:lnTo>
                  <a:lnTo>
                    <a:pt x="496876" y="37205"/>
                  </a:lnTo>
                  <a:cubicBezTo>
                    <a:pt x="496876" y="37205"/>
                    <a:pt x="496001" y="36903"/>
                    <a:pt x="495429" y="37205"/>
                  </a:cubicBezTo>
                  <a:cubicBezTo>
                    <a:pt x="494857" y="37508"/>
                    <a:pt x="491222" y="32866"/>
                    <a:pt x="490347" y="32563"/>
                  </a:cubicBezTo>
                  <a:cubicBezTo>
                    <a:pt x="489472" y="32260"/>
                    <a:pt x="485568" y="31117"/>
                    <a:pt x="485568" y="31117"/>
                  </a:cubicBezTo>
                  <a:lnTo>
                    <a:pt x="482674" y="29367"/>
                  </a:lnTo>
                  <a:lnTo>
                    <a:pt x="480352" y="28661"/>
                  </a:lnTo>
                  <a:lnTo>
                    <a:pt x="477761" y="28795"/>
                  </a:lnTo>
                  <a:cubicBezTo>
                    <a:pt x="477761" y="28795"/>
                    <a:pt x="474563" y="29670"/>
                    <a:pt x="474126" y="29939"/>
                  </a:cubicBezTo>
                  <a:cubicBezTo>
                    <a:pt x="473688" y="30242"/>
                    <a:pt x="474126" y="33404"/>
                    <a:pt x="474126" y="33404"/>
                  </a:cubicBezTo>
                  <a:lnTo>
                    <a:pt x="471972" y="34716"/>
                  </a:lnTo>
                  <a:lnTo>
                    <a:pt x="468203" y="30377"/>
                  </a:lnTo>
                  <a:lnTo>
                    <a:pt x="464871" y="27618"/>
                  </a:lnTo>
                  <a:lnTo>
                    <a:pt x="461775" y="23279"/>
                  </a:lnTo>
                  <a:lnTo>
                    <a:pt x="460799" y="20823"/>
                  </a:lnTo>
                  <a:lnTo>
                    <a:pt x="460799" y="17190"/>
                  </a:lnTo>
                  <a:lnTo>
                    <a:pt x="457601" y="15676"/>
                  </a:lnTo>
                  <a:lnTo>
                    <a:pt x="453092" y="16315"/>
                  </a:lnTo>
                  <a:lnTo>
                    <a:pt x="449457" y="16315"/>
                  </a:lnTo>
                  <a:lnTo>
                    <a:pt x="444678" y="16450"/>
                  </a:lnTo>
                  <a:lnTo>
                    <a:pt x="440606" y="19343"/>
                  </a:lnTo>
                  <a:lnTo>
                    <a:pt x="444678" y="22976"/>
                  </a:lnTo>
                  <a:lnTo>
                    <a:pt x="448885" y="27046"/>
                  </a:lnTo>
                  <a:lnTo>
                    <a:pt x="453664" y="28795"/>
                  </a:lnTo>
                  <a:cubicBezTo>
                    <a:pt x="453967" y="29536"/>
                    <a:pt x="452789" y="30545"/>
                    <a:pt x="451779" y="31554"/>
                  </a:cubicBezTo>
                  <a:cubicBezTo>
                    <a:pt x="450769" y="32563"/>
                    <a:pt x="449020" y="34010"/>
                    <a:pt x="449020" y="34010"/>
                  </a:cubicBezTo>
                  <a:cubicBezTo>
                    <a:pt x="449020" y="34010"/>
                    <a:pt x="447842" y="35153"/>
                    <a:pt x="447438" y="35591"/>
                  </a:cubicBezTo>
                  <a:cubicBezTo>
                    <a:pt x="447000" y="36028"/>
                    <a:pt x="443803" y="37912"/>
                    <a:pt x="443366" y="38181"/>
                  </a:cubicBezTo>
                  <a:cubicBezTo>
                    <a:pt x="442928" y="38484"/>
                    <a:pt x="440337" y="39190"/>
                    <a:pt x="439462" y="40065"/>
                  </a:cubicBezTo>
                  <a:cubicBezTo>
                    <a:pt x="438587" y="40939"/>
                    <a:pt x="435389" y="43261"/>
                    <a:pt x="435389" y="43261"/>
                  </a:cubicBezTo>
                  <a:cubicBezTo>
                    <a:pt x="435389" y="43261"/>
                    <a:pt x="432495" y="43698"/>
                    <a:pt x="431485" y="44572"/>
                  </a:cubicBezTo>
                  <a:cubicBezTo>
                    <a:pt x="430476" y="45447"/>
                    <a:pt x="426404" y="49047"/>
                    <a:pt x="426269" y="49921"/>
                  </a:cubicBezTo>
                  <a:cubicBezTo>
                    <a:pt x="426134" y="50796"/>
                    <a:pt x="423206" y="53689"/>
                    <a:pt x="423206" y="53689"/>
                  </a:cubicBezTo>
                  <a:lnTo>
                    <a:pt x="418427" y="56582"/>
                  </a:lnTo>
                  <a:lnTo>
                    <a:pt x="413480" y="58466"/>
                  </a:lnTo>
                  <a:lnTo>
                    <a:pt x="407389" y="60047"/>
                  </a:lnTo>
                  <a:lnTo>
                    <a:pt x="405807" y="63512"/>
                  </a:lnTo>
                  <a:lnTo>
                    <a:pt x="404225" y="68154"/>
                  </a:lnTo>
                  <a:cubicBezTo>
                    <a:pt x="404225" y="68154"/>
                    <a:pt x="403855" y="71921"/>
                    <a:pt x="403855" y="72359"/>
                  </a:cubicBezTo>
                  <a:cubicBezTo>
                    <a:pt x="403855" y="72796"/>
                    <a:pt x="403350" y="77573"/>
                    <a:pt x="403350" y="77573"/>
                  </a:cubicBezTo>
                  <a:lnTo>
                    <a:pt x="403350" y="81475"/>
                  </a:lnTo>
                  <a:lnTo>
                    <a:pt x="400456" y="83796"/>
                  </a:lnTo>
                  <a:lnTo>
                    <a:pt x="398571" y="87867"/>
                  </a:lnTo>
                  <a:lnTo>
                    <a:pt x="393490" y="89313"/>
                  </a:lnTo>
                  <a:lnTo>
                    <a:pt x="388576" y="89313"/>
                  </a:lnTo>
                  <a:lnTo>
                    <a:pt x="384941" y="86555"/>
                  </a:lnTo>
                  <a:lnTo>
                    <a:pt x="381744" y="88439"/>
                  </a:lnTo>
                  <a:cubicBezTo>
                    <a:pt x="381744" y="88439"/>
                    <a:pt x="379052" y="93215"/>
                    <a:pt x="379052" y="93653"/>
                  </a:cubicBezTo>
                  <a:cubicBezTo>
                    <a:pt x="379052" y="94090"/>
                    <a:pt x="377234" y="97690"/>
                    <a:pt x="377234" y="97690"/>
                  </a:cubicBezTo>
                  <a:lnTo>
                    <a:pt x="377234" y="102332"/>
                  </a:lnTo>
                  <a:lnTo>
                    <a:pt x="376494" y="105965"/>
                  </a:lnTo>
                  <a:lnTo>
                    <a:pt x="378109" y="109295"/>
                  </a:lnTo>
                  <a:lnTo>
                    <a:pt x="378681" y="111751"/>
                  </a:lnTo>
                  <a:lnTo>
                    <a:pt x="374475" y="112491"/>
                  </a:lnTo>
                  <a:lnTo>
                    <a:pt x="370840" y="113366"/>
                  </a:lnTo>
                  <a:lnTo>
                    <a:pt x="368383" y="116124"/>
                  </a:lnTo>
                  <a:cubicBezTo>
                    <a:pt x="368383" y="116124"/>
                    <a:pt x="365051" y="116999"/>
                    <a:pt x="364748" y="117436"/>
                  </a:cubicBezTo>
                  <a:cubicBezTo>
                    <a:pt x="364446" y="117873"/>
                    <a:pt x="361854" y="122650"/>
                    <a:pt x="361854" y="122650"/>
                  </a:cubicBezTo>
                  <a:lnTo>
                    <a:pt x="357647" y="126283"/>
                  </a:lnTo>
                  <a:lnTo>
                    <a:pt x="355628" y="127292"/>
                  </a:lnTo>
                  <a:lnTo>
                    <a:pt x="351556" y="129311"/>
                  </a:lnTo>
                  <a:lnTo>
                    <a:pt x="346777" y="129311"/>
                  </a:lnTo>
                  <a:lnTo>
                    <a:pt x="345195" y="132776"/>
                  </a:lnTo>
                  <a:lnTo>
                    <a:pt x="342435" y="135669"/>
                  </a:lnTo>
                  <a:lnTo>
                    <a:pt x="343075" y="140176"/>
                  </a:lnTo>
                  <a:lnTo>
                    <a:pt x="338935" y="144516"/>
                  </a:lnTo>
                  <a:lnTo>
                    <a:pt x="338935" y="147543"/>
                  </a:lnTo>
                  <a:lnTo>
                    <a:pt x="338935" y="149360"/>
                  </a:lnTo>
                  <a:lnTo>
                    <a:pt x="338935" y="154574"/>
                  </a:lnTo>
                  <a:lnTo>
                    <a:pt x="337926" y="160528"/>
                  </a:lnTo>
                  <a:lnTo>
                    <a:pt x="339810" y="163859"/>
                  </a:lnTo>
                  <a:lnTo>
                    <a:pt x="342873" y="166617"/>
                  </a:lnTo>
                  <a:cubicBezTo>
                    <a:pt x="342873" y="166617"/>
                    <a:pt x="345027" y="165742"/>
                    <a:pt x="345633" y="166617"/>
                  </a:cubicBezTo>
                  <a:cubicBezTo>
                    <a:pt x="346205" y="167492"/>
                    <a:pt x="349099" y="170250"/>
                    <a:pt x="349537" y="170385"/>
                  </a:cubicBezTo>
                  <a:cubicBezTo>
                    <a:pt x="349974" y="170519"/>
                    <a:pt x="351287" y="173850"/>
                    <a:pt x="351287" y="173850"/>
                  </a:cubicBezTo>
                  <a:lnTo>
                    <a:pt x="351590" y="176877"/>
                  </a:lnTo>
                  <a:cubicBezTo>
                    <a:pt x="351590" y="176877"/>
                    <a:pt x="351590" y="179333"/>
                    <a:pt x="351455" y="179770"/>
                  </a:cubicBezTo>
                  <a:cubicBezTo>
                    <a:pt x="351320" y="180207"/>
                    <a:pt x="350142" y="182226"/>
                    <a:pt x="350142" y="182226"/>
                  </a:cubicBezTo>
                  <a:lnTo>
                    <a:pt x="348392" y="185994"/>
                  </a:lnTo>
                  <a:cubicBezTo>
                    <a:pt x="348392" y="185994"/>
                    <a:pt x="347652" y="188012"/>
                    <a:pt x="347517" y="188449"/>
                  </a:cubicBezTo>
                  <a:cubicBezTo>
                    <a:pt x="347383" y="188887"/>
                    <a:pt x="347214" y="190333"/>
                    <a:pt x="346642" y="190636"/>
                  </a:cubicBezTo>
                  <a:cubicBezTo>
                    <a:pt x="346070" y="190938"/>
                    <a:pt x="346205" y="190501"/>
                    <a:pt x="344051" y="190636"/>
                  </a:cubicBezTo>
                  <a:cubicBezTo>
                    <a:pt x="341863" y="190770"/>
                    <a:pt x="339575" y="190972"/>
                    <a:pt x="339137" y="190737"/>
                  </a:cubicBezTo>
                  <a:cubicBezTo>
                    <a:pt x="338700" y="190501"/>
                    <a:pt x="338128" y="190064"/>
                    <a:pt x="337993" y="189189"/>
                  </a:cubicBezTo>
                  <a:cubicBezTo>
                    <a:pt x="337858" y="188315"/>
                    <a:pt x="337253" y="185119"/>
                    <a:pt x="337118" y="184715"/>
                  </a:cubicBezTo>
                  <a:cubicBezTo>
                    <a:pt x="336983" y="184278"/>
                    <a:pt x="333921" y="182394"/>
                    <a:pt x="333921" y="182394"/>
                  </a:cubicBezTo>
                  <a:lnTo>
                    <a:pt x="332777" y="178761"/>
                  </a:lnTo>
                  <a:lnTo>
                    <a:pt x="331262" y="178324"/>
                  </a:lnTo>
                  <a:lnTo>
                    <a:pt x="328570" y="178626"/>
                  </a:lnTo>
                  <a:lnTo>
                    <a:pt x="328570" y="180645"/>
                  </a:lnTo>
                  <a:lnTo>
                    <a:pt x="326820" y="183841"/>
                  </a:lnTo>
                  <a:lnTo>
                    <a:pt x="326820" y="185859"/>
                  </a:lnTo>
                  <a:lnTo>
                    <a:pt x="326820" y="187608"/>
                  </a:lnTo>
                  <a:lnTo>
                    <a:pt x="325070" y="190232"/>
                  </a:lnTo>
                  <a:lnTo>
                    <a:pt x="325070" y="192856"/>
                  </a:lnTo>
                  <a:lnTo>
                    <a:pt x="325070" y="198070"/>
                  </a:lnTo>
                  <a:cubicBezTo>
                    <a:pt x="325070" y="198070"/>
                    <a:pt x="326079" y="199954"/>
                    <a:pt x="325507" y="200391"/>
                  </a:cubicBezTo>
                  <a:cubicBezTo>
                    <a:pt x="324935" y="200829"/>
                    <a:pt x="325070" y="203284"/>
                    <a:pt x="325070" y="203284"/>
                  </a:cubicBezTo>
                  <a:lnTo>
                    <a:pt x="325070" y="206749"/>
                  </a:lnTo>
                  <a:cubicBezTo>
                    <a:pt x="325070" y="206749"/>
                    <a:pt x="325036" y="208936"/>
                    <a:pt x="325070" y="209373"/>
                  </a:cubicBezTo>
                  <a:cubicBezTo>
                    <a:pt x="325070" y="209810"/>
                    <a:pt x="326820" y="211997"/>
                    <a:pt x="326820" y="211997"/>
                  </a:cubicBezTo>
                  <a:cubicBezTo>
                    <a:pt x="326820" y="211997"/>
                    <a:pt x="327829" y="211862"/>
                    <a:pt x="328839" y="212872"/>
                  </a:cubicBezTo>
                  <a:cubicBezTo>
                    <a:pt x="329849" y="213881"/>
                    <a:pt x="330589" y="214755"/>
                    <a:pt x="331027" y="214890"/>
                  </a:cubicBezTo>
                  <a:cubicBezTo>
                    <a:pt x="331464" y="215025"/>
                    <a:pt x="331599" y="216774"/>
                    <a:pt x="331464" y="217211"/>
                  </a:cubicBezTo>
                  <a:cubicBezTo>
                    <a:pt x="331329" y="217648"/>
                    <a:pt x="330724" y="219667"/>
                    <a:pt x="330724" y="219667"/>
                  </a:cubicBezTo>
                  <a:cubicBezTo>
                    <a:pt x="330724" y="219667"/>
                    <a:pt x="328570" y="218792"/>
                    <a:pt x="327695" y="219667"/>
                  </a:cubicBezTo>
                  <a:cubicBezTo>
                    <a:pt x="326820" y="220541"/>
                    <a:pt x="327358" y="220676"/>
                    <a:pt x="325070" y="220811"/>
                  </a:cubicBezTo>
                  <a:cubicBezTo>
                    <a:pt x="322781" y="220945"/>
                    <a:pt x="321031" y="220811"/>
                    <a:pt x="321031" y="220811"/>
                  </a:cubicBezTo>
                  <a:lnTo>
                    <a:pt x="313358" y="221517"/>
                  </a:lnTo>
                  <a:lnTo>
                    <a:pt x="302050" y="218254"/>
                  </a:lnTo>
                  <a:lnTo>
                    <a:pt x="297910" y="219330"/>
                  </a:lnTo>
                  <a:lnTo>
                    <a:pt x="292896" y="223233"/>
                  </a:lnTo>
                  <a:lnTo>
                    <a:pt x="285929" y="223233"/>
                  </a:lnTo>
                  <a:lnTo>
                    <a:pt x="282564" y="220912"/>
                  </a:lnTo>
                  <a:lnTo>
                    <a:pt x="279400" y="218018"/>
                  </a:lnTo>
                  <a:lnTo>
                    <a:pt x="275497" y="218018"/>
                  </a:lnTo>
                  <a:lnTo>
                    <a:pt x="271929" y="218355"/>
                  </a:lnTo>
                  <a:cubicBezTo>
                    <a:pt x="271929" y="218355"/>
                    <a:pt x="271054" y="221180"/>
                    <a:pt x="270617" y="221282"/>
                  </a:cubicBezTo>
                  <a:cubicBezTo>
                    <a:pt x="270179" y="221382"/>
                    <a:pt x="264626" y="219667"/>
                    <a:pt x="264188" y="219667"/>
                  </a:cubicBezTo>
                  <a:cubicBezTo>
                    <a:pt x="263751" y="219667"/>
                    <a:pt x="261462" y="216303"/>
                    <a:pt x="261462" y="215866"/>
                  </a:cubicBezTo>
                  <a:cubicBezTo>
                    <a:pt x="261462" y="215428"/>
                    <a:pt x="258736" y="208801"/>
                    <a:pt x="258434" y="208364"/>
                  </a:cubicBezTo>
                  <a:cubicBezTo>
                    <a:pt x="258097" y="207926"/>
                    <a:pt x="255842" y="203150"/>
                    <a:pt x="255842" y="203150"/>
                  </a:cubicBezTo>
                  <a:lnTo>
                    <a:pt x="252140" y="201199"/>
                  </a:lnTo>
                  <a:lnTo>
                    <a:pt x="251602" y="198171"/>
                  </a:lnTo>
                  <a:lnTo>
                    <a:pt x="247159" y="199147"/>
                  </a:lnTo>
                  <a:cubicBezTo>
                    <a:pt x="247159" y="199147"/>
                    <a:pt x="242044" y="198070"/>
                    <a:pt x="240731" y="198171"/>
                  </a:cubicBezTo>
                  <a:cubicBezTo>
                    <a:pt x="239419" y="198272"/>
                    <a:pt x="234303" y="196422"/>
                    <a:pt x="234303" y="196422"/>
                  </a:cubicBezTo>
                  <a:lnTo>
                    <a:pt x="228414" y="194235"/>
                  </a:lnTo>
                  <a:lnTo>
                    <a:pt x="224274" y="195312"/>
                  </a:lnTo>
                  <a:cubicBezTo>
                    <a:pt x="224274" y="195312"/>
                    <a:pt x="223298" y="198911"/>
                    <a:pt x="223298" y="199214"/>
                  </a:cubicBezTo>
                  <a:cubicBezTo>
                    <a:pt x="223298" y="199550"/>
                    <a:pt x="223736" y="201165"/>
                    <a:pt x="223298" y="201602"/>
                  </a:cubicBezTo>
                  <a:cubicBezTo>
                    <a:pt x="222861" y="202040"/>
                    <a:pt x="222322" y="203890"/>
                    <a:pt x="222322" y="203890"/>
                  </a:cubicBezTo>
                  <a:cubicBezTo>
                    <a:pt x="222322" y="203890"/>
                    <a:pt x="220606" y="204966"/>
                    <a:pt x="220034" y="205303"/>
                  </a:cubicBezTo>
                  <a:cubicBezTo>
                    <a:pt x="219495" y="205639"/>
                    <a:pt x="216332" y="205740"/>
                    <a:pt x="216029" y="206076"/>
                  </a:cubicBezTo>
                  <a:cubicBezTo>
                    <a:pt x="215692" y="206413"/>
                    <a:pt x="213841" y="207926"/>
                    <a:pt x="213101" y="208465"/>
                  </a:cubicBezTo>
                  <a:cubicBezTo>
                    <a:pt x="212327" y="209003"/>
                    <a:pt x="208086" y="211089"/>
                    <a:pt x="208086" y="211089"/>
                  </a:cubicBezTo>
                  <a:lnTo>
                    <a:pt x="206471" y="213275"/>
                  </a:lnTo>
                  <a:lnTo>
                    <a:pt x="201692" y="213713"/>
                  </a:lnTo>
                  <a:lnTo>
                    <a:pt x="199841" y="218489"/>
                  </a:lnTo>
                  <a:lnTo>
                    <a:pt x="197351" y="223804"/>
                  </a:lnTo>
                  <a:cubicBezTo>
                    <a:pt x="197351" y="223804"/>
                    <a:pt x="193346" y="227707"/>
                    <a:pt x="193346" y="228480"/>
                  </a:cubicBezTo>
                  <a:cubicBezTo>
                    <a:pt x="193346" y="229254"/>
                    <a:pt x="192471" y="230667"/>
                    <a:pt x="193346" y="231844"/>
                  </a:cubicBezTo>
                  <a:cubicBezTo>
                    <a:pt x="194221" y="233022"/>
                    <a:pt x="195668" y="234704"/>
                    <a:pt x="195668" y="234704"/>
                  </a:cubicBezTo>
                  <a:lnTo>
                    <a:pt x="194658" y="238337"/>
                  </a:lnTo>
                  <a:lnTo>
                    <a:pt x="190451" y="242676"/>
                  </a:lnTo>
                  <a:lnTo>
                    <a:pt x="187254" y="246747"/>
                  </a:lnTo>
                  <a:lnTo>
                    <a:pt x="186379" y="249943"/>
                  </a:lnTo>
                  <a:lnTo>
                    <a:pt x="188331" y="251322"/>
                  </a:lnTo>
                  <a:lnTo>
                    <a:pt x="188634" y="252566"/>
                  </a:lnTo>
                  <a:lnTo>
                    <a:pt x="187187" y="255257"/>
                  </a:lnTo>
                  <a:lnTo>
                    <a:pt x="184494" y="256637"/>
                  </a:lnTo>
                  <a:lnTo>
                    <a:pt x="185369" y="259833"/>
                  </a:lnTo>
                  <a:lnTo>
                    <a:pt x="188567" y="259833"/>
                  </a:lnTo>
                  <a:lnTo>
                    <a:pt x="188769" y="261716"/>
                  </a:lnTo>
                  <a:lnTo>
                    <a:pt x="187826" y="264105"/>
                  </a:lnTo>
                  <a:lnTo>
                    <a:pt x="186749" y="265989"/>
                  </a:lnTo>
                  <a:lnTo>
                    <a:pt x="186615" y="267872"/>
                  </a:lnTo>
                  <a:lnTo>
                    <a:pt x="187860" y="270261"/>
                  </a:lnTo>
                  <a:cubicBezTo>
                    <a:pt x="187860" y="270261"/>
                    <a:pt x="189004" y="270900"/>
                    <a:pt x="189610" y="271203"/>
                  </a:cubicBezTo>
                  <a:cubicBezTo>
                    <a:pt x="190182" y="271505"/>
                    <a:pt x="191495" y="272279"/>
                    <a:pt x="191798" y="272447"/>
                  </a:cubicBezTo>
                  <a:cubicBezTo>
                    <a:pt x="192067" y="272582"/>
                    <a:pt x="194322" y="274634"/>
                    <a:pt x="194322" y="274634"/>
                  </a:cubicBezTo>
                  <a:lnTo>
                    <a:pt x="195398" y="275576"/>
                  </a:lnTo>
                  <a:lnTo>
                    <a:pt x="195701" y="276821"/>
                  </a:lnTo>
                  <a:cubicBezTo>
                    <a:pt x="195701" y="276821"/>
                    <a:pt x="195634" y="277830"/>
                    <a:pt x="195500" y="278032"/>
                  </a:cubicBezTo>
                  <a:cubicBezTo>
                    <a:pt x="195365" y="278267"/>
                    <a:pt x="193749" y="279478"/>
                    <a:pt x="193749" y="279478"/>
                  </a:cubicBezTo>
                  <a:lnTo>
                    <a:pt x="191798" y="281867"/>
                  </a:lnTo>
                  <a:lnTo>
                    <a:pt x="190889" y="285937"/>
                  </a:lnTo>
                  <a:lnTo>
                    <a:pt x="191225" y="289637"/>
                  </a:lnTo>
                  <a:lnTo>
                    <a:pt x="191225" y="292026"/>
                  </a:lnTo>
                  <a:lnTo>
                    <a:pt x="190519" y="295659"/>
                  </a:lnTo>
                  <a:cubicBezTo>
                    <a:pt x="190519" y="295659"/>
                    <a:pt x="190317" y="297980"/>
                    <a:pt x="190081" y="298283"/>
                  </a:cubicBezTo>
                  <a:cubicBezTo>
                    <a:pt x="189879" y="298585"/>
                    <a:pt x="189274" y="300167"/>
                    <a:pt x="189274" y="300167"/>
                  </a:cubicBezTo>
                  <a:cubicBezTo>
                    <a:pt x="189274" y="300167"/>
                    <a:pt x="189543" y="302925"/>
                    <a:pt x="189644" y="303127"/>
                  </a:cubicBezTo>
                  <a:cubicBezTo>
                    <a:pt x="189711" y="303362"/>
                    <a:pt x="190586" y="304640"/>
                    <a:pt x="190586" y="304640"/>
                  </a:cubicBezTo>
                  <a:cubicBezTo>
                    <a:pt x="190586" y="304640"/>
                    <a:pt x="192774" y="305784"/>
                    <a:pt x="192908" y="306020"/>
                  </a:cubicBezTo>
                  <a:cubicBezTo>
                    <a:pt x="193043" y="306222"/>
                    <a:pt x="197115" y="306659"/>
                    <a:pt x="197115" y="306659"/>
                  </a:cubicBezTo>
                  <a:lnTo>
                    <a:pt x="201255" y="305751"/>
                  </a:lnTo>
                  <a:lnTo>
                    <a:pt x="202500" y="305044"/>
                  </a:lnTo>
                  <a:lnTo>
                    <a:pt x="206033" y="305044"/>
                  </a:lnTo>
                  <a:lnTo>
                    <a:pt x="206942" y="308610"/>
                  </a:lnTo>
                  <a:cubicBezTo>
                    <a:pt x="207009" y="308610"/>
                    <a:pt x="207144" y="308644"/>
                    <a:pt x="207413" y="308745"/>
                  </a:cubicBezTo>
                  <a:cubicBezTo>
                    <a:pt x="208221" y="309047"/>
                    <a:pt x="209668" y="309384"/>
                    <a:pt x="209803" y="309686"/>
                  </a:cubicBezTo>
                  <a:cubicBezTo>
                    <a:pt x="209937" y="309989"/>
                    <a:pt x="210240" y="312580"/>
                    <a:pt x="210240" y="312580"/>
                  </a:cubicBezTo>
                  <a:cubicBezTo>
                    <a:pt x="210240" y="312580"/>
                    <a:pt x="210375" y="316347"/>
                    <a:pt x="210543" y="316650"/>
                  </a:cubicBezTo>
                  <a:cubicBezTo>
                    <a:pt x="210678" y="316953"/>
                    <a:pt x="214010" y="317592"/>
                    <a:pt x="214312" y="317659"/>
                  </a:cubicBezTo>
                  <a:cubicBezTo>
                    <a:pt x="214615" y="317726"/>
                    <a:pt x="218957" y="316280"/>
                    <a:pt x="219091" y="316078"/>
                  </a:cubicBezTo>
                  <a:cubicBezTo>
                    <a:pt x="219226" y="315876"/>
                    <a:pt x="219967" y="314329"/>
                    <a:pt x="220236" y="313689"/>
                  </a:cubicBezTo>
                  <a:cubicBezTo>
                    <a:pt x="220539" y="313050"/>
                    <a:pt x="221683" y="311806"/>
                    <a:pt x="221683" y="311806"/>
                  </a:cubicBezTo>
                  <a:cubicBezTo>
                    <a:pt x="221683" y="311806"/>
                    <a:pt x="220875" y="310864"/>
                    <a:pt x="222322" y="311234"/>
                  </a:cubicBezTo>
                  <a:cubicBezTo>
                    <a:pt x="223769" y="311604"/>
                    <a:pt x="226596" y="313992"/>
                    <a:pt x="226731" y="314262"/>
                  </a:cubicBezTo>
                  <a:cubicBezTo>
                    <a:pt x="226866" y="314564"/>
                    <a:pt x="227875" y="315708"/>
                    <a:pt x="227875" y="315708"/>
                  </a:cubicBezTo>
                  <a:lnTo>
                    <a:pt x="229827" y="315910"/>
                  </a:lnTo>
                  <a:lnTo>
                    <a:pt x="231274" y="315338"/>
                  </a:lnTo>
                  <a:lnTo>
                    <a:pt x="232351" y="314530"/>
                  </a:lnTo>
                  <a:cubicBezTo>
                    <a:pt x="232351" y="314530"/>
                    <a:pt x="236625" y="315540"/>
                    <a:pt x="236928" y="315775"/>
                  </a:cubicBezTo>
                  <a:cubicBezTo>
                    <a:pt x="237231" y="315977"/>
                    <a:pt x="240900" y="317289"/>
                    <a:pt x="241068" y="317659"/>
                  </a:cubicBezTo>
                  <a:cubicBezTo>
                    <a:pt x="241203" y="318029"/>
                    <a:pt x="243457" y="319543"/>
                    <a:pt x="243525" y="319745"/>
                  </a:cubicBezTo>
                  <a:cubicBezTo>
                    <a:pt x="243592" y="319947"/>
                    <a:pt x="245477" y="322570"/>
                    <a:pt x="245847" y="323008"/>
                  </a:cubicBezTo>
                  <a:cubicBezTo>
                    <a:pt x="246217" y="323445"/>
                    <a:pt x="246856" y="325026"/>
                    <a:pt x="247159" y="325598"/>
                  </a:cubicBezTo>
                  <a:cubicBezTo>
                    <a:pt x="247462" y="326170"/>
                    <a:pt x="248977" y="329736"/>
                    <a:pt x="248977" y="329736"/>
                  </a:cubicBezTo>
                  <a:lnTo>
                    <a:pt x="248034" y="333436"/>
                  </a:lnTo>
                  <a:cubicBezTo>
                    <a:pt x="248034" y="333436"/>
                    <a:pt x="250222" y="337506"/>
                    <a:pt x="251232" y="337641"/>
                  </a:cubicBezTo>
                  <a:cubicBezTo>
                    <a:pt x="252241" y="337776"/>
                    <a:pt x="253385" y="336329"/>
                    <a:pt x="253385" y="336329"/>
                  </a:cubicBezTo>
                  <a:lnTo>
                    <a:pt x="254261" y="335320"/>
                  </a:lnTo>
                  <a:lnTo>
                    <a:pt x="256852" y="338347"/>
                  </a:lnTo>
                  <a:lnTo>
                    <a:pt x="261496" y="342687"/>
                  </a:lnTo>
                  <a:lnTo>
                    <a:pt x="263818" y="345008"/>
                  </a:lnTo>
                  <a:lnTo>
                    <a:pt x="266107" y="348338"/>
                  </a:lnTo>
                  <a:lnTo>
                    <a:pt x="268025" y="347968"/>
                  </a:lnTo>
                  <a:cubicBezTo>
                    <a:pt x="268025" y="347968"/>
                    <a:pt x="268833" y="345513"/>
                    <a:pt x="269001" y="345513"/>
                  </a:cubicBezTo>
                  <a:cubicBezTo>
                    <a:pt x="269169" y="345513"/>
                    <a:pt x="269775" y="344806"/>
                    <a:pt x="269977" y="344537"/>
                  </a:cubicBezTo>
                  <a:cubicBezTo>
                    <a:pt x="270179" y="344268"/>
                    <a:pt x="271391" y="342855"/>
                    <a:pt x="271391" y="342855"/>
                  </a:cubicBezTo>
                  <a:cubicBezTo>
                    <a:pt x="271391" y="342855"/>
                    <a:pt x="273410" y="342788"/>
                    <a:pt x="273713" y="342788"/>
                  </a:cubicBezTo>
                  <a:cubicBezTo>
                    <a:pt x="274049" y="342788"/>
                    <a:pt x="276102" y="343595"/>
                    <a:pt x="276271" y="343696"/>
                  </a:cubicBezTo>
                  <a:cubicBezTo>
                    <a:pt x="276439" y="343797"/>
                    <a:pt x="278290" y="345479"/>
                    <a:pt x="278458" y="345647"/>
                  </a:cubicBezTo>
                  <a:cubicBezTo>
                    <a:pt x="278626" y="345816"/>
                    <a:pt x="279501" y="346724"/>
                    <a:pt x="279804" y="347262"/>
                  </a:cubicBezTo>
                  <a:cubicBezTo>
                    <a:pt x="280141" y="347800"/>
                    <a:pt x="281487" y="349213"/>
                    <a:pt x="281992" y="349617"/>
                  </a:cubicBezTo>
                  <a:cubicBezTo>
                    <a:pt x="282497" y="349987"/>
                    <a:pt x="284213" y="351803"/>
                    <a:pt x="284213" y="351803"/>
                  </a:cubicBezTo>
                  <a:cubicBezTo>
                    <a:pt x="284213" y="351803"/>
                    <a:pt x="286064" y="353418"/>
                    <a:pt x="286401" y="353721"/>
                  </a:cubicBezTo>
                  <a:cubicBezTo>
                    <a:pt x="286737" y="353990"/>
                    <a:pt x="291146" y="356715"/>
                    <a:pt x="291146" y="356715"/>
                  </a:cubicBezTo>
                  <a:cubicBezTo>
                    <a:pt x="291146" y="356715"/>
                    <a:pt x="293064" y="359810"/>
                    <a:pt x="292997" y="360112"/>
                  </a:cubicBezTo>
                  <a:cubicBezTo>
                    <a:pt x="292930" y="360415"/>
                    <a:pt x="295756" y="361189"/>
                    <a:pt x="295756" y="361189"/>
                  </a:cubicBezTo>
                  <a:lnTo>
                    <a:pt x="298954" y="360752"/>
                  </a:lnTo>
                  <a:lnTo>
                    <a:pt x="301074" y="360179"/>
                  </a:lnTo>
                  <a:cubicBezTo>
                    <a:pt x="301074" y="360179"/>
                    <a:pt x="306358" y="360752"/>
                    <a:pt x="306593" y="360886"/>
                  </a:cubicBezTo>
                  <a:cubicBezTo>
                    <a:pt x="306795" y="361020"/>
                    <a:pt x="309555" y="361525"/>
                    <a:pt x="309791" y="361828"/>
                  </a:cubicBezTo>
                  <a:cubicBezTo>
                    <a:pt x="309993" y="362131"/>
                    <a:pt x="312247" y="363779"/>
                    <a:pt x="312247" y="363779"/>
                  </a:cubicBezTo>
                  <a:lnTo>
                    <a:pt x="315512" y="366907"/>
                  </a:lnTo>
                  <a:lnTo>
                    <a:pt x="316050" y="367984"/>
                  </a:lnTo>
                  <a:lnTo>
                    <a:pt x="316522" y="371449"/>
                  </a:lnTo>
                  <a:lnTo>
                    <a:pt x="316522" y="373703"/>
                  </a:lnTo>
                  <a:lnTo>
                    <a:pt x="316387" y="375587"/>
                  </a:lnTo>
                  <a:lnTo>
                    <a:pt x="315815" y="377033"/>
                  </a:lnTo>
                  <a:lnTo>
                    <a:pt x="314502" y="378849"/>
                  </a:lnTo>
                  <a:cubicBezTo>
                    <a:pt x="314502" y="378849"/>
                    <a:pt x="312617" y="379220"/>
                    <a:pt x="312617" y="379489"/>
                  </a:cubicBezTo>
                  <a:cubicBezTo>
                    <a:pt x="312617" y="379791"/>
                    <a:pt x="311238" y="381137"/>
                    <a:pt x="311238" y="381137"/>
                  </a:cubicBezTo>
                  <a:lnTo>
                    <a:pt x="310598" y="382584"/>
                  </a:lnTo>
                  <a:cubicBezTo>
                    <a:pt x="310598" y="382584"/>
                    <a:pt x="310228" y="384535"/>
                    <a:pt x="310228" y="384770"/>
                  </a:cubicBezTo>
                  <a:cubicBezTo>
                    <a:pt x="310228" y="385006"/>
                    <a:pt x="311810" y="386957"/>
                    <a:pt x="311810" y="386957"/>
                  </a:cubicBezTo>
                  <a:lnTo>
                    <a:pt x="313324" y="388605"/>
                  </a:lnTo>
                  <a:lnTo>
                    <a:pt x="314670" y="395097"/>
                  </a:lnTo>
                  <a:lnTo>
                    <a:pt x="314872" y="398697"/>
                  </a:lnTo>
                  <a:lnTo>
                    <a:pt x="314771" y="402162"/>
                  </a:lnTo>
                  <a:lnTo>
                    <a:pt x="317161" y="405425"/>
                  </a:lnTo>
                  <a:lnTo>
                    <a:pt x="317935" y="407477"/>
                  </a:lnTo>
                  <a:lnTo>
                    <a:pt x="318271" y="410202"/>
                  </a:lnTo>
                  <a:cubicBezTo>
                    <a:pt x="318271" y="410202"/>
                    <a:pt x="317497" y="411816"/>
                    <a:pt x="317296" y="412691"/>
                  </a:cubicBezTo>
                  <a:cubicBezTo>
                    <a:pt x="317094" y="413566"/>
                    <a:pt x="315781" y="415954"/>
                    <a:pt x="315781" y="415954"/>
                  </a:cubicBezTo>
                  <a:lnTo>
                    <a:pt x="314031" y="416728"/>
                  </a:lnTo>
                  <a:cubicBezTo>
                    <a:pt x="314031" y="416728"/>
                    <a:pt x="311642" y="416526"/>
                    <a:pt x="311305" y="416728"/>
                  </a:cubicBezTo>
                  <a:cubicBezTo>
                    <a:pt x="310968" y="416930"/>
                    <a:pt x="307300" y="416290"/>
                    <a:pt x="306964" y="416728"/>
                  </a:cubicBezTo>
                  <a:cubicBezTo>
                    <a:pt x="306627" y="417165"/>
                    <a:pt x="303800" y="417502"/>
                    <a:pt x="303800" y="417502"/>
                  </a:cubicBezTo>
                  <a:cubicBezTo>
                    <a:pt x="303800" y="417502"/>
                    <a:pt x="302084" y="418713"/>
                    <a:pt x="301747" y="418813"/>
                  </a:cubicBezTo>
                  <a:cubicBezTo>
                    <a:pt x="301410" y="418914"/>
                    <a:pt x="300872" y="419587"/>
                    <a:pt x="300098" y="419789"/>
                  </a:cubicBezTo>
                  <a:cubicBezTo>
                    <a:pt x="299324" y="419991"/>
                    <a:pt x="298348" y="420428"/>
                    <a:pt x="298348" y="421101"/>
                  </a:cubicBezTo>
                  <a:cubicBezTo>
                    <a:pt x="298348" y="421740"/>
                    <a:pt x="297910" y="423388"/>
                    <a:pt x="297910" y="423388"/>
                  </a:cubicBezTo>
                  <a:cubicBezTo>
                    <a:pt x="297910" y="423388"/>
                    <a:pt x="297574" y="425878"/>
                    <a:pt x="297675" y="426416"/>
                  </a:cubicBezTo>
                  <a:cubicBezTo>
                    <a:pt x="297776" y="426954"/>
                    <a:pt x="297574" y="430015"/>
                    <a:pt x="297439" y="430318"/>
                  </a:cubicBezTo>
                  <a:cubicBezTo>
                    <a:pt x="297338" y="430655"/>
                    <a:pt x="297338" y="433043"/>
                    <a:pt x="297338" y="433346"/>
                  </a:cubicBezTo>
                  <a:cubicBezTo>
                    <a:pt x="297338" y="433682"/>
                    <a:pt x="297540" y="435398"/>
                    <a:pt x="297540" y="435398"/>
                  </a:cubicBezTo>
                  <a:lnTo>
                    <a:pt x="297877" y="440275"/>
                  </a:lnTo>
                  <a:lnTo>
                    <a:pt x="297641" y="444413"/>
                  </a:lnTo>
                  <a:lnTo>
                    <a:pt x="299055" y="449156"/>
                  </a:lnTo>
                  <a:cubicBezTo>
                    <a:pt x="299055" y="449156"/>
                    <a:pt x="299930" y="454505"/>
                    <a:pt x="300199" y="455077"/>
                  </a:cubicBezTo>
                  <a:cubicBezTo>
                    <a:pt x="300502" y="455649"/>
                    <a:pt x="304978" y="461031"/>
                    <a:pt x="304978" y="461031"/>
                  </a:cubicBezTo>
                  <a:lnTo>
                    <a:pt x="307300" y="463352"/>
                  </a:lnTo>
                  <a:lnTo>
                    <a:pt x="309319" y="466817"/>
                  </a:lnTo>
                  <a:lnTo>
                    <a:pt x="308175" y="468398"/>
                  </a:lnTo>
                  <a:lnTo>
                    <a:pt x="305113" y="468398"/>
                  </a:lnTo>
                  <a:lnTo>
                    <a:pt x="302353" y="471594"/>
                  </a:lnTo>
                  <a:lnTo>
                    <a:pt x="302487" y="475059"/>
                  </a:lnTo>
                  <a:lnTo>
                    <a:pt x="301040" y="480139"/>
                  </a:lnTo>
                  <a:cubicBezTo>
                    <a:pt x="301040" y="480139"/>
                    <a:pt x="301781" y="483603"/>
                    <a:pt x="302218" y="483771"/>
                  </a:cubicBezTo>
                  <a:cubicBezTo>
                    <a:pt x="302656" y="483906"/>
                    <a:pt x="303531" y="488851"/>
                    <a:pt x="303531" y="488851"/>
                  </a:cubicBezTo>
                  <a:cubicBezTo>
                    <a:pt x="303531" y="488851"/>
                    <a:pt x="301343" y="491744"/>
                    <a:pt x="301209" y="492181"/>
                  </a:cubicBezTo>
                  <a:cubicBezTo>
                    <a:pt x="301074" y="492619"/>
                    <a:pt x="294982" y="492181"/>
                    <a:pt x="294242" y="492181"/>
                  </a:cubicBezTo>
                  <a:cubicBezTo>
                    <a:pt x="293502" y="492181"/>
                    <a:pt x="290776" y="490163"/>
                    <a:pt x="289901" y="490163"/>
                  </a:cubicBezTo>
                  <a:cubicBezTo>
                    <a:pt x="289026" y="490163"/>
                    <a:pt x="287578" y="490600"/>
                    <a:pt x="287141" y="490735"/>
                  </a:cubicBezTo>
                  <a:cubicBezTo>
                    <a:pt x="286703" y="490870"/>
                    <a:pt x="283809" y="492417"/>
                    <a:pt x="282497" y="492383"/>
                  </a:cubicBezTo>
                  <a:cubicBezTo>
                    <a:pt x="281184" y="492316"/>
                    <a:pt x="277852" y="491744"/>
                    <a:pt x="277280" y="491610"/>
                  </a:cubicBezTo>
                  <a:cubicBezTo>
                    <a:pt x="276708" y="491475"/>
                    <a:pt x="273645" y="488279"/>
                    <a:pt x="273645" y="488279"/>
                  </a:cubicBezTo>
                  <a:cubicBezTo>
                    <a:pt x="273645" y="488279"/>
                    <a:pt x="271020" y="487976"/>
                    <a:pt x="270179" y="487842"/>
                  </a:cubicBezTo>
                  <a:cubicBezTo>
                    <a:pt x="269304" y="487707"/>
                    <a:pt x="264390" y="486530"/>
                    <a:pt x="264390" y="486530"/>
                  </a:cubicBezTo>
                  <a:lnTo>
                    <a:pt x="261059" y="489558"/>
                  </a:lnTo>
                  <a:lnTo>
                    <a:pt x="259477" y="492350"/>
                  </a:lnTo>
                  <a:lnTo>
                    <a:pt x="255270" y="493897"/>
                  </a:lnTo>
                  <a:lnTo>
                    <a:pt x="251366" y="495916"/>
                  </a:lnTo>
                  <a:lnTo>
                    <a:pt x="248909" y="497934"/>
                  </a:lnTo>
                  <a:cubicBezTo>
                    <a:pt x="248909" y="497934"/>
                    <a:pt x="246150" y="496185"/>
                    <a:pt x="245578" y="496050"/>
                  </a:cubicBezTo>
                  <a:cubicBezTo>
                    <a:pt x="245006" y="495916"/>
                    <a:pt x="242111" y="493292"/>
                    <a:pt x="241236" y="493157"/>
                  </a:cubicBezTo>
                  <a:cubicBezTo>
                    <a:pt x="240361" y="493022"/>
                    <a:pt x="233260" y="491845"/>
                    <a:pt x="233260" y="491845"/>
                  </a:cubicBezTo>
                  <a:lnTo>
                    <a:pt x="229053" y="488515"/>
                  </a:lnTo>
                  <a:lnTo>
                    <a:pt x="224409" y="485184"/>
                  </a:lnTo>
                  <a:lnTo>
                    <a:pt x="222221" y="486496"/>
                  </a:lnTo>
                  <a:lnTo>
                    <a:pt x="222356" y="489961"/>
                  </a:lnTo>
                  <a:lnTo>
                    <a:pt x="224106" y="493594"/>
                  </a:lnTo>
                  <a:lnTo>
                    <a:pt x="224409" y="497934"/>
                  </a:lnTo>
                  <a:cubicBezTo>
                    <a:pt x="224409" y="497934"/>
                    <a:pt x="224409" y="500120"/>
                    <a:pt x="223837" y="500255"/>
                  </a:cubicBezTo>
                  <a:cubicBezTo>
                    <a:pt x="223265" y="500389"/>
                    <a:pt x="219765" y="499111"/>
                    <a:pt x="219765" y="499111"/>
                  </a:cubicBezTo>
                  <a:lnTo>
                    <a:pt x="215692" y="497362"/>
                  </a:lnTo>
                  <a:lnTo>
                    <a:pt x="215558" y="501701"/>
                  </a:lnTo>
                  <a:cubicBezTo>
                    <a:pt x="215558" y="501701"/>
                    <a:pt x="217005" y="505032"/>
                    <a:pt x="217308" y="505906"/>
                  </a:cubicBezTo>
                  <a:cubicBezTo>
                    <a:pt x="217611" y="506781"/>
                    <a:pt x="221817" y="509809"/>
                    <a:pt x="221817" y="509809"/>
                  </a:cubicBezTo>
                  <a:lnTo>
                    <a:pt x="224409" y="511255"/>
                  </a:lnTo>
                  <a:lnTo>
                    <a:pt x="226563" y="513442"/>
                  </a:lnTo>
                  <a:lnTo>
                    <a:pt x="228313" y="517209"/>
                  </a:lnTo>
                  <a:lnTo>
                    <a:pt x="231342" y="519665"/>
                  </a:lnTo>
                  <a:lnTo>
                    <a:pt x="236558" y="518084"/>
                  </a:lnTo>
                  <a:lnTo>
                    <a:pt x="238005" y="514619"/>
                  </a:lnTo>
                  <a:lnTo>
                    <a:pt x="243053" y="519699"/>
                  </a:lnTo>
                  <a:cubicBezTo>
                    <a:pt x="243053" y="519699"/>
                    <a:pt x="243491" y="521280"/>
                    <a:pt x="242784" y="521583"/>
                  </a:cubicBezTo>
                  <a:cubicBezTo>
                    <a:pt x="242044" y="521885"/>
                    <a:pt x="242347" y="521583"/>
                    <a:pt x="240597" y="522592"/>
                  </a:cubicBezTo>
                  <a:cubicBezTo>
                    <a:pt x="238847" y="523601"/>
                    <a:pt x="238443" y="524476"/>
                    <a:pt x="236525" y="524778"/>
                  </a:cubicBezTo>
                  <a:cubicBezTo>
                    <a:pt x="234640" y="525081"/>
                    <a:pt x="232890" y="525216"/>
                    <a:pt x="231443" y="525788"/>
                  </a:cubicBezTo>
                  <a:cubicBezTo>
                    <a:pt x="229996" y="526359"/>
                    <a:pt x="229255" y="526931"/>
                    <a:pt x="227101" y="527234"/>
                  </a:cubicBezTo>
                  <a:cubicBezTo>
                    <a:pt x="224914" y="527537"/>
                    <a:pt x="223029" y="527234"/>
                    <a:pt x="223029" y="527234"/>
                  </a:cubicBezTo>
                  <a:lnTo>
                    <a:pt x="219832" y="529555"/>
                  </a:lnTo>
                  <a:lnTo>
                    <a:pt x="216130" y="531136"/>
                  </a:lnTo>
                  <a:lnTo>
                    <a:pt x="213740" y="528815"/>
                  </a:lnTo>
                  <a:lnTo>
                    <a:pt x="213740" y="526629"/>
                  </a:lnTo>
                  <a:lnTo>
                    <a:pt x="210409" y="524610"/>
                  </a:lnTo>
                  <a:lnTo>
                    <a:pt x="207380" y="524913"/>
                  </a:lnTo>
                  <a:lnTo>
                    <a:pt x="207110" y="528681"/>
                  </a:lnTo>
                  <a:lnTo>
                    <a:pt x="206235" y="531708"/>
                  </a:lnTo>
                  <a:lnTo>
                    <a:pt x="203038" y="534466"/>
                  </a:lnTo>
                  <a:cubicBezTo>
                    <a:pt x="203038" y="534466"/>
                    <a:pt x="197956" y="533726"/>
                    <a:pt x="197519" y="534466"/>
                  </a:cubicBezTo>
                  <a:cubicBezTo>
                    <a:pt x="197081" y="535207"/>
                    <a:pt x="193480" y="535207"/>
                    <a:pt x="193480" y="535207"/>
                  </a:cubicBezTo>
                  <a:lnTo>
                    <a:pt x="187692" y="531573"/>
                  </a:lnTo>
                  <a:lnTo>
                    <a:pt x="185067" y="529118"/>
                  </a:lnTo>
                  <a:lnTo>
                    <a:pt x="181432" y="529824"/>
                  </a:lnTo>
                  <a:lnTo>
                    <a:pt x="180422" y="535173"/>
                  </a:lnTo>
                  <a:lnTo>
                    <a:pt x="179413" y="537931"/>
                  </a:lnTo>
                  <a:lnTo>
                    <a:pt x="175509" y="537057"/>
                  </a:lnTo>
                  <a:lnTo>
                    <a:pt x="170158" y="533424"/>
                  </a:lnTo>
                  <a:lnTo>
                    <a:pt x="165951" y="528344"/>
                  </a:lnTo>
                  <a:lnTo>
                    <a:pt x="164066" y="524005"/>
                  </a:lnTo>
                  <a:cubicBezTo>
                    <a:pt x="164066" y="524005"/>
                    <a:pt x="167398" y="521986"/>
                    <a:pt x="167398" y="521549"/>
                  </a:cubicBezTo>
                  <a:cubicBezTo>
                    <a:pt x="167398" y="521112"/>
                    <a:pt x="165210" y="519093"/>
                    <a:pt x="163494" y="517916"/>
                  </a:cubicBezTo>
                  <a:cubicBezTo>
                    <a:pt x="161744" y="516738"/>
                    <a:pt x="158143" y="515292"/>
                    <a:pt x="158143" y="515292"/>
                  </a:cubicBezTo>
                  <a:cubicBezTo>
                    <a:pt x="158143" y="515292"/>
                    <a:pt x="154946" y="511087"/>
                    <a:pt x="154374" y="511087"/>
                  </a:cubicBezTo>
                  <a:cubicBezTo>
                    <a:pt x="153801" y="511087"/>
                    <a:pt x="147272" y="510650"/>
                    <a:pt x="147272" y="510650"/>
                  </a:cubicBezTo>
                  <a:lnTo>
                    <a:pt x="139868" y="510952"/>
                  </a:lnTo>
                  <a:lnTo>
                    <a:pt x="137277" y="513139"/>
                  </a:lnTo>
                  <a:lnTo>
                    <a:pt x="133508" y="514451"/>
                  </a:lnTo>
                  <a:lnTo>
                    <a:pt x="127551" y="512130"/>
                  </a:lnTo>
                  <a:lnTo>
                    <a:pt x="121628" y="513576"/>
                  </a:lnTo>
                  <a:lnTo>
                    <a:pt x="112339" y="513711"/>
                  </a:lnTo>
                  <a:lnTo>
                    <a:pt x="111262" y="515897"/>
                  </a:lnTo>
                  <a:cubicBezTo>
                    <a:pt x="111262" y="515897"/>
                    <a:pt x="109445" y="520237"/>
                    <a:pt x="109445" y="521246"/>
                  </a:cubicBezTo>
                  <a:cubicBezTo>
                    <a:pt x="109445" y="522255"/>
                    <a:pt x="109445" y="524879"/>
                    <a:pt x="109445" y="524879"/>
                  </a:cubicBezTo>
                  <a:lnTo>
                    <a:pt x="110185" y="530531"/>
                  </a:lnTo>
                  <a:cubicBezTo>
                    <a:pt x="110185" y="530531"/>
                    <a:pt x="111195" y="532112"/>
                    <a:pt x="111498" y="532549"/>
                  </a:cubicBezTo>
                  <a:cubicBezTo>
                    <a:pt x="111801" y="532986"/>
                    <a:pt x="114695" y="536619"/>
                    <a:pt x="114695" y="536619"/>
                  </a:cubicBezTo>
                  <a:lnTo>
                    <a:pt x="115873" y="537931"/>
                  </a:lnTo>
                  <a:lnTo>
                    <a:pt x="116445" y="540555"/>
                  </a:lnTo>
                  <a:cubicBezTo>
                    <a:pt x="116445" y="540555"/>
                    <a:pt x="116580" y="541565"/>
                    <a:pt x="116580" y="542136"/>
                  </a:cubicBezTo>
                  <a:cubicBezTo>
                    <a:pt x="116580" y="542708"/>
                    <a:pt x="116142" y="544895"/>
                    <a:pt x="116142" y="544895"/>
                  </a:cubicBezTo>
                  <a:lnTo>
                    <a:pt x="116007" y="546476"/>
                  </a:lnTo>
                  <a:lnTo>
                    <a:pt x="115132" y="547620"/>
                  </a:lnTo>
                  <a:cubicBezTo>
                    <a:pt x="115132" y="547620"/>
                    <a:pt x="113382" y="548360"/>
                    <a:pt x="112676" y="548360"/>
                  </a:cubicBezTo>
                  <a:cubicBezTo>
                    <a:pt x="111969" y="548360"/>
                    <a:pt x="110791" y="548225"/>
                    <a:pt x="109478" y="548360"/>
                  </a:cubicBezTo>
                  <a:cubicBezTo>
                    <a:pt x="108166" y="548494"/>
                    <a:pt x="107459" y="547620"/>
                    <a:pt x="106887" y="548360"/>
                  </a:cubicBezTo>
                  <a:cubicBezTo>
                    <a:pt x="106315" y="549066"/>
                    <a:pt x="104430" y="549806"/>
                    <a:pt x="104430" y="549806"/>
                  </a:cubicBezTo>
                  <a:lnTo>
                    <a:pt x="102983" y="551387"/>
                  </a:lnTo>
                  <a:lnTo>
                    <a:pt x="102243" y="552262"/>
                  </a:lnTo>
                  <a:lnTo>
                    <a:pt x="100661" y="554718"/>
                  </a:lnTo>
                  <a:cubicBezTo>
                    <a:pt x="100661" y="554718"/>
                    <a:pt x="100358" y="556030"/>
                    <a:pt x="99920" y="556467"/>
                  </a:cubicBezTo>
                  <a:cubicBezTo>
                    <a:pt x="99483" y="556904"/>
                    <a:pt x="98036" y="559225"/>
                    <a:pt x="98036" y="559225"/>
                  </a:cubicBezTo>
                  <a:lnTo>
                    <a:pt x="97296" y="562421"/>
                  </a:lnTo>
                  <a:lnTo>
                    <a:pt x="97296" y="564877"/>
                  </a:lnTo>
                  <a:lnTo>
                    <a:pt x="97296" y="568342"/>
                  </a:lnTo>
                  <a:lnTo>
                    <a:pt x="96420" y="571235"/>
                  </a:lnTo>
                  <a:lnTo>
                    <a:pt x="97161" y="574430"/>
                  </a:lnTo>
                  <a:lnTo>
                    <a:pt x="99483" y="576617"/>
                  </a:lnTo>
                  <a:cubicBezTo>
                    <a:pt x="99483" y="576617"/>
                    <a:pt x="100055" y="576751"/>
                    <a:pt x="101671" y="576617"/>
                  </a:cubicBezTo>
                  <a:cubicBezTo>
                    <a:pt x="103252" y="576482"/>
                    <a:pt x="103252" y="575473"/>
                    <a:pt x="103690" y="575305"/>
                  </a:cubicBezTo>
                  <a:cubicBezTo>
                    <a:pt x="104127" y="575171"/>
                    <a:pt x="106887" y="576684"/>
                    <a:pt x="106887" y="576684"/>
                  </a:cubicBezTo>
                  <a:lnTo>
                    <a:pt x="109781" y="579073"/>
                  </a:lnTo>
                  <a:cubicBezTo>
                    <a:pt x="109781" y="579073"/>
                    <a:pt x="112978" y="580822"/>
                    <a:pt x="113551" y="580822"/>
                  </a:cubicBezTo>
                  <a:cubicBezTo>
                    <a:pt x="114123" y="580822"/>
                    <a:pt x="116310" y="582403"/>
                    <a:pt x="116310" y="582403"/>
                  </a:cubicBezTo>
                  <a:cubicBezTo>
                    <a:pt x="116310" y="582403"/>
                    <a:pt x="118195" y="586608"/>
                    <a:pt x="118330" y="587045"/>
                  </a:cubicBezTo>
                  <a:cubicBezTo>
                    <a:pt x="118464" y="587483"/>
                    <a:pt x="122099" y="591822"/>
                    <a:pt x="122099" y="591822"/>
                  </a:cubicBezTo>
                  <a:lnTo>
                    <a:pt x="124286" y="593269"/>
                  </a:lnTo>
                  <a:lnTo>
                    <a:pt x="126036" y="595186"/>
                  </a:lnTo>
                  <a:lnTo>
                    <a:pt x="128964" y="597675"/>
                  </a:lnTo>
                  <a:cubicBezTo>
                    <a:pt x="128964" y="597675"/>
                    <a:pt x="128729" y="600266"/>
                    <a:pt x="128729" y="600703"/>
                  </a:cubicBezTo>
                  <a:cubicBezTo>
                    <a:pt x="128729" y="601140"/>
                    <a:pt x="128190" y="602721"/>
                    <a:pt x="127753" y="602822"/>
                  </a:cubicBezTo>
                  <a:cubicBezTo>
                    <a:pt x="127315" y="602923"/>
                    <a:pt x="125565" y="603966"/>
                    <a:pt x="125565" y="603966"/>
                  </a:cubicBezTo>
                  <a:lnTo>
                    <a:pt x="122536" y="603966"/>
                  </a:lnTo>
                  <a:lnTo>
                    <a:pt x="117320" y="603966"/>
                  </a:lnTo>
                  <a:cubicBezTo>
                    <a:pt x="117320" y="603966"/>
                    <a:pt x="116546" y="604504"/>
                    <a:pt x="115368" y="605043"/>
                  </a:cubicBezTo>
                  <a:cubicBezTo>
                    <a:pt x="114190" y="605581"/>
                    <a:pt x="112440" y="606354"/>
                    <a:pt x="112103" y="606556"/>
                  </a:cubicBezTo>
                  <a:cubicBezTo>
                    <a:pt x="111767" y="606758"/>
                    <a:pt x="111027" y="607330"/>
                    <a:pt x="110690" y="607633"/>
                  </a:cubicBezTo>
                  <a:cubicBezTo>
                    <a:pt x="110354" y="607969"/>
                    <a:pt x="107762" y="609247"/>
                    <a:pt x="107762" y="609247"/>
                  </a:cubicBezTo>
                  <a:lnTo>
                    <a:pt x="107762" y="611737"/>
                  </a:lnTo>
                  <a:cubicBezTo>
                    <a:pt x="107762" y="611737"/>
                    <a:pt x="107964" y="612073"/>
                    <a:pt x="109613" y="612376"/>
                  </a:cubicBezTo>
                  <a:cubicBezTo>
                    <a:pt x="111262" y="612712"/>
                    <a:pt x="113416" y="613452"/>
                    <a:pt x="114055" y="613452"/>
                  </a:cubicBezTo>
                  <a:cubicBezTo>
                    <a:pt x="114695" y="613452"/>
                    <a:pt x="117320" y="614663"/>
                    <a:pt x="117656" y="615067"/>
                  </a:cubicBezTo>
                  <a:cubicBezTo>
                    <a:pt x="117993" y="615504"/>
                    <a:pt x="119171" y="616278"/>
                    <a:pt x="119507" y="616480"/>
                  </a:cubicBezTo>
                  <a:cubicBezTo>
                    <a:pt x="119844" y="616682"/>
                    <a:pt x="120820" y="617792"/>
                    <a:pt x="120820" y="618969"/>
                  </a:cubicBezTo>
                  <a:cubicBezTo>
                    <a:pt x="120820" y="620180"/>
                    <a:pt x="121358" y="620920"/>
                    <a:pt x="120181" y="621257"/>
                  </a:cubicBezTo>
                  <a:cubicBezTo>
                    <a:pt x="118969" y="621593"/>
                    <a:pt x="117118" y="622131"/>
                    <a:pt x="116277" y="622031"/>
                  </a:cubicBezTo>
                  <a:cubicBezTo>
                    <a:pt x="115402" y="621929"/>
                    <a:pt x="112373" y="622031"/>
                    <a:pt x="112373" y="622031"/>
                  </a:cubicBezTo>
                  <a:cubicBezTo>
                    <a:pt x="112373" y="622031"/>
                    <a:pt x="111498" y="622872"/>
                    <a:pt x="110522" y="623443"/>
                  </a:cubicBezTo>
                  <a:cubicBezTo>
                    <a:pt x="109546" y="623982"/>
                    <a:pt x="109108" y="625394"/>
                    <a:pt x="109108" y="625394"/>
                  </a:cubicBezTo>
                  <a:lnTo>
                    <a:pt x="106079" y="628994"/>
                  </a:lnTo>
                  <a:lnTo>
                    <a:pt x="103791" y="631618"/>
                  </a:lnTo>
                  <a:cubicBezTo>
                    <a:pt x="103791" y="631618"/>
                    <a:pt x="101300" y="633233"/>
                    <a:pt x="101300" y="633670"/>
                  </a:cubicBezTo>
                  <a:cubicBezTo>
                    <a:pt x="101300" y="634107"/>
                    <a:pt x="100964" y="637269"/>
                    <a:pt x="100863" y="637706"/>
                  </a:cubicBezTo>
                  <a:cubicBezTo>
                    <a:pt x="100762" y="638144"/>
                    <a:pt x="100526" y="641710"/>
                    <a:pt x="100863" y="642921"/>
                  </a:cubicBezTo>
                  <a:cubicBezTo>
                    <a:pt x="101199" y="644098"/>
                    <a:pt x="102815" y="648909"/>
                    <a:pt x="102815" y="648909"/>
                  </a:cubicBezTo>
                  <a:lnTo>
                    <a:pt x="104868" y="651734"/>
                  </a:lnTo>
                  <a:lnTo>
                    <a:pt x="105945" y="652609"/>
                  </a:lnTo>
                  <a:cubicBezTo>
                    <a:pt x="105945" y="652609"/>
                    <a:pt x="106820" y="654661"/>
                    <a:pt x="106820" y="655098"/>
                  </a:cubicBezTo>
                  <a:cubicBezTo>
                    <a:pt x="106820" y="655535"/>
                    <a:pt x="106046" y="658462"/>
                    <a:pt x="106046" y="658899"/>
                  </a:cubicBezTo>
                  <a:cubicBezTo>
                    <a:pt x="106046" y="659337"/>
                    <a:pt x="106046" y="662163"/>
                    <a:pt x="106046" y="662163"/>
                  </a:cubicBezTo>
                  <a:lnTo>
                    <a:pt x="106921" y="664988"/>
                  </a:lnTo>
                  <a:lnTo>
                    <a:pt x="108772" y="666300"/>
                  </a:lnTo>
                  <a:cubicBezTo>
                    <a:pt x="108772" y="666300"/>
                    <a:pt x="109108" y="666637"/>
                    <a:pt x="108435" y="667713"/>
                  </a:cubicBezTo>
                  <a:cubicBezTo>
                    <a:pt x="107796" y="668789"/>
                    <a:pt x="106382" y="671514"/>
                    <a:pt x="106382" y="671952"/>
                  </a:cubicBezTo>
                  <a:cubicBezTo>
                    <a:pt x="106382" y="672389"/>
                    <a:pt x="107897" y="673802"/>
                    <a:pt x="109310" y="673465"/>
                  </a:cubicBezTo>
                  <a:cubicBezTo>
                    <a:pt x="110724" y="673129"/>
                    <a:pt x="114089" y="673028"/>
                    <a:pt x="114089" y="673028"/>
                  </a:cubicBezTo>
                  <a:lnTo>
                    <a:pt x="116378" y="675316"/>
                  </a:lnTo>
                  <a:cubicBezTo>
                    <a:pt x="116378" y="675316"/>
                    <a:pt x="117017" y="679319"/>
                    <a:pt x="117017" y="679655"/>
                  </a:cubicBezTo>
                  <a:cubicBezTo>
                    <a:pt x="117017" y="679992"/>
                    <a:pt x="116243" y="683019"/>
                    <a:pt x="115806" y="683995"/>
                  </a:cubicBezTo>
                  <a:cubicBezTo>
                    <a:pt x="115368" y="684970"/>
                    <a:pt x="113955" y="686181"/>
                    <a:pt x="113854" y="687258"/>
                  </a:cubicBezTo>
                  <a:cubicBezTo>
                    <a:pt x="113753" y="688334"/>
                    <a:pt x="112204" y="689444"/>
                    <a:pt x="112204" y="689444"/>
                  </a:cubicBezTo>
                  <a:cubicBezTo>
                    <a:pt x="112204" y="689444"/>
                    <a:pt x="111868" y="689781"/>
                    <a:pt x="111430" y="690083"/>
                  </a:cubicBezTo>
                  <a:cubicBezTo>
                    <a:pt x="110993" y="690420"/>
                    <a:pt x="110118" y="691160"/>
                    <a:pt x="108839" y="691160"/>
                  </a:cubicBezTo>
                  <a:cubicBezTo>
                    <a:pt x="107526" y="691160"/>
                    <a:pt x="106113" y="690723"/>
                    <a:pt x="105474" y="689848"/>
                  </a:cubicBezTo>
                  <a:cubicBezTo>
                    <a:pt x="104834" y="688973"/>
                    <a:pt x="103723" y="687460"/>
                    <a:pt x="103421" y="687460"/>
                  </a:cubicBezTo>
                  <a:cubicBezTo>
                    <a:pt x="103084" y="687460"/>
                    <a:pt x="102646" y="687123"/>
                    <a:pt x="102546" y="686686"/>
                  </a:cubicBezTo>
                  <a:cubicBezTo>
                    <a:pt x="102445" y="686248"/>
                    <a:pt x="102007" y="684196"/>
                    <a:pt x="102007" y="683759"/>
                  </a:cubicBezTo>
                  <a:cubicBezTo>
                    <a:pt x="102007" y="683322"/>
                    <a:pt x="101906" y="681573"/>
                    <a:pt x="101805" y="681270"/>
                  </a:cubicBezTo>
                  <a:cubicBezTo>
                    <a:pt x="101704" y="680934"/>
                    <a:pt x="101570" y="680631"/>
                    <a:pt x="101570" y="680193"/>
                  </a:cubicBezTo>
                  <a:cubicBezTo>
                    <a:pt x="101570" y="679756"/>
                    <a:pt x="101334" y="677906"/>
                    <a:pt x="101031" y="677704"/>
                  </a:cubicBezTo>
                  <a:cubicBezTo>
                    <a:pt x="100695" y="677502"/>
                    <a:pt x="99820" y="675854"/>
                    <a:pt x="98843" y="676729"/>
                  </a:cubicBezTo>
                  <a:cubicBezTo>
                    <a:pt x="97868" y="677603"/>
                    <a:pt x="97868" y="677502"/>
                    <a:pt x="96993" y="678141"/>
                  </a:cubicBezTo>
                  <a:cubicBezTo>
                    <a:pt x="96117" y="678781"/>
                    <a:pt x="96117" y="679218"/>
                    <a:pt x="95243" y="680193"/>
                  </a:cubicBezTo>
                  <a:cubicBezTo>
                    <a:pt x="94368" y="681169"/>
                    <a:pt x="94031" y="681270"/>
                    <a:pt x="93627" y="682044"/>
                  </a:cubicBezTo>
                  <a:cubicBezTo>
                    <a:pt x="93190" y="682817"/>
                    <a:pt x="91440" y="682683"/>
                    <a:pt x="91137" y="682683"/>
                  </a:cubicBezTo>
                  <a:cubicBezTo>
                    <a:pt x="90800" y="682683"/>
                    <a:pt x="90497" y="682044"/>
                    <a:pt x="89050" y="681808"/>
                  </a:cubicBezTo>
                  <a:cubicBezTo>
                    <a:pt x="87637" y="681573"/>
                    <a:pt x="87199" y="681169"/>
                    <a:pt x="86122" y="681169"/>
                  </a:cubicBezTo>
                  <a:cubicBezTo>
                    <a:pt x="85045" y="681169"/>
                    <a:pt x="83632" y="681505"/>
                    <a:pt x="83632" y="681505"/>
                  </a:cubicBezTo>
                  <a:cubicBezTo>
                    <a:pt x="83632" y="681505"/>
                    <a:pt x="81444" y="682279"/>
                    <a:pt x="81007" y="683154"/>
                  </a:cubicBezTo>
                  <a:cubicBezTo>
                    <a:pt x="80569" y="684028"/>
                    <a:pt x="81007" y="684028"/>
                    <a:pt x="80031" y="684230"/>
                  </a:cubicBezTo>
                  <a:cubicBezTo>
                    <a:pt x="79055" y="684432"/>
                    <a:pt x="75151" y="682178"/>
                    <a:pt x="75151" y="682178"/>
                  </a:cubicBezTo>
                  <a:lnTo>
                    <a:pt x="73098" y="679790"/>
                  </a:lnTo>
                  <a:cubicBezTo>
                    <a:pt x="73098" y="679790"/>
                    <a:pt x="71247" y="677940"/>
                    <a:pt x="70910" y="677940"/>
                  </a:cubicBezTo>
                  <a:cubicBezTo>
                    <a:pt x="70574" y="677940"/>
                    <a:pt x="69059" y="675450"/>
                    <a:pt x="69059" y="675450"/>
                  </a:cubicBezTo>
                  <a:lnTo>
                    <a:pt x="65155" y="675248"/>
                  </a:lnTo>
                  <a:lnTo>
                    <a:pt x="63641" y="676560"/>
                  </a:lnTo>
                  <a:cubicBezTo>
                    <a:pt x="63641" y="676560"/>
                    <a:pt x="61689" y="678949"/>
                    <a:pt x="61352" y="679050"/>
                  </a:cubicBezTo>
                  <a:cubicBezTo>
                    <a:pt x="61016" y="679151"/>
                    <a:pt x="59501" y="680799"/>
                    <a:pt x="59400" y="681102"/>
                  </a:cubicBezTo>
                  <a:cubicBezTo>
                    <a:pt x="59299" y="681438"/>
                    <a:pt x="57549" y="682414"/>
                    <a:pt x="56237" y="682716"/>
                  </a:cubicBezTo>
                  <a:cubicBezTo>
                    <a:pt x="54924" y="683053"/>
                    <a:pt x="51559" y="684566"/>
                    <a:pt x="51559" y="684566"/>
                  </a:cubicBezTo>
                  <a:cubicBezTo>
                    <a:pt x="51559" y="684566"/>
                    <a:pt x="50044" y="685744"/>
                    <a:pt x="50044" y="686417"/>
                  </a:cubicBezTo>
                  <a:cubicBezTo>
                    <a:pt x="50044" y="687056"/>
                    <a:pt x="48968" y="689343"/>
                    <a:pt x="48833" y="689680"/>
                  </a:cubicBezTo>
                  <a:cubicBezTo>
                    <a:pt x="48732" y="690016"/>
                    <a:pt x="47857" y="693380"/>
                    <a:pt x="47857" y="693380"/>
                  </a:cubicBezTo>
                  <a:lnTo>
                    <a:pt x="46881" y="697518"/>
                  </a:lnTo>
                  <a:lnTo>
                    <a:pt x="46881" y="702160"/>
                  </a:lnTo>
                  <a:cubicBezTo>
                    <a:pt x="46881" y="702160"/>
                    <a:pt x="44491" y="702496"/>
                    <a:pt x="43717" y="703035"/>
                  </a:cubicBezTo>
                  <a:cubicBezTo>
                    <a:pt x="42943" y="703573"/>
                    <a:pt x="38501" y="704986"/>
                    <a:pt x="38164" y="705322"/>
                  </a:cubicBezTo>
                  <a:cubicBezTo>
                    <a:pt x="37828" y="705659"/>
                    <a:pt x="36112" y="705659"/>
                    <a:pt x="35775" y="706399"/>
                  </a:cubicBezTo>
                  <a:cubicBezTo>
                    <a:pt x="35438" y="707172"/>
                    <a:pt x="35135" y="708585"/>
                    <a:pt x="35236" y="709124"/>
                  </a:cubicBezTo>
                  <a:cubicBezTo>
                    <a:pt x="35337" y="709662"/>
                    <a:pt x="35102" y="711613"/>
                    <a:pt x="35236" y="712488"/>
                  </a:cubicBezTo>
                  <a:cubicBezTo>
                    <a:pt x="35371" y="713362"/>
                    <a:pt x="34933" y="714338"/>
                    <a:pt x="36010" y="715111"/>
                  </a:cubicBezTo>
                  <a:cubicBezTo>
                    <a:pt x="37087" y="715885"/>
                    <a:pt x="40049" y="716961"/>
                    <a:pt x="40352" y="717062"/>
                  </a:cubicBezTo>
                  <a:cubicBezTo>
                    <a:pt x="40688" y="717163"/>
                    <a:pt x="41126" y="717500"/>
                    <a:pt x="42539" y="717601"/>
                  </a:cubicBezTo>
                  <a:cubicBezTo>
                    <a:pt x="43953" y="717702"/>
                    <a:pt x="46443" y="717601"/>
                    <a:pt x="46443" y="717601"/>
                  </a:cubicBezTo>
                  <a:lnTo>
                    <a:pt x="49809" y="719787"/>
                  </a:lnTo>
                  <a:lnTo>
                    <a:pt x="52535" y="720931"/>
                  </a:lnTo>
                  <a:lnTo>
                    <a:pt x="53174" y="722176"/>
                  </a:lnTo>
                  <a:lnTo>
                    <a:pt x="54722" y="722176"/>
                  </a:lnTo>
                  <a:lnTo>
                    <a:pt x="57448" y="721301"/>
                  </a:lnTo>
                  <a:cubicBezTo>
                    <a:pt x="57448" y="721301"/>
                    <a:pt x="58088" y="721200"/>
                    <a:pt x="58761" y="721301"/>
                  </a:cubicBezTo>
                  <a:cubicBezTo>
                    <a:pt x="59400" y="721402"/>
                    <a:pt x="62126" y="722277"/>
                    <a:pt x="62564" y="722176"/>
                  </a:cubicBezTo>
                  <a:cubicBezTo>
                    <a:pt x="63001" y="722075"/>
                    <a:pt x="64314" y="725237"/>
                    <a:pt x="64314" y="725237"/>
                  </a:cubicBezTo>
                  <a:cubicBezTo>
                    <a:pt x="64314" y="725237"/>
                    <a:pt x="64314" y="726885"/>
                    <a:pt x="63775" y="727188"/>
                  </a:cubicBezTo>
                  <a:cubicBezTo>
                    <a:pt x="63237" y="727524"/>
                    <a:pt x="60949" y="727726"/>
                    <a:pt x="60949" y="727726"/>
                  </a:cubicBezTo>
                  <a:cubicBezTo>
                    <a:pt x="60949" y="727726"/>
                    <a:pt x="59199" y="727087"/>
                    <a:pt x="58896" y="727087"/>
                  </a:cubicBezTo>
                  <a:cubicBezTo>
                    <a:pt x="58559" y="727087"/>
                    <a:pt x="57381" y="726650"/>
                    <a:pt x="56708" y="727087"/>
                  </a:cubicBezTo>
                  <a:cubicBezTo>
                    <a:pt x="56069" y="727524"/>
                    <a:pt x="54319" y="728063"/>
                    <a:pt x="53982" y="728500"/>
                  </a:cubicBezTo>
                  <a:cubicBezTo>
                    <a:pt x="53645" y="728937"/>
                    <a:pt x="53006" y="728937"/>
                    <a:pt x="52804" y="729576"/>
                  </a:cubicBezTo>
                  <a:cubicBezTo>
                    <a:pt x="52602" y="730215"/>
                    <a:pt x="52468" y="731326"/>
                    <a:pt x="52367" y="732503"/>
                  </a:cubicBezTo>
                  <a:cubicBezTo>
                    <a:pt x="52266" y="733680"/>
                    <a:pt x="52266" y="736102"/>
                    <a:pt x="52266" y="736102"/>
                  </a:cubicBezTo>
                  <a:lnTo>
                    <a:pt x="52905" y="742191"/>
                  </a:lnTo>
                  <a:cubicBezTo>
                    <a:pt x="52905" y="742191"/>
                    <a:pt x="52468" y="743369"/>
                    <a:pt x="52468" y="743806"/>
                  </a:cubicBezTo>
                  <a:cubicBezTo>
                    <a:pt x="52468" y="744243"/>
                    <a:pt x="51694" y="747271"/>
                    <a:pt x="51694" y="747271"/>
                  </a:cubicBezTo>
                  <a:lnTo>
                    <a:pt x="51256" y="748684"/>
                  </a:lnTo>
                  <a:lnTo>
                    <a:pt x="44290" y="753461"/>
                  </a:lnTo>
                  <a:lnTo>
                    <a:pt x="37323" y="754537"/>
                  </a:lnTo>
                  <a:lnTo>
                    <a:pt x="31905" y="758877"/>
                  </a:lnTo>
                  <a:lnTo>
                    <a:pt x="26688" y="761063"/>
                  </a:lnTo>
                  <a:lnTo>
                    <a:pt x="19957" y="756724"/>
                  </a:lnTo>
                  <a:lnTo>
                    <a:pt x="13226" y="759112"/>
                  </a:lnTo>
                  <a:lnTo>
                    <a:pt x="11476" y="756084"/>
                  </a:lnTo>
                  <a:lnTo>
                    <a:pt x="8010" y="755210"/>
                  </a:lnTo>
                  <a:lnTo>
                    <a:pt x="2591" y="755210"/>
                  </a:lnTo>
                  <a:lnTo>
                    <a:pt x="0" y="758473"/>
                  </a:lnTo>
                  <a:lnTo>
                    <a:pt x="0" y="763014"/>
                  </a:lnTo>
                  <a:lnTo>
                    <a:pt x="0" y="766479"/>
                  </a:lnTo>
                  <a:lnTo>
                    <a:pt x="0" y="769944"/>
                  </a:lnTo>
                  <a:lnTo>
                    <a:pt x="2188" y="772568"/>
                  </a:lnTo>
                  <a:lnTo>
                    <a:pt x="7842" y="772568"/>
                  </a:lnTo>
                  <a:lnTo>
                    <a:pt x="10904" y="775393"/>
                  </a:lnTo>
                  <a:lnTo>
                    <a:pt x="14371" y="779531"/>
                  </a:lnTo>
                  <a:cubicBezTo>
                    <a:pt x="14371" y="779531"/>
                    <a:pt x="16996" y="778892"/>
                    <a:pt x="18510" y="779531"/>
                  </a:cubicBezTo>
                  <a:cubicBezTo>
                    <a:pt x="20025" y="780170"/>
                    <a:pt x="22650" y="779733"/>
                    <a:pt x="23525" y="779531"/>
                  </a:cubicBezTo>
                  <a:cubicBezTo>
                    <a:pt x="24400" y="779329"/>
                    <a:pt x="28102" y="778455"/>
                    <a:pt x="28102" y="778455"/>
                  </a:cubicBezTo>
                  <a:cubicBezTo>
                    <a:pt x="28102" y="778455"/>
                    <a:pt x="32241" y="775629"/>
                    <a:pt x="33116" y="775629"/>
                  </a:cubicBezTo>
                  <a:cubicBezTo>
                    <a:pt x="33991" y="775629"/>
                    <a:pt x="36818" y="773443"/>
                    <a:pt x="36818" y="773443"/>
                  </a:cubicBezTo>
                  <a:lnTo>
                    <a:pt x="39006" y="771054"/>
                  </a:lnTo>
                  <a:lnTo>
                    <a:pt x="40756" y="769103"/>
                  </a:lnTo>
                  <a:lnTo>
                    <a:pt x="42506" y="766715"/>
                  </a:lnTo>
                  <a:lnTo>
                    <a:pt x="45770" y="768464"/>
                  </a:lnTo>
                  <a:lnTo>
                    <a:pt x="47722" y="768901"/>
                  </a:lnTo>
                  <a:cubicBezTo>
                    <a:pt x="47722" y="768901"/>
                    <a:pt x="49035" y="767589"/>
                    <a:pt x="50549" y="767152"/>
                  </a:cubicBezTo>
                  <a:cubicBezTo>
                    <a:pt x="52064" y="766715"/>
                    <a:pt x="57953" y="765840"/>
                    <a:pt x="57953" y="765840"/>
                  </a:cubicBezTo>
                  <a:lnTo>
                    <a:pt x="60545" y="766277"/>
                  </a:lnTo>
                  <a:lnTo>
                    <a:pt x="67175" y="766815"/>
                  </a:lnTo>
                  <a:lnTo>
                    <a:pt x="68487" y="768329"/>
                  </a:lnTo>
                  <a:lnTo>
                    <a:pt x="69026" y="771256"/>
                  </a:lnTo>
                  <a:lnTo>
                    <a:pt x="68050" y="772332"/>
                  </a:lnTo>
                  <a:lnTo>
                    <a:pt x="65761" y="773745"/>
                  </a:lnTo>
                  <a:cubicBezTo>
                    <a:pt x="65761" y="773745"/>
                    <a:pt x="64785" y="775360"/>
                    <a:pt x="64785" y="775797"/>
                  </a:cubicBezTo>
                  <a:cubicBezTo>
                    <a:pt x="64785" y="776234"/>
                    <a:pt x="64886" y="778825"/>
                    <a:pt x="64886" y="778825"/>
                  </a:cubicBezTo>
                  <a:lnTo>
                    <a:pt x="66064" y="779834"/>
                  </a:lnTo>
                  <a:cubicBezTo>
                    <a:pt x="66064" y="779834"/>
                    <a:pt x="68891" y="781011"/>
                    <a:pt x="69329" y="781112"/>
                  </a:cubicBezTo>
                  <a:cubicBezTo>
                    <a:pt x="69766" y="781213"/>
                    <a:pt x="72795" y="782088"/>
                    <a:pt x="73232" y="782424"/>
                  </a:cubicBezTo>
                  <a:cubicBezTo>
                    <a:pt x="73670" y="782761"/>
                    <a:pt x="75858" y="783602"/>
                    <a:pt x="76261" y="783837"/>
                  </a:cubicBezTo>
                  <a:cubicBezTo>
                    <a:pt x="76699" y="784073"/>
                    <a:pt x="77675" y="784813"/>
                    <a:pt x="78112" y="785048"/>
                  </a:cubicBezTo>
                  <a:cubicBezTo>
                    <a:pt x="78550" y="785250"/>
                    <a:pt x="82016" y="787100"/>
                    <a:pt x="82454" y="787336"/>
                  </a:cubicBezTo>
                  <a:cubicBezTo>
                    <a:pt x="82891" y="787538"/>
                    <a:pt x="85617" y="788210"/>
                    <a:pt x="85617" y="788210"/>
                  </a:cubicBezTo>
                  <a:cubicBezTo>
                    <a:pt x="85617" y="788210"/>
                    <a:pt x="86930" y="787773"/>
                    <a:pt x="88781" y="788210"/>
                  </a:cubicBezTo>
                  <a:cubicBezTo>
                    <a:pt x="90632" y="788648"/>
                    <a:pt x="92920" y="791372"/>
                    <a:pt x="92920" y="791372"/>
                  </a:cubicBezTo>
                  <a:lnTo>
                    <a:pt x="94132" y="793424"/>
                  </a:lnTo>
                  <a:lnTo>
                    <a:pt x="96622" y="793424"/>
                  </a:lnTo>
                  <a:cubicBezTo>
                    <a:pt x="96622" y="793424"/>
                    <a:pt x="96858" y="792550"/>
                    <a:pt x="97699" y="792348"/>
                  </a:cubicBezTo>
                  <a:cubicBezTo>
                    <a:pt x="98574" y="792146"/>
                    <a:pt x="99752" y="791574"/>
                    <a:pt x="100425" y="791473"/>
                  </a:cubicBezTo>
                  <a:cubicBezTo>
                    <a:pt x="101065" y="791372"/>
                    <a:pt x="102276" y="790061"/>
                    <a:pt x="102613" y="789960"/>
                  </a:cubicBezTo>
                  <a:cubicBezTo>
                    <a:pt x="102949" y="789859"/>
                    <a:pt x="104127" y="789758"/>
                    <a:pt x="104363" y="789320"/>
                  </a:cubicBezTo>
                  <a:cubicBezTo>
                    <a:pt x="104598" y="788883"/>
                    <a:pt x="105440" y="787268"/>
                    <a:pt x="105877" y="787134"/>
                  </a:cubicBezTo>
                  <a:cubicBezTo>
                    <a:pt x="106315" y="787033"/>
                    <a:pt x="108166" y="785183"/>
                    <a:pt x="108166" y="785183"/>
                  </a:cubicBezTo>
                  <a:cubicBezTo>
                    <a:pt x="108166" y="785183"/>
                    <a:pt x="110555" y="784544"/>
                    <a:pt x="111329" y="784544"/>
                  </a:cubicBezTo>
                  <a:cubicBezTo>
                    <a:pt x="112070" y="784544"/>
                    <a:pt x="113820" y="784005"/>
                    <a:pt x="113820" y="784005"/>
                  </a:cubicBezTo>
                  <a:cubicBezTo>
                    <a:pt x="113820" y="784005"/>
                    <a:pt x="114796" y="783568"/>
                    <a:pt x="115233" y="783568"/>
                  </a:cubicBezTo>
                  <a:cubicBezTo>
                    <a:pt x="115671" y="783568"/>
                    <a:pt x="117185" y="782054"/>
                    <a:pt x="117522" y="781920"/>
                  </a:cubicBezTo>
                  <a:cubicBezTo>
                    <a:pt x="117858" y="781819"/>
                    <a:pt x="119810" y="780843"/>
                    <a:pt x="120113" y="780709"/>
                  </a:cubicBezTo>
                  <a:cubicBezTo>
                    <a:pt x="120450" y="780608"/>
                    <a:pt x="122065" y="779498"/>
                    <a:pt x="122065" y="779498"/>
                  </a:cubicBezTo>
                  <a:lnTo>
                    <a:pt x="124017" y="780137"/>
                  </a:lnTo>
                  <a:lnTo>
                    <a:pt x="127046" y="781348"/>
                  </a:lnTo>
                  <a:cubicBezTo>
                    <a:pt x="127046" y="781348"/>
                    <a:pt x="128561" y="784174"/>
                    <a:pt x="128561" y="784611"/>
                  </a:cubicBezTo>
                  <a:cubicBezTo>
                    <a:pt x="128561" y="785048"/>
                    <a:pt x="129772" y="785923"/>
                    <a:pt x="129772" y="785923"/>
                  </a:cubicBezTo>
                  <a:cubicBezTo>
                    <a:pt x="129772" y="785923"/>
                    <a:pt x="132263" y="786259"/>
                    <a:pt x="132936" y="786259"/>
                  </a:cubicBezTo>
                  <a:cubicBezTo>
                    <a:pt x="133575" y="786259"/>
                    <a:pt x="133037" y="785620"/>
                    <a:pt x="135426" y="786360"/>
                  </a:cubicBezTo>
                  <a:cubicBezTo>
                    <a:pt x="137816" y="787134"/>
                    <a:pt x="139330" y="787134"/>
                    <a:pt x="139330" y="787134"/>
                  </a:cubicBezTo>
                  <a:lnTo>
                    <a:pt x="142258" y="787033"/>
                  </a:lnTo>
                  <a:lnTo>
                    <a:pt x="144109" y="786596"/>
                  </a:lnTo>
                  <a:cubicBezTo>
                    <a:pt x="144109" y="786596"/>
                    <a:pt x="145725" y="786495"/>
                    <a:pt x="146162" y="786495"/>
                  </a:cubicBezTo>
                  <a:cubicBezTo>
                    <a:pt x="146599" y="786495"/>
                    <a:pt x="147676" y="786293"/>
                    <a:pt x="147676" y="786293"/>
                  </a:cubicBezTo>
                  <a:lnTo>
                    <a:pt x="149864" y="785956"/>
                  </a:lnTo>
                  <a:cubicBezTo>
                    <a:pt x="149864" y="785956"/>
                    <a:pt x="150200" y="784880"/>
                    <a:pt x="151042" y="784443"/>
                  </a:cubicBezTo>
                  <a:cubicBezTo>
                    <a:pt x="151917" y="784005"/>
                    <a:pt x="153869" y="782828"/>
                    <a:pt x="154306" y="783030"/>
                  </a:cubicBezTo>
                  <a:cubicBezTo>
                    <a:pt x="154744" y="783232"/>
                    <a:pt x="157470" y="783131"/>
                    <a:pt x="157470" y="783131"/>
                  </a:cubicBezTo>
                  <a:lnTo>
                    <a:pt x="159085" y="784005"/>
                  </a:lnTo>
                  <a:cubicBezTo>
                    <a:pt x="159085" y="784005"/>
                    <a:pt x="160499" y="785755"/>
                    <a:pt x="160499" y="786057"/>
                  </a:cubicBezTo>
                  <a:cubicBezTo>
                    <a:pt x="160499" y="786394"/>
                    <a:pt x="159960" y="789220"/>
                    <a:pt x="159960" y="789220"/>
                  </a:cubicBezTo>
                  <a:lnTo>
                    <a:pt x="158446" y="790834"/>
                  </a:lnTo>
                  <a:cubicBezTo>
                    <a:pt x="158446" y="790834"/>
                    <a:pt x="158782" y="793862"/>
                    <a:pt x="158109" y="794635"/>
                  </a:cubicBezTo>
                  <a:cubicBezTo>
                    <a:pt x="157436" y="795409"/>
                    <a:pt x="156359" y="796048"/>
                    <a:pt x="156359" y="796048"/>
                  </a:cubicBezTo>
                  <a:cubicBezTo>
                    <a:pt x="156359" y="796048"/>
                    <a:pt x="155720" y="797461"/>
                    <a:pt x="155383" y="798235"/>
                  </a:cubicBezTo>
                  <a:cubicBezTo>
                    <a:pt x="155047" y="798975"/>
                    <a:pt x="154508" y="800287"/>
                    <a:pt x="154508" y="800287"/>
                  </a:cubicBezTo>
                  <a:cubicBezTo>
                    <a:pt x="154508" y="800287"/>
                    <a:pt x="153431" y="801700"/>
                    <a:pt x="154407" y="803113"/>
                  </a:cubicBezTo>
                  <a:cubicBezTo>
                    <a:pt x="155383" y="804526"/>
                    <a:pt x="156696" y="806140"/>
                    <a:pt x="156696" y="806140"/>
                  </a:cubicBezTo>
                  <a:lnTo>
                    <a:pt x="158984" y="807217"/>
                  </a:lnTo>
                  <a:lnTo>
                    <a:pt x="164201" y="809807"/>
                  </a:lnTo>
                  <a:lnTo>
                    <a:pt x="164975" y="811993"/>
                  </a:lnTo>
                  <a:cubicBezTo>
                    <a:pt x="164975" y="811993"/>
                    <a:pt x="165076" y="814718"/>
                    <a:pt x="165177" y="815055"/>
                  </a:cubicBezTo>
                  <a:cubicBezTo>
                    <a:pt x="165278" y="815391"/>
                    <a:pt x="167028" y="816905"/>
                    <a:pt x="167465" y="817107"/>
                  </a:cubicBezTo>
                  <a:cubicBezTo>
                    <a:pt x="167903" y="817309"/>
                    <a:pt x="169653" y="817645"/>
                    <a:pt x="170057" y="817645"/>
                  </a:cubicBezTo>
                  <a:cubicBezTo>
                    <a:pt x="170494" y="817645"/>
                    <a:pt x="172884" y="817847"/>
                    <a:pt x="173321" y="818183"/>
                  </a:cubicBezTo>
                  <a:cubicBezTo>
                    <a:pt x="173759" y="818520"/>
                    <a:pt x="173961" y="819159"/>
                    <a:pt x="174836" y="818183"/>
                  </a:cubicBezTo>
                  <a:cubicBezTo>
                    <a:pt x="175711" y="817208"/>
                    <a:pt x="175980" y="817410"/>
                    <a:pt x="175980" y="816232"/>
                  </a:cubicBezTo>
                  <a:cubicBezTo>
                    <a:pt x="175980" y="815055"/>
                    <a:pt x="175711" y="814819"/>
                    <a:pt x="175711" y="814382"/>
                  </a:cubicBezTo>
                  <a:cubicBezTo>
                    <a:pt x="175711" y="813945"/>
                    <a:pt x="175711" y="811657"/>
                    <a:pt x="175711" y="811657"/>
                  </a:cubicBezTo>
                  <a:cubicBezTo>
                    <a:pt x="175711" y="811657"/>
                    <a:pt x="176586" y="811321"/>
                    <a:pt x="176788" y="810883"/>
                  </a:cubicBezTo>
                  <a:cubicBezTo>
                    <a:pt x="176990" y="810446"/>
                    <a:pt x="176990" y="810009"/>
                    <a:pt x="177528" y="809571"/>
                  </a:cubicBezTo>
                  <a:cubicBezTo>
                    <a:pt x="178067" y="809134"/>
                    <a:pt x="178639" y="809470"/>
                    <a:pt x="179278" y="808596"/>
                  </a:cubicBezTo>
                  <a:cubicBezTo>
                    <a:pt x="179917" y="807721"/>
                    <a:pt x="180355" y="806847"/>
                    <a:pt x="180591" y="806308"/>
                  </a:cubicBezTo>
                  <a:cubicBezTo>
                    <a:pt x="180793" y="805770"/>
                    <a:pt x="180052" y="805434"/>
                    <a:pt x="181567" y="805232"/>
                  </a:cubicBezTo>
                  <a:cubicBezTo>
                    <a:pt x="183081" y="804997"/>
                    <a:pt x="185369" y="805131"/>
                    <a:pt x="185807" y="805131"/>
                  </a:cubicBezTo>
                  <a:cubicBezTo>
                    <a:pt x="186245" y="805131"/>
                    <a:pt x="188735" y="804795"/>
                    <a:pt x="189172" y="805131"/>
                  </a:cubicBezTo>
                  <a:cubicBezTo>
                    <a:pt x="189610" y="805467"/>
                    <a:pt x="190249" y="807620"/>
                    <a:pt x="190485" y="808192"/>
                  </a:cubicBezTo>
                  <a:cubicBezTo>
                    <a:pt x="190687" y="808730"/>
                    <a:pt x="190384" y="810244"/>
                    <a:pt x="190048" y="810480"/>
                  </a:cubicBezTo>
                  <a:cubicBezTo>
                    <a:pt x="189745" y="810682"/>
                    <a:pt x="189307" y="809605"/>
                    <a:pt x="188297" y="812431"/>
                  </a:cubicBezTo>
                  <a:cubicBezTo>
                    <a:pt x="187322" y="815257"/>
                    <a:pt x="187860" y="816333"/>
                    <a:pt x="187860" y="816333"/>
                  </a:cubicBezTo>
                  <a:lnTo>
                    <a:pt x="188398" y="817309"/>
                  </a:lnTo>
                  <a:cubicBezTo>
                    <a:pt x="188398" y="817309"/>
                    <a:pt x="189172" y="817847"/>
                    <a:pt x="189374" y="818183"/>
                  </a:cubicBezTo>
                  <a:cubicBezTo>
                    <a:pt x="189576" y="818520"/>
                    <a:pt x="189913" y="818822"/>
                    <a:pt x="190249" y="819394"/>
                  </a:cubicBezTo>
                  <a:cubicBezTo>
                    <a:pt x="190586" y="819933"/>
                    <a:pt x="191663" y="822422"/>
                    <a:pt x="191663" y="822422"/>
                  </a:cubicBezTo>
                  <a:lnTo>
                    <a:pt x="193413" y="824709"/>
                  </a:lnTo>
                  <a:lnTo>
                    <a:pt x="195668" y="824709"/>
                  </a:lnTo>
                  <a:lnTo>
                    <a:pt x="199134" y="824709"/>
                  </a:lnTo>
                  <a:cubicBezTo>
                    <a:pt x="199134" y="824709"/>
                    <a:pt x="201625" y="824272"/>
                    <a:pt x="201961" y="823734"/>
                  </a:cubicBezTo>
                  <a:cubicBezTo>
                    <a:pt x="202298" y="823195"/>
                    <a:pt x="203038" y="821345"/>
                    <a:pt x="203375" y="821244"/>
                  </a:cubicBezTo>
                  <a:cubicBezTo>
                    <a:pt x="203711" y="821144"/>
                    <a:pt x="205764" y="820807"/>
                    <a:pt x="206740" y="820807"/>
                  </a:cubicBezTo>
                  <a:cubicBezTo>
                    <a:pt x="207716" y="820807"/>
                    <a:pt x="210779" y="820908"/>
                    <a:pt x="210779" y="820908"/>
                  </a:cubicBezTo>
                  <a:lnTo>
                    <a:pt x="213505" y="822119"/>
                  </a:lnTo>
                  <a:cubicBezTo>
                    <a:pt x="213505" y="822119"/>
                    <a:pt x="216096" y="823532"/>
                    <a:pt x="215793" y="823868"/>
                  </a:cubicBezTo>
                  <a:cubicBezTo>
                    <a:pt x="215457" y="824205"/>
                    <a:pt x="215793" y="825281"/>
                    <a:pt x="215793" y="825281"/>
                  </a:cubicBezTo>
                  <a:lnTo>
                    <a:pt x="218620" y="827569"/>
                  </a:lnTo>
                  <a:lnTo>
                    <a:pt x="218721" y="830731"/>
                  </a:lnTo>
                  <a:lnTo>
                    <a:pt x="219361" y="832480"/>
                  </a:lnTo>
                  <a:lnTo>
                    <a:pt x="219260" y="834667"/>
                  </a:lnTo>
                  <a:cubicBezTo>
                    <a:pt x="219260" y="834667"/>
                    <a:pt x="219697" y="836853"/>
                    <a:pt x="219798" y="837593"/>
                  </a:cubicBezTo>
                  <a:cubicBezTo>
                    <a:pt x="219899" y="838367"/>
                    <a:pt x="224375" y="839544"/>
                    <a:pt x="224375" y="839544"/>
                  </a:cubicBezTo>
                  <a:lnTo>
                    <a:pt x="227303" y="840419"/>
                  </a:lnTo>
                  <a:lnTo>
                    <a:pt x="228818" y="843043"/>
                  </a:lnTo>
                  <a:cubicBezTo>
                    <a:pt x="228818" y="843043"/>
                    <a:pt x="230769" y="843817"/>
                    <a:pt x="231106" y="844456"/>
                  </a:cubicBezTo>
                  <a:cubicBezTo>
                    <a:pt x="231443" y="845095"/>
                    <a:pt x="232419" y="846642"/>
                    <a:pt x="232822" y="846945"/>
                  </a:cubicBezTo>
                  <a:cubicBezTo>
                    <a:pt x="233260" y="847281"/>
                    <a:pt x="235010" y="850208"/>
                    <a:pt x="235010" y="850208"/>
                  </a:cubicBezTo>
                  <a:cubicBezTo>
                    <a:pt x="235010" y="850208"/>
                    <a:pt x="236760" y="852395"/>
                    <a:pt x="237063" y="852395"/>
                  </a:cubicBezTo>
                  <a:cubicBezTo>
                    <a:pt x="237400" y="852395"/>
                    <a:pt x="238039" y="852832"/>
                    <a:pt x="239351" y="852395"/>
                  </a:cubicBezTo>
                  <a:cubicBezTo>
                    <a:pt x="240664" y="851957"/>
                    <a:pt x="240866" y="851184"/>
                    <a:pt x="241303" y="850881"/>
                  </a:cubicBezTo>
                  <a:cubicBezTo>
                    <a:pt x="241741" y="850545"/>
                    <a:pt x="242717" y="849569"/>
                    <a:pt x="243053" y="848829"/>
                  </a:cubicBezTo>
                  <a:cubicBezTo>
                    <a:pt x="243356" y="848055"/>
                    <a:pt x="243390" y="846777"/>
                    <a:pt x="243390" y="846003"/>
                  </a:cubicBezTo>
                  <a:cubicBezTo>
                    <a:pt x="243390" y="845229"/>
                    <a:pt x="243154" y="844388"/>
                    <a:pt x="243289" y="844052"/>
                  </a:cubicBezTo>
                  <a:cubicBezTo>
                    <a:pt x="243390" y="843716"/>
                    <a:pt x="244164" y="841664"/>
                    <a:pt x="244501" y="841563"/>
                  </a:cubicBezTo>
                  <a:cubicBezTo>
                    <a:pt x="244837" y="841462"/>
                    <a:pt x="246150" y="840486"/>
                    <a:pt x="246150" y="840486"/>
                  </a:cubicBezTo>
                  <a:cubicBezTo>
                    <a:pt x="246150" y="840486"/>
                    <a:pt x="248001" y="839612"/>
                    <a:pt x="248438" y="839612"/>
                  </a:cubicBezTo>
                  <a:cubicBezTo>
                    <a:pt x="248876" y="839612"/>
                    <a:pt x="250054" y="839712"/>
                    <a:pt x="250054" y="839712"/>
                  </a:cubicBezTo>
                  <a:cubicBezTo>
                    <a:pt x="250054" y="839712"/>
                    <a:pt x="251703" y="839511"/>
                    <a:pt x="252342" y="839712"/>
                  </a:cubicBezTo>
                  <a:cubicBezTo>
                    <a:pt x="252982" y="839948"/>
                    <a:pt x="255169" y="840486"/>
                    <a:pt x="255169" y="840486"/>
                  </a:cubicBezTo>
                  <a:cubicBezTo>
                    <a:pt x="255169" y="840486"/>
                    <a:pt x="256044" y="840924"/>
                    <a:pt x="256919" y="840486"/>
                  </a:cubicBezTo>
                  <a:cubicBezTo>
                    <a:pt x="257794" y="840049"/>
                    <a:pt x="259309" y="839712"/>
                    <a:pt x="259746" y="839612"/>
                  </a:cubicBezTo>
                  <a:cubicBezTo>
                    <a:pt x="260184" y="839511"/>
                    <a:pt x="260958" y="839174"/>
                    <a:pt x="261362" y="839174"/>
                  </a:cubicBezTo>
                  <a:cubicBezTo>
                    <a:pt x="261799" y="839174"/>
                    <a:pt x="262674" y="838972"/>
                    <a:pt x="263213" y="838838"/>
                  </a:cubicBezTo>
                  <a:cubicBezTo>
                    <a:pt x="263751" y="838737"/>
                    <a:pt x="264727" y="838064"/>
                    <a:pt x="265165" y="837862"/>
                  </a:cubicBezTo>
                  <a:cubicBezTo>
                    <a:pt x="265602" y="837627"/>
                    <a:pt x="266814" y="836651"/>
                    <a:pt x="266814" y="836651"/>
                  </a:cubicBezTo>
                  <a:lnTo>
                    <a:pt x="268126" y="835777"/>
                  </a:lnTo>
                  <a:cubicBezTo>
                    <a:pt x="268126" y="835777"/>
                    <a:pt x="269102" y="835676"/>
                    <a:pt x="269540" y="835777"/>
                  </a:cubicBezTo>
                  <a:cubicBezTo>
                    <a:pt x="269977" y="835878"/>
                    <a:pt x="270953" y="836752"/>
                    <a:pt x="271391" y="836853"/>
                  </a:cubicBezTo>
                  <a:cubicBezTo>
                    <a:pt x="271828" y="836954"/>
                    <a:pt x="273040" y="838064"/>
                    <a:pt x="273141" y="838602"/>
                  </a:cubicBezTo>
                  <a:cubicBezTo>
                    <a:pt x="273242" y="839141"/>
                    <a:pt x="274655" y="840453"/>
                    <a:pt x="274655" y="840453"/>
                  </a:cubicBezTo>
                  <a:cubicBezTo>
                    <a:pt x="274655" y="840453"/>
                    <a:pt x="274857" y="840553"/>
                    <a:pt x="276169" y="840453"/>
                  </a:cubicBezTo>
                  <a:cubicBezTo>
                    <a:pt x="277482" y="840352"/>
                    <a:pt x="278694" y="840553"/>
                    <a:pt x="278997" y="840453"/>
                  </a:cubicBezTo>
                  <a:cubicBezTo>
                    <a:pt x="279333" y="840352"/>
                    <a:pt x="286165" y="840453"/>
                    <a:pt x="286165" y="840453"/>
                  </a:cubicBezTo>
                  <a:lnTo>
                    <a:pt x="291348" y="840453"/>
                  </a:lnTo>
                  <a:lnTo>
                    <a:pt x="293098" y="840453"/>
                  </a:lnTo>
                  <a:cubicBezTo>
                    <a:pt x="293098" y="840453"/>
                    <a:pt x="295992" y="842774"/>
                    <a:pt x="295790" y="843211"/>
                  </a:cubicBezTo>
                  <a:cubicBezTo>
                    <a:pt x="295588" y="843648"/>
                    <a:pt x="297742" y="846407"/>
                    <a:pt x="297742" y="846407"/>
                  </a:cubicBezTo>
                  <a:cubicBezTo>
                    <a:pt x="297742" y="846407"/>
                    <a:pt x="300805" y="848863"/>
                    <a:pt x="301209" y="849165"/>
                  </a:cubicBezTo>
                  <a:cubicBezTo>
                    <a:pt x="301646" y="849468"/>
                    <a:pt x="306728" y="852193"/>
                    <a:pt x="306728" y="852193"/>
                  </a:cubicBezTo>
                  <a:lnTo>
                    <a:pt x="313391" y="855523"/>
                  </a:lnTo>
                  <a:lnTo>
                    <a:pt x="316420" y="858988"/>
                  </a:lnTo>
                  <a:lnTo>
                    <a:pt x="319449" y="861175"/>
                  </a:lnTo>
                  <a:lnTo>
                    <a:pt x="325810" y="865077"/>
                  </a:lnTo>
                  <a:lnTo>
                    <a:pt x="329142" y="867398"/>
                  </a:lnTo>
                  <a:lnTo>
                    <a:pt x="331027" y="869416"/>
                  </a:lnTo>
                  <a:lnTo>
                    <a:pt x="334493" y="871166"/>
                  </a:lnTo>
                  <a:cubicBezTo>
                    <a:pt x="334493" y="871166"/>
                    <a:pt x="335806" y="871300"/>
                    <a:pt x="337387" y="871300"/>
                  </a:cubicBezTo>
                  <a:cubicBezTo>
                    <a:pt x="338969" y="871300"/>
                    <a:pt x="340282" y="871435"/>
                    <a:pt x="340854" y="871435"/>
                  </a:cubicBezTo>
                  <a:cubicBezTo>
                    <a:pt x="341426" y="871435"/>
                    <a:pt x="343445" y="872007"/>
                    <a:pt x="343445" y="872007"/>
                  </a:cubicBezTo>
                  <a:lnTo>
                    <a:pt x="344320" y="873756"/>
                  </a:lnTo>
                  <a:cubicBezTo>
                    <a:pt x="344320" y="873756"/>
                    <a:pt x="345767" y="875942"/>
                    <a:pt x="346339" y="876077"/>
                  </a:cubicBezTo>
                  <a:cubicBezTo>
                    <a:pt x="346911" y="876212"/>
                    <a:pt x="347652" y="876380"/>
                    <a:pt x="348359" y="877221"/>
                  </a:cubicBezTo>
                  <a:cubicBezTo>
                    <a:pt x="349099" y="878095"/>
                    <a:pt x="351388" y="880686"/>
                    <a:pt x="351388" y="880686"/>
                  </a:cubicBezTo>
                  <a:lnTo>
                    <a:pt x="352700" y="881997"/>
                  </a:lnTo>
                  <a:lnTo>
                    <a:pt x="356167" y="884756"/>
                  </a:lnTo>
                  <a:lnTo>
                    <a:pt x="357042" y="887514"/>
                  </a:lnTo>
                  <a:cubicBezTo>
                    <a:pt x="357042" y="887514"/>
                    <a:pt x="357917" y="889533"/>
                    <a:pt x="358926" y="890979"/>
                  </a:cubicBezTo>
                  <a:cubicBezTo>
                    <a:pt x="359936" y="892426"/>
                    <a:pt x="363873" y="895184"/>
                    <a:pt x="363873" y="895184"/>
                  </a:cubicBezTo>
                  <a:lnTo>
                    <a:pt x="365758" y="898817"/>
                  </a:lnTo>
                  <a:lnTo>
                    <a:pt x="369393" y="903022"/>
                  </a:lnTo>
                  <a:lnTo>
                    <a:pt x="376494" y="903022"/>
                  </a:lnTo>
                  <a:lnTo>
                    <a:pt x="379556" y="901946"/>
                  </a:lnTo>
                  <a:lnTo>
                    <a:pt x="386085" y="901307"/>
                  </a:lnTo>
                  <a:lnTo>
                    <a:pt x="392177" y="901307"/>
                  </a:lnTo>
                  <a:lnTo>
                    <a:pt x="395643" y="901307"/>
                  </a:lnTo>
                  <a:lnTo>
                    <a:pt x="401163" y="901744"/>
                  </a:lnTo>
                  <a:cubicBezTo>
                    <a:pt x="401163" y="901744"/>
                    <a:pt x="400422" y="898111"/>
                    <a:pt x="400019" y="897539"/>
                  </a:cubicBezTo>
                  <a:cubicBezTo>
                    <a:pt x="399581" y="896967"/>
                    <a:pt x="396249" y="886539"/>
                    <a:pt x="396249" y="886539"/>
                  </a:cubicBezTo>
                  <a:cubicBezTo>
                    <a:pt x="396249" y="886539"/>
                    <a:pt x="395946" y="880450"/>
                    <a:pt x="395946" y="879878"/>
                  </a:cubicBezTo>
                  <a:cubicBezTo>
                    <a:pt x="395946" y="879306"/>
                    <a:pt x="396384" y="872208"/>
                    <a:pt x="396384" y="871603"/>
                  </a:cubicBezTo>
                  <a:cubicBezTo>
                    <a:pt x="396384" y="871031"/>
                    <a:pt x="396956" y="864202"/>
                    <a:pt x="396821" y="862756"/>
                  </a:cubicBezTo>
                  <a:cubicBezTo>
                    <a:pt x="396687" y="861309"/>
                    <a:pt x="396687" y="854514"/>
                    <a:pt x="396687" y="854514"/>
                  </a:cubicBezTo>
                  <a:cubicBezTo>
                    <a:pt x="396687" y="854514"/>
                    <a:pt x="395542" y="849872"/>
                    <a:pt x="394499" y="849165"/>
                  </a:cubicBezTo>
                  <a:cubicBezTo>
                    <a:pt x="393490" y="848425"/>
                    <a:pt x="391436" y="845970"/>
                    <a:pt x="390158" y="844388"/>
                  </a:cubicBezTo>
                  <a:cubicBezTo>
                    <a:pt x="388845" y="842807"/>
                    <a:pt x="384941" y="838165"/>
                    <a:pt x="384504" y="837593"/>
                  </a:cubicBezTo>
                  <a:cubicBezTo>
                    <a:pt x="384066" y="837021"/>
                    <a:pt x="383494" y="834700"/>
                    <a:pt x="383932" y="832951"/>
                  </a:cubicBezTo>
                  <a:cubicBezTo>
                    <a:pt x="384369" y="831202"/>
                    <a:pt x="386691" y="827165"/>
                    <a:pt x="387836" y="825988"/>
                  </a:cubicBezTo>
                  <a:cubicBezTo>
                    <a:pt x="388980" y="824844"/>
                    <a:pt x="390461" y="822657"/>
                    <a:pt x="391033" y="822220"/>
                  </a:cubicBezTo>
                  <a:cubicBezTo>
                    <a:pt x="391605" y="821783"/>
                    <a:pt x="391739" y="814382"/>
                    <a:pt x="391739" y="814382"/>
                  </a:cubicBezTo>
                  <a:lnTo>
                    <a:pt x="392614" y="804391"/>
                  </a:lnTo>
                  <a:lnTo>
                    <a:pt x="395643" y="803315"/>
                  </a:lnTo>
                  <a:lnTo>
                    <a:pt x="397965" y="800489"/>
                  </a:lnTo>
                  <a:lnTo>
                    <a:pt x="404360" y="800489"/>
                  </a:lnTo>
                  <a:lnTo>
                    <a:pt x="409879" y="803819"/>
                  </a:lnTo>
                  <a:cubicBezTo>
                    <a:pt x="409879" y="803819"/>
                    <a:pt x="417990" y="803685"/>
                    <a:pt x="419000" y="803382"/>
                  </a:cubicBezTo>
                  <a:cubicBezTo>
                    <a:pt x="420009" y="803079"/>
                    <a:pt x="427413" y="800489"/>
                    <a:pt x="427413" y="800489"/>
                  </a:cubicBezTo>
                  <a:cubicBezTo>
                    <a:pt x="427413" y="800489"/>
                    <a:pt x="429870" y="799042"/>
                    <a:pt x="432058" y="800489"/>
                  </a:cubicBezTo>
                  <a:cubicBezTo>
                    <a:pt x="434245" y="801935"/>
                    <a:pt x="438856" y="799345"/>
                    <a:pt x="440606" y="798739"/>
                  </a:cubicBezTo>
                  <a:cubicBezTo>
                    <a:pt x="442356" y="798168"/>
                    <a:pt x="445957" y="796418"/>
                    <a:pt x="446697" y="795544"/>
                  </a:cubicBezTo>
                  <a:cubicBezTo>
                    <a:pt x="447404" y="794669"/>
                    <a:pt x="449020" y="791776"/>
                    <a:pt x="449592" y="790632"/>
                  </a:cubicBezTo>
                  <a:cubicBezTo>
                    <a:pt x="450164" y="789489"/>
                    <a:pt x="451342" y="788311"/>
                    <a:pt x="451039" y="785856"/>
                  </a:cubicBezTo>
                  <a:cubicBezTo>
                    <a:pt x="450736" y="783400"/>
                    <a:pt x="451476" y="781651"/>
                    <a:pt x="449592" y="780204"/>
                  </a:cubicBezTo>
                  <a:cubicBezTo>
                    <a:pt x="447707" y="778757"/>
                    <a:pt x="443063" y="775427"/>
                    <a:pt x="441918" y="774687"/>
                  </a:cubicBezTo>
                  <a:cubicBezTo>
                    <a:pt x="440774" y="773947"/>
                    <a:pt x="439462" y="771794"/>
                    <a:pt x="436702" y="771357"/>
                  </a:cubicBezTo>
                  <a:cubicBezTo>
                    <a:pt x="433942" y="770920"/>
                    <a:pt x="432798" y="769776"/>
                    <a:pt x="428154" y="769910"/>
                  </a:cubicBezTo>
                  <a:cubicBezTo>
                    <a:pt x="423509" y="770045"/>
                    <a:pt x="423947" y="770348"/>
                    <a:pt x="421355" y="770617"/>
                  </a:cubicBezTo>
                  <a:cubicBezTo>
                    <a:pt x="418730" y="770920"/>
                    <a:pt x="419471" y="772938"/>
                    <a:pt x="417283" y="770920"/>
                  </a:cubicBezTo>
                  <a:cubicBezTo>
                    <a:pt x="415096" y="768901"/>
                    <a:pt x="412370" y="768161"/>
                    <a:pt x="412370" y="765840"/>
                  </a:cubicBezTo>
                  <a:cubicBezTo>
                    <a:pt x="412370" y="763519"/>
                    <a:pt x="412504" y="761500"/>
                    <a:pt x="412672" y="761063"/>
                  </a:cubicBezTo>
                  <a:cubicBezTo>
                    <a:pt x="412807" y="760626"/>
                    <a:pt x="414860" y="756993"/>
                    <a:pt x="414860" y="756993"/>
                  </a:cubicBezTo>
                  <a:lnTo>
                    <a:pt x="414288" y="752081"/>
                  </a:lnTo>
                  <a:lnTo>
                    <a:pt x="413716" y="747439"/>
                  </a:lnTo>
                  <a:cubicBezTo>
                    <a:pt x="413716" y="747439"/>
                    <a:pt x="409072" y="745118"/>
                    <a:pt x="407624" y="744546"/>
                  </a:cubicBezTo>
                  <a:cubicBezTo>
                    <a:pt x="406177" y="743974"/>
                    <a:pt x="402677" y="744546"/>
                    <a:pt x="402677" y="744546"/>
                  </a:cubicBezTo>
                  <a:cubicBezTo>
                    <a:pt x="402677" y="744546"/>
                    <a:pt x="400355" y="745488"/>
                    <a:pt x="397764" y="744277"/>
                  </a:cubicBezTo>
                  <a:cubicBezTo>
                    <a:pt x="395172" y="743100"/>
                    <a:pt x="394566" y="743671"/>
                    <a:pt x="393994" y="742797"/>
                  </a:cubicBezTo>
                  <a:cubicBezTo>
                    <a:pt x="393422" y="741922"/>
                    <a:pt x="385311" y="738726"/>
                    <a:pt x="385311" y="738726"/>
                  </a:cubicBezTo>
                  <a:cubicBezTo>
                    <a:pt x="385311" y="738726"/>
                    <a:pt x="384436" y="737213"/>
                    <a:pt x="384436" y="736775"/>
                  </a:cubicBezTo>
                  <a:cubicBezTo>
                    <a:pt x="384436" y="736338"/>
                    <a:pt x="384874" y="734050"/>
                    <a:pt x="385210" y="733849"/>
                  </a:cubicBezTo>
                  <a:cubicBezTo>
                    <a:pt x="385547" y="733647"/>
                    <a:pt x="387701" y="730922"/>
                    <a:pt x="387936" y="730485"/>
                  </a:cubicBezTo>
                  <a:cubicBezTo>
                    <a:pt x="388172" y="730047"/>
                    <a:pt x="388037" y="729947"/>
                    <a:pt x="389013" y="729408"/>
                  </a:cubicBezTo>
                  <a:cubicBezTo>
                    <a:pt x="389989" y="728870"/>
                    <a:pt x="392917" y="727457"/>
                    <a:pt x="393590" y="727457"/>
                  </a:cubicBezTo>
                  <a:cubicBezTo>
                    <a:pt x="394264" y="727457"/>
                    <a:pt x="396855" y="727995"/>
                    <a:pt x="397932" y="727457"/>
                  </a:cubicBezTo>
                  <a:cubicBezTo>
                    <a:pt x="399042" y="726919"/>
                    <a:pt x="401836" y="726549"/>
                    <a:pt x="402509" y="726112"/>
                  </a:cubicBezTo>
                  <a:cubicBezTo>
                    <a:pt x="403148" y="725674"/>
                    <a:pt x="407523" y="723992"/>
                    <a:pt x="407523" y="723992"/>
                  </a:cubicBezTo>
                  <a:lnTo>
                    <a:pt x="411427" y="723992"/>
                  </a:lnTo>
                  <a:lnTo>
                    <a:pt x="415668" y="725943"/>
                  </a:lnTo>
                  <a:cubicBezTo>
                    <a:pt x="415668" y="725943"/>
                    <a:pt x="420447" y="728231"/>
                    <a:pt x="421086" y="728433"/>
                  </a:cubicBezTo>
                  <a:cubicBezTo>
                    <a:pt x="421726" y="728668"/>
                    <a:pt x="427178" y="730720"/>
                    <a:pt x="428490" y="730922"/>
                  </a:cubicBezTo>
                  <a:cubicBezTo>
                    <a:pt x="429803" y="731124"/>
                    <a:pt x="434683" y="732873"/>
                    <a:pt x="435760" y="732873"/>
                  </a:cubicBezTo>
                  <a:cubicBezTo>
                    <a:pt x="436837" y="732873"/>
                    <a:pt x="444240" y="735261"/>
                    <a:pt x="445217" y="735261"/>
                  </a:cubicBezTo>
                  <a:cubicBezTo>
                    <a:pt x="446193" y="735261"/>
                    <a:pt x="454135" y="737213"/>
                    <a:pt x="455111" y="736910"/>
                  </a:cubicBezTo>
                  <a:cubicBezTo>
                    <a:pt x="456087" y="736573"/>
                    <a:pt x="462952" y="735497"/>
                    <a:pt x="462952" y="735497"/>
                  </a:cubicBezTo>
                  <a:lnTo>
                    <a:pt x="465544" y="733983"/>
                  </a:lnTo>
                  <a:lnTo>
                    <a:pt x="475775" y="733748"/>
                  </a:lnTo>
                  <a:cubicBezTo>
                    <a:pt x="475775" y="733748"/>
                    <a:pt x="481664" y="731797"/>
                    <a:pt x="482068" y="731157"/>
                  </a:cubicBezTo>
                  <a:cubicBezTo>
                    <a:pt x="482506" y="730485"/>
                    <a:pt x="484794" y="729106"/>
                    <a:pt x="484794" y="729106"/>
                  </a:cubicBezTo>
                  <a:lnTo>
                    <a:pt x="487621" y="725506"/>
                  </a:lnTo>
                  <a:lnTo>
                    <a:pt x="490246" y="725304"/>
                  </a:lnTo>
                  <a:lnTo>
                    <a:pt x="492299" y="726280"/>
                  </a:lnTo>
                  <a:lnTo>
                    <a:pt x="493040" y="728130"/>
                  </a:lnTo>
                  <a:lnTo>
                    <a:pt x="492501" y="731292"/>
                  </a:lnTo>
                  <a:cubicBezTo>
                    <a:pt x="492501" y="731292"/>
                    <a:pt x="492064" y="732907"/>
                    <a:pt x="493040" y="733781"/>
                  </a:cubicBezTo>
                  <a:cubicBezTo>
                    <a:pt x="494016" y="734656"/>
                    <a:pt x="495126" y="735968"/>
                    <a:pt x="495867" y="736607"/>
                  </a:cubicBezTo>
                  <a:cubicBezTo>
                    <a:pt x="496641" y="737246"/>
                    <a:pt x="499030" y="738895"/>
                    <a:pt x="499333" y="739096"/>
                  </a:cubicBezTo>
                  <a:cubicBezTo>
                    <a:pt x="499670" y="739332"/>
                    <a:pt x="503035" y="740072"/>
                    <a:pt x="503035" y="740072"/>
                  </a:cubicBezTo>
                  <a:cubicBezTo>
                    <a:pt x="503035" y="740072"/>
                    <a:pt x="504247" y="740173"/>
                    <a:pt x="505122" y="740173"/>
                  </a:cubicBezTo>
                  <a:cubicBezTo>
                    <a:pt x="505997" y="740173"/>
                    <a:pt x="507747" y="739937"/>
                    <a:pt x="508386" y="739736"/>
                  </a:cubicBezTo>
                  <a:cubicBezTo>
                    <a:pt x="509026" y="739500"/>
                    <a:pt x="511112" y="738121"/>
                    <a:pt x="511550" y="737549"/>
                  </a:cubicBezTo>
                  <a:cubicBezTo>
                    <a:pt x="511987" y="737011"/>
                    <a:pt x="513502" y="736035"/>
                    <a:pt x="513939" y="735699"/>
                  </a:cubicBezTo>
                  <a:cubicBezTo>
                    <a:pt x="514377" y="735362"/>
                    <a:pt x="515252" y="733849"/>
                    <a:pt x="515790" y="733310"/>
                  </a:cubicBezTo>
                  <a:cubicBezTo>
                    <a:pt x="516329" y="732772"/>
                    <a:pt x="516766" y="731460"/>
                    <a:pt x="518180" y="731023"/>
                  </a:cubicBezTo>
                  <a:cubicBezTo>
                    <a:pt x="519593" y="730586"/>
                    <a:pt x="521882" y="729947"/>
                    <a:pt x="522757" y="729274"/>
                  </a:cubicBezTo>
                  <a:cubicBezTo>
                    <a:pt x="523632" y="728635"/>
                    <a:pt x="525348" y="728197"/>
                    <a:pt x="526122" y="727121"/>
                  </a:cubicBezTo>
                  <a:cubicBezTo>
                    <a:pt x="526425" y="726683"/>
                    <a:pt x="527334" y="725943"/>
                    <a:pt x="528276" y="725237"/>
                  </a:cubicBezTo>
                  <a:lnTo>
                    <a:pt x="531406" y="720527"/>
                  </a:lnTo>
                  <a:lnTo>
                    <a:pt x="534031" y="716793"/>
                  </a:lnTo>
                  <a:lnTo>
                    <a:pt x="534031" y="712656"/>
                  </a:lnTo>
                  <a:cubicBezTo>
                    <a:pt x="534031" y="712656"/>
                    <a:pt x="534031" y="709695"/>
                    <a:pt x="534031" y="709393"/>
                  </a:cubicBezTo>
                  <a:cubicBezTo>
                    <a:pt x="534031" y="709090"/>
                    <a:pt x="534031" y="703977"/>
                    <a:pt x="534031" y="703977"/>
                  </a:cubicBezTo>
                  <a:lnTo>
                    <a:pt x="534603" y="701151"/>
                  </a:lnTo>
                  <a:cubicBezTo>
                    <a:pt x="534603" y="701151"/>
                    <a:pt x="534166" y="696441"/>
                    <a:pt x="534098" y="696240"/>
                  </a:cubicBezTo>
                  <a:cubicBezTo>
                    <a:pt x="534031" y="696004"/>
                    <a:pt x="532214" y="692102"/>
                    <a:pt x="532012" y="691967"/>
                  </a:cubicBezTo>
                  <a:cubicBezTo>
                    <a:pt x="531776" y="691833"/>
                    <a:pt x="527939" y="688570"/>
                    <a:pt x="527738" y="688435"/>
                  </a:cubicBezTo>
                  <a:cubicBezTo>
                    <a:pt x="527536" y="688301"/>
                    <a:pt x="523228" y="684667"/>
                    <a:pt x="523161" y="684466"/>
                  </a:cubicBezTo>
                  <a:cubicBezTo>
                    <a:pt x="523093" y="684264"/>
                    <a:pt x="519761" y="682145"/>
                    <a:pt x="519761" y="682145"/>
                  </a:cubicBezTo>
                  <a:lnTo>
                    <a:pt x="518247" y="680563"/>
                  </a:lnTo>
                  <a:lnTo>
                    <a:pt x="515756" y="680563"/>
                  </a:lnTo>
                  <a:cubicBezTo>
                    <a:pt x="515756" y="680563"/>
                    <a:pt x="512425" y="676358"/>
                    <a:pt x="512290" y="675787"/>
                  </a:cubicBezTo>
                  <a:cubicBezTo>
                    <a:pt x="512155" y="675215"/>
                    <a:pt x="512290" y="670875"/>
                    <a:pt x="512290" y="670875"/>
                  </a:cubicBezTo>
                  <a:lnTo>
                    <a:pt x="512223" y="666670"/>
                  </a:lnTo>
                  <a:cubicBezTo>
                    <a:pt x="512223" y="666670"/>
                    <a:pt x="509968" y="664349"/>
                    <a:pt x="509665" y="663777"/>
                  </a:cubicBezTo>
                  <a:cubicBezTo>
                    <a:pt x="509362" y="663205"/>
                    <a:pt x="505458" y="659370"/>
                    <a:pt x="505458" y="659370"/>
                  </a:cubicBezTo>
                  <a:lnTo>
                    <a:pt x="504011" y="657991"/>
                  </a:lnTo>
                  <a:lnTo>
                    <a:pt x="498357" y="657991"/>
                  </a:lnTo>
                  <a:cubicBezTo>
                    <a:pt x="498357" y="657991"/>
                    <a:pt x="496035" y="657688"/>
                    <a:pt x="495597" y="657991"/>
                  </a:cubicBezTo>
                  <a:cubicBezTo>
                    <a:pt x="495160" y="658294"/>
                    <a:pt x="493275" y="657251"/>
                    <a:pt x="493275" y="657251"/>
                  </a:cubicBezTo>
                  <a:lnTo>
                    <a:pt x="492266" y="654930"/>
                  </a:lnTo>
                  <a:lnTo>
                    <a:pt x="492266" y="651903"/>
                  </a:lnTo>
                  <a:lnTo>
                    <a:pt x="494150" y="650153"/>
                  </a:lnTo>
                  <a:cubicBezTo>
                    <a:pt x="494150" y="650153"/>
                    <a:pt x="494722" y="649279"/>
                    <a:pt x="495160" y="649144"/>
                  </a:cubicBezTo>
                  <a:cubicBezTo>
                    <a:pt x="495597" y="649010"/>
                    <a:pt x="498492" y="645814"/>
                    <a:pt x="498492" y="645814"/>
                  </a:cubicBezTo>
                  <a:lnTo>
                    <a:pt x="494857" y="642349"/>
                  </a:lnTo>
                  <a:lnTo>
                    <a:pt x="489641" y="642349"/>
                  </a:lnTo>
                  <a:cubicBezTo>
                    <a:pt x="489641" y="642349"/>
                    <a:pt x="487319" y="640465"/>
                    <a:pt x="487049" y="640028"/>
                  </a:cubicBezTo>
                  <a:cubicBezTo>
                    <a:pt x="486746" y="639590"/>
                    <a:pt x="486040" y="637572"/>
                    <a:pt x="486040" y="637000"/>
                  </a:cubicBezTo>
                  <a:cubicBezTo>
                    <a:pt x="486040" y="636428"/>
                    <a:pt x="486477" y="635116"/>
                    <a:pt x="487487" y="634107"/>
                  </a:cubicBezTo>
                  <a:cubicBezTo>
                    <a:pt x="488496" y="633098"/>
                    <a:pt x="490684" y="631080"/>
                    <a:pt x="491256" y="630777"/>
                  </a:cubicBezTo>
                  <a:cubicBezTo>
                    <a:pt x="491828" y="630508"/>
                    <a:pt x="494319" y="629196"/>
                    <a:pt x="494891" y="628893"/>
                  </a:cubicBezTo>
                  <a:cubicBezTo>
                    <a:pt x="495463" y="628590"/>
                    <a:pt x="497348" y="625865"/>
                    <a:pt x="497348" y="625865"/>
                  </a:cubicBezTo>
                  <a:cubicBezTo>
                    <a:pt x="497348" y="625865"/>
                    <a:pt x="497650" y="624991"/>
                    <a:pt x="497482" y="624419"/>
                  </a:cubicBezTo>
                  <a:cubicBezTo>
                    <a:pt x="497348" y="623847"/>
                    <a:pt x="495900" y="622098"/>
                    <a:pt x="495295" y="621829"/>
                  </a:cubicBezTo>
                  <a:cubicBezTo>
                    <a:pt x="494722" y="621526"/>
                    <a:pt x="493545" y="620517"/>
                    <a:pt x="493545" y="620517"/>
                  </a:cubicBezTo>
                  <a:cubicBezTo>
                    <a:pt x="493545" y="620517"/>
                    <a:pt x="491963" y="619373"/>
                    <a:pt x="490650" y="618767"/>
                  </a:cubicBezTo>
                  <a:cubicBezTo>
                    <a:pt x="489338" y="618196"/>
                    <a:pt x="486443" y="617893"/>
                    <a:pt x="486006" y="617590"/>
                  </a:cubicBezTo>
                  <a:cubicBezTo>
                    <a:pt x="485568" y="617287"/>
                    <a:pt x="482371" y="616581"/>
                    <a:pt x="481799" y="616446"/>
                  </a:cubicBezTo>
                  <a:cubicBezTo>
                    <a:pt x="481227" y="616312"/>
                    <a:pt x="478164" y="614697"/>
                    <a:pt x="478164" y="614697"/>
                  </a:cubicBezTo>
                  <a:lnTo>
                    <a:pt x="476280" y="612241"/>
                  </a:lnTo>
                  <a:lnTo>
                    <a:pt x="474530" y="609046"/>
                  </a:lnTo>
                  <a:cubicBezTo>
                    <a:pt x="474530" y="609046"/>
                    <a:pt x="473520" y="608238"/>
                    <a:pt x="474530" y="608104"/>
                  </a:cubicBezTo>
                  <a:cubicBezTo>
                    <a:pt x="475539" y="607969"/>
                    <a:pt x="478299" y="605850"/>
                    <a:pt x="478299" y="605850"/>
                  </a:cubicBezTo>
                  <a:lnTo>
                    <a:pt x="480890" y="605850"/>
                  </a:lnTo>
                  <a:lnTo>
                    <a:pt x="481597" y="604101"/>
                  </a:lnTo>
                  <a:lnTo>
                    <a:pt x="482607" y="602520"/>
                  </a:lnTo>
                  <a:lnTo>
                    <a:pt x="480790" y="600131"/>
                  </a:lnTo>
                  <a:lnTo>
                    <a:pt x="477458" y="596935"/>
                  </a:lnTo>
                  <a:lnTo>
                    <a:pt x="475708" y="594917"/>
                  </a:lnTo>
                  <a:lnTo>
                    <a:pt x="471232" y="590275"/>
                  </a:lnTo>
                  <a:lnTo>
                    <a:pt x="467597" y="585767"/>
                  </a:lnTo>
                  <a:cubicBezTo>
                    <a:pt x="467597" y="585767"/>
                    <a:pt x="466015" y="584018"/>
                    <a:pt x="466015" y="583446"/>
                  </a:cubicBezTo>
                  <a:cubicBezTo>
                    <a:pt x="466015" y="582874"/>
                    <a:pt x="466015" y="578669"/>
                    <a:pt x="466015" y="578669"/>
                  </a:cubicBezTo>
                  <a:lnTo>
                    <a:pt x="466755" y="576718"/>
                  </a:lnTo>
                  <a:cubicBezTo>
                    <a:pt x="466755" y="576718"/>
                    <a:pt x="468135" y="575238"/>
                    <a:pt x="469179" y="574599"/>
                  </a:cubicBezTo>
                  <a:cubicBezTo>
                    <a:pt x="469179" y="574599"/>
                    <a:pt x="469179" y="574599"/>
                    <a:pt x="469179" y="574599"/>
                  </a:cubicBezTo>
                  <a:lnTo>
                    <a:pt x="469179" y="574599"/>
                  </a:lnTo>
                  <a:lnTo>
                    <a:pt x="462852" y="572143"/>
                  </a:lnTo>
                  <a:cubicBezTo>
                    <a:pt x="462852" y="572143"/>
                    <a:pt x="461270" y="569250"/>
                    <a:pt x="460967" y="568510"/>
                  </a:cubicBezTo>
                  <a:cubicBezTo>
                    <a:pt x="460664" y="567770"/>
                    <a:pt x="460664" y="563161"/>
                    <a:pt x="460260" y="562556"/>
                  </a:cubicBezTo>
                  <a:cubicBezTo>
                    <a:pt x="459823" y="561984"/>
                    <a:pt x="460260" y="551690"/>
                    <a:pt x="460260" y="551690"/>
                  </a:cubicBezTo>
                  <a:lnTo>
                    <a:pt x="461842" y="544727"/>
                  </a:lnTo>
                  <a:lnTo>
                    <a:pt x="460832" y="542136"/>
                  </a:lnTo>
                  <a:cubicBezTo>
                    <a:pt x="460832" y="542136"/>
                    <a:pt x="460832" y="535610"/>
                    <a:pt x="460832" y="534029"/>
                  </a:cubicBezTo>
                  <a:cubicBezTo>
                    <a:pt x="460832" y="532448"/>
                    <a:pt x="461606" y="530699"/>
                    <a:pt x="461909" y="529959"/>
                  </a:cubicBezTo>
                  <a:cubicBezTo>
                    <a:pt x="462212" y="529252"/>
                    <a:pt x="463727" y="526629"/>
                    <a:pt x="463727" y="526629"/>
                  </a:cubicBezTo>
                  <a:cubicBezTo>
                    <a:pt x="463727" y="526629"/>
                    <a:pt x="465880" y="523298"/>
                    <a:pt x="466049" y="522726"/>
                  </a:cubicBezTo>
                  <a:cubicBezTo>
                    <a:pt x="466183" y="522154"/>
                    <a:pt x="466621" y="519530"/>
                    <a:pt x="466755" y="519093"/>
                  </a:cubicBezTo>
                  <a:cubicBezTo>
                    <a:pt x="466890" y="518656"/>
                    <a:pt x="467765" y="516637"/>
                    <a:pt x="467765" y="516637"/>
                  </a:cubicBezTo>
                  <a:cubicBezTo>
                    <a:pt x="467765" y="516637"/>
                    <a:pt x="467630" y="512433"/>
                    <a:pt x="467765" y="511289"/>
                  </a:cubicBezTo>
                  <a:cubicBezTo>
                    <a:pt x="467900" y="510145"/>
                    <a:pt x="467765" y="507387"/>
                    <a:pt x="467765" y="507387"/>
                  </a:cubicBezTo>
                  <a:cubicBezTo>
                    <a:pt x="467765" y="507387"/>
                    <a:pt x="467765" y="502744"/>
                    <a:pt x="467765" y="501870"/>
                  </a:cubicBezTo>
                  <a:cubicBezTo>
                    <a:pt x="467765" y="500995"/>
                    <a:pt x="469347" y="499280"/>
                    <a:pt x="469515" y="498977"/>
                  </a:cubicBezTo>
                  <a:cubicBezTo>
                    <a:pt x="469650" y="498674"/>
                    <a:pt x="472544" y="495646"/>
                    <a:pt x="472712" y="495075"/>
                  </a:cubicBezTo>
                  <a:cubicBezTo>
                    <a:pt x="472847" y="494503"/>
                    <a:pt x="474328" y="492619"/>
                    <a:pt x="474900" y="491744"/>
                  </a:cubicBezTo>
                  <a:cubicBezTo>
                    <a:pt x="475472" y="490870"/>
                    <a:pt x="477929" y="487405"/>
                    <a:pt x="478232" y="486967"/>
                  </a:cubicBezTo>
                  <a:cubicBezTo>
                    <a:pt x="478535" y="486530"/>
                    <a:pt x="482573" y="481753"/>
                    <a:pt x="482573" y="481753"/>
                  </a:cubicBezTo>
                  <a:cubicBezTo>
                    <a:pt x="482573" y="481753"/>
                    <a:pt x="483145" y="476404"/>
                    <a:pt x="483145" y="475799"/>
                  </a:cubicBezTo>
                  <a:cubicBezTo>
                    <a:pt x="483145" y="475227"/>
                    <a:pt x="485165" y="472166"/>
                    <a:pt x="485737" y="471594"/>
                  </a:cubicBezTo>
                  <a:cubicBezTo>
                    <a:pt x="486309" y="471022"/>
                    <a:pt x="487319" y="469004"/>
                    <a:pt x="487621" y="467826"/>
                  </a:cubicBezTo>
                  <a:cubicBezTo>
                    <a:pt x="487891" y="466683"/>
                    <a:pt x="489068" y="462747"/>
                    <a:pt x="489068" y="462747"/>
                  </a:cubicBezTo>
                  <a:cubicBezTo>
                    <a:pt x="489068" y="462747"/>
                    <a:pt x="490819" y="459416"/>
                    <a:pt x="490819" y="458542"/>
                  </a:cubicBezTo>
                  <a:cubicBezTo>
                    <a:pt x="490819" y="457667"/>
                    <a:pt x="491391" y="452890"/>
                    <a:pt x="491391" y="452890"/>
                  </a:cubicBezTo>
                  <a:lnTo>
                    <a:pt x="490381" y="448248"/>
                  </a:lnTo>
                  <a:lnTo>
                    <a:pt x="490381" y="444178"/>
                  </a:lnTo>
                  <a:lnTo>
                    <a:pt x="488799" y="436373"/>
                  </a:lnTo>
                  <a:lnTo>
                    <a:pt x="486477" y="433615"/>
                  </a:lnTo>
                  <a:lnTo>
                    <a:pt x="481395" y="427257"/>
                  </a:lnTo>
                  <a:lnTo>
                    <a:pt x="480823" y="420159"/>
                  </a:lnTo>
                  <a:lnTo>
                    <a:pt x="481698" y="415820"/>
                  </a:lnTo>
                  <a:lnTo>
                    <a:pt x="480554" y="410471"/>
                  </a:lnTo>
                  <a:lnTo>
                    <a:pt x="478972" y="406838"/>
                  </a:lnTo>
                  <a:lnTo>
                    <a:pt x="476953" y="403507"/>
                  </a:lnTo>
                  <a:lnTo>
                    <a:pt x="476684" y="397856"/>
                  </a:lnTo>
                  <a:lnTo>
                    <a:pt x="476246" y="392642"/>
                  </a:lnTo>
                  <a:lnTo>
                    <a:pt x="476818" y="389312"/>
                  </a:lnTo>
                  <a:lnTo>
                    <a:pt x="477693" y="387428"/>
                  </a:lnTo>
                  <a:lnTo>
                    <a:pt x="478131" y="381776"/>
                  </a:lnTo>
                  <a:lnTo>
                    <a:pt x="478568" y="377874"/>
                  </a:lnTo>
                  <a:lnTo>
                    <a:pt x="478265" y="374241"/>
                  </a:lnTo>
                  <a:cubicBezTo>
                    <a:pt x="478265" y="374241"/>
                    <a:pt x="477962" y="370911"/>
                    <a:pt x="477962" y="370473"/>
                  </a:cubicBezTo>
                  <a:cubicBezTo>
                    <a:pt x="477962" y="370036"/>
                    <a:pt x="477390" y="367278"/>
                    <a:pt x="477390" y="367278"/>
                  </a:cubicBezTo>
                  <a:cubicBezTo>
                    <a:pt x="477390" y="367278"/>
                    <a:pt x="476818" y="365831"/>
                    <a:pt x="476650" y="365394"/>
                  </a:cubicBezTo>
                  <a:cubicBezTo>
                    <a:pt x="476515" y="364956"/>
                    <a:pt x="476515" y="364082"/>
                    <a:pt x="476785" y="363947"/>
                  </a:cubicBezTo>
                  <a:cubicBezTo>
                    <a:pt x="477087" y="363813"/>
                    <a:pt x="476919" y="361626"/>
                    <a:pt x="477357" y="361323"/>
                  </a:cubicBezTo>
                  <a:cubicBezTo>
                    <a:pt x="477794" y="361020"/>
                    <a:pt x="478366" y="359440"/>
                    <a:pt x="478366" y="359440"/>
                  </a:cubicBezTo>
                  <a:cubicBezTo>
                    <a:pt x="478366" y="359440"/>
                    <a:pt x="478938" y="357253"/>
                    <a:pt x="479073" y="356681"/>
                  </a:cubicBezTo>
                  <a:cubicBezTo>
                    <a:pt x="479208" y="356109"/>
                    <a:pt x="479948" y="354360"/>
                    <a:pt x="479948" y="354360"/>
                  </a:cubicBezTo>
                  <a:lnTo>
                    <a:pt x="479948" y="351601"/>
                  </a:lnTo>
                  <a:lnTo>
                    <a:pt x="478938" y="350020"/>
                  </a:lnTo>
                  <a:lnTo>
                    <a:pt x="477626" y="346555"/>
                  </a:lnTo>
                  <a:lnTo>
                    <a:pt x="475035" y="342653"/>
                  </a:lnTo>
                  <a:cubicBezTo>
                    <a:pt x="475035" y="342653"/>
                    <a:pt x="473284" y="340635"/>
                    <a:pt x="473150" y="340198"/>
                  </a:cubicBezTo>
                  <a:cubicBezTo>
                    <a:pt x="473015" y="339760"/>
                    <a:pt x="471265" y="338751"/>
                    <a:pt x="471265" y="338751"/>
                  </a:cubicBezTo>
                  <a:lnTo>
                    <a:pt x="471265" y="337607"/>
                  </a:lnTo>
                  <a:lnTo>
                    <a:pt x="472207" y="335858"/>
                  </a:lnTo>
                  <a:lnTo>
                    <a:pt x="474025" y="334714"/>
                  </a:lnTo>
                  <a:lnTo>
                    <a:pt x="475035" y="332830"/>
                  </a:lnTo>
                  <a:cubicBezTo>
                    <a:pt x="475035" y="332830"/>
                    <a:pt x="475741" y="330947"/>
                    <a:pt x="475741" y="330509"/>
                  </a:cubicBezTo>
                  <a:cubicBezTo>
                    <a:pt x="475741" y="330072"/>
                    <a:pt x="475741" y="328323"/>
                    <a:pt x="475607" y="327751"/>
                  </a:cubicBezTo>
                  <a:cubicBezTo>
                    <a:pt x="475472" y="327179"/>
                    <a:pt x="473857" y="327751"/>
                    <a:pt x="473857" y="327751"/>
                  </a:cubicBezTo>
                  <a:cubicBezTo>
                    <a:pt x="473857" y="327751"/>
                    <a:pt x="472140" y="325867"/>
                    <a:pt x="471972" y="324858"/>
                  </a:cubicBezTo>
                  <a:cubicBezTo>
                    <a:pt x="471837" y="323849"/>
                    <a:pt x="469515" y="324858"/>
                    <a:pt x="469515" y="324858"/>
                  </a:cubicBezTo>
                  <a:lnTo>
                    <a:pt x="469515" y="323277"/>
                  </a:lnTo>
                  <a:lnTo>
                    <a:pt x="471837" y="322268"/>
                  </a:lnTo>
                  <a:lnTo>
                    <a:pt x="473419" y="320081"/>
                  </a:lnTo>
                  <a:cubicBezTo>
                    <a:pt x="473419" y="320081"/>
                    <a:pt x="472712" y="318635"/>
                    <a:pt x="472712" y="318063"/>
                  </a:cubicBezTo>
                  <a:cubicBezTo>
                    <a:pt x="472712" y="317491"/>
                    <a:pt x="471703" y="316751"/>
                    <a:pt x="471703" y="316751"/>
                  </a:cubicBezTo>
                  <a:lnTo>
                    <a:pt x="470558" y="315001"/>
                  </a:lnTo>
                  <a:lnTo>
                    <a:pt x="471703" y="313555"/>
                  </a:lnTo>
                  <a:lnTo>
                    <a:pt x="470390" y="310797"/>
                  </a:lnTo>
                  <a:lnTo>
                    <a:pt x="469515" y="305717"/>
                  </a:lnTo>
                  <a:lnTo>
                    <a:pt x="469515" y="302252"/>
                  </a:lnTo>
                  <a:lnTo>
                    <a:pt x="471030" y="300368"/>
                  </a:lnTo>
                  <a:lnTo>
                    <a:pt x="474732" y="299796"/>
                  </a:lnTo>
                  <a:lnTo>
                    <a:pt x="476179" y="298047"/>
                  </a:lnTo>
                  <a:lnTo>
                    <a:pt x="475741" y="295861"/>
                  </a:lnTo>
                  <a:lnTo>
                    <a:pt x="474732" y="295289"/>
                  </a:lnTo>
                  <a:lnTo>
                    <a:pt x="474732" y="292261"/>
                  </a:lnTo>
                  <a:lnTo>
                    <a:pt x="479006" y="290815"/>
                  </a:lnTo>
                  <a:cubicBezTo>
                    <a:pt x="479006" y="290815"/>
                    <a:pt x="480251" y="288224"/>
                    <a:pt x="480520" y="287787"/>
                  </a:cubicBezTo>
                  <a:cubicBezTo>
                    <a:pt x="480823" y="287350"/>
                    <a:pt x="482977" y="283447"/>
                    <a:pt x="482977" y="283447"/>
                  </a:cubicBezTo>
                  <a:lnTo>
                    <a:pt x="486309" y="278099"/>
                  </a:lnTo>
                  <a:cubicBezTo>
                    <a:pt x="486309" y="278099"/>
                    <a:pt x="492838" y="273625"/>
                    <a:pt x="492838" y="273187"/>
                  </a:cubicBezTo>
                  <a:cubicBezTo>
                    <a:pt x="492838" y="272750"/>
                    <a:pt x="494420" y="269554"/>
                    <a:pt x="494722" y="269117"/>
                  </a:cubicBezTo>
                  <a:cubicBezTo>
                    <a:pt x="495025" y="268680"/>
                    <a:pt x="497314" y="266661"/>
                    <a:pt x="497314" y="266661"/>
                  </a:cubicBezTo>
                  <a:lnTo>
                    <a:pt x="498189" y="263903"/>
                  </a:lnTo>
                  <a:lnTo>
                    <a:pt x="497886" y="259395"/>
                  </a:lnTo>
                  <a:lnTo>
                    <a:pt x="495867" y="257780"/>
                  </a:lnTo>
                  <a:cubicBezTo>
                    <a:pt x="495867" y="257780"/>
                    <a:pt x="492972" y="253744"/>
                    <a:pt x="492972" y="252701"/>
                  </a:cubicBezTo>
                  <a:cubicBezTo>
                    <a:pt x="492972" y="251658"/>
                    <a:pt x="493275" y="250111"/>
                    <a:pt x="493275" y="250111"/>
                  </a:cubicBezTo>
                  <a:lnTo>
                    <a:pt x="496304" y="248092"/>
                  </a:lnTo>
                  <a:cubicBezTo>
                    <a:pt x="496304" y="248092"/>
                    <a:pt x="497886" y="245468"/>
                    <a:pt x="499333" y="244022"/>
                  </a:cubicBezTo>
                  <a:cubicBezTo>
                    <a:pt x="500780" y="242575"/>
                    <a:pt x="502362" y="243450"/>
                    <a:pt x="502362" y="243450"/>
                  </a:cubicBezTo>
                  <a:cubicBezTo>
                    <a:pt x="502362" y="243450"/>
                    <a:pt x="503809" y="242575"/>
                    <a:pt x="505256" y="241129"/>
                  </a:cubicBezTo>
                  <a:cubicBezTo>
                    <a:pt x="506703" y="239682"/>
                    <a:pt x="506703" y="238673"/>
                    <a:pt x="506703" y="238673"/>
                  </a:cubicBezTo>
                  <a:lnTo>
                    <a:pt x="507444" y="234334"/>
                  </a:lnTo>
                  <a:lnTo>
                    <a:pt x="503977" y="230129"/>
                  </a:lnTo>
                  <a:lnTo>
                    <a:pt x="504550" y="227505"/>
                  </a:lnTo>
                  <a:lnTo>
                    <a:pt x="506131" y="225318"/>
                  </a:lnTo>
                  <a:lnTo>
                    <a:pt x="507276" y="223300"/>
                  </a:lnTo>
                  <a:lnTo>
                    <a:pt x="504516" y="221853"/>
                  </a:lnTo>
                  <a:lnTo>
                    <a:pt x="500747" y="220541"/>
                  </a:lnTo>
                  <a:lnTo>
                    <a:pt x="500747" y="219398"/>
                  </a:lnTo>
                  <a:lnTo>
                    <a:pt x="501184" y="216303"/>
                  </a:lnTo>
                  <a:cubicBezTo>
                    <a:pt x="501184" y="216303"/>
                    <a:pt x="502059" y="215765"/>
                    <a:pt x="502497" y="215529"/>
                  </a:cubicBezTo>
                  <a:cubicBezTo>
                    <a:pt x="502934" y="215327"/>
                    <a:pt x="504011" y="214453"/>
                    <a:pt x="504247" y="214116"/>
                  </a:cubicBezTo>
                  <a:cubicBezTo>
                    <a:pt x="504449" y="213780"/>
                    <a:pt x="504449" y="213040"/>
                    <a:pt x="504449" y="213040"/>
                  </a:cubicBezTo>
                  <a:lnTo>
                    <a:pt x="501521" y="210651"/>
                  </a:lnTo>
                  <a:cubicBezTo>
                    <a:pt x="501521" y="210651"/>
                    <a:pt x="499468" y="209777"/>
                    <a:pt x="499131" y="209440"/>
                  </a:cubicBezTo>
                  <a:cubicBezTo>
                    <a:pt x="498795" y="209104"/>
                    <a:pt x="498155" y="208128"/>
                    <a:pt x="498155" y="208128"/>
                  </a:cubicBezTo>
                  <a:lnTo>
                    <a:pt x="496843" y="207355"/>
                  </a:lnTo>
                  <a:lnTo>
                    <a:pt x="494117" y="206480"/>
                  </a:lnTo>
                  <a:lnTo>
                    <a:pt x="493780" y="204865"/>
                  </a:lnTo>
                  <a:lnTo>
                    <a:pt x="493780" y="202141"/>
                  </a:lnTo>
                  <a:lnTo>
                    <a:pt x="492198" y="199315"/>
                  </a:lnTo>
                  <a:cubicBezTo>
                    <a:pt x="492198" y="199315"/>
                    <a:pt x="490516" y="196825"/>
                    <a:pt x="490078" y="196590"/>
                  </a:cubicBezTo>
                  <a:cubicBezTo>
                    <a:pt x="489641" y="196388"/>
                    <a:pt x="488665" y="195177"/>
                    <a:pt x="488665" y="195177"/>
                  </a:cubicBezTo>
                  <a:cubicBezTo>
                    <a:pt x="488665" y="195177"/>
                    <a:pt x="486275" y="192352"/>
                    <a:pt x="485636" y="191813"/>
                  </a:cubicBezTo>
                  <a:cubicBezTo>
                    <a:pt x="484996" y="191275"/>
                    <a:pt x="483785" y="190400"/>
                    <a:pt x="483347" y="190299"/>
                  </a:cubicBezTo>
                  <a:cubicBezTo>
                    <a:pt x="482910" y="190199"/>
                    <a:pt x="481294" y="188988"/>
                    <a:pt x="480857" y="188685"/>
                  </a:cubicBezTo>
                  <a:cubicBezTo>
                    <a:pt x="480419" y="188348"/>
                    <a:pt x="478804" y="186195"/>
                    <a:pt x="478804" y="185859"/>
                  </a:cubicBezTo>
                  <a:cubicBezTo>
                    <a:pt x="478804" y="185523"/>
                    <a:pt x="479241" y="184211"/>
                    <a:pt x="479881" y="183571"/>
                  </a:cubicBezTo>
                  <a:cubicBezTo>
                    <a:pt x="480520" y="182932"/>
                    <a:pt x="479881" y="182260"/>
                    <a:pt x="479881" y="182260"/>
                  </a:cubicBezTo>
                  <a:lnTo>
                    <a:pt x="479881" y="180073"/>
                  </a:lnTo>
                  <a:cubicBezTo>
                    <a:pt x="479881" y="180073"/>
                    <a:pt x="480655" y="177247"/>
                    <a:pt x="480655" y="176810"/>
                  </a:cubicBezTo>
                  <a:cubicBezTo>
                    <a:pt x="480655" y="176373"/>
                    <a:pt x="482169" y="174522"/>
                    <a:pt x="482506" y="174522"/>
                  </a:cubicBezTo>
                  <a:cubicBezTo>
                    <a:pt x="482842" y="174522"/>
                    <a:pt x="482405" y="172571"/>
                    <a:pt x="482169" y="171697"/>
                  </a:cubicBezTo>
                  <a:cubicBezTo>
                    <a:pt x="481967" y="170822"/>
                    <a:pt x="479914" y="170082"/>
                    <a:pt x="479914" y="170082"/>
                  </a:cubicBezTo>
                  <a:lnTo>
                    <a:pt x="479914" y="166617"/>
                  </a:lnTo>
                  <a:cubicBezTo>
                    <a:pt x="479914" y="166617"/>
                    <a:pt x="481866" y="163993"/>
                    <a:pt x="482068" y="163589"/>
                  </a:cubicBezTo>
                  <a:cubicBezTo>
                    <a:pt x="482304" y="163152"/>
                    <a:pt x="483145" y="161201"/>
                    <a:pt x="483145" y="161201"/>
                  </a:cubicBezTo>
                  <a:lnTo>
                    <a:pt x="484323" y="157063"/>
                  </a:lnTo>
                  <a:lnTo>
                    <a:pt x="489102" y="152724"/>
                  </a:lnTo>
                  <a:lnTo>
                    <a:pt x="491054" y="149461"/>
                  </a:lnTo>
                  <a:lnTo>
                    <a:pt x="493242" y="148149"/>
                  </a:lnTo>
                  <a:lnTo>
                    <a:pt x="497785" y="145962"/>
                  </a:lnTo>
                  <a:lnTo>
                    <a:pt x="499972" y="143238"/>
                  </a:lnTo>
                  <a:cubicBezTo>
                    <a:pt x="499972" y="143238"/>
                    <a:pt x="501386" y="139975"/>
                    <a:pt x="501487" y="139638"/>
                  </a:cubicBezTo>
                  <a:cubicBezTo>
                    <a:pt x="501588" y="139302"/>
                    <a:pt x="502900" y="137048"/>
                    <a:pt x="502900" y="137048"/>
                  </a:cubicBezTo>
                  <a:lnTo>
                    <a:pt x="504953" y="133347"/>
                  </a:lnTo>
                  <a:lnTo>
                    <a:pt x="507881" y="131834"/>
                  </a:lnTo>
                  <a:lnTo>
                    <a:pt x="511381" y="130959"/>
                  </a:lnTo>
                  <a:lnTo>
                    <a:pt x="513670" y="129445"/>
                  </a:lnTo>
                  <a:lnTo>
                    <a:pt x="514646" y="126620"/>
                  </a:lnTo>
                  <a:lnTo>
                    <a:pt x="514646" y="121607"/>
                  </a:lnTo>
                  <a:lnTo>
                    <a:pt x="515790" y="116931"/>
                  </a:lnTo>
                  <a:cubicBezTo>
                    <a:pt x="515790" y="116931"/>
                    <a:pt x="515420" y="114543"/>
                    <a:pt x="515521" y="114206"/>
                  </a:cubicBezTo>
                  <a:cubicBezTo>
                    <a:pt x="515622" y="113870"/>
                    <a:pt x="516396" y="110944"/>
                    <a:pt x="516396" y="110944"/>
                  </a:cubicBezTo>
                  <a:lnTo>
                    <a:pt x="516396" y="107479"/>
                  </a:lnTo>
                  <a:cubicBezTo>
                    <a:pt x="516396" y="107479"/>
                    <a:pt x="516396" y="104653"/>
                    <a:pt x="516396" y="104115"/>
                  </a:cubicBezTo>
                  <a:cubicBezTo>
                    <a:pt x="516396" y="103576"/>
                    <a:pt x="517035" y="101827"/>
                    <a:pt x="517372" y="101524"/>
                  </a:cubicBezTo>
                  <a:cubicBezTo>
                    <a:pt x="517708" y="101188"/>
                    <a:pt x="518987" y="99674"/>
                    <a:pt x="519661" y="98934"/>
                  </a:cubicBezTo>
                  <a:cubicBezTo>
                    <a:pt x="520300" y="98161"/>
                    <a:pt x="521310" y="96445"/>
                    <a:pt x="521511" y="96108"/>
                  </a:cubicBezTo>
                  <a:cubicBezTo>
                    <a:pt x="521747" y="95772"/>
                    <a:pt x="523362" y="91870"/>
                    <a:pt x="523362" y="91870"/>
                  </a:cubicBezTo>
                  <a:lnTo>
                    <a:pt x="523362" y="89683"/>
                  </a:lnTo>
                  <a:lnTo>
                    <a:pt x="524641" y="87194"/>
                  </a:lnTo>
                  <a:cubicBezTo>
                    <a:pt x="524641" y="87194"/>
                    <a:pt x="525853" y="84368"/>
                    <a:pt x="525853" y="84032"/>
                  </a:cubicBezTo>
                  <a:cubicBezTo>
                    <a:pt x="525853" y="83695"/>
                    <a:pt x="526290" y="80029"/>
                    <a:pt x="526290" y="80029"/>
                  </a:cubicBezTo>
                  <a:cubicBezTo>
                    <a:pt x="526290" y="80029"/>
                    <a:pt x="524339" y="77203"/>
                    <a:pt x="524574" y="76564"/>
                  </a:cubicBezTo>
                  <a:cubicBezTo>
                    <a:pt x="524776" y="75925"/>
                    <a:pt x="524574" y="72964"/>
                    <a:pt x="524574" y="72527"/>
                  </a:cubicBezTo>
                  <a:cubicBezTo>
                    <a:pt x="524574" y="72090"/>
                    <a:pt x="526964" y="70239"/>
                    <a:pt x="526964" y="70239"/>
                  </a:cubicBezTo>
                  <a:lnTo>
                    <a:pt x="529454" y="69466"/>
                  </a:lnTo>
                  <a:lnTo>
                    <a:pt x="531305" y="67717"/>
                  </a:lnTo>
                  <a:lnTo>
                    <a:pt x="534569" y="65429"/>
                  </a:lnTo>
                  <a:lnTo>
                    <a:pt x="537060" y="62940"/>
                  </a:lnTo>
                  <a:lnTo>
                    <a:pt x="539012" y="58701"/>
                  </a:lnTo>
                  <a:cubicBezTo>
                    <a:pt x="539012" y="58701"/>
                    <a:pt x="540089" y="54362"/>
                    <a:pt x="540089" y="53924"/>
                  </a:cubicBezTo>
                  <a:cubicBezTo>
                    <a:pt x="540089" y="53487"/>
                    <a:pt x="540190" y="50325"/>
                    <a:pt x="540190" y="50325"/>
                  </a:cubicBezTo>
                  <a:lnTo>
                    <a:pt x="540964" y="43597"/>
                  </a:lnTo>
                  <a:cubicBezTo>
                    <a:pt x="540964" y="43597"/>
                    <a:pt x="541300" y="41208"/>
                    <a:pt x="548233" y="37609"/>
                  </a:cubicBezTo>
                  <a:cubicBezTo>
                    <a:pt x="555233" y="34178"/>
                    <a:pt x="548503" y="36062"/>
                    <a:pt x="547829" y="36062"/>
                  </a:cubicBezTo>
                  <a:close/>
                </a:path>
              </a:pathLst>
            </a:custGeom>
            <a:grpFill/>
            <a:ln w="6350" cap="flat">
              <a:solidFill>
                <a:schemeClr val="bg1"/>
              </a:solidFill>
              <a:prstDash val="solid"/>
              <a:miter/>
            </a:ln>
          </p:spPr>
          <p:txBody>
            <a:bodyPr rtlCol="0" anchor="ctr"/>
            <a:lstStyle/>
            <a:p>
              <a:endParaRPr lang="en-US"/>
            </a:p>
          </p:txBody>
        </p:sp>
        <p:sp>
          <p:nvSpPr>
            <p:cNvPr id="67" name="Freeform 906">
              <a:extLst>
                <a:ext uri="{FF2B5EF4-FFF2-40B4-BE49-F238E27FC236}">
                  <a16:creationId xmlns:a16="http://schemas.microsoft.com/office/drawing/2014/main" id="{8432FD7B-ECC1-1833-285D-23A8313C033E}"/>
                </a:ext>
              </a:extLst>
            </p:cNvPr>
            <p:cNvSpPr/>
            <p:nvPr/>
          </p:nvSpPr>
          <p:spPr>
            <a:xfrm>
              <a:off x="7482803" y="2560251"/>
              <a:ext cx="157817" cy="247545"/>
            </a:xfrm>
            <a:custGeom>
              <a:avLst/>
              <a:gdLst>
                <a:gd name="connsiteX0" fmla="*/ 75352 w 302992"/>
                <a:gd name="connsiteY0" fmla="*/ 278402 h 475260"/>
                <a:gd name="connsiteX1" fmla="*/ 78180 w 302992"/>
                <a:gd name="connsiteY1" fmla="*/ 278940 h 475260"/>
                <a:gd name="connsiteX2" fmla="*/ 81545 w 302992"/>
                <a:gd name="connsiteY2" fmla="*/ 279814 h 475260"/>
                <a:gd name="connsiteX3" fmla="*/ 83160 w 302992"/>
                <a:gd name="connsiteY3" fmla="*/ 280252 h 475260"/>
                <a:gd name="connsiteX4" fmla="*/ 85785 w 302992"/>
                <a:gd name="connsiteY4" fmla="*/ 282876 h 475260"/>
                <a:gd name="connsiteX5" fmla="*/ 87636 w 302992"/>
                <a:gd name="connsiteY5" fmla="*/ 286475 h 475260"/>
                <a:gd name="connsiteX6" fmla="*/ 89925 w 302992"/>
                <a:gd name="connsiteY6" fmla="*/ 289738 h 475260"/>
                <a:gd name="connsiteX7" fmla="*/ 90026 w 302992"/>
                <a:gd name="connsiteY7" fmla="*/ 292328 h 475260"/>
                <a:gd name="connsiteX8" fmla="*/ 89824 w 302992"/>
                <a:gd name="connsiteY8" fmla="*/ 295154 h 475260"/>
                <a:gd name="connsiteX9" fmla="*/ 89185 w 302992"/>
                <a:gd name="connsiteY9" fmla="*/ 297105 h 475260"/>
                <a:gd name="connsiteX10" fmla="*/ 87435 w 302992"/>
                <a:gd name="connsiteY10" fmla="*/ 298955 h 475260"/>
                <a:gd name="connsiteX11" fmla="*/ 85920 w 302992"/>
                <a:gd name="connsiteY11" fmla="*/ 299931 h 475260"/>
                <a:gd name="connsiteX12" fmla="*/ 85045 w 302992"/>
                <a:gd name="connsiteY12" fmla="*/ 300267 h 475260"/>
                <a:gd name="connsiteX13" fmla="*/ 82218 w 302992"/>
                <a:gd name="connsiteY13" fmla="*/ 301579 h 475260"/>
                <a:gd name="connsiteX14" fmla="*/ 80906 w 302992"/>
                <a:gd name="connsiteY14" fmla="*/ 303968 h 475260"/>
                <a:gd name="connsiteX15" fmla="*/ 79593 w 302992"/>
                <a:gd name="connsiteY15" fmla="*/ 305482 h 475260"/>
                <a:gd name="connsiteX16" fmla="*/ 78180 w 302992"/>
                <a:gd name="connsiteY16" fmla="*/ 310157 h 475260"/>
                <a:gd name="connsiteX17" fmla="*/ 78718 w 302992"/>
                <a:gd name="connsiteY17" fmla="*/ 313420 h 475260"/>
                <a:gd name="connsiteX18" fmla="*/ 78180 w 302992"/>
                <a:gd name="connsiteY18" fmla="*/ 316684 h 475260"/>
                <a:gd name="connsiteX19" fmla="*/ 78718 w 302992"/>
                <a:gd name="connsiteY19" fmla="*/ 319947 h 475260"/>
                <a:gd name="connsiteX20" fmla="*/ 80569 w 302992"/>
                <a:gd name="connsiteY20" fmla="*/ 322571 h 475260"/>
                <a:gd name="connsiteX21" fmla="*/ 83833 w 302992"/>
                <a:gd name="connsiteY21" fmla="*/ 323647 h 475260"/>
                <a:gd name="connsiteX22" fmla="*/ 87535 w 302992"/>
                <a:gd name="connsiteY22" fmla="*/ 324084 h 475260"/>
                <a:gd name="connsiteX23" fmla="*/ 90161 w 302992"/>
                <a:gd name="connsiteY23" fmla="*/ 324320 h 475260"/>
                <a:gd name="connsiteX24" fmla="*/ 93088 w 302992"/>
                <a:gd name="connsiteY24" fmla="*/ 326607 h 475260"/>
                <a:gd name="connsiteX25" fmla="*/ 93694 w 302992"/>
                <a:gd name="connsiteY25" fmla="*/ 330812 h 475260"/>
                <a:gd name="connsiteX26" fmla="*/ 96454 w 302992"/>
                <a:gd name="connsiteY26" fmla="*/ 337338 h 475260"/>
                <a:gd name="connsiteX27" fmla="*/ 99348 w 302992"/>
                <a:gd name="connsiteY27" fmla="*/ 345143 h 475260"/>
                <a:gd name="connsiteX28" fmla="*/ 100089 w 302992"/>
                <a:gd name="connsiteY28" fmla="*/ 354427 h 475260"/>
                <a:gd name="connsiteX29" fmla="*/ 101233 w 302992"/>
                <a:gd name="connsiteY29" fmla="*/ 359641 h 475260"/>
                <a:gd name="connsiteX30" fmla="*/ 100089 w 302992"/>
                <a:gd name="connsiteY30" fmla="*/ 365495 h 475260"/>
                <a:gd name="connsiteX31" fmla="*/ 100493 w 302992"/>
                <a:gd name="connsiteY31" fmla="*/ 369935 h 475260"/>
                <a:gd name="connsiteX32" fmla="*/ 100593 w 302992"/>
                <a:gd name="connsiteY32" fmla="*/ 371953 h 475260"/>
                <a:gd name="connsiteX33" fmla="*/ 99079 w 302992"/>
                <a:gd name="connsiteY33" fmla="*/ 374207 h 475260"/>
                <a:gd name="connsiteX34" fmla="*/ 95949 w 302992"/>
                <a:gd name="connsiteY34" fmla="*/ 378446 h 475260"/>
                <a:gd name="connsiteX35" fmla="*/ 93661 w 302992"/>
                <a:gd name="connsiteY35" fmla="*/ 379455 h 475260"/>
                <a:gd name="connsiteX36" fmla="*/ 91776 w 302992"/>
                <a:gd name="connsiteY36" fmla="*/ 380229 h 475260"/>
                <a:gd name="connsiteX37" fmla="*/ 89858 w 302992"/>
                <a:gd name="connsiteY37" fmla="*/ 381406 h 475260"/>
                <a:gd name="connsiteX38" fmla="*/ 89622 w 302992"/>
                <a:gd name="connsiteY38" fmla="*/ 383021 h 475260"/>
                <a:gd name="connsiteX39" fmla="*/ 89387 w 302992"/>
                <a:gd name="connsiteY39" fmla="*/ 384669 h 475260"/>
                <a:gd name="connsiteX40" fmla="*/ 88007 w 302992"/>
                <a:gd name="connsiteY40" fmla="*/ 386351 h 475260"/>
                <a:gd name="connsiteX41" fmla="*/ 86324 w 302992"/>
                <a:gd name="connsiteY41" fmla="*/ 387327 h 475260"/>
                <a:gd name="connsiteX42" fmla="*/ 83901 w 302992"/>
                <a:gd name="connsiteY42" fmla="*/ 389513 h 475260"/>
                <a:gd name="connsiteX43" fmla="*/ 83833 w 302992"/>
                <a:gd name="connsiteY43" fmla="*/ 392003 h 475260"/>
                <a:gd name="connsiteX44" fmla="*/ 83463 w 302992"/>
                <a:gd name="connsiteY44" fmla="*/ 394257 h 475260"/>
                <a:gd name="connsiteX45" fmla="*/ 83463 w 302992"/>
                <a:gd name="connsiteY45" fmla="*/ 396510 h 475260"/>
                <a:gd name="connsiteX46" fmla="*/ 83766 w 302992"/>
                <a:gd name="connsiteY46" fmla="*/ 397822 h 475260"/>
                <a:gd name="connsiteX47" fmla="*/ 85550 w 302992"/>
                <a:gd name="connsiteY47" fmla="*/ 399639 h 475260"/>
                <a:gd name="connsiteX48" fmla="*/ 88074 w 302992"/>
                <a:gd name="connsiteY48" fmla="*/ 401624 h 475260"/>
                <a:gd name="connsiteX49" fmla="*/ 88612 w 302992"/>
                <a:gd name="connsiteY49" fmla="*/ 403406 h 475260"/>
                <a:gd name="connsiteX50" fmla="*/ 87805 w 302992"/>
                <a:gd name="connsiteY50" fmla="*/ 404954 h 475260"/>
                <a:gd name="connsiteX51" fmla="*/ 89252 w 302992"/>
                <a:gd name="connsiteY51" fmla="*/ 406299 h 475260"/>
                <a:gd name="connsiteX52" fmla="*/ 91204 w 302992"/>
                <a:gd name="connsiteY52" fmla="*/ 407073 h 475260"/>
                <a:gd name="connsiteX53" fmla="*/ 93257 w 302992"/>
                <a:gd name="connsiteY53" fmla="*/ 407746 h 475260"/>
                <a:gd name="connsiteX54" fmla="*/ 94771 w 302992"/>
                <a:gd name="connsiteY54" fmla="*/ 409024 h 475260"/>
                <a:gd name="connsiteX55" fmla="*/ 96084 w 302992"/>
                <a:gd name="connsiteY55" fmla="*/ 411211 h 475260"/>
                <a:gd name="connsiteX56" fmla="*/ 96622 w 302992"/>
                <a:gd name="connsiteY56" fmla="*/ 413297 h 475260"/>
                <a:gd name="connsiteX57" fmla="*/ 99247 w 302992"/>
                <a:gd name="connsiteY57" fmla="*/ 414171 h 475260"/>
                <a:gd name="connsiteX58" fmla="*/ 104161 w 302992"/>
                <a:gd name="connsiteY58" fmla="*/ 415618 h 475260"/>
                <a:gd name="connsiteX59" fmla="*/ 106180 w 302992"/>
                <a:gd name="connsiteY59" fmla="*/ 415315 h 475260"/>
                <a:gd name="connsiteX60" fmla="*/ 108199 w 302992"/>
                <a:gd name="connsiteY60" fmla="*/ 414440 h 475260"/>
                <a:gd name="connsiteX61" fmla="*/ 111666 w 302992"/>
                <a:gd name="connsiteY61" fmla="*/ 414440 h 475260"/>
                <a:gd name="connsiteX62" fmla="*/ 118632 w 302992"/>
                <a:gd name="connsiteY62" fmla="*/ 415584 h 475260"/>
                <a:gd name="connsiteX63" fmla="*/ 120955 w 302992"/>
                <a:gd name="connsiteY63" fmla="*/ 416459 h 475260"/>
                <a:gd name="connsiteX64" fmla="*/ 120652 w 302992"/>
                <a:gd name="connsiteY64" fmla="*/ 417905 h 475260"/>
                <a:gd name="connsiteX65" fmla="*/ 120080 w 302992"/>
                <a:gd name="connsiteY65" fmla="*/ 421101 h 475260"/>
                <a:gd name="connsiteX66" fmla="*/ 118632 w 302992"/>
                <a:gd name="connsiteY66" fmla="*/ 422245 h 475260"/>
                <a:gd name="connsiteX67" fmla="*/ 120652 w 302992"/>
                <a:gd name="connsiteY67" fmla="*/ 426315 h 475260"/>
                <a:gd name="connsiteX68" fmla="*/ 122099 w 302992"/>
                <a:gd name="connsiteY68" fmla="*/ 432337 h 475260"/>
                <a:gd name="connsiteX69" fmla="*/ 131084 w 302992"/>
                <a:gd name="connsiteY69" fmla="*/ 436743 h 475260"/>
                <a:gd name="connsiteX70" fmla="*/ 134551 w 302992"/>
                <a:gd name="connsiteY70" fmla="*/ 437887 h 475260"/>
                <a:gd name="connsiteX71" fmla="*/ 141214 w 302992"/>
                <a:gd name="connsiteY71" fmla="*/ 440780 h 475260"/>
                <a:gd name="connsiteX72" fmla="*/ 146936 w 302992"/>
                <a:gd name="connsiteY72" fmla="*/ 444615 h 475260"/>
                <a:gd name="connsiteX73" fmla="*/ 149628 w 302992"/>
                <a:gd name="connsiteY73" fmla="*/ 447441 h 475260"/>
                <a:gd name="connsiteX74" fmla="*/ 149763 w 302992"/>
                <a:gd name="connsiteY74" fmla="*/ 449627 h 475260"/>
                <a:gd name="connsiteX75" fmla="*/ 149056 w 302992"/>
                <a:gd name="connsiteY75" fmla="*/ 451814 h 475260"/>
                <a:gd name="connsiteX76" fmla="*/ 149056 w 302992"/>
                <a:gd name="connsiteY76" fmla="*/ 454135 h 475260"/>
                <a:gd name="connsiteX77" fmla="*/ 150301 w 302992"/>
                <a:gd name="connsiteY77" fmla="*/ 457028 h 475260"/>
                <a:gd name="connsiteX78" fmla="*/ 151681 w 302992"/>
                <a:gd name="connsiteY78" fmla="*/ 459047 h 475260"/>
                <a:gd name="connsiteX79" fmla="*/ 154003 w 302992"/>
                <a:gd name="connsiteY79" fmla="*/ 458172 h 475260"/>
                <a:gd name="connsiteX80" fmla="*/ 155148 w 302992"/>
                <a:gd name="connsiteY80" fmla="*/ 457028 h 475260"/>
                <a:gd name="connsiteX81" fmla="*/ 155888 w 302992"/>
                <a:gd name="connsiteY81" fmla="*/ 455447 h 475260"/>
                <a:gd name="connsiteX82" fmla="*/ 157773 w 302992"/>
                <a:gd name="connsiteY82" fmla="*/ 454572 h 475260"/>
                <a:gd name="connsiteX83" fmla="*/ 161239 w 302992"/>
                <a:gd name="connsiteY83" fmla="*/ 455279 h 475260"/>
                <a:gd name="connsiteX84" fmla="*/ 161239 w 302992"/>
                <a:gd name="connsiteY84" fmla="*/ 455144 h 475260"/>
                <a:gd name="connsiteX85" fmla="*/ 162754 w 302992"/>
                <a:gd name="connsiteY85" fmla="*/ 455716 h 475260"/>
                <a:gd name="connsiteX86" fmla="*/ 165883 w 302992"/>
                <a:gd name="connsiteY86" fmla="*/ 456591 h 475260"/>
                <a:gd name="connsiteX87" fmla="*/ 167465 w 302992"/>
                <a:gd name="connsiteY87" fmla="*/ 458609 h 475260"/>
                <a:gd name="connsiteX88" fmla="*/ 168609 w 302992"/>
                <a:gd name="connsiteY88" fmla="*/ 461367 h 475260"/>
                <a:gd name="connsiteX89" fmla="*/ 169619 w 302992"/>
                <a:gd name="connsiteY89" fmla="*/ 464698 h 475260"/>
                <a:gd name="connsiteX90" fmla="*/ 171369 w 302992"/>
                <a:gd name="connsiteY90" fmla="*/ 466716 h 475260"/>
                <a:gd name="connsiteX91" fmla="*/ 171369 w 302992"/>
                <a:gd name="connsiteY91" fmla="*/ 468735 h 475260"/>
                <a:gd name="connsiteX92" fmla="*/ 172816 w 302992"/>
                <a:gd name="connsiteY92" fmla="*/ 471493 h 475260"/>
                <a:gd name="connsiteX93" fmla="*/ 173961 w 302992"/>
                <a:gd name="connsiteY93" fmla="*/ 472368 h 475260"/>
                <a:gd name="connsiteX94" fmla="*/ 176148 w 302992"/>
                <a:gd name="connsiteY94" fmla="*/ 474386 h 475260"/>
                <a:gd name="connsiteX95" fmla="*/ 177730 w 302992"/>
                <a:gd name="connsiteY95" fmla="*/ 475261 h 475260"/>
                <a:gd name="connsiteX96" fmla="*/ 179480 w 302992"/>
                <a:gd name="connsiteY96" fmla="*/ 475261 h 475260"/>
                <a:gd name="connsiteX97" fmla="*/ 180624 w 302992"/>
                <a:gd name="connsiteY97" fmla="*/ 474117 h 475260"/>
                <a:gd name="connsiteX98" fmla="*/ 181634 w 302992"/>
                <a:gd name="connsiteY98" fmla="*/ 472368 h 475260"/>
                <a:gd name="connsiteX99" fmla="*/ 182643 w 302992"/>
                <a:gd name="connsiteY99" fmla="*/ 469307 h 475260"/>
                <a:gd name="connsiteX100" fmla="*/ 183216 w 302992"/>
                <a:gd name="connsiteY100" fmla="*/ 467557 h 475260"/>
                <a:gd name="connsiteX101" fmla="*/ 184360 w 302992"/>
                <a:gd name="connsiteY101" fmla="*/ 463790 h 475260"/>
                <a:gd name="connsiteX102" fmla="*/ 184932 w 302992"/>
                <a:gd name="connsiteY102" fmla="*/ 460325 h 475260"/>
                <a:gd name="connsiteX103" fmla="*/ 185672 w 302992"/>
                <a:gd name="connsiteY103" fmla="*/ 457566 h 475260"/>
                <a:gd name="connsiteX104" fmla="*/ 185369 w 302992"/>
                <a:gd name="connsiteY104" fmla="*/ 454808 h 475260"/>
                <a:gd name="connsiteX105" fmla="*/ 184663 w 302992"/>
                <a:gd name="connsiteY105" fmla="*/ 452049 h 475260"/>
                <a:gd name="connsiteX106" fmla="*/ 182643 w 302992"/>
                <a:gd name="connsiteY106" fmla="*/ 445826 h 475260"/>
                <a:gd name="connsiteX107" fmla="*/ 182071 w 302992"/>
                <a:gd name="connsiteY107" fmla="*/ 440612 h 475260"/>
                <a:gd name="connsiteX108" fmla="*/ 184023 w 302992"/>
                <a:gd name="connsiteY108" fmla="*/ 436104 h 475260"/>
                <a:gd name="connsiteX109" fmla="*/ 182509 w 302992"/>
                <a:gd name="connsiteY109" fmla="*/ 433817 h 475260"/>
                <a:gd name="connsiteX110" fmla="*/ 181297 w 302992"/>
                <a:gd name="connsiteY110" fmla="*/ 429679 h 475260"/>
                <a:gd name="connsiteX111" fmla="*/ 180321 w 302992"/>
                <a:gd name="connsiteY111" fmla="*/ 427392 h 475260"/>
                <a:gd name="connsiteX112" fmla="*/ 180321 w 302992"/>
                <a:gd name="connsiteY112" fmla="*/ 426315 h 475260"/>
                <a:gd name="connsiteX113" fmla="*/ 179951 w 302992"/>
                <a:gd name="connsiteY113" fmla="*/ 424028 h 475260"/>
                <a:gd name="connsiteX114" fmla="*/ 178605 w 302992"/>
                <a:gd name="connsiteY114" fmla="*/ 422177 h 475260"/>
                <a:gd name="connsiteX115" fmla="*/ 178605 w 302992"/>
                <a:gd name="connsiteY115" fmla="*/ 419789 h 475260"/>
                <a:gd name="connsiteX116" fmla="*/ 179379 w 302992"/>
                <a:gd name="connsiteY116" fmla="*/ 417737 h 475260"/>
                <a:gd name="connsiteX117" fmla="*/ 182643 w 302992"/>
                <a:gd name="connsiteY117" fmla="*/ 416862 h 475260"/>
                <a:gd name="connsiteX118" fmla="*/ 184595 w 302992"/>
                <a:gd name="connsiteY118" fmla="*/ 416089 h 475260"/>
                <a:gd name="connsiteX119" fmla="*/ 187220 w 302992"/>
                <a:gd name="connsiteY119" fmla="*/ 413801 h 475260"/>
                <a:gd name="connsiteX120" fmla="*/ 188970 w 302992"/>
                <a:gd name="connsiteY120" fmla="*/ 413700 h 475260"/>
                <a:gd name="connsiteX121" fmla="*/ 191898 w 302992"/>
                <a:gd name="connsiteY121" fmla="*/ 416728 h 475260"/>
                <a:gd name="connsiteX122" fmla="*/ 194288 w 302992"/>
                <a:gd name="connsiteY122" fmla="*/ 417602 h 475260"/>
                <a:gd name="connsiteX123" fmla="*/ 197350 w 302992"/>
                <a:gd name="connsiteY123" fmla="*/ 419352 h 475260"/>
                <a:gd name="connsiteX124" fmla="*/ 200951 w 302992"/>
                <a:gd name="connsiteY124" fmla="*/ 422076 h 475260"/>
                <a:gd name="connsiteX125" fmla="*/ 203879 w 302992"/>
                <a:gd name="connsiteY125" fmla="*/ 424801 h 475260"/>
                <a:gd name="connsiteX126" fmla="*/ 205831 w 302992"/>
                <a:gd name="connsiteY126" fmla="*/ 424801 h 475260"/>
                <a:gd name="connsiteX127" fmla="*/ 207783 w 302992"/>
                <a:gd name="connsiteY127" fmla="*/ 423119 h 475260"/>
                <a:gd name="connsiteX128" fmla="*/ 209870 w 302992"/>
                <a:gd name="connsiteY128" fmla="*/ 421202 h 475260"/>
                <a:gd name="connsiteX129" fmla="*/ 213572 w 302992"/>
                <a:gd name="connsiteY129" fmla="*/ 421976 h 475260"/>
                <a:gd name="connsiteX130" fmla="*/ 215860 w 302992"/>
                <a:gd name="connsiteY130" fmla="*/ 418511 h 475260"/>
                <a:gd name="connsiteX131" fmla="*/ 216399 w 302992"/>
                <a:gd name="connsiteY131" fmla="*/ 417972 h 475260"/>
                <a:gd name="connsiteX132" fmla="*/ 217712 w 302992"/>
                <a:gd name="connsiteY132" fmla="*/ 416122 h 475260"/>
                <a:gd name="connsiteX133" fmla="*/ 219562 w 302992"/>
                <a:gd name="connsiteY133" fmla="*/ 416122 h 475260"/>
                <a:gd name="connsiteX134" fmla="*/ 223466 w 302992"/>
                <a:gd name="connsiteY134" fmla="*/ 416122 h 475260"/>
                <a:gd name="connsiteX135" fmla="*/ 226192 w 302992"/>
                <a:gd name="connsiteY135" fmla="*/ 415416 h 475260"/>
                <a:gd name="connsiteX136" fmla="*/ 227404 w 302992"/>
                <a:gd name="connsiteY136" fmla="*/ 415248 h 475260"/>
                <a:gd name="connsiteX137" fmla="*/ 227404 w 302992"/>
                <a:gd name="connsiteY137" fmla="*/ 413398 h 475260"/>
                <a:gd name="connsiteX138" fmla="*/ 226933 w 302992"/>
                <a:gd name="connsiteY138" fmla="*/ 410572 h 475260"/>
                <a:gd name="connsiteX139" fmla="*/ 227000 w 302992"/>
                <a:gd name="connsiteY139" fmla="*/ 409697 h 475260"/>
                <a:gd name="connsiteX140" fmla="*/ 223836 w 302992"/>
                <a:gd name="connsiteY140" fmla="*/ 406333 h 475260"/>
                <a:gd name="connsiteX141" fmla="*/ 220471 w 302992"/>
                <a:gd name="connsiteY141" fmla="*/ 401354 h 475260"/>
                <a:gd name="connsiteX142" fmla="*/ 220471 w 302992"/>
                <a:gd name="connsiteY142" fmla="*/ 399605 h 475260"/>
                <a:gd name="connsiteX143" fmla="*/ 224274 w 302992"/>
                <a:gd name="connsiteY143" fmla="*/ 397755 h 475260"/>
                <a:gd name="connsiteX144" fmla="*/ 226563 w 302992"/>
                <a:gd name="connsiteY144" fmla="*/ 396342 h 475260"/>
                <a:gd name="connsiteX145" fmla="*/ 228414 w 302992"/>
                <a:gd name="connsiteY145" fmla="*/ 392440 h 475260"/>
                <a:gd name="connsiteX146" fmla="*/ 229188 w 302992"/>
                <a:gd name="connsiteY146" fmla="*/ 387865 h 475260"/>
                <a:gd name="connsiteX147" fmla="*/ 230365 w 302992"/>
                <a:gd name="connsiteY147" fmla="*/ 383828 h 475260"/>
                <a:gd name="connsiteX148" fmla="*/ 232452 w 302992"/>
                <a:gd name="connsiteY148" fmla="*/ 380128 h 475260"/>
                <a:gd name="connsiteX149" fmla="*/ 231577 w 302992"/>
                <a:gd name="connsiteY149" fmla="*/ 377403 h 475260"/>
                <a:gd name="connsiteX150" fmla="*/ 229726 w 302992"/>
                <a:gd name="connsiteY150" fmla="*/ 375788 h 475260"/>
                <a:gd name="connsiteX151" fmla="*/ 227539 w 302992"/>
                <a:gd name="connsiteY151" fmla="*/ 373299 h 475260"/>
                <a:gd name="connsiteX152" fmla="*/ 226226 w 302992"/>
                <a:gd name="connsiteY152" fmla="*/ 371348 h 475260"/>
                <a:gd name="connsiteX153" fmla="*/ 228414 w 302992"/>
                <a:gd name="connsiteY153" fmla="*/ 368421 h 475260"/>
                <a:gd name="connsiteX154" fmla="*/ 226226 w 302992"/>
                <a:gd name="connsiteY154" fmla="*/ 366134 h 475260"/>
                <a:gd name="connsiteX155" fmla="*/ 221346 w 302992"/>
                <a:gd name="connsiteY155" fmla="*/ 363947 h 475260"/>
                <a:gd name="connsiteX156" fmla="*/ 218721 w 302992"/>
                <a:gd name="connsiteY156" fmla="*/ 363947 h 475260"/>
                <a:gd name="connsiteX157" fmla="*/ 214178 w 302992"/>
                <a:gd name="connsiteY157" fmla="*/ 362904 h 475260"/>
                <a:gd name="connsiteX158" fmla="*/ 209836 w 302992"/>
                <a:gd name="connsiteY158" fmla="*/ 361222 h 475260"/>
                <a:gd name="connsiteX159" fmla="*/ 207110 w 302992"/>
                <a:gd name="connsiteY159" fmla="*/ 359271 h 475260"/>
                <a:gd name="connsiteX160" fmla="*/ 205158 w 302992"/>
                <a:gd name="connsiteY160" fmla="*/ 356883 h 475260"/>
                <a:gd name="connsiteX161" fmla="*/ 201793 w 302992"/>
                <a:gd name="connsiteY161" fmla="*/ 355806 h 475260"/>
                <a:gd name="connsiteX162" fmla="*/ 198528 w 302992"/>
                <a:gd name="connsiteY162" fmla="*/ 357455 h 475260"/>
                <a:gd name="connsiteX163" fmla="*/ 189408 w 302992"/>
                <a:gd name="connsiteY163" fmla="*/ 357455 h 475260"/>
                <a:gd name="connsiteX164" fmla="*/ 186480 w 302992"/>
                <a:gd name="connsiteY164" fmla="*/ 355941 h 475260"/>
                <a:gd name="connsiteX165" fmla="*/ 184865 w 302992"/>
                <a:gd name="connsiteY165" fmla="*/ 352476 h 475260"/>
                <a:gd name="connsiteX166" fmla="*/ 189206 w 302992"/>
                <a:gd name="connsiteY166" fmla="*/ 349449 h 475260"/>
                <a:gd name="connsiteX167" fmla="*/ 190821 w 302992"/>
                <a:gd name="connsiteY167" fmla="*/ 347935 h 475260"/>
                <a:gd name="connsiteX168" fmla="*/ 191696 w 302992"/>
                <a:gd name="connsiteY168" fmla="*/ 343595 h 475260"/>
                <a:gd name="connsiteX169" fmla="*/ 191158 w 302992"/>
                <a:gd name="connsiteY169" fmla="*/ 339895 h 475260"/>
                <a:gd name="connsiteX170" fmla="*/ 189408 w 302992"/>
                <a:gd name="connsiteY170" fmla="*/ 337406 h 475260"/>
                <a:gd name="connsiteX171" fmla="*/ 187355 w 302992"/>
                <a:gd name="connsiteY171" fmla="*/ 334243 h 475260"/>
                <a:gd name="connsiteX172" fmla="*/ 184427 w 302992"/>
                <a:gd name="connsiteY172" fmla="*/ 332057 h 475260"/>
                <a:gd name="connsiteX173" fmla="*/ 181701 w 302992"/>
                <a:gd name="connsiteY173" fmla="*/ 330207 h 475260"/>
                <a:gd name="connsiteX174" fmla="*/ 178975 w 302992"/>
                <a:gd name="connsiteY174" fmla="*/ 326944 h 475260"/>
                <a:gd name="connsiteX175" fmla="*/ 178975 w 302992"/>
                <a:gd name="connsiteY175" fmla="*/ 323680 h 475260"/>
                <a:gd name="connsiteX176" fmla="*/ 181028 w 302992"/>
                <a:gd name="connsiteY176" fmla="*/ 322604 h 475260"/>
                <a:gd name="connsiteX177" fmla="*/ 184494 w 302992"/>
                <a:gd name="connsiteY177" fmla="*/ 322604 h 475260"/>
                <a:gd name="connsiteX178" fmla="*/ 185369 w 302992"/>
                <a:gd name="connsiteY178" fmla="*/ 320216 h 475260"/>
                <a:gd name="connsiteX179" fmla="*/ 187456 w 302992"/>
                <a:gd name="connsiteY179" fmla="*/ 318904 h 475260"/>
                <a:gd name="connsiteX180" fmla="*/ 189206 w 302992"/>
                <a:gd name="connsiteY180" fmla="*/ 316414 h 475260"/>
                <a:gd name="connsiteX181" fmla="*/ 189206 w 302992"/>
                <a:gd name="connsiteY181" fmla="*/ 314463 h 475260"/>
                <a:gd name="connsiteX182" fmla="*/ 189206 w 302992"/>
                <a:gd name="connsiteY182" fmla="*/ 311873 h 475260"/>
                <a:gd name="connsiteX183" fmla="*/ 190619 w 302992"/>
                <a:gd name="connsiteY183" fmla="*/ 308845 h 475260"/>
                <a:gd name="connsiteX184" fmla="*/ 192571 w 302992"/>
                <a:gd name="connsiteY184" fmla="*/ 306020 h 475260"/>
                <a:gd name="connsiteX185" fmla="*/ 194322 w 302992"/>
                <a:gd name="connsiteY185" fmla="*/ 303867 h 475260"/>
                <a:gd name="connsiteX186" fmla="*/ 197586 w 302992"/>
                <a:gd name="connsiteY186" fmla="*/ 303833 h 475260"/>
                <a:gd name="connsiteX187" fmla="*/ 200649 w 302992"/>
                <a:gd name="connsiteY187" fmla="*/ 303833 h 475260"/>
                <a:gd name="connsiteX188" fmla="*/ 204115 w 302992"/>
                <a:gd name="connsiteY188" fmla="*/ 303295 h 475260"/>
                <a:gd name="connsiteX189" fmla="*/ 203577 w 302992"/>
                <a:gd name="connsiteY189" fmla="*/ 300907 h 475260"/>
                <a:gd name="connsiteX190" fmla="*/ 202802 w 302992"/>
                <a:gd name="connsiteY190" fmla="*/ 299595 h 475260"/>
                <a:gd name="connsiteX191" fmla="*/ 203240 w 302992"/>
                <a:gd name="connsiteY191" fmla="*/ 295793 h 475260"/>
                <a:gd name="connsiteX192" fmla="*/ 205629 w 302992"/>
                <a:gd name="connsiteY192" fmla="*/ 295154 h 475260"/>
                <a:gd name="connsiteX193" fmla="*/ 205529 w 302992"/>
                <a:gd name="connsiteY193" fmla="*/ 292429 h 475260"/>
                <a:gd name="connsiteX194" fmla="*/ 204317 w 302992"/>
                <a:gd name="connsiteY194" fmla="*/ 290680 h 475260"/>
                <a:gd name="connsiteX195" fmla="*/ 201052 w 302992"/>
                <a:gd name="connsiteY195" fmla="*/ 289065 h 475260"/>
                <a:gd name="connsiteX196" fmla="*/ 197687 w 302992"/>
                <a:gd name="connsiteY196" fmla="*/ 287653 h 475260"/>
                <a:gd name="connsiteX197" fmla="*/ 195398 w 302992"/>
                <a:gd name="connsiteY197" fmla="*/ 282876 h 475260"/>
                <a:gd name="connsiteX198" fmla="*/ 196711 w 302992"/>
                <a:gd name="connsiteY198" fmla="*/ 280151 h 475260"/>
                <a:gd name="connsiteX199" fmla="*/ 200312 w 302992"/>
                <a:gd name="connsiteY199" fmla="*/ 278502 h 475260"/>
                <a:gd name="connsiteX200" fmla="*/ 203677 w 302992"/>
                <a:gd name="connsiteY200" fmla="*/ 277964 h 475260"/>
                <a:gd name="connsiteX201" fmla="*/ 204216 w 302992"/>
                <a:gd name="connsiteY201" fmla="*/ 275374 h 475260"/>
                <a:gd name="connsiteX202" fmla="*/ 204855 w 302992"/>
                <a:gd name="connsiteY202" fmla="*/ 272750 h 475260"/>
                <a:gd name="connsiteX203" fmla="*/ 204855 w 302992"/>
                <a:gd name="connsiteY203" fmla="*/ 267536 h 475260"/>
                <a:gd name="connsiteX204" fmla="*/ 204855 w 302992"/>
                <a:gd name="connsiteY204" fmla="*/ 263028 h 475260"/>
                <a:gd name="connsiteX205" fmla="*/ 206033 w 302992"/>
                <a:gd name="connsiteY205" fmla="*/ 259833 h 475260"/>
                <a:gd name="connsiteX206" fmla="*/ 208187 w 302992"/>
                <a:gd name="connsiteY206" fmla="*/ 259664 h 475260"/>
                <a:gd name="connsiteX207" fmla="*/ 210509 w 302992"/>
                <a:gd name="connsiteY207" fmla="*/ 260169 h 475260"/>
                <a:gd name="connsiteX208" fmla="*/ 214413 w 302992"/>
                <a:gd name="connsiteY208" fmla="*/ 260943 h 475260"/>
                <a:gd name="connsiteX209" fmla="*/ 216332 w 302992"/>
                <a:gd name="connsiteY209" fmla="*/ 259294 h 475260"/>
                <a:gd name="connsiteX210" fmla="*/ 217139 w 302992"/>
                <a:gd name="connsiteY210" fmla="*/ 257511 h 475260"/>
                <a:gd name="connsiteX211" fmla="*/ 221043 w 302992"/>
                <a:gd name="connsiteY211" fmla="*/ 255762 h 475260"/>
                <a:gd name="connsiteX212" fmla="*/ 224308 w 302992"/>
                <a:gd name="connsiteY212" fmla="*/ 256267 h 475260"/>
                <a:gd name="connsiteX213" fmla="*/ 227808 w 302992"/>
                <a:gd name="connsiteY213" fmla="*/ 260573 h 475260"/>
                <a:gd name="connsiteX214" fmla="*/ 228245 w 302992"/>
                <a:gd name="connsiteY214" fmla="*/ 260236 h 475260"/>
                <a:gd name="connsiteX215" fmla="*/ 231442 w 302992"/>
                <a:gd name="connsiteY215" fmla="*/ 257579 h 475260"/>
                <a:gd name="connsiteX216" fmla="*/ 233933 w 302992"/>
                <a:gd name="connsiteY216" fmla="*/ 258050 h 475260"/>
                <a:gd name="connsiteX217" fmla="*/ 237265 w 302992"/>
                <a:gd name="connsiteY217" fmla="*/ 261481 h 475260"/>
                <a:gd name="connsiteX218" fmla="*/ 239688 w 302992"/>
                <a:gd name="connsiteY218" fmla="*/ 260606 h 475260"/>
                <a:gd name="connsiteX219" fmla="*/ 241875 w 302992"/>
                <a:gd name="connsiteY219" fmla="*/ 258756 h 475260"/>
                <a:gd name="connsiteX220" fmla="*/ 244736 w 302992"/>
                <a:gd name="connsiteY220" fmla="*/ 256570 h 475260"/>
                <a:gd name="connsiteX221" fmla="*/ 248606 w 302992"/>
                <a:gd name="connsiteY221" fmla="*/ 256199 h 475260"/>
                <a:gd name="connsiteX222" fmla="*/ 254530 w 302992"/>
                <a:gd name="connsiteY222" fmla="*/ 258386 h 475260"/>
                <a:gd name="connsiteX223" fmla="*/ 258063 w 302992"/>
                <a:gd name="connsiteY223" fmla="*/ 260505 h 475260"/>
                <a:gd name="connsiteX224" fmla="*/ 260049 w 302992"/>
                <a:gd name="connsiteY224" fmla="*/ 262457 h 475260"/>
                <a:gd name="connsiteX225" fmla="*/ 265501 w 302992"/>
                <a:gd name="connsiteY225" fmla="*/ 265383 h 475260"/>
                <a:gd name="connsiteX226" fmla="*/ 265669 w 302992"/>
                <a:gd name="connsiteY226" fmla="*/ 265383 h 475260"/>
                <a:gd name="connsiteX227" fmla="*/ 265366 w 302992"/>
                <a:gd name="connsiteY227" fmla="*/ 266729 h 475260"/>
                <a:gd name="connsiteX228" fmla="*/ 266275 w 302992"/>
                <a:gd name="connsiteY228" fmla="*/ 262658 h 475260"/>
                <a:gd name="connsiteX229" fmla="*/ 268227 w 302992"/>
                <a:gd name="connsiteY229" fmla="*/ 260270 h 475260"/>
                <a:gd name="connsiteX230" fmla="*/ 269977 w 302992"/>
                <a:gd name="connsiteY230" fmla="*/ 258823 h 475260"/>
                <a:gd name="connsiteX231" fmla="*/ 270179 w 302992"/>
                <a:gd name="connsiteY231" fmla="*/ 257579 h 475260"/>
                <a:gd name="connsiteX232" fmla="*/ 269876 w 302992"/>
                <a:gd name="connsiteY232" fmla="*/ 256334 h 475260"/>
                <a:gd name="connsiteX233" fmla="*/ 268799 w 302992"/>
                <a:gd name="connsiteY233" fmla="*/ 255392 h 475260"/>
                <a:gd name="connsiteX234" fmla="*/ 266275 w 302992"/>
                <a:gd name="connsiteY234" fmla="*/ 253206 h 475260"/>
                <a:gd name="connsiteX235" fmla="*/ 264087 w 302992"/>
                <a:gd name="connsiteY235" fmla="*/ 251961 h 475260"/>
                <a:gd name="connsiteX236" fmla="*/ 262337 w 302992"/>
                <a:gd name="connsiteY236" fmla="*/ 251019 h 475260"/>
                <a:gd name="connsiteX237" fmla="*/ 261092 w 302992"/>
                <a:gd name="connsiteY237" fmla="*/ 248630 h 475260"/>
                <a:gd name="connsiteX238" fmla="*/ 261227 w 302992"/>
                <a:gd name="connsiteY238" fmla="*/ 246747 h 475260"/>
                <a:gd name="connsiteX239" fmla="*/ 262304 w 302992"/>
                <a:gd name="connsiteY239" fmla="*/ 244863 h 475260"/>
                <a:gd name="connsiteX240" fmla="*/ 263246 w 302992"/>
                <a:gd name="connsiteY240" fmla="*/ 242475 h 475260"/>
                <a:gd name="connsiteX241" fmla="*/ 263044 w 302992"/>
                <a:gd name="connsiteY241" fmla="*/ 240591 h 475260"/>
                <a:gd name="connsiteX242" fmla="*/ 259847 w 302992"/>
                <a:gd name="connsiteY242" fmla="*/ 240591 h 475260"/>
                <a:gd name="connsiteX243" fmla="*/ 258972 w 302992"/>
                <a:gd name="connsiteY243" fmla="*/ 237395 h 475260"/>
                <a:gd name="connsiteX244" fmla="*/ 261664 w 302992"/>
                <a:gd name="connsiteY244" fmla="*/ 236016 h 475260"/>
                <a:gd name="connsiteX245" fmla="*/ 263112 w 302992"/>
                <a:gd name="connsiteY245" fmla="*/ 233324 h 475260"/>
                <a:gd name="connsiteX246" fmla="*/ 262809 w 302992"/>
                <a:gd name="connsiteY246" fmla="*/ 232080 h 475260"/>
                <a:gd name="connsiteX247" fmla="*/ 260856 w 302992"/>
                <a:gd name="connsiteY247" fmla="*/ 230701 h 475260"/>
                <a:gd name="connsiteX248" fmla="*/ 261732 w 302992"/>
                <a:gd name="connsiteY248" fmla="*/ 227505 h 475260"/>
                <a:gd name="connsiteX249" fmla="*/ 264929 w 302992"/>
                <a:gd name="connsiteY249" fmla="*/ 223434 h 475260"/>
                <a:gd name="connsiteX250" fmla="*/ 269136 w 302992"/>
                <a:gd name="connsiteY250" fmla="*/ 219095 h 475260"/>
                <a:gd name="connsiteX251" fmla="*/ 270145 w 302992"/>
                <a:gd name="connsiteY251" fmla="*/ 215462 h 475260"/>
                <a:gd name="connsiteX252" fmla="*/ 267823 w 302992"/>
                <a:gd name="connsiteY252" fmla="*/ 212603 h 475260"/>
                <a:gd name="connsiteX253" fmla="*/ 267823 w 302992"/>
                <a:gd name="connsiteY253" fmla="*/ 209239 h 475260"/>
                <a:gd name="connsiteX254" fmla="*/ 271862 w 302992"/>
                <a:gd name="connsiteY254" fmla="*/ 204563 h 475260"/>
                <a:gd name="connsiteX255" fmla="*/ 274352 w 302992"/>
                <a:gd name="connsiteY255" fmla="*/ 199247 h 475260"/>
                <a:gd name="connsiteX256" fmla="*/ 276203 w 302992"/>
                <a:gd name="connsiteY256" fmla="*/ 194471 h 475260"/>
                <a:gd name="connsiteX257" fmla="*/ 280982 w 302992"/>
                <a:gd name="connsiteY257" fmla="*/ 194033 h 475260"/>
                <a:gd name="connsiteX258" fmla="*/ 282631 w 302992"/>
                <a:gd name="connsiteY258" fmla="*/ 191847 h 475260"/>
                <a:gd name="connsiteX259" fmla="*/ 287646 w 302992"/>
                <a:gd name="connsiteY259" fmla="*/ 189257 h 475260"/>
                <a:gd name="connsiteX260" fmla="*/ 290574 w 302992"/>
                <a:gd name="connsiteY260" fmla="*/ 186868 h 475260"/>
                <a:gd name="connsiteX261" fmla="*/ 294612 w 302992"/>
                <a:gd name="connsiteY261" fmla="*/ 186094 h 475260"/>
                <a:gd name="connsiteX262" fmla="*/ 296901 w 302992"/>
                <a:gd name="connsiteY262" fmla="*/ 184681 h 475260"/>
                <a:gd name="connsiteX263" fmla="*/ 297877 w 302992"/>
                <a:gd name="connsiteY263" fmla="*/ 182394 h 475260"/>
                <a:gd name="connsiteX264" fmla="*/ 297877 w 302992"/>
                <a:gd name="connsiteY264" fmla="*/ 180006 h 475260"/>
                <a:gd name="connsiteX265" fmla="*/ 298853 w 302992"/>
                <a:gd name="connsiteY265" fmla="*/ 176103 h 475260"/>
                <a:gd name="connsiteX266" fmla="*/ 302992 w 302992"/>
                <a:gd name="connsiteY266" fmla="*/ 175027 h 475260"/>
                <a:gd name="connsiteX267" fmla="*/ 296867 w 302992"/>
                <a:gd name="connsiteY267" fmla="*/ 174489 h 475260"/>
                <a:gd name="connsiteX268" fmla="*/ 292458 w 302992"/>
                <a:gd name="connsiteY268" fmla="*/ 174859 h 475260"/>
                <a:gd name="connsiteX269" fmla="*/ 288117 w 302992"/>
                <a:gd name="connsiteY269" fmla="*/ 172605 h 475260"/>
                <a:gd name="connsiteX270" fmla="*/ 286165 w 302992"/>
                <a:gd name="connsiteY270" fmla="*/ 169342 h 475260"/>
                <a:gd name="connsiteX271" fmla="*/ 285155 w 302992"/>
                <a:gd name="connsiteY271" fmla="*/ 165137 h 475260"/>
                <a:gd name="connsiteX272" fmla="*/ 281016 w 302992"/>
                <a:gd name="connsiteY272" fmla="*/ 160293 h 475260"/>
                <a:gd name="connsiteX273" fmla="*/ 277886 w 302992"/>
                <a:gd name="connsiteY273" fmla="*/ 153834 h 475260"/>
                <a:gd name="connsiteX274" fmla="*/ 275261 w 302992"/>
                <a:gd name="connsiteY274" fmla="*/ 151008 h 475260"/>
                <a:gd name="connsiteX275" fmla="*/ 270549 w 302992"/>
                <a:gd name="connsiteY275" fmla="*/ 145357 h 475260"/>
                <a:gd name="connsiteX276" fmla="*/ 268664 w 302992"/>
                <a:gd name="connsiteY276" fmla="*/ 144112 h 475260"/>
                <a:gd name="connsiteX277" fmla="*/ 262640 w 302992"/>
                <a:gd name="connsiteY277" fmla="*/ 142228 h 475260"/>
                <a:gd name="connsiteX278" fmla="*/ 259578 w 302992"/>
                <a:gd name="connsiteY278" fmla="*/ 141421 h 475260"/>
                <a:gd name="connsiteX279" fmla="*/ 256549 w 302992"/>
                <a:gd name="connsiteY279" fmla="*/ 141421 h 475260"/>
                <a:gd name="connsiteX280" fmla="*/ 253217 w 302992"/>
                <a:gd name="connsiteY280" fmla="*/ 143708 h 475260"/>
                <a:gd name="connsiteX281" fmla="*/ 247563 w 302992"/>
                <a:gd name="connsiteY281" fmla="*/ 145996 h 475260"/>
                <a:gd name="connsiteX282" fmla="*/ 244164 w 302992"/>
                <a:gd name="connsiteY282" fmla="*/ 146702 h 475260"/>
                <a:gd name="connsiteX283" fmla="*/ 238140 w 302992"/>
                <a:gd name="connsiteY283" fmla="*/ 146702 h 475260"/>
                <a:gd name="connsiteX284" fmla="*/ 234068 w 302992"/>
                <a:gd name="connsiteY284" fmla="*/ 145256 h 475260"/>
                <a:gd name="connsiteX285" fmla="*/ 225149 w 302992"/>
                <a:gd name="connsiteY285" fmla="*/ 139100 h 475260"/>
                <a:gd name="connsiteX286" fmla="*/ 219798 w 302992"/>
                <a:gd name="connsiteY286" fmla="*/ 136409 h 475260"/>
                <a:gd name="connsiteX287" fmla="*/ 215221 w 302992"/>
                <a:gd name="connsiteY287" fmla="*/ 133381 h 475260"/>
                <a:gd name="connsiteX288" fmla="*/ 212832 w 302992"/>
                <a:gd name="connsiteY288" fmla="*/ 131867 h 475260"/>
                <a:gd name="connsiteX289" fmla="*/ 208692 w 302992"/>
                <a:gd name="connsiteY289" fmla="*/ 129042 h 475260"/>
                <a:gd name="connsiteX290" fmla="*/ 203475 w 302992"/>
                <a:gd name="connsiteY290" fmla="*/ 124029 h 475260"/>
                <a:gd name="connsiteX291" fmla="*/ 202399 w 302992"/>
                <a:gd name="connsiteY291" fmla="*/ 122515 h 475260"/>
                <a:gd name="connsiteX292" fmla="*/ 202634 w 302992"/>
                <a:gd name="connsiteY292" fmla="*/ 119051 h 475260"/>
                <a:gd name="connsiteX293" fmla="*/ 203947 w 302992"/>
                <a:gd name="connsiteY293" fmla="*/ 114476 h 475260"/>
                <a:gd name="connsiteX294" fmla="*/ 202870 w 302992"/>
                <a:gd name="connsiteY294" fmla="*/ 111852 h 475260"/>
                <a:gd name="connsiteX295" fmla="*/ 202230 w 302992"/>
                <a:gd name="connsiteY295" fmla="*/ 108151 h 475260"/>
                <a:gd name="connsiteX296" fmla="*/ 203980 w 302992"/>
                <a:gd name="connsiteY296" fmla="*/ 104922 h 475260"/>
                <a:gd name="connsiteX297" fmla="*/ 205495 w 302992"/>
                <a:gd name="connsiteY297" fmla="*/ 103408 h 475260"/>
                <a:gd name="connsiteX298" fmla="*/ 206572 w 302992"/>
                <a:gd name="connsiteY298" fmla="*/ 100582 h 475260"/>
                <a:gd name="connsiteX299" fmla="*/ 206572 w 302992"/>
                <a:gd name="connsiteY299" fmla="*/ 99069 h 475260"/>
                <a:gd name="connsiteX300" fmla="*/ 203846 w 302992"/>
                <a:gd name="connsiteY300" fmla="*/ 95368 h 475260"/>
                <a:gd name="connsiteX301" fmla="*/ 203072 w 302992"/>
                <a:gd name="connsiteY301" fmla="*/ 93619 h 475260"/>
                <a:gd name="connsiteX302" fmla="*/ 203072 w 302992"/>
                <a:gd name="connsiteY302" fmla="*/ 89919 h 475260"/>
                <a:gd name="connsiteX303" fmla="*/ 205798 w 302992"/>
                <a:gd name="connsiteY303" fmla="*/ 86858 h 475260"/>
                <a:gd name="connsiteX304" fmla="*/ 206336 w 302992"/>
                <a:gd name="connsiteY304" fmla="*/ 84906 h 475260"/>
                <a:gd name="connsiteX305" fmla="*/ 206774 w 302992"/>
                <a:gd name="connsiteY305" fmla="*/ 81879 h 475260"/>
                <a:gd name="connsiteX306" fmla="*/ 207851 w 302992"/>
                <a:gd name="connsiteY306" fmla="*/ 79289 h 475260"/>
                <a:gd name="connsiteX307" fmla="*/ 208490 w 302992"/>
                <a:gd name="connsiteY307" fmla="*/ 76463 h 475260"/>
                <a:gd name="connsiteX308" fmla="*/ 211519 w 302992"/>
                <a:gd name="connsiteY308" fmla="*/ 72763 h 475260"/>
                <a:gd name="connsiteX309" fmla="*/ 213269 w 302992"/>
                <a:gd name="connsiteY309" fmla="*/ 68860 h 475260"/>
                <a:gd name="connsiteX310" fmla="*/ 215894 w 302992"/>
                <a:gd name="connsiteY310" fmla="*/ 63209 h 475260"/>
                <a:gd name="connsiteX311" fmla="*/ 220303 w 302992"/>
                <a:gd name="connsiteY311" fmla="*/ 61762 h 475260"/>
                <a:gd name="connsiteX312" fmla="*/ 222760 w 302992"/>
                <a:gd name="connsiteY312" fmla="*/ 56683 h 475260"/>
                <a:gd name="connsiteX313" fmla="*/ 226529 w 302992"/>
                <a:gd name="connsiteY313" fmla="*/ 55236 h 475260"/>
                <a:gd name="connsiteX314" fmla="*/ 231880 w 302992"/>
                <a:gd name="connsiteY314" fmla="*/ 53050 h 475260"/>
                <a:gd name="connsiteX315" fmla="*/ 234909 w 302992"/>
                <a:gd name="connsiteY315" fmla="*/ 53487 h 475260"/>
                <a:gd name="connsiteX316" fmla="*/ 238678 w 302992"/>
                <a:gd name="connsiteY316" fmla="*/ 53790 h 475260"/>
                <a:gd name="connsiteX317" fmla="*/ 240428 w 302992"/>
                <a:gd name="connsiteY317" fmla="*/ 54227 h 475260"/>
                <a:gd name="connsiteX318" fmla="*/ 242751 w 302992"/>
                <a:gd name="connsiteY318" fmla="*/ 54664 h 475260"/>
                <a:gd name="connsiteX319" fmla="*/ 244063 w 302992"/>
                <a:gd name="connsiteY319" fmla="*/ 53655 h 475260"/>
                <a:gd name="connsiteX320" fmla="*/ 244635 w 302992"/>
                <a:gd name="connsiteY320" fmla="*/ 49316 h 475260"/>
                <a:gd name="connsiteX321" fmla="*/ 244635 w 302992"/>
                <a:gd name="connsiteY321" fmla="*/ 46288 h 475260"/>
                <a:gd name="connsiteX322" fmla="*/ 243625 w 302992"/>
                <a:gd name="connsiteY322" fmla="*/ 42958 h 475260"/>
                <a:gd name="connsiteX323" fmla="*/ 242481 w 302992"/>
                <a:gd name="connsiteY323" fmla="*/ 39325 h 475260"/>
                <a:gd name="connsiteX324" fmla="*/ 239722 w 302992"/>
                <a:gd name="connsiteY324" fmla="*/ 36566 h 475260"/>
                <a:gd name="connsiteX325" fmla="*/ 236390 w 302992"/>
                <a:gd name="connsiteY325" fmla="*/ 36566 h 475260"/>
                <a:gd name="connsiteX326" fmla="*/ 234774 w 302992"/>
                <a:gd name="connsiteY326" fmla="*/ 36701 h 475260"/>
                <a:gd name="connsiteX327" fmla="*/ 232587 w 302992"/>
                <a:gd name="connsiteY327" fmla="*/ 38013 h 475260"/>
                <a:gd name="connsiteX328" fmla="*/ 232587 w 302992"/>
                <a:gd name="connsiteY328" fmla="*/ 30612 h 475260"/>
                <a:gd name="connsiteX329" fmla="*/ 231510 w 302992"/>
                <a:gd name="connsiteY329" fmla="*/ 26979 h 475260"/>
                <a:gd name="connsiteX330" fmla="*/ 231745 w 302992"/>
                <a:gd name="connsiteY330" fmla="*/ 22337 h 475260"/>
                <a:gd name="connsiteX331" fmla="*/ 230635 w 302992"/>
                <a:gd name="connsiteY331" fmla="*/ 17694 h 475260"/>
                <a:gd name="connsiteX332" fmla="*/ 228851 w 302992"/>
                <a:gd name="connsiteY332" fmla="*/ 14936 h 475260"/>
                <a:gd name="connsiteX333" fmla="*/ 230467 w 302992"/>
                <a:gd name="connsiteY333" fmla="*/ 11034 h 475260"/>
                <a:gd name="connsiteX334" fmla="*/ 230433 w 302992"/>
                <a:gd name="connsiteY334" fmla="*/ 7569 h 475260"/>
                <a:gd name="connsiteX335" fmla="*/ 230433 w 302992"/>
                <a:gd name="connsiteY335" fmla="*/ 3936 h 475260"/>
                <a:gd name="connsiteX336" fmla="*/ 229726 w 302992"/>
                <a:gd name="connsiteY336" fmla="*/ 740 h 475260"/>
                <a:gd name="connsiteX337" fmla="*/ 225654 w 302992"/>
                <a:gd name="connsiteY337" fmla="*/ 0 h 475260"/>
                <a:gd name="connsiteX338" fmla="*/ 222187 w 302992"/>
                <a:gd name="connsiteY338" fmla="*/ 3465 h 475260"/>
                <a:gd name="connsiteX339" fmla="*/ 216096 w 302992"/>
                <a:gd name="connsiteY339" fmla="*/ 4037 h 475260"/>
                <a:gd name="connsiteX340" fmla="*/ 211014 w 302992"/>
                <a:gd name="connsiteY340" fmla="*/ 4037 h 475260"/>
                <a:gd name="connsiteX341" fmla="*/ 208692 w 302992"/>
                <a:gd name="connsiteY341" fmla="*/ 4911 h 475260"/>
                <a:gd name="connsiteX342" fmla="*/ 205495 w 302992"/>
                <a:gd name="connsiteY342" fmla="*/ 6930 h 475260"/>
                <a:gd name="connsiteX343" fmla="*/ 201860 w 302992"/>
                <a:gd name="connsiteY343" fmla="*/ 8242 h 475260"/>
                <a:gd name="connsiteX344" fmla="*/ 196946 w 302992"/>
                <a:gd name="connsiteY344" fmla="*/ 9554 h 475260"/>
                <a:gd name="connsiteX345" fmla="*/ 193615 w 302992"/>
                <a:gd name="connsiteY345" fmla="*/ 9554 h 475260"/>
                <a:gd name="connsiteX346" fmla="*/ 190552 w 302992"/>
                <a:gd name="connsiteY346" fmla="*/ 8242 h 475260"/>
                <a:gd name="connsiteX347" fmla="*/ 187793 w 302992"/>
                <a:gd name="connsiteY347" fmla="*/ 11707 h 475260"/>
                <a:gd name="connsiteX348" fmla="*/ 184461 w 302992"/>
                <a:gd name="connsiteY348" fmla="*/ 16618 h 475260"/>
                <a:gd name="connsiteX349" fmla="*/ 183754 w 302992"/>
                <a:gd name="connsiteY349" fmla="*/ 19814 h 475260"/>
                <a:gd name="connsiteX350" fmla="*/ 183014 w 302992"/>
                <a:gd name="connsiteY350" fmla="*/ 25768 h 475260"/>
                <a:gd name="connsiteX351" fmla="*/ 180691 w 302992"/>
                <a:gd name="connsiteY351" fmla="*/ 27786 h 475260"/>
                <a:gd name="connsiteX352" fmla="*/ 176787 w 302992"/>
                <a:gd name="connsiteY352" fmla="*/ 30108 h 475260"/>
                <a:gd name="connsiteX353" fmla="*/ 172715 w 302992"/>
                <a:gd name="connsiteY353" fmla="*/ 32731 h 475260"/>
                <a:gd name="connsiteX354" fmla="*/ 169249 w 302992"/>
                <a:gd name="connsiteY354" fmla="*/ 35490 h 475260"/>
                <a:gd name="connsiteX355" fmla="*/ 167364 w 302992"/>
                <a:gd name="connsiteY355" fmla="*/ 37945 h 475260"/>
                <a:gd name="connsiteX356" fmla="*/ 165042 w 302992"/>
                <a:gd name="connsiteY356" fmla="*/ 42722 h 475260"/>
                <a:gd name="connsiteX357" fmla="*/ 162720 w 302992"/>
                <a:gd name="connsiteY357" fmla="*/ 45918 h 475260"/>
                <a:gd name="connsiteX358" fmla="*/ 158244 w 302992"/>
                <a:gd name="connsiteY358" fmla="*/ 50695 h 475260"/>
                <a:gd name="connsiteX359" fmla="*/ 153027 w 302992"/>
                <a:gd name="connsiteY359" fmla="*/ 56044 h 475260"/>
                <a:gd name="connsiteX360" fmla="*/ 149830 w 302992"/>
                <a:gd name="connsiteY360" fmla="*/ 65025 h 475260"/>
                <a:gd name="connsiteX361" fmla="*/ 147070 w 302992"/>
                <a:gd name="connsiteY361" fmla="*/ 74882 h 475260"/>
                <a:gd name="connsiteX362" fmla="*/ 143167 w 302992"/>
                <a:gd name="connsiteY362" fmla="*/ 80096 h 475260"/>
                <a:gd name="connsiteX363" fmla="*/ 142157 w 302992"/>
                <a:gd name="connsiteY363" fmla="*/ 93552 h 475260"/>
                <a:gd name="connsiteX364" fmla="*/ 142157 w 302992"/>
                <a:gd name="connsiteY364" fmla="*/ 99338 h 475260"/>
                <a:gd name="connsiteX365" fmla="*/ 145287 w 302992"/>
                <a:gd name="connsiteY365" fmla="*/ 102971 h 475260"/>
                <a:gd name="connsiteX366" fmla="*/ 145926 w 302992"/>
                <a:gd name="connsiteY366" fmla="*/ 107176 h 475260"/>
                <a:gd name="connsiteX367" fmla="*/ 144479 w 302992"/>
                <a:gd name="connsiteY367" fmla="*/ 110943 h 475260"/>
                <a:gd name="connsiteX368" fmla="*/ 143739 w 302992"/>
                <a:gd name="connsiteY368" fmla="*/ 116730 h 475260"/>
                <a:gd name="connsiteX369" fmla="*/ 144479 w 302992"/>
                <a:gd name="connsiteY369" fmla="*/ 120766 h 475260"/>
                <a:gd name="connsiteX370" fmla="*/ 139565 w 302992"/>
                <a:gd name="connsiteY370" fmla="*/ 125106 h 475260"/>
                <a:gd name="connsiteX371" fmla="*/ 136099 w 302992"/>
                <a:gd name="connsiteY371" fmla="*/ 127730 h 475260"/>
                <a:gd name="connsiteX372" fmla="*/ 133205 w 302992"/>
                <a:gd name="connsiteY372" fmla="*/ 134088 h 475260"/>
                <a:gd name="connsiteX373" fmla="*/ 133508 w 302992"/>
                <a:gd name="connsiteY373" fmla="*/ 138999 h 475260"/>
                <a:gd name="connsiteX374" fmla="*/ 134955 w 302992"/>
                <a:gd name="connsiteY374" fmla="*/ 144213 h 475260"/>
                <a:gd name="connsiteX375" fmla="*/ 139296 w 302992"/>
                <a:gd name="connsiteY375" fmla="*/ 149999 h 475260"/>
                <a:gd name="connsiteX376" fmla="*/ 142763 w 302992"/>
                <a:gd name="connsiteY376" fmla="*/ 157232 h 475260"/>
                <a:gd name="connsiteX377" fmla="*/ 142763 w 302992"/>
                <a:gd name="connsiteY377" fmla="*/ 166516 h 475260"/>
                <a:gd name="connsiteX378" fmla="*/ 138690 w 302992"/>
                <a:gd name="connsiteY378" fmla="*/ 171158 h 475260"/>
                <a:gd name="connsiteX379" fmla="*/ 127113 w 302992"/>
                <a:gd name="connsiteY379" fmla="*/ 177516 h 475260"/>
                <a:gd name="connsiteX380" fmla="*/ 122099 w 302992"/>
                <a:gd name="connsiteY380" fmla="*/ 177550 h 475260"/>
                <a:gd name="connsiteX381" fmla="*/ 117757 w 302992"/>
                <a:gd name="connsiteY381" fmla="*/ 178122 h 475260"/>
                <a:gd name="connsiteX382" fmla="*/ 115805 w 302992"/>
                <a:gd name="connsiteY382" fmla="*/ 180880 h 475260"/>
                <a:gd name="connsiteX383" fmla="*/ 117892 w 302992"/>
                <a:gd name="connsiteY383" fmla="*/ 183403 h 475260"/>
                <a:gd name="connsiteX384" fmla="*/ 123176 w 302992"/>
                <a:gd name="connsiteY384" fmla="*/ 184143 h 475260"/>
                <a:gd name="connsiteX385" fmla="*/ 120921 w 302992"/>
                <a:gd name="connsiteY385" fmla="*/ 187911 h 475260"/>
                <a:gd name="connsiteX386" fmla="*/ 116344 w 302992"/>
                <a:gd name="connsiteY386" fmla="*/ 188550 h 475260"/>
                <a:gd name="connsiteX387" fmla="*/ 108872 w 302992"/>
                <a:gd name="connsiteY387" fmla="*/ 186532 h 475260"/>
                <a:gd name="connsiteX388" fmla="*/ 104733 w 302992"/>
                <a:gd name="connsiteY388" fmla="*/ 186532 h 475260"/>
                <a:gd name="connsiteX389" fmla="*/ 102983 w 302992"/>
                <a:gd name="connsiteY389" fmla="*/ 186532 h 475260"/>
                <a:gd name="connsiteX390" fmla="*/ 93190 w 302992"/>
                <a:gd name="connsiteY390" fmla="*/ 186532 h 475260"/>
                <a:gd name="connsiteX391" fmla="*/ 88175 w 302992"/>
                <a:gd name="connsiteY391" fmla="*/ 187844 h 475260"/>
                <a:gd name="connsiteX392" fmla="*/ 81007 w 302992"/>
                <a:gd name="connsiteY392" fmla="*/ 192621 h 475260"/>
                <a:gd name="connsiteX393" fmla="*/ 71651 w 302992"/>
                <a:gd name="connsiteY393" fmla="*/ 195446 h 475260"/>
                <a:gd name="connsiteX394" fmla="*/ 67309 w 302992"/>
                <a:gd name="connsiteY394" fmla="*/ 198070 h 475260"/>
                <a:gd name="connsiteX395" fmla="*/ 57078 w 302992"/>
                <a:gd name="connsiteY395" fmla="*/ 200660 h 475260"/>
                <a:gd name="connsiteX396" fmla="*/ 52064 w 302992"/>
                <a:gd name="connsiteY396" fmla="*/ 202847 h 475260"/>
                <a:gd name="connsiteX397" fmla="*/ 40991 w 302992"/>
                <a:gd name="connsiteY397" fmla="*/ 203049 h 475260"/>
                <a:gd name="connsiteX398" fmla="*/ 30996 w 302992"/>
                <a:gd name="connsiteY398" fmla="*/ 200660 h 475260"/>
                <a:gd name="connsiteX399" fmla="*/ 28371 w 302992"/>
                <a:gd name="connsiteY399" fmla="*/ 203486 h 475260"/>
                <a:gd name="connsiteX400" fmla="*/ 19250 w 302992"/>
                <a:gd name="connsiteY400" fmla="*/ 205875 h 475260"/>
                <a:gd name="connsiteX401" fmla="*/ 10769 w 302992"/>
                <a:gd name="connsiteY401" fmla="*/ 209138 h 475260"/>
                <a:gd name="connsiteX402" fmla="*/ 7942 w 302992"/>
                <a:gd name="connsiteY402" fmla="*/ 209138 h 475260"/>
                <a:gd name="connsiteX403" fmla="*/ 4442 w 302992"/>
                <a:gd name="connsiteY403" fmla="*/ 211896 h 475260"/>
                <a:gd name="connsiteX404" fmla="*/ 707 w 302992"/>
                <a:gd name="connsiteY404" fmla="*/ 213343 h 475260"/>
                <a:gd name="connsiteX405" fmla="*/ 0 w 302992"/>
                <a:gd name="connsiteY405" fmla="*/ 214890 h 475260"/>
                <a:gd name="connsiteX406" fmla="*/ 3264 w 302992"/>
                <a:gd name="connsiteY406" fmla="*/ 216538 h 475260"/>
                <a:gd name="connsiteX407" fmla="*/ 7303 w 302992"/>
                <a:gd name="connsiteY407" fmla="*/ 216538 h 475260"/>
                <a:gd name="connsiteX408" fmla="*/ 13495 w 302992"/>
                <a:gd name="connsiteY408" fmla="*/ 217850 h 475260"/>
                <a:gd name="connsiteX409" fmla="*/ 19250 w 302992"/>
                <a:gd name="connsiteY409" fmla="*/ 217850 h 475260"/>
                <a:gd name="connsiteX410" fmla="*/ 26419 w 302992"/>
                <a:gd name="connsiteY410" fmla="*/ 217850 h 475260"/>
                <a:gd name="connsiteX411" fmla="*/ 31635 w 302992"/>
                <a:gd name="connsiteY411" fmla="*/ 217850 h 475260"/>
                <a:gd name="connsiteX412" fmla="*/ 38602 w 302992"/>
                <a:gd name="connsiteY412" fmla="*/ 217850 h 475260"/>
                <a:gd name="connsiteX413" fmla="*/ 42068 w 302992"/>
                <a:gd name="connsiteY413" fmla="*/ 217850 h 475260"/>
                <a:gd name="connsiteX414" fmla="*/ 44256 w 302992"/>
                <a:gd name="connsiteY414" fmla="*/ 217850 h 475260"/>
                <a:gd name="connsiteX415" fmla="*/ 45770 w 302992"/>
                <a:gd name="connsiteY415" fmla="*/ 218725 h 475260"/>
                <a:gd name="connsiteX416" fmla="*/ 46410 w 302992"/>
                <a:gd name="connsiteY416" fmla="*/ 220474 h 475260"/>
                <a:gd name="connsiteX417" fmla="*/ 46410 w 302992"/>
                <a:gd name="connsiteY417" fmla="*/ 223300 h 475260"/>
                <a:gd name="connsiteX418" fmla="*/ 45905 w 302992"/>
                <a:gd name="connsiteY418" fmla="*/ 225251 h 475260"/>
                <a:gd name="connsiteX419" fmla="*/ 44861 w 302992"/>
                <a:gd name="connsiteY419" fmla="*/ 226563 h 475260"/>
                <a:gd name="connsiteX420" fmla="*/ 42035 w 302992"/>
                <a:gd name="connsiteY420" fmla="*/ 227875 h 475260"/>
                <a:gd name="connsiteX421" fmla="*/ 40284 w 302992"/>
                <a:gd name="connsiteY421" fmla="*/ 228850 h 475260"/>
                <a:gd name="connsiteX422" fmla="*/ 38534 w 302992"/>
                <a:gd name="connsiteY422" fmla="*/ 230028 h 475260"/>
                <a:gd name="connsiteX423" fmla="*/ 35068 w 302992"/>
                <a:gd name="connsiteY423" fmla="*/ 230028 h 475260"/>
                <a:gd name="connsiteX424" fmla="*/ 31366 w 302992"/>
                <a:gd name="connsiteY424" fmla="*/ 230028 h 475260"/>
                <a:gd name="connsiteX425" fmla="*/ 29852 w 302992"/>
                <a:gd name="connsiteY425" fmla="*/ 231104 h 475260"/>
                <a:gd name="connsiteX426" fmla="*/ 27260 w 302992"/>
                <a:gd name="connsiteY426" fmla="*/ 232618 h 475260"/>
                <a:gd name="connsiteX427" fmla="*/ 27260 w 302992"/>
                <a:gd name="connsiteY427" fmla="*/ 234132 h 475260"/>
                <a:gd name="connsiteX428" fmla="*/ 27799 w 302992"/>
                <a:gd name="connsiteY428" fmla="*/ 235982 h 475260"/>
                <a:gd name="connsiteX429" fmla="*/ 29751 w 302992"/>
                <a:gd name="connsiteY429" fmla="*/ 238707 h 475260"/>
                <a:gd name="connsiteX430" fmla="*/ 33924 w 302992"/>
                <a:gd name="connsiteY430" fmla="*/ 239682 h 475260"/>
                <a:gd name="connsiteX431" fmla="*/ 35606 w 302992"/>
                <a:gd name="connsiteY431" fmla="*/ 239716 h 475260"/>
                <a:gd name="connsiteX432" fmla="*/ 37188 w 302992"/>
                <a:gd name="connsiteY432" fmla="*/ 239716 h 475260"/>
                <a:gd name="connsiteX433" fmla="*/ 40318 w 302992"/>
                <a:gd name="connsiteY433" fmla="*/ 240422 h 475260"/>
                <a:gd name="connsiteX434" fmla="*/ 43650 w 302992"/>
                <a:gd name="connsiteY434" fmla="*/ 240422 h 475260"/>
                <a:gd name="connsiteX435" fmla="*/ 46612 w 302992"/>
                <a:gd name="connsiteY435" fmla="*/ 240490 h 475260"/>
                <a:gd name="connsiteX436" fmla="*/ 48126 w 302992"/>
                <a:gd name="connsiteY436" fmla="*/ 241297 h 475260"/>
                <a:gd name="connsiteX437" fmla="*/ 48126 w 302992"/>
                <a:gd name="connsiteY437" fmla="*/ 244123 h 475260"/>
                <a:gd name="connsiteX438" fmla="*/ 48833 w 302992"/>
                <a:gd name="connsiteY438" fmla="*/ 248025 h 475260"/>
                <a:gd name="connsiteX439" fmla="*/ 49169 w 302992"/>
                <a:gd name="connsiteY439" fmla="*/ 250918 h 475260"/>
                <a:gd name="connsiteX440" fmla="*/ 51559 w 302992"/>
                <a:gd name="connsiteY440" fmla="*/ 253609 h 475260"/>
                <a:gd name="connsiteX441" fmla="*/ 54016 w 302992"/>
                <a:gd name="connsiteY441" fmla="*/ 255594 h 475260"/>
                <a:gd name="connsiteX442" fmla="*/ 54453 w 302992"/>
                <a:gd name="connsiteY442" fmla="*/ 257242 h 475260"/>
                <a:gd name="connsiteX443" fmla="*/ 54016 w 302992"/>
                <a:gd name="connsiteY443" fmla="*/ 258554 h 475260"/>
                <a:gd name="connsiteX444" fmla="*/ 55968 w 302992"/>
                <a:gd name="connsiteY444" fmla="*/ 260640 h 475260"/>
                <a:gd name="connsiteX445" fmla="*/ 57717 w 302992"/>
                <a:gd name="connsiteY445" fmla="*/ 261514 h 475260"/>
                <a:gd name="connsiteX446" fmla="*/ 63136 w 302992"/>
                <a:gd name="connsiteY446" fmla="*/ 261750 h 475260"/>
                <a:gd name="connsiteX447" fmla="*/ 65761 w 302992"/>
                <a:gd name="connsiteY447" fmla="*/ 262725 h 475260"/>
                <a:gd name="connsiteX448" fmla="*/ 67713 w 302992"/>
                <a:gd name="connsiteY448" fmla="*/ 264677 h 475260"/>
                <a:gd name="connsiteX449" fmla="*/ 70001 w 302992"/>
                <a:gd name="connsiteY449" fmla="*/ 267401 h 475260"/>
                <a:gd name="connsiteX450" fmla="*/ 71314 w 302992"/>
                <a:gd name="connsiteY450" fmla="*/ 269689 h 475260"/>
                <a:gd name="connsiteX451" fmla="*/ 73064 w 302992"/>
                <a:gd name="connsiteY451" fmla="*/ 272952 h 475260"/>
                <a:gd name="connsiteX452" fmla="*/ 74242 w 302992"/>
                <a:gd name="connsiteY452" fmla="*/ 276753 h 475260"/>
                <a:gd name="connsiteX453" fmla="*/ 75352 w 302992"/>
                <a:gd name="connsiteY453" fmla="*/ 278402 h 4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02992" h="475260">
                  <a:moveTo>
                    <a:pt x="75352" y="278402"/>
                  </a:moveTo>
                  <a:lnTo>
                    <a:pt x="78180" y="278940"/>
                  </a:lnTo>
                  <a:cubicBezTo>
                    <a:pt x="78180" y="278940"/>
                    <a:pt x="81107" y="279814"/>
                    <a:pt x="81545" y="279814"/>
                  </a:cubicBezTo>
                  <a:cubicBezTo>
                    <a:pt x="81983" y="279814"/>
                    <a:pt x="83160" y="280252"/>
                    <a:pt x="83160" y="280252"/>
                  </a:cubicBezTo>
                  <a:lnTo>
                    <a:pt x="85785" y="282876"/>
                  </a:lnTo>
                  <a:lnTo>
                    <a:pt x="87636" y="286475"/>
                  </a:lnTo>
                  <a:cubicBezTo>
                    <a:pt x="87636" y="286475"/>
                    <a:pt x="89588" y="289402"/>
                    <a:pt x="89925" y="289738"/>
                  </a:cubicBezTo>
                  <a:cubicBezTo>
                    <a:pt x="90262" y="290075"/>
                    <a:pt x="90026" y="291925"/>
                    <a:pt x="90026" y="292328"/>
                  </a:cubicBezTo>
                  <a:cubicBezTo>
                    <a:pt x="90026" y="292766"/>
                    <a:pt x="89925" y="294717"/>
                    <a:pt x="89824" y="295154"/>
                  </a:cubicBezTo>
                  <a:cubicBezTo>
                    <a:pt x="89723" y="295591"/>
                    <a:pt x="89185" y="297105"/>
                    <a:pt x="89185" y="297105"/>
                  </a:cubicBezTo>
                  <a:cubicBezTo>
                    <a:pt x="89185" y="297105"/>
                    <a:pt x="88108" y="298417"/>
                    <a:pt x="87435" y="298955"/>
                  </a:cubicBezTo>
                  <a:cubicBezTo>
                    <a:pt x="86795" y="299494"/>
                    <a:pt x="85920" y="299931"/>
                    <a:pt x="85920" y="299931"/>
                  </a:cubicBezTo>
                  <a:lnTo>
                    <a:pt x="85045" y="300267"/>
                  </a:lnTo>
                  <a:cubicBezTo>
                    <a:pt x="85045" y="300267"/>
                    <a:pt x="83295" y="301041"/>
                    <a:pt x="82218" y="301579"/>
                  </a:cubicBezTo>
                  <a:cubicBezTo>
                    <a:pt x="81141" y="302118"/>
                    <a:pt x="80906" y="303968"/>
                    <a:pt x="80906" y="303968"/>
                  </a:cubicBezTo>
                  <a:lnTo>
                    <a:pt x="79593" y="305482"/>
                  </a:lnTo>
                  <a:lnTo>
                    <a:pt x="78180" y="310157"/>
                  </a:lnTo>
                  <a:lnTo>
                    <a:pt x="78718" y="313420"/>
                  </a:lnTo>
                  <a:lnTo>
                    <a:pt x="78180" y="316684"/>
                  </a:lnTo>
                  <a:lnTo>
                    <a:pt x="78718" y="319947"/>
                  </a:lnTo>
                  <a:lnTo>
                    <a:pt x="80569" y="322571"/>
                  </a:lnTo>
                  <a:lnTo>
                    <a:pt x="83833" y="323647"/>
                  </a:lnTo>
                  <a:lnTo>
                    <a:pt x="87535" y="324084"/>
                  </a:lnTo>
                  <a:lnTo>
                    <a:pt x="90161" y="324320"/>
                  </a:lnTo>
                  <a:lnTo>
                    <a:pt x="93088" y="326607"/>
                  </a:lnTo>
                  <a:lnTo>
                    <a:pt x="93694" y="330812"/>
                  </a:lnTo>
                  <a:lnTo>
                    <a:pt x="96454" y="337338"/>
                  </a:lnTo>
                  <a:lnTo>
                    <a:pt x="99348" y="345143"/>
                  </a:lnTo>
                  <a:lnTo>
                    <a:pt x="100089" y="354427"/>
                  </a:lnTo>
                  <a:lnTo>
                    <a:pt x="101233" y="359641"/>
                  </a:lnTo>
                  <a:lnTo>
                    <a:pt x="100089" y="365495"/>
                  </a:lnTo>
                  <a:lnTo>
                    <a:pt x="100493" y="369935"/>
                  </a:lnTo>
                  <a:lnTo>
                    <a:pt x="100593" y="371953"/>
                  </a:lnTo>
                  <a:lnTo>
                    <a:pt x="99079" y="374207"/>
                  </a:lnTo>
                  <a:cubicBezTo>
                    <a:pt x="99079" y="374207"/>
                    <a:pt x="96521" y="378412"/>
                    <a:pt x="95949" y="378446"/>
                  </a:cubicBezTo>
                  <a:cubicBezTo>
                    <a:pt x="95411" y="378480"/>
                    <a:pt x="94367" y="379119"/>
                    <a:pt x="93661" y="379455"/>
                  </a:cubicBezTo>
                  <a:cubicBezTo>
                    <a:pt x="92954" y="379791"/>
                    <a:pt x="92113" y="380229"/>
                    <a:pt x="91776" y="380229"/>
                  </a:cubicBezTo>
                  <a:cubicBezTo>
                    <a:pt x="91439" y="380229"/>
                    <a:pt x="89925" y="381272"/>
                    <a:pt x="89858" y="381406"/>
                  </a:cubicBezTo>
                  <a:cubicBezTo>
                    <a:pt x="89790" y="381541"/>
                    <a:pt x="89622" y="382853"/>
                    <a:pt x="89622" y="383021"/>
                  </a:cubicBezTo>
                  <a:cubicBezTo>
                    <a:pt x="89622" y="383155"/>
                    <a:pt x="89387" y="384669"/>
                    <a:pt x="89387" y="384669"/>
                  </a:cubicBezTo>
                  <a:lnTo>
                    <a:pt x="88007" y="386351"/>
                  </a:lnTo>
                  <a:lnTo>
                    <a:pt x="86324" y="387327"/>
                  </a:lnTo>
                  <a:lnTo>
                    <a:pt x="83901" y="389513"/>
                  </a:lnTo>
                  <a:cubicBezTo>
                    <a:pt x="83901" y="389513"/>
                    <a:pt x="83867" y="391734"/>
                    <a:pt x="83833" y="392003"/>
                  </a:cubicBezTo>
                  <a:cubicBezTo>
                    <a:pt x="83800" y="392305"/>
                    <a:pt x="83699" y="394055"/>
                    <a:pt x="83463" y="394257"/>
                  </a:cubicBezTo>
                  <a:cubicBezTo>
                    <a:pt x="83261" y="394425"/>
                    <a:pt x="83463" y="396510"/>
                    <a:pt x="83463" y="396510"/>
                  </a:cubicBezTo>
                  <a:cubicBezTo>
                    <a:pt x="83463" y="396510"/>
                    <a:pt x="83699" y="397654"/>
                    <a:pt x="83766" y="397822"/>
                  </a:cubicBezTo>
                  <a:cubicBezTo>
                    <a:pt x="83833" y="397957"/>
                    <a:pt x="85011" y="399235"/>
                    <a:pt x="85550" y="399639"/>
                  </a:cubicBezTo>
                  <a:cubicBezTo>
                    <a:pt x="86088" y="400042"/>
                    <a:pt x="87872" y="401422"/>
                    <a:pt x="88074" y="401624"/>
                  </a:cubicBezTo>
                  <a:cubicBezTo>
                    <a:pt x="88276" y="401859"/>
                    <a:pt x="88713" y="403036"/>
                    <a:pt x="88612" y="403406"/>
                  </a:cubicBezTo>
                  <a:cubicBezTo>
                    <a:pt x="88512" y="403776"/>
                    <a:pt x="88040" y="404382"/>
                    <a:pt x="87805" y="404954"/>
                  </a:cubicBezTo>
                  <a:cubicBezTo>
                    <a:pt x="87603" y="405526"/>
                    <a:pt x="89117" y="406266"/>
                    <a:pt x="89252" y="406299"/>
                  </a:cubicBezTo>
                  <a:cubicBezTo>
                    <a:pt x="89387" y="406333"/>
                    <a:pt x="90699" y="406905"/>
                    <a:pt x="91204" y="407073"/>
                  </a:cubicBezTo>
                  <a:cubicBezTo>
                    <a:pt x="91709" y="407208"/>
                    <a:pt x="93055" y="407746"/>
                    <a:pt x="93257" y="407746"/>
                  </a:cubicBezTo>
                  <a:cubicBezTo>
                    <a:pt x="93425" y="407746"/>
                    <a:pt x="94771" y="409024"/>
                    <a:pt x="94771" y="409024"/>
                  </a:cubicBezTo>
                  <a:lnTo>
                    <a:pt x="96084" y="411211"/>
                  </a:lnTo>
                  <a:lnTo>
                    <a:pt x="96622" y="413297"/>
                  </a:lnTo>
                  <a:lnTo>
                    <a:pt x="99247" y="414171"/>
                  </a:lnTo>
                  <a:lnTo>
                    <a:pt x="104161" y="415618"/>
                  </a:lnTo>
                  <a:lnTo>
                    <a:pt x="106180" y="415315"/>
                  </a:lnTo>
                  <a:lnTo>
                    <a:pt x="108199" y="414440"/>
                  </a:lnTo>
                  <a:lnTo>
                    <a:pt x="111666" y="414440"/>
                  </a:lnTo>
                  <a:cubicBezTo>
                    <a:pt x="111666" y="414440"/>
                    <a:pt x="116007" y="415012"/>
                    <a:pt x="118632" y="415584"/>
                  </a:cubicBezTo>
                  <a:cubicBezTo>
                    <a:pt x="121224" y="416156"/>
                    <a:pt x="120955" y="416459"/>
                    <a:pt x="120955" y="416459"/>
                  </a:cubicBezTo>
                  <a:lnTo>
                    <a:pt x="120652" y="417905"/>
                  </a:lnTo>
                  <a:lnTo>
                    <a:pt x="120080" y="421101"/>
                  </a:lnTo>
                  <a:lnTo>
                    <a:pt x="118632" y="422245"/>
                  </a:lnTo>
                  <a:cubicBezTo>
                    <a:pt x="118632" y="422245"/>
                    <a:pt x="120382" y="425138"/>
                    <a:pt x="120652" y="426315"/>
                  </a:cubicBezTo>
                  <a:cubicBezTo>
                    <a:pt x="120955" y="427459"/>
                    <a:pt x="122099" y="432337"/>
                    <a:pt x="122099" y="432337"/>
                  </a:cubicBezTo>
                  <a:cubicBezTo>
                    <a:pt x="122099" y="432337"/>
                    <a:pt x="130210" y="436474"/>
                    <a:pt x="131084" y="436743"/>
                  </a:cubicBezTo>
                  <a:cubicBezTo>
                    <a:pt x="131959" y="437046"/>
                    <a:pt x="134551" y="437887"/>
                    <a:pt x="134551" y="437887"/>
                  </a:cubicBezTo>
                  <a:lnTo>
                    <a:pt x="141214" y="440780"/>
                  </a:lnTo>
                  <a:lnTo>
                    <a:pt x="146936" y="444615"/>
                  </a:lnTo>
                  <a:lnTo>
                    <a:pt x="149628" y="447441"/>
                  </a:lnTo>
                  <a:lnTo>
                    <a:pt x="149763" y="449627"/>
                  </a:lnTo>
                  <a:lnTo>
                    <a:pt x="149056" y="451814"/>
                  </a:lnTo>
                  <a:lnTo>
                    <a:pt x="149056" y="454135"/>
                  </a:lnTo>
                  <a:cubicBezTo>
                    <a:pt x="149056" y="454135"/>
                    <a:pt x="149998" y="455010"/>
                    <a:pt x="150301" y="457028"/>
                  </a:cubicBezTo>
                  <a:cubicBezTo>
                    <a:pt x="150604" y="459047"/>
                    <a:pt x="151681" y="459047"/>
                    <a:pt x="151681" y="459047"/>
                  </a:cubicBezTo>
                  <a:lnTo>
                    <a:pt x="154003" y="458172"/>
                  </a:lnTo>
                  <a:lnTo>
                    <a:pt x="155148" y="457028"/>
                  </a:lnTo>
                  <a:lnTo>
                    <a:pt x="155888" y="455447"/>
                  </a:lnTo>
                  <a:lnTo>
                    <a:pt x="157773" y="454572"/>
                  </a:lnTo>
                  <a:lnTo>
                    <a:pt x="161239" y="455279"/>
                  </a:lnTo>
                  <a:lnTo>
                    <a:pt x="161239" y="455144"/>
                  </a:lnTo>
                  <a:lnTo>
                    <a:pt x="162754" y="455716"/>
                  </a:lnTo>
                  <a:lnTo>
                    <a:pt x="165883" y="456591"/>
                  </a:lnTo>
                  <a:lnTo>
                    <a:pt x="167465" y="458609"/>
                  </a:lnTo>
                  <a:lnTo>
                    <a:pt x="168609" y="461367"/>
                  </a:lnTo>
                  <a:cubicBezTo>
                    <a:pt x="168609" y="461367"/>
                    <a:pt x="169181" y="462814"/>
                    <a:pt x="169619" y="464698"/>
                  </a:cubicBezTo>
                  <a:cubicBezTo>
                    <a:pt x="170056" y="466582"/>
                    <a:pt x="170629" y="465707"/>
                    <a:pt x="171369" y="466716"/>
                  </a:cubicBezTo>
                  <a:cubicBezTo>
                    <a:pt x="172076" y="467725"/>
                    <a:pt x="171369" y="468735"/>
                    <a:pt x="171369" y="468735"/>
                  </a:cubicBezTo>
                  <a:lnTo>
                    <a:pt x="172816" y="471493"/>
                  </a:lnTo>
                  <a:lnTo>
                    <a:pt x="173961" y="472368"/>
                  </a:lnTo>
                  <a:cubicBezTo>
                    <a:pt x="173961" y="472368"/>
                    <a:pt x="175542" y="474117"/>
                    <a:pt x="176148" y="474386"/>
                  </a:cubicBezTo>
                  <a:cubicBezTo>
                    <a:pt x="176720" y="474689"/>
                    <a:pt x="177730" y="475261"/>
                    <a:pt x="177730" y="475261"/>
                  </a:cubicBezTo>
                  <a:lnTo>
                    <a:pt x="179480" y="475261"/>
                  </a:lnTo>
                  <a:cubicBezTo>
                    <a:pt x="179480" y="475261"/>
                    <a:pt x="180220" y="474554"/>
                    <a:pt x="180624" y="474117"/>
                  </a:cubicBezTo>
                  <a:cubicBezTo>
                    <a:pt x="181062" y="473680"/>
                    <a:pt x="181634" y="472368"/>
                    <a:pt x="181634" y="472368"/>
                  </a:cubicBezTo>
                  <a:lnTo>
                    <a:pt x="182643" y="469307"/>
                  </a:lnTo>
                  <a:lnTo>
                    <a:pt x="183216" y="467557"/>
                  </a:lnTo>
                  <a:lnTo>
                    <a:pt x="184360" y="463790"/>
                  </a:lnTo>
                  <a:lnTo>
                    <a:pt x="184932" y="460325"/>
                  </a:lnTo>
                  <a:lnTo>
                    <a:pt x="185672" y="457566"/>
                  </a:lnTo>
                  <a:lnTo>
                    <a:pt x="185369" y="454808"/>
                  </a:lnTo>
                  <a:cubicBezTo>
                    <a:pt x="185369" y="454808"/>
                    <a:pt x="185067" y="452218"/>
                    <a:pt x="184663" y="452049"/>
                  </a:cubicBezTo>
                  <a:cubicBezTo>
                    <a:pt x="184225" y="451915"/>
                    <a:pt x="182643" y="445826"/>
                    <a:pt x="182643" y="445826"/>
                  </a:cubicBezTo>
                  <a:lnTo>
                    <a:pt x="182071" y="440612"/>
                  </a:lnTo>
                  <a:lnTo>
                    <a:pt x="184023" y="436104"/>
                  </a:lnTo>
                  <a:lnTo>
                    <a:pt x="182509" y="433817"/>
                  </a:lnTo>
                  <a:lnTo>
                    <a:pt x="181297" y="429679"/>
                  </a:lnTo>
                  <a:lnTo>
                    <a:pt x="180321" y="427392"/>
                  </a:lnTo>
                  <a:lnTo>
                    <a:pt x="180321" y="426315"/>
                  </a:lnTo>
                  <a:cubicBezTo>
                    <a:pt x="180321" y="426315"/>
                    <a:pt x="180153" y="424465"/>
                    <a:pt x="179951" y="424028"/>
                  </a:cubicBezTo>
                  <a:cubicBezTo>
                    <a:pt x="179749" y="423590"/>
                    <a:pt x="178605" y="422177"/>
                    <a:pt x="178605" y="422177"/>
                  </a:cubicBezTo>
                  <a:lnTo>
                    <a:pt x="178605" y="419789"/>
                  </a:lnTo>
                  <a:lnTo>
                    <a:pt x="179379" y="417737"/>
                  </a:lnTo>
                  <a:lnTo>
                    <a:pt x="182643" y="416862"/>
                  </a:lnTo>
                  <a:lnTo>
                    <a:pt x="184595" y="416089"/>
                  </a:lnTo>
                  <a:lnTo>
                    <a:pt x="187220" y="413801"/>
                  </a:lnTo>
                  <a:lnTo>
                    <a:pt x="188970" y="413700"/>
                  </a:lnTo>
                  <a:lnTo>
                    <a:pt x="191898" y="416728"/>
                  </a:lnTo>
                  <a:lnTo>
                    <a:pt x="194288" y="417602"/>
                  </a:lnTo>
                  <a:lnTo>
                    <a:pt x="197350" y="419352"/>
                  </a:lnTo>
                  <a:lnTo>
                    <a:pt x="200951" y="422076"/>
                  </a:lnTo>
                  <a:lnTo>
                    <a:pt x="203879" y="424801"/>
                  </a:lnTo>
                  <a:lnTo>
                    <a:pt x="205831" y="424801"/>
                  </a:lnTo>
                  <a:lnTo>
                    <a:pt x="207783" y="423119"/>
                  </a:lnTo>
                  <a:lnTo>
                    <a:pt x="209870" y="421202"/>
                  </a:lnTo>
                  <a:lnTo>
                    <a:pt x="213572" y="421976"/>
                  </a:lnTo>
                  <a:cubicBezTo>
                    <a:pt x="213572" y="421976"/>
                    <a:pt x="214548" y="419486"/>
                    <a:pt x="215860" y="418511"/>
                  </a:cubicBezTo>
                  <a:cubicBezTo>
                    <a:pt x="217173" y="417535"/>
                    <a:pt x="215860" y="418511"/>
                    <a:pt x="216399" y="417972"/>
                  </a:cubicBezTo>
                  <a:cubicBezTo>
                    <a:pt x="216937" y="417434"/>
                    <a:pt x="217375" y="416223"/>
                    <a:pt x="217712" y="416122"/>
                  </a:cubicBezTo>
                  <a:cubicBezTo>
                    <a:pt x="218048" y="416021"/>
                    <a:pt x="218485" y="416122"/>
                    <a:pt x="219562" y="416122"/>
                  </a:cubicBezTo>
                  <a:cubicBezTo>
                    <a:pt x="220639" y="416122"/>
                    <a:pt x="221952" y="416122"/>
                    <a:pt x="223466" y="416122"/>
                  </a:cubicBezTo>
                  <a:cubicBezTo>
                    <a:pt x="224981" y="416122"/>
                    <a:pt x="225216" y="415954"/>
                    <a:pt x="226192" y="415416"/>
                  </a:cubicBezTo>
                  <a:cubicBezTo>
                    <a:pt x="227168" y="414878"/>
                    <a:pt x="227404" y="415248"/>
                    <a:pt x="227404" y="415248"/>
                  </a:cubicBezTo>
                  <a:lnTo>
                    <a:pt x="227404" y="413398"/>
                  </a:lnTo>
                  <a:lnTo>
                    <a:pt x="226933" y="410572"/>
                  </a:lnTo>
                  <a:lnTo>
                    <a:pt x="227000" y="409697"/>
                  </a:lnTo>
                  <a:lnTo>
                    <a:pt x="223836" y="406333"/>
                  </a:lnTo>
                  <a:lnTo>
                    <a:pt x="220471" y="401354"/>
                  </a:lnTo>
                  <a:lnTo>
                    <a:pt x="220471" y="399605"/>
                  </a:lnTo>
                  <a:lnTo>
                    <a:pt x="224274" y="397755"/>
                  </a:lnTo>
                  <a:lnTo>
                    <a:pt x="226563" y="396342"/>
                  </a:lnTo>
                  <a:lnTo>
                    <a:pt x="228414" y="392440"/>
                  </a:lnTo>
                  <a:cubicBezTo>
                    <a:pt x="228414" y="392440"/>
                    <a:pt x="229188" y="388302"/>
                    <a:pt x="229188" y="387865"/>
                  </a:cubicBezTo>
                  <a:cubicBezTo>
                    <a:pt x="229188" y="387428"/>
                    <a:pt x="229726" y="385241"/>
                    <a:pt x="230365" y="383828"/>
                  </a:cubicBezTo>
                  <a:cubicBezTo>
                    <a:pt x="231005" y="382415"/>
                    <a:pt x="232452" y="380128"/>
                    <a:pt x="232452" y="380128"/>
                  </a:cubicBezTo>
                  <a:lnTo>
                    <a:pt x="231577" y="377403"/>
                  </a:lnTo>
                  <a:lnTo>
                    <a:pt x="229726" y="375788"/>
                  </a:lnTo>
                  <a:lnTo>
                    <a:pt x="227539" y="373299"/>
                  </a:lnTo>
                  <a:lnTo>
                    <a:pt x="226226" y="371348"/>
                  </a:lnTo>
                  <a:lnTo>
                    <a:pt x="228414" y="368421"/>
                  </a:lnTo>
                  <a:lnTo>
                    <a:pt x="226226" y="366134"/>
                  </a:lnTo>
                  <a:lnTo>
                    <a:pt x="221346" y="363947"/>
                  </a:lnTo>
                  <a:cubicBezTo>
                    <a:pt x="221346" y="363947"/>
                    <a:pt x="219058" y="363947"/>
                    <a:pt x="218721" y="363947"/>
                  </a:cubicBezTo>
                  <a:cubicBezTo>
                    <a:pt x="218384" y="363947"/>
                    <a:pt x="215255" y="362904"/>
                    <a:pt x="214178" y="362904"/>
                  </a:cubicBezTo>
                  <a:cubicBezTo>
                    <a:pt x="213101" y="362904"/>
                    <a:pt x="209836" y="361222"/>
                    <a:pt x="209836" y="361222"/>
                  </a:cubicBezTo>
                  <a:lnTo>
                    <a:pt x="207110" y="359271"/>
                  </a:lnTo>
                  <a:lnTo>
                    <a:pt x="205158" y="356883"/>
                  </a:lnTo>
                  <a:lnTo>
                    <a:pt x="201793" y="355806"/>
                  </a:lnTo>
                  <a:lnTo>
                    <a:pt x="198528" y="357455"/>
                  </a:lnTo>
                  <a:cubicBezTo>
                    <a:pt x="198528" y="357455"/>
                    <a:pt x="193413" y="357657"/>
                    <a:pt x="189408" y="357455"/>
                  </a:cubicBezTo>
                  <a:cubicBezTo>
                    <a:pt x="185369" y="357219"/>
                    <a:pt x="186783" y="356244"/>
                    <a:pt x="186480" y="355941"/>
                  </a:cubicBezTo>
                  <a:cubicBezTo>
                    <a:pt x="186143" y="355605"/>
                    <a:pt x="184865" y="352476"/>
                    <a:pt x="184865" y="352476"/>
                  </a:cubicBezTo>
                  <a:cubicBezTo>
                    <a:pt x="184865" y="352476"/>
                    <a:pt x="188028" y="349987"/>
                    <a:pt x="189206" y="349449"/>
                  </a:cubicBezTo>
                  <a:cubicBezTo>
                    <a:pt x="190417" y="348910"/>
                    <a:pt x="190519" y="348036"/>
                    <a:pt x="190821" y="347935"/>
                  </a:cubicBezTo>
                  <a:cubicBezTo>
                    <a:pt x="191158" y="347834"/>
                    <a:pt x="191696" y="344335"/>
                    <a:pt x="191696" y="343595"/>
                  </a:cubicBezTo>
                  <a:cubicBezTo>
                    <a:pt x="191696" y="342821"/>
                    <a:pt x="191158" y="339895"/>
                    <a:pt x="191158" y="339895"/>
                  </a:cubicBezTo>
                  <a:lnTo>
                    <a:pt x="189408" y="337406"/>
                  </a:lnTo>
                  <a:lnTo>
                    <a:pt x="187355" y="334243"/>
                  </a:lnTo>
                  <a:lnTo>
                    <a:pt x="184427" y="332057"/>
                  </a:lnTo>
                  <a:cubicBezTo>
                    <a:pt x="184427" y="332057"/>
                    <a:pt x="182374" y="330207"/>
                    <a:pt x="181701" y="330207"/>
                  </a:cubicBezTo>
                  <a:cubicBezTo>
                    <a:pt x="181028" y="330207"/>
                    <a:pt x="179312" y="327616"/>
                    <a:pt x="178975" y="326944"/>
                  </a:cubicBezTo>
                  <a:cubicBezTo>
                    <a:pt x="178638" y="326304"/>
                    <a:pt x="178975" y="323680"/>
                    <a:pt x="178975" y="323680"/>
                  </a:cubicBezTo>
                  <a:cubicBezTo>
                    <a:pt x="178975" y="323680"/>
                    <a:pt x="179951" y="322907"/>
                    <a:pt x="181028" y="322604"/>
                  </a:cubicBezTo>
                  <a:cubicBezTo>
                    <a:pt x="182105" y="322268"/>
                    <a:pt x="183754" y="322940"/>
                    <a:pt x="184494" y="322604"/>
                  </a:cubicBezTo>
                  <a:cubicBezTo>
                    <a:pt x="185268" y="322268"/>
                    <a:pt x="185033" y="320317"/>
                    <a:pt x="185369" y="320216"/>
                  </a:cubicBezTo>
                  <a:cubicBezTo>
                    <a:pt x="185706" y="320115"/>
                    <a:pt x="187456" y="318904"/>
                    <a:pt x="187456" y="318904"/>
                  </a:cubicBezTo>
                  <a:cubicBezTo>
                    <a:pt x="187456" y="318904"/>
                    <a:pt x="188432" y="316515"/>
                    <a:pt x="189206" y="316414"/>
                  </a:cubicBezTo>
                  <a:cubicBezTo>
                    <a:pt x="189980" y="316313"/>
                    <a:pt x="189206" y="314463"/>
                    <a:pt x="189206" y="314463"/>
                  </a:cubicBezTo>
                  <a:cubicBezTo>
                    <a:pt x="189206" y="314463"/>
                    <a:pt x="189206" y="312310"/>
                    <a:pt x="189206" y="311873"/>
                  </a:cubicBezTo>
                  <a:cubicBezTo>
                    <a:pt x="189206" y="311436"/>
                    <a:pt x="190619" y="308845"/>
                    <a:pt x="190619" y="308845"/>
                  </a:cubicBezTo>
                  <a:cubicBezTo>
                    <a:pt x="190619" y="308845"/>
                    <a:pt x="192370" y="306356"/>
                    <a:pt x="192571" y="306020"/>
                  </a:cubicBezTo>
                  <a:cubicBezTo>
                    <a:pt x="192773" y="305683"/>
                    <a:pt x="194322" y="303867"/>
                    <a:pt x="194322" y="303867"/>
                  </a:cubicBezTo>
                  <a:cubicBezTo>
                    <a:pt x="194322" y="303867"/>
                    <a:pt x="196071" y="304069"/>
                    <a:pt x="197586" y="303833"/>
                  </a:cubicBezTo>
                  <a:cubicBezTo>
                    <a:pt x="199100" y="303631"/>
                    <a:pt x="200211" y="303934"/>
                    <a:pt x="200649" y="303833"/>
                  </a:cubicBezTo>
                  <a:cubicBezTo>
                    <a:pt x="201086" y="303732"/>
                    <a:pt x="203913" y="303631"/>
                    <a:pt x="204115" y="303295"/>
                  </a:cubicBezTo>
                  <a:cubicBezTo>
                    <a:pt x="204317" y="302959"/>
                    <a:pt x="203577" y="300907"/>
                    <a:pt x="203577" y="300907"/>
                  </a:cubicBezTo>
                  <a:lnTo>
                    <a:pt x="202802" y="299595"/>
                  </a:lnTo>
                  <a:lnTo>
                    <a:pt x="203240" y="295793"/>
                  </a:lnTo>
                  <a:lnTo>
                    <a:pt x="205629" y="295154"/>
                  </a:lnTo>
                  <a:lnTo>
                    <a:pt x="205529" y="292429"/>
                  </a:lnTo>
                  <a:lnTo>
                    <a:pt x="204317" y="290680"/>
                  </a:lnTo>
                  <a:cubicBezTo>
                    <a:pt x="204317" y="290680"/>
                    <a:pt x="202264" y="289368"/>
                    <a:pt x="201052" y="289065"/>
                  </a:cubicBezTo>
                  <a:cubicBezTo>
                    <a:pt x="199841" y="288729"/>
                    <a:pt x="197687" y="287653"/>
                    <a:pt x="197687" y="287653"/>
                  </a:cubicBezTo>
                  <a:lnTo>
                    <a:pt x="195398" y="282876"/>
                  </a:lnTo>
                  <a:cubicBezTo>
                    <a:pt x="195398" y="282876"/>
                    <a:pt x="196475" y="280487"/>
                    <a:pt x="196711" y="280151"/>
                  </a:cubicBezTo>
                  <a:cubicBezTo>
                    <a:pt x="196913" y="279814"/>
                    <a:pt x="200312" y="278502"/>
                    <a:pt x="200312" y="278502"/>
                  </a:cubicBezTo>
                  <a:lnTo>
                    <a:pt x="203677" y="277964"/>
                  </a:lnTo>
                  <a:lnTo>
                    <a:pt x="204216" y="275374"/>
                  </a:lnTo>
                  <a:lnTo>
                    <a:pt x="204855" y="272750"/>
                  </a:lnTo>
                  <a:lnTo>
                    <a:pt x="204855" y="267536"/>
                  </a:lnTo>
                  <a:lnTo>
                    <a:pt x="204855" y="263028"/>
                  </a:lnTo>
                  <a:lnTo>
                    <a:pt x="206033" y="259833"/>
                  </a:lnTo>
                  <a:lnTo>
                    <a:pt x="208187" y="259664"/>
                  </a:lnTo>
                  <a:lnTo>
                    <a:pt x="210509" y="260169"/>
                  </a:lnTo>
                  <a:cubicBezTo>
                    <a:pt x="210509" y="260169"/>
                    <a:pt x="213437" y="261043"/>
                    <a:pt x="214413" y="260943"/>
                  </a:cubicBezTo>
                  <a:cubicBezTo>
                    <a:pt x="215389" y="260842"/>
                    <a:pt x="216264" y="259530"/>
                    <a:pt x="216332" y="259294"/>
                  </a:cubicBezTo>
                  <a:cubicBezTo>
                    <a:pt x="216399" y="259059"/>
                    <a:pt x="217139" y="257511"/>
                    <a:pt x="217139" y="257511"/>
                  </a:cubicBezTo>
                  <a:lnTo>
                    <a:pt x="221043" y="255762"/>
                  </a:lnTo>
                  <a:cubicBezTo>
                    <a:pt x="221043" y="255762"/>
                    <a:pt x="223668" y="256401"/>
                    <a:pt x="224308" y="256267"/>
                  </a:cubicBezTo>
                  <a:cubicBezTo>
                    <a:pt x="224981" y="256099"/>
                    <a:pt x="227808" y="260573"/>
                    <a:pt x="227808" y="260573"/>
                  </a:cubicBezTo>
                  <a:lnTo>
                    <a:pt x="228245" y="260236"/>
                  </a:lnTo>
                  <a:lnTo>
                    <a:pt x="231442" y="257579"/>
                  </a:lnTo>
                  <a:cubicBezTo>
                    <a:pt x="231442" y="257579"/>
                    <a:pt x="233294" y="258016"/>
                    <a:pt x="233933" y="258050"/>
                  </a:cubicBezTo>
                  <a:cubicBezTo>
                    <a:pt x="234572" y="258117"/>
                    <a:pt x="237265" y="261481"/>
                    <a:pt x="237265" y="261481"/>
                  </a:cubicBezTo>
                  <a:cubicBezTo>
                    <a:pt x="237265" y="261481"/>
                    <a:pt x="239553" y="260707"/>
                    <a:pt x="239688" y="260606"/>
                  </a:cubicBezTo>
                  <a:cubicBezTo>
                    <a:pt x="239856" y="260505"/>
                    <a:pt x="241875" y="258756"/>
                    <a:pt x="241875" y="258756"/>
                  </a:cubicBezTo>
                  <a:lnTo>
                    <a:pt x="244736" y="256570"/>
                  </a:lnTo>
                  <a:lnTo>
                    <a:pt x="248606" y="256199"/>
                  </a:lnTo>
                  <a:lnTo>
                    <a:pt x="254530" y="258386"/>
                  </a:lnTo>
                  <a:lnTo>
                    <a:pt x="258063" y="260505"/>
                  </a:lnTo>
                  <a:lnTo>
                    <a:pt x="260049" y="262457"/>
                  </a:lnTo>
                  <a:lnTo>
                    <a:pt x="265501" y="265383"/>
                  </a:lnTo>
                  <a:lnTo>
                    <a:pt x="265669" y="265383"/>
                  </a:lnTo>
                  <a:lnTo>
                    <a:pt x="265366" y="266729"/>
                  </a:lnTo>
                  <a:lnTo>
                    <a:pt x="266275" y="262658"/>
                  </a:lnTo>
                  <a:lnTo>
                    <a:pt x="268227" y="260270"/>
                  </a:lnTo>
                  <a:cubicBezTo>
                    <a:pt x="268227" y="260270"/>
                    <a:pt x="269809" y="259025"/>
                    <a:pt x="269977" y="258823"/>
                  </a:cubicBezTo>
                  <a:cubicBezTo>
                    <a:pt x="270112" y="258622"/>
                    <a:pt x="270179" y="257579"/>
                    <a:pt x="270179" y="257579"/>
                  </a:cubicBezTo>
                  <a:lnTo>
                    <a:pt x="269876" y="256334"/>
                  </a:lnTo>
                  <a:lnTo>
                    <a:pt x="268799" y="255392"/>
                  </a:lnTo>
                  <a:cubicBezTo>
                    <a:pt x="268799" y="255392"/>
                    <a:pt x="266544" y="253374"/>
                    <a:pt x="266275" y="253206"/>
                  </a:cubicBezTo>
                  <a:cubicBezTo>
                    <a:pt x="265972" y="253071"/>
                    <a:pt x="264693" y="252264"/>
                    <a:pt x="264087" y="251961"/>
                  </a:cubicBezTo>
                  <a:cubicBezTo>
                    <a:pt x="263515" y="251658"/>
                    <a:pt x="262337" y="251019"/>
                    <a:pt x="262337" y="251019"/>
                  </a:cubicBezTo>
                  <a:lnTo>
                    <a:pt x="261092" y="248630"/>
                  </a:lnTo>
                  <a:lnTo>
                    <a:pt x="261227" y="246747"/>
                  </a:lnTo>
                  <a:lnTo>
                    <a:pt x="262304" y="244863"/>
                  </a:lnTo>
                  <a:lnTo>
                    <a:pt x="263246" y="242475"/>
                  </a:lnTo>
                  <a:lnTo>
                    <a:pt x="263044" y="240591"/>
                  </a:lnTo>
                  <a:lnTo>
                    <a:pt x="259847" y="240591"/>
                  </a:lnTo>
                  <a:lnTo>
                    <a:pt x="258972" y="237395"/>
                  </a:lnTo>
                  <a:lnTo>
                    <a:pt x="261664" y="236016"/>
                  </a:lnTo>
                  <a:lnTo>
                    <a:pt x="263112" y="233324"/>
                  </a:lnTo>
                  <a:lnTo>
                    <a:pt x="262809" y="232080"/>
                  </a:lnTo>
                  <a:lnTo>
                    <a:pt x="260856" y="230701"/>
                  </a:lnTo>
                  <a:lnTo>
                    <a:pt x="261732" y="227505"/>
                  </a:lnTo>
                  <a:lnTo>
                    <a:pt x="264929" y="223434"/>
                  </a:lnTo>
                  <a:lnTo>
                    <a:pt x="269136" y="219095"/>
                  </a:lnTo>
                  <a:lnTo>
                    <a:pt x="270145" y="215462"/>
                  </a:lnTo>
                  <a:cubicBezTo>
                    <a:pt x="270145" y="215462"/>
                    <a:pt x="268698" y="213780"/>
                    <a:pt x="267823" y="212603"/>
                  </a:cubicBezTo>
                  <a:cubicBezTo>
                    <a:pt x="266948" y="211391"/>
                    <a:pt x="267823" y="210012"/>
                    <a:pt x="267823" y="209239"/>
                  </a:cubicBezTo>
                  <a:cubicBezTo>
                    <a:pt x="267823" y="208465"/>
                    <a:pt x="271862" y="204563"/>
                    <a:pt x="271862" y="204563"/>
                  </a:cubicBezTo>
                  <a:lnTo>
                    <a:pt x="274352" y="199247"/>
                  </a:lnTo>
                  <a:lnTo>
                    <a:pt x="276203" y="194471"/>
                  </a:lnTo>
                  <a:lnTo>
                    <a:pt x="280982" y="194033"/>
                  </a:lnTo>
                  <a:lnTo>
                    <a:pt x="282631" y="191847"/>
                  </a:lnTo>
                  <a:cubicBezTo>
                    <a:pt x="282631" y="191847"/>
                    <a:pt x="286872" y="189795"/>
                    <a:pt x="287646" y="189257"/>
                  </a:cubicBezTo>
                  <a:cubicBezTo>
                    <a:pt x="288420" y="188718"/>
                    <a:pt x="290237" y="187204"/>
                    <a:pt x="290574" y="186868"/>
                  </a:cubicBezTo>
                  <a:cubicBezTo>
                    <a:pt x="290910" y="186532"/>
                    <a:pt x="294040" y="186431"/>
                    <a:pt x="294612" y="186094"/>
                  </a:cubicBezTo>
                  <a:cubicBezTo>
                    <a:pt x="295151" y="185758"/>
                    <a:pt x="296901" y="184681"/>
                    <a:pt x="296901" y="184681"/>
                  </a:cubicBezTo>
                  <a:cubicBezTo>
                    <a:pt x="296901" y="184681"/>
                    <a:pt x="297439" y="182831"/>
                    <a:pt x="297877" y="182394"/>
                  </a:cubicBezTo>
                  <a:cubicBezTo>
                    <a:pt x="298314" y="181957"/>
                    <a:pt x="297877" y="180308"/>
                    <a:pt x="297877" y="180006"/>
                  </a:cubicBezTo>
                  <a:cubicBezTo>
                    <a:pt x="297877" y="179669"/>
                    <a:pt x="298853" y="176103"/>
                    <a:pt x="298853" y="176103"/>
                  </a:cubicBezTo>
                  <a:lnTo>
                    <a:pt x="302992" y="175027"/>
                  </a:lnTo>
                  <a:lnTo>
                    <a:pt x="296867" y="174489"/>
                  </a:lnTo>
                  <a:cubicBezTo>
                    <a:pt x="296867" y="174489"/>
                    <a:pt x="293401" y="174859"/>
                    <a:pt x="292458" y="174859"/>
                  </a:cubicBezTo>
                  <a:cubicBezTo>
                    <a:pt x="291516" y="174859"/>
                    <a:pt x="288554" y="173110"/>
                    <a:pt x="288117" y="172605"/>
                  </a:cubicBezTo>
                  <a:cubicBezTo>
                    <a:pt x="287679" y="172100"/>
                    <a:pt x="286165" y="169342"/>
                    <a:pt x="286165" y="169342"/>
                  </a:cubicBezTo>
                  <a:lnTo>
                    <a:pt x="285155" y="165137"/>
                  </a:lnTo>
                  <a:lnTo>
                    <a:pt x="281016" y="160293"/>
                  </a:lnTo>
                  <a:lnTo>
                    <a:pt x="277886" y="153834"/>
                  </a:lnTo>
                  <a:lnTo>
                    <a:pt x="275261" y="151008"/>
                  </a:lnTo>
                  <a:cubicBezTo>
                    <a:pt x="275261" y="151008"/>
                    <a:pt x="270684" y="145794"/>
                    <a:pt x="270549" y="145357"/>
                  </a:cubicBezTo>
                  <a:cubicBezTo>
                    <a:pt x="270414" y="144920"/>
                    <a:pt x="268664" y="144112"/>
                    <a:pt x="268664" y="144112"/>
                  </a:cubicBezTo>
                  <a:lnTo>
                    <a:pt x="262640" y="142228"/>
                  </a:lnTo>
                  <a:lnTo>
                    <a:pt x="259578" y="141421"/>
                  </a:lnTo>
                  <a:cubicBezTo>
                    <a:pt x="259578" y="141421"/>
                    <a:pt x="256986" y="141421"/>
                    <a:pt x="256549" y="141421"/>
                  </a:cubicBezTo>
                  <a:cubicBezTo>
                    <a:pt x="256111" y="141421"/>
                    <a:pt x="253453" y="143641"/>
                    <a:pt x="253217" y="143708"/>
                  </a:cubicBezTo>
                  <a:cubicBezTo>
                    <a:pt x="253015" y="143776"/>
                    <a:pt x="247563" y="145996"/>
                    <a:pt x="247563" y="145996"/>
                  </a:cubicBezTo>
                  <a:cubicBezTo>
                    <a:pt x="247563" y="145996"/>
                    <a:pt x="244366" y="146635"/>
                    <a:pt x="244164" y="146702"/>
                  </a:cubicBezTo>
                  <a:cubicBezTo>
                    <a:pt x="243962" y="146770"/>
                    <a:pt x="239015" y="146568"/>
                    <a:pt x="238140" y="146702"/>
                  </a:cubicBezTo>
                  <a:cubicBezTo>
                    <a:pt x="237265" y="146837"/>
                    <a:pt x="234068" y="145256"/>
                    <a:pt x="234068" y="145256"/>
                  </a:cubicBezTo>
                  <a:lnTo>
                    <a:pt x="225149" y="139100"/>
                  </a:lnTo>
                  <a:lnTo>
                    <a:pt x="219798" y="136409"/>
                  </a:lnTo>
                  <a:lnTo>
                    <a:pt x="215221" y="133381"/>
                  </a:lnTo>
                  <a:lnTo>
                    <a:pt x="212832" y="131867"/>
                  </a:lnTo>
                  <a:lnTo>
                    <a:pt x="208692" y="129042"/>
                  </a:lnTo>
                  <a:lnTo>
                    <a:pt x="203475" y="124029"/>
                  </a:lnTo>
                  <a:lnTo>
                    <a:pt x="202399" y="122515"/>
                  </a:lnTo>
                  <a:lnTo>
                    <a:pt x="202634" y="119051"/>
                  </a:lnTo>
                  <a:lnTo>
                    <a:pt x="203947" y="114476"/>
                  </a:lnTo>
                  <a:lnTo>
                    <a:pt x="202870" y="111852"/>
                  </a:lnTo>
                  <a:cubicBezTo>
                    <a:pt x="202870" y="111852"/>
                    <a:pt x="201355" y="107512"/>
                    <a:pt x="202230" y="108151"/>
                  </a:cubicBezTo>
                  <a:cubicBezTo>
                    <a:pt x="203105" y="108757"/>
                    <a:pt x="203105" y="105797"/>
                    <a:pt x="203980" y="104922"/>
                  </a:cubicBezTo>
                  <a:cubicBezTo>
                    <a:pt x="204855" y="104047"/>
                    <a:pt x="205293" y="104047"/>
                    <a:pt x="205495" y="103408"/>
                  </a:cubicBezTo>
                  <a:cubicBezTo>
                    <a:pt x="205697" y="102769"/>
                    <a:pt x="206572" y="100582"/>
                    <a:pt x="206572" y="100582"/>
                  </a:cubicBezTo>
                  <a:lnTo>
                    <a:pt x="206572" y="99069"/>
                  </a:lnTo>
                  <a:lnTo>
                    <a:pt x="203846" y="95368"/>
                  </a:lnTo>
                  <a:lnTo>
                    <a:pt x="203072" y="93619"/>
                  </a:lnTo>
                  <a:lnTo>
                    <a:pt x="203072" y="89919"/>
                  </a:lnTo>
                  <a:lnTo>
                    <a:pt x="205798" y="86858"/>
                  </a:lnTo>
                  <a:lnTo>
                    <a:pt x="206336" y="84906"/>
                  </a:lnTo>
                  <a:lnTo>
                    <a:pt x="206774" y="81879"/>
                  </a:lnTo>
                  <a:lnTo>
                    <a:pt x="207851" y="79289"/>
                  </a:lnTo>
                  <a:lnTo>
                    <a:pt x="208490" y="76463"/>
                  </a:lnTo>
                  <a:lnTo>
                    <a:pt x="211519" y="72763"/>
                  </a:lnTo>
                  <a:lnTo>
                    <a:pt x="213269" y="68860"/>
                  </a:lnTo>
                  <a:lnTo>
                    <a:pt x="215894" y="63209"/>
                  </a:lnTo>
                  <a:lnTo>
                    <a:pt x="220303" y="61762"/>
                  </a:lnTo>
                  <a:cubicBezTo>
                    <a:pt x="220303" y="61762"/>
                    <a:pt x="222625" y="57120"/>
                    <a:pt x="222760" y="56683"/>
                  </a:cubicBezTo>
                  <a:cubicBezTo>
                    <a:pt x="222894" y="56245"/>
                    <a:pt x="226529" y="55236"/>
                    <a:pt x="226529" y="55236"/>
                  </a:cubicBezTo>
                  <a:lnTo>
                    <a:pt x="231880" y="53050"/>
                  </a:lnTo>
                  <a:cubicBezTo>
                    <a:pt x="231880" y="53050"/>
                    <a:pt x="234337" y="53184"/>
                    <a:pt x="234909" y="53487"/>
                  </a:cubicBezTo>
                  <a:cubicBezTo>
                    <a:pt x="235481" y="53790"/>
                    <a:pt x="238678" y="53790"/>
                    <a:pt x="238678" y="53790"/>
                  </a:cubicBezTo>
                  <a:cubicBezTo>
                    <a:pt x="238678" y="53790"/>
                    <a:pt x="239856" y="54093"/>
                    <a:pt x="240428" y="54227"/>
                  </a:cubicBezTo>
                  <a:cubicBezTo>
                    <a:pt x="241000" y="54362"/>
                    <a:pt x="241606" y="54664"/>
                    <a:pt x="242751" y="54664"/>
                  </a:cubicBezTo>
                  <a:cubicBezTo>
                    <a:pt x="243895" y="54664"/>
                    <a:pt x="244063" y="53655"/>
                    <a:pt x="244063" y="53655"/>
                  </a:cubicBezTo>
                  <a:cubicBezTo>
                    <a:pt x="244063" y="53655"/>
                    <a:pt x="244500" y="50897"/>
                    <a:pt x="244635" y="49316"/>
                  </a:cubicBezTo>
                  <a:cubicBezTo>
                    <a:pt x="244770" y="47735"/>
                    <a:pt x="244635" y="46288"/>
                    <a:pt x="244635" y="46288"/>
                  </a:cubicBezTo>
                  <a:lnTo>
                    <a:pt x="243625" y="42958"/>
                  </a:lnTo>
                  <a:lnTo>
                    <a:pt x="242481" y="39325"/>
                  </a:lnTo>
                  <a:lnTo>
                    <a:pt x="239722" y="36566"/>
                  </a:lnTo>
                  <a:cubicBezTo>
                    <a:pt x="239722" y="36566"/>
                    <a:pt x="237265" y="36129"/>
                    <a:pt x="236390" y="36566"/>
                  </a:cubicBezTo>
                  <a:cubicBezTo>
                    <a:pt x="235515" y="37004"/>
                    <a:pt x="234774" y="36701"/>
                    <a:pt x="234774" y="36701"/>
                  </a:cubicBezTo>
                  <a:lnTo>
                    <a:pt x="232587" y="38013"/>
                  </a:lnTo>
                  <a:lnTo>
                    <a:pt x="232587" y="30612"/>
                  </a:lnTo>
                  <a:cubicBezTo>
                    <a:pt x="232587" y="30612"/>
                    <a:pt x="231947" y="27585"/>
                    <a:pt x="231510" y="26979"/>
                  </a:cubicBezTo>
                  <a:cubicBezTo>
                    <a:pt x="231072" y="26407"/>
                    <a:pt x="231745" y="22337"/>
                    <a:pt x="231745" y="22337"/>
                  </a:cubicBezTo>
                  <a:lnTo>
                    <a:pt x="230635" y="17694"/>
                  </a:lnTo>
                  <a:lnTo>
                    <a:pt x="228851" y="14936"/>
                  </a:lnTo>
                  <a:lnTo>
                    <a:pt x="230467" y="11034"/>
                  </a:lnTo>
                  <a:cubicBezTo>
                    <a:pt x="230467" y="11034"/>
                    <a:pt x="230870" y="8141"/>
                    <a:pt x="230433" y="7569"/>
                  </a:cubicBezTo>
                  <a:cubicBezTo>
                    <a:pt x="229995" y="6997"/>
                    <a:pt x="230567" y="4373"/>
                    <a:pt x="230433" y="3936"/>
                  </a:cubicBezTo>
                  <a:cubicBezTo>
                    <a:pt x="230298" y="3498"/>
                    <a:pt x="229726" y="740"/>
                    <a:pt x="229726" y="740"/>
                  </a:cubicBezTo>
                  <a:lnTo>
                    <a:pt x="225654" y="0"/>
                  </a:lnTo>
                  <a:cubicBezTo>
                    <a:pt x="225654" y="0"/>
                    <a:pt x="223466" y="2456"/>
                    <a:pt x="222187" y="3465"/>
                  </a:cubicBezTo>
                  <a:cubicBezTo>
                    <a:pt x="220875" y="4474"/>
                    <a:pt x="216096" y="4037"/>
                    <a:pt x="216096" y="4037"/>
                  </a:cubicBezTo>
                  <a:lnTo>
                    <a:pt x="211014" y="4037"/>
                  </a:lnTo>
                  <a:cubicBezTo>
                    <a:pt x="211014" y="4037"/>
                    <a:pt x="209129" y="4609"/>
                    <a:pt x="208692" y="4911"/>
                  </a:cubicBezTo>
                  <a:cubicBezTo>
                    <a:pt x="208255" y="5214"/>
                    <a:pt x="206942" y="5921"/>
                    <a:pt x="205495" y="6930"/>
                  </a:cubicBezTo>
                  <a:cubicBezTo>
                    <a:pt x="204048" y="7939"/>
                    <a:pt x="203038" y="8376"/>
                    <a:pt x="201860" y="8242"/>
                  </a:cubicBezTo>
                  <a:cubicBezTo>
                    <a:pt x="200716" y="8107"/>
                    <a:pt x="199100" y="9554"/>
                    <a:pt x="196946" y="9554"/>
                  </a:cubicBezTo>
                  <a:cubicBezTo>
                    <a:pt x="194793" y="9554"/>
                    <a:pt x="194490" y="9688"/>
                    <a:pt x="193615" y="9554"/>
                  </a:cubicBezTo>
                  <a:cubicBezTo>
                    <a:pt x="192740" y="9419"/>
                    <a:pt x="191158" y="8242"/>
                    <a:pt x="190552" y="8242"/>
                  </a:cubicBezTo>
                  <a:cubicBezTo>
                    <a:pt x="189980" y="8242"/>
                    <a:pt x="187793" y="11707"/>
                    <a:pt x="187793" y="11707"/>
                  </a:cubicBezTo>
                  <a:lnTo>
                    <a:pt x="184461" y="16618"/>
                  </a:lnTo>
                  <a:cubicBezTo>
                    <a:pt x="184461" y="16618"/>
                    <a:pt x="183754" y="19208"/>
                    <a:pt x="183754" y="19814"/>
                  </a:cubicBezTo>
                  <a:cubicBezTo>
                    <a:pt x="183754" y="20386"/>
                    <a:pt x="183014" y="25768"/>
                    <a:pt x="183014" y="25768"/>
                  </a:cubicBezTo>
                  <a:lnTo>
                    <a:pt x="180691" y="27786"/>
                  </a:lnTo>
                  <a:lnTo>
                    <a:pt x="176787" y="30108"/>
                  </a:lnTo>
                  <a:cubicBezTo>
                    <a:pt x="176787" y="30108"/>
                    <a:pt x="173321" y="32294"/>
                    <a:pt x="172715" y="32731"/>
                  </a:cubicBezTo>
                  <a:cubicBezTo>
                    <a:pt x="172143" y="33169"/>
                    <a:pt x="169956" y="35052"/>
                    <a:pt x="169249" y="35490"/>
                  </a:cubicBezTo>
                  <a:cubicBezTo>
                    <a:pt x="168509" y="35927"/>
                    <a:pt x="167364" y="37374"/>
                    <a:pt x="167364" y="37945"/>
                  </a:cubicBezTo>
                  <a:cubicBezTo>
                    <a:pt x="167364" y="38517"/>
                    <a:pt x="165177" y="42285"/>
                    <a:pt x="165042" y="42722"/>
                  </a:cubicBezTo>
                  <a:cubicBezTo>
                    <a:pt x="164907" y="43160"/>
                    <a:pt x="162720" y="45918"/>
                    <a:pt x="162720" y="45918"/>
                  </a:cubicBezTo>
                  <a:cubicBezTo>
                    <a:pt x="162720" y="45918"/>
                    <a:pt x="159388" y="49383"/>
                    <a:pt x="158244" y="50695"/>
                  </a:cubicBezTo>
                  <a:cubicBezTo>
                    <a:pt x="157100" y="52007"/>
                    <a:pt x="153162" y="55472"/>
                    <a:pt x="153027" y="56044"/>
                  </a:cubicBezTo>
                  <a:cubicBezTo>
                    <a:pt x="152893" y="56616"/>
                    <a:pt x="149830" y="64453"/>
                    <a:pt x="149830" y="65025"/>
                  </a:cubicBezTo>
                  <a:cubicBezTo>
                    <a:pt x="149830" y="65597"/>
                    <a:pt x="147205" y="74445"/>
                    <a:pt x="147070" y="74882"/>
                  </a:cubicBezTo>
                  <a:cubicBezTo>
                    <a:pt x="146936" y="75319"/>
                    <a:pt x="143604" y="79659"/>
                    <a:pt x="143167" y="80096"/>
                  </a:cubicBezTo>
                  <a:cubicBezTo>
                    <a:pt x="142729" y="80533"/>
                    <a:pt x="142157" y="93552"/>
                    <a:pt x="142157" y="93552"/>
                  </a:cubicBezTo>
                  <a:cubicBezTo>
                    <a:pt x="142157" y="93552"/>
                    <a:pt x="142157" y="97891"/>
                    <a:pt x="142157" y="99338"/>
                  </a:cubicBezTo>
                  <a:cubicBezTo>
                    <a:pt x="142157" y="100784"/>
                    <a:pt x="144849" y="102668"/>
                    <a:pt x="145287" y="102971"/>
                  </a:cubicBezTo>
                  <a:cubicBezTo>
                    <a:pt x="145724" y="103274"/>
                    <a:pt x="145792" y="105864"/>
                    <a:pt x="145926" y="107176"/>
                  </a:cubicBezTo>
                  <a:cubicBezTo>
                    <a:pt x="146061" y="108488"/>
                    <a:pt x="144479" y="110943"/>
                    <a:pt x="144479" y="110943"/>
                  </a:cubicBezTo>
                  <a:lnTo>
                    <a:pt x="143739" y="116730"/>
                  </a:lnTo>
                  <a:lnTo>
                    <a:pt x="144479" y="120766"/>
                  </a:lnTo>
                  <a:cubicBezTo>
                    <a:pt x="144479" y="120766"/>
                    <a:pt x="140138" y="124231"/>
                    <a:pt x="139565" y="125106"/>
                  </a:cubicBezTo>
                  <a:cubicBezTo>
                    <a:pt x="138993" y="125980"/>
                    <a:pt x="136099" y="127730"/>
                    <a:pt x="136099" y="127730"/>
                  </a:cubicBezTo>
                  <a:cubicBezTo>
                    <a:pt x="136099" y="127730"/>
                    <a:pt x="133205" y="133247"/>
                    <a:pt x="133205" y="134088"/>
                  </a:cubicBezTo>
                  <a:cubicBezTo>
                    <a:pt x="133205" y="134962"/>
                    <a:pt x="133508" y="138999"/>
                    <a:pt x="133508" y="138999"/>
                  </a:cubicBezTo>
                  <a:lnTo>
                    <a:pt x="134955" y="144213"/>
                  </a:lnTo>
                  <a:lnTo>
                    <a:pt x="139296" y="149999"/>
                  </a:lnTo>
                  <a:cubicBezTo>
                    <a:pt x="139296" y="149999"/>
                    <a:pt x="141921" y="156088"/>
                    <a:pt x="142763" y="157232"/>
                  </a:cubicBezTo>
                  <a:cubicBezTo>
                    <a:pt x="143638" y="158375"/>
                    <a:pt x="143065" y="165339"/>
                    <a:pt x="142763" y="166516"/>
                  </a:cubicBezTo>
                  <a:cubicBezTo>
                    <a:pt x="142460" y="167660"/>
                    <a:pt x="138690" y="171158"/>
                    <a:pt x="138690" y="171158"/>
                  </a:cubicBezTo>
                  <a:lnTo>
                    <a:pt x="127113" y="177516"/>
                  </a:lnTo>
                  <a:cubicBezTo>
                    <a:pt x="127113" y="177516"/>
                    <a:pt x="122334" y="177685"/>
                    <a:pt x="122099" y="177550"/>
                  </a:cubicBezTo>
                  <a:cubicBezTo>
                    <a:pt x="121897" y="177415"/>
                    <a:pt x="119339" y="177853"/>
                    <a:pt x="117757" y="178122"/>
                  </a:cubicBezTo>
                  <a:cubicBezTo>
                    <a:pt x="116175" y="178425"/>
                    <a:pt x="115873" y="180578"/>
                    <a:pt x="115805" y="180880"/>
                  </a:cubicBezTo>
                  <a:cubicBezTo>
                    <a:pt x="115738" y="181183"/>
                    <a:pt x="117690" y="183202"/>
                    <a:pt x="117892" y="183403"/>
                  </a:cubicBezTo>
                  <a:cubicBezTo>
                    <a:pt x="118094" y="183605"/>
                    <a:pt x="122671" y="184043"/>
                    <a:pt x="123176" y="184143"/>
                  </a:cubicBezTo>
                  <a:cubicBezTo>
                    <a:pt x="123681" y="184211"/>
                    <a:pt x="121358" y="187844"/>
                    <a:pt x="120921" y="187911"/>
                  </a:cubicBezTo>
                  <a:cubicBezTo>
                    <a:pt x="120483" y="187978"/>
                    <a:pt x="116344" y="188550"/>
                    <a:pt x="116344" y="188550"/>
                  </a:cubicBezTo>
                  <a:cubicBezTo>
                    <a:pt x="116344" y="188550"/>
                    <a:pt x="115200" y="186734"/>
                    <a:pt x="108872" y="186532"/>
                  </a:cubicBezTo>
                  <a:cubicBezTo>
                    <a:pt x="102579" y="186296"/>
                    <a:pt x="104733" y="186532"/>
                    <a:pt x="104733" y="186532"/>
                  </a:cubicBezTo>
                  <a:lnTo>
                    <a:pt x="102983" y="186532"/>
                  </a:lnTo>
                  <a:lnTo>
                    <a:pt x="93190" y="186532"/>
                  </a:lnTo>
                  <a:lnTo>
                    <a:pt x="88175" y="187844"/>
                  </a:lnTo>
                  <a:lnTo>
                    <a:pt x="81007" y="192621"/>
                  </a:lnTo>
                  <a:cubicBezTo>
                    <a:pt x="81007" y="192621"/>
                    <a:pt x="72526" y="195446"/>
                    <a:pt x="71651" y="195446"/>
                  </a:cubicBezTo>
                  <a:cubicBezTo>
                    <a:pt x="70775" y="195446"/>
                    <a:pt x="67309" y="198070"/>
                    <a:pt x="67309" y="198070"/>
                  </a:cubicBezTo>
                  <a:lnTo>
                    <a:pt x="57078" y="200660"/>
                  </a:lnTo>
                  <a:cubicBezTo>
                    <a:pt x="57078" y="200660"/>
                    <a:pt x="54049" y="202410"/>
                    <a:pt x="52064" y="202847"/>
                  </a:cubicBezTo>
                  <a:cubicBezTo>
                    <a:pt x="50112" y="203284"/>
                    <a:pt x="41833" y="203049"/>
                    <a:pt x="40991" y="203049"/>
                  </a:cubicBezTo>
                  <a:cubicBezTo>
                    <a:pt x="40116" y="203049"/>
                    <a:pt x="30996" y="200660"/>
                    <a:pt x="30996" y="200660"/>
                  </a:cubicBezTo>
                  <a:lnTo>
                    <a:pt x="28371" y="203486"/>
                  </a:lnTo>
                  <a:lnTo>
                    <a:pt x="19250" y="205875"/>
                  </a:lnTo>
                  <a:lnTo>
                    <a:pt x="10769" y="209138"/>
                  </a:lnTo>
                  <a:cubicBezTo>
                    <a:pt x="10769" y="209138"/>
                    <a:pt x="8817" y="209138"/>
                    <a:pt x="7942" y="209138"/>
                  </a:cubicBezTo>
                  <a:cubicBezTo>
                    <a:pt x="7067" y="209138"/>
                    <a:pt x="4442" y="211896"/>
                    <a:pt x="4442" y="211896"/>
                  </a:cubicBezTo>
                  <a:lnTo>
                    <a:pt x="707" y="213343"/>
                  </a:lnTo>
                  <a:lnTo>
                    <a:pt x="0" y="214890"/>
                  </a:lnTo>
                  <a:cubicBezTo>
                    <a:pt x="808" y="215327"/>
                    <a:pt x="2457" y="216202"/>
                    <a:pt x="3264" y="216538"/>
                  </a:cubicBezTo>
                  <a:cubicBezTo>
                    <a:pt x="4341" y="216976"/>
                    <a:pt x="6428" y="216673"/>
                    <a:pt x="7303" y="216538"/>
                  </a:cubicBezTo>
                  <a:cubicBezTo>
                    <a:pt x="8178" y="216437"/>
                    <a:pt x="12082" y="217312"/>
                    <a:pt x="13495" y="217850"/>
                  </a:cubicBezTo>
                  <a:cubicBezTo>
                    <a:pt x="14909" y="218388"/>
                    <a:pt x="18813" y="217749"/>
                    <a:pt x="19250" y="217850"/>
                  </a:cubicBezTo>
                  <a:cubicBezTo>
                    <a:pt x="19688" y="217951"/>
                    <a:pt x="26419" y="217850"/>
                    <a:pt x="26419" y="217850"/>
                  </a:cubicBezTo>
                  <a:lnTo>
                    <a:pt x="31635" y="217850"/>
                  </a:lnTo>
                  <a:lnTo>
                    <a:pt x="38602" y="217850"/>
                  </a:lnTo>
                  <a:lnTo>
                    <a:pt x="42068" y="217850"/>
                  </a:lnTo>
                  <a:cubicBezTo>
                    <a:pt x="42068" y="217850"/>
                    <a:pt x="43280" y="217850"/>
                    <a:pt x="44256" y="217850"/>
                  </a:cubicBezTo>
                  <a:cubicBezTo>
                    <a:pt x="45232" y="217850"/>
                    <a:pt x="45770" y="218725"/>
                    <a:pt x="45770" y="218725"/>
                  </a:cubicBezTo>
                  <a:lnTo>
                    <a:pt x="46410" y="220474"/>
                  </a:lnTo>
                  <a:cubicBezTo>
                    <a:pt x="46410" y="220474"/>
                    <a:pt x="46410" y="222863"/>
                    <a:pt x="46410" y="223300"/>
                  </a:cubicBezTo>
                  <a:cubicBezTo>
                    <a:pt x="46410" y="223737"/>
                    <a:pt x="45905" y="224948"/>
                    <a:pt x="45905" y="225251"/>
                  </a:cubicBezTo>
                  <a:cubicBezTo>
                    <a:pt x="45905" y="225587"/>
                    <a:pt x="44861" y="226563"/>
                    <a:pt x="44861" y="226563"/>
                  </a:cubicBezTo>
                  <a:lnTo>
                    <a:pt x="42035" y="227875"/>
                  </a:lnTo>
                  <a:lnTo>
                    <a:pt x="40284" y="228850"/>
                  </a:lnTo>
                  <a:lnTo>
                    <a:pt x="38534" y="230028"/>
                  </a:lnTo>
                  <a:lnTo>
                    <a:pt x="35068" y="230028"/>
                  </a:lnTo>
                  <a:lnTo>
                    <a:pt x="31366" y="230028"/>
                  </a:lnTo>
                  <a:lnTo>
                    <a:pt x="29852" y="231104"/>
                  </a:lnTo>
                  <a:lnTo>
                    <a:pt x="27260" y="232618"/>
                  </a:lnTo>
                  <a:lnTo>
                    <a:pt x="27260" y="234132"/>
                  </a:lnTo>
                  <a:lnTo>
                    <a:pt x="27799" y="235982"/>
                  </a:lnTo>
                  <a:lnTo>
                    <a:pt x="29751" y="238707"/>
                  </a:lnTo>
                  <a:lnTo>
                    <a:pt x="33924" y="239682"/>
                  </a:lnTo>
                  <a:cubicBezTo>
                    <a:pt x="33924" y="239682"/>
                    <a:pt x="35304" y="239783"/>
                    <a:pt x="35606" y="239716"/>
                  </a:cubicBezTo>
                  <a:cubicBezTo>
                    <a:pt x="35876" y="239649"/>
                    <a:pt x="37188" y="239716"/>
                    <a:pt x="37188" y="239716"/>
                  </a:cubicBezTo>
                  <a:lnTo>
                    <a:pt x="40318" y="240422"/>
                  </a:lnTo>
                  <a:lnTo>
                    <a:pt x="43650" y="240422"/>
                  </a:lnTo>
                  <a:lnTo>
                    <a:pt x="46612" y="240490"/>
                  </a:lnTo>
                  <a:lnTo>
                    <a:pt x="48126" y="241297"/>
                  </a:lnTo>
                  <a:lnTo>
                    <a:pt x="48126" y="244123"/>
                  </a:lnTo>
                  <a:lnTo>
                    <a:pt x="48833" y="248025"/>
                  </a:lnTo>
                  <a:cubicBezTo>
                    <a:pt x="48833" y="248025"/>
                    <a:pt x="49068" y="250649"/>
                    <a:pt x="49169" y="250918"/>
                  </a:cubicBezTo>
                  <a:cubicBezTo>
                    <a:pt x="49237" y="251221"/>
                    <a:pt x="50751" y="252869"/>
                    <a:pt x="51559" y="253609"/>
                  </a:cubicBezTo>
                  <a:cubicBezTo>
                    <a:pt x="52367" y="254349"/>
                    <a:pt x="54016" y="255594"/>
                    <a:pt x="54016" y="255594"/>
                  </a:cubicBezTo>
                  <a:cubicBezTo>
                    <a:pt x="54016" y="255594"/>
                    <a:pt x="54453" y="256940"/>
                    <a:pt x="54453" y="257242"/>
                  </a:cubicBezTo>
                  <a:cubicBezTo>
                    <a:pt x="54453" y="257545"/>
                    <a:pt x="54016" y="258554"/>
                    <a:pt x="54016" y="258554"/>
                  </a:cubicBezTo>
                  <a:lnTo>
                    <a:pt x="55968" y="260640"/>
                  </a:lnTo>
                  <a:lnTo>
                    <a:pt x="57717" y="261514"/>
                  </a:lnTo>
                  <a:lnTo>
                    <a:pt x="63136" y="261750"/>
                  </a:lnTo>
                  <a:lnTo>
                    <a:pt x="65761" y="262725"/>
                  </a:lnTo>
                  <a:lnTo>
                    <a:pt x="67713" y="264677"/>
                  </a:lnTo>
                  <a:lnTo>
                    <a:pt x="70001" y="267401"/>
                  </a:lnTo>
                  <a:lnTo>
                    <a:pt x="71314" y="269689"/>
                  </a:lnTo>
                  <a:lnTo>
                    <a:pt x="73064" y="272952"/>
                  </a:lnTo>
                  <a:lnTo>
                    <a:pt x="74242" y="276753"/>
                  </a:lnTo>
                  <a:lnTo>
                    <a:pt x="75352" y="278402"/>
                  </a:lnTo>
                  <a:close/>
                </a:path>
              </a:pathLst>
            </a:custGeom>
            <a:grpFill/>
            <a:ln w="6350" cap="flat">
              <a:solidFill>
                <a:schemeClr val="bg1"/>
              </a:solidFill>
              <a:prstDash val="solid"/>
              <a:miter/>
            </a:ln>
          </p:spPr>
          <p:txBody>
            <a:bodyPr rtlCol="0" anchor="ctr"/>
            <a:lstStyle/>
            <a:p>
              <a:endParaRPr lang="en-US"/>
            </a:p>
          </p:txBody>
        </p:sp>
        <p:sp>
          <p:nvSpPr>
            <p:cNvPr id="68" name="Freeform 907">
              <a:extLst>
                <a:ext uri="{FF2B5EF4-FFF2-40B4-BE49-F238E27FC236}">
                  <a16:creationId xmlns:a16="http://schemas.microsoft.com/office/drawing/2014/main" id="{14F055EA-5022-7C20-1F39-EC0966B1D95D}"/>
                </a:ext>
              </a:extLst>
            </p:cNvPr>
            <p:cNvSpPr/>
            <p:nvPr/>
          </p:nvSpPr>
          <p:spPr>
            <a:xfrm>
              <a:off x="6965407" y="2330299"/>
              <a:ext cx="721805" cy="631318"/>
            </a:xfrm>
            <a:custGeom>
              <a:avLst/>
              <a:gdLst>
                <a:gd name="connsiteX0" fmla="*/ 1385526 w 1385794"/>
                <a:gd name="connsiteY0" fmla="*/ 829621 h 1212067"/>
                <a:gd name="connsiteX1" fmla="*/ 1384752 w 1385794"/>
                <a:gd name="connsiteY1" fmla="*/ 827569 h 1212067"/>
                <a:gd name="connsiteX2" fmla="*/ 1382362 w 1385794"/>
                <a:gd name="connsiteY2" fmla="*/ 824306 h 1212067"/>
                <a:gd name="connsiteX3" fmla="*/ 1382463 w 1385794"/>
                <a:gd name="connsiteY3" fmla="*/ 820841 h 1212067"/>
                <a:gd name="connsiteX4" fmla="*/ 1382261 w 1385794"/>
                <a:gd name="connsiteY4" fmla="*/ 817241 h 1212067"/>
                <a:gd name="connsiteX5" fmla="*/ 1380915 w 1385794"/>
                <a:gd name="connsiteY5" fmla="*/ 810749 h 1212067"/>
                <a:gd name="connsiteX6" fmla="*/ 1379400 w 1385794"/>
                <a:gd name="connsiteY6" fmla="*/ 809100 h 1212067"/>
                <a:gd name="connsiteX7" fmla="*/ 1377819 w 1385794"/>
                <a:gd name="connsiteY7" fmla="*/ 806914 h 1212067"/>
                <a:gd name="connsiteX8" fmla="*/ 1378189 w 1385794"/>
                <a:gd name="connsiteY8" fmla="*/ 804727 h 1212067"/>
                <a:gd name="connsiteX9" fmla="*/ 1378828 w 1385794"/>
                <a:gd name="connsiteY9" fmla="*/ 803281 h 1212067"/>
                <a:gd name="connsiteX10" fmla="*/ 1380208 w 1385794"/>
                <a:gd name="connsiteY10" fmla="*/ 801633 h 1212067"/>
                <a:gd name="connsiteX11" fmla="*/ 1382093 w 1385794"/>
                <a:gd name="connsiteY11" fmla="*/ 800993 h 1212067"/>
                <a:gd name="connsiteX12" fmla="*/ 1383405 w 1385794"/>
                <a:gd name="connsiteY12" fmla="*/ 799177 h 1212067"/>
                <a:gd name="connsiteX13" fmla="*/ 1383978 w 1385794"/>
                <a:gd name="connsiteY13" fmla="*/ 797730 h 1212067"/>
                <a:gd name="connsiteX14" fmla="*/ 1384112 w 1385794"/>
                <a:gd name="connsiteY14" fmla="*/ 795846 h 1212067"/>
                <a:gd name="connsiteX15" fmla="*/ 1384112 w 1385794"/>
                <a:gd name="connsiteY15" fmla="*/ 793593 h 1212067"/>
                <a:gd name="connsiteX16" fmla="*/ 1383641 w 1385794"/>
                <a:gd name="connsiteY16" fmla="*/ 790128 h 1212067"/>
                <a:gd name="connsiteX17" fmla="*/ 1383102 w 1385794"/>
                <a:gd name="connsiteY17" fmla="*/ 789051 h 1212067"/>
                <a:gd name="connsiteX18" fmla="*/ 1379838 w 1385794"/>
                <a:gd name="connsiteY18" fmla="*/ 785923 h 1212067"/>
                <a:gd name="connsiteX19" fmla="*/ 1377381 w 1385794"/>
                <a:gd name="connsiteY19" fmla="*/ 783972 h 1212067"/>
                <a:gd name="connsiteX20" fmla="*/ 1374184 w 1385794"/>
                <a:gd name="connsiteY20" fmla="*/ 783030 h 1212067"/>
                <a:gd name="connsiteX21" fmla="*/ 1368665 w 1385794"/>
                <a:gd name="connsiteY21" fmla="*/ 782323 h 1212067"/>
                <a:gd name="connsiteX22" fmla="*/ 1366578 w 1385794"/>
                <a:gd name="connsiteY22" fmla="*/ 782895 h 1212067"/>
                <a:gd name="connsiteX23" fmla="*/ 1363381 w 1385794"/>
                <a:gd name="connsiteY23" fmla="*/ 783333 h 1212067"/>
                <a:gd name="connsiteX24" fmla="*/ 1360621 w 1385794"/>
                <a:gd name="connsiteY24" fmla="*/ 782256 h 1212067"/>
                <a:gd name="connsiteX25" fmla="*/ 1358770 w 1385794"/>
                <a:gd name="connsiteY25" fmla="*/ 778858 h 1212067"/>
                <a:gd name="connsiteX26" fmla="*/ 1354025 w 1385794"/>
                <a:gd name="connsiteY26" fmla="*/ 775864 h 1212067"/>
                <a:gd name="connsiteX27" fmla="*/ 1351837 w 1385794"/>
                <a:gd name="connsiteY27" fmla="*/ 773947 h 1212067"/>
                <a:gd name="connsiteX28" fmla="*/ 1349616 w 1385794"/>
                <a:gd name="connsiteY28" fmla="*/ 771761 h 1212067"/>
                <a:gd name="connsiteX29" fmla="*/ 1347429 w 1385794"/>
                <a:gd name="connsiteY29" fmla="*/ 769406 h 1212067"/>
                <a:gd name="connsiteX30" fmla="*/ 1346082 w 1385794"/>
                <a:gd name="connsiteY30" fmla="*/ 767791 h 1212067"/>
                <a:gd name="connsiteX31" fmla="*/ 1343895 w 1385794"/>
                <a:gd name="connsiteY31" fmla="*/ 765840 h 1212067"/>
                <a:gd name="connsiteX32" fmla="*/ 1341337 w 1385794"/>
                <a:gd name="connsiteY32" fmla="*/ 764932 h 1212067"/>
                <a:gd name="connsiteX33" fmla="*/ 1339015 w 1385794"/>
                <a:gd name="connsiteY33" fmla="*/ 764999 h 1212067"/>
                <a:gd name="connsiteX34" fmla="*/ 1337601 w 1385794"/>
                <a:gd name="connsiteY34" fmla="*/ 766681 h 1212067"/>
                <a:gd name="connsiteX35" fmla="*/ 1336626 w 1385794"/>
                <a:gd name="connsiteY35" fmla="*/ 767657 h 1212067"/>
                <a:gd name="connsiteX36" fmla="*/ 1335649 w 1385794"/>
                <a:gd name="connsiteY36" fmla="*/ 770112 h 1212067"/>
                <a:gd name="connsiteX37" fmla="*/ 1333731 w 1385794"/>
                <a:gd name="connsiteY37" fmla="*/ 770482 h 1212067"/>
                <a:gd name="connsiteX38" fmla="*/ 1331443 w 1385794"/>
                <a:gd name="connsiteY38" fmla="*/ 767152 h 1212067"/>
                <a:gd name="connsiteX39" fmla="*/ 1329120 w 1385794"/>
                <a:gd name="connsiteY39" fmla="*/ 764831 h 1212067"/>
                <a:gd name="connsiteX40" fmla="*/ 1324476 w 1385794"/>
                <a:gd name="connsiteY40" fmla="*/ 760491 h 1212067"/>
                <a:gd name="connsiteX41" fmla="*/ 1321851 w 1385794"/>
                <a:gd name="connsiteY41" fmla="*/ 757464 h 1212067"/>
                <a:gd name="connsiteX42" fmla="*/ 1320976 w 1385794"/>
                <a:gd name="connsiteY42" fmla="*/ 758473 h 1212067"/>
                <a:gd name="connsiteX43" fmla="*/ 1318788 w 1385794"/>
                <a:gd name="connsiteY43" fmla="*/ 759785 h 1212067"/>
                <a:gd name="connsiteX44" fmla="*/ 1315591 w 1385794"/>
                <a:gd name="connsiteY44" fmla="*/ 755580 h 1212067"/>
                <a:gd name="connsiteX45" fmla="*/ 1316534 w 1385794"/>
                <a:gd name="connsiteY45" fmla="*/ 751880 h 1212067"/>
                <a:gd name="connsiteX46" fmla="*/ 1314716 w 1385794"/>
                <a:gd name="connsiteY46" fmla="*/ 747742 h 1212067"/>
                <a:gd name="connsiteX47" fmla="*/ 1313404 w 1385794"/>
                <a:gd name="connsiteY47" fmla="*/ 745152 h 1212067"/>
                <a:gd name="connsiteX48" fmla="*/ 1311082 w 1385794"/>
                <a:gd name="connsiteY48" fmla="*/ 741889 h 1212067"/>
                <a:gd name="connsiteX49" fmla="*/ 1308625 w 1385794"/>
                <a:gd name="connsiteY49" fmla="*/ 739803 h 1212067"/>
                <a:gd name="connsiteX50" fmla="*/ 1304485 w 1385794"/>
                <a:gd name="connsiteY50" fmla="*/ 737919 h 1212067"/>
                <a:gd name="connsiteX51" fmla="*/ 1299908 w 1385794"/>
                <a:gd name="connsiteY51" fmla="*/ 736674 h 1212067"/>
                <a:gd name="connsiteX52" fmla="*/ 1298831 w 1385794"/>
                <a:gd name="connsiteY52" fmla="*/ 737482 h 1212067"/>
                <a:gd name="connsiteX53" fmla="*/ 1297384 w 1385794"/>
                <a:gd name="connsiteY53" fmla="*/ 738054 h 1212067"/>
                <a:gd name="connsiteX54" fmla="*/ 1295432 w 1385794"/>
                <a:gd name="connsiteY54" fmla="*/ 737852 h 1212067"/>
                <a:gd name="connsiteX55" fmla="*/ 1294288 w 1385794"/>
                <a:gd name="connsiteY55" fmla="*/ 736405 h 1212067"/>
                <a:gd name="connsiteX56" fmla="*/ 1289879 w 1385794"/>
                <a:gd name="connsiteY56" fmla="*/ 733378 h 1212067"/>
                <a:gd name="connsiteX57" fmla="*/ 1289240 w 1385794"/>
                <a:gd name="connsiteY57" fmla="*/ 733950 h 1212067"/>
                <a:gd name="connsiteX58" fmla="*/ 1287793 w 1385794"/>
                <a:gd name="connsiteY58" fmla="*/ 735833 h 1212067"/>
                <a:gd name="connsiteX59" fmla="*/ 1286648 w 1385794"/>
                <a:gd name="connsiteY59" fmla="*/ 738222 h 1212067"/>
                <a:gd name="connsiteX60" fmla="*/ 1281869 w 1385794"/>
                <a:gd name="connsiteY60" fmla="*/ 739803 h 1212067"/>
                <a:gd name="connsiteX61" fmla="*/ 1278100 w 1385794"/>
                <a:gd name="connsiteY61" fmla="*/ 738794 h 1212067"/>
                <a:gd name="connsiteX62" fmla="*/ 1277797 w 1385794"/>
                <a:gd name="connsiteY62" fmla="*/ 734723 h 1212067"/>
                <a:gd name="connsiteX63" fmla="*/ 1277360 w 1385794"/>
                <a:gd name="connsiteY63" fmla="*/ 731830 h 1212067"/>
                <a:gd name="connsiteX64" fmla="*/ 1274970 w 1385794"/>
                <a:gd name="connsiteY64" fmla="*/ 730888 h 1212067"/>
                <a:gd name="connsiteX65" fmla="*/ 1274499 w 1385794"/>
                <a:gd name="connsiteY65" fmla="*/ 730754 h 1212067"/>
                <a:gd name="connsiteX66" fmla="*/ 1273590 w 1385794"/>
                <a:gd name="connsiteY66" fmla="*/ 727188 h 1212067"/>
                <a:gd name="connsiteX67" fmla="*/ 1270057 w 1385794"/>
                <a:gd name="connsiteY67" fmla="*/ 727188 h 1212067"/>
                <a:gd name="connsiteX68" fmla="*/ 1268811 w 1385794"/>
                <a:gd name="connsiteY68" fmla="*/ 727895 h 1212067"/>
                <a:gd name="connsiteX69" fmla="*/ 1264672 w 1385794"/>
                <a:gd name="connsiteY69" fmla="*/ 728803 h 1212067"/>
                <a:gd name="connsiteX70" fmla="*/ 1260465 w 1385794"/>
                <a:gd name="connsiteY70" fmla="*/ 728130 h 1212067"/>
                <a:gd name="connsiteX71" fmla="*/ 1258143 w 1385794"/>
                <a:gd name="connsiteY71" fmla="*/ 726751 h 1212067"/>
                <a:gd name="connsiteX72" fmla="*/ 1257201 w 1385794"/>
                <a:gd name="connsiteY72" fmla="*/ 725237 h 1212067"/>
                <a:gd name="connsiteX73" fmla="*/ 1256830 w 1385794"/>
                <a:gd name="connsiteY73" fmla="*/ 722277 h 1212067"/>
                <a:gd name="connsiteX74" fmla="*/ 1257638 w 1385794"/>
                <a:gd name="connsiteY74" fmla="*/ 720393 h 1212067"/>
                <a:gd name="connsiteX75" fmla="*/ 1258076 w 1385794"/>
                <a:gd name="connsiteY75" fmla="*/ 717769 h 1212067"/>
                <a:gd name="connsiteX76" fmla="*/ 1258782 w 1385794"/>
                <a:gd name="connsiteY76" fmla="*/ 714136 h 1212067"/>
                <a:gd name="connsiteX77" fmla="*/ 1258782 w 1385794"/>
                <a:gd name="connsiteY77" fmla="*/ 711747 h 1212067"/>
                <a:gd name="connsiteX78" fmla="*/ 1258446 w 1385794"/>
                <a:gd name="connsiteY78" fmla="*/ 708047 h 1212067"/>
                <a:gd name="connsiteX79" fmla="*/ 1258749 w 1385794"/>
                <a:gd name="connsiteY79" fmla="*/ 706701 h 1212067"/>
                <a:gd name="connsiteX80" fmla="*/ 1258581 w 1385794"/>
                <a:gd name="connsiteY80" fmla="*/ 706701 h 1212067"/>
                <a:gd name="connsiteX81" fmla="*/ 1253129 w 1385794"/>
                <a:gd name="connsiteY81" fmla="*/ 703775 h 1212067"/>
                <a:gd name="connsiteX82" fmla="*/ 1251143 w 1385794"/>
                <a:gd name="connsiteY82" fmla="*/ 701824 h 1212067"/>
                <a:gd name="connsiteX83" fmla="*/ 1247609 w 1385794"/>
                <a:gd name="connsiteY83" fmla="*/ 699705 h 1212067"/>
                <a:gd name="connsiteX84" fmla="*/ 1241686 w 1385794"/>
                <a:gd name="connsiteY84" fmla="*/ 697518 h 1212067"/>
                <a:gd name="connsiteX85" fmla="*/ 1237816 w 1385794"/>
                <a:gd name="connsiteY85" fmla="*/ 697888 h 1212067"/>
                <a:gd name="connsiteX86" fmla="*/ 1234955 w 1385794"/>
                <a:gd name="connsiteY86" fmla="*/ 700075 h 1212067"/>
                <a:gd name="connsiteX87" fmla="*/ 1232767 w 1385794"/>
                <a:gd name="connsiteY87" fmla="*/ 701925 h 1212067"/>
                <a:gd name="connsiteX88" fmla="*/ 1230344 w 1385794"/>
                <a:gd name="connsiteY88" fmla="*/ 702799 h 1212067"/>
                <a:gd name="connsiteX89" fmla="*/ 1227013 w 1385794"/>
                <a:gd name="connsiteY89" fmla="*/ 699368 h 1212067"/>
                <a:gd name="connsiteX90" fmla="*/ 1224522 w 1385794"/>
                <a:gd name="connsiteY90" fmla="*/ 698897 h 1212067"/>
                <a:gd name="connsiteX91" fmla="*/ 1221325 w 1385794"/>
                <a:gd name="connsiteY91" fmla="*/ 701555 h 1212067"/>
                <a:gd name="connsiteX92" fmla="*/ 1220887 w 1385794"/>
                <a:gd name="connsiteY92" fmla="*/ 701891 h 1212067"/>
                <a:gd name="connsiteX93" fmla="*/ 1217387 w 1385794"/>
                <a:gd name="connsiteY93" fmla="*/ 697585 h 1212067"/>
                <a:gd name="connsiteX94" fmla="*/ 1214123 w 1385794"/>
                <a:gd name="connsiteY94" fmla="*/ 697114 h 1212067"/>
                <a:gd name="connsiteX95" fmla="*/ 1210219 w 1385794"/>
                <a:gd name="connsiteY95" fmla="*/ 698864 h 1212067"/>
                <a:gd name="connsiteX96" fmla="*/ 1209411 w 1385794"/>
                <a:gd name="connsiteY96" fmla="*/ 700646 h 1212067"/>
                <a:gd name="connsiteX97" fmla="*/ 1207493 w 1385794"/>
                <a:gd name="connsiteY97" fmla="*/ 702261 h 1212067"/>
                <a:gd name="connsiteX98" fmla="*/ 1203589 w 1385794"/>
                <a:gd name="connsiteY98" fmla="*/ 701487 h 1212067"/>
                <a:gd name="connsiteX99" fmla="*/ 1201267 w 1385794"/>
                <a:gd name="connsiteY99" fmla="*/ 701016 h 1212067"/>
                <a:gd name="connsiteX100" fmla="*/ 1199113 w 1385794"/>
                <a:gd name="connsiteY100" fmla="*/ 701185 h 1212067"/>
                <a:gd name="connsiteX101" fmla="*/ 1197935 w 1385794"/>
                <a:gd name="connsiteY101" fmla="*/ 704380 h 1212067"/>
                <a:gd name="connsiteX102" fmla="*/ 1197935 w 1385794"/>
                <a:gd name="connsiteY102" fmla="*/ 708888 h 1212067"/>
                <a:gd name="connsiteX103" fmla="*/ 1197935 w 1385794"/>
                <a:gd name="connsiteY103" fmla="*/ 714102 h 1212067"/>
                <a:gd name="connsiteX104" fmla="*/ 1197295 w 1385794"/>
                <a:gd name="connsiteY104" fmla="*/ 716692 h 1212067"/>
                <a:gd name="connsiteX105" fmla="*/ 1196757 w 1385794"/>
                <a:gd name="connsiteY105" fmla="*/ 719283 h 1212067"/>
                <a:gd name="connsiteX106" fmla="*/ 1193392 w 1385794"/>
                <a:gd name="connsiteY106" fmla="*/ 719821 h 1212067"/>
                <a:gd name="connsiteX107" fmla="*/ 1189791 w 1385794"/>
                <a:gd name="connsiteY107" fmla="*/ 721469 h 1212067"/>
                <a:gd name="connsiteX108" fmla="*/ 1188478 w 1385794"/>
                <a:gd name="connsiteY108" fmla="*/ 724194 h 1212067"/>
                <a:gd name="connsiteX109" fmla="*/ 1190766 w 1385794"/>
                <a:gd name="connsiteY109" fmla="*/ 728971 h 1212067"/>
                <a:gd name="connsiteX110" fmla="*/ 1194132 w 1385794"/>
                <a:gd name="connsiteY110" fmla="*/ 730384 h 1212067"/>
                <a:gd name="connsiteX111" fmla="*/ 1197397 w 1385794"/>
                <a:gd name="connsiteY111" fmla="*/ 731998 h 1212067"/>
                <a:gd name="connsiteX112" fmla="*/ 1198608 w 1385794"/>
                <a:gd name="connsiteY112" fmla="*/ 733748 h 1212067"/>
                <a:gd name="connsiteX113" fmla="*/ 1198709 w 1385794"/>
                <a:gd name="connsiteY113" fmla="*/ 736473 h 1212067"/>
                <a:gd name="connsiteX114" fmla="*/ 1196320 w 1385794"/>
                <a:gd name="connsiteY114" fmla="*/ 737112 h 1212067"/>
                <a:gd name="connsiteX115" fmla="*/ 1195882 w 1385794"/>
                <a:gd name="connsiteY115" fmla="*/ 740913 h 1212067"/>
                <a:gd name="connsiteX116" fmla="*/ 1196656 w 1385794"/>
                <a:gd name="connsiteY116" fmla="*/ 742225 h 1212067"/>
                <a:gd name="connsiteX117" fmla="*/ 1197195 w 1385794"/>
                <a:gd name="connsiteY117" fmla="*/ 744613 h 1212067"/>
                <a:gd name="connsiteX118" fmla="*/ 1193728 w 1385794"/>
                <a:gd name="connsiteY118" fmla="*/ 745152 h 1212067"/>
                <a:gd name="connsiteX119" fmla="*/ 1190666 w 1385794"/>
                <a:gd name="connsiteY119" fmla="*/ 745152 h 1212067"/>
                <a:gd name="connsiteX120" fmla="*/ 1187401 w 1385794"/>
                <a:gd name="connsiteY120" fmla="*/ 745185 h 1212067"/>
                <a:gd name="connsiteX121" fmla="*/ 1185651 w 1385794"/>
                <a:gd name="connsiteY121" fmla="*/ 747338 h 1212067"/>
                <a:gd name="connsiteX122" fmla="*/ 1183699 w 1385794"/>
                <a:gd name="connsiteY122" fmla="*/ 750164 h 1212067"/>
                <a:gd name="connsiteX123" fmla="*/ 1182285 w 1385794"/>
                <a:gd name="connsiteY123" fmla="*/ 753191 h 1212067"/>
                <a:gd name="connsiteX124" fmla="*/ 1182285 w 1385794"/>
                <a:gd name="connsiteY124" fmla="*/ 755815 h 1212067"/>
                <a:gd name="connsiteX125" fmla="*/ 1182285 w 1385794"/>
                <a:gd name="connsiteY125" fmla="*/ 757767 h 1212067"/>
                <a:gd name="connsiteX126" fmla="*/ 1180536 w 1385794"/>
                <a:gd name="connsiteY126" fmla="*/ 760256 h 1212067"/>
                <a:gd name="connsiteX127" fmla="*/ 1178449 w 1385794"/>
                <a:gd name="connsiteY127" fmla="*/ 761568 h 1212067"/>
                <a:gd name="connsiteX128" fmla="*/ 1177574 w 1385794"/>
                <a:gd name="connsiteY128" fmla="*/ 763956 h 1212067"/>
                <a:gd name="connsiteX129" fmla="*/ 1174107 w 1385794"/>
                <a:gd name="connsiteY129" fmla="*/ 763956 h 1212067"/>
                <a:gd name="connsiteX130" fmla="*/ 1172055 w 1385794"/>
                <a:gd name="connsiteY130" fmla="*/ 765033 h 1212067"/>
                <a:gd name="connsiteX131" fmla="*/ 1172055 w 1385794"/>
                <a:gd name="connsiteY131" fmla="*/ 768296 h 1212067"/>
                <a:gd name="connsiteX132" fmla="*/ 1174781 w 1385794"/>
                <a:gd name="connsiteY132" fmla="*/ 771559 h 1212067"/>
                <a:gd name="connsiteX133" fmla="*/ 1177507 w 1385794"/>
                <a:gd name="connsiteY133" fmla="*/ 773409 h 1212067"/>
                <a:gd name="connsiteX134" fmla="*/ 1180434 w 1385794"/>
                <a:gd name="connsiteY134" fmla="*/ 775596 h 1212067"/>
                <a:gd name="connsiteX135" fmla="*/ 1182487 w 1385794"/>
                <a:gd name="connsiteY135" fmla="*/ 778758 h 1212067"/>
                <a:gd name="connsiteX136" fmla="*/ 1184237 w 1385794"/>
                <a:gd name="connsiteY136" fmla="*/ 781247 h 1212067"/>
                <a:gd name="connsiteX137" fmla="*/ 1184776 w 1385794"/>
                <a:gd name="connsiteY137" fmla="*/ 784947 h 1212067"/>
                <a:gd name="connsiteX138" fmla="*/ 1183901 w 1385794"/>
                <a:gd name="connsiteY138" fmla="*/ 789287 h 1212067"/>
                <a:gd name="connsiteX139" fmla="*/ 1182285 w 1385794"/>
                <a:gd name="connsiteY139" fmla="*/ 790800 h 1212067"/>
                <a:gd name="connsiteX140" fmla="*/ 1177944 w 1385794"/>
                <a:gd name="connsiteY140" fmla="*/ 793828 h 1212067"/>
                <a:gd name="connsiteX141" fmla="*/ 1179559 w 1385794"/>
                <a:gd name="connsiteY141" fmla="*/ 797293 h 1212067"/>
                <a:gd name="connsiteX142" fmla="*/ 1182487 w 1385794"/>
                <a:gd name="connsiteY142" fmla="*/ 798807 h 1212067"/>
                <a:gd name="connsiteX143" fmla="*/ 1191608 w 1385794"/>
                <a:gd name="connsiteY143" fmla="*/ 798807 h 1212067"/>
                <a:gd name="connsiteX144" fmla="*/ 1194872 w 1385794"/>
                <a:gd name="connsiteY144" fmla="*/ 797158 h 1212067"/>
                <a:gd name="connsiteX145" fmla="*/ 1198238 w 1385794"/>
                <a:gd name="connsiteY145" fmla="*/ 798235 h 1212067"/>
                <a:gd name="connsiteX146" fmla="*/ 1200190 w 1385794"/>
                <a:gd name="connsiteY146" fmla="*/ 800623 h 1212067"/>
                <a:gd name="connsiteX147" fmla="*/ 1202916 w 1385794"/>
                <a:gd name="connsiteY147" fmla="*/ 802574 h 1212067"/>
                <a:gd name="connsiteX148" fmla="*/ 1207257 w 1385794"/>
                <a:gd name="connsiteY148" fmla="*/ 804256 h 1212067"/>
                <a:gd name="connsiteX149" fmla="*/ 1211801 w 1385794"/>
                <a:gd name="connsiteY149" fmla="*/ 805299 h 1212067"/>
                <a:gd name="connsiteX150" fmla="*/ 1214426 w 1385794"/>
                <a:gd name="connsiteY150" fmla="*/ 805299 h 1212067"/>
                <a:gd name="connsiteX151" fmla="*/ 1219305 w 1385794"/>
                <a:gd name="connsiteY151" fmla="*/ 807486 h 1212067"/>
                <a:gd name="connsiteX152" fmla="*/ 1221493 w 1385794"/>
                <a:gd name="connsiteY152" fmla="*/ 809773 h 1212067"/>
                <a:gd name="connsiteX153" fmla="*/ 1219305 w 1385794"/>
                <a:gd name="connsiteY153" fmla="*/ 812700 h 1212067"/>
                <a:gd name="connsiteX154" fmla="*/ 1220618 w 1385794"/>
                <a:gd name="connsiteY154" fmla="*/ 814651 h 1212067"/>
                <a:gd name="connsiteX155" fmla="*/ 1222806 w 1385794"/>
                <a:gd name="connsiteY155" fmla="*/ 817140 h 1212067"/>
                <a:gd name="connsiteX156" fmla="*/ 1224657 w 1385794"/>
                <a:gd name="connsiteY156" fmla="*/ 818755 h 1212067"/>
                <a:gd name="connsiteX157" fmla="*/ 1225532 w 1385794"/>
                <a:gd name="connsiteY157" fmla="*/ 821480 h 1212067"/>
                <a:gd name="connsiteX158" fmla="*/ 1223445 w 1385794"/>
                <a:gd name="connsiteY158" fmla="*/ 825180 h 1212067"/>
                <a:gd name="connsiteX159" fmla="*/ 1222267 w 1385794"/>
                <a:gd name="connsiteY159" fmla="*/ 829183 h 1212067"/>
                <a:gd name="connsiteX160" fmla="*/ 1221493 w 1385794"/>
                <a:gd name="connsiteY160" fmla="*/ 833758 h 1212067"/>
                <a:gd name="connsiteX161" fmla="*/ 1219642 w 1385794"/>
                <a:gd name="connsiteY161" fmla="*/ 837661 h 1212067"/>
                <a:gd name="connsiteX162" fmla="*/ 1217354 w 1385794"/>
                <a:gd name="connsiteY162" fmla="*/ 839073 h 1212067"/>
                <a:gd name="connsiteX163" fmla="*/ 1213551 w 1385794"/>
                <a:gd name="connsiteY163" fmla="*/ 840890 h 1212067"/>
                <a:gd name="connsiteX164" fmla="*/ 1213551 w 1385794"/>
                <a:gd name="connsiteY164" fmla="*/ 842639 h 1212067"/>
                <a:gd name="connsiteX165" fmla="*/ 1216916 w 1385794"/>
                <a:gd name="connsiteY165" fmla="*/ 847652 h 1212067"/>
                <a:gd name="connsiteX166" fmla="*/ 1220080 w 1385794"/>
                <a:gd name="connsiteY166" fmla="*/ 851016 h 1212067"/>
                <a:gd name="connsiteX167" fmla="*/ 1220012 w 1385794"/>
                <a:gd name="connsiteY167" fmla="*/ 851890 h 1212067"/>
                <a:gd name="connsiteX168" fmla="*/ 1220517 w 1385794"/>
                <a:gd name="connsiteY168" fmla="*/ 854716 h 1212067"/>
                <a:gd name="connsiteX169" fmla="*/ 1220517 w 1385794"/>
                <a:gd name="connsiteY169" fmla="*/ 856566 h 1212067"/>
                <a:gd name="connsiteX170" fmla="*/ 1219305 w 1385794"/>
                <a:gd name="connsiteY170" fmla="*/ 856734 h 1212067"/>
                <a:gd name="connsiteX171" fmla="*/ 1216579 w 1385794"/>
                <a:gd name="connsiteY171" fmla="*/ 857441 h 1212067"/>
                <a:gd name="connsiteX172" fmla="*/ 1212676 w 1385794"/>
                <a:gd name="connsiteY172" fmla="*/ 857441 h 1212067"/>
                <a:gd name="connsiteX173" fmla="*/ 1210825 w 1385794"/>
                <a:gd name="connsiteY173" fmla="*/ 857441 h 1212067"/>
                <a:gd name="connsiteX174" fmla="*/ 1209512 w 1385794"/>
                <a:gd name="connsiteY174" fmla="*/ 859291 h 1212067"/>
                <a:gd name="connsiteX175" fmla="*/ 1208974 w 1385794"/>
                <a:gd name="connsiteY175" fmla="*/ 859829 h 1212067"/>
                <a:gd name="connsiteX176" fmla="*/ 1206685 w 1385794"/>
                <a:gd name="connsiteY176" fmla="*/ 863294 h 1212067"/>
                <a:gd name="connsiteX177" fmla="*/ 1202983 w 1385794"/>
                <a:gd name="connsiteY177" fmla="*/ 862520 h 1212067"/>
                <a:gd name="connsiteX178" fmla="*/ 1200930 w 1385794"/>
                <a:gd name="connsiteY178" fmla="*/ 864438 h 1212067"/>
                <a:gd name="connsiteX179" fmla="*/ 1198978 w 1385794"/>
                <a:gd name="connsiteY179" fmla="*/ 866120 h 1212067"/>
                <a:gd name="connsiteX180" fmla="*/ 1197026 w 1385794"/>
                <a:gd name="connsiteY180" fmla="*/ 866120 h 1212067"/>
                <a:gd name="connsiteX181" fmla="*/ 1194098 w 1385794"/>
                <a:gd name="connsiteY181" fmla="*/ 863395 h 1212067"/>
                <a:gd name="connsiteX182" fmla="*/ 1190497 w 1385794"/>
                <a:gd name="connsiteY182" fmla="*/ 860670 h 1212067"/>
                <a:gd name="connsiteX183" fmla="*/ 1187435 w 1385794"/>
                <a:gd name="connsiteY183" fmla="*/ 858921 h 1212067"/>
                <a:gd name="connsiteX184" fmla="*/ 1185045 w 1385794"/>
                <a:gd name="connsiteY184" fmla="*/ 858046 h 1212067"/>
                <a:gd name="connsiteX185" fmla="*/ 1182117 w 1385794"/>
                <a:gd name="connsiteY185" fmla="*/ 855019 h 1212067"/>
                <a:gd name="connsiteX186" fmla="*/ 1180367 w 1385794"/>
                <a:gd name="connsiteY186" fmla="*/ 855120 h 1212067"/>
                <a:gd name="connsiteX187" fmla="*/ 1177910 w 1385794"/>
                <a:gd name="connsiteY187" fmla="*/ 857542 h 1212067"/>
                <a:gd name="connsiteX188" fmla="*/ 1175958 w 1385794"/>
                <a:gd name="connsiteY188" fmla="*/ 858315 h 1212067"/>
                <a:gd name="connsiteX189" fmla="*/ 1172694 w 1385794"/>
                <a:gd name="connsiteY189" fmla="*/ 859190 h 1212067"/>
                <a:gd name="connsiteX190" fmla="*/ 1171920 w 1385794"/>
                <a:gd name="connsiteY190" fmla="*/ 861242 h 1212067"/>
                <a:gd name="connsiteX191" fmla="*/ 1171920 w 1385794"/>
                <a:gd name="connsiteY191" fmla="*/ 863630 h 1212067"/>
                <a:gd name="connsiteX192" fmla="*/ 1173266 w 1385794"/>
                <a:gd name="connsiteY192" fmla="*/ 865481 h 1212067"/>
                <a:gd name="connsiteX193" fmla="*/ 1173636 w 1385794"/>
                <a:gd name="connsiteY193" fmla="*/ 867768 h 1212067"/>
                <a:gd name="connsiteX194" fmla="*/ 1173636 w 1385794"/>
                <a:gd name="connsiteY194" fmla="*/ 868844 h 1212067"/>
                <a:gd name="connsiteX195" fmla="*/ 1174612 w 1385794"/>
                <a:gd name="connsiteY195" fmla="*/ 871132 h 1212067"/>
                <a:gd name="connsiteX196" fmla="*/ 1175824 w 1385794"/>
                <a:gd name="connsiteY196" fmla="*/ 875270 h 1212067"/>
                <a:gd name="connsiteX197" fmla="*/ 1177338 w 1385794"/>
                <a:gd name="connsiteY197" fmla="*/ 877557 h 1212067"/>
                <a:gd name="connsiteX198" fmla="*/ 1175386 w 1385794"/>
                <a:gd name="connsiteY198" fmla="*/ 882065 h 1212067"/>
                <a:gd name="connsiteX199" fmla="*/ 1175958 w 1385794"/>
                <a:gd name="connsiteY199" fmla="*/ 887279 h 1212067"/>
                <a:gd name="connsiteX200" fmla="*/ 1177978 w 1385794"/>
                <a:gd name="connsiteY200" fmla="*/ 893502 h 1212067"/>
                <a:gd name="connsiteX201" fmla="*/ 1178685 w 1385794"/>
                <a:gd name="connsiteY201" fmla="*/ 896261 h 1212067"/>
                <a:gd name="connsiteX202" fmla="*/ 1178987 w 1385794"/>
                <a:gd name="connsiteY202" fmla="*/ 899019 h 1212067"/>
                <a:gd name="connsiteX203" fmla="*/ 1178281 w 1385794"/>
                <a:gd name="connsiteY203" fmla="*/ 901778 h 1212067"/>
                <a:gd name="connsiteX204" fmla="*/ 1177708 w 1385794"/>
                <a:gd name="connsiteY204" fmla="*/ 905243 h 1212067"/>
                <a:gd name="connsiteX205" fmla="*/ 1176564 w 1385794"/>
                <a:gd name="connsiteY205" fmla="*/ 909010 h 1212067"/>
                <a:gd name="connsiteX206" fmla="*/ 1175992 w 1385794"/>
                <a:gd name="connsiteY206" fmla="*/ 910760 h 1212067"/>
                <a:gd name="connsiteX207" fmla="*/ 1174982 w 1385794"/>
                <a:gd name="connsiteY207" fmla="*/ 913821 h 1212067"/>
                <a:gd name="connsiteX208" fmla="*/ 1173973 w 1385794"/>
                <a:gd name="connsiteY208" fmla="*/ 915570 h 1212067"/>
                <a:gd name="connsiteX209" fmla="*/ 1172829 w 1385794"/>
                <a:gd name="connsiteY209" fmla="*/ 916714 h 1212067"/>
                <a:gd name="connsiteX210" fmla="*/ 1171079 w 1385794"/>
                <a:gd name="connsiteY210" fmla="*/ 916714 h 1212067"/>
                <a:gd name="connsiteX211" fmla="*/ 1169497 w 1385794"/>
                <a:gd name="connsiteY211" fmla="*/ 915839 h 1212067"/>
                <a:gd name="connsiteX212" fmla="*/ 1167309 w 1385794"/>
                <a:gd name="connsiteY212" fmla="*/ 913821 h 1212067"/>
                <a:gd name="connsiteX213" fmla="*/ 1166165 w 1385794"/>
                <a:gd name="connsiteY213" fmla="*/ 912946 h 1212067"/>
                <a:gd name="connsiteX214" fmla="*/ 1164718 w 1385794"/>
                <a:gd name="connsiteY214" fmla="*/ 910188 h 1212067"/>
                <a:gd name="connsiteX215" fmla="*/ 1164718 w 1385794"/>
                <a:gd name="connsiteY215" fmla="*/ 908169 h 1212067"/>
                <a:gd name="connsiteX216" fmla="*/ 1162968 w 1385794"/>
                <a:gd name="connsiteY216" fmla="*/ 906151 h 1212067"/>
                <a:gd name="connsiteX217" fmla="*/ 1161958 w 1385794"/>
                <a:gd name="connsiteY217" fmla="*/ 902821 h 1212067"/>
                <a:gd name="connsiteX218" fmla="*/ 1160814 w 1385794"/>
                <a:gd name="connsiteY218" fmla="*/ 900062 h 1212067"/>
                <a:gd name="connsiteX219" fmla="*/ 1159232 w 1385794"/>
                <a:gd name="connsiteY219" fmla="*/ 898044 h 1212067"/>
                <a:gd name="connsiteX220" fmla="*/ 1156102 w 1385794"/>
                <a:gd name="connsiteY220" fmla="*/ 897169 h 1212067"/>
                <a:gd name="connsiteX221" fmla="*/ 1154588 w 1385794"/>
                <a:gd name="connsiteY221" fmla="*/ 896597 h 1212067"/>
                <a:gd name="connsiteX222" fmla="*/ 1154588 w 1385794"/>
                <a:gd name="connsiteY222" fmla="*/ 896732 h 1212067"/>
                <a:gd name="connsiteX223" fmla="*/ 1151121 w 1385794"/>
                <a:gd name="connsiteY223" fmla="*/ 896025 h 1212067"/>
                <a:gd name="connsiteX224" fmla="*/ 1149237 w 1385794"/>
                <a:gd name="connsiteY224" fmla="*/ 896900 h 1212067"/>
                <a:gd name="connsiteX225" fmla="*/ 1148496 w 1385794"/>
                <a:gd name="connsiteY225" fmla="*/ 898481 h 1212067"/>
                <a:gd name="connsiteX226" fmla="*/ 1147352 w 1385794"/>
                <a:gd name="connsiteY226" fmla="*/ 899625 h 1212067"/>
                <a:gd name="connsiteX227" fmla="*/ 1145030 w 1385794"/>
                <a:gd name="connsiteY227" fmla="*/ 900499 h 1212067"/>
                <a:gd name="connsiteX228" fmla="*/ 1143650 w 1385794"/>
                <a:gd name="connsiteY228" fmla="*/ 898481 h 1212067"/>
                <a:gd name="connsiteX229" fmla="*/ 1142405 w 1385794"/>
                <a:gd name="connsiteY229" fmla="*/ 895588 h 1212067"/>
                <a:gd name="connsiteX230" fmla="*/ 1142405 w 1385794"/>
                <a:gd name="connsiteY230" fmla="*/ 893267 h 1212067"/>
                <a:gd name="connsiteX231" fmla="*/ 1143112 w 1385794"/>
                <a:gd name="connsiteY231" fmla="*/ 891080 h 1212067"/>
                <a:gd name="connsiteX232" fmla="*/ 1142977 w 1385794"/>
                <a:gd name="connsiteY232" fmla="*/ 888894 h 1212067"/>
                <a:gd name="connsiteX233" fmla="*/ 1140285 w 1385794"/>
                <a:gd name="connsiteY233" fmla="*/ 886068 h 1212067"/>
                <a:gd name="connsiteX234" fmla="*/ 1134563 w 1385794"/>
                <a:gd name="connsiteY234" fmla="*/ 882233 h 1212067"/>
                <a:gd name="connsiteX235" fmla="*/ 1127900 w 1385794"/>
                <a:gd name="connsiteY235" fmla="*/ 879340 h 1212067"/>
                <a:gd name="connsiteX236" fmla="*/ 1124433 w 1385794"/>
                <a:gd name="connsiteY236" fmla="*/ 878196 h 1212067"/>
                <a:gd name="connsiteX237" fmla="*/ 1115448 w 1385794"/>
                <a:gd name="connsiteY237" fmla="*/ 873790 h 1212067"/>
                <a:gd name="connsiteX238" fmla="*/ 1114000 w 1385794"/>
                <a:gd name="connsiteY238" fmla="*/ 867768 h 1212067"/>
                <a:gd name="connsiteX239" fmla="*/ 1111981 w 1385794"/>
                <a:gd name="connsiteY239" fmla="*/ 863698 h 1212067"/>
                <a:gd name="connsiteX240" fmla="*/ 1113428 w 1385794"/>
                <a:gd name="connsiteY240" fmla="*/ 862554 h 1212067"/>
                <a:gd name="connsiteX241" fmla="*/ 1114000 w 1385794"/>
                <a:gd name="connsiteY241" fmla="*/ 859358 h 1212067"/>
                <a:gd name="connsiteX242" fmla="*/ 1114303 w 1385794"/>
                <a:gd name="connsiteY242" fmla="*/ 857912 h 1212067"/>
                <a:gd name="connsiteX243" fmla="*/ 1111981 w 1385794"/>
                <a:gd name="connsiteY243" fmla="*/ 857037 h 1212067"/>
                <a:gd name="connsiteX244" fmla="*/ 1105015 w 1385794"/>
                <a:gd name="connsiteY244" fmla="*/ 855893 h 1212067"/>
                <a:gd name="connsiteX245" fmla="*/ 1101548 w 1385794"/>
                <a:gd name="connsiteY245" fmla="*/ 855893 h 1212067"/>
                <a:gd name="connsiteX246" fmla="*/ 1099529 w 1385794"/>
                <a:gd name="connsiteY246" fmla="*/ 856768 h 1212067"/>
                <a:gd name="connsiteX247" fmla="*/ 1097510 w 1385794"/>
                <a:gd name="connsiteY247" fmla="*/ 857071 h 1212067"/>
                <a:gd name="connsiteX248" fmla="*/ 1092596 w 1385794"/>
                <a:gd name="connsiteY248" fmla="*/ 855624 h 1212067"/>
                <a:gd name="connsiteX249" fmla="*/ 1089971 w 1385794"/>
                <a:gd name="connsiteY249" fmla="*/ 854749 h 1212067"/>
                <a:gd name="connsiteX250" fmla="*/ 1089433 w 1385794"/>
                <a:gd name="connsiteY250" fmla="*/ 852664 h 1212067"/>
                <a:gd name="connsiteX251" fmla="*/ 1088120 w 1385794"/>
                <a:gd name="connsiteY251" fmla="*/ 850477 h 1212067"/>
                <a:gd name="connsiteX252" fmla="*/ 1086606 w 1385794"/>
                <a:gd name="connsiteY252" fmla="*/ 849199 h 1212067"/>
                <a:gd name="connsiteX253" fmla="*/ 1084586 w 1385794"/>
                <a:gd name="connsiteY253" fmla="*/ 848493 h 1212067"/>
                <a:gd name="connsiteX254" fmla="*/ 1082634 w 1385794"/>
                <a:gd name="connsiteY254" fmla="*/ 847719 h 1212067"/>
                <a:gd name="connsiteX255" fmla="*/ 1081187 w 1385794"/>
                <a:gd name="connsiteY255" fmla="*/ 846373 h 1212067"/>
                <a:gd name="connsiteX256" fmla="*/ 1081995 w 1385794"/>
                <a:gd name="connsiteY256" fmla="*/ 844826 h 1212067"/>
                <a:gd name="connsiteX257" fmla="*/ 1081456 w 1385794"/>
                <a:gd name="connsiteY257" fmla="*/ 843043 h 1212067"/>
                <a:gd name="connsiteX258" fmla="*/ 1078932 w 1385794"/>
                <a:gd name="connsiteY258" fmla="*/ 841058 h 1212067"/>
                <a:gd name="connsiteX259" fmla="*/ 1077149 w 1385794"/>
                <a:gd name="connsiteY259" fmla="*/ 839242 h 1212067"/>
                <a:gd name="connsiteX260" fmla="*/ 1076846 w 1385794"/>
                <a:gd name="connsiteY260" fmla="*/ 837930 h 1212067"/>
                <a:gd name="connsiteX261" fmla="*/ 1076846 w 1385794"/>
                <a:gd name="connsiteY261" fmla="*/ 835676 h 1212067"/>
                <a:gd name="connsiteX262" fmla="*/ 1077216 w 1385794"/>
                <a:gd name="connsiteY262" fmla="*/ 833422 h 1212067"/>
                <a:gd name="connsiteX263" fmla="*/ 1077283 w 1385794"/>
                <a:gd name="connsiteY263" fmla="*/ 830933 h 1212067"/>
                <a:gd name="connsiteX264" fmla="*/ 1079706 w 1385794"/>
                <a:gd name="connsiteY264" fmla="*/ 828746 h 1212067"/>
                <a:gd name="connsiteX265" fmla="*/ 1081423 w 1385794"/>
                <a:gd name="connsiteY265" fmla="*/ 827771 h 1212067"/>
                <a:gd name="connsiteX266" fmla="*/ 1082803 w 1385794"/>
                <a:gd name="connsiteY266" fmla="*/ 826122 h 1212067"/>
                <a:gd name="connsiteX267" fmla="*/ 1083004 w 1385794"/>
                <a:gd name="connsiteY267" fmla="*/ 824440 h 1212067"/>
                <a:gd name="connsiteX268" fmla="*/ 1083274 w 1385794"/>
                <a:gd name="connsiteY268" fmla="*/ 822859 h 1212067"/>
                <a:gd name="connsiteX269" fmla="*/ 1085192 w 1385794"/>
                <a:gd name="connsiteY269" fmla="*/ 821648 h 1212067"/>
                <a:gd name="connsiteX270" fmla="*/ 1087077 w 1385794"/>
                <a:gd name="connsiteY270" fmla="*/ 820874 h 1212067"/>
                <a:gd name="connsiteX271" fmla="*/ 1089365 w 1385794"/>
                <a:gd name="connsiteY271" fmla="*/ 819865 h 1212067"/>
                <a:gd name="connsiteX272" fmla="*/ 1092495 w 1385794"/>
                <a:gd name="connsiteY272" fmla="*/ 815627 h 1212067"/>
                <a:gd name="connsiteX273" fmla="*/ 1094010 w 1385794"/>
                <a:gd name="connsiteY273" fmla="*/ 813373 h 1212067"/>
                <a:gd name="connsiteX274" fmla="*/ 1093909 w 1385794"/>
                <a:gd name="connsiteY274" fmla="*/ 811354 h 1212067"/>
                <a:gd name="connsiteX275" fmla="*/ 1093505 w 1385794"/>
                <a:gd name="connsiteY275" fmla="*/ 806914 h 1212067"/>
                <a:gd name="connsiteX276" fmla="*/ 1094649 w 1385794"/>
                <a:gd name="connsiteY276" fmla="*/ 801061 h 1212067"/>
                <a:gd name="connsiteX277" fmla="*/ 1093505 w 1385794"/>
                <a:gd name="connsiteY277" fmla="*/ 795846 h 1212067"/>
                <a:gd name="connsiteX278" fmla="*/ 1092764 w 1385794"/>
                <a:gd name="connsiteY278" fmla="*/ 786562 h 1212067"/>
                <a:gd name="connsiteX279" fmla="*/ 1089870 w 1385794"/>
                <a:gd name="connsiteY279" fmla="*/ 778758 h 1212067"/>
                <a:gd name="connsiteX280" fmla="*/ 1087110 w 1385794"/>
                <a:gd name="connsiteY280" fmla="*/ 772232 h 1212067"/>
                <a:gd name="connsiteX281" fmla="*/ 1086505 w 1385794"/>
                <a:gd name="connsiteY281" fmla="*/ 768027 h 1212067"/>
                <a:gd name="connsiteX282" fmla="*/ 1083577 w 1385794"/>
                <a:gd name="connsiteY282" fmla="*/ 765739 h 1212067"/>
                <a:gd name="connsiteX283" fmla="*/ 1080985 w 1385794"/>
                <a:gd name="connsiteY283" fmla="*/ 765537 h 1212067"/>
                <a:gd name="connsiteX284" fmla="*/ 1077283 w 1385794"/>
                <a:gd name="connsiteY284" fmla="*/ 765100 h 1212067"/>
                <a:gd name="connsiteX285" fmla="*/ 1074019 w 1385794"/>
                <a:gd name="connsiteY285" fmla="*/ 764023 h 1212067"/>
                <a:gd name="connsiteX286" fmla="*/ 1072168 w 1385794"/>
                <a:gd name="connsiteY286" fmla="*/ 761433 h 1212067"/>
                <a:gd name="connsiteX287" fmla="*/ 1071629 w 1385794"/>
                <a:gd name="connsiteY287" fmla="*/ 758170 h 1212067"/>
                <a:gd name="connsiteX288" fmla="*/ 1072168 w 1385794"/>
                <a:gd name="connsiteY288" fmla="*/ 754907 h 1212067"/>
                <a:gd name="connsiteX289" fmla="*/ 1071629 w 1385794"/>
                <a:gd name="connsiteY289" fmla="*/ 751644 h 1212067"/>
                <a:gd name="connsiteX290" fmla="*/ 1073043 w 1385794"/>
                <a:gd name="connsiteY290" fmla="*/ 746968 h 1212067"/>
                <a:gd name="connsiteX291" fmla="*/ 1074355 w 1385794"/>
                <a:gd name="connsiteY291" fmla="*/ 745454 h 1212067"/>
                <a:gd name="connsiteX292" fmla="*/ 1075668 w 1385794"/>
                <a:gd name="connsiteY292" fmla="*/ 743066 h 1212067"/>
                <a:gd name="connsiteX293" fmla="*/ 1078495 w 1385794"/>
                <a:gd name="connsiteY293" fmla="*/ 741754 h 1212067"/>
                <a:gd name="connsiteX294" fmla="*/ 1079370 w 1385794"/>
                <a:gd name="connsiteY294" fmla="*/ 741418 h 1212067"/>
                <a:gd name="connsiteX295" fmla="*/ 1080884 w 1385794"/>
                <a:gd name="connsiteY295" fmla="*/ 740442 h 1212067"/>
                <a:gd name="connsiteX296" fmla="*/ 1082634 w 1385794"/>
                <a:gd name="connsiteY296" fmla="*/ 738592 h 1212067"/>
                <a:gd name="connsiteX297" fmla="*/ 1083274 w 1385794"/>
                <a:gd name="connsiteY297" fmla="*/ 736641 h 1212067"/>
                <a:gd name="connsiteX298" fmla="*/ 1083476 w 1385794"/>
                <a:gd name="connsiteY298" fmla="*/ 733815 h 1212067"/>
                <a:gd name="connsiteX299" fmla="*/ 1083375 w 1385794"/>
                <a:gd name="connsiteY299" fmla="*/ 731225 h 1212067"/>
                <a:gd name="connsiteX300" fmla="*/ 1081086 w 1385794"/>
                <a:gd name="connsiteY300" fmla="*/ 727962 h 1212067"/>
                <a:gd name="connsiteX301" fmla="*/ 1079235 w 1385794"/>
                <a:gd name="connsiteY301" fmla="*/ 724362 h 1212067"/>
                <a:gd name="connsiteX302" fmla="*/ 1076610 w 1385794"/>
                <a:gd name="connsiteY302" fmla="*/ 721738 h 1212067"/>
                <a:gd name="connsiteX303" fmla="*/ 1074995 w 1385794"/>
                <a:gd name="connsiteY303" fmla="*/ 721301 h 1212067"/>
                <a:gd name="connsiteX304" fmla="*/ 1071629 w 1385794"/>
                <a:gd name="connsiteY304" fmla="*/ 720426 h 1212067"/>
                <a:gd name="connsiteX305" fmla="*/ 1068802 w 1385794"/>
                <a:gd name="connsiteY305" fmla="*/ 719888 h 1212067"/>
                <a:gd name="connsiteX306" fmla="*/ 1067725 w 1385794"/>
                <a:gd name="connsiteY306" fmla="*/ 718273 h 1212067"/>
                <a:gd name="connsiteX307" fmla="*/ 1066548 w 1385794"/>
                <a:gd name="connsiteY307" fmla="*/ 714472 h 1212067"/>
                <a:gd name="connsiteX308" fmla="*/ 1064797 w 1385794"/>
                <a:gd name="connsiteY308" fmla="*/ 711209 h 1212067"/>
                <a:gd name="connsiteX309" fmla="*/ 1063485 w 1385794"/>
                <a:gd name="connsiteY309" fmla="*/ 708922 h 1212067"/>
                <a:gd name="connsiteX310" fmla="*/ 1061196 w 1385794"/>
                <a:gd name="connsiteY310" fmla="*/ 706197 h 1212067"/>
                <a:gd name="connsiteX311" fmla="*/ 1059244 w 1385794"/>
                <a:gd name="connsiteY311" fmla="*/ 704246 h 1212067"/>
                <a:gd name="connsiteX312" fmla="*/ 1056653 w 1385794"/>
                <a:gd name="connsiteY312" fmla="*/ 703270 h 1212067"/>
                <a:gd name="connsiteX313" fmla="*/ 1051235 w 1385794"/>
                <a:gd name="connsiteY313" fmla="*/ 703068 h 1212067"/>
                <a:gd name="connsiteX314" fmla="*/ 1049485 w 1385794"/>
                <a:gd name="connsiteY314" fmla="*/ 702194 h 1212067"/>
                <a:gd name="connsiteX315" fmla="*/ 1047533 w 1385794"/>
                <a:gd name="connsiteY315" fmla="*/ 700108 h 1212067"/>
                <a:gd name="connsiteX316" fmla="*/ 1047970 w 1385794"/>
                <a:gd name="connsiteY316" fmla="*/ 698796 h 1212067"/>
                <a:gd name="connsiteX317" fmla="*/ 1047533 w 1385794"/>
                <a:gd name="connsiteY317" fmla="*/ 697148 h 1212067"/>
                <a:gd name="connsiteX318" fmla="*/ 1045076 w 1385794"/>
                <a:gd name="connsiteY318" fmla="*/ 695163 h 1212067"/>
                <a:gd name="connsiteX319" fmla="*/ 1042686 w 1385794"/>
                <a:gd name="connsiteY319" fmla="*/ 692472 h 1212067"/>
                <a:gd name="connsiteX320" fmla="*/ 1042350 w 1385794"/>
                <a:gd name="connsiteY320" fmla="*/ 689579 h 1212067"/>
                <a:gd name="connsiteX321" fmla="*/ 1041643 w 1385794"/>
                <a:gd name="connsiteY321" fmla="*/ 685677 h 1212067"/>
                <a:gd name="connsiteX322" fmla="*/ 1041643 w 1385794"/>
                <a:gd name="connsiteY322" fmla="*/ 682851 h 1212067"/>
                <a:gd name="connsiteX323" fmla="*/ 1040129 w 1385794"/>
                <a:gd name="connsiteY323" fmla="*/ 682044 h 1212067"/>
                <a:gd name="connsiteX324" fmla="*/ 1037167 w 1385794"/>
                <a:gd name="connsiteY324" fmla="*/ 681976 h 1212067"/>
                <a:gd name="connsiteX325" fmla="*/ 1033835 w 1385794"/>
                <a:gd name="connsiteY325" fmla="*/ 681976 h 1212067"/>
                <a:gd name="connsiteX326" fmla="*/ 1030705 w 1385794"/>
                <a:gd name="connsiteY326" fmla="*/ 681236 h 1212067"/>
                <a:gd name="connsiteX327" fmla="*/ 1029124 w 1385794"/>
                <a:gd name="connsiteY327" fmla="*/ 681236 h 1212067"/>
                <a:gd name="connsiteX328" fmla="*/ 1027441 w 1385794"/>
                <a:gd name="connsiteY328" fmla="*/ 681203 h 1212067"/>
                <a:gd name="connsiteX329" fmla="*/ 1023268 w 1385794"/>
                <a:gd name="connsiteY329" fmla="*/ 680227 h 1212067"/>
                <a:gd name="connsiteX330" fmla="*/ 1021316 w 1385794"/>
                <a:gd name="connsiteY330" fmla="*/ 677502 h 1212067"/>
                <a:gd name="connsiteX331" fmla="*/ 1020777 w 1385794"/>
                <a:gd name="connsiteY331" fmla="*/ 675652 h 1212067"/>
                <a:gd name="connsiteX332" fmla="*/ 1020777 w 1385794"/>
                <a:gd name="connsiteY332" fmla="*/ 674138 h 1212067"/>
                <a:gd name="connsiteX333" fmla="*/ 1023369 w 1385794"/>
                <a:gd name="connsiteY333" fmla="*/ 672625 h 1212067"/>
                <a:gd name="connsiteX334" fmla="*/ 1024883 w 1385794"/>
                <a:gd name="connsiteY334" fmla="*/ 671548 h 1212067"/>
                <a:gd name="connsiteX335" fmla="*/ 1028585 w 1385794"/>
                <a:gd name="connsiteY335" fmla="*/ 671548 h 1212067"/>
                <a:gd name="connsiteX336" fmla="*/ 1032052 w 1385794"/>
                <a:gd name="connsiteY336" fmla="*/ 671548 h 1212067"/>
                <a:gd name="connsiteX337" fmla="*/ 1033801 w 1385794"/>
                <a:gd name="connsiteY337" fmla="*/ 670371 h 1212067"/>
                <a:gd name="connsiteX338" fmla="*/ 1035552 w 1385794"/>
                <a:gd name="connsiteY338" fmla="*/ 669395 h 1212067"/>
                <a:gd name="connsiteX339" fmla="*/ 1038379 w 1385794"/>
                <a:gd name="connsiteY339" fmla="*/ 668083 h 1212067"/>
                <a:gd name="connsiteX340" fmla="*/ 1039422 w 1385794"/>
                <a:gd name="connsiteY340" fmla="*/ 666771 h 1212067"/>
                <a:gd name="connsiteX341" fmla="*/ 1039893 w 1385794"/>
                <a:gd name="connsiteY341" fmla="*/ 664820 h 1212067"/>
                <a:gd name="connsiteX342" fmla="*/ 1039893 w 1385794"/>
                <a:gd name="connsiteY342" fmla="*/ 661994 h 1212067"/>
                <a:gd name="connsiteX343" fmla="*/ 1039253 w 1385794"/>
                <a:gd name="connsiteY343" fmla="*/ 660245 h 1212067"/>
                <a:gd name="connsiteX344" fmla="*/ 1037739 w 1385794"/>
                <a:gd name="connsiteY344" fmla="*/ 659371 h 1212067"/>
                <a:gd name="connsiteX345" fmla="*/ 1035552 w 1385794"/>
                <a:gd name="connsiteY345" fmla="*/ 659371 h 1212067"/>
                <a:gd name="connsiteX346" fmla="*/ 1032052 w 1385794"/>
                <a:gd name="connsiteY346" fmla="*/ 659371 h 1212067"/>
                <a:gd name="connsiteX347" fmla="*/ 1025085 w 1385794"/>
                <a:gd name="connsiteY347" fmla="*/ 659371 h 1212067"/>
                <a:gd name="connsiteX348" fmla="*/ 1019869 w 1385794"/>
                <a:gd name="connsiteY348" fmla="*/ 659371 h 1212067"/>
                <a:gd name="connsiteX349" fmla="*/ 1012700 w 1385794"/>
                <a:gd name="connsiteY349" fmla="*/ 659371 h 1212067"/>
                <a:gd name="connsiteX350" fmla="*/ 1006945 w 1385794"/>
                <a:gd name="connsiteY350" fmla="*/ 659371 h 1212067"/>
                <a:gd name="connsiteX351" fmla="*/ 1000753 w 1385794"/>
                <a:gd name="connsiteY351" fmla="*/ 658059 h 1212067"/>
                <a:gd name="connsiteX352" fmla="*/ 996714 w 1385794"/>
                <a:gd name="connsiteY352" fmla="*/ 658059 h 1212067"/>
                <a:gd name="connsiteX353" fmla="*/ 993012 w 1385794"/>
                <a:gd name="connsiteY353" fmla="*/ 656175 h 1212067"/>
                <a:gd name="connsiteX354" fmla="*/ 990825 w 1385794"/>
                <a:gd name="connsiteY354" fmla="*/ 652441 h 1212067"/>
                <a:gd name="connsiteX355" fmla="*/ 986752 w 1385794"/>
                <a:gd name="connsiteY355" fmla="*/ 652441 h 1212067"/>
                <a:gd name="connsiteX356" fmla="*/ 984026 w 1385794"/>
                <a:gd name="connsiteY356" fmla="*/ 656578 h 1212067"/>
                <a:gd name="connsiteX357" fmla="*/ 981738 w 1385794"/>
                <a:gd name="connsiteY357" fmla="*/ 655266 h 1212067"/>
                <a:gd name="connsiteX358" fmla="*/ 977767 w 1385794"/>
                <a:gd name="connsiteY358" fmla="*/ 653450 h 1212067"/>
                <a:gd name="connsiteX359" fmla="*/ 972617 w 1385794"/>
                <a:gd name="connsiteY359" fmla="*/ 650422 h 1212067"/>
                <a:gd name="connsiteX360" fmla="*/ 965887 w 1385794"/>
                <a:gd name="connsiteY360" fmla="*/ 643694 h 1212067"/>
                <a:gd name="connsiteX361" fmla="*/ 956901 w 1385794"/>
                <a:gd name="connsiteY361" fmla="*/ 634915 h 1212067"/>
                <a:gd name="connsiteX362" fmla="*/ 948117 w 1385794"/>
                <a:gd name="connsiteY362" fmla="*/ 624789 h 1212067"/>
                <a:gd name="connsiteX363" fmla="*/ 947040 w 1385794"/>
                <a:gd name="connsiteY363" fmla="*/ 620450 h 1212067"/>
                <a:gd name="connsiteX364" fmla="*/ 942396 w 1385794"/>
                <a:gd name="connsiteY364" fmla="*/ 616110 h 1212067"/>
                <a:gd name="connsiteX365" fmla="*/ 938323 w 1385794"/>
                <a:gd name="connsiteY365" fmla="*/ 614361 h 1212067"/>
                <a:gd name="connsiteX366" fmla="*/ 930213 w 1385794"/>
                <a:gd name="connsiteY366" fmla="*/ 611602 h 1212067"/>
                <a:gd name="connsiteX367" fmla="*/ 925299 w 1385794"/>
                <a:gd name="connsiteY367" fmla="*/ 608978 h 1212067"/>
                <a:gd name="connsiteX368" fmla="*/ 920655 w 1385794"/>
                <a:gd name="connsiteY368" fmla="*/ 608978 h 1212067"/>
                <a:gd name="connsiteX369" fmla="*/ 916010 w 1385794"/>
                <a:gd name="connsiteY369" fmla="*/ 606960 h 1212067"/>
                <a:gd name="connsiteX370" fmla="*/ 916010 w 1385794"/>
                <a:gd name="connsiteY370" fmla="*/ 604639 h 1212067"/>
                <a:gd name="connsiteX371" fmla="*/ 916010 w 1385794"/>
                <a:gd name="connsiteY371" fmla="*/ 600871 h 1212067"/>
                <a:gd name="connsiteX372" fmla="*/ 915876 w 1385794"/>
                <a:gd name="connsiteY372" fmla="*/ 597675 h 1212067"/>
                <a:gd name="connsiteX373" fmla="*/ 914698 w 1385794"/>
                <a:gd name="connsiteY373" fmla="*/ 594210 h 1212067"/>
                <a:gd name="connsiteX374" fmla="*/ 912948 w 1385794"/>
                <a:gd name="connsiteY374" fmla="*/ 590746 h 1212067"/>
                <a:gd name="connsiteX375" fmla="*/ 912376 w 1385794"/>
                <a:gd name="connsiteY375" fmla="*/ 587550 h 1212067"/>
                <a:gd name="connsiteX376" fmla="*/ 912376 w 1385794"/>
                <a:gd name="connsiteY376" fmla="*/ 583917 h 1212067"/>
                <a:gd name="connsiteX377" fmla="*/ 912376 w 1385794"/>
                <a:gd name="connsiteY377" fmla="*/ 579443 h 1212067"/>
                <a:gd name="connsiteX378" fmla="*/ 912308 w 1385794"/>
                <a:gd name="connsiteY378" fmla="*/ 578804 h 1212067"/>
                <a:gd name="connsiteX379" fmla="*/ 914126 w 1385794"/>
                <a:gd name="connsiteY379" fmla="*/ 575978 h 1212067"/>
                <a:gd name="connsiteX380" fmla="*/ 918905 w 1385794"/>
                <a:gd name="connsiteY380" fmla="*/ 575978 h 1212067"/>
                <a:gd name="connsiteX381" fmla="*/ 921059 w 1385794"/>
                <a:gd name="connsiteY381" fmla="*/ 575978 h 1212067"/>
                <a:gd name="connsiteX382" fmla="*/ 924121 w 1385794"/>
                <a:gd name="connsiteY382" fmla="*/ 575978 h 1212067"/>
                <a:gd name="connsiteX383" fmla="*/ 926746 w 1385794"/>
                <a:gd name="connsiteY383" fmla="*/ 577424 h 1212067"/>
                <a:gd name="connsiteX384" fmla="*/ 929641 w 1385794"/>
                <a:gd name="connsiteY384" fmla="*/ 575978 h 1212067"/>
                <a:gd name="connsiteX385" fmla="*/ 930213 w 1385794"/>
                <a:gd name="connsiteY385" fmla="*/ 573354 h 1212067"/>
                <a:gd name="connsiteX386" fmla="*/ 930213 w 1385794"/>
                <a:gd name="connsiteY386" fmla="*/ 569889 h 1212067"/>
                <a:gd name="connsiteX387" fmla="*/ 929641 w 1385794"/>
                <a:gd name="connsiteY387" fmla="*/ 562051 h 1212067"/>
                <a:gd name="connsiteX388" fmla="*/ 929775 w 1385794"/>
                <a:gd name="connsiteY388" fmla="*/ 559730 h 1212067"/>
                <a:gd name="connsiteX389" fmla="*/ 928631 w 1385794"/>
                <a:gd name="connsiteY389" fmla="*/ 558283 h 1212067"/>
                <a:gd name="connsiteX390" fmla="*/ 928496 w 1385794"/>
                <a:gd name="connsiteY390" fmla="*/ 557106 h 1212067"/>
                <a:gd name="connsiteX391" fmla="*/ 929237 w 1385794"/>
                <a:gd name="connsiteY391" fmla="*/ 555660 h 1212067"/>
                <a:gd name="connsiteX392" fmla="*/ 930246 w 1385794"/>
                <a:gd name="connsiteY392" fmla="*/ 553776 h 1212067"/>
                <a:gd name="connsiteX393" fmla="*/ 930246 w 1385794"/>
                <a:gd name="connsiteY393" fmla="*/ 552464 h 1212067"/>
                <a:gd name="connsiteX394" fmla="*/ 929506 w 1385794"/>
                <a:gd name="connsiteY394" fmla="*/ 549840 h 1212067"/>
                <a:gd name="connsiteX395" fmla="*/ 926881 w 1385794"/>
                <a:gd name="connsiteY395" fmla="*/ 546577 h 1212067"/>
                <a:gd name="connsiteX396" fmla="*/ 923549 w 1385794"/>
                <a:gd name="connsiteY396" fmla="*/ 544626 h 1212067"/>
                <a:gd name="connsiteX397" fmla="*/ 920655 w 1385794"/>
                <a:gd name="connsiteY397" fmla="*/ 544626 h 1212067"/>
                <a:gd name="connsiteX398" fmla="*/ 919713 w 1385794"/>
                <a:gd name="connsiteY398" fmla="*/ 542843 h 1212067"/>
                <a:gd name="connsiteX399" fmla="*/ 919780 w 1385794"/>
                <a:gd name="connsiteY399" fmla="*/ 542136 h 1212067"/>
                <a:gd name="connsiteX400" fmla="*/ 920890 w 1385794"/>
                <a:gd name="connsiteY400" fmla="*/ 541127 h 1212067"/>
                <a:gd name="connsiteX401" fmla="*/ 922775 w 1385794"/>
                <a:gd name="connsiteY401" fmla="*/ 540219 h 1212067"/>
                <a:gd name="connsiteX402" fmla="*/ 926645 w 1385794"/>
                <a:gd name="connsiteY402" fmla="*/ 538268 h 1212067"/>
                <a:gd name="connsiteX403" fmla="*/ 938559 w 1385794"/>
                <a:gd name="connsiteY403" fmla="*/ 533222 h 1212067"/>
                <a:gd name="connsiteX404" fmla="*/ 947679 w 1385794"/>
                <a:gd name="connsiteY404" fmla="*/ 528109 h 1212067"/>
                <a:gd name="connsiteX405" fmla="*/ 957473 w 1385794"/>
                <a:gd name="connsiteY405" fmla="*/ 523332 h 1212067"/>
                <a:gd name="connsiteX406" fmla="*/ 962353 w 1385794"/>
                <a:gd name="connsiteY406" fmla="*/ 519430 h 1212067"/>
                <a:gd name="connsiteX407" fmla="*/ 967367 w 1385794"/>
                <a:gd name="connsiteY407" fmla="*/ 513038 h 1212067"/>
                <a:gd name="connsiteX408" fmla="*/ 969319 w 1385794"/>
                <a:gd name="connsiteY408" fmla="*/ 506411 h 1212067"/>
                <a:gd name="connsiteX409" fmla="*/ 973021 w 1385794"/>
                <a:gd name="connsiteY409" fmla="*/ 500423 h 1212067"/>
                <a:gd name="connsiteX410" fmla="*/ 974771 w 1385794"/>
                <a:gd name="connsiteY410" fmla="*/ 496958 h 1212067"/>
                <a:gd name="connsiteX411" fmla="*/ 979449 w 1385794"/>
                <a:gd name="connsiteY411" fmla="*/ 495781 h 1212067"/>
                <a:gd name="connsiteX412" fmla="*/ 980762 w 1385794"/>
                <a:gd name="connsiteY412" fmla="*/ 493393 h 1212067"/>
                <a:gd name="connsiteX413" fmla="*/ 984666 w 1385794"/>
                <a:gd name="connsiteY413" fmla="*/ 489490 h 1212067"/>
                <a:gd name="connsiteX414" fmla="*/ 985204 w 1385794"/>
                <a:gd name="connsiteY414" fmla="*/ 487539 h 1212067"/>
                <a:gd name="connsiteX415" fmla="*/ 988772 w 1385794"/>
                <a:gd name="connsiteY415" fmla="*/ 484276 h 1212067"/>
                <a:gd name="connsiteX416" fmla="*/ 992238 w 1385794"/>
                <a:gd name="connsiteY416" fmla="*/ 482224 h 1212067"/>
                <a:gd name="connsiteX417" fmla="*/ 994089 w 1385794"/>
                <a:gd name="connsiteY417" fmla="*/ 479399 h 1212067"/>
                <a:gd name="connsiteX418" fmla="*/ 993988 w 1385794"/>
                <a:gd name="connsiteY418" fmla="*/ 474285 h 1212067"/>
                <a:gd name="connsiteX419" fmla="*/ 992911 w 1385794"/>
                <a:gd name="connsiteY419" fmla="*/ 469509 h 1212067"/>
                <a:gd name="connsiteX420" fmla="*/ 992373 w 1385794"/>
                <a:gd name="connsiteY420" fmla="*/ 463756 h 1212067"/>
                <a:gd name="connsiteX421" fmla="*/ 990084 w 1385794"/>
                <a:gd name="connsiteY421" fmla="*/ 460594 h 1212067"/>
                <a:gd name="connsiteX422" fmla="*/ 987358 w 1385794"/>
                <a:gd name="connsiteY422" fmla="*/ 456456 h 1212067"/>
                <a:gd name="connsiteX423" fmla="*/ 986483 w 1385794"/>
                <a:gd name="connsiteY423" fmla="*/ 453530 h 1212067"/>
                <a:gd name="connsiteX424" fmla="*/ 985945 w 1385794"/>
                <a:gd name="connsiteY424" fmla="*/ 451478 h 1212067"/>
                <a:gd name="connsiteX425" fmla="*/ 983555 w 1385794"/>
                <a:gd name="connsiteY425" fmla="*/ 447575 h 1212067"/>
                <a:gd name="connsiteX426" fmla="*/ 982142 w 1385794"/>
                <a:gd name="connsiteY426" fmla="*/ 445523 h 1212067"/>
                <a:gd name="connsiteX427" fmla="*/ 983993 w 1385794"/>
                <a:gd name="connsiteY427" fmla="*/ 442159 h 1212067"/>
                <a:gd name="connsiteX428" fmla="*/ 985945 w 1385794"/>
                <a:gd name="connsiteY428" fmla="*/ 439771 h 1212067"/>
                <a:gd name="connsiteX429" fmla="*/ 986921 w 1385794"/>
                <a:gd name="connsiteY429" fmla="*/ 438694 h 1212067"/>
                <a:gd name="connsiteX430" fmla="*/ 987022 w 1385794"/>
                <a:gd name="connsiteY430" fmla="*/ 435970 h 1212067"/>
                <a:gd name="connsiteX431" fmla="*/ 984195 w 1385794"/>
                <a:gd name="connsiteY431" fmla="*/ 433144 h 1212067"/>
                <a:gd name="connsiteX432" fmla="*/ 980594 w 1385794"/>
                <a:gd name="connsiteY432" fmla="*/ 429444 h 1212067"/>
                <a:gd name="connsiteX433" fmla="*/ 976555 w 1385794"/>
                <a:gd name="connsiteY433" fmla="*/ 427493 h 1212067"/>
                <a:gd name="connsiteX434" fmla="*/ 972416 w 1385794"/>
                <a:gd name="connsiteY434" fmla="*/ 426517 h 1212067"/>
                <a:gd name="connsiteX435" fmla="*/ 967536 w 1385794"/>
                <a:gd name="connsiteY435" fmla="*/ 426517 h 1212067"/>
                <a:gd name="connsiteX436" fmla="*/ 963194 w 1385794"/>
                <a:gd name="connsiteY436" fmla="*/ 425979 h 1212067"/>
                <a:gd name="connsiteX437" fmla="*/ 956228 w 1385794"/>
                <a:gd name="connsiteY437" fmla="*/ 425979 h 1212067"/>
                <a:gd name="connsiteX438" fmla="*/ 951752 w 1385794"/>
                <a:gd name="connsiteY438" fmla="*/ 427392 h 1212067"/>
                <a:gd name="connsiteX439" fmla="*/ 948184 w 1385794"/>
                <a:gd name="connsiteY439" fmla="*/ 428704 h 1212067"/>
                <a:gd name="connsiteX440" fmla="*/ 945357 w 1385794"/>
                <a:gd name="connsiteY440" fmla="*/ 429242 h 1212067"/>
                <a:gd name="connsiteX441" fmla="*/ 942766 w 1385794"/>
                <a:gd name="connsiteY441" fmla="*/ 430756 h 1212067"/>
                <a:gd name="connsiteX442" fmla="*/ 940814 w 1385794"/>
                <a:gd name="connsiteY442" fmla="*/ 431630 h 1212067"/>
                <a:gd name="connsiteX443" fmla="*/ 936237 w 1385794"/>
                <a:gd name="connsiteY443" fmla="*/ 432505 h 1212067"/>
                <a:gd name="connsiteX444" fmla="*/ 932097 w 1385794"/>
                <a:gd name="connsiteY444" fmla="*/ 434456 h 1212067"/>
                <a:gd name="connsiteX445" fmla="*/ 928496 w 1385794"/>
                <a:gd name="connsiteY445" fmla="*/ 436071 h 1212067"/>
                <a:gd name="connsiteX446" fmla="*/ 926544 w 1385794"/>
                <a:gd name="connsiteY446" fmla="*/ 436306 h 1212067"/>
                <a:gd name="connsiteX447" fmla="*/ 924491 w 1385794"/>
                <a:gd name="connsiteY447" fmla="*/ 438055 h 1212067"/>
                <a:gd name="connsiteX448" fmla="*/ 922439 w 1385794"/>
                <a:gd name="connsiteY448" fmla="*/ 441419 h 1212067"/>
                <a:gd name="connsiteX449" fmla="*/ 919511 w 1385794"/>
                <a:gd name="connsiteY449" fmla="*/ 443909 h 1212067"/>
                <a:gd name="connsiteX450" fmla="*/ 915708 w 1385794"/>
                <a:gd name="connsiteY450" fmla="*/ 446398 h 1212067"/>
                <a:gd name="connsiteX451" fmla="*/ 910054 w 1385794"/>
                <a:gd name="connsiteY451" fmla="*/ 450199 h 1212067"/>
                <a:gd name="connsiteX452" fmla="*/ 904501 w 1385794"/>
                <a:gd name="connsiteY452" fmla="*/ 454640 h 1212067"/>
                <a:gd name="connsiteX453" fmla="*/ 903323 w 1385794"/>
                <a:gd name="connsiteY453" fmla="*/ 455952 h 1212067"/>
                <a:gd name="connsiteX454" fmla="*/ 900832 w 1385794"/>
                <a:gd name="connsiteY454" fmla="*/ 457028 h 1212067"/>
                <a:gd name="connsiteX455" fmla="*/ 898544 w 1385794"/>
                <a:gd name="connsiteY455" fmla="*/ 457802 h 1212067"/>
                <a:gd name="connsiteX456" fmla="*/ 892789 w 1385794"/>
                <a:gd name="connsiteY456" fmla="*/ 457802 h 1212067"/>
                <a:gd name="connsiteX457" fmla="*/ 888649 w 1385794"/>
                <a:gd name="connsiteY457" fmla="*/ 458138 h 1212067"/>
                <a:gd name="connsiteX458" fmla="*/ 882019 w 1385794"/>
                <a:gd name="connsiteY458" fmla="*/ 458340 h 1212067"/>
                <a:gd name="connsiteX459" fmla="*/ 875490 w 1385794"/>
                <a:gd name="connsiteY459" fmla="*/ 457802 h 1212067"/>
                <a:gd name="connsiteX460" fmla="*/ 873336 w 1385794"/>
                <a:gd name="connsiteY460" fmla="*/ 454640 h 1212067"/>
                <a:gd name="connsiteX461" fmla="*/ 871149 w 1385794"/>
                <a:gd name="connsiteY461" fmla="*/ 452453 h 1212067"/>
                <a:gd name="connsiteX462" fmla="*/ 866370 w 1385794"/>
                <a:gd name="connsiteY462" fmla="*/ 451579 h 1212067"/>
                <a:gd name="connsiteX463" fmla="*/ 860178 w 1385794"/>
                <a:gd name="connsiteY463" fmla="*/ 451780 h 1212067"/>
                <a:gd name="connsiteX464" fmla="*/ 857788 w 1385794"/>
                <a:gd name="connsiteY464" fmla="*/ 451679 h 1212067"/>
                <a:gd name="connsiteX465" fmla="*/ 853884 w 1385794"/>
                <a:gd name="connsiteY465" fmla="*/ 449190 h 1212067"/>
                <a:gd name="connsiteX466" fmla="*/ 851394 w 1385794"/>
                <a:gd name="connsiteY466" fmla="*/ 444851 h 1212067"/>
                <a:gd name="connsiteX467" fmla="*/ 850317 w 1385794"/>
                <a:gd name="connsiteY467" fmla="*/ 443000 h 1212067"/>
                <a:gd name="connsiteX468" fmla="*/ 847591 w 1385794"/>
                <a:gd name="connsiteY468" fmla="*/ 438863 h 1212067"/>
                <a:gd name="connsiteX469" fmla="*/ 844124 w 1385794"/>
                <a:gd name="connsiteY469" fmla="*/ 438425 h 1212067"/>
                <a:gd name="connsiteX470" fmla="*/ 840658 w 1385794"/>
                <a:gd name="connsiteY470" fmla="*/ 440376 h 1212067"/>
                <a:gd name="connsiteX471" fmla="*/ 838706 w 1385794"/>
                <a:gd name="connsiteY471" fmla="*/ 441991 h 1212067"/>
                <a:gd name="connsiteX472" fmla="*/ 837393 w 1385794"/>
                <a:gd name="connsiteY472" fmla="*/ 443841 h 1212067"/>
                <a:gd name="connsiteX473" fmla="*/ 833691 w 1385794"/>
                <a:gd name="connsiteY473" fmla="*/ 443841 h 1212067"/>
                <a:gd name="connsiteX474" fmla="*/ 829350 w 1385794"/>
                <a:gd name="connsiteY474" fmla="*/ 444043 h 1212067"/>
                <a:gd name="connsiteX475" fmla="*/ 825984 w 1385794"/>
                <a:gd name="connsiteY475" fmla="*/ 445120 h 1212067"/>
                <a:gd name="connsiteX476" fmla="*/ 823797 w 1385794"/>
                <a:gd name="connsiteY476" fmla="*/ 446734 h 1212067"/>
                <a:gd name="connsiteX477" fmla="*/ 818143 w 1385794"/>
                <a:gd name="connsiteY477" fmla="*/ 448786 h 1212067"/>
                <a:gd name="connsiteX478" fmla="*/ 813566 w 1385794"/>
                <a:gd name="connsiteY478" fmla="*/ 450199 h 1212067"/>
                <a:gd name="connsiteX479" fmla="*/ 810739 w 1385794"/>
                <a:gd name="connsiteY479" fmla="*/ 452117 h 1212067"/>
                <a:gd name="connsiteX480" fmla="*/ 807811 w 1385794"/>
                <a:gd name="connsiteY480" fmla="*/ 452487 h 1212067"/>
                <a:gd name="connsiteX481" fmla="*/ 804143 w 1385794"/>
                <a:gd name="connsiteY481" fmla="*/ 452487 h 1212067"/>
                <a:gd name="connsiteX482" fmla="*/ 799801 w 1385794"/>
                <a:gd name="connsiteY482" fmla="*/ 450738 h 1212067"/>
                <a:gd name="connsiteX483" fmla="*/ 795897 w 1385794"/>
                <a:gd name="connsiteY483" fmla="*/ 449964 h 1212067"/>
                <a:gd name="connsiteX484" fmla="*/ 792195 w 1385794"/>
                <a:gd name="connsiteY484" fmla="*/ 448652 h 1212067"/>
                <a:gd name="connsiteX485" fmla="*/ 787315 w 1385794"/>
                <a:gd name="connsiteY485" fmla="*/ 446701 h 1212067"/>
                <a:gd name="connsiteX486" fmla="*/ 785464 w 1385794"/>
                <a:gd name="connsiteY486" fmla="*/ 446465 h 1212067"/>
                <a:gd name="connsiteX487" fmla="*/ 781661 w 1385794"/>
                <a:gd name="connsiteY487" fmla="*/ 447004 h 1212067"/>
                <a:gd name="connsiteX488" fmla="*/ 780786 w 1385794"/>
                <a:gd name="connsiteY488" fmla="*/ 449190 h 1212067"/>
                <a:gd name="connsiteX489" fmla="*/ 781561 w 1385794"/>
                <a:gd name="connsiteY489" fmla="*/ 452016 h 1212067"/>
                <a:gd name="connsiteX490" fmla="*/ 784926 w 1385794"/>
                <a:gd name="connsiteY490" fmla="*/ 453765 h 1212067"/>
                <a:gd name="connsiteX491" fmla="*/ 790041 w 1385794"/>
                <a:gd name="connsiteY491" fmla="*/ 456389 h 1212067"/>
                <a:gd name="connsiteX492" fmla="*/ 794719 w 1385794"/>
                <a:gd name="connsiteY492" fmla="*/ 458777 h 1212067"/>
                <a:gd name="connsiteX493" fmla="*/ 795796 w 1385794"/>
                <a:gd name="connsiteY493" fmla="*/ 462478 h 1212067"/>
                <a:gd name="connsiteX494" fmla="*/ 797008 w 1385794"/>
                <a:gd name="connsiteY494" fmla="*/ 465943 h 1212067"/>
                <a:gd name="connsiteX495" fmla="*/ 798859 w 1385794"/>
                <a:gd name="connsiteY495" fmla="*/ 469744 h 1212067"/>
                <a:gd name="connsiteX496" fmla="*/ 802561 w 1385794"/>
                <a:gd name="connsiteY496" fmla="*/ 473209 h 1212067"/>
                <a:gd name="connsiteX497" fmla="*/ 804075 w 1385794"/>
                <a:gd name="connsiteY497" fmla="*/ 474723 h 1212067"/>
                <a:gd name="connsiteX498" fmla="*/ 807542 w 1385794"/>
                <a:gd name="connsiteY498" fmla="*/ 477346 h 1212067"/>
                <a:gd name="connsiteX499" fmla="*/ 808518 w 1385794"/>
                <a:gd name="connsiteY499" fmla="*/ 479634 h 1212067"/>
                <a:gd name="connsiteX500" fmla="*/ 805792 w 1385794"/>
                <a:gd name="connsiteY500" fmla="*/ 482258 h 1212067"/>
                <a:gd name="connsiteX501" fmla="*/ 800239 w 1385794"/>
                <a:gd name="connsiteY501" fmla="*/ 485857 h 1212067"/>
                <a:gd name="connsiteX502" fmla="*/ 796974 w 1385794"/>
                <a:gd name="connsiteY502" fmla="*/ 487808 h 1212067"/>
                <a:gd name="connsiteX503" fmla="*/ 792936 w 1385794"/>
                <a:gd name="connsiteY503" fmla="*/ 492148 h 1212067"/>
                <a:gd name="connsiteX504" fmla="*/ 791522 w 1385794"/>
                <a:gd name="connsiteY504" fmla="*/ 493897 h 1212067"/>
                <a:gd name="connsiteX505" fmla="*/ 788056 w 1385794"/>
                <a:gd name="connsiteY505" fmla="*/ 497160 h 1212067"/>
                <a:gd name="connsiteX506" fmla="*/ 785868 w 1385794"/>
                <a:gd name="connsiteY506" fmla="*/ 500524 h 1212067"/>
                <a:gd name="connsiteX507" fmla="*/ 785431 w 1385794"/>
                <a:gd name="connsiteY507" fmla="*/ 503249 h 1212067"/>
                <a:gd name="connsiteX508" fmla="*/ 784657 w 1385794"/>
                <a:gd name="connsiteY508" fmla="*/ 506512 h 1212067"/>
                <a:gd name="connsiteX509" fmla="*/ 782469 w 1385794"/>
                <a:gd name="connsiteY509" fmla="*/ 507151 h 1212067"/>
                <a:gd name="connsiteX510" fmla="*/ 779104 w 1385794"/>
                <a:gd name="connsiteY510" fmla="*/ 506714 h 1212067"/>
                <a:gd name="connsiteX511" fmla="*/ 777051 w 1385794"/>
                <a:gd name="connsiteY511" fmla="*/ 504325 h 1212067"/>
                <a:gd name="connsiteX512" fmla="*/ 775200 w 1385794"/>
                <a:gd name="connsiteY512" fmla="*/ 499751 h 1212067"/>
                <a:gd name="connsiteX513" fmla="*/ 771397 w 1385794"/>
                <a:gd name="connsiteY513" fmla="*/ 498001 h 1212067"/>
                <a:gd name="connsiteX514" fmla="*/ 768132 w 1385794"/>
                <a:gd name="connsiteY514" fmla="*/ 498977 h 1212067"/>
                <a:gd name="connsiteX515" fmla="*/ 764767 w 1385794"/>
                <a:gd name="connsiteY515" fmla="*/ 501802 h 1212067"/>
                <a:gd name="connsiteX516" fmla="*/ 763791 w 1385794"/>
                <a:gd name="connsiteY516" fmla="*/ 502442 h 1212067"/>
                <a:gd name="connsiteX517" fmla="*/ 759988 w 1385794"/>
                <a:gd name="connsiteY517" fmla="*/ 499280 h 1212067"/>
                <a:gd name="connsiteX518" fmla="*/ 757699 w 1385794"/>
                <a:gd name="connsiteY518" fmla="*/ 494503 h 1212067"/>
                <a:gd name="connsiteX519" fmla="*/ 756723 w 1385794"/>
                <a:gd name="connsiteY519" fmla="*/ 493090 h 1212067"/>
                <a:gd name="connsiteX520" fmla="*/ 754872 w 1385794"/>
                <a:gd name="connsiteY520" fmla="*/ 491038 h 1212067"/>
                <a:gd name="connsiteX521" fmla="*/ 752685 w 1385794"/>
                <a:gd name="connsiteY521" fmla="*/ 489524 h 1212067"/>
                <a:gd name="connsiteX522" fmla="*/ 750396 w 1385794"/>
                <a:gd name="connsiteY522" fmla="*/ 489423 h 1212067"/>
                <a:gd name="connsiteX523" fmla="*/ 748209 w 1385794"/>
                <a:gd name="connsiteY523" fmla="*/ 489423 h 1212067"/>
                <a:gd name="connsiteX524" fmla="*/ 744608 w 1385794"/>
                <a:gd name="connsiteY524" fmla="*/ 489524 h 1212067"/>
                <a:gd name="connsiteX525" fmla="*/ 742757 w 1385794"/>
                <a:gd name="connsiteY525" fmla="*/ 488986 h 1212067"/>
                <a:gd name="connsiteX526" fmla="*/ 740367 w 1385794"/>
                <a:gd name="connsiteY526" fmla="*/ 487371 h 1212067"/>
                <a:gd name="connsiteX527" fmla="*/ 739290 w 1385794"/>
                <a:gd name="connsiteY527" fmla="*/ 484343 h 1212067"/>
                <a:gd name="connsiteX528" fmla="*/ 739290 w 1385794"/>
                <a:gd name="connsiteY528" fmla="*/ 481181 h 1212067"/>
                <a:gd name="connsiteX529" fmla="*/ 739223 w 1385794"/>
                <a:gd name="connsiteY529" fmla="*/ 478692 h 1212067"/>
                <a:gd name="connsiteX530" fmla="*/ 739122 w 1385794"/>
                <a:gd name="connsiteY530" fmla="*/ 477178 h 1212067"/>
                <a:gd name="connsiteX531" fmla="*/ 737103 w 1385794"/>
                <a:gd name="connsiteY531" fmla="*/ 475429 h 1212067"/>
                <a:gd name="connsiteX532" fmla="*/ 734478 w 1385794"/>
                <a:gd name="connsiteY532" fmla="*/ 474353 h 1212067"/>
                <a:gd name="connsiteX533" fmla="*/ 732963 w 1385794"/>
                <a:gd name="connsiteY533" fmla="*/ 473141 h 1212067"/>
                <a:gd name="connsiteX534" fmla="*/ 731213 w 1385794"/>
                <a:gd name="connsiteY534" fmla="*/ 470854 h 1212067"/>
                <a:gd name="connsiteX535" fmla="*/ 728925 w 1385794"/>
                <a:gd name="connsiteY535" fmla="*/ 467591 h 1212067"/>
                <a:gd name="connsiteX536" fmla="*/ 728925 w 1385794"/>
                <a:gd name="connsiteY536" fmla="*/ 466279 h 1212067"/>
                <a:gd name="connsiteX537" fmla="*/ 730540 w 1385794"/>
                <a:gd name="connsiteY537" fmla="*/ 463992 h 1212067"/>
                <a:gd name="connsiteX538" fmla="*/ 733030 w 1385794"/>
                <a:gd name="connsiteY538" fmla="*/ 462579 h 1212067"/>
                <a:gd name="connsiteX539" fmla="*/ 735521 w 1385794"/>
                <a:gd name="connsiteY539" fmla="*/ 461805 h 1212067"/>
                <a:gd name="connsiteX540" fmla="*/ 737910 w 1385794"/>
                <a:gd name="connsiteY540" fmla="*/ 458004 h 1212067"/>
                <a:gd name="connsiteX541" fmla="*/ 735858 w 1385794"/>
                <a:gd name="connsiteY541" fmla="*/ 455817 h 1212067"/>
                <a:gd name="connsiteX542" fmla="*/ 731718 w 1385794"/>
                <a:gd name="connsiteY542" fmla="*/ 454841 h 1212067"/>
                <a:gd name="connsiteX543" fmla="*/ 727578 w 1385794"/>
                <a:gd name="connsiteY543" fmla="*/ 455279 h 1212067"/>
                <a:gd name="connsiteX544" fmla="*/ 725290 w 1385794"/>
                <a:gd name="connsiteY544" fmla="*/ 456456 h 1212067"/>
                <a:gd name="connsiteX545" fmla="*/ 722026 w 1385794"/>
                <a:gd name="connsiteY545" fmla="*/ 459181 h 1212067"/>
                <a:gd name="connsiteX546" fmla="*/ 719535 w 1385794"/>
                <a:gd name="connsiteY546" fmla="*/ 460493 h 1212067"/>
                <a:gd name="connsiteX547" fmla="*/ 717785 w 1385794"/>
                <a:gd name="connsiteY547" fmla="*/ 462007 h 1212067"/>
                <a:gd name="connsiteX548" fmla="*/ 714857 w 1385794"/>
                <a:gd name="connsiteY548" fmla="*/ 462343 h 1212067"/>
                <a:gd name="connsiteX549" fmla="*/ 711391 w 1385794"/>
                <a:gd name="connsiteY549" fmla="*/ 461704 h 1212067"/>
                <a:gd name="connsiteX550" fmla="*/ 708665 w 1385794"/>
                <a:gd name="connsiteY550" fmla="*/ 459854 h 1212067"/>
                <a:gd name="connsiteX551" fmla="*/ 706713 w 1385794"/>
                <a:gd name="connsiteY551" fmla="*/ 457129 h 1212067"/>
                <a:gd name="connsiteX552" fmla="*/ 706174 w 1385794"/>
                <a:gd name="connsiteY552" fmla="*/ 454841 h 1212067"/>
                <a:gd name="connsiteX553" fmla="*/ 704121 w 1385794"/>
                <a:gd name="connsiteY553" fmla="*/ 453866 h 1212067"/>
                <a:gd name="connsiteX554" fmla="*/ 700655 w 1385794"/>
                <a:gd name="connsiteY554" fmla="*/ 453866 h 1212067"/>
                <a:gd name="connsiteX555" fmla="*/ 698467 w 1385794"/>
                <a:gd name="connsiteY555" fmla="*/ 452453 h 1212067"/>
                <a:gd name="connsiteX556" fmla="*/ 699679 w 1385794"/>
                <a:gd name="connsiteY556" fmla="*/ 449527 h 1212067"/>
                <a:gd name="connsiteX557" fmla="*/ 702405 w 1385794"/>
                <a:gd name="connsiteY557" fmla="*/ 447037 h 1212067"/>
                <a:gd name="connsiteX558" fmla="*/ 702405 w 1385794"/>
                <a:gd name="connsiteY558" fmla="*/ 443673 h 1212067"/>
                <a:gd name="connsiteX559" fmla="*/ 700890 w 1385794"/>
                <a:gd name="connsiteY559" fmla="*/ 442361 h 1212067"/>
                <a:gd name="connsiteX560" fmla="*/ 698467 w 1385794"/>
                <a:gd name="connsiteY560" fmla="*/ 439973 h 1212067"/>
                <a:gd name="connsiteX561" fmla="*/ 699713 w 1385794"/>
                <a:gd name="connsiteY561" fmla="*/ 437921 h 1212067"/>
                <a:gd name="connsiteX562" fmla="*/ 701227 w 1385794"/>
                <a:gd name="connsiteY562" fmla="*/ 436272 h 1212067"/>
                <a:gd name="connsiteX563" fmla="*/ 702741 w 1385794"/>
                <a:gd name="connsiteY563" fmla="*/ 434759 h 1212067"/>
                <a:gd name="connsiteX564" fmla="*/ 701530 w 1385794"/>
                <a:gd name="connsiteY564" fmla="*/ 431933 h 1212067"/>
                <a:gd name="connsiteX565" fmla="*/ 700991 w 1385794"/>
                <a:gd name="connsiteY565" fmla="*/ 430520 h 1212067"/>
                <a:gd name="connsiteX566" fmla="*/ 702506 w 1385794"/>
                <a:gd name="connsiteY566" fmla="*/ 428670 h 1212067"/>
                <a:gd name="connsiteX567" fmla="*/ 703381 w 1385794"/>
                <a:gd name="connsiteY567" fmla="*/ 427694 h 1212067"/>
                <a:gd name="connsiteX568" fmla="*/ 703583 w 1385794"/>
                <a:gd name="connsiteY568" fmla="*/ 424667 h 1212067"/>
                <a:gd name="connsiteX569" fmla="*/ 702506 w 1385794"/>
                <a:gd name="connsiteY569" fmla="*/ 422177 h 1212067"/>
                <a:gd name="connsiteX570" fmla="*/ 704693 w 1385794"/>
                <a:gd name="connsiteY570" fmla="*/ 419789 h 1212067"/>
                <a:gd name="connsiteX571" fmla="*/ 706208 w 1385794"/>
                <a:gd name="connsiteY571" fmla="*/ 418040 h 1212067"/>
                <a:gd name="connsiteX572" fmla="*/ 706208 w 1385794"/>
                <a:gd name="connsiteY572" fmla="*/ 414878 h 1212067"/>
                <a:gd name="connsiteX573" fmla="*/ 703818 w 1385794"/>
                <a:gd name="connsiteY573" fmla="*/ 411716 h 1212067"/>
                <a:gd name="connsiteX574" fmla="*/ 701328 w 1385794"/>
                <a:gd name="connsiteY574" fmla="*/ 410740 h 1212067"/>
                <a:gd name="connsiteX575" fmla="*/ 697962 w 1385794"/>
                <a:gd name="connsiteY575" fmla="*/ 410740 h 1212067"/>
                <a:gd name="connsiteX576" fmla="*/ 696212 w 1385794"/>
                <a:gd name="connsiteY576" fmla="*/ 410740 h 1212067"/>
                <a:gd name="connsiteX577" fmla="*/ 694462 w 1385794"/>
                <a:gd name="connsiteY577" fmla="*/ 410740 h 1212067"/>
                <a:gd name="connsiteX578" fmla="*/ 690996 w 1385794"/>
                <a:gd name="connsiteY578" fmla="*/ 410740 h 1212067"/>
                <a:gd name="connsiteX579" fmla="*/ 690222 w 1385794"/>
                <a:gd name="connsiteY579" fmla="*/ 412590 h 1212067"/>
                <a:gd name="connsiteX580" fmla="*/ 688707 w 1385794"/>
                <a:gd name="connsiteY580" fmla="*/ 413465 h 1212067"/>
                <a:gd name="connsiteX581" fmla="*/ 687193 w 1385794"/>
                <a:gd name="connsiteY581" fmla="*/ 412489 h 1212067"/>
                <a:gd name="connsiteX582" fmla="*/ 684366 w 1385794"/>
                <a:gd name="connsiteY582" fmla="*/ 411514 h 1212067"/>
                <a:gd name="connsiteX583" fmla="*/ 682515 w 1385794"/>
                <a:gd name="connsiteY583" fmla="*/ 411312 h 1212067"/>
                <a:gd name="connsiteX584" fmla="*/ 680226 w 1385794"/>
                <a:gd name="connsiteY584" fmla="*/ 411648 h 1212067"/>
                <a:gd name="connsiteX585" fmla="*/ 678375 w 1385794"/>
                <a:gd name="connsiteY585" fmla="*/ 412422 h 1212067"/>
                <a:gd name="connsiteX586" fmla="*/ 674135 w 1385794"/>
                <a:gd name="connsiteY586" fmla="*/ 410807 h 1212067"/>
                <a:gd name="connsiteX587" fmla="*/ 673597 w 1385794"/>
                <a:gd name="connsiteY587" fmla="*/ 409394 h 1212067"/>
                <a:gd name="connsiteX588" fmla="*/ 676087 w 1385794"/>
                <a:gd name="connsiteY588" fmla="*/ 403104 h 1212067"/>
                <a:gd name="connsiteX589" fmla="*/ 673597 w 1385794"/>
                <a:gd name="connsiteY589" fmla="*/ 398226 h 1212067"/>
                <a:gd name="connsiteX590" fmla="*/ 670568 w 1385794"/>
                <a:gd name="connsiteY590" fmla="*/ 396914 h 1212067"/>
                <a:gd name="connsiteX591" fmla="*/ 668380 w 1385794"/>
                <a:gd name="connsiteY591" fmla="*/ 396914 h 1212067"/>
                <a:gd name="connsiteX592" fmla="*/ 664914 w 1385794"/>
                <a:gd name="connsiteY592" fmla="*/ 396914 h 1212067"/>
                <a:gd name="connsiteX593" fmla="*/ 662962 w 1385794"/>
                <a:gd name="connsiteY593" fmla="*/ 395064 h 1212067"/>
                <a:gd name="connsiteX594" fmla="*/ 662962 w 1385794"/>
                <a:gd name="connsiteY594" fmla="*/ 393113 h 1212067"/>
                <a:gd name="connsiteX595" fmla="*/ 659058 w 1385794"/>
                <a:gd name="connsiteY595" fmla="*/ 392339 h 1212067"/>
                <a:gd name="connsiteX596" fmla="*/ 658519 w 1385794"/>
                <a:gd name="connsiteY596" fmla="*/ 389312 h 1212067"/>
                <a:gd name="connsiteX597" fmla="*/ 658957 w 1385794"/>
                <a:gd name="connsiteY597" fmla="*/ 386048 h 1212067"/>
                <a:gd name="connsiteX598" fmla="*/ 659159 w 1385794"/>
                <a:gd name="connsiteY598" fmla="*/ 382785 h 1212067"/>
                <a:gd name="connsiteX599" fmla="*/ 659058 w 1385794"/>
                <a:gd name="connsiteY599" fmla="*/ 379321 h 1212067"/>
                <a:gd name="connsiteX600" fmla="*/ 657442 w 1385794"/>
                <a:gd name="connsiteY600" fmla="*/ 377370 h 1212067"/>
                <a:gd name="connsiteX601" fmla="*/ 656231 w 1385794"/>
                <a:gd name="connsiteY601" fmla="*/ 375183 h 1212067"/>
                <a:gd name="connsiteX602" fmla="*/ 657745 w 1385794"/>
                <a:gd name="connsiteY602" fmla="*/ 372122 h 1212067"/>
                <a:gd name="connsiteX603" fmla="*/ 655457 w 1385794"/>
                <a:gd name="connsiteY603" fmla="*/ 368960 h 1212067"/>
                <a:gd name="connsiteX604" fmla="*/ 652293 w 1385794"/>
                <a:gd name="connsiteY604" fmla="*/ 368051 h 1212067"/>
                <a:gd name="connsiteX605" fmla="*/ 648591 w 1385794"/>
                <a:gd name="connsiteY605" fmla="*/ 367345 h 1212067"/>
                <a:gd name="connsiteX606" fmla="*/ 642298 w 1385794"/>
                <a:gd name="connsiteY606" fmla="*/ 367345 h 1212067"/>
                <a:gd name="connsiteX607" fmla="*/ 636879 w 1385794"/>
                <a:gd name="connsiteY607" fmla="*/ 365495 h 1212067"/>
                <a:gd name="connsiteX608" fmla="*/ 633076 w 1385794"/>
                <a:gd name="connsiteY608" fmla="*/ 362871 h 1212067"/>
                <a:gd name="connsiteX609" fmla="*/ 629172 w 1385794"/>
                <a:gd name="connsiteY609" fmla="*/ 360381 h 1212067"/>
                <a:gd name="connsiteX610" fmla="*/ 625269 w 1385794"/>
                <a:gd name="connsiteY610" fmla="*/ 357758 h 1212067"/>
                <a:gd name="connsiteX611" fmla="*/ 620052 w 1385794"/>
                <a:gd name="connsiteY611" fmla="*/ 358397 h 1212067"/>
                <a:gd name="connsiteX612" fmla="*/ 617999 w 1385794"/>
                <a:gd name="connsiteY612" fmla="*/ 352846 h 1212067"/>
                <a:gd name="connsiteX613" fmla="*/ 612345 w 1385794"/>
                <a:gd name="connsiteY613" fmla="*/ 349045 h 1212067"/>
                <a:gd name="connsiteX614" fmla="*/ 608980 w 1385794"/>
                <a:gd name="connsiteY614" fmla="*/ 348507 h 1212067"/>
                <a:gd name="connsiteX615" fmla="*/ 601811 w 1385794"/>
                <a:gd name="connsiteY615" fmla="*/ 346993 h 1212067"/>
                <a:gd name="connsiteX616" fmla="*/ 597032 w 1385794"/>
                <a:gd name="connsiteY616" fmla="*/ 346993 h 1212067"/>
                <a:gd name="connsiteX617" fmla="*/ 594407 w 1385794"/>
                <a:gd name="connsiteY617" fmla="*/ 346959 h 1212067"/>
                <a:gd name="connsiteX618" fmla="*/ 590268 w 1385794"/>
                <a:gd name="connsiteY618" fmla="*/ 348204 h 1212067"/>
                <a:gd name="connsiteX619" fmla="*/ 587542 w 1385794"/>
                <a:gd name="connsiteY619" fmla="*/ 348978 h 1212067"/>
                <a:gd name="connsiteX620" fmla="*/ 582763 w 1385794"/>
                <a:gd name="connsiteY620" fmla="*/ 345513 h 1212067"/>
                <a:gd name="connsiteX621" fmla="*/ 587239 w 1385794"/>
                <a:gd name="connsiteY621" fmla="*/ 345513 h 1212067"/>
                <a:gd name="connsiteX622" fmla="*/ 589830 w 1385794"/>
                <a:gd name="connsiteY622" fmla="*/ 345378 h 1212067"/>
                <a:gd name="connsiteX623" fmla="*/ 592220 w 1385794"/>
                <a:gd name="connsiteY623" fmla="*/ 343898 h 1212067"/>
                <a:gd name="connsiteX624" fmla="*/ 592758 w 1385794"/>
                <a:gd name="connsiteY624" fmla="*/ 342822 h 1212067"/>
                <a:gd name="connsiteX625" fmla="*/ 593633 w 1385794"/>
                <a:gd name="connsiteY625" fmla="*/ 340231 h 1212067"/>
                <a:gd name="connsiteX626" fmla="*/ 594508 w 1385794"/>
                <a:gd name="connsiteY626" fmla="*/ 338482 h 1212067"/>
                <a:gd name="connsiteX627" fmla="*/ 596258 w 1385794"/>
                <a:gd name="connsiteY627" fmla="*/ 335892 h 1212067"/>
                <a:gd name="connsiteX628" fmla="*/ 598446 w 1385794"/>
                <a:gd name="connsiteY628" fmla="*/ 334681 h 1212067"/>
                <a:gd name="connsiteX629" fmla="*/ 599859 w 1385794"/>
                <a:gd name="connsiteY629" fmla="*/ 333604 h 1212067"/>
                <a:gd name="connsiteX630" fmla="*/ 601710 w 1385794"/>
                <a:gd name="connsiteY630" fmla="*/ 332831 h 1212067"/>
                <a:gd name="connsiteX631" fmla="*/ 604201 w 1385794"/>
                <a:gd name="connsiteY631" fmla="*/ 330678 h 1212067"/>
                <a:gd name="connsiteX632" fmla="*/ 605715 w 1385794"/>
                <a:gd name="connsiteY632" fmla="*/ 329265 h 1212067"/>
                <a:gd name="connsiteX633" fmla="*/ 606893 w 1385794"/>
                <a:gd name="connsiteY633" fmla="*/ 328289 h 1212067"/>
                <a:gd name="connsiteX634" fmla="*/ 609081 w 1385794"/>
                <a:gd name="connsiteY634" fmla="*/ 327415 h 1212067"/>
                <a:gd name="connsiteX635" fmla="*/ 611033 w 1385794"/>
                <a:gd name="connsiteY635" fmla="*/ 327415 h 1212067"/>
                <a:gd name="connsiteX636" fmla="*/ 615172 w 1385794"/>
                <a:gd name="connsiteY636" fmla="*/ 327415 h 1212067"/>
                <a:gd name="connsiteX637" fmla="*/ 616249 w 1385794"/>
                <a:gd name="connsiteY637" fmla="*/ 327415 h 1212067"/>
                <a:gd name="connsiteX638" fmla="*/ 618740 w 1385794"/>
                <a:gd name="connsiteY638" fmla="*/ 325564 h 1212067"/>
                <a:gd name="connsiteX639" fmla="*/ 620490 w 1385794"/>
                <a:gd name="connsiteY639" fmla="*/ 323815 h 1212067"/>
                <a:gd name="connsiteX640" fmla="*/ 622004 w 1385794"/>
                <a:gd name="connsiteY640" fmla="*/ 321629 h 1212067"/>
                <a:gd name="connsiteX641" fmla="*/ 623317 w 1385794"/>
                <a:gd name="connsiteY641" fmla="*/ 319947 h 1212067"/>
                <a:gd name="connsiteX642" fmla="*/ 624730 w 1385794"/>
                <a:gd name="connsiteY642" fmla="*/ 318702 h 1212067"/>
                <a:gd name="connsiteX643" fmla="*/ 624932 w 1385794"/>
                <a:gd name="connsiteY643" fmla="*/ 318702 h 1212067"/>
                <a:gd name="connsiteX644" fmla="*/ 628398 w 1385794"/>
                <a:gd name="connsiteY644" fmla="*/ 318702 h 1212067"/>
                <a:gd name="connsiteX645" fmla="*/ 630889 w 1385794"/>
                <a:gd name="connsiteY645" fmla="*/ 318567 h 1212067"/>
                <a:gd name="connsiteX646" fmla="*/ 633514 w 1385794"/>
                <a:gd name="connsiteY646" fmla="*/ 316650 h 1212067"/>
                <a:gd name="connsiteX647" fmla="*/ 635567 w 1385794"/>
                <a:gd name="connsiteY647" fmla="*/ 315136 h 1212067"/>
                <a:gd name="connsiteX648" fmla="*/ 636341 w 1385794"/>
                <a:gd name="connsiteY648" fmla="*/ 313084 h 1212067"/>
                <a:gd name="connsiteX649" fmla="*/ 635129 w 1385794"/>
                <a:gd name="connsiteY649" fmla="*/ 309047 h 1212067"/>
                <a:gd name="connsiteX650" fmla="*/ 634153 w 1385794"/>
                <a:gd name="connsiteY650" fmla="*/ 306861 h 1212067"/>
                <a:gd name="connsiteX651" fmla="*/ 635230 w 1385794"/>
                <a:gd name="connsiteY651" fmla="*/ 304371 h 1212067"/>
                <a:gd name="connsiteX652" fmla="*/ 637283 w 1385794"/>
                <a:gd name="connsiteY652" fmla="*/ 301748 h 1212067"/>
                <a:gd name="connsiteX653" fmla="*/ 638899 w 1385794"/>
                <a:gd name="connsiteY653" fmla="*/ 299359 h 1212067"/>
                <a:gd name="connsiteX654" fmla="*/ 642500 w 1385794"/>
                <a:gd name="connsiteY654" fmla="*/ 294347 h 1212067"/>
                <a:gd name="connsiteX655" fmla="*/ 644553 w 1385794"/>
                <a:gd name="connsiteY655" fmla="*/ 292934 h 1212067"/>
                <a:gd name="connsiteX656" fmla="*/ 645630 w 1385794"/>
                <a:gd name="connsiteY656" fmla="*/ 292396 h 1212067"/>
                <a:gd name="connsiteX657" fmla="*/ 646841 w 1385794"/>
                <a:gd name="connsiteY657" fmla="*/ 290983 h 1212067"/>
                <a:gd name="connsiteX658" fmla="*/ 646639 w 1385794"/>
                <a:gd name="connsiteY658" fmla="*/ 288494 h 1212067"/>
                <a:gd name="connsiteX659" fmla="*/ 648053 w 1385794"/>
                <a:gd name="connsiteY659" fmla="*/ 286879 h 1212067"/>
                <a:gd name="connsiteX660" fmla="*/ 649904 w 1385794"/>
                <a:gd name="connsiteY660" fmla="*/ 285264 h 1212067"/>
                <a:gd name="connsiteX661" fmla="*/ 651418 w 1385794"/>
                <a:gd name="connsiteY661" fmla="*/ 284053 h 1212067"/>
                <a:gd name="connsiteX662" fmla="*/ 653168 w 1385794"/>
                <a:gd name="connsiteY662" fmla="*/ 282876 h 1212067"/>
                <a:gd name="connsiteX663" fmla="*/ 655457 w 1385794"/>
                <a:gd name="connsiteY663" fmla="*/ 280689 h 1212067"/>
                <a:gd name="connsiteX664" fmla="*/ 656534 w 1385794"/>
                <a:gd name="connsiteY664" fmla="*/ 279377 h 1212067"/>
                <a:gd name="connsiteX665" fmla="*/ 659024 w 1385794"/>
                <a:gd name="connsiteY665" fmla="*/ 276989 h 1212067"/>
                <a:gd name="connsiteX666" fmla="*/ 660236 w 1385794"/>
                <a:gd name="connsiteY666" fmla="*/ 275374 h 1212067"/>
                <a:gd name="connsiteX667" fmla="*/ 661380 w 1385794"/>
                <a:gd name="connsiteY667" fmla="*/ 273860 h 1212067"/>
                <a:gd name="connsiteX668" fmla="*/ 662322 w 1385794"/>
                <a:gd name="connsiteY668" fmla="*/ 271236 h 1212067"/>
                <a:gd name="connsiteX669" fmla="*/ 662322 w 1385794"/>
                <a:gd name="connsiteY669" fmla="*/ 267435 h 1212067"/>
                <a:gd name="connsiteX670" fmla="*/ 661346 w 1385794"/>
                <a:gd name="connsiteY670" fmla="*/ 265585 h 1212067"/>
                <a:gd name="connsiteX671" fmla="*/ 662322 w 1385794"/>
                <a:gd name="connsiteY671" fmla="*/ 264508 h 1212067"/>
                <a:gd name="connsiteX672" fmla="*/ 663635 w 1385794"/>
                <a:gd name="connsiteY672" fmla="*/ 262995 h 1212067"/>
                <a:gd name="connsiteX673" fmla="*/ 664072 w 1385794"/>
                <a:gd name="connsiteY673" fmla="*/ 262019 h 1212067"/>
                <a:gd name="connsiteX674" fmla="*/ 662760 w 1385794"/>
                <a:gd name="connsiteY674" fmla="*/ 257680 h 1212067"/>
                <a:gd name="connsiteX675" fmla="*/ 661885 w 1385794"/>
                <a:gd name="connsiteY675" fmla="*/ 256368 h 1212067"/>
                <a:gd name="connsiteX676" fmla="*/ 660471 w 1385794"/>
                <a:gd name="connsiteY676" fmla="*/ 254854 h 1212067"/>
                <a:gd name="connsiteX677" fmla="*/ 658923 w 1385794"/>
                <a:gd name="connsiteY677" fmla="*/ 252028 h 1212067"/>
                <a:gd name="connsiteX678" fmla="*/ 658788 w 1385794"/>
                <a:gd name="connsiteY678" fmla="*/ 248900 h 1212067"/>
                <a:gd name="connsiteX679" fmla="*/ 658216 w 1385794"/>
                <a:gd name="connsiteY679" fmla="*/ 246141 h 1212067"/>
                <a:gd name="connsiteX680" fmla="*/ 657341 w 1385794"/>
                <a:gd name="connsiteY680" fmla="*/ 244627 h 1212067"/>
                <a:gd name="connsiteX681" fmla="*/ 654817 w 1385794"/>
                <a:gd name="connsiteY681" fmla="*/ 242306 h 1212067"/>
                <a:gd name="connsiteX682" fmla="*/ 651923 w 1385794"/>
                <a:gd name="connsiteY682" fmla="*/ 240288 h 1212067"/>
                <a:gd name="connsiteX683" fmla="*/ 648658 w 1385794"/>
                <a:gd name="connsiteY683" fmla="*/ 238606 h 1212067"/>
                <a:gd name="connsiteX684" fmla="*/ 647144 w 1385794"/>
                <a:gd name="connsiteY684" fmla="*/ 236789 h 1212067"/>
                <a:gd name="connsiteX685" fmla="*/ 646942 w 1385794"/>
                <a:gd name="connsiteY685" fmla="*/ 235545 h 1212067"/>
                <a:gd name="connsiteX686" fmla="*/ 644990 w 1385794"/>
                <a:gd name="connsiteY686" fmla="*/ 235545 h 1212067"/>
                <a:gd name="connsiteX687" fmla="*/ 642803 w 1385794"/>
                <a:gd name="connsiteY687" fmla="*/ 235545 h 1212067"/>
                <a:gd name="connsiteX688" fmla="*/ 640110 w 1385794"/>
                <a:gd name="connsiteY688" fmla="*/ 235545 h 1212067"/>
                <a:gd name="connsiteX689" fmla="*/ 637418 w 1385794"/>
                <a:gd name="connsiteY689" fmla="*/ 235208 h 1212067"/>
                <a:gd name="connsiteX690" fmla="*/ 632774 w 1385794"/>
                <a:gd name="connsiteY690" fmla="*/ 233896 h 1212067"/>
                <a:gd name="connsiteX691" fmla="*/ 630014 w 1385794"/>
                <a:gd name="connsiteY691" fmla="*/ 232887 h 1212067"/>
                <a:gd name="connsiteX692" fmla="*/ 628701 w 1385794"/>
                <a:gd name="connsiteY692" fmla="*/ 232887 h 1212067"/>
                <a:gd name="connsiteX693" fmla="*/ 623283 w 1385794"/>
                <a:gd name="connsiteY693" fmla="*/ 231003 h 1212067"/>
                <a:gd name="connsiteX694" fmla="*/ 621331 w 1385794"/>
                <a:gd name="connsiteY694" fmla="*/ 230364 h 1212067"/>
                <a:gd name="connsiteX695" fmla="*/ 616990 w 1385794"/>
                <a:gd name="connsiteY695" fmla="*/ 228918 h 1212067"/>
                <a:gd name="connsiteX696" fmla="*/ 615610 w 1385794"/>
                <a:gd name="connsiteY696" fmla="*/ 227101 h 1212067"/>
                <a:gd name="connsiteX697" fmla="*/ 613860 w 1385794"/>
                <a:gd name="connsiteY697" fmla="*/ 227976 h 1212067"/>
                <a:gd name="connsiteX698" fmla="*/ 612278 w 1385794"/>
                <a:gd name="connsiteY698" fmla="*/ 229994 h 1212067"/>
                <a:gd name="connsiteX699" fmla="*/ 612143 w 1385794"/>
                <a:gd name="connsiteY699" fmla="*/ 231743 h 1212067"/>
                <a:gd name="connsiteX700" fmla="*/ 611134 w 1385794"/>
                <a:gd name="connsiteY700" fmla="*/ 232988 h 1212067"/>
                <a:gd name="connsiteX701" fmla="*/ 610561 w 1385794"/>
                <a:gd name="connsiteY701" fmla="*/ 234300 h 1212067"/>
                <a:gd name="connsiteX702" fmla="*/ 610057 w 1385794"/>
                <a:gd name="connsiteY702" fmla="*/ 235612 h 1212067"/>
                <a:gd name="connsiteX703" fmla="*/ 608744 w 1385794"/>
                <a:gd name="connsiteY703" fmla="*/ 236487 h 1212067"/>
                <a:gd name="connsiteX704" fmla="*/ 606859 w 1385794"/>
                <a:gd name="connsiteY704" fmla="*/ 237294 h 1212067"/>
                <a:gd name="connsiteX705" fmla="*/ 602720 w 1385794"/>
                <a:gd name="connsiteY705" fmla="*/ 236924 h 1212067"/>
                <a:gd name="connsiteX706" fmla="*/ 599388 w 1385794"/>
                <a:gd name="connsiteY706" fmla="*/ 236991 h 1212067"/>
                <a:gd name="connsiteX707" fmla="*/ 596629 w 1385794"/>
                <a:gd name="connsiteY707" fmla="*/ 237059 h 1212067"/>
                <a:gd name="connsiteX708" fmla="*/ 593667 w 1385794"/>
                <a:gd name="connsiteY708" fmla="*/ 237059 h 1212067"/>
                <a:gd name="connsiteX709" fmla="*/ 590907 w 1385794"/>
                <a:gd name="connsiteY709" fmla="*/ 235679 h 1212067"/>
                <a:gd name="connsiteX710" fmla="*/ 589460 w 1385794"/>
                <a:gd name="connsiteY710" fmla="*/ 235545 h 1212067"/>
                <a:gd name="connsiteX711" fmla="*/ 585556 w 1385794"/>
                <a:gd name="connsiteY711" fmla="*/ 233291 h 1212067"/>
                <a:gd name="connsiteX712" fmla="*/ 580474 w 1385794"/>
                <a:gd name="connsiteY712" fmla="*/ 234300 h 1212067"/>
                <a:gd name="connsiteX713" fmla="*/ 576570 w 1385794"/>
                <a:gd name="connsiteY713" fmla="*/ 235881 h 1212067"/>
                <a:gd name="connsiteX714" fmla="*/ 570916 w 1385794"/>
                <a:gd name="connsiteY714" fmla="*/ 234872 h 1212067"/>
                <a:gd name="connsiteX715" fmla="*/ 563512 w 1385794"/>
                <a:gd name="connsiteY715" fmla="*/ 235747 h 1212067"/>
                <a:gd name="connsiteX716" fmla="*/ 560618 w 1385794"/>
                <a:gd name="connsiteY716" fmla="*/ 237933 h 1212067"/>
                <a:gd name="connsiteX717" fmla="*/ 558027 w 1385794"/>
                <a:gd name="connsiteY717" fmla="*/ 240557 h 1212067"/>
                <a:gd name="connsiteX718" fmla="*/ 555267 w 1385794"/>
                <a:gd name="connsiteY718" fmla="*/ 240422 h 1212067"/>
                <a:gd name="connsiteX719" fmla="*/ 553080 w 1385794"/>
                <a:gd name="connsiteY719" fmla="*/ 240725 h 1212067"/>
                <a:gd name="connsiteX720" fmla="*/ 550757 w 1385794"/>
                <a:gd name="connsiteY720" fmla="*/ 243618 h 1212067"/>
                <a:gd name="connsiteX721" fmla="*/ 548300 w 1385794"/>
                <a:gd name="connsiteY721" fmla="*/ 245065 h 1212067"/>
                <a:gd name="connsiteX722" fmla="*/ 544228 w 1385794"/>
                <a:gd name="connsiteY722" fmla="*/ 245637 h 1212067"/>
                <a:gd name="connsiteX723" fmla="*/ 538002 w 1385794"/>
                <a:gd name="connsiteY723" fmla="*/ 248967 h 1212067"/>
                <a:gd name="connsiteX724" fmla="*/ 532348 w 1385794"/>
                <a:gd name="connsiteY724" fmla="*/ 254047 h 1212067"/>
                <a:gd name="connsiteX725" fmla="*/ 528141 w 1385794"/>
                <a:gd name="connsiteY725" fmla="*/ 257949 h 1212067"/>
                <a:gd name="connsiteX726" fmla="*/ 524237 w 1385794"/>
                <a:gd name="connsiteY726" fmla="*/ 259530 h 1212067"/>
                <a:gd name="connsiteX727" fmla="*/ 522487 w 1385794"/>
                <a:gd name="connsiteY727" fmla="*/ 263735 h 1212067"/>
                <a:gd name="connsiteX728" fmla="*/ 520603 w 1385794"/>
                <a:gd name="connsiteY728" fmla="*/ 265888 h 1212067"/>
                <a:gd name="connsiteX729" fmla="*/ 514646 w 1385794"/>
                <a:gd name="connsiteY729" fmla="*/ 265753 h 1212067"/>
                <a:gd name="connsiteX730" fmla="*/ 508184 w 1385794"/>
                <a:gd name="connsiteY730" fmla="*/ 265047 h 1212067"/>
                <a:gd name="connsiteX731" fmla="*/ 504045 w 1385794"/>
                <a:gd name="connsiteY731" fmla="*/ 263163 h 1212067"/>
                <a:gd name="connsiteX732" fmla="*/ 504045 w 1385794"/>
                <a:gd name="connsiteY732" fmla="*/ 260539 h 1212067"/>
                <a:gd name="connsiteX733" fmla="*/ 500141 w 1385794"/>
                <a:gd name="connsiteY733" fmla="*/ 260102 h 1212067"/>
                <a:gd name="connsiteX734" fmla="*/ 499434 w 1385794"/>
                <a:gd name="connsiteY734" fmla="*/ 262423 h 1212067"/>
                <a:gd name="connsiteX735" fmla="*/ 498559 w 1385794"/>
                <a:gd name="connsiteY735" fmla="*/ 262995 h 1212067"/>
                <a:gd name="connsiteX736" fmla="*/ 495867 w 1385794"/>
                <a:gd name="connsiteY736" fmla="*/ 263197 h 1212067"/>
                <a:gd name="connsiteX737" fmla="*/ 492165 w 1385794"/>
                <a:gd name="connsiteY737" fmla="*/ 262894 h 1212067"/>
                <a:gd name="connsiteX738" fmla="*/ 489775 w 1385794"/>
                <a:gd name="connsiteY738" fmla="*/ 261817 h 1212067"/>
                <a:gd name="connsiteX739" fmla="*/ 490650 w 1385794"/>
                <a:gd name="connsiteY739" fmla="*/ 259631 h 1212067"/>
                <a:gd name="connsiteX740" fmla="*/ 491727 w 1385794"/>
                <a:gd name="connsiteY740" fmla="*/ 257242 h 1212067"/>
                <a:gd name="connsiteX741" fmla="*/ 492366 w 1385794"/>
                <a:gd name="connsiteY741" fmla="*/ 255358 h 1212067"/>
                <a:gd name="connsiteX742" fmla="*/ 493006 w 1385794"/>
                <a:gd name="connsiteY742" fmla="*/ 253172 h 1212067"/>
                <a:gd name="connsiteX743" fmla="*/ 493645 w 1385794"/>
                <a:gd name="connsiteY743" fmla="*/ 250144 h 1212067"/>
                <a:gd name="connsiteX744" fmla="*/ 494958 w 1385794"/>
                <a:gd name="connsiteY744" fmla="*/ 246444 h 1212067"/>
                <a:gd name="connsiteX745" fmla="*/ 495833 w 1385794"/>
                <a:gd name="connsiteY745" fmla="*/ 245368 h 1212067"/>
                <a:gd name="connsiteX746" fmla="*/ 498155 w 1385794"/>
                <a:gd name="connsiteY746" fmla="*/ 243551 h 1212067"/>
                <a:gd name="connsiteX747" fmla="*/ 499299 w 1385794"/>
                <a:gd name="connsiteY747" fmla="*/ 242979 h 1212067"/>
                <a:gd name="connsiteX748" fmla="*/ 499670 w 1385794"/>
                <a:gd name="connsiteY748" fmla="*/ 240221 h 1212067"/>
                <a:gd name="connsiteX749" fmla="*/ 499030 w 1385794"/>
                <a:gd name="connsiteY749" fmla="*/ 238135 h 1212067"/>
                <a:gd name="connsiteX750" fmla="*/ 499333 w 1385794"/>
                <a:gd name="connsiteY750" fmla="*/ 235747 h 1212067"/>
                <a:gd name="connsiteX751" fmla="*/ 501016 w 1385794"/>
                <a:gd name="connsiteY751" fmla="*/ 233930 h 1212067"/>
                <a:gd name="connsiteX752" fmla="*/ 502261 w 1385794"/>
                <a:gd name="connsiteY752" fmla="*/ 232685 h 1212067"/>
                <a:gd name="connsiteX753" fmla="*/ 503001 w 1385794"/>
                <a:gd name="connsiteY753" fmla="*/ 229994 h 1212067"/>
                <a:gd name="connsiteX754" fmla="*/ 503069 w 1385794"/>
                <a:gd name="connsiteY754" fmla="*/ 226227 h 1212067"/>
                <a:gd name="connsiteX755" fmla="*/ 503001 w 1385794"/>
                <a:gd name="connsiteY755" fmla="*/ 222963 h 1212067"/>
                <a:gd name="connsiteX756" fmla="*/ 502867 w 1385794"/>
                <a:gd name="connsiteY756" fmla="*/ 221282 h 1212067"/>
                <a:gd name="connsiteX757" fmla="*/ 502497 w 1385794"/>
                <a:gd name="connsiteY757" fmla="*/ 219028 h 1212067"/>
                <a:gd name="connsiteX758" fmla="*/ 497785 w 1385794"/>
                <a:gd name="connsiteY758" fmla="*/ 218153 h 1212067"/>
                <a:gd name="connsiteX759" fmla="*/ 497146 w 1385794"/>
                <a:gd name="connsiteY759" fmla="*/ 215832 h 1212067"/>
                <a:gd name="connsiteX760" fmla="*/ 494319 w 1385794"/>
                <a:gd name="connsiteY760" fmla="*/ 212804 h 1212067"/>
                <a:gd name="connsiteX761" fmla="*/ 491626 w 1385794"/>
                <a:gd name="connsiteY761" fmla="*/ 212804 h 1212067"/>
                <a:gd name="connsiteX762" fmla="*/ 489304 w 1385794"/>
                <a:gd name="connsiteY762" fmla="*/ 213174 h 1212067"/>
                <a:gd name="connsiteX763" fmla="*/ 487487 w 1385794"/>
                <a:gd name="connsiteY763" fmla="*/ 210853 h 1212067"/>
                <a:gd name="connsiteX764" fmla="*/ 482842 w 1385794"/>
                <a:gd name="connsiteY764" fmla="*/ 207590 h 1212067"/>
                <a:gd name="connsiteX765" fmla="*/ 478568 w 1385794"/>
                <a:gd name="connsiteY765" fmla="*/ 203755 h 1212067"/>
                <a:gd name="connsiteX766" fmla="*/ 475539 w 1385794"/>
                <a:gd name="connsiteY766" fmla="*/ 200223 h 1212067"/>
                <a:gd name="connsiteX767" fmla="*/ 475236 w 1385794"/>
                <a:gd name="connsiteY767" fmla="*/ 196758 h 1212067"/>
                <a:gd name="connsiteX768" fmla="*/ 473049 w 1385794"/>
                <a:gd name="connsiteY768" fmla="*/ 195177 h 1212067"/>
                <a:gd name="connsiteX769" fmla="*/ 469347 w 1385794"/>
                <a:gd name="connsiteY769" fmla="*/ 192486 h 1212067"/>
                <a:gd name="connsiteX770" fmla="*/ 467327 w 1385794"/>
                <a:gd name="connsiteY770" fmla="*/ 191107 h 1212067"/>
                <a:gd name="connsiteX771" fmla="*/ 464736 w 1385794"/>
                <a:gd name="connsiteY771" fmla="*/ 187474 h 1212067"/>
                <a:gd name="connsiteX772" fmla="*/ 462481 w 1385794"/>
                <a:gd name="connsiteY772" fmla="*/ 183908 h 1212067"/>
                <a:gd name="connsiteX773" fmla="*/ 460597 w 1385794"/>
                <a:gd name="connsiteY773" fmla="*/ 178997 h 1212067"/>
                <a:gd name="connsiteX774" fmla="*/ 457837 w 1385794"/>
                <a:gd name="connsiteY774" fmla="*/ 174792 h 1212067"/>
                <a:gd name="connsiteX775" fmla="*/ 454202 w 1385794"/>
                <a:gd name="connsiteY775" fmla="*/ 167694 h 1212067"/>
                <a:gd name="connsiteX776" fmla="*/ 454202 w 1385794"/>
                <a:gd name="connsiteY776" fmla="*/ 164935 h 1212067"/>
                <a:gd name="connsiteX777" fmla="*/ 450803 w 1385794"/>
                <a:gd name="connsiteY777" fmla="*/ 160663 h 1212067"/>
                <a:gd name="connsiteX778" fmla="*/ 448717 w 1385794"/>
                <a:gd name="connsiteY778" fmla="*/ 155213 h 1212067"/>
                <a:gd name="connsiteX779" fmla="*/ 445250 w 1385794"/>
                <a:gd name="connsiteY779" fmla="*/ 151311 h 1212067"/>
                <a:gd name="connsiteX780" fmla="*/ 443500 w 1385794"/>
                <a:gd name="connsiteY780" fmla="*/ 148351 h 1212067"/>
                <a:gd name="connsiteX781" fmla="*/ 443500 w 1385794"/>
                <a:gd name="connsiteY781" fmla="*/ 146467 h 1212067"/>
                <a:gd name="connsiteX782" fmla="*/ 444308 w 1385794"/>
                <a:gd name="connsiteY782" fmla="*/ 144583 h 1212067"/>
                <a:gd name="connsiteX783" fmla="*/ 445890 w 1385794"/>
                <a:gd name="connsiteY783" fmla="*/ 143574 h 1212067"/>
                <a:gd name="connsiteX784" fmla="*/ 450669 w 1385794"/>
                <a:gd name="connsiteY784" fmla="*/ 141186 h 1212067"/>
                <a:gd name="connsiteX785" fmla="*/ 454371 w 1385794"/>
                <a:gd name="connsiteY785" fmla="*/ 139537 h 1212067"/>
                <a:gd name="connsiteX786" fmla="*/ 458409 w 1385794"/>
                <a:gd name="connsiteY786" fmla="*/ 137283 h 1212067"/>
                <a:gd name="connsiteX787" fmla="*/ 465005 w 1385794"/>
                <a:gd name="connsiteY787" fmla="*/ 132944 h 1212067"/>
                <a:gd name="connsiteX788" fmla="*/ 467395 w 1385794"/>
                <a:gd name="connsiteY788" fmla="*/ 130421 h 1212067"/>
                <a:gd name="connsiteX789" fmla="*/ 466890 w 1385794"/>
                <a:gd name="connsiteY789" fmla="*/ 128167 h 1212067"/>
                <a:gd name="connsiteX790" fmla="*/ 466318 w 1385794"/>
                <a:gd name="connsiteY790" fmla="*/ 126283 h 1212067"/>
                <a:gd name="connsiteX791" fmla="*/ 464736 w 1385794"/>
                <a:gd name="connsiteY791" fmla="*/ 124265 h 1212067"/>
                <a:gd name="connsiteX792" fmla="*/ 462212 w 1385794"/>
                <a:gd name="connsiteY792" fmla="*/ 122516 h 1212067"/>
                <a:gd name="connsiteX793" fmla="*/ 462515 w 1385794"/>
                <a:gd name="connsiteY793" fmla="*/ 119555 h 1212067"/>
                <a:gd name="connsiteX794" fmla="*/ 462818 w 1385794"/>
                <a:gd name="connsiteY794" fmla="*/ 117234 h 1212067"/>
                <a:gd name="connsiteX795" fmla="*/ 459991 w 1385794"/>
                <a:gd name="connsiteY795" fmla="*/ 112222 h 1212067"/>
                <a:gd name="connsiteX796" fmla="*/ 457366 w 1385794"/>
                <a:gd name="connsiteY796" fmla="*/ 108892 h 1212067"/>
                <a:gd name="connsiteX797" fmla="*/ 457500 w 1385794"/>
                <a:gd name="connsiteY797" fmla="*/ 105494 h 1212067"/>
                <a:gd name="connsiteX798" fmla="*/ 458308 w 1385794"/>
                <a:gd name="connsiteY798" fmla="*/ 102164 h 1212067"/>
                <a:gd name="connsiteX799" fmla="*/ 455986 w 1385794"/>
                <a:gd name="connsiteY799" fmla="*/ 97185 h 1212067"/>
                <a:gd name="connsiteX800" fmla="*/ 453899 w 1385794"/>
                <a:gd name="connsiteY800" fmla="*/ 92173 h 1212067"/>
                <a:gd name="connsiteX801" fmla="*/ 453260 w 1385794"/>
                <a:gd name="connsiteY801" fmla="*/ 88842 h 1212067"/>
                <a:gd name="connsiteX802" fmla="*/ 451443 w 1385794"/>
                <a:gd name="connsiteY802" fmla="*/ 81543 h 1212067"/>
                <a:gd name="connsiteX803" fmla="*/ 448481 w 1385794"/>
                <a:gd name="connsiteY803" fmla="*/ 75521 h 1212067"/>
                <a:gd name="connsiteX804" fmla="*/ 447337 w 1385794"/>
                <a:gd name="connsiteY804" fmla="*/ 66977 h 1212067"/>
                <a:gd name="connsiteX805" fmla="*/ 437779 w 1385794"/>
                <a:gd name="connsiteY805" fmla="*/ 45245 h 1212067"/>
                <a:gd name="connsiteX806" fmla="*/ 432865 w 1385794"/>
                <a:gd name="connsiteY806" fmla="*/ 24389 h 1212067"/>
                <a:gd name="connsiteX807" fmla="*/ 428524 w 1385794"/>
                <a:gd name="connsiteY807" fmla="*/ 3229 h 1212067"/>
                <a:gd name="connsiteX808" fmla="*/ 409677 w 1385794"/>
                <a:gd name="connsiteY808" fmla="*/ 639 h 1212067"/>
                <a:gd name="connsiteX809" fmla="*/ 398942 w 1385794"/>
                <a:gd name="connsiteY809" fmla="*/ 639 h 1212067"/>
                <a:gd name="connsiteX810" fmla="*/ 385042 w 1385794"/>
                <a:gd name="connsiteY810" fmla="*/ 639 h 1212067"/>
                <a:gd name="connsiteX811" fmla="*/ 376359 w 1385794"/>
                <a:gd name="connsiteY811" fmla="*/ 639 h 1212067"/>
                <a:gd name="connsiteX812" fmla="*/ 364176 w 1385794"/>
                <a:gd name="connsiteY812" fmla="*/ 639 h 1212067"/>
                <a:gd name="connsiteX813" fmla="*/ 357210 w 1385794"/>
                <a:gd name="connsiteY813" fmla="*/ 639 h 1212067"/>
                <a:gd name="connsiteX814" fmla="*/ 348964 w 1385794"/>
                <a:gd name="connsiteY814" fmla="*/ 0 h 1212067"/>
                <a:gd name="connsiteX815" fmla="*/ 341695 w 1385794"/>
                <a:gd name="connsiteY815" fmla="*/ 639 h 1212067"/>
                <a:gd name="connsiteX816" fmla="*/ 335503 w 1385794"/>
                <a:gd name="connsiteY816" fmla="*/ 4878 h 1212067"/>
                <a:gd name="connsiteX817" fmla="*/ 329748 w 1385794"/>
                <a:gd name="connsiteY817" fmla="*/ 8343 h 1212067"/>
                <a:gd name="connsiteX818" fmla="*/ 327123 w 1385794"/>
                <a:gd name="connsiteY818" fmla="*/ 11606 h 1212067"/>
                <a:gd name="connsiteX819" fmla="*/ 326483 w 1385794"/>
                <a:gd name="connsiteY819" fmla="*/ 16820 h 1212067"/>
                <a:gd name="connsiteX820" fmla="*/ 326483 w 1385794"/>
                <a:gd name="connsiteY820" fmla="*/ 20958 h 1212067"/>
                <a:gd name="connsiteX821" fmla="*/ 325406 w 1385794"/>
                <a:gd name="connsiteY821" fmla="*/ 27484 h 1212067"/>
                <a:gd name="connsiteX822" fmla="*/ 326820 w 1385794"/>
                <a:gd name="connsiteY822" fmla="*/ 38114 h 1212067"/>
                <a:gd name="connsiteX823" fmla="*/ 325945 w 1385794"/>
                <a:gd name="connsiteY823" fmla="*/ 49181 h 1212067"/>
                <a:gd name="connsiteX824" fmla="*/ 322916 w 1385794"/>
                <a:gd name="connsiteY824" fmla="*/ 57120 h 1212067"/>
                <a:gd name="connsiteX825" fmla="*/ 320728 w 1385794"/>
                <a:gd name="connsiteY825" fmla="*/ 68625 h 1212067"/>
                <a:gd name="connsiteX826" fmla="*/ 325305 w 1385794"/>
                <a:gd name="connsiteY826" fmla="*/ 73839 h 1212067"/>
                <a:gd name="connsiteX827" fmla="*/ 325507 w 1385794"/>
                <a:gd name="connsiteY827" fmla="*/ 76463 h 1212067"/>
                <a:gd name="connsiteX828" fmla="*/ 322916 w 1385794"/>
                <a:gd name="connsiteY828" fmla="*/ 79490 h 1212067"/>
                <a:gd name="connsiteX829" fmla="*/ 317026 w 1385794"/>
                <a:gd name="connsiteY829" fmla="*/ 82518 h 1212067"/>
                <a:gd name="connsiteX830" fmla="*/ 313560 w 1385794"/>
                <a:gd name="connsiteY830" fmla="*/ 85007 h 1212067"/>
                <a:gd name="connsiteX831" fmla="*/ 309420 w 1385794"/>
                <a:gd name="connsiteY831" fmla="*/ 90659 h 1212067"/>
                <a:gd name="connsiteX832" fmla="*/ 300502 w 1385794"/>
                <a:gd name="connsiteY832" fmla="*/ 91197 h 1212067"/>
                <a:gd name="connsiteX833" fmla="*/ 289732 w 1385794"/>
                <a:gd name="connsiteY833" fmla="*/ 87934 h 1212067"/>
                <a:gd name="connsiteX834" fmla="*/ 284852 w 1385794"/>
                <a:gd name="connsiteY834" fmla="*/ 86757 h 1212067"/>
                <a:gd name="connsiteX835" fmla="*/ 279838 w 1385794"/>
                <a:gd name="connsiteY835" fmla="*/ 84806 h 1212067"/>
                <a:gd name="connsiteX836" fmla="*/ 275496 w 1385794"/>
                <a:gd name="connsiteY836" fmla="*/ 84032 h 1212067"/>
                <a:gd name="connsiteX837" fmla="*/ 272030 w 1385794"/>
                <a:gd name="connsiteY837" fmla="*/ 84032 h 1212067"/>
                <a:gd name="connsiteX838" fmla="*/ 267588 w 1385794"/>
                <a:gd name="connsiteY838" fmla="*/ 86656 h 1212067"/>
                <a:gd name="connsiteX839" fmla="*/ 264424 w 1385794"/>
                <a:gd name="connsiteY839" fmla="*/ 87429 h 1212067"/>
                <a:gd name="connsiteX840" fmla="*/ 261160 w 1385794"/>
                <a:gd name="connsiteY840" fmla="*/ 88741 h 1212067"/>
                <a:gd name="connsiteX841" fmla="*/ 258232 w 1385794"/>
                <a:gd name="connsiteY841" fmla="*/ 89179 h 1212067"/>
                <a:gd name="connsiteX842" fmla="*/ 252039 w 1385794"/>
                <a:gd name="connsiteY842" fmla="*/ 86790 h 1212067"/>
                <a:gd name="connsiteX843" fmla="*/ 249010 w 1385794"/>
                <a:gd name="connsiteY843" fmla="*/ 87228 h 1212067"/>
                <a:gd name="connsiteX844" fmla="*/ 230433 w 1385794"/>
                <a:gd name="connsiteY844" fmla="*/ 92105 h 1212067"/>
                <a:gd name="connsiteX845" fmla="*/ 215322 w 1385794"/>
                <a:gd name="connsiteY845" fmla="*/ 94157 h 1212067"/>
                <a:gd name="connsiteX846" fmla="*/ 211183 w 1385794"/>
                <a:gd name="connsiteY846" fmla="*/ 97219 h 1212067"/>
                <a:gd name="connsiteX847" fmla="*/ 206067 w 1385794"/>
                <a:gd name="connsiteY847" fmla="*/ 99271 h 1212067"/>
                <a:gd name="connsiteX848" fmla="*/ 199875 w 1385794"/>
                <a:gd name="connsiteY848" fmla="*/ 102197 h 1212067"/>
                <a:gd name="connsiteX849" fmla="*/ 194557 w 1385794"/>
                <a:gd name="connsiteY849" fmla="*/ 105460 h 1212067"/>
                <a:gd name="connsiteX850" fmla="*/ 190552 w 1385794"/>
                <a:gd name="connsiteY850" fmla="*/ 108824 h 1212067"/>
                <a:gd name="connsiteX851" fmla="*/ 186850 w 1385794"/>
                <a:gd name="connsiteY851" fmla="*/ 111314 h 1212067"/>
                <a:gd name="connsiteX852" fmla="*/ 178706 w 1385794"/>
                <a:gd name="connsiteY852" fmla="*/ 118479 h 1212067"/>
                <a:gd name="connsiteX853" fmla="*/ 164672 w 1385794"/>
                <a:gd name="connsiteY853" fmla="*/ 128470 h 1212067"/>
                <a:gd name="connsiteX854" fmla="*/ 159018 w 1385794"/>
                <a:gd name="connsiteY854" fmla="*/ 133146 h 1212067"/>
                <a:gd name="connsiteX855" fmla="*/ 150638 w 1385794"/>
                <a:gd name="connsiteY855" fmla="*/ 139335 h 1212067"/>
                <a:gd name="connsiteX856" fmla="*/ 141080 w 1385794"/>
                <a:gd name="connsiteY856" fmla="*/ 144987 h 1212067"/>
                <a:gd name="connsiteX857" fmla="*/ 131085 w 1385794"/>
                <a:gd name="connsiteY857" fmla="*/ 151614 h 1212067"/>
                <a:gd name="connsiteX858" fmla="*/ 123580 w 1385794"/>
                <a:gd name="connsiteY858" fmla="*/ 160091 h 1212067"/>
                <a:gd name="connsiteX859" fmla="*/ 118700 w 1385794"/>
                <a:gd name="connsiteY859" fmla="*/ 168131 h 1212067"/>
                <a:gd name="connsiteX860" fmla="*/ 114022 w 1385794"/>
                <a:gd name="connsiteY860" fmla="*/ 171394 h 1212067"/>
                <a:gd name="connsiteX861" fmla="*/ 108368 w 1385794"/>
                <a:gd name="connsiteY861" fmla="*/ 177247 h 1212067"/>
                <a:gd name="connsiteX862" fmla="*/ 106079 w 1385794"/>
                <a:gd name="connsiteY862" fmla="*/ 181688 h 1212067"/>
                <a:gd name="connsiteX863" fmla="*/ 105002 w 1385794"/>
                <a:gd name="connsiteY863" fmla="*/ 184850 h 1212067"/>
                <a:gd name="connsiteX864" fmla="*/ 103252 w 1385794"/>
                <a:gd name="connsiteY864" fmla="*/ 187137 h 1212067"/>
                <a:gd name="connsiteX865" fmla="*/ 101199 w 1385794"/>
                <a:gd name="connsiteY865" fmla="*/ 190165 h 1212067"/>
                <a:gd name="connsiteX866" fmla="*/ 100324 w 1385794"/>
                <a:gd name="connsiteY866" fmla="*/ 191914 h 1212067"/>
                <a:gd name="connsiteX867" fmla="*/ 99247 w 1385794"/>
                <a:gd name="connsiteY867" fmla="*/ 193125 h 1212067"/>
                <a:gd name="connsiteX868" fmla="*/ 97497 w 1385794"/>
                <a:gd name="connsiteY868" fmla="*/ 193899 h 1212067"/>
                <a:gd name="connsiteX869" fmla="*/ 95747 w 1385794"/>
                <a:gd name="connsiteY869" fmla="*/ 194538 h 1212067"/>
                <a:gd name="connsiteX870" fmla="*/ 94435 w 1385794"/>
                <a:gd name="connsiteY870" fmla="*/ 195749 h 1212067"/>
                <a:gd name="connsiteX871" fmla="*/ 93560 w 1385794"/>
                <a:gd name="connsiteY871" fmla="*/ 196186 h 1212067"/>
                <a:gd name="connsiteX872" fmla="*/ 92786 w 1385794"/>
                <a:gd name="connsiteY872" fmla="*/ 196725 h 1212067"/>
                <a:gd name="connsiteX873" fmla="*/ 91608 w 1385794"/>
                <a:gd name="connsiteY873" fmla="*/ 197936 h 1212067"/>
                <a:gd name="connsiteX874" fmla="*/ 89656 w 1385794"/>
                <a:gd name="connsiteY874" fmla="*/ 199550 h 1212067"/>
                <a:gd name="connsiteX875" fmla="*/ 87704 w 1385794"/>
                <a:gd name="connsiteY875" fmla="*/ 200425 h 1212067"/>
                <a:gd name="connsiteX876" fmla="*/ 86627 w 1385794"/>
                <a:gd name="connsiteY876" fmla="*/ 200862 h 1212067"/>
                <a:gd name="connsiteX877" fmla="*/ 85113 w 1385794"/>
                <a:gd name="connsiteY877" fmla="*/ 201401 h 1212067"/>
                <a:gd name="connsiteX878" fmla="*/ 83699 w 1385794"/>
                <a:gd name="connsiteY878" fmla="*/ 202477 h 1212067"/>
                <a:gd name="connsiteX879" fmla="*/ 82387 w 1385794"/>
                <a:gd name="connsiteY879" fmla="*/ 203553 h 1212067"/>
                <a:gd name="connsiteX880" fmla="*/ 80435 w 1385794"/>
                <a:gd name="connsiteY880" fmla="*/ 204765 h 1212067"/>
                <a:gd name="connsiteX881" fmla="*/ 78684 w 1385794"/>
                <a:gd name="connsiteY881" fmla="*/ 205404 h 1212067"/>
                <a:gd name="connsiteX882" fmla="*/ 76732 w 1385794"/>
                <a:gd name="connsiteY882" fmla="*/ 206278 h 1212067"/>
                <a:gd name="connsiteX883" fmla="*/ 74444 w 1385794"/>
                <a:gd name="connsiteY883" fmla="*/ 206917 h 1212067"/>
                <a:gd name="connsiteX884" fmla="*/ 72694 w 1385794"/>
                <a:gd name="connsiteY884" fmla="*/ 207456 h 1212067"/>
                <a:gd name="connsiteX885" fmla="*/ 71617 w 1385794"/>
                <a:gd name="connsiteY885" fmla="*/ 208095 h 1212067"/>
                <a:gd name="connsiteX886" fmla="*/ 68992 w 1385794"/>
                <a:gd name="connsiteY886" fmla="*/ 209070 h 1212067"/>
                <a:gd name="connsiteX887" fmla="*/ 66064 w 1385794"/>
                <a:gd name="connsiteY887" fmla="*/ 209844 h 1212067"/>
                <a:gd name="connsiteX888" fmla="*/ 62463 w 1385794"/>
                <a:gd name="connsiteY888" fmla="*/ 210046 h 1212067"/>
                <a:gd name="connsiteX889" fmla="*/ 59636 w 1385794"/>
                <a:gd name="connsiteY889" fmla="*/ 210147 h 1212067"/>
                <a:gd name="connsiteX890" fmla="*/ 55631 w 1385794"/>
                <a:gd name="connsiteY890" fmla="*/ 209810 h 1212067"/>
                <a:gd name="connsiteX891" fmla="*/ 52602 w 1385794"/>
                <a:gd name="connsiteY891" fmla="*/ 208936 h 1212067"/>
                <a:gd name="connsiteX892" fmla="*/ 49001 w 1385794"/>
                <a:gd name="connsiteY892" fmla="*/ 207624 h 1212067"/>
                <a:gd name="connsiteX893" fmla="*/ 42371 w 1385794"/>
                <a:gd name="connsiteY893" fmla="*/ 204462 h 1212067"/>
                <a:gd name="connsiteX894" fmla="*/ 37054 w 1385794"/>
                <a:gd name="connsiteY894" fmla="*/ 204361 h 1212067"/>
                <a:gd name="connsiteX895" fmla="*/ 32174 w 1385794"/>
                <a:gd name="connsiteY895" fmla="*/ 203049 h 1212067"/>
                <a:gd name="connsiteX896" fmla="*/ 29448 w 1385794"/>
                <a:gd name="connsiteY896" fmla="*/ 201838 h 1212067"/>
                <a:gd name="connsiteX897" fmla="*/ 26621 w 1385794"/>
                <a:gd name="connsiteY897" fmla="*/ 201300 h 1212067"/>
                <a:gd name="connsiteX898" fmla="*/ 24400 w 1385794"/>
                <a:gd name="connsiteY898" fmla="*/ 201199 h 1212067"/>
                <a:gd name="connsiteX899" fmla="*/ 22515 w 1385794"/>
                <a:gd name="connsiteY899" fmla="*/ 201300 h 1212067"/>
                <a:gd name="connsiteX900" fmla="*/ 22515 w 1385794"/>
                <a:gd name="connsiteY900" fmla="*/ 203049 h 1212067"/>
                <a:gd name="connsiteX901" fmla="*/ 22515 w 1385794"/>
                <a:gd name="connsiteY901" fmla="*/ 206514 h 1212067"/>
                <a:gd name="connsiteX902" fmla="*/ 22515 w 1385794"/>
                <a:gd name="connsiteY902" fmla="*/ 208129 h 1212067"/>
                <a:gd name="connsiteX903" fmla="*/ 22852 w 1385794"/>
                <a:gd name="connsiteY903" fmla="*/ 210315 h 1212067"/>
                <a:gd name="connsiteX904" fmla="*/ 22347 w 1385794"/>
                <a:gd name="connsiteY904" fmla="*/ 212804 h 1212067"/>
                <a:gd name="connsiteX905" fmla="*/ 21875 w 1385794"/>
                <a:gd name="connsiteY905" fmla="*/ 235612 h 1212067"/>
                <a:gd name="connsiteX906" fmla="*/ 22952 w 1385794"/>
                <a:gd name="connsiteY906" fmla="*/ 239851 h 1212067"/>
                <a:gd name="connsiteX907" fmla="*/ 23188 w 1385794"/>
                <a:gd name="connsiteY907" fmla="*/ 242239 h 1212067"/>
                <a:gd name="connsiteX908" fmla="*/ 21875 w 1385794"/>
                <a:gd name="connsiteY908" fmla="*/ 245704 h 1212067"/>
                <a:gd name="connsiteX909" fmla="*/ 19385 w 1385794"/>
                <a:gd name="connsiteY909" fmla="*/ 248731 h 1212067"/>
                <a:gd name="connsiteX910" fmla="*/ 17332 w 1385794"/>
                <a:gd name="connsiteY910" fmla="*/ 250784 h 1212067"/>
                <a:gd name="connsiteX911" fmla="*/ 13731 w 1385794"/>
                <a:gd name="connsiteY911" fmla="*/ 255661 h 1212067"/>
                <a:gd name="connsiteX912" fmla="*/ 10265 w 1385794"/>
                <a:gd name="connsiteY912" fmla="*/ 257713 h 1212067"/>
                <a:gd name="connsiteX913" fmla="*/ 8414 w 1385794"/>
                <a:gd name="connsiteY913" fmla="*/ 260875 h 1212067"/>
                <a:gd name="connsiteX914" fmla="*/ 5923 w 1385794"/>
                <a:gd name="connsiteY914" fmla="*/ 264576 h 1212067"/>
                <a:gd name="connsiteX915" fmla="*/ 4308 w 1385794"/>
                <a:gd name="connsiteY915" fmla="*/ 267267 h 1212067"/>
                <a:gd name="connsiteX916" fmla="*/ 4308 w 1385794"/>
                <a:gd name="connsiteY916" fmla="*/ 269117 h 1212067"/>
                <a:gd name="connsiteX917" fmla="*/ 4644 w 1385794"/>
                <a:gd name="connsiteY917" fmla="*/ 271068 h 1212067"/>
                <a:gd name="connsiteX918" fmla="*/ 5183 w 1385794"/>
                <a:gd name="connsiteY918" fmla="*/ 273154 h 1212067"/>
                <a:gd name="connsiteX919" fmla="*/ 5183 w 1385794"/>
                <a:gd name="connsiteY919" fmla="*/ 275980 h 1212067"/>
                <a:gd name="connsiteX920" fmla="*/ 4308 w 1385794"/>
                <a:gd name="connsiteY920" fmla="*/ 279243 h 1212067"/>
                <a:gd name="connsiteX921" fmla="*/ 3467 w 1385794"/>
                <a:gd name="connsiteY921" fmla="*/ 288056 h 1212067"/>
                <a:gd name="connsiteX922" fmla="*/ 3467 w 1385794"/>
                <a:gd name="connsiteY922" fmla="*/ 295121 h 1212067"/>
                <a:gd name="connsiteX923" fmla="*/ 0 w 1385794"/>
                <a:gd name="connsiteY923" fmla="*/ 298720 h 1212067"/>
                <a:gd name="connsiteX924" fmla="*/ 0 w 1385794"/>
                <a:gd name="connsiteY924" fmla="*/ 302084 h 1212067"/>
                <a:gd name="connsiteX925" fmla="*/ 1178 w 1385794"/>
                <a:gd name="connsiteY925" fmla="*/ 305549 h 1212067"/>
                <a:gd name="connsiteX926" fmla="*/ 1817 w 1385794"/>
                <a:gd name="connsiteY926" fmla="*/ 309687 h 1212067"/>
                <a:gd name="connsiteX927" fmla="*/ 2154 w 1385794"/>
                <a:gd name="connsiteY927" fmla="*/ 312849 h 1212067"/>
                <a:gd name="connsiteX928" fmla="*/ 2928 w 1385794"/>
                <a:gd name="connsiteY928" fmla="*/ 313387 h 1212067"/>
                <a:gd name="connsiteX929" fmla="*/ 6933 w 1385794"/>
                <a:gd name="connsiteY929" fmla="*/ 315977 h 1212067"/>
                <a:gd name="connsiteX930" fmla="*/ 7909 w 1385794"/>
                <a:gd name="connsiteY930" fmla="*/ 316953 h 1212067"/>
                <a:gd name="connsiteX931" fmla="*/ 9760 w 1385794"/>
                <a:gd name="connsiteY931" fmla="*/ 318164 h 1212067"/>
                <a:gd name="connsiteX932" fmla="*/ 10029 w 1385794"/>
                <a:gd name="connsiteY932" fmla="*/ 319913 h 1212067"/>
                <a:gd name="connsiteX933" fmla="*/ 10399 w 1385794"/>
                <a:gd name="connsiteY933" fmla="*/ 322940 h 1212067"/>
                <a:gd name="connsiteX934" fmla="*/ 10399 w 1385794"/>
                <a:gd name="connsiteY934" fmla="*/ 324690 h 1212067"/>
                <a:gd name="connsiteX935" fmla="*/ 10298 w 1385794"/>
                <a:gd name="connsiteY935" fmla="*/ 326540 h 1212067"/>
                <a:gd name="connsiteX936" fmla="*/ 10063 w 1385794"/>
                <a:gd name="connsiteY936" fmla="*/ 329029 h 1212067"/>
                <a:gd name="connsiteX937" fmla="*/ 9625 w 1385794"/>
                <a:gd name="connsiteY937" fmla="*/ 331754 h 1212067"/>
                <a:gd name="connsiteX938" fmla="*/ 8851 w 1385794"/>
                <a:gd name="connsiteY938" fmla="*/ 335892 h 1212067"/>
                <a:gd name="connsiteX939" fmla="*/ 8313 w 1385794"/>
                <a:gd name="connsiteY939" fmla="*/ 337507 h 1212067"/>
                <a:gd name="connsiteX940" fmla="*/ 7673 w 1385794"/>
                <a:gd name="connsiteY940" fmla="*/ 339357 h 1212067"/>
                <a:gd name="connsiteX941" fmla="*/ 6899 w 1385794"/>
                <a:gd name="connsiteY941" fmla="*/ 342519 h 1212067"/>
                <a:gd name="connsiteX942" fmla="*/ 6899 w 1385794"/>
                <a:gd name="connsiteY942" fmla="*/ 344907 h 1212067"/>
                <a:gd name="connsiteX943" fmla="*/ 7000 w 1385794"/>
                <a:gd name="connsiteY943" fmla="*/ 346993 h 1212067"/>
                <a:gd name="connsiteX944" fmla="*/ 7101 w 1385794"/>
                <a:gd name="connsiteY944" fmla="*/ 348608 h 1212067"/>
                <a:gd name="connsiteX945" fmla="*/ 8717 w 1385794"/>
                <a:gd name="connsiteY945" fmla="*/ 350794 h 1212067"/>
                <a:gd name="connsiteX946" fmla="*/ 11645 w 1385794"/>
                <a:gd name="connsiteY946" fmla="*/ 353384 h 1212067"/>
                <a:gd name="connsiteX947" fmla="*/ 13496 w 1385794"/>
                <a:gd name="connsiteY947" fmla="*/ 354999 h 1212067"/>
                <a:gd name="connsiteX948" fmla="*/ 15683 w 1385794"/>
                <a:gd name="connsiteY948" fmla="*/ 354225 h 1212067"/>
                <a:gd name="connsiteX949" fmla="*/ 18847 w 1385794"/>
                <a:gd name="connsiteY949" fmla="*/ 354024 h 1212067"/>
                <a:gd name="connsiteX950" fmla="*/ 27328 w 1385794"/>
                <a:gd name="connsiteY950" fmla="*/ 353485 h 1212067"/>
                <a:gd name="connsiteX951" fmla="*/ 34395 w 1385794"/>
                <a:gd name="connsiteY951" fmla="*/ 352947 h 1212067"/>
                <a:gd name="connsiteX952" fmla="*/ 36246 w 1385794"/>
                <a:gd name="connsiteY952" fmla="*/ 350761 h 1212067"/>
                <a:gd name="connsiteX953" fmla="*/ 38299 w 1385794"/>
                <a:gd name="connsiteY953" fmla="*/ 350962 h 1212067"/>
                <a:gd name="connsiteX954" fmla="*/ 40049 w 1385794"/>
                <a:gd name="connsiteY954" fmla="*/ 352274 h 1212067"/>
                <a:gd name="connsiteX955" fmla="*/ 44727 w 1385794"/>
                <a:gd name="connsiteY955" fmla="*/ 353149 h 1212067"/>
                <a:gd name="connsiteX956" fmla="*/ 47991 w 1385794"/>
                <a:gd name="connsiteY956" fmla="*/ 352947 h 1212067"/>
                <a:gd name="connsiteX957" fmla="*/ 50819 w 1385794"/>
                <a:gd name="connsiteY957" fmla="*/ 350559 h 1212067"/>
                <a:gd name="connsiteX958" fmla="*/ 52232 w 1385794"/>
                <a:gd name="connsiteY958" fmla="*/ 347733 h 1212067"/>
                <a:gd name="connsiteX959" fmla="*/ 52871 w 1385794"/>
                <a:gd name="connsiteY959" fmla="*/ 345345 h 1212067"/>
                <a:gd name="connsiteX960" fmla="*/ 53410 w 1385794"/>
                <a:gd name="connsiteY960" fmla="*/ 345008 h 1212067"/>
                <a:gd name="connsiteX961" fmla="*/ 56136 w 1385794"/>
                <a:gd name="connsiteY961" fmla="*/ 345345 h 1212067"/>
                <a:gd name="connsiteX962" fmla="*/ 59939 w 1385794"/>
                <a:gd name="connsiteY962" fmla="*/ 346959 h 1212067"/>
                <a:gd name="connsiteX963" fmla="*/ 63540 w 1385794"/>
                <a:gd name="connsiteY963" fmla="*/ 348574 h 1212067"/>
                <a:gd name="connsiteX964" fmla="*/ 68420 w 1385794"/>
                <a:gd name="connsiteY964" fmla="*/ 349886 h 1212067"/>
                <a:gd name="connsiteX965" fmla="*/ 75588 w 1385794"/>
                <a:gd name="connsiteY965" fmla="*/ 349886 h 1212067"/>
                <a:gd name="connsiteX966" fmla="*/ 81781 w 1385794"/>
                <a:gd name="connsiteY966" fmla="*/ 350861 h 1212067"/>
                <a:gd name="connsiteX967" fmla="*/ 88411 w 1385794"/>
                <a:gd name="connsiteY967" fmla="*/ 351635 h 1212067"/>
                <a:gd name="connsiteX968" fmla="*/ 92214 w 1385794"/>
                <a:gd name="connsiteY968" fmla="*/ 353048 h 1212067"/>
                <a:gd name="connsiteX969" fmla="*/ 95478 w 1385794"/>
                <a:gd name="connsiteY969" fmla="*/ 354562 h 1212067"/>
                <a:gd name="connsiteX970" fmla="*/ 99281 w 1385794"/>
                <a:gd name="connsiteY970" fmla="*/ 355100 h 1212067"/>
                <a:gd name="connsiteX971" fmla="*/ 102882 w 1385794"/>
                <a:gd name="connsiteY971" fmla="*/ 355335 h 1212067"/>
                <a:gd name="connsiteX972" fmla="*/ 106349 w 1385794"/>
                <a:gd name="connsiteY972" fmla="*/ 354125 h 1212067"/>
                <a:gd name="connsiteX973" fmla="*/ 110152 w 1385794"/>
                <a:gd name="connsiteY973" fmla="*/ 353485 h 1212067"/>
                <a:gd name="connsiteX974" fmla="*/ 113854 w 1385794"/>
                <a:gd name="connsiteY974" fmla="*/ 351972 h 1212067"/>
                <a:gd name="connsiteX975" fmla="*/ 117892 w 1385794"/>
                <a:gd name="connsiteY975" fmla="*/ 350660 h 1212067"/>
                <a:gd name="connsiteX976" fmla="*/ 119945 w 1385794"/>
                <a:gd name="connsiteY976" fmla="*/ 350323 h 1212067"/>
                <a:gd name="connsiteX977" fmla="*/ 121796 w 1385794"/>
                <a:gd name="connsiteY977" fmla="*/ 351736 h 1212067"/>
                <a:gd name="connsiteX978" fmla="*/ 124522 w 1385794"/>
                <a:gd name="connsiteY978" fmla="*/ 354125 h 1212067"/>
                <a:gd name="connsiteX979" fmla="*/ 128123 w 1385794"/>
                <a:gd name="connsiteY979" fmla="*/ 356176 h 1212067"/>
                <a:gd name="connsiteX980" fmla="*/ 137142 w 1385794"/>
                <a:gd name="connsiteY980" fmla="*/ 355100 h 1212067"/>
                <a:gd name="connsiteX981" fmla="*/ 143133 w 1385794"/>
                <a:gd name="connsiteY981" fmla="*/ 356076 h 1212067"/>
                <a:gd name="connsiteX982" fmla="*/ 146936 w 1385794"/>
                <a:gd name="connsiteY982" fmla="*/ 358464 h 1212067"/>
                <a:gd name="connsiteX983" fmla="*/ 153128 w 1385794"/>
                <a:gd name="connsiteY983" fmla="*/ 362904 h 1212067"/>
                <a:gd name="connsiteX984" fmla="*/ 159556 w 1385794"/>
                <a:gd name="connsiteY984" fmla="*/ 367244 h 1212067"/>
                <a:gd name="connsiteX985" fmla="*/ 165984 w 1385794"/>
                <a:gd name="connsiteY985" fmla="*/ 369094 h 1212067"/>
                <a:gd name="connsiteX986" fmla="*/ 173489 w 1385794"/>
                <a:gd name="connsiteY986" fmla="*/ 369296 h 1212067"/>
                <a:gd name="connsiteX987" fmla="*/ 178067 w 1385794"/>
                <a:gd name="connsiteY987" fmla="*/ 369195 h 1212067"/>
                <a:gd name="connsiteX988" fmla="*/ 184494 w 1385794"/>
                <a:gd name="connsiteY988" fmla="*/ 371247 h 1212067"/>
                <a:gd name="connsiteX989" fmla="*/ 190485 w 1385794"/>
                <a:gd name="connsiteY989" fmla="*/ 375385 h 1212067"/>
                <a:gd name="connsiteX990" fmla="*/ 195500 w 1385794"/>
                <a:gd name="connsiteY990" fmla="*/ 379085 h 1212067"/>
                <a:gd name="connsiteX991" fmla="*/ 203745 w 1385794"/>
                <a:gd name="connsiteY991" fmla="*/ 378009 h 1212067"/>
                <a:gd name="connsiteX992" fmla="*/ 209298 w 1385794"/>
                <a:gd name="connsiteY992" fmla="*/ 379623 h 1212067"/>
                <a:gd name="connsiteX993" fmla="*/ 212899 w 1385794"/>
                <a:gd name="connsiteY993" fmla="*/ 387327 h 1212067"/>
                <a:gd name="connsiteX994" fmla="*/ 217678 w 1385794"/>
                <a:gd name="connsiteY994" fmla="*/ 391128 h 1212067"/>
                <a:gd name="connsiteX995" fmla="*/ 225519 w 1385794"/>
                <a:gd name="connsiteY995" fmla="*/ 400816 h 1212067"/>
                <a:gd name="connsiteX996" fmla="*/ 235077 w 1385794"/>
                <a:gd name="connsiteY996" fmla="*/ 408419 h 1212067"/>
                <a:gd name="connsiteX997" fmla="*/ 237366 w 1385794"/>
                <a:gd name="connsiteY997" fmla="*/ 410706 h 1212067"/>
                <a:gd name="connsiteX998" fmla="*/ 242145 w 1385794"/>
                <a:gd name="connsiteY998" fmla="*/ 415046 h 1212067"/>
                <a:gd name="connsiteX999" fmla="*/ 243222 w 1385794"/>
                <a:gd name="connsiteY999" fmla="*/ 423187 h 1212067"/>
                <a:gd name="connsiteX1000" fmla="*/ 244871 w 1385794"/>
                <a:gd name="connsiteY1000" fmla="*/ 424499 h 1212067"/>
                <a:gd name="connsiteX1001" fmla="*/ 248674 w 1385794"/>
                <a:gd name="connsiteY1001" fmla="*/ 426349 h 1212067"/>
                <a:gd name="connsiteX1002" fmla="*/ 251164 w 1385794"/>
                <a:gd name="connsiteY1002" fmla="*/ 427863 h 1212067"/>
                <a:gd name="connsiteX1003" fmla="*/ 254092 w 1385794"/>
                <a:gd name="connsiteY1003" fmla="*/ 430587 h 1212067"/>
                <a:gd name="connsiteX1004" fmla="*/ 258972 w 1385794"/>
                <a:gd name="connsiteY1004" fmla="*/ 435802 h 1212067"/>
                <a:gd name="connsiteX1005" fmla="*/ 265501 w 1385794"/>
                <a:gd name="connsiteY1005" fmla="*/ 442092 h 1212067"/>
                <a:gd name="connsiteX1006" fmla="*/ 269943 w 1385794"/>
                <a:gd name="connsiteY1006" fmla="*/ 446331 h 1212067"/>
                <a:gd name="connsiteX1007" fmla="*/ 281891 w 1385794"/>
                <a:gd name="connsiteY1007" fmla="*/ 453933 h 1212067"/>
                <a:gd name="connsiteX1008" fmla="*/ 287982 w 1385794"/>
                <a:gd name="connsiteY1008" fmla="*/ 456759 h 1212067"/>
                <a:gd name="connsiteX1009" fmla="*/ 290574 w 1385794"/>
                <a:gd name="connsiteY1009" fmla="*/ 456759 h 1212067"/>
                <a:gd name="connsiteX1010" fmla="*/ 297103 w 1385794"/>
                <a:gd name="connsiteY1010" fmla="*/ 459248 h 1212067"/>
                <a:gd name="connsiteX1011" fmla="*/ 300906 w 1385794"/>
                <a:gd name="connsiteY1011" fmla="*/ 461099 h 1212067"/>
                <a:gd name="connsiteX1012" fmla="*/ 305785 w 1385794"/>
                <a:gd name="connsiteY1012" fmla="*/ 466649 h 1212067"/>
                <a:gd name="connsiteX1013" fmla="*/ 310026 w 1385794"/>
                <a:gd name="connsiteY1013" fmla="*/ 470652 h 1212067"/>
                <a:gd name="connsiteX1014" fmla="*/ 309925 w 1385794"/>
                <a:gd name="connsiteY1014" fmla="*/ 476505 h 1212067"/>
                <a:gd name="connsiteX1015" fmla="*/ 309723 w 1385794"/>
                <a:gd name="connsiteY1015" fmla="*/ 478894 h 1212067"/>
                <a:gd name="connsiteX1016" fmla="*/ 311473 w 1385794"/>
                <a:gd name="connsiteY1016" fmla="*/ 482493 h 1212067"/>
                <a:gd name="connsiteX1017" fmla="*/ 314839 w 1385794"/>
                <a:gd name="connsiteY1017" fmla="*/ 483368 h 1212067"/>
                <a:gd name="connsiteX1018" fmla="*/ 318642 w 1385794"/>
                <a:gd name="connsiteY1018" fmla="*/ 487068 h 1212067"/>
                <a:gd name="connsiteX1019" fmla="*/ 322546 w 1385794"/>
                <a:gd name="connsiteY1019" fmla="*/ 490432 h 1212067"/>
                <a:gd name="connsiteX1020" fmla="*/ 326685 w 1385794"/>
                <a:gd name="connsiteY1020" fmla="*/ 493796 h 1212067"/>
                <a:gd name="connsiteX1021" fmla="*/ 329075 w 1385794"/>
                <a:gd name="connsiteY1021" fmla="*/ 495007 h 1212067"/>
                <a:gd name="connsiteX1022" fmla="*/ 334392 w 1385794"/>
                <a:gd name="connsiteY1022" fmla="*/ 495546 h 1212067"/>
                <a:gd name="connsiteX1023" fmla="*/ 338094 w 1385794"/>
                <a:gd name="connsiteY1023" fmla="*/ 493931 h 1212067"/>
                <a:gd name="connsiteX1024" fmla="*/ 342570 w 1385794"/>
                <a:gd name="connsiteY1024" fmla="*/ 493931 h 1212067"/>
                <a:gd name="connsiteX1025" fmla="*/ 346911 w 1385794"/>
                <a:gd name="connsiteY1025" fmla="*/ 493056 h 1212067"/>
                <a:gd name="connsiteX1026" fmla="*/ 349301 w 1385794"/>
                <a:gd name="connsiteY1026" fmla="*/ 491542 h 1212067"/>
                <a:gd name="connsiteX1027" fmla="*/ 349839 w 1385794"/>
                <a:gd name="connsiteY1027" fmla="*/ 489053 h 1212067"/>
                <a:gd name="connsiteX1028" fmla="*/ 349940 w 1385794"/>
                <a:gd name="connsiteY1028" fmla="*/ 484713 h 1212067"/>
                <a:gd name="connsiteX1029" fmla="*/ 350479 w 1385794"/>
                <a:gd name="connsiteY1029" fmla="*/ 479499 h 1212067"/>
                <a:gd name="connsiteX1030" fmla="*/ 350714 w 1385794"/>
                <a:gd name="connsiteY1030" fmla="*/ 473074 h 1212067"/>
                <a:gd name="connsiteX1031" fmla="*/ 350378 w 1385794"/>
                <a:gd name="connsiteY1031" fmla="*/ 465808 h 1212067"/>
                <a:gd name="connsiteX1032" fmla="*/ 348527 w 1385794"/>
                <a:gd name="connsiteY1032" fmla="*/ 460695 h 1212067"/>
                <a:gd name="connsiteX1033" fmla="*/ 346911 w 1385794"/>
                <a:gd name="connsiteY1033" fmla="*/ 455817 h 1212067"/>
                <a:gd name="connsiteX1034" fmla="*/ 347988 w 1385794"/>
                <a:gd name="connsiteY1034" fmla="*/ 451040 h 1212067"/>
                <a:gd name="connsiteX1035" fmla="*/ 350479 w 1385794"/>
                <a:gd name="connsiteY1035" fmla="*/ 441688 h 1212067"/>
                <a:gd name="connsiteX1036" fmla="*/ 353407 w 1385794"/>
                <a:gd name="connsiteY1036" fmla="*/ 431462 h 1212067"/>
                <a:gd name="connsiteX1037" fmla="*/ 356234 w 1385794"/>
                <a:gd name="connsiteY1037" fmla="*/ 424734 h 1212067"/>
                <a:gd name="connsiteX1038" fmla="*/ 356133 w 1385794"/>
                <a:gd name="connsiteY1038" fmla="*/ 420395 h 1212067"/>
                <a:gd name="connsiteX1039" fmla="*/ 351253 w 1385794"/>
                <a:gd name="connsiteY1039" fmla="*/ 413566 h 1212067"/>
                <a:gd name="connsiteX1040" fmla="*/ 353541 w 1385794"/>
                <a:gd name="connsiteY1040" fmla="*/ 405963 h 1212067"/>
                <a:gd name="connsiteX1041" fmla="*/ 355157 w 1385794"/>
                <a:gd name="connsiteY1041" fmla="*/ 402599 h 1212067"/>
                <a:gd name="connsiteX1042" fmla="*/ 358758 w 1385794"/>
                <a:gd name="connsiteY1042" fmla="*/ 398798 h 1212067"/>
                <a:gd name="connsiteX1043" fmla="*/ 360272 w 1385794"/>
                <a:gd name="connsiteY1043" fmla="*/ 397721 h 1212067"/>
                <a:gd name="connsiteX1044" fmla="*/ 363739 w 1385794"/>
                <a:gd name="connsiteY1044" fmla="*/ 396948 h 1212067"/>
                <a:gd name="connsiteX1045" fmla="*/ 375484 w 1385794"/>
                <a:gd name="connsiteY1045" fmla="*/ 397385 h 1212067"/>
                <a:gd name="connsiteX1046" fmla="*/ 380600 w 1385794"/>
                <a:gd name="connsiteY1046" fmla="*/ 398125 h 1212067"/>
                <a:gd name="connsiteX1047" fmla="*/ 384840 w 1385794"/>
                <a:gd name="connsiteY1047" fmla="*/ 400615 h 1212067"/>
                <a:gd name="connsiteX1048" fmla="*/ 388206 w 1385794"/>
                <a:gd name="connsiteY1048" fmla="*/ 403339 h 1212067"/>
                <a:gd name="connsiteX1049" fmla="*/ 392345 w 1385794"/>
                <a:gd name="connsiteY1049" fmla="*/ 408452 h 1212067"/>
                <a:gd name="connsiteX1050" fmla="*/ 395273 w 1385794"/>
                <a:gd name="connsiteY1050" fmla="*/ 411480 h 1212067"/>
                <a:gd name="connsiteX1051" fmla="*/ 400052 w 1385794"/>
                <a:gd name="connsiteY1051" fmla="*/ 416795 h 1212067"/>
                <a:gd name="connsiteX1052" fmla="*/ 403216 w 1385794"/>
                <a:gd name="connsiteY1052" fmla="*/ 420260 h 1212067"/>
                <a:gd name="connsiteX1053" fmla="*/ 406581 w 1385794"/>
                <a:gd name="connsiteY1053" fmla="*/ 425138 h 1212067"/>
                <a:gd name="connsiteX1054" fmla="*/ 408869 w 1385794"/>
                <a:gd name="connsiteY1054" fmla="*/ 427963 h 1212067"/>
                <a:gd name="connsiteX1055" fmla="*/ 412908 w 1385794"/>
                <a:gd name="connsiteY1055" fmla="*/ 432976 h 1212067"/>
                <a:gd name="connsiteX1056" fmla="*/ 418562 w 1385794"/>
                <a:gd name="connsiteY1056" fmla="*/ 436239 h 1212067"/>
                <a:gd name="connsiteX1057" fmla="*/ 424553 w 1385794"/>
                <a:gd name="connsiteY1057" fmla="*/ 438190 h 1212067"/>
                <a:gd name="connsiteX1058" fmla="*/ 429332 w 1385794"/>
                <a:gd name="connsiteY1058" fmla="*/ 440679 h 1212067"/>
                <a:gd name="connsiteX1059" fmla="*/ 435423 w 1385794"/>
                <a:gd name="connsiteY1059" fmla="*/ 443606 h 1212067"/>
                <a:gd name="connsiteX1060" fmla="*/ 440639 w 1385794"/>
                <a:gd name="connsiteY1060" fmla="*/ 446095 h 1212067"/>
                <a:gd name="connsiteX1061" fmla="*/ 445082 w 1385794"/>
                <a:gd name="connsiteY1061" fmla="*/ 448484 h 1212067"/>
                <a:gd name="connsiteX1062" fmla="*/ 445317 w 1385794"/>
                <a:gd name="connsiteY1062" fmla="*/ 452285 h 1212067"/>
                <a:gd name="connsiteX1063" fmla="*/ 445317 w 1385794"/>
                <a:gd name="connsiteY1063" fmla="*/ 454976 h 1212067"/>
                <a:gd name="connsiteX1064" fmla="*/ 446091 w 1385794"/>
                <a:gd name="connsiteY1064" fmla="*/ 456288 h 1212067"/>
                <a:gd name="connsiteX1065" fmla="*/ 451106 w 1385794"/>
                <a:gd name="connsiteY1065" fmla="*/ 456624 h 1212067"/>
                <a:gd name="connsiteX1066" fmla="*/ 453395 w 1385794"/>
                <a:gd name="connsiteY1066" fmla="*/ 455985 h 1212067"/>
                <a:gd name="connsiteX1067" fmla="*/ 455683 w 1385794"/>
                <a:gd name="connsiteY1067" fmla="*/ 452285 h 1212067"/>
                <a:gd name="connsiteX1068" fmla="*/ 456558 w 1385794"/>
                <a:gd name="connsiteY1068" fmla="*/ 450233 h 1212067"/>
                <a:gd name="connsiteX1069" fmla="*/ 457972 w 1385794"/>
                <a:gd name="connsiteY1069" fmla="*/ 446768 h 1212067"/>
                <a:gd name="connsiteX1070" fmla="*/ 460698 w 1385794"/>
                <a:gd name="connsiteY1070" fmla="*/ 444716 h 1212067"/>
                <a:gd name="connsiteX1071" fmla="*/ 462010 w 1385794"/>
                <a:gd name="connsiteY1071" fmla="*/ 444279 h 1212067"/>
                <a:gd name="connsiteX1072" fmla="*/ 464299 w 1385794"/>
                <a:gd name="connsiteY1072" fmla="*/ 442428 h 1212067"/>
                <a:gd name="connsiteX1073" fmla="*/ 465813 w 1385794"/>
                <a:gd name="connsiteY1073" fmla="*/ 439704 h 1212067"/>
                <a:gd name="connsiteX1074" fmla="*/ 467227 w 1385794"/>
                <a:gd name="connsiteY1074" fmla="*/ 438291 h 1212067"/>
                <a:gd name="connsiteX1075" fmla="*/ 469515 w 1385794"/>
                <a:gd name="connsiteY1075" fmla="*/ 435263 h 1212067"/>
                <a:gd name="connsiteX1076" fmla="*/ 470929 w 1385794"/>
                <a:gd name="connsiteY1076" fmla="*/ 432976 h 1212067"/>
                <a:gd name="connsiteX1077" fmla="*/ 472881 w 1385794"/>
                <a:gd name="connsiteY1077" fmla="*/ 432774 h 1212067"/>
                <a:gd name="connsiteX1078" fmla="*/ 474294 w 1385794"/>
                <a:gd name="connsiteY1078" fmla="*/ 432572 h 1212067"/>
                <a:gd name="connsiteX1079" fmla="*/ 476885 w 1385794"/>
                <a:gd name="connsiteY1079" fmla="*/ 433548 h 1212067"/>
                <a:gd name="connsiteX1080" fmla="*/ 480587 w 1385794"/>
                <a:gd name="connsiteY1080" fmla="*/ 438425 h 1212067"/>
                <a:gd name="connsiteX1081" fmla="*/ 482775 w 1385794"/>
                <a:gd name="connsiteY1081" fmla="*/ 441688 h 1212067"/>
                <a:gd name="connsiteX1082" fmla="*/ 484088 w 1385794"/>
                <a:gd name="connsiteY1082" fmla="*/ 445052 h 1212067"/>
                <a:gd name="connsiteX1083" fmla="*/ 489943 w 1385794"/>
                <a:gd name="connsiteY1083" fmla="*/ 445692 h 1212067"/>
                <a:gd name="connsiteX1084" fmla="*/ 498290 w 1385794"/>
                <a:gd name="connsiteY1084" fmla="*/ 444447 h 1212067"/>
                <a:gd name="connsiteX1085" fmla="*/ 503372 w 1385794"/>
                <a:gd name="connsiteY1085" fmla="*/ 442866 h 1212067"/>
                <a:gd name="connsiteX1086" fmla="*/ 504247 w 1385794"/>
                <a:gd name="connsiteY1086" fmla="*/ 441722 h 1212067"/>
                <a:gd name="connsiteX1087" fmla="*/ 505997 w 1385794"/>
                <a:gd name="connsiteY1087" fmla="*/ 439132 h 1212067"/>
                <a:gd name="connsiteX1088" fmla="*/ 506569 w 1385794"/>
                <a:gd name="connsiteY1088" fmla="*/ 437685 h 1212067"/>
                <a:gd name="connsiteX1089" fmla="*/ 506872 w 1385794"/>
                <a:gd name="connsiteY1089" fmla="*/ 435230 h 1212067"/>
                <a:gd name="connsiteX1090" fmla="*/ 507881 w 1385794"/>
                <a:gd name="connsiteY1090" fmla="*/ 433346 h 1212067"/>
                <a:gd name="connsiteX1091" fmla="*/ 509059 w 1385794"/>
                <a:gd name="connsiteY1091" fmla="*/ 431327 h 1212067"/>
                <a:gd name="connsiteX1092" fmla="*/ 510944 w 1385794"/>
                <a:gd name="connsiteY1092" fmla="*/ 430520 h 1212067"/>
                <a:gd name="connsiteX1093" fmla="*/ 514579 w 1385794"/>
                <a:gd name="connsiteY1093" fmla="*/ 428132 h 1212067"/>
                <a:gd name="connsiteX1094" fmla="*/ 517607 w 1385794"/>
                <a:gd name="connsiteY1094" fmla="*/ 428132 h 1212067"/>
                <a:gd name="connsiteX1095" fmla="*/ 522084 w 1385794"/>
                <a:gd name="connsiteY1095" fmla="*/ 430453 h 1212067"/>
                <a:gd name="connsiteX1096" fmla="*/ 524540 w 1385794"/>
                <a:gd name="connsiteY1096" fmla="*/ 433211 h 1212067"/>
                <a:gd name="connsiteX1097" fmla="*/ 525853 w 1385794"/>
                <a:gd name="connsiteY1097" fmla="*/ 437416 h 1212067"/>
                <a:gd name="connsiteX1098" fmla="*/ 526862 w 1385794"/>
                <a:gd name="connsiteY1098" fmla="*/ 440612 h 1212067"/>
                <a:gd name="connsiteX1099" fmla="*/ 529454 w 1385794"/>
                <a:gd name="connsiteY1099" fmla="*/ 443505 h 1212067"/>
                <a:gd name="connsiteX1100" fmla="*/ 531473 w 1385794"/>
                <a:gd name="connsiteY1100" fmla="*/ 445523 h 1212067"/>
                <a:gd name="connsiteX1101" fmla="*/ 533223 w 1385794"/>
                <a:gd name="connsiteY1101" fmla="*/ 445523 h 1212067"/>
                <a:gd name="connsiteX1102" fmla="*/ 536993 w 1385794"/>
                <a:gd name="connsiteY1102" fmla="*/ 448114 h 1212067"/>
                <a:gd name="connsiteX1103" fmla="*/ 539315 w 1385794"/>
                <a:gd name="connsiteY1103" fmla="*/ 452184 h 1212067"/>
                <a:gd name="connsiteX1104" fmla="*/ 540897 w 1385794"/>
                <a:gd name="connsiteY1104" fmla="*/ 455952 h 1212067"/>
                <a:gd name="connsiteX1105" fmla="*/ 543791 w 1385794"/>
                <a:gd name="connsiteY1105" fmla="*/ 457533 h 1212067"/>
                <a:gd name="connsiteX1106" fmla="*/ 545675 w 1385794"/>
                <a:gd name="connsiteY1106" fmla="*/ 459417 h 1212067"/>
                <a:gd name="connsiteX1107" fmla="*/ 547257 w 1385794"/>
                <a:gd name="connsiteY1107" fmla="*/ 460998 h 1212067"/>
                <a:gd name="connsiteX1108" fmla="*/ 550286 w 1385794"/>
                <a:gd name="connsiteY1108" fmla="*/ 464025 h 1212067"/>
                <a:gd name="connsiteX1109" fmla="*/ 553483 w 1385794"/>
                <a:gd name="connsiteY1109" fmla="*/ 466615 h 1212067"/>
                <a:gd name="connsiteX1110" fmla="*/ 557253 w 1385794"/>
                <a:gd name="connsiteY1110" fmla="*/ 470518 h 1212067"/>
                <a:gd name="connsiteX1111" fmla="*/ 561762 w 1385794"/>
                <a:gd name="connsiteY1111" fmla="*/ 472973 h 1212067"/>
                <a:gd name="connsiteX1112" fmla="*/ 565397 w 1385794"/>
                <a:gd name="connsiteY1112" fmla="*/ 476304 h 1212067"/>
                <a:gd name="connsiteX1113" fmla="*/ 569032 w 1385794"/>
                <a:gd name="connsiteY1113" fmla="*/ 481081 h 1212067"/>
                <a:gd name="connsiteX1114" fmla="*/ 570782 w 1385794"/>
                <a:gd name="connsiteY1114" fmla="*/ 484848 h 1212067"/>
                <a:gd name="connsiteX1115" fmla="*/ 571960 w 1385794"/>
                <a:gd name="connsiteY1115" fmla="*/ 487607 h 1212067"/>
                <a:gd name="connsiteX1116" fmla="*/ 574416 w 1385794"/>
                <a:gd name="connsiteY1116" fmla="*/ 490062 h 1212067"/>
                <a:gd name="connsiteX1117" fmla="*/ 576166 w 1385794"/>
                <a:gd name="connsiteY1117" fmla="*/ 491509 h 1212067"/>
                <a:gd name="connsiteX1118" fmla="*/ 577311 w 1385794"/>
                <a:gd name="connsiteY1118" fmla="*/ 493830 h 1212067"/>
                <a:gd name="connsiteX1119" fmla="*/ 577748 w 1385794"/>
                <a:gd name="connsiteY1119" fmla="*/ 497160 h 1212067"/>
                <a:gd name="connsiteX1120" fmla="*/ 579061 w 1385794"/>
                <a:gd name="connsiteY1120" fmla="*/ 500188 h 1212067"/>
                <a:gd name="connsiteX1121" fmla="*/ 580643 w 1385794"/>
                <a:gd name="connsiteY1121" fmla="*/ 501634 h 1212067"/>
                <a:gd name="connsiteX1122" fmla="*/ 582662 w 1385794"/>
                <a:gd name="connsiteY1122" fmla="*/ 502643 h 1212067"/>
                <a:gd name="connsiteX1123" fmla="*/ 583974 w 1385794"/>
                <a:gd name="connsiteY1123" fmla="*/ 505099 h 1212067"/>
                <a:gd name="connsiteX1124" fmla="*/ 586229 w 1385794"/>
                <a:gd name="connsiteY1124" fmla="*/ 506613 h 1212067"/>
                <a:gd name="connsiteX1125" fmla="*/ 586734 w 1385794"/>
                <a:gd name="connsiteY1125" fmla="*/ 507757 h 1212067"/>
                <a:gd name="connsiteX1126" fmla="*/ 584917 w 1385794"/>
                <a:gd name="connsiteY1126" fmla="*/ 509506 h 1212067"/>
                <a:gd name="connsiteX1127" fmla="*/ 585051 w 1385794"/>
                <a:gd name="connsiteY1127" fmla="*/ 511087 h 1212067"/>
                <a:gd name="connsiteX1128" fmla="*/ 586498 w 1385794"/>
                <a:gd name="connsiteY1128" fmla="*/ 512399 h 1212067"/>
                <a:gd name="connsiteX1129" fmla="*/ 587508 w 1385794"/>
                <a:gd name="connsiteY1129" fmla="*/ 513341 h 1212067"/>
                <a:gd name="connsiteX1130" fmla="*/ 589258 w 1385794"/>
                <a:gd name="connsiteY1130" fmla="*/ 513543 h 1212067"/>
                <a:gd name="connsiteX1131" fmla="*/ 591513 w 1385794"/>
                <a:gd name="connsiteY1131" fmla="*/ 513173 h 1212067"/>
                <a:gd name="connsiteX1132" fmla="*/ 592960 w 1385794"/>
                <a:gd name="connsiteY1132" fmla="*/ 514182 h 1212067"/>
                <a:gd name="connsiteX1133" fmla="*/ 594609 w 1385794"/>
                <a:gd name="connsiteY1133" fmla="*/ 515830 h 1212067"/>
                <a:gd name="connsiteX1134" fmla="*/ 596797 w 1385794"/>
                <a:gd name="connsiteY1134" fmla="*/ 518454 h 1212067"/>
                <a:gd name="connsiteX1135" fmla="*/ 597874 w 1385794"/>
                <a:gd name="connsiteY1135" fmla="*/ 519329 h 1212067"/>
                <a:gd name="connsiteX1136" fmla="*/ 607364 w 1385794"/>
                <a:gd name="connsiteY1136" fmla="*/ 527436 h 1212067"/>
                <a:gd name="connsiteX1137" fmla="*/ 612076 w 1385794"/>
                <a:gd name="connsiteY1137" fmla="*/ 531204 h 1212067"/>
                <a:gd name="connsiteX1138" fmla="*/ 613961 w 1385794"/>
                <a:gd name="connsiteY1138" fmla="*/ 532078 h 1212067"/>
                <a:gd name="connsiteX1139" fmla="*/ 616653 w 1385794"/>
                <a:gd name="connsiteY1139" fmla="*/ 534534 h 1212067"/>
                <a:gd name="connsiteX1140" fmla="*/ 616956 w 1385794"/>
                <a:gd name="connsiteY1140" fmla="*/ 537360 h 1212067"/>
                <a:gd name="connsiteX1141" fmla="*/ 618639 w 1385794"/>
                <a:gd name="connsiteY1141" fmla="*/ 538604 h 1212067"/>
                <a:gd name="connsiteX1142" fmla="*/ 622273 w 1385794"/>
                <a:gd name="connsiteY1142" fmla="*/ 540421 h 1212067"/>
                <a:gd name="connsiteX1143" fmla="*/ 624293 w 1385794"/>
                <a:gd name="connsiteY1143" fmla="*/ 541363 h 1212067"/>
                <a:gd name="connsiteX1144" fmla="*/ 627692 w 1385794"/>
                <a:gd name="connsiteY1144" fmla="*/ 542372 h 1212067"/>
                <a:gd name="connsiteX1145" fmla="*/ 629812 w 1385794"/>
                <a:gd name="connsiteY1145" fmla="*/ 542237 h 1212067"/>
                <a:gd name="connsiteX1146" fmla="*/ 633548 w 1385794"/>
                <a:gd name="connsiteY1146" fmla="*/ 541161 h 1212067"/>
                <a:gd name="connsiteX1147" fmla="*/ 635298 w 1385794"/>
                <a:gd name="connsiteY1147" fmla="*/ 539142 h 1212067"/>
                <a:gd name="connsiteX1148" fmla="*/ 635600 w 1385794"/>
                <a:gd name="connsiteY1148" fmla="*/ 536249 h 1212067"/>
                <a:gd name="connsiteX1149" fmla="*/ 632134 w 1385794"/>
                <a:gd name="connsiteY1149" fmla="*/ 531607 h 1212067"/>
                <a:gd name="connsiteX1150" fmla="*/ 630990 w 1385794"/>
                <a:gd name="connsiteY1150" fmla="*/ 530867 h 1212067"/>
                <a:gd name="connsiteX1151" fmla="*/ 629846 w 1385794"/>
                <a:gd name="connsiteY1151" fmla="*/ 529421 h 1212067"/>
                <a:gd name="connsiteX1152" fmla="*/ 629240 w 1385794"/>
                <a:gd name="connsiteY1152" fmla="*/ 528916 h 1212067"/>
                <a:gd name="connsiteX1153" fmla="*/ 627995 w 1385794"/>
                <a:gd name="connsiteY1153" fmla="*/ 527167 h 1212067"/>
                <a:gd name="connsiteX1154" fmla="*/ 627120 w 1385794"/>
                <a:gd name="connsiteY1154" fmla="*/ 524846 h 1212067"/>
                <a:gd name="connsiteX1155" fmla="*/ 625841 w 1385794"/>
                <a:gd name="connsiteY1155" fmla="*/ 523029 h 1212067"/>
                <a:gd name="connsiteX1156" fmla="*/ 624562 w 1385794"/>
                <a:gd name="connsiteY1156" fmla="*/ 521078 h 1212067"/>
                <a:gd name="connsiteX1157" fmla="*/ 624562 w 1385794"/>
                <a:gd name="connsiteY1157" fmla="*/ 519261 h 1212067"/>
                <a:gd name="connsiteX1158" fmla="*/ 624629 w 1385794"/>
                <a:gd name="connsiteY1158" fmla="*/ 517310 h 1212067"/>
                <a:gd name="connsiteX1159" fmla="*/ 625201 w 1385794"/>
                <a:gd name="connsiteY1159" fmla="*/ 514922 h 1212067"/>
                <a:gd name="connsiteX1160" fmla="*/ 625639 w 1385794"/>
                <a:gd name="connsiteY1160" fmla="*/ 512534 h 1212067"/>
                <a:gd name="connsiteX1161" fmla="*/ 626514 w 1385794"/>
                <a:gd name="connsiteY1161" fmla="*/ 510582 h 1212067"/>
                <a:gd name="connsiteX1162" fmla="*/ 628264 w 1385794"/>
                <a:gd name="connsiteY1162" fmla="*/ 509270 h 1212067"/>
                <a:gd name="connsiteX1163" fmla="*/ 629879 w 1385794"/>
                <a:gd name="connsiteY1163" fmla="*/ 508463 h 1212067"/>
                <a:gd name="connsiteX1164" fmla="*/ 631091 w 1385794"/>
                <a:gd name="connsiteY1164" fmla="*/ 508598 h 1212067"/>
                <a:gd name="connsiteX1165" fmla="*/ 632841 w 1385794"/>
                <a:gd name="connsiteY1165" fmla="*/ 509977 h 1212067"/>
                <a:gd name="connsiteX1166" fmla="*/ 634355 w 1385794"/>
                <a:gd name="connsiteY1166" fmla="*/ 512164 h 1212067"/>
                <a:gd name="connsiteX1167" fmla="*/ 635567 w 1385794"/>
                <a:gd name="connsiteY1167" fmla="*/ 514855 h 1212067"/>
                <a:gd name="connsiteX1168" fmla="*/ 635870 w 1385794"/>
                <a:gd name="connsiteY1168" fmla="*/ 517613 h 1212067"/>
                <a:gd name="connsiteX1169" fmla="*/ 635802 w 1385794"/>
                <a:gd name="connsiteY1169" fmla="*/ 520506 h 1212067"/>
                <a:gd name="connsiteX1170" fmla="*/ 639067 w 1385794"/>
                <a:gd name="connsiteY1170" fmla="*/ 522020 h 1212067"/>
                <a:gd name="connsiteX1171" fmla="*/ 641153 w 1385794"/>
                <a:gd name="connsiteY1171" fmla="*/ 522760 h 1212067"/>
                <a:gd name="connsiteX1172" fmla="*/ 642096 w 1385794"/>
                <a:gd name="connsiteY1172" fmla="*/ 524509 h 1212067"/>
                <a:gd name="connsiteX1173" fmla="*/ 643240 w 1385794"/>
                <a:gd name="connsiteY1173" fmla="*/ 526763 h 1212067"/>
                <a:gd name="connsiteX1174" fmla="*/ 644822 w 1385794"/>
                <a:gd name="connsiteY1174" fmla="*/ 529286 h 1212067"/>
                <a:gd name="connsiteX1175" fmla="*/ 646269 w 1385794"/>
                <a:gd name="connsiteY1175" fmla="*/ 530665 h 1212067"/>
                <a:gd name="connsiteX1176" fmla="*/ 647649 w 1385794"/>
                <a:gd name="connsiteY1176" fmla="*/ 532044 h 1212067"/>
                <a:gd name="connsiteX1177" fmla="*/ 650543 w 1385794"/>
                <a:gd name="connsiteY1177" fmla="*/ 534433 h 1212067"/>
                <a:gd name="connsiteX1178" fmla="*/ 652226 w 1385794"/>
                <a:gd name="connsiteY1178" fmla="*/ 534904 h 1212067"/>
                <a:gd name="connsiteX1179" fmla="*/ 655793 w 1385794"/>
                <a:gd name="connsiteY1179" fmla="*/ 535812 h 1212067"/>
                <a:gd name="connsiteX1180" fmla="*/ 658418 w 1385794"/>
                <a:gd name="connsiteY1180" fmla="*/ 535812 h 1212067"/>
                <a:gd name="connsiteX1181" fmla="*/ 661784 w 1385794"/>
                <a:gd name="connsiteY1181" fmla="*/ 537561 h 1212067"/>
                <a:gd name="connsiteX1182" fmla="*/ 667640 w 1385794"/>
                <a:gd name="connsiteY1182" fmla="*/ 538436 h 1212067"/>
                <a:gd name="connsiteX1183" fmla="*/ 669390 w 1385794"/>
                <a:gd name="connsiteY1183" fmla="*/ 541161 h 1212067"/>
                <a:gd name="connsiteX1184" fmla="*/ 669726 w 1385794"/>
                <a:gd name="connsiteY1184" fmla="*/ 545299 h 1212067"/>
                <a:gd name="connsiteX1185" fmla="*/ 669726 w 1385794"/>
                <a:gd name="connsiteY1185" fmla="*/ 548898 h 1212067"/>
                <a:gd name="connsiteX1186" fmla="*/ 670702 w 1385794"/>
                <a:gd name="connsiteY1186" fmla="*/ 553776 h 1212067"/>
                <a:gd name="connsiteX1187" fmla="*/ 670265 w 1385794"/>
                <a:gd name="connsiteY1187" fmla="*/ 555828 h 1212067"/>
                <a:gd name="connsiteX1188" fmla="*/ 669726 w 1385794"/>
                <a:gd name="connsiteY1188" fmla="*/ 558553 h 1212067"/>
                <a:gd name="connsiteX1189" fmla="*/ 669188 w 1385794"/>
                <a:gd name="connsiteY1189" fmla="*/ 560403 h 1212067"/>
                <a:gd name="connsiteX1190" fmla="*/ 671241 w 1385794"/>
                <a:gd name="connsiteY1190" fmla="*/ 562455 h 1212067"/>
                <a:gd name="connsiteX1191" fmla="*/ 675582 w 1385794"/>
                <a:gd name="connsiteY1191" fmla="*/ 562118 h 1212067"/>
                <a:gd name="connsiteX1192" fmla="*/ 678746 w 1385794"/>
                <a:gd name="connsiteY1192" fmla="*/ 560369 h 1212067"/>
                <a:gd name="connsiteX1193" fmla="*/ 680058 w 1385794"/>
                <a:gd name="connsiteY1193" fmla="*/ 560033 h 1212067"/>
                <a:gd name="connsiteX1194" fmla="*/ 682448 w 1385794"/>
                <a:gd name="connsiteY1194" fmla="*/ 562522 h 1212067"/>
                <a:gd name="connsiteX1195" fmla="*/ 684400 w 1385794"/>
                <a:gd name="connsiteY1195" fmla="*/ 564137 h 1212067"/>
                <a:gd name="connsiteX1196" fmla="*/ 688977 w 1385794"/>
                <a:gd name="connsiteY1196" fmla="*/ 568375 h 1212067"/>
                <a:gd name="connsiteX1197" fmla="*/ 692982 w 1385794"/>
                <a:gd name="connsiteY1197" fmla="*/ 569586 h 1212067"/>
                <a:gd name="connsiteX1198" fmla="*/ 697659 w 1385794"/>
                <a:gd name="connsiteY1198" fmla="*/ 570898 h 1212067"/>
                <a:gd name="connsiteX1199" fmla="*/ 699713 w 1385794"/>
                <a:gd name="connsiteY1199" fmla="*/ 572311 h 1212067"/>
                <a:gd name="connsiteX1200" fmla="*/ 703179 w 1385794"/>
                <a:gd name="connsiteY1200" fmla="*/ 575238 h 1212067"/>
                <a:gd name="connsiteX1201" fmla="*/ 709910 w 1385794"/>
                <a:gd name="connsiteY1201" fmla="*/ 578703 h 1212067"/>
                <a:gd name="connsiteX1202" fmla="*/ 716001 w 1385794"/>
                <a:gd name="connsiteY1202" fmla="*/ 583917 h 1212067"/>
                <a:gd name="connsiteX1203" fmla="*/ 721453 w 1385794"/>
                <a:gd name="connsiteY1203" fmla="*/ 588155 h 1212067"/>
                <a:gd name="connsiteX1204" fmla="*/ 731449 w 1385794"/>
                <a:gd name="connsiteY1204" fmla="*/ 597070 h 1212067"/>
                <a:gd name="connsiteX1205" fmla="*/ 734040 w 1385794"/>
                <a:gd name="connsiteY1205" fmla="*/ 598483 h 1212067"/>
                <a:gd name="connsiteX1206" fmla="*/ 737641 w 1385794"/>
                <a:gd name="connsiteY1206" fmla="*/ 602183 h 1212067"/>
                <a:gd name="connsiteX1207" fmla="*/ 742959 w 1385794"/>
                <a:gd name="connsiteY1207" fmla="*/ 608474 h 1212067"/>
                <a:gd name="connsiteX1208" fmla="*/ 745247 w 1385794"/>
                <a:gd name="connsiteY1208" fmla="*/ 611299 h 1212067"/>
                <a:gd name="connsiteX1209" fmla="*/ 748848 w 1385794"/>
                <a:gd name="connsiteY1209" fmla="*/ 615336 h 1212067"/>
                <a:gd name="connsiteX1210" fmla="*/ 750901 w 1385794"/>
                <a:gd name="connsiteY1210" fmla="*/ 617086 h 1212067"/>
                <a:gd name="connsiteX1211" fmla="*/ 753089 w 1385794"/>
                <a:gd name="connsiteY1211" fmla="*/ 617960 h 1212067"/>
                <a:gd name="connsiteX1212" fmla="*/ 755142 w 1385794"/>
                <a:gd name="connsiteY1212" fmla="*/ 618498 h 1212067"/>
                <a:gd name="connsiteX1213" fmla="*/ 758171 w 1385794"/>
                <a:gd name="connsiteY1213" fmla="*/ 620550 h 1212067"/>
                <a:gd name="connsiteX1214" fmla="*/ 760897 w 1385794"/>
                <a:gd name="connsiteY1214" fmla="*/ 625125 h 1212067"/>
                <a:gd name="connsiteX1215" fmla="*/ 763623 w 1385794"/>
                <a:gd name="connsiteY1215" fmla="*/ 627716 h 1212067"/>
                <a:gd name="connsiteX1216" fmla="*/ 765372 w 1385794"/>
                <a:gd name="connsiteY1216" fmla="*/ 630440 h 1212067"/>
                <a:gd name="connsiteX1217" fmla="*/ 766786 w 1385794"/>
                <a:gd name="connsiteY1217" fmla="*/ 633266 h 1212067"/>
                <a:gd name="connsiteX1218" fmla="*/ 768401 w 1385794"/>
                <a:gd name="connsiteY1218" fmla="*/ 633367 h 1212067"/>
                <a:gd name="connsiteX1219" fmla="*/ 770690 w 1385794"/>
                <a:gd name="connsiteY1219" fmla="*/ 632930 h 1212067"/>
                <a:gd name="connsiteX1220" fmla="*/ 773079 w 1385794"/>
                <a:gd name="connsiteY1220" fmla="*/ 632291 h 1212067"/>
                <a:gd name="connsiteX1221" fmla="*/ 774930 w 1385794"/>
                <a:gd name="connsiteY1221" fmla="*/ 630541 h 1212067"/>
                <a:gd name="connsiteX1222" fmla="*/ 774830 w 1385794"/>
                <a:gd name="connsiteY1222" fmla="*/ 628927 h 1212067"/>
                <a:gd name="connsiteX1223" fmla="*/ 774291 w 1385794"/>
                <a:gd name="connsiteY1223" fmla="*/ 626437 h 1212067"/>
                <a:gd name="connsiteX1224" fmla="*/ 774055 w 1385794"/>
                <a:gd name="connsiteY1224" fmla="*/ 624587 h 1212067"/>
                <a:gd name="connsiteX1225" fmla="*/ 774156 w 1385794"/>
                <a:gd name="connsiteY1225" fmla="*/ 621761 h 1212067"/>
                <a:gd name="connsiteX1226" fmla="*/ 775233 w 1385794"/>
                <a:gd name="connsiteY1226" fmla="*/ 619575 h 1212067"/>
                <a:gd name="connsiteX1227" fmla="*/ 775873 w 1385794"/>
                <a:gd name="connsiteY1227" fmla="*/ 618700 h 1212067"/>
                <a:gd name="connsiteX1228" fmla="*/ 777522 w 1385794"/>
                <a:gd name="connsiteY1228" fmla="*/ 615975 h 1212067"/>
                <a:gd name="connsiteX1229" fmla="*/ 779272 w 1385794"/>
                <a:gd name="connsiteY1229" fmla="*/ 612611 h 1212067"/>
                <a:gd name="connsiteX1230" fmla="*/ 779810 w 1385794"/>
                <a:gd name="connsiteY1230" fmla="*/ 610425 h 1212067"/>
                <a:gd name="connsiteX1231" fmla="*/ 779911 w 1385794"/>
                <a:gd name="connsiteY1231" fmla="*/ 608373 h 1212067"/>
                <a:gd name="connsiteX1232" fmla="*/ 780988 w 1385794"/>
                <a:gd name="connsiteY1232" fmla="*/ 607162 h 1212067"/>
                <a:gd name="connsiteX1233" fmla="*/ 783277 w 1385794"/>
                <a:gd name="connsiteY1233" fmla="*/ 606388 h 1212067"/>
                <a:gd name="connsiteX1234" fmla="*/ 786003 w 1385794"/>
                <a:gd name="connsiteY1234" fmla="*/ 607599 h 1212067"/>
                <a:gd name="connsiteX1235" fmla="*/ 789469 w 1385794"/>
                <a:gd name="connsiteY1235" fmla="*/ 610324 h 1212067"/>
                <a:gd name="connsiteX1236" fmla="*/ 789705 w 1385794"/>
                <a:gd name="connsiteY1236" fmla="*/ 612712 h 1212067"/>
                <a:gd name="connsiteX1237" fmla="*/ 789705 w 1385794"/>
                <a:gd name="connsiteY1237" fmla="*/ 614899 h 1212067"/>
                <a:gd name="connsiteX1238" fmla="*/ 790041 w 1385794"/>
                <a:gd name="connsiteY1238" fmla="*/ 616951 h 1212067"/>
                <a:gd name="connsiteX1239" fmla="*/ 791657 w 1385794"/>
                <a:gd name="connsiteY1239" fmla="*/ 618700 h 1212067"/>
                <a:gd name="connsiteX1240" fmla="*/ 793609 w 1385794"/>
                <a:gd name="connsiteY1240" fmla="*/ 621190 h 1212067"/>
                <a:gd name="connsiteX1241" fmla="*/ 794147 w 1385794"/>
                <a:gd name="connsiteY1241" fmla="*/ 623141 h 1212067"/>
                <a:gd name="connsiteX1242" fmla="*/ 793811 w 1385794"/>
                <a:gd name="connsiteY1242" fmla="*/ 625092 h 1212067"/>
                <a:gd name="connsiteX1243" fmla="*/ 793373 w 1385794"/>
                <a:gd name="connsiteY1243" fmla="*/ 626841 h 1212067"/>
                <a:gd name="connsiteX1244" fmla="*/ 792599 w 1385794"/>
                <a:gd name="connsiteY1244" fmla="*/ 628893 h 1212067"/>
                <a:gd name="connsiteX1245" fmla="*/ 791926 w 1385794"/>
                <a:gd name="connsiteY1245" fmla="*/ 630541 h 1212067"/>
                <a:gd name="connsiteX1246" fmla="*/ 791287 w 1385794"/>
                <a:gd name="connsiteY1246" fmla="*/ 632291 h 1212067"/>
                <a:gd name="connsiteX1247" fmla="*/ 789772 w 1385794"/>
                <a:gd name="connsiteY1247" fmla="*/ 633804 h 1212067"/>
                <a:gd name="connsiteX1248" fmla="*/ 788460 w 1385794"/>
                <a:gd name="connsiteY1248" fmla="*/ 634578 h 1212067"/>
                <a:gd name="connsiteX1249" fmla="*/ 787685 w 1385794"/>
                <a:gd name="connsiteY1249" fmla="*/ 638043 h 1212067"/>
                <a:gd name="connsiteX1250" fmla="*/ 787248 w 1385794"/>
                <a:gd name="connsiteY1250" fmla="*/ 640330 h 1212067"/>
                <a:gd name="connsiteX1251" fmla="*/ 787147 w 1385794"/>
                <a:gd name="connsiteY1251" fmla="*/ 643055 h 1212067"/>
                <a:gd name="connsiteX1252" fmla="*/ 788460 w 1385794"/>
                <a:gd name="connsiteY1252" fmla="*/ 644367 h 1212067"/>
                <a:gd name="connsiteX1253" fmla="*/ 792263 w 1385794"/>
                <a:gd name="connsiteY1253" fmla="*/ 646991 h 1212067"/>
                <a:gd name="connsiteX1254" fmla="*/ 797816 w 1385794"/>
                <a:gd name="connsiteY1254" fmla="*/ 649918 h 1212067"/>
                <a:gd name="connsiteX1255" fmla="*/ 803133 w 1385794"/>
                <a:gd name="connsiteY1255" fmla="*/ 651667 h 1212067"/>
                <a:gd name="connsiteX1256" fmla="*/ 806162 w 1385794"/>
                <a:gd name="connsiteY1256" fmla="*/ 652979 h 1212067"/>
                <a:gd name="connsiteX1257" fmla="*/ 807239 w 1385794"/>
                <a:gd name="connsiteY1257" fmla="*/ 653315 h 1212067"/>
                <a:gd name="connsiteX1258" fmla="*/ 812556 w 1385794"/>
                <a:gd name="connsiteY1258" fmla="*/ 655704 h 1212067"/>
                <a:gd name="connsiteX1259" fmla="*/ 815282 w 1385794"/>
                <a:gd name="connsiteY1259" fmla="*/ 659169 h 1212067"/>
                <a:gd name="connsiteX1260" fmla="*/ 818648 w 1385794"/>
                <a:gd name="connsiteY1260" fmla="*/ 661658 h 1212067"/>
                <a:gd name="connsiteX1261" fmla="*/ 823427 w 1385794"/>
                <a:gd name="connsiteY1261" fmla="*/ 664686 h 1212067"/>
                <a:gd name="connsiteX1262" fmla="*/ 826254 w 1385794"/>
                <a:gd name="connsiteY1262" fmla="*/ 668689 h 1212067"/>
                <a:gd name="connsiteX1263" fmla="*/ 829081 w 1385794"/>
                <a:gd name="connsiteY1263" fmla="*/ 671178 h 1212067"/>
                <a:gd name="connsiteX1264" fmla="*/ 830494 w 1385794"/>
                <a:gd name="connsiteY1264" fmla="*/ 673129 h 1212067"/>
                <a:gd name="connsiteX1265" fmla="*/ 832783 w 1385794"/>
                <a:gd name="connsiteY1265" fmla="*/ 675719 h 1212067"/>
                <a:gd name="connsiteX1266" fmla="*/ 834095 w 1385794"/>
                <a:gd name="connsiteY1266" fmla="*/ 678343 h 1212067"/>
                <a:gd name="connsiteX1267" fmla="*/ 834196 w 1385794"/>
                <a:gd name="connsiteY1267" fmla="*/ 681943 h 1212067"/>
                <a:gd name="connsiteX1268" fmla="*/ 832446 w 1385794"/>
                <a:gd name="connsiteY1268" fmla="*/ 683457 h 1212067"/>
                <a:gd name="connsiteX1269" fmla="*/ 830057 w 1385794"/>
                <a:gd name="connsiteY1269" fmla="*/ 684331 h 1212067"/>
                <a:gd name="connsiteX1270" fmla="*/ 828542 w 1385794"/>
                <a:gd name="connsiteY1270" fmla="*/ 685206 h 1212067"/>
                <a:gd name="connsiteX1271" fmla="*/ 827768 w 1385794"/>
                <a:gd name="connsiteY1271" fmla="*/ 687695 h 1212067"/>
                <a:gd name="connsiteX1272" fmla="*/ 826355 w 1385794"/>
                <a:gd name="connsiteY1272" fmla="*/ 692136 h 1212067"/>
                <a:gd name="connsiteX1273" fmla="*/ 825244 w 1385794"/>
                <a:gd name="connsiteY1273" fmla="*/ 694827 h 1212067"/>
                <a:gd name="connsiteX1274" fmla="*/ 824268 w 1385794"/>
                <a:gd name="connsiteY1274" fmla="*/ 696879 h 1212067"/>
                <a:gd name="connsiteX1275" fmla="*/ 822518 w 1385794"/>
                <a:gd name="connsiteY1275" fmla="*/ 697854 h 1212067"/>
                <a:gd name="connsiteX1276" fmla="*/ 821004 w 1385794"/>
                <a:gd name="connsiteY1276" fmla="*/ 702328 h 1212067"/>
                <a:gd name="connsiteX1277" fmla="*/ 823629 w 1385794"/>
                <a:gd name="connsiteY1277" fmla="*/ 703640 h 1212067"/>
                <a:gd name="connsiteX1278" fmla="*/ 828845 w 1385794"/>
                <a:gd name="connsiteY1278" fmla="*/ 705154 h 1212067"/>
                <a:gd name="connsiteX1279" fmla="*/ 832985 w 1385794"/>
                <a:gd name="connsiteY1279" fmla="*/ 707643 h 1212067"/>
                <a:gd name="connsiteX1280" fmla="*/ 834634 w 1385794"/>
                <a:gd name="connsiteY1280" fmla="*/ 709157 h 1212067"/>
                <a:gd name="connsiteX1281" fmla="*/ 837898 w 1385794"/>
                <a:gd name="connsiteY1281" fmla="*/ 711781 h 1212067"/>
                <a:gd name="connsiteX1282" fmla="*/ 840624 w 1385794"/>
                <a:gd name="connsiteY1282" fmla="*/ 713093 h 1212067"/>
                <a:gd name="connsiteX1283" fmla="*/ 842139 w 1385794"/>
                <a:gd name="connsiteY1283" fmla="*/ 714943 h 1212067"/>
                <a:gd name="connsiteX1284" fmla="*/ 842576 w 1385794"/>
                <a:gd name="connsiteY1284" fmla="*/ 718105 h 1212067"/>
                <a:gd name="connsiteX1285" fmla="*/ 842812 w 1385794"/>
                <a:gd name="connsiteY1285" fmla="*/ 720056 h 1212067"/>
                <a:gd name="connsiteX1286" fmla="*/ 842273 w 1385794"/>
                <a:gd name="connsiteY1286" fmla="*/ 721907 h 1212067"/>
                <a:gd name="connsiteX1287" fmla="*/ 840860 w 1385794"/>
                <a:gd name="connsiteY1287" fmla="*/ 723959 h 1212067"/>
                <a:gd name="connsiteX1288" fmla="*/ 840321 w 1385794"/>
                <a:gd name="connsiteY1288" fmla="*/ 724295 h 1212067"/>
                <a:gd name="connsiteX1289" fmla="*/ 838470 w 1385794"/>
                <a:gd name="connsiteY1289" fmla="*/ 726347 h 1212067"/>
                <a:gd name="connsiteX1290" fmla="*/ 836417 w 1385794"/>
                <a:gd name="connsiteY1290" fmla="*/ 727424 h 1212067"/>
                <a:gd name="connsiteX1291" fmla="*/ 834465 w 1385794"/>
                <a:gd name="connsiteY1291" fmla="*/ 728500 h 1212067"/>
                <a:gd name="connsiteX1292" fmla="*/ 832715 w 1385794"/>
                <a:gd name="connsiteY1292" fmla="*/ 731326 h 1212067"/>
                <a:gd name="connsiteX1293" fmla="*/ 832513 w 1385794"/>
                <a:gd name="connsiteY1293" fmla="*/ 734151 h 1212067"/>
                <a:gd name="connsiteX1294" fmla="*/ 832951 w 1385794"/>
                <a:gd name="connsiteY1294" fmla="*/ 736002 h 1212067"/>
                <a:gd name="connsiteX1295" fmla="*/ 840119 w 1385794"/>
                <a:gd name="connsiteY1295" fmla="*/ 738928 h 1212067"/>
                <a:gd name="connsiteX1296" fmla="*/ 840994 w 1385794"/>
                <a:gd name="connsiteY1296" fmla="*/ 739567 h 1212067"/>
                <a:gd name="connsiteX1297" fmla="*/ 841768 w 1385794"/>
                <a:gd name="connsiteY1297" fmla="*/ 741754 h 1212067"/>
                <a:gd name="connsiteX1298" fmla="*/ 842745 w 1385794"/>
                <a:gd name="connsiteY1298" fmla="*/ 744916 h 1212067"/>
                <a:gd name="connsiteX1299" fmla="*/ 843821 w 1385794"/>
                <a:gd name="connsiteY1299" fmla="*/ 748616 h 1212067"/>
                <a:gd name="connsiteX1300" fmla="*/ 843956 w 1385794"/>
                <a:gd name="connsiteY1300" fmla="*/ 752956 h 1212067"/>
                <a:gd name="connsiteX1301" fmla="*/ 844057 w 1385794"/>
                <a:gd name="connsiteY1301" fmla="*/ 757094 h 1212067"/>
                <a:gd name="connsiteX1302" fmla="*/ 844932 w 1385794"/>
                <a:gd name="connsiteY1302" fmla="*/ 762409 h 1212067"/>
                <a:gd name="connsiteX1303" fmla="*/ 848971 w 1385794"/>
                <a:gd name="connsiteY1303" fmla="*/ 766008 h 1212067"/>
                <a:gd name="connsiteX1304" fmla="*/ 852672 w 1385794"/>
                <a:gd name="connsiteY1304" fmla="*/ 768296 h 1212067"/>
                <a:gd name="connsiteX1305" fmla="*/ 856375 w 1385794"/>
                <a:gd name="connsiteY1305" fmla="*/ 771996 h 1212067"/>
                <a:gd name="connsiteX1306" fmla="*/ 859976 w 1385794"/>
                <a:gd name="connsiteY1306" fmla="*/ 774586 h 1212067"/>
                <a:gd name="connsiteX1307" fmla="*/ 861625 w 1385794"/>
                <a:gd name="connsiteY1307" fmla="*/ 775562 h 1212067"/>
                <a:gd name="connsiteX1308" fmla="*/ 864115 w 1385794"/>
                <a:gd name="connsiteY1308" fmla="*/ 778589 h 1212067"/>
                <a:gd name="connsiteX1309" fmla="*/ 864553 w 1385794"/>
                <a:gd name="connsiteY1309" fmla="*/ 780978 h 1212067"/>
                <a:gd name="connsiteX1310" fmla="*/ 865327 w 1385794"/>
                <a:gd name="connsiteY1310" fmla="*/ 782391 h 1212067"/>
                <a:gd name="connsiteX1311" fmla="*/ 867952 w 1385794"/>
                <a:gd name="connsiteY1311" fmla="*/ 783366 h 1212067"/>
                <a:gd name="connsiteX1312" fmla="*/ 868726 w 1385794"/>
                <a:gd name="connsiteY1312" fmla="*/ 783804 h 1212067"/>
                <a:gd name="connsiteX1313" fmla="*/ 867413 w 1385794"/>
                <a:gd name="connsiteY1313" fmla="*/ 786831 h 1212067"/>
                <a:gd name="connsiteX1314" fmla="*/ 866538 w 1385794"/>
                <a:gd name="connsiteY1314" fmla="*/ 790397 h 1212067"/>
                <a:gd name="connsiteX1315" fmla="*/ 860783 w 1385794"/>
                <a:gd name="connsiteY1315" fmla="*/ 794736 h 1212067"/>
                <a:gd name="connsiteX1316" fmla="*/ 858495 w 1385794"/>
                <a:gd name="connsiteY1316" fmla="*/ 796149 h 1212067"/>
                <a:gd name="connsiteX1317" fmla="*/ 856442 w 1385794"/>
                <a:gd name="connsiteY1317" fmla="*/ 799951 h 1212067"/>
                <a:gd name="connsiteX1318" fmla="*/ 856105 w 1385794"/>
                <a:gd name="connsiteY1318" fmla="*/ 800724 h 1212067"/>
                <a:gd name="connsiteX1319" fmla="*/ 855903 w 1385794"/>
                <a:gd name="connsiteY1319" fmla="*/ 802675 h 1212067"/>
                <a:gd name="connsiteX1320" fmla="*/ 856980 w 1385794"/>
                <a:gd name="connsiteY1320" fmla="*/ 805165 h 1212067"/>
                <a:gd name="connsiteX1321" fmla="*/ 857620 w 1385794"/>
                <a:gd name="connsiteY1321" fmla="*/ 806477 h 1212067"/>
                <a:gd name="connsiteX1322" fmla="*/ 859235 w 1385794"/>
                <a:gd name="connsiteY1322" fmla="*/ 808966 h 1212067"/>
                <a:gd name="connsiteX1323" fmla="*/ 859235 w 1385794"/>
                <a:gd name="connsiteY1323" fmla="*/ 810715 h 1212067"/>
                <a:gd name="connsiteX1324" fmla="*/ 859336 w 1385794"/>
                <a:gd name="connsiteY1324" fmla="*/ 814517 h 1212067"/>
                <a:gd name="connsiteX1325" fmla="*/ 859336 w 1385794"/>
                <a:gd name="connsiteY1325" fmla="*/ 818217 h 1212067"/>
                <a:gd name="connsiteX1326" fmla="*/ 859235 w 1385794"/>
                <a:gd name="connsiteY1326" fmla="*/ 821917 h 1212067"/>
                <a:gd name="connsiteX1327" fmla="*/ 858798 w 1385794"/>
                <a:gd name="connsiteY1327" fmla="*/ 825718 h 1212067"/>
                <a:gd name="connsiteX1328" fmla="*/ 858697 w 1385794"/>
                <a:gd name="connsiteY1328" fmla="*/ 827131 h 1212067"/>
                <a:gd name="connsiteX1329" fmla="*/ 858461 w 1385794"/>
                <a:gd name="connsiteY1329" fmla="*/ 828342 h 1212067"/>
                <a:gd name="connsiteX1330" fmla="*/ 857283 w 1385794"/>
                <a:gd name="connsiteY1330" fmla="*/ 829318 h 1212067"/>
                <a:gd name="connsiteX1331" fmla="*/ 854221 w 1385794"/>
                <a:gd name="connsiteY1331" fmla="*/ 828881 h 1212067"/>
                <a:gd name="connsiteX1332" fmla="*/ 851629 w 1385794"/>
                <a:gd name="connsiteY1332" fmla="*/ 828107 h 1212067"/>
                <a:gd name="connsiteX1333" fmla="*/ 846076 w 1385794"/>
                <a:gd name="connsiteY1333" fmla="*/ 827468 h 1212067"/>
                <a:gd name="connsiteX1334" fmla="*/ 841836 w 1385794"/>
                <a:gd name="connsiteY1334" fmla="*/ 829520 h 1212067"/>
                <a:gd name="connsiteX1335" fmla="*/ 837932 w 1385794"/>
                <a:gd name="connsiteY1335" fmla="*/ 831370 h 1212067"/>
                <a:gd name="connsiteX1336" fmla="*/ 836619 w 1385794"/>
                <a:gd name="connsiteY1336" fmla="*/ 831706 h 1212067"/>
                <a:gd name="connsiteX1337" fmla="*/ 833691 w 1385794"/>
                <a:gd name="connsiteY1337" fmla="*/ 832682 h 1212067"/>
                <a:gd name="connsiteX1338" fmla="*/ 834566 w 1385794"/>
                <a:gd name="connsiteY1338" fmla="*/ 835609 h 1212067"/>
                <a:gd name="connsiteX1339" fmla="*/ 835105 w 1385794"/>
                <a:gd name="connsiteY1339" fmla="*/ 838098 h 1212067"/>
                <a:gd name="connsiteX1340" fmla="*/ 835441 w 1385794"/>
                <a:gd name="connsiteY1340" fmla="*/ 839948 h 1212067"/>
                <a:gd name="connsiteX1341" fmla="*/ 835643 w 1385794"/>
                <a:gd name="connsiteY1341" fmla="*/ 844187 h 1212067"/>
                <a:gd name="connsiteX1342" fmla="*/ 836417 w 1385794"/>
                <a:gd name="connsiteY1342" fmla="*/ 847988 h 1212067"/>
                <a:gd name="connsiteX1343" fmla="*/ 837292 w 1385794"/>
                <a:gd name="connsiteY1343" fmla="*/ 851049 h 1212067"/>
                <a:gd name="connsiteX1344" fmla="*/ 838066 w 1385794"/>
                <a:gd name="connsiteY1344" fmla="*/ 855490 h 1212067"/>
                <a:gd name="connsiteX1345" fmla="*/ 837965 w 1385794"/>
                <a:gd name="connsiteY1345" fmla="*/ 857777 h 1212067"/>
                <a:gd name="connsiteX1346" fmla="*/ 837763 w 1385794"/>
                <a:gd name="connsiteY1346" fmla="*/ 862117 h 1212067"/>
                <a:gd name="connsiteX1347" fmla="*/ 836451 w 1385794"/>
                <a:gd name="connsiteY1347" fmla="*/ 864942 h 1212067"/>
                <a:gd name="connsiteX1348" fmla="*/ 833860 w 1385794"/>
                <a:gd name="connsiteY1348" fmla="*/ 866591 h 1212067"/>
                <a:gd name="connsiteX1349" fmla="*/ 829081 w 1385794"/>
                <a:gd name="connsiteY1349" fmla="*/ 867028 h 1212067"/>
                <a:gd name="connsiteX1350" fmla="*/ 825816 w 1385794"/>
                <a:gd name="connsiteY1350" fmla="*/ 864539 h 1212067"/>
                <a:gd name="connsiteX1351" fmla="*/ 821138 w 1385794"/>
                <a:gd name="connsiteY1351" fmla="*/ 862352 h 1212067"/>
                <a:gd name="connsiteX1352" fmla="*/ 816460 w 1385794"/>
                <a:gd name="connsiteY1352" fmla="*/ 863765 h 1212067"/>
                <a:gd name="connsiteX1353" fmla="*/ 814845 w 1385794"/>
                <a:gd name="connsiteY1353" fmla="*/ 867903 h 1212067"/>
                <a:gd name="connsiteX1354" fmla="*/ 810941 w 1385794"/>
                <a:gd name="connsiteY1354" fmla="*/ 870829 h 1212067"/>
                <a:gd name="connsiteX1355" fmla="*/ 807676 w 1385794"/>
                <a:gd name="connsiteY1355" fmla="*/ 873655 h 1212067"/>
                <a:gd name="connsiteX1356" fmla="*/ 805388 w 1385794"/>
                <a:gd name="connsiteY1356" fmla="*/ 875068 h 1212067"/>
                <a:gd name="connsiteX1357" fmla="*/ 803200 w 1385794"/>
                <a:gd name="connsiteY1357" fmla="*/ 873117 h 1212067"/>
                <a:gd name="connsiteX1358" fmla="*/ 799296 w 1385794"/>
                <a:gd name="connsiteY1358" fmla="*/ 872780 h 1212067"/>
                <a:gd name="connsiteX1359" fmla="*/ 796469 w 1385794"/>
                <a:gd name="connsiteY1359" fmla="*/ 873991 h 1212067"/>
                <a:gd name="connsiteX1360" fmla="*/ 795392 w 1385794"/>
                <a:gd name="connsiteY1360" fmla="*/ 875505 h 1212067"/>
                <a:gd name="connsiteX1361" fmla="*/ 794248 w 1385794"/>
                <a:gd name="connsiteY1361" fmla="*/ 878095 h 1212067"/>
                <a:gd name="connsiteX1362" fmla="*/ 793306 w 1385794"/>
                <a:gd name="connsiteY1362" fmla="*/ 881695 h 1212067"/>
                <a:gd name="connsiteX1363" fmla="*/ 793306 w 1385794"/>
                <a:gd name="connsiteY1363" fmla="*/ 884319 h 1212067"/>
                <a:gd name="connsiteX1364" fmla="*/ 793844 w 1385794"/>
                <a:gd name="connsiteY1364" fmla="*/ 887044 h 1212067"/>
                <a:gd name="connsiteX1365" fmla="*/ 794484 w 1385794"/>
                <a:gd name="connsiteY1365" fmla="*/ 889533 h 1212067"/>
                <a:gd name="connsiteX1366" fmla="*/ 797210 w 1385794"/>
                <a:gd name="connsiteY1366" fmla="*/ 891719 h 1212067"/>
                <a:gd name="connsiteX1367" fmla="*/ 801551 w 1385794"/>
                <a:gd name="connsiteY1367" fmla="*/ 892931 h 1212067"/>
                <a:gd name="connsiteX1368" fmla="*/ 803941 w 1385794"/>
                <a:gd name="connsiteY1368" fmla="*/ 896093 h 1212067"/>
                <a:gd name="connsiteX1369" fmla="*/ 804479 w 1385794"/>
                <a:gd name="connsiteY1369" fmla="*/ 898145 h 1212067"/>
                <a:gd name="connsiteX1370" fmla="*/ 804580 w 1385794"/>
                <a:gd name="connsiteY1370" fmla="*/ 899457 h 1212067"/>
                <a:gd name="connsiteX1371" fmla="*/ 803402 w 1385794"/>
                <a:gd name="connsiteY1371" fmla="*/ 902921 h 1212067"/>
                <a:gd name="connsiteX1372" fmla="*/ 801349 w 1385794"/>
                <a:gd name="connsiteY1372" fmla="*/ 905747 h 1212067"/>
                <a:gd name="connsiteX1373" fmla="*/ 797647 w 1385794"/>
                <a:gd name="connsiteY1373" fmla="*/ 908472 h 1212067"/>
                <a:gd name="connsiteX1374" fmla="*/ 795359 w 1385794"/>
                <a:gd name="connsiteY1374" fmla="*/ 909885 h 1212067"/>
                <a:gd name="connsiteX1375" fmla="*/ 793272 w 1385794"/>
                <a:gd name="connsiteY1375" fmla="*/ 912475 h 1212067"/>
                <a:gd name="connsiteX1376" fmla="*/ 791758 w 1385794"/>
                <a:gd name="connsiteY1376" fmla="*/ 914863 h 1212067"/>
                <a:gd name="connsiteX1377" fmla="*/ 788493 w 1385794"/>
                <a:gd name="connsiteY1377" fmla="*/ 916478 h 1212067"/>
                <a:gd name="connsiteX1378" fmla="*/ 785666 w 1385794"/>
                <a:gd name="connsiteY1378" fmla="*/ 917790 h 1212067"/>
                <a:gd name="connsiteX1379" fmla="*/ 781964 w 1385794"/>
                <a:gd name="connsiteY1379" fmla="*/ 918665 h 1212067"/>
                <a:gd name="connsiteX1380" fmla="*/ 779676 w 1385794"/>
                <a:gd name="connsiteY1380" fmla="*/ 919539 h 1212067"/>
                <a:gd name="connsiteX1381" fmla="*/ 775873 w 1385794"/>
                <a:gd name="connsiteY1381" fmla="*/ 921726 h 1212067"/>
                <a:gd name="connsiteX1382" fmla="*/ 771969 w 1385794"/>
                <a:gd name="connsiteY1382" fmla="*/ 922601 h 1212067"/>
                <a:gd name="connsiteX1383" fmla="*/ 769142 w 1385794"/>
                <a:gd name="connsiteY1383" fmla="*/ 924114 h 1212067"/>
                <a:gd name="connsiteX1384" fmla="*/ 764363 w 1385794"/>
                <a:gd name="connsiteY1384" fmla="*/ 925965 h 1212067"/>
                <a:gd name="connsiteX1385" fmla="*/ 761772 w 1385794"/>
                <a:gd name="connsiteY1385" fmla="*/ 927579 h 1212067"/>
                <a:gd name="connsiteX1386" fmla="*/ 759820 w 1385794"/>
                <a:gd name="connsiteY1386" fmla="*/ 929531 h 1212067"/>
                <a:gd name="connsiteX1387" fmla="*/ 758069 w 1385794"/>
                <a:gd name="connsiteY1387" fmla="*/ 931717 h 1212067"/>
                <a:gd name="connsiteX1388" fmla="*/ 757632 w 1385794"/>
                <a:gd name="connsiteY1388" fmla="*/ 934980 h 1212067"/>
                <a:gd name="connsiteX1389" fmla="*/ 757868 w 1385794"/>
                <a:gd name="connsiteY1389" fmla="*/ 937469 h 1212067"/>
                <a:gd name="connsiteX1390" fmla="*/ 758507 w 1385794"/>
                <a:gd name="connsiteY1390" fmla="*/ 940632 h 1212067"/>
                <a:gd name="connsiteX1391" fmla="*/ 758507 w 1385794"/>
                <a:gd name="connsiteY1391" fmla="*/ 943424 h 1212067"/>
                <a:gd name="connsiteX1392" fmla="*/ 758305 w 1385794"/>
                <a:gd name="connsiteY1392" fmla="*/ 945173 h 1212067"/>
                <a:gd name="connsiteX1393" fmla="*/ 758406 w 1385794"/>
                <a:gd name="connsiteY1393" fmla="*/ 946922 h 1212067"/>
                <a:gd name="connsiteX1394" fmla="*/ 758137 w 1385794"/>
                <a:gd name="connsiteY1394" fmla="*/ 948840 h 1212067"/>
                <a:gd name="connsiteX1395" fmla="*/ 757497 w 1385794"/>
                <a:gd name="connsiteY1395" fmla="*/ 949210 h 1212067"/>
                <a:gd name="connsiteX1396" fmla="*/ 756252 w 1385794"/>
                <a:gd name="connsiteY1396" fmla="*/ 950017 h 1212067"/>
                <a:gd name="connsiteX1397" fmla="*/ 754502 w 1385794"/>
                <a:gd name="connsiteY1397" fmla="*/ 950017 h 1212067"/>
                <a:gd name="connsiteX1398" fmla="*/ 752550 w 1385794"/>
                <a:gd name="connsiteY1398" fmla="*/ 949512 h 1212067"/>
                <a:gd name="connsiteX1399" fmla="*/ 750766 w 1385794"/>
                <a:gd name="connsiteY1399" fmla="*/ 948099 h 1212067"/>
                <a:gd name="connsiteX1400" fmla="*/ 748882 w 1385794"/>
                <a:gd name="connsiteY1400" fmla="*/ 945980 h 1212067"/>
                <a:gd name="connsiteX1401" fmla="*/ 746425 w 1385794"/>
                <a:gd name="connsiteY1401" fmla="*/ 946417 h 1212067"/>
                <a:gd name="connsiteX1402" fmla="*/ 743867 w 1385794"/>
                <a:gd name="connsiteY1402" fmla="*/ 947662 h 1212067"/>
                <a:gd name="connsiteX1403" fmla="*/ 741478 w 1385794"/>
                <a:gd name="connsiteY1403" fmla="*/ 948739 h 1212067"/>
                <a:gd name="connsiteX1404" fmla="*/ 739189 w 1385794"/>
                <a:gd name="connsiteY1404" fmla="*/ 949546 h 1212067"/>
                <a:gd name="connsiteX1405" fmla="*/ 737136 w 1385794"/>
                <a:gd name="connsiteY1405" fmla="*/ 950723 h 1212067"/>
                <a:gd name="connsiteX1406" fmla="*/ 735521 w 1385794"/>
                <a:gd name="connsiteY1406" fmla="*/ 953011 h 1212067"/>
                <a:gd name="connsiteX1407" fmla="*/ 734444 w 1385794"/>
                <a:gd name="connsiteY1407" fmla="*/ 955904 h 1212067"/>
                <a:gd name="connsiteX1408" fmla="*/ 734107 w 1385794"/>
                <a:gd name="connsiteY1408" fmla="*/ 957922 h 1212067"/>
                <a:gd name="connsiteX1409" fmla="*/ 734208 w 1385794"/>
                <a:gd name="connsiteY1409" fmla="*/ 959604 h 1212067"/>
                <a:gd name="connsiteX1410" fmla="*/ 735958 w 1385794"/>
                <a:gd name="connsiteY1410" fmla="*/ 963742 h 1212067"/>
                <a:gd name="connsiteX1411" fmla="*/ 737742 w 1385794"/>
                <a:gd name="connsiteY1411" fmla="*/ 965626 h 1212067"/>
                <a:gd name="connsiteX1412" fmla="*/ 742050 w 1385794"/>
                <a:gd name="connsiteY1412" fmla="*/ 966433 h 1212067"/>
                <a:gd name="connsiteX1413" fmla="*/ 744540 w 1385794"/>
                <a:gd name="connsiteY1413" fmla="*/ 964112 h 1212067"/>
                <a:gd name="connsiteX1414" fmla="*/ 746492 w 1385794"/>
                <a:gd name="connsiteY1414" fmla="*/ 961656 h 1212067"/>
                <a:gd name="connsiteX1415" fmla="*/ 748545 w 1385794"/>
                <a:gd name="connsiteY1415" fmla="*/ 959873 h 1212067"/>
                <a:gd name="connsiteX1416" fmla="*/ 751978 w 1385794"/>
                <a:gd name="connsiteY1416" fmla="*/ 958797 h 1212067"/>
                <a:gd name="connsiteX1417" fmla="*/ 755411 w 1385794"/>
                <a:gd name="connsiteY1417" fmla="*/ 959840 h 1212067"/>
                <a:gd name="connsiteX1418" fmla="*/ 756656 w 1385794"/>
                <a:gd name="connsiteY1418" fmla="*/ 961690 h 1212067"/>
                <a:gd name="connsiteX1419" fmla="*/ 756925 w 1385794"/>
                <a:gd name="connsiteY1419" fmla="*/ 963607 h 1212067"/>
                <a:gd name="connsiteX1420" fmla="*/ 756017 w 1385794"/>
                <a:gd name="connsiteY1420" fmla="*/ 966635 h 1212067"/>
                <a:gd name="connsiteX1421" fmla="*/ 755074 w 1385794"/>
                <a:gd name="connsiteY1421" fmla="*/ 968855 h 1212067"/>
                <a:gd name="connsiteX1422" fmla="*/ 755074 w 1385794"/>
                <a:gd name="connsiteY1422" fmla="*/ 969494 h 1212067"/>
                <a:gd name="connsiteX1423" fmla="*/ 757295 w 1385794"/>
                <a:gd name="connsiteY1423" fmla="*/ 972253 h 1212067"/>
                <a:gd name="connsiteX1424" fmla="*/ 760122 w 1385794"/>
                <a:gd name="connsiteY1424" fmla="*/ 974036 h 1212067"/>
                <a:gd name="connsiteX1425" fmla="*/ 764026 w 1385794"/>
                <a:gd name="connsiteY1425" fmla="*/ 975650 h 1212067"/>
                <a:gd name="connsiteX1426" fmla="*/ 768469 w 1385794"/>
                <a:gd name="connsiteY1426" fmla="*/ 976727 h 1212067"/>
                <a:gd name="connsiteX1427" fmla="*/ 770690 w 1385794"/>
                <a:gd name="connsiteY1427" fmla="*/ 976525 h 1212067"/>
                <a:gd name="connsiteX1428" fmla="*/ 775099 w 1385794"/>
                <a:gd name="connsiteY1428" fmla="*/ 978577 h 1212067"/>
                <a:gd name="connsiteX1429" fmla="*/ 776950 w 1385794"/>
                <a:gd name="connsiteY1429" fmla="*/ 980595 h 1212067"/>
                <a:gd name="connsiteX1430" fmla="*/ 777017 w 1385794"/>
                <a:gd name="connsiteY1430" fmla="*/ 981907 h 1212067"/>
                <a:gd name="connsiteX1431" fmla="*/ 777825 w 1385794"/>
                <a:gd name="connsiteY1431" fmla="*/ 987021 h 1212067"/>
                <a:gd name="connsiteX1432" fmla="*/ 777724 w 1385794"/>
                <a:gd name="connsiteY1432" fmla="*/ 988433 h 1212067"/>
                <a:gd name="connsiteX1433" fmla="*/ 778060 w 1385794"/>
                <a:gd name="connsiteY1433" fmla="*/ 991595 h 1212067"/>
                <a:gd name="connsiteX1434" fmla="*/ 778397 w 1385794"/>
                <a:gd name="connsiteY1434" fmla="*/ 993547 h 1212067"/>
                <a:gd name="connsiteX1435" fmla="*/ 781224 w 1385794"/>
                <a:gd name="connsiteY1435" fmla="*/ 995229 h 1212067"/>
                <a:gd name="connsiteX1436" fmla="*/ 781830 w 1385794"/>
                <a:gd name="connsiteY1436" fmla="*/ 996810 h 1212067"/>
                <a:gd name="connsiteX1437" fmla="*/ 780786 w 1385794"/>
                <a:gd name="connsiteY1437" fmla="*/ 997853 h 1212067"/>
                <a:gd name="connsiteX1438" fmla="*/ 778296 w 1385794"/>
                <a:gd name="connsiteY1438" fmla="*/ 999030 h 1212067"/>
                <a:gd name="connsiteX1439" fmla="*/ 775267 w 1385794"/>
                <a:gd name="connsiteY1439" fmla="*/ 999736 h 1212067"/>
                <a:gd name="connsiteX1440" fmla="*/ 771901 w 1385794"/>
                <a:gd name="connsiteY1440" fmla="*/ 1000174 h 1212067"/>
                <a:gd name="connsiteX1441" fmla="*/ 771127 w 1385794"/>
                <a:gd name="connsiteY1441" fmla="*/ 1001856 h 1212067"/>
                <a:gd name="connsiteX1442" fmla="*/ 770757 w 1385794"/>
                <a:gd name="connsiteY1442" fmla="*/ 1002932 h 1212067"/>
                <a:gd name="connsiteX1443" fmla="*/ 767291 w 1385794"/>
                <a:gd name="connsiteY1443" fmla="*/ 1003740 h 1212067"/>
                <a:gd name="connsiteX1444" fmla="*/ 765608 w 1385794"/>
                <a:gd name="connsiteY1444" fmla="*/ 1004110 h 1212067"/>
                <a:gd name="connsiteX1445" fmla="*/ 762781 w 1385794"/>
                <a:gd name="connsiteY1445" fmla="*/ 1006834 h 1212067"/>
                <a:gd name="connsiteX1446" fmla="*/ 761435 w 1385794"/>
                <a:gd name="connsiteY1446" fmla="*/ 1008886 h 1212067"/>
                <a:gd name="connsiteX1447" fmla="*/ 761098 w 1385794"/>
                <a:gd name="connsiteY1447" fmla="*/ 1011207 h 1212067"/>
                <a:gd name="connsiteX1448" fmla="*/ 760661 w 1385794"/>
                <a:gd name="connsiteY1448" fmla="*/ 1013159 h 1212067"/>
                <a:gd name="connsiteX1449" fmla="*/ 759180 w 1385794"/>
                <a:gd name="connsiteY1449" fmla="*/ 1015446 h 1212067"/>
                <a:gd name="connsiteX1450" fmla="*/ 758238 w 1385794"/>
                <a:gd name="connsiteY1450" fmla="*/ 1016422 h 1212067"/>
                <a:gd name="connsiteX1451" fmla="*/ 758069 w 1385794"/>
                <a:gd name="connsiteY1451" fmla="*/ 1019887 h 1212067"/>
                <a:gd name="connsiteX1452" fmla="*/ 756757 w 1385794"/>
                <a:gd name="connsiteY1452" fmla="*/ 1021669 h 1212067"/>
                <a:gd name="connsiteX1453" fmla="*/ 753728 w 1385794"/>
                <a:gd name="connsiteY1453" fmla="*/ 1020526 h 1212067"/>
                <a:gd name="connsiteX1454" fmla="*/ 752214 w 1385794"/>
                <a:gd name="connsiteY1454" fmla="*/ 1017868 h 1212067"/>
                <a:gd name="connsiteX1455" fmla="*/ 750295 w 1385794"/>
                <a:gd name="connsiteY1455" fmla="*/ 1016354 h 1212067"/>
                <a:gd name="connsiteX1456" fmla="*/ 748411 w 1385794"/>
                <a:gd name="connsiteY1456" fmla="*/ 1017296 h 1212067"/>
                <a:gd name="connsiteX1457" fmla="*/ 747401 w 1385794"/>
                <a:gd name="connsiteY1457" fmla="*/ 1018373 h 1212067"/>
                <a:gd name="connsiteX1458" fmla="*/ 746661 w 1385794"/>
                <a:gd name="connsiteY1458" fmla="*/ 1019819 h 1212067"/>
                <a:gd name="connsiteX1459" fmla="*/ 746156 w 1385794"/>
                <a:gd name="connsiteY1459" fmla="*/ 1020963 h 1212067"/>
                <a:gd name="connsiteX1460" fmla="*/ 745786 w 1385794"/>
                <a:gd name="connsiteY1460" fmla="*/ 1022208 h 1212067"/>
                <a:gd name="connsiteX1461" fmla="*/ 745483 w 1385794"/>
                <a:gd name="connsiteY1461" fmla="*/ 1023721 h 1212067"/>
                <a:gd name="connsiteX1462" fmla="*/ 744540 w 1385794"/>
                <a:gd name="connsiteY1462" fmla="*/ 1024966 h 1212067"/>
                <a:gd name="connsiteX1463" fmla="*/ 742353 w 1385794"/>
                <a:gd name="connsiteY1463" fmla="*/ 1025773 h 1212067"/>
                <a:gd name="connsiteX1464" fmla="*/ 741410 w 1385794"/>
                <a:gd name="connsiteY1464" fmla="*/ 1026345 h 1212067"/>
                <a:gd name="connsiteX1465" fmla="*/ 739593 w 1385794"/>
                <a:gd name="connsiteY1465" fmla="*/ 1026715 h 1212067"/>
                <a:gd name="connsiteX1466" fmla="*/ 737910 w 1385794"/>
                <a:gd name="connsiteY1466" fmla="*/ 1026715 h 1212067"/>
                <a:gd name="connsiteX1467" fmla="*/ 735218 w 1385794"/>
                <a:gd name="connsiteY1467" fmla="*/ 1026278 h 1212067"/>
                <a:gd name="connsiteX1468" fmla="*/ 734141 w 1385794"/>
                <a:gd name="connsiteY1468" fmla="*/ 1024966 h 1212067"/>
                <a:gd name="connsiteX1469" fmla="*/ 731752 w 1385794"/>
                <a:gd name="connsiteY1469" fmla="*/ 1022510 h 1212067"/>
                <a:gd name="connsiteX1470" fmla="*/ 729732 w 1385794"/>
                <a:gd name="connsiteY1470" fmla="*/ 1021064 h 1212067"/>
                <a:gd name="connsiteX1471" fmla="*/ 726703 w 1385794"/>
                <a:gd name="connsiteY1471" fmla="*/ 1018743 h 1212067"/>
                <a:gd name="connsiteX1472" fmla="*/ 723136 w 1385794"/>
                <a:gd name="connsiteY1472" fmla="*/ 1016994 h 1212067"/>
                <a:gd name="connsiteX1473" fmla="*/ 721756 w 1385794"/>
                <a:gd name="connsiteY1473" fmla="*/ 1013529 h 1212067"/>
                <a:gd name="connsiteX1474" fmla="*/ 721049 w 1385794"/>
                <a:gd name="connsiteY1474" fmla="*/ 1012082 h 1212067"/>
                <a:gd name="connsiteX1475" fmla="*/ 717650 w 1385794"/>
                <a:gd name="connsiteY1475" fmla="*/ 1010501 h 1212067"/>
                <a:gd name="connsiteX1476" fmla="*/ 714689 w 1385794"/>
                <a:gd name="connsiteY1476" fmla="*/ 1009425 h 1212067"/>
                <a:gd name="connsiteX1477" fmla="*/ 712501 w 1385794"/>
                <a:gd name="connsiteY1477" fmla="*/ 1008684 h 1212067"/>
                <a:gd name="connsiteX1478" fmla="*/ 708294 w 1385794"/>
                <a:gd name="connsiteY1478" fmla="*/ 1006935 h 1212067"/>
                <a:gd name="connsiteX1479" fmla="*/ 705400 w 1385794"/>
                <a:gd name="connsiteY1479" fmla="*/ 1005859 h 1212067"/>
                <a:gd name="connsiteX1480" fmla="*/ 702943 w 1385794"/>
                <a:gd name="connsiteY1480" fmla="*/ 1004042 h 1212067"/>
                <a:gd name="connsiteX1481" fmla="*/ 698804 w 1385794"/>
                <a:gd name="connsiteY1481" fmla="*/ 1001587 h 1212067"/>
                <a:gd name="connsiteX1482" fmla="*/ 694530 w 1385794"/>
                <a:gd name="connsiteY1482" fmla="*/ 999400 h 1212067"/>
                <a:gd name="connsiteX1483" fmla="*/ 691198 w 1385794"/>
                <a:gd name="connsiteY1483" fmla="*/ 996574 h 1212067"/>
                <a:gd name="connsiteX1484" fmla="*/ 687563 w 1385794"/>
                <a:gd name="connsiteY1484" fmla="*/ 994186 h 1212067"/>
                <a:gd name="connsiteX1485" fmla="*/ 684433 w 1385794"/>
                <a:gd name="connsiteY1485" fmla="*/ 991797 h 1212067"/>
                <a:gd name="connsiteX1486" fmla="*/ 682111 w 1385794"/>
                <a:gd name="connsiteY1486" fmla="*/ 989913 h 1212067"/>
                <a:gd name="connsiteX1487" fmla="*/ 678712 w 1385794"/>
                <a:gd name="connsiteY1487" fmla="*/ 989476 h 1212067"/>
                <a:gd name="connsiteX1488" fmla="*/ 676524 w 1385794"/>
                <a:gd name="connsiteY1488" fmla="*/ 988602 h 1212067"/>
                <a:gd name="connsiteX1489" fmla="*/ 674337 w 1385794"/>
                <a:gd name="connsiteY1489" fmla="*/ 988232 h 1212067"/>
                <a:gd name="connsiteX1490" fmla="*/ 671577 w 1385794"/>
                <a:gd name="connsiteY1490" fmla="*/ 987794 h 1212067"/>
                <a:gd name="connsiteX1491" fmla="*/ 669322 w 1385794"/>
                <a:gd name="connsiteY1491" fmla="*/ 986920 h 1212067"/>
                <a:gd name="connsiteX1492" fmla="*/ 667741 w 1385794"/>
                <a:gd name="connsiteY1492" fmla="*/ 985473 h 1212067"/>
                <a:gd name="connsiteX1493" fmla="*/ 665351 w 1385794"/>
                <a:gd name="connsiteY1493" fmla="*/ 984464 h 1212067"/>
                <a:gd name="connsiteX1494" fmla="*/ 663096 w 1385794"/>
                <a:gd name="connsiteY1494" fmla="*/ 984161 h 1212067"/>
                <a:gd name="connsiteX1495" fmla="*/ 658755 w 1385794"/>
                <a:gd name="connsiteY1495" fmla="*/ 983892 h 1212067"/>
                <a:gd name="connsiteX1496" fmla="*/ 655793 w 1385794"/>
                <a:gd name="connsiteY1496" fmla="*/ 984397 h 1212067"/>
                <a:gd name="connsiteX1497" fmla="*/ 650644 w 1385794"/>
                <a:gd name="connsiteY1497" fmla="*/ 984599 h 1212067"/>
                <a:gd name="connsiteX1498" fmla="*/ 648961 w 1385794"/>
                <a:gd name="connsiteY1498" fmla="*/ 985238 h 1212067"/>
                <a:gd name="connsiteX1499" fmla="*/ 647649 w 1385794"/>
                <a:gd name="connsiteY1499" fmla="*/ 987256 h 1212067"/>
                <a:gd name="connsiteX1500" fmla="*/ 647514 w 1385794"/>
                <a:gd name="connsiteY1500" fmla="*/ 990654 h 1212067"/>
                <a:gd name="connsiteX1501" fmla="*/ 648221 w 1385794"/>
                <a:gd name="connsiteY1501" fmla="*/ 995060 h 1212067"/>
                <a:gd name="connsiteX1502" fmla="*/ 648423 w 1385794"/>
                <a:gd name="connsiteY1502" fmla="*/ 998391 h 1212067"/>
                <a:gd name="connsiteX1503" fmla="*/ 649433 w 1385794"/>
                <a:gd name="connsiteY1503" fmla="*/ 1004412 h 1212067"/>
                <a:gd name="connsiteX1504" fmla="*/ 649062 w 1385794"/>
                <a:gd name="connsiteY1504" fmla="*/ 1013764 h 1212067"/>
                <a:gd name="connsiteX1505" fmla="*/ 649567 w 1385794"/>
                <a:gd name="connsiteY1505" fmla="*/ 1016792 h 1212067"/>
                <a:gd name="connsiteX1506" fmla="*/ 653908 w 1385794"/>
                <a:gd name="connsiteY1506" fmla="*/ 1025908 h 1212067"/>
                <a:gd name="connsiteX1507" fmla="*/ 657308 w 1385794"/>
                <a:gd name="connsiteY1507" fmla="*/ 1032199 h 1212067"/>
                <a:gd name="connsiteX1508" fmla="*/ 666428 w 1385794"/>
                <a:gd name="connsiteY1508" fmla="*/ 1041752 h 1212067"/>
                <a:gd name="connsiteX1509" fmla="*/ 670837 w 1385794"/>
                <a:gd name="connsiteY1509" fmla="*/ 1046327 h 1212067"/>
                <a:gd name="connsiteX1510" fmla="*/ 676693 w 1385794"/>
                <a:gd name="connsiteY1510" fmla="*/ 1052046 h 1212067"/>
                <a:gd name="connsiteX1511" fmla="*/ 678140 w 1385794"/>
                <a:gd name="connsiteY1511" fmla="*/ 1053425 h 1212067"/>
                <a:gd name="connsiteX1512" fmla="*/ 678241 w 1385794"/>
                <a:gd name="connsiteY1512" fmla="*/ 1055914 h 1212067"/>
                <a:gd name="connsiteX1513" fmla="*/ 677601 w 1385794"/>
                <a:gd name="connsiteY1513" fmla="*/ 1058303 h 1212067"/>
                <a:gd name="connsiteX1514" fmla="*/ 676188 w 1385794"/>
                <a:gd name="connsiteY1514" fmla="*/ 1061028 h 1212067"/>
                <a:gd name="connsiteX1515" fmla="*/ 675212 w 1385794"/>
                <a:gd name="connsiteY1515" fmla="*/ 1062979 h 1212067"/>
                <a:gd name="connsiteX1516" fmla="*/ 674236 w 1385794"/>
                <a:gd name="connsiteY1516" fmla="*/ 1065468 h 1212067"/>
                <a:gd name="connsiteX1517" fmla="*/ 672789 w 1385794"/>
                <a:gd name="connsiteY1517" fmla="*/ 1066881 h 1212067"/>
                <a:gd name="connsiteX1518" fmla="*/ 673092 w 1385794"/>
                <a:gd name="connsiteY1518" fmla="*/ 1068563 h 1212067"/>
                <a:gd name="connsiteX1519" fmla="*/ 674472 w 1385794"/>
                <a:gd name="connsiteY1519" fmla="*/ 1070144 h 1212067"/>
                <a:gd name="connsiteX1520" fmla="*/ 676794 w 1385794"/>
                <a:gd name="connsiteY1520" fmla="*/ 1070144 h 1212067"/>
                <a:gd name="connsiteX1521" fmla="*/ 680933 w 1385794"/>
                <a:gd name="connsiteY1521" fmla="*/ 1070514 h 1212067"/>
                <a:gd name="connsiteX1522" fmla="*/ 685510 w 1385794"/>
                <a:gd name="connsiteY1522" fmla="*/ 1069202 h 1212067"/>
                <a:gd name="connsiteX1523" fmla="*/ 687698 w 1385794"/>
                <a:gd name="connsiteY1523" fmla="*/ 1067722 h 1212067"/>
                <a:gd name="connsiteX1524" fmla="*/ 689381 w 1385794"/>
                <a:gd name="connsiteY1524" fmla="*/ 1067554 h 1212067"/>
                <a:gd name="connsiteX1525" fmla="*/ 693217 w 1385794"/>
                <a:gd name="connsiteY1525" fmla="*/ 1067554 h 1212067"/>
                <a:gd name="connsiteX1526" fmla="*/ 693722 w 1385794"/>
                <a:gd name="connsiteY1526" fmla="*/ 1067756 h 1212067"/>
                <a:gd name="connsiteX1527" fmla="*/ 694799 w 1385794"/>
                <a:gd name="connsiteY1527" fmla="*/ 1068900 h 1212067"/>
                <a:gd name="connsiteX1528" fmla="*/ 696818 w 1385794"/>
                <a:gd name="connsiteY1528" fmla="*/ 1068832 h 1212067"/>
                <a:gd name="connsiteX1529" fmla="*/ 699578 w 1385794"/>
                <a:gd name="connsiteY1529" fmla="*/ 1068462 h 1212067"/>
                <a:gd name="connsiteX1530" fmla="*/ 703650 w 1385794"/>
                <a:gd name="connsiteY1530" fmla="*/ 1067520 h 1212067"/>
                <a:gd name="connsiteX1531" fmla="*/ 706107 w 1385794"/>
                <a:gd name="connsiteY1531" fmla="*/ 1066410 h 1212067"/>
                <a:gd name="connsiteX1532" fmla="*/ 706914 w 1385794"/>
                <a:gd name="connsiteY1532" fmla="*/ 1065805 h 1212067"/>
                <a:gd name="connsiteX1533" fmla="*/ 707116 w 1385794"/>
                <a:gd name="connsiteY1533" fmla="*/ 1065805 h 1212067"/>
                <a:gd name="connsiteX1534" fmla="*/ 709068 w 1385794"/>
                <a:gd name="connsiteY1534" fmla="*/ 1066309 h 1212067"/>
                <a:gd name="connsiteX1535" fmla="*/ 710886 w 1385794"/>
                <a:gd name="connsiteY1535" fmla="*/ 1066511 h 1212067"/>
                <a:gd name="connsiteX1536" fmla="*/ 714924 w 1385794"/>
                <a:gd name="connsiteY1536" fmla="*/ 1068597 h 1212067"/>
                <a:gd name="connsiteX1537" fmla="*/ 714924 w 1385794"/>
                <a:gd name="connsiteY1537" fmla="*/ 1073575 h 1212067"/>
                <a:gd name="connsiteX1538" fmla="*/ 714588 w 1385794"/>
                <a:gd name="connsiteY1538" fmla="*/ 1075190 h 1212067"/>
                <a:gd name="connsiteX1539" fmla="*/ 714487 w 1385794"/>
                <a:gd name="connsiteY1539" fmla="*/ 1077478 h 1212067"/>
                <a:gd name="connsiteX1540" fmla="*/ 713612 w 1385794"/>
                <a:gd name="connsiteY1540" fmla="*/ 1079429 h 1212067"/>
                <a:gd name="connsiteX1541" fmla="*/ 713073 w 1385794"/>
                <a:gd name="connsiteY1541" fmla="*/ 1081279 h 1212067"/>
                <a:gd name="connsiteX1542" fmla="*/ 712535 w 1385794"/>
                <a:gd name="connsiteY1542" fmla="*/ 1082053 h 1212067"/>
                <a:gd name="connsiteX1543" fmla="*/ 711660 w 1385794"/>
                <a:gd name="connsiteY1543" fmla="*/ 1083667 h 1212067"/>
                <a:gd name="connsiteX1544" fmla="*/ 710482 w 1385794"/>
                <a:gd name="connsiteY1544" fmla="*/ 1085316 h 1212067"/>
                <a:gd name="connsiteX1545" fmla="*/ 710381 w 1385794"/>
                <a:gd name="connsiteY1545" fmla="*/ 1086964 h 1212067"/>
                <a:gd name="connsiteX1546" fmla="*/ 711357 w 1385794"/>
                <a:gd name="connsiteY1546" fmla="*/ 1089991 h 1212067"/>
                <a:gd name="connsiteX1547" fmla="*/ 714520 w 1385794"/>
                <a:gd name="connsiteY1547" fmla="*/ 1091842 h 1212067"/>
                <a:gd name="connsiteX1548" fmla="*/ 715833 w 1385794"/>
                <a:gd name="connsiteY1548" fmla="*/ 1091842 h 1212067"/>
                <a:gd name="connsiteX1549" fmla="*/ 717718 w 1385794"/>
                <a:gd name="connsiteY1549" fmla="*/ 1092548 h 1212067"/>
                <a:gd name="connsiteX1550" fmla="*/ 719468 w 1385794"/>
                <a:gd name="connsiteY1550" fmla="*/ 1092111 h 1212067"/>
                <a:gd name="connsiteX1551" fmla="*/ 722059 w 1385794"/>
                <a:gd name="connsiteY1551" fmla="*/ 1090799 h 1212067"/>
                <a:gd name="connsiteX1552" fmla="*/ 722934 w 1385794"/>
                <a:gd name="connsiteY1552" fmla="*/ 1090496 h 1212067"/>
                <a:gd name="connsiteX1553" fmla="*/ 724078 w 1385794"/>
                <a:gd name="connsiteY1553" fmla="*/ 1089487 h 1212067"/>
                <a:gd name="connsiteX1554" fmla="*/ 727040 w 1385794"/>
                <a:gd name="connsiteY1554" fmla="*/ 1088982 h 1212067"/>
                <a:gd name="connsiteX1555" fmla="*/ 728756 w 1385794"/>
                <a:gd name="connsiteY1555" fmla="*/ 1088646 h 1212067"/>
                <a:gd name="connsiteX1556" fmla="*/ 729598 w 1385794"/>
                <a:gd name="connsiteY1556" fmla="*/ 1087839 h 1212067"/>
                <a:gd name="connsiteX1557" fmla="*/ 731449 w 1385794"/>
                <a:gd name="connsiteY1557" fmla="*/ 1085114 h 1212067"/>
                <a:gd name="connsiteX1558" fmla="*/ 733535 w 1385794"/>
                <a:gd name="connsiteY1558" fmla="*/ 1081548 h 1212067"/>
                <a:gd name="connsiteX1559" fmla="*/ 734175 w 1385794"/>
                <a:gd name="connsiteY1559" fmla="*/ 1079260 h 1212067"/>
                <a:gd name="connsiteX1560" fmla="*/ 736160 w 1385794"/>
                <a:gd name="connsiteY1560" fmla="*/ 1077377 h 1212067"/>
                <a:gd name="connsiteX1561" fmla="*/ 738920 w 1385794"/>
                <a:gd name="connsiteY1561" fmla="*/ 1074450 h 1212067"/>
                <a:gd name="connsiteX1562" fmla="*/ 740132 w 1385794"/>
                <a:gd name="connsiteY1562" fmla="*/ 1074450 h 1212067"/>
                <a:gd name="connsiteX1563" fmla="*/ 741377 w 1385794"/>
                <a:gd name="connsiteY1563" fmla="*/ 1077377 h 1212067"/>
                <a:gd name="connsiteX1564" fmla="*/ 742723 w 1385794"/>
                <a:gd name="connsiteY1564" fmla="*/ 1079227 h 1212067"/>
                <a:gd name="connsiteX1565" fmla="*/ 742723 w 1385794"/>
                <a:gd name="connsiteY1565" fmla="*/ 1082254 h 1212067"/>
                <a:gd name="connsiteX1566" fmla="*/ 742723 w 1385794"/>
                <a:gd name="connsiteY1566" fmla="*/ 1085719 h 1212067"/>
                <a:gd name="connsiteX1567" fmla="*/ 742723 w 1385794"/>
                <a:gd name="connsiteY1567" fmla="*/ 1089184 h 1212067"/>
                <a:gd name="connsiteX1568" fmla="*/ 742723 w 1385794"/>
                <a:gd name="connsiteY1568" fmla="*/ 1092649 h 1212067"/>
                <a:gd name="connsiteX1569" fmla="*/ 744843 w 1385794"/>
                <a:gd name="connsiteY1569" fmla="*/ 1095273 h 1212067"/>
                <a:gd name="connsiteX1570" fmla="*/ 746190 w 1385794"/>
                <a:gd name="connsiteY1570" fmla="*/ 1096450 h 1212067"/>
                <a:gd name="connsiteX1571" fmla="*/ 746190 w 1385794"/>
                <a:gd name="connsiteY1571" fmla="*/ 1097863 h 1212067"/>
                <a:gd name="connsiteX1572" fmla="*/ 746190 w 1385794"/>
                <a:gd name="connsiteY1572" fmla="*/ 1099613 h 1212067"/>
                <a:gd name="connsiteX1573" fmla="*/ 746190 w 1385794"/>
                <a:gd name="connsiteY1573" fmla="*/ 1103616 h 1212067"/>
                <a:gd name="connsiteX1574" fmla="*/ 744877 w 1385794"/>
                <a:gd name="connsiteY1574" fmla="*/ 1106206 h 1212067"/>
                <a:gd name="connsiteX1575" fmla="*/ 743901 w 1385794"/>
                <a:gd name="connsiteY1575" fmla="*/ 1110646 h 1212067"/>
                <a:gd name="connsiteX1576" fmla="*/ 742824 w 1385794"/>
                <a:gd name="connsiteY1576" fmla="*/ 1112496 h 1212067"/>
                <a:gd name="connsiteX1577" fmla="*/ 741747 w 1385794"/>
                <a:gd name="connsiteY1577" fmla="*/ 1113909 h 1212067"/>
                <a:gd name="connsiteX1578" fmla="*/ 739896 w 1385794"/>
                <a:gd name="connsiteY1578" fmla="*/ 1115524 h 1212067"/>
                <a:gd name="connsiteX1579" fmla="*/ 737406 w 1385794"/>
                <a:gd name="connsiteY1579" fmla="*/ 1116399 h 1212067"/>
                <a:gd name="connsiteX1580" fmla="*/ 732526 w 1385794"/>
                <a:gd name="connsiteY1580" fmla="*/ 1118888 h 1212067"/>
                <a:gd name="connsiteX1581" fmla="*/ 730641 w 1385794"/>
                <a:gd name="connsiteY1581" fmla="*/ 1120234 h 1212067"/>
                <a:gd name="connsiteX1582" fmla="*/ 733333 w 1385794"/>
                <a:gd name="connsiteY1582" fmla="*/ 1123026 h 1212067"/>
                <a:gd name="connsiteX1583" fmla="*/ 735790 w 1385794"/>
                <a:gd name="connsiteY1583" fmla="*/ 1128677 h 1212067"/>
                <a:gd name="connsiteX1584" fmla="*/ 736800 w 1385794"/>
                <a:gd name="connsiteY1584" fmla="*/ 1129686 h 1212067"/>
                <a:gd name="connsiteX1585" fmla="*/ 740132 w 1385794"/>
                <a:gd name="connsiteY1585" fmla="*/ 1132714 h 1212067"/>
                <a:gd name="connsiteX1586" fmla="*/ 746930 w 1385794"/>
                <a:gd name="connsiteY1586" fmla="*/ 1133286 h 1212067"/>
                <a:gd name="connsiteX1587" fmla="*/ 749387 w 1385794"/>
                <a:gd name="connsiteY1587" fmla="*/ 1131402 h 1212067"/>
                <a:gd name="connsiteX1588" fmla="*/ 750396 w 1385794"/>
                <a:gd name="connsiteY1588" fmla="*/ 1129081 h 1212067"/>
                <a:gd name="connsiteX1589" fmla="*/ 751137 w 1385794"/>
                <a:gd name="connsiteY1589" fmla="*/ 1127500 h 1212067"/>
                <a:gd name="connsiteX1590" fmla="*/ 752012 w 1385794"/>
                <a:gd name="connsiteY1590" fmla="*/ 1125616 h 1212067"/>
                <a:gd name="connsiteX1591" fmla="*/ 753021 w 1385794"/>
                <a:gd name="connsiteY1591" fmla="*/ 1123867 h 1212067"/>
                <a:gd name="connsiteX1592" fmla="*/ 754334 w 1385794"/>
                <a:gd name="connsiteY1592" fmla="*/ 1122723 h 1212067"/>
                <a:gd name="connsiteX1593" fmla="*/ 757531 w 1385794"/>
                <a:gd name="connsiteY1593" fmla="*/ 1123026 h 1212067"/>
                <a:gd name="connsiteX1594" fmla="*/ 758541 w 1385794"/>
                <a:gd name="connsiteY1594" fmla="*/ 1119123 h 1212067"/>
                <a:gd name="connsiteX1595" fmla="*/ 760291 w 1385794"/>
                <a:gd name="connsiteY1595" fmla="*/ 1116096 h 1212067"/>
                <a:gd name="connsiteX1596" fmla="*/ 762748 w 1385794"/>
                <a:gd name="connsiteY1596" fmla="*/ 1116096 h 1212067"/>
                <a:gd name="connsiteX1597" fmla="*/ 765204 w 1385794"/>
                <a:gd name="connsiteY1597" fmla="*/ 1121175 h 1212067"/>
                <a:gd name="connsiteX1598" fmla="*/ 766079 w 1385794"/>
                <a:gd name="connsiteY1598" fmla="*/ 1123059 h 1212067"/>
                <a:gd name="connsiteX1599" fmla="*/ 770421 w 1385794"/>
                <a:gd name="connsiteY1599" fmla="*/ 1123194 h 1212067"/>
                <a:gd name="connsiteX1600" fmla="*/ 770993 w 1385794"/>
                <a:gd name="connsiteY1600" fmla="*/ 1121613 h 1212067"/>
                <a:gd name="connsiteX1601" fmla="*/ 768805 w 1385794"/>
                <a:gd name="connsiteY1601" fmla="*/ 1120166 h 1212067"/>
                <a:gd name="connsiteX1602" fmla="*/ 767358 w 1385794"/>
                <a:gd name="connsiteY1602" fmla="*/ 1118013 h 1212067"/>
                <a:gd name="connsiteX1603" fmla="*/ 766214 w 1385794"/>
                <a:gd name="connsiteY1603" fmla="*/ 1116129 h 1212067"/>
                <a:gd name="connsiteX1604" fmla="*/ 766349 w 1385794"/>
                <a:gd name="connsiteY1604" fmla="*/ 1114683 h 1212067"/>
                <a:gd name="connsiteX1605" fmla="*/ 767661 w 1385794"/>
                <a:gd name="connsiteY1605" fmla="*/ 1113102 h 1212067"/>
                <a:gd name="connsiteX1606" fmla="*/ 769983 w 1385794"/>
                <a:gd name="connsiteY1606" fmla="*/ 1112530 h 1212067"/>
                <a:gd name="connsiteX1607" fmla="*/ 770858 w 1385794"/>
                <a:gd name="connsiteY1607" fmla="*/ 1114549 h 1212067"/>
                <a:gd name="connsiteX1608" fmla="*/ 771430 w 1385794"/>
                <a:gd name="connsiteY1608" fmla="*/ 1112530 h 1212067"/>
                <a:gd name="connsiteX1609" fmla="*/ 772171 w 1385794"/>
                <a:gd name="connsiteY1609" fmla="*/ 1109503 h 1212067"/>
                <a:gd name="connsiteX1610" fmla="*/ 773483 w 1385794"/>
                <a:gd name="connsiteY1610" fmla="*/ 1107619 h 1212067"/>
                <a:gd name="connsiteX1611" fmla="*/ 777118 w 1385794"/>
                <a:gd name="connsiteY1611" fmla="*/ 1106609 h 1212067"/>
                <a:gd name="connsiteX1612" fmla="*/ 780753 w 1385794"/>
                <a:gd name="connsiteY1612" fmla="*/ 1104860 h 1212067"/>
                <a:gd name="connsiteX1613" fmla="*/ 782772 w 1385794"/>
                <a:gd name="connsiteY1613" fmla="*/ 1104591 h 1212067"/>
                <a:gd name="connsiteX1614" fmla="*/ 786407 w 1385794"/>
                <a:gd name="connsiteY1614" fmla="*/ 1105903 h 1212067"/>
                <a:gd name="connsiteX1615" fmla="*/ 788157 w 1385794"/>
                <a:gd name="connsiteY1615" fmla="*/ 1106340 h 1212067"/>
                <a:gd name="connsiteX1616" fmla="*/ 793508 w 1385794"/>
                <a:gd name="connsiteY1616" fmla="*/ 1104591 h 1212067"/>
                <a:gd name="connsiteX1617" fmla="*/ 794955 w 1385794"/>
                <a:gd name="connsiteY1617" fmla="*/ 1102136 h 1212067"/>
                <a:gd name="connsiteX1618" fmla="*/ 795527 w 1385794"/>
                <a:gd name="connsiteY1618" fmla="*/ 1099108 h 1212067"/>
                <a:gd name="connsiteX1619" fmla="*/ 796402 w 1385794"/>
                <a:gd name="connsiteY1619" fmla="*/ 1094466 h 1212067"/>
                <a:gd name="connsiteX1620" fmla="*/ 796671 w 1385794"/>
                <a:gd name="connsiteY1620" fmla="*/ 1090429 h 1212067"/>
                <a:gd name="connsiteX1621" fmla="*/ 796671 w 1385794"/>
                <a:gd name="connsiteY1621" fmla="*/ 1089285 h 1212067"/>
                <a:gd name="connsiteX1622" fmla="*/ 794921 w 1385794"/>
                <a:gd name="connsiteY1622" fmla="*/ 1086964 h 1212067"/>
                <a:gd name="connsiteX1623" fmla="*/ 792027 w 1385794"/>
                <a:gd name="connsiteY1623" fmla="*/ 1084643 h 1212067"/>
                <a:gd name="connsiteX1624" fmla="*/ 789402 w 1385794"/>
                <a:gd name="connsiteY1624" fmla="*/ 1082624 h 1212067"/>
                <a:gd name="connsiteX1625" fmla="*/ 787383 w 1385794"/>
                <a:gd name="connsiteY1625" fmla="*/ 1081313 h 1212067"/>
                <a:gd name="connsiteX1626" fmla="*/ 786238 w 1385794"/>
                <a:gd name="connsiteY1626" fmla="*/ 1078857 h 1212067"/>
                <a:gd name="connsiteX1627" fmla="*/ 786238 w 1385794"/>
                <a:gd name="connsiteY1627" fmla="*/ 1075392 h 1212067"/>
                <a:gd name="connsiteX1628" fmla="*/ 785229 w 1385794"/>
                <a:gd name="connsiteY1628" fmla="*/ 1071321 h 1212067"/>
                <a:gd name="connsiteX1629" fmla="*/ 787113 w 1385794"/>
                <a:gd name="connsiteY1629" fmla="*/ 1066410 h 1212067"/>
                <a:gd name="connsiteX1630" fmla="*/ 788258 w 1385794"/>
                <a:gd name="connsiteY1630" fmla="*/ 1062071 h 1212067"/>
                <a:gd name="connsiteX1631" fmla="*/ 788258 w 1385794"/>
                <a:gd name="connsiteY1631" fmla="*/ 1056722 h 1212067"/>
                <a:gd name="connsiteX1632" fmla="*/ 786945 w 1385794"/>
                <a:gd name="connsiteY1632" fmla="*/ 1051642 h 1212067"/>
                <a:gd name="connsiteX1633" fmla="*/ 782738 w 1385794"/>
                <a:gd name="connsiteY1633" fmla="*/ 1048447 h 1212067"/>
                <a:gd name="connsiteX1634" fmla="*/ 778094 w 1385794"/>
                <a:gd name="connsiteY1634" fmla="*/ 1045688 h 1212067"/>
                <a:gd name="connsiteX1635" fmla="*/ 775132 w 1385794"/>
                <a:gd name="connsiteY1635" fmla="*/ 1042425 h 1212067"/>
                <a:gd name="connsiteX1636" fmla="*/ 773382 w 1385794"/>
                <a:gd name="connsiteY1636" fmla="*/ 1040037 h 1212067"/>
                <a:gd name="connsiteX1637" fmla="*/ 772878 w 1385794"/>
                <a:gd name="connsiteY1637" fmla="*/ 1039095 h 1212067"/>
                <a:gd name="connsiteX1638" fmla="*/ 773618 w 1385794"/>
                <a:gd name="connsiteY1638" fmla="*/ 1037715 h 1212067"/>
                <a:gd name="connsiteX1639" fmla="*/ 774695 w 1385794"/>
                <a:gd name="connsiteY1639" fmla="*/ 1037312 h 1212067"/>
                <a:gd name="connsiteX1640" fmla="*/ 777219 w 1385794"/>
                <a:gd name="connsiteY1640" fmla="*/ 1036269 h 1212067"/>
                <a:gd name="connsiteX1641" fmla="*/ 783613 w 1385794"/>
                <a:gd name="connsiteY1641" fmla="*/ 1036269 h 1212067"/>
                <a:gd name="connsiteX1642" fmla="*/ 786440 w 1385794"/>
                <a:gd name="connsiteY1642" fmla="*/ 1035630 h 1212067"/>
                <a:gd name="connsiteX1643" fmla="*/ 789335 w 1385794"/>
                <a:gd name="connsiteY1643" fmla="*/ 1034183 h 1212067"/>
                <a:gd name="connsiteX1644" fmla="*/ 791287 w 1385794"/>
                <a:gd name="connsiteY1644" fmla="*/ 1032939 h 1212067"/>
                <a:gd name="connsiteX1645" fmla="*/ 792868 w 1385794"/>
                <a:gd name="connsiteY1645" fmla="*/ 1031425 h 1212067"/>
                <a:gd name="connsiteX1646" fmla="*/ 794820 w 1385794"/>
                <a:gd name="connsiteY1646" fmla="*/ 1029407 h 1212067"/>
                <a:gd name="connsiteX1647" fmla="*/ 795628 w 1385794"/>
                <a:gd name="connsiteY1647" fmla="*/ 1028969 h 1212067"/>
                <a:gd name="connsiteX1648" fmla="*/ 798253 w 1385794"/>
                <a:gd name="connsiteY1648" fmla="*/ 1028835 h 1212067"/>
                <a:gd name="connsiteX1649" fmla="*/ 800340 w 1385794"/>
                <a:gd name="connsiteY1649" fmla="*/ 1029339 h 1212067"/>
                <a:gd name="connsiteX1650" fmla="*/ 802224 w 1385794"/>
                <a:gd name="connsiteY1650" fmla="*/ 1031290 h 1212067"/>
                <a:gd name="connsiteX1651" fmla="*/ 803974 w 1385794"/>
                <a:gd name="connsiteY1651" fmla="*/ 1030920 h 1212067"/>
                <a:gd name="connsiteX1652" fmla="*/ 805859 w 1385794"/>
                <a:gd name="connsiteY1652" fmla="*/ 1030046 h 1212067"/>
                <a:gd name="connsiteX1653" fmla="*/ 808114 w 1385794"/>
                <a:gd name="connsiteY1653" fmla="*/ 1029036 h 1212067"/>
                <a:gd name="connsiteX1654" fmla="*/ 811008 w 1385794"/>
                <a:gd name="connsiteY1654" fmla="*/ 1028465 h 1212067"/>
                <a:gd name="connsiteX1655" fmla="*/ 817032 w 1385794"/>
                <a:gd name="connsiteY1655" fmla="*/ 1030718 h 1212067"/>
                <a:gd name="connsiteX1656" fmla="*/ 819489 w 1385794"/>
                <a:gd name="connsiteY1656" fmla="*/ 1032670 h 1212067"/>
                <a:gd name="connsiteX1657" fmla="*/ 821071 w 1385794"/>
                <a:gd name="connsiteY1657" fmla="*/ 1032165 h 1212067"/>
                <a:gd name="connsiteX1658" fmla="*/ 821374 w 1385794"/>
                <a:gd name="connsiteY1658" fmla="*/ 1030416 h 1212067"/>
                <a:gd name="connsiteX1659" fmla="*/ 821071 w 1385794"/>
                <a:gd name="connsiteY1659" fmla="*/ 1027657 h 1212067"/>
                <a:gd name="connsiteX1660" fmla="*/ 819859 w 1385794"/>
                <a:gd name="connsiteY1660" fmla="*/ 1026076 h 1212067"/>
                <a:gd name="connsiteX1661" fmla="*/ 817604 w 1385794"/>
                <a:gd name="connsiteY1661" fmla="*/ 1024495 h 1212067"/>
                <a:gd name="connsiteX1662" fmla="*/ 815652 w 1385794"/>
                <a:gd name="connsiteY1662" fmla="*/ 1024058 h 1212067"/>
                <a:gd name="connsiteX1663" fmla="*/ 814643 w 1385794"/>
                <a:gd name="connsiteY1663" fmla="*/ 1023116 h 1212067"/>
                <a:gd name="connsiteX1664" fmla="*/ 815350 w 1385794"/>
                <a:gd name="connsiteY1664" fmla="*/ 1021737 h 1212067"/>
                <a:gd name="connsiteX1665" fmla="*/ 816494 w 1385794"/>
                <a:gd name="connsiteY1665" fmla="*/ 1020492 h 1212067"/>
                <a:gd name="connsiteX1666" fmla="*/ 817504 w 1385794"/>
                <a:gd name="connsiteY1666" fmla="*/ 1019550 h 1212067"/>
                <a:gd name="connsiteX1667" fmla="*/ 819018 w 1385794"/>
                <a:gd name="connsiteY1667" fmla="*/ 1017868 h 1212067"/>
                <a:gd name="connsiteX1668" fmla="*/ 820768 w 1385794"/>
                <a:gd name="connsiteY1668" fmla="*/ 1016623 h 1212067"/>
                <a:gd name="connsiteX1669" fmla="*/ 822282 w 1385794"/>
                <a:gd name="connsiteY1669" fmla="*/ 1015682 h 1212067"/>
                <a:gd name="connsiteX1670" fmla="*/ 824807 w 1385794"/>
                <a:gd name="connsiteY1670" fmla="*/ 1013428 h 1212067"/>
                <a:gd name="connsiteX1671" fmla="*/ 826759 w 1385794"/>
                <a:gd name="connsiteY1671" fmla="*/ 1011308 h 1212067"/>
                <a:gd name="connsiteX1672" fmla="*/ 828206 w 1385794"/>
                <a:gd name="connsiteY1672" fmla="*/ 1009996 h 1212067"/>
                <a:gd name="connsiteX1673" fmla="*/ 829283 w 1385794"/>
                <a:gd name="connsiteY1673" fmla="*/ 1009290 h 1212067"/>
                <a:gd name="connsiteX1674" fmla="*/ 831033 w 1385794"/>
                <a:gd name="connsiteY1674" fmla="*/ 1008920 h 1212067"/>
                <a:gd name="connsiteX1675" fmla="*/ 833220 w 1385794"/>
                <a:gd name="connsiteY1675" fmla="*/ 1008920 h 1212067"/>
                <a:gd name="connsiteX1676" fmla="*/ 835980 w 1385794"/>
                <a:gd name="connsiteY1676" fmla="*/ 1009122 h 1212067"/>
                <a:gd name="connsiteX1677" fmla="*/ 837292 w 1385794"/>
                <a:gd name="connsiteY1677" fmla="*/ 1010568 h 1212067"/>
                <a:gd name="connsiteX1678" fmla="*/ 838437 w 1385794"/>
                <a:gd name="connsiteY1678" fmla="*/ 1013091 h 1212067"/>
                <a:gd name="connsiteX1679" fmla="*/ 839514 w 1385794"/>
                <a:gd name="connsiteY1679" fmla="*/ 1013024 h 1212067"/>
                <a:gd name="connsiteX1680" fmla="*/ 840321 w 1385794"/>
                <a:gd name="connsiteY1680" fmla="*/ 1012082 h 1212067"/>
                <a:gd name="connsiteX1681" fmla="*/ 840759 w 1385794"/>
                <a:gd name="connsiteY1681" fmla="*/ 1011073 h 1212067"/>
                <a:gd name="connsiteX1682" fmla="*/ 841196 w 1385794"/>
                <a:gd name="connsiteY1682" fmla="*/ 1010131 h 1212067"/>
                <a:gd name="connsiteX1683" fmla="*/ 841398 w 1385794"/>
                <a:gd name="connsiteY1683" fmla="*/ 1009054 h 1212067"/>
                <a:gd name="connsiteX1684" fmla="*/ 841836 w 1385794"/>
                <a:gd name="connsiteY1684" fmla="*/ 1008045 h 1212067"/>
                <a:gd name="connsiteX1685" fmla="*/ 842273 w 1385794"/>
                <a:gd name="connsiteY1685" fmla="*/ 1007473 h 1212067"/>
                <a:gd name="connsiteX1686" fmla="*/ 844023 w 1385794"/>
                <a:gd name="connsiteY1686" fmla="*/ 1007036 h 1212067"/>
                <a:gd name="connsiteX1687" fmla="*/ 846648 w 1385794"/>
                <a:gd name="connsiteY1687" fmla="*/ 1007978 h 1212067"/>
                <a:gd name="connsiteX1688" fmla="*/ 848163 w 1385794"/>
                <a:gd name="connsiteY1688" fmla="*/ 1009425 h 1212067"/>
                <a:gd name="connsiteX1689" fmla="*/ 849004 w 1385794"/>
                <a:gd name="connsiteY1689" fmla="*/ 1011308 h 1212067"/>
                <a:gd name="connsiteX1690" fmla="*/ 848836 w 1385794"/>
                <a:gd name="connsiteY1690" fmla="*/ 1013192 h 1212067"/>
                <a:gd name="connsiteX1691" fmla="*/ 848836 w 1385794"/>
                <a:gd name="connsiteY1691" fmla="*/ 1014504 h 1212067"/>
                <a:gd name="connsiteX1692" fmla="*/ 849274 w 1385794"/>
                <a:gd name="connsiteY1692" fmla="*/ 1016994 h 1212067"/>
                <a:gd name="connsiteX1693" fmla="*/ 849274 w 1385794"/>
                <a:gd name="connsiteY1693" fmla="*/ 1018608 h 1212067"/>
                <a:gd name="connsiteX1694" fmla="*/ 850889 w 1385794"/>
                <a:gd name="connsiteY1694" fmla="*/ 1019483 h 1212067"/>
                <a:gd name="connsiteX1695" fmla="*/ 851764 w 1385794"/>
                <a:gd name="connsiteY1695" fmla="*/ 1019920 h 1212067"/>
                <a:gd name="connsiteX1696" fmla="*/ 854793 w 1385794"/>
                <a:gd name="connsiteY1696" fmla="*/ 1020458 h 1212067"/>
                <a:gd name="connsiteX1697" fmla="*/ 856644 w 1385794"/>
                <a:gd name="connsiteY1697" fmla="*/ 1019819 h 1212067"/>
                <a:gd name="connsiteX1698" fmla="*/ 857317 w 1385794"/>
                <a:gd name="connsiteY1698" fmla="*/ 1022409 h 1212067"/>
                <a:gd name="connsiteX1699" fmla="*/ 859067 w 1385794"/>
                <a:gd name="connsiteY1699" fmla="*/ 1023284 h 1212067"/>
                <a:gd name="connsiteX1700" fmla="*/ 860144 w 1385794"/>
                <a:gd name="connsiteY1700" fmla="*/ 1023385 h 1212067"/>
                <a:gd name="connsiteX1701" fmla="*/ 862331 w 1385794"/>
                <a:gd name="connsiteY1701" fmla="*/ 1023284 h 1212067"/>
                <a:gd name="connsiteX1702" fmla="*/ 863846 w 1385794"/>
                <a:gd name="connsiteY1702" fmla="*/ 1025336 h 1212067"/>
                <a:gd name="connsiteX1703" fmla="*/ 864620 w 1385794"/>
                <a:gd name="connsiteY1703" fmla="*/ 1027287 h 1212067"/>
                <a:gd name="connsiteX1704" fmla="*/ 865798 w 1385794"/>
                <a:gd name="connsiteY1704" fmla="*/ 1029676 h 1212067"/>
                <a:gd name="connsiteX1705" fmla="*/ 866000 w 1385794"/>
                <a:gd name="connsiteY1705" fmla="*/ 1033040 h 1212067"/>
                <a:gd name="connsiteX1706" fmla="*/ 864788 w 1385794"/>
                <a:gd name="connsiteY1706" fmla="*/ 1036639 h 1212067"/>
                <a:gd name="connsiteX1707" fmla="*/ 863711 w 1385794"/>
                <a:gd name="connsiteY1707" fmla="*/ 1039027 h 1212067"/>
                <a:gd name="connsiteX1708" fmla="*/ 860985 w 1385794"/>
                <a:gd name="connsiteY1708" fmla="*/ 1042627 h 1212067"/>
                <a:gd name="connsiteX1709" fmla="*/ 859908 w 1385794"/>
                <a:gd name="connsiteY1709" fmla="*/ 1045116 h 1212067"/>
                <a:gd name="connsiteX1710" fmla="*/ 860548 w 1385794"/>
                <a:gd name="connsiteY1710" fmla="*/ 1047505 h 1212067"/>
                <a:gd name="connsiteX1711" fmla="*/ 862634 w 1385794"/>
                <a:gd name="connsiteY1711" fmla="*/ 1049994 h 1212067"/>
                <a:gd name="connsiteX1712" fmla="*/ 864149 w 1385794"/>
                <a:gd name="connsiteY1712" fmla="*/ 1051407 h 1212067"/>
                <a:gd name="connsiteX1713" fmla="*/ 864384 w 1385794"/>
                <a:gd name="connsiteY1713" fmla="*/ 1053795 h 1212067"/>
                <a:gd name="connsiteX1714" fmla="*/ 864283 w 1385794"/>
                <a:gd name="connsiteY1714" fmla="*/ 1055982 h 1212067"/>
                <a:gd name="connsiteX1715" fmla="*/ 864216 w 1385794"/>
                <a:gd name="connsiteY1715" fmla="*/ 1057832 h 1212067"/>
                <a:gd name="connsiteX1716" fmla="*/ 864485 w 1385794"/>
                <a:gd name="connsiteY1716" fmla="*/ 1060557 h 1212067"/>
                <a:gd name="connsiteX1717" fmla="*/ 864485 w 1385794"/>
                <a:gd name="connsiteY1717" fmla="*/ 1061431 h 1212067"/>
                <a:gd name="connsiteX1718" fmla="*/ 864586 w 1385794"/>
                <a:gd name="connsiteY1718" fmla="*/ 1063719 h 1212067"/>
                <a:gd name="connsiteX1719" fmla="*/ 864149 w 1385794"/>
                <a:gd name="connsiteY1719" fmla="*/ 1064930 h 1212067"/>
                <a:gd name="connsiteX1720" fmla="*/ 864048 w 1385794"/>
                <a:gd name="connsiteY1720" fmla="*/ 1066444 h 1212067"/>
                <a:gd name="connsiteX1721" fmla="*/ 864384 w 1385794"/>
                <a:gd name="connsiteY1721" fmla="*/ 1067756 h 1212067"/>
                <a:gd name="connsiteX1722" fmla="*/ 868827 w 1385794"/>
                <a:gd name="connsiteY1722" fmla="*/ 1068395 h 1212067"/>
                <a:gd name="connsiteX1723" fmla="*/ 872091 w 1385794"/>
                <a:gd name="connsiteY1723" fmla="*/ 1070245 h 1212067"/>
                <a:gd name="connsiteX1724" fmla="*/ 877745 w 1385794"/>
                <a:gd name="connsiteY1724" fmla="*/ 1069606 h 1212067"/>
                <a:gd name="connsiteX1725" fmla="*/ 879394 w 1385794"/>
                <a:gd name="connsiteY1725" fmla="*/ 1069068 h 1212067"/>
                <a:gd name="connsiteX1726" fmla="*/ 881885 w 1385794"/>
                <a:gd name="connsiteY1726" fmla="*/ 1070682 h 1212067"/>
                <a:gd name="connsiteX1727" fmla="*/ 884173 w 1385794"/>
                <a:gd name="connsiteY1727" fmla="*/ 1071019 h 1212067"/>
                <a:gd name="connsiteX1728" fmla="*/ 886260 w 1385794"/>
                <a:gd name="connsiteY1728" fmla="*/ 1069707 h 1212067"/>
                <a:gd name="connsiteX1729" fmla="*/ 888548 w 1385794"/>
                <a:gd name="connsiteY1729" fmla="*/ 1068059 h 1212067"/>
                <a:gd name="connsiteX1730" fmla="*/ 890298 w 1385794"/>
                <a:gd name="connsiteY1730" fmla="*/ 1065771 h 1212067"/>
                <a:gd name="connsiteX1731" fmla="*/ 890938 w 1385794"/>
                <a:gd name="connsiteY1731" fmla="*/ 1064257 h 1212067"/>
                <a:gd name="connsiteX1732" fmla="*/ 892452 w 1385794"/>
                <a:gd name="connsiteY1732" fmla="*/ 1063046 h 1212067"/>
                <a:gd name="connsiteX1733" fmla="*/ 895178 w 1385794"/>
                <a:gd name="connsiteY1733" fmla="*/ 1063046 h 1212067"/>
                <a:gd name="connsiteX1734" fmla="*/ 896592 w 1385794"/>
                <a:gd name="connsiteY1734" fmla="*/ 1063685 h 1212067"/>
                <a:gd name="connsiteX1735" fmla="*/ 897366 w 1385794"/>
                <a:gd name="connsiteY1735" fmla="*/ 1065435 h 1212067"/>
                <a:gd name="connsiteX1736" fmla="*/ 897601 w 1385794"/>
                <a:gd name="connsiteY1736" fmla="*/ 1068462 h 1212067"/>
                <a:gd name="connsiteX1737" fmla="*/ 897164 w 1385794"/>
                <a:gd name="connsiteY1737" fmla="*/ 1070951 h 1212067"/>
                <a:gd name="connsiteX1738" fmla="*/ 896625 w 1385794"/>
                <a:gd name="connsiteY1738" fmla="*/ 1072028 h 1212067"/>
                <a:gd name="connsiteX1739" fmla="*/ 896861 w 1385794"/>
                <a:gd name="connsiteY1739" fmla="*/ 1073878 h 1212067"/>
                <a:gd name="connsiteX1740" fmla="*/ 898174 w 1385794"/>
                <a:gd name="connsiteY1740" fmla="*/ 1075392 h 1212067"/>
                <a:gd name="connsiteX1741" fmla="*/ 898914 w 1385794"/>
                <a:gd name="connsiteY1741" fmla="*/ 1077444 h 1212067"/>
                <a:gd name="connsiteX1742" fmla="*/ 898712 w 1385794"/>
                <a:gd name="connsiteY1742" fmla="*/ 1078621 h 1212067"/>
                <a:gd name="connsiteX1743" fmla="*/ 898712 w 1385794"/>
                <a:gd name="connsiteY1743" fmla="*/ 1079059 h 1212067"/>
                <a:gd name="connsiteX1744" fmla="*/ 900664 w 1385794"/>
                <a:gd name="connsiteY1744" fmla="*/ 1079933 h 1212067"/>
                <a:gd name="connsiteX1745" fmla="*/ 903727 w 1385794"/>
                <a:gd name="connsiteY1745" fmla="*/ 1078419 h 1212067"/>
                <a:gd name="connsiteX1746" fmla="*/ 904703 w 1385794"/>
                <a:gd name="connsiteY1746" fmla="*/ 1077007 h 1212067"/>
                <a:gd name="connsiteX1747" fmla="*/ 906217 w 1385794"/>
                <a:gd name="connsiteY1747" fmla="*/ 1077007 h 1212067"/>
                <a:gd name="connsiteX1748" fmla="*/ 908607 w 1385794"/>
                <a:gd name="connsiteY1748" fmla="*/ 1079059 h 1212067"/>
                <a:gd name="connsiteX1749" fmla="*/ 913924 w 1385794"/>
                <a:gd name="connsiteY1749" fmla="*/ 1080135 h 1212067"/>
                <a:gd name="connsiteX1750" fmla="*/ 917289 w 1385794"/>
                <a:gd name="connsiteY1750" fmla="*/ 1081649 h 1212067"/>
                <a:gd name="connsiteX1751" fmla="*/ 919881 w 1385794"/>
                <a:gd name="connsiteY1751" fmla="*/ 1082086 h 1212067"/>
                <a:gd name="connsiteX1752" fmla="*/ 921631 w 1385794"/>
                <a:gd name="connsiteY1752" fmla="*/ 1081985 h 1212067"/>
                <a:gd name="connsiteX1753" fmla="*/ 928261 w 1385794"/>
                <a:gd name="connsiteY1753" fmla="*/ 1081783 h 1212067"/>
                <a:gd name="connsiteX1754" fmla="*/ 931963 w 1385794"/>
                <a:gd name="connsiteY1754" fmla="*/ 1081447 h 1212067"/>
                <a:gd name="connsiteX1755" fmla="*/ 934453 w 1385794"/>
                <a:gd name="connsiteY1755" fmla="*/ 1081346 h 1212067"/>
                <a:gd name="connsiteX1756" fmla="*/ 936742 w 1385794"/>
                <a:gd name="connsiteY1756" fmla="*/ 1081346 h 1212067"/>
                <a:gd name="connsiteX1757" fmla="*/ 940208 w 1385794"/>
                <a:gd name="connsiteY1757" fmla="*/ 1081346 h 1212067"/>
                <a:gd name="connsiteX1758" fmla="*/ 942261 w 1385794"/>
                <a:gd name="connsiteY1758" fmla="*/ 1083196 h 1212067"/>
                <a:gd name="connsiteX1759" fmla="*/ 944550 w 1385794"/>
                <a:gd name="connsiteY1759" fmla="*/ 1083970 h 1212067"/>
                <a:gd name="connsiteX1760" fmla="*/ 946737 w 1385794"/>
                <a:gd name="connsiteY1760" fmla="*/ 1084744 h 1212067"/>
                <a:gd name="connsiteX1761" fmla="*/ 949127 w 1385794"/>
                <a:gd name="connsiteY1761" fmla="*/ 1086257 h 1212067"/>
                <a:gd name="connsiteX1762" fmla="*/ 950978 w 1385794"/>
                <a:gd name="connsiteY1762" fmla="*/ 1087771 h 1212067"/>
                <a:gd name="connsiteX1763" fmla="*/ 953266 w 1385794"/>
                <a:gd name="connsiteY1763" fmla="*/ 1090597 h 1212067"/>
                <a:gd name="connsiteX1764" fmla="*/ 953905 w 1385794"/>
                <a:gd name="connsiteY1764" fmla="*/ 1092212 h 1212067"/>
                <a:gd name="connsiteX1765" fmla="*/ 954545 w 1385794"/>
                <a:gd name="connsiteY1765" fmla="*/ 1095037 h 1212067"/>
                <a:gd name="connsiteX1766" fmla="*/ 956194 w 1385794"/>
                <a:gd name="connsiteY1766" fmla="*/ 1100252 h 1212067"/>
                <a:gd name="connsiteX1767" fmla="*/ 958045 w 1385794"/>
                <a:gd name="connsiteY1767" fmla="*/ 1105466 h 1212067"/>
                <a:gd name="connsiteX1768" fmla="*/ 960233 w 1385794"/>
                <a:gd name="connsiteY1768" fmla="*/ 1110243 h 1212067"/>
                <a:gd name="connsiteX1769" fmla="*/ 962084 w 1385794"/>
                <a:gd name="connsiteY1769" fmla="*/ 1115019 h 1212067"/>
                <a:gd name="connsiteX1770" fmla="*/ 963396 w 1385794"/>
                <a:gd name="connsiteY1770" fmla="*/ 1118821 h 1212067"/>
                <a:gd name="connsiteX1771" fmla="*/ 965045 w 1385794"/>
                <a:gd name="connsiteY1771" fmla="*/ 1120435 h 1212067"/>
                <a:gd name="connsiteX1772" fmla="*/ 968310 w 1385794"/>
                <a:gd name="connsiteY1772" fmla="*/ 1121747 h 1212067"/>
                <a:gd name="connsiteX1773" fmla="*/ 971238 w 1385794"/>
                <a:gd name="connsiteY1773" fmla="*/ 1123261 h 1212067"/>
                <a:gd name="connsiteX1774" fmla="*/ 976017 w 1385794"/>
                <a:gd name="connsiteY1774" fmla="*/ 1123799 h 1212067"/>
                <a:gd name="connsiteX1775" fmla="*/ 979483 w 1385794"/>
                <a:gd name="connsiteY1775" fmla="*/ 1123598 h 1212067"/>
                <a:gd name="connsiteX1776" fmla="*/ 981772 w 1385794"/>
                <a:gd name="connsiteY1776" fmla="*/ 1124472 h 1212067"/>
                <a:gd name="connsiteX1777" fmla="*/ 983185 w 1385794"/>
                <a:gd name="connsiteY1777" fmla="*/ 1128711 h 1212067"/>
                <a:gd name="connsiteX1778" fmla="*/ 980997 w 1385794"/>
                <a:gd name="connsiteY1778" fmla="*/ 1131335 h 1212067"/>
                <a:gd name="connsiteX1779" fmla="*/ 977632 w 1385794"/>
                <a:gd name="connsiteY1779" fmla="*/ 1133353 h 1212067"/>
                <a:gd name="connsiteX1780" fmla="*/ 973055 w 1385794"/>
                <a:gd name="connsiteY1780" fmla="*/ 1135338 h 1212067"/>
                <a:gd name="connsiteX1781" fmla="*/ 970766 w 1385794"/>
                <a:gd name="connsiteY1781" fmla="*/ 1140451 h 1212067"/>
                <a:gd name="connsiteX1782" fmla="*/ 972079 w 1385794"/>
                <a:gd name="connsiteY1782" fmla="*/ 1143916 h 1212067"/>
                <a:gd name="connsiteX1783" fmla="*/ 972315 w 1385794"/>
                <a:gd name="connsiteY1783" fmla="*/ 1149029 h 1212067"/>
                <a:gd name="connsiteX1784" fmla="*/ 972214 w 1385794"/>
                <a:gd name="connsiteY1784" fmla="*/ 1152830 h 1212067"/>
                <a:gd name="connsiteX1785" fmla="*/ 970026 w 1385794"/>
                <a:gd name="connsiteY1785" fmla="*/ 1154681 h 1212067"/>
                <a:gd name="connsiteX1786" fmla="*/ 971238 w 1385794"/>
                <a:gd name="connsiteY1786" fmla="*/ 1157069 h 1212067"/>
                <a:gd name="connsiteX1787" fmla="*/ 973526 w 1385794"/>
                <a:gd name="connsiteY1787" fmla="*/ 1157607 h 1212067"/>
                <a:gd name="connsiteX1788" fmla="*/ 975579 w 1385794"/>
                <a:gd name="connsiteY1788" fmla="*/ 1160097 h 1212067"/>
                <a:gd name="connsiteX1789" fmla="*/ 975142 w 1385794"/>
                <a:gd name="connsiteY1789" fmla="*/ 1164974 h 1212067"/>
                <a:gd name="connsiteX1790" fmla="*/ 973526 w 1385794"/>
                <a:gd name="connsiteY1790" fmla="*/ 1168002 h 1212067"/>
                <a:gd name="connsiteX1791" fmla="*/ 969925 w 1385794"/>
                <a:gd name="connsiteY1791" fmla="*/ 1168977 h 1212067"/>
                <a:gd name="connsiteX1792" fmla="*/ 966661 w 1385794"/>
                <a:gd name="connsiteY1792" fmla="*/ 1170727 h 1212067"/>
                <a:gd name="connsiteX1793" fmla="*/ 962420 w 1385794"/>
                <a:gd name="connsiteY1793" fmla="*/ 1171938 h 1212067"/>
                <a:gd name="connsiteX1794" fmla="*/ 961646 w 1385794"/>
                <a:gd name="connsiteY1794" fmla="*/ 1174124 h 1212067"/>
                <a:gd name="connsiteX1795" fmla="*/ 961983 w 1385794"/>
                <a:gd name="connsiteY1795" fmla="*/ 1176412 h 1212067"/>
                <a:gd name="connsiteX1796" fmla="*/ 962420 w 1385794"/>
                <a:gd name="connsiteY1796" fmla="*/ 1177925 h 1212067"/>
                <a:gd name="connsiteX1797" fmla="*/ 964911 w 1385794"/>
                <a:gd name="connsiteY1797" fmla="*/ 1181289 h 1212067"/>
                <a:gd name="connsiteX1798" fmla="*/ 968613 w 1385794"/>
                <a:gd name="connsiteY1798" fmla="*/ 1184553 h 1212067"/>
                <a:gd name="connsiteX1799" fmla="*/ 971103 w 1385794"/>
                <a:gd name="connsiteY1799" fmla="*/ 1186167 h 1212067"/>
                <a:gd name="connsiteX1800" fmla="*/ 973156 w 1385794"/>
                <a:gd name="connsiteY1800" fmla="*/ 1187816 h 1212067"/>
                <a:gd name="connsiteX1801" fmla="*/ 977598 w 1385794"/>
                <a:gd name="connsiteY1801" fmla="*/ 1189868 h 1212067"/>
                <a:gd name="connsiteX1802" fmla="*/ 979887 w 1385794"/>
                <a:gd name="connsiteY1802" fmla="*/ 1190843 h 1212067"/>
                <a:gd name="connsiteX1803" fmla="*/ 984127 w 1385794"/>
                <a:gd name="connsiteY1803" fmla="*/ 1193131 h 1212067"/>
                <a:gd name="connsiteX1804" fmla="*/ 988368 w 1385794"/>
                <a:gd name="connsiteY1804" fmla="*/ 1194543 h 1212067"/>
                <a:gd name="connsiteX1805" fmla="*/ 991834 w 1385794"/>
                <a:gd name="connsiteY1805" fmla="*/ 1195956 h 1212067"/>
                <a:gd name="connsiteX1806" fmla="*/ 995200 w 1385794"/>
                <a:gd name="connsiteY1806" fmla="*/ 1197807 h 1212067"/>
                <a:gd name="connsiteX1807" fmla="*/ 997488 w 1385794"/>
                <a:gd name="connsiteY1807" fmla="*/ 1200094 h 1212067"/>
                <a:gd name="connsiteX1808" fmla="*/ 999440 w 1385794"/>
                <a:gd name="connsiteY1808" fmla="*/ 1202045 h 1212067"/>
                <a:gd name="connsiteX1809" fmla="*/ 1001628 w 1385794"/>
                <a:gd name="connsiteY1809" fmla="*/ 1204535 h 1212067"/>
                <a:gd name="connsiteX1810" fmla="*/ 1005532 w 1385794"/>
                <a:gd name="connsiteY1810" fmla="*/ 1206385 h 1212067"/>
                <a:gd name="connsiteX1811" fmla="*/ 1008460 w 1385794"/>
                <a:gd name="connsiteY1811" fmla="*/ 1206385 h 1212067"/>
                <a:gd name="connsiteX1812" fmla="*/ 1011388 w 1385794"/>
                <a:gd name="connsiteY1812" fmla="*/ 1205510 h 1212067"/>
                <a:gd name="connsiteX1813" fmla="*/ 1016166 w 1385794"/>
                <a:gd name="connsiteY1813" fmla="*/ 1207461 h 1212067"/>
                <a:gd name="connsiteX1814" fmla="*/ 1018892 w 1385794"/>
                <a:gd name="connsiteY1814" fmla="*/ 1209210 h 1212067"/>
                <a:gd name="connsiteX1815" fmla="*/ 1023671 w 1385794"/>
                <a:gd name="connsiteY1815" fmla="*/ 1210825 h 1212067"/>
                <a:gd name="connsiteX1816" fmla="*/ 1030638 w 1385794"/>
                <a:gd name="connsiteY1816" fmla="*/ 1210825 h 1212067"/>
                <a:gd name="connsiteX1817" fmla="*/ 1032052 w 1385794"/>
                <a:gd name="connsiteY1817" fmla="*/ 1208773 h 1212067"/>
                <a:gd name="connsiteX1818" fmla="*/ 1034542 w 1385794"/>
                <a:gd name="connsiteY1818" fmla="*/ 1208571 h 1212067"/>
                <a:gd name="connsiteX1819" fmla="*/ 1038244 w 1385794"/>
                <a:gd name="connsiteY1819" fmla="*/ 1209648 h 1212067"/>
                <a:gd name="connsiteX1820" fmla="*/ 1041407 w 1385794"/>
                <a:gd name="connsiteY1820" fmla="*/ 1211700 h 1212067"/>
                <a:gd name="connsiteX1821" fmla="*/ 1044672 w 1385794"/>
                <a:gd name="connsiteY1821" fmla="*/ 1211700 h 1212067"/>
                <a:gd name="connsiteX1822" fmla="*/ 1046960 w 1385794"/>
                <a:gd name="connsiteY1822" fmla="*/ 1208874 h 1212067"/>
                <a:gd name="connsiteX1823" fmla="*/ 1047600 w 1385794"/>
                <a:gd name="connsiteY1823" fmla="*/ 1207259 h 1212067"/>
                <a:gd name="connsiteX1824" fmla="*/ 1049114 w 1385794"/>
                <a:gd name="connsiteY1824" fmla="*/ 1206183 h 1212067"/>
                <a:gd name="connsiteX1825" fmla="*/ 1055408 w 1385794"/>
                <a:gd name="connsiteY1825" fmla="*/ 1209749 h 1212067"/>
                <a:gd name="connsiteX1826" fmla="*/ 1059446 w 1385794"/>
                <a:gd name="connsiteY1826" fmla="*/ 1208235 h 1212067"/>
                <a:gd name="connsiteX1827" fmla="*/ 1062509 w 1385794"/>
                <a:gd name="connsiteY1827" fmla="*/ 1203559 h 1212067"/>
                <a:gd name="connsiteX1828" fmla="*/ 1065437 w 1385794"/>
                <a:gd name="connsiteY1828" fmla="*/ 1200531 h 1212067"/>
                <a:gd name="connsiteX1829" fmla="*/ 1067187 w 1385794"/>
                <a:gd name="connsiteY1829" fmla="*/ 1197941 h 1212067"/>
                <a:gd name="connsiteX1830" fmla="*/ 1069677 w 1385794"/>
                <a:gd name="connsiteY1830" fmla="*/ 1196192 h 1212067"/>
                <a:gd name="connsiteX1831" fmla="*/ 1070216 w 1385794"/>
                <a:gd name="connsiteY1831" fmla="*/ 1194342 h 1212067"/>
                <a:gd name="connsiteX1832" fmla="*/ 1068028 w 1385794"/>
                <a:gd name="connsiteY1832" fmla="*/ 1191751 h 1212067"/>
                <a:gd name="connsiteX1833" fmla="*/ 1068028 w 1385794"/>
                <a:gd name="connsiteY1833" fmla="*/ 1188287 h 1212067"/>
                <a:gd name="connsiteX1834" fmla="*/ 1068028 w 1385794"/>
                <a:gd name="connsiteY1834" fmla="*/ 1184822 h 1212067"/>
                <a:gd name="connsiteX1835" fmla="*/ 1068028 w 1385794"/>
                <a:gd name="connsiteY1835" fmla="*/ 1180247 h 1212067"/>
                <a:gd name="connsiteX1836" fmla="*/ 1070653 w 1385794"/>
                <a:gd name="connsiteY1836" fmla="*/ 1176984 h 1212067"/>
                <a:gd name="connsiteX1837" fmla="*/ 1076072 w 1385794"/>
                <a:gd name="connsiteY1837" fmla="*/ 1176984 h 1212067"/>
                <a:gd name="connsiteX1838" fmla="*/ 1079538 w 1385794"/>
                <a:gd name="connsiteY1838" fmla="*/ 1177858 h 1212067"/>
                <a:gd name="connsiteX1839" fmla="*/ 1081288 w 1385794"/>
                <a:gd name="connsiteY1839" fmla="*/ 1180886 h 1212067"/>
                <a:gd name="connsiteX1840" fmla="*/ 1088019 w 1385794"/>
                <a:gd name="connsiteY1840" fmla="*/ 1178497 h 1212067"/>
                <a:gd name="connsiteX1841" fmla="*/ 1094750 w 1385794"/>
                <a:gd name="connsiteY1841" fmla="*/ 1182837 h 1212067"/>
                <a:gd name="connsiteX1842" fmla="*/ 1099966 w 1385794"/>
                <a:gd name="connsiteY1842" fmla="*/ 1180650 h 1212067"/>
                <a:gd name="connsiteX1843" fmla="*/ 1105385 w 1385794"/>
                <a:gd name="connsiteY1843" fmla="*/ 1176311 h 1212067"/>
                <a:gd name="connsiteX1844" fmla="*/ 1112351 w 1385794"/>
                <a:gd name="connsiteY1844" fmla="*/ 1175234 h 1212067"/>
                <a:gd name="connsiteX1845" fmla="*/ 1119318 w 1385794"/>
                <a:gd name="connsiteY1845" fmla="*/ 1170458 h 1212067"/>
                <a:gd name="connsiteX1846" fmla="*/ 1119755 w 1385794"/>
                <a:gd name="connsiteY1846" fmla="*/ 1169045 h 1212067"/>
                <a:gd name="connsiteX1847" fmla="*/ 1120529 w 1385794"/>
                <a:gd name="connsiteY1847" fmla="*/ 1165580 h 1212067"/>
                <a:gd name="connsiteX1848" fmla="*/ 1120967 w 1385794"/>
                <a:gd name="connsiteY1848" fmla="*/ 1163965 h 1212067"/>
                <a:gd name="connsiteX1849" fmla="*/ 1120327 w 1385794"/>
                <a:gd name="connsiteY1849" fmla="*/ 1157876 h 1212067"/>
                <a:gd name="connsiteX1850" fmla="*/ 1120428 w 1385794"/>
                <a:gd name="connsiteY1850" fmla="*/ 1154277 h 1212067"/>
                <a:gd name="connsiteX1851" fmla="*/ 1120866 w 1385794"/>
                <a:gd name="connsiteY1851" fmla="*/ 1151350 h 1212067"/>
                <a:gd name="connsiteX1852" fmla="*/ 1122078 w 1385794"/>
                <a:gd name="connsiteY1852" fmla="*/ 1150274 h 1212067"/>
                <a:gd name="connsiteX1853" fmla="*/ 1124804 w 1385794"/>
                <a:gd name="connsiteY1853" fmla="*/ 1148861 h 1212067"/>
                <a:gd name="connsiteX1854" fmla="*/ 1126991 w 1385794"/>
                <a:gd name="connsiteY1854" fmla="*/ 1148861 h 1212067"/>
                <a:gd name="connsiteX1855" fmla="*/ 1129044 w 1385794"/>
                <a:gd name="connsiteY1855" fmla="*/ 1149500 h 1212067"/>
                <a:gd name="connsiteX1856" fmla="*/ 1131871 w 1385794"/>
                <a:gd name="connsiteY1856" fmla="*/ 1148962 h 1212067"/>
                <a:gd name="connsiteX1857" fmla="*/ 1132410 w 1385794"/>
                <a:gd name="connsiteY1857" fmla="*/ 1147011 h 1212067"/>
                <a:gd name="connsiteX1858" fmla="*/ 1130659 w 1385794"/>
                <a:gd name="connsiteY1858" fmla="*/ 1143983 h 1212067"/>
                <a:gd name="connsiteX1859" fmla="*/ 1126856 w 1385794"/>
                <a:gd name="connsiteY1859" fmla="*/ 1143109 h 1212067"/>
                <a:gd name="connsiteX1860" fmla="*/ 1125544 w 1385794"/>
                <a:gd name="connsiteY1860" fmla="*/ 1143109 h 1212067"/>
                <a:gd name="connsiteX1861" fmla="*/ 1122818 w 1385794"/>
                <a:gd name="connsiteY1861" fmla="*/ 1143983 h 1212067"/>
                <a:gd name="connsiteX1862" fmla="*/ 1121303 w 1385794"/>
                <a:gd name="connsiteY1862" fmla="*/ 1143983 h 1212067"/>
                <a:gd name="connsiteX1863" fmla="*/ 1120664 w 1385794"/>
                <a:gd name="connsiteY1863" fmla="*/ 1142739 h 1212067"/>
                <a:gd name="connsiteX1864" fmla="*/ 1117938 w 1385794"/>
                <a:gd name="connsiteY1864" fmla="*/ 1141595 h 1212067"/>
                <a:gd name="connsiteX1865" fmla="*/ 1114572 w 1385794"/>
                <a:gd name="connsiteY1865" fmla="*/ 1139408 h 1212067"/>
                <a:gd name="connsiteX1866" fmla="*/ 1110669 w 1385794"/>
                <a:gd name="connsiteY1866" fmla="*/ 1139408 h 1212067"/>
                <a:gd name="connsiteX1867" fmla="*/ 1108481 w 1385794"/>
                <a:gd name="connsiteY1867" fmla="*/ 1138870 h 1212067"/>
                <a:gd name="connsiteX1868" fmla="*/ 1104140 w 1385794"/>
                <a:gd name="connsiteY1868" fmla="*/ 1136919 h 1212067"/>
                <a:gd name="connsiteX1869" fmla="*/ 1103366 w 1385794"/>
                <a:gd name="connsiteY1869" fmla="*/ 1134329 h 1212067"/>
                <a:gd name="connsiteX1870" fmla="*/ 1103399 w 1385794"/>
                <a:gd name="connsiteY1870" fmla="*/ 1130965 h 1212067"/>
                <a:gd name="connsiteX1871" fmla="*/ 1103938 w 1385794"/>
                <a:gd name="connsiteY1871" fmla="*/ 1128240 h 1212067"/>
                <a:gd name="connsiteX1872" fmla="*/ 1106327 w 1385794"/>
                <a:gd name="connsiteY1872" fmla="*/ 1127163 h 1212067"/>
                <a:gd name="connsiteX1873" fmla="*/ 1111880 w 1385794"/>
                <a:gd name="connsiteY1873" fmla="*/ 1124876 h 1212067"/>
                <a:gd name="connsiteX1874" fmla="*/ 1115044 w 1385794"/>
                <a:gd name="connsiteY1874" fmla="*/ 1124001 h 1212067"/>
                <a:gd name="connsiteX1875" fmla="*/ 1115044 w 1385794"/>
                <a:gd name="connsiteY1875" fmla="*/ 1119325 h 1212067"/>
                <a:gd name="connsiteX1876" fmla="*/ 1116020 w 1385794"/>
                <a:gd name="connsiteY1876" fmla="*/ 1115188 h 1212067"/>
                <a:gd name="connsiteX1877" fmla="*/ 1116996 w 1385794"/>
                <a:gd name="connsiteY1877" fmla="*/ 1111487 h 1212067"/>
                <a:gd name="connsiteX1878" fmla="*/ 1118174 w 1385794"/>
                <a:gd name="connsiteY1878" fmla="*/ 1108224 h 1212067"/>
                <a:gd name="connsiteX1879" fmla="*/ 1119688 w 1385794"/>
                <a:gd name="connsiteY1879" fmla="*/ 1106374 h 1212067"/>
                <a:gd name="connsiteX1880" fmla="*/ 1124366 w 1385794"/>
                <a:gd name="connsiteY1880" fmla="*/ 1104524 h 1212067"/>
                <a:gd name="connsiteX1881" fmla="*/ 1127530 w 1385794"/>
                <a:gd name="connsiteY1881" fmla="*/ 1102909 h 1212067"/>
                <a:gd name="connsiteX1882" fmla="*/ 1129481 w 1385794"/>
                <a:gd name="connsiteY1882" fmla="*/ 1100857 h 1212067"/>
                <a:gd name="connsiteX1883" fmla="*/ 1131770 w 1385794"/>
                <a:gd name="connsiteY1883" fmla="*/ 1098368 h 1212067"/>
                <a:gd name="connsiteX1884" fmla="*/ 1133284 w 1385794"/>
                <a:gd name="connsiteY1884" fmla="*/ 1097056 h 1212067"/>
                <a:gd name="connsiteX1885" fmla="*/ 1137188 w 1385794"/>
                <a:gd name="connsiteY1885" fmla="*/ 1097291 h 1212067"/>
                <a:gd name="connsiteX1886" fmla="*/ 1139039 w 1385794"/>
                <a:gd name="connsiteY1886" fmla="*/ 1099781 h 1212067"/>
                <a:gd name="connsiteX1887" fmla="*/ 1141227 w 1385794"/>
                <a:gd name="connsiteY1887" fmla="*/ 1101631 h 1212067"/>
                <a:gd name="connsiteX1888" fmla="*/ 1143314 w 1385794"/>
                <a:gd name="connsiteY1888" fmla="*/ 1104019 h 1212067"/>
                <a:gd name="connsiteX1889" fmla="*/ 1148193 w 1385794"/>
                <a:gd name="connsiteY1889" fmla="*/ 1106071 h 1212067"/>
                <a:gd name="connsiteX1890" fmla="*/ 1149169 w 1385794"/>
                <a:gd name="connsiteY1890" fmla="*/ 1104995 h 1212067"/>
                <a:gd name="connsiteX1891" fmla="*/ 1151761 w 1385794"/>
                <a:gd name="connsiteY1891" fmla="*/ 1103346 h 1212067"/>
                <a:gd name="connsiteX1892" fmla="*/ 1154251 w 1385794"/>
                <a:gd name="connsiteY1892" fmla="*/ 1103010 h 1212067"/>
                <a:gd name="connsiteX1893" fmla="*/ 1157179 w 1385794"/>
                <a:gd name="connsiteY1893" fmla="*/ 1103649 h 1212067"/>
                <a:gd name="connsiteX1894" fmla="*/ 1159266 w 1385794"/>
                <a:gd name="connsiteY1894" fmla="*/ 1104524 h 1212067"/>
                <a:gd name="connsiteX1895" fmla="*/ 1161756 w 1385794"/>
                <a:gd name="connsiteY1895" fmla="*/ 1103885 h 1212067"/>
                <a:gd name="connsiteX1896" fmla="*/ 1163372 w 1385794"/>
                <a:gd name="connsiteY1896" fmla="*/ 1102034 h 1212067"/>
                <a:gd name="connsiteX1897" fmla="*/ 1165122 w 1385794"/>
                <a:gd name="connsiteY1897" fmla="*/ 1099983 h 1212067"/>
                <a:gd name="connsiteX1898" fmla="*/ 1166973 w 1385794"/>
                <a:gd name="connsiteY1898" fmla="*/ 1098570 h 1212067"/>
                <a:gd name="connsiteX1899" fmla="*/ 1169160 w 1385794"/>
                <a:gd name="connsiteY1899" fmla="*/ 1099545 h 1212067"/>
                <a:gd name="connsiteX1900" fmla="*/ 1169699 w 1385794"/>
                <a:gd name="connsiteY1900" fmla="*/ 1102034 h 1212067"/>
                <a:gd name="connsiteX1901" fmla="*/ 1169934 w 1385794"/>
                <a:gd name="connsiteY1901" fmla="*/ 1103111 h 1212067"/>
                <a:gd name="connsiteX1902" fmla="*/ 1170136 w 1385794"/>
                <a:gd name="connsiteY1902" fmla="*/ 1105600 h 1212067"/>
                <a:gd name="connsiteX1903" fmla="*/ 1170675 w 1385794"/>
                <a:gd name="connsiteY1903" fmla="*/ 1108527 h 1212067"/>
                <a:gd name="connsiteX1904" fmla="*/ 1171550 w 1385794"/>
                <a:gd name="connsiteY1904" fmla="*/ 1109301 h 1212067"/>
                <a:gd name="connsiteX1905" fmla="*/ 1173603 w 1385794"/>
                <a:gd name="connsiteY1905" fmla="*/ 1111689 h 1212067"/>
                <a:gd name="connsiteX1906" fmla="*/ 1176968 w 1385794"/>
                <a:gd name="connsiteY1906" fmla="*/ 1113001 h 1212067"/>
                <a:gd name="connsiteX1907" fmla="*/ 1179593 w 1385794"/>
                <a:gd name="connsiteY1907" fmla="*/ 1111925 h 1212067"/>
                <a:gd name="connsiteX1908" fmla="*/ 1180367 w 1385794"/>
                <a:gd name="connsiteY1908" fmla="*/ 1111285 h 1212067"/>
                <a:gd name="connsiteX1909" fmla="*/ 1181983 w 1385794"/>
                <a:gd name="connsiteY1909" fmla="*/ 1109099 h 1212067"/>
                <a:gd name="connsiteX1910" fmla="*/ 1183935 w 1385794"/>
                <a:gd name="connsiteY1910" fmla="*/ 1105836 h 1212067"/>
                <a:gd name="connsiteX1911" fmla="*/ 1185146 w 1385794"/>
                <a:gd name="connsiteY1911" fmla="*/ 1101496 h 1212067"/>
                <a:gd name="connsiteX1912" fmla="*/ 1184507 w 1385794"/>
                <a:gd name="connsiteY1912" fmla="*/ 1097157 h 1212067"/>
                <a:gd name="connsiteX1913" fmla="*/ 1182218 w 1385794"/>
                <a:gd name="connsiteY1913" fmla="*/ 1094869 h 1212067"/>
                <a:gd name="connsiteX1914" fmla="*/ 1177439 w 1385794"/>
                <a:gd name="connsiteY1914" fmla="*/ 1095307 h 1212067"/>
                <a:gd name="connsiteX1915" fmla="*/ 1174511 w 1385794"/>
                <a:gd name="connsiteY1915" fmla="*/ 1093793 h 1212067"/>
                <a:gd name="connsiteX1916" fmla="*/ 1176564 w 1385794"/>
                <a:gd name="connsiteY1916" fmla="*/ 1089554 h 1212067"/>
                <a:gd name="connsiteX1917" fmla="*/ 1176901 w 1385794"/>
                <a:gd name="connsiteY1917" fmla="*/ 1088141 h 1212067"/>
                <a:gd name="connsiteX1918" fmla="*/ 1175050 w 1385794"/>
                <a:gd name="connsiteY1918" fmla="*/ 1086829 h 1212067"/>
                <a:gd name="connsiteX1919" fmla="*/ 1174175 w 1385794"/>
                <a:gd name="connsiteY1919" fmla="*/ 1084004 h 1212067"/>
                <a:gd name="connsiteX1920" fmla="*/ 1174175 w 1385794"/>
                <a:gd name="connsiteY1920" fmla="*/ 1080741 h 1212067"/>
                <a:gd name="connsiteX1921" fmla="*/ 1174915 w 1385794"/>
                <a:gd name="connsiteY1921" fmla="*/ 1076939 h 1212067"/>
                <a:gd name="connsiteX1922" fmla="*/ 1174040 w 1385794"/>
                <a:gd name="connsiteY1922" fmla="*/ 1074450 h 1212067"/>
                <a:gd name="connsiteX1923" fmla="*/ 1172963 w 1385794"/>
                <a:gd name="connsiteY1923" fmla="*/ 1073575 h 1212067"/>
                <a:gd name="connsiteX1924" fmla="*/ 1170910 w 1385794"/>
                <a:gd name="connsiteY1924" fmla="*/ 1070750 h 1212067"/>
                <a:gd name="connsiteX1925" fmla="*/ 1168958 w 1385794"/>
                <a:gd name="connsiteY1925" fmla="*/ 1064762 h 1212067"/>
                <a:gd name="connsiteX1926" fmla="*/ 1168958 w 1385794"/>
                <a:gd name="connsiteY1926" fmla="*/ 1059548 h 1212067"/>
                <a:gd name="connsiteX1927" fmla="*/ 1169396 w 1385794"/>
                <a:gd name="connsiteY1927" fmla="*/ 1055511 h 1212067"/>
                <a:gd name="connsiteX1928" fmla="*/ 1171886 w 1385794"/>
                <a:gd name="connsiteY1928" fmla="*/ 1053459 h 1212067"/>
                <a:gd name="connsiteX1929" fmla="*/ 1174175 w 1385794"/>
                <a:gd name="connsiteY1929" fmla="*/ 1050835 h 1212067"/>
                <a:gd name="connsiteX1930" fmla="*/ 1177204 w 1385794"/>
                <a:gd name="connsiteY1930" fmla="*/ 1047236 h 1212067"/>
                <a:gd name="connsiteX1931" fmla="*/ 1178617 w 1385794"/>
                <a:gd name="connsiteY1931" fmla="*/ 1045284 h 1212067"/>
                <a:gd name="connsiteX1932" fmla="*/ 1180468 w 1385794"/>
                <a:gd name="connsiteY1932" fmla="*/ 1043872 h 1212067"/>
                <a:gd name="connsiteX1933" fmla="*/ 1184372 w 1385794"/>
                <a:gd name="connsiteY1933" fmla="*/ 1043872 h 1212067"/>
                <a:gd name="connsiteX1934" fmla="*/ 1188276 w 1385794"/>
                <a:gd name="connsiteY1934" fmla="*/ 1043098 h 1212067"/>
                <a:gd name="connsiteX1935" fmla="*/ 1188916 w 1385794"/>
                <a:gd name="connsiteY1935" fmla="*/ 1040810 h 1212067"/>
                <a:gd name="connsiteX1936" fmla="*/ 1187603 w 1385794"/>
                <a:gd name="connsiteY1936" fmla="*/ 1038321 h 1212067"/>
                <a:gd name="connsiteX1937" fmla="*/ 1185752 w 1385794"/>
                <a:gd name="connsiteY1937" fmla="*/ 1036908 h 1212067"/>
                <a:gd name="connsiteX1938" fmla="*/ 1182151 w 1385794"/>
                <a:gd name="connsiteY1938" fmla="*/ 1035294 h 1212067"/>
                <a:gd name="connsiteX1939" fmla="*/ 1177708 w 1385794"/>
                <a:gd name="connsiteY1939" fmla="*/ 1034217 h 1212067"/>
                <a:gd name="connsiteX1940" fmla="*/ 1175790 w 1385794"/>
                <a:gd name="connsiteY1940" fmla="*/ 1033578 h 1212067"/>
                <a:gd name="connsiteX1941" fmla="*/ 1175790 w 1385794"/>
                <a:gd name="connsiteY1941" fmla="*/ 1031089 h 1212067"/>
                <a:gd name="connsiteX1942" fmla="*/ 1178718 w 1385794"/>
                <a:gd name="connsiteY1942" fmla="*/ 1029440 h 1212067"/>
                <a:gd name="connsiteX1943" fmla="*/ 1180132 w 1385794"/>
                <a:gd name="connsiteY1943" fmla="*/ 1028364 h 1212067"/>
                <a:gd name="connsiteX1944" fmla="*/ 1183396 w 1385794"/>
                <a:gd name="connsiteY1944" fmla="*/ 1026850 h 1212067"/>
                <a:gd name="connsiteX1945" fmla="*/ 1185348 w 1385794"/>
                <a:gd name="connsiteY1945" fmla="*/ 1025773 h 1212067"/>
                <a:gd name="connsiteX1946" fmla="*/ 1190565 w 1385794"/>
                <a:gd name="connsiteY1946" fmla="*/ 1025773 h 1212067"/>
                <a:gd name="connsiteX1947" fmla="*/ 1193594 w 1385794"/>
                <a:gd name="connsiteY1947" fmla="*/ 1025773 h 1212067"/>
                <a:gd name="connsiteX1948" fmla="*/ 1195781 w 1385794"/>
                <a:gd name="connsiteY1948" fmla="*/ 1024630 h 1212067"/>
                <a:gd name="connsiteX1949" fmla="*/ 1196757 w 1385794"/>
                <a:gd name="connsiteY1949" fmla="*/ 1022510 h 1212067"/>
                <a:gd name="connsiteX1950" fmla="*/ 1196959 w 1385794"/>
                <a:gd name="connsiteY1950" fmla="*/ 1019483 h 1212067"/>
                <a:gd name="connsiteX1951" fmla="*/ 1194031 w 1385794"/>
                <a:gd name="connsiteY1951" fmla="*/ 1016994 h 1212067"/>
                <a:gd name="connsiteX1952" fmla="*/ 1192281 w 1385794"/>
                <a:gd name="connsiteY1952" fmla="*/ 1015076 h 1212067"/>
                <a:gd name="connsiteX1953" fmla="*/ 1190093 w 1385794"/>
                <a:gd name="connsiteY1953" fmla="*/ 1013630 h 1212067"/>
                <a:gd name="connsiteX1954" fmla="*/ 1186324 w 1385794"/>
                <a:gd name="connsiteY1954" fmla="*/ 1008853 h 1212067"/>
                <a:gd name="connsiteX1955" fmla="*/ 1184305 w 1385794"/>
                <a:gd name="connsiteY1955" fmla="*/ 1004210 h 1212067"/>
                <a:gd name="connsiteX1956" fmla="*/ 1181545 w 1385794"/>
                <a:gd name="connsiteY1956" fmla="*/ 1002629 h 1212067"/>
                <a:gd name="connsiteX1957" fmla="*/ 1177776 w 1385794"/>
                <a:gd name="connsiteY1957" fmla="*/ 1000880 h 1212067"/>
                <a:gd name="connsiteX1958" fmla="*/ 1174545 w 1385794"/>
                <a:gd name="connsiteY1958" fmla="*/ 998828 h 1212067"/>
                <a:gd name="connsiteX1959" fmla="*/ 1171348 w 1385794"/>
                <a:gd name="connsiteY1959" fmla="*/ 997449 h 1212067"/>
                <a:gd name="connsiteX1960" fmla="*/ 1169329 w 1385794"/>
                <a:gd name="connsiteY1960" fmla="*/ 998761 h 1212067"/>
                <a:gd name="connsiteX1961" fmla="*/ 1167141 w 1385794"/>
                <a:gd name="connsiteY1961" fmla="*/ 998761 h 1212067"/>
                <a:gd name="connsiteX1962" fmla="*/ 1164819 w 1385794"/>
                <a:gd name="connsiteY1962" fmla="*/ 996574 h 1212067"/>
                <a:gd name="connsiteX1963" fmla="*/ 1164078 w 1385794"/>
                <a:gd name="connsiteY1963" fmla="*/ 993378 h 1212067"/>
                <a:gd name="connsiteX1964" fmla="*/ 1164953 w 1385794"/>
                <a:gd name="connsiteY1964" fmla="*/ 990486 h 1212067"/>
                <a:gd name="connsiteX1965" fmla="*/ 1164953 w 1385794"/>
                <a:gd name="connsiteY1965" fmla="*/ 987021 h 1212067"/>
                <a:gd name="connsiteX1966" fmla="*/ 1164953 w 1385794"/>
                <a:gd name="connsiteY1966" fmla="*/ 984565 h 1212067"/>
                <a:gd name="connsiteX1967" fmla="*/ 1165694 w 1385794"/>
                <a:gd name="connsiteY1967" fmla="*/ 981369 h 1212067"/>
                <a:gd name="connsiteX1968" fmla="*/ 1167578 w 1385794"/>
                <a:gd name="connsiteY1968" fmla="*/ 978611 h 1212067"/>
                <a:gd name="connsiteX1969" fmla="*/ 1168319 w 1385794"/>
                <a:gd name="connsiteY1969" fmla="*/ 976861 h 1212067"/>
                <a:gd name="connsiteX1970" fmla="*/ 1169901 w 1385794"/>
                <a:gd name="connsiteY1970" fmla="*/ 974406 h 1212067"/>
                <a:gd name="connsiteX1971" fmla="*/ 1170607 w 1385794"/>
                <a:gd name="connsiteY1971" fmla="*/ 973531 h 1212067"/>
                <a:gd name="connsiteX1972" fmla="*/ 1172055 w 1385794"/>
                <a:gd name="connsiteY1972" fmla="*/ 971950 h 1212067"/>
                <a:gd name="connsiteX1973" fmla="*/ 1174511 w 1385794"/>
                <a:gd name="connsiteY1973" fmla="*/ 970504 h 1212067"/>
                <a:gd name="connsiteX1974" fmla="*/ 1177103 w 1385794"/>
                <a:gd name="connsiteY1974" fmla="*/ 970504 h 1212067"/>
                <a:gd name="connsiteX1975" fmla="*/ 1180300 w 1385794"/>
                <a:gd name="connsiteY1975" fmla="*/ 970504 h 1212067"/>
                <a:gd name="connsiteX1976" fmla="*/ 1182757 w 1385794"/>
                <a:gd name="connsiteY1976" fmla="*/ 969763 h 1212067"/>
                <a:gd name="connsiteX1977" fmla="*/ 1183632 w 1385794"/>
                <a:gd name="connsiteY1977" fmla="*/ 968620 h 1212067"/>
                <a:gd name="connsiteX1978" fmla="*/ 1183766 w 1385794"/>
                <a:gd name="connsiteY1978" fmla="*/ 967039 h 1212067"/>
                <a:gd name="connsiteX1979" fmla="*/ 1184204 w 1385794"/>
                <a:gd name="connsiteY1979" fmla="*/ 964280 h 1212067"/>
                <a:gd name="connsiteX1980" fmla="*/ 1184069 w 1385794"/>
                <a:gd name="connsiteY1980" fmla="*/ 962699 h 1212067"/>
                <a:gd name="connsiteX1981" fmla="*/ 1183497 w 1385794"/>
                <a:gd name="connsiteY1981" fmla="*/ 960075 h 1212067"/>
                <a:gd name="connsiteX1982" fmla="*/ 1182353 w 1385794"/>
                <a:gd name="connsiteY1982" fmla="*/ 958763 h 1212067"/>
                <a:gd name="connsiteX1983" fmla="*/ 1179156 w 1385794"/>
                <a:gd name="connsiteY1983" fmla="*/ 954693 h 1212067"/>
                <a:gd name="connsiteX1984" fmla="*/ 1177843 w 1385794"/>
                <a:gd name="connsiteY1984" fmla="*/ 952675 h 1212067"/>
                <a:gd name="connsiteX1985" fmla="*/ 1177103 w 1385794"/>
                <a:gd name="connsiteY1985" fmla="*/ 947023 h 1212067"/>
                <a:gd name="connsiteX1986" fmla="*/ 1177103 w 1385794"/>
                <a:gd name="connsiteY1986" fmla="*/ 943390 h 1212067"/>
                <a:gd name="connsiteX1987" fmla="*/ 1178920 w 1385794"/>
                <a:gd name="connsiteY1987" fmla="*/ 938041 h 1212067"/>
                <a:gd name="connsiteX1988" fmla="*/ 1179997 w 1385794"/>
                <a:gd name="connsiteY1988" fmla="*/ 935855 h 1212067"/>
                <a:gd name="connsiteX1989" fmla="*/ 1189286 w 1385794"/>
                <a:gd name="connsiteY1989" fmla="*/ 935720 h 1212067"/>
                <a:gd name="connsiteX1990" fmla="*/ 1195243 w 1385794"/>
                <a:gd name="connsiteY1990" fmla="*/ 934274 h 1212067"/>
                <a:gd name="connsiteX1991" fmla="*/ 1201199 w 1385794"/>
                <a:gd name="connsiteY1991" fmla="*/ 936595 h 1212067"/>
                <a:gd name="connsiteX1992" fmla="*/ 1204969 w 1385794"/>
                <a:gd name="connsiteY1992" fmla="*/ 935283 h 1212067"/>
                <a:gd name="connsiteX1993" fmla="*/ 1207560 w 1385794"/>
                <a:gd name="connsiteY1993" fmla="*/ 933096 h 1212067"/>
                <a:gd name="connsiteX1994" fmla="*/ 1214964 w 1385794"/>
                <a:gd name="connsiteY1994" fmla="*/ 932793 h 1212067"/>
                <a:gd name="connsiteX1995" fmla="*/ 1222065 w 1385794"/>
                <a:gd name="connsiteY1995" fmla="*/ 933231 h 1212067"/>
                <a:gd name="connsiteX1996" fmla="*/ 1225834 w 1385794"/>
                <a:gd name="connsiteY1996" fmla="*/ 937436 h 1212067"/>
                <a:gd name="connsiteX1997" fmla="*/ 1231186 w 1385794"/>
                <a:gd name="connsiteY1997" fmla="*/ 940060 h 1212067"/>
                <a:gd name="connsiteX1998" fmla="*/ 1235089 w 1385794"/>
                <a:gd name="connsiteY1998" fmla="*/ 943693 h 1212067"/>
                <a:gd name="connsiteX1999" fmla="*/ 1231758 w 1385794"/>
                <a:gd name="connsiteY1999" fmla="*/ 946149 h 1212067"/>
                <a:gd name="connsiteX2000" fmla="*/ 1233642 w 1385794"/>
                <a:gd name="connsiteY2000" fmla="*/ 950488 h 1212067"/>
                <a:gd name="connsiteX2001" fmla="*/ 1237849 w 1385794"/>
                <a:gd name="connsiteY2001" fmla="*/ 955568 h 1212067"/>
                <a:gd name="connsiteX2002" fmla="*/ 1243200 w 1385794"/>
                <a:gd name="connsiteY2002" fmla="*/ 959200 h 1212067"/>
                <a:gd name="connsiteX2003" fmla="*/ 1247104 w 1385794"/>
                <a:gd name="connsiteY2003" fmla="*/ 960075 h 1212067"/>
                <a:gd name="connsiteX2004" fmla="*/ 1248114 w 1385794"/>
                <a:gd name="connsiteY2004" fmla="*/ 957317 h 1212067"/>
                <a:gd name="connsiteX2005" fmla="*/ 1249124 w 1385794"/>
                <a:gd name="connsiteY2005" fmla="*/ 951968 h 1212067"/>
                <a:gd name="connsiteX2006" fmla="*/ 1252725 w 1385794"/>
                <a:gd name="connsiteY2006" fmla="*/ 951262 h 1212067"/>
                <a:gd name="connsiteX2007" fmla="*/ 1255350 w 1385794"/>
                <a:gd name="connsiteY2007" fmla="*/ 953717 h 1212067"/>
                <a:gd name="connsiteX2008" fmla="*/ 1261138 w 1385794"/>
                <a:gd name="connsiteY2008" fmla="*/ 957350 h 1212067"/>
                <a:gd name="connsiteX2009" fmla="*/ 1265177 w 1385794"/>
                <a:gd name="connsiteY2009" fmla="*/ 956644 h 1212067"/>
                <a:gd name="connsiteX2010" fmla="*/ 1270696 w 1385794"/>
                <a:gd name="connsiteY2010" fmla="*/ 956644 h 1212067"/>
                <a:gd name="connsiteX2011" fmla="*/ 1273893 w 1385794"/>
                <a:gd name="connsiteY2011" fmla="*/ 953886 h 1212067"/>
                <a:gd name="connsiteX2012" fmla="*/ 1274768 w 1385794"/>
                <a:gd name="connsiteY2012" fmla="*/ 950858 h 1212067"/>
                <a:gd name="connsiteX2013" fmla="*/ 1275071 w 1385794"/>
                <a:gd name="connsiteY2013" fmla="*/ 947090 h 1212067"/>
                <a:gd name="connsiteX2014" fmla="*/ 1278100 w 1385794"/>
                <a:gd name="connsiteY2014" fmla="*/ 946788 h 1212067"/>
                <a:gd name="connsiteX2015" fmla="*/ 1281432 w 1385794"/>
                <a:gd name="connsiteY2015" fmla="*/ 948806 h 1212067"/>
                <a:gd name="connsiteX2016" fmla="*/ 1281432 w 1385794"/>
                <a:gd name="connsiteY2016" fmla="*/ 950993 h 1212067"/>
                <a:gd name="connsiteX2017" fmla="*/ 1283821 w 1385794"/>
                <a:gd name="connsiteY2017" fmla="*/ 953314 h 1212067"/>
                <a:gd name="connsiteX2018" fmla="*/ 1287523 w 1385794"/>
                <a:gd name="connsiteY2018" fmla="*/ 951733 h 1212067"/>
                <a:gd name="connsiteX2019" fmla="*/ 1290721 w 1385794"/>
                <a:gd name="connsiteY2019" fmla="*/ 949411 h 1212067"/>
                <a:gd name="connsiteX2020" fmla="*/ 1294793 w 1385794"/>
                <a:gd name="connsiteY2020" fmla="*/ 949411 h 1212067"/>
                <a:gd name="connsiteX2021" fmla="*/ 1299134 w 1385794"/>
                <a:gd name="connsiteY2021" fmla="*/ 947965 h 1212067"/>
                <a:gd name="connsiteX2022" fmla="*/ 1304216 w 1385794"/>
                <a:gd name="connsiteY2022" fmla="*/ 946956 h 1212067"/>
                <a:gd name="connsiteX2023" fmla="*/ 1308255 w 1385794"/>
                <a:gd name="connsiteY2023" fmla="*/ 944803 h 1212067"/>
                <a:gd name="connsiteX2024" fmla="*/ 1310442 w 1385794"/>
                <a:gd name="connsiteY2024" fmla="*/ 943794 h 1212067"/>
                <a:gd name="connsiteX2025" fmla="*/ 1310745 w 1385794"/>
                <a:gd name="connsiteY2025" fmla="*/ 941910 h 1212067"/>
                <a:gd name="connsiteX2026" fmla="*/ 1305663 w 1385794"/>
                <a:gd name="connsiteY2026" fmla="*/ 936830 h 1212067"/>
                <a:gd name="connsiteX2027" fmla="*/ 1304216 w 1385794"/>
                <a:gd name="connsiteY2027" fmla="*/ 940295 h 1212067"/>
                <a:gd name="connsiteX2028" fmla="*/ 1299000 w 1385794"/>
                <a:gd name="connsiteY2028" fmla="*/ 941876 h 1212067"/>
                <a:gd name="connsiteX2029" fmla="*/ 1295971 w 1385794"/>
                <a:gd name="connsiteY2029" fmla="*/ 939421 h 1212067"/>
                <a:gd name="connsiteX2030" fmla="*/ 1294221 w 1385794"/>
                <a:gd name="connsiteY2030" fmla="*/ 935653 h 1212067"/>
                <a:gd name="connsiteX2031" fmla="*/ 1292033 w 1385794"/>
                <a:gd name="connsiteY2031" fmla="*/ 933466 h 1212067"/>
                <a:gd name="connsiteX2032" fmla="*/ 1289408 w 1385794"/>
                <a:gd name="connsiteY2032" fmla="*/ 932020 h 1212067"/>
                <a:gd name="connsiteX2033" fmla="*/ 1284898 w 1385794"/>
                <a:gd name="connsiteY2033" fmla="*/ 928118 h 1212067"/>
                <a:gd name="connsiteX2034" fmla="*/ 1283148 w 1385794"/>
                <a:gd name="connsiteY2034" fmla="*/ 923913 h 1212067"/>
                <a:gd name="connsiteX2035" fmla="*/ 1283283 w 1385794"/>
                <a:gd name="connsiteY2035" fmla="*/ 919573 h 1212067"/>
                <a:gd name="connsiteX2036" fmla="*/ 1287355 w 1385794"/>
                <a:gd name="connsiteY2036" fmla="*/ 921322 h 1212067"/>
                <a:gd name="connsiteX2037" fmla="*/ 1291427 w 1385794"/>
                <a:gd name="connsiteY2037" fmla="*/ 922466 h 1212067"/>
                <a:gd name="connsiteX2038" fmla="*/ 1292000 w 1385794"/>
                <a:gd name="connsiteY2038" fmla="*/ 920145 h 1212067"/>
                <a:gd name="connsiteX2039" fmla="*/ 1291697 w 1385794"/>
                <a:gd name="connsiteY2039" fmla="*/ 915805 h 1212067"/>
                <a:gd name="connsiteX2040" fmla="*/ 1289947 w 1385794"/>
                <a:gd name="connsiteY2040" fmla="*/ 912172 h 1212067"/>
                <a:gd name="connsiteX2041" fmla="*/ 1289812 w 1385794"/>
                <a:gd name="connsiteY2041" fmla="*/ 908708 h 1212067"/>
                <a:gd name="connsiteX2042" fmla="*/ 1292000 w 1385794"/>
                <a:gd name="connsiteY2042" fmla="*/ 907396 h 1212067"/>
                <a:gd name="connsiteX2043" fmla="*/ 1296644 w 1385794"/>
                <a:gd name="connsiteY2043" fmla="*/ 910726 h 1212067"/>
                <a:gd name="connsiteX2044" fmla="*/ 1300851 w 1385794"/>
                <a:gd name="connsiteY2044" fmla="*/ 914056 h 1212067"/>
                <a:gd name="connsiteX2045" fmla="*/ 1308827 w 1385794"/>
                <a:gd name="connsiteY2045" fmla="*/ 915368 h 1212067"/>
                <a:gd name="connsiteX2046" fmla="*/ 1313168 w 1385794"/>
                <a:gd name="connsiteY2046" fmla="*/ 918261 h 1212067"/>
                <a:gd name="connsiteX2047" fmla="*/ 1316500 w 1385794"/>
                <a:gd name="connsiteY2047" fmla="*/ 920145 h 1212067"/>
                <a:gd name="connsiteX2048" fmla="*/ 1318957 w 1385794"/>
                <a:gd name="connsiteY2048" fmla="*/ 918127 h 1212067"/>
                <a:gd name="connsiteX2049" fmla="*/ 1322861 w 1385794"/>
                <a:gd name="connsiteY2049" fmla="*/ 916108 h 1212067"/>
                <a:gd name="connsiteX2050" fmla="*/ 1327068 w 1385794"/>
                <a:gd name="connsiteY2050" fmla="*/ 914561 h 1212067"/>
                <a:gd name="connsiteX2051" fmla="*/ 1328649 w 1385794"/>
                <a:gd name="connsiteY2051" fmla="*/ 911769 h 1212067"/>
                <a:gd name="connsiteX2052" fmla="*/ 1331981 w 1385794"/>
                <a:gd name="connsiteY2052" fmla="*/ 908741 h 1212067"/>
                <a:gd name="connsiteX2053" fmla="*/ 1337770 w 1385794"/>
                <a:gd name="connsiteY2053" fmla="*/ 910053 h 1212067"/>
                <a:gd name="connsiteX2054" fmla="*/ 1341236 w 1385794"/>
                <a:gd name="connsiteY2054" fmla="*/ 910490 h 1212067"/>
                <a:gd name="connsiteX2055" fmla="*/ 1344871 w 1385794"/>
                <a:gd name="connsiteY2055" fmla="*/ 913821 h 1212067"/>
                <a:gd name="connsiteX2056" fmla="*/ 1350087 w 1385794"/>
                <a:gd name="connsiteY2056" fmla="*/ 914595 h 1212067"/>
                <a:gd name="connsiteX2057" fmla="*/ 1354732 w 1385794"/>
                <a:gd name="connsiteY2057" fmla="*/ 912946 h 1212067"/>
                <a:gd name="connsiteX2058" fmla="*/ 1357491 w 1385794"/>
                <a:gd name="connsiteY2058" fmla="*/ 912374 h 1212067"/>
                <a:gd name="connsiteX2059" fmla="*/ 1361833 w 1385794"/>
                <a:gd name="connsiteY2059" fmla="*/ 914393 h 1212067"/>
                <a:gd name="connsiteX2060" fmla="*/ 1368799 w 1385794"/>
                <a:gd name="connsiteY2060" fmla="*/ 914393 h 1212067"/>
                <a:gd name="connsiteX2061" fmla="*/ 1371121 w 1385794"/>
                <a:gd name="connsiteY2061" fmla="*/ 911062 h 1212067"/>
                <a:gd name="connsiteX2062" fmla="*/ 1369809 w 1385794"/>
                <a:gd name="connsiteY2062" fmla="*/ 905983 h 1212067"/>
                <a:gd name="connsiteX2063" fmla="*/ 1368631 w 1385794"/>
                <a:gd name="connsiteY2063" fmla="*/ 902350 h 1212067"/>
                <a:gd name="connsiteX2064" fmla="*/ 1370078 w 1385794"/>
                <a:gd name="connsiteY2064" fmla="*/ 897270 h 1212067"/>
                <a:gd name="connsiteX2065" fmla="*/ 1369943 w 1385794"/>
                <a:gd name="connsiteY2065" fmla="*/ 893805 h 1212067"/>
                <a:gd name="connsiteX2066" fmla="*/ 1372703 w 1385794"/>
                <a:gd name="connsiteY2066" fmla="*/ 890609 h 1212067"/>
                <a:gd name="connsiteX2067" fmla="*/ 1375732 w 1385794"/>
                <a:gd name="connsiteY2067" fmla="*/ 890609 h 1212067"/>
                <a:gd name="connsiteX2068" fmla="*/ 1376876 w 1385794"/>
                <a:gd name="connsiteY2068" fmla="*/ 889028 h 1212067"/>
                <a:gd name="connsiteX2069" fmla="*/ 1374857 w 1385794"/>
                <a:gd name="connsiteY2069" fmla="*/ 885563 h 1212067"/>
                <a:gd name="connsiteX2070" fmla="*/ 1372535 w 1385794"/>
                <a:gd name="connsiteY2070" fmla="*/ 883242 h 1212067"/>
                <a:gd name="connsiteX2071" fmla="*/ 1367756 w 1385794"/>
                <a:gd name="connsiteY2071" fmla="*/ 877288 h 1212067"/>
                <a:gd name="connsiteX2072" fmla="*/ 1366612 w 1385794"/>
                <a:gd name="connsiteY2072" fmla="*/ 871334 h 1212067"/>
                <a:gd name="connsiteX2073" fmla="*/ 1365198 w 1385794"/>
                <a:gd name="connsiteY2073" fmla="*/ 866591 h 1212067"/>
                <a:gd name="connsiteX2074" fmla="*/ 1365434 w 1385794"/>
                <a:gd name="connsiteY2074" fmla="*/ 862453 h 1212067"/>
                <a:gd name="connsiteX2075" fmla="*/ 1365097 w 1385794"/>
                <a:gd name="connsiteY2075" fmla="*/ 857575 h 1212067"/>
                <a:gd name="connsiteX2076" fmla="*/ 1364895 w 1385794"/>
                <a:gd name="connsiteY2076" fmla="*/ 855523 h 1212067"/>
                <a:gd name="connsiteX2077" fmla="*/ 1364996 w 1385794"/>
                <a:gd name="connsiteY2077" fmla="*/ 852496 h 1212067"/>
                <a:gd name="connsiteX2078" fmla="*/ 1365232 w 1385794"/>
                <a:gd name="connsiteY2078" fmla="*/ 848594 h 1212067"/>
                <a:gd name="connsiteX2079" fmla="*/ 1365468 w 1385794"/>
                <a:gd name="connsiteY2079" fmla="*/ 845532 h 1212067"/>
                <a:gd name="connsiteX2080" fmla="*/ 1365905 w 1385794"/>
                <a:gd name="connsiteY2080" fmla="*/ 843245 h 1212067"/>
                <a:gd name="connsiteX2081" fmla="*/ 1367655 w 1385794"/>
                <a:gd name="connsiteY2081" fmla="*/ 841933 h 1212067"/>
                <a:gd name="connsiteX2082" fmla="*/ 1369270 w 1385794"/>
                <a:gd name="connsiteY2082" fmla="*/ 840957 h 1212067"/>
                <a:gd name="connsiteX2083" fmla="*/ 1371323 w 1385794"/>
                <a:gd name="connsiteY2083" fmla="*/ 839645 h 1212067"/>
                <a:gd name="connsiteX2084" fmla="*/ 1374487 w 1385794"/>
                <a:gd name="connsiteY2084" fmla="*/ 838872 h 1212067"/>
                <a:gd name="connsiteX2085" fmla="*/ 1378828 w 1385794"/>
                <a:gd name="connsiteY2085" fmla="*/ 838872 h 1212067"/>
                <a:gd name="connsiteX2086" fmla="*/ 1381554 w 1385794"/>
                <a:gd name="connsiteY2086" fmla="*/ 838872 h 1212067"/>
                <a:gd name="connsiteX2087" fmla="*/ 1383304 w 1385794"/>
                <a:gd name="connsiteY2087" fmla="*/ 838098 h 1212067"/>
                <a:gd name="connsiteX2088" fmla="*/ 1384819 w 1385794"/>
                <a:gd name="connsiteY2088" fmla="*/ 834835 h 1212067"/>
                <a:gd name="connsiteX2089" fmla="*/ 1385795 w 1385794"/>
                <a:gd name="connsiteY2089" fmla="*/ 832346 h 1212067"/>
                <a:gd name="connsiteX2090" fmla="*/ 1385526 w 1385794"/>
                <a:gd name="connsiteY2090" fmla="*/ 829621 h 12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Lst>
              <a:rect l="l" t="t" r="r" b="b"/>
              <a:pathLst>
                <a:path w="1385794" h="1212067">
                  <a:moveTo>
                    <a:pt x="1385526" y="829621"/>
                  </a:moveTo>
                  <a:lnTo>
                    <a:pt x="1384752" y="827569"/>
                  </a:lnTo>
                  <a:lnTo>
                    <a:pt x="1382362" y="824306"/>
                  </a:lnTo>
                  <a:lnTo>
                    <a:pt x="1382463" y="820841"/>
                  </a:lnTo>
                  <a:lnTo>
                    <a:pt x="1382261" y="817241"/>
                  </a:lnTo>
                  <a:lnTo>
                    <a:pt x="1380915" y="810749"/>
                  </a:lnTo>
                  <a:lnTo>
                    <a:pt x="1379400" y="809100"/>
                  </a:lnTo>
                  <a:cubicBezTo>
                    <a:pt x="1379400" y="809100"/>
                    <a:pt x="1377819" y="807150"/>
                    <a:pt x="1377819" y="806914"/>
                  </a:cubicBezTo>
                  <a:cubicBezTo>
                    <a:pt x="1377819" y="806712"/>
                    <a:pt x="1378189" y="804727"/>
                    <a:pt x="1378189" y="804727"/>
                  </a:cubicBezTo>
                  <a:lnTo>
                    <a:pt x="1378828" y="803281"/>
                  </a:lnTo>
                  <a:cubicBezTo>
                    <a:pt x="1378828" y="803281"/>
                    <a:pt x="1380208" y="801902"/>
                    <a:pt x="1380208" y="801633"/>
                  </a:cubicBezTo>
                  <a:cubicBezTo>
                    <a:pt x="1380208" y="801330"/>
                    <a:pt x="1382093" y="800993"/>
                    <a:pt x="1382093" y="800993"/>
                  </a:cubicBezTo>
                  <a:lnTo>
                    <a:pt x="1383405" y="799177"/>
                  </a:lnTo>
                  <a:lnTo>
                    <a:pt x="1383978" y="797730"/>
                  </a:lnTo>
                  <a:lnTo>
                    <a:pt x="1384112" y="795846"/>
                  </a:lnTo>
                  <a:lnTo>
                    <a:pt x="1384112" y="793593"/>
                  </a:lnTo>
                  <a:lnTo>
                    <a:pt x="1383641" y="790128"/>
                  </a:lnTo>
                  <a:lnTo>
                    <a:pt x="1383102" y="789051"/>
                  </a:lnTo>
                  <a:lnTo>
                    <a:pt x="1379838" y="785923"/>
                  </a:lnTo>
                  <a:cubicBezTo>
                    <a:pt x="1379838" y="785923"/>
                    <a:pt x="1377583" y="784241"/>
                    <a:pt x="1377381" y="783972"/>
                  </a:cubicBezTo>
                  <a:cubicBezTo>
                    <a:pt x="1377179" y="783669"/>
                    <a:pt x="1374420" y="783164"/>
                    <a:pt x="1374184" y="783030"/>
                  </a:cubicBezTo>
                  <a:cubicBezTo>
                    <a:pt x="1373982" y="782895"/>
                    <a:pt x="1368665" y="782323"/>
                    <a:pt x="1368665" y="782323"/>
                  </a:cubicBezTo>
                  <a:lnTo>
                    <a:pt x="1366578" y="782895"/>
                  </a:lnTo>
                  <a:lnTo>
                    <a:pt x="1363381" y="783333"/>
                  </a:lnTo>
                  <a:cubicBezTo>
                    <a:pt x="1363381" y="783333"/>
                    <a:pt x="1360554" y="782525"/>
                    <a:pt x="1360621" y="782256"/>
                  </a:cubicBezTo>
                  <a:cubicBezTo>
                    <a:pt x="1360688" y="781953"/>
                    <a:pt x="1358770" y="778858"/>
                    <a:pt x="1358770" y="778858"/>
                  </a:cubicBezTo>
                  <a:cubicBezTo>
                    <a:pt x="1358770" y="778858"/>
                    <a:pt x="1354361" y="776134"/>
                    <a:pt x="1354025" y="775864"/>
                  </a:cubicBezTo>
                  <a:cubicBezTo>
                    <a:pt x="1353688" y="775596"/>
                    <a:pt x="1351837" y="773947"/>
                    <a:pt x="1351837" y="773947"/>
                  </a:cubicBezTo>
                  <a:cubicBezTo>
                    <a:pt x="1351837" y="773947"/>
                    <a:pt x="1350087" y="772164"/>
                    <a:pt x="1349616" y="771761"/>
                  </a:cubicBezTo>
                  <a:cubicBezTo>
                    <a:pt x="1349145" y="771391"/>
                    <a:pt x="1347765" y="769978"/>
                    <a:pt x="1347429" y="769406"/>
                  </a:cubicBezTo>
                  <a:cubicBezTo>
                    <a:pt x="1347126" y="768868"/>
                    <a:pt x="1346217" y="767926"/>
                    <a:pt x="1346082" y="767791"/>
                  </a:cubicBezTo>
                  <a:cubicBezTo>
                    <a:pt x="1345914" y="767623"/>
                    <a:pt x="1344063" y="765941"/>
                    <a:pt x="1343895" y="765840"/>
                  </a:cubicBezTo>
                  <a:cubicBezTo>
                    <a:pt x="1343727" y="765739"/>
                    <a:pt x="1341674" y="764932"/>
                    <a:pt x="1341337" y="764932"/>
                  </a:cubicBezTo>
                  <a:cubicBezTo>
                    <a:pt x="1341001" y="764932"/>
                    <a:pt x="1339015" y="764999"/>
                    <a:pt x="1339015" y="764999"/>
                  </a:cubicBezTo>
                  <a:cubicBezTo>
                    <a:pt x="1339015" y="764999"/>
                    <a:pt x="1337803" y="766412"/>
                    <a:pt x="1337601" y="766681"/>
                  </a:cubicBezTo>
                  <a:cubicBezTo>
                    <a:pt x="1337366" y="766950"/>
                    <a:pt x="1336794" y="767657"/>
                    <a:pt x="1336626" y="767657"/>
                  </a:cubicBezTo>
                  <a:cubicBezTo>
                    <a:pt x="1336457" y="767657"/>
                    <a:pt x="1335649" y="770112"/>
                    <a:pt x="1335649" y="770112"/>
                  </a:cubicBezTo>
                  <a:lnTo>
                    <a:pt x="1333731" y="770482"/>
                  </a:lnTo>
                  <a:lnTo>
                    <a:pt x="1331443" y="767152"/>
                  </a:lnTo>
                  <a:lnTo>
                    <a:pt x="1329120" y="764831"/>
                  </a:lnTo>
                  <a:lnTo>
                    <a:pt x="1324476" y="760491"/>
                  </a:lnTo>
                  <a:lnTo>
                    <a:pt x="1321851" y="757464"/>
                  </a:lnTo>
                  <a:lnTo>
                    <a:pt x="1320976" y="758473"/>
                  </a:lnTo>
                  <a:cubicBezTo>
                    <a:pt x="1320976" y="758473"/>
                    <a:pt x="1319798" y="759919"/>
                    <a:pt x="1318788" y="759785"/>
                  </a:cubicBezTo>
                  <a:cubicBezTo>
                    <a:pt x="1317779" y="759650"/>
                    <a:pt x="1315591" y="755580"/>
                    <a:pt x="1315591" y="755580"/>
                  </a:cubicBezTo>
                  <a:lnTo>
                    <a:pt x="1316534" y="751880"/>
                  </a:lnTo>
                  <a:cubicBezTo>
                    <a:pt x="1316534" y="751880"/>
                    <a:pt x="1315019" y="748347"/>
                    <a:pt x="1314716" y="747742"/>
                  </a:cubicBezTo>
                  <a:cubicBezTo>
                    <a:pt x="1314413" y="747170"/>
                    <a:pt x="1313774" y="745555"/>
                    <a:pt x="1313404" y="745152"/>
                  </a:cubicBezTo>
                  <a:cubicBezTo>
                    <a:pt x="1313034" y="744714"/>
                    <a:pt x="1311149" y="742124"/>
                    <a:pt x="1311082" y="741889"/>
                  </a:cubicBezTo>
                  <a:cubicBezTo>
                    <a:pt x="1311014" y="741687"/>
                    <a:pt x="1308759" y="740139"/>
                    <a:pt x="1308625" y="739803"/>
                  </a:cubicBezTo>
                  <a:cubicBezTo>
                    <a:pt x="1308490" y="739433"/>
                    <a:pt x="1304788" y="738121"/>
                    <a:pt x="1304485" y="737919"/>
                  </a:cubicBezTo>
                  <a:cubicBezTo>
                    <a:pt x="1304182" y="737717"/>
                    <a:pt x="1299908" y="736674"/>
                    <a:pt x="1299908" y="736674"/>
                  </a:cubicBezTo>
                  <a:lnTo>
                    <a:pt x="1298831" y="737482"/>
                  </a:lnTo>
                  <a:lnTo>
                    <a:pt x="1297384" y="738054"/>
                  </a:lnTo>
                  <a:lnTo>
                    <a:pt x="1295432" y="737852"/>
                  </a:lnTo>
                  <a:cubicBezTo>
                    <a:pt x="1295432" y="737852"/>
                    <a:pt x="1294423" y="736708"/>
                    <a:pt x="1294288" y="736405"/>
                  </a:cubicBezTo>
                  <a:cubicBezTo>
                    <a:pt x="1294153" y="736103"/>
                    <a:pt x="1291326" y="733714"/>
                    <a:pt x="1289879" y="733378"/>
                  </a:cubicBezTo>
                  <a:cubicBezTo>
                    <a:pt x="1288432" y="733008"/>
                    <a:pt x="1289240" y="733950"/>
                    <a:pt x="1289240" y="733950"/>
                  </a:cubicBezTo>
                  <a:cubicBezTo>
                    <a:pt x="1289240" y="733950"/>
                    <a:pt x="1288095" y="735194"/>
                    <a:pt x="1287793" y="735833"/>
                  </a:cubicBezTo>
                  <a:cubicBezTo>
                    <a:pt x="1287490" y="736473"/>
                    <a:pt x="1286783" y="738020"/>
                    <a:pt x="1286648" y="738222"/>
                  </a:cubicBezTo>
                  <a:cubicBezTo>
                    <a:pt x="1286514" y="738424"/>
                    <a:pt x="1282139" y="739870"/>
                    <a:pt x="1281869" y="739803"/>
                  </a:cubicBezTo>
                  <a:cubicBezTo>
                    <a:pt x="1281566" y="739736"/>
                    <a:pt x="1278235" y="739063"/>
                    <a:pt x="1278100" y="738794"/>
                  </a:cubicBezTo>
                  <a:cubicBezTo>
                    <a:pt x="1277966" y="738491"/>
                    <a:pt x="1277797" y="734723"/>
                    <a:pt x="1277797" y="734723"/>
                  </a:cubicBezTo>
                  <a:cubicBezTo>
                    <a:pt x="1277797" y="734723"/>
                    <a:pt x="1277494" y="732133"/>
                    <a:pt x="1277360" y="731830"/>
                  </a:cubicBezTo>
                  <a:cubicBezTo>
                    <a:pt x="1277225" y="731561"/>
                    <a:pt x="1275778" y="731191"/>
                    <a:pt x="1274970" y="730888"/>
                  </a:cubicBezTo>
                  <a:cubicBezTo>
                    <a:pt x="1274701" y="730788"/>
                    <a:pt x="1274566" y="730754"/>
                    <a:pt x="1274499" y="730754"/>
                  </a:cubicBezTo>
                  <a:lnTo>
                    <a:pt x="1273590" y="727188"/>
                  </a:lnTo>
                  <a:lnTo>
                    <a:pt x="1270057" y="727188"/>
                  </a:lnTo>
                  <a:lnTo>
                    <a:pt x="1268811" y="727895"/>
                  </a:lnTo>
                  <a:lnTo>
                    <a:pt x="1264672" y="728803"/>
                  </a:lnTo>
                  <a:cubicBezTo>
                    <a:pt x="1264672" y="728803"/>
                    <a:pt x="1260633" y="728365"/>
                    <a:pt x="1260465" y="728130"/>
                  </a:cubicBezTo>
                  <a:cubicBezTo>
                    <a:pt x="1260330" y="727928"/>
                    <a:pt x="1258143" y="726751"/>
                    <a:pt x="1258143" y="726751"/>
                  </a:cubicBezTo>
                  <a:cubicBezTo>
                    <a:pt x="1258143" y="726751"/>
                    <a:pt x="1257268" y="725439"/>
                    <a:pt x="1257201" y="725237"/>
                  </a:cubicBezTo>
                  <a:cubicBezTo>
                    <a:pt x="1257133" y="725035"/>
                    <a:pt x="1256830" y="722277"/>
                    <a:pt x="1256830" y="722277"/>
                  </a:cubicBezTo>
                  <a:cubicBezTo>
                    <a:pt x="1256830" y="722277"/>
                    <a:pt x="1257403" y="720696"/>
                    <a:pt x="1257638" y="720393"/>
                  </a:cubicBezTo>
                  <a:cubicBezTo>
                    <a:pt x="1257874" y="720090"/>
                    <a:pt x="1258076" y="717769"/>
                    <a:pt x="1258076" y="717769"/>
                  </a:cubicBezTo>
                  <a:lnTo>
                    <a:pt x="1258782" y="714136"/>
                  </a:lnTo>
                  <a:lnTo>
                    <a:pt x="1258782" y="711747"/>
                  </a:lnTo>
                  <a:lnTo>
                    <a:pt x="1258446" y="708047"/>
                  </a:lnTo>
                  <a:lnTo>
                    <a:pt x="1258749" y="706701"/>
                  </a:lnTo>
                  <a:lnTo>
                    <a:pt x="1258581" y="706701"/>
                  </a:lnTo>
                  <a:lnTo>
                    <a:pt x="1253129" y="703775"/>
                  </a:lnTo>
                  <a:lnTo>
                    <a:pt x="1251143" y="701824"/>
                  </a:lnTo>
                  <a:lnTo>
                    <a:pt x="1247609" y="699705"/>
                  </a:lnTo>
                  <a:lnTo>
                    <a:pt x="1241686" y="697518"/>
                  </a:lnTo>
                  <a:lnTo>
                    <a:pt x="1237816" y="697888"/>
                  </a:lnTo>
                  <a:lnTo>
                    <a:pt x="1234955" y="700075"/>
                  </a:lnTo>
                  <a:cubicBezTo>
                    <a:pt x="1234955" y="700075"/>
                    <a:pt x="1232936" y="701824"/>
                    <a:pt x="1232767" y="701925"/>
                  </a:cubicBezTo>
                  <a:cubicBezTo>
                    <a:pt x="1232599" y="702026"/>
                    <a:pt x="1230344" y="702799"/>
                    <a:pt x="1230344" y="702799"/>
                  </a:cubicBezTo>
                  <a:cubicBezTo>
                    <a:pt x="1230344" y="702799"/>
                    <a:pt x="1227686" y="699435"/>
                    <a:pt x="1227013" y="699368"/>
                  </a:cubicBezTo>
                  <a:cubicBezTo>
                    <a:pt x="1226373" y="699301"/>
                    <a:pt x="1224522" y="698897"/>
                    <a:pt x="1224522" y="698897"/>
                  </a:cubicBezTo>
                  <a:lnTo>
                    <a:pt x="1221325" y="701555"/>
                  </a:lnTo>
                  <a:lnTo>
                    <a:pt x="1220887" y="701891"/>
                  </a:lnTo>
                  <a:cubicBezTo>
                    <a:pt x="1220887" y="701891"/>
                    <a:pt x="1218060" y="697451"/>
                    <a:pt x="1217387" y="697585"/>
                  </a:cubicBezTo>
                  <a:cubicBezTo>
                    <a:pt x="1216748" y="697753"/>
                    <a:pt x="1214123" y="697114"/>
                    <a:pt x="1214123" y="697114"/>
                  </a:cubicBezTo>
                  <a:lnTo>
                    <a:pt x="1210219" y="698864"/>
                  </a:lnTo>
                  <a:cubicBezTo>
                    <a:pt x="1210219" y="698864"/>
                    <a:pt x="1209445" y="700444"/>
                    <a:pt x="1209411" y="700646"/>
                  </a:cubicBezTo>
                  <a:cubicBezTo>
                    <a:pt x="1209344" y="700848"/>
                    <a:pt x="1208503" y="702160"/>
                    <a:pt x="1207493" y="702261"/>
                  </a:cubicBezTo>
                  <a:cubicBezTo>
                    <a:pt x="1206517" y="702362"/>
                    <a:pt x="1203589" y="701487"/>
                    <a:pt x="1203589" y="701487"/>
                  </a:cubicBezTo>
                  <a:lnTo>
                    <a:pt x="1201267" y="701016"/>
                  </a:lnTo>
                  <a:lnTo>
                    <a:pt x="1199113" y="701185"/>
                  </a:lnTo>
                  <a:lnTo>
                    <a:pt x="1197935" y="704380"/>
                  </a:lnTo>
                  <a:lnTo>
                    <a:pt x="1197935" y="708888"/>
                  </a:lnTo>
                  <a:lnTo>
                    <a:pt x="1197935" y="714102"/>
                  </a:lnTo>
                  <a:lnTo>
                    <a:pt x="1197295" y="716692"/>
                  </a:lnTo>
                  <a:lnTo>
                    <a:pt x="1196757" y="719283"/>
                  </a:lnTo>
                  <a:lnTo>
                    <a:pt x="1193392" y="719821"/>
                  </a:lnTo>
                  <a:cubicBezTo>
                    <a:pt x="1193392" y="719821"/>
                    <a:pt x="1190026" y="721133"/>
                    <a:pt x="1189791" y="721469"/>
                  </a:cubicBezTo>
                  <a:cubicBezTo>
                    <a:pt x="1189555" y="721806"/>
                    <a:pt x="1188478" y="724194"/>
                    <a:pt x="1188478" y="724194"/>
                  </a:cubicBezTo>
                  <a:lnTo>
                    <a:pt x="1190766" y="728971"/>
                  </a:lnTo>
                  <a:cubicBezTo>
                    <a:pt x="1190766" y="728971"/>
                    <a:pt x="1192954" y="730047"/>
                    <a:pt x="1194132" y="730384"/>
                  </a:cubicBezTo>
                  <a:cubicBezTo>
                    <a:pt x="1195343" y="730720"/>
                    <a:pt x="1197397" y="731998"/>
                    <a:pt x="1197397" y="731998"/>
                  </a:cubicBezTo>
                  <a:lnTo>
                    <a:pt x="1198608" y="733748"/>
                  </a:lnTo>
                  <a:lnTo>
                    <a:pt x="1198709" y="736473"/>
                  </a:lnTo>
                  <a:lnTo>
                    <a:pt x="1196320" y="737112"/>
                  </a:lnTo>
                  <a:lnTo>
                    <a:pt x="1195882" y="740913"/>
                  </a:lnTo>
                  <a:lnTo>
                    <a:pt x="1196656" y="742225"/>
                  </a:lnTo>
                  <a:cubicBezTo>
                    <a:pt x="1196656" y="742225"/>
                    <a:pt x="1197397" y="744277"/>
                    <a:pt x="1197195" y="744613"/>
                  </a:cubicBezTo>
                  <a:cubicBezTo>
                    <a:pt x="1196992" y="744950"/>
                    <a:pt x="1194166" y="745051"/>
                    <a:pt x="1193728" y="745152"/>
                  </a:cubicBezTo>
                  <a:cubicBezTo>
                    <a:pt x="1193291" y="745253"/>
                    <a:pt x="1192214" y="744950"/>
                    <a:pt x="1190666" y="745152"/>
                  </a:cubicBezTo>
                  <a:cubicBezTo>
                    <a:pt x="1189151" y="745387"/>
                    <a:pt x="1187401" y="745185"/>
                    <a:pt x="1187401" y="745185"/>
                  </a:cubicBezTo>
                  <a:cubicBezTo>
                    <a:pt x="1187401" y="745185"/>
                    <a:pt x="1185887" y="747002"/>
                    <a:pt x="1185651" y="747338"/>
                  </a:cubicBezTo>
                  <a:cubicBezTo>
                    <a:pt x="1185449" y="747675"/>
                    <a:pt x="1183699" y="750164"/>
                    <a:pt x="1183699" y="750164"/>
                  </a:cubicBezTo>
                  <a:cubicBezTo>
                    <a:pt x="1183699" y="750164"/>
                    <a:pt x="1182285" y="752754"/>
                    <a:pt x="1182285" y="753191"/>
                  </a:cubicBezTo>
                  <a:cubicBezTo>
                    <a:pt x="1182285" y="753629"/>
                    <a:pt x="1182285" y="755815"/>
                    <a:pt x="1182285" y="755815"/>
                  </a:cubicBezTo>
                  <a:cubicBezTo>
                    <a:pt x="1182285" y="755815"/>
                    <a:pt x="1183060" y="757666"/>
                    <a:pt x="1182285" y="757767"/>
                  </a:cubicBezTo>
                  <a:cubicBezTo>
                    <a:pt x="1181511" y="757867"/>
                    <a:pt x="1180536" y="760256"/>
                    <a:pt x="1180536" y="760256"/>
                  </a:cubicBezTo>
                  <a:cubicBezTo>
                    <a:pt x="1180536" y="760256"/>
                    <a:pt x="1178785" y="761467"/>
                    <a:pt x="1178449" y="761568"/>
                  </a:cubicBezTo>
                  <a:cubicBezTo>
                    <a:pt x="1178112" y="761669"/>
                    <a:pt x="1178348" y="763620"/>
                    <a:pt x="1177574" y="763956"/>
                  </a:cubicBezTo>
                  <a:cubicBezTo>
                    <a:pt x="1176800" y="764293"/>
                    <a:pt x="1175184" y="763620"/>
                    <a:pt x="1174107" y="763956"/>
                  </a:cubicBezTo>
                  <a:cubicBezTo>
                    <a:pt x="1173030" y="764293"/>
                    <a:pt x="1172055" y="765033"/>
                    <a:pt x="1172055" y="765033"/>
                  </a:cubicBezTo>
                  <a:cubicBezTo>
                    <a:pt x="1172055" y="765033"/>
                    <a:pt x="1171718" y="767657"/>
                    <a:pt x="1172055" y="768296"/>
                  </a:cubicBezTo>
                  <a:cubicBezTo>
                    <a:pt x="1172391" y="768935"/>
                    <a:pt x="1174107" y="771559"/>
                    <a:pt x="1174781" y="771559"/>
                  </a:cubicBezTo>
                  <a:cubicBezTo>
                    <a:pt x="1175420" y="771559"/>
                    <a:pt x="1177507" y="773409"/>
                    <a:pt x="1177507" y="773409"/>
                  </a:cubicBezTo>
                  <a:lnTo>
                    <a:pt x="1180434" y="775596"/>
                  </a:lnTo>
                  <a:lnTo>
                    <a:pt x="1182487" y="778758"/>
                  </a:lnTo>
                  <a:lnTo>
                    <a:pt x="1184237" y="781247"/>
                  </a:lnTo>
                  <a:cubicBezTo>
                    <a:pt x="1184237" y="781247"/>
                    <a:pt x="1184776" y="784174"/>
                    <a:pt x="1184776" y="784947"/>
                  </a:cubicBezTo>
                  <a:cubicBezTo>
                    <a:pt x="1184776" y="785721"/>
                    <a:pt x="1184237" y="789186"/>
                    <a:pt x="1183901" y="789287"/>
                  </a:cubicBezTo>
                  <a:cubicBezTo>
                    <a:pt x="1183564" y="789388"/>
                    <a:pt x="1183463" y="790262"/>
                    <a:pt x="1182285" y="790800"/>
                  </a:cubicBezTo>
                  <a:cubicBezTo>
                    <a:pt x="1181074" y="791339"/>
                    <a:pt x="1177944" y="793828"/>
                    <a:pt x="1177944" y="793828"/>
                  </a:cubicBezTo>
                  <a:cubicBezTo>
                    <a:pt x="1177944" y="793828"/>
                    <a:pt x="1179257" y="796990"/>
                    <a:pt x="1179559" y="797293"/>
                  </a:cubicBezTo>
                  <a:cubicBezTo>
                    <a:pt x="1179896" y="797629"/>
                    <a:pt x="1178482" y="798605"/>
                    <a:pt x="1182487" y="798807"/>
                  </a:cubicBezTo>
                  <a:cubicBezTo>
                    <a:pt x="1186492" y="799009"/>
                    <a:pt x="1191608" y="798807"/>
                    <a:pt x="1191608" y="798807"/>
                  </a:cubicBezTo>
                  <a:lnTo>
                    <a:pt x="1194872" y="797158"/>
                  </a:lnTo>
                  <a:lnTo>
                    <a:pt x="1198238" y="798235"/>
                  </a:lnTo>
                  <a:lnTo>
                    <a:pt x="1200190" y="800623"/>
                  </a:lnTo>
                  <a:lnTo>
                    <a:pt x="1202916" y="802574"/>
                  </a:lnTo>
                  <a:cubicBezTo>
                    <a:pt x="1202916" y="802574"/>
                    <a:pt x="1206180" y="804256"/>
                    <a:pt x="1207257" y="804256"/>
                  </a:cubicBezTo>
                  <a:cubicBezTo>
                    <a:pt x="1208334" y="804256"/>
                    <a:pt x="1211498" y="805299"/>
                    <a:pt x="1211801" y="805299"/>
                  </a:cubicBezTo>
                  <a:cubicBezTo>
                    <a:pt x="1212104" y="805299"/>
                    <a:pt x="1214426" y="805299"/>
                    <a:pt x="1214426" y="805299"/>
                  </a:cubicBezTo>
                  <a:lnTo>
                    <a:pt x="1219305" y="807486"/>
                  </a:lnTo>
                  <a:lnTo>
                    <a:pt x="1221493" y="809773"/>
                  </a:lnTo>
                  <a:lnTo>
                    <a:pt x="1219305" y="812700"/>
                  </a:lnTo>
                  <a:lnTo>
                    <a:pt x="1220618" y="814651"/>
                  </a:lnTo>
                  <a:lnTo>
                    <a:pt x="1222806" y="817140"/>
                  </a:lnTo>
                  <a:lnTo>
                    <a:pt x="1224657" y="818755"/>
                  </a:lnTo>
                  <a:lnTo>
                    <a:pt x="1225532" y="821480"/>
                  </a:lnTo>
                  <a:cubicBezTo>
                    <a:pt x="1225532" y="821480"/>
                    <a:pt x="1224118" y="823768"/>
                    <a:pt x="1223445" y="825180"/>
                  </a:cubicBezTo>
                  <a:cubicBezTo>
                    <a:pt x="1222806" y="826593"/>
                    <a:pt x="1222267" y="828780"/>
                    <a:pt x="1222267" y="829183"/>
                  </a:cubicBezTo>
                  <a:cubicBezTo>
                    <a:pt x="1222267" y="829621"/>
                    <a:pt x="1221493" y="833758"/>
                    <a:pt x="1221493" y="833758"/>
                  </a:cubicBezTo>
                  <a:lnTo>
                    <a:pt x="1219642" y="837661"/>
                  </a:lnTo>
                  <a:lnTo>
                    <a:pt x="1217354" y="839073"/>
                  </a:lnTo>
                  <a:lnTo>
                    <a:pt x="1213551" y="840890"/>
                  </a:lnTo>
                  <a:lnTo>
                    <a:pt x="1213551" y="842639"/>
                  </a:lnTo>
                  <a:lnTo>
                    <a:pt x="1216916" y="847652"/>
                  </a:lnTo>
                  <a:lnTo>
                    <a:pt x="1220080" y="851016"/>
                  </a:lnTo>
                  <a:lnTo>
                    <a:pt x="1220012" y="851890"/>
                  </a:lnTo>
                  <a:lnTo>
                    <a:pt x="1220517" y="854716"/>
                  </a:lnTo>
                  <a:lnTo>
                    <a:pt x="1220517" y="856566"/>
                  </a:lnTo>
                  <a:cubicBezTo>
                    <a:pt x="1220517" y="856566"/>
                    <a:pt x="1220315" y="856196"/>
                    <a:pt x="1219305" y="856734"/>
                  </a:cubicBezTo>
                  <a:cubicBezTo>
                    <a:pt x="1218330" y="857272"/>
                    <a:pt x="1218094" y="857441"/>
                    <a:pt x="1216579" y="857441"/>
                  </a:cubicBezTo>
                  <a:cubicBezTo>
                    <a:pt x="1215065" y="857441"/>
                    <a:pt x="1213753" y="857441"/>
                    <a:pt x="1212676" y="857441"/>
                  </a:cubicBezTo>
                  <a:cubicBezTo>
                    <a:pt x="1211599" y="857441"/>
                    <a:pt x="1211127" y="857340"/>
                    <a:pt x="1210825" y="857441"/>
                  </a:cubicBezTo>
                  <a:cubicBezTo>
                    <a:pt x="1210488" y="857542"/>
                    <a:pt x="1210050" y="858753"/>
                    <a:pt x="1209512" y="859291"/>
                  </a:cubicBezTo>
                  <a:cubicBezTo>
                    <a:pt x="1208974" y="859829"/>
                    <a:pt x="1210286" y="858854"/>
                    <a:pt x="1208974" y="859829"/>
                  </a:cubicBezTo>
                  <a:cubicBezTo>
                    <a:pt x="1207661" y="860805"/>
                    <a:pt x="1206685" y="863294"/>
                    <a:pt x="1206685" y="863294"/>
                  </a:cubicBezTo>
                  <a:lnTo>
                    <a:pt x="1202983" y="862520"/>
                  </a:lnTo>
                  <a:lnTo>
                    <a:pt x="1200930" y="864438"/>
                  </a:lnTo>
                  <a:lnTo>
                    <a:pt x="1198978" y="866120"/>
                  </a:lnTo>
                  <a:lnTo>
                    <a:pt x="1197026" y="866120"/>
                  </a:lnTo>
                  <a:lnTo>
                    <a:pt x="1194098" y="863395"/>
                  </a:lnTo>
                  <a:lnTo>
                    <a:pt x="1190497" y="860670"/>
                  </a:lnTo>
                  <a:lnTo>
                    <a:pt x="1187435" y="858921"/>
                  </a:lnTo>
                  <a:lnTo>
                    <a:pt x="1185045" y="858046"/>
                  </a:lnTo>
                  <a:lnTo>
                    <a:pt x="1182117" y="855019"/>
                  </a:lnTo>
                  <a:lnTo>
                    <a:pt x="1180367" y="855120"/>
                  </a:lnTo>
                  <a:lnTo>
                    <a:pt x="1177910" y="857542"/>
                  </a:lnTo>
                  <a:lnTo>
                    <a:pt x="1175958" y="858315"/>
                  </a:lnTo>
                  <a:lnTo>
                    <a:pt x="1172694" y="859190"/>
                  </a:lnTo>
                  <a:lnTo>
                    <a:pt x="1171920" y="861242"/>
                  </a:lnTo>
                  <a:lnTo>
                    <a:pt x="1171920" y="863630"/>
                  </a:lnTo>
                  <a:cubicBezTo>
                    <a:pt x="1171920" y="863630"/>
                    <a:pt x="1173064" y="865043"/>
                    <a:pt x="1173266" y="865481"/>
                  </a:cubicBezTo>
                  <a:cubicBezTo>
                    <a:pt x="1173468" y="865918"/>
                    <a:pt x="1173636" y="867768"/>
                    <a:pt x="1173636" y="867768"/>
                  </a:cubicBezTo>
                  <a:lnTo>
                    <a:pt x="1173636" y="868844"/>
                  </a:lnTo>
                  <a:lnTo>
                    <a:pt x="1174612" y="871132"/>
                  </a:lnTo>
                  <a:lnTo>
                    <a:pt x="1175824" y="875270"/>
                  </a:lnTo>
                  <a:lnTo>
                    <a:pt x="1177338" y="877557"/>
                  </a:lnTo>
                  <a:lnTo>
                    <a:pt x="1175386" y="882065"/>
                  </a:lnTo>
                  <a:lnTo>
                    <a:pt x="1175958" y="887279"/>
                  </a:lnTo>
                  <a:cubicBezTo>
                    <a:pt x="1175958" y="887279"/>
                    <a:pt x="1177540" y="893368"/>
                    <a:pt x="1177978" y="893502"/>
                  </a:cubicBezTo>
                  <a:cubicBezTo>
                    <a:pt x="1178415" y="893637"/>
                    <a:pt x="1178685" y="896261"/>
                    <a:pt x="1178685" y="896261"/>
                  </a:cubicBezTo>
                  <a:lnTo>
                    <a:pt x="1178987" y="899019"/>
                  </a:lnTo>
                  <a:lnTo>
                    <a:pt x="1178281" y="901778"/>
                  </a:lnTo>
                  <a:lnTo>
                    <a:pt x="1177708" y="905243"/>
                  </a:lnTo>
                  <a:lnTo>
                    <a:pt x="1176564" y="909010"/>
                  </a:lnTo>
                  <a:lnTo>
                    <a:pt x="1175992" y="910760"/>
                  </a:lnTo>
                  <a:lnTo>
                    <a:pt x="1174982" y="913821"/>
                  </a:lnTo>
                  <a:cubicBezTo>
                    <a:pt x="1174982" y="913821"/>
                    <a:pt x="1174410" y="915133"/>
                    <a:pt x="1173973" y="915570"/>
                  </a:cubicBezTo>
                  <a:cubicBezTo>
                    <a:pt x="1173535" y="916007"/>
                    <a:pt x="1172829" y="916714"/>
                    <a:pt x="1172829" y="916714"/>
                  </a:cubicBezTo>
                  <a:lnTo>
                    <a:pt x="1171079" y="916714"/>
                  </a:lnTo>
                  <a:cubicBezTo>
                    <a:pt x="1171079" y="916714"/>
                    <a:pt x="1170069" y="916142"/>
                    <a:pt x="1169497" y="915839"/>
                  </a:cubicBezTo>
                  <a:cubicBezTo>
                    <a:pt x="1168925" y="915536"/>
                    <a:pt x="1167309" y="913821"/>
                    <a:pt x="1167309" y="913821"/>
                  </a:cubicBezTo>
                  <a:lnTo>
                    <a:pt x="1166165" y="912946"/>
                  </a:lnTo>
                  <a:lnTo>
                    <a:pt x="1164718" y="910188"/>
                  </a:lnTo>
                  <a:cubicBezTo>
                    <a:pt x="1164718" y="910188"/>
                    <a:pt x="1165425" y="909178"/>
                    <a:pt x="1164718" y="908169"/>
                  </a:cubicBezTo>
                  <a:cubicBezTo>
                    <a:pt x="1163977" y="907160"/>
                    <a:pt x="1163405" y="908035"/>
                    <a:pt x="1162968" y="906151"/>
                  </a:cubicBezTo>
                  <a:cubicBezTo>
                    <a:pt x="1162530" y="904267"/>
                    <a:pt x="1161958" y="902821"/>
                    <a:pt x="1161958" y="902821"/>
                  </a:cubicBezTo>
                  <a:lnTo>
                    <a:pt x="1160814" y="900062"/>
                  </a:lnTo>
                  <a:lnTo>
                    <a:pt x="1159232" y="898044"/>
                  </a:lnTo>
                  <a:lnTo>
                    <a:pt x="1156102" y="897169"/>
                  </a:lnTo>
                  <a:lnTo>
                    <a:pt x="1154588" y="896597"/>
                  </a:lnTo>
                  <a:lnTo>
                    <a:pt x="1154588" y="896732"/>
                  </a:lnTo>
                  <a:lnTo>
                    <a:pt x="1151121" y="896025"/>
                  </a:lnTo>
                  <a:lnTo>
                    <a:pt x="1149237" y="896900"/>
                  </a:lnTo>
                  <a:lnTo>
                    <a:pt x="1148496" y="898481"/>
                  </a:lnTo>
                  <a:lnTo>
                    <a:pt x="1147352" y="899625"/>
                  </a:lnTo>
                  <a:lnTo>
                    <a:pt x="1145030" y="900499"/>
                  </a:lnTo>
                  <a:cubicBezTo>
                    <a:pt x="1145030" y="900499"/>
                    <a:pt x="1143953" y="900499"/>
                    <a:pt x="1143650" y="898481"/>
                  </a:cubicBezTo>
                  <a:cubicBezTo>
                    <a:pt x="1143381" y="896463"/>
                    <a:pt x="1142405" y="895588"/>
                    <a:pt x="1142405" y="895588"/>
                  </a:cubicBezTo>
                  <a:lnTo>
                    <a:pt x="1142405" y="893267"/>
                  </a:lnTo>
                  <a:lnTo>
                    <a:pt x="1143112" y="891080"/>
                  </a:lnTo>
                  <a:lnTo>
                    <a:pt x="1142977" y="888894"/>
                  </a:lnTo>
                  <a:lnTo>
                    <a:pt x="1140285" y="886068"/>
                  </a:lnTo>
                  <a:lnTo>
                    <a:pt x="1134563" y="882233"/>
                  </a:lnTo>
                  <a:lnTo>
                    <a:pt x="1127900" y="879340"/>
                  </a:lnTo>
                  <a:cubicBezTo>
                    <a:pt x="1127900" y="879340"/>
                    <a:pt x="1125275" y="878465"/>
                    <a:pt x="1124433" y="878196"/>
                  </a:cubicBezTo>
                  <a:cubicBezTo>
                    <a:pt x="1123558" y="877894"/>
                    <a:pt x="1115448" y="873790"/>
                    <a:pt x="1115448" y="873790"/>
                  </a:cubicBezTo>
                  <a:cubicBezTo>
                    <a:pt x="1115448" y="873790"/>
                    <a:pt x="1114303" y="868946"/>
                    <a:pt x="1114000" y="867768"/>
                  </a:cubicBezTo>
                  <a:cubicBezTo>
                    <a:pt x="1113697" y="866624"/>
                    <a:pt x="1111981" y="863698"/>
                    <a:pt x="1111981" y="863698"/>
                  </a:cubicBezTo>
                  <a:lnTo>
                    <a:pt x="1113428" y="862554"/>
                  </a:lnTo>
                  <a:lnTo>
                    <a:pt x="1114000" y="859358"/>
                  </a:lnTo>
                  <a:lnTo>
                    <a:pt x="1114303" y="857912"/>
                  </a:lnTo>
                  <a:cubicBezTo>
                    <a:pt x="1114303" y="857912"/>
                    <a:pt x="1114606" y="857609"/>
                    <a:pt x="1111981" y="857037"/>
                  </a:cubicBezTo>
                  <a:cubicBezTo>
                    <a:pt x="1109390" y="856465"/>
                    <a:pt x="1105015" y="855893"/>
                    <a:pt x="1105015" y="855893"/>
                  </a:cubicBezTo>
                  <a:lnTo>
                    <a:pt x="1101548" y="855893"/>
                  </a:lnTo>
                  <a:lnTo>
                    <a:pt x="1099529" y="856768"/>
                  </a:lnTo>
                  <a:lnTo>
                    <a:pt x="1097510" y="857071"/>
                  </a:lnTo>
                  <a:lnTo>
                    <a:pt x="1092596" y="855624"/>
                  </a:lnTo>
                  <a:lnTo>
                    <a:pt x="1089971" y="854749"/>
                  </a:lnTo>
                  <a:lnTo>
                    <a:pt x="1089433" y="852664"/>
                  </a:lnTo>
                  <a:lnTo>
                    <a:pt x="1088120" y="850477"/>
                  </a:lnTo>
                  <a:cubicBezTo>
                    <a:pt x="1088120" y="850477"/>
                    <a:pt x="1086774" y="849199"/>
                    <a:pt x="1086606" y="849199"/>
                  </a:cubicBezTo>
                  <a:cubicBezTo>
                    <a:pt x="1086437" y="849199"/>
                    <a:pt x="1085091" y="848661"/>
                    <a:pt x="1084586" y="848493"/>
                  </a:cubicBezTo>
                  <a:cubicBezTo>
                    <a:pt x="1084081" y="848358"/>
                    <a:pt x="1082769" y="847786"/>
                    <a:pt x="1082634" y="847719"/>
                  </a:cubicBezTo>
                  <a:cubicBezTo>
                    <a:pt x="1082500" y="847685"/>
                    <a:pt x="1080952" y="846945"/>
                    <a:pt x="1081187" y="846373"/>
                  </a:cubicBezTo>
                  <a:cubicBezTo>
                    <a:pt x="1081389" y="845801"/>
                    <a:pt x="1081860" y="845162"/>
                    <a:pt x="1081995" y="844826"/>
                  </a:cubicBezTo>
                  <a:cubicBezTo>
                    <a:pt x="1082096" y="844456"/>
                    <a:pt x="1081658" y="843278"/>
                    <a:pt x="1081456" y="843043"/>
                  </a:cubicBezTo>
                  <a:cubicBezTo>
                    <a:pt x="1081255" y="842841"/>
                    <a:pt x="1079471" y="841462"/>
                    <a:pt x="1078932" y="841058"/>
                  </a:cubicBezTo>
                  <a:cubicBezTo>
                    <a:pt x="1078394" y="840654"/>
                    <a:pt x="1077216" y="839410"/>
                    <a:pt x="1077149" y="839242"/>
                  </a:cubicBezTo>
                  <a:cubicBezTo>
                    <a:pt x="1077081" y="839107"/>
                    <a:pt x="1076846" y="837930"/>
                    <a:pt x="1076846" y="837930"/>
                  </a:cubicBezTo>
                  <a:cubicBezTo>
                    <a:pt x="1076846" y="837930"/>
                    <a:pt x="1076644" y="835878"/>
                    <a:pt x="1076846" y="835676"/>
                  </a:cubicBezTo>
                  <a:cubicBezTo>
                    <a:pt x="1077081" y="835508"/>
                    <a:pt x="1077182" y="833725"/>
                    <a:pt x="1077216" y="833422"/>
                  </a:cubicBezTo>
                  <a:cubicBezTo>
                    <a:pt x="1077250" y="833119"/>
                    <a:pt x="1077283" y="830933"/>
                    <a:pt x="1077283" y="830933"/>
                  </a:cubicBezTo>
                  <a:lnTo>
                    <a:pt x="1079706" y="828746"/>
                  </a:lnTo>
                  <a:lnTo>
                    <a:pt x="1081423" y="827771"/>
                  </a:lnTo>
                  <a:lnTo>
                    <a:pt x="1082803" y="826122"/>
                  </a:lnTo>
                  <a:cubicBezTo>
                    <a:pt x="1082803" y="826122"/>
                    <a:pt x="1083004" y="824608"/>
                    <a:pt x="1083004" y="824440"/>
                  </a:cubicBezTo>
                  <a:cubicBezTo>
                    <a:pt x="1083004" y="824306"/>
                    <a:pt x="1083173" y="822994"/>
                    <a:pt x="1083274" y="822859"/>
                  </a:cubicBezTo>
                  <a:cubicBezTo>
                    <a:pt x="1083341" y="822725"/>
                    <a:pt x="1084856" y="821648"/>
                    <a:pt x="1085192" y="821648"/>
                  </a:cubicBezTo>
                  <a:cubicBezTo>
                    <a:pt x="1085529" y="821648"/>
                    <a:pt x="1086370" y="821211"/>
                    <a:pt x="1087077" y="820874"/>
                  </a:cubicBezTo>
                  <a:cubicBezTo>
                    <a:pt x="1087784" y="820538"/>
                    <a:pt x="1088827" y="819899"/>
                    <a:pt x="1089365" y="819865"/>
                  </a:cubicBezTo>
                  <a:cubicBezTo>
                    <a:pt x="1089904" y="819832"/>
                    <a:pt x="1092495" y="815627"/>
                    <a:pt x="1092495" y="815627"/>
                  </a:cubicBezTo>
                  <a:lnTo>
                    <a:pt x="1094010" y="813373"/>
                  </a:lnTo>
                  <a:lnTo>
                    <a:pt x="1093909" y="811354"/>
                  </a:lnTo>
                  <a:lnTo>
                    <a:pt x="1093505" y="806914"/>
                  </a:lnTo>
                  <a:lnTo>
                    <a:pt x="1094649" y="801061"/>
                  </a:lnTo>
                  <a:lnTo>
                    <a:pt x="1093505" y="795846"/>
                  </a:lnTo>
                  <a:lnTo>
                    <a:pt x="1092764" y="786562"/>
                  </a:lnTo>
                  <a:lnTo>
                    <a:pt x="1089870" y="778758"/>
                  </a:lnTo>
                  <a:lnTo>
                    <a:pt x="1087110" y="772232"/>
                  </a:lnTo>
                  <a:lnTo>
                    <a:pt x="1086505" y="768027"/>
                  </a:lnTo>
                  <a:lnTo>
                    <a:pt x="1083577" y="765739"/>
                  </a:lnTo>
                  <a:lnTo>
                    <a:pt x="1080985" y="765537"/>
                  </a:lnTo>
                  <a:lnTo>
                    <a:pt x="1077283" y="765100"/>
                  </a:lnTo>
                  <a:lnTo>
                    <a:pt x="1074019" y="764023"/>
                  </a:lnTo>
                  <a:lnTo>
                    <a:pt x="1072168" y="761433"/>
                  </a:lnTo>
                  <a:lnTo>
                    <a:pt x="1071629" y="758170"/>
                  </a:lnTo>
                  <a:lnTo>
                    <a:pt x="1072168" y="754907"/>
                  </a:lnTo>
                  <a:lnTo>
                    <a:pt x="1071629" y="751644"/>
                  </a:lnTo>
                  <a:lnTo>
                    <a:pt x="1073043" y="746968"/>
                  </a:lnTo>
                  <a:lnTo>
                    <a:pt x="1074355" y="745454"/>
                  </a:lnTo>
                  <a:cubicBezTo>
                    <a:pt x="1074355" y="745454"/>
                    <a:pt x="1074557" y="743604"/>
                    <a:pt x="1075668" y="743066"/>
                  </a:cubicBezTo>
                  <a:cubicBezTo>
                    <a:pt x="1076745" y="742528"/>
                    <a:pt x="1078495" y="741754"/>
                    <a:pt x="1078495" y="741754"/>
                  </a:cubicBezTo>
                  <a:lnTo>
                    <a:pt x="1079370" y="741418"/>
                  </a:lnTo>
                  <a:cubicBezTo>
                    <a:pt x="1079370" y="741418"/>
                    <a:pt x="1080245" y="740980"/>
                    <a:pt x="1080884" y="740442"/>
                  </a:cubicBezTo>
                  <a:cubicBezTo>
                    <a:pt x="1081524" y="739904"/>
                    <a:pt x="1082634" y="738592"/>
                    <a:pt x="1082634" y="738592"/>
                  </a:cubicBezTo>
                  <a:cubicBezTo>
                    <a:pt x="1082634" y="738592"/>
                    <a:pt x="1083173" y="737078"/>
                    <a:pt x="1083274" y="736641"/>
                  </a:cubicBezTo>
                  <a:cubicBezTo>
                    <a:pt x="1083375" y="736203"/>
                    <a:pt x="1083476" y="734252"/>
                    <a:pt x="1083476" y="733815"/>
                  </a:cubicBezTo>
                  <a:cubicBezTo>
                    <a:pt x="1083476" y="733378"/>
                    <a:pt x="1083711" y="731527"/>
                    <a:pt x="1083375" y="731225"/>
                  </a:cubicBezTo>
                  <a:cubicBezTo>
                    <a:pt x="1083038" y="730888"/>
                    <a:pt x="1081086" y="727962"/>
                    <a:pt x="1081086" y="727962"/>
                  </a:cubicBezTo>
                  <a:lnTo>
                    <a:pt x="1079235" y="724362"/>
                  </a:lnTo>
                  <a:lnTo>
                    <a:pt x="1076610" y="721738"/>
                  </a:lnTo>
                  <a:cubicBezTo>
                    <a:pt x="1076610" y="721738"/>
                    <a:pt x="1075399" y="721301"/>
                    <a:pt x="1074995" y="721301"/>
                  </a:cubicBezTo>
                  <a:cubicBezTo>
                    <a:pt x="1074557" y="721301"/>
                    <a:pt x="1071629" y="720426"/>
                    <a:pt x="1071629" y="720426"/>
                  </a:cubicBezTo>
                  <a:lnTo>
                    <a:pt x="1068802" y="719888"/>
                  </a:lnTo>
                  <a:lnTo>
                    <a:pt x="1067725" y="718273"/>
                  </a:lnTo>
                  <a:lnTo>
                    <a:pt x="1066548" y="714472"/>
                  </a:lnTo>
                  <a:lnTo>
                    <a:pt x="1064797" y="711209"/>
                  </a:lnTo>
                  <a:lnTo>
                    <a:pt x="1063485" y="708922"/>
                  </a:lnTo>
                  <a:lnTo>
                    <a:pt x="1061196" y="706197"/>
                  </a:lnTo>
                  <a:lnTo>
                    <a:pt x="1059244" y="704246"/>
                  </a:lnTo>
                  <a:lnTo>
                    <a:pt x="1056653" y="703270"/>
                  </a:lnTo>
                  <a:lnTo>
                    <a:pt x="1051235" y="703068"/>
                  </a:lnTo>
                  <a:lnTo>
                    <a:pt x="1049485" y="702194"/>
                  </a:lnTo>
                  <a:lnTo>
                    <a:pt x="1047533" y="700108"/>
                  </a:lnTo>
                  <a:cubicBezTo>
                    <a:pt x="1047533" y="700108"/>
                    <a:pt x="1047970" y="699099"/>
                    <a:pt x="1047970" y="698796"/>
                  </a:cubicBezTo>
                  <a:cubicBezTo>
                    <a:pt x="1047970" y="698493"/>
                    <a:pt x="1047533" y="697148"/>
                    <a:pt x="1047533" y="697148"/>
                  </a:cubicBezTo>
                  <a:cubicBezTo>
                    <a:pt x="1047533" y="697148"/>
                    <a:pt x="1045850" y="695903"/>
                    <a:pt x="1045076" y="695163"/>
                  </a:cubicBezTo>
                  <a:cubicBezTo>
                    <a:pt x="1044268" y="694457"/>
                    <a:pt x="1042754" y="692775"/>
                    <a:pt x="1042686" y="692472"/>
                  </a:cubicBezTo>
                  <a:cubicBezTo>
                    <a:pt x="1042619" y="692169"/>
                    <a:pt x="1042350" y="689579"/>
                    <a:pt x="1042350" y="689579"/>
                  </a:cubicBezTo>
                  <a:lnTo>
                    <a:pt x="1041643" y="685677"/>
                  </a:lnTo>
                  <a:lnTo>
                    <a:pt x="1041643" y="682851"/>
                  </a:lnTo>
                  <a:lnTo>
                    <a:pt x="1040129" y="682044"/>
                  </a:lnTo>
                  <a:lnTo>
                    <a:pt x="1037167" y="681976"/>
                  </a:lnTo>
                  <a:lnTo>
                    <a:pt x="1033835" y="681976"/>
                  </a:lnTo>
                  <a:lnTo>
                    <a:pt x="1030705" y="681236"/>
                  </a:lnTo>
                  <a:cubicBezTo>
                    <a:pt x="1030705" y="681236"/>
                    <a:pt x="1029393" y="681169"/>
                    <a:pt x="1029124" y="681236"/>
                  </a:cubicBezTo>
                  <a:cubicBezTo>
                    <a:pt x="1028821" y="681304"/>
                    <a:pt x="1027441" y="681203"/>
                    <a:pt x="1027441" y="681203"/>
                  </a:cubicBezTo>
                  <a:lnTo>
                    <a:pt x="1023268" y="680227"/>
                  </a:lnTo>
                  <a:lnTo>
                    <a:pt x="1021316" y="677502"/>
                  </a:lnTo>
                  <a:lnTo>
                    <a:pt x="1020777" y="675652"/>
                  </a:lnTo>
                  <a:lnTo>
                    <a:pt x="1020777" y="674138"/>
                  </a:lnTo>
                  <a:lnTo>
                    <a:pt x="1023369" y="672625"/>
                  </a:lnTo>
                  <a:lnTo>
                    <a:pt x="1024883" y="671548"/>
                  </a:lnTo>
                  <a:lnTo>
                    <a:pt x="1028585" y="671548"/>
                  </a:lnTo>
                  <a:lnTo>
                    <a:pt x="1032052" y="671548"/>
                  </a:lnTo>
                  <a:lnTo>
                    <a:pt x="1033801" y="670371"/>
                  </a:lnTo>
                  <a:lnTo>
                    <a:pt x="1035552" y="669395"/>
                  </a:lnTo>
                  <a:lnTo>
                    <a:pt x="1038379" y="668083"/>
                  </a:lnTo>
                  <a:cubicBezTo>
                    <a:pt x="1038379" y="668083"/>
                    <a:pt x="1039422" y="667108"/>
                    <a:pt x="1039422" y="666771"/>
                  </a:cubicBezTo>
                  <a:cubicBezTo>
                    <a:pt x="1039422" y="666435"/>
                    <a:pt x="1039893" y="665258"/>
                    <a:pt x="1039893" y="664820"/>
                  </a:cubicBezTo>
                  <a:cubicBezTo>
                    <a:pt x="1039893" y="664383"/>
                    <a:pt x="1039893" y="661994"/>
                    <a:pt x="1039893" y="661994"/>
                  </a:cubicBezTo>
                  <a:lnTo>
                    <a:pt x="1039253" y="660245"/>
                  </a:lnTo>
                  <a:cubicBezTo>
                    <a:pt x="1039253" y="660245"/>
                    <a:pt x="1038715" y="659371"/>
                    <a:pt x="1037739" y="659371"/>
                  </a:cubicBezTo>
                  <a:cubicBezTo>
                    <a:pt x="1036763" y="659371"/>
                    <a:pt x="1035552" y="659371"/>
                    <a:pt x="1035552" y="659371"/>
                  </a:cubicBezTo>
                  <a:lnTo>
                    <a:pt x="1032052" y="659371"/>
                  </a:lnTo>
                  <a:lnTo>
                    <a:pt x="1025085" y="659371"/>
                  </a:lnTo>
                  <a:lnTo>
                    <a:pt x="1019869" y="659371"/>
                  </a:lnTo>
                  <a:cubicBezTo>
                    <a:pt x="1019869" y="659371"/>
                    <a:pt x="1013138" y="659471"/>
                    <a:pt x="1012700" y="659371"/>
                  </a:cubicBezTo>
                  <a:cubicBezTo>
                    <a:pt x="1012263" y="659270"/>
                    <a:pt x="1008359" y="659909"/>
                    <a:pt x="1006945" y="659371"/>
                  </a:cubicBezTo>
                  <a:cubicBezTo>
                    <a:pt x="1005532" y="658832"/>
                    <a:pt x="1001628" y="657958"/>
                    <a:pt x="1000753" y="658059"/>
                  </a:cubicBezTo>
                  <a:cubicBezTo>
                    <a:pt x="999878" y="658159"/>
                    <a:pt x="997825" y="658462"/>
                    <a:pt x="996714" y="658059"/>
                  </a:cubicBezTo>
                  <a:cubicBezTo>
                    <a:pt x="995637" y="657621"/>
                    <a:pt x="993012" y="656175"/>
                    <a:pt x="993012" y="656175"/>
                  </a:cubicBezTo>
                  <a:lnTo>
                    <a:pt x="990825" y="652441"/>
                  </a:lnTo>
                  <a:lnTo>
                    <a:pt x="986752" y="652441"/>
                  </a:lnTo>
                  <a:lnTo>
                    <a:pt x="984026" y="656578"/>
                  </a:lnTo>
                  <a:lnTo>
                    <a:pt x="981738" y="655266"/>
                  </a:lnTo>
                  <a:cubicBezTo>
                    <a:pt x="981738" y="655266"/>
                    <a:pt x="977969" y="653517"/>
                    <a:pt x="977767" y="653450"/>
                  </a:cubicBezTo>
                  <a:cubicBezTo>
                    <a:pt x="977565" y="653383"/>
                    <a:pt x="972617" y="650422"/>
                    <a:pt x="972617" y="650422"/>
                  </a:cubicBezTo>
                  <a:cubicBezTo>
                    <a:pt x="972617" y="650422"/>
                    <a:pt x="966963" y="644771"/>
                    <a:pt x="965887" y="643694"/>
                  </a:cubicBezTo>
                  <a:cubicBezTo>
                    <a:pt x="964810" y="642618"/>
                    <a:pt x="957204" y="635217"/>
                    <a:pt x="956901" y="634915"/>
                  </a:cubicBezTo>
                  <a:cubicBezTo>
                    <a:pt x="956598" y="634612"/>
                    <a:pt x="948117" y="624789"/>
                    <a:pt x="948117" y="624789"/>
                  </a:cubicBezTo>
                  <a:lnTo>
                    <a:pt x="947040" y="620450"/>
                  </a:lnTo>
                  <a:lnTo>
                    <a:pt x="942396" y="616110"/>
                  </a:lnTo>
                  <a:cubicBezTo>
                    <a:pt x="942396" y="616110"/>
                    <a:pt x="938929" y="614663"/>
                    <a:pt x="938323" y="614361"/>
                  </a:cubicBezTo>
                  <a:cubicBezTo>
                    <a:pt x="937751" y="614058"/>
                    <a:pt x="930785" y="612174"/>
                    <a:pt x="930213" y="611602"/>
                  </a:cubicBezTo>
                  <a:cubicBezTo>
                    <a:pt x="929641" y="611030"/>
                    <a:pt x="925871" y="608978"/>
                    <a:pt x="925299" y="608978"/>
                  </a:cubicBezTo>
                  <a:cubicBezTo>
                    <a:pt x="924727" y="608978"/>
                    <a:pt x="920655" y="608978"/>
                    <a:pt x="920655" y="608978"/>
                  </a:cubicBezTo>
                  <a:lnTo>
                    <a:pt x="916010" y="606960"/>
                  </a:lnTo>
                  <a:cubicBezTo>
                    <a:pt x="916010" y="606960"/>
                    <a:pt x="916448" y="605345"/>
                    <a:pt x="916010" y="604639"/>
                  </a:cubicBezTo>
                  <a:cubicBezTo>
                    <a:pt x="915573" y="603899"/>
                    <a:pt x="916448" y="601443"/>
                    <a:pt x="916010" y="600871"/>
                  </a:cubicBezTo>
                  <a:cubicBezTo>
                    <a:pt x="915573" y="600299"/>
                    <a:pt x="916179" y="598415"/>
                    <a:pt x="915876" y="597675"/>
                  </a:cubicBezTo>
                  <a:cubicBezTo>
                    <a:pt x="915573" y="596969"/>
                    <a:pt x="915573" y="595657"/>
                    <a:pt x="914698" y="594210"/>
                  </a:cubicBezTo>
                  <a:cubicBezTo>
                    <a:pt x="913823" y="592764"/>
                    <a:pt x="912948" y="590746"/>
                    <a:pt x="912948" y="590746"/>
                  </a:cubicBezTo>
                  <a:cubicBezTo>
                    <a:pt x="912948" y="590746"/>
                    <a:pt x="912376" y="587987"/>
                    <a:pt x="912376" y="587550"/>
                  </a:cubicBezTo>
                  <a:cubicBezTo>
                    <a:pt x="912376" y="587113"/>
                    <a:pt x="912510" y="584489"/>
                    <a:pt x="912376" y="583917"/>
                  </a:cubicBezTo>
                  <a:cubicBezTo>
                    <a:pt x="912241" y="583345"/>
                    <a:pt x="912376" y="579443"/>
                    <a:pt x="912376" y="579443"/>
                  </a:cubicBezTo>
                  <a:lnTo>
                    <a:pt x="912308" y="578804"/>
                  </a:lnTo>
                  <a:lnTo>
                    <a:pt x="914126" y="575978"/>
                  </a:lnTo>
                  <a:lnTo>
                    <a:pt x="918905" y="575978"/>
                  </a:lnTo>
                  <a:lnTo>
                    <a:pt x="921059" y="575978"/>
                  </a:lnTo>
                  <a:lnTo>
                    <a:pt x="924121" y="575978"/>
                  </a:lnTo>
                  <a:lnTo>
                    <a:pt x="926746" y="577424"/>
                  </a:lnTo>
                  <a:lnTo>
                    <a:pt x="929641" y="575978"/>
                  </a:lnTo>
                  <a:cubicBezTo>
                    <a:pt x="929641" y="575978"/>
                    <a:pt x="930213" y="573960"/>
                    <a:pt x="930213" y="573354"/>
                  </a:cubicBezTo>
                  <a:cubicBezTo>
                    <a:pt x="930213" y="572782"/>
                    <a:pt x="930213" y="569889"/>
                    <a:pt x="930213" y="569889"/>
                  </a:cubicBezTo>
                  <a:lnTo>
                    <a:pt x="929641" y="562051"/>
                  </a:lnTo>
                  <a:lnTo>
                    <a:pt x="929775" y="559730"/>
                  </a:lnTo>
                  <a:lnTo>
                    <a:pt x="928631" y="558283"/>
                  </a:lnTo>
                  <a:lnTo>
                    <a:pt x="928496" y="557106"/>
                  </a:lnTo>
                  <a:cubicBezTo>
                    <a:pt x="928496" y="557106"/>
                    <a:pt x="929068" y="556097"/>
                    <a:pt x="929237" y="555660"/>
                  </a:cubicBezTo>
                  <a:cubicBezTo>
                    <a:pt x="929371" y="555222"/>
                    <a:pt x="930246" y="553776"/>
                    <a:pt x="930246" y="553776"/>
                  </a:cubicBezTo>
                  <a:lnTo>
                    <a:pt x="930246" y="552464"/>
                  </a:lnTo>
                  <a:cubicBezTo>
                    <a:pt x="930246" y="552464"/>
                    <a:pt x="929674" y="550445"/>
                    <a:pt x="929506" y="549840"/>
                  </a:cubicBezTo>
                  <a:cubicBezTo>
                    <a:pt x="929371" y="549268"/>
                    <a:pt x="927318" y="547149"/>
                    <a:pt x="926881" y="546577"/>
                  </a:cubicBezTo>
                  <a:cubicBezTo>
                    <a:pt x="926443" y="546005"/>
                    <a:pt x="923549" y="544626"/>
                    <a:pt x="923549" y="544626"/>
                  </a:cubicBezTo>
                  <a:lnTo>
                    <a:pt x="920655" y="544626"/>
                  </a:lnTo>
                  <a:lnTo>
                    <a:pt x="919713" y="542843"/>
                  </a:lnTo>
                  <a:cubicBezTo>
                    <a:pt x="919713" y="542843"/>
                    <a:pt x="919713" y="542204"/>
                    <a:pt x="919780" y="542136"/>
                  </a:cubicBezTo>
                  <a:cubicBezTo>
                    <a:pt x="919881" y="542069"/>
                    <a:pt x="920688" y="541228"/>
                    <a:pt x="920890" y="541127"/>
                  </a:cubicBezTo>
                  <a:cubicBezTo>
                    <a:pt x="921092" y="541026"/>
                    <a:pt x="922439" y="540354"/>
                    <a:pt x="922775" y="540219"/>
                  </a:cubicBezTo>
                  <a:cubicBezTo>
                    <a:pt x="923112" y="540084"/>
                    <a:pt x="926645" y="538268"/>
                    <a:pt x="926645" y="538268"/>
                  </a:cubicBezTo>
                  <a:lnTo>
                    <a:pt x="938559" y="533222"/>
                  </a:lnTo>
                  <a:lnTo>
                    <a:pt x="947679" y="528109"/>
                  </a:lnTo>
                  <a:cubicBezTo>
                    <a:pt x="947679" y="528109"/>
                    <a:pt x="957136" y="523668"/>
                    <a:pt x="957473" y="523332"/>
                  </a:cubicBezTo>
                  <a:cubicBezTo>
                    <a:pt x="957810" y="522995"/>
                    <a:pt x="961613" y="520304"/>
                    <a:pt x="962353" y="519430"/>
                  </a:cubicBezTo>
                  <a:cubicBezTo>
                    <a:pt x="963127" y="518555"/>
                    <a:pt x="967367" y="513038"/>
                    <a:pt x="967367" y="513038"/>
                  </a:cubicBezTo>
                  <a:lnTo>
                    <a:pt x="969319" y="506411"/>
                  </a:lnTo>
                  <a:lnTo>
                    <a:pt x="973021" y="500423"/>
                  </a:lnTo>
                  <a:cubicBezTo>
                    <a:pt x="973021" y="500423"/>
                    <a:pt x="974233" y="497261"/>
                    <a:pt x="974771" y="496958"/>
                  </a:cubicBezTo>
                  <a:cubicBezTo>
                    <a:pt x="975310" y="496622"/>
                    <a:pt x="979449" y="495781"/>
                    <a:pt x="979449" y="495781"/>
                  </a:cubicBezTo>
                  <a:lnTo>
                    <a:pt x="980762" y="493393"/>
                  </a:lnTo>
                  <a:lnTo>
                    <a:pt x="984666" y="489490"/>
                  </a:lnTo>
                  <a:cubicBezTo>
                    <a:pt x="984666" y="489490"/>
                    <a:pt x="984767" y="487876"/>
                    <a:pt x="985204" y="487539"/>
                  </a:cubicBezTo>
                  <a:cubicBezTo>
                    <a:pt x="985642" y="487203"/>
                    <a:pt x="988368" y="484613"/>
                    <a:pt x="988772" y="484276"/>
                  </a:cubicBezTo>
                  <a:cubicBezTo>
                    <a:pt x="989209" y="483940"/>
                    <a:pt x="991801" y="482325"/>
                    <a:pt x="992238" y="482224"/>
                  </a:cubicBezTo>
                  <a:cubicBezTo>
                    <a:pt x="992676" y="482123"/>
                    <a:pt x="994089" y="479399"/>
                    <a:pt x="994089" y="479399"/>
                  </a:cubicBezTo>
                  <a:cubicBezTo>
                    <a:pt x="994089" y="479399"/>
                    <a:pt x="994089" y="474723"/>
                    <a:pt x="993988" y="474285"/>
                  </a:cubicBezTo>
                  <a:cubicBezTo>
                    <a:pt x="993887" y="473848"/>
                    <a:pt x="992911" y="469845"/>
                    <a:pt x="992911" y="469509"/>
                  </a:cubicBezTo>
                  <a:cubicBezTo>
                    <a:pt x="992911" y="469172"/>
                    <a:pt x="992373" y="463756"/>
                    <a:pt x="992373" y="463756"/>
                  </a:cubicBezTo>
                  <a:cubicBezTo>
                    <a:pt x="992373" y="463756"/>
                    <a:pt x="990623" y="461132"/>
                    <a:pt x="990084" y="460594"/>
                  </a:cubicBezTo>
                  <a:cubicBezTo>
                    <a:pt x="989546" y="460056"/>
                    <a:pt x="987358" y="456456"/>
                    <a:pt x="987358" y="456456"/>
                  </a:cubicBezTo>
                  <a:lnTo>
                    <a:pt x="986483" y="453530"/>
                  </a:lnTo>
                  <a:lnTo>
                    <a:pt x="985945" y="451478"/>
                  </a:lnTo>
                  <a:lnTo>
                    <a:pt x="983555" y="447575"/>
                  </a:lnTo>
                  <a:cubicBezTo>
                    <a:pt x="983555" y="447575"/>
                    <a:pt x="982142" y="445826"/>
                    <a:pt x="982142" y="445523"/>
                  </a:cubicBezTo>
                  <a:cubicBezTo>
                    <a:pt x="982142" y="445187"/>
                    <a:pt x="982916" y="442899"/>
                    <a:pt x="983993" y="442159"/>
                  </a:cubicBezTo>
                  <a:cubicBezTo>
                    <a:pt x="985070" y="441386"/>
                    <a:pt x="985945" y="439771"/>
                    <a:pt x="985945" y="439771"/>
                  </a:cubicBezTo>
                  <a:cubicBezTo>
                    <a:pt x="985945" y="439771"/>
                    <a:pt x="986820" y="439334"/>
                    <a:pt x="986921" y="438694"/>
                  </a:cubicBezTo>
                  <a:cubicBezTo>
                    <a:pt x="987022" y="438055"/>
                    <a:pt x="987022" y="435970"/>
                    <a:pt x="987022" y="435970"/>
                  </a:cubicBezTo>
                  <a:cubicBezTo>
                    <a:pt x="987022" y="435970"/>
                    <a:pt x="984632" y="433783"/>
                    <a:pt x="984195" y="433144"/>
                  </a:cubicBezTo>
                  <a:cubicBezTo>
                    <a:pt x="983757" y="432505"/>
                    <a:pt x="983118" y="430554"/>
                    <a:pt x="980594" y="429444"/>
                  </a:cubicBezTo>
                  <a:cubicBezTo>
                    <a:pt x="978103" y="428367"/>
                    <a:pt x="976992" y="427694"/>
                    <a:pt x="976555" y="427493"/>
                  </a:cubicBezTo>
                  <a:cubicBezTo>
                    <a:pt x="976118" y="427291"/>
                    <a:pt x="973526" y="426517"/>
                    <a:pt x="972416" y="426517"/>
                  </a:cubicBezTo>
                  <a:cubicBezTo>
                    <a:pt x="971339" y="426517"/>
                    <a:pt x="967536" y="426517"/>
                    <a:pt x="967536" y="426517"/>
                  </a:cubicBezTo>
                  <a:cubicBezTo>
                    <a:pt x="967536" y="426517"/>
                    <a:pt x="964507" y="426080"/>
                    <a:pt x="963194" y="425979"/>
                  </a:cubicBezTo>
                  <a:cubicBezTo>
                    <a:pt x="961882" y="425878"/>
                    <a:pt x="957641" y="425777"/>
                    <a:pt x="956228" y="425979"/>
                  </a:cubicBezTo>
                  <a:cubicBezTo>
                    <a:pt x="954814" y="426181"/>
                    <a:pt x="952088" y="427156"/>
                    <a:pt x="951752" y="427392"/>
                  </a:cubicBezTo>
                  <a:cubicBezTo>
                    <a:pt x="951449" y="427593"/>
                    <a:pt x="948487" y="428468"/>
                    <a:pt x="948184" y="428704"/>
                  </a:cubicBezTo>
                  <a:cubicBezTo>
                    <a:pt x="947848" y="428905"/>
                    <a:pt x="945694" y="429040"/>
                    <a:pt x="945357" y="429242"/>
                  </a:cubicBezTo>
                  <a:cubicBezTo>
                    <a:pt x="945021" y="429444"/>
                    <a:pt x="943069" y="430655"/>
                    <a:pt x="942766" y="430756"/>
                  </a:cubicBezTo>
                  <a:cubicBezTo>
                    <a:pt x="942429" y="430857"/>
                    <a:pt x="942429" y="431193"/>
                    <a:pt x="940814" y="431630"/>
                  </a:cubicBezTo>
                  <a:cubicBezTo>
                    <a:pt x="939198" y="432067"/>
                    <a:pt x="937549" y="431967"/>
                    <a:pt x="936237" y="432505"/>
                  </a:cubicBezTo>
                  <a:cubicBezTo>
                    <a:pt x="934924" y="433043"/>
                    <a:pt x="932535" y="434120"/>
                    <a:pt x="932097" y="434456"/>
                  </a:cubicBezTo>
                  <a:cubicBezTo>
                    <a:pt x="931660" y="434792"/>
                    <a:pt x="928496" y="436071"/>
                    <a:pt x="928496" y="436071"/>
                  </a:cubicBezTo>
                  <a:lnTo>
                    <a:pt x="926544" y="436306"/>
                  </a:lnTo>
                  <a:cubicBezTo>
                    <a:pt x="926544" y="436306"/>
                    <a:pt x="924794" y="437181"/>
                    <a:pt x="924491" y="438055"/>
                  </a:cubicBezTo>
                  <a:cubicBezTo>
                    <a:pt x="924155" y="438930"/>
                    <a:pt x="922439" y="441419"/>
                    <a:pt x="922439" y="441419"/>
                  </a:cubicBezTo>
                  <a:cubicBezTo>
                    <a:pt x="922439" y="441419"/>
                    <a:pt x="920352" y="443269"/>
                    <a:pt x="919511" y="443909"/>
                  </a:cubicBezTo>
                  <a:cubicBezTo>
                    <a:pt x="918636" y="444548"/>
                    <a:pt x="915708" y="446398"/>
                    <a:pt x="915708" y="446398"/>
                  </a:cubicBezTo>
                  <a:lnTo>
                    <a:pt x="910054" y="450199"/>
                  </a:lnTo>
                  <a:lnTo>
                    <a:pt x="904501" y="454640"/>
                  </a:lnTo>
                  <a:cubicBezTo>
                    <a:pt x="904501" y="454640"/>
                    <a:pt x="903626" y="455615"/>
                    <a:pt x="903323" y="455952"/>
                  </a:cubicBezTo>
                  <a:cubicBezTo>
                    <a:pt x="902986" y="456288"/>
                    <a:pt x="901135" y="456725"/>
                    <a:pt x="900832" y="457028"/>
                  </a:cubicBezTo>
                  <a:cubicBezTo>
                    <a:pt x="900496" y="457364"/>
                    <a:pt x="900731" y="457802"/>
                    <a:pt x="898544" y="457802"/>
                  </a:cubicBezTo>
                  <a:cubicBezTo>
                    <a:pt x="896356" y="457802"/>
                    <a:pt x="892789" y="457802"/>
                    <a:pt x="892789" y="457802"/>
                  </a:cubicBezTo>
                  <a:cubicBezTo>
                    <a:pt x="892789" y="457802"/>
                    <a:pt x="889322" y="457903"/>
                    <a:pt x="888649" y="458138"/>
                  </a:cubicBezTo>
                  <a:cubicBezTo>
                    <a:pt x="888010" y="458340"/>
                    <a:pt x="882019" y="458340"/>
                    <a:pt x="882019" y="458340"/>
                  </a:cubicBezTo>
                  <a:cubicBezTo>
                    <a:pt x="882019" y="458340"/>
                    <a:pt x="875928" y="457903"/>
                    <a:pt x="875490" y="457802"/>
                  </a:cubicBezTo>
                  <a:cubicBezTo>
                    <a:pt x="875053" y="457701"/>
                    <a:pt x="873740" y="455312"/>
                    <a:pt x="873336" y="454640"/>
                  </a:cubicBezTo>
                  <a:cubicBezTo>
                    <a:pt x="872899" y="454000"/>
                    <a:pt x="871587" y="452453"/>
                    <a:pt x="871149" y="452453"/>
                  </a:cubicBezTo>
                  <a:cubicBezTo>
                    <a:pt x="870711" y="452453"/>
                    <a:pt x="868322" y="451579"/>
                    <a:pt x="866370" y="451579"/>
                  </a:cubicBezTo>
                  <a:cubicBezTo>
                    <a:pt x="864418" y="451579"/>
                    <a:pt x="860480" y="451478"/>
                    <a:pt x="860178" y="451780"/>
                  </a:cubicBezTo>
                  <a:cubicBezTo>
                    <a:pt x="859841" y="452117"/>
                    <a:pt x="857788" y="451679"/>
                    <a:pt x="857788" y="451679"/>
                  </a:cubicBezTo>
                  <a:lnTo>
                    <a:pt x="853884" y="449190"/>
                  </a:lnTo>
                  <a:lnTo>
                    <a:pt x="851394" y="444851"/>
                  </a:lnTo>
                  <a:cubicBezTo>
                    <a:pt x="851394" y="444851"/>
                    <a:pt x="850620" y="443337"/>
                    <a:pt x="850317" y="443000"/>
                  </a:cubicBezTo>
                  <a:cubicBezTo>
                    <a:pt x="849980" y="442664"/>
                    <a:pt x="847927" y="438964"/>
                    <a:pt x="847591" y="438863"/>
                  </a:cubicBezTo>
                  <a:cubicBezTo>
                    <a:pt x="847254" y="438762"/>
                    <a:pt x="844528" y="438425"/>
                    <a:pt x="844124" y="438425"/>
                  </a:cubicBezTo>
                  <a:cubicBezTo>
                    <a:pt x="843687" y="438425"/>
                    <a:pt x="841398" y="439636"/>
                    <a:pt x="840658" y="440376"/>
                  </a:cubicBezTo>
                  <a:cubicBezTo>
                    <a:pt x="839884" y="441150"/>
                    <a:pt x="839009" y="441352"/>
                    <a:pt x="838706" y="441991"/>
                  </a:cubicBezTo>
                  <a:cubicBezTo>
                    <a:pt x="838369" y="442630"/>
                    <a:pt x="837831" y="443841"/>
                    <a:pt x="837393" y="443841"/>
                  </a:cubicBezTo>
                  <a:cubicBezTo>
                    <a:pt x="836956" y="443841"/>
                    <a:pt x="833691" y="443841"/>
                    <a:pt x="833691" y="443841"/>
                  </a:cubicBezTo>
                  <a:cubicBezTo>
                    <a:pt x="833691" y="443841"/>
                    <a:pt x="831066" y="443640"/>
                    <a:pt x="829350" y="444043"/>
                  </a:cubicBezTo>
                  <a:cubicBezTo>
                    <a:pt x="827600" y="444481"/>
                    <a:pt x="825984" y="445120"/>
                    <a:pt x="825984" y="445120"/>
                  </a:cubicBezTo>
                  <a:lnTo>
                    <a:pt x="823797" y="446734"/>
                  </a:lnTo>
                  <a:cubicBezTo>
                    <a:pt x="823797" y="446734"/>
                    <a:pt x="818581" y="448585"/>
                    <a:pt x="818143" y="448786"/>
                  </a:cubicBezTo>
                  <a:cubicBezTo>
                    <a:pt x="817705" y="449022"/>
                    <a:pt x="814003" y="450098"/>
                    <a:pt x="813566" y="450199"/>
                  </a:cubicBezTo>
                  <a:cubicBezTo>
                    <a:pt x="813128" y="450300"/>
                    <a:pt x="810739" y="452117"/>
                    <a:pt x="810739" y="452117"/>
                  </a:cubicBezTo>
                  <a:lnTo>
                    <a:pt x="807811" y="452487"/>
                  </a:lnTo>
                  <a:lnTo>
                    <a:pt x="804143" y="452487"/>
                  </a:lnTo>
                  <a:cubicBezTo>
                    <a:pt x="804143" y="452487"/>
                    <a:pt x="800239" y="450872"/>
                    <a:pt x="799801" y="450738"/>
                  </a:cubicBezTo>
                  <a:cubicBezTo>
                    <a:pt x="799364" y="450637"/>
                    <a:pt x="795897" y="449964"/>
                    <a:pt x="795897" y="449964"/>
                  </a:cubicBezTo>
                  <a:cubicBezTo>
                    <a:pt x="795897" y="449964"/>
                    <a:pt x="792969" y="448753"/>
                    <a:pt x="792195" y="448652"/>
                  </a:cubicBezTo>
                  <a:cubicBezTo>
                    <a:pt x="791421" y="448551"/>
                    <a:pt x="787955" y="446701"/>
                    <a:pt x="787315" y="446701"/>
                  </a:cubicBezTo>
                  <a:cubicBezTo>
                    <a:pt x="786676" y="446701"/>
                    <a:pt x="785902" y="446465"/>
                    <a:pt x="785464" y="446465"/>
                  </a:cubicBezTo>
                  <a:cubicBezTo>
                    <a:pt x="785027" y="446465"/>
                    <a:pt x="781661" y="447004"/>
                    <a:pt x="781661" y="447004"/>
                  </a:cubicBezTo>
                  <a:lnTo>
                    <a:pt x="780786" y="449190"/>
                  </a:lnTo>
                  <a:cubicBezTo>
                    <a:pt x="780786" y="449190"/>
                    <a:pt x="781123" y="451679"/>
                    <a:pt x="781561" y="452016"/>
                  </a:cubicBezTo>
                  <a:cubicBezTo>
                    <a:pt x="781998" y="452352"/>
                    <a:pt x="784926" y="453765"/>
                    <a:pt x="784926" y="453765"/>
                  </a:cubicBezTo>
                  <a:lnTo>
                    <a:pt x="790041" y="456389"/>
                  </a:lnTo>
                  <a:lnTo>
                    <a:pt x="794719" y="458777"/>
                  </a:lnTo>
                  <a:cubicBezTo>
                    <a:pt x="794719" y="458777"/>
                    <a:pt x="795493" y="462242"/>
                    <a:pt x="795796" y="462478"/>
                  </a:cubicBezTo>
                  <a:cubicBezTo>
                    <a:pt x="796133" y="462680"/>
                    <a:pt x="797008" y="465943"/>
                    <a:pt x="797008" y="465943"/>
                  </a:cubicBezTo>
                  <a:cubicBezTo>
                    <a:pt x="797008" y="465943"/>
                    <a:pt x="798522" y="469542"/>
                    <a:pt x="798859" y="469744"/>
                  </a:cubicBezTo>
                  <a:cubicBezTo>
                    <a:pt x="799195" y="469946"/>
                    <a:pt x="802561" y="473209"/>
                    <a:pt x="802561" y="473209"/>
                  </a:cubicBezTo>
                  <a:cubicBezTo>
                    <a:pt x="802561" y="473209"/>
                    <a:pt x="803200" y="474622"/>
                    <a:pt x="804075" y="474723"/>
                  </a:cubicBezTo>
                  <a:cubicBezTo>
                    <a:pt x="804950" y="474823"/>
                    <a:pt x="807239" y="476775"/>
                    <a:pt x="807542" y="477346"/>
                  </a:cubicBezTo>
                  <a:cubicBezTo>
                    <a:pt x="807845" y="477885"/>
                    <a:pt x="808518" y="479634"/>
                    <a:pt x="808518" y="479634"/>
                  </a:cubicBezTo>
                  <a:cubicBezTo>
                    <a:pt x="808518" y="479634"/>
                    <a:pt x="807542" y="481686"/>
                    <a:pt x="805792" y="482258"/>
                  </a:cubicBezTo>
                  <a:cubicBezTo>
                    <a:pt x="804042" y="482796"/>
                    <a:pt x="801316" y="485286"/>
                    <a:pt x="800239" y="485857"/>
                  </a:cubicBezTo>
                  <a:cubicBezTo>
                    <a:pt x="799162" y="486395"/>
                    <a:pt x="798186" y="486934"/>
                    <a:pt x="796974" y="487808"/>
                  </a:cubicBezTo>
                  <a:cubicBezTo>
                    <a:pt x="795763" y="488683"/>
                    <a:pt x="792936" y="492148"/>
                    <a:pt x="792936" y="492148"/>
                  </a:cubicBezTo>
                  <a:lnTo>
                    <a:pt x="791522" y="493897"/>
                  </a:lnTo>
                  <a:cubicBezTo>
                    <a:pt x="791522" y="493897"/>
                    <a:pt x="788359" y="496622"/>
                    <a:pt x="788056" y="497160"/>
                  </a:cubicBezTo>
                  <a:cubicBezTo>
                    <a:pt x="787719" y="497699"/>
                    <a:pt x="785868" y="500087"/>
                    <a:pt x="785868" y="500524"/>
                  </a:cubicBezTo>
                  <a:cubicBezTo>
                    <a:pt x="785868" y="500961"/>
                    <a:pt x="785431" y="502812"/>
                    <a:pt x="785431" y="503249"/>
                  </a:cubicBezTo>
                  <a:cubicBezTo>
                    <a:pt x="785431" y="503686"/>
                    <a:pt x="785094" y="506277"/>
                    <a:pt x="784657" y="506512"/>
                  </a:cubicBezTo>
                  <a:cubicBezTo>
                    <a:pt x="784219" y="506747"/>
                    <a:pt x="783681" y="506949"/>
                    <a:pt x="782469" y="507151"/>
                  </a:cubicBezTo>
                  <a:cubicBezTo>
                    <a:pt x="781258" y="507353"/>
                    <a:pt x="779541" y="507252"/>
                    <a:pt x="779104" y="506714"/>
                  </a:cubicBezTo>
                  <a:cubicBezTo>
                    <a:pt x="778666" y="506176"/>
                    <a:pt x="777354" y="505839"/>
                    <a:pt x="777051" y="504325"/>
                  </a:cubicBezTo>
                  <a:cubicBezTo>
                    <a:pt x="776714" y="502812"/>
                    <a:pt x="775200" y="499751"/>
                    <a:pt x="775200" y="499751"/>
                  </a:cubicBezTo>
                  <a:lnTo>
                    <a:pt x="771397" y="498001"/>
                  </a:lnTo>
                  <a:cubicBezTo>
                    <a:pt x="771397" y="498001"/>
                    <a:pt x="768469" y="498775"/>
                    <a:pt x="768132" y="498977"/>
                  </a:cubicBezTo>
                  <a:cubicBezTo>
                    <a:pt x="767796" y="499178"/>
                    <a:pt x="764767" y="501802"/>
                    <a:pt x="764767" y="501802"/>
                  </a:cubicBezTo>
                  <a:cubicBezTo>
                    <a:pt x="764767" y="501802"/>
                    <a:pt x="764666" y="502879"/>
                    <a:pt x="763791" y="502442"/>
                  </a:cubicBezTo>
                  <a:cubicBezTo>
                    <a:pt x="762916" y="502004"/>
                    <a:pt x="760964" y="501130"/>
                    <a:pt x="759988" y="499280"/>
                  </a:cubicBezTo>
                  <a:cubicBezTo>
                    <a:pt x="759012" y="497429"/>
                    <a:pt x="758036" y="495276"/>
                    <a:pt x="757699" y="494503"/>
                  </a:cubicBezTo>
                  <a:cubicBezTo>
                    <a:pt x="757363" y="493763"/>
                    <a:pt x="757262" y="493628"/>
                    <a:pt x="756723" y="493090"/>
                  </a:cubicBezTo>
                  <a:cubicBezTo>
                    <a:pt x="756185" y="492552"/>
                    <a:pt x="755209" y="491576"/>
                    <a:pt x="754872" y="491038"/>
                  </a:cubicBezTo>
                  <a:cubicBezTo>
                    <a:pt x="754536" y="490500"/>
                    <a:pt x="752685" y="489524"/>
                    <a:pt x="752685" y="489524"/>
                  </a:cubicBezTo>
                  <a:cubicBezTo>
                    <a:pt x="752685" y="489524"/>
                    <a:pt x="751507" y="489423"/>
                    <a:pt x="750396" y="489423"/>
                  </a:cubicBezTo>
                  <a:cubicBezTo>
                    <a:pt x="749319" y="489423"/>
                    <a:pt x="750060" y="489087"/>
                    <a:pt x="748209" y="489423"/>
                  </a:cubicBezTo>
                  <a:cubicBezTo>
                    <a:pt x="746358" y="489759"/>
                    <a:pt x="744944" y="489759"/>
                    <a:pt x="744608" y="489524"/>
                  </a:cubicBezTo>
                  <a:cubicBezTo>
                    <a:pt x="744271" y="489322"/>
                    <a:pt x="743093" y="489087"/>
                    <a:pt x="742757" y="488986"/>
                  </a:cubicBezTo>
                  <a:cubicBezTo>
                    <a:pt x="742420" y="488885"/>
                    <a:pt x="741242" y="489423"/>
                    <a:pt x="740367" y="487371"/>
                  </a:cubicBezTo>
                  <a:cubicBezTo>
                    <a:pt x="739492" y="485319"/>
                    <a:pt x="739290" y="484983"/>
                    <a:pt x="739290" y="484343"/>
                  </a:cubicBezTo>
                  <a:cubicBezTo>
                    <a:pt x="739290" y="483704"/>
                    <a:pt x="739189" y="481619"/>
                    <a:pt x="739290" y="481181"/>
                  </a:cubicBezTo>
                  <a:cubicBezTo>
                    <a:pt x="739391" y="480744"/>
                    <a:pt x="738987" y="479230"/>
                    <a:pt x="739223" y="478692"/>
                  </a:cubicBezTo>
                  <a:cubicBezTo>
                    <a:pt x="739492" y="478154"/>
                    <a:pt x="739122" y="477481"/>
                    <a:pt x="739122" y="477178"/>
                  </a:cubicBezTo>
                  <a:cubicBezTo>
                    <a:pt x="739156" y="476842"/>
                    <a:pt x="737507" y="475866"/>
                    <a:pt x="737103" y="475429"/>
                  </a:cubicBezTo>
                  <a:cubicBezTo>
                    <a:pt x="736665" y="474992"/>
                    <a:pt x="734478" y="474353"/>
                    <a:pt x="734478" y="474353"/>
                  </a:cubicBezTo>
                  <a:cubicBezTo>
                    <a:pt x="734478" y="474353"/>
                    <a:pt x="733165" y="473579"/>
                    <a:pt x="732963" y="473141"/>
                  </a:cubicBezTo>
                  <a:cubicBezTo>
                    <a:pt x="732761" y="472704"/>
                    <a:pt x="731550" y="471089"/>
                    <a:pt x="731213" y="470854"/>
                  </a:cubicBezTo>
                  <a:cubicBezTo>
                    <a:pt x="730877" y="470652"/>
                    <a:pt x="728925" y="467591"/>
                    <a:pt x="728925" y="467591"/>
                  </a:cubicBezTo>
                  <a:cubicBezTo>
                    <a:pt x="728925" y="467591"/>
                    <a:pt x="727949" y="467053"/>
                    <a:pt x="728925" y="466279"/>
                  </a:cubicBezTo>
                  <a:cubicBezTo>
                    <a:pt x="729901" y="465505"/>
                    <a:pt x="730002" y="464530"/>
                    <a:pt x="730540" y="463992"/>
                  </a:cubicBezTo>
                  <a:cubicBezTo>
                    <a:pt x="731079" y="463453"/>
                    <a:pt x="731953" y="462814"/>
                    <a:pt x="733030" y="462579"/>
                  </a:cubicBezTo>
                  <a:cubicBezTo>
                    <a:pt x="734107" y="462343"/>
                    <a:pt x="735083" y="461940"/>
                    <a:pt x="735521" y="461805"/>
                  </a:cubicBezTo>
                  <a:cubicBezTo>
                    <a:pt x="735958" y="461704"/>
                    <a:pt x="737910" y="458340"/>
                    <a:pt x="737910" y="458004"/>
                  </a:cubicBezTo>
                  <a:cubicBezTo>
                    <a:pt x="737910" y="457667"/>
                    <a:pt x="737136" y="456053"/>
                    <a:pt x="735858" y="455817"/>
                  </a:cubicBezTo>
                  <a:cubicBezTo>
                    <a:pt x="734545" y="455582"/>
                    <a:pt x="732829" y="454741"/>
                    <a:pt x="731718" y="454841"/>
                  </a:cubicBezTo>
                  <a:cubicBezTo>
                    <a:pt x="730641" y="454942"/>
                    <a:pt x="727915" y="454942"/>
                    <a:pt x="727578" y="455279"/>
                  </a:cubicBezTo>
                  <a:cubicBezTo>
                    <a:pt x="727242" y="455615"/>
                    <a:pt x="726064" y="455817"/>
                    <a:pt x="725290" y="456456"/>
                  </a:cubicBezTo>
                  <a:cubicBezTo>
                    <a:pt x="724516" y="457095"/>
                    <a:pt x="723001" y="458407"/>
                    <a:pt x="722026" y="459181"/>
                  </a:cubicBezTo>
                  <a:cubicBezTo>
                    <a:pt x="721049" y="459955"/>
                    <a:pt x="719972" y="459618"/>
                    <a:pt x="719535" y="460493"/>
                  </a:cubicBezTo>
                  <a:cubicBezTo>
                    <a:pt x="719097" y="461368"/>
                    <a:pt x="718121" y="462007"/>
                    <a:pt x="717785" y="462007"/>
                  </a:cubicBezTo>
                  <a:cubicBezTo>
                    <a:pt x="717448" y="462007"/>
                    <a:pt x="714857" y="462343"/>
                    <a:pt x="714857" y="462343"/>
                  </a:cubicBezTo>
                  <a:cubicBezTo>
                    <a:pt x="714857" y="462343"/>
                    <a:pt x="711828" y="461906"/>
                    <a:pt x="711391" y="461704"/>
                  </a:cubicBezTo>
                  <a:cubicBezTo>
                    <a:pt x="710953" y="461502"/>
                    <a:pt x="709001" y="460190"/>
                    <a:pt x="708665" y="459854"/>
                  </a:cubicBezTo>
                  <a:cubicBezTo>
                    <a:pt x="708328" y="459517"/>
                    <a:pt x="707049" y="458777"/>
                    <a:pt x="706713" y="457129"/>
                  </a:cubicBezTo>
                  <a:cubicBezTo>
                    <a:pt x="706376" y="455481"/>
                    <a:pt x="706612" y="455279"/>
                    <a:pt x="706174" y="454841"/>
                  </a:cubicBezTo>
                  <a:cubicBezTo>
                    <a:pt x="705737" y="454404"/>
                    <a:pt x="704559" y="453866"/>
                    <a:pt x="704121" y="453866"/>
                  </a:cubicBezTo>
                  <a:cubicBezTo>
                    <a:pt x="703684" y="453866"/>
                    <a:pt x="700958" y="453967"/>
                    <a:pt x="700655" y="453866"/>
                  </a:cubicBezTo>
                  <a:cubicBezTo>
                    <a:pt x="700318" y="453765"/>
                    <a:pt x="698602" y="452991"/>
                    <a:pt x="698467" y="452453"/>
                  </a:cubicBezTo>
                  <a:cubicBezTo>
                    <a:pt x="698366" y="451915"/>
                    <a:pt x="698467" y="450603"/>
                    <a:pt x="699679" y="449527"/>
                  </a:cubicBezTo>
                  <a:cubicBezTo>
                    <a:pt x="700857" y="448450"/>
                    <a:pt x="702405" y="447037"/>
                    <a:pt x="702405" y="447037"/>
                  </a:cubicBezTo>
                  <a:cubicBezTo>
                    <a:pt x="702405" y="447037"/>
                    <a:pt x="702741" y="443774"/>
                    <a:pt x="702405" y="443673"/>
                  </a:cubicBezTo>
                  <a:cubicBezTo>
                    <a:pt x="702068" y="443572"/>
                    <a:pt x="701429" y="442698"/>
                    <a:pt x="700890" y="442361"/>
                  </a:cubicBezTo>
                  <a:cubicBezTo>
                    <a:pt x="700352" y="442025"/>
                    <a:pt x="698467" y="439973"/>
                    <a:pt x="698467" y="439973"/>
                  </a:cubicBezTo>
                  <a:cubicBezTo>
                    <a:pt x="698467" y="439973"/>
                    <a:pt x="699174" y="438358"/>
                    <a:pt x="699713" y="437921"/>
                  </a:cubicBezTo>
                  <a:cubicBezTo>
                    <a:pt x="700251" y="437484"/>
                    <a:pt x="701126" y="436609"/>
                    <a:pt x="701227" y="436272"/>
                  </a:cubicBezTo>
                  <a:cubicBezTo>
                    <a:pt x="701328" y="435936"/>
                    <a:pt x="702741" y="434759"/>
                    <a:pt x="702741" y="434759"/>
                  </a:cubicBezTo>
                  <a:cubicBezTo>
                    <a:pt x="702741" y="434759"/>
                    <a:pt x="701664" y="432269"/>
                    <a:pt x="701530" y="431933"/>
                  </a:cubicBezTo>
                  <a:cubicBezTo>
                    <a:pt x="701429" y="431597"/>
                    <a:pt x="700217" y="431159"/>
                    <a:pt x="700991" y="430520"/>
                  </a:cubicBezTo>
                  <a:cubicBezTo>
                    <a:pt x="701765" y="429881"/>
                    <a:pt x="702506" y="428670"/>
                    <a:pt x="702506" y="428670"/>
                  </a:cubicBezTo>
                  <a:lnTo>
                    <a:pt x="703381" y="427694"/>
                  </a:lnTo>
                  <a:cubicBezTo>
                    <a:pt x="703381" y="427694"/>
                    <a:pt x="703717" y="425070"/>
                    <a:pt x="703583" y="424667"/>
                  </a:cubicBezTo>
                  <a:cubicBezTo>
                    <a:pt x="703482" y="424229"/>
                    <a:pt x="702506" y="422615"/>
                    <a:pt x="702506" y="422177"/>
                  </a:cubicBezTo>
                  <a:cubicBezTo>
                    <a:pt x="702506" y="421740"/>
                    <a:pt x="703583" y="420428"/>
                    <a:pt x="704693" y="419789"/>
                  </a:cubicBezTo>
                  <a:cubicBezTo>
                    <a:pt x="705770" y="419150"/>
                    <a:pt x="706208" y="418477"/>
                    <a:pt x="706208" y="418040"/>
                  </a:cubicBezTo>
                  <a:cubicBezTo>
                    <a:pt x="706208" y="417602"/>
                    <a:pt x="707285" y="416627"/>
                    <a:pt x="706208" y="414878"/>
                  </a:cubicBezTo>
                  <a:cubicBezTo>
                    <a:pt x="705131" y="413128"/>
                    <a:pt x="703818" y="411716"/>
                    <a:pt x="703818" y="411716"/>
                  </a:cubicBezTo>
                  <a:lnTo>
                    <a:pt x="701328" y="410740"/>
                  </a:lnTo>
                  <a:lnTo>
                    <a:pt x="697962" y="410740"/>
                  </a:lnTo>
                  <a:lnTo>
                    <a:pt x="696212" y="410740"/>
                  </a:lnTo>
                  <a:lnTo>
                    <a:pt x="694462" y="410740"/>
                  </a:lnTo>
                  <a:lnTo>
                    <a:pt x="690996" y="410740"/>
                  </a:lnTo>
                  <a:cubicBezTo>
                    <a:pt x="690996" y="410740"/>
                    <a:pt x="690659" y="412254"/>
                    <a:pt x="690222" y="412590"/>
                  </a:cubicBezTo>
                  <a:cubicBezTo>
                    <a:pt x="689784" y="412927"/>
                    <a:pt x="688707" y="413465"/>
                    <a:pt x="688707" y="413465"/>
                  </a:cubicBezTo>
                  <a:cubicBezTo>
                    <a:pt x="688707" y="413465"/>
                    <a:pt x="687732" y="412927"/>
                    <a:pt x="687193" y="412489"/>
                  </a:cubicBezTo>
                  <a:cubicBezTo>
                    <a:pt x="686655" y="412052"/>
                    <a:pt x="684366" y="411514"/>
                    <a:pt x="684366" y="411514"/>
                  </a:cubicBezTo>
                  <a:cubicBezTo>
                    <a:pt x="684366" y="411514"/>
                    <a:pt x="683053" y="411312"/>
                    <a:pt x="682515" y="411312"/>
                  </a:cubicBezTo>
                  <a:cubicBezTo>
                    <a:pt x="681977" y="411312"/>
                    <a:pt x="680226" y="411648"/>
                    <a:pt x="680226" y="411648"/>
                  </a:cubicBezTo>
                  <a:lnTo>
                    <a:pt x="678375" y="412422"/>
                  </a:lnTo>
                  <a:lnTo>
                    <a:pt x="674135" y="410807"/>
                  </a:lnTo>
                  <a:lnTo>
                    <a:pt x="673597" y="409394"/>
                  </a:lnTo>
                  <a:cubicBezTo>
                    <a:pt x="673597" y="409394"/>
                    <a:pt x="675986" y="403407"/>
                    <a:pt x="676087" y="403104"/>
                  </a:cubicBezTo>
                  <a:cubicBezTo>
                    <a:pt x="676188" y="402767"/>
                    <a:pt x="673597" y="398226"/>
                    <a:pt x="673597" y="398226"/>
                  </a:cubicBezTo>
                  <a:lnTo>
                    <a:pt x="670568" y="396914"/>
                  </a:lnTo>
                  <a:lnTo>
                    <a:pt x="668380" y="396914"/>
                  </a:lnTo>
                  <a:lnTo>
                    <a:pt x="664914" y="396914"/>
                  </a:lnTo>
                  <a:cubicBezTo>
                    <a:pt x="664914" y="396914"/>
                    <a:pt x="662861" y="396039"/>
                    <a:pt x="662962" y="395064"/>
                  </a:cubicBezTo>
                  <a:cubicBezTo>
                    <a:pt x="663063" y="394088"/>
                    <a:pt x="664375" y="393113"/>
                    <a:pt x="662962" y="393113"/>
                  </a:cubicBezTo>
                  <a:cubicBezTo>
                    <a:pt x="661548" y="393113"/>
                    <a:pt x="659058" y="392339"/>
                    <a:pt x="659058" y="392339"/>
                  </a:cubicBezTo>
                  <a:cubicBezTo>
                    <a:pt x="659058" y="392339"/>
                    <a:pt x="658284" y="389614"/>
                    <a:pt x="658519" y="389312"/>
                  </a:cubicBezTo>
                  <a:cubicBezTo>
                    <a:pt x="658721" y="388975"/>
                    <a:pt x="658957" y="386486"/>
                    <a:pt x="658957" y="386048"/>
                  </a:cubicBezTo>
                  <a:cubicBezTo>
                    <a:pt x="658957" y="385611"/>
                    <a:pt x="659159" y="383223"/>
                    <a:pt x="659159" y="382785"/>
                  </a:cubicBezTo>
                  <a:cubicBezTo>
                    <a:pt x="659159" y="382348"/>
                    <a:pt x="659058" y="379321"/>
                    <a:pt x="659058" y="379321"/>
                  </a:cubicBezTo>
                  <a:cubicBezTo>
                    <a:pt x="659058" y="379321"/>
                    <a:pt x="657543" y="377672"/>
                    <a:pt x="657442" y="377370"/>
                  </a:cubicBezTo>
                  <a:cubicBezTo>
                    <a:pt x="657341" y="377033"/>
                    <a:pt x="655490" y="375957"/>
                    <a:pt x="656231" y="375183"/>
                  </a:cubicBezTo>
                  <a:cubicBezTo>
                    <a:pt x="657005" y="374409"/>
                    <a:pt x="657745" y="372593"/>
                    <a:pt x="657745" y="372122"/>
                  </a:cubicBezTo>
                  <a:cubicBezTo>
                    <a:pt x="657745" y="371684"/>
                    <a:pt x="655793" y="368960"/>
                    <a:pt x="655457" y="368960"/>
                  </a:cubicBezTo>
                  <a:cubicBezTo>
                    <a:pt x="655120" y="368960"/>
                    <a:pt x="652865" y="367917"/>
                    <a:pt x="652293" y="368051"/>
                  </a:cubicBezTo>
                  <a:cubicBezTo>
                    <a:pt x="651755" y="368152"/>
                    <a:pt x="648928" y="367345"/>
                    <a:pt x="648591" y="367345"/>
                  </a:cubicBezTo>
                  <a:cubicBezTo>
                    <a:pt x="648255" y="367345"/>
                    <a:pt x="642298" y="367345"/>
                    <a:pt x="642298" y="367345"/>
                  </a:cubicBezTo>
                  <a:lnTo>
                    <a:pt x="636879" y="365495"/>
                  </a:lnTo>
                  <a:lnTo>
                    <a:pt x="633076" y="362871"/>
                  </a:lnTo>
                  <a:lnTo>
                    <a:pt x="629172" y="360381"/>
                  </a:lnTo>
                  <a:lnTo>
                    <a:pt x="625269" y="357758"/>
                  </a:lnTo>
                  <a:lnTo>
                    <a:pt x="620052" y="358397"/>
                  </a:lnTo>
                  <a:cubicBezTo>
                    <a:pt x="620052" y="358397"/>
                    <a:pt x="618302" y="353284"/>
                    <a:pt x="617999" y="352846"/>
                  </a:cubicBezTo>
                  <a:cubicBezTo>
                    <a:pt x="617663" y="352409"/>
                    <a:pt x="612345" y="349045"/>
                    <a:pt x="612345" y="349045"/>
                  </a:cubicBezTo>
                  <a:cubicBezTo>
                    <a:pt x="612345" y="349045"/>
                    <a:pt x="609417" y="348608"/>
                    <a:pt x="608980" y="348507"/>
                  </a:cubicBezTo>
                  <a:cubicBezTo>
                    <a:pt x="608542" y="348406"/>
                    <a:pt x="602148" y="347094"/>
                    <a:pt x="601811" y="346993"/>
                  </a:cubicBezTo>
                  <a:cubicBezTo>
                    <a:pt x="601475" y="346892"/>
                    <a:pt x="597032" y="346993"/>
                    <a:pt x="597032" y="346993"/>
                  </a:cubicBezTo>
                  <a:cubicBezTo>
                    <a:pt x="597032" y="346993"/>
                    <a:pt x="595518" y="346455"/>
                    <a:pt x="594407" y="346959"/>
                  </a:cubicBezTo>
                  <a:cubicBezTo>
                    <a:pt x="593330" y="347430"/>
                    <a:pt x="590268" y="348204"/>
                    <a:pt x="590268" y="348204"/>
                  </a:cubicBezTo>
                  <a:cubicBezTo>
                    <a:pt x="590268" y="348204"/>
                    <a:pt x="589830" y="349617"/>
                    <a:pt x="587542" y="348978"/>
                  </a:cubicBezTo>
                  <a:cubicBezTo>
                    <a:pt x="585253" y="348338"/>
                    <a:pt x="582527" y="345816"/>
                    <a:pt x="582763" y="345513"/>
                  </a:cubicBezTo>
                  <a:cubicBezTo>
                    <a:pt x="582965" y="345176"/>
                    <a:pt x="587239" y="345513"/>
                    <a:pt x="587239" y="345513"/>
                  </a:cubicBezTo>
                  <a:lnTo>
                    <a:pt x="589830" y="345378"/>
                  </a:lnTo>
                  <a:lnTo>
                    <a:pt x="592220" y="343898"/>
                  </a:lnTo>
                  <a:lnTo>
                    <a:pt x="592758" y="342822"/>
                  </a:lnTo>
                  <a:lnTo>
                    <a:pt x="593633" y="340231"/>
                  </a:lnTo>
                  <a:cubicBezTo>
                    <a:pt x="593633" y="340231"/>
                    <a:pt x="594273" y="338818"/>
                    <a:pt x="594508" y="338482"/>
                  </a:cubicBezTo>
                  <a:cubicBezTo>
                    <a:pt x="594710" y="338146"/>
                    <a:pt x="596258" y="335892"/>
                    <a:pt x="596258" y="335892"/>
                  </a:cubicBezTo>
                  <a:cubicBezTo>
                    <a:pt x="596258" y="335892"/>
                    <a:pt x="598109" y="334916"/>
                    <a:pt x="598446" y="334681"/>
                  </a:cubicBezTo>
                  <a:cubicBezTo>
                    <a:pt x="598782" y="334479"/>
                    <a:pt x="598883" y="333806"/>
                    <a:pt x="599859" y="333604"/>
                  </a:cubicBezTo>
                  <a:cubicBezTo>
                    <a:pt x="600835" y="333402"/>
                    <a:pt x="601273" y="333402"/>
                    <a:pt x="601710" y="332831"/>
                  </a:cubicBezTo>
                  <a:cubicBezTo>
                    <a:pt x="602148" y="332292"/>
                    <a:pt x="603326" y="331317"/>
                    <a:pt x="604201" y="330678"/>
                  </a:cubicBezTo>
                  <a:cubicBezTo>
                    <a:pt x="605076" y="330039"/>
                    <a:pt x="605412" y="329366"/>
                    <a:pt x="605715" y="329265"/>
                  </a:cubicBezTo>
                  <a:cubicBezTo>
                    <a:pt x="606052" y="329164"/>
                    <a:pt x="606893" y="328289"/>
                    <a:pt x="606893" y="328289"/>
                  </a:cubicBezTo>
                  <a:lnTo>
                    <a:pt x="609081" y="327415"/>
                  </a:lnTo>
                  <a:lnTo>
                    <a:pt x="611033" y="327415"/>
                  </a:lnTo>
                  <a:lnTo>
                    <a:pt x="615172" y="327415"/>
                  </a:lnTo>
                  <a:lnTo>
                    <a:pt x="616249" y="327415"/>
                  </a:lnTo>
                  <a:cubicBezTo>
                    <a:pt x="616249" y="327415"/>
                    <a:pt x="618201" y="326103"/>
                    <a:pt x="618740" y="325564"/>
                  </a:cubicBezTo>
                  <a:cubicBezTo>
                    <a:pt x="619278" y="325026"/>
                    <a:pt x="620153" y="324252"/>
                    <a:pt x="620490" y="323815"/>
                  </a:cubicBezTo>
                  <a:cubicBezTo>
                    <a:pt x="620826" y="323378"/>
                    <a:pt x="622004" y="321629"/>
                    <a:pt x="622004" y="321629"/>
                  </a:cubicBezTo>
                  <a:lnTo>
                    <a:pt x="623317" y="319947"/>
                  </a:lnTo>
                  <a:lnTo>
                    <a:pt x="624730" y="318702"/>
                  </a:lnTo>
                  <a:lnTo>
                    <a:pt x="624932" y="318702"/>
                  </a:lnTo>
                  <a:cubicBezTo>
                    <a:pt x="624932" y="318702"/>
                    <a:pt x="627220" y="318366"/>
                    <a:pt x="628398" y="318702"/>
                  </a:cubicBezTo>
                  <a:cubicBezTo>
                    <a:pt x="629610" y="319038"/>
                    <a:pt x="630889" y="318567"/>
                    <a:pt x="630889" y="318567"/>
                  </a:cubicBezTo>
                  <a:cubicBezTo>
                    <a:pt x="630889" y="318567"/>
                    <a:pt x="632942" y="317289"/>
                    <a:pt x="633514" y="316650"/>
                  </a:cubicBezTo>
                  <a:cubicBezTo>
                    <a:pt x="634052" y="316011"/>
                    <a:pt x="635365" y="315574"/>
                    <a:pt x="635567" y="315136"/>
                  </a:cubicBezTo>
                  <a:cubicBezTo>
                    <a:pt x="635769" y="314699"/>
                    <a:pt x="636341" y="313723"/>
                    <a:pt x="636341" y="313084"/>
                  </a:cubicBezTo>
                  <a:cubicBezTo>
                    <a:pt x="636341" y="312445"/>
                    <a:pt x="635903" y="309720"/>
                    <a:pt x="635129" y="309047"/>
                  </a:cubicBezTo>
                  <a:cubicBezTo>
                    <a:pt x="634355" y="308408"/>
                    <a:pt x="634153" y="306861"/>
                    <a:pt x="634153" y="306861"/>
                  </a:cubicBezTo>
                  <a:cubicBezTo>
                    <a:pt x="634153" y="306861"/>
                    <a:pt x="635028" y="304910"/>
                    <a:pt x="635230" y="304371"/>
                  </a:cubicBezTo>
                  <a:cubicBezTo>
                    <a:pt x="635432" y="303833"/>
                    <a:pt x="636644" y="302757"/>
                    <a:pt x="637283" y="301748"/>
                  </a:cubicBezTo>
                  <a:cubicBezTo>
                    <a:pt x="637923" y="300772"/>
                    <a:pt x="638899" y="299359"/>
                    <a:pt x="638899" y="299359"/>
                  </a:cubicBezTo>
                  <a:cubicBezTo>
                    <a:pt x="638899" y="299359"/>
                    <a:pt x="642163" y="294481"/>
                    <a:pt x="642500" y="294347"/>
                  </a:cubicBezTo>
                  <a:cubicBezTo>
                    <a:pt x="642836" y="294246"/>
                    <a:pt x="644553" y="292934"/>
                    <a:pt x="644553" y="292934"/>
                  </a:cubicBezTo>
                  <a:cubicBezTo>
                    <a:pt x="644553" y="292934"/>
                    <a:pt x="645091" y="292732"/>
                    <a:pt x="645630" y="292396"/>
                  </a:cubicBezTo>
                  <a:cubicBezTo>
                    <a:pt x="646168" y="292059"/>
                    <a:pt x="646942" y="291622"/>
                    <a:pt x="646841" y="290983"/>
                  </a:cubicBezTo>
                  <a:cubicBezTo>
                    <a:pt x="646740" y="290344"/>
                    <a:pt x="646639" y="288494"/>
                    <a:pt x="646639" y="288494"/>
                  </a:cubicBezTo>
                  <a:cubicBezTo>
                    <a:pt x="646639" y="288494"/>
                    <a:pt x="647615" y="287518"/>
                    <a:pt x="648053" y="286879"/>
                  </a:cubicBezTo>
                  <a:cubicBezTo>
                    <a:pt x="648490" y="286240"/>
                    <a:pt x="649904" y="285264"/>
                    <a:pt x="649904" y="285264"/>
                  </a:cubicBezTo>
                  <a:cubicBezTo>
                    <a:pt x="649904" y="285264"/>
                    <a:pt x="650880" y="284289"/>
                    <a:pt x="651418" y="284053"/>
                  </a:cubicBezTo>
                  <a:cubicBezTo>
                    <a:pt x="651957" y="283851"/>
                    <a:pt x="653168" y="282876"/>
                    <a:pt x="653168" y="282876"/>
                  </a:cubicBezTo>
                  <a:lnTo>
                    <a:pt x="655457" y="280689"/>
                  </a:lnTo>
                  <a:cubicBezTo>
                    <a:pt x="655457" y="280689"/>
                    <a:pt x="656231" y="279478"/>
                    <a:pt x="656534" y="279377"/>
                  </a:cubicBezTo>
                  <a:cubicBezTo>
                    <a:pt x="656870" y="279276"/>
                    <a:pt x="658385" y="277762"/>
                    <a:pt x="659024" y="276989"/>
                  </a:cubicBezTo>
                  <a:cubicBezTo>
                    <a:pt x="659664" y="276249"/>
                    <a:pt x="660236" y="275677"/>
                    <a:pt x="660236" y="275374"/>
                  </a:cubicBezTo>
                  <a:cubicBezTo>
                    <a:pt x="660236" y="275038"/>
                    <a:pt x="661380" y="273860"/>
                    <a:pt x="661380" y="273860"/>
                  </a:cubicBezTo>
                  <a:cubicBezTo>
                    <a:pt x="661380" y="273860"/>
                    <a:pt x="662322" y="271573"/>
                    <a:pt x="662322" y="271236"/>
                  </a:cubicBezTo>
                  <a:cubicBezTo>
                    <a:pt x="662322" y="270900"/>
                    <a:pt x="662322" y="267435"/>
                    <a:pt x="662322" y="267435"/>
                  </a:cubicBezTo>
                  <a:cubicBezTo>
                    <a:pt x="662322" y="267435"/>
                    <a:pt x="661346" y="265921"/>
                    <a:pt x="661346" y="265585"/>
                  </a:cubicBezTo>
                  <a:cubicBezTo>
                    <a:pt x="661346" y="265249"/>
                    <a:pt x="661986" y="264710"/>
                    <a:pt x="662322" y="264508"/>
                  </a:cubicBezTo>
                  <a:cubicBezTo>
                    <a:pt x="662659" y="264307"/>
                    <a:pt x="663635" y="262995"/>
                    <a:pt x="663635" y="262995"/>
                  </a:cubicBezTo>
                  <a:lnTo>
                    <a:pt x="664072" y="262019"/>
                  </a:lnTo>
                  <a:lnTo>
                    <a:pt x="662760" y="257680"/>
                  </a:lnTo>
                  <a:cubicBezTo>
                    <a:pt x="662760" y="257680"/>
                    <a:pt x="662221" y="256704"/>
                    <a:pt x="661885" y="256368"/>
                  </a:cubicBezTo>
                  <a:cubicBezTo>
                    <a:pt x="661548" y="256031"/>
                    <a:pt x="660808" y="254955"/>
                    <a:pt x="660471" y="254854"/>
                  </a:cubicBezTo>
                  <a:cubicBezTo>
                    <a:pt x="660135" y="254753"/>
                    <a:pt x="658923" y="252028"/>
                    <a:pt x="658923" y="252028"/>
                  </a:cubicBezTo>
                  <a:lnTo>
                    <a:pt x="658788" y="248900"/>
                  </a:lnTo>
                  <a:lnTo>
                    <a:pt x="658216" y="246141"/>
                  </a:lnTo>
                  <a:lnTo>
                    <a:pt x="657341" y="244627"/>
                  </a:lnTo>
                  <a:cubicBezTo>
                    <a:pt x="657341" y="244627"/>
                    <a:pt x="655087" y="242306"/>
                    <a:pt x="654817" y="242306"/>
                  </a:cubicBezTo>
                  <a:cubicBezTo>
                    <a:pt x="654514" y="242306"/>
                    <a:pt x="652125" y="240355"/>
                    <a:pt x="651923" y="240288"/>
                  </a:cubicBezTo>
                  <a:cubicBezTo>
                    <a:pt x="651721" y="240221"/>
                    <a:pt x="648894" y="238606"/>
                    <a:pt x="648658" y="238606"/>
                  </a:cubicBezTo>
                  <a:cubicBezTo>
                    <a:pt x="648456" y="238606"/>
                    <a:pt x="647144" y="236789"/>
                    <a:pt x="647144" y="236789"/>
                  </a:cubicBezTo>
                  <a:lnTo>
                    <a:pt x="646942" y="235545"/>
                  </a:lnTo>
                  <a:cubicBezTo>
                    <a:pt x="646942" y="235545"/>
                    <a:pt x="645630" y="235612"/>
                    <a:pt x="644990" y="235545"/>
                  </a:cubicBezTo>
                  <a:cubicBezTo>
                    <a:pt x="644351" y="235477"/>
                    <a:pt x="643408" y="235612"/>
                    <a:pt x="642803" y="235545"/>
                  </a:cubicBezTo>
                  <a:cubicBezTo>
                    <a:pt x="642230" y="235477"/>
                    <a:pt x="640413" y="235578"/>
                    <a:pt x="640110" y="235545"/>
                  </a:cubicBezTo>
                  <a:cubicBezTo>
                    <a:pt x="639807" y="235477"/>
                    <a:pt x="638529" y="235410"/>
                    <a:pt x="637418" y="235208"/>
                  </a:cubicBezTo>
                  <a:cubicBezTo>
                    <a:pt x="636341" y="234973"/>
                    <a:pt x="633076" y="233964"/>
                    <a:pt x="632774" y="233896"/>
                  </a:cubicBezTo>
                  <a:cubicBezTo>
                    <a:pt x="632471" y="233829"/>
                    <a:pt x="630014" y="232887"/>
                    <a:pt x="630014" y="232887"/>
                  </a:cubicBezTo>
                  <a:cubicBezTo>
                    <a:pt x="630014" y="232887"/>
                    <a:pt x="629004" y="233089"/>
                    <a:pt x="628701" y="232887"/>
                  </a:cubicBezTo>
                  <a:cubicBezTo>
                    <a:pt x="628398" y="232685"/>
                    <a:pt x="623283" y="231003"/>
                    <a:pt x="623283" y="231003"/>
                  </a:cubicBezTo>
                  <a:cubicBezTo>
                    <a:pt x="623283" y="231003"/>
                    <a:pt x="622206" y="230499"/>
                    <a:pt x="621331" y="230364"/>
                  </a:cubicBezTo>
                  <a:cubicBezTo>
                    <a:pt x="620456" y="230230"/>
                    <a:pt x="616990" y="228918"/>
                    <a:pt x="616990" y="228918"/>
                  </a:cubicBezTo>
                  <a:cubicBezTo>
                    <a:pt x="616990" y="228918"/>
                    <a:pt x="616047" y="227034"/>
                    <a:pt x="615610" y="227101"/>
                  </a:cubicBezTo>
                  <a:cubicBezTo>
                    <a:pt x="615172" y="227168"/>
                    <a:pt x="613860" y="227976"/>
                    <a:pt x="613860" y="227976"/>
                  </a:cubicBezTo>
                  <a:cubicBezTo>
                    <a:pt x="613860" y="227976"/>
                    <a:pt x="612278" y="229658"/>
                    <a:pt x="612278" y="229994"/>
                  </a:cubicBezTo>
                  <a:cubicBezTo>
                    <a:pt x="612278" y="230364"/>
                    <a:pt x="612143" y="231743"/>
                    <a:pt x="612143" y="231743"/>
                  </a:cubicBezTo>
                  <a:lnTo>
                    <a:pt x="611134" y="232988"/>
                  </a:lnTo>
                  <a:lnTo>
                    <a:pt x="610561" y="234300"/>
                  </a:lnTo>
                  <a:cubicBezTo>
                    <a:pt x="610561" y="234300"/>
                    <a:pt x="610124" y="235377"/>
                    <a:pt x="610057" y="235612"/>
                  </a:cubicBezTo>
                  <a:cubicBezTo>
                    <a:pt x="609989" y="235814"/>
                    <a:pt x="608912" y="235982"/>
                    <a:pt x="608744" y="236487"/>
                  </a:cubicBezTo>
                  <a:cubicBezTo>
                    <a:pt x="608610" y="236991"/>
                    <a:pt x="607162" y="237294"/>
                    <a:pt x="606859" y="237294"/>
                  </a:cubicBezTo>
                  <a:cubicBezTo>
                    <a:pt x="606557" y="237294"/>
                    <a:pt x="603225" y="236857"/>
                    <a:pt x="602720" y="236924"/>
                  </a:cubicBezTo>
                  <a:cubicBezTo>
                    <a:pt x="602215" y="236991"/>
                    <a:pt x="599388" y="236991"/>
                    <a:pt x="599388" y="236991"/>
                  </a:cubicBezTo>
                  <a:cubicBezTo>
                    <a:pt x="599388" y="236991"/>
                    <a:pt x="596931" y="237059"/>
                    <a:pt x="596629" y="237059"/>
                  </a:cubicBezTo>
                  <a:cubicBezTo>
                    <a:pt x="596326" y="237059"/>
                    <a:pt x="593667" y="237059"/>
                    <a:pt x="593667" y="237059"/>
                  </a:cubicBezTo>
                  <a:lnTo>
                    <a:pt x="590907" y="235679"/>
                  </a:lnTo>
                  <a:lnTo>
                    <a:pt x="589460" y="235545"/>
                  </a:lnTo>
                  <a:lnTo>
                    <a:pt x="585556" y="233291"/>
                  </a:lnTo>
                  <a:lnTo>
                    <a:pt x="580474" y="234300"/>
                  </a:lnTo>
                  <a:lnTo>
                    <a:pt x="576570" y="235881"/>
                  </a:lnTo>
                  <a:cubicBezTo>
                    <a:pt x="576570" y="235881"/>
                    <a:pt x="571488" y="234872"/>
                    <a:pt x="570916" y="234872"/>
                  </a:cubicBezTo>
                  <a:cubicBezTo>
                    <a:pt x="570344" y="234872"/>
                    <a:pt x="563512" y="235747"/>
                    <a:pt x="563512" y="235747"/>
                  </a:cubicBezTo>
                  <a:lnTo>
                    <a:pt x="560618" y="237933"/>
                  </a:lnTo>
                  <a:lnTo>
                    <a:pt x="558027" y="240557"/>
                  </a:lnTo>
                  <a:lnTo>
                    <a:pt x="555267" y="240422"/>
                  </a:lnTo>
                  <a:lnTo>
                    <a:pt x="553080" y="240725"/>
                  </a:lnTo>
                  <a:lnTo>
                    <a:pt x="550757" y="243618"/>
                  </a:lnTo>
                  <a:lnTo>
                    <a:pt x="548300" y="245065"/>
                  </a:lnTo>
                  <a:cubicBezTo>
                    <a:pt x="548300" y="245065"/>
                    <a:pt x="545406" y="245199"/>
                    <a:pt x="544228" y="245637"/>
                  </a:cubicBezTo>
                  <a:cubicBezTo>
                    <a:pt x="543084" y="246074"/>
                    <a:pt x="538002" y="248967"/>
                    <a:pt x="538002" y="248967"/>
                  </a:cubicBezTo>
                  <a:lnTo>
                    <a:pt x="532348" y="254047"/>
                  </a:lnTo>
                  <a:lnTo>
                    <a:pt x="528141" y="257949"/>
                  </a:lnTo>
                  <a:lnTo>
                    <a:pt x="524237" y="259530"/>
                  </a:lnTo>
                  <a:lnTo>
                    <a:pt x="522487" y="263735"/>
                  </a:lnTo>
                  <a:lnTo>
                    <a:pt x="520603" y="265888"/>
                  </a:lnTo>
                  <a:lnTo>
                    <a:pt x="514646" y="265753"/>
                  </a:lnTo>
                  <a:cubicBezTo>
                    <a:pt x="514646" y="265753"/>
                    <a:pt x="508790" y="265181"/>
                    <a:pt x="508184" y="265047"/>
                  </a:cubicBezTo>
                  <a:cubicBezTo>
                    <a:pt x="507612" y="264912"/>
                    <a:pt x="504045" y="263163"/>
                    <a:pt x="504045" y="263163"/>
                  </a:cubicBezTo>
                  <a:lnTo>
                    <a:pt x="504045" y="260539"/>
                  </a:lnTo>
                  <a:lnTo>
                    <a:pt x="500141" y="260102"/>
                  </a:lnTo>
                  <a:lnTo>
                    <a:pt x="499434" y="262423"/>
                  </a:lnTo>
                  <a:lnTo>
                    <a:pt x="498559" y="262995"/>
                  </a:lnTo>
                  <a:lnTo>
                    <a:pt x="495867" y="263197"/>
                  </a:lnTo>
                  <a:cubicBezTo>
                    <a:pt x="495867" y="263197"/>
                    <a:pt x="492737" y="262894"/>
                    <a:pt x="492165" y="262894"/>
                  </a:cubicBezTo>
                  <a:cubicBezTo>
                    <a:pt x="491593" y="262894"/>
                    <a:pt x="489708" y="262086"/>
                    <a:pt x="489775" y="261817"/>
                  </a:cubicBezTo>
                  <a:cubicBezTo>
                    <a:pt x="489842" y="261515"/>
                    <a:pt x="490415" y="259934"/>
                    <a:pt x="490650" y="259631"/>
                  </a:cubicBezTo>
                  <a:cubicBezTo>
                    <a:pt x="490852" y="259328"/>
                    <a:pt x="491727" y="257242"/>
                    <a:pt x="491727" y="257242"/>
                  </a:cubicBezTo>
                  <a:lnTo>
                    <a:pt x="492366" y="255358"/>
                  </a:lnTo>
                  <a:lnTo>
                    <a:pt x="493006" y="253172"/>
                  </a:lnTo>
                  <a:lnTo>
                    <a:pt x="493645" y="250144"/>
                  </a:lnTo>
                  <a:lnTo>
                    <a:pt x="494958" y="246444"/>
                  </a:lnTo>
                  <a:cubicBezTo>
                    <a:pt x="494958" y="246444"/>
                    <a:pt x="495463" y="245569"/>
                    <a:pt x="495833" y="245368"/>
                  </a:cubicBezTo>
                  <a:cubicBezTo>
                    <a:pt x="496203" y="245132"/>
                    <a:pt x="498155" y="243551"/>
                    <a:pt x="498155" y="243551"/>
                  </a:cubicBezTo>
                  <a:cubicBezTo>
                    <a:pt x="498155" y="243551"/>
                    <a:pt x="499097" y="243753"/>
                    <a:pt x="499299" y="242979"/>
                  </a:cubicBezTo>
                  <a:cubicBezTo>
                    <a:pt x="499501" y="242172"/>
                    <a:pt x="499670" y="240658"/>
                    <a:pt x="499670" y="240221"/>
                  </a:cubicBezTo>
                  <a:cubicBezTo>
                    <a:pt x="499670" y="239783"/>
                    <a:pt x="499097" y="238404"/>
                    <a:pt x="499030" y="238135"/>
                  </a:cubicBezTo>
                  <a:cubicBezTo>
                    <a:pt x="498963" y="237832"/>
                    <a:pt x="499097" y="235948"/>
                    <a:pt x="499333" y="235747"/>
                  </a:cubicBezTo>
                  <a:cubicBezTo>
                    <a:pt x="499535" y="235545"/>
                    <a:pt x="501016" y="233930"/>
                    <a:pt x="501016" y="233930"/>
                  </a:cubicBezTo>
                  <a:cubicBezTo>
                    <a:pt x="501016" y="233930"/>
                    <a:pt x="502025" y="233123"/>
                    <a:pt x="502261" y="232685"/>
                  </a:cubicBezTo>
                  <a:cubicBezTo>
                    <a:pt x="502463" y="232248"/>
                    <a:pt x="502900" y="230667"/>
                    <a:pt x="503001" y="229994"/>
                  </a:cubicBezTo>
                  <a:cubicBezTo>
                    <a:pt x="503069" y="229355"/>
                    <a:pt x="503069" y="226529"/>
                    <a:pt x="503069" y="226227"/>
                  </a:cubicBezTo>
                  <a:cubicBezTo>
                    <a:pt x="503069" y="225924"/>
                    <a:pt x="503001" y="222963"/>
                    <a:pt x="503001" y="222963"/>
                  </a:cubicBezTo>
                  <a:lnTo>
                    <a:pt x="502867" y="221282"/>
                  </a:lnTo>
                  <a:lnTo>
                    <a:pt x="502497" y="219028"/>
                  </a:lnTo>
                  <a:lnTo>
                    <a:pt x="497785" y="218153"/>
                  </a:lnTo>
                  <a:lnTo>
                    <a:pt x="497146" y="215832"/>
                  </a:lnTo>
                  <a:cubicBezTo>
                    <a:pt x="497146" y="215832"/>
                    <a:pt x="494621" y="212804"/>
                    <a:pt x="494319" y="212804"/>
                  </a:cubicBezTo>
                  <a:cubicBezTo>
                    <a:pt x="494016" y="212804"/>
                    <a:pt x="492737" y="212300"/>
                    <a:pt x="491626" y="212804"/>
                  </a:cubicBezTo>
                  <a:cubicBezTo>
                    <a:pt x="490549" y="213309"/>
                    <a:pt x="489304" y="213174"/>
                    <a:pt x="489304" y="213174"/>
                  </a:cubicBezTo>
                  <a:cubicBezTo>
                    <a:pt x="489304" y="213174"/>
                    <a:pt x="489237" y="211997"/>
                    <a:pt x="487487" y="210853"/>
                  </a:cubicBezTo>
                  <a:cubicBezTo>
                    <a:pt x="485737" y="209710"/>
                    <a:pt x="483852" y="208229"/>
                    <a:pt x="482842" y="207590"/>
                  </a:cubicBezTo>
                  <a:cubicBezTo>
                    <a:pt x="481833" y="206951"/>
                    <a:pt x="478568" y="203755"/>
                    <a:pt x="478568" y="203755"/>
                  </a:cubicBezTo>
                  <a:lnTo>
                    <a:pt x="475539" y="200223"/>
                  </a:lnTo>
                  <a:lnTo>
                    <a:pt x="475236" y="196758"/>
                  </a:lnTo>
                  <a:cubicBezTo>
                    <a:pt x="475236" y="196758"/>
                    <a:pt x="473789" y="195379"/>
                    <a:pt x="473049" y="195177"/>
                  </a:cubicBezTo>
                  <a:cubicBezTo>
                    <a:pt x="472308" y="194942"/>
                    <a:pt x="469650" y="192553"/>
                    <a:pt x="469347" y="192486"/>
                  </a:cubicBezTo>
                  <a:cubicBezTo>
                    <a:pt x="469044" y="192419"/>
                    <a:pt x="467597" y="191410"/>
                    <a:pt x="467327" y="191107"/>
                  </a:cubicBezTo>
                  <a:cubicBezTo>
                    <a:pt x="467025" y="190804"/>
                    <a:pt x="465073" y="188147"/>
                    <a:pt x="464736" y="187474"/>
                  </a:cubicBezTo>
                  <a:cubicBezTo>
                    <a:pt x="464366" y="186835"/>
                    <a:pt x="462481" y="183908"/>
                    <a:pt x="462481" y="183908"/>
                  </a:cubicBezTo>
                  <a:lnTo>
                    <a:pt x="460597" y="178997"/>
                  </a:lnTo>
                  <a:lnTo>
                    <a:pt x="457837" y="174792"/>
                  </a:lnTo>
                  <a:lnTo>
                    <a:pt x="454202" y="167694"/>
                  </a:lnTo>
                  <a:cubicBezTo>
                    <a:pt x="454202" y="167694"/>
                    <a:pt x="454135" y="165171"/>
                    <a:pt x="454202" y="164935"/>
                  </a:cubicBezTo>
                  <a:cubicBezTo>
                    <a:pt x="454270" y="164733"/>
                    <a:pt x="451443" y="161470"/>
                    <a:pt x="450803" y="160663"/>
                  </a:cubicBezTo>
                  <a:cubicBezTo>
                    <a:pt x="450164" y="159856"/>
                    <a:pt x="448717" y="155213"/>
                    <a:pt x="448717" y="155213"/>
                  </a:cubicBezTo>
                  <a:lnTo>
                    <a:pt x="445250" y="151311"/>
                  </a:lnTo>
                  <a:cubicBezTo>
                    <a:pt x="445250" y="151311"/>
                    <a:pt x="443500" y="148620"/>
                    <a:pt x="443500" y="148351"/>
                  </a:cubicBezTo>
                  <a:cubicBezTo>
                    <a:pt x="443500" y="148082"/>
                    <a:pt x="443635" y="146770"/>
                    <a:pt x="443500" y="146467"/>
                  </a:cubicBezTo>
                  <a:cubicBezTo>
                    <a:pt x="443365" y="146164"/>
                    <a:pt x="444072" y="144650"/>
                    <a:pt x="444308" y="144583"/>
                  </a:cubicBezTo>
                  <a:cubicBezTo>
                    <a:pt x="444543" y="144516"/>
                    <a:pt x="444611" y="143843"/>
                    <a:pt x="445890" y="143574"/>
                  </a:cubicBezTo>
                  <a:cubicBezTo>
                    <a:pt x="447202" y="143271"/>
                    <a:pt x="449962" y="141320"/>
                    <a:pt x="450669" y="141186"/>
                  </a:cubicBezTo>
                  <a:cubicBezTo>
                    <a:pt x="451409" y="141051"/>
                    <a:pt x="453697" y="139672"/>
                    <a:pt x="454371" y="139537"/>
                  </a:cubicBezTo>
                  <a:cubicBezTo>
                    <a:pt x="455010" y="139403"/>
                    <a:pt x="458005" y="137283"/>
                    <a:pt x="458409" y="137283"/>
                  </a:cubicBezTo>
                  <a:cubicBezTo>
                    <a:pt x="458847" y="137283"/>
                    <a:pt x="465005" y="132944"/>
                    <a:pt x="465005" y="132944"/>
                  </a:cubicBezTo>
                  <a:lnTo>
                    <a:pt x="467395" y="130421"/>
                  </a:lnTo>
                  <a:cubicBezTo>
                    <a:pt x="467395" y="130421"/>
                    <a:pt x="466890" y="128470"/>
                    <a:pt x="466890" y="128167"/>
                  </a:cubicBezTo>
                  <a:cubicBezTo>
                    <a:pt x="466890" y="127864"/>
                    <a:pt x="466385" y="126485"/>
                    <a:pt x="466318" y="126283"/>
                  </a:cubicBezTo>
                  <a:cubicBezTo>
                    <a:pt x="466251" y="126081"/>
                    <a:pt x="465073" y="124534"/>
                    <a:pt x="464736" y="124265"/>
                  </a:cubicBezTo>
                  <a:cubicBezTo>
                    <a:pt x="464366" y="123962"/>
                    <a:pt x="462212" y="122516"/>
                    <a:pt x="462212" y="122516"/>
                  </a:cubicBezTo>
                  <a:cubicBezTo>
                    <a:pt x="462212" y="122516"/>
                    <a:pt x="462347" y="119757"/>
                    <a:pt x="462515" y="119555"/>
                  </a:cubicBezTo>
                  <a:cubicBezTo>
                    <a:pt x="462650" y="119353"/>
                    <a:pt x="462818" y="117234"/>
                    <a:pt x="462818" y="117234"/>
                  </a:cubicBezTo>
                  <a:cubicBezTo>
                    <a:pt x="462818" y="117234"/>
                    <a:pt x="460731" y="113164"/>
                    <a:pt x="459991" y="112222"/>
                  </a:cubicBezTo>
                  <a:cubicBezTo>
                    <a:pt x="459284" y="111280"/>
                    <a:pt x="457366" y="108892"/>
                    <a:pt x="457366" y="108892"/>
                  </a:cubicBezTo>
                  <a:lnTo>
                    <a:pt x="457500" y="105494"/>
                  </a:lnTo>
                  <a:lnTo>
                    <a:pt x="458308" y="102164"/>
                  </a:lnTo>
                  <a:cubicBezTo>
                    <a:pt x="458308" y="102164"/>
                    <a:pt x="456053" y="97589"/>
                    <a:pt x="455986" y="97185"/>
                  </a:cubicBezTo>
                  <a:cubicBezTo>
                    <a:pt x="455919" y="96748"/>
                    <a:pt x="453899" y="92475"/>
                    <a:pt x="453899" y="92173"/>
                  </a:cubicBezTo>
                  <a:cubicBezTo>
                    <a:pt x="453899" y="91870"/>
                    <a:pt x="453327" y="89212"/>
                    <a:pt x="453260" y="88842"/>
                  </a:cubicBezTo>
                  <a:cubicBezTo>
                    <a:pt x="453193" y="88472"/>
                    <a:pt x="451443" y="81543"/>
                    <a:pt x="451443" y="81543"/>
                  </a:cubicBezTo>
                  <a:lnTo>
                    <a:pt x="448481" y="75521"/>
                  </a:lnTo>
                  <a:lnTo>
                    <a:pt x="447337" y="66977"/>
                  </a:lnTo>
                  <a:lnTo>
                    <a:pt x="437779" y="45245"/>
                  </a:lnTo>
                  <a:lnTo>
                    <a:pt x="432865" y="24389"/>
                  </a:lnTo>
                  <a:lnTo>
                    <a:pt x="428524" y="3229"/>
                  </a:lnTo>
                  <a:lnTo>
                    <a:pt x="409677" y="639"/>
                  </a:lnTo>
                  <a:lnTo>
                    <a:pt x="398942" y="639"/>
                  </a:lnTo>
                  <a:lnTo>
                    <a:pt x="385042" y="639"/>
                  </a:lnTo>
                  <a:lnTo>
                    <a:pt x="376359" y="639"/>
                  </a:lnTo>
                  <a:lnTo>
                    <a:pt x="364176" y="639"/>
                  </a:lnTo>
                  <a:lnTo>
                    <a:pt x="357210" y="639"/>
                  </a:lnTo>
                  <a:lnTo>
                    <a:pt x="348964" y="0"/>
                  </a:lnTo>
                  <a:cubicBezTo>
                    <a:pt x="348964" y="0"/>
                    <a:pt x="341998" y="437"/>
                    <a:pt x="341695" y="639"/>
                  </a:cubicBezTo>
                  <a:cubicBezTo>
                    <a:pt x="341358" y="875"/>
                    <a:pt x="337656" y="3364"/>
                    <a:pt x="335503" y="4878"/>
                  </a:cubicBezTo>
                  <a:cubicBezTo>
                    <a:pt x="333315" y="6392"/>
                    <a:pt x="330185" y="7704"/>
                    <a:pt x="329748" y="8343"/>
                  </a:cubicBezTo>
                  <a:cubicBezTo>
                    <a:pt x="329310" y="8982"/>
                    <a:pt x="327358" y="11067"/>
                    <a:pt x="327123" y="11606"/>
                  </a:cubicBezTo>
                  <a:cubicBezTo>
                    <a:pt x="326921" y="12144"/>
                    <a:pt x="326483" y="16484"/>
                    <a:pt x="326483" y="16820"/>
                  </a:cubicBezTo>
                  <a:cubicBezTo>
                    <a:pt x="326483" y="17156"/>
                    <a:pt x="326584" y="20621"/>
                    <a:pt x="326483" y="20958"/>
                  </a:cubicBezTo>
                  <a:cubicBezTo>
                    <a:pt x="326382" y="21294"/>
                    <a:pt x="325406" y="27484"/>
                    <a:pt x="325406" y="27484"/>
                  </a:cubicBezTo>
                  <a:lnTo>
                    <a:pt x="326820" y="38114"/>
                  </a:lnTo>
                  <a:lnTo>
                    <a:pt x="325945" y="49181"/>
                  </a:lnTo>
                  <a:lnTo>
                    <a:pt x="322916" y="57120"/>
                  </a:lnTo>
                  <a:lnTo>
                    <a:pt x="320728" y="68625"/>
                  </a:lnTo>
                  <a:lnTo>
                    <a:pt x="325305" y="73839"/>
                  </a:lnTo>
                  <a:cubicBezTo>
                    <a:pt x="325305" y="73839"/>
                    <a:pt x="325844" y="75891"/>
                    <a:pt x="325507" y="76463"/>
                  </a:cubicBezTo>
                  <a:cubicBezTo>
                    <a:pt x="325171" y="77001"/>
                    <a:pt x="322916" y="79490"/>
                    <a:pt x="322916" y="79490"/>
                  </a:cubicBezTo>
                  <a:cubicBezTo>
                    <a:pt x="322916" y="79490"/>
                    <a:pt x="317161" y="82215"/>
                    <a:pt x="317026" y="82518"/>
                  </a:cubicBezTo>
                  <a:cubicBezTo>
                    <a:pt x="316925" y="82854"/>
                    <a:pt x="313560" y="85007"/>
                    <a:pt x="313560" y="85007"/>
                  </a:cubicBezTo>
                  <a:cubicBezTo>
                    <a:pt x="313560" y="85007"/>
                    <a:pt x="309656" y="90222"/>
                    <a:pt x="309420" y="90659"/>
                  </a:cubicBezTo>
                  <a:cubicBezTo>
                    <a:pt x="309218" y="91096"/>
                    <a:pt x="300939" y="91197"/>
                    <a:pt x="300502" y="91197"/>
                  </a:cubicBezTo>
                  <a:cubicBezTo>
                    <a:pt x="300064" y="91197"/>
                    <a:pt x="290170" y="88035"/>
                    <a:pt x="289732" y="87934"/>
                  </a:cubicBezTo>
                  <a:cubicBezTo>
                    <a:pt x="289295" y="87833"/>
                    <a:pt x="285290" y="86757"/>
                    <a:pt x="284852" y="86757"/>
                  </a:cubicBezTo>
                  <a:cubicBezTo>
                    <a:pt x="284415" y="86757"/>
                    <a:pt x="281487" y="84806"/>
                    <a:pt x="279838" y="84806"/>
                  </a:cubicBezTo>
                  <a:cubicBezTo>
                    <a:pt x="278222" y="84806"/>
                    <a:pt x="275496" y="84032"/>
                    <a:pt x="275496" y="84032"/>
                  </a:cubicBezTo>
                  <a:cubicBezTo>
                    <a:pt x="275496" y="84032"/>
                    <a:pt x="272434" y="84032"/>
                    <a:pt x="272030" y="84032"/>
                  </a:cubicBezTo>
                  <a:cubicBezTo>
                    <a:pt x="271593" y="84032"/>
                    <a:pt x="267588" y="86656"/>
                    <a:pt x="267588" y="86656"/>
                  </a:cubicBezTo>
                  <a:cubicBezTo>
                    <a:pt x="267588" y="86656"/>
                    <a:pt x="264761" y="87429"/>
                    <a:pt x="264424" y="87429"/>
                  </a:cubicBezTo>
                  <a:cubicBezTo>
                    <a:pt x="264088" y="87429"/>
                    <a:pt x="261934" y="88640"/>
                    <a:pt x="261160" y="88741"/>
                  </a:cubicBezTo>
                  <a:cubicBezTo>
                    <a:pt x="260385" y="88842"/>
                    <a:pt x="260621" y="90491"/>
                    <a:pt x="258232" y="89179"/>
                  </a:cubicBezTo>
                  <a:cubicBezTo>
                    <a:pt x="255842" y="87867"/>
                    <a:pt x="252039" y="86790"/>
                    <a:pt x="252039" y="86790"/>
                  </a:cubicBezTo>
                  <a:lnTo>
                    <a:pt x="249010" y="87228"/>
                  </a:lnTo>
                  <a:lnTo>
                    <a:pt x="230433" y="92105"/>
                  </a:lnTo>
                  <a:lnTo>
                    <a:pt x="215322" y="94157"/>
                  </a:lnTo>
                  <a:lnTo>
                    <a:pt x="211183" y="97219"/>
                  </a:lnTo>
                  <a:cubicBezTo>
                    <a:pt x="211183" y="97219"/>
                    <a:pt x="207043" y="98631"/>
                    <a:pt x="206067" y="99271"/>
                  </a:cubicBezTo>
                  <a:cubicBezTo>
                    <a:pt x="205091" y="99910"/>
                    <a:pt x="201052" y="101222"/>
                    <a:pt x="199875" y="102197"/>
                  </a:cubicBezTo>
                  <a:cubicBezTo>
                    <a:pt x="198663" y="103173"/>
                    <a:pt x="195096" y="105023"/>
                    <a:pt x="194557" y="105460"/>
                  </a:cubicBezTo>
                  <a:cubicBezTo>
                    <a:pt x="194019" y="105898"/>
                    <a:pt x="190956" y="108723"/>
                    <a:pt x="190552" y="108824"/>
                  </a:cubicBezTo>
                  <a:cubicBezTo>
                    <a:pt x="190115" y="108925"/>
                    <a:pt x="186850" y="111314"/>
                    <a:pt x="186850" y="111314"/>
                  </a:cubicBezTo>
                  <a:lnTo>
                    <a:pt x="178706" y="118479"/>
                  </a:lnTo>
                  <a:lnTo>
                    <a:pt x="164672" y="128470"/>
                  </a:lnTo>
                  <a:lnTo>
                    <a:pt x="159018" y="133146"/>
                  </a:lnTo>
                  <a:cubicBezTo>
                    <a:pt x="159018" y="133146"/>
                    <a:pt x="150974" y="139134"/>
                    <a:pt x="150638" y="139335"/>
                  </a:cubicBezTo>
                  <a:cubicBezTo>
                    <a:pt x="150301" y="139537"/>
                    <a:pt x="141080" y="144987"/>
                    <a:pt x="141080" y="144987"/>
                  </a:cubicBezTo>
                  <a:lnTo>
                    <a:pt x="131085" y="151614"/>
                  </a:lnTo>
                  <a:lnTo>
                    <a:pt x="123580" y="160091"/>
                  </a:lnTo>
                  <a:lnTo>
                    <a:pt x="118700" y="168131"/>
                  </a:lnTo>
                  <a:cubicBezTo>
                    <a:pt x="118700" y="168131"/>
                    <a:pt x="115334" y="170620"/>
                    <a:pt x="114022" y="171394"/>
                  </a:cubicBezTo>
                  <a:cubicBezTo>
                    <a:pt x="112709" y="172168"/>
                    <a:pt x="108368" y="177247"/>
                    <a:pt x="108368" y="177247"/>
                  </a:cubicBezTo>
                  <a:cubicBezTo>
                    <a:pt x="108368" y="177247"/>
                    <a:pt x="106416" y="180847"/>
                    <a:pt x="106079" y="181688"/>
                  </a:cubicBezTo>
                  <a:cubicBezTo>
                    <a:pt x="105743" y="182562"/>
                    <a:pt x="105305" y="184312"/>
                    <a:pt x="105002" y="184850"/>
                  </a:cubicBezTo>
                  <a:cubicBezTo>
                    <a:pt x="104666" y="185388"/>
                    <a:pt x="103387" y="186700"/>
                    <a:pt x="103252" y="187137"/>
                  </a:cubicBezTo>
                  <a:cubicBezTo>
                    <a:pt x="103151" y="187575"/>
                    <a:pt x="101199" y="190165"/>
                    <a:pt x="101199" y="190165"/>
                  </a:cubicBezTo>
                  <a:lnTo>
                    <a:pt x="100324" y="191914"/>
                  </a:lnTo>
                  <a:lnTo>
                    <a:pt x="99247" y="193125"/>
                  </a:lnTo>
                  <a:cubicBezTo>
                    <a:pt x="99247" y="193125"/>
                    <a:pt x="97935" y="193899"/>
                    <a:pt x="97497" y="193899"/>
                  </a:cubicBezTo>
                  <a:cubicBezTo>
                    <a:pt x="97060" y="193899"/>
                    <a:pt x="95747" y="194538"/>
                    <a:pt x="95747" y="194538"/>
                  </a:cubicBezTo>
                  <a:lnTo>
                    <a:pt x="94435" y="195749"/>
                  </a:lnTo>
                  <a:lnTo>
                    <a:pt x="93560" y="196186"/>
                  </a:lnTo>
                  <a:lnTo>
                    <a:pt x="92786" y="196725"/>
                  </a:lnTo>
                  <a:cubicBezTo>
                    <a:pt x="92786" y="196725"/>
                    <a:pt x="92247" y="197498"/>
                    <a:pt x="91608" y="197936"/>
                  </a:cubicBezTo>
                  <a:cubicBezTo>
                    <a:pt x="90968" y="198373"/>
                    <a:pt x="90093" y="199113"/>
                    <a:pt x="89656" y="199550"/>
                  </a:cubicBezTo>
                  <a:cubicBezTo>
                    <a:pt x="89218" y="199988"/>
                    <a:pt x="87704" y="200425"/>
                    <a:pt x="87704" y="200425"/>
                  </a:cubicBezTo>
                  <a:lnTo>
                    <a:pt x="86627" y="200862"/>
                  </a:lnTo>
                  <a:lnTo>
                    <a:pt x="85113" y="201401"/>
                  </a:lnTo>
                  <a:lnTo>
                    <a:pt x="83699" y="202477"/>
                  </a:lnTo>
                  <a:cubicBezTo>
                    <a:pt x="83699" y="202477"/>
                    <a:pt x="82723" y="203251"/>
                    <a:pt x="82387" y="203553"/>
                  </a:cubicBezTo>
                  <a:cubicBezTo>
                    <a:pt x="82050" y="203890"/>
                    <a:pt x="81074" y="204529"/>
                    <a:pt x="80435" y="204765"/>
                  </a:cubicBezTo>
                  <a:cubicBezTo>
                    <a:pt x="79795" y="204966"/>
                    <a:pt x="79257" y="204966"/>
                    <a:pt x="78684" y="205404"/>
                  </a:cubicBezTo>
                  <a:cubicBezTo>
                    <a:pt x="78146" y="205841"/>
                    <a:pt x="77809" y="206043"/>
                    <a:pt x="76732" y="206278"/>
                  </a:cubicBezTo>
                  <a:cubicBezTo>
                    <a:pt x="75656" y="206480"/>
                    <a:pt x="74444" y="206917"/>
                    <a:pt x="74444" y="206917"/>
                  </a:cubicBezTo>
                  <a:lnTo>
                    <a:pt x="72694" y="207456"/>
                  </a:lnTo>
                  <a:cubicBezTo>
                    <a:pt x="72694" y="207456"/>
                    <a:pt x="72055" y="207792"/>
                    <a:pt x="71617" y="208095"/>
                  </a:cubicBezTo>
                  <a:cubicBezTo>
                    <a:pt x="71180" y="208431"/>
                    <a:pt x="70103" y="208869"/>
                    <a:pt x="68992" y="209070"/>
                  </a:cubicBezTo>
                  <a:cubicBezTo>
                    <a:pt x="67915" y="209306"/>
                    <a:pt x="67377" y="209743"/>
                    <a:pt x="66064" y="209844"/>
                  </a:cubicBezTo>
                  <a:cubicBezTo>
                    <a:pt x="64751" y="209945"/>
                    <a:pt x="62800" y="209844"/>
                    <a:pt x="62463" y="210046"/>
                  </a:cubicBezTo>
                  <a:cubicBezTo>
                    <a:pt x="62126" y="210281"/>
                    <a:pt x="62126" y="210147"/>
                    <a:pt x="59636" y="210147"/>
                  </a:cubicBezTo>
                  <a:cubicBezTo>
                    <a:pt x="57146" y="210147"/>
                    <a:pt x="57146" y="209945"/>
                    <a:pt x="55631" y="209810"/>
                  </a:cubicBezTo>
                  <a:cubicBezTo>
                    <a:pt x="54117" y="209710"/>
                    <a:pt x="52905" y="209037"/>
                    <a:pt x="52602" y="208936"/>
                  </a:cubicBezTo>
                  <a:cubicBezTo>
                    <a:pt x="52266" y="208835"/>
                    <a:pt x="49674" y="207624"/>
                    <a:pt x="49001" y="207624"/>
                  </a:cubicBezTo>
                  <a:cubicBezTo>
                    <a:pt x="48362" y="207624"/>
                    <a:pt x="43246" y="204462"/>
                    <a:pt x="42371" y="204462"/>
                  </a:cubicBezTo>
                  <a:cubicBezTo>
                    <a:pt x="41496" y="204462"/>
                    <a:pt x="37491" y="204563"/>
                    <a:pt x="37054" y="204361"/>
                  </a:cubicBezTo>
                  <a:cubicBezTo>
                    <a:pt x="36616" y="204159"/>
                    <a:pt x="32174" y="203049"/>
                    <a:pt x="32174" y="203049"/>
                  </a:cubicBezTo>
                  <a:cubicBezTo>
                    <a:pt x="32174" y="203049"/>
                    <a:pt x="29885" y="201838"/>
                    <a:pt x="29448" y="201838"/>
                  </a:cubicBezTo>
                  <a:cubicBezTo>
                    <a:pt x="29010" y="201838"/>
                    <a:pt x="26621" y="201300"/>
                    <a:pt x="26621" y="201300"/>
                  </a:cubicBezTo>
                  <a:lnTo>
                    <a:pt x="24400" y="201199"/>
                  </a:lnTo>
                  <a:lnTo>
                    <a:pt x="22515" y="201300"/>
                  </a:lnTo>
                  <a:lnTo>
                    <a:pt x="22515" y="203049"/>
                  </a:lnTo>
                  <a:lnTo>
                    <a:pt x="22515" y="206514"/>
                  </a:lnTo>
                  <a:cubicBezTo>
                    <a:pt x="22515" y="206514"/>
                    <a:pt x="22077" y="207590"/>
                    <a:pt x="22515" y="208129"/>
                  </a:cubicBezTo>
                  <a:cubicBezTo>
                    <a:pt x="22952" y="208667"/>
                    <a:pt x="22852" y="209878"/>
                    <a:pt x="22852" y="210315"/>
                  </a:cubicBezTo>
                  <a:cubicBezTo>
                    <a:pt x="22852" y="210752"/>
                    <a:pt x="22347" y="212804"/>
                    <a:pt x="22347" y="212804"/>
                  </a:cubicBezTo>
                  <a:lnTo>
                    <a:pt x="21875" y="235612"/>
                  </a:lnTo>
                  <a:lnTo>
                    <a:pt x="22952" y="239851"/>
                  </a:lnTo>
                  <a:cubicBezTo>
                    <a:pt x="22952" y="239851"/>
                    <a:pt x="23289" y="241802"/>
                    <a:pt x="23188" y="242239"/>
                  </a:cubicBezTo>
                  <a:cubicBezTo>
                    <a:pt x="23087" y="242676"/>
                    <a:pt x="22751" y="244527"/>
                    <a:pt x="21875" y="245704"/>
                  </a:cubicBezTo>
                  <a:cubicBezTo>
                    <a:pt x="21000" y="246881"/>
                    <a:pt x="20799" y="247453"/>
                    <a:pt x="19385" y="248731"/>
                  </a:cubicBezTo>
                  <a:cubicBezTo>
                    <a:pt x="17972" y="250043"/>
                    <a:pt x="18308" y="248832"/>
                    <a:pt x="17332" y="250784"/>
                  </a:cubicBezTo>
                  <a:cubicBezTo>
                    <a:pt x="16356" y="252735"/>
                    <a:pt x="13731" y="255661"/>
                    <a:pt x="13731" y="255661"/>
                  </a:cubicBezTo>
                  <a:cubicBezTo>
                    <a:pt x="13731" y="255661"/>
                    <a:pt x="10803" y="257074"/>
                    <a:pt x="10265" y="257713"/>
                  </a:cubicBezTo>
                  <a:cubicBezTo>
                    <a:pt x="9726" y="258352"/>
                    <a:pt x="8414" y="260875"/>
                    <a:pt x="8414" y="260875"/>
                  </a:cubicBezTo>
                  <a:lnTo>
                    <a:pt x="5923" y="264576"/>
                  </a:lnTo>
                  <a:lnTo>
                    <a:pt x="4308" y="267267"/>
                  </a:lnTo>
                  <a:cubicBezTo>
                    <a:pt x="4308" y="267267"/>
                    <a:pt x="4644" y="268343"/>
                    <a:pt x="4308" y="269117"/>
                  </a:cubicBezTo>
                  <a:cubicBezTo>
                    <a:pt x="3971" y="269891"/>
                    <a:pt x="4308" y="270631"/>
                    <a:pt x="4644" y="271068"/>
                  </a:cubicBezTo>
                  <a:cubicBezTo>
                    <a:pt x="4981" y="271506"/>
                    <a:pt x="5183" y="273154"/>
                    <a:pt x="5183" y="273154"/>
                  </a:cubicBezTo>
                  <a:lnTo>
                    <a:pt x="5183" y="275980"/>
                  </a:lnTo>
                  <a:lnTo>
                    <a:pt x="4308" y="279243"/>
                  </a:lnTo>
                  <a:lnTo>
                    <a:pt x="3467" y="288056"/>
                  </a:lnTo>
                  <a:lnTo>
                    <a:pt x="3467" y="295121"/>
                  </a:lnTo>
                  <a:lnTo>
                    <a:pt x="0" y="298720"/>
                  </a:lnTo>
                  <a:lnTo>
                    <a:pt x="0" y="302084"/>
                  </a:lnTo>
                  <a:lnTo>
                    <a:pt x="1178" y="305549"/>
                  </a:lnTo>
                  <a:lnTo>
                    <a:pt x="1817" y="309687"/>
                  </a:lnTo>
                  <a:lnTo>
                    <a:pt x="2154" y="312849"/>
                  </a:lnTo>
                  <a:lnTo>
                    <a:pt x="2928" y="313387"/>
                  </a:lnTo>
                  <a:lnTo>
                    <a:pt x="6933" y="315977"/>
                  </a:lnTo>
                  <a:lnTo>
                    <a:pt x="7909" y="316953"/>
                  </a:lnTo>
                  <a:lnTo>
                    <a:pt x="9760" y="318164"/>
                  </a:lnTo>
                  <a:cubicBezTo>
                    <a:pt x="9760" y="318164"/>
                    <a:pt x="9928" y="319139"/>
                    <a:pt x="10029" y="319913"/>
                  </a:cubicBezTo>
                  <a:cubicBezTo>
                    <a:pt x="10130" y="320687"/>
                    <a:pt x="10399" y="322940"/>
                    <a:pt x="10399" y="322940"/>
                  </a:cubicBezTo>
                  <a:lnTo>
                    <a:pt x="10399" y="324690"/>
                  </a:lnTo>
                  <a:cubicBezTo>
                    <a:pt x="10399" y="324690"/>
                    <a:pt x="10298" y="326103"/>
                    <a:pt x="10298" y="326540"/>
                  </a:cubicBezTo>
                  <a:cubicBezTo>
                    <a:pt x="10298" y="326977"/>
                    <a:pt x="10063" y="329029"/>
                    <a:pt x="10063" y="329029"/>
                  </a:cubicBezTo>
                  <a:cubicBezTo>
                    <a:pt x="10063" y="329029"/>
                    <a:pt x="9625" y="331317"/>
                    <a:pt x="9625" y="331754"/>
                  </a:cubicBezTo>
                  <a:cubicBezTo>
                    <a:pt x="9625" y="332191"/>
                    <a:pt x="8851" y="335219"/>
                    <a:pt x="8851" y="335892"/>
                  </a:cubicBezTo>
                  <a:cubicBezTo>
                    <a:pt x="8851" y="336531"/>
                    <a:pt x="8414" y="337069"/>
                    <a:pt x="8313" y="337507"/>
                  </a:cubicBezTo>
                  <a:cubicBezTo>
                    <a:pt x="8212" y="337944"/>
                    <a:pt x="7875" y="338919"/>
                    <a:pt x="7673" y="339357"/>
                  </a:cubicBezTo>
                  <a:cubicBezTo>
                    <a:pt x="7471" y="339794"/>
                    <a:pt x="6899" y="342519"/>
                    <a:pt x="6899" y="342519"/>
                  </a:cubicBezTo>
                  <a:cubicBezTo>
                    <a:pt x="6899" y="342519"/>
                    <a:pt x="6798" y="344604"/>
                    <a:pt x="6899" y="344907"/>
                  </a:cubicBezTo>
                  <a:cubicBezTo>
                    <a:pt x="7000" y="345244"/>
                    <a:pt x="7000" y="346993"/>
                    <a:pt x="7000" y="346993"/>
                  </a:cubicBezTo>
                  <a:cubicBezTo>
                    <a:pt x="7000" y="346993"/>
                    <a:pt x="6899" y="348204"/>
                    <a:pt x="7101" y="348608"/>
                  </a:cubicBezTo>
                  <a:cubicBezTo>
                    <a:pt x="7303" y="349045"/>
                    <a:pt x="7640" y="349819"/>
                    <a:pt x="8717" y="350794"/>
                  </a:cubicBezTo>
                  <a:cubicBezTo>
                    <a:pt x="9794" y="351770"/>
                    <a:pt x="11005" y="352745"/>
                    <a:pt x="11645" y="353384"/>
                  </a:cubicBezTo>
                  <a:cubicBezTo>
                    <a:pt x="12284" y="354024"/>
                    <a:pt x="13058" y="354898"/>
                    <a:pt x="13496" y="354999"/>
                  </a:cubicBezTo>
                  <a:cubicBezTo>
                    <a:pt x="13933" y="355100"/>
                    <a:pt x="15683" y="354225"/>
                    <a:pt x="15683" y="354225"/>
                  </a:cubicBezTo>
                  <a:cubicBezTo>
                    <a:pt x="15683" y="354225"/>
                    <a:pt x="18409" y="354225"/>
                    <a:pt x="18847" y="354024"/>
                  </a:cubicBezTo>
                  <a:cubicBezTo>
                    <a:pt x="19284" y="353788"/>
                    <a:pt x="27328" y="353485"/>
                    <a:pt x="27328" y="353485"/>
                  </a:cubicBezTo>
                  <a:cubicBezTo>
                    <a:pt x="27328" y="353485"/>
                    <a:pt x="34159" y="353384"/>
                    <a:pt x="34395" y="352947"/>
                  </a:cubicBezTo>
                  <a:cubicBezTo>
                    <a:pt x="34631" y="352510"/>
                    <a:pt x="36246" y="350761"/>
                    <a:pt x="36246" y="350761"/>
                  </a:cubicBezTo>
                  <a:lnTo>
                    <a:pt x="38299" y="350962"/>
                  </a:lnTo>
                  <a:cubicBezTo>
                    <a:pt x="38299" y="350962"/>
                    <a:pt x="38198" y="352039"/>
                    <a:pt x="40049" y="352274"/>
                  </a:cubicBezTo>
                  <a:cubicBezTo>
                    <a:pt x="41900" y="352476"/>
                    <a:pt x="43650" y="353149"/>
                    <a:pt x="44727" y="353149"/>
                  </a:cubicBezTo>
                  <a:cubicBezTo>
                    <a:pt x="45804" y="353149"/>
                    <a:pt x="47016" y="353788"/>
                    <a:pt x="47991" y="352947"/>
                  </a:cubicBezTo>
                  <a:cubicBezTo>
                    <a:pt x="48967" y="352072"/>
                    <a:pt x="50482" y="351097"/>
                    <a:pt x="50819" y="350559"/>
                  </a:cubicBezTo>
                  <a:cubicBezTo>
                    <a:pt x="51155" y="350020"/>
                    <a:pt x="52131" y="348170"/>
                    <a:pt x="52232" y="347733"/>
                  </a:cubicBezTo>
                  <a:cubicBezTo>
                    <a:pt x="52333" y="347296"/>
                    <a:pt x="52871" y="345345"/>
                    <a:pt x="52871" y="345345"/>
                  </a:cubicBezTo>
                  <a:cubicBezTo>
                    <a:pt x="52871" y="345345"/>
                    <a:pt x="52770" y="344907"/>
                    <a:pt x="53410" y="345008"/>
                  </a:cubicBezTo>
                  <a:cubicBezTo>
                    <a:pt x="54049" y="345109"/>
                    <a:pt x="55261" y="345109"/>
                    <a:pt x="56136" y="345345"/>
                  </a:cubicBezTo>
                  <a:cubicBezTo>
                    <a:pt x="57011" y="345546"/>
                    <a:pt x="59400" y="346657"/>
                    <a:pt x="59939" y="346959"/>
                  </a:cubicBezTo>
                  <a:cubicBezTo>
                    <a:pt x="60477" y="347296"/>
                    <a:pt x="62766" y="348574"/>
                    <a:pt x="63540" y="348574"/>
                  </a:cubicBezTo>
                  <a:cubicBezTo>
                    <a:pt x="64314" y="348574"/>
                    <a:pt x="67982" y="349886"/>
                    <a:pt x="68420" y="349886"/>
                  </a:cubicBezTo>
                  <a:cubicBezTo>
                    <a:pt x="68857" y="349886"/>
                    <a:pt x="75588" y="349886"/>
                    <a:pt x="75588" y="349886"/>
                  </a:cubicBezTo>
                  <a:cubicBezTo>
                    <a:pt x="75588" y="349886"/>
                    <a:pt x="80165" y="350424"/>
                    <a:pt x="81781" y="350861"/>
                  </a:cubicBezTo>
                  <a:cubicBezTo>
                    <a:pt x="83430" y="351299"/>
                    <a:pt x="87334" y="351063"/>
                    <a:pt x="88411" y="351635"/>
                  </a:cubicBezTo>
                  <a:cubicBezTo>
                    <a:pt x="89488" y="352173"/>
                    <a:pt x="91137" y="352510"/>
                    <a:pt x="92214" y="353048"/>
                  </a:cubicBezTo>
                  <a:cubicBezTo>
                    <a:pt x="93291" y="353586"/>
                    <a:pt x="94603" y="354461"/>
                    <a:pt x="95478" y="354562"/>
                  </a:cubicBezTo>
                  <a:cubicBezTo>
                    <a:pt x="96353" y="354663"/>
                    <a:pt x="97968" y="355100"/>
                    <a:pt x="99281" y="355100"/>
                  </a:cubicBezTo>
                  <a:cubicBezTo>
                    <a:pt x="100594" y="355100"/>
                    <a:pt x="101906" y="355436"/>
                    <a:pt x="102882" y="355335"/>
                  </a:cubicBezTo>
                  <a:cubicBezTo>
                    <a:pt x="103858" y="355235"/>
                    <a:pt x="105171" y="354125"/>
                    <a:pt x="106349" y="354125"/>
                  </a:cubicBezTo>
                  <a:cubicBezTo>
                    <a:pt x="107526" y="354125"/>
                    <a:pt x="108637" y="353788"/>
                    <a:pt x="110152" y="353485"/>
                  </a:cubicBezTo>
                  <a:cubicBezTo>
                    <a:pt x="111666" y="353149"/>
                    <a:pt x="112204" y="352409"/>
                    <a:pt x="113854" y="351972"/>
                  </a:cubicBezTo>
                  <a:cubicBezTo>
                    <a:pt x="115469" y="351534"/>
                    <a:pt x="117219" y="350660"/>
                    <a:pt x="117892" y="350660"/>
                  </a:cubicBezTo>
                  <a:cubicBezTo>
                    <a:pt x="118532" y="350660"/>
                    <a:pt x="119642" y="350323"/>
                    <a:pt x="119945" y="350323"/>
                  </a:cubicBezTo>
                  <a:cubicBezTo>
                    <a:pt x="120281" y="350323"/>
                    <a:pt x="121796" y="351736"/>
                    <a:pt x="121796" y="351736"/>
                  </a:cubicBezTo>
                  <a:lnTo>
                    <a:pt x="124522" y="354125"/>
                  </a:lnTo>
                  <a:cubicBezTo>
                    <a:pt x="124522" y="354125"/>
                    <a:pt x="126810" y="356513"/>
                    <a:pt x="128123" y="356176"/>
                  </a:cubicBezTo>
                  <a:cubicBezTo>
                    <a:pt x="129436" y="355840"/>
                    <a:pt x="137142" y="355100"/>
                    <a:pt x="137142" y="355100"/>
                  </a:cubicBezTo>
                  <a:cubicBezTo>
                    <a:pt x="137142" y="355100"/>
                    <a:pt x="142796" y="355874"/>
                    <a:pt x="143133" y="356076"/>
                  </a:cubicBezTo>
                  <a:cubicBezTo>
                    <a:pt x="143470" y="356277"/>
                    <a:pt x="144984" y="357488"/>
                    <a:pt x="146936" y="358464"/>
                  </a:cubicBezTo>
                  <a:cubicBezTo>
                    <a:pt x="148888" y="359440"/>
                    <a:pt x="152253" y="362265"/>
                    <a:pt x="153128" y="362904"/>
                  </a:cubicBezTo>
                  <a:cubicBezTo>
                    <a:pt x="154003" y="363544"/>
                    <a:pt x="158883" y="367042"/>
                    <a:pt x="159556" y="367244"/>
                  </a:cubicBezTo>
                  <a:cubicBezTo>
                    <a:pt x="160196" y="367446"/>
                    <a:pt x="163460" y="368859"/>
                    <a:pt x="165984" y="369094"/>
                  </a:cubicBezTo>
                  <a:cubicBezTo>
                    <a:pt x="168475" y="369296"/>
                    <a:pt x="171201" y="369296"/>
                    <a:pt x="173489" y="369296"/>
                  </a:cubicBezTo>
                  <a:cubicBezTo>
                    <a:pt x="175778" y="369296"/>
                    <a:pt x="176754" y="369094"/>
                    <a:pt x="178067" y="369195"/>
                  </a:cubicBezTo>
                  <a:cubicBezTo>
                    <a:pt x="179379" y="369296"/>
                    <a:pt x="183384" y="370608"/>
                    <a:pt x="184494" y="371247"/>
                  </a:cubicBezTo>
                  <a:cubicBezTo>
                    <a:pt x="185571" y="371886"/>
                    <a:pt x="188937" y="374073"/>
                    <a:pt x="190485" y="375385"/>
                  </a:cubicBezTo>
                  <a:cubicBezTo>
                    <a:pt x="191999" y="376697"/>
                    <a:pt x="194826" y="378984"/>
                    <a:pt x="195500" y="379085"/>
                  </a:cubicBezTo>
                  <a:cubicBezTo>
                    <a:pt x="196139" y="379186"/>
                    <a:pt x="203745" y="378009"/>
                    <a:pt x="203745" y="378009"/>
                  </a:cubicBezTo>
                  <a:cubicBezTo>
                    <a:pt x="203745" y="378009"/>
                    <a:pt x="208961" y="377370"/>
                    <a:pt x="209298" y="379623"/>
                  </a:cubicBezTo>
                  <a:cubicBezTo>
                    <a:pt x="209635" y="381911"/>
                    <a:pt x="211485" y="385914"/>
                    <a:pt x="212899" y="387327"/>
                  </a:cubicBezTo>
                  <a:cubicBezTo>
                    <a:pt x="214312" y="388740"/>
                    <a:pt x="217038" y="389816"/>
                    <a:pt x="217678" y="391128"/>
                  </a:cubicBezTo>
                  <a:cubicBezTo>
                    <a:pt x="218317" y="392440"/>
                    <a:pt x="224543" y="399942"/>
                    <a:pt x="225519" y="400816"/>
                  </a:cubicBezTo>
                  <a:cubicBezTo>
                    <a:pt x="226495" y="401691"/>
                    <a:pt x="234741" y="408217"/>
                    <a:pt x="235077" y="408419"/>
                  </a:cubicBezTo>
                  <a:cubicBezTo>
                    <a:pt x="235414" y="408654"/>
                    <a:pt x="237130" y="410370"/>
                    <a:pt x="237366" y="410706"/>
                  </a:cubicBezTo>
                  <a:cubicBezTo>
                    <a:pt x="237568" y="411043"/>
                    <a:pt x="241707" y="411581"/>
                    <a:pt x="242145" y="415046"/>
                  </a:cubicBezTo>
                  <a:cubicBezTo>
                    <a:pt x="242582" y="418511"/>
                    <a:pt x="243222" y="423187"/>
                    <a:pt x="243222" y="423187"/>
                  </a:cubicBezTo>
                  <a:cubicBezTo>
                    <a:pt x="243222" y="423187"/>
                    <a:pt x="244433" y="424364"/>
                    <a:pt x="244871" y="424499"/>
                  </a:cubicBezTo>
                  <a:cubicBezTo>
                    <a:pt x="245308" y="424599"/>
                    <a:pt x="248674" y="426349"/>
                    <a:pt x="248674" y="426349"/>
                  </a:cubicBezTo>
                  <a:cubicBezTo>
                    <a:pt x="248674" y="426349"/>
                    <a:pt x="250727" y="427223"/>
                    <a:pt x="251164" y="427863"/>
                  </a:cubicBezTo>
                  <a:cubicBezTo>
                    <a:pt x="251602" y="428502"/>
                    <a:pt x="253655" y="429814"/>
                    <a:pt x="254092" y="430587"/>
                  </a:cubicBezTo>
                  <a:cubicBezTo>
                    <a:pt x="254530" y="431361"/>
                    <a:pt x="257996" y="435162"/>
                    <a:pt x="258972" y="435802"/>
                  </a:cubicBezTo>
                  <a:cubicBezTo>
                    <a:pt x="259948" y="436441"/>
                    <a:pt x="265265" y="441655"/>
                    <a:pt x="265501" y="442092"/>
                  </a:cubicBezTo>
                  <a:cubicBezTo>
                    <a:pt x="265703" y="442529"/>
                    <a:pt x="269641" y="446129"/>
                    <a:pt x="269943" y="446331"/>
                  </a:cubicBezTo>
                  <a:cubicBezTo>
                    <a:pt x="270280" y="446533"/>
                    <a:pt x="281352" y="453496"/>
                    <a:pt x="281891" y="453933"/>
                  </a:cubicBezTo>
                  <a:cubicBezTo>
                    <a:pt x="282429" y="454371"/>
                    <a:pt x="287982" y="456759"/>
                    <a:pt x="287982" y="456759"/>
                  </a:cubicBezTo>
                  <a:cubicBezTo>
                    <a:pt x="287982" y="456759"/>
                    <a:pt x="290170" y="456557"/>
                    <a:pt x="290574" y="456759"/>
                  </a:cubicBezTo>
                  <a:cubicBezTo>
                    <a:pt x="291011" y="456961"/>
                    <a:pt x="296665" y="459046"/>
                    <a:pt x="297103" y="459248"/>
                  </a:cubicBezTo>
                  <a:cubicBezTo>
                    <a:pt x="297540" y="459450"/>
                    <a:pt x="300569" y="460459"/>
                    <a:pt x="300906" y="461099"/>
                  </a:cubicBezTo>
                  <a:cubicBezTo>
                    <a:pt x="301242" y="461738"/>
                    <a:pt x="305146" y="466212"/>
                    <a:pt x="305785" y="466649"/>
                  </a:cubicBezTo>
                  <a:cubicBezTo>
                    <a:pt x="306425" y="467086"/>
                    <a:pt x="310026" y="470652"/>
                    <a:pt x="310026" y="470652"/>
                  </a:cubicBezTo>
                  <a:cubicBezTo>
                    <a:pt x="310026" y="470652"/>
                    <a:pt x="309925" y="476203"/>
                    <a:pt x="309925" y="476505"/>
                  </a:cubicBezTo>
                  <a:cubicBezTo>
                    <a:pt x="309925" y="476842"/>
                    <a:pt x="309723" y="478457"/>
                    <a:pt x="309723" y="478894"/>
                  </a:cubicBezTo>
                  <a:cubicBezTo>
                    <a:pt x="309723" y="479331"/>
                    <a:pt x="310800" y="482157"/>
                    <a:pt x="311473" y="482493"/>
                  </a:cubicBezTo>
                  <a:cubicBezTo>
                    <a:pt x="312113" y="482830"/>
                    <a:pt x="314300" y="483032"/>
                    <a:pt x="314839" y="483368"/>
                  </a:cubicBezTo>
                  <a:cubicBezTo>
                    <a:pt x="315377" y="483704"/>
                    <a:pt x="317329" y="485857"/>
                    <a:pt x="318642" y="487068"/>
                  </a:cubicBezTo>
                  <a:cubicBezTo>
                    <a:pt x="319954" y="488246"/>
                    <a:pt x="322108" y="490096"/>
                    <a:pt x="322546" y="490432"/>
                  </a:cubicBezTo>
                  <a:cubicBezTo>
                    <a:pt x="322983" y="490769"/>
                    <a:pt x="326685" y="493796"/>
                    <a:pt x="326685" y="493796"/>
                  </a:cubicBezTo>
                  <a:cubicBezTo>
                    <a:pt x="326685" y="493796"/>
                    <a:pt x="328200" y="495007"/>
                    <a:pt x="329075" y="495007"/>
                  </a:cubicBezTo>
                  <a:cubicBezTo>
                    <a:pt x="329950" y="495007"/>
                    <a:pt x="333416" y="495646"/>
                    <a:pt x="334392" y="495546"/>
                  </a:cubicBezTo>
                  <a:cubicBezTo>
                    <a:pt x="335368" y="495445"/>
                    <a:pt x="336243" y="493594"/>
                    <a:pt x="338094" y="493931"/>
                  </a:cubicBezTo>
                  <a:cubicBezTo>
                    <a:pt x="339945" y="494267"/>
                    <a:pt x="341897" y="493931"/>
                    <a:pt x="342570" y="493931"/>
                  </a:cubicBezTo>
                  <a:cubicBezTo>
                    <a:pt x="343210" y="493931"/>
                    <a:pt x="346036" y="493393"/>
                    <a:pt x="346911" y="493056"/>
                  </a:cubicBezTo>
                  <a:cubicBezTo>
                    <a:pt x="347787" y="492720"/>
                    <a:pt x="349200" y="492282"/>
                    <a:pt x="349301" y="491542"/>
                  </a:cubicBezTo>
                  <a:cubicBezTo>
                    <a:pt x="349402" y="490769"/>
                    <a:pt x="349839" y="491004"/>
                    <a:pt x="349839" y="489053"/>
                  </a:cubicBezTo>
                  <a:cubicBezTo>
                    <a:pt x="349839" y="487102"/>
                    <a:pt x="349940" y="485050"/>
                    <a:pt x="349940" y="484713"/>
                  </a:cubicBezTo>
                  <a:cubicBezTo>
                    <a:pt x="349940" y="484377"/>
                    <a:pt x="350277" y="481888"/>
                    <a:pt x="350479" y="479499"/>
                  </a:cubicBezTo>
                  <a:cubicBezTo>
                    <a:pt x="350714" y="477111"/>
                    <a:pt x="350479" y="473848"/>
                    <a:pt x="350714" y="473074"/>
                  </a:cubicBezTo>
                  <a:cubicBezTo>
                    <a:pt x="350916" y="472300"/>
                    <a:pt x="350613" y="466111"/>
                    <a:pt x="350378" y="465808"/>
                  </a:cubicBezTo>
                  <a:cubicBezTo>
                    <a:pt x="350142" y="465472"/>
                    <a:pt x="349065" y="462343"/>
                    <a:pt x="348527" y="460695"/>
                  </a:cubicBezTo>
                  <a:cubicBezTo>
                    <a:pt x="347988" y="459080"/>
                    <a:pt x="346911" y="457533"/>
                    <a:pt x="346911" y="455817"/>
                  </a:cubicBezTo>
                  <a:cubicBezTo>
                    <a:pt x="346911" y="454068"/>
                    <a:pt x="347012" y="453092"/>
                    <a:pt x="347988" y="451040"/>
                  </a:cubicBezTo>
                  <a:cubicBezTo>
                    <a:pt x="348964" y="448988"/>
                    <a:pt x="348964" y="446701"/>
                    <a:pt x="350479" y="441688"/>
                  </a:cubicBezTo>
                  <a:cubicBezTo>
                    <a:pt x="351993" y="436676"/>
                    <a:pt x="351690" y="433749"/>
                    <a:pt x="353407" y="431462"/>
                  </a:cubicBezTo>
                  <a:cubicBezTo>
                    <a:pt x="355157" y="429175"/>
                    <a:pt x="356133" y="427762"/>
                    <a:pt x="356234" y="424734"/>
                  </a:cubicBezTo>
                  <a:cubicBezTo>
                    <a:pt x="356335" y="421707"/>
                    <a:pt x="357210" y="421908"/>
                    <a:pt x="356133" y="420395"/>
                  </a:cubicBezTo>
                  <a:cubicBezTo>
                    <a:pt x="355056" y="418881"/>
                    <a:pt x="351556" y="413768"/>
                    <a:pt x="351253" y="413566"/>
                  </a:cubicBezTo>
                  <a:cubicBezTo>
                    <a:pt x="350916" y="413364"/>
                    <a:pt x="353642" y="406401"/>
                    <a:pt x="353541" y="405963"/>
                  </a:cubicBezTo>
                  <a:cubicBezTo>
                    <a:pt x="353440" y="405526"/>
                    <a:pt x="354316" y="403777"/>
                    <a:pt x="355157" y="402599"/>
                  </a:cubicBezTo>
                  <a:cubicBezTo>
                    <a:pt x="356032" y="401422"/>
                    <a:pt x="358758" y="398798"/>
                    <a:pt x="358758" y="398798"/>
                  </a:cubicBezTo>
                  <a:lnTo>
                    <a:pt x="360272" y="397721"/>
                  </a:lnTo>
                  <a:cubicBezTo>
                    <a:pt x="360272" y="397721"/>
                    <a:pt x="362460" y="396948"/>
                    <a:pt x="363739" y="396948"/>
                  </a:cubicBezTo>
                  <a:cubicBezTo>
                    <a:pt x="365018" y="396948"/>
                    <a:pt x="375148" y="397385"/>
                    <a:pt x="375484" y="397385"/>
                  </a:cubicBezTo>
                  <a:cubicBezTo>
                    <a:pt x="375821" y="397385"/>
                    <a:pt x="380600" y="398125"/>
                    <a:pt x="380600" y="398125"/>
                  </a:cubicBezTo>
                  <a:cubicBezTo>
                    <a:pt x="380600" y="398125"/>
                    <a:pt x="384066" y="400177"/>
                    <a:pt x="384840" y="400615"/>
                  </a:cubicBezTo>
                  <a:cubicBezTo>
                    <a:pt x="385614" y="401052"/>
                    <a:pt x="387028" y="401388"/>
                    <a:pt x="388206" y="403339"/>
                  </a:cubicBezTo>
                  <a:cubicBezTo>
                    <a:pt x="389417" y="405290"/>
                    <a:pt x="392009" y="408015"/>
                    <a:pt x="392345" y="408452"/>
                  </a:cubicBezTo>
                  <a:cubicBezTo>
                    <a:pt x="392682" y="408890"/>
                    <a:pt x="394735" y="410841"/>
                    <a:pt x="395273" y="411480"/>
                  </a:cubicBezTo>
                  <a:cubicBezTo>
                    <a:pt x="395811" y="412119"/>
                    <a:pt x="399514" y="415920"/>
                    <a:pt x="400052" y="416795"/>
                  </a:cubicBezTo>
                  <a:cubicBezTo>
                    <a:pt x="400591" y="417670"/>
                    <a:pt x="402879" y="419083"/>
                    <a:pt x="403216" y="420260"/>
                  </a:cubicBezTo>
                  <a:cubicBezTo>
                    <a:pt x="403552" y="421471"/>
                    <a:pt x="406043" y="424398"/>
                    <a:pt x="406581" y="425138"/>
                  </a:cubicBezTo>
                  <a:cubicBezTo>
                    <a:pt x="407120" y="425911"/>
                    <a:pt x="408197" y="426551"/>
                    <a:pt x="408869" y="427963"/>
                  </a:cubicBezTo>
                  <a:cubicBezTo>
                    <a:pt x="409509" y="429376"/>
                    <a:pt x="410822" y="431664"/>
                    <a:pt x="412908" y="432976"/>
                  </a:cubicBezTo>
                  <a:cubicBezTo>
                    <a:pt x="414961" y="434288"/>
                    <a:pt x="415836" y="435263"/>
                    <a:pt x="418562" y="436239"/>
                  </a:cubicBezTo>
                  <a:cubicBezTo>
                    <a:pt x="421288" y="437214"/>
                    <a:pt x="423004" y="437551"/>
                    <a:pt x="424553" y="438190"/>
                  </a:cubicBezTo>
                  <a:cubicBezTo>
                    <a:pt x="426067" y="438829"/>
                    <a:pt x="427918" y="440141"/>
                    <a:pt x="429332" y="440679"/>
                  </a:cubicBezTo>
                  <a:cubicBezTo>
                    <a:pt x="430745" y="441217"/>
                    <a:pt x="434010" y="442529"/>
                    <a:pt x="435423" y="443606"/>
                  </a:cubicBezTo>
                  <a:cubicBezTo>
                    <a:pt x="436836" y="444682"/>
                    <a:pt x="440639" y="446095"/>
                    <a:pt x="440639" y="446095"/>
                  </a:cubicBezTo>
                  <a:cubicBezTo>
                    <a:pt x="440639" y="446095"/>
                    <a:pt x="444981" y="448046"/>
                    <a:pt x="445082" y="448484"/>
                  </a:cubicBezTo>
                  <a:cubicBezTo>
                    <a:pt x="445183" y="448921"/>
                    <a:pt x="445317" y="452285"/>
                    <a:pt x="445317" y="452285"/>
                  </a:cubicBezTo>
                  <a:lnTo>
                    <a:pt x="445317" y="454976"/>
                  </a:lnTo>
                  <a:cubicBezTo>
                    <a:pt x="445317" y="454976"/>
                    <a:pt x="444005" y="455851"/>
                    <a:pt x="446091" y="456288"/>
                  </a:cubicBezTo>
                  <a:cubicBezTo>
                    <a:pt x="448145" y="456725"/>
                    <a:pt x="449894" y="456927"/>
                    <a:pt x="451106" y="456624"/>
                  </a:cubicBezTo>
                  <a:cubicBezTo>
                    <a:pt x="452284" y="456288"/>
                    <a:pt x="452183" y="456826"/>
                    <a:pt x="453395" y="455985"/>
                  </a:cubicBezTo>
                  <a:cubicBezTo>
                    <a:pt x="454606" y="455111"/>
                    <a:pt x="455246" y="452722"/>
                    <a:pt x="455683" y="452285"/>
                  </a:cubicBezTo>
                  <a:cubicBezTo>
                    <a:pt x="456121" y="451848"/>
                    <a:pt x="456558" y="451108"/>
                    <a:pt x="456558" y="450233"/>
                  </a:cubicBezTo>
                  <a:cubicBezTo>
                    <a:pt x="456558" y="449358"/>
                    <a:pt x="457198" y="447407"/>
                    <a:pt x="457972" y="446768"/>
                  </a:cubicBezTo>
                  <a:cubicBezTo>
                    <a:pt x="458746" y="446129"/>
                    <a:pt x="460698" y="444716"/>
                    <a:pt x="460698" y="444716"/>
                  </a:cubicBezTo>
                  <a:cubicBezTo>
                    <a:pt x="460698" y="444716"/>
                    <a:pt x="461034" y="445052"/>
                    <a:pt x="462010" y="444279"/>
                  </a:cubicBezTo>
                  <a:cubicBezTo>
                    <a:pt x="462986" y="443505"/>
                    <a:pt x="463626" y="442866"/>
                    <a:pt x="464299" y="442428"/>
                  </a:cubicBezTo>
                  <a:cubicBezTo>
                    <a:pt x="464938" y="441991"/>
                    <a:pt x="465813" y="439704"/>
                    <a:pt x="465813" y="439704"/>
                  </a:cubicBezTo>
                  <a:cubicBezTo>
                    <a:pt x="465813" y="439704"/>
                    <a:pt x="466352" y="439165"/>
                    <a:pt x="467227" y="438291"/>
                  </a:cubicBezTo>
                  <a:cubicBezTo>
                    <a:pt x="468102" y="437416"/>
                    <a:pt x="469078" y="436239"/>
                    <a:pt x="469515" y="435263"/>
                  </a:cubicBezTo>
                  <a:cubicBezTo>
                    <a:pt x="469953" y="434288"/>
                    <a:pt x="470289" y="433077"/>
                    <a:pt x="470929" y="432976"/>
                  </a:cubicBezTo>
                  <a:cubicBezTo>
                    <a:pt x="471568" y="432875"/>
                    <a:pt x="472544" y="432774"/>
                    <a:pt x="472881" y="432774"/>
                  </a:cubicBezTo>
                  <a:cubicBezTo>
                    <a:pt x="473217" y="432774"/>
                    <a:pt x="473856" y="432572"/>
                    <a:pt x="474294" y="432572"/>
                  </a:cubicBezTo>
                  <a:cubicBezTo>
                    <a:pt x="474732" y="432572"/>
                    <a:pt x="476885" y="433548"/>
                    <a:pt x="476885" y="433548"/>
                  </a:cubicBezTo>
                  <a:lnTo>
                    <a:pt x="480587" y="438425"/>
                  </a:lnTo>
                  <a:cubicBezTo>
                    <a:pt x="480587" y="438425"/>
                    <a:pt x="482640" y="441150"/>
                    <a:pt x="482775" y="441688"/>
                  </a:cubicBezTo>
                  <a:cubicBezTo>
                    <a:pt x="482876" y="442227"/>
                    <a:pt x="482977" y="444716"/>
                    <a:pt x="484088" y="445052"/>
                  </a:cubicBezTo>
                  <a:cubicBezTo>
                    <a:pt x="485165" y="445389"/>
                    <a:pt x="489943" y="445692"/>
                    <a:pt x="489943" y="445692"/>
                  </a:cubicBezTo>
                  <a:cubicBezTo>
                    <a:pt x="489943" y="445692"/>
                    <a:pt x="497684" y="444615"/>
                    <a:pt x="498290" y="444447"/>
                  </a:cubicBezTo>
                  <a:cubicBezTo>
                    <a:pt x="498862" y="444312"/>
                    <a:pt x="503372" y="442866"/>
                    <a:pt x="503372" y="442866"/>
                  </a:cubicBezTo>
                  <a:cubicBezTo>
                    <a:pt x="503372" y="442866"/>
                    <a:pt x="503675" y="442126"/>
                    <a:pt x="504247" y="441722"/>
                  </a:cubicBezTo>
                  <a:cubicBezTo>
                    <a:pt x="504819" y="441285"/>
                    <a:pt x="505997" y="439132"/>
                    <a:pt x="505997" y="439132"/>
                  </a:cubicBezTo>
                  <a:cubicBezTo>
                    <a:pt x="505997" y="439132"/>
                    <a:pt x="506569" y="438829"/>
                    <a:pt x="506569" y="437685"/>
                  </a:cubicBezTo>
                  <a:cubicBezTo>
                    <a:pt x="506569" y="436542"/>
                    <a:pt x="506872" y="435230"/>
                    <a:pt x="506872" y="435230"/>
                  </a:cubicBezTo>
                  <a:lnTo>
                    <a:pt x="507881" y="433346"/>
                  </a:lnTo>
                  <a:lnTo>
                    <a:pt x="509059" y="431327"/>
                  </a:lnTo>
                  <a:cubicBezTo>
                    <a:pt x="509059" y="431327"/>
                    <a:pt x="510204" y="431126"/>
                    <a:pt x="510944" y="430520"/>
                  </a:cubicBezTo>
                  <a:cubicBezTo>
                    <a:pt x="511651" y="429948"/>
                    <a:pt x="514141" y="428132"/>
                    <a:pt x="514579" y="428132"/>
                  </a:cubicBezTo>
                  <a:cubicBezTo>
                    <a:pt x="515016" y="428132"/>
                    <a:pt x="517607" y="428132"/>
                    <a:pt x="517607" y="428132"/>
                  </a:cubicBezTo>
                  <a:lnTo>
                    <a:pt x="522084" y="430453"/>
                  </a:lnTo>
                  <a:lnTo>
                    <a:pt x="524540" y="433211"/>
                  </a:lnTo>
                  <a:cubicBezTo>
                    <a:pt x="524540" y="433211"/>
                    <a:pt x="525853" y="436844"/>
                    <a:pt x="525853" y="437416"/>
                  </a:cubicBezTo>
                  <a:cubicBezTo>
                    <a:pt x="525853" y="437988"/>
                    <a:pt x="526593" y="440040"/>
                    <a:pt x="526862" y="440612"/>
                  </a:cubicBezTo>
                  <a:cubicBezTo>
                    <a:pt x="527165" y="441184"/>
                    <a:pt x="529319" y="443068"/>
                    <a:pt x="529454" y="443505"/>
                  </a:cubicBezTo>
                  <a:cubicBezTo>
                    <a:pt x="529588" y="443942"/>
                    <a:pt x="530901" y="445523"/>
                    <a:pt x="531473" y="445523"/>
                  </a:cubicBezTo>
                  <a:cubicBezTo>
                    <a:pt x="532045" y="445523"/>
                    <a:pt x="533223" y="445523"/>
                    <a:pt x="533223" y="445523"/>
                  </a:cubicBezTo>
                  <a:lnTo>
                    <a:pt x="536993" y="448114"/>
                  </a:lnTo>
                  <a:cubicBezTo>
                    <a:pt x="536993" y="448114"/>
                    <a:pt x="538877" y="451141"/>
                    <a:pt x="539315" y="452184"/>
                  </a:cubicBezTo>
                  <a:cubicBezTo>
                    <a:pt x="539752" y="453193"/>
                    <a:pt x="540762" y="455514"/>
                    <a:pt x="540897" y="455952"/>
                  </a:cubicBezTo>
                  <a:cubicBezTo>
                    <a:pt x="541031" y="456389"/>
                    <a:pt x="543353" y="457095"/>
                    <a:pt x="543791" y="457533"/>
                  </a:cubicBezTo>
                  <a:cubicBezTo>
                    <a:pt x="544228" y="457970"/>
                    <a:pt x="545675" y="459417"/>
                    <a:pt x="545675" y="459417"/>
                  </a:cubicBezTo>
                  <a:cubicBezTo>
                    <a:pt x="545675" y="459417"/>
                    <a:pt x="546248" y="459719"/>
                    <a:pt x="547257" y="460998"/>
                  </a:cubicBezTo>
                  <a:cubicBezTo>
                    <a:pt x="548267" y="462310"/>
                    <a:pt x="549714" y="463453"/>
                    <a:pt x="550286" y="464025"/>
                  </a:cubicBezTo>
                  <a:cubicBezTo>
                    <a:pt x="550858" y="464597"/>
                    <a:pt x="551868" y="465472"/>
                    <a:pt x="553483" y="466615"/>
                  </a:cubicBezTo>
                  <a:cubicBezTo>
                    <a:pt x="555065" y="467793"/>
                    <a:pt x="556681" y="470248"/>
                    <a:pt x="557253" y="470518"/>
                  </a:cubicBezTo>
                  <a:cubicBezTo>
                    <a:pt x="557825" y="470820"/>
                    <a:pt x="561459" y="472099"/>
                    <a:pt x="561762" y="472973"/>
                  </a:cubicBezTo>
                  <a:cubicBezTo>
                    <a:pt x="562065" y="473848"/>
                    <a:pt x="565397" y="476304"/>
                    <a:pt x="565397" y="476304"/>
                  </a:cubicBezTo>
                  <a:cubicBezTo>
                    <a:pt x="565397" y="476304"/>
                    <a:pt x="569032" y="480206"/>
                    <a:pt x="569032" y="481081"/>
                  </a:cubicBezTo>
                  <a:cubicBezTo>
                    <a:pt x="569032" y="481955"/>
                    <a:pt x="570613" y="484411"/>
                    <a:pt x="570782" y="484848"/>
                  </a:cubicBezTo>
                  <a:cubicBezTo>
                    <a:pt x="570916" y="485286"/>
                    <a:pt x="571657" y="486866"/>
                    <a:pt x="571960" y="487607"/>
                  </a:cubicBezTo>
                  <a:cubicBezTo>
                    <a:pt x="572263" y="488313"/>
                    <a:pt x="574416" y="489490"/>
                    <a:pt x="574416" y="490062"/>
                  </a:cubicBezTo>
                  <a:cubicBezTo>
                    <a:pt x="574416" y="490634"/>
                    <a:pt x="576166" y="491509"/>
                    <a:pt x="576166" y="491509"/>
                  </a:cubicBezTo>
                  <a:lnTo>
                    <a:pt x="577311" y="493830"/>
                  </a:lnTo>
                  <a:cubicBezTo>
                    <a:pt x="577311" y="493830"/>
                    <a:pt x="577614" y="496588"/>
                    <a:pt x="577748" y="497160"/>
                  </a:cubicBezTo>
                  <a:cubicBezTo>
                    <a:pt x="577883" y="497732"/>
                    <a:pt x="579061" y="500188"/>
                    <a:pt x="579061" y="500188"/>
                  </a:cubicBezTo>
                  <a:cubicBezTo>
                    <a:pt x="579061" y="500188"/>
                    <a:pt x="580205" y="501365"/>
                    <a:pt x="580643" y="501634"/>
                  </a:cubicBezTo>
                  <a:cubicBezTo>
                    <a:pt x="581080" y="501937"/>
                    <a:pt x="582527" y="502206"/>
                    <a:pt x="582662" y="502643"/>
                  </a:cubicBezTo>
                  <a:cubicBezTo>
                    <a:pt x="582796" y="503081"/>
                    <a:pt x="583974" y="505099"/>
                    <a:pt x="583974" y="505099"/>
                  </a:cubicBezTo>
                  <a:lnTo>
                    <a:pt x="586229" y="506613"/>
                  </a:lnTo>
                  <a:cubicBezTo>
                    <a:pt x="586229" y="506613"/>
                    <a:pt x="587239" y="507420"/>
                    <a:pt x="586734" y="507757"/>
                  </a:cubicBezTo>
                  <a:cubicBezTo>
                    <a:pt x="586229" y="508127"/>
                    <a:pt x="584984" y="509203"/>
                    <a:pt x="584917" y="509506"/>
                  </a:cubicBezTo>
                  <a:cubicBezTo>
                    <a:pt x="584849" y="509809"/>
                    <a:pt x="584715" y="510818"/>
                    <a:pt x="585051" y="511087"/>
                  </a:cubicBezTo>
                  <a:cubicBezTo>
                    <a:pt x="585422" y="511390"/>
                    <a:pt x="586498" y="512399"/>
                    <a:pt x="586498" y="512399"/>
                  </a:cubicBezTo>
                  <a:cubicBezTo>
                    <a:pt x="586498" y="512399"/>
                    <a:pt x="587071" y="513139"/>
                    <a:pt x="587508" y="513341"/>
                  </a:cubicBezTo>
                  <a:cubicBezTo>
                    <a:pt x="587946" y="513543"/>
                    <a:pt x="588080" y="513475"/>
                    <a:pt x="589258" y="513543"/>
                  </a:cubicBezTo>
                  <a:cubicBezTo>
                    <a:pt x="590402" y="513610"/>
                    <a:pt x="591277" y="513038"/>
                    <a:pt x="591513" y="513173"/>
                  </a:cubicBezTo>
                  <a:cubicBezTo>
                    <a:pt x="591715" y="513307"/>
                    <a:pt x="592826" y="513812"/>
                    <a:pt x="592960" y="514182"/>
                  </a:cubicBezTo>
                  <a:cubicBezTo>
                    <a:pt x="593095" y="514552"/>
                    <a:pt x="594205" y="515326"/>
                    <a:pt x="594609" y="515830"/>
                  </a:cubicBezTo>
                  <a:cubicBezTo>
                    <a:pt x="595047" y="516335"/>
                    <a:pt x="596494" y="518084"/>
                    <a:pt x="596797" y="518454"/>
                  </a:cubicBezTo>
                  <a:cubicBezTo>
                    <a:pt x="597100" y="518824"/>
                    <a:pt x="597874" y="519329"/>
                    <a:pt x="597874" y="519329"/>
                  </a:cubicBezTo>
                  <a:lnTo>
                    <a:pt x="607364" y="527436"/>
                  </a:lnTo>
                  <a:lnTo>
                    <a:pt x="612076" y="531204"/>
                  </a:lnTo>
                  <a:lnTo>
                    <a:pt x="613961" y="532078"/>
                  </a:lnTo>
                  <a:cubicBezTo>
                    <a:pt x="613961" y="532078"/>
                    <a:pt x="616720" y="534332"/>
                    <a:pt x="616653" y="534534"/>
                  </a:cubicBezTo>
                  <a:cubicBezTo>
                    <a:pt x="616586" y="534736"/>
                    <a:pt x="616956" y="537360"/>
                    <a:pt x="616956" y="537360"/>
                  </a:cubicBezTo>
                  <a:cubicBezTo>
                    <a:pt x="616956" y="537360"/>
                    <a:pt x="618403" y="538369"/>
                    <a:pt x="618639" y="538604"/>
                  </a:cubicBezTo>
                  <a:cubicBezTo>
                    <a:pt x="618840" y="538806"/>
                    <a:pt x="622038" y="540354"/>
                    <a:pt x="622273" y="540421"/>
                  </a:cubicBezTo>
                  <a:cubicBezTo>
                    <a:pt x="622509" y="540488"/>
                    <a:pt x="623216" y="540791"/>
                    <a:pt x="624293" y="541363"/>
                  </a:cubicBezTo>
                  <a:cubicBezTo>
                    <a:pt x="625369" y="541935"/>
                    <a:pt x="627254" y="542372"/>
                    <a:pt x="627692" y="542372"/>
                  </a:cubicBezTo>
                  <a:cubicBezTo>
                    <a:pt x="628129" y="542372"/>
                    <a:pt x="629341" y="542237"/>
                    <a:pt x="629812" y="542237"/>
                  </a:cubicBezTo>
                  <a:cubicBezTo>
                    <a:pt x="630283" y="542237"/>
                    <a:pt x="633110" y="541665"/>
                    <a:pt x="633548" y="541161"/>
                  </a:cubicBezTo>
                  <a:cubicBezTo>
                    <a:pt x="633985" y="540656"/>
                    <a:pt x="635230" y="540084"/>
                    <a:pt x="635298" y="539142"/>
                  </a:cubicBezTo>
                  <a:cubicBezTo>
                    <a:pt x="635365" y="538201"/>
                    <a:pt x="635533" y="537191"/>
                    <a:pt x="635600" y="536249"/>
                  </a:cubicBezTo>
                  <a:cubicBezTo>
                    <a:pt x="635668" y="535308"/>
                    <a:pt x="632134" y="531607"/>
                    <a:pt x="632134" y="531607"/>
                  </a:cubicBezTo>
                  <a:cubicBezTo>
                    <a:pt x="632134" y="531607"/>
                    <a:pt x="631764" y="531237"/>
                    <a:pt x="630990" y="530867"/>
                  </a:cubicBezTo>
                  <a:cubicBezTo>
                    <a:pt x="630182" y="530497"/>
                    <a:pt x="630115" y="529488"/>
                    <a:pt x="629846" y="529421"/>
                  </a:cubicBezTo>
                  <a:cubicBezTo>
                    <a:pt x="629610" y="529353"/>
                    <a:pt x="630048" y="529723"/>
                    <a:pt x="629240" y="528916"/>
                  </a:cubicBezTo>
                  <a:cubicBezTo>
                    <a:pt x="628432" y="528109"/>
                    <a:pt x="628533" y="527671"/>
                    <a:pt x="627995" y="527167"/>
                  </a:cubicBezTo>
                  <a:cubicBezTo>
                    <a:pt x="627490" y="526662"/>
                    <a:pt x="627793" y="525418"/>
                    <a:pt x="627120" y="524846"/>
                  </a:cubicBezTo>
                  <a:cubicBezTo>
                    <a:pt x="626480" y="524274"/>
                    <a:pt x="626783" y="524341"/>
                    <a:pt x="625841" y="523029"/>
                  </a:cubicBezTo>
                  <a:cubicBezTo>
                    <a:pt x="624898" y="521717"/>
                    <a:pt x="624562" y="521347"/>
                    <a:pt x="624562" y="521078"/>
                  </a:cubicBezTo>
                  <a:cubicBezTo>
                    <a:pt x="624562" y="520775"/>
                    <a:pt x="624562" y="519261"/>
                    <a:pt x="624562" y="519261"/>
                  </a:cubicBezTo>
                  <a:cubicBezTo>
                    <a:pt x="624562" y="519261"/>
                    <a:pt x="624562" y="518319"/>
                    <a:pt x="624629" y="517310"/>
                  </a:cubicBezTo>
                  <a:cubicBezTo>
                    <a:pt x="624696" y="516301"/>
                    <a:pt x="625067" y="515426"/>
                    <a:pt x="625201" y="514922"/>
                  </a:cubicBezTo>
                  <a:cubicBezTo>
                    <a:pt x="625336" y="514417"/>
                    <a:pt x="625571" y="512971"/>
                    <a:pt x="625639" y="512534"/>
                  </a:cubicBezTo>
                  <a:cubicBezTo>
                    <a:pt x="625706" y="512096"/>
                    <a:pt x="626514" y="510582"/>
                    <a:pt x="626514" y="510582"/>
                  </a:cubicBezTo>
                  <a:lnTo>
                    <a:pt x="628264" y="509270"/>
                  </a:lnTo>
                  <a:lnTo>
                    <a:pt x="629879" y="508463"/>
                  </a:lnTo>
                  <a:cubicBezTo>
                    <a:pt x="629879" y="508463"/>
                    <a:pt x="630653" y="508026"/>
                    <a:pt x="631091" y="508598"/>
                  </a:cubicBezTo>
                  <a:cubicBezTo>
                    <a:pt x="631528" y="509170"/>
                    <a:pt x="632841" y="509977"/>
                    <a:pt x="632841" y="509977"/>
                  </a:cubicBezTo>
                  <a:cubicBezTo>
                    <a:pt x="632841" y="509977"/>
                    <a:pt x="633918" y="511491"/>
                    <a:pt x="634355" y="512164"/>
                  </a:cubicBezTo>
                  <a:cubicBezTo>
                    <a:pt x="634793" y="512803"/>
                    <a:pt x="635567" y="514619"/>
                    <a:pt x="635567" y="514855"/>
                  </a:cubicBezTo>
                  <a:cubicBezTo>
                    <a:pt x="635567" y="515090"/>
                    <a:pt x="635937" y="516738"/>
                    <a:pt x="635870" y="517613"/>
                  </a:cubicBezTo>
                  <a:cubicBezTo>
                    <a:pt x="635802" y="518488"/>
                    <a:pt x="634927" y="519362"/>
                    <a:pt x="635802" y="520506"/>
                  </a:cubicBezTo>
                  <a:cubicBezTo>
                    <a:pt x="636677" y="521683"/>
                    <a:pt x="639067" y="522020"/>
                    <a:pt x="639067" y="522020"/>
                  </a:cubicBezTo>
                  <a:cubicBezTo>
                    <a:pt x="639067" y="522020"/>
                    <a:pt x="641086" y="522154"/>
                    <a:pt x="641153" y="522760"/>
                  </a:cubicBezTo>
                  <a:cubicBezTo>
                    <a:pt x="641221" y="523332"/>
                    <a:pt x="641961" y="523904"/>
                    <a:pt x="642096" y="524509"/>
                  </a:cubicBezTo>
                  <a:cubicBezTo>
                    <a:pt x="642230" y="525081"/>
                    <a:pt x="643106" y="525956"/>
                    <a:pt x="643240" y="526763"/>
                  </a:cubicBezTo>
                  <a:cubicBezTo>
                    <a:pt x="643375" y="527570"/>
                    <a:pt x="644317" y="528714"/>
                    <a:pt x="644822" y="529286"/>
                  </a:cubicBezTo>
                  <a:cubicBezTo>
                    <a:pt x="645327" y="529858"/>
                    <a:pt x="645966" y="530228"/>
                    <a:pt x="646269" y="530665"/>
                  </a:cubicBezTo>
                  <a:cubicBezTo>
                    <a:pt x="646572" y="531103"/>
                    <a:pt x="647346" y="531540"/>
                    <a:pt x="647649" y="532044"/>
                  </a:cubicBezTo>
                  <a:cubicBezTo>
                    <a:pt x="647952" y="532549"/>
                    <a:pt x="650543" y="534433"/>
                    <a:pt x="650543" y="534433"/>
                  </a:cubicBezTo>
                  <a:cubicBezTo>
                    <a:pt x="650543" y="534433"/>
                    <a:pt x="651284" y="534265"/>
                    <a:pt x="652226" y="534904"/>
                  </a:cubicBezTo>
                  <a:cubicBezTo>
                    <a:pt x="653168" y="535543"/>
                    <a:pt x="655793" y="535812"/>
                    <a:pt x="655793" y="535812"/>
                  </a:cubicBezTo>
                  <a:lnTo>
                    <a:pt x="658418" y="535812"/>
                  </a:lnTo>
                  <a:lnTo>
                    <a:pt x="661784" y="537561"/>
                  </a:lnTo>
                  <a:cubicBezTo>
                    <a:pt x="661784" y="537561"/>
                    <a:pt x="667438" y="538100"/>
                    <a:pt x="667640" y="538436"/>
                  </a:cubicBezTo>
                  <a:cubicBezTo>
                    <a:pt x="667842" y="538772"/>
                    <a:pt x="669390" y="541161"/>
                    <a:pt x="669390" y="541161"/>
                  </a:cubicBezTo>
                  <a:lnTo>
                    <a:pt x="669726" y="545299"/>
                  </a:lnTo>
                  <a:lnTo>
                    <a:pt x="669726" y="548898"/>
                  </a:lnTo>
                  <a:lnTo>
                    <a:pt x="670702" y="553776"/>
                  </a:lnTo>
                  <a:cubicBezTo>
                    <a:pt x="670702" y="553776"/>
                    <a:pt x="670500" y="554852"/>
                    <a:pt x="670265" y="555828"/>
                  </a:cubicBezTo>
                  <a:cubicBezTo>
                    <a:pt x="670063" y="556803"/>
                    <a:pt x="669726" y="558553"/>
                    <a:pt x="669726" y="558553"/>
                  </a:cubicBezTo>
                  <a:lnTo>
                    <a:pt x="669188" y="560403"/>
                  </a:lnTo>
                  <a:cubicBezTo>
                    <a:pt x="669188" y="560403"/>
                    <a:pt x="670164" y="562354"/>
                    <a:pt x="671241" y="562455"/>
                  </a:cubicBezTo>
                  <a:cubicBezTo>
                    <a:pt x="672318" y="562556"/>
                    <a:pt x="673731" y="563094"/>
                    <a:pt x="675582" y="562118"/>
                  </a:cubicBezTo>
                  <a:cubicBezTo>
                    <a:pt x="677433" y="561143"/>
                    <a:pt x="678073" y="560706"/>
                    <a:pt x="678746" y="560369"/>
                  </a:cubicBezTo>
                  <a:cubicBezTo>
                    <a:pt x="679385" y="560033"/>
                    <a:pt x="680058" y="560033"/>
                    <a:pt x="680058" y="560033"/>
                  </a:cubicBezTo>
                  <a:cubicBezTo>
                    <a:pt x="680058" y="560033"/>
                    <a:pt x="682111" y="561984"/>
                    <a:pt x="682448" y="562522"/>
                  </a:cubicBezTo>
                  <a:cubicBezTo>
                    <a:pt x="682784" y="563060"/>
                    <a:pt x="684299" y="563733"/>
                    <a:pt x="684400" y="564137"/>
                  </a:cubicBezTo>
                  <a:cubicBezTo>
                    <a:pt x="684501" y="564574"/>
                    <a:pt x="688539" y="568173"/>
                    <a:pt x="688977" y="568375"/>
                  </a:cubicBezTo>
                  <a:cubicBezTo>
                    <a:pt x="689414" y="568577"/>
                    <a:pt x="692679" y="569351"/>
                    <a:pt x="692982" y="569586"/>
                  </a:cubicBezTo>
                  <a:cubicBezTo>
                    <a:pt x="693318" y="569788"/>
                    <a:pt x="697659" y="570898"/>
                    <a:pt x="697659" y="570898"/>
                  </a:cubicBezTo>
                  <a:cubicBezTo>
                    <a:pt x="697659" y="570898"/>
                    <a:pt x="699275" y="572210"/>
                    <a:pt x="699713" y="572311"/>
                  </a:cubicBezTo>
                  <a:cubicBezTo>
                    <a:pt x="700150" y="572412"/>
                    <a:pt x="702741" y="574901"/>
                    <a:pt x="703179" y="575238"/>
                  </a:cubicBezTo>
                  <a:cubicBezTo>
                    <a:pt x="703616" y="575574"/>
                    <a:pt x="709910" y="578703"/>
                    <a:pt x="709910" y="578703"/>
                  </a:cubicBezTo>
                  <a:cubicBezTo>
                    <a:pt x="709910" y="578703"/>
                    <a:pt x="715025" y="583143"/>
                    <a:pt x="716001" y="583917"/>
                  </a:cubicBezTo>
                  <a:cubicBezTo>
                    <a:pt x="716977" y="584691"/>
                    <a:pt x="720477" y="587718"/>
                    <a:pt x="721453" y="588155"/>
                  </a:cubicBezTo>
                  <a:cubicBezTo>
                    <a:pt x="722429" y="588593"/>
                    <a:pt x="731449" y="597070"/>
                    <a:pt x="731449" y="597070"/>
                  </a:cubicBezTo>
                  <a:lnTo>
                    <a:pt x="734040" y="598483"/>
                  </a:lnTo>
                  <a:cubicBezTo>
                    <a:pt x="734040" y="598483"/>
                    <a:pt x="737507" y="601847"/>
                    <a:pt x="737641" y="602183"/>
                  </a:cubicBezTo>
                  <a:cubicBezTo>
                    <a:pt x="737742" y="602520"/>
                    <a:pt x="742959" y="608474"/>
                    <a:pt x="742959" y="608474"/>
                  </a:cubicBezTo>
                  <a:lnTo>
                    <a:pt x="745247" y="611299"/>
                  </a:lnTo>
                  <a:lnTo>
                    <a:pt x="748848" y="615336"/>
                  </a:lnTo>
                  <a:lnTo>
                    <a:pt x="750901" y="617086"/>
                  </a:lnTo>
                  <a:cubicBezTo>
                    <a:pt x="750901" y="617086"/>
                    <a:pt x="752752" y="617859"/>
                    <a:pt x="753089" y="617960"/>
                  </a:cubicBezTo>
                  <a:cubicBezTo>
                    <a:pt x="753425" y="618061"/>
                    <a:pt x="754300" y="618162"/>
                    <a:pt x="755142" y="618498"/>
                  </a:cubicBezTo>
                  <a:cubicBezTo>
                    <a:pt x="756017" y="618835"/>
                    <a:pt x="758171" y="620550"/>
                    <a:pt x="758171" y="620550"/>
                  </a:cubicBezTo>
                  <a:lnTo>
                    <a:pt x="760897" y="625125"/>
                  </a:lnTo>
                  <a:lnTo>
                    <a:pt x="763623" y="627716"/>
                  </a:lnTo>
                  <a:lnTo>
                    <a:pt x="765372" y="630440"/>
                  </a:lnTo>
                  <a:lnTo>
                    <a:pt x="766786" y="633266"/>
                  </a:lnTo>
                  <a:cubicBezTo>
                    <a:pt x="766786" y="633266"/>
                    <a:pt x="768099" y="633468"/>
                    <a:pt x="768401" y="633367"/>
                  </a:cubicBezTo>
                  <a:cubicBezTo>
                    <a:pt x="768738" y="633266"/>
                    <a:pt x="770690" y="632930"/>
                    <a:pt x="770690" y="632930"/>
                  </a:cubicBezTo>
                  <a:lnTo>
                    <a:pt x="773079" y="632291"/>
                  </a:lnTo>
                  <a:lnTo>
                    <a:pt x="774930" y="630541"/>
                  </a:lnTo>
                  <a:cubicBezTo>
                    <a:pt x="774930" y="630541"/>
                    <a:pt x="775132" y="629465"/>
                    <a:pt x="774830" y="628927"/>
                  </a:cubicBezTo>
                  <a:cubicBezTo>
                    <a:pt x="774493" y="628388"/>
                    <a:pt x="774291" y="626437"/>
                    <a:pt x="774291" y="626437"/>
                  </a:cubicBezTo>
                  <a:cubicBezTo>
                    <a:pt x="774291" y="626437"/>
                    <a:pt x="774055" y="625024"/>
                    <a:pt x="774055" y="624587"/>
                  </a:cubicBezTo>
                  <a:cubicBezTo>
                    <a:pt x="774055" y="624150"/>
                    <a:pt x="773719" y="622300"/>
                    <a:pt x="774156" y="621761"/>
                  </a:cubicBezTo>
                  <a:cubicBezTo>
                    <a:pt x="774594" y="621223"/>
                    <a:pt x="775233" y="619575"/>
                    <a:pt x="775233" y="619575"/>
                  </a:cubicBezTo>
                  <a:cubicBezTo>
                    <a:pt x="775233" y="619575"/>
                    <a:pt x="775132" y="619676"/>
                    <a:pt x="775873" y="618700"/>
                  </a:cubicBezTo>
                  <a:cubicBezTo>
                    <a:pt x="776647" y="617725"/>
                    <a:pt x="776849" y="616749"/>
                    <a:pt x="777522" y="615975"/>
                  </a:cubicBezTo>
                  <a:cubicBezTo>
                    <a:pt x="778161" y="615202"/>
                    <a:pt x="779036" y="613049"/>
                    <a:pt x="779272" y="612611"/>
                  </a:cubicBezTo>
                  <a:cubicBezTo>
                    <a:pt x="779474" y="612174"/>
                    <a:pt x="779709" y="611199"/>
                    <a:pt x="779810" y="610425"/>
                  </a:cubicBezTo>
                  <a:cubicBezTo>
                    <a:pt x="779911" y="609651"/>
                    <a:pt x="779911" y="608373"/>
                    <a:pt x="779911" y="608373"/>
                  </a:cubicBezTo>
                  <a:cubicBezTo>
                    <a:pt x="779911" y="608373"/>
                    <a:pt x="780685" y="607397"/>
                    <a:pt x="780988" y="607162"/>
                  </a:cubicBezTo>
                  <a:cubicBezTo>
                    <a:pt x="781325" y="606960"/>
                    <a:pt x="783277" y="606388"/>
                    <a:pt x="783277" y="606388"/>
                  </a:cubicBezTo>
                  <a:cubicBezTo>
                    <a:pt x="783277" y="606388"/>
                    <a:pt x="785666" y="607263"/>
                    <a:pt x="786003" y="607599"/>
                  </a:cubicBezTo>
                  <a:cubicBezTo>
                    <a:pt x="786339" y="607935"/>
                    <a:pt x="789469" y="609348"/>
                    <a:pt x="789469" y="610324"/>
                  </a:cubicBezTo>
                  <a:cubicBezTo>
                    <a:pt x="789469" y="611299"/>
                    <a:pt x="789705" y="612073"/>
                    <a:pt x="789705" y="612712"/>
                  </a:cubicBezTo>
                  <a:cubicBezTo>
                    <a:pt x="789705" y="613351"/>
                    <a:pt x="789705" y="614899"/>
                    <a:pt x="789705" y="614899"/>
                  </a:cubicBezTo>
                  <a:lnTo>
                    <a:pt x="790041" y="616951"/>
                  </a:lnTo>
                  <a:cubicBezTo>
                    <a:pt x="790041" y="616951"/>
                    <a:pt x="791017" y="616951"/>
                    <a:pt x="791657" y="618700"/>
                  </a:cubicBezTo>
                  <a:cubicBezTo>
                    <a:pt x="792296" y="620450"/>
                    <a:pt x="793508" y="620450"/>
                    <a:pt x="793609" y="621190"/>
                  </a:cubicBezTo>
                  <a:cubicBezTo>
                    <a:pt x="793710" y="621963"/>
                    <a:pt x="794147" y="623141"/>
                    <a:pt x="794147" y="623141"/>
                  </a:cubicBezTo>
                  <a:lnTo>
                    <a:pt x="793811" y="625092"/>
                  </a:lnTo>
                  <a:cubicBezTo>
                    <a:pt x="793811" y="625092"/>
                    <a:pt x="793609" y="626168"/>
                    <a:pt x="793373" y="626841"/>
                  </a:cubicBezTo>
                  <a:cubicBezTo>
                    <a:pt x="793171" y="627480"/>
                    <a:pt x="792835" y="628456"/>
                    <a:pt x="792599" y="628893"/>
                  </a:cubicBezTo>
                  <a:cubicBezTo>
                    <a:pt x="792397" y="629330"/>
                    <a:pt x="792061" y="630104"/>
                    <a:pt x="791926" y="630541"/>
                  </a:cubicBezTo>
                  <a:cubicBezTo>
                    <a:pt x="791825" y="630979"/>
                    <a:pt x="791287" y="631853"/>
                    <a:pt x="791287" y="632291"/>
                  </a:cubicBezTo>
                  <a:cubicBezTo>
                    <a:pt x="791287" y="632728"/>
                    <a:pt x="790210" y="633165"/>
                    <a:pt x="789772" y="633804"/>
                  </a:cubicBezTo>
                  <a:cubicBezTo>
                    <a:pt x="789335" y="634444"/>
                    <a:pt x="788594" y="634242"/>
                    <a:pt x="788460" y="634578"/>
                  </a:cubicBezTo>
                  <a:cubicBezTo>
                    <a:pt x="788359" y="634915"/>
                    <a:pt x="787820" y="637303"/>
                    <a:pt x="787685" y="638043"/>
                  </a:cubicBezTo>
                  <a:cubicBezTo>
                    <a:pt x="787585" y="638817"/>
                    <a:pt x="787248" y="639994"/>
                    <a:pt x="787248" y="640330"/>
                  </a:cubicBezTo>
                  <a:cubicBezTo>
                    <a:pt x="787248" y="640667"/>
                    <a:pt x="787147" y="642618"/>
                    <a:pt x="787147" y="643055"/>
                  </a:cubicBezTo>
                  <a:cubicBezTo>
                    <a:pt x="787147" y="643493"/>
                    <a:pt x="788022" y="643930"/>
                    <a:pt x="788460" y="644367"/>
                  </a:cubicBezTo>
                  <a:cubicBezTo>
                    <a:pt x="788897" y="644805"/>
                    <a:pt x="790950" y="646217"/>
                    <a:pt x="792263" y="646991"/>
                  </a:cubicBezTo>
                  <a:cubicBezTo>
                    <a:pt x="793575" y="647765"/>
                    <a:pt x="797277" y="649279"/>
                    <a:pt x="797816" y="649918"/>
                  </a:cubicBezTo>
                  <a:cubicBezTo>
                    <a:pt x="798354" y="650557"/>
                    <a:pt x="803133" y="651667"/>
                    <a:pt x="803133" y="651667"/>
                  </a:cubicBezTo>
                  <a:lnTo>
                    <a:pt x="806162" y="652979"/>
                  </a:lnTo>
                  <a:lnTo>
                    <a:pt x="807239" y="653315"/>
                  </a:lnTo>
                  <a:lnTo>
                    <a:pt x="812556" y="655704"/>
                  </a:lnTo>
                  <a:lnTo>
                    <a:pt x="815282" y="659169"/>
                  </a:lnTo>
                  <a:lnTo>
                    <a:pt x="818648" y="661658"/>
                  </a:lnTo>
                  <a:lnTo>
                    <a:pt x="823427" y="664686"/>
                  </a:lnTo>
                  <a:lnTo>
                    <a:pt x="826254" y="668689"/>
                  </a:lnTo>
                  <a:lnTo>
                    <a:pt x="829081" y="671178"/>
                  </a:lnTo>
                  <a:cubicBezTo>
                    <a:pt x="829081" y="671178"/>
                    <a:pt x="830292" y="672692"/>
                    <a:pt x="830494" y="673129"/>
                  </a:cubicBezTo>
                  <a:cubicBezTo>
                    <a:pt x="830696" y="673566"/>
                    <a:pt x="832547" y="675282"/>
                    <a:pt x="832783" y="675719"/>
                  </a:cubicBezTo>
                  <a:cubicBezTo>
                    <a:pt x="832985" y="676157"/>
                    <a:pt x="833860" y="677132"/>
                    <a:pt x="834095" y="678343"/>
                  </a:cubicBezTo>
                  <a:cubicBezTo>
                    <a:pt x="834297" y="679521"/>
                    <a:pt x="834297" y="681169"/>
                    <a:pt x="834196" y="681943"/>
                  </a:cubicBezTo>
                  <a:cubicBezTo>
                    <a:pt x="834095" y="682717"/>
                    <a:pt x="833422" y="683019"/>
                    <a:pt x="832446" y="683457"/>
                  </a:cubicBezTo>
                  <a:cubicBezTo>
                    <a:pt x="831470" y="683894"/>
                    <a:pt x="830797" y="683894"/>
                    <a:pt x="830057" y="684331"/>
                  </a:cubicBezTo>
                  <a:cubicBezTo>
                    <a:pt x="829316" y="684769"/>
                    <a:pt x="828542" y="685206"/>
                    <a:pt x="828542" y="685206"/>
                  </a:cubicBezTo>
                  <a:cubicBezTo>
                    <a:pt x="828542" y="685206"/>
                    <a:pt x="827903" y="687258"/>
                    <a:pt x="827768" y="687695"/>
                  </a:cubicBezTo>
                  <a:cubicBezTo>
                    <a:pt x="827667" y="688132"/>
                    <a:pt x="827230" y="690857"/>
                    <a:pt x="826355" y="692136"/>
                  </a:cubicBezTo>
                  <a:cubicBezTo>
                    <a:pt x="825480" y="693447"/>
                    <a:pt x="825244" y="694827"/>
                    <a:pt x="825244" y="694827"/>
                  </a:cubicBezTo>
                  <a:cubicBezTo>
                    <a:pt x="825244" y="694827"/>
                    <a:pt x="824705" y="696677"/>
                    <a:pt x="824268" y="696879"/>
                  </a:cubicBezTo>
                  <a:cubicBezTo>
                    <a:pt x="823831" y="697114"/>
                    <a:pt x="823494" y="696879"/>
                    <a:pt x="822518" y="697854"/>
                  </a:cubicBezTo>
                  <a:cubicBezTo>
                    <a:pt x="821542" y="698830"/>
                    <a:pt x="821004" y="701992"/>
                    <a:pt x="821004" y="702328"/>
                  </a:cubicBezTo>
                  <a:cubicBezTo>
                    <a:pt x="821004" y="702665"/>
                    <a:pt x="822754" y="703304"/>
                    <a:pt x="823629" y="703640"/>
                  </a:cubicBezTo>
                  <a:cubicBezTo>
                    <a:pt x="824504" y="703943"/>
                    <a:pt x="828206" y="704616"/>
                    <a:pt x="828845" y="705154"/>
                  </a:cubicBezTo>
                  <a:cubicBezTo>
                    <a:pt x="829485" y="705692"/>
                    <a:pt x="833086" y="708316"/>
                    <a:pt x="832985" y="707643"/>
                  </a:cubicBezTo>
                  <a:cubicBezTo>
                    <a:pt x="832884" y="707004"/>
                    <a:pt x="834634" y="709157"/>
                    <a:pt x="834634" y="709157"/>
                  </a:cubicBezTo>
                  <a:lnTo>
                    <a:pt x="837898" y="711781"/>
                  </a:lnTo>
                  <a:lnTo>
                    <a:pt x="840624" y="713093"/>
                  </a:lnTo>
                  <a:lnTo>
                    <a:pt x="842139" y="714943"/>
                  </a:lnTo>
                  <a:lnTo>
                    <a:pt x="842576" y="718105"/>
                  </a:lnTo>
                  <a:lnTo>
                    <a:pt x="842812" y="720056"/>
                  </a:lnTo>
                  <a:cubicBezTo>
                    <a:pt x="842812" y="720056"/>
                    <a:pt x="842812" y="721368"/>
                    <a:pt x="842273" y="721907"/>
                  </a:cubicBezTo>
                  <a:cubicBezTo>
                    <a:pt x="841735" y="722445"/>
                    <a:pt x="841398" y="723656"/>
                    <a:pt x="840860" y="723959"/>
                  </a:cubicBezTo>
                  <a:cubicBezTo>
                    <a:pt x="840321" y="724295"/>
                    <a:pt x="841062" y="723084"/>
                    <a:pt x="840321" y="724295"/>
                  </a:cubicBezTo>
                  <a:cubicBezTo>
                    <a:pt x="839547" y="725506"/>
                    <a:pt x="839345" y="725910"/>
                    <a:pt x="838470" y="726347"/>
                  </a:cubicBezTo>
                  <a:cubicBezTo>
                    <a:pt x="837595" y="726784"/>
                    <a:pt x="837696" y="726784"/>
                    <a:pt x="836417" y="727424"/>
                  </a:cubicBezTo>
                  <a:cubicBezTo>
                    <a:pt x="835105" y="728063"/>
                    <a:pt x="835105" y="727424"/>
                    <a:pt x="834465" y="728500"/>
                  </a:cubicBezTo>
                  <a:cubicBezTo>
                    <a:pt x="833826" y="729577"/>
                    <a:pt x="832850" y="730686"/>
                    <a:pt x="832715" y="731326"/>
                  </a:cubicBezTo>
                  <a:cubicBezTo>
                    <a:pt x="832614" y="731965"/>
                    <a:pt x="832513" y="733613"/>
                    <a:pt x="832513" y="734151"/>
                  </a:cubicBezTo>
                  <a:cubicBezTo>
                    <a:pt x="832513" y="734690"/>
                    <a:pt x="832715" y="735564"/>
                    <a:pt x="832951" y="736002"/>
                  </a:cubicBezTo>
                  <a:cubicBezTo>
                    <a:pt x="833153" y="736439"/>
                    <a:pt x="840119" y="738928"/>
                    <a:pt x="840119" y="738928"/>
                  </a:cubicBezTo>
                  <a:lnTo>
                    <a:pt x="840994" y="739567"/>
                  </a:lnTo>
                  <a:lnTo>
                    <a:pt x="841768" y="741754"/>
                  </a:lnTo>
                  <a:lnTo>
                    <a:pt x="842745" y="744916"/>
                  </a:lnTo>
                  <a:cubicBezTo>
                    <a:pt x="842745" y="744916"/>
                    <a:pt x="843720" y="747944"/>
                    <a:pt x="843821" y="748616"/>
                  </a:cubicBezTo>
                  <a:cubicBezTo>
                    <a:pt x="843922" y="749289"/>
                    <a:pt x="843956" y="752956"/>
                    <a:pt x="843956" y="752956"/>
                  </a:cubicBezTo>
                  <a:cubicBezTo>
                    <a:pt x="843956" y="752956"/>
                    <a:pt x="844057" y="756421"/>
                    <a:pt x="844057" y="757094"/>
                  </a:cubicBezTo>
                  <a:cubicBezTo>
                    <a:pt x="844057" y="757733"/>
                    <a:pt x="844932" y="762409"/>
                    <a:pt x="844932" y="762409"/>
                  </a:cubicBezTo>
                  <a:cubicBezTo>
                    <a:pt x="844932" y="762409"/>
                    <a:pt x="848533" y="765773"/>
                    <a:pt x="848971" y="766008"/>
                  </a:cubicBezTo>
                  <a:cubicBezTo>
                    <a:pt x="849408" y="766244"/>
                    <a:pt x="852235" y="767959"/>
                    <a:pt x="852672" y="768296"/>
                  </a:cubicBezTo>
                  <a:cubicBezTo>
                    <a:pt x="853110" y="768632"/>
                    <a:pt x="855836" y="771222"/>
                    <a:pt x="856375" y="771996"/>
                  </a:cubicBezTo>
                  <a:cubicBezTo>
                    <a:pt x="856913" y="772770"/>
                    <a:pt x="859976" y="774586"/>
                    <a:pt x="859976" y="774586"/>
                  </a:cubicBezTo>
                  <a:cubicBezTo>
                    <a:pt x="859976" y="774586"/>
                    <a:pt x="861389" y="775125"/>
                    <a:pt x="861625" y="775562"/>
                  </a:cubicBezTo>
                  <a:cubicBezTo>
                    <a:pt x="861860" y="775999"/>
                    <a:pt x="864115" y="778589"/>
                    <a:pt x="864115" y="778589"/>
                  </a:cubicBezTo>
                  <a:lnTo>
                    <a:pt x="864553" y="780978"/>
                  </a:lnTo>
                  <a:lnTo>
                    <a:pt x="865327" y="782391"/>
                  </a:lnTo>
                  <a:lnTo>
                    <a:pt x="867952" y="783366"/>
                  </a:lnTo>
                  <a:cubicBezTo>
                    <a:pt x="867952" y="783366"/>
                    <a:pt x="868827" y="783366"/>
                    <a:pt x="868726" y="783804"/>
                  </a:cubicBezTo>
                  <a:cubicBezTo>
                    <a:pt x="868625" y="784241"/>
                    <a:pt x="867413" y="786831"/>
                    <a:pt x="867413" y="786831"/>
                  </a:cubicBezTo>
                  <a:lnTo>
                    <a:pt x="866538" y="790397"/>
                  </a:lnTo>
                  <a:lnTo>
                    <a:pt x="860783" y="794736"/>
                  </a:lnTo>
                  <a:cubicBezTo>
                    <a:pt x="860783" y="794736"/>
                    <a:pt x="858932" y="795947"/>
                    <a:pt x="858495" y="796149"/>
                  </a:cubicBezTo>
                  <a:cubicBezTo>
                    <a:pt x="858057" y="796385"/>
                    <a:pt x="856442" y="799951"/>
                    <a:pt x="856442" y="799951"/>
                  </a:cubicBezTo>
                  <a:cubicBezTo>
                    <a:pt x="856442" y="799951"/>
                    <a:pt x="856341" y="800287"/>
                    <a:pt x="856105" y="800724"/>
                  </a:cubicBezTo>
                  <a:cubicBezTo>
                    <a:pt x="855903" y="801162"/>
                    <a:pt x="855903" y="801801"/>
                    <a:pt x="855903" y="802675"/>
                  </a:cubicBezTo>
                  <a:cubicBezTo>
                    <a:pt x="855903" y="803550"/>
                    <a:pt x="856778" y="804862"/>
                    <a:pt x="856980" y="805165"/>
                  </a:cubicBezTo>
                  <a:cubicBezTo>
                    <a:pt x="857182" y="805501"/>
                    <a:pt x="857620" y="806039"/>
                    <a:pt x="857620" y="806477"/>
                  </a:cubicBezTo>
                  <a:cubicBezTo>
                    <a:pt x="857620" y="806914"/>
                    <a:pt x="859134" y="808663"/>
                    <a:pt x="859235" y="808966"/>
                  </a:cubicBezTo>
                  <a:cubicBezTo>
                    <a:pt x="859336" y="809302"/>
                    <a:pt x="859235" y="809605"/>
                    <a:pt x="859235" y="810715"/>
                  </a:cubicBezTo>
                  <a:cubicBezTo>
                    <a:pt x="859235" y="811792"/>
                    <a:pt x="859336" y="813877"/>
                    <a:pt x="859336" y="814517"/>
                  </a:cubicBezTo>
                  <a:cubicBezTo>
                    <a:pt x="859336" y="815156"/>
                    <a:pt x="859336" y="818217"/>
                    <a:pt x="859336" y="818217"/>
                  </a:cubicBezTo>
                  <a:cubicBezTo>
                    <a:pt x="859336" y="818217"/>
                    <a:pt x="859336" y="821144"/>
                    <a:pt x="859235" y="821917"/>
                  </a:cubicBezTo>
                  <a:cubicBezTo>
                    <a:pt x="859134" y="822691"/>
                    <a:pt x="858798" y="825718"/>
                    <a:pt x="858798" y="825718"/>
                  </a:cubicBezTo>
                  <a:lnTo>
                    <a:pt x="858697" y="827131"/>
                  </a:lnTo>
                  <a:cubicBezTo>
                    <a:pt x="858697" y="827131"/>
                    <a:pt x="858798" y="827771"/>
                    <a:pt x="858461" y="828342"/>
                  </a:cubicBezTo>
                  <a:cubicBezTo>
                    <a:pt x="858125" y="828881"/>
                    <a:pt x="858125" y="828982"/>
                    <a:pt x="857283" y="829318"/>
                  </a:cubicBezTo>
                  <a:cubicBezTo>
                    <a:pt x="856408" y="829654"/>
                    <a:pt x="856072" y="829318"/>
                    <a:pt x="854221" y="828881"/>
                  </a:cubicBezTo>
                  <a:cubicBezTo>
                    <a:pt x="852370" y="828443"/>
                    <a:pt x="854120" y="828342"/>
                    <a:pt x="851629" y="828107"/>
                  </a:cubicBezTo>
                  <a:cubicBezTo>
                    <a:pt x="849139" y="827905"/>
                    <a:pt x="847826" y="827030"/>
                    <a:pt x="846076" y="827468"/>
                  </a:cubicBezTo>
                  <a:cubicBezTo>
                    <a:pt x="844326" y="827905"/>
                    <a:pt x="844326" y="828780"/>
                    <a:pt x="841836" y="829520"/>
                  </a:cubicBezTo>
                  <a:cubicBezTo>
                    <a:pt x="839345" y="830294"/>
                    <a:pt x="838369" y="831269"/>
                    <a:pt x="837932" y="831370"/>
                  </a:cubicBezTo>
                  <a:cubicBezTo>
                    <a:pt x="837494" y="831471"/>
                    <a:pt x="836619" y="831706"/>
                    <a:pt x="836619" y="831706"/>
                  </a:cubicBezTo>
                  <a:lnTo>
                    <a:pt x="833691" y="832682"/>
                  </a:lnTo>
                  <a:lnTo>
                    <a:pt x="834566" y="835609"/>
                  </a:lnTo>
                  <a:lnTo>
                    <a:pt x="835105" y="838098"/>
                  </a:lnTo>
                  <a:cubicBezTo>
                    <a:pt x="835105" y="838098"/>
                    <a:pt x="835441" y="839511"/>
                    <a:pt x="835441" y="839948"/>
                  </a:cubicBezTo>
                  <a:cubicBezTo>
                    <a:pt x="835441" y="840385"/>
                    <a:pt x="835643" y="844187"/>
                    <a:pt x="835643" y="844187"/>
                  </a:cubicBezTo>
                  <a:cubicBezTo>
                    <a:pt x="835643" y="844187"/>
                    <a:pt x="836182" y="847349"/>
                    <a:pt x="836417" y="847988"/>
                  </a:cubicBezTo>
                  <a:cubicBezTo>
                    <a:pt x="836619" y="848627"/>
                    <a:pt x="837292" y="851049"/>
                    <a:pt x="837292" y="851049"/>
                  </a:cubicBezTo>
                  <a:cubicBezTo>
                    <a:pt x="837292" y="851049"/>
                    <a:pt x="838066" y="855187"/>
                    <a:pt x="838066" y="855490"/>
                  </a:cubicBezTo>
                  <a:cubicBezTo>
                    <a:pt x="838066" y="855826"/>
                    <a:pt x="837831" y="856364"/>
                    <a:pt x="837965" y="857777"/>
                  </a:cubicBezTo>
                  <a:cubicBezTo>
                    <a:pt x="838066" y="859190"/>
                    <a:pt x="838066" y="861477"/>
                    <a:pt x="837763" y="862117"/>
                  </a:cubicBezTo>
                  <a:cubicBezTo>
                    <a:pt x="837427" y="862756"/>
                    <a:pt x="837225" y="864606"/>
                    <a:pt x="836451" y="864942"/>
                  </a:cubicBezTo>
                  <a:cubicBezTo>
                    <a:pt x="835677" y="865279"/>
                    <a:pt x="836788" y="866019"/>
                    <a:pt x="833860" y="866591"/>
                  </a:cubicBezTo>
                  <a:cubicBezTo>
                    <a:pt x="830932" y="867129"/>
                    <a:pt x="831234" y="867667"/>
                    <a:pt x="829081" y="867028"/>
                  </a:cubicBezTo>
                  <a:cubicBezTo>
                    <a:pt x="826893" y="866389"/>
                    <a:pt x="828441" y="865514"/>
                    <a:pt x="825816" y="864539"/>
                  </a:cubicBezTo>
                  <a:cubicBezTo>
                    <a:pt x="823225" y="863563"/>
                    <a:pt x="824941" y="862251"/>
                    <a:pt x="821138" y="862352"/>
                  </a:cubicBezTo>
                  <a:cubicBezTo>
                    <a:pt x="817335" y="862453"/>
                    <a:pt x="817100" y="863328"/>
                    <a:pt x="816460" y="863765"/>
                  </a:cubicBezTo>
                  <a:cubicBezTo>
                    <a:pt x="815821" y="864202"/>
                    <a:pt x="816023" y="866355"/>
                    <a:pt x="814845" y="867903"/>
                  </a:cubicBezTo>
                  <a:cubicBezTo>
                    <a:pt x="813633" y="869417"/>
                    <a:pt x="812792" y="869955"/>
                    <a:pt x="810941" y="870829"/>
                  </a:cubicBezTo>
                  <a:cubicBezTo>
                    <a:pt x="809090" y="871704"/>
                    <a:pt x="808316" y="873117"/>
                    <a:pt x="807676" y="873655"/>
                  </a:cubicBezTo>
                  <a:cubicBezTo>
                    <a:pt x="807037" y="874193"/>
                    <a:pt x="807037" y="876043"/>
                    <a:pt x="805388" y="875068"/>
                  </a:cubicBezTo>
                  <a:cubicBezTo>
                    <a:pt x="803739" y="874092"/>
                    <a:pt x="805489" y="873117"/>
                    <a:pt x="803200" y="873117"/>
                  </a:cubicBezTo>
                  <a:cubicBezTo>
                    <a:pt x="800912" y="873117"/>
                    <a:pt x="800710" y="872478"/>
                    <a:pt x="799296" y="872780"/>
                  </a:cubicBezTo>
                  <a:cubicBezTo>
                    <a:pt x="797883" y="873117"/>
                    <a:pt x="797008" y="873655"/>
                    <a:pt x="796469" y="873991"/>
                  </a:cubicBezTo>
                  <a:cubicBezTo>
                    <a:pt x="795931" y="874328"/>
                    <a:pt x="795695" y="874967"/>
                    <a:pt x="795392" y="875505"/>
                  </a:cubicBezTo>
                  <a:cubicBezTo>
                    <a:pt x="795056" y="876043"/>
                    <a:pt x="794450" y="877120"/>
                    <a:pt x="794248" y="878095"/>
                  </a:cubicBezTo>
                  <a:cubicBezTo>
                    <a:pt x="794046" y="879071"/>
                    <a:pt x="793306" y="881359"/>
                    <a:pt x="793306" y="881695"/>
                  </a:cubicBezTo>
                  <a:cubicBezTo>
                    <a:pt x="793306" y="882031"/>
                    <a:pt x="793306" y="884319"/>
                    <a:pt x="793306" y="884319"/>
                  </a:cubicBezTo>
                  <a:cubicBezTo>
                    <a:pt x="793306" y="884319"/>
                    <a:pt x="793743" y="886505"/>
                    <a:pt x="793844" y="887044"/>
                  </a:cubicBezTo>
                  <a:cubicBezTo>
                    <a:pt x="793945" y="887582"/>
                    <a:pt x="793609" y="887817"/>
                    <a:pt x="794484" y="889533"/>
                  </a:cubicBezTo>
                  <a:cubicBezTo>
                    <a:pt x="795359" y="891282"/>
                    <a:pt x="795460" y="891383"/>
                    <a:pt x="797210" y="891719"/>
                  </a:cubicBezTo>
                  <a:cubicBezTo>
                    <a:pt x="798960" y="892056"/>
                    <a:pt x="801349" y="892157"/>
                    <a:pt x="801551" y="892931"/>
                  </a:cubicBezTo>
                  <a:cubicBezTo>
                    <a:pt x="801753" y="893704"/>
                    <a:pt x="803941" y="896093"/>
                    <a:pt x="803941" y="896093"/>
                  </a:cubicBezTo>
                  <a:lnTo>
                    <a:pt x="804479" y="898145"/>
                  </a:lnTo>
                  <a:cubicBezTo>
                    <a:pt x="804479" y="898145"/>
                    <a:pt x="804681" y="898918"/>
                    <a:pt x="804580" y="899457"/>
                  </a:cubicBezTo>
                  <a:cubicBezTo>
                    <a:pt x="804479" y="899995"/>
                    <a:pt x="803604" y="902181"/>
                    <a:pt x="803402" y="902921"/>
                  </a:cubicBezTo>
                  <a:cubicBezTo>
                    <a:pt x="803167" y="903695"/>
                    <a:pt x="802191" y="905310"/>
                    <a:pt x="801349" y="905747"/>
                  </a:cubicBezTo>
                  <a:cubicBezTo>
                    <a:pt x="800474" y="906185"/>
                    <a:pt x="798421" y="908136"/>
                    <a:pt x="797647" y="908472"/>
                  </a:cubicBezTo>
                  <a:cubicBezTo>
                    <a:pt x="796873" y="908808"/>
                    <a:pt x="795695" y="909549"/>
                    <a:pt x="795359" y="909885"/>
                  </a:cubicBezTo>
                  <a:cubicBezTo>
                    <a:pt x="795022" y="910221"/>
                    <a:pt x="794383" y="912072"/>
                    <a:pt x="793272" y="912475"/>
                  </a:cubicBezTo>
                  <a:cubicBezTo>
                    <a:pt x="792195" y="912913"/>
                    <a:pt x="791758" y="914863"/>
                    <a:pt x="791758" y="914863"/>
                  </a:cubicBezTo>
                  <a:lnTo>
                    <a:pt x="788493" y="916478"/>
                  </a:lnTo>
                  <a:cubicBezTo>
                    <a:pt x="788493" y="916478"/>
                    <a:pt x="787181" y="917790"/>
                    <a:pt x="785666" y="917790"/>
                  </a:cubicBezTo>
                  <a:cubicBezTo>
                    <a:pt x="784152" y="917790"/>
                    <a:pt x="781964" y="918665"/>
                    <a:pt x="781964" y="918665"/>
                  </a:cubicBezTo>
                  <a:cubicBezTo>
                    <a:pt x="781964" y="918665"/>
                    <a:pt x="780113" y="919304"/>
                    <a:pt x="779676" y="919539"/>
                  </a:cubicBezTo>
                  <a:cubicBezTo>
                    <a:pt x="779238" y="919741"/>
                    <a:pt x="778700" y="921053"/>
                    <a:pt x="775873" y="921726"/>
                  </a:cubicBezTo>
                  <a:cubicBezTo>
                    <a:pt x="773046" y="922365"/>
                    <a:pt x="772608" y="922601"/>
                    <a:pt x="771969" y="922601"/>
                  </a:cubicBezTo>
                  <a:cubicBezTo>
                    <a:pt x="771329" y="922601"/>
                    <a:pt x="770454" y="923913"/>
                    <a:pt x="769142" y="924114"/>
                  </a:cubicBezTo>
                  <a:cubicBezTo>
                    <a:pt x="767829" y="924316"/>
                    <a:pt x="765002" y="925292"/>
                    <a:pt x="764363" y="925965"/>
                  </a:cubicBezTo>
                  <a:cubicBezTo>
                    <a:pt x="763723" y="926604"/>
                    <a:pt x="762310" y="927142"/>
                    <a:pt x="761772" y="927579"/>
                  </a:cubicBezTo>
                  <a:cubicBezTo>
                    <a:pt x="761233" y="928017"/>
                    <a:pt x="760795" y="928891"/>
                    <a:pt x="759820" y="929531"/>
                  </a:cubicBezTo>
                  <a:cubicBezTo>
                    <a:pt x="758844" y="930170"/>
                    <a:pt x="758171" y="931381"/>
                    <a:pt x="758069" y="931717"/>
                  </a:cubicBezTo>
                  <a:cubicBezTo>
                    <a:pt x="757969" y="932020"/>
                    <a:pt x="757632" y="934980"/>
                    <a:pt x="757632" y="934980"/>
                  </a:cubicBezTo>
                  <a:cubicBezTo>
                    <a:pt x="757632" y="934980"/>
                    <a:pt x="757868" y="936830"/>
                    <a:pt x="757868" y="937469"/>
                  </a:cubicBezTo>
                  <a:cubicBezTo>
                    <a:pt x="757868" y="938109"/>
                    <a:pt x="758507" y="940632"/>
                    <a:pt x="758507" y="940632"/>
                  </a:cubicBezTo>
                  <a:lnTo>
                    <a:pt x="758507" y="943424"/>
                  </a:lnTo>
                  <a:cubicBezTo>
                    <a:pt x="758507" y="943424"/>
                    <a:pt x="758305" y="944837"/>
                    <a:pt x="758305" y="945173"/>
                  </a:cubicBezTo>
                  <a:cubicBezTo>
                    <a:pt x="758305" y="945509"/>
                    <a:pt x="758406" y="946922"/>
                    <a:pt x="758406" y="946922"/>
                  </a:cubicBezTo>
                  <a:lnTo>
                    <a:pt x="758137" y="948840"/>
                  </a:lnTo>
                  <a:lnTo>
                    <a:pt x="757497" y="949210"/>
                  </a:lnTo>
                  <a:lnTo>
                    <a:pt x="756252" y="950017"/>
                  </a:lnTo>
                  <a:cubicBezTo>
                    <a:pt x="756252" y="950017"/>
                    <a:pt x="755209" y="949849"/>
                    <a:pt x="754502" y="950017"/>
                  </a:cubicBezTo>
                  <a:cubicBezTo>
                    <a:pt x="753795" y="950185"/>
                    <a:pt x="753089" y="949849"/>
                    <a:pt x="752550" y="949512"/>
                  </a:cubicBezTo>
                  <a:cubicBezTo>
                    <a:pt x="752012" y="949176"/>
                    <a:pt x="751036" y="948301"/>
                    <a:pt x="750766" y="948099"/>
                  </a:cubicBezTo>
                  <a:cubicBezTo>
                    <a:pt x="750497" y="947898"/>
                    <a:pt x="749454" y="946216"/>
                    <a:pt x="748882" y="945980"/>
                  </a:cubicBezTo>
                  <a:cubicBezTo>
                    <a:pt x="748276" y="945778"/>
                    <a:pt x="746661" y="946317"/>
                    <a:pt x="746425" y="946417"/>
                  </a:cubicBezTo>
                  <a:cubicBezTo>
                    <a:pt x="746223" y="946518"/>
                    <a:pt x="743867" y="947662"/>
                    <a:pt x="743867" y="947662"/>
                  </a:cubicBezTo>
                  <a:cubicBezTo>
                    <a:pt x="743867" y="947662"/>
                    <a:pt x="741814" y="948570"/>
                    <a:pt x="741478" y="948739"/>
                  </a:cubicBezTo>
                  <a:cubicBezTo>
                    <a:pt x="741141" y="948907"/>
                    <a:pt x="739627" y="949512"/>
                    <a:pt x="739189" y="949546"/>
                  </a:cubicBezTo>
                  <a:cubicBezTo>
                    <a:pt x="738752" y="949613"/>
                    <a:pt x="737507" y="950320"/>
                    <a:pt x="737136" y="950723"/>
                  </a:cubicBezTo>
                  <a:cubicBezTo>
                    <a:pt x="736766" y="951161"/>
                    <a:pt x="735824" y="952675"/>
                    <a:pt x="735521" y="953011"/>
                  </a:cubicBezTo>
                  <a:cubicBezTo>
                    <a:pt x="735184" y="953347"/>
                    <a:pt x="734545" y="955500"/>
                    <a:pt x="734444" y="955904"/>
                  </a:cubicBezTo>
                  <a:cubicBezTo>
                    <a:pt x="734343" y="956274"/>
                    <a:pt x="734107" y="957922"/>
                    <a:pt x="734107" y="957922"/>
                  </a:cubicBezTo>
                  <a:cubicBezTo>
                    <a:pt x="734107" y="957922"/>
                    <a:pt x="734040" y="959268"/>
                    <a:pt x="734208" y="959604"/>
                  </a:cubicBezTo>
                  <a:cubicBezTo>
                    <a:pt x="734377" y="959941"/>
                    <a:pt x="735958" y="963742"/>
                    <a:pt x="735958" y="963742"/>
                  </a:cubicBezTo>
                  <a:cubicBezTo>
                    <a:pt x="735958" y="963742"/>
                    <a:pt x="736497" y="964886"/>
                    <a:pt x="737742" y="965626"/>
                  </a:cubicBezTo>
                  <a:cubicBezTo>
                    <a:pt x="738987" y="966399"/>
                    <a:pt x="741208" y="966870"/>
                    <a:pt x="742050" y="966433"/>
                  </a:cubicBezTo>
                  <a:cubicBezTo>
                    <a:pt x="742858" y="965996"/>
                    <a:pt x="744170" y="964684"/>
                    <a:pt x="744540" y="964112"/>
                  </a:cubicBezTo>
                  <a:cubicBezTo>
                    <a:pt x="744911" y="963506"/>
                    <a:pt x="746055" y="962464"/>
                    <a:pt x="746492" y="961656"/>
                  </a:cubicBezTo>
                  <a:cubicBezTo>
                    <a:pt x="746930" y="960849"/>
                    <a:pt x="748411" y="959907"/>
                    <a:pt x="748545" y="959873"/>
                  </a:cubicBezTo>
                  <a:cubicBezTo>
                    <a:pt x="748714" y="959806"/>
                    <a:pt x="751978" y="958797"/>
                    <a:pt x="751978" y="958797"/>
                  </a:cubicBezTo>
                  <a:cubicBezTo>
                    <a:pt x="751978" y="958797"/>
                    <a:pt x="755243" y="959705"/>
                    <a:pt x="755411" y="959840"/>
                  </a:cubicBezTo>
                  <a:cubicBezTo>
                    <a:pt x="755579" y="959941"/>
                    <a:pt x="756555" y="961421"/>
                    <a:pt x="756656" y="961690"/>
                  </a:cubicBezTo>
                  <a:cubicBezTo>
                    <a:pt x="756757" y="961959"/>
                    <a:pt x="757194" y="963170"/>
                    <a:pt x="756925" y="963607"/>
                  </a:cubicBezTo>
                  <a:cubicBezTo>
                    <a:pt x="756656" y="964045"/>
                    <a:pt x="756252" y="966601"/>
                    <a:pt x="756017" y="966635"/>
                  </a:cubicBezTo>
                  <a:cubicBezTo>
                    <a:pt x="755781" y="966702"/>
                    <a:pt x="755074" y="968855"/>
                    <a:pt x="755074" y="968855"/>
                  </a:cubicBezTo>
                  <a:lnTo>
                    <a:pt x="755074" y="969494"/>
                  </a:lnTo>
                  <a:cubicBezTo>
                    <a:pt x="755074" y="969494"/>
                    <a:pt x="757026" y="972085"/>
                    <a:pt x="757295" y="972253"/>
                  </a:cubicBezTo>
                  <a:cubicBezTo>
                    <a:pt x="757565" y="972421"/>
                    <a:pt x="759584" y="974002"/>
                    <a:pt x="760122" y="974036"/>
                  </a:cubicBezTo>
                  <a:cubicBezTo>
                    <a:pt x="760661" y="974103"/>
                    <a:pt x="763555" y="975550"/>
                    <a:pt x="764026" y="975650"/>
                  </a:cubicBezTo>
                  <a:cubicBezTo>
                    <a:pt x="764498" y="975751"/>
                    <a:pt x="768200" y="976794"/>
                    <a:pt x="768469" y="976727"/>
                  </a:cubicBezTo>
                  <a:cubicBezTo>
                    <a:pt x="768738" y="976693"/>
                    <a:pt x="770488" y="976458"/>
                    <a:pt x="770690" y="976525"/>
                  </a:cubicBezTo>
                  <a:cubicBezTo>
                    <a:pt x="770926" y="976592"/>
                    <a:pt x="774493" y="978005"/>
                    <a:pt x="775099" y="978577"/>
                  </a:cubicBezTo>
                  <a:cubicBezTo>
                    <a:pt x="775704" y="979182"/>
                    <a:pt x="776950" y="980595"/>
                    <a:pt x="776950" y="980595"/>
                  </a:cubicBezTo>
                  <a:lnTo>
                    <a:pt x="777017" y="981907"/>
                  </a:lnTo>
                  <a:lnTo>
                    <a:pt x="777825" y="987021"/>
                  </a:lnTo>
                  <a:lnTo>
                    <a:pt x="777724" y="988433"/>
                  </a:lnTo>
                  <a:lnTo>
                    <a:pt x="778060" y="991595"/>
                  </a:lnTo>
                  <a:lnTo>
                    <a:pt x="778397" y="993547"/>
                  </a:lnTo>
                  <a:lnTo>
                    <a:pt x="781224" y="995229"/>
                  </a:lnTo>
                  <a:cubicBezTo>
                    <a:pt x="781224" y="995229"/>
                    <a:pt x="782032" y="996541"/>
                    <a:pt x="781830" y="996810"/>
                  </a:cubicBezTo>
                  <a:cubicBezTo>
                    <a:pt x="781628" y="997079"/>
                    <a:pt x="782200" y="997583"/>
                    <a:pt x="780786" y="997853"/>
                  </a:cubicBezTo>
                  <a:cubicBezTo>
                    <a:pt x="779373" y="998122"/>
                    <a:pt x="779541" y="998727"/>
                    <a:pt x="778296" y="999030"/>
                  </a:cubicBezTo>
                  <a:cubicBezTo>
                    <a:pt x="777051" y="999366"/>
                    <a:pt x="776007" y="999467"/>
                    <a:pt x="775267" y="999736"/>
                  </a:cubicBezTo>
                  <a:cubicBezTo>
                    <a:pt x="774493" y="1000005"/>
                    <a:pt x="771901" y="1000174"/>
                    <a:pt x="771901" y="1000174"/>
                  </a:cubicBezTo>
                  <a:lnTo>
                    <a:pt x="771127" y="1001856"/>
                  </a:lnTo>
                  <a:lnTo>
                    <a:pt x="770757" y="1002932"/>
                  </a:lnTo>
                  <a:lnTo>
                    <a:pt x="767291" y="1003740"/>
                  </a:lnTo>
                  <a:cubicBezTo>
                    <a:pt x="767291" y="1003740"/>
                    <a:pt x="766079" y="1003941"/>
                    <a:pt x="765608" y="1004110"/>
                  </a:cubicBezTo>
                  <a:cubicBezTo>
                    <a:pt x="765103" y="1004278"/>
                    <a:pt x="763118" y="1006666"/>
                    <a:pt x="762781" y="1006834"/>
                  </a:cubicBezTo>
                  <a:cubicBezTo>
                    <a:pt x="762445" y="1007002"/>
                    <a:pt x="761435" y="1008886"/>
                    <a:pt x="761435" y="1008886"/>
                  </a:cubicBezTo>
                  <a:lnTo>
                    <a:pt x="761098" y="1011207"/>
                  </a:lnTo>
                  <a:cubicBezTo>
                    <a:pt x="761098" y="1011207"/>
                    <a:pt x="760829" y="1012957"/>
                    <a:pt x="760661" y="1013159"/>
                  </a:cubicBezTo>
                  <a:cubicBezTo>
                    <a:pt x="760493" y="1013360"/>
                    <a:pt x="759315" y="1015278"/>
                    <a:pt x="759180" y="1015446"/>
                  </a:cubicBezTo>
                  <a:cubicBezTo>
                    <a:pt x="759079" y="1015614"/>
                    <a:pt x="758406" y="1016153"/>
                    <a:pt x="758238" y="1016422"/>
                  </a:cubicBezTo>
                  <a:cubicBezTo>
                    <a:pt x="758069" y="1016691"/>
                    <a:pt x="758339" y="1019517"/>
                    <a:pt x="758069" y="1019887"/>
                  </a:cubicBezTo>
                  <a:cubicBezTo>
                    <a:pt x="757800" y="1020257"/>
                    <a:pt x="758406" y="1022107"/>
                    <a:pt x="756757" y="1021669"/>
                  </a:cubicBezTo>
                  <a:cubicBezTo>
                    <a:pt x="755142" y="1021232"/>
                    <a:pt x="754435" y="1021030"/>
                    <a:pt x="753728" y="1020526"/>
                  </a:cubicBezTo>
                  <a:cubicBezTo>
                    <a:pt x="753021" y="1020021"/>
                    <a:pt x="753728" y="1018945"/>
                    <a:pt x="752214" y="1017868"/>
                  </a:cubicBezTo>
                  <a:cubicBezTo>
                    <a:pt x="750699" y="1016792"/>
                    <a:pt x="750295" y="1016354"/>
                    <a:pt x="750295" y="1016354"/>
                  </a:cubicBezTo>
                  <a:lnTo>
                    <a:pt x="748411" y="1017296"/>
                  </a:lnTo>
                  <a:lnTo>
                    <a:pt x="747401" y="1018373"/>
                  </a:lnTo>
                  <a:lnTo>
                    <a:pt x="746661" y="1019819"/>
                  </a:lnTo>
                  <a:lnTo>
                    <a:pt x="746156" y="1020963"/>
                  </a:lnTo>
                  <a:lnTo>
                    <a:pt x="745786" y="1022208"/>
                  </a:lnTo>
                  <a:lnTo>
                    <a:pt x="745483" y="1023721"/>
                  </a:lnTo>
                  <a:lnTo>
                    <a:pt x="744540" y="1024966"/>
                  </a:lnTo>
                  <a:lnTo>
                    <a:pt x="742353" y="1025773"/>
                  </a:lnTo>
                  <a:cubicBezTo>
                    <a:pt x="742353" y="1025773"/>
                    <a:pt x="741915" y="1026278"/>
                    <a:pt x="741410" y="1026345"/>
                  </a:cubicBezTo>
                  <a:cubicBezTo>
                    <a:pt x="740906" y="1026413"/>
                    <a:pt x="739829" y="1026715"/>
                    <a:pt x="739593" y="1026715"/>
                  </a:cubicBezTo>
                  <a:cubicBezTo>
                    <a:pt x="739391" y="1026715"/>
                    <a:pt x="739290" y="1026413"/>
                    <a:pt x="737910" y="1026715"/>
                  </a:cubicBezTo>
                  <a:cubicBezTo>
                    <a:pt x="736531" y="1027018"/>
                    <a:pt x="735218" y="1026278"/>
                    <a:pt x="735218" y="1026278"/>
                  </a:cubicBezTo>
                  <a:cubicBezTo>
                    <a:pt x="735218" y="1026278"/>
                    <a:pt x="734276" y="1025202"/>
                    <a:pt x="734141" y="1024966"/>
                  </a:cubicBezTo>
                  <a:cubicBezTo>
                    <a:pt x="734007" y="1024764"/>
                    <a:pt x="732055" y="1022510"/>
                    <a:pt x="731752" y="1022510"/>
                  </a:cubicBezTo>
                  <a:cubicBezTo>
                    <a:pt x="731449" y="1022510"/>
                    <a:pt x="730069" y="1021434"/>
                    <a:pt x="729732" y="1021064"/>
                  </a:cubicBezTo>
                  <a:cubicBezTo>
                    <a:pt x="729362" y="1020694"/>
                    <a:pt x="727276" y="1018877"/>
                    <a:pt x="726703" y="1018743"/>
                  </a:cubicBezTo>
                  <a:cubicBezTo>
                    <a:pt x="726131" y="1018608"/>
                    <a:pt x="723742" y="1017431"/>
                    <a:pt x="723136" y="1016994"/>
                  </a:cubicBezTo>
                  <a:cubicBezTo>
                    <a:pt x="722564" y="1016556"/>
                    <a:pt x="721992" y="1013663"/>
                    <a:pt x="721756" y="1013529"/>
                  </a:cubicBezTo>
                  <a:cubicBezTo>
                    <a:pt x="721554" y="1013394"/>
                    <a:pt x="721824" y="1012519"/>
                    <a:pt x="721049" y="1012082"/>
                  </a:cubicBezTo>
                  <a:cubicBezTo>
                    <a:pt x="720242" y="1011645"/>
                    <a:pt x="718660" y="1010703"/>
                    <a:pt x="717650" y="1010501"/>
                  </a:cubicBezTo>
                  <a:cubicBezTo>
                    <a:pt x="716641" y="1010299"/>
                    <a:pt x="715126" y="1009559"/>
                    <a:pt x="714689" y="1009425"/>
                  </a:cubicBezTo>
                  <a:cubicBezTo>
                    <a:pt x="714251" y="1009290"/>
                    <a:pt x="713814" y="1009189"/>
                    <a:pt x="712501" y="1008684"/>
                  </a:cubicBezTo>
                  <a:cubicBezTo>
                    <a:pt x="711189" y="1008180"/>
                    <a:pt x="709102" y="1007104"/>
                    <a:pt x="708294" y="1006935"/>
                  </a:cubicBezTo>
                  <a:cubicBezTo>
                    <a:pt x="707487" y="1006801"/>
                    <a:pt x="705669" y="1005993"/>
                    <a:pt x="705400" y="1005859"/>
                  </a:cubicBezTo>
                  <a:cubicBezTo>
                    <a:pt x="705097" y="1005724"/>
                    <a:pt x="704256" y="1004547"/>
                    <a:pt x="702943" y="1004042"/>
                  </a:cubicBezTo>
                  <a:cubicBezTo>
                    <a:pt x="701631" y="1003538"/>
                    <a:pt x="699982" y="1002091"/>
                    <a:pt x="698804" y="1001587"/>
                  </a:cubicBezTo>
                  <a:cubicBezTo>
                    <a:pt x="697626" y="1001082"/>
                    <a:pt x="694530" y="999400"/>
                    <a:pt x="694530" y="999400"/>
                  </a:cubicBezTo>
                  <a:lnTo>
                    <a:pt x="691198" y="996574"/>
                  </a:lnTo>
                  <a:lnTo>
                    <a:pt x="687563" y="994186"/>
                  </a:lnTo>
                  <a:cubicBezTo>
                    <a:pt x="687563" y="994186"/>
                    <a:pt x="684601" y="991999"/>
                    <a:pt x="684433" y="991797"/>
                  </a:cubicBezTo>
                  <a:cubicBezTo>
                    <a:pt x="684299" y="991595"/>
                    <a:pt x="682111" y="989913"/>
                    <a:pt x="682111" y="989913"/>
                  </a:cubicBezTo>
                  <a:lnTo>
                    <a:pt x="678712" y="989476"/>
                  </a:lnTo>
                  <a:cubicBezTo>
                    <a:pt x="678712" y="989476"/>
                    <a:pt x="677198" y="988669"/>
                    <a:pt x="676524" y="988602"/>
                  </a:cubicBezTo>
                  <a:cubicBezTo>
                    <a:pt x="675885" y="988534"/>
                    <a:pt x="674842" y="988232"/>
                    <a:pt x="674337" y="988232"/>
                  </a:cubicBezTo>
                  <a:cubicBezTo>
                    <a:pt x="673832" y="988232"/>
                    <a:pt x="672587" y="987862"/>
                    <a:pt x="671577" y="987794"/>
                  </a:cubicBezTo>
                  <a:cubicBezTo>
                    <a:pt x="670568" y="987727"/>
                    <a:pt x="669558" y="987155"/>
                    <a:pt x="669322" y="986920"/>
                  </a:cubicBezTo>
                  <a:cubicBezTo>
                    <a:pt x="669120" y="986684"/>
                    <a:pt x="669020" y="986180"/>
                    <a:pt x="667741" y="985473"/>
                  </a:cubicBezTo>
                  <a:cubicBezTo>
                    <a:pt x="666428" y="984767"/>
                    <a:pt x="665351" y="984464"/>
                    <a:pt x="665351" y="984464"/>
                  </a:cubicBezTo>
                  <a:cubicBezTo>
                    <a:pt x="665351" y="984464"/>
                    <a:pt x="664779" y="984161"/>
                    <a:pt x="663096" y="984161"/>
                  </a:cubicBezTo>
                  <a:cubicBezTo>
                    <a:pt x="661447" y="984161"/>
                    <a:pt x="659192" y="983892"/>
                    <a:pt x="658755" y="983892"/>
                  </a:cubicBezTo>
                  <a:cubicBezTo>
                    <a:pt x="658317" y="983892"/>
                    <a:pt x="656500" y="984397"/>
                    <a:pt x="655793" y="984397"/>
                  </a:cubicBezTo>
                  <a:cubicBezTo>
                    <a:pt x="655053" y="984397"/>
                    <a:pt x="651216" y="984464"/>
                    <a:pt x="650644" y="984599"/>
                  </a:cubicBezTo>
                  <a:cubicBezTo>
                    <a:pt x="650072" y="984733"/>
                    <a:pt x="649399" y="985036"/>
                    <a:pt x="648961" y="985238"/>
                  </a:cubicBezTo>
                  <a:cubicBezTo>
                    <a:pt x="648524" y="985440"/>
                    <a:pt x="647817" y="986819"/>
                    <a:pt x="647649" y="987256"/>
                  </a:cubicBezTo>
                  <a:cubicBezTo>
                    <a:pt x="647514" y="987693"/>
                    <a:pt x="647514" y="989880"/>
                    <a:pt x="647514" y="990654"/>
                  </a:cubicBezTo>
                  <a:cubicBezTo>
                    <a:pt x="647514" y="991461"/>
                    <a:pt x="648322" y="994791"/>
                    <a:pt x="648221" y="995060"/>
                  </a:cubicBezTo>
                  <a:cubicBezTo>
                    <a:pt x="648154" y="995363"/>
                    <a:pt x="648423" y="997819"/>
                    <a:pt x="648423" y="998391"/>
                  </a:cubicBezTo>
                  <a:cubicBezTo>
                    <a:pt x="648423" y="998963"/>
                    <a:pt x="649433" y="1004412"/>
                    <a:pt x="649433" y="1004412"/>
                  </a:cubicBezTo>
                  <a:cubicBezTo>
                    <a:pt x="649433" y="1004412"/>
                    <a:pt x="649062" y="1013024"/>
                    <a:pt x="649062" y="1013764"/>
                  </a:cubicBezTo>
                  <a:cubicBezTo>
                    <a:pt x="649062" y="1014504"/>
                    <a:pt x="649500" y="1016590"/>
                    <a:pt x="649567" y="1016792"/>
                  </a:cubicBezTo>
                  <a:cubicBezTo>
                    <a:pt x="649635" y="1016994"/>
                    <a:pt x="653908" y="1025134"/>
                    <a:pt x="653908" y="1025908"/>
                  </a:cubicBezTo>
                  <a:cubicBezTo>
                    <a:pt x="653908" y="1026715"/>
                    <a:pt x="656231" y="1030618"/>
                    <a:pt x="657308" y="1032199"/>
                  </a:cubicBezTo>
                  <a:cubicBezTo>
                    <a:pt x="658385" y="1033780"/>
                    <a:pt x="666159" y="1041483"/>
                    <a:pt x="666428" y="1041752"/>
                  </a:cubicBezTo>
                  <a:cubicBezTo>
                    <a:pt x="666731" y="1042055"/>
                    <a:pt x="669693" y="1045823"/>
                    <a:pt x="670837" y="1046327"/>
                  </a:cubicBezTo>
                  <a:cubicBezTo>
                    <a:pt x="671981" y="1046832"/>
                    <a:pt x="676693" y="1052046"/>
                    <a:pt x="676693" y="1052046"/>
                  </a:cubicBezTo>
                  <a:lnTo>
                    <a:pt x="678140" y="1053425"/>
                  </a:lnTo>
                  <a:lnTo>
                    <a:pt x="678241" y="1055914"/>
                  </a:lnTo>
                  <a:cubicBezTo>
                    <a:pt x="678241" y="1055914"/>
                    <a:pt x="677702" y="1057866"/>
                    <a:pt x="677601" y="1058303"/>
                  </a:cubicBezTo>
                  <a:cubicBezTo>
                    <a:pt x="677500" y="1058740"/>
                    <a:pt x="676188" y="1061028"/>
                    <a:pt x="676188" y="1061028"/>
                  </a:cubicBezTo>
                  <a:lnTo>
                    <a:pt x="675212" y="1062979"/>
                  </a:lnTo>
                  <a:lnTo>
                    <a:pt x="674236" y="1065468"/>
                  </a:lnTo>
                  <a:lnTo>
                    <a:pt x="672789" y="1066881"/>
                  </a:lnTo>
                  <a:lnTo>
                    <a:pt x="673092" y="1068563"/>
                  </a:lnTo>
                  <a:lnTo>
                    <a:pt x="674472" y="1070144"/>
                  </a:lnTo>
                  <a:cubicBezTo>
                    <a:pt x="674472" y="1070144"/>
                    <a:pt x="676289" y="1070077"/>
                    <a:pt x="676794" y="1070144"/>
                  </a:cubicBezTo>
                  <a:cubicBezTo>
                    <a:pt x="677298" y="1070211"/>
                    <a:pt x="680698" y="1070582"/>
                    <a:pt x="680933" y="1070514"/>
                  </a:cubicBezTo>
                  <a:cubicBezTo>
                    <a:pt x="681135" y="1070447"/>
                    <a:pt x="685207" y="1069202"/>
                    <a:pt x="685510" y="1069202"/>
                  </a:cubicBezTo>
                  <a:cubicBezTo>
                    <a:pt x="685813" y="1069202"/>
                    <a:pt x="687698" y="1067722"/>
                    <a:pt x="687698" y="1067722"/>
                  </a:cubicBezTo>
                  <a:lnTo>
                    <a:pt x="689381" y="1067554"/>
                  </a:lnTo>
                  <a:lnTo>
                    <a:pt x="693217" y="1067554"/>
                  </a:lnTo>
                  <a:cubicBezTo>
                    <a:pt x="693217" y="1067554"/>
                    <a:pt x="693520" y="1067688"/>
                    <a:pt x="693722" y="1067756"/>
                  </a:cubicBezTo>
                  <a:cubicBezTo>
                    <a:pt x="693958" y="1067823"/>
                    <a:pt x="694799" y="1068900"/>
                    <a:pt x="694799" y="1068900"/>
                  </a:cubicBezTo>
                  <a:cubicBezTo>
                    <a:pt x="694799" y="1068900"/>
                    <a:pt x="696381" y="1068967"/>
                    <a:pt x="696818" y="1068832"/>
                  </a:cubicBezTo>
                  <a:cubicBezTo>
                    <a:pt x="697256" y="1068698"/>
                    <a:pt x="698770" y="1068529"/>
                    <a:pt x="699578" y="1068462"/>
                  </a:cubicBezTo>
                  <a:cubicBezTo>
                    <a:pt x="700385" y="1068395"/>
                    <a:pt x="703213" y="1067588"/>
                    <a:pt x="703650" y="1067520"/>
                  </a:cubicBezTo>
                  <a:cubicBezTo>
                    <a:pt x="704088" y="1067453"/>
                    <a:pt x="706107" y="1066410"/>
                    <a:pt x="706107" y="1066410"/>
                  </a:cubicBezTo>
                  <a:lnTo>
                    <a:pt x="706914" y="1065805"/>
                  </a:lnTo>
                  <a:lnTo>
                    <a:pt x="707116" y="1065805"/>
                  </a:lnTo>
                  <a:lnTo>
                    <a:pt x="709068" y="1066309"/>
                  </a:lnTo>
                  <a:lnTo>
                    <a:pt x="710886" y="1066511"/>
                  </a:lnTo>
                  <a:lnTo>
                    <a:pt x="714924" y="1068597"/>
                  </a:lnTo>
                  <a:lnTo>
                    <a:pt x="714924" y="1073575"/>
                  </a:lnTo>
                  <a:cubicBezTo>
                    <a:pt x="714924" y="1073575"/>
                    <a:pt x="714588" y="1074753"/>
                    <a:pt x="714588" y="1075190"/>
                  </a:cubicBezTo>
                  <a:cubicBezTo>
                    <a:pt x="714588" y="1075627"/>
                    <a:pt x="714487" y="1077478"/>
                    <a:pt x="714487" y="1077478"/>
                  </a:cubicBezTo>
                  <a:lnTo>
                    <a:pt x="713612" y="1079429"/>
                  </a:lnTo>
                  <a:lnTo>
                    <a:pt x="713073" y="1081279"/>
                  </a:lnTo>
                  <a:lnTo>
                    <a:pt x="712535" y="1082053"/>
                  </a:lnTo>
                  <a:cubicBezTo>
                    <a:pt x="712535" y="1082053"/>
                    <a:pt x="711660" y="1083365"/>
                    <a:pt x="711660" y="1083667"/>
                  </a:cubicBezTo>
                  <a:cubicBezTo>
                    <a:pt x="711660" y="1084004"/>
                    <a:pt x="710482" y="1085316"/>
                    <a:pt x="710482" y="1085316"/>
                  </a:cubicBezTo>
                  <a:cubicBezTo>
                    <a:pt x="710482" y="1085316"/>
                    <a:pt x="710684" y="1086392"/>
                    <a:pt x="710381" y="1086964"/>
                  </a:cubicBezTo>
                  <a:cubicBezTo>
                    <a:pt x="710045" y="1087502"/>
                    <a:pt x="710819" y="1089251"/>
                    <a:pt x="711357" y="1089991"/>
                  </a:cubicBezTo>
                  <a:cubicBezTo>
                    <a:pt x="711895" y="1090765"/>
                    <a:pt x="714520" y="1091842"/>
                    <a:pt x="714520" y="1091842"/>
                  </a:cubicBezTo>
                  <a:lnTo>
                    <a:pt x="715833" y="1091842"/>
                  </a:lnTo>
                  <a:lnTo>
                    <a:pt x="717718" y="1092548"/>
                  </a:lnTo>
                  <a:lnTo>
                    <a:pt x="719468" y="1092111"/>
                  </a:lnTo>
                  <a:lnTo>
                    <a:pt x="722059" y="1090799"/>
                  </a:lnTo>
                  <a:lnTo>
                    <a:pt x="722934" y="1090496"/>
                  </a:lnTo>
                  <a:cubicBezTo>
                    <a:pt x="722934" y="1090496"/>
                    <a:pt x="723877" y="1089554"/>
                    <a:pt x="724078" y="1089487"/>
                  </a:cubicBezTo>
                  <a:cubicBezTo>
                    <a:pt x="724314" y="1089420"/>
                    <a:pt x="727040" y="1088982"/>
                    <a:pt x="727040" y="1088982"/>
                  </a:cubicBezTo>
                  <a:lnTo>
                    <a:pt x="728756" y="1088646"/>
                  </a:lnTo>
                  <a:cubicBezTo>
                    <a:pt x="729295" y="1088141"/>
                    <a:pt x="729598" y="1087839"/>
                    <a:pt x="729598" y="1087839"/>
                  </a:cubicBezTo>
                  <a:cubicBezTo>
                    <a:pt x="729598" y="1087839"/>
                    <a:pt x="731247" y="1085416"/>
                    <a:pt x="731449" y="1085114"/>
                  </a:cubicBezTo>
                  <a:cubicBezTo>
                    <a:pt x="731684" y="1084811"/>
                    <a:pt x="733535" y="1081548"/>
                    <a:pt x="733535" y="1081548"/>
                  </a:cubicBezTo>
                  <a:lnTo>
                    <a:pt x="734175" y="1079260"/>
                  </a:lnTo>
                  <a:lnTo>
                    <a:pt x="736160" y="1077377"/>
                  </a:lnTo>
                  <a:lnTo>
                    <a:pt x="738920" y="1074450"/>
                  </a:lnTo>
                  <a:lnTo>
                    <a:pt x="740132" y="1074450"/>
                  </a:lnTo>
                  <a:lnTo>
                    <a:pt x="741377" y="1077377"/>
                  </a:lnTo>
                  <a:lnTo>
                    <a:pt x="742723" y="1079227"/>
                  </a:lnTo>
                  <a:lnTo>
                    <a:pt x="742723" y="1082254"/>
                  </a:lnTo>
                  <a:lnTo>
                    <a:pt x="742723" y="1085719"/>
                  </a:lnTo>
                  <a:lnTo>
                    <a:pt x="742723" y="1089184"/>
                  </a:lnTo>
                  <a:lnTo>
                    <a:pt x="742723" y="1092649"/>
                  </a:lnTo>
                  <a:lnTo>
                    <a:pt x="744843" y="1095273"/>
                  </a:lnTo>
                  <a:lnTo>
                    <a:pt x="746190" y="1096450"/>
                  </a:lnTo>
                  <a:lnTo>
                    <a:pt x="746190" y="1097863"/>
                  </a:lnTo>
                  <a:lnTo>
                    <a:pt x="746190" y="1099613"/>
                  </a:lnTo>
                  <a:cubicBezTo>
                    <a:pt x="746190" y="1099613"/>
                    <a:pt x="746526" y="1103212"/>
                    <a:pt x="746190" y="1103616"/>
                  </a:cubicBezTo>
                  <a:cubicBezTo>
                    <a:pt x="745853" y="1104053"/>
                    <a:pt x="744877" y="1106206"/>
                    <a:pt x="744877" y="1106206"/>
                  </a:cubicBezTo>
                  <a:lnTo>
                    <a:pt x="743901" y="1110646"/>
                  </a:lnTo>
                  <a:lnTo>
                    <a:pt x="742824" y="1112496"/>
                  </a:lnTo>
                  <a:lnTo>
                    <a:pt x="741747" y="1113909"/>
                  </a:lnTo>
                  <a:lnTo>
                    <a:pt x="739896" y="1115524"/>
                  </a:lnTo>
                  <a:cubicBezTo>
                    <a:pt x="739896" y="1115524"/>
                    <a:pt x="738482" y="1115961"/>
                    <a:pt x="737406" y="1116399"/>
                  </a:cubicBezTo>
                  <a:cubicBezTo>
                    <a:pt x="736329" y="1116836"/>
                    <a:pt x="732526" y="1118888"/>
                    <a:pt x="732526" y="1118888"/>
                  </a:cubicBezTo>
                  <a:lnTo>
                    <a:pt x="730641" y="1120234"/>
                  </a:lnTo>
                  <a:lnTo>
                    <a:pt x="733333" y="1123026"/>
                  </a:lnTo>
                  <a:lnTo>
                    <a:pt x="735790" y="1128677"/>
                  </a:lnTo>
                  <a:lnTo>
                    <a:pt x="736800" y="1129686"/>
                  </a:lnTo>
                  <a:lnTo>
                    <a:pt x="740132" y="1132714"/>
                  </a:lnTo>
                  <a:lnTo>
                    <a:pt x="746930" y="1133286"/>
                  </a:lnTo>
                  <a:cubicBezTo>
                    <a:pt x="746930" y="1133286"/>
                    <a:pt x="748949" y="1131839"/>
                    <a:pt x="749387" y="1131402"/>
                  </a:cubicBezTo>
                  <a:cubicBezTo>
                    <a:pt x="749824" y="1130965"/>
                    <a:pt x="750396" y="1129081"/>
                    <a:pt x="750396" y="1129081"/>
                  </a:cubicBezTo>
                  <a:cubicBezTo>
                    <a:pt x="750396" y="1129081"/>
                    <a:pt x="750968" y="1127937"/>
                    <a:pt x="751137" y="1127500"/>
                  </a:cubicBezTo>
                  <a:cubicBezTo>
                    <a:pt x="751271" y="1127062"/>
                    <a:pt x="751877" y="1126053"/>
                    <a:pt x="752012" y="1125616"/>
                  </a:cubicBezTo>
                  <a:cubicBezTo>
                    <a:pt x="752146" y="1125179"/>
                    <a:pt x="753021" y="1123867"/>
                    <a:pt x="753021" y="1123867"/>
                  </a:cubicBezTo>
                  <a:lnTo>
                    <a:pt x="754334" y="1122723"/>
                  </a:lnTo>
                  <a:lnTo>
                    <a:pt x="757531" y="1123026"/>
                  </a:lnTo>
                  <a:lnTo>
                    <a:pt x="758541" y="1119123"/>
                  </a:lnTo>
                  <a:lnTo>
                    <a:pt x="760291" y="1116096"/>
                  </a:lnTo>
                  <a:lnTo>
                    <a:pt x="762748" y="1116096"/>
                  </a:lnTo>
                  <a:lnTo>
                    <a:pt x="765204" y="1121175"/>
                  </a:lnTo>
                  <a:cubicBezTo>
                    <a:pt x="765204" y="1121175"/>
                    <a:pt x="765642" y="1122622"/>
                    <a:pt x="766079" y="1123059"/>
                  </a:cubicBezTo>
                  <a:cubicBezTo>
                    <a:pt x="766517" y="1123497"/>
                    <a:pt x="770421" y="1123766"/>
                    <a:pt x="770421" y="1123194"/>
                  </a:cubicBezTo>
                  <a:cubicBezTo>
                    <a:pt x="770421" y="1122622"/>
                    <a:pt x="770993" y="1121613"/>
                    <a:pt x="770993" y="1121613"/>
                  </a:cubicBezTo>
                  <a:lnTo>
                    <a:pt x="768805" y="1120166"/>
                  </a:lnTo>
                  <a:cubicBezTo>
                    <a:pt x="768805" y="1120166"/>
                    <a:pt x="767796" y="1118282"/>
                    <a:pt x="767358" y="1118013"/>
                  </a:cubicBezTo>
                  <a:cubicBezTo>
                    <a:pt x="766921" y="1117711"/>
                    <a:pt x="766214" y="1116129"/>
                    <a:pt x="766214" y="1116129"/>
                  </a:cubicBezTo>
                  <a:cubicBezTo>
                    <a:pt x="766214" y="1116129"/>
                    <a:pt x="766349" y="1115255"/>
                    <a:pt x="766349" y="1114683"/>
                  </a:cubicBezTo>
                  <a:cubicBezTo>
                    <a:pt x="766349" y="1114111"/>
                    <a:pt x="767661" y="1113102"/>
                    <a:pt x="767661" y="1113102"/>
                  </a:cubicBezTo>
                  <a:lnTo>
                    <a:pt x="769983" y="1112530"/>
                  </a:lnTo>
                  <a:lnTo>
                    <a:pt x="770858" y="1114549"/>
                  </a:lnTo>
                  <a:cubicBezTo>
                    <a:pt x="770858" y="1114549"/>
                    <a:pt x="771430" y="1113405"/>
                    <a:pt x="771430" y="1112530"/>
                  </a:cubicBezTo>
                  <a:cubicBezTo>
                    <a:pt x="771430" y="1111655"/>
                    <a:pt x="772171" y="1109503"/>
                    <a:pt x="772171" y="1109503"/>
                  </a:cubicBezTo>
                  <a:cubicBezTo>
                    <a:pt x="772171" y="1109503"/>
                    <a:pt x="772878" y="1107921"/>
                    <a:pt x="773483" y="1107619"/>
                  </a:cubicBezTo>
                  <a:cubicBezTo>
                    <a:pt x="774055" y="1107316"/>
                    <a:pt x="777118" y="1106609"/>
                    <a:pt x="777118" y="1106609"/>
                  </a:cubicBezTo>
                  <a:lnTo>
                    <a:pt x="780753" y="1104860"/>
                  </a:lnTo>
                  <a:lnTo>
                    <a:pt x="782772" y="1104591"/>
                  </a:lnTo>
                  <a:lnTo>
                    <a:pt x="786407" y="1105903"/>
                  </a:lnTo>
                  <a:lnTo>
                    <a:pt x="788157" y="1106340"/>
                  </a:lnTo>
                  <a:lnTo>
                    <a:pt x="793508" y="1104591"/>
                  </a:lnTo>
                  <a:cubicBezTo>
                    <a:pt x="793508" y="1104591"/>
                    <a:pt x="794955" y="1102707"/>
                    <a:pt x="794955" y="1102136"/>
                  </a:cubicBezTo>
                  <a:cubicBezTo>
                    <a:pt x="794955" y="1101563"/>
                    <a:pt x="795258" y="1100554"/>
                    <a:pt x="795527" y="1099108"/>
                  </a:cubicBezTo>
                  <a:cubicBezTo>
                    <a:pt x="795830" y="1097661"/>
                    <a:pt x="796402" y="1094466"/>
                    <a:pt x="796402" y="1094466"/>
                  </a:cubicBezTo>
                  <a:lnTo>
                    <a:pt x="796671" y="1090429"/>
                  </a:lnTo>
                  <a:lnTo>
                    <a:pt x="796671" y="1089285"/>
                  </a:lnTo>
                  <a:cubicBezTo>
                    <a:pt x="796671" y="1089285"/>
                    <a:pt x="796402" y="1087839"/>
                    <a:pt x="794921" y="1086964"/>
                  </a:cubicBezTo>
                  <a:cubicBezTo>
                    <a:pt x="793474" y="1086089"/>
                    <a:pt x="792027" y="1084643"/>
                    <a:pt x="792027" y="1084643"/>
                  </a:cubicBezTo>
                  <a:cubicBezTo>
                    <a:pt x="792027" y="1084643"/>
                    <a:pt x="790580" y="1083062"/>
                    <a:pt x="789402" y="1082624"/>
                  </a:cubicBezTo>
                  <a:cubicBezTo>
                    <a:pt x="788258" y="1082187"/>
                    <a:pt x="787383" y="1081313"/>
                    <a:pt x="787383" y="1081313"/>
                  </a:cubicBezTo>
                  <a:lnTo>
                    <a:pt x="786238" y="1078857"/>
                  </a:lnTo>
                  <a:cubicBezTo>
                    <a:pt x="786238" y="1078857"/>
                    <a:pt x="786238" y="1075964"/>
                    <a:pt x="786238" y="1075392"/>
                  </a:cubicBezTo>
                  <a:cubicBezTo>
                    <a:pt x="786238" y="1074820"/>
                    <a:pt x="785229" y="1071321"/>
                    <a:pt x="785229" y="1071321"/>
                  </a:cubicBezTo>
                  <a:lnTo>
                    <a:pt x="787113" y="1066410"/>
                  </a:lnTo>
                  <a:lnTo>
                    <a:pt x="788258" y="1062071"/>
                  </a:lnTo>
                  <a:cubicBezTo>
                    <a:pt x="788258" y="1062071"/>
                    <a:pt x="788392" y="1057428"/>
                    <a:pt x="788258" y="1056722"/>
                  </a:cubicBezTo>
                  <a:cubicBezTo>
                    <a:pt x="788123" y="1055982"/>
                    <a:pt x="787955" y="1052820"/>
                    <a:pt x="786945" y="1051642"/>
                  </a:cubicBezTo>
                  <a:cubicBezTo>
                    <a:pt x="785936" y="1050499"/>
                    <a:pt x="784320" y="1049052"/>
                    <a:pt x="782738" y="1048447"/>
                  </a:cubicBezTo>
                  <a:cubicBezTo>
                    <a:pt x="781156" y="1047875"/>
                    <a:pt x="779272" y="1046563"/>
                    <a:pt x="778094" y="1045688"/>
                  </a:cubicBezTo>
                  <a:cubicBezTo>
                    <a:pt x="776916" y="1044813"/>
                    <a:pt x="775132" y="1042425"/>
                    <a:pt x="775132" y="1042425"/>
                  </a:cubicBezTo>
                  <a:lnTo>
                    <a:pt x="773382" y="1040037"/>
                  </a:lnTo>
                  <a:cubicBezTo>
                    <a:pt x="773382" y="1040037"/>
                    <a:pt x="772878" y="1039599"/>
                    <a:pt x="772878" y="1039095"/>
                  </a:cubicBezTo>
                  <a:cubicBezTo>
                    <a:pt x="772878" y="1038590"/>
                    <a:pt x="773618" y="1037715"/>
                    <a:pt x="773618" y="1037715"/>
                  </a:cubicBezTo>
                  <a:lnTo>
                    <a:pt x="774695" y="1037312"/>
                  </a:lnTo>
                  <a:cubicBezTo>
                    <a:pt x="774695" y="1037312"/>
                    <a:pt x="776950" y="1036269"/>
                    <a:pt x="777219" y="1036269"/>
                  </a:cubicBezTo>
                  <a:cubicBezTo>
                    <a:pt x="777522" y="1036269"/>
                    <a:pt x="783613" y="1036269"/>
                    <a:pt x="783613" y="1036269"/>
                  </a:cubicBezTo>
                  <a:cubicBezTo>
                    <a:pt x="783613" y="1036269"/>
                    <a:pt x="786205" y="1035764"/>
                    <a:pt x="786440" y="1035630"/>
                  </a:cubicBezTo>
                  <a:cubicBezTo>
                    <a:pt x="786642" y="1035495"/>
                    <a:pt x="789335" y="1034183"/>
                    <a:pt x="789335" y="1034183"/>
                  </a:cubicBezTo>
                  <a:cubicBezTo>
                    <a:pt x="789335" y="1034183"/>
                    <a:pt x="790782" y="1033174"/>
                    <a:pt x="791287" y="1032939"/>
                  </a:cubicBezTo>
                  <a:cubicBezTo>
                    <a:pt x="791791" y="1032737"/>
                    <a:pt x="792229" y="1031997"/>
                    <a:pt x="792868" y="1031425"/>
                  </a:cubicBezTo>
                  <a:cubicBezTo>
                    <a:pt x="793508" y="1030853"/>
                    <a:pt x="794820" y="1029407"/>
                    <a:pt x="794820" y="1029407"/>
                  </a:cubicBezTo>
                  <a:lnTo>
                    <a:pt x="795628" y="1028969"/>
                  </a:lnTo>
                  <a:lnTo>
                    <a:pt x="798253" y="1028835"/>
                  </a:lnTo>
                  <a:cubicBezTo>
                    <a:pt x="798253" y="1028835"/>
                    <a:pt x="800138" y="1028902"/>
                    <a:pt x="800340" y="1029339"/>
                  </a:cubicBezTo>
                  <a:cubicBezTo>
                    <a:pt x="800542" y="1029777"/>
                    <a:pt x="802224" y="1031290"/>
                    <a:pt x="802224" y="1031290"/>
                  </a:cubicBezTo>
                  <a:cubicBezTo>
                    <a:pt x="802224" y="1031290"/>
                    <a:pt x="803671" y="1030920"/>
                    <a:pt x="803974" y="1030920"/>
                  </a:cubicBezTo>
                  <a:cubicBezTo>
                    <a:pt x="804277" y="1030920"/>
                    <a:pt x="805421" y="1030214"/>
                    <a:pt x="805859" y="1030046"/>
                  </a:cubicBezTo>
                  <a:cubicBezTo>
                    <a:pt x="806297" y="1029911"/>
                    <a:pt x="807172" y="1029238"/>
                    <a:pt x="808114" y="1029036"/>
                  </a:cubicBezTo>
                  <a:cubicBezTo>
                    <a:pt x="809056" y="1028801"/>
                    <a:pt x="810436" y="1028532"/>
                    <a:pt x="811008" y="1028465"/>
                  </a:cubicBezTo>
                  <a:cubicBezTo>
                    <a:pt x="811580" y="1028397"/>
                    <a:pt x="817032" y="1030718"/>
                    <a:pt x="817032" y="1030718"/>
                  </a:cubicBezTo>
                  <a:lnTo>
                    <a:pt x="819489" y="1032670"/>
                  </a:lnTo>
                  <a:lnTo>
                    <a:pt x="821071" y="1032165"/>
                  </a:lnTo>
                  <a:lnTo>
                    <a:pt x="821374" y="1030416"/>
                  </a:lnTo>
                  <a:cubicBezTo>
                    <a:pt x="821374" y="1030416"/>
                    <a:pt x="821307" y="1027792"/>
                    <a:pt x="821071" y="1027657"/>
                  </a:cubicBezTo>
                  <a:cubicBezTo>
                    <a:pt x="820869" y="1027523"/>
                    <a:pt x="820263" y="1026345"/>
                    <a:pt x="819859" y="1026076"/>
                  </a:cubicBezTo>
                  <a:cubicBezTo>
                    <a:pt x="819422" y="1025807"/>
                    <a:pt x="818042" y="1024630"/>
                    <a:pt x="817604" y="1024495"/>
                  </a:cubicBezTo>
                  <a:cubicBezTo>
                    <a:pt x="817167" y="1024361"/>
                    <a:pt x="816090" y="1024361"/>
                    <a:pt x="815652" y="1024058"/>
                  </a:cubicBezTo>
                  <a:cubicBezTo>
                    <a:pt x="815215" y="1023755"/>
                    <a:pt x="814643" y="1023419"/>
                    <a:pt x="814643" y="1023116"/>
                  </a:cubicBezTo>
                  <a:cubicBezTo>
                    <a:pt x="814643" y="1022813"/>
                    <a:pt x="815148" y="1021905"/>
                    <a:pt x="815350" y="1021737"/>
                  </a:cubicBezTo>
                  <a:cubicBezTo>
                    <a:pt x="815552" y="1021602"/>
                    <a:pt x="816292" y="1020728"/>
                    <a:pt x="816494" y="1020492"/>
                  </a:cubicBezTo>
                  <a:cubicBezTo>
                    <a:pt x="816729" y="1020290"/>
                    <a:pt x="817504" y="1019550"/>
                    <a:pt x="817504" y="1019550"/>
                  </a:cubicBezTo>
                  <a:cubicBezTo>
                    <a:pt x="817504" y="1019550"/>
                    <a:pt x="818749" y="1018036"/>
                    <a:pt x="819018" y="1017868"/>
                  </a:cubicBezTo>
                  <a:cubicBezTo>
                    <a:pt x="819287" y="1017734"/>
                    <a:pt x="820263" y="1016859"/>
                    <a:pt x="820768" y="1016623"/>
                  </a:cubicBezTo>
                  <a:cubicBezTo>
                    <a:pt x="821273" y="1016388"/>
                    <a:pt x="821710" y="1016052"/>
                    <a:pt x="822282" y="1015682"/>
                  </a:cubicBezTo>
                  <a:cubicBezTo>
                    <a:pt x="822855" y="1015312"/>
                    <a:pt x="824470" y="1013798"/>
                    <a:pt x="824807" y="1013428"/>
                  </a:cubicBezTo>
                  <a:cubicBezTo>
                    <a:pt x="825177" y="1013058"/>
                    <a:pt x="826321" y="1011611"/>
                    <a:pt x="826759" y="1011308"/>
                  </a:cubicBezTo>
                  <a:cubicBezTo>
                    <a:pt x="827196" y="1011039"/>
                    <a:pt x="827903" y="1010064"/>
                    <a:pt x="828206" y="1009996"/>
                  </a:cubicBezTo>
                  <a:cubicBezTo>
                    <a:pt x="828508" y="1009929"/>
                    <a:pt x="829013" y="1009290"/>
                    <a:pt x="829283" y="1009290"/>
                  </a:cubicBezTo>
                  <a:cubicBezTo>
                    <a:pt x="829585" y="1009290"/>
                    <a:pt x="830427" y="1008920"/>
                    <a:pt x="831033" y="1008920"/>
                  </a:cubicBezTo>
                  <a:cubicBezTo>
                    <a:pt x="831605" y="1008920"/>
                    <a:pt x="832715" y="1008853"/>
                    <a:pt x="833220" y="1008920"/>
                  </a:cubicBezTo>
                  <a:cubicBezTo>
                    <a:pt x="833725" y="1008987"/>
                    <a:pt x="835105" y="1008550"/>
                    <a:pt x="835980" y="1009122"/>
                  </a:cubicBezTo>
                  <a:cubicBezTo>
                    <a:pt x="836855" y="1009694"/>
                    <a:pt x="837292" y="1010568"/>
                    <a:pt x="837292" y="1010568"/>
                  </a:cubicBezTo>
                  <a:lnTo>
                    <a:pt x="838437" y="1013091"/>
                  </a:lnTo>
                  <a:lnTo>
                    <a:pt x="839514" y="1013024"/>
                  </a:lnTo>
                  <a:lnTo>
                    <a:pt x="840321" y="1012082"/>
                  </a:lnTo>
                  <a:lnTo>
                    <a:pt x="840759" y="1011073"/>
                  </a:lnTo>
                  <a:cubicBezTo>
                    <a:pt x="840759" y="1011073"/>
                    <a:pt x="841196" y="1010568"/>
                    <a:pt x="841196" y="1010131"/>
                  </a:cubicBezTo>
                  <a:cubicBezTo>
                    <a:pt x="841196" y="1009694"/>
                    <a:pt x="841398" y="1009054"/>
                    <a:pt x="841398" y="1009054"/>
                  </a:cubicBezTo>
                  <a:lnTo>
                    <a:pt x="841836" y="1008045"/>
                  </a:lnTo>
                  <a:lnTo>
                    <a:pt x="842273" y="1007473"/>
                  </a:lnTo>
                  <a:cubicBezTo>
                    <a:pt x="842273" y="1007473"/>
                    <a:pt x="843518" y="1007036"/>
                    <a:pt x="844023" y="1007036"/>
                  </a:cubicBezTo>
                  <a:cubicBezTo>
                    <a:pt x="844528" y="1007036"/>
                    <a:pt x="846110" y="1007406"/>
                    <a:pt x="846648" y="1007978"/>
                  </a:cubicBezTo>
                  <a:cubicBezTo>
                    <a:pt x="847153" y="1008550"/>
                    <a:pt x="847793" y="1008785"/>
                    <a:pt x="848163" y="1009425"/>
                  </a:cubicBezTo>
                  <a:cubicBezTo>
                    <a:pt x="848533" y="1010064"/>
                    <a:pt x="849004" y="1010736"/>
                    <a:pt x="849004" y="1011308"/>
                  </a:cubicBezTo>
                  <a:cubicBezTo>
                    <a:pt x="849004" y="1011880"/>
                    <a:pt x="848836" y="1013192"/>
                    <a:pt x="848836" y="1013192"/>
                  </a:cubicBezTo>
                  <a:lnTo>
                    <a:pt x="848836" y="1014504"/>
                  </a:lnTo>
                  <a:cubicBezTo>
                    <a:pt x="848836" y="1014504"/>
                    <a:pt x="849374" y="1016119"/>
                    <a:pt x="849274" y="1016994"/>
                  </a:cubicBezTo>
                  <a:cubicBezTo>
                    <a:pt x="849172" y="1017868"/>
                    <a:pt x="849274" y="1018608"/>
                    <a:pt x="849274" y="1018608"/>
                  </a:cubicBezTo>
                  <a:lnTo>
                    <a:pt x="850889" y="1019483"/>
                  </a:lnTo>
                  <a:lnTo>
                    <a:pt x="851764" y="1019920"/>
                  </a:lnTo>
                  <a:cubicBezTo>
                    <a:pt x="851764" y="1019920"/>
                    <a:pt x="854490" y="1020358"/>
                    <a:pt x="854793" y="1020458"/>
                  </a:cubicBezTo>
                  <a:cubicBezTo>
                    <a:pt x="855129" y="1020559"/>
                    <a:pt x="856644" y="1019819"/>
                    <a:pt x="856644" y="1019819"/>
                  </a:cubicBezTo>
                  <a:cubicBezTo>
                    <a:pt x="856644" y="1019819"/>
                    <a:pt x="857182" y="1022006"/>
                    <a:pt x="857317" y="1022409"/>
                  </a:cubicBezTo>
                  <a:cubicBezTo>
                    <a:pt x="857418" y="1022847"/>
                    <a:pt x="859067" y="1023284"/>
                    <a:pt x="859067" y="1023284"/>
                  </a:cubicBezTo>
                  <a:cubicBezTo>
                    <a:pt x="859067" y="1023284"/>
                    <a:pt x="859303" y="1023385"/>
                    <a:pt x="860144" y="1023385"/>
                  </a:cubicBezTo>
                  <a:cubicBezTo>
                    <a:pt x="861019" y="1023385"/>
                    <a:pt x="861995" y="1023183"/>
                    <a:pt x="862331" y="1023284"/>
                  </a:cubicBezTo>
                  <a:cubicBezTo>
                    <a:pt x="862668" y="1023385"/>
                    <a:pt x="863745" y="1024899"/>
                    <a:pt x="863846" y="1025336"/>
                  </a:cubicBezTo>
                  <a:cubicBezTo>
                    <a:pt x="863947" y="1025773"/>
                    <a:pt x="864620" y="1026951"/>
                    <a:pt x="864620" y="1027287"/>
                  </a:cubicBezTo>
                  <a:cubicBezTo>
                    <a:pt x="864620" y="1027624"/>
                    <a:pt x="865798" y="1028902"/>
                    <a:pt x="865798" y="1029676"/>
                  </a:cubicBezTo>
                  <a:cubicBezTo>
                    <a:pt x="865798" y="1030449"/>
                    <a:pt x="866235" y="1031627"/>
                    <a:pt x="866000" y="1033040"/>
                  </a:cubicBezTo>
                  <a:cubicBezTo>
                    <a:pt x="865798" y="1034453"/>
                    <a:pt x="865024" y="1036303"/>
                    <a:pt x="864788" y="1036639"/>
                  </a:cubicBezTo>
                  <a:cubicBezTo>
                    <a:pt x="864586" y="1036976"/>
                    <a:pt x="864586" y="1038489"/>
                    <a:pt x="863711" y="1039027"/>
                  </a:cubicBezTo>
                  <a:cubicBezTo>
                    <a:pt x="862836" y="1039566"/>
                    <a:pt x="861322" y="1042055"/>
                    <a:pt x="860985" y="1042627"/>
                  </a:cubicBezTo>
                  <a:cubicBezTo>
                    <a:pt x="860649" y="1043165"/>
                    <a:pt x="859908" y="1045116"/>
                    <a:pt x="859908" y="1045116"/>
                  </a:cubicBezTo>
                  <a:lnTo>
                    <a:pt x="860548" y="1047505"/>
                  </a:lnTo>
                  <a:lnTo>
                    <a:pt x="862634" y="1049994"/>
                  </a:lnTo>
                  <a:lnTo>
                    <a:pt x="864149" y="1051407"/>
                  </a:lnTo>
                  <a:cubicBezTo>
                    <a:pt x="864149" y="1051407"/>
                    <a:pt x="864384" y="1053257"/>
                    <a:pt x="864384" y="1053795"/>
                  </a:cubicBezTo>
                  <a:cubicBezTo>
                    <a:pt x="864384" y="1054334"/>
                    <a:pt x="864283" y="1055982"/>
                    <a:pt x="864283" y="1055982"/>
                  </a:cubicBezTo>
                  <a:lnTo>
                    <a:pt x="864216" y="1057832"/>
                  </a:lnTo>
                  <a:lnTo>
                    <a:pt x="864485" y="1060557"/>
                  </a:lnTo>
                  <a:lnTo>
                    <a:pt x="864485" y="1061431"/>
                  </a:lnTo>
                  <a:lnTo>
                    <a:pt x="864586" y="1063719"/>
                  </a:lnTo>
                  <a:lnTo>
                    <a:pt x="864149" y="1064930"/>
                  </a:lnTo>
                  <a:lnTo>
                    <a:pt x="864048" y="1066444"/>
                  </a:lnTo>
                  <a:lnTo>
                    <a:pt x="864384" y="1067756"/>
                  </a:lnTo>
                  <a:lnTo>
                    <a:pt x="868827" y="1068395"/>
                  </a:lnTo>
                  <a:cubicBezTo>
                    <a:pt x="868827" y="1068395"/>
                    <a:pt x="871654" y="1070245"/>
                    <a:pt x="872091" y="1070245"/>
                  </a:cubicBezTo>
                  <a:cubicBezTo>
                    <a:pt x="872529" y="1070245"/>
                    <a:pt x="877745" y="1069606"/>
                    <a:pt x="877745" y="1069606"/>
                  </a:cubicBezTo>
                  <a:lnTo>
                    <a:pt x="879394" y="1069068"/>
                  </a:lnTo>
                  <a:cubicBezTo>
                    <a:pt x="879394" y="1069068"/>
                    <a:pt x="881582" y="1070582"/>
                    <a:pt x="881885" y="1070682"/>
                  </a:cubicBezTo>
                  <a:cubicBezTo>
                    <a:pt x="882221" y="1070783"/>
                    <a:pt x="883399" y="1071321"/>
                    <a:pt x="884173" y="1071019"/>
                  </a:cubicBezTo>
                  <a:cubicBezTo>
                    <a:pt x="884947" y="1070682"/>
                    <a:pt x="885587" y="1070480"/>
                    <a:pt x="886260" y="1069707"/>
                  </a:cubicBezTo>
                  <a:cubicBezTo>
                    <a:pt x="886899" y="1068933"/>
                    <a:pt x="888548" y="1068059"/>
                    <a:pt x="888548" y="1068059"/>
                  </a:cubicBezTo>
                  <a:cubicBezTo>
                    <a:pt x="888548" y="1068059"/>
                    <a:pt x="889962" y="1066208"/>
                    <a:pt x="890298" y="1065771"/>
                  </a:cubicBezTo>
                  <a:cubicBezTo>
                    <a:pt x="890635" y="1065334"/>
                    <a:pt x="890938" y="1064257"/>
                    <a:pt x="890938" y="1064257"/>
                  </a:cubicBezTo>
                  <a:lnTo>
                    <a:pt x="892452" y="1063046"/>
                  </a:lnTo>
                  <a:cubicBezTo>
                    <a:pt x="892452" y="1063046"/>
                    <a:pt x="894640" y="1062844"/>
                    <a:pt x="895178" y="1063046"/>
                  </a:cubicBezTo>
                  <a:cubicBezTo>
                    <a:pt x="895717" y="1063248"/>
                    <a:pt x="896592" y="1063685"/>
                    <a:pt x="896592" y="1063685"/>
                  </a:cubicBezTo>
                  <a:cubicBezTo>
                    <a:pt x="896592" y="1063685"/>
                    <a:pt x="897130" y="1064661"/>
                    <a:pt x="897366" y="1065435"/>
                  </a:cubicBezTo>
                  <a:cubicBezTo>
                    <a:pt x="897601" y="1066208"/>
                    <a:pt x="897702" y="1067621"/>
                    <a:pt x="897601" y="1068462"/>
                  </a:cubicBezTo>
                  <a:cubicBezTo>
                    <a:pt x="897500" y="1069337"/>
                    <a:pt x="897164" y="1070951"/>
                    <a:pt x="897164" y="1070951"/>
                  </a:cubicBezTo>
                  <a:cubicBezTo>
                    <a:pt x="897164" y="1070951"/>
                    <a:pt x="896726" y="1071725"/>
                    <a:pt x="896625" y="1072028"/>
                  </a:cubicBezTo>
                  <a:cubicBezTo>
                    <a:pt x="896524" y="1072364"/>
                    <a:pt x="896861" y="1073878"/>
                    <a:pt x="896861" y="1073878"/>
                  </a:cubicBezTo>
                  <a:lnTo>
                    <a:pt x="898174" y="1075392"/>
                  </a:lnTo>
                  <a:cubicBezTo>
                    <a:pt x="898174" y="1075392"/>
                    <a:pt x="898914" y="1077007"/>
                    <a:pt x="898914" y="1077444"/>
                  </a:cubicBezTo>
                  <a:cubicBezTo>
                    <a:pt x="898914" y="1077881"/>
                    <a:pt x="898712" y="1078218"/>
                    <a:pt x="898712" y="1078621"/>
                  </a:cubicBezTo>
                  <a:cubicBezTo>
                    <a:pt x="898712" y="1079025"/>
                    <a:pt x="897938" y="1078621"/>
                    <a:pt x="898712" y="1079059"/>
                  </a:cubicBezTo>
                  <a:cubicBezTo>
                    <a:pt x="899486" y="1079496"/>
                    <a:pt x="899352" y="1080270"/>
                    <a:pt x="900664" y="1079933"/>
                  </a:cubicBezTo>
                  <a:cubicBezTo>
                    <a:pt x="901976" y="1079597"/>
                    <a:pt x="903727" y="1078722"/>
                    <a:pt x="903727" y="1078419"/>
                  </a:cubicBezTo>
                  <a:cubicBezTo>
                    <a:pt x="903727" y="1078083"/>
                    <a:pt x="904703" y="1077007"/>
                    <a:pt x="904703" y="1077007"/>
                  </a:cubicBezTo>
                  <a:cubicBezTo>
                    <a:pt x="904703" y="1077007"/>
                    <a:pt x="905578" y="1076670"/>
                    <a:pt x="906217" y="1077007"/>
                  </a:cubicBezTo>
                  <a:cubicBezTo>
                    <a:pt x="906856" y="1077343"/>
                    <a:pt x="908607" y="1079059"/>
                    <a:pt x="908607" y="1079059"/>
                  </a:cubicBezTo>
                  <a:lnTo>
                    <a:pt x="913924" y="1080135"/>
                  </a:lnTo>
                  <a:lnTo>
                    <a:pt x="917289" y="1081649"/>
                  </a:lnTo>
                  <a:lnTo>
                    <a:pt x="919881" y="1082086"/>
                  </a:lnTo>
                  <a:cubicBezTo>
                    <a:pt x="919881" y="1082086"/>
                    <a:pt x="921193" y="1081985"/>
                    <a:pt x="921631" y="1081985"/>
                  </a:cubicBezTo>
                  <a:cubicBezTo>
                    <a:pt x="922068" y="1081985"/>
                    <a:pt x="927621" y="1081783"/>
                    <a:pt x="928261" y="1081783"/>
                  </a:cubicBezTo>
                  <a:cubicBezTo>
                    <a:pt x="928900" y="1081783"/>
                    <a:pt x="931525" y="1081447"/>
                    <a:pt x="931963" y="1081447"/>
                  </a:cubicBezTo>
                  <a:cubicBezTo>
                    <a:pt x="932400" y="1081447"/>
                    <a:pt x="934016" y="1081346"/>
                    <a:pt x="934453" y="1081346"/>
                  </a:cubicBezTo>
                  <a:cubicBezTo>
                    <a:pt x="934891" y="1081346"/>
                    <a:pt x="936742" y="1081346"/>
                    <a:pt x="936742" y="1081346"/>
                  </a:cubicBezTo>
                  <a:lnTo>
                    <a:pt x="940208" y="1081346"/>
                  </a:lnTo>
                  <a:lnTo>
                    <a:pt x="942261" y="1083196"/>
                  </a:lnTo>
                  <a:lnTo>
                    <a:pt x="944550" y="1083970"/>
                  </a:lnTo>
                  <a:cubicBezTo>
                    <a:pt x="944550" y="1083970"/>
                    <a:pt x="946401" y="1084609"/>
                    <a:pt x="946737" y="1084744"/>
                  </a:cubicBezTo>
                  <a:cubicBezTo>
                    <a:pt x="947074" y="1084845"/>
                    <a:pt x="949127" y="1086257"/>
                    <a:pt x="949127" y="1086257"/>
                  </a:cubicBezTo>
                  <a:cubicBezTo>
                    <a:pt x="949127" y="1086257"/>
                    <a:pt x="950776" y="1087334"/>
                    <a:pt x="950978" y="1087771"/>
                  </a:cubicBezTo>
                  <a:cubicBezTo>
                    <a:pt x="951179" y="1088209"/>
                    <a:pt x="953165" y="1090059"/>
                    <a:pt x="953266" y="1090597"/>
                  </a:cubicBezTo>
                  <a:cubicBezTo>
                    <a:pt x="953367" y="1091135"/>
                    <a:pt x="953905" y="1091774"/>
                    <a:pt x="953905" y="1092212"/>
                  </a:cubicBezTo>
                  <a:cubicBezTo>
                    <a:pt x="953905" y="1092649"/>
                    <a:pt x="954444" y="1093423"/>
                    <a:pt x="954545" y="1095037"/>
                  </a:cubicBezTo>
                  <a:cubicBezTo>
                    <a:pt x="954646" y="1096652"/>
                    <a:pt x="955958" y="1099478"/>
                    <a:pt x="956194" y="1100252"/>
                  </a:cubicBezTo>
                  <a:cubicBezTo>
                    <a:pt x="956430" y="1101025"/>
                    <a:pt x="958045" y="1104827"/>
                    <a:pt x="958045" y="1105466"/>
                  </a:cubicBezTo>
                  <a:cubicBezTo>
                    <a:pt x="958045" y="1106105"/>
                    <a:pt x="959694" y="1109166"/>
                    <a:pt x="960233" y="1110243"/>
                  </a:cubicBezTo>
                  <a:cubicBezTo>
                    <a:pt x="960771" y="1111319"/>
                    <a:pt x="961882" y="1114582"/>
                    <a:pt x="962084" y="1115019"/>
                  </a:cubicBezTo>
                  <a:cubicBezTo>
                    <a:pt x="962285" y="1115457"/>
                    <a:pt x="963396" y="1118821"/>
                    <a:pt x="963396" y="1118821"/>
                  </a:cubicBezTo>
                  <a:cubicBezTo>
                    <a:pt x="963396" y="1118821"/>
                    <a:pt x="964271" y="1119897"/>
                    <a:pt x="965045" y="1120435"/>
                  </a:cubicBezTo>
                  <a:cubicBezTo>
                    <a:pt x="965819" y="1120974"/>
                    <a:pt x="967771" y="1121512"/>
                    <a:pt x="968310" y="1121747"/>
                  </a:cubicBezTo>
                  <a:cubicBezTo>
                    <a:pt x="968848" y="1121949"/>
                    <a:pt x="970262" y="1123059"/>
                    <a:pt x="971238" y="1123261"/>
                  </a:cubicBezTo>
                  <a:cubicBezTo>
                    <a:pt x="972214" y="1123463"/>
                    <a:pt x="974940" y="1123900"/>
                    <a:pt x="976017" y="1123799"/>
                  </a:cubicBezTo>
                  <a:cubicBezTo>
                    <a:pt x="977094" y="1123698"/>
                    <a:pt x="979483" y="1123598"/>
                    <a:pt x="979483" y="1123598"/>
                  </a:cubicBezTo>
                  <a:cubicBezTo>
                    <a:pt x="979483" y="1123598"/>
                    <a:pt x="980997" y="1122958"/>
                    <a:pt x="981772" y="1124472"/>
                  </a:cubicBezTo>
                  <a:cubicBezTo>
                    <a:pt x="982546" y="1125986"/>
                    <a:pt x="983824" y="1128072"/>
                    <a:pt x="983185" y="1128711"/>
                  </a:cubicBezTo>
                  <a:cubicBezTo>
                    <a:pt x="982512" y="1129350"/>
                    <a:pt x="981973" y="1130897"/>
                    <a:pt x="980997" y="1131335"/>
                  </a:cubicBezTo>
                  <a:cubicBezTo>
                    <a:pt x="980021" y="1131772"/>
                    <a:pt x="979786" y="1133017"/>
                    <a:pt x="977632" y="1133353"/>
                  </a:cubicBezTo>
                  <a:cubicBezTo>
                    <a:pt x="975478" y="1133723"/>
                    <a:pt x="973728" y="1134799"/>
                    <a:pt x="973055" y="1135338"/>
                  </a:cubicBezTo>
                  <a:cubicBezTo>
                    <a:pt x="972416" y="1135876"/>
                    <a:pt x="970766" y="1140451"/>
                    <a:pt x="970766" y="1140451"/>
                  </a:cubicBezTo>
                  <a:cubicBezTo>
                    <a:pt x="970766" y="1140451"/>
                    <a:pt x="972079" y="1143277"/>
                    <a:pt x="972079" y="1143916"/>
                  </a:cubicBezTo>
                  <a:cubicBezTo>
                    <a:pt x="972079" y="1144555"/>
                    <a:pt x="972315" y="1149029"/>
                    <a:pt x="972315" y="1149029"/>
                  </a:cubicBezTo>
                  <a:lnTo>
                    <a:pt x="972214" y="1152830"/>
                  </a:lnTo>
                  <a:lnTo>
                    <a:pt x="970026" y="1154681"/>
                  </a:lnTo>
                  <a:lnTo>
                    <a:pt x="971238" y="1157069"/>
                  </a:lnTo>
                  <a:lnTo>
                    <a:pt x="973526" y="1157607"/>
                  </a:lnTo>
                  <a:cubicBezTo>
                    <a:pt x="973526" y="1157607"/>
                    <a:pt x="975579" y="1159020"/>
                    <a:pt x="975579" y="1160097"/>
                  </a:cubicBezTo>
                  <a:cubicBezTo>
                    <a:pt x="975579" y="1161173"/>
                    <a:pt x="975377" y="1163696"/>
                    <a:pt x="975142" y="1164974"/>
                  </a:cubicBezTo>
                  <a:cubicBezTo>
                    <a:pt x="974940" y="1166286"/>
                    <a:pt x="974940" y="1167699"/>
                    <a:pt x="973526" y="1168002"/>
                  </a:cubicBezTo>
                  <a:cubicBezTo>
                    <a:pt x="972113" y="1168338"/>
                    <a:pt x="971675" y="1168540"/>
                    <a:pt x="969925" y="1168977"/>
                  </a:cubicBezTo>
                  <a:cubicBezTo>
                    <a:pt x="968175" y="1169415"/>
                    <a:pt x="970127" y="1170054"/>
                    <a:pt x="966661" y="1170727"/>
                  </a:cubicBezTo>
                  <a:cubicBezTo>
                    <a:pt x="963194" y="1171366"/>
                    <a:pt x="962959" y="1171938"/>
                    <a:pt x="962420" y="1171938"/>
                  </a:cubicBezTo>
                  <a:cubicBezTo>
                    <a:pt x="961882" y="1171938"/>
                    <a:pt x="961646" y="1174124"/>
                    <a:pt x="961646" y="1174124"/>
                  </a:cubicBezTo>
                  <a:cubicBezTo>
                    <a:pt x="961646" y="1174124"/>
                    <a:pt x="961983" y="1175974"/>
                    <a:pt x="961983" y="1176412"/>
                  </a:cubicBezTo>
                  <a:cubicBezTo>
                    <a:pt x="961983" y="1176849"/>
                    <a:pt x="962084" y="1176849"/>
                    <a:pt x="962420" y="1177925"/>
                  </a:cubicBezTo>
                  <a:cubicBezTo>
                    <a:pt x="962757" y="1179002"/>
                    <a:pt x="964911" y="1181289"/>
                    <a:pt x="964911" y="1181289"/>
                  </a:cubicBezTo>
                  <a:cubicBezTo>
                    <a:pt x="964911" y="1181289"/>
                    <a:pt x="968175" y="1184115"/>
                    <a:pt x="968613" y="1184553"/>
                  </a:cubicBezTo>
                  <a:cubicBezTo>
                    <a:pt x="969050" y="1184990"/>
                    <a:pt x="971103" y="1186167"/>
                    <a:pt x="971103" y="1186167"/>
                  </a:cubicBezTo>
                  <a:cubicBezTo>
                    <a:pt x="971103" y="1186167"/>
                    <a:pt x="972853" y="1187580"/>
                    <a:pt x="973156" y="1187816"/>
                  </a:cubicBezTo>
                  <a:cubicBezTo>
                    <a:pt x="973492" y="1188017"/>
                    <a:pt x="977194" y="1189767"/>
                    <a:pt x="977598" y="1189868"/>
                  </a:cubicBezTo>
                  <a:cubicBezTo>
                    <a:pt x="978036" y="1189969"/>
                    <a:pt x="979550" y="1190742"/>
                    <a:pt x="979887" y="1190843"/>
                  </a:cubicBezTo>
                  <a:cubicBezTo>
                    <a:pt x="980223" y="1190944"/>
                    <a:pt x="983690" y="1192794"/>
                    <a:pt x="984127" y="1193131"/>
                  </a:cubicBezTo>
                  <a:cubicBezTo>
                    <a:pt x="984565" y="1193467"/>
                    <a:pt x="987930" y="1194207"/>
                    <a:pt x="988368" y="1194543"/>
                  </a:cubicBezTo>
                  <a:cubicBezTo>
                    <a:pt x="988805" y="1194880"/>
                    <a:pt x="990656" y="1195519"/>
                    <a:pt x="991834" y="1195956"/>
                  </a:cubicBezTo>
                  <a:cubicBezTo>
                    <a:pt x="993046" y="1196394"/>
                    <a:pt x="994863" y="1197033"/>
                    <a:pt x="995200" y="1197807"/>
                  </a:cubicBezTo>
                  <a:cubicBezTo>
                    <a:pt x="995536" y="1198580"/>
                    <a:pt x="997488" y="1200094"/>
                    <a:pt x="997488" y="1200094"/>
                  </a:cubicBezTo>
                  <a:cubicBezTo>
                    <a:pt x="997488" y="1200094"/>
                    <a:pt x="999003" y="1201070"/>
                    <a:pt x="999440" y="1202045"/>
                  </a:cubicBezTo>
                  <a:cubicBezTo>
                    <a:pt x="999878" y="1203021"/>
                    <a:pt x="1001628" y="1204535"/>
                    <a:pt x="1001628" y="1204535"/>
                  </a:cubicBezTo>
                  <a:lnTo>
                    <a:pt x="1005532" y="1206385"/>
                  </a:lnTo>
                  <a:cubicBezTo>
                    <a:pt x="1005532" y="1206385"/>
                    <a:pt x="1008157" y="1206284"/>
                    <a:pt x="1008460" y="1206385"/>
                  </a:cubicBezTo>
                  <a:cubicBezTo>
                    <a:pt x="1008796" y="1206486"/>
                    <a:pt x="1008897" y="1204972"/>
                    <a:pt x="1011388" y="1205510"/>
                  </a:cubicBezTo>
                  <a:cubicBezTo>
                    <a:pt x="1013878" y="1206048"/>
                    <a:pt x="1015628" y="1207158"/>
                    <a:pt x="1016166" y="1207461"/>
                  </a:cubicBezTo>
                  <a:cubicBezTo>
                    <a:pt x="1016705" y="1207798"/>
                    <a:pt x="1017479" y="1208672"/>
                    <a:pt x="1018892" y="1209210"/>
                  </a:cubicBezTo>
                  <a:cubicBezTo>
                    <a:pt x="1020306" y="1209749"/>
                    <a:pt x="1019532" y="1210522"/>
                    <a:pt x="1023671" y="1210825"/>
                  </a:cubicBezTo>
                  <a:cubicBezTo>
                    <a:pt x="1027811" y="1211161"/>
                    <a:pt x="1030200" y="1211061"/>
                    <a:pt x="1030638" y="1210825"/>
                  </a:cubicBezTo>
                  <a:cubicBezTo>
                    <a:pt x="1031075" y="1210623"/>
                    <a:pt x="1032052" y="1208773"/>
                    <a:pt x="1032052" y="1208773"/>
                  </a:cubicBezTo>
                  <a:cubicBezTo>
                    <a:pt x="1032052" y="1208773"/>
                    <a:pt x="1034239" y="1208672"/>
                    <a:pt x="1034542" y="1208571"/>
                  </a:cubicBezTo>
                  <a:cubicBezTo>
                    <a:pt x="1034878" y="1208470"/>
                    <a:pt x="1036595" y="1208773"/>
                    <a:pt x="1038244" y="1209648"/>
                  </a:cubicBezTo>
                  <a:cubicBezTo>
                    <a:pt x="1039859" y="1210522"/>
                    <a:pt x="1039994" y="1211599"/>
                    <a:pt x="1041407" y="1211700"/>
                  </a:cubicBezTo>
                  <a:cubicBezTo>
                    <a:pt x="1042821" y="1211801"/>
                    <a:pt x="1043595" y="1212473"/>
                    <a:pt x="1044672" y="1211700"/>
                  </a:cubicBezTo>
                  <a:cubicBezTo>
                    <a:pt x="1045749" y="1210926"/>
                    <a:pt x="1046759" y="1209749"/>
                    <a:pt x="1046960" y="1208874"/>
                  </a:cubicBezTo>
                  <a:cubicBezTo>
                    <a:pt x="1047162" y="1207999"/>
                    <a:pt x="1047061" y="1208235"/>
                    <a:pt x="1047600" y="1207259"/>
                  </a:cubicBezTo>
                  <a:cubicBezTo>
                    <a:pt x="1048138" y="1206284"/>
                    <a:pt x="1047162" y="1205308"/>
                    <a:pt x="1049114" y="1206183"/>
                  </a:cubicBezTo>
                  <a:cubicBezTo>
                    <a:pt x="1051066" y="1207058"/>
                    <a:pt x="1055408" y="1209749"/>
                    <a:pt x="1055408" y="1209749"/>
                  </a:cubicBezTo>
                  <a:lnTo>
                    <a:pt x="1059446" y="1208235"/>
                  </a:lnTo>
                  <a:lnTo>
                    <a:pt x="1062509" y="1203559"/>
                  </a:lnTo>
                  <a:lnTo>
                    <a:pt x="1065437" y="1200531"/>
                  </a:lnTo>
                  <a:lnTo>
                    <a:pt x="1067187" y="1197941"/>
                  </a:lnTo>
                  <a:lnTo>
                    <a:pt x="1069677" y="1196192"/>
                  </a:lnTo>
                  <a:lnTo>
                    <a:pt x="1070216" y="1194342"/>
                  </a:lnTo>
                  <a:lnTo>
                    <a:pt x="1068028" y="1191751"/>
                  </a:lnTo>
                  <a:lnTo>
                    <a:pt x="1068028" y="1188287"/>
                  </a:lnTo>
                  <a:lnTo>
                    <a:pt x="1068028" y="1184822"/>
                  </a:lnTo>
                  <a:lnTo>
                    <a:pt x="1068028" y="1180247"/>
                  </a:lnTo>
                  <a:lnTo>
                    <a:pt x="1070653" y="1176984"/>
                  </a:lnTo>
                  <a:lnTo>
                    <a:pt x="1076072" y="1176984"/>
                  </a:lnTo>
                  <a:lnTo>
                    <a:pt x="1079538" y="1177858"/>
                  </a:lnTo>
                  <a:lnTo>
                    <a:pt x="1081288" y="1180886"/>
                  </a:lnTo>
                  <a:lnTo>
                    <a:pt x="1088019" y="1178497"/>
                  </a:lnTo>
                  <a:lnTo>
                    <a:pt x="1094750" y="1182837"/>
                  </a:lnTo>
                  <a:lnTo>
                    <a:pt x="1099966" y="1180650"/>
                  </a:lnTo>
                  <a:lnTo>
                    <a:pt x="1105385" y="1176311"/>
                  </a:lnTo>
                  <a:lnTo>
                    <a:pt x="1112351" y="1175234"/>
                  </a:lnTo>
                  <a:lnTo>
                    <a:pt x="1119318" y="1170458"/>
                  </a:lnTo>
                  <a:lnTo>
                    <a:pt x="1119755" y="1169045"/>
                  </a:lnTo>
                  <a:cubicBezTo>
                    <a:pt x="1119755" y="1169045"/>
                    <a:pt x="1120529" y="1166017"/>
                    <a:pt x="1120529" y="1165580"/>
                  </a:cubicBezTo>
                  <a:cubicBezTo>
                    <a:pt x="1120529" y="1165142"/>
                    <a:pt x="1120967" y="1163965"/>
                    <a:pt x="1120967" y="1163965"/>
                  </a:cubicBezTo>
                  <a:lnTo>
                    <a:pt x="1120327" y="1157876"/>
                  </a:lnTo>
                  <a:cubicBezTo>
                    <a:pt x="1120327" y="1157876"/>
                    <a:pt x="1120327" y="1155488"/>
                    <a:pt x="1120428" y="1154277"/>
                  </a:cubicBezTo>
                  <a:cubicBezTo>
                    <a:pt x="1120529" y="1153066"/>
                    <a:pt x="1120630" y="1151989"/>
                    <a:pt x="1120866" y="1151350"/>
                  </a:cubicBezTo>
                  <a:cubicBezTo>
                    <a:pt x="1121101" y="1150711"/>
                    <a:pt x="1121741" y="1150711"/>
                    <a:pt x="1122078" y="1150274"/>
                  </a:cubicBezTo>
                  <a:cubicBezTo>
                    <a:pt x="1122414" y="1149836"/>
                    <a:pt x="1124130" y="1149298"/>
                    <a:pt x="1124804" y="1148861"/>
                  </a:cubicBezTo>
                  <a:cubicBezTo>
                    <a:pt x="1125443" y="1148423"/>
                    <a:pt x="1126655" y="1148861"/>
                    <a:pt x="1126991" y="1148861"/>
                  </a:cubicBezTo>
                  <a:cubicBezTo>
                    <a:pt x="1127328" y="1148861"/>
                    <a:pt x="1129044" y="1149500"/>
                    <a:pt x="1129044" y="1149500"/>
                  </a:cubicBezTo>
                  <a:cubicBezTo>
                    <a:pt x="1129044" y="1149500"/>
                    <a:pt x="1131333" y="1149264"/>
                    <a:pt x="1131871" y="1148962"/>
                  </a:cubicBezTo>
                  <a:cubicBezTo>
                    <a:pt x="1132410" y="1148626"/>
                    <a:pt x="1132410" y="1147011"/>
                    <a:pt x="1132410" y="1147011"/>
                  </a:cubicBezTo>
                  <a:cubicBezTo>
                    <a:pt x="1132410" y="1147011"/>
                    <a:pt x="1131097" y="1143849"/>
                    <a:pt x="1130659" y="1143983"/>
                  </a:cubicBezTo>
                  <a:cubicBezTo>
                    <a:pt x="1130222" y="1144084"/>
                    <a:pt x="1127496" y="1143209"/>
                    <a:pt x="1126856" y="1143109"/>
                  </a:cubicBezTo>
                  <a:cubicBezTo>
                    <a:pt x="1126217" y="1143008"/>
                    <a:pt x="1125544" y="1143109"/>
                    <a:pt x="1125544" y="1143109"/>
                  </a:cubicBezTo>
                  <a:lnTo>
                    <a:pt x="1122818" y="1143983"/>
                  </a:lnTo>
                  <a:lnTo>
                    <a:pt x="1121303" y="1143983"/>
                  </a:lnTo>
                  <a:lnTo>
                    <a:pt x="1120664" y="1142739"/>
                  </a:lnTo>
                  <a:lnTo>
                    <a:pt x="1117938" y="1141595"/>
                  </a:lnTo>
                  <a:lnTo>
                    <a:pt x="1114572" y="1139408"/>
                  </a:lnTo>
                  <a:cubicBezTo>
                    <a:pt x="1114572" y="1139408"/>
                    <a:pt x="1112082" y="1139509"/>
                    <a:pt x="1110669" y="1139408"/>
                  </a:cubicBezTo>
                  <a:cubicBezTo>
                    <a:pt x="1109255" y="1139307"/>
                    <a:pt x="1108818" y="1138971"/>
                    <a:pt x="1108481" y="1138870"/>
                  </a:cubicBezTo>
                  <a:cubicBezTo>
                    <a:pt x="1108145" y="1138769"/>
                    <a:pt x="1105217" y="1137659"/>
                    <a:pt x="1104140" y="1136919"/>
                  </a:cubicBezTo>
                  <a:cubicBezTo>
                    <a:pt x="1103063" y="1136145"/>
                    <a:pt x="1103500" y="1135170"/>
                    <a:pt x="1103366" y="1134329"/>
                  </a:cubicBezTo>
                  <a:cubicBezTo>
                    <a:pt x="1103231" y="1133454"/>
                    <a:pt x="1103500" y="1131503"/>
                    <a:pt x="1103399" y="1130965"/>
                  </a:cubicBezTo>
                  <a:cubicBezTo>
                    <a:pt x="1103298" y="1130426"/>
                    <a:pt x="1103635" y="1129014"/>
                    <a:pt x="1103938" y="1128240"/>
                  </a:cubicBezTo>
                  <a:cubicBezTo>
                    <a:pt x="1104274" y="1127500"/>
                    <a:pt x="1105991" y="1127500"/>
                    <a:pt x="1106327" y="1127163"/>
                  </a:cubicBezTo>
                  <a:cubicBezTo>
                    <a:pt x="1106664" y="1126827"/>
                    <a:pt x="1111106" y="1125414"/>
                    <a:pt x="1111880" y="1124876"/>
                  </a:cubicBezTo>
                  <a:cubicBezTo>
                    <a:pt x="1112654" y="1124338"/>
                    <a:pt x="1115044" y="1124001"/>
                    <a:pt x="1115044" y="1124001"/>
                  </a:cubicBezTo>
                  <a:lnTo>
                    <a:pt x="1115044" y="1119325"/>
                  </a:lnTo>
                  <a:lnTo>
                    <a:pt x="1116020" y="1115188"/>
                  </a:lnTo>
                  <a:cubicBezTo>
                    <a:pt x="1116020" y="1115188"/>
                    <a:pt x="1116895" y="1111824"/>
                    <a:pt x="1116996" y="1111487"/>
                  </a:cubicBezTo>
                  <a:cubicBezTo>
                    <a:pt x="1117097" y="1111151"/>
                    <a:pt x="1118174" y="1108863"/>
                    <a:pt x="1118174" y="1108224"/>
                  </a:cubicBezTo>
                  <a:cubicBezTo>
                    <a:pt x="1118174" y="1107585"/>
                    <a:pt x="1119688" y="1106374"/>
                    <a:pt x="1119688" y="1106374"/>
                  </a:cubicBezTo>
                  <a:cubicBezTo>
                    <a:pt x="1119688" y="1106374"/>
                    <a:pt x="1123053" y="1104860"/>
                    <a:pt x="1124366" y="1104524"/>
                  </a:cubicBezTo>
                  <a:cubicBezTo>
                    <a:pt x="1125679" y="1104187"/>
                    <a:pt x="1127395" y="1103212"/>
                    <a:pt x="1127530" y="1102909"/>
                  </a:cubicBezTo>
                  <a:cubicBezTo>
                    <a:pt x="1127630" y="1102573"/>
                    <a:pt x="1129179" y="1100958"/>
                    <a:pt x="1129481" y="1100857"/>
                  </a:cubicBezTo>
                  <a:cubicBezTo>
                    <a:pt x="1129818" y="1100756"/>
                    <a:pt x="1131770" y="1098368"/>
                    <a:pt x="1131770" y="1098368"/>
                  </a:cubicBezTo>
                  <a:lnTo>
                    <a:pt x="1133284" y="1097056"/>
                  </a:lnTo>
                  <a:lnTo>
                    <a:pt x="1137188" y="1097291"/>
                  </a:lnTo>
                  <a:cubicBezTo>
                    <a:pt x="1137188" y="1097291"/>
                    <a:pt x="1138703" y="1099781"/>
                    <a:pt x="1139039" y="1099781"/>
                  </a:cubicBezTo>
                  <a:cubicBezTo>
                    <a:pt x="1139376" y="1099781"/>
                    <a:pt x="1141227" y="1101631"/>
                    <a:pt x="1141227" y="1101631"/>
                  </a:cubicBezTo>
                  <a:lnTo>
                    <a:pt x="1143314" y="1104019"/>
                  </a:lnTo>
                  <a:cubicBezTo>
                    <a:pt x="1143314" y="1104019"/>
                    <a:pt x="1147217" y="1106307"/>
                    <a:pt x="1148193" y="1106071"/>
                  </a:cubicBezTo>
                  <a:cubicBezTo>
                    <a:pt x="1149169" y="1105869"/>
                    <a:pt x="1148732" y="1105869"/>
                    <a:pt x="1149169" y="1104995"/>
                  </a:cubicBezTo>
                  <a:cubicBezTo>
                    <a:pt x="1149607" y="1104120"/>
                    <a:pt x="1151761" y="1103346"/>
                    <a:pt x="1151761" y="1103346"/>
                  </a:cubicBezTo>
                  <a:cubicBezTo>
                    <a:pt x="1151761" y="1103346"/>
                    <a:pt x="1153174" y="1103010"/>
                    <a:pt x="1154251" y="1103010"/>
                  </a:cubicBezTo>
                  <a:cubicBezTo>
                    <a:pt x="1155328" y="1103010"/>
                    <a:pt x="1155766" y="1103447"/>
                    <a:pt x="1157179" y="1103649"/>
                  </a:cubicBezTo>
                  <a:cubicBezTo>
                    <a:pt x="1158593" y="1103851"/>
                    <a:pt x="1158929" y="1104524"/>
                    <a:pt x="1159266" y="1104524"/>
                  </a:cubicBezTo>
                  <a:cubicBezTo>
                    <a:pt x="1159569" y="1104524"/>
                    <a:pt x="1161319" y="1104625"/>
                    <a:pt x="1161756" y="1103885"/>
                  </a:cubicBezTo>
                  <a:cubicBezTo>
                    <a:pt x="1162194" y="1103111"/>
                    <a:pt x="1162497" y="1103010"/>
                    <a:pt x="1163372" y="1102034"/>
                  </a:cubicBezTo>
                  <a:cubicBezTo>
                    <a:pt x="1164247" y="1101059"/>
                    <a:pt x="1164247" y="1100622"/>
                    <a:pt x="1165122" y="1099983"/>
                  </a:cubicBezTo>
                  <a:cubicBezTo>
                    <a:pt x="1165997" y="1099343"/>
                    <a:pt x="1165997" y="1099444"/>
                    <a:pt x="1166973" y="1098570"/>
                  </a:cubicBezTo>
                  <a:cubicBezTo>
                    <a:pt x="1167949" y="1097695"/>
                    <a:pt x="1168824" y="1099343"/>
                    <a:pt x="1169160" y="1099545"/>
                  </a:cubicBezTo>
                  <a:cubicBezTo>
                    <a:pt x="1169497" y="1099747"/>
                    <a:pt x="1169699" y="1101597"/>
                    <a:pt x="1169699" y="1102034"/>
                  </a:cubicBezTo>
                  <a:cubicBezTo>
                    <a:pt x="1169699" y="1102472"/>
                    <a:pt x="1169800" y="1102808"/>
                    <a:pt x="1169934" y="1103111"/>
                  </a:cubicBezTo>
                  <a:cubicBezTo>
                    <a:pt x="1170035" y="1103447"/>
                    <a:pt x="1170136" y="1105163"/>
                    <a:pt x="1170136" y="1105600"/>
                  </a:cubicBezTo>
                  <a:cubicBezTo>
                    <a:pt x="1170136" y="1106038"/>
                    <a:pt x="1170574" y="1108090"/>
                    <a:pt x="1170675" y="1108527"/>
                  </a:cubicBezTo>
                  <a:cubicBezTo>
                    <a:pt x="1170776" y="1108964"/>
                    <a:pt x="1171213" y="1109301"/>
                    <a:pt x="1171550" y="1109301"/>
                  </a:cubicBezTo>
                  <a:cubicBezTo>
                    <a:pt x="1171886" y="1109301"/>
                    <a:pt x="1172963" y="1110814"/>
                    <a:pt x="1173603" y="1111689"/>
                  </a:cubicBezTo>
                  <a:cubicBezTo>
                    <a:pt x="1174242" y="1112564"/>
                    <a:pt x="1175656" y="1113001"/>
                    <a:pt x="1176968" y="1113001"/>
                  </a:cubicBezTo>
                  <a:cubicBezTo>
                    <a:pt x="1178281" y="1113001"/>
                    <a:pt x="1179156" y="1112227"/>
                    <a:pt x="1179593" y="1111925"/>
                  </a:cubicBezTo>
                  <a:cubicBezTo>
                    <a:pt x="1180031" y="1111588"/>
                    <a:pt x="1180367" y="1111285"/>
                    <a:pt x="1180367" y="1111285"/>
                  </a:cubicBezTo>
                  <a:cubicBezTo>
                    <a:pt x="1180367" y="1111285"/>
                    <a:pt x="1181882" y="1110209"/>
                    <a:pt x="1181983" y="1109099"/>
                  </a:cubicBezTo>
                  <a:cubicBezTo>
                    <a:pt x="1182084" y="1108022"/>
                    <a:pt x="1183497" y="1106811"/>
                    <a:pt x="1183935" y="1105836"/>
                  </a:cubicBezTo>
                  <a:cubicBezTo>
                    <a:pt x="1184372" y="1104860"/>
                    <a:pt x="1185146" y="1101833"/>
                    <a:pt x="1185146" y="1101496"/>
                  </a:cubicBezTo>
                  <a:cubicBezTo>
                    <a:pt x="1185146" y="1101160"/>
                    <a:pt x="1184507" y="1097157"/>
                    <a:pt x="1184507" y="1097157"/>
                  </a:cubicBezTo>
                  <a:lnTo>
                    <a:pt x="1182218" y="1094869"/>
                  </a:lnTo>
                  <a:cubicBezTo>
                    <a:pt x="1182218" y="1094869"/>
                    <a:pt x="1178853" y="1094970"/>
                    <a:pt x="1177439" y="1095307"/>
                  </a:cubicBezTo>
                  <a:cubicBezTo>
                    <a:pt x="1176026" y="1095643"/>
                    <a:pt x="1174511" y="1094230"/>
                    <a:pt x="1174511" y="1093793"/>
                  </a:cubicBezTo>
                  <a:cubicBezTo>
                    <a:pt x="1174511" y="1093355"/>
                    <a:pt x="1175925" y="1090631"/>
                    <a:pt x="1176564" y="1089554"/>
                  </a:cubicBezTo>
                  <a:cubicBezTo>
                    <a:pt x="1177204" y="1088478"/>
                    <a:pt x="1176901" y="1088141"/>
                    <a:pt x="1176901" y="1088141"/>
                  </a:cubicBezTo>
                  <a:lnTo>
                    <a:pt x="1175050" y="1086829"/>
                  </a:lnTo>
                  <a:lnTo>
                    <a:pt x="1174175" y="1084004"/>
                  </a:lnTo>
                  <a:cubicBezTo>
                    <a:pt x="1174175" y="1084004"/>
                    <a:pt x="1174175" y="1081178"/>
                    <a:pt x="1174175" y="1080741"/>
                  </a:cubicBezTo>
                  <a:cubicBezTo>
                    <a:pt x="1174175" y="1080303"/>
                    <a:pt x="1174915" y="1077377"/>
                    <a:pt x="1174915" y="1076939"/>
                  </a:cubicBezTo>
                  <a:cubicBezTo>
                    <a:pt x="1174915" y="1076502"/>
                    <a:pt x="1174040" y="1074450"/>
                    <a:pt x="1174040" y="1074450"/>
                  </a:cubicBezTo>
                  <a:lnTo>
                    <a:pt x="1172963" y="1073575"/>
                  </a:lnTo>
                  <a:lnTo>
                    <a:pt x="1170910" y="1070750"/>
                  </a:lnTo>
                  <a:cubicBezTo>
                    <a:pt x="1170910" y="1070750"/>
                    <a:pt x="1169295" y="1065973"/>
                    <a:pt x="1168958" y="1064762"/>
                  </a:cubicBezTo>
                  <a:cubicBezTo>
                    <a:pt x="1168622" y="1063551"/>
                    <a:pt x="1168824" y="1059985"/>
                    <a:pt x="1168958" y="1059548"/>
                  </a:cubicBezTo>
                  <a:cubicBezTo>
                    <a:pt x="1169059" y="1059110"/>
                    <a:pt x="1169396" y="1055948"/>
                    <a:pt x="1169396" y="1055511"/>
                  </a:cubicBezTo>
                  <a:cubicBezTo>
                    <a:pt x="1169396" y="1055073"/>
                    <a:pt x="1171886" y="1053459"/>
                    <a:pt x="1171886" y="1053459"/>
                  </a:cubicBezTo>
                  <a:lnTo>
                    <a:pt x="1174175" y="1050835"/>
                  </a:lnTo>
                  <a:lnTo>
                    <a:pt x="1177204" y="1047236"/>
                  </a:lnTo>
                  <a:cubicBezTo>
                    <a:pt x="1177204" y="1047236"/>
                    <a:pt x="1177641" y="1045823"/>
                    <a:pt x="1178617" y="1045284"/>
                  </a:cubicBezTo>
                  <a:cubicBezTo>
                    <a:pt x="1179593" y="1044746"/>
                    <a:pt x="1180468" y="1043872"/>
                    <a:pt x="1180468" y="1043872"/>
                  </a:cubicBezTo>
                  <a:cubicBezTo>
                    <a:pt x="1180468" y="1043872"/>
                    <a:pt x="1183497" y="1043737"/>
                    <a:pt x="1184372" y="1043872"/>
                  </a:cubicBezTo>
                  <a:cubicBezTo>
                    <a:pt x="1185247" y="1043972"/>
                    <a:pt x="1187098" y="1043434"/>
                    <a:pt x="1188276" y="1043098"/>
                  </a:cubicBezTo>
                  <a:cubicBezTo>
                    <a:pt x="1189454" y="1042761"/>
                    <a:pt x="1188916" y="1042021"/>
                    <a:pt x="1188916" y="1040810"/>
                  </a:cubicBezTo>
                  <a:cubicBezTo>
                    <a:pt x="1188916" y="1039633"/>
                    <a:pt x="1187940" y="1038523"/>
                    <a:pt x="1187603" y="1038321"/>
                  </a:cubicBezTo>
                  <a:cubicBezTo>
                    <a:pt x="1187266" y="1038119"/>
                    <a:pt x="1186088" y="1037346"/>
                    <a:pt x="1185752" y="1036908"/>
                  </a:cubicBezTo>
                  <a:cubicBezTo>
                    <a:pt x="1185416" y="1036471"/>
                    <a:pt x="1182824" y="1035294"/>
                    <a:pt x="1182151" y="1035294"/>
                  </a:cubicBezTo>
                  <a:cubicBezTo>
                    <a:pt x="1181511" y="1035294"/>
                    <a:pt x="1179324" y="1034520"/>
                    <a:pt x="1177708" y="1034217"/>
                  </a:cubicBezTo>
                  <a:cubicBezTo>
                    <a:pt x="1176093" y="1033881"/>
                    <a:pt x="1175790" y="1033578"/>
                    <a:pt x="1175790" y="1033578"/>
                  </a:cubicBezTo>
                  <a:lnTo>
                    <a:pt x="1175790" y="1031089"/>
                  </a:lnTo>
                  <a:cubicBezTo>
                    <a:pt x="1175790" y="1031089"/>
                    <a:pt x="1178415" y="1029777"/>
                    <a:pt x="1178718" y="1029440"/>
                  </a:cubicBezTo>
                  <a:cubicBezTo>
                    <a:pt x="1179055" y="1029104"/>
                    <a:pt x="1179795" y="1028566"/>
                    <a:pt x="1180132" y="1028364"/>
                  </a:cubicBezTo>
                  <a:cubicBezTo>
                    <a:pt x="1180468" y="1028162"/>
                    <a:pt x="1182218" y="1027388"/>
                    <a:pt x="1183396" y="1026850"/>
                  </a:cubicBezTo>
                  <a:cubicBezTo>
                    <a:pt x="1184608" y="1026312"/>
                    <a:pt x="1185348" y="1025773"/>
                    <a:pt x="1185348" y="1025773"/>
                  </a:cubicBezTo>
                  <a:lnTo>
                    <a:pt x="1190565" y="1025773"/>
                  </a:lnTo>
                  <a:lnTo>
                    <a:pt x="1193594" y="1025773"/>
                  </a:lnTo>
                  <a:cubicBezTo>
                    <a:pt x="1193594" y="1025773"/>
                    <a:pt x="1195343" y="1024731"/>
                    <a:pt x="1195781" y="1024630"/>
                  </a:cubicBezTo>
                  <a:cubicBezTo>
                    <a:pt x="1196218" y="1024529"/>
                    <a:pt x="1196757" y="1022948"/>
                    <a:pt x="1196757" y="1022510"/>
                  </a:cubicBezTo>
                  <a:cubicBezTo>
                    <a:pt x="1196757" y="1022073"/>
                    <a:pt x="1196959" y="1019483"/>
                    <a:pt x="1196959" y="1019483"/>
                  </a:cubicBezTo>
                  <a:lnTo>
                    <a:pt x="1194031" y="1016994"/>
                  </a:lnTo>
                  <a:lnTo>
                    <a:pt x="1192281" y="1015076"/>
                  </a:lnTo>
                  <a:lnTo>
                    <a:pt x="1190093" y="1013630"/>
                  </a:lnTo>
                  <a:cubicBezTo>
                    <a:pt x="1190093" y="1013630"/>
                    <a:pt x="1186459" y="1009290"/>
                    <a:pt x="1186324" y="1008853"/>
                  </a:cubicBezTo>
                  <a:cubicBezTo>
                    <a:pt x="1186189" y="1008415"/>
                    <a:pt x="1184305" y="1004210"/>
                    <a:pt x="1184305" y="1004210"/>
                  </a:cubicBezTo>
                  <a:cubicBezTo>
                    <a:pt x="1184305" y="1004210"/>
                    <a:pt x="1182117" y="1002629"/>
                    <a:pt x="1181545" y="1002629"/>
                  </a:cubicBezTo>
                  <a:cubicBezTo>
                    <a:pt x="1180973" y="1002629"/>
                    <a:pt x="1177776" y="1000880"/>
                    <a:pt x="1177776" y="1000880"/>
                  </a:cubicBezTo>
                  <a:lnTo>
                    <a:pt x="1174545" y="998828"/>
                  </a:lnTo>
                  <a:cubicBezTo>
                    <a:pt x="1174545" y="998828"/>
                    <a:pt x="1171785" y="997314"/>
                    <a:pt x="1171348" y="997449"/>
                  </a:cubicBezTo>
                  <a:cubicBezTo>
                    <a:pt x="1170910" y="997583"/>
                    <a:pt x="1170910" y="998593"/>
                    <a:pt x="1169329" y="998761"/>
                  </a:cubicBezTo>
                  <a:cubicBezTo>
                    <a:pt x="1167747" y="998895"/>
                    <a:pt x="1167141" y="998761"/>
                    <a:pt x="1167141" y="998761"/>
                  </a:cubicBezTo>
                  <a:lnTo>
                    <a:pt x="1164819" y="996574"/>
                  </a:lnTo>
                  <a:lnTo>
                    <a:pt x="1164078" y="993378"/>
                  </a:lnTo>
                  <a:lnTo>
                    <a:pt x="1164953" y="990486"/>
                  </a:lnTo>
                  <a:lnTo>
                    <a:pt x="1164953" y="987021"/>
                  </a:lnTo>
                  <a:lnTo>
                    <a:pt x="1164953" y="984565"/>
                  </a:lnTo>
                  <a:lnTo>
                    <a:pt x="1165694" y="981369"/>
                  </a:lnTo>
                  <a:cubicBezTo>
                    <a:pt x="1165694" y="981369"/>
                    <a:pt x="1167141" y="979048"/>
                    <a:pt x="1167578" y="978611"/>
                  </a:cubicBezTo>
                  <a:cubicBezTo>
                    <a:pt x="1168016" y="978173"/>
                    <a:pt x="1168319" y="976861"/>
                    <a:pt x="1168319" y="976861"/>
                  </a:cubicBezTo>
                  <a:lnTo>
                    <a:pt x="1169901" y="974406"/>
                  </a:lnTo>
                  <a:lnTo>
                    <a:pt x="1170607" y="973531"/>
                  </a:lnTo>
                  <a:lnTo>
                    <a:pt x="1172055" y="971950"/>
                  </a:lnTo>
                  <a:cubicBezTo>
                    <a:pt x="1172055" y="971950"/>
                    <a:pt x="1173939" y="971244"/>
                    <a:pt x="1174511" y="970504"/>
                  </a:cubicBezTo>
                  <a:cubicBezTo>
                    <a:pt x="1175084" y="969763"/>
                    <a:pt x="1175824" y="970638"/>
                    <a:pt x="1177103" y="970504"/>
                  </a:cubicBezTo>
                  <a:cubicBezTo>
                    <a:pt x="1178415" y="970369"/>
                    <a:pt x="1179559" y="970504"/>
                    <a:pt x="1180300" y="970504"/>
                  </a:cubicBezTo>
                  <a:cubicBezTo>
                    <a:pt x="1181007" y="970504"/>
                    <a:pt x="1182757" y="969763"/>
                    <a:pt x="1182757" y="969763"/>
                  </a:cubicBezTo>
                  <a:lnTo>
                    <a:pt x="1183632" y="968620"/>
                  </a:lnTo>
                  <a:lnTo>
                    <a:pt x="1183766" y="967039"/>
                  </a:lnTo>
                  <a:cubicBezTo>
                    <a:pt x="1183766" y="967039"/>
                    <a:pt x="1184204" y="964852"/>
                    <a:pt x="1184204" y="964280"/>
                  </a:cubicBezTo>
                  <a:cubicBezTo>
                    <a:pt x="1184204" y="963708"/>
                    <a:pt x="1184069" y="962699"/>
                    <a:pt x="1184069" y="962699"/>
                  </a:cubicBezTo>
                  <a:lnTo>
                    <a:pt x="1183497" y="960075"/>
                  </a:lnTo>
                  <a:lnTo>
                    <a:pt x="1182353" y="958763"/>
                  </a:lnTo>
                  <a:cubicBezTo>
                    <a:pt x="1182353" y="958763"/>
                    <a:pt x="1179459" y="955130"/>
                    <a:pt x="1179156" y="954693"/>
                  </a:cubicBezTo>
                  <a:cubicBezTo>
                    <a:pt x="1178853" y="954256"/>
                    <a:pt x="1177843" y="952675"/>
                    <a:pt x="1177843" y="952675"/>
                  </a:cubicBezTo>
                  <a:lnTo>
                    <a:pt x="1177103" y="947023"/>
                  </a:lnTo>
                  <a:cubicBezTo>
                    <a:pt x="1177103" y="947023"/>
                    <a:pt x="1177103" y="944399"/>
                    <a:pt x="1177103" y="943390"/>
                  </a:cubicBezTo>
                  <a:cubicBezTo>
                    <a:pt x="1177103" y="942381"/>
                    <a:pt x="1178920" y="938041"/>
                    <a:pt x="1178920" y="938041"/>
                  </a:cubicBezTo>
                  <a:lnTo>
                    <a:pt x="1179997" y="935855"/>
                  </a:lnTo>
                  <a:lnTo>
                    <a:pt x="1189286" y="935720"/>
                  </a:lnTo>
                  <a:lnTo>
                    <a:pt x="1195243" y="934274"/>
                  </a:lnTo>
                  <a:lnTo>
                    <a:pt x="1201199" y="936595"/>
                  </a:lnTo>
                  <a:lnTo>
                    <a:pt x="1204969" y="935283"/>
                  </a:lnTo>
                  <a:lnTo>
                    <a:pt x="1207560" y="933096"/>
                  </a:lnTo>
                  <a:lnTo>
                    <a:pt x="1214964" y="932793"/>
                  </a:lnTo>
                  <a:cubicBezTo>
                    <a:pt x="1214964" y="932793"/>
                    <a:pt x="1221493" y="933231"/>
                    <a:pt x="1222065" y="933231"/>
                  </a:cubicBezTo>
                  <a:cubicBezTo>
                    <a:pt x="1222637" y="933231"/>
                    <a:pt x="1225834" y="937436"/>
                    <a:pt x="1225834" y="937436"/>
                  </a:cubicBezTo>
                  <a:cubicBezTo>
                    <a:pt x="1225834" y="937436"/>
                    <a:pt x="1229469" y="938882"/>
                    <a:pt x="1231186" y="940060"/>
                  </a:cubicBezTo>
                  <a:cubicBezTo>
                    <a:pt x="1232936" y="941237"/>
                    <a:pt x="1235089" y="943255"/>
                    <a:pt x="1235089" y="943693"/>
                  </a:cubicBezTo>
                  <a:cubicBezTo>
                    <a:pt x="1235089" y="944130"/>
                    <a:pt x="1231758" y="946149"/>
                    <a:pt x="1231758" y="946149"/>
                  </a:cubicBezTo>
                  <a:lnTo>
                    <a:pt x="1233642" y="950488"/>
                  </a:lnTo>
                  <a:lnTo>
                    <a:pt x="1237849" y="955568"/>
                  </a:lnTo>
                  <a:lnTo>
                    <a:pt x="1243200" y="959200"/>
                  </a:lnTo>
                  <a:lnTo>
                    <a:pt x="1247104" y="960075"/>
                  </a:lnTo>
                  <a:lnTo>
                    <a:pt x="1248114" y="957317"/>
                  </a:lnTo>
                  <a:lnTo>
                    <a:pt x="1249124" y="951968"/>
                  </a:lnTo>
                  <a:lnTo>
                    <a:pt x="1252725" y="951262"/>
                  </a:lnTo>
                  <a:lnTo>
                    <a:pt x="1255350" y="953717"/>
                  </a:lnTo>
                  <a:lnTo>
                    <a:pt x="1261138" y="957350"/>
                  </a:lnTo>
                  <a:cubicBezTo>
                    <a:pt x="1261138" y="957350"/>
                    <a:pt x="1264773" y="957350"/>
                    <a:pt x="1265177" y="956644"/>
                  </a:cubicBezTo>
                  <a:cubicBezTo>
                    <a:pt x="1265614" y="955904"/>
                    <a:pt x="1270696" y="956644"/>
                    <a:pt x="1270696" y="956644"/>
                  </a:cubicBezTo>
                  <a:lnTo>
                    <a:pt x="1273893" y="953886"/>
                  </a:lnTo>
                  <a:lnTo>
                    <a:pt x="1274768" y="950858"/>
                  </a:lnTo>
                  <a:lnTo>
                    <a:pt x="1275071" y="947090"/>
                  </a:lnTo>
                  <a:lnTo>
                    <a:pt x="1278100" y="946788"/>
                  </a:lnTo>
                  <a:lnTo>
                    <a:pt x="1281432" y="948806"/>
                  </a:lnTo>
                  <a:lnTo>
                    <a:pt x="1281432" y="950993"/>
                  </a:lnTo>
                  <a:lnTo>
                    <a:pt x="1283821" y="953314"/>
                  </a:lnTo>
                  <a:lnTo>
                    <a:pt x="1287523" y="951733"/>
                  </a:lnTo>
                  <a:lnTo>
                    <a:pt x="1290721" y="949411"/>
                  </a:lnTo>
                  <a:cubicBezTo>
                    <a:pt x="1290721" y="949411"/>
                    <a:pt x="1292605" y="949714"/>
                    <a:pt x="1294793" y="949411"/>
                  </a:cubicBezTo>
                  <a:cubicBezTo>
                    <a:pt x="1296980" y="949109"/>
                    <a:pt x="1297687" y="948537"/>
                    <a:pt x="1299134" y="947965"/>
                  </a:cubicBezTo>
                  <a:cubicBezTo>
                    <a:pt x="1300581" y="947393"/>
                    <a:pt x="1302331" y="947225"/>
                    <a:pt x="1304216" y="946956"/>
                  </a:cubicBezTo>
                  <a:cubicBezTo>
                    <a:pt x="1306101" y="946687"/>
                    <a:pt x="1306538" y="945812"/>
                    <a:pt x="1308255" y="944803"/>
                  </a:cubicBezTo>
                  <a:cubicBezTo>
                    <a:pt x="1310005" y="943794"/>
                    <a:pt x="1309702" y="944063"/>
                    <a:pt x="1310442" y="943794"/>
                  </a:cubicBezTo>
                  <a:cubicBezTo>
                    <a:pt x="1311149" y="943491"/>
                    <a:pt x="1310745" y="941910"/>
                    <a:pt x="1310745" y="941910"/>
                  </a:cubicBezTo>
                  <a:lnTo>
                    <a:pt x="1305663" y="936830"/>
                  </a:lnTo>
                  <a:lnTo>
                    <a:pt x="1304216" y="940295"/>
                  </a:lnTo>
                  <a:lnTo>
                    <a:pt x="1299000" y="941876"/>
                  </a:lnTo>
                  <a:lnTo>
                    <a:pt x="1295971" y="939421"/>
                  </a:lnTo>
                  <a:lnTo>
                    <a:pt x="1294221" y="935653"/>
                  </a:lnTo>
                  <a:lnTo>
                    <a:pt x="1292033" y="933466"/>
                  </a:lnTo>
                  <a:lnTo>
                    <a:pt x="1289408" y="932020"/>
                  </a:lnTo>
                  <a:cubicBezTo>
                    <a:pt x="1289408" y="932020"/>
                    <a:pt x="1285201" y="928992"/>
                    <a:pt x="1284898" y="928118"/>
                  </a:cubicBezTo>
                  <a:cubicBezTo>
                    <a:pt x="1284629" y="927243"/>
                    <a:pt x="1283148" y="923913"/>
                    <a:pt x="1283148" y="923913"/>
                  </a:cubicBezTo>
                  <a:lnTo>
                    <a:pt x="1283283" y="919573"/>
                  </a:lnTo>
                  <a:lnTo>
                    <a:pt x="1287355" y="921322"/>
                  </a:lnTo>
                  <a:cubicBezTo>
                    <a:pt x="1287355" y="921322"/>
                    <a:pt x="1290821" y="922634"/>
                    <a:pt x="1291427" y="922466"/>
                  </a:cubicBezTo>
                  <a:cubicBezTo>
                    <a:pt x="1292000" y="922332"/>
                    <a:pt x="1292000" y="920145"/>
                    <a:pt x="1292000" y="920145"/>
                  </a:cubicBezTo>
                  <a:lnTo>
                    <a:pt x="1291697" y="915805"/>
                  </a:lnTo>
                  <a:lnTo>
                    <a:pt x="1289947" y="912172"/>
                  </a:lnTo>
                  <a:lnTo>
                    <a:pt x="1289812" y="908708"/>
                  </a:lnTo>
                  <a:lnTo>
                    <a:pt x="1292000" y="907396"/>
                  </a:lnTo>
                  <a:lnTo>
                    <a:pt x="1296644" y="910726"/>
                  </a:lnTo>
                  <a:lnTo>
                    <a:pt x="1300851" y="914056"/>
                  </a:lnTo>
                  <a:cubicBezTo>
                    <a:pt x="1300851" y="914056"/>
                    <a:pt x="1307952" y="915200"/>
                    <a:pt x="1308827" y="915368"/>
                  </a:cubicBezTo>
                  <a:cubicBezTo>
                    <a:pt x="1309702" y="915503"/>
                    <a:pt x="1312596" y="918127"/>
                    <a:pt x="1313168" y="918261"/>
                  </a:cubicBezTo>
                  <a:cubicBezTo>
                    <a:pt x="1313740" y="918396"/>
                    <a:pt x="1316500" y="920145"/>
                    <a:pt x="1316500" y="920145"/>
                  </a:cubicBezTo>
                  <a:lnTo>
                    <a:pt x="1318957" y="918127"/>
                  </a:lnTo>
                  <a:lnTo>
                    <a:pt x="1322861" y="916108"/>
                  </a:lnTo>
                  <a:lnTo>
                    <a:pt x="1327068" y="914561"/>
                  </a:lnTo>
                  <a:lnTo>
                    <a:pt x="1328649" y="911769"/>
                  </a:lnTo>
                  <a:lnTo>
                    <a:pt x="1331981" y="908741"/>
                  </a:lnTo>
                  <a:cubicBezTo>
                    <a:pt x="1331981" y="908741"/>
                    <a:pt x="1336895" y="909885"/>
                    <a:pt x="1337770" y="910053"/>
                  </a:cubicBezTo>
                  <a:cubicBezTo>
                    <a:pt x="1338645" y="910188"/>
                    <a:pt x="1341236" y="910490"/>
                    <a:pt x="1341236" y="910490"/>
                  </a:cubicBezTo>
                  <a:cubicBezTo>
                    <a:pt x="1341236" y="910490"/>
                    <a:pt x="1344265" y="913686"/>
                    <a:pt x="1344871" y="913821"/>
                  </a:cubicBezTo>
                  <a:cubicBezTo>
                    <a:pt x="1345443" y="913955"/>
                    <a:pt x="1348775" y="914527"/>
                    <a:pt x="1350087" y="914595"/>
                  </a:cubicBezTo>
                  <a:cubicBezTo>
                    <a:pt x="1351400" y="914628"/>
                    <a:pt x="1354294" y="913081"/>
                    <a:pt x="1354732" y="912946"/>
                  </a:cubicBezTo>
                  <a:cubicBezTo>
                    <a:pt x="1355169" y="912812"/>
                    <a:pt x="1356616" y="912374"/>
                    <a:pt x="1357491" y="912374"/>
                  </a:cubicBezTo>
                  <a:cubicBezTo>
                    <a:pt x="1358366" y="912374"/>
                    <a:pt x="1361126" y="914393"/>
                    <a:pt x="1361833" y="914393"/>
                  </a:cubicBezTo>
                  <a:cubicBezTo>
                    <a:pt x="1362539" y="914393"/>
                    <a:pt x="1368631" y="914830"/>
                    <a:pt x="1368799" y="914393"/>
                  </a:cubicBezTo>
                  <a:cubicBezTo>
                    <a:pt x="1368934" y="913955"/>
                    <a:pt x="1371121" y="911062"/>
                    <a:pt x="1371121" y="911062"/>
                  </a:cubicBezTo>
                  <a:cubicBezTo>
                    <a:pt x="1371121" y="911062"/>
                    <a:pt x="1370246" y="906151"/>
                    <a:pt x="1369809" y="905983"/>
                  </a:cubicBezTo>
                  <a:cubicBezTo>
                    <a:pt x="1369371" y="905848"/>
                    <a:pt x="1368631" y="902350"/>
                    <a:pt x="1368631" y="902350"/>
                  </a:cubicBezTo>
                  <a:lnTo>
                    <a:pt x="1370078" y="897270"/>
                  </a:lnTo>
                  <a:lnTo>
                    <a:pt x="1369943" y="893805"/>
                  </a:lnTo>
                  <a:lnTo>
                    <a:pt x="1372703" y="890609"/>
                  </a:lnTo>
                  <a:lnTo>
                    <a:pt x="1375732" y="890609"/>
                  </a:lnTo>
                  <a:lnTo>
                    <a:pt x="1376876" y="889028"/>
                  </a:lnTo>
                  <a:lnTo>
                    <a:pt x="1374857" y="885563"/>
                  </a:lnTo>
                  <a:lnTo>
                    <a:pt x="1372535" y="883242"/>
                  </a:lnTo>
                  <a:cubicBezTo>
                    <a:pt x="1372535" y="883242"/>
                    <a:pt x="1368025" y="877894"/>
                    <a:pt x="1367756" y="877288"/>
                  </a:cubicBezTo>
                  <a:cubicBezTo>
                    <a:pt x="1367453" y="876716"/>
                    <a:pt x="1366612" y="871334"/>
                    <a:pt x="1366612" y="871334"/>
                  </a:cubicBezTo>
                  <a:lnTo>
                    <a:pt x="1365198" y="866591"/>
                  </a:lnTo>
                  <a:lnTo>
                    <a:pt x="1365434" y="862453"/>
                  </a:lnTo>
                  <a:lnTo>
                    <a:pt x="1365097" y="857575"/>
                  </a:lnTo>
                  <a:cubicBezTo>
                    <a:pt x="1365097" y="857575"/>
                    <a:pt x="1364895" y="855826"/>
                    <a:pt x="1364895" y="855523"/>
                  </a:cubicBezTo>
                  <a:cubicBezTo>
                    <a:pt x="1364895" y="855187"/>
                    <a:pt x="1364895" y="852799"/>
                    <a:pt x="1364996" y="852496"/>
                  </a:cubicBezTo>
                  <a:cubicBezTo>
                    <a:pt x="1365097" y="852193"/>
                    <a:pt x="1365333" y="849132"/>
                    <a:pt x="1365232" y="848594"/>
                  </a:cubicBezTo>
                  <a:cubicBezTo>
                    <a:pt x="1365131" y="848055"/>
                    <a:pt x="1365468" y="845532"/>
                    <a:pt x="1365468" y="845532"/>
                  </a:cubicBezTo>
                  <a:cubicBezTo>
                    <a:pt x="1365468" y="845532"/>
                    <a:pt x="1365905" y="843918"/>
                    <a:pt x="1365905" y="843245"/>
                  </a:cubicBezTo>
                  <a:cubicBezTo>
                    <a:pt x="1365905" y="842572"/>
                    <a:pt x="1366881" y="842168"/>
                    <a:pt x="1367655" y="841933"/>
                  </a:cubicBezTo>
                  <a:cubicBezTo>
                    <a:pt x="1368429" y="841731"/>
                    <a:pt x="1368968" y="841058"/>
                    <a:pt x="1369270" y="840957"/>
                  </a:cubicBezTo>
                  <a:cubicBezTo>
                    <a:pt x="1369607" y="840856"/>
                    <a:pt x="1371323" y="839645"/>
                    <a:pt x="1371323" y="839645"/>
                  </a:cubicBezTo>
                  <a:cubicBezTo>
                    <a:pt x="1371323" y="839645"/>
                    <a:pt x="1374150" y="839309"/>
                    <a:pt x="1374487" y="838872"/>
                  </a:cubicBezTo>
                  <a:cubicBezTo>
                    <a:pt x="1374823" y="838434"/>
                    <a:pt x="1378492" y="839107"/>
                    <a:pt x="1378828" y="838872"/>
                  </a:cubicBezTo>
                  <a:cubicBezTo>
                    <a:pt x="1379165" y="838670"/>
                    <a:pt x="1381554" y="838872"/>
                    <a:pt x="1381554" y="838872"/>
                  </a:cubicBezTo>
                  <a:lnTo>
                    <a:pt x="1383304" y="838098"/>
                  </a:lnTo>
                  <a:cubicBezTo>
                    <a:pt x="1383304" y="838098"/>
                    <a:pt x="1384617" y="835710"/>
                    <a:pt x="1384819" y="834835"/>
                  </a:cubicBezTo>
                  <a:cubicBezTo>
                    <a:pt x="1385021" y="833960"/>
                    <a:pt x="1385795" y="832346"/>
                    <a:pt x="1385795" y="832346"/>
                  </a:cubicBezTo>
                  <a:lnTo>
                    <a:pt x="1385526" y="829621"/>
                  </a:lnTo>
                  <a:close/>
                </a:path>
              </a:pathLst>
            </a:custGeom>
            <a:grpFill/>
            <a:ln w="6350" cap="flat">
              <a:solidFill>
                <a:schemeClr val="bg1"/>
              </a:solidFill>
              <a:prstDash val="solid"/>
              <a:miter/>
            </a:ln>
          </p:spPr>
          <p:txBody>
            <a:bodyPr rtlCol="0" anchor="ctr"/>
            <a:lstStyle/>
            <a:p>
              <a:endParaRPr lang="en-US"/>
            </a:p>
          </p:txBody>
        </p:sp>
        <p:sp>
          <p:nvSpPr>
            <p:cNvPr id="69" name="Freeform 908">
              <a:extLst>
                <a:ext uri="{FF2B5EF4-FFF2-40B4-BE49-F238E27FC236}">
                  <a16:creationId xmlns:a16="http://schemas.microsoft.com/office/drawing/2014/main" id="{E7E05596-F553-2DBE-A0E8-667F2062ADF6}"/>
                </a:ext>
              </a:extLst>
            </p:cNvPr>
            <p:cNvSpPr/>
            <p:nvPr/>
          </p:nvSpPr>
          <p:spPr>
            <a:xfrm>
              <a:off x="7125555" y="2850549"/>
              <a:ext cx="549716" cy="494528"/>
            </a:xfrm>
            <a:custGeom>
              <a:avLst/>
              <a:gdLst>
                <a:gd name="connsiteX0" fmla="*/ 1054161 w 1055399"/>
                <a:gd name="connsiteY0" fmla="*/ 318904 h 949444"/>
                <a:gd name="connsiteX1" fmla="*/ 1050089 w 1055399"/>
                <a:gd name="connsiteY1" fmla="*/ 315843 h 949444"/>
                <a:gd name="connsiteX2" fmla="*/ 1043728 w 1055399"/>
                <a:gd name="connsiteY2" fmla="*/ 312647 h 949444"/>
                <a:gd name="connsiteX3" fmla="*/ 1040700 w 1055399"/>
                <a:gd name="connsiteY3" fmla="*/ 311200 h 949444"/>
                <a:gd name="connsiteX4" fmla="*/ 1037065 w 1055399"/>
                <a:gd name="connsiteY4" fmla="*/ 309316 h 949444"/>
                <a:gd name="connsiteX5" fmla="*/ 1036190 w 1055399"/>
                <a:gd name="connsiteY5" fmla="*/ 306121 h 949444"/>
                <a:gd name="connsiteX6" fmla="*/ 1032858 w 1055399"/>
                <a:gd name="connsiteY6" fmla="*/ 303665 h 949444"/>
                <a:gd name="connsiteX7" fmla="*/ 1031478 w 1055399"/>
                <a:gd name="connsiteY7" fmla="*/ 302219 h 949444"/>
                <a:gd name="connsiteX8" fmla="*/ 1031411 w 1055399"/>
                <a:gd name="connsiteY8" fmla="*/ 298316 h 949444"/>
                <a:gd name="connsiteX9" fmla="*/ 1031411 w 1055399"/>
                <a:gd name="connsiteY9" fmla="*/ 292396 h 949444"/>
                <a:gd name="connsiteX10" fmla="*/ 1031276 w 1055399"/>
                <a:gd name="connsiteY10" fmla="*/ 290949 h 949444"/>
                <a:gd name="connsiteX11" fmla="*/ 1036190 w 1055399"/>
                <a:gd name="connsiteY11" fmla="*/ 290949 h 949444"/>
                <a:gd name="connsiteX12" fmla="*/ 1038815 w 1055399"/>
                <a:gd name="connsiteY12" fmla="*/ 294582 h 949444"/>
                <a:gd name="connsiteX13" fmla="*/ 1040397 w 1055399"/>
                <a:gd name="connsiteY13" fmla="*/ 293708 h 949444"/>
                <a:gd name="connsiteX14" fmla="*/ 1041103 w 1055399"/>
                <a:gd name="connsiteY14" fmla="*/ 287922 h 949444"/>
                <a:gd name="connsiteX15" fmla="*/ 1041406 w 1055399"/>
                <a:gd name="connsiteY15" fmla="*/ 285163 h 949444"/>
                <a:gd name="connsiteX16" fmla="*/ 1042854 w 1055399"/>
                <a:gd name="connsiteY16" fmla="*/ 284591 h 949444"/>
                <a:gd name="connsiteX17" fmla="*/ 1044435 w 1055399"/>
                <a:gd name="connsiteY17" fmla="*/ 284591 h 949444"/>
                <a:gd name="connsiteX18" fmla="*/ 1046185 w 1055399"/>
                <a:gd name="connsiteY18" fmla="*/ 284591 h 949444"/>
                <a:gd name="connsiteX19" fmla="*/ 1047060 w 1055399"/>
                <a:gd name="connsiteY19" fmla="*/ 282842 h 949444"/>
                <a:gd name="connsiteX20" fmla="*/ 1047060 w 1055399"/>
                <a:gd name="connsiteY20" fmla="*/ 281967 h 949444"/>
                <a:gd name="connsiteX21" fmla="*/ 1047363 w 1055399"/>
                <a:gd name="connsiteY21" fmla="*/ 278502 h 949444"/>
                <a:gd name="connsiteX22" fmla="*/ 1046219 w 1055399"/>
                <a:gd name="connsiteY22" fmla="*/ 278502 h 949444"/>
                <a:gd name="connsiteX23" fmla="*/ 1043897 w 1055399"/>
                <a:gd name="connsiteY23" fmla="*/ 276047 h 949444"/>
                <a:gd name="connsiteX24" fmla="*/ 1042147 w 1055399"/>
                <a:gd name="connsiteY24" fmla="*/ 275038 h 949444"/>
                <a:gd name="connsiteX25" fmla="*/ 1040834 w 1055399"/>
                <a:gd name="connsiteY25" fmla="*/ 273457 h 949444"/>
                <a:gd name="connsiteX26" fmla="*/ 1041406 w 1055399"/>
                <a:gd name="connsiteY26" fmla="*/ 271438 h 949444"/>
                <a:gd name="connsiteX27" fmla="*/ 1041709 w 1055399"/>
                <a:gd name="connsiteY27" fmla="*/ 269689 h 949444"/>
                <a:gd name="connsiteX28" fmla="*/ 1042147 w 1055399"/>
                <a:gd name="connsiteY28" fmla="*/ 267805 h 949444"/>
                <a:gd name="connsiteX29" fmla="*/ 1044469 w 1055399"/>
                <a:gd name="connsiteY29" fmla="*/ 265417 h 949444"/>
                <a:gd name="connsiteX30" fmla="*/ 1046219 w 1055399"/>
                <a:gd name="connsiteY30" fmla="*/ 263735 h 949444"/>
                <a:gd name="connsiteX31" fmla="*/ 1039051 w 1055399"/>
                <a:gd name="connsiteY31" fmla="*/ 263735 h 949444"/>
                <a:gd name="connsiteX32" fmla="*/ 1036223 w 1055399"/>
                <a:gd name="connsiteY32" fmla="*/ 263735 h 949444"/>
                <a:gd name="connsiteX33" fmla="*/ 1034709 w 1055399"/>
                <a:gd name="connsiteY33" fmla="*/ 263735 h 949444"/>
                <a:gd name="connsiteX34" fmla="*/ 1033194 w 1055399"/>
                <a:gd name="connsiteY34" fmla="*/ 261884 h 949444"/>
                <a:gd name="connsiteX35" fmla="*/ 1031445 w 1055399"/>
                <a:gd name="connsiteY35" fmla="*/ 260135 h 949444"/>
                <a:gd name="connsiteX36" fmla="*/ 1029594 w 1055399"/>
                <a:gd name="connsiteY36" fmla="*/ 259059 h 949444"/>
                <a:gd name="connsiteX37" fmla="*/ 1028180 w 1055399"/>
                <a:gd name="connsiteY37" fmla="*/ 259059 h 949444"/>
                <a:gd name="connsiteX38" fmla="*/ 1026868 w 1055399"/>
                <a:gd name="connsiteY38" fmla="*/ 259934 h 949444"/>
                <a:gd name="connsiteX39" fmla="*/ 1025218 w 1055399"/>
                <a:gd name="connsiteY39" fmla="*/ 261145 h 949444"/>
                <a:gd name="connsiteX40" fmla="*/ 1023267 w 1055399"/>
                <a:gd name="connsiteY40" fmla="*/ 262120 h 949444"/>
                <a:gd name="connsiteX41" fmla="*/ 1021415 w 1055399"/>
                <a:gd name="connsiteY41" fmla="*/ 262457 h 949444"/>
                <a:gd name="connsiteX42" fmla="*/ 1019766 w 1055399"/>
                <a:gd name="connsiteY42" fmla="*/ 262894 h 949444"/>
                <a:gd name="connsiteX43" fmla="*/ 1016939 w 1055399"/>
                <a:gd name="connsiteY43" fmla="*/ 263768 h 949444"/>
                <a:gd name="connsiteX44" fmla="*/ 1015189 w 1055399"/>
                <a:gd name="connsiteY44" fmla="*/ 263768 h 949444"/>
                <a:gd name="connsiteX45" fmla="*/ 1012362 w 1055399"/>
                <a:gd name="connsiteY45" fmla="*/ 262995 h 949444"/>
                <a:gd name="connsiteX46" fmla="*/ 1010074 w 1055399"/>
                <a:gd name="connsiteY46" fmla="*/ 262995 h 949444"/>
                <a:gd name="connsiteX47" fmla="*/ 1008425 w 1055399"/>
                <a:gd name="connsiteY47" fmla="*/ 262894 h 949444"/>
                <a:gd name="connsiteX48" fmla="*/ 1006136 w 1055399"/>
                <a:gd name="connsiteY48" fmla="*/ 263768 h 949444"/>
                <a:gd name="connsiteX49" fmla="*/ 1004521 w 1055399"/>
                <a:gd name="connsiteY49" fmla="*/ 264845 h 949444"/>
                <a:gd name="connsiteX50" fmla="*/ 1003309 w 1055399"/>
                <a:gd name="connsiteY50" fmla="*/ 267334 h 949444"/>
                <a:gd name="connsiteX51" fmla="*/ 1003410 w 1055399"/>
                <a:gd name="connsiteY51" fmla="*/ 269285 h 949444"/>
                <a:gd name="connsiteX52" fmla="*/ 1003074 w 1055399"/>
                <a:gd name="connsiteY52" fmla="*/ 272111 h 949444"/>
                <a:gd name="connsiteX53" fmla="*/ 1001324 w 1055399"/>
                <a:gd name="connsiteY53" fmla="*/ 274163 h 949444"/>
                <a:gd name="connsiteX54" fmla="*/ 999372 w 1055399"/>
                <a:gd name="connsiteY54" fmla="*/ 275677 h 949444"/>
                <a:gd name="connsiteX55" fmla="*/ 997083 w 1055399"/>
                <a:gd name="connsiteY55" fmla="*/ 275677 h 949444"/>
                <a:gd name="connsiteX56" fmla="*/ 994997 w 1055399"/>
                <a:gd name="connsiteY56" fmla="*/ 273490 h 949444"/>
                <a:gd name="connsiteX57" fmla="*/ 992809 w 1055399"/>
                <a:gd name="connsiteY57" fmla="*/ 270227 h 949444"/>
                <a:gd name="connsiteX58" fmla="*/ 991093 w 1055399"/>
                <a:gd name="connsiteY58" fmla="*/ 267738 h 949444"/>
                <a:gd name="connsiteX59" fmla="*/ 988804 w 1055399"/>
                <a:gd name="connsiteY59" fmla="*/ 266325 h 949444"/>
                <a:gd name="connsiteX60" fmla="*/ 987290 w 1055399"/>
                <a:gd name="connsiteY60" fmla="*/ 263701 h 949444"/>
                <a:gd name="connsiteX61" fmla="*/ 984362 w 1055399"/>
                <a:gd name="connsiteY61" fmla="*/ 262826 h 949444"/>
                <a:gd name="connsiteX62" fmla="*/ 979785 w 1055399"/>
                <a:gd name="connsiteY62" fmla="*/ 260875 h 949444"/>
                <a:gd name="connsiteX63" fmla="*/ 979246 w 1055399"/>
                <a:gd name="connsiteY63" fmla="*/ 257949 h 949444"/>
                <a:gd name="connsiteX64" fmla="*/ 979347 w 1055399"/>
                <a:gd name="connsiteY64" fmla="*/ 255762 h 949444"/>
                <a:gd name="connsiteX65" fmla="*/ 978708 w 1055399"/>
                <a:gd name="connsiteY65" fmla="*/ 254013 h 949444"/>
                <a:gd name="connsiteX66" fmla="*/ 978607 w 1055399"/>
                <a:gd name="connsiteY66" fmla="*/ 250851 h 949444"/>
                <a:gd name="connsiteX67" fmla="*/ 975780 w 1055399"/>
                <a:gd name="connsiteY67" fmla="*/ 248563 h 949444"/>
                <a:gd name="connsiteX68" fmla="*/ 975780 w 1055399"/>
                <a:gd name="connsiteY68" fmla="*/ 247150 h 949444"/>
                <a:gd name="connsiteX69" fmla="*/ 973491 w 1055399"/>
                <a:gd name="connsiteY69" fmla="*/ 245401 h 949444"/>
                <a:gd name="connsiteX70" fmla="*/ 970765 w 1055399"/>
                <a:gd name="connsiteY70" fmla="*/ 244190 h 949444"/>
                <a:gd name="connsiteX71" fmla="*/ 966727 w 1055399"/>
                <a:gd name="connsiteY71" fmla="*/ 244089 h 949444"/>
                <a:gd name="connsiteX72" fmla="*/ 963361 w 1055399"/>
                <a:gd name="connsiteY72" fmla="*/ 244527 h 949444"/>
                <a:gd name="connsiteX73" fmla="*/ 961948 w 1055399"/>
                <a:gd name="connsiteY73" fmla="*/ 247016 h 949444"/>
                <a:gd name="connsiteX74" fmla="*/ 959154 w 1055399"/>
                <a:gd name="connsiteY74" fmla="*/ 247991 h 949444"/>
                <a:gd name="connsiteX75" fmla="*/ 955688 w 1055399"/>
                <a:gd name="connsiteY75" fmla="*/ 247991 h 949444"/>
                <a:gd name="connsiteX76" fmla="*/ 953400 w 1055399"/>
                <a:gd name="connsiteY76" fmla="*/ 247991 h 949444"/>
                <a:gd name="connsiteX77" fmla="*/ 951649 w 1055399"/>
                <a:gd name="connsiteY77" fmla="*/ 245704 h 949444"/>
                <a:gd name="connsiteX78" fmla="*/ 950236 w 1055399"/>
                <a:gd name="connsiteY78" fmla="*/ 242676 h 949444"/>
                <a:gd name="connsiteX79" fmla="*/ 949361 w 1055399"/>
                <a:gd name="connsiteY79" fmla="*/ 241465 h 949444"/>
                <a:gd name="connsiteX80" fmla="*/ 948385 w 1055399"/>
                <a:gd name="connsiteY80" fmla="*/ 240591 h 949444"/>
                <a:gd name="connsiteX81" fmla="*/ 947847 w 1055399"/>
                <a:gd name="connsiteY81" fmla="*/ 239615 h 949444"/>
                <a:gd name="connsiteX82" fmla="*/ 948284 w 1055399"/>
                <a:gd name="connsiteY82" fmla="*/ 235713 h 949444"/>
                <a:gd name="connsiteX83" fmla="*/ 950000 w 1055399"/>
                <a:gd name="connsiteY83" fmla="*/ 233762 h 949444"/>
                <a:gd name="connsiteX84" fmla="*/ 950438 w 1055399"/>
                <a:gd name="connsiteY84" fmla="*/ 231474 h 949444"/>
                <a:gd name="connsiteX85" fmla="*/ 949125 w 1055399"/>
                <a:gd name="connsiteY85" fmla="*/ 228447 h 949444"/>
                <a:gd name="connsiteX86" fmla="*/ 945760 w 1055399"/>
                <a:gd name="connsiteY86" fmla="*/ 228447 h 949444"/>
                <a:gd name="connsiteX87" fmla="*/ 941519 w 1055399"/>
                <a:gd name="connsiteY87" fmla="*/ 228548 h 949444"/>
                <a:gd name="connsiteX88" fmla="*/ 940544 w 1055399"/>
                <a:gd name="connsiteY88" fmla="*/ 229624 h 949444"/>
                <a:gd name="connsiteX89" fmla="*/ 939231 w 1055399"/>
                <a:gd name="connsiteY89" fmla="*/ 231912 h 949444"/>
                <a:gd name="connsiteX90" fmla="*/ 937481 w 1055399"/>
                <a:gd name="connsiteY90" fmla="*/ 232887 h 949444"/>
                <a:gd name="connsiteX91" fmla="*/ 936741 w 1055399"/>
                <a:gd name="connsiteY91" fmla="*/ 234199 h 949444"/>
                <a:gd name="connsiteX92" fmla="*/ 935664 w 1055399"/>
                <a:gd name="connsiteY92" fmla="*/ 234973 h 949444"/>
                <a:gd name="connsiteX93" fmla="*/ 935664 w 1055399"/>
                <a:gd name="connsiteY93" fmla="*/ 237698 h 949444"/>
                <a:gd name="connsiteX94" fmla="*/ 935933 w 1055399"/>
                <a:gd name="connsiteY94" fmla="*/ 239548 h 949444"/>
                <a:gd name="connsiteX95" fmla="*/ 934789 w 1055399"/>
                <a:gd name="connsiteY95" fmla="*/ 241499 h 949444"/>
                <a:gd name="connsiteX96" fmla="*/ 933274 w 1055399"/>
                <a:gd name="connsiteY96" fmla="*/ 241499 h 949444"/>
                <a:gd name="connsiteX97" fmla="*/ 930010 w 1055399"/>
                <a:gd name="connsiteY97" fmla="*/ 240961 h 949444"/>
                <a:gd name="connsiteX98" fmla="*/ 927418 w 1055399"/>
                <a:gd name="connsiteY98" fmla="*/ 240422 h 949444"/>
                <a:gd name="connsiteX99" fmla="*/ 925130 w 1055399"/>
                <a:gd name="connsiteY99" fmla="*/ 238370 h 949444"/>
                <a:gd name="connsiteX100" fmla="*/ 924894 w 1055399"/>
                <a:gd name="connsiteY100" fmla="*/ 235343 h 949444"/>
                <a:gd name="connsiteX101" fmla="*/ 924120 w 1055399"/>
                <a:gd name="connsiteY101" fmla="*/ 233156 h 949444"/>
                <a:gd name="connsiteX102" fmla="*/ 918904 w 1055399"/>
                <a:gd name="connsiteY102" fmla="*/ 230566 h 949444"/>
                <a:gd name="connsiteX103" fmla="*/ 916615 w 1055399"/>
                <a:gd name="connsiteY103" fmla="*/ 229489 h 949444"/>
                <a:gd name="connsiteX104" fmla="*/ 914327 w 1055399"/>
                <a:gd name="connsiteY104" fmla="*/ 226462 h 949444"/>
                <a:gd name="connsiteX105" fmla="*/ 914428 w 1055399"/>
                <a:gd name="connsiteY105" fmla="*/ 223636 h 949444"/>
                <a:gd name="connsiteX106" fmla="*/ 915303 w 1055399"/>
                <a:gd name="connsiteY106" fmla="*/ 221584 h 949444"/>
                <a:gd name="connsiteX107" fmla="*/ 916278 w 1055399"/>
                <a:gd name="connsiteY107" fmla="*/ 219398 h 949444"/>
                <a:gd name="connsiteX108" fmla="*/ 918029 w 1055399"/>
                <a:gd name="connsiteY108" fmla="*/ 217985 h 949444"/>
                <a:gd name="connsiteX109" fmla="*/ 918365 w 1055399"/>
                <a:gd name="connsiteY109" fmla="*/ 214183 h 949444"/>
                <a:gd name="connsiteX110" fmla="*/ 919880 w 1055399"/>
                <a:gd name="connsiteY110" fmla="*/ 212569 h 949444"/>
                <a:gd name="connsiteX111" fmla="*/ 920418 w 1055399"/>
                <a:gd name="connsiteY111" fmla="*/ 209407 h 949444"/>
                <a:gd name="connsiteX112" fmla="*/ 919005 w 1055399"/>
                <a:gd name="connsiteY112" fmla="*/ 207355 h 949444"/>
                <a:gd name="connsiteX113" fmla="*/ 917389 w 1055399"/>
                <a:gd name="connsiteY113" fmla="*/ 206480 h 949444"/>
                <a:gd name="connsiteX114" fmla="*/ 914226 w 1055399"/>
                <a:gd name="connsiteY114" fmla="*/ 206379 h 949444"/>
                <a:gd name="connsiteX115" fmla="*/ 910961 w 1055399"/>
                <a:gd name="connsiteY115" fmla="*/ 207792 h 949444"/>
                <a:gd name="connsiteX116" fmla="*/ 909783 w 1055399"/>
                <a:gd name="connsiteY116" fmla="*/ 209306 h 949444"/>
                <a:gd name="connsiteX117" fmla="*/ 907596 w 1055399"/>
                <a:gd name="connsiteY117" fmla="*/ 209642 h 949444"/>
                <a:gd name="connsiteX118" fmla="*/ 906081 w 1055399"/>
                <a:gd name="connsiteY118" fmla="*/ 209844 h 949444"/>
                <a:gd name="connsiteX119" fmla="*/ 904028 w 1055399"/>
                <a:gd name="connsiteY119" fmla="*/ 209945 h 949444"/>
                <a:gd name="connsiteX120" fmla="*/ 902177 w 1055399"/>
                <a:gd name="connsiteY120" fmla="*/ 210382 h 949444"/>
                <a:gd name="connsiteX121" fmla="*/ 899249 w 1055399"/>
                <a:gd name="connsiteY121" fmla="*/ 210483 h 949444"/>
                <a:gd name="connsiteX122" fmla="*/ 895345 w 1055399"/>
                <a:gd name="connsiteY122" fmla="*/ 209710 h 949444"/>
                <a:gd name="connsiteX123" fmla="*/ 892855 w 1055399"/>
                <a:gd name="connsiteY123" fmla="*/ 209609 h 949444"/>
                <a:gd name="connsiteX124" fmla="*/ 889692 w 1055399"/>
                <a:gd name="connsiteY124" fmla="*/ 209272 h 949444"/>
                <a:gd name="connsiteX125" fmla="*/ 888513 w 1055399"/>
                <a:gd name="connsiteY125" fmla="*/ 207960 h 949444"/>
                <a:gd name="connsiteX126" fmla="*/ 886999 w 1055399"/>
                <a:gd name="connsiteY126" fmla="*/ 204697 h 949444"/>
                <a:gd name="connsiteX127" fmla="*/ 883936 w 1055399"/>
                <a:gd name="connsiteY127" fmla="*/ 203520 h 949444"/>
                <a:gd name="connsiteX128" fmla="*/ 881984 w 1055399"/>
                <a:gd name="connsiteY128" fmla="*/ 202881 h 949444"/>
                <a:gd name="connsiteX129" fmla="*/ 880033 w 1055399"/>
                <a:gd name="connsiteY129" fmla="*/ 204092 h 949444"/>
                <a:gd name="connsiteX130" fmla="*/ 877407 w 1055399"/>
                <a:gd name="connsiteY130" fmla="*/ 205303 h 949444"/>
                <a:gd name="connsiteX131" fmla="*/ 875119 w 1055399"/>
                <a:gd name="connsiteY131" fmla="*/ 206951 h 949444"/>
                <a:gd name="connsiteX132" fmla="*/ 873706 w 1055399"/>
                <a:gd name="connsiteY132" fmla="*/ 207388 h 949444"/>
                <a:gd name="connsiteX133" fmla="*/ 871215 w 1055399"/>
                <a:gd name="connsiteY133" fmla="*/ 207927 h 949444"/>
                <a:gd name="connsiteX134" fmla="*/ 868052 w 1055399"/>
                <a:gd name="connsiteY134" fmla="*/ 208566 h 949444"/>
                <a:gd name="connsiteX135" fmla="*/ 865763 w 1055399"/>
                <a:gd name="connsiteY135" fmla="*/ 210517 h 949444"/>
                <a:gd name="connsiteX136" fmla="*/ 864249 w 1055399"/>
                <a:gd name="connsiteY136" fmla="*/ 212703 h 949444"/>
                <a:gd name="connsiteX137" fmla="*/ 862499 w 1055399"/>
                <a:gd name="connsiteY137" fmla="*/ 213343 h 949444"/>
                <a:gd name="connsiteX138" fmla="*/ 860311 w 1055399"/>
                <a:gd name="connsiteY138" fmla="*/ 214856 h 949444"/>
                <a:gd name="connsiteX139" fmla="*/ 857585 w 1055399"/>
                <a:gd name="connsiteY139" fmla="*/ 215731 h 949444"/>
                <a:gd name="connsiteX140" fmla="*/ 856508 w 1055399"/>
                <a:gd name="connsiteY140" fmla="*/ 216807 h 949444"/>
                <a:gd name="connsiteX141" fmla="*/ 854018 w 1055399"/>
                <a:gd name="connsiteY141" fmla="*/ 216807 h 949444"/>
                <a:gd name="connsiteX142" fmla="*/ 852806 w 1055399"/>
                <a:gd name="connsiteY142" fmla="*/ 214756 h 949444"/>
                <a:gd name="connsiteX143" fmla="*/ 848667 w 1055399"/>
                <a:gd name="connsiteY143" fmla="*/ 211593 h 949444"/>
                <a:gd name="connsiteX144" fmla="*/ 845503 w 1055399"/>
                <a:gd name="connsiteY144" fmla="*/ 211593 h 949444"/>
                <a:gd name="connsiteX145" fmla="*/ 842339 w 1055399"/>
                <a:gd name="connsiteY145" fmla="*/ 210719 h 949444"/>
                <a:gd name="connsiteX146" fmla="*/ 837998 w 1055399"/>
                <a:gd name="connsiteY146" fmla="*/ 208431 h 949444"/>
                <a:gd name="connsiteX147" fmla="*/ 836147 w 1055399"/>
                <a:gd name="connsiteY147" fmla="*/ 207220 h 949444"/>
                <a:gd name="connsiteX148" fmla="*/ 833118 w 1055399"/>
                <a:gd name="connsiteY148" fmla="*/ 205807 h 949444"/>
                <a:gd name="connsiteX149" fmla="*/ 829214 w 1055399"/>
                <a:gd name="connsiteY149" fmla="*/ 204495 h 949444"/>
                <a:gd name="connsiteX150" fmla="*/ 825950 w 1055399"/>
                <a:gd name="connsiteY150" fmla="*/ 203217 h 949444"/>
                <a:gd name="connsiteX151" fmla="*/ 824738 w 1055399"/>
                <a:gd name="connsiteY151" fmla="*/ 202208 h 949444"/>
                <a:gd name="connsiteX152" fmla="*/ 824637 w 1055399"/>
                <a:gd name="connsiteY152" fmla="*/ 199180 h 949444"/>
                <a:gd name="connsiteX153" fmla="*/ 825613 w 1055399"/>
                <a:gd name="connsiteY153" fmla="*/ 197128 h 949444"/>
                <a:gd name="connsiteX154" fmla="*/ 827902 w 1055399"/>
                <a:gd name="connsiteY154" fmla="*/ 195715 h 949444"/>
                <a:gd name="connsiteX155" fmla="*/ 828878 w 1055399"/>
                <a:gd name="connsiteY155" fmla="*/ 194639 h 949444"/>
                <a:gd name="connsiteX156" fmla="*/ 828339 w 1055399"/>
                <a:gd name="connsiteY156" fmla="*/ 191712 h 949444"/>
                <a:gd name="connsiteX157" fmla="*/ 827027 w 1055399"/>
                <a:gd name="connsiteY157" fmla="*/ 190198 h 949444"/>
                <a:gd name="connsiteX158" fmla="*/ 820397 w 1055399"/>
                <a:gd name="connsiteY158" fmla="*/ 189660 h 949444"/>
                <a:gd name="connsiteX159" fmla="*/ 817805 w 1055399"/>
                <a:gd name="connsiteY159" fmla="*/ 189223 h 949444"/>
                <a:gd name="connsiteX160" fmla="*/ 810401 w 1055399"/>
                <a:gd name="connsiteY160" fmla="*/ 190535 h 949444"/>
                <a:gd name="connsiteX161" fmla="*/ 807574 w 1055399"/>
                <a:gd name="connsiteY161" fmla="*/ 192284 h 949444"/>
                <a:gd name="connsiteX162" fmla="*/ 805622 w 1055399"/>
                <a:gd name="connsiteY162" fmla="*/ 191847 h 949444"/>
                <a:gd name="connsiteX163" fmla="*/ 802358 w 1055399"/>
                <a:gd name="connsiteY163" fmla="*/ 190098 h 949444"/>
                <a:gd name="connsiteX164" fmla="*/ 800608 w 1055399"/>
                <a:gd name="connsiteY164" fmla="*/ 192486 h 949444"/>
                <a:gd name="connsiteX165" fmla="*/ 798858 w 1055399"/>
                <a:gd name="connsiteY165" fmla="*/ 194437 h 949444"/>
                <a:gd name="connsiteX166" fmla="*/ 796704 w 1055399"/>
                <a:gd name="connsiteY166" fmla="*/ 196826 h 949444"/>
                <a:gd name="connsiteX167" fmla="*/ 793002 w 1055399"/>
                <a:gd name="connsiteY167" fmla="*/ 199012 h 949444"/>
                <a:gd name="connsiteX168" fmla="*/ 787987 w 1055399"/>
                <a:gd name="connsiteY168" fmla="*/ 201838 h 949444"/>
                <a:gd name="connsiteX169" fmla="*/ 783410 w 1055399"/>
                <a:gd name="connsiteY169" fmla="*/ 202914 h 949444"/>
                <a:gd name="connsiteX170" fmla="*/ 778429 w 1055399"/>
                <a:gd name="connsiteY170" fmla="*/ 202914 h 949444"/>
                <a:gd name="connsiteX171" fmla="*/ 774290 w 1055399"/>
                <a:gd name="connsiteY171" fmla="*/ 202914 h 949444"/>
                <a:gd name="connsiteX172" fmla="*/ 770823 w 1055399"/>
                <a:gd name="connsiteY172" fmla="*/ 198777 h 949444"/>
                <a:gd name="connsiteX173" fmla="*/ 767795 w 1055399"/>
                <a:gd name="connsiteY173" fmla="*/ 195951 h 949444"/>
                <a:gd name="connsiteX174" fmla="*/ 762141 w 1055399"/>
                <a:gd name="connsiteY174" fmla="*/ 195951 h 949444"/>
                <a:gd name="connsiteX175" fmla="*/ 761602 w 1055399"/>
                <a:gd name="connsiteY175" fmla="*/ 197801 h 949444"/>
                <a:gd name="connsiteX176" fmla="*/ 759112 w 1055399"/>
                <a:gd name="connsiteY176" fmla="*/ 199550 h 949444"/>
                <a:gd name="connsiteX177" fmla="*/ 757362 w 1055399"/>
                <a:gd name="connsiteY177" fmla="*/ 202174 h 949444"/>
                <a:gd name="connsiteX178" fmla="*/ 754434 w 1055399"/>
                <a:gd name="connsiteY178" fmla="*/ 205202 h 949444"/>
                <a:gd name="connsiteX179" fmla="*/ 751371 w 1055399"/>
                <a:gd name="connsiteY179" fmla="*/ 209878 h 949444"/>
                <a:gd name="connsiteX180" fmla="*/ 747366 w 1055399"/>
                <a:gd name="connsiteY180" fmla="*/ 211392 h 949444"/>
                <a:gd name="connsiteX181" fmla="*/ 741073 w 1055399"/>
                <a:gd name="connsiteY181" fmla="*/ 207792 h 949444"/>
                <a:gd name="connsiteX182" fmla="*/ 739558 w 1055399"/>
                <a:gd name="connsiteY182" fmla="*/ 208869 h 949444"/>
                <a:gd name="connsiteX183" fmla="*/ 738919 w 1055399"/>
                <a:gd name="connsiteY183" fmla="*/ 210517 h 949444"/>
                <a:gd name="connsiteX184" fmla="*/ 736630 w 1055399"/>
                <a:gd name="connsiteY184" fmla="*/ 213343 h 949444"/>
                <a:gd name="connsiteX185" fmla="*/ 733366 w 1055399"/>
                <a:gd name="connsiteY185" fmla="*/ 213343 h 949444"/>
                <a:gd name="connsiteX186" fmla="*/ 730236 w 1055399"/>
                <a:gd name="connsiteY186" fmla="*/ 211291 h 949444"/>
                <a:gd name="connsiteX187" fmla="*/ 726534 w 1055399"/>
                <a:gd name="connsiteY187" fmla="*/ 210214 h 949444"/>
                <a:gd name="connsiteX188" fmla="*/ 724044 w 1055399"/>
                <a:gd name="connsiteY188" fmla="*/ 210416 h 949444"/>
                <a:gd name="connsiteX189" fmla="*/ 722630 w 1055399"/>
                <a:gd name="connsiteY189" fmla="*/ 212468 h 949444"/>
                <a:gd name="connsiteX190" fmla="*/ 715664 w 1055399"/>
                <a:gd name="connsiteY190" fmla="*/ 212468 h 949444"/>
                <a:gd name="connsiteX191" fmla="*/ 710885 w 1055399"/>
                <a:gd name="connsiteY191" fmla="*/ 210853 h 949444"/>
                <a:gd name="connsiteX192" fmla="*/ 708159 w 1055399"/>
                <a:gd name="connsiteY192" fmla="*/ 209104 h 949444"/>
                <a:gd name="connsiteX193" fmla="*/ 703380 w 1055399"/>
                <a:gd name="connsiteY193" fmla="*/ 207153 h 949444"/>
                <a:gd name="connsiteX194" fmla="*/ 700452 w 1055399"/>
                <a:gd name="connsiteY194" fmla="*/ 208028 h 949444"/>
                <a:gd name="connsiteX195" fmla="*/ 697524 w 1055399"/>
                <a:gd name="connsiteY195" fmla="*/ 208028 h 949444"/>
                <a:gd name="connsiteX196" fmla="*/ 693620 w 1055399"/>
                <a:gd name="connsiteY196" fmla="*/ 206177 h 949444"/>
                <a:gd name="connsiteX197" fmla="*/ 691432 w 1055399"/>
                <a:gd name="connsiteY197" fmla="*/ 203688 h 949444"/>
                <a:gd name="connsiteX198" fmla="*/ 689480 w 1055399"/>
                <a:gd name="connsiteY198" fmla="*/ 201737 h 949444"/>
                <a:gd name="connsiteX199" fmla="*/ 687192 w 1055399"/>
                <a:gd name="connsiteY199" fmla="*/ 199449 h 949444"/>
                <a:gd name="connsiteX200" fmla="*/ 683826 w 1055399"/>
                <a:gd name="connsiteY200" fmla="*/ 197599 h 949444"/>
                <a:gd name="connsiteX201" fmla="*/ 680360 w 1055399"/>
                <a:gd name="connsiteY201" fmla="*/ 196186 h 949444"/>
                <a:gd name="connsiteX202" fmla="*/ 676119 w 1055399"/>
                <a:gd name="connsiteY202" fmla="*/ 194774 h 949444"/>
                <a:gd name="connsiteX203" fmla="*/ 671879 w 1055399"/>
                <a:gd name="connsiteY203" fmla="*/ 192486 h 949444"/>
                <a:gd name="connsiteX204" fmla="*/ 669590 w 1055399"/>
                <a:gd name="connsiteY204" fmla="*/ 191510 h 949444"/>
                <a:gd name="connsiteX205" fmla="*/ 665114 w 1055399"/>
                <a:gd name="connsiteY205" fmla="*/ 189458 h 949444"/>
                <a:gd name="connsiteX206" fmla="*/ 663061 w 1055399"/>
                <a:gd name="connsiteY206" fmla="*/ 187844 h 949444"/>
                <a:gd name="connsiteX207" fmla="*/ 660571 w 1055399"/>
                <a:gd name="connsiteY207" fmla="*/ 186229 h 949444"/>
                <a:gd name="connsiteX208" fmla="*/ 656869 w 1055399"/>
                <a:gd name="connsiteY208" fmla="*/ 182966 h 949444"/>
                <a:gd name="connsiteX209" fmla="*/ 654379 w 1055399"/>
                <a:gd name="connsiteY209" fmla="*/ 179602 h 949444"/>
                <a:gd name="connsiteX210" fmla="*/ 653941 w 1055399"/>
                <a:gd name="connsiteY210" fmla="*/ 178088 h 949444"/>
                <a:gd name="connsiteX211" fmla="*/ 653605 w 1055399"/>
                <a:gd name="connsiteY211" fmla="*/ 175801 h 949444"/>
                <a:gd name="connsiteX212" fmla="*/ 654379 w 1055399"/>
                <a:gd name="connsiteY212" fmla="*/ 173614 h 949444"/>
                <a:gd name="connsiteX213" fmla="*/ 658619 w 1055399"/>
                <a:gd name="connsiteY213" fmla="*/ 172437 h 949444"/>
                <a:gd name="connsiteX214" fmla="*/ 661884 w 1055399"/>
                <a:gd name="connsiteY214" fmla="*/ 170687 h 949444"/>
                <a:gd name="connsiteX215" fmla="*/ 665485 w 1055399"/>
                <a:gd name="connsiteY215" fmla="*/ 169712 h 949444"/>
                <a:gd name="connsiteX216" fmla="*/ 667100 w 1055399"/>
                <a:gd name="connsiteY216" fmla="*/ 166684 h 949444"/>
                <a:gd name="connsiteX217" fmla="*/ 667538 w 1055399"/>
                <a:gd name="connsiteY217" fmla="*/ 161807 h 949444"/>
                <a:gd name="connsiteX218" fmla="*/ 665485 w 1055399"/>
                <a:gd name="connsiteY218" fmla="*/ 159317 h 949444"/>
                <a:gd name="connsiteX219" fmla="*/ 663196 w 1055399"/>
                <a:gd name="connsiteY219" fmla="*/ 158779 h 949444"/>
                <a:gd name="connsiteX220" fmla="*/ 661984 w 1055399"/>
                <a:gd name="connsiteY220" fmla="*/ 156391 h 949444"/>
                <a:gd name="connsiteX221" fmla="*/ 664172 w 1055399"/>
                <a:gd name="connsiteY221" fmla="*/ 154540 h 949444"/>
                <a:gd name="connsiteX222" fmla="*/ 664273 w 1055399"/>
                <a:gd name="connsiteY222" fmla="*/ 150739 h 949444"/>
                <a:gd name="connsiteX223" fmla="*/ 664071 w 1055399"/>
                <a:gd name="connsiteY223" fmla="*/ 145626 h 949444"/>
                <a:gd name="connsiteX224" fmla="*/ 662759 w 1055399"/>
                <a:gd name="connsiteY224" fmla="*/ 142161 h 949444"/>
                <a:gd name="connsiteX225" fmla="*/ 665047 w 1055399"/>
                <a:gd name="connsiteY225" fmla="*/ 137048 h 949444"/>
                <a:gd name="connsiteX226" fmla="*/ 669624 w 1055399"/>
                <a:gd name="connsiteY226" fmla="*/ 135063 h 949444"/>
                <a:gd name="connsiteX227" fmla="*/ 672990 w 1055399"/>
                <a:gd name="connsiteY227" fmla="*/ 133045 h 949444"/>
                <a:gd name="connsiteX228" fmla="*/ 675177 w 1055399"/>
                <a:gd name="connsiteY228" fmla="*/ 130455 h 949444"/>
                <a:gd name="connsiteX229" fmla="*/ 673764 w 1055399"/>
                <a:gd name="connsiteY229" fmla="*/ 126216 h 949444"/>
                <a:gd name="connsiteX230" fmla="*/ 671475 w 1055399"/>
                <a:gd name="connsiteY230" fmla="*/ 125341 h 949444"/>
                <a:gd name="connsiteX231" fmla="*/ 668009 w 1055399"/>
                <a:gd name="connsiteY231" fmla="*/ 125543 h 949444"/>
                <a:gd name="connsiteX232" fmla="*/ 663230 w 1055399"/>
                <a:gd name="connsiteY232" fmla="*/ 125005 h 949444"/>
                <a:gd name="connsiteX233" fmla="*/ 660302 w 1055399"/>
                <a:gd name="connsiteY233" fmla="*/ 123491 h 949444"/>
                <a:gd name="connsiteX234" fmla="*/ 657037 w 1055399"/>
                <a:gd name="connsiteY234" fmla="*/ 122179 h 949444"/>
                <a:gd name="connsiteX235" fmla="*/ 655388 w 1055399"/>
                <a:gd name="connsiteY235" fmla="*/ 120565 h 949444"/>
                <a:gd name="connsiteX236" fmla="*/ 654076 w 1055399"/>
                <a:gd name="connsiteY236" fmla="*/ 116763 h 949444"/>
                <a:gd name="connsiteX237" fmla="*/ 652225 w 1055399"/>
                <a:gd name="connsiteY237" fmla="*/ 111986 h 949444"/>
                <a:gd name="connsiteX238" fmla="*/ 650037 w 1055399"/>
                <a:gd name="connsiteY238" fmla="*/ 107210 h 949444"/>
                <a:gd name="connsiteX239" fmla="*/ 648186 w 1055399"/>
                <a:gd name="connsiteY239" fmla="*/ 101995 h 949444"/>
                <a:gd name="connsiteX240" fmla="*/ 646537 w 1055399"/>
                <a:gd name="connsiteY240" fmla="*/ 96781 h 949444"/>
                <a:gd name="connsiteX241" fmla="*/ 645898 w 1055399"/>
                <a:gd name="connsiteY241" fmla="*/ 93955 h 949444"/>
                <a:gd name="connsiteX242" fmla="*/ 645258 w 1055399"/>
                <a:gd name="connsiteY242" fmla="*/ 92341 h 949444"/>
                <a:gd name="connsiteX243" fmla="*/ 642970 w 1055399"/>
                <a:gd name="connsiteY243" fmla="*/ 89515 h 949444"/>
                <a:gd name="connsiteX244" fmla="*/ 641119 w 1055399"/>
                <a:gd name="connsiteY244" fmla="*/ 88001 h 949444"/>
                <a:gd name="connsiteX245" fmla="*/ 638729 w 1055399"/>
                <a:gd name="connsiteY245" fmla="*/ 86488 h 949444"/>
                <a:gd name="connsiteX246" fmla="*/ 636542 w 1055399"/>
                <a:gd name="connsiteY246" fmla="*/ 85714 h 949444"/>
                <a:gd name="connsiteX247" fmla="*/ 634253 w 1055399"/>
                <a:gd name="connsiteY247" fmla="*/ 84940 h 949444"/>
                <a:gd name="connsiteX248" fmla="*/ 632234 w 1055399"/>
                <a:gd name="connsiteY248" fmla="*/ 83124 h 949444"/>
                <a:gd name="connsiteX249" fmla="*/ 628767 w 1055399"/>
                <a:gd name="connsiteY249" fmla="*/ 83124 h 949444"/>
                <a:gd name="connsiteX250" fmla="*/ 626479 w 1055399"/>
                <a:gd name="connsiteY250" fmla="*/ 83124 h 949444"/>
                <a:gd name="connsiteX251" fmla="*/ 623989 w 1055399"/>
                <a:gd name="connsiteY251" fmla="*/ 83224 h 949444"/>
                <a:gd name="connsiteX252" fmla="*/ 620286 w 1055399"/>
                <a:gd name="connsiteY252" fmla="*/ 83561 h 949444"/>
                <a:gd name="connsiteX253" fmla="*/ 613657 w 1055399"/>
                <a:gd name="connsiteY253" fmla="*/ 83763 h 949444"/>
                <a:gd name="connsiteX254" fmla="*/ 611906 w 1055399"/>
                <a:gd name="connsiteY254" fmla="*/ 83864 h 949444"/>
                <a:gd name="connsiteX255" fmla="*/ 609315 w 1055399"/>
                <a:gd name="connsiteY255" fmla="*/ 83426 h 949444"/>
                <a:gd name="connsiteX256" fmla="*/ 605950 w 1055399"/>
                <a:gd name="connsiteY256" fmla="*/ 81912 h 949444"/>
                <a:gd name="connsiteX257" fmla="*/ 600632 w 1055399"/>
                <a:gd name="connsiteY257" fmla="*/ 80836 h 949444"/>
                <a:gd name="connsiteX258" fmla="*/ 598243 w 1055399"/>
                <a:gd name="connsiteY258" fmla="*/ 78784 h 949444"/>
                <a:gd name="connsiteX259" fmla="*/ 596728 w 1055399"/>
                <a:gd name="connsiteY259" fmla="*/ 78784 h 949444"/>
                <a:gd name="connsiteX260" fmla="*/ 595752 w 1055399"/>
                <a:gd name="connsiteY260" fmla="*/ 80197 h 949444"/>
                <a:gd name="connsiteX261" fmla="*/ 592690 w 1055399"/>
                <a:gd name="connsiteY261" fmla="*/ 81711 h 949444"/>
                <a:gd name="connsiteX262" fmla="*/ 590738 w 1055399"/>
                <a:gd name="connsiteY262" fmla="*/ 80836 h 949444"/>
                <a:gd name="connsiteX263" fmla="*/ 590738 w 1055399"/>
                <a:gd name="connsiteY263" fmla="*/ 80399 h 949444"/>
                <a:gd name="connsiteX264" fmla="*/ 590940 w 1055399"/>
                <a:gd name="connsiteY264" fmla="*/ 79221 h 949444"/>
                <a:gd name="connsiteX265" fmla="*/ 590166 w 1055399"/>
                <a:gd name="connsiteY265" fmla="*/ 77169 h 949444"/>
                <a:gd name="connsiteX266" fmla="*/ 588853 w 1055399"/>
                <a:gd name="connsiteY266" fmla="*/ 75656 h 949444"/>
                <a:gd name="connsiteX267" fmla="*/ 588651 w 1055399"/>
                <a:gd name="connsiteY267" fmla="*/ 73805 h 949444"/>
                <a:gd name="connsiteX268" fmla="*/ 589190 w 1055399"/>
                <a:gd name="connsiteY268" fmla="*/ 72729 h 949444"/>
                <a:gd name="connsiteX269" fmla="*/ 589627 w 1055399"/>
                <a:gd name="connsiteY269" fmla="*/ 70240 h 949444"/>
                <a:gd name="connsiteX270" fmla="*/ 589392 w 1055399"/>
                <a:gd name="connsiteY270" fmla="*/ 67212 h 949444"/>
                <a:gd name="connsiteX271" fmla="*/ 588618 w 1055399"/>
                <a:gd name="connsiteY271" fmla="*/ 65463 h 949444"/>
                <a:gd name="connsiteX272" fmla="*/ 587204 w 1055399"/>
                <a:gd name="connsiteY272" fmla="*/ 64824 h 949444"/>
                <a:gd name="connsiteX273" fmla="*/ 584478 w 1055399"/>
                <a:gd name="connsiteY273" fmla="*/ 64824 h 949444"/>
                <a:gd name="connsiteX274" fmla="*/ 582964 w 1055399"/>
                <a:gd name="connsiteY274" fmla="*/ 66035 h 949444"/>
                <a:gd name="connsiteX275" fmla="*/ 582324 w 1055399"/>
                <a:gd name="connsiteY275" fmla="*/ 67548 h 949444"/>
                <a:gd name="connsiteX276" fmla="*/ 580574 w 1055399"/>
                <a:gd name="connsiteY276" fmla="*/ 69836 h 949444"/>
                <a:gd name="connsiteX277" fmla="*/ 578286 w 1055399"/>
                <a:gd name="connsiteY277" fmla="*/ 71484 h 949444"/>
                <a:gd name="connsiteX278" fmla="*/ 576199 w 1055399"/>
                <a:gd name="connsiteY278" fmla="*/ 72796 h 949444"/>
                <a:gd name="connsiteX279" fmla="*/ 573911 w 1055399"/>
                <a:gd name="connsiteY279" fmla="*/ 72460 h 949444"/>
                <a:gd name="connsiteX280" fmla="*/ 571420 w 1055399"/>
                <a:gd name="connsiteY280" fmla="*/ 70845 h 949444"/>
                <a:gd name="connsiteX281" fmla="*/ 569771 w 1055399"/>
                <a:gd name="connsiteY281" fmla="*/ 71383 h 949444"/>
                <a:gd name="connsiteX282" fmla="*/ 564117 w 1055399"/>
                <a:gd name="connsiteY282" fmla="*/ 72022 h 949444"/>
                <a:gd name="connsiteX283" fmla="*/ 560853 w 1055399"/>
                <a:gd name="connsiteY283" fmla="*/ 70172 h 949444"/>
                <a:gd name="connsiteX284" fmla="*/ 556410 w 1055399"/>
                <a:gd name="connsiteY284" fmla="*/ 69533 h 949444"/>
                <a:gd name="connsiteX285" fmla="*/ 556074 w 1055399"/>
                <a:gd name="connsiteY285" fmla="*/ 68221 h 949444"/>
                <a:gd name="connsiteX286" fmla="*/ 556174 w 1055399"/>
                <a:gd name="connsiteY286" fmla="*/ 66707 h 949444"/>
                <a:gd name="connsiteX287" fmla="*/ 556612 w 1055399"/>
                <a:gd name="connsiteY287" fmla="*/ 65530 h 949444"/>
                <a:gd name="connsiteX288" fmla="*/ 556511 w 1055399"/>
                <a:gd name="connsiteY288" fmla="*/ 63242 h 949444"/>
                <a:gd name="connsiteX289" fmla="*/ 556511 w 1055399"/>
                <a:gd name="connsiteY289" fmla="*/ 62368 h 949444"/>
                <a:gd name="connsiteX290" fmla="*/ 556242 w 1055399"/>
                <a:gd name="connsiteY290" fmla="*/ 59643 h 949444"/>
                <a:gd name="connsiteX291" fmla="*/ 556309 w 1055399"/>
                <a:gd name="connsiteY291" fmla="*/ 57793 h 949444"/>
                <a:gd name="connsiteX292" fmla="*/ 556410 w 1055399"/>
                <a:gd name="connsiteY292" fmla="*/ 55640 h 949444"/>
                <a:gd name="connsiteX293" fmla="*/ 556174 w 1055399"/>
                <a:gd name="connsiteY293" fmla="*/ 53252 h 949444"/>
                <a:gd name="connsiteX294" fmla="*/ 554660 w 1055399"/>
                <a:gd name="connsiteY294" fmla="*/ 51839 h 949444"/>
                <a:gd name="connsiteX295" fmla="*/ 552573 w 1055399"/>
                <a:gd name="connsiteY295" fmla="*/ 49349 h 949444"/>
                <a:gd name="connsiteX296" fmla="*/ 551934 w 1055399"/>
                <a:gd name="connsiteY296" fmla="*/ 46961 h 949444"/>
                <a:gd name="connsiteX297" fmla="*/ 553011 w 1055399"/>
                <a:gd name="connsiteY297" fmla="*/ 44471 h 949444"/>
                <a:gd name="connsiteX298" fmla="*/ 555737 w 1055399"/>
                <a:gd name="connsiteY298" fmla="*/ 40872 h 949444"/>
                <a:gd name="connsiteX299" fmla="*/ 556814 w 1055399"/>
                <a:gd name="connsiteY299" fmla="*/ 38484 h 949444"/>
                <a:gd name="connsiteX300" fmla="*/ 558025 w 1055399"/>
                <a:gd name="connsiteY300" fmla="*/ 34884 h 949444"/>
                <a:gd name="connsiteX301" fmla="*/ 557824 w 1055399"/>
                <a:gd name="connsiteY301" fmla="*/ 31520 h 949444"/>
                <a:gd name="connsiteX302" fmla="*/ 556612 w 1055399"/>
                <a:gd name="connsiteY302" fmla="*/ 29132 h 949444"/>
                <a:gd name="connsiteX303" fmla="*/ 555838 w 1055399"/>
                <a:gd name="connsiteY303" fmla="*/ 27181 h 949444"/>
                <a:gd name="connsiteX304" fmla="*/ 554324 w 1055399"/>
                <a:gd name="connsiteY304" fmla="*/ 25129 h 949444"/>
                <a:gd name="connsiteX305" fmla="*/ 552136 w 1055399"/>
                <a:gd name="connsiteY305" fmla="*/ 25230 h 949444"/>
                <a:gd name="connsiteX306" fmla="*/ 551059 w 1055399"/>
                <a:gd name="connsiteY306" fmla="*/ 25129 h 949444"/>
                <a:gd name="connsiteX307" fmla="*/ 549309 w 1055399"/>
                <a:gd name="connsiteY307" fmla="*/ 24254 h 949444"/>
                <a:gd name="connsiteX308" fmla="*/ 548670 w 1055399"/>
                <a:gd name="connsiteY308" fmla="*/ 21664 h 949444"/>
                <a:gd name="connsiteX309" fmla="*/ 546819 w 1055399"/>
                <a:gd name="connsiteY309" fmla="*/ 22303 h 949444"/>
                <a:gd name="connsiteX310" fmla="*/ 543790 w 1055399"/>
                <a:gd name="connsiteY310" fmla="*/ 21765 h 949444"/>
                <a:gd name="connsiteX311" fmla="*/ 542915 w 1055399"/>
                <a:gd name="connsiteY311" fmla="*/ 21328 h 949444"/>
                <a:gd name="connsiteX312" fmla="*/ 541299 w 1055399"/>
                <a:gd name="connsiteY312" fmla="*/ 20453 h 949444"/>
                <a:gd name="connsiteX313" fmla="*/ 541299 w 1055399"/>
                <a:gd name="connsiteY313" fmla="*/ 18838 h 949444"/>
                <a:gd name="connsiteX314" fmla="*/ 540862 w 1055399"/>
                <a:gd name="connsiteY314" fmla="*/ 16349 h 949444"/>
                <a:gd name="connsiteX315" fmla="*/ 540862 w 1055399"/>
                <a:gd name="connsiteY315" fmla="*/ 15037 h 949444"/>
                <a:gd name="connsiteX316" fmla="*/ 541030 w 1055399"/>
                <a:gd name="connsiteY316" fmla="*/ 13153 h 949444"/>
                <a:gd name="connsiteX317" fmla="*/ 540189 w 1055399"/>
                <a:gd name="connsiteY317" fmla="*/ 11269 h 949444"/>
                <a:gd name="connsiteX318" fmla="*/ 538674 w 1055399"/>
                <a:gd name="connsiteY318" fmla="*/ 9823 h 949444"/>
                <a:gd name="connsiteX319" fmla="*/ 536083 w 1055399"/>
                <a:gd name="connsiteY319" fmla="*/ 8881 h 949444"/>
                <a:gd name="connsiteX320" fmla="*/ 534333 w 1055399"/>
                <a:gd name="connsiteY320" fmla="*/ 9318 h 949444"/>
                <a:gd name="connsiteX321" fmla="*/ 533895 w 1055399"/>
                <a:gd name="connsiteY321" fmla="*/ 9890 h 949444"/>
                <a:gd name="connsiteX322" fmla="*/ 533458 w 1055399"/>
                <a:gd name="connsiteY322" fmla="*/ 10899 h 949444"/>
                <a:gd name="connsiteX323" fmla="*/ 533222 w 1055399"/>
                <a:gd name="connsiteY323" fmla="*/ 11976 h 949444"/>
                <a:gd name="connsiteX324" fmla="*/ 532785 w 1055399"/>
                <a:gd name="connsiteY324" fmla="*/ 12918 h 949444"/>
                <a:gd name="connsiteX325" fmla="*/ 532347 w 1055399"/>
                <a:gd name="connsiteY325" fmla="*/ 13927 h 949444"/>
                <a:gd name="connsiteX326" fmla="*/ 531539 w 1055399"/>
                <a:gd name="connsiteY326" fmla="*/ 14869 h 949444"/>
                <a:gd name="connsiteX327" fmla="*/ 530463 w 1055399"/>
                <a:gd name="connsiteY327" fmla="*/ 14936 h 949444"/>
                <a:gd name="connsiteX328" fmla="*/ 529285 w 1055399"/>
                <a:gd name="connsiteY328" fmla="*/ 12413 h 949444"/>
                <a:gd name="connsiteX329" fmla="*/ 527972 w 1055399"/>
                <a:gd name="connsiteY329" fmla="*/ 10967 h 949444"/>
                <a:gd name="connsiteX330" fmla="*/ 525212 w 1055399"/>
                <a:gd name="connsiteY330" fmla="*/ 10765 h 949444"/>
                <a:gd name="connsiteX331" fmla="*/ 523025 w 1055399"/>
                <a:gd name="connsiteY331" fmla="*/ 10765 h 949444"/>
                <a:gd name="connsiteX332" fmla="*/ 521275 w 1055399"/>
                <a:gd name="connsiteY332" fmla="*/ 11135 h 949444"/>
                <a:gd name="connsiteX333" fmla="*/ 520198 w 1055399"/>
                <a:gd name="connsiteY333" fmla="*/ 11875 h 949444"/>
                <a:gd name="connsiteX334" fmla="*/ 518751 w 1055399"/>
                <a:gd name="connsiteY334" fmla="*/ 13187 h 949444"/>
                <a:gd name="connsiteX335" fmla="*/ 516799 w 1055399"/>
                <a:gd name="connsiteY335" fmla="*/ 15272 h 949444"/>
                <a:gd name="connsiteX336" fmla="*/ 514274 w 1055399"/>
                <a:gd name="connsiteY336" fmla="*/ 17526 h 949444"/>
                <a:gd name="connsiteX337" fmla="*/ 512760 w 1055399"/>
                <a:gd name="connsiteY337" fmla="*/ 18468 h 949444"/>
                <a:gd name="connsiteX338" fmla="*/ 511010 w 1055399"/>
                <a:gd name="connsiteY338" fmla="*/ 19713 h 949444"/>
                <a:gd name="connsiteX339" fmla="*/ 509496 w 1055399"/>
                <a:gd name="connsiteY339" fmla="*/ 21395 h 949444"/>
                <a:gd name="connsiteX340" fmla="*/ 508486 w 1055399"/>
                <a:gd name="connsiteY340" fmla="*/ 22337 h 949444"/>
                <a:gd name="connsiteX341" fmla="*/ 507342 w 1055399"/>
                <a:gd name="connsiteY341" fmla="*/ 23581 h 949444"/>
                <a:gd name="connsiteX342" fmla="*/ 506601 w 1055399"/>
                <a:gd name="connsiteY342" fmla="*/ 24961 h 949444"/>
                <a:gd name="connsiteX343" fmla="*/ 507611 w 1055399"/>
                <a:gd name="connsiteY343" fmla="*/ 25903 h 949444"/>
                <a:gd name="connsiteX344" fmla="*/ 509563 w 1055399"/>
                <a:gd name="connsiteY344" fmla="*/ 26340 h 949444"/>
                <a:gd name="connsiteX345" fmla="*/ 511818 w 1055399"/>
                <a:gd name="connsiteY345" fmla="*/ 27921 h 949444"/>
                <a:gd name="connsiteX346" fmla="*/ 513063 w 1055399"/>
                <a:gd name="connsiteY346" fmla="*/ 29502 h 949444"/>
                <a:gd name="connsiteX347" fmla="*/ 513366 w 1055399"/>
                <a:gd name="connsiteY347" fmla="*/ 32261 h 949444"/>
                <a:gd name="connsiteX348" fmla="*/ 513063 w 1055399"/>
                <a:gd name="connsiteY348" fmla="*/ 34010 h 949444"/>
                <a:gd name="connsiteX349" fmla="*/ 511481 w 1055399"/>
                <a:gd name="connsiteY349" fmla="*/ 34514 h 949444"/>
                <a:gd name="connsiteX350" fmla="*/ 509024 w 1055399"/>
                <a:gd name="connsiteY350" fmla="*/ 32563 h 949444"/>
                <a:gd name="connsiteX351" fmla="*/ 503000 w 1055399"/>
                <a:gd name="connsiteY351" fmla="*/ 30309 h 949444"/>
                <a:gd name="connsiteX352" fmla="*/ 500106 w 1055399"/>
                <a:gd name="connsiteY352" fmla="*/ 30881 h 949444"/>
                <a:gd name="connsiteX353" fmla="*/ 497851 w 1055399"/>
                <a:gd name="connsiteY353" fmla="*/ 31890 h 949444"/>
                <a:gd name="connsiteX354" fmla="*/ 495967 w 1055399"/>
                <a:gd name="connsiteY354" fmla="*/ 32765 h 949444"/>
                <a:gd name="connsiteX355" fmla="*/ 494216 w 1055399"/>
                <a:gd name="connsiteY355" fmla="*/ 33135 h 949444"/>
                <a:gd name="connsiteX356" fmla="*/ 492332 w 1055399"/>
                <a:gd name="connsiteY356" fmla="*/ 31184 h 949444"/>
                <a:gd name="connsiteX357" fmla="*/ 490245 w 1055399"/>
                <a:gd name="connsiteY357" fmla="*/ 30679 h 949444"/>
                <a:gd name="connsiteX358" fmla="*/ 487620 w 1055399"/>
                <a:gd name="connsiteY358" fmla="*/ 30814 h 949444"/>
                <a:gd name="connsiteX359" fmla="*/ 486812 w 1055399"/>
                <a:gd name="connsiteY359" fmla="*/ 31251 h 949444"/>
                <a:gd name="connsiteX360" fmla="*/ 484860 w 1055399"/>
                <a:gd name="connsiteY360" fmla="*/ 33270 h 949444"/>
                <a:gd name="connsiteX361" fmla="*/ 483279 w 1055399"/>
                <a:gd name="connsiteY361" fmla="*/ 34783 h 949444"/>
                <a:gd name="connsiteX362" fmla="*/ 481327 w 1055399"/>
                <a:gd name="connsiteY362" fmla="*/ 36028 h 949444"/>
                <a:gd name="connsiteX363" fmla="*/ 478432 w 1055399"/>
                <a:gd name="connsiteY363" fmla="*/ 37475 h 949444"/>
                <a:gd name="connsiteX364" fmla="*/ 475605 w 1055399"/>
                <a:gd name="connsiteY364" fmla="*/ 38147 h 949444"/>
                <a:gd name="connsiteX365" fmla="*/ 469211 w 1055399"/>
                <a:gd name="connsiteY365" fmla="*/ 38147 h 949444"/>
                <a:gd name="connsiteX366" fmla="*/ 466687 w 1055399"/>
                <a:gd name="connsiteY366" fmla="*/ 39190 h 949444"/>
                <a:gd name="connsiteX367" fmla="*/ 465610 w 1055399"/>
                <a:gd name="connsiteY367" fmla="*/ 39594 h 949444"/>
                <a:gd name="connsiteX368" fmla="*/ 464870 w 1055399"/>
                <a:gd name="connsiteY368" fmla="*/ 40973 h 949444"/>
                <a:gd name="connsiteX369" fmla="*/ 465374 w 1055399"/>
                <a:gd name="connsiteY369" fmla="*/ 41915 h 949444"/>
                <a:gd name="connsiteX370" fmla="*/ 467125 w 1055399"/>
                <a:gd name="connsiteY370" fmla="*/ 44303 h 949444"/>
                <a:gd name="connsiteX371" fmla="*/ 470086 w 1055399"/>
                <a:gd name="connsiteY371" fmla="*/ 47566 h 949444"/>
                <a:gd name="connsiteX372" fmla="*/ 474730 w 1055399"/>
                <a:gd name="connsiteY372" fmla="*/ 50325 h 949444"/>
                <a:gd name="connsiteX373" fmla="*/ 478937 w 1055399"/>
                <a:gd name="connsiteY373" fmla="*/ 53521 h 949444"/>
                <a:gd name="connsiteX374" fmla="*/ 480250 w 1055399"/>
                <a:gd name="connsiteY374" fmla="*/ 58600 h 949444"/>
                <a:gd name="connsiteX375" fmla="*/ 480250 w 1055399"/>
                <a:gd name="connsiteY375" fmla="*/ 63949 h 949444"/>
                <a:gd name="connsiteX376" fmla="*/ 479106 w 1055399"/>
                <a:gd name="connsiteY376" fmla="*/ 68288 h 949444"/>
                <a:gd name="connsiteX377" fmla="*/ 477221 w 1055399"/>
                <a:gd name="connsiteY377" fmla="*/ 73200 h 949444"/>
                <a:gd name="connsiteX378" fmla="*/ 478231 w 1055399"/>
                <a:gd name="connsiteY378" fmla="*/ 77270 h 949444"/>
                <a:gd name="connsiteX379" fmla="*/ 478231 w 1055399"/>
                <a:gd name="connsiteY379" fmla="*/ 80735 h 949444"/>
                <a:gd name="connsiteX380" fmla="*/ 479408 w 1055399"/>
                <a:gd name="connsiteY380" fmla="*/ 83191 h 949444"/>
                <a:gd name="connsiteX381" fmla="*/ 481428 w 1055399"/>
                <a:gd name="connsiteY381" fmla="*/ 84503 h 949444"/>
                <a:gd name="connsiteX382" fmla="*/ 484053 w 1055399"/>
                <a:gd name="connsiteY382" fmla="*/ 86521 h 949444"/>
                <a:gd name="connsiteX383" fmla="*/ 486947 w 1055399"/>
                <a:gd name="connsiteY383" fmla="*/ 88842 h 949444"/>
                <a:gd name="connsiteX384" fmla="*/ 488663 w 1055399"/>
                <a:gd name="connsiteY384" fmla="*/ 91163 h 949444"/>
                <a:gd name="connsiteX385" fmla="*/ 488663 w 1055399"/>
                <a:gd name="connsiteY385" fmla="*/ 92307 h 949444"/>
                <a:gd name="connsiteX386" fmla="*/ 488394 w 1055399"/>
                <a:gd name="connsiteY386" fmla="*/ 96344 h 949444"/>
                <a:gd name="connsiteX387" fmla="*/ 487519 w 1055399"/>
                <a:gd name="connsiteY387" fmla="*/ 100986 h 949444"/>
                <a:gd name="connsiteX388" fmla="*/ 486947 w 1055399"/>
                <a:gd name="connsiteY388" fmla="*/ 104014 h 949444"/>
                <a:gd name="connsiteX389" fmla="*/ 485500 w 1055399"/>
                <a:gd name="connsiteY389" fmla="*/ 106470 h 949444"/>
                <a:gd name="connsiteX390" fmla="*/ 480149 w 1055399"/>
                <a:gd name="connsiteY390" fmla="*/ 108219 h 949444"/>
                <a:gd name="connsiteX391" fmla="*/ 478399 w 1055399"/>
                <a:gd name="connsiteY391" fmla="*/ 107781 h 949444"/>
                <a:gd name="connsiteX392" fmla="*/ 474764 w 1055399"/>
                <a:gd name="connsiteY392" fmla="*/ 106470 h 949444"/>
                <a:gd name="connsiteX393" fmla="*/ 472745 w 1055399"/>
                <a:gd name="connsiteY393" fmla="*/ 106738 h 949444"/>
                <a:gd name="connsiteX394" fmla="*/ 469110 w 1055399"/>
                <a:gd name="connsiteY394" fmla="*/ 108488 h 949444"/>
                <a:gd name="connsiteX395" fmla="*/ 465475 w 1055399"/>
                <a:gd name="connsiteY395" fmla="*/ 109497 h 949444"/>
                <a:gd name="connsiteX396" fmla="*/ 464163 w 1055399"/>
                <a:gd name="connsiteY396" fmla="*/ 111381 h 949444"/>
                <a:gd name="connsiteX397" fmla="*/ 463422 w 1055399"/>
                <a:gd name="connsiteY397" fmla="*/ 114408 h 949444"/>
                <a:gd name="connsiteX398" fmla="*/ 462850 w 1055399"/>
                <a:gd name="connsiteY398" fmla="*/ 116427 h 949444"/>
                <a:gd name="connsiteX399" fmla="*/ 461975 w 1055399"/>
                <a:gd name="connsiteY399" fmla="*/ 114408 h 949444"/>
                <a:gd name="connsiteX400" fmla="*/ 459653 w 1055399"/>
                <a:gd name="connsiteY400" fmla="*/ 114980 h 949444"/>
                <a:gd name="connsiteX401" fmla="*/ 458341 w 1055399"/>
                <a:gd name="connsiteY401" fmla="*/ 116561 h 949444"/>
                <a:gd name="connsiteX402" fmla="*/ 458206 w 1055399"/>
                <a:gd name="connsiteY402" fmla="*/ 118008 h 949444"/>
                <a:gd name="connsiteX403" fmla="*/ 459350 w 1055399"/>
                <a:gd name="connsiteY403" fmla="*/ 119892 h 949444"/>
                <a:gd name="connsiteX404" fmla="*/ 460797 w 1055399"/>
                <a:gd name="connsiteY404" fmla="*/ 122078 h 949444"/>
                <a:gd name="connsiteX405" fmla="*/ 462985 w 1055399"/>
                <a:gd name="connsiteY405" fmla="*/ 123525 h 949444"/>
                <a:gd name="connsiteX406" fmla="*/ 462413 w 1055399"/>
                <a:gd name="connsiteY406" fmla="*/ 125106 h 949444"/>
                <a:gd name="connsiteX407" fmla="*/ 458071 w 1055399"/>
                <a:gd name="connsiteY407" fmla="*/ 124971 h 949444"/>
                <a:gd name="connsiteX408" fmla="*/ 457196 w 1055399"/>
                <a:gd name="connsiteY408" fmla="*/ 123088 h 949444"/>
                <a:gd name="connsiteX409" fmla="*/ 454740 w 1055399"/>
                <a:gd name="connsiteY409" fmla="*/ 118008 h 949444"/>
                <a:gd name="connsiteX410" fmla="*/ 452283 w 1055399"/>
                <a:gd name="connsiteY410" fmla="*/ 118008 h 949444"/>
                <a:gd name="connsiteX411" fmla="*/ 450533 w 1055399"/>
                <a:gd name="connsiteY411" fmla="*/ 121035 h 949444"/>
                <a:gd name="connsiteX412" fmla="*/ 449523 w 1055399"/>
                <a:gd name="connsiteY412" fmla="*/ 124938 h 949444"/>
                <a:gd name="connsiteX413" fmla="*/ 446326 w 1055399"/>
                <a:gd name="connsiteY413" fmla="*/ 124635 h 949444"/>
                <a:gd name="connsiteX414" fmla="*/ 445013 w 1055399"/>
                <a:gd name="connsiteY414" fmla="*/ 125779 h 949444"/>
                <a:gd name="connsiteX415" fmla="*/ 444004 w 1055399"/>
                <a:gd name="connsiteY415" fmla="*/ 127528 h 949444"/>
                <a:gd name="connsiteX416" fmla="*/ 443129 w 1055399"/>
                <a:gd name="connsiteY416" fmla="*/ 129412 h 949444"/>
                <a:gd name="connsiteX417" fmla="*/ 442388 w 1055399"/>
                <a:gd name="connsiteY417" fmla="*/ 130993 h 949444"/>
                <a:gd name="connsiteX418" fmla="*/ 441379 w 1055399"/>
                <a:gd name="connsiteY418" fmla="*/ 133314 h 949444"/>
                <a:gd name="connsiteX419" fmla="*/ 438922 w 1055399"/>
                <a:gd name="connsiteY419" fmla="*/ 135198 h 949444"/>
                <a:gd name="connsiteX420" fmla="*/ 432124 w 1055399"/>
                <a:gd name="connsiteY420" fmla="*/ 134626 h 949444"/>
                <a:gd name="connsiteX421" fmla="*/ 428792 w 1055399"/>
                <a:gd name="connsiteY421" fmla="*/ 131598 h 949444"/>
                <a:gd name="connsiteX422" fmla="*/ 427782 w 1055399"/>
                <a:gd name="connsiteY422" fmla="*/ 130589 h 949444"/>
                <a:gd name="connsiteX423" fmla="*/ 425325 w 1055399"/>
                <a:gd name="connsiteY423" fmla="*/ 124938 h 949444"/>
                <a:gd name="connsiteX424" fmla="*/ 422633 w 1055399"/>
                <a:gd name="connsiteY424" fmla="*/ 122146 h 949444"/>
                <a:gd name="connsiteX425" fmla="*/ 424518 w 1055399"/>
                <a:gd name="connsiteY425" fmla="*/ 120800 h 949444"/>
                <a:gd name="connsiteX426" fmla="*/ 429398 w 1055399"/>
                <a:gd name="connsiteY426" fmla="*/ 118311 h 949444"/>
                <a:gd name="connsiteX427" fmla="*/ 431888 w 1055399"/>
                <a:gd name="connsiteY427" fmla="*/ 117436 h 949444"/>
                <a:gd name="connsiteX428" fmla="*/ 433739 w 1055399"/>
                <a:gd name="connsiteY428" fmla="*/ 115821 h 949444"/>
                <a:gd name="connsiteX429" fmla="*/ 434816 w 1055399"/>
                <a:gd name="connsiteY429" fmla="*/ 114408 h 949444"/>
                <a:gd name="connsiteX430" fmla="*/ 435893 w 1055399"/>
                <a:gd name="connsiteY430" fmla="*/ 112558 h 949444"/>
                <a:gd name="connsiteX431" fmla="*/ 436869 w 1055399"/>
                <a:gd name="connsiteY431" fmla="*/ 108118 h 949444"/>
                <a:gd name="connsiteX432" fmla="*/ 438182 w 1055399"/>
                <a:gd name="connsiteY432" fmla="*/ 105528 h 949444"/>
                <a:gd name="connsiteX433" fmla="*/ 438182 w 1055399"/>
                <a:gd name="connsiteY433" fmla="*/ 101491 h 949444"/>
                <a:gd name="connsiteX434" fmla="*/ 438182 w 1055399"/>
                <a:gd name="connsiteY434" fmla="*/ 99742 h 949444"/>
                <a:gd name="connsiteX435" fmla="*/ 438182 w 1055399"/>
                <a:gd name="connsiteY435" fmla="*/ 98329 h 949444"/>
                <a:gd name="connsiteX436" fmla="*/ 436835 w 1055399"/>
                <a:gd name="connsiteY436" fmla="*/ 97151 h 949444"/>
                <a:gd name="connsiteX437" fmla="*/ 434715 w 1055399"/>
                <a:gd name="connsiteY437" fmla="*/ 94527 h 949444"/>
                <a:gd name="connsiteX438" fmla="*/ 434715 w 1055399"/>
                <a:gd name="connsiteY438" fmla="*/ 91063 h 949444"/>
                <a:gd name="connsiteX439" fmla="*/ 434715 w 1055399"/>
                <a:gd name="connsiteY439" fmla="*/ 87598 h 949444"/>
                <a:gd name="connsiteX440" fmla="*/ 434715 w 1055399"/>
                <a:gd name="connsiteY440" fmla="*/ 84133 h 949444"/>
                <a:gd name="connsiteX441" fmla="*/ 434715 w 1055399"/>
                <a:gd name="connsiteY441" fmla="*/ 81105 h 949444"/>
                <a:gd name="connsiteX442" fmla="*/ 433369 w 1055399"/>
                <a:gd name="connsiteY442" fmla="*/ 79255 h 949444"/>
                <a:gd name="connsiteX443" fmla="*/ 432124 w 1055399"/>
                <a:gd name="connsiteY443" fmla="*/ 76328 h 949444"/>
                <a:gd name="connsiteX444" fmla="*/ 430946 w 1055399"/>
                <a:gd name="connsiteY444" fmla="*/ 76328 h 949444"/>
                <a:gd name="connsiteX445" fmla="*/ 428186 w 1055399"/>
                <a:gd name="connsiteY445" fmla="*/ 79255 h 949444"/>
                <a:gd name="connsiteX446" fmla="*/ 426200 w 1055399"/>
                <a:gd name="connsiteY446" fmla="*/ 81139 h 949444"/>
                <a:gd name="connsiteX447" fmla="*/ 425561 w 1055399"/>
                <a:gd name="connsiteY447" fmla="*/ 83426 h 949444"/>
                <a:gd name="connsiteX448" fmla="*/ 423474 w 1055399"/>
                <a:gd name="connsiteY448" fmla="*/ 86992 h 949444"/>
                <a:gd name="connsiteX449" fmla="*/ 421624 w 1055399"/>
                <a:gd name="connsiteY449" fmla="*/ 89717 h 949444"/>
                <a:gd name="connsiteX450" fmla="*/ 420782 w 1055399"/>
                <a:gd name="connsiteY450" fmla="*/ 90524 h 949444"/>
                <a:gd name="connsiteX451" fmla="*/ 419335 w 1055399"/>
                <a:gd name="connsiteY451" fmla="*/ 90827 h 949444"/>
                <a:gd name="connsiteX452" fmla="*/ 422599 w 1055399"/>
                <a:gd name="connsiteY452" fmla="*/ 92307 h 949444"/>
                <a:gd name="connsiteX453" fmla="*/ 422599 w 1055399"/>
                <a:gd name="connsiteY453" fmla="*/ 94595 h 949444"/>
                <a:gd name="connsiteX454" fmla="*/ 421287 w 1055399"/>
                <a:gd name="connsiteY454" fmla="*/ 96546 h 949444"/>
                <a:gd name="connsiteX455" fmla="*/ 416710 w 1055399"/>
                <a:gd name="connsiteY455" fmla="*/ 98497 h 949444"/>
                <a:gd name="connsiteX456" fmla="*/ 413244 w 1055399"/>
                <a:gd name="connsiteY456" fmla="*/ 100986 h 949444"/>
                <a:gd name="connsiteX457" fmla="*/ 411628 w 1055399"/>
                <a:gd name="connsiteY457" fmla="*/ 102063 h 949444"/>
                <a:gd name="connsiteX458" fmla="*/ 410316 w 1055399"/>
                <a:gd name="connsiteY458" fmla="*/ 105090 h 949444"/>
                <a:gd name="connsiteX459" fmla="*/ 409340 w 1055399"/>
                <a:gd name="connsiteY459" fmla="*/ 108992 h 949444"/>
                <a:gd name="connsiteX460" fmla="*/ 411191 w 1055399"/>
                <a:gd name="connsiteY460" fmla="*/ 113231 h 949444"/>
                <a:gd name="connsiteX461" fmla="*/ 414657 w 1055399"/>
                <a:gd name="connsiteY461" fmla="*/ 115619 h 949444"/>
                <a:gd name="connsiteX462" fmla="*/ 417383 w 1055399"/>
                <a:gd name="connsiteY462" fmla="*/ 119522 h 949444"/>
                <a:gd name="connsiteX463" fmla="*/ 417383 w 1055399"/>
                <a:gd name="connsiteY463" fmla="*/ 120598 h 949444"/>
                <a:gd name="connsiteX464" fmla="*/ 415970 w 1055399"/>
                <a:gd name="connsiteY464" fmla="*/ 122011 h 949444"/>
                <a:gd name="connsiteX465" fmla="*/ 412369 w 1055399"/>
                <a:gd name="connsiteY465" fmla="*/ 125173 h 949444"/>
                <a:gd name="connsiteX466" fmla="*/ 409340 w 1055399"/>
                <a:gd name="connsiteY466" fmla="*/ 127561 h 949444"/>
                <a:gd name="connsiteX467" fmla="*/ 407590 w 1055399"/>
                <a:gd name="connsiteY467" fmla="*/ 130925 h 949444"/>
                <a:gd name="connsiteX468" fmla="*/ 406075 w 1055399"/>
                <a:gd name="connsiteY468" fmla="*/ 132137 h 949444"/>
                <a:gd name="connsiteX469" fmla="*/ 400522 w 1055399"/>
                <a:gd name="connsiteY469" fmla="*/ 132137 h 949444"/>
                <a:gd name="connsiteX470" fmla="*/ 395407 w 1055399"/>
                <a:gd name="connsiteY470" fmla="*/ 129849 h 949444"/>
                <a:gd name="connsiteX471" fmla="*/ 394330 w 1055399"/>
                <a:gd name="connsiteY471" fmla="*/ 125711 h 949444"/>
                <a:gd name="connsiteX472" fmla="*/ 393354 w 1055399"/>
                <a:gd name="connsiteY472" fmla="*/ 122684 h 949444"/>
                <a:gd name="connsiteX473" fmla="*/ 391301 w 1055399"/>
                <a:gd name="connsiteY473" fmla="*/ 120060 h 949444"/>
                <a:gd name="connsiteX474" fmla="*/ 388911 w 1055399"/>
                <a:gd name="connsiteY474" fmla="*/ 119959 h 949444"/>
                <a:gd name="connsiteX475" fmla="*/ 386724 w 1055399"/>
                <a:gd name="connsiteY475" fmla="*/ 120834 h 949444"/>
                <a:gd name="connsiteX476" fmla="*/ 385209 w 1055399"/>
                <a:gd name="connsiteY476" fmla="*/ 122886 h 949444"/>
                <a:gd name="connsiteX477" fmla="*/ 384570 w 1055399"/>
                <a:gd name="connsiteY477" fmla="*/ 125711 h 949444"/>
                <a:gd name="connsiteX478" fmla="*/ 383594 w 1055399"/>
                <a:gd name="connsiteY478" fmla="*/ 126788 h 949444"/>
                <a:gd name="connsiteX479" fmla="*/ 380329 w 1055399"/>
                <a:gd name="connsiteY479" fmla="*/ 126889 h 949444"/>
                <a:gd name="connsiteX480" fmla="*/ 377940 w 1055399"/>
                <a:gd name="connsiteY480" fmla="*/ 126014 h 949444"/>
                <a:gd name="connsiteX481" fmla="*/ 375752 w 1055399"/>
                <a:gd name="connsiteY481" fmla="*/ 124938 h 949444"/>
                <a:gd name="connsiteX482" fmla="*/ 373060 w 1055399"/>
                <a:gd name="connsiteY482" fmla="*/ 124938 h 949444"/>
                <a:gd name="connsiteX483" fmla="*/ 371411 w 1055399"/>
                <a:gd name="connsiteY483" fmla="*/ 124063 h 949444"/>
                <a:gd name="connsiteX484" fmla="*/ 367507 w 1055399"/>
                <a:gd name="connsiteY484" fmla="*/ 124164 h 949444"/>
                <a:gd name="connsiteX485" fmla="*/ 365118 w 1055399"/>
                <a:gd name="connsiteY485" fmla="*/ 124803 h 949444"/>
                <a:gd name="connsiteX486" fmla="*/ 363367 w 1055399"/>
                <a:gd name="connsiteY486" fmla="*/ 126754 h 949444"/>
                <a:gd name="connsiteX487" fmla="*/ 361180 w 1055399"/>
                <a:gd name="connsiteY487" fmla="*/ 129344 h 949444"/>
                <a:gd name="connsiteX488" fmla="*/ 359329 w 1055399"/>
                <a:gd name="connsiteY488" fmla="*/ 132507 h 949444"/>
                <a:gd name="connsiteX489" fmla="*/ 357579 w 1055399"/>
                <a:gd name="connsiteY489" fmla="*/ 135669 h 949444"/>
                <a:gd name="connsiteX490" fmla="*/ 355728 w 1055399"/>
                <a:gd name="connsiteY490" fmla="*/ 140681 h 949444"/>
                <a:gd name="connsiteX491" fmla="*/ 354853 w 1055399"/>
                <a:gd name="connsiteY491" fmla="*/ 146871 h 949444"/>
                <a:gd name="connsiteX492" fmla="*/ 354314 w 1055399"/>
                <a:gd name="connsiteY492" fmla="*/ 151210 h 949444"/>
                <a:gd name="connsiteX493" fmla="*/ 355189 w 1055399"/>
                <a:gd name="connsiteY493" fmla="*/ 155213 h 949444"/>
                <a:gd name="connsiteX494" fmla="*/ 357781 w 1055399"/>
                <a:gd name="connsiteY494" fmla="*/ 157938 h 949444"/>
                <a:gd name="connsiteX495" fmla="*/ 360372 w 1055399"/>
                <a:gd name="connsiteY495" fmla="*/ 160528 h 949444"/>
                <a:gd name="connsiteX496" fmla="*/ 362661 w 1055399"/>
                <a:gd name="connsiteY496" fmla="*/ 161302 h 949444"/>
                <a:gd name="connsiteX497" fmla="*/ 367440 w 1055399"/>
                <a:gd name="connsiteY497" fmla="*/ 165978 h 949444"/>
                <a:gd name="connsiteX498" fmla="*/ 366363 w 1055399"/>
                <a:gd name="connsiteY498" fmla="*/ 168266 h 949444"/>
                <a:gd name="connsiteX499" fmla="*/ 366901 w 1055399"/>
                <a:gd name="connsiteY499" fmla="*/ 170990 h 949444"/>
                <a:gd name="connsiteX500" fmla="*/ 366800 w 1055399"/>
                <a:gd name="connsiteY500" fmla="*/ 173580 h 949444"/>
                <a:gd name="connsiteX501" fmla="*/ 365824 w 1055399"/>
                <a:gd name="connsiteY501" fmla="*/ 175868 h 949444"/>
                <a:gd name="connsiteX502" fmla="*/ 362358 w 1055399"/>
                <a:gd name="connsiteY502" fmla="*/ 178694 h 949444"/>
                <a:gd name="connsiteX503" fmla="*/ 357242 w 1055399"/>
                <a:gd name="connsiteY503" fmla="*/ 180107 h 949444"/>
                <a:gd name="connsiteX504" fmla="*/ 355627 w 1055399"/>
                <a:gd name="connsiteY504" fmla="*/ 180107 h 949444"/>
                <a:gd name="connsiteX505" fmla="*/ 352800 w 1055399"/>
                <a:gd name="connsiteY505" fmla="*/ 180880 h 949444"/>
                <a:gd name="connsiteX506" fmla="*/ 351050 w 1055399"/>
                <a:gd name="connsiteY506" fmla="*/ 179568 h 949444"/>
                <a:gd name="connsiteX507" fmla="*/ 349737 w 1055399"/>
                <a:gd name="connsiteY507" fmla="*/ 179333 h 949444"/>
                <a:gd name="connsiteX508" fmla="*/ 347247 w 1055399"/>
                <a:gd name="connsiteY508" fmla="*/ 180847 h 949444"/>
                <a:gd name="connsiteX509" fmla="*/ 344622 w 1055399"/>
                <a:gd name="connsiteY509" fmla="*/ 183437 h 949444"/>
                <a:gd name="connsiteX510" fmla="*/ 342131 w 1055399"/>
                <a:gd name="connsiteY510" fmla="*/ 184648 h 949444"/>
                <a:gd name="connsiteX511" fmla="*/ 337992 w 1055399"/>
                <a:gd name="connsiteY511" fmla="*/ 185724 h 949444"/>
                <a:gd name="connsiteX512" fmla="*/ 334963 w 1055399"/>
                <a:gd name="connsiteY512" fmla="*/ 185724 h 949444"/>
                <a:gd name="connsiteX513" fmla="*/ 329208 w 1055399"/>
                <a:gd name="connsiteY513" fmla="*/ 183773 h 949444"/>
                <a:gd name="connsiteX514" fmla="*/ 324530 w 1055399"/>
                <a:gd name="connsiteY514" fmla="*/ 179871 h 949444"/>
                <a:gd name="connsiteX515" fmla="*/ 321939 w 1055399"/>
                <a:gd name="connsiteY515" fmla="*/ 178256 h 949444"/>
                <a:gd name="connsiteX516" fmla="*/ 318237 w 1055399"/>
                <a:gd name="connsiteY516" fmla="*/ 178357 h 949444"/>
                <a:gd name="connsiteX517" fmla="*/ 313761 w 1055399"/>
                <a:gd name="connsiteY517" fmla="*/ 179804 h 949444"/>
                <a:gd name="connsiteX518" fmla="*/ 312179 w 1055399"/>
                <a:gd name="connsiteY518" fmla="*/ 183134 h 949444"/>
                <a:gd name="connsiteX519" fmla="*/ 308409 w 1055399"/>
                <a:gd name="connsiteY519" fmla="*/ 184715 h 949444"/>
                <a:gd name="connsiteX520" fmla="*/ 306390 w 1055399"/>
                <a:gd name="connsiteY520" fmla="*/ 189627 h 949444"/>
                <a:gd name="connsiteX521" fmla="*/ 306087 w 1055399"/>
                <a:gd name="connsiteY521" fmla="*/ 193832 h 949444"/>
                <a:gd name="connsiteX522" fmla="*/ 306087 w 1055399"/>
                <a:gd name="connsiteY522" fmla="*/ 196994 h 949444"/>
                <a:gd name="connsiteX523" fmla="*/ 304337 w 1055399"/>
                <a:gd name="connsiteY523" fmla="*/ 200459 h 949444"/>
                <a:gd name="connsiteX524" fmla="*/ 301308 w 1055399"/>
                <a:gd name="connsiteY524" fmla="*/ 204226 h 949444"/>
                <a:gd name="connsiteX525" fmla="*/ 297977 w 1055399"/>
                <a:gd name="connsiteY525" fmla="*/ 204798 h 949444"/>
                <a:gd name="connsiteX526" fmla="*/ 293198 w 1055399"/>
                <a:gd name="connsiteY526" fmla="*/ 204798 h 949444"/>
                <a:gd name="connsiteX527" fmla="*/ 288856 w 1055399"/>
                <a:gd name="connsiteY527" fmla="*/ 202780 h 949444"/>
                <a:gd name="connsiteX528" fmla="*/ 286669 w 1055399"/>
                <a:gd name="connsiteY528" fmla="*/ 200324 h 949444"/>
                <a:gd name="connsiteX529" fmla="*/ 287409 w 1055399"/>
                <a:gd name="connsiteY529" fmla="*/ 198743 h 949444"/>
                <a:gd name="connsiteX530" fmla="*/ 291178 w 1055399"/>
                <a:gd name="connsiteY530" fmla="*/ 196725 h 949444"/>
                <a:gd name="connsiteX531" fmla="*/ 293770 w 1055399"/>
                <a:gd name="connsiteY531" fmla="*/ 193966 h 949444"/>
                <a:gd name="connsiteX532" fmla="*/ 296227 w 1055399"/>
                <a:gd name="connsiteY532" fmla="*/ 190939 h 949444"/>
                <a:gd name="connsiteX533" fmla="*/ 297977 w 1055399"/>
                <a:gd name="connsiteY533" fmla="*/ 188752 h 949444"/>
                <a:gd name="connsiteX534" fmla="*/ 299424 w 1055399"/>
                <a:gd name="connsiteY534" fmla="*/ 185724 h 949444"/>
                <a:gd name="connsiteX535" fmla="*/ 299424 w 1055399"/>
                <a:gd name="connsiteY535" fmla="*/ 183706 h 949444"/>
                <a:gd name="connsiteX536" fmla="*/ 298852 w 1055399"/>
                <a:gd name="connsiteY536" fmla="*/ 180376 h 949444"/>
                <a:gd name="connsiteX537" fmla="*/ 294948 w 1055399"/>
                <a:gd name="connsiteY537" fmla="*/ 174590 h 949444"/>
                <a:gd name="connsiteX538" fmla="*/ 293803 w 1055399"/>
                <a:gd name="connsiteY538" fmla="*/ 170822 h 949444"/>
                <a:gd name="connsiteX539" fmla="*/ 291212 w 1055399"/>
                <a:gd name="connsiteY539" fmla="*/ 167357 h 949444"/>
                <a:gd name="connsiteX540" fmla="*/ 288183 w 1055399"/>
                <a:gd name="connsiteY540" fmla="*/ 167223 h 949444"/>
                <a:gd name="connsiteX541" fmla="*/ 286736 w 1055399"/>
                <a:gd name="connsiteY541" fmla="*/ 168232 h 949444"/>
                <a:gd name="connsiteX542" fmla="*/ 283707 w 1055399"/>
                <a:gd name="connsiteY542" fmla="*/ 169241 h 949444"/>
                <a:gd name="connsiteX543" fmla="*/ 282967 w 1055399"/>
                <a:gd name="connsiteY543" fmla="*/ 169375 h 949444"/>
                <a:gd name="connsiteX544" fmla="*/ 277178 w 1055399"/>
                <a:gd name="connsiteY544" fmla="*/ 167492 h 949444"/>
                <a:gd name="connsiteX545" fmla="*/ 275159 w 1055399"/>
                <a:gd name="connsiteY545" fmla="*/ 165743 h 949444"/>
                <a:gd name="connsiteX546" fmla="*/ 272702 w 1055399"/>
                <a:gd name="connsiteY546" fmla="*/ 167626 h 949444"/>
                <a:gd name="connsiteX547" fmla="*/ 270817 w 1055399"/>
                <a:gd name="connsiteY547" fmla="*/ 171259 h 949444"/>
                <a:gd name="connsiteX548" fmla="*/ 269640 w 1055399"/>
                <a:gd name="connsiteY548" fmla="*/ 172706 h 949444"/>
                <a:gd name="connsiteX549" fmla="*/ 269640 w 1055399"/>
                <a:gd name="connsiteY549" fmla="*/ 174455 h 949444"/>
                <a:gd name="connsiteX550" fmla="*/ 268495 w 1055399"/>
                <a:gd name="connsiteY550" fmla="*/ 177920 h 949444"/>
                <a:gd name="connsiteX551" fmla="*/ 265904 w 1055399"/>
                <a:gd name="connsiteY551" fmla="*/ 178929 h 949444"/>
                <a:gd name="connsiteX552" fmla="*/ 262269 w 1055399"/>
                <a:gd name="connsiteY552" fmla="*/ 177785 h 949444"/>
                <a:gd name="connsiteX553" fmla="*/ 260519 w 1055399"/>
                <a:gd name="connsiteY553" fmla="*/ 176474 h 949444"/>
                <a:gd name="connsiteX554" fmla="*/ 258062 w 1055399"/>
                <a:gd name="connsiteY554" fmla="*/ 173009 h 949444"/>
                <a:gd name="connsiteX555" fmla="*/ 258062 w 1055399"/>
                <a:gd name="connsiteY555" fmla="*/ 170687 h 949444"/>
                <a:gd name="connsiteX556" fmla="*/ 259072 w 1055399"/>
                <a:gd name="connsiteY556" fmla="*/ 166651 h 949444"/>
                <a:gd name="connsiteX557" fmla="*/ 260654 w 1055399"/>
                <a:gd name="connsiteY557" fmla="*/ 163186 h 949444"/>
                <a:gd name="connsiteX558" fmla="*/ 260788 w 1055399"/>
                <a:gd name="connsiteY558" fmla="*/ 156391 h 949444"/>
                <a:gd name="connsiteX559" fmla="*/ 258904 w 1055399"/>
                <a:gd name="connsiteY559" fmla="*/ 153330 h 949444"/>
                <a:gd name="connsiteX560" fmla="*/ 253115 w 1055399"/>
                <a:gd name="connsiteY560" fmla="*/ 148990 h 949444"/>
                <a:gd name="connsiteX561" fmla="*/ 253687 w 1055399"/>
                <a:gd name="connsiteY561" fmla="*/ 146400 h 949444"/>
                <a:gd name="connsiteX562" fmla="*/ 256884 w 1055399"/>
                <a:gd name="connsiteY562" fmla="*/ 143204 h 949444"/>
                <a:gd name="connsiteX563" fmla="*/ 255303 w 1055399"/>
                <a:gd name="connsiteY563" fmla="*/ 142026 h 949444"/>
                <a:gd name="connsiteX564" fmla="*/ 252543 w 1055399"/>
                <a:gd name="connsiteY564" fmla="*/ 142464 h 949444"/>
                <a:gd name="connsiteX565" fmla="*/ 249514 w 1055399"/>
                <a:gd name="connsiteY565" fmla="*/ 143776 h 949444"/>
                <a:gd name="connsiteX566" fmla="*/ 247932 w 1055399"/>
                <a:gd name="connsiteY566" fmla="*/ 146669 h 949444"/>
                <a:gd name="connsiteX567" fmla="*/ 246788 w 1055399"/>
                <a:gd name="connsiteY567" fmla="*/ 148553 h 949444"/>
                <a:gd name="connsiteX568" fmla="*/ 245475 w 1055399"/>
                <a:gd name="connsiteY568" fmla="*/ 150302 h 949444"/>
                <a:gd name="connsiteX569" fmla="*/ 242716 w 1055399"/>
                <a:gd name="connsiteY569" fmla="*/ 150167 h 949444"/>
                <a:gd name="connsiteX570" fmla="*/ 237499 w 1055399"/>
                <a:gd name="connsiteY570" fmla="*/ 150739 h 949444"/>
                <a:gd name="connsiteX571" fmla="*/ 235749 w 1055399"/>
                <a:gd name="connsiteY571" fmla="*/ 151883 h 949444"/>
                <a:gd name="connsiteX572" fmla="*/ 234874 w 1055399"/>
                <a:gd name="connsiteY572" fmla="*/ 156222 h 949444"/>
                <a:gd name="connsiteX573" fmla="*/ 234874 w 1055399"/>
                <a:gd name="connsiteY573" fmla="*/ 160562 h 949444"/>
                <a:gd name="connsiteX574" fmla="*/ 234874 w 1055399"/>
                <a:gd name="connsiteY574" fmla="*/ 164902 h 949444"/>
                <a:gd name="connsiteX575" fmla="*/ 235615 w 1055399"/>
                <a:gd name="connsiteY575" fmla="*/ 166920 h 949444"/>
                <a:gd name="connsiteX576" fmla="*/ 235480 w 1055399"/>
                <a:gd name="connsiteY576" fmla="*/ 168064 h 949444"/>
                <a:gd name="connsiteX577" fmla="*/ 235177 w 1055399"/>
                <a:gd name="connsiteY577" fmla="*/ 169073 h 949444"/>
                <a:gd name="connsiteX578" fmla="*/ 233158 w 1055399"/>
                <a:gd name="connsiteY578" fmla="*/ 168636 h 949444"/>
                <a:gd name="connsiteX579" fmla="*/ 231845 w 1055399"/>
                <a:gd name="connsiteY579" fmla="*/ 168266 h 949444"/>
                <a:gd name="connsiteX580" fmla="*/ 230600 w 1055399"/>
                <a:gd name="connsiteY580" fmla="*/ 169510 h 949444"/>
                <a:gd name="connsiteX581" fmla="*/ 230163 w 1055399"/>
                <a:gd name="connsiteY581" fmla="*/ 170822 h 949444"/>
                <a:gd name="connsiteX582" fmla="*/ 229658 w 1055399"/>
                <a:gd name="connsiteY582" fmla="*/ 171461 h 949444"/>
                <a:gd name="connsiteX583" fmla="*/ 227134 w 1055399"/>
                <a:gd name="connsiteY583" fmla="*/ 171461 h 949444"/>
                <a:gd name="connsiteX584" fmla="*/ 225889 w 1055399"/>
                <a:gd name="connsiteY584" fmla="*/ 170385 h 949444"/>
                <a:gd name="connsiteX585" fmla="*/ 224239 w 1055399"/>
                <a:gd name="connsiteY585" fmla="*/ 168871 h 949444"/>
                <a:gd name="connsiteX586" fmla="*/ 222860 w 1055399"/>
                <a:gd name="connsiteY586" fmla="*/ 166752 h 949444"/>
                <a:gd name="connsiteX587" fmla="*/ 221985 w 1055399"/>
                <a:gd name="connsiteY587" fmla="*/ 165877 h 949444"/>
                <a:gd name="connsiteX588" fmla="*/ 221177 w 1055399"/>
                <a:gd name="connsiteY588" fmla="*/ 163993 h 949444"/>
                <a:gd name="connsiteX589" fmla="*/ 221177 w 1055399"/>
                <a:gd name="connsiteY589" fmla="*/ 161672 h 949444"/>
                <a:gd name="connsiteX590" fmla="*/ 220167 w 1055399"/>
                <a:gd name="connsiteY590" fmla="*/ 160865 h 949444"/>
                <a:gd name="connsiteX591" fmla="*/ 217710 w 1055399"/>
                <a:gd name="connsiteY591" fmla="*/ 158981 h 949444"/>
                <a:gd name="connsiteX592" fmla="*/ 216331 w 1055399"/>
                <a:gd name="connsiteY592" fmla="*/ 158779 h 949444"/>
                <a:gd name="connsiteX593" fmla="*/ 215186 w 1055399"/>
                <a:gd name="connsiteY593" fmla="*/ 159721 h 949444"/>
                <a:gd name="connsiteX594" fmla="*/ 214244 w 1055399"/>
                <a:gd name="connsiteY594" fmla="*/ 161538 h 949444"/>
                <a:gd name="connsiteX595" fmla="*/ 213302 w 1055399"/>
                <a:gd name="connsiteY595" fmla="*/ 163421 h 949444"/>
                <a:gd name="connsiteX596" fmla="*/ 211787 w 1055399"/>
                <a:gd name="connsiteY596" fmla="*/ 165877 h 949444"/>
                <a:gd name="connsiteX597" fmla="*/ 210037 w 1055399"/>
                <a:gd name="connsiteY597" fmla="*/ 165877 h 949444"/>
                <a:gd name="connsiteX598" fmla="*/ 207513 w 1055399"/>
                <a:gd name="connsiteY598" fmla="*/ 163354 h 949444"/>
                <a:gd name="connsiteX599" fmla="*/ 204383 w 1055399"/>
                <a:gd name="connsiteY599" fmla="*/ 161470 h 949444"/>
                <a:gd name="connsiteX600" fmla="*/ 201354 w 1055399"/>
                <a:gd name="connsiteY600" fmla="*/ 160091 h 949444"/>
                <a:gd name="connsiteX601" fmla="*/ 198090 w 1055399"/>
                <a:gd name="connsiteY601" fmla="*/ 158005 h 949444"/>
                <a:gd name="connsiteX602" fmla="*/ 194758 w 1055399"/>
                <a:gd name="connsiteY602" fmla="*/ 154675 h 949444"/>
                <a:gd name="connsiteX603" fmla="*/ 192873 w 1055399"/>
                <a:gd name="connsiteY603" fmla="*/ 151648 h 949444"/>
                <a:gd name="connsiteX604" fmla="*/ 191628 w 1055399"/>
                <a:gd name="connsiteY604" fmla="*/ 149629 h 949444"/>
                <a:gd name="connsiteX605" fmla="*/ 191628 w 1055399"/>
                <a:gd name="connsiteY605" fmla="*/ 148115 h 949444"/>
                <a:gd name="connsiteX606" fmla="*/ 191561 w 1055399"/>
                <a:gd name="connsiteY606" fmla="*/ 145794 h 949444"/>
                <a:gd name="connsiteX607" fmla="*/ 189609 w 1055399"/>
                <a:gd name="connsiteY607" fmla="*/ 144280 h 949444"/>
                <a:gd name="connsiteX608" fmla="*/ 186412 w 1055399"/>
                <a:gd name="connsiteY608" fmla="*/ 142094 h 949444"/>
                <a:gd name="connsiteX609" fmla="*/ 182340 w 1055399"/>
                <a:gd name="connsiteY609" fmla="*/ 136140 h 949444"/>
                <a:gd name="connsiteX610" fmla="*/ 181397 w 1055399"/>
                <a:gd name="connsiteY610" fmla="*/ 130993 h 949444"/>
                <a:gd name="connsiteX611" fmla="*/ 175306 w 1055399"/>
                <a:gd name="connsiteY611" fmla="*/ 124702 h 949444"/>
                <a:gd name="connsiteX612" fmla="*/ 171402 w 1055399"/>
                <a:gd name="connsiteY612" fmla="*/ 121002 h 949444"/>
                <a:gd name="connsiteX613" fmla="*/ 164233 w 1055399"/>
                <a:gd name="connsiteY613" fmla="*/ 117974 h 949444"/>
                <a:gd name="connsiteX614" fmla="*/ 159892 w 1055399"/>
                <a:gd name="connsiteY614" fmla="*/ 116898 h 949444"/>
                <a:gd name="connsiteX615" fmla="*/ 157267 w 1055399"/>
                <a:gd name="connsiteY615" fmla="*/ 115148 h 949444"/>
                <a:gd name="connsiteX616" fmla="*/ 153565 w 1055399"/>
                <a:gd name="connsiteY616" fmla="*/ 113197 h 949444"/>
                <a:gd name="connsiteX617" fmla="*/ 151613 w 1055399"/>
                <a:gd name="connsiteY617" fmla="*/ 111246 h 949444"/>
                <a:gd name="connsiteX618" fmla="*/ 148988 w 1055399"/>
                <a:gd name="connsiteY618" fmla="*/ 109497 h 949444"/>
                <a:gd name="connsiteX619" fmla="*/ 145286 w 1055399"/>
                <a:gd name="connsiteY619" fmla="*/ 107748 h 949444"/>
                <a:gd name="connsiteX620" fmla="*/ 145286 w 1055399"/>
                <a:gd name="connsiteY620" fmla="*/ 104720 h 949444"/>
                <a:gd name="connsiteX621" fmla="*/ 146161 w 1055399"/>
                <a:gd name="connsiteY621" fmla="*/ 102971 h 949444"/>
                <a:gd name="connsiteX622" fmla="*/ 143771 w 1055399"/>
                <a:gd name="connsiteY622" fmla="*/ 98631 h 949444"/>
                <a:gd name="connsiteX623" fmla="*/ 140507 w 1055399"/>
                <a:gd name="connsiteY623" fmla="*/ 96243 h 949444"/>
                <a:gd name="connsiteX624" fmla="*/ 137478 w 1055399"/>
                <a:gd name="connsiteY624" fmla="*/ 89852 h 949444"/>
                <a:gd name="connsiteX625" fmla="*/ 138555 w 1055399"/>
                <a:gd name="connsiteY625" fmla="*/ 82787 h 949444"/>
                <a:gd name="connsiteX626" fmla="*/ 139867 w 1055399"/>
                <a:gd name="connsiteY626" fmla="*/ 74545 h 949444"/>
                <a:gd name="connsiteX627" fmla="*/ 137478 w 1055399"/>
                <a:gd name="connsiteY627" fmla="*/ 66506 h 949444"/>
                <a:gd name="connsiteX628" fmla="*/ 132463 w 1055399"/>
                <a:gd name="connsiteY628" fmla="*/ 61291 h 949444"/>
                <a:gd name="connsiteX629" fmla="*/ 129838 w 1055399"/>
                <a:gd name="connsiteY629" fmla="*/ 54765 h 949444"/>
                <a:gd name="connsiteX630" fmla="*/ 127449 w 1055399"/>
                <a:gd name="connsiteY630" fmla="*/ 51502 h 949444"/>
                <a:gd name="connsiteX631" fmla="*/ 126372 w 1055399"/>
                <a:gd name="connsiteY631" fmla="*/ 47163 h 949444"/>
                <a:gd name="connsiteX632" fmla="*/ 129401 w 1055399"/>
                <a:gd name="connsiteY632" fmla="*/ 44774 h 949444"/>
                <a:gd name="connsiteX633" fmla="*/ 130713 w 1055399"/>
                <a:gd name="connsiteY633" fmla="*/ 42184 h 949444"/>
                <a:gd name="connsiteX634" fmla="*/ 128526 w 1055399"/>
                <a:gd name="connsiteY634" fmla="*/ 38921 h 949444"/>
                <a:gd name="connsiteX635" fmla="*/ 126338 w 1055399"/>
                <a:gd name="connsiteY635" fmla="*/ 33270 h 949444"/>
                <a:gd name="connsiteX636" fmla="*/ 121761 w 1055399"/>
                <a:gd name="connsiteY636" fmla="*/ 28829 h 949444"/>
                <a:gd name="connsiteX637" fmla="*/ 118295 w 1055399"/>
                <a:gd name="connsiteY637" fmla="*/ 25903 h 949444"/>
                <a:gd name="connsiteX638" fmla="*/ 113953 w 1055399"/>
                <a:gd name="connsiteY638" fmla="*/ 25903 h 949444"/>
                <a:gd name="connsiteX639" fmla="*/ 110924 w 1055399"/>
                <a:gd name="connsiteY639" fmla="*/ 23581 h 949444"/>
                <a:gd name="connsiteX640" fmla="*/ 109343 w 1055399"/>
                <a:gd name="connsiteY640" fmla="*/ 22707 h 949444"/>
                <a:gd name="connsiteX641" fmla="*/ 108602 w 1055399"/>
                <a:gd name="connsiteY641" fmla="*/ 20083 h 949444"/>
                <a:gd name="connsiteX642" fmla="*/ 107727 w 1055399"/>
                <a:gd name="connsiteY642" fmla="*/ 17896 h 949444"/>
                <a:gd name="connsiteX643" fmla="*/ 104463 w 1055399"/>
                <a:gd name="connsiteY643" fmla="*/ 17896 h 949444"/>
                <a:gd name="connsiteX644" fmla="*/ 99179 w 1055399"/>
                <a:gd name="connsiteY644" fmla="*/ 17896 h 949444"/>
                <a:gd name="connsiteX645" fmla="*/ 99179 w 1055399"/>
                <a:gd name="connsiteY645" fmla="*/ 14566 h 949444"/>
                <a:gd name="connsiteX646" fmla="*/ 99179 w 1055399"/>
                <a:gd name="connsiteY646" fmla="*/ 11101 h 949444"/>
                <a:gd name="connsiteX647" fmla="*/ 96722 w 1055399"/>
                <a:gd name="connsiteY647" fmla="*/ 9520 h 949444"/>
                <a:gd name="connsiteX648" fmla="*/ 94972 w 1055399"/>
                <a:gd name="connsiteY648" fmla="*/ 7199 h 949444"/>
                <a:gd name="connsiteX649" fmla="*/ 90631 w 1055399"/>
                <a:gd name="connsiteY649" fmla="*/ 6459 h 949444"/>
                <a:gd name="connsiteX650" fmla="*/ 88309 w 1055399"/>
                <a:gd name="connsiteY650" fmla="*/ 6627 h 949444"/>
                <a:gd name="connsiteX651" fmla="*/ 85549 w 1055399"/>
                <a:gd name="connsiteY651" fmla="*/ 6728 h 949444"/>
                <a:gd name="connsiteX652" fmla="*/ 79188 w 1055399"/>
                <a:gd name="connsiteY652" fmla="*/ 6728 h 949444"/>
                <a:gd name="connsiteX653" fmla="*/ 74409 w 1055399"/>
                <a:gd name="connsiteY653" fmla="*/ 7603 h 949444"/>
                <a:gd name="connsiteX654" fmla="*/ 72222 w 1055399"/>
                <a:gd name="connsiteY654" fmla="*/ 9352 h 949444"/>
                <a:gd name="connsiteX655" fmla="*/ 68318 w 1055399"/>
                <a:gd name="connsiteY655" fmla="*/ 10529 h 949444"/>
                <a:gd name="connsiteX656" fmla="*/ 63976 w 1055399"/>
                <a:gd name="connsiteY656" fmla="*/ 12110 h 949444"/>
                <a:gd name="connsiteX657" fmla="*/ 62226 w 1055399"/>
                <a:gd name="connsiteY657" fmla="*/ 13691 h 949444"/>
                <a:gd name="connsiteX658" fmla="*/ 59197 w 1055399"/>
                <a:gd name="connsiteY658" fmla="*/ 14129 h 949444"/>
                <a:gd name="connsiteX659" fmla="*/ 54553 w 1055399"/>
                <a:gd name="connsiteY659" fmla="*/ 11673 h 949444"/>
                <a:gd name="connsiteX660" fmla="*/ 54553 w 1055399"/>
                <a:gd name="connsiteY660" fmla="*/ 9486 h 949444"/>
                <a:gd name="connsiteX661" fmla="*/ 56741 w 1055399"/>
                <a:gd name="connsiteY661" fmla="*/ 6459 h 949444"/>
                <a:gd name="connsiteX662" fmla="*/ 56875 w 1055399"/>
                <a:gd name="connsiteY662" fmla="*/ 3263 h 949444"/>
                <a:gd name="connsiteX663" fmla="*/ 54553 w 1055399"/>
                <a:gd name="connsiteY663" fmla="*/ 807 h 949444"/>
                <a:gd name="connsiteX664" fmla="*/ 53106 w 1055399"/>
                <a:gd name="connsiteY664" fmla="*/ 67 h 949444"/>
                <a:gd name="connsiteX665" fmla="*/ 49034 w 1055399"/>
                <a:gd name="connsiteY665" fmla="*/ 67 h 949444"/>
                <a:gd name="connsiteX666" fmla="*/ 42976 w 1055399"/>
                <a:gd name="connsiteY666" fmla="*/ 0 h 949444"/>
                <a:gd name="connsiteX667" fmla="*/ 40048 w 1055399"/>
                <a:gd name="connsiteY667" fmla="*/ 2388 h 949444"/>
                <a:gd name="connsiteX668" fmla="*/ 40048 w 1055399"/>
                <a:gd name="connsiteY668" fmla="*/ 4138 h 949444"/>
                <a:gd name="connsiteX669" fmla="*/ 40048 w 1055399"/>
                <a:gd name="connsiteY669" fmla="*/ 5887 h 949444"/>
                <a:gd name="connsiteX670" fmla="*/ 40048 w 1055399"/>
                <a:gd name="connsiteY670" fmla="*/ 7636 h 949444"/>
                <a:gd name="connsiteX671" fmla="*/ 38971 w 1055399"/>
                <a:gd name="connsiteY671" fmla="*/ 9587 h 949444"/>
                <a:gd name="connsiteX672" fmla="*/ 36144 w 1055399"/>
                <a:gd name="connsiteY672" fmla="*/ 10126 h 949444"/>
                <a:gd name="connsiteX673" fmla="*/ 27899 w 1055399"/>
                <a:gd name="connsiteY673" fmla="*/ 10226 h 949444"/>
                <a:gd name="connsiteX674" fmla="*/ 23557 w 1055399"/>
                <a:gd name="connsiteY674" fmla="*/ 10226 h 949444"/>
                <a:gd name="connsiteX675" fmla="*/ 20966 w 1055399"/>
                <a:gd name="connsiteY675" fmla="*/ 9789 h 949444"/>
                <a:gd name="connsiteX676" fmla="*/ 17499 w 1055399"/>
                <a:gd name="connsiteY676" fmla="*/ 10428 h 949444"/>
                <a:gd name="connsiteX677" fmla="*/ 14033 w 1055399"/>
                <a:gd name="connsiteY677" fmla="*/ 12615 h 949444"/>
                <a:gd name="connsiteX678" fmla="*/ 14033 w 1055399"/>
                <a:gd name="connsiteY678" fmla="*/ 12817 h 949444"/>
                <a:gd name="connsiteX679" fmla="*/ 15110 w 1055399"/>
                <a:gd name="connsiteY679" fmla="*/ 16282 h 949444"/>
                <a:gd name="connsiteX680" fmla="*/ 15312 w 1055399"/>
                <a:gd name="connsiteY680" fmla="*/ 17358 h 949444"/>
                <a:gd name="connsiteX681" fmla="*/ 17499 w 1055399"/>
                <a:gd name="connsiteY681" fmla="*/ 22370 h 949444"/>
                <a:gd name="connsiteX682" fmla="*/ 17499 w 1055399"/>
                <a:gd name="connsiteY682" fmla="*/ 24994 h 949444"/>
                <a:gd name="connsiteX683" fmla="*/ 18374 w 1055399"/>
                <a:gd name="connsiteY683" fmla="*/ 27383 h 949444"/>
                <a:gd name="connsiteX684" fmla="*/ 18172 w 1055399"/>
                <a:gd name="connsiteY684" fmla="*/ 30646 h 949444"/>
                <a:gd name="connsiteX685" fmla="*/ 17735 w 1055399"/>
                <a:gd name="connsiteY685" fmla="*/ 34346 h 949444"/>
                <a:gd name="connsiteX686" fmla="*/ 16220 w 1055399"/>
                <a:gd name="connsiteY686" fmla="*/ 37374 h 949444"/>
                <a:gd name="connsiteX687" fmla="*/ 14033 w 1055399"/>
                <a:gd name="connsiteY687" fmla="*/ 39762 h 949444"/>
                <a:gd name="connsiteX688" fmla="*/ 14033 w 1055399"/>
                <a:gd name="connsiteY688" fmla="*/ 42352 h 949444"/>
                <a:gd name="connsiteX689" fmla="*/ 15547 w 1055399"/>
                <a:gd name="connsiteY689" fmla="*/ 43664 h 949444"/>
                <a:gd name="connsiteX690" fmla="*/ 22076 w 1055399"/>
                <a:gd name="connsiteY690" fmla="*/ 47802 h 949444"/>
                <a:gd name="connsiteX691" fmla="*/ 21437 w 1055399"/>
                <a:gd name="connsiteY691" fmla="*/ 51502 h 949444"/>
                <a:gd name="connsiteX692" fmla="*/ 20999 w 1055399"/>
                <a:gd name="connsiteY692" fmla="*/ 55203 h 949444"/>
                <a:gd name="connsiteX693" fmla="*/ 21437 w 1055399"/>
                <a:gd name="connsiteY693" fmla="*/ 57793 h 949444"/>
                <a:gd name="connsiteX694" fmla="*/ 30557 w 1055399"/>
                <a:gd name="connsiteY694" fmla="*/ 58432 h 949444"/>
                <a:gd name="connsiteX695" fmla="*/ 35134 w 1055399"/>
                <a:gd name="connsiteY695" fmla="*/ 58230 h 949444"/>
                <a:gd name="connsiteX696" fmla="*/ 40586 w 1055399"/>
                <a:gd name="connsiteY696" fmla="*/ 57793 h 949444"/>
                <a:gd name="connsiteX697" fmla="*/ 42538 w 1055399"/>
                <a:gd name="connsiteY697" fmla="*/ 60181 h 949444"/>
                <a:gd name="connsiteX698" fmla="*/ 43851 w 1055399"/>
                <a:gd name="connsiteY698" fmla="*/ 61493 h 949444"/>
                <a:gd name="connsiteX699" fmla="*/ 42774 w 1055399"/>
                <a:gd name="connsiteY699" fmla="*/ 64958 h 949444"/>
                <a:gd name="connsiteX700" fmla="*/ 41461 w 1055399"/>
                <a:gd name="connsiteY700" fmla="*/ 66035 h 949444"/>
                <a:gd name="connsiteX701" fmla="*/ 37557 w 1055399"/>
                <a:gd name="connsiteY701" fmla="*/ 72325 h 949444"/>
                <a:gd name="connsiteX702" fmla="*/ 30389 w 1055399"/>
                <a:gd name="connsiteY702" fmla="*/ 78414 h 949444"/>
                <a:gd name="connsiteX703" fmla="*/ 24533 w 1055399"/>
                <a:gd name="connsiteY703" fmla="*/ 86891 h 949444"/>
                <a:gd name="connsiteX704" fmla="*/ 18004 w 1055399"/>
                <a:gd name="connsiteY704" fmla="*/ 91029 h 949444"/>
                <a:gd name="connsiteX705" fmla="*/ 15817 w 1055399"/>
                <a:gd name="connsiteY705" fmla="*/ 94931 h 949444"/>
                <a:gd name="connsiteX706" fmla="*/ 16389 w 1055399"/>
                <a:gd name="connsiteY706" fmla="*/ 97118 h 949444"/>
                <a:gd name="connsiteX707" fmla="*/ 16961 w 1055399"/>
                <a:gd name="connsiteY707" fmla="*/ 99304 h 949444"/>
                <a:gd name="connsiteX708" fmla="*/ 19485 w 1055399"/>
                <a:gd name="connsiteY708" fmla="*/ 101121 h 949444"/>
                <a:gd name="connsiteX709" fmla="*/ 19552 w 1055399"/>
                <a:gd name="connsiteY709" fmla="*/ 102567 h 949444"/>
                <a:gd name="connsiteX710" fmla="*/ 19418 w 1055399"/>
                <a:gd name="connsiteY710" fmla="*/ 104687 h 949444"/>
                <a:gd name="connsiteX711" fmla="*/ 18273 w 1055399"/>
                <a:gd name="connsiteY711" fmla="*/ 107445 h 949444"/>
                <a:gd name="connsiteX712" fmla="*/ 17196 w 1055399"/>
                <a:gd name="connsiteY712" fmla="*/ 109026 h 949444"/>
                <a:gd name="connsiteX713" fmla="*/ 15312 w 1055399"/>
                <a:gd name="connsiteY713" fmla="*/ 110473 h 949444"/>
                <a:gd name="connsiteX714" fmla="*/ 12619 w 1055399"/>
                <a:gd name="connsiteY714" fmla="*/ 111179 h 949444"/>
                <a:gd name="connsiteX715" fmla="*/ 9489 w 1055399"/>
                <a:gd name="connsiteY715" fmla="*/ 111314 h 949444"/>
                <a:gd name="connsiteX716" fmla="*/ 6023 w 1055399"/>
                <a:gd name="connsiteY716" fmla="*/ 111314 h 949444"/>
                <a:gd name="connsiteX717" fmla="*/ 3331 w 1055399"/>
                <a:gd name="connsiteY717" fmla="*/ 111953 h 949444"/>
                <a:gd name="connsiteX718" fmla="*/ 1513 w 1055399"/>
                <a:gd name="connsiteY718" fmla="*/ 113904 h 949444"/>
                <a:gd name="connsiteX719" fmla="*/ 436 w 1055399"/>
                <a:gd name="connsiteY719" fmla="*/ 115418 h 949444"/>
                <a:gd name="connsiteX720" fmla="*/ 66 w 1055399"/>
                <a:gd name="connsiteY720" fmla="*/ 116931 h 949444"/>
                <a:gd name="connsiteX721" fmla="*/ 1143 w 1055399"/>
                <a:gd name="connsiteY721" fmla="*/ 119757 h 949444"/>
                <a:gd name="connsiteX722" fmla="*/ 2960 w 1055399"/>
                <a:gd name="connsiteY722" fmla="*/ 123155 h 949444"/>
                <a:gd name="connsiteX723" fmla="*/ 4273 w 1055399"/>
                <a:gd name="connsiteY723" fmla="*/ 124736 h 949444"/>
                <a:gd name="connsiteX724" fmla="*/ 3634 w 1055399"/>
                <a:gd name="connsiteY724" fmla="*/ 127057 h 949444"/>
                <a:gd name="connsiteX725" fmla="*/ 2826 w 1055399"/>
                <a:gd name="connsiteY725" fmla="*/ 129143 h 949444"/>
                <a:gd name="connsiteX726" fmla="*/ 1816 w 1055399"/>
                <a:gd name="connsiteY726" fmla="*/ 131161 h 949444"/>
                <a:gd name="connsiteX727" fmla="*/ 2018 w 1055399"/>
                <a:gd name="connsiteY727" fmla="*/ 133045 h 949444"/>
                <a:gd name="connsiteX728" fmla="*/ 3095 w 1055399"/>
                <a:gd name="connsiteY728" fmla="*/ 135299 h 949444"/>
                <a:gd name="connsiteX729" fmla="*/ 4845 w 1055399"/>
                <a:gd name="connsiteY729" fmla="*/ 137384 h 949444"/>
                <a:gd name="connsiteX730" fmla="*/ 9927 w 1055399"/>
                <a:gd name="connsiteY730" fmla="*/ 141791 h 949444"/>
                <a:gd name="connsiteX731" fmla="*/ 12014 w 1055399"/>
                <a:gd name="connsiteY731" fmla="*/ 143540 h 949444"/>
                <a:gd name="connsiteX732" fmla="*/ 15413 w 1055399"/>
                <a:gd name="connsiteY732" fmla="*/ 146736 h 949444"/>
                <a:gd name="connsiteX733" fmla="*/ 20562 w 1055399"/>
                <a:gd name="connsiteY733" fmla="*/ 151479 h 949444"/>
                <a:gd name="connsiteX734" fmla="*/ 25240 w 1055399"/>
                <a:gd name="connsiteY734" fmla="*/ 156592 h 949444"/>
                <a:gd name="connsiteX735" fmla="*/ 30355 w 1055399"/>
                <a:gd name="connsiteY735" fmla="*/ 161033 h 949444"/>
                <a:gd name="connsiteX736" fmla="*/ 34495 w 1055399"/>
                <a:gd name="connsiteY736" fmla="*/ 165810 h 949444"/>
                <a:gd name="connsiteX737" fmla="*/ 39812 w 1055399"/>
                <a:gd name="connsiteY737" fmla="*/ 169073 h 949444"/>
                <a:gd name="connsiteX738" fmla="*/ 44490 w 1055399"/>
                <a:gd name="connsiteY738" fmla="*/ 171898 h 949444"/>
                <a:gd name="connsiteX739" fmla="*/ 47856 w 1055399"/>
                <a:gd name="connsiteY739" fmla="*/ 173648 h 949444"/>
                <a:gd name="connsiteX740" fmla="*/ 48495 w 1055399"/>
                <a:gd name="connsiteY740" fmla="*/ 174522 h 949444"/>
                <a:gd name="connsiteX741" fmla="*/ 50111 w 1055399"/>
                <a:gd name="connsiteY741" fmla="*/ 177113 h 949444"/>
                <a:gd name="connsiteX742" fmla="*/ 54789 w 1055399"/>
                <a:gd name="connsiteY742" fmla="*/ 177214 h 949444"/>
                <a:gd name="connsiteX743" fmla="*/ 60644 w 1055399"/>
                <a:gd name="connsiteY743" fmla="*/ 178526 h 949444"/>
                <a:gd name="connsiteX744" fmla="*/ 61856 w 1055399"/>
                <a:gd name="connsiteY744" fmla="*/ 179938 h 949444"/>
                <a:gd name="connsiteX745" fmla="*/ 66534 w 1055399"/>
                <a:gd name="connsiteY745" fmla="*/ 183639 h 949444"/>
                <a:gd name="connsiteX746" fmla="*/ 69799 w 1055399"/>
                <a:gd name="connsiteY746" fmla="*/ 187238 h 949444"/>
                <a:gd name="connsiteX747" fmla="*/ 72390 w 1055399"/>
                <a:gd name="connsiteY747" fmla="*/ 189088 h 949444"/>
                <a:gd name="connsiteX748" fmla="*/ 72827 w 1055399"/>
                <a:gd name="connsiteY748" fmla="*/ 195715 h 949444"/>
                <a:gd name="connsiteX749" fmla="*/ 73265 w 1055399"/>
                <a:gd name="connsiteY749" fmla="*/ 200929 h 949444"/>
                <a:gd name="connsiteX750" fmla="*/ 74140 w 1055399"/>
                <a:gd name="connsiteY750" fmla="*/ 206816 h 949444"/>
                <a:gd name="connsiteX751" fmla="*/ 77068 w 1055399"/>
                <a:gd name="connsiteY751" fmla="*/ 211694 h 949444"/>
                <a:gd name="connsiteX752" fmla="*/ 77943 w 1055399"/>
                <a:gd name="connsiteY752" fmla="*/ 217144 h 949444"/>
                <a:gd name="connsiteX753" fmla="*/ 79794 w 1055399"/>
                <a:gd name="connsiteY753" fmla="*/ 220945 h 949444"/>
                <a:gd name="connsiteX754" fmla="*/ 85111 w 1055399"/>
                <a:gd name="connsiteY754" fmla="*/ 227572 h 949444"/>
                <a:gd name="connsiteX755" fmla="*/ 88813 w 1055399"/>
                <a:gd name="connsiteY755" fmla="*/ 231272 h 949444"/>
                <a:gd name="connsiteX756" fmla="*/ 89352 w 1055399"/>
                <a:gd name="connsiteY756" fmla="*/ 232584 h 949444"/>
                <a:gd name="connsiteX757" fmla="*/ 89453 w 1055399"/>
                <a:gd name="connsiteY757" fmla="*/ 236386 h 949444"/>
                <a:gd name="connsiteX758" fmla="*/ 88813 w 1055399"/>
                <a:gd name="connsiteY758" fmla="*/ 239312 h 949444"/>
                <a:gd name="connsiteX759" fmla="*/ 87938 w 1055399"/>
                <a:gd name="connsiteY759" fmla="*/ 242037 h 949444"/>
                <a:gd name="connsiteX760" fmla="*/ 86626 w 1055399"/>
                <a:gd name="connsiteY760" fmla="*/ 243114 h 949444"/>
                <a:gd name="connsiteX761" fmla="*/ 84472 w 1055399"/>
                <a:gd name="connsiteY761" fmla="*/ 244190 h 949444"/>
                <a:gd name="connsiteX762" fmla="*/ 83698 w 1055399"/>
                <a:gd name="connsiteY762" fmla="*/ 245065 h 949444"/>
                <a:gd name="connsiteX763" fmla="*/ 85111 w 1055399"/>
                <a:gd name="connsiteY763" fmla="*/ 247117 h 949444"/>
                <a:gd name="connsiteX764" fmla="*/ 85885 w 1055399"/>
                <a:gd name="connsiteY764" fmla="*/ 248092 h 949444"/>
                <a:gd name="connsiteX765" fmla="*/ 87736 w 1055399"/>
                <a:gd name="connsiteY765" fmla="*/ 250817 h 949444"/>
                <a:gd name="connsiteX766" fmla="*/ 88376 w 1055399"/>
                <a:gd name="connsiteY766" fmla="*/ 252331 h 949444"/>
                <a:gd name="connsiteX767" fmla="*/ 89991 w 1055399"/>
                <a:gd name="connsiteY767" fmla="*/ 254618 h 949444"/>
                <a:gd name="connsiteX768" fmla="*/ 89116 w 1055399"/>
                <a:gd name="connsiteY768" fmla="*/ 258487 h 949444"/>
                <a:gd name="connsiteX769" fmla="*/ 92717 w 1055399"/>
                <a:gd name="connsiteY769" fmla="*/ 260505 h 949444"/>
                <a:gd name="connsiteX770" fmla="*/ 93155 w 1055399"/>
                <a:gd name="connsiteY770" fmla="*/ 260505 h 949444"/>
                <a:gd name="connsiteX771" fmla="*/ 94938 w 1055399"/>
                <a:gd name="connsiteY771" fmla="*/ 263533 h 949444"/>
                <a:gd name="connsiteX772" fmla="*/ 97496 w 1055399"/>
                <a:gd name="connsiteY772" fmla="*/ 265719 h 949444"/>
                <a:gd name="connsiteX773" fmla="*/ 97496 w 1055399"/>
                <a:gd name="connsiteY773" fmla="*/ 266594 h 949444"/>
                <a:gd name="connsiteX774" fmla="*/ 97496 w 1055399"/>
                <a:gd name="connsiteY774" fmla="*/ 269958 h 949444"/>
                <a:gd name="connsiteX775" fmla="*/ 97496 w 1055399"/>
                <a:gd name="connsiteY775" fmla="*/ 273558 h 949444"/>
                <a:gd name="connsiteX776" fmla="*/ 99347 w 1055399"/>
                <a:gd name="connsiteY776" fmla="*/ 276383 h 949444"/>
                <a:gd name="connsiteX777" fmla="*/ 102511 w 1055399"/>
                <a:gd name="connsiteY777" fmla="*/ 279983 h 949444"/>
                <a:gd name="connsiteX778" fmla="*/ 105674 w 1055399"/>
                <a:gd name="connsiteY778" fmla="*/ 284019 h 949444"/>
                <a:gd name="connsiteX779" fmla="*/ 106751 w 1055399"/>
                <a:gd name="connsiteY779" fmla="*/ 285230 h 949444"/>
                <a:gd name="connsiteX780" fmla="*/ 110117 w 1055399"/>
                <a:gd name="connsiteY780" fmla="*/ 287518 h 949444"/>
                <a:gd name="connsiteX781" fmla="*/ 114357 w 1055399"/>
                <a:gd name="connsiteY781" fmla="*/ 291858 h 949444"/>
                <a:gd name="connsiteX782" fmla="*/ 119674 w 1055399"/>
                <a:gd name="connsiteY782" fmla="*/ 295558 h 949444"/>
                <a:gd name="connsiteX783" fmla="*/ 122266 w 1055399"/>
                <a:gd name="connsiteY783" fmla="*/ 299595 h 949444"/>
                <a:gd name="connsiteX784" fmla="*/ 125968 w 1055399"/>
                <a:gd name="connsiteY784" fmla="*/ 304472 h 949444"/>
                <a:gd name="connsiteX785" fmla="*/ 127045 w 1055399"/>
                <a:gd name="connsiteY785" fmla="*/ 306323 h 949444"/>
                <a:gd name="connsiteX786" fmla="*/ 127045 w 1055399"/>
                <a:gd name="connsiteY786" fmla="*/ 308374 h 949444"/>
                <a:gd name="connsiteX787" fmla="*/ 126708 w 1055399"/>
                <a:gd name="connsiteY787" fmla="*/ 309686 h 949444"/>
                <a:gd name="connsiteX788" fmla="*/ 126372 w 1055399"/>
                <a:gd name="connsiteY788" fmla="*/ 311099 h 949444"/>
                <a:gd name="connsiteX789" fmla="*/ 124184 w 1055399"/>
                <a:gd name="connsiteY789" fmla="*/ 313151 h 949444"/>
                <a:gd name="connsiteX790" fmla="*/ 123208 w 1055399"/>
                <a:gd name="connsiteY790" fmla="*/ 313690 h 949444"/>
                <a:gd name="connsiteX791" fmla="*/ 121795 w 1055399"/>
                <a:gd name="connsiteY791" fmla="*/ 314564 h 949444"/>
                <a:gd name="connsiteX792" fmla="*/ 120381 w 1055399"/>
                <a:gd name="connsiteY792" fmla="*/ 315775 h 949444"/>
                <a:gd name="connsiteX793" fmla="*/ 119069 w 1055399"/>
                <a:gd name="connsiteY793" fmla="*/ 317625 h 949444"/>
                <a:gd name="connsiteX794" fmla="*/ 117319 w 1055399"/>
                <a:gd name="connsiteY794" fmla="*/ 318164 h 949444"/>
                <a:gd name="connsiteX795" fmla="*/ 114391 w 1055399"/>
                <a:gd name="connsiteY795" fmla="*/ 317625 h 949444"/>
                <a:gd name="connsiteX796" fmla="*/ 113516 w 1055399"/>
                <a:gd name="connsiteY796" fmla="*/ 316448 h 949444"/>
                <a:gd name="connsiteX797" fmla="*/ 110924 w 1055399"/>
                <a:gd name="connsiteY797" fmla="*/ 314598 h 949444"/>
                <a:gd name="connsiteX798" fmla="*/ 108198 w 1055399"/>
                <a:gd name="connsiteY798" fmla="*/ 312546 h 949444"/>
                <a:gd name="connsiteX799" fmla="*/ 106583 w 1055399"/>
                <a:gd name="connsiteY799" fmla="*/ 311772 h 949444"/>
                <a:gd name="connsiteX800" fmla="*/ 103655 w 1055399"/>
                <a:gd name="connsiteY800" fmla="*/ 312008 h 949444"/>
                <a:gd name="connsiteX801" fmla="*/ 102578 w 1055399"/>
                <a:gd name="connsiteY801" fmla="*/ 312781 h 949444"/>
                <a:gd name="connsiteX802" fmla="*/ 101804 w 1055399"/>
                <a:gd name="connsiteY802" fmla="*/ 314093 h 949444"/>
                <a:gd name="connsiteX803" fmla="*/ 102241 w 1055399"/>
                <a:gd name="connsiteY803" fmla="*/ 318231 h 949444"/>
                <a:gd name="connsiteX804" fmla="*/ 100189 w 1055399"/>
                <a:gd name="connsiteY804" fmla="*/ 321393 h 949444"/>
                <a:gd name="connsiteX805" fmla="*/ 98876 w 1055399"/>
                <a:gd name="connsiteY805" fmla="*/ 324320 h 949444"/>
                <a:gd name="connsiteX806" fmla="*/ 98237 w 1055399"/>
                <a:gd name="connsiteY806" fmla="*/ 328054 h 949444"/>
                <a:gd name="connsiteX807" fmla="*/ 102679 w 1055399"/>
                <a:gd name="connsiteY807" fmla="*/ 331922 h 949444"/>
                <a:gd name="connsiteX808" fmla="*/ 103554 w 1055399"/>
                <a:gd name="connsiteY808" fmla="*/ 331922 h 949444"/>
                <a:gd name="connsiteX809" fmla="*/ 104732 w 1055399"/>
                <a:gd name="connsiteY809" fmla="*/ 332696 h 949444"/>
                <a:gd name="connsiteX810" fmla="*/ 107996 w 1055399"/>
                <a:gd name="connsiteY810" fmla="*/ 334883 h 949444"/>
                <a:gd name="connsiteX811" fmla="*/ 107996 w 1055399"/>
                <a:gd name="connsiteY811" fmla="*/ 335320 h 949444"/>
                <a:gd name="connsiteX812" fmla="*/ 109477 w 1055399"/>
                <a:gd name="connsiteY812" fmla="*/ 339558 h 949444"/>
                <a:gd name="connsiteX813" fmla="*/ 109645 w 1055399"/>
                <a:gd name="connsiteY813" fmla="*/ 341510 h 949444"/>
                <a:gd name="connsiteX814" fmla="*/ 109645 w 1055399"/>
                <a:gd name="connsiteY814" fmla="*/ 343259 h 949444"/>
                <a:gd name="connsiteX815" fmla="*/ 109881 w 1055399"/>
                <a:gd name="connsiteY815" fmla="*/ 345109 h 949444"/>
                <a:gd name="connsiteX816" fmla="*/ 111833 w 1055399"/>
                <a:gd name="connsiteY816" fmla="*/ 347834 h 949444"/>
                <a:gd name="connsiteX817" fmla="*/ 114559 w 1055399"/>
                <a:gd name="connsiteY817" fmla="*/ 348910 h 949444"/>
                <a:gd name="connsiteX818" fmla="*/ 114896 w 1055399"/>
                <a:gd name="connsiteY818" fmla="*/ 352375 h 949444"/>
                <a:gd name="connsiteX819" fmla="*/ 114896 w 1055399"/>
                <a:gd name="connsiteY819" fmla="*/ 355436 h 949444"/>
                <a:gd name="connsiteX820" fmla="*/ 114896 w 1055399"/>
                <a:gd name="connsiteY820" fmla="*/ 356849 h 949444"/>
                <a:gd name="connsiteX821" fmla="*/ 113583 w 1055399"/>
                <a:gd name="connsiteY821" fmla="*/ 358800 h 949444"/>
                <a:gd name="connsiteX822" fmla="*/ 112506 w 1055399"/>
                <a:gd name="connsiteY822" fmla="*/ 359877 h 949444"/>
                <a:gd name="connsiteX823" fmla="*/ 112271 w 1055399"/>
                <a:gd name="connsiteY823" fmla="*/ 361929 h 949444"/>
                <a:gd name="connsiteX824" fmla="*/ 112910 w 1055399"/>
                <a:gd name="connsiteY824" fmla="*/ 362904 h 949444"/>
                <a:gd name="connsiteX825" fmla="*/ 114088 w 1055399"/>
                <a:gd name="connsiteY825" fmla="*/ 363981 h 949444"/>
                <a:gd name="connsiteX826" fmla="*/ 117689 w 1055399"/>
                <a:gd name="connsiteY826" fmla="*/ 366605 h 949444"/>
                <a:gd name="connsiteX827" fmla="*/ 120079 w 1055399"/>
                <a:gd name="connsiteY827" fmla="*/ 368119 h 949444"/>
                <a:gd name="connsiteX828" fmla="*/ 121593 w 1055399"/>
                <a:gd name="connsiteY828" fmla="*/ 370507 h 949444"/>
                <a:gd name="connsiteX829" fmla="*/ 122569 w 1055399"/>
                <a:gd name="connsiteY829" fmla="*/ 372693 h 949444"/>
                <a:gd name="connsiteX830" fmla="*/ 124420 w 1055399"/>
                <a:gd name="connsiteY830" fmla="*/ 374443 h 949444"/>
                <a:gd name="connsiteX831" fmla="*/ 127583 w 1055399"/>
                <a:gd name="connsiteY831" fmla="*/ 377369 h 949444"/>
                <a:gd name="connsiteX832" fmla="*/ 127920 w 1055399"/>
                <a:gd name="connsiteY832" fmla="*/ 381272 h 949444"/>
                <a:gd name="connsiteX833" fmla="*/ 127482 w 1055399"/>
                <a:gd name="connsiteY833" fmla="*/ 383223 h 949444"/>
                <a:gd name="connsiteX834" fmla="*/ 126170 w 1055399"/>
                <a:gd name="connsiteY834" fmla="*/ 385712 h 949444"/>
                <a:gd name="connsiteX835" fmla="*/ 125194 w 1055399"/>
                <a:gd name="connsiteY835" fmla="*/ 387461 h 949444"/>
                <a:gd name="connsiteX836" fmla="*/ 123040 w 1055399"/>
                <a:gd name="connsiteY836" fmla="*/ 388437 h 949444"/>
                <a:gd name="connsiteX837" fmla="*/ 122064 w 1055399"/>
                <a:gd name="connsiteY837" fmla="*/ 388975 h 949444"/>
                <a:gd name="connsiteX838" fmla="*/ 120550 w 1055399"/>
                <a:gd name="connsiteY838" fmla="*/ 389951 h 949444"/>
                <a:gd name="connsiteX839" fmla="*/ 119910 w 1055399"/>
                <a:gd name="connsiteY839" fmla="*/ 392003 h 949444"/>
                <a:gd name="connsiteX840" fmla="*/ 121526 w 1055399"/>
                <a:gd name="connsiteY840" fmla="*/ 394627 h 949444"/>
                <a:gd name="connsiteX841" fmla="*/ 124016 w 1055399"/>
                <a:gd name="connsiteY841" fmla="*/ 396914 h 949444"/>
                <a:gd name="connsiteX842" fmla="*/ 124218 w 1055399"/>
                <a:gd name="connsiteY842" fmla="*/ 400278 h 949444"/>
                <a:gd name="connsiteX843" fmla="*/ 124117 w 1055399"/>
                <a:gd name="connsiteY843" fmla="*/ 403743 h 949444"/>
                <a:gd name="connsiteX844" fmla="*/ 123242 w 1055399"/>
                <a:gd name="connsiteY844" fmla="*/ 406905 h 949444"/>
                <a:gd name="connsiteX845" fmla="*/ 122805 w 1055399"/>
                <a:gd name="connsiteY845" fmla="*/ 411346 h 949444"/>
                <a:gd name="connsiteX846" fmla="*/ 126170 w 1055399"/>
                <a:gd name="connsiteY846" fmla="*/ 415584 h 949444"/>
                <a:gd name="connsiteX847" fmla="*/ 125833 w 1055399"/>
                <a:gd name="connsiteY847" fmla="*/ 417871 h 949444"/>
                <a:gd name="connsiteX848" fmla="*/ 125396 w 1055399"/>
                <a:gd name="connsiteY848" fmla="*/ 422547 h 949444"/>
                <a:gd name="connsiteX849" fmla="*/ 125396 w 1055399"/>
                <a:gd name="connsiteY849" fmla="*/ 426450 h 949444"/>
                <a:gd name="connsiteX850" fmla="*/ 124420 w 1055399"/>
                <a:gd name="connsiteY850" fmla="*/ 429175 h 949444"/>
                <a:gd name="connsiteX851" fmla="*/ 122905 w 1055399"/>
                <a:gd name="connsiteY851" fmla="*/ 431025 h 949444"/>
                <a:gd name="connsiteX852" fmla="*/ 121828 w 1055399"/>
                <a:gd name="connsiteY852" fmla="*/ 434187 h 949444"/>
                <a:gd name="connsiteX853" fmla="*/ 121828 w 1055399"/>
                <a:gd name="connsiteY853" fmla="*/ 437113 h 949444"/>
                <a:gd name="connsiteX854" fmla="*/ 122703 w 1055399"/>
                <a:gd name="connsiteY854" fmla="*/ 442866 h 949444"/>
                <a:gd name="connsiteX855" fmla="*/ 123780 w 1055399"/>
                <a:gd name="connsiteY855" fmla="*/ 447205 h 949444"/>
                <a:gd name="connsiteX856" fmla="*/ 126372 w 1055399"/>
                <a:gd name="connsiteY856" fmla="*/ 455144 h 949444"/>
                <a:gd name="connsiteX857" fmla="*/ 127247 w 1055399"/>
                <a:gd name="connsiteY857" fmla="*/ 460156 h 949444"/>
                <a:gd name="connsiteX858" fmla="*/ 128122 w 1055399"/>
                <a:gd name="connsiteY858" fmla="*/ 468398 h 949444"/>
                <a:gd name="connsiteX859" fmla="*/ 128357 w 1055399"/>
                <a:gd name="connsiteY859" fmla="*/ 480778 h 949444"/>
                <a:gd name="connsiteX860" fmla="*/ 124656 w 1055399"/>
                <a:gd name="connsiteY860" fmla="*/ 486631 h 949444"/>
                <a:gd name="connsiteX861" fmla="*/ 121828 w 1055399"/>
                <a:gd name="connsiteY861" fmla="*/ 491206 h 949444"/>
                <a:gd name="connsiteX862" fmla="*/ 120079 w 1055399"/>
                <a:gd name="connsiteY862" fmla="*/ 495781 h 949444"/>
                <a:gd name="connsiteX863" fmla="*/ 117891 w 1055399"/>
                <a:gd name="connsiteY863" fmla="*/ 498405 h 949444"/>
                <a:gd name="connsiteX864" fmla="*/ 116915 w 1055399"/>
                <a:gd name="connsiteY864" fmla="*/ 499044 h 949444"/>
                <a:gd name="connsiteX865" fmla="*/ 114828 w 1055399"/>
                <a:gd name="connsiteY865" fmla="*/ 501399 h 949444"/>
                <a:gd name="connsiteX866" fmla="*/ 114828 w 1055399"/>
                <a:gd name="connsiteY866" fmla="*/ 504864 h 949444"/>
                <a:gd name="connsiteX867" fmla="*/ 115703 w 1055399"/>
                <a:gd name="connsiteY867" fmla="*/ 510952 h 949444"/>
                <a:gd name="connsiteX868" fmla="*/ 116141 w 1055399"/>
                <a:gd name="connsiteY868" fmla="*/ 513240 h 949444"/>
                <a:gd name="connsiteX869" fmla="*/ 118530 w 1055399"/>
                <a:gd name="connsiteY869" fmla="*/ 516167 h 949444"/>
                <a:gd name="connsiteX870" fmla="*/ 120920 w 1055399"/>
                <a:gd name="connsiteY870" fmla="*/ 516167 h 949444"/>
                <a:gd name="connsiteX871" fmla="*/ 121997 w 1055399"/>
                <a:gd name="connsiteY871" fmla="*/ 519194 h 949444"/>
                <a:gd name="connsiteX872" fmla="*/ 122199 w 1055399"/>
                <a:gd name="connsiteY872" fmla="*/ 523971 h 949444"/>
                <a:gd name="connsiteX873" fmla="*/ 121997 w 1055399"/>
                <a:gd name="connsiteY873" fmla="*/ 529185 h 949444"/>
                <a:gd name="connsiteX874" fmla="*/ 122636 w 1055399"/>
                <a:gd name="connsiteY874" fmla="*/ 532011 h 949444"/>
                <a:gd name="connsiteX875" fmla="*/ 122838 w 1055399"/>
                <a:gd name="connsiteY875" fmla="*/ 539613 h 949444"/>
                <a:gd name="connsiteX876" fmla="*/ 123713 w 1055399"/>
                <a:gd name="connsiteY876" fmla="*/ 545467 h 949444"/>
                <a:gd name="connsiteX877" fmla="*/ 122838 w 1055399"/>
                <a:gd name="connsiteY877" fmla="*/ 549806 h 949444"/>
                <a:gd name="connsiteX878" fmla="*/ 124353 w 1055399"/>
                <a:gd name="connsiteY878" fmla="*/ 554583 h 949444"/>
                <a:gd name="connsiteX879" fmla="*/ 123377 w 1055399"/>
                <a:gd name="connsiteY879" fmla="*/ 557846 h 949444"/>
                <a:gd name="connsiteX880" fmla="*/ 126978 w 1055399"/>
                <a:gd name="connsiteY880" fmla="*/ 562085 h 949444"/>
                <a:gd name="connsiteX881" fmla="*/ 127314 w 1055399"/>
                <a:gd name="connsiteY881" fmla="*/ 565785 h 949444"/>
                <a:gd name="connsiteX882" fmla="*/ 127954 w 1055399"/>
                <a:gd name="connsiteY882" fmla="*/ 575339 h 949444"/>
                <a:gd name="connsiteX883" fmla="*/ 127516 w 1055399"/>
                <a:gd name="connsiteY883" fmla="*/ 577963 h 949444"/>
                <a:gd name="connsiteX884" fmla="*/ 126641 w 1055399"/>
                <a:gd name="connsiteY884" fmla="*/ 580990 h 949444"/>
                <a:gd name="connsiteX885" fmla="*/ 125127 w 1055399"/>
                <a:gd name="connsiteY885" fmla="*/ 587718 h 949444"/>
                <a:gd name="connsiteX886" fmla="*/ 122535 w 1055399"/>
                <a:gd name="connsiteY886" fmla="*/ 593470 h 949444"/>
                <a:gd name="connsiteX887" fmla="*/ 120415 w 1055399"/>
                <a:gd name="connsiteY887" fmla="*/ 600198 h 949444"/>
                <a:gd name="connsiteX888" fmla="*/ 118295 w 1055399"/>
                <a:gd name="connsiteY888" fmla="*/ 603798 h 949444"/>
                <a:gd name="connsiteX889" fmla="*/ 118295 w 1055399"/>
                <a:gd name="connsiteY889" fmla="*/ 607397 h 949444"/>
                <a:gd name="connsiteX890" fmla="*/ 119170 w 1055399"/>
                <a:gd name="connsiteY890" fmla="*/ 611535 h 949444"/>
                <a:gd name="connsiteX891" fmla="*/ 119506 w 1055399"/>
                <a:gd name="connsiteY891" fmla="*/ 615336 h 949444"/>
                <a:gd name="connsiteX892" fmla="*/ 120045 w 1055399"/>
                <a:gd name="connsiteY892" fmla="*/ 618599 h 949444"/>
                <a:gd name="connsiteX893" fmla="*/ 120045 w 1055399"/>
                <a:gd name="connsiteY893" fmla="*/ 626538 h 949444"/>
                <a:gd name="connsiteX894" fmla="*/ 120381 w 1055399"/>
                <a:gd name="connsiteY894" fmla="*/ 629263 h 949444"/>
                <a:gd name="connsiteX895" fmla="*/ 119304 w 1055399"/>
                <a:gd name="connsiteY895" fmla="*/ 633165 h 949444"/>
                <a:gd name="connsiteX896" fmla="*/ 118766 w 1055399"/>
                <a:gd name="connsiteY896" fmla="*/ 635991 h 949444"/>
                <a:gd name="connsiteX897" fmla="*/ 118429 w 1055399"/>
                <a:gd name="connsiteY897" fmla="*/ 641642 h 949444"/>
                <a:gd name="connsiteX898" fmla="*/ 119304 w 1055399"/>
                <a:gd name="connsiteY898" fmla="*/ 646083 h 949444"/>
                <a:gd name="connsiteX899" fmla="*/ 120819 w 1055399"/>
                <a:gd name="connsiteY899" fmla="*/ 654997 h 949444"/>
                <a:gd name="connsiteX900" fmla="*/ 125833 w 1055399"/>
                <a:gd name="connsiteY900" fmla="*/ 662062 h 949444"/>
                <a:gd name="connsiteX901" fmla="*/ 129636 w 1055399"/>
                <a:gd name="connsiteY901" fmla="*/ 666502 h 949444"/>
                <a:gd name="connsiteX902" fmla="*/ 134516 w 1055399"/>
                <a:gd name="connsiteY902" fmla="*/ 672894 h 949444"/>
                <a:gd name="connsiteX903" fmla="*/ 140608 w 1055399"/>
                <a:gd name="connsiteY903" fmla="*/ 672557 h 949444"/>
                <a:gd name="connsiteX904" fmla="*/ 141819 w 1055399"/>
                <a:gd name="connsiteY904" fmla="*/ 667881 h 949444"/>
                <a:gd name="connsiteX905" fmla="*/ 142694 w 1055399"/>
                <a:gd name="connsiteY905" fmla="*/ 659942 h 949444"/>
                <a:gd name="connsiteX906" fmla="*/ 142694 w 1055399"/>
                <a:gd name="connsiteY906" fmla="*/ 656040 h 949444"/>
                <a:gd name="connsiteX907" fmla="*/ 140944 w 1055399"/>
                <a:gd name="connsiteY907" fmla="*/ 649951 h 949444"/>
                <a:gd name="connsiteX908" fmla="*/ 140944 w 1055399"/>
                <a:gd name="connsiteY908" fmla="*/ 647361 h 949444"/>
                <a:gd name="connsiteX909" fmla="*/ 141718 w 1055399"/>
                <a:gd name="connsiteY909" fmla="*/ 643123 h 949444"/>
                <a:gd name="connsiteX910" fmla="*/ 142257 w 1055399"/>
                <a:gd name="connsiteY910" fmla="*/ 640936 h 949444"/>
                <a:gd name="connsiteX911" fmla="*/ 143132 w 1055399"/>
                <a:gd name="connsiteY911" fmla="*/ 639086 h 949444"/>
                <a:gd name="connsiteX912" fmla="*/ 145622 w 1055399"/>
                <a:gd name="connsiteY912" fmla="*/ 637471 h 949444"/>
                <a:gd name="connsiteX913" fmla="*/ 149762 w 1055399"/>
                <a:gd name="connsiteY913" fmla="*/ 637236 h 949444"/>
                <a:gd name="connsiteX914" fmla="*/ 153127 w 1055399"/>
                <a:gd name="connsiteY914" fmla="*/ 636361 h 949444"/>
                <a:gd name="connsiteX915" fmla="*/ 154541 w 1055399"/>
                <a:gd name="connsiteY915" fmla="*/ 635486 h 949444"/>
                <a:gd name="connsiteX916" fmla="*/ 157132 w 1055399"/>
                <a:gd name="connsiteY916" fmla="*/ 632862 h 949444"/>
                <a:gd name="connsiteX917" fmla="*/ 159858 w 1055399"/>
                <a:gd name="connsiteY917" fmla="*/ 629936 h 949444"/>
                <a:gd name="connsiteX918" fmla="*/ 161474 w 1055399"/>
                <a:gd name="connsiteY918" fmla="*/ 627447 h 949444"/>
                <a:gd name="connsiteX919" fmla="*/ 164200 w 1055399"/>
                <a:gd name="connsiteY919" fmla="*/ 623746 h 949444"/>
                <a:gd name="connsiteX920" fmla="*/ 165714 w 1055399"/>
                <a:gd name="connsiteY920" fmla="*/ 619507 h 949444"/>
                <a:gd name="connsiteX921" fmla="*/ 167228 w 1055399"/>
                <a:gd name="connsiteY921" fmla="*/ 617893 h 949444"/>
                <a:gd name="connsiteX922" fmla="*/ 170594 w 1055399"/>
                <a:gd name="connsiteY922" fmla="*/ 614731 h 949444"/>
                <a:gd name="connsiteX923" fmla="*/ 170931 w 1055399"/>
                <a:gd name="connsiteY923" fmla="*/ 611131 h 949444"/>
                <a:gd name="connsiteX924" fmla="*/ 171806 w 1055399"/>
                <a:gd name="connsiteY924" fmla="*/ 609718 h 949444"/>
                <a:gd name="connsiteX925" fmla="*/ 173421 w 1055399"/>
                <a:gd name="connsiteY925" fmla="*/ 607330 h 949444"/>
                <a:gd name="connsiteX926" fmla="*/ 174397 w 1055399"/>
                <a:gd name="connsiteY926" fmla="*/ 606253 h 949444"/>
                <a:gd name="connsiteX927" fmla="*/ 176349 w 1055399"/>
                <a:gd name="connsiteY927" fmla="*/ 605480 h 949444"/>
                <a:gd name="connsiteX928" fmla="*/ 180152 w 1055399"/>
                <a:gd name="connsiteY928" fmla="*/ 605042 h 949444"/>
                <a:gd name="connsiteX929" fmla="*/ 182104 w 1055399"/>
                <a:gd name="connsiteY929" fmla="*/ 605244 h 949444"/>
                <a:gd name="connsiteX930" fmla="*/ 184056 w 1055399"/>
                <a:gd name="connsiteY930" fmla="*/ 607969 h 949444"/>
                <a:gd name="connsiteX931" fmla="*/ 183181 w 1055399"/>
                <a:gd name="connsiteY931" fmla="*/ 609382 h 949444"/>
                <a:gd name="connsiteX932" fmla="*/ 181969 w 1055399"/>
                <a:gd name="connsiteY932" fmla="*/ 611770 h 949444"/>
                <a:gd name="connsiteX933" fmla="*/ 181330 w 1055399"/>
                <a:gd name="connsiteY933" fmla="*/ 614495 h 949444"/>
                <a:gd name="connsiteX934" fmla="*/ 181767 w 1055399"/>
                <a:gd name="connsiteY934" fmla="*/ 618532 h 949444"/>
                <a:gd name="connsiteX935" fmla="*/ 182743 w 1055399"/>
                <a:gd name="connsiteY935" fmla="*/ 621156 h 949444"/>
                <a:gd name="connsiteX936" fmla="*/ 184359 w 1055399"/>
                <a:gd name="connsiteY936" fmla="*/ 624520 h 949444"/>
                <a:gd name="connsiteX937" fmla="*/ 187623 w 1055399"/>
                <a:gd name="connsiteY937" fmla="*/ 627682 h 949444"/>
                <a:gd name="connsiteX938" fmla="*/ 189575 w 1055399"/>
                <a:gd name="connsiteY938" fmla="*/ 631382 h 949444"/>
                <a:gd name="connsiteX939" fmla="*/ 193378 w 1055399"/>
                <a:gd name="connsiteY939" fmla="*/ 634309 h 949444"/>
                <a:gd name="connsiteX940" fmla="*/ 198696 w 1055399"/>
                <a:gd name="connsiteY940" fmla="*/ 633973 h 949444"/>
                <a:gd name="connsiteX941" fmla="*/ 200648 w 1055399"/>
                <a:gd name="connsiteY941" fmla="*/ 636563 h 949444"/>
                <a:gd name="connsiteX942" fmla="*/ 201825 w 1055399"/>
                <a:gd name="connsiteY942" fmla="*/ 640902 h 949444"/>
                <a:gd name="connsiteX943" fmla="*/ 204989 w 1055399"/>
                <a:gd name="connsiteY943" fmla="*/ 648942 h 949444"/>
                <a:gd name="connsiteX944" fmla="*/ 208893 w 1055399"/>
                <a:gd name="connsiteY944" fmla="*/ 655569 h 949444"/>
                <a:gd name="connsiteX945" fmla="*/ 208994 w 1055399"/>
                <a:gd name="connsiteY945" fmla="*/ 658630 h 949444"/>
                <a:gd name="connsiteX946" fmla="*/ 210205 w 1055399"/>
                <a:gd name="connsiteY946" fmla="*/ 662432 h 949444"/>
                <a:gd name="connsiteX947" fmla="*/ 213234 w 1055399"/>
                <a:gd name="connsiteY947" fmla="*/ 666435 h 949444"/>
                <a:gd name="connsiteX948" fmla="*/ 215287 w 1055399"/>
                <a:gd name="connsiteY948" fmla="*/ 667511 h 949444"/>
                <a:gd name="connsiteX949" fmla="*/ 218215 w 1055399"/>
                <a:gd name="connsiteY949" fmla="*/ 669563 h 949444"/>
                <a:gd name="connsiteX950" fmla="*/ 218855 w 1055399"/>
                <a:gd name="connsiteY950" fmla="*/ 671178 h 949444"/>
                <a:gd name="connsiteX951" fmla="*/ 219191 w 1055399"/>
                <a:gd name="connsiteY951" fmla="*/ 673264 h 949444"/>
                <a:gd name="connsiteX952" fmla="*/ 218855 w 1055399"/>
                <a:gd name="connsiteY952" fmla="*/ 677065 h 949444"/>
                <a:gd name="connsiteX953" fmla="*/ 218081 w 1055399"/>
                <a:gd name="connsiteY953" fmla="*/ 679117 h 949444"/>
                <a:gd name="connsiteX954" fmla="*/ 215893 w 1055399"/>
                <a:gd name="connsiteY954" fmla="*/ 681943 h 949444"/>
                <a:gd name="connsiteX955" fmla="*/ 214379 w 1055399"/>
                <a:gd name="connsiteY955" fmla="*/ 682716 h 949444"/>
                <a:gd name="connsiteX956" fmla="*/ 211787 w 1055399"/>
                <a:gd name="connsiteY956" fmla="*/ 683356 h 949444"/>
                <a:gd name="connsiteX957" fmla="*/ 206234 w 1055399"/>
                <a:gd name="connsiteY957" fmla="*/ 684331 h 949444"/>
                <a:gd name="connsiteX958" fmla="*/ 204383 w 1055399"/>
                <a:gd name="connsiteY958" fmla="*/ 684768 h 949444"/>
                <a:gd name="connsiteX959" fmla="*/ 202532 w 1055399"/>
                <a:gd name="connsiteY959" fmla="*/ 685643 h 949444"/>
                <a:gd name="connsiteX960" fmla="*/ 202532 w 1055399"/>
                <a:gd name="connsiteY960" fmla="*/ 688570 h 949444"/>
                <a:gd name="connsiteX961" fmla="*/ 204047 w 1055399"/>
                <a:gd name="connsiteY961" fmla="*/ 692606 h 949444"/>
                <a:gd name="connsiteX962" fmla="*/ 205124 w 1055399"/>
                <a:gd name="connsiteY962" fmla="*/ 696509 h 949444"/>
                <a:gd name="connsiteX963" fmla="*/ 207311 w 1055399"/>
                <a:gd name="connsiteY963" fmla="*/ 700646 h 949444"/>
                <a:gd name="connsiteX964" fmla="*/ 210138 w 1055399"/>
                <a:gd name="connsiteY964" fmla="*/ 703573 h 949444"/>
                <a:gd name="connsiteX965" fmla="*/ 212965 w 1055399"/>
                <a:gd name="connsiteY965" fmla="*/ 708350 h 949444"/>
                <a:gd name="connsiteX966" fmla="*/ 214816 w 1055399"/>
                <a:gd name="connsiteY966" fmla="*/ 712689 h 949444"/>
                <a:gd name="connsiteX967" fmla="*/ 217408 w 1055399"/>
                <a:gd name="connsiteY967" fmla="*/ 717466 h 949444"/>
                <a:gd name="connsiteX968" fmla="*/ 221749 w 1055399"/>
                <a:gd name="connsiteY968" fmla="*/ 723454 h 949444"/>
                <a:gd name="connsiteX969" fmla="*/ 226326 w 1055399"/>
                <a:gd name="connsiteY969" fmla="*/ 726482 h 949444"/>
                <a:gd name="connsiteX970" fmla="*/ 232417 w 1055399"/>
                <a:gd name="connsiteY970" fmla="*/ 727121 h 949444"/>
                <a:gd name="connsiteX971" fmla="*/ 236321 w 1055399"/>
                <a:gd name="connsiteY971" fmla="*/ 726145 h 949444"/>
                <a:gd name="connsiteX972" fmla="*/ 240124 w 1055399"/>
                <a:gd name="connsiteY972" fmla="*/ 721806 h 949444"/>
                <a:gd name="connsiteX973" fmla="*/ 241874 w 1055399"/>
                <a:gd name="connsiteY973" fmla="*/ 719215 h 949444"/>
                <a:gd name="connsiteX974" fmla="*/ 243187 w 1055399"/>
                <a:gd name="connsiteY974" fmla="*/ 718576 h 949444"/>
                <a:gd name="connsiteX975" fmla="*/ 245576 w 1055399"/>
                <a:gd name="connsiteY975" fmla="*/ 718778 h 949444"/>
                <a:gd name="connsiteX976" fmla="*/ 246216 w 1055399"/>
                <a:gd name="connsiteY976" fmla="*/ 720628 h 949444"/>
                <a:gd name="connsiteX977" fmla="*/ 250019 w 1055399"/>
                <a:gd name="connsiteY977" fmla="*/ 722916 h 949444"/>
                <a:gd name="connsiteX978" fmla="*/ 254259 w 1055399"/>
                <a:gd name="connsiteY978" fmla="*/ 724362 h 949444"/>
                <a:gd name="connsiteX979" fmla="*/ 257154 w 1055399"/>
                <a:gd name="connsiteY979" fmla="*/ 719888 h 949444"/>
                <a:gd name="connsiteX980" fmla="*/ 258298 w 1055399"/>
                <a:gd name="connsiteY980" fmla="*/ 719316 h 949444"/>
                <a:gd name="connsiteX981" fmla="*/ 261495 w 1055399"/>
                <a:gd name="connsiteY981" fmla="*/ 718307 h 949444"/>
                <a:gd name="connsiteX982" fmla="*/ 263817 w 1055399"/>
                <a:gd name="connsiteY982" fmla="*/ 719182 h 949444"/>
                <a:gd name="connsiteX983" fmla="*/ 267014 w 1055399"/>
                <a:gd name="connsiteY983" fmla="*/ 722209 h 949444"/>
                <a:gd name="connsiteX984" fmla="*/ 267452 w 1055399"/>
                <a:gd name="connsiteY984" fmla="*/ 727289 h 949444"/>
                <a:gd name="connsiteX985" fmla="*/ 269337 w 1055399"/>
                <a:gd name="connsiteY985" fmla="*/ 733815 h 949444"/>
                <a:gd name="connsiteX986" fmla="*/ 271524 w 1055399"/>
                <a:gd name="connsiteY986" fmla="*/ 739904 h 949444"/>
                <a:gd name="connsiteX987" fmla="*/ 274553 w 1055399"/>
                <a:gd name="connsiteY987" fmla="*/ 744546 h 949444"/>
                <a:gd name="connsiteX988" fmla="*/ 279029 w 1055399"/>
                <a:gd name="connsiteY988" fmla="*/ 751072 h 949444"/>
                <a:gd name="connsiteX989" fmla="*/ 279904 w 1055399"/>
                <a:gd name="connsiteY989" fmla="*/ 753965 h 949444"/>
                <a:gd name="connsiteX990" fmla="*/ 279904 w 1055399"/>
                <a:gd name="connsiteY990" fmla="*/ 760323 h 949444"/>
                <a:gd name="connsiteX991" fmla="*/ 280644 w 1055399"/>
                <a:gd name="connsiteY991" fmla="*/ 766546 h 949444"/>
                <a:gd name="connsiteX992" fmla="*/ 280342 w 1055399"/>
                <a:gd name="connsiteY992" fmla="*/ 770449 h 949444"/>
                <a:gd name="connsiteX993" fmla="*/ 285121 w 1055399"/>
                <a:gd name="connsiteY993" fmla="*/ 775091 h 949444"/>
                <a:gd name="connsiteX994" fmla="*/ 287712 w 1055399"/>
                <a:gd name="connsiteY994" fmla="*/ 775091 h 949444"/>
                <a:gd name="connsiteX995" fmla="*/ 292356 w 1055399"/>
                <a:gd name="connsiteY995" fmla="*/ 774788 h 949444"/>
                <a:gd name="connsiteX996" fmla="*/ 293803 w 1055399"/>
                <a:gd name="connsiteY996" fmla="*/ 780440 h 949444"/>
                <a:gd name="connsiteX997" fmla="*/ 294376 w 1055399"/>
                <a:gd name="connsiteY997" fmla="*/ 785956 h 949444"/>
                <a:gd name="connsiteX998" fmla="*/ 297001 w 1055399"/>
                <a:gd name="connsiteY998" fmla="*/ 797831 h 949444"/>
                <a:gd name="connsiteX999" fmla="*/ 298448 w 1055399"/>
                <a:gd name="connsiteY999" fmla="*/ 801161 h 949444"/>
                <a:gd name="connsiteX1000" fmla="*/ 300635 w 1055399"/>
                <a:gd name="connsiteY1000" fmla="*/ 804492 h 949444"/>
                <a:gd name="connsiteX1001" fmla="*/ 306424 w 1055399"/>
                <a:gd name="connsiteY1001" fmla="*/ 806948 h 949444"/>
                <a:gd name="connsiteX1002" fmla="*/ 306491 w 1055399"/>
                <a:gd name="connsiteY1002" fmla="*/ 809134 h 949444"/>
                <a:gd name="connsiteX1003" fmla="*/ 305986 w 1055399"/>
                <a:gd name="connsiteY1003" fmla="*/ 815088 h 949444"/>
                <a:gd name="connsiteX1004" fmla="*/ 305986 w 1055399"/>
                <a:gd name="connsiteY1004" fmla="*/ 817679 h 949444"/>
                <a:gd name="connsiteX1005" fmla="*/ 306727 w 1055399"/>
                <a:gd name="connsiteY1005" fmla="*/ 819697 h 949444"/>
                <a:gd name="connsiteX1006" fmla="*/ 309116 w 1055399"/>
                <a:gd name="connsiteY1006" fmla="*/ 825651 h 949444"/>
                <a:gd name="connsiteX1007" fmla="*/ 311506 w 1055399"/>
                <a:gd name="connsiteY1007" fmla="*/ 830428 h 949444"/>
                <a:gd name="connsiteX1008" fmla="*/ 314131 w 1055399"/>
                <a:gd name="connsiteY1008" fmla="*/ 834330 h 949444"/>
                <a:gd name="connsiteX1009" fmla="*/ 319919 w 1055399"/>
                <a:gd name="connsiteY1009" fmla="*/ 836517 h 949444"/>
                <a:gd name="connsiteX1010" fmla="*/ 322679 w 1055399"/>
                <a:gd name="connsiteY1010" fmla="*/ 837391 h 949444"/>
                <a:gd name="connsiteX1011" fmla="*/ 325001 w 1055399"/>
                <a:gd name="connsiteY1011" fmla="*/ 838569 h 949444"/>
                <a:gd name="connsiteX1012" fmla="*/ 328198 w 1055399"/>
                <a:gd name="connsiteY1012" fmla="*/ 842908 h 949444"/>
                <a:gd name="connsiteX1013" fmla="*/ 329073 w 1055399"/>
                <a:gd name="connsiteY1013" fmla="*/ 849132 h 949444"/>
                <a:gd name="connsiteX1014" fmla="*/ 328939 w 1055399"/>
                <a:gd name="connsiteY1014" fmla="*/ 850713 h 949444"/>
                <a:gd name="connsiteX1015" fmla="*/ 328501 w 1055399"/>
                <a:gd name="connsiteY1015" fmla="*/ 854178 h 949444"/>
                <a:gd name="connsiteX1016" fmla="*/ 327626 w 1055399"/>
                <a:gd name="connsiteY1016" fmla="*/ 856499 h 949444"/>
                <a:gd name="connsiteX1017" fmla="*/ 328064 w 1055399"/>
                <a:gd name="connsiteY1017" fmla="*/ 858955 h 949444"/>
                <a:gd name="connsiteX1018" fmla="*/ 331530 w 1055399"/>
                <a:gd name="connsiteY1018" fmla="*/ 859695 h 949444"/>
                <a:gd name="connsiteX1019" fmla="*/ 338934 w 1055399"/>
                <a:gd name="connsiteY1019" fmla="*/ 855490 h 949444"/>
                <a:gd name="connsiteX1020" fmla="*/ 340819 w 1055399"/>
                <a:gd name="connsiteY1020" fmla="*/ 855927 h 949444"/>
                <a:gd name="connsiteX1021" fmla="*/ 338362 w 1055399"/>
                <a:gd name="connsiteY1021" fmla="*/ 863328 h 949444"/>
                <a:gd name="connsiteX1022" fmla="*/ 337050 w 1055399"/>
                <a:gd name="connsiteY1022" fmla="*/ 865783 h 949444"/>
                <a:gd name="connsiteX1023" fmla="*/ 334727 w 1055399"/>
                <a:gd name="connsiteY1023" fmla="*/ 868104 h 949444"/>
                <a:gd name="connsiteX1024" fmla="*/ 330958 w 1055399"/>
                <a:gd name="connsiteY1024" fmla="*/ 870291 h 949444"/>
                <a:gd name="connsiteX1025" fmla="*/ 326919 w 1055399"/>
                <a:gd name="connsiteY1025" fmla="*/ 871300 h 949444"/>
                <a:gd name="connsiteX1026" fmla="*/ 324732 w 1055399"/>
                <a:gd name="connsiteY1026" fmla="*/ 873319 h 949444"/>
                <a:gd name="connsiteX1027" fmla="*/ 324867 w 1055399"/>
                <a:gd name="connsiteY1027" fmla="*/ 876952 h 949444"/>
                <a:gd name="connsiteX1028" fmla="*/ 326617 w 1055399"/>
                <a:gd name="connsiteY1028" fmla="*/ 881728 h 949444"/>
                <a:gd name="connsiteX1029" fmla="*/ 333011 w 1055399"/>
                <a:gd name="connsiteY1029" fmla="*/ 885799 h 949444"/>
                <a:gd name="connsiteX1030" fmla="*/ 339977 w 1055399"/>
                <a:gd name="connsiteY1030" fmla="*/ 888995 h 949444"/>
                <a:gd name="connsiteX1031" fmla="*/ 343309 w 1055399"/>
                <a:gd name="connsiteY1031" fmla="*/ 892190 h 949444"/>
                <a:gd name="connsiteX1032" fmla="*/ 344184 w 1055399"/>
                <a:gd name="connsiteY1032" fmla="*/ 894209 h 949444"/>
                <a:gd name="connsiteX1033" fmla="*/ 347382 w 1055399"/>
                <a:gd name="connsiteY1033" fmla="*/ 898986 h 949444"/>
                <a:gd name="connsiteX1034" fmla="*/ 351285 w 1055399"/>
                <a:gd name="connsiteY1034" fmla="*/ 905512 h 949444"/>
                <a:gd name="connsiteX1035" fmla="*/ 349401 w 1055399"/>
                <a:gd name="connsiteY1035" fmla="*/ 908707 h 949444"/>
                <a:gd name="connsiteX1036" fmla="*/ 343040 w 1055399"/>
                <a:gd name="connsiteY1036" fmla="*/ 910019 h 949444"/>
                <a:gd name="connsiteX1037" fmla="*/ 339843 w 1055399"/>
                <a:gd name="connsiteY1037" fmla="*/ 910154 h 949444"/>
                <a:gd name="connsiteX1038" fmla="*/ 338833 w 1055399"/>
                <a:gd name="connsiteY1038" fmla="*/ 915671 h 949444"/>
                <a:gd name="connsiteX1039" fmla="*/ 340146 w 1055399"/>
                <a:gd name="connsiteY1039" fmla="*/ 920582 h 949444"/>
                <a:gd name="connsiteX1040" fmla="*/ 345228 w 1055399"/>
                <a:gd name="connsiteY1040" fmla="*/ 922903 h 949444"/>
                <a:gd name="connsiteX1041" fmla="*/ 350444 w 1055399"/>
                <a:gd name="connsiteY1041" fmla="*/ 922903 h 949444"/>
                <a:gd name="connsiteX1042" fmla="*/ 353069 w 1055399"/>
                <a:gd name="connsiteY1042" fmla="*/ 920448 h 949444"/>
                <a:gd name="connsiteX1043" fmla="*/ 355526 w 1055399"/>
                <a:gd name="connsiteY1043" fmla="*/ 918698 h 949444"/>
                <a:gd name="connsiteX1044" fmla="*/ 357545 w 1055399"/>
                <a:gd name="connsiteY1044" fmla="*/ 917252 h 949444"/>
                <a:gd name="connsiteX1045" fmla="*/ 358992 w 1055399"/>
                <a:gd name="connsiteY1045" fmla="*/ 919876 h 949444"/>
                <a:gd name="connsiteX1046" fmla="*/ 359564 w 1055399"/>
                <a:gd name="connsiteY1046" fmla="*/ 924955 h 949444"/>
                <a:gd name="connsiteX1047" fmla="*/ 361012 w 1055399"/>
                <a:gd name="connsiteY1047" fmla="*/ 929867 h 949444"/>
                <a:gd name="connsiteX1048" fmla="*/ 364041 w 1055399"/>
                <a:gd name="connsiteY1048" fmla="*/ 932188 h 949444"/>
                <a:gd name="connsiteX1049" fmla="*/ 365185 w 1055399"/>
                <a:gd name="connsiteY1049" fmla="*/ 934375 h 949444"/>
                <a:gd name="connsiteX1050" fmla="*/ 365185 w 1055399"/>
                <a:gd name="connsiteY1050" fmla="*/ 939454 h 949444"/>
                <a:gd name="connsiteX1051" fmla="*/ 365488 w 1055399"/>
                <a:gd name="connsiteY1051" fmla="*/ 942784 h 949444"/>
                <a:gd name="connsiteX1052" fmla="*/ 365925 w 1055399"/>
                <a:gd name="connsiteY1052" fmla="*/ 946989 h 949444"/>
                <a:gd name="connsiteX1053" fmla="*/ 368954 w 1055399"/>
                <a:gd name="connsiteY1053" fmla="*/ 948873 h 949444"/>
                <a:gd name="connsiteX1054" fmla="*/ 375483 w 1055399"/>
                <a:gd name="connsiteY1054" fmla="*/ 949445 h 949444"/>
                <a:gd name="connsiteX1055" fmla="*/ 382012 w 1055399"/>
                <a:gd name="connsiteY1055" fmla="*/ 946418 h 949444"/>
                <a:gd name="connsiteX1056" fmla="*/ 386522 w 1055399"/>
                <a:gd name="connsiteY1056" fmla="*/ 944029 h 949444"/>
                <a:gd name="connsiteX1057" fmla="*/ 393623 w 1055399"/>
                <a:gd name="connsiteY1057" fmla="*/ 940329 h 949444"/>
                <a:gd name="connsiteX1058" fmla="*/ 399109 w 1055399"/>
                <a:gd name="connsiteY1058" fmla="*/ 940329 h 949444"/>
                <a:gd name="connsiteX1059" fmla="*/ 403753 w 1055399"/>
                <a:gd name="connsiteY1059" fmla="*/ 937133 h 949444"/>
                <a:gd name="connsiteX1060" fmla="*/ 408094 w 1055399"/>
                <a:gd name="connsiteY1060" fmla="*/ 932928 h 949444"/>
                <a:gd name="connsiteX1061" fmla="*/ 410551 w 1055399"/>
                <a:gd name="connsiteY1061" fmla="*/ 931616 h 949444"/>
                <a:gd name="connsiteX1062" fmla="*/ 412570 w 1055399"/>
                <a:gd name="connsiteY1062" fmla="*/ 929160 h 949444"/>
                <a:gd name="connsiteX1063" fmla="*/ 414893 w 1055399"/>
                <a:gd name="connsiteY1063" fmla="*/ 928017 h 949444"/>
                <a:gd name="connsiteX1064" fmla="*/ 420412 w 1055399"/>
                <a:gd name="connsiteY1064" fmla="*/ 927075 h 949444"/>
                <a:gd name="connsiteX1065" fmla="*/ 425763 w 1055399"/>
                <a:gd name="connsiteY1065" fmla="*/ 926436 h 949444"/>
                <a:gd name="connsiteX1066" fmla="*/ 428657 w 1055399"/>
                <a:gd name="connsiteY1066" fmla="*/ 926436 h 949444"/>
                <a:gd name="connsiteX1067" fmla="*/ 432427 w 1055399"/>
                <a:gd name="connsiteY1067" fmla="*/ 922971 h 949444"/>
                <a:gd name="connsiteX1068" fmla="*/ 438215 w 1055399"/>
                <a:gd name="connsiteY1068" fmla="*/ 917757 h 949444"/>
                <a:gd name="connsiteX1069" fmla="*/ 441984 w 1055399"/>
                <a:gd name="connsiteY1069" fmla="*/ 913989 h 949444"/>
                <a:gd name="connsiteX1070" fmla="*/ 446898 w 1055399"/>
                <a:gd name="connsiteY1070" fmla="*/ 912845 h 949444"/>
                <a:gd name="connsiteX1071" fmla="*/ 448211 w 1055399"/>
                <a:gd name="connsiteY1071" fmla="*/ 914864 h 949444"/>
                <a:gd name="connsiteX1072" fmla="*/ 445182 w 1055399"/>
                <a:gd name="connsiteY1072" fmla="*/ 920650 h 949444"/>
                <a:gd name="connsiteX1073" fmla="*/ 445182 w 1055399"/>
                <a:gd name="connsiteY1073" fmla="*/ 923845 h 949444"/>
                <a:gd name="connsiteX1074" fmla="*/ 449254 w 1055399"/>
                <a:gd name="connsiteY1074" fmla="*/ 926436 h 949444"/>
                <a:gd name="connsiteX1075" fmla="*/ 453023 w 1055399"/>
                <a:gd name="connsiteY1075" fmla="*/ 926436 h 949444"/>
                <a:gd name="connsiteX1076" fmla="*/ 455345 w 1055399"/>
                <a:gd name="connsiteY1076" fmla="*/ 924686 h 949444"/>
                <a:gd name="connsiteX1077" fmla="*/ 459115 w 1055399"/>
                <a:gd name="connsiteY1077" fmla="*/ 922668 h 949444"/>
                <a:gd name="connsiteX1078" fmla="*/ 464399 w 1055399"/>
                <a:gd name="connsiteY1078" fmla="*/ 921154 h 949444"/>
                <a:gd name="connsiteX1079" fmla="*/ 468168 w 1055399"/>
                <a:gd name="connsiteY1079" fmla="*/ 920010 h 949444"/>
                <a:gd name="connsiteX1080" fmla="*/ 470759 w 1055399"/>
                <a:gd name="connsiteY1080" fmla="*/ 918564 h 949444"/>
                <a:gd name="connsiteX1081" fmla="*/ 474461 w 1055399"/>
                <a:gd name="connsiteY1081" fmla="*/ 918564 h 949444"/>
                <a:gd name="connsiteX1082" fmla="*/ 478735 w 1055399"/>
                <a:gd name="connsiteY1082" fmla="*/ 918429 h 949444"/>
                <a:gd name="connsiteX1083" fmla="*/ 482000 w 1055399"/>
                <a:gd name="connsiteY1083" fmla="*/ 917286 h 949444"/>
                <a:gd name="connsiteX1084" fmla="*/ 484255 w 1055399"/>
                <a:gd name="connsiteY1084" fmla="*/ 915536 h 949444"/>
                <a:gd name="connsiteX1085" fmla="*/ 485837 w 1055399"/>
                <a:gd name="connsiteY1085" fmla="*/ 911836 h 949444"/>
                <a:gd name="connsiteX1086" fmla="*/ 486409 w 1055399"/>
                <a:gd name="connsiteY1086" fmla="*/ 907126 h 949444"/>
                <a:gd name="connsiteX1087" fmla="*/ 484793 w 1055399"/>
                <a:gd name="connsiteY1087" fmla="*/ 901408 h 949444"/>
                <a:gd name="connsiteX1088" fmla="*/ 483111 w 1055399"/>
                <a:gd name="connsiteY1088" fmla="*/ 897875 h 949444"/>
                <a:gd name="connsiteX1089" fmla="*/ 484961 w 1055399"/>
                <a:gd name="connsiteY1089" fmla="*/ 897102 h 949444"/>
                <a:gd name="connsiteX1090" fmla="*/ 487149 w 1055399"/>
                <a:gd name="connsiteY1090" fmla="*/ 896866 h 949444"/>
                <a:gd name="connsiteX1091" fmla="*/ 489538 w 1055399"/>
                <a:gd name="connsiteY1091" fmla="*/ 896866 h 949444"/>
                <a:gd name="connsiteX1092" fmla="*/ 490750 w 1055399"/>
                <a:gd name="connsiteY1092" fmla="*/ 894579 h 949444"/>
                <a:gd name="connsiteX1093" fmla="*/ 491389 w 1055399"/>
                <a:gd name="connsiteY1093" fmla="*/ 891316 h 949444"/>
                <a:gd name="connsiteX1094" fmla="*/ 491389 w 1055399"/>
                <a:gd name="connsiteY1094" fmla="*/ 888927 h 949444"/>
                <a:gd name="connsiteX1095" fmla="*/ 489740 w 1055399"/>
                <a:gd name="connsiteY1095" fmla="*/ 887414 h 949444"/>
                <a:gd name="connsiteX1096" fmla="*/ 487452 w 1055399"/>
                <a:gd name="connsiteY1096" fmla="*/ 884588 h 949444"/>
                <a:gd name="connsiteX1097" fmla="*/ 485399 w 1055399"/>
                <a:gd name="connsiteY1097" fmla="*/ 881762 h 949444"/>
                <a:gd name="connsiteX1098" fmla="*/ 483750 w 1055399"/>
                <a:gd name="connsiteY1098" fmla="*/ 878163 h 949444"/>
                <a:gd name="connsiteX1099" fmla="*/ 483413 w 1055399"/>
                <a:gd name="connsiteY1099" fmla="*/ 876414 h 949444"/>
                <a:gd name="connsiteX1100" fmla="*/ 483413 w 1055399"/>
                <a:gd name="connsiteY1100" fmla="*/ 869887 h 949444"/>
                <a:gd name="connsiteX1101" fmla="*/ 484288 w 1055399"/>
                <a:gd name="connsiteY1101" fmla="*/ 866086 h 949444"/>
                <a:gd name="connsiteX1102" fmla="*/ 482639 w 1055399"/>
                <a:gd name="connsiteY1102" fmla="*/ 859997 h 949444"/>
                <a:gd name="connsiteX1103" fmla="*/ 481865 w 1055399"/>
                <a:gd name="connsiteY1103" fmla="*/ 857710 h 949444"/>
                <a:gd name="connsiteX1104" fmla="*/ 479375 w 1055399"/>
                <a:gd name="connsiteY1104" fmla="*/ 854884 h 949444"/>
                <a:gd name="connsiteX1105" fmla="*/ 478500 w 1055399"/>
                <a:gd name="connsiteY1105" fmla="*/ 852933 h 949444"/>
                <a:gd name="connsiteX1106" fmla="*/ 477961 w 1055399"/>
                <a:gd name="connsiteY1106" fmla="*/ 848358 h 949444"/>
                <a:gd name="connsiteX1107" fmla="*/ 480351 w 1055399"/>
                <a:gd name="connsiteY1107" fmla="*/ 844321 h 949444"/>
                <a:gd name="connsiteX1108" fmla="*/ 481663 w 1055399"/>
                <a:gd name="connsiteY1108" fmla="*/ 841596 h 949444"/>
                <a:gd name="connsiteX1109" fmla="*/ 482639 w 1055399"/>
                <a:gd name="connsiteY1109" fmla="*/ 837694 h 949444"/>
                <a:gd name="connsiteX1110" fmla="*/ 483413 w 1055399"/>
                <a:gd name="connsiteY1110" fmla="*/ 831942 h 949444"/>
                <a:gd name="connsiteX1111" fmla="*/ 483413 w 1055399"/>
                <a:gd name="connsiteY1111" fmla="*/ 829890 h 949444"/>
                <a:gd name="connsiteX1112" fmla="*/ 484288 w 1055399"/>
                <a:gd name="connsiteY1112" fmla="*/ 824575 h 949444"/>
                <a:gd name="connsiteX1113" fmla="*/ 482976 w 1055399"/>
                <a:gd name="connsiteY1113" fmla="*/ 819899 h 949444"/>
                <a:gd name="connsiteX1114" fmla="*/ 483312 w 1055399"/>
                <a:gd name="connsiteY1114" fmla="*/ 816097 h 949444"/>
                <a:gd name="connsiteX1115" fmla="*/ 483111 w 1055399"/>
                <a:gd name="connsiteY1115" fmla="*/ 814147 h 949444"/>
                <a:gd name="connsiteX1116" fmla="*/ 480183 w 1055399"/>
                <a:gd name="connsiteY1116" fmla="*/ 810883 h 949444"/>
                <a:gd name="connsiteX1117" fmla="*/ 478668 w 1055399"/>
                <a:gd name="connsiteY1117" fmla="*/ 810009 h 949444"/>
                <a:gd name="connsiteX1118" fmla="*/ 478668 w 1055399"/>
                <a:gd name="connsiteY1118" fmla="*/ 807721 h 949444"/>
                <a:gd name="connsiteX1119" fmla="*/ 480620 w 1055399"/>
                <a:gd name="connsiteY1119" fmla="*/ 804559 h 949444"/>
                <a:gd name="connsiteX1120" fmla="*/ 483346 w 1055399"/>
                <a:gd name="connsiteY1120" fmla="*/ 802070 h 949444"/>
                <a:gd name="connsiteX1121" fmla="*/ 485197 w 1055399"/>
                <a:gd name="connsiteY1121" fmla="*/ 799782 h 949444"/>
                <a:gd name="connsiteX1122" fmla="*/ 485534 w 1055399"/>
                <a:gd name="connsiteY1122" fmla="*/ 795645 h 949444"/>
                <a:gd name="connsiteX1123" fmla="*/ 485971 w 1055399"/>
                <a:gd name="connsiteY1123" fmla="*/ 791742 h 949444"/>
                <a:gd name="connsiteX1124" fmla="*/ 487586 w 1055399"/>
                <a:gd name="connsiteY1124" fmla="*/ 791406 h 949444"/>
                <a:gd name="connsiteX1125" fmla="*/ 489640 w 1055399"/>
                <a:gd name="connsiteY1125" fmla="*/ 792819 h 949444"/>
                <a:gd name="connsiteX1126" fmla="*/ 490514 w 1055399"/>
                <a:gd name="connsiteY1126" fmla="*/ 795746 h 949444"/>
                <a:gd name="connsiteX1127" fmla="*/ 491289 w 1055399"/>
                <a:gd name="connsiteY1127" fmla="*/ 799547 h 949444"/>
                <a:gd name="connsiteX1128" fmla="*/ 492938 w 1055399"/>
                <a:gd name="connsiteY1128" fmla="*/ 801061 h 949444"/>
                <a:gd name="connsiteX1129" fmla="*/ 496942 w 1055399"/>
                <a:gd name="connsiteY1129" fmla="*/ 799850 h 949444"/>
                <a:gd name="connsiteX1130" fmla="*/ 499567 w 1055399"/>
                <a:gd name="connsiteY1130" fmla="*/ 795409 h 949444"/>
                <a:gd name="connsiteX1131" fmla="*/ 503034 w 1055399"/>
                <a:gd name="connsiteY1131" fmla="*/ 793794 h 949444"/>
                <a:gd name="connsiteX1132" fmla="*/ 508486 w 1055399"/>
                <a:gd name="connsiteY1132" fmla="*/ 788782 h 949444"/>
                <a:gd name="connsiteX1133" fmla="*/ 510976 w 1055399"/>
                <a:gd name="connsiteY1133" fmla="*/ 786057 h 949444"/>
                <a:gd name="connsiteX1134" fmla="*/ 514342 w 1055399"/>
                <a:gd name="connsiteY1134" fmla="*/ 781718 h 949444"/>
                <a:gd name="connsiteX1135" fmla="*/ 516092 w 1055399"/>
                <a:gd name="connsiteY1135" fmla="*/ 778993 h 949444"/>
                <a:gd name="connsiteX1136" fmla="*/ 519356 w 1055399"/>
                <a:gd name="connsiteY1136" fmla="*/ 776605 h 949444"/>
                <a:gd name="connsiteX1137" fmla="*/ 521847 w 1055399"/>
                <a:gd name="connsiteY1137" fmla="*/ 775629 h 949444"/>
                <a:gd name="connsiteX1138" fmla="*/ 524236 w 1055399"/>
                <a:gd name="connsiteY1138" fmla="*/ 774990 h 949444"/>
                <a:gd name="connsiteX1139" fmla="*/ 525111 w 1055399"/>
                <a:gd name="connsiteY1139" fmla="*/ 773913 h 949444"/>
                <a:gd name="connsiteX1140" fmla="*/ 527265 w 1055399"/>
                <a:gd name="connsiteY1140" fmla="*/ 769675 h 949444"/>
                <a:gd name="connsiteX1141" fmla="*/ 528780 w 1055399"/>
                <a:gd name="connsiteY1141" fmla="*/ 767085 h 949444"/>
                <a:gd name="connsiteX1142" fmla="*/ 530294 w 1055399"/>
                <a:gd name="connsiteY1142" fmla="*/ 764696 h 949444"/>
                <a:gd name="connsiteX1143" fmla="*/ 532246 w 1055399"/>
                <a:gd name="connsiteY1143" fmla="*/ 762745 h 949444"/>
                <a:gd name="connsiteX1144" fmla="*/ 534636 w 1055399"/>
                <a:gd name="connsiteY1144" fmla="*/ 760256 h 949444"/>
                <a:gd name="connsiteX1145" fmla="*/ 536823 w 1055399"/>
                <a:gd name="connsiteY1145" fmla="*/ 758506 h 949444"/>
                <a:gd name="connsiteX1146" fmla="*/ 538237 w 1055399"/>
                <a:gd name="connsiteY1146" fmla="*/ 757531 h 949444"/>
                <a:gd name="connsiteX1147" fmla="*/ 539650 w 1055399"/>
                <a:gd name="connsiteY1147" fmla="*/ 757094 h 949444"/>
                <a:gd name="connsiteX1148" fmla="*/ 542713 w 1055399"/>
                <a:gd name="connsiteY1148" fmla="*/ 755142 h 949444"/>
                <a:gd name="connsiteX1149" fmla="*/ 546415 w 1055399"/>
                <a:gd name="connsiteY1149" fmla="*/ 751139 h 949444"/>
                <a:gd name="connsiteX1150" fmla="*/ 548367 w 1055399"/>
                <a:gd name="connsiteY1150" fmla="*/ 747775 h 949444"/>
                <a:gd name="connsiteX1151" fmla="*/ 549242 w 1055399"/>
                <a:gd name="connsiteY1151" fmla="*/ 745488 h 949444"/>
                <a:gd name="connsiteX1152" fmla="*/ 549780 w 1055399"/>
                <a:gd name="connsiteY1152" fmla="*/ 742225 h 949444"/>
                <a:gd name="connsiteX1153" fmla="*/ 550117 w 1055399"/>
                <a:gd name="connsiteY1153" fmla="*/ 739635 h 949444"/>
                <a:gd name="connsiteX1154" fmla="*/ 551093 w 1055399"/>
                <a:gd name="connsiteY1154" fmla="*/ 738659 h 949444"/>
                <a:gd name="connsiteX1155" fmla="*/ 553280 w 1055399"/>
                <a:gd name="connsiteY1155" fmla="*/ 736910 h 949444"/>
                <a:gd name="connsiteX1156" fmla="*/ 554357 w 1055399"/>
                <a:gd name="connsiteY1156" fmla="*/ 735497 h 949444"/>
                <a:gd name="connsiteX1157" fmla="*/ 554458 w 1055399"/>
                <a:gd name="connsiteY1157" fmla="*/ 734421 h 949444"/>
                <a:gd name="connsiteX1158" fmla="*/ 552607 w 1055399"/>
                <a:gd name="connsiteY1158" fmla="*/ 731595 h 949444"/>
                <a:gd name="connsiteX1159" fmla="*/ 551732 w 1055399"/>
                <a:gd name="connsiteY1159" fmla="*/ 731057 h 949444"/>
                <a:gd name="connsiteX1160" fmla="*/ 549982 w 1055399"/>
                <a:gd name="connsiteY1160" fmla="*/ 730283 h 949444"/>
                <a:gd name="connsiteX1161" fmla="*/ 547492 w 1055399"/>
                <a:gd name="connsiteY1161" fmla="*/ 728231 h 949444"/>
                <a:gd name="connsiteX1162" fmla="*/ 544328 w 1055399"/>
                <a:gd name="connsiteY1162" fmla="*/ 725741 h 949444"/>
                <a:gd name="connsiteX1163" fmla="*/ 542477 w 1055399"/>
                <a:gd name="connsiteY1163" fmla="*/ 724329 h 949444"/>
                <a:gd name="connsiteX1164" fmla="*/ 542376 w 1055399"/>
                <a:gd name="connsiteY1164" fmla="*/ 722277 h 949444"/>
                <a:gd name="connsiteX1165" fmla="*/ 542915 w 1055399"/>
                <a:gd name="connsiteY1165" fmla="*/ 720426 h 949444"/>
                <a:gd name="connsiteX1166" fmla="*/ 543689 w 1055399"/>
                <a:gd name="connsiteY1166" fmla="*/ 718812 h 949444"/>
                <a:gd name="connsiteX1167" fmla="*/ 544766 w 1055399"/>
                <a:gd name="connsiteY1167" fmla="*/ 716861 h 949444"/>
                <a:gd name="connsiteX1168" fmla="*/ 546381 w 1055399"/>
                <a:gd name="connsiteY1168" fmla="*/ 714371 h 949444"/>
                <a:gd name="connsiteX1169" fmla="*/ 548871 w 1055399"/>
                <a:gd name="connsiteY1169" fmla="*/ 712420 h 949444"/>
                <a:gd name="connsiteX1170" fmla="*/ 550184 w 1055399"/>
                <a:gd name="connsiteY1170" fmla="*/ 711445 h 949444"/>
                <a:gd name="connsiteX1171" fmla="*/ 553448 w 1055399"/>
                <a:gd name="connsiteY1171" fmla="*/ 709493 h 949444"/>
                <a:gd name="connsiteX1172" fmla="*/ 556276 w 1055399"/>
                <a:gd name="connsiteY1172" fmla="*/ 707307 h 949444"/>
                <a:gd name="connsiteX1173" fmla="*/ 557050 w 1055399"/>
                <a:gd name="connsiteY1173" fmla="*/ 705793 h 949444"/>
                <a:gd name="connsiteX1174" fmla="*/ 559338 w 1055399"/>
                <a:gd name="connsiteY1174" fmla="*/ 704212 h 949444"/>
                <a:gd name="connsiteX1175" fmla="*/ 561391 w 1055399"/>
                <a:gd name="connsiteY1175" fmla="*/ 702194 h 949444"/>
                <a:gd name="connsiteX1176" fmla="*/ 562569 w 1055399"/>
                <a:gd name="connsiteY1176" fmla="*/ 702194 h 949444"/>
                <a:gd name="connsiteX1177" fmla="*/ 565396 w 1055399"/>
                <a:gd name="connsiteY1177" fmla="*/ 701958 h 949444"/>
                <a:gd name="connsiteX1178" fmla="*/ 569199 w 1055399"/>
                <a:gd name="connsiteY1178" fmla="*/ 705221 h 949444"/>
                <a:gd name="connsiteX1179" fmla="*/ 569973 w 1055399"/>
                <a:gd name="connsiteY1179" fmla="*/ 705558 h 949444"/>
                <a:gd name="connsiteX1180" fmla="*/ 572564 w 1055399"/>
                <a:gd name="connsiteY1180" fmla="*/ 706533 h 949444"/>
                <a:gd name="connsiteX1181" fmla="*/ 575055 w 1055399"/>
                <a:gd name="connsiteY1181" fmla="*/ 706533 h 949444"/>
                <a:gd name="connsiteX1182" fmla="*/ 578555 w 1055399"/>
                <a:gd name="connsiteY1182" fmla="*/ 704347 h 949444"/>
                <a:gd name="connsiteX1183" fmla="*/ 581920 w 1055399"/>
                <a:gd name="connsiteY1183" fmla="*/ 701420 h 949444"/>
                <a:gd name="connsiteX1184" fmla="*/ 584310 w 1055399"/>
                <a:gd name="connsiteY1184" fmla="*/ 698695 h 949444"/>
                <a:gd name="connsiteX1185" fmla="*/ 585723 w 1055399"/>
                <a:gd name="connsiteY1185" fmla="*/ 696408 h 949444"/>
                <a:gd name="connsiteX1186" fmla="*/ 586800 w 1055399"/>
                <a:gd name="connsiteY1186" fmla="*/ 694019 h 949444"/>
                <a:gd name="connsiteX1187" fmla="*/ 587002 w 1055399"/>
                <a:gd name="connsiteY1187" fmla="*/ 690218 h 949444"/>
                <a:gd name="connsiteX1188" fmla="*/ 587103 w 1055399"/>
                <a:gd name="connsiteY1188" fmla="*/ 687493 h 949444"/>
                <a:gd name="connsiteX1189" fmla="*/ 586666 w 1055399"/>
                <a:gd name="connsiteY1189" fmla="*/ 684903 h 949444"/>
                <a:gd name="connsiteX1190" fmla="*/ 585016 w 1055399"/>
                <a:gd name="connsiteY1190" fmla="*/ 681976 h 949444"/>
                <a:gd name="connsiteX1191" fmla="*/ 583502 w 1055399"/>
                <a:gd name="connsiteY1191" fmla="*/ 679050 h 949444"/>
                <a:gd name="connsiteX1192" fmla="*/ 581315 w 1055399"/>
                <a:gd name="connsiteY1192" fmla="*/ 677738 h 949444"/>
                <a:gd name="connsiteX1193" fmla="*/ 579363 w 1055399"/>
                <a:gd name="connsiteY1193" fmla="*/ 675989 h 949444"/>
                <a:gd name="connsiteX1194" fmla="*/ 579026 w 1055399"/>
                <a:gd name="connsiteY1194" fmla="*/ 673802 h 949444"/>
                <a:gd name="connsiteX1195" fmla="*/ 580002 w 1055399"/>
                <a:gd name="connsiteY1195" fmla="*/ 671178 h 949444"/>
                <a:gd name="connsiteX1196" fmla="*/ 582190 w 1055399"/>
                <a:gd name="connsiteY1196" fmla="*/ 667040 h 949444"/>
                <a:gd name="connsiteX1197" fmla="*/ 582829 w 1055399"/>
                <a:gd name="connsiteY1197" fmla="*/ 664551 h 949444"/>
                <a:gd name="connsiteX1198" fmla="*/ 584141 w 1055399"/>
                <a:gd name="connsiteY1198" fmla="*/ 662062 h 949444"/>
                <a:gd name="connsiteX1199" fmla="*/ 584478 w 1055399"/>
                <a:gd name="connsiteY1199" fmla="*/ 659774 h 949444"/>
                <a:gd name="connsiteX1200" fmla="*/ 585892 w 1055399"/>
                <a:gd name="connsiteY1200" fmla="*/ 657588 h 949444"/>
                <a:gd name="connsiteX1201" fmla="*/ 586666 w 1055399"/>
                <a:gd name="connsiteY1201" fmla="*/ 657487 h 949444"/>
                <a:gd name="connsiteX1202" fmla="*/ 588954 w 1055399"/>
                <a:gd name="connsiteY1202" fmla="*/ 657386 h 949444"/>
                <a:gd name="connsiteX1203" fmla="*/ 590469 w 1055399"/>
                <a:gd name="connsiteY1203" fmla="*/ 660110 h 949444"/>
                <a:gd name="connsiteX1204" fmla="*/ 591445 w 1055399"/>
                <a:gd name="connsiteY1204" fmla="*/ 661422 h 949444"/>
                <a:gd name="connsiteX1205" fmla="*/ 593834 w 1055399"/>
                <a:gd name="connsiteY1205" fmla="*/ 662129 h 949444"/>
                <a:gd name="connsiteX1206" fmla="*/ 597637 w 1055399"/>
                <a:gd name="connsiteY1206" fmla="*/ 662196 h 949444"/>
                <a:gd name="connsiteX1207" fmla="*/ 599050 w 1055399"/>
                <a:gd name="connsiteY1207" fmla="*/ 662196 h 949444"/>
                <a:gd name="connsiteX1208" fmla="*/ 601642 w 1055399"/>
                <a:gd name="connsiteY1208" fmla="*/ 662533 h 949444"/>
                <a:gd name="connsiteX1209" fmla="*/ 604570 w 1055399"/>
                <a:gd name="connsiteY1209" fmla="*/ 662196 h 949444"/>
                <a:gd name="connsiteX1210" fmla="*/ 608608 w 1055399"/>
                <a:gd name="connsiteY1210" fmla="*/ 661994 h 949444"/>
                <a:gd name="connsiteX1211" fmla="*/ 610123 w 1055399"/>
                <a:gd name="connsiteY1211" fmla="*/ 659539 h 949444"/>
                <a:gd name="connsiteX1212" fmla="*/ 612613 w 1055399"/>
                <a:gd name="connsiteY1212" fmla="*/ 658731 h 949444"/>
                <a:gd name="connsiteX1213" fmla="*/ 614666 w 1055399"/>
                <a:gd name="connsiteY1213" fmla="*/ 658731 h 949444"/>
                <a:gd name="connsiteX1214" fmla="*/ 619008 w 1055399"/>
                <a:gd name="connsiteY1214" fmla="*/ 661355 h 949444"/>
                <a:gd name="connsiteX1215" fmla="*/ 623013 w 1055399"/>
                <a:gd name="connsiteY1215" fmla="*/ 663004 h 949444"/>
                <a:gd name="connsiteX1216" fmla="*/ 630518 w 1055399"/>
                <a:gd name="connsiteY1216" fmla="*/ 661591 h 949444"/>
                <a:gd name="connsiteX1217" fmla="*/ 636710 w 1055399"/>
                <a:gd name="connsiteY1217" fmla="*/ 660951 h 949444"/>
                <a:gd name="connsiteX1218" fmla="*/ 641051 w 1055399"/>
                <a:gd name="connsiteY1218" fmla="*/ 660077 h 949444"/>
                <a:gd name="connsiteX1219" fmla="*/ 644316 w 1055399"/>
                <a:gd name="connsiteY1219" fmla="*/ 663340 h 949444"/>
                <a:gd name="connsiteX1220" fmla="*/ 643676 w 1055399"/>
                <a:gd name="connsiteY1220" fmla="*/ 667478 h 949444"/>
                <a:gd name="connsiteX1221" fmla="*/ 642263 w 1055399"/>
                <a:gd name="connsiteY1221" fmla="*/ 668554 h 949444"/>
                <a:gd name="connsiteX1222" fmla="*/ 639335 w 1055399"/>
                <a:gd name="connsiteY1222" fmla="*/ 670842 h 949444"/>
                <a:gd name="connsiteX1223" fmla="*/ 635869 w 1055399"/>
                <a:gd name="connsiteY1223" fmla="*/ 671380 h 949444"/>
                <a:gd name="connsiteX1224" fmla="*/ 633244 w 1055399"/>
                <a:gd name="connsiteY1224" fmla="*/ 672692 h 949444"/>
                <a:gd name="connsiteX1225" fmla="*/ 631393 w 1055399"/>
                <a:gd name="connsiteY1225" fmla="*/ 674105 h 949444"/>
                <a:gd name="connsiteX1226" fmla="*/ 629239 w 1055399"/>
                <a:gd name="connsiteY1226" fmla="*/ 676291 h 949444"/>
                <a:gd name="connsiteX1227" fmla="*/ 627287 w 1055399"/>
                <a:gd name="connsiteY1227" fmla="*/ 678242 h 949444"/>
                <a:gd name="connsiteX1228" fmla="*/ 624796 w 1055399"/>
                <a:gd name="connsiteY1228" fmla="*/ 680429 h 949444"/>
                <a:gd name="connsiteX1229" fmla="*/ 623820 w 1055399"/>
                <a:gd name="connsiteY1229" fmla="*/ 681640 h 949444"/>
                <a:gd name="connsiteX1230" fmla="*/ 623618 w 1055399"/>
                <a:gd name="connsiteY1230" fmla="*/ 685441 h 949444"/>
                <a:gd name="connsiteX1231" fmla="*/ 623820 w 1055399"/>
                <a:gd name="connsiteY1231" fmla="*/ 691295 h 949444"/>
                <a:gd name="connsiteX1232" fmla="*/ 624022 w 1055399"/>
                <a:gd name="connsiteY1232" fmla="*/ 693044 h 949444"/>
                <a:gd name="connsiteX1233" fmla="*/ 625974 w 1055399"/>
                <a:gd name="connsiteY1233" fmla="*/ 695769 h 949444"/>
                <a:gd name="connsiteX1234" fmla="*/ 632066 w 1055399"/>
                <a:gd name="connsiteY1234" fmla="*/ 698493 h 949444"/>
                <a:gd name="connsiteX1235" fmla="*/ 635431 w 1055399"/>
                <a:gd name="connsiteY1235" fmla="*/ 698493 h 949444"/>
                <a:gd name="connsiteX1236" fmla="*/ 637922 w 1055399"/>
                <a:gd name="connsiteY1236" fmla="*/ 700007 h 949444"/>
                <a:gd name="connsiteX1237" fmla="*/ 640950 w 1055399"/>
                <a:gd name="connsiteY1237" fmla="*/ 704044 h 949444"/>
                <a:gd name="connsiteX1238" fmla="*/ 642465 w 1055399"/>
                <a:gd name="connsiteY1238" fmla="*/ 708484 h 949444"/>
                <a:gd name="connsiteX1239" fmla="*/ 640143 w 1055399"/>
                <a:gd name="connsiteY1239" fmla="*/ 709964 h 949444"/>
                <a:gd name="connsiteX1240" fmla="*/ 638999 w 1055399"/>
                <a:gd name="connsiteY1240" fmla="*/ 712992 h 949444"/>
                <a:gd name="connsiteX1241" fmla="*/ 638561 w 1055399"/>
                <a:gd name="connsiteY1241" fmla="*/ 714741 h 949444"/>
                <a:gd name="connsiteX1242" fmla="*/ 640748 w 1055399"/>
                <a:gd name="connsiteY1242" fmla="*/ 715313 h 949444"/>
                <a:gd name="connsiteX1243" fmla="*/ 643071 w 1055399"/>
                <a:gd name="connsiteY1243" fmla="*/ 716188 h 949444"/>
                <a:gd name="connsiteX1244" fmla="*/ 643777 w 1055399"/>
                <a:gd name="connsiteY1244" fmla="*/ 718206 h 949444"/>
                <a:gd name="connsiteX1245" fmla="*/ 643643 w 1055399"/>
                <a:gd name="connsiteY1245" fmla="*/ 722983 h 949444"/>
                <a:gd name="connsiteX1246" fmla="*/ 639873 w 1055399"/>
                <a:gd name="connsiteY1246" fmla="*/ 726313 h 949444"/>
                <a:gd name="connsiteX1247" fmla="*/ 637417 w 1055399"/>
                <a:gd name="connsiteY1247" fmla="*/ 727188 h 949444"/>
                <a:gd name="connsiteX1248" fmla="*/ 635095 w 1055399"/>
                <a:gd name="connsiteY1248" fmla="*/ 728937 h 949444"/>
                <a:gd name="connsiteX1249" fmla="*/ 630316 w 1055399"/>
                <a:gd name="connsiteY1249" fmla="*/ 732402 h 949444"/>
                <a:gd name="connsiteX1250" fmla="*/ 630181 w 1055399"/>
                <a:gd name="connsiteY1250" fmla="*/ 734858 h 949444"/>
                <a:gd name="connsiteX1251" fmla="*/ 630316 w 1055399"/>
                <a:gd name="connsiteY1251" fmla="*/ 736607 h 949444"/>
                <a:gd name="connsiteX1252" fmla="*/ 634085 w 1055399"/>
                <a:gd name="connsiteY1252" fmla="*/ 739500 h 949444"/>
                <a:gd name="connsiteX1253" fmla="*/ 636542 w 1055399"/>
                <a:gd name="connsiteY1253" fmla="*/ 741081 h 949444"/>
                <a:gd name="connsiteX1254" fmla="*/ 638864 w 1055399"/>
                <a:gd name="connsiteY1254" fmla="*/ 741384 h 949444"/>
                <a:gd name="connsiteX1255" fmla="*/ 642499 w 1055399"/>
                <a:gd name="connsiteY1255" fmla="*/ 743268 h 949444"/>
                <a:gd name="connsiteX1256" fmla="*/ 644821 w 1055399"/>
                <a:gd name="connsiteY1256" fmla="*/ 746295 h 949444"/>
                <a:gd name="connsiteX1257" fmla="*/ 645965 w 1055399"/>
                <a:gd name="connsiteY1257" fmla="*/ 748482 h 949444"/>
                <a:gd name="connsiteX1258" fmla="*/ 646537 w 1055399"/>
                <a:gd name="connsiteY1258" fmla="*/ 750500 h 949444"/>
                <a:gd name="connsiteX1259" fmla="*/ 646672 w 1055399"/>
                <a:gd name="connsiteY1259" fmla="*/ 751947 h 949444"/>
                <a:gd name="connsiteX1260" fmla="*/ 649128 w 1055399"/>
                <a:gd name="connsiteY1260" fmla="*/ 753090 h 949444"/>
                <a:gd name="connsiteX1261" fmla="*/ 654076 w 1055399"/>
                <a:gd name="connsiteY1261" fmla="*/ 752519 h 949444"/>
                <a:gd name="connsiteX1262" fmla="*/ 655523 w 1055399"/>
                <a:gd name="connsiteY1262" fmla="*/ 751341 h 949444"/>
                <a:gd name="connsiteX1263" fmla="*/ 660302 w 1055399"/>
                <a:gd name="connsiteY1263" fmla="*/ 751039 h 949444"/>
                <a:gd name="connsiteX1264" fmla="*/ 663364 w 1055399"/>
                <a:gd name="connsiteY1264" fmla="*/ 752216 h 949444"/>
                <a:gd name="connsiteX1265" fmla="*/ 666999 w 1055399"/>
                <a:gd name="connsiteY1265" fmla="*/ 752922 h 949444"/>
                <a:gd name="connsiteX1266" fmla="*/ 672081 w 1055399"/>
                <a:gd name="connsiteY1266" fmla="*/ 750298 h 949444"/>
                <a:gd name="connsiteX1267" fmla="*/ 673663 w 1055399"/>
                <a:gd name="connsiteY1267" fmla="*/ 747271 h 949444"/>
                <a:gd name="connsiteX1268" fmla="*/ 674100 w 1055399"/>
                <a:gd name="connsiteY1268" fmla="*/ 744815 h 949444"/>
                <a:gd name="connsiteX1269" fmla="*/ 676288 w 1055399"/>
                <a:gd name="connsiteY1269" fmla="*/ 744512 h 949444"/>
                <a:gd name="connsiteX1270" fmla="*/ 678307 w 1055399"/>
                <a:gd name="connsiteY1270" fmla="*/ 744512 h 949444"/>
                <a:gd name="connsiteX1271" fmla="*/ 680629 w 1055399"/>
                <a:gd name="connsiteY1271" fmla="*/ 745387 h 949444"/>
                <a:gd name="connsiteX1272" fmla="*/ 682379 w 1055399"/>
                <a:gd name="connsiteY1272" fmla="*/ 745690 h 949444"/>
                <a:gd name="connsiteX1273" fmla="*/ 684701 w 1055399"/>
                <a:gd name="connsiteY1273" fmla="*/ 745118 h 949444"/>
                <a:gd name="connsiteX1274" fmla="*/ 686283 w 1055399"/>
                <a:gd name="connsiteY1274" fmla="*/ 742797 h 949444"/>
                <a:gd name="connsiteX1275" fmla="*/ 687158 w 1055399"/>
                <a:gd name="connsiteY1275" fmla="*/ 740476 h 949444"/>
                <a:gd name="connsiteX1276" fmla="*/ 688168 w 1055399"/>
                <a:gd name="connsiteY1276" fmla="*/ 738895 h 949444"/>
                <a:gd name="connsiteX1277" fmla="*/ 690053 w 1055399"/>
                <a:gd name="connsiteY1277" fmla="*/ 736876 h 949444"/>
                <a:gd name="connsiteX1278" fmla="*/ 690928 w 1055399"/>
                <a:gd name="connsiteY1278" fmla="*/ 734992 h 949444"/>
                <a:gd name="connsiteX1279" fmla="*/ 692677 w 1055399"/>
                <a:gd name="connsiteY1279" fmla="*/ 732369 h 949444"/>
                <a:gd name="connsiteX1280" fmla="*/ 694259 w 1055399"/>
                <a:gd name="connsiteY1280" fmla="*/ 729778 h 949444"/>
                <a:gd name="connsiteX1281" fmla="*/ 695000 w 1055399"/>
                <a:gd name="connsiteY1281" fmla="*/ 727894 h 949444"/>
                <a:gd name="connsiteX1282" fmla="*/ 696884 w 1055399"/>
                <a:gd name="connsiteY1282" fmla="*/ 725439 h 949444"/>
                <a:gd name="connsiteX1283" fmla="*/ 699072 w 1055399"/>
                <a:gd name="connsiteY1283" fmla="*/ 722546 h 949444"/>
                <a:gd name="connsiteX1284" fmla="*/ 701529 w 1055399"/>
                <a:gd name="connsiteY1284" fmla="*/ 720225 h 949444"/>
                <a:gd name="connsiteX1285" fmla="*/ 704423 w 1055399"/>
                <a:gd name="connsiteY1285" fmla="*/ 721974 h 949444"/>
                <a:gd name="connsiteX1286" fmla="*/ 707048 w 1055399"/>
                <a:gd name="connsiteY1286" fmla="*/ 725001 h 949444"/>
                <a:gd name="connsiteX1287" fmla="*/ 707923 w 1055399"/>
                <a:gd name="connsiteY1287" fmla="*/ 727760 h 949444"/>
                <a:gd name="connsiteX1288" fmla="*/ 708630 w 1055399"/>
                <a:gd name="connsiteY1288" fmla="*/ 731225 h 949444"/>
                <a:gd name="connsiteX1289" fmla="*/ 710077 w 1055399"/>
                <a:gd name="connsiteY1289" fmla="*/ 732671 h 949444"/>
                <a:gd name="connsiteX1290" fmla="*/ 713409 w 1055399"/>
                <a:gd name="connsiteY1290" fmla="*/ 734690 h 949444"/>
                <a:gd name="connsiteX1291" fmla="*/ 715866 w 1055399"/>
                <a:gd name="connsiteY1291" fmla="*/ 736271 h 949444"/>
                <a:gd name="connsiteX1292" fmla="*/ 718760 w 1055399"/>
                <a:gd name="connsiteY1292" fmla="*/ 736977 h 949444"/>
                <a:gd name="connsiteX1293" fmla="*/ 720947 w 1055399"/>
                <a:gd name="connsiteY1293" fmla="*/ 737852 h 949444"/>
                <a:gd name="connsiteX1294" fmla="*/ 724145 w 1055399"/>
                <a:gd name="connsiteY1294" fmla="*/ 738726 h 949444"/>
                <a:gd name="connsiteX1295" fmla="*/ 726837 w 1055399"/>
                <a:gd name="connsiteY1295" fmla="*/ 741485 h 949444"/>
                <a:gd name="connsiteX1296" fmla="*/ 726904 w 1055399"/>
                <a:gd name="connsiteY1296" fmla="*/ 745387 h 949444"/>
                <a:gd name="connsiteX1297" fmla="*/ 726904 w 1055399"/>
                <a:gd name="connsiteY1297" fmla="*/ 748314 h 949444"/>
                <a:gd name="connsiteX1298" fmla="*/ 725322 w 1055399"/>
                <a:gd name="connsiteY1298" fmla="*/ 750332 h 949444"/>
                <a:gd name="connsiteX1299" fmla="*/ 723572 w 1055399"/>
                <a:gd name="connsiteY1299" fmla="*/ 751779 h 949444"/>
                <a:gd name="connsiteX1300" fmla="*/ 723135 w 1055399"/>
                <a:gd name="connsiteY1300" fmla="*/ 754537 h 949444"/>
                <a:gd name="connsiteX1301" fmla="*/ 722832 w 1055399"/>
                <a:gd name="connsiteY1301" fmla="*/ 757733 h 949444"/>
                <a:gd name="connsiteX1302" fmla="*/ 725895 w 1055399"/>
                <a:gd name="connsiteY1302" fmla="*/ 757867 h 949444"/>
                <a:gd name="connsiteX1303" fmla="*/ 731246 w 1055399"/>
                <a:gd name="connsiteY1303" fmla="*/ 757867 h 949444"/>
                <a:gd name="connsiteX1304" fmla="*/ 732121 w 1055399"/>
                <a:gd name="connsiteY1304" fmla="*/ 759886 h 949444"/>
                <a:gd name="connsiteX1305" fmla="*/ 732121 w 1055399"/>
                <a:gd name="connsiteY1305" fmla="*/ 760458 h 949444"/>
                <a:gd name="connsiteX1306" fmla="*/ 732121 w 1055399"/>
                <a:gd name="connsiteY1306" fmla="*/ 763923 h 949444"/>
                <a:gd name="connsiteX1307" fmla="*/ 729967 w 1055399"/>
                <a:gd name="connsiteY1307" fmla="*/ 765234 h 949444"/>
                <a:gd name="connsiteX1308" fmla="*/ 725188 w 1055399"/>
                <a:gd name="connsiteY1308" fmla="*/ 766681 h 949444"/>
                <a:gd name="connsiteX1309" fmla="*/ 723875 w 1055399"/>
                <a:gd name="connsiteY1309" fmla="*/ 770146 h 949444"/>
                <a:gd name="connsiteX1310" fmla="*/ 724010 w 1055399"/>
                <a:gd name="connsiteY1310" fmla="*/ 771592 h 949444"/>
                <a:gd name="connsiteX1311" fmla="*/ 726803 w 1055399"/>
                <a:gd name="connsiteY1311" fmla="*/ 773173 h 949444"/>
                <a:gd name="connsiteX1312" fmla="*/ 726904 w 1055399"/>
                <a:gd name="connsiteY1312" fmla="*/ 773476 h 949444"/>
                <a:gd name="connsiteX1313" fmla="*/ 726904 w 1055399"/>
                <a:gd name="connsiteY1313" fmla="*/ 773476 h 949444"/>
                <a:gd name="connsiteX1314" fmla="*/ 731246 w 1055399"/>
                <a:gd name="connsiteY1314" fmla="*/ 773476 h 949444"/>
                <a:gd name="connsiteX1315" fmla="*/ 736765 w 1055399"/>
                <a:gd name="connsiteY1315" fmla="*/ 768262 h 949444"/>
                <a:gd name="connsiteX1316" fmla="*/ 741679 w 1055399"/>
                <a:gd name="connsiteY1316" fmla="*/ 768262 h 949444"/>
                <a:gd name="connsiteX1317" fmla="*/ 744876 w 1055399"/>
                <a:gd name="connsiteY1317" fmla="*/ 766244 h 949444"/>
                <a:gd name="connsiteX1318" fmla="*/ 747198 w 1055399"/>
                <a:gd name="connsiteY1318" fmla="*/ 767993 h 949444"/>
                <a:gd name="connsiteX1319" fmla="*/ 748948 w 1055399"/>
                <a:gd name="connsiteY1319" fmla="*/ 772063 h 949444"/>
                <a:gd name="connsiteX1320" fmla="*/ 751842 w 1055399"/>
                <a:gd name="connsiteY1320" fmla="*/ 773510 h 949444"/>
                <a:gd name="connsiteX1321" fmla="*/ 758439 w 1055399"/>
                <a:gd name="connsiteY1321" fmla="*/ 776975 h 949444"/>
                <a:gd name="connsiteX1322" fmla="*/ 762578 w 1055399"/>
                <a:gd name="connsiteY1322" fmla="*/ 776975 h 949444"/>
                <a:gd name="connsiteX1323" fmla="*/ 771261 w 1055399"/>
                <a:gd name="connsiteY1323" fmla="*/ 776975 h 949444"/>
                <a:gd name="connsiteX1324" fmla="*/ 773852 w 1055399"/>
                <a:gd name="connsiteY1324" fmla="*/ 772938 h 949444"/>
                <a:gd name="connsiteX1325" fmla="*/ 775804 w 1055399"/>
                <a:gd name="connsiteY1325" fmla="*/ 770011 h 949444"/>
                <a:gd name="connsiteX1326" fmla="*/ 785160 w 1055399"/>
                <a:gd name="connsiteY1326" fmla="*/ 770011 h 949444"/>
                <a:gd name="connsiteX1327" fmla="*/ 790141 w 1055399"/>
                <a:gd name="connsiteY1327" fmla="*/ 770449 h 949444"/>
                <a:gd name="connsiteX1328" fmla="*/ 801449 w 1055399"/>
                <a:gd name="connsiteY1328" fmla="*/ 771693 h 949444"/>
                <a:gd name="connsiteX1329" fmla="*/ 804377 w 1055399"/>
                <a:gd name="connsiteY1329" fmla="*/ 769574 h 949444"/>
                <a:gd name="connsiteX1330" fmla="*/ 806867 w 1055399"/>
                <a:gd name="connsiteY1330" fmla="*/ 766244 h 949444"/>
                <a:gd name="connsiteX1331" fmla="*/ 806867 w 1055399"/>
                <a:gd name="connsiteY1331" fmla="*/ 765672 h 949444"/>
                <a:gd name="connsiteX1332" fmla="*/ 812286 w 1055399"/>
                <a:gd name="connsiteY1332" fmla="*/ 766984 h 949444"/>
                <a:gd name="connsiteX1333" fmla="*/ 814473 w 1055399"/>
                <a:gd name="connsiteY1333" fmla="*/ 771424 h 949444"/>
                <a:gd name="connsiteX1334" fmla="*/ 817940 w 1055399"/>
                <a:gd name="connsiteY1334" fmla="*/ 773274 h 949444"/>
                <a:gd name="connsiteX1335" fmla="*/ 821844 w 1055399"/>
                <a:gd name="connsiteY1335" fmla="*/ 771424 h 949444"/>
                <a:gd name="connsiteX1336" fmla="*/ 823796 w 1055399"/>
                <a:gd name="connsiteY1336" fmla="*/ 768935 h 949444"/>
                <a:gd name="connsiteX1337" fmla="*/ 825546 w 1055399"/>
                <a:gd name="connsiteY1337" fmla="*/ 765672 h 949444"/>
                <a:gd name="connsiteX1338" fmla="*/ 826858 w 1055399"/>
                <a:gd name="connsiteY1338" fmla="*/ 764158 h 949444"/>
                <a:gd name="connsiteX1339" fmla="*/ 826858 w 1055399"/>
                <a:gd name="connsiteY1339" fmla="*/ 761770 h 949444"/>
                <a:gd name="connsiteX1340" fmla="*/ 827161 w 1055399"/>
                <a:gd name="connsiteY1340" fmla="*/ 759818 h 949444"/>
                <a:gd name="connsiteX1341" fmla="*/ 827296 w 1055399"/>
                <a:gd name="connsiteY1341" fmla="*/ 758506 h 949444"/>
                <a:gd name="connsiteX1342" fmla="*/ 827431 w 1055399"/>
                <a:gd name="connsiteY1342" fmla="*/ 755243 h 949444"/>
                <a:gd name="connsiteX1343" fmla="*/ 827733 w 1055399"/>
                <a:gd name="connsiteY1343" fmla="*/ 752418 h 949444"/>
                <a:gd name="connsiteX1344" fmla="*/ 827733 w 1055399"/>
                <a:gd name="connsiteY1344" fmla="*/ 750029 h 949444"/>
                <a:gd name="connsiteX1345" fmla="*/ 825781 w 1055399"/>
                <a:gd name="connsiteY1345" fmla="*/ 748280 h 949444"/>
                <a:gd name="connsiteX1346" fmla="*/ 825142 w 1055399"/>
                <a:gd name="connsiteY1346" fmla="*/ 745892 h 949444"/>
                <a:gd name="connsiteX1347" fmla="*/ 823628 w 1055399"/>
                <a:gd name="connsiteY1347" fmla="*/ 744849 h 949444"/>
                <a:gd name="connsiteX1348" fmla="*/ 820800 w 1055399"/>
                <a:gd name="connsiteY1348" fmla="*/ 742797 h 949444"/>
                <a:gd name="connsiteX1349" fmla="*/ 820800 w 1055399"/>
                <a:gd name="connsiteY1349" fmla="*/ 740778 h 949444"/>
                <a:gd name="connsiteX1350" fmla="*/ 821608 w 1055399"/>
                <a:gd name="connsiteY1350" fmla="*/ 739365 h 949444"/>
                <a:gd name="connsiteX1351" fmla="*/ 822416 w 1055399"/>
                <a:gd name="connsiteY1351" fmla="*/ 738491 h 949444"/>
                <a:gd name="connsiteX1352" fmla="*/ 822921 w 1055399"/>
                <a:gd name="connsiteY1352" fmla="*/ 736540 h 949444"/>
                <a:gd name="connsiteX1353" fmla="*/ 822921 w 1055399"/>
                <a:gd name="connsiteY1353" fmla="*/ 734421 h 949444"/>
                <a:gd name="connsiteX1354" fmla="*/ 821945 w 1055399"/>
                <a:gd name="connsiteY1354" fmla="*/ 732503 h 949444"/>
                <a:gd name="connsiteX1355" fmla="*/ 819656 w 1055399"/>
                <a:gd name="connsiteY1355" fmla="*/ 731460 h 949444"/>
                <a:gd name="connsiteX1356" fmla="*/ 816897 w 1055399"/>
                <a:gd name="connsiteY1356" fmla="*/ 730014 h 949444"/>
                <a:gd name="connsiteX1357" fmla="*/ 814709 w 1055399"/>
                <a:gd name="connsiteY1357" fmla="*/ 730014 h 949444"/>
                <a:gd name="connsiteX1358" fmla="*/ 813094 w 1055399"/>
                <a:gd name="connsiteY1358" fmla="*/ 728601 h 949444"/>
                <a:gd name="connsiteX1359" fmla="*/ 811882 w 1055399"/>
                <a:gd name="connsiteY1359" fmla="*/ 728264 h 949444"/>
                <a:gd name="connsiteX1360" fmla="*/ 807742 w 1055399"/>
                <a:gd name="connsiteY1360" fmla="*/ 728264 h 949444"/>
                <a:gd name="connsiteX1361" fmla="*/ 806228 w 1055399"/>
                <a:gd name="connsiteY1361" fmla="*/ 728567 h 949444"/>
                <a:gd name="connsiteX1362" fmla="*/ 804916 w 1055399"/>
                <a:gd name="connsiteY1362" fmla="*/ 730081 h 949444"/>
                <a:gd name="connsiteX1363" fmla="*/ 802089 w 1055399"/>
                <a:gd name="connsiteY1363" fmla="*/ 731090 h 949444"/>
                <a:gd name="connsiteX1364" fmla="*/ 800069 w 1055399"/>
                <a:gd name="connsiteY1364" fmla="*/ 732335 h 949444"/>
                <a:gd name="connsiteX1365" fmla="*/ 797747 w 1055399"/>
                <a:gd name="connsiteY1365" fmla="*/ 733781 h 949444"/>
                <a:gd name="connsiteX1366" fmla="*/ 794281 w 1055399"/>
                <a:gd name="connsiteY1366" fmla="*/ 734656 h 949444"/>
                <a:gd name="connsiteX1367" fmla="*/ 788324 w 1055399"/>
                <a:gd name="connsiteY1367" fmla="*/ 735228 h 949444"/>
                <a:gd name="connsiteX1368" fmla="*/ 785127 w 1055399"/>
                <a:gd name="connsiteY1368" fmla="*/ 735228 h 949444"/>
                <a:gd name="connsiteX1369" fmla="*/ 783982 w 1055399"/>
                <a:gd name="connsiteY1369" fmla="*/ 733916 h 949444"/>
                <a:gd name="connsiteX1370" fmla="*/ 783848 w 1055399"/>
                <a:gd name="connsiteY1370" fmla="*/ 730888 h 949444"/>
                <a:gd name="connsiteX1371" fmla="*/ 784588 w 1055399"/>
                <a:gd name="connsiteY1371" fmla="*/ 729307 h 949444"/>
                <a:gd name="connsiteX1372" fmla="*/ 785598 w 1055399"/>
                <a:gd name="connsiteY1372" fmla="*/ 727121 h 949444"/>
                <a:gd name="connsiteX1373" fmla="*/ 784454 w 1055399"/>
                <a:gd name="connsiteY1373" fmla="*/ 724093 h 949444"/>
                <a:gd name="connsiteX1374" fmla="*/ 784151 w 1055399"/>
                <a:gd name="connsiteY1374" fmla="*/ 719316 h 949444"/>
                <a:gd name="connsiteX1375" fmla="*/ 783141 w 1055399"/>
                <a:gd name="connsiteY1375" fmla="*/ 715246 h 949444"/>
                <a:gd name="connsiteX1376" fmla="*/ 780381 w 1055399"/>
                <a:gd name="connsiteY1376" fmla="*/ 712353 h 949444"/>
                <a:gd name="connsiteX1377" fmla="*/ 779069 w 1055399"/>
                <a:gd name="connsiteY1377" fmla="*/ 710536 h 949444"/>
                <a:gd name="connsiteX1378" fmla="*/ 778194 w 1055399"/>
                <a:gd name="connsiteY1378" fmla="*/ 709157 h 949444"/>
                <a:gd name="connsiteX1379" fmla="*/ 777453 w 1055399"/>
                <a:gd name="connsiteY1379" fmla="*/ 709157 h 949444"/>
                <a:gd name="connsiteX1380" fmla="*/ 773684 w 1055399"/>
                <a:gd name="connsiteY1380" fmla="*/ 709090 h 949444"/>
                <a:gd name="connsiteX1381" fmla="*/ 768771 w 1055399"/>
                <a:gd name="connsiteY1381" fmla="*/ 711175 h 949444"/>
                <a:gd name="connsiteX1382" fmla="*/ 766751 w 1055399"/>
                <a:gd name="connsiteY1382" fmla="*/ 712487 h 949444"/>
                <a:gd name="connsiteX1383" fmla="*/ 764564 w 1055399"/>
                <a:gd name="connsiteY1383" fmla="*/ 710301 h 949444"/>
                <a:gd name="connsiteX1384" fmla="*/ 763823 w 1055399"/>
                <a:gd name="connsiteY1384" fmla="*/ 708821 h 949444"/>
                <a:gd name="connsiteX1385" fmla="*/ 762006 w 1055399"/>
                <a:gd name="connsiteY1385" fmla="*/ 707172 h 949444"/>
                <a:gd name="connsiteX1386" fmla="*/ 762444 w 1055399"/>
                <a:gd name="connsiteY1386" fmla="*/ 704414 h 949444"/>
                <a:gd name="connsiteX1387" fmla="*/ 762376 w 1055399"/>
                <a:gd name="connsiteY1387" fmla="*/ 701084 h 949444"/>
                <a:gd name="connsiteX1388" fmla="*/ 763386 w 1055399"/>
                <a:gd name="connsiteY1388" fmla="*/ 695096 h 949444"/>
                <a:gd name="connsiteX1389" fmla="*/ 763386 w 1055399"/>
                <a:gd name="connsiteY1389" fmla="*/ 692606 h 949444"/>
                <a:gd name="connsiteX1390" fmla="*/ 760121 w 1055399"/>
                <a:gd name="connsiteY1390" fmla="*/ 689680 h 949444"/>
                <a:gd name="connsiteX1391" fmla="*/ 758607 w 1055399"/>
                <a:gd name="connsiteY1391" fmla="*/ 687931 h 949444"/>
                <a:gd name="connsiteX1392" fmla="*/ 758943 w 1055399"/>
                <a:gd name="connsiteY1392" fmla="*/ 685643 h 949444"/>
                <a:gd name="connsiteX1393" fmla="*/ 760693 w 1055399"/>
                <a:gd name="connsiteY1393" fmla="*/ 683692 h 949444"/>
                <a:gd name="connsiteX1394" fmla="*/ 762006 w 1055399"/>
                <a:gd name="connsiteY1394" fmla="*/ 681842 h 949444"/>
                <a:gd name="connsiteX1395" fmla="*/ 763083 w 1055399"/>
                <a:gd name="connsiteY1395" fmla="*/ 679655 h 949444"/>
                <a:gd name="connsiteX1396" fmla="*/ 764295 w 1055399"/>
                <a:gd name="connsiteY1396" fmla="*/ 678680 h 949444"/>
                <a:gd name="connsiteX1397" fmla="*/ 767021 w 1055399"/>
                <a:gd name="connsiteY1397" fmla="*/ 675753 h 949444"/>
                <a:gd name="connsiteX1398" fmla="*/ 768097 w 1055399"/>
                <a:gd name="connsiteY1398" fmla="*/ 674677 h 949444"/>
                <a:gd name="connsiteX1399" fmla="*/ 768973 w 1055399"/>
                <a:gd name="connsiteY1399" fmla="*/ 674037 h 949444"/>
                <a:gd name="connsiteX1400" fmla="*/ 770487 w 1055399"/>
                <a:gd name="connsiteY1400" fmla="*/ 672725 h 949444"/>
                <a:gd name="connsiteX1401" fmla="*/ 772001 w 1055399"/>
                <a:gd name="connsiteY1401" fmla="*/ 671851 h 949444"/>
                <a:gd name="connsiteX1402" fmla="*/ 775030 w 1055399"/>
                <a:gd name="connsiteY1402" fmla="*/ 670875 h 949444"/>
                <a:gd name="connsiteX1403" fmla="*/ 778194 w 1055399"/>
                <a:gd name="connsiteY1403" fmla="*/ 670875 h 949444"/>
                <a:gd name="connsiteX1404" fmla="*/ 780785 w 1055399"/>
                <a:gd name="connsiteY1404" fmla="*/ 672490 h 949444"/>
                <a:gd name="connsiteX1405" fmla="*/ 782973 w 1055399"/>
                <a:gd name="connsiteY1405" fmla="*/ 673365 h 949444"/>
                <a:gd name="connsiteX1406" fmla="*/ 786574 w 1055399"/>
                <a:gd name="connsiteY1406" fmla="*/ 673466 h 949444"/>
                <a:gd name="connsiteX1407" fmla="*/ 788324 w 1055399"/>
                <a:gd name="connsiteY1407" fmla="*/ 673129 h 949444"/>
                <a:gd name="connsiteX1408" fmla="*/ 789939 w 1055399"/>
                <a:gd name="connsiteY1408" fmla="*/ 670303 h 949444"/>
                <a:gd name="connsiteX1409" fmla="*/ 789502 w 1055399"/>
                <a:gd name="connsiteY1409" fmla="*/ 664215 h 949444"/>
                <a:gd name="connsiteX1410" fmla="*/ 789502 w 1055399"/>
                <a:gd name="connsiteY1410" fmla="*/ 663037 h 949444"/>
                <a:gd name="connsiteX1411" fmla="*/ 790915 w 1055399"/>
                <a:gd name="connsiteY1411" fmla="*/ 660750 h 949444"/>
                <a:gd name="connsiteX1412" fmla="*/ 793002 w 1055399"/>
                <a:gd name="connsiteY1412" fmla="*/ 658630 h 949444"/>
                <a:gd name="connsiteX1413" fmla="*/ 795290 w 1055399"/>
                <a:gd name="connsiteY1413" fmla="*/ 655199 h 949444"/>
                <a:gd name="connsiteX1414" fmla="*/ 797343 w 1055399"/>
                <a:gd name="connsiteY1414" fmla="*/ 655199 h 949444"/>
                <a:gd name="connsiteX1415" fmla="*/ 799834 w 1055399"/>
                <a:gd name="connsiteY1415" fmla="*/ 656074 h 949444"/>
                <a:gd name="connsiteX1416" fmla="*/ 800608 w 1055399"/>
                <a:gd name="connsiteY1416" fmla="*/ 658799 h 949444"/>
                <a:gd name="connsiteX1417" fmla="*/ 801920 w 1055399"/>
                <a:gd name="connsiteY1417" fmla="*/ 661624 h 949444"/>
                <a:gd name="connsiteX1418" fmla="*/ 805387 w 1055399"/>
                <a:gd name="connsiteY1418" fmla="*/ 664988 h 949444"/>
                <a:gd name="connsiteX1419" fmla="*/ 807440 w 1055399"/>
                <a:gd name="connsiteY1419" fmla="*/ 667713 h 949444"/>
                <a:gd name="connsiteX1420" fmla="*/ 809930 w 1055399"/>
                <a:gd name="connsiteY1420" fmla="*/ 670202 h 949444"/>
                <a:gd name="connsiteX1421" fmla="*/ 812656 w 1055399"/>
                <a:gd name="connsiteY1421" fmla="*/ 670404 h 949444"/>
                <a:gd name="connsiteX1422" fmla="*/ 814171 w 1055399"/>
                <a:gd name="connsiteY1422" fmla="*/ 670068 h 949444"/>
                <a:gd name="connsiteX1423" fmla="*/ 815584 w 1055399"/>
                <a:gd name="connsiteY1423" fmla="*/ 669866 h 949444"/>
                <a:gd name="connsiteX1424" fmla="*/ 818209 w 1055399"/>
                <a:gd name="connsiteY1424" fmla="*/ 671178 h 949444"/>
                <a:gd name="connsiteX1425" fmla="*/ 820262 w 1055399"/>
                <a:gd name="connsiteY1425" fmla="*/ 675316 h 949444"/>
                <a:gd name="connsiteX1426" fmla="*/ 821036 w 1055399"/>
                <a:gd name="connsiteY1426" fmla="*/ 677166 h 949444"/>
                <a:gd name="connsiteX1427" fmla="*/ 822113 w 1055399"/>
                <a:gd name="connsiteY1427" fmla="*/ 679453 h 949444"/>
                <a:gd name="connsiteX1428" fmla="*/ 824166 w 1055399"/>
                <a:gd name="connsiteY1428" fmla="*/ 679117 h 949444"/>
                <a:gd name="connsiteX1429" fmla="*/ 825377 w 1055399"/>
                <a:gd name="connsiteY1429" fmla="*/ 680328 h 949444"/>
                <a:gd name="connsiteX1430" fmla="*/ 826152 w 1055399"/>
                <a:gd name="connsiteY1430" fmla="*/ 681943 h 949444"/>
                <a:gd name="connsiteX1431" fmla="*/ 827128 w 1055399"/>
                <a:gd name="connsiteY1431" fmla="*/ 683591 h 949444"/>
                <a:gd name="connsiteX1432" fmla="*/ 828979 w 1055399"/>
                <a:gd name="connsiteY1432" fmla="*/ 685206 h 949444"/>
                <a:gd name="connsiteX1433" fmla="*/ 830628 w 1055399"/>
                <a:gd name="connsiteY1433" fmla="*/ 685979 h 949444"/>
                <a:gd name="connsiteX1434" fmla="*/ 832479 w 1055399"/>
                <a:gd name="connsiteY1434" fmla="*/ 686619 h 949444"/>
                <a:gd name="connsiteX1435" fmla="*/ 834229 w 1055399"/>
                <a:gd name="connsiteY1435" fmla="*/ 686854 h 949444"/>
                <a:gd name="connsiteX1436" fmla="*/ 835642 w 1055399"/>
                <a:gd name="connsiteY1436" fmla="*/ 685374 h 949444"/>
                <a:gd name="connsiteX1437" fmla="*/ 835205 w 1055399"/>
                <a:gd name="connsiteY1437" fmla="*/ 686047 h 949444"/>
                <a:gd name="connsiteX1438" fmla="*/ 833017 w 1055399"/>
                <a:gd name="connsiteY1438" fmla="*/ 680429 h 949444"/>
                <a:gd name="connsiteX1439" fmla="*/ 833017 w 1055399"/>
                <a:gd name="connsiteY1439" fmla="*/ 675215 h 949444"/>
                <a:gd name="connsiteX1440" fmla="*/ 831906 w 1055399"/>
                <a:gd name="connsiteY1440" fmla="*/ 672826 h 949444"/>
                <a:gd name="connsiteX1441" fmla="*/ 831301 w 1055399"/>
                <a:gd name="connsiteY1441" fmla="*/ 669496 h 949444"/>
                <a:gd name="connsiteX1442" fmla="*/ 831301 w 1055399"/>
                <a:gd name="connsiteY1442" fmla="*/ 668251 h 949444"/>
                <a:gd name="connsiteX1443" fmla="*/ 829113 w 1055399"/>
                <a:gd name="connsiteY1443" fmla="*/ 663172 h 949444"/>
                <a:gd name="connsiteX1444" fmla="*/ 828238 w 1055399"/>
                <a:gd name="connsiteY1444" fmla="*/ 658967 h 949444"/>
                <a:gd name="connsiteX1445" fmla="*/ 825411 w 1055399"/>
                <a:gd name="connsiteY1445" fmla="*/ 656646 h 949444"/>
                <a:gd name="connsiteX1446" fmla="*/ 824334 w 1055399"/>
                <a:gd name="connsiteY1446" fmla="*/ 651297 h 949444"/>
                <a:gd name="connsiteX1447" fmla="*/ 824334 w 1055399"/>
                <a:gd name="connsiteY1447" fmla="*/ 647395 h 949444"/>
                <a:gd name="connsiteX1448" fmla="*/ 821877 w 1055399"/>
                <a:gd name="connsiteY1448" fmla="*/ 644939 h 949444"/>
                <a:gd name="connsiteX1449" fmla="*/ 817805 w 1055399"/>
                <a:gd name="connsiteY1449" fmla="*/ 640734 h 949444"/>
                <a:gd name="connsiteX1450" fmla="*/ 811848 w 1055399"/>
                <a:gd name="connsiteY1450" fmla="*/ 641743 h 949444"/>
                <a:gd name="connsiteX1451" fmla="*/ 806060 w 1055399"/>
                <a:gd name="connsiteY1451" fmla="*/ 639725 h 949444"/>
                <a:gd name="connsiteX1452" fmla="*/ 801584 w 1055399"/>
                <a:gd name="connsiteY1452" fmla="*/ 634511 h 949444"/>
                <a:gd name="connsiteX1453" fmla="*/ 798252 w 1055399"/>
                <a:gd name="connsiteY1453" fmla="*/ 632761 h 949444"/>
                <a:gd name="connsiteX1454" fmla="*/ 790276 w 1055399"/>
                <a:gd name="connsiteY1454" fmla="*/ 634073 h 949444"/>
                <a:gd name="connsiteX1455" fmla="*/ 783478 w 1055399"/>
                <a:gd name="connsiteY1455" fmla="*/ 636664 h 949444"/>
                <a:gd name="connsiteX1456" fmla="*/ 778396 w 1055399"/>
                <a:gd name="connsiteY1456" fmla="*/ 636226 h 949444"/>
                <a:gd name="connsiteX1457" fmla="*/ 773920 w 1055399"/>
                <a:gd name="connsiteY1457" fmla="*/ 630272 h 949444"/>
                <a:gd name="connsiteX1458" fmla="*/ 773920 w 1055399"/>
                <a:gd name="connsiteY1458" fmla="*/ 624755 h 949444"/>
                <a:gd name="connsiteX1459" fmla="*/ 773920 w 1055399"/>
                <a:gd name="connsiteY1459" fmla="*/ 619541 h 949444"/>
                <a:gd name="connsiteX1460" fmla="*/ 771093 w 1055399"/>
                <a:gd name="connsiteY1460" fmla="*/ 614529 h 949444"/>
                <a:gd name="connsiteX1461" fmla="*/ 769141 w 1055399"/>
                <a:gd name="connsiteY1461" fmla="*/ 610829 h 949444"/>
                <a:gd name="connsiteX1462" fmla="*/ 770218 w 1055399"/>
                <a:gd name="connsiteY1462" fmla="*/ 608205 h 949444"/>
                <a:gd name="connsiteX1463" fmla="*/ 771295 w 1055399"/>
                <a:gd name="connsiteY1463" fmla="*/ 605177 h 949444"/>
                <a:gd name="connsiteX1464" fmla="*/ 773247 w 1055399"/>
                <a:gd name="connsiteY1464" fmla="*/ 602553 h 949444"/>
                <a:gd name="connsiteX1465" fmla="*/ 773684 w 1055399"/>
                <a:gd name="connsiteY1465" fmla="*/ 599290 h 949444"/>
                <a:gd name="connsiteX1466" fmla="*/ 774122 w 1055399"/>
                <a:gd name="connsiteY1466" fmla="*/ 596666 h 949444"/>
                <a:gd name="connsiteX1467" fmla="*/ 776511 w 1055399"/>
                <a:gd name="connsiteY1467" fmla="*/ 593841 h 949444"/>
                <a:gd name="connsiteX1468" fmla="*/ 774357 w 1055399"/>
                <a:gd name="connsiteY1468" fmla="*/ 588862 h 949444"/>
                <a:gd name="connsiteX1469" fmla="*/ 769141 w 1055399"/>
                <a:gd name="connsiteY1469" fmla="*/ 589938 h 949444"/>
                <a:gd name="connsiteX1470" fmla="*/ 765876 w 1055399"/>
                <a:gd name="connsiteY1470" fmla="*/ 591688 h 949444"/>
                <a:gd name="connsiteX1471" fmla="*/ 760660 w 1055399"/>
                <a:gd name="connsiteY1471" fmla="*/ 594278 h 949444"/>
                <a:gd name="connsiteX1472" fmla="*/ 757395 w 1055399"/>
                <a:gd name="connsiteY1472" fmla="*/ 594278 h 949444"/>
                <a:gd name="connsiteX1473" fmla="*/ 750429 w 1055399"/>
                <a:gd name="connsiteY1473" fmla="*/ 593201 h 949444"/>
                <a:gd name="connsiteX1474" fmla="*/ 746962 w 1055399"/>
                <a:gd name="connsiteY1474" fmla="*/ 590376 h 949444"/>
                <a:gd name="connsiteX1475" fmla="*/ 744573 w 1055399"/>
                <a:gd name="connsiteY1475" fmla="*/ 586911 h 949444"/>
                <a:gd name="connsiteX1476" fmla="*/ 745650 w 1055399"/>
                <a:gd name="connsiteY1476" fmla="*/ 582773 h 949444"/>
                <a:gd name="connsiteX1477" fmla="*/ 746087 w 1055399"/>
                <a:gd name="connsiteY1477" fmla="*/ 580385 h 949444"/>
                <a:gd name="connsiteX1478" fmla="*/ 744573 w 1055399"/>
                <a:gd name="connsiteY1478" fmla="*/ 578871 h 949444"/>
                <a:gd name="connsiteX1479" fmla="*/ 740433 w 1055399"/>
                <a:gd name="connsiteY1479" fmla="*/ 573657 h 949444"/>
                <a:gd name="connsiteX1480" fmla="*/ 739356 w 1055399"/>
                <a:gd name="connsiteY1480" fmla="*/ 570595 h 949444"/>
                <a:gd name="connsiteX1481" fmla="*/ 740669 w 1055399"/>
                <a:gd name="connsiteY1481" fmla="*/ 563868 h 949444"/>
                <a:gd name="connsiteX1482" fmla="*/ 739356 w 1055399"/>
                <a:gd name="connsiteY1482" fmla="*/ 558653 h 949444"/>
                <a:gd name="connsiteX1483" fmla="*/ 743496 w 1055399"/>
                <a:gd name="connsiteY1483" fmla="*/ 556366 h 949444"/>
                <a:gd name="connsiteX1484" fmla="*/ 748477 w 1055399"/>
                <a:gd name="connsiteY1484" fmla="*/ 550815 h 949444"/>
                <a:gd name="connsiteX1485" fmla="*/ 754333 w 1055399"/>
                <a:gd name="connsiteY1485" fmla="*/ 547351 h 949444"/>
                <a:gd name="connsiteX1486" fmla="*/ 759785 w 1055399"/>
                <a:gd name="connsiteY1486" fmla="*/ 545601 h 949444"/>
                <a:gd name="connsiteX1487" fmla="*/ 762612 w 1055399"/>
                <a:gd name="connsiteY1487" fmla="*/ 542775 h 949444"/>
                <a:gd name="connsiteX1488" fmla="*/ 764564 w 1055399"/>
                <a:gd name="connsiteY1488" fmla="*/ 536149 h 949444"/>
                <a:gd name="connsiteX1489" fmla="*/ 765439 w 1055399"/>
                <a:gd name="connsiteY1489" fmla="*/ 531708 h 949444"/>
                <a:gd name="connsiteX1490" fmla="*/ 767828 w 1055399"/>
                <a:gd name="connsiteY1490" fmla="*/ 531708 h 949444"/>
                <a:gd name="connsiteX1491" fmla="*/ 770891 w 1055399"/>
                <a:gd name="connsiteY1491" fmla="*/ 531708 h 949444"/>
                <a:gd name="connsiteX1492" fmla="*/ 773920 w 1055399"/>
                <a:gd name="connsiteY1492" fmla="*/ 529959 h 949444"/>
                <a:gd name="connsiteX1493" fmla="*/ 775232 w 1055399"/>
                <a:gd name="connsiteY1493" fmla="*/ 526931 h 949444"/>
                <a:gd name="connsiteX1494" fmla="*/ 776545 w 1055399"/>
                <a:gd name="connsiteY1494" fmla="*/ 522592 h 949444"/>
                <a:gd name="connsiteX1495" fmla="*/ 777420 w 1055399"/>
                <a:gd name="connsiteY1495" fmla="*/ 518690 h 949444"/>
                <a:gd name="connsiteX1496" fmla="*/ 777857 w 1055399"/>
                <a:gd name="connsiteY1496" fmla="*/ 515662 h 949444"/>
                <a:gd name="connsiteX1497" fmla="*/ 778732 w 1055399"/>
                <a:gd name="connsiteY1497" fmla="*/ 512399 h 949444"/>
                <a:gd name="connsiteX1498" fmla="*/ 777655 w 1055399"/>
                <a:gd name="connsiteY1498" fmla="*/ 508934 h 949444"/>
                <a:gd name="connsiteX1499" fmla="*/ 775030 w 1055399"/>
                <a:gd name="connsiteY1499" fmla="*/ 503922 h 949444"/>
                <a:gd name="connsiteX1500" fmla="*/ 768703 w 1055399"/>
                <a:gd name="connsiteY1500" fmla="*/ 501533 h 949444"/>
                <a:gd name="connsiteX1501" fmla="*/ 763285 w 1055399"/>
                <a:gd name="connsiteY1501" fmla="*/ 498270 h 949444"/>
                <a:gd name="connsiteX1502" fmla="*/ 760895 w 1055399"/>
                <a:gd name="connsiteY1502" fmla="*/ 494133 h 949444"/>
                <a:gd name="connsiteX1503" fmla="*/ 760660 w 1055399"/>
                <a:gd name="connsiteY1503" fmla="*/ 489692 h 949444"/>
                <a:gd name="connsiteX1504" fmla="*/ 761299 w 1055399"/>
                <a:gd name="connsiteY1504" fmla="*/ 486530 h 949444"/>
                <a:gd name="connsiteX1505" fmla="*/ 766078 w 1055399"/>
                <a:gd name="connsiteY1505" fmla="*/ 486530 h 949444"/>
                <a:gd name="connsiteX1506" fmla="*/ 770420 w 1055399"/>
                <a:gd name="connsiteY1506" fmla="*/ 488717 h 949444"/>
                <a:gd name="connsiteX1507" fmla="*/ 771295 w 1055399"/>
                <a:gd name="connsiteY1507" fmla="*/ 485454 h 949444"/>
                <a:gd name="connsiteX1508" fmla="*/ 768670 w 1055399"/>
                <a:gd name="connsiteY1508" fmla="*/ 481316 h 949444"/>
                <a:gd name="connsiteX1509" fmla="*/ 771497 w 1055399"/>
                <a:gd name="connsiteY1509" fmla="*/ 480239 h 949444"/>
                <a:gd name="connsiteX1510" fmla="*/ 775199 w 1055399"/>
                <a:gd name="connsiteY1510" fmla="*/ 480239 h 949444"/>
                <a:gd name="connsiteX1511" fmla="*/ 777386 w 1055399"/>
                <a:gd name="connsiteY1511" fmla="*/ 480239 h 949444"/>
                <a:gd name="connsiteX1512" fmla="*/ 780651 w 1055399"/>
                <a:gd name="connsiteY1512" fmla="*/ 474151 h 949444"/>
                <a:gd name="connsiteX1513" fmla="*/ 784353 w 1055399"/>
                <a:gd name="connsiteY1513" fmla="*/ 468937 h 949444"/>
                <a:gd name="connsiteX1514" fmla="*/ 787180 w 1055399"/>
                <a:gd name="connsiteY1514" fmla="*/ 464597 h 949444"/>
                <a:gd name="connsiteX1515" fmla="*/ 790209 w 1055399"/>
                <a:gd name="connsiteY1515" fmla="*/ 462410 h 949444"/>
                <a:gd name="connsiteX1516" fmla="*/ 793473 w 1055399"/>
                <a:gd name="connsiteY1516" fmla="*/ 464799 h 949444"/>
                <a:gd name="connsiteX1517" fmla="*/ 796738 w 1055399"/>
                <a:gd name="connsiteY1517" fmla="*/ 467826 h 949444"/>
                <a:gd name="connsiteX1518" fmla="*/ 800641 w 1055399"/>
                <a:gd name="connsiteY1518" fmla="*/ 468466 h 949444"/>
                <a:gd name="connsiteX1519" fmla="*/ 804343 w 1055399"/>
                <a:gd name="connsiteY1519" fmla="*/ 470652 h 949444"/>
                <a:gd name="connsiteX1520" fmla="*/ 806733 w 1055399"/>
                <a:gd name="connsiteY1520" fmla="*/ 471729 h 949444"/>
                <a:gd name="connsiteX1521" fmla="*/ 810199 w 1055399"/>
                <a:gd name="connsiteY1521" fmla="*/ 473478 h 949444"/>
                <a:gd name="connsiteX1522" fmla="*/ 812387 w 1055399"/>
                <a:gd name="connsiteY1522" fmla="*/ 476741 h 949444"/>
                <a:gd name="connsiteX1523" fmla="*/ 814574 w 1055399"/>
                <a:gd name="connsiteY1523" fmla="*/ 479567 h 949444"/>
                <a:gd name="connsiteX1524" fmla="*/ 818276 w 1055399"/>
                <a:gd name="connsiteY1524" fmla="*/ 479567 h 949444"/>
                <a:gd name="connsiteX1525" fmla="*/ 821103 w 1055399"/>
                <a:gd name="connsiteY1525" fmla="*/ 481955 h 949444"/>
                <a:gd name="connsiteX1526" fmla="*/ 825007 w 1055399"/>
                <a:gd name="connsiteY1526" fmla="*/ 485218 h 949444"/>
                <a:gd name="connsiteX1527" fmla="*/ 826959 w 1055399"/>
                <a:gd name="connsiteY1527" fmla="*/ 488986 h 949444"/>
                <a:gd name="connsiteX1528" fmla="*/ 830426 w 1055399"/>
                <a:gd name="connsiteY1528" fmla="*/ 492316 h 949444"/>
                <a:gd name="connsiteX1529" fmla="*/ 834801 w 1055399"/>
                <a:gd name="connsiteY1529" fmla="*/ 492451 h 949444"/>
                <a:gd name="connsiteX1530" fmla="*/ 837358 w 1055399"/>
                <a:gd name="connsiteY1530" fmla="*/ 492316 h 949444"/>
                <a:gd name="connsiteX1531" fmla="*/ 840118 w 1055399"/>
                <a:gd name="connsiteY1531" fmla="*/ 490735 h 949444"/>
                <a:gd name="connsiteX1532" fmla="*/ 841565 w 1055399"/>
                <a:gd name="connsiteY1532" fmla="*/ 488717 h 949444"/>
                <a:gd name="connsiteX1533" fmla="*/ 842878 w 1055399"/>
                <a:gd name="connsiteY1533" fmla="*/ 488212 h 949444"/>
                <a:gd name="connsiteX1534" fmla="*/ 844628 w 1055399"/>
                <a:gd name="connsiteY1534" fmla="*/ 488279 h 949444"/>
                <a:gd name="connsiteX1535" fmla="*/ 847825 w 1055399"/>
                <a:gd name="connsiteY1535" fmla="*/ 488279 h 949444"/>
                <a:gd name="connsiteX1536" fmla="*/ 848700 w 1055399"/>
                <a:gd name="connsiteY1536" fmla="*/ 487707 h 949444"/>
                <a:gd name="connsiteX1537" fmla="*/ 850450 w 1055399"/>
                <a:gd name="connsiteY1537" fmla="*/ 485084 h 949444"/>
                <a:gd name="connsiteX1538" fmla="*/ 851628 w 1055399"/>
                <a:gd name="connsiteY1538" fmla="*/ 483334 h 949444"/>
                <a:gd name="connsiteX1539" fmla="*/ 852638 w 1055399"/>
                <a:gd name="connsiteY1539" fmla="*/ 482090 h 949444"/>
                <a:gd name="connsiteX1540" fmla="*/ 855667 w 1055399"/>
                <a:gd name="connsiteY1540" fmla="*/ 481282 h 949444"/>
                <a:gd name="connsiteX1541" fmla="*/ 860008 w 1055399"/>
                <a:gd name="connsiteY1541" fmla="*/ 481282 h 949444"/>
                <a:gd name="connsiteX1542" fmla="*/ 861455 w 1055399"/>
                <a:gd name="connsiteY1542" fmla="*/ 480576 h 949444"/>
                <a:gd name="connsiteX1543" fmla="*/ 863912 w 1055399"/>
                <a:gd name="connsiteY1543" fmla="*/ 481888 h 949444"/>
                <a:gd name="connsiteX1544" fmla="*/ 870441 w 1055399"/>
                <a:gd name="connsiteY1544" fmla="*/ 485958 h 949444"/>
                <a:gd name="connsiteX1545" fmla="*/ 871148 w 1055399"/>
                <a:gd name="connsiteY1545" fmla="*/ 489726 h 949444"/>
                <a:gd name="connsiteX1546" fmla="*/ 870778 w 1055399"/>
                <a:gd name="connsiteY1546" fmla="*/ 495512 h 949444"/>
                <a:gd name="connsiteX1547" fmla="*/ 871282 w 1055399"/>
                <a:gd name="connsiteY1547" fmla="*/ 500154 h 949444"/>
                <a:gd name="connsiteX1548" fmla="*/ 871282 w 1055399"/>
                <a:gd name="connsiteY1548" fmla="*/ 503047 h 949444"/>
                <a:gd name="connsiteX1549" fmla="*/ 874311 w 1055399"/>
                <a:gd name="connsiteY1549" fmla="*/ 505234 h 949444"/>
                <a:gd name="connsiteX1550" fmla="*/ 875186 w 1055399"/>
                <a:gd name="connsiteY1550" fmla="*/ 508429 h 949444"/>
                <a:gd name="connsiteX1551" fmla="*/ 880100 w 1055399"/>
                <a:gd name="connsiteY1551" fmla="*/ 511625 h 949444"/>
                <a:gd name="connsiteX1552" fmla="*/ 882557 w 1055399"/>
                <a:gd name="connsiteY1552" fmla="*/ 512130 h 949444"/>
                <a:gd name="connsiteX1553" fmla="*/ 887470 w 1055399"/>
                <a:gd name="connsiteY1553" fmla="*/ 512634 h 949444"/>
                <a:gd name="connsiteX1554" fmla="*/ 891239 w 1055399"/>
                <a:gd name="connsiteY1554" fmla="*/ 512634 h 949444"/>
                <a:gd name="connsiteX1555" fmla="*/ 896591 w 1055399"/>
                <a:gd name="connsiteY1555" fmla="*/ 512634 h 949444"/>
                <a:gd name="connsiteX1556" fmla="*/ 901673 w 1055399"/>
                <a:gd name="connsiteY1556" fmla="*/ 512634 h 949444"/>
                <a:gd name="connsiteX1557" fmla="*/ 904432 w 1055399"/>
                <a:gd name="connsiteY1557" fmla="*/ 510448 h 949444"/>
                <a:gd name="connsiteX1558" fmla="*/ 906620 w 1055399"/>
                <a:gd name="connsiteY1558" fmla="*/ 509439 h 949444"/>
                <a:gd name="connsiteX1559" fmla="*/ 909951 w 1055399"/>
                <a:gd name="connsiteY1559" fmla="*/ 508295 h 949444"/>
                <a:gd name="connsiteX1560" fmla="*/ 914731 w 1055399"/>
                <a:gd name="connsiteY1560" fmla="*/ 505839 h 949444"/>
                <a:gd name="connsiteX1561" fmla="*/ 917995 w 1055399"/>
                <a:gd name="connsiteY1561" fmla="*/ 503081 h 949444"/>
                <a:gd name="connsiteX1562" fmla="*/ 919947 w 1055399"/>
                <a:gd name="connsiteY1562" fmla="*/ 499616 h 949444"/>
                <a:gd name="connsiteX1563" fmla="*/ 919947 w 1055399"/>
                <a:gd name="connsiteY1563" fmla="*/ 497867 h 949444"/>
                <a:gd name="connsiteX1564" fmla="*/ 920822 w 1055399"/>
                <a:gd name="connsiteY1564" fmla="*/ 495276 h 949444"/>
                <a:gd name="connsiteX1565" fmla="*/ 922707 w 1055399"/>
                <a:gd name="connsiteY1565" fmla="*/ 492955 h 949444"/>
                <a:gd name="connsiteX1566" fmla="*/ 924591 w 1055399"/>
                <a:gd name="connsiteY1566" fmla="*/ 491071 h 949444"/>
                <a:gd name="connsiteX1567" fmla="*/ 928058 w 1055399"/>
                <a:gd name="connsiteY1567" fmla="*/ 486732 h 949444"/>
                <a:gd name="connsiteX1568" fmla="*/ 929808 w 1055399"/>
                <a:gd name="connsiteY1568" fmla="*/ 480509 h 949444"/>
                <a:gd name="connsiteX1569" fmla="*/ 932870 w 1055399"/>
                <a:gd name="connsiteY1569" fmla="*/ 474992 h 949444"/>
                <a:gd name="connsiteX1570" fmla="*/ 936337 w 1055399"/>
                <a:gd name="connsiteY1570" fmla="*/ 472973 h 949444"/>
                <a:gd name="connsiteX1571" fmla="*/ 937918 w 1055399"/>
                <a:gd name="connsiteY1571" fmla="*/ 469643 h 949444"/>
                <a:gd name="connsiteX1572" fmla="*/ 939366 w 1055399"/>
                <a:gd name="connsiteY1572" fmla="*/ 465303 h 949444"/>
                <a:gd name="connsiteX1573" fmla="*/ 940375 w 1055399"/>
                <a:gd name="connsiteY1573" fmla="*/ 462478 h 949444"/>
                <a:gd name="connsiteX1574" fmla="*/ 942394 w 1055399"/>
                <a:gd name="connsiteY1574" fmla="*/ 458340 h 949444"/>
                <a:gd name="connsiteX1575" fmla="*/ 943976 w 1055399"/>
                <a:gd name="connsiteY1575" fmla="*/ 456894 h 949444"/>
                <a:gd name="connsiteX1576" fmla="*/ 945558 w 1055399"/>
                <a:gd name="connsiteY1576" fmla="*/ 455010 h 949444"/>
                <a:gd name="connsiteX1577" fmla="*/ 946871 w 1055399"/>
                <a:gd name="connsiteY1577" fmla="*/ 451679 h 949444"/>
                <a:gd name="connsiteX1578" fmla="*/ 948318 w 1055399"/>
                <a:gd name="connsiteY1578" fmla="*/ 450098 h 949444"/>
                <a:gd name="connsiteX1579" fmla="*/ 951212 w 1055399"/>
                <a:gd name="connsiteY1579" fmla="*/ 450098 h 949444"/>
                <a:gd name="connsiteX1580" fmla="*/ 951212 w 1055399"/>
                <a:gd name="connsiteY1580" fmla="*/ 449224 h 949444"/>
                <a:gd name="connsiteX1581" fmla="*/ 952962 w 1055399"/>
                <a:gd name="connsiteY1581" fmla="*/ 446902 h 949444"/>
                <a:gd name="connsiteX1582" fmla="*/ 952962 w 1055399"/>
                <a:gd name="connsiteY1582" fmla="*/ 445759 h 949444"/>
                <a:gd name="connsiteX1583" fmla="*/ 952962 w 1055399"/>
                <a:gd name="connsiteY1583" fmla="*/ 442866 h 949444"/>
                <a:gd name="connsiteX1584" fmla="*/ 950068 w 1055399"/>
                <a:gd name="connsiteY1584" fmla="*/ 439233 h 949444"/>
                <a:gd name="connsiteX1585" fmla="*/ 947308 w 1055399"/>
                <a:gd name="connsiteY1585" fmla="*/ 436912 h 949444"/>
                <a:gd name="connsiteX1586" fmla="*/ 948452 w 1055399"/>
                <a:gd name="connsiteY1586" fmla="*/ 433884 h 949444"/>
                <a:gd name="connsiteX1587" fmla="*/ 950472 w 1055399"/>
                <a:gd name="connsiteY1587" fmla="*/ 430688 h 949444"/>
                <a:gd name="connsiteX1588" fmla="*/ 952726 w 1055399"/>
                <a:gd name="connsiteY1588" fmla="*/ 429107 h 949444"/>
                <a:gd name="connsiteX1589" fmla="*/ 954678 w 1055399"/>
                <a:gd name="connsiteY1589" fmla="*/ 427661 h 949444"/>
                <a:gd name="connsiteX1590" fmla="*/ 954678 w 1055399"/>
                <a:gd name="connsiteY1590" fmla="*/ 424902 h 949444"/>
                <a:gd name="connsiteX1591" fmla="*/ 953534 w 1055399"/>
                <a:gd name="connsiteY1591" fmla="*/ 423018 h 949444"/>
                <a:gd name="connsiteX1592" fmla="*/ 954678 w 1055399"/>
                <a:gd name="connsiteY1592" fmla="*/ 421067 h 949444"/>
                <a:gd name="connsiteX1593" fmla="*/ 955823 w 1055399"/>
                <a:gd name="connsiteY1593" fmla="*/ 418813 h 949444"/>
                <a:gd name="connsiteX1594" fmla="*/ 959020 w 1055399"/>
                <a:gd name="connsiteY1594" fmla="*/ 418813 h 949444"/>
                <a:gd name="connsiteX1595" fmla="*/ 960770 w 1055399"/>
                <a:gd name="connsiteY1595" fmla="*/ 418813 h 949444"/>
                <a:gd name="connsiteX1596" fmla="*/ 964102 w 1055399"/>
                <a:gd name="connsiteY1596" fmla="*/ 418813 h 949444"/>
                <a:gd name="connsiteX1597" fmla="*/ 965986 w 1055399"/>
                <a:gd name="connsiteY1597" fmla="*/ 420697 h 949444"/>
                <a:gd name="connsiteX1598" fmla="*/ 967434 w 1055399"/>
                <a:gd name="connsiteY1598" fmla="*/ 421841 h 949444"/>
                <a:gd name="connsiteX1599" fmla="*/ 970631 w 1055399"/>
                <a:gd name="connsiteY1599" fmla="*/ 422985 h 949444"/>
                <a:gd name="connsiteX1600" fmla="*/ 973390 w 1055399"/>
                <a:gd name="connsiteY1600" fmla="*/ 422850 h 949444"/>
                <a:gd name="connsiteX1601" fmla="*/ 976150 w 1055399"/>
                <a:gd name="connsiteY1601" fmla="*/ 420226 h 949444"/>
                <a:gd name="connsiteX1602" fmla="*/ 978035 w 1055399"/>
                <a:gd name="connsiteY1602" fmla="*/ 419654 h 949444"/>
                <a:gd name="connsiteX1603" fmla="*/ 979179 w 1055399"/>
                <a:gd name="connsiteY1603" fmla="*/ 420092 h 949444"/>
                <a:gd name="connsiteX1604" fmla="*/ 979886 w 1055399"/>
                <a:gd name="connsiteY1604" fmla="*/ 423119 h 949444"/>
                <a:gd name="connsiteX1605" fmla="*/ 982511 w 1055399"/>
                <a:gd name="connsiteY1605" fmla="*/ 426450 h 949444"/>
                <a:gd name="connsiteX1606" fmla="*/ 984261 w 1055399"/>
                <a:gd name="connsiteY1606" fmla="*/ 427459 h 949444"/>
                <a:gd name="connsiteX1607" fmla="*/ 986852 w 1055399"/>
                <a:gd name="connsiteY1607" fmla="*/ 427459 h 949444"/>
                <a:gd name="connsiteX1608" fmla="*/ 989174 w 1055399"/>
                <a:gd name="connsiteY1608" fmla="*/ 426450 h 949444"/>
                <a:gd name="connsiteX1609" fmla="*/ 991194 w 1055399"/>
                <a:gd name="connsiteY1609" fmla="*/ 424700 h 949444"/>
                <a:gd name="connsiteX1610" fmla="*/ 992776 w 1055399"/>
                <a:gd name="connsiteY1610" fmla="*/ 424263 h 949444"/>
                <a:gd name="connsiteX1611" fmla="*/ 994795 w 1055399"/>
                <a:gd name="connsiteY1611" fmla="*/ 422682 h 949444"/>
                <a:gd name="connsiteX1612" fmla="*/ 995804 w 1055399"/>
                <a:gd name="connsiteY1612" fmla="*/ 421235 h 949444"/>
                <a:gd name="connsiteX1613" fmla="*/ 999708 w 1055399"/>
                <a:gd name="connsiteY1613" fmla="*/ 416728 h 949444"/>
                <a:gd name="connsiteX1614" fmla="*/ 996814 w 1055399"/>
                <a:gd name="connsiteY1614" fmla="*/ 412960 h 949444"/>
                <a:gd name="connsiteX1615" fmla="*/ 995939 w 1055399"/>
                <a:gd name="connsiteY1615" fmla="*/ 409630 h 949444"/>
                <a:gd name="connsiteX1616" fmla="*/ 997083 w 1055399"/>
                <a:gd name="connsiteY1616" fmla="*/ 406434 h 949444"/>
                <a:gd name="connsiteX1617" fmla="*/ 999675 w 1055399"/>
                <a:gd name="connsiteY1617" fmla="*/ 403676 h 949444"/>
                <a:gd name="connsiteX1618" fmla="*/ 1001997 w 1055399"/>
                <a:gd name="connsiteY1618" fmla="*/ 402801 h 949444"/>
                <a:gd name="connsiteX1619" fmla="*/ 1005026 w 1055399"/>
                <a:gd name="connsiteY1619" fmla="*/ 399774 h 949444"/>
                <a:gd name="connsiteX1620" fmla="*/ 1007348 w 1055399"/>
                <a:gd name="connsiteY1620" fmla="*/ 396006 h 949444"/>
                <a:gd name="connsiteX1621" fmla="*/ 1004891 w 1055399"/>
                <a:gd name="connsiteY1621" fmla="*/ 394257 h 949444"/>
                <a:gd name="connsiteX1622" fmla="*/ 1004319 w 1055399"/>
                <a:gd name="connsiteY1622" fmla="*/ 391935 h 949444"/>
                <a:gd name="connsiteX1623" fmla="*/ 1005463 w 1055399"/>
                <a:gd name="connsiteY1623" fmla="*/ 389917 h 949444"/>
                <a:gd name="connsiteX1624" fmla="*/ 1008795 w 1055399"/>
                <a:gd name="connsiteY1624" fmla="*/ 388336 h 949444"/>
                <a:gd name="connsiteX1625" fmla="*/ 1011824 w 1055399"/>
                <a:gd name="connsiteY1625" fmla="*/ 384871 h 949444"/>
                <a:gd name="connsiteX1626" fmla="*/ 1008627 w 1055399"/>
                <a:gd name="connsiteY1626" fmla="*/ 381238 h 949444"/>
                <a:gd name="connsiteX1627" fmla="*/ 1007483 w 1055399"/>
                <a:gd name="connsiteY1627" fmla="*/ 379354 h 949444"/>
                <a:gd name="connsiteX1628" fmla="*/ 1008492 w 1055399"/>
                <a:gd name="connsiteY1628" fmla="*/ 376158 h 949444"/>
                <a:gd name="connsiteX1629" fmla="*/ 1013709 w 1055399"/>
                <a:gd name="connsiteY1629" fmla="*/ 374140 h 949444"/>
                <a:gd name="connsiteX1630" fmla="*/ 1017613 w 1055399"/>
                <a:gd name="connsiteY1630" fmla="*/ 371953 h 949444"/>
                <a:gd name="connsiteX1631" fmla="*/ 1020069 w 1055399"/>
                <a:gd name="connsiteY1631" fmla="*/ 368186 h 949444"/>
                <a:gd name="connsiteX1632" fmla="*/ 1021079 w 1055399"/>
                <a:gd name="connsiteY1632" fmla="*/ 364721 h 949444"/>
                <a:gd name="connsiteX1633" fmla="*/ 1022661 w 1055399"/>
                <a:gd name="connsiteY1633" fmla="*/ 361391 h 949444"/>
                <a:gd name="connsiteX1634" fmla="*/ 1023805 w 1055399"/>
                <a:gd name="connsiteY1634" fmla="*/ 358060 h 949444"/>
                <a:gd name="connsiteX1635" fmla="*/ 1023805 w 1055399"/>
                <a:gd name="connsiteY1635" fmla="*/ 355167 h 949444"/>
                <a:gd name="connsiteX1636" fmla="*/ 1023805 w 1055399"/>
                <a:gd name="connsiteY1636" fmla="*/ 352409 h 949444"/>
                <a:gd name="connsiteX1637" fmla="*/ 1023939 w 1055399"/>
                <a:gd name="connsiteY1637" fmla="*/ 350660 h 949444"/>
                <a:gd name="connsiteX1638" fmla="*/ 1025993 w 1055399"/>
                <a:gd name="connsiteY1638" fmla="*/ 348473 h 949444"/>
                <a:gd name="connsiteX1639" fmla="*/ 1028315 w 1055399"/>
                <a:gd name="connsiteY1639" fmla="*/ 348473 h 949444"/>
                <a:gd name="connsiteX1640" fmla="*/ 1031074 w 1055399"/>
                <a:gd name="connsiteY1640" fmla="*/ 348473 h 949444"/>
                <a:gd name="connsiteX1641" fmla="*/ 1035113 w 1055399"/>
                <a:gd name="connsiteY1641" fmla="*/ 347767 h 949444"/>
                <a:gd name="connsiteX1642" fmla="*/ 1037570 w 1055399"/>
                <a:gd name="connsiteY1642" fmla="*/ 345311 h 949444"/>
                <a:gd name="connsiteX1643" fmla="*/ 1040531 w 1055399"/>
                <a:gd name="connsiteY1643" fmla="*/ 342115 h 949444"/>
                <a:gd name="connsiteX1644" fmla="*/ 1041474 w 1055399"/>
                <a:gd name="connsiteY1644" fmla="*/ 338919 h 949444"/>
                <a:gd name="connsiteX1645" fmla="*/ 1041474 w 1055399"/>
                <a:gd name="connsiteY1645" fmla="*/ 337910 h 949444"/>
                <a:gd name="connsiteX1646" fmla="*/ 1042180 w 1055399"/>
                <a:gd name="connsiteY1646" fmla="*/ 336464 h 949444"/>
                <a:gd name="connsiteX1647" fmla="*/ 1045647 w 1055399"/>
                <a:gd name="connsiteY1647" fmla="*/ 335454 h 949444"/>
                <a:gd name="connsiteX1648" fmla="*/ 1047229 w 1055399"/>
                <a:gd name="connsiteY1648" fmla="*/ 335454 h 949444"/>
                <a:gd name="connsiteX1649" fmla="*/ 1051570 w 1055399"/>
                <a:gd name="connsiteY1649" fmla="*/ 333705 h 949444"/>
                <a:gd name="connsiteX1650" fmla="*/ 1053758 w 1055399"/>
                <a:gd name="connsiteY1650" fmla="*/ 332259 h 949444"/>
                <a:gd name="connsiteX1651" fmla="*/ 1055339 w 1055399"/>
                <a:gd name="connsiteY1651" fmla="*/ 329803 h 949444"/>
                <a:gd name="connsiteX1652" fmla="*/ 1055339 w 1055399"/>
                <a:gd name="connsiteY1652" fmla="*/ 327616 h 949444"/>
                <a:gd name="connsiteX1653" fmla="*/ 1055339 w 1055399"/>
                <a:gd name="connsiteY1653" fmla="*/ 323849 h 949444"/>
                <a:gd name="connsiteX1654" fmla="*/ 1054161 w 1055399"/>
                <a:gd name="connsiteY1654" fmla="*/ 318904 h 94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Lst>
              <a:rect l="l" t="t" r="r" b="b"/>
              <a:pathLst>
                <a:path w="1055399" h="949444">
                  <a:moveTo>
                    <a:pt x="1054161" y="318904"/>
                  </a:moveTo>
                  <a:lnTo>
                    <a:pt x="1050089" y="315843"/>
                  </a:lnTo>
                  <a:lnTo>
                    <a:pt x="1043728" y="312647"/>
                  </a:lnTo>
                  <a:lnTo>
                    <a:pt x="1040700" y="311200"/>
                  </a:lnTo>
                  <a:lnTo>
                    <a:pt x="1037065" y="309316"/>
                  </a:lnTo>
                  <a:cubicBezTo>
                    <a:pt x="1037065" y="309316"/>
                    <a:pt x="1037199" y="306255"/>
                    <a:pt x="1036190" y="306121"/>
                  </a:cubicBezTo>
                  <a:cubicBezTo>
                    <a:pt x="1035180" y="305986"/>
                    <a:pt x="1032858" y="303665"/>
                    <a:pt x="1032858" y="303665"/>
                  </a:cubicBezTo>
                  <a:cubicBezTo>
                    <a:pt x="1032858" y="303665"/>
                    <a:pt x="1031613" y="302790"/>
                    <a:pt x="1031478" y="302219"/>
                  </a:cubicBezTo>
                  <a:cubicBezTo>
                    <a:pt x="1031344" y="301647"/>
                    <a:pt x="1031411" y="298316"/>
                    <a:pt x="1031411" y="298316"/>
                  </a:cubicBezTo>
                  <a:lnTo>
                    <a:pt x="1031411" y="292396"/>
                  </a:lnTo>
                  <a:lnTo>
                    <a:pt x="1031276" y="290949"/>
                  </a:lnTo>
                  <a:cubicBezTo>
                    <a:pt x="1031276" y="290949"/>
                    <a:pt x="1035315" y="290815"/>
                    <a:pt x="1036190" y="290949"/>
                  </a:cubicBezTo>
                  <a:cubicBezTo>
                    <a:pt x="1037065" y="291084"/>
                    <a:pt x="1038815" y="294582"/>
                    <a:pt x="1038815" y="294582"/>
                  </a:cubicBezTo>
                  <a:lnTo>
                    <a:pt x="1040397" y="293708"/>
                  </a:lnTo>
                  <a:cubicBezTo>
                    <a:pt x="1040397" y="293708"/>
                    <a:pt x="1041103" y="288494"/>
                    <a:pt x="1041103" y="287922"/>
                  </a:cubicBezTo>
                  <a:cubicBezTo>
                    <a:pt x="1041103" y="287350"/>
                    <a:pt x="1041238" y="285601"/>
                    <a:pt x="1041406" y="285163"/>
                  </a:cubicBezTo>
                  <a:cubicBezTo>
                    <a:pt x="1041541" y="284726"/>
                    <a:pt x="1042854" y="284591"/>
                    <a:pt x="1042854" y="284591"/>
                  </a:cubicBezTo>
                  <a:lnTo>
                    <a:pt x="1044435" y="284591"/>
                  </a:lnTo>
                  <a:lnTo>
                    <a:pt x="1046185" y="284591"/>
                  </a:lnTo>
                  <a:lnTo>
                    <a:pt x="1047060" y="282842"/>
                  </a:lnTo>
                  <a:lnTo>
                    <a:pt x="1047060" y="281967"/>
                  </a:lnTo>
                  <a:lnTo>
                    <a:pt x="1047363" y="278502"/>
                  </a:lnTo>
                  <a:cubicBezTo>
                    <a:pt x="1047363" y="278502"/>
                    <a:pt x="1046623" y="278940"/>
                    <a:pt x="1046219" y="278502"/>
                  </a:cubicBezTo>
                  <a:cubicBezTo>
                    <a:pt x="1045781" y="278065"/>
                    <a:pt x="1043897" y="276047"/>
                    <a:pt x="1043897" y="276047"/>
                  </a:cubicBezTo>
                  <a:lnTo>
                    <a:pt x="1042147" y="275038"/>
                  </a:lnTo>
                  <a:cubicBezTo>
                    <a:pt x="1042147" y="275038"/>
                    <a:pt x="1040834" y="273894"/>
                    <a:pt x="1040834" y="273457"/>
                  </a:cubicBezTo>
                  <a:cubicBezTo>
                    <a:pt x="1040834" y="273019"/>
                    <a:pt x="1041406" y="271438"/>
                    <a:pt x="1041406" y="271438"/>
                  </a:cubicBezTo>
                  <a:lnTo>
                    <a:pt x="1041709" y="269689"/>
                  </a:lnTo>
                  <a:lnTo>
                    <a:pt x="1042147" y="267805"/>
                  </a:lnTo>
                  <a:lnTo>
                    <a:pt x="1044469" y="265417"/>
                  </a:lnTo>
                  <a:lnTo>
                    <a:pt x="1046219" y="263735"/>
                  </a:lnTo>
                  <a:cubicBezTo>
                    <a:pt x="1046219" y="263735"/>
                    <a:pt x="1039353" y="263634"/>
                    <a:pt x="1039051" y="263735"/>
                  </a:cubicBezTo>
                  <a:cubicBezTo>
                    <a:pt x="1038714" y="263836"/>
                    <a:pt x="1037536" y="263634"/>
                    <a:pt x="1036223" y="263735"/>
                  </a:cubicBezTo>
                  <a:cubicBezTo>
                    <a:pt x="1034911" y="263836"/>
                    <a:pt x="1034709" y="263735"/>
                    <a:pt x="1034709" y="263735"/>
                  </a:cubicBezTo>
                  <a:cubicBezTo>
                    <a:pt x="1034709" y="263735"/>
                    <a:pt x="1033296" y="262423"/>
                    <a:pt x="1033194" y="261884"/>
                  </a:cubicBezTo>
                  <a:cubicBezTo>
                    <a:pt x="1033094" y="261346"/>
                    <a:pt x="1031882" y="260270"/>
                    <a:pt x="1031445" y="260135"/>
                  </a:cubicBezTo>
                  <a:cubicBezTo>
                    <a:pt x="1031007" y="260034"/>
                    <a:pt x="1030031" y="259160"/>
                    <a:pt x="1029594" y="259059"/>
                  </a:cubicBezTo>
                  <a:cubicBezTo>
                    <a:pt x="1029156" y="258958"/>
                    <a:pt x="1028180" y="259059"/>
                    <a:pt x="1028180" y="259059"/>
                  </a:cubicBezTo>
                  <a:lnTo>
                    <a:pt x="1026868" y="259934"/>
                  </a:lnTo>
                  <a:cubicBezTo>
                    <a:pt x="1026868" y="259934"/>
                    <a:pt x="1025656" y="260909"/>
                    <a:pt x="1025218" y="261145"/>
                  </a:cubicBezTo>
                  <a:cubicBezTo>
                    <a:pt x="1024781" y="261346"/>
                    <a:pt x="1023805" y="262019"/>
                    <a:pt x="1023267" y="262120"/>
                  </a:cubicBezTo>
                  <a:cubicBezTo>
                    <a:pt x="1022728" y="262221"/>
                    <a:pt x="1021853" y="262457"/>
                    <a:pt x="1021415" y="262457"/>
                  </a:cubicBezTo>
                  <a:cubicBezTo>
                    <a:pt x="1020978" y="262457"/>
                    <a:pt x="1020204" y="262793"/>
                    <a:pt x="1019766" y="262894"/>
                  </a:cubicBezTo>
                  <a:cubicBezTo>
                    <a:pt x="1019329" y="262995"/>
                    <a:pt x="1017815" y="263331"/>
                    <a:pt x="1016939" y="263768"/>
                  </a:cubicBezTo>
                  <a:cubicBezTo>
                    <a:pt x="1016064" y="264206"/>
                    <a:pt x="1015189" y="263768"/>
                    <a:pt x="1015189" y="263768"/>
                  </a:cubicBezTo>
                  <a:cubicBezTo>
                    <a:pt x="1015189" y="263768"/>
                    <a:pt x="1013002" y="263230"/>
                    <a:pt x="1012362" y="262995"/>
                  </a:cubicBezTo>
                  <a:cubicBezTo>
                    <a:pt x="1011723" y="262793"/>
                    <a:pt x="1010074" y="262995"/>
                    <a:pt x="1010074" y="262995"/>
                  </a:cubicBezTo>
                  <a:cubicBezTo>
                    <a:pt x="1010074" y="262995"/>
                    <a:pt x="1008862" y="262894"/>
                    <a:pt x="1008425" y="262894"/>
                  </a:cubicBezTo>
                  <a:cubicBezTo>
                    <a:pt x="1007987" y="262894"/>
                    <a:pt x="1006136" y="263768"/>
                    <a:pt x="1006136" y="263768"/>
                  </a:cubicBezTo>
                  <a:cubicBezTo>
                    <a:pt x="1006136" y="263768"/>
                    <a:pt x="1004824" y="264744"/>
                    <a:pt x="1004521" y="264845"/>
                  </a:cubicBezTo>
                  <a:cubicBezTo>
                    <a:pt x="1004184" y="264946"/>
                    <a:pt x="1003444" y="267031"/>
                    <a:pt x="1003309" y="267334"/>
                  </a:cubicBezTo>
                  <a:cubicBezTo>
                    <a:pt x="1003208" y="267671"/>
                    <a:pt x="1003410" y="268545"/>
                    <a:pt x="1003410" y="269285"/>
                  </a:cubicBezTo>
                  <a:cubicBezTo>
                    <a:pt x="1003410" y="270025"/>
                    <a:pt x="1003410" y="271337"/>
                    <a:pt x="1003074" y="272111"/>
                  </a:cubicBezTo>
                  <a:cubicBezTo>
                    <a:pt x="1002737" y="272885"/>
                    <a:pt x="1001761" y="273860"/>
                    <a:pt x="1001324" y="274163"/>
                  </a:cubicBezTo>
                  <a:cubicBezTo>
                    <a:pt x="1000886" y="274499"/>
                    <a:pt x="1000684" y="275240"/>
                    <a:pt x="999372" y="275677"/>
                  </a:cubicBezTo>
                  <a:cubicBezTo>
                    <a:pt x="998059" y="276114"/>
                    <a:pt x="997420" y="275677"/>
                    <a:pt x="997083" y="275677"/>
                  </a:cubicBezTo>
                  <a:cubicBezTo>
                    <a:pt x="996747" y="275677"/>
                    <a:pt x="994997" y="273490"/>
                    <a:pt x="994997" y="273490"/>
                  </a:cubicBezTo>
                  <a:cubicBezTo>
                    <a:pt x="994997" y="273490"/>
                    <a:pt x="993280" y="270564"/>
                    <a:pt x="992809" y="270227"/>
                  </a:cubicBezTo>
                  <a:cubicBezTo>
                    <a:pt x="992372" y="269891"/>
                    <a:pt x="991396" y="268377"/>
                    <a:pt x="991093" y="267738"/>
                  </a:cubicBezTo>
                  <a:cubicBezTo>
                    <a:pt x="990756" y="267099"/>
                    <a:pt x="988804" y="266325"/>
                    <a:pt x="988804" y="266325"/>
                  </a:cubicBezTo>
                  <a:lnTo>
                    <a:pt x="987290" y="263701"/>
                  </a:lnTo>
                  <a:lnTo>
                    <a:pt x="984362" y="262826"/>
                  </a:lnTo>
                  <a:cubicBezTo>
                    <a:pt x="984362" y="262826"/>
                    <a:pt x="979886" y="261649"/>
                    <a:pt x="979785" y="260875"/>
                  </a:cubicBezTo>
                  <a:cubicBezTo>
                    <a:pt x="979684" y="260102"/>
                    <a:pt x="979246" y="257949"/>
                    <a:pt x="979246" y="257949"/>
                  </a:cubicBezTo>
                  <a:lnTo>
                    <a:pt x="979347" y="255762"/>
                  </a:lnTo>
                  <a:lnTo>
                    <a:pt x="978708" y="254013"/>
                  </a:lnTo>
                  <a:lnTo>
                    <a:pt x="978607" y="250851"/>
                  </a:lnTo>
                  <a:lnTo>
                    <a:pt x="975780" y="248563"/>
                  </a:lnTo>
                  <a:cubicBezTo>
                    <a:pt x="975780" y="248563"/>
                    <a:pt x="975443" y="247487"/>
                    <a:pt x="975780" y="247150"/>
                  </a:cubicBezTo>
                  <a:cubicBezTo>
                    <a:pt x="976116" y="246814"/>
                    <a:pt x="973491" y="245401"/>
                    <a:pt x="973491" y="245401"/>
                  </a:cubicBezTo>
                  <a:lnTo>
                    <a:pt x="970765" y="244190"/>
                  </a:lnTo>
                  <a:cubicBezTo>
                    <a:pt x="970765" y="244190"/>
                    <a:pt x="967703" y="244089"/>
                    <a:pt x="966727" y="244089"/>
                  </a:cubicBezTo>
                  <a:cubicBezTo>
                    <a:pt x="965751" y="244089"/>
                    <a:pt x="963698" y="244425"/>
                    <a:pt x="963361" y="244527"/>
                  </a:cubicBezTo>
                  <a:cubicBezTo>
                    <a:pt x="963025" y="244627"/>
                    <a:pt x="962284" y="246478"/>
                    <a:pt x="961948" y="247016"/>
                  </a:cubicBezTo>
                  <a:cubicBezTo>
                    <a:pt x="961611" y="247554"/>
                    <a:pt x="959154" y="247991"/>
                    <a:pt x="959154" y="247991"/>
                  </a:cubicBezTo>
                  <a:lnTo>
                    <a:pt x="955688" y="247991"/>
                  </a:lnTo>
                  <a:lnTo>
                    <a:pt x="953400" y="247991"/>
                  </a:lnTo>
                  <a:lnTo>
                    <a:pt x="951649" y="245704"/>
                  </a:lnTo>
                  <a:cubicBezTo>
                    <a:pt x="951649" y="245704"/>
                    <a:pt x="950573" y="243215"/>
                    <a:pt x="950236" y="242676"/>
                  </a:cubicBezTo>
                  <a:cubicBezTo>
                    <a:pt x="949899" y="242138"/>
                    <a:pt x="949597" y="241802"/>
                    <a:pt x="949361" y="241465"/>
                  </a:cubicBezTo>
                  <a:cubicBezTo>
                    <a:pt x="949125" y="241129"/>
                    <a:pt x="948385" y="240591"/>
                    <a:pt x="948385" y="240591"/>
                  </a:cubicBezTo>
                  <a:lnTo>
                    <a:pt x="947847" y="239615"/>
                  </a:lnTo>
                  <a:cubicBezTo>
                    <a:pt x="947847" y="239615"/>
                    <a:pt x="947308" y="238539"/>
                    <a:pt x="948284" y="235713"/>
                  </a:cubicBezTo>
                  <a:cubicBezTo>
                    <a:pt x="949260" y="232887"/>
                    <a:pt x="949697" y="233964"/>
                    <a:pt x="950000" y="233762"/>
                  </a:cubicBezTo>
                  <a:cubicBezTo>
                    <a:pt x="950337" y="233560"/>
                    <a:pt x="950640" y="232012"/>
                    <a:pt x="950438" y="231474"/>
                  </a:cubicBezTo>
                  <a:cubicBezTo>
                    <a:pt x="950236" y="230936"/>
                    <a:pt x="949563" y="228750"/>
                    <a:pt x="949125" y="228447"/>
                  </a:cubicBezTo>
                  <a:cubicBezTo>
                    <a:pt x="948688" y="228110"/>
                    <a:pt x="946197" y="228447"/>
                    <a:pt x="945760" y="228447"/>
                  </a:cubicBezTo>
                  <a:cubicBezTo>
                    <a:pt x="945322" y="228447"/>
                    <a:pt x="943034" y="228346"/>
                    <a:pt x="941519" y="228548"/>
                  </a:cubicBezTo>
                  <a:cubicBezTo>
                    <a:pt x="940005" y="228783"/>
                    <a:pt x="940745" y="229086"/>
                    <a:pt x="940544" y="229624"/>
                  </a:cubicBezTo>
                  <a:cubicBezTo>
                    <a:pt x="940342" y="230162"/>
                    <a:pt x="939904" y="231037"/>
                    <a:pt x="939231" y="231912"/>
                  </a:cubicBezTo>
                  <a:cubicBezTo>
                    <a:pt x="938558" y="232786"/>
                    <a:pt x="938019" y="232450"/>
                    <a:pt x="937481" y="232887"/>
                  </a:cubicBezTo>
                  <a:cubicBezTo>
                    <a:pt x="936942" y="233324"/>
                    <a:pt x="936942" y="233762"/>
                    <a:pt x="936741" y="234199"/>
                  </a:cubicBezTo>
                  <a:cubicBezTo>
                    <a:pt x="936505" y="234636"/>
                    <a:pt x="935664" y="234973"/>
                    <a:pt x="935664" y="234973"/>
                  </a:cubicBezTo>
                  <a:cubicBezTo>
                    <a:pt x="935664" y="234973"/>
                    <a:pt x="935664" y="237260"/>
                    <a:pt x="935664" y="237698"/>
                  </a:cubicBezTo>
                  <a:cubicBezTo>
                    <a:pt x="935664" y="238135"/>
                    <a:pt x="935933" y="238337"/>
                    <a:pt x="935933" y="239548"/>
                  </a:cubicBezTo>
                  <a:cubicBezTo>
                    <a:pt x="935933" y="240759"/>
                    <a:pt x="935664" y="240523"/>
                    <a:pt x="934789" y="241499"/>
                  </a:cubicBezTo>
                  <a:cubicBezTo>
                    <a:pt x="933913" y="242475"/>
                    <a:pt x="933712" y="241835"/>
                    <a:pt x="933274" y="241499"/>
                  </a:cubicBezTo>
                  <a:cubicBezTo>
                    <a:pt x="932837" y="241163"/>
                    <a:pt x="930447" y="240961"/>
                    <a:pt x="930010" y="240961"/>
                  </a:cubicBezTo>
                  <a:cubicBezTo>
                    <a:pt x="929572" y="240961"/>
                    <a:pt x="927822" y="240624"/>
                    <a:pt x="927418" y="240422"/>
                  </a:cubicBezTo>
                  <a:cubicBezTo>
                    <a:pt x="926981" y="240187"/>
                    <a:pt x="925231" y="238673"/>
                    <a:pt x="925130" y="238370"/>
                  </a:cubicBezTo>
                  <a:cubicBezTo>
                    <a:pt x="925029" y="238034"/>
                    <a:pt x="924894" y="235343"/>
                    <a:pt x="924894" y="235343"/>
                  </a:cubicBezTo>
                  <a:lnTo>
                    <a:pt x="924120" y="233156"/>
                  </a:lnTo>
                  <a:lnTo>
                    <a:pt x="918904" y="230566"/>
                  </a:lnTo>
                  <a:lnTo>
                    <a:pt x="916615" y="229489"/>
                  </a:lnTo>
                  <a:cubicBezTo>
                    <a:pt x="916615" y="229489"/>
                    <a:pt x="915303" y="227875"/>
                    <a:pt x="914327" y="226462"/>
                  </a:cubicBezTo>
                  <a:cubicBezTo>
                    <a:pt x="913351" y="225049"/>
                    <a:pt x="914428" y="223636"/>
                    <a:pt x="914428" y="223636"/>
                  </a:cubicBezTo>
                  <a:cubicBezTo>
                    <a:pt x="914428" y="223636"/>
                    <a:pt x="914966" y="222324"/>
                    <a:pt x="915303" y="221584"/>
                  </a:cubicBezTo>
                  <a:cubicBezTo>
                    <a:pt x="915639" y="220811"/>
                    <a:pt x="916278" y="219398"/>
                    <a:pt x="916278" y="219398"/>
                  </a:cubicBezTo>
                  <a:cubicBezTo>
                    <a:pt x="916278" y="219398"/>
                    <a:pt x="917355" y="218759"/>
                    <a:pt x="918029" y="217985"/>
                  </a:cubicBezTo>
                  <a:cubicBezTo>
                    <a:pt x="918668" y="217211"/>
                    <a:pt x="918365" y="214183"/>
                    <a:pt x="918365" y="214183"/>
                  </a:cubicBezTo>
                  <a:lnTo>
                    <a:pt x="919880" y="212569"/>
                  </a:lnTo>
                  <a:cubicBezTo>
                    <a:pt x="919880" y="212569"/>
                    <a:pt x="920418" y="209743"/>
                    <a:pt x="920418" y="209407"/>
                  </a:cubicBezTo>
                  <a:cubicBezTo>
                    <a:pt x="920418" y="209070"/>
                    <a:pt x="919005" y="207355"/>
                    <a:pt x="919005" y="207355"/>
                  </a:cubicBezTo>
                  <a:lnTo>
                    <a:pt x="917389" y="206480"/>
                  </a:lnTo>
                  <a:cubicBezTo>
                    <a:pt x="917389" y="206480"/>
                    <a:pt x="914663" y="206581"/>
                    <a:pt x="914226" y="206379"/>
                  </a:cubicBezTo>
                  <a:cubicBezTo>
                    <a:pt x="913788" y="206177"/>
                    <a:pt x="911836" y="207355"/>
                    <a:pt x="910961" y="207792"/>
                  </a:cubicBezTo>
                  <a:cubicBezTo>
                    <a:pt x="910086" y="208229"/>
                    <a:pt x="909783" y="209306"/>
                    <a:pt x="909783" y="209306"/>
                  </a:cubicBezTo>
                  <a:lnTo>
                    <a:pt x="907596" y="209642"/>
                  </a:lnTo>
                  <a:cubicBezTo>
                    <a:pt x="907596" y="209642"/>
                    <a:pt x="906519" y="209844"/>
                    <a:pt x="906081" y="209844"/>
                  </a:cubicBezTo>
                  <a:cubicBezTo>
                    <a:pt x="905644" y="209844"/>
                    <a:pt x="904028" y="209945"/>
                    <a:pt x="904028" y="209945"/>
                  </a:cubicBezTo>
                  <a:lnTo>
                    <a:pt x="902177" y="210382"/>
                  </a:lnTo>
                  <a:lnTo>
                    <a:pt x="899249" y="210483"/>
                  </a:lnTo>
                  <a:cubicBezTo>
                    <a:pt x="899249" y="210483"/>
                    <a:pt x="897735" y="210483"/>
                    <a:pt x="895345" y="209710"/>
                  </a:cubicBezTo>
                  <a:cubicBezTo>
                    <a:pt x="892956" y="208936"/>
                    <a:pt x="893494" y="209609"/>
                    <a:pt x="892855" y="209609"/>
                  </a:cubicBezTo>
                  <a:cubicBezTo>
                    <a:pt x="892216" y="209609"/>
                    <a:pt x="889692" y="209272"/>
                    <a:pt x="889692" y="209272"/>
                  </a:cubicBezTo>
                  <a:cubicBezTo>
                    <a:pt x="889692" y="209272"/>
                    <a:pt x="888513" y="208398"/>
                    <a:pt x="888513" y="207960"/>
                  </a:cubicBezTo>
                  <a:cubicBezTo>
                    <a:pt x="888513" y="207523"/>
                    <a:pt x="886999" y="204697"/>
                    <a:pt x="886999" y="204697"/>
                  </a:cubicBezTo>
                  <a:lnTo>
                    <a:pt x="883936" y="203520"/>
                  </a:lnTo>
                  <a:lnTo>
                    <a:pt x="881984" y="202881"/>
                  </a:lnTo>
                  <a:cubicBezTo>
                    <a:pt x="881984" y="202881"/>
                    <a:pt x="880335" y="203957"/>
                    <a:pt x="880033" y="204092"/>
                  </a:cubicBezTo>
                  <a:cubicBezTo>
                    <a:pt x="879696" y="204193"/>
                    <a:pt x="877744" y="205168"/>
                    <a:pt x="877407" y="205303"/>
                  </a:cubicBezTo>
                  <a:cubicBezTo>
                    <a:pt x="877105" y="205404"/>
                    <a:pt x="875557" y="206951"/>
                    <a:pt x="875119" y="206951"/>
                  </a:cubicBezTo>
                  <a:cubicBezTo>
                    <a:pt x="874681" y="206951"/>
                    <a:pt x="873706" y="207388"/>
                    <a:pt x="873706" y="207388"/>
                  </a:cubicBezTo>
                  <a:cubicBezTo>
                    <a:pt x="873706" y="207388"/>
                    <a:pt x="871955" y="207927"/>
                    <a:pt x="871215" y="207927"/>
                  </a:cubicBezTo>
                  <a:cubicBezTo>
                    <a:pt x="870475" y="207927"/>
                    <a:pt x="868052" y="208566"/>
                    <a:pt x="868052" y="208566"/>
                  </a:cubicBezTo>
                  <a:cubicBezTo>
                    <a:pt x="868052" y="208566"/>
                    <a:pt x="866200" y="210416"/>
                    <a:pt x="865763" y="210517"/>
                  </a:cubicBezTo>
                  <a:cubicBezTo>
                    <a:pt x="865326" y="210618"/>
                    <a:pt x="864451" y="212266"/>
                    <a:pt x="864249" y="212703"/>
                  </a:cubicBezTo>
                  <a:cubicBezTo>
                    <a:pt x="864047" y="213141"/>
                    <a:pt x="862835" y="213242"/>
                    <a:pt x="862499" y="213343"/>
                  </a:cubicBezTo>
                  <a:cubicBezTo>
                    <a:pt x="862162" y="213444"/>
                    <a:pt x="860984" y="214756"/>
                    <a:pt x="860311" y="214856"/>
                  </a:cubicBezTo>
                  <a:cubicBezTo>
                    <a:pt x="859671" y="214957"/>
                    <a:pt x="858460" y="215495"/>
                    <a:pt x="857585" y="215731"/>
                  </a:cubicBezTo>
                  <a:cubicBezTo>
                    <a:pt x="856710" y="215966"/>
                    <a:pt x="856508" y="216807"/>
                    <a:pt x="856508" y="216807"/>
                  </a:cubicBezTo>
                  <a:lnTo>
                    <a:pt x="854018" y="216807"/>
                  </a:lnTo>
                  <a:lnTo>
                    <a:pt x="852806" y="214756"/>
                  </a:lnTo>
                  <a:cubicBezTo>
                    <a:pt x="852806" y="214756"/>
                    <a:pt x="850518" y="212031"/>
                    <a:pt x="848667" y="211593"/>
                  </a:cubicBezTo>
                  <a:cubicBezTo>
                    <a:pt x="846816" y="211156"/>
                    <a:pt x="845503" y="211593"/>
                    <a:pt x="845503" y="211593"/>
                  </a:cubicBezTo>
                  <a:cubicBezTo>
                    <a:pt x="845503" y="211593"/>
                    <a:pt x="842777" y="210954"/>
                    <a:pt x="842339" y="210719"/>
                  </a:cubicBezTo>
                  <a:cubicBezTo>
                    <a:pt x="841902" y="210517"/>
                    <a:pt x="838435" y="208667"/>
                    <a:pt x="837998" y="208431"/>
                  </a:cubicBezTo>
                  <a:cubicBezTo>
                    <a:pt x="837561" y="208229"/>
                    <a:pt x="836584" y="207456"/>
                    <a:pt x="836147" y="207220"/>
                  </a:cubicBezTo>
                  <a:cubicBezTo>
                    <a:pt x="835709" y="207018"/>
                    <a:pt x="833556" y="206144"/>
                    <a:pt x="833118" y="205807"/>
                  </a:cubicBezTo>
                  <a:cubicBezTo>
                    <a:pt x="832681" y="205471"/>
                    <a:pt x="829652" y="204596"/>
                    <a:pt x="829214" y="204495"/>
                  </a:cubicBezTo>
                  <a:cubicBezTo>
                    <a:pt x="828777" y="204394"/>
                    <a:pt x="825950" y="203217"/>
                    <a:pt x="825950" y="203217"/>
                  </a:cubicBezTo>
                  <a:lnTo>
                    <a:pt x="824738" y="202208"/>
                  </a:lnTo>
                  <a:cubicBezTo>
                    <a:pt x="824738" y="202208"/>
                    <a:pt x="824637" y="199618"/>
                    <a:pt x="824637" y="199180"/>
                  </a:cubicBezTo>
                  <a:cubicBezTo>
                    <a:pt x="824637" y="198743"/>
                    <a:pt x="825613" y="197128"/>
                    <a:pt x="825613" y="197128"/>
                  </a:cubicBezTo>
                  <a:lnTo>
                    <a:pt x="827902" y="195715"/>
                  </a:lnTo>
                  <a:lnTo>
                    <a:pt x="828878" y="194639"/>
                  </a:lnTo>
                  <a:lnTo>
                    <a:pt x="828339" y="191712"/>
                  </a:lnTo>
                  <a:lnTo>
                    <a:pt x="827027" y="190198"/>
                  </a:lnTo>
                  <a:lnTo>
                    <a:pt x="820397" y="189660"/>
                  </a:lnTo>
                  <a:lnTo>
                    <a:pt x="817805" y="189223"/>
                  </a:lnTo>
                  <a:cubicBezTo>
                    <a:pt x="817805" y="189223"/>
                    <a:pt x="811949" y="190098"/>
                    <a:pt x="810401" y="190535"/>
                  </a:cubicBezTo>
                  <a:cubicBezTo>
                    <a:pt x="808887" y="190972"/>
                    <a:pt x="807574" y="192284"/>
                    <a:pt x="807574" y="192284"/>
                  </a:cubicBezTo>
                  <a:lnTo>
                    <a:pt x="805622" y="191847"/>
                  </a:lnTo>
                  <a:lnTo>
                    <a:pt x="802358" y="190098"/>
                  </a:lnTo>
                  <a:lnTo>
                    <a:pt x="800608" y="192486"/>
                  </a:lnTo>
                  <a:lnTo>
                    <a:pt x="798858" y="194437"/>
                  </a:lnTo>
                  <a:lnTo>
                    <a:pt x="796704" y="196826"/>
                  </a:lnTo>
                  <a:cubicBezTo>
                    <a:pt x="796704" y="196826"/>
                    <a:pt x="793877" y="199012"/>
                    <a:pt x="793002" y="199012"/>
                  </a:cubicBezTo>
                  <a:cubicBezTo>
                    <a:pt x="792127" y="199012"/>
                    <a:pt x="787987" y="201838"/>
                    <a:pt x="787987" y="201838"/>
                  </a:cubicBezTo>
                  <a:cubicBezTo>
                    <a:pt x="787987" y="201838"/>
                    <a:pt x="784285" y="202712"/>
                    <a:pt x="783410" y="202914"/>
                  </a:cubicBezTo>
                  <a:cubicBezTo>
                    <a:pt x="782535" y="203150"/>
                    <a:pt x="779944" y="203553"/>
                    <a:pt x="778429" y="202914"/>
                  </a:cubicBezTo>
                  <a:cubicBezTo>
                    <a:pt x="776915" y="202275"/>
                    <a:pt x="774290" y="202914"/>
                    <a:pt x="774290" y="202914"/>
                  </a:cubicBezTo>
                  <a:lnTo>
                    <a:pt x="770823" y="198777"/>
                  </a:lnTo>
                  <a:lnTo>
                    <a:pt x="767795" y="195951"/>
                  </a:lnTo>
                  <a:lnTo>
                    <a:pt x="762141" y="195951"/>
                  </a:lnTo>
                  <a:lnTo>
                    <a:pt x="761602" y="197801"/>
                  </a:lnTo>
                  <a:lnTo>
                    <a:pt x="759112" y="199550"/>
                  </a:lnTo>
                  <a:lnTo>
                    <a:pt x="757362" y="202174"/>
                  </a:lnTo>
                  <a:lnTo>
                    <a:pt x="754434" y="205202"/>
                  </a:lnTo>
                  <a:lnTo>
                    <a:pt x="751371" y="209878"/>
                  </a:lnTo>
                  <a:lnTo>
                    <a:pt x="747366" y="211392"/>
                  </a:lnTo>
                  <a:cubicBezTo>
                    <a:pt x="747366" y="211392"/>
                    <a:pt x="743025" y="208667"/>
                    <a:pt x="741073" y="207792"/>
                  </a:cubicBezTo>
                  <a:cubicBezTo>
                    <a:pt x="739121" y="206917"/>
                    <a:pt x="740097" y="207893"/>
                    <a:pt x="739558" y="208869"/>
                  </a:cubicBezTo>
                  <a:cubicBezTo>
                    <a:pt x="739020" y="209844"/>
                    <a:pt x="739121" y="209642"/>
                    <a:pt x="738919" y="210517"/>
                  </a:cubicBezTo>
                  <a:cubicBezTo>
                    <a:pt x="738717" y="211392"/>
                    <a:pt x="737741" y="212569"/>
                    <a:pt x="736630" y="213343"/>
                  </a:cubicBezTo>
                  <a:cubicBezTo>
                    <a:pt x="735553" y="214116"/>
                    <a:pt x="734779" y="213444"/>
                    <a:pt x="733366" y="213343"/>
                  </a:cubicBezTo>
                  <a:cubicBezTo>
                    <a:pt x="731952" y="213242"/>
                    <a:pt x="731851" y="212165"/>
                    <a:pt x="730236" y="211291"/>
                  </a:cubicBezTo>
                  <a:cubicBezTo>
                    <a:pt x="728587" y="210416"/>
                    <a:pt x="726871" y="210080"/>
                    <a:pt x="726534" y="210214"/>
                  </a:cubicBezTo>
                  <a:cubicBezTo>
                    <a:pt x="726197" y="210315"/>
                    <a:pt x="724044" y="210416"/>
                    <a:pt x="724044" y="210416"/>
                  </a:cubicBezTo>
                  <a:cubicBezTo>
                    <a:pt x="724044" y="210416"/>
                    <a:pt x="723068" y="212266"/>
                    <a:pt x="722630" y="212468"/>
                  </a:cubicBezTo>
                  <a:cubicBezTo>
                    <a:pt x="722193" y="212670"/>
                    <a:pt x="719803" y="212804"/>
                    <a:pt x="715664" y="212468"/>
                  </a:cubicBezTo>
                  <a:cubicBezTo>
                    <a:pt x="711524" y="212132"/>
                    <a:pt x="712298" y="211392"/>
                    <a:pt x="710885" y="210853"/>
                  </a:cubicBezTo>
                  <a:cubicBezTo>
                    <a:pt x="709471" y="210315"/>
                    <a:pt x="708697" y="209440"/>
                    <a:pt x="708159" y="209104"/>
                  </a:cubicBezTo>
                  <a:cubicBezTo>
                    <a:pt x="707620" y="208768"/>
                    <a:pt x="705870" y="207691"/>
                    <a:pt x="703380" y="207153"/>
                  </a:cubicBezTo>
                  <a:cubicBezTo>
                    <a:pt x="700889" y="206615"/>
                    <a:pt x="700788" y="208128"/>
                    <a:pt x="700452" y="208028"/>
                  </a:cubicBezTo>
                  <a:cubicBezTo>
                    <a:pt x="700115" y="207927"/>
                    <a:pt x="697524" y="208028"/>
                    <a:pt x="697524" y="208028"/>
                  </a:cubicBezTo>
                  <a:lnTo>
                    <a:pt x="693620" y="206177"/>
                  </a:lnTo>
                  <a:cubicBezTo>
                    <a:pt x="693620" y="206177"/>
                    <a:pt x="691870" y="204664"/>
                    <a:pt x="691432" y="203688"/>
                  </a:cubicBezTo>
                  <a:cubicBezTo>
                    <a:pt x="690995" y="202712"/>
                    <a:pt x="689480" y="201737"/>
                    <a:pt x="689480" y="201737"/>
                  </a:cubicBezTo>
                  <a:cubicBezTo>
                    <a:pt x="689480" y="201737"/>
                    <a:pt x="687528" y="200223"/>
                    <a:pt x="687192" y="199449"/>
                  </a:cubicBezTo>
                  <a:cubicBezTo>
                    <a:pt x="686855" y="198676"/>
                    <a:pt x="685004" y="198037"/>
                    <a:pt x="683826" y="197599"/>
                  </a:cubicBezTo>
                  <a:cubicBezTo>
                    <a:pt x="682615" y="197162"/>
                    <a:pt x="680797" y="196523"/>
                    <a:pt x="680360" y="196186"/>
                  </a:cubicBezTo>
                  <a:cubicBezTo>
                    <a:pt x="679922" y="195850"/>
                    <a:pt x="676557" y="195110"/>
                    <a:pt x="676119" y="194774"/>
                  </a:cubicBezTo>
                  <a:cubicBezTo>
                    <a:pt x="675682" y="194437"/>
                    <a:pt x="672216" y="192587"/>
                    <a:pt x="671879" y="192486"/>
                  </a:cubicBezTo>
                  <a:cubicBezTo>
                    <a:pt x="671542" y="192385"/>
                    <a:pt x="670028" y="191611"/>
                    <a:pt x="669590" y="191510"/>
                  </a:cubicBezTo>
                  <a:cubicBezTo>
                    <a:pt x="669153" y="191410"/>
                    <a:pt x="665451" y="189660"/>
                    <a:pt x="665114" y="189458"/>
                  </a:cubicBezTo>
                  <a:cubicBezTo>
                    <a:pt x="664778" y="189257"/>
                    <a:pt x="663061" y="187844"/>
                    <a:pt x="663061" y="187844"/>
                  </a:cubicBezTo>
                  <a:cubicBezTo>
                    <a:pt x="663061" y="187844"/>
                    <a:pt x="661009" y="186633"/>
                    <a:pt x="660571" y="186229"/>
                  </a:cubicBezTo>
                  <a:cubicBezTo>
                    <a:pt x="660134" y="185792"/>
                    <a:pt x="656869" y="182966"/>
                    <a:pt x="656869" y="182966"/>
                  </a:cubicBezTo>
                  <a:cubicBezTo>
                    <a:pt x="656869" y="182966"/>
                    <a:pt x="654682" y="180679"/>
                    <a:pt x="654379" y="179602"/>
                  </a:cubicBezTo>
                  <a:cubicBezTo>
                    <a:pt x="654042" y="178526"/>
                    <a:pt x="653941" y="178526"/>
                    <a:pt x="653941" y="178088"/>
                  </a:cubicBezTo>
                  <a:cubicBezTo>
                    <a:pt x="653941" y="177651"/>
                    <a:pt x="653605" y="175801"/>
                    <a:pt x="653605" y="175801"/>
                  </a:cubicBezTo>
                  <a:cubicBezTo>
                    <a:pt x="653605" y="175801"/>
                    <a:pt x="653840" y="173614"/>
                    <a:pt x="654379" y="173614"/>
                  </a:cubicBezTo>
                  <a:cubicBezTo>
                    <a:pt x="654917" y="173614"/>
                    <a:pt x="655153" y="173076"/>
                    <a:pt x="658619" y="172437"/>
                  </a:cubicBezTo>
                  <a:cubicBezTo>
                    <a:pt x="662086" y="171798"/>
                    <a:pt x="660134" y="171125"/>
                    <a:pt x="661884" y="170687"/>
                  </a:cubicBezTo>
                  <a:cubicBezTo>
                    <a:pt x="663634" y="170250"/>
                    <a:pt x="664071" y="170048"/>
                    <a:pt x="665485" y="169712"/>
                  </a:cubicBezTo>
                  <a:cubicBezTo>
                    <a:pt x="666898" y="169375"/>
                    <a:pt x="666898" y="167963"/>
                    <a:pt x="667100" y="166684"/>
                  </a:cubicBezTo>
                  <a:cubicBezTo>
                    <a:pt x="667302" y="165372"/>
                    <a:pt x="667538" y="162883"/>
                    <a:pt x="667538" y="161807"/>
                  </a:cubicBezTo>
                  <a:cubicBezTo>
                    <a:pt x="667538" y="160730"/>
                    <a:pt x="665485" y="159317"/>
                    <a:pt x="665485" y="159317"/>
                  </a:cubicBezTo>
                  <a:lnTo>
                    <a:pt x="663196" y="158779"/>
                  </a:lnTo>
                  <a:lnTo>
                    <a:pt x="661984" y="156391"/>
                  </a:lnTo>
                  <a:lnTo>
                    <a:pt x="664172" y="154540"/>
                  </a:lnTo>
                  <a:lnTo>
                    <a:pt x="664273" y="150739"/>
                  </a:lnTo>
                  <a:cubicBezTo>
                    <a:pt x="664273" y="150739"/>
                    <a:pt x="664071" y="146299"/>
                    <a:pt x="664071" y="145626"/>
                  </a:cubicBezTo>
                  <a:cubicBezTo>
                    <a:pt x="664071" y="144987"/>
                    <a:pt x="662759" y="142161"/>
                    <a:pt x="662759" y="142161"/>
                  </a:cubicBezTo>
                  <a:cubicBezTo>
                    <a:pt x="662759" y="142161"/>
                    <a:pt x="664374" y="137586"/>
                    <a:pt x="665047" y="137048"/>
                  </a:cubicBezTo>
                  <a:cubicBezTo>
                    <a:pt x="665687" y="136510"/>
                    <a:pt x="667437" y="135433"/>
                    <a:pt x="669624" y="135063"/>
                  </a:cubicBezTo>
                  <a:cubicBezTo>
                    <a:pt x="671812" y="134693"/>
                    <a:pt x="672014" y="133482"/>
                    <a:pt x="672990" y="133045"/>
                  </a:cubicBezTo>
                  <a:cubicBezTo>
                    <a:pt x="673966" y="132607"/>
                    <a:pt x="674504" y="131094"/>
                    <a:pt x="675177" y="130455"/>
                  </a:cubicBezTo>
                  <a:cubicBezTo>
                    <a:pt x="675816" y="129815"/>
                    <a:pt x="674538" y="127730"/>
                    <a:pt x="673764" y="126216"/>
                  </a:cubicBezTo>
                  <a:cubicBezTo>
                    <a:pt x="672990" y="124702"/>
                    <a:pt x="671475" y="125341"/>
                    <a:pt x="671475" y="125341"/>
                  </a:cubicBezTo>
                  <a:cubicBezTo>
                    <a:pt x="671475" y="125341"/>
                    <a:pt x="669086" y="125442"/>
                    <a:pt x="668009" y="125543"/>
                  </a:cubicBezTo>
                  <a:cubicBezTo>
                    <a:pt x="666932" y="125644"/>
                    <a:pt x="664206" y="125207"/>
                    <a:pt x="663230" y="125005"/>
                  </a:cubicBezTo>
                  <a:cubicBezTo>
                    <a:pt x="662254" y="124803"/>
                    <a:pt x="660840" y="123693"/>
                    <a:pt x="660302" y="123491"/>
                  </a:cubicBezTo>
                  <a:cubicBezTo>
                    <a:pt x="659763" y="123289"/>
                    <a:pt x="657811" y="122717"/>
                    <a:pt x="657037" y="122179"/>
                  </a:cubicBezTo>
                  <a:cubicBezTo>
                    <a:pt x="656263" y="121641"/>
                    <a:pt x="655388" y="120565"/>
                    <a:pt x="655388" y="120565"/>
                  </a:cubicBezTo>
                  <a:cubicBezTo>
                    <a:pt x="655388" y="120565"/>
                    <a:pt x="654311" y="117201"/>
                    <a:pt x="654076" y="116763"/>
                  </a:cubicBezTo>
                  <a:cubicBezTo>
                    <a:pt x="653874" y="116326"/>
                    <a:pt x="652763" y="113063"/>
                    <a:pt x="652225" y="111986"/>
                  </a:cubicBezTo>
                  <a:cubicBezTo>
                    <a:pt x="651686" y="110910"/>
                    <a:pt x="650037" y="107849"/>
                    <a:pt x="650037" y="107210"/>
                  </a:cubicBezTo>
                  <a:cubicBezTo>
                    <a:pt x="650037" y="106570"/>
                    <a:pt x="648388" y="102735"/>
                    <a:pt x="648186" y="101995"/>
                  </a:cubicBezTo>
                  <a:cubicBezTo>
                    <a:pt x="647984" y="101222"/>
                    <a:pt x="646672" y="98396"/>
                    <a:pt x="646537" y="96781"/>
                  </a:cubicBezTo>
                  <a:cubicBezTo>
                    <a:pt x="646436" y="95166"/>
                    <a:pt x="645898" y="94393"/>
                    <a:pt x="645898" y="93955"/>
                  </a:cubicBezTo>
                  <a:cubicBezTo>
                    <a:pt x="645898" y="93518"/>
                    <a:pt x="645359" y="92879"/>
                    <a:pt x="645258" y="92341"/>
                  </a:cubicBezTo>
                  <a:cubicBezTo>
                    <a:pt x="645157" y="91802"/>
                    <a:pt x="643205" y="89952"/>
                    <a:pt x="642970" y="89515"/>
                  </a:cubicBezTo>
                  <a:cubicBezTo>
                    <a:pt x="642768" y="89078"/>
                    <a:pt x="641119" y="88001"/>
                    <a:pt x="641119" y="88001"/>
                  </a:cubicBezTo>
                  <a:cubicBezTo>
                    <a:pt x="641119" y="88001"/>
                    <a:pt x="639066" y="86588"/>
                    <a:pt x="638729" y="86488"/>
                  </a:cubicBezTo>
                  <a:cubicBezTo>
                    <a:pt x="638393" y="86387"/>
                    <a:pt x="636542" y="85714"/>
                    <a:pt x="636542" y="85714"/>
                  </a:cubicBezTo>
                  <a:lnTo>
                    <a:pt x="634253" y="84940"/>
                  </a:lnTo>
                  <a:lnTo>
                    <a:pt x="632234" y="83124"/>
                  </a:lnTo>
                  <a:lnTo>
                    <a:pt x="628767" y="83124"/>
                  </a:lnTo>
                  <a:cubicBezTo>
                    <a:pt x="628767" y="83124"/>
                    <a:pt x="626916" y="83124"/>
                    <a:pt x="626479" y="83124"/>
                  </a:cubicBezTo>
                  <a:cubicBezTo>
                    <a:pt x="626041" y="83124"/>
                    <a:pt x="624426" y="83224"/>
                    <a:pt x="623989" y="83224"/>
                  </a:cubicBezTo>
                  <a:cubicBezTo>
                    <a:pt x="623551" y="83224"/>
                    <a:pt x="620926" y="83561"/>
                    <a:pt x="620286" y="83561"/>
                  </a:cubicBezTo>
                  <a:cubicBezTo>
                    <a:pt x="619647" y="83561"/>
                    <a:pt x="614094" y="83763"/>
                    <a:pt x="613657" y="83763"/>
                  </a:cubicBezTo>
                  <a:cubicBezTo>
                    <a:pt x="613219" y="83763"/>
                    <a:pt x="611906" y="83864"/>
                    <a:pt x="611906" y="83864"/>
                  </a:cubicBezTo>
                  <a:lnTo>
                    <a:pt x="609315" y="83426"/>
                  </a:lnTo>
                  <a:lnTo>
                    <a:pt x="605950" y="81912"/>
                  </a:lnTo>
                  <a:lnTo>
                    <a:pt x="600632" y="80836"/>
                  </a:lnTo>
                  <a:cubicBezTo>
                    <a:pt x="600632" y="80836"/>
                    <a:pt x="598882" y="79087"/>
                    <a:pt x="598243" y="78784"/>
                  </a:cubicBezTo>
                  <a:cubicBezTo>
                    <a:pt x="597570" y="78448"/>
                    <a:pt x="596728" y="78784"/>
                    <a:pt x="596728" y="78784"/>
                  </a:cubicBezTo>
                  <a:cubicBezTo>
                    <a:pt x="596728" y="78784"/>
                    <a:pt x="595752" y="79860"/>
                    <a:pt x="595752" y="80197"/>
                  </a:cubicBezTo>
                  <a:cubicBezTo>
                    <a:pt x="595752" y="80533"/>
                    <a:pt x="594002" y="81408"/>
                    <a:pt x="592690" y="81711"/>
                  </a:cubicBezTo>
                  <a:cubicBezTo>
                    <a:pt x="591377" y="82047"/>
                    <a:pt x="591512" y="81273"/>
                    <a:pt x="590738" y="80836"/>
                  </a:cubicBezTo>
                  <a:cubicBezTo>
                    <a:pt x="589964" y="80399"/>
                    <a:pt x="590738" y="80836"/>
                    <a:pt x="590738" y="80399"/>
                  </a:cubicBezTo>
                  <a:cubicBezTo>
                    <a:pt x="590738" y="79961"/>
                    <a:pt x="590940" y="79625"/>
                    <a:pt x="590940" y="79221"/>
                  </a:cubicBezTo>
                  <a:cubicBezTo>
                    <a:pt x="590940" y="78784"/>
                    <a:pt x="590166" y="77169"/>
                    <a:pt x="590166" y="77169"/>
                  </a:cubicBezTo>
                  <a:lnTo>
                    <a:pt x="588853" y="75656"/>
                  </a:lnTo>
                  <a:cubicBezTo>
                    <a:pt x="588853" y="75656"/>
                    <a:pt x="588517" y="74142"/>
                    <a:pt x="588651" y="73805"/>
                  </a:cubicBezTo>
                  <a:cubicBezTo>
                    <a:pt x="588752" y="73469"/>
                    <a:pt x="589190" y="72729"/>
                    <a:pt x="589190" y="72729"/>
                  </a:cubicBezTo>
                  <a:cubicBezTo>
                    <a:pt x="589190" y="72729"/>
                    <a:pt x="589526" y="71114"/>
                    <a:pt x="589627" y="70240"/>
                  </a:cubicBezTo>
                  <a:cubicBezTo>
                    <a:pt x="589728" y="69365"/>
                    <a:pt x="589627" y="67952"/>
                    <a:pt x="589392" y="67212"/>
                  </a:cubicBezTo>
                  <a:cubicBezTo>
                    <a:pt x="589190" y="66438"/>
                    <a:pt x="588618" y="65463"/>
                    <a:pt x="588618" y="65463"/>
                  </a:cubicBezTo>
                  <a:cubicBezTo>
                    <a:pt x="588618" y="65463"/>
                    <a:pt x="587742" y="65025"/>
                    <a:pt x="587204" y="64824"/>
                  </a:cubicBezTo>
                  <a:cubicBezTo>
                    <a:pt x="586666" y="64622"/>
                    <a:pt x="584478" y="64824"/>
                    <a:pt x="584478" y="64824"/>
                  </a:cubicBezTo>
                  <a:lnTo>
                    <a:pt x="582964" y="66035"/>
                  </a:lnTo>
                  <a:cubicBezTo>
                    <a:pt x="582964" y="66035"/>
                    <a:pt x="582627" y="67111"/>
                    <a:pt x="582324" y="67548"/>
                  </a:cubicBezTo>
                  <a:cubicBezTo>
                    <a:pt x="581988" y="67986"/>
                    <a:pt x="580574" y="69836"/>
                    <a:pt x="580574" y="69836"/>
                  </a:cubicBezTo>
                  <a:cubicBezTo>
                    <a:pt x="580574" y="69836"/>
                    <a:pt x="578925" y="70711"/>
                    <a:pt x="578286" y="71484"/>
                  </a:cubicBezTo>
                  <a:cubicBezTo>
                    <a:pt x="577646" y="72258"/>
                    <a:pt x="576973" y="72460"/>
                    <a:pt x="576199" y="72796"/>
                  </a:cubicBezTo>
                  <a:cubicBezTo>
                    <a:pt x="575425" y="73133"/>
                    <a:pt x="574247" y="72561"/>
                    <a:pt x="573911" y="72460"/>
                  </a:cubicBezTo>
                  <a:cubicBezTo>
                    <a:pt x="573574" y="72359"/>
                    <a:pt x="571420" y="70845"/>
                    <a:pt x="571420" y="70845"/>
                  </a:cubicBezTo>
                  <a:lnTo>
                    <a:pt x="569771" y="71383"/>
                  </a:lnTo>
                  <a:cubicBezTo>
                    <a:pt x="569771" y="71383"/>
                    <a:pt x="564554" y="72022"/>
                    <a:pt x="564117" y="72022"/>
                  </a:cubicBezTo>
                  <a:cubicBezTo>
                    <a:pt x="563680" y="72022"/>
                    <a:pt x="560853" y="70172"/>
                    <a:pt x="560853" y="70172"/>
                  </a:cubicBezTo>
                  <a:lnTo>
                    <a:pt x="556410" y="69533"/>
                  </a:lnTo>
                  <a:lnTo>
                    <a:pt x="556074" y="68221"/>
                  </a:lnTo>
                  <a:lnTo>
                    <a:pt x="556174" y="66707"/>
                  </a:lnTo>
                  <a:lnTo>
                    <a:pt x="556612" y="65530"/>
                  </a:lnTo>
                  <a:lnTo>
                    <a:pt x="556511" y="63242"/>
                  </a:lnTo>
                  <a:lnTo>
                    <a:pt x="556511" y="62368"/>
                  </a:lnTo>
                  <a:lnTo>
                    <a:pt x="556242" y="59643"/>
                  </a:lnTo>
                  <a:lnTo>
                    <a:pt x="556309" y="57793"/>
                  </a:lnTo>
                  <a:cubicBezTo>
                    <a:pt x="556309" y="57793"/>
                    <a:pt x="556410" y="56178"/>
                    <a:pt x="556410" y="55640"/>
                  </a:cubicBezTo>
                  <a:cubicBezTo>
                    <a:pt x="556410" y="55102"/>
                    <a:pt x="556174" y="53252"/>
                    <a:pt x="556174" y="53252"/>
                  </a:cubicBezTo>
                  <a:lnTo>
                    <a:pt x="554660" y="51839"/>
                  </a:lnTo>
                  <a:lnTo>
                    <a:pt x="552573" y="49349"/>
                  </a:lnTo>
                  <a:lnTo>
                    <a:pt x="551934" y="46961"/>
                  </a:lnTo>
                  <a:cubicBezTo>
                    <a:pt x="551934" y="46961"/>
                    <a:pt x="552708" y="45010"/>
                    <a:pt x="553011" y="44471"/>
                  </a:cubicBezTo>
                  <a:cubicBezTo>
                    <a:pt x="553348" y="43933"/>
                    <a:pt x="554862" y="41444"/>
                    <a:pt x="555737" y="40872"/>
                  </a:cubicBezTo>
                  <a:cubicBezTo>
                    <a:pt x="556612" y="40334"/>
                    <a:pt x="556612" y="38820"/>
                    <a:pt x="556814" y="38484"/>
                  </a:cubicBezTo>
                  <a:cubicBezTo>
                    <a:pt x="557050" y="38147"/>
                    <a:pt x="557790" y="36297"/>
                    <a:pt x="558025" y="34884"/>
                  </a:cubicBezTo>
                  <a:cubicBezTo>
                    <a:pt x="558228" y="33471"/>
                    <a:pt x="557824" y="32294"/>
                    <a:pt x="557824" y="31520"/>
                  </a:cubicBezTo>
                  <a:cubicBezTo>
                    <a:pt x="557824" y="30747"/>
                    <a:pt x="556612" y="29468"/>
                    <a:pt x="556612" y="29132"/>
                  </a:cubicBezTo>
                  <a:cubicBezTo>
                    <a:pt x="556612" y="28796"/>
                    <a:pt x="555973" y="27618"/>
                    <a:pt x="555838" y="27181"/>
                  </a:cubicBezTo>
                  <a:cubicBezTo>
                    <a:pt x="555737" y="26744"/>
                    <a:pt x="554660" y="25230"/>
                    <a:pt x="554324" y="25129"/>
                  </a:cubicBezTo>
                  <a:cubicBezTo>
                    <a:pt x="553987" y="25028"/>
                    <a:pt x="553011" y="25230"/>
                    <a:pt x="552136" y="25230"/>
                  </a:cubicBezTo>
                  <a:cubicBezTo>
                    <a:pt x="551261" y="25230"/>
                    <a:pt x="551059" y="25129"/>
                    <a:pt x="551059" y="25129"/>
                  </a:cubicBezTo>
                  <a:cubicBezTo>
                    <a:pt x="551059" y="25129"/>
                    <a:pt x="549444" y="24692"/>
                    <a:pt x="549309" y="24254"/>
                  </a:cubicBezTo>
                  <a:cubicBezTo>
                    <a:pt x="549208" y="23817"/>
                    <a:pt x="548670" y="21664"/>
                    <a:pt x="548670" y="21664"/>
                  </a:cubicBezTo>
                  <a:cubicBezTo>
                    <a:pt x="548670" y="21664"/>
                    <a:pt x="547155" y="22404"/>
                    <a:pt x="546819" y="22303"/>
                  </a:cubicBezTo>
                  <a:cubicBezTo>
                    <a:pt x="546482" y="22202"/>
                    <a:pt x="543790" y="21765"/>
                    <a:pt x="543790" y="21765"/>
                  </a:cubicBezTo>
                  <a:lnTo>
                    <a:pt x="542915" y="21328"/>
                  </a:lnTo>
                  <a:lnTo>
                    <a:pt x="541299" y="20453"/>
                  </a:lnTo>
                  <a:cubicBezTo>
                    <a:pt x="541299" y="20453"/>
                    <a:pt x="541198" y="19679"/>
                    <a:pt x="541299" y="18838"/>
                  </a:cubicBezTo>
                  <a:cubicBezTo>
                    <a:pt x="541400" y="17964"/>
                    <a:pt x="540862" y="16349"/>
                    <a:pt x="540862" y="16349"/>
                  </a:cubicBezTo>
                  <a:lnTo>
                    <a:pt x="540862" y="15037"/>
                  </a:lnTo>
                  <a:cubicBezTo>
                    <a:pt x="540862" y="15037"/>
                    <a:pt x="541030" y="13725"/>
                    <a:pt x="541030" y="13153"/>
                  </a:cubicBezTo>
                  <a:cubicBezTo>
                    <a:pt x="541030" y="12581"/>
                    <a:pt x="540559" y="11908"/>
                    <a:pt x="540189" y="11269"/>
                  </a:cubicBezTo>
                  <a:cubicBezTo>
                    <a:pt x="539818" y="10630"/>
                    <a:pt x="539179" y="10395"/>
                    <a:pt x="538674" y="9823"/>
                  </a:cubicBezTo>
                  <a:cubicBezTo>
                    <a:pt x="538169" y="9251"/>
                    <a:pt x="536587" y="8881"/>
                    <a:pt x="536083" y="8881"/>
                  </a:cubicBezTo>
                  <a:cubicBezTo>
                    <a:pt x="535578" y="8881"/>
                    <a:pt x="534333" y="9318"/>
                    <a:pt x="534333" y="9318"/>
                  </a:cubicBezTo>
                  <a:lnTo>
                    <a:pt x="533895" y="9890"/>
                  </a:lnTo>
                  <a:lnTo>
                    <a:pt x="533458" y="10899"/>
                  </a:lnTo>
                  <a:cubicBezTo>
                    <a:pt x="533458" y="10899"/>
                    <a:pt x="533222" y="11538"/>
                    <a:pt x="533222" y="11976"/>
                  </a:cubicBezTo>
                  <a:cubicBezTo>
                    <a:pt x="533222" y="12413"/>
                    <a:pt x="532785" y="12918"/>
                    <a:pt x="532785" y="12918"/>
                  </a:cubicBezTo>
                  <a:lnTo>
                    <a:pt x="532347" y="13927"/>
                  </a:lnTo>
                  <a:lnTo>
                    <a:pt x="531539" y="14869"/>
                  </a:lnTo>
                  <a:lnTo>
                    <a:pt x="530463" y="14936"/>
                  </a:lnTo>
                  <a:lnTo>
                    <a:pt x="529285" y="12413"/>
                  </a:lnTo>
                  <a:cubicBezTo>
                    <a:pt x="529285" y="12413"/>
                    <a:pt x="528847" y="11538"/>
                    <a:pt x="527972" y="10967"/>
                  </a:cubicBezTo>
                  <a:cubicBezTo>
                    <a:pt x="527097" y="10395"/>
                    <a:pt x="525717" y="10832"/>
                    <a:pt x="525212" y="10765"/>
                  </a:cubicBezTo>
                  <a:cubicBezTo>
                    <a:pt x="524708" y="10697"/>
                    <a:pt x="523631" y="10765"/>
                    <a:pt x="523025" y="10765"/>
                  </a:cubicBezTo>
                  <a:cubicBezTo>
                    <a:pt x="522453" y="10765"/>
                    <a:pt x="521578" y="11135"/>
                    <a:pt x="521275" y="11135"/>
                  </a:cubicBezTo>
                  <a:cubicBezTo>
                    <a:pt x="520972" y="11135"/>
                    <a:pt x="520467" y="11774"/>
                    <a:pt x="520198" y="11875"/>
                  </a:cubicBezTo>
                  <a:cubicBezTo>
                    <a:pt x="519895" y="11942"/>
                    <a:pt x="519188" y="12884"/>
                    <a:pt x="518751" y="13187"/>
                  </a:cubicBezTo>
                  <a:cubicBezTo>
                    <a:pt x="518313" y="13490"/>
                    <a:pt x="517169" y="14936"/>
                    <a:pt x="516799" y="15272"/>
                  </a:cubicBezTo>
                  <a:cubicBezTo>
                    <a:pt x="516428" y="15643"/>
                    <a:pt x="514847" y="17156"/>
                    <a:pt x="514274" y="17526"/>
                  </a:cubicBezTo>
                  <a:cubicBezTo>
                    <a:pt x="513702" y="17896"/>
                    <a:pt x="513265" y="18233"/>
                    <a:pt x="512760" y="18468"/>
                  </a:cubicBezTo>
                  <a:cubicBezTo>
                    <a:pt x="512255" y="18704"/>
                    <a:pt x="511313" y="19545"/>
                    <a:pt x="511010" y="19713"/>
                  </a:cubicBezTo>
                  <a:cubicBezTo>
                    <a:pt x="510707" y="19847"/>
                    <a:pt x="509496" y="21395"/>
                    <a:pt x="509496" y="21395"/>
                  </a:cubicBezTo>
                  <a:cubicBezTo>
                    <a:pt x="509496" y="21395"/>
                    <a:pt x="508688" y="22101"/>
                    <a:pt x="508486" y="22337"/>
                  </a:cubicBezTo>
                  <a:cubicBezTo>
                    <a:pt x="508284" y="22539"/>
                    <a:pt x="507544" y="23413"/>
                    <a:pt x="507342" y="23581"/>
                  </a:cubicBezTo>
                  <a:cubicBezTo>
                    <a:pt x="507106" y="23716"/>
                    <a:pt x="506601" y="24658"/>
                    <a:pt x="506601" y="24961"/>
                  </a:cubicBezTo>
                  <a:cubicBezTo>
                    <a:pt x="506601" y="25263"/>
                    <a:pt x="507173" y="25600"/>
                    <a:pt x="507611" y="25903"/>
                  </a:cubicBezTo>
                  <a:cubicBezTo>
                    <a:pt x="508048" y="26205"/>
                    <a:pt x="509125" y="26205"/>
                    <a:pt x="509563" y="26340"/>
                  </a:cubicBezTo>
                  <a:cubicBezTo>
                    <a:pt x="510000" y="26474"/>
                    <a:pt x="511380" y="27652"/>
                    <a:pt x="511818" y="27921"/>
                  </a:cubicBezTo>
                  <a:cubicBezTo>
                    <a:pt x="512255" y="28224"/>
                    <a:pt x="512827" y="29367"/>
                    <a:pt x="513063" y="29502"/>
                  </a:cubicBezTo>
                  <a:cubicBezTo>
                    <a:pt x="513265" y="29637"/>
                    <a:pt x="513366" y="32261"/>
                    <a:pt x="513366" y="32261"/>
                  </a:cubicBezTo>
                  <a:lnTo>
                    <a:pt x="513063" y="34010"/>
                  </a:lnTo>
                  <a:lnTo>
                    <a:pt x="511481" y="34514"/>
                  </a:lnTo>
                  <a:lnTo>
                    <a:pt x="509024" y="32563"/>
                  </a:lnTo>
                  <a:cubicBezTo>
                    <a:pt x="509024" y="32563"/>
                    <a:pt x="503572" y="30242"/>
                    <a:pt x="503000" y="30309"/>
                  </a:cubicBezTo>
                  <a:cubicBezTo>
                    <a:pt x="502428" y="30377"/>
                    <a:pt x="501048" y="30679"/>
                    <a:pt x="500106" y="30881"/>
                  </a:cubicBezTo>
                  <a:cubicBezTo>
                    <a:pt x="499164" y="31117"/>
                    <a:pt x="498289" y="31756"/>
                    <a:pt x="497851" y="31890"/>
                  </a:cubicBezTo>
                  <a:cubicBezTo>
                    <a:pt x="497414" y="32025"/>
                    <a:pt x="496269" y="32765"/>
                    <a:pt x="495967" y="32765"/>
                  </a:cubicBezTo>
                  <a:cubicBezTo>
                    <a:pt x="495664" y="32765"/>
                    <a:pt x="494216" y="33135"/>
                    <a:pt x="494216" y="33135"/>
                  </a:cubicBezTo>
                  <a:cubicBezTo>
                    <a:pt x="494216" y="33135"/>
                    <a:pt x="492534" y="31621"/>
                    <a:pt x="492332" y="31184"/>
                  </a:cubicBezTo>
                  <a:cubicBezTo>
                    <a:pt x="492130" y="30747"/>
                    <a:pt x="490245" y="30679"/>
                    <a:pt x="490245" y="30679"/>
                  </a:cubicBezTo>
                  <a:lnTo>
                    <a:pt x="487620" y="30814"/>
                  </a:lnTo>
                  <a:lnTo>
                    <a:pt x="486812" y="31251"/>
                  </a:lnTo>
                  <a:cubicBezTo>
                    <a:pt x="486812" y="31251"/>
                    <a:pt x="485500" y="32698"/>
                    <a:pt x="484860" y="33270"/>
                  </a:cubicBezTo>
                  <a:cubicBezTo>
                    <a:pt x="484221" y="33841"/>
                    <a:pt x="483783" y="34582"/>
                    <a:pt x="483279" y="34783"/>
                  </a:cubicBezTo>
                  <a:cubicBezTo>
                    <a:pt x="482774" y="35019"/>
                    <a:pt x="481327" y="36028"/>
                    <a:pt x="481327" y="36028"/>
                  </a:cubicBezTo>
                  <a:cubicBezTo>
                    <a:pt x="481327" y="36028"/>
                    <a:pt x="478634" y="37340"/>
                    <a:pt x="478432" y="37475"/>
                  </a:cubicBezTo>
                  <a:cubicBezTo>
                    <a:pt x="478231" y="37609"/>
                    <a:pt x="475605" y="38147"/>
                    <a:pt x="475605" y="38147"/>
                  </a:cubicBezTo>
                  <a:cubicBezTo>
                    <a:pt x="475605" y="38147"/>
                    <a:pt x="469514" y="38147"/>
                    <a:pt x="469211" y="38147"/>
                  </a:cubicBezTo>
                  <a:cubicBezTo>
                    <a:pt x="468908" y="38147"/>
                    <a:pt x="466687" y="39190"/>
                    <a:pt x="466687" y="39190"/>
                  </a:cubicBezTo>
                  <a:lnTo>
                    <a:pt x="465610" y="39594"/>
                  </a:lnTo>
                  <a:cubicBezTo>
                    <a:pt x="465610" y="39594"/>
                    <a:pt x="464870" y="40469"/>
                    <a:pt x="464870" y="40973"/>
                  </a:cubicBezTo>
                  <a:cubicBezTo>
                    <a:pt x="464870" y="41478"/>
                    <a:pt x="465374" y="41915"/>
                    <a:pt x="465374" y="41915"/>
                  </a:cubicBezTo>
                  <a:lnTo>
                    <a:pt x="467125" y="44303"/>
                  </a:lnTo>
                  <a:cubicBezTo>
                    <a:pt x="467125" y="44303"/>
                    <a:pt x="468942" y="46692"/>
                    <a:pt x="470086" y="47566"/>
                  </a:cubicBezTo>
                  <a:cubicBezTo>
                    <a:pt x="471230" y="48441"/>
                    <a:pt x="473115" y="49753"/>
                    <a:pt x="474730" y="50325"/>
                  </a:cubicBezTo>
                  <a:cubicBezTo>
                    <a:pt x="476312" y="50897"/>
                    <a:pt x="477928" y="52343"/>
                    <a:pt x="478937" y="53521"/>
                  </a:cubicBezTo>
                  <a:cubicBezTo>
                    <a:pt x="479947" y="54664"/>
                    <a:pt x="480082" y="57860"/>
                    <a:pt x="480250" y="58600"/>
                  </a:cubicBezTo>
                  <a:cubicBezTo>
                    <a:pt x="480384" y="59307"/>
                    <a:pt x="480250" y="63949"/>
                    <a:pt x="480250" y="63949"/>
                  </a:cubicBezTo>
                  <a:lnTo>
                    <a:pt x="479106" y="68288"/>
                  </a:lnTo>
                  <a:lnTo>
                    <a:pt x="477221" y="73200"/>
                  </a:lnTo>
                  <a:cubicBezTo>
                    <a:pt x="477221" y="73200"/>
                    <a:pt x="478231" y="76665"/>
                    <a:pt x="478231" y="77270"/>
                  </a:cubicBezTo>
                  <a:cubicBezTo>
                    <a:pt x="478231" y="77842"/>
                    <a:pt x="478231" y="80735"/>
                    <a:pt x="478231" y="80735"/>
                  </a:cubicBezTo>
                  <a:lnTo>
                    <a:pt x="479408" y="83191"/>
                  </a:lnTo>
                  <a:cubicBezTo>
                    <a:pt x="479408" y="83191"/>
                    <a:pt x="480283" y="84065"/>
                    <a:pt x="481428" y="84503"/>
                  </a:cubicBezTo>
                  <a:cubicBezTo>
                    <a:pt x="482572" y="84940"/>
                    <a:pt x="484053" y="86521"/>
                    <a:pt x="484053" y="86521"/>
                  </a:cubicBezTo>
                  <a:cubicBezTo>
                    <a:pt x="484053" y="86521"/>
                    <a:pt x="485500" y="87968"/>
                    <a:pt x="486947" y="88842"/>
                  </a:cubicBezTo>
                  <a:cubicBezTo>
                    <a:pt x="488394" y="89717"/>
                    <a:pt x="488663" y="91163"/>
                    <a:pt x="488663" y="91163"/>
                  </a:cubicBezTo>
                  <a:lnTo>
                    <a:pt x="488663" y="92307"/>
                  </a:lnTo>
                  <a:lnTo>
                    <a:pt x="488394" y="96344"/>
                  </a:lnTo>
                  <a:cubicBezTo>
                    <a:pt x="488394" y="96344"/>
                    <a:pt x="487822" y="99540"/>
                    <a:pt x="487519" y="100986"/>
                  </a:cubicBezTo>
                  <a:cubicBezTo>
                    <a:pt x="487216" y="102433"/>
                    <a:pt x="486947" y="103442"/>
                    <a:pt x="486947" y="104014"/>
                  </a:cubicBezTo>
                  <a:cubicBezTo>
                    <a:pt x="486947" y="104586"/>
                    <a:pt x="485500" y="106470"/>
                    <a:pt x="485500" y="106470"/>
                  </a:cubicBezTo>
                  <a:lnTo>
                    <a:pt x="480149" y="108219"/>
                  </a:lnTo>
                  <a:lnTo>
                    <a:pt x="478399" y="107781"/>
                  </a:lnTo>
                  <a:lnTo>
                    <a:pt x="474764" y="106470"/>
                  </a:lnTo>
                  <a:lnTo>
                    <a:pt x="472745" y="106738"/>
                  </a:lnTo>
                  <a:lnTo>
                    <a:pt x="469110" y="108488"/>
                  </a:lnTo>
                  <a:cubicBezTo>
                    <a:pt x="469110" y="108488"/>
                    <a:pt x="466081" y="109228"/>
                    <a:pt x="465475" y="109497"/>
                  </a:cubicBezTo>
                  <a:cubicBezTo>
                    <a:pt x="464870" y="109766"/>
                    <a:pt x="464163" y="111381"/>
                    <a:pt x="464163" y="111381"/>
                  </a:cubicBezTo>
                  <a:cubicBezTo>
                    <a:pt x="464163" y="111381"/>
                    <a:pt x="463422" y="113567"/>
                    <a:pt x="463422" y="114408"/>
                  </a:cubicBezTo>
                  <a:cubicBezTo>
                    <a:pt x="463422" y="115283"/>
                    <a:pt x="462850" y="116427"/>
                    <a:pt x="462850" y="116427"/>
                  </a:cubicBezTo>
                  <a:lnTo>
                    <a:pt x="461975" y="114408"/>
                  </a:lnTo>
                  <a:lnTo>
                    <a:pt x="459653" y="114980"/>
                  </a:lnTo>
                  <a:cubicBezTo>
                    <a:pt x="459653" y="114980"/>
                    <a:pt x="458341" y="115989"/>
                    <a:pt x="458341" y="116561"/>
                  </a:cubicBezTo>
                  <a:cubicBezTo>
                    <a:pt x="458341" y="117133"/>
                    <a:pt x="458206" y="118008"/>
                    <a:pt x="458206" y="118008"/>
                  </a:cubicBezTo>
                  <a:cubicBezTo>
                    <a:pt x="458206" y="118008"/>
                    <a:pt x="458947" y="119589"/>
                    <a:pt x="459350" y="119892"/>
                  </a:cubicBezTo>
                  <a:cubicBezTo>
                    <a:pt x="459788" y="120194"/>
                    <a:pt x="460797" y="122078"/>
                    <a:pt x="460797" y="122078"/>
                  </a:cubicBezTo>
                  <a:lnTo>
                    <a:pt x="462985" y="123525"/>
                  </a:lnTo>
                  <a:cubicBezTo>
                    <a:pt x="462985" y="123525"/>
                    <a:pt x="462413" y="124534"/>
                    <a:pt x="462413" y="125106"/>
                  </a:cubicBezTo>
                  <a:cubicBezTo>
                    <a:pt x="462413" y="125678"/>
                    <a:pt x="458509" y="125375"/>
                    <a:pt x="458071" y="124971"/>
                  </a:cubicBezTo>
                  <a:cubicBezTo>
                    <a:pt x="457634" y="124534"/>
                    <a:pt x="457196" y="123088"/>
                    <a:pt x="457196" y="123088"/>
                  </a:cubicBezTo>
                  <a:lnTo>
                    <a:pt x="454740" y="118008"/>
                  </a:lnTo>
                  <a:lnTo>
                    <a:pt x="452283" y="118008"/>
                  </a:lnTo>
                  <a:lnTo>
                    <a:pt x="450533" y="121035"/>
                  </a:lnTo>
                  <a:lnTo>
                    <a:pt x="449523" y="124938"/>
                  </a:lnTo>
                  <a:lnTo>
                    <a:pt x="446326" y="124635"/>
                  </a:lnTo>
                  <a:lnTo>
                    <a:pt x="445013" y="125779"/>
                  </a:lnTo>
                  <a:cubicBezTo>
                    <a:pt x="445013" y="125779"/>
                    <a:pt x="444138" y="127091"/>
                    <a:pt x="444004" y="127528"/>
                  </a:cubicBezTo>
                  <a:cubicBezTo>
                    <a:pt x="443869" y="127965"/>
                    <a:pt x="443263" y="128974"/>
                    <a:pt x="443129" y="129412"/>
                  </a:cubicBezTo>
                  <a:cubicBezTo>
                    <a:pt x="442994" y="129849"/>
                    <a:pt x="442388" y="130993"/>
                    <a:pt x="442388" y="130993"/>
                  </a:cubicBezTo>
                  <a:cubicBezTo>
                    <a:pt x="442388" y="130993"/>
                    <a:pt x="441816" y="132877"/>
                    <a:pt x="441379" y="133314"/>
                  </a:cubicBezTo>
                  <a:cubicBezTo>
                    <a:pt x="440941" y="133751"/>
                    <a:pt x="438922" y="135198"/>
                    <a:pt x="438922" y="135198"/>
                  </a:cubicBezTo>
                  <a:lnTo>
                    <a:pt x="432124" y="134626"/>
                  </a:lnTo>
                  <a:lnTo>
                    <a:pt x="428792" y="131598"/>
                  </a:lnTo>
                  <a:lnTo>
                    <a:pt x="427782" y="130589"/>
                  </a:lnTo>
                  <a:lnTo>
                    <a:pt x="425325" y="124938"/>
                  </a:lnTo>
                  <a:lnTo>
                    <a:pt x="422633" y="122146"/>
                  </a:lnTo>
                  <a:lnTo>
                    <a:pt x="424518" y="120800"/>
                  </a:lnTo>
                  <a:cubicBezTo>
                    <a:pt x="424518" y="120800"/>
                    <a:pt x="428321" y="118748"/>
                    <a:pt x="429398" y="118311"/>
                  </a:cubicBezTo>
                  <a:cubicBezTo>
                    <a:pt x="430475" y="117873"/>
                    <a:pt x="431888" y="117436"/>
                    <a:pt x="431888" y="117436"/>
                  </a:cubicBezTo>
                  <a:lnTo>
                    <a:pt x="433739" y="115821"/>
                  </a:lnTo>
                  <a:lnTo>
                    <a:pt x="434816" y="114408"/>
                  </a:lnTo>
                  <a:lnTo>
                    <a:pt x="435893" y="112558"/>
                  </a:lnTo>
                  <a:lnTo>
                    <a:pt x="436869" y="108118"/>
                  </a:lnTo>
                  <a:cubicBezTo>
                    <a:pt x="436869" y="108118"/>
                    <a:pt x="437845" y="105931"/>
                    <a:pt x="438182" y="105528"/>
                  </a:cubicBezTo>
                  <a:cubicBezTo>
                    <a:pt x="438518" y="105090"/>
                    <a:pt x="438182" y="101491"/>
                    <a:pt x="438182" y="101491"/>
                  </a:cubicBezTo>
                  <a:lnTo>
                    <a:pt x="438182" y="99742"/>
                  </a:lnTo>
                  <a:lnTo>
                    <a:pt x="438182" y="98329"/>
                  </a:lnTo>
                  <a:lnTo>
                    <a:pt x="436835" y="97151"/>
                  </a:lnTo>
                  <a:lnTo>
                    <a:pt x="434715" y="94527"/>
                  </a:lnTo>
                  <a:lnTo>
                    <a:pt x="434715" y="91063"/>
                  </a:lnTo>
                  <a:lnTo>
                    <a:pt x="434715" y="87598"/>
                  </a:lnTo>
                  <a:lnTo>
                    <a:pt x="434715" y="84133"/>
                  </a:lnTo>
                  <a:lnTo>
                    <a:pt x="434715" y="81105"/>
                  </a:lnTo>
                  <a:lnTo>
                    <a:pt x="433369" y="79255"/>
                  </a:lnTo>
                  <a:lnTo>
                    <a:pt x="432124" y="76328"/>
                  </a:lnTo>
                  <a:lnTo>
                    <a:pt x="430946" y="76328"/>
                  </a:lnTo>
                  <a:lnTo>
                    <a:pt x="428186" y="79255"/>
                  </a:lnTo>
                  <a:lnTo>
                    <a:pt x="426200" y="81139"/>
                  </a:lnTo>
                  <a:lnTo>
                    <a:pt x="425561" y="83426"/>
                  </a:lnTo>
                  <a:cubicBezTo>
                    <a:pt x="425561" y="83426"/>
                    <a:pt x="423676" y="86723"/>
                    <a:pt x="423474" y="86992"/>
                  </a:cubicBezTo>
                  <a:cubicBezTo>
                    <a:pt x="423273" y="87295"/>
                    <a:pt x="421624" y="89717"/>
                    <a:pt x="421624" y="89717"/>
                  </a:cubicBezTo>
                  <a:cubicBezTo>
                    <a:pt x="421624" y="89717"/>
                    <a:pt x="421287" y="90020"/>
                    <a:pt x="420782" y="90524"/>
                  </a:cubicBezTo>
                  <a:lnTo>
                    <a:pt x="419335" y="90827"/>
                  </a:lnTo>
                  <a:lnTo>
                    <a:pt x="422599" y="92307"/>
                  </a:lnTo>
                  <a:lnTo>
                    <a:pt x="422599" y="94595"/>
                  </a:lnTo>
                  <a:lnTo>
                    <a:pt x="421287" y="96546"/>
                  </a:lnTo>
                  <a:lnTo>
                    <a:pt x="416710" y="98497"/>
                  </a:lnTo>
                  <a:lnTo>
                    <a:pt x="413244" y="100986"/>
                  </a:lnTo>
                  <a:lnTo>
                    <a:pt x="411628" y="102063"/>
                  </a:lnTo>
                  <a:lnTo>
                    <a:pt x="410316" y="105090"/>
                  </a:lnTo>
                  <a:lnTo>
                    <a:pt x="409340" y="108992"/>
                  </a:lnTo>
                  <a:lnTo>
                    <a:pt x="411191" y="113231"/>
                  </a:lnTo>
                  <a:cubicBezTo>
                    <a:pt x="411191" y="113231"/>
                    <a:pt x="414354" y="115317"/>
                    <a:pt x="414657" y="115619"/>
                  </a:cubicBezTo>
                  <a:cubicBezTo>
                    <a:pt x="414993" y="115956"/>
                    <a:pt x="417383" y="119522"/>
                    <a:pt x="417383" y="119522"/>
                  </a:cubicBezTo>
                  <a:lnTo>
                    <a:pt x="417383" y="120598"/>
                  </a:lnTo>
                  <a:lnTo>
                    <a:pt x="415970" y="122011"/>
                  </a:lnTo>
                  <a:cubicBezTo>
                    <a:pt x="415970" y="122011"/>
                    <a:pt x="412806" y="125038"/>
                    <a:pt x="412369" y="125173"/>
                  </a:cubicBezTo>
                  <a:cubicBezTo>
                    <a:pt x="411931" y="125274"/>
                    <a:pt x="409441" y="127360"/>
                    <a:pt x="409340" y="127561"/>
                  </a:cubicBezTo>
                  <a:cubicBezTo>
                    <a:pt x="409239" y="127763"/>
                    <a:pt x="407825" y="130387"/>
                    <a:pt x="407590" y="130925"/>
                  </a:cubicBezTo>
                  <a:cubicBezTo>
                    <a:pt x="407354" y="131464"/>
                    <a:pt x="406075" y="132137"/>
                    <a:pt x="406075" y="132137"/>
                  </a:cubicBezTo>
                  <a:cubicBezTo>
                    <a:pt x="406075" y="132137"/>
                    <a:pt x="402912" y="133112"/>
                    <a:pt x="400522" y="132137"/>
                  </a:cubicBezTo>
                  <a:cubicBezTo>
                    <a:pt x="398133" y="131161"/>
                    <a:pt x="395844" y="131161"/>
                    <a:pt x="395407" y="129849"/>
                  </a:cubicBezTo>
                  <a:cubicBezTo>
                    <a:pt x="394969" y="128537"/>
                    <a:pt x="394969" y="127023"/>
                    <a:pt x="394330" y="125711"/>
                  </a:cubicBezTo>
                  <a:cubicBezTo>
                    <a:pt x="393690" y="124399"/>
                    <a:pt x="394666" y="123962"/>
                    <a:pt x="393354" y="122684"/>
                  </a:cubicBezTo>
                  <a:cubicBezTo>
                    <a:pt x="392041" y="121372"/>
                    <a:pt x="391301" y="120060"/>
                    <a:pt x="391301" y="120060"/>
                  </a:cubicBezTo>
                  <a:lnTo>
                    <a:pt x="388911" y="119959"/>
                  </a:lnTo>
                  <a:lnTo>
                    <a:pt x="386724" y="120834"/>
                  </a:lnTo>
                  <a:lnTo>
                    <a:pt x="385209" y="122886"/>
                  </a:lnTo>
                  <a:lnTo>
                    <a:pt x="384570" y="125711"/>
                  </a:lnTo>
                  <a:lnTo>
                    <a:pt x="383594" y="126788"/>
                  </a:lnTo>
                  <a:lnTo>
                    <a:pt x="380329" y="126889"/>
                  </a:lnTo>
                  <a:cubicBezTo>
                    <a:pt x="380329" y="126889"/>
                    <a:pt x="378815" y="126250"/>
                    <a:pt x="377940" y="126014"/>
                  </a:cubicBezTo>
                  <a:cubicBezTo>
                    <a:pt x="377065" y="125812"/>
                    <a:pt x="375752" y="124938"/>
                    <a:pt x="375752" y="124938"/>
                  </a:cubicBezTo>
                  <a:lnTo>
                    <a:pt x="373060" y="124938"/>
                  </a:lnTo>
                  <a:cubicBezTo>
                    <a:pt x="373060" y="124938"/>
                    <a:pt x="372421" y="124063"/>
                    <a:pt x="371411" y="124063"/>
                  </a:cubicBezTo>
                  <a:cubicBezTo>
                    <a:pt x="370435" y="124063"/>
                    <a:pt x="367507" y="124164"/>
                    <a:pt x="367507" y="124164"/>
                  </a:cubicBezTo>
                  <a:lnTo>
                    <a:pt x="365118" y="124803"/>
                  </a:lnTo>
                  <a:cubicBezTo>
                    <a:pt x="365118" y="124803"/>
                    <a:pt x="363805" y="126115"/>
                    <a:pt x="363367" y="126754"/>
                  </a:cubicBezTo>
                  <a:cubicBezTo>
                    <a:pt x="362930" y="127393"/>
                    <a:pt x="361180" y="129344"/>
                    <a:pt x="361180" y="129344"/>
                  </a:cubicBezTo>
                  <a:lnTo>
                    <a:pt x="359329" y="132507"/>
                  </a:lnTo>
                  <a:cubicBezTo>
                    <a:pt x="359329" y="132507"/>
                    <a:pt x="357814" y="135130"/>
                    <a:pt x="357579" y="135669"/>
                  </a:cubicBezTo>
                  <a:cubicBezTo>
                    <a:pt x="357377" y="136207"/>
                    <a:pt x="355728" y="140681"/>
                    <a:pt x="355728" y="140681"/>
                  </a:cubicBezTo>
                  <a:lnTo>
                    <a:pt x="354853" y="146871"/>
                  </a:lnTo>
                  <a:lnTo>
                    <a:pt x="354314" y="151210"/>
                  </a:lnTo>
                  <a:lnTo>
                    <a:pt x="355189" y="155213"/>
                  </a:lnTo>
                  <a:lnTo>
                    <a:pt x="357781" y="157938"/>
                  </a:lnTo>
                  <a:lnTo>
                    <a:pt x="360372" y="160528"/>
                  </a:lnTo>
                  <a:lnTo>
                    <a:pt x="362661" y="161302"/>
                  </a:lnTo>
                  <a:lnTo>
                    <a:pt x="367440" y="165978"/>
                  </a:lnTo>
                  <a:lnTo>
                    <a:pt x="366363" y="168266"/>
                  </a:lnTo>
                  <a:lnTo>
                    <a:pt x="366901" y="170990"/>
                  </a:lnTo>
                  <a:lnTo>
                    <a:pt x="366800" y="173580"/>
                  </a:lnTo>
                  <a:lnTo>
                    <a:pt x="365824" y="175868"/>
                  </a:lnTo>
                  <a:lnTo>
                    <a:pt x="362358" y="178694"/>
                  </a:lnTo>
                  <a:lnTo>
                    <a:pt x="357242" y="180107"/>
                  </a:lnTo>
                  <a:cubicBezTo>
                    <a:pt x="357242" y="180107"/>
                    <a:pt x="355930" y="179568"/>
                    <a:pt x="355627" y="180107"/>
                  </a:cubicBezTo>
                  <a:cubicBezTo>
                    <a:pt x="355290" y="180645"/>
                    <a:pt x="352800" y="180880"/>
                    <a:pt x="352800" y="180880"/>
                  </a:cubicBezTo>
                  <a:lnTo>
                    <a:pt x="351050" y="179568"/>
                  </a:lnTo>
                  <a:lnTo>
                    <a:pt x="349737" y="179333"/>
                  </a:lnTo>
                  <a:lnTo>
                    <a:pt x="347247" y="180847"/>
                  </a:lnTo>
                  <a:cubicBezTo>
                    <a:pt x="347247" y="180847"/>
                    <a:pt x="345194" y="183134"/>
                    <a:pt x="344622" y="183437"/>
                  </a:cubicBezTo>
                  <a:cubicBezTo>
                    <a:pt x="344083" y="183773"/>
                    <a:pt x="342333" y="184311"/>
                    <a:pt x="342131" y="184648"/>
                  </a:cubicBezTo>
                  <a:cubicBezTo>
                    <a:pt x="341929" y="184984"/>
                    <a:pt x="338328" y="185623"/>
                    <a:pt x="337992" y="185724"/>
                  </a:cubicBezTo>
                  <a:cubicBezTo>
                    <a:pt x="337655" y="185825"/>
                    <a:pt x="337218" y="186263"/>
                    <a:pt x="334963" y="185724"/>
                  </a:cubicBezTo>
                  <a:cubicBezTo>
                    <a:pt x="332674" y="185186"/>
                    <a:pt x="330722" y="184951"/>
                    <a:pt x="329208" y="183773"/>
                  </a:cubicBezTo>
                  <a:cubicBezTo>
                    <a:pt x="327694" y="182562"/>
                    <a:pt x="324530" y="179871"/>
                    <a:pt x="324530" y="179871"/>
                  </a:cubicBezTo>
                  <a:lnTo>
                    <a:pt x="321939" y="178256"/>
                  </a:lnTo>
                  <a:lnTo>
                    <a:pt x="318237" y="178357"/>
                  </a:lnTo>
                  <a:lnTo>
                    <a:pt x="313761" y="179804"/>
                  </a:lnTo>
                  <a:lnTo>
                    <a:pt x="312179" y="183134"/>
                  </a:lnTo>
                  <a:lnTo>
                    <a:pt x="308409" y="184715"/>
                  </a:lnTo>
                  <a:lnTo>
                    <a:pt x="306390" y="189627"/>
                  </a:lnTo>
                  <a:lnTo>
                    <a:pt x="306087" y="193832"/>
                  </a:lnTo>
                  <a:lnTo>
                    <a:pt x="306087" y="196994"/>
                  </a:lnTo>
                  <a:lnTo>
                    <a:pt x="304337" y="200459"/>
                  </a:lnTo>
                  <a:lnTo>
                    <a:pt x="301308" y="204226"/>
                  </a:lnTo>
                  <a:cubicBezTo>
                    <a:pt x="301308" y="204226"/>
                    <a:pt x="299727" y="204798"/>
                    <a:pt x="297977" y="204798"/>
                  </a:cubicBezTo>
                  <a:cubicBezTo>
                    <a:pt x="296227" y="204798"/>
                    <a:pt x="293635" y="205235"/>
                    <a:pt x="293198" y="204798"/>
                  </a:cubicBezTo>
                  <a:cubicBezTo>
                    <a:pt x="292760" y="204361"/>
                    <a:pt x="289294" y="203217"/>
                    <a:pt x="288856" y="202780"/>
                  </a:cubicBezTo>
                  <a:cubicBezTo>
                    <a:pt x="288419" y="202342"/>
                    <a:pt x="286669" y="200324"/>
                    <a:pt x="286669" y="200324"/>
                  </a:cubicBezTo>
                  <a:lnTo>
                    <a:pt x="287409" y="198743"/>
                  </a:lnTo>
                  <a:lnTo>
                    <a:pt x="291178" y="196725"/>
                  </a:lnTo>
                  <a:cubicBezTo>
                    <a:pt x="291178" y="196725"/>
                    <a:pt x="293198" y="194134"/>
                    <a:pt x="293770" y="193966"/>
                  </a:cubicBezTo>
                  <a:cubicBezTo>
                    <a:pt x="294342" y="193832"/>
                    <a:pt x="295520" y="191510"/>
                    <a:pt x="296227" y="190939"/>
                  </a:cubicBezTo>
                  <a:cubicBezTo>
                    <a:pt x="296933" y="190367"/>
                    <a:pt x="297808" y="189357"/>
                    <a:pt x="297977" y="188752"/>
                  </a:cubicBezTo>
                  <a:cubicBezTo>
                    <a:pt x="298111" y="188180"/>
                    <a:pt x="299424" y="185724"/>
                    <a:pt x="299424" y="185724"/>
                  </a:cubicBezTo>
                  <a:cubicBezTo>
                    <a:pt x="299424" y="185724"/>
                    <a:pt x="299727" y="184581"/>
                    <a:pt x="299424" y="183706"/>
                  </a:cubicBezTo>
                  <a:cubicBezTo>
                    <a:pt x="299121" y="182831"/>
                    <a:pt x="298986" y="180813"/>
                    <a:pt x="298852" y="180376"/>
                  </a:cubicBezTo>
                  <a:cubicBezTo>
                    <a:pt x="298717" y="179938"/>
                    <a:pt x="294948" y="175162"/>
                    <a:pt x="294948" y="174590"/>
                  </a:cubicBezTo>
                  <a:cubicBezTo>
                    <a:pt x="294948" y="174018"/>
                    <a:pt x="294207" y="171831"/>
                    <a:pt x="293803" y="170822"/>
                  </a:cubicBezTo>
                  <a:cubicBezTo>
                    <a:pt x="293366" y="169813"/>
                    <a:pt x="291919" y="167795"/>
                    <a:pt x="291212" y="167357"/>
                  </a:cubicBezTo>
                  <a:cubicBezTo>
                    <a:pt x="290472" y="166920"/>
                    <a:pt x="288318" y="166651"/>
                    <a:pt x="288183" y="167223"/>
                  </a:cubicBezTo>
                  <a:cubicBezTo>
                    <a:pt x="288048" y="167795"/>
                    <a:pt x="289193" y="168097"/>
                    <a:pt x="286736" y="168232"/>
                  </a:cubicBezTo>
                  <a:cubicBezTo>
                    <a:pt x="284279" y="168366"/>
                    <a:pt x="283707" y="169241"/>
                    <a:pt x="283707" y="169241"/>
                  </a:cubicBezTo>
                  <a:cubicBezTo>
                    <a:pt x="283707" y="169241"/>
                    <a:pt x="285019" y="169813"/>
                    <a:pt x="282967" y="169375"/>
                  </a:cubicBezTo>
                  <a:cubicBezTo>
                    <a:pt x="280947" y="168938"/>
                    <a:pt x="277178" y="167492"/>
                    <a:pt x="277178" y="167492"/>
                  </a:cubicBezTo>
                  <a:lnTo>
                    <a:pt x="275159" y="165743"/>
                  </a:lnTo>
                  <a:cubicBezTo>
                    <a:pt x="275159" y="165743"/>
                    <a:pt x="273577" y="167054"/>
                    <a:pt x="272702" y="167626"/>
                  </a:cubicBezTo>
                  <a:cubicBezTo>
                    <a:pt x="271827" y="168198"/>
                    <a:pt x="270817" y="171259"/>
                    <a:pt x="270817" y="171259"/>
                  </a:cubicBezTo>
                  <a:lnTo>
                    <a:pt x="269640" y="172706"/>
                  </a:lnTo>
                  <a:lnTo>
                    <a:pt x="269640" y="174455"/>
                  </a:lnTo>
                  <a:cubicBezTo>
                    <a:pt x="269640" y="174455"/>
                    <a:pt x="268899" y="177483"/>
                    <a:pt x="268495" y="177920"/>
                  </a:cubicBezTo>
                  <a:cubicBezTo>
                    <a:pt x="268058" y="178357"/>
                    <a:pt x="265904" y="178929"/>
                    <a:pt x="265904" y="178929"/>
                  </a:cubicBezTo>
                  <a:lnTo>
                    <a:pt x="262269" y="177785"/>
                  </a:lnTo>
                  <a:cubicBezTo>
                    <a:pt x="262269" y="177785"/>
                    <a:pt x="260957" y="176911"/>
                    <a:pt x="260519" y="176474"/>
                  </a:cubicBezTo>
                  <a:cubicBezTo>
                    <a:pt x="260082" y="176036"/>
                    <a:pt x="258197" y="173446"/>
                    <a:pt x="258062" y="173009"/>
                  </a:cubicBezTo>
                  <a:cubicBezTo>
                    <a:pt x="257928" y="172571"/>
                    <a:pt x="258062" y="171865"/>
                    <a:pt x="258062" y="170687"/>
                  </a:cubicBezTo>
                  <a:cubicBezTo>
                    <a:pt x="258062" y="169544"/>
                    <a:pt x="258197" y="168501"/>
                    <a:pt x="259072" y="166651"/>
                  </a:cubicBezTo>
                  <a:cubicBezTo>
                    <a:pt x="259947" y="164767"/>
                    <a:pt x="260519" y="163623"/>
                    <a:pt x="260654" y="163186"/>
                  </a:cubicBezTo>
                  <a:cubicBezTo>
                    <a:pt x="260788" y="162749"/>
                    <a:pt x="261529" y="157534"/>
                    <a:pt x="260788" y="156391"/>
                  </a:cubicBezTo>
                  <a:cubicBezTo>
                    <a:pt x="260048" y="155247"/>
                    <a:pt x="261932" y="155516"/>
                    <a:pt x="258904" y="153330"/>
                  </a:cubicBezTo>
                  <a:cubicBezTo>
                    <a:pt x="255875" y="151143"/>
                    <a:pt x="253115" y="148990"/>
                    <a:pt x="253115" y="148990"/>
                  </a:cubicBezTo>
                  <a:lnTo>
                    <a:pt x="253687" y="146400"/>
                  </a:lnTo>
                  <a:lnTo>
                    <a:pt x="256884" y="143204"/>
                  </a:lnTo>
                  <a:lnTo>
                    <a:pt x="255303" y="142026"/>
                  </a:lnTo>
                  <a:cubicBezTo>
                    <a:pt x="255303" y="142026"/>
                    <a:pt x="253115" y="142464"/>
                    <a:pt x="252543" y="142464"/>
                  </a:cubicBezTo>
                  <a:cubicBezTo>
                    <a:pt x="251971" y="142464"/>
                    <a:pt x="249514" y="143776"/>
                    <a:pt x="249514" y="143776"/>
                  </a:cubicBezTo>
                  <a:lnTo>
                    <a:pt x="247932" y="146669"/>
                  </a:lnTo>
                  <a:lnTo>
                    <a:pt x="246788" y="148553"/>
                  </a:lnTo>
                  <a:lnTo>
                    <a:pt x="245475" y="150302"/>
                  </a:lnTo>
                  <a:cubicBezTo>
                    <a:pt x="245475" y="150302"/>
                    <a:pt x="243288" y="149999"/>
                    <a:pt x="242716" y="150167"/>
                  </a:cubicBezTo>
                  <a:cubicBezTo>
                    <a:pt x="242144" y="150302"/>
                    <a:pt x="237499" y="150739"/>
                    <a:pt x="237499" y="150739"/>
                  </a:cubicBezTo>
                  <a:lnTo>
                    <a:pt x="235749" y="151883"/>
                  </a:lnTo>
                  <a:cubicBezTo>
                    <a:pt x="235749" y="151883"/>
                    <a:pt x="234874" y="155651"/>
                    <a:pt x="234874" y="156222"/>
                  </a:cubicBezTo>
                  <a:cubicBezTo>
                    <a:pt x="234874" y="156794"/>
                    <a:pt x="234874" y="160562"/>
                    <a:pt x="234874" y="160562"/>
                  </a:cubicBezTo>
                  <a:cubicBezTo>
                    <a:pt x="234874" y="160562"/>
                    <a:pt x="234134" y="164330"/>
                    <a:pt x="234874" y="164902"/>
                  </a:cubicBezTo>
                  <a:cubicBezTo>
                    <a:pt x="235615" y="165473"/>
                    <a:pt x="235615" y="166920"/>
                    <a:pt x="235615" y="166920"/>
                  </a:cubicBezTo>
                  <a:lnTo>
                    <a:pt x="235480" y="168064"/>
                  </a:lnTo>
                  <a:lnTo>
                    <a:pt x="235177" y="169073"/>
                  </a:lnTo>
                  <a:lnTo>
                    <a:pt x="233158" y="168636"/>
                  </a:lnTo>
                  <a:cubicBezTo>
                    <a:pt x="233158" y="168636"/>
                    <a:pt x="232148" y="168266"/>
                    <a:pt x="231845" y="168266"/>
                  </a:cubicBezTo>
                  <a:cubicBezTo>
                    <a:pt x="231543" y="168266"/>
                    <a:pt x="230600" y="169275"/>
                    <a:pt x="230600" y="169510"/>
                  </a:cubicBezTo>
                  <a:cubicBezTo>
                    <a:pt x="230600" y="169712"/>
                    <a:pt x="230163" y="170822"/>
                    <a:pt x="230163" y="170822"/>
                  </a:cubicBezTo>
                  <a:cubicBezTo>
                    <a:pt x="230163" y="170822"/>
                    <a:pt x="230364" y="171461"/>
                    <a:pt x="229658" y="171461"/>
                  </a:cubicBezTo>
                  <a:cubicBezTo>
                    <a:pt x="228917" y="171461"/>
                    <a:pt x="227638" y="171831"/>
                    <a:pt x="227134" y="171461"/>
                  </a:cubicBezTo>
                  <a:cubicBezTo>
                    <a:pt x="226629" y="171091"/>
                    <a:pt x="226696" y="171158"/>
                    <a:pt x="225889" y="170385"/>
                  </a:cubicBezTo>
                  <a:cubicBezTo>
                    <a:pt x="225081" y="169577"/>
                    <a:pt x="224744" y="169746"/>
                    <a:pt x="224239" y="168871"/>
                  </a:cubicBezTo>
                  <a:cubicBezTo>
                    <a:pt x="223735" y="167996"/>
                    <a:pt x="223230" y="167054"/>
                    <a:pt x="222860" y="166752"/>
                  </a:cubicBezTo>
                  <a:cubicBezTo>
                    <a:pt x="222489" y="166449"/>
                    <a:pt x="221985" y="165877"/>
                    <a:pt x="221985" y="165877"/>
                  </a:cubicBezTo>
                  <a:cubicBezTo>
                    <a:pt x="221985" y="165877"/>
                    <a:pt x="221177" y="164296"/>
                    <a:pt x="221177" y="163993"/>
                  </a:cubicBezTo>
                  <a:cubicBezTo>
                    <a:pt x="221177" y="163690"/>
                    <a:pt x="221547" y="161975"/>
                    <a:pt x="221177" y="161672"/>
                  </a:cubicBezTo>
                  <a:cubicBezTo>
                    <a:pt x="220807" y="161369"/>
                    <a:pt x="220874" y="161302"/>
                    <a:pt x="220167" y="160865"/>
                  </a:cubicBezTo>
                  <a:cubicBezTo>
                    <a:pt x="219460" y="160427"/>
                    <a:pt x="217980" y="159048"/>
                    <a:pt x="217710" y="158981"/>
                  </a:cubicBezTo>
                  <a:cubicBezTo>
                    <a:pt x="217408" y="158914"/>
                    <a:pt x="216768" y="158678"/>
                    <a:pt x="216331" y="158779"/>
                  </a:cubicBezTo>
                  <a:cubicBezTo>
                    <a:pt x="215893" y="158846"/>
                    <a:pt x="215456" y="158981"/>
                    <a:pt x="215186" y="159721"/>
                  </a:cubicBezTo>
                  <a:cubicBezTo>
                    <a:pt x="214883" y="160427"/>
                    <a:pt x="214984" y="160865"/>
                    <a:pt x="214244" y="161538"/>
                  </a:cubicBezTo>
                  <a:cubicBezTo>
                    <a:pt x="213503" y="162177"/>
                    <a:pt x="213672" y="162917"/>
                    <a:pt x="213302" y="163421"/>
                  </a:cubicBezTo>
                  <a:cubicBezTo>
                    <a:pt x="212931" y="163926"/>
                    <a:pt x="212359" y="165675"/>
                    <a:pt x="211787" y="165877"/>
                  </a:cubicBezTo>
                  <a:cubicBezTo>
                    <a:pt x="211215" y="166079"/>
                    <a:pt x="211350" y="167122"/>
                    <a:pt x="210037" y="165877"/>
                  </a:cubicBezTo>
                  <a:cubicBezTo>
                    <a:pt x="208725" y="164632"/>
                    <a:pt x="207513" y="163354"/>
                    <a:pt x="207513" y="163354"/>
                  </a:cubicBezTo>
                  <a:lnTo>
                    <a:pt x="204383" y="161470"/>
                  </a:lnTo>
                  <a:cubicBezTo>
                    <a:pt x="204383" y="161470"/>
                    <a:pt x="201994" y="160461"/>
                    <a:pt x="201354" y="160091"/>
                  </a:cubicBezTo>
                  <a:cubicBezTo>
                    <a:pt x="200715" y="159721"/>
                    <a:pt x="198662" y="158712"/>
                    <a:pt x="198090" y="158005"/>
                  </a:cubicBezTo>
                  <a:cubicBezTo>
                    <a:pt x="197518" y="157265"/>
                    <a:pt x="195195" y="155381"/>
                    <a:pt x="194758" y="154675"/>
                  </a:cubicBezTo>
                  <a:cubicBezTo>
                    <a:pt x="194321" y="153935"/>
                    <a:pt x="192941" y="151849"/>
                    <a:pt x="192873" y="151648"/>
                  </a:cubicBezTo>
                  <a:cubicBezTo>
                    <a:pt x="192806" y="151446"/>
                    <a:pt x="191628" y="149898"/>
                    <a:pt x="191628" y="149629"/>
                  </a:cubicBezTo>
                  <a:cubicBezTo>
                    <a:pt x="191628" y="149326"/>
                    <a:pt x="191493" y="149125"/>
                    <a:pt x="191628" y="148115"/>
                  </a:cubicBezTo>
                  <a:cubicBezTo>
                    <a:pt x="191763" y="147106"/>
                    <a:pt x="191493" y="146097"/>
                    <a:pt x="191561" y="145794"/>
                  </a:cubicBezTo>
                  <a:cubicBezTo>
                    <a:pt x="191628" y="145491"/>
                    <a:pt x="190114" y="144348"/>
                    <a:pt x="189609" y="144280"/>
                  </a:cubicBezTo>
                  <a:cubicBezTo>
                    <a:pt x="189104" y="144213"/>
                    <a:pt x="188162" y="143204"/>
                    <a:pt x="186412" y="142094"/>
                  </a:cubicBezTo>
                  <a:cubicBezTo>
                    <a:pt x="184662" y="141017"/>
                    <a:pt x="182340" y="136140"/>
                    <a:pt x="182340" y="136140"/>
                  </a:cubicBezTo>
                  <a:lnTo>
                    <a:pt x="181397" y="130993"/>
                  </a:lnTo>
                  <a:lnTo>
                    <a:pt x="175306" y="124702"/>
                  </a:lnTo>
                  <a:lnTo>
                    <a:pt x="171402" y="121002"/>
                  </a:lnTo>
                  <a:lnTo>
                    <a:pt x="164233" y="117974"/>
                  </a:lnTo>
                  <a:lnTo>
                    <a:pt x="159892" y="116898"/>
                  </a:lnTo>
                  <a:cubicBezTo>
                    <a:pt x="159892" y="116898"/>
                    <a:pt x="158377" y="115148"/>
                    <a:pt x="157267" y="115148"/>
                  </a:cubicBezTo>
                  <a:cubicBezTo>
                    <a:pt x="156190" y="115148"/>
                    <a:pt x="153565" y="113197"/>
                    <a:pt x="153565" y="113197"/>
                  </a:cubicBezTo>
                  <a:cubicBezTo>
                    <a:pt x="153565" y="113197"/>
                    <a:pt x="152252" y="111684"/>
                    <a:pt x="151613" y="111246"/>
                  </a:cubicBezTo>
                  <a:cubicBezTo>
                    <a:pt x="150973" y="110809"/>
                    <a:pt x="150300" y="109934"/>
                    <a:pt x="148988" y="109497"/>
                  </a:cubicBezTo>
                  <a:cubicBezTo>
                    <a:pt x="147675" y="109060"/>
                    <a:pt x="145286" y="107748"/>
                    <a:pt x="145286" y="107748"/>
                  </a:cubicBezTo>
                  <a:cubicBezTo>
                    <a:pt x="145286" y="107748"/>
                    <a:pt x="144848" y="105359"/>
                    <a:pt x="145286" y="104720"/>
                  </a:cubicBezTo>
                  <a:cubicBezTo>
                    <a:pt x="145723" y="104081"/>
                    <a:pt x="146800" y="105158"/>
                    <a:pt x="146161" y="102971"/>
                  </a:cubicBezTo>
                  <a:cubicBezTo>
                    <a:pt x="145521" y="100784"/>
                    <a:pt x="144411" y="99069"/>
                    <a:pt x="143771" y="98631"/>
                  </a:cubicBezTo>
                  <a:cubicBezTo>
                    <a:pt x="143132" y="98194"/>
                    <a:pt x="143132" y="100381"/>
                    <a:pt x="140507" y="96243"/>
                  </a:cubicBezTo>
                  <a:cubicBezTo>
                    <a:pt x="137882" y="92105"/>
                    <a:pt x="137478" y="89852"/>
                    <a:pt x="137478" y="89852"/>
                  </a:cubicBezTo>
                  <a:lnTo>
                    <a:pt x="138555" y="82787"/>
                  </a:lnTo>
                  <a:lnTo>
                    <a:pt x="139867" y="74545"/>
                  </a:lnTo>
                  <a:cubicBezTo>
                    <a:pt x="139867" y="74545"/>
                    <a:pt x="138790" y="67380"/>
                    <a:pt x="137478" y="66506"/>
                  </a:cubicBezTo>
                  <a:cubicBezTo>
                    <a:pt x="136165" y="65631"/>
                    <a:pt x="132901" y="62166"/>
                    <a:pt x="132463" y="61291"/>
                  </a:cubicBezTo>
                  <a:cubicBezTo>
                    <a:pt x="132026" y="60417"/>
                    <a:pt x="129838" y="54765"/>
                    <a:pt x="129838" y="54765"/>
                  </a:cubicBezTo>
                  <a:lnTo>
                    <a:pt x="127449" y="51502"/>
                  </a:lnTo>
                  <a:lnTo>
                    <a:pt x="126372" y="47163"/>
                  </a:lnTo>
                  <a:cubicBezTo>
                    <a:pt x="126372" y="47163"/>
                    <a:pt x="128761" y="45212"/>
                    <a:pt x="129401" y="44774"/>
                  </a:cubicBezTo>
                  <a:cubicBezTo>
                    <a:pt x="130040" y="44337"/>
                    <a:pt x="130713" y="43025"/>
                    <a:pt x="130713" y="42184"/>
                  </a:cubicBezTo>
                  <a:cubicBezTo>
                    <a:pt x="130713" y="41310"/>
                    <a:pt x="128526" y="38921"/>
                    <a:pt x="128526" y="38921"/>
                  </a:cubicBezTo>
                  <a:cubicBezTo>
                    <a:pt x="128526" y="38921"/>
                    <a:pt x="128088" y="35019"/>
                    <a:pt x="126338" y="33270"/>
                  </a:cubicBezTo>
                  <a:cubicBezTo>
                    <a:pt x="124588" y="31520"/>
                    <a:pt x="121761" y="28829"/>
                    <a:pt x="121761" y="28829"/>
                  </a:cubicBezTo>
                  <a:lnTo>
                    <a:pt x="118295" y="25903"/>
                  </a:lnTo>
                  <a:lnTo>
                    <a:pt x="113953" y="25903"/>
                  </a:lnTo>
                  <a:lnTo>
                    <a:pt x="110924" y="23581"/>
                  </a:lnTo>
                  <a:lnTo>
                    <a:pt x="109343" y="22707"/>
                  </a:lnTo>
                  <a:cubicBezTo>
                    <a:pt x="109343" y="22707"/>
                    <a:pt x="109208" y="21395"/>
                    <a:pt x="108602" y="20083"/>
                  </a:cubicBezTo>
                  <a:cubicBezTo>
                    <a:pt x="108030" y="18771"/>
                    <a:pt x="107727" y="17896"/>
                    <a:pt x="107727" y="17896"/>
                  </a:cubicBezTo>
                  <a:cubicBezTo>
                    <a:pt x="107727" y="17896"/>
                    <a:pt x="105910" y="18199"/>
                    <a:pt x="104463" y="17896"/>
                  </a:cubicBezTo>
                  <a:cubicBezTo>
                    <a:pt x="103016" y="17593"/>
                    <a:pt x="99179" y="17896"/>
                    <a:pt x="99179" y="17896"/>
                  </a:cubicBezTo>
                  <a:lnTo>
                    <a:pt x="99179" y="14566"/>
                  </a:lnTo>
                  <a:lnTo>
                    <a:pt x="99179" y="11101"/>
                  </a:lnTo>
                  <a:lnTo>
                    <a:pt x="96722" y="9520"/>
                  </a:lnTo>
                  <a:cubicBezTo>
                    <a:pt x="96722" y="9520"/>
                    <a:pt x="97160" y="7636"/>
                    <a:pt x="94972" y="7199"/>
                  </a:cubicBezTo>
                  <a:cubicBezTo>
                    <a:pt x="92785" y="6762"/>
                    <a:pt x="90631" y="6459"/>
                    <a:pt x="90631" y="6459"/>
                  </a:cubicBezTo>
                  <a:cubicBezTo>
                    <a:pt x="90631" y="6459"/>
                    <a:pt x="89756" y="6492"/>
                    <a:pt x="88309" y="6627"/>
                  </a:cubicBezTo>
                  <a:cubicBezTo>
                    <a:pt x="86861" y="6762"/>
                    <a:pt x="85549" y="6728"/>
                    <a:pt x="85549" y="6728"/>
                  </a:cubicBezTo>
                  <a:lnTo>
                    <a:pt x="79188" y="6728"/>
                  </a:lnTo>
                  <a:cubicBezTo>
                    <a:pt x="77741" y="7300"/>
                    <a:pt x="74409" y="7603"/>
                    <a:pt x="74409" y="7603"/>
                  </a:cubicBezTo>
                  <a:cubicBezTo>
                    <a:pt x="74409" y="7603"/>
                    <a:pt x="73097" y="8612"/>
                    <a:pt x="72222" y="9352"/>
                  </a:cubicBezTo>
                  <a:cubicBezTo>
                    <a:pt x="71347" y="10092"/>
                    <a:pt x="70774" y="9924"/>
                    <a:pt x="68318" y="10529"/>
                  </a:cubicBezTo>
                  <a:cubicBezTo>
                    <a:pt x="65861" y="11101"/>
                    <a:pt x="64246" y="11673"/>
                    <a:pt x="63976" y="12110"/>
                  </a:cubicBezTo>
                  <a:cubicBezTo>
                    <a:pt x="63673" y="12548"/>
                    <a:pt x="62967" y="13120"/>
                    <a:pt x="62226" y="13691"/>
                  </a:cubicBezTo>
                  <a:cubicBezTo>
                    <a:pt x="61486" y="14263"/>
                    <a:pt x="61654" y="15003"/>
                    <a:pt x="59197" y="14129"/>
                  </a:cubicBezTo>
                  <a:cubicBezTo>
                    <a:pt x="56741" y="13254"/>
                    <a:pt x="54553" y="11673"/>
                    <a:pt x="54553" y="11673"/>
                  </a:cubicBezTo>
                  <a:cubicBezTo>
                    <a:pt x="54553" y="11673"/>
                    <a:pt x="52803" y="11236"/>
                    <a:pt x="54553" y="9486"/>
                  </a:cubicBezTo>
                  <a:cubicBezTo>
                    <a:pt x="56303" y="7737"/>
                    <a:pt x="56572" y="7165"/>
                    <a:pt x="56741" y="6459"/>
                  </a:cubicBezTo>
                  <a:cubicBezTo>
                    <a:pt x="56875" y="5752"/>
                    <a:pt x="57313" y="3869"/>
                    <a:pt x="56875" y="3263"/>
                  </a:cubicBezTo>
                  <a:cubicBezTo>
                    <a:pt x="56438" y="2691"/>
                    <a:pt x="54553" y="807"/>
                    <a:pt x="54553" y="807"/>
                  </a:cubicBezTo>
                  <a:cubicBezTo>
                    <a:pt x="54553" y="807"/>
                    <a:pt x="53678" y="236"/>
                    <a:pt x="53106" y="67"/>
                  </a:cubicBezTo>
                  <a:cubicBezTo>
                    <a:pt x="52534" y="-67"/>
                    <a:pt x="49034" y="67"/>
                    <a:pt x="49034" y="67"/>
                  </a:cubicBezTo>
                  <a:lnTo>
                    <a:pt x="42976" y="0"/>
                  </a:lnTo>
                  <a:lnTo>
                    <a:pt x="40048" y="2388"/>
                  </a:lnTo>
                  <a:lnTo>
                    <a:pt x="40048" y="4138"/>
                  </a:lnTo>
                  <a:lnTo>
                    <a:pt x="40048" y="5887"/>
                  </a:lnTo>
                  <a:lnTo>
                    <a:pt x="40048" y="7636"/>
                  </a:lnTo>
                  <a:lnTo>
                    <a:pt x="38971" y="9587"/>
                  </a:lnTo>
                  <a:cubicBezTo>
                    <a:pt x="38971" y="9587"/>
                    <a:pt x="38331" y="10126"/>
                    <a:pt x="36144" y="10126"/>
                  </a:cubicBezTo>
                  <a:cubicBezTo>
                    <a:pt x="33956" y="10126"/>
                    <a:pt x="29615" y="10226"/>
                    <a:pt x="27899" y="10226"/>
                  </a:cubicBezTo>
                  <a:cubicBezTo>
                    <a:pt x="26148" y="10226"/>
                    <a:pt x="23557" y="10226"/>
                    <a:pt x="23557" y="10226"/>
                  </a:cubicBezTo>
                  <a:lnTo>
                    <a:pt x="20966" y="9789"/>
                  </a:lnTo>
                  <a:lnTo>
                    <a:pt x="17499" y="10428"/>
                  </a:lnTo>
                  <a:lnTo>
                    <a:pt x="14033" y="12615"/>
                  </a:lnTo>
                  <a:lnTo>
                    <a:pt x="14033" y="12817"/>
                  </a:lnTo>
                  <a:cubicBezTo>
                    <a:pt x="14033" y="12817"/>
                    <a:pt x="14470" y="15205"/>
                    <a:pt x="15110" y="16282"/>
                  </a:cubicBezTo>
                  <a:cubicBezTo>
                    <a:pt x="15749" y="17358"/>
                    <a:pt x="15312" y="17358"/>
                    <a:pt x="15312" y="17358"/>
                  </a:cubicBezTo>
                  <a:lnTo>
                    <a:pt x="17499" y="22370"/>
                  </a:lnTo>
                  <a:lnTo>
                    <a:pt x="17499" y="24994"/>
                  </a:lnTo>
                  <a:lnTo>
                    <a:pt x="18374" y="27383"/>
                  </a:lnTo>
                  <a:lnTo>
                    <a:pt x="18172" y="30646"/>
                  </a:lnTo>
                  <a:lnTo>
                    <a:pt x="17735" y="34346"/>
                  </a:lnTo>
                  <a:lnTo>
                    <a:pt x="16220" y="37374"/>
                  </a:lnTo>
                  <a:lnTo>
                    <a:pt x="14033" y="39762"/>
                  </a:lnTo>
                  <a:lnTo>
                    <a:pt x="14033" y="42352"/>
                  </a:lnTo>
                  <a:cubicBezTo>
                    <a:pt x="14033" y="42352"/>
                    <a:pt x="14908" y="43429"/>
                    <a:pt x="15547" y="43664"/>
                  </a:cubicBezTo>
                  <a:cubicBezTo>
                    <a:pt x="16187" y="43866"/>
                    <a:pt x="22076" y="47802"/>
                    <a:pt x="22076" y="47802"/>
                  </a:cubicBezTo>
                  <a:cubicBezTo>
                    <a:pt x="22076" y="47802"/>
                    <a:pt x="21437" y="50426"/>
                    <a:pt x="21437" y="51502"/>
                  </a:cubicBezTo>
                  <a:cubicBezTo>
                    <a:pt x="21437" y="52579"/>
                    <a:pt x="20798" y="54328"/>
                    <a:pt x="20999" y="55203"/>
                  </a:cubicBezTo>
                  <a:cubicBezTo>
                    <a:pt x="21201" y="56077"/>
                    <a:pt x="15345" y="57154"/>
                    <a:pt x="21437" y="57793"/>
                  </a:cubicBezTo>
                  <a:cubicBezTo>
                    <a:pt x="27528" y="58432"/>
                    <a:pt x="29043" y="58432"/>
                    <a:pt x="30557" y="58432"/>
                  </a:cubicBezTo>
                  <a:cubicBezTo>
                    <a:pt x="32072" y="58432"/>
                    <a:pt x="34259" y="58869"/>
                    <a:pt x="35134" y="58230"/>
                  </a:cubicBezTo>
                  <a:cubicBezTo>
                    <a:pt x="36009" y="57557"/>
                    <a:pt x="40586" y="57793"/>
                    <a:pt x="40586" y="57793"/>
                  </a:cubicBezTo>
                  <a:lnTo>
                    <a:pt x="42538" y="60181"/>
                  </a:lnTo>
                  <a:lnTo>
                    <a:pt x="43851" y="61493"/>
                  </a:lnTo>
                  <a:lnTo>
                    <a:pt x="42774" y="64958"/>
                  </a:lnTo>
                  <a:lnTo>
                    <a:pt x="41461" y="66035"/>
                  </a:lnTo>
                  <a:lnTo>
                    <a:pt x="37557" y="72325"/>
                  </a:lnTo>
                  <a:cubicBezTo>
                    <a:pt x="37557" y="72325"/>
                    <a:pt x="30591" y="77775"/>
                    <a:pt x="30389" y="78414"/>
                  </a:cubicBezTo>
                  <a:cubicBezTo>
                    <a:pt x="30187" y="79053"/>
                    <a:pt x="24533" y="86891"/>
                    <a:pt x="24533" y="86891"/>
                  </a:cubicBezTo>
                  <a:lnTo>
                    <a:pt x="18004" y="91029"/>
                  </a:lnTo>
                  <a:lnTo>
                    <a:pt x="15817" y="94931"/>
                  </a:lnTo>
                  <a:lnTo>
                    <a:pt x="16389" y="97118"/>
                  </a:lnTo>
                  <a:lnTo>
                    <a:pt x="16961" y="99304"/>
                  </a:lnTo>
                  <a:lnTo>
                    <a:pt x="19485" y="101121"/>
                  </a:lnTo>
                  <a:lnTo>
                    <a:pt x="19552" y="102567"/>
                  </a:lnTo>
                  <a:cubicBezTo>
                    <a:pt x="19552" y="102567"/>
                    <a:pt x="19485" y="103947"/>
                    <a:pt x="19418" y="104687"/>
                  </a:cubicBezTo>
                  <a:cubicBezTo>
                    <a:pt x="19350" y="105393"/>
                    <a:pt x="18341" y="107210"/>
                    <a:pt x="18273" y="107445"/>
                  </a:cubicBezTo>
                  <a:cubicBezTo>
                    <a:pt x="18206" y="107681"/>
                    <a:pt x="17769" y="108320"/>
                    <a:pt x="17196" y="109026"/>
                  </a:cubicBezTo>
                  <a:cubicBezTo>
                    <a:pt x="16624" y="109732"/>
                    <a:pt x="15379" y="110170"/>
                    <a:pt x="15312" y="110473"/>
                  </a:cubicBezTo>
                  <a:cubicBezTo>
                    <a:pt x="15244" y="110775"/>
                    <a:pt x="12619" y="111179"/>
                    <a:pt x="12619" y="111179"/>
                  </a:cubicBezTo>
                  <a:cubicBezTo>
                    <a:pt x="12619" y="111179"/>
                    <a:pt x="9792" y="111314"/>
                    <a:pt x="9489" y="111314"/>
                  </a:cubicBezTo>
                  <a:cubicBezTo>
                    <a:pt x="9187" y="111314"/>
                    <a:pt x="6292" y="111179"/>
                    <a:pt x="6023" y="111314"/>
                  </a:cubicBezTo>
                  <a:cubicBezTo>
                    <a:pt x="5720" y="111448"/>
                    <a:pt x="3566" y="111818"/>
                    <a:pt x="3331" y="111953"/>
                  </a:cubicBezTo>
                  <a:cubicBezTo>
                    <a:pt x="3129" y="112087"/>
                    <a:pt x="1513" y="113904"/>
                    <a:pt x="1513" y="113904"/>
                  </a:cubicBezTo>
                  <a:lnTo>
                    <a:pt x="436" y="115418"/>
                  </a:lnTo>
                  <a:cubicBezTo>
                    <a:pt x="436" y="115418"/>
                    <a:pt x="-203" y="116561"/>
                    <a:pt x="66" y="116931"/>
                  </a:cubicBezTo>
                  <a:cubicBezTo>
                    <a:pt x="369" y="117301"/>
                    <a:pt x="1143" y="119757"/>
                    <a:pt x="1143" y="119757"/>
                  </a:cubicBezTo>
                  <a:lnTo>
                    <a:pt x="2960" y="123155"/>
                  </a:lnTo>
                  <a:lnTo>
                    <a:pt x="4273" y="124736"/>
                  </a:lnTo>
                  <a:cubicBezTo>
                    <a:pt x="4273" y="124736"/>
                    <a:pt x="3903" y="126552"/>
                    <a:pt x="3634" y="127057"/>
                  </a:cubicBezTo>
                  <a:cubicBezTo>
                    <a:pt x="3331" y="127561"/>
                    <a:pt x="3129" y="128571"/>
                    <a:pt x="2826" y="129143"/>
                  </a:cubicBezTo>
                  <a:cubicBezTo>
                    <a:pt x="2557" y="129714"/>
                    <a:pt x="1816" y="131161"/>
                    <a:pt x="1816" y="131161"/>
                  </a:cubicBezTo>
                  <a:lnTo>
                    <a:pt x="2018" y="133045"/>
                  </a:lnTo>
                  <a:lnTo>
                    <a:pt x="3095" y="135299"/>
                  </a:lnTo>
                  <a:cubicBezTo>
                    <a:pt x="3095" y="135299"/>
                    <a:pt x="4610" y="136947"/>
                    <a:pt x="4845" y="137384"/>
                  </a:cubicBezTo>
                  <a:cubicBezTo>
                    <a:pt x="5047" y="137821"/>
                    <a:pt x="9759" y="141522"/>
                    <a:pt x="9927" y="141791"/>
                  </a:cubicBezTo>
                  <a:cubicBezTo>
                    <a:pt x="10062" y="142094"/>
                    <a:pt x="11879" y="143238"/>
                    <a:pt x="12014" y="143540"/>
                  </a:cubicBezTo>
                  <a:cubicBezTo>
                    <a:pt x="12148" y="143843"/>
                    <a:pt x="15043" y="146433"/>
                    <a:pt x="15413" y="146736"/>
                  </a:cubicBezTo>
                  <a:cubicBezTo>
                    <a:pt x="15783" y="147039"/>
                    <a:pt x="20562" y="151479"/>
                    <a:pt x="20562" y="151479"/>
                  </a:cubicBezTo>
                  <a:lnTo>
                    <a:pt x="25240" y="156592"/>
                  </a:lnTo>
                  <a:lnTo>
                    <a:pt x="30355" y="161033"/>
                  </a:lnTo>
                  <a:lnTo>
                    <a:pt x="34495" y="165810"/>
                  </a:lnTo>
                  <a:lnTo>
                    <a:pt x="39812" y="169073"/>
                  </a:lnTo>
                  <a:cubicBezTo>
                    <a:pt x="39812" y="169073"/>
                    <a:pt x="43615" y="171898"/>
                    <a:pt x="44490" y="171898"/>
                  </a:cubicBezTo>
                  <a:cubicBezTo>
                    <a:pt x="45365" y="171898"/>
                    <a:pt x="47856" y="173648"/>
                    <a:pt x="47856" y="173648"/>
                  </a:cubicBezTo>
                  <a:lnTo>
                    <a:pt x="48495" y="174522"/>
                  </a:lnTo>
                  <a:lnTo>
                    <a:pt x="50111" y="177113"/>
                  </a:lnTo>
                  <a:cubicBezTo>
                    <a:pt x="50111" y="177113"/>
                    <a:pt x="53375" y="177012"/>
                    <a:pt x="54789" y="177214"/>
                  </a:cubicBezTo>
                  <a:cubicBezTo>
                    <a:pt x="56202" y="177449"/>
                    <a:pt x="60342" y="178189"/>
                    <a:pt x="60644" y="178526"/>
                  </a:cubicBezTo>
                  <a:cubicBezTo>
                    <a:pt x="60981" y="178862"/>
                    <a:pt x="61519" y="179838"/>
                    <a:pt x="61856" y="179938"/>
                  </a:cubicBezTo>
                  <a:cubicBezTo>
                    <a:pt x="62193" y="180039"/>
                    <a:pt x="66534" y="183639"/>
                    <a:pt x="66534" y="183639"/>
                  </a:cubicBezTo>
                  <a:cubicBezTo>
                    <a:pt x="66534" y="183639"/>
                    <a:pt x="68385" y="186128"/>
                    <a:pt x="69799" y="187238"/>
                  </a:cubicBezTo>
                  <a:cubicBezTo>
                    <a:pt x="71212" y="188315"/>
                    <a:pt x="72390" y="189088"/>
                    <a:pt x="72390" y="189088"/>
                  </a:cubicBezTo>
                  <a:cubicBezTo>
                    <a:pt x="72390" y="189088"/>
                    <a:pt x="72827" y="195278"/>
                    <a:pt x="72827" y="195715"/>
                  </a:cubicBezTo>
                  <a:cubicBezTo>
                    <a:pt x="72827" y="196153"/>
                    <a:pt x="73164" y="200593"/>
                    <a:pt x="73265" y="200929"/>
                  </a:cubicBezTo>
                  <a:cubicBezTo>
                    <a:pt x="73366" y="201266"/>
                    <a:pt x="74140" y="206816"/>
                    <a:pt x="74140" y="206816"/>
                  </a:cubicBezTo>
                  <a:lnTo>
                    <a:pt x="77068" y="211694"/>
                  </a:lnTo>
                  <a:lnTo>
                    <a:pt x="77943" y="217144"/>
                  </a:lnTo>
                  <a:cubicBezTo>
                    <a:pt x="77943" y="217144"/>
                    <a:pt x="79794" y="220508"/>
                    <a:pt x="79794" y="220945"/>
                  </a:cubicBezTo>
                  <a:cubicBezTo>
                    <a:pt x="79794" y="221382"/>
                    <a:pt x="84472" y="227034"/>
                    <a:pt x="85111" y="227572"/>
                  </a:cubicBezTo>
                  <a:cubicBezTo>
                    <a:pt x="85751" y="228110"/>
                    <a:pt x="88813" y="231272"/>
                    <a:pt x="88813" y="231272"/>
                  </a:cubicBezTo>
                  <a:cubicBezTo>
                    <a:pt x="88813" y="231272"/>
                    <a:pt x="89352" y="232147"/>
                    <a:pt x="89352" y="232584"/>
                  </a:cubicBezTo>
                  <a:cubicBezTo>
                    <a:pt x="89352" y="233022"/>
                    <a:pt x="89453" y="235948"/>
                    <a:pt x="89453" y="236386"/>
                  </a:cubicBezTo>
                  <a:cubicBezTo>
                    <a:pt x="89453" y="236823"/>
                    <a:pt x="89116" y="238572"/>
                    <a:pt x="88813" y="239312"/>
                  </a:cubicBezTo>
                  <a:cubicBezTo>
                    <a:pt x="88477" y="240086"/>
                    <a:pt x="88275" y="241499"/>
                    <a:pt x="87938" y="242037"/>
                  </a:cubicBezTo>
                  <a:cubicBezTo>
                    <a:pt x="87602" y="242575"/>
                    <a:pt x="87400" y="242374"/>
                    <a:pt x="86626" y="243114"/>
                  </a:cubicBezTo>
                  <a:cubicBezTo>
                    <a:pt x="85852" y="243887"/>
                    <a:pt x="84674" y="243551"/>
                    <a:pt x="84472" y="244190"/>
                  </a:cubicBezTo>
                  <a:cubicBezTo>
                    <a:pt x="84236" y="244829"/>
                    <a:pt x="83698" y="245065"/>
                    <a:pt x="83698" y="245065"/>
                  </a:cubicBezTo>
                  <a:cubicBezTo>
                    <a:pt x="83698" y="245065"/>
                    <a:pt x="84573" y="246713"/>
                    <a:pt x="85111" y="247117"/>
                  </a:cubicBezTo>
                  <a:cubicBezTo>
                    <a:pt x="85650" y="247554"/>
                    <a:pt x="85111" y="247117"/>
                    <a:pt x="85885" y="248092"/>
                  </a:cubicBezTo>
                  <a:cubicBezTo>
                    <a:pt x="86659" y="249068"/>
                    <a:pt x="87736" y="250380"/>
                    <a:pt x="87736" y="250817"/>
                  </a:cubicBezTo>
                  <a:cubicBezTo>
                    <a:pt x="87736" y="251254"/>
                    <a:pt x="88275" y="251456"/>
                    <a:pt x="88376" y="252331"/>
                  </a:cubicBezTo>
                  <a:cubicBezTo>
                    <a:pt x="88477" y="253206"/>
                    <a:pt x="89688" y="254181"/>
                    <a:pt x="89991" y="254618"/>
                  </a:cubicBezTo>
                  <a:cubicBezTo>
                    <a:pt x="90328" y="255056"/>
                    <a:pt x="89116" y="258487"/>
                    <a:pt x="89116" y="258487"/>
                  </a:cubicBezTo>
                  <a:lnTo>
                    <a:pt x="92717" y="260505"/>
                  </a:lnTo>
                  <a:lnTo>
                    <a:pt x="93155" y="260505"/>
                  </a:lnTo>
                  <a:lnTo>
                    <a:pt x="94938" y="263533"/>
                  </a:lnTo>
                  <a:lnTo>
                    <a:pt x="97496" y="265719"/>
                  </a:lnTo>
                  <a:lnTo>
                    <a:pt x="97496" y="266594"/>
                  </a:lnTo>
                  <a:cubicBezTo>
                    <a:pt x="97496" y="266594"/>
                    <a:pt x="97496" y="268882"/>
                    <a:pt x="97496" y="269958"/>
                  </a:cubicBezTo>
                  <a:cubicBezTo>
                    <a:pt x="97496" y="271035"/>
                    <a:pt x="97496" y="273558"/>
                    <a:pt x="97496" y="273558"/>
                  </a:cubicBezTo>
                  <a:cubicBezTo>
                    <a:pt x="97496" y="273558"/>
                    <a:pt x="98809" y="275206"/>
                    <a:pt x="99347" y="276383"/>
                  </a:cubicBezTo>
                  <a:cubicBezTo>
                    <a:pt x="99886" y="277561"/>
                    <a:pt x="101400" y="278671"/>
                    <a:pt x="102511" y="279983"/>
                  </a:cubicBezTo>
                  <a:cubicBezTo>
                    <a:pt x="103588" y="281295"/>
                    <a:pt x="105674" y="284019"/>
                    <a:pt x="105674" y="284019"/>
                  </a:cubicBezTo>
                  <a:cubicBezTo>
                    <a:pt x="105674" y="284019"/>
                    <a:pt x="105439" y="284221"/>
                    <a:pt x="106751" y="285230"/>
                  </a:cubicBezTo>
                  <a:cubicBezTo>
                    <a:pt x="108064" y="286206"/>
                    <a:pt x="109343" y="286307"/>
                    <a:pt x="110117" y="287518"/>
                  </a:cubicBezTo>
                  <a:cubicBezTo>
                    <a:pt x="110891" y="288729"/>
                    <a:pt x="112944" y="290243"/>
                    <a:pt x="114357" y="291858"/>
                  </a:cubicBezTo>
                  <a:cubicBezTo>
                    <a:pt x="115771" y="293506"/>
                    <a:pt x="119473" y="295221"/>
                    <a:pt x="119674" y="295558"/>
                  </a:cubicBezTo>
                  <a:cubicBezTo>
                    <a:pt x="119877" y="295894"/>
                    <a:pt x="122266" y="299595"/>
                    <a:pt x="122266" y="299595"/>
                  </a:cubicBezTo>
                  <a:lnTo>
                    <a:pt x="125968" y="304472"/>
                  </a:lnTo>
                  <a:lnTo>
                    <a:pt x="127045" y="306323"/>
                  </a:lnTo>
                  <a:lnTo>
                    <a:pt x="127045" y="308374"/>
                  </a:lnTo>
                  <a:lnTo>
                    <a:pt x="126708" y="309686"/>
                  </a:lnTo>
                  <a:cubicBezTo>
                    <a:pt x="126708" y="309686"/>
                    <a:pt x="126608" y="310662"/>
                    <a:pt x="126372" y="311099"/>
                  </a:cubicBezTo>
                  <a:cubicBezTo>
                    <a:pt x="126170" y="311537"/>
                    <a:pt x="124184" y="313151"/>
                    <a:pt x="124184" y="313151"/>
                  </a:cubicBezTo>
                  <a:cubicBezTo>
                    <a:pt x="124184" y="313151"/>
                    <a:pt x="123747" y="313151"/>
                    <a:pt x="123208" y="313690"/>
                  </a:cubicBezTo>
                  <a:cubicBezTo>
                    <a:pt x="122670" y="314228"/>
                    <a:pt x="121997" y="314228"/>
                    <a:pt x="121795" y="314564"/>
                  </a:cubicBezTo>
                  <a:cubicBezTo>
                    <a:pt x="121593" y="314901"/>
                    <a:pt x="120381" y="315775"/>
                    <a:pt x="120381" y="315775"/>
                  </a:cubicBezTo>
                  <a:lnTo>
                    <a:pt x="119069" y="317625"/>
                  </a:lnTo>
                  <a:cubicBezTo>
                    <a:pt x="119069" y="317625"/>
                    <a:pt x="117655" y="318164"/>
                    <a:pt x="117319" y="318164"/>
                  </a:cubicBezTo>
                  <a:cubicBezTo>
                    <a:pt x="116982" y="318164"/>
                    <a:pt x="114391" y="317625"/>
                    <a:pt x="114391" y="317625"/>
                  </a:cubicBezTo>
                  <a:cubicBezTo>
                    <a:pt x="114391" y="317625"/>
                    <a:pt x="114189" y="316852"/>
                    <a:pt x="113516" y="316448"/>
                  </a:cubicBezTo>
                  <a:cubicBezTo>
                    <a:pt x="112876" y="316011"/>
                    <a:pt x="112001" y="314934"/>
                    <a:pt x="110924" y="314598"/>
                  </a:cubicBezTo>
                  <a:cubicBezTo>
                    <a:pt x="109847" y="314261"/>
                    <a:pt x="108198" y="312546"/>
                    <a:pt x="108198" y="312546"/>
                  </a:cubicBezTo>
                  <a:cubicBezTo>
                    <a:pt x="108198" y="312546"/>
                    <a:pt x="107121" y="311772"/>
                    <a:pt x="106583" y="311772"/>
                  </a:cubicBezTo>
                  <a:cubicBezTo>
                    <a:pt x="106044" y="311772"/>
                    <a:pt x="103655" y="312008"/>
                    <a:pt x="103655" y="312008"/>
                  </a:cubicBezTo>
                  <a:lnTo>
                    <a:pt x="102578" y="312781"/>
                  </a:lnTo>
                  <a:cubicBezTo>
                    <a:pt x="102578" y="312781"/>
                    <a:pt x="101939" y="313757"/>
                    <a:pt x="101804" y="314093"/>
                  </a:cubicBezTo>
                  <a:cubicBezTo>
                    <a:pt x="101703" y="314430"/>
                    <a:pt x="102241" y="318231"/>
                    <a:pt x="102241" y="318231"/>
                  </a:cubicBezTo>
                  <a:lnTo>
                    <a:pt x="100189" y="321393"/>
                  </a:lnTo>
                  <a:lnTo>
                    <a:pt x="98876" y="324320"/>
                  </a:lnTo>
                  <a:lnTo>
                    <a:pt x="98237" y="328054"/>
                  </a:lnTo>
                  <a:lnTo>
                    <a:pt x="102679" y="331922"/>
                  </a:lnTo>
                  <a:lnTo>
                    <a:pt x="103554" y="331922"/>
                  </a:lnTo>
                  <a:lnTo>
                    <a:pt x="104732" y="332696"/>
                  </a:lnTo>
                  <a:cubicBezTo>
                    <a:pt x="104732" y="332696"/>
                    <a:pt x="107996" y="334445"/>
                    <a:pt x="107996" y="334883"/>
                  </a:cubicBezTo>
                  <a:cubicBezTo>
                    <a:pt x="107996" y="335320"/>
                    <a:pt x="107357" y="333907"/>
                    <a:pt x="107996" y="335320"/>
                  </a:cubicBezTo>
                  <a:cubicBezTo>
                    <a:pt x="108636" y="336733"/>
                    <a:pt x="109477" y="339558"/>
                    <a:pt x="109477" y="339558"/>
                  </a:cubicBezTo>
                  <a:lnTo>
                    <a:pt x="109645" y="341510"/>
                  </a:lnTo>
                  <a:lnTo>
                    <a:pt x="109645" y="343259"/>
                  </a:lnTo>
                  <a:lnTo>
                    <a:pt x="109881" y="345109"/>
                  </a:lnTo>
                  <a:lnTo>
                    <a:pt x="111833" y="347834"/>
                  </a:lnTo>
                  <a:lnTo>
                    <a:pt x="114559" y="348910"/>
                  </a:lnTo>
                  <a:lnTo>
                    <a:pt x="114896" y="352375"/>
                  </a:lnTo>
                  <a:lnTo>
                    <a:pt x="114896" y="355436"/>
                  </a:lnTo>
                  <a:cubicBezTo>
                    <a:pt x="114896" y="355436"/>
                    <a:pt x="114997" y="356513"/>
                    <a:pt x="114896" y="356849"/>
                  </a:cubicBezTo>
                  <a:cubicBezTo>
                    <a:pt x="114795" y="357186"/>
                    <a:pt x="113583" y="358800"/>
                    <a:pt x="113583" y="358800"/>
                  </a:cubicBezTo>
                  <a:lnTo>
                    <a:pt x="112506" y="359877"/>
                  </a:lnTo>
                  <a:lnTo>
                    <a:pt x="112271" y="361929"/>
                  </a:lnTo>
                  <a:lnTo>
                    <a:pt x="112910" y="362904"/>
                  </a:lnTo>
                  <a:cubicBezTo>
                    <a:pt x="112910" y="362904"/>
                    <a:pt x="113785" y="363779"/>
                    <a:pt x="114088" y="363981"/>
                  </a:cubicBezTo>
                  <a:cubicBezTo>
                    <a:pt x="114424" y="364216"/>
                    <a:pt x="117554" y="366268"/>
                    <a:pt x="117689" y="366605"/>
                  </a:cubicBezTo>
                  <a:cubicBezTo>
                    <a:pt x="117790" y="366941"/>
                    <a:pt x="120079" y="368119"/>
                    <a:pt x="120079" y="368119"/>
                  </a:cubicBezTo>
                  <a:lnTo>
                    <a:pt x="121593" y="370507"/>
                  </a:lnTo>
                  <a:lnTo>
                    <a:pt x="122569" y="372693"/>
                  </a:lnTo>
                  <a:lnTo>
                    <a:pt x="124420" y="374443"/>
                  </a:lnTo>
                  <a:lnTo>
                    <a:pt x="127583" y="377369"/>
                  </a:lnTo>
                  <a:lnTo>
                    <a:pt x="127920" y="381272"/>
                  </a:lnTo>
                  <a:cubicBezTo>
                    <a:pt x="127920" y="381272"/>
                    <a:pt x="127920" y="382584"/>
                    <a:pt x="127482" y="383223"/>
                  </a:cubicBezTo>
                  <a:cubicBezTo>
                    <a:pt x="127045" y="383862"/>
                    <a:pt x="126506" y="385073"/>
                    <a:pt x="126170" y="385712"/>
                  </a:cubicBezTo>
                  <a:cubicBezTo>
                    <a:pt x="125833" y="386351"/>
                    <a:pt x="125968" y="387125"/>
                    <a:pt x="125194" y="387461"/>
                  </a:cubicBezTo>
                  <a:cubicBezTo>
                    <a:pt x="124420" y="387798"/>
                    <a:pt x="123040" y="388437"/>
                    <a:pt x="123040" y="388437"/>
                  </a:cubicBezTo>
                  <a:cubicBezTo>
                    <a:pt x="123040" y="388437"/>
                    <a:pt x="122603" y="388773"/>
                    <a:pt x="122064" y="388975"/>
                  </a:cubicBezTo>
                  <a:cubicBezTo>
                    <a:pt x="121526" y="389177"/>
                    <a:pt x="121088" y="389311"/>
                    <a:pt x="120550" y="389951"/>
                  </a:cubicBezTo>
                  <a:cubicBezTo>
                    <a:pt x="120011" y="390590"/>
                    <a:pt x="119574" y="391027"/>
                    <a:pt x="119910" y="392003"/>
                  </a:cubicBezTo>
                  <a:cubicBezTo>
                    <a:pt x="120247" y="392978"/>
                    <a:pt x="120550" y="393416"/>
                    <a:pt x="121526" y="394627"/>
                  </a:cubicBezTo>
                  <a:cubicBezTo>
                    <a:pt x="122502" y="395804"/>
                    <a:pt x="124016" y="396914"/>
                    <a:pt x="124016" y="396914"/>
                  </a:cubicBezTo>
                  <a:cubicBezTo>
                    <a:pt x="124016" y="396914"/>
                    <a:pt x="124218" y="399841"/>
                    <a:pt x="124218" y="400278"/>
                  </a:cubicBezTo>
                  <a:cubicBezTo>
                    <a:pt x="124218" y="400715"/>
                    <a:pt x="124117" y="403306"/>
                    <a:pt x="124117" y="403743"/>
                  </a:cubicBezTo>
                  <a:cubicBezTo>
                    <a:pt x="124117" y="404180"/>
                    <a:pt x="123242" y="406905"/>
                    <a:pt x="123242" y="406905"/>
                  </a:cubicBezTo>
                  <a:lnTo>
                    <a:pt x="122805" y="411346"/>
                  </a:lnTo>
                  <a:lnTo>
                    <a:pt x="126170" y="415584"/>
                  </a:lnTo>
                  <a:cubicBezTo>
                    <a:pt x="126170" y="415584"/>
                    <a:pt x="125968" y="417434"/>
                    <a:pt x="125833" y="417871"/>
                  </a:cubicBezTo>
                  <a:cubicBezTo>
                    <a:pt x="125732" y="418309"/>
                    <a:pt x="125396" y="422547"/>
                    <a:pt x="125396" y="422547"/>
                  </a:cubicBezTo>
                  <a:cubicBezTo>
                    <a:pt x="125396" y="422547"/>
                    <a:pt x="125598" y="425811"/>
                    <a:pt x="125396" y="426450"/>
                  </a:cubicBezTo>
                  <a:cubicBezTo>
                    <a:pt x="125160" y="427089"/>
                    <a:pt x="125396" y="428502"/>
                    <a:pt x="124420" y="429175"/>
                  </a:cubicBezTo>
                  <a:cubicBezTo>
                    <a:pt x="123444" y="429814"/>
                    <a:pt x="123242" y="430385"/>
                    <a:pt x="122905" y="431025"/>
                  </a:cubicBezTo>
                  <a:cubicBezTo>
                    <a:pt x="122569" y="431664"/>
                    <a:pt x="121828" y="433514"/>
                    <a:pt x="121828" y="434187"/>
                  </a:cubicBezTo>
                  <a:cubicBezTo>
                    <a:pt x="121828" y="434826"/>
                    <a:pt x="121828" y="437113"/>
                    <a:pt x="121828" y="437113"/>
                  </a:cubicBezTo>
                  <a:cubicBezTo>
                    <a:pt x="121828" y="437113"/>
                    <a:pt x="122703" y="442126"/>
                    <a:pt x="122703" y="442866"/>
                  </a:cubicBezTo>
                  <a:cubicBezTo>
                    <a:pt x="122703" y="443640"/>
                    <a:pt x="123780" y="445893"/>
                    <a:pt x="123780" y="447205"/>
                  </a:cubicBezTo>
                  <a:cubicBezTo>
                    <a:pt x="123780" y="448517"/>
                    <a:pt x="126170" y="454471"/>
                    <a:pt x="126372" y="455144"/>
                  </a:cubicBezTo>
                  <a:cubicBezTo>
                    <a:pt x="126608" y="455783"/>
                    <a:pt x="127247" y="460156"/>
                    <a:pt x="127247" y="460156"/>
                  </a:cubicBezTo>
                  <a:lnTo>
                    <a:pt x="128122" y="468398"/>
                  </a:lnTo>
                  <a:lnTo>
                    <a:pt x="128357" y="480778"/>
                  </a:lnTo>
                  <a:lnTo>
                    <a:pt x="124656" y="486631"/>
                  </a:lnTo>
                  <a:lnTo>
                    <a:pt x="121828" y="491206"/>
                  </a:lnTo>
                  <a:lnTo>
                    <a:pt x="120079" y="495781"/>
                  </a:lnTo>
                  <a:cubicBezTo>
                    <a:pt x="120079" y="495781"/>
                    <a:pt x="118564" y="497732"/>
                    <a:pt x="117891" y="498405"/>
                  </a:cubicBezTo>
                  <a:cubicBezTo>
                    <a:pt x="117251" y="499044"/>
                    <a:pt x="117992" y="497968"/>
                    <a:pt x="116915" y="499044"/>
                  </a:cubicBezTo>
                  <a:cubicBezTo>
                    <a:pt x="115838" y="500120"/>
                    <a:pt x="114828" y="501399"/>
                    <a:pt x="114828" y="501399"/>
                  </a:cubicBezTo>
                  <a:lnTo>
                    <a:pt x="114828" y="504864"/>
                  </a:lnTo>
                  <a:lnTo>
                    <a:pt x="115703" y="510952"/>
                  </a:lnTo>
                  <a:lnTo>
                    <a:pt x="116141" y="513240"/>
                  </a:lnTo>
                  <a:lnTo>
                    <a:pt x="118530" y="516167"/>
                  </a:lnTo>
                  <a:lnTo>
                    <a:pt x="120920" y="516167"/>
                  </a:lnTo>
                  <a:cubicBezTo>
                    <a:pt x="120920" y="516167"/>
                    <a:pt x="121795" y="518118"/>
                    <a:pt x="121997" y="519194"/>
                  </a:cubicBezTo>
                  <a:cubicBezTo>
                    <a:pt x="122199" y="520271"/>
                    <a:pt x="122434" y="523096"/>
                    <a:pt x="122199" y="523971"/>
                  </a:cubicBezTo>
                  <a:cubicBezTo>
                    <a:pt x="121997" y="524846"/>
                    <a:pt x="121997" y="529185"/>
                    <a:pt x="121997" y="529185"/>
                  </a:cubicBezTo>
                  <a:lnTo>
                    <a:pt x="122636" y="532011"/>
                  </a:lnTo>
                  <a:cubicBezTo>
                    <a:pt x="122636" y="532011"/>
                    <a:pt x="122838" y="538739"/>
                    <a:pt x="122838" y="539613"/>
                  </a:cubicBezTo>
                  <a:cubicBezTo>
                    <a:pt x="122838" y="540488"/>
                    <a:pt x="123713" y="545467"/>
                    <a:pt x="123713" y="545467"/>
                  </a:cubicBezTo>
                  <a:lnTo>
                    <a:pt x="122838" y="549806"/>
                  </a:lnTo>
                  <a:lnTo>
                    <a:pt x="124353" y="554583"/>
                  </a:lnTo>
                  <a:lnTo>
                    <a:pt x="123377" y="557846"/>
                  </a:lnTo>
                  <a:cubicBezTo>
                    <a:pt x="123814" y="557846"/>
                    <a:pt x="126978" y="562085"/>
                    <a:pt x="126978" y="562085"/>
                  </a:cubicBezTo>
                  <a:lnTo>
                    <a:pt x="127314" y="565785"/>
                  </a:lnTo>
                  <a:lnTo>
                    <a:pt x="127954" y="575339"/>
                  </a:lnTo>
                  <a:lnTo>
                    <a:pt x="127516" y="577963"/>
                  </a:lnTo>
                  <a:lnTo>
                    <a:pt x="126641" y="580990"/>
                  </a:lnTo>
                  <a:lnTo>
                    <a:pt x="125127" y="587718"/>
                  </a:lnTo>
                  <a:lnTo>
                    <a:pt x="122535" y="593470"/>
                  </a:lnTo>
                  <a:lnTo>
                    <a:pt x="120415" y="600198"/>
                  </a:lnTo>
                  <a:lnTo>
                    <a:pt x="118295" y="603798"/>
                  </a:lnTo>
                  <a:lnTo>
                    <a:pt x="118295" y="607397"/>
                  </a:lnTo>
                  <a:lnTo>
                    <a:pt x="119170" y="611535"/>
                  </a:lnTo>
                  <a:lnTo>
                    <a:pt x="119506" y="615336"/>
                  </a:lnTo>
                  <a:lnTo>
                    <a:pt x="120045" y="618599"/>
                  </a:lnTo>
                  <a:lnTo>
                    <a:pt x="120045" y="626538"/>
                  </a:lnTo>
                  <a:lnTo>
                    <a:pt x="120381" y="629263"/>
                  </a:lnTo>
                  <a:lnTo>
                    <a:pt x="119304" y="633165"/>
                  </a:lnTo>
                  <a:lnTo>
                    <a:pt x="118766" y="635991"/>
                  </a:lnTo>
                  <a:lnTo>
                    <a:pt x="118429" y="641642"/>
                  </a:lnTo>
                  <a:lnTo>
                    <a:pt x="119304" y="646083"/>
                  </a:lnTo>
                  <a:lnTo>
                    <a:pt x="120819" y="654997"/>
                  </a:lnTo>
                  <a:lnTo>
                    <a:pt x="125833" y="662062"/>
                  </a:lnTo>
                  <a:lnTo>
                    <a:pt x="129636" y="666502"/>
                  </a:lnTo>
                  <a:lnTo>
                    <a:pt x="134516" y="672894"/>
                  </a:lnTo>
                  <a:cubicBezTo>
                    <a:pt x="134516" y="672894"/>
                    <a:pt x="140507" y="672995"/>
                    <a:pt x="140608" y="672557"/>
                  </a:cubicBezTo>
                  <a:cubicBezTo>
                    <a:pt x="140709" y="672120"/>
                    <a:pt x="141819" y="668319"/>
                    <a:pt x="141819" y="667881"/>
                  </a:cubicBezTo>
                  <a:cubicBezTo>
                    <a:pt x="141819" y="667444"/>
                    <a:pt x="142694" y="661053"/>
                    <a:pt x="142694" y="659942"/>
                  </a:cubicBezTo>
                  <a:cubicBezTo>
                    <a:pt x="142694" y="658866"/>
                    <a:pt x="142694" y="656040"/>
                    <a:pt x="142694" y="656040"/>
                  </a:cubicBezTo>
                  <a:cubicBezTo>
                    <a:pt x="142694" y="656040"/>
                    <a:pt x="140944" y="651028"/>
                    <a:pt x="140944" y="649951"/>
                  </a:cubicBezTo>
                  <a:cubicBezTo>
                    <a:pt x="140944" y="648875"/>
                    <a:pt x="140944" y="647361"/>
                    <a:pt x="140944" y="647361"/>
                  </a:cubicBezTo>
                  <a:cubicBezTo>
                    <a:pt x="140944" y="647361"/>
                    <a:pt x="141584" y="643997"/>
                    <a:pt x="141718" y="643123"/>
                  </a:cubicBezTo>
                  <a:cubicBezTo>
                    <a:pt x="141819" y="642248"/>
                    <a:pt x="142257" y="641272"/>
                    <a:pt x="142257" y="640936"/>
                  </a:cubicBezTo>
                  <a:cubicBezTo>
                    <a:pt x="142257" y="640600"/>
                    <a:pt x="142896" y="639523"/>
                    <a:pt x="143132" y="639086"/>
                  </a:cubicBezTo>
                  <a:cubicBezTo>
                    <a:pt x="143334" y="638648"/>
                    <a:pt x="145084" y="637673"/>
                    <a:pt x="145622" y="637471"/>
                  </a:cubicBezTo>
                  <a:cubicBezTo>
                    <a:pt x="146161" y="637236"/>
                    <a:pt x="147911" y="637807"/>
                    <a:pt x="149762" y="637236"/>
                  </a:cubicBezTo>
                  <a:cubicBezTo>
                    <a:pt x="151613" y="636697"/>
                    <a:pt x="152791" y="636462"/>
                    <a:pt x="153127" y="636361"/>
                  </a:cubicBezTo>
                  <a:cubicBezTo>
                    <a:pt x="153464" y="636260"/>
                    <a:pt x="153228" y="636361"/>
                    <a:pt x="154541" y="635486"/>
                  </a:cubicBezTo>
                  <a:cubicBezTo>
                    <a:pt x="155853" y="634612"/>
                    <a:pt x="156829" y="633199"/>
                    <a:pt x="157132" y="632862"/>
                  </a:cubicBezTo>
                  <a:cubicBezTo>
                    <a:pt x="157469" y="632526"/>
                    <a:pt x="159421" y="630474"/>
                    <a:pt x="159858" y="629936"/>
                  </a:cubicBezTo>
                  <a:cubicBezTo>
                    <a:pt x="160296" y="629397"/>
                    <a:pt x="161474" y="627447"/>
                    <a:pt x="161474" y="627447"/>
                  </a:cubicBezTo>
                  <a:cubicBezTo>
                    <a:pt x="161474" y="627447"/>
                    <a:pt x="163863" y="624284"/>
                    <a:pt x="164200" y="623746"/>
                  </a:cubicBezTo>
                  <a:cubicBezTo>
                    <a:pt x="164536" y="623208"/>
                    <a:pt x="165714" y="619507"/>
                    <a:pt x="165714" y="619507"/>
                  </a:cubicBezTo>
                  <a:cubicBezTo>
                    <a:pt x="165714" y="619507"/>
                    <a:pt x="166488" y="617994"/>
                    <a:pt x="167228" y="617893"/>
                  </a:cubicBezTo>
                  <a:cubicBezTo>
                    <a:pt x="168003" y="617792"/>
                    <a:pt x="170594" y="614731"/>
                    <a:pt x="170594" y="614731"/>
                  </a:cubicBezTo>
                  <a:lnTo>
                    <a:pt x="170931" y="611131"/>
                  </a:lnTo>
                  <a:cubicBezTo>
                    <a:pt x="170931" y="611131"/>
                    <a:pt x="171469" y="610055"/>
                    <a:pt x="171806" y="609718"/>
                  </a:cubicBezTo>
                  <a:cubicBezTo>
                    <a:pt x="172142" y="609382"/>
                    <a:pt x="173421" y="607330"/>
                    <a:pt x="173421" y="607330"/>
                  </a:cubicBezTo>
                  <a:cubicBezTo>
                    <a:pt x="173421" y="607330"/>
                    <a:pt x="174060" y="606354"/>
                    <a:pt x="174397" y="606253"/>
                  </a:cubicBezTo>
                  <a:cubicBezTo>
                    <a:pt x="174734" y="606153"/>
                    <a:pt x="175474" y="605480"/>
                    <a:pt x="176349" y="605480"/>
                  </a:cubicBezTo>
                  <a:cubicBezTo>
                    <a:pt x="177224" y="605480"/>
                    <a:pt x="180152" y="605042"/>
                    <a:pt x="180152" y="605042"/>
                  </a:cubicBezTo>
                  <a:cubicBezTo>
                    <a:pt x="180152" y="605042"/>
                    <a:pt x="181767" y="605244"/>
                    <a:pt x="182104" y="605244"/>
                  </a:cubicBezTo>
                  <a:cubicBezTo>
                    <a:pt x="182440" y="605244"/>
                    <a:pt x="184056" y="607969"/>
                    <a:pt x="184056" y="607969"/>
                  </a:cubicBezTo>
                  <a:cubicBezTo>
                    <a:pt x="184056" y="607969"/>
                    <a:pt x="183618" y="608743"/>
                    <a:pt x="183181" y="609382"/>
                  </a:cubicBezTo>
                  <a:cubicBezTo>
                    <a:pt x="182743" y="610021"/>
                    <a:pt x="181969" y="611770"/>
                    <a:pt x="181969" y="611770"/>
                  </a:cubicBezTo>
                  <a:cubicBezTo>
                    <a:pt x="181969" y="611770"/>
                    <a:pt x="181330" y="613856"/>
                    <a:pt x="181330" y="614495"/>
                  </a:cubicBezTo>
                  <a:cubicBezTo>
                    <a:pt x="181330" y="615134"/>
                    <a:pt x="181767" y="618532"/>
                    <a:pt x="181767" y="618532"/>
                  </a:cubicBezTo>
                  <a:cubicBezTo>
                    <a:pt x="181767" y="618532"/>
                    <a:pt x="182306" y="620483"/>
                    <a:pt x="182743" y="621156"/>
                  </a:cubicBezTo>
                  <a:cubicBezTo>
                    <a:pt x="183181" y="621795"/>
                    <a:pt x="183820" y="623746"/>
                    <a:pt x="184359" y="624520"/>
                  </a:cubicBezTo>
                  <a:cubicBezTo>
                    <a:pt x="184897" y="625294"/>
                    <a:pt x="187623" y="627682"/>
                    <a:pt x="187623" y="627682"/>
                  </a:cubicBezTo>
                  <a:lnTo>
                    <a:pt x="189575" y="631382"/>
                  </a:lnTo>
                  <a:cubicBezTo>
                    <a:pt x="189575" y="631382"/>
                    <a:pt x="192941" y="634309"/>
                    <a:pt x="193378" y="634309"/>
                  </a:cubicBezTo>
                  <a:cubicBezTo>
                    <a:pt x="193816" y="634309"/>
                    <a:pt x="198696" y="633973"/>
                    <a:pt x="198696" y="633973"/>
                  </a:cubicBezTo>
                  <a:lnTo>
                    <a:pt x="200648" y="636563"/>
                  </a:lnTo>
                  <a:lnTo>
                    <a:pt x="201825" y="640902"/>
                  </a:lnTo>
                  <a:lnTo>
                    <a:pt x="204989" y="648942"/>
                  </a:lnTo>
                  <a:lnTo>
                    <a:pt x="208893" y="655569"/>
                  </a:lnTo>
                  <a:lnTo>
                    <a:pt x="208994" y="658630"/>
                  </a:lnTo>
                  <a:lnTo>
                    <a:pt x="210205" y="662432"/>
                  </a:lnTo>
                  <a:lnTo>
                    <a:pt x="213234" y="666435"/>
                  </a:lnTo>
                  <a:cubicBezTo>
                    <a:pt x="213234" y="666435"/>
                    <a:pt x="214883" y="667511"/>
                    <a:pt x="215287" y="667511"/>
                  </a:cubicBezTo>
                  <a:cubicBezTo>
                    <a:pt x="215725" y="667511"/>
                    <a:pt x="218215" y="669563"/>
                    <a:pt x="218215" y="669563"/>
                  </a:cubicBezTo>
                  <a:cubicBezTo>
                    <a:pt x="218215" y="669563"/>
                    <a:pt x="218552" y="670774"/>
                    <a:pt x="218855" y="671178"/>
                  </a:cubicBezTo>
                  <a:cubicBezTo>
                    <a:pt x="219191" y="671615"/>
                    <a:pt x="219191" y="672793"/>
                    <a:pt x="219191" y="673264"/>
                  </a:cubicBezTo>
                  <a:cubicBezTo>
                    <a:pt x="219191" y="673701"/>
                    <a:pt x="219090" y="676628"/>
                    <a:pt x="218855" y="677065"/>
                  </a:cubicBezTo>
                  <a:cubicBezTo>
                    <a:pt x="218619" y="677502"/>
                    <a:pt x="218518" y="678579"/>
                    <a:pt x="218081" y="679117"/>
                  </a:cubicBezTo>
                  <a:cubicBezTo>
                    <a:pt x="217643" y="679655"/>
                    <a:pt x="216667" y="681606"/>
                    <a:pt x="215893" y="681943"/>
                  </a:cubicBezTo>
                  <a:cubicBezTo>
                    <a:pt x="215119" y="682279"/>
                    <a:pt x="214682" y="682582"/>
                    <a:pt x="214379" y="682716"/>
                  </a:cubicBezTo>
                  <a:cubicBezTo>
                    <a:pt x="214042" y="682817"/>
                    <a:pt x="216129" y="682817"/>
                    <a:pt x="211787" y="683356"/>
                  </a:cubicBezTo>
                  <a:cubicBezTo>
                    <a:pt x="207446" y="683894"/>
                    <a:pt x="206234" y="684331"/>
                    <a:pt x="206234" y="684331"/>
                  </a:cubicBezTo>
                  <a:cubicBezTo>
                    <a:pt x="206234" y="684331"/>
                    <a:pt x="204821" y="684768"/>
                    <a:pt x="204383" y="684768"/>
                  </a:cubicBezTo>
                  <a:cubicBezTo>
                    <a:pt x="203946" y="684768"/>
                    <a:pt x="202633" y="685307"/>
                    <a:pt x="202532" y="685643"/>
                  </a:cubicBezTo>
                  <a:cubicBezTo>
                    <a:pt x="202431" y="685979"/>
                    <a:pt x="202431" y="688132"/>
                    <a:pt x="202532" y="688570"/>
                  </a:cubicBezTo>
                  <a:cubicBezTo>
                    <a:pt x="202633" y="689007"/>
                    <a:pt x="203172" y="691059"/>
                    <a:pt x="204047" y="692606"/>
                  </a:cubicBezTo>
                  <a:cubicBezTo>
                    <a:pt x="204922" y="694120"/>
                    <a:pt x="204821" y="696408"/>
                    <a:pt x="205124" y="696509"/>
                  </a:cubicBezTo>
                  <a:cubicBezTo>
                    <a:pt x="205460" y="696610"/>
                    <a:pt x="206874" y="700310"/>
                    <a:pt x="207311" y="700646"/>
                  </a:cubicBezTo>
                  <a:cubicBezTo>
                    <a:pt x="207749" y="700983"/>
                    <a:pt x="209263" y="703472"/>
                    <a:pt x="210138" y="703573"/>
                  </a:cubicBezTo>
                  <a:cubicBezTo>
                    <a:pt x="211013" y="703674"/>
                    <a:pt x="212965" y="708350"/>
                    <a:pt x="212965" y="708350"/>
                  </a:cubicBezTo>
                  <a:lnTo>
                    <a:pt x="214816" y="712689"/>
                  </a:lnTo>
                  <a:lnTo>
                    <a:pt x="217408" y="717466"/>
                  </a:lnTo>
                  <a:lnTo>
                    <a:pt x="221749" y="723454"/>
                  </a:lnTo>
                  <a:lnTo>
                    <a:pt x="226326" y="726482"/>
                  </a:lnTo>
                  <a:lnTo>
                    <a:pt x="232417" y="727121"/>
                  </a:lnTo>
                  <a:cubicBezTo>
                    <a:pt x="232417" y="727121"/>
                    <a:pt x="235682" y="726482"/>
                    <a:pt x="236321" y="726145"/>
                  </a:cubicBezTo>
                  <a:cubicBezTo>
                    <a:pt x="236961" y="725809"/>
                    <a:pt x="239788" y="722243"/>
                    <a:pt x="240124" y="721806"/>
                  </a:cubicBezTo>
                  <a:cubicBezTo>
                    <a:pt x="240461" y="721368"/>
                    <a:pt x="241639" y="719518"/>
                    <a:pt x="241874" y="719215"/>
                  </a:cubicBezTo>
                  <a:cubicBezTo>
                    <a:pt x="242076" y="718879"/>
                    <a:pt x="243187" y="718576"/>
                    <a:pt x="243187" y="718576"/>
                  </a:cubicBezTo>
                  <a:lnTo>
                    <a:pt x="245576" y="718778"/>
                  </a:lnTo>
                  <a:lnTo>
                    <a:pt x="246216" y="720628"/>
                  </a:lnTo>
                  <a:lnTo>
                    <a:pt x="250019" y="722916"/>
                  </a:lnTo>
                  <a:lnTo>
                    <a:pt x="254259" y="724362"/>
                  </a:lnTo>
                  <a:lnTo>
                    <a:pt x="257154" y="719888"/>
                  </a:lnTo>
                  <a:lnTo>
                    <a:pt x="258298" y="719316"/>
                  </a:lnTo>
                  <a:lnTo>
                    <a:pt x="261495" y="718307"/>
                  </a:lnTo>
                  <a:lnTo>
                    <a:pt x="263817" y="719182"/>
                  </a:lnTo>
                  <a:lnTo>
                    <a:pt x="267014" y="722209"/>
                  </a:lnTo>
                  <a:lnTo>
                    <a:pt x="267452" y="727289"/>
                  </a:lnTo>
                  <a:lnTo>
                    <a:pt x="269337" y="733815"/>
                  </a:lnTo>
                  <a:lnTo>
                    <a:pt x="271524" y="739904"/>
                  </a:lnTo>
                  <a:lnTo>
                    <a:pt x="274553" y="744546"/>
                  </a:lnTo>
                  <a:lnTo>
                    <a:pt x="279029" y="751072"/>
                  </a:lnTo>
                  <a:lnTo>
                    <a:pt x="279904" y="753965"/>
                  </a:lnTo>
                  <a:lnTo>
                    <a:pt x="279904" y="760323"/>
                  </a:lnTo>
                  <a:lnTo>
                    <a:pt x="280644" y="766546"/>
                  </a:lnTo>
                  <a:lnTo>
                    <a:pt x="280342" y="770449"/>
                  </a:lnTo>
                  <a:cubicBezTo>
                    <a:pt x="280342" y="770449"/>
                    <a:pt x="284414" y="775091"/>
                    <a:pt x="285121" y="775091"/>
                  </a:cubicBezTo>
                  <a:cubicBezTo>
                    <a:pt x="285861" y="775091"/>
                    <a:pt x="287712" y="775091"/>
                    <a:pt x="287712" y="775091"/>
                  </a:cubicBezTo>
                  <a:lnTo>
                    <a:pt x="292356" y="774788"/>
                  </a:lnTo>
                  <a:lnTo>
                    <a:pt x="293803" y="780440"/>
                  </a:lnTo>
                  <a:cubicBezTo>
                    <a:pt x="293803" y="780440"/>
                    <a:pt x="294106" y="785351"/>
                    <a:pt x="294376" y="785956"/>
                  </a:cubicBezTo>
                  <a:cubicBezTo>
                    <a:pt x="294678" y="786528"/>
                    <a:pt x="297001" y="797831"/>
                    <a:pt x="297001" y="797831"/>
                  </a:cubicBezTo>
                  <a:lnTo>
                    <a:pt x="298448" y="801161"/>
                  </a:lnTo>
                  <a:lnTo>
                    <a:pt x="300635" y="804492"/>
                  </a:lnTo>
                  <a:lnTo>
                    <a:pt x="306424" y="806948"/>
                  </a:lnTo>
                  <a:lnTo>
                    <a:pt x="306491" y="809134"/>
                  </a:lnTo>
                  <a:lnTo>
                    <a:pt x="305986" y="815088"/>
                  </a:lnTo>
                  <a:lnTo>
                    <a:pt x="305986" y="817679"/>
                  </a:lnTo>
                  <a:lnTo>
                    <a:pt x="306727" y="819697"/>
                  </a:lnTo>
                  <a:lnTo>
                    <a:pt x="309116" y="825651"/>
                  </a:lnTo>
                  <a:lnTo>
                    <a:pt x="311506" y="830428"/>
                  </a:lnTo>
                  <a:lnTo>
                    <a:pt x="314131" y="834330"/>
                  </a:lnTo>
                  <a:lnTo>
                    <a:pt x="319919" y="836517"/>
                  </a:lnTo>
                  <a:lnTo>
                    <a:pt x="322679" y="837391"/>
                  </a:lnTo>
                  <a:lnTo>
                    <a:pt x="325001" y="838569"/>
                  </a:lnTo>
                  <a:lnTo>
                    <a:pt x="328198" y="842908"/>
                  </a:lnTo>
                  <a:lnTo>
                    <a:pt x="329073" y="849132"/>
                  </a:lnTo>
                  <a:lnTo>
                    <a:pt x="328939" y="850713"/>
                  </a:lnTo>
                  <a:lnTo>
                    <a:pt x="328501" y="854178"/>
                  </a:lnTo>
                  <a:lnTo>
                    <a:pt x="327626" y="856499"/>
                  </a:lnTo>
                  <a:lnTo>
                    <a:pt x="328064" y="858955"/>
                  </a:lnTo>
                  <a:cubicBezTo>
                    <a:pt x="328064" y="858955"/>
                    <a:pt x="329814" y="859695"/>
                    <a:pt x="331530" y="859695"/>
                  </a:cubicBezTo>
                  <a:cubicBezTo>
                    <a:pt x="333280" y="859695"/>
                    <a:pt x="338934" y="855490"/>
                    <a:pt x="338934" y="855490"/>
                  </a:cubicBezTo>
                  <a:lnTo>
                    <a:pt x="340819" y="855927"/>
                  </a:lnTo>
                  <a:lnTo>
                    <a:pt x="338362" y="863328"/>
                  </a:lnTo>
                  <a:lnTo>
                    <a:pt x="337050" y="865783"/>
                  </a:lnTo>
                  <a:lnTo>
                    <a:pt x="334727" y="868104"/>
                  </a:lnTo>
                  <a:cubicBezTo>
                    <a:pt x="334727" y="868104"/>
                    <a:pt x="331833" y="870291"/>
                    <a:pt x="330958" y="870291"/>
                  </a:cubicBezTo>
                  <a:cubicBezTo>
                    <a:pt x="330083" y="870291"/>
                    <a:pt x="327761" y="870863"/>
                    <a:pt x="326919" y="871300"/>
                  </a:cubicBezTo>
                  <a:cubicBezTo>
                    <a:pt x="326044" y="871738"/>
                    <a:pt x="324732" y="873319"/>
                    <a:pt x="324732" y="873319"/>
                  </a:cubicBezTo>
                  <a:cubicBezTo>
                    <a:pt x="324732" y="873319"/>
                    <a:pt x="324597" y="876346"/>
                    <a:pt x="324867" y="876952"/>
                  </a:cubicBezTo>
                  <a:cubicBezTo>
                    <a:pt x="325170" y="877523"/>
                    <a:pt x="326617" y="881728"/>
                    <a:pt x="326617" y="881728"/>
                  </a:cubicBezTo>
                  <a:lnTo>
                    <a:pt x="333011" y="885799"/>
                  </a:lnTo>
                  <a:lnTo>
                    <a:pt x="339977" y="888995"/>
                  </a:lnTo>
                  <a:lnTo>
                    <a:pt x="343309" y="892190"/>
                  </a:lnTo>
                  <a:lnTo>
                    <a:pt x="344184" y="894209"/>
                  </a:lnTo>
                  <a:lnTo>
                    <a:pt x="347382" y="898986"/>
                  </a:lnTo>
                  <a:lnTo>
                    <a:pt x="351285" y="905512"/>
                  </a:lnTo>
                  <a:lnTo>
                    <a:pt x="349401" y="908707"/>
                  </a:lnTo>
                  <a:lnTo>
                    <a:pt x="343040" y="910019"/>
                  </a:lnTo>
                  <a:lnTo>
                    <a:pt x="339843" y="910154"/>
                  </a:lnTo>
                  <a:lnTo>
                    <a:pt x="338833" y="915671"/>
                  </a:lnTo>
                  <a:lnTo>
                    <a:pt x="340146" y="920582"/>
                  </a:lnTo>
                  <a:cubicBezTo>
                    <a:pt x="340146" y="920582"/>
                    <a:pt x="344353" y="922903"/>
                    <a:pt x="345228" y="922903"/>
                  </a:cubicBezTo>
                  <a:cubicBezTo>
                    <a:pt x="346103" y="922903"/>
                    <a:pt x="350444" y="922903"/>
                    <a:pt x="350444" y="922903"/>
                  </a:cubicBezTo>
                  <a:cubicBezTo>
                    <a:pt x="350444" y="922903"/>
                    <a:pt x="352194" y="920885"/>
                    <a:pt x="353069" y="920448"/>
                  </a:cubicBezTo>
                  <a:cubicBezTo>
                    <a:pt x="353944" y="920010"/>
                    <a:pt x="355526" y="918698"/>
                    <a:pt x="355526" y="918698"/>
                  </a:cubicBezTo>
                  <a:lnTo>
                    <a:pt x="357545" y="917252"/>
                  </a:lnTo>
                  <a:lnTo>
                    <a:pt x="358992" y="919876"/>
                  </a:lnTo>
                  <a:lnTo>
                    <a:pt x="359564" y="924955"/>
                  </a:lnTo>
                  <a:lnTo>
                    <a:pt x="361012" y="929867"/>
                  </a:lnTo>
                  <a:lnTo>
                    <a:pt x="364041" y="932188"/>
                  </a:lnTo>
                  <a:lnTo>
                    <a:pt x="365185" y="934375"/>
                  </a:lnTo>
                  <a:lnTo>
                    <a:pt x="365185" y="939454"/>
                  </a:lnTo>
                  <a:lnTo>
                    <a:pt x="365488" y="942784"/>
                  </a:lnTo>
                  <a:lnTo>
                    <a:pt x="365925" y="946989"/>
                  </a:lnTo>
                  <a:cubicBezTo>
                    <a:pt x="365925" y="946989"/>
                    <a:pt x="366935" y="948604"/>
                    <a:pt x="368954" y="948873"/>
                  </a:cubicBezTo>
                  <a:cubicBezTo>
                    <a:pt x="370973" y="949176"/>
                    <a:pt x="374911" y="949445"/>
                    <a:pt x="375483" y="949445"/>
                  </a:cubicBezTo>
                  <a:cubicBezTo>
                    <a:pt x="376055" y="949445"/>
                    <a:pt x="380834" y="947259"/>
                    <a:pt x="382012" y="946418"/>
                  </a:cubicBezTo>
                  <a:cubicBezTo>
                    <a:pt x="383156" y="945543"/>
                    <a:pt x="385344" y="944332"/>
                    <a:pt x="386522" y="944029"/>
                  </a:cubicBezTo>
                  <a:cubicBezTo>
                    <a:pt x="387666" y="943726"/>
                    <a:pt x="393623" y="940329"/>
                    <a:pt x="393623" y="940329"/>
                  </a:cubicBezTo>
                  <a:lnTo>
                    <a:pt x="399109" y="940329"/>
                  </a:lnTo>
                  <a:cubicBezTo>
                    <a:pt x="399109" y="940329"/>
                    <a:pt x="403315" y="937301"/>
                    <a:pt x="403753" y="937133"/>
                  </a:cubicBezTo>
                  <a:cubicBezTo>
                    <a:pt x="404190" y="936998"/>
                    <a:pt x="407522" y="932928"/>
                    <a:pt x="408094" y="932928"/>
                  </a:cubicBezTo>
                  <a:cubicBezTo>
                    <a:pt x="408667" y="932928"/>
                    <a:pt x="410114" y="931784"/>
                    <a:pt x="410551" y="931616"/>
                  </a:cubicBezTo>
                  <a:cubicBezTo>
                    <a:pt x="410989" y="931482"/>
                    <a:pt x="412570" y="929160"/>
                    <a:pt x="412570" y="929160"/>
                  </a:cubicBezTo>
                  <a:cubicBezTo>
                    <a:pt x="412570" y="929160"/>
                    <a:pt x="414018" y="928017"/>
                    <a:pt x="414893" y="928017"/>
                  </a:cubicBezTo>
                  <a:cubicBezTo>
                    <a:pt x="415768" y="928017"/>
                    <a:pt x="419234" y="927075"/>
                    <a:pt x="420412" y="927075"/>
                  </a:cubicBezTo>
                  <a:cubicBezTo>
                    <a:pt x="421556" y="927075"/>
                    <a:pt x="425763" y="926436"/>
                    <a:pt x="425763" y="926436"/>
                  </a:cubicBezTo>
                  <a:lnTo>
                    <a:pt x="428657" y="926436"/>
                  </a:lnTo>
                  <a:lnTo>
                    <a:pt x="432427" y="922971"/>
                  </a:lnTo>
                  <a:lnTo>
                    <a:pt x="438215" y="917757"/>
                  </a:lnTo>
                  <a:lnTo>
                    <a:pt x="441984" y="913989"/>
                  </a:lnTo>
                  <a:lnTo>
                    <a:pt x="446898" y="912845"/>
                  </a:lnTo>
                  <a:cubicBezTo>
                    <a:pt x="446898" y="912845"/>
                    <a:pt x="448211" y="913720"/>
                    <a:pt x="448211" y="914864"/>
                  </a:cubicBezTo>
                  <a:cubicBezTo>
                    <a:pt x="448211" y="916007"/>
                    <a:pt x="445182" y="920650"/>
                    <a:pt x="445182" y="920650"/>
                  </a:cubicBezTo>
                  <a:lnTo>
                    <a:pt x="445182" y="923845"/>
                  </a:lnTo>
                  <a:lnTo>
                    <a:pt x="449254" y="926436"/>
                  </a:lnTo>
                  <a:lnTo>
                    <a:pt x="453023" y="926436"/>
                  </a:lnTo>
                  <a:lnTo>
                    <a:pt x="455345" y="924686"/>
                  </a:lnTo>
                  <a:lnTo>
                    <a:pt x="459115" y="922668"/>
                  </a:lnTo>
                  <a:lnTo>
                    <a:pt x="464399" y="921154"/>
                  </a:lnTo>
                  <a:cubicBezTo>
                    <a:pt x="464399" y="921154"/>
                    <a:pt x="467865" y="920010"/>
                    <a:pt x="468168" y="920010"/>
                  </a:cubicBezTo>
                  <a:cubicBezTo>
                    <a:pt x="468471" y="920010"/>
                    <a:pt x="470759" y="918564"/>
                    <a:pt x="470759" y="918564"/>
                  </a:cubicBezTo>
                  <a:cubicBezTo>
                    <a:pt x="470759" y="918564"/>
                    <a:pt x="473889" y="918698"/>
                    <a:pt x="474461" y="918564"/>
                  </a:cubicBezTo>
                  <a:cubicBezTo>
                    <a:pt x="475033" y="918429"/>
                    <a:pt x="477928" y="918497"/>
                    <a:pt x="478735" y="918429"/>
                  </a:cubicBezTo>
                  <a:cubicBezTo>
                    <a:pt x="479543" y="918362"/>
                    <a:pt x="481764" y="917286"/>
                    <a:pt x="482000" y="917286"/>
                  </a:cubicBezTo>
                  <a:cubicBezTo>
                    <a:pt x="482235" y="917286"/>
                    <a:pt x="483750" y="916781"/>
                    <a:pt x="484255" y="915536"/>
                  </a:cubicBezTo>
                  <a:cubicBezTo>
                    <a:pt x="484760" y="914292"/>
                    <a:pt x="485837" y="912206"/>
                    <a:pt x="485837" y="911836"/>
                  </a:cubicBezTo>
                  <a:cubicBezTo>
                    <a:pt x="485837" y="911466"/>
                    <a:pt x="486409" y="907126"/>
                    <a:pt x="486409" y="907126"/>
                  </a:cubicBezTo>
                  <a:lnTo>
                    <a:pt x="484793" y="901408"/>
                  </a:lnTo>
                  <a:lnTo>
                    <a:pt x="483111" y="897875"/>
                  </a:lnTo>
                  <a:cubicBezTo>
                    <a:pt x="483111" y="897875"/>
                    <a:pt x="484187" y="897337"/>
                    <a:pt x="484961" y="897102"/>
                  </a:cubicBezTo>
                  <a:cubicBezTo>
                    <a:pt x="485735" y="896866"/>
                    <a:pt x="486712" y="896866"/>
                    <a:pt x="487149" y="896866"/>
                  </a:cubicBezTo>
                  <a:cubicBezTo>
                    <a:pt x="487586" y="896866"/>
                    <a:pt x="489538" y="896866"/>
                    <a:pt x="489538" y="896866"/>
                  </a:cubicBezTo>
                  <a:cubicBezTo>
                    <a:pt x="489538" y="896866"/>
                    <a:pt x="490750" y="895117"/>
                    <a:pt x="490750" y="894579"/>
                  </a:cubicBezTo>
                  <a:cubicBezTo>
                    <a:pt x="490750" y="894041"/>
                    <a:pt x="491389" y="891753"/>
                    <a:pt x="491389" y="891316"/>
                  </a:cubicBezTo>
                  <a:cubicBezTo>
                    <a:pt x="491389" y="890879"/>
                    <a:pt x="491726" y="889028"/>
                    <a:pt x="491389" y="888927"/>
                  </a:cubicBezTo>
                  <a:cubicBezTo>
                    <a:pt x="491053" y="888826"/>
                    <a:pt x="490312" y="888053"/>
                    <a:pt x="489740" y="887414"/>
                  </a:cubicBezTo>
                  <a:cubicBezTo>
                    <a:pt x="489202" y="886774"/>
                    <a:pt x="488125" y="885227"/>
                    <a:pt x="487452" y="884588"/>
                  </a:cubicBezTo>
                  <a:cubicBezTo>
                    <a:pt x="486812" y="883949"/>
                    <a:pt x="485702" y="881998"/>
                    <a:pt x="485399" y="881762"/>
                  </a:cubicBezTo>
                  <a:cubicBezTo>
                    <a:pt x="485062" y="881527"/>
                    <a:pt x="483750" y="878163"/>
                    <a:pt x="483750" y="878163"/>
                  </a:cubicBezTo>
                  <a:cubicBezTo>
                    <a:pt x="483750" y="878163"/>
                    <a:pt x="483413" y="877523"/>
                    <a:pt x="483413" y="876414"/>
                  </a:cubicBezTo>
                  <a:cubicBezTo>
                    <a:pt x="483413" y="875337"/>
                    <a:pt x="483413" y="869887"/>
                    <a:pt x="483413" y="869887"/>
                  </a:cubicBezTo>
                  <a:cubicBezTo>
                    <a:pt x="483413" y="869887"/>
                    <a:pt x="484288" y="866523"/>
                    <a:pt x="484288" y="866086"/>
                  </a:cubicBezTo>
                  <a:cubicBezTo>
                    <a:pt x="484288" y="865649"/>
                    <a:pt x="482639" y="859997"/>
                    <a:pt x="482639" y="859997"/>
                  </a:cubicBezTo>
                  <a:lnTo>
                    <a:pt x="481865" y="857710"/>
                  </a:lnTo>
                  <a:cubicBezTo>
                    <a:pt x="481865" y="857710"/>
                    <a:pt x="479812" y="854682"/>
                    <a:pt x="479375" y="854884"/>
                  </a:cubicBezTo>
                  <a:cubicBezTo>
                    <a:pt x="478937" y="855086"/>
                    <a:pt x="478601" y="853269"/>
                    <a:pt x="478500" y="852933"/>
                  </a:cubicBezTo>
                  <a:cubicBezTo>
                    <a:pt x="478399" y="852597"/>
                    <a:pt x="477961" y="848795"/>
                    <a:pt x="477961" y="848358"/>
                  </a:cubicBezTo>
                  <a:cubicBezTo>
                    <a:pt x="477961" y="847921"/>
                    <a:pt x="480115" y="845196"/>
                    <a:pt x="480351" y="844321"/>
                  </a:cubicBezTo>
                  <a:cubicBezTo>
                    <a:pt x="480553" y="843447"/>
                    <a:pt x="481663" y="841596"/>
                    <a:pt x="481663" y="841596"/>
                  </a:cubicBezTo>
                  <a:cubicBezTo>
                    <a:pt x="481663" y="841596"/>
                    <a:pt x="482437" y="838132"/>
                    <a:pt x="482639" y="837694"/>
                  </a:cubicBezTo>
                  <a:cubicBezTo>
                    <a:pt x="482875" y="837257"/>
                    <a:pt x="483413" y="831942"/>
                    <a:pt x="483413" y="831942"/>
                  </a:cubicBezTo>
                  <a:lnTo>
                    <a:pt x="483413" y="829890"/>
                  </a:lnTo>
                  <a:cubicBezTo>
                    <a:pt x="483413" y="829890"/>
                    <a:pt x="484490" y="824911"/>
                    <a:pt x="484288" y="824575"/>
                  </a:cubicBezTo>
                  <a:cubicBezTo>
                    <a:pt x="484053" y="824238"/>
                    <a:pt x="482976" y="819899"/>
                    <a:pt x="482976" y="819899"/>
                  </a:cubicBezTo>
                  <a:lnTo>
                    <a:pt x="483312" y="816097"/>
                  </a:lnTo>
                  <a:cubicBezTo>
                    <a:pt x="483312" y="816097"/>
                    <a:pt x="483514" y="814786"/>
                    <a:pt x="483111" y="814147"/>
                  </a:cubicBezTo>
                  <a:cubicBezTo>
                    <a:pt x="482673" y="813507"/>
                    <a:pt x="481158" y="811220"/>
                    <a:pt x="480183" y="810883"/>
                  </a:cubicBezTo>
                  <a:cubicBezTo>
                    <a:pt x="479206" y="810547"/>
                    <a:pt x="478668" y="810009"/>
                    <a:pt x="478668" y="810009"/>
                  </a:cubicBezTo>
                  <a:cubicBezTo>
                    <a:pt x="478668" y="810009"/>
                    <a:pt x="477793" y="809471"/>
                    <a:pt x="478668" y="807721"/>
                  </a:cubicBezTo>
                  <a:cubicBezTo>
                    <a:pt x="479543" y="805972"/>
                    <a:pt x="480620" y="804559"/>
                    <a:pt x="480620" y="804559"/>
                  </a:cubicBezTo>
                  <a:lnTo>
                    <a:pt x="483346" y="802070"/>
                  </a:lnTo>
                  <a:lnTo>
                    <a:pt x="485197" y="799782"/>
                  </a:lnTo>
                  <a:cubicBezTo>
                    <a:pt x="485197" y="799782"/>
                    <a:pt x="485433" y="796082"/>
                    <a:pt x="485534" y="795645"/>
                  </a:cubicBezTo>
                  <a:cubicBezTo>
                    <a:pt x="485635" y="795207"/>
                    <a:pt x="485971" y="791742"/>
                    <a:pt x="485971" y="791742"/>
                  </a:cubicBezTo>
                  <a:cubicBezTo>
                    <a:pt x="485971" y="791742"/>
                    <a:pt x="486846" y="791406"/>
                    <a:pt x="487586" y="791406"/>
                  </a:cubicBezTo>
                  <a:cubicBezTo>
                    <a:pt x="488361" y="791406"/>
                    <a:pt x="489640" y="792819"/>
                    <a:pt x="489640" y="792819"/>
                  </a:cubicBezTo>
                  <a:cubicBezTo>
                    <a:pt x="489640" y="792819"/>
                    <a:pt x="490279" y="795308"/>
                    <a:pt x="490514" y="795746"/>
                  </a:cubicBezTo>
                  <a:cubicBezTo>
                    <a:pt x="490750" y="796183"/>
                    <a:pt x="491289" y="799547"/>
                    <a:pt x="491289" y="799547"/>
                  </a:cubicBezTo>
                  <a:cubicBezTo>
                    <a:pt x="491289" y="799547"/>
                    <a:pt x="491962" y="801061"/>
                    <a:pt x="492938" y="801061"/>
                  </a:cubicBezTo>
                  <a:cubicBezTo>
                    <a:pt x="493913" y="801061"/>
                    <a:pt x="496640" y="799984"/>
                    <a:pt x="496942" y="799850"/>
                  </a:cubicBezTo>
                  <a:cubicBezTo>
                    <a:pt x="497279" y="799749"/>
                    <a:pt x="499567" y="795409"/>
                    <a:pt x="499567" y="795409"/>
                  </a:cubicBezTo>
                  <a:lnTo>
                    <a:pt x="503034" y="793794"/>
                  </a:lnTo>
                  <a:lnTo>
                    <a:pt x="508486" y="788782"/>
                  </a:lnTo>
                  <a:lnTo>
                    <a:pt x="510976" y="786057"/>
                  </a:lnTo>
                  <a:cubicBezTo>
                    <a:pt x="510976" y="786057"/>
                    <a:pt x="513904" y="782357"/>
                    <a:pt x="514342" y="781718"/>
                  </a:cubicBezTo>
                  <a:cubicBezTo>
                    <a:pt x="514779" y="781079"/>
                    <a:pt x="515654" y="779666"/>
                    <a:pt x="516092" y="778993"/>
                  </a:cubicBezTo>
                  <a:cubicBezTo>
                    <a:pt x="516529" y="778354"/>
                    <a:pt x="518683" y="776706"/>
                    <a:pt x="519356" y="776605"/>
                  </a:cubicBezTo>
                  <a:cubicBezTo>
                    <a:pt x="519996" y="776504"/>
                    <a:pt x="520972" y="775730"/>
                    <a:pt x="521847" y="775629"/>
                  </a:cubicBezTo>
                  <a:cubicBezTo>
                    <a:pt x="522722" y="775528"/>
                    <a:pt x="524236" y="774990"/>
                    <a:pt x="524236" y="774990"/>
                  </a:cubicBezTo>
                  <a:cubicBezTo>
                    <a:pt x="524236" y="774990"/>
                    <a:pt x="524674" y="774990"/>
                    <a:pt x="525111" y="773913"/>
                  </a:cubicBezTo>
                  <a:cubicBezTo>
                    <a:pt x="525549" y="772837"/>
                    <a:pt x="526861" y="770213"/>
                    <a:pt x="527265" y="769675"/>
                  </a:cubicBezTo>
                  <a:cubicBezTo>
                    <a:pt x="527703" y="769137"/>
                    <a:pt x="528140" y="768060"/>
                    <a:pt x="528780" y="767085"/>
                  </a:cubicBezTo>
                  <a:cubicBezTo>
                    <a:pt x="529419" y="766109"/>
                    <a:pt x="529857" y="764898"/>
                    <a:pt x="530294" y="764696"/>
                  </a:cubicBezTo>
                  <a:cubicBezTo>
                    <a:pt x="530732" y="764461"/>
                    <a:pt x="531910" y="762846"/>
                    <a:pt x="532246" y="762745"/>
                  </a:cubicBezTo>
                  <a:cubicBezTo>
                    <a:pt x="532583" y="762644"/>
                    <a:pt x="534097" y="760559"/>
                    <a:pt x="534636" y="760256"/>
                  </a:cubicBezTo>
                  <a:cubicBezTo>
                    <a:pt x="535174" y="759919"/>
                    <a:pt x="536823" y="758506"/>
                    <a:pt x="536823" y="758506"/>
                  </a:cubicBezTo>
                  <a:lnTo>
                    <a:pt x="538237" y="757531"/>
                  </a:lnTo>
                  <a:lnTo>
                    <a:pt x="539650" y="757094"/>
                  </a:lnTo>
                  <a:lnTo>
                    <a:pt x="542713" y="755142"/>
                  </a:lnTo>
                  <a:cubicBezTo>
                    <a:pt x="542713" y="755142"/>
                    <a:pt x="546179" y="751442"/>
                    <a:pt x="546415" y="751139"/>
                  </a:cubicBezTo>
                  <a:cubicBezTo>
                    <a:pt x="546617" y="750803"/>
                    <a:pt x="548367" y="747775"/>
                    <a:pt x="548367" y="747775"/>
                  </a:cubicBezTo>
                  <a:cubicBezTo>
                    <a:pt x="548367" y="747775"/>
                    <a:pt x="549242" y="745824"/>
                    <a:pt x="549242" y="745488"/>
                  </a:cubicBezTo>
                  <a:cubicBezTo>
                    <a:pt x="549242" y="745152"/>
                    <a:pt x="549780" y="742561"/>
                    <a:pt x="549780" y="742225"/>
                  </a:cubicBezTo>
                  <a:cubicBezTo>
                    <a:pt x="549780" y="741888"/>
                    <a:pt x="550117" y="739635"/>
                    <a:pt x="550117" y="739635"/>
                  </a:cubicBezTo>
                  <a:cubicBezTo>
                    <a:pt x="550117" y="739635"/>
                    <a:pt x="550453" y="739534"/>
                    <a:pt x="551093" y="738659"/>
                  </a:cubicBezTo>
                  <a:cubicBezTo>
                    <a:pt x="551732" y="737785"/>
                    <a:pt x="552944" y="737246"/>
                    <a:pt x="553280" y="736910"/>
                  </a:cubicBezTo>
                  <a:cubicBezTo>
                    <a:pt x="553617" y="736574"/>
                    <a:pt x="554357" y="735497"/>
                    <a:pt x="554357" y="735497"/>
                  </a:cubicBezTo>
                  <a:cubicBezTo>
                    <a:pt x="554357" y="735497"/>
                    <a:pt x="555333" y="735295"/>
                    <a:pt x="554458" y="734421"/>
                  </a:cubicBezTo>
                  <a:cubicBezTo>
                    <a:pt x="553583" y="733546"/>
                    <a:pt x="552607" y="731595"/>
                    <a:pt x="552607" y="731595"/>
                  </a:cubicBezTo>
                  <a:cubicBezTo>
                    <a:pt x="552607" y="731595"/>
                    <a:pt x="552506" y="731258"/>
                    <a:pt x="551732" y="731057"/>
                  </a:cubicBezTo>
                  <a:cubicBezTo>
                    <a:pt x="550958" y="730855"/>
                    <a:pt x="550319" y="730417"/>
                    <a:pt x="549982" y="730283"/>
                  </a:cubicBezTo>
                  <a:cubicBezTo>
                    <a:pt x="549645" y="730182"/>
                    <a:pt x="548131" y="728534"/>
                    <a:pt x="547492" y="728231"/>
                  </a:cubicBezTo>
                  <a:cubicBezTo>
                    <a:pt x="546852" y="727894"/>
                    <a:pt x="545405" y="726179"/>
                    <a:pt x="544328" y="725741"/>
                  </a:cubicBezTo>
                  <a:cubicBezTo>
                    <a:pt x="543251" y="725304"/>
                    <a:pt x="542578" y="724665"/>
                    <a:pt x="542477" y="724329"/>
                  </a:cubicBezTo>
                  <a:cubicBezTo>
                    <a:pt x="542376" y="723992"/>
                    <a:pt x="542376" y="722277"/>
                    <a:pt x="542376" y="722277"/>
                  </a:cubicBezTo>
                  <a:lnTo>
                    <a:pt x="542915" y="720426"/>
                  </a:lnTo>
                  <a:lnTo>
                    <a:pt x="543689" y="718812"/>
                  </a:lnTo>
                  <a:cubicBezTo>
                    <a:pt x="543689" y="718812"/>
                    <a:pt x="544564" y="717197"/>
                    <a:pt x="544766" y="716861"/>
                  </a:cubicBezTo>
                  <a:cubicBezTo>
                    <a:pt x="544968" y="716524"/>
                    <a:pt x="545742" y="715010"/>
                    <a:pt x="546381" y="714371"/>
                  </a:cubicBezTo>
                  <a:cubicBezTo>
                    <a:pt x="547021" y="713732"/>
                    <a:pt x="548871" y="712420"/>
                    <a:pt x="548871" y="712420"/>
                  </a:cubicBezTo>
                  <a:cubicBezTo>
                    <a:pt x="548871" y="712420"/>
                    <a:pt x="549410" y="711781"/>
                    <a:pt x="550184" y="711445"/>
                  </a:cubicBezTo>
                  <a:cubicBezTo>
                    <a:pt x="550958" y="711108"/>
                    <a:pt x="551934" y="710469"/>
                    <a:pt x="553448" y="709493"/>
                  </a:cubicBezTo>
                  <a:cubicBezTo>
                    <a:pt x="554963" y="708518"/>
                    <a:pt x="556276" y="707307"/>
                    <a:pt x="556276" y="707307"/>
                  </a:cubicBezTo>
                  <a:lnTo>
                    <a:pt x="557050" y="705793"/>
                  </a:lnTo>
                  <a:lnTo>
                    <a:pt x="559338" y="704212"/>
                  </a:lnTo>
                  <a:lnTo>
                    <a:pt x="561391" y="702194"/>
                  </a:lnTo>
                  <a:lnTo>
                    <a:pt x="562569" y="702194"/>
                  </a:lnTo>
                  <a:lnTo>
                    <a:pt x="565396" y="701958"/>
                  </a:lnTo>
                  <a:lnTo>
                    <a:pt x="569199" y="705221"/>
                  </a:lnTo>
                  <a:lnTo>
                    <a:pt x="569973" y="705558"/>
                  </a:lnTo>
                  <a:lnTo>
                    <a:pt x="572564" y="706533"/>
                  </a:lnTo>
                  <a:cubicBezTo>
                    <a:pt x="572564" y="706533"/>
                    <a:pt x="573776" y="706870"/>
                    <a:pt x="575055" y="706533"/>
                  </a:cubicBezTo>
                  <a:cubicBezTo>
                    <a:pt x="576367" y="706197"/>
                    <a:pt x="577242" y="705659"/>
                    <a:pt x="578555" y="704347"/>
                  </a:cubicBezTo>
                  <a:cubicBezTo>
                    <a:pt x="579867" y="703035"/>
                    <a:pt x="581382" y="701857"/>
                    <a:pt x="581920" y="701420"/>
                  </a:cubicBezTo>
                  <a:cubicBezTo>
                    <a:pt x="582459" y="700983"/>
                    <a:pt x="583771" y="699368"/>
                    <a:pt x="584310" y="698695"/>
                  </a:cubicBezTo>
                  <a:cubicBezTo>
                    <a:pt x="584848" y="698056"/>
                    <a:pt x="585387" y="697282"/>
                    <a:pt x="585723" y="696408"/>
                  </a:cubicBezTo>
                  <a:cubicBezTo>
                    <a:pt x="586060" y="695533"/>
                    <a:pt x="586800" y="694759"/>
                    <a:pt x="586800" y="694019"/>
                  </a:cubicBezTo>
                  <a:cubicBezTo>
                    <a:pt x="586800" y="693246"/>
                    <a:pt x="586901" y="691429"/>
                    <a:pt x="587002" y="690218"/>
                  </a:cubicBezTo>
                  <a:cubicBezTo>
                    <a:pt x="587103" y="689007"/>
                    <a:pt x="587339" y="688805"/>
                    <a:pt x="587103" y="687493"/>
                  </a:cubicBezTo>
                  <a:cubicBezTo>
                    <a:pt x="586901" y="686181"/>
                    <a:pt x="586767" y="685206"/>
                    <a:pt x="586666" y="684903"/>
                  </a:cubicBezTo>
                  <a:cubicBezTo>
                    <a:pt x="586565" y="684567"/>
                    <a:pt x="585589" y="682952"/>
                    <a:pt x="585016" y="681976"/>
                  </a:cubicBezTo>
                  <a:cubicBezTo>
                    <a:pt x="584478" y="681001"/>
                    <a:pt x="583805" y="679151"/>
                    <a:pt x="583502" y="679050"/>
                  </a:cubicBezTo>
                  <a:cubicBezTo>
                    <a:pt x="583166" y="678949"/>
                    <a:pt x="582190" y="678612"/>
                    <a:pt x="581315" y="677738"/>
                  </a:cubicBezTo>
                  <a:cubicBezTo>
                    <a:pt x="580440" y="676863"/>
                    <a:pt x="579464" y="676762"/>
                    <a:pt x="579363" y="675989"/>
                  </a:cubicBezTo>
                  <a:cubicBezTo>
                    <a:pt x="579262" y="675215"/>
                    <a:pt x="579026" y="674239"/>
                    <a:pt x="579026" y="673802"/>
                  </a:cubicBezTo>
                  <a:cubicBezTo>
                    <a:pt x="579026" y="673365"/>
                    <a:pt x="577814" y="675316"/>
                    <a:pt x="580002" y="671178"/>
                  </a:cubicBezTo>
                  <a:cubicBezTo>
                    <a:pt x="582190" y="667040"/>
                    <a:pt x="582190" y="667040"/>
                    <a:pt x="582190" y="667040"/>
                  </a:cubicBezTo>
                  <a:lnTo>
                    <a:pt x="582829" y="664551"/>
                  </a:lnTo>
                  <a:lnTo>
                    <a:pt x="584141" y="662062"/>
                  </a:lnTo>
                  <a:lnTo>
                    <a:pt x="584478" y="659774"/>
                  </a:lnTo>
                  <a:lnTo>
                    <a:pt x="585892" y="657588"/>
                  </a:lnTo>
                  <a:cubicBezTo>
                    <a:pt x="585892" y="657588"/>
                    <a:pt x="586093" y="657487"/>
                    <a:pt x="586666" y="657487"/>
                  </a:cubicBezTo>
                  <a:cubicBezTo>
                    <a:pt x="587204" y="657487"/>
                    <a:pt x="588954" y="657386"/>
                    <a:pt x="588954" y="657386"/>
                  </a:cubicBezTo>
                  <a:lnTo>
                    <a:pt x="590469" y="660110"/>
                  </a:lnTo>
                  <a:lnTo>
                    <a:pt x="591445" y="661422"/>
                  </a:lnTo>
                  <a:cubicBezTo>
                    <a:pt x="591445" y="661422"/>
                    <a:pt x="593396" y="662129"/>
                    <a:pt x="593834" y="662129"/>
                  </a:cubicBezTo>
                  <a:cubicBezTo>
                    <a:pt x="594271" y="662129"/>
                    <a:pt x="597637" y="662196"/>
                    <a:pt x="597637" y="662196"/>
                  </a:cubicBezTo>
                  <a:lnTo>
                    <a:pt x="599050" y="662196"/>
                  </a:lnTo>
                  <a:lnTo>
                    <a:pt x="601642" y="662533"/>
                  </a:lnTo>
                  <a:cubicBezTo>
                    <a:pt x="601642" y="662533"/>
                    <a:pt x="603392" y="662196"/>
                    <a:pt x="604570" y="662196"/>
                  </a:cubicBezTo>
                  <a:cubicBezTo>
                    <a:pt x="605781" y="662196"/>
                    <a:pt x="608272" y="661994"/>
                    <a:pt x="608608" y="661994"/>
                  </a:cubicBezTo>
                  <a:cubicBezTo>
                    <a:pt x="608945" y="661994"/>
                    <a:pt x="610123" y="659539"/>
                    <a:pt x="610123" y="659539"/>
                  </a:cubicBezTo>
                  <a:cubicBezTo>
                    <a:pt x="610123" y="659539"/>
                    <a:pt x="612176" y="658731"/>
                    <a:pt x="612613" y="658731"/>
                  </a:cubicBezTo>
                  <a:cubicBezTo>
                    <a:pt x="613051" y="658731"/>
                    <a:pt x="614666" y="658731"/>
                    <a:pt x="614666" y="658731"/>
                  </a:cubicBezTo>
                  <a:lnTo>
                    <a:pt x="619008" y="661355"/>
                  </a:lnTo>
                  <a:cubicBezTo>
                    <a:pt x="619008" y="661355"/>
                    <a:pt x="622710" y="663104"/>
                    <a:pt x="623013" y="663004"/>
                  </a:cubicBezTo>
                  <a:cubicBezTo>
                    <a:pt x="623349" y="662903"/>
                    <a:pt x="630518" y="661591"/>
                    <a:pt x="630518" y="661591"/>
                  </a:cubicBezTo>
                  <a:cubicBezTo>
                    <a:pt x="630518" y="661591"/>
                    <a:pt x="635734" y="661389"/>
                    <a:pt x="636710" y="660951"/>
                  </a:cubicBezTo>
                  <a:cubicBezTo>
                    <a:pt x="637686" y="660514"/>
                    <a:pt x="640715" y="660077"/>
                    <a:pt x="641051" y="660077"/>
                  </a:cubicBezTo>
                  <a:cubicBezTo>
                    <a:pt x="641388" y="660077"/>
                    <a:pt x="644316" y="663340"/>
                    <a:pt x="644316" y="663340"/>
                  </a:cubicBezTo>
                  <a:lnTo>
                    <a:pt x="643676" y="667478"/>
                  </a:lnTo>
                  <a:lnTo>
                    <a:pt x="642263" y="668554"/>
                  </a:lnTo>
                  <a:cubicBezTo>
                    <a:pt x="642263" y="668554"/>
                    <a:pt x="639974" y="670842"/>
                    <a:pt x="639335" y="670842"/>
                  </a:cubicBezTo>
                  <a:cubicBezTo>
                    <a:pt x="638696" y="670842"/>
                    <a:pt x="635869" y="671380"/>
                    <a:pt x="635869" y="671380"/>
                  </a:cubicBezTo>
                  <a:lnTo>
                    <a:pt x="633244" y="672692"/>
                  </a:lnTo>
                  <a:lnTo>
                    <a:pt x="631393" y="674105"/>
                  </a:lnTo>
                  <a:cubicBezTo>
                    <a:pt x="631393" y="674105"/>
                    <a:pt x="629441" y="675955"/>
                    <a:pt x="629239" y="676291"/>
                  </a:cubicBezTo>
                  <a:cubicBezTo>
                    <a:pt x="629003" y="676628"/>
                    <a:pt x="627489" y="677906"/>
                    <a:pt x="627287" y="678242"/>
                  </a:cubicBezTo>
                  <a:cubicBezTo>
                    <a:pt x="627085" y="678579"/>
                    <a:pt x="624796" y="680429"/>
                    <a:pt x="624796" y="680429"/>
                  </a:cubicBezTo>
                  <a:lnTo>
                    <a:pt x="623820" y="681640"/>
                  </a:lnTo>
                  <a:cubicBezTo>
                    <a:pt x="623820" y="681640"/>
                    <a:pt x="623618" y="685004"/>
                    <a:pt x="623618" y="685441"/>
                  </a:cubicBezTo>
                  <a:cubicBezTo>
                    <a:pt x="623618" y="685879"/>
                    <a:pt x="623820" y="691295"/>
                    <a:pt x="623820" y="691295"/>
                  </a:cubicBezTo>
                  <a:cubicBezTo>
                    <a:pt x="623820" y="691295"/>
                    <a:pt x="623820" y="692371"/>
                    <a:pt x="624022" y="693044"/>
                  </a:cubicBezTo>
                  <a:cubicBezTo>
                    <a:pt x="624224" y="693683"/>
                    <a:pt x="625537" y="695769"/>
                    <a:pt x="625974" y="695769"/>
                  </a:cubicBezTo>
                  <a:cubicBezTo>
                    <a:pt x="626412" y="695769"/>
                    <a:pt x="630114" y="698493"/>
                    <a:pt x="632066" y="698493"/>
                  </a:cubicBezTo>
                  <a:cubicBezTo>
                    <a:pt x="634018" y="698493"/>
                    <a:pt x="634556" y="698292"/>
                    <a:pt x="635431" y="698493"/>
                  </a:cubicBezTo>
                  <a:cubicBezTo>
                    <a:pt x="636306" y="698695"/>
                    <a:pt x="637922" y="700007"/>
                    <a:pt x="637922" y="700007"/>
                  </a:cubicBezTo>
                  <a:lnTo>
                    <a:pt x="640950" y="704044"/>
                  </a:lnTo>
                  <a:cubicBezTo>
                    <a:pt x="640950" y="704044"/>
                    <a:pt x="642364" y="708047"/>
                    <a:pt x="642465" y="708484"/>
                  </a:cubicBezTo>
                  <a:cubicBezTo>
                    <a:pt x="642566" y="708922"/>
                    <a:pt x="640143" y="709964"/>
                    <a:pt x="640143" y="709964"/>
                  </a:cubicBezTo>
                  <a:lnTo>
                    <a:pt x="638999" y="712992"/>
                  </a:lnTo>
                  <a:lnTo>
                    <a:pt x="638561" y="714741"/>
                  </a:lnTo>
                  <a:cubicBezTo>
                    <a:pt x="638561" y="714741"/>
                    <a:pt x="640580" y="714876"/>
                    <a:pt x="640748" y="715313"/>
                  </a:cubicBezTo>
                  <a:cubicBezTo>
                    <a:pt x="640883" y="715751"/>
                    <a:pt x="643071" y="716188"/>
                    <a:pt x="643071" y="716188"/>
                  </a:cubicBezTo>
                  <a:lnTo>
                    <a:pt x="643777" y="718206"/>
                  </a:lnTo>
                  <a:cubicBezTo>
                    <a:pt x="643777" y="718206"/>
                    <a:pt x="643777" y="722411"/>
                    <a:pt x="643643" y="722983"/>
                  </a:cubicBezTo>
                  <a:cubicBezTo>
                    <a:pt x="643508" y="723555"/>
                    <a:pt x="639873" y="726313"/>
                    <a:pt x="639873" y="726313"/>
                  </a:cubicBezTo>
                  <a:cubicBezTo>
                    <a:pt x="639873" y="726313"/>
                    <a:pt x="638426" y="726448"/>
                    <a:pt x="637417" y="727188"/>
                  </a:cubicBezTo>
                  <a:cubicBezTo>
                    <a:pt x="636407" y="727894"/>
                    <a:pt x="635095" y="728937"/>
                    <a:pt x="635095" y="728937"/>
                  </a:cubicBezTo>
                  <a:lnTo>
                    <a:pt x="630316" y="732402"/>
                  </a:lnTo>
                  <a:cubicBezTo>
                    <a:pt x="630316" y="732402"/>
                    <a:pt x="630181" y="734286"/>
                    <a:pt x="630181" y="734858"/>
                  </a:cubicBezTo>
                  <a:cubicBezTo>
                    <a:pt x="630181" y="735430"/>
                    <a:pt x="629744" y="735295"/>
                    <a:pt x="630316" y="736607"/>
                  </a:cubicBezTo>
                  <a:cubicBezTo>
                    <a:pt x="630888" y="737919"/>
                    <a:pt x="634085" y="739500"/>
                    <a:pt x="634085" y="739500"/>
                  </a:cubicBezTo>
                  <a:lnTo>
                    <a:pt x="636542" y="741081"/>
                  </a:lnTo>
                  <a:lnTo>
                    <a:pt x="638864" y="741384"/>
                  </a:lnTo>
                  <a:lnTo>
                    <a:pt x="642499" y="743268"/>
                  </a:lnTo>
                  <a:lnTo>
                    <a:pt x="644821" y="746295"/>
                  </a:lnTo>
                  <a:lnTo>
                    <a:pt x="645965" y="748482"/>
                  </a:lnTo>
                  <a:lnTo>
                    <a:pt x="646537" y="750500"/>
                  </a:lnTo>
                  <a:lnTo>
                    <a:pt x="646672" y="751947"/>
                  </a:lnTo>
                  <a:lnTo>
                    <a:pt x="649128" y="753090"/>
                  </a:lnTo>
                  <a:lnTo>
                    <a:pt x="654076" y="752519"/>
                  </a:lnTo>
                  <a:lnTo>
                    <a:pt x="655523" y="751341"/>
                  </a:lnTo>
                  <a:cubicBezTo>
                    <a:pt x="655523" y="751341"/>
                    <a:pt x="659730" y="751039"/>
                    <a:pt x="660302" y="751039"/>
                  </a:cubicBezTo>
                  <a:cubicBezTo>
                    <a:pt x="660874" y="751039"/>
                    <a:pt x="662927" y="752216"/>
                    <a:pt x="663364" y="752216"/>
                  </a:cubicBezTo>
                  <a:cubicBezTo>
                    <a:pt x="663802" y="752216"/>
                    <a:pt x="665821" y="752922"/>
                    <a:pt x="666999" y="752922"/>
                  </a:cubicBezTo>
                  <a:cubicBezTo>
                    <a:pt x="668143" y="752922"/>
                    <a:pt x="672081" y="750298"/>
                    <a:pt x="672081" y="750298"/>
                  </a:cubicBezTo>
                  <a:lnTo>
                    <a:pt x="673663" y="747271"/>
                  </a:lnTo>
                  <a:lnTo>
                    <a:pt x="674100" y="744815"/>
                  </a:lnTo>
                  <a:lnTo>
                    <a:pt x="676288" y="744512"/>
                  </a:lnTo>
                  <a:cubicBezTo>
                    <a:pt x="676288" y="744512"/>
                    <a:pt x="677600" y="744075"/>
                    <a:pt x="678307" y="744512"/>
                  </a:cubicBezTo>
                  <a:cubicBezTo>
                    <a:pt x="679047" y="744950"/>
                    <a:pt x="680629" y="745387"/>
                    <a:pt x="680629" y="745387"/>
                  </a:cubicBezTo>
                  <a:lnTo>
                    <a:pt x="682379" y="745690"/>
                  </a:lnTo>
                  <a:cubicBezTo>
                    <a:pt x="682379" y="745690"/>
                    <a:pt x="684264" y="745387"/>
                    <a:pt x="684701" y="745118"/>
                  </a:cubicBezTo>
                  <a:cubicBezTo>
                    <a:pt x="685139" y="744815"/>
                    <a:pt x="686148" y="743369"/>
                    <a:pt x="686283" y="742797"/>
                  </a:cubicBezTo>
                  <a:cubicBezTo>
                    <a:pt x="686418" y="742225"/>
                    <a:pt x="687158" y="740476"/>
                    <a:pt x="687158" y="740476"/>
                  </a:cubicBezTo>
                  <a:lnTo>
                    <a:pt x="688168" y="738895"/>
                  </a:lnTo>
                  <a:cubicBezTo>
                    <a:pt x="688168" y="738895"/>
                    <a:pt x="690053" y="737313"/>
                    <a:pt x="690053" y="736876"/>
                  </a:cubicBezTo>
                  <a:cubicBezTo>
                    <a:pt x="690053" y="736439"/>
                    <a:pt x="690928" y="734992"/>
                    <a:pt x="690928" y="734992"/>
                  </a:cubicBezTo>
                  <a:cubicBezTo>
                    <a:pt x="690928" y="734992"/>
                    <a:pt x="692375" y="732974"/>
                    <a:pt x="692677" y="732369"/>
                  </a:cubicBezTo>
                  <a:cubicBezTo>
                    <a:pt x="692980" y="731797"/>
                    <a:pt x="694259" y="729778"/>
                    <a:pt x="694259" y="729778"/>
                  </a:cubicBezTo>
                  <a:lnTo>
                    <a:pt x="695000" y="727894"/>
                  </a:lnTo>
                  <a:cubicBezTo>
                    <a:pt x="695000" y="727894"/>
                    <a:pt x="696582" y="725876"/>
                    <a:pt x="696884" y="725439"/>
                  </a:cubicBezTo>
                  <a:cubicBezTo>
                    <a:pt x="697187" y="725001"/>
                    <a:pt x="699072" y="722546"/>
                    <a:pt x="699072" y="722546"/>
                  </a:cubicBezTo>
                  <a:cubicBezTo>
                    <a:pt x="699072" y="722546"/>
                    <a:pt x="701529" y="719350"/>
                    <a:pt x="701529" y="720225"/>
                  </a:cubicBezTo>
                  <a:cubicBezTo>
                    <a:pt x="701529" y="721099"/>
                    <a:pt x="704423" y="721974"/>
                    <a:pt x="704423" y="721974"/>
                  </a:cubicBezTo>
                  <a:lnTo>
                    <a:pt x="707048" y="725001"/>
                  </a:lnTo>
                  <a:cubicBezTo>
                    <a:pt x="707048" y="725001"/>
                    <a:pt x="707486" y="726885"/>
                    <a:pt x="707923" y="727760"/>
                  </a:cubicBezTo>
                  <a:cubicBezTo>
                    <a:pt x="708361" y="728634"/>
                    <a:pt x="708630" y="731225"/>
                    <a:pt x="708630" y="731225"/>
                  </a:cubicBezTo>
                  <a:cubicBezTo>
                    <a:pt x="708630" y="731225"/>
                    <a:pt x="709202" y="732099"/>
                    <a:pt x="710077" y="732671"/>
                  </a:cubicBezTo>
                  <a:cubicBezTo>
                    <a:pt x="710952" y="733243"/>
                    <a:pt x="712702" y="734421"/>
                    <a:pt x="713409" y="734690"/>
                  </a:cubicBezTo>
                  <a:cubicBezTo>
                    <a:pt x="714149" y="734992"/>
                    <a:pt x="715024" y="735564"/>
                    <a:pt x="715866" y="736271"/>
                  </a:cubicBezTo>
                  <a:cubicBezTo>
                    <a:pt x="716741" y="736977"/>
                    <a:pt x="718760" y="736977"/>
                    <a:pt x="718760" y="736977"/>
                  </a:cubicBezTo>
                  <a:lnTo>
                    <a:pt x="720947" y="737852"/>
                  </a:lnTo>
                  <a:cubicBezTo>
                    <a:pt x="720947" y="737852"/>
                    <a:pt x="721082" y="737415"/>
                    <a:pt x="724145" y="738726"/>
                  </a:cubicBezTo>
                  <a:cubicBezTo>
                    <a:pt x="727207" y="740038"/>
                    <a:pt x="726837" y="741485"/>
                    <a:pt x="726837" y="741485"/>
                  </a:cubicBezTo>
                  <a:lnTo>
                    <a:pt x="726904" y="745387"/>
                  </a:lnTo>
                  <a:lnTo>
                    <a:pt x="726904" y="748314"/>
                  </a:lnTo>
                  <a:lnTo>
                    <a:pt x="725322" y="750332"/>
                  </a:lnTo>
                  <a:lnTo>
                    <a:pt x="723572" y="751779"/>
                  </a:lnTo>
                  <a:lnTo>
                    <a:pt x="723135" y="754537"/>
                  </a:lnTo>
                  <a:cubicBezTo>
                    <a:pt x="723135" y="754537"/>
                    <a:pt x="722260" y="757598"/>
                    <a:pt x="722832" y="757733"/>
                  </a:cubicBezTo>
                  <a:cubicBezTo>
                    <a:pt x="723404" y="757867"/>
                    <a:pt x="725289" y="757867"/>
                    <a:pt x="725895" y="757867"/>
                  </a:cubicBezTo>
                  <a:cubicBezTo>
                    <a:pt x="726467" y="757867"/>
                    <a:pt x="731246" y="757867"/>
                    <a:pt x="731246" y="757867"/>
                  </a:cubicBezTo>
                  <a:lnTo>
                    <a:pt x="732121" y="759886"/>
                  </a:lnTo>
                  <a:lnTo>
                    <a:pt x="732121" y="760458"/>
                  </a:lnTo>
                  <a:lnTo>
                    <a:pt x="732121" y="763923"/>
                  </a:lnTo>
                  <a:lnTo>
                    <a:pt x="729967" y="765234"/>
                  </a:lnTo>
                  <a:lnTo>
                    <a:pt x="725188" y="766681"/>
                  </a:lnTo>
                  <a:lnTo>
                    <a:pt x="723875" y="770146"/>
                  </a:lnTo>
                  <a:cubicBezTo>
                    <a:pt x="723875" y="770146"/>
                    <a:pt x="723438" y="771290"/>
                    <a:pt x="724010" y="771592"/>
                  </a:cubicBezTo>
                  <a:cubicBezTo>
                    <a:pt x="724582" y="771895"/>
                    <a:pt x="726803" y="773173"/>
                    <a:pt x="726803" y="773173"/>
                  </a:cubicBezTo>
                  <a:cubicBezTo>
                    <a:pt x="726803" y="773173"/>
                    <a:pt x="726904" y="773308"/>
                    <a:pt x="726904" y="773476"/>
                  </a:cubicBezTo>
                  <a:lnTo>
                    <a:pt x="726904" y="773476"/>
                  </a:lnTo>
                  <a:lnTo>
                    <a:pt x="731246" y="773476"/>
                  </a:lnTo>
                  <a:lnTo>
                    <a:pt x="736765" y="768262"/>
                  </a:lnTo>
                  <a:lnTo>
                    <a:pt x="741679" y="768262"/>
                  </a:lnTo>
                  <a:lnTo>
                    <a:pt x="744876" y="766244"/>
                  </a:lnTo>
                  <a:lnTo>
                    <a:pt x="747198" y="767993"/>
                  </a:lnTo>
                  <a:lnTo>
                    <a:pt x="748948" y="772063"/>
                  </a:lnTo>
                  <a:lnTo>
                    <a:pt x="751842" y="773510"/>
                  </a:lnTo>
                  <a:lnTo>
                    <a:pt x="758439" y="776975"/>
                  </a:lnTo>
                  <a:lnTo>
                    <a:pt x="762578" y="776975"/>
                  </a:lnTo>
                  <a:cubicBezTo>
                    <a:pt x="762578" y="776975"/>
                    <a:pt x="770622" y="777412"/>
                    <a:pt x="771261" y="776975"/>
                  </a:cubicBezTo>
                  <a:cubicBezTo>
                    <a:pt x="771900" y="776537"/>
                    <a:pt x="773852" y="772938"/>
                    <a:pt x="773852" y="772938"/>
                  </a:cubicBezTo>
                  <a:lnTo>
                    <a:pt x="775804" y="770011"/>
                  </a:lnTo>
                  <a:lnTo>
                    <a:pt x="785160" y="770011"/>
                  </a:lnTo>
                  <a:lnTo>
                    <a:pt x="790141" y="770449"/>
                  </a:lnTo>
                  <a:cubicBezTo>
                    <a:pt x="790141" y="770449"/>
                    <a:pt x="800574" y="772534"/>
                    <a:pt x="801449" y="771693"/>
                  </a:cubicBezTo>
                  <a:cubicBezTo>
                    <a:pt x="802324" y="770886"/>
                    <a:pt x="802661" y="772164"/>
                    <a:pt x="804377" y="769574"/>
                  </a:cubicBezTo>
                  <a:cubicBezTo>
                    <a:pt x="806127" y="766950"/>
                    <a:pt x="806867" y="766244"/>
                    <a:pt x="806867" y="766244"/>
                  </a:cubicBezTo>
                  <a:lnTo>
                    <a:pt x="806867" y="765672"/>
                  </a:lnTo>
                  <a:lnTo>
                    <a:pt x="812286" y="766984"/>
                  </a:lnTo>
                  <a:lnTo>
                    <a:pt x="814473" y="771424"/>
                  </a:lnTo>
                  <a:cubicBezTo>
                    <a:pt x="814473" y="771424"/>
                    <a:pt x="817065" y="773274"/>
                    <a:pt x="817940" y="773274"/>
                  </a:cubicBezTo>
                  <a:cubicBezTo>
                    <a:pt x="818815" y="773274"/>
                    <a:pt x="821204" y="772164"/>
                    <a:pt x="821844" y="771424"/>
                  </a:cubicBezTo>
                  <a:cubicBezTo>
                    <a:pt x="822483" y="770684"/>
                    <a:pt x="822483" y="770247"/>
                    <a:pt x="823796" y="768935"/>
                  </a:cubicBezTo>
                  <a:cubicBezTo>
                    <a:pt x="825108" y="767623"/>
                    <a:pt x="825108" y="765907"/>
                    <a:pt x="825546" y="765672"/>
                  </a:cubicBezTo>
                  <a:cubicBezTo>
                    <a:pt x="825983" y="765436"/>
                    <a:pt x="826858" y="764158"/>
                    <a:pt x="826858" y="764158"/>
                  </a:cubicBezTo>
                  <a:cubicBezTo>
                    <a:pt x="826858" y="764158"/>
                    <a:pt x="827498" y="762409"/>
                    <a:pt x="826858" y="761770"/>
                  </a:cubicBezTo>
                  <a:cubicBezTo>
                    <a:pt x="826219" y="761130"/>
                    <a:pt x="826993" y="761130"/>
                    <a:pt x="827161" y="759818"/>
                  </a:cubicBezTo>
                  <a:cubicBezTo>
                    <a:pt x="827296" y="758506"/>
                    <a:pt x="826858" y="760054"/>
                    <a:pt x="827296" y="758506"/>
                  </a:cubicBezTo>
                  <a:cubicBezTo>
                    <a:pt x="827733" y="756993"/>
                    <a:pt x="827431" y="755243"/>
                    <a:pt x="827431" y="755243"/>
                  </a:cubicBezTo>
                  <a:lnTo>
                    <a:pt x="827733" y="752418"/>
                  </a:lnTo>
                  <a:lnTo>
                    <a:pt x="827733" y="750029"/>
                  </a:lnTo>
                  <a:cubicBezTo>
                    <a:pt x="827733" y="750029"/>
                    <a:pt x="825983" y="748953"/>
                    <a:pt x="825781" y="748280"/>
                  </a:cubicBezTo>
                  <a:cubicBezTo>
                    <a:pt x="825546" y="747641"/>
                    <a:pt x="825142" y="745892"/>
                    <a:pt x="825142" y="745892"/>
                  </a:cubicBezTo>
                  <a:lnTo>
                    <a:pt x="823628" y="744849"/>
                  </a:lnTo>
                  <a:lnTo>
                    <a:pt x="820800" y="742797"/>
                  </a:lnTo>
                  <a:cubicBezTo>
                    <a:pt x="820800" y="742797"/>
                    <a:pt x="820733" y="741014"/>
                    <a:pt x="820800" y="740778"/>
                  </a:cubicBezTo>
                  <a:cubicBezTo>
                    <a:pt x="820868" y="740577"/>
                    <a:pt x="821406" y="739635"/>
                    <a:pt x="821608" y="739365"/>
                  </a:cubicBezTo>
                  <a:cubicBezTo>
                    <a:pt x="821810" y="739096"/>
                    <a:pt x="822147" y="738995"/>
                    <a:pt x="822416" y="738491"/>
                  </a:cubicBezTo>
                  <a:cubicBezTo>
                    <a:pt x="822685" y="737986"/>
                    <a:pt x="822921" y="737583"/>
                    <a:pt x="822921" y="736540"/>
                  </a:cubicBezTo>
                  <a:cubicBezTo>
                    <a:pt x="822921" y="735497"/>
                    <a:pt x="823022" y="735060"/>
                    <a:pt x="822921" y="734421"/>
                  </a:cubicBezTo>
                  <a:cubicBezTo>
                    <a:pt x="822820" y="733781"/>
                    <a:pt x="822719" y="732940"/>
                    <a:pt x="821945" y="732503"/>
                  </a:cubicBezTo>
                  <a:cubicBezTo>
                    <a:pt x="821171" y="732066"/>
                    <a:pt x="820329" y="732268"/>
                    <a:pt x="819656" y="731460"/>
                  </a:cubicBezTo>
                  <a:cubicBezTo>
                    <a:pt x="819017" y="730653"/>
                    <a:pt x="816897" y="730014"/>
                    <a:pt x="816897" y="730014"/>
                  </a:cubicBezTo>
                  <a:lnTo>
                    <a:pt x="814709" y="730014"/>
                  </a:lnTo>
                  <a:lnTo>
                    <a:pt x="813094" y="728601"/>
                  </a:lnTo>
                  <a:lnTo>
                    <a:pt x="811882" y="728264"/>
                  </a:lnTo>
                  <a:lnTo>
                    <a:pt x="807742" y="728264"/>
                  </a:lnTo>
                  <a:lnTo>
                    <a:pt x="806228" y="728567"/>
                  </a:lnTo>
                  <a:lnTo>
                    <a:pt x="804916" y="730081"/>
                  </a:lnTo>
                  <a:lnTo>
                    <a:pt x="802089" y="731090"/>
                  </a:lnTo>
                  <a:lnTo>
                    <a:pt x="800069" y="732335"/>
                  </a:lnTo>
                  <a:lnTo>
                    <a:pt x="797747" y="733781"/>
                  </a:lnTo>
                  <a:lnTo>
                    <a:pt x="794281" y="734656"/>
                  </a:lnTo>
                  <a:lnTo>
                    <a:pt x="788324" y="735228"/>
                  </a:lnTo>
                  <a:lnTo>
                    <a:pt x="785127" y="735228"/>
                  </a:lnTo>
                  <a:cubicBezTo>
                    <a:pt x="785127" y="735228"/>
                    <a:pt x="784117" y="734353"/>
                    <a:pt x="783982" y="733916"/>
                  </a:cubicBezTo>
                  <a:cubicBezTo>
                    <a:pt x="783848" y="733479"/>
                    <a:pt x="783848" y="731292"/>
                    <a:pt x="783848" y="730888"/>
                  </a:cubicBezTo>
                  <a:cubicBezTo>
                    <a:pt x="783848" y="730451"/>
                    <a:pt x="784588" y="729307"/>
                    <a:pt x="784588" y="729307"/>
                  </a:cubicBezTo>
                  <a:cubicBezTo>
                    <a:pt x="784588" y="729307"/>
                    <a:pt x="785463" y="727592"/>
                    <a:pt x="785598" y="727121"/>
                  </a:cubicBezTo>
                  <a:cubicBezTo>
                    <a:pt x="785732" y="726683"/>
                    <a:pt x="784723" y="726818"/>
                    <a:pt x="784454" y="724093"/>
                  </a:cubicBezTo>
                  <a:cubicBezTo>
                    <a:pt x="784151" y="721335"/>
                    <a:pt x="784319" y="720763"/>
                    <a:pt x="784151" y="719316"/>
                  </a:cubicBezTo>
                  <a:cubicBezTo>
                    <a:pt x="784016" y="717870"/>
                    <a:pt x="783713" y="715414"/>
                    <a:pt x="783141" y="715246"/>
                  </a:cubicBezTo>
                  <a:cubicBezTo>
                    <a:pt x="782569" y="715111"/>
                    <a:pt x="780381" y="712353"/>
                    <a:pt x="780381" y="712353"/>
                  </a:cubicBezTo>
                  <a:lnTo>
                    <a:pt x="779069" y="710536"/>
                  </a:lnTo>
                  <a:cubicBezTo>
                    <a:pt x="779069" y="710536"/>
                    <a:pt x="778766" y="709157"/>
                    <a:pt x="778194" y="709157"/>
                  </a:cubicBezTo>
                  <a:cubicBezTo>
                    <a:pt x="778194" y="709157"/>
                    <a:pt x="778328" y="709023"/>
                    <a:pt x="777453" y="709157"/>
                  </a:cubicBezTo>
                  <a:cubicBezTo>
                    <a:pt x="776578" y="709292"/>
                    <a:pt x="775569" y="708451"/>
                    <a:pt x="773684" y="709090"/>
                  </a:cubicBezTo>
                  <a:cubicBezTo>
                    <a:pt x="771799" y="709729"/>
                    <a:pt x="768771" y="710604"/>
                    <a:pt x="768771" y="711175"/>
                  </a:cubicBezTo>
                  <a:cubicBezTo>
                    <a:pt x="768771" y="711747"/>
                    <a:pt x="767021" y="712925"/>
                    <a:pt x="766751" y="712487"/>
                  </a:cubicBezTo>
                  <a:cubicBezTo>
                    <a:pt x="766448" y="712050"/>
                    <a:pt x="764564" y="710301"/>
                    <a:pt x="764564" y="710301"/>
                  </a:cubicBezTo>
                  <a:lnTo>
                    <a:pt x="763823" y="708821"/>
                  </a:lnTo>
                  <a:lnTo>
                    <a:pt x="762006" y="707172"/>
                  </a:lnTo>
                  <a:cubicBezTo>
                    <a:pt x="762006" y="707172"/>
                    <a:pt x="762444" y="704717"/>
                    <a:pt x="762444" y="704414"/>
                  </a:cubicBezTo>
                  <a:cubicBezTo>
                    <a:pt x="762444" y="704111"/>
                    <a:pt x="762376" y="701084"/>
                    <a:pt x="762376" y="701084"/>
                  </a:cubicBezTo>
                  <a:lnTo>
                    <a:pt x="763386" y="695096"/>
                  </a:lnTo>
                  <a:lnTo>
                    <a:pt x="763386" y="692606"/>
                  </a:lnTo>
                  <a:cubicBezTo>
                    <a:pt x="763386" y="692606"/>
                    <a:pt x="760559" y="690016"/>
                    <a:pt x="760121" y="689680"/>
                  </a:cubicBezTo>
                  <a:cubicBezTo>
                    <a:pt x="759684" y="689343"/>
                    <a:pt x="758607" y="687931"/>
                    <a:pt x="758607" y="687931"/>
                  </a:cubicBezTo>
                  <a:cubicBezTo>
                    <a:pt x="758607" y="687931"/>
                    <a:pt x="758405" y="686080"/>
                    <a:pt x="758943" y="685643"/>
                  </a:cubicBezTo>
                  <a:cubicBezTo>
                    <a:pt x="759482" y="685206"/>
                    <a:pt x="760357" y="683793"/>
                    <a:pt x="760693" y="683692"/>
                  </a:cubicBezTo>
                  <a:cubicBezTo>
                    <a:pt x="761030" y="683591"/>
                    <a:pt x="762006" y="681842"/>
                    <a:pt x="762006" y="681842"/>
                  </a:cubicBezTo>
                  <a:cubicBezTo>
                    <a:pt x="762006" y="681842"/>
                    <a:pt x="762780" y="679790"/>
                    <a:pt x="763083" y="679655"/>
                  </a:cubicBezTo>
                  <a:cubicBezTo>
                    <a:pt x="763419" y="679554"/>
                    <a:pt x="763419" y="679218"/>
                    <a:pt x="764295" y="678680"/>
                  </a:cubicBezTo>
                  <a:cubicBezTo>
                    <a:pt x="765170" y="678141"/>
                    <a:pt x="767021" y="675753"/>
                    <a:pt x="767021" y="675753"/>
                  </a:cubicBezTo>
                  <a:lnTo>
                    <a:pt x="768097" y="674677"/>
                  </a:lnTo>
                  <a:lnTo>
                    <a:pt x="768973" y="674037"/>
                  </a:lnTo>
                  <a:lnTo>
                    <a:pt x="770487" y="672725"/>
                  </a:lnTo>
                  <a:cubicBezTo>
                    <a:pt x="770487" y="672725"/>
                    <a:pt x="771126" y="671851"/>
                    <a:pt x="772001" y="671851"/>
                  </a:cubicBezTo>
                  <a:cubicBezTo>
                    <a:pt x="772876" y="671851"/>
                    <a:pt x="774593" y="670875"/>
                    <a:pt x="775030" y="670875"/>
                  </a:cubicBezTo>
                  <a:cubicBezTo>
                    <a:pt x="775468" y="670875"/>
                    <a:pt x="778194" y="670875"/>
                    <a:pt x="778194" y="670875"/>
                  </a:cubicBezTo>
                  <a:cubicBezTo>
                    <a:pt x="778194" y="670875"/>
                    <a:pt x="780348" y="672187"/>
                    <a:pt x="780785" y="672490"/>
                  </a:cubicBezTo>
                  <a:cubicBezTo>
                    <a:pt x="781223" y="672826"/>
                    <a:pt x="782401" y="673264"/>
                    <a:pt x="782973" y="673365"/>
                  </a:cubicBezTo>
                  <a:cubicBezTo>
                    <a:pt x="783511" y="673466"/>
                    <a:pt x="786103" y="673466"/>
                    <a:pt x="786574" y="673466"/>
                  </a:cubicBezTo>
                  <a:cubicBezTo>
                    <a:pt x="787011" y="673466"/>
                    <a:pt x="787213" y="674979"/>
                    <a:pt x="788324" y="673129"/>
                  </a:cubicBezTo>
                  <a:cubicBezTo>
                    <a:pt x="789401" y="671279"/>
                    <a:pt x="789939" y="670741"/>
                    <a:pt x="789939" y="670303"/>
                  </a:cubicBezTo>
                  <a:cubicBezTo>
                    <a:pt x="789939" y="669866"/>
                    <a:pt x="789502" y="664215"/>
                    <a:pt x="789502" y="664215"/>
                  </a:cubicBezTo>
                  <a:lnTo>
                    <a:pt x="789502" y="663037"/>
                  </a:lnTo>
                  <a:lnTo>
                    <a:pt x="790915" y="660750"/>
                  </a:lnTo>
                  <a:lnTo>
                    <a:pt x="793002" y="658630"/>
                  </a:lnTo>
                  <a:lnTo>
                    <a:pt x="795290" y="655199"/>
                  </a:lnTo>
                  <a:lnTo>
                    <a:pt x="797343" y="655199"/>
                  </a:lnTo>
                  <a:lnTo>
                    <a:pt x="799834" y="656074"/>
                  </a:lnTo>
                  <a:lnTo>
                    <a:pt x="800608" y="658799"/>
                  </a:lnTo>
                  <a:lnTo>
                    <a:pt x="801920" y="661624"/>
                  </a:lnTo>
                  <a:lnTo>
                    <a:pt x="805387" y="664988"/>
                  </a:lnTo>
                  <a:lnTo>
                    <a:pt x="807440" y="667713"/>
                  </a:lnTo>
                  <a:lnTo>
                    <a:pt x="809930" y="670202"/>
                  </a:lnTo>
                  <a:lnTo>
                    <a:pt x="812656" y="670404"/>
                  </a:lnTo>
                  <a:lnTo>
                    <a:pt x="814171" y="670068"/>
                  </a:lnTo>
                  <a:lnTo>
                    <a:pt x="815584" y="669866"/>
                  </a:lnTo>
                  <a:lnTo>
                    <a:pt x="818209" y="671178"/>
                  </a:lnTo>
                  <a:lnTo>
                    <a:pt x="820262" y="675316"/>
                  </a:lnTo>
                  <a:lnTo>
                    <a:pt x="821036" y="677166"/>
                  </a:lnTo>
                  <a:lnTo>
                    <a:pt x="822113" y="679453"/>
                  </a:lnTo>
                  <a:lnTo>
                    <a:pt x="824166" y="679117"/>
                  </a:lnTo>
                  <a:lnTo>
                    <a:pt x="825377" y="680328"/>
                  </a:lnTo>
                  <a:lnTo>
                    <a:pt x="826152" y="681943"/>
                  </a:lnTo>
                  <a:lnTo>
                    <a:pt x="827128" y="683591"/>
                  </a:lnTo>
                  <a:lnTo>
                    <a:pt x="828979" y="685206"/>
                  </a:lnTo>
                  <a:lnTo>
                    <a:pt x="830628" y="685979"/>
                  </a:lnTo>
                  <a:lnTo>
                    <a:pt x="832479" y="686619"/>
                  </a:lnTo>
                  <a:cubicBezTo>
                    <a:pt x="832479" y="686619"/>
                    <a:pt x="833253" y="687258"/>
                    <a:pt x="834229" y="686854"/>
                  </a:cubicBezTo>
                  <a:cubicBezTo>
                    <a:pt x="835205" y="686417"/>
                    <a:pt x="835642" y="685374"/>
                    <a:pt x="835642" y="685374"/>
                  </a:cubicBezTo>
                  <a:cubicBezTo>
                    <a:pt x="835642" y="685374"/>
                    <a:pt x="835474" y="685710"/>
                    <a:pt x="835205" y="686047"/>
                  </a:cubicBezTo>
                  <a:lnTo>
                    <a:pt x="833017" y="680429"/>
                  </a:lnTo>
                  <a:lnTo>
                    <a:pt x="833017" y="675215"/>
                  </a:lnTo>
                  <a:lnTo>
                    <a:pt x="831906" y="672826"/>
                  </a:lnTo>
                  <a:lnTo>
                    <a:pt x="831301" y="669496"/>
                  </a:lnTo>
                  <a:lnTo>
                    <a:pt x="831301" y="668251"/>
                  </a:lnTo>
                  <a:cubicBezTo>
                    <a:pt x="831301" y="668251"/>
                    <a:pt x="829113" y="663609"/>
                    <a:pt x="829113" y="663172"/>
                  </a:cubicBezTo>
                  <a:cubicBezTo>
                    <a:pt x="829113" y="662734"/>
                    <a:pt x="828238" y="658967"/>
                    <a:pt x="828238" y="658967"/>
                  </a:cubicBezTo>
                  <a:lnTo>
                    <a:pt x="825411" y="656646"/>
                  </a:lnTo>
                  <a:lnTo>
                    <a:pt x="824334" y="651297"/>
                  </a:lnTo>
                  <a:lnTo>
                    <a:pt x="824334" y="647395"/>
                  </a:lnTo>
                  <a:cubicBezTo>
                    <a:pt x="824334" y="647395"/>
                    <a:pt x="822450" y="644939"/>
                    <a:pt x="821877" y="644939"/>
                  </a:cubicBezTo>
                  <a:cubicBezTo>
                    <a:pt x="821305" y="644939"/>
                    <a:pt x="817805" y="640734"/>
                    <a:pt x="817805" y="640734"/>
                  </a:cubicBezTo>
                  <a:cubicBezTo>
                    <a:pt x="817805" y="640734"/>
                    <a:pt x="813026" y="641743"/>
                    <a:pt x="811848" y="641743"/>
                  </a:cubicBezTo>
                  <a:cubicBezTo>
                    <a:pt x="810704" y="641743"/>
                    <a:pt x="806935" y="641003"/>
                    <a:pt x="806060" y="639725"/>
                  </a:cubicBezTo>
                  <a:cubicBezTo>
                    <a:pt x="805185" y="638413"/>
                    <a:pt x="801584" y="634511"/>
                    <a:pt x="801584" y="634511"/>
                  </a:cubicBezTo>
                  <a:lnTo>
                    <a:pt x="798252" y="632761"/>
                  </a:lnTo>
                  <a:lnTo>
                    <a:pt x="790276" y="634073"/>
                  </a:lnTo>
                  <a:cubicBezTo>
                    <a:pt x="790276" y="634073"/>
                    <a:pt x="783915" y="636529"/>
                    <a:pt x="783478" y="636664"/>
                  </a:cubicBezTo>
                  <a:cubicBezTo>
                    <a:pt x="783040" y="636798"/>
                    <a:pt x="778833" y="636361"/>
                    <a:pt x="778396" y="636226"/>
                  </a:cubicBezTo>
                  <a:cubicBezTo>
                    <a:pt x="777958" y="636092"/>
                    <a:pt x="773920" y="630272"/>
                    <a:pt x="773920" y="630272"/>
                  </a:cubicBezTo>
                  <a:lnTo>
                    <a:pt x="773920" y="624755"/>
                  </a:lnTo>
                  <a:lnTo>
                    <a:pt x="773920" y="619541"/>
                  </a:lnTo>
                  <a:cubicBezTo>
                    <a:pt x="773920" y="619541"/>
                    <a:pt x="771968" y="615202"/>
                    <a:pt x="771093" y="614529"/>
                  </a:cubicBezTo>
                  <a:cubicBezTo>
                    <a:pt x="770218" y="613890"/>
                    <a:pt x="769141" y="611703"/>
                    <a:pt x="769141" y="610829"/>
                  </a:cubicBezTo>
                  <a:cubicBezTo>
                    <a:pt x="769141" y="609954"/>
                    <a:pt x="770016" y="609315"/>
                    <a:pt x="770218" y="608205"/>
                  </a:cubicBezTo>
                  <a:cubicBezTo>
                    <a:pt x="770420" y="607128"/>
                    <a:pt x="771295" y="606018"/>
                    <a:pt x="771295" y="605177"/>
                  </a:cubicBezTo>
                  <a:cubicBezTo>
                    <a:pt x="771295" y="604302"/>
                    <a:pt x="773247" y="602553"/>
                    <a:pt x="773247" y="602553"/>
                  </a:cubicBezTo>
                  <a:lnTo>
                    <a:pt x="773684" y="599290"/>
                  </a:lnTo>
                  <a:lnTo>
                    <a:pt x="774122" y="596666"/>
                  </a:lnTo>
                  <a:lnTo>
                    <a:pt x="776511" y="593841"/>
                  </a:lnTo>
                  <a:lnTo>
                    <a:pt x="774357" y="588862"/>
                  </a:lnTo>
                  <a:lnTo>
                    <a:pt x="769141" y="589938"/>
                  </a:lnTo>
                  <a:cubicBezTo>
                    <a:pt x="769141" y="589938"/>
                    <a:pt x="766516" y="591015"/>
                    <a:pt x="765876" y="591688"/>
                  </a:cubicBezTo>
                  <a:cubicBezTo>
                    <a:pt x="765237" y="592327"/>
                    <a:pt x="760660" y="594278"/>
                    <a:pt x="760660" y="594278"/>
                  </a:cubicBezTo>
                  <a:lnTo>
                    <a:pt x="757395" y="594278"/>
                  </a:lnTo>
                  <a:lnTo>
                    <a:pt x="750429" y="593201"/>
                  </a:lnTo>
                  <a:lnTo>
                    <a:pt x="746962" y="590376"/>
                  </a:lnTo>
                  <a:lnTo>
                    <a:pt x="744573" y="586911"/>
                  </a:lnTo>
                  <a:lnTo>
                    <a:pt x="745650" y="582773"/>
                  </a:lnTo>
                  <a:lnTo>
                    <a:pt x="746087" y="580385"/>
                  </a:lnTo>
                  <a:lnTo>
                    <a:pt x="744573" y="578871"/>
                  </a:lnTo>
                  <a:lnTo>
                    <a:pt x="740433" y="573657"/>
                  </a:lnTo>
                  <a:cubicBezTo>
                    <a:pt x="740433" y="573657"/>
                    <a:pt x="739356" y="571268"/>
                    <a:pt x="739356" y="570595"/>
                  </a:cubicBezTo>
                  <a:cubicBezTo>
                    <a:pt x="739356" y="569956"/>
                    <a:pt x="739996" y="564069"/>
                    <a:pt x="740669" y="563868"/>
                  </a:cubicBezTo>
                  <a:cubicBezTo>
                    <a:pt x="741342" y="563666"/>
                    <a:pt x="739356" y="558653"/>
                    <a:pt x="739356" y="558653"/>
                  </a:cubicBezTo>
                  <a:cubicBezTo>
                    <a:pt x="739356" y="558653"/>
                    <a:pt x="742823" y="556265"/>
                    <a:pt x="743496" y="556366"/>
                  </a:cubicBezTo>
                  <a:cubicBezTo>
                    <a:pt x="744135" y="556467"/>
                    <a:pt x="748477" y="550815"/>
                    <a:pt x="748477" y="550815"/>
                  </a:cubicBezTo>
                  <a:cubicBezTo>
                    <a:pt x="748477" y="550815"/>
                    <a:pt x="753895" y="547990"/>
                    <a:pt x="754333" y="547351"/>
                  </a:cubicBezTo>
                  <a:cubicBezTo>
                    <a:pt x="754770" y="546711"/>
                    <a:pt x="759112" y="545837"/>
                    <a:pt x="759785" y="545601"/>
                  </a:cubicBezTo>
                  <a:cubicBezTo>
                    <a:pt x="760424" y="545399"/>
                    <a:pt x="762612" y="543650"/>
                    <a:pt x="762612" y="542775"/>
                  </a:cubicBezTo>
                  <a:cubicBezTo>
                    <a:pt x="762612" y="541901"/>
                    <a:pt x="764564" y="537023"/>
                    <a:pt x="764564" y="536149"/>
                  </a:cubicBezTo>
                  <a:cubicBezTo>
                    <a:pt x="764564" y="535274"/>
                    <a:pt x="765439" y="531708"/>
                    <a:pt x="765439" y="531708"/>
                  </a:cubicBezTo>
                  <a:lnTo>
                    <a:pt x="767828" y="531708"/>
                  </a:lnTo>
                  <a:cubicBezTo>
                    <a:pt x="767828" y="531708"/>
                    <a:pt x="769343" y="531910"/>
                    <a:pt x="770891" y="531708"/>
                  </a:cubicBezTo>
                  <a:cubicBezTo>
                    <a:pt x="772405" y="531473"/>
                    <a:pt x="773280" y="530632"/>
                    <a:pt x="773920" y="529959"/>
                  </a:cubicBezTo>
                  <a:cubicBezTo>
                    <a:pt x="774559" y="529320"/>
                    <a:pt x="774795" y="527570"/>
                    <a:pt x="775232" y="526931"/>
                  </a:cubicBezTo>
                  <a:cubicBezTo>
                    <a:pt x="775670" y="526292"/>
                    <a:pt x="776545" y="523466"/>
                    <a:pt x="776545" y="522592"/>
                  </a:cubicBezTo>
                  <a:cubicBezTo>
                    <a:pt x="776545" y="521717"/>
                    <a:pt x="777420" y="518690"/>
                    <a:pt x="777420" y="518690"/>
                  </a:cubicBezTo>
                  <a:cubicBezTo>
                    <a:pt x="777420" y="518690"/>
                    <a:pt x="777857" y="516503"/>
                    <a:pt x="777857" y="515662"/>
                  </a:cubicBezTo>
                  <a:cubicBezTo>
                    <a:pt x="777857" y="514787"/>
                    <a:pt x="779170" y="513274"/>
                    <a:pt x="778732" y="512399"/>
                  </a:cubicBezTo>
                  <a:cubicBezTo>
                    <a:pt x="778295" y="511524"/>
                    <a:pt x="778295" y="509136"/>
                    <a:pt x="777655" y="508934"/>
                  </a:cubicBezTo>
                  <a:cubicBezTo>
                    <a:pt x="777016" y="508732"/>
                    <a:pt x="776780" y="505032"/>
                    <a:pt x="775030" y="503922"/>
                  </a:cubicBezTo>
                  <a:cubicBezTo>
                    <a:pt x="773280" y="502845"/>
                    <a:pt x="771328" y="501971"/>
                    <a:pt x="768703" y="501533"/>
                  </a:cubicBezTo>
                  <a:cubicBezTo>
                    <a:pt x="766112" y="501096"/>
                    <a:pt x="763924" y="498506"/>
                    <a:pt x="763285" y="498270"/>
                  </a:cubicBezTo>
                  <a:cubicBezTo>
                    <a:pt x="762612" y="498035"/>
                    <a:pt x="760895" y="494133"/>
                    <a:pt x="760895" y="494133"/>
                  </a:cubicBezTo>
                  <a:lnTo>
                    <a:pt x="760660" y="489692"/>
                  </a:lnTo>
                  <a:lnTo>
                    <a:pt x="761299" y="486530"/>
                  </a:lnTo>
                  <a:lnTo>
                    <a:pt x="766078" y="486530"/>
                  </a:lnTo>
                  <a:lnTo>
                    <a:pt x="770420" y="488717"/>
                  </a:lnTo>
                  <a:lnTo>
                    <a:pt x="771295" y="485454"/>
                  </a:lnTo>
                  <a:lnTo>
                    <a:pt x="768670" y="481316"/>
                  </a:lnTo>
                  <a:lnTo>
                    <a:pt x="771497" y="480239"/>
                  </a:lnTo>
                  <a:cubicBezTo>
                    <a:pt x="771497" y="480239"/>
                    <a:pt x="774324" y="480677"/>
                    <a:pt x="775199" y="480239"/>
                  </a:cubicBezTo>
                  <a:cubicBezTo>
                    <a:pt x="776074" y="479802"/>
                    <a:pt x="777386" y="480239"/>
                    <a:pt x="777386" y="480239"/>
                  </a:cubicBezTo>
                  <a:lnTo>
                    <a:pt x="780651" y="474151"/>
                  </a:lnTo>
                  <a:cubicBezTo>
                    <a:pt x="780651" y="474151"/>
                    <a:pt x="783680" y="469811"/>
                    <a:pt x="784353" y="468937"/>
                  </a:cubicBezTo>
                  <a:cubicBezTo>
                    <a:pt x="784992" y="468062"/>
                    <a:pt x="786574" y="464597"/>
                    <a:pt x="787180" y="464597"/>
                  </a:cubicBezTo>
                  <a:cubicBezTo>
                    <a:pt x="787819" y="464597"/>
                    <a:pt x="790209" y="462410"/>
                    <a:pt x="790209" y="462410"/>
                  </a:cubicBezTo>
                  <a:cubicBezTo>
                    <a:pt x="790209" y="462410"/>
                    <a:pt x="792834" y="464597"/>
                    <a:pt x="793473" y="464799"/>
                  </a:cubicBezTo>
                  <a:cubicBezTo>
                    <a:pt x="794112" y="465001"/>
                    <a:pt x="796738" y="467826"/>
                    <a:pt x="796738" y="467826"/>
                  </a:cubicBezTo>
                  <a:cubicBezTo>
                    <a:pt x="796738" y="467826"/>
                    <a:pt x="800002" y="468264"/>
                    <a:pt x="800641" y="468466"/>
                  </a:cubicBezTo>
                  <a:cubicBezTo>
                    <a:pt x="801315" y="468667"/>
                    <a:pt x="804343" y="470652"/>
                    <a:pt x="804343" y="470652"/>
                  </a:cubicBezTo>
                  <a:lnTo>
                    <a:pt x="806733" y="471729"/>
                  </a:lnTo>
                  <a:lnTo>
                    <a:pt x="810199" y="473478"/>
                  </a:lnTo>
                  <a:lnTo>
                    <a:pt x="812387" y="476741"/>
                  </a:lnTo>
                  <a:lnTo>
                    <a:pt x="814574" y="479567"/>
                  </a:lnTo>
                  <a:lnTo>
                    <a:pt x="818276" y="479567"/>
                  </a:lnTo>
                  <a:lnTo>
                    <a:pt x="821103" y="481955"/>
                  </a:lnTo>
                  <a:lnTo>
                    <a:pt x="825007" y="485218"/>
                  </a:lnTo>
                  <a:lnTo>
                    <a:pt x="826959" y="488986"/>
                  </a:lnTo>
                  <a:lnTo>
                    <a:pt x="830426" y="492316"/>
                  </a:lnTo>
                  <a:cubicBezTo>
                    <a:pt x="830426" y="492316"/>
                    <a:pt x="834700" y="492451"/>
                    <a:pt x="834801" y="492451"/>
                  </a:cubicBezTo>
                  <a:cubicBezTo>
                    <a:pt x="834902" y="492451"/>
                    <a:pt x="836921" y="492451"/>
                    <a:pt x="837358" y="492316"/>
                  </a:cubicBezTo>
                  <a:cubicBezTo>
                    <a:pt x="837796" y="492181"/>
                    <a:pt x="840118" y="490735"/>
                    <a:pt x="840118" y="490735"/>
                  </a:cubicBezTo>
                  <a:lnTo>
                    <a:pt x="841565" y="488717"/>
                  </a:lnTo>
                  <a:lnTo>
                    <a:pt x="842878" y="488212"/>
                  </a:lnTo>
                  <a:cubicBezTo>
                    <a:pt x="842878" y="488212"/>
                    <a:pt x="844190" y="488279"/>
                    <a:pt x="844628" y="488279"/>
                  </a:cubicBezTo>
                  <a:cubicBezTo>
                    <a:pt x="845065" y="488279"/>
                    <a:pt x="847825" y="488279"/>
                    <a:pt x="847825" y="488279"/>
                  </a:cubicBezTo>
                  <a:lnTo>
                    <a:pt x="848700" y="487707"/>
                  </a:lnTo>
                  <a:cubicBezTo>
                    <a:pt x="848700" y="487707"/>
                    <a:pt x="850013" y="485521"/>
                    <a:pt x="850450" y="485084"/>
                  </a:cubicBezTo>
                  <a:cubicBezTo>
                    <a:pt x="850888" y="484646"/>
                    <a:pt x="851628" y="483334"/>
                    <a:pt x="851628" y="483334"/>
                  </a:cubicBezTo>
                  <a:lnTo>
                    <a:pt x="852638" y="482090"/>
                  </a:lnTo>
                  <a:lnTo>
                    <a:pt x="855667" y="481282"/>
                  </a:lnTo>
                  <a:lnTo>
                    <a:pt x="860008" y="481282"/>
                  </a:lnTo>
                  <a:lnTo>
                    <a:pt x="861455" y="480576"/>
                  </a:lnTo>
                  <a:cubicBezTo>
                    <a:pt x="861455" y="480576"/>
                    <a:pt x="862465" y="481013"/>
                    <a:pt x="863912" y="481888"/>
                  </a:cubicBezTo>
                  <a:cubicBezTo>
                    <a:pt x="865359" y="482762"/>
                    <a:pt x="870441" y="485958"/>
                    <a:pt x="870441" y="485958"/>
                  </a:cubicBezTo>
                  <a:lnTo>
                    <a:pt x="871148" y="489726"/>
                  </a:lnTo>
                  <a:cubicBezTo>
                    <a:pt x="871148" y="489726"/>
                    <a:pt x="870508" y="494940"/>
                    <a:pt x="870778" y="495512"/>
                  </a:cubicBezTo>
                  <a:cubicBezTo>
                    <a:pt x="871080" y="496084"/>
                    <a:pt x="871282" y="500154"/>
                    <a:pt x="871282" y="500154"/>
                  </a:cubicBezTo>
                  <a:lnTo>
                    <a:pt x="871282" y="503047"/>
                  </a:lnTo>
                  <a:lnTo>
                    <a:pt x="874311" y="505234"/>
                  </a:lnTo>
                  <a:lnTo>
                    <a:pt x="875186" y="508429"/>
                  </a:lnTo>
                  <a:cubicBezTo>
                    <a:pt x="875186" y="508429"/>
                    <a:pt x="879258" y="511322"/>
                    <a:pt x="880100" y="511625"/>
                  </a:cubicBezTo>
                  <a:cubicBezTo>
                    <a:pt x="880975" y="511928"/>
                    <a:pt x="881109" y="511827"/>
                    <a:pt x="882557" y="512130"/>
                  </a:cubicBezTo>
                  <a:cubicBezTo>
                    <a:pt x="884004" y="512433"/>
                    <a:pt x="886898" y="512634"/>
                    <a:pt x="887470" y="512634"/>
                  </a:cubicBezTo>
                  <a:cubicBezTo>
                    <a:pt x="888042" y="512634"/>
                    <a:pt x="891239" y="512634"/>
                    <a:pt x="891239" y="512634"/>
                  </a:cubicBezTo>
                  <a:cubicBezTo>
                    <a:pt x="891239" y="512634"/>
                    <a:pt x="895144" y="512634"/>
                    <a:pt x="896591" y="512634"/>
                  </a:cubicBezTo>
                  <a:cubicBezTo>
                    <a:pt x="898038" y="512634"/>
                    <a:pt x="901673" y="512634"/>
                    <a:pt x="901673" y="512634"/>
                  </a:cubicBezTo>
                  <a:lnTo>
                    <a:pt x="904432" y="510448"/>
                  </a:lnTo>
                  <a:lnTo>
                    <a:pt x="906620" y="509439"/>
                  </a:lnTo>
                  <a:cubicBezTo>
                    <a:pt x="906620" y="509439"/>
                    <a:pt x="909379" y="508295"/>
                    <a:pt x="909951" y="508295"/>
                  </a:cubicBezTo>
                  <a:cubicBezTo>
                    <a:pt x="910524" y="508295"/>
                    <a:pt x="914158" y="505974"/>
                    <a:pt x="914731" y="505839"/>
                  </a:cubicBezTo>
                  <a:cubicBezTo>
                    <a:pt x="915303" y="505705"/>
                    <a:pt x="917557" y="503081"/>
                    <a:pt x="917995" y="503081"/>
                  </a:cubicBezTo>
                  <a:cubicBezTo>
                    <a:pt x="918432" y="503081"/>
                    <a:pt x="919947" y="499616"/>
                    <a:pt x="919947" y="499616"/>
                  </a:cubicBezTo>
                  <a:lnTo>
                    <a:pt x="919947" y="497867"/>
                  </a:lnTo>
                  <a:lnTo>
                    <a:pt x="920822" y="495276"/>
                  </a:lnTo>
                  <a:lnTo>
                    <a:pt x="922707" y="492955"/>
                  </a:lnTo>
                  <a:lnTo>
                    <a:pt x="924591" y="491071"/>
                  </a:lnTo>
                  <a:lnTo>
                    <a:pt x="928058" y="486732"/>
                  </a:lnTo>
                  <a:lnTo>
                    <a:pt x="929808" y="480509"/>
                  </a:lnTo>
                  <a:cubicBezTo>
                    <a:pt x="929808" y="480509"/>
                    <a:pt x="932130" y="474992"/>
                    <a:pt x="932870" y="474992"/>
                  </a:cubicBezTo>
                  <a:cubicBezTo>
                    <a:pt x="933577" y="474992"/>
                    <a:pt x="936337" y="472973"/>
                    <a:pt x="936337" y="472973"/>
                  </a:cubicBezTo>
                  <a:lnTo>
                    <a:pt x="937918" y="469643"/>
                  </a:lnTo>
                  <a:lnTo>
                    <a:pt x="939366" y="465303"/>
                  </a:lnTo>
                  <a:cubicBezTo>
                    <a:pt x="939366" y="465303"/>
                    <a:pt x="939938" y="462982"/>
                    <a:pt x="940375" y="462478"/>
                  </a:cubicBezTo>
                  <a:cubicBezTo>
                    <a:pt x="940813" y="461973"/>
                    <a:pt x="942394" y="458340"/>
                    <a:pt x="942394" y="458340"/>
                  </a:cubicBezTo>
                  <a:cubicBezTo>
                    <a:pt x="942394" y="458340"/>
                    <a:pt x="943842" y="457331"/>
                    <a:pt x="943976" y="456894"/>
                  </a:cubicBezTo>
                  <a:cubicBezTo>
                    <a:pt x="944111" y="456456"/>
                    <a:pt x="945558" y="455010"/>
                    <a:pt x="945558" y="455010"/>
                  </a:cubicBezTo>
                  <a:lnTo>
                    <a:pt x="946871" y="451679"/>
                  </a:lnTo>
                  <a:cubicBezTo>
                    <a:pt x="946871" y="451679"/>
                    <a:pt x="946736" y="450098"/>
                    <a:pt x="948318" y="450098"/>
                  </a:cubicBezTo>
                  <a:cubicBezTo>
                    <a:pt x="949899" y="450098"/>
                    <a:pt x="951212" y="450098"/>
                    <a:pt x="951212" y="450098"/>
                  </a:cubicBezTo>
                  <a:lnTo>
                    <a:pt x="951212" y="449224"/>
                  </a:lnTo>
                  <a:lnTo>
                    <a:pt x="952962" y="446902"/>
                  </a:lnTo>
                  <a:lnTo>
                    <a:pt x="952962" y="445759"/>
                  </a:lnTo>
                  <a:cubicBezTo>
                    <a:pt x="952962" y="445759"/>
                    <a:pt x="952828" y="443303"/>
                    <a:pt x="952962" y="442866"/>
                  </a:cubicBezTo>
                  <a:cubicBezTo>
                    <a:pt x="953097" y="442429"/>
                    <a:pt x="950068" y="439233"/>
                    <a:pt x="950068" y="439233"/>
                  </a:cubicBezTo>
                  <a:lnTo>
                    <a:pt x="947308" y="436912"/>
                  </a:lnTo>
                  <a:lnTo>
                    <a:pt x="948452" y="433884"/>
                  </a:lnTo>
                  <a:lnTo>
                    <a:pt x="950472" y="430688"/>
                  </a:lnTo>
                  <a:lnTo>
                    <a:pt x="952726" y="429107"/>
                  </a:lnTo>
                  <a:lnTo>
                    <a:pt x="954678" y="427661"/>
                  </a:lnTo>
                  <a:lnTo>
                    <a:pt x="954678" y="424902"/>
                  </a:lnTo>
                  <a:cubicBezTo>
                    <a:pt x="954678" y="424902"/>
                    <a:pt x="953097" y="423153"/>
                    <a:pt x="953534" y="423018"/>
                  </a:cubicBezTo>
                  <a:cubicBezTo>
                    <a:pt x="953972" y="422884"/>
                    <a:pt x="954409" y="421202"/>
                    <a:pt x="954678" y="421067"/>
                  </a:cubicBezTo>
                  <a:cubicBezTo>
                    <a:pt x="954981" y="420933"/>
                    <a:pt x="955823" y="418813"/>
                    <a:pt x="955823" y="418813"/>
                  </a:cubicBezTo>
                  <a:lnTo>
                    <a:pt x="959020" y="418813"/>
                  </a:lnTo>
                  <a:lnTo>
                    <a:pt x="960770" y="418813"/>
                  </a:lnTo>
                  <a:cubicBezTo>
                    <a:pt x="960770" y="418813"/>
                    <a:pt x="963227" y="418242"/>
                    <a:pt x="964102" y="418813"/>
                  </a:cubicBezTo>
                  <a:cubicBezTo>
                    <a:pt x="964977" y="419385"/>
                    <a:pt x="965986" y="420697"/>
                    <a:pt x="965986" y="420697"/>
                  </a:cubicBezTo>
                  <a:cubicBezTo>
                    <a:pt x="965986" y="420697"/>
                    <a:pt x="966558" y="421269"/>
                    <a:pt x="967434" y="421841"/>
                  </a:cubicBezTo>
                  <a:cubicBezTo>
                    <a:pt x="968309" y="422413"/>
                    <a:pt x="969890" y="422985"/>
                    <a:pt x="970631" y="422985"/>
                  </a:cubicBezTo>
                  <a:cubicBezTo>
                    <a:pt x="971338" y="422985"/>
                    <a:pt x="972650" y="423557"/>
                    <a:pt x="973390" y="422850"/>
                  </a:cubicBezTo>
                  <a:cubicBezTo>
                    <a:pt x="974097" y="422110"/>
                    <a:pt x="975578" y="420226"/>
                    <a:pt x="976150" y="420226"/>
                  </a:cubicBezTo>
                  <a:cubicBezTo>
                    <a:pt x="976722" y="420226"/>
                    <a:pt x="978035" y="419654"/>
                    <a:pt x="978035" y="419654"/>
                  </a:cubicBezTo>
                  <a:lnTo>
                    <a:pt x="979179" y="420092"/>
                  </a:lnTo>
                  <a:cubicBezTo>
                    <a:pt x="979179" y="420092"/>
                    <a:pt x="979482" y="422682"/>
                    <a:pt x="979886" y="423119"/>
                  </a:cubicBezTo>
                  <a:cubicBezTo>
                    <a:pt x="980323" y="423557"/>
                    <a:pt x="982511" y="426450"/>
                    <a:pt x="982511" y="426450"/>
                  </a:cubicBezTo>
                  <a:lnTo>
                    <a:pt x="984261" y="427459"/>
                  </a:lnTo>
                  <a:lnTo>
                    <a:pt x="986852" y="427459"/>
                  </a:lnTo>
                  <a:lnTo>
                    <a:pt x="989174" y="426450"/>
                  </a:lnTo>
                  <a:lnTo>
                    <a:pt x="991194" y="424700"/>
                  </a:lnTo>
                  <a:cubicBezTo>
                    <a:pt x="991194" y="424700"/>
                    <a:pt x="992338" y="424566"/>
                    <a:pt x="992776" y="424263"/>
                  </a:cubicBezTo>
                  <a:cubicBezTo>
                    <a:pt x="993213" y="423960"/>
                    <a:pt x="994357" y="422951"/>
                    <a:pt x="994795" y="422682"/>
                  </a:cubicBezTo>
                  <a:cubicBezTo>
                    <a:pt x="995232" y="422379"/>
                    <a:pt x="995804" y="421235"/>
                    <a:pt x="995804" y="421235"/>
                  </a:cubicBezTo>
                  <a:lnTo>
                    <a:pt x="999708" y="416728"/>
                  </a:lnTo>
                  <a:lnTo>
                    <a:pt x="996814" y="412960"/>
                  </a:lnTo>
                  <a:cubicBezTo>
                    <a:pt x="996814" y="412960"/>
                    <a:pt x="995804" y="410505"/>
                    <a:pt x="995939" y="409630"/>
                  </a:cubicBezTo>
                  <a:cubicBezTo>
                    <a:pt x="996074" y="408755"/>
                    <a:pt x="996242" y="407174"/>
                    <a:pt x="997083" y="406434"/>
                  </a:cubicBezTo>
                  <a:cubicBezTo>
                    <a:pt x="997958" y="405694"/>
                    <a:pt x="999675" y="403676"/>
                    <a:pt x="999675" y="403676"/>
                  </a:cubicBezTo>
                  <a:lnTo>
                    <a:pt x="1001997" y="402801"/>
                  </a:lnTo>
                  <a:cubicBezTo>
                    <a:pt x="1001997" y="402801"/>
                    <a:pt x="1004454" y="401052"/>
                    <a:pt x="1005026" y="399774"/>
                  </a:cubicBezTo>
                  <a:cubicBezTo>
                    <a:pt x="1005598" y="398462"/>
                    <a:pt x="1007348" y="396006"/>
                    <a:pt x="1007348" y="396006"/>
                  </a:cubicBezTo>
                  <a:lnTo>
                    <a:pt x="1004891" y="394257"/>
                  </a:lnTo>
                  <a:lnTo>
                    <a:pt x="1004319" y="391935"/>
                  </a:lnTo>
                  <a:lnTo>
                    <a:pt x="1005463" y="389917"/>
                  </a:lnTo>
                  <a:lnTo>
                    <a:pt x="1008795" y="388336"/>
                  </a:lnTo>
                  <a:lnTo>
                    <a:pt x="1011824" y="384871"/>
                  </a:lnTo>
                  <a:lnTo>
                    <a:pt x="1008627" y="381238"/>
                  </a:lnTo>
                  <a:lnTo>
                    <a:pt x="1007483" y="379354"/>
                  </a:lnTo>
                  <a:cubicBezTo>
                    <a:pt x="1007483" y="379354"/>
                    <a:pt x="1008055" y="376327"/>
                    <a:pt x="1008492" y="376158"/>
                  </a:cubicBezTo>
                  <a:cubicBezTo>
                    <a:pt x="1008930" y="376024"/>
                    <a:pt x="1013709" y="374140"/>
                    <a:pt x="1013709" y="374140"/>
                  </a:cubicBezTo>
                  <a:lnTo>
                    <a:pt x="1017613" y="371953"/>
                  </a:lnTo>
                  <a:lnTo>
                    <a:pt x="1020069" y="368186"/>
                  </a:lnTo>
                  <a:lnTo>
                    <a:pt x="1021079" y="364721"/>
                  </a:lnTo>
                  <a:cubicBezTo>
                    <a:pt x="1021079" y="364721"/>
                    <a:pt x="1022661" y="361962"/>
                    <a:pt x="1022661" y="361391"/>
                  </a:cubicBezTo>
                  <a:cubicBezTo>
                    <a:pt x="1022661" y="360819"/>
                    <a:pt x="1023805" y="358060"/>
                    <a:pt x="1023805" y="358060"/>
                  </a:cubicBezTo>
                  <a:cubicBezTo>
                    <a:pt x="1023805" y="358060"/>
                    <a:pt x="1023502" y="355605"/>
                    <a:pt x="1023805" y="355167"/>
                  </a:cubicBezTo>
                  <a:cubicBezTo>
                    <a:pt x="1024108" y="354730"/>
                    <a:pt x="1023805" y="352409"/>
                    <a:pt x="1023805" y="352409"/>
                  </a:cubicBezTo>
                  <a:cubicBezTo>
                    <a:pt x="1023805" y="352409"/>
                    <a:pt x="1023199" y="351097"/>
                    <a:pt x="1023939" y="350660"/>
                  </a:cubicBezTo>
                  <a:cubicBezTo>
                    <a:pt x="1024680" y="350222"/>
                    <a:pt x="1025993" y="348473"/>
                    <a:pt x="1025993" y="348473"/>
                  </a:cubicBezTo>
                  <a:cubicBezTo>
                    <a:pt x="1025993" y="348473"/>
                    <a:pt x="1027742" y="348608"/>
                    <a:pt x="1028315" y="348473"/>
                  </a:cubicBezTo>
                  <a:cubicBezTo>
                    <a:pt x="1028887" y="348338"/>
                    <a:pt x="1029762" y="348608"/>
                    <a:pt x="1031074" y="348473"/>
                  </a:cubicBezTo>
                  <a:cubicBezTo>
                    <a:pt x="1032387" y="348338"/>
                    <a:pt x="1035113" y="347767"/>
                    <a:pt x="1035113" y="347767"/>
                  </a:cubicBezTo>
                  <a:cubicBezTo>
                    <a:pt x="1035113" y="347767"/>
                    <a:pt x="1035988" y="346017"/>
                    <a:pt x="1037570" y="345311"/>
                  </a:cubicBezTo>
                  <a:cubicBezTo>
                    <a:pt x="1039151" y="344571"/>
                    <a:pt x="1040531" y="342721"/>
                    <a:pt x="1040531" y="342115"/>
                  </a:cubicBezTo>
                  <a:cubicBezTo>
                    <a:pt x="1040531" y="341543"/>
                    <a:pt x="1041474" y="338919"/>
                    <a:pt x="1041474" y="338919"/>
                  </a:cubicBezTo>
                  <a:lnTo>
                    <a:pt x="1041474" y="337910"/>
                  </a:lnTo>
                  <a:lnTo>
                    <a:pt x="1042180" y="336464"/>
                  </a:lnTo>
                  <a:cubicBezTo>
                    <a:pt x="1042180" y="336464"/>
                    <a:pt x="1045075" y="335454"/>
                    <a:pt x="1045647" y="335454"/>
                  </a:cubicBezTo>
                  <a:cubicBezTo>
                    <a:pt x="1046219" y="335454"/>
                    <a:pt x="1046656" y="335589"/>
                    <a:pt x="1047229" y="335454"/>
                  </a:cubicBezTo>
                  <a:cubicBezTo>
                    <a:pt x="1047801" y="335320"/>
                    <a:pt x="1051132" y="333705"/>
                    <a:pt x="1051570" y="333705"/>
                  </a:cubicBezTo>
                  <a:cubicBezTo>
                    <a:pt x="1052008" y="333705"/>
                    <a:pt x="1053320" y="332259"/>
                    <a:pt x="1053758" y="332259"/>
                  </a:cubicBezTo>
                  <a:cubicBezTo>
                    <a:pt x="1054195" y="332259"/>
                    <a:pt x="1055339" y="329803"/>
                    <a:pt x="1055339" y="329803"/>
                  </a:cubicBezTo>
                  <a:cubicBezTo>
                    <a:pt x="1055339" y="329803"/>
                    <a:pt x="1055205" y="328222"/>
                    <a:pt x="1055339" y="327616"/>
                  </a:cubicBezTo>
                  <a:cubicBezTo>
                    <a:pt x="1055474" y="327044"/>
                    <a:pt x="1055339" y="323849"/>
                    <a:pt x="1055339" y="323849"/>
                  </a:cubicBezTo>
                  <a:lnTo>
                    <a:pt x="1054161" y="318904"/>
                  </a:lnTo>
                  <a:close/>
                </a:path>
              </a:pathLst>
            </a:custGeom>
            <a:grpFill/>
            <a:ln w="6350" cap="flat">
              <a:solidFill>
                <a:schemeClr val="bg1"/>
              </a:solidFill>
              <a:prstDash val="solid"/>
              <a:miter/>
            </a:ln>
          </p:spPr>
          <p:txBody>
            <a:bodyPr rtlCol="0" anchor="ctr"/>
            <a:lstStyle/>
            <a:p>
              <a:endParaRPr lang="en-US"/>
            </a:p>
          </p:txBody>
        </p:sp>
        <p:sp>
          <p:nvSpPr>
            <p:cNvPr id="70" name="Freeform 909">
              <a:extLst>
                <a:ext uri="{FF2B5EF4-FFF2-40B4-BE49-F238E27FC236}">
                  <a16:creationId xmlns:a16="http://schemas.microsoft.com/office/drawing/2014/main" id="{9B78034F-67C5-B2E0-B06C-3BE80FAFAC81}"/>
                </a:ext>
              </a:extLst>
            </p:cNvPr>
            <p:cNvSpPr/>
            <p:nvPr/>
          </p:nvSpPr>
          <p:spPr>
            <a:xfrm>
              <a:off x="6762206" y="2509387"/>
              <a:ext cx="655514" cy="476204"/>
            </a:xfrm>
            <a:custGeom>
              <a:avLst/>
              <a:gdLst>
                <a:gd name="connsiteX0" fmla="*/ 1116827 w 1258521"/>
                <a:gd name="connsiteY0" fmla="*/ 745555 h 914263"/>
                <a:gd name="connsiteX1" fmla="*/ 1113866 w 1258521"/>
                <a:gd name="connsiteY1" fmla="*/ 746060 h 914263"/>
                <a:gd name="connsiteX2" fmla="*/ 1112721 w 1258521"/>
                <a:gd name="connsiteY2" fmla="*/ 747069 h 914263"/>
                <a:gd name="connsiteX3" fmla="*/ 1111846 w 1258521"/>
                <a:gd name="connsiteY3" fmla="*/ 747372 h 914263"/>
                <a:gd name="connsiteX4" fmla="*/ 1109255 w 1258521"/>
                <a:gd name="connsiteY4" fmla="*/ 748684 h 914263"/>
                <a:gd name="connsiteX5" fmla="*/ 1107505 w 1258521"/>
                <a:gd name="connsiteY5" fmla="*/ 749121 h 914263"/>
                <a:gd name="connsiteX6" fmla="*/ 1105620 w 1258521"/>
                <a:gd name="connsiteY6" fmla="*/ 748381 h 914263"/>
                <a:gd name="connsiteX7" fmla="*/ 1104274 w 1258521"/>
                <a:gd name="connsiteY7" fmla="*/ 748381 h 914263"/>
                <a:gd name="connsiteX8" fmla="*/ 1101111 w 1258521"/>
                <a:gd name="connsiteY8" fmla="*/ 746531 h 914263"/>
                <a:gd name="connsiteX9" fmla="*/ 1100135 w 1258521"/>
                <a:gd name="connsiteY9" fmla="*/ 743503 h 914263"/>
                <a:gd name="connsiteX10" fmla="*/ 1100236 w 1258521"/>
                <a:gd name="connsiteY10" fmla="*/ 741855 h 914263"/>
                <a:gd name="connsiteX11" fmla="*/ 1101414 w 1258521"/>
                <a:gd name="connsiteY11" fmla="*/ 740207 h 914263"/>
                <a:gd name="connsiteX12" fmla="*/ 1102288 w 1258521"/>
                <a:gd name="connsiteY12" fmla="*/ 738592 h 914263"/>
                <a:gd name="connsiteX13" fmla="*/ 1102827 w 1258521"/>
                <a:gd name="connsiteY13" fmla="*/ 737818 h 914263"/>
                <a:gd name="connsiteX14" fmla="*/ 1103365 w 1258521"/>
                <a:gd name="connsiteY14" fmla="*/ 735968 h 914263"/>
                <a:gd name="connsiteX15" fmla="*/ 1104240 w 1258521"/>
                <a:gd name="connsiteY15" fmla="*/ 734017 h 914263"/>
                <a:gd name="connsiteX16" fmla="*/ 1104342 w 1258521"/>
                <a:gd name="connsiteY16" fmla="*/ 731729 h 914263"/>
                <a:gd name="connsiteX17" fmla="*/ 1104678 w 1258521"/>
                <a:gd name="connsiteY17" fmla="*/ 730115 h 914263"/>
                <a:gd name="connsiteX18" fmla="*/ 1104678 w 1258521"/>
                <a:gd name="connsiteY18" fmla="*/ 725102 h 914263"/>
                <a:gd name="connsiteX19" fmla="*/ 1100639 w 1258521"/>
                <a:gd name="connsiteY19" fmla="*/ 723017 h 914263"/>
                <a:gd name="connsiteX20" fmla="*/ 1098822 w 1258521"/>
                <a:gd name="connsiteY20" fmla="*/ 722815 h 914263"/>
                <a:gd name="connsiteX21" fmla="*/ 1096870 w 1258521"/>
                <a:gd name="connsiteY21" fmla="*/ 722310 h 914263"/>
                <a:gd name="connsiteX22" fmla="*/ 1096668 w 1258521"/>
                <a:gd name="connsiteY22" fmla="*/ 722310 h 914263"/>
                <a:gd name="connsiteX23" fmla="*/ 1095861 w 1258521"/>
                <a:gd name="connsiteY23" fmla="*/ 722916 h 914263"/>
                <a:gd name="connsiteX24" fmla="*/ 1093404 w 1258521"/>
                <a:gd name="connsiteY24" fmla="*/ 724026 h 914263"/>
                <a:gd name="connsiteX25" fmla="*/ 1089332 w 1258521"/>
                <a:gd name="connsiteY25" fmla="*/ 724968 h 914263"/>
                <a:gd name="connsiteX26" fmla="*/ 1086572 w 1258521"/>
                <a:gd name="connsiteY26" fmla="*/ 725338 h 914263"/>
                <a:gd name="connsiteX27" fmla="*/ 1084553 w 1258521"/>
                <a:gd name="connsiteY27" fmla="*/ 725405 h 914263"/>
                <a:gd name="connsiteX28" fmla="*/ 1083476 w 1258521"/>
                <a:gd name="connsiteY28" fmla="*/ 724228 h 914263"/>
                <a:gd name="connsiteX29" fmla="*/ 1082971 w 1258521"/>
                <a:gd name="connsiteY29" fmla="*/ 724026 h 914263"/>
                <a:gd name="connsiteX30" fmla="*/ 1079134 w 1258521"/>
                <a:gd name="connsiteY30" fmla="*/ 724026 h 914263"/>
                <a:gd name="connsiteX31" fmla="*/ 1077485 w 1258521"/>
                <a:gd name="connsiteY31" fmla="*/ 724194 h 914263"/>
                <a:gd name="connsiteX32" fmla="*/ 1075298 w 1258521"/>
                <a:gd name="connsiteY32" fmla="*/ 725674 h 914263"/>
                <a:gd name="connsiteX33" fmla="*/ 1070721 w 1258521"/>
                <a:gd name="connsiteY33" fmla="*/ 726986 h 914263"/>
                <a:gd name="connsiteX34" fmla="*/ 1066581 w 1258521"/>
                <a:gd name="connsiteY34" fmla="*/ 726616 h 914263"/>
                <a:gd name="connsiteX35" fmla="*/ 1064259 w 1258521"/>
                <a:gd name="connsiteY35" fmla="*/ 726616 h 914263"/>
                <a:gd name="connsiteX36" fmla="*/ 1062879 w 1258521"/>
                <a:gd name="connsiteY36" fmla="*/ 725035 h 914263"/>
                <a:gd name="connsiteX37" fmla="*/ 1062576 w 1258521"/>
                <a:gd name="connsiteY37" fmla="*/ 723353 h 914263"/>
                <a:gd name="connsiteX38" fmla="*/ 1064023 w 1258521"/>
                <a:gd name="connsiteY38" fmla="*/ 721940 h 914263"/>
                <a:gd name="connsiteX39" fmla="*/ 1064999 w 1258521"/>
                <a:gd name="connsiteY39" fmla="*/ 719451 h 914263"/>
                <a:gd name="connsiteX40" fmla="*/ 1065975 w 1258521"/>
                <a:gd name="connsiteY40" fmla="*/ 717500 h 914263"/>
                <a:gd name="connsiteX41" fmla="*/ 1067389 w 1258521"/>
                <a:gd name="connsiteY41" fmla="*/ 714775 h 914263"/>
                <a:gd name="connsiteX42" fmla="*/ 1068028 w 1258521"/>
                <a:gd name="connsiteY42" fmla="*/ 712387 h 914263"/>
                <a:gd name="connsiteX43" fmla="*/ 1067927 w 1258521"/>
                <a:gd name="connsiteY43" fmla="*/ 709897 h 914263"/>
                <a:gd name="connsiteX44" fmla="*/ 1066480 w 1258521"/>
                <a:gd name="connsiteY44" fmla="*/ 708518 h 914263"/>
                <a:gd name="connsiteX45" fmla="*/ 1060624 w 1258521"/>
                <a:gd name="connsiteY45" fmla="*/ 702799 h 914263"/>
                <a:gd name="connsiteX46" fmla="*/ 1056215 w 1258521"/>
                <a:gd name="connsiteY46" fmla="*/ 698224 h 914263"/>
                <a:gd name="connsiteX47" fmla="*/ 1047095 w 1258521"/>
                <a:gd name="connsiteY47" fmla="*/ 688671 h 914263"/>
                <a:gd name="connsiteX48" fmla="*/ 1043696 w 1258521"/>
                <a:gd name="connsiteY48" fmla="*/ 682380 h 914263"/>
                <a:gd name="connsiteX49" fmla="*/ 1039355 w 1258521"/>
                <a:gd name="connsiteY49" fmla="*/ 673264 h 914263"/>
                <a:gd name="connsiteX50" fmla="*/ 1038850 w 1258521"/>
                <a:gd name="connsiteY50" fmla="*/ 670236 h 914263"/>
                <a:gd name="connsiteX51" fmla="*/ 1039220 w 1258521"/>
                <a:gd name="connsiteY51" fmla="*/ 660884 h 914263"/>
                <a:gd name="connsiteX52" fmla="*/ 1038210 w 1258521"/>
                <a:gd name="connsiteY52" fmla="*/ 654863 h 914263"/>
                <a:gd name="connsiteX53" fmla="*/ 1038008 w 1258521"/>
                <a:gd name="connsiteY53" fmla="*/ 651532 h 914263"/>
                <a:gd name="connsiteX54" fmla="*/ 1037268 w 1258521"/>
                <a:gd name="connsiteY54" fmla="*/ 647126 h 914263"/>
                <a:gd name="connsiteX55" fmla="*/ 1037402 w 1258521"/>
                <a:gd name="connsiteY55" fmla="*/ 643728 h 914263"/>
                <a:gd name="connsiteX56" fmla="*/ 1038715 w 1258521"/>
                <a:gd name="connsiteY56" fmla="*/ 641710 h 914263"/>
                <a:gd name="connsiteX57" fmla="*/ 1040398 w 1258521"/>
                <a:gd name="connsiteY57" fmla="*/ 641070 h 914263"/>
                <a:gd name="connsiteX58" fmla="*/ 1045547 w 1258521"/>
                <a:gd name="connsiteY58" fmla="*/ 640869 h 914263"/>
                <a:gd name="connsiteX59" fmla="*/ 1048508 w 1258521"/>
                <a:gd name="connsiteY59" fmla="*/ 640364 h 914263"/>
                <a:gd name="connsiteX60" fmla="*/ 1052850 w 1258521"/>
                <a:gd name="connsiteY60" fmla="*/ 640667 h 914263"/>
                <a:gd name="connsiteX61" fmla="*/ 1055105 w 1258521"/>
                <a:gd name="connsiteY61" fmla="*/ 640970 h 914263"/>
                <a:gd name="connsiteX62" fmla="*/ 1057494 w 1258521"/>
                <a:gd name="connsiteY62" fmla="*/ 641979 h 914263"/>
                <a:gd name="connsiteX63" fmla="*/ 1059076 w 1258521"/>
                <a:gd name="connsiteY63" fmla="*/ 643425 h 914263"/>
                <a:gd name="connsiteX64" fmla="*/ 1061331 w 1258521"/>
                <a:gd name="connsiteY64" fmla="*/ 644300 h 914263"/>
                <a:gd name="connsiteX65" fmla="*/ 1064091 w 1258521"/>
                <a:gd name="connsiteY65" fmla="*/ 644737 h 914263"/>
                <a:gd name="connsiteX66" fmla="*/ 1066278 w 1258521"/>
                <a:gd name="connsiteY66" fmla="*/ 645107 h 914263"/>
                <a:gd name="connsiteX67" fmla="*/ 1068466 w 1258521"/>
                <a:gd name="connsiteY67" fmla="*/ 645982 h 914263"/>
                <a:gd name="connsiteX68" fmla="*/ 1071865 w 1258521"/>
                <a:gd name="connsiteY68" fmla="*/ 646419 h 914263"/>
                <a:gd name="connsiteX69" fmla="*/ 1074187 w 1258521"/>
                <a:gd name="connsiteY69" fmla="*/ 648303 h 914263"/>
                <a:gd name="connsiteX70" fmla="*/ 1077283 w 1258521"/>
                <a:gd name="connsiteY70" fmla="*/ 650691 h 914263"/>
                <a:gd name="connsiteX71" fmla="*/ 1080918 w 1258521"/>
                <a:gd name="connsiteY71" fmla="*/ 653080 h 914263"/>
                <a:gd name="connsiteX72" fmla="*/ 1084250 w 1258521"/>
                <a:gd name="connsiteY72" fmla="*/ 655906 h 914263"/>
                <a:gd name="connsiteX73" fmla="*/ 1088524 w 1258521"/>
                <a:gd name="connsiteY73" fmla="*/ 658092 h 914263"/>
                <a:gd name="connsiteX74" fmla="*/ 1092663 w 1258521"/>
                <a:gd name="connsiteY74" fmla="*/ 660548 h 914263"/>
                <a:gd name="connsiteX75" fmla="*/ 1095120 w 1258521"/>
                <a:gd name="connsiteY75" fmla="*/ 662364 h 914263"/>
                <a:gd name="connsiteX76" fmla="*/ 1098014 w 1258521"/>
                <a:gd name="connsiteY76" fmla="*/ 663441 h 914263"/>
                <a:gd name="connsiteX77" fmla="*/ 1102221 w 1258521"/>
                <a:gd name="connsiteY77" fmla="*/ 665190 h 914263"/>
                <a:gd name="connsiteX78" fmla="*/ 1104409 w 1258521"/>
                <a:gd name="connsiteY78" fmla="*/ 665897 h 914263"/>
                <a:gd name="connsiteX79" fmla="*/ 1107370 w 1258521"/>
                <a:gd name="connsiteY79" fmla="*/ 666973 h 914263"/>
                <a:gd name="connsiteX80" fmla="*/ 1110769 w 1258521"/>
                <a:gd name="connsiteY80" fmla="*/ 668554 h 914263"/>
                <a:gd name="connsiteX81" fmla="*/ 1111510 w 1258521"/>
                <a:gd name="connsiteY81" fmla="*/ 670001 h 914263"/>
                <a:gd name="connsiteX82" fmla="*/ 1112890 w 1258521"/>
                <a:gd name="connsiteY82" fmla="*/ 673465 h 914263"/>
                <a:gd name="connsiteX83" fmla="*/ 1116457 w 1258521"/>
                <a:gd name="connsiteY83" fmla="*/ 675215 h 914263"/>
                <a:gd name="connsiteX84" fmla="*/ 1119486 w 1258521"/>
                <a:gd name="connsiteY84" fmla="*/ 677536 h 914263"/>
                <a:gd name="connsiteX85" fmla="*/ 1121505 w 1258521"/>
                <a:gd name="connsiteY85" fmla="*/ 678982 h 914263"/>
                <a:gd name="connsiteX86" fmla="*/ 1123895 w 1258521"/>
                <a:gd name="connsiteY86" fmla="*/ 681438 h 914263"/>
                <a:gd name="connsiteX87" fmla="*/ 1124972 w 1258521"/>
                <a:gd name="connsiteY87" fmla="*/ 682750 h 914263"/>
                <a:gd name="connsiteX88" fmla="*/ 1127664 w 1258521"/>
                <a:gd name="connsiteY88" fmla="*/ 683187 h 914263"/>
                <a:gd name="connsiteX89" fmla="*/ 1129313 w 1258521"/>
                <a:gd name="connsiteY89" fmla="*/ 683187 h 914263"/>
                <a:gd name="connsiteX90" fmla="*/ 1131130 w 1258521"/>
                <a:gd name="connsiteY90" fmla="*/ 682817 h 914263"/>
                <a:gd name="connsiteX91" fmla="*/ 1132073 w 1258521"/>
                <a:gd name="connsiteY91" fmla="*/ 682245 h 914263"/>
                <a:gd name="connsiteX92" fmla="*/ 1134260 w 1258521"/>
                <a:gd name="connsiteY92" fmla="*/ 681438 h 914263"/>
                <a:gd name="connsiteX93" fmla="*/ 1135203 w 1258521"/>
                <a:gd name="connsiteY93" fmla="*/ 680193 h 914263"/>
                <a:gd name="connsiteX94" fmla="*/ 1135506 w 1258521"/>
                <a:gd name="connsiteY94" fmla="*/ 678680 h 914263"/>
                <a:gd name="connsiteX95" fmla="*/ 1135876 w 1258521"/>
                <a:gd name="connsiteY95" fmla="*/ 677435 h 914263"/>
                <a:gd name="connsiteX96" fmla="*/ 1136381 w 1258521"/>
                <a:gd name="connsiteY96" fmla="*/ 676291 h 914263"/>
                <a:gd name="connsiteX97" fmla="*/ 1137121 w 1258521"/>
                <a:gd name="connsiteY97" fmla="*/ 674845 h 914263"/>
                <a:gd name="connsiteX98" fmla="*/ 1138131 w 1258521"/>
                <a:gd name="connsiteY98" fmla="*/ 673768 h 914263"/>
                <a:gd name="connsiteX99" fmla="*/ 1140015 w 1258521"/>
                <a:gd name="connsiteY99" fmla="*/ 672826 h 914263"/>
                <a:gd name="connsiteX100" fmla="*/ 1141900 w 1258521"/>
                <a:gd name="connsiteY100" fmla="*/ 674340 h 914263"/>
                <a:gd name="connsiteX101" fmla="*/ 1143414 w 1258521"/>
                <a:gd name="connsiteY101" fmla="*/ 676998 h 914263"/>
                <a:gd name="connsiteX102" fmla="*/ 1146443 w 1258521"/>
                <a:gd name="connsiteY102" fmla="*/ 678141 h 914263"/>
                <a:gd name="connsiteX103" fmla="*/ 1147756 w 1258521"/>
                <a:gd name="connsiteY103" fmla="*/ 676358 h 914263"/>
                <a:gd name="connsiteX104" fmla="*/ 1147924 w 1258521"/>
                <a:gd name="connsiteY104" fmla="*/ 672894 h 914263"/>
                <a:gd name="connsiteX105" fmla="*/ 1148833 w 1258521"/>
                <a:gd name="connsiteY105" fmla="*/ 671918 h 914263"/>
                <a:gd name="connsiteX106" fmla="*/ 1150314 w 1258521"/>
                <a:gd name="connsiteY106" fmla="*/ 669630 h 914263"/>
                <a:gd name="connsiteX107" fmla="*/ 1150751 w 1258521"/>
                <a:gd name="connsiteY107" fmla="*/ 667680 h 914263"/>
                <a:gd name="connsiteX108" fmla="*/ 1151088 w 1258521"/>
                <a:gd name="connsiteY108" fmla="*/ 665358 h 914263"/>
                <a:gd name="connsiteX109" fmla="*/ 1152434 w 1258521"/>
                <a:gd name="connsiteY109" fmla="*/ 663306 h 914263"/>
                <a:gd name="connsiteX110" fmla="*/ 1155261 w 1258521"/>
                <a:gd name="connsiteY110" fmla="*/ 660581 h 914263"/>
                <a:gd name="connsiteX111" fmla="*/ 1156944 w 1258521"/>
                <a:gd name="connsiteY111" fmla="*/ 660211 h 914263"/>
                <a:gd name="connsiteX112" fmla="*/ 1160410 w 1258521"/>
                <a:gd name="connsiteY112" fmla="*/ 659404 h 914263"/>
                <a:gd name="connsiteX113" fmla="*/ 1160780 w 1258521"/>
                <a:gd name="connsiteY113" fmla="*/ 658328 h 914263"/>
                <a:gd name="connsiteX114" fmla="*/ 1161554 w 1258521"/>
                <a:gd name="connsiteY114" fmla="*/ 656646 h 914263"/>
                <a:gd name="connsiteX115" fmla="*/ 1164920 w 1258521"/>
                <a:gd name="connsiteY115" fmla="*/ 656208 h 914263"/>
                <a:gd name="connsiteX116" fmla="*/ 1167949 w 1258521"/>
                <a:gd name="connsiteY116" fmla="*/ 655502 h 914263"/>
                <a:gd name="connsiteX117" fmla="*/ 1170439 w 1258521"/>
                <a:gd name="connsiteY117" fmla="*/ 654291 h 914263"/>
                <a:gd name="connsiteX118" fmla="*/ 1171482 w 1258521"/>
                <a:gd name="connsiteY118" fmla="*/ 653248 h 914263"/>
                <a:gd name="connsiteX119" fmla="*/ 1170876 w 1258521"/>
                <a:gd name="connsiteY119" fmla="*/ 651667 h 914263"/>
                <a:gd name="connsiteX120" fmla="*/ 1168050 w 1258521"/>
                <a:gd name="connsiteY120" fmla="*/ 649985 h 914263"/>
                <a:gd name="connsiteX121" fmla="*/ 1167713 w 1258521"/>
                <a:gd name="connsiteY121" fmla="*/ 648034 h 914263"/>
                <a:gd name="connsiteX122" fmla="*/ 1167376 w 1258521"/>
                <a:gd name="connsiteY122" fmla="*/ 644872 h 914263"/>
                <a:gd name="connsiteX123" fmla="*/ 1167478 w 1258521"/>
                <a:gd name="connsiteY123" fmla="*/ 643459 h 914263"/>
                <a:gd name="connsiteX124" fmla="*/ 1166670 w 1258521"/>
                <a:gd name="connsiteY124" fmla="*/ 638346 h 914263"/>
                <a:gd name="connsiteX125" fmla="*/ 1166603 w 1258521"/>
                <a:gd name="connsiteY125" fmla="*/ 637034 h 914263"/>
                <a:gd name="connsiteX126" fmla="*/ 1164751 w 1258521"/>
                <a:gd name="connsiteY126" fmla="*/ 635015 h 914263"/>
                <a:gd name="connsiteX127" fmla="*/ 1160343 w 1258521"/>
                <a:gd name="connsiteY127" fmla="*/ 632963 h 914263"/>
                <a:gd name="connsiteX128" fmla="*/ 1158121 w 1258521"/>
                <a:gd name="connsiteY128" fmla="*/ 633165 h 914263"/>
                <a:gd name="connsiteX129" fmla="*/ 1153679 w 1258521"/>
                <a:gd name="connsiteY129" fmla="*/ 632089 h 914263"/>
                <a:gd name="connsiteX130" fmla="*/ 1149775 w 1258521"/>
                <a:gd name="connsiteY130" fmla="*/ 630474 h 914263"/>
                <a:gd name="connsiteX131" fmla="*/ 1146948 w 1258521"/>
                <a:gd name="connsiteY131" fmla="*/ 628691 h 914263"/>
                <a:gd name="connsiteX132" fmla="*/ 1144727 w 1258521"/>
                <a:gd name="connsiteY132" fmla="*/ 625933 h 914263"/>
                <a:gd name="connsiteX133" fmla="*/ 1144727 w 1258521"/>
                <a:gd name="connsiteY133" fmla="*/ 625293 h 914263"/>
                <a:gd name="connsiteX134" fmla="*/ 1145669 w 1258521"/>
                <a:gd name="connsiteY134" fmla="*/ 623073 h 914263"/>
                <a:gd name="connsiteX135" fmla="*/ 1146578 w 1258521"/>
                <a:gd name="connsiteY135" fmla="*/ 620046 h 914263"/>
                <a:gd name="connsiteX136" fmla="*/ 1146309 w 1258521"/>
                <a:gd name="connsiteY136" fmla="*/ 618128 h 914263"/>
                <a:gd name="connsiteX137" fmla="*/ 1145063 w 1258521"/>
                <a:gd name="connsiteY137" fmla="*/ 616278 h 914263"/>
                <a:gd name="connsiteX138" fmla="*/ 1141631 w 1258521"/>
                <a:gd name="connsiteY138" fmla="*/ 615235 h 914263"/>
                <a:gd name="connsiteX139" fmla="*/ 1138198 w 1258521"/>
                <a:gd name="connsiteY139" fmla="*/ 616312 h 914263"/>
                <a:gd name="connsiteX140" fmla="*/ 1136145 w 1258521"/>
                <a:gd name="connsiteY140" fmla="*/ 618095 h 914263"/>
                <a:gd name="connsiteX141" fmla="*/ 1134193 w 1258521"/>
                <a:gd name="connsiteY141" fmla="*/ 620550 h 914263"/>
                <a:gd name="connsiteX142" fmla="*/ 1131703 w 1258521"/>
                <a:gd name="connsiteY142" fmla="*/ 622872 h 914263"/>
                <a:gd name="connsiteX143" fmla="*/ 1127395 w 1258521"/>
                <a:gd name="connsiteY143" fmla="*/ 622064 h 914263"/>
                <a:gd name="connsiteX144" fmla="*/ 1125611 w 1258521"/>
                <a:gd name="connsiteY144" fmla="*/ 620147 h 914263"/>
                <a:gd name="connsiteX145" fmla="*/ 1123861 w 1258521"/>
                <a:gd name="connsiteY145" fmla="*/ 616009 h 914263"/>
                <a:gd name="connsiteX146" fmla="*/ 1123760 w 1258521"/>
                <a:gd name="connsiteY146" fmla="*/ 614327 h 914263"/>
                <a:gd name="connsiteX147" fmla="*/ 1124097 w 1258521"/>
                <a:gd name="connsiteY147" fmla="*/ 612309 h 914263"/>
                <a:gd name="connsiteX148" fmla="*/ 1125174 w 1258521"/>
                <a:gd name="connsiteY148" fmla="*/ 609416 h 914263"/>
                <a:gd name="connsiteX149" fmla="*/ 1126823 w 1258521"/>
                <a:gd name="connsiteY149" fmla="*/ 607128 h 914263"/>
                <a:gd name="connsiteX150" fmla="*/ 1128876 w 1258521"/>
                <a:gd name="connsiteY150" fmla="*/ 605951 h 914263"/>
                <a:gd name="connsiteX151" fmla="*/ 1131164 w 1258521"/>
                <a:gd name="connsiteY151" fmla="*/ 605143 h 914263"/>
                <a:gd name="connsiteX152" fmla="*/ 1133554 w 1258521"/>
                <a:gd name="connsiteY152" fmla="*/ 604067 h 914263"/>
                <a:gd name="connsiteX153" fmla="*/ 1136111 w 1258521"/>
                <a:gd name="connsiteY153" fmla="*/ 602822 h 914263"/>
                <a:gd name="connsiteX154" fmla="*/ 1138568 w 1258521"/>
                <a:gd name="connsiteY154" fmla="*/ 602385 h 914263"/>
                <a:gd name="connsiteX155" fmla="*/ 1140487 w 1258521"/>
                <a:gd name="connsiteY155" fmla="*/ 604504 h 914263"/>
                <a:gd name="connsiteX156" fmla="*/ 1142270 w 1258521"/>
                <a:gd name="connsiteY156" fmla="*/ 605917 h 914263"/>
                <a:gd name="connsiteX157" fmla="*/ 1144222 w 1258521"/>
                <a:gd name="connsiteY157" fmla="*/ 606422 h 914263"/>
                <a:gd name="connsiteX158" fmla="*/ 1145972 w 1258521"/>
                <a:gd name="connsiteY158" fmla="*/ 606422 h 914263"/>
                <a:gd name="connsiteX159" fmla="*/ 1147217 w 1258521"/>
                <a:gd name="connsiteY159" fmla="*/ 605614 h 914263"/>
                <a:gd name="connsiteX160" fmla="*/ 1147857 w 1258521"/>
                <a:gd name="connsiteY160" fmla="*/ 605244 h 914263"/>
                <a:gd name="connsiteX161" fmla="*/ 1148126 w 1258521"/>
                <a:gd name="connsiteY161" fmla="*/ 603327 h 914263"/>
                <a:gd name="connsiteX162" fmla="*/ 1148025 w 1258521"/>
                <a:gd name="connsiteY162" fmla="*/ 601578 h 914263"/>
                <a:gd name="connsiteX163" fmla="*/ 1148227 w 1258521"/>
                <a:gd name="connsiteY163" fmla="*/ 599828 h 914263"/>
                <a:gd name="connsiteX164" fmla="*/ 1148227 w 1258521"/>
                <a:gd name="connsiteY164" fmla="*/ 597003 h 914263"/>
                <a:gd name="connsiteX165" fmla="*/ 1147588 w 1258521"/>
                <a:gd name="connsiteY165" fmla="*/ 593840 h 914263"/>
                <a:gd name="connsiteX166" fmla="*/ 1147386 w 1258521"/>
                <a:gd name="connsiteY166" fmla="*/ 591351 h 914263"/>
                <a:gd name="connsiteX167" fmla="*/ 1147823 w 1258521"/>
                <a:gd name="connsiteY167" fmla="*/ 588088 h 914263"/>
                <a:gd name="connsiteX168" fmla="*/ 1149573 w 1258521"/>
                <a:gd name="connsiteY168" fmla="*/ 585902 h 914263"/>
                <a:gd name="connsiteX169" fmla="*/ 1151525 w 1258521"/>
                <a:gd name="connsiteY169" fmla="*/ 583950 h 914263"/>
                <a:gd name="connsiteX170" fmla="*/ 1154117 w 1258521"/>
                <a:gd name="connsiteY170" fmla="*/ 582336 h 914263"/>
                <a:gd name="connsiteX171" fmla="*/ 1158895 w 1258521"/>
                <a:gd name="connsiteY171" fmla="*/ 580485 h 914263"/>
                <a:gd name="connsiteX172" fmla="*/ 1161723 w 1258521"/>
                <a:gd name="connsiteY172" fmla="*/ 578972 h 914263"/>
                <a:gd name="connsiteX173" fmla="*/ 1165626 w 1258521"/>
                <a:gd name="connsiteY173" fmla="*/ 578097 h 914263"/>
                <a:gd name="connsiteX174" fmla="*/ 1169429 w 1258521"/>
                <a:gd name="connsiteY174" fmla="*/ 575910 h 914263"/>
                <a:gd name="connsiteX175" fmla="*/ 1171718 w 1258521"/>
                <a:gd name="connsiteY175" fmla="*/ 575036 h 914263"/>
                <a:gd name="connsiteX176" fmla="*/ 1175420 w 1258521"/>
                <a:gd name="connsiteY176" fmla="*/ 574161 h 914263"/>
                <a:gd name="connsiteX177" fmla="*/ 1178247 w 1258521"/>
                <a:gd name="connsiteY177" fmla="*/ 572849 h 914263"/>
                <a:gd name="connsiteX178" fmla="*/ 1181511 w 1258521"/>
                <a:gd name="connsiteY178" fmla="*/ 571235 h 914263"/>
                <a:gd name="connsiteX179" fmla="*/ 1183026 w 1258521"/>
                <a:gd name="connsiteY179" fmla="*/ 568846 h 914263"/>
                <a:gd name="connsiteX180" fmla="*/ 1185113 w 1258521"/>
                <a:gd name="connsiteY180" fmla="*/ 566222 h 914263"/>
                <a:gd name="connsiteX181" fmla="*/ 1187401 w 1258521"/>
                <a:gd name="connsiteY181" fmla="*/ 564809 h 914263"/>
                <a:gd name="connsiteX182" fmla="*/ 1191103 w 1258521"/>
                <a:gd name="connsiteY182" fmla="*/ 562085 h 914263"/>
                <a:gd name="connsiteX183" fmla="*/ 1193156 w 1258521"/>
                <a:gd name="connsiteY183" fmla="*/ 559259 h 914263"/>
                <a:gd name="connsiteX184" fmla="*/ 1194334 w 1258521"/>
                <a:gd name="connsiteY184" fmla="*/ 555794 h 914263"/>
                <a:gd name="connsiteX185" fmla="*/ 1194233 w 1258521"/>
                <a:gd name="connsiteY185" fmla="*/ 554482 h 914263"/>
                <a:gd name="connsiteX186" fmla="*/ 1193694 w 1258521"/>
                <a:gd name="connsiteY186" fmla="*/ 552430 h 914263"/>
                <a:gd name="connsiteX187" fmla="*/ 1191305 w 1258521"/>
                <a:gd name="connsiteY187" fmla="*/ 549268 h 914263"/>
                <a:gd name="connsiteX188" fmla="*/ 1186963 w 1258521"/>
                <a:gd name="connsiteY188" fmla="*/ 548057 h 914263"/>
                <a:gd name="connsiteX189" fmla="*/ 1184237 w 1258521"/>
                <a:gd name="connsiteY189" fmla="*/ 545870 h 914263"/>
                <a:gd name="connsiteX190" fmla="*/ 1183598 w 1258521"/>
                <a:gd name="connsiteY190" fmla="*/ 543381 h 914263"/>
                <a:gd name="connsiteX191" fmla="*/ 1183059 w 1258521"/>
                <a:gd name="connsiteY191" fmla="*/ 540690 h 914263"/>
                <a:gd name="connsiteX192" fmla="*/ 1183059 w 1258521"/>
                <a:gd name="connsiteY192" fmla="*/ 538100 h 914263"/>
                <a:gd name="connsiteX193" fmla="*/ 1184002 w 1258521"/>
                <a:gd name="connsiteY193" fmla="*/ 534500 h 914263"/>
                <a:gd name="connsiteX194" fmla="*/ 1185146 w 1258521"/>
                <a:gd name="connsiteY194" fmla="*/ 531876 h 914263"/>
                <a:gd name="connsiteX195" fmla="*/ 1186223 w 1258521"/>
                <a:gd name="connsiteY195" fmla="*/ 530363 h 914263"/>
                <a:gd name="connsiteX196" fmla="*/ 1189050 w 1258521"/>
                <a:gd name="connsiteY196" fmla="*/ 529152 h 914263"/>
                <a:gd name="connsiteX197" fmla="*/ 1192954 w 1258521"/>
                <a:gd name="connsiteY197" fmla="*/ 529488 h 914263"/>
                <a:gd name="connsiteX198" fmla="*/ 1195142 w 1258521"/>
                <a:gd name="connsiteY198" fmla="*/ 531439 h 914263"/>
                <a:gd name="connsiteX199" fmla="*/ 1197430 w 1258521"/>
                <a:gd name="connsiteY199" fmla="*/ 530026 h 914263"/>
                <a:gd name="connsiteX200" fmla="*/ 1200695 w 1258521"/>
                <a:gd name="connsiteY200" fmla="*/ 527200 h 914263"/>
                <a:gd name="connsiteX201" fmla="*/ 1204598 w 1258521"/>
                <a:gd name="connsiteY201" fmla="*/ 524274 h 914263"/>
                <a:gd name="connsiteX202" fmla="*/ 1206214 w 1258521"/>
                <a:gd name="connsiteY202" fmla="*/ 520136 h 914263"/>
                <a:gd name="connsiteX203" fmla="*/ 1210892 w 1258521"/>
                <a:gd name="connsiteY203" fmla="*/ 518723 h 914263"/>
                <a:gd name="connsiteX204" fmla="*/ 1215570 w 1258521"/>
                <a:gd name="connsiteY204" fmla="*/ 520910 h 914263"/>
                <a:gd name="connsiteX205" fmla="*/ 1218834 w 1258521"/>
                <a:gd name="connsiteY205" fmla="*/ 523399 h 914263"/>
                <a:gd name="connsiteX206" fmla="*/ 1223613 w 1258521"/>
                <a:gd name="connsiteY206" fmla="*/ 522962 h 914263"/>
                <a:gd name="connsiteX207" fmla="*/ 1226238 w 1258521"/>
                <a:gd name="connsiteY207" fmla="*/ 521347 h 914263"/>
                <a:gd name="connsiteX208" fmla="*/ 1227551 w 1258521"/>
                <a:gd name="connsiteY208" fmla="*/ 518521 h 914263"/>
                <a:gd name="connsiteX209" fmla="*/ 1227753 w 1258521"/>
                <a:gd name="connsiteY209" fmla="*/ 514182 h 914263"/>
                <a:gd name="connsiteX210" fmla="*/ 1227854 w 1258521"/>
                <a:gd name="connsiteY210" fmla="*/ 511894 h 914263"/>
                <a:gd name="connsiteX211" fmla="*/ 1227080 w 1258521"/>
                <a:gd name="connsiteY211" fmla="*/ 507454 h 914263"/>
                <a:gd name="connsiteX212" fmla="*/ 1226205 w 1258521"/>
                <a:gd name="connsiteY212" fmla="*/ 504426 h 914263"/>
                <a:gd name="connsiteX213" fmla="*/ 1225431 w 1258521"/>
                <a:gd name="connsiteY213" fmla="*/ 500625 h 914263"/>
                <a:gd name="connsiteX214" fmla="*/ 1225229 w 1258521"/>
                <a:gd name="connsiteY214" fmla="*/ 496386 h 914263"/>
                <a:gd name="connsiteX215" fmla="*/ 1224892 w 1258521"/>
                <a:gd name="connsiteY215" fmla="*/ 494536 h 914263"/>
                <a:gd name="connsiteX216" fmla="*/ 1224354 w 1258521"/>
                <a:gd name="connsiteY216" fmla="*/ 492047 h 914263"/>
                <a:gd name="connsiteX217" fmla="*/ 1223479 w 1258521"/>
                <a:gd name="connsiteY217" fmla="*/ 489120 h 914263"/>
                <a:gd name="connsiteX218" fmla="*/ 1226407 w 1258521"/>
                <a:gd name="connsiteY218" fmla="*/ 488145 h 914263"/>
                <a:gd name="connsiteX219" fmla="*/ 1227719 w 1258521"/>
                <a:gd name="connsiteY219" fmla="*/ 487808 h 914263"/>
                <a:gd name="connsiteX220" fmla="*/ 1231623 w 1258521"/>
                <a:gd name="connsiteY220" fmla="*/ 485958 h 914263"/>
                <a:gd name="connsiteX221" fmla="*/ 1235863 w 1258521"/>
                <a:gd name="connsiteY221" fmla="*/ 483906 h 914263"/>
                <a:gd name="connsiteX222" fmla="*/ 1241417 w 1258521"/>
                <a:gd name="connsiteY222" fmla="*/ 484579 h 914263"/>
                <a:gd name="connsiteX223" fmla="*/ 1244008 w 1258521"/>
                <a:gd name="connsiteY223" fmla="*/ 485353 h 914263"/>
                <a:gd name="connsiteX224" fmla="*/ 1247037 w 1258521"/>
                <a:gd name="connsiteY224" fmla="*/ 485790 h 914263"/>
                <a:gd name="connsiteX225" fmla="*/ 1248249 w 1258521"/>
                <a:gd name="connsiteY225" fmla="*/ 484814 h 914263"/>
                <a:gd name="connsiteX226" fmla="*/ 1248484 w 1258521"/>
                <a:gd name="connsiteY226" fmla="*/ 483637 h 914263"/>
                <a:gd name="connsiteX227" fmla="*/ 1248585 w 1258521"/>
                <a:gd name="connsiteY227" fmla="*/ 482224 h 914263"/>
                <a:gd name="connsiteX228" fmla="*/ 1249023 w 1258521"/>
                <a:gd name="connsiteY228" fmla="*/ 478423 h 914263"/>
                <a:gd name="connsiteX229" fmla="*/ 1249123 w 1258521"/>
                <a:gd name="connsiteY229" fmla="*/ 474722 h 914263"/>
                <a:gd name="connsiteX230" fmla="*/ 1249123 w 1258521"/>
                <a:gd name="connsiteY230" fmla="*/ 471022 h 914263"/>
                <a:gd name="connsiteX231" fmla="*/ 1249023 w 1258521"/>
                <a:gd name="connsiteY231" fmla="*/ 467221 h 914263"/>
                <a:gd name="connsiteX232" fmla="*/ 1249023 w 1258521"/>
                <a:gd name="connsiteY232" fmla="*/ 465472 h 914263"/>
                <a:gd name="connsiteX233" fmla="*/ 1247407 w 1258521"/>
                <a:gd name="connsiteY233" fmla="*/ 462982 h 914263"/>
                <a:gd name="connsiteX234" fmla="*/ 1246768 w 1258521"/>
                <a:gd name="connsiteY234" fmla="*/ 461670 h 914263"/>
                <a:gd name="connsiteX235" fmla="*/ 1245691 w 1258521"/>
                <a:gd name="connsiteY235" fmla="*/ 459181 h 914263"/>
                <a:gd name="connsiteX236" fmla="*/ 1245893 w 1258521"/>
                <a:gd name="connsiteY236" fmla="*/ 457230 h 914263"/>
                <a:gd name="connsiteX237" fmla="*/ 1246229 w 1258521"/>
                <a:gd name="connsiteY237" fmla="*/ 456456 h 914263"/>
                <a:gd name="connsiteX238" fmla="*/ 1248282 w 1258521"/>
                <a:gd name="connsiteY238" fmla="*/ 452655 h 914263"/>
                <a:gd name="connsiteX239" fmla="*/ 1250571 w 1258521"/>
                <a:gd name="connsiteY239" fmla="*/ 451242 h 914263"/>
                <a:gd name="connsiteX240" fmla="*/ 1256326 w 1258521"/>
                <a:gd name="connsiteY240" fmla="*/ 446903 h 914263"/>
                <a:gd name="connsiteX241" fmla="*/ 1257201 w 1258521"/>
                <a:gd name="connsiteY241" fmla="*/ 443303 h 914263"/>
                <a:gd name="connsiteX242" fmla="*/ 1258513 w 1258521"/>
                <a:gd name="connsiteY242" fmla="*/ 440275 h 914263"/>
                <a:gd name="connsiteX243" fmla="*/ 1257739 w 1258521"/>
                <a:gd name="connsiteY243" fmla="*/ 439838 h 914263"/>
                <a:gd name="connsiteX244" fmla="*/ 1255114 w 1258521"/>
                <a:gd name="connsiteY244" fmla="*/ 438863 h 914263"/>
                <a:gd name="connsiteX245" fmla="*/ 1254340 w 1258521"/>
                <a:gd name="connsiteY245" fmla="*/ 437450 h 914263"/>
                <a:gd name="connsiteX246" fmla="*/ 1253902 w 1258521"/>
                <a:gd name="connsiteY246" fmla="*/ 435061 h 914263"/>
                <a:gd name="connsiteX247" fmla="*/ 1251412 w 1258521"/>
                <a:gd name="connsiteY247" fmla="*/ 432034 h 914263"/>
                <a:gd name="connsiteX248" fmla="*/ 1249763 w 1258521"/>
                <a:gd name="connsiteY248" fmla="*/ 431058 h 914263"/>
                <a:gd name="connsiteX249" fmla="*/ 1246195 w 1258521"/>
                <a:gd name="connsiteY249" fmla="*/ 428468 h 914263"/>
                <a:gd name="connsiteX250" fmla="*/ 1242494 w 1258521"/>
                <a:gd name="connsiteY250" fmla="*/ 424768 h 914263"/>
                <a:gd name="connsiteX251" fmla="*/ 1238791 w 1258521"/>
                <a:gd name="connsiteY251" fmla="*/ 422480 h 914263"/>
                <a:gd name="connsiteX252" fmla="*/ 1234753 w 1258521"/>
                <a:gd name="connsiteY252" fmla="*/ 418881 h 914263"/>
                <a:gd name="connsiteX253" fmla="*/ 1233878 w 1258521"/>
                <a:gd name="connsiteY253" fmla="*/ 413566 h 914263"/>
                <a:gd name="connsiteX254" fmla="*/ 1233777 w 1258521"/>
                <a:gd name="connsiteY254" fmla="*/ 409428 h 914263"/>
                <a:gd name="connsiteX255" fmla="*/ 1233676 w 1258521"/>
                <a:gd name="connsiteY255" fmla="*/ 405089 h 914263"/>
                <a:gd name="connsiteX256" fmla="*/ 1232599 w 1258521"/>
                <a:gd name="connsiteY256" fmla="*/ 401388 h 914263"/>
                <a:gd name="connsiteX257" fmla="*/ 1231623 w 1258521"/>
                <a:gd name="connsiteY257" fmla="*/ 398226 h 914263"/>
                <a:gd name="connsiteX258" fmla="*/ 1230849 w 1258521"/>
                <a:gd name="connsiteY258" fmla="*/ 396039 h 914263"/>
                <a:gd name="connsiteX259" fmla="*/ 1229974 w 1258521"/>
                <a:gd name="connsiteY259" fmla="*/ 395400 h 914263"/>
                <a:gd name="connsiteX260" fmla="*/ 1222805 w 1258521"/>
                <a:gd name="connsiteY260" fmla="*/ 392474 h 914263"/>
                <a:gd name="connsiteX261" fmla="*/ 1222368 w 1258521"/>
                <a:gd name="connsiteY261" fmla="*/ 390623 h 914263"/>
                <a:gd name="connsiteX262" fmla="*/ 1222570 w 1258521"/>
                <a:gd name="connsiteY262" fmla="*/ 387798 h 914263"/>
                <a:gd name="connsiteX263" fmla="*/ 1224320 w 1258521"/>
                <a:gd name="connsiteY263" fmla="*/ 384972 h 914263"/>
                <a:gd name="connsiteX264" fmla="*/ 1226272 w 1258521"/>
                <a:gd name="connsiteY264" fmla="*/ 383895 h 914263"/>
                <a:gd name="connsiteX265" fmla="*/ 1228325 w 1258521"/>
                <a:gd name="connsiteY265" fmla="*/ 382819 h 914263"/>
                <a:gd name="connsiteX266" fmla="*/ 1230176 w 1258521"/>
                <a:gd name="connsiteY266" fmla="*/ 380767 h 914263"/>
                <a:gd name="connsiteX267" fmla="*/ 1230714 w 1258521"/>
                <a:gd name="connsiteY267" fmla="*/ 380431 h 914263"/>
                <a:gd name="connsiteX268" fmla="*/ 1232128 w 1258521"/>
                <a:gd name="connsiteY268" fmla="*/ 378379 h 914263"/>
                <a:gd name="connsiteX269" fmla="*/ 1232666 w 1258521"/>
                <a:gd name="connsiteY269" fmla="*/ 376528 h 914263"/>
                <a:gd name="connsiteX270" fmla="*/ 1232431 w 1258521"/>
                <a:gd name="connsiteY270" fmla="*/ 374577 h 914263"/>
                <a:gd name="connsiteX271" fmla="*/ 1231993 w 1258521"/>
                <a:gd name="connsiteY271" fmla="*/ 371415 h 914263"/>
                <a:gd name="connsiteX272" fmla="*/ 1230479 w 1258521"/>
                <a:gd name="connsiteY272" fmla="*/ 369565 h 914263"/>
                <a:gd name="connsiteX273" fmla="*/ 1227753 w 1258521"/>
                <a:gd name="connsiteY273" fmla="*/ 368253 h 914263"/>
                <a:gd name="connsiteX274" fmla="*/ 1224488 w 1258521"/>
                <a:gd name="connsiteY274" fmla="*/ 365629 h 914263"/>
                <a:gd name="connsiteX275" fmla="*/ 1222839 w 1258521"/>
                <a:gd name="connsiteY275" fmla="*/ 364115 h 914263"/>
                <a:gd name="connsiteX276" fmla="*/ 1218700 w 1258521"/>
                <a:gd name="connsiteY276" fmla="*/ 361626 h 914263"/>
                <a:gd name="connsiteX277" fmla="*/ 1213483 w 1258521"/>
                <a:gd name="connsiteY277" fmla="*/ 360112 h 914263"/>
                <a:gd name="connsiteX278" fmla="*/ 1210858 w 1258521"/>
                <a:gd name="connsiteY278" fmla="*/ 358800 h 914263"/>
                <a:gd name="connsiteX279" fmla="*/ 1212373 w 1258521"/>
                <a:gd name="connsiteY279" fmla="*/ 354326 h 914263"/>
                <a:gd name="connsiteX280" fmla="*/ 1214123 w 1258521"/>
                <a:gd name="connsiteY280" fmla="*/ 353351 h 914263"/>
                <a:gd name="connsiteX281" fmla="*/ 1215099 w 1258521"/>
                <a:gd name="connsiteY281" fmla="*/ 351332 h 914263"/>
                <a:gd name="connsiteX282" fmla="*/ 1216176 w 1258521"/>
                <a:gd name="connsiteY282" fmla="*/ 348607 h 914263"/>
                <a:gd name="connsiteX283" fmla="*/ 1217589 w 1258521"/>
                <a:gd name="connsiteY283" fmla="*/ 344167 h 914263"/>
                <a:gd name="connsiteX284" fmla="*/ 1218363 w 1258521"/>
                <a:gd name="connsiteY284" fmla="*/ 341678 h 914263"/>
                <a:gd name="connsiteX285" fmla="*/ 1219878 w 1258521"/>
                <a:gd name="connsiteY285" fmla="*/ 340803 h 914263"/>
                <a:gd name="connsiteX286" fmla="*/ 1222267 w 1258521"/>
                <a:gd name="connsiteY286" fmla="*/ 339929 h 914263"/>
                <a:gd name="connsiteX287" fmla="*/ 1224017 w 1258521"/>
                <a:gd name="connsiteY287" fmla="*/ 338415 h 914263"/>
                <a:gd name="connsiteX288" fmla="*/ 1223916 w 1258521"/>
                <a:gd name="connsiteY288" fmla="*/ 334815 h 914263"/>
                <a:gd name="connsiteX289" fmla="*/ 1222604 w 1258521"/>
                <a:gd name="connsiteY289" fmla="*/ 332225 h 914263"/>
                <a:gd name="connsiteX290" fmla="*/ 1220315 w 1258521"/>
                <a:gd name="connsiteY290" fmla="*/ 329601 h 914263"/>
                <a:gd name="connsiteX291" fmla="*/ 1218902 w 1258521"/>
                <a:gd name="connsiteY291" fmla="*/ 327650 h 914263"/>
                <a:gd name="connsiteX292" fmla="*/ 1216075 w 1258521"/>
                <a:gd name="connsiteY292" fmla="*/ 325161 h 914263"/>
                <a:gd name="connsiteX293" fmla="*/ 1213248 w 1258521"/>
                <a:gd name="connsiteY293" fmla="*/ 321158 h 914263"/>
                <a:gd name="connsiteX294" fmla="*/ 1208469 w 1258521"/>
                <a:gd name="connsiteY294" fmla="*/ 318130 h 914263"/>
                <a:gd name="connsiteX295" fmla="*/ 1205103 w 1258521"/>
                <a:gd name="connsiteY295" fmla="*/ 315641 h 914263"/>
                <a:gd name="connsiteX296" fmla="*/ 1202377 w 1258521"/>
                <a:gd name="connsiteY296" fmla="*/ 312176 h 914263"/>
                <a:gd name="connsiteX297" fmla="*/ 1197060 w 1258521"/>
                <a:gd name="connsiteY297" fmla="*/ 309787 h 914263"/>
                <a:gd name="connsiteX298" fmla="*/ 1195983 w 1258521"/>
                <a:gd name="connsiteY298" fmla="*/ 309451 h 914263"/>
                <a:gd name="connsiteX299" fmla="*/ 1192920 w 1258521"/>
                <a:gd name="connsiteY299" fmla="*/ 308139 h 914263"/>
                <a:gd name="connsiteX300" fmla="*/ 1187603 w 1258521"/>
                <a:gd name="connsiteY300" fmla="*/ 306390 h 914263"/>
                <a:gd name="connsiteX301" fmla="*/ 1182050 w 1258521"/>
                <a:gd name="connsiteY301" fmla="*/ 303463 h 914263"/>
                <a:gd name="connsiteX302" fmla="*/ 1178247 w 1258521"/>
                <a:gd name="connsiteY302" fmla="*/ 300873 h 914263"/>
                <a:gd name="connsiteX303" fmla="*/ 1176934 w 1258521"/>
                <a:gd name="connsiteY303" fmla="*/ 299561 h 914263"/>
                <a:gd name="connsiteX304" fmla="*/ 1177035 w 1258521"/>
                <a:gd name="connsiteY304" fmla="*/ 296836 h 914263"/>
                <a:gd name="connsiteX305" fmla="*/ 1177473 w 1258521"/>
                <a:gd name="connsiteY305" fmla="*/ 294549 h 914263"/>
                <a:gd name="connsiteX306" fmla="*/ 1178247 w 1258521"/>
                <a:gd name="connsiteY306" fmla="*/ 291084 h 914263"/>
                <a:gd name="connsiteX307" fmla="*/ 1179559 w 1258521"/>
                <a:gd name="connsiteY307" fmla="*/ 290310 h 914263"/>
                <a:gd name="connsiteX308" fmla="*/ 1181074 w 1258521"/>
                <a:gd name="connsiteY308" fmla="*/ 288796 h 914263"/>
                <a:gd name="connsiteX309" fmla="*/ 1181713 w 1258521"/>
                <a:gd name="connsiteY309" fmla="*/ 287047 h 914263"/>
                <a:gd name="connsiteX310" fmla="*/ 1182353 w 1258521"/>
                <a:gd name="connsiteY310" fmla="*/ 285399 h 914263"/>
                <a:gd name="connsiteX311" fmla="*/ 1183127 w 1258521"/>
                <a:gd name="connsiteY311" fmla="*/ 283347 h 914263"/>
                <a:gd name="connsiteX312" fmla="*/ 1183564 w 1258521"/>
                <a:gd name="connsiteY312" fmla="*/ 281597 h 914263"/>
                <a:gd name="connsiteX313" fmla="*/ 1183901 w 1258521"/>
                <a:gd name="connsiteY313" fmla="*/ 279646 h 914263"/>
                <a:gd name="connsiteX314" fmla="*/ 1183362 w 1258521"/>
                <a:gd name="connsiteY314" fmla="*/ 277695 h 914263"/>
                <a:gd name="connsiteX315" fmla="*/ 1181410 w 1258521"/>
                <a:gd name="connsiteY315" fmla="*/ 275206 h 914263"/>
                <a:gd name="connsiteX316" fmla="*/ 1179795 w 1258521"/>
                <a:gd name="connsiteY316" fmla="*/ 273457 h 914263"/>
                <a:gd name="connsiteX317" fmla="*/ 1179459 w 1258521"/>
                <a:gd name="connsiteY317" fmla="*/ 271404 h 914263"/>
                <a:gd name="connsiteX318" fmla="*/ 1179459 w 1258521"/>
                <a:gd name="connsiteY318" fmla="*/ 269218 h 914263"/>
                <a:gd name="connsiteX319" fmla="*/ 1179223 w 1258521"/>
                <a:gd name="connsiteY319" fmla="*/ 266830 h 914263"/>
                <a:gd name="connsiteX320" fmla="*/ 1175756 w 1258521"/>
                <a:gd name="connsiteY320" fmla="*/ 264105 h 914263"/>
                <a:gd name="connsiteX321" fmla="*/ 1173030 w 1258521"/>
                <a:gd name="connsiteY321" fmla="*/ 262894 h 914263"/>
                <a:gd name="connsiteX322" fmla="*/ 1170742 w 1258521"/>
                <a:gd name="connsiteY322" fmla="*/ 263667 h 914263"/>
                <a:gd name="connsiteX323" fmla="*/ 1169665 w 1258521"/>
                <a:gd name="connsiteY323" fmla="*/ 264879 h 914263"/>
                <a:gd name="connsiteX324" fmla="*/ 1169564 w 1258521"/>
                <a:gd name="connsiteY324" fmla="*/ 266931 h 914263"/>
                <a:gd name="connsiteX325" fmla="*/ 1169026 w 1258521"/>
                <a:gd name="connsiteY325" fmla="*/ 269117 h 914263"/>
                <a:gd name="connsiteX326" fmla="*/ 1167275 w 1258521"/>
                <a:gd name="connsiteY326" fmla="*/ 272481 h 914263"/>
                <a:gd name="connsiteX327" fmla="*/ 1165626 w 1258521"/>
                <a:gd name="connsiteY327" fmla="*/ 275206 h 914263"/>
                <a:gd name="connsiteX328" fmla="*/ 1164987 w 1258521"/>
                <a:gd name="connsiteY328" fmla="*/ 276080 h 914263"/>
                <a:gd name="connsiteX329" fmla="*/ 1163910 w 1258521"/>
                <a:gd name="connsiteY329" fmla="*/ 278267 h 914263"/>
                <a:gd name="connsiteX330" fmla="*/ 1163809 w 1258521"/>
                <a:gd name="connsiteY330" fmla="*/ 281093 h 914263"/>
                <a:gd name="connsiteX331" fmla="*/ 1164011 w 1258521"/>
                <a:gd name="connsiteY331" fmla="*/ 282943 h 914263"/>
                <a:gd name="connsiteX332" fmla="*/ 1164549 w 1258521"/>
                <a:gd name="connsiteY332" fmla="*/ 285432 h 914263"/>
                <a:gd name="connsiteX333" fmla="*/ 1164650 w 1258521"/>
                <a:gd name="connsiteY333" fmla="*/ 287047 h 914263"/>
                <a:gd name="connsiteX334" fmla="*/ 1162800 w 1258521"/>
                <a:gd name="connsiteY334" fmla="*/ 288796 h 914263"/>
                <a:gd name="connsiteX335" fmla="*/ 1160410 w 1258521"/>
                <a:gd name="connsiteY335" fmla="*/ 289435 h 914263"/>
                <a:gd name="connsiteX336" fmla="*/ 1158121 w 1258521"/>
                <a:gd name="connsiteY336" fmla="*/ 289873 h 914263"/>
                <a:gd name="connsiteX337" fmla="*/ 1156472 w 1258521"/>
                <a:gd name="connsiteY337" fmla="*/ 289772 h 914263"/>
                <a:gd name="connsiteX338" fmla="*/ 1155059 w 1258521"/>
                <a:gd name="connsiteY338" fmla="*/ 286946 h 914263"/>
                <a:gd name="connsiteX339" fmla="*/ 1153309 w 1258521"/>
                <a:gd name="connsiteY339" fmla="*/ 284221 h 914263"/>
                <a:gd name="connsiteX340" fmla="*/ 1150583 w 1258521"/>
                <a:gd name="connsiteY340" fmla="*/ 281631 h 914263"/>
                <a:gd name="connsiteX341" fmla="*/ 1147857 w 1258521"/>
                <a:gd name="connsiteY341" fmla="*/ 277056 h 914263"/>
                <a:gd name="connsiteX342" fmla="*/ 1144828 w 1258521"/>
                <a:gd name="connsiteY342" fmla="*/ 275004 h 914263"/>
                <a:gd name="connsiteX343" fmla="*/ 1142775 w 1258521"/>
                <a:gd name="connsiteY343" fmla="*/ 274466 h 914263"/>
                <a:gd name="connsiteX344" fmla="*/ 1140587 w 1258521"/>
                <a:gd name="connsiteY344" fmla="*/ 273591 h 914263"/>
                <a:gd name="connsiteX345" fmla="*/ 1138534 w 1258521"/>
                <a:gd name="connsiteY345" fmla="*/ 271842 h 914263"/>
                <a:gd name="connsiteX346" fmla="*/ 1134933 w 1258521"/>
                <a:gd name="connsiteY346" fmla="*/ 267805 h 914263"/>
                <a:gd name="connsiteX347" fmla="*/ 1132645 w 1258521"/>
                <a:gd name="connsiteY347" fmla="*/ 264979 h 914263"/>
                <a:gd name="connsiteX348" fmla="*/ 1127327 w 1258521"/>
                <a:gd name="connsiteY348" fmla="*/ 258689 h 914263"/>
                <a:gd name="connsiteX349" fmla="*/ 1123727 w 1258521"/>
                <a:gd name="connsiteY349" fmla="*/ 254988 h 914263"/>
                <a:gd name="connsiteX350" fmla="*/ 1121135 w 1258521"/>
                <a:gd name="connsiteY350" fmla="*/ 253575 h 914263"/>
                <a:gd name="connsiteX351" fmla="*/ 1111140 w 1258521"/>
                <a:gd name="connsiteY351" fmla="*/ 244661 h 914263"/>
                <a:gd name="connsiteX352" fmla="*/ 1105688 w 1258521"/>
                <a:gd name="connsiteY352" fmla="*/ 240422 h 914263"/>
                <a:gd name="connsiteX353" fmla="*/ 1099596 w 1258521"/>
                <a:gd name="connsiteY353" fmla="*/ 235208 h 914263"/>
                <a:gd name="connsiteX354" fmla="*/ 1092865 w 1258521"/>
                <a:gd name="connsiteY354" fmla="*/ 231743 h 914263"/>
                <a:gd name="connsiteX355" fmla="*/ 1089399 w 1258521"/>
                <a:gd name="connsiteY355" fmla="*/ 228817 h 914263"/>
                <a:gd name="connsiteX356" fmla="*/ 1087346 w 1258521"/>
                <a:gd name="connsiteY356" fmla="*/ 227404 h 914263"/>
                <a:gd name="connsiteX357" fmla="*/ 1082668 w 1258521"/>
                <a:gd name="connsiteY357" fmla="*/ 226092 h 914263"/>
                <a:gd name="connsiteX358" fmla="*/ 1078629 w 1258521"/>
                <a:gd name="connsiteY358" fmla="*/ 224881 h 914263"/>
                <a:gd name="connsiteX359" fmla="*/ 1074052 w 1258521"/>
                <a:gd name="connsiteY359" fmla="*/ 220642 h 914263"/>
                <a:gd name="connsiteX360" fmla="*/ 1072100 w 1258521"/>
                <a:gd name="connsiteY360" fmla="*/ 219028 h 914263"/>
                <a:gd name="connsiteX361" fmla="*/ 1069711 w 1258521"/>
                <a:gd name="connsiteY361" fmla="*/ 216538 h 914263"/>
                <a:gd name="connsiteX362" fmla="*/ 1068398 w 1258521"/>
                <a:gd name="connsiteY362" fmla="*/ 216875 h 914263"/>
                <a:gd name="connsiteX363" fmla="*/ 1065235 w 1258521"/>
                <a:gd name="connsiteY363" fmla="*/ 218624 h 914263"/>
                <a:gd name="connsiteX364" fmla="*/ 1060893 w 1258521"/>
                <a:gd name="connsiteY364" fmla="*/ 218960 h 914263"/>
                <a:gd name="connsiteX365" fmla="*/ 1058840 w 1258521"/>
                <a:gd name="connsiteY365" fmla="*/ 216908 h 914263"/>
                <a:gd name="connsiteX366" fmla="*/ 1059379 w 1258521"/>
                <a:gd name="connsiteY366" fmla="*/ 215058 h 914263"/>
                <a:gd name="connsiteX367" fmla="*/ 1059917 w 1258521"/>
                <a:gd name="connsiteY367" fmla="*/ 212333 h 914263"/>
                <a:gd name="connsiteX368" fmla="*/ 1060355 w 1258521"/>
                <a:gd name="connsiteY368" fmla="*/ 210281 h 914263"/>
                <a:gd name="connsiteX369" fmla="*/ 1059379 w 1258521"/>
                <a:gd name="connsiteY369" fmla="*/ 205404 h 914263"/>
                <a:gd name="connsiteX370" fmla="*/ 1059379 w 1258521"/>
                <a:gd name="connsiteY370" fmla="*/ 201804 h 914263"/>
                <a:gd name="connsiteX371" fmla="*/ 1059042 w 1258521"/>
                <a:gd name="connsiteY371" fmla="*/ 197666 h 914263"/>
                <a:gd name="connsiteX372" fmla="*/ 1057292 w 1258521"/>
                <a:gd name="connsiteY372" fmla="*/ 194942 h 914263"/>
                <a:gd name="connsiteX373" fmla="*/ 1051436 w 1258521"/>
                <a:gd name="connsiteY373" fmla="*/ 194067 h 914263"/>
                <a:gd name="connsiteX374" fmla="*/ 1048071 w 1258521"/>
                <a:gd name="connsiteY374" fmla="*/ 192318 h 914263"/>
                <a:gd name="connsiteX375" fmla="*/ 1045379 w 1258521"/>
                <a:gd name="connsiteY375" fmla="*/ 192318 h 914263"/>
                <a:gd name="connsiteX376" fmla="*/ 1041845 w 1258521"/>
                <a:gd name="connsiteY376" fmla="*/ 191410 h 914263"/>
                <a:gd name="connsiteX377" fmla="*/ 1040162 w 1258521"/>
                <a:gd name="connsiteY377" fmla="*/ 190938 h 914263"/>
                <a:gd name="connsiteX378" fmla="*/ 1037268 w 1258521"/>
                <a:gd name="connsiteY378" fmla="*/ 188550 h 914263"/>
                <a:gd name="connsiteX379" fmla="*/ 1035888 w 1258521"/>
                <a:gd name="connsiteY379" fmla="*/ 187171 h 914263"/>
                <a:gd name="connsiteX380" fmla="*/ 1034441 w 1258521"/>
                <a:gd name="connsiteY380" fmla="*/ 185792 h 914263"/>
                <a:gd name="connsiteX381" fmla="*/ 1032859 w 1258521"/>
                <a:gd name="connsiteY381" fmla="*/ 183269 h 914263"/>
                <a:gd name="connsiteX382" fmla="*/ 1031715 w 1258521"/>
                <a:gd name="connsiteY382" fmla="*/ 181015 h 914263"/>
                <a:gd name="connsiteX383" fmla="*/ 1030772 w 1258521"/>
                <a:gd name="connsiteY383" fmla="*/ 179266 h 914263"/>
                <a:gd name="connsiteX384" fmla="*/ 1028686 w 1258521"/>
                <a:gd name="connsiteY384" fmla="*/ 178525 h 914263"/>
                <a:gd name="connsiteX385" fmla="*/ 1025421 w 1258521"/>
                <a:gd name="connsiteY385" fmla="*/ 177012 h 914263"/>
                <a:gd name="connsiteX386" fmla="*/ 1025489 w 1258521"/>
                <a:gd name="connsiteY386" fmla="*/ 174119 h 914263"/>
                <a:gd name="connsiteX387" fmla="*/ 1025186 w 1258521"/>
                <a:gd name="connsiteY387" fmla="*/ 171360 h 914263"/>
                <a:gd name="connsiteX388" fmla="*/ 1023941 w 1258521"/>
                <a:gd name="connsiteY388" fmla="*/ 168669 h 914263"/>
                <a:gd name="connsiteX389" fmla="*/ 1022426 w 1258521"/>
                <a:gd name="connsiteY389" fmla="*/ 166516 h 914263"/>
                <a:gd name="connsiteX390" fmla="*/ 1020676 w 1258521"/>
                <a:gd name="connsiteY390" fmla="*/ 165137 h 914263"/>
                <a:gd name="connsiteX391" fmla="*/ 1019465 w 1258521"/>
                <a:gd name="connsiteY391" fmla="*/ 165002 h 914263"/>
                <a:gd name="connsiteX392" fmla="*/ 1017849 w 1258521"/>
                <a:gd name="connsiteY392" fmla="*/ 165810 h 914263"/>
                <a:gd name="connsiteX393" fmla="*/ 1016099 w 1258521"/>
                <a:gd name="connsiteY393" fmla="*/ 167122 h 914263"/>
                <a:gd name="connsiteX394" fmla="*/ 1015224 w 1258521"/>
                <a:gd name="connsiteY394" fmla="*/ 169073 h 914263"/>
                <a:gd name="connsiteX395" fmla="*/ 1014787 w 1258521"/>
                <a:gd name="connsiteY395" fmla="*/ 171461 h 914263"/>
                <a:gd name="connsiteX396" fmla="*/ 1014214 w 1258521"/>
                <a:gd name="connsiteY396" fmla="*/ 173850 h 914263"/>
                <a:gd name="connsiteX397" fmla="*/ 1014147 w 1258521"/>
                <a:gd name="connsiteY397" fmla="*/ 175801 h 914263"/>
                <a:gd name="connsiteX398" fmla="*/ 1014147 w 1258521"/>
                <a:gd name="connsiteY398" fmla="*/ 177617 h 914263"/>
                <a:gd name="connsiteX399" fmla="*/ 1015426 w 1258521"/>
                <a:gd name="connsiteY399" fmla="*/ 179568 h 914263"/>
                <a:gd name="connsiteX400" fmla="*/ 1016705 w 1258521"/>
                <a:gd name="connsiteY400" fmla="*/ 181385 h 914263"/>
                <a:gd name="connsiteX401" fmla="*/ 1017580 w 1258521"/>
                <a:gd name="connsiteY401" fmla="*/ 183706 h 914263"/>
                <a:gd name="connsiteX402" fmla="*/ 1018825 w 1258521"/>
                <a:gd name="connsiteY402" fmla="*/ 185455 h 914263"/>
                <a:gd name="connsiteX403" fmla="*/ 1019431 w 1258521"/>
                <a:gd name="connsiteY403" fmla="*/ 185960 h 914263"/>
                <a:gd name="connsiteX404" fmla="*/ 1020575 w 1258521"/>
                <a:gd name="connsiteY404" fmla="*/ 187406 h 914263"/>
                <a:gd name="connsiteX405" fmla="*/ 1021719 w 1258521"/>
                <a:gd name="connsiteY405" fmla="*/ 188146 h 914263"/>
                <a:gd name="connsiteX406" fmla="*/ 1025186 w 1258521"/>
                <a:gd name="connsiteY406" fmla="*/ 192789 h 914263"/>
                <a:gd name="connsiteX407" fmla="*/ 1024883 w 1258521"/>
                <a:gd name="connsiteY407" fmla="*/ 195682 h 914263"/>
                <a:gd name="connsiteX408" fmla="*/ 1023133 w 1258521"/>
                <a:gd name="connsiteY408" fmla="*/ 197700 h 914263"/>
                <a:gd name="connsiteX409" fmla="*/ 1019397 w 1258521"/>
                <a:gd name="connsiteY409" fmla="*/ 198777 h 914263"/>
                <a:gd name="connsiteX410" fmla="*/ 1017277 w 1258521"/>
                <a:gd name="connsiteY410" fmla="*/ 198911 h 914263"/>
                <a:gd name="connsiteX411" fmla="*/ 1013878 w 1258521"/>
                <a:gd name="connsiteY411" fmla="*/ 197902 h 914263"/>
                <a:gd name="connsiteX412" fmla="*/ 1011859 w 1258521"/>
                <a:gd name="connsiteY412" fmla="*/ 196960 h 914263"/>
                <a:gd name="connsiteX413" fmla="*/ 1008224 w 1258521"/>
                <a:gd name="connsiteY413" fmla="*/ 195143 h 914263"/>
                <a:gd name="connsiteX414" fmla="*/ 1006575 w 1258521"/>
                <a:gd name="connsiteY414" fmla="*/ 193899 h 914263"/>
                <a:gd name="connsiteX415" fmla="*/ 1006272 w 1258521"/>
                <a:gd name="connsiteY415" fmla="*/ 191073 h 914263"/>
                <a:gd name="connsiteX416" fmla="*/ 1003580 w 1258521"/>
                <a:gd name="connsiteY416" fmla="*/ 188617 h 914263"/>
                <a:gd name="connsiteX417" fmla="*/ 1001695 w 1258521"/>
                <a:gd name="connsiteY417" fmla="*/ 187743 h 914263"/>
                <a:gd name="connsiteX418" fmla="*/ 996983 w 1258521"/>
                <a:gd name="connsiteY418" fmla="*/ 183975 h 914263"/>
                <a:gd name="connsiteX419" fmla="*/ 987493 w 1258521"/>
                <a:gd name="connsiteY419" fmla="*/ 175868 h 914263"/>
                <a:gd name="connsiteX420" fmla="*/ 986416 w 1258521"/>
                <a:gd name="connsiteY420" fmla="*/ 174993 h 914263"/>
                <a:gd name="connsiteX421" fmla="*/ 984228 w 1258521"/>
                <a:gd name="connsiteY421" fmla="*/ 172370 h 914263"/>
                <a:gd name="connsiteX422" fmla="*/ 982579 w 1258521"/>
                <a:gd name="connsiteY422" fmla="*/ 170721 h 914263"/>
                <a:gd name="connsiteX423" fmla="*/ 981132 w 1258521"/>
                <a:gd name="connsiteY423" fmla="*/ 169712 h 914263"/>
                <a:gd name="connsiteX424" fmla="*/ 978877 w 1258521"/>
                <a:gd name="connsiteY424" fmla="*/ 170082 h 914263"/>
                <a:gd name="connsiteX425" fmla="*/ 977127 w 1258521"/>
                <a:gd name="connsiteY425" fmla="*/ 169880 h 914263"/>
                <a:gd name="connsiteX426" fmla="*/ 976117 w 1258521"/>
                <a:gd name="connsiteY426" fmla="*/ 168938 h 914263"/>
                <a:gd name="connsiteX427" fmla="*/ 974670 w 1258521"/>
                <a:gd name="connsiteY427" fmla="*/ 167626 h 914263"/>
                <a:gd name="connsiteX428" fmla="*/ 974536 w 1258521"/>
                <a:gd name="connsiteY428" fmla="*/ 166045 h 914263"/>
                <a:gd name="connsiteX429" fmla="*/ 976353 w 1258521"/>
                <a:gd name="connsiteY429" fmla="*/ 164296 h 914263"/>
                <a:gd name="connsiteX430" fmla="*/ 975848 w 1258521"/>
                <a:gd name="connsiteY430" fmla="*/ 163152 h 914263"/>
                <a:gd name="connsiteX431" fmla="*/ 973593 w 1258521"/>
                <a:gd name="connsiteY431" fmla="*/ 161639 h 914263"/>
                <a:gd name="connsiteX432" fmla="*/ 972281 w 1258521"/>
                <a:gd name="connsiteY432" fmla="*/ 159183 h 914263"/>
                <a:gd name="connsiteX433" fmla="*/ 970262 w 1258521"/>
                <a:gd name="connsiteY433" fmla="*/ 158174 h 914263"/>
                <a:gd name="connsiteX434" fmla="*/ 968680 w 1258521"/>
                <a:gd name="connsiteY434" fmla="*/ 156727 h 914263"/>
                <a:gd name="connsiteX435" fmla="*/ 967367 w 1258521"/>
                <a:gd name="connsiteY435" fmla="*/ 153699 h 914263"/>
                <a:gd name="connsiteX436" fmla="*/ 966930 w 1258521"/>
                <a:gd name="connsiteY436" fmla="*/ 150369 h 914263"/>
                <a:gd name="connsiteX437" fmla="*/ 965785 w 1258521"/>
                <a:gd name="connsiteY437" fmla="*/ 148048 h 914263"/>
                <a:gd name="connsiteX438" fmla="*/ 964036 w 1258521"/>
                <a:gd name="connsiteY438" fmla="*/ 146601 h 914263"/>
                <a:gd name="connsiteX439" fmla="*/ 961579 w 1258521"/>
                <a:gd name="connsiteY439" fmla="*/ 144146 h 914263"/>
                <a:gd name="connsiteX440" fmla="*/ 960401 w 1258521"/>
                <a:gd name="connsiteY440" fmla="*/ 141387 h 914263"/>
                <a:gd name="connsiteX441" fmla="*/ 958651 w 1258521"/>
                <a:gd name="connsiteY441" fmla="*/ 137620 h 914263"/>
                <a:gd name="connsiteX442" fmla="*/ 955016 w 1258521"/>
                <a:gd name="connsiteY442" fmla="*/ 132843 h 914263"/>
                <a:gd name="connsiteX443" fmla="*/ 951381 w 1258521"/>
                <a:gd name="connsiteY443" fmla="*/ 129512 h 914263"/>
                <a:gd name="connsiteX444" fmla="*/ 946872 w 1258521"/>
                <a:gd name="connsiteY444" fmla="*/ 127057 h 914263"/>
                <a:gd name="connsiteX445" fmla="*/ 943102 w 1258521"/>
                <a:gd name="connsiteY445" fmla="*/ 123155 h 914263"/>
                <a:gd name="connsiteX446" fmla="*/ 939905 w 1258521"/>
                <a:gd name="connsiteY446" fmla="*/ 120564 h 914263"/>
                <a:gd name="connsiteX447" fmla="*/ 936876 w 1258521"/>
                <a:gd name="connsiteY447" fmla="*/ 117537 h 914263"/>
                <a:gd name="connsiteX448" fmla="*/ 935294 w 1258521"/>
                <a:gd name="connsiteY448" fmla="*/ 115956 h 914263"/>
                <a:gd name="connsiteX449" fmla="*/ 933410 w 1258521"/>
                <a:gd name="connsiteY449" fmla="*/ 114072 h 914263"/>
                <a:gd name="connsiteX450" fmla="*/ 930516 w 1258521"/>
                <a:gd name="connsiteY450" fmla="*/ 112491 h 914263"/>
                <a:gd name="connsiteX451" fmla="*/ 928934 w 1258521"/>
                <a:gd name="connsiteY451" fmla="*/ 108723 h 914263"/>
                <a:gd name="connsiteX452" fmla="*/ 926612 w 1258521"/>
                <a:gd name="connsiteY452" fmla="*/ 104653 h 914263"/>
                <a:gd name="connsiteX453" fmla="*/ 922842 w 1258521"/>
                <a:gd name="connsiteY453" fmla="*/ 102063 h 914263"/>
                <a:gd name="connsiteX454" fmla="*/ 921092 w 1258521"/>
                <a:gd name="connsiteY454" fmla="*/ 102063 h 914263"/>
                <a:gd name="connsiteX455" fmla="*/ 919073 w 1258521"/>
                <a:gd name="connsiteY455" fmla="*/ 100044 h 914263"/>
                <a:gd name="connsiteX456" fmla="*/ 916482 w 1258521"/>
                <a:gd name="connsiteY456" fmla="*/ 97151 h 914263"/>
                <a:gd name="connsiteX457" fmla="*/ 915472 w 1258521"/>
                <a:gd name="connsiteY457" fmla="*/ 93955 h 914263"/>
                <a:gd name="connsiteX458" fmla="*/ 914159 w 1258521"/>
                <a:gd name="connsiteY458" fmla="*/ 89751 h 914263"/>
                <a:gd name="connsiteX459" fmla="*/ 911703 w 1258521"/>
                <a:gd name="connsiteY459" fmla="*/ 86992 h 914263"/>
                <a:gd name="connsiteX460" fmla="*/ 907227 w 1258521"/>
                <a:gd name="connsiteY460" fmla="*/ 84671 h 914263"/>
                <a:gd name="connsiteX461" fmla="*/ 904198 w 1258521"/>
                <a:gd name="connsiteY461" fmla="*/ 84671 h 914263"/>
                <a:gd name="connsiteX462" fmla="*/ 900563 w 1258521"/>
                <a:gd name="connsiteY462" fmla="*/ 87059 h 914263"/>
                <a:gd name="connsiteX463" fmla="*/ 898678 w 1258521"/>
                <a:gd name="connsiteY463" fmla="*/ 87867 h 914263"/>
                <a:gd name="connsiteX464" fmla="*/ 897534 w 1258521"/>
                <a:gd name="connsiteY464" fmla="*/ 89885 h 914263"/>
                <a:gd name="connsiteX465" fmla="*/ 896524 w 1258521"/>
                <a:gd name="connsiteY465" fmla="*/ 91769 h 914263"/>
                <a:gd name="connsiteX466" fmla="*/ 896221 w 1258521"/>
                <a:gd name="connsiteY466" fmla="*/ 94225 h 914263"/>
                <a:gd name="connsiteX467" fmla="*/ 895649 w 1258521"/>
                <a:gd name="connsiteY467" fmla="*/ 95671 h 914263"/>
                <a:gd name="connsiteX468" fmla="*/ 893899 w 1258521"/>
                <a:gd name="connsiteY468" fmla="*/ 98295 h 914263"/>
                <a:gd name="connsiteX469" fmla="*/ 893024 w 1258521"/>
                <a:gd name="connsiteY469" fmla="*/ 99439 h 914263"/>
                <a:gd name="connsiteX470" fmla="*/ 887942 w 1258521"/>
                <a:gd name="connsiteY470" fmla="*/ 101020 h 914263"/>
                <a:gd name="connsiteX471" fmla="*/ 879596 w 1258521"/>
                <a:gd name="connsiteY471" fmla="*/ 102264 h 914263"/>
                <a:gd name="connsiteX472" fmla="*/ 873740 w 1258521"/>
                <a:gd name="connsiteY472" fmla="*/ 101625 h 914263"/>
                <a:gd name="connsiteX473" fmla="*/ 872428 w 1258521"/>
                <a:gd name="connsiteY473" fmla="*/ 98261 h 914263"/>
                <a:gd name="connsiteX474" fmla="*/ 870240 w 1258521"/>
                <a:gd name="connsiteY474" fmla="*/ 94998 h 914263"/>
                <a:gd name="connsiteX475" fmla="*/ 866538 w 1258521"/>
                <a:gd name="connsiteY475" fmla="*/ 90087 h 914263"/>
                <a:gd name="connsiteX476" fmla="*/ 863913 w 1258521"/>
                <a:gd name="connsiteY476" fmla="*/ 89111 h 914263"/>
                <a:gd name="connsiteX477" fmla="*/ 862500 w 1258521"/>
                <a:gd name="connsiteY477" fmla="*/ 89313 h 914263"/>
                <a:gd name="connsiteX478" fmla="*/ 860548 w 1258521"/>
                <a:gd name="connsiteY478" fmla="*/ 89515 h 914263"/>
                <a:gd name="connsiteX479" fmla="*/ 859134 w 1258521"/>
                <a:gd name="connsiteY479" fmla="*/ 91802 h 914263"/>
                <a:gd name="connsiteX480" fmla="*/ 856846 w 1258521"/>
                <a:gd name="connsiteY480" fmla="*/ 94830 h 914263"/>
                <a:gd name="connsiteX481" fmla="*/ 855432 w 1258521"/>
                <a:gd name="connsiteY481" fmla="*/ 96243 h 914263"/>
                <a:gd name="connsiteX482" fmla="*/ 853918 w 1258521"/>
                <a:gd name="connsiteY482" fmla="*/ 98968 h 914263"/>
                <a:gd name="connsiteX483" fmla="*/ 851629 w 1258521"/>
                <a:gd name="connsiteY483" fmla="*/ 100818 h 914263"/>
                <a:gd name="connsiteX484" fmla="*/ 850317 w 1258521"/>
                <a:gd name="connsiteY484" fmla="*/ 101255 h 914263"/>
                <a:gd name="connsiteX485" fmla="*/ 847591 w 1258521"/>
                <a:gd name="connsiteY485" fmla="*/ 103307 h 914263"/>
                <a:gd name="connsiteX486" fmla="*/ 846177 w 1258521"/>
                <a:gd name="connsiteY486" fmla="*/ 106772 h 914263"/>
                <a:gd name="connsiteX487" fmla="*/ 845302 w 1258521"/>
                <a:gd name="connsiteY487" fmla="*/ 108824 h 914263"/>
                <a:gd name="connsiteX488" fmla="*/ 843014 w 1258521"/>
                <a:gd name="connsiteY488" fmla="*/ 112525 h 914263"/>
                <a:gd name="connsiteX489" fmla="*/ 840725 w 1258521"/>
                <a:gd name="connsiteY489" fmla="*/ 113164 h 914263"/>
                <a:gd name="connsiteX490" fmla="*/ 835711 w 1258521"/>
                <a:gd name="connsiteY490" fmla="*/ 112827 h 914263"/>
                <a:gd name="connsiteX491" fmla="*/ 834970 w 1258521"/>
                <a:gd name="connsiteY491" fmla="*/ 111515 h 914263"/>
                <a:gd name="connsiteX492" fmla="*/ 834970 w 1258521"/>
                <a:gd name="connsiteY492" fmla="*/ 108791 h 914263"/>
                <a:gd name="connsiteX493" fmla="*/ 834768 w 1258521"/>
                <a:gd name="connsiteY493" fmla="*/ 104989 h 914263"/>
                <a:gd name="connsiteX494" fmla="*/ 830326 w 1258521"/>
                <a:gd name="connsiteY494" fmla="*/ 102601 h 914263"/>
                <a:gd name="connsiteX495" fmla="*/ 825109 w 1258521"/>
                <a:gd name="connsiteY495" fmla="*/ 100111 h 914263"/>
                <a:gd name="connsiteX496" fmla="*/ 819018 w 1258521"/>
                <a:gd name="connsiteY496" fmla="*/ 97185 h 914263"/>
                <a:gd name="connsiteX497" fmla="*/ 814239 w 1258521"/>
                <a:gd name="connsiteY497" fmla="*/ 94696 h 914263"/>
                <a:gd name="connsiteX498" fmla="*/ 808248 w 1258521"/>
                <a:gd name="connsiteY498" fmla="*/ 92744 h 914263"/>
                <a:gd name="connsiteX499" fmla="*/ 802594 w 1258521"/>
                <a:gd name="connsiteY499" fmla="*/ 89481 h 914263"/>
                <a:gd name="connsiteX500" fmla="*/ 798590 w 1258521"/>
                <a:gd name="connsiteY500" fmla="*/ 84469 h 914263"/>
                <a:gd name="connsiteX501" fmla="*/ 796301 w 1258521"/>
                <a:gd name="connsiteY501" fmla="*/ 81643 h 914263"/>
                <a:gd name="connsiteX502" fmla="*/ 792936 w 1258521"/>
                <a:gd name="connsiteY502" fmla="*/ 76766 h 914263"/>
                <a:gd name="connsiteX503" fmla="*/ 789772 w 1258521"/>
                <a:gd name="connsiteY503" fmla="*/ 73301 h 914263"/>
                <a:gd name="connsiteX504" fmla="*/ 784993 w 1258521"/>
                <a:gd name="connsiteY504" fmla="*/ 67986 h 914263"/>
                <a:gd name="connsiteX505" fmla="*/ 782065 w 1258521"/>
                <a:gd name="connsiteY505" fmla="*/ 64958 h 914263"/>
                <a:gd name="connsiteX506" fmla="*/ 777926 w 1258521"/>
                <a:gd name="connsiteY506" fmla="*/ 59845 h 914263"/>
                <a:gd name="connsiteX507" fmla="*/ 774560 w 1258521"/>
                <a:gd name="connsiteY507" fmla="*/ 57120 h 914263"/>
                <a:gd name="connsiteX508" fmla="*/ 770320 w 1258521"/>
                <a:gd name="connsiteY508" fmla="*/ 54631 h 914263"/>
                <a:gd name="connsiteX509" fmla="*/ 765204 w 1258521"/>
                <a:gd name="connsiteY509" fmla="*/ 53857 h 914263"/>
                <a:gd name="connsiteX510" fmla="*/ 753459 w 1258521"/>
                <a:gd name="connsiteY510" fmla="*/ 53420 h 914263"/>
                <a:gd name="connsiteX511" fmla="*/ 749992 w 1258521"/>
                <a:gd name="connsiteY511" fmla="*/ 54193 h 914263"/>
                <a:gd name="connsiteX512" fmla="*/ 748478 w 1258521"/>
                <a:gd name="connsiteY512" fmla="*/ 55270 h 914263"/>
                <a:gd name="connsiteX513" fmla="*/ 744877 w 1258521"/>
                <a:gd name="connsiteY513" fmla="*/ 59071 h 914263"/>
                <a:gd name="connsiteX514" fmla="*/ 743261 w 1258521"/>
                <a:gd name="connsiteY514" fmla="*/ 62435 h 914263"/>
                <a:gd name="connsiteX515" fmla="*/ 740973 w 1258521"/>
                <a:gd name="connsiteY515" fmla="*/ 70038 h 914263"/>
                <a:gd name="connsiteX516" fmla="*/ 745853 w 1258521"/>
                <a:gd name="connsiteY516" fmla="*/ 76867 h 914263"/>
                <a:gd name="connsiteX517" fmla="*/ 745954 w 1258521"/>
                <a:gd name="connsiteY517" fmla="*/ 81206 h 914263"/>
                <a:gd name="connsiteX518" fmla="*/ 743127 w 1258521"/>
                <a:gd name="connsiteY518" fmla="*/ 87934 h 914263"/>
                <a:gd name="connsiteX519" fmla="*/ 740199 w 1258521"/>
                <a:gd name="connsiteY519" fmla="*/ 98160 h 914263"/>
                <a:gd name="connsiteX520" fmla="*/ 737708 w 1258521"/>
                <a:gd name="connsiteY520" fmla="*/ 107512 h 914263"/>
                <a:gd name="connsiteX521" fmla="*/ 736632 w 1258521"/>
                <a:gd name="connsiteY521" fmla="*/ 112289 h 914263"/>
                <a:gd name="connsiteX522" fmla="*/ 738247 w 1258521"/>
                <a:gd name="connsiteY522" fmla="*/ 117167 h 914263"/>
                <a:gd name="connsiteX523" fmla="*/ 740098 w 1258521"/>
                <a:gd name="connsiteY523" fmla="*/ 122280 h 914263"/>
                <a:gd name="connsiteX524" fmla="*/ 740435 w 1258521"/>
                <a:gd name="connsiteY524" fmla="*/ 129546 h 914263"/>
                <a:gd name="connsiteX525" fmla="*/ 740233 w 1258521"/>
                <a:gd name="connsiteY525" fmla="*/ 135971 h 914263"/>
                <a:gd name="connsiteX526" fmla="*/ 739694 w 1258521"/>
                <a:gd name="connsiteY526" fmla="*/ 141186 h 914263"/>
                <a:gd name="connsiteX527" fmla="*/ 739593 w 1258521"/>
                <a:gd name="connsiteY527" fmla="*/ 145525 h 914263"/>
                <a:gd name="connsiteX528" fmla="*/ 739055 w 1258521"/>
                <a:gd name="connsiteY528" fmla="*/ 148014 h 914263"/>
                <a:gd name="connsiteX529" fmla="*/ 736665 w 1258521"/>
                <a:gd name="connsiteY529" fmla="*/ 149528 h 914263"/>
                <a:gd name="connsiteX530" fmla="*/ 732324 w 1258521"/>
                <a:gd name="connsiteY530" fmla="*/ 150403 h 914263"/>
                <a:gd name="connsiteX531" fmla="*/ 727881 w 1258521"/>
                <a:gd name="connsiteY531" fmla="*/ 150403 h 914263"/>
                <a:gd name="connsiteX532" fmla="*/ 724179 w 1258521"/>
                <a:gd name="connsiteY532" fmla="*/ 152051 h 914263"/>
                <a:gd name="connsiteX533" fmla="*/ 718862 w 1258521"/>
                <a:gd name="connsiteY533" fmla="*/ 151513 h 914263"/>
                <a:gd name="connsiteX534" fmla="*/ 716472 w 1258521"/>
                <a:gd name="connsiteY534" fmla="*/ 150302 h 914263"/>
                <a:gd name="connsiteX535" fmla="*/ 712333 w 1258521"/>
                <a:gd name="connsiteY535" fmla="*/ 146938 h 914263"/>
                <a:gd name="connsiteX536" fmla="*/ 708429 w 1258521"/>
                <a:gd name="connsiteY536" fmla="*/ 143574 h 914263"/>
                <a:gd name="connsiteX537" fmla="*/ 704626 w 1258521"/>
                <a:gd name="connsiteY537" fmla="*/ 139874 h 914263"/>
                <a:gd name="connsiteX538" fmla="*/ 701261 w 1258521"/>
                <a:gd name="connsiteY538" fmla="*/ 138999 h 914263"/>
                <a:gd name="connsiteX539" fmla="*/ 699510 w 1258521"/>
                <a:gd name="connsiteY539" fmla="*/ 135399 h 914263"/>
                <a:gd name="connsiteX540" fmla="*/ 699746 w 1258521"/>
                <a:gd name="connsiteY540" fmla="*/ 133011 h 914263"/>
                <a:gd name="connsiteX541" fmla="*/ 699847 w 1258521"/>
                <a:gd name="connsiteY541" fmla="*/ 127158 h 914263"/>
                <a:gd name="connsiteX542" fmla="*/ 695607 w 1258521"/>
                <a:gd name="connsiteY542" fmla="*/ 123155 h 914263"/>
                <a:gd name="connsiteX543" fmla="*/ 690727 w 1258521"/>
                <a:gd name="connsiteY543" fmla="*/ 117604 h 914263"/>
                <a:gd name="connsiteX544" fmla="*/ 686924 w 1258521"/>
                <a:gd name="connsiteY544" fmla="*/ 115754 h 914263"/>
                <a:gd name="connsiteX545" fmla="*/ 680395 w 1258521"/>
                <a:gd name="connsiteY545" fmla="*/ 113265 h 914263"/>
                <a:gd name="connsiteX546" fmla="*/ 677770 w 1258521"/>
                <a:gd name="connsiteY546" fmla="*/ 113265 h 914263"/>
                <a:gd name="connsiteX547" fmla="*/ 671678 w 1258521"/>
                <a:gd name="connsiteY547" fmla="*/ 110439 h 914263"/>
                <a:gd name="connsiteX548" fmla="*/ 659731 w 1258521"/>
                <a:gd name="connsiteY548" fmla="*/ 102836 h 914263"/>
                <a:gd name="connsiteX549" fmla="*/ 655288 w 1258521"/>
                <a:gd name="connsiteY549" fmla="*/ 98598 h 914263"/>
                <a:gd name="connsiteX550" fmla="*/ 648759 w 1258521"/>
                <a:gd name="connsiteY550" fmla="*/ 92307 h 914263"/>
                <a:gd name="connsiteX551" fmla="*/ 643879 w 1258521"/>
                <a:gd name="connsiteY551" fmla="*/ 87093 h 914263"/>
                <a:gd name="connsiteX552" fmla="*/ 640952 w 1258521"/>
                <a:gd name="connsiteY552" fmla="*/ 84368 h 914263"/>
                <a:gd name="connsiteX553" fmla="*/ 638461 w 1258521"/>
                <a:gd name="connsiteY553" fmla="*/ 82854 h 914263"/>
                <a:gd name="connsiteX554" fmla="*/ 634658 w 1258521"/>
                <a:gd name="connsiteY554" fmla="*/ 81004 h 914263"/>
                <a:gd name="connsiteX555" fmla="*/ 633043 w 1258521"/>
                <a:gd name="connsiteY555" fmla="*/ 79692 h 914263"/>
                <a:gd name="connsiteX556" fmla="*/ 631966 w 1258521"/>
                <a:gd name="connsiteY556" fmla="*/ 71551 h 914263"/>
                <a:gd name="connsiteX557" fmla="*/ 627187 w 1258521"/>
                <a:gd name="connsiteY557" fmla="*/ 67212 h 914263"/>
                <a:gd name="connsiteX558" fmla="*/ 624898 w 1258521"/>
                <a:gd name="connsiteY558" fmla="*/ 64924 h 914263"/>
                <a:gd name="connsiteX559" fmla="*/ 615340 w 1258521"/>
                <a:gd name="connsiteY559" fmla="*/ 57322 h 914263"/>
                <a:gd name="connsiteX560" fmla="*/ 607499 w 1258521"/>
                <a:gd name="connsiteY560" fmla="*/ 47667 h 914263"/>
                <a:gd name="connsiteX561" fmla="*/ 602720 w 1258521"/>
                <a:gd name="connsiteY561" fmla="*/ 43866 h 914263"/>
                <a:gd name="connsiteX562" fmla="*/ 599119 w 1258521"/>
                <a:gd name="connsiteY562" fmla="*/ 36163 h 914263"/>
                <a:gd name="connsiteX563" fmla="*/ 593566 w 1258521"/>
                <a:gd name="connsiteY563" fmla="*/ 34514 h 914263"/>
                <a:gd name="connsiteX564" fmla="*/ 585320 w 1258521"/>
                <a:gd name="connsiteY564" fmla="*/ 35591 h 914263"/>
                <a:gd name="connsiteX565" fmla="*/ 580306 w 1258521"/>
                <a:gd name="connsiteY565" fmla="*/ 31890 h 914263"/>
                <a:gd name="connsiteX566" fmla="*/ 574316 w 1258521"/>
                <a:gd name="connsiteY566" fmla="*/ 27753 h 914263"/>
                <a:gd name="connsiteX567" fmla="*/ 567887 w 1258521"/>
                <a:gd name="connsiteY567" fmla="*/ 25701 h 914263"/>
                <a:gd name="connsiteX568" fmla="*/ 563310 w 1258521"/>
                <a:gd name="connsiteY568" fmla="*/ 25802 h 914263"/>
                <a:gd name="connsiteX569" fmla="*/ 555806 w 1258521"/>
                <a:gd name="connsiteY569" fmla="*/ 25600 h 914263"/>
                <a:gd name="connsiteX570" fmla="*/ 549377 w 1258521"/>
                <a:gd name="connsiteY570" fmla="*/ 23750 h 914263"/>
                <a:gd name="connsiteX571" fmla="*/ 542949 w 1258521"/>
                <a:gd name="connsiteY571" fmla="*/ 19410 h 914263"/>
                <a:gd name="connsiteX572" fmla="*/ 536757 w 1258521"/>
                <a:gd name="connsiteY572" fmla="*/ 14970 h 914263"/>
                <a:gd name="connsiteX573" fmla="*/ 532954 w 1258521"/>
                <a:gd name="connsiteY573" fmla="*/ 12581 h 914263"/>
                <a:gd name="connsiteX574" fmla="*/ 526997 w 1258521"/>
                <a:gd name="connsiteY574" fmla="*/ 11606 h 914263"/>
                <a:gd name="connsiteX575" fmla="*/ 517978 w 1258521"/>
                <a:gd name="connsiteY575" fmla="*/ 12682 h 914263"/>
                <a:gd name="connsiteX576" fmla="*/ 514377 w 1258521"/>
                <a:gd name="connsiteY576" fmla="*/ 10630 h 914263"/>
                <a:gd name="connsiteX577" fmla="*/ 511651 w 1258521"/>
                <a:gd name="connsiteY577" fmla="*/ 8242 h 914263"/>
                <a:gd name="connsiteX578" fmla="*/ 509800 w 1258521"/>
                <a:gd name="connsiteY578" fmla="*/ 6829 h 914263"/>
                <a:gd name="connsiteX579" fmla="*/ 507747 w 1258521"/>
                <a:gd name="connsiteY579" fmla="*/ 7165 h 914263"/>
                <a:gd name="connsiteX580" fmla="*/ 503708 w 1258521"/>
                <a:gd name="connsiteY580" fmla="*/ 8477 h 914263"/>
                <a:gd name="connsiteX581" fmla="*/ 500006 w 1258521"/>
                <a:gd name="connsiteY581" fmla="*/ 9991 h 914263"/>
                <a:gd name="connsiteX582" fmla="*/ 496203 w 1258521"/>
                <a:gd name="connsiteY582" fmla="*/ 10630 h 914263"/>
                <a:gd name="connsiteX583" fmla="*/ 492737 w 1258521"/>
                <a:gd name="connsiteY583" fmla="*/ 11841 h 914263"/>
                <a:gd name="connsiteX584" fmla="*/ 489136 w 1258521"/>
                <a:gd name="connsiteY584" fmla="*/ 11639 h 914263"/>
                <a:gd name="connsiteX585" fmla="*/ 485333 w 1258521"/>
                <a:gd name="connsiteY585" fmla="*/ 11101 h 914263"/>
                <a:gd name="connsiteX586" fmla="*/ 482068 w 1258521"/>
                <a:gd name="connsiteY586" fmla="*/ 9587 h 914263"/>
                <a:gd name="connsiteX587" fmla="*/ 478265 w 1258521"/>
                <a:gd name="connsiteY587" fmla="*/ 8174 h 914263"/>
                <a:gd name="connsiteX588" fmla="*/ 471635 w 1258521"/>
                <a:gd name="connsiteY588" fmla="*/ 7401 h 914263"/>
                <a:gd name="connsiteX589" fmla="*/ 465477 w 1258521"/>
                <a:gd name="connsiteY589" fmla="*/ 6425 h 914263"/>
                <a:gd name="connsiteX590" fmla="*/ 458308 w 1258521"/>
                <a:gd name="connsiteY590" fmla="*/ 6425 h 914263"/>
                <a:gd name="connsiteX591" fmla="*/ 453428 w 1258521"/>
                <a:gd name="connsiteY591" fmla="*/ 5113 h 914263"/>
                <a:gd name="connsiteX592" fmla="*/ 449827 w 1258521"/>
                <a:gd name="connsiteY592" fmla="*/ 3498 h 914263"/>
                <a:gd name="connsiteX593" fmla="*/ 446024 w 1258521"/>
                <a:gd name="connsiteY593" fmla="*/ 1884 h 914263"/>
                <a:gd name="connsiteX594" fmla="*/ 443298 w 1258521"/>
                <a:gd name="connsiteY594" fmla="*/ 1547 h 914263"/>
                <a:gd name="connsiteX595" fmla="*/ 442760 w 1258521"/>
                <a:gd name="connsiteY595" fmla="*/ 1884 h 914263"/>
                <a:gd name="connsiteX596" fmla="*/ 442120 w 1258521"/>
                <a:gd name="connsiteY596" fmla="*/ 4272 h 914263"/>
                <a:gd name="connsiteX597" fmla="*/ 440707 w 1258521"/>
                <a:gd name="connsiteY597" fmla="*/ 7098 h 914263"/>
                <a:gd name="connsiteX598" fmla="*/ 437880 w 1258521"/>
                <a:gd name="connsiteY598" fmla="*/ 9486 h 914263"/>
                <a:gd name="connsiteX599" fmla="*/ 434615 w 1258521"/>
                <a:gd name="connsiteY599" fmla="*/ 9688 h 914263"/>
                <a:gd name="connsiteX600" fmla="*/ 429937 w 1258521"/>
                <a:gd name="connsiteY600" fmla="*/ 8814 h 914263"/>
                <a:gd name="connsiteX601" fmla="*/ 428187 w 1258521"/>
                <a:gd name="connsiteY601" fmla="*/ 7502 h 914263"/>
                <a:gd name="connsiteX602" fmla="*/ 426134 w 1258521"/>
                <a:gd name="connsiteY602" fmla="*/ 7266 h 914263"/>
                <a:gd name="connsiteX603" fmla="*/ 424283 w 1258521"/>
                <a:gd name="connsiteY603" fmla="*/ 9453 h 914263"/>
                <a:gd name="connsiteX604" fmla="*/ 417216 w 1258521"/>
                <a:gd name="connsiteY604" fmla="*/ 9991 h 914263"/>
                <a:gd name="connsiteX605" fmla="*/ 408735 w 1258521"/>
                <a:gd name="connsiteY605" fmla="*/ 10529 h 914263"/>
                <a:gd name="connsiteX606" fmla="*/ 405571 w 1258521"/>
                <a:gd name="connsiteY606" fmla="*/ 10765 h 914263"/>
                <a:gd name="connsiteX607" fmla="*/ 403417 w 1258521"/>
                <a:gd name="connsiteY607" fmla="*/ 11538 h 914263"/>
                <a:gd name="connsiteX608" fmla="*/ 401567 w 1258521"/>
                <a:gd name="connsiteY608" fmla="*/ 9924 h 914263"/>
                <a:gd name="connsiteX609" fmla="*/ 398639 w 1258521"/>
                <a:gd name="connsiteY609" fmla="*/ 7333 h 914263"/>
                <a:gd name="connsiteX610" fmla="*/ 397023 w 1258521"/>
                <a:gd name="connsiteY610" fmla="*/ 5147 h 914263"/>
                <a:gd name="connsiteX611" fmla="*/ 396922 w 1258521"/>
                <a:gd name="connsiteY611" fmla="*/ 3532 h 914263"/>
                <a:gd name="connsiteX612" fmla="*/ 396821 w 1258521"/>
                <a:gd name="connsiteY612" fmla="*/ 1480 h 914263"/>
                <a:gd name="connsiteX613" fmla="*/ 396788 w 1258521"/>
                <a:gd name="connsiteY613" fmla="*/ 0 h 914263"/>
                <a:gd name="connsiteX614" fmla="*/ 396720 w 1258521"/>
                <a:gd name="connsiteY614" fmla="*/ 0 h 914263"/>
                <a:gd name="connsiteX615" fmla="*/ 393355 w 1258521"/>
                <a:gd name="connsiteY615" fmla="*/ 2725 h 914263"/>
                <a:gd name="connsiteX616" fmla="*/ 393355 w 1258521"/>
                <a:gd name="connsiteY616" fmla="*/ 7367 h 914263"/>
                <a:gd name="connsiteX617" fmla="*/ 375686 w 1258521"/>
                <a:gd name="connsiteY617" fmla="*/ 10125 h 914263"/>
                <a:gd name="connsiteX618" fmla="*/ 372489 w 1258521"/>
                <a:gd name="connsiteY618" fmla="*/ 11707 h 914263"/>
                <a:gd name="connsiteX619" fmla="*/ 364681 w 1258521"/>
                <a:gd name="connsiteY619" fmla="*/ 11707 h 914263"/>
                <a:gd name="connsiteX620" fmla="*/ 360609 w 1258521"/>
                <a:gd name="connsiteY620" fmla="*/ 7064 h 914263"/>
                <a:gd name="connsiteX621" fmla="*/ 349301 w 1258521"/>
                <a:gd name="connsiteY621" fmla="*/ 11707 h 914263"/>
                <a:gd name="connsiteX622" fmla="*/ 340887 w 1258521"/>
                <a:gd name="connsiteY622" fmla="*/ 18670 h 914263"/>
                <a:gd name="connsiteX623" fmla="*/ 334796 w 1258521"/>
                <a:gd name="connsiteY623" fmla="*/ 20116 h 914263"/>
                <a:gd name="connsiteX624" fmla="*/ 331026 w 1258521"/>
                <a:gd name="connsiteY624" fmla="*/ 15474 h 914263"/>
                <a:gd name="connsiteX625" fmla="*/ 323791 w 1258521"/>
                <a:gd name="connsiteY625" fmla="*/ 18098 h 914263"/>
                <a:gd name="connsiteX626" fmla="*/ 315983 w 1258521"/>
                <a:gd name="connsiteY626" fmla="*/ 20116 h 914263"/>
                <a:gd name="connsiteX627" fmla="*/ 305853 w 1258521"/>
                <a:gd name="connsiteY627" fmla="*/ 20116 h 914263"/>
                <a:gd name="connsiteX628" fmla="*/ 302386 w 1258521"/>
                <a:gd name="connsiteY628" fmla="*/ 24591 h 914263"/>
                <a:gd name="connsiteX629" fmla="*/ 297170 w 1258521"/>
                <a:gd name="connsiteY629" fmla="*/ 27349 h 914263"/>
                <a:gd name="connsiteX630" fmla="*/ 288218 w 1258521"/>
                <a:gd name="connsiteY630" fmla="*/ 27349 h 914263"/>
                <a:gd name="connsiteX631" fmla="*/ 281251 w 1258521"/>
                <a:gd name="connsiteY631" fmla="*/ 27349 h 914263"/>
                <a:gd name="connsiteX632" fmla="*/ 271996 w 1258521"/>
                <a:gd name="connsiteY632" fmla="*/ 28796 h 914263"/>
                <a:gd name="connsiteX633" fmla="*/ 253453 w 1258521"/>
                <a:gd name="connsiteY633" fmla="*/ 32260 h 914263"/>
                <a:gd name="connsiteX634" fmla="*/ 238678 w 1258521"/>
                <a:gd name="connsiteY634" fmla="*/ 35288 h 914263"/>
                <a:gd name="connsiteX635" fmla="*/ 223029 w 1258521"/>
                <a:gd name="connsiteY635" fmla="*/ 37744 h 914263"/>
                <a:gd name="connsiteX636" fmla="*/ 206504 w 1258521"/>
                <a:gd name="connsiteY636" fmla="*/ 37744 h 914263"/>
                <a:gd name="connsiteX637" fmla="*/ 194894 w 1258521"/>
                <a:gd name="connsiteY637" fmla="*/ 34279 h 914263"/>
                <a:gd name="connsiteX638" fmla="*/ 187052 w 1258521"/>
                <a:gd name="connsiteY638" fmla="*/ 29637 h 914263"/>
                <a:gd name="connsiteX639" fmla="*/ 177764 w 1258521"/>
                <a:gd name="connsiteY639" fmla="*/ 30511 h 914263"/>
                <a:gd name="connsiteX640" fmla="*/ 173422 w 1258521"/>
                <a:gd name="connsiteY640" fmla="*/ 32832 h 914263"/>
                <a:gd name="connsiteX641" fmla="*/ 168509 w 1258521"/>
                <a:gd name="connsiteY641" fmla="*/ 39493 h 914263"/>
                <a:gd name="connsiteX642" fmla="*/ 159523 w 1258521"/>
                <a:gd name="connsiteY642" fmla="*/ 45279 h 914263"/>
                <a:gd name="connsiteX643" fmla="*/ 155181 w 1258521"/>
                <a:gd name="connsiteY643" fmla="*/ 49181 h 914263"/>
                <a:gd name="connsiteX644" fmla="*/ 151109 w 1258521"/>
                <a:gd name="connsiteY644" fmla="*/ 51637 h 914263"/>
                <a:gd name="connsiteX645" fmla="*/ 140373 w 1258521"/>
                <a:gd name="connsiteY645" fmla="*/ 51637 h 914263"/>
                <a:gd name="connsiteX646" fmla="*/ 136032 w 1258521"/>
                <a:gd name="connsiteY646" fmla="*/ 54833 h 914263"/>
                <a:gd name="connsiteX647" fmla="*/ 136032 w 1258521"/>
                <a:gd name="connsiteY647" fmla="*/ 62940 h 914263"/>
                <a:gd name="connsiteX648" fmla="*/ 141820 w 1258521"/>
                <a:gd name="connsiteY648" fmla="*/ 75117 h 914263"/>
                <a:gd name="connsiteX649" fmla="*/ 148787 w 1258521"/>
                <a:gd name="connsiteY649" fmla="*/ 87867 h 914263"/>
                <a:gd name="connsiteX650" fmla="*/ 153431 w 1258521"/>
                <a:gd name="connsiteY650" fmla="*/ 97420 h 914263"/>
                <a:gd name="connsiteX651" fmla="*/ 155753 w 1258521"/>
                <a:gd name="connsiteY651" fmla="*/ 101491 h 914263"/>
                <a:gd name="connsiteX652" fmla="*/ 153734 w 1258521"/>
                <a:gd name="connsiteY652" fmla="*/ 109598 h 914263"/>
                <a:gd name="connsiteX653" fmla="*/ 147946 w 1258521"/>
                <a:gd name="connsiteY653" fmla="*/ 112491 h 914263"/>
                <a:gd name="connsiteX654" fmla="*/ 147070 w 1258521"/>
                <a:gd name="connsiteY654" fmla="*/ 120026 h 914263"/>
                <a:gd name="connsiteX655" fmla="*/ 145926 w 1258521"/>
                <a:gd name="connsiteY655" fmla="*/ 125812 h 914263"/>
                <a:gd name="connsiteX656" fmla="*/ 154609 w 1258521"/>
                <a:gd name="connsiteY656" fmla="*/ 133347 h 914263"/>
                <a:gd name="connsiteX657" fmla="*/ 162720 w 1258521"/>
                <a:gd name="connsiteY657" fmla="*/ 137990 h 914263"/>
                <a:gd name="connsiteX658" fmla="*/ 167364 w 1258521"/>
                <a:gd name="connsiteY658" fmla="*/ 144079 h 914263"/>
                <a:gd name="connsiteX659" fmla="*/ 176350 w 1258521"/>
                <a:gd name="connsiteY659" fmla="*/ 150436 h 914263"/>
                <a:gd name="connsiteX660" fmla="*/ 180759 w 1258521"/>
                <a:gd name="connsiteY660" fmla="*/ 149562 h 914263"/>
                <a:gd name="connsiteX661" fmla="*/ 181264 w 1258521"/>
                <a:gd name="connsiteY661" fmla="*/ 154776 h 914263"/>
                <a:gd name="connsiteX662" fmla="*/ 181264 w 1258521"/>
                <a:gd name="connsiteY662" fmla="*/ 160293 h 914263"/>
                <a:gd name="connsiteX663" fmla="*/ 180961 w 1258521"/>
                <a:gd name="connsiteY663" fmla="*/ 165810 h 914263"/>
                <a:gd name="connsiteX664" fmla="*/ 186918 w 1258521"/>
                <a:gd name="connsiteY664" fmla="*/ 167996 h 914263"/>
                <a:gd name="connsiteX665" fmla="*/ 193884 w 1258521"/>
                <a:gd name="connsiteY665" fmla="*/ 173211 h 914263"/>
                <a:gd name="connsiteX666" fmla="*/ 197350 w 1258521"/>
                <a:gd name="connsiteY666" fmla="*/ 175666 h 914263"/>
                <a:gd name="connsiteX667" fmla="*/ 200682 w 1258521"/>
                <a:gd name="connsiteY667" fmla="*/ 176406 h 914263"/>
                <a:gd name="connsiteX668" fmla="*/ 200379 w 1258521"/>
                <a:gd name="connsiteY668" fmla="*/ 180880 h 914263"/>
                <a:gd name="connsiteX669" fmla="*/ 202836 w 1258521"/>
                <a:gd name="connsiteY669" fmla="*/ 191611 h 914263"/>
                <a:gd name="connsiteX670" fmla="*/ 204418 w 1258521"/>
                <a:gd name="connsiteY670" fmla="*/ 197969 h 914263"/>
                <a:gd name="connsiteX671" fmla="*/ 209264 w 1258521"/>
                <a:gd name="connsiteY671" fmla="*/ 204193 h 914263"/>
                <a:gd name="connsiteX672" fmla="*/ 214279 w 1258521"/>
                <a:gd name="connsiteY672" fmla="*/ 210584 h 914263"/>
                <a:gd name="connsiteX673" fmla="*/ 214279 w 1258521"/>
                <a:gd name="connsiteY673" fmla="*/ 214217 h 914263"/>
                <a:gd name="connsiteX674" fmla="*/ 213101 w 1258521"/>
                <a:gd name="connsiteY674" fmla="*/ 217682 h 914263"/>
                <a:gd name="connsiteX675" fmla="*/ 211216 w 1258521"/>
                <a:gd name="connsiteY675" fmla="*/ 222459 h 914263"/>
                <a:gd name="connsiteX676" fmla="*/ 209904 w 1258521"/>
                <a:gd name="connsiteY676" fmla="*/ 224040 h 914263"/>
                <a:gd name="connsiteX677" fmla="*/ 208154 w 1258521"/>
                <a:gd name="connsiteY677" fmla="*/ 225486 h 914263"/>
                <a:gd name="connsiteX678" fmla="*/ 206404 w 1258521"/>
                <a:gd name="connsiteY678" fmla="*/ 225486 h 914263"/>
                <a:gd name="connsiteX679" fmla="*/ 202937 w 1258521"/>
                <a:gd name="connsiteY679" fmla="*/ 225486 h 914263"/>
                <a:gd name="connsiteX680" fmla="*/ 199471 w 1258521"/>
                <a:gd name="connsiteY680" fmla="*/ 223737 h 914263"/>
                <a:gd name="connsiteX681" fmla="*/ 196004 w 1258521"/>
                <a:gd name="connsiteY681" fmla="*/ 223737 h 914263"/>
                <a:gd name="connsiteX682" fmla="*/ 194591 w 1258521"/>
                <a:gd name="connsiteY682" fmla="*/ 225486 h 914263"/>
                <a:gd name="connsiteX683" fmla="*/ 192100 w 1258521"/>
                <a:gd name="connsiteY683" fmla="*/ 226899 h 914263"/>
                <a:gd name="connsiteX684" fmla="*/ 190249 w 1258521"/>
                <a:gd name="connsiteY684" fmla="*/ 229389 h 914263"/>
                <a:gd name="connsiteX685" fmla="*/ 186211 w 1258521"/>
                <a:gd name="connsiteY685" fmla="*/ 231340 h 914263"/>
                <a:gd name="connsiteX686" fmla="*/ 181970 w 1258521"/>
                <a:gd name="connsiteY686" fmla="*/ 232315 h 914263"/>
                <a:gd name="connsiteX687" fmla="*/ 173388 w 1258521"/>
                <a:gd name="connsiteY687" fmla="*/ 232315 h 914263"/>
                <a:gd name="connsiteX688" fmla="*/ 169047 w 1258521"/>
                <a:gd name="connsiteY688" fmla="*/ 232349 h 914263"/>
                <a:gd name="connsiteX689" fmla="*/ 166994 w 1258521"/>
                <a:gd name="connsiteY689" fmla="*/ 233594 h 914263"/>
                <a:gd name="connsiteX690" fmla="*/ 163830 w 1258521"/>
                <a:gd name="connsiteY690" fmla="*/ 235444 h 914263"/>
                <a:gd name="connsiteX691" fmla="*/ 158614 w 1258521"/>
                <a:gd name="connsiteY691" fmla="*/ 238068 h 914263"/>
                <a:gd name="connsiteX692" fmla="*/ 156864 w 1258521"/>
                <a:gd name="connsiteY692" fmla="*/ 239480 h 914263"/>
                <a:gd name="connsiteX693" fmla="*/ 152825 w 1258521"/>
                <a:gd name="connsiteY693" fmla="*/ 241095 h 914263"/>
                <a:gd name="connsiteX694" fmla="*/ 151311 w 1258521"/>
                <a:gd name="connsiteY694" fmla="*/ 243282 h 914263"/>
                <a:gd name="connsiteX695" fmla="*/ 151849 w 1258521"/>
                <a:gd name="connsiteY695" fmla="*/ 245031 h 914263"/>
                <a:gd name="connsiteX696" fmla="*/ 151950 w 1258521"/>
                <a:gd name="connsiteY696" fmla="*/ 248059 h 914263"/>
                <a:gd name="connsiteX697" fmla="*/ 155316 w 1258521"/>
                <a:gd name="connsiteY697" fmla="*/ 250884 h 914263"/>
                <a:gd name="connsiteX698" fmla="*/ 155215 w 1258521"/>
                <a:gd name="connsiteY698" fmla="*/ 252499 h 914263"/>
                <a:gd name="connsiteX699" fmla="*/ 153599 w 1258521"/>
                <a:gd name="connsiteY699" fmla="*/ 255661 h 914263"/>
                <a:gd name="connsiteX700" fmla="*/ 152960 w 1258521"/>
                <a:gd name="connsiteY700" fmla="*/ 256637 h 914263"/>
                <a:gd name="connsiteX701" fmla="*/ 152253 w 1258521"/>
                <a:gd name="connsiteY701" fmla="*/ 259126 h 914263"/>
                <a:gd name="connsiteX702" fmla="*/ 151648 w 1258521"/>
                <a:gd name="connsiteY702" fmla="*/ 262793 h 914263"/>
                <a:gd name="connsiteX703" fmla="*/ 151648 w 1258521"/>
                <a:gd name="connsiteY703" fmla="*/ 266258 h 914263"/>
                <a:gd name="connsiteX704" fmla="*/ 152422 w 1258521"/>
                <a:gd name="connsiteY704" fmla="*/ 270395 h 914263"/>
                <a:gd name="connsiteX705" fmla="*/ 157638 w 1258521"/>
                <a:gd name="connsiteY705" fmla="*/ 271472 h 914263"/>
                <a:gd name="connsiteX706" fmla="*/ 161542 w 1258521"/>
                <a:gd name="connsiteY706" fmla="*/ 273524 h 914263"/>
                <a:gd name="connsiteX707" fmla="*/ 164806 w 1258521"/>
                <a:gd name="connsiteY707" fmla="*/ 274836 h 914263"/>
                <a:gd name="connsiteX708" fmla="*/ 167398 w 1258521"/>
                <a:gd name="connsiteY708" fmla="*/ 275912 h 914263"/>
                <a:gd name="connsiteX709" fmla="*/ 172076 w 1258521"/>
                <a:gd name="connsiteY709" fmla="*/ 279613 h 914263"/>
                <a:gd name="connsiteX710" fmla="*/ 173860 w 1258521"/>
                <a:gd name="connsiteY710" fmla="*/ 283078 h 914263"/>
                <a:gd name="connsiteX711" fmla="*/ 174230 w 1258521"/>
                <a:gd name="connsiteY711" fmla="*/ 286441 h 914263"/>
                <a:gd name="connsiteX712" fmla="*/ 174230 w 1258521"/>
                <a:gd name="connsiteY712" fmla="*/ 290579 h 914263"/>
                <a:gd name="connsiteX713" fmla="*/ 175105 w 1258521"/>
                <a:gd name="connsiteY713" fmla="*/ 297240 h 914263"/>
                <a:gd name="connsiteX714" fmla="*/ 174802 w 1258521"/>
                <a:gd name="connsiteY714" fmla="*/ 302757 h 914263"/>
                <a:gd name="connsiteX715" fmla="*/ 176249 w 1258521"/>
                <a:gd name="connsiteY715" fmla="*/ 306827 h 914263"/>
                <a:gd name="connsiteX716" fmla="*/ 176821 w 1258521"/>
                <a:gd name="connsiteY716" fmla="*/ 311469 h 914263"/>
                <a:gd name="connsiteX717" fmla="*/ 175946 w 1258521"/>
                <a:gd name="connsiteY717" fmla="*/ 316381 h 914263"/>
                <a:gd name="connsiteX718" fmla="*/ 172480 w 1258521"/>
                <a:gd name="connsiteY718" fmla="*/ 322907 h 914263"/>
                <a:gd name="connsiteX719" fmla="*/ 170460 w 1258521"/>
                <a:gd name="connsiteY719" fmla="*/ 326237 h 914263"/>
                <a:gd name="connsiteX720" fmla="*/ 166388 w 1258521"/>
                <a:gd name="connsiteY720" fmla="*/ 326237 h 914263"/>
                <a:gd name="connsiteX721" fmla="*/ 162316 w 1258521"/>
                <a:gd name="connsiteY721" fmla="*/ 331451 h 914263"/>
                <a:gd name="connsiteX722" fmla="*/ 159422 w 1258521"/>
                <a:gd name="connsiteY722" fmla="*/ 331451 h 914263"/>
                <a:gd name="connsiteX723" fmla="*/ 155955 w 1258521"/>
                <a:gd name="connsiteY723" fmla="*/ 328861 h 914263"/>
                <a:gd name="connsiteX724" fmla="*/ 149864 w 1258521"/>
                <a:gd name="connsiteY724" fmla="*/ 327415 h 914263"/>
                <a:gd name="connsiteX725" fmla="*/ 144344 w 1258521"/>
                <a:gd name="connsiteY725" fmla="*/ 322503 h 914263"/>
                <a:gd name="connsiteX726" fmla="*/ 143470 w 1258521"/>
                <a:gd name="connsiteY726" fmla="*/ 317592 h 914263"/>
                <a:gd name="connsiteX727" fmla="*/ 140844 w 1258521"/>
                <a:gd name="connsiteY727" fmla="*/ 317020 h 914263"/>
                <a:gd name="connsiteX728" fmla="*/ 132162 w 1258521"/>
                <a:gd name="connsiteY728" fmla="*/ 315573 h 914263"/>
                <a:gd name="connsiteX729" fmla="*/ 127517 w 1258521"/>
                <a:gd name="connsiteY729" fmla="*/ 312983 h 914263"/>
                <a:gd name="connsiteX730" fmla="*/ 115065 w 1258521"/>
                <a:gd name="connsiteY730" fmla="*/ 312109 h 914263"/>
                <a:gd name="connsiteX731" fmla="*/ 105776 w 1258521"/>
                <a:gd name="connsiteY731" fmla="*/ 310359 h 914263"/>
                <a:gd name="connsiteX732" fmla="*/ 99988 w 1258521"/>
                <a:gd name="connsiteY732" fmla="*/ 305717 h 914263"/>
                <a:gd name="connsiteX733" fmla="*/ 95343 w 1258521"/>
                <a:gd name="connsiteY733" fmla="*/ 302824 h 914263"/>
                <a:gd name="connsiteX734" fmla="*/ 91002 w 1258521"/>
                <a:gd name="connsiteY734" fmla="*/ 296735 h 914263"/>
                <a:gd name="connsiteX735" fmla="*/ 87233 w 1258521"/>
                <a:gd name="connsiteY735" fmla="*/ 293270 h 914263"/>
                <a:gd name="connsiteX736" fmla="*/ 82891 w 1258521"/>
                <a:gd name="connsiteY736" fmla="*/ 293270 h 914263"/>
                <a:gd name="connsiteX737" fmla="*/ 80502 w 1258521"/>
                <a:gd name="connsiteY737" fmla="*/ 294952 h 914263"/>
                <a:gd name="connsiteX738" fmla="*/ 78314 w 1258521"/>
                <a:gd name="connsiteY738" fmla="*/ 298081 h 914263"/>
                <a:gd name="connsiteX739" fmla="*/ 78752 w 1258521"/>
                <a:gd name="connsiteY739" fmla="*/ 303228 h 914263"/>
                <a:gd name="connsiteX740" fmla="*/ 75117 w 1258521"/>
                <a:gd name="connsiteY740" fmla="*/ 303968 h 914263"/>
                <a:gd name="connsiteX741" fmla="*/ 72929 w 1258521"/>
                <a:gd name="connsiteY741" fmla="*/ 305111 h 914263"/>
                <a:gd name="connsiteX742" fmla="*/ 71482 w 1258521"/>
                <a:gd name="connsiteY742" fmla="*/ 309182 h 914263"/>
                <a:gd name="connsiteX743" fmla="*/ 66569 w 1258521"/>
                <a:gd name="connsiteY743" fmla="*/ 309417 h 914263"/>
                <a:gd name="connsiteX744" fmla="*/ 61924 w 1258521"/>
                <a:gd name="connsiteY744" fmla="*/ 306592 h 914263"/>
                <a:gd name="connsiteX745" fmla="*/ 60477 w 1258521"/>
                <a:gd name="connsiteY745" fmla="*/ 304708 h 914263"/>
                <a:gd name="connsiteX746" fmla="*/ 57583 w 1258521"/>
                <a:gd name="connsiteY746" fmla="*/ 303059 h 914263"/>
                <a:gd name="connsiteX747" fmla="*/ 54117 w 1258521"/>
                <a:gd name="connsiteY747" fmla="*/ 302925 h 914263"/>
                <a:gd name="connsiteX748" fmla="*/ 50482 w 1258521"/>
                <a:gd name="connsiteY748" fmla="*/ 303261 h 914263"/>
                <a:gd name="connsiteX749" fmla="*/ 44626 w 1258521"/>
                <a:gd name="connsiteY749" fmla="*/ 303799 h 914263"/>
                <a:gd name="connsiteX750" fmla="*/ 41159 w 1258521"/>
                <a:gd name="connsiteY750" fmla="*/ 303799 h 914263"/>
                <a:gd name="connsiteX751" fmla="*/ 39342 w 1258521"/>
                <a:gd name="connsiteY751" fmla="*/ 302992 h 914263"/>
                <a:gd name="connsiteX752" fmla="*/ 35707 w 1258521"/>
                <a:gd name="connsiteY752" fmla="*/ 304506 h 914263"/>
                <a:gd name="connsiteX753" fmla="*/ 32376 w 1258521"/>
                <a:gd name="connsiteY753" fmla="*/ 306154 h 914263"/>
                <a:gd name="connsiteX754" fmla="*/ 28606 w 1258521"/>
                <a:gd name="connsiteY754" fmla="*/ 307668 h 914263"/>
                <a:gd name="connsiteX755" fmla="*/ 25477 w 1258521"/>
                <a:gd name="connsiteY755" fmla="*/ 308307 h 914263"/>
                <a:gd name="connsiteX756" fmla="*/ 22448 w 1258521"/>
                <a:gd name="connsiteY756" fmla="*/ 308879 h 914263"/>
                <a:gd name="connsiteX757" fmla="*/ 19688 w 1258521"/>
                <a:gd name="connsiteY757" fmla="*/ 311402 h 914263"/>
                <a:gd name="connsiteX758" fmla="*/ 19385 w 1258521"/>
                <a:gd name="connsiteY758" fmla="*/ 314968 h 914263"/>
                <a:gd name="connsiteX759" fmla="*/ 19385 w 1258521"/>
                <a:gd name="connsiteY759" fmla="*/ 320249 h 914263"/>
                <a:gd name="connsiteX760" fmla="*/ 21034 w 1258521"/>
                <a:gd name="connsiteY760" fmla="*/ 323075 h 914263"/>
                <a:gd name="connsiteX761" fmla="*/ 24568 w 1258521"/>
                <a:gd name="connsiteY761" fmla="*/ 326103 h 914263"/>
                <a:gd name="connsiteX762" fmla="*/ 27832 w 1258521"/>
                <a:gd name="connsiteY762" fmla="*/ 326742 h 914263"/>
                <a:gd name="connsiteX763" fmla="*/ 32981 w 1258521"/>
                <a:gd name="connsiteY763" fmla="*/ 327246 h 914263"/>
                <a:gd name="connsiteX764" fmla="*/ 37020 w 1258521"/>
                <a:gd name="connsiteY764" fmla="*/ 328491 h 914263"/>
                <a:gd name="connsiteX765" fmla="*/ 41092 w 1258521"/>
                <a:gd name="connsiteY765" fmla="*/ 330577 h 914263"/>
                <a:gd name="connsiteX766" fmla="*/ 43414 w 1258521"/>
                <a:gd name="connsiteY766" fmla="*/ 332595 h 914263"/>
                <a:gd name="connsiteX767" fmla="*/ 46174 w 1258521"/>
                <a:gd name="connsiteY767" fmla="*/ 335858 h 914263"/>
                <a:gd name="connsiteX768" fmla="*/ 49068 w 1258521"/>
                <a:gd name="connsiteY768" fmla="*/ 339121 h 914263"/>
                <a:gd name="connsiteX769" fmla="*/ 48765 w 1258521"/>
                <a:gd name="connsiteY769" fmla="*/ 341072 h 914263"/>
                <a:gd name="connsiteX770" fmla="*/ 46881 w 1258521"/>
                <a:gd name="connsiteY770" fmla="*/ 344975 h 914263"/>
                <a:gd name="connsiteX771" fmla="*/ 43852 w 1258521"/>
                <a:gd name="connsiteY771" fmla="*/ 348877 h 914263"/>
                <a:gd name="connsiteX772" fmla="*/ 41900 w 1258521"/>
                <a:gd name="connsiteY772" fmla="*/ 352072 h 914263"/>
                <a:gd name="connsiteX773" fmla="*/ 39679 w 1258521"/>
                <a:gd name="connsiteY773" fmla="*/ 357858 h 914263"/>
                <a:gd name="connsiteX774" fmla="*/ 40217 w 1258521"/>
                <a:gd name="connsiteY774" fmla="*/ 361424 h 914263"/>
                <a:gd name="connsiteX775" fmla="*/ 40217 w 1258521"/>
                <a:gd name="connsiteY775" fmla="*/ 365427 h 914263"/>
                <a:gd name="connsiteX776" fmla="*/ 34698 w 1258521"/>
                <a:gd name="connsiteY776" fmla="*/ 368253 h 914263"/>
                <a:gd name="connsiteX777" fmla="*/ 33453 w 1258521"/>
                <a:gd name="connsiteY777" fmla="*/ 370070 h 914263"/>
                <a:gd name="connsiteX778" fmla="*/ 33756 w 1258521"/>
                <a:gd name="connsiteY778" fmla="*/ 373535 h 914263"/>
                <a:gd name="connsiteX779" fmla="*/ 34496 w 1258521"/>
                <a:gd name="connsiteY779" fmla="*/ 377167 h 914263"/>
                <a:gd name="connsiteX780" fmla="*/ 34496 w 1258521"/>
                <a:gd name="connsiteY780" fmla="*/ 378849 h 914263"/>
                <a:gd name="connsiteX781" fmla="*/ 33183 w 1258521"/>
                <a:gd name="connsiteY781" fmla="*/ 380868 h 914263"/>
                <a:gd name="connsiteX782" fmla="*/ 30861 w 1258521"/>
                <a:gd name="connsiteY782" fmla="*/ 381171 h 914263"/>
                <a:gd name="connsiteX783" fmla="*/ 27900 w 1258521"/>
                <a:gd name="connsiteY783" fmla="*/ 380229 h 914263"/>
                <a:gd name="connsiteX784" fmla="*/ 25443 w 1258521"/>
                <a:gd name="connsiteY784" fmla="*/ 380229 h 914263"/>
                <a:gd name="connsiteX785" fmla="*/ 22313 w 1258521"/>
                <a:gd name="connsiteY785" fmla="*/ 380666 h 914263"/>
                <a:gd name="connsiteX786" fmla="*/ 16962 w 1258521"/>
                <a:gd name="connsiteY786" fmla="*/ 382684 h 914263"/>
                <a:gd name="connsiteX787" fmla="*/ 14640 w 1258521"/>
                <a:gd name="connsiteY787" fmla="*/ 385308 h 914263"/>
                <a:gd name="connsiteX788" fmla="*/ 11813 w 1258521"/>
                <a:gd name="connsiteY788" fmla="*/ 391532 h 914263"/>
                <a:gd name="connsiteX789" fmla="*/ 8986 w 1258521"/>
                <a:gd name="connsiteY789" fmla="*/ 397990 h 914263"/>
                <a:gd name="connsiteX790" fmla="*/ 5654 w 1258521"/>
                <a:gd name="connsiteY790" fmla="*/ 403507 h 914263"/>
                <a:gd name="connsiteX791" fmla="*/ 8178 w 1258521"/>
                <a:gd name="connsiteY791" fmla="*/ 409966 h 914263"/>
                <a:gd name="connsiteX792" fmla="*/ 13596 w 1258521"/>
                <a:gd name="connsiteY792" fmla="*/ 414238 h 914263"/>
                <a:gd name="connsiteX793" fmla="*/ 14337 w 1258521"/>
                <a:gd name="connsiteY793" fmla="*/ 417434 h 914263"/>
                <a:gd name="connsiteX794" fmla="*/ 10938 w 1258521"/>
                <a:gd name="connsiteY794" fmla="*/ 423220 h 914263"/>
                <a:gd name="connsiteX795" fmla="*/ 9928 w 1258521"/>
                <a:gd name="connsiteY795" fmla="*/ 427425 h 914263"/>
                <a:gd name="connsiteX796" fmla="*/ 8616 w 1258521"/>
                <a:gd name="connsiteY796" fmla="*/ 429814 h 914263"/>
                <a:gd name="connsiteX797" fmla="*/ 7168 w 1258521"/>
                <a:gd name="connsiteY797" fmla="*/ 432067 h 914263"/>
                <a:gd name="connsiteX798" fmla="*/ 5654 w 1258521"/>
                <a:gd name="connsiteY798" fmla="*/ 433447 h 914263"/>
                <a:gd name="connsiteX799" fmla="*/ 7236 w 1258521"/>
                <a:gd name="connsiteY799" fmla="*/ 436340 h 914263"/>
                <a:gd name="connsiteX800" fmla="*/ 10063 w 1258521"/>
                <a:gd name="connsiteY800" fmla="*/ 437484 h 914263"/>
                <a:gd name="connsiteX801" fmla="*/ 13327 w 1258521"/>
                <a:gd name="connsiteY801" fmla="*/ 439502 h 914263"/>
                <a:gd name="connsiteX802" fmla="*/ 16222 w 1258521"/>
                <a:gd name="connsiteY802" fmla="*/ 439502 h 914263"/>
                <a:gd name="connsiteX803" fmla="*/ 22077 w 1258521"/>
                <a:gd name="connsiteY803" fmla="*/ 438560 h 914263"/>
                <a:gd name="connsiteX804" fmla="*/ 23659 w 1258521"/>
                <a:gd name="connsiteY804" fmla="*/ 438694 h 914263"/>
                <a:gd name="connsiteX805" fmla="*/ 27563 w 1258521"/>
                <a:gd name="connsiteY805" fmla="*/ 441083 h 914263"/>
                <a:gd name="connsiteX806" fmla="*/ 30188 w 1258521"/>
                <a:gd name="connsiteY806" fmla="*/ 444346 h 914263"/>
                <a:gd name="connsiteX807" fmla="*/ 33756 w 1258521"/>
                <a:gd name="connsiteY807" fmla="*/ 447172 h 914263"/>
                <a:gd name="connsiteX808" fmla="*/ 33183 w 1258521"/>
                <a:gd name="connsiteY808" fmla="*/ 449930 h 914263"/>
                <a:gd name="connsiteX809" fmla="*/ 31602 w 1258521"/>
                <a:gd name="connsiteY809" fmla="*/ 451881 h 914263"/>
                <a:gd name="connsiteX810" fmla="*/ 30861 w 1258521"/>
                <a:gd name="connsiteY810" fmla="*/ 452823 h 914263"/>
                <a:gd name="connsiteX811" fmla="*/ 28337 w 1258521"/>
                <a:gd name="connsiteY811" fmla="*/ 457297 h 914263"/>
                <a:gd name="connsiteX812" fmla="*/ 22380 w 1258521"/>
                <a:gd name="connsiteY812" fmla="*/ 458811 h 914263"/>
                <a:gd name="connsiteX813" fmla="*/ 18173 w 1258521"/>
                <a:gd name="connsiteY813" fmla="*/ 461199 h 914263"/>
                <a:gd name="connsiteX814" fmla="*/ 16356 w 1258521"/>
                <a:gd name="connsiteY814" fmla="*/ 463016 h 914263"/>
                <a:gd name="connsiteX815" fmla="*/ 14909 w 1258521"/>
                <a:gd name="connsiteY815" fmla="*/ 464698 h 914263"/>
                <a:gd name="connsiteX816" fmla="*/ 14976 w 1258521"/>
                <a:gd name="connsiteY816" fmla="*/ 466514 h 914263"/>
                <a:gd name="connsiteX817" fmla="*/ 16289 w 1258521"/>
                <a:gd name="connsiteY817" fmla="*/ 467759 h 914263"/>
                <a:gd name="connsiteX818" fmla="*/ 17164 w 1258521"/>
                <a:gd name="connsiteY818" fmla="*/ 468634 h 914263"/>
                <a:gd name="connsiteX819" fmla="*/ 18544 w 1258521"/>
                <a:gd name="connsiteY819" fmla="*/ 469206 h 914263"/>
                <a:gd name="connsiteX820" fmla="*/ 20193 w 1258521"/>
                <a:gd name="connsiteY820" fmla="*/ 471157 h 914263"/>
                <a:gd name="connsiteX821" fmla="*/ 20933 w 1258521"/>
                <a:gd name="connsiteY821" fmla="*/ 473175 h 914263"/>
                <a:gd name="connsiteX822" fmla="*/ 21741 w 1258521"/>
                <a:gd name="connsiteY822" fmla="*/ 474622 h 914263"/>
                <a:gd name="connsiteX823" fmla="*/ 22818 w 1258521"/>
                <a:gd name="connsiteY823" fmla="*/ 476438 h 914263"/>
                <a:gd name="connsiteX824" fmla="*/ 22818 w 1258521"/>
                <a:gd name="connsiteY824" fmla="*/ 478457 h 914263"/>
                <a:gd name="connsiteX825" fmla="*/ 22347 w 1258521"/>
                <a:gd name="connsiteY825" fmla="*/ 480980 h 914263"/>
                <a:gd name="connsiteX826" fmla="*/ 22818 w 1258521"/>
                <a:gd name="connsiteY826" fmla="*/ 484612 h 914263"/>
                <a:gd name="connsiteX827" fmla="*/ 22818 w 1258521"/>
                <a:gd name="connsiteY827" fmla="*/ 487135 h 914263"/>
                <a:gd name="connsiteX828" fmla="*/ 22616 w 1258521"/>
                <a:gd name="connsiteY828" fmla="*/ 490029 h 914263"/>
                <a:gd name="connsiteX829" fmla="*/ 22751 w 1258521"/>
                <a:gd name="connsiteY829" fmla="*/ 492854 h 914263"/>
                <a:gd name="connsiteX830" fmla="*/ 22885 w 1258521"/>
                <a:gd name="connsiteY830" fmla="*/ 495243 h 914263"/>
                <a:gd name="connsiteX831" fmla="*/ 22683 w 1258521"/>
                <a:gd name="connsiteY831" fmla="*/ 499212 h 914263"/>
                <a:gd name="connsiteX832" fmla="*/ 23255 w 1258521"/>
                <a:gd name="connsiteY832" fmla="*/ 501230 h 914263"/>
                <a:gd name="connsiteX833" fmla="*/ 23188 w 1258521"/>
                <a:gd name="connsiteY833" fmla="*/ 503989 h 914263"/>
                <a:gd name="connsiteX834" fmla="*/ 22818 w 1258521"/>
                <a:gd name="connsiteY834" fmla="*/ 508194 h 914263"/>
                <a:gd name="connsiteX835" fmla="*/ 22818 w 1258521"/>
                <a:gd name="connsiteY835" fmla="*/ 511457 h 914263"/>
                <a:gd name="connsiteX836" fmla="*/ 23558 w 1258521"/>
                <a:gd name="connsiteY836" fmla="*/ 513980 h 914263"/>
                <a:gd name="connsiteX837" fmla="*/ 22313 w 1258521"/>
                <a:gd name="connsiteY837" fmla="*/ 517310 h 914263"/>
                <a:gd name="connsiteX838" fmla="*/ 19553 w 1258521"/>
                <a:gd name="connsiteY838" fmla="*/ 520641 h 914263"/>
                <a:gd name="connsiteX839" fmla="*/ 15851 w 1258521"/>
                <a:gd name="connsiteY839" fmla="*/ 522457 h 914263"/>
                <a:gd name="connsiteX840" fmla="*/ 14404 w 1258521"/>
                <a:gd name="connsiteY840" fmla="*/ 523836 h 914263"/>
                <a:gd name="connsiteX841" fmla="*/ 11274 w 1258521"/>
                <a:gd name="connsiteY841" fmla="*/ 525283 h 914263"/>
                <a:gd name="connsiteX842" fmla="*/ 8447 w 1258521"/>
                <a:gd name="connsiteY842" fmla="*/ 525653 h 914263"/>
                <a:gd name="connsiteX843" fmla="*/ 4476 w 1258521"/>
                <a:gd name="connsiteY843" fmla="*/ 523567 h 914263"/>
                <a:gd name="connsiteX844" fmla="*/ 2154 w 1258521"/>
                <a:gd name="connsiteY844" fmla="*/ 524139 h 914263"/>
                <a:gd name="connsiteX845" fmla="*/ 1077 w 1258521"/>
                <a:gd name="connsiteY845" fmla="*/ 526965 h 914263"/>
                <a:gd name="connsiteX846" fmla="*/ 0 w 1258521"/>
                <a:gd name="connsiteY846" fmla="*/ 530531 h 914263"/>
                <a:gd name="connsiteX847" fmla="*/ 875 w 1258521"/>
                <a:gd name="connsiteY847" fmla="*/ 536989 h 914263"/>
                <a:gd name="connsiteX848" fmla="*/ 942 w 1258521"/>
                <a:gd name="connsiteY848" fmla="*/ 542069 h 914263"/>
                <a:gd name="connsiteX849" fmla="*/ 1885 w 1258521"/>
                <a:gd name="connsiteY849" fmla="*/ 548225 h 914263"/>
                <a:gd name="connsiteX850" fmla="*/ 4207 w 1258521"/>
                <a:gd name="connsiteY850" fmla="*/ 552699 h 914263"/>
                <a:gd name="connsiteX851" fmla="*/ 8111 w 1258521"/>
                <a:gd name="connsiteY851" fmla="*/ 558923 h 914263"/>
                <a:gd name="connsiteX852" fmla="*/ 11745 w 1258521"/>
                <a:gd name="connsiteY852" fmla="*/ 561883 h 914263"/>
                <a:gd name="connsiteX853" fmla="*/ 16322 w 1258521"/>
                <a:gd name="connsiteY853" fmla="*/ 563026 h 914263"/>
                <a:gd name="connsiteX854" fmla="*/ 18207 w 1258521"/>
                <a:gd name="connsiteY854" fmla="*/ 565348 h 914263"/>
                <a:gd name="connsiteX855" fmla="*/ 17972 w 1258521"/>
                <a:gd name="connsiteY855" fmla="*/ 568543 h 914263"/>
                <a:gd name="connsiteX856" fmla="*/ 17467 w 1258521"/>
                <a:gd name="connsiteY856" fmla="*/ 570360 h 914263"/>
                <a:gd name="connsiteX857" fmla="*/ 14943 w 1258521"/>
                <a:gd name="connsiteY857" fmla="*/ 572681 h 914263"/>
                <a:gd name="connsiteX858" fmla="*/ 15750 w 1258521"/>
                <a:gd name="connsiteY858" fmla="*/ 575641 h 914263"/>
                <a:gd name="connsiteX859" fmla="*/ 18779 w 1258521"/>
                <a:gd name="connsiteY859" fmla="*/ 577323 h 914263"/>
                <a:gd name="connsiteX860" fmla="*/ 20226 w 1258521"/>
                <a:gd name="connsiteY860" fmla="*/ 578400 h 914263"/>
                <a:gd name="connsiteX861" fmla="*/ 21101 w 1258521"/>
                <a:gd name="connsiteY861" fmla="*/ 579712 h 914263"/>
                <a:gd name="connsiteX862" fmla="*/ 21101 w 1258521"/>
                <a:gd name="connsiteY862" fmla="*/ 582739 h 914263"/>
                <a:gd name="connsiteX863" fmla="*/ 20361 w 1258521"/>
                <a:gd name="connsiteY863" fmla="*/ 583177 h 914263"/>
                <a:gd name="connsiteX864" fmla="*/ 19217 w 1258521"/>
                <a:gd name="connsiteY864" fmla="*/ 585431 h 914263"/>
                <a:gd name="connsiteX865" fmla="*/ 18847 w 1258521"/>
                <a:gd name="connsiteY865" fmla="*/ 586507 h 914263"/>
                <a:gd name="connsiteX866" fmla="*/ 18847 w 1258521"/>
                <a:gd name="connsiteY866" fmla="*/ 587382 h 914263"/>
                <a:gd name="connsiteX867" fmla="*/ 18914 w 1258521"/>
                <a:gd name="connsiteY867" fmla="*/ 590073 h 914263"/>
                <a:gd name="connsiteX868" fmla="*/ 20226 w 1258521"/>
                <a:gd name="connsiteY868" fmla="*/ 591216 h 914263"/>
                <a:gd name="connsiteX869" fmla="*/ 21606 w 1258521"/>
                <a:gd name="connsiteY869" fmla="*/ 591587 h 914263"/>
                <a:gd name="connsiteX870" fmla="*/ 23996 w 1258521"/>
                <a:gd name="connsiteY870" fmla="*/ 592091 h 914263"/>
                <a:gd name="connsiteX871" fmla="*/ 26520 w 1258521"/>
                <a:gd name="connsiteY871" fmla="*/ 592898 h 914263"/>
                <a:gd name="connsiteX872" fmla="*/ 28606 w 1258521"/>
                <a:gd name="connsiteY872" fmla="*/ 593403 h 914263"/>
                <a:gd name="connsiteX873" fmla="*/ 29616 w 1258521"/>
                <a:gd name="connsiteY873" fmla="*/ 594984 h 914263"/>
                <a:gd name="connsiteX874" fmla="*/ 30424 w 1258521"/>
                <a:gd name="connsiteY874" fmla="*/ 596498 h 914263"/>
                <a:gd name="connsiteX875" fmla="*/ 31433 w 1258521"/>
                <a:gd name="connsiteY875" fmla="*/ 598886 h 914263"/>
                <a:gd name="connsiteX876" fmla="*/ 33621 w 1258521"/>
                <a:gd name="connsiteY876" fmla="*/ 600400 h 914263"/>
                <a:gd name="connsiteX877" fmla="*/ 37592 w 1258521"/>
                <a:gd name="connsiteY877" fmla="*/ 604033 h 914263"/>
                <a:gd name="connsiteX878" fmla="*/ 38333 w 1258521"/>
                <a:gd name="connsiteY878" fmla="*/ 604975 h 914263"/>
                <a:gd name="connsiteX879" fmla="*/ 40015 w 1258521"/>
                <a:gd name="connsiteY879" fmla="*/ 608810 h 914263"/>
                <a:gd name="connsiteX880" fmla="*/ 40318 w 1258521"/>
                <a:gd name="connsiteY880" fmla="*/ 611703 h 914263"/>
                <a:gd name="connsiteX881" fmla="*/ 40453 w 1258521"/>
                <a:gd name="connsiteY881" fmla="*/ 615235 h 914263"/>
                <a:gd name="connsiteX882" fmla="*/ 40587 w 1258521"/>
                <a:gd name="connsiteY882" fmla="*/ 617489 h 914263"/>
                <a:gd name="connsiteX883" fmla="*/ 40958 w 1258521"/>
                <a:gd name="connsiteY883" fmla="*/ 619070 h 914263"/>
                <a:gd name="connsiteX884" fmla="*/ 42775 w 1258521"/>
                <a:gd name="connsiteY884" fmla="*/ 620315 h 914263"/>
                <a:gd name="connsiteX885" fmla="*/ 44794 w 1258521"/>
                <a:gd name="connsiteY885" fmla="*/ 621560 h 914263"/>
                <a:gd name="connsiteX886" fmla="*/ 46174 w 1258521"/>
                <a:gd name="connsiteY886" fmla="*/ 625764 h 914263"/>
                <a:gd name="connsiteX887" fmla="*/ 46982 w 1258521"/>
                <a:gd name="connsiteY887" fmla="*/ 627783 h 914263"/>
                <a:gd name="connsiteX888" fmla="*/ 48866 w 1258521"/>
                <a:gd name="connsiteY888" fmla="*/ 630979 h 914263"/>
                <a:gd name="connsiteX889" fmla="*/ 49809 w 1258521"/>
                <a:gd name="connsiteY889" fmla="*/ 633502 h 914263"/>
                <a:gd name="connsiteX890" fmla="*/ 50381 w 1258521"/>
                <a:gd name="connsiteY890" fmla="*/ 634814 h 914263"/>
                <a:gd name="connsiteX891" fmla="*/ 54016 w 1258521"/>
                <a:gd name="connsiteY891" fmla="*/ 637067 h 914263"/>
                <a:gd name="connsiteX892" fmla="*/ 59535 w 1258521"/>
                <a:gd name="connsiteY892" fmla="*/ 638211 h 914263"/>
                <a:gd name="connsiteX893" fmla="*/ 63506 w 1258521"/>
                <a:gd name="connsiteY893" fmla="*/ 640667 h 914263"/>
                <a:gd name="connsiteX894" fmla="*/ 65761 w 1258521"/>
                <a:gd name="connsiteY894" fmla="*/ 643493 h 914263"/>
                <a:gd name="connsiteX895" fmla="*/ 70910 w 1258521"/>
                <a:gd name="connsiteY895" fmla="*/ 648505 h 914263"/>
                <a:gd name="connsiteX896" fmla="*/ 77809 w 1258521"/>
                <a:gd name="connsiteY896" fmla="*/ 655233 h 914263"/>
                <a:gd name="connsiteX897" fmla="*/ 78550 w 1258521"/>
                <a:gd name="connsiteY897" fmla="*/ 657621 h 914263"/>
                <a:gd name="connsiteX898" fmla="*/ 78550 w 1258521"/>
                <a:gd name="connsiteY898" fmla="*/ 659202 h 914263"/>
                <a:gd name="connsiteX899" fmla="*/ 79997 w 1258521"/>
                <a:gd name="connsiteY899" fmla="*/ 661826 h 914263"/>
                <a:gd name="connsiteX900" fmla="*/ 82891 w 1258521"/>
                <a:gd name="connsiteY900" fmla="*/ 661826 h 914263"/>
                <a:gd name="connsiteX901" fmla="*/ 87367 w 1258521"/>
                <a:gd name="connsiteY901" fmla="*/ 660581 h 914263"/>
                <a:gd name="connsiteX902" fmla="*/ 90262 w 1258521"/>
                <a:gd name="connsiteY902" fmla="*/ 659774 h 914263"/>
                <a:gd name="connsiteX903" fmla="*/ 94031 w 1258521"/>
                <a:gd name="connsiteY903" fmla="*/ 658529 h 914263"/>
                <a:gd name="connsiteX904" fmla="*/ 95613 w 1258521"/>
                <a:gd name="connsiteY904" fmla="*/ 656948 h 914263"/>
                <a:gd name="connsiteX905" fmla="*/ 97632 w 1258521"/>
                <a:gd name="connsiteY905" fmla="*/ 654627 h 914263"/>
                <a:gd name="connsiteX906" fmla="*/ 99146 w 1258521"/>
                <a:gd name="connsiteY906" fmla="*/ 652239 h 914263"/>
                <a:gd name="connsiteX907" fmla="*/ 100964 w 1258521"/>
                <a:gd name="connsiteY907" fmla="*/ 650557 h 914263"/>
                <a:gd name="connsiteX908" fmla="*/ 102916 w 1258521"/>
                <a:gd name="connsiteY908" fmla="*/ 649480 h 914263"/>
                <a:gd name="connsiteX909" fmla="*/ 105608 w 1258521"/>
                <a:gd name="connsiteY909" fmla="*/ 648740 h 914263"/>
                <a:gd name="connsiteX910" fmla="*/ 110959 w 1258521"/>
                <a:gd name="connsiteY910" fmla="*/ 649178 h 914263"/>
                <a:gd name="connsiteX911" fmla="*/ 112911 w 1258521"/>
                <a:gd name="connsiteY911" fmla="*/ 650254 h 914263"/>
                <a:gd name="connsiteX912" fmla="*/ 114863 w 1258521"/>
                <a:gd name="connsiteY912" fmla="*/ 652340 h 914263"/>
                <a:gd name="connsiteX913" fmla="*/ 116377 w 1258521"/>
                <a:gd name="connsiteY913" fmla="*/ 653585 h 914263"/>
                <a:gd name="connsiteX914" fmla="*/ 117825 w 1258521"/>
                <a:gd name="connsiteY914" fmla="*/ 653786 h 914263"/>
                <a:gd name="connsiteX915" fmla="*/ 119642 w 1258521"/>
                <a:gd name="connsiteY915" fmla="*/ 652340 h 914263"/>
                <a:gd name="connsiteX916" fmla="*/ 120887 w 1258521"/>
                <a:gd name="connsiteY916" fmla="*/ 651263 h 914263"/>
                <a:gd name="connsiteX917" fmla="*/ 121695 w 1258521"/>
                <a:gd name="connsiteY917" fmla="*/ 650187 h 914263"/>
                <a:gd name="connsiteX918" fmla="*/ 122839 w 1258521"/>
                <a:gd name="connsiteY918" fmla="*/ 648303 h 914263"/>
                <a:gd name="connsiteX919" fmla="*/ 125094 w 1258521"/>
                <a:gd name="connsiteY919" fmla="*/ 647933 h 914263"/>
                <a:gd name="connsiteX920" fmla="*/ 126609 w 1258521"/>
                <a:gd name="connsiteY920" fmla="*/ 647126 h 914263"/>
                <a:gd name="connsiteX921" fmla="*/ 127618 w 1258521"/>
                <a:gd name="connsiteY921" fmla="*/ 646116 h 914263"/>
                <a:gd name="connsiteX922" fmla="*/ 130142 w 1258521"/>
                <a:gd name="connsiteY922" fmla="*/ 645477 h 914263"/>
                <a:gd name="connsiteX923" fmla="*/ 132969 w 1258521"/>
                <a:gd name="connsiteY923" fmla="*/ 645612 h 914263"/>
                <a:gd name="connsiteX924" fmla="*/ 136166 w 1258521"/>
                <a:gd name="connsiteY924" fmla="*/ 646352 h 914263"/>
                <a:gd name="connsiteX925" fmla="*/ 138354 w 1258521"/>
                <a:gd name="connsiteY925" fmla="*/ 646924 h 914263"/>
                <a:gd name="connsiteX926" fmla="*/ 143066 w 1258521"/>
                <a:gd name="connsiteY926" fmla="*/ 649817 h 914263"/>
                <a:gd name="connsiteX927" fmla="*/ 143200 w 1258521"/>
                <a:gd name="connsiteY927" fmla="*/ 651129 h 914263"/>
                <a:gd name="connsiteX928" fmla="*/ 142763 w 1258521"/>
                <a:gd name="connsiteY928" fmla="*/ 653012 h 914263"/>
                <a:gd name="connsiteX929" fmla="*/ 141719 w 1258521"/>
                <a:gd name="connsiteY929" fmla="*/ 653954 h 914263"/>
                <a:gd name="connsiteX930" fmla="*/ 141114 w 1258521"/>
                <a:gd name="connsiteY930" fmla="*/ 654896 h 914263"/>
                <a:gd name="connsiteX931" fmla="*/ 141114 w 1258521"/>
                <a:gd name="connsiteY931" fmla="*/ 655704 h 914263"/>
                <a:gd name="connsiteX932" fmla="*/ 141618 w 1258521"/>
                <a:gd name="connsiteY932" fmla="*/ 658092 h 914263"/>
                <a:gd name="connsiteX933" fmla="*/ 143301 w 1258521"/>
                <a:gd name="connsiteY933" fmla="*/ 658664 h 914263"/>
                <a:gd name="connsiteX934" fmla="*/ 145623 w 1258521"/>
                <a:gd name="connsiteY934" fmla="*/ 660178 h 914263"/>
                <a:gd name="connsiteX935" fmla="*/ 146196 w 1258521"/>
                <a:gd name="connsiteY935" fmla="*/ 660615 h 914263"/>
                <a:gd name="connsiteX936" fmla="*/ 147575 w 1258521"/>
                <a:gd name="connsiteY936" fmla="*/ 662364 h 914263"/>
                <a:gd name="connsiteX937" fmla="*/ 147946 w 1258521"/>
                <a:gd name="connsiteY937" fmla="*/ 664383 h 914263"/>
                <a:gd name="connsiteX938" fmla="*/ 148450 w 1258521"/>
                <a:gd name="connsiteY938" fmla="*/ 665964 h 914263"/>
                <a:gd name="connsiteX939" fmla="*/ 149325 w 1258521"/>
                <a:gd name="connsiteY939" fmla="*/ 667478 h 914263"/>
                <a:gd name="connsiteX940" fmla="*/ 150470 w 1258521"/>
                <a:gd name="connsiteY940" fmla="*/ 669160 h 914263"/>
                <a:gd name="connsiteX941" fmla="*/ 152422 w 1258521"/>
                <a:gd name="connsiteY941" fmla="*/ 672927 h 914263"/>
                <a:gd name="connsiteX942" fmla="*/ 154172 w 1258521"/>
                <a:gd name="connsiteY942" fmla="*/ 676459 h 914263"/>
                <a:gd name="connsiteX943" fmla="*/ 156561 w 1258521"/>
                <a:gd name="connsiteY943" fmla="*/ 679857 h 914263"/>
                <a:gd name="connsiteX944" fmla="*/ 157874 w 1258521"/>
                <a:gd name="connsiteY944" fmla="*/ 680664 h 914263"/>
                <a:gd name="connsiteX945" fmla="*/ 160768 w 1258521"/>
                <a:gd name="connsiteY945" fmla="*/ 682548 h 914263"/>
                <a:gd name="connsiteX946" fmla="*/ 161205 w 1258521"/>
                <a:gd name="connsiteY946" fmla="*/ 685071 h 914263"/>
                <a:gd name="connsiteX947" fmla="*/ 162080 w 1258521"/>
                <a:gd name="connsiteY947" fmla="*/ 687392 h 914263"/>
                <a:gd name="connsiteX948" fmla="*/ 163830 w 1258521"/>
                <a:gd name="connsiteY948" fmla="*/ 688200 h 914263"/>
                <a:gd name="connsiteX949" fmla="*/ 166960 w 1258521"/>
                <a:gd name="connsiteY949" fmla="*/ 690151 h 914263"/>
                <a:gd name="connsiteX950" fmla="*/ 168980 w 1258521"/>
                <a:gd name="connsiteY950" fmla="*/ 692169 h 914263"/>
                <a:gd name="connsiteX951" fmla="*/ 169484 w 1258521"/>
                <a:gd name="connsiteY951" fmla="*/ 692808 h 914263"/>
                <a:gd name="connsiteX952" fmla="*/ 173489 w 1258521"/>
                <a:gd name="connsiteY952" fmla="*/ 692808 h 914263"/>
                <a:gd name="connsiteX953" fmla="*/ 175138 w 1258521"/>
                <a:gd name="connsiteY953" fmla="*/ 692842 h 914263"/>
                <a:gd name="connsiteX954" fmla="*/ 177158 w 1258521"/>
                <a:gd name="connsiteY954" fmla="*/ 692842 h 914263"/>
                <a:gd name="connsiteX955" fmla="*/ 178908 w 1258521"/>
                <a:gd name="connsiteY955" fmla="*/ 693246 h 914263"/>
                <a:gd name="connsiteX956" fmla="*/ 182980 w 1258521"/>
                <a:gd name="connsiteY956" fmla="*/ 697148 h 914263"/>
                <a:gd name="connsiteX957" fmla="*/ 184326 w 1258521"/>
                <a:gd name="connsiteY957" fmla="*/ 699536 h 914263"/>
                <a:gd name="connsiteX958" fmla="*/ 186379 w 1258521"/>
                <a:gd name="connsiteY958" fmla="*/ 704448 h 914263"/>
                <a:gd name="connsiteX959" fmla="*/ 186379 w 1258521"/>
                <a:gd name="connsiteY959" fmla="*/ 706029 h 914263"/>
                <a:gd name="connsiteX960" fmla="*/ 186009 w 1258521"/>
                <a:gd name="connsiteY960" fmla="*/ 708215 h 914263"/>
                <a:gd name="connsiteX961" fmla="*/ 187389 w 1258521"/>
                <a:gd name="connsiteY961" fmla="*/ 710536 h 914263"/>
                <a:gd name="connsiteX962" fmla="*/ 189711 w 1258521"/>
                <a:gd name="connsiteY962" fmla="*/ 711344 h 914263"/>
                <a:gd name="connsiteX963" fmla="*/ 196004 w 1258521"/>
                <a:gd name="connsiteY963" fmla="*/ 710402 h 914263"/>
                <a:gd name="connsiteX964" fmla="*/ 197889 w 1258521"/>
                <a:gd name="connsiteY964" fmla="*/ 709325 h 914263"/>
                <a:gd name="connsiteX965" fmla="*/ 201153 w 1258521"/>
                <a:gd name="connsiteY965" fmla="*/ 708821 h 914263"/>
                <a:gd name="connsiteX966" fmla="*/ 206235 w 1258521"/>
                <a:gd name="connsiteY966" fmla="*/ 708888 h 914263"/>
                <a:gd name="connsiteX967" fmla="*/ 209634 w 1258521"/>
                <a:gd name="connsiteY967" fmla="*/ 710637 h 914263"/>
                <a:gd name="connsiteX968" fmla="*/ 212764 w 1258521"/>
                <a:gd name="connsiteY968" fmla="*/ 712958 h 914263"/>
                <a:gd name="connsiteX969" fmla="*/ 214952 w 1258521"/>
                <a:gd name="connsiteY969" fmla="*/ 715650 h 914263"/>
                <a:gd name="connsiteX970" fmla="*/ 215187 w 1258521"/>
                <a:gd name="connsiteY970" fmla="*/ 717601 h 914263"/>
                <a:gd name="connsiteX971" fmla="*/ 215120 w 1258521"/>
                <a:gd name="connsiteY971" fmla="*/ 720056 h 914263"/>
                <a:gd name="connsiteX972" fmla="*/ 214985 w 1258521"/>
                <a:gd name="connsiteY972" fmla="*/ 722007 h 914263"/>
                <a:gd name="connsiteX973" fmla="*/ 214346 w 1258521"/>
                <a:gd name="connsiteY973" fmla="*/ 725641 h 914263"/>
                <a:gd name="connsiteX974" fmla="*/ 215154 w 1258521"/>
                <a:gd name="connsiteY974" fmla="*/ 729980 h 914263"/>
                <a:gd name="connsiteX975" fmla="*/ 215961 w 1258521"/>
                <a:gd name="connsiteY975" fmla="*/ 729980 h 914263"/>
                <a:gd name="connsiteX976" fmla="*/ 218216 w 1258521"/>
                <a:gd name="connsiteY976" fmla="*/ 728096 h 914263"/>
                <a:gd name="connsiteX977" fmla="*/ 218519 w 1258521"/>
                <a:gd name="connsiteY977" fmla="*/ 726650 h 914263"/>
                <a:gd name="connsiteX978" fmla="*/ 219394 w 1258521"/>
                <a:gd name="connsiteY978" fmla="*/ 724833 h 914263"/>
                <a:gd name="connsiteX979" fmla="*/ 221414 w 1258521"/>
                <a:gd name="connsiteY979" fmla="*/ 723689 h 914263"/>
                <a:gd name="connsiteX980" fmla="*/ 227135 w 1258521"/>
                <a:gd name="connsiteY980" fmla="*/ 723118 h 914263"/>
                <a:gd name="connsiteX981" fmla="*/ 229457 w 1258521"/>
                <a:gd name="connsiteY981" fmla="*/ 723925 h 914263"/>
                <a:gd name="connsiteX982" fmla="*/ 231207 w 1258521"/>
                <a:gd name="connsiteY982" fmla="*/ 725170 h 914263"/>
                <a:gd name="connsiteX983" fmla="*/ 234471 w 1258521"/>
                <a:gd name="connsiteY983" fmla="*/ 729072 h 914263"/>
                <a:gd name="connsiteX984" fmla="*/ 235851 w 1258521"/>
                <a:gd name="connsiteY984" fmla="*/ 731326 h 914263"/>
                <a:gd name="connsiteX985" fmla="*/ 236491 w 1258521"/>
                <a:gd name="connsiteY985" fmla="*/ 733344 h 914263"/>
                <a:gd name="connsiteX986" fmla="*/ 237568 w 1258521"/>
                <a:gd name="connsiteY986" fmla="*/ 734286 h 914263"/>
                <a:gd name="connsiteX987" fmla="*/ 240597 w 1258521"/>
                <a:gd name="connsiteY987" fmla="*/ 732907 h 914263"/>
                <a:gd name="connsiteX988" fmla="*/ 242347 w 1258521"/>
                <a:gd name="connsiteY988" fmla="*/ 731460 h 914263"/>
                <a:gd name="connsiteX989" fmla="*/ 244803 w 1258521"/>
                <a:gd name="connsiteY989" fmla="*/ 730215 h 914263"/>
                <a:gd name="connsiteX990" fmla="*/ 248270 w 1258521"/>
                <a:gd name="connsiteY990" fmla="*/ 732301 h 914263"/>
                <a:gd name="connsiteX991" fmla="*/ 250020 w 1258521"/>
                <a:gd name="connsiteY991" fmla="*/ 733815 h 914263"/>
                <a:gd name="connsiteX992" fmla="*/ 251467 w 1258521"/>
                <a:gd name="connsiteY992" fmla="*/ 733613 h 914263"/>
                <a:gd name="connsiteX993" fmla="*/ 253991 w 1258521"/>
                <a:gd name="connsiteY993" fmla="*/ 731662 h 914263"/>
                <a:gd name="connsiteX994" fmla="*/ 254496 w 1258521"/>
                <a:gd name="connsiteY994" fmla="*/ 730855 h 914263"/>
                <a:gd name="connsiteX995" fmla="*/ 255809 w 1258521"/>
                <a:gd name="connsiteY995" fmla="*/ 730350 h 914263"/>
                <a:gd name="connsiteX996" fmla="*/ 259342 w 1258521"/>
                <a:gd name="connsiteY996" fmla="*/ 731662 h 914263"/>
                <a:gd name="connsiteX997" fmla="*/ 260285 w 1258521"/>
                <a:gd name="connsiteY997" fmla="*/ 732301 h 914263"/>
                <a:gd name="connsiteX998" fmla="*/ 262035 w 1258521"/>
                <a:gd name="connsiteY998" fmla="*/ 734757 h 914263"/>
                <a:gd name="connsiteX999" fmla="*/ 263616 w 1258521"/>
                <a:gd name="connsiteY999" fmla="*/ 736439 h 914263"/>
                <a:gd name="connsiteX1000" fmla="*/ 265366 w 1258521"/>
                <a:gd name="connsiteY1000" fmla="*/ 737313 h 914263"/>
                <a:gd name="connsiteX1001" fmla="*/ 267049 w 1258521"/>
                <a:gd name="connsiteY1001" fmla="*/ 736674 h 914263"/>
                <a:gd name="connsiteX1002" fmla="*/ 269237 w 1258521"/>
                <a:gd name="connsiteY1002" fmla="*/ 736372 h 914263"/>
                <a:gd name="connsiteX1003" fmla="*/ 272367 w 1258521"/>
                <a:gd name="connsiteY1003" fmla="*/ 735800 h 914263"/>
                <a:gd name="connsiteX1004" fmla="*/ 274117 w 1258521"/>
                <a:gd name="connsiteY1004" fmla="*/ 734858 h 914263"/>
                <a:gd name="connsiteX1005" fmla="*/ 275867 w 1258521"/>
                <a:gd name="connsiteY1005" fmla="*/ 732907 h 914263"/>
                <a:gd name="connsiteX1006" fmla="*/ 278391 w 1258521"/>
                <a:gd name="connsiteY1006" fmla="*/ 732604 h 914263"/>
                <a:gd name="connsiteX1007" fmla="*/ 282867 w 1258521"/>
                <a:gd name="connsiteY1007" fmla="*/ 737313 h 914263"/>
                <a:gd name="connsiteX1008" fmla="*/ 283742 w 1258521"/>
                <a:gd name="connsiteY1008" fmla="*/ 739063 h 914263"/>
                <a:gd name="connsiteX1009" fmla="*/ 284617 w 1258521"/>
                <a:gd name="connsiteY1009" fmla="*/ 743638 h 914263"/>
                <a:gd name="connsiteX1010" fmla="*/ 285425 w 1258521"/>
                <a:gd name="connsiteY1010" fmla="*/ 746968 h 914263"/>
                <a:gd name="connsiteX1011" fmla="*/ 286804 w 1258521"/>
                <a:gd name="connsiteY1011" fmla="*/ 749289 h 914263"/>
                <a:gd name="connsiteX1012" fmla="*/ 287679 w 1258521"/>
                <a:gd name="connsiteY1012" fmla="*/ 749726 h 914263"/>
                <a:gd name="connsiteX1013" fmla="*/ 289934 w 1258521"/>
                <a:gd name="connsiteY1013" fmla="*/ 749996 h 914263"/>
                <a:gd name="connsiteX1014" fmla="*/ 294646 w 1258521"/>
                <a:gd name="connsiteY1014" fmla="*/ 749626 h 914263"/>
                <a:gd name="connsiteX1015" fmla="*/ 297338 w 1258521"/>
                <a:gd name="connsiteY1015" fmla="*/ 749054 h 914263"/>
                <a:gd name="connsiteX1016" fmla="*/ 300670 w 1258521"/>
                <a:gd name="connsiteY1016" fmla="*/ 748044 h 914263"/>
                <a:gd name="connsiteX1017" fmla="*/ 305314 w 1258521"/>
                <a:gd name="connsiteY1017" fmla="*/ 748986 h 914263"/>
                <a:gd name="connsiteX1018" fmla="*/ 306896 w 1258521"/>
                <a:gd name="connsiteY1018" fmla="*/ 750870 h 914263"/>
                <a:gd name="connsiteX1019" fmla="*/ 308141 w 1258521"/>
                <a:gd name="connsiteY1019" fmla="*/ 755580 h 914263"/>
                <a:gd name="connsiteX1020" fmla="*/ 308882 w 1258521"/>
                <a:gd name="connsiteY1020" fmla="*/ 758271 h 914263"/>
                <a:gd name="connsiteX1021" fmla="*/ 309016 w 1258521"/>
                <a:gd name="connsiteY1021" fmla="*/ 760222 h 914263"/>
                <a:gd name="connsiteX1022" fmla="*/ 310464 w 1258521"/>
                <a:gd name="connsiteY1022" fmla="*/ 761736 h 914263"/>
                <a:gd name="connsiteX1023" fmla="*/ 313930 w 1258521"/>
                <a:gd name="connsiteY1023" fmla="*/ 761736 h 914263"/>
                <a:gd name="connsiteX1024" fmla="*/ 315310 w 1258521"/>
                <a:gd name="connsiteY1024" fmla="*/ 762240 h 914263"/>
                <a:gd name="connsiteX1025" fmla="*/ 316690 w 1258521"/>
                <a:gd name="connsiteY1025" fmla="*/ 765874 h 914263"/>
                <a:gd name="connsiteX1026" fmla="*/ 316993 w 1258521"/>
                <a:gd name="connsiteY1026" fmla="*/ 767017 h 914263"/>
                <a:gd name="connsiteX1027" fmla="*/ 319180 w 1258521"/>
                <a:gd name="connsiteY1027" fmla="*/ 767017 h 914263"/>
                <a:gd name="connsiteX1028" fmla="*/ 320324 w 1258521"/>
                <a:gd name="connsiteY1028" fmla="*/ 766143 h 914263"/>
                <a:gd name="connsiteX1029" fmla="*/ 323723 w 1258521"/>
                <a:gd name="connsiteY1029" fmla="*/ 764763 h 914263"/>
                <a:gd name="connsiteX1030" fmla="*/ 325372 w 1258521"/>
                <a:gd name="connsiteY1030" fmla="*/ 766008 h 914263"/>
                <a:gd name="connsiteX1031" fmla="*/ 325507 w 1258521"/>
                <a:gd name="connsiteY1031" fmla="*/ 767959 h 914263"/>
                <a:gd name="connsiteX1032" fmla="*/ 325574 w 1258521"/>
                <a:gd name="connsiteY1032" fmla="*/ 769204 h 914263"/>
                <a:gd name="connsiteX1033" fmla="*/ 325709 w 1258521"/>
                <a:gd name="connsiteY1033" fmla="*/ 771390 h 914263"/>
                <a:gd name="connsiteX1034" fmla="*/ 326786 w 1258521"/>
                <a:gd name="connsiteY1034" fmla="*/ 773342 h 914263"/>
                <a:gd name="connsiteX1035" fmla="*/ 328098 w 1258521"/>
                <a:gd name="connsiteY1035" fmla="*/ 773913 h 914263"/>
                <a:gd name="connsiteX1036" fmla="*/ 330791 w 1258521"/>
                <a:gd name="connsiteY1036" fmla="*/ 774351 h 914263"/>
                <a:gd name="connsiteX1037" fmla="*/ 332676 w 1258521"/>
                <a:gd name="connsiteY1037" fmla="*/ 775158 h 914263"/>
                <a:gd name="connsiteX1038" fmla="*/ 334560 w 1258521"/>
                <a:gd name="connsiteY1038" fmla="*/ 776302 h 914263"/>
                <a:gd name="connsiteX1039" fmla="*/ 336580 w 1258521"/>
                <a:gd name="connsiteY1039" fmla="*/ 774284 h 914263"/>
                <a:gd name="connsiteX1040" fmla="*/ 337892 w 1258521"/>
                <a:gd name="connsiteY1040" fmla="*/ 772332 h 914263"/>
                <a:gd name="connsiteX1041" fmla="*/ 338834 w 1258521"/>
                <a:gd name="connsiteY1041" fmla="*/ 770751 h 914263"/>
                <a:gd name="connsiteX1042" fmla="*/ 339709 w 1258521"/>
                <a:gd name="connsiteY1042" fmla="*/ 769002 h 914263"/>
                <a:gd name="connsiteX1043" fmla="*/ 341291 w 1258521"/>
                <a:gd name="connsiteY1043" fmla="*/ 767690 h 914263"/>
                <a:gd name="connsiteX1044" fmla="*/ 343041 w 1258521"/>
                <a:gd name="connsiteY1044" fmla="*/ 766984 h 914263"/>
                <a:gd name="connsiteX1045" fmla="*/ 344858 w 1258521"/>
                <a:gd name="connsiteY1045" fmla="*/ 765806 h 914263"/>
                <a:gd name="connsiteX1046" fmla="*/ 347046 w 1258521"/>
                <a:gd name="connsiteY1046" fmla="*/ 765604 h 914263"/>
                <a:gd name="connsiteX1047" fmla="*/ 349738 w 1258521"/>
                <a:gd name="connsiteY1047" fmla="*/ 765403 h 914263"/>
                <a:gd name="connsiteX1048" fmla="*/ 351623 w 1258521"/>
                <a:gd name="connsiteY1048" fmla="*/ 765100 h 914263"/>
                <a:gd name="connsiteX1049" fmla="*/ 353508 w 1258521"/>
                <a:gd name="connsiteY1049" fmla="*/ 765773 h 914263"/>
                <a:gd name="connsiteX1050" fmla="*/ 355965 w 1258521"/>
                <a:gd name="connsiteY1050" fmla="*/ 766210 h 914263"/>
                <a:gd name="connsiteX1051" fmla="*/ 358421 w 1258521"/>
                <a:gd name="connsiteY1051" fmla="*/ 767219 h 914263"/>
                <a:gd name="connsiteX1052" fmla="*/ 360945 w 1258521"/>
                <a:gd name="connsiteY1052" fmla="*/ 768598 h 914263"/>
                <a:gd name="connsiteX1053" fmla="*/ 362191 w 1258521"/>
                <a:gd name="connsiteY1053" fmla="*/ 769675 h 914263"/>
                <a:gd name="connsiteX1054" fmla="*/ 362628 w 1258521"/>
                <a:gd name="connsiteY1054" fmla="*/ 772803 h 914263"/>
                <a:gd name="connsiteX1055" fmla="*/ 362696 w 1258521"/>
                <a:gd name="connsiteY1055" fmla="*/ 775764 h 914263"/>
                <a:gd name="connsiteX1056" fmla="*/ 362628 w 1258521"/>
                <a:gd name="connsiteY1056" fmla="*/ 779397 h 914263"/>
                <a:gd name="connsiteX1057" fmla="*/ 362763 w 1258521"/>
                <a:gd name="connsiteY1057" fmla="*/ 781583 h 914263"/>
                <a:gd name="connsiteX1058" fmla="*/ 364008 w 1258521"/>
                <a:gd name="connsiteY1058" fmla="*/ 782323 h 914263"/>
                <a:gd name="connsiteX1059" fmla="*/ 365960 w 1258521"/>
                <a:gd name="connsiteY1059" fmla="*/ 781381 h 914263"/>
                <a:gd name="connsiteX1060" fmla="*/ 366969 w 1258521"/>
                <a:gd name="connsiteY1060" fmla="*/ 778488 h 914263"/>
                <a:gd name="connsiteX1061" fmla="*/ 367609 w 1258521"/>
                <a:gd name="connsiteY1061" fmla="*/ 777244 h 914263"/>
                <a:gd name="connsiteX1062" fmla="*/ 368854 w 1258521"/>
                <a:gd name="connsiteY1062" fmla="*/ 776605 h 914263"/>
                <a:gd name="connsiteX1063" fmla="*/ 370941 w 1258521"/>
                <a:gd name="connsiteY1063" fmla="*/ 776470 h 914263"/>
                <a:gd name="connsiteX1064" fmla="*/ 372523 w 1258521"/>
                <a:gd name="connsiteY1064" fmla="*/ 778219 h 914263"/>
                <a:gd name="connsiteX1065" fmla="*/ 376662 w 1258521"/>
                <a:gd name="connsiteY1065" fmla="*/ 780608 h 914263"/>
                <a:gd name="connsiteX1066" fmla="*/ 379186 w 1258521"/>
                <a:gd name="connsiteY1066" fmla="*/ 783063 h 914263"/>
                <a:gd name="connsiteX1067" fmla="*/ 381878 w 1258521"/>
                <a:gd name="connsiteY1067" fmla="*/ 785452 h 914263"/>
                <a:gd name="connsiteX1068" fmla="*/ 384133 w 1258521"/>
                <a:gd name="connsiteY1068" fmla="*/ 785452 h 914263"/>
                <a:gd name="connsiteX1069" fmla="*/ 386758 w 1258521"/>
                <a:gd name="connsiteY1069" fmla="*/ 784947 h 914263"/>
                <a:gd name="connsiteX1070" fmla="*/ 389653 w 1258521"/>
                <a:gd name="connsiteY1070" fmla="*/ 783568 h 914263"/>
                <a:gd name="connsiteX1071" fmla="*/ 391537 w 1258521"/>
                <a:gd name="connsiteY1071" fmla="*/ 781247 h 914263"/>
                <a:gd name="connsiteX1072" fmla="*/ 393624 w 1258521"/>
                <a:gd name="connsiteY1072" fmla="*/ 779800 h 914263"/>
                <a:gd name="connsiteX1073" fmla="*/ 399211 w 1258521"/>
                <a:gd name="connsiteY1073" fmla="*/ 778556 h 914263"/>
                <a:gd name="connsiteX1074" fmla="*/ 403283 w 1258521"/>
                <a:gd name="connsiteY1074" fmla="*/ 778556 h 914263"/>
                <a:gd name="connsiteX1075" fmla="*/ 406749 w 1258521"/>
                <a:gd name="connsiteY1075" fmla="*/ 778556 h 914263"/>
                <a:gd name="connsiteX1076" fmla="*/ 409576 w 1258521"/>
                <a:gd name="connsiteY1076" fmla="*/ 777446 h 914263"/>
                <a:gd name="connsiteX1077" fmla="*/ 410283 w 1258521"/>
                <a:gd name="connsiteY1077" fmla="*/ 776605 h 914263"/>
                <a:gd name="connsiteX1078" fmla="*/ 411730 w 1258521"/>
                <a:gd name="connsiteY1078" fmla="*/ 776605 h 914263"/>
                <a:gd name="connsiteX1079" fmla="*/ 414322 w 1258521"/>
                <a:gd name="connsiteY1079" fmla="*/ 775797 h 914263"/>
                <a:gd name="connsiteX1080" fmla="*/ 417149 w 1258521"/>
                <a:gd name="connsiteY1080" fmla="*/ 776369 h 914263"/>
                <a:gd name="connsiteX1081" fmla="*/ 418898 w 1258521"/>
                <a:gd name="connsiteY1081" fmla="*/ 776672 h 914263"/>
                <a:gd name="connsiteX1082" fmla="*/ 421423 w 1258521"/>
                <a:gd name="connsiteY1082" fmla="*/ 776234 h 914263"/>
                <a:gd name="connsiteX1083" fmla="*/ 422735 w 1258521"/>
                <a:gd name="connsiteY1083" fmla="*/ 774149 h 914263"/>
                <a:gd name="connsiteX1084" fmla="*/ 424115 w 1258521"/>
                <a:gd name="connsiteY1084" fmla="*/ 772904 h 914263"/>
                <a:gd name="connsiteX1085" fmla="*/ 425495 w 1258521"/>
                <a:gd name="connsiteY1085" fmla="*/ 772534 h 914263"/>
                <a:gd name="connsiteX1086" fmla="*/ 428255 w 1258521"/>
                <a:gd name="connsiteY1086" fmla="*/ 771155 h 914263"/>
                <a:gd name="connsiteX1087" fmla="*/ 430442 w 1258521"/>
                <a:gd name="connsiteY1087" fmla="*/ 770718 h 914263"/>
                <a:gd name="connsiteX1088" fmla="*/ 432024 w 1258521"/>
                <a:gd name="connsiteY1088" fmla="*/ 770079 h 914263"/>
                <a:gd name="connsiteX1089" fmla="*/ 433606 w 1258521"/>
                <a:gd name="connsiteY1089" fmla="*/ 770146 h 914263"/>
                <a:gd name="connsiteX1090" fmla="*/ 434985 w 1258521"/>
                <a:gd name="connsiteY1090" fmla="*/ 770650 h 914263"/>
                <a:gd name="connsiteX1091" fmla="*/ 437375 w 1258521"/>
                <a:gd name="connsiteY1091" fmla="*/ 772400 h 914263"/>
                <a:gd name="connsiteX1092" fmla="*/ 439327 w 1258521"/>
                <a:gd name="connsiteY1092" fmla="*/ 773409 h 914263"/>
                <a:gd name="connsiteX1093" fmla="*/ 440909 w 1258521"/>
                <a:gd name="connsiteY1093" fmla="*/ 775730 h 914263"/>
                <a:gd name="connsiteX1094" fmla="*/ 441918 w 1258521"/>
                <a:gd name="connsiteY1094" fmla="*/ 777176 h 914263"/>
                <a:gd name="connsiteX1095" fmla="*/ 443736 w 1258521"/>
                <a:gd name="connsiteY1095" fmla="*/ 778690 h 914263"/>
                <a:gd name="connsiteX1096" fmla="*/ 447067 w 1258521"/>
                <a:gd name="connsiteY1096" fmla="*/ 781516 h 914263"/>
                <a:gd name="connsiteX1097" fmla="*/ 448515 w 1258521"/>
                <a:gd name="connsiteY1097" fmla="*/ 782525 h 914263"/>
                <a:gd name="connsiteX1098" fmla="*/ 451342 w 1258521"/>
                <a:gd name="connsiteY1098" fmla="*/ 784476 h 914263"/>
                <a:gd name="connsiteX1099" fmla="*/ 453664 w 1258521"/>
                <a:gd name="connsiteY1099" fmla="*/ 786865 h 914263"/>
                <a:gd name="connsiteX1100" fmla="*/ 454673 w 1258521"/>
                <a:gd name="connsiteY1100" fmla="*/ 789892 h 914263"/>
                <a:gd name="connsiteX1101" fmla="*/ 457803 w 1258521"/>
                <a:gd name="connsiteY1101" fmla="*/ 795174 h 914263"/>
                <a:gd name="connsiteX1102" fmla="*/ 458880 w 1258521"/>
                <a:gd name="connsiteY1102" fmla="*/ 798134 h 914263"/>
                <a:gd name="connsiteX1103" fmla="*/ 460765 w 1258521"/>
                <a:gd name="connsiteY1103" fmla="*/ 801767 h 914263"/>
                <a:gd name="connsiteX1104" fmla="*/ 461270 w 1258521"/>
                <a:gd name="connsiteY1104" fmla="*/ 805097 h 914263"/>
                <a:gd name="connsiteX1105" fmla="*/ 462212 w 1258521"/>
                <a:gd name="connsiteY1105" fmla="*/ 809672 h 914263"/>
                <a:gd name="connsiteX1106" fmla="*/ 464164 w 1258521"/>
                <a:gd name="connsiteY1106" fmla="*/ 810110 h 914263"/>
                <a:gd name="connsiteX1107" fmla="*/ 466924 w 1258521"/>
                <a:gd name="connsiteY1107" fmla="*/ 810110 h 914263"/>
                <a:gd name="connsiteX1108" fmla="*/ 469178 w 1258521"/>
                <a:gd name="connsiteY1108" fmla="*/ 809403 h 914263"/>
                <a:gd name="connsiteX1109" fmla="*/ 470053 w 1258521"/>
                <a:gd name="connsiteY1109" fmla="*/ 810211 h 914263"/>
                <a:gd name="connsiteX1110" fmla="*/ 473082 w 1258521"/>
                <a:gd name="connsiteY1110" fmla="*/ 815694 h 914263"/>
                <a:gd name="connsiteX1111" fmla="*/ 473890 w 1258521"/>
                <a:gd name="connsiteY1111" fmla="*/ 817645 h 914263"/>
                <a:gd name="connsiteX1112" fmla="*/ 475135 w 1258521"/>
                <a:gd name="connsiteY1112" fmla="*/ 819596 h 914263"/>
                <a:gd name="connsiteX1113" fmla="*/ 475842 w 1258521"/>
                <a:gd name="connsiteY1113" fmla="*/ 820908 h 914263"/>
                <a:gd name="connsiteX1114" fmla="*/ 476852 w 1258521"/>
                <a:gd name="connsiteY1114" fmla="*/ 820908 h 914263"/>
                <a:gd name="connsiteX1115" fmla="*/ 478938 w 1258521"/>
                <a:gd name="connsiteY1115" fmla="*/ 820471 h 914263"/>
                <a:gd name="connsiteX1116" fmla="*/ 480453 w 1258521"/>
                <a:gd name="connsiteY1116" fmla="*/ 820403 h 914263"/>
                <a:gd name="connsiteX1117" fmla="*/ 482977 w 1258521"/>
                <a:gd name="connsiteY1117" fmla="*/ 820908 h 914263"/>
                <a:gd name="connsiteX1118" fmla="*/ 485366 w 1258521"/>
                <a:gd name="connsiteY1118" fmla="*/ 821547 h 914263"/>
                <a:gd name="connsiteX1119" fmla="*/ 486814 w 1258521"/>
                <a:gd name="connsiteY1119" fmla="*/ 822119 h 914263"/>
                <a:gd name="connsiteX1120" fmla="*/ 488564 w 1258521"/>
                <a:gd name="connsiteY1120" fmla="*/ 822926 h 914263"/>
                <a:gd name="connsiteX1121" fmla="*/ 490886 w 1258521"/>
                <a:gd name="connsiteY1121" fmla="*/ 823666 h 914263"/>
                <a:gd name="connsiteX1122" fmla="*/ 492400 w 1258521"/>
                <a:gd name="connsiteY1122" fmla="*/ 823666 h 914263"/>
                <a:gd name="connsiteX1123" fmla="*/ 493780 w 1258521"/>
                <a:gd name="connsiteY1123" fmla="*/ 824743 h 914263"/>
                <a:gd name="connsiteX1124" fmla="*/ 495530 w 1258521"/>
                <a:gd name="connsiteY1124" fmla="*/ 826761 h 914263"/>
                <a:gd name="connsiteX1125" fmla="*/ 496169 w 1258521"/>
                <a:gd name="connsiteY1125" fmla="*/ 828948 h 914263"/>
                <a:gd name="connsiteX1126" fmla="*/ 497415 w 1258521"/>
                <a:gd name="connsiteY1126" fmla="*/ 831774 h 914263"/>
                <a:gd name="connsiteX1127" fmla="*/ 498492 w 1258521"/>
                <a:gd name="connsiteY1127" fmla="*/ 833590 h 914263"/>
                <a:gd name="connsiteX1128" fmla="*/ 500948 w 1258521"/>
                <a:gd name="connsiteY1128" fmla="*/ 836550 h 914263"/>
                <a:gd name="connsiteX1129" fmla="*/ 502194 w 1258521"/>
                <a:gd name="connsiteY1129" fmla="*/ 838501 h 914263"/>
                <a:gd name="connsiteX1130" fmla="*/ 502194 w 1258521"/>
                <a:gd name="connsiteY1130" fmla="*/ 842908 h 914263"/>
                <a:gd name="connsiteX1131" fmla="*/ 502631 w 1258521"/>
                <a:gd name="connsiteY1131" fmla="*/ 847248 h 914263"/>
                <a:gd name="connsiteX1132" fmla="*/ 502059 w 1258521"/>
                <a:gd name="connsiteY1132" fmla="*/ 848560 h 914263"/>
                <a:gd name="connsiteX1133" fmla="*/ 501756 w 1258521"/>
                <a:gd name="connsiteY1133" fmla="*/ 851688 h 914263"/>
                <a:gd name="connsiteX1134" fmla="*/ 499434 w 1258521"/>
                <a:gd name="connsiteY1134" fmla="*/ 852698 h 914263"/>
                <a:gd name="connsiteX1135" fmla="*/ 497549 w 1258521"/>
                <a:gd name="connsiteY1135" fmla="*/ 853269 h 914263"/>
                <a:gd name="connsiteX1136" fmla="*/ 496876 w 1258521"/>
                <a:gd name="connsiteY1136" fmla="*/ 855086 h 914263"/>
                <a:gd name="connsiteX1137" fmla="*/ 496035 w 1258521"/>
                <a:gd name="connsiteY1137" fmla="*/ 857037 h 914263"/>
                <a:gd name="connsiteX1138" fmla="*/ 496035 w 1258521"/>
                <a:gd name="connsiteY1138" fmla="*/ 859123 h 914263"/>
                <a:gd name="connsiteX1139" fmla="*/ 496775 w 1258521"/>
                <a:gd name="connsiteY1139" fmla="*/ 860435 h 914263"/>
                <a:gd name="connsiteX1140" fmla="*/ 498525 w 1258521"/>
                <a:gd name="connsiteY1140" fmla="*/ 863563 h 914263"/>
                <a:gd name="connsiteX1141" fmla="*/ 499165 w 1258521"/>
                <a:gd name="connsiteY1141" fmla="*/ 864572 h 914263"/>
                <a:gd name="connsiteX1142" fmla="*/ 499535 w 1258521"/>
                <a:gd name="connsiteY1142" fmla="*/ 867028 h 914263"/>
                <a:gd name="connsiteX1143" fmla="*/ 500410 w 1258521"/>
                <a:gd name="connsiteY1143" fmla="*/ 869046 h 914263"/>
                <a:gd name="connsiteX1144" fmla="*/ 501790 w 1258521"/>
                <a:gd name="connsiteY1144" fmla="*/ 872377 h 914263"/>
                <a:gd name="connsiteX1145" fmla="*/ 502093 w 1258521"/>
                <a:gd name="connsiteY1145" fmla="*/ 873890 h 914263"/>
                <a:gd name="connsiteX1146" fmla="*/ 502665 w 1258521"/>
                <a:gd name="connsiteY1146" fmla="*/ 876918 h 914263"/>
                <a:gd name="connsiteX1147" fmla="*/ 504415 w 1258521"/>
                <a:gd name="connsiteY1147" fmla="*/ 879306 h 914263"/>
                <a:gd name="connsiteX1148" fmla="*/ 505559 w 1258521"/>
                <a:gd name="connsiteY1148" fmla="*/ 880114 h 914263"/>
                <a:gd name="connsiteX1149" fmla="*/ 508319 w 1258521"/>
                <a:gd name="connsiteY1149" fmla="*/ 882065 h 914263"/>
                <a:gd name="connsiteX1150" fmla="*/ 510641 w 1258521"/>
                <a:gd name="connsiteY1150" fmla="*/ 882570 h 914263"/>
                <a:gd name="connsiteX1151" fmla="*/ 512593 w 1258521"/>
                <a:gd name="connsiteY1151" fmla="*/ 882570 h 914263"/>
                <a:gd name="connsiteX1152" fmla="*/ 514107 w 1258521"/>
                <a:gd name="connsiteY1152" fmla="*/ 882570 h 914263"/>
                <a:gd name="connsiteX1153" fmla="*/ 516564 w 1258521"/>
                <a:gd name="connsiteY1153" fmla="*/ 881258 h 914263"/>
                <a:gd name="connsiteX1154" fmla="*/ 517204 w 1258521"/>
                <a:gd name="connsiteY1154" fmla="*/ 880686 h 914263"/>
                <a:gd name="connsiteX1155" fmla="*/ 518146 w 1258521"/>
                <a:gd name="connsiteY1155" fmla="*/ 879878 h 914263"/>
                <a:gd name="connsiteX1156" fmla="*/ 518954 w 1258521"/>
                <a:gd name="connsiteY1156" fmla="*/ 879441 h 914263"/>
                <a:gd name="connsiteX1157" fmla="*/ 519896 w 1258521"/>
                <a:gd name="connsiteY1157" fmla="*/ 879508 h 914263"/>
                <a:gd name="connsiteX1158" fmla="*/ 521814 w 1258521"/>
                <a:gd name="connsiteY1158" fmla="*/ 879744 h 914263"/>
                <a:gd name="connsiteX1159" fmla="*/ 522151 w 1258521"/>
                <a:gd name="connsiteY1159" fmla="*/ 880988 h 914263"/>
                <a:gd name="connsiteX1160" fmla="*/ 522151 w 1258521"/>
                <a:gd name="connsiteY1160" fmla="*/ 881729 h 914263"/>
                <a:gd name="connsiteX1161" fmla="*/ 523901 w 1258521"/>
                <a:gd name="connsiteY1161" fmla="*/ 883545 h 914263"/>
                <a:gd name="connsiteX1162" fmla="*/ 523901 w 1258521"/>
                <a:gd name="connsiteY1162" fmla="*/ 883478 h 914263"/>
                <a:gd name="connsiteX1163" fmla="*/ 524776 w 1258521"/>
                <a:gd name="connsiteY1163" fmla="*/ 885361 h 914263"/>
                <a:gd name="connsiteX1164" fmla="*/ 526290 w 1258521"/>
                <a:gd name="connsiteY1164" fmla="*/ 885933 h 914263"/>
                <a:gd name="connsiteX1165" fmla="*/ 528478 w 1258521"/>
                <a:gd name="connsiteY1165" fmla="*/ 887380 h 914263"/>
                <a:gd name="connsiteX1166" fmla="*/ 529488 w 1258521"/>
                <a:gd name="connsiteY1166" fmla="*/ 888961 h 914263"/>
                <a:gd name="connsiteX1167" fmla="*/ 530295 w 1258521"/>
                <a:gd name="connsiteY1167" fmla="*/ 891551 h 914263"/>
                <a:gd name="connsiteX1168" fmla="*/ 530295 w 1258521"/>
                <a:gd name="connsiteY1168" fmla="*/ 892998 h 914263"/>
                <a:gd name="connsiteX1169" fmla="*/ 530935 w 1258521"/>
                <a:gd name="connsiteY1169" fmla="*/ 894142 h 914263"/>
                <a:gd name="connsiteX1170" fmla="*/ 531877 w 1258521"/>
                <a:gd name="connsiteY1170" fmla="*/ 894848 h 914263"/>
                <a:gd name="connsiteX1171" fmla="*/ 533762 w 1258521"/>
                <a:gd name="connsiteY1171" fmla="*/ 894848 h 914263"/>
                <a:gd name="connsiteX1172" fmla="*/ 535209 w 1258521"/>
                <a:gd name="connsiteY1172" fmla="*/ 893704 h 914263"/>
                <a:gd name="connsiteX1173" fmla="*/ 536017 w 1258521"/>
                <a:gd name="connsiteY1173" fmla="*/ 892190 h 914263"/>
                <a:gd name="connsiteX1174" fmla="*/ 536891 w 1258521"/>
                <a:gd name="connsiteY1174" fmla="*/ 891248 h 914263"/>
                <a:gd name="connsiteX1175" fmla="*/ 538709 w 1258521"/>
                <a:gd name="connsiteY1175" fmla="*/ 891248 h 914263"/>
                <a:gd name="connsiteX1176" fmla="*/ 540526 w 1258521"/>
                <a:gd name="connsiteY1176" fmla="*/ 890946 h 914263"/>
                <a:gd name="connsiteX1177" fmla="*/ 541771 w 1258521"/>
                <a:gd name="connsiteY1177" fmla="*/ 891013 h 914263"/>
                <a:gd name="connsiteX1178" fmla="*/ 542916 w 1258521"/>
                <a:gd name="connsiteY1178" fmla="*/ 892022 h 914263"/>
                <a:gd name="connsiteX1179" fmla="*/ 544733 w 1258521"/>
                <a:gd name="connsiteY1179" fmla="*/ 892157 h 914263"/>
                <a:gd name="connsiteX1180" fmla="*/ 546416 w 1258521"/>
                <a:gd name="connsiteY1180" fmla="*/ 890206 h 914263"/>
                <a:gd name="connsiteX1181" fmla="*/ 547560 w 1258521"/>
                <a:gd name="connsiteY1181" fmla="*/ 890273 h 914263"/>
                <a:gd name="connsiteX1182" fmla="*/ 551329 w 1258521"/>
                <a:gd name="connsiteY1182" fmla="*/ 892157 h 914263"/>
                <a:gd name="connsiteX1183" fmla="*/ 553719 w 1258521"/>
                <a:gd name="connsiteY1183" fmla="*/ 893973 h 914263"/>
                <a:gd name="connsiteX1184" fmla="*/ 555974 w 1258521"/>
                <a:gd name="connsiteY1184" fmla="*/ 896429 h 914263"/>
                <a:gd name="connsiteX1185" fmla="*/ 561998 w 1258521"/>
                <a:gd name="connsiteY1185" fmla="*/ 899456 h 914263"/>
                <a:gd name="connsiteX1186" fmla="*/ 565262 w 1258521"/>
                <a:gd name="connsiteY1186" fmla="*/ 901038 h 914263"/>
                <a:gd name="connsiteX1187" fmla="*/ 566205 w 1258521"/>
                <a:gd name="connsiteY1187" fmla="*/ 902551 h 914263"/>
                <a:gd name="connsiteX1188" fmla="*/ 565700 w 1258521"/>
                <a:gd name="connsiteY1188" fmla="*/ 906454 h 914263"/>
                <a:gd name="connsiteX1189" fmla="*/ 565700 w 1258521"/>
                <a:gd name="connsiteY1189" fmla="*/ 907698 h 914263"/>
                <a:gd name="connsiteX1190" fmla="*/ 566205 w 1258521"/>
                <a:gd name="connsiteY1190" fmla="*/ 909010 h 914263"/>
                <a:gd name="connsiteX1191" fmla="*/ 567450 w 1258521"/>
                <a:gd name="connsiteY1191" fmla="*/ 910591 h 914263"/>
                <a:gd name="connsiteX1192" fmla="*/ 569503 w 1258521"/>
                <a:gd name="connsiteY1192" fmla="*/ 913417 h 914263"/>
                <a:gd name="connsiteX1193" fmla="*/ 571118 w 1258521"/>
                <a:gd name="connsiteY1193" fmla="*/ 913787 h 914263"/>
                <a:gd name="connsiteX1194" fmla="*/ 573508 w 1258521"/>
                <a:gd name="connsiteY1194" fmla="*/ 913787 h 914263"/>
                <a:gd name="connsiteX1195" fmla="*/ 578455 w 1258521"/>
                <a:gd name="connsiteY1195" fmla="*/ 914224 h 914263"/>
                <a:gd name="connsiteX1196" fmla="*/ 579263 w 1258521"/>
                <a:gd name="connsiteY1196" fmla="*/ 912710 h 914263"/>
                <a:gd name="connsiteX1197" fmla="*/ 579263 w 1258521"/>
                <a:gd name="connsiteY1197" fmla="*/ 910322 h 914263"/>
                <a:gd name="connsiteX1198" fmla="*/ 578993 w 1258521"/>
                <a:gd name="connsiteY1198" fmla="*/ 907295 h 914263"/>
                <a:gd name="connsiteX1199" fmla="*/ 578219 w 1258521"/>
                <a:gd name="connsiteY1199" fmla="*/ 905007 h 914263"/>
                <a:gd name="connsiteX1200" fmla="*/ 577614 w 1258521"/>
                <a:gd name="connsiteY1200" fmla="*/ 903762 h 914263"/>
                <a:gd name="connsiteX1201" fmla="*/ 577008 w 1258521"/>
                <a:gd name="connsiteY1201" fmla="*/ 901576 h 914263"/>
                <a:gd name="connsiteX1202" fmla="*/ 576200 w 1258521"/>
                <a:gd name="connsiteY1202" fmla="*/ 899086 h 914263"/>
                <a:gd name="connsiteX1203" fmla="*/ 575157 w 1258521"/>
                <a:gd name="connsiteY1203" fmla="*/ 897438 h 914263"/>
                <a:gd name="connsiteX1204" fmla="*/ 573205 w 1258521"/>
                <a:gd name="connsiteY1204" fmla="*/ 894242 h 914263"/>
                <a:gd name="connsiteX1205" fmla="*/ 571791 w 1258521"/>
                <a:gd name="connsiteY1205" fmla="*/ 892190 h 914263"/>
                <a:gd name="connsiteX1206" fmla="*/ 570479 w 1258521"/>
                <a:gd name="connsiteY1206" fmla="*/ 890710 h 914263"/>
                <a:gd name="connsiteX1207" fmla="*/ 569133 w 1258521"/>
                <a:gd name="connsiteY1207" fmla="*/ 888927 h 914263"/>
                <a:gd name="connsiteX1208" fmla="*/ 567988 w 1258521"/>
                <a:gd name="connsiteY1208" fmla="*/ 885664 h 914263"/>
                <a:gd name="connsiteX1209" fmla="*/ 568089 w 1258521"/>
                <a:gd name="connsiteY1209" fmla="*/ 884520 h 914263"/>
                <a:gd name="connsiteX1210" fmla="*/ 569570 w 1258521"/>
                <a:gd name="connsiteY1210" fmla="*/ 881796 h 914263"/>
                <a:gd name="connsiteX1211" fmla="*/ 571488 w 1258521"/>
                <a:gd name="connsiteY1211" fmla="*/ 879845 h 914263"/>
                <a:gd name="connsiteX1212" fmla="*/ 574046 w 1258521"/>
                <a:gd name="connsiteY1212" fmla="*/ 877187 h 914263"/>
                <a:gd name="connsiteX1213" fmla="*/ 576368 w 1258521"/>
                <a:gd name="connsiteY1213" fmla="*/ 875505 h 914263"/>
                <a:gd name="connsiteX1214" fmla="*/ 579633 w 1258521"/>
                <a:gd name="connsiteY1214" fmla="*/ 874597 h 914263"/>
                <a:gd name="connsiteX1215" fmla="*/ 581417 w 1258521"/>
                <a:gd name="connsiteY1215" fmla="*/ 874429 h 914263"/>
                <a:gd name="connsiteX1216" fmla="*/ 583200 w 1258521"/>
                <a:gd name="connsiteY1216" fmla="*/ 874698 h 914263"/>
                <a:gd name="connsiteX1217" fmla="*/ 586397 w 1258521"/>
                <a:gd name="connsiteY1217" fmla="*/ 876615 h 914263"/>
                <a:gd name="connsiteX1218" fmla="*/ 587878 w 1258521"/>
                <a:gd name="connsiteY1218" fmla="*/ 878196 h 914263"/>
                <a:gd name="connsiteX1219" fmla="*/ 590638 w 1258521"/>
                <a:gd name="connsiteY1219" fmla="*/ 881190 h 914263"/>
                <a:gd name="connsiteX1220" fmla="*/ 595518 w 1258521"/>
                <a:gd name="connsiteY1220" fmla="*/ 885361 h 914263"/>
                <a:gd name="connsiteX1221" fmla="*/ 597470 w 1258521"/>
                <a:gd name="connsiteY1221" fmla="*/ 888524 h 914263"/>
                <a:gd name="connsiteX1222" fmla="*/ 600027 w 1258521"/>
                <a:gd name="connsiteY1222" fmla="*/ 893301 h 914263"/>
                <a:gd name="connsiteX1223" fmla="*/ 603292 w 1258521"/>
                <a:gd name="connsiteY1223" fmla="*/ 896025 h 914263"/>
                <a:gd name="connsiteX1224" fmla="*/ 608307 w 1258521"/>
                <a:gd name="connsiteY1224" fmla="*/ 896732 h 914263"/>
                <a:gd name="connsiteX1225" fmla="*/ 610057 w 1258521"/>
                <a:gd name="connsiteY1225" fmla="*/ 897976 h 914263"/>
                <a:gd name="connsiteX1226" fmla="*/ 612783 w 1258521"/>
                <a:gd name="connsiteY1226" fmla="*/ 898347 h 914263"/>
                <a:gd name="connsiteX1227" fmla="*/ 615711 w 1258521"/>
                <a:gd name="connsiteY1227" fmla="*/ 900970 h 914263"/>
                <a:gd name="connsiteX1228" fmla="*/ 618167 w 1258521"/>
                <a:gd name="connsiteY1228" fmla="*/ 902551 h 914263"/>
                <a:gd name="connsiteX1229" fmla="*/ 620490 w 1258521"/>
                <a:gd name="connsiteY1229" fmla="*/ 904502 h 914263"/>
                <a:gd name="connsiteX1230" fmla="*/ 622778 w 1258521"/>
                <a:gd name="connsiteY1230" fmla="*/ 905579 h 914263"/>
                <a:gd name="connsiteX1231" fmla="*/ 627490 w 1258521"/>
                <a:gd name="connsiteY1231" fmla="*/ 907328 h 914263"/>
                <a:gd name="connsiteX1232" fmla="*/ 630384 w 1258521"/>
                <a:gd name="connsiteY1232" fmla="*/ 905108 h 914263"/>
                <a:gd name="connsiteX1233" fmla="*/ 632168 w 1258521"/>
                <a:gd name="connsiteY1233" fmla="*/ 902518 h 914263"/>
                <a:gd name="connsiteX1234" fmla="*/ 630249 w 1258521"/>
                <a:gd name="connsiteY1234" fmla="*/ 898178 h 914263"/>
                <a:gd name="connsiteX1235" fmla="*/ 626917 w 1258521"/>
                <a:gd name="connsiteY1235" fmla="*/ 895252 h 914263"/>
                <a:gd name="connsiteX1236" fmla="*/ 623788 w 1258521"/>
                <a:gd name="connsiteY1236" fmla="*/ 892493 h 914263"/>
                <a:gd name="connsiteX1237" fmla="*/ 623586 w 1258521"/>
                <a:gd name="connsiteY1237" fmla="*/ 889600 h 914263"/>
                <a:gd name="connsiteX1238" fmla="*/ 624158 w 1258521"/>
                <a:gd name="connsiteY1238" fmla="*/ 887144 h 914263"/>
                <a:gd name="connsiteX1239" fmla="*/ 627624 w 1258521"/>
                <a:gd name="connsiteY1239" fmla="*/ 883881 h 914263"/>
                <a:gd name="connsiteX1240" fmla="*/ 628264 w 1258521"/>
                <a:gd name="connsiteY1240" fmla="*/ 882199 h 914263"/>
                <a:gd name="connsiteX1241" fmla="*/ 627523 w 1258521"/>
                <a:gd name="connsiteY1241" fmla="*/ 878735 h 914263"/>
                <a:gd name="connsiteX1242" fmla="*/ 624999 w 1258521"/>
                <a:gd name="connsiteY1242" fmla="*/ 875404 h 914263"/>
                <a:gd name="connsiteX1243" fmla="*/ 624696 w 1258521"/>
                <a:gd name="connsiteY1243" fmla="*/ 872713 h 914263"/>
                <a:gd name="connsiteX1244" fmla="*/ 628163 w 1258521"/>
                <a:gd name="connsiteY1244" fmla="*/ 868508 h 914263"/>
                <a:gd name="connsiteX1245" fmla="*/ 629240 w 1258521"/>
                <a:gd name="connsiteY1245" fmla="*/ 865918 h 914263"/>
                <a:gd name="connsiteX1246" fmla="*/ 633581 w 1258521"/>
                <a:gd name="connsiteY1246" fmla="*/ 867364 h 914263"/>
                <a:gd name="connsiteX1247" fmla="*/ 637990 w 1258521"/>
                <a:gd name="connsiteY1247" fmla="*/ 869046 h 914263"/>
                <a:gd name="connsiteX1248" fmla="*/ 641894 w 1258521"/>
                <a:gd name="connsiteY1248" fmla="*/ 870493 h 914263"/>
                <a:gd name="connsiteX1249" fmla="*/ 645798 w 1258521"/>
                <a:gd name="connsiteY1249" fmla="*/ 869753 h 914263"/>
                <a:gd name="connsiteX1250" fmla="*/ 646875 w 1258521"/>
                <a:gd name="connsiteY1250" fmla="*/ 867499 h 914263"/>
                <a:gd name="connsiteX1251" fmla="*/ 648759 w 1258521"/>
                <a:gd name="connsiteY1251" fmla="*/ 865245 h 914263"/>
                <a:gd name="connsiteX1252" fmla="*/ 650005 w 1258521"/>
                <a:gd name="connsiteY1252" fmla="*/ 864169 h 914263"/>
                <a:gd name="connsiteX1253" fmla="*/ 652899 w 1258521"/>
                <a:gd name="connsiteY1253" fmla="*/ 864370 h 914263"/>
                <a:gd name="connsiteX1254" fmla="*/ 654043 w 1258521"/>
                <a:gd name="connsiteY1254" fmla="*/ 865447 h 914263"/>
                <a:gd name="connsiteX1255" fmla="*/ 657947 w 1258521"/>
                <a:gd name="connsiteY1255" fmla="*/ 867331 h 914263"/>
                <a:gd name="connsiteX1256" fmla="*/ 660202 w 1258521"/>
                <a:gd name="connsiteY1256" fmla="*/ 869719 h 914263"/>
                <a:gd name="connsiteX1257" fmla="*/ 664039 w 1258521"/>
                <a:gd name="connsiteY1257" fmla="*/ 871300 h 914263"/>
                <a:gd name="connsiteX1258" fmla="*/ 670500 w 1258521"/>
                <a:gd name="connsiteY1258" fmla="*/ 871065 h 914263"/>
                <a:gd name="connsiteX1259" fmla="*/ 670870 w 1258521"/>
                <a:gd name="connsiteY1259" fmla="*/ 868979 h 914263"/>
                <a:gd name="connsiteX1260" fmla="*/ 670366 w 1258521"/>
                <a:gd name="connsiteY1260" fmla="*/ 865144 h 914263"/>
                <a:gd name="connsiteX1261" fmla="*/ 672015 w 1258521"/>
                <a:gd name="connsiteY1261" fmla="*/ 863395 h 914263"/>
                <a:gd name="connsiteX1262" fmla="*/ 673260 w 1258521"/>
                <a:gd name="connsiteY1262" fmla="*/ 863260 h 914263"/>
                <a:gd name="connsiteX1263" fmla="*/ 675515 w 1258521"/>
                <a:gd name="connsiteY1263" fmla="*/ 865447 h 914263"/>
                <a:gd name="connsiteX1264" fmla="*/ 676760 w 1258521"/>
                <a:gd name="connsiteY1264" fmla="*/ 866019 h 914263"/>
                <a:gd name="connsiteX1265" fmla="*/ 679520 w 1258521"/>
                <a:gd name="connsiteY1265" fmla="*/ 862621 h 914263"/>
                <a:gd name="connsiteX1266" fmla="*/ 680327 w 1258521"/>
                <a:gd name="connsiteY1266" fmla="*/ 859493 h 914263"/>
                <a:gd name="connsiteX1267" fmla="*/ 680327 w 1258521"/>
                <a:gd name="connsiteY1267" fmla="*/ 855590 h 914263"/>
                <a:gd name="connsiteX1268" fmla="*/ 681202 w 1258521"/>
                <a:gd name="connsiteY1268" fmla="*/ 853572 h 914263"/>
                <a:gd name="connsiteX1269" fmla="*/ 682784 w 1258521"/>
                <a:gd name="connsiteY1269" fmla="*/ 850107 h 914263"/>
                <a:gd name="connsiteX1270" fmla="*/ 684803 w 1258521"/>
                <a:gd name="connsiteY1270" fmla="*/ 848089 h 914263"/>
                <a:gd name="connsiteX1271" fmla="*/ 688270 w 1258521"/>
                <a:gd name="connsiteY1271" fmla="*/ 845196 h 914263"/>
                <a:gd name="connsiteX1272" fmla="*/ 691736 w 1258521"/>
                <a:gd name="connsiteY1272" fmla="*/ 842437 h 914263"/>
                <a:gd name="connsiteX1273" fmla="*/ 693486 w 1258521"/>
                <a:gd name="connsiteY1273" fmla="*/ 841428 h 914263"/>
                <a:gd name="connsiteX1274" fmla="*/ 694294 w 1258521"/>
                <a:gd name="connsiteY1274" fmla="*/ 838670 h 914263"/>
                <a:gd name="connsiteX1275" fmla="*/ 692779 w 1258521"/>
                <a:gd name="connsiteY1275" fmla="*/ 836281 h 914263"/>
                <a:gd name="connsiteX1276" fmla="*/ 692712 w 1258521"/>
                <a:gd name="connsiteY1276" fmla="*/ 835474 h 914263"/>
                <a:gd name="connsiteX1277" fmla="*/ 693856 w 1258521"/>
                <a:gd name="connsiteY1277" fmla="*/ 834330 h 914263"/>
                <a:gd name="connsiteX1278" fmla="*/ 694294 w 1258521"/>
                <a:gd name="connsiteY1278" fmla="*/ 833691 h 914263"/>
                <a:gd name="connsiteX1279" fmla="*/ 693991 w 1258521"/>
                <a:gd name="connsiteY1279" fmla="*/ 831370 h 914263"/>
                <a:gd name="connsiteX1280" fmla="*/ 691299 w 1258521"/>
                <a:gd name="connsiteY1280" fmla="*/ 828241 h 914263"/>
                <a:gd name="connsiteX1281" fmla="*/ 690289 w 1258521"/>
                <a:gd name="connsiteY1281" fmla="*/ 826997 h 914263"/>
                <a:gd name="connsiteX1282" fmla="*/ 689919 w 1258521"/>
                <a:gd name="connsiteY1282" fmla="*/ 823734 h 914263"/>
                <a:gd name="connsiteX1283" fmla="*/ 691232 w 1258521"/>
                <a:gd name="connsiteY1283" fmla="*/ 821850 h 914263"/>
                <a:gd name="connsiteX1284" fmla="*/ 693251 w 1258521"/>
                <a:gd name="connsiteY1284" fmla="*/ 819024 h 914263"/>
                <a:gd name="connsiteX1285" fmla="*/ 696381 w 1258521"/>
                <a:gd name="connsiteY1285" fmla="*/ 816770 h 914263"/>
                <a:gd name="connsiteX1286" fmla="*/ 698905 w 1258521"/>
                <a:gd name="connsiteY1286" fmla="*/ 815761 h 914263"/>
                <a:gd name="connsiteX1287" fmla="*/ 704323 w 1258521"/>
                <a:gd name="connsiteY1287" fmla="*/ 816770 h 914263"/>
                <a:gd name="connsiteX1288" fmla="*/ 706140 w 1258521"/>
                <a:gd name="connsiteY1288" fmla="*/ 817948 h 914263"/>
                <a:gd name="connsiteX1289" fmla="*/ 709842 w 1258521"/>
                <a:gd name="connsiteY1289" fmla="*/ 820538 h 914263"/>
                <a:gd name="connsiteX1290" fmla="*/ 712669 w 1258521"/>
                <a:gd name="connsiteY1290" fmla="*/ 822052 h 914263"/>
                <a:gd name="connsiteX1291" fmla="*/ 716371 w 1258521"/>
                <a:gd name="connsiteY1291" fmla="*/ 823935 h 914263"/>
                <a:gd name="connsiteX1292" fmla="*/ 720208 w 1258521"/>
                <a:gd name="connsiteY1292" fmla="*/ 824003 h 914263"/>
                <a:gd name="connsiteX1293" fmla="*/ 724785 w 1258521"/>
                <a:gd name="connsiteY1293" fmla="*/ 823498 h 914263"/>
                <a:gd name="connsiteX1294" fmla="*/ 728319 w 1258521"/>
                <a:gd name="connsiteY1294" fmla="*/ 821985 h 914263"/>
                <a:gd name="connsiteX1295" fmla="*/ 732021 w 1258521"/>
                <a:gd name="connsiteY1295" fmla="*/ 820942 h 914263"/>
                <a:gd name="connsiteX1296" fmla="*/ 727881 w 1258521"/>
                <a:gd name="connsiteY1296" fmla="*/ 816165 h 914263"/>
                <a:gd name="connsiteX1297" fmla="*/ 722766 w 1258521"/>
                <a:gd name="connsiteY1297" fmla="*/ 811724 h 914263"/>
                <a:gd name="connsiteX1298" fmla="*/ 718088 w 1258521"/>
                <a:gd name="connsiteY1298" fmla="*/ 806611 h 914263"/>
                <a:gd name="connsiteX1299" fmla="*/ 712939 w 1258521"/>
                <a:gd name="connsiteY1299" fmla="*/ 801868 h 914263"/>
                <a:gd name="connsiteX1300" fmla="*/ 709540 w 1258521"/>
                <a:gd name="connsiteY1300" fmla="*/ 798672 h 914263"/>
                <a:gd name="connsiteX1301" fmla="*/ 707453 w 1258521"/>
                <a:gd name="connsiteY1301" fmla="*/ 796923 h 914263"/>
                <a:gd name="connsiteX1302" fmla="*/ 702371 w 1258521"/>
                <a:gd name="connsiteY1302" fmla="*/ 792516 h 914263"/>
                <a:gd name="connsiteX1303" fmla="*/ 700621 w 1258521"/>
                <a:gd name="connsiteY1303" fmla="*/ 790431 h 914263"/>
                <a:gd name="connsiteX1304" fmla="*/ 699544 w 1258521"/>
                <a:gd name="connsiteY1304" fmla="*/ 788177 h 914263"/>
                <a:gd name="connsiteX1305" fmla="*/ 699342 w 1258521"/>
                <a:gd name="connsiteY1305" fmla="*/ 786293 h 914263"/>
                <a:gd name="connsiteX1306" fmla="*/ 700352 w 1258521"/>
                <a:gd name="connsiteY1306" fmla="*/ 784274 h 914263"/>
                <a:gd name="connsiteX1307" fmla="*/ 701159 w 1258521"/>
                <a:gd name="connsiteY1307" fmla="*/ 782189 h 914263"/>
                <a:gd name="connsiteX1308" fmla="*/ 701799 w 1258521"/>
                <a:gd name="connsiteY1308" fmla="*/ 779868 h 914263"/>
                <a:gd name="connsiteX1309" fmla="*/ 700487 w 1258521"/>
                <a:gd name="connsiteY1309" fmla="*/ 778287 h 914263"/>
                <a:gd name="connsiteX1310" fmla="*/ 698669 w 1258521"/>
                <a:gd name="connsiteY1310" fmla="*/ 774889 h 914263"/>
                <a:gd name="connsiteX1311" fmla="*/ 697592 w 1258521"/>
                <a:gd name="connsiteY1311" fmla="*/ 772063 h 914263"/>
                <a:gd name="connsiteX1312" fmla="*/ 697962 w 1258521"/>
                <a:gd name="connsiteY1312" fmla="*/ 770549 h 914263"/>
                <a:gd name="connsiteX1313" fmla="*/ 699039 w 1258521"/>
                <a:gd name="connsiteY1313" fmla="*/ 769036 h 914263"/>
                <a:gd name="connsiteX1314" fmla="*/ 700857 w 1258521"/>
                <a:gd name="connsiteY1314" fmla="*/ 767085 h 914263"/>
                <a:gd name="connsiteX1315" fmla="*/ 703549 w 1258521"/>
                <a:gd name="connsiteY1315" fmla="*/ 766445 h 914263"/>
                <a:gd name="connsiteX1316" fmla="*/ 707016 w 1258521"/>
                <a:gd name="connsiteY1316" fmla="*/ 766445 h 914263"/>
                <a:gd name="connsiteX1317" fmla="*/ 710145 w 1258521"/>
                <a:gd name="connsiteY1317" fmla="*/ 766311 h 914263"/>
                <a:gd name="connsiteX1318" fmla="*/ 712838 w 1258521"/>
                <a:gd name="connsiteY1318" fmla="*/ 765604 h 914263"/>
                <a:gd name="connsiteX1319" fmla="*/ 714722 w 1258521"/>
                <a:gd name="connsiteY1319" fmla="*/ 764158 h 914263"/>
                <a:gd name="connsiteX1320" fmla="*/ 715799 w 1258521"/>
                <a:gd name="connsiteY1320" fmla="*/ 762577 h 914263"/>
                <a:gd name="connsiteX1321" fmla="*/ 716943 w 1258521"/>
                <a:gd name="connsiteY1321" fmla="*/ 759818 h 914263"/>
                <a:gd name="connsiteX1322" fmla="*/ 717078 w 1258521"/>
                <a:gd name="connsiteY1322" fmla="*/ 757699 h 914263"/>
                <a:gd name="connsiteX1323" fmla="*/ 717011 w 1258521"/>
                <a:gd name="connsiteY1323" fmla="*/ 756253 h 914263"/>
                <a:gd name="connsiteX1324" fmla="*/ 714487 w 1258521"/>
                <a:gd name="connsiteY1324" fmla="*/ 754436 h 914263"/>
                <a:gd name="connsiteX1325" fmla="*/ 713915 w 1258521"/>
                <a:gd name="connsiteY1325" fmla="*/ 752249 h 914263"/>
                <a:gd name="connsiteX1326" fmla="*/ 713343 w 1258521"/>
                <a:gd name="connsiteY1326" fmla="*/ 750063 h 914263"/>
                <a:gd name="connsiteX1327" fmla="*/ 715530 w 1258521"/>
                <a:gd name="connsiteY1327" fmla="*/ 746161 h 914263"/>
                <a:gd name="connsiteX1328" fmla="*/ 722059 w 1258521"/>
                <a:gd name="connsiteY1328" fmla="*/ 742023 h 914263"/>
                <a:gd name="connsiteX1329" fmla="*/ 727915 w 1258521"/>
                <a:gd name="connsiteY1329" fmla="*/ 733546 h 914263"/>
                <a:gd name="connsiteX1330" fmla="*/ 735083 w 1258521"/>
                <a:gd name="connsiteY1330" fmla="*/ 727457 h 914263"/>
                <a:gd name="connsiteX1331" fmla="*/ 738987 w 1258521"/>
                <a:gd name="connsiteY1331" fmla="*/ 721166 h 914263"/>
                <a:gd name="connsiteX1332" fmla="*/ 740300 w 1258521"/>
                <a:gd name="connsiteY1332" fmla="*/ 720090 h 914263"/>
                <a:gd name="connsiteX1333" fmla="*/ 741377 w 1258521"/>
                <a:gd name="connsiteY1333" fmla="*/ 716625 h 914263"/>
                <a:gd name="connsiteX1334" fmla="*/ 740064 w 1258521"/>
                <a:gd name="connsiteY1334" fmla="*/ 715313 h 914263"/>
                <a:gd name="connsiteX1335" fmla="*/ 738112 w 1258521"/>
                <a:gd name="connsiteY1335" fmla="*/ 712925 h 914263"/>
                <a:gd name="connsiteX1336" fmla="*/ 732660 w 1258521"/>
                <a:gd name="connsiteY1336" fmla="*/ 713362 h 914263"/>
                <a:gd name="connsiteX1337" fmla="*/ 728083 w 1258521"/>
                <a:gd name="connsiteY1337" fmla="*/ 713564 h 914263"/>
                <a:gd name="connsiteX1338" fmla="*/ 718963 w 1258521"/>
                <a:gd name="connsiteY1338" fmla="*/ 712925 h 914263"/>
                <a:gd name="connsiteX1339" fmla="*/ 718525 w 1258521"/>
                <a:gd name="connsiteY1339" fmla="*/ 710335 h 914263"/>
                <a:gd name="connsiteX1340" fmla="*/ 718963 w 1258521"/>
                <a:gd name="connsiteY1340" fmla="*/ 706634 h 914263"/>
                <a:gd name="connsiteX1341" fmla="*/ 719602 w 1258521"/>
                <a:gd name="connsiteY1341" fmla="*/ 702934 h 914263"/>
                <a:gd name="connsiteX1342" fmla="*/ 713073 w 1258521"/>
                <a:gd name="connsiteY1342" fmla="*/ 698796 h 914263"/>
                <a:gd name="connsiteX1343" fmla="*/ 711559 w 1258521"/>
                <a:gd name="connsiteY1343" fmla="*/ 697484 h 914263"/>
                <a:gd name="connsiteX1344" fmla="*/ 711559 w 1258521"/>
                <a:gd name="connsiteY1344" fmla="*/ 694894 h 914263"/>
                <a:gd name="connsiteX1345" fmla="*/ 713746 w 1258521"/>
                <a:gd name="connsiteY1345" fmla="*/ 692506 h 914263"/>
                <a:gd name="connsiteX1346" fmla="*/ 715261 w 1258521"/>
                <a:gd name="connsiteY1346" fmla="*/ 689478 h 914263"/>
                <a:gd name="connsiteX1347" fmla="*/ 715698 w 1258521"/>
                <a:gd name="connsiteY1347" fmla="*/ 685778 h 914263"/>
                <a:gd name="connsiteX1348" fmla="*/ 715900 w 1258521"/>
                <a:gd name="connsiteY1348" fmla="*/ 682515 h 914263"/>
                <a:gd name="connsiteX1349" fmla="*/ 715025 w 1258521"/>
                <a:gd name="connsiteY1349" fmla="*/ 680126 h 914263"/>
                <a:gd name="connsiteX1350" fmla="*/ 715025 w 1258521"/>
                <a:gd name="connsiteY1350" fmla="*/ 677502 h 914263"/>
                <a:gd name="connsiteX1351" fmla="*/ 712838 w 1258521"/>
                <a:gd name="connsiteY1351" fmla="*/ 672490 h 914263"/>
                <a:gd name="connsiteX1352" fmla="*/ 712636 w 1258521"/>
                <a:gd name="connsiteY1352" fmla="*/ 671413 h 914263"/>
                <a:gd name="connsiteX1353" fmla="*/ 711559 w 1258521"/>
                <a:gd name="connsiteY1353" fmla="*/ 667948 h 914263"/>
                <a:gd name="connsiteX1354" fmla="*/ 711559 w 1258521"/>
                <a:gd name="connsiteY1354" fmla="*/ 667713 h 914263"/>
                <a:gd name="connsiteX1355" fmla="*/ 715025 w 1258521"/>
                <a:gd name="connsiteY1355" fmla="*/ 665527 h 914263"/>
                <a:gd name="connsiteX1356" fmla="*/ 718492 w 1258521"/>
                <a:gd name="connsiteY1356" fmla="*/ 664887 h 914263"/>
                <a:gd name="connsiteX1357" fmla="*/ 721083 w 1258521"/>
                <a:gd name="connsiteY1357" fmla="*/ 665325 h 914263"/>
                <a:gd name="connsiteX1358" fmla="*/ 725424 w 1258521"/>
                <a:gd name="connsiteY1358" fmla="*/ 665325 h 914263"/>
                <a:gd name="connsiteX1359" fmla="*/ 733670 w 1258521"/>
                <a:gd name="connsiteY1359" fmla="*/ 665224 h 914263"/>
                <a:gd name="connsiteX1360" fmla="*/ 736497 w 1258521"/>
                <a:gd name="connsiteY1360" fmla="*/ 664686 h 914263"/>
                <a:gd name="connsiteX1361" fmla="*/ 737574 w 1258521"/>
                <a:gd name="connsiteY1361" fmla="*/ 662734 h 914263"/>
                <a:gd name="connsiteX1362" fmla="*/ 737574 w 1258521"/>
                <a:gd name="connsiteY1362" fmla="*/ 660985 h 914263"/>
                <a:gd name="connsiteX1363" fmla="*/ 737574 w 1258521"/>
                <a:gd name="connsiteY1363" fmla="*/ 659236 h 914263"/>
                <a:gd name="connsiteX1364" fmla="*/ 737574 w 1258521"/>
                <a:gd name="connsiteY1364" fmla="*/ 657487 h 914263"/>
                <a:gd name="connsiteX1365" fmla="*/ 740502 w 1258521"/>
                <a:gd name="connsiteY1365" fmla="*/ 655098 h 914263"/>
                <a:gd name="connsiteX1366" fmla="*/ 746560 w 1258521"/>
                <a:gd name="connsiteY1366" fmla="*/ 655165 h 914263"/>
                <a:gd name="connsiteX1367" fmla="*/ 750632 w 1258521"/>
                <a:gd name="connsiteY1367" fmla="*/ 655165 h 914263"/>
                <a:gd name="connsiteX1368" fmla="*/ 752079 w 1258521"/>
                <a:gd name="connsiteY1368" fmla="*/ 655906 h 914263"/>
                <a:gd name="connsiteX1369" fmla="*/ 754401 w 1258521"/>
                <a:gd name="connsiteY1369" fmla="*/ 658361 h 914263"/>
                <a:gd name="connsiteX1370" fmla="*/ 754266 w 1258521"/>
                <a:gd name="connsiteY1370" fmla="*/ 661557 h 914263"/>
                <a:gd name="connsiteX1371" fmla="*/ 752079 w 1258521"/>
                <a:gd name="connsiteY1371" fmla="*/ 664585 h 914263"/>
                <a:gd name="connsiteX1372" fmla="*/ 752079 w 1258521"/>
                <a:gd name="connsiteY1372" fmla="*/ 666771 h 914263"/>
                <a:gd name="connsiteX1373" fmla="*/ 756723 w 1258521"/>
                <a:gd name="connsiteY1373" fmla="*/ 669227 h 914263"/>
                <a:gd name="connsiteX1374" fmla="*/ 759752 w 1258521"/>
                <a:gd name="connsiteY1374" fmla="*/ 668789 h 914263"/>
                <a:gd name="connsiteX1375" fmla="*/ 761502 w 1258521"/>
                <a:gd name="connsiteY1375" fmla="*/ 667209 h 914263"/>
                <a:gd name="connsiteX1376" fmla="*/ 765844 w 1258521"/>
                <a:gd name="connsiteY1376" fmla="*/ 665627 h 914263"/>
                <a:gd name="connsiteX1377" fmla="*/ 769748 w 1258521"/>
                <a:gd name="connsiteY1377" fmla="*/ 664450 h 914263"/>
                <a:gd name="connsiteX1378" fmla="*/ 771935 w 1258521"/>
                <a:gd name="connsiteY1378" fmla="*/ 662701 h 914263"/>
                <a:gd name="connsiteX1379" fmla="*/ 776714 w 1258521"/>
                <a:gd name="connsiteY1379" fmla="*/ 661826 h 914263"/>
                <a:gd name="connsiteX1380" fmla="*/ 783075 w 1258521"/>
                <a:gd name="connsiteY1380" fmla="*/ 661826 h 914263"/>
                <a:gd name="connsiteX1381" fmla="*/ 785834 w 1258521"/>
                <a:gd name="connsiteY1381" fmla="*/ 661725 h 914263"/>
                <a:gd name="connsiteX1382" fmla="*/ 788157 w 1258521"/>
                <a:gd name="connsiteY1382" fmla="*/ 661557 h 914263"/>
                <a:gd name="connsiteX1383" fmla="*/ 792498 w 1258521"/>
                <a:gd name="connsiteY1383" fmla="*/ 662263 h 914263"/>
                <a:gd name="connsiteX1384" fmla="*/ 794248 w 1258521"/>
                <a:gd name="connsiteY1384" fmla="*/ 664585 h 914263"/>
                <a:gd name="connsiteX1385" fmla="*/ 796705 w 1258521"/>
                <a:gd name="connsiteY1385" fmla="*/ 666166 h 914263"/>
                <a:gd name="connsiteX1386" fmla="*/ 796705 w 1258521"/>
                <a:gd name="connsiteY1386" fmla="*/ 669630 h 914263"/>
                <a:gd name="connsiteX1387" fmla="*/ 796705 w 1258521"/>
                <a:gd name="connsiteY1387" fmla="*/ 672961 h 914263"/>
                <a:gd name="connsiteX1388" fmla="*/ 801989 w 1258521"/>
                <a:gd name="connsiteY1388" fmla="*/ 672961 h 914263"/>
                <a:gd name="connsiteX1389" fmla="*/ 805253 w 1258521"/>
                <a:gd name="connsiteY1389" fmla="*/ 672961 h 914263"/>
                <a:gd name="connsiteX1390" fmla="*/ 806128 w 1258521"/>
                <a:gd name="connsiteY1390" fmla="*/ 675147 h 914263"/>
                <a:gd name="connsiteX1391" fmla="*/ 806835 w 1258521"/>
                <a:gd name="connsiteY1391" fmla="*/ 677738 h 914263"/>
                <a:gd name="connsiteX1392" fmla="*/ 808417 w 1258521"/>
                <a:gd name="connsiteY1392" fmla="*/ 678612 h 914263"/>
                <a:gd name="connsiteX1393" fmla="*/ 811479 w 1258521"/>
                <a:gd name="connsiteY1393" fmla="*/ 680934 h 914263"/>
                <a:gd name="connsiteX1394" fmla="*/ 815821 w 1258521"/>
                <a:gd name="connsiteY1394" fmla="*/ 680934 h 914263"/>
                <a:gd name="connsiteX1395" fmla="*/ 819287 w 1258521"/>
                <a:gd name="connsiteY1395" fmla="*/ 683860 h 914263"/>
                <a:gd name="connsiteX1396" fmla="*/ 823864 w 1258521"/>
                <a:gd name="connsiteY1396" fmla="*/ 688301 h 914263"/>
                <a:gd name="connsiteX1397" fmla="*/ 826052 w 1258521"/>
                <a:gd name="connsiteY1397" fmla="*/ 693952 h 914263"/>
                <a:gd name="connsiteX1398" fmla="*/ 828239 w 1258521"/>
                <a:gd name="connsiteY1398" fmla="*/ 697215 h 914263"/>
                <a:gd name="connsiteX1399" fmla="*/ 826927 w 1258521"/>
                <a:gd name="connsiteY1399" fmla="*/ 699839 h 914263"/>
                <a:gd name="connsiteX1400" fmla="*/ 823898 w 1258521"/>
                <a:gd name="connsiteY1400" fmla="*/ 702227 h 914263"/>
                <a:gd name="connsiteX1401" fmla="*/ 824975 w 1258521"/>
                <a:gd name="connsiteY1401" fmla="*/ 706567 h 914263"/>
                <a:gd name="connsiteX1402" fmla="*/ 827364 w 1258521"/>
                <a:gd name="connsiteY1402" fmla="*/ 709830 h 914263"/>
                <a:gd name="connsiteX1403" fmla="*/ 829989 w 1258521"/>
                <a:gd name="connsiteY1403" fmla="*/ 716356 h 914263"/>
                <a:gd name="connsiteX1404" fmla="*/ 835004 w 1258521"/>
                <a:gd name="connsiteY1404" fmla="*/ 721570 h 914263"/>
                <a:gd name="connsiteX1405" fmla="*/ 837393 w 1258521"/>
                <a:gd name="connsiteY1405" fmla="*/ 729610 h 914263"/>
                <a:gd name="connsiteX1406" fmla="*/ 836081 w 1258521"/>
                <a:gd name="connsiteY1406" fmla="*/ 737885 h 914263"/>
                <a:gd name="connsiteX1407" fmla="*/ 835004 w 1258521"/>
                <a:gd name="connsiteY1407" fmla="*/ 744950 h 914263"/>
                <a:gd name="connsiteX1408" fmla="*/ 838033 w 1258521"/>
                <a:gd name="connsiteY1408" fmla="*/ 751375 h 914263"/>
                <a:gd name="connsiteX1409" fmla="*/ 841297 w 1258521"/>
                <a:gd name="connsiteY1409" fmla="*/ 753763 h 914263"/>
                <a:gd name="connsiteX1410" fmla="*/ 843687 w 1258521"/>
                <a:gd name="connsiteY1410" fmla="*/ 758103 h 914263"/>
                <a:gd name="connsiteX1411" fmla="*/ 842812 w 1258521"/>
                <a:gd name="connsiteY1411" fmla="*/ 759852 h 914263"/>
                <a:gd name="connsiteX1412" fmla="*/ 842812 w 1258521"/>
                <a:gd name="connsiteY1412" fmla="*/ 762880 h 914263"/>
                <a:gd name="connsiteX1413" fmla="*/ 846514 w 1258521"/>
                <a:gd name="connsiteY1413" fmla="*/ 764629 h 914263"/>
                <a:gd name="connsiteX1414" fmla="*/ 849105 w 1258521"/>
                <a:gd name="connsiteY1414" fmla="*/ 766378 h 914263"/>
                <a:gd name="connsiteX1415" fmla="*/ 851057 w 1258521"/>
                <a:gd name="connsiteY1415" fmla="*/ 768329 h 914263"/>
                <a:gd name="connsiteX1416" fmla="*/ 854759 w 1258521"/>
                <a:gd name="connsiteY1416" fmla="*/ 770280 h 914263"/>
                <a:gd name="connsiteX1417" fmla="*/ 857350 w 1258521"/>
                <a:gd name="connsiteY1417" fmla="*/ 772030 h 914263"/>
                <a:gd name="connsiteX1418" fmla="*/ 861692 w 1258521"/>
                <a:gd name="connsiteY1418" fmla="*/ 773106 h 914263"/>
                <a:gd name="connsiteX1419" fmla="*/ 868860 w 1258521"/>
                <a:gd name="connsiteY1419" fmla="*/ 776134 h 914263"/>
                <a:gd name="connsiteX1420" fmla="*/ 872764 w 1258521"/>
                <a:gd name="connsiteY1420" fmla="*/ 779834 h 914263"/>
                <a:gd name="connsiteX1421" fmla="*/ 878856 w 1258521"/>
                <a:gd name="connsiteY1421" fmla="*/ 786125 h 914263"/>
                <a:gd name="connsiteX1422" fmla="*/ 879798 w 1258521"/>
                <a:gd name="connsiteY1422" fmla="*/ 791272 h 914263"/>
                <a:gd name="connsiteX1423" fmla="*/ 883870 w 1258521"/>
                <a:gd name="connsiteY1423" fmla="*/ 797226 h 914263"/>
                <a:gd name="connsiteX1424" fmla="*/ 887068 w 1258521"/>
                <a:gd name="connsiteY1424" fmla="*/ 799412 h 914263"/>
                <a:gd name="connsiteX1425" fmla="*/ 889019 w 1258521"/>
                <a:gd name="connsiteY1425" fmla="*/ 800926 h 914263"/>
                <a:gd name="connsiteX1426" fmla="*/ 889087 w 1258521"/>
                <a:gd name="connsiteY1426" fmla="*/ 803247 h 914263"/>
                <a:gd name="connsiteX1427" fmla="*/ 889087 w 1258521"/>
                <a:gd name="connsiteY1427" fmla="*/ 804761 h 914263"/>
                <a:gd name="connsiteX1428" fmla="*/ 890332 w 1258521"/>
                <a:gd name="connsiteY1428" fmla="*/ 806779 h 914263"/>
                <a:gd name="connsiteX1429" fmla="*/ 892217 w 1258521"/>
                <a:gd name="connsiteY1429" fmla="*/ 809807 h 914263"/>
                <a:gd name="connsiteX1430" fmla="*/ 895548 w 1258521"/>
                <a:gd name="connsiteY1430" fmla="*/ 813137 h 914263"/>
                <a:gd name="connsiteX1431" fmla="*/ 898813 w 1258521"/>
                <a:gd name="connsiteY1431" fmla="*/ 815223 h 914263"/>
                <a:gd name="connsiteX1432" fmla="*/ 901842 w 1258521"/>
                <a:gd name="connsiteY1432" fmla="*/ 816602 h 914263"/>
                <a:gd name="connsiteX1433" fmla="*/ 904972 w 1258521"/>
                <a:gd name="connsiteY1433" fmla="*/ 818486 h 914263"/>
                <a:gd name="connsiteX1434" fmla="*/ 907496 w 1258521"/>
                <a:gd name="connsiteY1434" fmla="*/ 821009 h 914263"/>
                <a:gd name="connsiteX1435" fmla="*/ 909246 w 1258521"/>
                <a:gd name="connsiteY1435" fmla="*/ 821009 h 914263"/>
                <a:gd name="connsiteX1436" fmla="*/ 910760 w 1258521"/>
                <a:gd name="connsiteY1436" fmla="*/ 818553 h 914263"/>
                <a:gd name="connsiteX1437" fmla="*/ 911703 w 1258521"/>
                <a:gd name="connsiteY1437" fmla="*/ 816669 h 914263"/>
                <a:gd name="connsiteX1438" fmla="*/ 912645 w 1258521"/>
                <a:gd name="connsiteY1438" fmla="*/ 814853 h 914263"/>
                <a:gd name="connsiteX1439" fmla="*/ 913789 w 1258521"/>
                <a:gd name="connsiteY1439" fmla="*/ 813911 h 914263"/>
                <a:gd name="connsiteX1440" fmla="*/ 915169 w 1258521"/>
                <a:gd name="connsiteY1440" fmla="*/ 814113 h 914263"/>
                <a:gd name="connsiteX1441" fmla="*/ 917626 w 1258521"/>
                <a:gd name="connsiteY1441" fmla="*/ 815997 h 914263"/>
                <a:gd name="connsiteX1442" fmla="*/ 918636 w 1258521"/>
                <a:gd name="connsiteY1442" fmla="*/ 816804 h 914263"/>
                <a:gd name="connsiteX1443" fmla="*/ 918636 w 1258521"/>
                <a:gd name="connsiteY1443" fmla="*/ 819125 h 914263"/>
                <a:gd name="connsiteX1444" fmla="*/ 919443 w 1258521"/>
                <a:gd name="connsiteY1444" fmla="*/ 821009 h 914263"/>
                <a:gd name="connsiteX1445" fmla="*/ 920318 w 1258521"/>
                <a:gd name="connsiteY1445" fmla="*/ 821883 h 914263"/>
                <a:gd name="connsiteX1446" fmla="*/ 921698 w 1258521"/>
                <a:gd name="connsiteY1446" fmla="*/ 824003 h 914263"/>
                <a:gd name="connsiteX1447" fmla="*/ 923381 w 1258521"/>
                <a:gd name="connsiteY1447" fmla="*/ 825517 h 914263"/>
                <a:gd name="connsiteX1448" fmla="*/ 924626 w 1258521"/>
                <a:gd name="connsiteY1448" fmla="*/ 826593 h 914263"/>
                <a:gd name="connsiteX1449" fmla="*/ 927150 w 1258521"/>
                <a:gd name="connsiteY1449" fmla="*/ 826593 h 914263"/>
                <a:gd name="connsiteX1450" fmla="*/ 927655 w 1258521"/>
                <a:gd name="connsiteY1450" fmla="*/ 825954 h 914263"/>
                <a:gd name="connsiteX1451" fmla="*/ 928092 w 1258521"/>
                <a:gd name="connsiteY1451" fmla="*/ 824642 h 914263"/>
                <a:gd name="connsiteX1452" fmla="*/ 929338 w 1258521"/>
                <a:gd name="connsiteY1452" fmla="*/ 823397 h 914263"/>
                <a:gd name="connsiteX1453" fmla="*/ 930650 w 1258521"/>
                <a:gd name="connsiteY1453" fmla="*/ 823767 h 914263"/>
                <a:gd name="connsiteX1454" fmla="*/ 932669 w 1258521"/>
                <a:gd name="connsiteY1454" fmla="*/ 824205 h 914263"/>
                <a:gd name="connsiteX1455" fmla="*/ 932972 w 1258521"/>
                <a:gd name="connsiteY1455" fmla="*/ 823195 h 914263"/>
                <a:gd name="connsiteX1456" fmla="*/ 933107 w 1258521"/>
                <a:gd name="connsiteY1456" fmla="*/ 822052 h 914263"/>
                <a:gd name="connsiteX1457" fmla="*/ 932366 w 1258521"/>
                <a:gd name="connsiteY1457" fmla="*/ 820033 h 914263"/>
                <a:gd name="connsiteX1458" fmla="*/ 932366 w 1258521"/>
                <a:gd name="connsiteY1458" fmla="*/ 815694 h 914263"/>
                <a:gd name="connsiteX1459" fmla="*/ 932366 w 1258521"/>
                <a:gd name="connsiteY1459" fmla="*/ 811354 h 914263"/>
                <a:gd name="connsiteX1460" fmla="*/ 933242 w 1258521"/>
                <a:gd name="connsiteY1460" fmla="*/ 807015 h 914263"/>
                <a:gd name="connsiteX1461" fmla="*/ 934992 w 1258521"/>
                <a:gd name="connsiteY1461" fmla="*/ 805871 h 914263"/>
                <a:gd name="connsiteX1462" fmla="*/ 940208 w 1258521"/>
                <a:gd name="connsiteY1462" fmla="*/ 805299 h 914263"/>
                <a:gd name="connsiteX1463" fmla="*/ 942968 w 1258521"/>
                <a:gd name="connsiteY1463" fmla="*/ 805434 h 914263"/>
                <a:gd name="connsiteX1464" fmla="*/ 944280 w 1258521"/>
                <a:gd name="connsiteY1464" fmla="*/ 803685 h 914263"/>
                <a:gd name="connsiteX1465" fmla="*/ 945424 w 1258521"/>
                <a:gd name="connsiteY1465" fmla="*/ 801801 h 914263"/>
                <a:gd name="connsiteX1466" fmla="*/ 947006 w 1258521"/>
                <a:gd name="connsiteY1466" fmla="*/ 798908 h 914263"/>
                <a:gd name="connsiteX1467" fmla="*/ 950035 w 1258521"/>
                <a:gd name="connsiteY1467" fmla="*/ 797596 h 914263"/>
                <a:gd name="connsiteX1468" fmla="*/ 952795 w 1258521"/>
                <a:gd name="connsiteY1468" fmla="*/ 797158 h 914263"/>
                <a:gd name="connsiteX1469" fmla="*/ 954377 w 1258521"/>
                <a:gd name="connsiteY1469" fmla="*/ 798302 h 914263"/>
                <a:gd name="connsiteX1470" fmla="*/ 951179 w 1258521"/>
                <a:gd name="connsiteY1470" fmla="*/ 801498 h 914263"/>
                <a:gd name="connsiteX1471" fmla="*/ 950607 w 1258521"/>
                <a:gd name="connsiteY1471" fmla="*/ 804088 h 914263"/>
                <a:gd name="connsiteX1472" fmla="*/ 956396 w 1258521"/>
                <a:gd name="connsiteY1472" fmla="*/ 808428 h 914263"/>
                <a:gd name="connsiteX1473" fmla="*/ 958281 w 1258521"/>
                <a:gd name="connsiteY1473" fmla="*/ 811455 h 914263"/>
                <a:gd name="connsiteX1474" fmla="*/ 958146 w 1258521"/>
                <a:gd name="connsiteY1474" fmla="*/ 818251 h 914263"/>
                <a:gd name="connsiteX1475" fmla="*/ 956564 w 1258521"/>
                <a:gd name="connsiteY1475" fmla="*/ 821715 h 914263"/>
                <a:gd name="connsiteX1476" fmla="*/ 955555 w 1258521"/>
                <a:gd name="connsiteY1476" fmla="*/ 825786 h 914263"/>
                <a:gd name="connsiteX1477" fmla="*/ 955555 w 1258521"/>
                <a:gd name="connsiteY1477" fmla="*/ 828107 h 914263"/>
                <a:gd name="connsiteX1478" fmla="*/ 958011 w 1258521"/>
                <a:gd name="connsiteY1478" fmla="*/ 831572 h 914263"/>
                <a:gd name="connsiteX1479" fmla="*/ 959761 w 1258521"/>
                <a:gd name="connsiteY1479" fmla="*/ 832884 h 914263"/>
                <a:gd name="connsiteX1480" fmla="*/ 963396 w 1258521"/>
                <a:gd name="connsiteY1480" fmla="*/ 834027 h 914263"/>
                <a:gd name="connsiteX1481" fmla="*/ 965987 w 1258521"/>
                <a:gd name="connsiteY1481" fmla="*/ 833018 h 914263"/>
                <a:gd name="connsiteX1482" fmla="*/ 967132 w 1258521"/>
                <a:gd name="connsiteY1482" fmla="*/ 829553 h 914263"/>
                <a:gd name="connsiteX1483" fmla="*/ 967132 w 1258521"/>
                <a:gd name="connsiteY1483" fmla="*/ 827804 h 914263"/>
                <a:gd name="connsiteX1484" fmla="*/ 968276 w 1258521"/>
                <a:gd name="connsiteY1484" fmla="*/ 826358 h 914263"/>
                <a:gd name="connsiteX1485" fmla="*/ 970161 w 1258521"/>
                <a:gd name="connsiteY1485" fmla="*/ 822724 h 914263"/>
                <a:gd name="connsiteX1486" fmla="*/ 972617 w 1258521"/>
                <a:gd name="connsiteY1486" fmla="*/ 820841 h 914263"/>
                <a:gd name="connsiteX1487" fmla="*/ 974637 w 1258521"/>
                <a:gd name="connsiteY1487" fmla="*/ 822590 h 914263"/>
                <a:gd name="connsiteX1488" fmla="*/ 980425 w 1258521"/>
                <a:gd name="connsiteY1488" fmla="*/ 824474 h 914263"/>
                <a:gd name="connsiteX1489" fmla="*/ 981166 w 1258521"/>
                <a:gd name="connsiteY1489" fmla="*/ 824339 h 914263"/>
                <a:gd name="connsiteX1490" fmla="*/ 984195 w 1258521"/>
                <a:gd name="connsiteY1490" fmla="*/ 823330 h 914263"/>
                <a:gd name="connsiteX1491" fmla="*/ 985642 w 1258521"/>
                <a:gd name="connsiteY1491" fmla="*/ 822321 h 914263"/>
                <a:gd name="connsiteX1492" fmla="*/ 988671 w 1258521"/>
                <a:gd name="connsiteY1492" fmla="*/ 822456 h 914263"/>
                <a:gd name="connsiteX1493" fmla="*/ 991262 w 1258521"/>
                <a:gd name="connsiteY1493" fmla="*/ 825920 h 914263"/>
                <a:gd name="connsiteX1494" fmla="*/ 992440 w 1258521"/>
                <a:gd name="connsiteY1494" fmla="*/ 829688 h 914263"/>
                <a:gd name="connsiteX1495" fmla="*/ 996344 w 1258521"/>
                <a:gd name="connsiteY1495" fmla="*/ 835474 h 914263"/>
                <a:gd name="connsiteX1496" fmla="*/ 996916 w 1258521"/>
                <a:gd name="connsiteY1496" fmla="*/ 838804 h 914263"/>
                <a:gd name="connsiteX1497" fmla="*/ 996916 w 1258521"/>
                <a:gd name="connsiteY1497" fmla="*/ 840823 h 914263"/>
                <a:gd name="connsiteX1498" fmla="*/ 995469 w 1258521"/>
                <a:gd name="connsiteY1498" fmla="*/ 843850 h 914263"/>
                <a:gd name="connsiteX1499" fmla="*/ 993719 w 1258521"/>
                <a:gd name="connsiteY1499" fmla="*/ 846037 h 914263"/>
                <a:gd name="connsiteX1500" fmla="*/ 991262 w 1258521"/>
                <a:gd name="connsiteY1500" fmla="*/ 849064 h 914263"/>
                <a:gd name="connsiteX1501" fmla="*/ 988671 w 1258521"/>
                <a:gd name="connsiteY1501" fmla="*/ 851823 h 914263"/>
                <a:gd name="connsiteX1502" fmla="*/ 984901 w 1258521"/>
                <a:gd name="connsiteY1502" fmla="*/ 853841 h 914263"/>
                <a:gd name="connsiteX1503" fmla="*/ 984161 w 1258521"/>
                <a:gd name="connsiteY1503" fmla="*/ 855422 h 914263"/>
                <a:gd name="connsiteX1504" fmla="*/ 986349 w 1258521"/>
                <a:gd name="connsiteY1504" fmla="*/ 857878 h 914263"/>
                <a:gd name="connsiteX1505" fmla="*/ 990690 w 1258521"/>
                <a:gd name="connsiteY1505" fmla="*/ 859896 h 914263"/>
                <a:gd name="connsiteX1506" fmla="*/ 995469 w 1258521"/>
                <a:gd name="connsiteY1506" fmla="*/ 859896 h 914263"/>
                <a:gd name="connsiteX1507" fmla="*/ 998801 w 1258521"/>
                <a:gd name="connsiteY1507" fmla="*/ 859324 h 914263"/>
                <a:gd name="connsiteX1508" fmla="*/ 1001830 w 1258521"/>
                <a:gd name="connsiteY1508" fmla="*/ 855557 h 914263"/>
                <a:gd name="connsiteX1509" fmla="*/ 1003580 w 1258521"/>
                <a:gd name="connsiteY1509" fmla="*/ 852092 h 914263"/>
                <a:gd name="connsiteX1510" fmla="*/ 1003580 w 1258521"/>
                <a:gd name="connsiteY1510" fmla="*/ 848896 h 914263"/>
                <a:gd name="connsiteX1511" fmla="*/ 1003882 w 1258521"/>
                <a:gd name="connsiteY1511" fmla="*/ 844691 h 914263"/>
                <a:gd name="connsiteX1512" fmla="*/ 1005902 w 1258521"/>
                <a:gd name="connsiteY1512" fmla="*/ 839780 h 914263"/>
                <a:gd name="connsiteX1513" fmla="*/ 1009671 w 1258521"/>
                <a:gd name="connsiteY1513" fmla="*/ 838199 h 914263"/>
                <a:gd name="connsiteX1514" fmla="*/ 1011253 w 1258521"/>
                <a:gd name="connsiteY1514" fmla="*/ 834868 h 914263"/>
                <a:gd name="connsiteX1515" fmla="*/ 1015729 w 1258521"/>
                <a:gd name="connsiteY1515" fmla="*/ 833422 h 914263"/>
                <a:gd name="connsiteX1516" fmla="*/ 1019431 w 1258521"/>
                <a:gd name="connsiteY1516" fmla="*/ 833321 h 914263"/>
                <a:gd name="connsiteX1517" fmla="*/ 1022056 w 1258521"/>
                <a:gd name="connsiteY1517" fmla="*/ 834969 h 914263"/>
                <a:gd name="connsiteX1518" fmla="*/ 1026734 w 1258521"/>
                <a:gd name="connsiteY1518" fmla="*/ 838871 h 914263"/>
                <a:gd name="connsiteX1519" fmla="*/ 1032489 w 1258521"/>
                <a:gd name="connsiteY1519" fmla="*/ 840823 h 914263"/>
                <a:gd name="connsiteX1520" fmla="*/ 1035518 w 1258521"/>
                <a:gd name="connsiteY1520" fmla="*/ 840823 h 914263"/>
                <a:gd name="connsiteX1521" fmla="*/ 1039657 w 1258521"/>
                <a:gd name="connsiteY1521" fmla="*/ 839746 h 914263"/>
                <a:gd name="connsiteX1522" fmla="*/ 1042148 w 1258521"/>
                <a:gd name="connsiteY1522" fmla="*/ 838569 h 914263"/>
                <a:gd name="connsiteX1523" fmla="*/ 1044773 w 1258521"/>
                <a:gd name="connsiteY1523" fmla="*/ 835945 h 914263"/>
                <a:gd name="connsiteX1524" fmla="*/ 1047263 w 1258521"/>
                <a:gd name="connsiteY1524" fmla="*/ 834431 h 914263"/>
                <a:gd name="connsiteX1525" fmla="*/ 1048576 w 1258521"/>
                <a:gd name="connsiteY1525" fmla="*/ 834633 h 914263"/>
                <a:gd name="connsiteX1526" fmla="*/ 1050326 w 1258521"/>
                <a:gd name="connsiteY1526" fmla="*/ 835945 h 914263"/>
                <a:gd name="connsiteX1527" fmla="*/ 1053153 w 1258521"/>
                <a:gd name="connsiteY1527" fmla="*/ 835171 h 914263"/>
                <a:gd name="connsiteX1528" fmla="*/ 1054802 w 1258521"/>
                <a:gd name="connsiteY1528" fmla="*/ 835171 h 914263"/>
                <a:gd name="connsiteX1529" fmla="*/ 1059917 w 1258521"/>
                <a:gd name="connsiteY1529" fmla="*/ 833758 h 914263"/>
                <a:gd name="connsiteX1530" fmla="*/ 1063384 w 1258521"/>
                <a:gd name="connsiteY1530" fmla="*/ 830933 h 914263"/>
                <a:gd name="connsiteX1531" fmla="*/ 1064360 w 1258521"/>
                <a:gd name="connsiteY1531" fmla="*/ 828645 h 914263"/>
                <a:gd name="connsiteX1532" fmla="*/ 1064461 w 1258521"/>
                <a:gd name="connsiteY1532" fmla="*/ 826021 h 914263"/>
                <a:gd name="connsiteX1533" fmla="*/ 1063922 w 1258521"/>
                <a:gd name="connsiteY1533" fmla="*/ 823296 h 914263"/>
                <a:gd name="connsiteX1534" fmla="*/ 1064999 w 1258521"/>
                <a:gd name="connsiteY1534" fmla="*/ 821009 h 914263"/>
                <a:gd name="connsiteX1535" fmla="*/ 1060220 w 1258521"/>
                <a:gd name="connsiteY1535" fmla="*/ 816333 h 914263"/>
                <a:gd name="connsiteX1536" fmla="*/ 1057932 w 1258521"/>
                <a:gd name="connsiteY1536" fmla="*/ 815559 h 914263"/>
                <a:gd name="connsiteX1537" fmla="*/ 1055340 w 1258521"/>
                <a:gd name="connsiteY1537" fmla="*/ 812935 h 914263"/>
                <a:gd name="connsiteX1538" fmla="*/ 1052749 w 1258521"/>
                <a:gd name="connsiteY1538" fmla="*/ 810211 h 914263"/>
                <a:gd name="connsiteX1539" fmla="*/ 1051874 w 1258521"/>
                <a:gd name="connsiteY1539" fmla="*/ 806174 h 914263"/>
                <a:gd name="connsiteX1540" fmla="*/ 1052413 w 1258521"/>
                <a:gd name="connsiteY1540" fmla="*/ 801834 h 914263"/>
                <a:gd name="connsiteX1541" fmla="*/ 1053287 w 1258521"/>
                <a:gd name="connsiteY1541" fmla="*/ 795645 h 914263"/>
                <a:gd name="connsiteX1542" fmla="*/ 1055139 w 1258521"/>
                <a:gd name="connsiteY1542" fmla="*/ 790632 h 914263"/>
                <a:gd name="connsiteX1543" fmla="*/ 1056888 w 1258521"/>
                <a:gd name="connsiteY1543" fmla="*/ 787470 h 914263"/>
                <a:gd name="connsiteX1544" fmla="*/ 1058739 w 1258521"/>
                <a:gd name="connsiteY1544" fmla="*/ 784308 h 914263"/>
                <a:gd name="connsiteX1545" fmla="*/ 1060927 w 1258521"/>
                <a:gd name="connsiteY1545" fmla="*/ 781684 h 914263"/>
                <a:gd name="connsiteX1546" fmla="*/ 1062677 w 1258521"/>
                <a:gd name="connsiteY1546" fmla="*/ 779733 h 914263"/>
                <a:gd name="connsiteX1547" fmla="*/ 1065066 w 1258521"/>
                <a:gd name="connsiteY1547" fmla="*/ 779094 h 914263"/>
                <a:gd name="connsiteX1548" fmla="*/ 1068971 w 1258521"/>
                <a:gd name="connsiteY1548" fmla="*/ 778993 h 914263"/>
                <a:gd name="connsiteX1549" fmla="*/ 1070586 w 1258521"/>
                <a:gd name="connsiteY1549" fmla="*/ 779868 h 914263"/>
                <a:gd name="connsiteX1550" fmla="*/ 1073312 w 1258521"/>
                <a:gd name="connsiteY1550" fmla="*/ 779868 h 914263"/>
                <a:gd name="connsiteX1551" fmla="*/ 1075500 w 1258521"/>
                <a:gd name="connsiteY1551" fmla="*/ 780944 h 914263"/>
                <a:gd name="connsiteX1552" fmla="*/ 1077889 w 1258521"/>
                <a:gd name="connsiteY1552" fmla="*/ 781819 h 914263"/>
                <a:gd name="connsiteX1553" fmla="*/ 1081153 w 1258521"/>
                <a:gd name="connsiteY1553" fmla="*/ 781718 h 914263"/>
                <a:gd name="connsiteX1554" fmla="*/ 1082129 w 1258521"/>
                <a:gd name="connsiteY1554" fmla="*/ 780641 h 914263"/>
                <a:gd name="connsiteX1555" fmla="*/ 1082769 w 1258521"/>
                <a:gd name="connsiteY1555" fmla="*/ 777816 h 914263"/>
                <a:gd name="connsiteX1556" fmla="*/ 1084283 w 1258521"/>
                <a:gd name="connsiteY1556" fmla="*/ 775764 h 914263"/>
                <a:gd name="connsiteX1557" fmla="*/ 1086471 w 1258521"/>
                <a:gd name="connsiteY1557" fmla="*/ 774889 h 914263"/>
                <a:gd name="connsiteX1558" fmla="*/ 1088860 w 1258521"/>
                <a:gd name="connsiteY1558" fmla="*/ 774990 h 914263"/>
                <a:gd name="connsiteX1559" fmla="*/ 1090913 w 1258521"/>
                <a:gd name="connsiteY1559" fmla="*/ 777580 h 914263"/>
                <a:gd name="connsiteX1560" fmla="*/ 1091889 w 1258521"/>
                <a:gd name="connsiteY1560" fmla="*/ 780608 h 914263"/>
                <a:gd name="connsiteX1561" fmla="*/ 1092966 w 1258521"/>
                <a:gd name="connsiteY1561" fmla="*/ 784745 h 914263"/>
                <a:gd name="connsiteX1562" fmla="*/ 1098082 w 1258521"/>
                <a:gd name="connsiteY1562" fmla="*/ 787033 h 914263"/>
                <a:gd name="connsiteX1563" fmla="*/ 1103635 w 1258521"/>
                <a:gd name="connsiteY1563" fmla="*/ 787033 h 914263"/>
                <a:gd name="connsiteX1564" fmla="*/ 1105149 w 1258521"/>
                <a:gd name="connsiteY1564" fmla="*/ 785856 h 914263"/>
                <a:gd name="connsiteX1565" fmla="*/ 1106899 w 1258521"/>
                <a:gd name="connsiteY1565" fmla="*/ 782492 h 914263"/>
                <a:gd name="connsiteX1566" fmla="*/ 1109928 w 1258521"/>
                <a:gd name="connsiteY1566" fmla="*/ 780103 h 914263"/>
                <a:gd name="connsiteX1567" fmla="*/ 1113529 w 1258521"/>
                <a:gd name="connsiteY1567" fmla="*/ 776941 h 914263"/>
                <a:gd name="connsiteX1568" fmla="*/ 1114943 w 1258521"/>
                <a:gd name="connsiteY1568" fmla="*/ 775528 h 914263"/>
                <a:gd name="connsiteX1569" fmla="*/ 1114943 w 1258521"/>
                <a:gd name="connsiteY1569" fmla="*/ 774452 h 914263"/>
                <a:gd name="connsiteX1570" fmla="*/ 1112217 w 1258521"/>
                <a:gd name="connsiteY1570" fmla="*/ 770549 h 914263"/>
                <a:gd name="connsiteX1571" fmla="*/ 1108750 w 1258521"/>
                <a:gd name="connsiteY1571" fmla="*/ 768161 h 914263"/>
                <a:gd name="connsiteX1572" fmla="*/ 1106899 w 1258521"/>
                <a:gd name="connsiteY1572" fmla="*/ 763922 h 914263"/>
                <a:gd name="connsiteX1573" fmla="*/ 1107875 w 1258521"/>
                <a:gd name="connsiteY1573" fmla="*/ 760020 h 914263"/>
                <a:gd name="connsiteX1574" fmla="*/ 1109188 w 1258521"/>
                <a:gd name="connsiteY1574" fmla="*/ 756993 h 914263"/>
                <a:gd name="connsiteX1575" fmla="*/ 1110803 w 1258521"/>
                <a:gd name="connsiteY1575" fmla="*/ 755916 h 914263"/>
                <a:gd name="connsiteX1576" fmla="*/ 1114269 w 1258521"/>
                <a:gd name="connsiteY1576" fmla="*/ 753427 h 914263"/>
                <a:gd name="connsiteX1577" fmla="*/ 1118847 w 1258521"/>
                <a:gd name="connsiteY1577" fmla="*/ 751476 h 914263"/>
                <a:gd name="connsiteX1578" fmla="*/ 1120159 w 1258521"/>
                <a:gd name="connsiteY1578" fmla="*/ 749525 h 914263"/>
                <a:gd name="connsiteX1579" fmla="*/ 1120159 w 1258521"/>
                <a:gd name="connsiteY1579" fmla="*/ 747237 h 914263"/>
                <a:gd name="connsiteX1580" fmla="*/ 1116895 w 1258521"/>
                <a:gd name="connsiteY1580" fmla="*/ 745757 h 914263"/>
                <a:gd name="connsiteX1581" fmla="*/ 1116827 w 1258521"/>
                <a:gd name="connsiteY1581" fmla="*/ 745555 h 9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Lst>
              <a:rect l="l" t="t" r="r" b="b"/>
              <a:pathLst>
                <a:path w="1258521" h="914263">
                  <a:moveTo>
                    <a:pt x="1116827" y="745555"/>
                  </a:moveTo>
                  <a:cubicBezTo>
                    <a:pt x="1116827" y="745555"/>
                    <a:pt x="1114068" y="745992"/>
                    <a:pt x="1113866" y="746060"/>
                  </a:cubicBezTo>
                  <a:cubicBezTo>
                    <a:pt x="1113664" y="746127"/>
                    <a:pt x="1112721" y="747069"/>
                    <a:pt x="1112721" y="747069"/>
                  </a:cubicBezTo>
                  <a:lnTo>
                    <a:pt x="1111846" y="747372"/>
                  </a:lnTo>
                  <a:lnTo>
                    <a:pt x="1109255" y="748684"/>
                  </a:lnTo>
                  <a:lnTo>
                    <a:pt x="1107505" y="749121"/>
                  </a:lnTo>
                  <a:lnTo>
                    <a:pt x="1105620" y="748381"/>
                  </a:lnTo>
                  <a:lnTo>
                    <a:pt x="1104274" y="748381"/>
                  </a:lnTo>
                  <a:cubicBezTo>
                    <a:pt x="1104274" y="748381"/>
                    <a:pt x="1101683" y="747304"/>
                    <a:pt x="1101111" y="746531"/>
                  </a:cubicBezTo>
                  <a:cubicBezTo>
                    <a:pt x="1100572" y="745757"/>
                    <a:pt x="1099798" y="744041"/>
                    <a:pt x="1100135" y="743503"/>
                  </a:cubicBezTo>
                  <a:cubicBezTo>
                    <a:pt x="1100471" y="742965"/>
                    <a:pt x="1100236" y="741855"/>
                    <a:pt x="1100236" y="741855"/>
                  </a:cubicBezTo>
                  <a:cubicBezTo>
                    <a:pt x="1100236" y="741855"/>
                    <a:pt x="1101414" y="740543"/>
                    <a:pt x="1101414" y="740207"/>
                  </a:cubicBezTo>
                  <a:cubicBezTo>
                    <a:pt x="1101414" y="739870"/>
                    <a:pt x="1102288" y="738592"/>
                    <a:pt x="1102288" y="738592"/>
                  </a:cubicBezTo>
                  <a:lnTo>
                    <a:pt x="1102827" y="737818"/>
                  </a:lnTo>
                  <a:lnTo>
                    <a:pt x="1103365" y="735968"/>
                  </a:lnTo>
                  <a:lnTo>
                    <a:pt x="1104240" y="734017"/>
                  </a:lnTo>
                  <a:cubicBezTo>
                    <a:pt x="1104240" y="734017"/>
                    <a:pt x="1104342" y="732167"/>
                    <a:pt x="1104342" y="731729"/>
                  </a:cubicBezTo>
                  <a:cubicBezTo>
                    <a:pt x="1104342" y="731292"/>
                    <a:pt x="1104678" y="730115"/>
                    <a:pt x="1104678" y="730115"/>
                  </a:cubicBezTo>
                  <a:lnTo>
                    <a:pt x="1104678" y="725102"/>
                  </a:lnTo>
                  <a:lnTo>
                    <a:pt x="1100639" y="723017"/>
                  </a:lnTo>
                  <a:lnTo>
                    <a:pt x="1098822" y="722815"/>
                  </a:lnTo>
                  <a:lnTo>
                    <a:pt x="1096870" y="722310"/>
                  </a:lnTo>
                  <a:lnTo>
                    <a:pt x="1096668" y="722310"/>
                  </a:lnTo>
                  <a:lnTo>
                    <a:pt x="1095861" y="722916"/>
                  </a:lnTo>
                  <a:cubicBezTo>
                    <a:pt x="1095861" y="722916"/>
                    <a:pt x="1093841" y="723959"/>
                    <a:pt x="1093404" y="724026"/>
                  </a:cubicBezTo>
                  <a:cubicBezTo>
                    <a:pt x="1092966" y="724093"/>
                    <a:pt x="1090139" y="724901"/>
                    <a:pt x="1089332" y="724968"/>
                  </a:cubicBezTo>
                  <a:cubicBezTo>
                    <a:pt x="1088524" y="725035"/>
                    <a:pt x="1087009" y="725170"/>
                    <a:pt x="1086572" y="725338"/>
                  </a:cubicBezTo>
                  <a:cubicBezTo>
                    <a:pt x="1086134" y="725472"/>
                    <a:pt x="1084553" y="725405"/>
                    <a:pt x="1084553" y="725405"/>
                  </a:cubicBezTo>
                  <a:cubicBezTo>
                    <a:pt x="1084553" y="725405"/>
                    <a:pt x="1083678" y="724329"/>
                    <a:pt x="1083476" y="724228"/>
                  </a:cubicBezTo>
                  <a:cubicBezTo>
                    <a:pt x="1083274" y="724160"/>
                    <a:pt x="1082971" y="724026"/>
                    <a:pt x="1082971" y="724026"/>
                  </a:cubicBezTo>
                  <a:lnTo>
                    <a:pt x="1079134" y="724026"/>
                  </a:lnTo>
                  <a:lnTo>
                    <a:pt x="1077485" y="724194"/>
                  </a:lnTo>
                  <a:cubicBezTo>
                    <a:pt x="1077485" y="724194"/>
                    <a:pt x="1075600" y="725674"/>
                    <a:pt x="1075298" y="725674"/>
                  </a:cubicBezTo>
                  <a:cubicBezTo>
                    <a:pt x="1074995" y="725674"/>
                    <a:pt x="1070956" y="726919"/>
                    <a:pt x="1070721" y="726986"/>
                  </a:cubicBezTo>
                  <a:cubicBezTo>
                    <a:pt x="1070485" y="727053"/>
                    <a:pt x="1067086" y="726683"/>
                    <a:pt x="1066581" y="726616"/>
                  </a:cubicBezTo>
                  <a:cubicBezTo>
                    <a:pt x="1066076" y="726549"/>
                    <a:pt x="1064259" y="726616"/>
                    <a:pt x="1064259" y="726616"/>
                  </a:cubicBezTo>
                  <a:lnTo>
                    <a:pt x="1062879" y="725035"/>
                  </a:lnTo>
                  <a:lnTo>
                    <a:pt x="1062576" y="723353"/>
                  </a:lnTo>
                  <a:lnTo>
                    <a:pt x="1064023" y="721940"/>
                  </a:lnTo>
                  <a:lnTo>
                    <a:pt x="1064999" y="719451"/>
                  </a:lnTo>
                  <a:lnTo>
                    <a:pt x="1065975" y="717500"/>
                  </a:lnTo>
                  <a:cubicBezTo>
                    <a:pt x="1065975" y="717500"/>
                    <a:pt x="1067288" y="715212"/>
                    <a:pt x="1067389" y="714775"/>
                  </a:cubicBezTo>
                  <a:cubicBezTo>
                    <a:pt x="1067490" y="714338"/>
                    <a:pt x="1068028" y="712387"/>
                    <a:pt x="1068028" y="712387"/>
                  </a:cubicBezTo>
                  <a:lnTo>
                    <a:pt x="1067927" y="709897"/>
                  </a:lnTo>
                  <a:lnTo>
                    <a:pt x="1066480" y="708518"/>
                  </a:lnTo>
                  <a:cubicBezTo>
                    <a:pt x="1066480" y="708518"/>
                    <a:pt x="1061768" y="703304"/>
                    <a:pt x="1060624" y="702799"/>
                  </a:cubicBezTo>
                  <a:cubicBezTo>
                    <a:pt x="1059480" y="702295"/>
                    <a:pt x="1056485" y="698527"/>
                    <a:pt x="1056215" y="698224"/>
                  </a:cubicBezTo>
                  <a:cubicBezTo>
                    <a:pt x="1055913" y="697955"/>
                    <a:pt x="1048172" y="690252"/>
                    <a:pt x="1047095" y="688671"/>
                  </a:cubicBezTo>
                  <a:cubicBezTo>
                    <a:pt x="1046018" y="687089"/>
                    <a:pt x="1043696" y="683154"/>
                    <a:pt x="1043696" y="682380"/>
                  </a:cubicBezTo>
                  <a:cubicBezTo>
                    <a:pt x="1043696" y="681573"/>
                    <a:pt x="1039422" y="673465"/>
                    <a:pt x="1039355" y="673264"/>
                  </a:cubicBezTo>
                  <a:cubicBezTo>
                    <a:pt x="1039287" y="673062"/>
                    <a:pt x="1038850" y="670942"/>
                    <a:pt x="1038850" y="670236"/>
                  </a:cubicBezTo>
                  <a:cubicBezTo>
                    <a:pt x="1038850" y="669496"/>
                    <a:pt x="1039220" y="660884"/>
                    <a:pt x="1039220" y="660884"/>
                  </a:cubicBezTo>
                  <a:cubicBezTo>
                    <a:pt x="1039220" y="660884"/>
                    <a:pt x="1038210" y="655435"/>
                    <a:pt x="1038210" y="654863"/>
                  </a:cubicBezTo>
                  <a:cubicBezTo>
                    <a:pt x="1038210" y="654291"/>
                    <a:pt x="1037907" y="651835"/>
                    <a:pt x="1038008" y="651532"/>
                  </a:cubicBezTo>
                  <a:cubicBezTo>
                    <a:pt x="1038076" y="651230"/>
                    <a:pt x="1037268" y="647899"/>
                    <a:pt x="1037268" y="647126"/>
                  </a:cubicBezTo>
                  <a:cubicBezTo>
                    <a:pt x="1037268" y="646318"/>
                    <a:pt x="1037268" y="644165"/>
                    <a:pt x="1037402" y="643728"/>
                  </a:cubicBezTo>
                  <a:cubicBezTo>
                    <a:pt x="1037537" y="643291"/>
                    <a:pt x="1038278" y="641911"/>
                    <a:pt x="1038715" y="641710"/>
                  </a:cubicBezTo>
                  <a:cubicBezTo>
                    <a:pt x="1039153" y="641474"/>
                    <a:pt x="1039792" y="641205"/>
                    <a:pt x="1040398" y="641070"/>
                  </a:cubicBezTo>
                  <a:cubicBezTo>
                    <a:pt x="1040970" y="640936"/>
                    <a:pt x="1044807" y="640869"/>
                    <a:pt x="1045547" y="640869"/>
                  </a:cubicBezTo>
                  <a:cubicBezTo>
                    <a:pt x="1046287" y="640869"/>
                    <a:pt x="1048071" y="640364"/>
                    <a:pt x="1048508" y="640364"/>
                  </a:cubicBezTo>
                  <a:cubicBezTo>
                    <a:pt x="1048946" y="640364"/>
                    <a:pt x="1051201" y="640667"/>
                    <a:pt x="1052850" y="640667"/>
                  </a:cubicBezTo>
                  <a:cubicBezTo>
                    <a:pt x="1054499" y="640667"/>
                    <a:pt x="1055105" y="640970"/>
                    <a:pt x="1055105" y="640970"/>
                  </a:cubicBezTo>
                  <a:cubicBezTo>
                    <a:pt x="1055105" y="640970"/>
                    <a:pt x="1056182" y="641272"/>
                    <a:pt x="1057494" y="641979"/>
                  </a:cubicBezTo>
                  <a:cubicBezTo>
                    <a:pt x="1058807" y="642685"/>
                    <a:pt x="1058874" y="643190"/>
                    <a:pt x="1059076" y="643425"/>
                  </a:cubicBezTo>
                  <a:cubicBezTo>
                    <a:pt x="1059278" y="643627"/>
                    <a:pt x="1060321" y="644233"/>
                    <a:pt x="1061331" y="644300"/>
                  </a:cubicBezTo>
                  <a:cubicBezTo>
                    <a:pt x="1062340" y="644367"/>
                    <a:pt x="1063586" y="644737"/>
                    <a:pt x="1064091" y="644737"/>
                  </a:cubicBezTo>
                  <a:cubicBezTo>
                    <a:pt x="1064595" y="644737"/>
                    <a:pt x="1065605" y="645040"/>
                    <a:pt x="1066278" y="645107"/>
                  </a:cubicBezTo>
                  <a:cubicBezTo>
                    <a:pt x="1066918" y="645175"/>
                    <a:pt x="1068466" y="645982"/>
                    <a:pt x="1068466" y="645982"/>
                  </a:cubicBezTo>
                  <a:lnTo>
                    <a:pt x="1071865" y="646419"/>
                  </a:lnTo>
                  <a:cubicBezTo>
                    <a:pt x="1071865" y="646419"/>
                    <a:pt x="1074052" y="648101"/>
                    <a:pt x="1074187" y="648303"/>
                  </a:cubicBezTo>
                  <a:cubicBezTo>
                    <a:pt x="1074321" y="648505"/>
                    <a:pt x="1077283" y="650691"/>
                    <a:pt x="1077283" y="650691"/>
                  </a:cubicBezTo>
                  <a:lnTo>
                    <a:pt x="1080918" y="653080"/>
                  </a:lnTo>
                  <a:lnTo>
                    <a:pt x="1084250" y="655906"/>
                  </a:lnTo>
                  <a:cubicBezTo>
                    <a:pt x="1084250" y="655906"/>
                    <a:pt x="1087379" y="657588"/>
                    <a:pt x="1088524" y="658092"/>
                  </a:cubicBezTo>
                  <a:cubicBezTo>
                    <a:pt x="1089668" y="658597"/>
                    <a:pt x="1091351" y="660043"/>
                    <a:pt x="1092663" y="660548"/>
                  </a:cubicBezTo>
                  <a:cubicBezTo>
                    <a:pt x="1093976" y="661052"/>
                    <a:pt x="1094851" y="662196"/>
                    <a:pt x="1095120" y="662364"/>
                  </a:cubicBezTo>
                  <a:cubicBezTo>
                    <a:pt x="1095423" y="662499"/>
                    <a:pt x="1097207" y="663306"/>
                    <a:pt x="1098014" y="663441"/>
                  </a:cubicBezTo>
                  <a:cubicBezTo>
                    <a:pt x="1098822" y="663575"/>
                    <a:pt x="1100909" y="664686"/>
                    <a:pt x="1102221" y="665190"/>
                  </a:cubicBezTo>
                  <a:cubicBezTo>
                    <a:pt x="1103534" y="665695"/>
                    <a:pt x="1103971" y="665762"/>
                    <a:pt x="1104409" y="665897"/>
                  </a:cubicBezTo>
                  <a:cubicBezTo>
                    <a:pt x="1104846" y="666031"/>
                    <a:pt x="1106361" y="666771"/>
                    <a:pt x="1107370" y="666973"/>
                  </a:cubicBezTo>
                  <a:cubicBezTo>
                    <a:pt x="1108380" y="667175"/>
                    <a:pt x="1109962" y="668117"/>
                    <a:pt x="1110769" y="668554"/>
                  </a:cubicBezTo>
                  <a:cubicBezTo>
                    <a:pt x="1111577" y="668991"/>
                    <a:pt x="1111274" y="669866"/>
                    <a:pt x="1111510" y="670001"/>
                  </a:cubicBezTo>
                  <a:cubicBezTo>
                    <a:pt x="1111712" y="670135"/>
                    <a:pt x="1112318" y="673028"/>
                    <a:pt x="1112890" y="673465"/>
                  </a:cubicBezTo>
                  <a:cubicBezTo>
                    <a:pt x="1113462" y="673903"/>
                    <a:pt x="1115851" y="675047"/>
                    <a:pt x="1116457" y="675215"/>
                  </a:cubicBezTo>
                  <a:cubicBezTo>
                    <a:pt x="1117029" y="675349"/>
                    <a:pt x="1119149" y="677166"/>
                    <a:pt x="1119486" y="677536"/>
                  </a:cubicBezTo>
                  <a:cubicBezTo>
                    <a:pt x="1119856" y="677906"/>
                    <a:pt x="1121236" y="678982"/>
                    <a:pt x="1121505" y="678982"/>
                  </a:cubicBezTo>
                  <a:cubicBezTo>
                    <a:pt x="1121808" y="678982"/>
                    <a:pt x="1123760" y="681236"/>
                    <a:pt x="1123895" y="681438"/>
                  </a:cubicBezTo>
                  <a:cubicBezTo>
                    <a:pt x="1124029" y="681674"/>
                    <a:pt x="1124972" y="682750"/>
                    <a:pt x="1124972" y="682750"/>
                  </a:cubicBezTo>
                  <a:cubicBezTo>
                    <a:pt x="1124972" y="682750"/>
                    <a:pt x="1126284" y="683490"/>
                    <a:pt x="1127664" y="683187"/>
                  </a:cubicBezTo>
                  <a:cubicBezTo>
                    <a:pt x="1129044" y="682884"/>
                    <a:pt x="1129111" y="683187"/>
                    <a:pt x="1129313" y="683187"/>
                  </a:cubicBezTo>
                  <a:cubicBezTo>
                    <a:pt x="1129515" y="683187"/>
                    <a:pt x="1130626" y="682884"/>
                    <a:pt x="1131130" y="682817"/>
                  </a:cubicBezTo>
                  <a:cubicBezTo>
                    <a:pt x="1131635" y="682750"/>
                    <a:pt x="1132073" y="682245"/>
                    <a:pt x="1132073" y="682245"/>
                  </a:cubicBezTo>
                  <a:lnTo>
                    <a:pt x="1134260" y="681438"/>
                  </a:lnTo>
                  <a:lnTo>
                    <a:pt x="1135203" y="680193"/>
                  </a:lnTo>
                  <a:lnTo>
                    <a:pt x="1135506" y="678680"/>
                  </a:lnTo>
                  <a:lnTo>
                    <a:pt x="1135876" y="677435"/>
                  </a:lnTo>
                  <a:lnTo>
                    <a:pt x="1136381" y="676291"/>
                  </a:lnTo>
                  <a:lnTo>
                    <a:pt x="1137121" y="674845"/>
                  </a:lnTo>
                  <a:lnTo>
                    <a:pt x="1138131" y="673768"/>
                  </a:lnTo>
                  <a:lnTo>
                    <a:pt x="1140015" y="672826"/>
                  </a:lnTo>
                  <a:cubicBezTo>
                    <a:pt x="1140015" y="672826"/>
                    <a:pt x="1140385" y="673264"/>
                    <a:pt x="1141900" y="674340"/>
                  </a:cubicBezTo>
                  <a:cubicBezTo>
                    <a:pt x="1143414" y="675417"/>
                    <a:pt x="1142708" y="676527"/>
                    <a:pt x="1143414" y="676998"/>
                  </a:cubicBezTo>
                  <a:cubicBezTo>
                    <a:pt x="1144121" y="677502"/>
                    <a:pt x="1144828" y="677704"/>
                    <a:pt x="1146443" y="678141"/>
                  </a:cubicBezTo>
                  <a:cubicBezTo>
                    <a:pt x="1148092" y="678579"/>
                    <a:pt x="1147487" y="676729"/>
                    <a:pt x="1147756" y="676358"/>
                  </a:cubicBezTo>
                  <a:cubicBezTo>
                    <a:pt x="1148025" y="675988"/>
                    <a:pt x="1147756" y="673163"/>
                    <a:pt x="1147924" y="672894"/>
                  </a:cubicBezTo>
                  <a:cubicBezTo>
                    <a:pt x="1148092" y="672624"/>
                    <a:pt x="1148732" y="672086"/>
                    <a:pt x="1148833" y="671918"/>
                  </a:cubicBezTo>
                  <a:cubicBezTo>
                    <a:pt x="1148934" y="671750"/>
                    <a:pt x="1150145" y="669866"/>
                    <a:pt x="1150314" y="669630"/>
                  </a:cubicBezTo>
                  <a:cubicBezTo>
                    <a:pt x="1150482" y="669429"/>
                    <a:pt x="1150751" y="667680"/>
                    <a:pt x="1150751" y="667680"/>
                  </a:cubicBezTo>
                  <a:lnTo>
                    <a:pt x="1151088" y="665358"/>
                  </a:lnTo>
                  <a:cubicBezTo>
                    <a:pt x="1151088" y="665358"/>
                    <a:pt x="1152131" y="663475"/>
                    <a:pt x="1152434" y="663306"/>
                  </a:cubicBezTo>
                  <a:cubicBezTo>
                    <a:pt x="1152770" y="663138"/>
                    <a:pt x="1154756" y="660750"/>
                    <a:pt x="1155261" y="660581"/>
                  </a:cubicBezTo>
                  <a:cubicBezTo>
                    <a:pt x="1155766" y="660413"/>
                    <a:pt x="1156944" y="660211"/>
                    <a:pt x="1156944" y="660211"/>
                  </a:cubicBezTo>
                  <a:lnTo>
                    <a:pt x="1160410" y="659404"/>
                  </a:lnTo>
                  <a:lnTo>
                    <a:pt x="1160780" y="658328"/>
                  </a:lnTo>
                  <a:lnTo>
                    <a:pt x="1161554" y="656646"/>
                  </a:lnTo>
                  <a:cubicBezTo>
                    <a:pt x="1161554" y="656646"/>
                    <a:pt x="1164179" y="656477"/>
                    <a:pt x="1164920" y="656208"/>
                  </a:cubicBezTo>
                  <a:cubicBezTo>
                    <a:pt x="1165694" y="655939"/>
                    <a:pt x="1166703" y="655838"/>
                    <a:pt x="1167949" y="655502"/>
                  </a:cubicBezTo>
                  <a:cubicBezTo>
                    <a:pt x="1169194" y="655165"/>
                    <a:pt x="1169026" y="654560"/>
                    <a:pt x="1170439" y="654291"/>
                  </a:cubicBezTo>
                  <a:cubicBezTo>
                    <a:pt x="1171853" y="654022"/>
                    <a:pt x="1171247" y="653517"/>
                    <a:pt x="1171482" y="653248"/>
                  </a:cubicBezTo>
                  <a:cubicBezTo>
                    <a:pt x="1171718" y="652979"/>
                    <a:pt x="1170876" y="651667"/>
                    <a:pt x="1170876" y="651667"/>
                  </a:cubicBezTo>
                  <a:lnTo>
                    <a:pt x="1168050" y="649985"/>
                  </a:lnTo>
                  <a:lnTo>
                    <a:pt x="1167713" y="648034"/>
                  </a:lnTo>
                  <a:lnTo>
                    <a:pt x="1167376" y="644872"/>
                  </a:lnTo>
                  <a:lnTo>
                    <a:pt x="1167478" y="643459"/>
                  </a:lnTo>
                  <a:lnTo>
                    <a:pt x="1166670" y="638346"/>
                  </a:lnTo>
                  <a:lnTo>
                    <a:pt x="1166603" y="637034"/>
                  </a:lnTo>
                  <a:cubicBezTo>
                    <a:pt x="1166603" y="637034"/>
                    <a:pt x="1165357" y="635621"/>
                    <a:pt x="1164751" y="635015"/>
                  </a:cubicBezTo>
                  <a:cubicBezTo>
                    <a:pt x="1164146" y="634410"/>
                    <a:pt x="1160578" y="632997"/>
                    <a:pt x="1160343" y="632963"/>
                  </a:cubicBezTo>
                  <a:cubicBezTo>
                    <a:pt x="1160141" y="632896"/>
                    <a:pt x="1158391" y="633132"/>
                    <a:pt x="1158121" y="633165"/>
                  </a:cubicBezTo>
                  <a:cubicBezTo>
                    <a:pt x="1157852" y="633233"/>
                    <a:pt x="1154150" y="632190"/>
                    <a:pt x="1153679" y="632089"/>
                  </a:cubicBezTo>
                  <a:cubicBezTo>
                    <a:pt x="1153174" y="631988"/>
                    <a:pt x="1150314" y="630508"/>
                    <a:pt x="1149775" y="630474"/>
                  </a:cubicBezTo>
                  <a:cubicBezTo>
                    <a:pt x="1149237" y="630407"/>
                    <a:pt x="1147217" y="628859"/>
                    <a:pt x="1146948" y="628691"/>
                  </a:cubicBezTo>
                  <a:cubicBezTo>
                    <a:pt x="1146679" y="628523"/>
                    <a:pt x="1144727" y="625933"/>
                    <a:pt x="1144727" y="625933"/>
                  </a:cubicBezTo>
                  <a:lnTo>
                    <a:pt x="1144727" y="625293"/>
                  </a:lnTo>
                  <a:cubicBezTo>
                    <a:pt x="1144727" y="625293"/>
                    <a:pt x="1145467" y="623107"/>
                    <a:pt x="1145669" y="623073"/>
                  </a:cubicBezTo>
                  <a:cubicBezTo>
                    <a:pt x="1145871" y="623006"/>
                    <a:pt x="1146309" y="620449"/>
                    <a:pt x="1146578" y="620046"/>
                  </a:cubicBezTo>
                  <a:cubicBezTo>
                    <a:pt x="1146847" y="619608"/>
                    <a:pt x="1146410" y="618397"/>
                    <a:pt x="1146309" y="618128"/>
                  </a:cubicBezTo>
                  <a:cubicBezTo>
                    <a:pt x="1146208" y="617859"/>
                    <a:pt x="1145232" y="616379"/>
                    <a:pt x="1145063" y="616278"/>
                  </a:cubicBezTo>
                  <a:cubicBezTo>
                    <a:pt x="1144895" y="616177"/>
                    <a:pt x="1141631" y="615235"/>
                    <a:pt x="1141631" y="615235"/>
                  </a:cubicBezTo>
                  <a:cubicBezTo>
                    <a:pt x="1141631" y="615235"/>
                    <a:pt x="1138366" y="616278"/>
                    <a:pt x="1138198" y="616312"/>
                  </a:cubicBezTo>
                  <a:cubicBezTo>
                    <a:pt x="1138030" y="616379"/>
                    <a:pt x="1136582" y="617287"/>
                    <a:pt x="1136145" y="618095"/>
                  </a:cubicBezTo>
                  <a:cubicBezTo>
                    <a:pt x="1135708" y="618902"/>
                    <a:pt x="1134563" y="619945"/>
                    <a:pt x="1134193" y="620550"/>
                  </a:cubicBezTo>
                  <a:cubicBezTo>
                    <a:pt x="1133823" y="621156"/>
                    <a:pt x="1132510" y="622468"/>
                    <a:pt x="1131703" y="622872"/>
                  </a:cubicBezTo>
                  <a:cubicBezTo>
                    <a:pt x="1130895" y="623309"/>
                    <a:pt x="1128674" y="622804"/>
                    <a:pt x="1127395" y="622064"/>
                  </a:cubicBezTo>
                  <a:cubicBezTo>
                    <a:pt x="1126150" y="621290"/>
                    <a:pt x="1125611" y="620147"/>
                    <a:pt x="1125611" y="620147"/>
                  </a:cubicBezTo>
                  <a:cubicBezTo>
                    <a:pt x="1125611" y="620147"/>
                    <a:pt x="1124029" y="616345"/>
                    <a:pt x="1123861" y="616009"/>
                  </a:cubicBezTo>
                  <a:cubicBezTo>
                    <a:pt x="1123693" y="615673"/>
                    <a:pt x="1123760" y="614327"/>
                    <a:pt x="1123760" y="614327"/>
                  </a:cubicBezTo>
                  <a:cubicBezTo>
                    <a:pt x="1123760" y="614327"/>
                    <a:pt x="1123962" y="612712"/>
                    <a:pt x="1124097" y="612309"/>
                  </a:cubicBezTo>
                  <a:cubicBezTo>
                    <a:pt x="1124198" y="611939"/>
                    <a:pt x="1124871" y="609752"/>
                    <a:pt x="1125174" y="609416"/>
                  </a:cubicBezTo>
                  <a:cubicBezTo>
                    <a:pt x="1125510" y="609079"/>
                    <a:pt x="1126419" y="607566"/>
                    <a:pt x="1126823" y="607128"/>
                  </a:cubicBezTo>
                  <a:cubicBezTo>
                    <a:pt x="1127193" y="606691"/>
                    <a:pt x="1128472" y="605984"/>
                    <a:pt x="1128876" y="605951"/>
                  </a:cubicBezTo>
                  <a:cubicBezTo>
                    <a:pt x="1129313" y="605884"/>
                    <a:pt x="1130828" y="605312"/>
                    <a:pt x="1131164" y="605143"/>
                  </a:cubicBezTo>
                  <a:cubicBezTo>
                    <a:pt x="1131501" y="604975"/>
                    <a:pt x="1133554" y="604067"/>
                    <a:pt x="1133554" y="604067"/>
                  </a:cubicBezTo>
                  <a:cubicBezTo>
                    <a:pt x="1133554" y="604067"/>
                    <a:pt x="1135910" y="602923"/>
                    <a:pt x="1136111" y="602822"/>
                  </a:cubicBezTo>
                  <a:cubicBezTo>
                    <a:pt x="1136313" y="602721"/>
                    <a:pt x="1137962" y="602183"/>
                    <a:pt x="1138568" y="602385"/>
                  </a:cubicBezTo>
                  <a:cubicBezTo>
                    <a:pt x="1139174" y="602587"/>
                    <a:pt x="1140217" y="604269"/>
                    <a:pt x="1140487" y="604504"/>
                  </a:cubicBezTo>
                  <a:cubicBezTo>
                    <a:pt x="1140756" y="604706"/>
                    <a:pt x="1141732" y="605581"/>
                    <a:pt x="1142270" y="605917"/>
                  </a:cubicBezTo>
                  <a:cubicBezTo>
                    <a:pt x="1142809" y="606254"/>
                    <a:pt x="1143515" y="606556"/>
                    <a:pt x="1144222" y="606422"/>
                  </a:cubicBezTo>
                  <a:cubicBezTo>
                    <a:pt x="1144929" y="606254"/>
                    <a:pt x="1145972" y="606422"/>
                    <a:pt x="1145972" y="606422"/>
                  </a:cubicBezTo>
                  <a:lnTo>
                    <a:pt x="1147217" y="605614"/>
                  </a:lnTo>
                  <a:lnTo>
                    <a:pt x="1147857" y="605244"/>
                  </a:lnTo>
                  <a:lnTo>
                    <a:pt x="1148126" y="603327"/>
                  </a:lnTo>
                  <a:cubicBezTo>
                    <a:pt x="1148126" y="603327"/>
                    <a:pt x="1148025" y="601914"/>
                    <a:pt x="1148025" y="601578"/>
                  </a:cubicBezTo>
                  <a:cubicBezTo>
                    <a:pt x="1148025" y="601241"/>
                    <a:pt x="1148227" y="599828"/>
                    <a:pt x="1148227" y="599828"/>
                  </a:cubicBezTo>
                  <a:lnTo>
                    <a:pt x="1148227" y="597003"/>
                  </a:lnTo>
                  <a:cubicBezTo>
                    <a:pt x="1148227" y="597003"/>
                    <a:pt x="1147588" y="594513"/>
                    <a:pt x="1147588" y="593840"/>
                  </a:cubicBezTo>
                  <a:cubicBezTo>
                    <a:pt x="1147588" y="593201"/>
                    <a:pt x="1147386" y="591351"/>
                    <a:pt x="1147386" y="591351"/>
                  </a:cubicBezTo>
                  <a:cubicBezTo>
                    <a:pt x="1147386" y="591351"/>
                    <a:pt x="1147722" y="588425"/>
                    <a:pt x="1147823" y="588088"/>
                  </a:cubicBezTo>
                  <a:cubicBezTo>
                    <a:pt x="1147924" y="587752"/>
                    <a:pt x="1148597" y="586574"/>
                    <a:pt x="1149573" y="585902"/>
                  </a:cubicBezTo>
                  <a:cubicBezTo>
                    <a:pt x="1150549" y="585262"/>
                    <a:pt x="1150987" y="584388"/>
                    <a:pt x="1151525" y="583950"/>
                  </a:cubicBezTo>
                  <a:cubicBezTo>
                    <a:pt x="1152064" y="583513"/>
                    <a:pt x="1153477" y="582975"/>
                    <a:pt x="1154117" y="582336"/>
                  </a:cubicBezTo>
                  <a:cubicBezTo>
                    <a:pt x="1154756" y="581697"/>
                    <a:pt x="1157583" y="580721"/>
                    <a:pt x="1158895" y="580485"/>
                  </a:cubicBezTo>
                  <a:cubicBezTo>
                    <a:pt x="1160208" y="580284"/>
                    <a:pt x="1161083" y="578972"/>
                    <a:pt x="1161723" y="578972"/>
                  </a:cubicBezTo>
                  <a:cubicBezTo>
                    <a:pt x="1162362" y="578972"/>
                    <a:pt x="1162800" y="578770"/>
                    <a:pt x="1165626" y="578097"/>
                  </a:cubicBezTo>
                  <a:cubicBezTo>
                    <a:pt x="1168453" y="577458"/>
                    <a:pt x="1168992" y="576146"/>
                    <a:pt x="1169429" y="575910"/>
                  </a:cubicBezTo>
                  <a:cubicBezTo>
                    <a:pt x="1169867" y="575709"/>
                    <a:pt x="1171718" y="575036"/>
                    <a:pt x="1171718" y="575036"/>
                  </a:cubicBezTo>
                  <a:cubicBezTo>
                    <a:pt x="1171718" y="575036"/>
                    <a:pt x="1173905" y="574161"/>
                    <a:pt x="1175420" y="574161"/>
                  </a:cubicBezTo>
                  <a:cubicBezTo>
                    <a:pt x="1176934" y="574161"/>
                    <a:pt x="1178247" y="572849"/>
                    <a:pt x="1178247" y="572849"/>
                  </a:cubicBezTo>
                  <a:lnTo>
                    <a:pt x="1181511" y="571235"/>
                  </a:lnTo>
                  <a:cubicBezTo>
                    <a:pt x="1181511" y="571235"/>
                    <a:pt x="1181949" y="569284"/>
                    <a:pt x="1183026" y="568846"/>
                  </a:cubicBezTo>
                  <a:cubicBezTo>
                    <a:pt x="1184103" y="568409"/>
                    <a:pt x="1184776" y="566559"/>
                    <a:pt x="1185113" y="566222"/>
                  </a:cubicBezTo>
                  <a:cubicBezTo>
                    <a:pt x="1185449" y="565886"/>
                    <a:pt x="1186627" y="565146"/>
                    <a:pt x="1187401" y="564809"/>
                  </a:cubicBezTo>
                  <a:cubicBezTo>
                    <a:pt x="1188175" y="564473"/>
                    <a:pt x="1190228" y="562522"/>
                    <a:pt x="1191103" y="562085"/>
                  </a:cubicBezTo>
                  <a:cubicBezTo>
                    <a:pt x="1191978" y="561647"/>
                    <a:pt x="1192954" y="560033"/>
                    <a:pt x="1193156" y="559259"/>
                  </a:cubicBezTo>
                  <a:cubicBezTo>
                    <a:pt x="1193358" y="558485"/>
                    <a:pt x="1194233" y="556332"/>
                    <a:pt x="1194334" y="555794"/>
                  </a:cubicBezTo>
                  <a:cubicBezTo>
                    <a:pt x="1194435" y="555256"/>
                    <a:pt x="1194233" y="554482"/>
                    <a:pt x="1194233" y="554482"/>
                  </a:cubicBezTo>
                  <a:lnTo>
                    <a:pt x="1193694" y="552430"/>
                  </a:lnTo>
                  <a:cubicBezTo>
                    <a:pt x="1193694" y="552430"/>
                    <a:pt x="1191507" y="550042"/>
                    <a:pt x="1191305" y="549268"/>
                  </a:cubicBezTo>
                  <a:cubicBezTo>
                    <a:pt x="1191103" y="548494"/>
                    <a:pt x="1188714" y="548393"/>
                    <a:pt x="1186963" y="548057"/>
                  </a:cubicBezTo>
                  <a:cubicBezTo>
                    <a:pt x="1185213" y="547720"/>
                    <a:pt x="1185113" y="547620"/>
                    <a:pt x="1184237" y="545870"/>
                  </a:cubicBezTo>
                  <a:cubicBezTo>
                    <a:pt x="1183362" y="544121"/>
                    <a:pt x="1183699" y="543919"/>
                    <a:pt x="1183598" y="543381"/>
                  </a:cubicBezTo>
                  <a:cubicBezTo>
                    <a:pt x="1183497" y="542843"/>
                    <a:pt x="1183059" y="540690"/>
                    <a:pt x="1183059" y="540690"/>
                  </a:cubicBezTo>
                  <a:cubicBezTo>
                    <a:pt x="1183059" y="540690"/>
                    <a:pt x="1183059" y="538402"/>
                    <a:pt x="1183059" y="538100"/>
                  </a:cubicBezTo>
                  <a:cubicBezTo>
                    <a:pt x="1183059" y="537763"/>
                    <a:pt x="1183766" y="535476"/>
                    <a:pt x="1184002" y="534500"/>
                  </a:cubicBezTo>
                  <a:cubicBezTo>
                    <a:pt x="1184204" y="533525"/>
                    <a:pt x="1184810" y="532448"/>
                    <a:pt x="1185146" y="531876"/>
                  </a:cubicBezTo>
                  <a:cubicBezTo>
                    <a:pt x="1185483" y="531338"/>
                    <a:pt x="1185685" y="530665"/>
                    <a:pt x="1186223" y="530363"/>
                  </a:cubicBezTo>
                  <a:cubicBezTo>
                    <a:pt x="1186762" y="530026"/>
                    <a:pt x="1187637" y="529488"/>
                    <a:pt x="1189050" y="529152"/>
                  </a:cubicBezTo>
                  <a:cubicBezTo>
                    <a:pt x="1190463" y="528815"/>
                    <a:pt x="1190699" y="529488"/>
                    <a:pt x="1192954" y="529488"/>
                  </a:cubicBezTo>
                  <a:cubicBezTo>
                    <a:pt x="1195243" y="529488"/>
                    <a:pt x="1193492" y="530463"/>
                    <a:pt x="1195142" y="531439"/>
                  </a:cubicBezTo>
                  <a:cubicBezTo>
                    <a:pt x="1196757" y="532414"/>
                    <a:pt x="1196757" y="530564"/>
                    <a:pt x="1197430" y="530026"/>
                  </a:cubicBezTo>
                  <a:cubicBezTo>
                    <a:pt x="1198069" y="529488"/>
                    <a:pt x="1198843" y="528075"/>
                    <a:pt x="1200695" y="527200"/>
                  </a:cubicBezTo>
                  <a:cubicBezTo>
                    <a:pt x="1202546" y="526326"/>
                    <a:pt x="1203421" y="525788"/>
                    <a:pt x="1204598" y="524274"/>
                  </a:cubicBezTo>
                  <a:cubicBezTo>
                    <a:pt x="1205776" y="522760"/>
                    <a:pt x="1205574" y="520573"/>
                    <a:pt x="1206214" y="520136"/>
                  </a:cubicBezTo>
                  <a:cubicBezTo>
                    <a:pt x="1206853" y="519699"/>
                    <a:pt x="1207089" y="518824"/>
                    <a:pt x="1210892" y="518723"/>
                  </a:cubicBezTo>
                  <a:cubicBezTo>
                    <a:pt x="1214695" y="518622"/>
                    <a:pt x="1212945" y="519934"/>
                    <a:pt x="1215570" y="520910"/>
                  </a:cubicBezTo>
                  <a:cubicBezTo>
                    <a:pt x="1218161" y="521885"/>
                    <a:pt x="1216647" y="522760"/>
                    <a:pt x="1218834" y="523399"/>
                  </a:cubicBezTo>
                  <a:cubicBezTo>
                    <a:pt x="1221022" y="524038"/>
                    <a:pt x="1220685" y="523500"/>
                    <a:pt x="1223613" y="522962"/>
                  </a:cubicBezTo>
                  <a:cubicBezTo>
                    <a:pt x="1226541" y="522424"/>
                    <a:pt x="1225464" y="521650"/>
                    <a:pt x="1226238" y="521347"/>
                  </a:cubicBezTo>
                  <a:cubicBezTo>
                    <a:pt x="1227012" y="521011"/>
                    <a:pt x="1227214" y="519160"/>
                    <a:pt x="1227551" y="518521"/>
                  </a:cubicBezTo>
                  <a:cubicBezTo>
                    <a:pt x="1227887" y="517882"/>
                    <a:pt x="1227887" y="515595"/>
                    <a:pt x="1227753" y="514182"/>
                  </a:cubicBezTo>
                  <a:cubicBezTo>
                    <a:pt x="1227652" y="512769"/>
                    <a:pt x="1227854" y="512231"/>
                    <a:pt x="1227854" y="511894"/>
                  </a:cubicBezTo>
                  <a:cubicBezTo>
                    <a:pt x="1227854" y="511558"/>
                    <a:pt x="1227080" y="507454"/>
                    <a:pt x="1227080" y="507454"/>
                  </a:cubicBezTo>
                  <a:cubicBezTo>
                    <a:pt x="1227080" y="507454"/>
                    <a:pt x="1226440" y="505065"/>
                    <a:pt x="1226205" y="504426"/>
                  </a:cubicBezTo>
                  <a:cubicBezTo>
                    <a:pt x="1226003" y="503787"/>
                    <a:pt x="1225431" y="500625"/>
                    <a:pt x="1225431" y="500625"/>
                  </a:cubicBezTo>
                  <a:cubicBezTo>
                    <a:pt x="1225431" y="500625"/>
                    <a:pt x="1225229" y="496824"/>
                    <a:pt x="1225229" y="496386"/>
                  </a:cubicBezTo>
                  <a:cubicBezTo>
                    <a:pt x="1225229" y="495949"/>
                    <a:pt x="1224892" y="494536"/>
                    <a:pt x="1224892" y="494536"/>
                  </a:cubicBezTo>
                  <a:lnTo>
                    <a:pt x="1224354" y="492047"/>
                  </a:lnTo>
                  <a:lnTo>
                    <a:pt x="1223479" y="489120"/>
                  </a:lnTo>
                  <a:lnTo>
                    <a:pt x="1226407" y="488145"/>
                  </a:lnTo>
                  <a:cubicBezTo>
                    <a:pt x="1226407" y="488145"/>
                    <a:pt x="1227282" y="487943"/>
                    <a:pt x="1227719" y="487808"/>
                  </a:cubicBezTo>
                  <a:cubicBezTo>
                    <a:pt x="1228157" y="487707"/>
                    <a:pt x="1229133" y="486732"/>
                    <a:pt x="1231623" y="485958"/>
                  </a:cubicBezTo>
                  <a:cubicBezTo>
                    <a:pt x="1234114" y="485184"/>
                    <a:pt x="1234114" y="484343"/>
                    <a:pt x="1235863" y="483906"/>
                  </a:cubicBezTo>
                  <a:cubicBezTo>
                    <a:pt x="1237614" y="483469"/>
                    <a:pt x="1238892" y="484343"/>
                    <a:pt x="1241417" y="484579"/>
                  </a:cubicBezTo>
                  <a:cubicBezTo>
                    <a:pt x="1243907" y="484781"/>
                    <a:pt x="1242191" y="484915"/>
                    <a:pt x="1244008" y="485353"/>
                  </a:cubicBezTo>
                  <a:cubicBezTo>
                    <a:pt x="1245859" y="485790"/>
                    <a:pt x="1246195" y="486126"/>
                    <a:pt x="1247037" y="485790"/>
                  </a:cubicBezTo>
                  <a:cubicBezTo>
                    <a:pt x="1247912" y="485453"/>
                    <a:pt x="1247912" y="485353"/>
                    <a:pt x="1248249" y="484814"/>
                  </a:cubicBezTo>
                  <a:cubicBezTo>
                    <a:pt x="1248585" y="484276"/>
                    <a:pt x="1248484" y="483637"/>
                    <a:pt x="1248484" y="483637"/>
                  </a:cubicBezTo>
                  <a:lnTo>
                    <a:pt x="1248585" y="482224"/>
                  </a:lnTo>
                  <a:cubicBezTo>
                    <a:pt x="1248585" y="482224"/>
                    <a:pt x="1248921" y="479197"/>
                    <a:pt x="1249023" y="478423"/>
                  </a:cubicBezTo>
                  <a:cubicBezTo>
                    <a:pt x="1249123" y="477649"/>
                    <a:pt x="1249123" y="474722"/>
                    <a:pt x="1249123" y="474722"/>
                  </a:cubicBezTo>
                  <a:cubicBezTo>
                    <a:pt x="1249123" y="474722"/>
                    <a:pt x="1249123" y="471695"/>
                    <a:pt x="1249123" y="471022"/>
                  </a:cubicBezTo>
                  <a:cubicBezTo>
                    <a:pt x="1249123" y="470383"/>
                    <a:pt x="1249023" y="468297"/>
                    <a:pt x="1249023" y="467221"/>
                  </a:cubicBezTo>
                  <a:cubicBezTo>
                    <a:pt x="1249023" y="466144"/>
                    <a:pt x="1249123" y="465808"/>
                    <a:pt x="1249023" y="465472"/>
                  </a:cubicBezTo>
                  <a:cubicBezTo>
                    <a:pt x="1248921" y="465135"/>
                    <a:pt x="1247407" y="463420"/>
                    <a:pt x="1247407" y="462982"/>
                  </a:cubicBezTo>
                  <a:cubicBezTo>
                    <a:pt x="1247407" y="462545"/>
                    <a:pt x="1246970" y="462007"/>
                    <a:pt x="1246768" y="461670"/>
                  </a:cubicBezTo>
                  <a:cubicBezTo>
                    <a:pt x="1246566" y="461334"/>
                    <a:pt x="1245691" y="460022"/>
                    <a:pt x="1245691" y="459181"/>
                  </a:cubicBezTo>
                  <a:cubicBezTo>
                    <a:pt x="1245691" y="458306"/>
                    <a:pt x="1245691" y="457667"/>
                    <a:pt x="1245893" y="457230"/>
                  </a:cubicBezTo>
                  <a:cubicBezTo>
                    <a:pt x="1246095" y="456793"/>
                    <a:pt x="1246229" y="456456"/>
                    <a:pt x="1246229" y="456456"/>
                  </a:cubicBezTo>
                  <a:cubicBezTo>
                    <a:pt x="1246229" y="456456"/>
                    <a:pt x="1247878" y="452857"/>
                    <a:pt x="1248282" y="452655"/>
                  </a:cubicBezTo>
                  <a:cubicBezTo>
                    <a:pt x="1248720" y="452453"/>
                    <a:pt x="1250571" y="451242"/>
                    <a:pt x="1250571" y="451242"/>
                  </a:cubicBezTo>
                  <a:lnTo>
                    <a:pt x="1256326" y="446903"/>
                  </a:lnTo>
                  <a:lnTo>
                    <a:pt x="1257201" y="443303"/>
                  </a:lnTo>
                  <a:cubicBezTo>
                    <a:pt x="1257201" y="443303"/>
                    <a:pt x="1258378" y="440713"/>
                    <a:pt x="1258513" y="440275"/>
                  </a:cubicBezTo>
                  <a:cubicBezTo>
                    <a:pt x="1258614" y="439838"/>
                    <a:pt x="1257739" y="439838"/>
                    <a:pt x="1257739" y="439838"/>
                  </a:cubicBezTo>
                  <a:lnTo>
                    <a:pt x="1255114" y="438863"/>
                  </a:lnTo>
                  <a:lnTo>
                    <a:pt x="1254340" y="437450"/>
                  </a:lnTo>
                  <a:lnTo>
                    <a:pt x="1253902" y="435061"/>
                  </a:lnTo>
                  <a:cubicBezTo>
                    <a:pt x="1253902" y="435061"/>
                    <a:pt x="1251614" y="432471"/>
                    <a:pt x="1251412" y="432034"/>
                  </a:cubicBezTo>
                  <a:cubicBezTo>
                    <a:pt x="1251210" y="431597"/>
                    <a:pt x="1249763" y="431058"/>
                    <a:pt x="1249763" y="431058"/>
                  </a:cubicBezTo>
                  <a:cubicBezTo>
                    <a:pt x="1249763" y="431058"/>
                    <a:pt x="1246734" y="429208"/>
                    <a:pt x="1246195" y="428468"/>
                  </a:cubicBezTo>
                  <a:cubicBezTo>
                    <a:pt x="1245657" y="427694"/>
                    <a:pt x="1242931" y="425104"/>
                    <a:pt x="1242494" y="424768"/>
                  </a:cubicBezTo>
                  <a:cubicBezTo>
                    <a:pt x="1242056" y="424431"/>
                    <a:pt x="1239229" y="422716"/>
                    <a:pt x="1238791" y="422480"/>
                  </a:cubicBezTo>
                  <a:cubicBezTo>
                    <a:pt x="1238354" y="422278"/>
                    <a:pt x="1234753" y="418881"/>
                    <a:pt x="1234753" y="418881"/>
                  </a:cubicBezTo>
                  <a:cubicBezTo>
                    <a:pt x="1234753" y="418881"/>
                    <a:pt x="1233878" y="414205"/>
                    <a:pt x="1233878" y="413566"/>
                  </a:cubicBezTo>
                  <a:cubicBezTo>
                    <a:pt x="1233878" y="412926"/>
                    <a:pt x="1233777" y="409428"/>
                    <a:pt x="1233777" y="409428"/>
                  </a:cubicBezTo>
                  <a:cubicBezTo>
                    <a:pt x="1233777" y="409428"/>
                    <a:pt x="1233777" y="405728"/>
                    <a:pt x="1233676" y="405089"/>
                  </a:cubicBezTo>
                  <a:cubicBezTo>
                    <a:pt x="1233575" y="404449"/>
                    <a:pt x="1232599" y="401388"/>
                    <a:pt x="1232599" y="401388"/>
                  </a:cubicBezTo>
                  <a:lnTo>
                    <a:pt x="1231623" y="398226"/>
                  </a:lnTo>
                  <a:lnTo>
                    <a:pt x="1230849" y="396039"/>
                  </a:lnTo>
                  <a:lnTo>
                    <a:pt x="1229974" y="395400"/>
                  </a:lnTo>
                  <a:cubicBezTo>
                    <a:pt x="1229974" y="395400"/>
                    <a:pt x="1223008" y="392911"/>
                    <a:pt x="1222805" y="392474"/>
                  </a:cubicBezTo>
                  <a:cubicBezTo>
                    <a:pt x="1222570" y="392036"/>
                    <a:pt x="1222368" y="391162"/>
                    <a:pt x="1222368" y="390623"/>
                  </a:cubicBezTo>
                  <a:cubicBezTo>
                    <a:pt x="1222368" y="390085"/>
                    <a:pt x="1222469" y="388437"/>
                    <a:pt x="1222570" y="387798"/>
                  </a:cubicBezTo>
                  <a:cubicBezTo>
                    <a:pt x="1222671" y="387159"/>
                    <a:pt x="1223647" y="386048"/>
                    <a:pt x="1224320" y="384972"/>
                  </a:cubicBezTo>
                  <a:cubicBezTo>
                    <a:pt x="1224959" y="383895"/>
                    <a:pt x="1224959" y="384535"/>
                    <a:pt x="1226272" y="383895"/>
                  </a:cubicBezTo>
                  <a:cubicBezTo>
                    <a:pt x="1227585" y="383256"/>
                    <a:pt x="1227484" y="383256"/>
                    <a:pt x="1228325" y="382819"/>
                  </a:cubicBezTo>
                  <a:cubicBezTo>
                    <a:pt x="1229200" y="382382"/>
                    <a:pt x="1229402" y="381944"/>
                    <a:pt x="1230176" y="380767"/>
                  </a:cubicBezTo>
                  <a:cubicBezTo>
                    <a:pt x="1230950" y="379556"/>
                    <a:pt x="1230176" y="380767"/>
                    <a:pt x="1230714" y="380431"/>
                  </a:cubicBezTo>
                  <a:cubicBezTo>
                    <a:pt x="1231253" y="380094"/>
                    <a:pt x="1231589" y="378917"/>
                    <a:pt x="1232128" y="378379"/>
                  </a:cubicBezTo>
                  <a:cubicBezTo>
                    <a:pt x="1232666" y="377840"/>
                    <a:pt x="1232666" y="376528"/>
                    <a:pt x="1232666" y="376528"/>
                  </a:cubicBezTo>
                  <a:lnTo>
                    <a:pt x="1232431" y="374577"/>
                  </a:lnTo>
                  <a:lnTo>
                    <a:pt x="1231993" y="371415"/>
                  </a:lnTo>
                  <a:lnTo>
                    <a:pt x="1230479" y="369565"/>
                  </a:lnTo>
                  <a:lnTo>
                    <a:pt x="1227753" y="368253"/>
                  </a:lnTo>
                  <a:lnTo>
                    <a:pt x="1224488" y="365629"/>
                  </a:lnTo>
                  <a:cubicBezTo>
                    <a:pt x="1224488" y="365629"/>
                    <a:pt x="1222738" y="363443"/>
                    <a:pt x="1222839" y="364115"/>
                  </a:cubicBezTo>
                  <a:cubicBezTo>
                    <a:pt x="1222940" y="364754"/>
                    <a:pt x="1219373" y="362164"/>
                    <a:pt x="1218700" y="361626"/>
                  </a:cubicBezTo>
                  <a:cubicBezTo>
                    <a:pt x="1218060" y="361088"/>
                    <a:pt x="1214358" y="360415"/>
                    <a:pt x="1213483" y="360112"/>
                  </a:cubicBezTo>
                  <a:cubicBezTo>
                    <a:pt x="1212608" y="359776"/>
                    <a:pt x="1210858" y="359137"/>
                    <a:pt x="1210858" y="358800"/>
                  </a:cubicBezTo>
                  <a:cubicBezTo>
                    <a:pt x="1210858" y="358464"/>
                    <a:pt x="1211397" y="355335"/>
                    <a:pt x="1212373" y="354326"/>
                  </a:cubicBezTo>
                  <a:cubicBezTo>
                    <a:pt x="1213349" y="353351"/>
                    <a:pt x="1213685" y="353553"/>
                    <a:pt x="1214123" y="353351"/>
                  </a:cubicBezTo>
                  <a:cubicBezTo>
                    <a:pt x="1214560" y="353149"/>
                    <a:pt x="1215099" y="351332"/>
                    <a:pt x="1215099" y="351332"/>
                  </a:cubicBezTo>
                  <a:cubicBezTo>
                    <a:pt x="1215099" y="351332"/>
                    <a:pt x="1215301" y="349919"/>
                    <a:pt x="1216176" y="348607"/>
                  </a:cubicBezTo>
                  <a:cubicBezTo>
                    <a:pt x="1217051" y="347296"/>
                    <a:pt x="1217488" y="344571"/>
                    <a:pt x="1217589" y="344167"/>
                  </a:cubicBezTo>
                  <a:cubicBezTo>
                    <a:pt x="1217690" y="343730"/>
                    <a:pt x="1218363" y="341678"/>
                    <a:pt x="1218363" y="341678"/>
                  </a:cubicBezTo>
                  <a:cubicBezTo>
                    <a:pt x="1218363" y="341678"/>
                    <a:pt x="1219137" y="341240"/>
                    <a:pt x="1219878" y="340803"/>
                  </a:cubicBezTo>
                  <a:cubicBezTo>
                    <a:pt x="1220652" y="340366"/>
                    <a:pt x="1221291" y="340366"/>
                    <a:pt x="1222267" y="339929"/>
                  </a:cubicBezTo>
                  <a:cubicBezTo>
                    <a:pt x="1223243" y="339491"/>
                    <a:pt x="1223916" y="339155"/>
                    <a:pt x="1224017" y="338415"/>
                  </a:cubicBezTo>
                  <a:cubicBezTo>
                    <a:pt x="1224118" y="337641"/>
                    <a:pt x="1224118" y="336026"/>
                    <a:pt x="1223916" y="334815"/>
                  </a:cubicBezTo>
                  <a:cubicBezTo>
                    <a:pt x="1223714" y="333604"/>
                    <a:pt x="1222839" y="332629"/>
                    <a:pt x="1222604" y="332225"/>
                  </a:cubicBezTo>
                  <a:cubicBezTo>
                    <a:pt x="1222368" y="331788"/>
                    <a:pt x="1220551" y="330039"/>
                    <a:pt x="1220315" y="329601"/>
                  </a:cubicBezTo>
                  <a:cubicBezTo>
                    <a:pt x="1220079" y="329164"/>
                    <a:pt x="1218902" y="327650"/>
                    <a:pt x="1218902" y="327650"/>
                  </a:cubicBezTo>
                  <a:lnTo>
                    <a:pt x="1216075" y="325161"/>
                  </a:lnTo>
                  <a:lnTo>
                    <a:pt x="1213248" y="321158"/>
                  </a:lnTo>
                  <a:lnTo>
                    <a:pt x="1208469" y="318130"/>
                  </a:lnTo>
                  <a:lnTo>
                    <a:pt x="1205103" y="315641"/>
                  </a:lnTo>
                  <a:lnTo>
                    <a:pt x="1202377" y="312176"/>
                  </a:lnTo>
                  <a:lnTo>
                    <a:pt x="1197060" y="309787"/>
                  </a:lnTo>
                  <a:lnTo>
                    <a:pt x="1195983" y="309451"/>
                  </a:lnTo>
                  <a:lnTo>
                    <a:pt x="1192920" y="308139"/>
                  </a:lnTo>
                  <a:cubicBezTo>
                    <a:pt x="1192920" y="308139"/>
                    <a:pt x="1188141" y="307063"/>
                    <a:pt x="1187603" y="306390"/>
                  </a:cubicBezTo>
                  <a:cubicBezTo>
                    <a:pt x="1187064" y="305751"/>
                    <a:pt x="1183362" y="304203"/>
                    <a:pt x="1182050" y="303463"/>
                  </a:cubicBezTo>
                  <a:cubicBezTo>
                    <a:pt x="1180737" y="302689"/>
                    <a:pt x="1178684" y="301276"/>
                    <a:pt x="1178247" y="300873"/>
                  </a:cubicBezTo>
                  <a:cubicBezTo>
                    <a:pt x="1177809" y="300435"/>
                    <a:pt x="1176934" y="299998"/>
                    <a:pt x="1176934" y="299561"/>
                  </a:cubicBezTo>
                  <a:cubicBezTo>
                    <a:pt x="1176934" y="299124"/>
                    <a:pt x="1177035" y="297173"/>
                    <a:pt x="1177035" y="296836"/>
                  </a:cubicBezTo>
                  <a:cubicBezTo>
                    <a:pt x="1177035" y="296500"/>
                    <a:pt x="1177372" y="295322"/>
                    <a:pt x="1177473" y="294549"/>
                  </a:cubicBezTo>
                  <a:cubicBezTo>
                    <a:pt x="1177574" y="293775"/>
                    <a:pt x="1178146" y="291386"/>
                    <a:pt x="1178247" y="291084"/>
                  </a:cubicBezTo>
                  <a:cubicBezTo>
                    <a:pt x="1178348" y="290747"/>
                    <a:pt x="1179122" y="290983"/>
                    <a:pt x="1179559" y="290310"/>
                  </a:cubicBezTo>
                  <a:cubicBezTo>
                    <a:pt x="1179997" y="289671"/>
                    <a:pt x="1181074" y="289234"/>
                    <a:pt x="1181074" y="288796"/>
                  </a:cubicBezTo>
                  <a:cubicBezTo>
                    <a:pt x="1181074" y="288359"/>
                    <a:pt x="1181612" y="287484"/>
                    <a:pt x="1181713" y="287047"/>
                  </a:cubicBezTo>
                  <a:cubicBezTo>
                    <a:pt x="1181814" y="286610"/>
                    <a:pt x="1182151" y="285836"/>
                    <a:pt x="1182353" y="285399"/>
                  </a:cubicBezTo>
                  <a:cubicBezTo>
                    <a:pt x="1182555" y="284961"/>
                    <a:pt x="1182891" y="283986"/>
                    <a:pt x="1183127" y="283347"/>
                  </a:cubicBezTo>
                  <a:cubicBezTo>
                    <a:pt x="1183329" y="282708"/>
                    <a:pt x="1183564" y="281597"/>
                    <a:pt x="1183564" y="281597"/>
                  </a:cubicBezTo>
                  <a:lnTo>
                    <a:pt x="1183901" y="279646"/>
                  </a:lnTo>
                  <a:cubicBezTo>
                    <a:pt x="1183901" y="279646"/>
                    <a:pt x="1183463" y="278435"/>
                    <a:pt x="1183362" y="277695"/>
                  </a:cubicBezTo>
                  <a:cubicBezTo>
                    <a:pt x="1183261" y="276921"/>
                    <a:pt x="1182050" y="276921"/>
                    <a:pt x="1181410" y="275206"/>
                  </a:cubicBezTo>
                  <a:cubicBezTo>
                    <a:pt x="1180771" y="273457"/>
                    <a:pt x="1179795" y="273457"/>
                    <a:pt x="1179795" y="273457"/>
                  </a:cubicBezTo>
                  <a:lnTo>
                    <a:pt x="1179459" y="271404"/>
                  </a:lnTo>
                  <a:cubicBezTo>
                    <a:pt x="1179459" y="271404"/>
                    <a:pt x="1179459" y="269891"/>
                    <a:pt x="1179459" y="269218"/>
                  </a:cubicBezTo>
                  <a:cubicBezTo>
                    <a:pt x="1179459" y="268579"/>
                    <a:pt x="1179223" y="267805"/>
                    <a:pt x="1179223" y="266830"/>
                  </a:cubicBezTo>
                  <a:cubicBezTo>
                    <a:pt x="1179223" y="265854"/>
                    <a:pt x="1176059" y="264441"/>
                    <a:pt x="1175756" y="264105"/>
                  </a:cubicBezTo>
                  <a:cubicBezTo>
                    <a:pt x="1175420" y="263768"/>
                    <a:pt x="1173030" y="262894"/>
                    <a:pt x="1173030" y="262894"/>
                  </a:cubicBezTo>
                  <a:cubicBezTo>
                    <a:pt x="1173030" y="262894"/>
                    <a:pt x="1171078" y="263432"/>
                    <a:pt x="1170742" y="263667"/>
                  </a:cubicBezTo>
                  <a:cubicBezTo>
                    <a:pt x="1170405" y="263869"/>
                    <a:pt x="1169665" y="264879"/>
                    <a:pt x="1169665" y="264879"/>
                  </a:cubicBezTo>
                  <a:cubicBezTo>
                    <a:pt x="1169665" y="264879"/>
                    <a:pt x="1169665" y="266190"/>
                    <a:pt x="1169564" y="266931"/>
                  </a:cubicBezTo>
                  <a:cubicBezTo>
                    <a:pt x="1169463" y="267704"/>
                    <a:pt x="1169227" y="268680"/>
                    <a:pt x="1169026" y="269117"/>
                  </a:cubicBezTo>
                  <a:cubicBezTo>
                    <a:pt x="1168824" y="269554"/>
                    <a:pt x="1167949" y="271741"/>
                    <a:pt x="1167275" y="272481"/>
                  </a:cubicBezTo>
                  <a:cubicBezTo>
                    <a:pt x="1166636" y="273255"/>
                    <a:pt x="1166401" y="274230"/>
                    <a:pt x="1165626" y="275206"/>
                  </a:cubicBezTo>
                  <a:cubicBezTo>
                    <a:pt x="1164852" y="276181"/>
                    <a:pt x="1164987" y="276080"/>
                    <a:pt x="1164987" y="276080"/>
                  </a:cubicBezTo>
                  <a:cubicBezTo>
                    <a:pt x="1164987" y="276080"/>
                    <a:pt x="1164348" y="277695"/>
                    <a:pt x="1163910" y="278267"/>
                  </a:cubicBezTo>
                  <a:cubicBezTo>
                    <a:pt x="1163473" y="278805"/>
                    <a:pt x="1163809" y="280655"/>
                    <a:pt x="1163809" y="281093"/>
                  </a:cubicBezTo>
                  <a:cubicBezTo>
                    <a:pt x="1163809" y="281530"/>
                    <a:pt x="1164011" y="282943"/>
                    <a:pt x="1164011" y="282943"/>
                  </a:cubicBezTo>
                  <a:cubicBezTo>
                    <a:pt x="1164011" y="282943"/>
                    <a:pt x="1164247" y="284894"/>
                    <a:pt x="1164549" y="285432"/>
                  </a:cubicBezTo>
                  <a:cubicBezTo>
                    <a:pt x="1164886" y="285970"/>
                    <a:pt x="1164650" y="287047"/>
                    <a:pt x="1164650" y="287047"/>
                  </a:cubicBezTo>
                  <a:lnTo>
                    <a:pt x="1162800" y="288796"/>
                  </a:lnTo>
                  <a:lnTo>
                    <a:pt x="1160410" y="289435"/>
                  </a:lnTo>
                  <a:cubicBezTo>
                    <a:pt x="1160410" y="289435"/>
                    <a:pt x="1158458" y="289772"/>
                    <a:pt x="1158121" y="289873"/>
                  </a:cubicBezTo>
                  <a:cubicBezTo>
                    <a:pt x="1157785" y="289974"/>
                    <a:pt x="1156472" y="289772"/>
                    <a:pt x="1156472" y="289772"/>
                  </a:cubicBezTo>
                  <a:lnTo>
                    <a:pt x="1155059" y="286946"/>
                  </a:lnTo>
                  <a:lnTo>
                    <a:pt x="1153309" y="284221"/>
                  </a:lnTo>
                  <a:lnTo>
                    <a:pt x="1150583" y="281631"/>
                  </a:lnTo>
                  <a:lnTo>
                    <a:pt x="1147857" y="277056"/>
                  </a:lnTo>
                  <a:cubicBezTo>
                    <a:pt x="1147857" y="277056"/>
                    <a:pt x="1145669" y="275307"/>
                    <a:pt x="1144828" y="275004"/>
                  </a:cubicBezTo>
                  <a:cubicBezTo>
                    <a:pt x="1143953" y="274668"/>
                    <a:pt x="1143078" y="274567"/>
                    <a:pt x="1142775" y="274466"/>
                  </a:cubicBezTo>
                  <a:cubicBezTo>
                    <a:pt x="1142439" y="274365"/>
                    <a:pt x="1140587" y="273591"/>
                    <a:pt x="1140587" y="273591"/>
                  </a:cubicBezTo>
                  <a:lnTo>
                    <a:pt x="1138534" y="271842"/>
                  </a:lnTo>
                  <a:lnTo>
                    <a:pt x="1134933" y="267805"/>
                  </a:lnTo>
                  <a:lnTo>
                    <a:pt x="1132645" y="264979"/>
                  </a:lnTo>
                  <a:cubicBezTo>
                    <a:pt x="1132645" y="264979"/>
                    <a:pt x="1127429" y="258992"/>
                    <a:pt x="1127327" y="258689"/>
                  </a:cubicBezTo>
                  <a:cubicBezTo>
                    <a:pt x="1127227" y="258352"/>
                    <a:pt x="1123727" y="254988"/>
                    <a:pt x="1123727" y="254988"/>
                  </a:cubicBezTo>
                  <a:lnTo>
                    <a:pt x="1121135" y="253575"/>
                  </a:lnTo>
                  <a:cubicBezTo>
                    <a:pt x="1121135" y="253575"/>
                    <a:pt x="1112116" y="245098"/>
                    <a:pt x="1111140" y="244661"/>
                  </a:cubicBezTo>
                  <a:cubicBezTo>
                    <a:pt x="1110164" y="244224"/>
                    <a:pt x="1106697" y="241196"/>
                    <a:pt x="1105688" y="240422"/>
                  </a:cubicBezTo>
                  <a:cubicBezTo>
                    <a:pt x="1104712" y="239649"/>
                    <a:pt x="1099596" y="235208"/>
                    <a:pt x="1099596" y="235208"/>
                  </a:cubicBezTo>
                  <a:cubicBezTo>
                    <a:pt x="1099596" y="235208"/>
                    <a:pt x="1093303" y="232046"/>
                    <a:pt x="1092865" y="231743"/>
                  </a:cubicBezTo>
                  <a:cubicBezTo>
                    <a:pt x="1092428" y="231407"/>
                    <a:pt x="1089803" y="228918"/>
                    <a:pt x="1089399" y="228817"/>
                  </a:cubicBezTo>
                  <a:cubicBezTo>
                    <a:pt x="1088961" y="228716"/>
                    <a:pt x="1087346" y="227404"/>
                    <a:pt x="1087346" y="227404"/>
                  </a:cubicBezTo>
                  <a:cubicBezTo>
                    <a:pt x="1087346" y="227404"/>
                    <a:pt x="1083004" y="226327"/>
                    <a:pt x="1082668" y="226092"/>
                  </a:cubicBezTo>
                  <a:cubicBezTo>
                    <a:pt x="1082331" y="225890"/>
                    <a:pt x="1079067" y="225116"/>
                    <a:pt x="1078629" y="224881"/>
                  </a:cubicBezTo>
                  <a:cubicBezTo>
                    <a:pt x="1078192" y="224679"/>
                    <a:pt x="1074187" y="221080"/>
                    <a:pt x="1074052" y="220642"/>
                  </a:cubicBezTo>
                  <a:cubicBezTo>
                    <a:pt x="1073951" y="220205"/>
                    <a:pt x="1072437" y="219566"/>
                    <a:pt x="1072100" y="219028"/>
                  </a:cubicBezTo>
                  <a:cubicBezTo>
                    <a:pt x="1071764" y="218489"/>
                    <a:pt x="1069711" y="216538"/>
                    <a:pt x="1069711" y="216538"/>
                  </a:cubicBezTo>
                  <a:cubicBezTo>
                    <a:pt x="1069711" y="216538"/>
                    <a:pt x="1069071" y="216538"/>
                    <a:pt x="1068398" y="216875"/>
                  </a:cubicBezTo>
                  <a:cubicBezTo>
                    <a:pt x="1067759" y="217211"/>
                    <a:pt x="1067086" y="217648"/>
                    <a:pt x="1065235" y="218624"/>
                  </a:cubicBezTo>
                  <a:cubicBezTo>
                    <a:pt x="1063384" y="219600"/>
                    <a:pt x="1061970" y="219061"/>
                    <a:pt x="1060893" y="218960"/>
                  </a:cubicBezTo>
                  <a:cubicBezTo>
                    <a:pt x="1059816" y="218859"/>
                    <a:pt x="1058840" y="216908"/>
                    <a:pt x="1058840" y="216908"/>
                  </a:cubicBezTo>
                  <a:lnTo>
                    <a:pt x="1059379" y="215058"/>
                  </a:lnTo>
                  <a:cubicBezTo>
                    <a:pt x="1059379" y="215058"/>
                    <a:pt x="1059716" y="213309"/>
                    <a:pt x="1059917" y="212333"/>
                  </a:cubicBezTo>
                  <a:cubicBezTo>
                    <a:pt x="1060119" y="211358"/>
                    <a:pt x="1060355" y="210281"/>
                    <a:pt x="1060355" y="210281"/>
                  </a:cubicBezTo>
                  <a:lnTo>
                    <a:pt x="1059379" y="205404"/>
                  </a:lnTo>
                  <a:lnTo>
                    <a:pt x="1059379" y="201804"/>
                  </a:lnTo>
                  <a:lnTo>
                    <a:pt x="1059042" y="197666"/>
                  </a:lnTo>
                  <a:cubicBezTo>
                    <a:pt x="1059042" y="197666"/>
                    <a:pt x="1057528" y="195278"/>
                    <a:pt x="1057292" y="194942"/>
                  </a:cubicBezTo>
                  <a:cubicBezTo>
                    <a:pt x="1057090" y="194605"/>
                    <a:pt x="1051436" y="194067"/>
                    <a:pt x="1051436" y="194067"/>
                  </a:cubicBezTo>
                  <a:lnTo>
                    <a:pt x="1048071" y="192318"/>
                  </a:lnTo>
                  <a:lnTo>
                    <a:pt x="1045379" y="192318"/>
                  </a:lnTo>
                  <a:cubicBezTo>
                    <a:pt x="1045379" y="192318"/>
                    <a:pt x="1042787" y="192049"/>
                    <a:pt x="1041845" y="191410"/>
                  </a:cubicBezTo>
                  <a:cubicBezTo>
                    <a:pt x="1040902" y="190770"/>
                    <a:pt x="1040162" y="190938"/>
                    <a:pt x="1040162" y="190938"/>
                  </a:cubicBezTo>
                  <a:cubicBezTo>
                    <a:pt x="1040162" y="190938"/>
                    <a:pt x="1037571" y="189055"/>
                    <a:pt x="1037268" y="188550"/>
                  </a:cubicBezTo>
                  <a:cubicBezTo>
                    <a:pt x="1036965" y="188046"/>
                    <a:pt x="1036191" y="187608"/>
                    <a:pt x="1035888" y="187171"/>
                  </a:cubicBezTo>
                  <a:cubicBezTo>
                    <a:pt x="1035585" y="186734"/>
                    <a:pt x="1034946" y="186364"/>
                    <a:pt x="1034441" y="185792"/>
                  </a:cubicBezTo>
                  <a:cubicBezTo>
                    <a:pt x="1033936" y="185220"/>
                    <a:pt x="1032994" y="184042"/>
                    <a:pt x="1032859" y="183269"/>
                  </a:cubicBezTo>
                  <a:cubicBezTo>
                    <a:pt x="1032724" y="182461"/>
                    <a:pt x="1031849" y="181620"/>
                    <a:pt x="1031715" y="181015"/>
                  </a:cubicBezTo>
                  <a:cubicBezTo>
                    <a:pt x="1031580" y="180443"/>
                    <a:pt x="1030840" y="179871"/>
                    <a:pt x="1030772" y="179266"/>
                  </a:cubicBezTo>
                  <a:cubicBezTo>
                    <a:pt x="1030705" y="178694"/>
                    <a:pt x="1028686" y="178525"/>
                    <a:pt x="1028686" y="178525"/>
                  </a:cubicBezTo>
                  <a:cubicBezTo>
                    <a:pt x="1028686" y="178525"/>
                    <a:pt x="1026297" y="178155"/>
                    <a:pt x="1025421" y="177012"/>
                  </a:cubicBezTo>
                  <a:cubicBezTo>
                    <a:pt x="1024546" y="175868"/>
                    <a:pt x="1025421" y="174993"/>
                    <a:pt x="1025489" y="174119"/>
                  </a:cubicBezTo>
                  <a:cubicBezTo>
                    <a:pt x="1025556" y="173244"/>
                    <a:pt x="1025186" y="171596"/>
                    <a:pt x="1025186" y="171360"/>
                  </a:cubicBezTo>
                  <a:cubicBezTo>
                    <a:pt x="1025186" y="171125"/>
                    <a:pt x="1024378" y="169342"/>
                    <a:pt x="1023941" y="168669"/>
                  </a:cubicBezTo>
                  <a:cubicBezTo>
                    <a:pt x="1023503" y="168030"/>
                    <a:pt x="1022426" y="166516"/>
                    <a:pt x="1022426" y="166516"/>
                  </a:cubicBezTo>
                  <a:cubicBezTo>
                    <a:pt x="1022426" y="166516"/>
                    <a:pt x="1021114" y="165709"/>
                    <a:pt x="1020676" y="165137"/>
                  </a:cubicBezTo>
                  <a:cubicBezTo>
                    <a:pt x="1020239" y="164565"/>
                    <a:pt x="1019465" y="165002"/>
                    <a:pt x="1019465" y="165002"/>
                  </a:cubicBezTo>
                  <a:lnTo>
                    <a:pt x="1017849" y="165810"/>
                  </a:lnTo>
                  <a:lnTo>
                    <a:pt x="1016099" y="167122"/>
                  </a:lnTo>
                  <a:cubicBezTo>
                    <a:pt x="1016099" y="167122"/>
                    <a:pt x="1015291" y="168635"/>
                    <a:pt x="1015224" y="169073"/>
                  </a:cubicBezTo>
                  <a:cubicBezTo>
                    <a:pt x="1015157" y="169510"/>
                    <a:pt x="1014921" y="170957"/>
                    <a:pt x="1014787" y="171461"/>
                  </a:cubicBezTo>
                  <a:cubicBezTo>
                    <a:pt x="1014652" y="171966"/>
                    <a:pt x="1014282" y="172840"/>
                    <a:pt x="1014214" y="173850"/>
                  </a:cubicBezTo>
                  <a:cubicBezTo>
                    <a:pt x="1014147" y="174859"/>
                    <a:pt x="1014147" y="175801"/>
                    <a:pt x="1014147" y="175801"/>
                  </a:cubicBezTo>
                  <a:cubicBezTo>
                    <a:pt x="1014147" y="175801"/>
                    <a:pt x="1014147" y="177314"/>
                    <a:pt x="1014147" y="177617"/>
                  </a:cubicBezTo>
                  <a:cubicBezTo>
                    <a:pt x="1014147" y="177920"/>
                    <a:pt x="1014484" y="178256"/>
                    <a:pt x="1015426" y="179568"/>
                  </a:cubicBezTo>
                  <a:cubicBezTo>
                    <a:pt x="1016368" y="180880"/>
                    <a:pt x="1016032" y="180813"/>
                    <a:pt x="1016705" y="181385"/>
                  </a:cubicBezTo>
                  <a:cubicBezTo>
                    <a:pt x="1017344" y="181957"/>
                    <a:pt x="1017075" y="183201"/>
                    <a:pt x="1017580" y="183706"/>
                  </a:cubicBezTo>
                  <a:cubicBezTo>
                    <a:pt x="1018085" y="184211"/>
                    <a:pt x="1018017" y="184648"/>
                    <a:pt x="1018825" y="185455"/>
                  </a:cubicBezTo>
                  <a:cubicBezTo>
                    <a:pt x="1019633" y="186263"/>
                    <a:pt x="1019195" y="185893"/>
                    <a:pt x="1019431" y="185960"/>
                  </a:cubicBezTo>
                  <a:cubicBezTo>
                    <a:pt x="1019666" y="186027"/>
                    <a:pt x="1019768" y="187036"/>
                    <a:pt x="1020575" y="187406"/>
                  </a:cubicBezTo>
                  <a:cubicBezTo>
                    <a:pt x="1021383" y="187776"/>
                    <a:pt x="1021719" y="188146"/>
                    <a:pt x="1021719" y="188146"/>
                  </a:cubicBezTo>
                  <a:cubicBezTo>
                    <a:pt x="1021719" y="188146"/>
                    <a:pt x="1025287" y="191847"/>
                    <a:pt x="1025186" y="192789"/>
                  </a:cubicBezTo>
                  <a:cubicBezTo>
                    <a:pt x="1025118" y="193731"/>
                    <a:pt x="1024984" y="194740"/>
                    <a:pt x="1024883" y="195682"/>
                  </a:cubicBezTo>
                  <a:cubicBezTo>
                    <a:pt x="1024816" y="196624"/>
                    <a:pt x="1023571" y="197195"/>
                    <a:pt x="1023133" y="197700"/>
                  </a:cubicBezTo>
                  <a:cubicBezTo>
                    <a:pt x="1022695" y="198205"/>
                    <a:pt x="1019868" y="198777"/>
                    <a:pt x="1019397" y="198777"/>
                  </a:cubicBezTo>
                  <a:cubicBezTo>
                    <a:pt x="1018926" y="198777"/>
                    <a:pt x="1017715" y="198911"/>
                    <a:pt x="1017277" y="198911"/>
                  </a:cubicBezTo>
                  <a:cubicBezTo>
                    <a:pt x="1016840" y="198911"/>
                    <a:pt x="1014955" y="198474"/>
                    <a:pt x="1013878" y="197902"/>
                  </a:cubicBezTo>
                  <a:cubicBezTo>
                    <a:pt x="1012801" y="197330"/>
                    <a:pt x="1012060" y="197027"/>
                    <a:pt x="1011859" y="196960"/>
                  </a:cubicBezTo>
                  <a:cubicBezTo>
                    <a:pt x="1011657" y="196893"/>
                    <a:pt x="1008460" y="195379"/>
                    <a:pt x="1008224" y="195143"/>
                  </a:cubicBezTo>
                  <a:cubicBezTo>
                    <a:pt x="1007988" y="194908"/>
                    <a:pt x="1006575" y="193899"/>
                    <a:pt x="1006575" y="193899"/>
                  </a:cubicBezTo>
                  <a:cubicBezTo>
                    <a:pt x="1006575" y="193899"/>
                    <a:pt x="1006205" y="191275"/>
                    <a:pt x="1006272" y="191073"/>
                  </a:cubicBezTo>
                  <a:cubicBezTo>
                    <a:pt x="1006339" y="190871"/>
                    <a:pt x="1003580" y="188617"/>
                    <a:pt x="1003580" y="188617"/>
                  </a:cubicBezTo>
                  <a:lnTo>
                    <a:pt x="1001695" y="187743"/>
                  </a:lnTo>
                  <a:lnTo>
                    <a:pt x="996983" y="183975"/>
                  </a:lnTo>
                  <a:lnTo>
                    <a:pt x="987493" y="175868"/>
                  </a:lnTo>
                  <a:cubicBezTo>
                    <a:pt x="987493" y="175868"/>
                    <a:pt x="986685" y="175363"/>
                    <a:pt x="986416" y="174993"/>
                  </a:cubicBezTo>
                  <a:cubicBezTo>
                    <a:pt x="986113" y="174623"/>
                    <a:pt x="984666" y="172908"/>
                    <a:pt x="984228" y="172370"/>
                  </a:cubicBezTo>
                  <a:cubicBezTo>
                    <a:pt x="983791" y="171865"/>
                    <a:pt x="982714" y="171058"/>
                    <a:pt x="982579" y="170721"/>
                  </a:cubicBezTo>
                  <a:cubicBezTo>
                    <a:pt x="982445" y="170351"/>
                    <a:pt x="981334" y="169847"/>
                    <a:pt x="981132" y="169712"/>
                  </a:cubicBezTo>
                  <a:cubicBezTo>
                    <a:pt x="980897" y="169577"/>
                    <a:pt x="980055" y="170149"/>
                    <a:pt x="978877" y="170082"/>
                  </a:cubicBezTo>
                  <a:cubicBezTo>
                    <a:pt x="977733" y="170015"/>
                    <a:pt x="977565" y="170082"/>
                    <a:pt x="977127" y="169880"/>
                  </a:cubicBezTo>
                  <a:cubicBezTo>
                    <a:pt x="976690" y="169678"/>
                    <a:pt x="976117" y="168938"/>
                    <a:pt x="976117" y="168938"/>
                  </a:cubicBezTo>
                  <a:cubicBezTo>
                    <a:pt x="976117" y="168938"/>
                    <a:pt x="975040" y="167929"/>
                    <a:pt x="974670" y="167626"/>
                  </a:cubicBezTo>
                  <a:cubicBezTo>
                    <a:pt x="974300" y="167324"/>
                    <a:pt x="974468" y="166314"/>
                    <a:pt x="974536" y="166045"/>
                  </a:cubicBezTo>
                  <a:cubicBezTo>
                    <a:pt x="974603" y="165742"/>
                    <a:pt x="975848" y="164666"/>
                    <a:pt x="976353" y="164296"/>
                  </a:cubicBezTo>
                  <a:cubicBezTo>
                    <a:pt x="976858" y="163926"/>
                    <a:pt x="975848" y="163152"/>
                    <a:pt x="975848" y="163152"/>
                  </a:cubicBezTo>
                  <a:lnTo>
                    <a:pt x="973593" y="161639"/>
                  </a:lnTo>
                  <a:cubicBezTo>
                    <a:pt x="973593" y="161639"/>
                    <a:pt x="972449" y="159620"/>
                    <a:pt x="972281" y="159183"/>
                  </a:cubicBezTo>
                  <a:cubicBezTo>
                    <a:pt x="972146" y="158745"/>
                    <a:pt x="970699" y="158476"/>
                    <a:pt x="970262" y="158174"/>
                  </a:cubicBezTo>
                  <a:cubicBezTo>
                    <a:pt x="969824" y="157871"/>
                    <a:pt x="968680" y="156727"/>
                    <a:pt x="968680" y="156727"/>
                  </a:cubicBezTo>
                  <a:cubicBezTo>
                    <a:pt x="968680" y="156727"/>
                    <a:pt x="967536" y="154271"/>
                    <a:pt x="967367" y="153699"/>
                  </a:cubicBezTo>
                  <a:cubicBezTo>
                    <a:pt x="967233" y="153128"/>
                    <a:pt x="966930" y="150369"/>
                    <a:pt x="966930" y="150369"/>
                  </a:cubicBezTo>
                  <a:lnTo>
                    <a:pt x="965785" y="148048"/>
                  </a:lnTo>
                  <a:cubicBezTo>
                    <a:pt x="965785" y="148048"/>
                    <a:pt x="964036" y="147173"/>
                    <a:pt x="964036" y="146601"/>
                  </a:cubicBezTo>
                  <a:cubicBezTo>
                    <a:pt x="964036" y="146030"/>
                    <a:pt x="961848" y="144852"/>
                    <a:pt x="961579" y="144146"/>
                  </a:cubicBezTo>
                  <a:cubicBezTo>
                    <a:pt x="961276" y="143406"/>
                    <a:pt x="960569" y="141825"/>
                    <a:pt x="960401" y="141387"/>
                  </a:cubicBezTo>
                  <a:cubicBezTo>
                    <a:pt x="960266" y="140950"/>
                    <a:pt x="958651" y="138494"/>
                    <a:pt x="958651" y="137620"/>
                  </a:cubicBezTo>
                  <a:cubicBezTo>
                    <a:pt x="958651" y="136745"/>
                    <a:pt x="955016" y="132843"/>
                    <a:pt x="955016" y="132843"/>
                  </a:cubicBezTo>
                  <a:cubicBezTo>
                    <a:pt x="955016" y="132843"/>
                    <a:pt x="951684" y="130387"/>
                    <a:pt x="951381" y="129512"/>
                  </a:cubicBezTo>
                  <a:cubicBezTo>
                    <a:pt x="951078" y="128638"/>
                    <a:pt x="947477" y="127326"/>
                    <a:pt x="946872" y="127057"/>
                  </a:cubicBezTo>
                  <a:cubicBezTo>
                    <a:pt x="946300" y="126754"/>
                    <a:pt x="944684" y="124298"/>
                    <a:pt x="943102" y="123155"/>
                  </a:cubicBezTo>
                  <a:cubicBezTo>
                    <a:pt x="941521" y="122011"/>
                    <a:pt x="940511" y="121136"/>
                    <a:pt x="939905" y="120564"/>
                  </a:cubicBezTo>
                  <a:cubicBezTo>
                    <a:pt x="939333" y="119993"/>
                    <a:pt x="937886" y="118815"/>
                    <a:pt x="936876" y="117537"/>
                  </a:cubicBezTo>
                  <a:cubicBezTo>
                    <a:pt x="935867" y="116225"/>
                    <a:pt x="935294" y="115956"/>
                    <a:pt x="935294" y="115956"/>
                  </a:cubicBezTo>
                  <a:cubicBezTo>
                    <a:pt x="935294" y="115956"/>
                    <a:pt x="933847" y="114509"/>
                    <a:pt x="933410" y="114072"/>
                  </a:cubicBezTo>
                  <a:cubicBezTo>
                    <a:pt x="932972" y="113635"/>
                    <a:pt x="930650" y="112928"/>
                    <a:pt x="930516" y="112491"/>
                  </a:cubicBezTo>
                  <a:cubicBezTo>
                    <a:pt x="930381" y="112054"/>
                    <a:pt x="929371" y="109732"/>
                    <a:pt x="928934" y="108723"/>
                  </a:cubicBezTo>
                  <a:cubicBezTo>
                    <a:pt x="928496" y="107714"/>
                    <a:pt x="926612" y="104653"/>
                    <a:pt x="926612" y="104653"/>
                  </a:cubicBezTo>
                  <a:lnTo>
                    <a:pt x="922842" y="102063"/>
                  </a:lnTo>
                  <a:cubicBezTo>
                    <a:pt x="922842" y="102063"/>
                    <a:pt x="921664" y="102063"/>
                    <a:pt x="921092" y="102063"/>
                  </a:cubicBezTo>
                  <a:cubicBezTo>
                    <a:pt x="920520" y="102063"/>
                    <a:pt x="919208" y="100481"/>
                    <a:pt x="919073" y="100044"/>
                  </a:cubicBezTo>
                  <a:cubicBezTo>
                    <a:pt x="918938" y="99607"/>
                    <a:pt x="916751" y="97723"/>
                    <a:pt x="916482" y="97151"/>
                  </a:cubicBezTo>
                  <a:cubicBezTo>
                    <a:pt x="916179" y="96579"/>
                    <a:pt x="915472" y="94527"/>
                    <a:pt x="915472" y="93955"/>
                  </a:cubicBezTo>
                  <a:cubicBezTo>
                    <a:pt x="915472" y="93384"/>
                    <a:pt x="914159" y="89751"/>
                    <a:pt x="914159" y="89751"/>
                  </a:cubicBezTo>
                  <a:lnTo>
                    <a:pt x="911703" y="86992"/>
                  </a:lnTo>
                  <a:lnTo>
                    <a:pt x="907227" y="84671"/>
                  </a:lnTo>
                  <a:cubicBezTo>
                    <a:pt x="907227" y="84671"/>
                    <a:pt x="904635" y="84671"/>
                    <a:pt x="904198" y="84671"/>
                  </a:cubicBezTo>
                  <a:cubicBezTo>
                    <a:pt x="903760" y="84671"/>
                    <a:pt x="901303" y="86487"/>
                    <a:pt x="900563" y="87059"/>
                  </a:cubicBezTo>
                  <a:cubicBezTo>
                    <a:pt x="899856" y="87631"/>
                    <a:pt x="898678" y="87867"/>
                    <a:pt x="898678" y="87867"/>
                  </a:cubicBezTo>
                  <a:lnTo>
                    <a:pt x="897534" y="89885"/>
                  </a:lnTo>
                  <a:lnTo>
                    <a:pt x="896524" y="91769"/>
                  </a:lnTo>
                  <a:cubicBezTo>
                    <a:pt x="896524" y="91769"/>
                    <a:pt x="896221" y="93081"/>
                    <a:pt x="896221" y="94225"/>
                  </a:cubicBezTo>
                  <a:cubicBezTo>
                    <a:pt x="896221" y="95368"/>
                    <a:pt x="895649" y="95671"/>
                    <a:pt x="895649" y="95671"/>
                  </a:cubicBezTo>
                  <a:cubicBezTo>
                    <a:pt x="895649" y="95671"/>
                    <a:pt x="894505" y="97858"/>
                    <a:pt x="893899" y="98295"/>
                  </a:cubicBezTo>
                  <a:cubicBezTo>
                    <a:pt x="893327" y="98732"/>
                    <a:pt x="893024" y="99439"/>
                    <a:pt x="893024" y="99439"/>
                  </a:cubicBezTo>
                  <a:cubicBezTo>
                    <a:pt x="893024" y="99439"/>
                    <a:pt x="888548" y="100885"/>
                    <a:pt x="887942" y="101020"/>
                  </a:cubicBezTo>
                  <a:cubicBezTo>
                    <a:pt x="887370" y="101154"/>
                    <a:pt x="879596" y="102264"/>
                    <a:pt x="879596" y="102264"/>
                  </a:cubicBezTo>
                  <a:cubicBezTo>
                    <a:pt x="879596" y="102264"/>
                    <a:pt x="874817" y="101928"/>
                    <a:pt x="873740" y="101625"/>
                  </a:cubicBezTo>
                  <a:cubicBezTo>
                    <a:pt x="872663" y="101289"/>
                    <a:pt x="872529" y="98799"/>
                    <a:pt x="872428" y="98261"/>
                  </a:cubicBezTo>
                  <a:cubicBezTo>
                    <a:pt x="872327" y="97723"/>
                    <a:pt x="870240" y="94998"/>
                    <a:pt x="870240" y="94998"/>
                  </a:cubicBezTo>
                  <a:lnTo>
                    <a:pt x="866538" y="90087"/>
                  </a:lnTo>
                  <a:cubicBezTo>
                    <a:pt x="866538" y="90087"/>
                    <a:pt x="864351" y="89111"/>
                    <a:pt x="863913" y="89111"/>
                  </a:cubicBezTo>
                  <a:cubicBezTo>
                    <a:pt x="863476" y="89111"/>
                    <a:pt x="862836" y="89313"/>
                    <a:pt x="862500" y="89313"/>
                  </a:cubicBezTo>
                  <a:cubicBezTo>
                    <a:pt x="862163" y="89313"/>
                    <a:pt x="861187" y="89414"/>
                    <a:pt x="860548" y="89515"/>
                  </a:cubicBezTo>
                  <a:cubicBezTo>
                    <a:pt x="859908" y="89616"/>
                    <a:pt x="859572" y="90827"/>
                    <a:pt x="859134" y="91802"/>
                  </a:cubicBezTo>
                  <a:cubicBezTo>
                    <a:pt x="858697" y="92778"/>
                    <a:pt x="857721" y="93989"/>
                    <a:pt x="856846" y="94830"/>
                  </a:cubicBezTo>
                  <a:cubicBezTo>
                    <a:pt x="855971" y="95705"/>
                    <a:pt x="855432" y="96243"/>
                    <a:pt x="855432" y="96243"/>
                  </a:cubicBezTo>
                  <a:cubicBezTo>
                    <a:pt x="855432" y="96243"/>
                    <a:pt x="854557" y="98531"/>
                    <a:pt x="853918" y="98968"/>
                  </a:cubicBezTo>
                  <a:cubicBezTo>
                    <a:pt x="853278" y="99405"/>
                    <a:pt x="852605" y="100044"/>
                    <a:pt x="851629" y="100818"/>
                  </a:cubicBezTo>
                  <a:cubicBezTo>
                    <a:pt x="850653" y="101592"/>
                    <a:pt x="850317" y="101255"/>
                    <a:pt x="850317" y="101255"/>
                  </a:cubicBezTo>
                  <a:cubicBezTo>
                    <a:pt x="850317" y="101255"/>
                    <a:pt x="848365" y="102668"/>
                    <a:pt x="847591" y="103307"/>
                  </a:cubicBezTo>
                  <a:cubicBezTo>
                    <a:pt x="846817" y="103946"/>
                    <a:pt x="846177" y="105898"/>
                    <a:pt x="846177" y="106772"/>
                  </a:cubicBezTo>
                  <a:cubicBezTo>
                    <a:pt x="846177" y="107647"/>
                    <a:pt x="845740" y="108387"/>
                    <a:pt x="845302" y="108824"/>
                  </a:cubicBezTo>
                  <a:cubicBezTo>
                    <a:pt x="844865" y="109262"/>
                    <a:pt x="844225" y="111650"/>
                    <a:pt x="843014" y="112525"/>
                  </a:cubicBezTo>
                  <a:cubicBezTo>
                    <a:pt x="841802" y="113399"/>
                    <a:pt x="841937" y="112861"/>
                    <a:pt x="840725" y="113164"/>
                  </a:cubicBezTo>
                  <a:cubicBezTo>
                    <a:pt x="839514" y="113500"/>
                    <a:pt x="837797" y="113265"/>
                    <a:pt x="835711" y="112827"/>
                  </a:cubicBezTo>
                  <a:cubicBezTo>
                    <a:pt x="833658" y="112390"/>
                    <a:pt x="834970" y="111515"/>
                    <a:pt x="834970" y="111515"/>
                  </a:cubicBezTo>
                  <a:lnTo>
                    <a:pt x="834970" y="108791"/>
                  </a:lnTo>
                  <a:cubicBezTo>
                    <a:pt x="834970" y="108791"/>
                    <a:pt x="834869" y="105427"/>
                    <a:pt x="834768" y="104989"/>
                  </a:cubicBezTo>
                  <a:cubicBezTo>
                    <a:pt x="834667" y="104552"/>
                    <a:pt x="830326" y="102601"/>
                    <a:pt x="830326" y="102601"/>
                  </a:cubicBezTo>
                  <a:cubicBezTo>
                    <a:pt x="830326" y="102601"/>
                    <a:pt x="826523" y="101188"/>
                    <a:pt x="825109" y="100111"/>
                  </a:cubicBezTo>
                  <a:cubicBezTo>
                    <a:pt x="823696" y="99035"/>
                    <a:pt x="820431" y="97723"/>
                    <a:pt x="819018" y="97185"/>
                  </a:cubicBezTo>
                  <a:cubicBezTo>
                    <a:pt x="817604" y="96647"/>
                    <a:pt x="815753" y="95335"/>
                    <a:pt x="814239" y="94696"/>
                  </a:cubicBezTo>
                  <a:cubicBezTo>
                    <a:pt x="812724" y="94056"/>
                    <a:pt x="810974" y="93720"/>
                    <a:pt x="808248" y="92744"/>
                  </a:cubicBezTo>
                  <a:cubicBezTo>
                    <a:pt x="805522" y="91769"/>
                    <a:pt x="804647" y="90793"/>
                    <a:pt x="802594" y="89481"/>
                  </a:cubicBezTo>
                  <a:cubicBezTo>
                    <a:pt x="800542" y="88169"/>
                    <a:pt x="799229" y="85882"/>
                    <a:pt x="798590" y="84469"/>
                  </a:cubicBezTo>
                  <a:cubicBezTo>
                    <a:pt x="797950" y="83056"/>
                    <a:pt x="796840" y="82417"/>
                    <a:pt x="796301" y="81643"/>
                  </a:cubicBezTo>
                  <a:cubicBezTo>
                    <a:pt x="795763" y="80870"/>
                    <a:pt x="793272" y="77943"/>
                    <a:pt x="792936" y="76766"/>
                  </a:cubicBezTo>
                  <a:cubicBezTo>
                    <a:pt x="792599" y="75555"/>
                    <a:pt x="790344" y="74142"/>
                    <a:pt x="789772" y="73301"/>
                  </a:cubicBezTo>
                  <a:cubicBezTo>
                    <a:pt x="789234" y="72426"/>
                    <a:pt x="785532" y="68625"/>
                    <a:pt x="784993" y="67986"/>
                  </a:cubicBezTo>
                  <a:cubicBezTo>
                    <a:pt x="784455" y="67347"/>
                    <a:pt x="782368" y="65362"/>
                    <a:pt x="782065" y="64958"/>
                  </a:cubicBezTo>
                  <a:cubicBezTo>
                    <a:pt x="781729" y="64521"/>
                    <a:pt x="779137" y="61796"/>
                    <a:pt x="777926" y="59845"/>
                  </a:cubicBezTo>
                  <a:cubicBezTo>
                    <a:pt x="776748" y="57894"/>
                    <a:pt x="775301" y="57557"/>
                    <a:pt x="774560" y="57120"/>
                  </a:cubicBezTo>
                  <a:cubicBezTo>
                    <a:pt x="773786" y="56683"/>
                    <a:pt x="770320" y="54631"/>
                    <a:pt x="770320" y="54631"/>
                  </a:cubicBezTo>
                  <a:cubicBezTo>
                    <a:pt x="770320" y="54631"/>
                    <a:pt x="765541" y="53857"/>
                    <a:pt x="765204" y="53857"/>
                  </a:cubicBezTo>
                  <a:cubicBezTo>
                    <a:pt x="764868" y="53857"/>
                    <a:pt x="754771" y="53420"/>
                    <a:pt x="753459" y="53420"/>
                  </a:cubicBezTo>
                  <a:cubicBezTo>
                    <a:pt x="752146" y="53420"/>
                    <a:pt x="749992" y="54193"/>
                    <a:pt x="749992" y="54193"/>
                  </a:cubicBezTo>
                  <a:lnTo>
                    <a:pt x="748478" y="55270"/>
                  </a:lnTo>
                  <a:cubicBezTo>
                    <a:pt x="748478" y="55270"/>
                    <a:pt x="745752" y="57860"/>
                    <a:pt x="744877" y="59071"/>
                  </a:cubicBezTo>
                  <a:cubicBezTo>
                    <a:pt x="744002" y="60249"/>
                    <a:pt x="743127" y="61998"/>
                    <a:pt x="743261" y="62435"/>
                  </a:cubicBezTo>
                  <a:cubicBezTo>
                    <a:pt x="743362" y="62872"/>
                    <a:pt x="740670" y="69836"/>
                    <a:pt x="740973" y="70038"/>
                  </a:cubicBezTo>
                  <a:cubicBezTo>
                    <a:pt x="741310" y="70240"/>
                    <a:pt x="744776" y="75353"/>
                    <a:pt x="745853" y="76867"/>
                  </a:cubicBezTo>
                  <a:cubicBezTo>
                    <a:pt x="746930" y="78380"/>
                    <a:pt x="746088" y="78178"/>
                    <a:pt x="745954" y="81206"/>
                  </a:cubicBezTo>
                  <a:cubicBezTo>
                    <a:pt x="745853" y="84234"/>
                    <a:pt x="744877" y="85646"/>
                    <a:pt x="743127" y="87934"/>
                  </a:cubicBezTo>
                  <a:cubicBezTo>
                    <a:pt x="741377" y="90221"/>
                    <a:pt x="741713" y="93148"/>
                    <a:pt x="740199" y="98160"/>
                  </a:cubicBezTo>
                  <a:cubicBezTo>
                    <a:pt x="738684" y="103173"/>
                    <a:pt x="738684" y="105427"/>
                    <a:pt x="737708" y="107512"/>
                  </a:cubicBezTo>
                  <a:cubicBezTo>
                    <a:pt x="736732" y="109564"/>
                    <a:pt x="736632" y="110540"/>
                    <a:pt x="736632" y="112289"/>
                  </a:cubicBezTo>
                  <a:cubicBezTo>
                    <a:pt x="736632" y="114038"/>
                    <a:pt x="737708" y="115552"/>
                    <a:pt x="738247" y="117167"/>
                  </a:cubicBezTo>
                  <a:cubicBezTo>
                    <a:pt x="738785" y="118781"/>
                    <a:pt x="739862" y="121944"/>
                    <a:pt x="740098" y="122280"/>
                  </a:cubicBezTo>
                  <a:cubicBezTo>
                    <a:pt x="740333" y="122616"/>
                    <a:pt x="740636" y="128806"/>
                    <a:pt x="740435" y="129546"/>
                  </a:cubicBezTo>
                  <a:cubicBezTo>
                    <a:pt x="740233" y="130320"/>
                    <a:pt x="740435" y="133549"/>
                    <a:pt x="740233" y="135971"/>
                  </a:cubicBezTo>
                  <a:cubicBezTo>
                    <a:pt x="740031" y="138360"/>
                    <a:pt x="739694" y="140849"/>
                    <a:pt x="739694" y="141186"/>
                  </a:cubicBezTo>
                  <a:cubicBezTo>
                    <a:pt x="739694" y="141522"/>
                    <a:pt x="739593" y="143574"/>
                    <a:pt x="739593" y="145525"/>
                  </a:cubicBezTo>
                  <a:cubicBezTo>
                    <a:pt x="739593" y="147476"/>
                    <a:pt x="739156" y="147274"/>
                    <a:pt x="739055" y="148014"/>
                  </a:cubicBezTo>
                  <a:cubicBezTo>
                    <a:pt x="738954" y="148788"/>
                    <a:pt x="737540" y="149225"/>
                    <a:pt x="736665" y="149528"/>
                  </a:cubicBezTo>
                  <a:cubicBezTo>
                    <a:pt x="735790" y="149865"/>
                    <a:pt x="732963" y="150403"/>
                    <a:pt x="732324" y="150403"/>
                  </a:cubicBezTo>
                  <a:cubicBezTo>
                    <a:pt x="731684" y="150403"/>
                    <a:pt x="729732" y="150739"/>
                    <a:pt x="727881" y="150403"/>
                  </a:cubicBezTo>
                  <a:cubicBezTo>
                    <a:pt x="726030" y="150066"/>
                    <a:pt x="725155" y="151917"/>
                    <a:pt x="724179" y="152051"/>
                  </a:cubicBezTo>
                  <a:cubicBezTo>
                    <a:pt x="723203" y="152152"/>
                    <a:pt x="719737" y="151513"/>
                    <a:pt x="718862" y="151513"/>
                  </a:cubicBezTo>
                  <a:cubicBezTo>
                    <a:pt x="717987" y="151513"/>
                    <a:pt x="716472" y="150302"/>
                    <a:pt x="716472" y="150302"/>
                  </a:cubicBezTo>
                  <a:cubicBezTo>
                    <a:pt x="716472" y="150302"/>
                    <a:pt x="712770" y="147274"/>
                    <a:pt x="712333" y="146938"/>
                  </a:cubicBezTo>
                  <a:cubicBezTo>
                    <a:pt x="711895" y="146601"/>
                    <a:pt x="709742" y="144751"/>
                    <a:pt x="708429" y="143574"/>
                  </a:cubicBezTo>
                  <a:cubicBezTo>
                    <a:pt x="707116" y="142397"/>
                    <a:pt x="705164" y="140210"/>
                    <a:pt x="704626" y="139874"/>
                  </a:cubicBezTo>
                  <a:cubicBezTo>
                    <a:pt x="704088" y="139537"/>
                    <a:pt x="701900" y="139335"/>
                    <a:pt x="701261" y="138999"/>
                  </a:cubicBezTo>
                  <a:cubicBezTo>
                    <a:pt x="700621" y="138663"/>
                    <a:pt x="699510" y="135837"/>
                    <a:pt x="699510" y="135399"/>
                  </a:cubicBezTo>
                  <a:cubicBezTo>
                    <a:pt x="699510" y="134962"/>
                    <a:pt x="699746" y="133347"/>
                    <a:pt x="699746" y="133011"/>
                  </a:cubicBezTo>
                  <a:cubicBezTo>
                    <a:pt x="699746" y="132675"/>
                    <a:pt x="699847" y="127158"/>
                    <a:pt x="699847" y="127158"/>
                  </a:cubicBezTo>
                  <a:cubicBezTo>
                    <a:pt x="699847" y="127158"/>
                    <a:pt x="696246" y="123558"/>
                    <a:pt x="695607" y="123155"/>
                  </a:cubicBezTo>
                  <a:cubicBezTo>
                    <a:pt x="694967" y="122717"/>
                    <a:pt x="691030" y="118277"/>
                    <a:pt x="690727" y="117604"/>
                  </a:cubicBezTo>
                  <a:cubicBezTo>
                    <a:pt x="690390" y="116965"/>
                    <a:pt x="687361" y="115989"/>
                    <a:pt x="686924" y="115754"/>
                  </a:cubicBezTo>
                  <a:cubicBezTo>
                    <a:pt x="686486" y="115552"/>
                    <a:pt x="680832" y="113467"/>
                    <a:pt x="680395" y="113265"/>
                  </a:cubicBezTo>
                  <a:cubicBezTo>
                    <a:pt x="679957" y="113063"/>
                    <a:pt x="677770" y="113265"/>
                    <a:pt x="677770" y="113265"/>
                  </a:cubicBezTo>
                  <a:cubicBezTo>
                    <a:pt x="677770" y="113265"/>
                    <a:pt x="672217" y="110876"/>
                    <a:pt x="671678" y="110439"/>
                  </a:cubicBezTo>
                  <a:cubicBezTo>
                    <a:pt x="671140" y="110002"/>
                    <a:pt x="660034" y="103038"/>
                    <a:pt x="659731" y="102836"/>
                  </a:cubicBezTo>
                  <a:cubicBezTo>
                    <a:pt x="659394" y="102634"/>
                    <a:pt x="655490" y="99035"/>
                    <a:pt x="655288" y="98598"/>
                  </a:cubicBezTo>
                  <a:cubicBezTo>
                    <a:pt x="655087" y="98160"/>
                    <a:pt x="649735" y="92946"/>
                    <a:pt x="648759" y="92307"/>
                  </a:cubicBezTo>
                  <a:cubicBezTo>
                    <a:pt x="647783" y="91668"/>
                    <a:pt x="644283" y="87867"/>
                    <a:pt x="643879" y="87093"/>
                  </a:cubicBezTo>
                  <a:cubicBezTo>
                    <a:pt x="643442" y="86319"/>
                    <a:pt x="641389" y="85041"/>
                    <a:pt x="640952" y="84368"/>
                  </a:cubicBezTo>
                  <a:cubicBezTo>
                    <a:pt x="640514" y="83729"/>
                    <a:pt x="638461" y="82854"/>
                    <a:pt x="638461" y="82854"/>
                  </a:cubicBezTo>
                  <a:cubicBezTo>
                    <a:pt x="638461" y="82854"/>
                    <a:pt x="635096" y="81105"/>
                    <a:pt x="634658" y="81004"/>
                  </a:cubicBezTo>
                  <a:cubicBezTo>
                    <a:pt x="634221" y="80903"/>
                    <a:pt x="633043" y="79692"/>
                    <a:pt x="633043" y="79692"/>
                  </a:cubicBezTo>
                  <a:cubicBezTo>
                    <a:pt x="633043" y="79692"/>
                    <a:pt x="632403" y="75016"/>
                    <a:pt x="631966" y="71551"/>
                  </a:cubicBezTo>
                  <a:cubicBezTo>
                    <a:pt x="631528" y="68087"/>
                    <a:pt x="627389" y="67515"/>
                    <a:pt x="627187" y="67212"/>
                  </a:cubicBezTo>
                  <a:cubicBezTo>
                    <a:pt x="626951" y="66876"/>
                    <a:pt x="625235" y="65160"/>
                    <a:pt x="624898" y="64924"/>
                  </a:cubicBezTo>
                  <a:cubicBezTo>
                    <a:pt x="624562" y="64723"/>
                    <a:pt x="616316" y="58197"/>
                    <a:pt x="615340" y="57322"/>
                  </a:cubicBezTo>
                  <a:cubicBezTo>
                    <a:pt x="614364" y="56447"/>
                    <a:pt x="608172" y="48946"/>
                    <a:pt x="607499" y="47667"/>
                  </a:cubicBezTo>
                  <a:cubicBezTo>
                    <a:pt x="606859" y="46355"/>
                    <a:pt x="604133" y="45279"/>
                    <a:pt x="602720" y="43866"/>
                  </a:cubicBezTo>
                  <a:cubicBezTo>
                    <a:pt x="601306" y="42453"/>
                    <a:pt x="599455" y="38416"/>
                    <a:pt x="599119" y="36163"/>
                  </a:cubicBezTo>
                  <a:cubicBezTo>
                    <a:pt x="598782" y="33875"/>
                    <a:pt x="593566" y="34514"/>
                    <a:pt x="593566" y="34514"/>
                  </a:cubicBezTo>
                  <a:cubicBezTo>
                    <a:pt x="593566" y="34514"/>
                    <a:pt x="585960" y="35725"/>
                    <a:pt x="585320" y="35591"/>
                  </a:cubicBezTo>
                  <a:cubicBezTo>
                    <a:pt x="584681" y="35490"/>
                    <a:pt x="581854" y="33202"/>
                    <a:pt x="580306" y="31890"/>
                  </a:cubicBezTo>
                  <a:cubicBezTo>
                    <a:pt x="578791" y="30578"/>
                    <a:pt x="575426" y="28425"/>
                    <a:pt x="574316" y="27753"/>
                  </a:cubicBezTo>
                  <a:cubicBezTo>
                    <a:pt x="573239" y="27114"/>
                    <a:pt x="569200" y="25802"/>
                    <a:pt x="567887" y="25701"/>
                  </a:cubicBezTo>
                  <a:cubicBezTo>
                    <a:pt x="566575" y="25600"/>
                    <a:pt x="565599" y="25802"/>
                    <a:pt x="563310" y="25802"/>
                  </a:cubicBezTo>
                  <a:cubicBezTo>
                    <a:pt x="561022" y="25802"/>
                    <a:pt x="558296" y="25802"/>
                    <a:pt x="555806" y="25600"/>
                  </a:cubicBezTo>
                  <a:cubicBezTo>
                    <a:pt x="553315" y="25364"/>
                    <a:pt x="550051" y="23951"/>
                    <a:pt x="549377" y="23750"/>
                  </a:cubicBezTo>
                  <a:cubicBezTo>
                    <a:pt x="548738" y="23548"/>
                    <a:pt x="543824" y="20049"/>
                    <a:pt x="542949" y="19410"/>
                  </a:cubicBezTo>
                  <a:cubicBezTo>
                    <a:pt x="542074" y="18771"/>
                    <a:pt x="538709" y="15945"/>
                    <a:pt x="536757" y="14970"/>
                  </a:cubicBezTo>
                  <a:cubicBezTo>
                    <a:pt x="534805" y="13994"/>
                    <a:pt x="533291" y="12783"/>
                    <a:pt x="532954" y="12581"/>
                  </a:cubicBezTo>
                  <a:cubicBezTo>
                    <a:pt x="532617" y="12379"/>
                    <a:pt x="526997" y="11606"/>
                    <a:pt x="526997" y="11606"/>
                  </a:cubicBezTo>
                  <a:cubicBezTo>
                    <a:pt x="526997" y="11606"/>
                    <a:pt x="519290" y="12379"/>
                    <a:pt x="517978" y="12682"/>
                  </a:cubicBezTo>
                  <a:cubicBezTo>
                    <a:pt x="516665" y="13019"/>
                    <a:pt x="514377" y="10630"/>
                    <a:pt x="514377" y="10630"/>
                  </a:cubicBezTo>
                  <a:lnTo>
                    <a:pt x="511651" y="8242"/>
                  </a:lnTo>
                  <a:cubicBezTo>
                    <a:pt x="511651" y="8242"/>
                    <a:pt x="510136" y="6829"/>
                    <a:pt x="509800" y="6829"/>
                  </a:cubicBezTo>
                  <a:cubicBezTo>
                    <a:pt x="509463" y="6829"/>
                    <a:pt x="508386" y="7165"/>
                    <a:pt x="507747" y="7165"/>
                  </a:cubicBezTo>
                  <a:cubicBezTo>
                    <a:pt x="507107" y="7165"/>
                    <a:pt x="505357" y="8040"/>
                    <a:pt x="503708" y="8477"/>
                  </a:cubicBezTo>
                  <a:cubicBezTo>
                    <a:pt x="502093" y="8914"/>
                    <a:pt x="501521" y="9688"/>
                    <a:pt x="500006" y="9991"/>
                  </a:cubicBezTo>
                  <a:cubicBezTo>
                    <a:pt x="498492" y="10327"/>
                    <a:pt x="497415" y="10630"/>
                    <a:pt x="496203" y="10630"/>
                  </a:cubicBezTo>
                  <a:cubicBezTo>
                    <a:pt x="494992" y="10630"/>
                    <a:pt x="493713" y="11707"/>
                    <a:pt x="492737" y="11841"/>
                  </a:cubicBezTo>
                  <a:cubicBezTo>
                    <a:pt x="491761" y="11942"/>
                    <a:pt x="490448" y="11639"/>
                    <a:pt x="489136" y="11639"/>
                  </a:cubicBezTo>
                  <a:cubicBezTo>
                    <a:pt x="487823" y="11639"/>
                    <a:pt x="486208" y="11202"/>
                    <a:pt x="485333" y="11101"/>
                  </a:cubicBezTo>
                  <a:cubicBezTo>
                    <a:pt x="484458" y="11000"/>
                    <a:pt x="483145" y="10125"/>
                    <a:pt x="482068" y="9587"/>
                  </a:cubicBezTo>
                  <a:cubicBezTo>
                    <a:pt x="480991" y="9049"/>
                    <a:pt x="479342" y="8713"/>
                    <a:pt x="478265" y="8174"/>
                  </a:cubicBezTo>
                  <a:cubicBezTo>
                    <a:pt x="477188" y="7636"/>
                    <a:pt x="473284" y="7838"/>
                    <a:pt x="471635" y="7401"/>
                  </a:cubicBezTo>
                  <a:cubicBezTo>
                    <a:pt x="470020" y="6963"/>
                    <a:pt x="465477" y="6425"/>
                    <a:pt x="465477" y="6425"/>
                  </a:cubicBezTo>
                  <a:cubicBezTo>
                    <a:pt x="465477" y="6425"/>
                    <a:pt x="458746" y="6425"/>
                    <a:pt x="458308" y="6425"/>
                  </a:cubicBezTo>
                  <a:cubicBezTo>
                    <a:pt x="457871" y="6425"/>
                    <a:pt x="454169" y="5113"/>
                    <a:pt x="453428" y="5113"/>
                  </a:cubicBezTo>
                  <a:cubicBezTo>
                    <a:pt x="452654" y="5113"/>
                    <a:pt x="450399" y="3801"/>
                    <a:pt x="449827" y="3498"/>
                  </a:cubicBezTo>
                  <a:cubicBezTo>
                    <a:pt x="449289" y="3162"/>
                    <a:pt x="446899" y="2086"/>
                    <a:pt x="446024" y="1884"/>
                  </a:cubicBezTo>
                  <a:cubicBezTo>
                    <a:pt x="445149" y="1648"/>
                    <a:pt x="443971" y="1648"/>
                    <a:pt x="443298" y="1547"/>
                  </a:cubicBezTo>
                  <a:cubicBezTo>
                    <a:pt x="442659" y="1446"/>
                    <a:pt x="442760" y="1884"/>
                    <a:pt x="442760" y="1884"/>
                  </a:cubicBezTo>
                  <a:cubicBezTo>
                    <a:pt x="442760" y="1884"/>
                    <a:pt x="442221" y="3835"/>
                    <a:pt x="442120" y="4272"/>
                  </a:cubicBezTo>
                  <a:cubicBezTo>
                    <a:pt x="442019" y="4710"/>
                    <a:pt x="441043" y="6560"/>
                    <a:pt x="440707" y="7098"/>
                  </a:cubicBezTo>
                  <a:cubicBezTo>
                    <a:pt x="440370" y="7636"/>
                    <a:pt x="438856" y="8612"/>
                    <a:pt x="437880" y="9486"/>
                  </a:cubicBezTo>
                  <a:cubicBezTo>
                    <a:pt x="436904" y="10361"/>
                    <a:pt x="435692" y="9688"/>
                    <a:pt x="434615" y="9688"/>
                  </a:cubicBezTo>
                  <a:cubicBezTo>
                    <a:pt x="433538" y="9688"/>
                    <a:pt x="431788" y="9049"/>
                    <a:pt x="429937" y="8814"/>
                  </a:cubicBezTo>
                  <a:cubicBezTo>
                    <a:pt x="428086" y="8578"/>
                    <a:pt x="428187" y="7502"/>
                    <a:pt x="428187" y="7502"/>
                  </a:cubicBezTo>
                  <a:lnTo>
                    <a:pt x="426134" y="7266"/>
                  </a:lnTo>
                  <a:cubicBezTo>
                    <a:pt x="426134" y="7266"/>
                    <a:pt x="424519" y="9015"/>
                    <a:pt x="424283" y="9453"/>
                  </a:cubicBezTo>
                  <a:cubicBezTo>
                    <a:pt x="424081" y="9890"/>
                    <a:pt x="417216" y="9991"/>
                    <a:pt x="417216" y="9991"/>
                  </a:cubicBezTo>
                  <a:cubicBezTo>
                    <a:pt x="417216" y="9991"/>
                    <a:pt x="409172" y="10327"/>
                    <a:pt x="408735" y="10529"/>
                  </a:cubicBezTo>
                  <a:cubicBezTo>
                    <a:pt x="408297" y="10765"/>
                    <a:pt x="405571" y="10765"/>
                    <a:pt x="405571" y="10765"/>
                  </a:cubicBezTo>
                  <a:cubicBezTo>
                    <a:pt x="405571" y="10765"/>
                    <a:pt x="403821" y="11639"/>
                    <a:pt x="403417" y="11538"/>
                  </a:cubicBezTo>
                  <a:cubicBezTo>
                    <a:pt x="402980" y="11437"/>
                    <a:pt x="402206" y="10563"/>
                    <a:pt x="401567" y="9924"/>
                  </a:cubicBezTo>
                  <a:cubicBezTo>
                    <a:pt x="400927" y="9284"/>
                    <a:pt x="399716" y="8309"/>
                    <a:pt x="398639" y="7333"/>
                  </a:cubicBezTo>
                  <a:cubicBezTo>
                    <a:pt x="397562" y="6358"/>
                    <a:pt x="397225" y="5584"/>
                    <a:pt x="397023" y="5147"/>
                  </a:cubicBezTo>
                  <a:cubicBezTo>
                    <a:pt x="396788" y="4710"/>
                    <a:pt x="396922" y="3532"/>
                    <a:pt x="396922" y="3532"/>
                  </a:cubicBezTo>
                  <a:cubicBezTo>
                    <a:pt x="396922" y="3532"/>
                    <a:pt x="396922" y="1783"/>
                    <a:pt x="396821" y="1480"/>
                  </a:cubicBezTo>
                  <a:cubicBezTo>
                    <a:pt x="396754" y="1312"/>
                    <a:pt x="396754" y="605"/>
                    <a:pt x="396788" y="0"/>
                  </a:cubicBezTo>
                  <a:lnTo>
                    <a:pt x="396720" y="0"/>
                  </a:lnTo>
                  <a:lnTo>
                    <a:pt x="393355" y="2725"/>
                  </a:lnTo>
                  <a:lnTo>
                    <a:pt x="393355" y="7367"/>
                  </a:lnTo>
                  <a:lnTo>
                    <a:pt x="375686" y="10125"/>
                  </a:lnTo>
                  <a:lnTo>
                    <a:pt x="372489" y="11707"/>
                  </a:lnTo>
                  <a:lnTo>
                    <a:pt x="364681" y="11707"/>
                  </a:lnTo>
                  <a:lnTo>
                    <a:pt x="360609" y="7064"/>
                  </a:lnTo>
                  <a:lnTo>
                    <a:pt x="349301" y="11707"/>
                  </a:lnTo>
                  <a:lnTo>
                    <a:pt x="340887" y="18670"/>
                  </a:lnTo>
                  <a:lnTo>
                    <a:pt x="334796" y="20116"/>
                  </a:lnTo>
                  <a:lnTo>
                    <a:pt x="331026" y="15474"/>
                  </a:lnTo>
                  <a:lnTo>
                    <a:pt x="323791" y="18098"/>
                  </a:lnTo>
                  <a:cubicBezTo>
                    <a:pt x="323791" y="18098"/>
                    <a:pt x="317127" y="19847"/>
                    <a:pt x="315983" y="20116"/>
                  </a:cubicBezTo>
                  <a:cubicBezTo>
                    <a:pt x="314839" y="20419"/>
                    <a:pt x="305853" y="20116"/>
                    <a:pt x="305853" y="20116"/>
                  </a:cubicBezTo>
                  <a:lnTo>
                    <a:pt x="302386" y="24591"/>
                  </a:lnTo>
                  <a:lnTo>
                    <a:pt x="297170" y="27349"/>
                  </a:lnTo>
                  <a:lnTo>
                    <a:pt x="288218" y="27349"/>
                  </a:lnTo>
                  <a:lnTo>
                    <a:pt x="281251" y="27349"/>
                  </a:lnTo>
                  <a:lnTo>
                    <a:pt x="271996" y="28796"/>
                  </a:lnTo>
                  <a:lnTo>
                    <a:pt x="253453" y="32260"/>
                  </a:lnTo>
                  <a:lnTo>
                    <a:pt x="238678" y="35288"/>
                  </a:lnTo>
                  <a:lnTo>
                    <a:pt x="223029" y="37744"/>
                  </a:lnTo>
                  <a:lnTo>
                    <a:pt x="206504" y="37744"/>
                  </a:lnTo>
                  <a:lnTo>
                    <a:pt x="194894" y="34279"/>
                  </a:lnTo>
                  <a:lnTo>
                    <a:pt x="187052" y="29637"/>
                  </a:lnTo>
                  <a:lnTo>
                    <a:pt x="177764" y="30511"/>
                  </a:lnTo>
                  <a:lnTo>
                    <a:pt x="173422" y="32832"/>
                  </a:lnTo>
                  <a:lnTo>
                    <a:pt x="168509" y="39493"/>
                  </a:lnTo>
                  <a:lnTo>
                    <a:pt x="159523" y="45279"/>
                  </a:lnTo>
                  <a:lnTo>
                    <a:pt x="155181" y="49181"/>
                  </a:lnTo>
                  <a:lnTo>
                    <a:pt x="151109" y="51637"/>
                  </a:lnTo>
                  <a:lnTo>
                    <a:pt x="140373" y="51637"/>
                  </a:lnTo>
                  <a:lnTo>
                    <a:pt x="136032" y="54833"/>
                  </a:lnTo>
                  <a:lnTo>
                    <a:pt x="136032" y="62940"/>
                  </a:lnTo>
                  <a:lnTo>
                    <a:pt x="141820" y="75117"/>
                  </a:lnTo>
                  <a:lnTo>
                    <a:pt x="148787" y="87867"/>
                  </a:lnTo>
                  <a:lnTo>
                    <a:pt x="153431" y="97420"/>
                  </a:lnTo>
                  <a:lnTo>
                    <a:pt x="155753" y="101491"/>
                  </a:lnTo>
                  <a:lnTo>
                    <a:pt x="153734" y="109598"/>
                  </a:lnTo>
                  <a:lnTo>
                    <a:pt x="147946" y="112491"/>
                  </a:lnTo>
                  <a:lnTo>
                    <a:pt x="147070" y="120026"/>
                  </a:lnTo>
                  <a:lnTo>
                    <a:pt x="145926" y="125812"/>
                  </a:lnTo>
                  <a:lnTo>
                    <a:pt x="154609" y="133347"/>
                  </a:lnTo>
                  <a:lnTo>
                    <a:pt x="162720" y="137990"/>
                  </a:lnTo>
                  <a:lnTo>
                    <a:pt x="167364" y="144079"/>
                  </a:lnTo>
                  <a:lnTo>
                    <a:pt x="176350" y="150436"/>
                  </a:lnTo>
                  <a:lnTo>
                    <a:pt x="180759" y="149562"/>
                  </a:lnTo>
                  <a:lnTo>
                    <a:pt x="181264" y="154776"/>
                  </a:lnTo>
                  <a:lnTo>
                    <a:pt x="181264" y="160293"/>
                  </a:lnTo>
                  <a:lnTo>
                    <a:pt x="180961" y="165810"/>
                  </a:lnTo>
                  <a:lnTo>
                    <a:pt x="186918" y="167996"/>
                  </a:lnTo>
                  <a:lnTo>
                    <a:pt x="193884" y="173211"/>
                  </a:lnTo>
                  <a:lnTo>
                    <a:pt x="197350" y="175666"/>
                  </a:lnTo>
                  <a:lnTo>
                    <a:pt x="200682" y="176406"/>
                  </a:lnTo>
                  <a:lnTo>
                    <a:pt x="200379" y="180880"/>
                  </a:lnTo>
                  <a:lnTo>
                    <a:pt x="202836" y="191611"/>
                  </a:lnTo>
                  <a:lnTo>
                    <a:pt x="204418" y="197969"/>
                  </a:lnTo>
                  <a:lnTo>
                    <a:pt x="209264" y="204193"/>
                  </a:lnTo>
                  <a:lnTo>
                    <a:pt x="214279" y="210584"/>
                  </a:lnTo>
                  <a:lnTo>
                    <a:pt x="214279" y="214217"/>
                  </a:lnTo>
                  <a:lnTo>
                    <a:pt x="213101" y="217682"/>
                  </a:lnTo>
                  <a:lnTo>
                    <a:pt x="211216" y="222459"/>
                  </a:lnTo>
                  <a:lnTo>
                    <a:pt x="209904" y="224040"/>
                  </a:lnTo>
                  <a:lnTo>
                    <a:pt x="208154" y="225486"/>
                  </a:lnTo>
                  <a:lnTo>
                    <a:pt x="206404" y="225486"/>
                  </a:lnTo>
                  <a:lnTo>
                    <a:pt x="202937" y="225486"/>
                  </a:lnTo>
                  <a:lnTo>
                    <a:pt x="199471" y="223737"/>
                  </a:lnTo>
                  <a:lnTo>
                    <a:pt x="196004" y="223737"/>
                  </a:lnTo>
                  <a:lnTo>
                    <a:pt x="194591" y="225486"/>
                  </a:lnTo>
                  <a:lnTo>
                    <a:pt x="192100" y="226899"/>
                  </a:lnTo>
                  <a:lnTo>
                    <a:pt x="190249" y="229389"/>
                  </a:lnTo>
                  <a:lnTo>
                    <a:pt x="186211" y="231340"/>
                  </a:lnTo>
                  <a:cubicBezTo>
                    <a:pt x="186211" y="231340"/>
                    <a:pt x="182408" y="232214"/>
                    <a:pt x="181970" y="232315"/>
                  </a:cubicBezTo>
                  <a:cubicBezTo>
                    <a:pt x="181533" y="232416"/>
                    <a:pt x="173388" y="232315"/>
                    <a:pt x="173388" y="232315"/>
                  </a:cubicBezTo>
                  <a:lnTo>
                    <a:pt x="169047" y="232349"/>
                  </a:lnTo>
                  <a:cubicBezTo>
                    <a:pt x="169047" y="232349"/>
                    <a:pt x="167398" y="233392"/>
                    <a:pt x="166994" y="233594"/>
                  </a:cubicBezTo>
                  <a:cubicBezTo>
                    <a:pt x="166556" y="233829"/>
                    <a:pt x="164268" y="235208"/>
                    <a:pt x="163830" y="235444"/>
                  </a:cubicBezTo>
                  <a:cubicBezTo>
                    <a:pt x="163393" y="235646"/>
                    <a:pt x="158614" y="238068"/>
                    <a:pt x="158614" y="238068"/>
                  </a:cubicBezTo>
                  <a:cubicBezTo>
                    <a:pt x="158614" y="238068"/>
                    <a:pt x="157638" y="239144"/>
                    <a:pt x="156864" y="239480"/>
                  </a:cubicBezTo>
                  <a:cubicBezTo>
                    <a:pt x="156090" y="239817"/>
                    <a:pt x="152825" y="241095"/>
                    <a:pt x="152825" y="241095"/>
                  </a:cubicBezTo>
                  <a:lnTo>
                    <a:pt x="151311" y="243282"/>
                  </a:lnTo>
                  <a:lnTo>
                    <a:pt x="151849" y="245031"/>
                  </a:lnTo>
                  <a:cubicBezTo>
                    <a:pt x="151849" y="245031"/>
                    <a:pt x="151412" y="247083"/>
                    <a:pt x="151950" y="248059"/>
                  </a:cubicBezTo>
                  <a:cubicBezTo>
                    <a:pt x="152489" y="249034"/>
                    <a:pt x="155316" y="250884"/>
                    <a:pt x="155316" y="250884"/>
                  </a:cubicBezTo>
                  <a:cubicBezTo>
                    <a:pt x="155316" y="250884"/>
                    <a:pt x="155316" y="252196"/>
                    <a:pt x="155215" y="252499"/>
                  </a:cubicBezTo>
                  <a:cubicBezTo>
                    <a:pt x="155114" y="252836"/>
                    <a:pt x="153599" y="255661"/>
                    <a:pt x="153599" y="255661"/>
                  </a:cubicBezTo>
                  <a:lnTo>
                    <a:pt x="152960" y="256637"/>
                  </a:lnTo>
                  <a:lnTo>
                    <a:pt x="152253" y="259126"/>
                  </a:lnTo>
                  <a:lnTo>
                    <a:pt x="151648" y="262793"/>
                  </a:lnTo>
                  <a:lnTo>
                    <a:pt x="151648" y="266258"/>
                  </a:lnTo>
                  <a:lnTo>
                    <a:pt x="152422" y="270395"/>
                  </a:lnTo>
                  <a:lnTo>
                    <a:pt x="157638" y="271472"/>
                  </a:lnTo>
                  <a:lnTo>
                    <a:pt x="161542" y="273524"/>
                  </a:lnTo>
                  <a:cubicBezTo>
                    <a:pt x="161542" y="273524"/>
                    <a:pt x="164369" y="274836"/>
                    <a:pt x="164806" y="274836"/>
                  </a:cubicBezTo>
                  <a:cubicBezTo>
                    <a:pt x="165244" y="274836"/>
                    <a:pt x="166859" y="275374"/>
                    <a:pt x="167398" y="275912"/>
                  </a:cubicBezTo>
                  <a:cubicBezTo>
                    <a:pt x="167936" y="276450"/>
                    <a:pt x="172076" y="279613"/>
                    <a:pt x="172076" y="279613"/>
                  </a:cubicBezTo>
                  <a:lnTo>
                    <a:pt x="173860" y="283078"/>
                  </a:lnTo>
                  <a:lnTo>
                    <a:pt x="174230" y="286441"/>
                  </a:lnTo>
                  <a:lnTo>
                    <a:pt x="174230" y="290579"/>
                  </a:lnTo>
                  <a:lnTo>
                    <a:pt x="175105" y="297240"/>
                  </a:lnTo>
                  <a:lnTo>
                    <a:pt x="174802" y="302757"/>
                  </a:lnTo>
                  <a:lnTo>
                    <a:pt x="176249" y="306827"/>
                  </a:lnTo>
                  <a:lnTo>
                    <a:pt x="176821" y="311469"/>
                  </a:lnTo>
                  <a:lnTo>
                    <a:pt x="175946" y="316381"/>
                  </a:lnTo>
                  <a:lnTo>
                    <a:pt x="172480" y="322907"/>
                  </a:lnTo>
                  <a:lnTo>
                    <a:pt x="170460" y="326237"/>
                  </a:lnTo>
                  <a:lnTo>
                    <a:pt x="166388" y="326237"/>
                  </a:lnTo>
                  <a:lnTo>
                    <a:pt x="162316" y="331451"/>
                  </a:lnTo>
                  <a:lnTo>
                    <a:pt x="159422" y="331451"/>
                  </a:lnTo>
                  <a:lnTo>
                    <a:pt x="155955" y="328861"/>
                  </a:lnTo>
                  <a:lnTo>
                    <a:pt x="149864" y="327415"/>
                  </a:lnTo>
                  <a:lnTo>
                    <a:pt x="144344" y="322503"/>
                  </a:lnTo>
                  <a:lnTo>
                    <a:pt x="143470" y="317592"/>
                  </a:lnTo>
                  <a:lnTo>
                    <a:pt x="140844" y="317020"/>
                  </a:lnTo>
                  <a:lnTo>
                    <a:pt x="132162" y="315573"/>
                  </a:lnTo>
                  <a:lnTo>
                    <a:pt x="127517" y="312983"/>
                  </a:lnTo>
                  <a:lnTo>
                    <a:pt x="115065" y="312109"/>
                  </a:lnTo>
                  <a:lnTo>
                    <a:pt x="105776" y="310359"/>
                  </a:lnTo>
                  <a:lnTo>
                    <a:pt x="99988" y="305717"/>
                  </a:lnTo>
                  <a:lnTo>
                    <a:pt x="95343" y="302824"/>
                  </a:lnTo>
                  <a:lnTo>
                    <a:pt x="91002" y="296735"/>
                  </a:lnTo>
                  <a:lnTo>
                    <a:pt x="87233" y="293270"/>
                  </a:lnTo>
                  <a:lnTo>
                    <a:pt x="82891" y="293270"/>
                  </a:lnTo>
                  <a:lnTo>
                    <a:pt x="80502" y="294952"/>
                  </a:lnTo>
                  <a:cubicBezTo>
                    <a:pt x="80502" y="294952"/>
                    <a:pt x="78314" y="297778"/>
                    <a:pt x="78314" y="298081"/>
                  </a:cubicBezTo>
                  <a:cubicBezTo>
                    <a:pt x="78314" y="298384"/>
                    <a:pt x="78752" y="303228"/>
                    <a:pt x="78752" y="303228"/>
                  </a:cubicBezTo>
                  <a:lnTo>
                    <a:pt x="75117" y="303968"/>
                  </a:lnTo>
                  <a:cubicBezTo>
                    <a:pt x="75117" y="303968"/>
                    <a:pt x="73535" y="304607"/>
                    <a:pt x="72929" y="305111"/>
                  </a:cubicBezTo>
                  <a:cubicBezTo>
                    <a:pt x="72357" y="305616"/>
                    <a:pt x="71482" y="309182"/>
                    <a:pt x="71482" y="309182"/>
                  </a:cubicBezTo>
                  <a:lnTo>
                    <a:pt x="66569" y="309417"/>
                  </a:lnTo>
                  <a:lnTo>
                    <a:pt x="61924" y="306592"/>
                  </a:lnTo>
                  <a:cubicBezTo>
                    <a:pt x="61924" y="306592"/>
                    <a:pt x="60679" y="304708"/>
                    <a:pt x="60477" y="304708"/>
                  </a:cubicBezTo>
                  <a:cubicBezTo>
                    <a:pt x="60275" y="304708"/>
                    <a:pt x="57852" y="303059"/>
                    <a:pt x="57583" y="303059"/>
                  </a:cubicBezTo>
                  <a:cubicBezTo>
                    <a:pt x="57280" y="303059"/>
                    <a:pt x="54117" y="302925"/>
                    <a:pt x="54117" y="302925"/>
                  </a:cubicBezTo>
                  <a:lnTo>
                    <a:pt x="50482" y="303261"/>
                  </a:lnTo>
                  <a:lnTo>
                    <a:pt x="44626" y="303799"/>
                  </a:lnTo>
                  <a:lnTo>
                    <a:pt x="41159" y="303799"/>
                  </a:lnTo>
                  <a:lnTo>
                    <a:pt x="39342" y="302992"/>
                  </a:lnTo>
                  <a:lnTo>
                    <a:pt x="35707" y="304506"/>
                  </a:lnTo>
                  <a:cubicBezTo>
                    <a:pt x="35707" y="304506"/>
                    <a:pt x="34193" y="305582"/>
                    <a:pt x="32376" y="306154"/>
                  </a:cubicBezTo>
                  <a:cubicBezTo>
                    <a:pt x="30558" y="306726"/>
                    <a:pt x="28606" y="307668"/>
                    <a:pt x="28606" y="307668"/>
                  </a:cubicBezTo>
                  <a:lnTo>
                    <a:pt x="25477" y="308307"/>
                  </a:lnTo>
                  <a:lnTo>
                    <a:pt x="22448" y="308879"/>
                  </a:lnTo>
                  <a:lnTo>
                    <a:pt x="19688" y="311402"/>
                  </a:lnTo>
                  <a:lnTo>
                    <a:pt x="19385" y="314968"/>
                  </a:lnTo>
                  <a:lnTo>
                    <a:pt x="19385" y="320249"/>
                  </a:lnTo>
                  <a:lnTo>
                    <a:pt x="21034" y="323075"/>
                  </a:lnTo>
                  <a:lnTo>
                    <a:pt x="24568" y="326103"/>
                  </a:lnTo>
                  <a:lnTo>
                    <a:pt x="27832" y="326742"/>
                  </a:lnTo>
                  <a:lnTo>
                    <a:pt x="32981" y="327246"/>
                  </a:lnTo>
                  <a:lnTo>
                    <a:pt x="37020" y="328491"/>
                  </a:lnTo>
                  <a:cubicBezTo>
                    <a:pt x="37020" y="328491"/>
                    <a:pt x="40655" y="330173"/>
                    <a:pt x="41092" y="330577"/>
                  </a:cubicBezTo>
                  <a:cubicBezTo>
                    <a:pt x="41530" y="331014"/>
                    <a:pt x="43414" y="332595"/>
                    <a:pt x="43414" y="332595"/>
                  </a:cubicBezTo>
                  <a:lnTo>
                    <a:pt x="46174" y="335858"/>
                  </a:lnTo>
                  <a:lnTo>
                    <a:pt x="49068" y="339121"/>
                  </a:lnTo>
                  <a:lnTo>
                    <a:pt x="48765" y="341072"/>
                  </a:lnTo>
                  <a:cubicBezTo>
                    <a:pt x="48765" y="341072"/>
                    <a:pt x="47015" y="344402"/>
                    <a:pt x="46881" y="344975"/>
                  </a:cubicBezTo>
                  <a:cubicBezTo>
                    <a:pt x="46746" y="345546"/>
                    <a:pt x="43987" y="348675"/>
                    <a:pt x="43852" y="348877"/>
                  </a:cubicBezTo>
                  <a:cubicBezTo>
                    <a:pt x="43717" y="349078"/>
                    <a:pt x="42270" y="351837"/>
                    <a:pt x="41900" y="352072"/>
                  </a:cubicBezTo>
                  <a:cubicBezTo>
                    <a:pt x="41530" y="352274"/>
                    <a:pt x="39679" y="357858"/>
                    <a:pt x="39679" y="357858"/>
                  </a:cubicBezTo>
                  <a:lnTo>
                    <a:pt x="40217" y="361424"/>
                  </a:lnTo>
                  <a:lnTo>
                    <a:pt x="40217" y="365427"/>
                  </a:lnTo>
                  <a:lnTo>
                    <a:pt x="34698" y="368253"/>
                  </a:lnTo>
                  <a:lnTo>
                    <a:pt x="33453" y="370070"/>
                  </a:lnTo>
                  <a:lnTo>
                    <a:pt x="33756" y="373535"/>
                  </a:lnTo>
                  <a:lnTo>
                    <a:pt x="34496" y="377167"/>
                  </a:lnTo>
                  <a:cubicBezTo>
                    <a:pt x="34496" y="377167"/>
                    <a:pt x="34631" y="378177"/>
                    <a:pt x="34496" y="378849"/>
                  </a:cubicBezTo>
                  <a:cubicBezTo>
                    <a:pt x="34361" y="379489"/>
                    <a:pt x="33183" y="380868"/>
                    <a:pt x="33183" y="380868"/>
                  </a:cubicBezTo>
                  <a:cubicBezTo>
                    <a:pt x="33183" y="380868"/>
                    <a:pt x="31097" y="380801"/>
                    <a:pt x="30861" y="381171"/>
                  </a:cubicBezTo>
                  <a:cubicBezTo>
                    <a:pt x="30626" y="381541"/>
                    <a:pt x="27900" y="380229"/>
                    <a:pt x="27900" y="380229"/>
                  </a:cubicBezTo>
                  <a:lnTo>
                    <a:pt x="25443" y="380229"/>
                  </a:lnTo>
                  <a:cubicBezTo>
                    <a:pt x="25443" y="380229"/>
                    <a:pt x="22616" y="380531"/>
                    <a:pt x="22313" y="380666"/>
                  </a:cubicBezTo>
                  <a:cubicBezTo>
                    <a:pt x="22010" y="380801"/>
                    <a:pt x="16962" y="382684"/>
                    <a:pt x="16962" y="382684"/>
                  </a:cubicBezTo>
                  <a:lnTo>
                    <a:pt x="14640" y="385308"/>
                  </a:lnTo>
                  <a:lnTo>
                    <a:pt x="11813" y="391532"/>
                  </a:lnTo>
                  <a:lnTo>
                    <a:pt x="8986" y="397990"/>
                  </a:lnTo>
                  <a:lnTo>
                    <a:pt x="5654" y="403507"/>
                  </a:lnTo>
                  <a:lnTo>
                    <a:pt x="8178" y="409966"/>
                  </a:lnTo>
                  <a:lnTo>
                    <a:pt x="13596" y="414238"/>
                  </a:lnTo>
                  <a:lnTo>
                    <a:pt x="14337" y="417434"/>
                  </a:lnTo>
                  <a:lnTo>
                    <a:pt x="10938" y="423220"/>
                  </a:lnTo>
                  <a:lnTo>
                    <a:pt x="9928" y="427425"/>
                  </a:lnTo>
                  <a:lnTo>
                    <a:pt x="8616" y="429814"/>
                  </a:lnTo>
                  <a:lnTo>
                    <a:pt x="7168" y="432067"/>
                  </a:lnTo>
                  <a:lnTo>
                    <a:pt x="5654" y="433447"/>
                  </a:lnTo>
                  <a:lnTo>
                    <a:pt x="7236" y="436340"/>
                  </a:lnTo>
                  <a:cubicBezTo>
                    <a:pt x="7236" y="436340"/>
                    <a:pt x="9861" y="437484"/>
                    <a:pt x="10063" y="437484"/>
                  </a:cubicBezTo>
                  <a:cubicBezTo>
                    <a:pt x="10265" y="437484"/>
                    <a:pt x="13327" y="439502"/>
                    <a:pt x="13327" y="439502"/>
                  </a:cubicBezTo>
                  <a:cubicBezTo>
                    <a:pt x="13327" y="439502"/>
                    <a:pt x="15077" y="439872"/>
                    <a:pt x="16222" y="439502"/>
                  </a:cubicBezTo>
                  <a:cubicBezTo>
                    <a:pt x="17399" y="439132"/>
                    <a:pt x="22077" y="438560"/>
                    <a:pt x="22077" y="438560"/>
                  </a:cubicBezTo>
                  <a:lnTo>
                    <a:pt x="23659" y="438694"/>
                  </a:lnTo>
                  <a:cubicBezTo>
                    <a:pt x="23659" y="438694"/>
                    <a:pt x="27428" y="440881"/>
                    <a:pt x="27563" y="441083"/>
                  </a:cubicBezTo>
                  <a:cubicBezTo>
                    <a:pt x="27698" y="441318"/>
                    <a:pt x="29313" y="443707"/>
                    <a:pt x="30188" y="444346"/>
                  </a:cubicBezTo>
                  <a:cubicBezTo>
                    <a:pt x="31063" y="444985"/>
                    <a:pt x="33756" y="447172"/>
                    <a:pt x="33756" y="447172"/>
                  </a:cubicBezTo>
                  <a:cubicBezTo>
                    <a:pt x="33756" y="447172"/>
                    <a:pt x="33453" y="449627"/>
                    <a:pt x="33183" y="449930"/>
                  </a:cubicBezTo>
                  <a:cubicBezTo>
                    <a:pt x="32880" y="450233"/>
                    <a:pt x="31804" y="451747"/>
                    <a:pt x="31602" y="451881"/>
                  </a:cubicBezTo>
                  <a:cubicBezTo>
                    <a:pt x="31400" y="452016"/>
                    <a:pt x="30861" y="452823"/>
                    <a:pt x="30861" y="452823"/>
                  </a:cubicBezTo>
                  <a:lnTo>
                    <a:pt x="28337" y="457297"/>
                  </a:lnTo>
                  <a:lnTo>
                    <a:pt x="22380" y="458811"/>
                  </a:lnTo>
                  <a:lnTo>
                    <a:pt x="18173" y="461199"/>
                  </a:lnTo>
                  <a:lnTo>
                    <a:pt x="16356" y="463016"/>
                  </a:lnTo>
                  <a:lnTo>
                    <a:pt x="14909" y="464698"/>
                  </a:lnTo>
                  <a:lnTo>
                    <a:pt x="14976" y="466514"/>
                  </a:lnTo>
                  <a:lnTo>
                    <a:pt x="16289" y="467759"/>
                  </a:lnTo>
                  <a:lnTo>
                    <a:pt x="17164" y="468634"/>
                  </a:lnTo>
                  <a:lnTo>
                    <a:pt x="18544" y="469206"/>
                  </a:lnTo>
                  <a:lnTo>
                    <a:pt x="20193" y="471157"/>
                  </a:lnTo>
                  <a:lnTo>
                    <a:pt x="20933" y="473175"/>
                  </a:lnTo>
                  <a:lnTo>
                    <a:pt x="21741" y="474622"/>
                  </a:lnTo>
                  <a:lnTo>
                    <a:pt x="22818" y="476438"/>
                  </a:lnTo>
                  <a:lnTo>
                    <a:pt x="22818" y="478457"/>
                  </a:lnTo>
                  <a:cubicBezTo>
                    <a:pt x="22818" y="478457"/>
                    <a:pt x="22347" y="480542"/>
                    <a:pt x="22347" y="480980"/>
                  </a:cubicBezTo>
                  <a:cubicBezTo>
                    <a:pt x="22347" y="481417"/>
                    <a:pt x="22818" y="483570"/>
                    <a:pt x="22818" y="484612"/>
                  </a:cubicBezTo>
                  <a:cubicBezTo>
                    <a:pt x="22818" y="485622"/>
                    <a:pt x="22818" y="487135"/>
                    <a:pt x="22818" y="487135"/>
                  </a:cubicBezTo>
                  <a:cubicBezTo>
                    <a:pt x="22818" y="487135"/>
                    <a:pt x="22616" y="489759"/>
                    <a:pt x="22616" y="490029"/>
                  </a:cubicBezTo>
                  <a:cubicBezTo>
                    <a:pt x="22616" y="490331"/>
                    <a:pt x="22751" y="492552"/>
                    <a:pt x="22751" y="492854"/>
                  </a:cubicBezTo>
                  <a:cubicBezTo>
                    <a:pt x="22751" y="493157"/>
                    <a:pt x="22885" y="495041"/>
                    <a:pt x="22885" y="495243"/>
                  </a:cubicBezTo>
                  <a:cubicBezTo>
                    <a:pt x="22885" y="495445"/>
                    <a:pt x="22683" y="499212"/>
                    <a:pt x="22683" y="499212"/>
                  </a:cubicBezTo>
                  <a:lnTo>
                    <a:pt x="23255" y="501230"/>
                  </a:lnTo>
                  <a:lnTo>
                    <a:pt x="23188" y="503989"/>
                  </a:lnTo>
                  <a:lnTo>
                    <a:pt x="22818" y="508194"/>
                  </a:lnTo>
                  <a:lnTo>
                    <a:pt x="22818" y="511457"/>
                  </a:lnTo>
                  <a:lnTo>
                    <a:pt x="23558" y="513980"/>
                  </a:lnTo>
                  <a:cubicBezTo>
                    <a:pt x="23558" y="513980"/>
                    <a:pt x="22549" y="516604"/>
                    <a:pt x="22313" y="517310"/>
                  </a:cubicBezTo>
                  <a:cubicBezTo>
                    <a:pt x="22111" y="518050"/>
                    <a:pt x="19553" y="520641"/>
                    <a:pt x="19553" y="520641"/>
                  </a:cubicBezTo>
                  <a:cubicBezTo>
                    <a:pt x="19553" y="520641"/>
                    <a:pt x="15919" y="522154"/>
                    <a:pt x="15851" y="522457"/>
                  </a:cubicBezTo>
                  <a:cubicBezTo>
                    <a:pt x="15784" y="522726"/>
                    <a:pt x="14404" y="523836"/>
                    <a:pt x="14404" y="523836"/>
                  </a:cubicBezTo>
                  <a:cubicBezTo>
                    <a:pt x="14404" y="523836"/>
                    <a:pt x="11577" y="525283"/>
                    <a:pt x="11274" y="525283"/>
                  </a:cubicBezTo>
                  <a:cubicBezTo>
                    <a:pt x="10971" y="525283"/>
                    <a:pt x="8750" y="525653"/>
                    <a:pt x="8447" y="525653"/>
                  </a:cubicBezTo>
                  <a:cubicBezTo>
                    <a:pt x="8144" y="525653"/>
                    <a:pt x="4745" y="523567"/>
                    <a:pt x="4476" y="523567"/>
                  </a:cubicBezTo>
                  <a:cubicBezTo>
                    <a:pt x="4173" y="523567"/>
                    <a:pt x="2154" y="523870"/>
                    <a:pt x="2154" y="524139"/>
                  </a:cubicBezTo>
                  <a:cubicBezTo>
                    <a:pt x="2154" y="524442"/>
                    <a:pt x="1716" y="526090"/>
                    <a:pt x="1077" y="526965"/>
                  </a:cubicBezTo>
                  <a:cubicBezTo>
                    <a:pt x="438" y="527840"/>
                    <a:pt x="0" y="530531"/>
                    <a:pt x="0" y="530531"/>
                  </a:cubicBezTo>
                  <a:lnTo>
                    <a:pt x="875" y="536989"/>
                  </a:lnTo>
                  <a:lnTo>
                    <a:pt x="942" y="542069"/>
                  </a:lnTo>
                  <a:lnTo>
                    <a:pt x="1885" y="548225"/>
                  </a:lnTo>
                  <a:cubicBezTo>
                    <a:pt x="1885" y="548225"/>
                    <a:pt x="3904" y="551757"/>
                    <a:pt x="4207" y="552699"/>
                  </a:cubicBezTo>
                  <a:cubicBezTo>
                    <a:pt x="4510" y="553641"/>
                    <a:pt x="8111" y="558923"/>
                    <a:pt x="8111" y="558923"/>
                  </a:cubicBezTo>
                  <a:lnTo>
                    <a:pt x="11745" y="561883"/>
                  </a:lnTo>
                  <a:cubicBezTo>
                    <a:pt x="11745" y="561883"/>
                    <a:pt x="16020" y="562825"/>
                    <a:pt x="16322" y="563026"/>
                  </a:cubicBezTo>
                  <a:cubicBezTo>
                    <a:pt x="16625" y="563262"/>
                    <a:pt x="18207" y="565045"/>
                    <a:pt x="18207" y="565348"/>
                  </a:cubicBezTo>
                  <a:cubicBezTo>
                    <a:pt x="18207" y="565650"/>
                    <a:pt x="18140" y="567602"/>
                    <a:pt x="17972" y="568543"/>
                  </a:cubicBezTo>
                  <a:cubicBezTo>
                    <a:pt x="17837" y="569485"/>
                    <a:pt x="17467" y="570360"/>
                    <a:pt x="17467" y="570360"/>
                  </a:cubicBezTo>
                  <a:lnTo>
                    <a:pt x="14943" y="572681"/>
                  </a:lnTo>
                  <a:lnTo>
                    <a:pt x="15750" y="575641"/>
                  </a:lnTo>
                  <a:lnTo>
                    <a:pt x="18779" y="577323"/>
                  </a:lnTo>
                  <a:lnTo>
                    <a:pt x="20226" y="578400"/>
                  </a:lnTo>
                  <a:lnTo>
                    <a:pt x="21101" y="579712"/>
                  </a:lnTo>
                  <a:lnTo>
                    <a:pt x="21101" y="582739"/>
                  </a:lnTo>
                  <a:cubicBezTo>
                    <a:pt x="21101" y="582739"/>
                    <a:pt x="20597" y="582975"/>
                    <a:pt x="20361" y="583177"/>
                  </a:cubicBezTo>
                  <a:cubicBezTo>
                    <a:pt x="20159" y="583379"/>
                    <a:pt x="19217" y="585431"/>
                    <a:pt x="19217" y="585431"/>
                  </a:cubicBezTo>
                  <a:cubicBezTo>
                    <a:pt x="19217" y="585431"/>
                    <a:pt x="18847" y="586238"/>
                    <a:pt x="18847" y="586507"/>
                  </a:cubicBezTo>
                  <a:cubicBezTo>
                    <a:pt x="18847" y="586810"/>
                    <a:pt x="18779" y="587146"/>
                    <a:pt x="18847" y="587382"/>
                  </a:cubicBezTo>
                  <a:cubicBezTo>
                    <a:pt x="18914" y="587617"/>
                    <a:pt x="18914" y="590073"/>
                    <a:pt x="18914" y="590073"/>
                  </a:cubicBezTo>
                  <a:cubicBezTo>
                    <a:pt x="18914" y="590073"/>
                    <a:pt x="19991" y="591015"/>
                    <a:pt x="20226" y="591216"/>
                  </a:cubicBezTo>
                  <a:cubicBezTo>
                    <a:pt x="20462" y="591418"/>
                    <a:pt x="20529" y="591587"/>
                    <a:pt x="21606" y="591587"/>
                  </a:cubicBezTo>
                  <a:cubicBezTo>
                    <a:pt x="22683" y="591587"/>
                    <a:pt x="22986" y="592024"/>
                    <a:pt x="23996" y="592091"/>
                  </a:cubicBezTo>
                  <a:cubicBezTo>
                    <a:pt x="25005" y="592159"/>
                    <a:pt x="26015" y="592663"/>
                    <a:pt x="26520" y="592898"/>
                  </a:cubicBezTo>
                  <a:cubicBezTo>
                    <a:pt x="27025" y="593100"/>
                    <a:pt x="28539" y="593201"/>
                    <a:pt x="28606" y="593403"/>
                  </a:cubicBezTo>
                  <a:cubicBezTo>
                    <a:pt x="28674" y="593605"/>
                    <a:pt x="29246" y="594345"/>
                    <a:pt x="29616" y="594984"/>
                  </a:cubicBezTo>
                  <a:cubicBezTo>
                    <a:pt x="29986" y="595623"/>
                    <a:pt x="30424" y="596498"/>
                    <a:pt x="30424" y="596498"/>
                  </a:cubicBezTo>
                  <a:lnTo>
                    <a:pt x="31433" y="598886"/>
                  </a:lnTo>
                  <a:cubicBezTo>
                    <a:pt x="31433" y="598886"/>
                    <a:pt x="33385" y="600266"/>
                    <a:pt x="33621" y="600400"/>
                  </a:cubicBezTo>
                  <a:cubicBezTo>
                    <a:pt x="33823" y="600535"/>
                    <a:pt x="37592" y="604033"/>
                    <a:pt x="37592" y="604033"/>
                  </a:cubicBezTo>
                  <a:cubicBezTo>
                    <a:pt x="37592" y="604033"/>
                    <a:pt x="38164" y="604740"/>
                    <a:pt x="38333" y="604975"/>
                  </a:cubicBezTo>
                  <a:cubicBezTo>
                    <a:pt x="38467" y="605177"/>
                    <a:pt x="40015" y="608810"/>
                    <a:pt x="40015" y="608810"/>
                  </a:cubicBezTo>
                  <a:cubicBezTo>
                    <a:pt x="40015" y="608810"/>
                    <a:pt x="40318" y="611434"/>
                    <a:pt x="40318" y="611703"/>
                  </a:cubicBezTo>
                  <a:cubicBezTo>
                    <a:pt x="40318" y="612006"/>
                    <a:pt x="40453" y="614529"/>
                    <a:pt x="40453" y="615235"/>
                  </a:cubicBezTo>
                  <a:cubicBezTo>
                    <a:pt x="40453" y="615975"/>
                    <a:pt x="40587" y="617489"/>
                    <a:pt x="40587" y="617489"/>
                  </a:cubicBezTo>
                  <a:lnTo>
                    <a:pt x="40958" y="619070"/>
                  </a:lnTo>
                  <a:cubicBezTo>
                    <a:pt x="40958" y="619070"/>
                    <a:pt x="42405" y="620079"/>
                    <a:pt x="42775" y="620315"/>
                  </a:cubicBezTo>
                  <a:cubicBezTo>
                    <a:pt x="43145" y="620517"/>
                    <a:pt x="44592" y="621391"/>
                    <a:pt x="44794" y="621560"/>
                  </a:cubicBezTo>
                  <a:cubicBezTo>
                    <a:pt x="45030" y="621694"/>
                    <a:pt x="46174" y="625764"/>
                    <a:pt x="46174" y="625764"/>
                  </a:cubicBezTo>
                  <a:lnTo>
                    <a:pt x="46982" y="627783"/>
                  </a:lnTo>
                  <a:lnTo>
                    <a:pt x="48866" y="630979"/>
                  </a:lnTo>
                  <a:lnTo>
                    <a:pt x="49809" y="633502"/>
                  </a:lnTo>
                  <a:lnTo>
                    <a:pt x="50381" y="634814"/>
                  </a:lnTo>
                  <a:lnTo>
                    <a:pt x="54016" y="637067"/>
                  </a:lnTo>
                  <a:lnTo>
                    <a:pt x="59535" y="638211"/>
                  </a:lnTo>
                  <a:cubicBezTo>
                    <a:pt x="59535" y="638211"/>
                    <a:pt x="63304" y="640599"/>
                    <a:pt x="63506" y="640667"/>
                  </a:cubicBezTo>
                  <a:cubicBezTo>
                    <a:pt x="63708" y="640734"/>
                    <a:pt x="65694" y="643291"/>
                    <a:pt x="65761" y="643493"/>
                  </a:cubicBezTo>
                  <a:cubicBezTo>
                    <a:pt x="65828" y="643694"/>
                    <a:pt x="70338" y="647765"/>
                    <a:pt x="70910" y="648505"/>
                  </a:cubicBezTo>
                  <a:cubicBezTo>
                    <a:pt x="71482" y="649211"/>
                    <a:pt x="77809" y="655233"/>
                    <a:pt x="77809" y="655233"/>
                  </a:cubicBezTo>
                  <a:cubicBezTo>
                    <a:pt x="77809" y="655233"/>
                    <a:pt x="78550" y="657318"/>
                    <a:pt x="78550" y="657621"/>
                  </a:cubicBezTo>
                  <a:cubicBezTo>
                    <a:pt x="78550" y="657924"/>
                    <a:pt x="78550" y="659202"/>
                    <a:pt x="78550" y="659202"/>
                  </a:cubicBezTo>
                  <a:lnTo>
                    <a:pt x="79997" y="661826"/>
                  </a:lnTo>
                  <a:lnTo>
                    <a:pt x="82891" y="661826"/>
                  </a:lnTo>
                  <a:cubicBezTo>
                    <a:pt x="82891" y="661826"/>
                    <a:pt x="86223" y="660884"/>
                    <a:pt x="87367" y="660581"/>
                  </a:cubicBezTo>
                  <a:cubicBezTo>
                    <a:pt x="88512" y="660279"/>
                    <a:pt x="89891" y="659942"/>
                    <a:pt x="90262" y="659774"/>
                  </a:cubicBezTo>
                  <a:cubicBezTo>
                    <a:pt x="90632" y="659640"/>
                    <a:pt x="93391" y="659034"/>
                    <a:pt x="94031" y="658529"/>
                  </a:cubicBezTo>
                  <a:cubicBezTo>
                    <a:pt x="94670" y="658025"/>
                    <a:pt x="95041" y="657150"/>
                    <a:pt x="95613" y="656948"/>
                  </a:cubicBezTo>
                  <a:cubicBezTo>
                    <a:pt x="96185" y="656747"/>
                    <a:pt x="97430" y="654930"/>
                    <a:pt x="97632" y="654627"/>
                  </a:cubicBezTo>
                  <a:cubicBezTo>
                    <a:pt x="97834" y="654324"/>
                    <a:pt x="99012" y="652542"/>
                    <a:pt x="99146" y="652239"/>
                  </a:cubicBezTo>
                  <a:cubicBezTo>
                    <a:pt x="99281" y="651936"/>
                    <a:pt x="100964" y="650557"/>
                    <a:pt x="100964" y="650557"/>
                  </a:cubicBezTo>
                  <a:lnTo>
                    <a:pt x="102916" y="649480"/>
                  </a:lnTo>
                  <a:lnTo>
                    <a:pt x="105608" y="648740"/>
                  </a:lnTo>
                  <a:lnTo>
                    <a:pt x="110959" y="649178"/>
                  </a:lnTo>
                  <a:lnTo>
                    <a:pt x="112911" y="650254"/>
                  </a:lnTo>
                  <a:lnTo>
                    <a:pt x="114863" y="652340"/>
                  </a:lnTo>
                  <a:lnTo>
                    <a:pt x="116377" y="653585"/>
                  </a:lnTo>
                  <a:cubicBezTo>
                    <a:pt x="116377" y="653585"/>
                    <a:pt x="117253" y="653786"/>
                    <a:pt x="117825" y="653786"/>
                  </a:cubicBezTo>
                  <a:cubicBezTo>
                    <a:pt x="118397" y="653786"/>
                    <a:pt x="119272" y="652979"/>
                    <a:pt x="119642" y="652340"/>
                  </a:cubicBezTo>
                  <a:cubicBezTo>
                    <a:pt x="120012" y="651701"/>
                    <a:pt x="120887" y="651263"/>
                    <a:pt x="120887" y="651263"/>
                  </a:cubicBezTo>
                  <a:lnTo>
                    <a:pt x="121695" y="650187"/>
                  </a:lnTo>
                  <a:cubicBezTo>
                    <a:pt x="121695" y="650187"/>
                    <a:pt x="122637" y="648370"/>
                    <a:pt x="122839" y="648303"/>
                  </a:cubicBezTo>
                  <a:cubicBezTo>
                    <a:pt x="123041" y="648236"/>
                    <a:pt x="125094" y="647933"/>
                    <a:pt x="125094" y="647933"/>
                  </a:cubicBezTo>
                  <a:cubicBezTo>
                    <a:pt x="125094" y="647933"/>
                    <a:pt x="126339" y="647193"/>
                    <a:pt x="126609" y="647126"/>
                  </a:cubicBezTo>
                  <a:cubicBezTo>
                    <a:pt x="126911" y="647058"/>
                    <a:pt x="126911" y="646318"/>
                    <a:pt x="127618" y="646116"/>
                  </a:cubicBezTo>
                  <a:cubicBezTo>
                    <a:pt x="128359" y="645915"/>
                    <a:pt x="129301" y="645242"/>
                    <a:pt x="130142" y="645477"/>
                  </a:cubicBezTo>
                  <a:cubicBezTo>
                    <a:pt x="131017" y="645713"/>
                    <a:pt x="132666" y="645477"/>
                    <a:pt x="132969" y="645612"/>
                  </a:cubicBezTo>
                  <a:cubicBezTo>
                    <a:pt x="133272" y="645746"/>
                    <a:pt x="135864" y="646251"/>
                    <a:pt x="136166" y="646352"/>
                  </a:cubicBezTo>
                  <a:cubicBezTo>
                    <a:pt x="136469" y="646419"/>
                    <a:pt x="137479" y="646352"/>
                    <a:pt x="138354" y="646924"/>
                  </a:cubicBezTo>
                  <a:cubicBezTo>
                    <a:pt x="139229" y="647496"/>
                    <a:pt x="143066" y="649817"/>
                    <a:pt x="143066" y="649817"/>
                  </a:cubicBezTo>
                  <a:lnTo>
                    <a:pt x="143200" y="651129"/>
                  </a:lnTo>
                  <a:cubicBezTo>
                    <a:pt x="143200" y="651129"/>
                    <a:pt x="142897" y="652811"/>
                    <a:pt x="142763" y="653012"/>
                  </a:cubicBezTo>
                  <a:cubicBezTo>
                    <a:pt x="142628" y="653214"/>
                    <a:pt x="141719" y="653954"/>
                    <a:pt x="141719" y="653954"/>
                  </a:cubicBezTo>
                  <a:lnTo>
                    <a:pt x="141114" y="654896"/>
                  </a:lnTo>
                  <a:lnTo>
                    <a:pt x="141114" y="655704"/>
                  </a:lnTo>
                  <a:lnTo>
                    <a:pt x="141618" y="658092"/>
                  </a:lnTo>
                  <a:lnTo>
                    <a:pt x="143301" y="658664"/>
                  </a:lnTo>
                  <a:lnTo>
                    <a:pt x="145623" y="660178"/>
                  </a:lnTo>
                  <a:lnTo>
                    <a:pt x="146196" y="660615"/>
                  </a:lnTo>
                  <a:lnTo>
                    <a:pt x="147575" y="662364"/>
                  </a:lnTo>
                  <a:cubicBezTo>
                    <a:pt x="147575" y="662364"/>
                    <a:pt x="147811" y="664181"/>
                    <a:pt x="147946" y="664383"/>
                  </a:cubicBezTo>
                  <a:cubicBezTo>
                    <a:pt x="148080" y="664618"/>
                    <a:pt x="148450" y="665964"/>
                    <a:pt x="148450" y="665964"/>
                  </a:cubicBezTo>
                  <a:lnTo>
                    <a:pt x="149325" y="667478"/>
                  </a:lnTo>
                  <a:lnTo>
                    <a:pt x="150470" y="669160"/>
                  </a:lnTo>
                  <a:lnTo>
                    <a:pt x="152422" y="672927"/>
                  </a:lnTo>
                  <a:cubicBezTo>
                    <a:pt x="152422" y="672927"/>
                    <a:pt x="153936" y="675820"/>
                    <a:pt x="154172" y="676459"/>
                  </a:cubicBezTo>
                  <a:cubicBezTo>
                    <a:pt x="154374" y="677099"/>
                    <a:pt x="156359" y="679588"/>
                    <a:pt x="156561" y="679857"/>
                  </a:cubicBezTo>
                  <a:cubicBezTo>
                    <a:pt x="156763" y="680160"/>
                    <a:pt x="157201" y="680160"/>
                    <a:pt x="157874" y="680664"/>
                  </a:cubicBezTo>
                  <a:cubicBezTo>
                    <a:pt x="158513" y="681169"/>
                    <a:pt x="160768" y="682044"/>
                    <a:pt x="160768" y="682548"/>
                  </a:cubicBezTo>
                  <a:cubicBezTo>
                    <a:pt x="160768" y="683053"/>
                    <a:pt x="161138" y="684499"/>
                    <a:pt x="161205" y="685071"/>
                  </a:cubicBezTo>
                  <a:cubicBezTo>
                    <a:pt x="161273" y="685643"/>
                    <a:pt x="161273" y="686888"/>
                    <a:pt x="162080" y="687392"/>
                  </a:cubicBezTo>
                  <a:cubicBezTo>
                    <a:pt x="162888" y="687897"/>
                    <a:pt x="162955" y="687695"/>
                    <a:pt x="163830" y="688200"/>
                  </a:cubicBezTo>
                  <a:cubicBezTo>
                    <a:pt x="164706" y="688704"/>
                    <a:pt x="166523" y="689882"/>
                    <a:pt x="166960" y="690151"/>
                  </a:cubicBezTo>
                  <a:cubicBezTo>
                    <a:pt x="167398" y="690453"/>
                    <a:pt x="168980" y="692169"/>
                    <a:pt x="168980" y="692169"/>
                  </a:cubicBezTo>
                  <a:cubicBezTo>
                    <a:pt x="168980" y="692169"/>
                    <a:pt x="169283" y="692741"/>
                    <a:pt x="169484" y="692808"/>
                  </a:cubicBezTo>
                  <a:cubicBezTo>
                    <a:pt x="169720" y="692876"/>
                    <a:pt x="173052" y="692741"/>
                    <a:pt x="173489" y="692808"/>
                  </a:cubicBezTo>
                  <a:cubicBezTo>
                    <a:pt x="173927" y="692876"/>
                    <a:pt x="174735" y="692775"/>
                    <a:pt x="175138" y="692842"/>
                  </a:cubicBezTo>
                  <a:cubicBezTo>
                    <a:pt x="175576" y="692909"/>
                    <a:pt x="176384" y="692876"/>
                    <a:pt x="177158" y="692842"/>
                  </a:cubicBezTo>
                  <a:cubicBezTo>
                    <a:pt x="177965" y="692808"/>
                    <a:pt x="178470" y="692909"/>
                    <a:pt x="178908" y="693246"/>
                  </a:cubicBezTo>
                  <a:cubicBezTo>
                    <a:pt x="179345" y="693616"/>
                    <a:pt x="182980" y="697148"/>
                    <a:pt x="182980" y="697148"/>
                  </a:cubicBezTo>
                  <a:cubicBezTo>
                    <a:pt x="182980" y="697148"/>
                    <a:pt x="183889" y="698964"/>
                    <a:pt x="184326" y="699536"/>
                  </a:cubicBezTo>
                  <a:cubicBezTo>
                    <a:pt x="184764" y="700108"/>
                    <a:pt x="186379" y="704448"/>
                    <a:pt x="186379" y="704448"/>
                  </a:cubicBezTo>
                  <a:lnTo>
                    <a:pt x="186379" y="706029"/>
                  </a:lnTo>
                  <a:lnTo>
                    <a:pt x="186009" y="708215"/>
                  </a:lnTo>
                  <a:lnTo>
                    <a:pt x="187389" y="710536"/>
                  </a:lnTo>
                  <a:cubicBezTo>
                    <a:pt x="187389" y="710536"/>
                    <a:pt x="188970" y="711108"/>
                    <a:pt x="189711" y="711344"/>
                  </a:cubicBezTo>
                  <a:cubicBezTo>
                    <a:pt x="190418" y="711546"/>
                    <a:pt x="195735" y="710469"/>
                    <a:pt x="196004" y="710402"/>
                  </a:cubicBezTo>
                  <a:cubicBezTo>
                    <a:pt x="196307" y="710335"/>
                    <a:pt x="197586" y="709325"/>
                    <a:pt x="197889" y="709325"/>
                  </a:cubicBezTo>
                  <a:cubicBezTo>
                    <a:pt x="198192" y="709325"/>
                    <a:pt x="200851" y="708955"/>
                    <a:pt x="201153" y="708821"/>
                  </a:cubicBezTo>
                  <a:cubicBezTo>
                    <a:pt x="201456" y="708686"/>
                    <a:pt x="205865" y="708619"/>
                    <a:pt x="206235" y="708888"/>
                  </a:cubicBezTo>
                  <a:cubicBezTo>
                    <a:pt x="206605" y="709157"/>
                    <a:pt x="209634" y="710637"/>
                    <a:pt x="209634" y="710637"/>
                  </a:cubicBezTo>
                  <a:cubicBezTo>
                    <a:pt x="209634" y="710637"/>
                    <a:pt x="212529" y="712891"/>
                    <a:pt x="212764" y="712958"/>
                  </a:cubicBezTo>
                  <a:cubicBezTo>
                    <a:pt x="213000" y="713026"/>
                    <a:pt x="214952" y="715650"/>
                    <a:pt x="214952" y="715650"/>
                  </a:cubicBezTo>
                  <a:lnTo>
                    <a:pt x="215187" y="717601"/>
                  </a:lnTo>
                  <a:cubicBezTo>
                    <a:pt x="215187" y="717601"/>
                    <a:pt x="215120" y="719619"/>
                    <a:pt x="215120" y="720056"/>
                  </a:cubicBezTo>
                  <a:cubicBezTo>
                    <a:pt x="215120" y="720494"/>
                    <a:pt x="214985" y="721570"/>
                    <a:pt x="214985" y="722007"/>
                  </a:cubicBezTo>
                  <a:cubicBezTo>
                    <a:pt x="214985" y="722445"/>
                    <a:pt x="214346" y="725641"/>
                    <a:pt x="214346" y="725641"/>
                  </a:cubicBezTo>
                  <a:lnTo>
                    <a:pt x="215154" y="729980"/>
                  </a:lnTo>
                  <a:cubicBezTo>
                    <a:pt x="215154" y="729980"/>
                    <a:pt x="215086" y="730182"/>
                    <a:pt x="215961" y="729980"/>
                  </a:cubicBezTo>
                  <a:cubicBezTo>
                    <a:pt x="216836" y="729778"/>
                    <a:pt x="218216" y="728096"/>
                    <a:pt x="218216" y="728096"/>
                  </a:cubicBezTo>
                  <a:cubicBezTo>
                    <a:pt x="218216" y="728096"/>
                    <a:pt x="218351" y="727020"/>
                    <a:pt x="218519" y="726650"/>
                  </a:cubicBezTo>
                  <a:cubicBezTo>
                    <a:pt x="218654" y="726280"/>
                    <a:pt x="218957" y="725338"/>
                    <a:pt x="219394" y="724833"/>
                  </a:cubicBezTo>
                  <a:cubicBezTo>
                    <a:pt x="219832" y="724329"/>
                    <a:pt x="220841" y="723824"/>
                    <a:pt x="221414" y="723689"/>
                  </a:cubicBezTo>
                  <a:cubicBezTo>
                    <a:pt x="221986" y="723555"/>
                    <a:pt x="227135" y="723118"/>
                    <a:pt x="227135" y="723118"/>
                  </a:cubicBezTo>
                  <a:cubicBezTo>
                    <a:pt x="227135" y="723118"/>
                    <a:pt x="228817" y="723555"/>
                    <a:pt x="229457" y="723925"/>
                  </a:cubicBezTo>
                  <a:cubicBezTo>
                    <a:pt x="230096" y="724295"/>
                    <a:pt x="230399" y="724228"/>
                    <a:pt x="231207" y="725170"/>
                  </a:cubicBezTo>
                  <a:cubicBezTo>
                    <a:pt x="232015" y="726112"/>
                    <a:pt x="234236" y="728870"/>
                    <a:pt x="234471" y="729072"/>
                  </a:cubicBezTo>
                  <a:cubicBezTo>
                    <a:pt x="234673" y="729307"/>
                    <a:pt x="235851" y="731326"/>
                    <a:pt x="235851" y="731326"/>
                  </a:cubicBezTo>
                  <a:lnTo>
                    <a:pt x="236491" y="733344"/>
                  </a:lnTo>
                  <a:cubicBezTo>
                    <a:pt x="236491" y="733344"/>
                    <a:pt x="236861" y="734286"/>
                    <a:pt x="237568" y="734286"/>
                  </a:cubicBezTo>
                  <a:cubicBezTo>
                    <a:pt x="238274" y="734286"/>
                    <a:pt x="240159" y="733041"/>
                    <a:pt x="240597" y="732907"/>
                  </a:cubicBezTo>
                  <a:cubicBezTo>
                    <a:pt x="241034" y="732772"/>
                    <a:pt x="242044" y="731763"/>
                    <a:pt x="242347" y="731460"/>
                  </a:cubicBezTo>
                  <a:cubicBezTo>
                    <a:pt x="242650" y="731157"/>
                    <a:pt x="244803" y="730215"/>
                    <a:pt x="244803" y="730215"/>
                  </a:cubicBezTo>
                  <a:cubicBezTo>
                    <a:pt x="244803" y="730215"/>
                    <a:pt x="247563" y="731595"/>
                    <a:pt x="248270" y="732301"/>
                  </a:cubicBezTo>
                  <a:cubicBezTo>
                    <a:pt x="249010" y="733041"/>
                    <a:pt x="250020" y="733815"/>
                    <a:pt x="250020" y="733815"/>
                  </a:cubicBezTo>
                  <a:lnTo>
                    <a:pt x="251467" y="733613"/>
                  </a:lnTo>
                  <a:lnTo>
                    <a:pt x="253991" y="731662"/>
                  </a:lnTo>
                  <a:cubicBezTo>
                    <a:pt x="253991" y="731662"/>
                    <a:pt x="254294" y="731090"/>
                    <a:pt x="254496" y="730855"/>
                  </a:cubicBezTo>
                  <a:cubicBezTo>
                    <a:pt x="254698" y="730653"/>
                    <a:pt x="255573" y="730350"/>
                    <a:pt x="255809" y="730350"/>
                  </a:cubicBezTo>
                  <a:cubicBezTo>
                    <a:pt x="256010" y="730350"/>
                    <a:pt x="259342" y="731662"/>
                    <a:pt x="259342" y="731662"/>
                  </a:cubicBezTo>
                  <a:cubicBezTo>
                    <a:pt x="259342" y="731662"/>
                    <a:pt x="260083" y="731965"/>
                    <a:pt x="260285" y="732301"/>
                  </a:cubicBezTo>
                  <a:cubicBezTo>
                    <a:pt x="260486" y="732671"/>
                    <a:pt x="262035" y="734757"/>
                    <a:pt x="262035" y="734757"/>
                  </a:cubicBezTo>
                  <a:cubicBezTo>
                    <a:pt x="262035" y="734757"/>
                    <a:pt x="263414" y="736136"/>
                    <a:pt x="263616" y="736439"/>
                  </a:cubicBezTo>
                  <a:cubicBezTo>
                    <a:pt x="263818" y="736742"/>
                    <a:pt x="265064" y="737246"/>
                    <a:pt x="265366" y="737313"/>
                  </a:cubicBezTo>
                  <a:cubicBezTo>
                    <a:pt x="265669" y="737381"/>
                    <a:pt x="266814" y="736674"/>
                    <a:pt x="267049" y="736674"/>
                  </a:cubicBezTo>
                  <a:cubicBezTo>
                    <a:pt x="267251" y="736674"/>
                    <a:pt x="268227" y="736540"/>
                    <a:pt x="269237" y="736372"/>
                  </a:cubicBezTo>
                  <a:cubicBezTo>
                    <a:pt x="270246" y="736237"/>
                    <a:pt x="271626" y="736002"/>
                    <a:pt x="272367" y="735800"/>
                  </a:cubicBezTo>
                  <a:cubicBezTo>
                    <a:pt x="273107" y="735598"/>
                    <a:pt x="273814" y="734992"/>
                    <a:pt x="274117" y="734858"/>
                  </a:cubicBezTo>
                  <a:cubicBezTo>
                    <a:pt x="274419" y="734723"/>
                    <a:pt x="275564" y="732907"/>
                    <a:pt x="275867" y="732907"/>
                  </a:cubicBezTo>
                  <a:cubicBezTo>
                    <a:pt x="276169" y="732907"/>
                    <a:pt x="278121" y="732604"/>
                    <a:pt x="278391" y="732604"/>
                  </a:cubicBezTo>
                  <a:cubicBezTo>
                    <a:pt x="278694" y="732604"/>
                    <a:pt x="282463" y="736742"/>
                    <a:pt x="282867" y="737313"/>
                  </a:cubicBezTo>
                  <a:cubicBezTo>
                    <a:pt x="283304" y="737885"/>
                    <a:pt x="283304" y="737751"/>
                    <a:pt x="283742" y="739063"/>
                  </a:cubicBezTo>
                  <a:cubicBezTo>
                    <a:pt x="284179" y="740375"/>
                    <a:pt x="284549" y="743335"/>
                    <a:pt x="284617" y="743638"/>
                  </a:cubicBezTo>
                  <a:cubicBezTo>
                    <a:pt x="284684" y="743941"/>
                    <a:pt x="285122" y="746262"/>
                    <a:pt x="285425" y="746968"/>
                  </a:cubicBezTo>
                  <a:cubicBezTo>
                    <a:pt x="285694" y="747674"/>
                    <a:pt x="286804" y="749289"/>
                    <a:pt x="286804" y="749289"/>
                  </a:cubicBezTo>
                  <a:lnTo>
                    <a:pt x="287679" y="749726"/>
                  </a:lnTo>
                  <a:cubicBezTo>
                    <a:pt x="287679" y="749726"/>
                    <a:pt x="289194" y="750231"/>
                    <a:pt x="289934" y="749996"/>
                  </a:cubicBezTo>
                  <a:cubicBezTo>
                    <a:pt x="290641" y="749794"/>
                    <a:pt x="294410" y="749693"/>
                    <a:pt x="294646" y="749626"/>
                  </a:cubicBezTo>
                  <a:cubicBezTo>
                    <a:pt x="294848" y="749558"/>
                    <a:pt x="297035" y="749054"/>
                    <a:pt x="297338" y="749054"/>
                  </a:cubicBezTo>
                  <a:cubicBezTo>
                    <a:pt x="297641" y="749054"/>
                    <a:pt x="300098" y="748044"/>
                    <a:pt x="300670" y="748044"/>
                  </a:cubicBezTo>
                  <a:cubicBezTo>
                    <a:pt x="301242" y="748044"/>
                    <a:pt x="305079" y="748919"/>
                    <a:pt x="305314" y="748986"/>
                  </a:cubicBezTo>
                  <a:cubicBezTo>
                    <a:pt x="305516" y="749054"/>
                    <a:pt x="306762" y="750366"/>
                    <a:pt x="306896" y="750870"/>
                  </a:cubicBezTo>
                  <a:cubicBezTo>
                    <a:pt x="307031" y="751375"/>
                    <a:pt x="307973" y="754941"/>
                    <a:pt x="308141" y="755580"/>
                  </a:cubicBezTo>
                  <a:cubicBezTo>
                    <a:pt x="308276" y="756219"/>
                    <a:pt x="308781" y="757901"/>
                    <a:pt x="308882" y="758271"/>
                  </a:cubicBezTo>
                  <a:cubicBezTo>
                    <a:pt x="308949" y="758641"/>
                    <a:pt x="308949" y="759650"/>
                    <a:pt x="309016" y="760222"/>
                  </a:cubicBezTo>
                  <a:cubicBezTo>
                    <a:pt x="309084" y="760794"/>
                    <a:pt x="310161" y="761601"/>
                    <a:pt x="310464" y="761736"/>
                  </a:cubicBezTo>
                  <a:cubicBezTo>
                    <a:pt x="310766" y="761870"/>
                    <a:pt x="313223" y="761534"/>
                    <a:pt x="313930" y="761736"/>
                  </a:cubicBezTo>
                  <a:cubicBezTo>
                    <a:pt x="314637" y="761971"/>
                    <a:pt x="315310" y="761870"/>
                    <a:pt x="315310" y="762240"/>
                  </a:cubicBezTo>
                  <a:cubicBezTo>
                    <a:pt x="315310" y="762610"/>
                    <a:pt x="316690" y="765874"/>
                    <a:pt x="316690" y="765874"/>
                  </a:cubicBezTo>
                  <a:cubicBezTo>
                    <a:pt x="316690" y="765874"/>
                    <a:pt x="316488" y="766378"/>
                    <a:pt x="316993" y="767017"/>
                  </a:cubicBezTo>
                  <a:cubicBezTo>
                    <a:pt x="317497" y="767656"/>
                    <a:pt x="318944" y="767085"/>
                    <a:pt x="319180" y="767017"/>
                  </a:cubicBezTo>
                  <a:cubicBezTo>
                    <a:pt x="319382" y="766950"/>
                    <a:pt x="320324" y="766143"/>
                    <a:pt x="320324" y="766143"/>
                  </a:cubicBezTo>
                  <a:cubicBezTo>
                    <a:pt x="320324" y="766143"/>
                    <a:pt x="323522" y="764763"/>
                    <a:pt x="323723" y="764763"/>
                  </a:cubicBezTo>
                  <a:cubicBezTo>
                    <a:pt x="323959" y="764763"/>
                    <a:pt x="325372" y="765705"/>
                    <a:pt x="325372" y="766008"/>
                  </a:cubicBezTo>
                  <a:cubicBezTo>
                    <a:pt x="325372" y="766311"/>
                    <a:pt x="325507" y="767959"/>
                    <a:pt x="325507" y="767959"/>
                  </a:cubicBezTo>
                  <a:lnTo>
                    <a:pt x="325574" y="769204"/>
                  </a:lnTo>
                  <a:lnTo>
                    <a:pt x="325709" y="771390"/>
                  </a:lnTo>
                  <a:cubicBezTo>
                    <a:pt x="325709" y="771390"/>
                    <a:pt x="326584" y="773140"/>
                    <a:pt x="326786" y="773342"/>
                  </a:cubicBezTo>
                  <a:cubicBezTo>
                    <a:pt x="327022" y="773577"/>
                    <a:pt x="326651" y="773913"/>
                    <a:pt x="328098" y="773913"/>
                  </a:cubicBezTo>
                  <a:cubicBezTo>
                    <a:pt x="329546" y="773913"/>
                    <a:pt x="330353" y="774216"/>
                    <a:pt x="330791" y="774351"/>
                  </a:cubicBezTo>
                  <a:cubicBezTo>
                    <a:pt x="331228" y="774485"/>
                    <a:pt x="331666" y="773981"/>
                    <a:pt x="332676" y="775158"/>
                  </a:cubicBezTo>
                  <a:cubicBezTo>
                    <a:pt x="333685" y="776302"/>
                    <a:pt x="333820" y="776605"/>
                    <a:pt x="334560" y="776302"/>
                  </a:cubicBezTo>
                  <a:cubicBezTo>
                    <a:pt x="335301" y="775999"/>
                    <a:pt x="336243" y="774351"/>
                    <a:pt x="336580" y="774284"/>
                  </a:cubicBezTo>
                  <a:cubicBezTo>
                    <a:pt x="336950" y="774216"/>
                    <a:pt x="337757" y="772602"/>
                    <a:pt x="337892" y="772332"/>
                  </a:cubicBezTo>
                  <a:cubicBezTo>
                    <a:pt x="338027" y="772030"/>
                    <a:pt x="338632" y="771121"/>
                    <a:pt x="338834" y="770751"/>
                  </a:cubicBezTo>
                  <a:cubicBezTo>
                    <a:pt x="339036" y="770381"/>
                    <a:pt x="339709" y="769002"/>
                    <a:pt x="339709" y="769002"/>
                  </a:cubicBezTo>
                  <a:cubicBezTo>
                    <a:pt x="339709" y="769002"/>
                    <a:pt x="340854" y="767993"/>
                    <a:pt x="341291" y="767690"/>
                  </a:cubicBezTo>
                  <a:cubicBezTo>
                    <a:pt x="341729" y="767387"/>
                    <a:pt x="342301" y="767387"/>
                    <a:pt x="343041" y="766984"/>
                  </a:cubicBezTo>
                  <a:cubicBezTo>
                    <a:pt x="343782" y="766546"/>
                    <a:pt x="344286" y="765907"/>
                    <a:pt x="344858" y="765806"/>
                  </a:cubicBezTo>
                  <a:cubicBezTo>
                    <a:pt x="345431" y="765739"/>
                    <a:pt x="346676" y="765604"/>
                    <a:pt x="347046" y="765604"/>
                  </a:cubicBezTo>
                  <a:cubicBezTo>
                    <a:pt x="347416" y="765604"/>
                    <a:pt x="349738" y="765403"/>
                    <a:pt x="349738" y="765403"/>
                  </a:cubicBezTo>
                  <a:lnTo>
                    <a:pt x="351623" y="765100"/>
                  </a:lnTo>
                  <a:lnTo>
                    <a:pt x="353508" y="765773"/>
                  </a:lnTo>
                  <a:cubicBezTo>
                    <a:pt x="353508" y="765773"/>
                    <a:pt x="355325" y="765974"/>
                    <a:pt x="355965" y="766210"/>
                  </a:cubicBezTo>
                  <a:cubicBezTo>
                    <a:pt x="356604" y="766412"/>
                    <a:pt x="357849" y="766782"/>
                    <a:pt x="358421" y="767219"/>
                  </a:cubicBezTo>
                  <a:cubicBezTo>
                    <a:pt x="358993" y="767656"/>
                    <a:pt x="360373" y="768228"/>
                    <a:pt x="360945" y="768598"/>
                  </a:cubicBezTo>
                  <a:cubicBezTo>
                    <a:pt x="361517" y="768968"/>
                    <a:pt x="362191" y="769406"/>
                    <a:pt x="362191" y="769675"/>
                  </a:cubicBezTo>
                  <a:cubicBezTo>
                    <a:pt x="362191" y="769978"/>
                    <a:pt x="362628" y="772366"/>
                    <a:pt x="362628" y="772803"/>
                  </a:cubicBezTo>
                  <a:cubicBezTo>
                    <a:pt x="362628" y="773241"/>
                    <a:pt x="362696" y="775764"/>
                    <a:pt x="362696" y="775764"/>
                  </a:cubicBezTo>
                  <a:cubicBezTo>
                    <a:pt x="362696" y="775764"/>
                    <a:pt x="362628" y="779094"/>
                    <a:pt x="362628" y="779397"/>
                  </a:cubicBezTo>
                  <a:cubicBezTo>
                    <a:pt x="362628" y="779699"/>
                    <a:pt x="362561" y="781482"/>
                    <a:pt x="362763" y="781583"/>
                  </a:cubicBezTo>
                  <a:cubicBezTo>
                    <a:pt x="362965" y="781651"/>
                    <a:pt x="363570" y="782323"/>
                    <a:pt x="364008" y="782323"/>
                  </a:cubicBezTo>
                  <a:cubicBezTo>
                    <a:pt x="364445" y="782323"/>
                    <a:pt x="365455" y="781886"/>
                    <a:pt x="365960" y="781381"/>
                  </a:cubicBezTo>
                  <a:cubicBezTo>
                    <a:pt x="366465" y="780877"/>
                    <a:pt x="366700" y="778690"/>
                    <a:pt x="366969" y="778488"/>
                  </a:cubicBezTo>
                  <a:cubicBezTo>
                    <a:pt x="367272" y="778253"/>
                    <a:pt x="367037" y="777546"/>
                    <a:pt x="367609" y="777244"/>
                  </a:cubicBezTo>
                  <a:cubicBezTo>
                    <a:pt x="368181" y="776941"/>
                    <a:pt x="368854" y="776605"/>
                    <a:pt x="368854" y="776605"/>
                  </a:cubicBezTo>
                  <a:lnTo>
                    <a:pt x="370941" y="776470"/>
                  </a:lnTo>
                  <a:lnTo>
                    <a:pt x="372523" y="778219"/>
                  </a:lnTo>
                  <a:lnTo>
                    <a:pt x="376662" y="780608"/>
                  </a:lnTo>
                  <a:lnTo>
                    <a:pt x="379186" y="783063"/>
                  </a:lnTo>
                  <a:lnTo>
                    <a:pt x="381878" y="785452"/>
                  </a:lnTo>
                  <a:cubicBezTo>
                    <a:pt x="381878" y="785452"/>
                    <a:pt x="383629" y="785519"/>
                    <a:pt x="384133" y="785452"/>
                  </a:cubicBezTo>
                  <a:cubicBezTo>
                    <a:pt x="384638" y="785385"/>
                    <a:pt x="385581" y="785519"/>
                    <a:pt x="386758" y="784947"/>
                  </a:cubicBezTo>
                  <a:cubicBezTo>
                    <a:pt x="387903" y="784375"/>
                    <a:pt x="388441" y="784644"/>
                    <a:pt x="389653" y="783568"/>
                  </a:cubicBezTo>
                  <a:cubicBezTo>
                    <a:pt x="390898" y="782492"/>
                    <a:pt x="391235" y="781415"/>
                    <a:pt x="391537" y="781247"/>
                  </a:cubicBezTo>
                  <a:cubicBezTo>
                    <a:pt x="391840" y="781112"/>
                    <a:pt x="393187" y="779868"/>
                    <a:pt x="393624" y="779800"/>
                  </a:cubicBezTo>
                  <a:cubicBezTo>
                    <a:pt x="394061" y="779733"/>
                    <a:pt x="399211" y="778556"/>
                    <a:pt x="399211" y="778556"/>
                  </a:cubicBezTo>
                  <a:cubicBezTo>
                    <a:pt x="399211" y="778556"/>
                    <a:pt x="402677" y="778488"/>
                    <a:pt x="403283" y="778556"/>
                  </a:cubicBezTo>
                  <a:cubicBezTo>
                    <a:pt x="403855" y="778623"/>
                    <a:pt x="406749" y="778556"/>
                    <a:pt x="406749" y="778556"/>
                  </a:cubicBezTo>
                  <a:cubicBezTo>
                    <a:pt x="406749" y="778556"/>
                    <a:pt x="409341" y="777513"/>
                    <a:pt x="409576" y="777446"/>
                  </a:cubicBezTo>
                  <a:cubicBezTo>
                    <a:pt x="409778" y="777378"/>
                    <a:pt x="410283" y="776605"/>
                    <a:pt x="410283" y="776605"/>
                  </a:cubicBezTo>
                  <a:lnTo>
                    <a:pt x="411730" y="776605"/>
                  </a:lnTo>
                  <a:cubicBezTo>
                    <a:pt x="411730" y="776605"/>
                    <a:pt x="414120" y="775797"/>
                    <a:pt x="414322" y="775797"/>
                  </a:cubicBezTo>
                  <a:cubicBezTo>
                    <a:pt x="414523" y="775797"/>
                    <a:pt x="416846" y="776234"/>
                    <a:pt x="417149" y="776369"/>
                  </a:cubicBezTo>
                  <a:cubicBezTo>
                    <a:pt x="417451" y="776504"/>
                    <a:pt x="418528" y="776504"/>
                    <a:pt x="418898" y="776672"/>
                  </a:cubicBezTo>
                  <a:cubicBezTo>
                    <a:pt x="419269" y="776806"/>
                    <a:pt x="421086" y="776605"/>
                    <a:pt x="421423" y="776234"/>
                  </a:cubicBezTo>
                  <a:cubicBezTo>
                    <a:pt x="421793" y="775864"/>
                    <a:pt x="422500" y="774418"/>
                    <a:pt x="422735" y="774149"/>
                  </a:cubicBezTo>
                  <a:cubicBezTo>
                    <a:pt x="422937" y="773846"/>
                    <a:pt x="423880" y="773005"/>
                    <a:pt x="424115" y="772904"/>
                  </a:cubicBezTo>
                  <a:cubicBezTo>
                    <a:pt x="424351" y="772837"/>
                    <a:pt x="424755" y="772904"/>
                    <a:pt x="425495" y="772534"/>
                  </a:cubicBezTo>
                  <a:cubicBezTo>
                    <a:pt x="426235" y="772164"/>
                    <a:pt x="427952" y="771155"/>
                    <a:pt x="428255" y="771155"/>
                  </a:cubicBezTo>
                  <a:cubicBezTo>
                    <a:pt x="428557" y="771155"/>
                    <a:pt x="430139" y="770785"/>
                    <a:pt x="430442" y="770718"/>
                  </a:cubicBezTo>
                  <a:cubicBezTo>
                    <a:pt x="430745" y="770650"/>
                    <a:pt x="431822" y="770079"/>
                    <a:pt x="432024" y="770079"/>
                  </a:cubicBezTo>
                  <a:cubicBezTo>
                    <a:pt x="432259" y="770079"/>
                    <a:pt x="433168" y="769776"/>
                    <a:pt x="433606" y="770146"/>
                  </a:cubicBezTo>
                  <a:cubicBezTo>
                    <a:pt x="434043" y="770516"/>
                    <a:pt x="434615" y="770280"/>
                    <a:pt x="434985" y="770650"/>
                  </a:cubicBezTo>
                  <a:cubicBezTo>
                    <a:pt x="435356" y="771020"/>
                    <a:pt x="437072" y="772097"/>
                    <a:pt x="437375" y="772400"/>
                  </a:cubicBezTo>
                  <a:cubicBezTo>
                    <a:pt x="437678" y="772702"/>
                    <a:pt x="439024" y="773140"/>
                    <a:pt x="439327" y="773409"/>
                  </a:cubicBezTo>
                  <a:cubicBezTo>
                    <a:pt x="439630" y="773712"/>
                    <a:pt x="440774" y="775158"/>
                    <a:pt x="440909" y="775730"/>
                  </a:cubicBezTo>
                  <a:cubicBezTo>
                    <a:pt x="441043" y="776302"/>
                    <a:pt x="441279" y="776369"/>
                    <a:pt x="441918" y="777176"/>
                  </a:cubicBezTo>
                  <a:cubicBezTo>
                    <a:pt x="442558" y="777984"/>
                    <a:pt x="442995" y="777984"/>
                    <a:pt x="443736" y="778690"/>
                  </a:cubicBezTo>
                  <a:cubicBezTo>
                    <a:pt x="444476" y="779430"/>
                    <a:pt x="446765" y="781314"/>
                    <a:pt x="447067" y="781516"/>
                  </a:cubicBezTo>
                  <a:cubicBezTo>
                    <a:pt x="447370" y="781718"/>
                    <a:pt x="448515" y="782525"/>
                    <a:pt x="448515" y="782525"/>
                  </a:cubicBezTo>
                  <a:lnTo>
                    <a:pt x="451342" y="784476"/>
                  </a:lnTo>
                  <a:lnTo>
                    <a:pt x="453664" y="786865"/>
                  </a:lnTo>
                  <a:cubicBezTo>
                    <a:pt x="453664" y="786865"/>
                    <a:pt x="454303" y="789119"/>
                    <a:pt x="454673" y="789892"/>
                  </a:cubicBezTo>
                  <a:cubicBezTo>
                    <a:pt x="455044" y="790700"/>
                    <a:pt x="457803" y="795174"/>
                    <a:pt x="457803" y="795174"/>
                  </a:cubicBezTo>
                  <a:lnTo>
                    <a:pt x="458880" y="798134"/>
                  </a:lnTo>
                  <a:cubicBezTo>
                    <a:pt x="458880" y="798134"/>
                    <a:pt x="460765" y="801464"/>
                    <a:pt x="460765" y="801767"/>
                  </a:cubicBezTo>
                  <a:cubicBezTo>
                    <a:pt x="460765" y="802036"/>
                    <a:pt x="461270" y="805097"/>
                    <a:pt x="461270" y="805097"/>
                  </a:cubicBezTo>
                  <a:lnTo>
                    <a:pt x="462212" y="809672"/>
                  </a:lnTo>
                  <a:cubicBezTo>
                    <a:pt x="462212" y="809672"/>
                    <a:pt x="463457" y="810110"/>
                    <a:pt x="464164" y="810110"/>
                  </a:cubicBezTo>
                  <a:cubicBezTo>
                    <a:pt x="464904" y="810110"/>
                    <a:pt x="466621" y="810311"/>
                    <a:pt x="466924" y="810110"/>
                  </a:cubicBezTo>
                  <a:cubicBezTo>
                    <a:pt x="467227" y="809874"/>
                    <a:pt x="469178" y="809403"/>
                    <a:pt x="469178" y="809403"/>
                  </a:cubicBezTo>
                  <a:cubicBezTo>
                    <a:pt x="469178" y="809403"/>
                    <a:pt x="469986" y="809807"/>
                    <a:pt x="470053" y="810211"/>
                  </a:cubicBezTo>
                  <a:cubicBezTo>
                    <a:pt x="470121" y="810614"/>
                    <a:pt x="472948" y="815458"/>
                    <a:pt x="473082" y="815694"/>
                  </a:cubicBezTo>
                  <a:cubicBezTo>
                    <a:pt x="473217" y="815896"/>
                    <a:pt x="473890" y="817645"/>
                    <a:pt x="473890" y="817645"/>
                  </a:cubicBezTo>
                  <a:lnTo>
                    <a:pt x="475135" y="819596"/>
                  </a:lnTo>
                  <a:lnTo>
                    <a:pt x="475842" y="820908"/>
                  </a:lnTo>
                  <a:cubicBezTo>
                    <a:pt x="475842" y="820908"/>
                    <a:pt x="476145" y="820841"/>
                    <a:pt x="476852" y="820908"/>
                  </a:cubicBezTo>
                  <a:cubicBezTo>
                    <a:pt x="477559" y="820975"/>
                    <a:pt x="478669" y="820538"/>
                    <a:pt x="478938" y="820471"/>
                  </a:cubicBezTo>
                  <a:cubicBezTo>
                    <a:pt x="479241" y="820403"/>
                    <a:pt x="479948" y="820403"/>
                    <a:pt x="480453" y="820403"/>
                  </a:cubicBezTo>
                  <a:cubicBezTo>
                    <a:pt x="480958" y="820403"/>
                    <a:pt x="482203" y="820571"/>
                    <a:pt x="482977" y="820908"/>
                  </a:cubicBezTo>
                  <a:cubicBezTo>
                    <a:pt x="483785" y="821244"/>
                    <a:pt x="485164" y="821345"/>
                    <a:pt x="485366" y="821547"/>
                  </a:cubicBezTo>
                  <a:cubicBezTo>
                    <a:pt x="485568" y="821749"/>
                    <a:pt x="486376" y="821850"/>
                    <a:pt x="486814" y="822119"/>
                  </a:cubicBezTo>
                  <a:cubicBezTo>
                    <a:pt x="487251" y="822422"/>
                    <a:pt x="488261" y="822691"/>
                    <a:pt x="488564" y="822926"/>
                  </a:cubicBezTo>
                  <a:cubicBezTo>
                    <a:pt x="488866" y="823162"/>
                    <a:pt x="490650" y="823498"/>
                    <a:pt x="490886" y="823666"/>
                  </a:cubicBezTo>
                  <a:cubicBezTo>
                    <a:pt x="491121" y="823801"/>
                    <a:pt x="492198" y="823296"/>
                    <a:pt x="492400" y="823666"/>
                  </a:cubicBezTo>
                  <a:cubicBezTo>
                    <a:pt x="492602" y="824036"/>
                    <a:pt x="493545" y="824541"/>
                    <a:pt x="493780" y="824743"/>
                  </a:cubicBezTo>
                  <a:cubicBezTo>
                    <a:pt x="493982" y="824945"/>
                    <a:pt x="495530" y="826761"/>
                    <a:pt x="495530" y="826761"/>
                  </a:cubicBezTo>
                  <a:cubicBezTo>
                    <a:pt x="495530" y="826761"/>
                    <a:pt x="495968" y="828342"/>
                    <a:pt x="496169" y="828948"/>
                  </a:cubicBezTo>
                  <a:cubicBezTo>
                    <a:pt x="496371" y="829520"/>
                    <a:pt x="497246" y="831336"/>
                    <a:pt x="497415" y="831774"/>
                  </a:cubicBezTo>
                  <a:cubicBezTo>
                    <a:pt x="497549" y="832211"/>
                    <a:pt x="498492" y="833590"/>
                    <a:pt x="498492" y="833590"/>
                  </a:cubicBezTo>
                  <a:cubicBezTo>
                    <a:pt x="498492" y="833590"/>
                    <a:pt x="500746" y="836348"/>
                    <a:pt x="500948" y="836550"/>
                  </a:cubicBezTo>
                  <a:cubicBezTo>
                    <a:pt x="501184" y="836786"/>
                    <a:pt x="502025" y="838232"/>
                    <a:pt x="502194" y="838501"/>
                  </a:cubicBezTo>
                  <a:cubicBezTo>
                    <a:pt x="502328" y="838804"/>
                    <a:pt x="501891" y="842135"/>
                    <a:pt x="502194" y="842908"/>
                  </a:cubicBezTo>
                  <a:cubicBezTo>
                    <a:pt x="502497" y="843716"/>
                    <a:pt x="502631" y="847248"/>
                    <a:pt x="502631" y="847248"/>
                  </a:cubicBezTo>
                  <a:lnTo>
                    <a:pt x="502059" y="848560"/>
                  </a:lnTo>
                  <a:cubicBezTo>
                    <a:pt x="502059" y="848560"/>
                    <a:pt x="501992" y="851520"/>
                    <a:pt x="501756" y="851688"/>
                  </a:cubicBezTo>
                  <a:cubicBezTo>
                    <a:pt x="501554" y="851823"/>
                    <a:pt x="499434" y="852698"/>
                    <a:pt x="499434" y="852698"/>
                  </a:cubicBezTo>
                  <a:lnTo>
                    <a:pt x="497549" y="853269"/>
                  </a:lnTo>
                  <a:cubicBezTo>
                    <a:pt x="497549" y="853269"/>
                    <a:pt x="496943" y="854850"/>
                    <a:pt x="496876" y="855086"/>
                  </a:cubicBezTo>
                  <a:cubicBezTo>
                    <a:pt x="496809" y="855321"/>
                    <a:pt x="496035" y="856330"/>
                    <a:pt x="496035" y="857037"/>
                  </a:cubicBezTo>
                  <a:cubicBezTo>
                    <a:pt x="496035" y="857777"/>
                    <a:pt x="496035" y="859123"/>
                    <a:pt x="496035" y="859123"/>
                  </a:cubicBezTo>
                  <a:lnTo>
                    <a:pt x="496775" y="860435"/>
                  </a:lnTo>
                  <a:lnTo>
                    <a:pt x="498525" y="863563"/>
                  </a:lnTo>
                  <a:lnTo>
                    <a:pt x="499165" y="864572"/>
                  </a:lnTo>
                  <a:cubicBezTo>
                    <a:pt x="499165" y="864572"/>
                    <a:pt x="499535" y="866759"/>
                    <a:pt x="499535" y="867028"/>
                  </a:cubicBezTo>
                  <a:cubicBezTo>
                    <a:pt x="499535" y="867331"/>
                    <a:pt x="500410" y="868710"/>
                    <a:pt x="500410" y="869046"/>
                  </a:cubicBezTo>
                  <a:cubicBezTo>
                    <a:pt x="500410" y="869416"/>
                    <a:pt x="501790" y="872377"/>
                    <a:pt x="501790" y="872377"/>
                  </a:cubicBezTo>
                  <a:lnTo>
                    <a:pt x="502093" y="873890"/>
                  </a:lnTo>
                  <a:lnTo>
                    <a:pt x="502665" y="876918"/>
                  </a:lnTo>
                  <a:lnTo>
                    <a:pt x="504415" y="879306"/>
                  </a:lnTo>
                  <a:lnTo>
                    <a:pt x="505559" y="880114"/>
                  </a:lnTo>
                  <a:cubicBezTo>
                    <a:pt x="505559" y="880114"/>
                    <a:pt x="508083" y="881930"/>
                    <a:pt x="508319" y="882065"/>
                  </a:cubicBezTo>
                  <a:cubicBezTo>
                    <a:pt x="508521" y="882199"/>
                    <a:pt x="510641" y="882570"/>
                    <a:pt x="510641" y="882570"/>
                  </a:cubicBezTo>
                  <a:lnTo>
                    <a:pt x="512593" y="882570"/>
                  </a:lnTo>
                  <a:cubicBezTo>
                    <a:pt x="512593" y="882570"/>
                    <a:pt x="513535" y="882940"/>
                    <a:pt x="514107" y="882570"/>
                  </a:cubicBezTo>
                  <a:cubicBezTo>
                    <a:pt x="514679" y="882199"/>
                    <a:pt x="516564" y="881258"/>
                    <a:pt x="516564" y="881258"/>
                  </a:cubicBezTo>
                  <a:cubicBezTo>
                    <a:pt x="516564" y="881258"/>
                    <a:pt x="516934" y="880686"/>
                    <a:pt x="517204" y="880686"/>
                  </a:cubicBezTo>
                  <a:cubicBezTo>
                    <a:pt x="517507" y="880686"/>
                    <a:pt x="518146" y="879878"/>
                    <a:pt x="518146" y="879878"/>
                  </a:cubicBezTo>
                  <a:lnTo>
                    <a:pt x="518954" y="879441"/>
                  </a:lnTo>
                  <a:cubicBezTo>
                    <a:pt x="518954" y="879441"/>
                    <a:pt x="519593" y="879508"/>
                    <a:pt x="519896" y="879508"/>
                  </a:cubicBezTo>
                  <a:cubicBezTo>
                    <a:pt x="520199" y="879508"/>
                    <a:pt x="521579" y="879441"/>
                    <a:pt x="521814" y="879744"/>
                  </a:cubicBezTo>
                  <a:cubicBezTo>
                    <a:pt x="522016" y="880047"/>
                    <a:pt x="522151" y="880988"/>
                    <a:pt x="522151" y="880988"/>
                  </a:cubicBezTo>
                  <a:lnTo>
                    <a:pt x="522151" y="881729"/>
                  </a:lnTo>
                  <a:lnTo>
                    <a:pt x="523901" y="883545"/>
                  </a:lnTo>
                  <a:lnTo>
                    <a:pt x="523901" y="883478"/>
                  </a:lnTo>
                  <a:cubicBezTo>
                    <a:pt x="523901" y="883478"/>
                    <a:pt x="524338" y="885227"/>
                    <a:pt x="524776" y="885361"/>
                  </a:cubicBezTo>
                  <a:cubicBezTo>
                    <a:pt x="525213" y="885496"/>
                    <a:pt x="525920" y="885866"/>
                    <a:pt x="526290" y="885933"/>
                  </a:cubicBezTo>
                  <a:cubicBezTo>
                    <a:pt x="526661" y="886001"/>
                    <a:pt x="528175" y="887178"/>
                    <a:pt x="528478" y="887380"/>
                  </a:cubicBezTo>
                  <a:cubicBezTo>
                    <a:pt x="528781" y="887582"/>
                    <a:pt x="529185" y="888322"/>
                    <a:pt x="529488" y="888961"/>
                  </a:cubicBezTo>
                  <a:cubicBezTo>
                    <a:pt x="529790" y="889600"/>
                    <a:pt x="530295" y="891551"/>
                    <a:pt x="530295" y="891551"/>
                  </a:cubicBezTo>
                  <a:cubicBezTo>
                    <a:pt x="530295" y="891551"/>
                    <a:pt x="530228" y="892426"/>
                    <a:pt x="530295" y="892998"/>
                  </a:cubicBezTo>
                  <a:cubicBezTo>
                    <a:pt x="530362" y="893570"/>
                    <a:pt x="530800" y="893738"/>
                    <a:pt x="530935" y="894142"/>
                  </a:cubicBezTo>
                  <a:cubicBezTo>
                    <a:pt x="531069" y="894579"/>
                    <a:pt x="531002" y="894713"/>
                    <a:pt x="531877" y="894848"/>
                  </a:cubicBezTo>
                  <a:cubicBezTo>
                    <a:pt x="532752" y="894983"/>
                    <a:pt x="532887" y="894713"/>
                    <a:pt x="533762" y="894848"/>
                  </a:cubicBezTo>
                  <a:cubicBezTo>
                    <a:pt x="534637" y="894983"/>
                    <a:pt x="534637" y="894545"/>
                    <a:pt x="535209" y="893704"/>
                  </a:cubicBezTo>
                  <a:cubicBezTo>
                    <a:pt x="535781" y="892830"/>
                    <a:pt x="535714" y="892628"/>
                    <a:pt x="536017" y="892190"/>
                  </a:cubicBezTo>
                  <a:cubicBezTo>
                    <a:pt x="536319" y="891753"/>
                    <a:pt x="536891" y="891248"/>
                    <a:pt x="536891" y="891248"/>
                  </a:cubicBezTo>
                  <a:lnTo>
                    <a:pt x="538709" y="891248"/>
                  </a:lnTo>
                  <a:cubicBezTo>
                    <a:pt x="538709" y="891248"/>
                    <a:pt x="540089" y="890946"/>
                    <a:pt x="540526" y="890946"/>
                  </a:cubicBezTo>
                  <a:cubicBezTo>
                    <a:pt x="540964" y="890946"/>
                    <a:pt x="541267" y="890710"/>
                    <a:pt x="541771" y="891013"/>
                  </a:cubicBezTo>
                  <a:cubicBezTo>
                    <a:pt x="542276" y="891316"/>
                    <a:pt x="542714" y="892022"/>
                    <a:pt x="542916" y="892022"/>
                  </a:cubicBezTo>
                  <a:cubicBezTo>
                    <a:pt x="543118" y="892022"/>
                    <a:pt x="543488" y="893200"/>
                    <a:pt x="544733" y="892157"/>
                  </a:cubicBezTo>
                  <a:cubicBezTo>
                    <a:pt x="545978" y="891148"/>
                    <a:pt x="546180" y="890206"/>
                    <a:pt x="546416" y="890206"/>
                  </a:cubicBezTo>
                  <a:cubicBezTo>
                    <a:pt x="546651" y="890206"/>
                    <a:pt x="546853" y="889903"/>
                    <a:pt x="547560" y="890273"/>
                  </a:cubicBezTo>
                  <a:cubicBezTo>
                    <a:pt x="548300" y="890643"/>
                    <a:pt x="550084" y="891215"/>
                    <a:pt x="551329" y="892157"/>
                  </a:cubicBezTo>
                  <a:cubicBezTo>
                    <a:pt x="552575" y="893099"/>
                    <a:pt x="552911" y="893031"/>
                    <a:pt x="553719" y="893973"/>
                  </a:cubicBezTo>
                  <a:cubicBezTo>
                    <a:pt x="554527" y="894915"/>
                    <a:pt x="554224" y="895487"/>
                    <a:pt x="555974" y="896429"/>
                  </a:cubicBezTo>
                  <a:cubicBezTo>
                    <a:pt x="557724" y="897371"/>
                    <a:pt x="561190" y="899322"/>
                    <a:pt x="561998" y="899456"/>
                  </a:cubicBezTo>
                  <a:cubicBezTo>
                    <a:pt x="562806" y="899591"/>
                    <a:pt x="564758" y="900768"/>
                    <a:pt x="565262" y="901038"/>
                  </a:cubicBezTo>
                  <a:cubicBezTo>
                    <a:pt x="565767" y="901340"/>
                    <a:pt x="566205" y="902551"/>
                    <a:pt x="566205" y="902551"/>
                  </a:cubicBezTo>
                  <a:lnTo>
                    <a:pt x="565700" y="906454"/>
                  </a:lnTo>
                  <a:lnTo>
                    <a:pt x="565700" y="907698"/>
                  </a:lnTo>
                  <a:lnTo>
                    <a:pt x="566205" y="909010"/>
                  </a:lnTo>
                  <a:lnTo>
                    <a:pt x="567450" y="910591"/>
                  </a:lnTo>
                  <a:lnTo>
                    <a:pt x="569503" y="913417"/>
                  </a:lnTo>
                  <a:cubicBezTo>
                    <a:pt x="569503" y="913417"/>
                    <a:pt x="570815" y="913787"/>
                    <a:pt x="571118" y="913787"/>
                  </a:cubicBezTo>
                  <a:cubicBezTo>
                    <a:pt x="571455" y="913787"/>
                    <a:pt x="573508" y="913787"/>
                    <a:pt x="573508" y="913787"/>
                  </a:cubicBezTo>
                  <a:cubicBezTo>
                    <a:pt x="573508" y="913787"/>
                    <a:pt x="578219" y="914426"/>
                    <a:pt x="578455" y="914224"/>
                  </a:cubicBezTo>
                  <a:cubicBezTo>
                    <a:pt x="578691" y="914022"/>
                    <a:pt x="579263" y="912912"/>
                    <a:pt x="579263" y="912710"/>
                  </a:cubicBezTo>
                  <a:cubicBezTo>
                    <a:pt x="579263" y="912475"/>
                    <a:pt x="579330" y="911197"/>
                    <a:pt x="579263" y="910322"/>
                  </a:cubicBezTo>
                  <a:cubicBezTo>
                    <a:pt x="579195" y="909448"/>
                    <a:pt x="579162" y="907396"/>
                    <a:pt x="578993" y="907295"/>
                  </a:cubicBezTo>
                  <a:cubicBezTo>
                    <a:pt x="578825" y="907194"/>
                    <a:pt x="578287" y="905243"/>
                    <a:pt x="578219" y="905007"/>
                  </a:cubicBezTo>
                  <a:cubicBezTo>
                    <a:pt x="578152" y="904805"/>
                    <a:pt x="577714" y="903931"/>
                    <a:pt x="577614" y="903762"/>
                  </a:cubicBezTo>
                  <a:cubicBezTo>
                    <a:pt x="577513" y="903594"/>
                    <a:pt x="577008" y="901576"/>
                    <a:pt x="577008" y="901576"/>
                  </a:cubicBezTo>
                  <a:lnTo>
                    <a:pt x="576200" y="899086"/>
                  </a:lnTo>
                  <a:lnTo>
                    <a:pt x="575157" y="897438"/>
                  </a:lnTo>
                  <a:lnTo>
                    <a:pt x="573205" y="894242"/>
                  </a:lnTo>
                  <a:cubicBezTo>
                    <a:pt x="573205" y="894242"/>
                    <a:pt x="571993" y="892291"/>
                    <a:pt x="571791" y="892190"/>
                  </a:cubicBezTo>
                  <a:cubicBezTo>
                    <a:pt x="571589" y="892089"/>
                    <a:pt x="570580" y="890878"/>
                    <a:pt x="570479" y="890710"/>
                  </a:cubicBezTo>
                  <a:cubicBezTo>
                    <a:pt x="570378" y="890542"/>
                    <a:pt x="569166" y="889096"/>
                    <a:pt x="569133" y="888927"/>
                  </a:cubicBezTo>
                  <a:cubicBezTo>
                    <a:pt x="569065" y="888759"/>
                    <a:pt x="567988" y="885832"/>
                    <a:pt x="567988" y="885664"/>
                  </a:cubicBezTo>
                  <a:cubicBezTo>
                    <a:pt x="567988" y="885496"/>
                    <a:pt x="568089" y="884520"/>
                    <a:pt x="568089" y="884520"/>
                  </a:cubicBezTo>
                  <a:cubicBezTo>
                    <a:pt x="568089" y="884520"/>
                    <a:pt x="569065" y="882401"/>
                    <a:pt x="569570" y="881796"/>
                  </a:cubicBezTo>
                  <a:cubicBezTo>
                    <a:pt x="570075" y="881190"/>
                    <a:pt x="570916" y="880551"/>
                    <a:pt x="571488" y="879845"/>
                  </a:cubicBezTo>
                  <a:cubicBezTo>
                    <a:pt x="572027" y="879138"/>
                    <a:pt x="573710" y="877624"/>
                    <a:pt x="574046" y="877187"/>
                  </a:cubicBezTo>
                  <a:cubicBezTo>
                    <a:pt x="574383" y="876750"/>
                    <a:pt x="576368" y="875505"/>
                    <a:pt x="576368" y="875505"/>
                  </a:cubicBezTo>
                  <a:lnTo>
                    <a:pt x="579633" y="874597"/>
                  </a:lnTo>
                  <a:lnTo>
                    <a:pt x="581417" y="874429"/>
                  </a:lnTo>
                  <a:lnTo>
                    <a:pt x="583200" y="874698"/>
                  </a:lnTo>
                  <a:lnTo>
                    <a:pt x="586397" y="876615"/>
                  </a:lnTo>
                  <a:cubicBezTo>
                    <a:pt x="586397" y="876615"/>
                    <a:pt x="587575" y="877759"/>
                    <a:pt x="587878" y="878196"/>
                  </a:cubicBezTo>
                  <a:cubicBezTo>
                    <a:pt x="588148" y="878634"/>
                    <a:pt x="590099" y="880517"/>
                    <a:pt x="590638" y="881190"/>
                  </a:cubicBezTo>
                  <a:cubicBezTo>
                    <a:pt x="591176" y="881829"/>
                    <a:pt x="595417" y="885160"/>
                    <a:pt x="595518" y="885361"/>
                  </a:cubicBezTo>
                  <a:cubicBezTo>
                    <a:pt x="595619" y="885563"/>
                    <a:pt x="597301" y="888019"/>
                    <a:pt x="597470" y="888524"/>
                  </a:cubicBezTo>
                  <a:cubicBezTo>
                    <a:pt x="597638" y="889028"/>
                    <a:pt x="599422" y="892830"/>
                    <a:pt x="600027" y="893301"/>
                  </a:cubicBezTo>
                  <a:cubicBezTo>
                    <a:pt x="600633" y="893771"/>
                    <a:pt x="602350" y="895756"/>
                    <a:pt x="603292" y="896025"/>
                  </a:cubicBezTo>
                  <a:cubicBezTo>
                    <a:pt x="604201" y="896294"/>
                    <a:pt x="608307" y="896732"/>
                    <a:pt x="608307" y="896732"/>
                  </a:cubicBezTo>
                  <a:lnTo>
                    <a:pt x="610057" y="897976"/>
                  </a:lnTo>
                  <a:cubicBezTo>
                    <a:pt x="610057" y="897976"/>
                    <a:pt x="612648" y="898178"/>
                    <a:pt x="612783" y="898347"/>
                  </a:cubicBezTo>
                  <a:cubicBezTo>
                    <a:pt x="612884" y="898515"/>
                    <a:pt x="615509" y="900668"/>
                    <a:pt x="615711" y="900970"/>
                  </a:cubicBezTo>
                  <a:cubicBezTo>
                    <a:pt x="615913" y="901239"/>
                    <a:pt x="617999" y="902114"/>
                    <a:pt x="618167" y="902551"/>
                  </a:cubicBezTo>
                  <a:cubicBezTo>
                    <a:pt x="618336" y="902989"/>
                    <a:pt x="620490" y="904502"/>
                    <a:pt x="620490" y="904502"/>
                  </a:cubicBezTo>
                  <a:cubicBezTo>
                    <a:pt x="620490" y="904502"/>
                    <a:pt x="620321" y="904132"/>
                    <a:pt x="622778" y="905579"/>
                  </a:cubicBezTo>
                  <a:cubicBezTo>
                    <a:pt x="625235" y="907059"/>
                    <a:pt x="627086" y="907261"/>
                    <a:pt x="627490" y="907328"/>
                  </a:cubicBezTo>
                  <a:cubicBezTo>
                    <a:pt x="627927" y="907396"/>
                    <a:pt x="630048" y="905545"/>
                    <a:pt x="630384" y="905108"/>
                  </a:cubicBezTo>
                  <a:cubicBezTo>
                    <a:pt x="630720" y="904671"/>
                    <a:pt x="632504" y="903964"/>
                    <a:pt x="632168" y="902518"/>
                  </a:cubicBezTo>
                  <a:cubicBezTo>
                    <a:pt x="631831" y="901038"/>
                    <a:pt x="632437" y="899356"/>
                    <a:pt x="630249" y="898178"/>
                  </a:cubicBezTo>
                  <a:cubicBezTo>
                    <a:pt x="628062" y="897001"/>
                    <a:pt x="626917" y="895252"/>
                    <a:pt x="626917" y="895252"/>
                  </a:cubicBezTo>
                  <a:cubicBezTo>
                    <a:pt x="626917" y="895252"/>
                    <a:pt x="623788" y="892863"/>
                    <a:pt x="623788" y="892493"/>
                  </a:cubicBezTo>
                  <a:cubicBezTo>
                    <a:pt x="623788" y="892123"/>
                    <a:pt x="623586" y="890475"/>
                    <a:pt x="623586" y="889600"/>
                  </a:cubicBezTo>
                  <a:cubicBezTo>
                    <a:pt x="623586" y="888725"/>
                    <a:pt x="623889" y="887414"/>
                    <a:pt x="624158" y="887144"/>
                  </a:cubicBezTo>
                  <a:cubicBezTo>
                    <a:pt x="624461" y="886842"/>
                    <a:pt x="627422" y="883949"/>
                    <a:pt x="627624" y="883881"/>
                  </a:cubicBezTo>
                  <a:cubicBezTo>
                    <a:pt x="627860" y="883814"/>
                    <a:pt x="628499" y="883007"/>
                    <a:pt x="628264" y="882199"/>
                  </a:cubicBezTo>
                  <a:cubicBezTo>
                    <a:pt x="628062" y="881392"/>
                    <a:pt x="628634" y="880450"/>
                    <a:pt x="627523" y="878735"/>
                  </a:cubicBezTo>
                  <a:cubicBezTo>
                    <a:pt x="626446" y="876985"/>
                    <a:pt x="625066" y="875909"/>
                    <a:pt x="624999" y="875404"/>
                  </a:cubicBezTo>
                  <a:cubicBezTo>
                    <a:pt x="624932" y="874900"/>
                    <a:pt x="624696" y="873016"/>
                    <a:pt x="624696" y="872713"/>
                  </a:cubicBezTo>
                  <a:cubicBezTo>
                    <a:pt x="624696" y="872410"/>
                    <a:pt x="627826" y="869383"/>
                    <a:pt x="628163" y="868508"/>
                  </a:cubicBezTo>
                  <a:cubicBezTo>
                    <a:pt x="628533" y="867634"/>
                    <a:pt x="628971" y="865985"/>
                    <a:pt x="629240" y="865918"/>
                  </a:cubicBezTo>
                  <a:cubicBezTo>
                    <a:pt x="629543" y="865851"/>
                    <a:pt x="633211" y="867163"/>
                    <a:pt x="633581" y="867364"/>
                  </a:cubicBezTo>
                  <a:cubicBezTo>
                    <a:pt x="633951" y="867566"/>
                    <a:pt x="637721" y="868743"/>
                    <a:pt x="637990" y="869046"/>
                  </a:cubicBezTo>
                  <a:cubicBezTo>
                    <a:pt x="638293" y="869349"/>
                    <a:pt x="641254" y="870425"/>
                    <a:pt x="641894" y="870493"/>
                  </a:cubicBezTo>
                  <a:cubicBezTo>
                    <a:pt x="642533" y="870560"/>
                    <a:pt x="645798" y="869753"/>
                    <a:pt x="645798" y="869753"/>
                  </a:cubicBezTo>
                  <a:lnTo>
                    <a:pt x="646875" y="867499"/>
                  </a:lnTo>
                  <a:lnTo>
                    <a:pt x="648759" y="865245"/>
                  </a:lnTo>
                  <a:cubicBezTo>
                    <a:pt x="648759" y="865245"/>
                    <a:pt x="649702" y="864236"/>
                    <a:pt x="650005" y="864169"/>
                  </a:cubicBezTo>
                  <a:cubicBezTo>
                    <a:pt x="650274" y="864101"/>
                    <a:pt x="652899" y="864370"/>
                    <a:pt x="652899" y="864370"/>
                  </a:cubicBezTo>
                  <a:lnTo>
                    <a:pt x="654043" y="865447"/>
                  </a:lnTo>
                  <a:lnTo>
                    <a:pt x="657947" y="867331"/>
                  </a:lnTo>
                  <a:lnTo>
                    <a:pt x="660202" y="869719"/>
                  </a:lnTo>
                  <a:cubicBezTo>
                    <a:pt x="660202" y="869719"/>
                    <a:pt x="662726" y="871401"/>
                    <a:pt x="664039" y="871300"/>
                  </a:cubicBezTo>
                  <a:cubicBezTo>
                    <a:pt x="665351" y="871233"/>
                    <a:pt x="670500" y="871065"/>
                    <a:pt x="670500" y="871065"/>
                  </a:cubicBezTo>
                  <a:cubicBezTo>
                    <a:pt x="670500" y="871065"/>
                    <a:pt x="671072" y="869484"/>
                    <a:pt x="670870" y="868979"/>
                  </a:cubicBezTo>
                  <a:cubicBezTo>
                    <a:pt x="670668" y="868475"/>
                    <a:pt x="670366" y="865144"/>
                    <a:pt x="670366" y="865144"/>
                  </a:cubicBezTo>
                  <a:lnTo>
                    <a:pt x="672015" y="863395"/>
                  </a:lnTo>
                  <a:cubicBezTo>
                    <a:pt x="672015" y="863395"/>
                    <a:pt x="672957" y="863260"/>
                    <a:pt x="673260" y="863260"/>
                  </a:cubicBezTo>
                  <a:cubicBezTo>
                    <a:pt x="673563" y="863260"/>
                    <a:pt x="675515" y="865447"/>
                    <a:pt x="675515" y="865447"/>
                  </a:cubicBezTo>
                  <a:cubicBezTo>
                    <a:pt x="675515" y="865447"/>
                    <a:pt x="675717" y="866591"/>
                    <a:pt x="676760" y="866019"/>
                  </a:cubicBezTo>
                  <a:cubicBezTo>
                    <a:pt x="677770" y="865447"/>
                    <a:pt x="679082" y="864270"/>
                    <a:pt x="679520" y="862621"/>
                  </a:cubicBezTo>
                  <a:cubicBezTo>
                    <a:pt x="679957" y="860939"/>
                    <a:pt x="680327" y="859493"/>
                    <a:pt x="680327" y="859493"/>
                  </a:cubicBezTo>
                  <a:lnTo>
                    <a:pt x="680327" y="855590"/>
                  </a:lnTo>
                  <a:cubicBezTo>
                    <a:pt x="680327" y="855590"/>
                    <a:pt x="681068" y="854447"/>
                    <a:pt x="681202" y="853572"/>
                  </a:cubicBezTo>
                  <a:cubicBezTo>
                    <a:pt x="681337" y="852698"/>
                    <a:pt x="682784" y="850107"/>
                    <a:pt x="682784" y="850107"/>
                  </a:cubicBezTo>
                  <a:cubicBezTo>
                    <a:pt x="682784" y="850107"/>
                    <a:pt x="683222" y="848795"/>
                    <a:pt x="684803" y="848089"/>
                  </a:cubicBezTo>
                  <a:cubicBezTo>
                    <a:pt x="686385" y="847349"/>
                    <a:pt x="687698" y="845499"/>
                    <a:pt x="688270" y="845196"/>
                  </a:cubicBezTo>
                  <a:cubicBezTo>
                    <a:pt x="688842" y="844893"/>
                    <a:pt x="691299" y="842740"/>
                    <a:pt x="691736" y="842437"/>
                  </a:cubicBezTo>
                  <a:cubicBezTo>
                    <a:pt x="692174" y="842135"/>
                    <a:pt x="693486" y="841428"/>
                    <a:pt x="693486" y="841428"/>
                  </a:cubicBezTo>
                  <a:lnTo>
                    <a:pt x="694294" y="838670"/>
                  </a:lnTo>
                  <a:lnTo>
                    <a:pt x="692779" y="836281"/>
                  </a:lnTo>
                  <a:cubicBezTo>
                    <a:pt x="692779" y="836281"/>
                    <a:pt x="692342" y="835642"/>
                    <a:pt x="692712" y="835474"/>
                  </a:cubicBezTo>
                  <a:cubicBezTo>
                    <a:pt x="693082" y="835339"/>
                    <a:pt x="693722" y="834768"/>
                    <a:pt x="693856" y="834330"/>
                  </a:cubicBezTo>
                  <a:cubicBezTo>
                    <a:pt x="693991" y="833893"/>
                    <a:pt x="694361" y="833960"/>
                    <a:pt x="694294" y="833691"/>
                  </a:cubicBezTo>
                  <a:cubicBezTo>
                    <a:pt x="694227" y="833388"/>
                    <a:pt x="694530" y="832177"/>
                    <a:pt x="693991" y="831370"/>
                  </a:cubicBezTo>
                  <a:cubicBezTo>
                    <a:pt x="693486" y="830563"/>
                    <a:pt x="691299" y="828241"/>
                    <a:pt x="691299" y="828241"/>
                  </a:cubicBezTo>
                  <a:cubicBezTo>
                    <a:pt x="691299" y="828241"/>
                    <a:pt x="690659" y="828881"/>
                    <a:pt x="690289" y="826997"/>
                  </a:cubicBezTo>
                  <a:cubicBezTo>
                    <a:pt x="689919" y="825113"/>
                    <a:pt x="689650" y="824743"/>
                    <a:pt x="689919" y="823734"/>
                  </a:cubicBezTo>
                  <a:cubicBezTo>
                    <a:pt x="690222" y="822724"/>
                    <a:pt x="690053" y="823229"/>
                    <a:pt x="691232" y="821850"/>
                  </a:cubicBezTo>
                  <a:cubicBezTo>
                    <a:pt x="692376" y="820471"/>
                    <a:pt x="691804" y="820269"/>
                    <a:pt x="693251" y="819024"/>
                  </a:cubicBezTo>
                  <a:cubicBezTo>
                    <a:pt x="694698" y="817780"/>
                    <a:pt x="695203" y="817578"/>
                    <a:pt x="696381" y="816770"/>
                  </a:cubicBezTo>
                  <a:cubicBezTo>
                    <a:pt x="697525" y="815963"/>
                    <a:pt x="697761" y="815694"/>
                    <a:pt x="698905" y="815761"/>
                  </a:cubicBezTo>
                  <a:cubicBezTo>
                    <a:pt x="700049" y="815828"/>
                    <a:pt x="704323" y="816770"/>
                    <a:pt x="704323" y="816770"/>
                  </a:cubicBezTo>
                  <a:cubicBezTo>
                    <a:pt x="704323" y="816770"/>
                    <a:pt x="705770" y="817847"/>
                    <a:pt x="706140" y="817948"/>
                  </a:cubicBezTo>
                  <a:cubicBezTo>
                    <a:pt x="706511" y="818015"/>
                    <a:pt x="709842" y="820538"/>
                    <a:pt x="709842" y="820538"/>
                  </a:cubicBezTo>
                  <a:cubicBezTo>
                    <a:pt x="709842" y="820538"/>
                    <a:pt x="711929" y="821985"/>
                    <a:pt x="712669" y="822052"/>
                  </a:cubicBezTo>
                  <a:cubicBezTo>
                    <a:pt x="713410" y="822119"/>
                    <a:pt x="715631" y="823935"/>
                    <a:pt x="716371" y="823935"/>
                  </a:cubicBezTo>
                  <a:cubicBezTo>
                    <a:pt x="717078" y="823935"/>
                    <a:pt x="720208" y="824003"/>
                    <a:pt x="720208" y="824003"/>
                  </a:cubicBezTo>
                  <a:lnTo>
                    <a:pt x="724785" y="823498"/>
                  </a:lnTo>
                  <a:cubicBezTo>
                    <a:pt x="724785" y="823498"/>
                    <a:pt x="728117" y="821985"/>
                    <a:pt x="728319" y="821985"/>
                  </a:cubicBezTo>
                  <a:cubicBezTo>
                    <a:pt x="728521" y="821985"/>
                    <a:pt x="732021" y="820942"/>
                    <a:pt x="732021" y="820942"/>
                  </a:cubicBezTo>
                  <a:lnTo>
                    <a:pt x="727881" y="816165"/>
                  </a:lnTo>
                  <a:lnTo>
                    <a:pt x="722766" y="811724"/>
                  </a:lnTo>
                  <a:lnTo>
                    <a:pt x="718088" y="806611"/>
                  </a:lnTo>
                  <a:cubicBezTo>
                    <a:pt x="718088" y="806611"/>
                    <a:pt x="713309" y="802171"/>
                    <a:pt x="712939" y="801868"/>
                  </a:cubicBezTo>
                  <a:cubicBezTo>
                    <a:pt x="712568" y="801565"/>
                    <a:pt x="709674" y="798975"/>
                    <a:pt x="709540" y="798672"/>
                  </a:cubicBezTo>
                  <a:cubicBezTo>
                    <a:pt x="709405" y="798403"/>
                    <a:pt x="707588" y="797226"/>
                    <a:pt x="707453" y="796923"/>
                  </a:cubicBezTo>
                  <a:cubicBezTo>
                    <a:pt x="707318" y="796620"/>
                    <a:pt x="702607" y="792920"/>
                    <a:pt x="702371" y="792516"/>
                  </a:cubicBezTo>
                  <a:cubicBezTo>
                    <a:pt x="702136" y="792079"/>
                    <a:pt x="700621" y="790431"/>
                    <a:pt x="700621" y="790431"/>
                  </a:cubicBezTo>
                  <a:lnTo>
                    <a:pt x="699544" y="788177"/>
                  </a:lnTo>
                  <a:lnTo>
                    <a:pt x="699342" y="786293"/>
                  </a:lnTo>
                  <a:cubicBezTo>
                    <a:pt x="699342" y="786293"/>
                    <a:pt x="700083" y="784846"/>
                    <a:pt x="700352" y="784274"/>
                  </a:cubicBezTo>
                  <a:cubicBezTo>
                    <a:pt x="700655" y="783703"/>
                    <a:pt x="700857" y="782693"/>
                    <a:pt x="701159" y="782189"/>
                  </a:cubicBezTo>
                  <a:cubicBezTo>
                    <a:pt x="701429" y="781684"/>
                    <a:pt x="701799" y="779868"/>
                    <a:pt x="701799" y="779868"/>
                  </a:cubicBezTo>
                  <a:lnTo>
                    <a:pt x="700487" y="778287"/>
                  </a:lnTo>
                  <a:lnTo>
                    <a:pt x="698669" y="774889"/>
                  </a:lnTo>
                  <a:cubicBezTo>
                    <a:pt x="698669" y="774889"/>
                    <a:pt x="697861" y="772433"/>
                    <a:pt x="697592" y="772063"/>
                  </a:cubicBezTo>
                  <a:cubicBezTo>
                    <a:pt x="697289" y="771693"/>
                    <a:pt x="697962" y="770549"/>
                    <a:pt x="697962" y="770549"/>
                  </a:cubicBezTo>
                  <a:lnTo>
                    <a:pt x="699039" y="769036"/>
                  </a:lnTo>
                  <a:cubicBezTo>
                    <a:pt x="699039" y="769036"/>
                    <a:pt x="700621" y="767219"/>
                    <a:pt x="700857" y="767085"/>
                  </a:cubicBezTo>
                  <a:cubicBezTo>
                    <a:pt x="701092" y="766950"/>
                    <a:pt x="703246" y="766580"/>
                    <a:pt x="703549" y="766445"/>
                  </a:cubicBezTo>
                  <a:cubicBezTo>
                    <a:pt x="703852" y="766311"/>
                    <a:pt x="706746" y="766445"/>
                    <a:pt x="707016" y="766445"/>
                  </a:cubicBezTo>
                  <a:cubicBezTo>
                    <a:pt x="707318" y="766445"/>
                    <a:pt x="710145" y="766311"/>
                    <a:pt x="710145" y="766311"/>
                  </a:cubicBezTo>
                  <a:cubicBezTo>
                    <a:pt x="710145" y="766311"/>
                    <a:pt x="712770" y="765874"/>
                    <a:pt x="712838" y="765604"/>
                  </a:cubicBezTo>
                  <a:cubicBezTo>
                    <a:pt x="712905" y="765302"/>
                    <a:pt x="714150" y="764864"/>
                    <a:pt x="714722" y="764158"/>
                  </a:cubicBezTo>
                  <a:cubicBezTo>
                    <a:pt x="715294" y="763418"/>
                    <a:pt x="715732" y="762779"/>
                    <a:pt x="715799" y="762577"/>
                  </a:cubicBezTo>
                  <a:cubicBezTo>
                    <a:pt x="715867" y="762375"/>
                    <a:pt x="716876" y="760558"/>
                    <a:pt x="716943" y="759818"/>
                  </a:cubicBezTo>
                  <a:cubicBezTo>
                    <a:pt x="717011" y="759078"/>
                    <a:pt x="717078" y="757699"/>
                    <a:pt x="717078" y="757699"/>
                  </a:cubicBezTo>
                  <a:lnTo>
                    <a:pt x="717011" y="756253"/>
                  </a:lnTo>
                  <a:lnTo>
                    <a:pt x="714487" y="754436"/>
                  </a:lnTo>
                  <a:lnTo>
                    <a:pt x="713915" y="752249"/>
                  </a:lnTo>
                  <a:lnTo>
                    <a:pt x="713343" y="750063"/>
                  </a:lnTo>
                  <a:lnTo>
                    <a:pt x="715530" y="746161"/>
                  </a:lnTo>
                  <a:lnTo>
                    <a:pt x="722059" y="742023"/>
                  </a:lnTo>
                  <a:cubicBezTo>
                    <a:pt x="722059" y="742023"/>
                    <a:pt x="727713" y="734185"/>
                    <a:pt x="727915" y="733546"/>
                  </a:cubicBezTo>
                  <a:cubicBezTo>
                    <a:pt x="728117" y="732907"/>
                    <a:pt x="735083" y="727457"/>
                    <a:pt x="735083" y="727457"/>
                  </a:cubicBezTo>
                  <a:lnTo>
                    <a:pt x="738987" y="721166"/>
                  </a:lnTo>
                  <a:lnTo>
                    <a:pt x="740300" y="720090"/>
                  </a:lnTo>
                  <a:lnTo>
                    <a:pt x="741377" y="716625"/>
                  </a:lnTo>
                  <a:lnTo>
                    <a:pt x="740064" y="715313"/>
                  </a:lnTo>
                  <a:lnTo>
                    <a:pt x="738112" y="712925"/>
                  </a:lnTo>
                  <a:cubicBezTo>
                    <a:pt x="738112" y="712925"/>
                    <a:pt x="733535" y="712689"/>
                    <a:pt x="732660" y="713362"/>
                  </a:cubicBezTo>
                  <a:cubicBezTo>
                    <a:pt x="731785" y="714001"/>
                    <a:pt x="729631" y="713564"/>
                    <a:pt x="728083" y="713564"/>
                  </a:cubicBezTo>
                  <a:cubicBezTo>
                    <a:pt x="726569" y="713564"/>
                    <a:pt x="725054" y="713564"/>
                    <a:pt x="718963" y="712925"/>
                  </a:cubicBezTo>
                  <a:cubicBezTo>
                    <a:pt x="712871" y="712286"/>
                    <a:pt x="718761" y="711176"/>
                    <a:pt x="718525" y="710335"/>
                  </a:cubicBezTo>
                  <a:cubicBezTo>
                    <a:pt x="718323" y="709460"/>
                    <a:pt x="718963" y="707711"/>
                    <a:pt x="718963" y="706634"/>
                  </a:cubicBezTo>
                  <a:cubicBezTo>
                    <a:pt x="718963" y="705558"/>
                    <a:pt x="719602" y="702934"/>
                    <a:pt x="719602" y="702934"/>
                  </a:cubicBezTo>
                  <a:cubicBezTo>
                    <a:pt x="719602" y="702934"/>
                    <a:pt x="713746" y="699032"/>
                    <a:pt x="713073" y="698796"/>
                  </a:cubicBezTo>
                  <a:cubicBezTo>
                    <a:pt x="712434" y="698594"/>
                    <a:pt x="711559" y="697484"/>
                    <a:pt x="711559" y="697484"/>
                  </a:cubicBezTo>
                  <a:lnTo>
                    <a:pt x="711559" y="694894"/>
                  </a:lnTo>
                  <a:lnTo>
                    <a:pt x="713746" y="692506"/>
                  </a:lnTo>
                  <a:lnTo>
                    <a:pt x="715261" y="689478"/>
                  </a:lnTo>
                  <a:lnTo>
                    <a:pt x="715698" y="685778"/>
                  </a:lnTo>
                  <a:lnTo>
                    <a:pt x="715900" y="682515"/>
                  </a:lnTo>
                  <a:lnTo>
                    <a:pt x="715025" y="680126"/>
                  </a:lnTo>
                  <a:lnTo>
                    <a:pt x="715025" y="677502"/>
                  </a:lnTo>
                  <a:lnTo>
                    <a:pt x="712838" y="672490"/>
                  </a:lnTo>
                  <a:cubicBezTo>
                    <a:pt x="712838" y="672490"/>
                    <a:pt x="713275" y="672490"/>
                    <a:pt x="712636" y="671413"/>
                  </a:cubicBezTo>
                  <a:cubicBezTo>
                    <a:pt x="711996" y="670337"/>
                    <a:pt x="711559" y="667948"/>
                    <a:pt x="711559" y="667948"/>
                  </a:cubicBezTo>
                  <a:lnTo>
                    <a:pt x="711559" y="667713"/>
                  </a:lnTo>
                  <a:lnTo>
                    <a:pt x="715025" y="665527"/>
                  </a:lnTo>
                  <a:lnTo>
                    <a:pt x="718492" y="664887"/>
                  </a:lnTo>
                  <a:lnTo>
                    <a:pt x="721083" y="665325"/>
                  </a:lnTo>
                  <a:cubicBezTo>
                    <a:pt x="721083" y="665325"/>
                    <a:pt x="723674" y="665325"/>
                    <a:pt x="725424" y="665325"/>
                  </a:cubicBezTo>
                  <a:cubicBezTo>
                    <a:pt x="727175" y="665325"/>
                    <a:pt x="731516" y="665224"/>
                    <a:pt x="733670" y="665224"/>
                  </a:cubicBezTo>
                  <a:cubicBezTo>
                    <a:pt x="735858" y="665224"/>
                    <a:pt x="736497" y="664686"/>
                    <a:pt x="736497" y="664686"/>
                  </a:cubicBezTo>
                  <a:lnTo>
                    <a:pt x="737574" y="662734"/>
                  </a:lnTo>
                  <a:lnTo>
                    <a:pt x="737574" y="660985"/>
                  </a:lnTo>
                  <a:lnTo>
                    <a:pt x="737574" y="659236"/>
                  </a:lnTo>
                  <a:lnTo>
                    <a:pt x="737574" y="657487"/>
                  </a:lnTo>
                  <a:lnTo>
                    <a:pt x="740502" y="655098"/>
                  </a:lnTo>
                  <a:lnTo>
                    <a:pt x="746560" y="655165"/>
                  </a:lnTo>
                  <a:cubicBezTo>
                    <a:pt x="746560" y="655165"/>
                    <a:pt x="750026" y="655031"/>
                    <a:pt x="750632" y="655165"/>
                  </a:cubicBezTo>
                  <a:cubicBezTo>
                    <a:pt x="751204" y="655300"/>
                    <a:pt x="752079" y="655906"/>
                    <a:pt x="752079" y="655906"/>
                  </a:cubicBezTo>
                  <a:cubicBezTo>
                    <a:pt x="752079" y="655906"/>
                    <a:pt x="753964" y="657789"/>
                    <a:pt x="754401" y="658361"/>
                  </a:cubicBezTo>
                  <a:cubicBezTo>
                    <a:pt x="754839" y="658933"/>
                    <a:pt x="754401" y="660817"/>
                    <a:pt x="754266" y="661557"/>
                  </a:cubicBezTo>
                  <a:cubicBezTo>
                    <a:pt x="754132" y="662263"/>
                    <a:pt x="753829" y="662869"/>
                    <a:pt x="752079" y="664585"/>
                  </a:cubicBezTo>
                  <a:cubicBezTo>
                    <a:pt x="750329" y="666334"/>
                    <a:pt x="752079" y="666771"/>
                    <a:pt x="752079" y="666771"/>
                  </a:cubicBezTo>
                  <a:cubicBezTo>
                    <a:pt x="752079" y="666771"/>
                    <a:pt x="754266" y="668352"/>
                    <a:pt x="756723" y="669227"/>
                  </a:cubicBezTo>
                  <a:cubicBezTo>
                    <a:pt x="759180" y="670101"/>
                    <a:pt x="759045" y="669362"/>
                    <a:pt x="759752" y="668789"/>
                  </a:cubicBezTo>
                  <a:cubicBezTo>
                    <a:pt x="760492" y="668218"/>
                    <a:pt x="761199" y="667646"/>
                    <a:pt x="761502" y="667209"/>
                  </a:cubicBezTo>
                  <a:cubicBezTo>
                    <a:pt x="761805" y="666771"/>
                    <a:pt x="763387" y="666199"/>
                    <a:pt x="765844" y="665627"/>
                  </a:cubicBezTo>
                  <a:cubicBezTo>
                    <a:pt x="768300" y="665056"/>
                    <a:pt x="768906" y="665190"/>
                    <a:pt x="769748" y="664450"/>
                  </a:cubicBezTo>
                  <a:cubicBezTo>
                    <a:pt x="770623" y="663744"/>
                    <a:pt x="771935" y="662701"/>
                    <a:pt x="771935" y="662701"/>
                  </a:cubicBezTo>
                  <a:cubicBezTo>
                    <a:pt x="771935" y="662701"/>
                    <a:pt x="775267" y="662398"/>
                    <a:pt x="776714" y="661826"/>
                  </a:cubicBezTo>
                  <a:lnTo>
                    <a:pt x="783075" y="661826"/>
                  </a:lnTo>
                  <a:cubicBezTo>
                    <a:pt x="783075" y="661826"/>
                    <a:pt x="784387" y="661860"/>
                    <a:pt x="785834" y="661725"/>
                  </a:cubicBezTo>
                  <a:cubicBezTo>
                    <a:pt x="787282" y="661591"/>
                    <a:pt x="788157" y="661557"/>
                    <a:pt x="788157" y="661557"/>
                  </a:cubicBezTo>
                  <a:cubicBezTo>
                    <a:pt x="788157" y="661557"/>
                    <a:pt x="790344" y="661860"/>
                    <a:pt x="792498" y="662263"/>
                  </a:cubicBezTo>
                  <a:cubicBezTo>
                    <a:pt x="794686" y="662701"/>
                    <a:pt x="794248" y="664585"/>
                    <a:pt x="794248" y="664585"/>
                  </a:cubicBezTo>
                  <a:lnTo>
                    <a:pt x="796705" y="666166"/>
                  </a:lnTo>
                  <a:lnTo>
                    <a:pt x="796705" y="669630"/>
                  </a:lnTo>
                  <a:lnTo>
                    <a:pt x="796705" y="672961"/>
                  </a:lnTo>
                  <a:cubicBezTo>
                    <a:pt x="796705" y="672961"/>
                    <a:pt x="800542" y="672692"/>
                    <a:pt x="801989" y="672961"/>
                  </a:cubicBezTo>
                  <a:cubicBezTo>
                    <a:pt x="803436" y="673264"/>
                    <a:pt x="805253" y="672961"/>
                    <a:pt x="805253" y="672961"/>
                  </a:cubicBezTo>
                  <a:cubicBezTo>
                    <a:pt x="805253" y="672961"/>
                    <a:pt x="805556" y="673835"/>
                    <a:pt x="806128" y="675147"/>
                  </a:cubicBezTo>
                  <a:cubicBezTo>
                    <a:pt x="806700" y="676459"/>
                    <a:pt x="806835" y="677738"/>
                    <a:pt x="806835" y="677738"/>
                  </a:cubicBezTo>
                  <a:lnTo>
                    <a:pt x="808417" y="678612"/>
                  </a:lnTo>
                  <a:lnTo>
                    <a:pt x="811479" y="680934"/>
                  </a:lnTo>
                  <a:lnTo>
                    <a:pt x="815821" y="680934"/>
                  </a:lnTo>
                  <a:lnTo>
                    <a:pt x="819287" y="683860"/>
                  </a:lnTo>
                  <a:cubicBezTo>
                    <a:pt x="819287" y="683860"/>
                    <a:pt x="822114" y="686585"/>
                    <a:pt x="823864" y="688301"/>
                  </a:cubicBezTo>
                  <a:cubicBezTo>
                    <a:pt x="825614" y="690050"/>
                    <a:pt x="826052" y="693952"/>
                    <a:pt x="826052" y="693952"/>
                  </a:cubicBezTo>
                  <a:cubicBezTo>
                    <a:pt x="826052" y="693952"/>
                    <a:pt x="828239" y="696340"/>
                    <a:pt x="828239" y="697215"/>
                  </a:cubicBezTo>
                  <a:cubicBezTo>
                    <a:pt x="828239" y="698090"/>
                    <a:pt x="827600" y="699402"/>
                    <a:pt x="826927" y="699839"/>
                  </a:cubicBezTo>
                  <a:cubicBezTo>
                    <a:pt x="826287" y="700276"/>
                    <a:pt x="823898" y="702227"/>
                    <a:pt x="823898" y="702227"/>
                  </a:cubicBezTo>
                  <a:lnTo>
                    <a:pt x="824975" y="706567"/>
                  </a:lnTo>
                  <a:lnTo>
                    <a:pt x="827364" y="709830"/>
                  </a:lnTo>
                  <a:cubicBezTo>
                    <a:pt x="827364" y="709830"/>
                    <a:pt x="829552" y="715481"/>
                    <a:pt x="829989" y="716356"/>
                  </a:cubicBezTo>
                  <a:cubicBezTo>
                    <a:pt x="830427" y="717231"/>
                    <a:pt x="833691" y="720696"/>
                    <a:pt x="835004" y="721570"/>
                  </a:cubicBezTo>
                  <a:cubicBezTo>
                    <a:pt x="836316" y="722445"/>
                    <a:pt x="837393" y="729610"/>
                    <a:pt x="837393" y="729610"/>
                  </a:cubicBezTo>
                  <a:lnTo>
                    <a:pt x="836081" y="737885"/>
                  </a:lnTo>
                  <a:lnTo>
                    <a:pt x="835004" y="744950"/>
                  </a:lnTo>
                  <a:cubicBezTo>
                    <a:pt x="835004" y="744950"/>
                    <a:pt x="835441" y="747237"/>
                    <a:pt x="838033" y="751375"/>
                  </a:cubicBezTo>
                  <a:cubicBezTo>
                    <a:pt x="840658" y="755513"/>
                    <a:pt x="840658" y="753326"/>
                    <a:pt x="841297" y="753763"/>
                  </a:cubicBezTo>
                  <a:cubicBezTo>
                    <a:pt x="841937" y="754201"/>
                    <a:pt x="843047" y="755950"/>
                    <a:pt x="843687" y="758103"/>
                  </a:cubicBezTo>
                  <a:cubicBezTo>
                    <a:pt x="844326" y="760289"/>
                    <a:pt x="843249" y="759179"/>
                    <a:pt x="842812" y="759852"/>
                  </a:cubicBezTo>
                  <a:cubicBezTo>
                    <a:pt x="842374" y="760491"/>
                    <a:pt x="842812" y="762880"/>
                    <a:pt x="842812" y="762880"/>
                  </a:cubicBezTo>
                  <a:cubicBezTo>
                    <a:pt x="842812" y="762880"/>
                    <a:pt x="845201" y="764192"/>
                    <a:pt x="846514" y="764629"/>
                  </a:cubicBezTo>
                  <a:cubicBezTo>
                    <a:pt x="847826" y="765066"/>
                    <a:pt x="848466" y="765941"/>
                    <a:pt x="849105" y="766378"/>
                  </a:cubicBezTo>
                  <a:cubicBezTo>
                    <a:pt x="849745" y="766815"/>
                    <a:pt x="851057" y="768329"/>
                    <a:pt x="851057" y="768329"/>
                  </a:cubicBezTo>
                  <a:cubicBezTo>
                    <a:pt x="851057" y="768329"/>
                    <a:pt x="853682" y="770280"/>
                    <a:pt x="854759" y="770280"/>
                  </a:cubicBezTo>
                  <a:cubicBezTo>
                    <a:pt x="855836" y="770280"/>
                    <a:pt x="857350" y="772030"/>
                    <a:pt x="857350" y="772030"/>
                  </a:cubicBezTo>
                  <a:lnTo>
                    <a:pt x="861692" y="773106"/>
                  </a:lnTo>
                  <a:lnTo>
                    <a:pt x="868860" y="776134"/>
                  </a:lnTo>
                  <a:lnTo>
                    <a:pt x="872764" y="779834"/>
                  </a:lnTo>
                  <a:lnTo>
                    <a:pt x="878856" y="786125"/>
                  </a:lnTo>
                  <a:lnTo>
                    <a:pt x="879798" y="791272"/>
                  </a:lnTo>
                  <a:cubicBezTo>
                    <a:pt x="879798" y="791272"/>
                    <a:pt x="882120" y="796116"/>
                    <a:pt x="883870" y="797226"/>
                  </a:cubicBezTo>
                  <a:cubicBezTo>
                    <a:pt x="885620" y="798302"/>
                    <a:pt x="886563" y="799311"/>
                    <a:pt x="887068" y="799412"/>
                  </a:cubicBezTo>
                  <a:cubicBezTo>
                    <a:pt x="887572" y="799480"/>
                    <a:pt x="889087" y="800657"/>
                    <a:pt x="889019" y="800926"/>
                  </a:cubicBezTo>
                  <a:cubicBezTo>
                    <a:pt x="888952" y="801229"/>
                    <a:pt x="889221" y="802238"/>
                    <a:pt x="889087" y="803247"/>
                  </a:cubicBezTo>
                  <a:cubicBezTo>
                    <a:pt x="888952" y="804256"/>
                    <a:pt x="889087" y="804492"/>
                    <a:pt x="889087" y="804761"/>
                  </a:cubicBezTo>
                  <a:cubicBezTo>
                    <a:pt x="889087" y="805064"/>
                    <a:pt x="890231" y="806577"/>
                    <a:pt x="890332" y="806779"/>
                  </a:cubicBezTo>
                  <a:cubicBezTo>
                    <a:pt x="890399" y="806981"/>
                    <a:pt x="891779" y="809100"/>
                    <a:pt x="892217" y="809807"/>
                  </a:cubicBezTo>
                  <a:cubicBezTo>
                    <a:pt x="892654" y="810547"/>
                    <a:pt x="894976" y="812431"/>
                    <a:pt x="895548" y="813137"/>
                  </a:cubicBezTo>
                  <a:cubicBezTo>
                    <a:pt x="896121" y="813844"/>
                    <a:pt x="898140" y="814887"/>
                    <a:pt x="898813" y="815223"/>
                  </a:cubicBezTo>
                  <a:cubicBezTo>
                    <a:pt x="899452" y="815593"/>
                    <a:pt x="901842" y="816602"/>
                    <a:pt x="901842" y="816602"/>
                  </a:cubicBezTo>
                  <a:lnTo>
                    <a:pt x="904972" y="818486"/>
                  </a:lnTo>
                  <a:cubicBezTo>
                    <a:pt x="904972" y="818486"/>
                    <a:pt x="906217" y="819798"/>
                    <a:pt x="907496" y="821009"/>
                  </a:cubicBezTo>
                  <a:cubicBezTo>
                    <a:pt x="908808" y="822253"/>
                    <a:pt x="908640" y="821211"/>
                    <a:pt x="909246" y="821009"/>
                  </a:cubicBezTo>
                  <a:cubicBezTo>
                    <a:pt x="909818" y="820807"/>
                    <a:pt x="910424" y="819058"/>
                    <a:pt x="910760" y="818553"/>
                  </a:cubicBezTo>
                  <a:cubicBezTo>
                    <a:pt x="911130" y="818049"/>
                    <a:pt x="910996" y="817309"/>
                    <a:pt x="911703" y="816669"/>
                  </a:cubicBezTo>
                  <a:cubicBezTo>
                    <a:pt x="912443" y="816030"/>
                    <a:pt x="912342" y="815593"/>
                    <a:pt x="912645" y="814853"/>
                  </a:cubicBezTo>
                  <a:cubicBezTo>
                    <a:pt x="912948" y="814113"/>
                    <a:pt x="913385" y="813978"/>
                    <a:pt x="913789" y="813911"/>
                  </a:cubicBezTo>
                  <a:cubicBezTo>
                    <a:pt x="914227" y="813844"/>
                    <a:pt x="914866" y="814046"/>
                    <a:pt x="915169" y="814113"/>
                  </a:cubicBezTo>
                  <a:cubicBezTo>
                    <a:pt x="915472" y="814180"/>
                    <a:pt x="916919" y="815559"/>
                    <a:pt x="917626" y="815997"/>
                  </a:cubicBezTo>
                  <a:cubicBezTo>
                    <a:pt x="918366" y="816434"/>
                    <a:pt x="918265" y="816501"/>
                    <a:pt x="918636" y="816804"/>
                  </a:cubicBezTo>
                  <a:cubicBezTo>
                    <a:pt x="919006" y="817107"/>
                    <a:pt x="918636" y="818822"/>
                    <a:pt x="918636" y="819125"/>
                  </a:cubicBezTo>
                  <a:cubicBezTo>
                    <a:pt x="918636" y="819428"/>
                    <a:pt x="919443" y="821009"/>
                    <a:pt x="919443" y="821009"/>
                  </a:cubicBezTo>
                  <a:cubicBezTo>
                    <a:pt x="919443" y="821009"/>
                    <a:pt x="919948" y="821581"/>
                    <a:pt x="920318" y="821883"/>
                  </a:cubicBezTo>
                  <a:cubicBezTo>
                    <a:pt x="920688" y="822186"/>
                    <a:pt x="921193" y="823128"/>
                    <a:pt x="921698" y="824003"/>
                  </a:cubicBezTo>
                  <a:cubicBezTo>
                    <a:pt x="922203" y="824877"/>
                    <a:pt x="922573" y="824709"/>
                    <a:pt x="923381" y="825517"/>
                  </a:cubicBezTo>
                  <a:cubicBezTo>
                    <a:pt x="924188" y="826324"/>
                    <a:pt x="924088" y="826257"/>
                    <a:pt x="924626" y="826593"/>
                  </a:cubicBezTo>
                  <a:cubicBezTo>
                    <a:pt x="925131" y="826963"/>
                    <a:pt x="926443" y="826593"/>
                    <a:pt x="927150" y="826593"/>
                  </a:cubicBezTo>
                  <a:cubicBezTo>
                    <a:pt x="927857" y="826593"/>
                    <a:pt x="927655" y="825954"/>
                    <a:pt x="927655" y="825954"/>
                  </a:cubicBezTo>
                  <a:cubicBezTo>
                    <a:pt x="927655" y="825954"/>
                    <a:pt x="928092" y="824877"/>
                    <a:pt x="928092" y="824642"/>
                  </a:cubicBezTo>
                  <a:cubicBezTo>
                    <a:pt x="928092" y="824440"/>
                    <a:pt x="929035" y="823397"/>
                    <a:pt x="929338" y="823397"/>
                  </a:cubicBezTo>
                  <a:cubicBezTo>
                    <a:pt x="929640" y="823397"/>
                    <a:pt x="930650" y="823767"/>
                    <a:pt x="930650" y="823767"/>
                  </a:cubicBezTo>
                  <a:lnTo>
                    <a:pt x="932669" y="824205"/>
                  </a:lnTo>
                  <a:lnTo>
                    <a:pt x="932972" y="823195"/>
                  </a:lnTo>
                  <a:lnTo>
                    <a:pt x="933107" y="822052"/>
                  </a:lnTo>
                  <a:cubicBezTo>
                    <a:pt x="933107" y="822052"/>
                    <a:pt x="933107" y="820605"/>
                    <a:pt x="932366" y="820033"/>
                  </a:cubicBezTo>
                  <a:cubicBezTo>
                    <a:pt x="931626" y="819462"/>
                    <a:pt x="932366" y="815694"/>
                    <a:pt x="932366" y="815694"/>
                  </a:cubicBezTo>
                  <a:cubicBezTo>
                    <a:pt x="932366" y="815694"/>
                    <a:pt x="932366" y="811926"/>
                    <a:pt x="932366" y="811354"/>
                  </a:cubicBezTo>
                  <a:cubicBezTo>
                    <a:pt x="932366" y="810782"/>
                    <a:pt x="933242" y="807015"/>
                    <a:pt x="933242" y="807015"/>
                  </a:cubicBezTo>
                  <a:lnTo>
                    <a:pt x="934992" y="805871"/>
                  </a:lnTo>
                  <a:cubicBezTo>
                    <a:pt x="934992" y="805871"/>
                    <a:pt x="939636" y="805434"/>
                    <a:pt x="940208" y="805299"/>
                  </a:cubicBezTo>
                  <a:cubicBezTo>
                    <a:pt x="940780" y="805165"/>
                    <a:pt x="942968" y="805434"/>
                    <a:pt x="942968" y="805434"/>
                  </a:cubicBezTo>
                  <a:lnTo>
                    <a:pt x="944280" y="803685"/>
                  </a:lnTo>
                  <a:lnTo>
                    <a:pt x="945424" y="801801"/>
                  </a:lnTo>
                  <a:lnTo>
                    <a:pt x="947006" y="798908"/>
                  </a:lnTo>
                  <a:cubicBezTo>
                    <a:pt x="947006" y="798908"/>
                    <a:pt x="949463" y="797596"/>
                    <a:pt x="950035" y="797596"/>
                  </a:cubicBezTo>
                  <a:cubicBezTo>
                    <a:pt x="950607" y="797596"/>
                    <a:pt x="952795" y="797158"/>
                    <a:pt x="952795" y="797158"/>
                  </a:cubicBezTo>
                  <a:lnTo>
                    <a:pt x="954377" y="798302"/>
                  </a:lnTo>
                  <a:lnTo>
                    <a:pt x="951179" y="801498"/>
                  </a:lnTo>
                  <a:lnTo>
                    <a:pt x="950607" y="804088"/>
                  </a:lnTo>
                  <a:cubicBezTo>
                    <a:pt x="950607" y="804088"/>
                    <a:pt x="953367" y="806275"/>
                    <a:pt x="956396" y="808428"/>
                  </a:cubicBezTo>
                  <a:cubicBezTo>
                    <a:pt x="959425" y="810614"/>
                    <a:pt x="957540" y="810311"/>
                    <a:pt x="958281" y="811455"/>
                  </a:cubicBezTo>
                  <a:cubicBezTo>
                    <a:pt x="958987" y="812599"/>
                    <a:pt x="958281" y="817813"/>
                    <a:pt x="958146" y="818251"/>
                  </a:cubicBezTo>
                  <a:cubicBezTo>
                    <a:pt x="958011" y="818688"/>
                    <a:pt x="957405" y="819832"/>
                    <a:pt x="956564" y="821715"/>
                  </a:cubicBezTo>
                  <a:cubicBezTo>
                    <a:pt x="955689" y="823599"/>
                    <a:pt x="955555" y="824608"/>
                    <a:pt x="955555" y="825786"/>
                  </a:cubicBezTo>
                  <a:cubicBezTo>
                    <a:pt x="955555" y="826929"/>
                    <a:pt x="955420" y="827670"/>
                    <a:pt x="955555" y="828107"/>
                  </a:cubicBezTo>
                  <a:cubicBezTo>
                    <a:pt x="955689" y="828544"/>
                    <a:pt x="957574" y="831134"/>
                    <a:pt x="958011" y="831572"/>
                  </a:cubicBezTo>
                  <a:cubicBezTo>
                    <a:pt x="958449" y="832009"/>
                    <a:pt x="959761" y="832884"/>
                    <a:pt x="959761" y="832884"/>
                  </a:cubicBezTo>
                  <a:lnTo>
                    <a:pt x="963396" y="834027"/>
                  </a:lnTo>
                  <a:cubicBezTo>
                    <a:pt x="963396" y="834027"/>
                    <a:pt x="965584" y="833456"/>
                    <a:pt x="965987" y="833018"/>
                  </a:cubicBezTo>
                  <a:cubicBezTo>
                    <a:pt x="966425" y="832581"/>
                    <a:pt x="967132" y="829553"/>
                    <a:pt x="967132" y="829553"/>
                  </a:cubicBezTo>
                  <a:lnTo>
                    <a:pt x="967132" y="827804"/>
                  </a:lnTo>
                  <a:lnTo>
                    <a:pt x="968276" y="826358"/>
                  </a:lnTo>
                  <a:cubicBezTo>
                    <a:pt x="968276" y="826358"/>
                    <a:pt x="969286" y="823330"/>
                    <a:pt x="970161" y="822724"/>
                  </a:cubicBezTo>
                  <a:cubicBezTo>
                    <a:pt x="971036" y="822153"/>
                    <a:pt x="972617" y="820841"/>
                    <a:pt x="972617" y="820841"/>
                  </a:cubicBezTo>
                  <a:lnTo>
                    <a:pt x="974637" y="822590"/>
                  </a:lnTo>
                  <a:cubicBezTo>
                    <a:pt x="974637" y="822590"/>
                    <a:pt x="978406" y="824036"/>
                    <a:pt x="980425" y="824474"/>
                  </a:cubicBezTo>
                  <a:cubicBezTo>
                    <a:pt x="982445" y="824911"/>
                    <a:pt x="981166" y="824339"/>
                    <a:pt x="981166" y="824339"/>
                  </a:cubicBezTo>
                  <a:cubicBezTo>
                    <a:pt x="981166" y="824339"/>
                    <a:pt x="981738" y="823465"/>
                    <a:pt x="984195" y="823330"/>
                  </a:cubicBezTo>
                  <a:cubicBezTo>
                    <a:pt x="986651" y="823195"/>
                    <a:pt x="985507" y="822893"/>
                    <a:pt x="985642" y="822321"/>
                  </a:cubicBezTo>
                  <a:cubicBezTo>
                    <a:pt x="985776" y="821749"/>
                    <a:pt x="987964" y="822018"/>
                    <a:pt x="988671" y="822456"/>
                  </a:cubicBezTo>
                  <a:cubicBezTo>
                    <a:pt x="989377" y="822893"/>
                    <a:pt x="990858" y="824911"/>
                    <a:pt x="991262" y="825920"/>
                  </a:cubicBezTo>
                  <a:cubicBezTo>
                    <a:pt x="991700" y="826929"/>
                    <a:pt x="992440" y="829116"/>
                    <a:pt x="992440" y="829688"/>
                  </a:cubicBezTo>
                  <a:cubicBezTo>
                    <a:pt x="992440" y="830260"/>
                    <a:pt x="996209" y="835037"/>
                    <a:pt x="996344" y="835474"/>
                  </a:cubicBezTo>
                  <a:cubicBezTo>
                    <a:pt x="996478" y="835911"/>
                    <a:pt x="996647" y="837930"/>
                    <a:pt x="996916" y="838804"/>
                  </a:cubicBezTo>
                  <a:cubicBezTo>
                    <a:pt x="997219" y="839679"/>
                    <a:pt x="996916" y="840823"/>
                    <a:pt x="996916" y="840823"/>
                  </a:cubicBezTo>
                  <a:cubicBezTo>
                    <a:pt x="996916" y="840823"/>
                    <a:pt x="995604" y="843278"/>
                    <a:pt x="995469" y="843850"/>
                  </a:cubicBezTo>
                  <a:cubicBezTo>
                    <a:pt x="995334" y="844422"/>
                    <a:pt x="994459" y="845431"/>
                    <a:pt x="993719" y="846037"/>
                  </a:cubicBezTo>
                  <a:cubicBezTo>
                    <a:pt x="992978" y="846609"/>
                    <a:pt x="991834" y="848930"/>
                    <a:pt x="991262" y="849064"/>
                  </a:cubicBezTo>
                  <a:cubicBezTo>
                    <a:pt x="990690" y="849199"/>
                    <a:pt x="988671" y="851823"/>
                    <a:pt x="988671" y="851823"/>
                  </a:cubicBezTo>
                  <a:lnTo>
                    <a:pt x="984901" y="853841"/>
                  </a:lnTo>
                  <a:lnTo>
                    <a:pt x="984161" y="855422"/>
                  </a:lnTo>
                  <a:cubicBezTo>
                    <a:pt x="984161" y="855422"/>
                    <a:pt x="985911" y="857441"/>
                    <a:pt x="986349" y="857878"/>
                  </a:cubicBezTo>
                  <a:cubicBezTo>
                    <a:pt x="986786" y="858315"/>
                    <a:pt x="990252" y="859459"/>
                    <a:pt x="990690" y="859896"/>
                  </a:cubicBezTo>
                  <a:cubicBezTo>
                    <a:pt x="991127" y="860334"/>
                    <a:pt x="993719" y="859896"/>
                    <a:pt x="995469" y="859896"/>
                  </a:cubicBezTo>
                  <a:cubicBezTo>
                    <a:pt x="997219" y="859896"/>
                    <a:pt x="998801" y="859324"/>
                    <a:pt x="998801" y="859324"/>
                  </a:cubicBezTo>
                  <a:lnTo>
                    <a:pt x="1001830" y="855557"/>
                  </a:lnTo>
                  <a:lnTo>
                    <a:pt x="1003580" y="852092"/>
                  </a:lnTo>
                  <a:lnTo>
                    <a:pt x="1003580" y="848896"/>
                  </a:lnTo>
                  <a:lnTo>
                    <a:pt x="1003882" y="844691"/>
                  </a:lnTo>
                  <a:lnTo>
                    <a:pt x="1005902" y="839780"/>
                  </a:lnTo>
                  <a:lnTo>
                    <a:pt x="1009671" y="838199"/>
                  </a:lnTo>
                  <a:lnTo>
                    <a:pt x="1011253" y="834868"/>
                  </a:lnTo>
                  <a:lnTo>
                    <a:pt x="1015729" y="833422"/>
                  </a:lnTo>
                  <a:lnTo>
                    <a:pt x="1019431" y="833321"/>
                  </a:lnTo>
                  <a:lnTo>
                    <a:pt x="1022056" y="834969"/>
                  </a:lnTo>
                  <a:cubicBezTo>
                    <a:pt x="1022056" y="834969"/>
                    <a:pt x="1025220" y="837694"/>
                    <a:pt x="1026734" y="838871"/>
                  </a:cubicBezTo>
                  <a:cubicBezTo>
                    <a:pt x="1028248" y="840083"/>
                    <a:pt x="1030200" y="840284"/>
                    <a:pt x="1032489" y="840823"/>
                  </a:cubicBezTo>
                  <a:cubicBezTo>
                    <a:pt x="1034777" y="841361"/>
                    <a:pt x="1035215" y="840924"/>
                    <a:pt x="1035518" y="840823"/>
                  </a:cubicBezTo>
                  <a:cubicBezTo>
                    <a:pt x="1035854" y="840722"/>
                    <a:pt x="1039422" y="840049"/>
                    <a:pt x="1039657" y="839746"/>
                  </a:cubicBezTo>
                  <a:cubicBezTo>
                    <a:pt x="1039893" y="839410"/>
                    <a:pt x="1041609" y="838871"/>
                    <a:pt x="1042148" y="838569"/>
                  </a:cubicBezTo>
                  <a:cubicBezTo>
                    <a:pt x="1042686" y="838232"/>
                    <a:pt x="1044773" y="835945"/>
                    <a:pt x="1044773" y="835945"/>
                  </a:cubicBezTo>
                  <a:lnTo>
                    <a:pt x="1047263" y="834431"/>
                  </a:lnTo>
                  <a:lnTo>
                    <a:pt x="1048576" y="834633"/>
                  </a:lnTo>
                  <a:lnTo>
                    <a:pt x="1050326" y="835945"/>
                  </a:lnTo>
                  <a:cubicBezTo>
                    <a:pt x="1050326" y="835945"/>
                    <a:pt x="1052816" y="835743"/>
                    <a:pt x="1053153" y="835171"/>
                  </a:cubicBezTo>
                  <a:cubicBezTo>
                    <a:pt x="1053489" y="834633"/>
                    <a:pt x="1054802" y="835171"/>
                    <a:pt x="1054802" y="835171"/>
                  </a:cubicBezTo>
                  <a:lnTo>
                    <a:pt x="1059917" y="833758"/>
                  </a:lnTo>
                  <a:lnTo>
                    <a:pt x="1063384" y="830933"/>
                  </a:lnTo>
                  <a:lnTo>
                    <a:pt x="1064360" y="828645"/>
                  </a:lnTo>
                  <a:lnTo>
                    <a:pt x="1064461" y="826021"/>
                  </a:lnTo>
                  <a:lnTo>
                    <a:pt x="1063922" y="823296"/>
                  </a:lnTo>
                  <a:lnTo>
                    <a:pt x="1064999" y="821009"/>
                  </a:lnTo>
                  <a:lnTo>
                    <a:pt x="1060220" y="816333"/>
                  </a:lnTo>
                  <a:lnTo>
                    <a:pt x="1057932" y="815559"/>
                  </a:lnTo>
                  <a:lnTo>
                    <a:pt x="1055340" y="812935"/>
                  </a:lnTo>
                  <a:lnTo>
                    <a:pt x="1052749" y="810211"/>
                  </a:lnTo>
                  <a:lnTo>
                    <a:pt x="1051874" y="806174"/>
                  </a:lnTo>
                  <a:lnTo>
                    <a:pt x="1052413" y="801834"/>
                  </a:lnTo>
                  <a:lnTo>
                    <a:pt x="1053287" y="795645"/>
                  </a:lnTo>
                  <a:cubicBezTo>
                    <a:pt x="1053287" y="795645"/>
                    <a:pt x="1054903" y="791204"/>
                    <a:pt x="1055139" y="790632"/>
                  </a:cubicBezTo>
                  <a:cubicBezTo>
                    <a:pt x="1055340" y="790094"/>
                    <a:pt x="1056888" y="787470"/>
                    <a:pt x="1056888" y="787470"/>
                  </a:cubicBezTo>
                  <a:lnTo>
                    <a:pt x="1058739" y="784308"/>
                  </a:lnTo>
                  <a:cubicBezTo>
                    <a:pt x="1058739" y="784308"/>
                    <a:pt x="1060490" y="782357"/>
                    <a:pt x="1060927" y="781684"/>
                  </a:cubicBezTo>
                  <a:cubicBezTo>
                    <a:pt x="1061365" y="781045"/>
                    <a:pt x="1062677" y="779733"/>
                    <a:pt x="1062677" y="779733"/>
                  </a:cubicBezTo>
                  <a:lnTo>
                    <a:pt x="1065066" y="779094"/>
                  </a:lnTo>
                  <a:cubicBezTo>
                    <a:pt x="1065066" y="779094"/>
                    <a:pt x="1067994" y="778993"/>
                    <a:pt x="1068971" y="778993"/>
                  </a:cubicBezTo>
                  <a:cubicBezTo>
                    <a:pt x="1069946" y="778993"/>
                    <a:pt x="1070586" y="779868"/>
                    <a:pt x="1070586" y="779868"/>
                  </a:cubicBezTo>
                  <a:lnTo>
                    <a:pt x="1073312" y="779868"/>
                  </a:lnTo>
                  <a:cubicBezTo>
                    <a:pt x="1073312" y="779868"/>
                    <a:pt x="1074624" y="780742"/>
                    <a:pt x="1075500" y="780944"/>
                  </a:cubicBezTo>
                  <a:cubicBezTo>
                    <a:pt x="1076375" y="781146"/>
                    <a:pt x="1077889" y="781819"/>
                    <a:pt x="1077889" y="781819"/>
                  </a:cubicBezTo>
                  <a:lnTo>
                    <a:pt x="1081153" y="781718"/>
                  </a:lnTo>
                  <a:lnTo>
                    <a:pt x="1082129" y="780641"/>
                  </a:lnTo>
                  <a:lnTo>
                    <a:pt x="1082769" y="777816"/>
                  </a:lnTo>
                  <a:lnTo>
                    <a:pt x="1084283" y="775764"/>
                  </a:lnTo>
                  <a:lnTo>
                    <a:pt x="1086471" y="774889"/>
                  </a:lnTo>
                  <a:lnTo>
                    <a:pt x="1088860" y="774990"/>
                  </a:lnTo>
                  <a:cubicBezTo>
                    <a:pt x="1088860" y="774990"/>
                    <a:pt x="1089634" y="776302"/>
                    <a:pt x="1090913" y="777580"/>
                  </a:cubicBezTo>
                  <a:cubicBezTo>
                    <a:pt x="1092226" y="778892"/>
                    <a:pt x="1091250" y="779329"/>
                    <a:pt x="1091889" y="780608"/>
                  </a:cubicBezTo>
                  <a:cubicBezTo>
                    <a:pt x="1092529" y="781920"/>
                    <a:pt x="1092529" y="783433"/>
                    <a:pt x="1092966" y="784745"/>
                  </a:cubicBezTo>
                  <a:cubicBezTo>
                    <a:pt x="1093404" y="786057"/>
                    <a:pt x="1095692" y="786057"/>
                    <a:pt x="1098082" y="787033"/>
                  </a:cubicBezTo>
                  <a:cubicBezTo>
                    <a:pt x="1100471" y="788008"/>
                    <a:pt x="1103635" y="787033"/>
                    <a:pt x="1103635" y="787033"/>
                  </a:cubicBezTo>
                  <a:cubicBezTo>
                    <a:pt x="1103635" y="787033"/>
                    <a:pt x="1104947" y="786394"/>
                    <a:pt x="1105149" y="785856"/>
                  </a:cubicBezTo>
                  <a:cubicBezTo>
                    <a:pt x="1105351" y="785317"/>
                    <a:pt x="1106765" y="782693"/>
                    <a:pt x="1106899" y="782492"/>
                  </a:cubicBezTo>
                  <a:cubicBezTo>
                    <a:pt x="1107000" y="782256"/>
                    <a:pt x="1109524" y="780204"/>
                    <a:pt x="1109928" y="780103"/>
                  </a:cubicBezTo>
                  <a:cubicBezTo>
                    <a:pt x="1110366" y="780002"/>
                    <a:pt x="1113529" y="776941"/>
                    <a:pt x="1113529" y="776941"/>
                  </a:cubicBezTo>
                  <a:lnTo>
                    <a:pt x="1114943" y="775528"/>
                  </a:lnTo>
                  <a:lnTo>
                    <a:pt x="1114943" y="774452"/>
                  </a:lnTo>
                  <a:cubicBezTo>
                    <a:pt x="1114943" y="774452"/>
                    <a:pt x="1112553" y="770852"/>
                    <a:pt x="1112217" y="770549"/>
                  </a:cubicBezTo>
                  <a:cubicBezTo>
                    <a:pt x="1111880" y="770213"/>
                    <a:pt x="1108750" y="768161"/>
                    <a:pt x="1108750" y="768161"/>
                  </a:cubicBezTo>
                  <a:lnTo>
                    <a:pt x="1106899" y="763922"/>
                  </a:lnTo>
                  <a:lnTo>
                    <a:pt x="1107875" y="760020"/>
                  </a:lnTo>
                  <a:lnTo>
                    <a:pt x="1109188" y="756993"/>
                  </a:lnTo>
                  <a:lnTo>
                    <a:pt x="1110803" y="755916"/>
                  </a:lnTo>
                  <a:lnTo>
                    <a:pt x="1114269" y="753427"/>
                  </a:lnTo>
                  <a:lnTo>
                    <a:pt x="1118847" y="751476"/>
                  </a:lnTo>
                  <a:lnTo>
                    <a:pt x="1120159" y="749525"/>
                  </a:lnTo>
                  <a:lnTo>
                    <a:pt x="1120159" y="747237"/>
                  </a:lnTo>
                  <a:lnTo>
                    <a:pt x="1116895" y="745757"/>
                  </a:lnTo>
                  <a:lnTo>
                    <a:pt x="1116827" y="745555"/>
                  </a:lnTo>
                  <a:close/>
                </a:path>
              </a:pathLst>
            </a:custGeom>
            <a:grpFill/>
            <a:ln w="6350" cap="flat">
              <a:solidFill>
                <a:schemeClr val="bg1"/>
              </a:solidFill>
              <a:prstDash val="solid"/>
              <a:miter/>
            </a:ln>
          </p:spPr>
          <p:txBody>
            <a:bodyPr rtlCol="0" anchor="ctr"/>
            <a:lstStyle/>
            <a:p>
              <a:endParaRPr lang="en-US"/>
            </a:p>
          </p:txBody>
        </p:sp>
        <p:sp>
          <p:nvSpPr>
            <p:cNvPr id="71" name="Freeform 910">
              <a:extLst>
                <a:ext uri="{FF2B5EF4-FFF2-40B4-BE49-F238E27FC236}">
                  <a16:creationId xmlns:a16="http://schemas.microsoft.com/office/drawing/2014/main" id="{A2D03A26-2746-35EF-4FA9-DCF2FE0278DA}"/>
                </a:ext>
              </a:extLst>
            </p:cNvPr>
            <p:cNvSpPr/>
            <p:nvPr/>
          </p:nvSpPr>
          <p:spPr>
            <a:xfrm>
              <a:off x="7188590" y="1736685"/>
              <a:ext cx="1193060" cy="935511"/>
            </a:xfrm>
            <a:custGeom>
              <a:avLst/>
              <a:gdLst>
                <a:gd name="connsiteX0" fmla="*/ 2222549 w 2290556"/>
                <a:gd name="connsiteY0" fmla="*/ 1067285 h 1796087"/>
                <a:gd name="connsiteX1" fmla="*/ 2222246 w 2290556"/>
                <a:gd name="connsiteY1" fmla="*/ 1063652 h 1796087"/>
                <a:gd name="connsiteX2" fmla="*/ 2221371 w 2290556"/>
                <a:gd name="connsiteY2" fmla="*/ 1061465 h 1796087"/>
                <a:gd name="connsiteX3" fmla="*/ 2220428 w 2290556"/>
                <a:gd name="connsiteY3" fmla="*/ 1059379 h 1796087"/>
                <a:gd name="connsiteX4" fmla="*/ 2218981 w 2290556"/>
                <a:gd name="connsiteY4" fmla="*/ 1060321 h 1796087"/>
                <a:gd name="connsiteX5" fmla="*/ 2216154 w 2290556"/>
                <a:gd name="connsiteY5" fmla="*/ 1060321 h 1796087"/>
                <a:gd name="connsiteX6" fmla="*/ 2213866 w 2290556"/>
                <a:gd name="connsiteY6" fmla="*/ 1061364 h 1796087"/>
                <a:gd name="connsiteX7" fmla="*/ 2211039 w 2290556"/>
                <a:gd name="connsiteY7" fmla="*/ 1060658 h 1796087"/>
                <a:gd name="connsiteX8" fmla="*/ 2209524 w 2290556"/>
                <a:gd name="connsiteY8" fmla="*/ 1058269 h 1796087"/>
                <a:gd name="connsiteX9" fmla="*/ 2208111 w 2290556"/>
                <a:gd name="connsiteY9" fmla="*/ 1057193 h 1796087"/>
                <a:gd name="connsiteX10" fmla="*/ 2205183 w 2290556"/>
                <a:gd name="connsiteY10" fmla="*/ 1057092 h 1796087"/>
                <a:gd name="connsiteX11" fmla="*/ 2204745 w 2290556"/>
                <a:gd name="connsiteY11" fmla="*/ 1058404 h 1796087"/>
                <a:gd name="connsiteX12" fmla="*/ 2206832 w 2290556"/>
                <a:gd name="connsiteY12" fmla="*/ 1060691 h 1796087"/>
                <a:gd name="connsiteX13" fmla="*/ 2206058 w 2290556"/>
                <a:gd name="connsiteY13" fmla="*/ 1064055 h 1796087"/>
                <a:gd name="connsiteX14" fmla="*/ 2203769 w 2290556"/>
                <a:gd name="connsiteY14" fmla="*/ 1063416 h 1796087"/>
                <a:gd name="connsiteX15" fmla="*/ 2200942 w 2290556"/>
                <a:gd name="connsiteY15" fmla="*/ 1062777 h 1796087"/>
                <a:gd name="connsiteX16" fmla="*/ 2198452 w 2290556"/>
                <a:gd name="connsiteY16" fmla="*/ 1060725 h 1796087"/>
                <a:gd name="connsiteX17" fmla="*/ 2197375 w 2290556"/>
                <a:gd name="connsiteY17" fmla="*/ 1059649 h 1796087"/>
                <a:gd name="connsiteX18" fmla="*/ 2196500 w 2290556"/>
                <a:gd name="connsiteY18" fmla="*/ 1058337 h 1796087"/>
                <a:gd name="connsiteX19" fmla="*/ 2192159 w 2290556"/>
                <a:gd name="connsiteY19" fmla="*/ 1057697 h 1796087"/>
                <a:gd name="connsiteX20" fmla="*/ 2189668 w 2290556"/>
                <a:gd name="connsiteY20" fmla="*/ 1057058 h 1796087"/>
                <a:gd name="connsiteX21" fmla="*/ 2187582 w 2290556"/>
                <a:gd name="connsiteY21" fmla="*/ 1055107 h 1796087"/>
                <a:gd name="connsiteX22" fmla="*/ 2186808 w 2290556"/>
                <a:gd name="connsiteY22" fmla="*/ 1053055 h 1796087"/>
                <a:gd name="connsiteX23" fmla="*/ 2187447 w 2290556"/>
                <a:gd name="connsiteY23" fmla="*/ 1051104 h 1796087"/>
                <a:gd name="connsiteX24" fmla="*/ 2188759 w 2290556"/>
                <a:gd name="connsiteY24" fmla="*/ 1048817 h 1796087"/>
                <a:gd name="connsiteX25" fmla="*/ 2191048 w 2290556"/>
                <a:gd name="connsiteY25" fmla="*/ 1048043 h 1796087"/>
                <a:gd name="connsiteX26" fmla="*/ 2192361 w 2290556"/>
                <a:gd name="connsiteY26" fmla="*/ 1047067 h 1796087"/>
                <a:gd name="connsiteX27" fmla="*/ 2195289 w 2290556"/>
                <a:gd name="connsiteY27" fmla="*/ 1046529 h 1796087"/>
                <a:gd name="connsiteX28" fmla="*/ 2197577 w 2290556"/>
                <a:gd name="connsiteY28" fmla="*/ 1045991 h 1796087"/>
                <a:gd name="connsiteX29" fmla="*/ 2199967 w 2290556"/>
                <a:gd name="connsiteY29" fmla="*/ 1044477 h 1796087"/>
                <a:gd name="connsiteX30" fmla="*/ 2203332 w 2290556"/>
                <a:gd name="connsiteY30" fmla="*/ 1042290 h 1796087"/>
                <a:gd name="connsiteX31" fmla="*/ 2205284 w 2290556"/>
                <a:gd name="connsiteY31" fmla="*/ 1038691 h 1796087"/>
                <a:gd name="connsiteX32" fmla="*/ 2206058 w 2290556"/>
                <a:gd name="connsiteY32" fmla="*/ 1036841 h 1796087"/>
                <a:gd name="connsiteX33" fmla="*/ 2206394 w 2290556"/>
                <a:gd name="connsiteY33" fmla="*/ 1034452 h 1796087"/>
                <a:gd name="connsiteX34" fmla="*/ 2205755 w 2290556"/>
                <a:gd name="connsiteY34" fmla="*/ 1031828 h 1796087"/>
                <a:gd name="connsiteX35" fmla="*/ 2203702 w 2290556"/>
                <a:gd name="connsiteY35" fmla="*/ 1029541 h 1796087"/>
                <a:gd name="connsiteX36" fmla="*/ 2201649 w 2290556"/>
                <a:gd name="connsiteY36" fmla="*/ 1028902 h 1796087"/>
                <a:gd name="connsiteX37" fmla="*/ 2196634 w 2290556"/>
                <a:gd name="connsiteY37" fmla="*/ 1026614 h 1796087"/>
                <a:gd name="connsiteX38" fmla="*/ 2194683 w 2290556"/>
                <a:gd name="connsiteY38" fmla="*/ 1023351 h 1796087"/>
                <a:gd name="connsiteX39" fmla="*/ 2194582 w 2290556"/>
                <a:gd name="connsiteY39" fmla="*/ 1021737 h 1796087"/>
                <a:gd name="connsiteX40" fmla="*/ 2194683 w 2290556"/>
                <a:gd name="connsiteY40" fmla="*/ 1016522 h 1796087"/>
                <a:gd name="connsiteX41" fmla="*/ 2194784 w 2290556"/>
                <a:gd name="connsiteY41" fmla="*/ 1014033 h 1796087"/>
                <a:gd name="connsiteX42" fmla="*/ 2194447 w 2290556"/>
                <a:gd name="connsiteY42" fmla="*/ 1011207 h 1796087"/>
                <a:gd name="connsiteX43" fmla="*/ 2193471 w 2290556"/>
                <a:gd name="connsiteY43" fmla="*/ 1007742 h 1796087"/>
                <a:gd name="connsiteX44" fmla="*/ 2192394 w 2290556"/>
                <a:gd name="connsiteY44" fmla="*/ 1007204 h 1796087"/>
                <a:gd name="connsiteX45" fmla="*/ 2188389 w 2290556"/>
                <a:gd name="connsiteY45" fmla="*/ 1003941 h 1796087"/>
                <a:gd name="connsiteX46" fmla="*/ 2184351 w 2290556"/>
                <a:gd name="connsiteY46" fmla="*/ 1000241 h 1796087"/>
                <a:gd name="connsiteX47" fmla="*/ 2184149 w 2290556"/>
                <a:gd name="connsiteY47" fmla="*/ 996541 h 1796087"/>
                <a:gd name="connsiteX48" fmla="*/ 2183375 w 2290556"/>
                <a:gd name="connsiteY48" fmla="*/ 992067 h 1796087"/>
                <a:gd name="connsiteX49" fmla="*/ 2183812 w 2290556"/>
                <a:gd name="connsiteY49" fmla="*/ 988299 h 1796087"/>
                <a:gd name="connsiteX50" fmla="*/ 2184182 w 2290556"/>
                <a:gd name="connsiteY50" fmla="*/ 984733 h 1796087"/>
                <a:gd name="connsiteX51" fmla="*/ 2183476 w 2290556"/>
                <a:gd name="connsiteY51" fmla="*/ 981167 h 1796087"/>
                <a:gd name="connsiteX52" fmla="*/ 2180379 w 2290556"/>
                <a:gd name="connsiteY52" fmla="*/ 977030 h 1796087"/>
                <a:gd name="connsiteX53" fmla="*/ 2176980 w 2290556"/>
                <a:gd name="connsiteY53" fmla="*/ 975146 h 1796087"/>
                <a:gd name="connsiteX54" fmla="*/ 2173783 w 2290556"/>
                <a:gd name="connsiteY54" fmla="*/ 971883 h 1796087"/>
                <a:gd name="connsiteX55" fmla="*/ 2171596 w 2290556"/>
                <a:gd name="connsiteY55" fmla="*/ 969696 h 1796087"/>
                <a:gd name="connsiteX56" fmla="*/ 2169341 w 2290556"/>
                <a:gd name="connsiteY56" fmla="*/ 967745 h 1796087"/>
                <a:gd name="connsiteX57" fmla="*/ 2165370 w 2290556"/>
                <a:gd name="connsiteY57" fmla="*/ 964617 h 1796087"/>
                <a:gd name="connsiteX58" fmla="*/ 2163182 w 2290556"/>
                <a:gd name="connsiteY58" fmla="*/ 961723 h 1796087"/>
                <a:gd name="connsiteX59" fmla="*/ 2161668 w 2290556"/>
                <a:gd name="connsiteY59" fmla="*/ 960142 h 1796087"/>
                <a:gd name="connsiteX60" fmla="*/ 2160725 w 2290556"/>
                <a:gd name="connsiteY60" fmla="*/ 958326 h 1796087"/>
                <a:gd name="connsiteX61" fmla="*/ 2160355 w 2290556"/>
                <a:gd name="connsiteY61" fmla="*/ 956139 h 1796087"/>
                <a:gd name="connsiteX62" fmla="*/ 2160187 w 2290556"/>
                <a:gd name="connsiteY62" fmla="*/ 953886 h 1796087"/>
                <a:gd name="connsiteX63" fmla="*/ 2160423 w 2290556"/>
                <a:gd name="connsiteY63" fmla="*/ 951497 h 1796087"/>
                <a:gd name="connsiteX64" fmla="*/ 2160927 w 2290556"/>
                <a:gd name="connsiteY64" fmla="*/ 949613 h 1796087"/>
                <a:gd name="connsiteX65" fmla="*/ 2161567 w 2290556"/>
                <a:gd name="connsiteY65" fmla="*/ 947797 h 1796087"/>
                <a:gd name="connsiteX66" fmla="*/ 2162643 w 2290556"/>
                <a:gd name="connsiteY66" fmla="*/ 945476 h 1796087"/>
                <a:gd name="connsiteX67" fmla="*/ 2162711 w 2290556"/>
                <a:gd name="connsiteY67" fmla="*/ 943020 h 1796087"/>
                <a:gd name="connsiteX68" fmla="*/ 2162509 w 2290556"/>
                <a:gd name="connsiteY68" fmla="*/ 941708 h 1796087"/>
                <a:gd name="connsiteX69" fmla="*/ 2159985 w 2290556"/>
                <a:gd name="connsiteY69" fmla="*/ 939454 h 1796087"/>
                <a:gd name="connsiteX70" fmla="*/ 2157090 w 2290556"/>
                <a:gd name="connsiteY70" fmla="*/ 938882 h 1796087"/>
                <a:gd name="connsiteX71" fmla="*/ 2155139 w 2290556"/>
                <a:gd name="connsiteY71" fmla="*/ 939690 h 1796087"/>
                <a:gd name="connsiteX72" fmla="*/ 2153388 w 2290556"/>
                <a:gd name="connsiteY72" fmla="*/ 941439 h 1796087"/>
                <a:gd name="connsiteX73" fmla="*/ 2149989 w 2290556"/>
                <a:gd name="connsiteY73" fmla="*/ 942751 h 1796087"/>
                <a:gd name="connsiteX74" fmla="*/ 2146657 w 2290556"/>
                <a:gd name="connsiteY74" fmla="*/ 944433 h 1796087"/>
                <a:gd name="connsiteX75" fmla="*/ 2144975 w 2290556"/>
                <a:gd name="connsiteY75" fmla="*/ 947965 h 1796087"/>
                <a:gd name="connsiteX76" fmla="*/ 2140768 w 2290556"/>
                <a:gd name="connsiteY76" fmla="*/ 952170 h 1796087"/>
                <a:gd name="connsiteX77" fmla="*/ 2135552 w 2290556"/>
                <a:gd name="connsiteY77" fmla="*/ 955937 h 1796087"/>
                <a:gd name="connsiteX78" fmla="*/ 2131278 w 2290556"/>
                <a:gd name="connsiteY78" fmla="*/ 961354 h 1796087"/>
                <a:gd name="connsiteX79" fmla="*/ 2124244 w 2290556"/>
                <a:gd name="connsiteY79" fmla="*/ 967812 h 1796087"/>
                <a:gd name="connsiteX80" fmla="*/ 2122292 w 2290556"/>
                <a:gd name="connsiteY80" fmla="*/ 971075 h 1796087"/>
                <a:gd name="connsiteX81" fmla="*/ 2119027 w 2290556"/>
                <a:gd name="connsiteY81" fmla="*/ 975415 h 1796087"/>
                <a:gd name="connsiteX82" fmla="*/ 2115897 w 2290556"/>
                <a:gd name="connsiteY82" fmla="*/ 977938 h 1796087"/>
                <a:gd name="connsiteX83" fmla="*/ 2111825 w 2290556"/>
                <a:gd name="connsiteY83" fmla="*/ 980326 h 1796087"/>
                <a:gd name="connsiteX84" fmla="*/ 2108056 w 2290556"/>
                <a:gd name="connsiteY84" fmla="*/ 982412 h 1796087"/>
                <a:gd name="connsiteX85" fmla="*/ 2103714 w 2290556"/>
                <a:gd name="connsiteY85" fmla="*/ 982984 h 1796087"/>
                <a:gd name="connsiteX86" fmla="*/ 2100080 w 2290556"/>
                <a:gd name="connsiteY86" fmla="*/ 982984 h 1796087"/>
                <a:gd name="connsiteX87" fmla="*/ 2096613 w 2290556"/>
                <a:gd name="connsiteY87" fmla="*/ 982614 h 1796087"/>
                <a:gd name="connsiteX88" fmla="*/ 2093651 w 2290556"/>
                <a:gd name="connsiteY88" fmla="*/ 981033 h 1796087"/>
                <a:gd name="connsiteX89" fmla="*/ 2091700 w 2290556"/>
                <a:gd name="connsiteY89" fmla="*/ 979586 h 1796087"/>
                <a:gd name="connsiteX90" fmla="*/ 2089950 w 2290556"/>
                <a:gd name="connsiteY90" fmla="*/ 977938 h 1796087"/>
                <a:gd name="connsiteX91" fmla="*/ 2089243 w 2290556"/>
                <a:gd name="connsiteY91" fmla="*/ 976121 h 1796087"/>
                <a:gd name="connsiteX92" fmla="*/ 2089041 w 2290556"/>
                <a:gd name="connsiteY92" fmla="*/ 973531 h 1796087"/>
                <a:gd name="connsiteX93" fmla="*/ 2089478 w 2290556"/>
                <a:gd name="connsiteY93" fmla="*/ 971647 h 1796087"/>
                <a:gd name="connsiteX94" fmla="*/ 2090556 w 2290556"/>
                <a:gd name="connsiteY94" fmla="*/ 970705 h 1796087"/>
                <a:gd name="connsiteX95" fmla="*/ 2091195 w 2290556"/>
                <a:gd name="connsiteY95" fmla="*/ 968081 h 1796087"/>
                <a:gd name="connsiteX96" fmla="*/ 2091767 w 2290556"/>
                <a:gd name="connsiteY96" fmla="*/ 966198 h 1796087"/>
                <a:gd name="connsiteX97" fmla="*/ 2092137 w 2290556"/>
                <a:gd name="connsiteY97" fmla="*/ 964011 h 1796087"/>
                <a:gd name="connsiteX98" fmla="*/ 2092507 w 2290556"/>
                <a:gd name="connsiteY98" fmla="*/ 960983 h 1796087"/>
                <a:gd name="connsiteX99" fmla="*/ 2092070 w 2290556"/>
                <a:gd name="connsiteY99" fmla="*/ 958595 h 1796087"/>
                <a:gd name="connsiteX100" fmla="*/ 2088738 w 2290556"/>
                <a:gd name="connsiteY100" fmla="*/ 956644 h 1796087"/>
                <a:gd name="connsiteX101" fmla="*/ 2085406 w 2290556"/>
                <a:gd name="connsiteY101" fmla="*/ 954054 h 1796087"/>
                <a:gd name="connsiteX102" fmla="*/ 2080997 w 2290556"/>
                <a:gd name="connsiteY102" fmla="*/ 948772 h 1796087"/>
                <a:gd name="connsiteX103" fmla="*/ 2076858 w 2290556"/>
                <a:gd name="connsiteY103" fmla="*/ 945307 h 1796087"/>
                <a:gd name="connsiteX104" fmla="*/ 2072079 w 2290556"/>
                <a:gd name="connsiteY104" fmla="*/ 942549 h 1796087"/>
                <a:gd name="connsiteX105" fmla="*/ 2069252 w 2290556"/>
                <a:gd name="connsiteY105" fmla="*/ 940093 h 1796087"/>
                <a:gd name="connsiteX106" fmla="*/ 2068882 w 2290556"/>
                <a:gd name="connsiteY106" fmla="*/ 938008 h 1796087"/>
                <a:gd name="connsiteX107" fmla="*/ 2069319 w 2290556"/>
                <a:gd name="connsiteY107" fmla="*/ 934677 h 1796087"/>
                <a:gd name="connsiteX108" fmla="*/ 2069521 w 2290556"/>
                <a:gd name="connsiteY108" fmla="*/ 931414 h 1796087"/>
                <a:gd name="connsiteX109" fmla="*/ 2071103 w 2290556"/>
                <a:gd name="connsiteY109" fmla="*/ 927344 h 1796087"/>
                <a:gd name="connsiteX110" fmla="*/ 2072281 w 2290556"/>
                <a:gd name="connsiteY110" fmla="*/ 923576 h 1796087"/>
                <a:gd name="connsiteX111" fmla="*/ 2072146 w 2290556"/>
                <a:gd name="connsiteY111" fmla="*/ 921053 h 1796087"/>
                <a:gd name="connsiteX112" fmla="*/ 2066930 w 2290556"/>
                <a:gd name="connsiteY112" fmla="*/ 920919 h 1796087"/>
                <a:gd name="connsiteX113" fmla="*/ 2066122 w 2290556"/>
                <a:gd name="connsiteY113" fmla="*/ 918093 h 1796087"/>
                <a:gd name="connsiteX114" fmla="*/ 2065752 w 2290556"/>
                <a:gd name="connsiteY114" fmla="*/ 911432 h 1796087"/>
                <a:gd name="connsiteX115" fmla="*/ 2065011 w 2290556"/>
                <a:gd name="connsiteY115" fmla="*/ 908741 h 1796087"/>
                <a:gd name="connsiteX116" fmla="*/ 2065584 w 2290556"/>
                <a:gd name="connsiteY116" fmla="*/ 904772 h 1796087"/>
                <a:gd name="connsiteX117" fmla="*/ 2066156 w 2290556"/>
                <a:gd name="connsiteY117" fmla="*/ 901374 h 1796087"/>
                <a:gd name="connsiteX118" fmla="*/ 2068781 w 2290556"/>
                <a:gd name="connsiteY118" fmla="*/ 898683 h 1796087"/>
                <a:gd name="connsiteX119" fmla="*/ 2069858 w 2290556"/>
                <a:gd name="connsiteY119" fmla="*/ 895050 h 1796087"/>
                <a:gd name="connsiteX120" fmla="*/ 2068781 w 2290556"/>
                <a:gd name="connsiteY120" fmla="*/ 892291 h 1796087"/>
                <a:gd name="connsiteX121" fmla="*/ 2065819 w 2290556"/>
                <a:gd name="connsiteY121" fmla="*/ 888456 h 1796087"/>
                <a:gd name="connsiteX122" fmla="*/ 2068646 w 2290556"/>
                <a:gd name="connsiteY122" fmla="*/ 887447 h 1796087"/>
                <a:gd name="connsiteX123" fmla="*/ 2068411 w 2290556"/>
                <a:gd name="connsiteY123" fmla="*/ 880282 h 1796087"/>
                <a:gd name="connsiteX124" fmla="*/ 2069420 w 2290556"/>
                <a:gd name="connsiteY124" fmla="*/ 876144 h 1796087"/>
                <a:gd name="connsiteX125" fmla="*/ 2070497 w 2290556"/>
                <a:gd name="connsiteY125" fmla="*/ 874933 h 1796087"/>
                <a:gd name="connsiteX126" fmla="*/ 2073695 w 2290556"/>
                <a:gd name="connsiteY126" fmla="*/ 873487 h 1796087"/>
                <a:gd name="connsiteX127" fmla="*/ 2077262 w 2290556"/>
                <a:gd name="connsiteY127" fmla="*/ 870089 h 1796087"/>
                <a:gd name="connsiteX128" fmla="*/ 2077262 w 2290556"/>
                <a:gd name="connsiteY128" fmla="*/ 869450 h 1796087"/>
                <a:gd name="connsiteX129" fmla="*/ 2074334 w 2290556"/>
                <a:gd name="connsiteY129" fmla="*/ 864438 h 1796087"/>
                <a:gd name="connsiteX130" fmla="*/ 2070968 w 2290556"/>
                <a:gd name="connsiteY130" fmla="*/ 861982 h 1796087"/>
                <a:gd name="connsiteX131" fmla="*/ 2070026 w 2290556"/>
                <a:gd name="connsiteY131" fmla="*/ 861915 h 1796087"/>
                <a:gd name="connsiteX132" fmla="*/ 2064305 w 2290556"/>
                <a:gd name="connsiteY132" fmla="*/ 859156 h 1796087"/>
                <a:gd name="connsiteX133" fmla="*/ 2065247 w 2290556"/>
                <a:gd name="connsiteY133" fmla="*/ 857474 h 1796087"/>
                <a:gd name="connsiteX134" fmla="*/ 2067064 w 2290556"/>
                <a:gd name="connsiteY134" fmla="*/ 856465 h 1796087"/>
                <a:gd name="connsiteX135" fmla="*/ 2071036 w 2290556"/>
                <a:gd name="connsiteY135" fmla="*/ 855019 h 1796087"/>
                <a:gd name="connsiteX136" fmla="*/ 2072483 w 2290556"/>
                <a:gd name="connsiteY136" fmla="*/ 853438 h 1796087"/>
                <a:gd name="connsiteX137" fmla="*/ 2070733 w 2290556"/>
                <a:gd name="connsiteY137" fmla="*/ 851049 h 1796087"/>
                <a:gd name="connsiteX138" fmla="*/ 2067771 w 2290556"/>
                <a:gd name="connsiteY138" fmla="*/ 847584 h 1796087"/>
                <a:gd name="connsiteX139" fmla="*/ 2063800 w 2290556"/>
                <a:gd name="connsiteY139" fmla="*/ 845196 h 1796087"/>
                <a:gd name="connsiteX140" fmla="*/ 2061545 w 2290556"/>
                <a:gd name="connsiteY140" fmla="*/ 843615 h 1796087"/>
                <a:gd name="connsiteX141" fmla="*/ 2057978 w 2290556"/>
                <a:gd name="connsiteY141" fmla="*/ 841159 h 1796087"/>
                <a:gd name="connsiteX142" fmla="*/ 2054511 w 2290556"/>
                <a:gd name="connsiteY142" fmla="*/ 839141 h 1796087"/>
                <a:gd name="connsiteX143" fmla="*/ 2050742 w 2290556"/>
                <a:gd name="connsiteY143" fmla="*/ 838333 h 1796087"/>
                <a:gd name="connsiteX144" fmla="*/ 2048487 w 2290556"/>
                <a:gd name="connsiteY144" fmla="*/ 837829 h 1796087"/>
                <a:gd name="connsiteX145" fmla="*/ 2047410 w 2290556"/>
                <a:gd name="connsiteY145" fmla="*/ 834700 h 1796087"/>
                <a:gd name="connsiteX146" fmla="*/ 2050170 w 2290556"/>
                <a:gd name="connsiteY146" fmla="*/ 832379 h 1796087"/>
                <a:gd name="connsiteX147" fmla="*/ 2053064 w 2290556"/>
                <a:gd name="connsiteY147" fmla="*/ 827535 h 1796087"/>
                <a:gd name="connsiteX148" fmla="*/ 2052997 w 2290556"/>
                <a:gd name="connsiteY148" fmla="*/ 825449 h 1796087"/>
                <a:gd name="connsiteX149" fmla="*/ 2052795 w 2290556"/>
                <a:gd name="connsiteY149" fmla="*/ 822624 h 1796087"/>
                <a:gd name="connsiteX150" fmla="*/ 2049160 w 2290556"/>
                <a:gd name="connsiteY150" fmla="*/ 819865 h 1796087"/>
                <a:gd name="connsiteX151" fmla="*/ 2045828 w 2290556"/>
                <a:gd name="connsiteY151" fmla="*/ 818049 h 1796087"/>
                <a:gd name="connsiteX152" fmla="*/ 2041823 w 2290556"/>
                <a:gd name="connsiteY152" fmla="*/ 819697 h 1796087"/>
                <a:gd name="connsiteX153" fmla="*/ 2041453 w 2290556"/>
                <a:gd name="connsiteY153" fmla="*/ 821379 h 1796087"/>
                <a:gd name="connsiteX154" fmla="*/ 2038121 w 2290556"/>
                <a:gd name="connsiteY154" fmla="*/ 823565 h 1796087"/>
                <a:gd name="connsiteX155" fmla="*/ 2033410 w 2290556"/>
                <a:gd name="connsiteY155" fmla="*/ 823633 h 1796087"/>
                <a:gd name="connsiteX156" fmla="*/ 2030515 w 2290556"/>
                <a:gd name="connsiteY156" fmla="*/ 822489 h 1796087"/>
                <a:gd name="connsiteX157" fmla="*/ 2027621 w 2290556"/>
                <a:gd name="connsiteY157" fmla="*/ 821345 h 1796087"/>
                <a:gd name="connsiteX158" fmla="*/ 2026612 w 2290556"/>
                <a:gd name="connsiteY158" fmla="*/ 819159 h 1796087"/>
                <a:gd name="connsiteX159" fmla="*/ 2025905 w 2290556"/>
                <a:gd name="connsiteY159" fmla="*/ 815526 h 1796087"/>
                <a:gd name="connsiteX160" fmla="*/ 2026847 w 2290556"/>
                <a:gd name="connsiteY160" fmla="*/ 814079 h 1796087"/>
                <a:gd name="connsiteX161" fmla="*/ 2028665 w 2290556"/>
                <a:gd name="connsiteY161" fmla="*/ 812195 h 1796087"/>
                <a:gd name="connsiteX162" fmla="*/ 2030549 w 2290556"/>
                <a:gd name="connsiteY162" fmla="*/ 810816 h 1796087"/>
                <a:gd name="connsiteX163" fmla="*/ 2032434 w 2290556"/>
                <a:gd name="connsiteY163" fmla="*/ 809437 h 1796087"/>
                <a:gd name="connsiteX164" fmla="*/ 2033881 w 2290556"/>
                <a:gd name="connsiteY164" fmla="*/ 808495 h 1796087"/>
                <a:gd name="connsiteX165" fmla="*/ 2034756 w 2290556"/>
                <a:gd name="connsiteY165" fmla="*/ 807183 h 1796087"/>
                <a:gd name="connsiteX166" fmla="*/ 2035396 w 2290556"/>
                <a:gd name="connsiteY166" fmla="*/ 805669 h 1796087"/>
                <a:gd name="connsiteX167" fmla="*/ 2035463 w 2290556"/>
                <a:gd name="connsiteY167" fmla="*/ 802978 h 1796087"/>
                <a:gd name="connsiteX168" fmla="*/ 2035328 w 2290556"/>
                <a:gd name="connsiteY168" fmla="*/ 800657 h 1796087"/>
                <a:gd name="connsiteX169" fmla="*/ 2034891 w 2290556"/>
                <a:gd name="connsiteY169" fmla="*/ 798033 h 1796087"/>
                <a:gd name="connsiteX170" fmla="*/ 2034588 w 2290556"/>
                <a:gd name="connsiteY170" fmla="*/ 795947 h 1796087"/>
                <a:gd name="connsiteX171" fmla="*/ 2031895 w 2290556"/>
                <a:gd name="connsiteY171" fmla="*/ 793559 h 1796087"/>
                <a:gd name="connsiteX172" fmla="*/ 2027184 w 2290556"/>
                <a:gd name="connsiteY172" fmla="*/ 790868 h 1796087"/>
                <a:gd name="connsiteX173" fmla="*/ 2027991 w 2290556"/>
                <a:gd name="connsiteY173" fmla="*/ 787605 h 1796087"/>
                <a:gd name="connsiteX174" fmla="*/ 2031559 w 2290556"/>
                <a:gd name="connsiteY174" fmla="*/ 786226 h 1796087"/>
                <a:gd name="connsiteX175" fmla="*/ 2035900 w 2290556"/>
                <a:gd name="connsiteY175" fmla="*/ 785519 h 1796087"/>
                <a:gd name="connsiteX176" fmla="*/ 2037347 w 2290556"/>
                <a:gd name="connsiteY176" fmla="*/ 785385 h 1796087"/>
                <a:gd name="connsiteX177" fmla="*/ 2039973 w 2290556"/>
                <a:gd name="connsiteY177" fmla="*/ 784745 h 1796087"/>
                <a:gd name="connsiteX178" fmla="*/ 2042665 w 2290556"/>
                <a:gd name="connsiteY178" fmla="*/ 785183 h 1796087"/>
                <a:gd name="connsiteX179" fmla="*/ 2045256 w 2290556"/>
                <a:gd name="connsiteY179" fmla="*/ 785687 h 1796087"/>
                <a:gd name="connsiteX180" fmla="*/ 2048588 w 2290556"/>
                <a:gd name="connsiteY180" fmla="*/ 787504 h 1796087"/>
                <a:gd name="connsiteX181" fmla="*/ 2050978 w 2290556"/>
                <a:gd name="connsiteY181" fmla="*/ 789522 h 1796087"/>
                <a:gd name="connsiteX182" fmla="*/ 2053602 w 2290556"/>
                <a:gd name="connsiteY182" fmla="*/ 792785 h 1796087"/>
                <a:gd name="connsiteX183" fmla="*/ 2055353 w 2290556"/>
                <a:gd name="connsiteY183" fmla="*/ 795039 h 1796087"/>
                <a:gd name="connsiteX184" fmla="*/ 2056598 w 2290556"/>
                <a:gd name="connsiteY184" fmla="*/ 797428 h 1796087"/>
                <a:gd name="connsiteX185" fmla="*/ 2058617 w 2290556"/>
                <a:gd name="connsiteY185" fmla="*/ 796990 h 1796087"/>
                <a:gd name="connsiteX186" fmla="*/ 2061007 w 2290556"/>
                <a:gd name="connsiteY186" fmla="*/ 795914 h 1796087"/>
                <a:gd name="connsiteX187" fmla="*/ 2062521 w 2290556"/>
                <a:gd name="connsiteY187" fmla="*/ 797798 h 1796087"/>
                <a:gd name="connsiteX188" fmla="*/ 2063396 w 2290556"/>
                <a:gd name="connsiteY188" fmla="*/ 798874 h 1796087"/>
                <a:gd name="connsiteX189" fmla="*/ 2066223 w 2290556"/>
                <a:gd name="connsiteY189" fmla="*/ 801195 h 1796087"/>
                <a:gd name="connsiteX190" fmla="*/ 2066593 w 2290556"/>
                <a:gd name="connsiteY190" fmla="*/ 803079 h 1796087"/>
                <a:gd name="connsiteX191" fmla="*/ 2069689 w 2290556"/>
                <a:gd name="connsiteY191" fmla="*/ 805400 h 1796087"/>
                <a:gd name="connsiteX192" fmla="*/ 2071877 w 2290556"/>
                <a:gd name="connsiteY192" fmla="*/ 805030 h 1796087"/>
                <a:gd name="connsiteX193" fmla="*/ 2074704 w 2290556"/>
                <a:gd name="connsiteY193" fmla="*/ 803012 h 1796087"/>
                <a:gd name="connsiteX194" fmla="*/ 2076286 w 2290556"/>
                <a:gd name="connsiteY194" fmla="*/ 799984 h 1796087"/>
                <a:gd name="connsiteX195" fmla="*/ 2077531 w 2290556"/>
                <a:gd name="connsiteY195" fmla="*/ 798100 h 1796087"/>
                <a:gd name="connsiteX196" fmla="*/ 2079180 w 2290556"/>
                <a:gd name="connsiteY196" fmla="*/ 795846 h 1796087"/>
                <a:gd name="connsiteX197" fmla="*/ 2080257 w 2290556"/>
                <a:gd name="connsiteY197" fmla="*/ 794164 h 1796087"/>
                <a:gd name="connsiteX198" fmla="*/ 2082512 w 2290556"/>
                <a:gd name="connsiteY198" fmla="*/ 792516 h 1796087"/>
                <a:gd name="connsiteX199" fmla="*/ 2083521 w 2290556"/>
                <a:gd name="connsiteY199" fmla="*/ 792516 h 1796087"/>
                <a:gd name="connsiteX200" fmla="*/ 2085272 w 2290556"/>
                <a:gd name="connsiteY200" fmla="*/ 792954 h 1796087"/>
                <a:gd name="connsiteX201" fmla="*/ 2087022 w 2290556"/>
                <a:gd name="connsiteY201" fmla="*/ 794400 h 1796087"/>
                <a:gd name="connsiteX202" fmla="*/ 2087964 w 2290556"/>
                <a:gd name="connsiteY202" fmla="*/ 795914 h 1796087"/>
                <a:gd name="connsiteX203" fmla="*/ 2089647 w 2290556"/>
                <a:gd name="connsiteY203" fmla="*/ 798168 h 1796087"/>
                <a:gd name="connsiteX204" fmla="*/ 2090522 w 2290556"/>
                <a:gd name="connsiteY204" fmla="*/ 800623 h 1796087"/>
                <a:gd name="connsiteX205" fmla="*/ 2091026 w 2290556"/>
                <a:gd name="connsiteY205" fmla="*/ 803079 h 1796087"/>
                <a:gd name="connsiteX206" fmla="*/ 2092844 w 2290556"/>
                <a:gd name="connsiteY206" fmla="*/ 805097 h 1796087"/>
                <a:gd name="connsiteX207" fmla="*/ 2094661 w 2290556"/>
                <a:gd name="connsiteY207" fmla="*/ 807351 h 1796087"/>
                <a:gd name="connsiteX208" fmla="*/ 2096916 w 2290556"/>
                <a:gd name="connsiteY208" fmla="*/ 807351 h 1796087"/>
                <a:gd name="connsiteX209" fmla="*/ 2097724 w 2290556"/>
                <a:gd name="connsiteY209" fmla="*/ 805972 h 1796087"/>
                <a:gd name="connsiteX210" fmla="*/ 2098868 w 2290556"/>
                <a:gd name="connsiteY210" fmla="*/ 805266 h 1796087"/>
                <a:gd name="connsiteX211" fmla="*/ 2100887 w 2290556"/>
                <a:gd name="connsiteY211" fmla="*/ 805636 h 1796087"/>
                <a:gd name="connsiteX212" fmla="*/ 2102200 w 2290556"/>
                <a:gd name="connsiteY212" fmla="*/ 807721 h 1796087"/>
                <a:gd name="connsiteX213" fmla="*/ 2102570 w 2290556"/>
                <a:gd name="connsiteY213" fmla="*/ 810917 h 1796087"/>
                <a:gd name="connsiteX214" fmla="*/ 2103647 w 2290556"/>
                <a:gd name="connsiteY214" fmla="*/ 812431 h 1796087"/>
                <a:gd name="connsiteX215" fmla="*/ 2104388 w 2290556"/>
                <a:gd name="connsiteY215" fmla="*/ 814517 h 1796087"/>
                <a:gd name="connsiteX216" fmla="*/ 2106272 w 2290556"/>
                <a:gd name="connsiteY216" fmla="*/ 816905 h 1796087"/>
                <a:gd name="connsiteX217" fmla="*/ 2108460 w 2290556"/>
                <a:gd name="connsiteY217" fmla="*/ 817611 h 1796087"/>
                <a:gd name="connsiteX218" fmla="*/ 2110916 w 2290556"/>
                <a:gd name="connsiteY218" fmla="*/ 816602 h 1796087"/>
                <a:gd name="connsiteX219" fmla="*/ 2111219 w 2290556"/>
                <a:gd name="connsiteY219" fmla="*/ 814718 h 1796087"/>
                <a:gd name="connsiteX220" fmla="*/ 2112734 w 2290556"/>
                <a:gd name="connsiteY220" fmla="*/ 810951 h 1796087"/>
                <a:gd name="connsiteX221" fmla="*/ 2114417 w 2290556"/>
                <a:gd name="connsiteY221" fmla="*/ 809000 h 1796087"/>
                <a:gd name="connsiteX222" fmla="*/ 2115662 w 2290556"/>
                <a:gd name="connsiteY222" fmla="*/ 807553 h 1796087"/>
                <a:gd name="connsiteX223" fmla="*/ 2115662 w 2290556"/>
                <a:gd name="connsiteY223" fmla="*/ 803987 h 1796087"/>
                <a:gd name="connsiteX224" fmla="*/ 2115931 w 2290556"/>
                <a:gd name="connsiteY224" fmla="*/ 801094 h 1796087"/>
                <a:gd name="connsiteX225" fmla="*/ 2115224 w 2290556"/>
                <a:gd name="connsiteY225" fmla="*/ 794064 h 1796087"/>
                <a:gd name="connsiteX226" fmla="*/ 2114585 w 2290556"/>
                <a:gd name="connsiteY226" fmla="*/ 791238 h 1796087"/>
                <a:gd name="connsiteX227" fmla="*/ 2113945 w 2290556"/>
                <a:gd name="connsiteY227" fmla="*/ 787975 h 1796087"/>
                <a:gd name="connsiteX228" fmla="*/ 2111354 w 2290556"/>
                <a:gd name="connsiteY228" fmla="*/ 782963 h 1796087"/>
                <a:gd name="connsiteX229" fmla="*/ 2109469 w 2290556"/>
                <a:gd name="connsiteY229" fmla="*/ 780877 h 1796087"/>
                <a:gd name="connsiteX230" fmla="*/ 2106945 w 2290556"/>
                <a:gd name="connsiteY230" fmla="*/ 776739 h 1796087"/>
                <a:gd name="connsiteX231" fmla="*/ 2107315 w 2290556"/>
                <a:gd name="connsiteY231" fmla="*/ 772837 h 1796087"/>
                <a:gd name="connsiteX232" fmla="*/ 2108460 w 2290556"/>
                <a:gd name="connsiteY232" fmla="*/ 770449 h 1796087"/>
                <a:gd name="connsiteX233" fmla="*/ 2113104 w 2290556"/>
                <a:gd name="connsiteY233" fmla="*/ 769574 h 1796087"/>
                <a:gd name="connsiteX234" fmla="*/ 2115056 w 2290556"/>
                <a:gd name="connsiteY234" fmla="*/ 768935 h 1796087"/>
                <a:gd name="connsiteX235" fmla="*/ 2117580 w 2290556"/>
                <a:gd name="connsiteY235" fmla="*/ 768363 h 1796087"/>
                <a:gd name="connsiteX236" fmla="*/ 2122662 w 2290556"/>
                <a:gd name="connsiteY236" fmla="*/ 768800 h 1796087"/>
                <a:gd name="connsiteX237" fmla="*/ 2127373 w 2290556"/>
                <a:gd name="connsiteY237" fmla="*/ 767556 h 1796087"/>
                <a:gd name="connsiteX238" fmla="*/ 2129494 w 2290556"/>
                <a:gd name="connsiteY238" fmla="*/ 767186 h 1796087"/>
                <a:gd name="connsiteX239" fmla="*/ 2131749 w 2290556"/>
                <a:gd name="connsiteY239" fmla="*/ 765806 h 1796087"/>
                <a:gd name="connsiteX240" fmla="*/ 2133128 w 2290556"/>
                <a:gd name="connsiteY240" fmla="*/ 764427 h 1796087"/>
                <a:gd name="connsiteX241" fmla="*/ 2133128 w 2290556"/>
                <a:gd name="connsiteY241" fmla="*/ 761803 h 1796087"/>
                <a:gd name="connsiteX242" fmla="*/ 2133128 w 2290556"/>
                <a:gd name="connsiteY242" fmla="*/ 759718 h 1796087"/>
                <a:gd name="connsiteX243" fmla="*/ 2133701 w 2290556"/>
                <a:gd name="connsiteY243" fmla="*/ 754873 h 1796087"/>
                <a:gd name="connsiteX244" fmla="*/ 2133128 w 2290556"/>
                <a:gd name="connsiteY244" fmla="*/ 753629 h 1796087"/>
                <a:gd name="connsiteX245" fmla="*/ 2133128 w 2290556"/>
                <a:gd name="connsiteY245" fmla="*/ 750500 h 1796087"/>
                <a:gd name="connsiteX246" fmla="*/ 2133734 w 2290556"/>
                <a:gd name="connsiteY246" fmla="*/ 748112 h 1796087"/>
                <a:gd name="connsiteX247" fmla="*/ 2133398 w 2290556"/>
                <a:gd name="connsiteY247" fmla="*/ 744041 h 1796087"/>
                <a:gd name="connsiteX248" fmla="*/ 2130806 w 2290556"/>
                <a:gd name="connsiteY248" fmla="*/ 740408 h 1796087"/>
                <a:gd name="connsiteX249" fmla="*/ 2128046 w 2290556"/>
                <a:gd name="connsiteY249" fmla="*/ 734757 h 1796087"/>
                <a:gd name="connsiteX250" fmla="*/ 2127037 w 2290556"/>
                <a:gd name="connsiteY250" fmla="*/ 733209 h 1796087"/>
                <a:gd name="connsiteX251" fmla="*/ 2123570 w 2290556"/>
                <a:gd name="connsiteY251" fmla="*/ 729139 h 1796087"/>
                <a:gd name="connsiteX252" fmla="*/ 2122426 w 2290556"/>
                <a:gd name="connsiteY252" fmla="*/ 726246 h 1796087"/>
                <a:gd name="connsiteX253" fmla="*/ 2121989 w 2290556"/>
                <a:gd name="connsiteY253" fmla="*/ 720023 h 1796087"/>
                <a:gd name="connsiteX254" fmla="*/ 2121686 w 2290556"/>
                <a:gd name="connsiteY254" fmla="*/ 716390 h 1796087"/>
                <a:gd name="connsiteX255" fmla="*/ 2122258 w 2290556"/>
                <a:gd name="connsiteY255" fmla="*/ 712925 h 1796087"/>
                <a:gd name="connsiteX256" fmla="*/ 2124143 w 2290556"/>
                <a:gd name="connsiteY256" fmla="*/ 709292 h 1796087"/>
                <a:gd name="connsiteX257" fmla="*/ 2127912 w 2290556"/>
                <a:gd name="connsiteY257" fmla="*/ 708283 h 1796087"/>
                <a:gd name="connsiteX258" fmla="*/ 2131244 w 2290556"/>
                <a:gd name="connsiteY258" fmla="*/ 707408 h 1796087"/>
                <a:gd name="connsiteX259" fmla="*/ 2134710 w 2290556"/>
                <a:gd name="connsiteY259" fmla="*/ 705221 h 1796087"/>
                <a:gd name="connsiteX260" fmla="*/ 2138480 w 2290556"/>
                <a:gd name="connsiteY260" fmla="*/ 707542 h 1796087"/>
                <a:gd name="connsiteX261" fmla="*/ 2140802 w 2290556"/>
                <a:gd name="connsiteY261" fmla="*/ 709998 h 1796087"/>
                <a:gd name="connsiteX262" fmla="*/ 2142383 w 2290556"/>
                <a:gd name="connsiteY262" fmla="*/ 709123 h 1796087"/>
                <a:gd name="connsiteX263" fmla="*/ 2143258 w 2290556"/>
                <a:gd name="connsiteY263" fmla="*/ 706230 h 1796087"/>
                <a:gd name="connsiteX264" fmla="*/ 2145446 w 2290556"/>
                <a:gd name="connsiteY264" fmla="*/ 703909 h 1796087"/>
                <a:gd name="connsiteX265" fmla="*/ 2147634 w 2290556"/>
                <a:gd name="connsiteY265" fmla="*/ 702160 h 1796087"/>
                <a:gd name="connsiteX266" fmla="*/ 2149518 w 2290556"/>
                <a:gd name="connsiteY266" fmla="*/ 700142 h 1796087"/>
                <a:gd name="connsiteX267" fmla="*/ 2152715 w 2290556"/>
                <a:gd name="connsiteY267" fmla="*/ 698695 h 1796087"/>
                <a:gd name="connsiteX268" fmla="*/ 2154600 w 2290556"/>
                <a:gd name="connsiteY268" fmla="*/ 697686 h 1796087"/>
                <a:gd name="connsiteX269" fmla="*/ 2156047 w 2290556"/>
                <a:gd name="connsiteY269" fmla="*/ 697114 h 1796087"/>
                <a:gd name="connsiteX270" fmla="*/ 2159817 w 2290556"/>
                <a:gd name="connsiteY270" fmla="*/ 696677 h 1796087"/>
                <a:gd name="connsiteX271" fmla="*/ 2160961 w 2290556"/>
                <a:gd name="connsiteY271" fmla="*/ 696105 h 1796087"/>
                <a:gd name="connsiteX272" fmla="*/ 2163586 w 2290556"/>
                <a:gd name="connsiteY272" fmla="*/ 692909 h 1796087"/>
                <a:gd name="connsiteX273" fmla="*/ 2166615 w 2290556"/>
                <a:gd name="connsiteY273" fmla="*/ 690588 h 1796087"/>
                <a:gd name="connsiteX274" fmla="*/ 2167355 w 2290556"/>
                <a:gd name="connsiteY274" fmla="*/ 689142 h 1796087"/>
                <a:gd name="connsiteX275" fmla="*/ 2167490 w 2290556"/>
                <a:gd name="connsiteY275" fmla="*/ 687560 h 1796087"/>
                <a:gd name="connsiteX276" fmla="*/ 2166918 w 2290556"/>
                <a:gd name="connsiteY276" fmla="*/ 685374 h 1796087"/>
                <a:gd name="connsiteX277" fmla="*/ 2166043 w 2290556"/>
                <a:gd name="connsiteY277" fmla="*/ 684802 h 1796087"/>
                <a:gd name="connsiteX278" fmla="*/ 2167052 w 2290556"/>
                <a:gd name="connsiteY278" fmla="*/ 681472 h 1796087"/>
                <a:gd name="connsiteX279" fmla="*/ 2168062 w 2290556"/>
                <a:gd name="connsiteY279" fmla="*/ 678579 h 1796087"/>
                <a:gd name="connsiteX280" fmla="*/ 2167759 w 2290556"/>
                <a:gd name="connsiteY280" fmla="*/ 674946 h 1796087"/>
                <a:gd name="connsiteX281" fmla="*/ 2165302 w 2290556"/>
                <a:gd name="connsiteY281" fmla="*/ 673062 h 1796087"/>
                <a:gd name="connsiteX282" fmla="*/ 2162846 w 2290556"/>
                <a:gd name="connsiteY282" fmla="*/ 674811 h 1796087"/>
                <a:gd name="connsiteX283" fmla="*/ 2162542 w 2290556"/>
                <a:gd name="connsiteY283" fmla="*/ 677704 h 1796087"/>
                <a:gd name="connsiteX284" fmla="*/ 2161668 w 2290556"/>
                <a:gd name="connsiteY284" fmla="*/ 680900 h 1796087"/>
                <a:gd name="connsiteX285" fmla="*/ 2158908 w 2290556"/>
                <a:gd name="connsiteY285" fmla="*/ 682044 h 1796087"/>
                <a:gd name="connsiteX286" fmla="*/ 2154398 w 2290556"/>
                <a:gd name="connsiteY286" fmla="*/ 679285 h 1796087"/>
                <a:gd name="connsiteX287" fmla="*/ 2154701 w 2290556"/>
                <a:gd name="connsiteY287" fmla="*/ 676527 h 1796087"/>
                <a:gd name="connsiteX288" fmla="*/ 2155711 w 2290556"/>
                <a:gd name="connsiteY288" fmla="*/ 673634 h 1796087"/>
                <a:gd name="connsiteX289" fmla="*/ 2155711 w 2290556"/>
                <a:gd name="connsiteY289" fmla="*/ 667982 h 1796087"/>
                <a:gd name="connsiteX290" fmla="*/ 2152951 w 2290556"/>
                <a:gd name="connsiteY290" fmla="*/ 666401 h 1796087"/>
                <a:gd name="connsiteX291" fmla="*/ 2150763 w 2290556"/>
                <a:gd name="connsiteY291" fmla="*/ 665829 h 1796087"/>
                <a:gd name="connsiteX292" fmla="*/ 2148004 w 2290556"/>
                <a:gd name="connsiteY292" fmla="*/ 665257 h 1796087"/>
                <a:gd name="connsiteX293" fmla="*/ 2145110 w 2290556"/>
                <a:gd name="connsiteY293" fmla="*/ 665123 h 1796087"/>
                <a:gd name="connsiteX294" fmla="*/ 2142922 w 2290556"/>
                <a:gd name="connsiteY294" fmla="*/ 666704 h 1796087"/>
                <a:gd name="connsiteX295" fmla="*/ 2142619 w 2290556"/>
                <a:gd name="connsiteY295" fmla="*/ 668722 h 1796087"/>
                <a:gd name="connsiteX296" fmla="*/ 2146388 w 2290556"/>
                <a:gd name="connsiteY296" fmla="*/ 672187 h 1796087"/>
                <a:gd name="connsiteX297" fmla="*/ 2147095 w 2290556"/>
                <a:gd name="connsiteY297" fmla="*/ 672490 h 1796087"/>
                <a:gd name="connsiteX298" fmla="*/ 2146086 w 2290556"/>
                <a:gd name="connsiteY298" fmla="*/ 675820 h 1796087"/>
                <a:gd name="connsiteX299" fmla="*/ 2144941 w 2290556"/>
                <a:gd name="connsiteY299" fmla="*/ 678713 h 1796087"/>
                <a:gd name="connsiteX300" fmla="*/ 2143932 w 2290556"/>
                <a:gd name="connsiteY300" fmla="*/ 679588 h 1796087"/>
                <a:gd name="connsiteX301" fmla="*/ 2140869 w 2290556"/>
                <a:gd name="connsiteY301" fmla="*/ 679722 h 1796087"/>
                <a:gd name="connsiteX302" fmla="*/ 2137672 w 2290556"/>
                <a:gd name="connsiteY302" fmla="*/ 679722 h 1796087"/>
                <a:gd name="connsiteX303" fmla="*/ 2134912 w 2290556"/>
                <a:gd name="connsiteY303" fmla="*/ 680093 h 1796087"/>
                <a:gd name="connsiteX304" fmla="*/ 2133028 w 2290556"/>
                <a:gd name="connsiteY304" fmla="*/ 682346 h 1796087"/>
                <a:gd name="connsiteX305" fmla="*/ 2133028 w 2290556"/>
                <a:gd name="connsiteY305" fmla="*/ 685677 h 1796087"/>
                <a:gd name="connsiteX306" fmla="*/ 2134475 w 2290556"/>
                <a:gd name="connsiteY306" fmla="*/ 689579 h 1796087"/>
                <a:gd name="connsiteX307" fmla="*/ 2131849 w 2290556"/>
                <a:gd name="connsiteY307" fmla="*/ 692606 h 1796087"/>
                <a:gd name="connsiteX308" fmla="*/ 2131547 w 2290556"/>
                <a:gd name="connsiteY308" fmla="*/ 694793 h 1796087"/>
                <a:gd name="connsiteX309" fmla="*/ 2127205 w 2290556"/>
                <a:gd name="connsiteY309" fmla="*/ 695365 h 1796087"/>
                <a:gd name="connsiteX310" fmla="*/ 2124580 w 2290556"/>
                <a:gd name="connsiteY310" fmla="*/ 695668 h 1796087"/>
                <a:gd name="connsiteX311" fmla="*/ 2117782 w 2290556"/>
                <a:gd name="connsiteY311" fmla="*/ 695970 h 1796087"/>
                <a:gd name="connsiteX312" fmla="*/ 2114753 w 2290556"/>
                <a:gd name="connsiteY312" fmla="*/ 694827 h 1796087"/>
                <a:gd name="connsiteX313" fmla="*/ 2113440 w 2290556"/>
                <a:gd name="connsiteY313" fmla="*/ 693246 h 1796087"/>
                <a:gd name="connsiteX314" fmla="*/ 2113138 w 2290556"/>
                <a:gd name="connsiteY314" fmla="*/ 690790 h 1796087"/>
                <a:gd name="connsiteX315" fmla="*/ 2111825 w 2290556"/>
                <a:gd name="connsiteY315" fmla="*/ 687762 h 1796087"/>
                <a:gd name="connsiteX316" fmla="*/ 2110815 w 2290556"/>
                <a:gd name="connsiteY316" fmla="*/ 686316 h 1796087"/>
                <a:gd name="connsiteX317" fmla="*/ 2108359 w 2290556"/>
                <a:gd name="connsiteY317" fmla="*/ 685307 h 1796087"/>
                <a:gd name="connsiteX318" fmla="*/ 2108493 w 2290556"/>
                <a:gd name="connsiteY318" fmla="*/ 683423 h 1796087"/>
                <a:gd name="connsiteX319" fmla="*/ 2108931 w 2290556"/>
                <a:gd name="connsiteY319" fmla="*/ 680530 h 1796087"/>
                <a:gd name="connsiteX320" fmla="*/ 2107921 w 2290556"/>
                <a:gd name="connsiteY320" fmla="*/ 678343 h 1796087"/>
                <a:gd name="connsiteX321" fmla="*/ 2106912 w 2290556"/>
                <a:gd name="connsiteY321" fmla="*/ 678041 h 1796087"/>
                <a:gd name="connsiteX322" fmla="*/ 2105599 w 2290556"/>
                <a:gd name="connsiteY322" fmla="*/ 678612 h 1796087"/>
                <a:gd name="connsiteX323" fmla="*/ 2098363 w 2290556"/>
                <a:gd name="connsiteY323" fmla="*/ 678478 h 1796087"/>
                <a:gd name="connsiteX324" fmla="*/ 2096344 w 2290556"/>
                <a:gd name="connsiteY324" fmla="*/ 675147 h 1796087"/>
                <a:gd name="connsiteX325" fmla="*/ 2097219 w 2290556"/>
                <a:gd name="connsiteY325" fmla="*/ 671245 h 1796087"/>
                <a:gd name="connsiteX326" fmla="*/ 2098969 w 2290556"/>
                <a:gd name="connsiteY326" fmla="*/ 668352 h 1796087"/>
                <a:gd name="connsiteX327" fmla="*/ 2100988 w 2290556"/>
                <a:gd name="connsiteY327" fmla="*/ 666906 h 1796087"/>
                <a:gd name="connsiteX328" fmla="*/ 2104758 w 2290556"/>
                <a:gd name="connsiteY328" fmla="*/ 663273 h 1796087"/>
                <a:gd name="connsiteX329" fmla="*/ 2101426 w 2290556"/>
                <a:gd name="connsiteY329" fmla="*/ 661086 h 1796087"/>
                <a:gd name="connsiteX330" fmla="*/ 2094628 w 2290556"/>
                <a:gd name="connsiteY330" fmla="*/ 660649 h 1796087"/>
                <a:gd name="connsiteX331" fmla="*/ 2092474 w 2290556"/>
                <a:gd name="connsiteY331" fmla="*/ 658328 h 1796087"/>
                <a:gd name="connsiteX332" fmla="*/ 2088570 w 2290556"/>
                <a:gd name="connsiteY332" fmla="*/ 657016 h 1796087"/>
                <a:gd name="connsiteX333" fmla="*/ 2083219 w 2290556"/>
                <a:gd name="connsiteY333" fmla="*/ 657318 h 1796087"/>
                <a:gd name="connsiteX334" fmla="*/ 2076387 w 2290556"/>
                <a:gd name="connsiteY334" fmla="*/ 654997 h 1796087"/>
                <a:gd name="connsiteX335" fmla="*/ 2074502 w 2290556"/>
                <a:gd name="connsiteY335" fmla="*/ 652542 h 1796087"/>
                <a:gd name="connsiteX336" fmla="*/ 2067839 w 2290556"/>
                <a:gd name="connsiteY336" fmla="*/ 646318 h 1796087"/>
                <a:gd name="connsiteX337" fmla="*/ 2066526 w 2290556"/>
                <a:gd name="connsiteY337" fmla="*/ 643291 h 1796087"/>
                <a:gd name="connsiteX338" fmla="*/ 2065516 w 2290556"/>
                <a:gd name="connsiteY338" fmla="*/ 640263 h 1796087"/>
                <a:gd name="connsiteX339" fmla="*/ 2065651 w 2290556"/>
                <a:gd name="connsiteY339" fmla="*/ 636496 h 1796087"/>
                <a:gd name="connsiteX340" fmla="*/ 2066795 w 2290556"/>
                <a:gd name="connsiteY340" fmla="*/ 632593 h 1796087"/>
                <a:gd name="connsiteX341" fmla="*/ 2066930 w 2290556"/>
                <a:gd name="connsiteY341" fmla="*/ 631853 h 1796087"/>
                <a:gd name="connsiteX342" fmla="*/ 2068680 w 2290556"/>
                <a:gd name="connsiteY342" fmla="*/ 627514 h 1796087"/>
                <a:gd name="connsiteX343" fmla="*/ 2069824 w 2290556"/>
                <a:gd name="connsiteY343" fmla="*/ 622737 h 1796087"/>
                <a:gd name="connsiteX344" fmla="*/ 2069387 w 2290556"/>
                <a:gd name="connsiteY344" fmla="*/ 619272 h 1796087"/>
                <a:gd name="connsiteX345" fmla="*/ 2069959 w 2290556"/>
                <a:gd name="connsiteY345" fmla="*/ 614933 h 1796087"/>
                <a:gd name="connsiteX346" fmla="*/ 2074603 w 2290556"/>
                <a:gd name="connsiteY346" fmla="*/ 613049 h 1796087"/>
                <a:gd name="connsiteX347" fmla="*/ 2080829 w 2290556"/>
                <a:gd name="connsiteY347" fmla="*/ 607835 h 1796087"/>
                <a:gd name="connsiteX348" fmla="*/ 2084295 w 2290556"/>
                <a:gd name="connsiteY348" fmla="*/ 604201 h 1796087"/>
                <a:gd name="connsiteX349" fmla="*/ 2089377 w 2290556"/>
                <a:gd name="connsiteY349" fmla="*/ 600131 h 1796087"/>
                <a:gd name="connsiteX350" fmla="*/ 2095166 w 2290556"/>
                <a:gd name="connsiteY350" fmla="*/ 595220 h 1796087"/>
                <a:gd name="connsiteX351" fmla="*/ 2099373 w 2290556"/>
                <a:gd name="connsiteY351" fmla="*/ 592024 h 1796087"/>
                <a:gd name="connsiteX352" fmla="*/ 2102267 w 2290556"/>
                <a:gd name="connsiteY352" fmla="*/ 589266 h 1796087"/>
                <a:gd name="connsiteX353" fmla="*/ 2105296 w 2290556"/>
                <a:gd name="connsiteY353" fmla="*/ 587079 h 1796087"/>
                <a:gd name="connsiteX354" fmla="*/ 2109200 w 2290556"/>
                <a:gd name="connsiteY354" fmla="*/ 584489 h 1796087"/>
                <a:gd name="connsiteX355" fmla="*/ 2111825 w 2290556"/>
                <a:gd name="connsiteY355" fmla="*/ 580856 h 1796087"/>
                <a:gd name="connsiteX356" fmla="*/ 2115292 w 2290556"/>
                <a:gd name="connsiteY356" fmla="*/ 578972 h 1796087"/>
                <a:gd name="connsiteX357" fmla="*/ 2118489 w 2290556"/>
                <a:gd name="connsiteY357" fmla="*/ 579544 h 1796087"/>
                <a:gd name="connsiteX358" fmla="*/ 2121080 w 2290556"/>
                <a:gd name="connsiteY358" fmla="*/ 579241 h 1796087"/>
                <a:gd name="connsiteX359" fmla="*/ 2123672 w 2290556"/>
                <a:gd name="connsiteY359" fmla="*/ 577357 h 1796087"/>
                <a:gd name="connsiteX360" fmla="*/ 2124244 w 2290556"/>
                <a:gd name="connsiteY360" fmla="*/ 574901 h 1796087"/>
                <a:gd name="connsiteX361" fmla="*/ 2124681 w 2290556"/>
                <a:gd name="connsiteY361" fmla="*/ 571436 h 1796087"/>
                <a:gd name="connsiteX362" fmla="*/ 2124950 w 2290556"/>
                <a:gd name="connsiteY362" fmla="*/ 570696 h 1796087"/>
                <a:gd name="connsiteX363" fmla="*/ 2126263 w 2290556"/>
                <a:gd name="connsiteY363" fmla="*/ 567063 h 1796087"/>
                <a:gd name="connsiteX364" fmla="*/ 2126835 w 2290556"/>
                <a:gd name="connsiteY364" fmla="*/ 564170 h 1796087"/>
                <a:gd name="connsiteX365" fmla="*/ 2127542 w 2290556"/>
                <a:gd name="connsiteY365" fmla="*/ 562724 h 1796087"/>
                <a:gd name="connsiteX366" fmla="*/ 2128417 w 2290556"/>
                <a:gd name="connsiteY366" fmla="*/ 559528 h 1796087"/>
                <a:gd name="connsiteX367" fmla="*/ 2130167 w 2290556"/>
                <a:gd name="connsiteY367" fmla="*/ 557779 h 1796087"/>
                <a:gd name="connsiteX368" fmla="*/ 2134508 w 2290556"/>
                <a:gd name="connsiteY368" fmla="*/ 555895 h 1796087"/>
                <a:gd name="connsiteX369" fmla="*/ 2137268 w 2290556"/>
                <a:gd name="connsiteY369" fmla="*/ 554886 h 1796087"/>
                <a:gd name="connsiteX370" fmla="*/ 2139287 w 2290556"/>
                <a:gd name="connsiteY370" fmla="*/ 554011 h 1796087"/>
                <a:gd name="connsiteX371" fmla="*/ 2142316 w 2290556"/>
                <a:gd name="connsiteY371" fmla="*/ 551993 h 1796087"/>
                <a:gd name="connsiteX372" fmla="*/ 2145951 w 2290556"/>
                <a:gd name="connsiteY372" fmla="*/ 548797 h 1796087"/>
                <a:gd name="connsiteX373" fmla="*/ 2149283 w 2290556"/>
                <a:gd name="connsiteY373" fmla="*/ 545164 h 1796087"/>
                <a:gd name="connsiteX374" fmla="*/ 2151033 w 2290556"/>
                <a:gd name="connsiteY374" fmla="*/ 542977 h 1796087"/>
                <a:gd name="connsiteX375" fmla="*/ 2152042 w 2290556"/>
                <a:gd name="connsiteY375" fmla="*/ 541228 h 1796087"/>
                <a:gd name="connsiteX376" fmla="*/ 2154499 w 2290556"/>
                <a:gd name="connsiteY376" fmla="*/ 537023 h 1796087"/>
                <a:gd name="connsiteX377" fmla="*/ 2155643 w 2290556"/>
                <a:gd name="connsiteY377" fmla="*/ 534567 h 1796087"/>
                <a:gd name="connsiteX378" fmla="*/ 2154768 w 2290556"/>
                <a:gd name="connsiteY378" fmla="*/ 531372 h 1796087"/>
                <a:gd name="connsiteX379" fmla="*/ 2158538 w 2290556"/>
                <a:gd name="connsiteY379" fmla="*/ 526595 h 1796087"/>
                <a:gd name="connsiteX380" fmla="*/ 2160692 w 2290556"/>
                <a:gd name="connsiteY380" fmla="*/ 523567 h 1796087"/>
                <a:gd name="connsiteX381" fmla="*/ 2162879 w 2290556"/>
                <a:gd name="connsiteY381" fmla="*/ 519497 h 1796087"/>
                <a:gd name="connsiteX382" fmla="*/ 2167658 w 2290556"/>
                <a:gd name="connsiteY382" fmla="*/ 516301 h 1796087"/>
                <a:gd name="connsiteX383" fmla="*/ 2170552 w 2290556"/>
                <a:gd name="connsiteY383" fmla="*/ 514855 h 1796087"/>
                <a:gd name="connsiteX384" fmla="*/ 2172437 w 2290556"/>
                <a:gd name="connsiteY384" fmla="*/ 512096 h 1796087"/>
                <a:gd name="connsiteX385" fmla="*/ 2173177 w 2290556"/>
                <a:gd name="connsiteY385" fmla="*/ 510952 h 1796087"/>
                <a:gd name="connsiteX386" fmla="*/ 2173750 w 2290556"/>
                <a:gd name="connsiteY386" fmla="*/ 507488 h 1796087"/>
                <a:gd name="connsiteX387" fmla="*/ 2174456 w 2290556"/>
                <a:gd name="connsiteY387" fmla="*/ 505604 h 1796087"/>
                <a:gd name="connsiteX388" fmla="*/ 2177923 w 2290556"/>
                <a:gd name="connsiteY388" fmla="*/ 503585 h 1796087"/>
                <a:gd name="connsiteX389" fmla="*/ 2180682 w 2290556"/>
                <a:gd name="connsiteY389" fmla="*/ 501836 h 1796087"/>
                <a:gd name="connsiteX390" fmla="*/ 2183576 w 2290556"/>
                <a:gd name="connsiteY390" fmla="*/ 500961 h 1796087"/>
                <a:gd name="connsiteX391" fmla="*/ 2185159 w 2290556"/>
                <a:gd name="connsiteY391" fmla="*/ 499515 h 1796087"/>
                <a:gd name="connsiteX392" fmla="*/ 2186471 w 2290556"/>
                <a:gd name="connsiteY392" fmla="*/ 496487 h 1796087"/>
                <a:gd name="connsiteX393" fmla="*/ 2186909 w 2290556"/>
                <a:gd name="connsiteY393" fmla="*/ 495175 h 1796087"/>
                <a:gd name="connsiteX394" fmla="*/ 2185461 w 2290556"/>
                <a:gd name="connsiteY394" fmla="*/ 491845 h 1796087"/>
                <a:gd name="connsiteX395" fmla="*/ 2185596 w 2290556"/>
                <a:gd name="connsiteY395" fmla="*/ 488380 h 1796087"/>
                <a:gd name="connsiteX396" fmla="*/ 2187043 w 2290556"/>
                <a:gd name="connsiteY396" fmla="*/ 485184 h 1796087"/>
                <a:gd name="connsiteX397" fmla="*/ 2189634 w 2290556"/>
                <a:gd name="connsiteY397" fmla="*/ 482426 h 1796087"/>
                <a:gd name="connsiteX398" fmla="*/ 2193404 w 2290556"/>
                <a:gd name="connsiteY398" fmla="*/ 486934 h 1796087"/>
                <a:gd name="connsiteX399" fmla="*/ 2195423 w 2290556"/>
                <a:gd name="connsiteY399" fmla="*/ 489961 h 1796087"/>
                <a:gd name="connsiteX400" fmla="*/ 2197745 w 2290556"/>
                <a:gd name="connsiteY400" fmla="*/ 491711 h 1796087"/>
                <a:gd name="connsiteX401" fmla="*/ 2198183 w 2290556"/>
                <a:gd name="connsiteY401" fmla="*/ 495344 h 1796087"/>
                <a:gd name="connsiteX402" fmla="*/ 2197611 w 2290556"/>
                <a:gd name="connsiteY402" fmla="*/ 498405 h 1796087"/>
                <a:gd name="connsiteX403" fmla="*/ 2197173 w 2290556"/>
                <a:gd name="connsiteY403" fmla="*/ 499986 h 1796087"/>
                <a:gd name="connsiteX404" fmla="*/ 2196736 w 2290556"/>
                <a:gd name="connsiteY404" fmla="*/ 501870 h 1796087"/>
                <a:gd name="connsiteX405" fmla="*/ 2197005 w 2290556"/>
                <a:gd name="connsiteY405" fmla="*/ 503451 h 1796087"/>
                <a:gd name="connsiteX406" fmla="*/ 2197139 w 2290556"/>
                <a:gd name="connsiteY406" fmla="*/ 507218 h 1796087"/>
                <a:gd name="connsiteX407" fmla="*/ 2197712 w 2290556"/>
                <a:gd name="connsiteY407" fmla="*/ 508530 h 1796087"/>
                <a:gd name="connsiteX408" fmla="*/ 2200337 w 2290556"/>
                <a:gd name="connsiteY408" fmla="*/ 511423 h 1796087"/>
                <a:gd name="connsiteX409" fmla="*/ 2202356 w 2290556"/>
                <a:gd name="connsiteY409" fmla="*/ 514182 h 1796087"/>
                <a:gd name="connsiteX410" fmla="*/ 2205250 w 2290556"/>
                <a:gd name="connsiteY410" fmla="*/ 516637 h 1796087"/>
                <a:gd name="connsiteX411" fmla="*/ 2207707 w 2290556"/>
                <a:gd name="connsiteY411" fmla="*/ 517344 h 1796087"/>
                <a:gd name="connsiteX412" fmla="*/ 2209289 w 2290556"/>
                <a:gd name="connsiteY412" fmla="*/ 518521 h 1796087"/>
                <a:gd name="connsiteX413" fmla="*/ 2211173 w 2290556"/>
                <a:gd name="connsiteY413" fmla="*/ 519833 h 1796087"/>
                <a:gd name="connsiteX414" fmla="*/ 2211039 w 2290556"/>
                <a:gd name="connsiteY414" fmla="*/ 522861 h 1796087"/>
                <a:gd name="connsiteX415" fmla="*/ 2210029 w 2290556"/>
                <a:gd name="connsiteY415" fmla="*/ 524005 h 1796087"/>
                <a:gd name="connsiteX416" fmla="*/ 2210164 w 2290556"/>
                <a:gd name="connsiteY416" fmla="*/ 525888 h 1796087"/>
                <a:gd name="connsiteX417" fmla="*/ 2211039 w 2290556"/>
                <a:gd name="connsiteY417" fmla="*/ 527907 h 1796087"/>
                <a:gd name="connsiteX418" fmla="*/ 2212183 w 2290556"/>
                <a:gd name="connsiteY418" fmla="*/ 530800 h 1796087"/>
                <a:gd name="connsiteX419" fmla="*/ 2213765 w 2290556"/>
                <a:gd name="connsiteY419" fmla="*/ 533827 h 1796087"/>
                <a:gd name="connsiteX420" fmla="*/ 2215078 w 2290556"/>
                <a:gd name="connsiteY420" fmla="*/ 536283 h 1796087"/>
                <a:gd name="connsiteX421" fmla="*/ 2217972 w 2290556"/>
                <a:gd name="connsiteY421" fmla="*/ 537595 h 1796087"/>
                <a:gd name="connsiteX422" fmla="*/ 2218678 w 2290556"/>
                <a:gd name="connsiteY422" fmla="*/ 534399 h 1796087"/>
                <a:gd name="connsiteX423" fmla="*/ 2218544 w 2290556"/>
                <a:gd name="connsiteY423" fmla="*/ 530497 h 1796087"/>
                <a:gd name="connsiteX424" fmla="*/ 2218544 w 2290556"/>
                <a:gd name="connsiteY424" fmla="*/ 526729 h 1796087"/>
                <a:gd name="connsiteX425" fmla="*/ 2218981 w 2290556"/>
                <a:gd name="connsiteY425" fmla="*/ 522962 h 1796087"/>
                <a:gd name="connsiteX426" fmla="*/ 2217972 w 2290556"/>
                <a:gd name="connsiteY426" fmla="*/ 520203 h 1796087"/>
                <a:gd name="connsiteX427" fmla="*/ 2215953 w 2290556"/>
                <a:gd name="connsiteY427" fmla="*/ 516570 h 1796087"/>
                <a:gd name="connsiteX428" fmla="*/ 2215818 w 2290556"/>
                <a:gd name="connsiteY428" fmla="*/ 513240 h 1796087"/>
                <a:gd name="connsiteX429" fmla="*/ 2218847 w 2290556"/>
                <a:gd name="connsiteY429" fmla="*/ 511491 h 1796087"/>
                <a:gd name="connsiteX430" fmla="*/ 2219991 w 2290556"/>
                <a:gd name="connsiteY430" fmla="*/ 508732 h 1796087"/>
                <a:gd name="connsiteX431" fmla="*/ 2216659 w 2290556"/>
                <a:gd name="connsiteY431" fmla="*/ 508026 h 1796087"/>
                <a:gd name="connsiteX432" fmla="*/ 2215044 w 2290556"/>
                <a:gd name="connsiteY432" fmla="*/ 505267 h 1796087"/>
                <a:gd name="connsiteX433" fmla="*/ 2213899 w 2290556"/>
                <a:gd name="connsiteY433" fmla="*/ 500760 h 1796087"/>
                <a:gd name="connsiteX434" fmla="*/ 2212318 w 2290556"/>
                <a:gd name="connsiteY434" fmla="*/ 497867 h 1796087"/>
                <a:gd name="connsiteX435" fmla="*/ 2212587 w 2290556"/>
                <a:gd name="connsiteY435" fmla="*/ 490466 h 1796087"/>
                <a:gd name="connsiteX436" fmla="*/ 2213024 w 2290556"/>
                <a:gd name="connsiteY436" fmla="*/ 488279 h 1796087"/>
                <a:gd name="connsiteX437" fmla="*/ 2212721 w 2290556"/>
                <a:gd name="connsiteY437" fmla="*/ 485252 h 1796087"/>
                <a:gd name="connsiteX438" fmla="*/ 2212284 w 2290556"/>
                <a:gd name="connsiteY438" fmla="*/ 482628 h 1796087"/>
                <a:gd name="connsiteX439" fmla="*/ 2212419 w 2290556"/>
                <a:gd name="connsiteY439" fmla="*/ 480744 h 1796087"/>
                <a:gd name="connsiteX440" fmla="*/ 2215313 w 2290556"/>
                <a:gd name="connsiteY440" fmla="*/ 476842 h 1796087"/>
                <a:gd name="connsiteX441" fmla="*/ 2217501 w 2290556"/>
                <a:gd name="connsiteY441" fmla="*/ 475530 h 1796087"/>
                <a:gd name="connsiteX442" fmla="*/ 2218376 w 2290556"/>
                <a:gd name="connsiteY442" fmla="*/ 468129 h 1796087"/>
                <a:gd name="connsiteX443" fmla="*/ 2217198 w 2290556"/>
                <a:gd name="connsiteY443" fmla="*/ 462040 h 1796087"/>
                <a:gd name="connsiteX444" fmla="*/ 2216323 w 2290556"/>
                <a:gd name="connsiteY444" fmla="*/ 457398 h 1796087"/>
                <a:gd name="connsiteX445" fmla="*/ 2216625 w 2290556"/>
                <a:gd name="connsiteY445" fmla="*/ 453193 h 1796087"/>
                <a:gd name="connsiteX446" fmla="*/ 2217198 w 2290556"/>
                <a:gd name="connsiteY446" fmla="*/ 447676 h 1796087"/>
                <a:gd name="connsiteX447" fmla="*/ 2217635 w 2290556"/>
                <a:gd name="connsiteY447" fmla="*/ 445221 h 1796087"/>
                <a:gd name="connsiteX448" fmla="*/ 2219654 w 2290556"/>
                <a:gd name="connsiteY448" fmla="*/ 442630 h 1796087"/>
                <a:gd name="connsiteX449" fmla="*/ 2222986 w 2290556"/>
                <a:gd name="connsiteY449" fmla="*/ 440309 h 1796087"/>
                <a:gd name="connsiteX450" fmla="*/ 2223558 w 2290556"/>
                <a:gd name="connsiteY450" fmla="*/ 439300 h 1796087"/>
                <a:gd name="connsiteX451" fmla="*/ 2224299 w 2290556"/>
                <a:gd name="connsiteY451" fmla="*/ 436104 h 1796087"/>
                <a:gd name="connsiteX452" fmla="*/ 2225443 w 2290556"/>
                <a:gd name="connsiteY452" fmla="*/ 433077 h 1796087"/>
                <a:gd name="connsiteX453" fmla="*/ 2226318 w 2290556"/>
                <a:gd name="connsiteY453" fmla="*/ 429612 h 1796087"/>
                <a:gd name="connsiteX454" fmla="*/ 2225005 w 2290556"/>
                <a:gd name="connsiteY454" fmla="*/ 426281 h 1796087"/>
                <a:gd name="connsiteX455" fmla="*/ 2222414 w 2290556"/>
                <a:gd name="connsiteY455" fmla="*/ 423086 h 1796087"/>
                <a:gd name="connsiteX456" fmla="*/ 2222414 w 2290556"/>
                <a:gd name="connsiteY456" fmla="*/ 419621 h 1796087"/>
                <a:gd name="connsiteX457" fmla="*/ 2223996 w 2290556"/>
                <a:gd name="connsiteY457" fmla="*/ 413667 h 1796087"/>
                <a:gd name="connsiteX458" fmla="*/ 2228909 w 2290556"/>
                <a:gd name="connsiteY458" fmla="*/ 410336 h 1796087"/>
                <a:gd name="connsiteX459" fmla="*/ 2233419 w 2290556"/>
                <a:gd name="connsiteY459" fmla="*/ 409024 h 1796087"/>
                <a:gd name="connsiteX460" fmla="*/ 2237491 w 2290556"/>
                <a:gd name="connsiteY460" fmla="*/ 409462 h 1796087"/>
                <a:gd name="connsiteX461" fmla="*/ 2241126 w 2290556"/>
                <a:gd name="connsiteY461" fmla="*/ 412220 h 1796087"/>
                <a:gd name="connsiteX462" fmla="*/ 2245467 w 2290556"/>
                <a:gd name="connsiteY462" fmla="*/ 414541 h 1796087"/>
                <a:gd name="connsiteX463" fmla="*/ 2249237 w 2290556"/>
                <a:gd name="connsiteY463" fmla="*/ 413969 h 1796087"/>
                <a:gd name="connsiteX464" fmla="*/ 2252266 w 2290556"/>
                <a:gd name="connsiteY464" fmla="*/ 411076 h 1796087"/>
                <a:gd name="connsiteX465" fmla="*/ 2255025 w 2290556"/>
                <a:gd name="connsiteY465" fmla="*/ 405290 h 1796087"/>
                <a:gd name="connsiteX466" fmla="*/ 2257482 w 2290556"/>
                <a:gd name="connsiteY466" fmla="*/ 399639 h 1796087"/>
                <a:gd name="connsiteX467" fmla="*/ 2255160 w 2290556"/>
                <a:gd name="connsiteY467" fmla="*/ 394122 h 1796087"/>
                <a:gd name="connsiteX468" fmla="*/ 2255597 w 2290556"/>
                <a:gd name="connsiteY468" fmla="*/ 390489 h 1796087"/>
                <a:gd name="connsiteX469" fmla="*/ 2256035 w 2290556"/>
                <a:gd name="connsiteY469" fmla="*/ 386721 h 1796087"/>
                <a:gd name="connsiteX470" fmla="*/ 2256170 w 2290556"/>
                <a:gd name="connsiteY470" fmla="*/ 383694 h 1796087"/>
                <a:gd name="connsiteX471" fmla="*/ 2254420 w 2290556"/>
                <a:gd name="connsiteY471" fmla="*/ 381103 h 1796087"/>
                <a:gd name="connsiteX472" fmla="*/ 2252973 w 2290556"/>
                <a:gd name="connsiteY472" fmla="*/ 377908 h 1796087"/>
                <a:gd name="connsiteX473" fmla="*/ 2254285 w 2290556"/>
                <a:gd name="connsiteY473" fmla="*/ 375889 h 1796087"/>
                <a:gd name="connsiteX474" fmla="*/ 2253847 w 2290556"/>
                <a:gd name="connsiteY474" fmla="*/ 374746 h 1796087"/>
                <a:gd name="connsiteX475" fmla="*/ 2252266 w 2290556"/>
                <a:gd name="connsiteY475" fmla="*/ 371415 h 1796087"/>
                <a:gd name="connsiteX476" fmla="*/ 2247487 w 2290556"/>
                <a:gd name="connsiteY476" fmla="*/ 367076 h 1796087"/>
                <a:gd name="connsiteX477" fmla="*/ 2244289 w 2290556"/>
                <a:gd name="connsiteY477" fmla="*/ 363308 h 1796087"/>
                <a:gd name="connsiteX478" fmla="*/ 2242405 w 2290556"/>
                <a:gd name="connsiteY478" fmla="*/ 358800 h 1796087"/>
                <a:gd name="connsiteX479" fmla="*/ 2243280 w 2290556"/>
                <a:gd name="connsiteY479" fmla="*/ 356345 h 1796087"/>
                <a:gd name="connsiteX480" fmla="*/ 2245467 w 2290556"/>
                <a:gd name="connsiteY480" fmla="*/ 354764 h 1796087"/>
                <a:gd name="connsiteX481" fmla="*/ 2248227 w 2290556"/>
                <a:gd name="connsiteY481" fmla="*/ 350996 h 1796087"/>
                <a:gd name="connsiteX482" fmla="*/ 2248362 w 2290556"/>
                <a:gd name="connsiteY482" fmla="*/ 348237 h 1796087"/>
                <a:gd name="connsiteX483" fmla="*/ 2245905 w 2290556"/>
                <a:gd name="connsiteY483" fmla="*/ 343898 h 1796087"/>
                <a:gd name="connsiteX484" fmla="*/ 2245333 w 2290556"/>
                <a:gd name="connsiteY484" fmla="*/ 339390 h 1796087"/>
                <a:gd name="connsiteX485" fmla="*/ 2242741 w 2290556"/>
                <a:gd name="connsiteY485" fmla="*/ 331149 h 1796087"/>
                <a:gd name="connsiteX486" fmla="*/ 2242876 w 2290556"/>
                <a:gd name="connsiteY486" fmla="*/ 326641 h 1796087"/>
                <a:gd name="connsiteX487" fmla="*/ 2244188 w 2290556"/>
                <a:gd name="connsiteY487" fmla="*/ 322167 h 1796087"/>
                <a:gd name="connsiteX488" fmla="*/ 2245636 w 2290556"/>
                <a:gd name="connsiteY488" fmla="*/ 319274 h 1796087"/>
                <a:gd name="connsiteX489" fmla="*/ 2248227 w 2290556"/>
                <a:gd name="connsiteY489" fmla="*/ 315069 h 1796087"/>
                <a:gd name="connsiteX490" fmla="*/ 2247520 w 2290556"/>
                <a:gd name="connsiteY490" fmla="*/ 311873 h 1796087"/>
                <a:gd name="connsiteX491" fmla="*/ 2246948 w 2290556"/>
                <a:gd name="connsiteY491" fmla="*/ 307399 h 1796087"/>
                <a:gd name="connsiteX492" fmla="*/ 2248092 w 2290556"/>
                <a:gd name="connsiteY492" fmla="*/ 303631 h 1796087"/>
                <a:gd name="connsiteX493" fmla="*/ 2250987 w 2290556"/>
                <a:gd name="connsiteY493" fmla="*/ 301310 h 1796087"/>
                <a:gd name="connsiteX494" fmla="*/ 2254016 w 2290556"/>
                <a:gd name="connsiteY494" fmla="*/ 297845 h 1796087"/>
                <a:gd name="connsiteX495" fmla="*/ 2256910 w 2290556"/>
                <a:gd name="connsiteY495" fmla="*/ 290478 h 1796087"/>
                <a:gd name="connsiteX496" fmla="*/ 2257650 w 2290556"/>
                <a:gd name="connsiteY496" fmla="*/ 288594 h 1796087"/>
                <a:gd name="connsiteX497" fmla="*/ 2258525 w 2290556"/>
                <a:gd name="connsiteY497" fmla="*/ 282808 h 1796087"/>
                <a:gd name="connsiteX498" fmla="*/ 2259973 w 2290556"/>
                <a:gd name="connsiteY498" fmla="*/ 276417 h 1796087"/>
                <a:gd name="connsiteX499" fmla="*/ 2259838 w 2290556"/>
                <a:gd name="connsiteY499" fmla="*/ 272515 h 1796087"/>
                <a:gd name="connsiteX500" fmla="*/ 2260578 w 2290556"/>
                <a:gd name="connsiteY500" fmla="*/ 267435 h 1796087"/>
                <a:gd name="connsiteX501" fmla="*/ 2264920 w 2290556"/>
                <a:gd name="connsiteY501" fmla="*/ 266729 h 1796087"/>
                <a:gd name="connsiteX502" fmla="*/ 2267242 w 2290556"/>
                <a:gd name="connsiteY502" fmla="*/ 265854 h 1796087"/>
                <a:gd name="connsiteX503" fmla="*/ 2272593 w 2290556"/>
                <a:gd name="connsiteY503" fmla="*/ 262961 h 1796087"/>
                <a:gd name="connsiteX504" fmla="*/ 2275218 w 2290556"/>
                <a:gd name="connsiteY504" fmla="*/ 259496 h 1796087"/>
                <a:gd name="connsiteX505" fmla="*/ 2278112 w 2290556"/>
                <a:gd name="connsiteY505" fmla="*/ 255426 h 1796087"/>
                <a:gd name="connsiteX506" fmla="*/ 2278415 w 2290556"/>
                <a:gd name="connsiteY506" fmla="*/ 248328 h 1796087"/>
                <a:gd name="connsiteX507" fmla="*/ 2277540 w 2290556"/>
                <a:gd name="connsiteY507" fmla="*/ 243416 h 1796087"/>
                <a:gd name="connsiteX508" fmla="*/ 2276968 w 2290556"/>
                <a:gd name="connsiteY508" fmla="*/ 241398 h 1796087"/>
                <a:gd name="connsiteX509" fmla="*/ 2275824 w 2290556"/>
                <a:gd name="connsiteY509" fmla="*/ 238808 h 1796087"/>
                <a:gd name="connsiteX510" fmla="*/ 2273232 w 2290556"/>
                <a:gd name="connsiteY510" fmla="*/ 235040 h 1796087"/>
                <a:gd name="connsiteX511" fmla="*/ 2271348 w 2290556"/>
                <a:gd name="connsiteY511" fmla="*/ 231272 h 1796087"/>
                <a:gd name="connsiteX512" fmla="*/ 2272660 w 2290556"/>
                <a:gd name="connsiteY512" fmla="*/ 228817 h 1796087"/>
                <a:gd name="connsiteX513" fmla="*/ 2277742 w 2290556"/>
                <a:gd name="connsiteY513" fmla="*/ 226933 h 1796087"/>
                <a:gd name="connsiteX514" fmla="*/ 2278045 w 2290556"/>
                <a:gd name="connsiteY514" fmla="*/ 225352 h 1796087"/>
                <a:gd name="connsiteX515" fmla="*/ 2279627 w 2290556"/>
                <a:gd name="connsiteY515" fmla="*/ 222593 h 1796087"/>
                <a:gd name="connsiteX516" fmla="*/ 2282252 w 2290556"/>
                <a:gd name="connsiteY516" fmla="*/ 221584 h 1796087"/>
                <a:gd name="connsiteX517" fmla="*/ 2284574 w 2290556"/>
                <a:gd name="connsiteY517" fmla="*/ 220272 h 1796087"/>
                <a:gd name="connsiteX518" fmla="*/ 2286896 w 2290556"/>
                <a:gd name="connsiteY518" fmla="*/ 218254 h 1796087"/>
                <a:gd name="connsiteX519" fmla="*/ 2288646 w 2290556"/>
                <a:gd name="connsiteY519" fmla="*/ 216067 h 1796087"/>
                <a:gd name="connsiteX520" fmla="*/ 2290531 w 2290556"/>
                <a:gd name="connsiteY520" fmla="*/ 213174 h 1796087"/>
                <a:gd name="connsiteX521" fmla="*/ 2290228 w 2290556"/>
                <a:gd name="connsiteY521" fmla="*/ 210147 h 1796087"/>
                <a:gd name="connsiteX522" fmla="*/ 2288478 w 2290556"/>
                <a:gd name="connsiteY522" fmla="*/ 207691 h 1796087"/>
                <a:gd name="connsiteX523" fmla="*/ 2287738 w 2290556"/>
                <a:gd name="connsiteY523" fmla="*/ 204798 h 1796087"/>
                <a:gd name="connsiteX524" fmla="*/ 2288310 w 2290556"/>
                <a:gd name="connsiteY524" fmla="*/ 201905 h 1796087"/>
                <a:gd name="connsiteX525" fmla="*/ 2289622 w 2290556"/>
                <a:gd name="connsiteY525" fmla="*/ 199719 h 1796087"/>
                <a:gd name="connsiteX526" fmla="*/ 2289622 w 2290556"/>
                <a:gd name="connsiteY526" fmla="*/ 196826 h 1796087"/>
                <a:gd name="connsiteX527" fmla="*/ 2287738 w 2290556"/>
                <a:gd name="connsiteY527" fmla="*/ 194807 h 1796087"/>
                <a:gd name="connsiteX528" fmla="*/ 2285988 w 2290556"/>
                <a:gd name="connsiteY528" fmla="*/ 193226 h 1796087"/>
                <a:gd name="connsiteX529" fmla="*/ 2283968 w 2290556"/>
                <a:gd name="connsiteY529" fmla="*/ 193529 h 1796087"/>
                <a:gd name="connsiteX530" fmla="*/ 2281646 w 2290556"/>
                <a:gd name="connsiteY530" fmla="*/ 194101 h 1796087"/>
                <a:gd name="connsiteX531" fmla="*/ 2278180 w 2290556"/>
                <a:gd name="connsiteY531" fmla="*/ 194673 h 1796087"/>
                <a:gd name="connsiteX532" fmla="*/ 2276733 w 2290556"/>
                <a:gd name="connsiteY532" fmla="*/ 192654 h 1796087"/>
                <a:gd name="connsiteX533" fmla="*/ 2275992 w 2290556"/>
                <a:gd name="connsiteY533" fmla="*/ 189627 h 1796087"/>
                <a:gd name="connsiteX534" fmla="*/ 2273536 w 2290556"/>
                <a:gd name="connsiteY534" fmla="*/ 186734 h 1796087"/>
                <a:gd name="connsiteX535" fmla="*/ 2270338 w 2290556"/>
                <a:gd name="connsiteY535" fmla="*/ 186162 h 1796087"/>
                <a:gd name="connsiteX536" fmla="*/ 2268150 w 2290556"/>
                <a:gd name="connsiteY536" fmla="*/ 186027 h 1796087"/>
                <a:gd name="connsiteX537" fmla="*/ 2266401 w 2290556"/>
                <a:gd name="connsiteY537" fmla="*/ 184009 h 1796087"/>
                <a:gd name="connsiteX538" fmla="*/ 2266704 w 2290556"/>
                <a:gd name="connsiteY538" fmla="*/ 181822 h 1796087"/>
                <a:gd name="connsiteX539" fmla="*/ 2266704 w 2290556"/>
                <a:gd name="connsiteY539" fmla="*/ 178626 h 1796087"/>
                <a:gd name="connsiteX540" fmla="*/ 2265324 w 2290556"/>
                <a:gd name="connsiteY540" fmla="*/ 177045 h 1796087"/>
                <a:gd name="connsiteX541" fmla="*/ 2263237 w 2290556"/>
                <a:gd name="connsiteY541" fmla="*/ 174018 h 1796087"/>
                <a:gd name="connsiteX542" fmla="*/ 2259468 w 2290556"/>
                <a:gd name="connsiteY542" fmla="*/ 168938 h 1796087"/>
                <a:gd name="connsiteX543" fmla="*/ 2255564 w 2290556"/>
                <a:gd name="connsiteY543" fmla="*/ 167492 h 1796087"/>
                <a:gd name="connsiteX544" fmla="*/ 2252232 w 2290556"/>
                <a:gd name="connsiteY544" fmla="*/ 166348 h 1796087"/>
                <a:gd name="connsiteX545" fmla="*/ 2249338 w 2290556"/>
                <a:gd name="connsiteY545" fmla="*/ 163320 h 1796087"/>
                <a:gd name="connsiteX546" fmla="*/ 2248766 w 2290556"/>
                <a:gd name="connsiteY546" fmla="*/ 159250 h 1796087"/>
                <a:gd name="connsiteX547" fmla="*/ 2247184 w 2290556"/>
                <a:gd name="connsiteY547" fmla="*/ 157938 h 1796087"/>
                <a:gd name="connsiteX548" fmla="*/ 2244155 w 2290556"/>
                <a:gd name="connsiteY548" fmla="*/ 155617 h 1796087"/>
                <a:gd name="connsiteX549" fmla="*/ 2243414 w 2290556"/>
                <a:gd name="connsiteY549" fmla="*/ 154877 h 1796087"/>
                <a:gd name="connsiteX550" fmla="*/ 2242102 w 2290556"/>
                <a:gd name="connsiteY550" fmla="*/ 152287 h 1796087"/>
                <a:gd name="connsiteX551" fmla="*/ 2240352 w 2290556"/>
                <a:gd name="connsiteY551" fmla="*/ 150268 h 1796087"/>
                <a:gd name="connsiteX552" fmla="*/ 2238333 w 2290556"/>
                <a:gd name="connsiteY552" fmla="*/ 149125 h 1796087"/>
                <a:gd name="connsiteX553" fmla="*/ 2235136 w 2290556"/>
                <a:gd name="connsiteY553" fmla="*/ 147543 h 1796087"/>
                <a:gd name="connsiteX554" fmla="*/ 2232679 w 2290556"/>
                <a:gd name="connsiteY554" fmla="*/ 145794 h 1796087"/>
                <a:gd name="connsiteX555" fmla="*/ 2229347 w 2290556"/>
                <a:gd name="connsiteY555" fmla="*/ 143910 h 1796087"/>
                <a:gd name="connsiteX556" fmla="*/ 2224130 w 2290556"/>
                <a:gd name="connsiteY556" fmla="*/ 142733 h 1796087"/>
                <a:gd name="connsiteX557" fmla="*/ 2222986 w 2290556"/>
                <a:gd name="connsiteY557" fmla="*/ 142733 h 1796087"/>
                <a:gd name="connsiteX558" fmla="*/ 2220530 w 2290556"/>
                <a:gd name="connsiteY558" fmla="*/ 144112 h 1796087"/>
                <a:gd name="connsiteX559" fmla="*/ 2217198 w 2290556"/>
                <a:gd name="connsiteY559" fmla="*/ 145491 h 1796087"/>
                <a:gd name="connsiteX560" fmla="*/ 2215144 w 2290556"/>
                <a:gd name="connsiteY560" fmla="*/ 143910 h 1796087"/>
                <a:gd name="connsiteX561" fmla="*/ 2215717 w 2290556"/>
                <a:gd name="connsiteY561" fmla="*/ 140715 h 1796087"/>
                <a:gd name="connsiteX562" fmla="*/ 2216154 w 2290556"/>
                <a:gd name="connsiteY562" fmla="*/ 137250 h 1796087"/>
                <a:gd name="connsiteX563" fmla="*/ 2213125 w 2290556"/>
                <a:gd name="connsiteY563" fmla="*/ 135231 h 1796087"/>
                <a:gd name="connsiteX564" fmla="*/ 2209491 w 2290556"/>
                <a:gd name="connsiteY564" fmla="*/ 135097 h 1796087"/>
                <a:gd name="connsiteX565" fmla="*/ 2208347 w 2290556"/>
                <a:gd name="connsiteY565" fmla="*/ 136543 h 1796087"/>
                <a:gd name="connsiteX566" fmla="*/ 2208784 w 2290556"/>
                <a:gd name="connsiteY566" fmla="*/ 138864 h 1796087"/>
                <a:gd name="connsiteX567" fmla="*/ 2210231 w 2290556"/>
                <a:gd name="connsiteY567" fmla="*/ 140883 h 1796087"/>
                <a:gd name="connsiteX568" fmla="*/ 2209524 w 2290556"/>
                <a:gd name="connsiteY568" fmla="*/ 143507 h 1796087"/>
                <a:gd name="connsiteX569" fmla="*/ 2209524 w 2290556"/>
                <a:gd name="connsiteY569" fmla="*/ 148149 h 1796087"/>
                <a:gd name="connsiteX570" fmla="*/ 2208784 w 2290556"/>
                <a:gd name="connsiteY570" fmla="*/ 150033 h 1796087"/>
                <a:gd name="connsiteX571" fmla="*/ 2208515 w 2290556"/>
                <a:gd name="connsiteY571" fmla="*/ 153363 h 1796087"/>
                <a:gd name="connsiteX572" fmla="*/ 2209390 w 2290556"/>
                <a:gd name="connsiteY572" fmla="*/ 154070 h 1796087"/>
                <a:gd name="connsiteX573" fmla="*/ 2209390 w 2290556"/>
                <a:gd name="connsiteY573" fmla="*/ 158274 h 1796087"/>
                <a:gd name="connsiteX574" fmla="*/ 2206866 w 2290556"/>
                <a:gd name="connsiteY574" fmla="*/ 160596 h 1796087"/>
                <a:gd name="connsiteX575" fmla="*/ 2204611 w 2290556"/>
                <a:gd name="connsiteY575" fmla="*/ 158005 h 1796087"/>
                <a:gd name="connsiteX576" fmla="*/ 2200269 w 2290556"/>
                <a:gd name="connsiteY576" fmla="*/ 158005 h 1796087"/>
                <a:gd name="connsiteX577" fmla="*/ 2198688 w 2290556"/>
                <a:gd name="connsiteY577" fmla="*/ 160024 h 1796087"/>
                <a:gd name="connsiteX578" fmla="*/ 2201716 w 2290556"/>
                <a:gd name="connsiteY578" fmla="*/ 165238 h 1796087"/>
                <a:gd name="connsiteX579" fmla="*/ 2198957 w 2290556"/>
                <a:gd name="connsiteY579" fmla="*/ 170317 h 1796087"/>
                <a:gd name="connsiteX580" fmla="*/ 2190846 w 2290556"/>
                <a:gd name="connsiteY580" fmla="*/ 173782 h 1796087"/>
                <a:gd name="connsiteX581" fmla="*/ 2188389 w 2290556"/>
                <a:gd name="connsiteY581" fmla="*/ 176675 h 1796087"/>
                <a:gd name="connsiteX582" fmla="*/ 2188154 w 2290556"/>
                <a:gd name="connsiteY582" fmla="*/ 179097 h 1796087"/>
                <a:gd name="connsiteX583" fmla="*/ 2188086 w 2290556"/>
                <a:gd name="connsiteY583" fmla="*/ 181015 h 1796087"/>
                <a:gd name="connsiteX584" fmla="*/ 2186336 w 2290556"/>
                <a:gd name="connsiteY584" fmla="*/ 183773 h 1796087"/>
                <a:gd name="connsiteX585" fmla="*/ 2183307 w 2290556"/>
                <a:gd name="connsiteY585" fmla="*/ 182461 h 1796087"/>
                <a:gd name="connsiteX586" fmla="*/ 2180548 w 2290556"/>
                <a:gd name="connsiteY586" fmla="*/ 180140 h 1796087"/>
                <a:gd name="connsiteX587" fmla="*/ 2177788 w 2290556"/>
                <a:gd name="connsiteY587" fmla="*/ 178122 h 1796087"/>
                <a:gd name="connsiteX588" fmla="*/ 2173581 w 2290556"/>
                <a:gd name="connsiteY588" fmla="*/ 176675 h 1796087"/>
                <a:gd name="connsiteX589" fmla="*/ 2170552 w 2290556"/>
                <a:gd name="connsiteY589" fmla="*/ 176978 h 1796087"/>
                <a:gd name="connsiteX590" fmla="*/ 2169374 w 2290556"/>
                <a:gd name="connsiteY590" fmla="*/ 181890 h 1796087"/>
                <a:gd name="connsiteX591" fmla="*/ 2169374 w 2290556"/>
                <a:gd name="connsiteY591" fmla="*/ 183471 h 1796087"/>
                <a:gd name="connsiteX592" fmla="*/ 2166345 w 2290556"/>
                <a:gd name="connsiteY592" fmla="*/ 189694 h 1796087"/>
                <a:gd name="connsiteX593" fmla="*/ 2164326 w 2290556"/>
                <a:gd name="connsiteY593" fmla="*/ 187676 h 1796087"/>
                <a:gd name="connsiteX594" fmla="*/ 2161432 w 2290556"/>
                <a:gd name="connsiteY594" fmla="*/ 190266 h 1796087"/>
                <a:gd name="connsiteX595" fmla="*/ 2159547 w 2290556"/>
                <a:gd name="connsiteY595" fmla="*/ 190703 h 1796087"/>
                <a:gd name="connsiteX596" fmla="*/ 2155475 w 2290556"/>
                <a:gd name="connsiteY596" fmla="*/ 190131 h 1796087"/>
                <a:gd name="connsiteX597" fmla="*/ 2155744 w 2290556"/>
                <a:gd name="connsiteY597" fmla="*/ 188113 h 1796087"/>
                <a:gd name="connsiteX598" fmla="*/ 2156047 w 2290556"/>
                <a:gd name="connsiteY598" fmla="*/ 186229 h 1796087"/>
                <a:gd name="connsiteX599" fmla="*/ 2149249 w 2290556"/>
                <a:gd name="connsiteY599" fmla="*/ 185489 h 1796087"/>
                <a:gd name="connsiteX600" fmla="*/ 2145614 w 2290556"/>
                <a:gd name="connsiteY600" fmla="*/ 186633 h 1796087"/>
                <a:gd name="connsiteX601" fmla="*/ 2144739 w 2290556"/>
                <a:gd name="connsiteY601" fmla="*/ 188651 h 1796087"/>
                <a:gd name="connsiteX602" fmla="*/ 2144167 w 2290556"/>
                <a:gd name="connsiteY602" fmla="*/ 191847 h 1796087"/>
                <a:gd name="connsiteX603" fmla="*/ 2142283 w 2290556"/>
                <a:gd name="connsiteY603" fmla="*/ 194471 h 1796087"/>
                <a:gd name="connsiteX604" fmla="*/ 2138076 w 2290556"/>
                <a:gd name="connsiteY604" fmla="*/ 194605 h 1796087"/>
                <a:gd name="connsiteX605" fmla="*/ 2136898 w 2290556"/>
                <a:gd name="connsiteY605" fmla="*/ 191712 h 1796087"/>
                <a:gd name="connsiteX606" fmla="*/ 2132826 w 2290556"/>
                <a:gd name="connsiteY606" fmla="*/ 191712 h 1796087"/>
                <a:gd name="connsiteX607" fmla="*/ 2130369 w 2290556"/>
                <a:gd name="connsiteY607" fmla="*/ 190838 h 1796087"/>
                <a:gd name="connsiteX608" fmla="*/ 2123705 w 2290556"/>
                <a:gd name="connsiteY608" fmla="*/ 190131 h 1796087"/>
                <a:gd name="connsiteX609" fmla="*/ 2120239 w 2290556"/>
                <a:gd name="connsiteY609" fmla="*/ 189559 h 1796087"/>
                <a:gd name="connsiteX610" fmla="*/ 2116032 w 2290556"/>
                <a:gd name="connsiteY610" fmla="*/ 187104 h 1796087"/>
                <a:gd name="connsiteX611" fmla="*/ 2111825 w 2290556"/>
                <a:gd name="connsiteY611" fmla="*/ 183773 h 1796087"/>
                <a:gd name="connsiteX612" fmla="*/ 2108493 w 2290556"/>
                <a:gd name="connsiteY612" fmla="*/ 179871 h 1796087"/>
                <a:gd name="connsiteX613" fmla="*/ 2106171 w 2290556"/>
                <a:gd name="connsiteY613" fmla="*/ 180578 h 1796087"/>
                <a:gd name="connsiteX614" fmla="*/ 2106608 w 2290556"/>
                <a:gd name="connsiteY614" fmla="*/ 185085 h 1796087"/>
                <a:gd name="connsiteX615" fmla="*/ 2107349 w 2290556"/>
                <a:gd name="connsiteY615" fmla="*/ 188281 h 1796087"/>
                <a:gd name="connsiteX616" fmla="*/ 2102873 w 2290556"/>
                <a:gd name="connsiteY616" fmla="*/ 190165 h 1796087"/>
                <a:gd name="connsiteX617" fmla="*/ 2101560 w 2290556"/>
                <a:gd name="connsiteY617" fmla="*/ 193495 h 1796087"/>
                <a:gd name="connsiteX618" fmla="*/ 2098363 w 2290556"/>
                <a:gd name="connsiteY618" fmla="*/ 197263 h 1796087"/>
                <a:gd name="connsiteX619" fmla="*/ 2092844 w 2290556"/>
                <a:gd name="connsiteY619" fmla="*/ 200728 h 1796087"/>
                <a:gd name="connsiteX620" fmla="*/ 2091531 w 2290556"/>
                <a:gd name="connsiteY620" fmla="*/ 203486 h 1796087"/>
                <a:gd name="connsiteX621" fmla="*/ 2085002 w 2290556"/>
                <a:gd name="connsiteY621" fmla="*/ 209138 h 1796087"/>
                <a:gd name="connsiteX622" fmla="*/ 2082815 w 2290556"/>
                <a:gd name="connsiteY622" fmla="*/ 205673 h 1796087"/>
                <a:gd name="connsiteX623" fmla="*/ 2078473 w 2290556"/>
                <a:gd name="connsiteY623" fmla="*/ 201771 h 1796087"/>
                <a:gd name="connsiteX624" fmla="*/ 2074670 w 2290556"/>
                <a:gd name="connsiteY624" fmla="*/ 202141 h 1796087"/>
                <a:gd name="connsiteX625" fmla="*/ 2068579 w 2290556"/>
                <a:gd name="connsiteY625" fmla="*/ 204865 h 1796087"/>
                <a:gd name="connsiteX626" fmla="*/ 2068579 w 2290556"/>
                <a:gd name="connsiteY626" fmla="*/ 199988 h 1796087"/>
                <a:gd name="connsiteX627" fmla="*/ 2063026 w 2290556"/>
                <a:gd name="connsiteY627" fmla="*/ 200425 h 1796087"/>
                <a:gd name="connsiteX628" fmla="*/ 2063026 w 2290556"/>
                <a:gd name="connsiteY628" fmla="*/ 198575 h 1796087"/>
                <a:gd name="connsiteX629" fmla="*/ 2060300 w 2290556"/>
                <a:gd name="connsiteY629" fmla="*/ 195211 h 1796087"/>
                <a:gd name="connsiteX630" fmla="*/ 2059088 w 2290556"/>
                <a:gd name="connsiteY630" fmla="*/ 195211 h 1796087"/>
                <a:gd name="connsiteX631" fmla="*/ 2053232 w 2290556"/>
                <a:gd name="connsiteY631" fmla="*/ 194000 h 1796087"/>
                <a:gd name="connsiteX632" fmla="*/ 2052795 w 2290556"/>
                <a:gd name="connsiteY632" fmla="*/ 192385 h 1796087"/>
                <a:gd name="connsiteX633" fmla="*/ 2052795 w 2290556"/>
                <a:gd name="connsiteY633" fmla="*/ 186734 h 1796087"/>
                <a:gd name="connsiteX634" fmla="*/ 2053939 w 2290556"/>
                <a:gd name="connsiteY634" fmla="*/ 181755 h 1796087"/>
                <a:gd name="connsiteX635" fmla="*/ 2053468 w 2290556"/>
                <a:gd name="connsiteY635" fmla="*/ 171865 h 1796087"/>
                <a:gd name="connsiteX636" fmla="*/ 2050439 w 2290556"/>
                <a:gd name="connsiteY636" fmla="*/ 169376 h 1796087"/>
                <a:gd name="connsiteX637" fmla="*/ 2046098 w 2290556"/>
                <a:gd name="connsiteY637" fmla="*/ 163926 h 1796087"/>
                <a:gd name="connsiteX638" fmla="*/ 2046199 w 2290556"/>
                <a:gd name="connsiteY638" fmla="*/ 161302 h 1796087"/>
                <a:gd name="connsiteX639" fmla="*/ 2043708 w 2290556"/>
                <a:gd name="connsiteY639" fmla="*/ 159351 h 1796087"/>
                <a:gd name="connsiteX640" fmla="*/ 2040242 w 2290556"/>
                <a:gd name="connsiteY640" fmla="*/ 156424 h 1796087"/>
                <a:gd name="connsiteX641" fmla="*/ 2037852 w 2290556"/>
                <a:gd name="connsiteY641" fmla="*/ 153262 h 1796087"/>
                <a:gd name="connsiteX642" fmla="*/ 2037516 w 2290556"/>
                <a:gd name="connsiteY642" fmla="*/ 148822 h 1796087"/>
                <a:gd name="connsiteX643" fmla="*/ 2037852 w 2290556"/>
                <a:gd name="connsiteY643" fmla="*/ 146534 h 1796087"/>
                <a:gd name="connsiteX644" fmla="*/ 2036439 w 2290556"/>
                <a:gd name="connsiteY644" fmla="*/ 143507 h 1796087"/>
                <a:gd name="connsiteX645" fmla="*/ 2033612 w 2290556"/>
                <a:gd name="connsiteY645" fmla="*/ 140143 h 1796087"/>
                <a:gd name="connsiteX646" fmla="*/ 2031761 w 2290556"/>
                <a:gd name="connsiteY646" fmla="*/ 137317 h 1796087"/>
                <a:gd name="connsiteX647" fmla="*/ 2031424 w 2290556"/>
                <a:gd name="connsiteY647" fmla="*/ 133852 h 1796087"/>
                <a:gd name="connsiteX648" fmla="*/ 2030886 w 2290556"/>
                <a:gd name="connsiteY648" fmla="*/ 130589 h 1796087"/>
                <a:gd name="connsiteX649" fmla="*/ 2029910 w 2290556"/>
                <a:gd name="connsiteY649" fmla="*/ 127326 h 1796087"/>
                <a:gd name="connsiteX650" fmla="*/ 2028496 w 2290556"/>
                <a:gd name="connsiteY650" fmla="*/ 124837 h 1796087"/>
                <a:gd name="connsiteX651" fmla="*/ 2025568 w 2290556"/>
                <a:gd name="connsiteY651" fmla="*/ 120598 h 1796087"/>
                <a:gd name="connsiteX652" fmla="*/ 2024492 w 2290556"/>
                <a:gd name="connsiteY652" fmla="*/ 120060 h 1796087"/>
                <a:gd name="connsiteX653" fmla="*/ 2024256 w 2290556"/>
                <a:gd name="connsiteY653" fmla="*/ 116359 h 1796087"/>
                <a:gd name="connsiteX654" fmla="*/ 2025333 w 2290556"/>
                <a:gd name="connsiteY654" fmla="*/ 113096 h 1796087"/>
                <a:gd name="connsiteX655" fmla="*/ 2028799 w 2290556"/>
                <a:gd name="connsiteY655" fmla="*/ 111246 h 1796087"/>
                <a:gd name="connsiteX656" fmla="*/ 2030549 w 2290556"/>
                <a:gd name="connsiteY656" fmla="*/ 109396 h 1796087"/>
                <a:gd name="connsiteX657" fmla="*/ 2033814 w 2290556"/>
                <a:gd name="connsiteY657" fmla="*/ 107781 h 1796087"/>
                <a:gd name="connsiteX658" fmla="*/ 2034150 w 2290556"/>
                <a:gd name="connsiteY658" fmla="*/ 106705 h 1796087"/>
                <a:gd name="connsiteX659" fmla="*/ 2033376 w 2290556"/>
                <a:gd name="connsiteY659" fmla="*/ 105494 h 1796087"/>
                <a:gd name="connsiteX660" fmla="*/ 2030886 w 2290556"/>
                <a:gd name="connsiteY660" fmla="*/ 103980 h 1796087"/>
                <a:gd name="connsiteX661" fmla="*/ 2025467 w 2290556"/>
                <a:gd name="connsiteY661" fmla="*/ 102466 h 1796087"/>
                <a:gd name="connsiteX662" fmla="*/ 2021126 w 2290556"/>
                <a:gd name="connsiteY662" fmla="*/ 102264 h 1796087"/>
                <a:gd name="connsiteX663" fmla="*/ 2018837 w 2290556"/>
                <a:gd name="connsiteY663" fmla="*/ 101928 h 1796087"/>
                <a:gd name="connsiteX664" fmla="*/ 2017087 w 2290556"/>
                <a:gd name="connsiteY664" fmla="*/ 104216 h 1796087"/>
                <a:gd name="connsiteX665" fmla="*/ 2012847 w 2290556"/>
                <a:gd name="connsiteY665" fmla="*/ 106268 h 1796087"/>
                <a:gd name="connsiteX666" fmla="*/ 2009919 w 2290556"/>
                <a:gd name="connsiteY666" fmla="*/ 105729 h 1796087"/>
                <a:gd name="connsiteX667" fmla="*/ 2007530 w 2290556"/>
                <a:gd name="connsiteY667" fmla="*/ 105830 h 1796087"/>
                <a:gd name="connsiteX668" fmla="*/ 2005578 w 2290556"/>
                <a:gd name="connsiteY668" fmla="*/ 103879 h 1796087"/>
                <a:gd name="connsiteX669" fmla="*/ 2005477 w 2290556"/>
                <a:gd name="connsiteY669" fmla="*/ 102029 h 1796087"/>
                <a:gd name="connsiteX670" fmla="*/ 2004703 w 2290556"/>
                <a:gd name="connsiteY670" fmla="*/ 99977 h 1796087"/>
                <a:gd name="connsiteX671" fmla="*/ 2003727 w 2290556"/>
                <a:gd name="connsiteY671" fmla="*/ 98665 h 1796087"/>
                <a:gd name="connsiteX672" fmla="*/ 2002515 w 2290556"/>
                <a:gd name="connsiteY672" fmla="*/ 96378 h 1796087"/>
                <a:gd name="connsiteX673" fmla="*/ 2001539 w 2290556"/>
                <a:gd name="connsiteY673" fmla="*/ 95167 h 1796087"/>
                <a:gd name="connsiteX674" fmla="*/ 1999486 w 2290556"/>
                <a:gd name="connsiteY674" fmla="*/ 92677 h 1796087"/>
                <a:gd name="connsiteX675" fmla="*/ 1998409 w 2290556"/>
                <a:gd name="connsiteY675" fmla="*/ 90491 h 1796087"/>
                <a:gd name="connsiteX676" fmla="*/ 1997298 w 2290556"/>
                <a:gd name="connsiteY676" fmla="*/ 88203 h 1796087"/>
                <a:gd name="connsiteX677" fmla="*/ 1995683 w 2290556"/>
                <a:gd name="connsiteY677" fmla="*/ 87026 h 1796087"/>
                <a:gd name="connsiteX678" fmla="*/ 1992957 w 2290556"/>
                <a:gd name="connsiteY678" fmla="*/ 86252 h 1796087"/>
                <a:gd name="connsiteX679" fmla="*/ 1990231 w 2290556"/>
                <a:gd name="connsiteY679" fmla="*/ 84301 h 1796087"/>
                <a:gd name="connsiteX680" fmla="*/ 1987842 w 2290556"/>
                <a:gd name="connsiteY680" fmla="*/ 82114 h 1796087"/>
                <a:gd name="connsiteX681" fmla="*/ 1986764 w 2290556"/>
                <a:gd name="connsiteY681" fmla="*/ 81576 h 1796087"/>
                <a:gd name="connsiteX682" fmla="*/ 1984712 w 2290556"/>
                <a:gd name="connsiteY682" fmla="*/ 81913 h 1796087"/>
                <a:gd name="connsiteX683" fmla="*/ 1983399 w 2290556"/>
                <a:gd name="connsiteY683" fmla="*/ 85176 h 1796087"/>
                <a:gd name="connsiteX684" fmla="*/ 1982423 w 2290556"/>
                <a:gd name="connsiteY684" fmla="*/ 88001 h 1796087"/>
                <a:gd name="connsiteX685" fmla="*/ 1981010 w 2290556"/>
                <a:gd name="connsiteY685" fmla="*/ 90726 h 1796087"/>
                <a:gd name="connsiteX686" fmla="*/ 1980370 w 2290556"/>
                <a:gd name="connsiteY686" fmla="*/ 92240 h 1796087"/>
                <a:gd name="connsiteX687" fmla="*/ 1979394 w 2290556"/>
                <a:gd name="connsiteY687" fmla="*/ 95839 h 1796087"/>
                <a:gd name="connsiteX688" fmla="*/ 1978317 w 2290556"/>
                <a:gd name="connsiteY688" fmla="*/ 98564 h 1796087"/>
                <a:gd name="connsiteX689" fmla="*/ 1976904 w 2290556"/>
                <a:gd name="connsiteY689" fmla="*/ 99775 h 1796087"/>
                <a:gd name="connsiteX690" fmla="*/ 1974851 w 2290556"/>
                <a:gd name="connsiteY690" fmla="*/ 100212 h 1796087"/>
                <a:gd name="connsiteX691" fmla="*/ 1972798 w 2290556"/>
                <a:gd name="connsiteY691" fmla="*/ 101188 h 1796087"/>
                <a:gd name="connsiteX692" fmla="*/ 1975188 w 2290556"/>
                <a:gd name="connsiteY692" fmla="*/ 105528 h 1796087"/>
                <a:gd name="connsiteX693" fmla="*/ 1974312 w 2290556"/>
                <a:gd name="connsiteY693" fmla="*/ 107142 h 1796087"/>
                <a:gd name="connsiteX694" fmla="*/ 1971586 w 2290556"/>
                <a:gd name="connsiteY694" fmla="*/ 109093 h 1796087"/>
                <a:gd name="connsiteX695" fmla="*/ 1970173 w 2290556"/>
                <a:gd name="connsiteY695" fmla="*/ 109732 h 1796087"/>
                <a:gd name="connsiteX696" fmla="*/ 1967009 w 2290556"/>
                <a:gd name="connsiteY696" fmla="*/ 110069 h 1796087"/>
                <a:gd name="connsiteX697" fmla="*/ 1964519 w 2290556"/>
                <a:gd name="connsiteY697" fmla="*/ 110405 h 1796087"/>
                <a:gd name="connsiteX698" fmla="*/ 1961927 w 2290556"/>
                <a:gd name="connsiteY698" fmla="*/ 109329 h 1796087"/>
                <a:gd name="connsiteX699" fmla="*/ 1960077 w 2290556"/>
                <a:gd name="connsiteY699" fmla="*/ 107479 h 1796087"/>
                <a:gd name="connsiteX700" fmla="*/ 1958225 w 2290556"/>
                <a:gd name="connsiteY700" fmla="*/ 106268 h 1796087"/>
                <a:gd name="connsiteX701" fmla="*/ 1956173 w 2290556"/>
                <a:gd name="connsiteY701" fmla="*/ 103442 h 1796087"/>
                <a:gd name="connsiteX702" fmla="*/ 1955399 w 2290556"/>
                <a:gd name="connsiteY702" fmla="*/ 101356 h 1796087"/>
                <a:gd name="connsiteX703" fmla="*/ 1955298 w 2290556"/>
                <a:gd name="connsiteY703" fmla="*/ 98631 h 1796087"/>
                <a:gd name="connsiteX704" fmla="*/ 1954860 w 2290556"/>
                <a:gd name="connsiteY704" fmla="*/ 95267 h 1796087"/>
                <a:gd name="connsiteX705" fmla="*/ 1951932 w 2290556"/>
                <a:gd name="connsiteY705" fmla="*/ 93653 h 1796087"/>
                <a:gd name="connsiteX706" fmla="*/ 1947590 w 2290556"/>
                <a:gd name="connsiteY706" fmla="*/ 93888 h 1796087"/>
                <a:gd name="connsiteX707" fmla="*/ 1944225 w 2290556"/>
                <a:gd name="connsiteY707" fmla="*/ 94763 h 1796087"/>
                <a:gd name="connsiteX708" fmla="*/ 1942475 w 2290556"/>
                <a:gd name="connsiteY708" fmla="*/ 96075 h 1796087"/>
                <a:gd name="connsiteX709" fmla="*/ 1936720 w 2290556"/>
                <a:gd name="connsiteY709" fmla="*/ 96613 h 1796087"/>
                <a:gd name="connsiteX710" fmla="*/ 1932379 w 2290556"/>
                <a:gd name="connsiteY710" fmla="*/ 93350 h 1796087"/>
                <a:gd name="connsiteX711" fmla="*/ 1930528 w 2290556"/>
                <a:gd name="connsiteY711" fmla="*/ 92576 h 1796087"/>
                <a:gd name="connsiteX712" fmla="*/ 1929014 w 2290556"/>
                <a:gd name="connsiteY712" fmla="*/ 90188 h 1796087"/>
                <a:gd name="connsiteX713" fmla="*/ 1926086 w 2290556"/>
                <a:gd name="connsiteY713" fmla="*/ 87362 h 1796087"/>
                <a:gd name="connsiteX714" fmla="*/ 1922956 w 2290556"/>
                <a:gd name="connsiteY714" fmla="*/ 87564 h 1796087"/>
                <a:gd name="connsiteX715" fmla="*/ 1920667 w 2290556"/>
                <a:gd name="connsiteY715" fmla="*/ 88001 h 1796087"/>
                <a:gd name="connsiteX716" fmla="*/ 1915248 w 2290556"/>
                <a:gd name="connsiteY716" fmla="*/ 90053 h 1796087"/>
                <a:gd name="connsiteX717" fmla="*/ 1914037 w 2290556"/>
                <a:gd name="connsiteY717" fmla="*/ 89280 h 1796087"/>
                <a:gd name="connsiteX718" fmla="*/ 1915248 w 2290556"/>
                <a:gd name="connsiteY718" fmla="*/ 83527 h 1796087"/>
                <a:gd name="connsiteX719" fmla="*/ 1915248 w 2290556"/>
                <a:gd name="connsiteY719" fmla="*/ 82114 h 1796087"/>
                <a:gd name="connsiteX720" fmla="*/ 1918614 w 2290556"/>
                <a:gd name="connsiteY720" fmla="*/ 80601 h 1796087"/>
                <a:gd name="connsiteX721" fmla="*/ 1921004 w 2290556"/>
                <a:gd name="connsiteY721" fmla="*/ 79087 h 1796087"/>
                <a:gd name="connsiteX722" fmla="*/ 1924605 w 2290556"/>
                <a:gd name="connsiteY722" fmla="*/ 74848 h 1796087"/>
                <a:gd name="connsiteX723" fmla="*/ 1925244 w 2290556"/>
                <a:gd name="connsiteY723" fmla="*/ 73772 h 1796087"/>
                <a:gd name="connsiteX724" fmla="*/ 1924605 w 2290556"/>
                <a:gd name="connsiteY724" fmla="*/ 72022 h 1796087"/>
                <a:gd name="connsiteX725" fmla="*/ 1922417 w 2290556"/>
                <a:gd name="connsiteY725" fmla="*/ 70946 h 1796087"/>
                <a:gd name="connsiteX726" fmla="*/ 1923932 w 2290556"/>
                <a:gd name="connsiteY726" fmla="*/ 68356 h 1796087"/>
                <a:gd name="connsiteX727" fmla="*/ 1928374 w 2290556"/>
                <a:gd name="connsiteY727" fmla="*/ 66741 h 1796087"/>
                <a:gd name="connsiteX728" fmla="*/ 1932379 w 2290556"/>
                <a:gd name="connsiteY728" fmla="*/ 63713 h 1796087"/>
                <a:gd name="connsiteX729" fmla="*/ 1933893 w 2290556"/>
                <a:gd name="connsiteY729" fmla="*/ 61661 h 1796087"/>
                <a:gd name="connsiteX730" fmla="*/ 1934970 w 2290556"/>
                <a:gd name="connsiteY730" fmla="*/ 59071 h 1796087"/>
                <a:gd name="connsiteX731" fmla="*/ 1938235 w 2290556"/>
                <a:gd name="connsiteY731" fmla="*/ 56447 h 1796087"/>
                <a:gd name="connsiteX732" fmla="*/ 1939648 w 2290556"/>
                <a:gd name="connsiteY732" fmla="*/ 53823 h 1796087"/>
                <a:gd name="connsiteX733" fmla="*/ 1940826 w 2290556"/>
                <a:gd name="connsiteY733" fmla="*/ 51536 h 1796087"/>
                <a:gd name="connsiteX734" fmla="*/ 1942004 w 2290556"/>
                <a:gd name="connsiteY734" fmla="*/ 48508 h 1796087"/>
                <a:gd name="connsiteX735" fmla="*/ 1942341 w 2290556"/>
                <a:gd name="connsiteY735" fmla="*/ 45245 h 1796087"/>
                <a:gd name="connsiteX736" fmla="*/ 1941466 w 2290556"/>
                <a:gd name="connsiteY736" fmla="*/ 43765 h 1796087"/>
                <a:gd name="connsiteX737" fmla="*/ 1940725 w 2290556"/>
                <a:gd name="connsiteY737" fmla="*/ 38887 h 1796087"/>
                <a:gd name="connsiteX738" fmla="*/ 1942576 w 2290556"/>
                <a:gd name="connsiteY738" fmla="*/ 37273 h 1796087"/>
                <a:gd name="connsiteX739" fmla="*/ 1944326 w 2290556"/>
                <a:gd name="connsiteY739" fmla="*/ 36398 h 1796087"/>
                <a:gd name="connsiteX740" fmla="*/ 1948331 w 2290556"/>
                <a:gd name="connsiteY740" fmla="*/ 34649 h 1796087"/>
                <a:gd name="connsiteX741" fmla="*/ 1951596 w 2290556"/>
                <a:gd name="connsiteY741" fmla="*/ 32260 h 1796087"/>
                <a:gd name="connsiteX742" fmla="*/ 1951898 w 2290556"/>
                <a:gd name="connsiteY742" fmla="*/ 30074 h 1796087"/>
                <a:gd name="connsiteX743" fmla="*/ 1950048 w 2290556"/>
                <a:gd name="connsiteY743" fmla="*/ 27585 h 1796087"/>
                <a:gd name="connsiteX744" fmla="*/ 1949173 w 2290556"/>
                <a:gd name="connsiteY744" fmla="*/ 25633 h 1796087"/>
                <a:gd name="connsiteX745" fmla="*/ 1945370 w 2290556"/>
                <a:gd name="connsiteY745" fmla="*/ 21832 h 1796087"/>
                <a:gd name="connsiteX746" fmla="*/ 1940793 w 2290556"/>
                <a:gd name="connsiteY746" fmla="*/ 18031 h 1796087"/>
                <a:gd name="connsiteX747" fmla="*/ 1937090 w 2290556"/>
                <a:gd name="connsiteY747" fmla="*/ 13052 h 1796087"/>
                <a:gd name="connsiteX748" fmla="*/ 1931335 w 2290556"/>
                <a:gd name="connsiteY748" fmla="*/ 8376 h 1796087"/>
                <a:gd name="connsiteX749" fmla="*/ 1927634 w 2290556"/>
                <a:gd name="connsiteY749" fmla="*/ 4373 h 1796087"/>
                <a:gd name="connsiteX750" fmla="*/ 1927634 w 2290556"/>
                <a:gd name="connsiteY750" fmla="*/ 34 h 1796087"/>
                <a:gd name="connsiteX751" fmla="*/ 1926759 w 2290556"/>
                <a:gd name="connsiteY751" fmla="*/ 0 h 1796087"/>
                <a:gd name="connsiteX752" fmla="*/ 1925008 w 2290556"/>
                <a:gd name="connsiteY752" fmla="*/ 0 h 1796087"/>
                <a:gd name="connsiteX753" fmla="*/ 1921979 w 2290556"/>
                <a:gd name="connsiteY753" fmla="*/ 0 h 1796087"/>
                <a:gd name="connsiteX754" fmla="*/ 1918210 w 2290556"/>
                <a:gd name="connsiteY754" fmla="*/ 706 h 1796087"/>
                <a:gd name="connsiteX755" fmla="*/ 1912859 w 2290556"/>
                <a:gd name="connsiteY755" fmla="*/ 1716 h 1796087"/>
                <a:gd name="connsiteX756" fmla="*/ 1910537 w 2290556"/>
                <a:gd name="connsiteY756" fmla="*/ 1716 h 1796087"/>
                <a:gd name="connsiteX757" fmla="*/ 1907643 w 2290556"/>
                <a:gd name="connsiteY757" fmla="*/ 1716 h 1796087"/>
                <a:gd name="connsiteX758" fmla="*/ 1905758 w 2290556"/>
                <a:gd name="connsiteY758" fmla="*/ 1716 h 1796087"/>
                <a:gd name="connsiteX759" fmla="*/ 1903133 w 2290556"/>
                <a:gd name="connsiteY759" fmla="*/ 3364 h 1796087"/>
                <a:gd name="connsiteX760" fmla="*/ 1898791 w 2290556"/>
                <a:gd name="connsiteY760" fmla="*/ 6930 h 1796087"/>
                <a:gd name="connsiteX761" fmla="*/ 1897479 w 2290556"/>
                <a:gd name="connsiteY761" fmla="*/ 9385 h 1796087"/>
                <a:gd name="connsiteX762" fmla="*/ 1893710 w 2290556"/>
                <a:gd name="connsiteY762" fmla="*/ 10395 h 1796087"/>
                <a:gd name="connsiteX763" fmla="*/ 1874594 w 2290556"/>
                <a:gd name="connsiteY763" fmla="*/ 10395 h 1796087"/>
                <a:gd name="connsiteX764" fmla="*/ 1872002 w 2290556"/>
                <a:gd name="connsiteY764" fmla="*/ 10395 h 1796087"/>
                <a:gd name="connsiteX765" fmla="*/ 1870252 w 2290556"/>
                <a:gd name="connsiteY765" fmla="*/ 11471 h 1796087"/>
                <a:gd name="connsiteX766" fmla="*/ 1868502 w 2290556"/>
                <a:gd name="connsiteY766" fmla="*/ 12850 h 1796087"/>
                <a:gd name="connsiteX767" fmla="*/ 1864733 w 2290556"/>
                <a:gd name="connsiteY767" fmla="*/ 14734 h 1796087"/>
                <a:gd name="connsiteX768" fmla="*/ 1862276 w 2290556"/>
                <a:gd name="connsiteY768" fmla="*/ 16315 h 1796087"/>
                <a:gd name="connsiteX769" fmla="*/ 1861570 w 2290556"/>
                <a:gd name="connsiteY769" fmla="*/ 17190 h 1796087"/>
                <a:gd name="connsiteX770" fmla="*/ 1860425 w 2290556"/>
                <a:gd name="connsiteY770" fmla="*/ 20083 h 1796087"/>
                <a:gd name="connsiteX771" fmla="*/ 1860291 w 2290556"/>
                <a:gd name="connsiteY771" fmla="*/ 22101 h 1796087"/>
                <a:gd name="connsiteX772" fmla="*/ 1859853 w 2290556"/>
                <a:gd name="connsiteY772" fmla="*/ 23985 h 1796087"/>
                <a:gd name="connsiteX773" fmla="*/ 1859281 w 2290556"/>
                <a:gd name="connsiteY773" fmla="*/ 25734 h 1796087"/>
                <a:gd name="connsiteX774" fmla="*/ 1858541 w 2290556"/>
                <a:gd name="connsiteY774" fmla="*/ 27484 h 1796087"/>
                <a:gd name="connsiteX775" fmla="*/ 1857396 w 2290556"/>
                <a:gd name="connsiteY775" fmla="*/ 29065 h 1796087"/>
                <a:gd name="connsiteX776" fmla="*/ 1855646 w 2290556"/>
                <a:gd name="connsiteY776" fmla="*/ 31958 h 1796087"/>
                <a:gd name="connsiteX777" fmla="*/ 1854199 w 2290556"/>
                <a:gd name="connsiteY777" fmla="*/ 34582 h 1796087"/>
                <a:gd name="connsiteX778" fmla="*/ 1852315 w 2290556"/>
                <a:gd name="connsiteY778" fmla="*/ 36903 h 1796087"/>
                <a:gd name="connsiteX779" fmla="*/ 1851002 w 2290556"/>
                <a:gd name="connsiteY779" fmla="*/ 38786 h 1796087"/>
                <a:gd name="connsiteX780" fmla="*/ 1849420 w 2290556"/>
                <a:gd name="connsiteY780" fmla="*/ 39796 h 1796087"/>
                <a:gd name="connsiteX781" fmla="*/ 1847839 w 2290556"/>
                <a:gd name="connsiteY781" fmla="*/ 41545 h 1796087"/>
                <a:gd name="connsiteX782" fmla="*/ 1845954 w 2290556"/>
                <a:gd name="connsiteY782" fmla="*/ 43732 h 1796087"/>
                <a:gd name="connsiteX783" fmla="*/ 1843497 w 2290556"/>
                <a:gd name="connsiteY783" fmla="*/ 44741 h 1796087"/>
                <a:gd name="connsiteX784" fmla="*/ 1841747 w 2290556"/>
                <a:gd name="connsiteY784" fmla="*/ 45481 h 1796087"/>
                <a:gd name="connsiteX785" fmla="*/ 1838853 w 2290556"/>
                <a:gd name="connsiteY785" fmla="*/ 48105 h 1796087"/>
                <a:gd name="connsiteX786" fmla="*/ 1837540 w 2290556"/>
                <a:gd name="connsiteY786" fmla="*/ 49114 h 1796087"/>
                <a:gd name="connsiteX787" fmla="*/ 1835790 w 2290556"/>
                <a:gd name="connsiteY787" fmla="*/ 50426 h 1796087"/>
                <a:gd name="connsiteX788" fmla="*/ 1835487 w 2290556"/>
                <a:gd name="connsiteY788" fmla="*/ 51300 h 1796087"/>
                <a:gd name="connsiteX789" fmla="*/ 1835487 w 2290556"/>
                <a:gd name="connsiteY789" fmla="*/ 53184 h 1796087"/>
                <a:gd name="connsiteX790" fmla="*/ 1835622 w 2290556"/>
                <a:gd name="connsiteY790" fmla="*/ 55943 h 1796087"/>
                <a:gd name="connsiteX791" fmla="*/ 1833737 w 2290556"/>
                <a:gd name="connsiteY791" fmla="*/ 58701 h 1796087"/>
                <a:gd name="connsiteX792" fmla="*/ 1833434 w 2290556"/>
                <a:gd name="connsiteY792" fmla="*/ 61460 h 1796087"/>
                <a:gd name="connsiteX793" fmla="*/ 1831684 w 2290556"/>
                <a:gd name="connsiteY793" fmla="*/ 63915 h 1796087"/>
                <a:gd name="connsiteX794" fmla="*/ 1829799 w 2290556"/>
                <a:gd name="connsiteY794" fmla="*/ 65227 h 1796087"/>
                <a:gd name="connsiteX795" fmla="*/ 1827612 w 2290556"/>
                <a:gd name="connsiteY795" fmla="*/ 67246 h 1796087"/>
                <a:gd name="connsiteX796" fmla="*/ 1822396 w 2290556"/>
                <a:gd name="connsiteY796" fmla="*/ 67818 h 1796087"/>
                <a:gd name="connsiteX797" fmla="*/ 1819804 w 2290556"/>
                <a:gd name="connsiteY797" fmla="*/ 67818 h 1796087"/>
                <a:gd name="connsiteX798" fmla="*/ 1817920 w 2290556"/>
                <a:gd name="connsiteY798" fmla="*/ 69129 h 1796087"/>
                <a:gd name="connsiteX799" fmla="*/ 1815463 w 2290556"/>
                <a:gd name="connsiteY799" fmla="*/ 71316 h 1796087"/>
                <a:gd name="connsiteX800" fmla="*/ 1815025 w 2290556"/>
                <a:gd name="connsiteY800" fmla="*/ 71316 h 1796087"/>
                <a:gd name="connsiteX801" fmla="*/ 1814016 w 2290556"/>
                <a:gd name="connsiteY801" fmla="*/ 72527 h 1796087"/>
                <a:gd name="connsiteX802" fmla="*/ 1814588 w 2290556"/>
                <a:gd name="connsiteY802" fmla="*/ 75656 h 1796087"/>
                <a:gd name="connsiteX803" fmla="*/ 1814588 w 2290556"/>
                <a:gd name="connsiteY803" fmla="*/ 77102 h 1796087"/>
                <a:gd name="connsiteX804" fmla="*/ 1814285 w 2290556"/>
                <a:gd name="connsiteY804" fmla="*/ 78111 h 1796087"/>
                <a:gd name="connsiteX805" fmla="*/ 1813275 w 2290556"/>
                <a:gd name="connsiteY805" fmla="*/ 81576 h 1796087"/>
                <a:gd name="connsiteX806" fmla="*/ 1812838 w 2290556"/>
                <a:gd name="connsiteY806" fmla="*/ 86050 h 1796087"/>
                <a:gd name="connsiteX807" fmla="*/ 1812838 w 2290556"/>
                <a:gd name="connsiteY807" fmla="*/ 88371 h 1796087"/>
                <a:gd name="connsiteX808" fmla="*/ 1813343 w 2290556"/>
                <a:gd name="connsiteY808" fmla="*/ 90827 h 1796087"/>
                <a:gd name="connsiteX809" fmla="*/ 1813982 w 2290556"/>
                <a:gd name="connsiteY809" fmla="*/ 92845 h 1796087"/>
                <a:gd name="connsiteX810" fmla="*/ 1814857 w 2290556"/>
                <a:gd name="connsiteY810" fmla="*/ 94426 h 1796087"/>
                <a:gd name="connsiteX811" fmla="*/ 1815732 w 2290556"/>
                <a:gd name="connsiteY811" fmla="*/ 95301 h 1796087"/>
                <a:gd name="connsiteX812" fmla="*/ 1817482 w 2290556"/>
                <a:gd name="connsiteY812" fmla="*/ 95604 h 1796087"/>
                <a:gd name="connsiteX813" fmla="*/ 1821117 w 2290556"/>
                <a:gd name="connsiteY813" fmla="*/ 96344 h 1796087"/>
                <a:gd name="connsiteX814" fmla="*/ 1823708 w 2290556"/>
                <a:gd name="connsiteY814" fmla="*/ 96209 h 1796087"/>
                <a:gd name="connsiteX815" fmla="*/ 1825896 w 2290556"/>
                <a:gd name="connsiteY815" fmla="*/ 95469 h 1796087"/>
                <a:gd name="connsiteX816" fmla="*/ 1827477 w 2290556"/>
                <a:gd name="connsiteY816" fmla="*/ 94595 h 1796087"/>
                <a:gd name="connsiteX817" fmla="*/ 1829665 w 2290556"/>
                <a:gd name="connsiteY817" fmla="*/ 93148 h 1796087"/>
                <a:gd name="connsiteX818" fmla="*/ 1831247 w 2290556"/>
                <a:gd name="connsiteY818" fmla="*/ 90692 h 1796087"/>
                <a:gd name="connsiteX819" fmla="*/ 1833132 w 2290556"/>
                <a:gd name="connsiteY819" fmla="*/ 88237 h 1796087"/>
                <a:gd name="connsiteX820" fmla="*/ 1836766 w 2290556"/>
                <a:gd name="connsiteY820" fmla="*/ 86555 h 1796087"/>
                <a:gd name="connsiteX821" fmla="*/ 1839526 w 2290556"/>
                <a:gd name="connsiteY821" fmla="*/ 86723 h 1796087"/>
                <a:gd name="connsiteX822" fmla="*/ 1843295 w 2290556"/>
                <a:gd name="connsiteY822" fmla="*/ 86790 h 1796087"/>
                <a:gd name="connsiteX823" fmla="*/ 1846627 w 2290556"/>
                <a:gd name="connsiteY823" fmla="*/ 86790 h 1796087"/>
                <a:gd name="connsiteX824" fmla="*/ 1849656 w 2290556"/>
                <a:gd name="connsiteY824" fmla="*/ 87665 h 1796087"/>
                <a:gd name="connsiteX825" fmla="*/ 1852685 w 2290556"/>
                <a:gd name="connsiteY825" fmla="*/ 89111 h 1796087"/>
                <a:gd name="connsiteX826" fmla="*/ 1855007 w 2290556"/>
                <a:gd name="connsiteY826" fmla="*/ 90255 h 1796087"/>
                <a:gd name="connsiteX827" fmla="*/ 1858069 w 2290556"/>
                <a:gd name="connsiteY827" fmla="*/ 92274 h 1796087"/>
                <a:gd name="connsiteX828" fmla="*/ 1858776 w 2290556"/>
                <a:gd name="connsiteY828" fmla="*/ 93148 h 1796087"/>
                <a:gd name="connsiteX829" fmla="*/ 1859786 w 2290556"/>
                <a:gd name="connsiteY829" fmla="*/ 94595 h 1796087"/>
                <a:gd name="connsiteX830" fmla="*/ 1861098 w 2290556"/>
                <a:gd name="connsiteY830" fmla="*/ 96344 h 1796087"/>
                <a:gd name="connsiteX831" fmla="*/ 1863252 w 2290556"/>
                <a:gd name="connsiteY831" fmla="*/ 99977 h 1796087"/>
                <a:gd name="connsiteX832" fmla="*/ 1863252 w 2290556"/>
                <a:gd name="connsiteY832" fmla="*/ 102433 h 1796087"/>
                <a:gd name="connsiteX833" fmla="*/ 1861872 w 2290556"/>
                <a:gd name="connsiteY833" fmla="*/ 104754 h 1796087"/>
                <a:gd name="connsiteX834" fmla="*/ 1860358 w 2290556"/>
                <a:gd name="connsiteY834" fmla="*/ 106940 h 1796087"/>
                <a:gd name="connsiteX835" fmla="*/ 1859921 w 2290556"/>
                <a:gd name="connsiteY835" fmla="*/ 109564 h 1796087"/>
                <a:gd name="connsiteX836" fmla="*/ 1859786 w 2290556"/>
                <a:gd name="connsiteY836" fmla="*/ 112188 h 1796087"/>
                <a:gd name="connsiteX837" fmla="*/ 1859786 w 2290556"/>
                <a:gd name="connsiteY837" fmla="*/ 115081 h 1796087"/>
                <a:gd name="connsiteX838" fmla="*/ 1862175 w 2290556"/>
                <a:gd name="connsiteY838" fmla="*/ 117402 h 1796087"/>
                <a:gd name="connsiteX839" fmla="*/ 1865574 w 2290556"/>
                <a:gd name="connsiteY839" fmla="*/ 119152 h 1796087"/>
                <a:gd name="connsiteX840" fmla="*/ 1867324 w 2290556"/>
                <a:gd name="connsiteY840" fmla="*/ 120901 h 1796087"/>
                <a:gd name="connsiteX841" fmla="*/ 1870084 w 2290556"/>
                <a:gd name="connsiteY841" fmla="*/ 122045 h 1796087"/>
                <a:gd name="connsiteX842" fmla="*/ 1872104 w 2290556"/>
                <a:gd name="connsiteY842" fmla="*/ 123491 h 1796087"/>
                <a:gd name="connsiteX843" fmla="*/ 1874291 w 2290556"/>
                <a:gd name="connsiteY843" fmla="*/ 124938 h 1796087"/>
                <a:gd name="connsiteX844" fmla="*/ 1875435 w 2290556"/>
                <a:gd name="connsiteY844" fmla="*/ 129580 h 1796087"/>
                <a:gd name="connsiteX845" fmla="*/ 1875435 w 2290556"/>
                <a:gd name="connsiteY845" fmla="*/ 135231 h 1796087"/>
                <a:gd name="connsiteX846" fmla="*/ 1874224 w 2290556"/>
                <a:gd name="connsiteY846" fmla="*/ 141017 h 1796087"/>
                <a:gd name="connsiteX847" fmla="*/ 1872709 w 2290556"/>
                <a:gd name="connsiteY847" fmla="*/ 146803 h 1796087"/>
                <a:gd name="connsiteX848" fmla="*/ 1869377 w 2290556"/>
                <a:gd name="connsiteY848" fmla="*/ 152589 h 1796087"/>
                <a:gd name="connsiteX849" fmla="*/ 1862714 w 2290556"/>
                <a:gd name="connsiteY849" fmla="*/ 159553 h 1796087"/>
                <a:gd name="connsiteX850" fmla="*/ 1854738 w 2290556"/>
                <a:gd name="connsiteY850" fmla="*/ 165507 h 1796087"/>
                <a:gd name="connsiteX851" fmla="*/ 1848781 w 2290556"/>
                <a:gd name="connsiteY851" fmla="*/ 170418 h 1796087"/>
                <a:gd name="connsiteX852" fmla="*/ 1840233 w 2290556"/>
                <a:gd name="connsiteY852" fmla="*/ 177382 h 1796087"/>
                <a:gd name="connsiteX853" fmla="*/ 1833838 w 2290556"/>
                <a:gd name="connsiteY853" fmla="*/ 183033 h 1796087"/>
                <a:gd name="connsiteX854" fmla="*/ 1829766 w 2290556"/>
                <a:gd name="connsiteY854" fmla="*/ 191578 h 1796087"/>
                <a:gd name="connsiteX855" fmla="*/ 1825425 w 2290556"/>
                <a:gd name="connsiteY855" fmla="*/ 198978 h 1796087"/>
                <a:gd name="connsiteX856" fmla="*/ 1823977 w 2290556"/>
                <a:gd name="connsiteY856" fmla="*/ 206951 h 1796087"/>
                <a:gd name="connsiteX857" fmla="*/ 1823102 w 2290556"/>
                <a:gd name="connsiteY857" fmla="*/ 218254 h 1796087"/>
                <a:gd name="connsiteX858" fmla="*/ 1821521 w 2290556"/>
                <a:gd name="connsiteY858" fmla="*/ 226058 h 1796087"/>
                <a:gd name="connsiteX859" fmla="*/ 1817448 w 2290556"/>
                <a:gd name="connsiteY859" fmla="*/ 233459 h 1796087"/>
                <a:gd name="connsiteX860" fmla="*/ 1812098 w 2290556"/>
                <a:gd name="connsiteY860" fmla="*/ 242575 h 1796087"/>
                <a:gd name="connsiteX861" fmla="*/ 1810953 w 2290556"/>
                <a:gd name="connsiteY861" fmla="*/ 248799 h 1796087"/>
                <a:gd name="connsiteX862" fmla="*/ 1804727 w 2290556"/>
                <a:gd name="connsiteY862" fmla="*/ 261851 h 1796087"/>
                <a:gd name="connsiteX863" fmla="*/ 1798400 w 2290556"/>
                <a:gd name="connsiteY863" fmla="*/ 274096 h 1796087"/>
                <a:gd name="connsiteX864" fmla="*/ 1795640 w 2290556"/>
                <a:gd name="connsiteY864" fmla="*/ 279680 h 1796087"/>
                <a:gd name="connsiteX865" fmla="*/ 1793688 w 2290556"/>
                <a:gd name="connsiteY865" fmla="*/ 282708 h 1796087"/>
                <a:gd name="connsiteX866" fmla="*/ 1790929 w 2290556"/>
                <a:gd name="connsiteY866" fmla="*/ 287282 h 1796087"/>
                <a:gd name="connsiteX867" fmla="*/ 1789919 w 2290556"/>
                <a:gd name="connsiteY867" fmla="*/ 292295 h 1796087"/>
                <a:gd name="connsiteX868" fmla="*/ 1789414 w 2290556"/>
                <a:gd name="connsiteY868" fmla="*/ 298081 h 1796087"/>
                <a:gd name="connsiteX869" fmla="*/ 1785342 w 2290556"/>
                <a:gd name="connsiteY869" fmla="*/ 306423 h 1796087"/>
                <a:gd name="connsiteX870" fmla="*/ 1783020 w 2290556"/>
                <a:gd name="connsiteY870" fmla="*/ 310763 h 1796087"/>
                <a:gd name="connsiteX871" fmla="*/ 1782650 w 2290556"/>
                <a:gd name="connsiteY871" fmla="*/ 311638 h 1796087"/>
                <a:gd name="connsiteX872" fmla="*/ 1781573 w 2290556"/>
                <a:gd name="connsiteY872" fmla="*/ 313589 h 1796087"/>
                <a:gd name="connsiteX873" fmla="*/ 1780765 w 2290556"/>
                <a:gd name="connsiteY873" fmla="*/ 315540 h 1796087"/>
                <a:gd name="connsiteX874" fmla="*/ 1780496 w 2290556"/>
                <a:gd name="connsiteY874" fmla="*/ 317625 h 1796087"/>
                <a:gd name="connsiteX875" fmla="*/ 1779755 w 2290556"/>
                <a:gd name="connsiteY875" fmla="*/ 319072 h 1796087"/>
                <a:gd name="connsiteX876" fmla="*/ 1779755 w 2290556"/>
                <a:gd name="connsiteY876" fmla="*/ 321326 h 1796087"/>
                <a:gd name="connsiteX877" fmla="*/ 1779755 w 2290556"/>
                <a:gd name="connsiteY877" fmla="*/ 323210 h 1796087"/>
                <a:gd name="connsiteX878" fmla="*/ 1779755 w 2290556"/>
                <a:gd name="connsiteY878" fmla="*/ 324959 h 1796087"/>
                <a:gd name="connsiteX879" fmla="*/ 1778880 w 2290556"/>
                <a:gd name="connsiteY879" fmla="*/ 327650 h 1796087"/>
                <a:gd name="connsiteX880" fmla="*/ 1777433 w 2290556"/>
                <a:gd name="connsiteY880" fmla="*/ 329164 h 1796087"/>
                <a:gd name="connsiteX881" fmla="*/ 1775851 w 2290556"/>
                <a:gd name="connsiteY881" fmla="*/ 330173 h 1796087"/>
                <a:gd name="connsiteX882" fmla="*/ 1774472 w 2290556"/>
                <a:gd name="connsiteY882" fmla="*/ 330980 h 1796087"/>
                <a:gd name="connsiteX883" fmla="*/ 1771947 w 2290556"/>
                <a:gd name="connsiteY883" fmla="*/ 332292 h 1796087"/>
                <a:gd name="connsiteX884" fmla="*/ 1770567 w 2290556"/>
                <a:gd name="connsiteY884" fmla="*/ 333234 h 1796087"/>
                <a:gd name="connsiteX885" fmla="*/ 1769895 w 2290556"/>
                <a:gd name="connsiteY885" fmla="*/ 335051 h 1796087"/>
                <a:gd name="connsiteX886" fmla="*/ 1768952 w 2290556"/>
                <a:gd name="connsiteY886" fmla="*/ 337439 h 1796087"/>
                <a:gd name="connsiteX887" fmla="*/ 1768380 w 2290556"/>
                <a:gd name="connsiteY887" fmla="*/ 339323 h 1796087"/>
                <a:gd name="connsiteX888" fmla="*/ 1769524 w 2290556"/>
                <a:gd name="connsiteY888" fmla="*/ 340332 h 1796087"/>
                <a:gd name="connsiteX889" fmla="*/ 1771914 w 2290556"/>
                <a:gd name="connsiteY889" fmla="*/ 342149 h 1796087"/>
                <a:gd name="connsiteX890" fmla="*/ 1773495 w 2290556"/>
                <a:gd name="connsiteY890" fmla="*/ 342283 h 1796087"/>
                <a:gd name="connsiteX891" fmla="*/ 1775818 w 2290556"/>
                <a:gd name="connsiteY891" fmla="*/ 342283 h 1796087"/>
                <a:gd name="connsiteX892" fmla="*/ 1777770 w 2290556"/>
                <a:gd name="connsiteY892" fmla="*/ 342081 h 1796087"/>
                <a:gd name="connsiteX893" fmla="*/ 1779082 w 2290556"/>
                <a:gd name="connsiteY893" fmla="*/ 341644 h 1796087"/>
                <a:gd name="connsiteX894" fmla="*/ 1780462 w 2290556"/>
                <a:gd name="connsiteY894" fmla="*/ 341140 h 1796087"/>
                <a:gd name="connsiteX895" fmla="*/ 1782347 w 2290556"/>
                <a:gd name="connsiteY895" fmla="*/ 341140 h 1796087"/>
                <a:gd name="connsiteX896" fmla="*/ 1783524 w 2290556"/>
                <a:gd name="connsiteY896" fmla="*/ 341140 h 1796087"/>
                <a:gd name="connsiteX897" fmla="*/ 1785712 w 2290556"/>
                <a:gd name="connsiteY897" fmla="*/ 342653 h 1796087"/>
                <a:gd name="connsiteX898" fmla="*/ 1786587 w 2290556"/>
                <a:gd name="connsiteY898" fmla="*/ 344604 h 1796087"/>
                <a:gd name="connsiteX899" fmla="*/ 1787092 w 2290556"/>
                <a:gd name="connsiteY899" fmla="*/ 349684 h 1796087"/>
                <a:gd name="connsiteX900" fmla="*/ 1786957 w 2290556"/>
                <a:gd name="connsiteY900" fmla="*/ 353452 h 1796087"/>
                <a:gd name="connsiteX901" fmla="*/ 1786823 w 2290556"/>
                <a:gd name="connsiteY901" fmla="*/ 356917 h 1796087"/>
                <a:gd name="connsiteX902" fmla="*/ 1786385 w 2290556"/>
                <a:gd name="connsiteY902" fmla="*/ 359608 h 1796087"/>
                <a:gd name="connsiteX903" fmla="*/ 1785510 w 2290556"/>
                <a:gd name="connsiteY903" fmla="*/ 362501 h 1796087"/>
                <a:gd name="connsiteX904" fmla="*/ 1783693 w 2290556"/>
                <a:gd name="connsiteY904" fmla="*/ 365764 h 1796087"/>
                <a:gd name="connsiteX905" fmla="*/ 1782077 w 2290556"/>
                <a:gd name="connsiteY905" fmla="*/ 367950 h 1796087"/>
                <a:gd name="connsiteX906" fmla="*/ 1779822 w 2290556"/>
                <a:gd name="connsiteY906" fmla="*/ 370406 h 1796087"/>
                <a:gd name="connsiteX907" fmla="*/ 1777298 w 2290556"/>
                <a:gd name="connsiteY907" fmla="*/ 372794 h 1796087"/>
                <a:gd name="connsiteX908" fmla="*/ 1773664 w 2290556"/>
                <a:gd name="connsiteY908" fmla="*/ 374981 h 1796087"/>
                <a:gd name="connsiteX909" fmla="*/ 1768447 w 2290556"/>
                <a:gd name="connsiteY909" fmla="*/ 379119 h 1796087"/>
                <a:gd name="connsiteX910" fmla="*/ 1762558 w 2290556"/>
                <a:gd name="connsiteY910" fmla="*/ 379119 h 1796087"/>
                <a:gd name="connsiteX911" fmla="*/ 1756264 w 2290556"/>
                <a:gd name="connsiteY911" fmla="*/ 380868 h 1796087"/>
                <a:gd name="connsiteX912" fmla="*/ 1752798 w 2290556"/>
                <a:gd name="connsiteY912" fmla="*/ 380868 h 1796087"/>
                <a:gd name="connsiteX913" fmla="*/ 1750207 w 2290556"/>
                <a:gd name="connsiteY913" fmla="*/ 382516 h 1796087"/>
                <a:gd name="connsiteX914" fmla="*/ 1745865 w 2290556"/>
                <a:gd name="connsiteY914" fmla="*/ 385880 h 1796087"/>
                <a:gd name="connsiteX915" fmla="*/ 1729778 w 2290556"/>
                <a:gd name="connsiteY915" fmla="*/ 396510 h 1796087"/>
                <a:gd name="connsiteX916" fmla="*/ 1709014 w 2290556"/>
                <a:gd name="connsiteY916" fmla="*/ 411076 h 1796087"/>
                <a:gd name="connsiteX917" fmla="*/ 1706388 w 2290556"/>
                <a:gd name="connsiteY917" fmla="*/ 414339 h 1796087"/>
                <a:gd name="connsiteX918" fmla="*/ 1703999 w 2290556"/>
                <a:gd name="connsiteY918" fmla="*/ 416526 h 1796087"/>
                <a:gd name="connsiteX919" fmla="*/ 1700398 w 2290556"/>
                <a:gd name="connsiteY919" fmla="*/ 420092 h 1796087"/>
                <a:gd name="connsiteX920" fmla="*/ 1695484 w 2290556"/>
                <a:gd name="connsiteY920" fmla="*/ 423119 h 1796087"/>
                <a:gd name="connsiteX921" fmla="*/ 1692321 w 2290556"/>
                <a:gd name="connsiteY921" fmla="*/ 425945 h 1796087"/>
                <a:gd name="connsiteX922" fmla="*/ 1689258 w 2290556"/>
                <a:gd name="connsiteY922" fmla="*/ 425844 h 1796087"/>
                <a:gd name="connsiteX923" fmla="*/ 1684580 w 2290556"/>
                <a:gd name="connsiteY923" fmla="*/ 428132 h 1796087"/>
                <a:gd name="connsiteX924" fmla="*/ 1682965 w 2290556"/>
                <a:gd name="connsiteY924" fmla="*/ 428132 h 1796087"/>
                <a:gd name="connsiteX925" fmla="*/ 1681215 w 2290556"/>
                <a:gd name="connsiteY925" fmla="*/ 429107 h 1796087"/>
                <a:gd name="connsiteX926" fmla="*/ 1679700 w 2290556"/>
                <a:gd name="connsiteY926" fmla="*/ 431058 h 1796087"/>
                <a:gd name="connsiteX927" fmla="*/ 1676234 w 2290556"/>
                <a:gd name="connsiteY927" fmla="*/ 432034 h 1796087"/>
                <a:gd name="connsiteX928" fmla="*/ 1673306 w 2290556"/>
                <a:gd name="connsiteY928" fmla="*/ 432471 h 1796087"/>
                <a:gd name="connsiteX929" fmla="*/ 1668863 w 2290556"/>
                <a:gd name="connsiteY929" fmla="*/ 432572 h 1796087"/>
                <a:gd name="connsiteX930" fmla="*/ 1667012 w 2290556"/>
                <a:gd name="connsiteY930" fmla="*/ 432370 h 1796087"/>
                <a:gd name="connsiteX931" fmla="*/ 1665263 w 2290556"/>
                <a:gd name="connsiteY931" fmla="*/ 431395 h 1796087"/>
                <a:gd name="connsiteX932" fmla="*/ 1662873 w 2290556"/>
                <a:gd name="connsiteY932" fmla="*/ 429780 h 1796087"/>
                <a:gd name="connsiteX933" fmla="*/ 1660685 w 2290556"/>
                <a:gd name="connsiteY933" fmla="*/ 427392 h 1796087"/>
                <a:gd name="connsiteX934" fmla="*/ 1658296 w 2290556"/>
                <a:gd name="connsiteY934" fmla="*/ 423691 h 1796087"/>
                <a:gd name="connsiteX935" fmla="*/ 1655772 w 2290556"/>
                <a:gd name="connsiteY935" fmla="*/ 421101 h 1796087"/>
                <a:gd name="connsiteX936" fmla="*/ 1653618 w 2290556"/>
                <a:gd name="connsiteY936" fmla="*/ 420865 h 1796087"/>
                <a:gd name="connsiteX937" fmla="*/ 1650993 w 2290556"/>
                <a:gd name="connsiteY937" fmla="*/ 420865 h 1796087"/>
                <a:gd name="connsiteX938" fmla="*/ 1647392 w 2290556"/>
                <a:gd name="connsiteY938" fmla="*/ 421572 h 1796087"/>
                <a:gd name="connsiteX939" fmla="*/ 1642950 w 2290556"/>
                <a:gd name="connsiteY939" fmla="*/ 422278 h 1796087"/>
                <a:gd name="connsiteX940" fmla="*/ 1635209 w 2290556"/>
                <a:gd name="connsiteY940" fmla="*/ 423893 h 1796087"/>
                <a:gd name="connsiteX941" fmla="*/ 1631204 w 2290556"/>
                <a:gd name="connsiteY941" fmla="*/ 423557 h 1796087"/>
                <a:gd name="connsiteX942" fmla="*/ 1625785 w 2290556"/>
                <a:gd name="connsiteY942" fmla="*/ 421269 h 1796087"/>
                <a:gd name="connsiteX943" fmla="*/ 1621646 w 2290556"/>
                <a:gd name="connsiteY943" fmla="*/ 419856 h 1796087"/>
                <a:gd name="connsiteX944" fmla="*/ 1617843 w 2290556"/>
                <a:gd name="connsiteY944" fmla="*/ 417905 h 1796087"/>
                <a:gd name="connsiteX945" fmla="*/ 1615016 w 2290556"/>
                <a:gd name="connsiteY945" fmla="*/ 416156 h 1796087"/>
                <a:gd name="connsiteX946" fmla="*/ 1611987 w 2290556"/>
                <a:gd name="connsiteY946" fmla="*/ 414541 h 1796087"/>
                <a:gd name="connsiteX947" fmla="*/ 1609261 w 2290556"/>
                <a:gd name="connsiteY947" fmla="*/ 413128 h 1796087"/>
                <a:gd name="connsiteX948" fmla="*/ 1605896 w 2290556"/>
                <a:gd name="connsiteY948" fmla="*/ 410639 h 1796087"/>
                <a:gd name="connsiteX949" fmla="*/ 1603069 w 2290556"/>
                <a:gd name="connsiteY949" fmla="*/ 408789 h 1796087"/>
                <a:gd name="connsiteX950" fmla="*/ 1599804 w 2290556"/>
                <a:gd name="connsiteY950" fmla="*/ 406300 h 1796087"/>
                <a:gd name="connsiteX951" fmla="*/ 1596741 w 2290556"/>
                <a:gd name="connsiteY951" fmla="*/ 404550 h 1796087"/>
                <a:gd name="connsiteX952" fmla="*/ 1593915 w 2290556"/>
                <a:gd name="connsiteY952" fmla="*/ 403137 h 1796087"/>
                <a:gd name="connsiteX953" fmla="*/ 1590314 w 2290556"/>
                <a:gd name="connsiteY953" fmla="*/ 401725 h 1796087"/>
                <a:gd name="connsiteX954" fmla="*/ 1587486 w 2290556"/>
                <a:gd name="connsiteY954" fmla="*/ 401725 h 1796087"/>
                <a:gd name="connsiteX955" fmla="*/ 1586511 w 2290556"/>
                <a:gd name="connsiteY955" fmla="*/ 401725 h 1796087"/>
                <a:gd name="connsiteX956" fmla="*/ 1584660 w 2290556"/>
                <a:gd name="connsiteY956" fmla="*/ 402532 h 1796087"/>
                <a:gd name="connsiteX957" fmla="*/ 1581833 w 2290556"/>
                <a:gd name="connsiteY957" fmla="*/ 405829 h 1796087"/>
                <a:gd name="connsiteX958" fmla="*/ 1578568 w 2290556"/>
                <a:gd name="connsiteY958" fmla="*/ 412691 h 1796087"/>
                <a:gd name="connsiteX959" fmla="*/ 1575741 w 2290556"/>
                <a:gd name="connsiteY959" fmla="*/ 416930 h 1796087"/>
                <a:gd name="connsiteX960" fmla="*/ 1573352 w 2290556"/>
                <a:gd name="connsiteY960" fmla="*/ 424532 h 1796087"/>
                <a:gd name="connsiteX961" fmla="*/ 1569885 w 2290556"/>
                <a:gd name="connsiteY961" fmla="*/ 430957 h 1796087"/>
                <a:gd name="connsiteX962" fmla="*/ 1566520 w 2290556"/>
                <a:gd name="connsiteY962" fmla="*/ 439771 h 1796087"/>
                <a:gd name="connsiteX963" fmla="*/ 1561068 w 2290556"/>
                <a:gd name="connsiteY963" fmla="*/ 452588 h 1796087"/>
                <a:gd name="connsiteX964" fmla="*/ 1560092 w 2290556"/>
                <a:gd name="connsiteY964" fmla="*/ 457364 h 1796087"/>
                <a:gd name="connsiteX965" fmla="*/ 1558443 w 2290556"/>
                <a:gd name="connsiteY965" fmla="*/ 466178 h 1796087"/>
                <a:gd name="connsiteX966" fmla="*/ 1555515 w 2290556"/>
                <a:gd name="connsiteY966" fmla="*/ 471830 h 1796087"/>
                <a:gd name="connsiteX967" fmla="*/ 1554303 w 2290556"/>
                <a:gd name="connsiteY967" fmla="*/ 476068 h 1796087"/>
                <a:gd name="connsiteX968" fmla="*/ 1550399 w 2290556"/>
                <a:gd name="connsiteY968" fmla="*/ 480206 h 1796087"/>
                <a:gd name="connsiteX969" fmla="*/ 1548111 w 2290556"/>
                <a:gd name="connsiteY969" fmla="*/ 486395 h 1796087"/>
                <a:gd name="connsiteX970" fmla="*/ 1545620 w 2290556"/>
                <a:gd name="connsiteY970" fmla="*/ 491408 h 1796087"/>
                <a:gd name="connsiteX971" fmla="*/ 1544544 w 2290556"/>
                <a:gd name="connsiteY971" fmla="*/ 499650 h 1796087"/>
                <a:gd name="connsiteX972" fmla="*/ 1540000 w 2290556"/>
                <a:gd name="connsiteY972" fmla="*/ 510313 h 1796087"/>
                <a:gd name="connsiteX973" fmla="*/ 1540202 w 2290556"/>
                <a:gd name="connsiteY973" fmla="*/ 514552 h 1796087"/>
                <a:gd name="connsiteX974" fmla="*/ 1540101 w 2290556"/>
                <a:gd name="connsiteY974" fmla="*/ 521818 h 1796087"/>
                <a:gd name="connsiteX975" fmla="*/ 1539024 w 2290556"/>
                <a:gd name="connsiteY975" fmla="*/ 528109 h 1796087"/>
                <a:gd name="connsiteX976" fmla="*/ 1535221 w 2290556"/>
                <a:gd name="connsiteY976" fmla="*/ 531809 h 1796087"/>
                <a:gd name="connsiteX977" fmla="*/ 1532596 w 2290556"/>
                <a:gd name="connsiteY977" fmla="*/ 535274 h 1796087"/>
                <a:gd name="connsiteX978" fmla="*/ 1526740 w 2290556"/>
                <a:gd name="connsiteY978" fmla="*/ 540824 h 1796087"/>
                <a:gd name="connsiteX979" fmla="*/ 1524351 w 2290556"/>
                <a:gd name="connsiteY979" fmla="*/ 545265 h 1796087"/>
                <a:gd name="connsiteX980" fmla="*/ 1521086 w 2290556"/>
                <a:gd name="connsiteY980" fmla="*/ 548091 h 1796087"/>
                <a:gd name="connsiteX981" fmla="*/ 1520009 w 2290556"/>
                <a:gd name="connsiteY981" fmla="*/ 552329 h 1796087"/>
                <a:gd name="connsiteX982" fmla="*/ 1519773 w 2290556"/>
                <a:gd name="connsiteY982" fmla="*/ 556904 h 1796087"/>
                <a:gd name="connsiteX983" fmla="*/ 1520413 w 2290556"/>
                <a:gd name="connsiteY983" fmla="*/ 561244 h 1796087"/>
                <a:gd name="connsiteX984" fmla="*/ 1520649 w 2290556"/>
                <a:gd name="connsiteY984" fmla="*/ 569485 h 1796087"/>
                <a:gd name="connsiteX985" fmla="*/ 1524115 w 2290556"/>
                <a:gd name="connsiteY985" fmla="*/ 574700 h 1796087"/>
                <a:gd name="connsiteX986" fmla="*/ 1524553 w 2290556"/>
                <a:gd name="connsiteY986" fmla="*/ 578938 h 1796087"/>
                <a:gd name="connsiteX987" fmla="*/ 1521625 w 2290556"/>
                <a:gd name="connsiteY987" fmla="*/ 583076 h 1796087"/>
                <a:gd name="connsiteX988" fmla="*/ 1517822 w 2290556"/>
                <a:gd name="connsiteY988" fmla="*/ 586238 h 1796087"/>
                <a:gd name="connsiteX989" fmla="*/ 1512942 w 2290556"/>
                <a:gd name="connsiteY989" fmla="*/ 590477 h 1796087"/>
                <a:gd name="connsiteX990" fmla="*/ 1509879 w 2290556"/>
                <a:gd name="connsiteY990" fmla="*/ 592327 h 1796087"/>
                <a:gd name="connsiteX991" fmla="*/ 1505201 w 2290556"/>
                <a:gd name="connsiteY991" fmla="*/ 594715 h 1796087"/>
                <a:gd name="connsiteX992" fmla="*/ 1504764 w 2290556"/>
                <a:gd name="connsiteY992" fmla="*/ 596666 h 1796087"/>
                <a:gd name="connsiteX993" fmla="*/ 1504663 w 2290556"/>
                <a:gd name="connsiteY993" fmla="*/ 601880 h 1796087"/>
                <a:gd name="connsiteX994" fmla="*/ 1504764 w 2290556"/>
                <a:gd name="connsiteY994" fmla="*/ 607431 h 1796087"/>
                <a:gd name="connsiteX995" fmla="*/ 1505538 w 2290556"/>
                <a:gd name="connsiteY995" fmla="*/ 611333 h 1796087"/>
                <a:gd name="connsiteX996" fmla="*/ 1505975 w 2290556"/>
                <a:gd name="connsiteY996" fmla="*/ 613183 h 1796087"/>
                <a:gd name="connsiteX997" fmla="*/ 1507591 w 2290556"/>
                <a:gd name="connsiteY997" fmla="*/ 619474 h 1796087"/>
                <a:gd name="connsiteX998" fmla="*/ 1508903 w 2290556"/>
                <a:gd name="connsiteY998" fmla="*/ 621223 h 1796087"/>
                <a:gd name="connsiteX999" fmla="*/ 1512706 w 2290556"/>
                <a:gd name="connsiteY999" fmla="*/ 625563 h 1796087"/>
                <a:gd name="connsiteX1000" fmla="*/ 1515870 w 2290556"/>
                <a:gd name="connsiteY1000" fmla="*/ 629263 h 1796087"/>
                <a:gd name="connsiteX1001" fmla="*/ 1521086 w 2290556"/>
                <a:gd name="connsiteY1001" fmla="*/ 635251 h 1796087"/>
                <a:gd name="connsiteX1002" fmla="*/ 1524149 w 2290556"/>
                <a:gd name="connsiteY1002" fmla="*/ 638850 h 1796087"/>
                <a:gd name="connsiteX1003" fmla="*/ 1532966 w 2290556"/>
                <a:gd name="connsiteY1003" fmla="*/ 643526 h 1796087"/>
                <a:gd name="connsiteX1004" fmla="*/ 1535457 w 2290556"/>
                <a:gd name="connsiteY1004" fmla="*/ 645814 h 1796087"/>
                <a:gd name="connsiteX1005" fmla="*/ 1537207 w 2290556"/>
                <a:gd name="connsiteY1005" fmla="*/ 645814 h 1796087"/>
                <a:gd name="connsiteX1006" fmla="*/ 1541010 w 2290556"/>
                <a:gd name="connsiteY1006" fmla="*/ 644737 h 1796087"/>
                <a:gd name="connsiteX1007" fmla="*/ 1543399 w 2290556"/>
                <a:gd name="connsiteY1007" fmla="*/ 641272 h 1796087"/>
                <a:gd name="connsiteX1008" fmla="*/ 1541986 w 2290556"/>
                <a:gd name="connsiteY1008" fmla="*/ 635285 h 1796087"/>
                <a:gd name="connsiteX1009" fmla="*/ 1544914 w 2290556"/>
                <a:gd name="connsiteY1009" fmla="*/ 632021 h 1796087"/>
                <a:gd name="connsiteX1010" fmla="*/ 1549827 w 2290556"/>
                <a:gd name="connsiteY1010" fmla="*/ 629835 h 1796087"/>
                <a:gd name="connsiteX1011" fmla="*/ 1556020 w 2290556"/>
                <a:gd name="connsiteY1011" fmla="*/ 627648 h 1796087"/>
                <a:gd name="connsiteX1012" fmla="*/ 1561674 w 2290556"/>
                <a:gd name="connsiteY1012" fmla="*/ 626336 h 1796087"/>
                <a:gd name="connsiteX1013" fmla="*/ 1567428 w 2290556"/>
                <a:gd name="connsiteY1013" fmla="*/ 624587 h 1796087"/>
                <a:gd name="connsiteX1014" fmla="*/ 1577121 w 2290556"/>
                <a:gd name="connsiteY1014" fmla="*/ 624251 h 1796087"/>
                <a:gd name="connsiteX1015" fmla="*/ 1579746 w 2290556"/>
                <a:gd name="connsiteY1015" fmla="*/ 624251 h 1796087"/>
                <a:gd name="connsiteX1016" fmla="*/ 1584525 w 2290556"/>
                <a:gd name="connsiteY1016" fmla="*/ 625933 h 1796087"/>
                <a:gd name="connsiteX1017" fmla="*/ 1588429 w 2290556"/>
                <a:gd name="connsiteY1017" fmla="*/ 623914 h 1796087"/>
                <a:gd name="connsiteX1018" fmla="*/ 1594857 w 2290556"/>
                <a:gd name="connsiteY1018" fmla="*/ 622401 h 1796087"/>
                <a:gd name="connsiteX1019" fmla="*/ 1598996 w 2290556"/>
                <a:gd name="connsiteY1019" fmla="*/ 621425 h 1796087"/>
                <a:gd name="connsiteX1020" fmla="*/ 1606064 w 2290556"/>
                <a:gd name="connsiteY1020" fmla="*/ 621189 h 1796087"/>
                <a:gd name="connsiteX1021" fmla="*/ 1611281 w 2290556"/>
                <a:gd name="connsiteY1021" fmla="*/ 620214 h 1796087"/>
                <a:gd name="connsiteX1022" fmla="*/ 1617035 w 2290556"/>
                <a:gd name="connsiteY1022" fmla="*/ 620113 h 1796087"/>
                <a:gd name="connsiteX1023" fmla="*/ 1624002 w 2290556"/>
                <a:gd name="connsiteY1023" fmla="*/ 621526 h 1796087"/>
                <a:gd name="connsiteX1024" fmla="*/ 1637598 w 2290556"/>
                <a:gd name="connsiteY1024" fmla="*/ 629128 h 1796087"/>
                <a:gd name="connsiteX1025" fmla="*/ 1641199 w 2290556"/>
                <a:gd name="connsiteY1025" fmla="*/ 633266 h 1796087"/>
                <a:gd name="connsiteX1026" fmla="*/ 1648704 w 2290556"/>
                <a:gd name="connsiteY1026" fmla="*/ 637168 h 1796087"/>
                <a:gd name="connsiteX1027" fmla="*/ 1653921 w 2290556"/>
                <a:gd name="connsiteY1027" fmla="*/ 637942 h 1796087"/>
                <a:gd name="connsiteX1028" fmla="*/ 1660214 w 2290556"/>
                <a:gd name="connsiteY1028" fmla="*/ 637067 h 1796087"/>
                <a:gd name="connsiteX1029" fmla="*/ 1662907 w 2290556"/>
                <a:gd name="connsiteY1029" fmla="*/ 635015 h 1796087"/>
                <a:gd name="connsiteX1030" fmla="*/ 1663782 w 2290556"/>
                <a:gd name="connsiteY1030" fmla="*/ 630878 h 1796087"/>
                <a:gd name="connsiteX1031" fmla="*/ 1664421 w 2290556"/>
                <a:gd name="connsiteY1031" fmla="*/ 628927 h 1796087"/>
                <a:gd name="connsiteX1032" fmla="*/ 1664959 w 2290556"/>
                <a:gd name="connsiteY1032" fmla="*/ 626875 h 1796087"/>
                <a:gd name="connsiteX1033" fmla="*/ 1664959 w 2290556"/>
                <a:gd name="connsiteY1033" fmla="*/ 624385 h 1796087"/>
                <a:gd name="connsiteX1034" fmla="*/ 1668157 w 2290556"/>
                <a:gd name="connsiteY1034" fmla="*/ 620786 h 1796087"/>
                <a:gd name="connsiteX1035" fmla="*/ 1669940 w 2290556"/>
                <a:gd name="connsiteY1035" fmla="*/ 618196 h 1796087"/>
                <a:gd name="connsiteX1036" fmla="*/ 1671892 w 2290556"/>
                <a:gd name="connsiteY1036" fmla="*/ 615706 h 1796087"/>
                <a:gd name="connsiteX1037" fmla="*/ 1674383 w 2290556"/>
                <a:gd name="connsiteY1037" fmla="*/ 612006 h 1796087"/>
                <a:gd name="connsiteX1038" fmla="*/ 1678085 w 2290556"/>
                <a:gd name="connsiteY1038" fmla="*/ 608406 h 1796087"/>
                <a:gd name="connsiteX1039" fmla="*/ 1682426 w 2290556"/>
                <a:gd name="connsiteY1039" fmla="*/ 606119 h 1796087"/>
                <a:gd name="connsiteX1040" fmla="*/ 1686431 w 2290556"/>
                <a:gd name="connsiteY1040" fmla="*/ 603831 h 1796087"/>
                <a:gd name="connsiteX1041" fmla="*/ 1691446 w 2290556"/>
                <a:gd name="connsiteY1041" fmla="*/ 601006 h 1796087"/>
                <a:gd name="connsiteX1042" fmla="*/ 1694037 w 2290556"/>
                <a:gd name="connsiteY1042" fmla="*/ 599694 h 1796087"/>
                <a:gd name="connsiteX1043" fmla="*/ 1700364 w 2290556"/>
                <a:gd name="connsiteY1043" fmla="*/ 596229 h 1796087"/>
                <a:gd name="connsiteX1044" fmla="*/ 1707768 w 2290556"/>
                <a:gd name="connsiteY1044" fmla="*/ 596128 h 1796087"/>
                <a:gd name="connsiteX1045" fmla="*/ 1714499 w 2290556"/>
                <a:gd name="connsiteY1045" fmla="*/ 594715 h 1796087"/>
                <a:gd name="connsiteX1046" fmla="*/ 1719177 w 2290556"/>
                <a:gd name="connsiteY1046" fmla="*/ 594715 h 1796087"/>
                <a:gd name="connsiteX1047" fmla="*/ 1722341 w 2290556"/>
                <a:gd name="connsiteY1047" fmla="*/ 595859 h 1796087"/>
                <a:gd name="connsiteX1048" fmla="*/ 1725066 w 2290556"/>
                <a:gd name="connsiteY1048" fmla="*/ 596229 h 1796087"/>
                <a:gd name="connsiteX1049" fmla="*/ 1729105 w 2290556"/>
                <a:gd name="connsiteY1049" fmla="*/ 597440 h 1796087"/>
                <a:gd name="connsiteX1050" fmla="*/ 1733009 w 2290556"/>
                <a:gd name="connsiteY1050" fmla="*/ 601039 h 1796087"/>
                <a:gd name="connsiteX1051" fmla="*/ 1734422 w 2290556"/>
                <a:gd name="connsiteY1051" fmla="*/ 602116 h 1796087"/>
                <a:gd name="connsiteX1052" fmla="*/ 1735836 w 2290556"/>
                <a:gd name="connsiteY1052" fmla="*/ 602890 h 1796087"/>
                <a:gd name="connsiteX1053" fmla="*/ 1739303 w 2290556"/>
                <a:gd name="connsiteY1053" fmla="*/ 602890 h 1796087"/>
                <a:gd name="connsiteX1054" fmla="*/ 1742466 w 2290556"/>
                <a:gd name="connsiteY1054" fmla="*/ 603529 h 1796087"/>
                <a:gd name="connsiteX1055" fmla="*/ 1746067 w 2290556"/>
                <a:gd name="connsiteY1055" fmla="*/ 606253 h 1796087"/>
                <a:gd name="connsiteX1056" fmla="*/ 1748457 w 2290556"/>
                <a:gd name="connsiteY1056" fmla="*/ 608642 h 1796087"/>
                <a:gd name="connsiteX1057" fmla="*/ 1750509 w 2290556"/>
                <a:gd name="connsiteY1057" fmla="*/ 611030 h 1796087"/>
                <a:gd name="connsiteX1058" fmla="*/ 1753875 w 2290556"/>
                <a:gd name="connsiteY1058" fmla="*/ 613856 h 1796087"/>
                <a:gd name="connsiteX1059" fmla="*/ 1757678 w 2290556"/>
                <a:gd name="connsiteY1059" fmla="*/ 617556 h 1796087"/>
                <a:gd name="connsiteX1060" fmla="*/ 1760303 w 2290556"/>
                <a:gd name="connsiteY1060" fmla="*/ 619608 h 1796087"/>
                <a:gd name="connsiteX1061" fmla="*/ 1764308 w 2290556"/>
                <a:gd name="connsiteY1061" fmla="*/ 620248 h 1796087"/>
                <a:gd name="connsiteX1062" fmla="*/ 1769524 w 2290556"/>
                <a:gd name="connsiteY1062" fmla="*/ 620248 h 1796087"/>
                <a:gd name="connsiteX1063" fmla="*/ 1773664 w 2290556"/>
                <a:gd name="connsiteY1063" fmla="*/ 621122 h 1796087"/>
                <a:gd name="connsiteX1064" fmla="*/ 1776289 w 2290556"/>
                <a:gd name="connsiteY1064" fmla="*/ 621660 h 1796087"/>
                <a:gd name="connsiteX1065" fmla="*/ 1781404 w 2290556"/>
                <a:gd name="connsiteY1065" fmla="*/ 625462 h 1796087"/>
                <a:gd name="connsiteX1066" fmla="*/ 1785005 w 2290556"/>
                <a:gd name="connsiteY1066" fmla="*/ 627514 h 1796087"/>
                <a:gd name="connsiteX1067" fmla="*/ 1787159 w 2290556"/>
                <a:gd name="connsiteY1067" fmla="*/ 628927 h 1796087"/>
                <a:gd name="connsiteX1068" fmla="*/ 1790962 w 2290556"/>
                <a:gd name="connsiteY1068" fmla="*/ 631752 h 1796087"/>
                <a:gd name="connsiteX1069" fmla="*/ 1791736 w 2290556"/>
                <a:gd name="connsiteY1069" fmla="*/ 635217 h 1796087"/>
                <a:gd name="connsiteX1070" fmla="*/ 1794462 w 2290556"/>
                <a:gd name="connsiteY1070" fmla="*/ 640532 h 1796087"/>
                <a:gd name="connsiteX1071" fmla="*/ 1797390 w 2290556"/>
                <a:gd name="connsiteY1071" fmla="*/ 641508 h 1796087"/>
                <a:gd name="connsiteX1072" fmla="*/ 1799578 w 2290556"/>
                <a:gd name="connsiteY1072" fmla="*/ 641508 h 1796087"/>
                <a:gd name="connsiteX1073" fmla="*/ 1803818 w 2290556"/>
                <a:gd name="connsiteY1073" fmla="*/ 643257 h 1796087"/>
                <a:gd name="connsiteX1074" fmla="*/ 1804054 w 2290556"/>
                <a:gd name="connsiteY1074" fmla="*/ 645107 h 1796087"/>
                <a:gd name="connsiteX1075" fmla="*/ 1805232 w 2290556"/>
                <a:gd name="connsiteY1075" fmla="*/ 647832 h 1796087"/>
                <a:gd name="connsiteX1076" fmla="*/ 1808833 w 2290556"/>
                <a:gd name="connsiteY1076" fmla="*/ 651095 h 1796087"/>
                <a:gd name="connsiteX1077" fmla="*/ 1814386 w 2290556"/>
                <a:gd name="connsiteY1077" fmla="*/ 656208 h 1796087"/>
                <a:gd name="connsiteX1078" fmla="*/ 1818391 w 2290556"/>
                <a:gd name="connsiteY1078" fmla="*/ 659808 h 1796087"/>
                <a:gd name="connsiteX1079" fmla="*/ 1824247 w 2290556"/>
                <a:gd name="connsiteY1079" fmla="*/ 665022 h 1796087"/>
                <a:gd name="connsiteX1080" fmla="*/ 1830540 w 2290556"/>
                <a:gd name="connsiteY1080" fmla="*/ 669900 h 1796087"/>
                <a:gd name="connsiteX1081" fmla="*/ 1836396 w 2290556"/>
                <a:gd name="connsiteY1081" fmla="*/ 676325 h 1796087"/>
                <a:gd name="connsiteX1082" fmla="*/ 1839223 w 2290556"/>
                <a:gd name="connsiteY1082" fmla="*/ 680664 h 1796087"/>
                <a:gd name="connsiteX1083" fmla="*/ 1841713 w 2290556"/>
                <a:gd name="connsiteY1083" fmla="*/ 683726 h 1796087"/>
                <a:gd name="connsiteX1084" fmla="*/ 1845180 w 2290556"/>
                <a:gd name="connsiteY1084" fmla="*/ 690016 h 1796087"/>
                <a:gd name="connsiteX1085" fmla="*/ 1854098 w 2290556"/>
                <a:gd name="connsiteY1085" fmla="*/ 696744 h 1796087"/>
                <a:gd name="connsiteX1086" fmla="*/ 1857464 w 2290556"/>
                <a:gd name="connsiteY1086" fmla="*/ 701319 h 1796087"/>
                <a:gd name="connsiteX1087" fmla="*/ 1856286 w 2290556"/>
                <a:gd name="connsiteY1087" fmla="*/ 704145 h 1796087"/>
                <a:gd name="connsiteX1088" fmla="*/ 1853459 w 2290556"/>
                <a:gd name="connsiteY1088" fmla="*/ 707509 h 1796087"/>
                <a:gd name="connsiteX1089" fmla="*/ 1859550 w 2290556"/>
                <a:gd name="connsiteY1089" fmla="*/ 712622 h 1796087"/>
                <a:gd name="connsiteX1090" fmla="*/ 1861704 w 2290556"/>
                <a:gd name="connsiteY1090" fmla="*/ 713799 h 1796087"/>
                <a:gd name="connsiteX1091" fmla="*/ 1867156 w 2290556"/>
                <a:gd name="connsiteY1091" fmla="*/ 719989 h 1796087"/>
                <a:gd name="connsiteX1092" fmla="*/ 1867156 w 2290556"/>
                <a:gd name="connsiteY1092" fmla="*/ 722916 h 1796087"/>
                <a:gd name="connsiteX1093" fmla="*/ 1866180 w 2290556"/>
                <a:gd name="connsiteY1093" fmla="*/ 724766 h 1796087"/>
                <a:gd name="connsiteX1094" fmla="*/ 1862478 w 2290556"/>
                <a:gd name="connsiteY1094" fmla="*/ 727794 h 1796087"/>
                <a:gd name="connsiteX1095" fmla="*/ 1857800 w 2290556"/>
                <a:gd name="connsiteY1095" fmla="*/ 731158 h 1796087"/>
                <a:gd name="connsiteX1096" fmla="*/ 1851170 w 2290556"/>
                <a:gd name="connsiteY1096" fmla="*/ 736473 h 1796087"/>
                <a:gd name="connsiteX1097" fmla="*/ 1849118 w 2290556"/>
                <a:gd name="connsiteY1097" fmla="*/ 738222 h 1796087"/>
                <a:gd name="connsiteX1098" fmla="*/ 1842689 w 2290556"/>
                <a:gd name="connsiteY1098" fmla="*/ 740947 h 1796087"/>
                <a:gd name="connsiteX1099" fmla="*/ 1836834 w 2290556"/>
                <a:gd name="connsiteY1099" fmla="*/ 742898 h 1796087"/>
                <a:gd name="connsiteX1100" fmla="*/ 1830641 w 2290556"/>
                <a:gd name="connsiteY1100" fmla="*/ 744210 h 1796087"/>
                <a:gd name="connsiteX1101" fmla="*/ 1825727 w 2290556"/>
                <a:gd name="connsiteY1101" fmla="*/ 744411 h 1796087"/>
                <a:gd name="connsiteX1102" fmla="*/ 1814318 w 2290556"/>
                <a:gd name="connsiteY1102" fmla="*/ 744311 h 1796087"/>
                <a:gd name="connsiteX1103" fmla="*/ 1805737 w 2290556"/>
                <a:gd name="connsiteY1103" fmla="*/ 744950 h 1796087"/>
                <a:gd name="connsiteX1104" fmla="*/ 1801732 w 2290556"/>
                <a:gd name="connsiteY1104" fmla="*/ 743739 h 1796087"/>
                <a:gd name="connsiteX1105" fmla="*/ 1798131 w 2290556"/>
                <a:gd name="connsiteY1105" fmla="*/ 741989 h 1796087"/>
                <a:gd name="connsiteX1106" fmla="*/ 1796078 w 2290556"/>
                <a:gd name="connsiteY1106" fmla="*/ 739803 h 1796087"/>
                <a:gd name="connsiteX1107" fmla="*/ 1793688 w 2290556"/>
                <a:gd name="connsiteY1107" fmla="*/ 736775 h 1796087"/>
                <a:gd name="connsiteX1108" fmla="*/ 1792510 w 2290556"/>
                <a:gd name="connsiteY1108" fmla="*/ 735800 h 1796087"/>
                <a:gd name="connsiteX1109" fmla="*/ 1790996 w 2290556"/>
                <a:gd name="connsiteY1109" fmla="*/ 734286 h 1796087"/>
                <a:gd name="connsiteX1110" fmla="*/ 1788606 w 2290556"/>
                <a:gd name="connsiteY1110" fmla="*/ 732537 h 1796087"/>
                <a:gd name="connsiteX1111" fmla="*/ 1786857 w 2290556"/>
                <a:gd name="connsiteY1111" fmla="*/ 731662 h 1796087"/>
                <a:gd name="connsiteX1112" fmla="*/ 1784803 w 2290556"/>
                <a:gd name="connsiteY1112" fmla="*/ 731763 h 1796087"/>
                <a:gd name="connsiteX1113" fmla="*/ 1782515 w 2290556"/>
                <a:gd name="connsiteY1113" fmla="*/ 731763 h 1796087"/>
                <a:gd name="connsiteX1114" fmla="*/ 1780563 w 2290556"/>
                <a:gd name="connsiteY1114" fmla="*/ 731763 h 1796087"/>
                <a:gd name="connsiteX1115" fmla="*/ 1778376 w 2290556"/>
                <a:gd name="connsiteY1115" fmla="*/ 732537 h 1796087"/>
                <a:gd name="connsiteX1116" fmla="*/ 1775784 w 2290556"/>
                <a:gd name="connsiteY1116" fmla="*/ 734824 h 1796087"/>
                <a:gd name="connsiteX1117" fmla="*/ 1774034 w 2290556"/>
                <a:gd name="connsiteY1117" fmla="*/ 736136 h 1796087"/>
                <a:gd name="connsiteX1118" fmla="*/ 1771207 w 2290556"/>
                <a:gd name="connsiteY1118" fmla="*/ 738087 h 1796087"/>
                <a:gd name="connsiteX1119" fmla="*/ 1768144 w 2290556"/>
                <a:gd name="connsiteY1119" fmla="*/ 738962 h 1796087"/>
                <a:gd name="connsiteX1120" fmla="*/ 1766731 w 2290556"/>
                <a:gd name="connsiteY1120" fmla="*/ 738962 h 1796087"/>
                <a:gd name="connsiteX1121" fmla="*/ 1763567 w 2290556"/>
                <a:gd name="connsiteY1121" fmla="*/ 738962 h 1796087"/>
                <a:gd name="connsiteX1122" fmla="*/ 1760101 w 2290556"/>
                <a:gd name="connsiteY1122" fmla="*/ 738794 h 1796087"/>
                <a:gd name="connsiteX1123" fmla="*/ 1757375 w 2290556"/>
                <a:gd name="connsiteY1123" fmla="*/ 738726 h 1796087"/>
                <a:gd name="connsiteX1124" fmla="*/ 1751182 w 2290556"/>
                <a:gd name="connsiteY1124" fmla="*/ 736876 h 1796087"/>
                <a:gd name="connsiteX1125" fmla="*/ 1746605 w 2290556"/>
                <a:gd name="connsiteY1125" fmla="*/ 735800 h 1796087"/>
                <a:gd name="connsiteX1126" fmla="*/ 1743779 w 2290556"/>
                <a:gd name="connsiteY1126" fmla="*/ 735800 h 1796087"/>
                <a:gd name="connsiteX1127" fmla="*/ 1739740 w 2290556"/>
                <a:gd name="connsiteY1127" fmla="*/ 735800 h 1796087"/>
                <a:gd name="connsiteX1128" fmla="*/ 1736173 w 2290556"/>
                <a:gd name="connsiteY1128" fmla="*/ 736674 h 1796087"/>
                <a:gd name="connsiteX1129" fmla="*/ 1733346 w 2290556"/>
                <a:gd name="connsiteY1129" fmla="*/ 737549 h 1796087"/>
                <a:gd name="connsiteX1130" fmla="*/ 1729879 w 2290556"/>
                <a:gd name="connsiteY1130" fmla="*/ 738861 h 1796087"/>
                <a:gd name="connsiteX1131" fmla="*/ 1725538 w 2290556"/>
                <a:gd name="connsiteY1131" fmla="*/ 740913 h 1796087"/>
                <a:gd name="connsiteX1132" fmla="*/ 1722913 w 2290556"/>
                <a:gd name="connsiteY1132" fmla="*/ 741788 h 1796087"/>
                <a:gd name="connsiteX1133" fmla="*/ 1720321 w 2290556"/>
                <a:gd name="connsiteY1133" fmla="*/ 742662 h 1796087"/>
                <a:gd name="connsiteX1134" fmla="*/ 1717158 w 2290556"/>
                <a:gd name="connsiteY1134" fmla="*/ 743840 h 1796087"/>
                <a:gd name="connsiteX1135" fmla="*/ 1713994 w 2290556"/>
                <a:gd name="connsiteY1135" fmla="*/ 745791 h 1796087"/>
                <a:gd name="connsiteX1136" fmla="*/ 1711268 w 2290556"/>
                <a:gd name="connsiteY1136" fmla="*/ 748078 h 1796087"/>
                <a:gd name="connsiteX1137" fmla="*/ 1708340 w 2290556"/>
                <a:gd name="connsiteY1137" fmla="*/ 750130 h 1796087"/>
                <a:gd name="connsiteX1138" fmla="*/ 1704537 w 2290556"/>
                <a:gd name="connsiteY1138" fmla="*/ 753057 h 1796087"/>
                <a:gd name="connsiteX1139" fmla="*/ 1699960 w 2290556"/>
                <a:gd name="connsiteY1139" fmla="*/ 756421 h 1796087"/>
                <a:gd name="connsiteX1140" fmla="*/ 1697335 w 2290556"/>
                <a:gd name="connsiteY1140" fmla="*/ 757396 h 1796087"/>
                <a:gd name="connsiteX1141" fmla="*/ 1692321 w 2290556"/>
                <a:gd name="connsiteY1141" fmla="*/ 760020 h 1796087"/>
                <a:gd name="connsiteX1142" fmla="*/ 1688282 w 2290556"/>
                <a:gd name="connsiteY1142" fmla="*/ 760121 h 1796087"/>
                <a:gd name="connsiteX1143" fmla="*/ 1682527 w 2290556"/>
                <a:gd name="connsiteY1143" fmla="*/ 759146 h 1796087"/>
                <a:gd name="connsiteX1144" fmla="*/ 1679364 w 2290556"/>
                <a:gd name="connsiteY1144" fmla="*/ 757497 h 1796087"/>
                <a:gd name="connsiteX1145" fmla="*/ 1677950 w 2290556"/>
                <a:gd name="connsiteY1145" fmla="*/ 758036 h 1796087"/>
                <a:gd name="connsiteX1146" fmla="*/ 1674349 w 2290556"/>
                <a:gd name="connsiteY1146" fmla="*/ 758036 h 1796087"/>
                <a:gd name="connsiteX1147" fmla="*/ 1672060 w 2290556"/>
                <a:gd name="connsiteY1147" fmla="*/ 758574 h 1796087"/>
                <a:gd name="connsiteX1148" fmla="*/ 1667921 w 2290556"/>
                <a:gd name="connsiteY1148" fmla="*/ 760323 h 1796087"/>
                <a:gd name="connsiteX1149" fmla="*/ 1664454 w 2290556"/>
                <a:gd name="connsiteY1149" fmla="*/ 764225 h 1796087"/>
                <a:gd name="connsiteX1150" fmla="*/ 1662940 w 2290556"/>
                <a:gd name="connsiteY1150" fmla="*/ 767589 h 1796087"/>
                <a:gd name="connsiteX1151" fmla="*/ 1662940 w 2290556"/>
                <a:gd name="connsiteY1151" fmla="*/ 772601 h 1796087"/>
                <a:gd name="connsiteX1152" fmla="*/ 1660349 w 2290556"/>
                <a:gd name="connsiteY1152" fmla="*/ 777177 h 1796087"/>
                <a:gd name="connsiteX1153" fmla="*/ 1657959 w 2290556"/>
                <a:gd name="connsiteY1153" fmla="*/ 781079 h 1796087"/>
                <a:gd name="connsiteX1154" fmla="*/ 1654358 w 2290556"/>
                <a:gd name="connsiteY1154" fmla="*/ 783568 h 1796087"/>
                <a:gd name="connsiteX1155" fmla="*/ 1651195 w 2290556"/>
                <a:gd name="connsiteY1155" fmla="*/ 784443 h 1796087"/>
                <a:gd name="connsiteX1156" fmla="*/ 1647930 w 2290556"/>
                <a:gd name="connsiteY1156" fmla="*/ 784241 h 1796087"/>
                <a:gd name="connsiteX1157" fmla="*/ 1644868 w 2290556"/>
                <a:gd name="connsiteY1157" fmla="*/ 783164 h 1796087"/>
                <a:gd name="connsiteX1158" fmla="*/ 1637464 w 2290556"/>
                <a:gd name="connsiteY1158" fmla="*/ 781953 h 1796087"/>
                <a:gd name="connsiteX1159" fmla="*/ 1631608 w 2290556"/>
                <a:gd name="connsiteY1159" fmla="*/ 781953 h 1796087"/>
                <a:gd name="connsiteX1160" fmla="*/ 1626829 w 2290556"/>
                <a:gd name="connsiteY1160" fmla="*/ 781953 h 1796087"/>
                <a:gd name="connsiteX1161" fmla="*/ 1621074 w 2290556"/>
                <a:gd name="connsiteY1161" fmla="*/ 783265 h 1796087"/>
                <a:gd name="connsiteX1162" fmla="*/ 1614444 w 2290556"/>
                <a:gd name="connsiteY1162" fmla="*/ 786730 h 1796087"/>
                <a:gd name="connsiteX1163" fmla="*/ 1606199 w 2290556"/>
                <a:gd name="connsiteY1163" fmla="*/ 792718 h 1796087"/>
                <a:gd name="connsiteX1164" fmla="*/ 1600343 w 2290556"/>
                <a:gd name="connsiteY1164" fmla="*/ 794333 h 1796087"/>
                <a:gd name="connsiteX1165" fmla="*/ 1595463 w 2290556"/>
                <a:gd name="connsiteY1165" fmla="*/ 798672 h 1796087"/>
                <a:gd name="connsiteX1166" fmla="*/ 1593410 w 2290556"/>
                <a:gd name="connsiteY1166" fmla="*/ 805198 h 1796087"/>
                <a:gd name="connsiteX1167" fmla="*/ 1590919 w 2290556"/>
                <a:gd name="connsiteY1167" fmla="*/ 808798 h 1796087"/>
                <a:gd name="connsiteX1168" fmla="*/ 1585804 w 2290556"/>
                <a:gd name="connsiteY1168" fmla="*/ 813575 h 1796087"/>
                <a:gd name="connsiteX1169" fmla="*/ 1583953 w 2290556"/>
                <a:gd name="connsiteY1169" fmla="*/ 815526 h 1796087"/>
                <a:gd name="connsiteX1170" fmla="*/ 1581227 w 2290556"/>
                <a:gd name="connsiteY1170" fmla="*/ 818351 h 1796087"/>
                <a:gd name="connsiteX1171" fmla="*/ 1577962 w 2290556"/>
                <a:gd name="connsiteY1171" fmla="*/ 822691 h 1796087"/>
                <a:gd name="connsiteX1172" fmla="*/ 1576212 w 2290556"/>
                <a:gd name="connsiteY1172" fmla="*/ 826829 h 1796087"/>
                <a:gd name="connsiteX1173" fmla="*/ 1574563 w 2290556"/>
                <a:gd name="connsiteY1173" fmla="*/ 828040 h 1796087"/>
                <a:gd name="connsiteX1174" fmla="*/ 1573486 w 2290556"/>
                <a:gd name="connsiteY1174" fmla="*/ 831404 h 1796087"/>
                <a:gd name="connsiteX1175" fmla="*/ 1572712 w 2290556"/>
                <a:gd name="connsiteY1175" fmla="*/ 833893 h 1796087"/>
                <a:gd name="connsiteX1176" fmla="*/ 1572376 w 2290556"/>
                <a:gd name="connsiteY1176" fmla="*/ 836618 h 1796087"/>
                <a:gd name="connsiteX1177" fmla="*/ 1572039 w 2290556"/>
                <a:gd name="connsiteY1177" fmla="*/ 837694 h 1796087"/>
                <a:gd name="connsiteX1178" fmla="*/ 1573654 w 2290556"/>
                <a:gd name="connsiteY1178" fmla="*/ 840318 h 1796087"/>
                <a:gd name="connsiteX1179" fmla="*/ 1576683 w 2290556"/>
                <a:gd name="connsiteY1179" fmla="*/ 845431 h 1796087"/>
                <a:gd name="connsiteX1180" fmla="*/ 1577323 w 2290556"/>
                <a:gd name="connsiteY1180" fmla="*/ 847618 h 1796087"/>
                <a:gd name="connsiteX1181" fmla="*/ 1577861 w 2290556"/>
                <a:gd name="connsiteY1181" fmla="*/ 851083 h 1796087"/>
                <a:gd name="connsiteX1182" fmla="*/ 1577861 w 2290556"/>
                <a:gd name="connsiteY1182" fmla="*/ 854548 h 1796087"/>
                <a:gd name="connsiteX1183" fmla="*/ 1577861 w 2290556"/>
                <a:gd name="connsiteY1183" fmla="*/ 856600 h 1796087"/>
                <a:gd name="connsiteX1184" fmla="*/ 1577054 w 2290556"/>
                <a:gd name="connsiteY1184" fmla="*/ 858349 h 1796087"/>
                <a:gd name="connsiteX1185" fmla="*/ 1575034 w 2290556"/>
                <a:gd name="connsiteY1185" fmla="*/ 860098 h 1796087"/>
                <a:gd name="connsiteX1186" fmla="*/ 1572544 w 2290556"/>
                <a:gd name="connsiteY1186" fmla="*/ 862049 h 1796087"/>
                <a:gd name="connsiteX1187" fmla="*/ 1569818 w 2290556"/>
                <a:gd name="connsiteY1187" fmla="*/ 862924 h 1796087"/>
                <a:gd name="connsiteX1188" fmla="*/ 1565678 w 2290556"/>
                <a:gd name="connsiteY1188" fmla="*/ 862924 h 1796087"/>
                <a:gd name="connsiteX1189" fmla="*/ 1561236 w 2290556"/>
                <a:gd name="connsiteY1189" fmla="*/ 863698 h 1796087"/>
                <a:gd name="connsiteX1190" fmla="*/ 1558207 w 2290556"/>
                <a:gd name="connsiteY1190" fmla="*/ 864236 h 1796087"/>
                <a:gd name="connsiteX1191" fmla="*/ 1555918 w 2290556"/>
                <a:gd name="connsiteY1191" fmla="*/ 865110 h 1796087"/>
                <a:gd name="connsiteX1192" fmla="*/ 1553193 w 2290556"/>
                <a:gd name="connsiteY1192" fmla="*/ 866961 h 1796087"/>
                <a:gd name="connsiteX1193" fmla="*/ 1551341 w 2290556"/>
                <a:gd name="connsiteY1193" fmla="*/ 868710 h 1796087"/>
                <a:gd name="connsiteX1194" fmla="*/ 1549928 w 2290556"/>
                <a:gd name="connsiteY1194" fmla="*/ 870997 h 1796087"/>
                <a:gd name="connsiteX1195" fmla="*/ 1547438 w 2290556"/>
                <a:gd name="connsiteY1195" fmla="*/ 874462 h 1796087"/>
                <a:gd name="connsiteX1196" fmla="*/ 1542995 w 2290556"/>
                <a:gd name="connsiteY1196" fmla="*/ 878802 h 1796087"/>
                <a:gd name="connsiteX1197" fmla="*/ 1538519 w 2290556"/>
                <a:gd name="connsiteY1197" fmla="*/ 880316 h 1796087"/>
                <a:gd name="connsiteX1198" fmla="*/ 1533202 w 2290556"/>
                <a:gd name="connsiteY1198" fmla="*/ 885631 h 1796087"/>
                <a:gd name="connsiteX1199" fmla="*/ 1527312 w 2290556"/>
                <a:gd name="connsiteY1199" fmla="*/ 891282 h 1796087"/>
                <a:gd name="connsiteX1200" fmla="*/ 1520918 w 2290556"/>
                <a:gd name="connsiteY1200" fmla="*/ 895285 h 1796087"/>
                <a:gd name="connsiteX1201" fmla="*/ 1515802 w 2290556"/>
                <a:gd name="connsiteY1201" fmla="*/ 896799 h 1796087"/>
                <a:gd name="connsiteX1202" fmla="*/ 1509812 w 2290556"/>
                <a:gd name="connsiteY1202" fmla="*/ 899187 h 1796087"/>
                <a:gd name="connsiteX1203" fmla="*/ 1502240 w 2290556"/>
                <a:gd name="connsiteY1203" fmla="*/ 900600 h 1796087"/>
                <a:gd name="connsiteX1204" fmla="*/ 1479624 w 2290556"/>
                <a:gd name="connsiteY1204" fmla="*/ 900600 h 1796087"/>
                <a:gd name="connsiteX1205" fmla="*/ 1467441 w 2290556"/>
                <a:gd name="connsiteY1205" fmla="*/ 900600 h 1796087"/>
                <a:gd name="connsiteX1206" fmla="*/ 1459397 w 2290556"/>
                <a:gd name="connsiteY1206" fmla="*/ 900600 h 1796087"/>
                <a:gd name="connsiteX1207" fmla="*/ 1453306 w 2290556"/>
                <a:gd name="connsiteY1207" fmla="*/ 901139 h 1796087"/>
                <a:gd name="connsiteX1208" fmla="*/ 1446878 w 2290556"/>
                <a:gd name="connsiteY1208" fmla="*/ 902114 h 1796087"/>
                <a:gd name="connsiteX1209" fmla="*/ 1443176 w 2290556"/>
                <a:gd name="connsiteY1209" fmla="*/ 903191 h 1796087"/>
                <a:gd name="connsiteX1210" fmla="*/ 1439036 w 2290556"/>
                <a:gd name="connsiteY1210" fmla="*/ 905243 h 1796087"/>
                <a:gd name="connsiteX1211" fmla="*/ 1437959 w 2290556"/>
                <a:gd name="connsiteY1211" fmla="*/ 906555 h 1796087"/>
                <a:gd name="connsiteX1212" fmla="*/ 1436983 w 2290556"/>
                <a:gd name="connsiteY1212" fmla="*/ 908405 h 1796087"/>
                <a:gd name="connsiteX1213" fmla="*/ 1436983 w 2290556"/>
                <a:gd name="connsiteY1213" fmla="*/ 911567 h 1796087"/>
                <a:gd name="connsiteX1214" fmla="*/ 1435233 w 2290556"/>
                <a:gd name="connsiteY1214" fmla="*/ 915368 h 1796087"/>
                <a:gd name="connsiteX1215" fmla="*/ 1435233 w 2290556"/>
                <a:gd name="connsiteY1215" fmla="*/ 920246 h 1796087"/>
                <a:gd name="connsiteX1216" fmla="*/ 1432070 w 2290556"/>
                <a:gd name="connsiteY1216" fmla="*/ 925023 h 1796087"/>
                <a:gd name="connsiteX1217" fmla="*/ 1427055 w 2290556"/>
                <a:gd name="connsiteY1217" fmla="*/ 930674 h 1796087"/>
                <a:gd name="connsiteX1218" fmla="*/ 1421401 w 2290556"/>
                <a:gd name="connsiteY1218" fmla="*/ 936225 h 1796087"/>
                <a:gd name="connsiteX1219" fmla="*/ 1412180 w 2290556"/>
                <a:gd name="connsiteY1219" fmla="*/ 942953 h 1796087"/>
                <a:gd name="connsiteX1220" fmla="*/ 1400233 w 2290556"/>
                <a:gd name="connsiteY1220" fmla="*/ 955668 h 1796087"/>
                <a:gd name="connsiteX1221" fmla="*/ 1389699 w 2290556"/>
                <a:gd name="connsiteY1221" fmla="*/ 962834 h 1796087"/>
                <a:gd name="connsiteX1222" fmla="*/ 1378626 w 2290556"/>
                <a:gd name="connsiteY1222" fmla="*/ 970672 h 1796087"/>
                <a:gd name="connsiteX1223" fmla="*/ 1374722 w 2290556"/>
                <a:gd name="connsiteY1223" fmla="*/ 971849 h 1796087"/>
                <a:gd name="connsiteX1224" fmla="*/ 1364828 w 2290556"/>
                <a:gd name="connsiteY1224" fmla="*/ 975314 h 1796087"/>
                <a:gd name="connsiteX1225" fmla="*/ 1355169 w 2290556"/>
                <a:gd name="connsiteY1225" fmla="*/ 975314 h 1796087"/>
                <a:gd name="connsiteX1226" fmla="*/ 1348001 w 2290556"/>
                <a:gd name="connsiteY1226" fmla="*/ 974776 h 1796087"/>
                <a:gd name="connsiteX1227" fmla="*/ 1341808 w 2290556"/>
                <a:gd name="connsiteY1227" fmla="*/ 974338 h 1796087"/>
                <a:gd name="connsiteX1228" fmla="*/ 1336255 w 2290556"/>
                <a:gd name="connsiteY1228" fmla="*/ 974776 h 1796087"/>
                <a:gd name="connsiteX1229" fmla="*/ 1332553 w 2290556"/>
                <a:gd name="connsiteY1229" fmla="*/ 974237 h 1796087"/>
                <a:gd name="connsiteX1230" fmla="*/ 1327135 w 2290556"/>
                <a:gd name="connsiteY1230" fmla="*/ 973262 h 1796087"/>
                <a:gd name="connsiteX1231" fmla="*/ 1322558 w 2290556"/>
                <a:gd name="connsiteY1231" fmla="*/ 972051 h 1796087"/>
                <a:gd name="connsiteX1232" fmla="*/ 1317139 w 2290556"/>
                <a:gd name="connsiteY1232" fmla="*/ 971513 h 1796087"/>
                <a:gd name="connsiteX1233" fmla="*/ 1307582 w 2290556"/>
                <a:gd name="connsiteY1233" fmla="*/ 967711 h 1796087"/>
                <a:gd name="connsiteX1234" fmla="*/ 1302264 w 2290556"/>
                <a:gd name="connsiteY1234" fmla="*/ 968351 h 1796087"/>
                <a:gd name="connsiteX1235" fmla="*/ 1298024 w 2290556"/>
                <a:gd name="connsiteY1235" fmla="*/ 968351 h 1796087"/>
                <a:gd name="connsiteX1236" fmla="*/ 1293446 w 2290556"/>
                <a:gd name="connsiteY1236" fmla="*/ 967812 h 1796087"/>
                <a:gd name="connsiteX1237" fmla="*/ 1289307 w 2290556"/>
                <a:gd name="connsiteY1237" fmla="*/ 966063 h 1796087"/>
                <a:gd name="connsiteX1238" fmla="*/ 1284427 w 2290556"/>
                <a:gd name="connsiteY1238" fmla="*/ 963574 h 1796087"/>
                <a:gd name="connsiteX1239" fmla="*/ 1274735 w 2290556"/>
                <a:gd name="connsiteY1239" fmla="*/ 954760 h 1796087"/>
                <a:gd name="connsiteX1240" fmla="*/ 1272143 w 2290556"/>
                <a:gd name="connsiteY1240" fmla="*/ 952035 h 1796087"/>
                <a:gd name="connsiteX1241" fmla="*/ 1269653 w 2290556"/>
                <a:gd name="connsiteY1241" fmla="*/ 949546 h 1796087"/>
                <a:gd name="connsiteX1242" fmla="*/ 1267028 w 2290556"/>
                <a:gd name="connsiteY1242" fmla="*/ 948133 h 1796087"/>
                <a:gd name="connsiteX1243" fmla="*/ 1262249 w 2290556"/>
                <a:gd name="connsiteY1243" fmla="*/ 947494 h 1796087"/>
                <a:gd name="connsiteX1244" fmla="*/ 1253566 w 2290556"/>
                <a:gd name="connsiteY1244" fmla="*/ 947494 h 1796087"/>
                <a:gd name="connsiteX1245" fmla="*/ 1240508 w 2290556"/>
                <a:gd name="connsiteY1245" fmla="*/ 947494 h 1796087"/>
                <a:gd name="connsiteX1246" fmla="*/ 1236907 w 2290556"/>
                <a:gd name="connsiteY1246" fmla="*/ 947696 h 1796087"/>
                <a:gd name="connsiteX1247" fmla="*/ 1233340 w 2290556"/>
                <a:gd name="connsiteY1247" fmla="*/ 947830 h 1796087"/>
                <a:gd name="connsiteX1248" fmla="*/ 1229739 w 2290556"/>
                <a:gd name="connsiteY1248" fmla="*/ 948806 h 1796087"/>
                <a:gd name="connsiteX1249" fmla="*/ 1227450 w 2290556"/>
                <a:gd name="connsiteY1249" fmla="*/ 949344 h 1796087"/>
                <a:gd name="connsiteX1250" fmla="*/ 1222873 w 2290556"/>
                <a:gd name="connsiteY1250" fmla="*/ 951632 h 1796087"/>
                <a:gd name="connsiteX1251" fmla="*/ 1219507 w 2290556"/>
                <a:gd name="connsiteY1251" fmla="*/ 953280 h 1796087"/>
                <a:gd name="connsiteX1252" fmla="*/ 1216479 w 2290556"/>
                <a:gd name="connsiteY1252" fmla="*/ 955870 h 1796087"/>
                <a:gd name="connsiteX1253" fmla="*/ 1213753 w 2290556"/>
                <a:gd name="connsiteY1253" fmla="*/ 957922 h 1796087"/>
                <a:gd name="connsiteX1254" fmla="*/ 1210152 w 2290556"/>
                <a:gd name="connsiteY1254" fmla="*/ 960950 h 1796087"/>
                <a:gd name="connsiteX1255" fmla="*/ 1208099 w 2290556"/>
                <a:gd name="connsiteY1255" fmla="*/ 964953 h 1796087"/>
                <a:gd name="connsiteX1256" fmla="*/ 1205810 w 2290556"/>
                <a:gd name="connsiteY1256" fmla="*/ 969831 h 1796087"/>
                <a:gd name="connsiteX1257" fmla="*/ 1200358 w 2290556"/>
                <a:gd name="connsiteY1257" fmla="*/ 975684 h 1796087"/>
                <a:gd name="connsiteX1258" fmla="*/ 1198171 w 2290556"/>
                <a:gd name="connsiteY1258" fmla="*/ 985675 h 1796087"/>
                <a:gd name="connsiteX1259" fmla="*/ 1197194 w 2290556"/>
                <a:gd name="connsiteY1259" fmla="*/ 987962 h 1796087"/>
                <a:gd name="connsiteX1260" fmla="*/ 1195243 w 2290556"/>
                <a:gd name="connsiteY1260" fmla="*/ 992403 h 1796087"/>
                <a:gd name="connsiteX1261" fmla="*/ 1193728 w 2290556"/>
                <a:gd name="connsiteY1261" fmla="*/ 996641 h 1796087"/>
                <a:gd name="connsiteX1262" fmla="*/ 1191978 w 2290556"/>
                <a:gd name="connsiteY1262" fmla="*/ 1000544 h 1796087"/>
                <a:gd name="connsiteX1263" fmla="*/ 1191002 w 2290556"/>
                <a:gd name="connsiteY1263" fmla="*/ 1004984 h 1796087"/>
                <a:gd name="connsiteX1264" fmla="*/ 1190565 w 2290556"/>
                <a:gd name="connsiteY1264" fmla="*/ 1009559 h 1796087"/>
                <a:gd name="connsiteX1265" fmla="*/ 1189689 w 2290556"/>
                <a:gd name="connsiteY1265" fmla="*/ 1012721 h 1796087"/>
                <a:gd name="connsiteX1266" fmla="*/ 1188377 w 2290556"/>
                <a:gd name="connsiteY1266" fmla="*/ 1015648 h 1796087"/>
                <a:gd name="connsiteX1267" fmla="*/ 1185314 w 2290556"/>
                <a:gd name="connsiteY1267" fmla="*/ 1019348 h 1796087"/>
                <a:gd name="connsiteX1268" fmla="*/ 1184574 w 2290556"/>
                <a:gd name="connsiteY1268" fmla="*/ 1021299 h 1796087"/>
                <a:gd name="connsiteX1269" fmla="*/ 1184776 w 2290556"/>
                <a:gd name="connsiteY1269" fmla="*/ 1024764 h 1796087"/>
                <a:gd name="connsiteX1270" fmla="*/ 1184776 w 2290556"/>
                <a:gd name="connsiteY1270" fmla="*/ 1027691 h 1796087"/>
                <a:gd name="connsiteX1271" fmla="*/ 1185819 w 2290556"/>
                <a:gd name="connsiteY1271" fmla="*/ 1030752 h 1796087"/>
                <a:gd name="connsiteX1272" fmla="*/ 1188040 w 2290556"/>
                <a:gd name="connsiteY1272" fmla="*/ 1033342 h 1796087"/>
                <a:gd name="connsiteX1273" fmla="*/ 1191204 w 2290556"/>
                <a:gd name="connsiteY1273" fmla="*/ 1036942 h 1796087"/>
                <a:gd name="connsiteX1274" fmla="*/ 1192718 w 2290556"/>
                <a:gd name="connsiteY1274" fmla="*/ 1043569 h 1796087"/>
                <a:gd name="connsiteX1275" fmla="*/ 1192920 w 2290556"/>
                <a:gd name="connsiteY1275" fmla="*/ 1046731 h 1796087"/>
                <a:gd name="connsiteX1276" fmla="*/ 1198036 w 2290556"/>
                <a:gd name="connsiteY1276" fmla="*/ 1054434 h 1796087"/>
                <a:gd name="connsiteX1277" fmla="*/ 1201300 w 2290556"/>
                <a:gd name="connsiteY1277" fmla="*/ 1059850 h 1796087"/>
                <a:gd name="connsiteX1278" fmla="*/ 1207493 w 2290556"/>
                <a:gd name="connsiteY1278" fmla="*/ 1064863 h 1796087"/>
                <a:gd name="connsiteX1279" fmla="*/ 1218464 w 2290556"/>
                <a:gd name="connsiteY1279" fmla="*/ 1074854 h 1796087"/>
                <a:gd name="connsiteX1280" fmla="*/ 1221931 w 2290556"/>
                <a:gd name="connsiteY1280" fmla="*/ 1078991 h 1796087"/>
                <a:gd name="connsiteX1281" fmla="*/ 1225296 w 2290556"/>
                <a:gd name="connsiteY1281" fmla="*/ 1082153 h 1796087"/>
                <a:gd name="connsiteX1282" fmla="*/ 1226508 w 2290556"/>
                <a:gd name="connsiteY1282" fmla="*/ 1085618 h 1796087"/>
                <a:gd name="connsiteX1283" fmla="*/ 1226508 w 2290556"/>
                <a:gd name="connsiteY1283" fmla="*/ 1089857 h 1796087"/>
                <a:gd name="connsiteX1284" fmla="*/ 1226036 w 2290556"/>
                <a:gd name="connsiteY1284" fmla="*/ 1095845 h 1796087"/>
                <a:gd name="connsiteX1285" fmla="*/ 1222267 w 2290556"/>
                <a:gd name="connsiteY1285" fmla="*/ 1100622 h 1796087"/>
                <a:gd name="connsiteX1286" fmla="*/ 1217589 w 2290556"/>
                <a:gd name="connsiteY1286" fmla="*/ 1106273 h 1796087"/>
                <a:gd name="connsiteX1287" fmla="*/ 1207493 w 2290556"/>
                <a:gd name="connsiteY1287" fmla="*/ 1114851 h 1796087"/>
                <a:gd name="connsiteX1288" fmla="*/ 1196420 w 2290556"/>
                <a:gd name="connsiteY1288" fmla="*/ 1123429 h 1796087"/>
                <a:gd name="connsiteX1289" fmla="*/ 1185314 w 2290556"/>
                <a:gd name="connsiteY1289" fmla="*/ 1129518 h 1796087"/>
                <a:gd name="connsiteX1290" fmla="*/ 1166535 w 2290556"/>
                <a:gd name="connsiteY1290" fmla="*/ 1137423 h 1796087"/>
                <a:gd name="connsiteX1291" fmla="*/ 1159569 w 2290556"/>
                <a:gd name="connsiteY1291" fmla="*/ 1140586 h 1796087"/>
                <a:gd name="connsiteX1292" fmla="*/ 1153141 w 2290556"/>
                <a:gd name="connsiteY1292" fmla="*/ 1142436 h 1796087"/>
                <a:gd name="connsiteX1293" fmla="*/ 1148799 w 2290556"/>
                <a:gd name="connsiteY1293" fmla="*/ 1145160 h 1796087"/>
                <a:gd name="connsiteX1294" fmla="*/ 1144020 w 2290556"/>
                <a:gd name="connsiteY1294" fmla="*/ 1148087 h 1796087"/>
                <a:gd name="connsiteX1295" fmla="*/ 1140857 w 2290556"/>
                <a:gd name="connsiteY1295" fmla="*/ 1151552 h 1796087"/>
                <a:gd name="connsiteX1296" fmla="*/ 1137794 w 2290556"/>
                <a:gd name="connsiteY1296" fmla="*/ 1155589 h 1796087"/>
                <a:gd name="connsiteX1297" fmla="*/ 1135943 w 2290556"/>
                <a:gd name="connsiteY1297" fmla="*/ 1158852 h 1796087"/>
                <a:gd name="connsiteX1298" fmla="*/ 1134092 w 2290556"/>
                <a:gd name="connsiteY1298" fmla="*/ 1162014 h 1796087"/>
                <a:gd name="connsiteX1299" fmla="*/ 1131467 w 2290556"/>
                <a:gd name="connsiteY1299" fmla="*/ 1165378 h 1796087"/>
                <a:gd name="connsiteX1300" fmla="*/ 1129179 w 2290556"/>
                <a:gd name="connsiteY1300" fmla="*/ 1168103 h 1796087"/>
                <a:gd name="connsiteX1301" fmla="*/ 1126789 w 2290556"/>
                <a:gd name="connsiteY1301" fmla="*/ 1172341 h 1796087"/>
                <a:gd name="connsiteX1302" fmla="*/ 1123323 w 2290556"/>
                <a:gd name="connsiteY1302" fmla="*/ 1175941 h 1796087"/>
                <a:gd name="connsiteX1303" fmla="*/ 1120832 w 2290556"/>
                <a:gd name="connsiteY1303" fmla="*/ 1180818 h 1796087"/>
                <a:gd name="connsiteX1304" fmla="*/ 1115818 w 2290556"/>
                <a:gd name="connsiteY1304" fmla="*/ 1189195 h 1796087"/>
                <a:gd name="connsiteX1305" fmla="*/ 1094178 w 2290556"/>
                <a:gd name="connsiteY1305" fmla="*/ 1207562 h 1796087"/>
                <a:gd name="connsiteX1306" fmla="*/ 1091014 w 2290556"/>
                <a:gd name="connsiteY1306" fmla="*/ 1211599 h 1796087"/>
                <a:gd name="connsiteX1307" fmla="*/ 1087851 w 2290556"/>
                <a:gd name="connsiteY1307" fmla="*/ 1215198 h 1796087"/>
                <a:gd name="connsiteX1308" fmla="*/ 1084923 w 2290556"/>
                <a:gd name="connsiteY1308" fmla="*/ 1217048 h 1796087"/>
                <a:gd name="connsiteX1309" fmla="*/ 1080783 w 2290556"/>
                <a:gd name="connsiteY1309" fmla="*/ 1220110 h 1796087"/>
                <a:gd name="connsiteX1310" fmla="*/ 1076105 w 2290556"/>
                <a:gd name="connsiteY1310" fmla="*/ 1221422 h 1796087"/>
                <a:gd name="connsiteX1311" fmla="*/ 1070889 w 2290556"/>
                <a:gd name="connsiteY1311" fmla="*/ 1222498 h 1796087"/>
                <a:gd name="connsiteX1312" fmla="*/ 1067523 w 2290556"/>
                <a:gd name="connsiteY1312" fmla="*/ 1222935 h 1796087"/>
                <a:gd name="connsiteX1313" fmla="*/ 1062745 w 2290556"/>
                <a:gd name="connsiteY1313" fmla="*/ 1223373 h 1796087"/>
                <a:gd name="connsiteX1314" fmla="*/ 1055340 w 2290556"/>
                <a:gd name="connsiteY1314" fmla="*/ 1224146 h 1796087"/>
                <a:gd name="connsiteX1315" fmla="*/ 1051436 w 2290556"/>
                <a:gd name="connsiteY1315" fmla="*/ 1224584 h 1796087"/>
                <a:gd name="connsiteX1316" fmla="*/ 1046657 w 2290556"/>
                <a:gd name="connsiteY1316" fmla="*/ 1226636 h 1796087"/>
                <a:gd name="connsiteX1317" fmla="*/ 1040028 w 2290556"/>
                <a:gd name="connsiteY1317" fmla="*/ 1230235 h 1796087"/>
                <a:gd name="connsiteX1318" fmla="*/ 1034037 w 2290556"/>
                <a:gd name="connsiteY1318" fmla="*/ 1234238 h 1796087"/>
                <a:gd name="connsiteX1319" fmla="*/ 1025657 w 2290556"/>
                <a:gd name="connsiteY1319" fmla="*/ 1241504 h 1796087"/>
                <a:gd name="connsiteX1320" fmla="*/ 1016873 w 2290556"/>
                <a:gd name="connsiteY1320" fmla="*/ 1244734 h 1796087"/>
                <a:gd name="connsiteX1321" fmla="*/ 1002536 w 2290556"/>
                <a:gd name="connsiteY1321" fmla="*/ 1244734 h 1796087"/>
                <a:gd name="connsiteX1322" fmla="*/ 978944 w 2290556"/>
                <a:gd name="connsiteY1322" fmla="*/ 1246079 h 1796087"/>
                <a:gd name="connsiteX1323" fmla="*/ 959055 w 2290556"/>
                <a:gd name="connsiteY1323" fmla="*/ 1248199 h 1796087"/>
                <a:gd name="connsiteX1324" fmla="*/ 953199 w 2290556"/>
                <a:gd name="connsiteY1324" fmla="*/ 1248636 h 1796087"/>
                <a:gd name="connsiteX1325" fmla="*/ 941352 w 2290556"/>
                <a:gd name="connsiteY1325" fmla="*/ 1246786 h 1796087"/>
                <a:gd name="connsiteX1326" fmla="*/ 926242 w 2290556"/>
                <a:gd name="connsiteY1326" fmla="*/ 1245272 h 1796087"/>
                <a:gd name="connsiteX1327" fmla="*/ 916010 w 2290556"/>
                <a:gd name="connsiteY1327" fmla="*/ 1245474 h 1796087"/>
                <a:gd name="connsiteX1328" fmla="*/ 890130 w 2290556"/>
                <a:gd name="connsiteY1328" fmla="*/ 1246113 h 1796087"/>
                <a:gd name="connsiteX1329" fmla="*/ 883702 w 2290556"/>
                <a:gd name="connsiteY1329" fmla="*/ 1246449 h 1796087"/>
                <a:gd name="connsiteX1330" fmla="*/ 871250 w 2290556"/>
                <a:gd name="connsiteY1330" fmla="*/ 1248064 h 1796087"/>
                <a:gd name="connsiteX1331" fmla="*/ 860615 w 2290556"/>
                <a:gd name="connsiteY1331" fmla="*/ 1248064 h 1796087"/>
                <a:gd name="connsiteX1332" fmla="*/ 856576 w 2290556"/>
                <a:gd name="connsiteY1332" fmla="*/ 1245171 h 1796087"/>
                <a:gd name="connsiteX1333" fmla="*/ 852235 w 2290556"/>
                <a:gd name="connsiteY1333" fmla="*/ 1243388 h 1796087"/>
                <a:gd name="connsiteX1334" fmla="*/ 847692 w 2290556"/>
                <a:gd name="connsiteY1334" fmla="*/ 1242850 h 1796087"/>
                <a:gd name="connsiteX1335" fmla="*/ 842038 w 2290556"/>
                <a:gd name="connsiteY1335" fmla="*/ 1243085 h 1796087"/>
                <a:gd name="connsiteX1336" fmla="*/ 837898 w 2290556"/>
                <a:gd name="connsiteY1336" fmla="*/ 1243422 h 1796087"/>
                <a:gd name="connsiteX1337" fmla="*/ 833994 w 2290556"/>
                <a:gd name="connsiteY1337" fmla="*/ 1244734 h 1796087"/>
                <a:gd name="connsiteX1338" fmla="*/ 828677 w 2290556"/>
                <a:gd name="connsiteY1338" fmla="*/ 1247459 h 1796087"/>
                <a:gd name="connsiteX1339" fmla="*/ 815854 w 2290556"/>
                <a:gd name="connsiteY1339" fmla="*/ 1255936 h 1796087"/>
                <a:gd name="connsiteX1340" fmla="*/ 812354 w 2290556"/>
                <a:gd name="connsiteY1340" fmla="*/ 1260073 h 1796087"/>
                <a:gd name="connsiteX1341" fmla="*/ 803234 w 2290556"/>
                <a:gd name="connsiteY1341" fmla="*/ 1262361 h 1796087"/>
                <a:gd name="connsiteX1342" fmla="*/ 794214 w 2290556"/>
                <a:gd name="connsiteY1342" fmla="*/ 1262563 h 1796087"/>
                <a:gd name="connsiteX1343" fmla="*/ 785633 w 2290556"/>
                <a:gd name="connsiteY1343" fmla="*/ 1262462 h 1796087"/>
                <a:gd name="connsiteX1344" fmla="*/ 780079 w 2290556"/>
                <a:gd name="connsiteY1344" fmla="*/ 1263437 h 1796087"/>
                <a:gd name="connsiteX1345" fmla="*/ 770084 w 2290556"/>
                <a:gd name="connsiteY1345" fmla="*/ 1267239 h 1796087"/>
                <a:gd name="connsiteX1346" fmla="*/ 735184 w 2290556"/>
                <a:gd name="connsiteY1346" fmla="*/ 1282444 h 1796087"/>
                <a:gd name="connsiteX1347" fmla="*/ 719097 w 2290556"/>
                <a:gd name="connsiteY1347" fmla="*/ 1288734 h 1796087"/>
                <a:gd name="connsiteX1348" fmla="*/ 693890 w 2290556"/>
                <a:gd name="connsiteY1348" fmla="*/ 1299062 h 1796087"/>
                <a:gd name="connsiteX1349" fmla="*/ 667808 w 2290556"/>
                <a:gd name="connsiteY1349" fmla="*/ 1313291 h 1796087"/>
                <a:gd name="connsiteX1350" fmla="*/ 661817 w 2290556"/>
                <a:gd name="connsiteY1350" fmla="*/ 1316117 h 1796087"/>
                <a:gd name="connsiteX1351" fmla="*/ 655962 w 2290556"/>
                <a:gd name="connsiteY1351" fmla="*/ 1322105 h 1796087"/>
                <a:gd name="connsiteX1352" fmla="*/ 647817 w 2290556"/>
                <a:gd name="connsiteY1352" fmla="*/ 1326344 h 1796087"/>
                <a:gd name="connsiteX1353" fmla="*/ 645428 w 2290556"/>
                <a:gd name="connsiteY1353" fmla="*/ 1328934 h 1796087"/>
                <a:gd name="connsiteX1354" fmla="*/ 643476 w 2290556"/>
                <a:gd name="connsiteY1354" fmla="*/ 1332096 h 1796087"/>
                <a:gd name="connsiteX1355" fmla="*/ 638899 w 2290556"/>
                <a:gd name="connsiteY1355" fmla="*/ 1333946 h 1796087"/>
                <a:gd name="connsiteX1356" fmla="*/ 634423 w 2290556"/>
                <a:gd name="connsiteY1356" fmla="*/ 1332298 h 1796087"/>
                <a:gd name="connsiteX1357" fmla="*/ 633447 w 2290556"/>
                <a:gd name="connsiteY1357" fmla="*/ 1329573 h 1796087"/>
                <a:gd name="connsiteX1358" fmla="*/ 632134 w 2290556"/>
                <a:gd name="connsiteY1358" fmla="*/ 1325973 h 1796087"/>
                <a:gd name="connsiteX1359" fmla="*/ 627994 w 2290556"/>
                <a:gd name="connsiteY1359" fmla="*/ 1324998 h 1796087"/>
                <a:gd name="connsiteX1360" fmla="*/ 621600 w 2290556"/>
                <a:gd name="connsiteY1360" fmla="*/ 1324022 h 1796087"/>
                <a:gd name="connsiteX1361" fmla="*/ 616720 w 2290556"/>
                <a:gd name="connsiteY1361" fmla="*/ 1324897 h 1796087"/>
                <a:gd name="connsiteX1362" fmla="*/ 611066 w 2290556"/>
                <a:gd name="connsiteY1362" fmla="*/ 1325873 h 1796087"/>
                <a:gd name="connsiteX1363" fmla="*/ 606489 w 2290556"/>
                <a:gd name="connsiteY1363" fmla="*/ 1325873 h 1796087"/>
                <a:gd name="connsiteX1364" fmla="*/ 602047 w 2290556"/>
                <a:gd name="connsiteY1364" fmla="*/ 1324460 h 1796087"/>
                <a:gd name="connsiteX1365" fmla="*/ 600432 w 2290556"/>
                <a:gd name="connsiteY1365" fmla="*/ 1322408 h 1796087"/>
                <a:gd name="connsiteX1366" fmla="*/ 599119 w 2290556"/>
                <a:gd name="connsiteY1366" fmla="*/ 1318505 h 1796087"/>
                <a:gd name="connsiteX1367" fmla="*/ 599119 w 2290556"/>
                <a:gd name="connsiteY1367" fmla="*/ 1311542 h 1796087"/>
                <a:gd name="connsiteX1368" fmla="*/ 599119 w 2290556"/>
                <a:gd name="connsiteY1368" fmla="*/ 1308077 h 1796087"/>
                <a:gd name="connsiteX1369" fmla="*/ 599119 w 2290556"/>
                <a:gd name="connsiteY1369" fmla="*/ 1303199 h 1796087"/>
                <a:gd name="connsiteX1370" fmla="*/ 596561 w 2290556"/>
                <a:gd name="connsiteY1370" fmla="*/ 1299936 h 1796087"/>
                <a:gd name="connsiteX1371" fmla="*/ 594441 w 2290556"/>
                <a:gd name="connsiteY1371" fmla="*/ 1298288 h 1796087"/>
                <a:gd name="connsiteX1372" fmla="*/ 589426 w 2290556"/>
                <a:gd name="connsiteY1372" fmla="*/ 1297851 h 1796087"/>
                <a:gd name="connsiteX1373" fmla="*/ 584648 w 2290556"/>
                <a:gd name="connsiteY1373" fmla="*/ 1300475 h 1796087"/>
                <a:gd name="connsiteX1374" fmla="*/ 572262 w 2290556"/>
                <a:gd name="connsiteY1374" fmla="*/ 1303199 h 1796087"/>
                <a:gd name="connsiteX1375" fmla="*/ 539988 w 2290556"/>
                <a:gd name="connsiteY1375" fmla="*/ 1302224 h 1796087"/>
                <a:gd name="connsiteX1376" fmla="*/ 531170 w 2290556"/>
                <a:gd name="connsiteY1376" fmla="*/ 1300374 h 1796087"/>
                <a:gd name="connsiteX1377" fmla="*/ 518684 w 2290556"/>
                <a:gd name="connsiteY1377" fmla="*/ 1299297 h 1796087"/>
                <a:gd name="connsiteX1378" fmla="*/ 507275 w 2290556"/>
                <a:gd name="connsiteY1378" fmla="*/ 1294621 h 1796087"/>
                <a:gd name="connsiteX1379" fmla="*/ 486073 w 2290556"/>
                <a:gd name="connsiteY1379" fmla="*/ 1282881 h 1796087"/>
                <a:gd name="connsiteX1380" fmla="*/ 454774 w 2290556"/>
                <a:gd name="connsiteY1380" fmla="*/ 1267575 h 1796087"/>
                <a:gd name="connsiteX1381" fmla="*/ 438788 w 2290556"/>
                <a:gd name="connsiteY1381" fmla="*/ 1259434 h 1796087"/>
                <a:gd name="connsiteX1382" fmla="*/ 420750 w 2290556"/>
                <a:gd name="connsiteY1382" fmla="*/ 1254859 h 1796087"/>
                <a:gd name="connsiteX1383" fmla="*/ 411932 w 2290556"/>
                <a:gd name="connsiteY1383" fmla="*/ 1252471 h 1796087"/>
                <a:gd name="connsiteX1384" fmla="*/ 406480 w 2290556"/>
                <a:gd name="connsiteY1384" fmla="*/ 1250621 h 1796087"/>
                <a:gd name="connsiteX1385" fmla="*/ 398672 w 2290556"/>
                <a:gd name="connsiteY1385" fmla="*/ 1248232 h 1796087"/>
                <a:gd name="connsiteX1386" fmla="*/ 394634 w 2290556"/>
                <a:gd name="connsiteY1386" fmla="*/ 1246046 h 1796087"/>
                <a:gd name="connsiteX1387" fmla="*/ 391706 w 2290556"/>
                <a:gd name="connsiteY1387" fmla="*/ 1242244 h 1796087"/>
                <a:gd name="connsiteX1388" fmla="*/ 389619 w 2290556"/>
                <a:gd name="connsiteY1388" fmla="*/ 1238107 h 1796087"/>
                <a:gd name="connsiteX1389" fmla="*/ 389081 w 2290556"/>
                <a:gd name="connsiteY1389" fmla="*/ 1233532 h 1796087"/>
                <a:gd name="connsiteX1390" fmla="*/ 383629 w 2290556"/>
                <a:gd name="connsiteY1390" fmla="*/ 1227443 h 1796087"/>
                <a:gd name="connsiteX1391" fmla="*/ 376561 w 2290556"/>
                <a:gd name="connsiteY1391" fmla="*/ 1219067 h 1796087"/>
                <a:gd name="connsiteX1392" fmla="*/ 374912 w 2290556"/>
                <a:gd name="connsiteY1392" fmla="*/ 1215366 h 1796087"/>
                <a:gd name="connsiteX1393" fmla="*/ 371311 w 2290556"/>
                <a:gd name="connsiteY1393" fmla="*/ 1210791 h 1796087"/>
                <a:gd name="connsiteX1394" fmla="*/ 368383 w 2290556"/>
                <a:gd name="connsiteY1394" fmla="*/ 1208840 h 1796087"/>
                <a:gd name="connsiteX1395" fmla="*/ 365152 w 2290556"/>
                <a:gd name="connsiteY1395" fmla="*/ 1208100 h 1796087"/>
                <a:gd name="connsiteX1396" fmla="*/ 359936 w 2290556"/>
                <a:gd name="connsiteY1396" fmla="*/ 1208100 h 1796087"/>
                <a:gd name="connsiteX1397" fmla="*/ 355056 w 2290556"/>
                <a:gd name="connsiteY1397" fmla="*/ 1208100 h 1796087"/>
                <a:gd name="connsiteX1398" fmla="*/ 346036 w 2290556"/>
                <a:gd name="connsiteY1398" fmla="*/ 1206586 h 1796087"/>
                <a:gd name="connsiteX1399" fmla="*/ 337892 w 2290556"/>
                <a:gd name="connsiteY1399" fmla="*/ 1204534 h 1796087"/>
                <a:gd name="connsiteX1400" fmla="*/ 315949 w 2290556"/>
                <a:gd name="connsiteY1400" fmla="*/ 1193770 h 1796087"/>
                <a:gd name="connsiteX1401" fmla="*/ 284549 w 2290556"/>
                <a:gd name="connsiteY1401" fmla="*/ 1183005 h 1796087"/>
                <a:gd name="connsiteX1402" fmla="*/ 267285 w 2290556"/>
                <a:gd name="connsiteY1402" fmla="*/ 1182366 h 1796087"/>
                <a:gd name="connsiteX1403" fmla="*/ 213909 w 2290556"/>
                <a:gd name="connsiteY1403" fmla="*/ 1185528 h 1796087"/>
                <a:gd name="connsiteX1404" fmla="*/ 185773 w 2290556"/>
                <a:gd name="connsiteY1404" fmla="*/ 1185528 h 1796087"/>
                <a:gd name="connsiteX1405" fmla="*/ 139330 w 2290556"/>
                <a:gd name="connsiteY1405" fmla="*/ 1179607 h 1796087"/>
                <a:gd name="connsiteX1406" fmla="*/ 109075 w 2290556"/>
                <a:gd name="connsiteY1406" fmla="*/ 1171938 h 1796087"/>
                <a:gd name="connsiteX1407" fmla="*/ 84776 w 2290556"/>
                <a:gd name="connsiteY1407" fmla="*/ 1167026 h 1796087"/>
                <a:gd name="connsiteX1408" fmla="*/ 58593 w 2290556"/>
                <a:gd name="connsiteY1408" fmla="*/ 1161476 h 1796087"/>
                <a:gd name="connsiteX1409" fmla="*/ 23390 w 2290556"/>
                <a:gd name="connsiteY1409" fmla="*/ 1148625 h 1796087"/>
                <a:gd name="connsiteX1410" fmla="*/ 0 w 2290556"/>
                <a:gd name="connsiteY1410" fmla="*/ 1142974 h 1796087"/>
                <a:gd name="connsiteX1411" fmla="*/ 4341 w 2290556"/>
                <a:gd name="connsiteY1411" fmla="*/ 1164100 h 1796087"/>
                <a:gd name="connsiteX1412" fmla="*/ 9255 w 2290556"/>
                <a:gd name="connsiteY1412" fmla="*/ 1184956 h 1796087"/>
                <a:gd name="connsiteX1413" fmla="*/ 18813 w 2290556"/>
                <a:gd name="connsiteY1413" fmla="*/ 1206687 h 1796087"/>
                <a:gd name="connsiteX1414" fmla="*/ 19957 w 2290556"/>
                <a:gd name="connsiteY1414" fmla="*/ 1215232 h 1796087"/>
                <a:gd name="connsiteX1415" fmla="*/ 22919 w 2290556"/>
                <a:gd name="connsiteY1415" fmla="*/ 1221253 h 1796087"/>
                <a:gd name="connsiteX1416" fmla="*/ 24736 w 2290556"/>
                <a:gd name="connsiteY1416" fmla="*/ 1228553 h 1796087"/>
                <a:gd name="connsiteX1417" fmla="*/ 25375 w 2290556"/>
                <a:gd name="connsiteY1417" fmla="*/ 1231883 h 1796087"/>
                <a:gd name="connsiteX1418" fmla="*/ 27462 w 2290556"/>
                <a:gd name="connsiteY1418" fmla="*/ 1236896 h 1796087"/>
                <a:gd name="connsiteX1419" fmla="*/ 29784 w 2290556"/>
                <a:gd name="connsiteY1419" fmla="*/ 1241874 h 1796087"/>
                <a:gd name="connsiteX1420" fmla="*/ 28977 w 2290556"/>
                <a:gd name="connsiteY1420" fmla="*/ 1245205 h 1796087"/>
                <a:gd name="connsiteX1421" fmla="*/ 28842 w 2290556"/>
                <a:gd name="connsiteY1421" fmla="*/ 1248602 h 1796087"/>
                <a:gd name="connsiteX1422" fmla="*/ 31467 w 2290556"/>
                <a:gd name="connsiteY1422" fmla="*/ 1251933 h 1796087"/>
                <a:gd name="connsiteX1423" fmla="*/ 34294 w 2290556"/>
                <a:gd name="connsiteY1423" fmla="*/ 1256945 h 1796087"/>
                <a:gd name="connsiteX1424" fmla="*/ 33991 w 2290556"/>
                <a:gd name="connsiteY1424" fmla="*/ 1259266 h 1796087"/>
                <a:gd name="connsiteX1425" fmla="*/ 33688 w 2290556"/>
                <a:gd name="connsiteY1425" fmla="*/ 1262226 h 1796087"/>
                <a:gd name="connsiteX1426" fmla="*/ 36212 w 2290556"/>
                <a:gd name="connsiteY1426" fmla="*/ 1263976 h 1796087"/>
                <a:gd name="connsiteX1427" fmla="*/ 37794 w 2290556"/>
                <a:gd name="connsiteY1427" fmla="*/ 1265994 h 1796087"/>
                <a:gd name="connsiteX1428" fmla="*/ 38366 w 2290556"/>
                <a:gd name="connsiteY1428" fmla="*/ 1267878 h 1796087"/>
                <a:gd name="connsiteX1429" fmla="*/ 38871 w 2290556"/>
                <a:gd name="connsiteY1429" fmla="*/ 1270132 h 1796087"/>
                <a:gd name="connsiteX1430" fmla="*/ 36616 w 2290556"/>
                <a:gd name="connsiteY1430" fmla="*/ 1272621 h 1796087"/>
                <a:gd name="connsiteX1431" fmla="*/ 30020 w 2290556"/>
                <a:gd name="connsiteY1431" fmla="*/ 1276961 h 1796087"/>
                <a:gd name="connsiteX1432" fmla="*/ 25948 w 2290556"/>
                <a:gd name="connsiteY1432" fmla="*/ 1279214 h 1796087"/>
                <a:gd name="connsiteX1433" fmla="*/ 22246 w 2290556"/>
                <a:gd name="connsiteY1433" fmla="*/ 1280896 h 1796087"/>
                <a:gd name="connsiteX1434" fmla="*/ 17467 w 2290556"/>
                <a:gd name="connsiteY1434" fmla="*/ 1283285 h 1796087"/>
                <a:gd name="connsiteX1435" fmla="*/ 15885 w 2290556"/>
                <a:gd name="connsiteY1435" fmla="*/ 1284294 h 1796087"/>
                <a:gd name="connsiteX1436" fmla="*/ 15077 w 2290556"/>
                <a:gd name="connsiteY1436" fmla="*/ 1286178 h 1796087"/>
                <a:gd name="connsiteX1437" fmla="*/ 15077 w 2290556"/>
                <a:gd name="connsiteY1437" fmla="*/ 1288062 h 1796087"/>
                <a:gd name="connsiteX1438" fmla="*/ 16827 w 2290556"/>
                <a:gd name="connsiteY1438" fmla="*/ 1291022 h 1796087"/>
                <a:gd name="connsiteX1439" fmla="*/ 20294 w 2290556"/>
                <a:gd name="connsiteY1439" fmla="*/ 1294924 h 1796087"/>
                <a:gd name="connsiteX1440" fmla="*/ 22380 w 2290556"/>
                <a:gd name="connsiteY1440" fmla="*/ 1300340 h 1796087"/>
                <a:gd name="connsiteX1441" fmla="*/ 25780 w 2290556"/>
                <a:gd name="connsiteY1441" fmla="*/ 1304612 h 1796087"/>
                <a:gd name="connsiteX1442" fmla="*/ 25780 w 2290556"/>
                <a:gd name="connsiteY1442" fmla="*/ 1307371 h 1796087"/>
                <a:gd name="connsiteX1443" fmla="*/ 29414 w 2290556"/>
                <a:gd name="connsiteY1443" fmla="*/ 1314469 h 1796087"/>
                <a:gd name="connsiteX1444" fmla="*/ 32174 w 2290556"/>
                <a:gd name="connsiteY1444" fmla="*/ 1318674 h 1796087"/>
                <a:gd name="connsiteX1445" fmla="*/ 34058 w 2290556"/>
                <a:gd name="connsiteY1445" fmla="*/ 1323585 h 1796087"/>
                <a:gd name="connsiteX1446" fmla="*/ 36313 w 2290556"/>
                <a:gd name="connsiteY1446" fmla="*/ 1327151 h 1796087"/>
                <a:gd name="connsiteX1447" fmla="*/ 38905 w 2290556"/>
                <a:gd name="connsiteY1447" fmla="*/ 1330784 h 1796087"/>
                <a:gd name="connsiteX1448" fmla="*/ 40924 w 2290556"/>
                <a:gd name="connsiteY1448" fmla="*/ 1332163 h 1796087"/>
                <a:gd name="connsiteX1449" fmla="*/ 44626 w 2290556"/>
                <a:gd name="connsiteY1449" fmla="*/ 1334854 h 1796087"/>
                <a:gd name="connsiteX1450" fmla="*/ 46814 w 2290556"/>
                <a:gd name="connsiteY1450" fmla="*/ 1336435 h 1796087"/>
                <a:gd name="connsiteX1451" fmla="*/ 47116 w 2290556"/>
                <a:gd name="connsiteY1451" fmla="*/ 1339900 h 1796087"/>
                <a:gd name="connsiteX1452" fmla="*/ 50145 w 2290556"/>
                <a:gd name="connsiteY1452" fmla="*/ 1343432 h 1796087"/>
                <a:gd name="connsiteX1453" fmla="*/ 54419 w 2290556"/>
                <a:gd name="connsiteY1453" fmla="*/ 1347267 h 1796087"/>
                <a:gd name="connsiteX1454" fmla="*/ 59064 w 2290556"/>
                <a:gd name="connsiteY1454" fmla="*/ 1350530 h 1796087"/>
                <a:gd name="connsiteX1455" fmla="*/ 60881 w 2290556"/>
                <a:gd name="connsiteY1455" fmla="*/ 1352852 h 1796087"/>
                <a:gd name="connsiteX1456" fmla="*/ 63203 w 2290556"/>
                <a:gd name="connsiteY1456" fmla="*/ 1352482 h 1796087"/>
                <a:gd name="connsiteX1457" fmla="*/ 65896 w 2290556"/>
                <a:gd name="connsiteY1457" fmla="*/ 1352482 h 1796087"/>
                <a:gd name="connsiteX1458" fmla="*/ 68723 w 2290556"/>
                <a:gd name="connsiteY1458" fmla="*/ 1355509 h 1796087"/>
                <a:gd name="connsiteX1459" fmla="*/ 69362 w 2290556"/>
                <a:gd name="connsiteY1459" fmla="*/ 1357830 h 1796087"/>
                <a:gd name="connsiteX1460" fmla="*/ 74074 w 2290556"/>
                <a:gd name="connsiteY1460" fmla="*/ 1358705 h 1796087"/>
                <a:gd name="connsiteX1461" fmla="*/ 74444 w 2290556"/>
                <a:gd name="connsiteY1461" fmla="*/ 1360959 h 1796087"/>
                <a:gd name="connsiteX1462" fmla="*/ 74579 w 2290556"/>
                <a:gd name="connsiteY1462" fmla="*/ 1362641 h 1796087"/>
                <a:gd name="connsiteX1463" fmla="*/ 74646 w 2290556"/>
                <a:gd name="connsiteY1463" fmla="*/ 1365904 h 1796087"/>
                <a:gd name="connsiteX1464" fmla="*/ 74579 w 2290556"/>
                <a:gd name="connsiteY1464" fmla="*/ 1369671 h 1796087"/>
                <a:gd name="connsiteX1465" fmla="*/ 73838 w 2290556"/>
                <a:gd name="connsiteY1465" fmla="*/ 1372363 h 1796087"/>
                <a:gd name="connsiteX1466" fmla="*/ 72593 w 2290556"/>
                <a:gd name="connsiteY1466" fmla="*/ 1373607 h 1796087"/>
                <a:gd name="connsiteX1467" fmla="*/ 70944 w 2290556"/>
                <a:gd name="connsiteY1467" fmla="*/ 1375424 h 1796087"/>
                <a:gd name="connsiteX1468" fmla="*/ 70641 w 2290556"/>
                <a:gd name="connsiteY1468" fmla="*/ 1377812 h 1796087"/>
                <a:gd name="connsiteX1469" fmla="*/ 71280 w 2290556"/>
                <a:gd name="connsiteY1469" fmla="*/ 1379898 h 1796087"/>
                <a:gd name="connsiteX1470" fmla="*/ 70910 w 2290556"/>
                <a:gd name="connsiteY1470" fmla="*/ 1382656 h 1796087"/>
                <a:gd name="connsiteX1471" fmla="*/ 69732 w 2290556"/>
                <a:gd name="connsiteY1471" fmla="*/ 1383228 h 1796087"/>
                <a:gd name="connsiteX1472" fmla="*/ 67410 w 2290556"/>
                <a:gd name="connsiteY1472" fmla="*/ 1385045 h 1796087"/>
                <a:gd name="connsiteX1473" fmla="*/ 66535 w 2290556"/>
                <a:gd name="connsiteY1473" fmla="*/ 1386121 h 1796087"/>
                <a:gd name="connsiteX1474" fmla="*/ 65223 w 2290556"/>
                <a:gd name="connsiteY1474" fmla="*/ 1389822 h 1796087"/>
                <a:gd name="connsiteX1475" fmla="*/ 64583 w 2290556"/>
                <a:gd name="connsiteY1475" fmla="*/ 1392849 h 1796087"/>
                <a:gd name="connsiteX1476" fmla="*/ 63944 w 2290556"/>
                <a:gd name="connsiteY1476" fmla="*/ 1395036 h 1796087"/>
                <a:gd name="connsiteX1477" fmla="*/ 63304 w 2290556"/>
                <a:gd name="connsiteY1477" fmla="*/ 1396919 h 1796087"/>
                <a:gd name="connsiteX1478" fmla="*/ 62227 w 2290556"/>
                <a:gd name="connsiteY1478" fmla="*/ 1399308 h 1796087"/>
                <a:gd name="connsiteX1479" fmla="*/ 61352 w 2290556"/>
                <a:gd name="connsiteY1479" fmla="*/ 1401494 h 1796087"/>
                <a:gd name="connsiteX1480" fmla="*/ 63742 w 2290556"/>
                <a:gd name="connsiteY1480" fmla="*/ 1402571 h 1796087"/>
                <a:gd name="connsiteX1481" fmla="*/ 67444 w 2290556"/>
                <a:gd name="connsiteY1481" fmla="*/ 1402874 h 1796087"/>
                <a:gd name="connsiteX1482" fmla="*/ 70136 w 2290556"/>
                <a:gd name="connsiteY1482" fmla="*/ 1402672 h 1796087"/>
                <a:gd name="connsiteX1483" fmla="*/ 71011 w 2290556"/>
                <a:gd name="connsiteY1483" fmla="*/ 1402100 h 1796087"/>
                <a:gd name="connsiteX1484" fmla="*/ 71718 w 2290556"/>
                <a:gd name="connsiteY1484" fmla="*/ 1399779 h 1796087"/>
                <a:gd name="connsiteX1485" fmla="*/ 75622 w 2290556"/>
                <a:gd name="connsiteY1485" fmla="*/ 1400216 h 1796087"/>
                <a:gd name="connsiteX1486" fmla="*/ 75622 w 2290556"/>
                <a:gd name="connsiteY1486" fmla="*/ 1402806 h 1796087"/>
                <a:gd name="connsiteX1487" fmla="*/ 79761 w 2290556"/>
                <a:gd name="connsiteY1487" fmla="*/ 1404690 h 1796087"/>
                <a:gd name="connsiteX1488" fmla="*/ 86223 w 2290556"/>
                <a:gd name="connsiteY1488" fmla="*/ 1405397 h 1796087"/>
                <a:gd name="connsiteX1489" fmla="*/ 92180 w 2290556"/>
                <a:gd name="connsiteY1489" fmla="*/ 1405531 h 1796087"/>
                <a:gd name="connsiteX1490" fmla="*/ 94065 w 2290556"/>
                <a:gd name="connsiteY1490" fmla="*/ 1403345 h 1796087"/>
                <a:gd name="connsiteX1491" fmla="*/ 95815 w 2290556"/>
                <a:gd name="connsiteY1491" fmla="*/ 1399140 h 1796087"/>
                <a:gd name="connsiteX1492" fmla="*/ 99719 w 2290556"/>
                <a:gd name="connsiteY1492" fmla="*/ 1397559 h 1796087"/>
                <a:gd name="connsiteX1493" fmla="*/ 103925 w 2290556"/>
                <a:gd name="connsiteY1493" fmla="*/ 1393656 h 1796087"/>
                <a:gd name="connsiteX1494" fmla="*/ 109579 w 2290556"/>
                <a:gd name="connsiteY1494" fmla="*/ 1388577 h 1796087"/>
                <a:gd name="connsiteX1495" fmla="*/ 115806 w 2290556"/>
                <a:gd name="connsiteY1495" fmla="*/ 1385246 h 1796087"/>
                <a:gd name="connsiteX1496" fmla="*/ 119878 w 2290556"/>
                <a:gd name="connsiteY1496" fmla="*/ 1384675 h 1796087"/>
                <a:gd name="connsiteX1497" fmla="*/ 122334 w 2290556"/>
                <a:gd name="connsiteY1497" fmla="*/ 1383228 h 1796087"/>
                <a:gd name="connsiteX1498" fmla="*/ 124656 w 2290556"/>
                <a:gd name="connsiteY1498" fmla="*/ 1380335 h 1796087"/>
                <a:gd name="connsiteX1499" fmla="*/ 126844 w 2290556"/>
                <a:gd name="connsiteY1499" fmla="*/ 1380032 h 1796087"/>
                <a:gd name="connsiteX1500" fmla="*/ 129604 w 2290556"/>
                <a:gd name="connsiteY1500" fmla="*/ 1380167 h 1796087"/>
                <a:gd name="connsiteX1501" fmla="*/ 132195 w 2290556"/>
                <a:gd name="connsiteY1501" fmla="*/ 1377543 h 1796087"/>
                <a:gd name="connsiteX1502" fmla="*/ 135090 w 2290556"/>
                <a:gd name="connsiteY1502" fmla="*/ 1375357 h 1796087"/>
                <a:gd name="connsiteX1503" fmla="*/ 142494 w 2290556"/>
                <a:gd name="connsiteY1503" fmla="*/ 1374482 h 1796087"/>
                <a:gd name="connsiteX1504" fmla="*/ 148148 w 2290556"/>
                <a:gd name="connsiteY1504" fmla="*/ 1375491 h 1796087"/>
                <a:gd name="connsiteX1505" fmla="*/ 152051 w 2290556"/>
                <a:gd name="connsiteY1505" fmla="*/ 1373876 h 1796087"/>
                <a:gd name="connsiteX1506" fmla="*/ 157133 w 2290556"/>
                <a:gd name="connsiteY1506" fmla="*/ 1372867 h 1796087"/>
                <a:gd name="connsiteX1507" fmla="*/ 161037 w 2290556"/>
                <a:gd name="connsiteY1507" fmla="*/ 1375121 h 1796087"/>
                <a:gd name="connsiteX1508" fmla="*/ 162484 w 2290556"/>
                <a:gd name="connsiteY1508" fmla="*/ 1375256 h 1796087"/>
                <a:gd name="connsiteX1509" fmla="*/ 165244 w 2290556"/>
                <a:gd name="connsiteY1509" fmla="*/ 1376635 h 1796087"/>
                <a:gd name="connsiteX1510" fmla="*/ 168206 w 2290556"/>
                <a:gd name="connsiteY1510" fmla="*/ 1376635 h 1796087"/>
                <a:gd name="connsiteX1511" fmla="*/ 170965 w 2290556"/>
                <a:gd name="connsiteY1511" fmla="*/ 1376568 h 1796087"/>
                <a:gd name="connsiteX1512" fmla="*/ 174297 w 2290556"/>
                <a:gd name="connsiteY1512" fmla="*/ 1376500 h 1796087"/>
                <a:gd name="connsiteX1513" fmla="*/ 178437 w 2290556"/>
                <a:gd name="connsiteY1513" fmla="*/ 1376870 h 1796087"/>
                <a:gd name="connsiteX1514" fmla="*/ 180321 w 2290556"/>
                <a:gd name="connsiteY1514" fmla="*/ 1376063 h 1796087"/>
                <a:gd name="connsiteX1515" fmla="*/ 181634 w 2290556"/>
                <a:gd name="connsiteY1515" fmla="*/ 1375188 h 1796087"/>
                <a:gd name="connsiteX1516" fmla="*/ 182139 w 2290556"/>
                <a:gd name="connsiteY1516" fmla="*/ 1373876 h 1796087"/>
                <a:gd name="connsiteX1517" fmla="*/ 182711 w 2290556"/>
                <a:gd name="connsiteY1517" fmla="*/ 1372564 h 1796087"/>
                <a:gd name="connsiteX1518" fmla="*/ 183720 w 2290556"/>
                <a:gd name="connsiteY1518" fmla="*/ 1371320 h 1796087"/>
                <a:gd name="connsiteX1519" fmla="*/ 183855 w 2290556"/>
                <a:gd name="connsiteY1519" fmla="*/ 1369571 h 1796087"/>
                <a:gd name="connsiteX1520" fmla="*/ 185437 w 2290556"/>
                <a:gd name="connsiteY1520" fmla="*/ 1367552 h 1796087"/>
                <a:gd name="connsiteX1521" fmla="*/ 187187 w 2290556"/>
                <a:gd name="connsiteY1521" fmla="*/ 1366677 h 1796087"/>
                <a:gd name="connsiteX1522" fmla="*/ 188567 w 2290556"/>
                <a:gd name="connsiteY1522" fmla="*/ 1368494 h 1796087"/>
                <a:gd name="connsiteX1523" fmla="*/ 192908 w 2290556"/>
                <a:gd name="connsiteY1523" fmla="*/ 1369941 h 1796087"/>
                <a:gd name="connsiteX1524" fmla="*/ 194860 w 2290556"/>
                <a:gd name="connsiteY1524" fmla="*/ 1370580 h 1796087"/>
                <a:gd name="connsiteX1525" fmla="*/ 200278 w 2290556"/>
                <a:gd name="connsiteY1525" fmla="*/ 1372463 h 1796087"/>
                <a:gd name="connsiteX1526" fmla="*/ 201591 w 2290556"/>
                <a:gd name="connsiteY1526" fmla="*/ 1372463 h 1796087"/>
                <a:gd name="connsiteX1527" fmla="*/ 204351 w 2290556"/>
                <a:gd name="connsiteY1527" fmla="*/ 1373473 h 1796087"/>
                <a:gd name="connsiteX1528" fmla="*/ 208995 w 2290556"/>
                <a:gd name="connsiteY1528" fmla="*/ 1374785 h 1796087"/>
                <a:gd name="connsiteX1529" fmla="*/ 211687 w 2290556"/>
                <a:gd name="connsiteY1529" fmla="*/ 1375121 h 1796087"/>
                <a:gd name="connsiteX1530" fmla="*/ 214380 w 2290556"/>
                <a:gd name="connsiteY1530" fmla="*/ 1375155 h 1796087"/>
                <a:gd name="connsiteX1531" fmla="*/ 216567 w 2290556"/>
                <a:gd name="connsiteY1531" fmla="*/ 1375155 h 1796087"/>
                <a:gd name="connsiteX1532" fmla="*/ 218519 w 2290556"/>
                <a:gd name="connsiteY1532" fmla="*/ 1375155 h 1796087"/>
                <a:gd name="connsiteX1533" fmla="*/ 218755 w 2290556"/>
                <a:gd name="connsiteY1533" fmla="*/ 1376399 h 1796087"/>
                <a:gd name="connsiteX1534" fmla="*/ 220269 w 2290556"/>
                <a:gd name="connsiteY1534" fmla="*/ 1378216 h 1796087"/>
                <a:gd name="connsiteX1535" fmla="*/ 223534 w 2290556"/>
                <a:gd name="connsiteY1535" fmla="*/ 1379898 h 1796087"/>
                <a:gd name="connsiteX1536" fmla="*/ 226428 w 2290556"/>
                <a:gd name="connsiteY1536" fmla="*/ 1381916 h 1796087"/>
                <a:gd name="connsiteX1537" fmla="*/ 228952 w 2290556"/>
                <a:gd name="connsiteY1537" fmla="*/ 1384237 h 1796087"/>
                <a:gd name="connsiteX1538" fmla="*/ 229827 w 2290556"/>
                <a:gd name="connsiteY1538" fmla="*/ 1385751 h 1796087"/>
                <a:gd name="connsiteX1539" fmla="*/ 230399 w 2290556"/>
                <a:gd name="connsiteY1539" fmla="*/ 1388510 h 1796087"/>
                <a:gd name="connsiteX1540" fmla="*/ 230534 w 2290556"/>
                <a:gd name="connsiteY1540" fmla="*/ 1391638 h 1796087"/>
                <a:gd name="connsiteX1541" fmla="*/ 232082 w 2290556"/>
                <a:gd name="connsiteY1541" fmla="*/ 1394464 h 1796087"/>
                <a:gd name="connsiteX1542" fmla="*/ 233496 w 2290556"/>
                <a:gd name="connsiteY1542" fmla="*/ 1395978 h 1796087"/>
                <a:gd name="connsiteX1543" fmla="*/ 234371 w 2290556"/>
                <a:gd name="connsiteY1543" fmla="*/ 1397290 h 1796087"/>
                <a:gd name="connsiteX1544" fmla="*/ 235683 w 2290556"/>
                <a:gd name="connsiteY1544" fmla="*/ 1401629 h 1796087"/>
                <a:gd name="connsiteX1545" fmla="*/ 235246 w 2290556"/>
                <a:gd name="connsiteY1545" fmla="*/ 1402605 h 1796087"/>
                <a:gd name="connsiteX1546" fmla="*/ 233933 w 2290556"/>
                <a:gd name="connsiteY1546" fmla="*/ 1404118 h 1796087"/>
                <a:gd name="connsiteX1547" fmla="*/ 232957 w 2290556"/>
                <a:gd name="connsiteY1547" fmla="*/ 1405195 h 1796087"/>
                <a:gd name="connsiteX1548" fmla="*/ 233933 w 2290556"/>
                <a:gd name="connsiteY1548" fmla="*/ 1407045 h 1796087"/>
                <a:gd name="connsiteX1549" fmla="*/ 233933 w 2290556"/>
                <a:gd name="connsiteY1549" fmla="*/ 1410846 h 1796087"/>
                <a:gd name="connsiteX1550" fmla="*/ 232991 w 2290556"/>
                <a:gd name="connsiteY1550" fmla="*/ 1413470 h 1796087"/>
                <a:gd name="connsiteX1551" fmla="*/ 231846 w 2290556"/>
                <a:gd name="connsiteY1551" fmla="*/ 1414984 h 1796087"/>
                <a:gd name="connsiteX1552" fmla="*/ 230668 w 2290556"/>
                <a:gd name="connsiteY1552" fmla="*/ 1416632 h 1796087"/>
                <a:gd name="connsiteX1553" fmla="*/ 228178 w 2290556"/>
                <a:gd name="connsiteY1553" fmla="*/ 1419021 h 1796087"/>
                <a:gd name="connsiteX1554" fmla="*/ 227101 w 2290556"/>
                <a:gd name="connsiteY1554" fmla="*/ 1420333 h 1796087"/>
                <a:gd name="connsiteX1555" fmla="*/ 224813 w 2290556"/>
                <a:gd name="connsiteY1555" fmla="*/ 1422519 h 1796087"/>
                <a:gd name="connsiteX1556" fmla="*/ 223063 w 2290556"/>
                <a:gd name="connsiteY1556" fmla="*/ 1423730 h 1796087"/>
                <a:gd name="connsiteX1557" fmla="*/ 221548 w 2290556"/>
                <a:gd name="connsiteY1557" fmla="*/ 1424941 h 1796087"/>
                <a:gd name="connsiteX1558" fmla="*/ 219697 w 2290556"/>
                <a:gd name="connsiteY1558" fmla="*/ 1426556 h 1796087"/>
                <a:gd name="connsiteX1559" fmla="*/ 218284 w 2290556"/>
                <a:gd name="connsiteY1559" fmla="*/ 1428171 h 1796087"/>
                <a:gd name="connsiteX1560" fmla="*/ 218485 w 2290556"/>
                <a:gd name="connsiteY1560" fmla="*/ 1430660 h 1796087"/>
                <a:gd name="connsiteX1561" fmla="*/ 217308 w 2290556"/>
                <a:gd name="connsiteY1561" fmla="*/ 1432073 h 1796087"/>
                <a:gd name="connsiteX1562" fmla="*/ 216231 w 2290556"/>
                <a:gd name="connsiteY1562" fmla="*/ 1432611 h 1796087"/>
                <a:gd name="connsiteX1563" fmla="*/ 214178 w 2290556"/>
                <a:gd name="connsiteY1563" fmla="*/ 1434024 h 1796087"/>
                <a:gd name="connsiteX1564" fmla="*/ 210577 w 2290556"/>
                <a:gd name="connsiteY1564" fmla="*/ 1439036 h 1796087"/>
                <a:gd name="connsiteX1565" fmla="*/ 208961 w 2290556"/>
                <a:gd name="connsiteY1565" fmla="*/ 1441425 h 1796087"/>
                <a:gd name="connsiteX1566" fmla="*/ 206908 w 2290556"/>
                <a:gd name="connsiteY1566" fmla="*/ 1444015 h 1796087"/>
                <a:gd name="connsiteX1567" fmla="*/ 205832 w 2290556"/>
                <a:gd name="connsiteY1567" fmla="*/ 1446504 h 1796087"/>
                <a:gd name="connsiteX1568" fmla="*/ 206807 w 2290556"/>
                <a:gd name="connsiteY1568" fmla="*/ 1448691 h 1796087"/>
                <a:gd name="connsiteX1569" fmla="*/ 208019 w 2290556"/>
                <a:gd name="connsiteY1569" fmla="*/ 1452694 h 1796087"/>
                <a:gd name="connsiteX1570" fmla="*/ 207245 w 2290556"/>
                <a:gd name="connsiteY1570" fmla="*/ 1454746 h 1796087"/>
                <a:gd name="connsiteX1571" fmla="*/ 205192 w 2290556"/>
                <a:gd name="connsiteY1571" fmla="*/ 1456260 h 1796087"/>
                <a:gd name="connsiteX1572" fmla="*/ 202601 w 2290556"/>
                <a:gd name="connsiteY1572" fmla="*/ 1458177 h 1796087"/>
                <a:gd name="connsiteX1573" fmla="*/ 200110 w 2290556"/>
                <a:gd name="connsiteY1573" fmla="*/ 1458312 h 1796087"/>
                <a:gd name="connsiteX1574" fmla="*/ 196644 w 2290556"/>
                <a:gd name="connsiteY1574" fmla="*/ 1458312 h 1796087"/>
                <a:gd name="connsiteX1575" fmla="*/ 196442 w 2290556"/>
                <a:gd name="connsiteY1575" fmla="*/ 1458312 h 1796087"/>
                <a:gd name="connsiteX1576" fmla="*/ 195028 w 2290556"/>
                <a:gd name="connsiteY1576" fmla="*/ 1459557 h 1796087"/>
                <a:gd name="connsiteX1577" fmla="*/ 193716 w 2290556"/>
                <a:gd name="connsiteY1577" fmla="*/ 1461239 h 1796087"/>
                <a:gd name="connsiteX1578" fmla="*/ 192201 w 2290556"/>
                <a:gd name="connsiteY1578" fmla="*/ 1463425 h 1796087"/>
                <a:gd name="connsiteX1579" fmla="*/ 190451 w 2290556"/>
                <a:gd name="connsiteY1579" fmla="*/ 1465174 h 1796087"/>
                <a:gd name="connsiteX1580" fmla="*/ 187961 w 2290556"/>
                <a:gd name="connsiteY1580" fmla="*/ 1467025 h 1796087"/>
                <a:gd name="connsiteX1581" fmla="*/ 186884 w 2290556"/>
                <a:gd name="connsiteY1581" fmla="*/ 1467025 h 1796087"/>
                <a:gd name="connsiteX1582" fmla="*/ 182744 w 2290556"/>
                <a:gd name="connsiteY1582" fmla="*/ 1467025 h 1796087"/>
                <a:gd name="connsiteX1583" fmla="*/ 180793 w 2290556"/>
                <a:gd name="connsiteY1583" fmla="*/ 1467025 h 1796087"/>
                <a:gd name="connsiteX1584" fmla="*/ 178605 w 2290556"/>
                <a:gd name="connsiteY1584" fmla="*/ 1467899 h 1796087"/>
                <a:gd name="connsiteX1585" fmla="*/ 177393 w 2290556"/>
                <a:gd name="connsiteY1585" fmla="*/ 1468875 h 1796087"/>
                <a:gd name="connsiteX1586" fmla="*/ 175879 w 2290556"/>
                <a:gd name="connsiteY1586" fmla="*/ 1470287 h 1796087"/>
                <a:gd name="connsiteX1587" fmla="*/ 173388 w 2290556"/>
                <a:gd name="connsiteY1587" fmla="*/ 1472474 h 1796087"/>
                <a:gd name="connsiteX1588" fmla="*/ 171538 w 2290556"/>
                <a:gd name="connsiteY1588" fmla="*/ 1473248 h 1796087"/>
                <a:gd name="connsiteX1589" fmla="*/ 170124 w 2290556"/>
                <a:gd name="connsiteY1589" fmla="*/ 1474324 h 1796087"/>
                <a:gd name="connsiteX1590" fmla="*/ 167936 w 2290556"/>
                <a:gd name="connsiteY1590" fmla="*/ 1475535 h 1796087"/>
                <a:gd name="connsiteX1591" fmla="*/ 166186 w 2290556"/>
                <a:gd name="connsiteY1591" fmla="*/ 1478126 h 1796087"/>
                <a:gd name="connsiteX1592" fmla="*/ 165311 w 2290556"/>
                <a:gd name="connsiteY1592" fmla="*/ 1479875 h 1796087"/>
                <a:gd name="connsiteX1593" fmla="*/ 164436 w 2290556"/>
                <a:gd name="connsiteY1593" fmla="*/ 1482465 h 1796087"/>
                <a:gd name="connsiteX1594" fmla="*/ 163898 w 2290556"/>
                <a:gd name="connsiteY1594" fmla="*/ 1483542 h 1796087"/>
                <a:gd name="connsiteX1595" fmla="*/ 161508 w 2290556"/>
                <a:gd name="connsiteY1595" fmla="*/ 1485022 h 1796087"/>
                <a:gd name="connsiteX1596" fmla="*/ 158917 w 2290556"/>
                <a:gd name="connsiteY1596" fmla="*/ 1485156 h 1796087"/>
                <a:gd name="connsiteX1597" fmla="*/ 154475 w 2290556"/>
                <a:gd name="connsiteY1597" fmla="*/ 1485156 h 1796087"/>
                <a:gd name="connsiteX1598" fmla="*/ 159254 w 2290556"/>
                <a:gd name="connsiteY1598" fmla="*/ 1488621 h 1796087"/>
                <a:gd name="connsiteX1599" fmla="*/ 161980 w 2290556"/>
                <a:gd name="connsiteY1599" fmla="*/ 1487847 h 1796087"/>
                <a:gd name="connsiteX1600" fmla="*/ 166119 w 2290556"/>
                <a:gd name="connsiteY1600" fmla="*/ 1486603 h 1796087"/>
                <a:gd name="connsiteX1601" fmla="*/ 168744 w 2290556"/>
                <a:gd name="connsiteY1601" fmla="*/ 1486636 h 1796087"/>
                <a:gd name="connsiteX1602" fmla="*/ 173523 w 2290556"/>
                <a:gd name="connsiteY1602" fmla="*/ 1486636 h 1796087"/>
                <a:gd name="connsiteX1603" fmla="*/ 180691 w 2290556"/>
                <a:gd name="connsiteY1603" fmla="*/ 1488150 h 1796087"/>
                <a:gd name="connsiteX1604" fmla="*/ 184057 w 2290556"/>
                <a:gd name="connsiteY1604" fmla="*/ 1488688 h 1796087"/>
                <a:gd name="connsiteX1605" fmla="*/ 189711 w 2290556"/>
                <a:gd name="connsiteY1605" fmla="*/ 1492490 h 1796087"/>
                <a:gd name="connsiteX1606" fmla="*/ 191764 w 2290556"/>
                <a:gd name="connsiteY1606" fmla="*/ 1498040 h 1796087"/>
                <a:gd name="connsiteX1607" fmla="*/ 196980 w 2290556"/>
                <a:gd name="connsiteY1607" fmla="*/ 1497401 h 1796087"/>
                <a:gd name="connsiteX1608" fmla="*/ 200884 w 2290556"/>
                <a:gd name="connsiteY1608" fmla="*/ 1500025 h 1796087"/>
                <a:gd name="connsiteX1609" fmla="*/ 204788 w 2290556"/>
                <a:gd name="connsiteY1609" fmla="*/ 1502514 h 1796087"/>
                <a:gd name="connsiteX1610" fmla="*/ 208591 w 2290556"/>
                <a:gd name="connsiteY1610" fmla="*/ 1505105 h 1796087"/>
                <a:gd name="connsiteX1611" fmla="*/ 214043 w 2290556"/>
                <a:gd name="connsiteY1611" fmla="*/ 1506955 h 1796087"/>
                <a:gd name="connsiteX1612" fmla="*/ 220337 w 2290556"/>
                <a:gd name="connsiteY1612" fmla="*/ 1506955 h 1796087"/>
                <a:gd name="connsiteX1613" fmla="*/ 224039 w 2290556"/>
                <a:gd name="connsiteY1613" fmla="*/ 1507661 h 1796087"/>
                <a:gd name="connsiteX1614" fmla="*/ 227202 w 2290556"/>
                <a:gd name="connsiteY1614" fmla="*/ 1508569 h 1796087"/>
                <a:gd name="connsiteX1615" fmla="*/ 229491 w 2290556"/>
                <a:gd name="connsiteY1615" fmla="*/ 1511732 h 1796087"/>
                <a:gd name="connsiteX1616" fmla="*/ 227976 w 2290556"/>
                <a:gd name="connsiteY1616" fmla="*/ 1514793 h 1796087"/>
                <a:gd name="connsiteX1617" fmla="*/ 229188 w 2290556"/>
                <a:gd name="connsiteY1617" fmla="*/ 1516979 h 1796087"/>
                <a:gd name="connsiteX1618" fmla="*/ 230803 w 2290556"/>
                <a:gd name="connsiteY1618" fmla="*/ 1518930 h 1796087"/>
                <a:gd name="connsiteX1619" fmla="*/ 230904 w 2290556"/>
                <a:gd name="connsiteY1619" fmla="*/ 1522395 h 1796087"/>
                <a:gd name="connsiteX1620" fmla="*/ 230668 w 2290556"/>
                <a:gd name="connsiteY1620" fmla="*/ 1525658 h 1796087"/>
                <a:gd name="connsiteX1621" fmla="*/ 230231 w 2290556"/>
                <a:gd name="connsiteY1621" fmla="*/ 1528921 h 1796087"/>
                <a:gd name="connsiteX1622" fmla="*/ 230769 w 2290556"/>
                <a:gd name="connsiteY1622" fmla="*/ 1531949 h 1796087"/>
                <a:gd name="connsiteX1623" fmla="*/ 234673 w 2290556"/>
                <a:gd name="connsiteY1623" fmla="*/ 1532723 h 1796087"/>
                <a:gd name="connsiteX1624" fmla="*/ 234673 w 2290556"/>
                <a:gd name="connsiteY1624" fmla="*/ 1534674 h 1796087"/>
                <a:gd name="connsiteX1625" fmla="*/ 236625 w 2290556"/>
                <a:gd name="connsiteY1625" fmla="*/ 1536524 h 1796087"/>
                <a:gd name="connsiteX1626" fmla="*/ 240092 w 2290556"/>
                <a:gd name="connsiteY1626" fmla="*/ 1536524 h 1796087"/>
                <a:gd name="connsiteX1627" fmla="*/ 242279 w 2290556"/>
                <a:gd name="connsiteY1627" fmla="*/ 1536524 h 1796087"/>
                <a:gd name="connsiteX1628" fmla="*/ 245308 w 2290556"/>
                <a:gd name="connsiteY1628" fmla="*/ 1537836 h 1796087"/>
                <a:gd name="connsiteX1629" fmla="*/ 247799 w 2290556"/>
                <a:gd name="connsiteY1629" fmla="*/ 1542714 h 1796087"/>
                <a:gd name="connsiteX1630" fmla="*/ 245308 w 2290556"/>
                <a:gd name="connsiteY1630" fmla="*/ 1549004 h 1796087"/>
                <a:gd name="connsiteX1631" fmla="*/ 245847 w 2290556"/>
                <a:gd name="connsiteY1631" fmla="*/ 1550417 h 1796087"/>
                <a:gd name="connsiteX1632" fmla="*/ 250087 w 2290556"/>
                <a:gd name="connsiteY1632" fmla="*/ 1552032 h 1796087"/>
                <a:gd name="connsiteX1633" fmla="*/ 251938 w 2290556"/>
                <a:gd name="connsiteY1633" fmla="*/ 1551258 h 1796087"/>
                <a:gd name="connsiteX1634" fmla="*/ 254227 w 2290556"/>
                <a:gd name="connsiteY1634" fmla="*/ 1550922 h 1796087"/>
                <a:gd name="connsiteX1635" fmla="*/ 256078 w 2290556"/>
                <a:gd name="connsiteY1635" fmla="*/ 1551124 h 1796087"/>
                <a:gd name="connsiteX1636" fmla="*/ 258905 w 2290556"/>
                <a:gd name="connsiteY1636" fmla="*/ 1552099 h 1796087"/>
                <a:gd name="connsiteX1637" fmla="*/ 260419 w 2290556"/>
                <a:gd name="connsiteY1637" fmla="*/ 1553075 h 1796087"/>
                <a:gd name="connsiteX1638" fmla="*/ 261934 w 2290556"/>
                <a:gd name="connsiteY1638" fmla="*/ 1552200 h 1796087"/>
                <a:gd name="connsiteX1639" fmla="*/ 262674 w 2290556"/>
                <a:gd name="connsiteY1639" fmla="*/ 1550350 h 1796087"/>
                <a:gd name="connsiteX1640" fmla="*/ 266140 w 2290556"/>
                <a:gd name="connsiteY1640" fmla="*/ 1550350 h 1796087"/>
                <a:gd name="connsiteX1641" fmla="*/ 267890 w 2290556"/>
                <a:gd name="connsiteY1641" fmla="*/ 1550350 h 1796087"/>
                <a:gd name="connsiteX1642" fmla="*/ 269641 w 2290556"/>
                <a:gd name="connsiteY1642" fmla="*/ 1550350 h 1796087"/>
                <a:gd name="connsiteX1643" fmla="*/ 273006 w 2290556"/>
                <a:gd name="connsiteY1643" fmla="*/ 1550350 h 1796087"/>
                <a:gd name="connsiteX1644" fmla="*/ 275496 w 2290556"/>
                <a:gd name="connsiteY1644" fmla="*/ 1551325 h 1796087"/>
                <a:gd name="connsiteX1645" fmla="*/ 277886 w 2290556"/>
                <a:gd name="connsiteY1645" fmla="*/ 1554488 h 1796087"/>
                <a:gd name="connsiteX1646" fmla="*/ 277886 w 2290556"/>
                <a:gd name="connsiteY1646" fmla="*/ 1557650 h 1796087"/>
                <a:gd name="connsiteX1647" fmla="*/ 276371 w 2290556"/>
                <a:gd name="connsiteY1647" fmla="*/ 1559399 h 1796087"/>
                <a:gd name="connsiteX1648" fmla="*/ 274184 w 2290556"/>
                <a:gd name="connsiteY1648" fmla="*/ 1561787 h 1796087"/>
                <a:gd name="connsiteX1649" fmla="*/ 275261 w 2290556"/>
                <a:gd name="connsiteY1649" fmla="*/ 1564277 h 1796087"/>
                <a:gd name="connsiteX1650" fmla="*/ 275059 w 2290556"/>
                <a:gd name="connsiteY1650" fmla="*/ 1567304 h 1796087"/>
                <a:gd name="connsiteX1651" fmla="*/ 274184 w 2290556"/>
                <a:gd name="connsiteY1651" fmla="*/ 1568280 h 1796087"/>
                <a:gd name="connsiteX1652" fmla="*/ 272669 w 2290556"/>
                <a:gd name="connsiteY1652" fmla="*/ 1570130 h 1796087"/>
                <a:gd name="connsiteX1653" fmla="*/ 273208 w 2290556"/>
                <a:gd name="connsiteY1653" fmla="*/ 1571543 h 1796087"/>
                <a:gd name="connsiteX1654" fmla="*/ 274419 w 2290556"/>
                <a:gd name="connsiteY1654" fmla="*/ 1574369 h 1796087"/>
                <a:gd name="connsiteX1655" fmla="*/ 272905 w 2290556"/>
                <a:gd name="connsiteY1655" fmla="*/ 1575882 h 1796087"/>
                <a:gd name="connsiteX1656" fmla="*/ 271391 w 2290556"/>
                <a:gd name="connsiteY1656" fmla="*/ 1577497 h 1796087"/>
                <a:gd name="connsiteX1657" fmla="*/ 270145 w 2290556"/>
                <a:gd name="connsiteY1657" fmla="*/ 1579549 h 1796087"/>
                <a:gd name="connsiteX1658" fmla="*/ 272568 w 2290556"/>
                <a:gd name="connsiteY1658" fmla="*/ 1581937 h 1796087"/>
                <a:gd name="connsiteX1659" fmla="*/ 274083 w 2290556"/>
                <a:gd name="connsiteY1659" fmla="*/ 1583249 h 1796087"/>
                <a:gd name="connsiteX1660" fmla="*/ 274083 w 2290556"/>
                <a:gd name="connsiteY1660" fmla="*/ 1586613 h 1796087"/>
                <a:gd name="connsiteX1661" fmla="*/ 271357 w 2290556"/>
                <a:gd name="connsiteY1661" fmla="*/ 1589103 h 1796087"/>
                <a:gd name="connsiteX1662" fmla="*/ 270145 w 2290556"/>
                <a:gd name="connsiteY1662" fmla="*/ 1592029 h 1796087"/>
                <a:gd name="connsiteX1663" fmla="*/ 272333 w 2290556"/>
                <a:gd name="connsiteY1663" fmla="*/ 1593442 h 1796087"/>
                <a:gd name="connsiteX1664" fmla="*/ 275799 w 2290556"/>
                <a:gd name="connsiteY1664" fmla="*/ 1593442 h 1796087"/>
                <a:gd name="connsiteX1665" fmla="*/ 277852 w 2290556"/>
                <a:gd name="connsiteY1665" fmla="*/ 1594418 h 1796087"/>
                <a:gd name="connsiteX1666" fmla="*/ 278391 w 2290556"/>
                <a:gd name="connsiteY1666" fmla="*/ 1596705 h 1796087"/>
                <a:gd name="connsiteX1667" fmla="*/ 280343 w 2290556"/>
                <a:gd name="connsiteY1667" fmla="*/ 1599430 h 1796087"/>
                <a:gd name="connsiteX1668" fmla="*/ 283069 w 2290556"/>
                <a:gd name="connsiteY1668" fmla="*/ 1601280 h 1796087"/>
                <a:gd name="connsiteX1669" fmla="*/ 286535 w 2290556"/>
                <a:gd name="connsiteY1669" fmla="*/ 1601919 h 1796087"/>
                <a:gd name="connsiteX1670" fmla="*/ 289463 w 2290556"/>
                <a:gd name="connsiteY1670" fmla="*/ 1601583 h 1796087"/>
                <a:gd name="connsiteX1671" fmla="*/ 291213 w 2290556"/>
                <a:gd name="connsiteY1671" fmla="*/ 1600069 h 1796087"/>
                <a:gd name="connsiteX1672" fmla="*/ 293704 w 2290556"/>
                <a:gd name="connsiteY1672" fmla="*/ 1598757 h 1796087"/>
                <a:gd name="connsiteX1673" fmla="*/ 296968 w 2290556"/>
                <a:gd name="connsiteY1673" fmla="*/ 1596032 h 1796087"/>
                <a:gd name="connsiteX1674" fmla="*/ 299256 w 2290556"/>
                <a:gd name="connsiteY1674" fmla="*/ 1594821 h 1796087"/>
                <a:gd name="connsiteX1675" fmla="*/ 303396 w 2290556"/>
                <a:gd name="connsiteY1675" fmla="*/ 1594384 h 1796087"/>
                <a:gd name="connsiteX1676" fmla="*/ 307536 w 2290556"/>
                <a:gd name="connsiteY1676" fmla="*/ 1595360 h 1796087"/>
                <a:gd name="connsiteX1677" fmla="*/ 309588 w 2290556"/>
                <a:gd name="connsiteY1677" fmla="*/ 1597546 h 1796087"/>
                <a:gd name="connsiteX1678" fmla="*/ 307199 w 2290556"/>
                <a:gd name="connsiteY1678" fmla="*/ 1601348 h 1796087"/>
                <a:gd name="connsiteX1679" fmla="*/ 304709 w 2290556"/>
                <a:gd name="connsiteY1679" fmla="*/ 1602121 h 1796087"/>
                <a:gd name="connsiteX1680" fmla="*/ 302218 w 2290556"/>
                <a:gd name="connsiteY1680" fmla="*/ 1603534 h 1796087"/>
                <a:gd name="connsiteX1681" fmla="*/ 300603 w 2290556"/>
                <a:gd name="connsiteY1681" fmla="*/ 1605822 h 1796087"/>
                <a:gd name="connsiteX1682" fmla="*/ 300603 w 2290556"/>
                <a:gd name="connsiteY1682" fmla="*/ 1607133 h 1796087"/>
                <a:gd name="connsiteX1683" fmla="*/ 302891 w 2290556"/>
                <a:gd name="connsiteY1683" fmla="*/ 1610397 h 1796087"/>
                <a:gd name="connsiteX1684" fmla="*/ 304641 w 2290556"/>
                <a:gd name="connsiteY1684" fmla="*/ 1612684 h 1796087"/>
                <a:gd name="connsiteX1685" fmla="*/ 306156 w 2290556"/>
                <a:gd name="connsiteY1685" fmla="*/ 1613861 h 1796087"/>
                <a:gd name="connsiteX1686" fmla="*/ 308747 w 2290556"/>
                <a:gd name="connsiteY1686" fmla="*/ 1614938 h 1796087"/>
                <a:gd name="connsiteX1687" fmla="*/ 310767 w 2290556"/>
                <a:gd name="connsiteY1687" fmla="*/ 1616687 h 1796087"/>
                <a:gd name="connsiteX1688" fmla="*/ 310867 w 2290556"/>
                <a:gd name="connsiteY1688" fmla="*/ 1618201 h 1796087"/>
                <a:gd name="connsiteX1689" fmla="*/ 310935 w 2290556"/>
                <a:gd name="connsiteY1689" fmla="*/ 1620690 h 1796087"/>
                <a:gd name="connsiteX1690" fmla="*/ 310935 w 2290556"/>
                <a:gd name="connsiteY1690" fmla="*/ 1623852 h 1796087"/>
                <a:gd name="connsiteX1691" fmla="*/ 312012 w 2290556"/>
                <a:gd name="connsiteY1691" fmla="*/ 1626880 h 1796087"/>
                <a:gd name="connsiteX1692" fmla="*/ 314401 w 2290556"/>
                <a:gd name="connsiteY1692" fmla="*/ 1628495 h 1796087"/>
                <a:gd name="connsiteX1693" fmla="*/ 316252 w 2290556"/>
                <a:gd name="connsiteY1693" fmla="*/ 1629033 h 1796087"/>
                <a:gd name="connsiteX1694" fmla="*/ 319853 w 2290556"/>
                <a:gd name="connsiteY1694" fmla="*/ 1628932 h 1796087"/>
                <a:gd name="connsiteX1695" fmla="*/ 322041 w 2290556"/>
                <a:gd name="connsiteY1695" fmla="*/ 1628932 h 1796087"/>
                <a:gd name="connsiteX1696" fmla="*/ 324329 w 2290556"/>
                <a:gd name="connsiteY1696" fmla="*/ 1629033 h 1796087"/>
                <a:gd name="connsiteX1697" fmla="*/ 326517 w 2290556"/>
                <a:gd name="connsiteY1697" fmla="*/ 1630547 h 1796087"/>
                <a:gd name="connsiteX1698" fmla="*/ 328368 w 2290556"/>
                <a:gd name="connsiteY1698" fmla="*/ 1632599 h 1796087"/>
                <a:gd name="connsiteX1699" fmla="*/ 329344 w 2290556"/>
                <a:gd name="connsiteY1699" fmla="*/ 1634012 h 1796087"/>
                <a:gd name="connsiteX1700" fmla="*/ 331632 w 2290556"/>
                <a:gd name="connsiteY1700" fmla="*/ 1638788 h 1796087"/>
                <a:gd name="connsiteX1701" fmla="*/ 335435 w 2290556"/>
                <a:gd name="connsiteY1701" fmla="*/ 1641951 h 1796087"/>
                <a:gd name="connsiteX1702" fmla="*/ 336411 w 2290556"/>
                <a:gd name="connsiteY1702" fmla="*/ 1641311 h 1796087"/>
                <a:gd name="connsiteX1703" fmla="*/ 339777 w 2290556"/>
                <a:gd name="connsiteY1703" fmla="*/ 1638486 h 1796087"/>
                <a:gd name="connsiteX1704" fmla="*/ 343041 w 2290556"/>
                <a:gd name="connsiteY1704" fmla="*/ 1637510 h 1796087"/>
                <a:gd name="connsiteX1705" fmla="*/ 346844 w 2290556"/>
                <a:gd name="connsiteY1705" fmla="*/ 1639260 h 1796087"/>
                <a:gd name="connsiteX1706" fmla="*/ 348695 w 2290556"/>
                <a:gd name="connsiteY1706" fmla="*/ 1643834 h 1796087"/>
                <a:gd name="connsiteX1707" fmla="*/ 350782 w 2290556"/>
                <a:gd name="connsiteY1707" fmla="*/ 1646223 h 1796087"/>
                <a:gd name="connsiteX1708" fmla="*/ 354147 w 2290556"/>
                <a:gd name="connsiteY1708" fmla="*/ 1646660 h 1796087"/>
                <a:gd name="connsiteX1709" fmla="*/ 356335 w 2290556"/>
                <a:gd name="connsiteY1709" fmla="*/ 1646021 h 1796087"/>
                <a:gd name="connsiteX1710" fmla="*/ 357109 w 2290556"/>
                <a:gd name="connsiteY1710" fmla="*/ 1642758 h 1796087"/>
                <a:gd name="connsiteX1711" fmla="*/ 357546 w 2290556"/>
                <a:gd name="connsiteY1711" fmla="*/ 1640033 h 1796087"/>
                <a:gd name="connsiteX1712" fmla="*/ 359734 w 2290556"/>
                <a:gd name="connsiteY1712" fmla="*/ 1636669 h 1796087"/>
                <a:gd name="connsiteX1713" fmla="*/ 363200 w 2290556"/>
                <a:gd name="connsiteY1713" fmla="*/ 1633406 h 1796087"/>
                <a:gd name="connsiteX1714" fmla="*/ 364614 w 2290556"/>
                <a:gd name="connsiteY1714" fmla="*/ 1631657 h 1796087"/>
                <a:gd name="connsiteX1715" fmla="*/ 368619 w 2290556"/>
                <a:gd name="connsiteY1715" fmla="*/ 1627317 h 1796087"/>
                <a:gd name="connsiteX1716" fmla="*/ 371883 w 2290556"/>
                <a:gd name="connsiteY1716" fmla="*/ 1625366 h 1796087"/>
                <a:gd name="connsiteX1717" fmla="*/ 377436 w 2290556"/>
                <a:gd name="connsiteY1717" fmla="*/ 1621767 h 1796087"/>
                <a:gd name="connsiteX1718" fmla="*/ 380162 w 2290556"/>
                <a:gd name="connsiteY1718" fmla="*/ 1619177 h 1796087"/>
                <a:gd name="connsiteX1719" fmla="*/ 379186 w 2290556"/>
                <a:gd name="connsiteY1719" fmla="*/ 1616889 h 1796087"/>
                <a:gd name="connsiteX1720" fmla="*/ 375720 w 2290556"/>
                <a:gd name="connsiteY1720" fmla="*/ 1614299 h 1796087"/>
                <a:gd name="connsiteX1721" fmla="*/ 374205 w 2290556"/>
                <a:gd name="connsiteY1721" fmla="*/ 1612785 h 1796087"/>
                <a:gd name="connsiteX1722" fmla="*/ 370503 w 2290556"/>
                <a:gd name="connsiteY1722" fmla="*/ 1609320 h 1796087"/>
                <a:gd name="connsiteX1723" fmla="*/ 368652 w 2290556"/>
                <a:gd name="connsiteY1723" fmla="*/ 1605519 h 1796087"/>
                <a:gd name="connsiteX1724" fmla="*/ 367474 w 2290556"/>
                <a:gd name="connsiteY1724" fmla="*/ 1602054 h 1796087"/>
                <a:gd name="connsiteX1725" fmla="*/ 366397 w 2290556"/>
                <a:gd name="connsiteY1725" fmla="*/ 1598354 h 1796087"/>
                <a:gd name="connsiteX1726" fmla="*/ 361719 w 2290556"/>
                <a:gd name="connsiteY1726" fmla="*/ 1595965 h 1796087"/>
                <a:gd name="connsiteX1727" fmla="*/ 356604 w 2290556"/>
                <a:gd name="connsiteY1727" fmla="*/ 1593341 h 1796087"/>
                <a:gd name="connsiteX1728" fmla="*/ 353239 w 2290556"/>
                <a:gd name="connsiteY1728" fmla="*/ 1591592 h 1796087"/>
                <a:gd name="connsiteX1729" fmla="*/ 352464 w 2290556"/>
                <a:gd name="connsiteY1729" fmla="*/ 1588766 h 1796087"/>
                <a:gd name="connsiteX1730" fmla="*/ 353339 w 2290556"/>
                <a:gd name="connsiteY1730" fmla="*/ 1586580 h 1796087"/>
                <a:gd name="connsiteX1731" fmla="*/ 357142 w 2290556"/>
                <a:gd name="connsiteY1731" fmla="*/ 1586042 h 1796087"/>
                <a:gd name="connsiteX1732" fmla="*/ 358993 w 2290556"/>
                <a:gd name="connsiteY1732" fmla="*/ 1586243 h 1796087"/>
                <a:gd name="connsiteX1733" fmla="*/ 363873 w 2290556"/>
                <a:gd name="connsiteY1733" fmla="*/ 1588194 h 1796087"/>
                <a:gd name="connsiteX1734" fmla="*/ 367575 w 2290556"/>
                <a:gd name="connsiteY1734" fmla="*/ 1589506 h 1796087"/>
                <a:gd name="connsiteX1735" fmla="*/ 371479 w 2290556"/>
                <a:gd name="connsiteY1735" fmla="*/ 1590280 h 1796087"/>
                <a:gd name="connsiteX1736" fmla="*/ 375821 w 2290556"/>
                <a:gd name="connsiteY1736" fmla="*/ 1592029 h 1796087"/>
                <a:gd name="connsiteX1737" fmla="*/ 379523 w 2290556"/>
                <a:gd name="connsiteY1737" fmla="*/ 1592029 h 1796087"/>
                <a:gd name="connsiteX1738" fmla="*/ 382451 w 2290556"/>
                <a:gd name="connsiteY1738" fmla="*/ 1591659 h 1796087"/>
                <a:gd name="connsiteX1739" fmla="*/ 385278 w 2290556"/>
                <a:gd name="connsiteY1739" fmla="*/ 1589742 h 1796087"/>
                <a:gd name="connsiteX1740" fmla="*/ 389855 w 2290556"/>
                <a:gd name="connsiteY1740" fmla="*/ 1588329 h 1796087"/>
                <a:gd name="connsiteX1741" fmla="*/ 395509 w 2290556"/>
                <a:gd name="connsiteY1741" fmla="*/ 1586277 h 1796087"/>
                <a:gd name="connsiteX1742" fmla="*/ 397696 w 2290556"/>
                <a:gd name="connsiteY1742" fmla="*/ 1584662 h 1796087"/>
                <a:gd name="connsiteX1743" fmla="*/ 401062 w 2290556"/>
                <a:gd name="connsiteY1743" fmla="*/ 1583586 h 1796087"/>
                <a:gd name="connsiteX1744" fmla="*/ 405403 w 2290556"/>
                <a:gd name="connsiteY1744" fmla="*/ 1583384 h 1796087"/>
                <a:gd name="connsiteX1745" fmla="*/ 409105 w 2290556"/>
                <a:gd name="connsiteY1745" fmla="*/ 1583384 h 1796087"/>
                <a:gd name="connsiteX1746" fmla="*/ 410418 w 2290556"/>
                <a:gd name="connsiteY1746" fmla="*/ 1581534 h 1796087"/>
                <a:gd name="connsiteX1747" fmla="*/ 412370 w 2290556"/>
                <a:gd name="connsiteY1747" fmla="*/ 1579919 h 1796087"/>
                <a:gd name="connsiteX1748" fmla="*/ 415836 w 2290556"/>
                <a:gd name="connsiteY1748" fmla="*/ 1577968 h 1796087"/>
                <a:gd name="connsiteX1749" fmla="*/ 419303 w 2290556"/>
                <a:gd name="connsiteY1749" fmla="*/ 1578405 h 1796087"/>
                <a:gd name="connsiteX1750" fmla="*/ 422029 w 2290556"/>
                <a:gd name="connsiteY1750" fmla="*/ 1582543 h 1796087"/>
                <a:gd name="connsiteX1751" fmla="*/ 423106 w 2290556"/>
                <a:gd name="connsiteY1751" fmla="*/ 1584393 h 1796087"/>
                <a:gd name="connsiteX1752" fmla="*/ 425596 w 2290556"/>
                <a:gd name="connsiteY1752" fmla="*/ 1588733 h 1796087"/>
                <a:gd name="connsiteX1753" fmla="*/ 429500 w 2290556"/>
                <a:gd name="connsiteY1753" fmla="*/ 1591222 h 1796087"/>
                <a:gd name="connsiteX1754" fmla="*/ 431889 w 2290556"/>
                <a:gd name="connsiteY1754" fmla="*/ 1591323 h 1796087"/>
                <a:gd name="connsiteX1755" fmla="*/ 438082 w 2290556"/>
                <a:gd name="connsiteY1755" fmla="*/ 1591088 h 1796087"/>
                <a:gd name="connsiteX1756" fmla="*/ 442861 w 2290556"/>
                <a:gd name="connsiteY1756" fmla="*/ 1591962 h 1796087"/>
                <a:gd name="connsiteX1757" fmla="*/ 445048 w 2290556"/>
                <a:gd name="connsiteY1757" fmla="*/ 1594149 h 1796087"/>
                <a:gd name="connsiteX1758" fmla="*/ 447236 w 2290556"/>
                <a:gd name="connsiteY1758" fmla="*/ 1597311 h 1796087"/>
                <a:gd name="connsiteX1759" fmla="*/ 453765 w 2290556"/>
                <a:gd name="connsiteY1759" fmla="*/ 1597849 h 1796087"/>
                <a:gd name="connsiteX1760" fmla="*/ 460395 w 2290556"/>
                <a:gd name="connsiteY1760" fmla="*/ 1597647 h 1796087"/>
                <a:gd name="connsiteX1761" fmla="*/ 464501 w 2290556"/>
                <a:gd name="connsiteY1761" fmla="*/ 1597311 h 1796087"/>
                <a:gd name="connsiteX1762" fmla="*/ 470255 w 2290556"/>
                <a:gd name="connsiteY1762" fmla="*/ 1597311 h 1796087"/>
                <a:gd name="connsiteX1763" fmla="*/ 472544 w 2290556"/>
                <a:gd name="connsiteY1763" fmla="*/ 1596537 h 1796087"/>
                <a:gd name="connsiteX1764" fmla="*/ 475035 w 2290556"/>
                <a:gd name="connsiteY1764" fmla="*/ 1595461 h 1796087"/>
                <a:gd name="connsiteX1765" fmla="*/ 476246 w 2290556"/>
                <a:gd name="connsiteY1765" fmla="*/ 1594149 h 1796087"/>
                <a:gd name="connsiteX1766" fmla="*/ 481799 w 2290556"/>
                <a:gd name="connsiteY1766" fmla="*/ 1589675 h 1796087"/>
                <a:gd name="connsiteX1767" fmla="*/ 487453 w 2290556"/>
                <a:gd name="connsiteY1767" fmla="*/ 1585873 h 1796087"/>
                <a:gd name="connsiteX1768" fmla="*/ 491256 w 2290556"/>
                <a:gd name="connsiteY1768" fmla="*/ 1583384 h 1796087"/>
                <a:gd name="connsiteX1769" fmla="*/ 494184 w 2290556"/>
                <a:gd name="connsiteY1769" fmla="*/ 1580895 h 1796087"/>
                <a:gd name="connsiteX1770" fmla="*/ 496237 w 2290556"/>
                <a:gd name="connsiteY1770" fmla="*/ 1577531 h 1796087"/>
                <a:gd name="connsiteX1771" fmla="*/ 498290 w 2290556"/>
                <a:gd name="connsiteY1771" fmla="*/ 1575781 h 1796087"/>
                <a:gd name="connsiteX1772" fmla="*/ 500242 w 2290556"/>
                <a:gd name="connsiteY1772" fmla="*/ 1575580 h 1796087"/>
                <a:gd name="connsiteX1773" fmla="*/ 503843 w 2290556"/>
                <a:gd name="connsiteY1773" fmla="*/ 1573931 h 1796087"/>
                <a:gd name="connsiteX1774" fmla="*/ 507982 w 2290556"/>
                <a:gd name="connsiteY1774" fmla="*/ 1571980 h 1796087"/>
                <a:gd name="connsiteX1775" fmla="*/ 512559 w 2290556"/>
                <a:gd name="connsiteY1775" fmla="*/ 1571105 h 1796087"/>
                <a:gd name="connsiteX1776" fmla="*/ 514511 w 2290556"/>
                <a:gd name="connsiteY1776" fmla="*/ 1570231 h 1796087"/>
                <a:gd name="connsiteX1777" fmla="*/ 517103 w 2290556"/>
                <a:gd name="connsiteY1777" fmla="*/ 1568717 h 1796087"/>
                <a:gd name="connsiteX1778" fmla="*/ 519930 w 2290556"/>
                <a:gd name="connsiteY1778" fmla="*/ 1568179 h 1796087"/>
                <a:gd name="connsiteX1779" fmla="*/ 523531 w 2290556"/>
                <a:gd name="connsiteY1779" fmla="*/ 1566867 h 1796087"/>
                <a:gd name="connsiteX1780" fmla="*/ 527973 w 2290556"/>
                <a:gd name="connsiteY1780" fmla="*/ 1565454 h 1796087"/>
                <a:gd name="connsiteX1781" fmla="*/ 534940 w 2290556"/>
                <a:gd name="connsiteY1781" fmla="*/ 1565454 h 1796087"/>
                <a:gd name="connsiteX1782" fmla="*/ 539281 w 2290556"/>
                <a:gd name="connsiteY1782" fmla="*/ 1565992 h 1796087"/>
                <a:gd name="connsiteX1783" fmla="*/ 544161 w 2290556"/>
                <a:gd name="connsiteY1783" fmla="*/ 1565992 h 1796087"/>
                <a:gd name="connsiteX1784" fmla="*/ 548300 w 2290556"/>
                <a:gd name="connsiteY1784" fmla="*/ 1566968 h 1796087"/>
                <a:gd name="connsiteX1785" fmla="*/ 552339 w 2290556"/>
                <a:gd name="connsiteY1785" fmla="*/ 1568919 h 1796087"/>
                <a:gd name="connsiteX1786" fmla="*/ 555940 w 2290556"/>
                <a:gd name="connsiteY1786" fmla="*/ 1572619 h 1796087"/>
                <a:gd name="connsiteX1787" fmla="*/ 558767 w 2290556"/>
                <a:gd name="connsiteY1787" fmla="*/ 1575445 h 1796087"/>
                <a:gd name="connsiteX1788" fmla="*/ 558666 w 2290556"/>
                <a:gd name="connsiteY1788" fmla="*/ 1578170 h 1796087"/>
                <a:gd name="connsiteX1789" fmla="*/ 557690 w 2290556"/>
                <a:gd name="connsiteY1789" fmla="*/ 1579246 h 1796087"/>
                <a:gd name="connsiteX1790" fmla="*/ 555738 w 2290556"/>
                <a:gd name="connsiteY1790" fmla="*/ 1581635 h 1796087"/>
                <a:gd name="connsiteX1791" fmla="*/ 553887 w 2290556"/>
                <a:gd name="connsiteY1791" fmla="*/ 1584999 h 1796087"/>
                <a:gd name="connsiteX1792" fmla="*/ 555301 w 2290556"/>
                <a:gd name="connsiteY1792" fmla="*/ 1587051 h 1796087"/>
                <a:gd name="connsiteX1793" fmla="*/ 557690 w 2290556"/>
                <a:gd name="connsiteY1793" fmla="*/ 1590953 h 1796087"/>
                <a:gd name="connsiteX1794" fmla="*/ 558229 w 2290556"/>
                <a:gd name="connsiteY1794" fmla="*/ 1593005 h 1796087"/>
                <a:gd name="connsiteX1795" fmla="*/ 559104 w 2290556"/>
                <a:gd name="connsiteY1795" fmla="*/ 1595932 h 1796087"/>
                <a:gd name="connsiteX1796" fmla="*/ 561830 w 2290556"/>
                <a:gd name="connsiteY1796" fmla="*/ 1600069 h 1796087"/>
                <a:gd name="connsiteX1797" fmla="*/ 564118 w 2290556"/>
                <a:gd name="connsiteY1797" fmla="*/ 1603231 h 1796087"/>
                <a:gd name="connsiteX1798" fmla="*/ 564657 w 2290556"/>
                <a:gd name="connsiteY1798" fmla="*/ 1608984 h 1796087"/>
                <a:gd name="connsiteX1799" fmla="*/ 565733 w 2290556"/>
                <a:gd name="connsiteY1799" fmla="*/ 1613761 h 1796087"/>
                <a:gd name="connsiteX1800" fmla="*/ 565835 w 2290556"/>
                <a:gd name="connsiteY1800" fmla="*/ 1618874 h 1796087"/>
                <a:gd name="connsiteX1801" fmla="*/ 563984 w 2290556"/>
                <a:gd name="connsiteY1801" fmla="*/ 1621700 h 1796087"/>
                <a:gd name="connsiteX1802" fmla="*/ 560517 w 2290556"/>
                <a:gd name="connsiteY1802" fmla="*/ 1623751 h 1796087"/>
                <a:gd name="connsiteX1803" fmla="*/ 556916 w 2290556"/>
                <a:gd name="connsiteY1803" fmla="*/ 1627015 h 1796087"/>
                <a:gd name="connsiteX1804" fmla="*/ 556378 w 2290556"/>
                <a:gd name="connsiteY1804" fmla="*/ 1628966 h 1796087"/>
                <a:gd name="connsiteX1805" fmla="*/ 552474 w 2290556"/>
                <a:gd name="connsiteY1805" fmla="*/ 1632868 h 1796087"/>
                <a:gd name="connsiteX1806" fmla="*/ 551161 w 2290556"/>
                <a:gd name="connsiteY1806" fmla="*/ 1635256 h 1796087"/>
                <a:gd name="connsiteX1807" fmla="*/ 546483 w 2290556"/>
                <a:gd name="connsiteY1807" fmla="*/ 1636434 h 1796087"/>
                <a:gd name="connsiteX1808" fmla="*/ 544767 w 2290556"/>
                <a:gd name="connsiteY1808" fmla="*/ 1639899 h 1796087"/>
                <a:gd name="connsiteX1809" fmla="*/ 541065 w 2290556"/>
                <a:gd name="connsiteY1809" fmla="*/ 1645886 h 1796087"/>
                <a:gd name="connsiteX1810" fmla="*/ 539113 w 2290556"/>
                <a:gd name="connsiteY1810" fmla="*/ 1652514 h 1796087"/>
                <a:gd name="connsiteX1811" fmla="*/ 534098 w 2290556"/>
                <a:gd name="connsiteY1811" fmla="*/ 1658939 h 1796087"/>
                <a:gd name="connsiteX1812" fmla="*/ 529218 w 2290556"/>
                <a:gd name="connsiteY1812" fmla="*/ 1662841 h 1796087"/>
                <a:gd name="connsiteX1813" fmla="*/ 519425 w 2290556"/>
                <a:gd name="connsiteY1813" fmla="*/ 1667618 h 1796087"/>
                <a:gd name="connsiteX1814" fmla="*/ 510304 w 2290556"/>
                <a:gd name="connsiteY1814" fmla="*/ 1672731 h 1796087"/>
                <a:gd name="connsiteX1815" fmla="*/ 498391 w 2290556"/>
                <a:gd name="connsiteY1815" fmla="*/ 1677777 h 1796087"/>
                <a:gd name="connsiteX1816" fmla="*/ 494520 w 2290556"/>
                <a:gd name="connsiteY1816" fmla="*/ 1679728 h 1796087"/>
                <a:gd name="connsiteX1817" fmla="*/ 492636 w 2290556"/>
                <a:gd name="connsiteY1817" fmla="*/ 1680636 h 1796087"/>
                <a:gd name="connsiteX1818" fmla="*/ 491525 w 2290556"/>
                <a:gd name="connsiteY1818" fmla="*/ 1681645 h 1796087"/>
                <a:gd name="connsiteX1819" fmla="*/ 491458 w 2290556"/>
                <a:gd name="connsiteY1819" fmla="*/ 1682352 h 1796087"/>
                <a:gd name="connsiteX1820" fmla="*/ 492366 w 2290556"/>
                <a:gd name="connsiteY1820" fmla="*/ 1684135 h 1796087"/>
                <a:gd name="connsiteX1821" fmla="*/ 495261 w 2290556"/>
                <a:gd name="connsiteY1821" fmla="*/ 1684135 h 1796087"/>
                <a:gd name="connsiteX1822" fmla="*/ 498593 w 2290556"/>
                <a:gd name="connsiteY1822" fmla="*/ 1686086 h 1796087"/>
                <a:gd name="connsiteX1823" fmla="*/ 501218 w 2290556"/>
                <a:gd name="connsiteY1823" fmla="*/ 1689349 h 1796087"/>
                <a:gd name="connsiteX1824" fmla="*/ 501924 w 2290556"/>
                <a:gd name="connsiteY1824" fmla="*/ 1691973 h 1796087"/>
                <a:gd name="connsiteX1825" fmla="*/ 501924 w 2290556"/>
                <a:gd name="connsiteY1825" fmla="*/ 1693285 h 1796087"/>
                <a:gd name="connsiteX1826" fmla="*/ 500915 w 2290556"/>
                <a:gd name="connsiteY1826" fmla="*/ 1695169 h 1796087"/>
                <a:gd name="connsiteX1827" fmla="*/ 500174 w 2290556"/>
                <a:gd name="connsiteY1827" fmla="*/ 1696615 h 1796087"/>
                <a:gd name="connsiteX1828" fmla="*/ 500309 w 2290556"/>
                <a:gd name="connsiteY1828" fmla="*/ 1697792 h 1796087"/>
                <a:gd name="connsiteX1829" fmla="*/ 501453 w 2290556"/>
                <a:gd name="connsiteY1829" fmla="*/ 1699239 h 1796087"/>
                <a:gd name="connsiteX1830" fmla="*/ 501319 w 2290556"/>
                <a:gd name="connsiteY1830" fmla="*/ 1701560 h 1796087"/>
                <a:gd name="connsiteX1831" fmla="*/ 501891 w 2290556"/>
                <a:gd name="connsiteY1831" fmla="*/ 1709398 h 1796087"/>
                <a:gd name="connsiteX1832" fmla="*/ 501891 w 2290556"/>
                <a:gd name="connsiteY1832" fmla="*/ 1712863 h 1796087"/>
                <a:gd name="connsiteX1833" fmla="*/ 501319 w 2290556"/>
                <a:gd name="connsiteY1833" fmla="*/ 1715453 h 1796087"/>
                <a:gd name="connsiteX1834" fmla="*/ 498424 w 2290556"/>
                <a:gd name="connsiteY1834" fmla="*/ 1716900 h 1796087"/>
                <a:gd name="connsiteX1835" fmla="*/ 495799 w 2290556"/>
                <a:gd name="connsiteY1835" fmla="*/ 1715453 h 1796087"/>
                <a:gd name="connsiteX1836" fmla="*/ 492770 w 2290556"/>
                <a:gd name="connsiteY1836" fmla="*/ 1715453 h 1796087"/>
                <a:gd name="connsiteX1837" fmla="*/ 490583 w 2290556"/>
                <a:gd name="connsiteY1837" fmla="*/ 1715453 h 1796087"/>
                <a:gd name="connsiteX1838" fmla="*/ 485804 w 2290556"/>
                <a:gd name="connsiteY1838" fmla="*/ 1715453 h 1796087"/>
                <a:gd name="connsiteX1839" fmla="*/ 483987 w 2290556"/>
                <a:gd name="connsiteY1839" fmla="*/ 1718279 h 1796087"/>
                <a:gd name="connsiteX1840" fmla="*/ 484054 w 2290556"/>
                <a:gd name="connsiteY1840" fmla="*/ 1718918 h 1796087"/>
                <a:gd name="connsiteX1841" fmla="*/ 484054 w 2290556"/>
                <a:gd name="connsiteY1841" fmla="*/ 1723426 h 1796087"/>
                <a:gd name="connsiteX1842" fmla="*/ 484054 w 2290556"/>
                <a:gd name="connsiteY1842" fmla="*/ 1727059 h 1796087"/>
                <a:gd name="connsiteX1843" fmla="*/ 484626 w 2290556"/>
                <a:gd name="connsiteY1843" fmla="*/ 1730255 h 1796087"/>
                <a:gd name="connsiteX1844" fmla="*/ 486376 w 2290556"/>
                <a:gd name="connsiteY1844" fmla="*/ 1733719 h 1796087"/>
                <a:gd name="connsiteX1845" fmla="*/ 487554 w 2290556"/>
                <a:gd name="connsiteY1845" fmla="*/ 1737184 h 1796087"/>
                <a:gd name="connsiteX1846" fmla="*/ 487689 w 2290556"/>
                <a:gd name="connsiteY1846" fmla="*/ 1740380 h 1796087"/>
                <a:gd name="connsiteX1847" fmla="*/ 487689 w 2290556"/>
                <a:gd name="connsiteY1847" fmla="*/ 1744148 h 1796087"/>
                <a:gd name="connsiteX1848" fmla="*/ 487689 w 2290556"/>
                <a:gd name="connsiteY1848" fmla="*/ 1746469 h 1796087"/>
                <a:gd name="connsiteX1849" fmla="*/ 492333 w 2290556"/>
                <a:gd name="connsiteY1849" fmla="*/ 1748487 h 1796087"/>
                <a:gd name="connsiteX1850" fmla="*/ 496977 w 2290556"/>
                <a:gd name="connsiteY1850" fmla="*/ 1748487 h 1796087"/>
                <a:gd name="connsiteX1851" fmla="*/ 501891 w 2290556"/>
                <a:gd name="connsiteY1851" fmla="*/ 1751111 h 1796087"/>
                <a:gd name="connsiteX1852" fmla="*/ 510001 w 2290556"/>
                <a:gd name="connsiteY1852" fmla="*/ 1753870 h 1796087"/>
                <a:gd name="connsiteX1853" fmla="*/ 514074 w 2290556"/>
                <a:gd name="connsiteY1853" fmla="*/ 1755619 h 1796087"/>
                <a:gd name="connsiteX1854" fmla="*/ 518718 w 2290556"/>
                <a:gd name="connsiteY1854" fmla="*/ 1759958 h 1796087"/>
                <a:gd name="connsiteX1855" fmla="*/ 519795 w 2290556"/>
                <a:gd name="connsiteY1855" fmla="*/ 1764298 h 1796087"/>
                <a:gd name="connsiteX1856" fmla="*/ 528545 w 2290556"/>
                <a:gd name="connsiteY1856" fmla="*/ 1774424 h 1796087"/>
                <a:gd name="connsiteX1857" fmla="*/ 537531 w 2290556"/>
                <a:gd name="connsiteY1857" fmla="*/ 1783203 h 1796087"/>
                <a:gd name="connsiteX1858" fmla="*/ 544262 w 2290556"/>
                <a:gd name="connsiteY1858" fmla="*/ 1789931 h 1796087"/>
                <a:gd name="connsiteX1859" fmla="*/ 549411 w 2290556"/>
                <a:gd name="connsiteY1859" fmla="*/ 1792959 h 1796087"/>
                <a:gd name="connsiteX1860" fmla="*/ 553416 w 2290556"/>
                <a:gd name="connsiteY1860" fmla="*/ 1794775 h 1796087"/>
                <a:gd name="connsiteX1861" fmla="*/ 555704 w 2290556"/>
                <a:gd name="connsiteY1861" fmla="*/ 1796087 h 1796087"/>
                <a:gd name="connsiteX1862" fmla="*/ 558430 w 2290556"/>
                <a:gd name="connsiteY1862" fmla="*/ 1791950 h 1796087"/>
                <a:gd name="connsiteX1863" fmla="*/ 562435 w 2290556"/>
                <a:gd name="connsiteY1863" fmla="*/ 1791950 h 1796087"/>
                <a:gd name="connsiteX1864" fmla="*/ 564623 w 2290556"/>
                <a:gd name="connsiteY1864" fmla="*/ 1795684 h 1796087"/>
                <a:gd name="connsiteX1865" fmla="*/ 565061 w 2290556"/>
                <a:gd name="connsiteY1865" fmla="*/ 1795919 h 1796087"/>
                <a:gd name="connsiteX1866" fmla="*/ 565767 w 2290556"/>
                <a:gd name="connsiteY1866" fmla="*/ 1794372 h 1796087"/>
                <a:gd name="connsiteX1867" fmla="*/ 569469 w 2290556"/>
                <a:gd name="connsiteY1867" fmla="*/ 1792925 h 1796087"/>
                <a:gd name="connsiteX1868" fmla="*/ 572969 w 2290556"/>
                <a:gd name="connsiteY1868" fmla="*/ 1790167 h 1796087"/>
                <a:gd name="connsiteX1869" fmla="*/ 575796 w 2290556"/>
                <a:gd name="connsiteY1869" fmla="*/ 1790167 h 1796087"/>
                <a:gd name="connsiteX1870" fmla="*/ 584277 w 2290556"/>
                <a:gd name="connsiteY1870" fmla="*/ 1786904 h 1796087"/>
                <a:gd name="connsiteX1871" fmla="*/ 593398 w 2290556"/>
                <a:gd name="connsiteY1871" fmla="*/ 1784515 h 1796087"/>
                <a:gd name="connsiteX1872" fmla="*/ 595989 w 2290556"/>
                <a:gd name="connsiteY1872" fmla="*/ 1781690 h 1796087"/>
                <a:gd name="connsiteX1873" fmla="*/ 605984 w 2290556"/>
                <a:gd name="connsiteY1873" fmla="*/ 1784078 h 1796087"/>
                <a:gd name="connsiteX1874" fmla="*/ 617057 w 2290556"/>
                <a:gd name="connsiteY1874" fmla="*/ 1783876 h 1796087"/>
                <a:gd name="connsiteX1875" fmla="*/ 622071 w 2290556"/>
                <a:gd name="connsiteY1875" fmla="*/ 1781690 h 1796087"/>
                <a:gd name="connsiteX1876" fmla="*/ 632302 w 2290556"/>
                <a:gd name="connsiteY1876" fmla="*/ 1779099 h 1796087"/>
                <a:gd name="connsiteX1877" fmla="*/ 636644 w 2290556"/>
                <a:gd name="connsiteY1877" fmla="*/ 1776475 h 1796087"/>
                <a:gd name="connsiteX1878" fmla="*/ 646000 w 2290556"/>
                <a:gd name="connsiteY1878" fmla="*/ 1773650 h 1796087"/>
                <a:gd name="connsiteX1879" fmla="*/ 653168 w 2290556"/>
                <a:gd name="connsiteY1879" fmla="*/ 1768873 h 1796087"/>
                <a:gd name="connsiteX1880" fmla="*/ 658183 w 2290556"/>
                <a:gd name="connsiteY1880" fmla="*/ 1767561 h 1796087"/>
                <a:gd name="connsiteX1881" fmla="*/ 667943 w 2290556"/>
                <a:gd name="connsiteY1881" fmla="*/ 1767561 h 1796087"/>
                <a:gd name="connsiteX1882" fmla="*/ 669693 w 2290556"/>
                <a:gd name="connsiteY1882" fmla="*/ 1767561 h 1796087"/>
                <a:gd name="connsiteX1883" fmla="*/ 673832 w 2290556"/>
                <a:gd name="connsiteY1883" fmla="*/ 1767561 h 1796087"/>
                <a:gd name="connsiteX1884" fmla="*/ 681303 w 2290556"/>
                <a:gd name="connsiteY1884" fmla="*/ 1769579 h 1796087"/>
                <a:gd name="connsiteX1885" fmla="*/ 685880 w 2290556"/>
                <a:gd name="connsiteY1885" fmla="*/ 1768940 h 1796087"/>
                <a:gd name="connsiteX1886" fmla="*/ 688135 w 2290556"/>
                <a:gd name="connsiteY1886" fmla="*/ 1765173 h 1796087"/>
                <a:gd name="connsiteX1887" fmla="*/ 682852 w 2290556"/>
                <a:gd name="connsiteY1887" fmla="*/ 1764432 h 1796087"/>
                <a:gd name="connsiteX1888" fmla="*/ 680765 w 2290556"/>
                <a:gd name="connsiteY1888" fmla="*/ 1761909 h 1796087"/>
                <a:gd name="connsiteX1889" fmla="*/ 682717 w 2290556"/>
                <a:gd name="connsiteY1889" fmla="*/ 1759151 h 1796087"/>
                <a:gd name="connsiteX1890" fmla="*/ 687058 w 2290556"/>
                <a:gd name="connsiteY1890" fmla="*/ 1758579 h 1796087"/>
                <a:gd name="connsiteX1891" fmla="*/ 692073 w 2290556"/>
                <a:gd name="connsiteY1891" fmla="*/ 1758546 h 1796087"/>
                <a:gd name="connsiteX1892" fmla="*/ 703650 w 2290556"/>
                <a:gd name="connsiteY1892" fmla="*/ 1752188 h 1796087"/>
                <a:gd name="connsiteX1893" fmla="*/ 707722 w 2290556"/>
                <a:gd name="connsiteY1893" fmla="*/ 1747545 h 1796087"/>
                <a:gd name="connsiteX1894" fmla="*/ 707722 w 2290556"/>
                <a:gd name="connsiteY1894" fmla="*/ 1738261 h 1796087"/>
                <a:gd name="connsiteX1895" fmla="*/ 704256 w 2290556"/>
                <a:gd name="connsiteY1895" fmla="*/ 1731028 h 1796087"/>
                <a:gd name="connsiteX1896" fmla="*/ 699914 w 2290556"/>
                <a:gd name="connsiteY1896" fmla="*/ 1725242 h 1796087"/>
                <a:gd name="connsiteX1897" fmla="*/ 698467 w 2290556"/>
                <a:gd name="connsiteY1897" fmla="*/ 1720028 h 1796087"/>
                <a:gd name="connsiteX1898" fmla="*/ 698164 w 2290556"/>
                <a:gd name="connsiteY1898" fmla="*/ 1715117 h 1796087"/>
                <a:gd name="connsiteX1899" fmla="*/ 701059 w 2290556"/>
                <a:gd name="connsiteY1899" fmla="*/ 1708759 h 1796087"/>
                <a:gd name="connsiteX1900" fmla="*/ 704525 w 2290556"/>
                <a:gd name="connsiteY1900" fmla="*/ 1706135 h 1796087"/>
                <a:gd name="connsiteX1901" fmla="*/ 709439 w 2290556"/>
                <a:gd name="connsiteY1901" fmla="*/ 1701795 h 1796087"/>
                <a:gd name="connsiteX1902" fmla="*/ 708698 w 2290556"/>
                <a:gd name="connsiteY1902" fmla="*/ 1697759 h 1796087"/>
                <a:gd name="connsiteX1903" fmla="*/ 709439 w 2290556"/>
                <a:gd name="connsiteY1903" fmla="*/ 1691973 h 1796087"/>
                <a:gd name="connsiteX1904" fmla="*/ 710886 w 2290556"/>
                <a:gd name="connsiteY1904" fmla="*/ 1688205 h 1796087"/>
                <a:gd name="connsiteX1905" fmla="*/ 710246 w 2290556"/>
                <a:gd name="connsiteY1905" fmla="*/ 1684000 h 1796087"/>
                <a:gd name="connsiteX1906" fmla="*/ 707116 w 2290556"/>
                <a:gd name="connsiteY1906" fmla="*/ 1680367 h 1796087"/>
                <a:gd name="connsiteX1907" fmla="*/ 707116 w 2290556"/>
                <a:gd name="connsiteY1907" fmla="*/ 1674581 h 1796087"/>
                <a:gd name="connsiteX1908" fmla="*/ 708126 w 2290556"/>
                <a:gd name="connsiteY1908" fmla="*/ 1661125 h 1796087"/>
                <a:gd name="connsiteX1909" fmla="*/ 712030 w 2290556"/>
                <a:gd name="connsiteY1909" fmla="*/ 1655911 h 1796087"/>
                <a:gd name="connsiteX1910" fmla="*/ 714790 w 2290556"/>
                <a:gd name="connsiteY1910" fmla="*/ 1646055 h 1796087"/>
                <a:gd name="connsiteX1911" fmla="*/ 717987 w 2290556"/>
                <a:gd name="connsiteY1911" fmla="*/ 1637073 h 1796087"/>
                <a:gd name="connsiteX1912" fmla="*/ 723203 w 2290556"/>
                <a:gd name="connsiteY1912" fmla="*/ 1631724 h 1796087"/>
                <a:gd name="connsiteX1913" fmla="*/ 727679 w 2290556"/>
                <a:gd name="connsiteY1913" fmla="*/ 1626947 h 1796087"/>
                <a:gd name="connsiteX1914" fmla="*/ 730002 w 2290556"/>
                <a:gd name="connsiteY1914" fmla="*/ 1623751 h 1796087"/>
                <a:gd name="connsiteX1915" fmla="*/ 732324 w 2290556"/>
                <a:gd name="connsiteY1915" fmla="*/ 1618975 h 1796087"/>
                <a:gd name="connsiteX1916" fmla="*/ 734208 w 2290556"/>
                <a:gd name="connsiteY1916" fmla="*/ 1616519 h 1796087"/>
                <a:gd name="connsiteX1917" fmla="*/ 737675 w 2290556"/>
                <a:gd name="connsiteY1917" fmla="*/ 1613761 h 1796087"/>
                <a:gd name="connsiteX1918" fmla="*/ 741747 w 2290556"/>
                <a:gd name="connsiteY1918" fmla="*/ 1611137 h 1796087"/>
                <a:gd name="connsiteX1919" fmla="*/ 745651 w 2290556"/>
                <a:gd name="connsiteY1919" fmla="*/ 1608815 h 1796087"/>
                <a:gd name="connsiteX1920" fmla="*/ 747973 w 2290556"/>
                <a:gd name="connsiteY1920" fmla="*/ 1606797 h 1796087"/>
                <a:gd name="connsiteX1921" fmla="*/ 748714 w 2290556"/>
                <a:gd name="connsiteY1921" fmla="*/ 1600843 h 1796087"/>
                <a:gd name="connsiteX1922" fmla="*/ 749420 w 2290556"/>
                <a:gd name="connsiteY1922" fmla="*/ 1597647 h 1796087"/>
                <a:gd name="connsiteX1923" fmla="*/ 752752 w 2290556"/>
                <a:gd name="connsiteY1923" fmla="*/ 1592736 h 1796087"/>
                <a:gd name="connsiteX1924" fmla="*/ 755512 w 2290556"/>
                <a:gd name="connsiteY1924" fmla="*/ 1589271 h 1796087"/>
                <a:gd name="connsiteX1925" fmla="*/ 758574 w 2290556"/>
                <a:gd name="connsiteY1925" fmla="*/ 1590583 h 1796087"/>
                <a:gd name="connsiteX1926" fmla="*/ 761906 w 2290556"/>
                <a:gd name="connsiteY1926" fmla="*/ 1590583 h 1796087"/>
                <a:gd name="connsiteX1927" fmla="*/ 766820 w 2290556"/>
                <a:gd name="connsiteY1927" fmla="*/ 1589271 h 1796087"/>
                <a:gd name="connsiteX1928" fmla="*/ 770454 w 2290556"/>
                <a:gd name="connsiteY1928" fmla="*/ 1587959 h 1796087"/>
                <a:gd name="connsiteX1929" fmla="*/ 773652 w 2290556"/>
                <a:gd name="connsiteY1929" fmla="*/ 1585941 h 1796087"/>
                <a:gd name="connsiteX1930" fmla="*/ 775974 w 2290556"/>
                <a:gd name="connsiteY1930" fmla="*/ 1585066 h 1796087"/>
                <a:gd name="connsiteX1931" fmla="*/ 781056 w 2290556"/>
                <a:gd name="connsiteY1931" fmla="*/ 1585066 h 1796087"/>
                <a:gd name="connsiteX1932" fmla="*/ 787147 w 2290556"/>
                <a:gd name="connsiteY1932" fmla="*/ 1584494 h 1796087"/>
                <a:gd name="connsiteX1933" fmla="*/ 790613 w 2290556"/>
                <a:gd name="connsiteY1933" fmla="*/ 1581029 h 1796087"/>
                <a:gd name="connsiteX1934" fmla="*/ 794686 w 2290556"/>
                <a:gd name="connsiteY1934" fmla="*/ 1581769 h 1796087"/>
                <a:gd name="connsiteX1935" fmla="*/ 795392 w 2290556"/>
                <a:gd name="connsiteY1935" fmla="*/ 1584965 h 1796087"/>
                <a:gd name="connsiteX1936" fmla="*/ 795392 w 2290556"/>
                <a:gd name="connsiteY1936" fmla="*/ 1588598 h 1796087"/>
                <a:gd name="connsiteX1937" fmla="*/ 795426 w 2290556"/>
                <a:gd name="connsiteY1937" fmla="*/ 1592063 h 1796087"/>
                <a:gd name="connsiteX1938" fmla="*/ 793811 w 2290556"/>
                <a:gd name="connsiteY1938" fmla="*/ 1595965 h 1796087"/>
                <a:gd name="connsiteX1939" fmla="*/ 795594 w 2290556"/>
                <a:gd name="connsiteY1939" fmla="*/ 1598724 h 1796087"/>
                <a:gd name="connsiteX1940" fmla="*/ 796705 w 2290556"/>
                <a:gd name="connsiteY1940" fmla="*/ 1603366 h 1796087"/>
                <a:gd name="connsiteX1941" fmla="*/ 796469 w 2290556"/>
                <a:gd name="connsiteY1941" fmla="*/ 1608008 h 1796087"/>
                <a:gd name="connsiteX1942" fmla="*/ 797546 w 2290556"/>
                <a:gd name="connsiteY1942" fmla="*/ 1611641 h 1796087"/>
                <a:gd name="connsiteX1943" fmla="*/ 797546 w 2290556"/>
                <a:gd name="connsiteY1943" fmla="*/ 1619042 h 1796087"/>
                <a:gd name="connsiteX1944" fmla="*/ 799734 w 2290556"/>
                <a:gd name="connsiteY1944" fmla="*/ 1617730 h 1796087"/>
                <a:gd name="connsiteX1945" fmla="*/ 801349 w 2290556"/>
                <a:gd name="connsiteY1945" fmla="*/ 1617596 h 1796087"/>
                <a:gd name="connsiteX1946" fmla="*/ 804681 w 2290556"/>
                <a:gd name="connsiteY1946" fmla="*/ 1617596 h 1796087"/>
                <a:gd name="connsiteX1947" fmla="*/ 807441 w 2290556"/>
                <a:gd name="connsiteY1947" fmla="*/ 1620354 h 1796087"/>
                <a:gd name="connsiteX1948" fmla="*/ 808585 w 2290556"/>
                <a:gd name="connsiteY1948" fmla="*/ 1623953 h 1796087"/>
                <a:gd name="connsiteX1949" fmla="*/ 809595 w 2290556"/>
                <a:gd name="connsiteY1949" fmla="*/ 1627284 h 1796087"/>
                <a:gd name="connsiteX1950" fmla="*/ 809595 w 2290556"/>
                <a:gd name="connsiteY1950" fmla="*/ 1630311 h 1796087"/>
                <a:gd name="connsiteX1951" fmla="*/ 809023 w 2290556"/>
                <a:gd name="connsiteY1951" fmla="*/ 1634651 h 1796087"/>
                <a:gd name="connsiteX1952" fmla="*/ 807710 w 2290556"/>
                <a:gd name="connsiteY1952" fmla="*/ 1635660 h 1796087"/>
                <a:gd name="connsiteX1953" fmla="*/ 805388 w 2290556"/>
                <a:gd name="connsiteY1953" fmla="*/ 1635223 h 1796087"/>
                <a:gd name="connsiteX1954" fmla="*/ 803638 w 2290556"/>
                <a:gd name="connsiteY1954" fmla="*/ 1634785 h 1796087"/>
                <a:gd name="connsiteX1955" fmla="*/ 799868 w 2290556"/>
                <a:gd name="connsiteY1955" fmla="*/ 1634483 h 1796087"/>
                <a:gd name="connsiteX1956" fmla="*/ 796840 w 2290556"/>
                <a:gd name="connsiteY1956" fmla="*/ 1634045 h 1796087"/>
                <a:gd name="connsiteX1957" fmla="*/ 791488 w 2290556"/>
                <a:gd name="connsiteY1957" fmla="*/ 1636232 h 1796087"/>
                <a:gd name="connsiteX1958" fmla="*/ 787719 w 2290556"/>
                <a:gd name="connsiteY1958" fmla="*/ 1637678 h 1796087"/>
                <a:gd name="connsiteX1959" fmla="*/ 785262 w 2290556"/>
                <a:gd name="connsiteY1959" fmla="*/ 1642758 h 1796087"/>
                <a:gd name="connsiteX1960" fmla="*/ 780854 w 2290556"/>
                <a:gd name="connsiteY1960" fmla="*/ 1644204 h 1796087"/>
                <a:gd name="connsiteX1961" fmla="*/ 778229 w 2290556"/>
                <a:gd name="connsiteY1961" fmla="*/ 1649856 h 1796087"/>
                <a:gd name="connsiteX1962" fmla="*/ 776479 w 2290556"/>
                <a:gd name="connsiteY1962" fmla="*/ 1653758 h 1796087"/>
                <a:gd name="connsiteX1963" fmla="*/ 773450 w 2290556"/>
                <a:gd name="connsiteY1963" fmla="*/ 1657458 h 1796087"/>
                <a:gd name="connsiteX1964" fmla="*/ 772810 w 2290556"/>
                <a:gd name="connsiteY1964" fmla="*/ 1660284 h 1796087"/>
                <a:gd name="connsiteX1965" fmla="*/ 771733 w 2290556"/>
                <a:gd name="connsiteY1965" fmla="*/ 1662908 h 1796087"/>
                <a:gd name="connsiteX1966" fmla="*/ 771296 w 2290556"/>
                <a:gd name="connsiteY1966" fmla="*/ 1665936 h 1796087"/>
                <a:gd name="connsiteX1967" fmla="*/ 770757 w 2290556"/>
                <a:gd name="connsiteY1967" fmla="*/ 1667887 h 1796087"/>
                <a:gd name="connsiteX1968" fmla="*/ 768031 w 2290556"/>
                <a:gd name="connsiteY1968" fmla="*/ 1670948 h 1796087"/>
                <a:gd name="connsiteX1969" fmla="*/ 768031 w 2290556"/>
                <a:gd name="connsiteY1969" fmla="*/ 1674648 h 1796087"/>
                <a:gd name="connsiteX1970" fmla="*/ 768805 w 2290556"/>
                <a:gd name="connsiteY1970" fmla="*/ 1676398 h 1796087"/>
                <a:gd name="connsiteX1971" fmla="*/ 771531 w 2290556"/>
                <a:gd name="connsiteY1971" fmla="*/ 1680098 h 1796087"/>
                <a:gd name="connsiteX1972" fmla="*/ 771531 w 2290556"/>
                <a:gd name="connsiteY1972" fmla="*/ 1681612 h 1796087"/>
                <a:gd name="connsiteX1973" fmla="*/ 770454 w 2290556"/>
                <a:gd name="connsiteY1973" fmla="*/ 1684438 h 1796087"/>
                <a:gd name="connsiteX1974" fmla="*/ 768940 w 2290556"/>
                <a:gd name="connsiteY1974" fmla="*/ 1685951 h 1796087"/>
                <a:gd name="connsiteX1975" fmla="*/ 767190 w 2290556"/>
                <a:gd name="connsiteY1975" fmla="*/ 1689181 h 1796087"/>
                <a:gd name="connsiteX1976" fmla="*/ 767829 w 2290556"/>
                <a:gd name="connsiteY1976" fmla="*/ 1692881 h 1796087"/>
                <a:gd name="connsiteX1977" fmla="*/ 768906 w 2290556"/>
                <a:gd name="connsiteY1977" fmla="*/ 1695505 h 1796087"/>
                <a:gd name="connsiteX1978" fmla="*/ 767594 w 2290556"/>
                <a:gd name="connsiteY1978" fmla="*/ 1700080 h 1796087"/>
                <a:gd name="connsiteX1979" fmla="*/ 767358 w 2290556"/>
                <a:gd name="connsiteY1979" fmla="*/ 1703545 h 1796087"/>
                <a:gd name="connsiteX1980" fmla="*/ 768435 w 2290556"/>
                <a:gd name="connsiteY1980" fmla="*/ 1705059 h 1796087"/>
                <a:gd name="connsiteX1981" fmla="*/ 773652 w 2290556"/>
                <a:gd name="connsiteY1981" fmla="*/ 1710037 h 1796087"/>
                <a:gd name="connsiteX1982" fmla="*/ 777791 w 2290556"/>
                <a:gd name="connsiteY1982" fmla="*/ 1712863 h 1796087"/>
                <a:gd name="connsiteX1983" fmla="*/ 780181 w 2290556"/>
                <a:gd name="connsiteY1983" fmla="*/ 1714377 h 1796087"/>
                <a:gd name="connsiteX1984" fmla="*/ 784758 w 2290556"/>
                <a:gd name="connsiteY1984" fmla="*/ 1717404 h 1796087"/>
                <a:gd name="connsiteX1985" fmla="*/ 790109 w 2290556"/>
                <a:gd name="connsiteY1985" fmla="*/ 1720095 h 1796087"/>
                <a:gd name="connsiteX1986" fmla="*/ 799027 w 2290556"/>
                <a:gd name="connsiteY1986" fmla="*/ 1726252 h 1796087"/>
                <a:gd name="connsiteX1987" fmla="*/ 803099 w 2290556"/>
                <a:gd name="connsiteY1987" fmla="*/ 1727698 h 1796087"/>
                <a:gd name="connsiteX1988" fmla="*/ 809123 w 2290556"/>
                <a:gd name="connsiteY1988" fmla="*/ 1727698 h 1796087"/>
                <a:gd name="connsiteX1989" fmla="*/ 812523 w 2290556"/>
                <a:gd name="connsiteY1989" fmla="*/ 1726992 h 1796087"/>
                <a:gd name="connsiteX1990" fmla="*/ 818176 w 2290556"/>
                <a:gd name="connsiteY1990" fmla="*/ 1724704 h 1796087"/>
                <a:gd name="connsiteX1991" fmla="*/ 821508 w 2290556"/>
                <a:gd name="connsiteY1991" fmla="*/ 1722417 h 1796087"/>
                <a:gd name="connsiteX1992" fmla="*/ 824537 w 2290556"/>
                <a:gd name="connsiteY1992" fmla="*/ 1722417 h 1796087"/>
                <a:gd name="connsiteX1993" fmla="*/ 827600 w 2290556"/>
                <a:gd name="connsiteY1993" fmla="*/ 1723224 h 1796087"/>
                <a:gd name="connsiteX1994" fmla="*/ 833624 w 2290556"/>
                <a:gd name="connsiteY1994" fmla="*/ 1725108 h 1796087"/>
                <a:gd name="connsiteX1995" fmla="*/ 835509 w 2290556"/>
                <a:gd name="connsiteY1995" fmla="*/ 1726352 h 1796087"/>
                <a:gd name="connsiteX1996" fmla="*/ 840220 w 2290556"/>
                <a:gd name="connsiteY1996" fmla="*/ 1732004 h 1796087"/>
                <a:gd name="connsiteX1997" fmla="*/ 842812 w 2290556"/>
                <a:gd name="connsiteY1997" fmla="*/ 1734830 h 1796087"/>
                <a:gd name="connsiteX1998" fmla="*/ 845942 w 2290556"/>
                <a:gd name="connsiteY1998" fmla="*/ 1741288 h 1796087"/>
                <a:gd name="connsiteX1999" fmla="*/ 850081 w 2290556"/>
                <a:gd name="connsiteY1999" fmla="*/ 1746132 h 1796087"/>
                <a:gd name="connsiteX2000" fmla="*/ 851091 w 2290556"/>
                <a:gd name="connsiteY2000" fmla="*/ 1750337 h 1796087"/>
                <a:gd name="connsiteX2001" fmla="*/ 853043 w 2290556"/>
                <a:gd name="connsiteY2001" fmla="*/ 1753601 h 1796087"/>
                <a:gd name="connsiteX2002" fmla="*/ 857384 w 2290556"/>
                <a:gd name="connsiteY2002" fmla="*/ 1755854 h 1796087"/>
                <a:gd name="connsiteX2003" fmla="*/ 861793 w 2290556"/>
                <a:gd name="connsiteY2003" fmla="*/ 1755484 h 1796087"/>
                <a:gd name="connsiteX2004" fmla="*/ 867918 w 2290556"/>
                <a:gd name="connsiteY2004" fmla="*/ 1756023 h 1796087"/>
                <a:gd name="connsiteX2005" fmla="*/ 873774 w 2290556"/>
                <a:gd name="connsiteY2005" fmla="*/ 1758209 h 1796087"/>
                <a:gd name="connsiteX2006" fmla="*/ 880202 w 2290556"/>
                <a:gd name="connsiteY2006" fmla="*/ 1759958 h 1796087"/>
                <a:gd name="connsiteX2007" fmla="*/ 886630 w 2290556"/>
                <a:gd name="connsiteY2007" fmla="*/ 1760934 h 1796087"/>
                <a:gd name="connsiteX2008" fmla="*/ 891072 w 2290556"/>
                <a:gd name="connsiteY2008" fmla="*/ 1759958 h 1796087"/>
                <a:gd name="connsiteX2009" fmla="*/ 891611 w 2290556"/>
                <a:gd name="connsiteY2009" fmla="*/ 1762986 h 1796087"/>
                <a:gd name="connsiteX2010" fmla="*/ 895313 w 2290556"/>
                <a:gd name="connsiteY2010" fmla="*/ 1764937 h 1796087"/>
                <a:gd name="connsiteX2011" fmla="*/ 897938 w 2290556"/>
                <a:gd name="connsiteY2011" fmla="*/ 1770151 h 1796087"/>
                <a:gd name="connsiteX2012" fmla="*/ 900967 w 2290556"/>
                <a:gd name="connsiteY2012" fmla="*/ 1777653 h 1796087"/>
                <a:gd name="connsiteX2013" fmla="*/ 903693 w 2290556"/>
                <a:gd name="connsiteY2013" fmla="*/ 1781454 h 1796087"/>
                <a:gd name="connsiteX2014" fmla="*/ 910121 w 2290556"/>
                <a:gd name="connsiteY2014" fmla="*/ 1783069 h 1796087"/>
                <a:gd name="connsiteX2015" fmla="*/ 911433 w 2290556"/>
                <a:gd name="connsiteY2015" fmla="*/ 1780142 h 1796087"/>
                <a:gd name="connsiteX2016" fmla="*/ 915001 w 2290556"/>
                <a:gd name="connsiteY2016" fmla="*/ 1779806 h 1796087"/>
                <a:gd name="connsiteX2017" fmla="*/ 918905 w 2290556"/>
                <a:gd name="connsiteY2017" fmla="*/ 1779806 h 1796087"/>
                <a:gd name="connsiteX2018" fmla="*/ 922068 w 2290556"/>
                <a:gd name="connsiteY2018" fmla="*/ 1782699 h 1796087"/>
                <a:gd name="connsiteX2019" fmla="*/ 925434 w 2290556"/>
                <a:gd name="connsiteY2019" fmla="*/ 1785020 h 1796087"/>
                <a:gd name="connsiteX2020" fmla="*/ 932400 w 2290556"/>
                <a:gd name="connsiteY2020" fmla="*/ 1785020 h 1796087"/>
                <a:gd name="connsiteX2021" fmla="*/ 937415 w 2290556"/>
                <a:gd name="connsiteY2021" fmla="*/ 1781118 h 1796087"/>
                <a:gd name="connsiteX2022" fmla="*/ 941554 w 2290556"/>
                <a:gd name="connsiteY2022" fmla="*/ 1780041 h 1796087"/>
                <a:gd name="connsiteX2023" fmla="*/ 952862 w 2290556"/>
                <a:gd name="connsiteY2023" fmla="*/ 1783304 h 1796087"/>
                <a:gd name="connsiteX2024" fmla="*/ 960536 w 2290556"/>
                <a:gd name="connsiteY2024" fmla="*/ 1782564 h 1796087"/>
                <a:gd name="connsiteX2025" fmla="*/ 964574 w 2290556"/>
                <a:gd name="connsiteY2025" fmla="*/ 1782564 h 1796087"/>
                <a:gd name="connsiteX2026" fmla="*/ 967199 w 2290556"/>
                <a:gd name="connsiteY2026" fmla="*/ 1781420 h 1796087"/>
                <a:gd name="connsiteX2027" fmla="*/ 970262 w 2290556"/>
                <a:gd name="connsiteY2027" fmla="*/ 1781420 h 1796087"/>
                <a:gd name="connsiteX2028" fmla="*/ 970968 w 2290556"/>
                <a:gd name="connsiteY2028" fmla="*/ 1778965 h 1796087"/>
                <a:gd name="connsiteX2029" fmla="*/ 970531 w 2290556"/>
                <a:gd name="connsiteY2029" fmla="*/ 1776644 h 1796087"/>
                <a:gd name="connsiteX2030" fmla="*/ 968343 w 2290556"/>
                <a:gd name="connsiteY2030" fmla="*/ 1774625 h 1796087"/>
                <a:gd name="connsiteX2031" fmla="*/ 966324 w 2290556"/>
                <a:gd name="connsiteY2031" fmla="*/ 1773751 h 1796087"/>
                <a:gd name="connsiteX2032" fmla="*/ 964574 w 2290556"/>
                <a:gd name="connsiteY2032" fmla="*/ 1771160 h 1796087"/>
                <a:gd name="connsiteX2033" fmla="*/ 964574 w 2290556"/>
                <a:gd name="connsiteY2033" fmla="*/ 1768570 h 1796087"/>
                <a:gd name="connsiteX2034" fmla="*/ 964574 w 2290556"/>
                <a:gd name="connsiteY2034" fmla="*/ 1765105 h 1796087"/>
                <a:gd name="connsiteX2035" fmla="*/ 965011 w 2290556"/>
                <a:gd name="connsiteY2035" fmla="*/ 1762212 h 1796087"/>
                <a:gd name="connsiteX2036" fmla="*/ 964574 w 2290556"/>
                <a:gd name="connsiteY2036" fmla="*/ 1759891 h 1796087"/>
                <a:gd name="connsiteX2037" fmla="*/ 964574 w 2290556"/>
                <a:gd name="connsiteY2037" fmla="*/ 1754677 h 1796087"/>
                <a:gd name="connsiteX2038" fmla="*/ 964574 w 2290556"/>
                <a:gd name="connsiteY2038" fmla="*/ 1752053 h 1796087"/>
                <a:gd name="connsiteX2039" fmla="*/ 966324 w 2290556"/>
                <a:gd name="connsiteY2039" fmla="*/ 1749463 h 1796087"/>
                <a:gd name="connsiteX2040" fmla="*/ 966324 w 2290556"/>
                <a:gd name="connsiteY2040" fmla="*/ 1747714 h 1796087"/>
                <a:gd name="connsiteX2041" fmla="*/ 966324 w 2290556"/>
                <a:gd name="connsiteY2041" fmla="*/ 1745695 h 1796087"/>
                <a:gd name="connsiteX2042" fmla="*/ 968074 w 2290556"/>
                <a:gd name="connsiteY2042" fmla="*/ 1742500 h 1796087"/>
                <a:gd name="connsiteX2043" fmla="*/ 968074 w 2290556"/>
                <a:gd name="connsiteY2043" fmla="*/ 1740481 h 1796087"/>
                <a:gd name="connsiteX2044" fmla="*/ 970766 w 2290556"/>
                <a:gd name="connsiteY2044" fmla="*/ 1740178 h 1796087"/>
                <a:gd name="connsiteX2045" fmla="*/ 972281 w 2290556"/>
                <a:gd name="connsiteY2045" fmla="*/ 1740616 h 1796087"/>
                <a:gd name="connsiteX2046" fmla="*/ 973425 w 2290556"/>
                <a:gd name="connsiteY2046" fmla="*/ 1744249 h 1796087"/>
                <a:gd name="connsiteX2047" fmla="*/ 976622 w 2290556"/>
                <a:gd name="connsiteY2047" fmla="*/ 1746570 h 1796087"/>
                <a:gd name="connsiteX2048" fmla="*/ 977497 w 2290556"/>
                <a:gd name="connsiteY2048" fmla="*/ 1751044 h 1796087"/>
                <a:gd name="connsiteX2049" fmla="*/ 978642 w 2290556"/>
                <a:gd name="connsiteY2049" fmla="*/ 1752591 h 1796087"/>
                <a:gd name="connsiteX2050" fmla="*/ 983589 w 2290556"/>
                <a:gd name="connsiteY2050" fmla="*/ 1752490 h 1796087"/>
                <a:gd name="connsiteX2051" fmla="*/ 986180 w 2290556"/>
                <a:gd name="connsiteY2051" fmla="*/ 1752490 h 1796087"/>
                <a:gd name="connsiteX2052" fmla="*/ 987055 w 2290556"/>
                <a:gd name="connsiteY2052" fmla="*/ 1750304 h 1796087"/>
                <a:gd name="connsiteX2053" fmla="*/ 987930 w 2290556"/>
                <a:gd name="connsiteY2053" fmla="*/ 1747848 h 1796087"/>
                <a:gd name="connsiteX2054" fmla="*/ 989680 w 2290556"/>
                <a:gd name="connsiteY2054" fmla="*/ 1744081 h 1796087"/>
                <a:gd name="connsiteX2055" fmla="*/ 990993 w 2290556"/>
                <a:gd name="connsiteY2055" fmla="*/ 1741625 h 1796087"/>
                <a:gd name="connsiteX2056" fmla="*/ 991127 w 2290556"/>
                <a:gd name="connsiteY2056" fmla="*/ 1738732 h 1796087"/>
                <a:gd name="connsiteX2057" fmla="*/ 990825 w 2290556"/>
                <a:gd name="connsiteY2057" fmla="*/ 1735671 h 1796087"/>
                <a:gd name="connsiteX2058" fmla="*/ 989075 w 2290556"/>
                <a:gd name="connsiteY2058" fmla="*/ 1732206 h 1796087"/>
                <a:gd name="connsiteX2059" fmla="*/ 985171 w 2290556"/>
                <a:gd name="connsiteY2059" fmla="*/ 1728438 h 1796087"/>
                <a:gd name="connsiteX2060" fmla="*/ 982411 w 2290556"/>
                <a:gd name="connsiteY2060" fmla="*/ 1728438 h 1796087"/>
                <a:gd name="connsiteX2061" fmla="*/ 979348 w 2290556"/>
                <a:gd name="connsiteY2061" fmla="*/ 1725680 h 1796087"/>
                <a:gd name="connsiteX2062" fmla="*/ 977464 w 2290556"/>
                <a:gd name="connsiteY2062" fmla="*/ 1722349 h 1796087"/>
                <a:gd name="connsiteX2063" fmla="*/ 978473 w 2290556"/>
                <a:gd name="connsiteY2063" fmla="*/ 1716395 h 1796087"/>
                <a:gd name="connsiteX2064" fmla="*/ 978473 w 2290556"/>
                <a:gd name="connsiteY2064" fmla="*/ 1711282 h 1796087"/>
                <a:gd name="connsiteX2065" fmla="*/ 978473 w 2290556"/>
                <a:gd name="connsiteY2065" fmla="*/ 1709533 h 1796087"/>
                <a:gd name="connsiteX2066" fmla="*/ 978473 w 2290556"/>
                <a:gd name="connsiteY2066" fmla="*/ 1706505 h 1796087"/>
                <a:gd name="connsiteX2067" fmla="*/ 982613 w 2290556"/>
                <a:gd name="connsiteY2067" fmla="*/ 1702165 h 1796087"/>
                <a:gd name="connsiteX2068" fmla="*/ 981973 w 2290556"/>
                <a:gd name="connsiteY2068" fmla="*/ 1697692 h 1796087"/>
                <a:gd name="connsiteX2069" fmla="*/ 984733 w 2290556"/>
                <a:gd name="connsiteY2069" fmla="*/ 1694798 h 1796087"/>
                <a:gd name="connsiteX2070" fmla="*/ 986315 w 2290556"/>
                <a:gd name="connsiteY2070" fmla="*/ 1691334 h 1796087"/>
                <a:gd name="connsiteX2071" fmla="*/ 991094 w 2290556"/>
                <a:gd name="connsiteY2071" fmla="*/ 1691334 h 1796087"/>
                <a:gd name="connsiteX2072" fmla="*/ 995166 w 2290556"/>
                <a:gd name="connsiteY2072" fmla="*/ 1689315 h 1796087"/>
                <a:gd name="connsiteX2073" fmla="*/ 997185 w 2290556"/>
                <a:gd name="connsiteY2073" fmla="*/ 1688306 h 1796087"/>
                <a:gd name="connsiteX2074" fmla="*/ 1001392 w 2290556"/>
                <a:gd name="connsiteY2074" fmla="*/ 1684673 h 1796087"/>
                <a:gd name="connsiteX2075" fmla="*/ 1004286 w 2290556"/>
                <a:gd name="connsiteY2075" fmla="*/ 1679459 h 1796087"/>
                <a:gd name="connsiteX2076" fmla="*/ 1007921 w 2290556"/>
                <a:gd name="connsiteY2076" fmla="*/ 1678147 h 1796087"/>
                <a:gd name="connsiteX2077" fmla="*/ 1010378 w 2290556"/>
                <a:gd name="connsiteY2077" fmla="*/ 1675388 h 1796087"/>
                <a:gd name="connsiteX2078" fmla="*/ 1014013 w 2290556"/>
                <a:gd name="connsiteY2078" fmla="*/ 1674514 h 1796087"/>
                <a:gd name="connsiteX2079" fmla="*/ 1018219 w 2290556"/>
                <a:gd name="connsiteY2079" fmla="*/ 1673807 h 1796087"/>
                <a:gd name="connsiteX2080" fmla="*/ 1017647 w 2290556"/>
                <a:gd name="connsiteY2080" fmla="*/ 1671352 h 1796087"/>
                <a:gd name="connsiteX2081" fmla="*/ 1016032 w 2290556"/>
                <a:gd name="connsiteY2081" fmla="*/ 1668021 h 1796087"/>
                <a:gd name="connsiteX2082" fmla="*/ 1016772 w 2290556"/>
                <a:gd name="connsiteY2082" fmla="*/ 1664388 h 1796087"/>
                <a:gd name="connsiteX2083" fmla="*/ 1016772 w 2290556"/>
                <a:gd name="connsiteY2083" fmla="*/ 1659746 h 1796087"/>
                <a:gd name="connsiteX2084" fmla="*/ 1018590 w 2290556"/>
                <a:gd name="connsiteY2084" fmla="*/ 1655709 h 1796087"/>
                <a:gd name="connsiteX2085" fmla="*/ 1021282 w 2290556"/>
                <a:gd name="connsiteY2085" fmla="*/ 1650495 h 1796087"/>
                <a:gd name="connsiteX2086" fmla="*/ 1024479 w 2290556"/>
                <a:gd name="connsiteY2086" fmla="*/ 1648611 h 1796087"/>
                <a:gd name="connsiteX2087" fmla="*/ 1028114 w 2290556"/>
                <a:gd name="connsiteY2087" fmla="*/ 1651370 h 1796087"/>
                <a:gd name="connsiteX2088" fmla="*/ 1033027 w 2290556"/>
                <a:gd name="connsiteY2088" fmla="*/ 1651370 h 1796087"/>
                <a:gd name="connsiteX2089" fmla="*/ 1038109 w 2290556"/>
                <a:gd name="connsiteY2089" fmla="*/ 1649923 h 1796087"/>
                <a:gd name="connsiteX2090" fmla="*/ 1039994 w 2290556"/>
                <a:gd name="connsiteY2090" fmla="*/ 1645853 h 1796087"/>
                <a:gd name="connsiteX2091" fmla="*/ 1042888 w 2290556"/>
                <a:gd name="connsiteY2091" fmla="*/ 1643532 h 1796087"/>
                <a:gd name="connsiteX2092" fmla="*/ 1042888 w 2290556"/>
                <a:gd name="connsiteY2092" fmla="*/ 1639629 h 1796087"/>
                <a:gd name="connsiteX2093" fmla="*/ 1043393 w 2290556"/>
                <a:gd name="connsiteY2093" fmla="*/ 1634415 h 1796087"/>
                <a:gd name="connsiteX2094" fmla="*/ 1043763 w 2290556"/>
                <a:gd name="connsiteY2094" fmla="*/ 1630210 h 1796087"/>
                <a:gd name="connsiteX2095" fmla="*/ 1045345 w 2290556"/>
                <a:gd name="connsiteY2095" fmla="*/ 1625568 h 1796087"/>
                <a:gd name="connsiteX2096" fmla="*/ 1046927 w 2290556"/>
                <a:gd name="connsiteY2096" fmla="*/ 1622103 h 1796087"/>
                <a:gd name="connsiteX2097" fmla="*/ 1053018 w 2290556"/>
                <a:gd name="connsiteY2097" fmla="*/ 1620522 h 1796087"/>
                <a:gd name="connsiteX2098" fmla="*/ 1057932 w 2290556"/>
                <a:gd name="connsiteY2098" fmla="*/ 1618638 h 1796087"/>
                <a:gd name="connsiteX2099" fmla="*/ 1062711 w 2290556"/>
                <a:gd name="connsiteY2099" fmla="*/ 1615745 h 1796087"/>
                <a:gd name="connsiteX2100" fmla="*/ 1065773 w 2290556"/>
                <a:gd name="connsiteY2100" fmla="*/ 1611978 h 1796087"/>
                <a:gd name="connsiteX2101" fmla="*/ 1070990 w 2290556"/>
                <a:gd name="connsiteY2101" fmla="*/ 1606629 h 1796087"/>
                <a:gd name="connsiteX2102" fmla="*/ 1074894 w 2290556"/>
                <a:gd name="connsiteY2102" fmla="*/ 1605317 h 1796087"/>
                <a:gd name="connsiteX2103" fmla="*/ 1078966 w 2290556"/>
                <a:gd name="connsiteY2103" fmla="*/ 1602121 h 1796087"/>
                <a:gd name="connsiteX2104" fmla="*/ 1082870 w 2290556"/>
                <a:gd name="connsiteY2104" fmla="*/ 1600237 h 1796087"/>
                <a:gd name="connsiteX2105" fmla="*/ 1086942 w 2290556"/>
                <a:gd name="connsiteY2105" fmla="*/ 1597614 h 1796087"/>
                <a:gd name="connsiteX2106" fmla="*/ 1088524 w 2290556"/>
                <a:gd name="connsiteY2106" fmla="*/ 1596032 h 1796087"/>
                <a:gd name="connsiteX2107" fmla="*/ 1091284 w 2290556"/>
                <a:gd name="connsiteY2107" fmla="*/ 1593577 h 1796087"/>
                <a:gd name="connsiteX2108" fmla="*/ 1093168 w 2290556"/>
                <a:gd name="connsiteY2108" fmla="*/ 1590818 h 1796087"/>
                <a:gd name="connsiteX2109" fmla="*/ 1088389 w 2290556"/>
                <a:gd name="connsiteY2109" fmla="*/ 1589069 h 1796087"/>
                <a:gd name="connsiteX2110" fmla="*/ 1084182 w 2290556"/>
                <a:gd name="connsiteY2110" fmla="*/ 1584999 h 1796087"/>
                <a:gd name="connsiteX2111" fmla="*/ 1080110 w 2290556"/>
                <a:gd name="connsiteY2111" fmla="*/ 1581366 h 1796087"/>
                <a:gd name="connsiteX2112" fmla="*/ 1084182 w 2290556"/>
                <a:gd name="connsiteY2112" fmla="*/ 1578473 h 1796087"/>
                <a:gd name="connsiteX2113" fmla="*/ 1088961 w 2290556"/>
                <a:gd name="connsiteY2113" fmla="*/ 1578338 h 1796087"/>
                <a:gd name="connsiteX2114" fmla="*/ 1092596 w 2290556"/>
                <a:gd name="connsiteY2114" fmla="*/ 1578338 h 1796087"/>
                <a:gd name="connsiteX2115" fmla="*/ 1097106 w 2290556"/>
                <a:gd name="connsiteY2115" fmla="*/ 1577699 h 1796087"/>
                <a:gd name="connsiteX2116" fmla="*/ 1100303 w 2290556"/>
                <a:gd name="connsiteY2116" fmla="*/ 1579213 h 1796087"/>
                <a:gd name="connsiteX2117" fmla="*/ 1100303 w 2290556"/>
                <a:gd name="connsiteY2117" fmla="*/ 1582846 h 1796087"/>
                <a:gd name="connsiteX2118" fmla="*/ 1101279 w 2290556"/>
                <a:gd name="connsiteY2118" fmla="*/ 1585301 h 1796087"/>
                <a:gd name="connsiteX2119" fmla="*/ 1104375 w 2290556"/>
                <a:gd name="connsiteY2119" fmla="*/ 1589641 h 1796087"/>
                <a:gd name="connsiteX2120" fmla="*/ 1107707 w 2290556"/>
                <a:gd name="connsiteY2120" fmla="*/ 1592399 h 1796087"/>
                <a:gd name="connsiteX2121" fmla="*/ 1111476 w 2290556"/>
                <a:gd name="connsiteY2121" fmla="*/ 1596739 h 1796087"/>
                <a:gd name="connsiteX2122" fmla="*/ 1113630 w 2290556"/>
                <a:gd name="connsiteY2122" fmla="*/ 1595427 h 1796087"/>
                <a:gd name="connsiteX2123" fmla="*/ 1113630 w 2290556"/>
                <a:gd name="connsiteY2123" fmla="*/ 1591962 h 1796087"/>
                <a:gd name="connsiteX2124" fmla="*/ 1117265 w 2290556"/>
                <a:gd name="connsiteY2124" fmla="*/ 1590818 h 1796087"/>
                <a:gd name="connsiteX2125" fmla="*/ 1119856 w 2290556"/>
                <a:gd name="connsiteY2125" fmla="*/ 1590684 h 1796087"/>
                <a:gd name="connsiteX2126" fmla="*/ 1122178 w 2290556"/>
                <a:gd name="connsiteY2126" fmla="*/ 1591390 h 1796087"/>
                <a:gd name="connsiteX2127" fmla="*/ 1125073 w 2290556"/>
                <a:gd name="connsiteY2127" fmla="*/ 1593139 h 1796087"/>
                <a:gd name="connsiteX2128" fmla="*/ 1129852 w 2290556"/>
                <a:gd name="connsiteY2128" fmla="*/ 1594586 h 1796087"/>
                <a:gd name="connsiteX2129" fmla="*/ 1134933 w 2290556"/>
                <a:gd name="connsiteY2129" fmla="*/ 1599228 h 1796087"/>
                <a:gd name="connsiteX2130" fmla="*/ 1136381 w 2290556"/>
                <a:gd name="connsiteY2130" fmla="*/ 1599228 h 1796087"/>
                <a:gd name="connsiteX2131" fmla="*/ 1137693 w 2290556"/>
                <a:gd name="connsiteY2131" fmla="*/ 1596638 h 1796087"/>
                <a:gd name="connsiteX2132" fmla="*/ 1140285 w 2290556"/>
                <a:gd name="connsiteY2132" fmla="*/ 1594889 h 1796087"/>
                <a:gd name="connsiteX2133" fmla="*/ 1140285 w 2290556"/>
                <a:gd name="connsiteY2133" fmla="*/ 1592130 h 1796087"/>
                <a:gd name="connsiteX2134" fmla="*/ 1142674 w 2290556"/>
                <a:gd name="connsiteY2134" fmla="*/ 1589237 h 1796087"/>
                <a:gd name="connsiteX2135" fmla="*/ 1144357 w 2290556"/>
                <a:gd name="connsiteY2135" fmla="*/ 1584595 h 1796087"/>
                <a:gd name="connsiteX2136" fmla="*/ 1149136 w 2290556"/>
                <a:gd name="connsiteY2136" fmla="*/ 1579381 h 1796087"/>
                <a:gd name="connsiteX2137" fmla="*/ 1153477 w 2290556"/>
                <a:gd name="connsiteY2137" fmla="*/ 1574907 h 1796087"/>
                <a:gd name="connsiteX2138" fmla="*/ 1161319 w 2290556"/>
                <a:gd name="connsiteY2138" fmla="*/ 1569255 h 1796087"/>
                <a:gd name="connsiteX2139" fmla="*/ 1165660 w 2290556"/>
                <a:gd name="connsiteY2139" fmla="*/ 1566362 h 1796087"/>
                <a:gd name="connsiteX2140" fmla="*/ 1169867 w 2290556"/>
                <a:gd name="connsiteY2140" fmla="*/ 1563167 h 1796087"/>
                <a:gd name="connsiteX2141" fmla="*/ 1173333 w 2290556"/>
                <a:gd name="connsiteY2141" fmla="*/ 1562023 h 1796087"/>
                <a:gd name="connsiteX2142" fmla="*/ 1174781 w 2290556"/>
                <a:gd name="connsiteY2142" fmla="*/ 1562897 h 1796087"/>
                <a:gd name="connsiteX2143" fmla="*/ 1176665 w 2290556"/>
                <a:gd name="connsiteY2143" fmla="*/ 1563772 h 1796087"/>
                <a:gd name="connsiteX2144" fmla="*/ 1176968 w 2290556"/>
                <a:gd name="connsiteY2144" fmla="*/ 1565521 h 1796087"/>
                <a:gd name="connsiteX2145" fmla="*/ 1175521 w 2290556"/>
                <a:gd name="connsiteY2145" fmla="*/ 1568414 h 1796087"/>
                <a:gd name="connsiteX2146" fmla="*/ 1173333 w 2290556"/>
                <a:gd name="connsiteY2146" fmla="*/ 1570601 h 1796087"/>
                <a:gd name="connsiteX2147" fmla="*/ 1173333 w 2290556"/>
                <a:gd name="connsiteY2147" fmla="*/ 1574066 h 1796087"/>
                <a:gd name="connsiteX2148" fmla="*/ 1174208 w 2290556"/>
                <a:gd name="connsiteY2148" fmla="*/ 1578405 h 1796087"/>
                <a:gd name="connsiteX2149" fmla="*/ 1182050 w 2290556"/>
                <a:gd name="connsiteY2149" fmla="*/ 1578405 h 1796087"/>
                <a:gd name="connsiteX2150" fmla="*/ 1182050 w 2290556"/>
                <a:gd name="connsiteY2150" fmla="*/ 1582173 h 1796087"/>
                <a:gd name="connsiteX2151" fmla="*/ 1180838 w 2290556"/>
                <a:gd name="connsiteY2151" fmla="*/ 1585032 h 1796087"/>
                <a:gd name="connsiteX2152" fmla="*/ 1181410 w 2290556"/>
                <a:gd name="connsiteY2152" fmla="*/ 1585739 h 1796087"/>
                <a:gd name="connsiteX2153" fmla="*/ 1182925 w 2290556"/>
                <a:gd name="connsiteY2153" fmla="*/ 1585907 h 1796087"/>
                <a:gd name="connsiteX2154" fmla="*/ 1186627 w 2290556"/>
                <a:gd name="connsiteY2154" fmla="*/ 1585907 h 1796087"/>
                <a:gd name="connsiteX2155" fmla="*/ 1192045 w 2290556"/>
                <a:gd name="connsiteY2155" fmla="*/ 1584595 h 1796087"/>
                <a:gd name="connsiteX2156" fmla="*/ 1194670 w 2290556"/>
                <a:gd name="connsiteY2156" fmla="*/ 1582644 h 1796087"/>
                <a:gd name="connsiteX2157" fmla="*/ 1194670 w 2290556"/>
                <a:gd name="connsiteY2157" fmla="*/ 1579818 h 1796087"/>
                <a:gd name="connsiteX2158" fmla="*/ 1195411 w 2290556"/>
                <a:gd name="connsiteY2158" fmla="*/ 1577867 h 1796087"/>
                <a:gd name="connsiteX2159" fmla="*/ 1198339 w 2290556"/>
                <a:gd name="connsiteY2159" fmla="*/ 1575815 h 1796087"/>
                <a:gd name="connsiteX2160" fmla="*/ 1200829 w 2290556"/>
                <a:gd name="connsiteY2160" fmla="*/ 1573528 h 1796087"/>
                <a:gd name="connsiteX2161" fmla="*/ 1202478 w 2290556"/>
                <a:gd name="connsiteY2161" fmla="*/ 1571139 h 1796087"/>
                <a:gd name="connsiteX2162" fmla="*/ 1203791 w 2290556"/>
                <a:gd name="connsiteY2162" fmla="*/ 1568313 h 1796087"/>
                <a:gd name="connsiteX2163" fmla="*/ 1204329 w 2290556"/>
                <a:gd name="connsiteY2163" fmla="*/ 1565387 h 1796087"/>
                <a:gd name="connsiteX2164" fmla="*/ 1203993 w 2290556"/>
                <a:gd name="connsiteY2164" fmla="*/ 1563436 h 1796087"/>
                <a:gd name="connsiteX2165" fmla="*/ 1201502 w 2290556"/>
                <a:gd name="connsiteY2165" fmla="*/ 1562359 h 1796087"/>
                <a:gd name="connsiteX2166" fmla="*/ 1199887 w 2290556"/>
                <a:gd name="connsiteY2166" fmla="*/ 1561384 h 1796087"/>
                <a:gd name="connsiteX2167" fmla="*/ 1197060 w 2290556"/>
                <a:gd name="connsiteY2167" fmla="*/ 1557044 h 1796087"/>
                <a:gd name="connsiteX2168" fmla="*/ 1201738 w 2290556"/>
                <a:gd name="connsiteY2168" fmla="*/ 1556405 h 1796087"/>
                <a:gd name="connsiteX2169" fmla="*/ 1205541 w 2290556"/>
                <a:gd name="connsiteY2169" fmla="*/ 1555833 h 1796087"/>
                <a:gd name="connsiteX2170" fmla="*/ 1212070 w 2290556"/>
                <a:gd name="connsiteY2170" fmla="*/ 1555833 h 1796087"/>
                <a:gd name="connsiteX2171" fmla="*/ 1222738 w 2290556"/>
                <a:gd name="connsiteY2171" fmla="*/ 1556069 h 1796087"/>
                <a:gd name="connsiteX2172" fmla="*/ 1237075 w 2290556"/>
                <a:gd name="connsiteY2172" fmla="*/ 1556371 h 1796087"/>
                <a:gd name="connsiteX2173" fmla="*/ 1242729 w 2290556"/>
                <a:gd name="connsiteY2173" fmla="*/ 1555160 h 1796087"/>
                <a:gd name="connsiteX2174" fmla="*/ 1246095 w 2290556"/>
                <a:gd name="connsiteY2174" fmla="*/ 1549845 h 1796087"/>
                <a:gd name="connsiteX2175" fmla="*/ 1248282 w 2290556"/>
                <a:gd name="connsiteY2175" fmla="*/ 1546784 h 1796087"/>
                <a:gd name="connsiteX2176" fmla="*/ 1249359 w 2290556"/>
                <a:gd name="connsiteY2176" fmla="*/ 1540594 h 1796087"/>
                <a:gd name="connsiteX2177" fmla="*/ 1249898 w 2290556"/>
                <a:gd name="connsiteY2177" fmla="*/ 1532353 h 1796087"/>
                <a:gd name="connsiteX2178" fmla="*/ 1249898 w 2290556"/>
                <a:gd name="connsiteY2178" fmla="*/ 1528551 h 1796087"/>
                <a:gd name="connsiteX2179" fmla="*/ 1251648 w 2290556"/>
                <a:gd name="connsiteY2179" fmla="*/ 1520276 h 1796087"/>
                <a:gd name="connsiteX2180" fmla="*/ 1256225 w 2290556"/>
                <a:gd name="connsiteY2180" fmla="*/ 1514187 h 1796087"/>
                <a:gd name="connsiteX2181" fmla="*/ 1258950 w 2290556"/>
                <a:gd name="connsiteY2181" fmla="*/ 1507998 h 1796087"/>
                <a:gd name="connsiteX2182" fmla="*/ 1263427 w 2290556"/>
                <a:gd name="connsiteY2182" fmla="*/ 1501034 h 1796087"/>
                <a:gd name="connsiteX2183" fmla="*/ 1268845 w 2290556"/>
                <a:gd name="connsiteY2183" fmla="*/ 1491481 h 1796087"/>
                <a:gd name="connsiteX2184" fmla="*/ 1275913 w 2290556"/>
                <a:gd name="connsiteY2184" fmla="*/ 1485728 h 1796087"/>
                <a:gd name="connsiteX2185" fmla="*/ 1282442 w 2290556"/>
                <a:gd name="connsiteY2185" fmla="*/ 1479976 h 1796087"/>
                <a:gd name="connsiteX2186" fmla="*/ 1288634 w 2290556"/>
                <a:gd name="connsiteY2186" fmla="*/ 1479101 h 1796087"/>
                <a:gd name="connsiteX2187" fmla="*/ 1294826 w 2290556"/>
                <a:gd name="connsiteY2187" fmla="*/ 1479337 h 1796087"/>
                <a:gd name="connsiteX2188" fmla="*/ 1299504 w 2290556"/>
                <a:gd name="connsiteY2188" fmla="*/ 1482263 h 1796087"/>
                <a:gd name="connsiteX2189" fmla="*/ 1306033 w 2290556"/>
                <a:gd name="connsiteY2189" fmla="*/ 1487376 h 1796087"/>
                <a:gd name="connsiteX2190" fmla="*/ 1312663 w 2290556"/>
                <a:gd name="connsiteY2190" fmla="*/ 1492591 h 1796087"/>
                <a:gd name="connsiteX2191" fmla="*/ 1317543 w 2290556"/>
                <a:gd name="connsiteY2191" fmla="*/ 1494003 h 1796087"/>
                <a:gd name="connsiteX2192" fmla="*/ 1322087 w 2290556"/>
                <a:gd name="connsiteY2192" fmla="*/ 1493465 h 1796087"/>
                <a:gd name="connsiteX2193" fmla="*/ 1325889 w 2290556"/>
                <a:gd name="connsiteY2193" fmla="*/ 1490202 h 1796087"/>
                <a:gd name="connsiteX2194" fmla="*/ 1329591 w 2290556"/>
                <a:gd name="connsiteY2194" fmla="*/ 1485627 h 1796087"/>
                <a:gd name="connsiteX2195" fmla="*/ 1332957 w 2290556"/>
                <a:gd name="connsiteY2195" fmla="*/ 1481052 h 1796087"/>
                <a:gd name="connsiteX2196" fmla="*/ 1337097 w 2290556"/>
                <a:gd name="connsiteY2196" fmla="*/ 1472777 h 1796087"/>
                <a:gd name="connsiteX2197" fmla="*/ 1338712 w 2290556"/>
                <a:gd name="connsiteY2197" fmla="*/ 1470187 h 1796087"/>
                <a:gd name="connsiteX2198" fmla="*/ 1342212 w 2290556"/>
                <a:gd name="connsiteY2198" fmla="*/ 1466722 h 1796087"/>
                <a:gd name="connsiteX2199" fmla="*/ 1345477 w 2290556"/>
                <a:gd name="connsiteY2199" fmla="*/ 1463560 h 1796087"/>
                <a:gd name="connsiteX2200" fmla="*/ 1351770 w 2290556"/>
                <a:gd name="connsiteY2200" fmla="*/ 1462786 h 1796087"/>
                <a:gd name="connsiteX2201" fmla="*/ 1356246 w 2290556"/>
                <a:gd name="connsiteY2201" fmla="*/ 1464535 h 1796087"/>
                <a:gd name="connsiteX2202" fmla="*/ 1360486 w 2290556"/>
                <a:gd name="connsiteY2202" fmla="*/ 1467899 h 1796087"/>
                <a:gd name="connsiteX2203" fmla="*/ 1362977 w 2290556"/>
                <a:gd name="connsiteY2203" fmla="*/ 1471061 h 1796087"/>
                <a:gd name="connsiteX2204" fmla="*/ 1370246 w 2290556"/>
                <a:gd name="connsiteY2204" fmla="*/ 1474762 h 1796087"/>
                <a:gd name="connsiteX2205" fmla="*/ 1376540 w 2290556"/>
                <a:gd name="connsiteY2205" fmla="*/ 1477150 h 1796087"/>
                <a:gd name="connsiteX2206" fmla="*/ 1381453 w 2290556"/>
                <a:gd name="connsiteY2206" fmla="*/ 1476612 h 1796087"/>
                <a:gd name="connsiteX2207" fmla="*/ 1384179 w 2290556"/>
                <a:gd name="connsiteY2207" fmla="*/ 1475199 h 1796087"/>
                <a:gd name="connsiteX2208" fmla="*/ 1386872 w 2290556"/>
                <a:gd name="connsiteY2208" fmla="*/ 1472575 h 1796087"/>
                <a:gd name="connsiteX2209" fmla="*/ 1391247 w 2290556"/>
                <a:gd name="connsiteY2209" fmla="*/ 1470624 h 1796087"/>
                <a:gd name="connsiteX2210" fmla="*/ 1393434 w 2290556"/>
                <a:gd name="connsiteY2210" fmla="*/ 1465847 h 1796087"/>
                <a:gd name="connsiteX2211" fmla="*/ 1395285 w 2290556"/>
                <a:gd name="connsiteY2211" fmla="*/ 1462147 h 1796087"/>
                <a:gd name="connsiteX2212" fmla="*/ 1397910 w 2290556"/>
                <a:gd name="connsiteY2212" fmla="*/ 1459220 h 1796087"/>
                <a:gd name="connsiteX2213" fmla="*/ 1401377 w 2290556"/>
                <a:gd name="connsiteY2213" fmla="*/ 1455318 h 1796087"/>
                <a:gd name="connsiteX2214" fmla="*/ 1402689 w 2290556"/>
                <a:gd name="connsiteY2214" fmla="*/ 1451281 h 1796087"/>
                <a:gd name="connsiteX2215" fmla="*/ 1404877 w 2290556"/>
                <a:gd name="connsiteY2215" fmla="*/ 1449767 h 1796087"/>
                <a:gd name="connsiteX2216" fmla="*/ 1406829 w 2290556"/>
                <a:gd name="connsiteY2216" fmla="*/ 1450104 h 1796087"/>
                <a:gd name="connsiteX2217" fmla="*/ 1409757 w 2290556"/>
                <a:gd name="connsiteY2217" fmla="*/ 1452930 h 1796087"/>
                <a:gd name="connsiteX2218" fmla="*/ 1412584 w 2290556"/>
                <a:gd name="connsiteY2218" fmla="*/ 1454679 h 1796087"/>
                <a:gd name="connsiteX2219" fmla="*/ 1417901 w 2290556"/>
                <a:gd name="connsiteY2219" fmla="*/ 1454140 h 1796087"/>
                <a:gd name="connsiteX2220" fmla="*/ 1420392 w 2290556"/>
                <a:gd name="connsiteY2220" fmla="*/ 1450676 h 1796087"/>
                <a:gd name="connsiteX2221" fmla="*/ 1420392 w 2290556"/>
                <a:gd name="connsiteY2221" fmla="*/ 1446000 h 1796087"/>
                <a:gd name="connsiteX2222" fmla="*/ 1422512 w 2290556"/>
                <a:gd name="connsiteY2222" fmla="*/ 1444587 h 1796087"/>
                <a:gd name="connsiteX2223" fmla="*/ 1425608 w 2290556"/>
                <a:gd name="connsiteY2223" fmla="*/ 1443712 h 1796087"/>
                <a:gd name="connsiteX2224" fmla="*/ 1425608 w 2290556"/>
                <a:gd name="connsiteY2224" fmla="*/ 1438498 h 1796087"/>
                <a:gd name="connsiteX2225" fmla="*/ 1425608 w 2290556"/>
                <a:gd name="connsiteY2225" fmla="*/ 1435033 h 1796087"/>
                <a:gd name="connsiteX2226" fmla="*/ 1425608 w 2290556"/>
                <a:gd name="connsiteY2226" fmla="*/ 1429382 h 1796087"/>
                <a:gd name="connsiteX2227" fmla="*/ 1426214 w 2290556"/>
                <a:gd name="connsiteY2227" fmla="*/ 1426993 h 1796087"/>
                <a:gd name="connsiteX2228" fmla="*/ 1428368 w 2290556"/>
                <a:gd name="connsiteY2228" fmla="*/ 1425345 h 1796087"/>
                <a:gd name="connsiteX2229" fmla="*/ 1429512 w 2290556"/>
                <a:gd name="connsiteY2229" fmla="*/ 1423932 h 1796087"/>
                <a:gd name="connsiteX2230" fmla="*/ 1431296 w 2290556"/>
                <a:gd name="connsiteY2230" fmla="*/ 1423899 h 1796087"/>
                <a:gd name="connsiteX2231" fmla="*/ 1430488 w 2290556"/>
                <a:gd name="connsiteY2231" fmla="*/ 1422654 h 1796087"/>
                <a:gd name="connsiteX2232" fmla="*/ 1428973 w 2290556"/>
                <a:gd name="connsiteY2232" fmla="*/ 1418213 h 1796087"/>
                <a:gd name="connsiteX2233" fmla="*/ 1427897 w 2290556"/>
                <a:gd name="connsiteY2233" fmla="*/ 1414311 h 1796087"/>
                <a:gd name="connsiteX2234" fmla="*/ 1426921 w 2290556"/>
                <a:gd name="connsiteY2234" fmla="*/ 1410947 h 1796087"/>
                <a:gd name="connsiteX2235" fmla="*/ 1423993 w 2290556"/>
                <a:gd name="connsiteY2235" fmla="*/ 1406810 h 1796087"/>
                <a:gd name="connsiteX2236" fmla="*/ 1421267 w 2290556"/>
                <a:gd name="connsiteY2236" fmla="*/ 1402907 h 1796087"/>
                <a:gd name="connsiteX2237" fmla="*/ 1418069 w 2290556"/>
                <a:gd name="connsiteY2237" fmla="*/ 1400149 h 1796087"/>
                <a:gd name="connsiteX2238" fmla="*/ 1416185 w 2290556"/>
                <a:gd name="connsiteY2238" fmla="*/ 1398131 h 1796087"/>
                <a:gd name="connsiteX2239" fmla="*/ 1415310 w 2290556"/>
                <a:gd name="connsiteY2239" fmla="*/ 1395809 h 1796087"/>
                <a:gd name="connsiteX2240" fmla="*/ 1414435 w 2290556"/>
                <a:gd name="connsiteY2240" fmla="*/ 1394666 h 1796087"/>
                <a:gd name="connsiteX2241" fmla="*/ 1412853 w 2290556"/>
                <a:gd name="connsiteY2241" fmla="*/ 1393656 h 1796087"/>
                <a:gd name="connsiteX2242" fmla="*/ 1410093 w 2290556"/>
                <a:gd name="connsiteY2242" fmla="*/ 1392210 h 1796087"/>
                <a:gd name="connsiteX2243" fmla="*/ 1408209 w 2290556"/>
                <a:gd name="connsiteY2243" fmla="*/ 1391638 h 1796087"/>
                <a:gd name="connsiteX2244" fmla="*/ 1408209 w 2290556"/>
                <a:gd name="connsiteY2244" fmla="*/ 1389182 h 1796087"/>
                <a:gd name="connsiteX2245" fmla="*/ 1408579 w 2290556"/>
                <a:gd name="connsiteY2245" fmla="*/ 1386996 h 1796087"/>
                <a:gd name="connsiteX2246" fmla="*/ 1410396 w 2290556"/>
                <a:gd name="connsiteY2246" fmla="*/ 1383363 h 1796087"/>
                <a:gd name="connsiteX2247" fmla="*/ 1411911 w 2290556"/>
                <a:gd name="connsiteY2247" fmla="*/ 1381412 h 1796087"/>
                <a:gd name="connsiteX2248" fmla="*/ 1414300 w 2290556"/>
                <a:gd name="connsiteY2248" fmla="*/ 1380100 h 1796087"/>
                <a:gd name="connsiteX2249" fmla="*/ 1415377 w 2290556"/>
                <a:gd name="connsiteY2249" fmla="*/ 1379460 h 1796087"/>
                <a:gd name="connsiteX2250" fmla="*/ 1418642 w 2290556"/>
                <a:gd name="connsiteY2250" fmla="*/ 1378384 h 1796087"/>
                <a:gd name="connsiteX2251" fmla="*/ 1420829 w 2290556"/>
                <a:gd name="connsiteY2251" fmla="*/ 1377106 h 1796087"/>
                <a:gd name="connsiteX2252" fmla="*/ 1423858 w 2290556"/>
                <a:gd name="connsiteY2252" fmla="*/ 1374246 h 1796087"/>
                <a:gd name="connsiteX2253" fmla="*/ 1423858 w 2290556"/>
                <a:gd name="connsiteY2253" fmla="*/ 1371622 h 1796087"/>
                <a:gd name="connsiteX2254" fmla="*/ 1422680 w 2290556"/>
                <a:gd name="connsiteY2254" fmla="*/ 1369032 h 1796087"/>
                <a:gd name="connsiteX2255" fmla="*/ 1421031 w 2290556"/>
                <a:gd name="connsiteY2255" fmla="*/ 1367720 h 1796087"/>
                <a:gd name="connsiteX2256" fmla="*/ 1418406 w 2290556"/>
                <a:gd name="connsiteY2256" fmla="*/ 1367518 h 1796087"/>
                <a:gd name="connsiteX2257" fmla="*/ 1416656 w 2290556"/>
                <a:gd name="connsiteY2257" fmla="*/ 1367283 h 1796087"/>
                <a:gd name="connsiteX2258" fmla="*/ 1415781 w 2290556"/>
                <a:gd name="connsiteY2258" fmla="*/ 1363583 h 1796087"/>
                <a:gd name="connsiteX2259" fmla="*/ 1418608 w 2290556"/>
                <a:gd name="connsiteY2259" fmla="*/ 1362069 h 1796087"/>
                <a:gd name="connsiteX2260" fmla="*/ 1418608 w 2290556"/>
                <a:gd name="connsiteY2260" fmla="*/ 1357292 h 1796087"/>
                <a:gd name="connsiteX2261" fmla="*/ 1416757 w 2290556"/>
                <a:gd name="connsiteY2261" fmla="*/ 1353794 h 1796087"/>
                <a:gd name="connsiteX2262" fmla="*/ 1413594 w 2290556"/>
                <a:gd name="connsiteY2262" fmla="*/ 1352280 h 1796087"/>
                <a:gd name="connsiteX2263" fmla="*/ 1409689 w 2290556"/>
                <a:gd name="connsiteY2263" fmla="*/ 1352078 h 1796087"/>
                <a:gd name="connsiteX2264" fmla="*/ 1408613 w 2290556"/>
                <a:gd name="connsiteY2264" fmla="*/ 1351439 h 1796087"/>
                <a:gd name="connsiteX2265" fmla="*/ 1406863 w 2290556"/>
                <a:gd name="connsiteY2265" fmla="*/ 1349252 h 1796087"/>
                <a:gd name="connsiteX2266" fmla="*/ 1407939 w 2290556"/>
                <a:gd name="connsiteY2266" fmla="*/ 1346864 h 1796087"/>
                <a:gd name="connsiteX2267" fmla="*/ 1409252 w 2290556"/>
                <a:gd name="connsiteY2267" fmla="*/ 1344677 h 1796087"/>
                <a:gd name="connsiteX2268" fmla="*/ 1415142 w 2290556"/>
                <a:gd name="connsiteY2268" fmla="*/ 1339026 h 1796087"/>
                <a:gd name="connsiteX2269" fmla="*/ 1418608 w 2290556"/>
                <a:gd name="connsiteY2269" fmla="*/ 1336200 h 1796087"/>
                <a:gd name="connsiteX2270" fmla="*/ 1421233 w 2290556"/>
                <a:gd name="connsiteY2270" fmla="*/ 1334686 h 1796087"/>
                <a:gd name="connsiteX2271" fmla="*/ 1426685 w 2290556"/>
                <a:gd name="connsiteY2271" fmla="*/ 1335325 h 1796087"/>
                <a:gd name="connsiteX2272" fmla="*/ 1431531 w 2290556"/>
                <a:gd name="connsiteY2272" fmla="*/ 1333542 h 1796087"/>
                <a:gd name="connsiteX2273" fmla="*/ 1435334 w 2290556"/>
                <a:gd name="connsiteY2273" fmla="*/ 1335998 h 1796087"/>
                <a:gd name="connsiteX2274" fmla="*/ 1437993 w 2290556"/>
                <a:gd name="connsiteY2274" fmla="*/ 1336335 h 1796087"/>
                <a:gd name="connsiteX2275" fmla="*/ 1438936 w 2290556"/>
                <a:gd name="connsiteY2275" fmla="*/ 1335157 h 1796087"/>
                <a:gd name="connsiteX2276" fmla="*/ 1438060 w 2290556"/>
                <a:gd name="connsiteY2276" fmla="*/ 1332062 h 1796087"/>
                <a:gd name="connsiteX2277" fmla="*/ 1437623 w 2290556"/>
                <a:gd name="connsiteY2277" fmla="*/ 1327824 h 1796087"/>
                <a:gd name="connsiteX2278" fmla="*/ 1437421 w 2290556"/>
                <a:gd name="connsiteY2278" fmla="*/ 1325368 h 1796087"/>
                <a:gd name="connsiteX2279" fmla="*/ 1436445 w 2290556"/>
                <a:gd name="connsiteY2279" fmla="*/ 1321230 h 1796087"/>
                <a:gd name="connsiteX2280" fmla="*/ 1435805 w 2290556"/>
                <a:gd name="connsiteY2280" fmla="*/ 1318842 h 1796087"/>
                <a:gd name="connsiteX2281" fmla="*/ 1434729 w 2290556"/>
                <a:gd name="connsiteY2281" fmla="*/ 1315848 h 1796087"/>
                <a:gd name="connsiteX2282" fmla="*/ 1435503 w 2290556"/>
                <a:gd name="connsiteY2282" fmla="*/ 1313560 h 1796087"/>
                <a:gd name="connsiteX2283" fmla="*/ 1435873 w 2290556"/>
                <a:gd name="connsiteY2283" fmla="*/ 1311979 h 1796087"/>
                <a:gd name="connsiteX2284" fmla="*/ 1434358 w 2290556"/>
                <a:gd name="connsiteY2284" fmla="*/ 1309927 h 1796087"/>
                <a:gd name="connsiteX2285" fmla="*/ 1434358 w 2290556"/>
                <a:gd name="connsiteY2285" fmla="*/ 1307741 h 1796087"/>
                <a:gd name="connsiteX2286" fmla="*/ 1435536 w 2290556"/>
                <a:gd name="connsiteY2286" fmla="*/ 1305352 h 1796087"/>
                <a:gd name="connsiteX2287" fmla="*/ 1435133 w 2290556"/>
                <a:gd name="connsiteY2287" fmla="*/ 1302325 h 1796087"/>
                <a:gd name="connsiteX2288" fmla="*/ 1436748 w 2290556"/>
                <a:gd name="connsiteY2288" fmla="*/ 1298725 h 1796087"/>
                <a:gd name="connsiteX2289" fmla="*/ 1438599 w 2290556"/>
                <a:gd name="connsiteY2289" fmla="*/ 1295799 h 1796087"/>
                <a:gd name="connsiteX2290" fmla="*/ 1440652 w 2290556"/>
                <a:gd name="connsiteY2290" fmla="*/ 1293410 h 1796087"/>
                <a:gd name="connsiteX2291" fmla="*/ 1442805 w 2290556"/>
                <a:gd name="connsiteY2291" fmla="*/ 1290585 h 1796087"/>
                <a:gd name="connsiteX2292" fmla="*/ 1445296 w 2290556"/>
                <a:gd name="connsiteY2292" fmla="*/ 1289374 h 1796087"/>
                <a:gd name="connsiteX2293" fmla="*/ 1448022 w 2290556"/>
                <a:gd name="connsiteY2293" fmla="*/ 1288499 h 1796087"/>
                <a:gd name="connsiteX2294" fmla="*/ 1451825 w 2290556"/>
                <a:gd name="connsiteY2294" fmla="*/ 1288263 h 1796087"/>
                <a:gd name="connsiteX2295" fmla="*/ 1454652 w 2290556"/>
                <a:gd name="connsiteY2295" fmla="*/ 1288163 h 1796087"/>
                <a:gd name="connsiteX2296" fmla="*/ 1457916 w 2290556"/>
                <a:gd name="connsiteY2296" fmla="*/ 1288263 h 1796087"/>
                <a:gd name="connsiteX2297" fmla="*/ 1459431 w 2290556"/>
                <a:gd name="connsiteY2297" fmla="*/ 1288062 h 1796087"/>
                <a:gd name="connsiteX2298" fmla="*/ 1460744 w 2290556"/>
                <a:gd name="connsiteY2298" fmla="*/ 1286548 h 1796087"/>
                <a:gd name="connsiteX2299" fmla="*/ 1461080 w 2290556"/>
                <a:gd name="connsiteY2299" fmla="*/ 1285471 h 1796087"/>
                <a:gd name="connsiteX2300" fmla="*/ 1461282 w 2290556"/>
                <a:gd name="connsiteY2300" fmla="*/ 1282982 h 1796087"/>
                <a:gd name="connsiteX2301" fmla="*/ 1460306 w 2290556"/>
                <a:gd name="connsiteY2301" fmla="*/ 1281132 h 1796087"/>
                <a:gd name="connsiteX2302" fmla="*/ 1458994 w 2290556"/>
                <a:gd name="connsiteY2302" fmla="*/ 1280156 h 1796087"/>
                <a:gd name="connsiteX2303" fmla="*/ 1458354 w 2290556"/>
                <a:gd name="connsiteY2303" fmla="*/ 1278945 h 1796087"/>
                <a:gd name="connsiteX2304" fmla="*/ 1456941 w 2290556"/>
                <a:gd name="connsiteY2304" fmla="*/ 1276893 h 1796087"/>
                <a:gd name="connsiteX2305" fmla="*/ 1456941 w 2290556"/>
                <a:gd name="connsiteY2305" fmla="*/ 1274168 h 1796087"/>
                <a:gd name="connsiteX2306" fmla="*/ 1458691 w 2290556"/>
                <a:gd name="connsiteY2306" fmla="*/ 1272857 h 1796087"/>
                <a:gd name="connsiteX2307" fmla="*/ 1460979 w 2290556"/>
                <a:gd name="connsiteY2307" fmla="*/ 1271982 h 1796087"/>
                <a:gd name="connsiteX2308" fmla="*/ 1462056 w 2290556"/>
                <a:gd name="connsiteY2308" fmla="*/ 1270233 h 1796087"/>
                <a:gd name="connsiteX2309" fmla="*/ 1462594 w 2290556"/>
                <a:gd name="connsiteY2309" fmla="*/ 1268046 h 1796087"/>
                <a:gd name="connsiteX2310" fmla="*/ 1463570 w 2290556"/>
                <a:gd name="connsiteY2310" fmla="*/ 1265994 h 1796087"/>
                <a:gd name="connsiteX2311" fmla="*/ 1466498 w 2290556"/>
                <a:gd name="connsiteY2311" fmla="*/ 1265355 h 1796087"/>
                <a:gd name="connsiteX2312" fmla="*/ 1467912 w 2290556"/>
                <a:gd name="connsiteY2312" fmla="*/ 1265557 h 1796087"/>
                <a:gd name="connsiteX2313" fmla="*/ 1468888 w 2290556"/>
                <a:gd name="connsiteY2313" fmla="*/ 1267071 h 1796087"/>
                <a:gd name="connsiteX2314" fmla="*/ 1471378 w 2290556"/>
                <a:gd name="connsiteY2314" fmla="*/ 1269022 h 1796087"/>
                <a:gd name="connsiteX2315" fmla="*/ 1472354 w 2290556"/>
                <a:gd name="connsiteY2315" fmla="*/ 1267609 h 1796087"/>
                <a:gd name="connsiteX2316" fmla="*/ 1474508 w 2290556"/>
                <a:gd name="connsiteY2316" fmla="*/ 1264682 h 1796087"/>
                <a:gd name="connsiteX2317" fmla="*/ 1476898 w 2290556"/>
                <a:gd name="connsiteY2317" fmla="*/ 1266431 h 1796087"/>
                <a:gd name="connsiteX2318" fmla="*/ 1477537 w 2290556"/>
                <a:gd name="connsiteY2318" fmla="*/ 1269257 h 1796087"/>
                <a:gd name="connsiteX2319" fmla="*/ 1480162 w 2290556"/>
                <a:gd name="connsiteY2319" fmla="*/ 1269795 h 1796087"/>
                <a:gd name="connsiteX2320" fmla="*/ 1482350 w 2290556"/>
                <a:gd name="connsiteY2320" fmla="*/ 1268921 h 1796087"/>
                <a:gd name="connsiteX2321" fmla="*/ 1483427 w 2290556"/>
                <a:gd name="connsiteY2321" fmla="*/ 1267508 h 1796087"/>
                <a:gd name="connsiteX2322" fmla="*/ 1484840 w 2290556"/>
                <a:gd name="connsiteY2322" fmla="*/ 1264581 h 1796087"/>
                <a:gd name="connsiteX2323" fmla="*/ 1485581 w 2290556"/>
                <a:gd name="connsiteY2323" fmla="*/ 1263841 h 1796087"/>
                <a:gd name="connsiteX2324" fmla="*/ 1488946 w 2290556"/>
                <a:gd name="connsiteY2324" fmla="*/ 1263841 h 1796087"/>
                <a:gd name="connsiteX2325" fmla="*/ 1490359 w 2290556"/>
                <a:gd name="connsiteY2325" fmla="*/ 1267407 h 1796087"/>
                <a:gd name="connsiteX2326" fmla="*/ 1492211 w 2290556"/>
                <a:gd name="connsiteY2326" fmla="*/ 1269257 h 1796087"/>
                <a:gd name="connsiteX2327" fmla="*/ 1494162 w 2290556"/>
                <a:gd name="connsiteY2327" fmla="*/ 1273496 h 1796087"/>
                <a:gd name="connsiteX2328" fmla="*/ 1493287 w 2290556"/>
                <a:gd name="connsiteY2328" fmla="*/ 1275009 h 1796087"/>
                <a:gd name="connsiteX2329" fmla="*/ 1490460 w 2290556"/>
                <a:gd name="connsiteY2329" fmla="*/ 1277398 h 1796087"/>
                <a:gd name="connsiteX2330" fmla="*/ 1492412 w 2290556"/>
                <a:gd name="connsiteY2330" fmla="*/ 1280022 h 1796087"/>
                <a:gd name="connsiteX2331" fmla="*/ 1493725 w 2290556"/>
                <a:gd name="connsiteY2331" fmla="*/ 1282074 h 1796087"/>
                <a:gd name="connsiteX2332" fmla="*/ 1499043 w 2290556"/>
                <a:gd name="connsiteY2332" fmla="*/ 1287389 h 1796087"/>
                <a:gd name="connsiteX2333" fmla="*/ 1497965 w 2290556"/>
                <a:gd name="connsiteY2333" fmla="*/ 1290551 h 1796087"/>
                <a:gd name="connsiteX2334" fmla="*/ 1498605 w 2290556"/>
                <a:gd name="connsiteY2334" fmla="*/ 1297851 h 1796087"/>
                <a:gd name="connsiteX2335" fmla="*/ 1497629 w 2290556"/>
                <a:gd name="connsiteY2335" fmla="*/ 1299062 h 1796087"/>
                <a:gd name="connsiteX2336" fmla="*/ 1496215 w 2290556"/>
                <a:gd name="connsiteY2336" fmla="*/ 1301652 h 1796087"/>
                <a:gd name="connsiteX2337" fmla="*/ 1496754 w 2290556"/>
                <a:gd name="connsiteY2337" fmla="*/ 1304814 h 1796087"/>
                <a:gd name="connsiteX2338" fmla="*/ 1495677 w 2290556"/>
                <a:gd name="connsiteY2338" fmla="*/ 1306227 h 1796087"/>
                <a:gd name="connsiteX2339" fmla="*/ 1494365 w 2290556"/>
                <a:gd name="connsiteY2339" fmla="*/ 1307539 h 1796087"/>
                <a:gd name="connsiteX2340" fmla="*/ 1493927 w 2290556"/>
                <a:gd name="connsiteY2340" fmla="*/ 1310028 h 1796087"/>
                <a:gd name="connsiteX2341" fmla="*/ 1494701 w 2290556"/>
                <a:gd name="connsiteY2341" fmla="*/ 1312518 h 1796087"/>
                <a:gd name="connsiteX2342" fmla="*/ 1495677 w 2290556"/>
                <a:gd name="connsiteY2342" fmla="*/ 1314570 h 1796087"/>
                <a:gd name="connsiteX2343" fmla="*/ 1496316 w 2290556"/>
                <a:gd name="connsiteY2343" fmla="*/ 1317194 h 1796087"/>
                <a:gd name="connsiteX2344" fmla="*/ 1495879 w 2290556"/>
                <a:gd name="connsiteY2344" fmla="*/ 1320995 h 1796087"/>
                <a:gd name="connsiteX2345" fmla="*/ 1495139 w 2290556"/>
                <a:gd name="connsiteY2345" fmla="*/ 1323720 h 1796087"/>
                <a:gd name="connsiteX2346" fmla="*/ 1494062 w 2290556"/>
                <a:gd name="connsiteY2346" fmla="*/ 1325469 h 1796087"/>
                <a:gd name="connsiteX2347" fmla="*/ 1492008 w 2290556"/>
                <a:gd name="connsiteY2347" fmla="*/ 1327319 h 1796087"/>
                <a:gd name="connsiteX2348" fmla="*/ 1492008 w 2290556"/>
                <a:gd name="connsiteY2348" fmla="*/ 1328194 h 1796087"/>
                <a:gd name="connsiteX2349" fmla="*/ 1497225 w 2290556"/>
                <a:gd name="connsiteY2349" fmla="*/ 1327756 h 1796087"/>
                <a:gd name="connsiteX2350" fmla="*/ 1498874 w 2290556"/>
                <a:gd name="connsiteY2350" fmla="*/ 1326444 h 1796087"/>
                <a:gd name="connsiteX2351" fmla="*/ 1502139 w 2290556"/>
                <a:gd name="connsiteY2351" fmla="*/ 1325368 h 1796087"/>
                <a:gd name="connsiteX2352" fmla="*/ 1504528 w 2290556"/>
                <a:gd name="connsiteY2352" fmla="*/ 1326108 h 1796087"/>
                <a:gd name="connsiteX2353" fmla="*/ 1507793 w 2290556"/>
                <a:gd name="connsiteY2353" fmla="*/ 1326646 h 1796087"/>
                <a:gd name="connsiteX2354" fmla="*/ 1510721 w 2290556"/>
                <a:gd name="connsiteY2354" fmla="*/ 1325671 h 1796087"/>
                <a:gd name="connsiteX2355" fmla="*/ 1513009 w 2290556"/>
                <a:gd name="connsiteY2355" fmla="*/ 1322946 h 1796087"/>
                <a:gd name="connsiteX2356" fmla="*/ 1517149 w 2290556"/>
                <a:gd name="connsiteY2356" fmla="*/ 1322172 h 1796087"/>
                <a:gd name="connsiteX2357" fmla="*/ 1520615 w 2290556"/>
                <a:gd name="connsiteY2357" fmla="*/ 1324998 h 1796087"/>
                <a:gd name="connsiteX2358" fmla="*/ 1524654 w 2290556"/>
                <a:gd name="connsiteY2358" fmla="*/ 1325099 h 1796087"/>
                <a:gd name="connsiteX2359" fmla="*/ 1529533 w 2290556"/>
                <a:gd name="connsiteY2359" fmla="*/ 1325334 h 1796087"/>
                <a:gd name="connsiteX2360" fmla="*/ 1531822 w 2290556"/>
                <a:gd name="connsiteY2360" fmla="*/ 1325233 h 1796087"/>
                <a:gd name="connsiteX2361" fmla="*/ 1536837 w 2290556"/>
                <a:gd name="connsiteY2361" fmla="*/ 1325032 h 1796087"/>
                <a:gd name="connsiteX2362" fmla="*/ 1538486 w 2290556"/>
                <a:gd name="connsiteY2362" fmla="*/ 1323282 h 1796087"/>
                <a:gd name="connsiteX2363" fmla="*/ 1538587 w 2290556"/>
                <a:gd name="connsiteY2363" fmla="*/ 1321769 h 1796087"/>
                <a:gd name="connsiteX2364" fmla="*/ 1536736 w 2290556"/>
                <a:gd name="connsiteY2364" fmla="*/ 1320019 h 1796087"/>
                <a:gd name="connsiteX2365" fmla="*/ 1533808 w 2290556"/>
                <a:gd name="connsiteY2365" fmla="*/ 1317967 h 1796087"/>
                <a:gd name="connsiteX2366" fmla="*/ 1530106 w 2290556"/>
                <a:gd name="connsiteY2366" fmla="*/ 1313493 h 1796087"/>
                <a:gd name="connsiteX2367" fmla="*/ 1530880 w 2290556"/>
                <a:gd name="connsiteY2367" fmla="*/ 1310466 h 1796087"/>
                <a:gd name="connsiteX2368" fmla="*/ 1533707 w 2290556"/>
                <a:gd name="connsiteY2368" fmla="*/ 1307741 h 1796087"/>
                <a:gd name="connsiteX2369" fmla="*/ 1535659 w 2290556"/>
                <a:gd name="connsiteY2369" fmla="*/ 1307741 h 1796087"/>
                <a:gd name="connsiteX2370" fmla="*/ 1542524 w 2290556"/>
                <a:gd name="connsiteY2370" fmla="*/ 1311778 h 1796087"/>
                <a:gd name="connsiteX2371" fmla="*/ 1544274 w 2290556"/>
                <a:gd name="connsiteY2371" fmla="*/ 1309591 h 1796087"/>
                <a:gd name="connsiteX2372" fmla="*/ 1545688 w 2290556"/>
                <a:gd name="connsiteY2372" fmla="*/ 1306866 h 1796087"/>
                <a:gd name="connsiteX2373" fmla="*/ 1548515 w 2290556"/>
                <a:gd name="connsiteY2373" fmla="*/ 1304915 h 1796087"/>
                <a:gd name="connsiteX2374" fmla="*/ 1556659 w 2290556"/>
                <a:gd name="connsiteY2374" fmla="*/ 1299600 h 1796087"/>
                <a:gd name="connsiteX2375" fmla="*/ 1559924 w 2290556"/>
                <a:gd name="connsiteY2375" fmla="*/ 1296875 h 1796087"/>
                <a:gd name="connsiteX2376" fmla="*/ 1568405 w 2290556"/>
                <a:gd name="connsiteY2376" fmla="*/ 1290013 h 1796087"/>
                <a:gd name="connsiteX2377" fmla="*/ 1572107 w 2290556"/>
                <a:gd name="connsiteY2377" fmla="*/ 1286985 h 1796087"/>
                <a:gd name="connsiteX2378" fmla="*/ 1575136 w 2290556"/>
                <a:gd name="connsiteY2378" fmla="*/ 1284933 h 1796087"/>
                <a:gd name="connsiteX2379" fmla="*/ 1576549 w 2290556"/>
                <a:gd name="connsiteY2379" fmla="*/ 1284395 h 1796087"/>
                <a:gd name="connsiteX2380" fmla="*/ 1580789 w 2290556"/>
                <a:gd name="connsiteY2380" fmla="*/ 1283520 h 1796087"/>
                <a:gd name="connsiteX2381" fmla="*/ 1583414 w 2290556"/>
                <a:gd name="connsiteY2381" fmla="*/ 1285572 h 1796087"/>
                <a:gd name="connsiteX2382" fmla="*/ 1585804 w 2290556"/>
                <a:gd name="connsiteY2382" fmla="*/ 1288196 h 1796087"/>
                <a:gd name="connsiteX2383" fmla="*/ 1588429 w 2290556"/>
                <a:gd name="connsiteY2383" fmla="*/ 1289845 h 1796087"/>
                <a:gd name="connsiteX2384" fmla="*/ 1589607 w 2290556"/>
                <a:gd name="connsiteY2384" fmla="*/ 1291997 h 1796087"/>
                <a:gd name="connsiteX2385" fmla="*/ 1590684 w 2290556"/>
                <a:gd name="connsiteY2385" fmla="*/ 1298725 h 1796087"/>
                <a:gd name="connsiteX2386" fmla="*/ 1592198 w 2290556"/>
                <a:gd name="connsiteY2386" fmla="*/ 1301013 h 1796087"/>
                <a:gd name="connsiteX2387" fmla="*/ 1596102 w 2290556"/>
                <a:gd name="connsiteY2387" fmla="*/ 1302964 h 1796087"/>
                <a:gd name="connsiteX2388" fmla="*/ 1596102 w 2290556"/>
                <a:gd name="connsiteY2388" fmla="*/ 1299499 h 1796087"/>
                <a:gd name="connsiteX2389" fmla="*/ 1596102 w 2290556"/>
                <a:gd name="connsiteY2389" fmla="*/ 1296774 h 1796087"/>
                <a:gd name="connsiteX2390" fmla="*/ 1597516 w 2290556"/>
                <a:gd name="connsiteY2390" fmla="*/ 1294049 h 1796087"/>
                <a:gd name="connsiteX2391" fmla="*/ 1599165 w 2290556"/>
                <a:gd name="connsiteY2391" fmla="*/ 1292536 h 1796087"/>
                <a:gd name="connsiteX2392" fmla="*/ 1600679 w 2290556"/>
                <a:gd name="connsiteY2392" fmla="*/ 1291997 h 1796087"/>
                <a:gd name="connsiteX2393" fmla="*/ 1602968 w 2290556"/>
                <a:gd name="connsiteY2393" fmla="*/ 1291123 h 1796087"/>
                <a:gd name="connsiteX2394" fmla="*/ 1604718 w 2290556"/>
                <a:gd name="connsiteY2394" fmla="*/ 1290349 h 1796087"/>
                <a:gd name="connsiteX2395" fmla="*/ 1607107 w 2290556"/>
                <a:gd name="connsiteY2395" fmla="*/ 1288701 h 1796087"/>
                <a:gd name="connsiteX2396" fmla="*/ 1608857 w 2290556"/>
                <a:gd name="connsiteY2396" fmla="*/ 1286750 h 1796087"/>
                <a:gd name="connsiteX2397" fmla="*/ 1611785 w 2290556"/>
                <a:gd name="connsiteY2397" fmla="*/ 1283823 h 1796087"/>
                <a:gd name="connsiteX2398" fmla="*/ 1611785 w 2290556"/>
                <a:gd name="connsiteY2398" fmla="*/ 1282377 h 1796087"/>
                <a:gd name="connsiteX2399" fmla="*/ 1613536 w 2290556"/>
                <a:gd name="connsiteY2399" fmla="*/ 1280358 h 1796087"/>
                <a:gd name="connsiteX2400" fmla="*/ 1613536 w 2290556"/>
                <a:gd name="connsiteY2400" fmla="*/ 1278609 h 1796087"/>
                <a:gd name="connsiteX2401" fmla="*/ 1615723 w 2290556"/>
                <a:gd name="connsiteY2401" fmla="*/ 1275413 h 1796087"/>
                <a:gd name="connsiteX2402" fmla="*/ 1617742 w 2290556"/>
                <a:gd name="connsiteY2402" fmla="*/ 1273529 h 1796087"/>
                <a:gd name="connsiteX2403" fmla="*/ 1620771 w 2290556"/>
                <a:gd name="connsiteY2403" fmla="*/ 1272386 h 1796087"/>
                <a:gd name="connsiteX2404" fmla="*/ 1623968 w 2290556"/>
                <a:gd name="connsiteY2404" fmla="*/ 1273395 h 1796087"/>
                <a:gd name="connsiteX2405" fmla="*/ 1623968 w 2290556"/>
                <a:gd name="connsiteY2405" fmla="*/ 1275985 h 1796087"/>
                <a:gd name="connsiteX2406" fmla="*/ 1622656 w 2290556"/>
                <a:gd name="connsiteY2406" fmla="*/ 1277566 h 1796087"/>
                <a:gd name="connsiteX2407" fmla="*/ 1622353 w 2290556"/>
                <a:gd name="connsiteY2407" fmla="*/ 1279887 h 1796087"/>
                <a:gd name="connsiteX2408" fmla="*/ 1625112 w 2290556"/>
                <a:gd name="connsiteY2408" fmla="*/ 1279147 h 1796087"/>
                <a:gd name="connsiteX2409" fmla="*/ 1626560 w 2290556"/>
                <a:gd name="connsiteY2409" fmla="*/ 1275951 h 1796087"/>
                <a:gd name="connsiteX2410" fmla="*/ 1629757 w 2290556"/>
                <a:gd name="connsiteY2410" fmla="*/ 1275951 h 1796087"/>
                <a:gd name="connsiteX2411" fmla="*/ 1631339 w 2290556"/>
                <a:gd name="connsiteY2411" fmla="*/ 1277903 h 1796087"/>
                <a:gd name="connsiteX2412" fmla="*/ 1634401 w 2290556"/>
                <a:gd name="connsiteY2412" fmla="*/ 1281166 h 1796087"/>
                <a:gd name="connsiteX2413" fmla="*/ 1637901 w 2290556"/>
                <a:gd name="connsiteY2413" fmla="*/ 1282477 h 1796087"/>
                <a:gd name="connsiteX2414" fmla="*/ 1643690 w 2290556"/>
                <a:gd name="connsiteY2414" fmla="*/ 1282175 h 1796087"/>
                <a:gd name="connsiteX2415" fmla="*/ 1649478 w 2290556"/>
                <a:gd name="connsiteY2415" fmla="*/ 1281737 h 1796087"/>
                <a:gd name="connsiteX2416" fmla="*/ 1650623 w 2290556"/>
                <a:gd name="connsiteY2416" fmla="*/ 1280594 h 1796087"/>
                <a:gd name="connsiteX2417" fmla="*/ 1651632 w 2290556"/>
                <a:gd name="connsiteY2417" fmla="*/ 1276086 h 1796087"/>
                <a:gd name="connsiteX2418" fmla="*/ 1653214 w 2290556"/>
                <a:gd name="connsiteY2418" fmla="*/ 1274505 h 1796087"/>
                <a:gd name="connsiteX2419" fmla="*/ 1656108 w 2290556"/>
                <a:gd name="connsiteY2419" fmla="*/ 1274202 h 1796087"/>
                <a:gd name="connsiteX2420" fmla="*/ 1658868 w 2290556"/>
                <a:gd name="connsiteY2420" fmla="*/ 1274202 h 1796087"/>
                <a:gd name="connsiteX2421" fmla="*/ 1660887 w 2290556"/>
                <a:gd name="connsiteY2421" fmla="*/ 1274000 h 1796087"/>
                <a:gd name="connsiteX2422" fmla="*/ 1661897 w 2290556"/>
                <a:gd name="connsiteY2422" fmla="*/ 1272184 h 1796087"/>
                <a:gd name="connsiteX2423" fmla="*/ 1662604 w 2290556"/>
                <a:gd name="connsiteY2423" fmla="*/ 1268113 h 1796087"/>
                <a:gd name="connsiteX2424" fmla="*/ 1663479 w 2290556"/>
                <a:gd name="connsiteY2424" fmla="*/ 1264043 h 1796087"/>
                <a:gd name="connsiteX2425" fmla="*/ 1664051 w 2290556"/>
                <a:gd name="connsiteY2425" fmla="*/ 1261722 h 1796087"/>
                <a:gd name="connsiteX2426" fmla="*/ 1663041 w 2290556"/>
                <a:gd name="connsiteY2426" fmla="*/ 1259838 h 1796087"/>
                <a:gd name="connsiteX2427" fmla="*/ 1660887 w 2290556"/>
                <a:gd name="connsiteY2427" fmla="*/ 1258526 h 1796087"/>
                <a:gd name="connsiteX2428" fmla="*/ 1656983 w 2290556"/>
                <a:gd name="connsiteY2428" fmla="*/ 1256642 h 1796087"/>
                <a:gd name="connsiteX2429" fmla="*/ 1653954 w 2290556"/>
                <a:gd name="connsiteY2429" fmla="*/ 1251563 h 1796087"/>
                <a:gd name="connsiteX2430" fmla="*/ 1660181 w 2290556"/>
                <a:gd name="connsiteY2430" fmla="*/ 1249813 h 1796087"/>
                <a:gd name="connsiteX2431" fmla="*/ 1663075 w 2290556"/>
                <a:gd name="connsiteY2431" fmla="*/ 1249107 h 1796087"/>
                <a:gd name="connsiteX2432" fmla="*/ 1664219 w 2290556"/>
                <a:gd name="connsiteY2432" fmla="*/ 1245339 h 1796087"/>
                <a:gd name="connsiteX2433" fmla="*/ 1662200 w 2290556"/>
                <a:gd name="connsiteY2433" fmla="*/ 1241134 h 1796087"/>
                <a:gd name="connsiteX2434" fmla="*/ 1662065 w 2290556"/>
                <a:gd name="connsiteY2434" fmla="*/ 1239251 h 1796087"/>
                <a:gd name="connsiteX2435" fmla="*/ 1661762 w 2290556"/>
                <a:gd name="connsiteY2435" fmla="*/ 1236055 h 1796087"/>
                <a:gd name="connsiteX2436" fmla="*/ 1661056 w 2290556"/>
                <a:gd name="connsiteY2436" fmla="*/ 1234305 h 1796087"/>
                <a:gd name="connsiteX2437" fmla="*/ 1660618 w 2290556"/>
                <a:gd name="connsiteY2437" fmla="*/ 1232556 h 1796087"/>
                <a:gd name="connsiteX2438" fmla="*/ 1659743 w 2290556"/>
                <a:gd name="connsiteY2438" fmla="*/ 1230807 h 1796087"/>
                <a:gd name="connsiteX2439" fmla="*/ 1658733 w 2290556"/>
                <a:gd name="connsiteY2439" fmla="*/ 1229798 h 1796087"/>
                <a:gd name="connsiteX2440" fmla="*/ 1658733 w 2290556"/>
                <a:gd name="connsiteY2440" fmla="*/ 1226905 h 1796087"/>
                <a:gd name="connsiteX2441" fmla="*/ 1665464 w 2290556"/>
                <a:gd name="connsiteY2441" fmla="*/ 1225761 h 1796087"/>
                <a:gd name="connsiteX2442" fmla="*/ 1665397 w 2290556"/>
                <a:gd name="connsiteY2442" fmla="*/ 1221422 h 1796087"/>
                <a:gd name="connsiteX2443" fmla="*/ 1667854 w 2290556"/>
                <a:gd name="connsiteY2443" fmla="*/ 1220681 h 1796087"/>
                <a:gd name="connsiteX2444" fmla="*/ 1670748 w 2290556"/>
                <a:gd name="connsiteY2444" fmla="*/ 1219975 h 1796087"/>
                <a:gd name="connsiteX2445" fmla="*/ 1674383 w 2290556"/>
                <a:gd name="connsiteY2445" fmla="*/ 1218831 h 1796087"/>
                <a:gd name="connsiteX2446" fmla="*/ 1677277 w 2290556"/>
                <a:gd name="connsiteY2446" fmla="*/ 1218697 h 1796087"/>
                <a:gd name="connsiteX2447" fmla="*/ 1682628 w 2290556"/>
                <a:gd name="connsiteY2447" fmla="*/ 1218999 h 1796087"/>
                <a:gd name="connsiteX2448" fmla="*/ 1686263 w 2290556"/>
                <a:gd name="connsiteY2448" fmla="*/ 1218697 h 1796087"/>
                <a:gd name="connsiteX2449" fmla="*/ 1687576 w 2290556"/>
                <a:gd name="connsiteY2449" fmla="*/ 1216510 h 1796087"/>
                <a:gd name="connsiteX2450" fmla="*/ 1690907 w 2290556"/>
                <a:gd name="connsiteY2450" fmla="*/ 1214626 h 1796087"/>
                <a:gd name="connsiteX2451" fmla="*/ 1692489 w 2290556"/>
                <a:gd name="connsiteY2451" fmla="*/ 1215636 h 1796087"/>
                <a:gd name="connsiteX2452" fmla="*/ 1696124 w 2290556"/>
                <a:gd name="connsiteY2452" fmla="*/ 1217654 h 1796087"/>
                <a:gd name="connsiteX2453" fmla="*/ 1697874 w 2290556"/>
                <a:gd name="connsiteY2453" fmla="*/ 1218528 h 1796087"/>
                <a:gd name="connsiteX2454" fmla="*/ 1701205 w 2290556"/>
                <a:gd name="connsiteY2454" fmla="*/ 1218528 h 1796087"/>
                <a:gd name="connsiteX2455" fmla="*/ 1703831 w 2290556"/>
                <a:gd name="connsiteY2455" fmla="*/ 1217889 h 1796087"/>
                <a:gd name="connsiteX2456" fmla="*/ 1704571 w 2290556"/>
                <a:gd name="connsiteY2456" fmla="*/ 1217385 h 1796087"/>
                <a:gd name="connsiteX2457" fmla="*/ 1707465 w 2290556"/>
                <a:gd name="connsiteY2457" fmla="*/ 1214189 h 1796087"/>
                <a:gd name="connsiteX2458" fmla="*/ 1707465 w 2290556"/>
                <a:gd name="connsiteY2458" fmla="*/ 1212002 h 1796087"/>
                <a:gd name="connsiteX2459" fmla="*/ 1708475 w 2290556"/>
                <a:gd name="connsiteY2459" fmla="*/ 1209681 h 1796087"/>
                <a:gd name="connsiteX2460" fmla="*/ 1709350 w 2290556"/>
                <a:gd name="connsiteY2460" fmla="*/ 1207966 h 1796087"/>
                <a:gd name="connsiteX2461" fmla="*/ 1710797 w 2290556"/>
                <a:gd name="connsiteY2461" fmla="*/ 1205645 h 1796087"/>
                <a:gd name="connsiteX2462" fmla="*/ 1713826 w 2290556"/>
                <a:gd name="connsiteY2462" fmla="*/ 1205207 h 1796087"/>
                <a:gd name="connsiteX2463" fmla="*/ 1714701 w 2290556"/>
                <a:gd name="connsiteY2463" fmla="*/ 1205779 h 1796087"/>
                <a:gd name="connsiteX2464" fmla="*/ 1716720 w 2290556"/>
                <a:gd name="connsiteY2464" fmla="*/ 1207226 h 1796087"/>
                <a:gd name="connsiteX2465" fmla="*/ 1720220 w 2290556"/>
                <a:gd name="connsiteY2465" fmla="*/ 1208235 h 1796087"/>
                <a:gd name="connsiteX2466" fmla="*/ 1722374 w 2290556"/>
                <a:gd name="connsiteY2466" fmla="*/ 1206486 h 1796087"/>
                <a:gd name="connsiteX2467" fmla="*/ 1724393 w 2290556"/>
                <a:gd name="connsiteY2467" fmla="*/ 1203727 h 1796087"/>
                <a:gd name="connsiteX2468" fmla="*/ 1727153 w 2290556"/>
                <a:gd name="connsiteY2468" fmla="*/ 1202718 h 1796087"/>
                <a:gd name="connsiteX2469" fmla="*/ 1730788 w 2290556"/>
                <a:gd name="connsiteY2469" fmla="*/ 1201978 h 1796087"/>
                <a:gd name="connsiteX2470" fmla="*/ 1733985 w 2290556"/>
                <a:gd name="connsiteY2470" fmla="*/ 1201339 h 1796087"/>
                <a:gd name="connsiteX2471" fmla="*/ 1739403 w 2290556"/>
                <a:gd name="connsiteY2471" fmla="*/ 1203088 h 1796087"/>
                <a:gd name="connsiteX2472" fmla="*/ 1742668 w 2290556"/>
                <a:gd name="connsiteY2472" fmla="*/ 1206553 h 1796087"/>
                <a:gd name="connsiteX2473" fmla="*/ 1742668 w 2290556"/>
                <a:gd name="connsiteY2473" fmla="*/ 1208504 h 1796087"/>
                <a:gd name="connsiteX2474" fmla="*/ 1743980 w 2290556"/>
                <a:gd name="connsiteY2474" fmla="*/ 1211969 h 1796087"/>
                <a:gd name="connsiteX2475" fmla="*/ 1749837 w 2290556"/>
                <a:gd name="connsiteY2475" fmla="*/ 1215232 h 1796087"/>
                <a:gd name="connsiteX2476" fmla="*/ 1754346 w 2290556"/>
                <a:gd name="connsiteY2476" fmla="*/ 1219639 h 1796087"/>
                <a:gd name="connsiteX2477" fmla="*/ 1756803 w 2290556"/>
                <a:gd name="connsiteY2477" fmla="*/ 1221522 h 1796087"/>
                <a:gd name="connsiteX2478" fmla="*/ 1757476 w 2290556"/>
                <a:gd name="connsiteY2478" fmla="*/ 1223406 h 1796087"/>
                <a:gd name="connsiteX2479" fmla="*/ 1758486 w 2290556"/>
                <a:gd name="connsiteY2479" fmla="*/ 1225727 h 1796087"/>
                <a:gd name="connsiteX2480" fmla="*/ 1759731 w 2290556"/>
                <a:gd name="connsiteY2480" fmla="*/ 1227409 h 1796087"/>
                <a:gd name="connsiteX2481" fmla="*/ 1760976 w 2290556"/>
                <a:gd name="connsiteY2481" fmla="*/ 1228990 h 1796087"/>
                <a:gd name="connsiteX2482" fmla="*/ 1761481 w 2290556"/>
                <a:gd name="connsiteY2482" fmla="*/ 1231379 h 1796087"/>
                <a:gd name="connsiteX2483" fmla="*/ 1760034 w 2290556"/>
                <a:gd name="connsiteY2483" fmla="*/ 1233532 h 1796087"/>
                <a:gd name="connsiteX2484" fmla="*/ 1759764 w 2290556"/>
                <a:gd name="connsiteY2484" fmla="*/ 1233902 h 1796087"/>
                <a:gd name="connsiteX2485" fmla="*/ 1757509 w 2290556"/>
                <a:gd name="connsiteY2485" fmla="*/ 1236425 h 1796087"/>
                <a:gd name="connsiteX2486" fmla="*/ 1758317 w 2290556"/>
                <a:gd name="connsiteY2486" fmla="*/ 1239183 h 1796087"/>
                <a:gd name="connsiteX2487" fmla="*/ 1759731 w 2290556"/>
                <a:gd name="connsiteY2487" fmla="*/ 1242278 h 1796087"/>
                <a:gd name="connsiteX2488" fmla="*/ 1764072 w 2290556"/>
                <a:gd name="connsiteY2488" fmla="*/ 1245037 h 1796087"/>
                <a:gd name="connsiteX2489" fmla="*/ 1764745 w 2290556"/>
                <a:gd name="connsiteY2489" fmla="*/ 1246180 h 1796087"/>
                <a:gd name="connsiteX2490" fmla="*/ 1764140 w 2290556"/>
                <a:gd name="connsiteY2490" fmla="*/ 1248031 h 1796087"/>
                <a:gd name="connsiteX2491" fmla="*/ 1764140 w 2290556"/>
                <a:gd name="connsiteY2491" fmla="*/ 1250688 h 1796087"/>
                <a:gd name="connsiteX2492" fmla="*/ 1764779 w 2290556"/>
                <a:gd name="connsiteY2492" fmla="*/ 1251058 h 1796087"/>
                <a:gd name="connsiteX2493" fmla="*/ 1766899 w 2290556"/>
                <a:gd name="connsiteY2493" fmla="*/ 1249645 h 1796087"/>
                <a:gd name="connsiteX2494" fmla="*/ 1769793 w 2290556"/>
                <a:gd name="connsiteY2494" fmla="*/ 1251764 h 1796087"/>
                <a:gd name="connsiteX2495" fmla="*/ 1770500 w 2290556"/>
                <a:gd name="connsiteY2495" fmla="*/ 1252942 h 1796087"/>
                <a:gd name="connsiteX2496" fmla="*/ 1771173 w 2290556"/>
                <a:gd name="connsiteY2496" fmla="*/ 1254624 h 1796087"/>
                <a:gd name="connsiteX2497" fmla="*/ 1768380 w 2290556"/>
                <a:gd name="connsiteY2497" fmla="*/ 1255835 h 1796087"/>
                <a:gd name="connsiteX2498" fmla="*/ 1768380 w 2290556"/>
                <a:gd name="connsiteY2498" fmla="*/ 1257853 h 1796087"/>
                <a:gd name="connsiteX2499" fmla="*/ 1769491 w 2290556"/>
                <a:gd name="connsiteY2499" fmla="*/ 1259300 h 1796087"/>
                <a:gd name="connsiteX2500" fmla="*/ 1770702 w 2290556"/>
                <a:gd name="connsiteY2500" fmla="*/ 1260746 h 1796087"/>
                <a:gd name="connsiteX2501" fmla="*/ 1772520 w 2290556"/>
                <a:gd name="connsiteY2501" fmla="*/ 1260881 h 1796087"/>
                <a:gd name="connsiteX2502" fmla="*/ 1774169 w 2290556"/>
                <a:gd name="connsiteY2502" fmla="*/ 1259434 h 1796087"/>
                <a:gd name="connsiteX2503" fmla="*/ 1775313 w 2290556"/>
                <a:gd name="connsiteY2503" fmla="*/ 1257550 h 1796087"/>
                <a:gd name="connsiteX2504" fmla="*/ 1776491 w 2290556"/>
                <a:gd name="connsiteY2504" fmla="*/ 1255667 h 1796087"/>
                <a:gd name="connsiteX2505" fmla="*/ 1778678 w 2290556"/>
                <a:gd name="connsiteY2505" fmla="*/ 1254927 h 1796087"/>
                <a:gd name="connsiteX2506" fmla="*/ 1781438 w 2290556"/>
                <a:gd name="connsiteY2506" fmla="*/ 1256676 h 1796087"/>
                <a:gd name="connsiteX2507" fmla="*/ 1782448 w 2290556"/>
                <a:gd name="connsiteY2507" fmla="*/ 1256676 h 1796087"/>
                <a:gd name="connsiteX2508" fmla="*/ 1783154 w 2290556"/>
                <a:gd name="connsiteY2508" fmla="*/ 1258997 h 1796087"/>
                <a:gd name="connsiteX2509" fmla="*/ 1782582 w 2290556"/>
                <a:gd name="connsiteY2509" fmla="*/ 1260746 h 1796087"/>
                <a:gd name="connsiteX2510" fmla="*/ 1781000 w 2290556"/>
                <a:gd name="connsiteY2510" fmla="*/ 1263067 h 1796087"/>
                <a:gd name="connsiteX2511" fmla="*/ 1783457 w 2290556"/>
                <a:gd name="connsiteY2511" fmla="*/ 1264648 h 1796087"/>
                <a:gd name="connsiteX2512" fmla="*/ 1787799 w 2290556"/>
                <a:gd name="connsiteY2512" fmla="*/ 1265389 h 1796087"/>
                <a:gd name="connsiteX2513" fmla="*/ 1787227 w 2290556"/>
                <a:gd name="connsiteY2513" fmla="*/ 1267979 h 1796087"/>
                <a:gd name="connsiteX2514" fmla="*/ 1783760 w 2290556"/>
                <a:gd name="connsiteY2514" fmla="*/ 1270872 h 1796087"/>
                <a:gd name="connsiteX2515" fmla="*/ 1783188 w 2290556"/>
                <a:gd name="connsiteY2515" fmla="*/ 1272756 h 1796087"/>
                <a:gd name="connsiteX2516" fmla="*/ 1786520 w 2290556"/>
                <a:gd name="connsiteY2516" fmla="*/ 1276086 h 1796087"/>
                <a:gd name="connsiteX2517" fmla="*/ 1787395 w 2290556"/>
                <a:gd name="connsiteY2517" fmla="*/ 1279551 h 1796087"/>
                <a:gd name="connsiteX2518" fmla="*/ 1789851 w 2290556"/>
                <a:gd name="connsiteY2518" fmla="*/ 1283184 h 1796087"/>
                <a:gd name="connsiteX2519" fmla="*/ 1790559 w 2290556"/>
                <a:gd name="connsiteY2519" fmla="*/ 1288835 h 1796087"/>
                <a:gd name="connsiteX2520" fmla="*/ 1787361 w 2290556"/>
                <a:gd name="connsiteY2520" fmla="*/ 1292468 h 1796087"/>
                <a:gd name="connsiteX2521" fmla="*/ 1784164 w 2290556"/>
                <a:gd name="connsiteY2521" fmla="*/ 1291156 h 1796087"/>
                <a:gd name="connsiteX2522" fmla="*/ 1780967 w 2290556"/>
                <a:gd name="connsiteY2522" fmla="*/ 1288835 h 1796087"/>
                <a:gd name="connsiteX2523" fmla="*/ 1777770 w 2290556"/>
                <a:gd name="connsiteY2523" fmla="*/ 1287961 h 1796087"/>
                <a:gd name="connsiteX2524" fmla="*/ 1776188 w 2290556"/>
                <a:gd name="connsiteY2524" fmla="*/ 1287961 h 1796087"/>
                <a:gd name="connsiteX2525" fmla="*/ 1775616 w 2290556"/>
                <a:gd name="connsiteY2525" fmla="*/ 1287961 h 1796087"/>
                <a:gd name="connsiteX2526" fmla="*/ 1774741 w 2290556"/>
                <a:gd name="connsiteY2526" fmla="*/ 1289037 h 1796087"/>
                <a:gd name="connsiteX2527" fmla="*/ 1772721 w 2290556"/>
                <a:gd name="connsiteY2527" fmla="*/ 1293007 h 1796087"/>
                <a:gd name="connsiteX2528" fmla="*/ 1772721 w 2290556"/>
                <a:gd name="connsiteY2528" fmla="*/ 1295193 h 1796087"/>
                <a:gd name="connsiteX2529" fmla="*/ 1773866 w 2290556"/>
                <a:gd name="connsiteY2529" fmla="*/ 1298086 h 1796087"/>
                <a:gd name="connsiteX2530" fmla="*/ 1776323 w 2290556"/>
                <a:gd name="connsiteY2530" fmla="*/ 1301854 h 1796087"/>
                <a:gd name="connsiteX2531" fmla="*/ 1777467 w 2290556"/>
                <a:gd name="connsiteY2531" fmla="*/ 1303603 h 1796087"/>
                <a:gd name="connsiteX2532" fmla="*/ 1780799 w 2290556"/>
                <a:gd name="connsiteY2532" fmla="*/ 1304478 h 1796087"/>
                <a:gd name="connsiteX2533" fmla="*/ 1783693 w 2290556"/>
                <a:gd name="connsiteY2533" fmla="*/ 1307943 h 1796087"/>
                <a:gd name="connsiteX2534" fmla="*/ 1780058 w 2290556"/>
                <a:gd name="connsiteY2534" fmla="*/ 1309961 h 1796087"/>
                <a:gd name="connsiteX2535" fmla="*/ 1781236 w 2290556"/>
                <a:gd name="connsiteY2535" fmla="*/ 1312989 h 1796087"/>
                <a:gd name="connsiteX2536" fmla="*/ 1788337 w 2290556"/>
                <a:gd name="connsiteY2536" fmla="*/ 1313998 h 1796087"/>
                <a:gd name="connsiteX2537" fmla="*/ 1789212 w 2290556"/>
                <a:gd name="connsiteY2537" fmla="*/ 1314872 h 1796087"/>
                <a:gd name="connsiteX2538" fmla="*/ 1789212 w 2290556"/>
                <a:gd name="connsiteY2538" fmla="*/ 1320087 h 1796087"/>
                <a:gd name="connsiteX2539" fmla="*/ 1787631 w 2290556"/>
                <a:gd name="connsiteY2539" fmla="*/ 1322105 h 1796087"/>
                <a:gd name="connsiteX2540" fmla="*/ 1787193 w 2290556"/>
                <a:gd name="connsiteY2540" fmla="*/ 1323854 h 1796087"/>
                <a:gd name="connsiteX2541" fmla="*/ 1788068 w 2290556"/>
                <a:gd name="connsiteY2541" fmla="*/ 1325873 h 1796087"/>
                <a:gd name="connsiteX2542" fmla="*/ 1789212 w 2290556"/>
                <a:gd name="connsiteY2542" fmla="*/ 1328194 h 1796087"/>
                <a:gd name="connsiteX2543" fmla="*/ 1790794 w 2290556"/>
                <a:gd name="connsiteY2543" fmla="*/ 1332264 h 1796087"/>
                <a:gd name="connsiteX2544" fmla="*/ 1791366 w 2290556"/>
                <a:gd name="connsiteY2544" fmla="*/ 1335897 h 1796087"/>
                <a:gd name="connsiteX2545" fmla="*/ 1793116 w 2290556"/>
                <a:gd name="connsiteY2545" fmla="*/ 1336604 h 1796087"/>
                <a:gd name="connsiteX2546" fmla="*/ 1798636 w 2290556"/>
                <a:gd name="connsiteY2546" fmla="*/ 1339934 h 1796087"/>
                <a:gd name="connsiteX2547" fmla="*/ 1800958 w 2290556"/>
                <a:gd name="connsiteY2547" fmla="*/ 1338790 h 1796087"/>
                <a:gd name="connsiteX2548" fmla="*/ 1803987 w 2290556"/>
                <a:gd name="connsiteY2548" fmla="*/ 1338050 h 1796087"/>
                <a:gd name="connsiteX2549" fmla="*/ 1806746 w 2290556"/>
                <a:gd name="connsiteY2549" fmla="*/ 1336469 h 1796087"/>
                <a:gd name="connsiteX2550" fmla="*/ 1808496 w 2290556"/>
                <a:gd name="connsiteY2550" fmla="*/ 1333273 h 1796087"/>
                <a:gd name="connsiteX2551" fmla="*/ 1810515 w 2290556"/>
                <a:gd name="connsiteY2551" fmla="*/ 1330818 h 1796087"/>
                <a:gd name="connsiteX2552" fmla="*/ 1814420 w 2290556"/>
                <a:gd name="connsiteY2552" fmla="*/ 1333576 h 1796087"/>
                <a:gd name="connsiteX2553" fmla="*/ 1816607 w 2290556"/>
                <a:gd name="connsiteY2553" fmla="*/ 1333441 h 1796087"/>
                <a:gd name="connsiteX2554" fmla="*/ 1818189 w 2290556"/>
                <a:gd name="connsiteY2554" fmla="*/ 1336200 h 1796087"/>
                <a:gd name="connsiteX2555" fmla="*/ 1821218 w 2290556"/>
                <a:gd name="connsiteY2555" fmla="*/ 1335460 h 1796087"/>
                <a:gd name="connsiteX2556" fmla="*/ 1826569 w 2290556"/>
                <a:gd name="connsiteY2556" fmla="*/ 1334585 h 1796087"/>
                <a:gd name="connsiteX2557" fmla="*/ 1831348 w 2290556"/>
                <a:gd name="connsiteY2557" fmla="*/ 1332264 h 1796087"/>
                <a:gd name="connsiteX2558" fmla="*/ 1834107 w 2290556"/>
                <a:gd name="connsiteY2558" fmla="*/ 1333711 h 1796087"/>
                <a:gd name="connsiteX2559" fmla="*/ 1836733 w 2290556"/>
                <a:gd name="connsiteY2559" fmla="*/ 1335729 h 1796087"/>
                <a:gd name="connsiteX2560" fmla="*/ 1841074 w 2290556"/>
                <a:gd name="connsiteY2560" fmla="*/ 1338757 h 1796087"/>
                <a:gd name="connsiteX2561" fmla="*/ 1843093 w 2290556"/>
                <a:gd name="connsiteY2561" fmla="*/ 1337310 h 1796087"/>
                <a:gd name="connsiteX2562" fmla="*/ 1845112 w 2290556"/>
                <a:gd name="connsiteY2562" fmla="*/ 1334720 h 1796087"/>
                <a:gd name="connsiteX2563" fmla="*/ 1848007 w 2290556"/>
                <a:gd name="connsiteY2563" fmla="*/ 1334148 h 1796087"/>
                <a:gd name="connsiteX2564" fmla="*/ 1850194 w 2290556"/>
                <a:gd name="connsiteY2564" fmla="*/ 1336166 h 1796087"/>
                <a:gd name="connsiteX2565" fmla="*/ 1852516 w 2290556"/>
                <a:gd name="connsiteY2565" fmla="*/ 1336906 h 1796087"/>
                <a:gd name="connsiteX2566" fmla="*/ 1857733 w 2290556"/>
                <a:gd name="connsiteY2566" fmla="*/ 1336166 h 1796087"/>
                <a:gd name="connsiteX2567" fmla="*/ 1862377 w 2290556"/>
                <a:gd name="connsiteY2567" fmla="*/ 1333980 h 1796087"/>
                <a:gd name="connsiteX2568" fmla="*/ 1865272 w 2290556"/>
                <a:gd name="connsiteY2568" fmla="*/ 1332365 h 1796087"/>
                <a:gd name="connsiteX2569" fmla="*/ 1868906 w 2290556"/>
                <a:gd name="connsiteY2569" fmla="*/ 1332399 h 1796087"/>
                <a:gd name="connsiteX2570" fmla="*/ 1875704 w 2290556"/>
                <a:gd name="connsiteY2570" fmla="*/ 1332399 h 1796087"/>
                <a:gd name="connsiteX2571" fmla="*/ 1876176 w 2290556"/>
                <a:gd name="connsiteY2571" fmla="*/ 1332634 h 1796087"/>
                <a:gd name="connsiteX2572" fmla="*/ 1876176 w 2290556"/>
                <a:gd name="connsiteY2572" fmla="*/ 1332634 h 1796087"/>
                <a:gd name="connsiteX2573" fmla="*/ 1876176 w 2290556"/>
                <a:gd name="connsiteY2573" fmla="*/ 1332264 h 1796087"/>
                <a:gd name="connsiteX2574" fmla="*/ 1876176 w 2290556"/>
                <a:gd name="connsiteY2574" fmla="*/ 1325301 h 1796087"/>
                <a:gd name="connsiteX2575" fmla="*/ 1877959 w 2290556"/>
                <a:gd name="connsiteY2575" fmla="*/ 1322038 h 1796087"/>
                <a:gd name="connsiteX2576" fmla="*/ 1880281 w 2290556"/>
                <a:gd name="connsiteY2576" fmla="*/ 1317900 h 1796087"/>
                <a:gd name="connsiteX2577" fmla="*/ 1881359 w 2290556"/>
                <a:gd name="connsiteY2577" fmla="*/ 1314301 h 1796087"/>
                <a:gd name="connsiteX2578" fmla="*/ 1881359 w 2290556"/>
                <a:gd name="connsiteY2578" fmla="*/ 1309625 h 1796087"/>
                <a:gd name="connsiteX2579" fmla="*/ 1876478 w 2290556"/>
                <a:gd name="connsiteY2579" fmla="*/ 1306261 h 1796087"/>
                <a:gd name="connsiteX2580" fmla="*/ 1876142 w 2290556"/>
                <a:gd name="connsiteY2580" fmla="*/ 1302661 h 1796087"/>
                <a:gd name="connsiteX2581" fmla="*/ 1877724 w 2290556"/>
                <a:gd name="connsiteY2581" fmla="*/ 1300475 h 1796087"/>
                <a:gd name="connsiteX2582" fmla="*/ 1878094 w 2290556"/>
                <a:gd name="connsiteY2582" fmla="*/ 1297884 h 1796087"/>
                <a:gd name="connsiteX2583" fmla="*/ 1873685 w 2290556"/>
                <a:gd name="connsiteY2583" fmla="*/ 1294251 h 1796087"/>
                <a:gd name="connsiteX2584" fmla="*/ 1872171 w 2290556"/>
                <a:gd name="connsiteY2584" fmla="*/ 1292334 h 1796087"/>
                <a:gd name="connsiteX2585" fmla="*/ 1871666 w 2290556"/>
                <a:gd name="connsiteY2585" fmla="*/ 1283756 h 1796087"/>
                <a:gd name="connsiteX2586" fmla="*/ 1871026 w 2290556"/>
                <a:gd name="connsiteY2586" fmla="*/ 1279685 h 1796087"/>
                <a:gd name="connsiteX2587" fmla="*/ 1869176 w 2290556"/>
                <a:gd name="connsiteY2587" fmla="*/ 1277398 h 1796087"/>
                <a:gd name="connsiteX2588" fmla="*/ 1869176 w 2290556"/>
                <a:gd name="connsiteY2588" fmla="*/ 1274841 h 1796087"/>
                <a:gd name="connsiteX2589" fmla="*/ 1869983 w 2290556"/>
                <a:gd name="connsiteY2589" fmla="*/ 1272251 h 1796087"/>
                <a:gd name="connsiteX2590" fmla="*/ 1870993 w 2290556"/>
                <a:gd name="connsiteY2590" fmla="*/ 1270199 h 1796087"/>
                <a:gd name="connsiteX2591" fmla="*/ 1870926 w 2290556"/>
                <a:gd name="connsiteY2591" fmla="*/ 1265489 h 1796087"/>
                <a:gd name="connsiteX2592" fmla="*/ 1870926 w 2290556"/>
                <a:gd name="connsiteY2592" fmla="*/ 1262731 h 1796087"/>
                <a:gd name="connsiteX2593" fmla="*/ 1872810 w 2290556"/>
                <a:gd name="connsiteY2593" fmla="*/ 1258762 h 1796087"/>
                <a:gd name="connsiteX2594" fmla="*/ 1874392 w 2290556"/>
                <a:gd name="connsiteY2594" fmla="*/ 1254153 h 1796087"/>
                <a:gd name="connsiteX2595" fmla="*/ 1876883 w 2290556"/>
                <a:gd name="connsiteY2595" fmla="*/ 1249477 h 1796087"/>
                <a:gd name="connsiteX2596" fmla="*/ 1878060 w 2290556"/>
                <a:gd name="connsiteY2596" fmla="*/ 1246651 h 1796087"/>
                <a:gd name="connsiteX2597" fmla="*/ 1875772 w 2290556"/>
                <a:gd name="connsiteY2597" fmla="*/ 1245440 h 1796087"/>
                <a:gd name="connsiteX2598" fmla="*/ 1873180 w 2290556"/>
                <a:gd name="connsiteY2598" fmla="*/ 1244465 h 1796087"/>
                <a:gd name="connsiteX2599" fmla="*/ 1871767 w 2290556"/>
                <a:gd name="connsiteY2599" fmla="*/ 1244465 h 1796087"/>
                <a:gd name="connsiteX2600" fmla="*/ 1869916 w 2290556"/>
                <a:gd name="connsiteY2600" fmla="*/ 1242514 h 1796087"/>
                <a:gd name="connsiteX2601" fmla="*/ 1870118 w 2290556"/>
                <a:gd name="connsiteY2601" fmla="*/ 1240865 h 1796087"/>
                <a:gd name="connsiteX2602" fmla="*/ 1870252 w 2290556"/>
                <a:gd name="connsiteY2602" fmla="*/ 1239654 h 1796087"/>
                <a:gd name="connsiteX2603" fmla="*/ 1866550 w 2290556"/>
                <a:gd name="connsiteY2603" fmla="*/ 1238679 h 1796087"/>
                <a:gd name="connsiteX2604" fmla="*/ 1864800 w 2290556"/>
                <a:gd name="connsiteY2604" fmla="*/ 1238040 h 1796087"/>
                <a:gd name="connsiteX2605" fmla="*/ 1862950 w 2290556"/>
                <a:gd name="connsiteY2605" fmla="*/ 1236728 h 1796087"/>
                <a:gd name="connsiteX2606" fmla="*/ 1861973 w 2290556"/>
                <a:gd name="connsiteY2606" fmla="*/ 1234003 h 1796087"/>
                <a:gd name="connsiteX2607" fmla="*/ 1862613 w 2290556"/>
                <a:gd name="connsiteY2607" fmla="*/ 1232153 h 1796087"/>
                <a:gd name="connsiteX2608" fmla="*/ 1863151 w 2290556"/>
                <a:gd name="connsiteY2608" fmla="*/ 1230201 h 1796087"/>
                <a:gd name="connsiteX2609" fmla="*/ 1864800 w 2290556"/>
                <a:gd name="connsiteY2609" fmla="*/ 1228789 h 1796087"/>
                <a:gd name="connsiteX2610" fmla="*/ 1866012 w 2290556"/>
                <a:gd name="connsiteY2610" fmla="*/ 1227376 h 1796087"/>
                <a:gd name="connsiteX2611" fmla="*/ 1866853 w 2290556"/>
                <a:gd name="connsiteY2611" fmla="*/ 1224685 h 1796087"/>
                <a:gd name="connsiteX2612" fmla="*/ 1867998 w 2290556"/>
                <a:gd name="connsiteY2612" fmla="*/ 1221825 h 1796087"/>
                <a:gd name="connsiteX2613" fmla="*/ 1870017 w 2290556"/>
                <a:gd name="connsiteY2613" fmla="*/ 1221825 h 1796087"/>
                <a:gd name="connsiteX2614" fmla="*/ 1871767 w 2290556"/>
                <a:gd name="connsiteY2614" fmla="*/ 1221825 h 1796087"/>
                <a:gd name="connsiteX2615" fmla="*/ 1871666 w 2290556"/>
                <a:gd name="connsiteY2615" fmla="*/ 1220244 h 1796087"/>
                <a:gd name="connsiteX2616" fmla="*/ 1872507 w 2290556"/>
                <a:gd name="connsiteY2616" fmla="*/ 1218999 h 1796087"/>
                <a:gd name="connsiteX2617" fmla="*/ 1874459 w 2290556"/>
                <a:gd name="connsiteY2617" fmla="*/ 1218360 h 1796087"/>
                <a:gd name="connsiteX2618" fmla="*/ 1876983 w 2290556"/>
                <a:gd name="connsiteY2618" fmla="*/ 1218360 h 1796087"/>
                <a:gd name="connsiteX2619" fmla="*/ 1878431 w 2290556"/>
                <a:gd name="connsiteY2619" fmla="*/ 1216981 h 1796087"/>
                <a:gd name="connsiteX2620" fmla="*/ 1879575 w 2290556"/>
                <a:gd name="connsiteY2620" fmla="*/ 1215400 h 1796087"/>
                <a:gd name="connsiteX2621" fmla="*/ 1879575 w 2290556"/>
                <a:gd name="connsiteY2621" fmla="*/ 1214021 h 1796087"/>
                <a:gd name="connsiteX2622" fmla="*/ 1882099 w 2290556"/>
                <a:gd name="connsiteY2622" fmla="*/ 1212272 h 1796087"/>
                <a:gd name="connsiteX2623" fmla="*/ 1882536 w 2290556"/>
                <a:gd name="connsiteY2623" fmla="*/ 1209883 h 1796087"/>
                <a:gd name="connsiteX2624" fmla="*/ 1883714 w 2290556"/>
                <a:gd name="connsiteY2624" fmla="*/ 1210186 h 1796087"/>
                <a:gd name="connsiteX2625" fmla="*/ 1885801 w 2290556"/>
                <a:gd name="connsiteY2625" fmla="*/ 1211060 h 1796087"/>
                <a:gd name="connsiteX2626" fmla="*/ 1887046 w 2290556"/>
                <a:gd name="connsiteY2626" fmla="*/ 1213247 h 1796087"/>
                <a:gd name="connsiteX2627" fmla="*/ 1888931 w 2290556"/>
                <a:gd name="connsiteY2627" fmla="*/ 1217587 h 1796087"/>
                <a:gd name="connsiteX2628" fmla="*/ 1890883 w 2290556"/>
                <a:gd name="connsiteY2628" fmla="*/ 1220177 h 1796087"/>
                <a:gd name="connsiteX2629" fmla="*/ 1891690 w 2290556"/>
                <a:gd name="connsiteY2629" fmla="*/ 1222061 h 1796087"/>
                <a:gd name="connsiteX2630" fmla="*/ 1891421 w 2290556"/>
                <a:gd name="connsiteY2630" fmla="*/ 1223070 h 1796087"/>
                <a:gd name="connsiteX2631" fmla="*/ 1891118 w 2290556"/>
                <a:gd name="connsiteY2631" fmla="*/ 1224584 h 1796087"/>
                <a:gd name="connsiteX2632" fmla="*/ 1893306 w 2290556"/>
                <a:gd name="connsiteY2632" fmla="*/ 1225727 h 1796087"/>
                <a:gd name="connsiteX2633" fmla="*/ 1895863 w 2290556"/>
                <a:gd name="connsiteY2633" fmla="*/ 1225593 h 1796087"/>
                <a:gd name="connsiteX2634" fmla="*/ 1896974 w 2290556"/>
                <a:gd name="connsiteY2634" fmla="*/ 1226972 h 1796087"/>
                <a:gd name="connsiteX2635" fmla="*/ 1896974 w 2290556"/>
                <a:gd name="connsiteY2635" fmla="*/ 1229663 h 1796087"/>
                <a:gd name="connsiteX2636" fmla="*/ 1898051 w 2290556"/>
                <a:gd name="connsiteY2636" fmla="*/ 1230740 h 1796087"/>
                <a:gd name="connsiteX2637" fmla="*/ 1899195 w 2290556"/>
                <a:gd name="connsiteY2637" fmla="*/ 1229360 h 1796087"/>
                <a:gd name="connsiteX2638" fmla="*/ 1900272 w 2290556"/>
                <a:gd name="connsiteY2638" fmla="*/ 1229226 h 1796087"/>
                <a:gd name="connsiteX2639" fmla="*/ 1900912 w 2290556"/>
                <a:gd name="connsiteY2639" fmla="*/ 1229024 h 1796087"/>
                <a:gd name="connsiteX2640" fmla="*/ 1903604 w 2290556"/>
                <a:gd name="connsiteY2640" fmla="*/ 1228890 h 1796087"/>
                <a:gd name="connsiteX2641" fmla="*/ 1908013 w 2290556"/>
                <a:gd name="connsiteY2641" fmla="*/ 1228318 h 1796087"/>
                <a:gd name="connsiteX2642" fmla="*/ 1912489 w 2290556"/>
                <a:gd name="connsiteY2642" fmla="*/ 1228755 h 1796087"/>
                <a:gd name="connsiteX2643" fmla="*/ 1914441 w 2290556"/>
                <a:gd name="connsiteY2643" fmla="*/ 1230201 h 1796087"/>
                <a:gd name="connsiteX2644" fmla="*/ 1914172 w 2290556"/>
                <a:gd name="connsiteY2644" fmla="*/ 1232657 h 1796087"/>
                <a:gd name="connsiteX2645" fmla="*/ 1912724 w 2290556"/>
                <a:gd name="connsiteY2645" fmla="*/ 1234541 h 1796087"/>
                <a:gd name="connsiteX2646" fmla="*/ 1912085 w 2290556"/>
                <a:gd name="connsiteY2646" fmla="*/ 1236492 h 1796087"/>
                <a:gd name="connsiteX2647" fmla="*/ 1912455 w 2290556"/>
                <a:gd name="connsiteY2647" fmla="*/ 1241202 h 1796087"/>
                <a:gd name="connsiteX2648" fmla="*/ 1914475 w 2290556"/>
                <a:gd name="connsiteY2648" fmla="*/ 1244027 h 1796087"/>
                <a:gd name="connsiteX2649" fmla="*/ 1917537 w 2290556"/>
                <a:gd name="connsiteY2649" fmla="*/ 1245474 h 1796087"/>
                <a:gd name="connsiteX2650" fmla="*/ 1917537 w 2290556"/>
                <a:gd name="connsiteY2650" fmla="*/ 1246988 h 1796087"/>
                <a:gd name="connsiteX2651" fmla="*/ 1920431 w 2290556"/>
                <a:gd name="connsiteY2651" fmla="*/ 1250688 h 1796087"/>
                <a:gd name="connsiteX2652" fmla="*/ 1926388 w 2290556"/>
                <a:gd name="connsiteY2652" fmla="*/ 1257550 h 1796087"/>
                <a:gd name="connsiteX2653" fmla="*/ 1931234 w 2290556"/>
                <a:gd name="connsiteY2653" fmla="*/ 1262832 h 1796087"/>
                <a:gd name="connsiteX2654" fmla="*/ 1931571 w 2290556"/>
                <a:gd name="connsiteY2654" fmla="*/ 1267104 h 1796087"/>
                <a:gd name="connsiteX2655" fmla="*/ 1931739 w 2290556"/>
                <a:gd name="connsiteY2655" fmla="*/ 1269930 h 1796087"/>
                <a:gd name="connsiteX2656" fmla="*/ 1931739 w 2290556"/>
                <a:gd name="connsiteY2656" fmla="*/ 1271376 h 1796087"/>
                <a:gd name="connsiteX2657" fmla="*/ 1931739 w 2290556"/>
                <a:gd name="connsiteY2657" fmla="*/ 1274841 h 1796087"/>
                <a:gd name="connsiteX2658" fmla="*/ 1933489 w 2290556"/>
                <a:gd name="connsiteY2658" fmla="*/ 1280123 h 1796087"/>
                <a:gd name="connsiteX2659" fmla="*/ 1933489 w 2290556"/>
                <a:gd name="connsiteY2659" fmla="*/ 1283520 h 1796087"/>
                <a:gd name="connsiteX2660" fmla="*/ 1935946 w 2290556"/>
                <a:gd name="connsiteY2660" fmla="*/ 1285841 h 1796087"/>
                <a:gd name="connsiteX2661" fmla="*/ 1940860 w 2290556"/>
                <a:gd name="connsiteY2661" fmla="*/ 1286077 h 1796087"/>
                <a:gd name="connsiteX2662" fmla="*/ 1943182 w 2290556"/>
                <a:gd name="connsiteY2662" fmla="*/ 1283184 h 1796087"/>
                <a:gd name="connsiteX2663" fmla="*/ 1943451 w 2290556"/>
                <a:gd name="connsiteY2663" fmla="*/ 1280055 h 1796087"/>
                <a:gd name="connsiteX2664" fmla="*/ 1940860 w 2290556"/>
                <a:gd name="connsiteY2664" fmla="*/ 1276490 h 1796087"/>
                <a:gd name="connsiteX2665" fmla="*/ 1942004 w 2290556"/>
                <a:gd name="connsiteY2665" fmla="*/ 1274808 h 1796087"/>
                <a:gd name="connsiteX2666" fmla="*/ 1943451 w 2290556"/>
                <a:gd name="connsiteY2666" fmla="*/ 1273496 h 1796087"/>
                <a:gd name="connsiteX2667" fmla="*/ 1945538 w 2290556"/>
                <a:gd name="connsiteY2667" fmla="*/ 1271679 h 1796087"/>
                <a:gd name="connsiteX2668" fmla="*/ 1945538 w 2290556"/>
                <a:gd name="connsiteY2668" fmla="*/ 1269493 h 1796087"/>
                <a:gd name="connsiteX2669" fmla="*/ 1944966 w 2290556"/>
                <a:gd name="connsiteY2669" fmla="*/ 1266095 h 1796087"/>
                <a:gd name="connsiteX2670" fmla="*/ 1945201 w 2290556"/>
                <a:gd name="connsiteY2670" fmla="*/ 1262967 h 1796087"/>
                <a:gd name="connsiteX2671" fmla="*/ 1945672 w 2290556"/>
                <a:gd name="connsiteY2671" fmla="*/ 1261015 h 1796087"/>
                <a:gd name="connsiteX2672" fmla="*/ 1947288 w 2290556"/>
                <a:gd name="connsiteY2672" fmla="*/ 1258997 h 1796087"/>
                <a:gd name="connsiteX2673" fmla="*/ 1949980 w 2290556"/>
                <a:gd name="connsiteY2673" fmla="*/ 1256743 h 1796087"/>
                <a:gd name="connsiteX2674" fmla="*/ 1951360 w 2290556"/>
                <a:gd name="connsiteY2674" fmla="*/ 1254927 h 1796087"/>
                <a:gd name="connsiteX2675" fmla="*/ 1953312 w 2290556"/>
                <a:gd name="connsiteY2675" fmla="*/ 1253346 h 1796087"/>
                <a:gd name="connsiteX2676" fmla="*/ 1954625 w 2290556"/>
                <a:gd name="connsiteY2676" fmla="*/ 1249511 h 1796087"/>
                <a:gd name="connsiteX2677" fmla="*/ 1957822 w 2290556"/>
                <a:gd name="connsiteY2677" fmla="*/ 1247829 h 1796087"/>
                <a:gd name="connsiteX2678" fmla="*/ 1961153 w 2290556"/>
                <a:gd name="connsiteY2678" fmla="*/ 1249208 h 1796087"/>
                <a:gd name="connsiteX2679" fmla="*/ 1963341 w 2290556"/>
                <a:gd name="connsiteY2679" fmla="*/ 1249847 h 1796087"/>
                <a:gd name="connsiteX2680" fmla="*/ 1965596 w 2290556"/>
                <a:gd name="connsiteY2680" fmla="*/ 1249544 h 1796087"/>
                <a:gd name="connsiteX2681" fmla="*/ 1967783 w 2290556"/>
                <a:gd name="connsiteY2681" fmla="*/ 1247156 h 1796087"/>
                <a:gd name="connsiteX2682" fmla="*/ 1968423 w 2290556"/>
                <a:gd name="connsiteY2682" fmla="*/ 1242951 h 1796087"/>
                <a:gd name="connsiteX2683" fmla="*/ 1968423 w 2290556"/>
                <a:gd name="connsiteY2683" fmla="*/ 1238241 h 1796087"/>
                <a:gd name="connsiteX2684" fmla="*/ 1967783 w 2290556"/>
                <a:gd name="connsiteY2684" fmla="*/ 1235113 h 1796087"/>
                <a:gd name="connsiteX2685" fmla="*/ 1968490 w 2290556"/>
                <a:gd name="connsiteY2685" fmla="*/ 1233364 h 1796087"/>
                <a:gd name="connsiteX2686" fmla="*/ 1969466 w 2290556"/>
                <a:gd name="connsiteY2686" fmla="*/ 1231042 h 1796087"/>
                <a:gd name="connsiteX2687" fmla="*/ 1970274 w 2290556"/>
                <a:gd name="connsiteY2687" fmla="*/ 1230235 h 1796087"/>
                <a:gd name="connsiteX2688" fmla="*/ 1973168 w 2290556"/>
                <a:gd name="connsiteY2688" fmla="*/ 1228789 h 1796087"/>
                <a:gd name="connsiteX2689" fmla="*/ 1974851 w 2290556"/>
                <a:gd name="connsiteY2689" fmla="*/ 1228856 h 1796087"/>
                <a:gd name="connsiteX2690" fmla="*/ 1976735 w 2290556"/>
                <a:gd name="connsiteY2690" fmla="*/ 1228990 h 1796087"/>
                <a:gd name="connsiteX2691" fmla="*/ 1979260 w 2290556"/>
                <a:gd name="connsiteY2691" fmla="*/ 1228049 h 1796087"/>
                <a:gd name="connsiteX2692" fmla="*/ 1981077 w 2290556"/>
                <a:gd name="connsiteY2692" fmla="*/ 1226972 h 1796087"/>
                <a:gd name="connsiteX2693" fmla="*/ 1982019 w 2290556"/>
                <a:gd name="connsiteY2693" fmla="*/ 1225727 h 1796087"/>
                <a:gd name="connsiteX2694" fmla="*/ 1982895 w 2290556"/>
                <a:gd name="connsiteY2694" fmla="*/ 1223709 h 1796087"/>
                <a:gd name="connsiteX2695" fmla="*/ 1984207 w 2290556"/>
                <a:gd name="connsiteY2695" fmla="*/ 1221960 h 1796087"/>
                <a:gd name="connsiteX2696" fmla="*/ 1985789 w 2290556"/>
                <a:gd name="connsiteY2696" fmla="*/ 1219269 h 1796087"/>
                <a:gd name="connsiteX2697" fmla="*/ 1988245 w 2290556"/>
                <a:gd name="connsiteY2697" fmla="*/ 1218899 h 1796087"/>
                <a:gd name="connsiteX2698" fmla="*/ 1992587 w 2290556"/>
                <a:gd name="connsiteY2698" fmla="*/ 1218158 h 1796087"/>
                <a:gd name="connsiteX2699" fmla="*/ 1995717 w 2290556"/>
                <a:gd name="connsiteY2699" fmla="*/ 1215905 h 1796087"/>
                <a:gd name="connsiteX2700" fmla="*/ 1997366 w 2290556"/>
                <a:gd name="connsiteY2700" fmla="*/ 1214357 h 1796087"/>
                <a:gd name="connsiteX2701" fmla="*/ 1998678 w 2290556"/>
                <a:gd name="connsiteY2701" fmla="*/ 1212944 h 1796087"/>
                <a:gd name="connsiteX2702" fmla="*/ 2000496 w 2290556"/>
                <a:gd name="connsiteY2702" fmla="*/ 1212944 h 1796087"/>
                <a:gd name="connsiteX2703" fmla="*/ 2001875 w 2290556"/>
                <a:gd name="connsiteY2703" fmla="*/ 1213684 h 1796087"/>
                <a:gd name="connsiteX2704" fmla="*/ 2004198 w 2290556"/>
                <a:gd name="connsiteY2704" fmla="*/ 1213247 h 1796087"/>
                <a:gd name="connsiteX2705" fmla="*/ 2005712 w 2290556"/>
                <a:gd name="connsiteY2705" fmla="*/ 1211296 h 1796087"/>
                <a:gd name="connsiteX2706" fmla="*/ 2006486 w 2290556"/>
                <a:gd name="connsiteY2706" fmla="*/ 1211229 h 1796087"/>
                <a:gd name="connsiteX2707" fmla="*/ 2008741 w 2290556"/>
                <a:gd name="connsiteY2707" fmla="*/ 1211969 h 1796087"/>
                <a:gd name="connsiteX2708" fmla="*/ 2010929 w 2290556"/>
                <a:gd name="connsiteY2708" fmla="*/ 1213853 h 1796087"/>
                <a:gd name="connsiteX2709" fmla="*/ 2012578 w 2290556"/>
                <a:gd name="connsiteY2709" fmla="*/ 1213987 h 1796087"/>
                <a:gd name="connsiteX2710" fmla="*/ 2016145 w 2290556"/>
                <a:gd name="connsiteY2710" fmla="*/ 1213617 h 1796087"/>
                <a:gd name="connsiteX2711" fmla="*/ 2018097 w 2290556"/>
                <a:gd name="connsiteY2711" fmla="*/ 1210926 h 1796087"/>
                <a:gd name="connsiteX2712" fmla="*/ 2021496 w 2290556"/>
                <a:gd name="connsiteY2712" fmla="*/ 1206956 h 1796087"/>
                <a:gd name="connsiteX2713" fmla="*/ 2026342 w 2290556"/>
                <a:gd name="connsiteY2713" fmla="*/ 1202180 h 1796087"/>
                <a:gd name="connsiteX2714" fmla="*/ 2028967 w 2290556"/>
                <a:gd name="connsiteY2714" fmla="*/ 1199421 h 1796087"/>
                <a:gd name="connsiteX2715" fmla="*/ 2030549 w 2290556"/>
                <a:gd name="connsiteY2715" fmla="*/ 1197033 h 1796087"/>
                <a:gd name="connsiteX2716" fmla="*/ 2033309 w 2290556"/>
                <a:gd name="connsiteY2716" fmla="*/ 1192323 h 1796087"/>
                <a:gd name="connsiteX2717" fmla="*/ 2036338 w 2290556"/>
                <a:gd name="connsiteY2717" fmla="*/ 1188993 h 1796087"/>
                <a:gd name="connsiteX2718" fmla="*/ 2038155 w 2290556"/>
                <a:gd name="connsiteY2718" fmla="*/ 1186167 h 1796087"/>
                <a:gd name="connsiteX2719" fmla="*/ 2042127 w 2290556"/>
                <a:gd name="connsiteY2719" fmla="*/ 1183712 h 1796087"/>
                <a:gd name="connsiteX2720" fmla="*/ 2047848 w 2290556"/>
                <a:gd name="connsiteY2720" fmla="*/ 1183207 h 1796087"/>
                <a:gd name="connsiteX2721" fmla="*/ 2050910 w 2290556"/>
                <a:gd name="connsiteY2721" fmla="*/ 1183644 h 1796087"/>
                <a:gd name="connsiteX2722" fmla="*/ 2054175 w 2290556"/>
                <a:gd name="connsiteY2722" fmla="*/ 1181256 h 1796087"/>
                <a:gd name="connsiteX2723" fmla="*/ 2056430 w 2290556"/>
                <a:gd name="connsiteY2723" fmla="*/ 1178363 h 1796087"/>
                <a:gd name="connsiteX2724" fmla="*/ 2057978 w 2290556"/>
                <a:gd name="connsiteY2724" fmla="*/ 1177858 h 1796087"/>
                <a:gd name="connsiteX2725" fmla="*/ 2060468 w 2290556"/>
                <a:gd name="connsiteY2725" fmla="*/ 1180045 h 1796087"/>
                <a:gd name="connsiteX2726" fmla="*/ 2060468 w 2290556"/>
                <a:gd name="connsiteY2726" fmla="*/ 1182601 h 1796087"/>
                <a:gd name="connsiteX2727" fmla="*/ 2061040 w 2290556"/>
                <a:gd name="connsiteY2727" fmla="*/ 1185124 h 1796087"/>
                <a:gd name="connsiteX2728" fmla="*/ 2063060 w 2290556"/>
                <a:gd name="connsiteY2728" fmla="*/ 1186201 h 1796087"/>
                <a:gd name="connsiteX2729" fmla="*/ 2066627 w 2290556"/>
                <a:gd name="connsiteY2729" fmla="*/ 1186134 h 1796087"/>
                <a:gd name="connsiteX2730" fmla="*/ 2069387 w 2290556"/>
                <a:gd name="connsiteY2730" fmla="*/ 1182063 h 1796087"/>
                <a:gd name="connsiteX2731" fmla="*/ 2068949 w 2290556"/>
                <a:gd name="connsiteY2731" fmla="*/ 1179540 h 1796087"/>
                <a:gd name="connsiteX2732" fmla="*/ 2069824 w 2290556"/>
                <a:gd name="connsiteY2732" fmla="*/ 1177118 h 1796087"/>
                <a:gd name="connsiteX2733" fmla="*/ 2071776 w 2290556"/>
                <a:gd name="connsiteY2733" fmla="*/ 1176513 h 1796087"/>
                <a:gd name="connsiteX2734" fmla="*/ 2075243 w 2290556"/>
                <a:gd name="connsiteY2734" fmla="*/ 1176513 h 1796087"/>
                <a:gd name="connsiteX2735" fmla="*/ 2076824 w 2290556"/>
                <a:gd name="connsiteY2735" fmla="*/ 1176513 h 1796087"/>
                <a:gd name="connsiteX2736" fmla="*/ 2079348 w 2290556"/>
                <a:gd name="connsiteY2736" fmla="*/ 1174124 h 1796087"/>
                <a:gd name="connsiteX2737" fmla="*/ 2081300 w 2290556"/>
                <a:gd name="connsiteY2737" fmla="*/ 1170727 h 1796087"/>
                <a:gd name="connsiteX2738" fmla="*/ 2081300 w 2290556"/>
                <a:gd name="connsiteY2738" fmla="*/ 1168708 h 1796087"/>
                <a:gd name="connsiteX2739" fmla="*/ 2081805 w 2290556"/>
                <a:gd name="connsiteY2739" fmla="*/ 1162485 h 1796087"/>
                <a:gd name="connsiteX2740" fmla="*/ 2083421 w 2290556"/>
                <a:gd name="connsiteY2740" fmla="*/ 1159659 h 1796087"/>
                <a:gd name="connsiteX2741" fmla="*/ 2084935 w 2290556"/>
                <a:gd name="connsiteY2741" fmla="*/ 1157136 h 1796087"/>
                <a:gd name="connsiteX2742" fmla="*/ 2086618 w 2290556"/>
                <a:gd name="connsiteY2742" fmla="*/ 1154512 h 1796087"/>
                <a:gd name="connsiteX2743" fmla="*/ 2088368 w 2290556"/>
                <a:gd name="connsiteY2743" fmla="*/ 1153638 h 1796087"/>
                <a:gd name="connsiteX2744" fmla="*/ 2093382 w 2290556"/>
                <a:gd name="connsiteY2744" fmla="*/ 1153335 h 1796087"/>
                <a:gd name="connsiteX2745" fmla="*/ 2096074 w 2290556"/>
                <a:gd name="connsiteY2745" fmla="*/ 1153335 h 1796087"/>
                <a:gd name="connsiteX2746" fmla="*/ 2100281 w 2290556"/>
                <a:gd name="connsiteY2746" fmla="*/ 1153638 h 1796087"/>
                <a:gd name="connsiteX2747" fmla="*/ 2104859 w 2290556"/>
                <a:gd name="connsiteY2747" fmla="*/ 1153705 h 1796087"/>
                <a:gd name="connsiteX2748" fmla="*/ 2109503 w 2290556"/>
                <a:gd name="connsiteY2748" fmla="*/ 1154142 h 1796087"/>
                <a:gd name="connsiteX2749" fmla="*/ 2113643 w 2290556"/>
                <a:gd name="connsiteY2749" fmla="*/ 1155084 h 1796087"/>
                <a:gd name="connsiteX2750" fmla="*/ 2117782 w 2290556"/>
                <a:gd name="connsiteY2750" fmla="*/ 1155959 h 1796087"/>
                <a:gd name="connsiteX2751" fmla="*/ 2121417 w 2290556"/>
                <a:gd name="connsiteY2751" fmla="*/ 1154210 h 1796087"/>
                <a:gd name="connsiteX2752" fmla="*/ 2123369 w 2290556"/>
                <a:gd name="connsiteY2752" fmla="*/ 1149870 h 1796087"/>
                <a:gd name="connsiteX2753" fmla="*/ 2126633 w 2290556"/>
                <a:gd name="connsiteY2753" fmla="*/ 1147616 h 1796087"/>
                <a:gd name="connsiteX2754" fmla="*/ 2126633 w 2290556"/>
                <a:gd name="connsiteY2754" fmla="*/ 1144353 h 1796087"/>
                <a:gd name="connsiteX2755" fmla="*/ 2126633 w 2290556"/>
                <a:gd name="connsiteY2755" fmla="*/ 1140888 h 1796087"/>
                <a:gd name="connsiteX2756" fmla="*/ 2124681 w 2290556"/>
                <a:gd name="connsiteY2756" fmla="*/ 1141965 h 1796087"/>
                <a:gd name="connsiteX2757" fmla="*/ 2122359 w 2290556"/>
                <a:gd name="connsiteY2757" fmla="*/ 1142032 h 1796087"/>
                <a:gd name="connsiteX2758" fmla="*/ 2119801 w 2290556"/>
                <a:gd name="connsiteY2758" fmla="*/ 1141796 h 1796087"/>
                <a:gd name="connsiteX2759" fmla="*/ 2117446 w 2290556"/>
                <a:gd name="connsiteY2759" fmla="*/ 1140855 h 1796087"/>
                <a:gd name="connsiteX2760" fmla="*/ 2116167 w 2290556"/>
                <a:gd name="connsiteY2760" fmla="*/ 1139038 h 1796087"/>
                <a:gd name="connsiteX2761" fmla="*/ 2116167 w 2290556"/>
                <a:gd name="connsiteY2761" fmla="*/ 1137390 h 1796087"/>
                <a:gd name="connsiteX2762" fmla="*/ 2117816 w 2290556"/>
                <a:gd name="connsiteY2762" fmla="*/ 1136246 h 1796087"/>
                <a:gd name="connsiteX2763" fmla="*/ 2119330 w 2290556"/>
                <a:gd name="connsiteY2763" fmla="*/ 1135035 h 1796087"/>
                <a:gd name="connsiteX2764" fmla="*/ 2120710 w 2290556"/>
                <a:gd name="connsiteY2764" fmla="*/ 1134766 h 1796087"/>
                <a:gd name="connsiteX2765" fmla="*/ 2123974 w 2290556"/>
                <a:gd name="connsiteY2765" fmla="*/ 1134766 h 1796087"/>
                <a:gd name="connsiteX2766" fmla="*/ 2124479 w 2290556"/>
                <a:gd name="connsiteY2766" fmla="*/ 1134766 h 1796087"/>
                <a:gd name="connsiteX2767" fmla="*/ 2125792 w 2290556"/>
                <a:gd name="connsiteY2767" fmla="*/ 1135338 h 1796087"/>
                <a:gd name="connsiteX2768" fmla="*/ 2129696 w 2290556"/>
                <a:gd name="connsiteY2768" fmla="*/ 1137020 h 1796087"/>
                <a:gd name="connsiteX2769" fmla="*/ 2131580 w 2290556"/>
                <a:gd name="connsiteY2769" fmla="*/ 1136952 h 1796087"/>
                <a:gd name="connsiteX2770" fmla="*/ 2134340 w 2290556"/>
                <a:gd name="connsiteY2770" fmla="*/ 1136078 h 1796087"/>
                <a:gd name="connsiteX2771" fmla="*/ 2135518 w 2290556"/>
                <a:gd name="connsiteY2771" fmla="*/ 1135775 h 1796087"/>
                <a:gd name="connsiteX2772" fmla="*/ 2138110 w 2290556"/>
                <a:gd name="connsiteY2772" fmla="*/ 1137154 h 1796087"/>
                <a:gd name="connsiteX2773" fmla="*/ 2139859 w 2290556"/>
                <a:gd name="connsiteY2773" fmla="*/ 1138029 h 1796087"/>
                <a:gd name="connsiteX2774" fmla="*/ 2143057 w 2290556"/>
                <a:gd name="connsiteY2774" fmla="*/ 1139206 h 1796087"/>
                <a:gd name="connsiteX2775" fmla="*/ 2143696 w 2290556"/>
                <a:gd name="connsiteY2775" fmla="*/ 1139711 h 1796087"/>
                <a:gd name="connsiteX2776" fmla="*/ 2147667 w 2290556"/>
                <a:gd name="connsiteY2776" fmla="*/ 1138634 h 1796087"/>
                <a:gd name="connsiteX2777" fmla="*/ 2150427 w 2290556"/>
                <a:gd name="connsiteY2777" fmla="*/ 1138197 h 1796087"/>
                <a:gd name="connsiteX2778" fmla="*/ 2153254 w 2290556"/>
                <a:gd name="connsiteY2778" fmla="*/ 1138264 h 1796087"/>
                <a:gd name="connsiteX2779" fmla="*/ 2154634 w 2290556"/>
                <a:gd name="connsiteY2779" fmla="*/ 1139442 h 1796087"/>
                <a:gd name="connsiteX2780" fmla="*/ 2157326 w 2290556"/>
                <a:gd name="connsiteY2780" fmla="*/ 1142402 h 1796087"/>
                <a:gd name="connsiteX2781" fmla="*/ 2156821 w 2290556"/>
                <a:gd name="connsiteY2781" fmla="*/ 1143546 h 1796087"/>
                <a:gd name="connsiteX2782" fmla="*/ 2156316 w 2290556"/>
                <a:gd name="connsiteY2782" fmla="*/ 1145362 h 1796087"/>
                <a:gd name="connsiteX2783" fmla="*/ 2159211 w 2290556"/>
                <a:gd name="connsiteY2783" fmla="*/ 1146506 h 1796087"/>
                <a:gd name="connsiteX2784" fmla="*/ 2161095 w 2290556"/>
                <a:gd name="connsiteY2784" fmla="*/ 1146372 h 1796087"/>
                <a:gd name="connsiteX2785" fmla="*/ 2163115 w 2290556"/>
                <a:gd name="connsiteY2785" fmla="*/ 1145564 h 1796087"/>
                <a:gd name="connsiteX2786" fmla="*/ 2163115 w 2290556"/>
                <a:gd name="connsiteY2786" fmla="*/ 1142604 h 1796087"/>
                <a:gd name="connsiteX2787" fmla="*/ 2162408 w 2290556"/>
                <a:gd name="connsiteY2787" fmla="*/ 1140922 h 1796087"/>
                <a:gd name="connsiteX2788" fmla="*/ 2163216 w 2290556"/>
                <a:gd name="connsiteY2788" fmla="*/ 1139475 h 1796087"/>
                <a:gd name="connsiteX2789" fmla="*/ 2164865 w 2290556"/>
                <a:gd name="connsiteY2789" fmla="*/ 1138466 h 1796087"/>
                <a:gd name="connsiteX2790" fmla="*/ 2166514 w 2290556"/>
                <a:gd name="connsiteY2790" fmla="*/ 1137659 h 1796087"/>
                <a:gd name="connsiteX2791" fmla="*/ 2170283 w 2290556"/>
                <a:gd name="connsiteY2791" fmla="*/ 1137592 h 1796087"/>
                <a:gd name="connsiteX2792" fmla="*/ 2173110 w 2290556"/>
                <a:gd name="connsiteY2792" fmla="*/ 1137995 h 1796087"/>
                <a:gd name="connsiteX2793" fmla="*/ 2175432 w 2290556"/>
                <a:gd name="connsiteY2793" fmla="*/ 1138264 h 1796087"/>
                <a:gd name="connsiteX2794" fmla="*/ 2177889 w 2290556"/>
                <a:gd name="connsiteY2794" fmla="*/ 1138264 h 1796087"/>
                <a:gd name="connsiteX2795" fmla="*/ 2179707 w 2290556"/>
                <a:gd name="connsiteY2795" fmla="*/ 1137894 h 1796087"/>
                <a:gd name="connsiteX2796" fmla="*/ 2181658 w 2290556"/>
                <a:gd name="connsiteY2796" fmla="*/ 1137087 h 1796087"/>
                <a:gd name="connsiteX2797" fmla="*/ 2182601 w 2290556"/>
                <a:gd name="connsiteY2797" fmla="*/ 1134328 h 1796087"/>
                <a:gd name="connsiteX2798" fmla="*/ 2183913 w 2290556"/>
                <a:gd name="connsiteY2798" fmla="*/ 1132747 h 1796087"/>
                <a:gd name="connsiteX2799" fmla="*/ 2186303 w 2290556"/>
                <a:gd name="connsiteY2799" fmla="*/ 1132445 h 1796087"/>
                <a:gd name="connsiteX2800" fmla="*/ 2189567 w 2290556"/>
                <a:gd name="connsiteY2800" fmla="*/ 1132445 h 1796087"/>
                <a:gd name="connsiteX2801" fmla="*/ 2190442 w 2290556"/>
                <a:gd name="connsiteY2801" fmla="*/ 1128913 h 1796087"/>
                <a:gd name="connsiteX2802" fmla="*/ 2189433 w 2290556"/>
                <a:gd name="connsiteY2802" fmla="*/ 1127769 h 1796087"/>
                <a:gd name="connsiteX2803" fmla="*/ 2186976 w 2290556"/>
                <a:gd name="connsiteY2803" fmla="*/ 1125246 h 1796087"/>
                <a:gd name="connsiteX2804" fmla="*/ 2186404 w 2290556"/>
                <a:gd name="connsiteY2804" fmla="*/ 1123867 h 1796087"/>
                <a:gd name="connsiteX2805" fmla="*/ 2184956 w 2290556"/>
                <a:gd name="connsiteY2805" fmla="*/ 1121983 h 1796087"/>
                <a:gd name="connsiteX2806" fmla="*/ 2184081 w 2290556"/>
                <a:gd name="connsiteY2806" fmla="*/ 1120469 h 1796087"/>
                <a:gd name="connsiteX2807" fmla="*/ 2184586 w 2290556"/>
                <a:gd name="connsiteY2807" fmla="*/ 1118148 h 1796087"/>
                <a:gd name="connsiteX2808" fmla="*/ 2186875 w 2290556"/>
                <a:gd name="connsiteY2808" fmla="*/ 1114178 h 1796087"/>
                <a:gd name="connsiteX2809" fmla="*/ 2189231 w 2290556"/>
                <a:gd name="connsiteY2809" fmla="*/ 1111218 h 1796087"/>
                <a:gd name="connsiteX2810" fmla="*/ 2189231 w 2290556"/>
                <a:gd name="connsiteY2810" fmla="*/ 1109637 h 1796087"/>
                <a:gd name="connsiteX2811" fmla="*/ 2194952 w 2290556"/>
                <a:gd name="connsiteY2811" fmla="*/ 1107013 h 1796087"/>
                <a:gd name="connsiteX2812" fmla="*/ 2199361 w 2290556"/>
                <a:gd name="connsiteY2812" fmla="*/ 1105197 h 1796087"/>
                <a:gd name="connsiteX2813" fmla="*/ 2205452 w 2290556"/>
                <a:gd name="connsiteY2813" fmla="*/ 1103817 h 1796087"/>
                <a:gd name="connsiteX2814" fmla="*/ 2207202 w 2290556"/>
                <a:gd name="connsiteY2814" fmla="*/ 1103817 h 1796087"/>
                <a:gd name="connsiteX2815" fmla="*/ 2211779 w 2290556"/>
                <a:gd name="connsiteY2815" fmla="*/ 1104322 h 1796087"/>
                <a:gd name="connsiteX2816" fmla="*/ 2213092 w 2290556"/>
                <a:gd name="connsiteY2816" fmla="*/ 1106340 h 1796087"/>
                <a:gd name="connsiteX2817" fmla="*/ 2216222 w 2290556"/>
                <a:gd name="connsiteY2817" fmla="*/ 1105398 h 1796087"/>
                <a:gd name="connsiteX2818" fmla="*/ 2218173 w 2290556"/>
                <a:gd name="connsiteY2818" fmla="*/ 1103784 h 1796087"/>
                <a:gd name="connsiteX2819" fmla="*/ 2219486 w 2290556"/>
                <a:gd name="connsiteY2819" fmla="*/ 1102001 h 1796087"/>
                <a:gd name="connsiteX2820" fmla="*/ 2220900 w 2290556"/>
                <a:gd name="connsiteY2820" fmla="*/ 1098671 h 1796087"/>
                <a:gd name="connsiteX2821" fmla="*/ 2220563 w 2290556"/>
                <a:gd name="connsiteY2821" fmla="*/ 1094264 h 1796087"/>
                <a:gd name="connsiteX2822" fmla="*/ 2220563 w 2290556"/>
                <a:gd name="connsiteY2822" fmla="*/ 1090496 h 1796087"/>
                <a:gd name="connsiteX2823" fmla="*/ 2220563 w 2290556"/>
                <a:gd name="connsiteY2823" fmla="*/ 1087906 h 1796087"/>
                <a:gd name="connsiteX2824" fmla="*/ 2220563 w 2290556"/>
                <a:gd name="connsiteY2824" fmla="*/ 1085282 h 1796087"/>
                <a:gd name="connsiteX2825" fmla="*/ 2220361 w 2290556"/>
                <a:gd name="connsiteY2825" fmla="*/ 1080135 h 1796087"/>
                <a:gd name="connsiteX2826" fmla="*/ 2220496 w 2290556"/>
                <a:gd name="connsiteY2826" fmla="*/ 1077242 h 1796087"/>
                <a:gd name="connsiteX2827" fmla="*/ 2225140 w 2290556"/>
                <a:gd name="connsiteY2827" fmla="*/ 1075493 h 1796087"/>
                <a:gd name="connsiteX2828" fmla="*/ 2226789 w 2290556"/>
                <a:gd name="connsiteY2828" fmla="*/ 1071725 h 1796087"/>
                <a:gd name="connsiteX2829" fmla="*/ 2223693 w 2290556"/>
                <a:gd name="connsiteY2829" fmla="*/ 1069774 h 1796087"/>
                <a:gd name="connsiteX2830" fmla="*/ 2222549 w 2290556"/>
                <a:gd name="connsiteY2830" fmla="*/ 1067285 h 17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Lst>
              <a:rect l="l" t="t" r="r" b="b"/>
              <a:pathLst>
                <a:path w="2290556" h="1796087">
                  <a:moveTo>
                    <a:pt x="2222549" y="1067285"/>
                  </a:moveTo>
                  <a:lnTo>
                    <a:pt x="2222246" y="1063652"/>
                  </a:lnTo>
                  <a:cubicBezTo>
                    <a:pt x="2222246" y="1063652"/>
                    <a:pt x="2221539" y="1061701"/>
                    <a:pt x="2221371" y="1061465"/>
                  </a:cubicBezTo>
                  <a:cubicBezTo>
                    <a:pt x="2221236" y="1061263"/>
                    <a:pt x="2220428" y="1059379"/>
                    <a:pt x="2220428" y="1059379"/>
                  </a:cubicBezTo>
                  <a:lnTo>
                    <a:pt x="2218981" y="1060321"/>
                  </a:lnTo>
                  <a:lnTo>
                    <a:pt x="2216154" y="1060321"/>
                  </a:lnTo>
                  <a:lnTo>
                    <a:pt x="2213866" y="1061364"/>
                  </a:lnTo>
                  <a:lnTo>
                    <a:pt x="2211039" y="1060658"/>
                  </a:lnTo>
                  <a:lnTo>
                    <a:pt x="2209524" y="1058269"/>
                  </a:lnTo>
                  <a:lnTo>
                    <a:pt x="2208111" y="1057193"/>
                  </a:lnTo>
                  <a:lnTo>
                    <a:pt x="2205183" y="1057092"/>
                  </a:lnTo>
                  <a:lnTo>
                    <a:pt x="2204745" y="1058404"/>
                  </a:lnTo>
                  <a:lnTo>
                    <a:pt x="2206832" y="1060691"/>
                  </a:lnTo>
                  <a:lnTo>
                    <a:pt x="2206058" y="1064055"/>
                  </a:lnTo>
                  <a:lnTo>
                    <a:pt x="2203769" y="1063416"/>
                  </a:lnTo>
                  <a:lnTo>
                    <a:pt x="2200942" y="1062777"/>
                  </a:lnTo>
                  <a:lnTo>
                    <a:pt x="2198452" y="1060725"/>
                  </a:lnTo>
                  <a:lnTo>
                    <a:pt x="2197375" y="1059649"/>
                  </a:lnTo>
                  <a:lnTo>
                    <a:pt x="2196500" y="1058337"/>
                  </a:lnTo>
                  <a:lnTo>
                    <a:pt x="2192159" y="1057697"/>
                  </a:lnTo>
                  <a:lnTo>
                    <a:pt x="2189668" y="1057058"/>
                  </a:lnTo>
                  <a:lnTo>
                    <a:pt x="2187582" y="1055107"/>
                  </a:lnTo>
                  <a:lnTo>
                    <a:pt x="2186808" y="1053055"/>
                  </a:lnTo>
                  <a:lnTo>
                    <a:pt x="2187447" y="1051104"/>
                  </a:lnTo>
                  <a:lnTo>
                    <a:pt x="2188759" y="1048817"/>
                  </a:lnTo>
                  <a:lnTo>
                    <a:pt x="2191048" y="1048043"/>
                  </a:lnTo>
                  <a:cubicBezTo>
                    <a:pt x="2191048" y="1048043"/>
                    <a:pt x="2191586" y="1047505"/>
                    <a:pt x="2192361" y="1047067"/>
                  </a:cubicBezTo>
                  <a:cubicBezTo>
                    <a:pt x="2193135" y="1046630"/>
                    <a:pt x="2194312" y="1046966"/>
                    <a:pt x="2195289" y="1046529"/>
                  </a:cubicBezTo>
                  <a:cubicBezTo>
                    <a:pt x="2196264" y="1046092"/>
                    <a:pt x="2197038" y="1046428"/>
                    <a:pt x="2197577" y="1045991"/>
                  </a:cubicBezTo>
                  <a:cubicBezTo>
                    <a:pt x="2198115" y="1045554"/>
                    <a:pt x="2198654" y="1045015"/>
                    <a:pt x="2199967" y="1044477"/>
                  </a:cubicBezTo>
                  <a:cubicBezTo>
                    <a:pt x="2201279" y="1043939"/>
                    <a:pt x="2201918" y="1043266"/>
                    <a:pt x="2203332" y="1042290"/>
                  </a:cubicBezTo>
                  <a:cubicBezTo>
                    <a:pt x="2204745" y="1041315"/>
                    <a:pt x="2204409" y="1040238"/>
                    <a:pt x="2205284" y="1038691"/>
                  </a:cubicBezTo>
                  <a:cubicBezTo>
                    <a:pt x="2206159" y="1037177"/>
                    <a:pt x="2205923" y="1037379"/>
                    <a:pt x="2206058" y="1036841"/>
                  </a:cubicBezTo>
                  <a:cubicBezTo>
                    <a:pt x="2206159" y="1036303"/>
                    <a:pt x="2206596" y="1034890"/>
                    <a:pt x="2206394" y="1034452"/>
                  </a:cubicBezTo>
                  <a:cubicBezTo>
                    <a:pt x="2206193" y="1034015"/>
                    <a:pt x="2206193" y="1032501"/>
                    <a:pt x="2205755" y="1031828"/>
                  </a:cubicBezTo>
                  <a:cubicBezTo>
                    <a:pt x="2205318" y="1031189"/>
                    <a:pt x="2204106" y="1029978"/>
                    <a:pt x="2203702" y="1029541"/>
                  </a:cubicBezTo>
                  <a:cubicBezTo>
                    <a:pt x="2203265" y="1029104"/>
                    <a:pt x="2201649" y="1028902"/>
                    <a:pt x="2201649" y="1028902"/>
                  </a:cubicBezTo>
                  <a:lnTo>
                    <a:pt x="2196634" y="1026614"/>
                  </a:lnTo>
                  <a:lnTo>
                    <a:pt x="2194683" y="1023351"/>
                  </a:lnTo>
                  <a:lnTo>
                    <a:pt x="2194582" y="1021737"/>
                  </a:lnTo>
                  <a:lnTo>
                    <a:pt x="2194683" y="1016522"/>
                  </a:lnTo>
                  <a:cubicBezTo>
                    <a:pt x="2194683" y="1016522"/>
                    <a:pt x="2194784" y="1014470"/>
                    <a:pt x="2194784" y="1014033"/>
                  </a:cubicBezTo>
                  <a:cubicBezTo>
                    <a:pt x="2194784" y="1013596"/>
                    <a:pt x="2194447" y="1011207"/>
                    <a:pt x="2194447" y="1011207"/>
                  </a:cubicBezTo>
                  <a:lnTo>
                    <a:pt x="2193471" y="1007742"/>
                  </a:lnTo>
                  <a:lnTo>
                    <a:pt x="2192394" y="1007204"/>
                  </a:lnTo>
                  <a:lnTo>
                    <a:pt x="2188389" y="1003941"/>
                  </a:lnTo>
                  <a:lnTo>
                    <a:pt x="2184351" y="1000241"/>
                  </a:lnTo>
                  <a:lnTo>
                    <a:pt x="2184149" y="996541"/>
                  </a:lnTo>
                  <a:lnTo>
                    <a:pt x="2183375" y="992067"/>
                  </a:lnTo>
                  <a:lnTo>
                    <a:pt x="2183812" y="988299"/>
                  </a:lnTo>
                  <a:lnTo>
                    <a:pt x="2184182" y="984733"/>
                  </a:lnTo>
                  <a:lnTo>
                    <a:pt x="2183476" y="981167"/>
                  </a:lnTo>
                  <a:lnTo>
                    <a:pt x="2180379" y="977030"/>
                  </a:lnTo>
                  <a:lnTo>
                    <a:pt x="2176980" y="975146"/>
                  </a:lnTo>
                  <a:lnTo>
                    <a:pt x="2173783" y="971883"/>
                  </a:lnTo>
                  <a:lnTo>
                    <a:pt x="2171596" y="969696"/>
                  </a:lnTo>
                  <a:cubicBezTo>
                    <a:pt x="2171596" y="969696"/>
                    <a:pt x="2169711" y="967947"/>
                    <a:pt x="2169341" y="967745"/>
                  </a:cubicBezTo>
                  <a:cubicBezTo>
                    <a:pt x="2168970" y="967543"/>
                    <a:pt x="2166817" y="966164"/>
                    <a:pt x="2165370" y="964617"/>
                  </a:cubicBezTo>
                  <a:cubicBezTo>
                    <a:pt x="2163922" y="963103"/>
                    <a:pt x="2163552" y="962363"/>
                    <a:pt x="2163182" y="961723"/>
                  </a:cubicBezTo>
                  <a:cubicBezTo>
                    <a:pt x="2162812" y="961084"/>
                    <a:pt x="2161668" y="960142"/>
                    <a:pt x="2161668" y="960142"/>
                  </a:cubicBezTo>
                  <a:cubicBezTo>
                    <a:pt x="2161668" y="960142"/>
                    <a:pt x="2160927" y="958763"/>
                    <a:pt x="2160725" y="958326"/>
                  </a:cubicBezTo>
                  <a:cubicBezTo>
                    <a:pt x="2160523" y="957889"/>
                    <a:pt x="2160523" y="956711"/>
                    <a:pt x="2160355" y="956139"/>
                  </a:cubicBezTo>
                  <a:cubicBezTo>
                    <a:pt x="2160187" y="955567"/>
                    <a:pt x="2160187" y="954491"/>
                    <a:pt x="2160187" y="953886"/>
                  </a:cubicBezTo>
                  <a:cubicBezTo>
                    <a:pt x="2160187" y="953314"/>
                    <a:pt x="2160254" y="952304"/>
                    <a:pt x="2160423" y="951497"/>
                  </a:cubicBezTo>
                  <a:cubicBezTo>
                    <a:pt x="2160557" y="950690"/>
                    <a:pt x="2160725" y="950185"/>
                    <a:pt x="2160927" y="949613"/>
                  </a:cubicBezTo>
                  <a:cubicBezTo>
                    <a:pt x="2161163" y="949041"/>
                    <a:pt x="2161499" y="948099"/>
                    <a:pt x="2161567" y="947797"/>
                  </a:cubicBezTo>
                  <a:cubicBezTo>
                    <a:pt x="2161634" y="947494"/>
                    <a:pt x="2162442" y="946047"/>
                    <a:pt x="2162643" y="945476"/>
                  </a:cubicBezTo>
                  <a:cubicBezTo>
                    <a:pt x="2162879" y="944904"/>
                    <a:pt x="2162711" y="943289"/>
                    <a:pt x="2162711" y="943020"/>
                  </a:cubicBezTo>
                  <a:cubicBezTo>
                    <a:pt x="2162711" y="942717"/>
                    <a:pt x="2162509" y="941708"/>
                    <a:pt x="2162509" y="941708"/>
                  </a:cubicBezTo>
                  <a:lnTo>
                    <a:pt x="2159985" y="939454"/>
                  </a:lnTo>
                  <a:lnTo>
                    <a:pt x="2157090" y="938882"/>
                  </a:lnTo>
                  <a:lnTo>
                    <a:pt x="2155139" y="939690"/>
                  </a:lnTo>
                  <a:cubicBezTo>
                    <a:pt x="2155139" y="939690"/>
                    <a:pt x="2153692" y="941439"/>
                    <a:pt x="2153388" y="941439"/>
                  </a:cubicBezTo>
                  <a:cubicBezTo>
                    <a:pt x="2153086" y="941439"/>
                    <a:pt x="2149989" y="942751"/>
                    <a:pt x="2149989" y="942751"/>
                  </a:cubicBezTo>
                  <a:cubicBezTo>
                    <a:pt x="2149989" y="942751"/>
                    <a:pt x="2147162" y="944063"/>
                    <a:pt x="2146657" y="944433"/>
                  </a:cubicBezTo>
                  <a:cubicBezTo>
                    <a:pt x="2146153" y="944803"/>
                    <a:pt x="2144975" y="947965"/>
                    <a:pt x="2144975" y="947965"/>
                  </a:cubicBezTo>
                  <a:lnTo>
                    <a:pt x="2140768" y="952170"/>
                  </a:lnTo>
                  <a:lnTo>
                    <a:pt x="2135552" y="955937"/>
                  </a:lnTo>
                  <a:cubicBezTo>
                    <a:pt x="2135552" y="955937"/>
                    <a:pt x="2131412" y="961152"/>
                    <a:pt x="2131278" y="961354"/>
                  </a:cubicBezTo>
                  <a:cubicBezTo>
                    <a:pt x="2131143" y="961555"/>
                    <a:pt x="2124244" y="967812"/>
                    <a:pt x="2124244" y="967812"/>
                  </a:cubicBezTo>
                  <a:lnTo>
                    <a:pt x="2122292" y="971075"/>
                  </a:lnTo>
                  <a:cubicBezTo>
                    <a:pt x="2122292" y="971075"/>
                    <a:pt x="2119465" y="975146"/>
                    <a:pt x="2119027" y="975415"/>
                  </a:cubicBezTo>
                  <a:cubicBezTo>
                    <a:pt x="2118590" y="975718"/>
                    <a:pt x="2116570" y="977231"/>
                    <a:pt x="2115897" y="977938"/>
                  </a:cubicBezTo>
                  <a:cubicBezTo>
                    <a:pt x="2115224" y="978644"/>
                    <a:pt x="2112498" y="980192"/>
                    <a:pt x="2111825" y="980326"/>
                  </a:cubicBezTo>
                  <a:cubicBezTo>
                    <a:pt x="2111186" y="980461"/>
                    <a:pt x="2109503" y="981907"/>
                    <a:pt x="2108056" y="982412"/>
                  </a:cubicBezTo>
                  <a:cubicBezTo>
                    <a:pt x="2106608" y="982917"/>
                    <a:pt x="2105666" y="982984"/>
                    <a:pt x="2103714" y="982984"/>
                  </a:cubicBezTo>
                  <a:cubicBezTo>
                    <a:pt x="2101762" y="982984"/>
                    <a:pt x="2101056" y="983118"/>
                    <a:pt x="2100080" y="982984"/>
                  </a:cubicBezTo>
                  <a:cubicBezTo>
                    <a:pt x="2099137" y="982849"/>
                    <a:pt x="2097320" y="982681"/>
                    <a:pt x="2096613" y="982614"/>
                  </a:cubicBezTo>
                  <a:cubicBezTo>
                    <a:pt x="2095906" y="982546"/>
                    <a:pt x="2094224" y="981470"/>
                    <a:pt x="2093651" y="981033"/>
                  </a:cubicBezTo>
                  <a:cubicBezTo>
                    <a:pt x="2093080" y="980595"/>
                    <a:pt x="2091901" y="979721"/>
                    <a:pt x="2091700" y="979586"/>
                  </a:cubicBezTo>
                  <a:cubicBezTo>
                    <a:pt x="2091464" y="979452"/>
                    <a:pt x="2090185" y="978072"/>
                    <a:pt x="2089950" y="977938"/>
                  </a:cubicBezTo>
                  <a:cubicBezTo>
                    <a:pt x="2089748" y="977803"/>
                    <a:pt x="2089512" y="976929"/>
                    <a:pt x="2089243" y="976121"/>
                  </a:cubicBezTo>
                  <a:cubicBezTo>
                    <a:pt x="2088940" y="975314"/>
                    <a:pt x="2089108" y="974170"/>
                    <a:pt x="2089041" y="973531"/>
                  </a:cubicBezTo>
                  <a:cubicBezTo>
                    <a:pt x="2088973" y="972892"/>
                    <a:pt x="2089478" y="972085"/>
                    <a:pt x="2089478" y="971647"/>
                  </a:cubicBezTo>
                  <a:cubicBezTo>
                    <a:pt x="2089478" y="971210"/>
                    <a:pt x="2090556" y="970705"/>
                    <a:pt x="2090556" y="970705"/>
                  </a:cubicBezTo>
                  <a:cubicBezTo>
                    <a:pt x="2090556" y="970705"/>
                    <a:pt x="2091195" y="968451"/>
                    <a:pt x="2091195" y="968081"/>
                  </a:cubicBezTo>
                  <a:cubicBezTo>
                    <a:pt x="2091195" y="967711"/>
                    <a:pt x="2091565" y="966837"/>
                    <a:pt x="2091767" y="966198"/>
                  </a:cubicBezTo>
                  <a:cubicBezTo>
                    <a:pt x="2091969" y="965558"/>
                    <a:pt x="2092070" y="964516"/>
                    <a:pt x="2092137" y="964011"/>
                  </a:cubicBezTo>
                  <a:cubicBezTo>
                    <a:pt x="2092205" y="963506"/>
                    <a:pt x="2092406" y="961555"/>
                    <a:pt x="2092507" y="960983"/>
                  </a:cubicBezTo>
                  <a:cubicBezTo>
                    <a:pt x="2092575" y="960412"/>
                    <a:pt x="2092070" y="958595"/>
                    <a:pt x="2092070" y="958595"/>
                  </a:cubicBezTo>
                  <a:lnTo>
                    <a:pt x="2088738" y="956644"/>
                  </a:lnTo>
                  <a:lnTo>
                    <a:pt x="2085406" y="954054"/>
                  </a:lnTo>
                  <a:cubicBezTo>
                    <a:pt x="2085406" y="954054"/>
                    <a:pt x="2081637" y="949210"/>
                    <a:pt x="2080997" y="948772"/>
                  </a:cubicBezTo>
                  <a:cubicBezTo>
                    <a:pt x="2080358" y="948335"/>
                    <a:pt x="2077094" y="945375"/>
                    <a:pt x="2076858" y="945307"/>
                  </a:cubicBezTo>
                  <a:cubicBezTo>
                    <a:pt x="2076656" y="945240"/>
                    <a:pt x="2072079" y="942549"/>
                    <a:pt x="2072079" y="942549"/>
                  </a:cubicBezTo>
                  <a:cubicBezTo>
                    <a:pt x="2072079" y="942549"/>
                    <a:pt x="2069892" y="941102"/>
                    <a:pt x="2069252" y="940093"/>
                  </a:cubicBezTo>
                  <a:cubicBezTo>
                    <a:pt x="2068613" y="939084"/>
                    <a:pt x="2068882" y="938714"/>
                    <a:pt x="2068882" y="938008"/>
                  </a:cubicBezTo>
                  <a:cubicBezTo>
                    <a:pt x="2068882" y="937301"/>
                    <a:pt x="2069151" y="935485"/>
                    <a:pt x="2069319" y="934677"/>
                  </a:cubicBezTo>
                  <a:cubicBezTo>
                    <a:pt x="2069454" y="933870"/>
                    <a:pt x="2069454" y="932222"/>
                    <a:pt x="2069521" y="931414"/>
                  </a:cubicBezTo>
                  <a:cubicBezTo>
                    <a:pt x="2069588" y="930607"/>
                    <a:pt x="2070901" y="928084"/>
                    <a:pt x="2071103" y="927344"/>
                  </a:cubicBezTo>
                  <a:cubicBezTo>
                    <a:pt x="2071305" y="926637"/>
                    <a:pt x="2072045" y="924013"/>
                    <a:pt x="2072281" y="923576"/>
                  </a:cubicBezTo>
                  <a:cubicBezTo>
                    <a:pt x="2072483" y="923139"/>
                    <a:pt x="2072146" y="921053"/>
                    <a:pt x="2072146" y="921053"/>
                  </a:cubicBezTo>
                  <a:lnTo>
                    <a:pt x="2066930" y="920919"/>
                  </a:lnTo>
                  <a:lnTo>
                    <a:pt x="2066122" y="918093"/>
                  </a:lnTo>
                  <a:lnTo>
                    <a:pt x="2065752" y="911432"/>
                  </a:lnTo>
                  <a:lnTo>
                    <a:pt x="2065011" y="908741"/>
                  </a:lnTo>
                  <a:lnTo>
                    <a:pt x="2065584" y="904772"/>
                  </a:lnTo>
                  <a:cubicBezTo>
                    <a:pt x="2065584" y="904772"/>
                    <a:pt x="2065954" y="902013"/>
                    <a:pt x="2066156" y="901374"/>
                  </a:cubicBezTo>
                  <a:cubicBezTo>
                    <a:pt x="2066391" y="900735"/>
                    <a:pt x="2068781" y="898683"/>
                    <a:pt x="2068781" y="898683"/>
                  </a:cubicBezTo>
                  <a:cubicBezTo>
                    <a:pt x="2068781" y="898683"/>
                    <a:pt x="2069790" y="895487"/>
                    <a:pt x="2069858" y="895050"/>
                  </a:cubicBezTo>
                  <a:cubicBezTo>
                    <a:pt x="2069925" y="894612"/>
                    <a:pt x="2068781" y="892291"/>
                    <a:pt x="2068781" y="892291"/>
                  </a:cubicBezTo>
                  <a:lnTo>
                    <a:pt x="2065819" y="888456"/>
                  </a:lnTo>
                  <a:lnTo>
                    <a:pt x="2068646" y="887447"/>
                  </a:lnTo>
                  <a:lnTo>
                    <a:pt x="2068411" y="880282"/>
                  </a:lnTo>
                  <a:cubicBezTo>
                    <a:pt x="2068411" y="880282"/>
                    <a:pt x="2069286" y="876884"/>
                    <a:pt x="2069420" y="876144"/>
                  </a:cubicBezTo>
                  <a:cubicBezTo>
                    <a:pt x="2069555" y="875404"/>
                    <a:pt x="2070497" y="874933"/>
                    <a:pt x="2070497" y="874933"/>
                  </a:cubicBezTo>
                  <a:cubicBezTo>
                    <a:pt x="2070497" y="874933"/>
                    <a:pt x="2073324" y="873689"/>
                    <a:pt x="2073695" y="873487"/>
                  </a:cubicBezTo>
                  <a:cubicBezTo>
                    <a:pt x="2074065" y="873285"/>
                    <a:pt x="2077262" y="870089"/>
                    <a:pt x="2077262" y="870089"/>
                  </a:cubicBezTo>
                  <a:lnTo>
                    <a:pt x="2077262" y="869450"/>
                  </a:lnTo>
                  <a:lnTo>
                    <a:pt x="2074334" y="864438"/>
                  </a:lnTo>
                  <a:lnTo>
                    <a:pt x="2070968" y="861982"/>
                  </a:lnTo>
                  <a:lnTo>
                    <a:pt x="2070026" y="861915"/>
                  </a:lnTo>
                  <a:cubicBezTo>
                    <a:pt x="2070026" y="861915"/>
                    <a:pt x="2064574" y="859829"/>
                    <a:pt x="2064305" y="859156"/>
                  </a:cubicBezTo>
                  <a:cubicBezTo>
                    <a:pt x="2064002" y="858517"/>
                    <a:pt x="2064675" y="858147"/>
                    <a:pt x="2065247" y="857474"/>
                  </a:cubicBezTo>
                  <a:cubicBezTo>
                    <a:pt x="2065819" y="856835"/>
                    <a:pt x="2066190" y="856835"/>
                    <a:pt x="2067064" y="856465"/>
                  </a:cubicBezTo>
                  <a:cubicBezTo>
                    <a:pt x="2067939" y="856095"/>
                    <a:pt x="2070093" y="855590"/>
                    <a:pt x="2071036" y="855019"/>
                  </a:cubicBezTo>
                  <a:cubicBezTo>
                    <a:pt x="2071978" y="854447"/>
                    <a:pt x="2071978" y="854077"/>
                    <a:pt x="2072483" y="853438"/>
                  </a:cubicBezTo>
                  <a:cubicBezTo>
                    <a:pt x="2072988" y="852798"/>
                    <a:pt x="2071238" y="851554"/>
                    <a:pt x="2070733" y="851049"/>
                  </a:cubicBezTo>
                  <a:cubicBezTo>
                    <a:pt x="2070228" y="850545"/>
                    <a:pt x="2068141" y="847921"/>
                    <a:pt x="2067771" y="847584"/>
                  </a:cubicBezTo>
                  <a:cubicBezTo>
                    <a:pt x="2067401" y="847214"/>
                    <a:pt x="2063800" y="845196"/>
                    <a:pt x="2063800" y="845196"/>
                  </a:cubicBezTo>
                  <a:cubicBezTo>
                    <a:pt x="2063800" y="845196"/>
                    <a:pt x="2061680" y="843817"/>
                    <a:pt x="2061545" y="843615"/>
                  </a:cubicBezTo>
                  <a:cubicBezTo>
                    <a:pt x="2061411" y="843413"/>
                    <a:pt x="2058348" y="841361"/>
                    <a:pt x="2057978" y="841159"/>
                  </a:cubicBezTo>
                  <a:cubicBezTo>
                    <a:pt x="2057608" y="840924"/>
                    <a:pt x="2054511" y="839141"/>
                    <a:pt x="2054511" y="839141"/>
                  </a:cubicBezTo>
                  <a:lnTo>
                    <a:pt x="2050742" y="838333"/>
                  </a:lnTo>
                  <a:lnTo>
                    <a:pt x="2048487" y="837829"/>
                  </a:lnTo>
                  <a:lnTo>
                    <a:pt x="2047410" y="834700"/>
                  </a:lnTo>
                  <a:lnTo>
                    <a:pt x="2050170" y="832379"/>
                  </a:lnTo>
                  <a:lnTo>
                    <a:pt x="2053064" y="827535"/>
                  </a:lnTo>
                  <a:cubicBezTo>
                    <a:pt x="2053064" y="827535"/>
                    <a:pt x="2053064" y="826156"/>
                    <a:pt x="2052997" y="825449"/>
                  </a:cubicBezTo>
                  <a:cubicBezTo>
                    <a:pt x="2052930" y="824743"/>
                    <a:pt x="2053132" y="823128"/>
                    <a:pt x="2052795" y="822624"/>
                  </a:cubicBezTo>
                  <a:cubicBezTo>
                    <a:pt x="2052425" y="822119"/>
                    <a:pt x="2049598" y="819932"/>
                    <a:pt x="2049160" y="819865"/>
                  </a:cubicBezTo>
                  <a:cubicBezTo>
                    <a:pt x="2048723" y="819798"/>
                    <a:pt x="2046468" y="818049"/>
                    <a:pt x="2045828" y="818049"/>
                  </a:cubicBezTo>
                  <a:cubicBezTo>
                    <a:pt x="2045189" y="818049"/>
                    <a:pt x="2041924" y="819428"/>
                    <a:pt x="2041823" y="819697"/>
                  </a:cubicBezTo>
                  <a:cubicBezTo>
                    <a:pt x="2041756" y="820000"/>
                    <a:pt x="2041689" y="820942"/>
                    <a:pt x="2041453" y="821379"/>
                  </a:cubicBezTo>
                  <a:cubicBezTo>
                    <a:pt x="2041251" y="821816"/>
                    <a:pt x="2039636" y="822624"/>
                    <a:pt x="2038121" y="823565"/>
                  </a:cubicBezTo>
                  <a:cubicBezTo>
                    <a:pt x="2036607" y="824508"/>
                    <a:pt x="2034049" y="823868"/>
                    <a:pt x="2033410" y="823633"/>
                  </a:cubicBezTo>
                  <a:cubicBezTo>
                    <a:pt x="2032770" y="823431"/>
                    <a:pt x="2031155" y="822926"/>
                    <a:pt x="2030515" y="822489"/>
                  </a:cubicBezTo>
                  <a:cubicBezTo>
                    <a:pt x="2029876" y="822052"/>
                    <a:pt x="2028698" y="821682"/>
                    <a:pt x="2027621" y="821345"/>
                  </a:cubicBezTo>
                  <a:cubicBezTo>
                    <a:pt x="2026544" y="820975"/>
                    <a:pt x="2026982" y="819832"/>
                    <a:pt x="2026612" y="819159"/>
                  </a:cubicBezTo>
                  <a:cubicBezTo>
                    <a:pt x="2026241" y="818520"/>
                    <a:pt x="2025905" y="816131"/>
                    <a:pt x="2025905" y="815526"/>
                  </a:cubicBezTo>
                  <a:cubicBezTo>
                    <a:pt x="2025905" y="814954"/>
                    <a:pt x="2026410" y="814651"/>
                    <a:pt x="2026847" y="814079"/>
                  </a:cubicBezTo>
                  <a:cubicBezTo>
                    <a:pt x="2027285" y="813507"/>
                    <a:pt x="2028092" y="812700"/>
                    <a:pt x="2028665" y="812195"/>
                  </a:cubicBezTo>
                  <a:cubicBezTo>
                    <a:pt x="2029237" y="811691"/>
                    <a:pt x="2029741" y="811489"/>
                    <a:pt x="2030549" y="810816"/>
                  </a:cubicBezTo>
                  <a:cubicBezTo>
                    <a:pt x="2031357" y="810177"/>
                    <a:pt x="2032367" y="809740"/>
                    <a:pt x="2032434" y="809437"/>
                  </a:cubicBezTo>
                  <a:cubicBezTo>
                    <a:pt x="2032501" y="809134"/>
                    <a:pt x="2033511" y="808697"/>
                    <a:pt x="2033881" y="808495"/>
                  </a:cubicBezTo>
                  <a:cubicBezTo>
                    <a:pt x="2034251" y="808293"/>
                    <a:pt x="2034521" y="807419"/>
                    <a:pt x="2034756" y="807183"/>
                  </a:cubicBezTo>
                  <a:cubicBezTo>
                    <a:pt x="2034958" y="806981"/>
                    <a:pt x="2035396" y="806107"/>
                    <a:pt x="2035396" y="805669"/>
                  </a:cubicBezTo>
                  <a:cubicBezTo>
                    <a:pt x="2035396" y="805232"/>
                    <a:pt x="2035463" y="802978"/>
                    <a:pt x="2035463" y="802978"/>
                  </a:cubicBezTo>
                  <a:lnTo>
                    <a:pt x="2035328" y="800657"/>
                  </a:lnTo>
                  <a:lnTo>
                    <a:pt x="2034891" y="798033"/>
                  </a:lnTo>
                  <a:lnTo>
                    <a:pt x="2034588" y="795947"/>
                  </a:lnTo>
                  <a:lnTo>
                    <a:pt x="2031895" y="793559"/>
                  </a:lnTo>
                  <a:cubicBezTo>
                    <a:pt x="2031895" y="793559"/>
                    <a:pt x="2027251" y="791305"/>
                    <a:pt x="2027184" y="790868"/>
                  </a:cubicBezTo>
                  <a:cubicBezTo>
                    <a:pt x="2027116" y="790431"/>
                    <a:pt x="2027891" y="787908"/>
                    <a:pt x="2027991" y="787605"/>
                  </a:cubicBezTo>
                  <a:cubicBezTo>
                    <a:pt x="2028059" y="787302"/>
                    <a:pt x="2031256" y="786293"/>
                    <a:pt x="2031559" y="786226"/>
                  </a:cubicBezTo>
                  <a:cubicBezTo>
                    <a:pt x="2031828" y="786158"/>
                    <a:pt x="2035092" y="785788"/>
                    <a:pt x="2035900" y="785519"/>
                  </a:cubicBezTo>
                  <a:cubicBezTo>
                    <a:pt x="2036708" y="785216"/>
                    <a:pt x="2037347" y="785385"/>
                    <a:pt x="2037347" y="785385"/>
                  </a:cubicBezTo>
                  <a:cubicBezTo>
                    <a:pt x="2037347" y="785385"/>
                    <a:pt x="2039737" y="784745"/>
                    <a:pt x="2039973" y="784745"/>
                  </a:cubicBezTo>
                  <a:cubicBezTo>
                    <a:pt x="2040174" y="784745"/>
                    <a:pt x="2042665" y="785183"/>
                    <a:pt x="2042665" y="785183"/>
                  </a:cubicBezTo>
                  <a:lnTo>
                    <a:pt x="2045256" y="785687"/>
                  </a:lnTo>
                  <a:lnTo>
                    <a:pt x="2048588" y="787504"/>
                  </a:lnTo>
                  <a:lnTo>
                    <a:pt x="2050978" y="789522"/>
                  </a:lnTo>
                  <a:cubicBezTo>
                    <a:pt x="2050978" y="789522"/>
                    <a:pt x="2053300" y="792348"/>
                    <a:pt x="2053602" y="792785"/>
                  </a:cubicBezTo>
                  <a:cubicBezTo>
                    <a:pt x="2053906" y="793223"/>
                    <a:pt x="2055050" y="794669"/>
                    <a:pt x="2055353" y="795039"/>
                  </a:cubicBezTo>
                  <a:cubicBezTo>
                    <a:pt x="2055656" y="795409"/>
                    <a:pt x="2056598" y="797428"/>
                    <a:pt x="2056598" y="797428"/>
                  </a:cubicBezTo>
                  <a:cubicBezTo>
                    <a:pt x="2056598" y="797428"/>
                    <a:pt x="2058415" y="797428"/>
                    <a:pt x="2058617" y="796990"/>
                  </a:cubicBezTo>
                  <a:cubicBezTo>
                    <a:pt x="2058853" y="796553"/>
                    <a:pt x="2061007" y="795914"/>
                    <a:pt x="2061007" y="795914"/>
                  </a:cubicBezTo>
                  <a:cubicBezTo>
                    <a:pt x="2061007" y="795914"/>
                    <a:pt x="2062252" y="797495"/>
                    <a:pt x="2062521" y="797798"/>
                  </a:cubicBezTo>
                  <a:cubicBezTo>
                    <a:pt x="2062824" y="798100"/>
                    <a:pt x="2063396" y="798874"/>
                    <a:pt x="2063396" y="798874"/>
                  </a:cubicBezTo>
                  <a:cubicBezTo>
                    <a:pt x="2063396" y="798874"/>
                    <a:pt x="2065214" y="799951"/>
                    <a:pt x="2066223" y="801195"/>
                  </a:cubicBezTo>
                  <a:cubicBezTo>
                    <a:pt x="2067233" y="802440"/>
                    <a:pt x="2066526" y="802844"/>
                    <a:pt x="2066593" y="803079"/>
                  </a:cubicBezTo>
                  <a:cubicBezTo>
                    <a:pt x="2066660" y="803281"/>
                    <a:pt x="2069689" y="805400"/>
                    <a:pt x="2069689" y="805400"/>
                  </a:cubicBezTo>
                  <a:cubicBezTo>
                    <a:pt x="2069689" y="805400"/>
                    <a:pt x="2071642" y="805198"/>
                    <a:pt x="2071877" y="805030"/>
                  </a:cubicBezTo>
                  <a:cubicBezTo>
                    <a:pt x="2072112" y="804896"/>
                    <a:pt x="2074704" y="803012"/>
                    <a:pt x="2074704" y="803012"/>
                  </a:cubicBezTo>
                  <a:cubicBezTo>
                    <a:pt x="2074704" y="803012"/>
                    <a:pt x="2076286" y="800186"/>
                    <a:pt x="2076286" y="799984"/>
                  </a:cubicBezTo>
                  <a:cubicBezTo>
                    <a:pt x="2076286" y="799782"/>
                    <a:pt x="2077161" y="798975"/>
                    <a:pt x="2077531" y="798100"/>
                  </a:cubicBezTo>
                  <a:cubicBezTo>
                    <a:pt x="2077901" y="797226"/>
                    <a:pt x="2079045" y="796351"/>
                    <a:pt x="2079180" y="795846"/>
                  </a:cubicBezTo>
                  <a:cubicBezTo>
                    <a:pt x="2079315" y="795342"/>
                    <a:pt x="2080257" y="794164"/>
                    <a:pt x="2080257" y="794164"/>
                  </a:cubicBezTo>
                  <a:cubicBezTo>
                    <a:pt x="2080257" y="794164"/>
                    <a:pt x="2082276" y="792583"/>
                    <a:pt x="2082512" y="792516"/>
                  </a:cubicBezTo>
                  <a:cubicBezTo>
                    <a:pt x="2082714" y="792449"/>
                    <a:pt x="2083521" y="792516"/>
                    <a:pt x="2083521" y="792516"/>
                  </a:cubicBezTo>
                  <a:lnTo>
                    <a:pt x="2085272" y="792954"/>
                  </a:lnTo>
                  <a:cubicBezTo>
                    <a:pt x="2085272" y="792954"/>
                    <a:pt x="2086584" y="794030"/>
                    <a:pt x="2087022" y="794400"/>
                  </a:cubicBezTo>
                  <a:cubicBezTo>
                    <a:pt x="2087459" y="794770"/>
                    <a:pt x="2087964" y="795914"/>
                    <a:pt x="2087964" y="795914"/>
                  </a:cubicBezTo>
                  <a:cubicBezTo>
                    <a:pt x="2087964" y="795914"/>
                    <a:pt x="2089478" y="797865"/>
                    <a:pt x="2089647" y="798168"/>
                  </a:cubicBezTo>
                  <a:cubicBezTo>
                    <a:pt x="2089781" y="798470"/>
                    <a:pt x="2090454" y="799850"/>
                    <a:pt x="2090522" y="800623"/>
                  </a:cubicBezTo>
                  <a:cubicBezTo>
                    <a:pt x="2090589" y="801431"/>
                    <a:pt x="2090892" y="802642"/>
                    <a:pt x="2091026" y="803079"/>
                  </a:cubicBezTo>
                  <a:cubicBezTo>
                    <a:pt x="2091161" y="803516"/>
                    <a:pt x="2092709" y="804828"/>
                    <a:pt x="2092844" y="805097"/>
                  </a:cubicBezTo>
                  <a:cubicBezTo>
                    <a:pt x="2092979" y="805400"/>
                    <a:pt x="2094661" y="807351"/>
                    <a:pt x="2094661" y="807351"/>
                  </a:cubicBezTo>
                  <a:cubicBezTo>
                    <a:pt x="2094661" y="807351"/>
                    <a:pt x="2096680" y="807486"/>
                    <a:pt x="2096916" y="807351"/>
                  </a:cubicBezTo>
                  <a:cubicBezTo>
                    <a:pt x="2097118" y="807217"/>
                    <a:pt x="2097724" y="805972"/>
                    <a:pt x="2097724" y="805972"/>
                  </a:cubicBezTo>
                  <a:lnTo>
                    <a:pt x="2098868" y="805266"/>
                  </a:lnTo>
                  <a:lnTo>
                    <a:pt x="2100887" y="805636"/>
                  </a:lnTo>
                  <a:cubicBezTo>
                    <a:pt x="2100887" y="805636"/>
                    <a:pt x="2102133" y="807452"/>
                    <a:pt x="2102200" y="807721"/>
                  </a:cubicBezTo>
                  <a:cubicBezTo>
                    <a:pt x="2102267" y="808024"/>
                    <a:pt x="2102570" y="810917"/>
                    <a:pt x="2102570" y="810917"/>
                  </a:cubicBezTo>
                  <a:cubicBezTo>
                    <a:pt x="2102570" y="810917"/>
                    <a:pt x="2103445" y="812094"/>
                    <a:pt x="2103647" y="812431"/>
                  </a:cubicBezTo>
                  <a:cubicBezTo>
                    <a:pt x="2103849" y="812801"/>
                    <a:pt x="2104388" y="814247"/>
                    <a:pt x="2104388" y="814517"/>
                  </a:cubicBezTo>
                  <a:cubicBezTo>
                    <a:pt x="2104388" y="814819"/>
                    <a:pt x="2105969" y="816535"/>
                    <a:pt x="2106272" y="816905"/>
                  </a:cubicBezTo>
                  <a:cubicBezTo>
                    <a:pt x="2106575" y="817275"/>
                    <a:pt x="2108460" y="817611"/>
                    <a:pt x="2108460" y="817611"/>
                  </a:cubicBezTo>
                  <a:lnTo>
                    <a:pt x="2110916" y="816602"/>
                  </a:lnTo>
                  <a:lnTo>
                    <a:pt x="2111219" y="814718"/>
                  </a:lnTo>
                  <a:lnTo>
                    <a:pt x="2112734" y="810951"/>
                  </a:lnTo>
                  <a:lnTo>
                    <a:pt x="2114417" y="809000"/>
                  </a:lnTo>
                  <a:lnTo>
                    <a:pt x="2115662" y="807553"/>
                  </a:lnTo>
                  <a:lnTo>
                    <a:pt x="2115662" y="803987"/>
                  </a:lnTo>
                  <a:lnTo>
                    <a:pt x="2115931" y="801094"/>
                  </a:lnTo>
                  <a:cubicBezTo>
                    <a:pt x="2115931" y="801094"/>
                    <a:pt x="2115224" y="794366"/>
                    <a:pt x="2115224" y="794064"/>
                  </a:cubicBezTo>
                  <a:cubicBezTo>
                    <a:pt x="2115224" y="793761"/>
                    <a:pt x="2114585" y="791238"/>
                    <a:pt x="2114585" y="791238"/>
                  </a:cubicBezTo>
                  <a:cubicBezTo>
                    <a:pt x="2114585" y="791238"/>
                    <a:pt x="2114147" y="788210"/>
                    <a:pt x="2113945" y="787975"/>
                  </a:cubicBezTo>
                  <a:cubicBezTo>
                    <a:pt x="2113743" y="787773"/>
                    <a:pt x="2111354" y="782963"/>
                    <a:pt x="2111354" y="782963"/>
                  </a:cubicBezTo>
                  <a:cubicBezTo>
                    <a:pt x="2111354" y="782963"/>
                    <a:pt x="2110041" y="781381"/>
                    <a:pt x="2109469" y="780877"/>
                  </a:cubicBezTo>
                  <a:cubicBezTo>
                    <a:pt x="2108897" y="780372"/>
                    <a:pt x="2107080" y="777042"/>
                    <a:pt x="2106945" y="776739"/>
                  </a:cubicBezTo>
                  <a:cubicBezTo>
                    <a:pt x="2106811" y="776436"/>
                    <a:pt x="2107315" y="772837"/>
                    <a:pt x="2107315" y="772837"/>
                  </a:cubicBezTo>
                  <a:lnTo>
                    <a:pt x="2108460" y="770449"/>
                  </a:lnTo>
                  <a:lnTo>
                    <a:pt x="2113104" y="769574"/>
                  </a:lnTo>
                  <a:lnTo>
                    <a:pt x="2115056" y="768935"/>
                  </a:lnTo>
                  <a:lnTo>
                    <a:pt x="2117580" y="768363"/>
                  </a:lnTo>
                  <a:lnTo>
                    <a:pt x="2122662" y="768800"/>
                  </a:lnTo>
                  <a:lnTo>
                    <a:pt x="2127373" y="767556"/>
                  </a:lnTo>
                  <a:lnTo>
                    <a:pt x="2129494" y="767186"/>
                  </a:lnTo>
                  <a:lnTo>
                    <a:pt x="2131749" y="765806"/>
                  </a:lnTo>
                  <a:cubicBezTo>
                    <a:pt x="2131749" y="765806"/>
                    <a:pt x="2132994" y="764494"/>
                    <a:pt x="2133128" y="764427"/>
                  </a:cubicBezTo>
                  <a:cubicBezTo>
                    <a:pt x="2133263" y="764360"/>
                    <a:pt x="2133128" y="761803"/>
                    <a:pt x="2133128" y="761803"/>
                  </a:cubicBezTo>
                  <a:cubicBezTo>
                    <a:pt x="2133128" y="761803"/>
                    <a:pt x="2133196" y="759987"/>
                    <a:pt x="2133128" y="759718"/>
                  </a:cubicBezTo>
                  <a:cubicBezTo>
                    <a:pt x="2133061" y="759448"/>
                    <a:pt x="2133701" y="755142"/>
                    <a:pt x="2133701" y="754873"/>
                  </a:cubicBezTo>
                  <a:cubicBezTo>
                    <a:pt x="2133701" y="754571"/>
                    <a:pt x="2133128" y="753629"/>
                    <a:pt x="2133128" y="753629"/>
                  </a:cubicBezTo>
                  <a:lnTo>
                    <a:pt x="2133128" y="750500"/>
                  </a:lnTo>
                  <a:lnTo>
                    <a:pt x="2133734" y="748112"/>
                  </a:lnTo>
                  <a:lnTo>
                    <a:pt x="2133398" y="744041"/>
                  </a:lnTo>
                  <a:lnTo>
                    <a:pt x="2130806" y="740408"/>
                  </a:lnTo>
                  <a:lnTo>
                    <a:pt x="2128046" y="734757"/>
                  </a:lnTo>
                  <a:lnTo>
                    <a:pt x="2127037" y="733209"/>
                  </a:lnTo>
                  <a:lnTo>
                    <a:pt x="2123570" y="729139"/>
                  </a:lnTo>
                  <a:cubicBezTo>
                    <a:pt x="2123570" y="729139"/>
                    <a:pt x="2122426" y="726818"/>
                    <a:pt x="2122426" y="726246"/>
                  </a:cubicBezTo>
                  <a:cubicBezTo>
                    <a:pt x="2122426" y="725674"/>
                    <a:pt x="2121989" y="720595"/>
                    <a:pt x="2121989" y="720023"/>
                  </a:cubicBezTo>
                  <a:cubicBezTo>
                    <a:pt x="2121989" y="719451"/>
                    <a:pt x="2121686" y="716390"/>
                    <a:pt x="2121686" y="716390"/>
                  </a:cubicBezTo>
                  <a:cubicBezTo>
                    <a:pt x="2121686" y="716390"/>
                    <a:pt x="2122258" y="714203"/>
                    <a:pt x="2122258" y="712925"/>
                  </a:cubicBezTo>
                  <a:cubicBezTo>
                    <a:pt x="2122258" y="711613"/>
                    <a:pt x="2123840" y="709897"/>
                    <a:pt x="2124143" y="709292"/>
                  </a:cubicBezTo>
                  <a:cubicBezTo>
                    <a:pt x="2124412" y="708720"/>
                    <a:pt x="2126768" y="708552"/>
                    <a:pt x="2127912" y="708283"/>
                  </a:cubicBezTo>
                  <a:cubicBezTo>
                    <a:pt x="2129090" y="708013"/>
                    <a:pt x="2131244" y="707408"/>
                    <a:pt x="2131244" y="707408"/>
                  </a:cubicBezTo>
                  <a:cubicBezTo>
                    <a:pt x="2131244" y="707408"/>
                    <a:pt x="2133835" y="705961"/>
                    <a:pt x="2134710" y="705221"/>
                  </a:cubicBezTo>
                  <a:cubicBezTo>
                    <a:pt x="2135585" y="704515"/>
                    <a:pt x="2137167" y="706802"/>
                    <a:pt x="2138480" y="707542"/>
                  </a:cubicBezTo>
                  <a:cubicBezTo>
                    <a:pt x="2139792" y="708249"/>
                    <a:pt x="2140230" y="709998"/>
                    <a:pt x="2140802" y="709998"/>
                  </a:cubicBezTo>
                  <a:cubicBezTo>
                    <a:pt x="2141374" y="709998"/>
                    <a:pt x="2141946" y="709695"/>
                    <a:pt x="2142383" y="709123"/>
                  </a:cubicBezTo>
                  <a:cubicBezTo>
                    <a:pt x="2142821" y="708552"/>
                    <a:pt x="2142821" y="706533"/>
                    <a:pt x="2143258" y="706230"/>
                  </a:cubicBezTo>
                  <a:cubicBezTo>
                    <a:pt x="2143696" y="705928"/>
                    <a:pt x="2145446" y="704347"/>
                    <a:pt x="2145446" y="703909"/>
                  </a:cubicBezTo>
                  <a:cubicBezTo>
                    <a:pt x="2145446" y="703472"/>
                    <a:pt x="2147634" y="702160"/>
                    <a:pt x="2147634" y="702160"/>
                  </a:cubicBezTo>
                  <a:cubicBezTo>
                    <a:pt x="2147634" y="702160"/>
                    <a:pt x="2149384" y="700579"/>
                    <a:pt x="2149518" y="700142"/>
                  </a:cubicBezTo>
                  <a:cubicBezTo>
                    <a:pt x="2149653" y="699704"/>
                    <a:pt x="2152715" y="698695"/>
                    <a:pt x="2152715" y="698695"/>
                  </a:cubicBezTo>
                  <a:lnTo>
                    <a:pt x="2154600" y="697686"/>
                  </a:lnTo>
                  <a:lnTo>
                    <a:pt x="2156047" y="697114"/>
                  </a:lnTo>
                  <a:lnTo>
                    <a:pt x="2159817" y="696677"/>
                  </a:lnTo>
                  <a:lnTo>
                    <a:pt x="2160961" y="696105"/>
                  </a:lnTo>
                  <a:lnTo>
                    <a:pt x="2163586" y="692909"/>
                  </a:lnTo>
                  <a:lnTo>
                    <a:pt x="2166615" y="690588"/>
                  </a:lnTo>
                  <a:lnTo>
                    <a:pt x="2167355" y="689142"/>
                  </a:lnTo>
                  <a:lnTo>
                    <a:pt x="2167490" y="687560"/>
                  </a:lnTo>
                  <a:lnTo>
                    <a:pt x="2166918" y="685374"/>
                  </a:lnTo>
                  <a:lnTo>
                    <a:pt x="2166043" y="684802"/>
                  </a:lnTo>
                  <a:lnTo>
                    <a:pt x="2167052" y="681472"/>
                  </a:lnTo>
                  <a:lnTo>
                    <a:pt x="2168062" y="678579"/>
                  </a:lnTo>
                  <a:lnTo>
                    <a:pt x="2167759" y="674946"/>
                  </a:lnTo>
                  <a:lnTo>
                    <a:pt x="2165302" y="673062"/>
                  </a:lnTo>
                  <a:lnTo>
                    <a:pt x="2162846" y="674811"/>
                  </a:lnTo>
                  <a:cubicBezTo>
                    <a:pt x="2162846" y="674811"/>
                    <a:pt x="2162542" y="675820"/>
                    <a:pt x="2162542" y="677704"/>
                  </a:cubicBezTo>
                  <a:cubicBezTo>
                    <a:pt x="2162542" y="679588"/>
                    <a:pt x="2161970" y="680328"/>
                    <a:pt x="2161668" y="680900"/>
                  </a:cubicBezTo>
                  <a:cubicBezTo>
                    <a:pt x="2161365" y="681472"/>
                    <a:pt x="2159783" y="682212"/>
                    <a:pt x="2158908" y="682044"/>
                  </a:cubicBezTo>
                  <a:cubicBezTo>
                    <a:pt x="2158033" y="681909"/>
                    <a:pt x="2154398" y="679285"/>
                    <a:pt x="2154398" y="679285"/>
                  </a:cubicBezTo>
                  <a:lnTo>
                    <a:pt x="2154701" y="676527"/>
                  </a:lnTo>
                  <a:lnTo>
                    <a:pt x="2155711" y="673634"/>
                  </a:lnTo>
                  <a:lnTo>
                    <a:pt x="2155711" y="667982"/>
                  </a:lnTo>
                  <a:lnTo>
                    <a:pt x="2152951" y="666401"/>
                  </a:lnTo>
                  <a:lnTo>
                    <a:pt x="2150763" y="665829"/>
                  </a:lnTo>
                  <a:lnTo>
                    <a:pt x="2148004" y="665257"/>
                  </a:lnTo>
                  <a:lnTo>
                    <a:pt x="2145110" y="665123"/>
                  </a:lnTo>
                  <a:cubicBezTo>
                    <a:pt x="2145110" y="665123"/>
                    <a:pt x="2143662" y="665998"/>
                    <a:pt x="2142922" y="666704"/>
                  </a:cubicBezTo>
                  <a:cubicBezTo>
                    <a:pt x="2142215" y="667444"/>
                    <a:pt x="2142619" y="668722"/>
                    <a:pt x="2142619" y="668722"/>
                  </a:cubicBezTo>
                  <a:cubicBezTo>
                    <a:pt x="2142619" y="668722"/>
                    <a:pt x="2145682" y="672187"/>
                    <a:pt x="2146388" y="672187"/>
                  </a:cubicBezTo>
                  <a:cubicBezTo>
                    <a:pt x="2147095" y="672187"/>
                    <a:pt x="2147095" y="672490"/>
                    <a:pt x="2147095" y="672490"/>
                  </a:cubicBezTo>
                  <a:cubicBezTo>
                    <a:pt x="2147095" y="672490"/>
                    <a:pt x="2146086" y="674374"/>
                    <a:pt x="2146086" y="675820"/>
                  </a:cubicBezTo>
                  <a:cubicBezTo>
                    <a:pt x="2146086" y="677267"/>
                    <a:pt x="2144941" y="678276"/>
                    <a:pt x="2144941" y="678713"/>
                  </a:cubicBezTo>
                  <a:cubicBezTo>
                    <a:pt x="2144941" y="679151"/>
                    <a:pt x="2143932" y="679588"/>
                    <a:pt x="2143932" y="679588"/>
                  </a:cubicBezTo>
                  <a:lnTo>
                    <a:pt x="2140869" y="679722"/>
                  </a:lnTo>
                  <a:lnTo>
                    <a:pt x="2137672" y="679722"/>
                  </a:lnTo>
                  <a:lnTo>
                    <a:pt x="2134912" y="680093"/>
                  </a:lnTo>
                  <a:lnTo>
                    <a:pt x="2133028" y="682346"/>
                  </a:lnTo>
                  <a:lnTo>
                    <a:pt x="2133028" y="685677"/>
                  </a:lnTo>
                  <a:lnTo>
                    <a:pt x="2134475" y="689579"/>
                  </a:lnTo>
                  <a:lnTo>
                    <a:pt x="2131849" y="692606"/>
                  </a:lnTo>
                  <a:cubicBezTo>
                    <a:pt x="2131849" y="692606"/>
                    <a:pt x="2132724" y="694490"/>
                    <a:pt x="2131547" y="694793"/>
                  </a:cubicBezTo>
                  <a:cubicBezTo>
                    <a:pt x="2130402" y="695096"/>
                    <a:pt x="2128787" y="695230"/>
                    <a:pt x="2127205" y="695365"/>
                  </a:cubicBezTo>
                  <a:cubicBezTo>
                    <a:pt x="2125590" y="695499"/>
                    <a:pt x="2124580" y="695668"/>
                    <a:pt x="2124580" y="695668"/>
                  </a:cubicBezTo>
                  <a:cubicBezTo>
                    <a:pt x="2124580" y="695668"/>
                    <a:pt x="2119364" y="696240"/>
                    <a:pt x="2117782" y="695970"/>
                  </a:cubicBezTo>
                  <a:cubicBezTo>
                    <a:pt x="2116200" y="695668"/>
                    <a:pt x="2115594" y="695399"/>
                    <a:pt x="2114753" y="694827"/>
                  </a:cubicBezTo>
                  <a:cubicBezTo>
                    <a:pt x="2113878" y="694255"/>
                    <a:pt x="2113878" y="693380"/>
                    <a:pt x="2113440" y="693246"/>
                  </a:cubicBezTo>
                  <a:cubicBezTo>
                    <a:pt x="2113003" y="693111"/>
                    <a:pt x="2113138" y="690790"/>
                    <a:pt x="2113138" y="690790"/>
                  </a:cubicBezTo>
                  <a:lnTo>
                    <a:pt x="2111825" y="687762"/>
                  </a:lnTo>
                  <a:lnTo>
                    <a:pt x="2110815" y="686316"/>
                  </a:lnTo>
                  <a:lnTo>
                    <a:pt x="2108359" y="685307"/>
                  </a:lnTo>
                  <a:lnTo>
                    <a:pt x="2108493" y="683423"/>
                  </a:lnTo>
                  <a:cubicBezTo>
                    <a:pt x="2108493" y="683423"/>
                    <a:pt x="2108931" y="680967"/>
                    <a:pt x="2108931" y="680530"/>
                  </a:cubicBezTo>
                  <a:cubicBezTo>
                    <a:pt x="2108931" y="680093"/>
                    <a:pt x="2107921" y="678343"/>
                    <a:pt x="2107921" y="678343"/>
                  </a:cubicBezTo>
                  <a:lnTo>
                    <a:pt x="2106912" y="678041"/>
                  </a:lnTo>
                  <a:lnTo>
                    <a:pt x="2105599" y="678612"/>
                  </a:lnTo>
                  <a:lnTo>
                    <a:pt x="2098363" y="678478"/>
                  </a:lnTo>
                  <a:lnTo>
                    <a:pt x="2096344" y="675147"/>
                  </a:lnTo>
                  <a:lnTo>
                    <a:pt x="2097219" y="671245"/>
                  </a:lnTo>
                  <a:lnTo>
                    <a:pt x="2098969" y="668352"/>
                  </a:lnTo>
                  <a:cubicBezTo>
                    <a:pt x="2098969" y="668352"/>
                    <a:pt x="2100416" y="666906"/>
                    <a:pt x="2100988" y="666906"/>
                  </a:cubicBezTo>
                  <a:cubicBezTo>
                    <a:pt x="2101560" y="666906"/>
                    <a:pt x="2104758" y="663878"/>
                    <a:pt x="2104758" y="663273"/>
                  </a:cubicBezTo>
                  <a:cubicBezTo>
                    <a:pt x="2104758" y="662701"/>
                    <a:pt x="2101426" y="661086"/>
                    <a:pt x="2101426" y="661086"/>
                  </a:cubicBezTo>
                  <a:lnTo>
                    <a:pt x="2094628" y="660649"/>
                  </a:lnTo>
                  <a:lnTo>
                    <a:pt x="2092474" y="658328"/>
                  </a:lnTo>
                  <a:lnTo>
                    <a:pt x="2088570" y="657016"/>
                  </a:lnTo>
                  <a:lnTo>
                    <a:pt x="2083219" y="657318"/>
                  </a:lnTo>
                  <a:lnTo>
                    <a:pt x="2076387" y="654997"/>
                  </a:lnTo>
                  <a:cubicBezTo>
                    <a:pt x="2076387" y="654997"/>
                    <a:pt x="2074502" y="653114"/>
                    <a:pt x="2074502" y="652542"/>
                  </a:cubicBezTo>
                  <a:cubicBezTo>
                    <a:pt x="2074502" y="651970"/>
                    <a:pt x="2068714" y="648202"/>
                    <a:pt x="2067839" y="646318"/>
                  </a:cubicBezTo>
                  <a:cubicBezTo>
                    <a:pt x="2066964" y="644434"/>
                    <a:pt x="2066964" y="643560"/>
                    <a:pt x="2066526" y="643291"/>
                  </a:cubicBezTo>
                  <a:cubicBezTo>
                    <a:pt x="2066089" y="642988"/>
                    <a:pt x="2065785" y="640970"/>
                    <a:pt x="2065516" y="640263"/>
                  </a:cubicBezTo>
                  <a:cubicBezTo>
                    <a:pt x="2065214" y="639557"/>
                    <a:pt x="2065516" y="637067"/>
                    <a:pt x="2065651" y="636496"/>
                  </a:cubicBezTo>
                  <a:cubicBezTo>
                    <a:pt x="2065785" y="635924"/>
                    <a:pt x="2066795" y="632593"/>
                    <a:pt x="2066795" y="632593"/>
                  </a:cubicBezTo>
                  <a:lnTo>
                    <a:pt x="2066930" y="631853"/>
                  </a:lnTo>
                  <a:cubicBezTo>
                    <a:pt x="2066930" y="631853"/>
                    <a:pt x="2068243" y="627951"/>
                    <a:pt x="2068680" y="627514"/>
                  </a:cubicBezTo>
                  <a:cubicBezTo>
                    <a:pt x="2069118" y="627076"/>
                    <a:pt x="2069824" y="623309"/>
                    <a:pt x="2069824" y="622737"/>
                  </a:cubicBezTo>
                  <a:cubicBezTo>
                    <a:pt x="2069824" y="622165"/>
                    <a:pt x="2069387" y="619272"/>
                    <a:pt x="2069387" y="619272"/>
                  </a:cubicBezTo>
                  <a:cubicBezTo>
                    <a:pt x="2069387" y="619272"/>
                    <a:pt x="2069656" y="615504"/>
                    <a:pt x="2069959" y="614933"/>
                  </a:cubicBezTo>
                  <a:cubicBezTo>
                    <a:pt x="2070262" y="614361"/>
                    <a:pt x="2073728" y="613486"/>
                    <a:pt x="2074603" y="613049"/>
                  </a:cubicBezTo>
                  <a:cubicBezTo>
                    <a:pt x="2075478" y="612611"/>
                    <a:pt x="2080829" y="607835"/>
                    <a:pt x="2080829" y="607835"/>
                  </a:cubicBezTo>
                  <a:cubicBezTo>
                    <a:pt x="2080829" y="607835"/>
                    <a:pt x="2083589" y="604639"/>
                    <a:pt x="2084295" y="604201"/>
                  </a:cubicBezTo>
                  <a:cubicBezTo>
                    <a:pt x="2085036" y="603764"/>
                    <a:pt x="2088772" y="600737"/>
                    <a:pt x="2089377" y="600131"/>
                  </a:cubicBezTo>
                  <a:cubicBezTo>
                    <a:pt x="2089950" y="599559"/>
                    <a:pt x="2094729" y="595354"/>
                    <a:pt x="2095166" y="595220"/>
                  </a:cubicBezTo>
                  <a:cubicBezTo>
                    <a:pt x="2095604" y="595085"/>
                    <a:pt x="2099070" y="592461"/>
                    <a:pt x="2099373" y="592024"/>
                  </a:cubicBezTo>
                  <a:cubicBezTo>
                    <a:pt x="2099676" y="591587"/>
                    <a:pt x="2101392" y="589703"/>
                    <a:pt x="2102267" y="589266"/>
                  </a:cubicBezTo>
                  <a:cubicBezTo>
                    <a:pt x="2103142" y="588828"/>
                    <a:pt x="2105296" y="587079"/>
                    <a:pt x="2105296" y="587079"/>
                  </a:cubicBezTo>
                  <a:cubicBezTo>
                    <a:pt x="2105296" y="587079"/>
                    <a:pt x="2108628" y="584623"/>
                    <a:pt x="2109200" y="584489"/>
                  </a:cubicBezTo>
                  <a:cubicBezTo>
                    <a:pt x="2109772" y="584354"/>
                    <a:pt x="2111388" y="581293"/>
                    <a:pt x="2111825" y="580856"/>
                  </a:cubicBezTo>
                  <a:cubicBezTo>
                    <a:pt x="2112263" y="580418"/>
                    <a:pt x="2115292" y="578972"/>
                    <a:pt x="2115292" y="578972"/>
                  </a:cubicBezTo>
                  <a:cubicBezTo>
                    <a:pt x="2115292" y="578972"/>
                    <a:pt x="2117344" y="579544"/>
                    <a:pt x="2118489" y="579544"/>
                  </a:cubicBezTo>
                  <a:cubicBezTo>
                    <a:pt x="2119633" y="579544"/>
                    <a:pt x="2120676" y="579409"/>
                    <a:pt x="2121080" y="579241"/>
                  </a:cubicBezTo>
                  <a:cubicBezTo>
                    <a:pt x="2121518" y="579106"/>
                    <a:pt x="2122830" y="577929"/>
                    <a:pt x="2123672" y="577357"/>
                  </a:cubicBezTo>
                  <a:cubicBezTo>
                    <a:pt x="2124547" y="576785"/>
                    <a:pt x="2124109" y="575339"/>
                    <a:pt x="2124244" y="574901"/>
                  </a:cubicBezTo>
                  <a:cubicBezTo>
                    <a:pt x="2124378" y="574464"/>
                    <a:pt x="2124681" y="571436"/>
                    <a:pt x="2124681" y="571436"/>
                  </a:cubicBezTo>
                  <a:lnTo>
                    <a:pt x="2124950" y="570696"/>
                  </a:lnTo>
                  <a:cubicBezTo>
                    <a:pt x="2124950" y="570696"/>
                    <a:pt x="2126263" y="567803"/>
                    <a:pt x="2126263" y="567063"/>
                  </a:cubicBezTo>
                  <a:cubicBezTo>
                    <a:pt x="2126263" y="566323"/>
                    <a:pt x="2126835" y="564170"/>
                    <a:pt x="2126835" y="564170"/>
                  </a:cubicBezTo>
                  <a:lnTo>
                    <a:pt x="2127542" y="562724"/>
                  </a:lnTo>
                  <a:cubicBezTo>
                    <a:pt x="2127542" y="562724"/>
                    <a:pt x="2128417" y="560134"/>
                    <a:pt x="2128417" y="559528"/>
                  </a:cubicBezTo>
                  <a:cubicBezTo>
                    <a:pt x="2128417" y="558956"/>
                    <a:pt x="2129292" y="558216"/>
                    <a:pt x="2130167" y="557779"/>
                  </a:cubicBezTo>
                  <a:cubicBezTo>
                    <a:pt x="2131042" y="557341"/>
                    <a:pt x="2132792" y="556635"/>
                    <a:pt x="2134508" y="555895"/>
                  </a:cubicBezTo>
                  <a:cubicBezTo>
                    <a:pt x="2136258" y="555189"/>
                    <a:pt x="2136393" y="555458"/>
                    <a:pt x="2137268" y="554886"/>
                  </a:cubicBezTo>
                  <a:cubicBezTo>
                    <a:pt x="2138143" y="554314"/>
                    <a:pt x="2139287" y="554011"/>
                    <a:pt x="2139287" y="554011"/>
                  </a:cubicBezTo>
                  <a:lnTo>
                    <a:pt x="2142316" y="551993"/>
                  </a:lnTo>
                  <a:cubicBezTo>
                    <a:pt x="2142316" y="551993"/>
                    <a:pt x="2145211" y="549100"/>
                    <a:pt x="2145951" y="548797"/>
                  </a:cubicBezTo>
                  <a:cubicBezTo>
                    <a:pt x="2146691" y="548494"/>
                    <a:pt x="2148845" y="545467"/>
                    <a:pt x="2149283" y="545164"/>
                  </a:cubicBezTo>
                  <a:cubicBezTo>
                    <a:pt x="2149720" y="544861"/>
                    <a:pt x="2150864" y="543415"/>
                    <a:pt x="2151033" y="542977"/>
                  </a:cubicBezTo>
                  <a:cubicBezTo>
                    <a:pt x="2151167" y="542540"/>
                    <a:pt x="2152042" y="541228"/>
                    <a:pt x="2152042" y="541228"/>
                  </a:cubicBezTo>
                  <a:cubicBezTo>
                    <a:pt x="2152042" y="541228"/>
                    <a:pt x="2153927" y="538201"/>
                    <a:pt x="2154499" y="537023"/>
                  </a:cubicBezTo>
                  <a:cubicBezTo>
                    <a:pt x="2155071" y="535879"/>
                    <a:pt x="2155643" y="534567"/>
                    <a:pt x="2155643" y="534567"/>
                  </a:cubicBezTo>
                  <a:lnTo>
                    <a:pt x="2154768" y="531372"/>
                  </a:lnTo>
                  <a:lnTo>
                    <a:pt x="2158538" y="526595"/>
                  </a:lnTo>
                  <a:lnTo>
                    <a:pt x="2160692" y="523567"/>
                  </a:lnTo>
                  <a:lnTo>
                    <a:pt x="2162879" y="519497"/>
                  </a:lnTo>
                  <a:lnTo>
                    <a:pt x="2167658" y="516301"/>
                  </a:lnTo>
                  <a:cubicBezTo>
                    <a:pt x="2167658" y="516301"/>
                    <a:pt x="2169678" y="515292"/>
                    <a:pt x="2170552" y="514855"/>
                  </a:cubicBezTo>
                  <a:cubicBezTo>
                    <a:pt x="2171427" y="514417"/>
                    <a:pt x="2171427" y="513845"/>
                    <a:pt x="2172437" y="512096"/>
                  </a:cubicBezTo>
                  <a:cubicBezTo>
                    <a:pt x="2173009" y="511121"/>
                    <a:pt x="2173144" y="510919"/>
                    <a:pt x="2173177" y="510952"/>
                  </a:cubicBezTo>
                  <a:cubicBezTo>
                    <a:pt x="2173278" y="510347"/>
                    <a:pt x="2173750" y="507992"/>
                    <a:pt x="2173750" y="507488"/>
                  </a:cubicBezTo>
                  <a:cubicBezTo>
                    <a:pt x="2173750" y="506916"/>
                    <a:pt x="2174456" y="505604"/>
                    <a:pt x="2174456" y="505604"/>
                  </a:cubicBezTo>
                  <a:cubicBezTo>
                    <a:pt x="2174456" y="505604"/>
                    <a:pt x="2177216" y="504023"/>
                    <a:pt x="2177923" y="503585"/>
                  </a:cubicBezTo>
                  <a:cubicBezTo>
                    <a:pt x="2178663" y="503148"/>
                    <a:pt x="2179504" y="502273"/>
                    <a:pt x="2180682" y="501836"/>
                  </a:cubicBezTo>
                  <a:cubicBezTo>
                    <a:pt x="2181827" y="501399"/>
                    <a:pt x="2183576" y="500961"/>
                    <a:pt x="2183576" y="500961"/>
                  </a:cubicBezTo>
                  <a:lnTo>
                    <a:pt x="2185159" y="499515"/>
                  </a:lnTo>
                  <a:lnTo>
                    <a:pt x="2186471" y="496487"/>
                  </a:lnTo>
                  <a:lnTo>
                    <a:pt x="2186909" y="495175"/>
                  </a:lnTo>
                  <a:lnTo>
                    <a:pt x="2185461" y="491845"/>
                  </a:lnTo>
                  <a:lnTo>
                    <a:pt x="2185596" y="488380"/>
                  </a:lnTo>
                  <a:lnTo>
                    <a:pt x="2187043" y="485184"/>
                  </a:lnTo>
                  <a:lnTo>
                    <a:pt x="2189634" y="482426"/>
                  </a:lnTo>
                  <a:cubicBezTo>
                    <a:pt x="2189634" y="482426"/>
                    <a:pt x="2192394" y="486328"/>
                    <a:pt x="2193404" y="486934"/>
                  </a:cubicBezTo>
                  <a:cubicBezTo>
                    <a:pt x="2194414" y="487506"/>
                    <a:pt x="2195289" y="489524"/>
                    <a:pt x="2195423" y="489961"/>
                  </a:cubicBezTo>
                  <a:cubicBezTo>
                    <a:pt x="2195558" y="490399"/>
                    <a:pt x="2197745" y="491711"/>
                    <a:pt x="2197745" y="491711"/>
                  </a:cubicBezTo>
                  <a:lnTo>
                    <a:pt x="2198183" y="495344"/>
                  </a:lnTo>
                  <a:lnTo>
                    <a:pt x="2197611" y="498405"/>
                  </a:lnTo>
                  <a:lnTo>
                    <a:pt x="2197173" y="499986"/>
                  </a:lnTo>
                  <a:cubicBezTo>
                    <a:pt x="2197173" y="499986"/>
                    <a:pt x="2196870" y="501298"/>
                    <a:pt x="2196736" y="501870"/>
                  </a:cubicBezTo>
                  <a:cubicBezTo>
                    <a:pt x="2196567" y="502442"/>
                    <a:pt x="2197005" y="503451"/>
                    <a:pt x="2197005" y="503451"/>
                  </a:cubicBezTo>
                  <a:cubicBezTo>
                    <a:pt x="2197005" y="503451"/>
                    <a:pt x="2197005" y="506647"/>
                    <a:pt x="2197139" y="507218"/>
                  </a:cubicBezTo>
                  <a:cubicBezTo>
                    <a:pt x="2197274" y="507790"/>
                    <a:pt x="2197443" y="507925"/>
                    <a:pt x="2197712" y="508530"/>
                  </a:cubicBezTo>
                  <a:cubicBezTo>
                    <a:pt x="2197981" y="509102"/>
                    <a:pt x="2199899" y="510851"/>
                    <a:pt x="2200337" y="511423"/>
                  </a:cubicBezTo>
                  <a:cubicBezTo>
                    <a:pt x="2200774" y="511995"/>
                    <a:pt x="2201918" y="513610"/>
                    <a:pt x="2202356" y="514182"/>
                  </a:cubicBezTo>
                  <a:cubicBezTo>
                    <a:pt x="2202794" y="514754"/>
                    <a:pt x="2203938" y="515326"/>
                    <a:pt x="2205250" y="516637"/>
                  </a:cubicBezTo>
                  <a:cubicBezTo>
                    <a:pt x="2206563" y="517949"/>
                    <a:pt x="2206260" y="517075"/>
                    <a:pt x="2207707" y="517344"/>
                  </a:cubicBezTo>
                  <a:cubicBezTo>
                    <a:pt x="2209154" y="517647"/>
                    <a:pt x="2209289" y="518521"/>
                    <a:pt x="2209289" y="518521"/>
                  </a:cubicBezTo>
                  <a:lnTo>
                    <a:pt x="2211173" y="519833"/>
                  </a:lnTo>
                  <a:lnTo>
                    <a:pt x="2211039" y="522861"/>
                  </a:lnTo>
                  <a:lnTo>
                    <a:pt x="2210029" y="524005"/>
                  </a:lnTo>
                  <a:cubicBezTo>
                    <a:pt x="2210029" y="524005"/>
                    <a:pt x="2210029" y="525317"/>
                    <a:pt x="2210164" y="525888"/>
                  </a:cubicBezTo>
                  <a:cubicBezTo>
                    <a:pt x="2210298" y="526460"/>
                    <a:pt x="2210601" y="527032"/>
                    <a:pt x="2211039" y="527907"/>
                  </a:cubicBezTo>
                  <a:cubicBezTo>
                    <a:pt x="2211476" y="528781"/>
                    <a:pt x="2211611" y="530093"/>
                    <a:pt x="2212183" y="530800"/>
                  </a:cubicBezTo>
                  <a:cubicBezTo>
                    <a:pt x="2212755" y="531540"/>
                    <a:pt x="2212890" y="532112"/>
                    <a:pt x="2213765" y="533827"/>
                  </a:cubicBezTo>
                  <a:cubicBezTo>
                    <a:pt x="2214640" y="535577"/>
                    <a:pt x="2214774" y="535408"/>
                    <a:pt x="2215078" y="536283"/>
                  </a:cubicBezTo>
                  <a:cubicBezTo>
                    <a:pt x="2215380" y="537158"/>
                    <a:pt x="2216962" y="537595"/>
                    <a:pt x="2217972" y="537595"/>
                  </a:cubicBezTo>
                  <a:cubicBezTo>
                    <a:pt x="2218981" y="537595"/>
                    <a:pt x="2218678" y="536283"/>
                    <a:pt x="2218678" y="534399"/>
                  </a:cubicBezTo>
                  <a:cubicBezTo>
                    <a:pt x="2218678" y="532515"/>
                    <a:pt x="2218678" y="531506"/>
                    <a:pt x="2218544" y="530497"/>
                  </a:cubicBezTo>
                  <a:cubicBezTo>
                    <a:pt x="2218409" y="529488"/>
                    <a:pt x="2218544" y="526729"/>
                    <a:pt x="2218544" y="526729"/>
                  </a:cubicBezTo>
                  <a:lnTo>
                    <a:pt x="2218981" y="522962"/>
                  </a:lnTo>
                  <a:lnTo>
                    <a:pt x="2217972" y="520203"/>
                  </a:lnTo>
                  <a:lnTo>
                    <a:pt x="2215953" y="516570"/>
                  </a:lnTo>
                  <a:lnTo>
                    <a:pt x="2215818" y="513240"/>
                  </a:lnTo>
                  <a:cubicBezTo>
                    <a:pt x="2215818" y="513240"/>
                    <a:pt x="2218005" y="511928"/>
                    <a:pt x="2218847" y="511491"/>
                  </a:cubicBezTo>
                  <a:cubicBezTo>
                    <a:pt x="2219722" y="511053"/>
                    <a:pt x="2219991" y="508732"/>
                    <a:pt x="2219991" y="508732"/>
                  </a:cubicBezTo>
                  <a:lnTo>
                    <a:pt x="2216659" y="508026"/>
                  </a:lnTo>
                  <a:cubicBezTo>
                    <a:pt x="2216659" y="508026"/>
                    <a:pt x="2215347" y="506445"/>
                    <a:pt x="2215044" y="505267"/>
                  </a:cubicBezTo>
                  <a:cubicBezTo>
                    <a:pt x="2214774" y="504124"/>
                    <a:pt x="2214034" y="501634"/>
                    <a:pt x="2213899" y="500760"/>
                  </a:cubicBezTo>
                  <a:cubicBezTo>
                    <a:pt x="2213765" y="499885"/>
                    <a:pt x="2212318" y="497867"/>
                    <a:pt x="2212318" y="497867"/>
                  </a:cubicBezTo>
                  <a:cubicBezTo>
                    <a:pt x="2212318" y="497867"/>
                    <a:pt x="2212587" y="493090"/>
                    <a:pt x="2212587" y="490466"/>
                  </a:cubicBezTo>
                  <a:cubicBezTo>
                    <a:pt x="2212587" y="487842"/>
                    <a:pt x="2213024" y="488279"/>
                    <a:pt x="2213024" y="488279"/>
                  </a:cubicBezTo>
                  <a:lnTo>
                    <a:pt x="2212721" y="485252"/>
                  </a:lnTo>
                  <a:lnTo>
                    <a:pt x="2212284" y="482628"/>
                  </a:lnTo>
                  <a:lnTo>
                    <a:pt x="2212419" y="480744"/>
                  </a:lnTo>
                  <a:lnTo>
                    <a:pt x="2215313" y="476842"/>
                  </a:lnTo>
                  <a:cubicBezTo>
                    <a:pt x="2215313" y="476842"/>
                    <a:pt x="2217332" y="475967"/>
                    <a:pt x="2217501" y="475530"/>
                  </a:cubicBezTo>
                  <a:cubicBezTo>
                    <a:pt x="2217635" y="475093"/>
                    <a:pt x="2218376" y="468129"/>
                    <a:pt x="2218376" y="468129"/>
                  </a:cubicBezTo>
                  <a:lnTo>
                    <a:pt x="2217198" y="462040"/>
                  </a:lnTo>
                  <a:lnTo>
                    <a:pt x="2216323" y="457398"/>
                  </a:lnTo>
                  <a:lnTo>
                    <a:pt x="2216625" y="453193"/>
                  </a:lnTo>
                  <a:cubicBezTo>
                    <a:pt x="2216625" y="453193"/>
                    <a:pt x="2217198" y="448282"/>
                    <a:pt x="2217198" y="447676"/>
                  </a:cubicBezTo>
                  <a:cubicBezTo>
                    <a:pt x="2217198" y="447104"/>
                    <a:pt x="2217635" y="445221"/>
                    <a:pt x="2217635" y="445221"/>
                  </a:cubicBezTo>
                  <a:cubicBezTo>
                    <a:pt x="2217635" y="445221"/>
                    <a:pt x="2219385" y="443034"/>
                    <a:pt x="2219654" y="442630"/>
                  </a:cubicBezTo>
                  <a:cubicBezTo>
                    <a:pt x="2219957" y="442193"/>
                    <a:pt x="2221842" y="440746"/>
                    <a:pt x="2222986" y="440309"/>
                  </a:cubicBezTo>
                  <a:cubicBezTo>
                    <a:pt x="2224130" y="439872"/>
                    <a:pt x="2223558" y="439300"/>
                    <a:pt x="2223558" y="439300"/>
                  </a:cubicBezTo>
                  <a:lnTo>
                    <a:pt x="2224299" y="436104"/>
                  </a:lnTo>
                  <a:lnTo>
                    <a:pt x="2225443" y="433077"/>
                  </a:lnTo>
                  <a:lnTo>
                    <a:pt x="2226318" y="429612"/>
                  </a:lnTo>
                  <a:lnTo>
                    <a:pt x="2225005" y="426281"/>
                  </a:lnTo>
                  <a:lnTo>
                    <a:pt x="2222414" y="423086"/>
                  </a:lnTo>
                  <a:cubicBezTo>
                    <a:pt x="2222414" y="423086"/>
                    <a:pt x="2221976" y="420462"/>
                    <a:pt x="2222414" y="419621"/>
                  </a:cubicBezTo>
                  <a:cubicBezTo>
                    <a:pt x="2222852" y="418746"/>
                    <a:pt x="2223558" y="413969"/>
                    <a:pt x="2223996" y="413667"/>
                  </a:cubicBezTo>
                  <a:cubicBezTo>
                    <a:pt x="2224433" y="413364"/>
                    <a:pt x="2227462" y="411211"/>
                    <a:pt x="2228909" y="410336"/>
                  </a:cubicBezTo>
                  <a:cubicBezTo>
                    <a:pt x="2230356" y="409462"/>
                    <a:pt x="2232813" y="409024"/>
                    <a:pt x="2233419" y="409024"/>
                  </a:cubicBezTo>
                  <a:cubicBezTo>
                    <a:pt x="2233991" y="409024"/>
                    <a:pt x="2236448" y="409462"/>
                    <a:pt x="2237491" y="409462"/>
                  </a:cubicBezTo>
                  <a:cubicBezTo>
                    <a:pt x="2238501" y="409462"/>
                    <a:pt x="2239948" y="411345"/>
                    <a:pt x="2241126" y="412220"/>
                  </a:cubicBezTo>
                  <a:cubicBezTo>
                    <a:pt x="2242270" y="413095"/>
                    <a:pt x="2245030" y="414541"/>
                    <a:pt x="2245467" y="414541"/>
                  </a:cubicBezTo>
                  <a:cubicBezTo>
                    <a:pt x="2245905" y="414541"/>
                    <a:pt x="2249237" y="413969"/>
                    <a:pt x="2249237" y="413969"/>
                  </a:cubicBezTo>
                  <a:lnTo>
                    <a:pt x="2252266" y="411076"/>
                  </a:lnTo>
                  <a:lnTo>
                    <a:pt x="2255025" y="405290"/>
                  </a:lnTo>
                  <a:lnTo>
                    <a:pt x="2257482" y="399639"/>
                  </a:lnTo>
                  <a:cubicBezTo>
                    <a:pt x="2257482" y="399639"/>
                    <a:pt x="2255160" y="394727"/>
                    <a:pt x="2255160" y="394122"/>
                  </a:cubicBezTo>
                  <a:cubicBezTo>
                    <a:pt x="2255160" y="393550"/>
                    <a:pt x="2255597" y="390489"/>
                    <a:pt x="2255597" y="390489"/>
                  </a:cubicBezTo>
                  <a:lnTo>
                    <a:pt x="2256035" y="386721"/>
                  </a:lnTo>
                  <a:lnTo>
                    <a:pt x="2256170" y="383694"/>
                  </a:lnTo>
                  <a:lnTo>
                    <a:pt x="2254420" y="381103"/>
                  </a:lnTo>
                  <a:lnTo>
                    <a:pt x="2252973" y="377908"/>
                  </a:lnTo>
                  <a:lnTo>
                    <a:pt x="2254285" y="375889"/>
                  </a:lnTo>
                  <a:lnTo>
                    <a:pt x="2253847" y="374746"/>
                  </a:lnTo>
                  <a:lnTo>
                    <a:pt x="2252266" y="371415"/>
                  </a:lnTo>
                  <a:lnTo>
                    <a:pt x="2247487" y="367076"/>
                  </a:lnTo>
                  <a:lnTo>
                    <a:pt x="2244289" y="363308"/>
                  </a:lnTo>
                  <a:lnTo>
                    <a:pt x="2242405" y="358800"/>
                  </a:lnTo>
                  <a:lnTo>
                    <a:pt x="2243280" y="356345"/>
                  </a:lnTo>
                  <a:lnTo>
                    <a:pt x="2245467" y="354764"/>
                  </a:lnTo>
                  <a:lnTo>
                    <a:pt x="2248227" y="350996"/>
                  </a:lnTo>
                  <a:lnTo>
                    <a:pt x="2248362" y="348237"/>
                  </a:lnTo>
                  <a:lnTo>
                    <a:pt x="2245905" y="343898"/>
                  </a:lnTo>
                  <a:lnTo>
                    <a:pt x="2245333" y="339390"/>
                  </a:lnTo>
                  <a:cubicBezTo>
                    <a:pt x="2245333" y="339390"/>
                    <a:pt x="2243011" y="332730"/>
                    <a:pt x="2242741" y="331149"/>
                  </a:cubicBezTo>
                  <a:cubicBezTo>
                    <a:pt x="2242439" y="329567"/>
                    <a:pt x="2242741" y="327818"/>
                    <a:pt x="2242876" y="326641"/>
                  </a:cubicBezTo>
                  <a:cubicBezTo>
                    <a:pt x="2243011" y="325497"/>
                    <a:pt x="2243617" y="323445"/>
                    <a:pt x="2244188" y="322167"/>
                  </a:cubicBezTo>
                  <a:cubicBezTo>
                    <a:pt x="2244761" y="320855"/>
                    <a:pt x="2245501" y="319711"/>
                    <a:pt x="2245636" y="319274"/>
                  </a:cubicBezTo>
                  <a:cubicBezTo>
                    <a:pt x="2245770" y="318836"/>
                    <a:pt x="2247655" y="315506"/>
                    <a:pt x="2248227" y="315069"/>
                  </a:cubicBezTo>
                  <a:cubicBezTo>
                    <a:pt x="2248799" y="314632"/>
                    <a:pt x="2247520" y="311873"/>
                    <a:pt x="2247520" y="311873"/>
                  </a:cubicBezTo>
                  <a:lnTo>
                    <a:pt x="2246948" y="307399"/>
                  </a:lnTo>
                  <a:lnTo>
                    <a:pt x="2248092" y="303631"/>
                  </a:lnTo>
                  <a:cubicBezTo>
                    <a:pt x="2248092" y="303631"/>
                    <a:pt x="2250112" y="302050"/>
                    <a:pt x="2250987" y="301310"/>
                  </a:cubicBezTo>
                  <a:cubicBezTo>
                    <a:pt x="2251862" y="300570"/>
                    <a:pt x="2253881" y="298417"/>
                    <a:pt x="2254016" y="297845"/>
                  </a:cubicBezTo>
                  <a:cubicBezTo>
                    <a:pt x="2254150" y="297273"/>
                    <a:pt x="2256641" y="291319"/>
                    <a:pt x="2256910" y="290478"/>
                  </a:cubicBezTo>
                  <a:cubicBezTo>
                    <a:pt x="2257213" y="289604"/>
                    <a:pt x="2257650" y="288594"/>
                    <a:pt x="2257650" y="288594"/>
                  </a:cubicBezTo>
                  <a:cubicBezTo>
                    <a:pt x="2257650" y="288594"/>
                    <a:pt x="2258223" y="284255"/>
                    <a:pt x="2258525" y="282808"/>
                  </a:cubicBezTo>
                  <a:cubicBezTo>
                    <a:pt x="2258828" y="281362"/>
                    <a:pt x="2259704" y="277729"/>
                    <a:pt x="2259973" y="276417"/>
                  </a:cubicBezTo>
                  <a:cubicBezTo>
                    <a:pt x="2260275" y="275105"/>
                    <a:pt x="2259973" y="272952"/>
                    <a:pt x="2259838" y="272515"/>
                  </a:cubicBezTo>
                  <a:cubicBezTo>
                    <a:pt x="2259704" y="272077"/>
                    <a:pt x="2260578" y="267435"/>
                    <a:pt x="2260578" y="267435"/>
                  </a:cubicBezTo>
                  <a:cubicBezTo>
                    <a:pt x="2260578" y="267435"/>
                    <a:pt x="2263607" y="267301"/>
                    <a:pt x="2264920" y="266729"/>
                  </a:cubicBezTo>
                  <a:cubicBezTo>
                    <a:pt x="2266232" y="266157"/>
                    <a:pt x="2266367" y="266157"/>
                    <a:pt x="2267242" y="265854"/>
                  </a:cubicBezTo>
                  <a:cubicBezTo>
                    <a:pt x="2268117" y="265551"/>
                    <a:pt x="2272593" y="262961"/>
                    <a:pt x="2272593" y="262961"/>
                  </a:cubicBezTo>
                  <a:cubicBezTo>
                    <a:pt x="2272593" y="262961"/>
                    <a:pt x="2274781" y="260068"/>
                    <a:pt x="2275218" y="259496"/>
                  </a:cubicBezTo>
                  <a:cubicBezTo>
                    <a:pt x="2275656" y="258924"/>
                    <a:pt x="2278112" y="255426"/>
                    <a:pt x="2278112" y="255426"/>
                  </a:cubicBezTo>
                  <a:lnTo>
                    <a:pt x="2278415" y="248328"/>
                  </a:lnTo>
                  <a:lnTo>
                    <a:pt x="2277540" y="243416"/>
                  </a:lnTo>
                  <a:cubicBezTo>
                    <a:pt x="2277540" y="243416"/>
                    <a:pt x="2277237" y="241970"/>
                    <a:pt x="2276968" y="241398"/>
                  </a:cubicBezTo>
                  <a:cubicBezTo>
                    <a:pt x="2276699" y="240826"/>
                    <a:pt x="2275824" y="239380"/>
                    <a:pt x="2275824" y="238808"/>
                  </a:cubicBezTo>
                  <a:cubicBezTo>
                    <a:pt x="2275824" y="238236"/>
                    <a:pt x="2273502" y="235477"/>
                    <a:pt x="2273232" y="235040"/>
                  </a:cubicBezTo>
                  <a:cubicBezTo>
                    <a:pt x="2272963" y="234603"/>
                    <a:pt x="2271348" y="231844"/>
                    <a:pt x="2271348" y="231272"/>
                  </a:cubicBezTo>
                  <a:cubicBezTo>
                    <a:pt x="2271348" y="230701"/>
                    <a:pt x="2271651" y="229086"/>
                    <a:pt x="2272660" y="228817"/>
                  </a:cubicBezTo>
                  <a:cubicBezTo>
                    <a:pt x="2273670" y="228514"/>
                    <a:pt x="2274982" y="228379"/>
                    <a:pt x="2277742" y="226933"/>
                  </a:cubicBezTo>
                  <a:cubicBezTo>
                    <a:pt x="2280502" y="225486"/>
                    <a:pt x="2278045" y="225352"/>
                    <a:pt x="2278045" y="225352"/>
                  </a:cubicBezTo>
                  <a:cubicBezTo>
                    <a:pt x="2278045" y="225352"/>
                    <a:pt x="2279189" y="223031"/>
                    <a:pt x="2279627" y="222593"/>
                  </a:cubicBezTo>
                  <a:cubicBezTo>
                    <a:pt x="2280064" y="222156"/>
                    <a:pt x="2281512" y="221853"/>
                    <a:pt x="2282252" y="221584"/>
                  </a:cubicBezTo>
                  <a:cubicBezTo>
                    <a:pt x="2282959" y="221282"/>
                    <a:pt x="2284002" y="220710"/>
                    <a:pt x="2284574" y="220272"/>
                  </a:cubicBezTo>
                  <a:cubicBezTo>
                    <a:pt x="2285146" y="219835"/>
                    <a:pt x="2286896" y="218254"/>
                    <a:pt x="2286896" y="218254"/>
                  </a:cubicBezTo>
                  <a:cubicBezTo>
                    <a:pt x="2286896" y="218254"/>
                    <a:pt x="2287771" y="216505"/>
                    <a:pt x="2288646" y="216067"/>
                  </a:cubicBezTo>
                  <a:cubicBezTo>
                    <a:pt x="2289521" y="215630"/>
                    <a:pt x="2290396" y="214486"/>
                    <a:pt x="2290531" y="213174"/>
                  </a:cubicBezTo>
                  <a:cubicBezTo>
                    <a:pt x="2290666" y="211862"/>
                    <a:pt x="2290228" y="210719"/>
                    <a:pt x="2290228" y="210147"/>
                  </a:cubicBezTo>
                  <a:cubicBezTo>
                    <a:pt x="2290228" y="209575"/>
                    <a:pt x="2289084" y="208263"/>
                    <a:pt x="2288478" y="207691"/>
                  </a:cubicBezTo>
                  <a:cubicBezTo>
                    <a:pt x="2287906" y="207119"/>
                    <a:pt x="2287603" y="205538"/>
                    <a:pt x="2287738" y="204798"/>
                  </a:cubicBezTo>
                  <a:cubicBezTo>
                    <a:pt x="2287872" y="204058"/>
                    <a:pt x="2288310" y="201905"/>
                    <a:pt x="2288310" y="201905"/>
                  </a:cubicBezTo>
                  <a:cubicBezTo>
                    <a:pt x="2288310" y="201905"/>
                    <a:pt x="2289454" y="200761"/>
                    <a:pt x="2289622" y="199719"/>
                  </a:cubicBezTo>
                  <a:cubicBezTo>
                    <a:pt x="2289757" y="198709"/>
                    <a:pt x="2289622" y="197969"/>
                    <a:pt x="2289622" y="196826"/>
                  </a:cubicBezTo>
                  <a:cubicBezTo>
                    <a:pt x="2289622" y="195682"/>
                    <a:pt x="2288040" y="195682"/>
                    <a:pt x="2287738" y="194807"/>
                  </a:cubicBezTo>
                  <a:cubicBezTo>
                    <a:pt x="2287435" y="193933"/>
                    <a:pt x="2286425" y="193058"/>
                    <a:pt x="2285988" y="193226"/>
                  </a:cubicBezTo>
                  <a:cubicBezTo>
                    <a:pt x="2285550" y="193361"/>
                    <a:pt x="2283968" y="193529"/>
                    <a:pt x="2283968" y="193529"/>
                  </a:cubicBezTo>
                  <a:cubicBezTo>
                    <a:pt x="2283968" y="193529"/>
                    <a:pt x="2282083" y="193966"/>
                    <a:pt x="2281646" y="194101"/>
                  </a:cubicBezTo>
                  <a:cubicBezTo>
                    <a:pt x="2281208" y="194235"/>
                    <a:pt x="2278752" y="194673"/>
                    <a:pt x="2278180" y="194673"/>
                  </a:cubicBezTo>
                  <a:cubicBezTo>
                    <a:pt x="2277608" y="194673"/>
                    <a:pt x="2277035" y="194101"/>
                    <a:pt x="2276733" y="192654"/>
                  </a:cubicBezTo>
                  <a:cubicBezTo>
                    <a:pt x="2276430" y="191208"/>
                    <a:pt x="2276160" y="190064"/>
                    <a:pt x="2275992" y="189627"/>
                  </a:cubicBezTo>
                  <a:cubicBezTo>
                    <a:pt x="2275857" y="189189"/>
                    <a:pt x="2275555" y="188483"/>
                    <a:pt x="2273536" y="186734"/>
                  </a:cubicBezTo>
                  <a:cubicBezTo>
                    <a:pt x="2271516" y="184984"/>
                    <a:pt x="2271651" y="186162"/>
                    <a:pt x="2270338" y="186162"/>
                  </a:cubicBezTo>
                  <a:cubicBezTo>
                    <a:pt x="2269025" y="186162"/>
                    <a:pt x="2268588" y="186162"/>
                    <a:pt x="2268150" y="186027"/>
                  </a:cubicBezTo>
                  <a:cubicBezTo>
                    <a:pt x="2267713" y="185893"/>
                    <a:pt x="2267006" y="185287"/>
                    <a:pt x="2266401" y="184009"/>
                  </a:cubicBezTo>
                  <a:cubicBezTo>
                    <a:pt x="2265828" y="182697"/>
                    <a:pt x="2266704" y="181822"/>
                    <a:pt x="2266704" y="181822"/>
                  </a:cubicBezTo>
                  <a:lnTo>
                    <a:pt x="2266704" y="178626"/>
                  </a:lnTo>
                  <a:lnTo>
                    <a:pt x="2265324" y="177045"/>
                  </a:lnTo>
                  <a:lnTo>
                    <a:pt x="2263237" y="174018"/>
                  </a:lnTo>
                  <a:lnTo>
                    <a:pt x="2259468" y="168938"/>
                  </a:lnTo>
                  <a:lnTo>
                    <a:pt x="2255564" y="167492"/>
                  </a:lnTo>
                  <a:lnTo>
                    <a:pt x="2252232" y="166348"/>
                  </a:lnTo>
                  <a:lnTo>
                    <a:pt x="2249338" y="163320"/>
                  </a:lnTo>
                  <a:lnTo>
                    <a:pt x="2248766" y="159250"/>
                  </a:lnTo>
                  <a:cubicBezTo>
                    <a:pt x="2248766" y="159250"/>
                    <a:pt x="2247621" y="158375"/>
                    <a:pt x="2247184" y="157938"/>
                  </a:cubicBezTo>
                  <a:cubicBezTo>
                    <a:pt x="2246746" y="157501"/>
                    <a:pt x="2244155" y="155617"/>
                    <a:pt x="2244155" y="155617"/>
                  </a:cubicBezTo>
                  <a:cubicBezTo>
                    <a:pt x="2244155" y="155617"/>
                    <a:pt x="2244155" y="155617"/>
                    <a:pt x="2243414" y="154877"/>
                  </a:cubicBezTo>
                  <a:cubicBezTo>
                    <a:pt x="2242708" y="154170"/>
                    <a:pt x="2242102" y="152287"/>
                    <a:pt x="2242102" y="152287"/>
                  </a:cubicBezTo>
                  <a:cubicBezTo>
                    <a:pt x="2242102" y="152287"/>
                    <a:pt x="2240655" y="150706"/>
                    <a:pt x="2240352" y="150268"/>
                  </a:cubicBezTo>
                  <a:cubicBezTo>
                    <a:pt x="2240083" y="149831"/>
                    <a:pt x="2238905" y="149259"/>
                    <a:pt x="2238333" y="149125"/>
                  </a:cubicBezTo>
                  <a:cubicBezTo>
                    <a:pt x="2237761" y="148990"/>
                    <a:pt x="2235573" y="147813"/>
                    <a:pt x="2235136" y="147543"/>
                  </a:cubicBezTo>
                  <a:cubicBezTo>
                    <a:pt x="2234698" y="147241"/>
                    <a:pt x="2232679" y="145794"/>
                    <a:pt x="2232679" y="145794"/>
                  </a:cubicBezTo>
                  <a:lnTo>
                    <a:pt x="2229347" y="143910"/>
                  </a:lnTo>
                  <a:lnTo>
                    <a:pt x="2224130" y="142733"/>
                  </a:lnTo>
                  <a:lnTo>
                    <a:pt x="2222986" y="142733"/>
                  </a:lnTo>
                  <a:lnTo>
                    <a:pt x="2220530" y="144112"/>
                  </a:lnTo>
                  <a:lnTo>
                    <a:pt x="2217198" y="145491"/>
                  </a:lnTo>
                  <a:cubicBezTo>
                    <a:pt x="2217198" y="145491"/>
                    <a:pt x="2215144" y="144482"/>
                    <a:pt x="2215144" y="143910"/>
                  </a:cubicBezTo>
                  <a:cubicBezTo>
                    <a:pt x="2215144" y="143338"/>
                    <a:pt x="2215448" y="141455"/>
                    <a:pt x="2215717" y="140715"/>
                  </a:cubicBezTo>
                  <a:cubicBezTo>
                    <a:pt x="2215986" y="139975"/>
                    <a:pt x="2216289" y="137687"/>
                    <a:pt x="2216154" y="137250"/>
                  </a:cubicBezTo>
                  <a:cubicBezTo>
                    <a:pt x="2216020" y="136812"/>
                    <a:pt x="2213125" y="135231"/>
                    <a:pt x="2213125" y="135231"/>
                  </a:cubicBezTo>
                  <a:cubicBezTo>
                    <a:pt x="2213125" y="135231"/>
                    <a:pt x="2210534" y="135097"/>
                    <a:pt x="2209491" y="135097"/>
                  </a:cubicBezTo>
                  <a:cubicBezTo>
                    <a:pt x="2208481" y="135097"/>
                    <a:pt x="2208481" y="136106"/>
                    <a:pt x="2208347" y="136543"/>
                  </a:cubicBezTo>
                  <a:cubicBezTo>
                    <a:pt x="2208212" y="136981"/>
                    <a:pt x="2208616" y="138427"/>
                    <a:pt x="2208784" y="138864"/>
                  </a:cubicBezTo>
                  <a:cubicBezTo>
                    <a:pt x="2208918" y="139302"/>
                    <a:pt x="2210231" y="140883"/>
                    <a:pt x="2210231" y="140883"/>
                  </a:cubicBezTo>
                  <a:cubicBezTo>
                    <a:pt x="2210231" y="140883"/>
                    <a:pt x="2209659" y="142901"/>
                    <a:pt x="2209524" y="143507"/>
                  </a:cubicBezTo>
                  <a:cubicBezTo>
                    <a:pt x="2209390" y="144079"/>
                    <a:pt x="2209524" y="146400"/>
                    <a:pt x="2209524" y="148149"/>
                  </a:cubicBezTo>
                  <a:cubicBezTo>
                    <a:pt x="2209524" y="149898"/>
                    <a:pt x="2209222" y="149024"/>
                    <a:pt x="2208784" y="150033"/>
                  </a:cubicBezTo>
                  <a:cubicBezTo>
                    <a:pt x="2208347" y="151042"/>
                    <a:pt x="2208515" y="152791"/>
                    <a:pt x="2208515" y="153363"/>
                  </a:cubicBezTo>
                  <a:cubicBezTo>
                    <a:pt x="2208515" y="153935"/>
                    <a:pt x="2209390" y="154070"/>
                    <a:pt x="2209390" y="154070"/>
                  </a:cubicBezTo>
                  <a:cubicBezTo>
                    <a:pt x="2209390" y="154070"/>
                    <a:pt x="2209390" y="156391"/>
                    <a:pt x="2209390" y="158274"/>
                  </a:cubicBezTo>
                  <a:cubicBezTo>
                    <a:pt x="2209390" y="160158"/>
                    <a:pt x="2208010" y="160293"/>
                    <a:pt x="2206866" y="160596"/>
                  </a:cubicBezTo>
                  <a:cubicBezTo>
                    <a:pt x="2205721" y="160898"/>
                    <a:pt x="2205351" y="159015"/>
                    <a:pt x="2204611" y="158005"/>
                  </a:cubicBezTo>
                  <a:cubicBezTo>
                    <a:pt x="2203904" y="156996"/>
                    <a:pt x="2200707" y="157871"/>
                    <a:pt x="2200269" y="158005"/>
                  </a:cubicBezTo>
                  <a:cubicBezTo>
                    <a:pt x="2199832" y="158140"/>
                    <a:pt x="2198688" y="160024"/>
                    <a:pt x="2198688" y="160024"/>
                  </a:cubicBezTo>
                  <a:lnTo>
                    <a:pt x="2201716" y="165238"/>
                  </a:lnTo>
                  <a:lnTo>
                    <a:pt x="2198957" y="170317"/>
                  </a:lnTo>
                  <a:lnTo>
                    <a:pt x="2190846" y="173782"/>
                  </a:lnTo>
                  <a:lnTo>
                    <a:pt x="2188389" y="176675"/>
                  </a:lnTo>
                  <a:cubicBezTo>
                    <a:pt x="2188389" y="176675"/>
                    <a:pt x="2188221" y="177550"/>
                    <a:pt x="2188154" y="179097"/>
                  </a:cubicBezTo>
                  <a:cubicBezTo>
                    <a:pt x="2188120" y="179636"/>
                    <a:pt x="2188086" y="180308"/>
                    <a:pt x="2188086" y="181015"/>
                  </a:cubicBezTo>
                  <a:cubicBezTo>
                    <a:pt x="2188086" y="183773"/>
                    <a:pt x="2186909" y="183336"/>
                    <a:pt x="2186336" y="183773"/>
                  </a:cubicBezTo>
                  <a:cubicBezTo>
                    <a:pt x="2185764" y="184211"/>
                    <a:pt x="2184149" y="183067"/>
                    <a:pt x="2183307" y="182461"/>
                  </a:cubicBezTo>
                  <a:cubicBezTo>
                    <a:pt x="2182432" y="181890"/>
                    <a:pt x="2180851" y="180578"/>
                    <a:pt x="2180548" y="180140"/>
                  </a:cubicBezTo>
                  <a:cubicBezTo>
                    <a:pt x="2180245" y="179703"/>
                    <a:pt x="2177788" y="178122"/>
                    <a:pt x="2177788" y="178122"/>
                  </a:cubicBezTo>
                  <a:cubicBezTo>
                    <a:pt x="2177788" y="178122"/>
                    <a:pt x="2174726" y="176675"/>
                    <a:pt x="2173581" y="176675"/>
                  </a:cubicBezTo>
                  <a:cubicBezTo>
                    <a:pt x="2172403" y="176675"/>
                    <a:pt x="2170552" y="176978"/>
                    <a:pt x="2170552" y="176978"/>
                  </a:cubicBezTo>
                  <a:lnTo>
                    <a:pt x="2169374" y="181890"/>
                  </a:lnTo>
                  <a:lnTo>
                    <a:pt x="2169374" y="183471"/>
                  </a:lnTo>
                  <a:lnTo>
                    <a:pt x="2166345" y="189694"/>
                  </a:lnTo>
                  <a:lnTo>
                    <a:pt x="2164326" y="187676"/>
                  </a:lnTo>
                  <a:cubicBezTo>
                    <a:pt x="2164326" y="187676"/>
                    <a:pt x="2162139" y="189997"/>
                    <a:pt x="2161432" y="190266"/>
                  </a:cubicBezTo>
                  <a:cubicBezTo>
                    <a:pt x="2160692" y="190569"/>
                    <a:pt x="2159547" y="190703"/>
                    <a:pt x="2159547" y="190703"/>
                  </a:cubicBezTo>
                  <a:lnTo>
                    <a:pt x="2155475" y="190131"/>
                  </a:lnTo>
                  <a:lnTo>
                    <a:pt x="2155744" y="188113"/>
                  </a:lnTo>
                  <a:lnTo>
                    <a:pt x="2156047" y="186229"/>
                  </a:lnTo>
                  <a:cubicBezTo>
                    <a:pt x="2156047" y="186229"/>
                    <a:pt x="2149821" y="185489"/>
                    <a:pt x="2149249" y="185489"/>
                  </a:cubicBezTo>
                  <a:cubicBezTo>
                    <a:pt x="2148677" y="185489"/>
                    <a:pt x="2145614" y="186633"/>
                    <a:pt x="2145614" y="186633"/>
                  </a:cubicBezTo>
                  <a:cubicBezTo>
                    <a:pt x="2145614" y="186633"/>
                    <a:pt x="2145042" y="188214"/>
                    <a:pt x="2144739" y="188651"/>
                  </a:cubicBezTo>
                  <a:cubicBezTo>
                    <a:pt x="2144437" y="189088"/>
                    <a:pt x="2144167" y="190669"/>
                    <a:pt x="2144167" y="191847"/>
                  </a:cubicBezTo>
                  <a:cubicBezTo>
                    <a:pt x="2144167" y="192991"/>
                    <a:pt x="2142855" y="193596"/>
                    <a:pt x="2142283" y="194471"/>
                  </a:cubicBezTo>
                  <a:cubicBezTo>
                    <a:pt x="2141710" y="195345"/>
                    <a:pt x="2139254" y="194908"/>
                    <a:pt x="2138076" y="194605"/>
                  </a:cubicBezTo>
                  <a:cubicBezTo>
                    <a:pt x="2136931" y="194303"/>
                    <a:pt x="2137201" y="192284"/>
                    <a:pt x="2136898" y="191712"/>
                  </a:cubicBezTo>
                  <a:cubicBezTo>
                    <a:pt x="2136628" y="191140"/>
                    <a:pt x="2133566" y="191712"/>
                    <a:pt x="2132826" y="191712"/>
                  </a:cubicBezTo>
                  <a:cubicBezTo>
                    <a:pt x="2132119" y="191712"/>
                    <a:pt x="2130369" y="190838"/>
                    <a:pt x="2130369" y="190838"/>
                  </a:cubicBezTo>
                  <a:lnTo>
                    <a:pt x="2123705" y="190131"/>
                  </a:lnTo>
                  <a:lnTo>
                    <a:pt x="2120239" y="189559"/>
                  </a:lnTo>
                  <a:lnTo>
                    <a:pt x="2116032" y="187104"/>
                  </a:lnTo>
                  <a:lnTo>
                    <a:pt x="2111825" y="183773"/>
                  </a:lnTo>
                  <a:cubicBezTo>
                    <a:pt x="2111825" y="183773"/>
                    <a:pt x="2109234" y="180140"/>
                    <a:pt x="2108493" y="179871"/>
                  </a:cubicBezTo>
                  <a:cubicBezTo>
                    <a:pt x="2107787" y="179568"/>
                    <a:pt x="2106171" y="180578"/>
                    <a:pt x="2106171" y="180578"/>
                  </a:cubicBezTo>
                  <a:cubicBezTo>
                    <a:pt x="2106171" y="180578"/>
                    <a:pt x="2106171" y="184783"/>
                    <a:pt x="2106608" y="185085"/>
                  </a:cubicBezTo>
                  <a:cubicBezTo>
                    <a:pt x="2107046" y="185388"/>
                    <a:pt x="2107349" y="188281"/>
                    <a:pt x="2107349" y="188281"/>
                  </a:cubicBezTo>
                  <a:lnTo>
                    <a:pt x="2102873" y="190165"/>
                  </a:lnTo>
                  <a:lnTo>
                    <a:pt x="2101560" y="193495"/>
                  </a:lnTo>
                  <a:lnTo>
                    <a:pt x="2098363" y="197263"/>
                  </a:lnTo>
                  <a:lnTo>
                    <a:pt x="2092844" y="200728"/>
                  </a:lnTo>
                  <a:cubicBezTo>
                    <a:pt x="2092844" y="200728"/>
                    <a:pt x="2091700" y="203049"/>
                    <a:pt x="2091531" y="203486"/>
                  </a:cubicBezTo>
                  <a:cubicBezTo>
                    <a:pt x="2091397" y="203923"/>
                    <a:pt x="2085002" y="209138"/>
                    <a:pt x="2085002" y="209138"/>
                  </a:cubicBezTo>
                  <a:lnTo>
                    <a:pt x="2082815" y="205673"/>
                  </a:lnTo>
                  <a:lnTo>
                    <a:pt x="2078473" y="201771"/>
                  </a:lnTo>
                  <a:lnTo>
                    <a:pt x="2074670" y="202141"/>
                  </a:lnTo>
                  <a:cubicBezTo>
                    <a:pt x="2074670" y="202141"/>
                    <a:pt x="2069555" y="204731"/>
                    <a:pt x="2068579" y="204865"/>
                  </a:cubicBezTo>
                  <a:cubicBezTo>
                    <a:pt x="2067603" y="204966"/>
                    <a:pt x="2068579" y="199988"/>
                    <a:pt x="2068579" y="199988"/>
                  </a:cubicBezTo>
                  <a:cubicBezTo>
                    <a:pt x="2068579" y="199988"/>
                    <a:pt x="2063901" y="200862"/>
                    <a:pt x="2063026" y="200425"/>
                  </a:cubicBezTo>
                  <a:cubicBezTo>
                    <a:pt x="2062151" y="199988"/>
                    <a:pt x="2063026" y="198575"/>
                    <a:pt x="2063026" y="198575"/>
                  </a:cubicBezTo>
                  <a:cubicBezTo>
                    <a:pt x="2063026" y="198575"/>
                    <a:pt x="2061175" y="195413"/>
                    <a:pt x="2060300" y="195211"/>
                  </a:cubicBezTo>
                  <a:cubicBezTo>
                    <a:pt x="2059425" y="195009"/>
                    <a:pt x="2059559" y="195211"/>
                    <a:pt x="2059088" y="195211"/>
                  </a:cubicBezTo>
                  <a:cubicBezTo>
                    <a:pt x="2058651" y="195211"/>
                    <a:pt x="2053872" y="194235"/>
                    <a:pt x="2053232" y="194000"/>
                  </a:cubicBezTo>
                  <a:cubicBezTo>
                    <a:pt x="2052593" y="193798"/>
                    <a:pt x="2052795" y="192385"/>
                    <a:pt x="2052795" y="192385"/>
                  </a:cubicBezTo>
                  <a:cubicBezTo>
                    <a:pt x="2052795" y="192385"/>
                    <a:pt x="2052795" y="187070"/>
                    <a:pt x="2052795" y="186734"/>
                  </a:cubicBezTo>
                  <a:cubicBezTo>
                    <a:pt x="2052795" y="186397"/>
                    <a:pt x="2053939" y="181755"/>
                    <a:pt x="2053939" y="181755"/>
                  </a:cubicBezTo>
                  <a:lnTo>
                    <a:pt x="2053468" y="171865"/>
                  </a:lnTo>
                  <a:cubicBezTo>
                    <a:pt x="2053468" y="171865"/>
                    <a:pt x="2050843" y="169577"/>
                    <a:pt x="2050439" y="169376"/>
                  </a:cubicBezTo>
                  <a:cubicBezTo>
                    <a:pt x="2050002" y="169174"/>
                    <a:pt x="2046098" y="163926"/>
                    <a:pt x="2046098" y="163926"/>
                  </a:cubicBezTo>
                  <a:lnTo>
                    <a:pt x="2046199" y="161302"/>
                  </a:lnTo>
                  <a:cubicBezTo>
                    <a:pt x="2046199" y="161302"/>
                    <a:pt x="2044011" y="159351"/>
                    <a:pt x="2043708" y="159351"/>
                  </a:cubicBezTo>
                  <a:cubicBezTo>
                    <a:pt x="2043405" y="159351"/>
                    <a:pt x="2040242" y="156424"/>
                    <a:pt x="2040242" y="156424"/>
                  </a:cubicBezTo>
                  <a:lnTo>
                    <a:pt x="2037852" y="153262"/>
                  </a:lnTo>
                  <a:lnTo>
                    <a:pt x="2037516" y="148822"/>
                  </a:lnTo>
                  <a:lnTo>
                    <a:pt x="2037852" y="146534"/>
                  </a:lnTo>
                  <a:lnTo>
                    <a:pt x="2036439" y="143507"/>
                  </a:lnTo>
                  <a:lnTo>
                    <a:pt x="2033612" y="140143"/>
                  </a:lnTo>
                  <a:lnTo>
                    <a:pt x="2031761" y="137317"/>
                  </a:lnTo>
                  <a:cubicBezTo>
                    <a:pt x="2031761" y="137317"/>
                    <a:pt x="2031660" y="134727"/>
                    <a:pt x="2031424" y="133852"/>
                  </a:cubicBezTo>
                  <a:cubicBezTo>
                    <a:pt x="2031222" y="132977"/>
                    <a:pt x="2031088" y="131262"/>
                    <a:pt x="2030886" y="130589"/>
                  </a:cubicBezTo>
                  <a:cubicBezTo>
                    <a:pt x="2030684" y="129950"/>
                    <a:pt x="2030112" y="127965"/>
                    <a:pt x="2029910" y="127326"/>
                  </a:cubicBezTo>
                  <a:cubicBezTo>
                    <a:pt x="2029708" y="126687"/>
                    <a:pt x="2028496" y="124837"/>
                    <a:pt x="2028496" y="124837"/>
                  </a:cubicBezTo>
                  <a:lnTo>
                    <a:pt x="2025568" y="120598"/>
                  </a:lnTo>
                  <a:lnTo>
                    <a:pt x="2024492" y="120060"/>
                  </a:lnTo>
                  <a:lnTo>
                    <a:pt x="2024256" y="116359"/>
                  </a:lnTo>
                  <a:lnTo>
                    <a:pt x="2025333" y="113096"/>
                  </a:lnTo>
                  <a:lnTo>
                    <a:pt x="2028799" y="111246"/>
                  </a:lnTo>
                  <a:lnTo>
                    <a:pt x="2030549" y="109396"/>
                  </a:lnTo>
                  <a:cubicBezTo>
                    <a:pt x="2030549" y="109396"/>
                    <a:pt x="2033477" y="107983"/>
                    <a:pt x="2033814" y="107781"/>
                  </a:cubicBezTo>
                  <a:cubicBezTo>
                    <a:pt x="2034150" y="107580"/>
                    <a:pt x="2034150" y="107142"/>
                    <a:pt x="2034150" y="106705"/>
                  </a:cubicBezTo>
                  <a:cubicBezTo>
                    <a:pt x="2034150" y="106268"/>
                    <a:pt x="2033814" y="106066"/>
                    <a:pt x="2033376" y="105494"/>
                  </a:cubicBezTo>
                  <a:cubicBezTo>
                    <a:pt x="2032939" y="104956"/>
                    <a:pt x="2031424" y="104619"/>
                    <a:pt x="2030886" y="103980"/>
                  </a:cubicBezTo>
                  <a:cubicBezTo>
                    <a:pt x="2030347" y="103341"/>
                    <a:pt x="2027285" y="103005"/>
                    <a:pt x="2025467" y="102466"/>
                  </a:cubicBezTo>
                  <a:cubicBezTo>
                    <a:pt x="2023616" y="101928"/>
                    <a:pt x="2022640" y="102466"/>
                    <a:pt x="2021126" y="102264"/>
                  </a:cubicBezTo>
                  <a:cubicBezTo>
                    <a:pt x="2019611" y="102029"/>
                    <a:pt x="2019174" y="102029"/>
                    <a:pt x="2018837" y="101928"/>
                  </a:cubicBezTo>
                  <a:cubicBezTo>
                    <a:pt x="2018501" y="101827"/>
                    <a:pt x="2017525" y="103879"/>
                    <a:pt x="2017087" y="104216"/>
                  </a:cubicBezTo>
                  <a:cubicBezTo>
                    <a:pt x="2016650" y="104552"/>
                    <a:pt x="2014496" y="106167"/>
                    <a:pt x="2012847" y="106268"/>
                  </a:cubicBezTo>
                  <a:cubicBezTo>
                    <a:pt x="2011231" y="106369"/>
                    <a:pt x="2010558" y="106167"/>
                    <a:pt x="2009919" y="105729"/>
                  </a:cubicBezTo>
                  <a:cubicBezTo>
                    <a:pt x="2009246" y="105292"/>
                    <a:pt x="2007967" y="106066"/>
                    <a:pt x="2007530" y="105830"/>
                  </a:cubicBezTo>
                  <a:cubicBezTo>
                    <a:pt x="2007092" y="105628"/>
                    <a:pt x="2006015" y="104518"/>
                    <a:pt x="2005578" y="103879"/>
                  </a:cubicBezTo>
                  <a:cubicBezTo>
                    <a:pt x="2005140" y="103240"/>
                    <a:pt x="2005477" y="102668"/>
                    <a:pt x="2005477" y="102029"/>
                  </a:cubicBezTo>
                  <a:cubicBezTo>
                    <a:pt x="2005477" y="101390"/>
                    <a:pt x="2004938" y="101053"/>
                    <a:pt x="2004703" y="99977"/>
                  </a:cubicBezTo>
                  <a:cubicBezTo>
                    <a:pt x="2004501" y="98901"/>
                    <a:pt x="2003727" y="98665"/>
                    <a:pt x="2003727" y="98665"/>
                  </a:cubicBezTo>
                  <a:cubicBezTo>
                    <a:pt x="2003727" y="98665"/>
                    <a:pt x="2002953" y="97252"/>
                    <a:pt x="2002515" y="96378"/>
                  </a:cubicBezTo>
                  <a:cubicBezTo>
                    <a:pt x="2002077" y="95503"/>
                    <a:pt x="2001875" y="95738"/>
                    <a:pt x="2001539" y="95167"/>
                  </a:cubicBezTo>
                  <a:cubicBezTo>
                    <a:pt x="2001202" y="94628"/>
                    <a:pt x="2000226" y="93653"/>
                    <a:pt x="1999486" y="92677"/>
                  </a:cubicBezTo>
                  <a:cubicBezTo>
                    <a:pt x="1998712" y="91702"/>
                    <a:pt x="1998813" y="91466"/>
                    <a:pt x="1998409" y="90491"/>
                  </a:cubicBezTo>
                  <a:cubicBezTo>
                    <a:pt x="1997972" y="89515"/>
                    <a:pt x="1997736" y="88842"/>
                    <a:pt x="1997298" y="88203"/>
                  </a:cubicBezTo>
                  <a:cubicBezTo>
                    <a:pt x="1996861" y="87564"/>
                    <a:pt x="1995986" y="87127"/>
                    <a:pt x="1995683" y="87026"/>
                  </a:cubicBezTo>
                  <a:cubicBezTo>
                    <a:pt x="1995347" y="86925"/>
                    <a:pt x="1994169" y="86588"/>
                    <a:pt x="1992957" y="86252"/>
                  </a:cubicBezTo>
                  <a:cubicBezTo>
                    <a:pt x="1991779" y="85916"/>
                    <a:pt x="1990567" y="84637"/>
                    <a:pt x="1990231" y="84301"/>
                  </a:cubicBezTo>
                  <a:cubicBezTo>
                    <a:pt x="1989895" y="83965"/>
                    <a:pt x="1988717" y="82787"/>
                    <a:pt x="1987842" y="82114"/>
                  </a:cubicBezTo>
                  <a:cubicBezTo>
                    <a:pt x="1986967" y="81475"/>
                    <a:pt x="1986764" y="81576"/>
                    <a:pt x="1986764" y="81576"/>
                  </a:cubicBezTo>
                  <a:lnTo>
                    <a:pt x="1984712" y="81913"/>
                  </a:lnTo>
                  <a:cubicBezTo>
                    <a:pt x="1984712" y="81913"/>
                    <a:pt x="1983736" y="84940"/>
                    <a:pt x="1983399" y="85176"/>
                  </a:cubicBezTo>
                  <a:cubicBezTo>
                    <a:pt x="1983063" y="85377"/>
                    <a:pt x="1982625" y="87564"/>
                    <a:pt x="1982423" y="88001"/>
                  </a:cubicBezTo>
                  <a:cubicBezTo>
                    <a:pt x="1982188" y="88439"/>
                    <a:pt x="1981010" y="90726"/>
                    <a:pt x="1981010" y="90726"/>
                  </a:cubicBezTo>
                  <a:lnTo>
                    <a:pt x="1980370" y="92240"/>
                  </a:lnTo>
                  <a:cubicBezTo>
                    <a:pt x="1980370" y="92240"/>
                    <a:pt x="1979697" y="95066"/>
                    <a:pt x="1979394" y="95839"/>
                  </a:cubicBezTo>
                  <a:cubicBezTo>
                    <a:pt x="1979058" y="96613"/>
                    <a:pt x="1978317" y="98564"/>
                    <a:pt x="1978317" y="98564"/>
                  </a:cubicBezTo>
                  <a:cubicBezTo>
                    <a:pt x="1978317" y="98564"/>
                    <a:pt x="1977341" y="99775"/>
                    <a:pt x="1976904" y="99775"/>
                  </a:cubicBezTo>
                  <a:cubicBezTo>
                    <a:pt x="1976466" y="99775"/>
                    <a:pt x="1975289" y="100212"/>
                    <a:pt x="1974851" y="100212"/>
                  </a:cubicBezTo>
                  <a:cubicBezTo>
                    <a:pt x="1974414" y="100212"/>
                    <a:pt x="1972798" y="101188"/>
                    <a:pt x="1972798" y="101188"/>
                  </a:cubicBezTo>
                  <a:lnTo>
                    <a:pt x="1975188" y="105528"/>
                  </a:lnTo>
                  <a:cubicBezTo>
                    <a:pt x="1975188" y="105528"/>
                    <a:pt x="1974312" y="106839"/>
                    <a:pt x="1974312" y="107142"/>
                  </a:cubicBezTo>
                  <a:cubicBezTo>
                    <a:pt x="1974312" y="107479"/>
                    <a:pt x="1972125" y="108555"/>
                    <a:pt x="1971586" y="109093"/>
                  </a:cubicBezTo>
                  <a:cubicBezTo>
                    <a:pt x="1971048" y="109632"/>
                    <a:pt x="1970173" y="109732"/>
                    <a:pt x="1970173" y="109732"/>
                  </a:cubicBezTo>
                  <a:lnTo>
                    <a:pt x="1967009" y="110069"/>
                  </a:lnTo>
                  <a:cubicBezTo>
                    <a:pt x="1967009" y="110069"/>
                    <a:pt x="1964822" y="110405"/>
                    <a:pt x="1964519" y="110405"/>
                  </a:cubicBezTo>
                  <a:cubicBezTo>
                    <a:pt x="1964182" y="110405"/>
                    <a:pt x="1961927" y="109329"/>
                    <a:pt x="1961927" y="109329"/>
                  </a:cubicBezTo>
                  <a:lnTo>
                    <a:pt x="1960077" y="107479"/>
                  </a:lnTo>
                  <a:lnTo>
                    <a:pt x="1958225" y="106268"/>
                  </a:lnTo>
                  <a:lnTo>
                    <a:pt x="1956173" y="103442"/>
                  </a:lnTo>
                  <a:lnTo>
                    <a:pt x="1955399" y="101356"/>
                  </a:lnTo>
                  <a:lnTo>
                    <a:pt x="1955298" y="98631"/>
                  </a:lnTo>
                  <a:lnTo>
                    <a:pt x="1954860" y="95267"/>
                  </a:lnTo>
                  <a:cubicBezTo>
                    <a:pt x="1954860" y="95267"/>
                    <a:pt x="1952908" y="93855"/>
                    <a:pt x="1951932" y="93653"/>
                  </a:cubicBezTo>
                  <a:cubicBezTo>
                    <a:pt x="1950956" y="93451"/>
                    <a:pt x="1947927" y="93888"/>
                    <a:pt x="1947590" y="93888"/>
                  </a:cubicBezTo>
                  <a:cubicBezTo>
                    <a:pt x="1947254" y="93888"/>
                    <a:pt x="1944225" y="94763"/>
                    <a:pt x="1944225" y="94763"/>
                  </a:cubicBezTo>
                  <a:lnTo>
                    <a:pt x="1942475" y="96075"/>
                  </a:lnTo>
                  <a:lnTo>
                    <a:pt x="1936720" y="96613"/>
                  </a:lnTo>
                  <a:lnTo>
                    <a:pt x="1932379" y="93350"/>
                  </a:lnTo>
                  <a:lnTo>
                    <a:pt x="1930528" y="92576"/>
                  </a:lnTo>
                  <a:lnTo>
                    <a:pt x="1929014" y="90188"/>
                  </a:lnTo>
                  <a:cubicBezTo>
                    <a:pt x="1929014" y="90188"/>
                    <a:pt x="1926523" y="87463"/>
                    <a:pt x="1926086" y="87362"/>
                  </a:cubicBezTo>
                  <a:cubicBezTo>
                    <a:pt x="1925648" y="87261"/>
                    <a:pt x="1924234" y="87564"/>
                    <a:pt x="1922956" y="87564"/>
                  </a:cubicBezTo>
                  <a:cubicBezTo>
                    <a:pt x="1921643" y="87564"/>
                    <a:pt x="1921306" y="87766"/>
                    <a:pt x="1920667" y="88001"/>
                  </a:cubicBezTo>
                  <a:cubicBezTo>
                    <a:pt x="1920028" y="88203"/>
                    <a:pt x="1916965" y="90053"/>
                    <a:pt x="1915248" y="90053"/>
                  </a:cubicBezTo>
                  <a:cubicBezTo>
                    <a:pt x="1913498" y="90053"/>
                    <a:pt x="1914037" y="89280"/>
                    <a:pt x="1914037" y="89280"/>
                  </a:cubicBezTo>
                  <a:cubicBezTo>
                    <a:pt x="1914037" y="89280"/>
                    <a:pt x="1915013" y="83864"/>
                    <a:pt x="1915248" y="83527"/>
                  </a:cubicBezTo>
                  <a:cubicBezTo>
                    <a:pt x="1915451" y="83191"/>
                    <a:pt x="1915248" y="82114"/>
                    <a:pt x="1915248" y="82114"/>
                  </a:cubicBezTo>
                  <a:cubicBezTo>
                    <a:pt x="1915248" y="82114"/>
                    <a:pt x="1918176" y="80903"/>
                    <a:pt x="1918614" y="80601"/>
                  </a:cubicBezTo>
                  <a:cubicBezTo>
                    <a:pt x="1919051" y="80264"/>
                    <a:pt x="1920903" y="79726"/>
                    <a:pt x="1921004" y="79087"/>
                  </a:cubicBezTo>
                  <a:cubicBezTo>
                    <a:pt x="1921104" y="78448"/>
                    <a:pt x="1924605" y="74848"/>
                    <a:pt x="1924605" y="74848"/>
                  </a:cubicBezTo>
                  <a:lnTo>
                    <a:pt x="1925244" y="73772"/>
                  </a:lnTo>
                  <a:lnTo>
                    <a:pt x="1924605" y="72022"/>
                  </a:lnTo>
                  <a:lnTo>
                    <a:pt x="1922417" y="70946"/>
                  </a:lnTo>
                  <a:lnTo>
                    <a:pt x="1923932" y="68356"/>
                  </a:lnTo>
                  <a:lnTo>
                    <a:pt x="1928374" y="66741"/>
                  </a:lnTo>
                  <a:lnTo>
                    <a:pt x="1932379" y="63713"/>
                  </a:lnTo>
                  <a:lnTo>
                    <a:pt x="1933893" y="61661"/>
                  </a:lnTo>
                  <a:lnTo>
                    <a:pt x="1934970" y="59071"/>
                  </a:lnTo>
                  <a:cubicBezTo>
                    <a:pt x="1934970" y="59071"/>
                    <a:pt x="1937797" y="56885"/>
                    <a:pt x="1938235" y="56447"/>
                  </a:cubicBezTo>
                  <a:cubicBezTo>
                    <a:pt x="1938672" y="56010"/>
                    <a:pt x="1939446" y="54160"/>
                    <a:pt x="1939648" y="53823"/>
                  </a:cubicBezTo>
                  <a:cubicBezTo>
                    <a:pt x="1939850" y="53487"/>
                    <a:pt x="1940826" y="51536"/>
                    <a:pt x="1940826" y="51536"/>
                  </a:cubicBezTo>
                  <a:lnTo>
                    <a:pt x="1942004" y="48508"/>
                  </a:lnTo>
                  <a:lnTo>
                    <a:pt x="1942341" y="45245"/>
                  </a:lnTo>
                  <a:lnTo>
                    <a:pt x="1941466" y="43765"/>
                  </a:lnTo>
                  <a:lnTo>
                    <a:pt x="1940725" y="38887"/>
                  </a:lnTo>
                  <a:cubicBezTo>
                    <a:pt x="1940725" y="38887"/>
                    <a:pt x="1942138" y="37676"/>
                    <a:pt x="1942576" y="37273"/>
                  </a:cubicBezTo>
                  <a:cubicBezTo>
                    <a:pt x="1943014" y="36835"/>
                    <a:pt x="1944326" y="36398"/>
                    <a:pt x="1944326" y="36398"/>
                  </a:cubicBezTo>
                  <a:lnTo>
                    <a:pt x="1948331" y="34649"/>
                  </a:lnTo>
                  <a:lnTo>
                    <a:pt x="1951596" y="32260"/>
                  </a:lnTo>
                  <a:lnTo>
                    <a:pt x="1951898" y="30074"/>
                  </a:lnTo>
                  <a:lnTo>
                    <a:pt x="1950048" y="27585"/>
                  </a:lnTo>
                  <a:lnTo>
                    <a:pt x="1949173" y="25633"/>
                  </a:lnTo>
                  <a:lnTo>
                    <a:pt x="1945370" y="21832"/>
                  </a:lnTo>
                  <a:lnTo>
                    <a:pt x="1940793" y="18031"/>
                  </a:lnTo>
                  <a:lnTo>
                    <a:pt x="1937090" y="13052"/>
                  </a:lnTo>
                  <a:lnTo>
                    <a:pt x="1931335" y="8376"/>
                  </a:lnTo>
                  <a:lnTo>
                    <a:pt x="1927634" y="4373"/>
                  </a:lnTo>
                  <a:lnTo>
                    <a:pt x="1927634" y="34"/>
                  </a:lnTo>
                  <a:lnTo>
                    <a:pt x="1926759" y="0"/>
                  </a:lnTo>
                  <a:lnTo>
                    <a:pt x="1925008" y="0"/>
                  </a:lnTo>
                  <a:lnTo>
                    <a:pt x="1921979" y="0"/>
                  </a:lnTo>
                  <a:lnTo>
                    <a:pt x="1918210" y="706"/>
                  </a:lnTo>
                  <a:lnTo>
                    <a:pt x="1912859" y="1716"/>
                  </a:lnTo>
                  <a:lnTo>
                    <a:pt x="1910537" y="1716"/>
                  </a:lnTo>
                  <a:lnTo>
                    <a:pt x="1907643" y="1716"/>
                  </a:lnTo>
                  <a:lnTo>
                    <a:pt x="1905758" y="1716"/>
                  </a:lnTo>
                  <a:lnTo>
                    <a:pt x="1903133" y="3364"/>
                  </a:lnTo>
                  <a:lnTo>
                    <a:pt x="1898791" y="6930"/>
                  </a:lnTo>
                  <a:lnTo>
                    <a:pt x="1897479" y="9385"/>
                  </a:lnTo>
                  <a:lnTo>
                    <a:pt x="1893710" y="10395"/>
                  </a:lnTo>
                  <a:lnTo>
                    <a:pt x="1874594" y="10395"/>
                  </a:lnTo>
                  <a:lnTo>
                    <a:pt x="1872002" y="10395"/>
                  </a:lnTo>
                  <a:lnTo>
                    <a:pt x="1870252" y="11471"/>
                  </a:lnTo>
                  <a:lnTo>
                    <a:pt x="1868502" y="12850"/>
                  </a:lnTo>
                  <a:lnTo>
                    <a:pt x="1864733" y="14734"/>
                  </a:lnTo>
                  <a:lnTo>
                    <a:pt x="1862276" y="16315"/>
                  </a:lnTo>
                  <a:lnTo>
                    <a:pt x="1861570" y="17190"/>
                  </a:lnTo>
                  <a:lnTo>
                    <a:pt x="1860425" y="20083"/>
                  </a:lnTo>
                  <a:cubicBezTo>
                    <a:pt x="1860425" y="20083"/>
                    <a:pt x="1860291" y="21664"/>
                    <a:pt x="1860291" y="22101"/>
                  </a:cubicBezTo>
                  <a:cubicBezTo>
                    <a:pt x="1860291" y="22539"/>
                    <a:pt x="1859853" y="23985"/>
                    <a:pt x="1859853" y="23985"/>
                  </a:cubicBezTo>
                  <a:lnTo>
                    <a:pt x="1859281" y="25734"/>
                  </a:lnTo>
                  <a:lnTo>
                    <a:pt x="1858541" y="27484"/>
                  </a:lnTo>
                  <a:lnTo>
                    <a:pt x="1857396" y="29065"/>
                  </a:lnTo>
                  <a:cubicBezTo>
                    <a:pt x="1857396" y="29065"/>
                    <a:pt x="1856084" y="31386"/>
                    <a:pt x="1855646" y="31958"/>
                  </a:cubicBezTo>
                  <a:cubicBezTo>
                    <a:pt x="1855209" y="32530"/>
                    <a:pt x="1854199" y="34582"/>
                    <a:pt x="1854199" y="34582"/>
                  </a:cubicBezTo>
                  <a:lnTo>
                    <a:pt x="1852315" y="36903"/>
                  </a:lnTo>
                  <a:lnTo>
                    <a:pt x="1851002" y="38786"/>
                  </a:lnTo>
                  <a:lnTo>
                    <a:pt x="1849420" y="39796"/>
                  </a:lnTo>
                  <a:lnTo>
                    <a:pt x="1847839" y="41545"/>
                  </a:lnTo>
                  <a:cubicBezTo>
                    <a:pt x="1847839" y="41545"/>
                    <a:pt x="1846391" y="43563"/>
                    <a:pt x="1845954" y="43732"/>
                  </a:cubicBezTo>
                  <a:cubicBezTo>
                    <a:pt x="1845516" y="43866"/>
                    <a:pt x="1843497" y="44741"/>
                    <a:pt x="1843497" y="44741"/>
                  </a:cubicBezTo>
                  <a:lnTo>
                    <a:pt x="1841747" y="45481"/>
                  </a:lnTo>
                  <a:lnTo>
                    <a:pt x="1838853" y="48105"/>
                  </a:lnTo>
                  <a:lnTo>
                    <a:pt x="1837540" y="49114"/>
                  </a:lnTo>
                  <a:lnTo>
                    <a:pt x="1835790" y="50426"/>
                  </a:lnTo>
                  <a:lnTo>
                    <a:pt x="1835487" y="51300"/>
                  </a:lnTo>
                  <a:lnTo>
                    <a:pt x="1835487" y="53184"/>
                  </a:lnTo>
                  <a:lnTo>
                    <a:pt x="1835622" y="55943"/>
                  </a:lnTo>
                  <a:lnTo>
                    <a:pt x="1833737" y="58701"/>
                  </a:lnTo>
                  <a:lnTo>
                    <a:pt x="1833434" y="61460"/>
                  </a:lnTo>
                  <a:lnTo>
                    <a:pt x="1831684" y="63915"/>
                  </a:lnTo>
                  <a:lnTo>
                    <a:pt x="1829799" y="65227"/>
                  </a:lnTo>
                  <a:lnTo>
                    <a:pt x="1827612" y="67246"/>
                  </a:lnTo>
                  <a:lnTo>
                    <a:pt x="1822396" y="67818"/>
                  </a:lnTo>
                  <a:lnTo>
                    <a:pt x="1819804" y="67818"/>
                  </a:lnTo>
                  <a:lnTo>
                    <a:pt x="1817920" y="69129"/>
                  </a:lnTo>
                  <a:lnTo>
                    <a:pt x="1815463" y="71316"/>
                  </a:lnTo>
                  <a:lnTo>
                    <a:pt x="1815025" y="71316"/>
                  </a:lnTo>
                  <a:lnTo>
                    <a:pt x="1814016" y="72527"/>
                  </a:lnTo>
                  <a:lnTo>
                    <a:pt x="1814588" y="75656"/>
                  </a:lnTo>
                  <a:lnTo>
                    <a:pt x="1814588" y="77102"/>
                  </a:lnTo>
                  <a:lnTo>
                    <a:pt x="1814285" y="78111"/>
                  </a:lnTo>
                  <a:lnTo>
                    <a:pt x="1813275" y="81576"/>
                  </a:lnTo>
                  <a:lnTo>
                    <a:pt x="1812838" y="86050"/>
                  </a:lnTo>
                  <a:cubicBezTo>
                    <a:pt x="1812838" y="86050"/>
                    <a:pt x="1812838" y="87934"/>
                    <a:pt x="1812838" y="88371"/>
                  </a:cubicBezTo>
                  <a:cubicBezTo>
                    <a:pt x="1812838" y="88809"/>
                    <a:pt x="1813343" y="90390"/>
                    <a:pt x="1813343" y="90827"/>
                  </a:cubicBezTo>
                  <a:cubicBezTo>
                    <a:pt x="1813343" y="91264"/>
                    <a:pt x="1813982" y="92845"/>
                    <a:pt x="1813982" y="92845"/>
                  </a:cubicBezTo>
                  <a:lnTo>
                    <a:pt x="1814857" y="94426"/>
                  </a:lnTo>
                  <a:lnTo>
                    <a:pt x="1815732" y="95301"/>
                  </a:lnTo>
                  <a:cubicBezTo>
                    <a:pt x="1815732" y="95301"/>
                    <a:pt x="1816876" y="95604"/>
                    <a:pt x="1817482" y="95604"/>
                  </a:cubicBezTo>
                  <a:cubicBezTo>
                    <a:pt x="1818054" y="95604"/>
                    <a:pt x="1821117" y="96344"/>
                    <a:pt x="1821117" y="96344"/>
                  </a:cubicBezTo>
                  <a:lnTo>
                    <a:pt x="1823708" y="96209"/>
                  </a:lnTo>
                  <a:lnTo>
                    <a:pt x="1825896" y="95469"/>
                  </a:lnTo>
                  <a:lnTo>
                    <a:pt x="1827477" y="94595"/>
                  </a:lnTo>
                  <a:cubicBezTo>
                    <a:pt x="1827477" y="94595"/>
                    <a:pt x="1829059" y="94460"/>
                    <a:pt x="1829665" y="93148"/>
                  </a:cubicBezTo>
                  <a:cubicBezTo>
                    <a:pt x="1830237" y="91836"/>
                    <a:pt x="1831247" y="90692"/>
                    <a:pt x="1831247" y="90692"/>
                  </a:cubicBezTo>
                  <a:lnTo>
                    <a:pt x="1833132" y="88237"/>
                  </a:lnTo>
                  <a:cubicBezTo>
                    <a:pt x="1833132" y="88237"/>
                    <a:pt x="1835319" y="87059"/>
                    <a:pt x="1836766" y="86555"/>
                  </a:cubicBezTo>
                  <a:cubicBezTo>
                    <a:pt x="1838213" y="86050"/>
                    <a:pt x="1839088" y="86487"/>
                    <a:pt x="1839526" y="86723"/>
                  </a:cubicBezTo>
                  <a:cubicBezTo>
                    <a:pt x="1839963" y="86958"/>
                    <a:pt x="1841848" y="86218"/>
                    <a:pt x="1843295" y="86790"/>
                  </a:cubicBezTo>
                  <a:cubicBezTo>
                    <a:pt x="1844742" y="87362"/>
                    <a:pt x="1845315" y="86487"/>
                    <a:pt x="1846627" y="86790"/>
                  </a:cubicBezTo>
                  <a:cubicBezTo>
                    <a:pt x="1847939" y="87093"/>
                    <a:pt x="1848949" y="87362"/>
                    <a:pt x="1849656" y="87665"/>
                  </a:cubicBezTo>
                  <a:cubicBezTo>
                    <a:pt x="1850396" y="87968"/>
                    <a:pt x="1852112" y="88674"/>
                    <a:pt x="1852685" y="89111"/>
                  </a:cubicBezTo>
                  <a:cubicBezTo>
                    <a:pt x="1853257" y="89549"/>
                    <a:pt x="1854570" y="90121"/>
                    <a:pt x="1855007" y="90255"/>
                  </a:cubicBezTo>
                  <a:cubicBezTo>
                    <a:pt x="1855444" y="90390"/>
                    <a:pt x="1857464" y="92139"/>
                    <a:pt x="1858069" y="92274"/>
                  </a:cubicBezTo>
                  <a:cubicBezTo>
                    <a:pt x="1858642" y="92408"/>
                    <a:pt x="1858776" y="93148"/>
                    <a:pt x="1858776" y="93148"/>
                  </a:cubicBezTo>
                  <a:lnTo>
                    <a:pt x="1859786" y="94595"/>
                  </a:lnTo>
                  <a:lnTo>
                    <a:pt x="1861098" y="96344"/>
                  </a:lnTo>
                  <a:lnTo>
                    <a:pt x="1863252" y="99977"/>
                  </a:lnTo>
                  <a:lnTo>
                    <a:pt x="1863252" y="102433"/>
                  </a:lnTo>
                  <a:lnTo>
                    <a:pt x="1861872" y="104754"/>
                  </a:lnTo>
                  <a:lnTo>
                    <a:pt x="1860358" y="106940"/>
                  </a:lnTo>
                  <a:lnTo>
                    <a:pt x="1859921" y="109564"/>
                  </a:lnTo>
                  <a:lnTo>
                    <a:pt x="1859786" y="112188"/>
                  </a:lnTo>
                  <a:lnTo>
                    <a:pt x="1859786" y="115081"/>
                  </a:lnTo>
                  <a:lnTo>
                    <a:pt x="1862175" y="117402"/>
                  </a:lnTo>
                  <a:lnTo>
                    <a:pt x="1865574" y="119152"/>
                  </a:lnTo>
                  <a:lnTo>
                    <a:pt x="1867324" y="120901"/>
                  </a:lnTo>
                  <a:lnTo>
                    <a:pt x="1870084" y="122045"/>
                  </a:lnTo>
                  <a:lnTo>
                    <a:pt x="1872104" y="123491"/>
                  </a:lnTo>
                  <a:lnTo>
                    <a:pt x="1874291" y="124938"/>
                  </a:lnTo>
                  <a:lnTo>
                    <a:pt x="1875435" y="129580"/>
                  </a:lnTo>
                  <a:lnTo>
                    <a:pt x="1875435" y="135231"/>
                  </a:lnTo>
                  <a:lnTo>
                    <a:pt x="1874224" y="141017"/>
                  </a:lnTo>
                  <a:cubicBezTo>
                    <a:pt x="1874224" y="141017"/>
                    <a:pt x="1872709" y="146231"/>
                    <a:pt x="1872709" y="146803"/>
                  </a:cubicBezTo>
                  <a:cubicBezTo>
                    <a:pt x="1872709" y="147375"/>
                    <a:pt x="1869377" y="152589"/>
                    <a:pt x="1869377" y="152589"/>
                  </a:cubicBezTo>
                  <a:lnTo>
                    <a:pt x="1862714" y="159553"/>
                  </a:lnTo>
                  <a:lnTo>
                    <a:pt x="1854738" y="165507"/>
                  </a:lnTo>
                  <a:lnTo>
                    <a:pt x="1848781" y="170418"/>
                  </a:lnTo>
                  <a:lnTo>
                    <a:pt x="1840233" y="177382"/>
                  </a:lnTo>
                  <a:lnTo>
                    <a:pt x="1833838" y="183033"/>
                  </a:lnTo>
                  <a:lnTo>
                    <a:pt x="1829766" y="191578"/>
                  </a:lnTo>
                  <a:lnTo>
                    <a:pt x="1825425" y="198978"/>
                  </a:lnTo>
                  <a:lnTo>
                    <a:pt x="1823977" y="206951"/>
                  </a:lnTo>
                  <a:lnTo>
                    <a:pt x="1823102" y="218254"/>
                  </a:lnTo>
                  <a:lnTo>
                    <a:pt x="1821521" y="226058"/>
                  </a:lnTo>
                  <a:lnTo>
                    <a:pt x="1817448" y="233459"/>
                  </a:lnTo>
                  <a:lnTo>
                    <a:pt x="1812098" y="242575"/>
                  </a:lnTo>
                  <a:lnTo>
                    <a:pt x="1810953" y="248799"/>
                  </a:lnTo>
                  <a:lnTo>
                    <a:pt x="1804727" y="261851"/>
                  </a:lnTo>
                  <a:lnTo>
                    <a:pt x="1798400" y="274096"/>
                  </a:lnTo>
                  <a:lnTo>
                    <a:pt x="1795640" y="279680"/>
                  </a:lnTo>
                  <a:cubicBezTo>
                    <a:pt x="1795640" y="279680"/>
                    <a:pt x="1793756" y="282506"/>
                    <a:pt x="1793688" y="282708"/>
                  </a:cubicBezTo>
                  <a:cubicBezTo>
                    <a:pt x="1793621" y="282943"/>
                    <a:pt x="1790929" y="287282"/>
                    <a:pt x="1790929" y="287282"/>
                  </a:cubicBezTo>
                  <a:lnTo>
                    <a:pt x="1789919" y="292295"/>
                  </a:lnTo>
                  <a:lnTo>
                    <a:pt x="1789414" y="298081"/>
                  </a:lnTo>
                  <a:lnTo>
                    <a:pt x="1785342" y="306423"/>
                  </a:lnTo>
                  <a:lnTo>
                    <a:pt x="1783020" y="310763"/>
                  </a:lnTo>
                  <a:lnTo>
                    <a:pt x="1782650" y="311638"/>
                  </a:lnTo>
                  <a:cubicBezTo>
                    <a:pt x="1782650" y="311638"/>
                    <a:pt x="1781573" y="313286"/>
                    <a:pt x="1781573" y="313589"/>
                  </a:cubicBezTo>
                  <a:cubicBezTo>
                    <a:pt x="1781573" y="313891"/>
                    <a:pt x="1780765" y="315540"/>
                    <a:pt x="1780765" y="315540"/>
                  </a:cubicBezTo>
                  <a:lnTo>
                    <a:pt x="1780496" y="317625"/>
                  </a:lnTo>
                  <a:lnTo>
                    <a:pt x="1779755" y="319072"/>
                  </a:lnTo>
                  <a:lnTo>
                    <a:pt x="1779755" y="321326"/>
                  </a:lnTo>
                  <a:lnTo>
                    <a:pt x="1779755" y="323210"/>
                  </a:lnTo>
                  <a:cubicBezTo>
                    <a:pt x="1779755" y="323210"/>
                    <a:pt x="1779755" y="324656"/>
                    <a:pt x="1779755" y="324959"/>
                  </a:cubicBezTo>
                  <a:cubicBezTo>
                    <a:pt x="1779755" y="325262"/>
                    <a:pt x="1778880" y="327650"/>
                    <a:pt x="1778880" y="327650"/>
                  </a:cubicBezTo>
                  <a:cubicBezTo>
                    <a:pt x="1778880" y="327650"/>
                    <a:pt x="1777938" y="328827"/>
                    <a:pt x="1777433" y="329164"/>
                  </a:cubicBezTo>
                  <a:cubicBezTo>
                    <a:pt x="1776928" y="329534"/>
                    <a:pt x="1775851" y="330173"/>
                    <a:pt x="1775851" y="330173"/>
                  </a:cubicBezTo>
                  <a:lnTo>
                    <a:pt x="1774472" y="330980"/>
                  </a:lnTo>
                  <a:cubicBezTo>
                    <a:pt x="1774472" y="330980"/>
                    <a:pt x="1772149" y="332225"/>
                    <a:pt x="1771947" y="332292"/>
                  </a:cubicBezTo>
                  <a:cubicBezTo>
                    <a:pt x="1771745" y="332360"/>
                    <a:pt x="1770567" y="333234"/>
                    <a:pt x="1770567" y="333234"/>
                  </a:cubicBezTo>
                  <a:lnTo>
                    <a:pt x="1769895" y="335051"/>
                  </a:lnTo>
                  <a:lnTo>
                    <a:pt x="1768952" y="337439"/>
                  </a:lnTo>
                  <a:lnTo>
                    <a:pt x="1768380" y="339323"/>
                  </a:lnTo>
                  <a:lnTo>
                    <a:pt x="1769524" y="340332"/>
                  </a:lnTo>
                  <a:lnTo>
                    <a:pt x="1771914" y="342149"/>
                  </a:lnTo>
                  <a:cubicBezTo>
                    <a:pt x="1771914" y="342149"/>
                    <a:pt x="1773294" y="342216"/>
                    <a:pt x="1773495" y="342283"/>
                  </a:cubicBezTo>
                  <a:cubicBezTo>
                    <a:pt x="1773698" y="342351"/>
                    <a:pt x="1775515" y="342418"/>
                    <a:pt x="1775818" y="342283"/>
                  </a:cubicBezTo>
                  <a:cubicBezTo>
                    <a:pt x="1776121" y="342149"/>
                    <a:pt x="1777501" y="342081"/>
                    <a:pt x="1777770" y="342081"/>
                  </a:cubicBezTo>
                  <a:cubicBezTo>
                    <a:pt x="1778039" y="342081"/>
                    <a:pt x="1779082" y="341644"/>
                    <a:pt x="1779082" y="341644"/>
                  </a:cubicBezTo>
                  <a:cubicBezTo>
                    <a:pt x="1779082" y="341644"/>
                    <a:pt x="1780226" y="341207"/>
                    <a:pt x="1780462" y="341140"/>
                  </a:cubicBezTo>
                  <a:cubicBezTo>
                    <a:pt x="1780698" y="341072"/>
                    <a:pt x="1782044" y="341072"/>
                    <a:pt x="1782347" y="341140"/>
                  </a:cubicBezTo>
                  <a:cubicBezTo>
                    <a:pt x="1782650" y="341207"/>
                    <a:pt x="1783524" y="341140"/>
                    <a:pt x="1783524" y="341140"/>
                  </a:cubicBezTo>
                  <a:lnTo>
                    <a:pt x="1785712" y="342653"/>
                  </a:lnTo>
                  <a:lnTo>
                    <a:pt x="1786587" y="344604"/>
                  </a:lnTo>
                  <a:lnTo>
                    <a:pt x="1787092" y="349684"/>
                  </a:lnTo>
                  <a:lnTo>
                    <a:pt x="1786957" y="353452"/>
                  </a:lnTo>
                  <a:lnTo>
                    <a:pt x="1786823" y="356917"/>
                  </a:lnTo>
                  <a:lnTo>
                    <a:pt x="1786385" y="359608"/>
                  </a:lnTo>
                  <a:lnTo>
                    <a:pt x="1785510" y="362501"/>
                  </a:lnTo>
                  <a:lnTo>
                    <a:pt x="1783693" y="365764"/>
                  </a:lnTo>
                  <a:lnTo>
                    <a:pt x="1782077" y="367950"/>
                  </a:lnTo>
                  <a:lnTo>
                    <a:pt x="1779822" y="370406"/>
                  </a:lnTo>
                  <a:lnTo>
                    <a:pt x="1777298" y="372794"/>
                  </a:lnTo>
                  <a:lnTo>
                    <a:pt x="1773664" y="374981"/>
                  </a:lnTo>
                  <a:lnTo>
                    <a:pt x="1768447" y="379119"/>
                  </a:lnTo>
                  <a:lnTo>
                    <a:pt x="1762558" y="379119"/>
                  </a:lnTo>
                  <a:lnTo>
                    <a:pt x="1756264" y="380868"/>
                  </a:lnTo>
                  <a:lnTo>
                    <a:pt x="1752798" y="380868"/>
                  </a:lnTo>
                  <a:lnTo>
                    <a:pt x="1750207" y="382516"/>
                  </a:lnTo>
                  <a:lnTo>
                    <a:pt x="1745865" y="385880"/>
                  </a:lnTo>
                  <a:lnTo>
                    <a:pt x="1729778" y="396510"/>
                  </a:lnTo>
                  <a:cubicBezTo>
                    <a:pt x="1729778" y="396510"/>
                    <a:pt x="1709350" y="410841"/>
                    <a:pt x="1709014" y="411076"/>
                  </a:cubicBezTo>
                  <a:cubicBezTo>
                    <a:pt x="1708677" y="411278"/>
                    <a:pt x="1706388" y="414339"/>
                    <a:pt x="1706388" y="414339"/>
                  </a:cubicBezTo>
                  <a:cubicBezTo>
                    <a:pt x="1706388" y="414339"/>
                    <a:pt x="1704739" y="415988"/>
                    <a:pt x="1703999" y="416526"/>
                  </a:cubicBezTo>
                  <a:cubicBezTo>
                    <a:pt x="1703225" y="417064"/>
                    <a:pt x="1701273" y="419251"/>
                    <a:pt x="1700398" y="420092"/>
                  </a:cubicBezTo>
                  <a:cubicBezTo>
                    <a:pt x="1699523" y="420966"/>
                    <a:pt x="1696056" y="422917"/>
                    <a:pt x="1695484" y="423119"/>
                  </a:cubicBezTo>
                  <a:cubicBezTo>
                    <a:pt x="1694946" y="423321"/>
                    <a:pt x="1692321" y="425945"/>
                    <a:pt x="1692321" y="425945"/>
                  </a:cubicBezTo>
                  <a:lnTo>
                    <a:pt x="1689258" y="425844"/>
                  </a:lnTo>
                  <a:cubicBezTo>
                    <a:pt x="1689258" y="425844"/>
                    <a:pt x="1685018" y="428031"/>
                    <a:pt x="1684580" y="428132"/>
                  </a:cubicBezTo>
                  <a:cubicBezTo>
                    <a:pt x="1684143" y="428233"/>
                    <a:pt x="1683402" y="428233"/>
                    <a:pt x="1682965" y="428132"/>
                  </a:cubicBezTo>
                  <a:cubicBezTo>
                    <a:pt x="1682527" y="428031"/>
                    <a:pt x="1681450" y="428771"/>
                    <a:pt x="1681215" y="429107"/>
                  </a:cubicBezTo>
                  <a:cubicBezTo>
                    <a:pt x="1681013" y="429444"/>
                    <a:pt x="1680003" y="430756"/>
                    <a:pt x="1679700" y="431058"/>
                  </a:cubicBezTo>
                  <a:cubicBezTo>
                    <a:pt x="1679364" y="431395"/>
                    <a:pt x="1677109" y="431933"/>
                    <a:pt x="1676234" y="432034"/>
                  </a:cubicBezTo>
                  <a:cubicBezTo>
                    <a:pt x="1675359" y="432135"/>
                    <a:pt x="1673945" y="432471"/>
                    <a:pt x="1673306" y="432471"/>
                  </a:cubicBezTo>
                  <a:cubicBezTo>
                    <a:pt x="1672666" y="432471"/>
                    <a:pt x="1669267" y="432572"/>
                    <a:pt x="1668863" y="432572"/>
                  </a:cubicBezTo>
                  <a:cubicBezTo>
                    <a:pt x="1668426" y="432572"/>
                    <a:pt x="1667012" y="432370"/>
                    <a:pt x="1667012" y="432370"/>
                  </a:cubicBezTo>
                  <a:cubicBezTo>
                    <a:pt x="1667012" y="432370"/>
                    <a:pt x="1665498" y="431731"/>
                    <a:pt x="1665263" y="431395"/>
                  </a:cubicBezTo>
                  <a:cubicBezTo>
                    <a:pt x="1665027" y="431058"/>
                    <a:pt x="1662873" y="429780"/>
                    <a:pt x="1662873" y="429780"/>
                  </a:cubicBezTo>
                  <a:lnTo>
                    <a:pt x="1660685" y="427392"/>
                  </a:lnTo>
                  <a:lnTo>
                    <a:pt x="1658296" y="423691"/>
                  </a:lnTo>
                  <a:lnTo>
                    <a:pt x="1655772" y="421101"/>
                  </a:lnTo>
                  <a:lnTo>
                    <a:pt x="1653618" y="420865"/>
                  </a:lnTo>
                  <a:lnTo>
                    <a:pt x="1650993" y="420865"/>
                  </a:lnTo>
                  <a:lnTo>
                    <a:pt x="1647392" y="421572"/>
                  </a:lnTo>
                  <a:lnTo>
                    <a:pt x="1642950" y="422278"/>
                  </a:lnTo>
                  <a:lnTo>
                    <a:pt x="1635209" y="423893"/>
                  </a:lnTo>
                  <a:cubicBezTo>
                    <a:pt x="1635209" y="423893"/>
                    <a:pt x="1632180" y="423893"/>
                    <a:pt x="1631204" y="423557"/>
                  </a:cubicBezTo>
                  <a:cubicBezTo>
                    <a:pt x="1630228" y="423220"/>
                    <a:pt x="1627300" y="422346"/>
                    <a:pt x="1625785" y="421269"/>
                  </a:cubicBezTo>
                  <a:cubicBezTo>
                    <a:pt x="1624271" y="420193"/>
                    <a:pt x="1623396" y="420933"/>
                    <a:pt x="1621646" y="419856"/>
                  </a:cubicBezTo>
                  <a:cubicBezTo>
                    <a:pt x="1619896" y="418780"/>
                    <a:pt x="1618483" y="418342"/>
                    <a:pt x="1617843" y="417905"/>
                  </a:cubicBezTo>
                  <a:cubicBezTo>
                    <a:pt x="1617204" y="417468"/>
                    <a:pt x="1616093" y="416930"/>
                    <a:pt x="1615016" y="416156"/>
                  </a:cubicBezTo>
                  <a:cubicBezTo>
                    <a:pt x="1613939" y="415382"/>
                    <a:pt x="1612727" y="415281"/>
                    <a:pt x="1611987" y="414541"/>
                  </a:cubicBezTo>
                  <a:cubicBezTo>
                    <a:pt x="1611213" y="413767"/>
                    <a:pt x="1609799" y="413566"/>
                    <a:pt x="1609261" y="413128"/>
                  </a:cubicBezTo>
                  <a:cubicBezTo>
                    <a:pt x="1608723" y="412691"/>
                    <a:pt x="1606771" y="411514"/>
                    <a:pt x="1605896" y="410639"/>
                  </a:cubicBezTo>
                  <a:cubicBezTo>
                    <a:pt x="1605021" y="409764"/>
                    <a:pt x="1603708" y="409428"/>
                    <a:pt x="1603069" y="408789"/>
                  </a:cubicBezTo>
                  <a:cubicBezTo>
                    <a:pt x="1602429" y="408150"/>
                    <a:pt x="1601016" y="407578"/>
                    <a:pt x="1599804" y="406300"/>
                  </a:cubicBezTo>
                  <a:cubicBezTo>
                    <a:pt x="1598593" y="404988"/>
                    <a:pt x="1598256" y="405761"/>
                    <a:pt x="1596741" y="404550"/>
                  </a:cubicBezTo>
                  <a:cubicBezTo>
                    <a:pt x="1595227" y="403373"/>
                    <a:pt x="1595429" y="404012"/>
                    <a:pt x="1593915" y="403137"/>
                  </a:cubicBezTo>
                  <a:cubicBezTo>
                    <a:pt x="1592400" y="402263"/>
                    <a:pt x="1591525" y="402498"/>
                    <a:pt x="1590314" y="401725"/>
                  </a:cubicBezTo>
                  <a:cubicBezTo>
                    <a:pt x="1589102" y="400951"/>
                    <a:pt x="1587486" y="401725"/>
                    <a:pt x="1587486" y="401725"/>
                  </a:cubicBezTo>
                  <a:lnTo>
                    <a:pt x="1586511" y="401725"/>
                  </a:lnTo>
                  <a:lnTo>
                    <a:pt x="1584660" y="402532"/>
                  </a:lnTo>
                  <a:lnTo>
                    <a:pt x="1581833" y="405829"/>
                  </a:lnTo>
                  <a:lnTo>
                    <a:pt x="1578568" y="412691"/>
                  </a:lnTo>
                  <a:lnTo>
                    <a:pt x="1575741" y="416930"/>
                  </a:lnTo>
                  <a:lnTo>
                    <a:pt x="1573352" y="424532"/>
                  </a:lnTo>
                  <a:lnTo>
                    <a:pt x="1569885" y="430957"/>
                  </a:lnTo>
                  <a:lnTo>
                    <a:pt x="1566520" y="439771"/>
                  </a:lnTo>
                  <a:cubicBezTo>
                    <a:pt x="1566520" y="439771"/>
                    <a:pt x="1561068" y="452251"/>
                    <a:pt x="1561068" y="452588"/>
                  </a:cubicBezTo>
                  <a:cubicBezTo>
                    <a:pt x="1561068" y="452924"/>
                    <a:pt x="1560092" y="457364"/>
                    <a:pt x="1560092" y="457364"/>
                  </a:cubicBezTo>
                  <a:cubicBezTo>
                    <a:pt x="1560092" y="457364"/>
                    <a:pt x="1558880" y="464092"/>
                    <a:pt x="1558443" y="466178"/>
                  </a:cubicBezTo>
                  <a:cubicBezTo>
                    <a:pt x="1558005" y="468230"/>
                    <a:pt x="1555380" y="471493"/>
                    <a:pt x="1555515" y="471830"/>
                  </a:cubicBezTo>
                  <a:cubicBezTo>
                    <a:pt x="1555616" y="472166"/>
                    <a:pt x="1554303" y="476068"/>
                    <a:pt x="1554303" y="476068"/>
                  </a:cubicBezTo>
                  <a:cubicBezTo>
                    <a:pt x="1554303" y="476068"/>
                    <a:pt x="1551275" y="479869"/>
                    <a:pt x="1550399" y="480206"/>
                  </a:cubicBezTo>
                  <a:cubicBezTo>
                    <a:pt x="1549524" y="480542"/>
                    <a:pt x="1548111" y="486059"/>
                    <a:pt x="1548111" y="486395"/>
                  </a:cubicBezTo>
                  <a:cubicBezTo>
                    <a:pt x="1548111" y="486732"/>
                    <a:pt x="1545822" y="490836"/>
                    <a:pt x="1545620" y="491408"/>
                  </a:cubicBezTo>
                  <a:cubicBezTo>
                    <a:pt x="1545385" y="491946"/>
                    <a:pt x="1544544" y="499650"/>
                    <a:pt x="1544544" y="499650"/>
                  </a:cubicBezTo>
                  <a:lnTo>
                    <a:pt x="1540000" y="510313"/>
                  </a:lnTo>
                  <a:cubicBezTo>
                    <a:pt x="1540000" y="510313"/>
                    <a:pt x="1540202" y="514014"/>
                    <a:pt x="1540202" y="514552"/>
                  </a:cubicBezTo>
                  <a:cubicBezTo>
                    <a:pt x="1540202" y="515090"/>
                    <a:pt x="1540303" y="521381"/>
                    <a:pt x="1540101" y="521818"/>
                  </a:cubicBezTo>
                  <a:cubicBezTo>
                    <a:pt x="1539866" y="522255"/>
                    <a:pt x="1539327" y="526931"/>
                    <a:pt x="1539024" y="528109"/>
                  </a:cubicBezTo>
                  <a:cubicBezTo>
                    <a:pt x="1538687" y="529286"/>
                    <a:pt x="1536433" y="530497"/>
                    <a:pt x="1535221" y="531809"/>
                  </a:cubicBezTo>
                  <a:cubicBezTo>
                    <a:pt x="1534043" y="533121"/>
                    <a:pt x="1532831" y="534971"/>
                    <a:pt x="1532596" y="535274"/>
                  </a:cubicBezTo>
                  <a:cubicBezTo>
                    <a:pt x="1532394" y="535610"/>
                    <a:pt x="1527178" y="540589"/>
                    <a:pt x="1526740" y="540824"/>
                  </a:cubicBezTo>
                  <a:cubicBezTo>
                    <a:pt x="1526303" y="541026"/>
                    <a:pt x="1524452" y="544962"/>
                    <a:pt x="1524351" y="545265"/>
                  </a:cubicBezTo>
                  <a:cubicBezTo>
                    <a:pt x="1524250" y="545601"/>
                    <a:pt x="1521423" y="547889"/>
                    <a:pt x="1521086" y="548091"/>
                  </a:cubicBezTo>
                  <a:cubicBezTo>
                    <a:pt x="1520783" y="548292"/>
                    <a:pt x="1520009" y="552329"/>
                    <a:pt x="1520009" y="552329"/>
                  </a:cubicBezTo>
                  <a:cubicBezTo>
                    <a:pt x="1520009" y="552329"/>
                    <a:pt x="1519773" y="556568"/>
                    <a:pt x="1519773" y="556904"/>
                  </a:cubicBezTo>
                  <a:cubicBezTo>
                    <a:pt x="1519773" y="557241"/>
                    <a:pt x="1520413" y="561244"/>
                    <a:pt x="1520413" y="561244"/>
                  </a:cubicBezTo>
                  <a:lnTo>
                    <a:pt x="1520649" y="569485"/>
                  </a:lnTo>
                  <a:cubicBezTo>
                    <a:pt x="1520649" y="569485"/>
                    <a:pt x="1523913" y="574060"/>
                    <a:pt x="1524115" y="574700"/>
                  </a:cubicBezTo>
                  <a:cubicBezTo>
                    <a:pt x="1524317" y="575339"/>
                    <a:pt x="1524553" y="578299"/>
                    <a:pt x="1524553" y="578938"/>
                  </a:cubicBezTo>
                  <a:cubicBezTo>
                    <a:pt x="1524553" y="579577"/>
                    <a:pt x="1523240" y="581663"/>
                    <a:pt x="1521625" y="583076"/>
                  </a:cubicBezTo>
                  <a:cubicBezTo>
                    <a:pt x="1520009" y="584489"/>
                    <a:pt x="1518898" y="585565"/>
                    <a:pt x="1517822" y="586238"/>
                  </a:cubicBezTo>
                  <a:cubicBezTo>
                    <a:pt x="1516745" y="586877"/>
                    <a:pt x="1513379" y="590140"/>
                    <a:pt x="1512942" y="590477"/>
                  </a:cubicBezTo>
                  <a:cubicBezTo>
                    <a:pt x="1512504" y="590813"/>
                    <a:pt x="1510653" y="592226"/>
                    <a:pt x="1509879" y="592327"/>
                  </a:cubicBezTo>
                  <a:cubicBezTo>
                    <a:pt x="1509105" y="592428"/>
                    <a:pt x="1505740" y="594816"/>
                    <a:pt x="1505201" y="594715"/>
                  </a:cubicBezTo>
                  <a:cubicBezTo>
                    <a:pt x="1504663" y="594614"/>
                    <a:pt x="1504764" y="596666"/>
                    <a:pt x="1504764" y="596666"/>
                  </a:cubicBezTo>
                  <a:cubicBezTo>
                    <a:pt x="1504764" y="596666"/>
                    <a:pt x="1504663" y="601342"/>
                    <a:pt x="1504663" y="601880"/>
                  </a:cubicBezTo>
                  <a:cubicBezTo>
                    <a:pt x="1504663" y="602419"/>
                    <a:pt x="1504764" y="607431"/>
                    <a:pt x="1504764" y="607431"/>
                  </a:cubicBezTo>
                  <a:cubicBezTo>
                    <a:pt x="1504764" y="607431"/>
                    <a:pt x="1505437" y="610896"/>
                    <a:pt x="1505538" y="611333"/>
                  </a:cubicBezTo>
                  <a:cubicBezTo>
                    <a:pt x="1505639" y="611770"/>
                    <a:pt x="1505975" y="613183"/>
                    <a:pt x="1505975" y="613183"/>
                  </a:cubicBezTo>
                  <a:cubicBezTo>
                    <a:pt x="1505975" y="613183"/>
                    <a:pt x="1507389" y="619171"/>
                    <a:pt x="1507591" y="619474"/>
                  </a:cubicBezTo>
                  <a:cubicBezTo>
                    <a:pt x="1507826" y="619810"/>
                    <a:pt x="1508903" y="621223"/>
                    <a:pt x="1508903" y="621223"/>
                  </a:cubicBezTo>
                  <a:lnTo>
                    <a:pt x="1512706" y="625563"/>
                  </a:lnTo>
                  <a:lnTo>
                    <a:pt x="1515870" y="629263"/>
                  </a:lnTo>
                  <a:cubicBezTo>
                    <a:pt x="1515870" y="629263"/>
                    <a:pt x="1520884" y="634814"/>
                    <a:pt x="1521086" y="635251"/>
                  </a:cubicBezTo>
                  <a:cubicBezTo>
                    <a:pt x="1521322" y="635688"/>
                    <a:pt x="1524149" y="638850"/>
                    <a:pt x="1524149" y="638850"/>
                  </a:cubicBezTo>
                  <a:lnTo>
                    <a:pt x="1532966" y="643526"/>
                  </a:lnTo>
                  <a:cubicBezTo>
                    <a:pt x="1532966" y="643526"/>
                    <a:pt x="1535053" y="645477"/>
                    <a:pt x="1535457" y="645814"/>
                  </a:cubicBezTo>
                  <a:cubicBezTo>
                    <a:pt x="1535894" y="646150"/>
                    <a:pt x="1537207" y="645814"/>
                    <a:pt x="1537207" y="645814"/>
                  </a:cubicBezTo>
                  <a:lnTo>
                    <a:pt x="1541010" y="644737"/>
                  </a:lnTo>
                  <a:lnTo>
                    <a:pt x="1543399" y="641272"/>
                  </a:lnTo>
                  <a:cubicBezTo>
                    <a:pt x="1543399" y="641272"/>
                    <a:pt x="1541986" y="635957"/>
                    <a:pt x="1541986" y="635285"/>
                  </a:cubicBezTo>
                  <a:cubicBezTo>
                    <a:pt x="1541986" y="634645"/>
                    <a:pt x="1543197" y="632896"/>
                    <a:pt x="1544914" y="632021"/>
                  </a:cubicBezTo>
                  <a:cubicBezTo>
                    <a:pt x="1546663" y="631147"/>
                    <a:pt x="1548717" y="630407"/>
                    <a:pt x="1549827" y="629835"/>
                  </a:cubicBezTo>
                  <a:cubicBezTo>
                    <a:pt x="1550904" y="629297"/>
                    <a:pt x="1553866" y="628220"/>
                    <a:pt x="1556020" y="627648"/>
                  </a:cubicBezTo>
                  <a:cubicBezTo>
                    <a:pt x="1558207" y="627110"/>
                    <a:pt x="1560159" y="626673"/>
                    <a:pt x="1561674" y="626336"/>
                  </a:cubicBezTo>
                  <a:cubicBezTo>
                    <a:pt x="1563188" y="626000"/>
                    <a:pt x="1565712" y="625024"/>
                    <a:pt x="1567428" y="624587"/>
                  </a:cubicBezTo>
                  <a:cubicBezTo>
                    <a:pt x="1569179" y="624150"/>
                    <a:pt x="1577121" y="624251"/>
                    <a:pt x="1577121" y="624251"/>
                  </a:cubicBezTo>
                  <a:lnTo>
                    <a:pt x="1579746" y="624251"/>
                  </a:lnTo>
                  <a:cubicBezTo>
                    <a:pt x="1579746" y="624251"/>
                    <a:pt x="1584323" y="626269"/>
                    <a:pt x="1584525" y="625933"/>
                  </a:cubicBezTo>
                  <a:cubicBezTo>
                    <a:pt x="1584727" y="625596"/>
                    <a:pt x="1587554" y="624587"/>
                    <a:pt x="1588429" y="623914"/>
                  </a:cubicBezTo>
                  <a:cubicBezTo>
                    <a:pt x="1589304" y="623275"/>
                    <a:pt x="1593107" y="623040"/>
                    <a:pt x="1594857" y="622401"/>
                  </a:cubicBezTo>
                  <a:cubicBezTo>
                    <a:pt x="1596607" y="621761"/>
                    <a:pt x="1598559" y="621761"/>
                    <a:pt x="1598996" y="621425"/>
                  </a:cubicBezTo>
                  <a:cubicBezTo>
                    <a:pt x="1599434" y="621089"/>
                    <a:pt x="1606064" y="621189"/>
                    <a:pt x="1606064" y="621189"/>
                  </a:cubicBezTo>
                  <a:lnTo>
                    <a:pt x="1611281" y="620214"/>
                  </a:lnTo>
                  <a:lnTo>
                    <a:pt x="1617035" y="620113"/>
                  </a:lnTo>
                  <a:lnTo>
                    <a:pt x="1624002" y="621526"/>
                  </a:lnTo>
                  <a:lnTo>
                    <a:pt x="1637598" y="629128"/>
                  </a:lnTo>
                  <a:cubicBezTo>
                    <a:pt x="1637598" y="629128"/>
                    <a:pt x="1639988" y="631853"/>
                    <a:pt x="1641199" y="633266"/>
                  </a:cubicBezTo>
                  <a:cubicBezTo>
                    <a:pt x="1642411" y="634679"/>
                    <a:pt x="1648267" y="637067"/>
                    <a:pt x="1648704" y="637168"/>
                  </a:cubicBezTo>
                  <a:cubicBezTo>
                    <a:pt x="1649142" y="637269"/>
                    <a:pt x="1653382" y="638043"/>
                    <a:pt x="1653921" y="637942"/>
                  </a:cubicBezTo>
                  <a:cubicBezTo>
                    <a:pt x="1654459" y="637841"/>
                    <a:pt x="1659238" y="637606"/>
                    <a:pt x="1660214" y="637067"/>
                  </a:cubicBezTo>
                  <a:cubicBezTo>
                    <a:pt x="1661190" y="636529"/>
                    <a:pt x="1662805" y="635318"/>
                    <a:pt x="1662907" y="635015"/>
                  </a:cubicBezTo>
                  <a:cubicBezTo>
                    <a:pt x="1663008" y="634679"/>
                    <a:pt x="1663681" y="632291"/>
                    <a:pt x="1663782" y="630878"/>
                  </a:cubicBezTo>
                  <a:cubicBezTo>
                    <a:pt x="1663883" y="629465"/>
                    <a:pt x="1664421" y="628927"/>
                    <a:pt x="1664421" y="628927"/>
                  </a:cubicBezTo>
                  <a:lnTo>
                    <a:pt x="1664959" y="626875"/>
                  </a:lnTo>
                  <a:lnTo>
                    <a:pt x="1664959" y="624385"/>
                  </a:lnTo>
                  <a:lnTo>
                    <a:pt x="1668157" y="620786"/>
                  </a:lnTo>
                  <a:lnTo>
                    <a:pt x="1669940" y="618196"/>
                  </a:lnTo>
                  <a:lnTo>
                    <a:pt x="1671892" y="615706"/>
                  </a:lnTo>
                  <a:lnTo>
                    <a:pt x="1674383" y="612006"/>
                  </a:lnTo>
                  <a:cubicBezTo>
                    <a:pt x="1674383" y="612006"/>
                    <a:pt x="1677647" y="608844"/>
                    <a:pt x="1678085" y="608406"/>
                  </a:cubicBezTo>
                  <a:cubicBezTo>
                    <a:pt x="1678522" y="607969"/>
                    <a:pt x="1682426" y="606119"/>
                    <a:pt x="1682426" y="606119"/>
                  </a:cubicBezTo>
                  <a:cubicBezTo>
                    <a:pt x="1682426" y="606119"/>
                    <a:pt x="1685792" y="603932"/>
                    <a:pt x="1686431" y="603831"/>
                  </a:cubicBezTo>
                  <a:cubicBezTo>
                    <a:pt x="1687071" y="603731"/>
                    <a:pt x="1691446" y="601006"/>
                    <a:pt x="1691446" y="601006"/>
                  </a:cubicBezTo>
                  <a:lnTo>
                    <a:pt x="1694037" y="599694"/>
                  </a:lnTo>
                  <a:cubicBezTo>
                    <a:pt x="1694037" y="599694"/>
                    <a:pt x="1700028" y="596330"/>
                    <a:pt x="1700364" y="596229"/>
                  </a:cubicBezTo>
                  <a:cubicBezTo>
                    <a:pt x="1700701" y="596128"/>
                    <a:pt x="1707768" y="596128"/>
                    <a:pt x="1707768" y="596128"/>
                  </a:cubicBezTo>
                  <a:lnTo>
                    <a:pt x="1714499" y="594715"/>
                  </a:lnTo>
                  <a:lnTo>
                    <a:pt x="1719177" y="594715"/>
                  </a:lnTo>
                  <a:cubicBezTo>
                    <a:pt x="1719177" y="594715"/>
                    <a:pt x="1721667" y="595220"/>
                    <a:pt x="1722341" y="595859"/>
                  </a:cubicBezTo>
                  <a:cubicBezTo>
                    <a:pt x="1722980" y="596498"/>
                    <a:pt x="1725066" y="596229"/>
                    <a:pt x="1725066" y="596229"/>
                  </a:cubicBezTo>
                  <a:cubicBezTo>
                    <a:pt x="1725066" y="596229"/>
                    <a:pt x="1728668" y="597305"/>
                    <a:pt x="1729105" y="597440"/>
                  </a:cubicBezTo>
                  <a:cubicBezTo>
                    <a:pt x="1729543" y="597541"/>
                    <a:pt x="1732706" y="600602"/>
                    <a:pt x="1733009" y="601039"/>
                  </a:cubicBezTo>
                  <a:cubicBezTo>
                    <a:pt x="1733346" y="601477"/>
                    <a:pt x="1734422" y="602116"/>
                    <a:pt x="1734422" y="602116"/>
                  </a:cubicBezTo>
                  <a:cubicBezTo>
                    <a:pt x="1734422" y="602116"/>
                    <a:pt x="1735399" y="602351"/>
                    <a:pt x="1735836" y="602890"/>
                  </a:cubicBezTo>
                  <a:cubicBezTo>
                    <a:pt x="1736274" y="603428"/>
                    <a:pt x="1738999" y="602688"/>
                    <a:pt x="1739303" y="602890"/>
                  </a:cubicBezTo>
                  <a:cubicBezTo>
                    <a:pt x="1739639" y="603125"/>
                    <a:pt x="1741894" y="603529"/>
                    <a:pt x="1742466" y="603529"/>
                  </a:cubicBezTo>
                  <a:cubicBezTo>
                    <a:pt x="1743005" y="603529"/>
                    <a:pt x="1745630" y="605715"/>
                    <a:pt x="1746067" y="606253"/>
                  </a:cubicBezTo>
                  <a:cubicBezTo>
                    <a:pt x="1746504" y="606792"/>
                    <a:pt x="1748457" y="608642"/>
                    <a:pt x="1748457" y="608642"/>
                  </a:cubicBezTo>
                  <a:cubicBezTo>
                    <a:pt x="1748457" y="608642"/>
                    <a:pt x="1750408" y="610694"/>
                    <a:pt x="1750509" y="611030"/>
                  </a:cubicBezTo>
                  <a:cubicBezTo>
                    <a:pt x="1750611" y="611367"/>
                    <a:pt x="1753437" y="613520"/>
                    <a:pt x="1753875" y="613856"/>
                  </a:cubicBezTo>
                  <a:cubicBezTo>
                    <a:pt x="1754312" y="614192"/>
                    <a:pt x="1757240" y="617220"/>
                    <a:pt x="1757678" y="617556"/>
                  </a:cubicBezTo>
                  <a:cubicBezTo>
                    <a:pt x="1758115" y="617893"/>
                    <a:pt x="1760067" y="619306"/>
                    <a:pt x="1760303" y="619608"/>
                  </a:cubicBezTo>
                  <a:cubicBezTo>
                    <a:pt x="1760505" y="619945"/>
                    <a:pt x="1763029" y="620046"/>
                    <a:pt x="1764308" y="620248"/>
                  </a:cubicBezTo>
                  <a:cubicBezTo>
                    <a:pt x="1765620" y="620449"/>
                    <a:pt x="1766260" y="620349"/>
                    <a:pt x="1769524" y="620248"/>
                  </a:cubicBezTo>
                  <a:cubicBezTo>
                    <a:pt x="1772789" y="620147"/>
                    <a:pt x="1772015" y="621122"/>
                    <a:pt x="1773664" y="621122"/>
                  </a:cubicBezTo>
                  <a:cubicBezTo>
                    <a:pt x="1775313" y="621122"/>
                    <a:pt x="1775279" y="621560"/>
                    <a:pt x="1776289" y="621660"/>
                  </a:cubicBezTo>
                  <a:cubicBezTo>
                    <a:pt x="1777265" y="621761"/>
                    <a:pt x="1779553" y="624251"/>
                    <a:pt x="1781404" y="625462"/>
                  </a:cubicBezTo>
                  <a:cubicBezTo>
                    <a:pt x="1783255" y="626673"/>
                    <a:pt x="1783054" y="627076"/>
                    <a:pt x="1785005" y="627514"/>
                  </a:cubicBezTo>
                  <a:cubicBezTo>
                    <a:pt x="1786957" y="627951"/>
                    <a:pt x="1787159" y="628927"/>
                    <a:pt x="1787159" y="628927"/>
                  </a:cubicBezTo>
                  <a:cubicBezTo>
                    <a:pt x="1787159" y="628927"/>
                    <a:pt x="1790525" y="631416"/>
                    <a:pt x="1790962" y="631752"/>
                  </a:cubicBezTo>
                  <a:cubicBezTo>
                    <a:pt x="1791400" y="632089"/>
                    <a:pt x="1791602" y="634914"/>
                    <a:pt x="1791736" y="635217"/>
                  </a:cubicBezTo>
                  <a:cubicBezTo>
                    <a:pt x="1791837" y="635554"/>
                    <a:pt x="1794025" y="640431"/>
                    <a:pt x="1794462" y="640532"/>
                  </a:cubicBezTo>
                  <a:cubicBezTo>
                    <a:pt x="1794900" y="640633"/>
                    <a:pt x="1795438" y="640734"/>
                    <a:pt x="1797390" y="641508"/>
                  </a:cubicBezTo>
                  <a:cubicBezTo>
                    <a:pt x="1799342" y="642282"/>
                    <a:pt x="1799241" y="641272"/>
                    <a:pt x="1799578" y="641508"/>
                  </a:cubicBezTo>
                  <a:cubicBezTo>
                    <a:pt x="1799914" y="641710"/>
                    <a:pt x="1802068" y="642046"/>
                    <a:pt x="1803818" y="643257"/>
                  </a:cubicBezTo>
                  <a:cubicBezTo>
                    <a:pt x="1805568" y="644468"/>
                    <a:pt x="1804054" y="645107"/>
                    <a:pt x="1804054" y="645107"/>
                  </a:cubicBezTo>
                  <a:lnTo>
                    <a:pt x="1805232" y="647832"/>
                  </a:lnTo>
                  <a:cubicBezTo>
                    <a:pt x="1805232" y="647832"/>
                    <a:pt x="1807184" y="650120"/>
                    <a:pt x="1808833" y="651095"/>
                  </a:cubicBezTo>
                  <a:cubicBezTo>
                    <a:pt x="1810448" y="652071"/>
                    <a:pt x="1813713" y="655771"/>
                    <a:pt x="1814386" y="656208"/>
                  </a:cubicBezTo>
                  <a:cubicBezTo>
                    <a:pt x="1815025" y="656646"/>
                    <a:pt x="1818088" y="659471"/>
                    <a:pt x="1818391" y="659808"/>
                  </a:cubicBezTo>
                  <a:cubicBezTo>
                    <a:pt x="1818727" y="660144"/>
                    <a:pt x="1823944" y="664686"/>
                    <a:pt x="1824247" y="665022"/>
                  </a:cubicBezTo>
                  <a:cubicBezTo>
                    <a:pt x="1824583" y="665358"/>
                    <a:pt x="1830338" y="669597"/>
                    <a:pt x="1830540" y="669900"/>
                  </a:cubicBezTo>
                  <a:cubicBezTo>
                    <a:pt x="1830742" y="670236"/>
                    <a:pt x="1836396" y="676325"/>
                    <a:pt x="1836396" y="676325"/>
                  </a:cubicBezTo>
                  <a:lnTo>
                    <a:pt x="1839223" y="680664"/>
                  </a:lnTo>
                  <a:lnTo>
                    <a:pt x="1841713" y="683726"/>
                  </a:lnTo>
                  <a:cubicBezTo>
                    <a:pt x="1841713" y="683726"/>
                    <a:pt x="1844877" y="689915"/>
                    <a:pt x="1845180" y="690016"/>
                  </a:cubicBezTo>
                  <a:cubicBezTo>
                    <a:pt x="1845516" y="690117"/>
                    <a:pt x="1853324" y="696105"/>
                    <a:pt x="1854098" y="696744"/>
                  </a:cubicBezTo>
                  <a:cubicBezTo>
                    <a:pt x="1854872" y="697383"/>
                    <a:pt x="1856824" y="700209"/>
                    <a:pt x="1857464" y="701319"/>
                  </a:cubicBezTo>
                  <a:cubicBezTo>
                    <a:pt x="1858103" y="702396"/>
                    <a:pt x="1856387" y="703708"/>
                    <a:pt x="1856286" y="704145"/>
                  </a:cubicBezTo>
                  <a:cubicBezTo>
                    <a:pt x="1856185" y="704582"/>
                    <a:pt x="1853896" y="707071"/>
                    <a:pt x="1853459" y="707509"/>
                  </a:cubicBezTo>
                  <a:cubicBezTo>
                    <a:pt x="1853021" y="707946"/>
                    <a:pt x="1857464" y="711411"/>
                    <a:pt x="1859550" y="712622"/>
                  </a:cubicBezTo>
                  <a:cubicBezTo>
                    <a:pt x="1861603" y="713799"/>
                    <a:pt x="1861704" y="713799"/>
                    <a:pt x="1861704" y="713799"/>
                  </a:cubicBezTo>
                  <a:cubicBezTo>
                    <a:pt x="1861704" y="713799"/>
                    <a:pt x="1866820" y="719451"/>
                    <a:pt x="1867156" y="719989"/>
                  </a:cubicBezTo>
                  <a:cubicBezTo>
                    <a:pt x="1867493" y="720527"/>
                    <a:pt x="1867156" y="722916"/>
                    <a:pt x="1867156" y="722916"/>
                  </a:cubicBezTo>
                  <a:cubicBezTo>
                    <a:pt x="1867156" y="722916"/>
                    <a:pt x="1866483" y="724665"/>
                    <a:pt x="1866180" y="724766"/>
                  </a:cubicBezTo>
                  <a:cubicBezTo>
                    <a:pt x="1865844" y="724867"/>
                    <a:pt x="1862916" y="727592"/>
                    <a:pt x="1862478" y="727794"/>
                  </a:cubicBezTo>
                  <a:cubicBezTo>
                    <a:pt x="1862041" y="727995"/>
                    <a:pt x="1857800" y="731158"/>
                    <a:pt x="1857800" y="731158"/>
                  </a:cubicBezTo>
                  <a:cubicBezTo>
                    <a:pt x="1857800" y="731158"/>
                    <a:pt x="1851810" y="736170"/>
                    <a:pt x="1851170" y="736473"/>
                  </a:cubicBezTo>
                  <a:cubicBezTo>
                    <a:pt x="1850531" y="736809"/>
                    <a:pt x="1849118" y="738222"/>
                    <a:pt x="1849118" y="738222"/>
                  </a:cubicBezTo>
                  <a:lnTo>
                    <a:pt x="1842689" y="740947"/>
                  </a:lnTo>
                  <a:cubicBezTo>
                    <a:pt x="1842689" y="740947"/>
                    <a:pt x="1837271" y="742696"/>
                    <a:pt x="1836834" y="742898"/>
                  </a:cubicBezTo>
                  <a:cubicBezTo>
                    <a:pt x="1836396" y="743100"/>
                    <a:pt x="1830641" y="744210"/>
                    <a:pt x="1830641" y="744210"/>
                  </a:cubicBezTo>
                  <a:lnTo>
                    <a:pt x="1825727" y="744411"/>
                  </a:lnTo>
                  <a:cubicBezTo>
                    <a:pt x="1825727" y="744411"/>
                    <a:pt x="1815496" y="744210"/>
                    <a:pt x="1814318" y="744311"/>
                  </a:cubicBezTo>
                  <a:cubicBezTo>
                    <a:pt x="1813107" y="744411"/>
                    <a:pt x="1806174" y="745084"/>
                    <a:pt x="1805737" y="744950"/>
                  </a:cubicBezTo>
                  <a:cubicBezTo>
                    <a:pt x="1805299" y="744849"/>
                    <a:pt x="1803347" y="744411"/>
                    <a:pt x="1801732" y="743739"/>
                  </a:cubicBezTo>
                  <a:cubicBezTo>
                    <a:pt x="1800083" y="743100"/>
                    <a:pt x="1798568" y="742427"/>
                    <a:pt x="1798131" y="741989"/>
                  </a:cubicBezTo>
                  <a:cubicBezTo>
                    <a:pt x="1797693" y="741552"/>
                    <a:pt x="1796381" y="740139"/>
                    <a:pt x="1796078" y="739803"/>
                  </a:cubicBezTo>
                  <a:cubicBezTo>
                    <a:pt x="1795741" y="739466"/>
                    <a:pt x="1794429" y="737953"/>
                    <a:pt x="1793688" y="736775"/>
                  </a:cubicBezTo>
                  <a:cubicBezTo>
                    <a:pt x="1792914" y="735564"/>
                    <a:pt x="1792510" y="735800"/>
                    <a:pt x="1792510" y="735800"/>
                  </a:cubicBezTo>
                  <a:lnTo>
                    <a:pt x="1790996" y="734286"/>
                  </a:lnTo>
                  <a:lnTo>
                    <a:pt x="1788606" y="732537"/>
                  </a:lnTo>
                  <a:lnTo>
                    <a:pt x="1786857" y="731662"/>
                  </a:lnTo>
                  <a:lnTo>
                    <a:pt x="1784803" y="731763"/>
                  </a:lnTo>
                  <a:cubicBezTo>
                    <a:pt x="1784803" y="731763"/>
                    <a:pt x="1783491" y="731561"/>
                    <a:pt x="1782515" y="731763"/>
                  </a:cubicBezTo>
                  <a:cubicBezTo>
                    <a:pt x="1781539" y="731965"/>
                    <a:pt x="1780563" y="731763"/>
                    <a:pt x="1780563" y="731763"/>
                  </a:cubicBezTo>
                  <a:cubicBezTo>
                    <a:pt x="1780563" y="731763"/>
                    <a:pt x="1778712" y="732402"/>
                    <a:pt x="1778376" y="732537"/>
                  </a:cubicBezTo>
                  <a:cubicBezTo>
                    <a:pt x="1778072" y="732638"/>
                    <a:pt x="1776087" y="734488"/>
                    <a:pt x="1775784" y="734824"/>
                  </a:cubicBezTo>
                  <a:cubicBezTo>
                    <a:pt x="1775448" y="735161"/>
                    <a:pt x="1774034" y="736136"/>
                    <a:pt x="1774034" y="736136"/>
                  </a:cubicBezTo>
                  <a:cubicBezTo>
                    <a:pt x="1774034" y="736136"/>
                    <a:pt x="1771645" y="737650"/>
                    <a:pt x="1771207" y="738087"/>
                  </a:cubicBezTo>
                  <a:cubicBezTo>
                    <a:pt x="1770770" y="738525"/>
                    <a:pt x="1768481" y="738861"/>
                    <a:pt x="1768144" y="738962"/>
                  </a:cubicBezTo>
                  <a:cubicBezTo>
                    <a:pt x="1767842" y="739063"/>
                    <a:pt x="1766731" y="738962"/>
                    <a:pt x="1766731" y="738962"/>
                  </a:cubicBezTo>
                  <a:lnTo>
                    <a:pt x="1763567" y="738962"/>
                  </a:lnTo>
                  <a:cubicBezTo>
                    <a:pt x="1763567" y="738962"/>
                    <a:pt x="1760741" y="738693"/>
                    <a:pt x="1760101" y="738794"/>
                  </a:cubicBezTo>
                  <a:cubicBezTo>
                    <a:pt x="1759462" y="738895"/>
                    <a:pt x="1757813" y="738726"/>
                    <a:pt x="1757375" y="738726"/>
                  </a:cubicBezTo>
                  <a:cubicBezTo>
                    <a:pt x="1756938" y="738726"/>
                    <a:pt x="1752260" y="737213"/>
                    <a:pt x="1751182" y="736876"/>
                  </a:cubicBezTo>
                  <a:cubicBezTo>
                    <a:pt x="1750106" y="736540"/>
                    <a:pt x="1747279" y="736237"/>
                    <a:pt x="1746605" y="735800"/>
                  </a:cubicBezTo>
                  <a:cubicBezTo>
                    <a:pt x="1745966" y="735362"/>
                    <a:pt x="1744216" y="735699"/>
                    <a:pt x="1743779" y="735800"/>
                  </a:cubicBezTo>
                  <a:cubicBezTo>
                    <a:pt x="1743341" y="735901"/>
                    <a:pt x="1739740" y="735800"/>
                    <a:pt x="1739740" y="735800"/>
                  </a:cubicBezTo>
                  <a:cubicBezTo>
                    <a:pt x="1739740" y="735800"/>
                    <a:pt x="1736576" y="736573"/>
                    <a:pt x="1736173" y="736674"/>
                  </a:cubicBezTo>
                  <a:cubicBezTo>
                    <a:pt x="1735735" y="736775"/>
                    <a:pt x="1733346" y="737549"/>
                    <a:pt x="1733346" y="737549"/>
                  </a:cubicBezTo>
                  <a:lnTo>
                    <a:pt x="1729879" y="738861"/>
                  </a:lnTo>
                  <a:lnTo>
                    <a:pt x="1725538" y="740913"/>
                  </a:lnTo>
                  <a:cubicBezTo>
                    <a:pt x="1725538" y="740913"/>
                    <a:pt x="1723350" y="741687"/>
                    <a:pt x="1722913" y="741788"/>
                  </a:cubicBezTo>
                  <a:cubicBezTo>
                    <a:pt x="1722475" y="741888"/>
                    <a:pt x="1720321" y="742662"/>
                    <a:pt x="1720321" y="742662"/>
                  </a:cubicBezTo>
                  <a:lnTo>
                    <a:pt x="1717158" y="743840"/>
                  </a:lnTo>
                  <a:cubicBezTo>
                    <a:pt x="1717158" y="743840"/>
                    <a:pt x="1714432" y="745589"/>
                    <a:pt x="1713994" y="745791"/>
                  </a:cubicBezTo>
                  <a:cubicBezTo>
                    <a:pt x="1713557" y="746026"/>
                    <a:pt x="1711605" y="747742"/>
                    <a:pt x="1711268" y="748078"/>
                  </a:cubicBezTo>
                  <a:cubicBezTo>
                    <a:pt x="1710965" y="748415"/>
                    <a:pt x="1708677" y="750029"/>
                    <a:pt x="1708340" y="750130"/>
                  </a:cubicBezTo>
                  <a:cubicBezTo>
                    <a:pt x="1708004" y="750231"/>
                    <a:pt x="1705311" y="752519"/>
                    <a:pt x="1704537" y="753057"/>
                  </a:cubicBezTo>
                  <a:cubicBezTo>
                    <a:pt x="1703763" y="753595"/>
                    <a:pt x="1700499" y="756084"/>
                    <a:pt x="1699960" y="756421"/>
                  </a:cubicBezTo>
                  <a:cubicBezTo>
                    <a:pt x="1699422" y="756757"/>
                    <a:pt x="1698008" y="757632"/>
                    <a:pt x="1697335" y="757396"/>
                  </a:cubicBezTo>
                  <a:cubicBezTo>
                    <a:pt x="1696696" y="757161"/>
                    <a:pt x="1692321" y="760020"/>
                    <a:pt x="1692321" y="760020"/>
                  </a:cubicBezTo>
                  <a:lnTo>
                    <a:pt x="1688282" y="760121"/>
                  </a:lnTo>
                  <a:lnTo>
                    <a:pt x="1682527" y="759146"/>
                  </a:lnTo>
                  <a:cubicBezTo>
                    <a:pt x="1682527" y="759146"/>
                    <a:pt x="1679700" y="757935"/>
                    <a:pt x="1679364" y="757497"/>
                  </a:cubicBezTo>
                  <a:cubicBezTo>
                    <a:pt x="1679027" y="757060"/>
                    <a:pt x="1677950" y="758036"/>
                    <a:pt x="1677950" y="758036"/>
                  </a:cubicBezTo>
                  <a:cubicBezTo>
                    <a:pt x="1677950" y="758036"/>
                    <a:pt x="1675224" y="758036"/>
                    <a:pt x="1674349" y="758036"/>
                  </a:cubicBezTo>
                  <a:cubicBezTo>
                    <a:pt x="1673474" y="758036"/>
                    <a:pt x="1672397" y="758372"/>
                    <a:pt x="1672060" y="758574"/>
                  </a:cubicBezTo>
                  <a:cubicBezTo>
                    <a:pt x="1671724" y="758776"/>
                    <a:pt x="1667921" y="760323"/>
                    <a:pt x="1667921" y="760323"/>
                  </a:cubicBezTo>
                  <a:lnTo>
                    <a:pt x="1664454" y="764225"/>
                  </a:lnTo>
                  <a:lnTo>
                    <a:pt x="1662940" y="767589"/>
                  </a:lnTo>
                  <a:cubicBezTo>
                    <a:pt x="1662940" y="767589"/>
                    <a:pt x="1663041" y="772265"/>
                    <a:pt x="1662940" y="772601"/>
                  </a:cubicBezTo>
                  <a:cubicBezTo>
                    <a:pt x="1662839" y="772938"/>
                    <a:pt x="1660854" y="776638"/>
                    <a:pt x="1660349" y="777177"/>
                  </a:cubicBezTo>
                  <a:cubicBezTo>
                    <a:pt x="1659811" y="777715"/>
                    <a:pt x="1658599" y="780002"/>
                    <a:pt x="1657959" y="781079"/>
                  </a:cubicBezTo>
                  <a:cubicBezTo>
                    <a:pt x="1657320" y="782155"/>
                    <a:pt x="1655133" y="783232"/>
                    <a:pt x="1654358" y="783568"/>
                  </a:cubicBezTo>
                  <a:cubicBezTo>
                    <a:pt x="1653584" y="783904"/>
                    <a:pt x="1651868" y="784443"/>
                    <a:pt x="1651195" y="784443"/>
                  </a:cubicBezTo>
                  <a:cubicBezTo>
                    <a:pt x="1650556" y="784443"/>
                    <a:pt x="1648805" y="784443"/>
                    <a:pt x="1647930" y="784241"/>
                  </a:cubicBezTo>
                  <a:cubicBezTo>
                    <a:pt x="1647055" y="784039"/>
                    <a:pt x="1645743" y="783164"/>
                    <a:pt x="1644868" y="783164"/>
                  </a:cubicBezTo>
                  <a:cubicBezTo>
                    <a:pt x="1643993" y="783164"/>
                    <a:pt x="1638339" y="782391"/>
                    <a:pt x="1637464" y="781953"/>
                  </a:cubicBezTo>
                  <a:cubicBezTo>
                    <a:pt x="1636589" y="781516"/>
                    <a:pt x="1631911" y="781751"/>
                    <a:pt x="1631608" y="781953"/>
                  </a:cubicBezTo>
                  <a:cubicBezTo>
                    <a:pt x="1631271" y="782155"/>
                    <a:pt x="1626829" y="781953"/>
                    <a:pt x="1626829" y="781953"/>
                  </a:cubicBezTo>
                  <a:lnTo>
                    <a:pt x="1621074" y="783265"/>
                  </a:lnTo>
                  <a:cubicBezTo>
                    <a:pt x="1621074" y="783265"/>
                    <a:pt x="1614646" y="786427"/>
                    <a:pt x="1614444" y="786730"/>
                  </a:cubicBezTo>
                  <a:cubicBezTo>
                    <a:pt x="1614242" y="787067"/>
                    <a:pt x="1606602" y="792718"/>
                    <a:pt x="1606199" y="792718"/>
                  </a:cubicBezTo>
                  <a:cubicBezTo>
                    <a:pt x="1605795" y="792718"/>
                    <a:pt x="1600343" y="794333"/>
                    <a:pt x="1600343" y="794333"/>
                  </a:cubicBezTo>
                  <a:lnTo>
                    <a:pt x="1595463" y="798672"/>
                  </a:lnTo>
                  <a:lnTo>
                    <a:pt x="1593410" y="805198"/>
                  </a:lnTo>
                  <a:lnTo>
                    <a:pt x="1590919" y="808798"/>
                  </a:lnTo>
                  <a:lnTo>
                    <a:pt x="1585804" y="813575"/>
                  </a:lnTo>
                  <a:lnTo>
                    <a:pt x="1583953" y="815526"/>
                  </a:lnTo>
                  <a:lnTo>
                    <a:pt x="1581227" y="818351"/>
                  </a:lnTo>
                  <a:lnTo>
                    <a:pt x="1577962" y="822691"/>
                  </a:lnTo>
                  <a:lnTo>
                    <a:pt x="1576212" y="826829"/>
                  </a:lnTo>
                  <a:lnTo>
                    <a:pt x="1574563" y="828040"/>
                  </a:lnTo>
                  <a:cubicBezTo>
                    <a:pt x="1574563" y="828040"/>
                    <a:pt x="1573823" y="831067"/>
                    <a:pt x="1573486" y="831404"/>
                  </a:cubicBezTo>
                  <a:cubicBezTo>
                    <a:pt x="1573150" y="831740"/>
                    <a:pt x="1572712" y="833893"/>
                    <a:pt x="1572712" y="833893"/>
                  </a:cubicBezTo>
                  <a:cubicBezTo>
                    <a:pt x="1572712" y="833893"/>
                    <a:pt x="1572510" y="835743"/>
                    <a:pt x="1572376" y="836618"/>
                  </a:cubicBezTo>
                  <a:cubicBezTo>
                    <a:pt x="1572275" y="837492"/>
                    <a:pt x="1572039" y="837694"/>
                    <a:pt x="1572039" y="837694"/>
                  </a:cubicBezTo>
                  <a:lnTo>
                    <a:pt x="1573654" y="840318"/>
                  </a:lnTo>
                  <a:lnTo>
                    <a:pt x="1576683" y="845431"/>
                  </a:lnTo>
                  <a:lnTo>
                    <a:pt x="1577323" y="847618"/>
                  </a:lnTo>
                  <a:lnTo>
                    <a:pt x="1577861" y="851083"/>
                  </a:lnTo>
                  <a:lnTo>
                    <a:pt x="1577861" y="854548"/>
                  </a:lnTo>
                  <a:lnTo>
                    <a:pt x="1577861" y="856600"/>
                  </a:lnTo>
                  <a:lnTo>
                    <a:pt x="1577054" y="858349"/>
                  </a:lnTo>
                  <a:cubicBezTo>
                    <a:pt x="1577054" y="858349"/>
                    <a:pt x="1575472" y="859863"/>
                    <a:pt x="1575034" y="860098"/>
                  </a:cubicBezTo>
                  <a:cubicBezTo>
                    <a:pt x="1574597" y="860334"/>
                    <a:pt x="1572544" y="862049"/>
                    <a:pt x="1572544" y="862049"/>
                  </a:cubicBezTo>
                  <a:cubicBezTo>
                    <a:pt x="1572544" y="862049"/>
                    <a:pt x="1570155" y="862688"/>
                    <a:pt x="1569818" y="862924"/>
                  </a:cubicBezTo>
                  <a:cubicBezTo>
                    <a:pt x="1569481" y="863126"/>
                    <a:pt x="1565678" y="862924"/>
                    <a:pt x="1565678" y="862924"/>
                  </a:cubicBezTo>
                  <a:lnTo>
                    <a:pt x="1561236" y="863698"/>
                  </a:lnTo>
                  <a:lnTo>
                    <a:pt x="1558207" y="864236"/>
                  </a:lnTo>
                  <a:lnTo>
                    <a:pt x="1555918" y="865110"/>
                  </a:lnTo>
                  <a:cubicBezTo>
                    <a:pt x="1555918" y="865110"/>
                    <a:pt x="1553529" y="866860"/>
                    <a:pt x="1553193" y="866961"/>
                  </a:cubicBezTo>
                  <a:cubicBezTo>
                    <a:pt x="1552856" y="867062"/>
                    <a:pt x="1551341" y="868710"/>
                    <a:pt x="1551341" y="868710"/>
                  </a:cubicBezTo>
                  <a:lnTo>
                    <a:pt x="1549928" y="870997"/>
                  </a:lnTo>
                  <a:lnTo>
                    <a:pt x="1547438" y="874462"/>
                  </a:lnTo>
                  <a:lnTo>
                    <a:pt x="1542995" y="878802"/>
                  </a:lnTo>
                  <a:lnTo>
                    <a:pt x="1538519" y="880316"/>
                  </a:lnTo>
                  <a:lnTo>
                    <a:pt x="1533202" y="885631"/>
                  </a:lnTo>
                  <a:cubicBezTo>
                    <a:pt x="1533202" y="885631"/>
                    <a:pt x="1527649" y="891047"/>
                    <a:pt x="1527312" y="891282"/>
                  </a:cubicBezTo>
                  <a:cubicBezTo>
                    <a:pt x="1527009" y="891484"/>
                    <a:pt x="1520918" y="895285"/>
                    <a:pt x="1520918" y="895285"/>
                  </a:cubicBezTo>
                  <a:lnTo>
                    <a:pt x="1515802" y="896799"/>
                  </a:lnTo>
                  <a:lnTo>
                    <a:pt x="1509812" y="899187"/>
                  </a:lnTo>
                  <a:lnTo>
                    <a:pt x="1502240" y="900600"/>
                  </a:lnTo>
                  <a:lnTo>
                    <a:pt x="1479624" y="900600"/>
                  </a:lnTo>
                  <a:lnTo>
                    <a:pt x="1467441" y="900600"/>
                  </a:lnTo>
                  <a:lnTo>
                    <a:pt x="1459397" y="900600"/>
                  </a:lnTo>
                  <a:cubicBezTo>
                    <a:pt x="1459397" y="900600"/>
                    <a:pt x="1453643" y="901139"/>
                    <a:pt x="1453306" y="901139"/>
                  </a:cubicBezTo>
                  <a:cubicBezTo>
                    <a:pt x="1452969" y="901139"/>
                    <a:pt x="1446878" y="902114"/>
                    <a:pt x="1446878" y="902114"/>
                  </a:cubicBezTo>
                  <a:cubicBezTo>
                    <a:pt x="1446878" y="902114"/>
                    <a:pt x="1443613" y="903191"/>
                    <a:pt x="1443176" y="903191"/>
                  </a:cubicBezTo>
                  <a:cubicBezTo>
                    <a:pt x="1442739" y="903191"/>
                    <a:pt x="1439272" y="904940"/>
                    <a:pt x="1439036" y="905243"/>
                  </a:cubicBezTo>
                  <a:cubicBezTo>
                    <a:pt x="1438801" y="905579"/>
                    <a:pt x="1437959" y="906555"/>
                    <a:pt x="1437959" y="906555"/>
                  </a:cubicBezTo>
                  <a:lnTo>
                    <a:pt x="1436983" y="908405"/>
                  </a:lnTo>
                  <a:lnTo>
                    <a:pt x="1436983" y="911567"/>
                  </a:lnTo>
                  <a:lnTo>
                    <a:pt x="1435233" y="915368"/>
                  </a:lnTo>
                  <a:lnTo>
                    <a:pt x="1435233" y="920246"/>
                  </a:lnTo>
                  <a:lnTo>
                    <a:pt x="1432070" y="925023"/>
                  </a:lnTo>
                  <a:lnTo>
                    <a:pt x="1427055" y="930674"/>
                  </a:lnTo>
                  <a:lnTo>
                    <a:pt x="1421401" y="936225"/>
                  </a:lnTo>
                  <a:lnTo>
                    <a:pt x="1412180" y="942953"/>
                  </a:lnTo>
                  <a:cubicBezTo>
                    <a:pt x="1412180" y="942953"/>
                    <a:pt x="1400670" y="955567"/>
                    <a:pt x="1400233" y="955668"/>
                  </a:cubicBezTo>
                  <a:cubicBezTo>
                    <a:pt x="1399795" y="955769"/>
                    <a:pt x="1389699" y="962834"/>
                    <a:pt x="1389699" y="962834"/>
                  </a:cubicBezTo>
                  <a:cubicBezTo>
                    <a:pt x="1389699" y="962834"/>
                    <a:pt x="1380242" y="970133"/>
                    <a:pt x="1378626" y="970672"/>
                  </a:cubicBezTo>
                  <a:cubicBezTo>
                    <a:pt x="1377011" y="971210"/>
                    <a:pt x="1374722" y="971849"/>
                    <a:pt x="1374722" y="971849"/>
                  </a:cubicBezTo>
                  <a:lnTo>
                    <a:pt x="1364828" y="975314"/>
                  </a:lnTo>
                  <a:lnTo>
                    <a:pt x="1355169" y="975314"/>
                  </a:lnTo>
                  <a:cubicBezTo>
                    <a:pt x="1355169" y="975314"/>
                    <a:pt x="1348438" y="974776"/>
                    <a:pt x="1348001" y="974776"/>
                  </a:cubicBezTo>
                  <a:cubicBezTo>
                    <a:pt x="1347563" y="974776"/>
                    <a:pt x="1342549" y="974237"/>
                    <a:pt x="1341808" y="974338"/>
                  </a:cubicBezTo>
                  <a:cubicBezTo>
                    <a:pt x="1341034" y="974439"/>
                    <a:pt x="1337130" y="974776"/>
                    <a:pt x="1336255" y="974776"/>
                  </a:cubicBezTo>
                  <a:cubicBezTo>
                    <a:pt x="1335380" y="974776"/>
                    <a:pt x="1333428" y="974540"/>
                    <a:pt x="1332553" y="974237"/>
                  </a:cubicBezTo>
                  <a:cubicBezTo>
                    <a:pt x="1331678" y="973901"/>
                    <a:pt x="1328010" y="973262"/>
                    <a:pt x="1327135" y="973262"/>
                  </a:cubicBezTo>
                  <a:cubicBezTo>
                    <a:pt x="1326260" y="973262"/>
                    <a:pt x="1322995" y="972051"/>
                    <a:pt x="1322558" y="972051"/>
                  </a:cubicBezTo>
                  <a:cubicBezTo>
                    <a:pt x="1322120" y="972051"/>
                    <a:pt x="1317139" y="971513"/>
                    <a:pt x="1317139" y="971513"/>
                  </a:cubicBezTo>
                  <a:lnTo>
                    <a:pt x="1307582" y="967711"/>
                  </a:lnTo>
                  <a:lnTo>
                    <a:pt x="1302264" y="968351"/>
                  </a:lnTo>
                  <a:lnTo>
                    <a:pt x="1298024" y="968351"/>
                  </a:lnTo>
                  <a:lnTo>
                    <a:pt x="1293446" y="967812"/>
                  </a:lnTo>
                  <a:lnTo>
                    <a:pt x="1289307" y="966063"/>
                  </a:lnTo>
                  <a:lnTo>
                    <a:pt x="1284427" y="963574"/>
                  </a:lnTo>
                  <a:lnTo>
                    <a:pt x="1274735" y="954760"/>
                  </a:lnTo>
                  <a:cubicBezTo>
                    <a:pt x="1274735" y="954760"/>
                    <a:pt x="1272446" y="952271"/>
                    <a:pt x="1272143" y="952035"/>
                  </a:cubicBezTo>
                  <a:cubicBezTo>
                    <a:pt x="1271840" y="951800"/>
                    <a:pt x="1269956" y="949748"/>
                    <a:pt x="1269653" y="949546"/>
                  </a:cubicBezTo>
                  <a:cubicBezTo>
                    <a:pt x="1269316" y="949310"/>
                    <a:pt x="1267364" y="948234"/>
                    <a:pt x="1267028" y="948133"/>
                  </a:cubicBezTo>
                  <a:cubicBezTo>
                    <a:pt x="1266691" y="948032"/>
                    <a:pt x="1262249" y="947494"/>
                    <a:pt x="1262249" y="947494"/>
                  </a:cubicBezTo>
                  <a:lnTo>
                    <a:pt x="1253566" y="947494"/>
                  </a:lnTo>
                  <a:lnTo>
                    <a:pt x="1240508" y="947494"/>
                  </a:lnTo>
                  <a:lnTo>
                    <a:pt x="1236907" y="947696"/>
                  </a:lnTo>
                  <a:cubicBezTo>
                    <a:pt x="1236907" y="947696"/>
                    <a:pt x="1233777" y="947729"/>
                    <a:pt x="1233340" y="947830"/>
                  </a:cubicBezTo>
                  <a:cubicBezTo>
                    <a:pt x="1232902" y="947931"/>
                    <a:pt x="1229739" y="948806"/>
                    <a:pt x="1229739" y="948806"/>
                  </a:cubicBezTo>
                  <a:lnTo>
                    <a:pt x="1227450" y="949344"/>
                  </a:lnTo>
                  <a:cubicBezTo>
                    <a:pt x="1227450" y="949344"/>
                    <a:pt x="1224859" y="950858"/>
                    <a:pt x="1222873" y="951632"/>
                  </a:cubicBezTo>
                  <a:cubicBezTo>
                    <a:pt x="1220921" y="952405"/>
                    <a:pt x="1219507" y="953280"/>
                    <a:pt x="1219507" y="953280"/>
                  </a:cubicBezTo>
                  <a:lnTo>
                    <a:pt x="1216479" y="955870"/>
                  </a:lnTo>
                  <a:lnTo>
                    <a:pt x="1213753" y="957922"/>
                  </a:lnTo>
                  <a:cubicBezTo>
                    <a:pt x="1213753" y="957922"/>
                    <a:pt x="1210589" y="960513"/>
                    <a:pt x="1210152" y="960950"/>
                  </a:cubicBezTo>
                  <a:cubicBezTo>
                    <a:pt x="1209714" y="961387"/>
                    <a:pt x="1208099" y="964953"/>
                    <a:pt x="1208099" y="964953"/>
                  </a:cubicBezTo>
                  <a:lnTo>
                    <a:pt x="1205810" y="969831"/>
                  </a:lnTo>
                  <a:lnTo>
                    <a:pt x="1200358" y="975684"/>
                  </a:lnTo>
                  <a:lnTo>
                    <a:pt x="1198171" y="985675"/>
                  </a:lnTo>
                  <a:lnTo>
                    <a:pt x="1197194" y="987962"/>
                  </a:lnTo>
                  <a:lnTo>
                    <a:pt x="1195243" y="992403"/>
                  </a:lnTo>
                  <a:lnTo>
                    <a:pt x="1193728" y="996641"/>
                  </a:lnTo>
                  <a:lnTo>
                    <a:pt x="1191978" y="1000544"/>
                  </a:lnTo>
                  <a:lnTo>
                    <a:pt x="1191002" y="1004984"/>
                  </a:lnTo>
                  <a:lnTo>
                    <a:pt x="1190565" y="1009559"/>
                  </a:lnTo>
                  <a:lnTo>
                    <a:pt x="1189689" y="1012721"/>
                  </a:lnTo>
                  <a:lnTo>
                    <a:pt x="1188377" y="1015648"/>
                  </a:lnTo>
                  <a:lnTo>
                    <a:pt x="1185314" y="1019348"/>
                  </a:lnTo>
                  <a:lnTo>
                    <a:pt x="1184574" y="1021299"/>
                  </a:lnTo>
                  <a:lnTo>
                    <a:pt x="1184776" y="1024764"/>
                  </a:lnTo>
                  <a:cubicBezTo>
                    <a:pt x="1184776" y="1024764"/>
                    <a:pt x="1184776" y="1027153"/>
                    <a:pt x="1184776" y="1027691"/>
                  </a:cubicBezTo>
                  <a:cubicBezTo>
                    <a:pt x="1184776" y="1028229"/>
                    <a:pt x="1185819" y="1030752"/>
                    <a:pt x="1185819" y="1030752"/>
                  </a:cubicBezTo>
                  <a:lnTo>
                    <a:pt x="1188040" y="1033342"/>
                  </a:lnTo>
                  <a:lnTo>
                    <a:pt x="1191204" y="1036942"/>
                  </a:lnTo>
                  <a:lnTo>
                    <a:pt x="1192718" y="1043569"/>
                  </a:lnTo>
                  <a:lnTo>
                    <a:pt x="1192920" y="1046731"/>
                  </a:lnTo>
                  <a:lnTo>
                    <a:pt x="1198036" y="1054434"/>
                  </a:lnTo>
                  <a:lnTo>
                    <a:pt x="1201300" y="1059850"/>
                  </a:lnTo>
                  <a:lnTo>
                    <a:pt x="1207493" y="1064863"/>
                  </a:lnTo>
                  <a:lnTo>
                    <a:pt x="1218464" y="1074854"/>
                  </a:lnTo>
                  <a:lnTo>
                    <a:pt x="1221931" y="1078991"/>
                  </a:lnTo>
                  <a:lnTo>
                    <a:pt x="1225296" y="1082153"/>
                  </a:lnTo>
                  <a:lnTo>
                    <a:pt x="1226508" y="1085618"/>
                  </a:lnTo>
                  <a:lnTo>
                    <a:pt x="1226508" y="1089857"/>
                  </a:lnTo>
                  <a:lnTo>
                    <a:pt x="1226036" y="1095845"/>
                  </a:lnTo>
                  <a:lnTo>
                    <a:pt x="1222267" y="1100622"/>
                  </a:lnTo>
                  <a:cubicBezTo>
                    <a:pt x="1222267" y="1100622"/>
                    <a:pt x="1217926" y="1106273"/>
                    <a:pt x="1217589" y="1106273"/>
                  </a:cubicBezTo>
                  <a:cubicBezTo>
                    <a:pt x="1217253" y="1106273"/>
                    <a:pt x="1207493" y="1114851"/>
                    <a:pt x="1207493" y="1114851"/>
                  </a:cubicBezTo>
                  <a:lnTo>
                    <a:pt x="1196420" y="1123429"/>
                  </a:lnTo>
                  <a:lnTo>
                    <a:pt x="1185314" y="1129518"/>
                  </a:lnTo>
                  <a:lnTo>
                    <a:pt x="1166535" y="1137423"/>
                  </a:lnTo>
                  <a:lnTo>
                    <a:pt x="1159569" y="1140586"/>
                  </a:lnTo>
                  <a:lnTo>
                    <a:pt x="1153141" y="1142436"/>
                  </a:lnTo>
                  <a:cubicBezTo>
                    <a:pt x="1153141" y="1142436"/>
                    <a:pt x="1149136" y="1144824"/>
                    <a:pt x="1148799" y="1145160"/>
                  </a:cubicBezTo>
                  <a:cubicBezTo>
                    <a:pt x="1148463" y="1145497"/>
                    <a:pt x="1144323" y="1147784"/>
                    <a:pt x="1144020" y="1148087"/>
                  </a:cubicBezTo>
                  <a:cubicBezTo>
                    <a:pt x="1143684" y="1148423"/>
                    <a:pt x="1141193" y="1150812"/>
                    <a:pt x="1140857" y="1151552"/>
                  </a:cubicBezTo>
                  <a:cubicBezTo>
                    <a:pt x="1140520" y="1152292"/>
                    <a:pt x="1137794" y="1155589"/>
                    <a:pt x="1137794" y="1155589"/>
                  </a:cubicBezTo>
                  <a:lnTo>
                    <a:pt x="1135943" y="1158852"/>
                  </a:lnTo>
                  <a:lnTo>
                    <a:pt x="1134092" y="1162014"/>
                  </a:lnTo>
                  <a:lnTo>
                    <a:pt x="1131467" y="1165378"/>
                  </a:lnTo>
                  <a:lnTo>
                    <a:pt x="1129179" y="1168103"/>
                  </a:lnTo>
                  <a:lnTo>
                    <a:pt x="1126789" y="1172341"/>
                  </a:lnTo>
                  <a:lnTo>
                    <a:pt x="1123323" y="1175941"/>
                  </a:lnTo>
                  <a:lnTo>
                    <a:pt x="1120832" y="1180818"/>
                  </a:lnTo>
                  <a:lnTo>
                    <a:pt x="1115818" y="1189195"/>
                  </a:lnTo>
                  <a:lnTo>
                    <a:pt x="1094178" y="1207562"/>
                  </a:lnTo>
                  <a:cubicBezTo>
                    <a:pt x="1094178" y="1207562"/>
                    <a:pt x="1091351" y="1211262"/>
                    <a:pt x="1091014" y="1211599"/>
                  </a:cubicBezTo>
                  <a:cubicBezTo>
                    <a:pt x="1090678" y="1211935"/>
                    <a:pt x="1088288" y="1214963"/>
                    <a:pt x="1087851" y="1215198"/>
                  </a:cubicBezTo>
                  <a:cubicBezTo>
                    <a:pt x="1087413" y="1215400"/>
                    <a:pt x="1084923" y="1217048"/>
                    <a:pt x="1084923" y="1217048"/>
                  </a:cubicBezTo>
                  <a:cubicBezTo>
                    <a:pt x="1084923" y="1217048"/>
                    <a:pt x="1081557" y="1219437"/>
                    <a:pt x="1080783" y="1220110"/>
                  </a:cubicBezTo>
                  <a:cubicBezTo>
                    <a:pt x="1080043" y="1220749"/>
                    <a:pt x="1077519" y="1221287"/>
                    <a:pt x="1076105" y="1221422"/>
                  </a:cubicBezTo>
                  <a:cubicBezTo>
                    <a:pt x="1074692" y="1221522"/>
                    <a:pt x="1071966" y="1222296"/>
                    <a:pt x="1070889" y="1222498"/>
                  </a:cubicBezTo>
                  <a:cubicBezTo>
                    <a:pt x="1069812" y="1222733"/>
                    <a:pt x="1068398" y="1222834"/>
                    <a:pt x="1067523" y="1222935"/>
                  </a:cubicBezTo>
                  <a:cubicBezTo>
                    <a:pt x="1066648" y="1223036"/>
                    <a:pt x="1062745" y="1223373"/>
                    <a:pt x="1062745" y="1223373"/>
                  </a:cubicBezTo>
                  <a:cubicBezTo>
                    <a:pt x="1062745" y="1223373"/>
                    <a:pt x="1056451" y="1224146"/>
                    <a:pt x="1055340" y="1224146"/>
                  </a:cubicBezTo>
                  <a:cubicBezTo>
                    <a:pt x="1054263" y="1224146"/>
                    <a:pt x="1051436" y="1224584"/>
                    <a:pt x="1051436" y="1224584"/>
                  </a:cubicBezTo>
                  <a:lnTo>
                    <a:pt x="1046657" y="1226636"/>
                  </a:lnTo>
                  <a:lnTo>
                    <a:pt x="1040028" y="1230235"/>
                  </a:lnTo>
                  <a:lnTo>
                    <a:pt x="1034037" y="1234238"/>
                  </a:lnTo>
                  <a:cubicBezTo>
                    <a:pt x="1034037" y="1234238"/>
                    <a:pt x="1025994" y="1241202"/>
                    <a:pt x="1025657" y="1241504"/>
                  </a:cubicBezTo>
                  <a:cubicBezTo>
                    <a:pt x="1025321" y="1241841"/>
                    <a:pt x="1016873" y="1244734"/>
                    <a:pt x="1016873" y="1244734"/>
                  </a:cubicBezTo>
                  <a:lnTo>
                    <a:pt x="1002536" y="1244734"/>
                  </a:lnTo>
                  <a:lnTo>
                    <a:pt x="978944" y="1246079"/>
                  </a:lnTo>
                  <a:lnTo>
                    <a:pt x="959055" y="1248199"/>
                  </a:lnTo>
                  <a:lnTo>
                    <a:pt x="953199" y="1248636"/>
                  </a:lnTo>
                  <a:lnTo>
                    <a:pt x="941352" y="1246786"/>
                  </a:lnTo>
                  <a:lnTo>
                    <a:pt x="926242" y="1245272"/>
                  </a:lnTo>
                  <a:lnTo>
                    <a:pt x="916010" y="1245474"/>
                  </a:lnTo>
                  <a:lnTo>
                    <a:pt x="890130" y="1246113"/>
                  </a:lnTo>
                  <a:lnTo>
                    <a:pt x="883702" y="1246449"/>
                  </a:lnTo>
                  <a:lnTo>
                    <a:pt x="871250" y="1248064"/>
                  </a:lnTo>
                  <a:lnTo>
                    <a:pt x="860615" y="1248064"/>
                  </a:lnTo>
                  <a:cubicBezTo>
                    <a:pt x="860615" y="1248064"/>
                    <a:pt x="856711" y="1245508"/>
                    <a:pt x="856576" y="1245171"/>
                  </a:cubicBezTo>
                  <a:cubicBezTo>
                    <a:pt x="856475" y="1244835"/>
                    <a:pt x="852235" y="1243388"/>
                    <a:pt x="852235" y="1243388"/>
                  </a:cubicBezTo>
                  <a:lnTo>
                    <a:pt x="847692" y="1242850"/>
                  </a:lnTo>
                  <a:lnTo>
                    <a:pt x="842038" y="1243085"/>
                  </a:lnTo>
                  <a:lnTo>
                    <a:pt x="837898" y="1243422"/>
                  </a:lnTo>
                  <a:lnTo>
                    <a:pt x="833994" y="1244734"/>
                  </a:lnTo>
                  <a:lnTo>
                    <a:pt x="828677" y="1247459"/>
                  </a:lnTo>
                  <a:lnTo>
                    <a:pt x="815854" y="1255936"/>
                  </a:lnTo>
                  <a:lnTo>
                    <a:pt x="812354" y="1260073"/>
                  </a:lnTo>
                  <a:lnTo>
                    <a:pt x="803234" y="1262361"/>
                  </a:lnTo>
                  <a:lnTo>
                    <a:pt x="794214" y="1262563"/>
                  </a:lnTo>
                  <a:lnTo>
                    <a:pt x="785633" y="1262462"/>
                  </a:lnTo>
                  <a:lnTo>
                    <a:pt x="780079" y="1263437"/>
                  </a:lnTo>
                  <a:lnTo>
                    <a:pt x="770084" y="1267239"/>
                  </a:lnTo>
                  <a:lnTo>
                    <a:pt x="735184" y="1282444"/>
                  </a:lnTo>
                  <a:lnTo>
                    <a:pt x="719097" y="1288734"/>
                  </a:lnTo>
                  <a:lnTo>
                    <a:pt x="693890" y="1299062"/>
                  </a:lnTo>
                  <a:lnTo>
                    <a:pt x="667808" y="1313291"/>
                  </a:lnTo>
                  <a:lnTo>
                    <a:pt x="661817" y="1316117"/>
                  </a:lnTo>
                  <a:lnTo>
                    <a:pt x="655962" y="1322105"/>
                  </a:lnTo>
                  <a:lnTo>
                    <a:pt x="647817" y="1326344"/>
                  </a:lnTo>
                  <a:lnTo>
                    <a:pt x="645428" y="1328934"/>
                  </a:lnTo>
                  <a:lnTo>
                    <a:pt x="643476" y="1332096"/>
                  </a:lnTo>
                  <a:cubicBezTo>
                    <a:pt x="643476" y="1332096"/>
                    <a:pt x="639336" y="1333946"/>
                    <a:pt x="638899" y="1333946"/>
                  </a:cubicBezTo>
                  <a:cubicBezTo>
                    <a:pt x="638461" y="1333946"/>
                    <a:pt x="634860" y="1332432"/>
                    <a:pt x="634423" y="1332298"/>
                  </a:cubicBezTo>
                  <a:cubicBezTo>
                    <a:pt x="633985" y="1332197"/>
                    <a:pt x="633447" y="1329573"/>
                    <a:pt x="633447" y="1329573"/>
                  </a:cubicBezTo>
                  <a:lnTo>
                    <a:pt x="632134" y="1325973"/>
                  </a:lnTo>
                  <a:lnTo>
                    <a:pt x="627994" y="1324998"/>
                  </a:lnTo>
                  <a:lnTo>
                    <a:pt x="621600" y="1324022"/>
                  </a:lnTo>
                  <a:lnTo>
                    <a:pt x="616720" y="1324897"/>
                  </a:lnTo>
                  <a:cubicBezTo>
                    <a:pt x="616720" y="1324897"/>
                    <a:pt x="611403" y="1325671"/>
                    <a:pt x="611066" y="1325873"/>
                  </a:cubicBezTo>
                  <a:cubicBezTo>
                    <a:pt x="610730" y="1326074"/>
                    <a:pt x="606927" y="1325873"/>
                    <a:pt x="606489" y="1325873"/>
                  </a:cubicBezTo>
                  <a:cubicBezTo>
                    <a:pt x="606052" y="1325873"/>
                    <a:pt x="602350" y="1324796"/>
                    <a:pt x="602047" y="1324460"/>
                  </a:cubicBezTo>
                  <a:cubicBezTo>
                    <a:pt x="601710" y="1324123"/>
                    <a:pt x="600432" y="1322408"/>
                    <a:pt x="600432" y="1322408"/>
                  </a:cubicBezTo>
                  <a:lnTo>
                    <a:pt x="599119" y="1318505"/>
                  </a:lnTo>
                  <a:lnTo>
                    <a:pt x="599119" y="1311542"/>
                  </a:lnTo>
                  <a:lnTo>
                    <a:pt x="599119" y="1308077"/>
                  </a:lnTo>
                  <a:lnTo>
                    <a:pt x="599119" y="1303199"/>
                  </a:lnTo>
                  <a:cubicBezTo>
                    <a:pt x="599119" y="1303199"/>
                    <a:pt x="596797" y="1300273"/>
                    <a:pt x="596561" y="1299936"/>
                  </a:cubicBezTo>
                  <a:cubicBezTo>
                    <a:pt x="596359" y="1299600"/>
                    <a:pt x="594441" y="1298288"/>
                    <a:pt x="594441" y="1298288"/>
                  </a:cubicBezTo>
                  <a:lnTo>
                    <a:pt x="589426" y="1297851"/>
                  </a:lnTo>
                  <a:lnTo>
                    <a:pt x="584648" y="1300475"/>
                  </a:lnTo>
                  <a:lnTo>
                    <a:pt x="572262" y="1303199"/>
                  </a:lnTo>
                  <a:lnTo>
                    <a:pt x="539988" y="1302224"/>
                  </a:lnTo>
                  <a:lnTo>
                    <a:pt x="531170" y="1300374"/>
                  </a:lnTo>
                  <a:lnTo>
                    <a:pt x="518684" y="1299297"/>
                  </a:lnTo>
                  <a:lnTo>
                    <a:pt x="507275" y="1294621"/>
                  </a:lnTo>
                  <a:lnTo>
                    <a:pt x="486073" y="1282881"/>
                  </a:lnTo>
                  <a:lnTo>
                    <a:pt x="454774" y="1267575"/>
                  </a:lnTo>
                  <a:lnTo>
                    <a:pt x="438788" y="1259434"/>
                  </a:lnTo>
                  <a:lnTo>
                    <a:pt x="420750" y="1254859"/>
                  </a:lnTo>
                  <a:lnTo>
                    <a:pt x="411932" y="1252471"/>
                  </a:lnTo>
                  <a:lnTo>
                    <a:pt x="406480" y="1250621"/>
                  </a:lnTo>
                  <a:lnTo>
                    <a:pt x="398672" y="1248232"/>
                  </a:lnTo>
                  <a:lnTo>
                    <a:pt x="394634" y="1246046"/>
                  </a:lnTo>
                  <a:cubicBezTo>
                    <a:pt x="394634" y="1246046"/>
                    <a:pt x="391908" y="1242581"/>
                    <a:pt x="391706" y="1242244"/>
                  </a:cubicBezTo>
                  <a:cubicBezTo>
                    <a:pt x="391470" y="1241908"/>
                    <a:pt x="389619" y="1238107"/>
                    <a:pt x="389619" y="1238107"/>
                  </a:cubicBezTo>
                  <a:lnTo>
                    <a:pt x="389081" y="1233532"/>
                  </a:lnTo>
                  <a:lnTo>
                    <a:pt x="383629" y="1227443"/>
                  </a:lnTo>
                  <a:lnTo>
                    <a:pt x="376561" y="1219067"/>
                  </a:lnTo>
                  <a:lnTo>
                    <a:pt x="374912" y="1215366"/>
                  </a:lnTo>
                  <a:lnTo>
                    <a:pt x="371311" y="1210791"/>
                  </a:lnTo>
                  <a:lnTo>
                    <a:pt x="368383" y="1208840"/>
                  </a:lnTo>
                  <a:lnTo>
                    <a:pt x="365152" y="1208100"/>
                  </a:lnTo>
                  <a:lnTo>
                    <a:pt x="359936" y="1208100"/>
                  </a:lnTo>
                  <a:lnTo>
                    <a:pt x="355056" y="1208100"/>
                  </a:lnTo>
                  <a:lnTo>
                    <a:pt x="346036" y="1206586"/>
                  </a:lnTo>
                  <a:lnTo>
                    <a:pt x="337892" y="1204534"/>
                  </a:lnTo>
                  <a:lnTo>
                    <a:pt x="315949" y="1193770"/>
                  </a:lnTo>
                  <a:lnTo>
                    <a:pt x="284549" y="1183005"/>
                  </a:lnTo>
                  <a:lnTo>
                    <a:pt x="267285" y="1182366"/>
                  </a:lnTo>
                  <a:lnTo>
                    <a:pt x="213909" y="1185528"/>
                  </a:lnTo>
                  <a:lnTo>
                    <a:pt x="185773" y="1185528"/>
                  </a:lnTo>
                  <a:lnTo>
                    <a:pt x="139330" y="1179607"/>
                  </a:lnTo>
                  <a:lnTo>
                    <a:pt x="109075" y="1171938"/>
                  </a:lnTo>
                  <a:lnTo>
                    <a:pt x="84776" y="1167026"/>
                  </a:lnTo>
                  <a:lnTo>
                    <a:pt x="58593" y="1161476"/>
                  </a:lnTo>
                  <a:lnTo>
                    <a:pt x="23390" y="1148625"/>
                  </a:lnTo>
                  <a:lnTo>
                    <a:pt x="0" y="1142974"/>
                  </a:lnTo>
                  <a:lnTo>
                    <a:pt x="4341" y="1164100"/>
                  </a:lnTo>
                  <a:lnTo>
                    <a:pt x="9255" y="1184956"/>
                  </a:lnTo>
                  <a:lnTo>
                    <a:pt x="18813" y="1206687"/>
                  </a:lnTo>
                  <a:lnTo>
                    <a:pt x="19957" y="1215232"/>
                  </a:lnTo>
                  <a:lnTo>
                    <a:pt x="22919" y="1221253"/>
                  </a:lnTo>
                  <a:cubicBezTo>
                    <a:pt x="22919" y="1221253"/>
                    <a:pt x="24669" y="1228217"/>
                    <a:pt x="24736" y="1228553"/>
                  </a:cubicBezTo>
                  <a:cubicBezTo>
                    <a:pt x="24803" y="1228923"/>
                    <a:pt x="25375" y="1231581"/>
                    <a:pt x="25375" y="1231883"/>
                  </a:cubicBezTo>
                  <a:cubicBezTo>
                    <a:pt x="25375" y="1232186"/>
                    <a:pt x="27395" y="1236458"/>
                    <a:pt x="27462" y="1236896"/>
                  </a:cubicBezTo>
                  <a:cubicBezTo>
                    <a:pt x="27529" y="1237333"/>
                    <a:pt x="29784" y="1241874"/>
                    <a:pt x="29784" y="1241874"/>
                  </a:cubicBezTo>
                  <a:lnTo>
                    <a:pt x="28977" y="1245205"/>
                  </a:lnTo>
                  <a:lnTo>
                    <a:pt x="28842" y="1248602"/>
                  </a:lnTo>
                  <a:cubicBezTo>
                    <a:pt x="28842" y="1248602"/>
                    <a:pt x="30727" y="1250991"/>
                    <a:pt x="31467" y="1251933"/>
                  </a:cubicBezTo>
                  <a:cubicBezTo>
                    <a:pt x="32174" y="1252875"/>
                    <a:pt x="34294" y="1256945"/>
                    <a:pt x="34294" y="1256945"/>
                  </a:cubicBezTo>
                  <a:cubicBezTo>
                    <a:pt x="34294" y="1256945"/>
                    <a:pt x="34159" y="1259031"/>
                    <a:pt x="33991" y="1259266"/>
                  </a:cubicBezTo>
                  <a:cubicBezTo>
                    <a:pt x="33857" y="1259468"/>
                    <a:pt x="33688" y="1262226"/>
                    <a:pt x="33688" y="1262226"/>
                  </a:cubicBezTo>
                  <a:cubicBezTo>
                    <a:pt x="33688" y="1262226"/>
                    <a:pt x="35876" y="1263673"/>
                    <a:pt x="36212" y="1263976"/>
                  </a:cubicBezTo>
                  <a:cubicBezTo>
                    <a:pt x="36583" y="1264278"/>
                    <a:pt x="37727" y="1265792"/>
                    <a:pt x="37794" y="1265994"/>
                  </a:cubicBezTo>
                  <a:cubicBezTo>
                    <a:pt x="37861" y="1266196"/>
                    <a:pt x="38366" y="1267575"/>
                    <a:pt x="38366" y="1267878"/>
                  </a:cubicBezTo>
                  <a:cubicBezTo>
                    <a:pt x="38366" y="1268181"/>
                    <a:pt x="38871" y="1270132"/>
                    <a:pt x="38871" y="1270132"/>
                  </a:cubicBezTo>
                  <a:lnTo>
                    <a:pt x="36616" y="1272621"/>
                  </a:lnTo>
                  <a:cubicBezTo>
                    <a:pt x="36616" y="1272621"/>
                    <a:pt x="30457" y="1276961"/>
                    <a:pt x="30020" y="1276961"/>
                  </a:cubicBezTo>
                  <a:cubicBezTo>
                    <a:pt x="29582" y="1276961"/>
                    <a:pt x="26621" y="1279046"/>
                    <a:pt x="25948" y="1279214"/>
                  </a:cubicBezTo>
                  <a:cubicBezTo>
                    <a:pt x="25308" y="1279349"/>
                    <a:pt x="22986" y="1280728"/>
                    <a:pt x="22246" y="1280896"/>
                  </a:cubicBezTo>
                  <a:cubicBezTo>
                    <a:pt x="21539" y="1281031"/>
                    <a:pt x="18779" y="1282982"/>
                    <a:pt x="17467" y="1283285"/>
                  </a:cubicBezTo>
                  <a:cubicBezTo>
                    <a:pt x="16154" y="1283588"/>
                    <a:pt x="16087" y="1284227"/>
                    <a:pt x="15885" y="1284294"/>
                  </a:cubicBezTo>
                  <a:cubicBezTo>
                    <a:pt x="15683" y="1284361"/>
                    <a:pt x="14943" y="1285875"/>
                    <a:pt x="15077" y="1286178"/>
                  </a:cubicBezTo>
                  <a:cubicBezTo>
                    <a:pt x="15212" y="1286481"/>
                    <a:pt x="15077" y="1287759"/>
                    <a:pt x="15077" y="1288062"/>
                  </a:cubicBezTo>
                  <a:cubicBezTo>
                    <a:pt x="15077" y="1288364"/>
                    <a:pt x="16827" y="1291022"/>
                    <a:pt x="16827" y="1291022"/>
                  </a:cubicBezTo>
                  <a:lnTo>
                    <a:pt x="20294" y="1294924"/>
                  </a:lnTo>
                  <a:cubicBezTo>
                    <a:pt x="20294" y="1294924"/>
                    <a:pt x="21741" y="1299566"/>
                    <a:pt x="22380" y="1300340"/>
                  </a:cubicBezTo>
                  <a:cubicBezTo>
                    <a:pt x="23020" y="1301147"/>
                    <a:pt x="25847" y="1304410"/>
                    <a:pt x="25780" y="1304612"/>
                  </a:cubicBezTo>
                  <a:cubicBezTo>
                    <a:pt x="25712" y="1304814"/>
                    <a:pt x="25780" y="1307371"/>
                    <a:pt x="25780" y="1307371"/>
                  </a:cubicBezTo>
                  <a:lnTo>
                    <a:pt x="29414" y="1314469"/>
                  </a:lnTo>
                  <a:lnTo>
                    <a:pt x="32174" y="1318674"/>
                  </a:lnTo>
                  <a:lnTo>
                    <a:pt x="34058" y="1323585"/>
                  </a:lnTo>
                  <a:cubicBezTo>
                    <a:pt x="34058" y="1323585"/>
                    <a:pt x="35943" y="1326478"/>
                    <a:pt x="36313" y="1327151"/>
                  </a:cubicBezTo>
                  <a:cubicBezTo>
                    <a:pt x="36684" y="1327790"/>
                    <a:pt x="38635" y="1330481"/>
                    <a:pt x="38905" y="1330784"/>
                  </a:cubicBezTo>
                  <a:cubicBezTo>
                    <a:pt x="39208" y="1331087"/>
                    <a:pt x="40655" y="1332096"/>
                    <a:pt x="40924" y="1332163"/>
                  </a:cubicBezTo>
                  <a:cubicBezTo>
                    <a:pt x="41227" y="1332230"/>
                    <a:pt x="43886" y="1334619"/>
                    <a:pt x="44626" y="1334854"/>
                  </a:cubicBezTo>
                  <a:cubicBezTo>
                    <a:pt x="45333" y="1335056"/>
                    <a:pt x="46814" y="1336435"/>
                    <a:pt x="46814" y="1336435"/>
                  </a:cubicBezTo>
                  <a:lnTo>
                    <a:pt x="47116" y="1339900"/>
                  </a:lnTo>
                  <a:lnTo>
                    <a:pt x="50145" y="1343432"/>
                  </a:lnTo>
                  <a:cubicBezTo>
                    <a:pt x="50145" y="1343432"/>
                    <a:pt x="53410" y="1346628"/>
                    <a:pt x="54419" y="1347267"/>
                  </a:cubicBezTo>
                  <a:cubicBezTo>
                    <a:pt x="55429" y="1347907"/>
                    <a:pt x="57314" y="1349353"/>
                    <a:pt x="59064" y="1350530"/>
                  </a:cubicBezTo>
                  <a:cubicBezTo>
                    <a:pt x="60814" y="1351674"/>
                    <a:pt x="60881" y="1352852"/>
                    <a:pt x="60881" y="1352852"/>
                  </a:cubicBezTo>
                  <a:cubicBezTo>
                    <a:pt x="60881" y="1352852"/>
                    <a:pt x="62126" y="1352986"/>
                    <a:pt x="63203" y="1352482"/>
                  </a:cubicBezTo>
                  <a:cubicBezTo>
                    <a:pt x="64280" y="1351977"/>
                    <a:pt x="65593" y="1352482"/>
                    <a:pt x="65896" y="1352482"/>
                  </a:cubicBezTo>
                  <a:cubicBezTo>
                    <a:pt x="66199" y="1352482"/>
                    <a:pt x="68723" y="1355509"/>
                    <a:pt x="68723" y="1355509"/>
                  </a:cubicBezTo>
                  <a:lnTo>
                    <a:pt x="69362" y="1357830"/>
                  </a:lnTo>
                  <a:lnTo>
                    <a:pt x="74074" y="1358705"/>
                  </a:lnTo>
                  <a:lnTo>
                    <a:pt x="74444" y="1360959"/>
                  </a:lnTo>
                  <a:lnTo>
                    <a:pt x="74579" y="1362641"/>
                  </a:lnTo>
                  <a:cubicBezTo>
                    <a:pt x="74579" y="1362641"/>
                    <a:pt x="74646" y="1365601"/>
                    <a:pt x="74646" y="1365904"/>
                  </a:cubicBezTo>
                  <a:cubicBezTo>
                    <a:pt x="74646" y="1366207"/>
                    <a:pt x="74646" y="1369032"/>
                    <a:pt x="74579" y="1369671"/>
                  </a:cubicBezTo>
                  <a:cubicBezTo>
                    <a:pt x="74511" y="1370311"/>
                    <a:pt x="74074" y="1371925"/>
                    <a:pt x="73838" y="1372363"/>
                  </a:cubicBezTo>
                  <a:cubicBezTo>
                    <a:pt x="73636" y="1372800"/>
                    <a:pt x="72593" y="1373607"/>
                    <a:pt x="72593" y="1373607"/>
                  </a:cubicBezTo>
                  <a:cubicBezTo>
                    <a:pt x="72593" y="1373607"/>
                    <a:pt x="71146" y="1375188"/>
                    <a:pt x="70944" y="1375424"/>
                  </a:cubicBezTo>
                  <a:cubicBezTo>
                    <a:pt x="70708" y="1375626"/>
                    <a:pt x="70574" y="1377509"/>
                    <a:pt x="70641" y="1377812"/>
                  </a:cubicBezTo>
                  <a:cubicBezTo>
                    <a:pt x="70708" y="1378115"/>
                    <a:pt x="71280" y="1379494"/>
                    <a:pt x="71280" y="1379898"/>
                  </a:cubicBezTo>
                  <a:cubicBezTo>
                    <a:pt x="71280" y="1380335"/>
                    <a:pt x="71146" y="1381849"/>
                    <a:pt x="70910" y="1382656"/>
                  </a:cubicBezTo>
                  <a:cubicBezTo>
                    <a:pt x="70675" y="1383464"/>
                    <a:pt x="69732" y="1383228"/>
                    <a:pt x="69732" y="1383228"/>
                  </a:cubicBezTo>
                  <a:cubicBezTo>
                    <a:pt x="69732" y="1383228"/>
                    <a:pt x="67780" y="1384809"/>
                    <a:pt x="67410" y="1385045"/>
                  </a:cubicBezTo>
                  <a:cubicBezTo>
                    <a:pt x="67040" y="1385246"/>
                    <a:pt x="66535" y="1386121"/>
                    <a:pt x="66535" y="1386121"/>
                  </a:cubicBezTo>
                  <a:lnTo>
                    <a:pt x="65223" y="1389822"/>
                  </a:lnTo>
                  <a:lnTo>
                    <a:pt x="64583" y="1392849"/>
                  </a:lnTo>
                  <a:lnTo>
                    <a:pt x="63944" y="1395036"/>
                  </a:lnTo>
                  <a:lnTo>
                    <a:pt x="63304" y="1396919"/>
                  </a:lnTo>
                  <a:cubicBezTo>
                    <a:pt x="63304" y="1396919"/>
                    <a:pt x="62429" y="1399005"/>
                    <a:pt x="62227" y="1399308"/>
                  </a:cubicBezTo>
                  <a:cubicBezTo>
                    <a:pt x="62025" y="1399611"/>
                    <a:pt x="61420" y="1401192"/>
                    <a:pt x="61352" y="1401494"/>
                  </a:cubicBezTo>
                  <a:cubicBezTo>
                    <a:pt x="61285" y="1401797"/>
                    <a:pt x="63170" y="1402571"/>
                    <a:pt x="63742" y="1402571"/>
                  </a:cubicBezTo>
                  <a:cubicBezTo>
                    <a:pt x="64314" y="1402571"/>
                    <a:pt x="67444" y="1402874"/>
                    <a:pt x="67444" y="1402874"/>
                  </a:cubicBezTo>
                  <a:lnTo>
                    <a:pt x="70136" y="1402672"/>
                  </a:lnTo>
                  <a:lnTo>
                    <a:pt x="71011" y="1402100"/>
                  </a:lnTo>
                  <a:lnTo>
                    <a:pt x="71718" y="1399779"/>
                  </a:lnTo>
                  <a:lnTo>
                    <a:pt x="75622" y="1400216"/>
                  </a:lnTo>
                  <a:lnTo>
                    <a:pt x="75622" y="1402806"/>
                  </a:lnTo>
                  <a:cubicBezTo>
                    <a:pt x="75622" y="1402806"/>
                    <a:pt x="79189" y="1404556"/>
                    <a:pt x="79761" y="1404690"/>
                  </a:cubicBezTo>
                  <a:cubicBezTo>
                    <a:pt x="80333" y="1404825"/>
                    <a:pt x="86223" y="1405397"/>
                    <a:pt x="86223" y="1405397"/>
                  </a:cubicBezTo>
                  <a:lnTo>
                    <a:pt x="92180" y="1405531"/>
                  </a:lnTo>
                  <a:lnTo>
                    <a:pt x="94065" y="1403345"/>
                  </a:lnTo>
                  <a:lnTo>
                    <a:pt x="95815" y="1399140"/>
                  </a:lnTo>
                  <a:lnTo>
                    <a:pt x="99719" y="1397559"/>
                  </a:lnTo>
                  <a:lnTo>
                    <a:pt x="103925" y="1393656"/>
                  </a:lnTo>
                  <a:lnTo>
                    <a:pt x="109579" y="1388577"/>
                  </a:lnTo>
                  <a:cubicBezTo>
                    <a:pt x="109579" y="1388577"/>
                    <a:pt x="114661" y="1385684"/>
                    <a:pt x="115806" y="1385246"/>
                  </a:cubicBezTo>
                  <a:cubicBezTo>
                    <a:pt x="116950" y="1384809"/>
                    <a:pt x="119878" y="1384675"/>
                    <a:pt x="119878" y="1384675"/>
                  </a:cubicBezTo>
                  <a:lnTo>
                    <a:pt x="122334" y="1383228"/>
                  </a:lnTo>
                  <a:lnTo>
                    <a:pt x="124656" y="1380335"/>
                  </a:lnTo>
                  <a:lnTo>
                    <a:pt x="126844" y="1380032"/>
                  </a:lnTo>
                  <a:lnTo>
                    <a:pt x="129604" y="1380167"/>
                  </a:lnTo>
                  <a:lnTo>
                    <a:pt x="132195" y="1377543"/>
                  </a:lnTo>
                  <a:lnTo>
                    <a:pt x="135090" y="1375357"/>
                  </a:lnTo>
                  <a:cubicBezTo>
                    <a:pt x="135090" y="1375357"/>
                    <a:pt x="141888" y="1374482"/>
                    <a:pt x="142494" y="1374482"/>
                  </a:cubicBezTo>
                  <a:cubicBezTo>
                    <a:pt x="143066" y="1374482"/>
                    <a:pt x="148148" y="1375491"/>
                    <a:pt x="148148" y="1375491"/>
                  </a:cubicBezTo>
                  <a:lnTo>
                    <a:pt x="152051" y="1373876"/>
                  </a:lnTo>
                  <a:lnTo>
                    <a:pt x="157133" y="1372867"/>
                  </a:lnTo>
                  <a:lnTo>
                    <a:pt x="161037" y="1375121"/>
                  </a:lnTo>
                  <a:lnTo>
                    <a:pt x="162484" y="1375256"/>
                  </a:lnTo>
                  <a:lnTo>
                    <a:pt x="165244" y="1376635"/>
                  </a:lnTo>
                  <a:cubicBezTo>
                    <a:pt x="165244" y="1376635"/>
                    <a:pt x="167936" y="1376635"/>
                    <a:pt x="168206" y="1376635"/>
                  </a:cubicBezTo>
                  <a:cubicBezTo>
                    <a:pt x="168475" y="1376635"/>
                    <a:pt x="170965" y="1376568"/>
                    <a:pt x="170965" y="1376568"/>
                  </a:cubicBezTo>
                  <a:cubicBezTo>
                    <a:pt x="170965" y="1376568"/>
                    <a:pt x="173792" y="1376568"/>
                    <a:pt x="174297" y="1376500"/>
                  </a:cubicBezTo>
                  <a:cubicBezTo>
                    <a:pt x="174802" y="1376433"/>
                    <a:pt x="178134" y="1376870"/>
                    <a:pt x="178437" y="1376870"/>
                  </a:cubicBezTo>
                  <a:cubicBezTo>
                    <a:pt x="178739" y="1376870"/>
                    <a:pt x="180187" y="1376568"/>
                    <a:pt x="180321" y="1376063"/>
                  </a:cubicBezTo>
                  <a:cubicBezTo>
                    <a:pt x="180456" y="1375558"/>
                    <a:pt x="181567" y="1375424"/>
                    <a:pt x="181634" y="1375188"/>
                  </a:cubicBezTo>
                  <a:cubicBezTo>
                    <a:pt x="181701" y="1374986"/>
                    <a:pt x="182139" y="1373876"/>
                    <a:pt x="182139" y="1373876"/>
                  </a:cubicBezTo>
                  <a:lnTo>
                    <a:pt x="182711" y="1372564"/>
                  </a:lnTo>
                  <a:lnTo>
                    <a:pt x="183720" y="1371320"/>
                  </a:lnTo>
                  <a:cubicBezTo>
                    <a:pt x="183720" y="1371320"/>
                    <a:pt x="183855" y="1369941"/>
                    <a:pt x="183855" y="1369571"/>
                  </a:cubicBezTo>
                  <a:cubicBezTo>
                    <a:pt x="183855" y="1369200"/>
                    <a:pt x="185437" y="1367552"/>
                    <a:pt x="185437" y="1367552"/>
                  </a:cubicBezTo>
                  <a:cubicBezTo>
                    <a:pt x="185437" y="1367552"/>
                    <a:pt x="186749" y="1366745"/>
                    <a:pt x="187187" y="1366677"/>
                  </a:cubicBezTo>
                  <a:cubicBezTo>
                    <a:pt x="187624" y="1366610"/>
                    <a:pt x="188567" y="1368494"/>
                    <a:pt x="188567" y="1368494"/>
                  </a:cubicBezTo>
                  <a:cubicBezTo>
                    <a:pt x="188567" y="1368494"/>
                    <a:pt x="192033" y="1369806"/>
                    <a:pt x="192908" y="1369941"/>
                  </a:cubicBezTo>
                  <a:cubicBezTo>
                    <a:pt x="193783" y="1370075"/>
                    <a:pt x="194860" y="1370580"/>
                    <a:pt x="194860" y="1370580"/>
                  </a:cubicBezTo>
                  <a:cubicBezTo>
                    <a:pt x="194860" y="1370580"/>
                    <a:pt x="200009" y="1372262"/>
                    <a:pt x="200278" y="1372463"/>
                  </a:cubicBezTo>
                  <a:cubicBezTo>
                    <a:pt x="200581" y="1372665"/>
                    <a:pt x="201591" y="1372463"/>
                    <a:pt x="201591" y="1372463"/>
                  </a:cubicBezTo>
                  <a:cubicBezTo>
                    <a:pt x="201591" y="1372463"/>
                    <a:pt x="204048" y="1373405"/>
                    <a:pt x="204351" y="1373473"/>
                  </a:cubicBezTo>
                  <a:cubicBezTo>
                    <a:pt x="204654" y="1373540"/>
                    <a:pt x="207918" y="1374549"/>
                    <a:pt x="208995" y="1374785"/>
                  </a:cubicBezTo>
                  <a:cubicBezTo>
                    <a:pt x="210072" y="1374986"/>
                    <a:pt x="211384" y="1375087"/>
                    <a:pt x="211687" y="1375121"/>
                  </a:cubicBezTo>
                  <a:cubicBezTo>
                    <a:pt x="211990" y="1375155"/>
                    <a:pt x="213774" y="1375054"/>
                    <a:pt x="214380" y="1375155"/>
                  </a:cubicBezTo>
                  <a:cubicBezTo>
                    <a:pt x="214952" y="1375222"/>
                    <a:pt x="215894" y="1375087"/>
                    <a:pt x="216567" y="1375155"/>
                  </a:cubicBezTo>
                  <a:cubicBezTo>
                    <a:pt x="217207" y="1375222"/>
                    <a:pt x="218519" y="1375155"/>
                    <a:pt x="218519" y="1375155"/>
                  </a:cubicBezTo>
                  <a:lnTo>
                    <a:pt x="218755" y="1376399"/>
                  </a:lnTo>
                  <a:cubicBezTo>
                    <a:pt x="218755" y="1376399"/>
                    <a:pt x="220067" y="1378216"/>
                    <a:pt x="220269" y="1378216"/>
                  </a:cubicBezTo>
                  <a:cubicBezTo>
                    <a:pt x="220505" y="1378216"/>
                    <a:pt x="223298" y="1379797"/>
                    <a:pt x="223534" y="1379898"/>
                  </a:cubicBezTo>
                  <a:cubicBezTo>
                    <a:pt x="223769" y="1379965"/>
                    <a:pt x="226159" y="1381916"/>
                    <a:pt x="226428" y="1381916"/>
                  </a:cubicBezTo>
                  <a:cubicBezTo>
                    <a:pt x="226697" y="1381916"/>
                    <a:pt x="228952" y="1384237"/>
                    <a:pt x="228952" y="1384237"/>
                  </a:cubicBezTo>
                  <a:lnTo>
                    <a:pt x="229827" y="1385751"/>
                  </a:lnTo>
                  <a:lnTo>
                    <a:pt x="230399" y="1388510"/>
                  </a:lnTo>
                  <a:lnTo>
                    <a:pt x="230534" y="1391638"/>
                  </a:lnTo>
                  <a:cubicBezTo>
                    <a:pt x="230534" y="1391638"/>
                    <a:pt x="231779" y="1394363"/>
                    <a:pt x="232082" y="1394464"/>
                  </a:cubicBezTo>
                  <a:cubicBezTo>
                    <a:pt x="232419" y="1394565"/>
                    <a:pt x="233159" y="1395675"/>
                    <a:pt x="233496" y="1395978"/>
                  </a:cubicBezTo>
                  <a:cubicBezTo>
                    <a:pt x="233832" y="1396314"/>
                    <a:pt x="234371" y="1397290"/>
                    <a:pt x="234371" y="1397290"/>
                  </a:cubicBezTo>
                  <a:lnTo>
                    <a:pt x="235683" y="1401629"/>
                  </a:lnTo>
                  <a:lnTo>
                    <a:pt x="235246" y="1402605"/>
                  </a:lnTo>
                  <a:cubicBezTo>
                    <a:pt x="235246" y="1402605"/>
                    <a:pt x="234269" y="1403917"/>
                    <a:pt x="233933" y="1404118"/>
                  </a:cubicBezTo>
                  <a:cubicBezTo>
                    <a:pt x="233597" y="1404354"/>
                    <a:pt x="232957" y="1404892"/>
                    <a:pt x="232957" y="1405195"/>
                  </a:cubicBezTo>
                  <a:cubicBezTo>
                    <a:pt x="232957" y="1405531"/>
                    <a:pt x="233933" y="1407045"/>
                    <a:pt x="233933" y="1407045"/>
                  </a:cubicBezTo>
                  <a:cubicBezTo>
                    <a:pt x="233933" y="1407045"/>
                    <a:pt x="233933" y="1410510"/>
                    <a:pt x="233933" y="1410846"/>
                  </a:cubicBezTo>
                  <a:cubicBezTo>
                    <a:pt x="233933" y="1411183"/>
                    <a:pt x="232991" y="1413470"/>
                    <a:pt x="232991" y="1413470"/>
                  </a:cubicBezTo>
                  <a:cubicBezTo>
                    <a:pt x="232991" y="1413470"/>
                    <a:pt x="231846" y="1414681"/>
                    <a:pt x="231846" y="1414984"/>
                  </a:cubicBezTo>
                  <a:cubicBezTo>
                    <a:pt x="231846" y="1415320"/>
                    <a:pt x="231308" y="1415859"/>
                    <a:pt x="230668" y="1416632"/>
                  </a:cubicBezTo>
                  <a:cubicBezTo>
                    <a:pt x="230029" y="1417406"/>
                    <a:pt x="228481" y="1418920"/>
                    <a:pt x="228178" y="1419021"/>
                  </a:cubicBezTo>
                  <a:cubicBezTo>
                    <a:pt x="227842" y="1419122"/>
                    <a:pt x="227101" y="1420333"/>
                    <a:pt x="227101" y="1420333"/>
                  </a:cubicBezTo>
                  <a:lnTo>
                    <a:pt x="224813" y="1422519"/>
                  </a:lnTo>
                  <a:cubicBezTo>
                    <a:pt x="224813" y="1422519"/>
                    <a:pt x="223601" y="1423495"/>
                    <a:pt x="223063" y="1423730"/>
                  </a:cubicBezTo>
                  <a:cubicBezTo>
                    <a:pt x="222524" y="1423932"/>
                    <a:pt x="221548" y="1424941"/>
                    <a:pt x="221548" y="1424941"/>
                  </a:cubicBezTo>
                  <a:cubicBezTo>
                    <a:pt x="221548" y="1424941"/>
                    <a:pt x="220135" y="1425917"/>
                    <a:pt x="219697" y="1426556"/>
                  </a:cubicBezTo>
                  <a:cubicBezTo>
                    <a:pt x="219260" y="1427195"/>
                    <a:pt x="218284" y="1428171"/>
                    <a:pt x="218284" y="1428171"/>
                  </a:cubicBezTo>
                  <a:cubicBezTo>
                    <a:pt x="218284" y="1428171"/>
                    <a:pt x="218385" y="1430021"/>
                    <a:pt x="218485" y="1430660"/>
                  </a:cubicBezTo>
                  <a:cubicBezTo>
                    <a:pt x="218587" y="1431299"/>
                    <a:pt x="217846" y="1431736"/>
                    <a:pt x="217308" y="1432073"/>
                  </a:cubicBezTo>
                  <a:cubicBezTo>
                    <a:pt x="216769" y="1432409"/>
                    <a:pt x="216231" y="1432611"/>
                    <a:pt x="216231" y="1432611"/>
                  </a:cubicBezTo>
                  <a:cubicBezTo>
                    <a:pt x="216231" y="1432611"/>
                    <a:pt x="214481" y="1433923"/>
                    <a:pt x="214178" y="1434024"/>
                  </a:cubicBezTo>
                  <a:cubicBezTo>
                    <a:pt x="213841" y="1434125"/>
                    <a:pt x="210577" y="1439036"/>
                    <a:pt x="210577" y="1439036"/>
                  </a:cubicBezTo>
                  <a:cubicBezTo>
                    <a:pt x="210577" y="1439036"/>
                    <a:pt x="209601" y="1440449"/>
                    <a:pt x="208961" y="1441425"/>
                  </a:cubicBezTo>
                  <a:cubicBezTo>
                    <a:pt x="208322" y="1442400"/>
                    <a:pt x="207110" y="1443477"/>
                    <a:pt x="206908" y="1444015"/>
                  </a:cubicBezTo>
                  <a:cubicBezTo>
                    <a:pt x="206706" y="1444553"/>
                    <a:pt x="205832" y="1446504"/>
                    <a:pt x="205832" y="1446504"/>
                  </a:cubicBezTo>
                  <a:cubicBezTo>
                    <a:pt x="205832" y="1446504"/>
                    <a:pt x="206033" y="1448018"/>
                    <a:pt x="206807" y="1448691"/>
                  </a:cubicBezTo>
                  <a:cubicBezTo>
                    <a:pt x="207581" y="1449330"/>
                    <a:pt x="208019" y="1452055"/>
                    <a:pt x="208019" y="1452694"/>
                  </a:cubicBezTo>
                  <a:cubicBezTo>
                    <a:pt x="208019" y="1453333"/>
                    <a:pt x="207481" y="1454309"/>
                    <a:pt x="207245" y="1454746"/>
                  </a:cubicBezTo>
                  <a:cubicBezTo>
                    <a:pt x="207009" y="1455183"/>
                    <a:pt x="205730" y="1455621"/>
                    <a:pt x="205192" y="1456260"/>
                  </a:cubicBezTo>
                  <a:cubicBezTo>
                    <a:pt x="204654" y="1456899"/>
                    <a:pt x="202601" y="1458177"/>
                    <a:pt x="202601" y="1458177"/>
                  </a:cubicBezTo>
                  <a:cubicBezTo>
                    <a:pt x="202601" y="1458177"/>
                    <a:pt x="201288" y="1458648"/>
                    <a:pt x="200110" y="1458312"/>
                  </a:cubicBezTo>
                  <a:cubicBezTo>
                    <a:pt x="198898" y="1457975"/>
                    <a:pt x="196644" y="1458312"/>
                    <a:pt x="196644" y="1458312"/>
                  </a:cubicBezTo>
                  <a:lnTo>
                    <a:pt x="196442" y="1458312"/>
                  </a:lnTo>
                  <a:lnTo>
                    <a:pt x="195028" y="1459557"/>
                  </a:lnTo>
                  <a:lnTo>
                    <a:pt x="193716" y="1461239"/>
                  </a:lnTo>
                  <a:cubicBezTo>
                    <a:pt x="193716" y="1461239"/>
                    <a:pt x="192538" y="1462988"/>
                    <a:pt x="192201" y="1463425"/>
                  </a:cubicBezTo>
                  <a:cubicBezTo>
                    <a:pt x="191865" y="1463862"/>
                    <a:pt x="191023" y="1464602"/>
                    <a:pt x="190451" y="1465174"/>
                  </a:cubicBezTo>
                  <a:cubicBezTo>
                    <a:pt x="189913" y="1465713"/>
                    <a:pt x="187961" y="1467025"/>
                    <a:pt x="187961" y="1467025"/>
                  </a:cubicBezTo>
                  <a:lnTo>
                    <a:pt x="186884" y="1467025"/>
                  </a:lnTo>
                  <a:lnTo>
                    <a:pt x="182744" y="1467025"/>
                  </a:lnTo>
                  <a:lnTo>
                    <a:pt x="180793" y="1467025"/>
                  </a:lnTo>
                  <a:lnTo>
                    <a:pt x="178605" y="1467899"/>
                  </a:lnTo>
                  <a:cubicBezTo>
                    <a:pt x="178605" y="1467899"/>
                    <a:pt x="177730" y="1468774"/>
                    <a:pt x="177393" y="1468875"/>
                  </a:cubicBezTo>
                  <a:cubicBezTo>
                    <a:pt x="177057" y="1468976"/>
                    <a:pt x="176754" y="1469648"/>
                    <a:pt x="175879" y="1470287"/>
                  </a:cubicBezTo>
                  <a:cubicBezTo>
                    <a:pt x="175004" y="1470927"/>
                    <a:pt x="173826" y="1471902"/>
                    <a:pt x="173388" y="1472474"/>
                  </a:cubicBezTo>
                  <a:cubicBezTo>
                    <a:pt x="172951" y="1473012"/>
                    <a:pt x="172513" y="1473012"/>
                    <a:pt x="171538" y="1473248"/>
                  </a:cubicBezTo>
                  <a:cubicBezTo>
                    <a:pt x="170561" y="1473483"/>
                    <a:pt x="170461" y="1474122"/>
                    <a:pt x="170124" y="1474324"/>
                  </a:cubicBezTo>
                  <a:cubicBezTo>
                    <a:pt x="169787" y="1474560"/>
                    <a:pt x="167936" y="1475535"/>
                    <a:pt x="167936" y="1475535"/>
                  </a:cubicBezTo>
                  <a:cubicBezTo>
                    <a:pt x="167936" y="1475535"/>
                    <a:pt x="166422" y="1477823"/>
                    <a:pt x="166186" y="1478126"/>
                  </a:cubicBezTo>
                  <a:cubicBezTo>
                    <a:pt x="165984" y="1478462"/>
                    <a:pt x="165311" y="1479875"/>
                    <a:pt x="165311" y="1479875"/>
                  </a:cubicBezTo>
                  <a:lnTo>
                    <a:pt x="164436" y="1482465"/>
                  </a:lnTo>
                  <a:lnTo>
                    <a:pt x="163898" y="1483542"/>
                  </a:lnTo>
                  <a:lnTo>
                    <a:pt x="161508" y="1485022"/>
                  </a:lnTo>
                  <a:lnTo>
                    <a:pt x="158917" y="1485156"/>
                  </a:lnTo>
                  <a:cubicBezTo>
                    <a:pt x="158917" y="1485156"/>
                    <a:pt x="154677" y="1484820"/>
                    <a:pt x="154475" y="1485156"/>
                  </a:cubicBezTo>
                  <a:cubicBezTo>
                    <a:pt x="154273" y="1485493"/>
                    <a:pt x="156965" y="1487982"/>
                    <a:pt x="159254" y="1488621"/>
                  </a:cubicBezTo>
                  <a:cubicBezTo>
                    <a:pt x="161542" y="1489260"/>
                    <a:pt x="161980" y="1487847"/>
                    <a:pt x="161980" y="1487847"/>
                  </a:cubicBezTo>
                  <a:cubicBezTo>
                    <a:pt x="161980" y="1487847"/>
                    <a:pt x="165009" y="1487074"/>
                    <a:pt x="166119" y="1486603"/>
                  </a:cubicBezTo>
                  <a:cubicBezTo>
                    <a:pt x="167196" y="1486132"/>
                    <a:pt x="168744" y="1486636"/>
                    <a:pt x="168744" y="1486636"/>
                  </a:cubicBezTo>
                  <a:cubicBezTo>
                    <a:pt x="168744" y="1486636"/>
                    <a:pt x="173187" y="1486535"/>
                    <a:pt x="173523" y="1486636"/>
                  </a:cubicBezTo>
                  <a:cubicBezTo>
                    <a:pt x="173860" y="1486737"/>
                    <a:pt x="180254" y="1488049"/>
                    <a:pt x="180691" y="1488150"/>
                  </a:cubicBezTo>
                  <a:cubicBezTo>
                    <a:pt x="181129" y="1488251"/>
                    <a:pt x="184057" y="1488688"/>
                    <a:pt x="184057" y="1488688"/>
                  </a:cubicBezTo>
                  <a:cubicBezTo>
                    <a:pt x="184057" y="1488688"/>
                    <a:pt x="189374" y="1492052"/>
                    <a:pt x="189711" y="1492490"/>
                  </a:cubicBezTo>
                  <a:cubicBezTo>
                    <a:pt x="190048" y="1492927"/>
                    <a:pt x="191764" y="1498040"/>
                    <a:pt x="191764" y="1498040"/>
                  </a:cubicBezTo>
                  <a:lnTo>
                    <a:pt x="196980" y="1497401"/>
                  </a:lnTo>
                  <a:lnTo>
                    <a:pt x="200884" y="1500025"/>
                  </a:lnTo>
                  <a:lnTo>
                    <a:pt x="204788" y="1502514"/>
                  </a:lnTo>
                  <a:lnTo>
                    <a:pt x="208591" y="1505105"/>
                  </a:lnTo>
                  <a:lnTo>
                    <a:pt x="214043" y="1506955"/>
                  </a:lnTo>
                  <a:cubicBezTo>
                    <a:pt x="214043" y="1506955"/>
                    <a:pt x="220034" y="1506955"/>
                    <a:pt x="220337" y="1506955"/>
                  </a:cubicBezTo>
                  <a:cubicBezTo>
                    <a:pt x="220673" y="1506955"/>
                    <a:pt x="223500" y="1507762"/>
                    <a:pt x="224039" y="1507661"/>
                  </a:cubicBezTo>
                  <a:cubicBezTo>
                    <a:pt x="224577" y="1507560"/>
                    <a:pt x="226866" y="1508569"/>
                    <a:pt x="227202" y="1508569"/>
                  </a:cubicBezTo>
                  <a:cubicBezTo>
                    <a:pt x="227539" y="1508569"/>
                    <a:pt x="229491" y="1511294"/>
                    <a:pt x="229491" y="1511732"/>
                  </a:cubicBezTo>
                  <a:cubicBezTo>
                    <a:pt x="229491" y="1512169"/>
                    <a:pt x="228717" y="1514019"/>
                    <a:pt x="227976" y="1514793"/>
                  </a:cubicBezTo>
                  <a:cubicBezTo>
                    <a:pt x="227236" y="1515567"/>
                    <a:pt x="229053" y="1516643"/>
                    <a:pt x="229188" y="1516979"/>
                  </a:cubicBezTo>
                  <a:cubicBezTo>
                    <a:pt x="229289" y="1517316"/>
                    <a:pt x="230803" y="1518930"/>
                    <a:pt x="230803" y="1518930"/>
                  </a:cubicBezTo>
                  <a:cubicBezTo>
                    <a:pt x="230803" y="1518930"/>
                    <a:pt x="230904" y="1521958"/>
                    <a:pt x="230904" y="1522395"/>
                  </a:cubicBezTo>
                  <a:cubicBezTo>
                    <a:pt x="230904" y="1522833"/>
                    <a:pt x="230668" y="1525221"/>
                    <a:pt x="230668" y="1525658"/>
                  </a:cubicBezTo>
                  <a:cubicBezTo>
                    <a:pt x="230668" y="1526096"/>
                    <a:pt x="230467" y="1528585"/>
                    <a:pt x="230231" y="1528921"/>
                  </a:cubicBezTo>
                  <a:cubicBezTo>
                    <a:pt x="230029" y="1529258"/>
                    <a:pt x="230769" y="1531949"/>
                    <a:pt x="230769" y="1531949"/>
                  </a:cubicBezTo>
                  <a:cubicBezTo>
                    <a:pt x="230769" y="1531949"/>
                    <a:pt x="233260" y="1532723"/>
                    <a:pt x="234673" y="1532723"/>
                  </a:cubicBezTo>
                  <a:cubicBezTo>
                    <a:pt x="236087" y="1532723"/>
                    <a:pt x="234774" y="1533698"/>
                    <a:pt x="234673" y="1534674"/>
                  </a:cubicBezTo>
                  <a:cubicBezTo>
                    <a:pt x="234572" y="1535649"/>
                    <a:pt x="236625" y="1536524"/>
                    <a:pt x="236625" y="1536524"/>
                  </a:cubicBezTo>
                  <a:lnTo>
                    <a:pt x="240092" y="1536524"/>
                  </a:lnTo>
                  <a:lnTo>
                    <a:pt x="242279" y="1536524"/>
                  </a:lnTo>
                  <a:lnTo>
                    <a:pt x="245308" y="1537836"/>
                  </a:lnTo>
                  <a:cubicBezTo>
                    <a:pt x="245308" y="1537836"/>
                    <a:pt x="247933" y="1542411"/>
                    <a:pt x="247799" y="1542714"/>
                  </a:cubicBezTo>
                  <a:cubicBezTo>
                    <a:pt x="247698" y="1543050"/>
                    <a:pt x="245308" y="1549004"/>
                    <a:pt x="245308" y="1549004"/>
                  </a:cubicBezTo>
                  <a:lnTo>
                    <a:pt x="245847" y="1550417"/>
                  </a:lnTo>
                  <a:lnTo>
                    <a:pt x="250087" y="1552032"/>
                  </a:lnTo>
                  <a:lnTo>
                    <a:pt x="251938" y="1551258"/>
                  </a:lnTo>
                  <a:cubicBezTo>
                    <a:pt x="251938" y="1551258"/>
                    <a:pt x="253688" y="1550922"/>
                    <a:pt x="254227" y="1550922"/>
                  </a:cubicBezTo>
                  <a:cubicBezTo>
                    <a:pt x="254765" y="1550922"/>
                    <a:pt x="256078" y="1551124"/>
                    <a:pt x="256078" y="1551124"/>
                  </a:cubicBezTo>
                  <a:cubicBezTo>
                    <a:pt x="256078" y="1551124"/>
                    <a:pt x="258366" y="1551662"/>
                    <a:pt x="258905" y="1552099"/>
                  </a:cubicBezTo>
                  <a:cubicBezTo>
                    <a:pt x="259443" y="1552536"/>
                    <a:pt x="260419" y="1553075"/>
                    <a:pt x="260419" y="1553075"/>
                  </a:cubicBezTo>
                  <a:cubicBezTo>
                    <a:pt x="260419" y="1553075"/>
                    <a:pt x="261496" y="1552536"/>
                    <a:pt x="261934" y="1552200"/>
                  </a:cubicBezTo>
                  <a:cubicBezTo>
                    <a:pt x="262371" y="1551864"/>
                    <a:pt x="262674" y="1550350"/>
                    <a:pt x="262674" y="1550350"/>
                  </a:cubicBezTo>
                  <a:lnTo>
                    <a:pt x="266140" y="1550350"/>
                  </a:lnTo>
                  <a:lnTo>
                    <a:pt x="267890" y="1550350"/>
                  </a:lnTo>
                  <a:lnTo>
                    <a:pt x="269641" y="1550350"/>
                  </a:lnTo>
                  <a:lnTo>
                    <a:pt x="273006" y="1550350"/>
                  </a:lnTo>
                  <a:lnTo>
                    <a:pt x="275496" y="1551325"/>
                  </a:lnTo>
                  <a:cubicBezTo>
                    <a:pt x="275496" y="1551325"/>
                    <a:pt x="276809" y="1552738"/>
                    <a:pt x="277886" y="1554488"/>
                  </a:cubicBezTo>
                  <a:cubicBezTo>
                    <a:pt x="278963" y="1556237"/>
                    <a:pt x="277886" y="1557212"/>
                    <a:pt x="277886" y="1557650"/>
                  </a:cubicBezTo>
                  <a:cubicBezTo>
                    <a:pt x="277886" y="1558087"/>
                    <a:pt x="277448" y="1558726"/>
                    <a:pt x="276371" y="1559399"/>
                  </a:cubicBezTo>
                  <a:cubicBezTo>
                    <a:pt x="275294" y="1560038"/>
                    <a:pt x="274184" y="1561350"/>
                    <a:pt x="274184" y="1561787"/>
                  </a:cubicBezTo>
                  <a:cubicBezTo>
                    <a:pt x="274184" y="1562225"/>
                    <a:pt x="275160" y="1563839"/>
                    <a:pt x="275261" y="1564277"/>
                  </a:cubicBezTo>
                  <a:cubicBezTo>
                    <a:pt x="275362" y="1564714"/>
                    <a:pt x="275059" y="1567304"/>
                    <a:pt x="275059" y="1567304"/>
                  </a:cubicBezTo>
                  <a:lnTo>
                    <a:pt x="274184" y="1568280"/>
                  </a:lnTo>
                  <a:cubicBezTo>
                    <a:pt x="274184" y="1568280"/>
                    <a:pt x="273410" y="1569491"/>
                    <a:pt x="272669" y="1570130"/>
                  </a:cubicBezTo>
                  <a:cubicBezTo>
                    <a:pt x="271895" y="1570769"/>
                    <a:pt x="273107" y="1571206"/>
                    <a:pt x="273208" y="1571543"/>
                  </a:cubicBezTo>
                  <a:cubicBezTo>
                    <a:pt x="273309" y="1571879"/>
                    <a:pt x="274419" y="1574369"/>
                    <a:pt x="274419" y="1574369"/>
                  </a:cubicBezTo>
                  <a:cubicBezTo>
                    <a:pt x="274419" y="1574369"/>
                    <a:pt x="273006" y="1575580"/>
                    <a:pt x="272905" y="1575882"/>
                  </a:cubicBezTo>
                  <a:cubicBezTo>
                    <a:pt x="272804" y="1576219"/>
                    <a:pt x="271929" y="1577060"/>
                    <a:pt x="271391" y="1577497"/>
                  </a:cubicBezTo>
                  <a:cubicBezTo>
                    <a:pt x="270852" y="1577934"/>
                    <a:pt x="270145" y="1579549"/>
                    <a:pt x="270145" y="1579549"/>
                  </a:cubicBezTo>
                  <a:cubicBezTo>
                    <a:pt x="270145" y="1579549"/>
                    <a:pt x="272030" y="1581601"/>
                    <a:pt x="272568" y="1581937"/>
                  </a:cubicBezTo>
                  <a:cubicBezTo>
                    <a:pt x="273107" y="1582274"/>
                    <a:pt x="273746" y="1583148"/>
                    <a:pt x="274083" y="1583249"/>
                  </a:cubicBezTo>
                  <a:cubicBezTo>
                    <a:pt x="274419" y="1583350"/>
                    <a:pt x="274083" y="1586613"/>
                    <a:pt x="274083" y="1586613"/>
                  </a:cubicBezTo>
                  <a:cubicBezTo>
                    <a:pt x="274083" y="1586613"/>
                    <a:pt x="272568" y="1588026"/>
                    <a:pt x="271357" y="1589103"/>
                  </a:cubicBezTo>
                  <a:cubicBezTo>
                    <a:pt x="270145" y="1590179"/>
                    <a:pt x="270044" y="1591491"/>
                    <a:pt x="270145" y="1592029"/>
                  </a:cubicBezTo>
                  <a:cubicBezTo>
                    <a:pt x="270246" y="1592568"/>
                    <a:pt x="271996" y="1593341"/>
                    <a:pt x="272333" y="1593442"/>
                  </a:cubicBezTo>
                  <a:cubicBezTo>
                    <a:pt x="272669" y="1593543"/>
                    <a:pt x="275362" y="1593442"/>
                    <a:pt x="275799" y="1593442"/>
                  </a:cubicBezTo>
                  <a:cubicBezTo>
                    <a:pt x="276237" y="1593442"/>
                    <a:pt x="277415" y="1593980"/>
                    <a:pt x="277852" y="1594418"/>
                  </a:cubicBezTo>
                  <a:cubicBezTo>
                    <a:pt x="278290" y="1594855"/>
                    <a:pt x="278054" y="1595057"/>
                    <a:pt x="278391" y="1596705"/>
                  </a:cubicBezTo>
                  <a:cubicBezTo>
                    <a:pt x="278727" y="1598320"/>
                    <a:pt x="280006" y="1599094"/>
                    <a:pt x="280343" y="1599430"/>
                  </a:cubicBezTo>
                  <a:cubicBezTo>
                    <a:pt x="280679" y="1599766"/>
                    <a:pt x="282631" y="1601045"/>
                    <a:pt x="283069" y="1601280"/>
                  </a:cubicBezTo>
                  <a:cubicBezTo>
                    <a:pt x="283506" y="1601482"/>
                    <a:pt x="286535" y="1601919"/>
                    <a:pt x="286535" y="1601919"/>
                  </a:cubicBezTo>
                  <a:cubicBezTo>
                    <a:pt x="286535" y="1601919"/>
                    <a:pt x="289127" y="1601583"/>
                    <a:pt x="289463" y="1601583"/>
                  </a:cubicBezTo>
                  <a:cubicBezTo>
                    <a:pt x="289800" y="1601583"/>
                    <a:pt x="290776" y="1600944"/>
                    <a:pt x="291213" y="1600069"/>
                  </a:cubicBezTo>
                  <a:cubicBezTo>
                    <a:pt x="291651" y="1599195"/>
                    <a:pt x="292727" y="1599531"/>
                    <a:pt x="293704" y="1598757"/>
                  </a:cubicBezTo>
                  <a:cubicBezTo>
                    <a:pt x="294680" y="1597984"/>
                    <a:pt x="296194" y="1596705"/>
                    <a:pt x="296968" y="1596032"/>
                  </a:cubicBezTo>
                  <a:cubicBezTo>
                    <a:pt x="297742" y="1595393"/>
                    <a:pt x="298920" y="1595158"/>
                    <a:pt x="299256" y="1594821"/>
                  </a:cubicBezTo>
                  <a:cubicBezTo>
                    <a:pt x="299593" y="1594485"/>
                    <a:pt x="302285" y="1594485"/>
                    <a:pt x="303396" y="1594384"/>
                  </a:cubicBezTo>
                  <a:cubicBezTo>
                    <a:pt x="304473" y="1594283"/>
                    <a:pt x="306223" y="1595158"/>
                    <a:pt x="307536" y="1595360"/>
                  </a:cubicBezTo>
                  <a:cubicBezTo>
                    <a:pt x="308848" y="1595561"/>
                    <a:pt x="309588" y="1597210"/>
                    <a:pt x="309588" y="1597546"/>
                  </a:cubicBezTo>
                  <a:cubicBezTo>
                    <a:pt x="309588" y="1597883"/>
                    <a:pt x="307637" y="1601247"/>
                    <a:pt x="307199" y="1601348"/>
                  </a:cubicBezTo>
                  <a:cubicBezTo>
                    <a:pt x="306762" y="1601448"/>
                    <a:pt x="305785" y="1601886"/>
                    <a:pt x="304709" y="1602121"/>
                  </a:cubicBezTo>
                  <a:cubicBezTo>
                    <a:pt x="303632" y="1602323"/>
                    <a:pt x="302757" y="1602996"/>
                    <a:pt x="302218" y="1603534"/>
                  </a:cubicBezTo>
                  <a:cubicBezTo>
                    <a:pt x="301680" y="1604072"/>
                    <a:pt x="301579" y="1605048"/>
                    <a:pt x="300603" y="1605822"/>
                  </a:cubicBezTo>
                  <a:cubicBezTo>
                    <a:pt x="299627" y="1606595"/>
                    <a:pt x="300603" y="1607133"/>
                    <a:pt x="300603" y="1607133"/>
                  </a:cubicBezTo>
                  <a:cubicBezTo>
                    <a:pt x="300603" y="1607133"/>
                    <a:pt x="302555" y="1610161"/>
                    <a:pt x="302891" y="1610397"/>
                  </a:cubicBezTo>
                  <a:cubicBezTo>
                    <a:pt x="303228" y="1610632"/>
                    <a:pt x="304406" y="1612247"/>
                    <a:pt x="304641" y="1612684"/>
                  </a:cubicBezTo>
                  <a:cubicBezTo>
                    <a:pt x="304877" y="1613121"/>
                    <a:pt x="306156" y="1613861"/>
                    <a:pt x="306156" y="1613861"/>
                  </a:cubicBezTo>
                  <a:cubicBezTo>
                    <a:pt x="306156" y="1613861"/>
                    <a:pt x="308343" y="1614501"/>
                    <a:pt x="308747" y="1614938"/>
                  </a:cubicBezTo>
                  <a:cubicBezTo>
                    <a:pt x="309185" y="1615375"/>
                    <a:pt x="310800" y="1616351"/>
                    <a:pt x="310767" y="1616687"/>
                  </a:cubicBezTo>
                  <a:cubicBezTo>
                    <a:pt x="310733" y="1617024"/>
                    <a:pt x="311137" y="1617663"/>
                    <a:pt x="310867" y="1618201"/>
                  </a:cubicBezTo>
                  <a:cubicBezTo>
                    <a:pt x="310598" y="1618739"/>
                    <a:pt x="311036" y="1620253"/>
                    <a:pt x="310935" y="1620690"/>
                  </a:cubicBezTo>
                  <a:cubicBezTo>
                    <a:pt x="310834" y="1621128"/>
                    <a:pt x="310935" y="1623180"/>
                    <a:pt x="310935" y="1623852"/>
                  </a:cubicBezTo>
                  <a:cubicBezTo>
                    <a:pt x="310935" y="1624525"/>
                    <a:pt x="311137" y="1624828"/>
                    <a:pt x="312012" y="1626880"/>
                  </a:cubicBezTo>
                  <a:cubicBezTo>
                    <a:pt x="312887" y="1628932"/>
                    <a:pt x="314065" y="1628394"/>
                    <a:pt x="314401" y="1628495"/>
                  </a:cubicBezTo>
                  <a:cubicBezTo>
                    <a:pt x="314738" y="1628596"/>
                    <a:pt x="315916" y="1628831"/>
                    <a:pt x="316252" y="1629033"/>
                  </a:cubicBezTo>
                  <a:cubicBezTo>
                    <a:pt x="316589" y="1629235"/>
                    <a:pt x="318002" y="1629235"/>
                    <a:pt x="319853" y="1628932"/>
                  </a:cubicBezTo>
                  <a:cubicBezTo>
                    <a:pt x="321704" y="1628596"/>
                    <a:pt x="320930" y="1628932"/>
                    <a:pt x="322041" y="1628932"/>
                  </a:cubicBezTo>
                  <a:cubicBezTo>
                    <a:pt x="323118" y="1628932"/>
                    <a:pt x="324329" y="1629033"/>
                    <a:pt x="324329" y="1629033"/>
                  </a:cubicBezTo>
                  <a:cubicBezTo>
                    <a:pt x="324329" y="1629033"/>
                    <a:pt x="326180" y="1630009"/>
                    <a:pt x="326517" y="1630547"/>
                  </a:cubicBezTo>
                  <a:cubicBezTo>
                    <a:pt x="326853" y="1631085"/>
                    <a:pt x="327829" y="1632061"/>
                    <a:pt x="328368" y="1632599"/>
                  </a:cubicBezTo>
                  <a:cubicBezTo>
                    <a:pt x="328906" y="1633137"/>
                    <a:pt x="329007" y="1633238"/>
                    <a:pt x="329344" y="1634012"/>
                  </a:cubicBezTo>
                  <a:cubicBezTo>
                    <a:pt x="329680" y="1634785"/>
                    <a:pt x="330656" y="1636938"/>
                    <a:pt x="331632" y="1638788"/>
                  </a:cubicBezTo>
                  <a:cubicBezTo>
                    <a:pt x="332608" y="1640639"/>
                    <a:pt x="334560" y="1641513"/>
                    <a:pt x="335435" y="1641951"/>
                  </a:cubicBezTo>
                  <a:cubicBezTo>
                    <a:pt x="336310" y="1642388"/>
                    <a:pt x="336411" y="1641311"/>
                    <a:pt x="336411" y="1641311"/>
                  </a:cubicBezTo>
                  <a:cubicBezTo>
                    <a:pt x="336411" y="1641311"/>
                    <a:pt x="339440" y="1638687"/>
                    <a:pt x="339777" y="1638486"/>
                  </a:cubicBezTo>
                  <a:cubicBezTo>
                    <a:pt x="340113" y="1638284"/>
                    <a:pt x="343041" y="1637510"/>
                    <a:pt x="343041" y="1637510"/>
                  </a:cubicBezTo>
                  <a:lnTo>
                    <a:pt x="346844" y="1639260"/>
                  </a:lnTo>
                  <a:cubicBezTo>
                    <a:pt x="346844" y="1639260"/>
                    <a:pt x="348359" y="1642287"/>
                    <a:pt x="348695" y="1643834"/>
                  </a:cubicBezTo>
                  <a:cubicBezTo>
                    <a:pt x="349032" y="1645348"/>
                    <a:pt x="350344" y="1645685"/>
                    <a:pt x="350782" y="1646223"/>
                  </a:cubicBezTo>
                  <a:cubicBezTo>
                    <a:pt x="351219" y="1646761"/>
                    <a:pt x="352936" y="1646862"/>
                    <a:pt x="354147" y="1646660"/>
                  </a:cubicBezTo>
                  <a:cubicBezTo>
                    <a:pt x="355359" y="1646458"/>
                    <a:pt x="355897" y="1646223"/>
                    <a:pt x="356335" y="1646021"/>
                  </a:cubicBezTo>
                  <a:cubicBezTo>
                    <a:pt x="356772" y="1645819"/>
                    <a:pt x="357109" y="1643195"/>
                    <a:pt x="357109" y="1642758"/>
                  </a:cubicBezTo>
                  <a:cubicBezTo>
                    <a:pt x="357109" y="1642321"/>
                    <a:pt x="357546" y="1640470"/>
                    <a:pt x="357546" y="1640033"/>
                  </a:cubicBezTo>
                  <a:cubicBezTo>
                    <a:pt x="357546" y="1639596"/>
                    <a:pt x="359397" y="1637207"/>
                    <a:pt x="359734" y="1636669"/>
                  </a:cubicBezTo>
                  <a:cubicBezTo>
                    <a:pt x="360070" y="1636131"/>
                    <a:pt x="363200" y="1633406"/>
                    <a:pt x="363200" y="1633406"/>
                  </a:cubicBezTo>
                  <a:lnTo>
                    <a:pt x="364614" y="1631657"/>
                  </a:lnTo>
                  <a:cubicBezTo>
                    <a:pt x="364614" y="1631657"/>
                    <a:pt x="367441" y="1628192"/>
                    <a:pt x="368619" y="1627317"/>
                  </a:cubicBezTo>
                  <a:cubicBezTo>
                    <a:pt x="369830" y="1626443"/>
                    <a:pt x="370806" y="1625904"/>
                    <a:pt x="371883" y="1625366"/>
                  </a:cubicBezTo>
                  <a:cubicBezTo>
                    <a:pt x="372960" y="1624828"/>
                    <a:pt x="375686" y="1622339"/>
                    <a:pt x="377436" y="1621767"/>
                  </a:cubicBezTo>
                  <a:cubicBezTo>
                    <a:pt x="379186" y="1621229"/>
                    <a:pt x="380162" y="1619177"/>
                    <a:pt x="380162" y="1619177"/>
                  </a:cubicBezTo>
                  <a:cubicBezTo>
                    <a:pt x="380162" y="1619177"/>
                    <a:pt x="379523" y="1617427"/>
                    <a:pt x="379186" y="1616889"/>
                  </a:cubicBezTo>
                  <a:cubicBezTo>
                    <a:pt x="378850" y="1616351"/>
                    <a:pt x="376561" y="1614400"/>
                    <a:pt x="375720" y="1614299"/>
                  </a:cubicBezTo>
                  <a:cubicBezTo>
                    <a:pt x="374845" y="1614198"/>
                    <a:pt x="374205" y="1612785"/>
                    <a:pt x="374205" y="1612785"/>
                  </a:cubicBezTo>
                  <a:cubicBezTo>
                    <a:pt x="374205" y="1612785"/>
                    <a:pt x="370840" y="1609522"/>
                    <a:pt x="370503" y="1609320"/>
                  </a:cubicBezTo>
                  <a:cubicBezTo>
                    <a:pt x="370200" y="1609118"/>
                    <a:pt x="368652" y="1605519"/>
                    <a:pt x="368652" y="1605519"/>
                  </a:cubicBezTo>
                  <a:cubicBezTo>
                    <a:pt x="368652" y="1605519"/>
                    <a:pt x="367777" y="1602256"/>
                    <a:pt x="367474" y="1602054"/>
                  </a:cubicBezTo>
                  <a:cubicBezTo>
                    <a:pt x="367138" y="1601819"/>
                    <a:pt x="366397" y="1598354"/>
                    <a:pt x="366397" y="1598354"/>
                  </a:cubicBezTo>
                  <a:lnTo>
                    <a:pt x="361719" y="1595965"/>
                  </a:lnTo>
                  <a:lnTo>
                    <a:pt x="356604" y="1593341"/>
                  </a:lnTo>
                  <a:cubicBezTo>
                    <a:pt x="356604" y="1593341"/>
                    <a:pt x="353676" y="1591929"/>
                    <a:pt x="353239" y="1591592"/>
                  </a:cubicBezTo>
                  <a:cubicBezTo>
                    <a:pt x="352801" y="1591256"/>
                    <a:pt x="352464" y="1588766"/>
                    <a:pt x="352464" y="1588766"/>
                  </a:cubicBezTo>
                  <a:lnTo>
                    <a:pt x="353339" y="1586580"/>
                  </a:lnTo>
                  <a:cubicBezTo>
                    <a:pt x="353339" y="1586580"/>
                    <a:pt x="356705" y="1586042"/>
                    <a:pt x="357142" y="1586042"/>
                  </a:cubicBezTo>
                  <a:cubicBezTo>
                    <a:pt x="357580" y="1586042"/>
                    <a:pt x="358354" y="1586243"/>
                    <a:pt x="358993" y="1586243"/>
                  </a:cubicBezTo>
                  <a:cubicBezTo>
                    <a:pt x="359633" y="1586243"/>
                    <a:pt x="363133" y="1588094"/>
                    <a:pt x="363873" y="1588194"/>
                  </a:cubicBezTo>
                  <a:cubicBezTo>
                    <a:pt x="364647" y="1588295"/>
                    <a:pt x="367575" y="1589506"/>
                    <a:pt x="367575" y="1589506"/>
                  </a:cubicBezTo>
                  <a:cubicBezTo>
                    <a:pt x="367575" y="1589506"/>
                    <a:pt x="371042" y="1590146"/>
                    <a:pt x="371479" y="1590280"/>
                  </a:cubicBezTo>
                  <a:cubicBezTo>
                    <a:pt x="371917" y="1590381"/>
                    <a:pt x="375821" y="1592029"/>
                    <a:pt x="375821" y="1592029"/>
                  </a:cubicBezTo>
                  <a:lnTo>
                    <a:pt x="379523" y="1592029"/>
                  </a:lnTo>
                  <a:lnTo>
                    <a:pt x="382451" y="1591659"/>
                  </a:lnTo>
                  <a:cubicBezTo>
                    <a:pt x="382451" y="1591659"/>
                    <a:pt x="384840" y="1589876"/>
                    <a:pt x="385278" y="1589742"/>
                  </a:cubicBezTo>
                  <a:cubicBezTo>
                    <a:pt x="385715" y="1589641"/>
                    <a:pt x="389417" y="1588531"/>
                    <a:pt x="389855" y="1588329"/>
                  </a:cubicBezTo>
                  <a:cubicBezTo>
                    <a:pt x="390292" y="1588127"/>
                    <a:pt x="395509" y="1586277"/>
                    <a:pt x="395509" y="1586277"/>
                  </a:cubicBezTo>
                  <a:lnTo>
                    <a:pt x="397696" y="1584662"/>
                  </a:lnTo>
                  <a:cubicBezTo>
                    <a:pt x="397696" y="1584662"/>
                    <a:pt x="399312" y="1584023"/>
                    <a:pt x="401062" y="1583586"/>
                  </a:cubicBezTo>
                  <a:cubicBezTo>
                    <a:pt x="402812" y="1583148"/>
                    <a:pt x="405403" y="1583384"/>
                    <a:pt x="405403" y="1583384"/>
                  </a:cubicBezTo>
                  <a:cubicBezTo>
                    <a:pt x="405403" y="1583384"/>
                    <a:pt x="408668" y="1583384"/>
                    <a:pt x="409105" y="1583384"/>
                  </a:cubicBezTo>
                  <a:cubicBezTo>
                    <a:pt x="409543" y="1583384"/>
                    <a:pt x="410081" y="1582207"/>
                    <a:pt x="410418" y="1581534"/>
                  </a:cubicBezTo>
                  <a:cubicBezTo>
                    <a:pt x="410754" y="1580895"/>
                    <a:pt x="411629" y="1580659"/>
                    <a:pt x="412370" y="1579919"/>
                  </a:cubicBezTo>
                  <a:cubicBezTo>
                    <a:pt x="413144" y="1579145"/>
                    <a:pt x="415398" y="1577968"/>
                    <a:pt x="415836" y="1577968"/>
                  </a:cubicBezTo>
                  <a:cubicBezTo>
                    <a:pt x="416274" y="1577968"/>
                    <a:pt x="419000" y="1578304"/>
                    <a:pt x="419303" y="1578405"/>
                  </a:cubicBezTo>
                  <a:cubicBezTo>
                    <a:pt x="419639" y="1578506"/>
                    <a:pt x="421692" y="1582207"/>
                    <a:pt x="422029" y="1582543"/>
                  </a:cubicBezTo>
                  <a:cubicBezTo>
                    <a:pt x="422365" y="1582879"/>
                    <a:pt x="423106" y="1584393"/>
                    <a:pt x="423106" y="1584393"/>
                  </a:cubicBezTo>
                  <a:lnTo>
                    <a:pt x="425596" y="1588733"/>
                  </a:lnTo>
                  <a:lnTo>
                    <a:pt x="429500" y="1591222"/>
                  </a:lnTo>
                  <a:cubicBezTo>
                    <a:pt x="429500" y="1591222"/>
                    <a:pt x="431553" y="1591659"/>
                    <a:pt x="431889" y="1591323"/>
                  </a:cubicBezTo>
                  <a:cubicBezTo>
                    <a:pt x="432226" y="1590987"/>
                    <a:pt x="436130" y="1591088"/>
                    <a:pt x="438082" y="1591088"/>
                  </a:cubicBezTo>
                  <a:cubicBezTo>
                    <a:pt x="440034" y="1591088"/>
                    <a:pt x="442423" y="1591962"/>
                    <a:pt x="442861" y="1591962"/>
                  </a:cubicBezTo>
                  <a:cubicBezTo>
                    <a:pt x="443298" y="1591962"/>
                    <a:pt x="444611" y="1593476"/>
                    <a:pt x="445048" y="1594149"/>
                  </a:cubicBezTo>
                  <a:cubicBezTo>
                    <a:pt x="445486" y="1594788"/>
                    <a:pt x="446798" y="1597176"/>
                    <a:pt x="447236" y="1597311"/>
                  </a:cubicBezTo>
                  <a:cubicBezTo>
                    <a:pt x="447673" y="1597412"/>
                    <a:pt x="453765" y="1597849"/>
                    <a:pt x="453765" y="1597849"/>
                  </a:cubicBezTo>
                  <a:cubicBezTo>
                    <a:pt x="453765" y="1597849"/>
                    <a:pt x="459722" y="1597849"/>
                    <a:pt x="460395" y="1597647"/>
                  </a:cubicBezTo>
                  <a:cubicBezTo>
                    <a:pt x="461034" y="1597445"/>
                    <a:pt x="464501" y="1597311"/>
                    <a:pt x="464501" y="1597311"/>
                  </a:cubicBezTo>
                  <a:cubicBezTo>
                    <a:pt x="464501" y="1597311"/>
                    <a:pt x="468102" y="1597311"/>
                    <a:pt x="470255" y="1597311"/>
                  </a:cubicBezTo>
                  <a:cubicBezTo>
                    <a:pt x="472409" y="1597311"/>
                    <a:pt x="472207" y="1596873"/>
                    <a:pt x="472544" y="1596537"/>
                  </a:cubicBezTo>
                  <a:cubicBezTo>
                    <a:pt x="472881" y="1596201"/>
                    <a:pt x="474732" y="1595763"/>
                    <a:pt x="475035" y="1595461"/>
                  </a:cubicBezTo>
                  <a:cubicBezTo>
                    <a:pt x="475371" y="1595124"/>
                    <a:pt x="476246" y="1594149"/>
                    <a:pt x="476246" y="1594149"/>
                  </a:cubicBezTo>
                  <a:lnTo>
                    <a:pt x="481799" y="1589675"/>
                  </a:lnTo>
                  <a:lnTo>
                    <a:pt x="487453" y="1585873"/>
                  </a:lnTo>
                  <a:cubicBezTo>
                    <a:pt x="487453" y="1585873"/>
                    <a:pt x="490381" y="1584023"/>
                    <a:pt x="491256" y="1583384"/>
                  </a:cubicBezTo>
                  <a:cubicBezTo>
                    <a:pt x="492131" y="1582745"/>
                    <a:pt x="494184" y="1580895"/>
                    <a:pt x="494184" y="1580895"/>
                  </a:cubicBezTo>
                  <a:cubicBezTo>
                    <a:pt x="494184" y="1580895"/>
                    <a:pt x="495934" y="1578405"/>
                    <a:pt x="496237" y="1577531"/>
                  </a:cubicBezTo>
                  <a:cubicBezTo>
                    <a:pt x="496573" y="1576656"/>
                    <a:pt x="498290" y="1575781"/>
                    <a:pt x="498290" y="1575781"/>
                  </a:cubicBezTo>
                  <a:lnTo>
                    <a:pt x="500242" y="1575580"/>
                  </a:lnTo>
                  <a:cubicBezTo>
                    <a:pt x="500242" y="1575580"/>
                    <a:pt x="503405" y="1574268"/>
                    <a:pt x="503843" y="1573931"/>
                  </a:cubicBezTo>
                  <a:cubicBezTo>
                    <a:pt x="504280" y="1573595"/>
                    <a:pt x="506670" y="1572518"/>
                    <a:pt x="507982" y="1571980"/>
                  </a:cubicBezTo>
                  <a:cubicBezTo>
                    <a:pt x="509295" y="1571442"/>
                    <a:pt x="510910" y="1571543"/>
                    <a:pt x="512559" y="1571105"/>
                  </a:cubicBezTo>
                  <a:cubicBezTo>
                    <a:pt x="514175" y="1570668"/>
                    <a:pt x="514208" y="1570332"/>
                    <a:pt x="514511" y="1570231"/>
                  </a:cubicBezTo>
                  <a:cubicBezTo>
                    <a:pt x="514848" y="1570130"/>
                    <a:pt x="516800" y="1568919"/>
                    <a:pt x="517103" y="1568717"/>
                  </a:cubicBezTo>
                  <a:cubicBezTo>
                    <a:pt x="517439" y="1568515"/>
                    <a:pt x="519593" y="1568381"/>
                    <a:pt x="519930" y="1568179"/>
                  </a:cubicBezTo>
                  <a:cubicBezTo>
                    <a:pt x="520266" y="1567977"/>
                    <a:pt x="523194" y="1567102"/>
                    <a:pt x="523531" y="1566867"/>
                  </a:cubicBezTo>
                  <a:cubicBezTo>
                    <a:pt x="523867" y="1566631"/>
                    <a:pt x="526560" y="1565656"/>
                    <a:pt x="527973" y="1565454"/>
                  </a:cubicBezTo>
                  <a:cubicBezTo>
                    <a:pt x="529387" y="1565219"/>
                    <a:pt x="533627" y="1565353"/>
                    <a:pt x="534940" y="1565454"/>
                  </a:cubicBezTo>
                  <a:cubicBezTo>
                    <a:pt x="536252" y="1565555"/>
                    <a:pt x="539281" y="1565992"/>
                    <a:pt x="539281" y="1565992"/>
                  </a:cubicBezTo>
                  <a:cubicBezTo>
                    <a:pt x="539281" y="1565992"/>
                    <a:pt x="543084" y="1565992"/>
                    <a:pt x="544161" y="1565992"/>
                  </a:cubicBezTo>
                  <a:cubicBezTo>
                    <a:pt x="545238" y="1565992"/>
                    <a:pt x="547863" y="1566766"/>
                    <a:pt x="548300" y="1566968"/>
                  </a:cubicBezTo>
                  <a:cubicBezTo>
                    <a:pt x="548738" y="1567170"/>
                    <a:pt x="549815" y="1567842"/>
                    <a:pt x="552339" y="1568919"/>
                  </a:cubicBezTo>
                  <a:cubicBezTo>
                    <a:pt x="554829" y="1569995"/>
                    <a:pt x="555503" y="1571946"/>
                    <a:pt x="555940" y="1572619"/>
                  </a:cubicBezTo>
                  <a:cubicBezTo>
                    <a:pt x="556378" y="1573258"/>
                    <a:pt x="558767" y="1575445"/>
                    <a:pt x="558767" y="1575445"/>
                  </a:cubicBezTo>
                  <a:cubicBezTo>
                    <a:pt x="558767" y="1575445"/>
                    <a:pt x="558767" y="1577497"/>
                    <a:pt x="558666" y="1578170"/>
                  </a:cubicBezTo>
                  <a:cubicBezTo>
                    <a:pt x="558565" y="1578809"/>
                    <a:pt x="557690" y="1579246"/>
                    <a:pt x="557690" y="1579246"/>
                  </a:cubicBezTo>
                  <a:cubicBezTo>
                    <a:pt x="557690" y="1579246"/>
                    <a:pt x="556815" y="1580861"/>
                    <a:pt x="555738" y="1581635"/>
                  </a:cubicBezTo>
                  <a:cubicBezTo>
                    <a:pt x="554661" y="1582408"/>
                    <a:pt x="553887" y="1584662"/>
                    <a:pt x="553887" y="1584999"/>
                  </a:cubicBezTo>
                  <a:cubicBezTo>
                    <a:pt x="553887" y="1585335"/>
                    <a:pt x="555301" y="1587051"/>
                    <a:pt x="555301" y="1587051"/>
                  </a:cubicBezTo>
                  <a:lnTo>
                    <a:pt x="557690" y="1590953"/>
                  </a:lnTo>
                  <a:lnTo>
                    <a:pt x="558229" y="1593005"/>
                  </a:lnTo>
                  <a:lnTo>
                    <a:pt x="559104" y="1595932"/>
                  </a:lnTo>
                  <a:cubicBezTo>
                    <a:pt x="559104" y="1595932"/>
                    <a:pt x="561291" y="1599531"/>
                    <a:pt x="561830" y="1600069"/>
                  </a:cubicBezTo>
                  <a:cubicBezTo>
                    <a:pt x="562368" y="1600607"/>
                    <a:pt x="564118" y="1603231"/>
                    <a:pt x="564118" y="1603231"/>
                  </a:cubicBezTo>
                  <a:cubicBezTo>
                    <a:pt x="564118" y="1603231"/>
                    <a:pt x="564657" y="1608681"/>
                    <a:pt x="564657" y="1608984"/>
                  </a:cubicBezTo>
                  <a:cubicBezTo>
                    <a:pt x="564657" y="1609320"/>
                    <a:pt x="565633" y="1613323"/>
                    <a:pt x="565733" y="1613761"/>
                  </a:cubicBezTo>
                  <a:cubicBezTo>
                    <a:pt x="565835" y="1614198"/>
                    <a:pt x="565835" y="1618874"/>
                    <a:pt x="565835" y="1618874"/>
                  </a:cubicBezTo>
                  <a:cubicBezTo>
                    <a:pt x="565835" y="1618874"/>
                    <a:pt x="564421" y="1621599"/>
                    <a:pt x="563984" y="1621700"/>
                  </a:cubicBezTo>
                  <a:cubicBezTo>
                    <a:pt x="563546" y="1621801"/>
                    <a:pt x="560955" y="1623449"/>
                    <a:pt x="560517" y="1623751"/>
                  </a:cubicBezTo>
                  <a:cubicBezTo>
                    <a:pt x="560080" y="1624088"/>
                    <a:pt x="557353" y="1626678"/>
                    <a:pt x="556916" y="1627015"/>
                  </a:cubicBezTo>
                  <a:cubicBezTo>
                    <a:pt x="556478" y="1627351"/>
                    <a:pt x="556378" y="1628966"/>
                    <a:pt x="556378" y="1628966"/>
                  </a:cubicBezTo>
                  <a:lnTo>
                    <a:pt x="552474" y="1632868"/>
                  </a:lnTo>
                  <a:lnTo>
                    <a:pt x="551161" y="1635256"/>
                  </a:lnTo>
                  <a:cubicBezTo>
                    <a:pt x="551161" y="1635256"/>
                    <a:pt x="547022" y="1636131"/>
                    <a:pt x="546483" y="1636434"/>
                  </a:cubicBezTo>
                  <a:cubicBezTo>
                    <a:pt x="545945" y="1636770"/>
                    <a:pt x="544767" y="1639899"/>
                    <a:pt x="544767" y="1639899"/>
                  </a:cubicBezTo>
                  <a:lnTo>
                    <a:pt x="541065" y="1645886"/>
                  </a:lnTo>
                  <a:lnTo>
                    <a:pt x="539113" y="1652514"/>
                  </a:lnTo>
                  <a:cubicBezTo>
                    <a:pt x="539113" y="1652514"/>
                    <a:pt x="534872" y="1658064"/>
                    <a:pt x="534098" y="1658939"/>
                  </a:cubicBezTo>
                  <a:cubicBezTo>
                    <a:pt x="533324" y="1659813"/>
                    <a:pt x="529521" y="1662538"/>
                    <a:pt x="529218" y="1662841"/>
                  </a:cubicBezTo>
                  <a:cubicBezTo>
                    <a:pt x="528882" y="1663177"/>
                    <a:pt x="519425" y="1667618"/>
                    <a:pt x="519425" y="1667618"/>
                  </a:cubicBezTo>
                  <a:lnTo>
                    <a:pt x="510304" y="1672731"/>
                  </a:lnTo>
                  <a:lnTo>
                    <a:pt x="498391" y="1677777"/>
                  </a:lnTo>
                  <a:cubicBezTo>
                    <a:pt x="498391" y="1677777"/>
                    <a:pt x="494823" y="1679593"/>
                    <a:pt x="494520" y="1679728"/>
                  </a:cubicBezTo>
                  <a:cubicBezTo>
                    <a:pt x="494184" y="1679862"/>
                    <a:pt x="492871" y="1680502"/>
                    <a:pt x="492636" y="1680636"/>
                  </a:cubicBezTo>
                  <a:cubicBezTo>
                    <a:pt x="492400" y="1680737"/>
                    <a:pt x="491593" y="1681544"/>
                    <a:pt x="491525" y="1681645"/>
                  </a:cubicBezTo>
                  <a:cubicBezTo>
                    <a:pt x="491458" y="1681713"/>
                    <a:pt x="491458" y="1682352"/>
                    <a:pt x="491458" y="1682352"/>
                  </a:cubicBezTo>
                  <a:lnTo>
                    <a:pt x="492366" y="1684135"/>
                  </a:lnTo>
                  <a:lnTo>
                    <a:pt x="495261" y="1684135"/>
                  </a:lnTo>
                  <a:cubicBezTo>
                    <a:pt x="495261" y="1684135"/>
                    <a:pt x="498155" y="1685514"/>
                    <a:pt x="498593" y="1686086"/>
                  </a:cubicBezTo>
                  <a:cubicBezTo>
                    <a:pt x="499030" y="1686658"/>
                    <a:pt x="501049" y="1688777"/>
                    <a:pt x="501218" y="1689349"/>
                  </a:cubicBezTo>
                  <a:cubicBezTo>
                    <a:pt x="501352" y="1689921"/>
                    <a:pt x="501924" y="1691973"/>
                    <a:pt x="501924" y="1691973"/>
                  </a:cubicBezTo>
                  <a:lnTo>
                    <a:pt x="501924" y="1693285"/>
                  </a:lnTo>
                  <a:cubicBezTo>
                    <a:pt x="501924" y="1693285"/>
                    <a:pt x="501049" y="1694731"/>
                    <a:pt x="500915" y="1695169"/>
                  </a:cubicBezTo>
                  <a:cubicBezTo>
                    <a:pt x="500780" y="1695606"/>
                    <a:pt x="500174" y="1696615"/>
                    <a:pt x="500174" y="1696615"/>
                  </a:cubicBezTo>
                  <a:lnTo>
                    <a:pt x="500309" y="1697792"/>
                  </a:lnTo>
                  <a:lnTo>
                    <a:pt x="501453" y="1699239"/>
                  </a:lnTo>
                  <a:lnTo>
                    <a:pt x="501319" y="1701560"/>
                  </a:lnTo>
                  <a:lnTo>
                    <a:pt x="501891" y="1709398"/>
                  </a:lnTo>
                  <a:cubicBezTo>
                    <a:pt x="501891" y="1709398"/>
                    <a:pt x="501891" y="1712291"/>
                    <a:pt x="501891" y="1712863"/>
                  </a:cubicBezTo>
                  <a:cubicBezTo>
                    <a:pt x="501891" y="1713435"/>
                    <a:pt x="501319" y="1715453"/>
                    <a:pt x="501319" y="1715453"/>
                  </a:cubicBezTo>
                  <a:lnTo>
                    <a:pt x="498424" y="1716900"/>
                  </a:lnTo>
                  <a:lnTo>
                    <a:pt x="495799" y="1715453"/>
                  </a:lnTo>
                  <a:lnTo>
                    <a:pt x="492770" y="1715453"/>
                  </a:lnTo>
                  <a:lnTo>
                    <a:pt x="490583" y="1715453"/>
                  </a:lnTo>
                  <a:lnTo>
                    <a:pt x="485804" y="1715453"/>
                  </a:lnTo>
                  <a:lnTo>
                    <a:pt x="483987" y="1718279"/>
                  </a:lnTo>
                  <a:lnTo>
                    <a:pt x="484054" y="1718918"/>
                  </a:lnTo>
                  <a:cubicBezTo>
                    <a:pt x="484054" y="1718918"/>
                    <a:pt x="483919" y="1722820"/>
                    <a:pt x="484054" y="1723426"/>
                  </a:cubicBezTo>
                  <a:cubicBezTo>
                    <a:pt x="484188" y="1723998"/>
                    <a:pt x="484054" y="1726622"/>
                    <a:pt x="484054" y="1727059"/>
                  </a:cubicBezTo>
                  <a:cubicBezTo>
                    <a:pt x="484054" y="1727496"/>
                    <a:pt x="484626" y="1730255"/>
                    <a:pt x="484626" y="1730255"/>
                  </a:cubicBezTo>
                  <a:cubicBezTo>
                    <a:pt x="484626" y="1730255"/>
                    <a:pt x="485501" y="1732273"/>
                    <a:pt x="486376" y="1733719"/>
                  </a:cubicBezTo>
                  <a:cubicBezTo>
                    <a:pt x="487251" y="1735166"/>
                    <a:pt x="487251" y="1736478"/>
                    <a:pt x="487554" y="1737184"/>
                  </a:cubicBezTo>
                  <a:cubicBezTo>
                    <a:pt x="487857" y="1737924"/>
                    <a:pt x="487251" y="1739775"/>
                    <a:pt x="487689" y="1740380"/>
                  </a:cubicBezTo>
                  <a:cubicBezTo>
                    <a:pt x="488126" y="1740952"/>
                    <a:pt x="487251" y="1743408"/>
                    <a:pt x="487689" y="1744148"/>
                  </a:cubicBezTo>
                  <a:cubicBezTo>
                    <a:pt x="488126" y="1744854"/>
                    <a:pt x="487689" y="1746469"/>
                    <a:pt x="487689" y="1746469"/>
                  </a:cubicBezTo>
                  <a:lnTo>
                    <a:pt x="492333" y="1748487"/>
                  </a:lnTo>
                  <a:cubicBezTo>
                    <a:pt x="492333" y="1748487"/>
                    <a:pt x="496371" y="1748487"/>
                    <a:pt x="496977" y="1748487"/>
                  </a:cubicBezTo>
                  <a:cubicBezTo>
                    <a:pt x="497549" y="1748487"/>
                    <a:pt x="501319" y="1750506"/>
                    <a:pt x="501891" y="1751111"/>
                  </a:cubicBezTo>
                  <a:cubicBezTo>
                    <a:pt x="502463" y="1751683"/>
                    <a:pt x="509429" y="1753567"/>
                    <a:pt x="510001" y="1753870"/>
                  </a:cubicBezTo>
                  <a:cubicBezTo>
                    <a:pt x="510574" y="1754172"/>
                    <a:pt x="514074" y="1755619"/>
                    <a:pt x="514074" y="1755619"/>
                  </a:cubicBezTo>
                  <a:lnTo>
                    <a:pt x="518718" y="1759958"/>
                  </a:lnTo>
                  <a:lnTo>
                    <a:pt x="519795" y="1764298"/>
                  </a:lnTo>
                  <a:cubicBezTo>
                    <a:pt x="519795" y="1764298"/>
                    <a:pt x="528276" y="1774154"/>
                    <a:pt x="528545" y="1774424"/>
                  </a:cubicBezTo>
                  <a:cubicBezTo>
                    <a:pt x="528848" y="1774726"/>
                    <a:pt x="536454" y="1782093"/>
                    <a:pt x="537531" y="1783203"/>
                  </a:cubicBezTo>
                  <a:cubicBezTo>
                    <a:pt x="538608" y="1784280"/>
                    <a:pt x="544262" y="1789931"/>
                    <a:pt x="544262" y="1789931"/>
                  </a:cubicBezTo>
                  <a:cubicBezTo>
                    <a:pt x="544262" y="1789931"/>
                    <a:pt x="549175" y="1792892"/>
                    <a:pt x="549411" y="1792959"/>
                  </a:cubicBezTo>
                  <a:cubicBezTo>
                    <a:pt x="549613" y="1793026"/>
                    <a:pt x="553416" y="1794775"/>
                    <a:pt x="553416" y="1794775"/>
                  </a:cubicBezTo>
                  <a:lnTo>
                    <a:pt x="555704" y="1796087"/>
                  </a:lnTo>
                  <a:lnTo>
                    <a:pt x="558430" y="1791950"/>
                  </a:lnTo>
                  <a:lnTo>
                    <a:pt x="562435" y="1791950"/>
                  </a:lnTo>
                  <a:lnTo>
                    <a:pt x="564623" y="1795684"/>
                  </a:lnTo>
                  <a:cubicBezTo>
                    <a:pt x="564623" y="1795684"/>
                    <a:pt x="564791" y="1795785"/>
                    <a:pt x="565061" y="1795919"/>
                  </a:cubicBezTo>
                  <a:lnTo>
                    <a:pt x="565767" y="1794372"/>
                  </a:lnTo>
                  <a:lnTo>
                    <a:pt x="569469" y="1792925"/>
                  </a:lnTo>
                  <a:cubicBezTo>
                    <a:pt x="569469" y="1792925"/>
                    <a:pt x="572094" y="1790167"/>
                    <a:pt x="572969" y="1790167"/>
                  </a:cubicBezTo>
                  <a:cubicBezTo>
                    <a:pt x="573844" y="1790167"/>
                    <a:pt x="575796" y="1790167"/>
                    <a:pt x="575796" y="1790167"/>
                  </a:cubicBezTo>
                  <a:lnTo>
                    <a:pt x="584277" y="1786904"/>
                  </a:lnTo>
                  <a:lnTo>
                    <a:pt x="593398" y="1784515"/>
                  </a:lnTo>
                  <a:lnTo>
                    <a:pt x="595989" y="1781690"/>
                  </a:lnTo>
                  <a:cubicBezTo>
                    <a:pt x="595989" y="1781690"/>
                    <a:pt x="605109" y="1784078"/>
                    <a:pt x="605984" y="1784078"/>
                  </a:cubicBezTo>
                  <a:cubicBezTo>
                    <a:pt x="606859" y="1784078"/>
                    <a:pt x="615105" y="1784280"/>
                    <a:pt x="617057" y="1783876"/>
                  </a:cubicBezTo>
                  <a:cubicBezTo>
                    <a:pt x="619009" y="1783439"/>
                    <a:pt x="622071" y="1781690"/>
                    <a:pt x="622071" y="1781690"/>
                  </a:cubicBezTo>
                  <a:lnTo>
                    <a:pt x="632302" y="1779099"/>
                  </a:lnTo>
                  <a:cubicBezTo>
                    <a:pt x="632302" y="1779099"/>
                    <a:pt x="635769" y="1776475"/>
                    <a:pt x="636644" y="1776475"/>
                  </a:cubicBezTo>
                  <a:cubicBezTo>
                    <a:pt x="637519" y="1776475"/>
                    <a:pt x="646000" y="1773650"/>
                    <a:pt x="646000" y="1773650"/>
                  </a:cubicBezTo>
                  <a:lnTo>
                    <a:pt x="653168" y="1768873"/>
                  </a:lnTo>
                  <a:lnTo>
                    <a:pt x="658183" y="1767561"/>
                  </a:lnTo>
                  <a:lnTo>
                    <a:pt x="667943" y="1767561"/>
                  </a:lnTo>
                  <a:lnTo>
                    <a:pt x="669693" y="1767561"/>
                  </a:lnTo>
                  <a:cubicBezTo>
                    <a:pt x="669693" y="1767561"/>
                    <a:pt x="667505" y="1767325"/>
                    <a:pt x="673832" y="1767561"/>
                  </a:cubicBezTo>
                  <a:cubicBezTo>
                    <a:pt x="680126" y="1767763"/>
                    <a:pt x="681303" y="1769579"/>
                    <a:pt x="681303" y="1769579"/>
                  </a:cubicBezTo>
                  <a:cubicBezTo>
                    <a:pt x="681303" y="1769579"/>
                    <a:pt x="685443" y="1769007"/>
                    <a:pt x="685880" y="1768940"/>
                  </a:cubicBezTo>
                  <a:cubicBezTo>
                    <a:pt x="686318" y="1768873"/>
                    <a:pt x="688640" y="1765240"/>
                    <a:pt x="688135" y="1765173"/>
                  </a:cubicBezTo>
                  <a:cubicBezTo>
                    <a:pt x="687630" y="1765105"/>
                    <a:pt x="683053" y="1764668"/>
                    <a:pt x="682852" y="1764432"/>
                  </a:cubicBezTo>
                  <a:cubicBezTo>
                    <a:pt x="682616" y="1764197"/>
                    <a:pt x="680664" y="1762179"/>
                    <a:pt x="680765" y="1761909"/>
                  </a:cubicBezTo>
                  <a:cubicBezTo>
                    <a:pt x="680832" y="1761607"/>
                    <a:pt x="681135" y="1759454"/>
                    <a:pt x="682717" y="1759151"/>
                  </a:cubicBezTo>
                  <a:cubicBezTo>
                    <a:pt x="684299" y="1758848"/>
                    <a:pt x="686856" y="1758411"/>
                    <a:pt x="687058" y="1758579"/>
                  </a:cubicBezTo>
                  <a:cubicBezTo>
                    <a:pt x="687260" y="1758714"/>
                    <a:pt x="692073" y="1758546"/>
                    <a:pt x="692073" y="1758546"/>
                  </a:cubicBezTo>
                  <a:lnTo>
                    <a:pt x="703650" y="1752188"/>
                  </a:lnTo>
                  <a:cubicBezTo>
                    <a:pt x="703650" y="1752188"/>
                    <a:pt x="707419" y="1748723"/>
                    <a:pt x="707722" y="1747545"/>
                  </a:cubicBezTo>
                  <a:cubicBezTo>
                    <a:pt x="708025" y="1746402"/>
                    <a:pt x="708597" y="1739438"/>
                    <a:pt x="707722" y="1738261"/>
                  </a:cubicBezTo>
                  <a:cubicBezTo>
                    <a:pt x="706847" y="1737117"/>
                    <a:pt x="704256" y="1731028"/>
                    <a:pt x="704256" y="1731028"/>
                  </a:cubicBezTo>
                  <a:lnTo>
                    <a:pt x="699914" y="1725242"/>
                  </a:lnTo>
                  <a:lnTo>
                    <a:pt x="698467" y="1720028"/>
                  </a:lnTo>
                  <a:cubicBezTo>
                    <a:pt x="698467" y="1720028"/>
                    <a:pt x="698164" y="1715958"/>
                    <a:pt x="698164" y="1715117"/>
                  </a:cubicBezTo>
                  <a:cubicBezTo>
                    <a:pt x="698164" y="1714242"/>
                    <a:pt x="701059" y="1708759"/>
                    <a:pt x="701059" y="1708759"/>
                  </a:cubicBezTo>
                  <a:cubicBezTo>
                    <a:pt x="701059" y="1708759"/>
                    <a:pt x="703953" y="1707010"/>
                    <a:pt x="704525" y="1706135"/>
                  </a:cubicBezTo>
                  <a:cubicBezTo>
                    <a:pt x="705097" y="1705260"/>
                    <a:pt x="709439" y="1701795"/>
                    <a:pt x="709439" y="1701795"/>
                  </a:cubicBezTo>
                  <a:lnTo>
                    <a:pt x="708698" y="1697759"/>
                  </a:lnTo>
                  <a:lnTo>
                    <a:pt x="709439" y="1691973"/>
                  </a:lnTo>
                  <a:cubicBezTo>
                    <a:pt x="709439" y="1691973"/>
                    <a:pt x="711020" y="1689517"/>
                    <a:pt x="710886" y="1688205"/>
                  </a:cubicBezTo>
                  <a:cubicBezTo>
                    <a:pt x="710751" y="1686893"/>
                    <a:pt x="710684" y="1684303"/>
                    <a:pt x="710246" y="1684000"/>
                  </a:cubicBezTo>
                  <a:cubicBezTo>
                    <a:pt x="709809" y="1683697"/>
                    <a:pt x="707116" y="1681814"/>
                    <a:pt x="707116" y="1680367"/>
                  </a:cubicBezTo>
                  <a:cubicBezTo>
                    <a:pt x="707116" y="1678921"/>
                    <a:pt x="707116" y="1674581"/>
                    <a:pt x="707116" y="1674581"/>
                  </a:cubicBezTo>
                  <a:cubicBezTo>
                    <a:pt x="707116" y="1674581"/>
                    <a:pt x="707689" y="1661529"/>
                    <a:pt x="708126" y="1661125"/>
                  </a:cubicBezTo>
                  <a:cubicBezTo>
                    <a:pt x="708564" y="1660688"/>
                    <a:pt x="711895" y="1656348"/>
                    <a:pt x="712030" y="1655911"/>
                  </a:cubicBezTo>
                  <a:cubicBezTo>
                    <a:pt x="712165" y="1655474"/>
                    <a:pt x="714790" y="1646660"/>
                    <a:pt x="714790" y="1646055"/>
                  </a:cubicBezTo>
                  <a:cubicBezTo>
                    <a:pt x="714790" y="1645483"/>
                    <a:pt x="717819" y="1637645"/>
                    <a:pt x="717987" y="1637073"/>
                  </a:cubicBezTo>
                  <a:cubicBezTo>
                    <a:pt x="718121" y="1636501"/>
                    <a:pt x="722059" y="1633002"/>
                    <a:pt x="723203" y="1631724"/>
                  </a:cubicBezTo>
                  <a:cubicBezTo>
                    <a:pt x="724348" y="1630412"/>
                    <a:pt x="727679" y="1626947"/>
                    <a:pt x="727679" y="1626947"/>
                  </a:cubicBezTo>
                  <a:cubicBezTo>
                    <a:pt x="727679" y="1626947"/>
                    <a:pt x="729867" y="1624189"/>
                    <a:pt x="730002" y="1623751"/>
                  </a:cubicBezTo>
                  <a:cubicBezTo>
                    <a:pt x="730136" y="1623314"/>
                    <a:pt x="732324" y="1619547"/>
                    <a:pt x="732324" y="1618975"/>
                  </a:cubicBezTo>
                  <a:cubicBezTo>
                    <a:pt x="732324" y="1618403"/>
                    <a:pt x="733468" y="1616956"/>
                    <a:pt x="734208" y="1616519"/>
                  </a:cubicBezTo>
                  <a:cubicBezTo>
                    <a:pt x="734915" y="1616082"/>
                    <a:pt x="737103" y="1614198"/>
                    <a:pt x="737675" y="1613761"/>
                  </a:cubicBezTo>
                  <a:cubicBezTo>
                    <a:pt x="738247" y="1613323"/>
                    <a:pt x="741747" y="1611137"/>
                    <a:pt x="741747" y="1611137"/>
                  </a:cubicBezTo>
                  <a:lnTo>
                    <a:pt x="745651" y="1608815"/>
                  </a:lnTo>
                  <a:lnTo>
                    <a:pt x="747973" y="1606797"/>
                  </a:lnTo>
                  <a:cubicBezTo>
                    <a:pt x="747973" y="1606797"/>
                    <a:pt x="748714" y="1601448"/>
                    <a:pt x="748714" y="1600843"/>
                  </a:cubicBezTo>
                  <a:cubicBezTo>
                    <a:pt x="748714" y="1600271"/>
                    <a:pt x="749420" y="1597647"/>
                    <a:pt x="749420" y="1597647"/>
                  </a:cubicBezTo>
                  <a:lnTo>
                    <a:pt x="752752" y="1592736"/>
                  </a:lnTo>
                  <a:cubicBezTo>
                    <a:pt x="752752" y="1592736"/>
                    <a:pt x="754940" y="1589271"/>
                    <a:pt x="755512" y="1589271"/>
                  </a:cubicBezTo>
                  <a:cubicBezTo>
                    <a:pt x="756084" y="1589271"/>
                    <a:pt x="757699" y="1590415"/>
                    <a:pt x="758574" y="1590583"/>
                  </a:cubicBezTo>
                  <a:cubicBezTo>
                    <a:pt x="759449" y="1590717"/>
                    <a:pt x="759719" y="1590583"/>
                    <a:pt x="761906" y="1590583"/>
                  </a:cubicBezTo>
                  <a:cubicBezTo>
                    <a:pt x="764094" y="1590583"/>
                    <a:pt x="765675" y="1589136"/>
                    <a:pt x="766820" y="1589271"/>
                  </a:cubicBezTo>
                  <a:cubicBezTo>
                    <a:pt x="767964" y="1589406"/>
                    <a:pt x="769007" y="1588968"/>
                    <a:pt x="770454" y="1587959"/>
                  </a:cubicBezTo>
                  <a:cubicBezTo>
                    <a:pt x="771901" y="1586950"/>
                    <a:pt x="773214" y="1586210"/>
                    <a:pt x="773652" y="1585941"/>
                  </a:cubicBezTo>
                  <a:cubicBezTo>
                    <a:pt x="774089" y="1585638"/>
                    <a:pt x="775974" y="1585066"/>
                    <a:pt x="775974" y="1585066"/>
                  </a:cubicBezTo>
                  <a:lnTo>
                    <a:pt x="781056" y="1585066"/>
                  </a:lnTo>
                  <a:cubicBezTo>
                    <a:pt x="781056" y="1585066"/>
                    <a:pt x="785834" y="1585503"/>
                    <a:pt x="787147" y="1584494"/>
                  </a:cubicBezTo>
                  <a:cubicBezTo>
                    <a:pt x="788460" y="1583485"/>
                    <a:pt x="790613" y="1581029"/>
                    <a:pt x="790613" y="1581029"/>
                  </a:cubicBezTo>
                  <a:lnTo>
                    <a:pt x="794686" y="1581769"/>
                  </a:lnTo>
                  <a:cubicBezTo>
                    <a:pt x="794686" y="1581769"/>
                    <a:pt x="795258" y="1584528"/>
                    <a:pt x="795392" y="1584965"/>
                  </a:cubicBezTo>
                  <a:cubicBezTo>
                    <a:pt x="795527" y="1585402"/>
                    <a:pt x="794955" y="1587993"/>
                    <a:pt x="795392" y="1588598"/>
                  </a:cubicBezTo>
                  <a:cubicBezTo>
                    <a:pt x="795830" y="1589170"/>
                    <a:pt x="795426" y="1592063"/>
                    <a:pt x="795426" y="1592063"/>
                  </a:cubicBezTo>
                  <a:lnTo>
                    <a:pt x="793811" y="1595965"/>
                  </a:lnTo>
                  <a:lnTo>
                    <a:pt x="795594" y="1598724"/>
                  </a:lnTo>
                  <a:lnTo>
                    <a:pt x="796705" y="1603366"/>
                  </a:lnTo>
                  <a:cubicBezTo>
                    <a:pt x="796705" y="1603366"/>
                    <a:pt x="796065" y="1607436"/>
                    <a:pt x="796469" y="1608008"/>
                  </a:cubicBezTo>
                  <a:cubicBezTo>
                    <a:pt x="796907" y="1608580"/>
                    <a:pt x="797546" y="1611641"/>
                    <a:pt x="797546" y="1611641"/>
                  </a:cubicBezTo>
                  <a:lnTo>
                    <a:pt x="797546" y="1619042"/>
                  </a:lnTo>
                  <a:lnTo>
                    <a:pt x="799734" y="1617730"/>
                  </a:lnTo>
                  <a:cubicBezTo>
                    <a:pt x="799734" y="1617730"/>
                    <a:pt x="800474" y="1618033"/>
                    <a:pt x="801349" y="1617596"/>
                  </a:cubicBezTo>
                  <a:cubicBezTo>
                    <a:pt x="802224" y="1617158"/>
                    <a:pt x="804681" y="1617596"/>
                    <a:pt x="804681" y="1617596"/>
                  </a:cubicBezTo>
                  <a:lnTo>
                    <a:pt x="807441" y="1620354"/>
                  </a:lnTo>
                  <a:lnTo>
                    <a:pt x="808585" y="1623953"/>
                  </a:lnTo>
                  <a:lnTo>
                    <a:pt x="809595" y="1627284"/>
                  </a:lnTo>
                  <a:cubicBezTo>
                    <a:pt x="809595" y="1627284"/>
                    <a:pt x="809729" y="1628730"/>
                    <a:pt x="809595" y="1630311"/>
                  </a:cubicBezTo>
                  <a:cubicBezTo>
                    <a:pt x="809460" y="1631892"/>
                    <a:pt x="809023" y="1634651"/>
                    <a:pt x="809023" y="1634651"/>
                  </a:cubicBezTo>
                  <a:cubicBezTo>
                    <a:pt x="809023" y="1634651"/>
                    <a:pt x="808888" y="1635660"/>
                    <a:pt x="807710" y="1635660"/>
                  </a:cubicBezTo>
                  <a:cubicBezTo>
                    <a:pt x="806566" y="1635660"/>
                    <a:pt x="805960" y="1635357"/>
                    <a:pt x="805388" y="1635223"/>
                  </a:cubicBezTo>
                  <a:cubicBezTo>
                    <a:pt x="804816" y="1635088"/>
                    <a:pt x="803638" y="1634785"/>
                    <a:pt x="803638" y="1634785"/>
                  </a:cubicBezTo>
                  <a:cubicBezTo>
                    <a:pt x="803638" y="1634785"/>
                    <a:pt x="800441" y="1634785"/>
                    <a:pt x="799868" y="1634483"/>
                  </a:cubicBezTo>
                  <a:cubicBezTo>
                    <a:pt x="799296" y="1634180"/>
                    <a:pt x="796840" y="1634045"/>
                    <a:pt x="796840" y="1634045"/>
                  </a:cubicBezTo>
                  <a:lnTo>
                    <a:pt x="791488" y="1636232"/>
                  </a:lnTo>
                  <a:cubicBezTo>
                    <a:pt x="791488" y="1636232"/>
                    <a:pt x="787887" y="1637241"/>
                    <a:pt x="787719" y="1637678"/>
                  </a:cubicBezTo>
                  <a:cubicBezTo>
                    <a:pt x="787585" y="1638116"/>
                    <a:pt x="785262" y="1642758"/>
                    <a:pt x="785262" y="1642758"/>
                  </a:cubicBezTo>
                  <a:lnTo>
                    <a:pt x="780854" y="1644204"/>
                  </a:lnTo>
                  <a:lnTo>
                    <a:pt x="778229" y="1649856"/>
                  </a:lnTo>
                  <a:lnTo>
                    <a:pt x="776479" y="1653758"/>
                  </a:lnTo>
                  <a:lnTo>
                    <a:pt x="773450" y="1657458"/>
                  </a:lnTo>
                  <a:lnTo>
                    <a:pt x="772810" y="1660284"/>
                  </a:lnTo>
                  <a:lnTo>
                    <a:pt x="771733" y="1662908"/>
                  </a:lnTo>
                  <a:lnTo>
                    <a:pt x="771296" y="1665936"/>
                  </a:lnTo>
                  <a:lnTo>
                    <a:pt x="770757" y="1667887"/>
                  </a:lnTo>
                  <a:lnTo>
                    <a:pt x="768031" y="1670948"/>
                  </a:lnTo>
                  <a:lnTo>
                    <a:pt x="768031" y="1674648"/>
                  </a:lnTo>
                  <a:lnTo>
                    <a:pt x="768805" y="1676398"/>
                  </a:lnTo>
                  <a:lnTo>
                    <a:pt x="771531" y="1680098"/>
                  </a:lnTo>
                  <a:lnTo>
                    <a:pt x="771531" y="1681612"/>
                  </a:lnTo>
                  <a:cubicBezTo>
                    <a:pt x="771531" y="1681612"/>
                    <a:pt x="770656" y="1683798"/>
                    <a:pt x="770454" y="1684438"/>
                  </a:cubicBezTo>
                  <a:cubicBezTo>
                    <a:pt x="770219" y="1685077"/>
                    <a:pt x="769815" y="1685077"/>
                    <a:pt x="768940" y="1685951"/>
                  </a:cubicBezTo>
                  <a:cubicBezTo>
                    <a:pt x="768065" y="1686826"/>
                    <a:pt x="768065" y="1689820"/>
                    <a:pt x="767190" y="1689181"/>
                  </a:cubicBezTo>
                  <a:cubicBezTo>
                    <a:pt x="766315" y="1688541"/>
                    <a:pt x="767829" y="1692881"/>
                    <a:pt x="767829" y="1692881"/>
                  </a:cubicBezTo>
                  <a:lnTo>
                    <a:pt x="768906" y="1695505"/>
                  </a:lnTo>
                  <a:lnTo>
                    <a:pt x="767594" y="1700080"/>
                  </a:lnTo>
                  <a:lnTo>
                    <a:pt x="767358" y="1703545"/>
                  </a:lnTo>
                  <a:lnTo>
                    <a:pt x="768435" y="1705059"/>
                  </a:lnTo>
                  <a:lnTo>
                    <a:pt x="773652" y="1710037"/>
                  </a:lnTo>
                  <a:lnTo>
                    <a:pt x="777791" y="1712863"/>
                  </a:lnTo>
                  <a:lnTo>
                    <a:pt x="780181" y="1714377"/>
                  </a:lnTo>
                  <a:lnTo>
                    <a:pt x="784758" y="1717404"/>
                  </a:lnTo>
                  <a:lnTo>
                    <a:pt x="790109" y="1720095"/>
                  </a:lnTo>
                  <a:lnTo>
                    <a:pt x="799027" y="1726252"/>
                  </a:lnTo>
                  <a:cubicBezTo>
                    <a:pt x="799027" y="1726252"/>
                    <a:pt x="802224" y="1727833"/>
                    <a:pt x="803099" y="1727698"/>
                  </a:cubicBezTo>
                  <a:cubicBezTo>
                    <a:pt x="803974" y="1727564"/>
                    <a:pt x="808888" y="1727765"/>
                    <a:pt x="809123" y="1727698"/>
                  </a:cubicBezTo>
                  <a:cubicBezTo>
                    <a:pt x="809325" y="1727631"/>
                    <a:pt x="812523" y="1726992"/>
                    <a:pt x="812523" y="1726992"/>
                  </a:cubicBezTo>
                  <a:cubicBezTo>
                    <a:pt x="812523" y="1726992"/>
                    <a:pt x="817941" y="1724771"/>
                    <a:pt x="818176" y="1724704"/>
                  </a:cubicBezTo>
                  <a:cubicBezTo>
                    <a:pt x="818412" y="1724637"/>
                    <a:pt x="821071" y="1722417"/>
                    <a:pt x="821508" y="1722417"/>
                  </a:cubicBezTo>
                  <a:cubicBezTo>
                    <a:pt x="821946" y="1722417"/>
                    <a:pt x="824537" y="1722417"/>
                    <a:pt x="824537" y="1722417"/>
                  </a:cubicBezTo>
                  <a:lnTo>
                    <a:pt x="827600" y="1723224"/>
                  </a:lnTo>
                  <a:lnTo>
                    <a:pt x="833624" y="1725108"/>
                  </a:lnTo>
                  <a:cubicBezTo>
                    <a:pt x="833624" y="1725108"/>
                    <a:pt x="835374" y="1725915"/>
                    <a:pt x="835509" y="1726352"/>
                  </a:cubicBezTo>
                  <a:cubicBezTo>
                    <a:pt x="835643" y="1726790"/>
                    <a:pt x="840220" y="1732004"/>
                    <a:pt x="840220" y="1732004"/>
                  </a:cubicBezTo>
                  <a:lnTo>
                    <a:pt x="842812" y="1734830"/>
                  </a:lnTo>
                  <a:lnTo>
                    <a:pt x="845942" y="1741288"/>
                  </a:lnTo>
                  <a:lnTo>
                    <a:pt x="850081" y="1746132"/>
                  </a:lnTo>
                  <a:lnTo>
                    <a:pt x="851091" y="1750337"/>
                  </a:lnTo>
                  <a:cubicBezTo>
                    <a:pt x="851091" y="1750337"/>
                    <a:pt x="852605" y="1753096"/>
                    <a:pt x="853043" y="1753601"/>
                  </a:cubicBezTo>
                  <a:cubicBezTo>
                    <a:pt x="853480" y="1754105"/>
                    <a:pt x="856442" y="1755854"/>
                    <a:pt x="857384" y="1755854"/>
                  </a:cubicBezTo>
                  <a:cubicBezTo>
                    <a:pt x="858326" y="1755854"/>
                    <a:pt x="861793" y="1755484"/>
                    <a:pt x="861793" y="1755484"/>
                  </a:cubicBezTo>
                  <a:lnTo>
                    <a:pt x="867918" y="1756023"/>
                  </a:lnTo>
                  <a:lnTo>
                    <a:pt x="873774" y="1758209"/>
                  </a:lnTo>
                  <a:cubicBezTo>
                    <a:pt x="873774" y="1758209"/>
                    <a:pt x="878889" y="1760059"/>
                    <a:pt x="880202" y="1759958"/>
                  </a:cubicBezTo>
                  <a:cubicBezTo>
                    <a:pt x="881514" y="1759858"/>
                    <a:pt x="886630" y="1760934"/>
                    <a:pt x="886630" y="1760934"/>
                  </a:cubicBezTo>
                  <a:lnTo>
                    <a:pt x="891072" y="1759958"/>
                  </a:lnTo>
                  <a:lnTo>
                    <a:pt x="891611" y="1762986"/>
                  </a:lnTo>
                  <a:lnTo>
                    <a:pt x="895313" y="1764937"/>
                  </a:lnTo>
                  <a:cubicBezTo>
                    <a:pt x="895313" y="1764937"/>
                    <a:pt x="897601" y="1769714"/>
                    <a:pt x="897938" y="1770151"/>
                  </a:cubicBezTo>
                  <a:cubicBezTo>
                    <a:pt x="898275" y="1770589"/>
                    <a:pt x="900967" y="1777215"/>
                    <a:pt x="900967" y="1777653"/>
                  </a:cubicBezTo>
                  <a:cubicBezTo>
                    <a:pt x="900967" y="1778090"/>
                    <a:pt x="903255" y="1781454"/>
                    <a:pt x="903693" y="1781454"/>
                  </a:cubicBezTo>
                  <a:cubicBezTo>
                    <a:pt x="904130" y="1781454"/>
                    <a:pt x="909683" y="1783203"/>
                    <a:pt x="910121" y="1783069"/>
                  </a:cubicBezTo>
                  <a:cubicBezTo>
                    <a:pt x="910558" y="1782968"/>
                    <a:pt x="911433" y="1780142"/>
                    <a:pt x="911433" y="1780142"/>
                  </a:cubicBezTo>
                  <a:lnTo>
                    <a:pt x="915001" y="1779806"/>
                  </a:lnTo>
                  <a:lnTo>
                    <a:pt x="918905" y="1779806"/>
                  </a:lnTo>
                  <a:lnTo>
                    <a:pt x="922068" y="1782699"/>
                  </a:lnTo>
                  <a:lnTo>
                    <a:pt x="925434" y="1785020"/>
                  </a:lnTo>
                  <a:lnTo>
                    <a:pt x="932400" y="1785020"/>
                  </a:lnTo>
                  <a:lnTo>
                    <a:pt x="937415" y="1781118"/>
                  </a:lnTo>
                  <a:lnTo>
                    <a:pt x="941554" y="1780041"/>
                  </a:lnTo>
                  <a:lnTo>
                    <a:pt x="952862" y="1783304"/>
                  </a:lnTo>
                  <a:lnTo>
                    <a:pt x="960536" y="1782564"/>
                  </a:lnTo>
                  <a:cubicBezTo>
                    <a:pt x="960536" y="1782564"/>
                    <a:pt x="962285" y="1782699"/>
                    <a:pt x="964574" y="1782564"/>
                  </a:cubicBezTo>
                  <a:cubicBezTo>
                    <a:pt x="966862" y="1782430"/>
                    <a:pt x="966324" y="1782261"/>
                    <a:pt x="967199" y="1781420"/>
                  </a:cubicBezTo>
                  <a:cubicBezTo>
                    <a:pt x="968074" y="1780546"/>
                    <a:pt x="970262" y="1781420"/>
                    <a:pt x="970262" y="1781420"/>
                  </a:cubicBezTo>
                  <a:cubicBezTo>
                    <a:pt x="970262" y="1781420"/>
                    <a:pt x="970834" y="1779402"/>
                    <a:pt x="970968" y="1778965"/>
                  </a:cubicBezTo>
                  <a:cubicBezTo>
                    <a:pt x="971103" y="1778527"/>
                    <a:pt x="970968" y="1776778"/>
                    <a:pt x="970531" y="1776644"/>
                  </a:cubicBezTo>
                  <a:cubicBezTo>
                    <a:pt x="970093" y="1776509"/>
                    <a:pt x="969387" y="1775635"/>
                    <a:pt x="968343" y="1774625"/>
                  </a:cubicBezTo>
                  <a:cubicBezTo>
                    <a:pt x="967334" y="1773616"/>
                    <a:pt x="966324" y="1773751"/>
                    <a:pt x="966324" y="1773751"/>
                  </a:cubicBezTo>
                  <a:cubicBezTo>
                    <a:pt x="966324" y="1773751"/>
                    <a:pt x="964574" y="1771564"/>
                    <a:pt x="964574" y="1771160"/>
                  </a:cubicBezTo>
                  <a:cubicBezTo>
                    <a:pt x="964540" y="1770723"/>
                    <a:pt x="964574" y="1768570"/>
                    <a:pt x="964574" y="1768570"/>
                  </a:cubicBezTo>
                  <a:lnTo>
                    <a:pt x="964574" y="1765105"/>
                  </a:lnTo>
                  <a:cubicBezTo>
                    <a:pt x="964574" y="1765105"/>
                    <a:pt x="964439" y="1762650"/>
                    <a:pt x="965011" y="1762212"/>
                  </a:cubicBezTo>
                  <a:cubicBezTo>
                    <a:pt x="965584" y="1761775"/>
                    <a:pt x="964574" y="1759891"/>
                    <a:pt x="964574" y="1759891"/>
                  </a:cubicBezTo>
                  <a:lnTo>
                    <a:pt x="964574" y="1754677"/>
                  </a:lnTo>
                  <a:lnTo>
                    <a:pt x="964574" y="1752053"/>
                  </a:lnTo>
                  <a:lnTo>
                    <a:pt x="966324" y="1749463"/>
                  </a:lnTo>
                  <a:lnTo>
                    <a:pt x="966324" y="1747714"/>
                  </a:lnTo>
                  <a:lnTo>
                    <a:pt x="966324" y="1745695"/>
                  </a:lnTo>
                  <a:lnTo>
                    <a:pt x="968074" y="1742500"/>
                  </a:lnTo>
                  <a:lnTo>
                    <a:pt x="968074" y="1740481"/>
                  </a:lnTo>
                  <a:lnTo>
                    <a:pt x="970766" y="1740178"/>
                  </a:lnTo>
                  <a:lnTo>
                    <a:pt x="972281" y="1740616"/>
                  </a:lnTo>
                  <a:lnTo>
                    <a:pt x="973425" y="1744249"/>
                  </a:lnTo>
                  <a:cubicBezTo>
                    <a:pt x="973425" y="1744249"/>
                    <a:pt x="976454" y="1746132"/>
                    <a:pt x="976622" y="1746570"/>
                  </a:cubicBezTo>
                  <a:cubicBezTo>
                    <a:pt x="976757" y="1747007"/>
                    <a:pt x="977329" y="1750203"/>
                    <a:pt x="977497" y="1751044"/>
                  </a:cubicBezTo>
                  <a:cubicBezTo>
                    <a:pt x="977632" y="1751919"/>
                    <a:pt x="978204" y="1752356"/>
                    <a:pt x="978642" y="1752591"/>
                  </a:cubicBezTo>
                  <a:cubicBezTo>
                    <a:pt x="979079" y="1752827"/>
                    <a:pt x="981401" y="1752625"/>
                    <a:pt x="983589" y="1752490"/>
                  </a:cubicBezTo>
                  <a:cubicBezTo>
                    <a:pt x="985776" y="1752356"/>
                    <a:pt x="985608" y="1752793"/>
                    <a:pt x="986180" y="1752490"/>
                  </a:cubicBezTo>
                  <a:cubicBezTo>
                    <a:pt x="986752" y="1752188"/>
                    <a:pt x="986921" y="1750741"/>
                    <a:pt x="987055" y="1750304"/>
                  </a:cubicBezTo>
                  <a:cubicBezTo>
                    <a:pt x="987190" y="1749866"/>
                    <a:pt x="987930" y="1747848"/>
                    <a:pt x="987930" y="1747848"/>
                  </a:cubicBezTo>
                  <a:lnTo>
                    <a:pt x="989680" y="1744081"/>
                  </a:lnTo>
                  <a:cubicBezTo>
                    <a:pt x="989680" y="1744081"/>
                    <a:pt x="990825" y="1742062"/>
                    <a:pt x="990993" y="1741625"/>
                  </a:cubicBezTo>
                  <a:cubicBezTo>
                    <a:pt x="991127" y="1741188"/>
                    <a:pt x="991127" y="1738732"/>
                    <a:pt x="991127" y="1738732"/>
                  </a:cubicBezTo>
                  <a:lnTo>
                    <a:pt x="990825" y="1735671"/>
                  </a:lnTo>
                  <a:cubicBezTo>
                    <a:pt x="990825" y="1735671"/>
                    <a:pt x="989512" y="1732340"/>
                    <a:pt x="989075" y="1732206"/>
                  </a:cubicBezTo>
                  <a:cubicBezTo>
                    <a:pt x="988637" y="1732071"/>
                    <a:pt x="985743" y="1729313"/>
                    <a:pt x="985171" y="1728438"/>
                  </a:cubicBezTo>
                  <a:cubicBezTo>
                    <a:pt x="984598" y="1727564"/>
                    <a:pt x="982411" y="1728438"/>
                    <a:pt x="982411" y="1728438"/>
                  </a:cubicBezTo>
                  <a:lnTo>
                    <a:pt x="979348" y="1725680"/>
                  </a:lnTo>
                  <a:lnTo>
                    <a:pt x="977464" y="1722349"/>
                  </a:lnTo>
                  <a:lnTo>
                    <a:pt x="978473" y="1716395"/>
                  </a:lnTo>
                  <a:lnTo>
                    <a:pt x="978473" y="1711282"/>
                  </a:lnTo>
                  <a:lnTo>
                    <a:pt x="978473" y="1709533"/>
                  </a:lnTo>
                  <a:lnTo>
                    <a:pt x="978473" y="1706505"/>
                  </a:lnTo>
                  <a:lnTo>
                    <a:pt x="982613" y="1702165"/>
                  </a:lnTo>
                  <a:lnTo>
                    <a:pt x="981973" y="1697692"/>
                  </a:lnTo>
                  <a:lnTo>
                    <a:pt x="984733" y="1694798"/>
                  </a:lnTo>
                  <a:lnTo>
                    <a:pt x="986315" y="1691334"/>
                  </a:lnTo>
                  <a:lnTo>
                    <a:pt x="991094" y="1691334"/>
                  </a:lnTo>
                  <a:lnTo>
                    <a:pt x="995166" y="1689315"/>
                  </a:lnTo>
                  <a:lnTo>
                    <a:pt x="997185" y="1688306"/>
                  </a:lnTo>
                  <a:lnTo>
                    <a:pt x="1001392" y="1684673"/>
                  </a:lnTo>
                  <a:cubicBezTo>
                    <a:pt x="1001392" y="1684673"/>
                    <a:pt x="1003984" y="1679896"/>
                    <a:pt x="1004286" y="1679459"/>
                  </a:cubicBezTo>
                  <a:cubicBezTo>
                    <a:pt x="1004589" y="1679021"/>
                    <a:pt x="1007921" y="1678147"/>
                    <a:pt x="1007921" y="1678147"/>
                  </a:cubicBezTo>
                  <a:lnTo>
                    <a:pt x="1010378" y="1675388"/>
                  </a:lnTo>
                  <a:lnTo>
                    <a:pt x="1014013" y="1674514"/>
                  </a:lnTo>
                  <a:lnTo>
                    <a:pt x="1018219" y="1673807"/>
                  </a:lnTo>
                  <a:lnTo>
                    <a:pt x="1017647" y="1671352"/>
                  </a:lnTo>
                  <a:lnTo>
                    <a:pt x="1016032" y="1668021"/>
                  </a:lnTo>
                  <a:lnTo>
                    <a:pt x="1016772" y="1664388"/>
                  </a:lnTo>
                  <a:lnTo>
                    <a:pt x="1016772" y="1659746"/>
                  </a:lnTo>
                  <a:cubicBezTo>
                    <a:pt x="1016772" y="1659746"/>
                    <a:pt x="1018590" y="1656113"/>
                    <a:pt x="1018590" y="1655709"/>
                  </a:cubicBezTo>
                  <a:cubicBezTo>
                    <a:pt x="1018590" y="1655272"/>
                    <a:pt x="1021282" y="1650495"/>
                    <a:pt x="1021282" y="1650495"/>
                  </a:cubicBezTo>
                  <a:lnTo>
                    <a:pt x="1024479" y="1648611"/>
                  </a:lnTo>
                  <a:lnTo>
                    <a:pt x="1028114" y="1651370"/>
                  </a:lnTo>
                  <a:lnTo>
                    <a:pt x="1033027" y="1651370"/>
                  </a:lnTo>
                  <a:lnTo>
                    <a:pt x="1038109" y="1649923"/>
                  </a:lnTo>
                  <a:lnTo>
                    <a:pt x="1039994" y="1645853"/>
                  </a:lnTo>
                  <a:lnTo>
                    <a:pt x="1042888" y="1643532"/>
                  </a:lnTo>
                  <a:lnTo>
                    <a:pt x="1042888" y="1639629"/>
                  </a:lnTo>
                  <a:cubicBezTo>
                    <a:pt x="1042888" y="1639629"/>
                    <a:pt x="1043393" y="1634853"/>
                    <a:pt x="1043393" y="1634415"/>
                  </a:cubicBezTo>
                  <a:cubicBezTo>
                    <a:pt x="1043393" y="1633978"/>
                    <a:pt x="1043763" y="1630210"/>
                    <a:pt x="1043763" y="1630210"/>
                  </a:cubicBezTo>
                  <a:lnTo>
                    <a:pt x="1045345" y="1625568"/>
                  </a:lnTo>
                  <a:lnTo>
                    <a:pt x="1046927" y="1622103"/>
                  </a:lnTo>
                  <a:lnTo>
                    <a:pt x="1053018" y="1620522"/>
                  </a:lnTo>
                  <a:lnTo>
                    <a:pt x="1057932" y="1618638"/>
                  </a:lnTo>
                  <a:lnTo>
                    <a:pt x="1062711" y="1615745"/>
                  </a:lnTo>
                  <a:cubicBezTo>
                    <a:pt x="1062711" y="1615745"/>
                    <a:pt x="1065605" y="1612852"/>
                    <a:pt x="1065773" y="1611978"/>
                  </a:cubicBezTo>
                  <a:cubicBezTo>
                    <a:pt x="1065908" y="1611103"/>
                    <a:pt x="1069980" y="1607504"/>
                    <a:pt x="1070990" y="1606629"/>
                  </a:cubicBezTo>
                  <a:cubicBezTo>
                    <a:pt x="1072000" y="1605754"/>
                    <a:pt x="1074894" y="1605317"/>
                    <a:pt x="1074894" y="1605317"/>
                  </a:cubicBezTo>
                  <a:cubicBezTo>
                    <a:pt x="1074894" y="1605317"/>
                    <a:pt x="1078091" y="1602996"/>
                    <a:pt x="1078966" y="1602121"/>
                  </a:cubicBezTo>
                  <a:cubicBezTo>
                    <a:pt x="1079841" y="1601247"/>
                    <a:pt x="1082432" y="1600540"/>
                    <a:pt x="1082870" y="1600237"/>
                  </a:cubicBezTo>
                  <a:cubicBezTo>
                    <a:pt x="1083307" y="1599935"/>
                    <a:pt x="1086505" y="1598051"/>
                    <a:pt x="1086942" y="1597614"/>
                  </a:cubicBezTo>
                  <a:cubicBezTo>
                    <a:pt x="1087379" y="1597176"/>
                    <a:pt x="1088524" y="1596032"/>
                    <a:pt x="1088524" y="1596032"/>
                  </a:cubicBezTo>
                  <a:cubicBezTo>
                    <a:pt x="1088524" y="1596032"/>
                    <a:pt x="1090274" y="1594586"/>
                    <a:pt x="1091284" y="1593577"/>
                  </a:cubicBezTo>
                  <a:cubicBezTo>
                    <a:pt x="1092293" y="1592568"/>
                    <a:pt x="1093471" y="1591558"/>
                    <a:pt x="1093168" y="1590818"/>
                  </a:cubicBezTo>
                  <a:lnTo>
                    <a:pt x="1088389" y="1589069"/>
                  </a:lnTo>
                  <a:lnTo>
                    <a:pt x="1084182" y="1584999"/>
                  </a:lnTo>
                  <a:lnTo>
                    <a:pt x="1080110" y="1581366"/>
                  </a:lnTo>
                  <a:lnTo>
                    <a:pt x="1084182" y="1578473"/>
                  </a:lnTo>
                  <a:lnTo>
                    <a:pt x="1088961" y="1578338"/>
                  </a:lnTo>
                  <a:lnTo>
                    <a:pt x="1092596" y="1578338"/>
                  </a:lnTo>
                  <a:lnTo>
                    <a:pt x="1097106" y="1577699"/>
                  </a:lnTo>
                  <a:lnTo>
                    <a:pt x="1100303" y="1579213"/>
                  </a:lnTo>
                  <a:lnTo>
                    <a:pt x="1100303" y="1582846"/>
                  </a:lnTo>
                  <a:lnTo>
                    <a:pt x="1101279" y="1585301"/>
                  </a:lnTo>
                  <a:lnTo>
                    <a:pt x="1104375" y="1589641"/>
                  </a:lnTo>
                  <a:lnTo>
                    <a:pt x="1107707" y="1592399"/>
                  </a:lnTo>
                  <a:lnTo>
                    <a:pt x="1111476" y="1596739"/>
                  </a:lnTo>
                  <a:lnTo>
                    <a:pt x="1113630" y="1595427"/>
                  </a:lnTo>
                  <a:cubicBezTo>
                    <a:pt x="1113630" y="1595427"/>
                    <a:pt x="1113193" y="1592231"/>
                    <a:pt x="1113630" y="1591962"/>
                  </a:cubicBezTo>
                  <a:cubicBezTo>
                    <a:pt x="1114068" y="1591659"/>
                    <a:pt x="1117265" y="1590818"/>
                    <a:pt x="1117265" y="1590818"/>
                  </a:cubicBezTo>
                  <a:lnTo>
                    <a:pt x="1119856" y="1590684"/>
                  </a:lnTo>
                  <a:lnTo>
                    <a:pt x="1122178" y="1591390"/>
                  </a:lnTo>
                  <a:lnTo>
                    <a:pt x="1125073" y="1593139"/>
                  </a:lnTo>
                  <a:cubicBezTo>
                    <a:pt x="1125073" y="1593139"/>
                    <a:pt x="1128977" y="1594283"/>
                    <a:pt x="1129852" y="1594586"/>
                  </a:cubicBezTo>
                  <a:cubicBezTo>
                    <a:pt x="1130727" y="1594889"/>
                    <a:pt x="1134328" y="1599497"/>
                    <a:pt x="1134933" y="1599228"/>
                  </a:cubicBezTo>
                  <a:cubicBezTo>
                    <a:pt x="1135506" y="1598925"/>
                    <a:pt x="1136381" y="1599228"/>
                    <a:pt x="1136381" y="1599228"/>
                  </a:cubicBezTo>
                  <a:lnTo>
                    <a:pt x="1137693" y="1596638"/>
                  </a:lnTo>
                  <a:lnTo>
                    <a:pt x="1140285" y="1594889"/>
                  </a:lnTo>
                  <a:lnTo>
                    <a:pt x="1140285" y="1592130"/>
                  </a:lnTo>
                  <a:cubicBezTo>
                    <a:pt x="1140285" y="1592130"/>
                    <a:pt x="1142371" y="1589675"/>
                    <a:pt x="1142674" y="1589237"/>
                  </a:cubicBezTo>
                  <a:cubicBezTo>
                    <a:pt x="1142977" y="1588800"/>
                    <a:pt x="1144357" y="1584595"/>
                    <a:pt x="1144357" y="1584595"/>
                  </a:cubicBezTo>
                  <a:lnTo>
                    <a:pt x="1149136" y="1579381"/>
                  </a:lnTo>
                  <a:cubicBezTo>
                    <a:pt x="1149136" y="1579381"/>
                    <a:pt x="1153477" y="1575310"/>
                    <a:pt x="1153477" y="1574907"/>
                  </a:cubicBezTo>
                  <a:cubicBezTo>
                    <a:pt x="1153477" y="1574469"/>
                    <a:pt x="1161319" y="1569255"/>
                    <a:pt x="1161319" y="1569255"/>
                  </a:cubicBezTo>
                  <a:lnTo>
                    <a:pt x="1165660" y="1566362"/>
                  </a:lnTo>
                  <a:lnTo>
                    <a:pt x="1169867" y="1563167"/>
                  </a:lnTo>
                  <a:lnTo>
                    <a:pt x="1173333" y="1562023"/>
                  </a:lnTo>
                  <a:lnTo>
                    <a:pt x="1174781" y="1562897"/>
                  </a:lnTo>
                  <a:lnTo>
                    <a:pt x="1176665" y="1563772"/>
                  </a:lnTo>
                  <a:lnTo>
                    <a:pt x="1176968" y="1565521"/>
                  </a:lnTo>
                  <a:lnTo>
                    <a:pt x="1175521" y="1568414"/>
                  </a:lnTo>
                  <a:lnTo>
                    <a:pt x="1173333" y="1570601"/>
                  </a:lnTo>
                  <a:lnTo>
                    <a:pt x="1173333" y="1574066"/>
                  </a:lnTo>
                  <a:lnTo>
                    <a:pt x="1174208" y="1578405"/>
                  </a:lnTo>
                  <a:lnTo>
                    <a:pt x="1182050" y="1578405"/>
                  </a:lnTo>
                  <a:lnTo>
                    <a:pt x="1182050" y="1582173"/>
                  </a:lnTo>
                  <a:lnTo>
                    <a:pt x="1180838" y="1585032"/>
                  </a:lnTo>
                  <a:lnTo>
                    <a:pt x="1181410" y="1585739"/>
                  </a:lnTo>
                  <a:cubicBezTo>
                    <a:pt x="1181882" y="1585772"/>
                    <a:pt x="1182353" y="1585840"/>
                    <a:pt x="1182925" y="1585907"/>
                  </a:cubicBezTo>
                  <a:cubicBezTo>
                    <a:pt x="1184877" y="1586142"/>
                    <a:pt x="1185314" y="1586008"/>
                    <a:pt x="1186627" y="1585907"/>
                  </a:cubicBezTo>
                  <a:cubicBezTo>
                    <a:pt x="1187939" y="1585806"/>
                    <a:pt x="1190329" y="1585268"/>
                    <a:pt x="1192045" y="1584595"/>
                  </a:cubicBezTo>
                  <a:cubicBezTo>
                    <a:pt x="1193795" y="1583956"/>
                    <a:pt x="1194233" y="1582947"/>
                    <a:pt x="1194670" y="1582644"/>
                  </a:cubicBezTo>
                  <a:cubicBezTo>
                    <a:pt x="1195108" y="1582307"/>
                    <a:pt x="1194670" y="1580155"/>
                    <a:pt x="1194670" y="1579818"/>
                  </a:cubicBezTo>
                  <a:cubicBezTo>
                    <a:pt x="1194670" y="1579482"/>
                    <a:pt x="1195411" y="1577867"/>
                    <a:pt x="1195411" y="1577867"/>
                  </a:cubicBezTo>
                  <a:cubicBezTo>
                    <a:pt x="1195411" y="1577867"/>
                    <a:pt x="1197699" y="1576017"/>
                    <a:pt x="1198339" y="1575815"/>
                  </a:cubicBezTo>
                  <a:cubicBezTo>
                    <a:pt x="1199012" y="1575580"/>
                    <a:pt x="1200829" y="1573528"/>
                    <a:pt x="1200829" y="1573528"/>
                  </a:cubicBezTo>
                  <a:cubicBezTo>
                    <a:pt x="1200829" y="1573528"/>
                    <a:pt x="1202478" y="1571476"/>
                    <a:pt x="1202478" y="1571139"/>
                  </a:cubicBezTo>
                  <a:cubicBezTo>
                    <a:pt x="1202478" y="1570803"/>
                    <a:pt x="1203690" y="1568650"/>
                    <a:pt x="1203791" y="1568313"/>
                  </a:cubicBezTo>
                  <a:cubicBezTo>
                    <a:pt x="1203892" y="1567977"/>
                    <a:pt x="1204329" y="1565690"/>
                    <a:pt x="1204329" y="1565387"/>
                  </a:cubicBezTo>
                  <a:cubicBezTo>
                    <a:pt x="1204329" y="1565050"/>
                    <a:pt x="1203993" y="1563436"/>
                    <a:pt x="1203993" y="1563436"/>
                  </a:cubicBezTo>
                  <a:lnTo>
                    <a:pt x="1201502" y="1562359"/>
                  </a:lnTo>
                  <a:lnTo>
                    <a:pt x="1199887" y="1561384"/>
                  </a:lnTo>
                  <a:cubicBezTo>
                    <a:pt x="1199887" y="1561384"/>
                    <a:pt x="1196959" y="1557381"/>
                    <a:pt x="1197060" y="1557044"/>
                  </a:cubicBezTo>
                  <a:cubicBezTo>
                    <a:pt x="1197161" y="1556708"/>
                    <a:pt x="1201738" y="1556405"/>
                    <a:pt x="1201738" y="1556405"/>
                  </a:cubicBezTo>
                  <a:lnTo>
                    <a:pt x="1205541" y="1555833"/>
                  </a:lnTo>
                  <a:lnTo>
                    <a:pt x="1212070" y="1555833"/>
                  </a:lnTo>
                  <a:lnTo>
                    <a:pt x="1222738" y="1556069"/>
                  </a:lnTo>
                  <a:cubicBezTo>
                    <a:pt x="1222738" y="1556069"/>
                    <a:pt x="1236638" y="1556472"/>
                    <a:pt x="1237075" y="1556371"/>
                  </a:cubicBezTo>
                  <a:cubicBezTo>
                    <a:pt x="1237513" y="1556270"/>
                    <a:pt x="1242729" y="1555160"/>
                    <a:pt x="1242729" y="1555160"/>
                  </a:cubicBezTo>
                  <a:lnTo>
                    <a:pt x="1246095" y="1549845"/>
                  </a:lnTo>
                  <a:lnTo>
                    <a:pt x="1248282" y="1546784"/>
                  </a:lnTo>
                  <a:lnTo>
                    <a:pt x="1249359" y="1540594"/>
                  </a:lnTo>
                  <a:lnTo>
                    <a:pt x="1249898" y="1532353"/>
                  </a:lnTo>
                  <a:lnTo>
                    <a:pt x="1249898" y="1528551"/>
                  </a:lnTo>
                  <a:lnTo>
                    <a:pt x="1251648" y="1520276"/>
                  </a:lnTo>
                  <a:lnTo>
                    <a:pt x="1256225" y="1514187"/>
                  </a:lnTo>
                  <a:lnTo>
                    <a:pt x="1258950" y="1507998"/>
                  </a:lnTo>
                  <a:lnTo>
                    <a:pt x="1263427" y="1501034"/>
                  </a:lnTo>
                  <a:lnTo>
                    <a:pt x="1268845" y="1491481"/>
                  </a:lnTo>
                  <a:lnTo>
                    <a:pt x="1275913" y="1485728"/>
                  </a:lnTo>
                  <a:lnTo>
                    <a:pt x="1282442" y="1479976"/>
                  </a:lnTo>
                  <a:lnTo>
                    <a:pt x="1288634" y="1479101"/>
                  </a:lnTo>
                  <a:cubicBezTo>
                    <a:pt x="1288634" y="1479101"/>
                    <a:pt x="1294524" y="1479337"/>
                    <a:pt x="1294826" y="1479337"/>
                  </a:cubicBezTo>
                  <a:cubicBezTo>
                    <a:pt x="1295163" y="1479337"/>
                    <a:pt x="1299504" y="1482263"/>
                    <a:pt x="1299504" y="1482263"/>
                  </a:cubicBezTo>
                  <a:cubicBezTo>
                    <a:pt x="1299504" y="1482263"/>
                    <a:pt x="1305596" y="1487276"/>
                    <a:pt x="1306033" y="1487376"/>
                  </a:cubicBezTo>
                  <a:cubicBezTo>
                    <a:pt x="1306471" y="1487477"/>
                    <a:pt x="1312663" y="1492591"/>
                    <a:pt x="1312663" y="1492591"/>
                  </a:cubicBezTo>
                  <a:lnTo>
                    <a:pt x="1317543" y="1494003"/>
                  </a:lnTo>
                  <a:lnTo>
                    <a:pt x="1322087" y="1493465"/>
                  </a:lnTo>
                  <a:lnTo>
                    <a:pt x="1325889" y="1490202"/>
                  </a:lnTo>
                  <a:lnTo>
                    <a:pt x="1329591" y="1485627"/>
                  </a:lnTo>
                  <a:lnTo>
                    <a:pt x="1332957" y="1481052"/>
                  </a:lnTo>
                  <a:lnTo>
                    <a:pt x="1337097" y="1472777"/>
                  </a:lnTo>
                  <a:lnTo>
                    <a:pt x="1338712" y="1470187"/>
                  </a:lnTo>
                  <a:cubicBezTo>
                    <a:pt x="1338712" y="1470187"/>
                    <a:pt x="1341438" y="1467798"/>
                    <a:pt x="1342212" y="1466722"/>
                  </a:cubicBezTo>
                  <a:cubicBezTo>
                    <a:pt x="1342986" y="1465645"/>
                    <a:pt x="1345477" y="1463560"/>
                    <a:pt x="1345477" y="1463560"/>
                  </a:cubicBezTo>
                  <a:lnTo>
                    <a:pt x="1351770" y="1462786"/>
                  </a:lnTo>
                  <a:lnTo>
                    <a:pt x="1356246" y="1464535"/>
                  </a:lnTo>
                  <a:lnTo>
                    <a:pt x="1360486" y="1467899"/>
                  </a:lnTo>
                  <a:lnTo>
                    <a:pt x="1362977" y="1471061"/>
                  </a:lnTo>
                  <a:cubicBezTo>
                    <a:pt x="1362977" y="1471061"/>
                    <a:pt x="1369843" y="1474425"/>
                    <a:pt x="1370246" y="1474762"/>
                  </a:cubicBezTo>
                  <a:cubicBezTo>
                    <a:pt x="1370684" y="1475098"/>
                    <a:pt x="1376540" y="1477150"/>
                    <a:pt x="1376540" y="1477150"/>
                  </a:cubicBezTo>
                  <a:lnTo>
                    <a:pt x="1381453" y="1476612"/>
                  </a:lnTo>
                  <a:lnTo>
                    <a:pt x="1384179" y="1475199"/>
                  </a:lnTo>
                  <a:lnTo>
                    <a:pt x="1386872" y="1472575"/>
                  </a:lnTo>
                  <a:cubicBezTo>
                    <a:pt x="1386872" y="1472575"/>
                    <a:pt x="1390473" y="1470725"/>
                    <a:pt x="1391247" y="1470624"/>
                  </a:cubicBezTo>
                  <a:cubicBezTo>
                    <a:pt x="1392021" y="1470523"/>
                    <a:pt x="1393434" y="1465847"/>
                    <a:pt x="1393434" y="1465847"/>
                  </a:cubicBezTo>
                  <a:lnTo>
                    <a:pt x="1395285" y="1462147"/>
                  </a:lnTo>
                  <a:lnTo>
                    <a:pt x="1397910" y="1459220"/>
                  </a:lnTo>
                  <a:lnTo>
                    <a:pt x="1401377" y="1455318"/>
                  </a:lnTo>
                  <a:lnTo>
                    <a:pt x="1402689" y="1451281"/>
                  </a:lnTo>
                  <a:lnTo>
                    <a:pt x="1404877" y="1449767"/>
                  </a:lnTo>
                  <a:lnTo>
                    <a:pt x="1406829" y="1450104"/>
                  </a:lnTo>
                  <a:cubicBezTo>
                    <a:pt x="1406829" y="1450104"/>
                    <a:pt x="1409454" y="1452829"/>
                    <a:pt x="1409757" y="1452930"/>
                  </a:cubicBezTo>
                  <a:cubicBezTo>
                    <a:pt x="1410093" y="1453030"/>
                    <a:pt x="1412584" y="1454679"/>
                    <a:pt x="1412584" y="1454679"/>
                  </a:cubicBezTo>
                  <a:cubicBezTo>
                    <a:pt x="1412584" y="1454679"/>
                    <a:pt x="1417464" y="1454241"/>
                    <a:pt x="1417901" y="1454140"/>
                  </a:cubicBezTo>
                  <a:cubicBezTo>
                    <a:pt x="1418339" y="1454040"/>
                    <a:pt x="1420392" y="1450676"/>
                    <a:pt x="1420392" y="1450676"/>
                  </a:cubicBezTo>
                  <a:lnTo>
                    <a:pt x="1420392" y="1446000"/>
                  </a:lnTo>
                  <a:lnTo>
                    <a:pt x="1422512" y="1444587"/>
                  </a:lnTo>
                  <a:lnTo>
                    <a:pt x="1425608" y="1443712"/>
                  </a:lnTo>
                  <a:lnTo>
                    <a:pt x="1425608" y="1438498"/>
                  </a:lnTo>
                  <a:lnTo>
                    <a:pt x="1425608" y="1435033"/>
                  </a:lnTo>
                  <a:lnTo>
                    <a:pt x="1425608" y="1429382"/>
                  </a:lnTo>
                  <a:lnTo>
                    <a:pt x="1426214" y="1426993"/>
                  </a:lnTo>
                  <a:lnTo>
                    <a:pt x="1428368" y="1425345"/>
                  </a:lnTo>
                  <a:lnTo>
                    <a:pt x="1429512" y="1423932"/>
                  </a:lnTo>
                  <a:lnTo>
                    <a:pt x="1431296" y="1423899"/>
                  </a:lnTo>
                  <a:lnTo>
                    <a:pt x="1430488" y="1422654"/>
                  </a:lnTo>
                  <a:lnTo>
                    <a:pt x="1428973" y="1418213"/>
                  </a:lnTo>
                  <a:lnTo>
                    <a:pt x="1427897" y="1414311"/>
                  </a:lnTo>
                  <a:lnTo>
                    <a:pt x="1426921" y="1410947"/>
                  </a:lnTo>
                  <a:lnTo>
                    <a:pt x="1423993" y="1406810"/>
                  </a:lnTo>
                  <a:cubicBezTo>
                    <a:pt x="1423993" y="1406810"/>
                    <a:pt x="1421872" y="1403042"/>
                    <a:pt x="1421267" y="1402907"/>
                  </a:cubicBezTo>
                  <a:cubicBezTo>
                    <a:pt x="1420695" y="1402773"/>
                    <a:pt x="1418238" y="1400586"/>
                    <a:pt x="1418069" y="1400149"/>
                  </a:cubicBezTo>
                  <a:cubicBezTo>
                    <a:pt x="1417935" y="1399712"/>
                    <a:pt x="1416185" y="1398131"/>
                    <a:pt x="1416185" y="1398131"/>
                  </a:cubicBezTo>
                  <a:lnTo>
                    <a:pt x="1415310" y="1395809"/>
                  </a:lnTo>
                  <a:lnTo>
                    <a:pt x="1414435" y="1394666"/>
                  </a:lnTo>
                  <a:lnTo>
                    <a:pt x="1412853" y="1393656"/>
                  </a:lnTo>
                  <a:lnTo>
                    <a:pt x="1410093" y="1392210"/>
                  </a:lnTo>
                  <a:lnTo>
                    <a:pt x="1408209" y="1391638"/>
                  </a:lnTo>
                  <a:lnTo>
                    <a:pt x="1408209" y="1389182"/>
                  </a:lnTo>
                  <a:lnTo>
                    <a:pt x="1408579" y="1386996"/>
                  </a:lnTo>
                  <a:cubicBezTo>
                    <a:pt x="1408579" y="1386996"/>
                    <a:pt x="1410396" y="1384036"/>
                    <a:pt x="1410396" y="1383363"/>
                  </a:cubicBezTo>
                  <a:cubicBezTo>
                    <a:pt x="1410396" y="1382724"/>
                    <a:pt x="1411911" y="1381412"/>
                    <a:pt x="1411911" y="1381412"/>
                  </a:cubicBezTo>
                  <a:lnTo>
                    <a:pt x="1414300" y="1380100"/>
                  </a:lnTo>
                  <a:cubicBezTo>
                    <a:pt x="1414300" y="1380100"/>
                    <a:pt x="1414300" y="1380100"/>
                    <a:pt x="1415377" y="1379460"/>
                  </a:cubicBezTo>
                  <a:cubicBezTo>
                    <a:pt x="1416454" y="1378821"/>
                    <a:pt x="1417329" y="1378586"/>
                    <a:pt x="1418642" y="1378384"/>
                  </a:cubicBezTo>
                  <a:cubicBezTo>
                    <a:pt x="1419954" y="1378149"/>
                    <a:pt x="1420829" y="1377106"/>
                    <a:pt x="1420829" y="1377106"/>
                  </a:cubicBezTo>
                  <a:lnTo>
                    <a:pt x="1423858" y="1374246"/>
                  </a:lnTo>
                  <a:lnTo>
                    <a:pt x="1423858" y="1371622"/>
                  </a:lnTo>
                  <a:lnTo>
                    <a:pt x="1422680" y="1369032"/>
                  </a:lnTo>
                  <a:lnTo>
                    <a:pt x="1421031" y="1367720"/>
                  </a:lnTo>
                  <a:lnTo>
                    <a:pt x="1418406" y="1367518"/>
                  </a:lnTo>
                  <a:lnTo>
                    <a:pt x="1416656" y="1367283"/>
                  </a:lnTo>
                  <a:lnTo>
                    <a:pt x="1415781" y="1363583"/>
                  </a:lnTo>
                  <a:lnTo>
                    <a:pt x="1418608" y="1362069"/>
                  </a:lnTo>
                  <a:lnTo>
                    <a:pt x="1418608" y="1357292"/>
                  </a:lnTo>
                  <a:lnTo>
                    <a:pt x="1416757" y="1353794"/>
                  </a:lnTo>
                  <a:lnTo>
                    <a:pt x="1413594" y="1352280"/>
                  </a:lnTo>
                  <a:lnTo>
                    <a:pt x="1409689" y="1352078"/>
                  </a:lnTo>
                  <a:lnTo>
                    <a:pt x="1408613" y="1351439"/>
                  </a:lnTo>
                  <a:lnTo>
                    <a:pt x="1406863" y="1349252"/>
                  </a:lnTo>
                  <a:lnTo>
                    <a:pt x="1407939" y="1346864"/>
                  </a:lnTo>
                  <a:lnTo>
                    <a:pt x="1409252" y="1344677"/>
                  </a:lnTo>
                  <a:lnTo>
                    <a:pt x="1415142" y="1339026"/>
                  </a:lnTo>
                  <a:lnTo>
                    <a:pt x="1418608" y="1336200"/>
                  </a:lnTo>
                  <a:lnTo>
                    <a:pt x="1421233" y="1334686"/>
                  </a:lnTo>
                  <a:lnTo>
                    <a:pt x="1426685" y="1335325"/>
                  </a:lnTo>
                  <a:cubicBezTo>
                    <a:pt x="1426685" y="1335325"/>
                    <a:pt x="1431363" y="1333475"/>
                    <a:pt x="1431531" y="1333542"/>
                  </a:cubicBezTo>
                  <a:cubicBezTo>
                    <a:pt x="1431700" y="1333610"/>
                    <a:pt x="1434527" y="1335763"/>
                    <a:pt x="1435334" y="1335998"/>
                  </a:cubicBezTo>
                  <a:cubicBezTo>
                    <a:pt x="1436142" y="1336200"/>
                    <a:pt x="1437118" y="1336435"/>
                    <a:pt x="1437993" y="1336335"/>
                  </a:cubicBezTo>
                  <a:cubicBezTo>
                    <a:pt x="1438868" y="1336234"/>
                    <a:pt x="1438936" y="1335157"/>
                    <a:pt x="1438936" y="1335157"/>
                  </a:cubicBezTo>
                  <a:lnTo>
                    <a:pt x="1438060" y="1332062"/>
                  </a:lnTo>
                  <a:cubicBezTo>
                    <a:pt x="1438060" y="1332062"/>
                    <a:pt x="1437690" y="1328026"/>
                    <a:pt x="1437623" y="1327824"/>
                  </a:cubicBezTo>
                  <a:cubicBezTo>
                    <a:pt x="1437589" y="1327622"/>
                    <a:pt x="1437421" y="1325603"/>
                    <a:pt x="1437421" y="1325368"/>
                  </a:cubicBezTo>
                  <a:cubicBezTo>
                    <a:pt x="1437421" y="1325166"/>
                    <a:pt x="1436445" y="1321230"/>
                    <a:pt x="1436445" y="1321230"/>
                  </a:cubicBezTo>
                  <a:lnTo>
                    <a:pt x="1435805" y="1318842"/>
                  </a:lnTo>
                  <a:cubicBezTo>
                    <a:pt x="1435805" y="1318842"/>
                    <a:pt x="1434729" y="1316083"/>
                    <a:pt x="1434729" y="1315848"/>
                  </a:cubicBezTo>
                  <a:cubicBezTo>
                    <a:pt x="1434729" y="1315613"/>
                    <a:pt x="1435503" y="1313560"/>
                    <a:pt x="1435503" y="1313560"/>
                  </a:cubicBezTo>
                  <a:lnTo>
                    <a:pt x="1435873" y="1311979"/>
                  </a:lnTo>
                  <a:lnTo>
                    <a:pt x="1434358" y="1309927"/>
                  </a:lnTo>
                  <a:lnTo>
                    <a:pt x="1434358" y="1307741"/>
                  </a:lnTo>
                  <a:lnTo>
                    <a:pt x="1435536" y="1305352"/>
                  </a:lnTo>
                  <a:lnTo>
                    <a:pt x="1435133" y="1302325"/>
                  </a:lnTo>
                  <a:lnTo>
                    <a:pt x="1436748" y="1298725"/>
                  </a:lnTo>
                  <a:cubicBezTo>
                    <a:pt x="1436748" y="1298725"/>
                    <a:pt x="1438599" y="1296101"/>
                    <a:pt x="1438599" y="1295799"/>
                  </a:cubicBezTo>
                  <a:cubicBezTo>
                    <a:pt x="1438599" y="1295462"/>
                    <a:pt x="1440652" y="1293410"/>
                    <a:pt x="1440652" y="1293410"/>
                  </a:cubicBezTo>
                  <a:cubicBezTo>
                    <a:pt x="1440652" y="1293410"/>
                    <a:pt x="1442301" y="1291022"/>
                    <a:pt x="1442805" y="1290585"/>
                  </a:cubicBezTo>
                  <a:cubicBezTo>
                    <a:pt x="1443344" y="1290147"/>
                    <a:pt x="1444993" y="1289508"/>
                    <a:pt x="1445296" y="1289374"/>
                  </a:cubicBezTo>
                  <a:cubicBezTo>
                    <a:pt x="1445633" y="1289273"/>
                    <a:pt x="1447248" y="1288835"/>
                    <a:pt x="1448022" y="1288499"/>
                  </a:cubicBezTo>
                  <a:cubicBezTo>
                    <a:pt x="1448762" y="1288163"/>
                    <a:pt x="1450950" y="1288499"/>
                    <a:pt x="1451825" y="1288263"/>
                  </a:cubicBezTo>
                  <a:cubicBezTo>
                    <a:pt x="1452700" y="1288062"/>
                    <a:pt x="1454214" y="1288163"/>
                    <a:pt x="1454652" y="1288163"/>
                  </a:cubicBezTo>
                  <a:cubicBezTo>
                    <a:pt x="1455089" y="1288163"/>
                    <a:pt x="1457479" y="1288263"/>
                    <a:pt x="1457916" y="1288263"/>
                  </a:cubicBezTo>
                  <a:cubicBezTo>
                    <a:pt x="1458354" y="1288263"/>
                    <a:pt x="1458994" y="1288163"/>
                    <a:pt x="1459431" y="1288062"/>
                  </a:cubicBezTo>
                  <a:cubicBezTo>
                    <a:pt x="1459869" y="1287961"/>
                    <a:pt x="1460744" y="1286548"/>
                    <a:pt x="1460744" y="1286548"/>
                  </a:cubicBezTo>
                  <a:lnTo>
                    <a:pt x="1461080" y="1285471"/>
                  </a:lnTo>
                  <a:lnTo>
                    <a:pt x="1461282" y="1282982"/>
                  </a:lnTo>
                  <a:cubicBezTo>
                    <a:pt x="1461282" y="1282982"/>
                    <a:pt x="1460643" y="1281906"/>
                    <a:pt x="1460306" y="1281132"/>
                  </a:cubicBezTo>
                  <a:cubicBezTo>
                    <a:pt x="1459970" y="1280358"/>
                    <a:pt x="1458994" y="1280156"/>
                    <a:pt x="1458994" y="1280156"/>
                  </a:cubicBezTo>
                  <a:lnTo>
                    <a:pt x="1458354" y="1278945"/>
                  </a:lnTo>
                  <a:lnTo>
                    <a:pt x="1456941" y="1276893"/>
                  </a:lnTo>
                  <a:lnTo>
                    <a:pt x="1456941" y="1274168"/>
                  </a:lnTo>
                  <a:cubicBezTo>
                    <a:pt x="1456941" y="1274168"/>
                    <a:pt x="1458354" y="1273193"/>
                    <a:pt x="1458691" y="1272857"/>
                  </a:cubicBezTo>
                  <a:cubicBezTo>
                    <a:pt x="1459027" y="1272520"/>
                    <a:pt x="1460979" y="1271982"/>
                    <a:pt x="1460979" y="1271982"/>
                  </a:cubicBezTo>
                  <a:lnTo>
                    <a:pt x="1462056" y="1270233"/>
                  </a:lnTo>
                  <a:lnTo>
                    <a:pt x="1462594" y="1268046"/>
                  </a:lnTo>
                  <a:cubicBezTo>
                    <a:pt x="1462594" y="1268046"/>
                    <a:pt x="1463469" y="1266431"/>
                    <a:pt x="1463570" y="1265994"/>
                  </a:cubicBezTo>
                  <a:cubicBezTo>
                    <a:pt x="1463672" y="1265557"/>
                    <a:pt x="1466061" y="1265355"/>
                    <a:pt x="1466498" y="1265355"/>
                  </a:cubicBezTo>
                  <a:cubicBezTo>
                    <a:pt x="1466936" y="1265355"/>
                    <a:pt x="1467575" y="1265557"/>
                    <a:pt x="1467912" y="1265557"/>
                  </a:cubicBezTo>
                  <a:cubicBezTo>
                    <a:pt x="1468249" y="1265557"/>
                    <a:pt x="1468888" y="1267071"/>
                    <a:pt x="1468888" y="1267071"/>
                  </a:cubicBezTo>
                  <a:lnTo>
                    <a:pt x="1471378" y="1269022"/>
                  </a:lnTo>
                  <a:lnTo>
                    <a:pt x="1472354" y="1267609"/>
                  </a:lnTo>
                  <a:lnTo>
                    <a:pt x="1474508" y="1264682"/>
                  </a:lnTo>
                  <a:lnTo>
                    <a:pt x="1476898" y="1266431"/>
                  </a:lnTo>
                  <a:lnTo>
                    <a:pt x="1477537" y="1269257"/>
                  </a:lnTo>
                  <a:lnTo>
                    <a:pt x="1480162" y="1269795"/>
                  </a:lnTo>
                  <a:lnTo>
                    <a:pt x="1482350" y="1268921"/>
                  </a:lnTo>
                  <a:lnTo>
                    <a:pt x="1483427" y="1267508"/>
                  </a:lnTo>
                  <a:lnTo>
                    <a:pt x="1484840" y="1264581"/>
                  </a:lnTo>
                  <a:lnTo>
                    <a:pt x="1485581" y="1263841"/>
                  </a:lnTo>
                  <a:cubicBezTo>
                    <a:pt x="1485581" y="1263841"/>
                    <a:pt x="1487869" y="1263841"/>
                    <a:pt x="1488946" y="1263841"/>
                  </a:cubicBezTo>
                  <a:cubicBezTo>
                    <a:pt x="1490023" y="1263841"/>
                    <a:pt x="1490158" y="1266028"/>
                    <a:pt x="1490359" y="1267407"/>
                  </a:cubicBezTo>
                  <a:cubicBezTo>
                    <a:pt x="1490562" y="1268820"/>
                    <a:pt x="1491437" y="1269156"/>
                    <a:pt x="1492211" y="1269257"/>
                  </a:cubicBezTo>
                  <a:cubicBezTo>
                    <a:pt x="1492985" y="1269358"/>
                    <a:pt x="1493187" y="1271746"/>
                    <a:pt x="1494162" y="1273496"/>
                  </a:cubicBezTo>
                  <a:cubicBezTo>
                    <a:pt x="1495139" y="1275245"/>
                    <a:pt x="1493287" y="1275009"/>
                    <a:pt x="1493287" y="1275009"/>
                  </a:cubicBezTo>
                  <a:cubicBezTo>
                    <a:pt x="1493287" y="1275009"/>
                    <a:pt x="1491100" y="1276187"/>
                    <a:pt x="1490460" y="1277398"/>
                  </a:cubicBezTo>
                  <a:cubicBezTo>
                    <a:pt x="1489821" y="1278575"/>
                    <a:pt x="1492312" y="1279584"/>
                    <a:pt x="1492412" y="1280022"/>
                  </a:cubicBezTo>
                  <a:cubicBezTo>
                    <a:pt x="1492513" y="1280459"/>
                    <a:pt x="1493725" y="1282074"/>
                    <a:pt x="1493725" y="1282074"/>
                  </a:cubicBezTo>
                  <a:cubicBezTo>
                    <a:pt x="1493725" y="1282074"/>
                    <a:pt x="1498739" y="1287187"/>
                    <a:pt x="1499043" y="1287389"/>
                  </a:cubicBezTo>
                  <a:cubicBezTo>
                    <a:pt x="1499379" y="1287591"/>
                    <a:pt x="1497965" y="1290551"/>
                    <a:pt x="1497965" y="1290551"/>
                  </a:cubicBezTo>
                  <a:lnTo>
                    <a:pt x="1498605" y="1297851"/>
                  </a:lnTo>
                  <a:lnTo>
                    <a:pt x="1497629" y="1299062"/>
                  </a:lnTo>
                  <a:cubicBezTo>
                    <a:pt x="1497629" y="1299062"/>
                    <a:pt x="1496215" y="1301349"/>
                    <a:pt x="1496215" y="1301652"/>
                  </a:cubicBezTo>
                  <a:cubicBezTo>
                    <a:pt x="1496215" y="1301988"/>
                    <a:pt x="1496754" y="1304814"/>
                    <a:pt x="1496754" y="1304814"/>
                  </a:cubicBezTo>
                  <a:cubicBezTo>
                    <a:pt x="1496754" y="1304814"/>
                    <a:pt x="1495980" y="1306126"/>
                    <a:pt x="1495677" y="1306227"/>
                  </a:cubicBezTo>
                  <a:cubicBezTo>
                    <a:pt x="1495340" y="1306328"/>
                    <a:pt x="1494365" y="1307539"/>
                    <a:pt x="1494365" y="1307539"/>
                  </a:cubicBezTo>
                  <a:cubicBezTo>
                    <a:pt x="1494365" y="1307539"/>
                    <a:pt x="1493927" y="1309726"/>
                    <a:pt x="1493927" y="1310028"/>
                  </a:cubicBezTo>
                  <a:cubicBezTo>
                    <a:pt x="1493927" y="1310365"/>
                    <a:pt x="1494566" y="1312215"/>
                    <a:pt x="1494701" y="1312518"/>
                  </a:cubicBezTo>
                  <a:cubicBezTo>
                    <a:pt x="1494802" y="1312854"/>
                    <a:pt x="1495677" y="1314570"/>
                    <a:pt x="1495677" y="1314570"/>
                  </a:cubicBezTo>
                  <a:cubicBezTo>
                    <a:pt x="1495677" y="1314570"/>
                    <a:pt x="1496316" y="1316756"/>
                    <a:pt x="1496316" y="1317194"/>
                  </a:cubicBezTo>
                  <a:cubicBezTo>
                    <a:pt x="1496316" y="1317631"/>
                    <a:pt x="1495879" y="1320558"/>
                    <a:pt x="1495879" y="1320995"/>
                  </a:cubicBezTo>
                  <a:cubicBezTo>
                    <a:pt x="1495879" y="1321432"/>
                    <a:pt x="1495240" y="1323282"/>
                    <a:pt x="1495139" y="1323720"/>
                  </a:cubicBezTo>
                  <a:cubicBezTo>
                    <a:pt x="1495037" y="1324157"/>
                    <a:pt x="1494162" y="1325032"/>
                    <a:pt x="1494062" y="1325469"/>
                  </a:cubicBezTo>
                  <a:cubicBezTo>
                    <a:pt x="1493961" y="1325906"/>
                    <a:pt x="1493187" y="1326983"/>
                    <a:pt x="1492008" y="1327319"/>
                  </a:cubicBezTo>
                  <a:cubicBezTo>
                    <a:pt x="1490831" y="1327655"/>
                    <a:pt x="1492008" y="1328194"/>
                    <a:pt x="1492008" y="1328194"/>
                  </a:cubicBezTo>
                  <a:lnTo>
                    <a:pt x="1497225" y="1327756"/>
                  </a:lnTo>
                  <a:lnTo>
                    <a:pt x="1498874" y="1326444"/>
                  </a:lnTo>
                  <a:lnTo>
                    <a:pt x="1502139" y="1325368"/>
                  </a:lnTo>
                  <a:lnTo>
                    <a:pt x="1504528" y="1326108"/>
                  </a:lnTo>
                  <a:cubicBezTo>
                    <a:pt x="1504528" y="1326108"/>
                    <a:pt x="1505841" y="1326646"/>
                    <a:pt x="1507793" y="1326646"/>
                  </a:cubicBezTo>
                  <a:cubicBezTo>
                    <a:pt x="1509744" y="1326646"/>
                    <a:pt x="1510418" y="1326209"/>
                    <a:pt x="1510721" y="1325671"/>
                  </a:cubicBezTo>
                  <a:cubicBezTo>
                    <a:pt x="1511057" y="1325132"/>
                    <a:pt x="1512134" y="1323484"/>
                    <a:pt x="1513009" y="1322946"/>
                  </a:cubicBezTo>
                  <a:cubicBezTo>
                    <a:pt x="1513884" y="1322408"/>
                    <a:pt x="1515399" y="1322172"/>
                    <a:pt x="1517149" y="1322172"/>
                  </a:cubicBezTo>
                  <a:cubicBezTo>
                    <a:pt x="1518898" y="1322172"/>
                    <a:pt x="1519202" y="1324998"/>
                    <a:pt x="1520615" y="1324998"/>
                  </a:cubicBezTo>
                  <a:cubicBezTo>
                    <a:pt x="1522028" y="1324998"/>
                    <a:pt x="1523442" y="1325099"/>
                    <a:pt x="1524654" y="1325099"/>
                  </a:cubicBezTo>
                  <a:cubicBezTo>
                    <a:pt x="1525865" y="1325099"/>
                    <a:pt x="1526707" y="1325435"/>
                    <a:pt x="1529533" y="1325334"/>
                  </a:cubicBezTo>
                  <a:cubicBezTo>
                    <a:pt x="1532360" y="1325233"/>
                    <a:pt x="1530408" y="1325233"/>
                    <a:pt x="1531822" y="1325233"/>
                  </a:cubicBezTo>
                  <a:cubicBezTo>
                    <a:pt x="1533235" y="1325233"/>
                    <a:pt x="1534985" y="1325233"/>
                    <a:pt x="1536837" y="1325032"/>
                  </a:cubicBezTo>
                  <a:cubicBezTo>
                    <a:pt x="1538687" y="1324796"/>
                    <a:pt x="1538149" y="1323955"/>
                    <a:pt x="1538486" y="1323282"/>
                  </a:cubicBezTo>
                  <a:cubicBezTo>
                    <a:pt x="1538822" y="1322643"/>
                    <a:pt x="1538587" y="1321769"/>
                    <a:pt x="1538587" y="1321769"/>
                  </a:cubicBezTo>
                  <a:lnTo>
                    <a:pt x="1536736" y="1320019"/>
                  </a:lnTo>
                  <a:cubicBezTo>
                    <a:pt x="1536736" y="1320019"/>
                    <a:pt x="1534245" y="1318270"/>
                    <a:pt x="1533808" y="1317967"/>
                  </a:cubicBezTo>
                  <a:cubicBezTo>
                    <a:pt x="1533370" y="1317631"/>
                    <a:pt x="1530341" y="1313931"/>
                    <a:pt x="1530106" y="1313493"/>
                  </a:cubicBezTo>
                  <a:cubicBezTo>
                    <a:pt x="1529904" y="1313056"/>
                    <a:pt x="1530644" y="1310903"/>
                    <a:pt x="1530880" y="1310466"/>
                  </a:cubicBezTo>
                  <a:cubicBezTo>
                    <a:pt x="1531082" y="1310028"/>
                    <a:pt x="1532394" y="1308178"/>
                    <a:pt x="1533707" y="1307741"/>
                  </a:cubicBezTo>
                  <a:cubicBezTo>
                    <a:pt x="1534985" y="1307304"/>
                    <a:pt x="1535659" y="1307741"/>
                    <a:pt x="1535659" y="1307741"/>
                  </a:cubicBezTo>
                  <a:cubicBezTo>
                    <a:pt x="1535659" y="1307741"/>
                    <a:pt x="1537846" y="1310567"/>
                    <a:pt x="1542524" y="1311778"/>
                  </a:cubicBezTo>
                  <a:cubicBezTo>
                    <a:pt x="1547202" y="1312989"/>
                    <a:pt x="1544274" y="1309591"/>
                    <a:pt x="1544274" y="1309591"/>
                  </a:cubicBezTo>
                  <a:lnTo>
                    <a:pt x="1545688" y="1306866"/>
                  </a:lnTo>
                  <a:lnTo>
                    <a:pt x="1548515" y="1304915"/>
                  </a:lnTo>
                  <a:lnTo>
                    <a:pt x="1556659" y="1299600"/>
                  </a:lnTo>
                  <a:lnTo>
                    <a:pt x="1559924" y="1296875"/>
                  </a:lnTo>
                  <a:cubicBezTo>
                    <a:pt x="1559924" y="1296875"/>
                    <a:pt x="1568304" y="1290349"/>
                    <a:pt x="1568405" y="1290013"/>
                  </a:cubicBezTo>
                  <a:cubicBezTo>
                    <a:pt x="1568506" y="1289676"/>
                    <a:pt x="1571770" y="1287187"/>
                    <a:pt x="1572107" y="1286985"/>
                  </a:cubicBezTo>
                  <a:cubicBezTo>
                    <a:pt x="1572443" y="1286783"/>
                    <a:pt x="1574933" y="1285236"/>
                    <a:pt x="1575136" y="1284933"/>
                  </a:cubicBezTo>
                  <a:cubicBezTo>
                    <a:pt x="1575337" y="1284597"/>
                    <a:pt x="1576549" y="1284395"/>
                    <a:pt x="1576549" y="1284395"/>
                  </a:cubicBezTo>
                  <a:cubicBezTo>
                    <a:pt x="1576549" y="1284395"/>
                    <a:pt x="1579477" y="1283520"/>
                    <a:pt x="1580789" y="1283520"/>
                  </a:cubicBezTo>
                  <a:cubicBezTo>
                    <a:pt x="1582102" y="1283520"/>
                    <a:pt x="1583414" y="1285572"/>
                    <a:pt x="1583414" y="1285572"/>
                  </a:cubicBezTo>
                  <a:lnTo>
                    <a:pt x="1585804" y="1288196"/>
                  </a:lnTo>
                  <a:lnTo>
                    <a:pt x="1588429" y="1289845"/>
                  </a:lnTo>
                  <a:lnTo>
                    <a:pt x="1589607" y="1291997"/>
                  </a:lnTo>
                  <a:cubicBezTo>
                    <a:pt x="1589607" y="1291997"/>
                    <a:pt x="1590684" y="1298423"/>
                    <a:pt x="1590684" y="1298725"/>
                  </a:cubicBezTo>
                  <a:cubicBezTo>
                    <a:pt x="1590684" y="1299062"/>
                    <a:pt x="1591223" y="1299701"/>
                    <a:pt x="1592198" y="1301013"/>
                  </a:cubicBezTo>
                  <a:cubicBezTo>
                    <a:pt x="1593174" y="1302325"/>
                    <a:pt x="1595328" y="1303300"/>
                    <a:pt x="1596102" y="1302964"/>
                  </a:cubicBezTo>
                  <a:lnTo>
                    <a:pt x="1596102" y="1299499"/>
                  </a:lnTo>
                  <a:lnTo>
                    <a:pt x="1596102" y="1296774"/>
                  </a:lnTo>
                  <a:lnTo>
                    <a:pt x="1597516" y="1294049"/>
                  </a:lnTo>
                  <a:lnTo>
                    <a:pt x="1599165" y="1292536"/>
                  </a:lnTo>
                  <a:cubicBezTo>
                    <a:pt x="1599165" y="1292536"/>
                    <a:pt x="1600242" y="1292098"/>
                    <a:pt x="1600679" y="1291997"/>
                  </a:cubicBezTo>
                  <a:cubicBezTo>
                    <a:pt x="1601117" y="1291897"/>
                    <a:pt x="1602968" y="1291123"/>
                    <a:pt x="1602968" y="1291123"/>
                  </a:cubicBezTo>
                  <a:lnTo>
                    <a:pt x="1604718" y="1290349"/>
                  </a:lnTo>
                  <a:lnTo>
                    <a:pt x="1607107" y="1288701"/>
                  </a:lnTo>
                  <a:lnTo>
                    <a:pt x="1608857" y="1286750"/>
                  </a:lnTo>
                  <a:lnTo>
                    <a:pt x="1611785" y="1283823"/>
                  </a:lnTo>
                  <a:lnTo>
                    <a:pt x="1611785" y="1282377"/>
                  </a:lnTo>
                  <a:lnTo>
                    <a:pt x="1613536" y="1280358"/>
                  </a:lnTo>
                  <a:lnTo>
                    <a:pt x="1613536" y="1278609"/>
                  </a:lnTo>
                  <a:lnTo>
                    <a:pt x="1615723" y="1275413"/>
                  </a:lnTo>
                  <a:lnTo>
                    <a:pt x="1617742" y="1273529"/>
                  </a:lnTo>
                  <a:cubicBezTo>
                    <a:pt x="1617742" y="1273529"/>
                    <a:pt x="1620064" y="1272386"/>
                    <a:pt x="1620771" y="1272386"/>
                  </a:cubicBezTo>
                  <a:cubicBezTo>
                    <a:pt x="1621478" y="1272386"/>
                    <a:pt x="1623968" y="1273395"/>
                    <a:pt x="1623968" y="1273395"/>
                  </a:cubicBezTo>
                  <a:cubicBezTo>
                    <a:pt x="1623968" y="1273395"/>
                    <a:pt x="1623968" y="1275279"/>
                    <a:pt x="1623968" y="1275985"/>
                  </a:cubicBezTo>
                  <a:cubicBezTo>
                    <a:pt x="1623968" y="1276725"/>
                    <a:pt x="1622959" y="1276994"/>
                    <a:pt x="1622656" y="1277566"/>
                  </a:cubicBezTo>
                  <a:cubicBezTo>
                    <a:pt x="1622353" y="1278138"/>
                    <a:pt x="1622083" y="1279450"/>
                    <a:pt x="1622353" y="1279887"/>
                  </a:cubicBezTo>
                  <a:cubicBezTo>
                    <a:pt x="1622656" y="1280325"/>
                    <a:pt x="1625112" y="1279147"/>
                    <a:pt x="1625112" y="1279147"/>
                  </a:cubicBezTo>
                  <a:lnTo>
                    <a:pt x="1626560" y="1275951"/>
                  </a:lnTo>
                  <a:lnTo>
                    <a:pt x="1629757" y="1275951"/>
                  </a:lnTo>
                  <a:lnTo>
                    <a:pt x="1631339" y="1277903"/>
                  </a:lnTo>
                  <a:lnTo>
                    <a:pt x="1634401" y="1281166"/>
                  </a:lnTo>
                  <a:cubicBezTo>
                    <a:pt x="1634401" y="1281166"/>
                    <a:pt x="1636858" y="1282477"/>
                    <a:pt x="1637901" y="1282477"/>
                  </a:cubicBezTo>
                  <a:cubicBezTo>
                    <a:pt x="1638911" y="1282477"/>
                    <a:pt x="1643690" y="1282175"/>
                    <a:pt x="1643690" y="1282175"/>
                  </a:cubicBezTo>
                  <a:cubicBezTo>
                    <a:pt x="1643690" y="1282175"/>
                    <a:pt x="1648906" y="1282040"/>
                    <a:pt x="1649478" y="1281737"/>
                  </a:cubicBezTo>
                  <a:cubicBezTo>
                    <a:pt x="1650051" y="1281435"/>
                    <a:pt x="1650353" y="1281166"/>
                    <a:pt x="1650623" y="1280594"/>
                  </a:cubicBezTo>
                  <a:cubicBezTo>
                    <a:pt x="1650926" y="1280022"/>
                    <a:pt x="1651195" y="1277566"/>
                    <a:pt x="1651632" y="1276086"/>
                  </a:cubicBezTo>
                  <a:cubicBezTo>
                    <a:pt x="1652070" y="1274639"/>
                    <a:pt x="1653214" y="1274505"/>
                    <a:pt x="1653214" y="1274505"/>
                  </a:cubicBezTo>
                  <a:lnTo>
                    <a:pt x="1656108" y="1274202"/>
                  </a:lnTo>
                  <a:cubicBezTo>
                    <a:pt x="1656108" y="1274202"/>
                    <a:pt x="1658262" y="1274202"/>
                    <a:pt x="1658868" y="1274202"/>
                  </a:cubicBezTo>
                  <a:cubicBezTo>
                    <a:pt x="1659440" y="1274202"/>
                    <a:pt x="1660450" y="1274135"/>
                    <a:pt x="1660887" y="1274000"/>
                  </a:cubicBezTo>
                  <a:cubicBezTo>
                    <a:pt x="1661325" y="1273866"/>
                    <a:pt x="1661762" y="1272621"/>
                    <a:pt x="1661897" y="1272184"/>
                  </a:cubicBezTo>
                  <a:cubicBezTo>
                    <a:pt x="1662031" y="1271746"/>
                    <a:pt x="1662604" y="1268719"/>
                    <a:pt x="1662604" y="1268113"/>
                  </a:cubicBezTo>
                  <a:cubicBezTo>
                    <a:pt x="1662604" y="1267541"/>
                    <a:pt x="1663479" y="1264043"/>
                    <a:pt x="1663479" y="1264043"/>
                  </a:cubicBezTo>
                  <a:lnTo>
                    <a:pt x="1664051" y="1261722"/>
                  </a:lnTo>
                  <a:lnTo>
                    <a:pt x="1663041" y="1259838"/>
                  </a:lnTo>
                  <a:lnTo>
                    <a:pt x="1660887" y="1258526"/>
                  </a:lnTo>
                  <a:lnTo>
                    <a:pt x="1656983" y="1256642"/>
                  </a:lnTo>
                  <a:cubicBezTo>
                    <a:pt x="1656983" y="1256642"/>
                    <a:pt x="1653954" y="1253312"/>
                    <a:pt x="1653954" y="1251563"/>
                  </a:cubicBezTo>
                  <a:cubicBezTo>
                    <a:pt x="1653954" y="1251563"/>
                    <a:pt x="1658733" y="1250251"/>
                    <a:pt x="1660181" y="1249813"/>
                  </a:cubicBezTo>
                  <a:cubicBezTo>
                    <a:pt x="1661628" y="1249376"/>
                    <a:pt x="1663075" y="1249107"/>
                    <a:pt x="1663075" y="1249107"/>
                  </a:cubicBezTo>
                  <a:lnTo>
                    <a:pt x="1664219" y="1245339"/>
                  </a:lnTo>
                  <a:lnTo>
                    <a:pt x="1662200" y="1241134"/>
                  </a:lnTo>
                  <a:lnTo>
                    <a:pt x="1662065" y="1239251"/>
                  </a:lnTo>
                  <a:lnTo>
                    <a:pt x="1661762" y="1236055"/>
                  </a:lnTo>
                  <a:lnTo>
                    <a:pt x="1661056" y="1234305"/>
                  </a:lnTo>
                  <a:cubicBezTo>
                    <a:pt x="1661056" y="1234305"/>
                    <a:pt x="1660753" y="1233162"/>
                    <a:pt x="1660618" y="1232556"/>
                  </a:cubicBezTo>
                  <a:cubicBezTo>
                    <a:pt x="1660483" y="1231984"/>
                    <a:pt x="1659743" y="1230807"/>
                    <a:pt x="1659743" y="1230807"/>
                  </a:cubicBezTo>
                  <a:lnTo>
                    <a:pt x="1658733" y="1229798"/>
                  </a:lnTo>
                  <a:lnTo>
                    <a:pt x="1658733" y="1226905"/>
                  </a:lnTo>
                  <a:cubicBezTo>
                    <a:pt x="1658733" y="1226905"/>
                    <a:pt x="1664758" y="1225896"/>
                    <a:pt x="1665464" y="1225761"/>
                  </a:cubicBezTo>
                  <a:cubicBezTo>
                    <a:pt x="1666205" y="1225626"/>
                    <a:pt x="1665094" y="1221859"/>
                    <a:pt x="1665397" y="1221422"/>
                  </a:cubicBezTo>
                  <a:cubicBezTo>
                    <a:pt x="1665666" y="1220984"/>
                    <a:pt x="1667282" y="1220984"/>
                    <a:pt x="1667854" y="1220681"/>
                  </a:cubicBezTo>
                  <a:cubicBezTo>
                    <a:pt x="1668426" y="1220412"/>
                    <a:pt x="1670748" y="1219975"/>
                    <a:pt x="1670748" y="1219975"/>
                  </a:cubicBezTo>
                  <a:cubicBezTo>
                    <a:pt x="1670748" y="1219975"/>
                    <a:pt x="1673777" y="1219100"/>
                    <a:pt x="1674383" y="1218831"/>
                  </a:cubicBezTo>
                  <a:cubicBezTo>
                    <a:pt x="1674955" y="1218528"/>
                    <a:pt x="1677277" y="1218697"/>
                    <a:pt x="1677277" y="1218697"/>
                  </a:cubicBezTo>
                  <a:cubicBezTo>
                    <a:pt x="1677277" y="1218697"/>
                    <a:pt x="1681046" y="1218999"/>
                    <a:pt x="1682628" y="1218999"/>
                  </a:cubicBezTo>
                  <a:cubicBezTo>
                    <a:pt x="1684243" y="1218999"/>
                    <a:pt x="1686263" y="1218697"/>
                    <a:pt x="1686263" y="1218697"/>
                  </a:cubicBezTo>
                  <a:lnTo>
                    <a:pt x="1687576" y="1216510"/>
                  </a:lnTo>
                  <a:cubicBezTo>
                    <a:pt x="1687576" y="1216510"/>
                    <a:pt x="1690335" y="1214626"/>
                    <a:pt x="1690907" y="1214626"/>
                  </a:cubicBezTo>
                  <a:cubicBezTo>
                    <a:pt x="1691479" y="1214626"/>
                    <a:pt x="1692489" y="1215636"/>
                    <a:pt x="1692489" y="1215636"/>
                  </a:cubicBezTo>
                  <a:lnTo>
                    <a:pt x="1696124" y="1217654"/>
                  </a:lnTo>
                  <a:lnTo>
                    <a:pt x="1697874" y="1218528"/>
                  </a:lnTo>
                  <a:lnTo>
                    <a:pt x="1701205" y="1218528"/>
                  </a:lnTo>
                  <a:cubicBezTo>
                    <a:pt x="1701205" y="1218528"/>
                    <a:pt x="1702215" y="1218158"/>
                    <a:pt x="1703831" y="1217889"/>
                  </a:cubicBezTo>
                  <a:cubicBezTo>
                    <a:pt x="1705412" y="1217587"/>
                    <a:pt x="1704571" y="1217385"/>
                    <a:pt x="1704571" y="1217385"/>
                  </a:cubicBezTo>
                  <a:lnTo>
                    <a:pt x="1707465" y="1214189"/>
                  </a:lnTo>
                  <a:lnTo>
                    <a:pt x="1707465" y="1212002"/>
                  </a:lnTo>
                  <a:lnTo>
                    <a:pt x="1708475" y="1209681"/>
                  </a:lnTo>
                  <a:cubicBezTo>
                    <a:pt x="1708475" y="1209681"/>
                    <a:pt x="1709047" y="1208538"/>
                    <a:pt x="1709350" y="1207966"/>
                  </a:cubicBezTo>
                  <a:cubicBezTo>
                    <a:pt x="1709619" y="1207394"/>
                    <a:pt x="1710359" y="1206082"/>
                    <a:pt x="1710797" y="1205645"/>
                  </a:cubicBezTo>
                  <a:cubicBezTo>
                    <a:pt x="1711234" y="1205207"/>
                    <a:pt x="1712985" y="1205073"/>
                    <a:pt x="1713826" y="1205207"/>
                  </a:cubicBezTo>
                  <a:cubicBezTo>
                    <a:pt x="1714701" y="1205342"/>
                    <a:pt x="1714701" y="1205779"/>
                    <a:pt x="1714701" y="1205779"/>
                  </a:cubicBezTo>
                  <a:lnTo>
                    <a:pt x="1716720" y="1207226"/>
                  </a:lnTo>
                  <a:cubicBezTo>
                    <a:pt x="1716720" y="1207226"/>
                    <a:pt x="1719749" y="1208369"/>
                    <a:pt x="1720220" y="1208235"/>
                  </a:cubicBezTo>
                  <a:cubicBezTo>
                    <a:pt x="1720658" y="1208100"/>
                    <a:pt x="1722374" y="1206486"/>
                    <a:pt x="1722374" y="1206486"/>
                  </a:cubicBezTo>
                  <a:lnTo>
                    <a:pt x="1724393" y="1203727"/>
                  </a:lnTo>
                  <a:lnTo>
                    <a:pt x="1727153" y="1202718"/>
                  </a:lnTo>
                  <a:lnTo>
                    <a:pt x="1730788" y="1201978"/>
                  </a:lnTo>
                  <a:lnTo>
                    <a:pt x="1733985" y="1201339"/>
                  </a:lnTo>
                  <a:lnTo>
                    <a:pt x="1739403" y="1203088"/>
                  </a:lnTo>
                  <a:cubicBezTo>
                    <a:pt x="1739403" y="1203088"/>
                    <a:pt x="1742028" y="1206351"/>
                    <a:pt x="1742668" y="1206553"/>
                  </a:cubicBezTo>
                  <a:cubicBezTo>
                    <a:pt x="1743307" y="1206788"/>
                    <a:pt x="1742668" y="1208504"/>
                    <a:pt x="1742668" y="1208504"/>
                  </a:cubicBezTo>
                  <a:lnTo>
                    <a:pt x="1743980" y="1211969"/>
                  </a:lnTo>
                  <a:lnTo>
                    <a:pt x="1749837" y="1215232"/>
                  </a:lnTo>
                  <a:lnTo>
                    <a:pt x="1754346" y="1219639"/>
                  </a:lnTo>
                  <a:lnTo>
                    <a:pt x="1756803" y="1221522"/>
                  </a:lnTo>
                  <a:cubicBezTo>
                    <a:pt x="1756803" y="1221522"/>
                    <a:pt x="1757509" y="1223104"/>
                    <a:pt x="1757476" y="1223406"/>
                  </a:cubicBezTo>
                  <a:cubicBezTo>
                    <a:pt x="1757409" y="1223675"/>
                    <a:pt x="1758486" y="1225727"/>
                    <a:pt x="1758486" y="1225727"/>
                  </a:cubicBezTo>
                  <a:cubicBezTo>
                    <a:pt x="1758486" y="1225727"/>
                    <a:pt x="1759663" y="1227174"/>
                    <a:pt x="1759731" y="1227409"/>
                  </a:cubicBezTo>
                  <a:cubicBezTo>
                    <a:pt x="1759798" y="1227611"/>
                    <a:pt x="1760976" y="1228990"/>
                    <a:pt x="1760976" y="1228990"/>
                  </a:cubicBezTo>
                  <a:lnTo>
                    <a:pt x="1761481" y="1231379"/>
                  </a:lnTo>
                  <a:lnTo>
                    <a:pt x="1760034" y="1233532"/>
                  </a:lnTo>
                  <a:lnTo>
                    <a:pt x="1759764" y="1233902"/>
                  </a:lnTo>
                  <a:cubicBezTo>
                    <a:pt x="1759764" y="1233902"/>
                    <a:pt x="1757509" y="1236156"/>
                    <a:pt x="1757509" y="1236425"/>
                  </a:cubicBezTo>
                  <a:cubicBezTo>
                    <a:pt x="1757509" y="1236728"/>
                    <a:pt x="1758317" y="1239183"/>
                    <a:pt x="1758317" y="1239183"/>
                  </a:cubicBezTo>
                  <a:lnTo>
                    <a:pt x="1759731" y="1242278"/>
                  </a:lnTo>
                  <a:cubicBezTo>
                    <a:pt x="1759731" y="1242278"/>
                    <a:pt x="1763971" y="1244936"/>
                    <a:pt x="1764072" y="1245037"/>
                  </a:cubicBezTo>
                  <a:cubicBezTo>
                    <a:pt x="1764173" y="1245137"/>
                    <a:pt x="1764745" y="1246180"/>
                    <a:pt x="1764745" y="1246180"/>
                  </a:cubicBezTo>
                  <a:cubicBezTo>
                    <a:pt x="1764745" y="1246180"/>
                    <a:pt x="1764308" y="1247526"/>
                    <a:pt x="1764140" y="1248031"/>
                  </a:cubicBezTo>
                  <a:cubicBezTo>
                    <a:pt x="1763971" y="1248535"/>
                    <a:pt x="1764140" y="1250520"/>
                    <a:pt x="1764140" y="1250688"/>
                  </a:cubicBezTo>
                  <a:cubicBezTo>
                    <a:pt x="1764140" y="1250856"/>
                    <a:pt x="1764779" y="1251058"/>
                    <a:pt x="1764779" y="1251058"/>
                  </a:cubicBezTo>
                  <a:lnTo>
                    <a:pt x="1766899" y="1249645"/>
                  </a:lnTo>
                  <a:lnTo>
                    <a:pt x="1769793" y="1251764"/>
                  </a:lnTo>
                  <a:lnTo>
                    <a:pt x="1770500" y="1252942"/>
                  </a:lnTo>
                  <a:lnTo>
                    <a:pt x="1771173" y="1254624"/>
                  </a:lnTo>
                  <a:lnTo>
                    <a:pt x="1768380" y="1255835"/>
                  </a:lnTo>
                  <a:lnTo>
                    <a:pt x="1768380" y="1257853"/>
                  </a:lnTo>
                  <a:cubicBezTo>
                    <a:pt x="1768380" y="1257853"/>
                    <a:pt x="1769188" y="1258728"/>
                    <a:pt x="1769491" y="1259300"/>
                  </a:cubicBezTo>
                  <a:cubicBezTo>
                    <a:pt x="1769760" y="1259872"/>
                    <a:pt x="1770702" y="1260746"/>
                    <a:pt x="1770702" y="1260746"/>
                  </a:cubicBezTo>
                  <a:cubicBezTo>
                    <a:pt x="1770702" y="1260746"/>
                    <a:pt x="1772452" y="1260881"/>
                    <a:pt x="1772520" y="1260881"/>
                  </a:cubicBezTo>
                  <a:cubicBezTo>
                    <a:pt x="1772620" y="1260881"/>
                    <a:pt x="1774169" y="1259434"/>
                    <a:pt x="1774169" y="1259434"/>
                  </a:cubicBezTo>
                  <a:cubicBezTo>
                    <a:pt x="1774169" y="1259434"/>
                    <a:pt x="1775044" y="1258122"/>
                    <a:pt x="1775313" y="1257550"/>
                  </a:cubicBezTo>
                  <a:cubicBezTo>
                    <a:pt x="1775616" y="1256979"/>
                    <a:pt x="1776053" y="1255969"/>
                    <a:pt x="1776491" y="1255667"/>
                  </a:cubicBezTo>
                  <a:cubicBezTo>
                    <a:pt x="1776928" y="1255364"/>
                    <a:pt x="1778072" y="1254927"/>
                    <a:pt x="1778678" y="1254927"/>
                  </a:cubicBezTo>
                  <a:cubicBezTo>
                    <a:pt x="1779251" y="1254927"/>
                    <a:pt x="1781438" y="1256676"/>
                    <a:pt x="1781438" y="1256676"/>
                  </a:cubicBezTo>
                  <a:lnTo>
                    <a:pt x="1782448" y="1256676"/>
                  </a:lnTo>
                  <a:lnTo>
                    <a:pt x="1783154" y="1258997"/>
                  </a:lnTo>
                  <a:lnTo>
                    <a:pt x="1782582" y="1260746"/>
                  </a:lnTo>
                  <a:cubicBezTo>
                    <a:pt x="1782582" y="1260746"/>
                    <a:pt x="1780832" y="1262193"/>
                    <a:pt x="1781000" y="1263067"/>
                  </a:cubicBezTo>
                  <a:cubicBezTo>
                    <a:pt x="1781135" y="1263942"/>
                    <a:pt x="1783457" y="1264648"/>
                    <a:pt x="1783457" y="1264648"/>
                  </a:cubicBezTo>
                  <a:cubicBezTo>
                    <a:pt x="1783457" y="1264648"/>
                    <a:pt x="1786789" y="1265389"/>
                    <a:pt x="1787799" y="1265389"/>
                  </a:cubicBezTo>
                  <a:cubicBezTo>
                    <a:pt x="1788808" y="1265389"/>
                    <a:pt x="1787664" y="1267979"/>
                    <a:pt x="1787227" y="1267979"/>
                  </a:cubicBezTo>
                  <a:cubicBezTo>
                    <a:pt x="1786789" y="1267979"/>
                    <a:pt x="1784770" y="1269997"/>
                    <a:pt x="1783760" y="1270872"/>
                  </a:cubicBezTo>
                  <a:cubicBezTo>
                    <a:pt x="1782750" y="1271746"/>
                    <a:pt x="1783188" y="1272756"/>
                    <a:pt x="1783188" y="1272756"/>
                  </a:cubicBezTo>
                  <a:lnTo>
                    <a:pt x="1786520" y="1276086"/>
                  </a:lnTo>
                  <a:lnTo>
                    <a:pt x="1787395" y="1279551"/>
                  </a:lnTo>
                  <a:cubicBezTo>
                    <a:pt x="1787395" y="1279551"/>
                    <a:pt x="1789280" y="1282175"/>
                    <a:pt x="1789851" y="1283184"/>
                  </a:cubicBezTo>
                  <a:cubicBezTo>
                    <a:pt x="1790424" y="1284193"/>
                    <a:pt x="1790559" y="1288835"/>
                    <a:pt x="1790559" y="1288835"/>
                  </a:cubicBezTo>
                  <a:cubicBezTo>
                    <a:pt x="1790559" y="1288835"/>
                    <a:pt x="1789111" y="1291728"/>
                    <a:pt x="1787361" y="1292468"/>
                  </a:cubicBezTo>
                  <a:cubicBezTo>
                    <a:pt x="1785611" y="1293209"/>
                    <a:pt x="1784467" y="1291762"/>
                    <a:pt x="1784164" y="1291156"/>
                  </a:cubicBezTo>
                  <a:cubicBezTo>
                    <a:pt x="1783861" y="1290585"/>
                    <a:pt x="1780967" y="1288835"/>
                    <a:pt x="1780967" y="1288835"/>
                  </a:cubicBezTo>
                  <a:cubicBezTo>
                    <a:pt x="1780967" y="1288835"/>
                    <a:pt x="1779654" y="1288398"/>
                    <a:pt x="1777770" y="1287961"/>
                  </a:cubicBezTo>
                  <a:cubicBezTo>
                    <a:pt x="1775885" y="1287523"/>
                    <a:pt x="1776188" y="1287961"/>
                    <a:pt x="1776188" y="1287961"/>
                  </a:cubicBezTo>
                  <a:lnTo>
                    <a:pt x="1775616" y="1287961"/>
                  </a:lnTo>
                  <a:lnTo>
                    <a:pt x="1774741" y="1289037"/>
                  </a:lnTo>
                  <a:cubicBezTo>
                    <a:pt x="1774741" y="1289037"/>
                    <a:pt x="1773125" y="1292435"/>
                    <a:pt x="1772721" y="1293007"/>
                  </a:cubicBezTo>
                  <a:cubicBezTo>
                    <a:pt x="1772284" y="1293578"/>
                    <a:pt x="1772721" y="1295193"/>
                    <a:pt x="1772721" y="1295193"/>
                  </a:cubicBezTo>
                  <a:cubicBezTo>
                    <a:pt x="1772721" y="1295193"/>
                    <a:pt x="1773596" y="1297212"/>
                    <a:pt x="1773866" y="1298086"/>
                  </a:cubicBezTo>
                  <a:cubicBezTo>
                    <a:pt x="1774169" y="1298961"/>
                    <a:pt x="1775885" y="1301282"/>
                    <a:pt x="1776323" y="1301854"/>
                  </a:cubicBezTo>
                  <a:cubicBezTo>
                    <a:pt x="1776760" y="1302426"/>
                    <a:pt x="1777029" y="1303300"/>
                    <a:pt x="1777467" y="1303603"/>
                  </a:cubicBezTo>
                  <a:cubicBezTo>
                    <a:pt x="1777904" y="1303906"/>
                    <a:pt x="1780226" y="1304175"/>
                    <a:pt x="1780799" y="1304478"/>
                  </a:cubicBezTo>
                  <a:cubicBezTo>
                    <a:pt x="1781371" y="1304781"/>
                    <a:pt x="1783693" y="1307943"/>
                    <a:pt x="1783693" y="1307943"/>
                  </a:cubicBezTo>
                  <a:lnTo>
                    <a:pt x="1780058" y="1309961"/>
                  </a:lnTo>
                  <a:lnTo>
                    <a:pt x="1781236" y="1312989"/>
                  </a:lnTo>
                  <a:lnTo>
                    <a:pt x="1788337" y="1313998"/>
                  </a:lnTo>
                  <a:lnTo>
                    <a:pt x="1789212" y="1314872"/>
                  </a:lnTo>
                  <a:cubicBezTo>
                    <a:pt x="1789212" y="1314872"/>
                    <a:pt x="1789212" y="1319515"/>
                    <a:pt x="1789212" y="1320087"/>
                  </a:cubicBezTo>
                  <a:cubicBezTo>
                    <a:pt x="1789212" y="1320658"/>
                    <a:pt x="1788506" y="1321533"/>
                    <a:pt x="1787631" y="1322105"/>
                  </a:cubicBezTo>
                  <a:cubicBezTo>
                    <a:pt x="1786756" y="1322677"/>
                    <a:pt x="1787193" y="1323417"/>
                    <a:pt x="1787193" y="1323854"/>
                  </a:cubicBezTo>
                  <a:cubicBezTo>
                    <a:pt x="1787193" y="1324291"/>
                    <a:pt x="1788068" y="1325435"/>
                    <a:pt x="1788068" y="1325873"/>
                  </a:cubicBezTo>
                  <a:cubicBezTo>
                    <a:pt x="1788068" y="1326310"/>
                    <a:pt x="1789212" y="1328194"/>
                    <a:pt x="1789212" y="1328194"/>
                  </a:cubicBezTo>
                  <a:lnTo>
                    <a:pt x="1790794" y="1332264"/>
                  </a:lnTo>
                  <a:cubicBezTo>
                    <a:pt x="1790794" y="1332264"/>
                    <a:pt x="1791097" y="1335292"/>
                    <a:pt x="1791366" y="1335897"/>
                  </a:cubicBezTo>
                  <a:cubicBezTo>
                    <a:pt x="1791669" y="1336469"/>
                    <a:pt x="1792544" y="1336469"/>
                    <a:pt x="1793116" y="1336604"/>
                  </a:cubicBezTo>
                  <a:cubicBezTo>
                    <a:pt x="1793688" y="1336738"/>
                    <a:pt x="1798636" y="1339934"/>
                    <a:pt x="1798636" y="1339934"/>
                  </a:cubicBezTo>
                  <a:lnTo>
                    <a:pt x="1800958" y="1338790"/>
                  </a:lnTo>
                  <a:cubicBezTo>
                    <a:pt x="1800958" y="1338790"/>
                    <a:pt x="1802539" y="1338487"/>
                    <a:pt x="1803987" y="1338050"/>
                  </a:cubicBezTo>
                  <a:cubicBezTo>
                    <a:pt x="1805434" y="1337613"/>
                    <a:pt x="1806746" y="1336469"/>
                    <a:pt x="1806746" y="1336469"/>
                  </a:cubicBezTo>
                  <a:cubicBezTo>
                    <a:pt x="1806746" y="1336469"/>
                    <a:pt x="1808328" y="1333845"/>
                    <a:pt x="1808496" y="1333273"/>
                  </a:cubicBezTo>
                  <a:cubicBezTo>
                    <a:pt x="1808631" y="1332701"/>
                    <a:pt x="1810078" y="1330649"/>
                    <a:pt x="1810515" y="1330818"/>
                  </a:cubicBezTo>
                  <a:cubicBezTo>
                    <a:pt x="1810953" y="1330952"/>
                    <a:pt x="1814420" y="1333576"/>
                    <a:pt x="1814420" y="1333576"/>
                  </a:cubicBezTo>
                  <a:lnTo>
                    <a:pt x="1816607" y="1333441"/>
                  </a:lnTo>
                  <a:cubicBezTo>
                    <a:pt x="1816607" y="1333441"/>
                    <a:pt x="1818054" y="1335763"/>
                    <a:pt x="1818189" y="1336200"/>
                  </a:cubicBezTo>
                  <a:cubicBezTo>
                    <a:pt x="1818324" y="1336637"/>
                    <a:pt x="1821218" y="1335460"/>
                    <a:pt x="1821218" y="1335460"/>
                  </a:cubicBezTo>
                  <a:lnTo>
                    <a:pt x="1826569" y="1334585"/>
                  </a:lnTo>
                  <a:lnTo>
                    <a:pt x="1831348" y="1332264"/>
                  </a:lnTo>
                  <a:cubicBezTo>
                    <a:pt x="1831348" y="1332264"/>
                    <a:pt x="1833535" y="1333408"/>
                    <a:pt x="1834107" y="1333711"/>
                  </a:cubicBezTo>
                  <a:cubicBezTo>
                    <a:pt x="1834680" y="1334013"/>
                    <a:pt x="1835857" y="1335157"/>
                    <a:pt x="1836733" y="1335729"/>
                  </a:cubicBezTo>
                  <a:cubicBezTo>
                    <a:pt x="1837608" y="1336301"/>
                    <a:pt x="1840637" y="1338925"/>
                    <a:pt x="1841074" y="1338757"/>
                  </a:cubicBezTo>
                  <a:cubicBezTo>
                    <a:pt x="1841512" y="1338622"/>
                    <a:pt x="1843093" y="1337310"/>
                    <a:pt x="1843093" y="1337310"/>
                  </a:cubicBezTo>
                  <a:cubicBezTo>
                    <a:pt x="1843093" y="1337310"/>
                    <a:pt x="1844406" y="1334989"/>
                    <a:pt x="1845112" y="1334720"/>
                  </a:cubicBezTo>
                  <a:cubicBezTo>
                    <a:pt x="1845853" y="1334417"/>
                    <a:pt x="1848007" y="1334148"/>
                    <a:pt x="1848007" y="1334148"/>
                  </a:cubicBezTo>
                  <a:lnTo>
                    <a:pt x="1850194" y="1336166"/>
                  </a:lnTo>
                  <a:lnTo>
                    <a:pt x="1852516" y="1336906"/>
                  </a:lnTo>
                  <a:lnTo>
                    <a:pt x="1857733" y="1336166"/>
                  </a:lnTo>
                  <a:lnTo>
                    <a:pt x="1862377" y="1333980"/>
                  </a:lnTo>
                  <a:lnTo>
                    <a:pt x="1865272" y="1332365"/>
                  </a:lnTo>
                  <a:cubicBezTo>
                    <a:pt x="1865272" y="1332365"/>
                    <a:pt x="1867863" y="1332096"/>
                    <a:pt x="1868906" y="1332399"/>
                  </a:cubicBezTo>
                  <a:cubicBezTo>
                    <a:pt x="1869916" y="1332701"/>
                    <a:pt x="1875132" y="1332264"/>
                    <a:pt x="1875704" y="1332399"/>
                  </a:cubicBezTo>
                  <a:cubicBezTo>
                    <a:pt x="1875805" y="1332432"/>
                    <a:pt x="1876176" y="1332500"/>
                    <a:pt x="1876176" y="1332634"/>
                  </a:cubicBezTo>
                  <a:cubicBezTo>
                    <a:pt x="1876176" y="1332634"/>
                    <a:pt x="1876176" y="1332634"/>
                    <a:pt x="1876176" y="1332634"/>
                  </a:cubicBezTo>
                  <a:lnTo>
                    <a:pt x="1876176" y="1332264"/>
                  </a:lnTo>
                  <a:lnTo>
                    <a:pt x="1876176" y="1325301"/>
                  </a:lnTo>
                  <a:cubicBezTo>
                    <a:pt x="1876176" y="1325301"/>
                    <a:pt x="1877858" y="1322206"/>
                    <a:pt x="1877959" y="1322038"/>
                  </a:cubicBezTo>
                  <a:cubicBezTo>
                    <a:pt x="1878060" y="1321869"/>
                    <a:pt x="1880281" y="1317900"/>
                    <a:pt x="1880281" y="1317900"/>
                  </a:cubicBezTo>
                  <a:cubicBezTo>
                    <a:pt x="1880281" y="1317900"/>
                    <a:pt x="1881359" y="1314536"/>
                    <a:pt x="1881359" y="1314301"/>
                  </a:cubicBezTo>
                  <a:cubicBezTo>
                    <a:pt x="1881359" y="1314099"/>
                    <a:pt x="1881359" y="1309625"/>
                    <a:pt x="1881359" y="1309625"/>
                  </a:cubicBezTo>
                  <a:lnTo>
                    <a:pt x="1876478" y="1306261"/>
                  </a:lnTo>
                  <a:cubicBezTo>
                    <a:pt x="1876478" y="1306261"/>
                    <a:pt x="1875704" y="1302796"/>
                    <a:pt x="1876142" y="1302661"/>
                  </a:cubicBezTo>
                  <a:cubicBezTo>
                    <a:pt x="1876579" y="1302560"/>
                    <a:pt x="1877724" y="1300475"/>
                    <a:pt x="1877724" y="1300475"/>
                  </a:cubicBezTo>
                  <a:cubicBezTo>
                    <a:pt x="1877724" y="1300475"/>
                    <a:pt x="1878801" y="1298591"/>
                    <a:pt x="1878094" y="1297884"/>
                  </a:cubicBezTo>
                  <a:cubicBezTo>
                    <a:pt x="1877387" y="1297178"/>
                    <a:pt x="1873685" y="1294251"/>
                    <a:pt x="1873685" y="1294251"/>
                  </a:cubicBezTo>
                  <a:lnTo>
                    <a:pt x="1872171" y="1292334"/>
                  </a:lnTo>
                  <a:lnTo>
                    <a:pt x="1871666" y="1283756"/>
                  </a:lnTo>
                  <a:cubicBezTo>
                    <a:pt x="1871666" y="1283756"/>
                    <a:pt x="1871127" y="1279854"/>
                    <a:pt x="1871026" y="1279685"/>
                  </a:cubicBezTo>
                  <a:cubicBezTo>
                    <a:pt x="1870926" y="1279517"/>
                    <a:pt x="1869176" y="1277398"/>
                    <a:pt x="1869176" y="1277398"/>
                  </a:cubicBezTo>
                  <a:lnTo>
                    <a:pt x="1869176" y="1274841"/>
                  </a:lnTo>
                  <a:lnTo>
                    <a:pt x="1869983" y="1272251"/>
                  </a:lnTo>
                  <a:cubicBezTo>
                    <a:pt x="1869983" y="1272251"/>
                    <a:pt x="1870993" y="1270401"/>
                    <a:pt x="1870993" y="1270199"/>
                  </a:cubicBezTo>
                  <a:cubicBezTo>
                    <a:pt x="1870993" y="1269997"/>
                    <a:pt x="1870926" y="1265691"/>
                    <a:pt x="1870926" y="1265489"/>
                  </a:cubicBezTo>
                  <a:cubicBezTo>
                    <a:pt x="1870926" y="1265254"/>
                    <a:pt x="1870926" y="1262731"/>
                    <a:pt x="1870926" y="1262731"/>
                  </a:cubicBezTo>
                  <a:lnTo>
                    <a:pt x="1872810" y="1258762"/>
                  </a:lnTo>
                  <a:lnTo>
                    <a:pt x="1874392" y="1254153"/>
                  </a:lnTo>
                  <a:lnTo>
                    <a:pt x="1876883" y="1249477"/>
                  </a:lnTo>
                  <a:lnTo>
                    <a:pt x="1878060" y="1246651"/>
                  </a:lnTo>
                  <a:lnTo>
                    <a:pt x="1875772" y="1245440"/>
                  </a:lnTo>
                  <a:cubicBezTo>
                    <a:pt x="1875772" y="1245440"/>
                    <a:pt x="1873584" y="1244465"/>
                    <a:pt x="1873180" y="1244465"/>
                  </a:cubicBezTo>
                  <a:cubicBezTo>
                    <a:pt x="1872743" y="1244465"/>
                    <a:pt x="1871767" y="1244465"/>
                    <a:pt x="1871767" y="1244465"/>
                  </a:cubicBezTo>
                  <a:cubicBezTo>
                    <a:pt x="1871767" y="1244465"/>
                    <a:pt x="1869916" y="1243287"/>
                    <a:pt x="1869916" y="1242514"/>
                  </a:cubicBezTo>
                  <a:cubicBezTo>
                    <a:pt x="1869916" y="1241740"/>
                    <a:pt x="1870118" y="1240865"/>
                    <a:pt x="1870118" y="1240865"/>
                  </a:cubicBezTo>
                  <a:lnTo>
                    <a:pt x="1870252" y="1239654"/>
                  </a:lnTo>
                  <a:lnTo>
                    <a:pt x="1866550" y="1238679"/>
                  </a:lnTo>
                  <a:lnTo>
                    <a:pt x="1864800" y="1238040"/>
                  </a:lnTo>
                  <a:cubicBezTo>
                    <a:pt x="1864800" y="1238040"/>
                    <a:pt x="1863724" y="1237602"/>
                    <a:pt x="1862950" y="1236728"/>
                  </a:cubicBezTo>
                  <a:cubicBezTo>
                    <a:pt x="1862209" y="1235853"/>
                    <a:pt x="1861973" y="1234003"/>
                    <a:pt x="1861973" y="1234003"/>
                  </a:cubicBezTo>
                  <a:lnTo>
                    <a:pt x="1862613" y="1232153"/>
                  </a:lnTo>
                  <a:lnTo>
                    <a:pt x="1863151" y="1230201"/>
                  </a:lnTo>
                  <a:lnTo>
                    <a:pt x="1864800" y="1228789"/>
                  </a:lnTo>
                  <a:lnTo>
                    <a:pt x="1866012" y="1227376"/>
                  </a:lnTo>
                  <a:lnTo>
                    <a:pt x="1866853" y="1224685"/>
                  </a:lnTo>
                  <a:lnTo>
                    <a:pt x="1867998" y="1221825"/>
                  </a:lnTo>
                  <a:lnTo>
                    <a:pt x="1870017" y="1221825"/>
                  </a:lnTo>
                  <a:lnTo>
                    <a:pt x="1871767" y="1221825"/>
                  </a:lnTo>
                  <a:lnTo>
                    <a:pt x="1871666" y="1220244"/>
                  </a:lnTo>
                  <a:lnTo>
                    <a:pt x="1872507" y="1218999"/>
                  </a:lnTo>
                  <a:lnTo>
                    <a:pt x="1874459" y="1218360"/>
                  </a:lnTo>
                  <a:lnTo>
                    <a:pt x="1876983" y="1218360"/>
                  </a:lnTo>
                  <a:cubicBezTo>
                    <a:pt x="1876983" y="1218360"/>
                    <a:pt x="1878161" y="1217048"/>
                    <a:pt x="1878431" y="1216981"/>
                  </a:cubicBezTo>
                  <a:cubicBezTo>
                    <a:pt x="1878700" y="1216914"/>
                    <a:pt x="1879575" y="1215400"/>
                    <a:pt x="1879575" y="1215400"/>
                  </a:cubicBezTo>
                  <a:lnTo>
                    <a:pt x="1879575" y="1214021"/>
                  </a:lnTo>
                  <a:lnTo>
                    <a:pt x="1882099" y="1212272"/>
                  </a:lnTo>
                  <a:lnTo>
                    <a:pt x="1882536" y="1209883"/>
                  </a:lnTo>
                  <a:lnTo>
                    <a:pt x="1883714" y="1210186"/>
                  </a:lnTo>
                  <a:lnTo>
                    <a:pt x="1885801" y="1211060"/>
                  </a:lnTo>
                  <a:lnTo>
                    <a:pt x="1887046" y="1213247"/>
                  </a:lnTo>
                  <a:lnTo>
                    <a:pt x="1888931" y="1217587"/>
                  </a:lnTo>
                  <a:lnTo>
                    <a:pt x="1890883" y="1220177"/>
                  </a:lnTo>
                  <a:lnTo>
                    <a:pt x="1891690" y="1222061"/>
                  </a:lnTo>
                  <a:lnTo>
                    <a:pt x="1891421" y="1223070"/>
                  </a:lnTo>
                  <a:lnTo>
                    <a:pt x="1891118" y="1224584"/>
                  </a:lnTo>
                  <a:lnTo>
                    <a:pt x="1893306" y="1225727"/>
                  </a:lnTo>
                  <a:lnTo>
                    <a:pt x="1895863" y="1225593"/>
                  </a:lnTo>
                  <a:lnTo>
                    <a:pt x="1896974" y="1226972"/>
                  </a:lnTo>
                  <a:lnTo>
                    <a:pt x="1896974" y="1229663"/>
                  </a:lnTo>
                  <a:lnTo>
                    <a:pt x="1898051" y="1230740"/>
                  </a:lnTo>
                  <a:lnTo>
                    <a:pt x="1899195" y="1229360"/>
                  </a:lnTo>
                  <a:lnTo>
                    <a:pt x="1900272" y="1229226"/>
                  </a:lnTo>
                  <a:cubicBezTo>
                    <a:pt x="1900272" y="1229226"/>
                    <a:pt x="1900643" y="1229024"/>
                    <a:pt x="1900912" y="1229024"/>
                  </a:cubicBezTo>
                  <a:cubicBezTo>
                    <a:pt x="1901215" y="1229024"/>
                    <a:pt x="1903604" y="1228890"/>
                    <a:pt x="1903604" y="1228890"/>
                  </a:cubicBezTo>
                  <a:lnTo>
                    <a:pt x="1908013" y="1228318"/>
                  </a:lnTo>
                  <a:lnTo>
                    <a:pt x="1912489" y="1228755"/>
                  </a:lnTo>
                  <a:lnTo>
                    <a:pt x="1914441" y="1230201"/>
                  </a:lnTo>
                  <a:lnTo>
                    <a:pt x="1914172" y="1232657"/>
                  </a:lnTo>
                  <a:lnTo>
                    <a:pt x="1912724" y="1234541"/>
                  </a:lnTo>
                  <a:lnTo>
                    <a:pt x="1912085" y="1236492"/>
                  </a:lnTo>
                  <a:lnTo>
                    <a:pt x="1912455" y="1241202"/>
                  </a:lnTo>
                  <a:lnTo>
                    <a:pt x="1914475" y="1244027"/>
                  </a:lnTo>
                  <a:lnTo>
                    <a:pt x="1917537" y="1245474"/>
                  </a:lnTo>
                  <a:cubicBezTo>
                    <a:pt x="1917537" y="1245474"/>
                    <a:pt x="1917739" y="1246786"/>
                    <a:pt x="1917537" y="1246988"/>
                  </a:cubicBezTo>
                  <a:cubicBezTo>
                    <a:pt x="1917335" y="1247190"/>
                    <a:pt x="1920431" y="1250688"/>
                    <a:pt x="1920431" y="1250688"/>
                  </a:cubicBezTo>
                  <a:lnTo>
                    <a:pt x="1926388" y="1257550"/>
                  </a:lnTo>
                  <a:lnTo>
                    <a:pt x="1931234" y="1262832"/>
                  </a:lnTo>
                  <a:lnTo>
                    <a:pt x="1931571" y="1267104"/>
                  </a:lnTo>
                  <a:lnTo>
                    <a:pt x="1931739" y="1269930"/>
                  </a:lnTo>
                  <a:lnTo>
                    <a:pt x="1931739" y="1271376"/>
                  </a:lnTo>
                  <a:lnTo>
                    <a:pt x="1931739" y="1274841"/>
                  </a:lnTo>
                  <a:lnTo>
                    <a:pt x="1933489" y="1280123"/>
                  </a:lnTo>
                  <a:lnTo>
                    <a:pt x="1933489" y="1283520"/>
                  </a:lnTo>
                  <a:cubicBezTo>
                    <a:pt x="1933489" y="1283520"/>
                    <a:pt x="1935744" y="1285841"/>
                    <a:pt x="1935946" y="1285841"/>
                  </a:cubicBezTo>
                  <a:cubicBezTo>
                    <a:pt x="1936182" y="1285841"/>
                    <a:pt x="1940590" y="1286279"/>
                    <a:pt x="1940860" y="1286077"/>
                  </a:cubicBezTo>
                  <a:cubicBezTo>
                    <a:pt x="1941163" y="1285841"/>
                    <a:pt x="1943182" y="1283621"/>
                    <a:pt x="1943182" y="1283184"/>
                  </a:cubicBezTo>
                  <a:cubicBezTo>
                    <a:pt x="1943182" y="1282747"/>
                    <a:pt x="1943451" y="1280358"/>
                    <a:pt x="1943451" y="1280055"/>
                  </a:cubicBezTo>
                  <a:cubicBezTo>
                    <a:pt x="1943451" y="1279753"/>
                    <a:pt x="1940860" y="1276490"/>
                    <a:pt x="1940860" y="1276490"/>
                  </a:cubicBezTo>
                  <a:cubicBezTo>
                    <a:pt x="1940860" y="1276490"/>
                    <a:pt x="1941802" y="1275110"/>
                    <a:pt x="1942004" y="1274808"/>
                  </a:cubicBezTo>
                  <a:cubicBezTo>
                    <a:pt x="1942206" y="1274539"/>
                    <a:pt x="1942946" y="1273731"/>
                    <a:pt x="1943451" y="1273496"/>
                  </a:cubicBezTo>
                  <a:cubicBezTo>
                    <a:pt x="1943956" y="1273294"/>
                    <a:pt x="1945403" y="1271982"/>
                    <a:pt x="1945538" y="1271679"/>
                  </a:cubicBezTo>
                  <a:cubicBezTo>
                    <a:pt x="1945672" y="1271376"/>
                    <a:pt x="1945672" y="1270233"/>
                    <a:pt x="1945538" y="1269493"/>
                  </a:cubicBezTo>
                  <a:cubicBezTo>
                    <a:pt x="1945403" y="1268753"/>
                    <a:pt x="1944898" y="1267037"/>
                    <a:pt x="1944966" y="1266095"/>
                  </a:cubicBezTo>
                  <a:cubicBezTo>
                    <a:pt x="1945033" y="1265153"/>
                    <a:pt x="1945033" y="1263471"/>
                    <a:pt x="1945201" y="1262967"/>
                  </a:cubicBezTo>
                  <a:cubicBezTo>
                    <a:pt x="1945336" y="1262462"/>
                    <a:pt x="1945470" y="1261285"/>
                    <a:pt x="1945672" y="1261015"/>
                  </a:cubicBezTo>
                  <a:cubicBezTo>
                    <a:pt x="1945841" y="1260713"/>
                    <a:pt x="1946648" y="1259502"/>
                    <a:pt x="1947288" y="1258997"/>
                  </a:cubicBezTo>
                  <a:cubicBezTo>
                    <a:pt x="1947927" y="1258492"/>
                    <a:pt x="1949744" y="1256979"/>
                    <a:pt x="1949980" y="1256743"/>
                  </a:cubicBezTo>
                  <a:cubicBezTo>
                    <a:pt x="1950182" y="1256541"/>
                    <a:pt x="1951124" y="1254994"/>
                    <a:pt x="1951360" y="1254927"/>
                  </a:cubicBezTo>
                  <a:cubicBezTo>
                    <a:pt x="1951562" y="1254859"/>
                    <a:pt x="1953312" y="1253346"/>
                    <a:pt x="1953312" y="1253346"/>
                  </a:cubicBezTo>
                  <a:lnTo>
                    <a:pt x="1954625" y="1249511"/>
                  </a:lnTo>
                  <a:cubicBezTo>
                    <a:pt x="1954625" y="1249511"/>
                    <a:pt x="1957519" y="1247829"/>
                    <a:pt x="1957822" y="1247829"/>
                  </a:cubicBezTo>
                  <a:cubicBezTo>
                    <a:pt x="1958124" y="1247829"/>
                    <a:pt x="1961153" y="1249208"/>
                    <a:pt x="1961153" y="1249208"/>
                  </a:cubicBezTo>
                  <a:cubicBezTo>
                    <a:pt x="1961153" y="1249208"/>
                    <a:pt x="1962231" y="1249948"/>
                    <a:pt x="1963341" y="1249847"/>
                  </a:cubicBezTo>
                  <a:cubicBezTo>
                    <a:pt x="1964418" y="1249780"/>
                    <a:pt x="1965293" y="1249914"/>
                    <a:pt x="1965596" y="1249544"/>
                  </a:cubicBezTo>
                  <a:cubicBezTo>
                    <a:pt x="1965899" y="1249174"/>
                    <a:pt x="1967716" y="1247459"/>
                    <a:pt x="1967783" y="1247156"/>
                  </a:cubicBezTo>
                  <a:cubicBezTo>
                    <a:pt x="1967851" y="1246853"/>
                    <a:pt x="1968356" y="1244027"/>
                    <a:pt x="1968423" y="1242951"/>
                  </a:cubicBezTo>
                  <a:cubicBezTo>
                    <a:pt x="1968490" y="1241874"/>
                    <a:pt x="1968423" y="1238241"/>
                    <a:pt x="1968423" y="1238241"/>
                  </a:cubicBezTo>
                  <a:lnTo>
                    <a:pt x="1967783" y="1235113"/>
                  </a:lnTo>
                  <a:cubicBezTo>
                    <a:pt x="1967783" y="1235113"/>
                    <a:pt x="1968490" y="1233969"/>
                    <a:pt x="1968490" y="1233364"/>
                  </a:cubicBezTo>
                  <a:cubicBezTo>
                    <a:pt x="1968457" y="1232792"/>
                    <a:pt x="1969264" y="1231278"/>
                    <a:pt x="1969466" y="1231042"/>
                  </a:cubicBezTo>
                  <a:cubicBezTo>
                    <a:pt x="1969668" y="1230841"/>
                    <a:pt x="1970274" y="1230235"/>
                    <a:pt x="1970274" y="1230235"/>
                  </a:cubicBezTo>
                  <a:lnTo>
                    <a:pt x="1973168" y="1228789"/>
                  </a:lnTo>
                  <a:lnTo>
                    <a:pt x="1974851" y="1228856"/>
                  </a:lnTo>
                  <a:cubicBezTo>
                    <a:pt x="1974851" y="1228856"/>
                    <a:pt x="1976365" y="1229159"/>
                    <a:pt x="1976735" y="1228990"/>
                  </a:cubicBezTo>
                  <a:cubicBezTo>
                    <a:pt x="1977106" y="1228856"/>
                    <a:pt x="1978990" y="1228049"/>
                    <a:pt x="1979260" y="1228049"/>
                  </a:cubicBezTo>
                  <a:cubicBezTo>
                    <a:pt x="1979562" y="1228049"/>
                    <a:pt x="1980942" y="1227409"/>
                    <a:pt x="1981077" y="1226972"/>
                  </a:cubicBezTo>
                  <a:cubicBezTo>
                    <a:pt x="1981212" y="1226535"/>
                    <a:pt x="1981952" y="1226165"/>
                    <a:pt x="1982019" y="1225727"/>
                  </a:cubicBezTo>
                  <a:cubicBezTo>
                    <a:pt x="1982086" y="1225290"/>
                    <a:pt x="1982895" y="1223709"/>
                    <a:pt x="1982895" y="1223709"/>
                  </a:cubicBezTo>
                  <a:lnTo>
                    <a:pt x="1984207" y="1221960"/>
                  </a:lnTo>
                  <a:lnTo>
                    <a:pt x="1985789" y="1219269"/>
                  </a:lnTo>
                  <a:lnTo>
                    <a:pt x="1988245" y="1218899"/>
                  </a:lnTo>
                  <a:lnTo>
                    <a:pt x="1992587" y="1218158"/>
                  </a:lnTo>
                  <a:lnTo>
                    <a:pt x="1995717" y="1215905"/>
                  </a:lnTo>
                  <a:lnTo>
                    <a:pt x="1997366" y="1214357"/>
                  </a:lnTo>
                  <a:lnTo>
                    <a:pt x="1998678" y="1212944"/>
                  </a:lnTo>
                  <a:lnTo>
                    <a:pt x="2000496" y="1212944"/>
                  </a:lnTo>
                  <a:lnTo>
                    <a:pt x="2001875" y="1213684"/>
                  </a:lnTo>
                  <a:lnTo>
                    <a:pt x="2004198" y="1213247"/>
                  </a:lnTo>
                  <a:lnTo>
                    <a:pt x="2005712" y="1211296"/>
                  </a:lnTo>
                  <a:lnTo>
                    <a:pt x="2006486" y="1211229"/>
                  </a:lnTo>
                  <a:lnTo>
                    <a:pt x="2008741" y="1211969"/>
                  </a:lnTo>
                  <a:lnTo>
                    <a:pt x="2010929" y="1213853"/>
                  </a:lnTo>
                  <a:cubicBezTo>
                    <a:pt x="2010929" y="1213853"/>
                    <a:pt x="2012309" y="1213987"/>
                    <a:pt x="2012578" y="1213987"/>
                  </a:cubicBezTo>
                  <a:cubicBezTo>
                    <a:pt x="2012880" y="1213987"/>
                    <a:pt x="2016145" y="1213617"/>
                    <a:pt x="2016145" y="1213617"/>
                  </a:cubicBezTo>
                  <a:lnTo>
                    <a:pt x="2018097" y="1210926"/>
                  </a:lnTo>
                  <a:lnTo>
                    <a:pt x="2021496" y="1206956"/>
                  </a:lnTo>
                  <a:lnTo>
                    <a:pt x="2026342" y="1202180"/>
                  </a:lnTo>
                  <a:lnTo>
                    <a:pt x="2028967" y="1199421"/>
                  </a:lnTo>
                  <a:lnTo>
                    <a:pt x="2030549" y="1197033"/>
                  </a:lnTo>
                  <a:lnTo>
                    <a:pt x="2033309" y="1192323"/>
                  </a:lnTo>
                  <a:lnTo>
                    <a:pt x="2036338" y="1188993"/>
                  </a:lnTo>
                  <a:lnTo>
                    <a:pt x="2038155" y="1186167"/>
                  </a:lnTo>
                  <a:lnTo>
                    <a:pt x="2042127" y="1183712"/>
                  </a:lnTo>
                  <a:cubicBezTo>
                    <a:pt x="2042127" y="1183712"/>
                    <a:pt x="2047646" y="1183274"/>
                    <a:pt x="2047848" y="1183207"/>
                  </a:cubicBezTo>
                  <a:cubicBezTo>
                    <a:pt x="2048083" y="1183140"/>
                    <a:pt x="2050910" y="1183644"/>
                    <a:pt x="2050910" y="1183644"/>
                  </a:cubicBezTo>
                  <a:lnTo>
                    <a:pt x="2054175" y="1181256"/>
                  </a:lnTo>
                  <a:lnTo>
                    <a:pt x="2056430" y="1178363"/>
                  </a:lnTo>
                  <a:cubicBezTo>
                    <a:pt x="2056430" y="1178363"/>
                    <a:pt x="2057709" y="1177858"/>
                    <a:pt x="2057978" y="1177858"/>
                  </a:cubicBezTo>
                  <a:cubicBezTo>
                    <a:pt x="2058280" y="1177858"/>
                    <a:pt x="2060468" y="1180045"/>
                    <a:pt x="2060468" y="1180045"/>
                  </a:cubicBezTo>
                  <a:lnTo>
                    <a:pt x="2060468" y="1182601"/>
                  </a:lnTo>
                  <a:lnTo>
                    <a:pt x="2061040" y="1185124"/>
                  </a:lnTo>
                  <a:cubicBezTo>
                    <a:pt x="2061040" y="1185124"/>
                    <a:pt x="2062286" y="1186066"/>
                    <a:pt x="2063060" y="1186201"/>
                  </a:cubicBezTo>
                  <a:cubicBezTo>
                    <a:pt x="2063867" y="1186335"/>
                    <a:pt x="2066324" y="1186268"/>
                    <a:pt x="2066627" y="1186134"/>
                  </a:cubicBezTo>
                  <a:cubicBezTo>
                    <a:pt x="2066930" y="1185999"/>
                    <a:pt x="2069387" y="1182063"/>
                    <a:pt x="2069387" y="1182063"/>
                  </a:cubicBezTo>
                  <a:lnTo>
                    <a:pt x="2068949" y="1179540"/>
                  </a:lnTo>
                  <a:lnTo>
                    <a:pt x="2069824" y="1177118"/>
                  </a:lnTo>
                  <a:lnTo>
                    <a:pt x="2071776" y="1176513"/>
                  </a:lnTo>
                  <a:lnTo>
                    <a:pt x="2075243" y="1176513"/>
                  </a:lnTo>
                  <a:cubicBezTo>
                    <a:pt x="2075243" y="1176513"/>
                    <a:pt x="2076488" y="1176883"/>
                    <a:pt x="2076824" y="1176513"/>
                  </a:cubicBezTo>
                  <a:cubicBezTo>
                    <a:pt x="2077194" y="1176143"/>
                    <a:pt x="2079147" y="1174763"/>
                    <a:pt x="2079348" y="1174124"/>
                  </a:cubicBezTo>
                  <a:cubicBezTo>
                    <a:pt x="2079550" y="1173485"/>
                    <a:pt x="2081300" y="1171029"/>
                    <a:pt x="2081300" y="1170727"/>
                  </a:cubicBezTo>
                  <a:cubicBezTo>
                    <a:pt x="2081300" y="1170424"/>
                    <a:pt x="2081300" y="1168708"/>
                    <a:pt x="2081300" y="1168708"/>
                  </a:cubicBezTo>
                  <a:lnTo>
                    <a:pt x="2081805" y="1162485"/>
                  </a:lnTo>
                  <a:cubicBezTo>
                    <a:pt x="2081805" y="1162485"/>
                    <a:pt x="2083252" y="1159962"/>
                    <a:pt x="2083421" y="1159659"/>
                  </a:cubicBezTo>
                  <a:cubicBezTo>
                    <a:pt x="2083555" y="1159356"/>
                    <a:pt x="2084935" y="1157136"/>
                    <a:pt x="2084935" y="1157136"/>
                  </a:cubicBezTo>
                  <a:lnTo>
                    <a:pt x="2086618" y="1154512"/>
                  </a:lnTo>
                  <a:lnTo>
                    <a:pt x="2088368" y="1153638"/>
                  </a:lnTo>
                  <a:lnTo>
                    <a:pt x="2093382" y="1153335"/>
                  </a:lnTo>
                  <a:cubicBezTo>
                    <a:pt x="2093382" y="1153335"/>
                    <a:pt x="2095772" y="1153638"/>
                    <a:pt x="2096074" y="1153335"/>
                  </a:cubicBezTo>
                  <a:cubicBezTo>
                    <a:pt x="2096378" y="1153032"/>
                    <a:pt x="2100281" y="1153638"/>
                    <a:pt x="2100281" y="1153638"/>
                  </a:cubicBezTo>
                  <a:lnTo>
                    <a:pt x="2104859" y="1153705"/>
                  </a:lnTo>
                  <a:lnTo>
                    <a:pt x="2109503" y="1154142"/>
                  </a:lnTo>
                  <a:lnTo>
                    <a:pt x="2113643" y="1155084"/>
                  </a:lnTo>
                  <a:cubicBezTo>
                    <a:pt x="2113643" y="1155084"/>
                    <a:pt x="2116469" y="1156093"/>
                    <a:pt x="2117782" y="1155959"/>
                  </a:cubicBezTo>
                  <a:cubicBezTo>
                    <a:pt x="2119095" y="1155824"/>
                    <a:pt x="2121417" y="1154512"/>
                    <a:pt x="2121417" y="1154210"/>
                  </a:cubicBezTo>
                  <a:cubicBezTo>
                    <a:pt x="2121417" y="1153907"/>
                    <a:pt x="2123369" y="1149870"/>
                    <a:pt x="2123369" y="1149870"/>
                  </a:cubicBezTo>
                  <a:lnTo>
                    <a:pt x="2126633" y="1147616"/>
                  </a:lnTo>
                  <a:lnTo>
                    <a:pt x="2126633" y="1144353"/>
                  </a:lnTo>
                  <a:lnTo>
                    <a:pt x="2126633" y="1140888"/>
                  </a:lnTo>
                  <a:lnTo>
                    <a:pt x="2124681" y="1141965"/>
                  </a:lnTo>
                  <a:cubicBezTo>
                    <a:pt x="2124681" y="1141965"/>
                    <a:pt x="2122931" y="1142032"/>
                    <a:pt x="2122359" y="1142032"/>
                  </a:cubicBezTo>
                  <a:cubicBezTo>
                    <a:pt x="2121787" y="1142032"/>
                    <a:pt x="2120037" y="1141897"/>
                    <a:pt x="2119801" y="1141796"/>
                  </a:cubicBezTo>
                  <a:cubicBezTo>
                    <a:pt x="2119599" y="1141729"/>
                    <a:pt x="2117446" y="1141359"/>
                    <a:pt x="2117446" y="1140855"/>
                  </a:cubicBezTo>
                  <a:cubicBezTo>
                    <a:pt x="2117446" y="1140350"/>
                    <a:pt x="2116167" y="1139341"/>
                    <a:pt x="2116167" y="1139038"/>
                  </a:cubicBezTo>
                  <a:cubicBezTo>
                    <a:pt x="2116167" y="1138735"/>
                    <a:pt x="2116167" y="1137390"/>
                    <a:pt x="2116167" y="1137390"/>
                  </a:cubicBezTo>
                  <a:cubicBezTo>
                    <a:pt x="2116167" y="1137390"/>
                    <a:pt x="2117614" y="1136313"/>
                    <a:pt x="2117816" y="1136246"/>
                  </a:cubicBezTo>
                  <a:cubicBezTo>
                    <a:pt x="2118051" y="1136179"/>
                    <a:pt x="2119330" y="1135035"/>
                    <a:pt x="2119330" y="1135035"/>
                  </a:cubicBezTo>
                  <a:cubicBezTo>
                    <a:pt x="2119330" y="1135035"/>
                    <a:pt x="2120508" y="1134766"/>
                    <a:pt x="2120710" y="1134766"/>
                  </a:cubicBezTo>
                  <a:cubicBezTo>
                    <a:pt x="2120912" y="1134766"/>
                    <a:pt x="2123974" y="1134766"/>
                    <a:pt x="2123974" y="1134766"/>
                  </a:cubicBezTo>
                  <a:cubicBezTo>
                    <a:pt x="2123974" y="1134766"/>
                    <a:pt x="2124344" y="1134699"/>
                    <a:pt x="2124479" y="1134766"/>
                  </a:cubicBezTo>
                  <a:cubicBezTo>
                    <a:pt x="2124614" y="1134833"/>
                    <a:pt x="2125792" y="1135338"/>
                    <a:pt x="2125792" y="1135338"/>
                  </a:cubicBezTo>
                  <a:lnTo>
                    <a:pt x="2129696" y="1137020"/>
                  </a:lnTo>
                  <a:cubicBezTo>
                    <a:pt x="2129696" y="1137020"/>
                    <a:pt x="2131008" y="1137222"/>
                    <a:pt x="2131580" y="1136952"/>
                  </a:cubicBezTo>
                  <a:cubicBezTo>
                    <a:pt x="2132153" y="1136650"/>
                    <a:pt x="2134037" y="1136212"/>
                    <a:pt x="2134340" y="1136078"/>
                  </a:cubicBezTo>
                  <a:cubicBezTo>
                    <a:pt x="2134643" y="1135943"/>
                    <a:pt x="2135282" y="1135775"/>
                    <a:pt x="2135518" y="1135775"/>
                  </a:cubicBezTo>
                  <a:cubicBezTo>
                    <a:pt x="2135720" y="1135775"/>
                    <a:pt x="2138110" y="1137154"/>
                    <a:pt x="2138110" y="1137154"/>
                  </a:cubicBezTo>
                  <a:lnTo>
                    <a:pt x="2139859" y="1138029"/>
                  </a:lnTo>
                  <a:lnTo>
                    <a:pt x="2143057" y="1139206"/>
                  </a:lnTo>
                  <a:lnTo>
                    <a:pt x="2143696" y="1139711"/>
                  </a:lnTo>
                  <a:lnTo>
                    <a:pt x="2147667" y="1138634"/>
                  </a:lnTo>
                  <a:lnTo>
                    <a:pt x="2150427" y="1138197"/>
                  </a:lnTo>
                  <a:lnTo>
                    <a:pt x="2153254" y="1138264"/>
                  </a:lnTo>
                  <a:lnTo>
                    <a:pt x="2154634" y="1139442"/>
                  </a:lnTo>
                  <a:lnTo>
                    <a:pt x="2157326" y="1142402"/>
                  </a:lnTo>
                  <a:cubicBezTo>
                    <a:pt x="2157326" y="1142402"/>
                    <a:pt x="2156956" y="1143108"/>
                    <a:pt x="2156821" y="1143546"/>
                  </a:cubicBezTo>
                  <a:cubicBezTo>
                    <a:pt x="2156686" y="1143983"/>
                    <a:pt x="2155711" y="1145060"/>
                    <a:pt x="2156316" y="1145362"/>
                  </a:cubicBezTo>
                  <a:cubicBezTo>
                    <a:pt x="2156889" y="1145665"/>
                    <a:pt x="2158941" y="1146506"/>
                    <a:pt x="2159211" y="1146506"/>
                  </a:cubicBezTo>
                  <a:cubicBezTo>
                    <a:pt x="2159514" y="1146506"/>
                    <a:pt x="2159850" y="1146439"/>
                    <a:pt x="2161095" y="1146372"/>
                  </a:cubicBezTo>
                  <a:cubicBezTo>
                    <a:pt x="2162341" y="1146304"/>
                    <a:pt x="2163115" y="1145867"/>
                    <a:pt x="2163115" y="1145564"/>
                  </a:cubicBezTo>
                  <a:cubicBezTo>
                    <a:pt x="2163115" y="1145261"/>
                    <a:pt x="2163317" y="1142806"/>
                    <a:pt x="2163115" y="1142604"/>
                  </a:cubicBezTo>
                  <a:cubicBezTo>
                    <a:pt x="2162913" y="1142402"/>
                    <a:pt x="2162408" y="1140922"/>
                    <a:pt x="2162408" y="1140922"/>
                  </a:cubicBezTo>
                  <a:cubicBezTo>
                    <a:pt x="2162408" y="1140922"/>
                    <a:pt x="2162744" y="1139610"/>
                    <a:pt x="2163216" y="1139475"/>
                  </a:cubicBezTo>
                  <a:cubicBezTo>
                    <a:pt x="2163721" y="1139341"/>
                    <a:pt x="2164629" y="1138466"/>
                    <a:pt x="2164865" y="1138466"/>
                  </a:cubicBezTo>
                  <a:cubicBezTo>
                    <a:pt x="2165066" y="1138466"/>
                    <a:pt x="2166312" y="1137760"/>
                    <a:pt x="2166514" y="1137659"/>
                  </a:cubicBezTo>
                  <a:cubicBezTo>
                    <a:pt x="2166716" y="1137592"/>
                    <a:pt x="2169543" y="1137659"/>
                    <a:pt x="2170283" y="1137592"/>
                  </a:cubicBezTo>
                  <a:cubicBezTo>
                    <a:pt x="2170990" y="1137524"/>
                    <a:pt x="2172101" y="1137995"/>
                    <a:pt x="2173110" y="1137995"/>
                  </a:cubicBezTo>
                  <a:cubicBezTo>
                    <a:pt x="2174120" y="1137995"/>
                    <a:pt x="2174860" y="1138264"/>
                    <a:pt x="2175432" y="1138264"/>
                  </a:cubicBezTo>
                  <a:cubicBezTo>
                    <a:pt x="2176004" y="1138264"/>
                    <a:pt x="2177889" y="1138264"/>
                    <a:pt x="2177889" y="1138264"/>
                  </a:cubicBezTo>
                  <a:lnTo>
                    <a:pt x="2179707" y="1137894"/>
                  </a:lnTo>
                  <a:lnTo>
                    <a:pt x="2181658" y="1137087"/>
                  </a:lnTo>
                  <a:cubicBezTo>
                    <a:pt x="2181658" y="1137087"/>
                    <a:pt x="2182399" y="1134564"/>
                    <a:pt x="2182601" y="1134328"/>
                  </a:cubicBezTo>
                  <a:cubicBezTo>
                    <a:pt x="2182802" y="1134127"/>
                    <a:pt x="2183913" y="1132747"/>
                    <a:pt x="2183913" y="1132747"/>
                  </a:cubicBezTo>
                  <a:lnTo>
                    <a:pt x="2186303" y="1132445"/>
                  </a:lnTo>
                  <a:cubicBezTo>
                    <a:pt x="2186303" y="1132445"/>
                    <a:pt x="2189197" y="1132815"/>
                    <a:pt x="2189567" y="1132445"/>
                  </a:cubicBezTo>
                  <a:cubicBezTo>
                    <a:pt x="2189937" y="1132075"/>
                    <a:pt x="2190442" y="1128913"/>
                    <a:pt x="2190442" y="1128913"/>
                  </a:cubicBezTo>
                  <a:lnTo>
                    <a:pt x="2189433" y="1127769"/>
                  </a:lnTo>
                  <a:lnTo>
                    <a:pt x="2186976" y="1125246"/>
                  </a:lnTo>
                  <a:lnTo>
                    <a:pt x="2186404" y="1123867"/>
                  </a:lnTo>
                  <a:cubicBezTo>
                    <a:pt x="2186404" y="1123867"/>
                    <a:pt x="2185159" y="1122353"/>
                    <a:pt x="2184956" y="1121983"/>
                  </a:cubicBezTo>
                  <a:cubicBezTo>
                    <a:pt x="2184721" y="1121613"/>
                    <a:pt x="2184149" y="1120906"/>
                    <a:pt x="2184081" y="1120469"/>
                  </a:cubicBezTo>
                  <a:cubicBezTo>
                    <a:pt x="2184014" y="1120032"/>
                    <a:pt x="2183644" y="1118888"/>
                    <a:pt x="2184586" y="1118148"/>
                  </a:cubicBezTo>
                  <a:cubicBezTo>
                    <a:pt x="2185529" y="1117441"/>
                    <a:pt x="2186437" y="1114750"/>
                    <a:pt x="2186875" y="1114178"/>
                  </a:cubicBezTo>
                  <a:cubicBezTo>
                    <a:pt x="2187312" y="1113606"/>
                    <a:pt x="2189231" y="1111487"/>
                    <a:pt x="2189231" y="1111218"/>
                  </a:cubicBezTo>
                  <a:cubicBezTo>
                    <a:pt x="2189231" y="1110915"/>
                    <a:pt x="2189231" y="1109637"/>
                    <a:pt x="2189231" y="1109637"/>
                  </a:cubicBezTo>
                  <a:lnTo>
                    <a:pt x="2194952" y="1107013"/>
                  </a:lnTo>
                  <a:lnTo>
                    <a:pt x="2199361" y="1105197"/>
                  </a:lnTo>
                  <a:lnTo>
                    <a:pt x="2205452" y="1103817"/>
                  </a:lnTo>
                  <a:cubicBezTo>
                    <a:pt x="2205452" y="1103817"/>
                    <a:pt x="2206967" y="1103952"/>
                    <a:pt x="2207202" y="1103817"/>
                  </a:cubicBezTo>
                  <a:cubicBezTo>
                    <a:pt x="2207438" y="1103683"/>
                    <a:pt x="2211544" y="1104255"/>
                    <a:pt x="2211779" y="1104322"/>
                  </a:cubicBezTo>
                  <a:cubicBezTo>
                    <a:pt x="2211981" y="1104389"/>
                    <a:pt x="2213092" y="1106340"/>
                    <a:pt x="2213092" y="1106340"/>
                  </a:cubicBezTo>
                  <a:cubicBezTo>
                    <a:pt x="2213092" y="1106340"/>
                    <a:pt x="2215717" y="1105533"/>
                    <a:pt x="2216222" y="1105398"/>
                  </a:cubicBezTo>
                  <a:cubicBezTo>
                    <a:pt x="2216727" y="1105264"/>
                    <a:pt x="2217972" y="1103817"/>
                    <a:pt x="2218173" y="1103784"/>
                  </a:cubicBezTo>
                  <a:cubicBezTo>
                    <a:pt x="2218376" y="1103750"/>
                    <a:pt x="2219486" y="1102001"/>
                    <a:pt x="2219486" y="1102001"/>
                  </a:cubicBezTo>
                  <a:cubicBezTo>
                    <a:pt x="2219486" y="1102001"/>
                    <a:pt x="2220967" y="1099310"/>
                    <a:pt x="2220900" y="1098671"/>
                  </a:cubicBezTo>
                  <a:cubicBezTo>
                    <a:pt x="2220832" y="1098031"/>
                    <a:pt x="2220563" y="1094533"/>
                    <a:pt x="2220563" y="1094264"/>
                  </a:cubicBezTo>
                  <a:cubicBezTo>
                    <a:pt x="2220563" y="1093961"/>
                    <a:pt x="2220563" y="1090496"/>
                    <a:pt x="2220563" y="1090496"/>
                  </a:cubicBezTo>
                  <a:lnTo>
                    <a:pt x="2220563" y="1087906"/>
                  </a:lnTo>
                  <a:lnTo>
                    <a:pt x="2220563" y="1085282"/>
                  </a:lnTo>
                  <a:lnTo>
                    <a:pt x="2220361" y="1080135"/>
                  </a:lnTo>
                  <a:lnTo>
                    <a:pt x="2220496" y="1077242"/>
                  </a:lnTo>
                  <a:lnTo>
                    <a:pt x="2225140" y="1075493"/>
                  </a:lnTo>
                  <a:lnTo>
                    <a:pt x="2226789" y="1071725"/>
                  </a:lnTo>
                  <a:lnTo>
                    <a:pt x="2223693" y="1069774"/>
                  </a:lnTo>
                  <a:lnTo>
                    <a:pt x="2222549" y="1067285"/>
                  </a:lnTo>
                  <a:close/>
                </a:path>
              </a:pathLst>
            </a:custGeom>
            <a:grpFill/>
            <a:ln w="6350" cap="flat">
              <a:solidFill>
                <a:schemeClr val="bg1"/>
              </a:solidFill>
              <a:prstDash val="solid"/>
              <a:miter/>
            </a:ln>
          </p:spPr>
          <p:txBody>
            <a:bodyPr rtlCol="0" anchor="ctr"/>
            <a:lstStyle/>
            <a:p>
              <a:endParaRPr lang="en-US"/>
            </a:p>
          </p:txBody>
        </p:sp>
        <p:sp>
          <p:nvSpPr>
            <p:cNvPr id="72" name="Freeform 911">
              <a:extLst>
                <a:ext uri="{FF2B5EF4-FFF2-40B4-BE49-F238E27FC236}">
                  <a16:creationId xmlns:a16="http://schemas.microsoft.com/office/drawing/2014/main" id="{4D8248F0-2F9B-2184-4D0B-943A432EFCA2}"/>
                </a:ext>
              </a:extLst>
            </p:cNvPr>
            <p:cNvSpPr/>
            <p:nvPr/>
          </p:nvSpPr>
          <p:spPr>
            <a:xfrm>
              <a:off x="6199900" y="2603441"/>
              <a:ext cx="992582" cy="636055"/>
            </a:xfrm>
            <a:custGeom>
              <a:avLst/>
              <a:gdLst>
                <a:gd name="connsiteX0" fmla="*/ 1899094 w 1905657"/>
                <a:gd name="connsiteY0" fmla="*/ 1031662 h 1221162"/>
                <a:gd name="connsiteX1" fmla="*/ 1900710 w 1905657"/>
                <a:gd name="connsiteY1" fmla="*/ 1031898 h 1221162"/>
                <a:gd name="connsiteX2" fmla="*/ 1901686 w 1905657"/>
                <a:gd name="connsiteY2" fmla="*/ 1028635 h 1221162"/>
                <a:gd name="connsiteX3" fmla="*/ 1900171 w 1905657"/>
                <a:gd name="connsiteY3" fmla="*/ 1023858 h 1221162"/>
                <a:gd name="connsiteX4" fmla="*/ 1901046 w 1905657"/>
                <a:gd name="connsiteY4" fmla="*/ 1019518 h 1221162"/>
                <a:gd name="connsiteX5" fmla="*/ 1900171 w 1905657"/>
                <a:gd name="connsiteY5" fmla="*/ 1013665 h 1221162"/>
                <a:gd name="connsiteX6" fmla="*/ 1899970 w 1905657"/>
                <a:gd name="connsiteY6" fmla="*/ 1006062 h 1221162"/>
                <a:gd name="connsiteX7" fmla="*/ 1899330 w 1905657"/>
                <a:gd name="connsiteY7" fmla="*/ 1003237 h 1221162"/>
                <a:gd name="connsiteX8" fmla="*/ 1899566 w 1905657"/>
                <a:gd name="connsiteY8" fmla="*/ 998023 h 1221162"/>
                <a:gd name="connsiteX9" fmla="*/ 1899330 w 1905657"/>
                <a:gd name="connsiteY9" fmla="*/ 993246 h 1221162"/>
                <a:gd name="connsiteX10" fmla="*/ 1898253 w 1905657"/>
                <a:gd name="connsiteY10" fmla="*/ 990218 h 1221162"/>
                <a:gd name="connsiteX11" fmla="*/ 1895864 w 1905657"/>
                <a:gd name="connsiteY11" fmla="*/ 990218 h 1221162"/>
                <a:gd name="connsiteX12" fmla="*/ 1893474 w 1905657"/>
                <a:gd name="connsiteY12" fmla="*/ 987292 h 1221162"/>
                <a:gd name="connsiteX13" fmla="*/ 1893037 w 1905657"/>
                <a:gd name="connsiteY13" fmla="*/ 985004 h 1221162"/>
                <a:gd name="connsiteX14" fmla="*/ 1892162 w 1905657"/>
                <a:gd name="connsiteY14" fmla="*/ 978915 h 1221162"/>
                <a:gd name="connsiteX15" fmla="*/ 1892162 w 1905657"/>
                <a:gd name="connsiteY15" fmla="*/ 975450 h 1221162"/>
                <a:gd name="connsiteX16" fmla="*/ 1894215 w 1905657"/>
                <a:gd name="connsiteY16" fmla="*/ 973062 h 1221162"/>
                <a:gd name="connsiteX17" fmla="*/ 1895190 w 1905657"/>
                <a:gd name="connsiteY17" fmla="*/ 972423 h 1221162"/>
                <a:gd name="connsiteX18" fmla="*/ 1897378 w 1905657"/>
                <a:gd name="connsiteY18" fmla="*/ 969799 h 1221162"/>
                <a:gd name="connsiteX19" fmla="*/ 1899128 w 1905657"/>
                <a:gd name="connsiteY19" fmla="*/ 965257 h 1221162"/>
                <a:gd name="connsiteX20" fmla="*/ 1901955 w 1905657"/>
                <a:gd name="connsiteY20" fmla="*/ 960683 h 1221162"/>
                <a:gd name="connsiteX21" fmla="*/ 1905657 w 1905657"/>
                <a:gd name="connsiteY21" fmla="*/ 954796 h 1221162"/>
                <a:gd name="connsiteX22" fmla="*/ 1905455 w 1905657"/>
                <a:gd name="connsiteY22" fmla="*/ 942416 h 1221162"/>
                <a:gd name="connsiteX23" fmla="*/ 1904580 w 1905657"/>
                <a:gd name="connsiteY23" fmla="*/ 934141 h 1221162"/>
                <a:gd name="connsiteX24" fmla="*/ 1903705 w 1905657"/>
                <a:gd name="connsiteY24" fmla="*/ 929129 h 1221162"/>
                <a:gd name="connsiteX25" fmla="*/ 1901080 w 1905657"/>
                <a:gd name="connsiteY25" fmla="*/ 921190 h 1221162"/>
                <a:gd name="connsiteX26" fmla="*/ 1900003 w 1905657"/>
                <a:gd name="connsiteY26" fmla="*/ 916850 h 1221162"/>
                <a:gd name="connsiteX27" fmla="*/ 1899128 w 1905657"/>
                <a:gd name="connsiteY27" fmla="*/ 911098 h 1221162"/>
                <a:gd name="connsiteX28" fmla="*/ 1899128 w 1905657"/>
                <a:gd name="connsiteY28" fmla="*/ 908171 h 1221162"/>
                <a:gd name="connsiteX29" fmla="*/ 1900205 w 1905657"/>
                <a:gd name="connsiteY29" fmla="*/ 905009 h 1221162"/>
                <a:gd name="connsiteX30" fmla="*/ 1901719 w 1905657"/>
                <a:gd name="connsiteY30" fmla="*/ 903159 h 1221162"/>
                <a:gd name="connsiteX31" fmla="*/ 1902696 w 1905657"/>
                <a:gd name="connsiteY31" fmla="*/ 900434 h 1221162"/>
                <a:gd name="connsiteX32" fmla="*/ 1902696 w 1905657"/>
                <a:gd name="connsiteY32" fmla="*/ 896532 h 1221162"/>
                <a:gd name="connsiteX33" fmla="*/ 1903133 w 1905657"/>
                <a:gd name="connsiteY33" fmla="*/ 891856 h 1221162"/>
                <a:gd name="connsiteX34" fmla="*/ 1903470 w 1905657"/>
                <a:gd name="connsiteY34" fmla="*/ 889568 h 1221162"/>
                <a:gd name="connsiteX35" fmla="*/ 1900104 w 1905657"/>
                <a:gd name="connsiteY35" fmla="*/ 885330 h 1221162"/>
                <a:gd name="connsiteX36" fmla="*/ 1900542 w 1905657"/>
                <a:gd name="connsiteY36" fmla="*/ 880889 h 1221162"/>
                <a:gd name="connsiteX37" fmla="*/ 1901417 w 1905657"/>
                <a:gd name="connsiteY37" fmla="*/ 877727 h 1221162"/>
                <a:gd name="connsiteX38" fmla="*/ 1901517 w 1905657"/>
                <a:gd name="connsiteY38" fmla="*/ 874262 h 1221162"/>
                <a:gd name="connsiteX39" fmla="*/ 1901316 w 1905657"/>
                <a:gd name="connsiteY39" fmla="*/ 870898 h 1221162"/>
                <a:gd name="connsiteX40" fmla="*/ 1898825 w 1905657"/>
                <a:gd name="connsiteY40" fmla="*/ 868611 h 1221162"/>
                <a:gd name="connsiteX41" fmla="*/ 1897210 w 1905657"/>
                <a:gd name="connsiteY41" fmla="*/ 866021 h 1221162"/>
                <a:gd name="connsiteX42" fmla="*/ 1897849 w 1905657"/>
                <a:gd name="connsiteY42" fmla="*/ 863969 h 1221162"/>
                <a:gd name="connsiteX43" fmla="*/ 1899364 w 1905657"/>
                <a:gd name="connsiteY43" fmla="*/ 862993 h 1221162"/>
                <a:gd name="connsiteX44" fmla="*/ 1900340 w 1905657"/>
                <a:gd name="connsiteY44" fmla="*/ 862455 h 1221162"/>
                <a:gd name="connsiteX45" fmla="*/ 1902527 w 1905657"/>
                <a:gd name="connsiteY45" fmla="*/ 861479 h 1221162"/>
                <a:gd name="connsiteX46" fmla="*/ 1903503 w 1905657"/>
                <a:gd name="connsiteY46" fmla="*/ 859730 h 1221162"/>
                <a:gd name="connsiteX47" fmla="*/ 1904816 w 1905657"/>
                <a:gd name="connsiteY47" fmla="*/ 857241 h 1221162"/>
                <a:gd name="connsiteX48" fmla="*/ 1905253 w 1905657"/>
                <a:gd name="connsiteY48" fmla="*/ 855290 h 1221162"/>
                <a:gd name="connsiteX49" fmla="*/ 1904917 w 1905657"/>
                <a:gd name="connsiteY49" fmla="*/ 851387 h 1221162"/>
                <a:gd name="connsiteX50" fmla="*/ 1901753 w 1905657"/>
                <a:gd name="connsiteY50" fmla="*/ 848461 h 1221162"/>
                <a:gd name="connsiteX51" fmla="*/ 1899902 w 1905657"/>
                <a:gd name="connsiteY51" fmla="*/ 846711 h 1221162"/>
                <a:gd name="connsiteX52" fmla="*/ 1898926 w 1905657"/>
                <a:gd name="connsiteY52" fmla="*/ 844525 h 1221162"/>
                <a:gd name="connsiteX53" fmla="*/ 1897412 w 1905657"/>
                <a:gd name="connsiteY53" fmla="*/ 842137 h 1221162"/>
                <a:gd name="connsiteX54" fmla="*/ 1895022 w 1905657"/>
                <a:gd name="connsiteY54" fmla="*/ 840623 h 1221162"/>
                <a:gd name="connsiteX55" fmla="*/ 1891421 w 1905657"/>
                <a:gd name="connsiteY55" fmla="*/ 838033 h 1221162"/>
                <a:gd name="connsiteX56" fmla="*/ 1890243 w 1905657"/>
                <a:gd name="connsiteY56" fmla="*/ 836956 h 1221162"/>
                <a:gd name="connsiteX57" fmla="*/ 1889604 w 1905657"/>
                <a:gd name="connsiteY57" fmla="*/ 835980 h 1221162"/>
                <a:gd name="connsiteX58" fmla="*/ 1889806 w 1905657"/>
                <a:gd name="connsiteY58" fmla="*/ 833928 h 1221162"/>
                <a:gd name="connsiteX59" fmla="*/ 1890883 w 1905657"/>
                <a:gd name="connsiteY59" fmla="*/ 832852 h 1221162"/>
                <a:gd name="connsiteX60" fmla="*/ 1892195 w 1905657"/>
                <a:gd name="connsiteY60" fmla="*/ 830901 h 1221162"/>
                <a:gd name="connsiteX61" fmla="*/ 1892195 w 1905657"/>
                <a:gd name="connsiteY61" fmla="*/ 829488 h 1221162"/>
                <a:gd name="connsiteX62" fmla="*/ 1892195 w 1905657"/>
                <a:gd name="connsiteY62" fmla="*/ 826461 h 1221162"/>
                <a:gd name="connsiteX63" fmla="*/ 1891859 w 1905657"/>
                <a:gd name="connsiteY63" fmla="*/ 822996 h 1221162"/>
                <a:gd name="connsiteX64" fmla="*/ 1889133 w 1905657"/>
                <a:gd name="connsiteY64" fmla="*/ 821919 h 1221162"/>
                <a:gd name="connsiteX65" fmla="*/ 1887181 w 1905657"/>
                <a:gd name="connsiteY65" fmla="*/ 819194 h 1221162"/>
                <a:gd name="connsiteX66" fmla="*/ 1886979 w 1905657"/>
                <a:gd name="connsiteY66" fmla="*/ 817378 h 1221162"/>
                <a:gd name="connsiteX67" fmla="*/ 1886979 w 1905657"/>
                <a:gd name="connsiteY67" fmla="*/ 815628 h 1221162"/>
                <a:gd name="connsiteX68" fmla="*/ 1886810 w 1905657"/>
                <a:gd name="connsiteY68" fmla="*/ 813677 h 1221162"/>
                <a:gd name="connsiteX69" fmla="*/ 1885330 w 1905657"/>
                <a:gd name="connsiteY69" fmla="*/ 809439 h 1221162"/>
                <a:gd name="connsiteX70" fmla="*/ 1885330 w 1905657"/>
                <a:gd name="connsiteY70" fmla="*/ 809002 h 1221162"/>
                <a:gd name="connsiteX71" fmla="*/ 1882065 w 1905657"/>
                <a:gd name="connsiteY71" fmla="*/ 806815 h 1221162"/>
                <a:gd name="connsiteX72" fmla="*/ 1880854 w 1905657"/>
                <a:gd name="connsiteY72" fmla="*/ 806041 h 1221162"/>
                <a:gd name="connsiteX73" fmla="*/ 1879979 w 1905657"/>
                <a:gd name="connsiteY73" fmla="*/ 806041 h 1221162"/>
                <a:gd name="connsiteX74" fmla="*/ 1875536 w 1905657"/>
                <a:gd name="connsiteY74" fmla="*/ 802173 h 1221162"/>
                <a:gd name="connsiteX75" fmla="*/ 1876176 w 1905657"/>
                <a:gd name="connsiteY75" fmla="*/ 798405 h 1221162"/>
                <a:gd name="connsiteX76" fmla="*/ 1877488 w 1905657"/>
                <a:gd name="connsiteY76" fmla="*/ 795478 h 1221162"/>
                <a:gd name="connsiteX77" fmla="*/ 1879541 w 1905657"/>
                <a:gd name="connsiteY77" fmla="*/ 792316 h 1221162"/>
                <a:gd name="connsiteX78" fmla="*/ 1879104 w 1905657"/>
                <a:gd name="connsiteY78" fmla="*/ 788179 h 1221162"/>
                <a:gd name="connsiteX79" fmla="*/ 1879878 w 1905657"/>
                <a:gd name="connsiteY79" fmla="*/ 786867 h 1221162"/>
                <a:gd name="connsiteX80" fmla="*/ 1880955 w 1905657"/>
                <a:gd name="connsiteY80" fmla="*/ 786093 h 1221162"/>
                <a:gd name="connsiteX81" fmla="*/ 1883883 w 1905657"/>
                <a:gd name="connsiteY81" fmla="*/ 785857 h 1221162"/>
                <a:gd name="connsiteX82" fmla="*/ 1885498 w 1905657"/>
                <a:gd name="connsiteY82" fmla="*/ 786631 h 1221162"/>
                <a:gd name="connsiteX83" fmla="*/ 1888224 w 1905657"/>
                <a:gd name="connsiteY83" fmla="*/ 788683 h 1221162"/>
                <a:gd name="connsiteX84" fmla="*/ 1890849 w 1905657"/>
                <a:gd name="connsiteY84" fmla="*/ 790533 h 1221162"/>
                <a:gd name="connsiteX85" fmla="*/ 1891724 w 1905657"/>
                <a:gd name="connsiteY85" fmla="*/ 791711 h 1221162"/>
                <a:gd name="connsiteX86" fmla="*/ 1894652 w 1905657"/>
                <a:gd name="connsiteY86" fmla="*/ 792249 h 1221162"/>
                <a:gd name="connsiteX87" fmla="*/ 1896402 w 1905657"/>
                <a:gd name="connsiteY87" fmla="*/ 791711 h 1221162"/>
                <a:gd name="connsiteX88" fmla="*/ 1897715 w 1905657"/>
                <a:gd name="connsiteY88" fmla="*/ 789861 h 1221162"/>
                <a:gd name="connsiteX89" fmla="*/ 1899128 w 1905657"/>
                <a:gd name="connsiteY89" fmla="*/ 788683 h 1221162"/>
                <a:gd name="connsiteX90" fmla="*/ 1900542 w 1905657"/>
                <a:gd name="connsiteY90" fmla="*/ 787808 h 1221162"/>
                <a:gd name="connsiteX91" fmla="*/ 1901517 w 1905657"/>
                <a:gd name="connsiteY91" fmla="*/ 787270 h 1221162"/>
                <a:gd name="connsiteX92" fmla="*/ 1903705 w 1905657"/>
                <a:gd name="connsiteY92" fmla="*/ 785218 h 1221162"/>
                <a:gd name="connsiteX93" fmla="*/ 1904042 w 1905657"/>
                <a:gd name="connsiteY93" fmla="*/ 783805 h 1221162"/>
                <a:gd name="connsiteX94" fmla="*/ 1904378 w 1905657"/>
                <a:gd name="connsiteY94" fmla="*/ 782493 h 1221162"/>
                <a:gd name="connsiteX95" fmla="*/ 1904378 w 1905657"/>
                <a:gd name="connsiteY95" fmla="*/ 780408 h 1221162"/>
                <a:gd name="connsiteX96" fmla="*/ 1903301 w 1905657"/>
                <a:gd name="connsiteY96" fmla="*/ 778558 h 1221162"/>
                <a:gd name="connsiteX97" fmla="*/ 1899599 w 1905657"/>
                <a:gd name="connsiteY97" fmla="*/ 773680 h 1221162"/>
                <a:gd name="connsiteX98" fmla="*/ 1896974 w 1905657"/>
                <a:gd name="connsiteY98" fmla="*/ 769643 h 1221162"/>
                <a:gd name="connsiteX99" fmla="*/ 1891657 w 1905657"/>
                <a:gd name="connsiteY99" fmla="*/ 765943 h 1221162"/>
                <a:gd name="connsiteX100" fmla="*/ 1887416 w 1905657"/>
                <a:gd name="connsiteY100" fmla="*/ 761603 h 1221162"/>
                <a:gd name="connsiteX101" fmla="*/ 1884051 w 1905657"/>
                <a:gd name="connsiteY101" fmla="*/ 759316 h 1221162"/>
                <a:gd name="connsiteX102" fmla="*/ 1882974 w 1905657"/>
                <a:gd name="connsiteY102" fmla="*/ 758105 h 1221162"/>
                <a:gd name="connsiteX103" fmla="*/ 1879810 w 1905657"/>
                <a:gd name="connsiteY103" fmla="*/ 754068 h 1221162"/>
                <a:gd name="connsiteX104" fmla="*/ 1876647 w 1905657"/>
                <a:gd name="connsiteY104" fmla="*/ 750469 h 1221162"/>
                <a:gd name="connsiteX105" fmla="*/ 1874796 w 1905657"/>
                <a:gd name="connsiteY105" fmla="*/ 747643 h 1221162"/>
                <a:gd name="connsiteX106" fmla="*/ 1874796 w 1905657"/>
                <a:gd name="connsiteY106" fmla="*/ 744043 h 1221162"/>
                <a:gd name="connsiteX107" fmla="*/ 1874796 w 1905657"/>
                <a:gd name="connsiteY107" fmla="*/ 740679 h 1221162"/>
                <a:gd name="connsiteX108" fmla="*/ 1874796 w 1905657"/>
                <a:gd name="connsiteY108" fmla="*/ 739805 h 1221162"/>
                <a:gd name="connsiteX109" fmla="*/ 1872238 w 1905657"/>
                <a:gd name="connsiteY109" fmla="*/ 737618 h 1221162"/>
                <a:gd name="connsiteX110" fmla="*/ 1870454 w 1905657"/>
                <a:gd name="connsiteY110" fmla="*/ 734591 h 1221162"/>
                <a:gd name="connsiteX111" fmla="*/ 1870017 w 1905657"/>
                <a:gd name="connsiteY111" fmla="*/ 734591 h 1221162"/>
                <a:gd name="connsiteX112" fmla="*/ 1866449 w 1905657"/>
                <a:gd name="connsiteY112" fmla="*/ 732572 h 1221162"/>
                <a:gd name="connsiteX113" fmla="*/ 1867325 w 1905657"/>
                <a:gd name="connsiteY113" fmla="*/ 728704 h 1221162"/>
                <a:gd name="connsiteX114" fmla="*/ 1865709 w 1905657"/>
                <a:gd name="connsiteY114" fmla="*/ 726416 h 1221162"/>
                <a:gd name="connsiteX115" fmla="*/ 1865070 w 1905657"/>
                <a:gd name="connsiteY115" fmla="*/ 724902 h 1221162"/>
                <a:gd name="connsiteX116" fmla="*/ 1863219 w 1905657"/>
                <a:gd name="connsiteY116" fmla="*/ 722178 h 1221162"/>
                <a:gd name="connsiteX117" fmla="*/ 1862445 w 1905657"/>
                <a:gd name="connsiteY117" fmla="*/ 721202 h 1221162"/>
                <a:gd name="connsiteX118" fmla="*/ 1861031 w 1905657"/>
                <a:gd name="connsiteY118" fmla="*/ 719150 h 1221162"/>
                <a:gd name="connsiteX119" fmla="*/ 1861805 w 1905657"/>
                <a:gd name="connsiteY119" fmla="*/ 718275 h 1221162"/>
                <a:gd name="connsiteX120" fmla="*/ 1863993 w 1905657"/>
                <a:gd name="connsiteY120" fmla="*/ 717199 h 1221162"/>
                <a:gd name="connsiteX121" fmla="*/ 1865305 w 1905657"/>
                <a:gd name="connsiteY121" fmla="*/ 716122 h 1221162"/>
                <a:gd name="connsiteX122" fmla="*/ 1866180 w 1905657"/>
                <a:gd name="connsiteY122" fmla="*/ 713398 h 1221162"/>
                <a:gd name="connsiteX123" fmla="*/ 1866820 w 1905657"/>
                <a:gd name="connsiteY123" fmla="*/ 710471 h 1221162"/>
                <a:gd name="connsiteX124" fmla="*/ 1866719 w 1905657"/>
                <a:gd name="connsiteY124" fmla="*/ 706670 h 1221162"/>
                <a:gd name="connsiteX125" fmla="*/ 1866180 w 1905657"/>
                <a:gd name="connsiteY125" fmla="*/ 705358 h 1221162"/>
                <a:gd name="connsiteX126" fmla="*/ 1862478 w 1905657"/>
                <a:gd name="connsiteY126" fmla="*/ 701657 h 1221162"/>
                <a:gd name="connsiteX127" fmla="*/ 1857161 w 1905657"/>
                <a:gd name="connsiteY127" fmla="*/ 695030 h 1221162"/>
                <a:gd name="connsiteX128" fmla="*/ 1855310 w 1905657"/>
                <a:gd name="connsiteY128" fmla="*/ 691229 h 1221162"/>
                <a:gd name="connsiteX129" fmla="*/ 1854435 w 1905657"/>
                <a:gd name="connsiteY129" fmla="*/ 685813 h 1221162"/>
                <a:gd name="connsiteX130" fmla="*/ 1851507 w 1905657"/>
                <a:gd name="connsiteY130" fmla="*/ 680935 h 1221162"/>
                <a:gd name="connsiteX131" fmla="*/ 1850632 w 1905657"/>
                <a:gd name="connsiteY131" fmla="*/ 675082 h 1221162"/>
                <a:gd name="connsiteX132" fmla="*/ 1850194 w 1905657"/>
                <a:gd name="connsiteY132" fmla="*/ 669868 h 1221162"/>
                <a:gd name="connsiteX133" fmla="*/ 1849757 w 1905657"/>
                <a:gd name="connsiteY133" fmla="*/ 663241 h 1221162"/>
                <a:gd name="connsiteX134" fmla="*/ 1847165 w 1905657"/>
                <a:gd name="connsiteY134" fmla="*/ 661391 h 1221162"/>
                <a:gd name="connsiteX135" fmla="*/ 1843901 w 1905657"/>
                <a:gd name="connsiteY135" fmla="*/ 657791 h 1221162"/>
                <a:gd name="connsiteX136" fmla="*/ 1839223 w 1905657"/>
                <a:gd name="connsiteY136" fmla="*/ 654091 h 1221162"/>
                <a:gd name="connsiteX137" fmla="*/ 1838011 w 1905657"/>
                <a:gd name="connsiteY137" fmla="*/ 652678 h 1221162"/>
                <a:gd name="connsiteX138" fmla="*/ 1832155 w 1905657"/>
                <a:gd name="connsiteY138" fmla="*/ 651366 h 1221162"/>
                <a:gd name="connsiteX139" fmla="*/ 1827477 w 1905657"/>
                <a:gd name="connsiteY139" fmla="*/ 651265 h 1221162"/>
                <a:gd name="connsiteX140" fmla="*/ 1825862 w 1905657"/>
                <a:gd name="connsiteY140" fmla="*/ 648675 h 1221162"/>
                <a:gd name="connsiteX141" fmla="*/ 1825223 w 1905657"/>
                <a:gd name="connsiteY141" fmla="*/ 647800 h 1221162"/>
                <a:gd name="connsiteX142" fmla="*/ 1821857 w 1905657"/>
                <a:gd name="connsiteY142" fmla="*/ 646051 h 1221162"/>
                <a:gd name="connsiteX143" fmla="*/ 1817179 w 1905657"/>
                <a:gd name="connsiteY143" fmla="*/ 643225 h 1221162"/>
                <a:gd name="connsiteX144" fmla="*/ 1811862 w 1905657"/>
                <a:gd name="connsiteY144" fmla="*/ 639962 h 1221162"/>
                <a:gd name="connsiteX145" fmla="*/ 1808160 w 1905657"/>
                <a:gd name="connsiteY145" fmla="*/ 641005 h 1221162"/>
                <a:gd name="connsiteX146" fmla="*/ 1804592 w 1905657"/>
                <a:gd name="connsiteY146" fmla="*/ 642519 h 1221162"/>
                <a:gd name="connsiteX147" fmla="*/ 1800015 w 1905657"/>
                <a:gd name="connsiteY147" fmla="*/ 643024 h 1221162"/>
                <a:gd name="connsiteX148" fmla="*/ 1796179 w 1905657"/>
                <a:gd name="connsiteY148" fmla="*/ 642956 h 1221162"/>
                <a:gd name="connsiteX149" fmla="*/ 1792477 w 1905657"/>
                <a:gd name="connsiteY149" fmla="*/ 641072 h 1221162"/>
                <a:gd name="connsiteX150" fmla="*/ 1789650 w 1905657"/>
                <a:gd name="connsiteY150" fmla="*/ 639559 h 1221162"/>
                <a:gd name="connsiteX151" fmla="*/ 1785948 w 1905657"/>
                <a:gd name="connsiteY151" fmla="*/ 636968 h 1221162"/>
                <a:gd name="connsiteX152" fmla="*/ 1784130 w 1905657"/>
                <a:gd name="connsiteY152" fmla="*/ 635791 h 1221162"/>
                <a:gd name="connsiteX153" fmla="*/ 1778712 w 1905657"/>
                <a:gd name="connsiteY153" fmla="*/ 634782 h 1221162"/>
                <a:gd name="connsiteX154" fmla="*/ 1776188 w 1905657"/>
                <a:gd name="connsiteY154" fmla="*/ 635791 h 1221162"/>
                <a:gd name="connsiteX155" fmla="*/ 1773058 w 1905657"/>
                <a:gd name="connsiteY155" fmla="*/ 638045 h 1221162"/>
                <a:gd name="connsiteX156" fmla="*/ 1771039 w 1905657"/>
                <a:gd name="connsiteY156" fmla="*/ 640871 h 1221162"/>
                <a:gd name="connsiteX157" fmla="*/ 1769726 w 1905657"/>
                <a:gd name="connsiteY157" fmla="*/ 642754 h 1221162"/>
                <a:gd name="connsiteX158" fmla="*/ 1770096 w 1905657"/>
                <a:gd name="connsiteY158" fmla="*/ 646017 h 1221162"/>
                <a:gd name="connsiteX159" fmla="*/ 1771106 w 1905657"/>
                <a:gd name="connsiteY159" fmla="*/ 647262 h 1221162"/>
                <a:gd name="connsiteX160" fmla="*/ 1773798 w 1905657"/>
                <a:gd name="connsiteY160" fmla="*/ 650391 h 1221162"/>
                <a:gd name="connsiteX161" fmla="*/ 1774101 w 1905657"/>
                <a:gd name="connsiteY161" fmla="*/ 652712 h 1221162"/>
                <a:gd name="connsiteX162" fmla="*/ 1773664 w 1905657"/>
                <a:gd name="connsiteY162" fmla="*/ 653351 h 1221162"/>
                <a:gd name="connsiteX163" fmla="*/ 1772520 w 1905657"/>
                <a:gd name="connsiteY163" fmla="*/ 654495 h 1221162"/>
                <a:gd name="connsiteX164" fmla="*/ 1772587 w 1905657"/>
                <a:gd name="connsiteY164" fmla="*/ 655302 h 1221162"/>
                <a:gd name="connsiteX165" fmla="*/ 1774101 w 1905657"/>
                <a:gd name="connsiteY165" fmla="*/ 657690 h 1221162"/>
                <a:gd name="connsiteX166" fmla="*/ 1773294 w 1905657"/>
                <a:gd name="connsiteY166" fmla="*/ 660449 h 1221162"/>
                <a:gd name="connsiteX167" fmla="*/ 1771544 w 1905657"/>
                <a:gd name="connsiteY167" fmla="*/ 661458 h 1221162"/>
                <a:gd name="connsiteX168" fmla="*/ 1768077 w 1905657"/>
                <a:gd name="connsiteY168" fmla="*/ 664216 h 1221162"/>
                <a:gd name="connsiteX169" fmla="*/ 1764611 w 1905657"/>
                <a:gd name="connsiteY169" fmla="*/ 667110 h 1221162"/>
                <a:gd name="connsiteX170" fmla="*/ 1762591 w 1905657"/>
                <a:gd name="connsiteY170" fmla="*/ 669128 h 1221162"/>
                <a:gd name="connsiteX171" fmla="*/ 1761010 w 1905657"/>
                <a:gd name="connsiteY171" fmla="*/ 672593 h 1221162"/>
                <a:gd name="connsiteX172" fmla="*/ 1760135 w 1905657"/>
                <a:gd name="connsiteY172" fmla="*/ 674611 h 1221162"/>
                <a:gd name="connsiteX173" fmla="*/ 1760135 w 1905657"/>
                <a:gd name="connsiteY173" fmla="*/ 678513 h 1221162"/>
                <a:gd name="connsiteX174" fmla="*/ 1759327 w 1905657"/>
                <a:gd name="connsiteY174" fmla="*/ 681642 h 1221162"/>
                <a:gd name="connsiteX175" fmla="*/ 1756567 w 1905657"/>
                <a:gd name="connsiteY175" fmla="*/ 685039 h 1221162"/>
                <a:gd name="connsiteX176" fmla="*/ 1755322 w 1905657"/>
                <a:gd name="connsiteY176" fmla="*/ 684468 h 1221162"/>
                <a:gd name="connsiteX177" fmla="*/ 1753067 w 1905657"/>
                <a:gd name="connsiteY177" fmla="*/ 682281 h 1221162"/>
                <a:gd name="connsiteX178" fmla="*/ 1751822 w 1905657"/>
                <a:gd name="connsiteY178" fmla="*/ 682416 h 1221162"/>
                <a:gd name="connsiteX179" fmla="*/ 1750173 w 1905657"/>
                <a:gd name="connsiteY179" fmla="*/ 684165 h 1221162"/>
                <a:gd name="connsiteX180" fmla="*/ 1750678 w 1905657"/>
                <a:gd name="connsiteY180" fmla="*/ 688000 h 1221162"/>
                <a:gd name="connsiteX181" fmla="*/ 1750307 w 1905657"/>
                <a:gd name="connsiteY181" fmla="*/ 690085 h 1221162"/>
                <a:gd name="connsiteX182" fmla="*/ 1743846 w 1905657"/>
                <a:gd name="connsiteY182" fmla="*/ 690287 h 1221162"/>
                <a:gd name="connsiteX183" fmla="*/ 1740009 w 1905657"/>
                <a:gd name="connsiteY183" fmla="*/ 688706 h 1221162"/>
                <a:gd name="connsiteX184" fmla="*/ 1737754 w 1905657"/>
                <a:gd name="connsiteY184" fmla="*/ 686318 h 1221162"/>
                <a:gd name="connsiteX185" fmla="*/ 1733850 w 1905657"/>
                <a:gd name="connsiteY185" fmla="*/ 684434 h 1221162"/>
                <a:gd name="connsiteX186" fmla="*/ 1732706 w 1905657"/>
                <a:gd name="connsiteY186" fmla="*/ 683357 h 1221162"/>
                <a:gd name="connsiteX187" fmla="*/ 1729812 w 1905657"/>
                <a:gd name="connsiteY187" fmla="*/ 683156 h 1221162"/>
                <a:gd name="connsiteX188" fmla="*/ 1728567 w 1905657"/>
                <a:gd name="connsiteY188" fmla="*/ 684232 h 1221162"/>
                <a:gd name="connsiteX189" fmla="*/ 1726682 w 1905657"/>
                <a:gd name="connsiteY189" fmla="*/ 686486 h 1221162"/>
                <a:gd name="connsiteX190" fmla="*/ 1725605 w 1905657"/>
                <a:gd name="connsiteY190" fmla="*/ 688740 h 1221162"/>
                <a:gd name="connsiteX191" fmla="*/ 1721701 w 1905657"/>
                <a:gd name="connsiteY191" fmla="*/ 689480 h 1221162"/>
                <a:gd name="connsiteX192" fmla="*/ 1717797 w 1905657"/>
                <a:gd name="connsiteY192" fmla="*/ 688033 h 1221162"/>
                <a:gd name="connsiteX193" fmla="*/ 1713389 w 1905657"/>
                <a:gd name="connsiteY193" fmla="*/ 686351 h 1221162"/>
                <a:gd name="connsiteX194" fmla="*/ 1709047 w 1905657"/>
                <a:gd name="connsiteY194" fmla="*/ 684905 h 1221162"/>
                <a:gd name="connsiteX195" fmla="*/ 1707970 w 1905657"/>
                <a:gd name="connsiteY195" fmla="*/ 687495 h 1221162"/>
                <a:gd name="connsiteX196" fmla="*/ 1704504 w 1905657"/>
                <a:gd name="connsiteY196" fmla="*/ 691700 h 1221162"/>
                <a:gd name="connsiteX197" fmla="*/ 1704806 w 1905657"/>
                <a:gd name="connsiteY197" fmla="*/ 694391 h 1221162"/>
                <a:gd name="connsiteX198" fmla="*/ 1707331 w 1905657"/>
                <a:gd name="connsiteY198" fmla="*/ 697722 h 1221162"/>
                <a:gd name="connsiteX199" fmla="*/ 1708071 w 1905657"/>
                <a:gd name="connsiteY199" fmla="*/ 701186 h 1221162"/>
                <a:gd name="connsiteX200" fmla="*/ 1707432 w 1905657"/>
                <a:gd name="connsiteY200" fmla="*/ 702868 h 1221162"/>
                <a:gd name="connsiteX201" fmla="*/ 1703965 w 1905657"/>
                <a:gd name="connsiteY201" fmla="*/ 706131 h 1221162"/>
                <a:gd name="connsiteX202" fmla="*/ 1703393 w 1905657"/>
                <a:gd name="connsiteY202" fmla="*/ 708587 h 1221162"/>
                <a:gd name="connsiteX203" fmla="*/ 1703595 w 1905657"/>
                <a:gd name="connsiteY203" fmla="*/ 711480 h 1221162"/>
                <a:gd name="connsiteX204" fmla="*/ 1706725 w 1905657"/>
                <a:gd name="connsiteY204" fmla="*/ 714239 h 1221162"/>
                <a:gd name="connsiteX205" fmla="*/ 1710023 w 1905657"/>
                <a:gd name="connsiteY205" fmla="*/ 717165 h 1221162"/>
                <a:gd name="connsiteX206" fmla="*/ 1711941 w 1905657"/>
                <a:gd name="connsiteY206" fmla="*/ 721505 h 1221162"/>
                <a:gd name="connsiteX207" fmla="*/ 1710158 w 1905657"/>
                <a:gd name="connsiteY207" fmla="*/ 724095 h 1221162"/>
                <a:gd name="connsiteX208" fmla="*/ 1707263 w 1905657"/>
                <a:gd name="connsiteY208" fmla="*/ 726315 h 1221162"/>
                <a:gd name="connsiteX209" fmla="*/ 1702518 w 1905657"/>
                <a:gd name="connsiteY209" fmla="*/ 724566 h 1221162"/>
                <a:gd name="connsiteX210" fmla="*/ 1700229 w 1905657"/>
                <a:gd name="connsiteY210" fmla="*/ 723489 h 1221162"/>
                <a:gd name="connsiteX211" fmla="*/ 1697907 w 1905657"/>
                <a:gd name="connsiteY211" fmla="*/ 721538 h 1221162"/>
                <a:gd name="connsiteX212" fmla="*/ 1695451 w 1905657"/>
                <a:gd name="connsiteY212" fmla="*/ 719957 h 1221162"/>
                <a:gd name="connsiteX213" fmla="*/ 1692523 w 1905657"/>
                <a:gd name="connsiteY213" fmla="*/ 717334 h 1221162"/>
                <a:gd name="connsiteX214" fmla="*/ 1689797 w 1905657"/>
                <a:gd name="connsiteY214" fmla="*/ 716963 h 1221162"/>
                <a:gd name="connsiteX215" fmla="*/ 1688047 w 1905657"/>
                <a:gd name="connsiteY215" fmla="*/ 715719 h 1221162"/>
                <a:gd name="connsiteX216" fmla="*/ 1683032 w 1905657"/>
                <a:gd name="connsiteY216" fmla="*/ 715012 h 1221162"/>
                <a:gd name="connsiteX217" fmla="*/ 1679767 w 1905657"/>
                <a:gd name="connsiteY217" fmla="*/ 712288 h 1221162"/>
                <a:gd name="connsiteX218" fmla="*/ 1677210 w 1905657"/>
                <a:gd name="connsiteY218" fmla="*/ 707511 h 1221162"/>
                <a:gd name="connsiteX219" fmla="*/ 1675258 w 1905657"/>
                <a:gd name="connsiteY219" fmla="*/ 704348 h 1221162"/>
                <a:gd name="connsiteX220" fmla="*/ 1670378 w 1905657"/>
                <a:gd name="connsiteY220" fmla="*/ 700177 h 1221162"/>
                <a:gd name="connsiteX221" fmla="*/ 1667618 w 1905657"/>
                <a:gd name="connsiteY221" fmla="*/ 697183 h 1221162"/>
                <a:gd name="connsiteX222" fmla="*/ 1666137 w 1905657"/>
                <a:gd name="connsiteY222" fmla="*/ 695602 h 1221162"/>
                <a:gd name="connsiteX223" fmla="*/ 1662940 w 1905657"/>
                <a:gd name="connsiteY223" fmla="*/ 693685 h 1221162"/>
                <a:gd name="connsiteX224" fmla="*/ 1661157 w 1905657"/>
                <a:gd name="connsiteY224" fmla="*/ 693416 h 1221162"/>
                <a:gd name="connsiteX225" fmla="*/ 1659373 w 1905657"/>
                <a:gd name="connsiteY225" fmla="*/ 693584 h 1221162"/>
                <a:gd name="connsiteX226" fmla="*/ 1656108 w 1905657"/>
                <a:gd name="connsiteY226" fmla="*/ 694492 h 1221162"/>
                <a:gd name="connsiteX227" fmla="*/ 1653786 w 1905657"/>
                <a:gd name="connsiteY227" fmla="*/ 696174 h 1221162"/>
                <a:gd name="connsiteX228" fmla="*/ 1651228 w 1905657"/>
                <a:gd name="connsiteY228" fmla="*/ 698832 h 1221162"/>
                <a:gd name="connsiteX229" fmla="*/ 1649344 w 1905657"/>
                <a:gd name="connsiteY229" fmla="*/ 700783 h 1221162"/>
                <a:gd name="connsiteX230" fmla="*/ 1647863 w 1905657"/>
                <a:gd name="connsiteY230" fmla="*/ 703507 h 1221162"/>
                <a:gd name="connsiteX231" fmla="*/ 1647762 w 1905657"/>
                <a:gd name="connsiteY231" fmla="*/ 704651 h 1221162"/>
                <a:gd name="connsiteX232" fmla="*/ 1648906 w 1905657"/>
                <a:gd name="connsiteY232" fmla="*/ 707914 h 1221162"/>
                <a:gd name="connsiteX233" fmla="*/ 1650252 w 1905657"/>
                <a:gd name="connsiteY233" fmla="*/ 709697 h 1221162"/>
                <a:gd name="connsiteX234" fmla="*/ 1651565 w 1905657"/>
                <a:gd name="connsiteY234" fmla="*/ 711144 h 1221162"/>
                <a:gd name="connsiteX235" fmla="*/ 1652978 w 1905657"/>
                <a:gd name="connsiteY235" fmla="*/ 713229 h 1221162"/>
                <a:gd name="connsiteX236" fmla="*/ 1654931 w 1905657"/>
                <a:gd name="connsiteY236" fmla="*/ 716425 h 1221162"/>
                <a:gd name="connsiteX237" fmla="*/ 1655974 w 1905657"/>
                <a:gd name="connsiteY237" fmla="*/ 718040 h 1221162"/>
                <a:gd name="connsiteX238" fmla="*/ 1656781 w 1905657"/>
                <a:gd name="connsiteY238" fmla="*/ 720529 h 1221162"/>
                <a:gd name="connsiteX239" fmla="*/ 1657387 w 1905657"/>
                <a:gd name="connsiteY239" fmla="*/ 722716 h 1221162"/>
                <a:gd name="connsiteX240" fmla="*/ 1657993 w 1905657"/>
                <a:gd name="connsiteY240" fmla="*/ 723960 h 1221162"/>
                <a:gd name="connsiteX241" fmla="*/ 1658767 w 1905657"/>
                <a:gd name="connsiteY241" fmla="*/ 726248 h 1221162"/>
                <a:gd name="connsiteX242" fmla="*/ 1659036 w 1905657"/>
                <a:gd name="connsiteY242" fmla="*/ 729276 h 1221162"/>
                <a:gd name="connsiteX243" fmla="*/ 1659036 w 1905657"/>
                <a:gd name="connsiteY243" fmla="*/ 731664 h 1221162"/>
                <a:gd name="connsiteX244" fmla="*/ 1658229 w 1905657"/>
                <a:gd name="connsiteY244" fmla="*/ 733178 h 1221162"/>
                <a:gd name="connsiteX245" fmla="*/ 1653281 w 1905657"/>
                <a:gd name="connsiteY245" fmla="*/ 732740 h 1221162"/>
                <a:gd name="connsiteX246" fmla="*/ 1650892 w 1905657"/>
                <a:gd name="connsiteY246" fmla="*/ 732740 h 1221162"/>
                <a:gd name="connsiteX247" fmla="*/ 1649276 w 1905657"/>
                <a:gd name="connsiteY247" fmla="*/ 732370 h 1221162"/>
                <a:gd name="connsiteX248" fmla="*/ 1647223 w 1905657"/>
                <a:gd name="connsiteY248" fmla="*/ 729545 h 1221162"/>
                <a:gd name="connsiteX249" fmla="*/ 1645978 w 1905657"/>
                <a:gd name="connsiteY249" fmla="*/ 727964 h 1221162"/>
                <a:gd name="connsiteX250" fmla="*/ 1645474 w 1905657"/>
                <a:gd name="connsiteY250" fmla="*/ 726652 h 1221162"/>
                <a:gd name="connsiteX251" fmla="*/ 1645474 w 1905657"/>
                <a:gd name="connsiteY251" fmla="*/ 725407 h 1221162"/>
                <a:gd name="connsiteX252" fmla="*/ 1645978 w 1905657"/>
                <a:gd name="connsiteY252" fmla="*/ 721505 h 1221162"/>
                <a:gd name="connsiteX253" fmla="*/ 1645036 w 1905657"/>
                <a:gd name="connsiteY253" fmla="*/ 719991 h 1221162"/>
                <a:gd name="connsiteX254" fmla="*/ 1641771 w 1905657"/>
                <a:gd name="connsiteY254" fmla="*/ 718376 h 1221162"/>
                <a:gd name="connsiteX255" fmla="*/ 1635747 w 1905657"/>
                <a:gd name="connsiteY255" fmla="*/ 715349 h 1221162"/>
                <a:gd name="connsiteX256" fmla="*/ 1633492 w 1905657"/>
                <a:gd name="connsiteY256" fmla="*/ 712893 h 1221162"/>
                <a:gd name="connsiteX257" fmla="*/ 1631103 w 1905657"/>
                <a:gd name="connsiteY257" fmla="*/ 711076 h 1221162"/>
                <a:gd name="connsiteX258" fmla="*/ 1627334 w 1905657"/>
                <a:gd name="connsiteY258" fmla="*/ 709193 h 1221162"/>
                <a:gd name="connsiteX259" fmla="*/ 1626189 w 1905657"/>
                <a:gd name="connsiteY259" fmla="*/ 709125 h 1221162"/>
                <a:gd name="connsiteX260" fmla="*/ 1624507 w 1905657"/>
                <a:gd name="connsiteY260" fmla="*/ 711076 h 1221162"/>
                <a:gd name="connsiteX261" fmla="*/ 1622689 w 1905657"/>
                <a:gd name="connsiteY261" fmla="*/ 710942 h 1221162"/>
                <a:gd name="connsiteX262" fmla="*/ 1621545 w 1905657"/>
                <a:gd name="connsiteY262" fmla="*/ 709933 h 1221162"/>
                <a:gd name="connsiteX263" fmla="*/ 1620300 w 1905657"/>
                <a:gd name="connsiteY263" fmla="*/ 709865 h 1221162"/>
                <a:gd name="connsiteX264" fmla="*/ 1618516 w 1905657"/>
                <a:gd name="connsiteY264" fmla="*/ 710168 h 1221162"/>
                <a:gd name="connsiteX265" fmla="*/ 1616699 w 1905657"/>
                <a:gd name="connsiteY265" fmla="*/ 710168 h 1221162"/>
                <a:gd name="connsiteX266" fmla="*/ 1615824 w 1905657"/>
                <a:gd name="connsiteY266" fmla="*/ 711110 h 1221162"/>
                <a:gd name="connsiteX267" fmla="*/ 1615016 w 1905657"/>
                <a:gd name="connsiteY267" fmla="*/ 712624 h 1221162"/>
                <a:gd name="connsiteX268" fmla="*/ 1613569 w 1905657"/>
                <a:gd name="connsiteY268" fmla="*/ 713768 h 1221162"/>
                <a:gd name="connsiteX269" fmla="*/ 1611684 w 1905657"/>
                <a:gd name="connsiteY269" fmla="*/ 713768 h 1221162"/>
                <a:gd name="connsiteX270" fmla="*/ 1610742 w 1905657"/>
                <a:gd name="connsiteY270" fmla="*/ 713061 h 1221162"/>
                <a:gd name="connsiteX271" fmla="*/ 1610103 w 1905657"/>
                <a:gd name="connsiteY271" fmla="*/ 711917 h 1221162"/>
                <a:gd name="connsiteX272" fmla="*/ 1610103 w 1905657"/>
                <a:gd name="connsiteY272" fmla="*/ 710471 h 1221162"/>
                <a:gd name="connsiteX273" fmla="*/ 1609295 w 1905657"/>
                <a:gd name="connsiteY273" fmla="*/ 707881 h 1221162"/>
                <a:gd name="connsiteX274" fmla="*/ 1608285 w 1905657"/>
                <a:gd name="connsiteY274" fmla="*/ 706300 h 1221162"/>
                <a:gd name="connsiteX275" fmla="*/ 1606098 w 1905657"/>
                <a:gd name="connsiteY275" fmla="*/ 704853 h 1221162"/>
                <a:gd name="connsiteX276" fmla="*/ 1604583 w 1905657"/>
                <a:gd name="connsiteY276" fmla="*/ 704281 h 1221162"/>
                <a:gd name="connsiteX277" fmla="*/ 1603708 w 1905657"/>
                <a:gd name="connsiteY277" fmla="*/ 702398 h 1221162"/>
                <a:gd name="connsiteX278" fmla="*/ 1603708 w 1905657"/>
                <a:gd name="connsiteY278" fmla="*/ 702465 h 1221162"/>
                <a:gd name="connsiteX279" fmla="*/ 1601958 w 1905657"/>
                <a:gd name="connsiteY279" fmla="*/ 700648 h 1221162"/>
                <a:gd name="connsiteX280" fmla="*/ 1601958 w 1905657"/>
                <a:gd name="connsiteY280" fmla="*/ 699908 h 1221162"/>
                <a:gd name="connsiteX281" fmla="*/ 1601622 w 1905657"/>
                <a:gd name="connsiteY281" fmla="*/ 698663 h 1221162"/>
                <a:gd name="connsiteX282" fmla="*/ 1599703 w 1905657"/>
                <a:gd name="connsiteY282" fmla="*/ 698428 h 1221162"/>
                <a:gd name="connsiteX283" fmla="*/ 1598761 w 1905657"/>
                <a:gd name="connsiteY283" fmla="*/ 698361 h 1221162"/>
                <a:gd name="connsiteX284" fmla="*/ 1597953 w 1905657"/>
                <a:gd name="connsiteY284" fmla="*/ 698798 h 1221162"/>
                <a:gd name="connsiteX285" fmla="*/ 1597011 w 1905657"/>
                <a:gd name="connsiteY285" fmla="*/ 699605 h 1221162"/>
                <a:gd name="connsiteX286" fmla="*/ 1596371 w 1905657"/>
                <a:gd name="connsiteY286" fmla="*/ 700177 h 1221162"/>
                <a:gd name="connsiteX287" fmla="*/ 1593915 w 1905657"/>
                <a:gd name="connsiteY287" fmla="*/ 701489 h 1221162"/>
                <a:gd name="connsiteX288" fmla="*/ 1592400 w 1905657"/>
                <a:gd name="connsiteY288" fmla="*/ 701489 h 1221162"/>
                <a:gd name="connsiteX289" fmla="*/ 1590448 w 1905657"/>
                <a:gd name="connsiteY289" fmla="*/ 701489 h 1221162"/>
                <a:gd name="connsiteX290" fmla="*/ 1588126 w 1905657"/>
                <a:gd name="connsiteY290" fmla="*/ 700985 h 1221162"/>
                <a:gd name="connsiteX291" fmla="*/ 1585366 w 1905657"/>
                <a:gd name="connsiteY291" fmla="*/ 699034 h 1221162"/>
                <a:gd name="connsiteX292" fmla="*/ 1584222 w 1905657"/>
                <a:gd name="connsiteY292" fmla="*/ 698226 h 1221162"/>
                <a:gd name="connsiteX293" fmla="*/ 1582472 w 1905657"/>
                <a:gd name="connsiteY293" fmla="*/ 695838 h 1221162"/>
                <a:gd name="connsiteX294" fmla="*/ 1581900 w 1905657"/>
                <a:gd name="connsiteY294" fmla="*/ 692810 h 1221162"/>
                <a:gd name="connsiteX295" fmla="*/ 1581597 w 1905657"/>
                <a:gd name="connsiteY295" fmla="*/ 691296 h 1221162"/>
                <a:gd name="connsiteX296" fmla="*/ 1580217 w 1905657"/>
                <a:gd name="connsiteY296" fmla="*/ 687966 h 1221162"/>
                <a:gd name="connsiteX297" fmla="*/ 1579342 w 1905657"/>
                <a:gd name="connsiteY297" fmla="*/ 685948 h 1221162"/>
                <a:gd name="connsiteX298" fmla="*/ 1578972 w 1905657"/>
                <a:gd name="connsiteY298" fmla="*/ 683492 h 1221162"/>
                <a:gd name="connsiteX299" fmla="*/ 1578333 w 1905657"/>
                <a:gd name="connsiteY299" fmla="*/ 682483 h 1221162"/>
                <a:gd name="connsiteX300" fmla="*/ 1576583 w 1905657"/>
                <a:gd name="connsiteY300" fmla="*/ 679354 h 1221162"/>
                <a:gd name="connsiteX301" fmla="*/ 1575842 w 1905657"/>
                <a:gd name="connsiteY301" fmla="*/ 678042 h 1221162"/>
                <a:gd name="connsiteX302" fmla="*/ 1575842 w 1905657"/>
                <a:gd name="connsiteY302" fmla="*/ 675957 h 1221162"/>
                <a:gd name="connsiteX303" fmla="*/ 1576684 w 1905657"/>
                <a:gd name="connsiteY303" fmla="*/ 674006 h 1221162"/>
                <a:gd name="connsiteX304" fmla="*/ 1577357 w 1905657"/>
                <a:gd name="connsiteY304" fmla="*/ 672189 h 1221162"/>
                <a:gd name="connsiteX305" fmla="*/ 1579241 w 1905657"/>
                <a:gd name="connsiteY305" fmla="*/ 671617 h 1221162"/>
                <a:gd name="connsiteX306" fmla="*/ 1581563 w 1905657"/>
                <a:gd name="connsiteY306" fmla="*/ 670608 h 1221162"/>
                <a:gd name="connsiteX307" fmla="*/ 1581866 w 1905657"/>
                <a:gd name="connsiteY307" fmla="*/ 667480 h 1221162"/>
                <a:gd name="connsiteX308" fmla="*/ 1582438 w 1905657"/>
                <a:gd name="connsiteY308" fmla="*/ 666168 h 1221162"/>
                <a:gd name="connsiteX309" fmla="*/ 1582001 w 1905657"/>
                <a:gd name="connsiteY309" fmla="*/ 661828 h 1221162"/>
                <a:gd name="connsiteX310" fmla="*/ 1582001 w 1905657"/>
                <a:gd name="connsiteY310" fmla="*/ 657421 h 1221162"/>
                <a:gd name="connsiteX311" fmla="*/ 1580756 w 1905657"/>
                <a:gd name="connsiteY311" fmla="*/ 655470 h 1221162"/>
                <a:gd name="connsiteX312" fmla="*/ 1578299 w 1905657"/>
                <a:gd name="connsiteY312" fmla="*/ 652510 h 1221162"/>
                <a:gd name="connsiteX313" fmla="*/ 1577222 w 1905657"/>
                <a:gd name="connsiteY313" fmla="*/ 650693 h 1221162"/>
                <a:gd name="connsiteX314" fmla="*/ 1575977 w 1905657"/>
                <a:gd name="connsiteY314" fmla="*/ 647868 h 1221162"/>
                <a:gd name="connsiteX315" fmla="*/ 1575337 w 1905657"/>
                <a:gd name="connsiteY315" fmla="*/ 645681 h 1221162"/>
                <a:gd name="connsiteX316" fmla="*/ 1573587 w 1905657"/>
                <a:gd name="connsiteY316" fmla="*/ 643663 h 1221162"/>
                <a:gd name="connsiteX317" fmla="*/ 1572208 w 1905657"/>
                <a:gd name="connsiteY317" fmla="*/ 642586 h 1221162"/>
                <a:gd name="connsiteX318" fmla="*/ 1570693 w 1905657"/>
                <a:gd name="connsiteY318" fmla="*/ 642586 h 1221162"/>
                <a:gd name="connsiteX319" fmla="*/ 1568371 w 1905657"/>
                <a:gd name="connsiteY319" fmla="*/ 641846 h 1221162"/>
                <a:gd name="connsiteX320" fmla="*/ 1566621 w 1905657"/>
                <a:gd name="connsiteY320" fmla="*/ 641039 h 1221162"/>
                <a:gd name="connsiteX321" fmla="*/ 1565174 w 1905657"/>
                <a:gd name="connsiteY321" fmla="*/ 640467 h 1221162"/>
                <a:gd name="connsiteX322" fmla="*/ 1562784 w 1905657"/>
                <a:gd name="connsiteY322" fmla="*/ 639828 h 1221162"/>
                <a:gd name="connsiteX323" fmla="*/ 1560260 w 1905657"/>
                <a:gd name="connsiteY323" fmla="*/ 639323 h 1221162"/>
                <a:gd name="connsiteX324" fmla="*/ 1558746 w 1905657"/>
                <a:gd name="connsiteY324" fmla="*/ 639390 h 1221162"/>
                <a:gd name="connsiteX325" fmla="*/ 1556659 w 1905657"/>
                <a:gd name="connsiteY325" fmla="*/ 639828 h 1221162"/>
                <a:gd name="connsiteX326" fmla="*/ 1555650 w 1905657"/>
                <a:gd name="connsiteY326" fmla="*/ 639828 h 1221162"/>
                <a:gd name="connsiteX327" fmla="*/ 1554943 w 1905657"/>
                <a:gd name="connsiteY327" fmla="*/ 638516 h 1221162"/>
                <a:gd name="connsiteX328" fmla="*/ 1553697 w 1905657"/>
                <a:gd name="connsiteY328" fmla="*/ 636565 h 1221162"/>
                <a:gd name="connsiteX329" fmla="*/ 1552890 w 1905657"/>
                <a:gd name="connsiteY329" fmla="*/ 634614 h 1221162"/>
                <a:gd name="connsiteX330" fmla="*/ 1549861 w 1905657"/>
                <a:gd name="connsiteY330" fmla="*/ 629130 h 1221162"/>
                <a:gd name="connsiteX331" fmla="*/ 1548986 w 1905657"/>
                <a:gd name="connsiteY331" fmla="*/ 628323 h 1221162"/>
                <a:gd name="connsiteX332" fmla="*/ 1546731 w 1905657"/>
                <a:gd name="connsiteY332" fmla="*/ 629030 h 1221162"/>
                <a:gd name="connsiteX333" fmla="*/ 1543971 w 1905657"/>
                <a:gd name="connsiteY333" fmla="*/ 629030 h 1221162"/>
                <a:gd name="connsiteX334" fmla="*/ 1542019 w 1905657"/>
                <a:gd name="connsiteY334" fmla="*/ 628592 h 1221162"/>
                <a:gd name="connsiteX335" fmla="*/ 1541077 w 1905657"/>
                <a:gd name="connsiteY335" fmla="*/ 624017 h 1221162"/>
                <a:gd name="connsiteX336" fmla="*/ 1540572 w 1905657"/>
                <a:gd name="connsiteY336" fmla="*/ 620687 h 1221162"/>
                <a:gd name="connsiteX337" fmla="*/ 1538687 w 1905657"/>
                <a:gd name="connsiteY337" fmla="*/ 617054 h 1221162"/>
                <a:gd name="connsiteX338" fmla="*/ 1537610 w 1905657"/>
                <a:gd name="connsiteY338" fmla="*/ 614094 h 1221162"/>
                <a:gd name="connsiteX339" fmla="*/ 1534481 w 1905657"/>
                <a:gd name="connsiteY339" fmla="*/ 608812 h 1221162"/>
                <a:gd name="connsiteX340" fmla="*/ 1533471 w 1905657"/>
                <a:gd name="connsiteY340" fmla="*/ 605784 h 1221162"/>
                <a:gd name="connsiteX341" fmla="*/ 1531149 w 1905657"/>
                <a:gd name="connsiteY341" fmla="*/ 603396 h 1221162"/>
                <a:gd name="connsiteX342" fmla="*/ 1528322 w 1905657"/>
                <a:gd name="connsiteY342" fmla="*/ 601445 h 1221162"/>
                <a:gd name="connsiteX343" fmla="*/ 1526875 w 1905657"/>
                <a:gd name="connsiteY343" fmla="*/ 600436 h 1221162"/>
                <a:gd name="connsiteX344" fmla="*/ 1523543 w 1905657"/>
                <a:gd name="connsiteY344" fmla="*/ 597610 h 1221162"/>
                <a:gd name="connsiteX345" fmla="*/ 1521726 w 1905657"/>
                <a:gd name="connsiteY345" fmla="*/ 596096 h 1221162"/>
                <a:gd name="connsiteX346" fmla="*/ 1520716 w 1905657"/>
                <a:gd name="connsiteY346" fmla="*/ 594650 h 1221162"/>
                <a:gd name="connsiteX347" fmla="*/ 1519134 w 1905657"/>
                <a:gd name="connsiteY347" fmla="*/ 592329 h 1221162"/>
                <a:gd name="connsiteX348" fmla="*/ 1517182 w 1905657"/>
                <a:gd name="connsiteY348" fmla="*/ 591319 h 1221162"/>
                <a:gd name="connsiteX349" fmla="*/ 1514793 w 1905657"/>
                <a:gd name="connsiteY349" fmla="*/ 589570 h 1221162"/>
                <a:gd name="connsiteX350" fmla="*/ 1513413 w 1905657"/>
                <a:gd name="connsiteY350" fmla="*/ 589066 h 1221162"/>
                <a:gd name="connsiteX351" fmla="*/ 1511831 w 1905657"/>
                <a:gd name="connsiteY351" fmla="*/ 588998 h 1221162"/>
                <a:gd name="connsiteX352" fmla="*/ 1510249 w 1905657"/>
                <a:gd name="connsiteY352" fmla="*/ 589637 h 1221162"/>
                <a:gd name="connsiteX353" fmla="*/ 1508062 w 1905657"/>
                <a:gd name="connsiteY353" fmla="*/ 590075 h 1221162"/>
                <a:gd name="connsiteX354" fmla="*/ 1505302 w 1905657"/>
                <a:gd name="connsiteY354" fmla="*/ 591454 h 1221162"/>
                <a:gd name="connsiteX355" fmla="*/ 1503922 w 1905657"/>
                <a:gd name="connsiteY355" fmla="*/ 591824 h 1221162"/>
                <a:gd name="connsiteX356" fmla="*/ 1502542 w 1905657"/>
                <a:gd name="connsiteY356" fmla="*/ 593069 h 1221162"/>
                <a:gd name="connsiteX357" fmla="*/ 1501230 w 1905657"/>
                <a:gd name="connsiteY357" fmla="*/ 595154 h 1221162"/>
                <a:gd name="connsiteX358" fmla="*/ 1498706 w 1905657"/>
                <a:gd name="connsiteY358" fmla="*/ 595592 h 1221162"/>
                <a:gd name="connsiteX359" fmla="*/ 1496956 w 1905657"/>
                <a:gd name="connsiteY359" fmla="*/ 595289 h 1221162"/>
                <a:gd name="connsiteX360" fmla="*/ 1494129 w 1905657"/>
                <a:gd name="connsiteY360" fmla="*/ 594717 h 1221162"/>
                <a:gd name="connsiteX361" fmla="*/ 1491537 w 1905657"/>
                <a:gd name="connsiteY361" fmla="*/ 595524 h 1221162"/>
                <a:gd name="connsiteX362" fmla="*/ 1490090 w 1905657"/>
                <a:gd name="connsiteY362" fmla="*/ 595524 h 1221162"/>
                <a:gd name="connsiteX363" fmla="*/ 1489350 w 1905657"/>
                <a:gd name="connsiteY363" fmla="*/ 596365 h 1221162"/>
                <a:gd name="connsiteX364" fmla="*/ 1486523 w 1905657"/>
                <a:gd name="connsiteY364" fmla="*/ 597476 h 1221162"/>
                <a:gd name="connsiteX365" fmla="*/ 1483057 w 1905657"/>
                <a:gd name="connsiteY365" fmla="*/ 597476 h 1221162"/>
                <a:gd name="connsiteX366" fmla="*/ 1478984 w 1905657"/>
                <a:gd name="connsiteY366" fmla="*/ 597476 h 1221162"/>
                <a:gd name="connsiteX367" fmla="*/ 1473398 w 1905657"/>
                <a:gd name="connsiteY367" fmla="*/ 598720 h 1221162"/>
                <a:gd name="connsiteX368" fmla="*/ 1471311 w 1905657"/>
                <a:gd name="connsiteY368" fmla="*/ 600167 h 1221162"/>
                <a:gd name="connsiteX369" fmla="*/ 1469426 w 1905657"/>
                <a:gd name="connsiteY369" fmla="*/ 602488 h 1221162"/>
                <a:gd name="connsiteX370" fmla="*/ 1466532 w 1905657"/>
                <a:gd name="connsiteY370" fmla="*/ 603867 h 1221162"/>
                <a:gd name="connsiteX371" fmla="*/ 1463907 w 1905657"/>
                <a:gd name="connsiteY371" fmla="*/ 604372 h 1221162"/>
                <a:gd name="connsiteX372" fmla="*/ 1461652 w 1905657"/>
                <a:gd name="connsiteY372" fmla="*/ 604372 h 1221162"/>
                <a:gd name="connsiteX373" fmla="*/ 1458960 w 1905657"/>
                <a:gd name="connsiteY373" fmla="*/ 601983 h 1221162"/>
                <a:gd name="connsiteX374" fmla="*/ 1456436 w 1905657"/>
                <a:gd name="connsiteY374" fmla="*/ 599527 h 1221162"/>
                <a:gd name="connsiteX375" fmla="*/ 1452296 w 1905657"/>
                <a:gd name="connsiteY375" fmla="*/ 597139 h 1221162"/>
                <a:gd name="connsiteX376" fmla="*/ 1450714 w 1905657"/>
                <a:gd name="connsiteY376" fmla="*/ 595390 h 1221162"/>
                <a:gd name="connsiteX377" fmla="*/ 1448628 w 1905657"/>
                <a:gd name="connsiteY377" fmla="*/ 595524 h 1221162"/>
                <a:gd name="connsiteX378" fmla="*/ 1447383 w 1905657"/>
                <a:gd name="connsiteY378" fmla="*/ 596164 h 1221162"/>
                <a:gd name="connsiteX379" fmla="*/ 1446743 w 1905657"/>
                <a:gd name="connsiteY379" fmla="*/ 597408 h 1221162"/>
                <a:gd name="connsiteX380" fmla="*/ 1445734 w 1905657"/>
                <a:gd name="connsiteY380" fmla="*/ 600301 h 1221162"/>
                <a:gd name="connsiteX381" fmla="*/ 1443782 w 1905657"/>
                <a:gd name="connsiteY381" fmla="*/ 601243 h 1221162"/>
                <a:gd name="connsiteX382" fmla="*/ 1442536 w 1905657"/>
                <a:gd name="connsiteY382" fmla="*/ 600503 h 1221162"/>
                <a:gd name="connsiteX383" fmla="*/ 1442402 w 1905657"/>
                <a:gd name="connsiteY383" fmla="*/ 598317 h 1221162"/>
                <a:gd name="connsiteX384" fmla="*/ 1442469 w 1905657"/>
                <a:gd name="connsiteY384" fmla="*/ 594683 h 1221162"/>
                <a:gd name="connsiteX385" fmla="*/ 1442402 w 1905657"/>
                <a:gd name="connsiteY385" fmla="*/ 591723 h 1221162"/>
                <a:gd name="connsiteX386" fmla="*/ 1441964 w 1905657"/>
                <a:gd name="connsiteY386" fmla="*/ 588595 h 1221162"/>
                <a:gd name="connsiteX387" fmla="*/ 1440719 w 1905657"/>
                <a:gd name="connsiteY387" fmla="*/ 587518 h 1221162"/>
                <a:gd name="connsiteX388" fmla="*/ 1438195 w 1905657"/>
                <a:gd name="connsiteY388" fmla="*/ 586139 h 1221162"/>
                <a:gd name="connsiteX389" fmla="*/ 1435738 w 1905657"/>
                <a:gd name="connsiteY389" fmla="*/ 585130 h 1221162"/>
                <a:gd name="connsiteX390" fmla="*/ 1433281 w 1905657"/>
                <a:gd name="connsiteY390" fmla="*/ 584692 h 1221162"/>
                <a:gd name="connsiteX391" fmla="*/ 1431397 w 1905657"/>
                <a:gd name="connsiteY391" fmla="*/ 584020 h 1221162"/>
                <a:gd name="connsiteX392" fmla="*/ 1429512 w 1905657"/>
                <a:gd name="connsiteY392" fmla="*/ 584322 h 1221162"/>
                <a:gd name="connsiteX393" fmla="*/ 1426820 w 1905657"/>
                <a:gd name="connsiteY393" fmla="*/ 584524 h 1221162"/>
                <a:gd name="connsiteX394" fmla="*/ 1424632 w 1905657"/>
                <a:gd name="connsiteY394" fmla="*/ 584726 h 1221162"/>
                <a:gd name="connsiteX395" fmla="*/ 1422815 w 1905657"/>
                <a:gd name="connsiteY395" fmla="*/ 585903 h 1221162"/>
                <a:gd name="connsiteX396" fmla="*/ 1421065 w 1905657"/>
                <a:gd name="connsiteY396" fmla="*/ 586610 h 1221162"/>
                <a:gd name="connsiteX397" fmla="*/ 1419483 w 1905657"/>
                <a:gd name="connsiteY397" fmla="*/ 587922 h 1221162"/>
                <a:gd name="connsiteX398" fmla="*/ 1418608 w 1905657"/>
                <a:gd name="connsiteY398" fmla="*/ 589671 h 1221162"/>
                <a:gd name="connsiteX399" fmla="*/ 1417666 w 1905657"/>
                <a:gd name="connsiteY399" fmla="*/ 591252 h 1221162"/>
                <a:gd name="connsiteX400" fmla="*/ 1416353 w 1905657"/>
                <a:gd name="connsiteY400" fmla="*/ 593203 h 1221162"/>
                <a:gd name="connsiteX401" fmla="*/ 1414334 w 1905657"/>
                <a:gd name="connsiteY401" fmla="*/ 595222 h 1221162"/>
                <a:gd name="connsiteX402" fmla="*/ 1412449 w 1905657"/>
                <a:gd name="connsiteY402" fmla="*/ 594078 h 1221162"/>
                <a:gd name="connsiteX403" fmla="*/ 1410565 w 1905657"/>
                <a:gd name="connsiteY403" fmla="*/ 593271 h 1221162"/>
                <a:gd name="connsiteX404" fmla="*/ 1407872 w 1905657"/>
                <a:gd name="connsiteY404" fmla="*/ 592833 h 1221162"/>
                <a:gd name="connsiteX405" fmla="*/ 1406560 w 1905657"/>
                <a:gd name="connsiteY405" fmla="*/ 592261 h 1221162"/>
                <a:gd name="connsiteX406" fmla="*/ 1405483 w 1905657"/>
                <a:gd name="connsiteY406" fmla="*/ 590310 h 1221162"/>
                <a:gd name="connsiteX407" fmla="*/ 1405348 w 1905657"/>
                <a:gd name="connsiteY407" fmla="*/ 588124 h 1221162"/>
                <a:gd name="connsiteX408" fmla="*/ 1405281 w 1905657"/>
                <a:gd name="connsiteY408" fmla="*/ 586879 h 1221162"/>
                <a:gd name="connsiteX409" fmla="*/ 1405146 w 1905657"/>
                <a:gd name="connsiteY409" fmla="*/ 584928 h 1221162"/>
                <a:gd name="connsiteX410" fmla="*/ 1403463 w 1905657"/>
                <a:gd name="connsiteY410" fmla="*/ 583683 h 1221162"/>
                <a:gd name="connsiteX411" fmla="*/ 1400064 w 1905657"/>
                <a:gd name="connsiteY411" fmla="*/ 585062 h 1221162"/>
                <a:gd name="connsiteX412" fmla="*/ 1398920 w 1905657"/>
                <a:gd name="connsiteY412" fmla="*/ 585937 h 1221162"/>
                <a:gd name="connsiteX413" fmla="*/ 1396732 w 1905657"/>
                <a:gd name="connsiteY413" fmla="*/ 585937 h 1221162"/>
                <a:gd name="connsiteX414" fmla="*/ 1396430 w 1905657"/>
                <a:gd name="connsiteY414" fmla="*/ 584793 h 1221162"/>
                <a:gd name="connsiteX415" fmla="*/ 1395050 w 1905657"/>
                <a:gd name="connsiteY415" fmla="*/ 581160 h 1221162"/>
                <a:gd name="connsiteX416" fmla="*/ 1393670 w 1905657"/>
                <a:gd name="connsiteY416" fmla="*/ 580656 h 1221162"/>
                <a:gd name="connsiteX417" fmla="*/ 1390203 w 1905657"/>
                <a:gd name="connsiteY417" fmla="*/ 580656 h 1221162"/>
                <a:gd name="connsiteX418" fmla="*/ 1388756 w 1905657"/>
                <a:gd name="connsiteY418" fmla="*/ 579142 h 1221162"/>
                <a:gd name="connsiteX419" fmla="*/ 1388622 w 1905657"/>
                <a:gd name="connsiteY419" fmla="*/ 577191 h 1221162"/>
                <a:gd name="connsiteX420" fmla="*/ 1387881 w 1905657"/>
                <a:gd name="connsiteY420" fmla="*/ 574500 h 1221162"/>
                <a:gd name="connsiteX421" fmla="*/ 1386636 w 1905657"/>
                <a:gd name="connsiteY421" fmla="*/ 569790 h 1221162"/>
                <a:gd name="connsiteX422" fmla="*/ 1385054 w 1905657"/>
                <a:gd name="connsiteY422" fmla="*/ 567906 h 1221162"/>
                <a:gd name="connsiteX423" fmla="*/ 1380410 w 1905657"/>
                <a:gd name="connsiteY423" fmla="*/ 566964 h 1221162"/>
                <a:gd name="connsiteX424" fmla="*/ 1377078 w 1905657"/>
                <a:gd name="connsiteY424" fmla="*/ 567973 h 1221162"/>
                <a:gd name="connsiteX425" fmla="*/ 1374386 w 1905657"/>
                <a:gd name="connsiteY425" fmla="*/ 568545 h 1221162"/>
                <a:gd name="connsiteX426" fmla="*/ 1369674 w 1905657"/>
                <a:gd name="connsiteY426" fmla="*/ 568915 h 1221162"/>
                <a:gd name="connsiteX427" fmla="*/ 1367419 w 1905657"/>
                <a:gd name="connsiteY427" fmla="*/ 568646 h 1221162"/>
                <a:gd name="connsiteX428" fmla="*/ 1366544 w 1905657"/>
                <a:gd name="connsiteY428" fmla="*/ 568209 h 1221162"/>
                <a:gd name="connsiteX429" fmla="*/ 1365164 w 1905657"/>
                <a:gd name="connsiteY429" fmla="*/ 565888 h 1221162"/>
                <a:gd name="connsiteX430" fmla="*/ 1364357 w 1905657"/>
                <a:gd name="connsiteY430" fmla="*/ 562558 h 1221162"/>
                <a:gd name="connsiteX431" fmla="*/ 1363482 w 1905657"/>
                <a:gd name="connsiteY431" fmla="*/ 557983 h 1221162"/>
                <a:gd name="connsiteX432" fmla="*/ 1362607 w 1905657"/>
                <a:gd name="connsiteY432" fmla="*/ 556233 h 1221162"/>
                <a:gd name="connsiteX433" fmla="*/ 1358131 w 1905657"/>
                <a:gd name="connsiteY433" fmla="*/ 551524 h 1221162"/>
                <a:gd name="connsiteX434" fmla="*/ 1355607 w 1905657"/>
                <a:gd name="connsiteY434" fmla="*/ 551827 h 1221162"/>
                <a:gd name="connsiteX435" fmla="*/ 1353857 w 1905657"/>
                <a:gd name="connsiteY435" fmla="*/ 553778 h 1221162"/>
                <a:gd name="connsiteX436" fmla="*/ 1352106 w 1905657"/>
                <a:gd name="connsiteY436" fmla="*/ 554719 h 1221162"/>
                <a:gd name="connsiteX437" fmla="*/ 1348977 w 1905657"/>
                <a:gd name="connsiteY437" fmla="*/ 555291 h 1221162"/>
                <a:gd name="connsiteX438" fmla="*/ 1346789 w 1905657"/>
                <a:gd name="connsiteY438" fmla="*/ 555594 h 1221162"/>
                <a:gd name="connsiteX439" fmla="*/ 1345106 w 1905657"/>
                <a:gd name="connsiteY439" fmla="*/ 556233 h 1221162"/>
                <a:gd name="connsiteX440" fmla="*/ 1343356 w 1905657"/>
                <a:gd name="connsiteY440" fmla="*/ 555359 h 1221162"/>
                <a:gd name="connsiteX441" fmla="*/ 1341775 w 1905657"/>
                <a:gd name="connsiteY441" fmla="*/ 553677 h 1221162"/>
                <a:gd name="connsiteX442" fmla="*/ 1340024 w 1905657"/>
                <a:gd name="connsiteY442" fmla="*/ 551221 h 1221162"/>
                <a:gd name="connsiteX443" fmla="*/ 1339082 w 1905657"/>
                <a:gd name="connsiteY443" fmla="*/ 550582 h 1221162"/>
                <a:gd name="connsiteX444" fmla="*/ 1335515 w 1905657"/>
                <a:gd name="connsiteY444" fmla="*/ 549270 h 1221162"/>
                <a:gd name="connsiteX445" fmla="*/ 1334202 w 1905657"/>
                <a:gd name="connsiteY445" fmla="*/ 549775 h 1221162"/>
                <a:gd name="connsiteX446" fmla="*/ 1333698 w 1905657"/>
                <a:gd name="connsiteY446" fmla="*/ 550582 h 1221162"/>
                <a:gd name="connsiteX447" fmla="*/ 1331173 w 1905657"/>
                <a:gd name="connsiteY447" fmla="*/ 552533 h 1221162"/>
                <a:gd name="connsiteX448" fmla="*/ 1329726 w 1905657"/>
                <a:gd name="connsiteY448" fmla="*/ 552735 h 1221162"/>
                <a:gd name="connsiteX449" fmla="*/ 1327976 w 1905657"/>
                <a:gd name="connsiteY449" fmla="*/ 551221 h 1221162"/>
                <a:gd name="connsiteX450" fmla="*/ 1324510 w 1905657"/>
                <a:gd name="connsiteY450" fmla="*/ 549135 h 1221162"/>
                <a:gd name="connsiteX451" fmla="*/ 1322053 w 1905657"/>
                <a:gd name="connsiteY451" fmla="*/ 550380 h 1221162"/>
                <a:gd name="connsiteX452" fmla="*/ 1320303 w 1905657"/>
                <a:gd name="connsiteY452" fmla="*/ 551827 h 1221162"/>
                <a:gd name="connsiteX453" fmla="*/ 1317274 w 1905657"/>
                <a:gd name="connsiteY453" fmla="*/ 553206 h 1221162"/>
                <a:gd name="connsiteX454" fmla="*/ 1316197 w 1905657"/>
                <a:gd name="connsiteY454" fmla="*/ 552264 h 1221162"/>
                <a:gd name="connsiteX455" fmla="*/ 1315558 w 1905657"/>
                <a:gd name="connsiteY455" fmla="*/ 550245 h 1221162"/>
                <a:gd name="connsiteX456" fmla="*/ 1314178 w 1905657"/>
                <a:gd name="connsiteY456" fmla="*/ 547992 h 1221162"/>
                <a:gd name="connsiteX457" fmla="*/ 1310913 w 1905657"/>
                <a:gd name="connsiteY457" fmla="*/ 544089 h 1221162"/>
                <a:gd name="connsiteX458" fmla="*/ 1309163 w 1905657"/>
                <a:gd name="connsiteY458" fmla="*/ 542845 h 1221162"/>
                <a:gd name="connsiteX459" fmla="*/ 1306841 w 1905657"/>
                <a:gd name="connsiteY459" fmla="*/ 542037 h 1221162"/>
                <a:gd name="connsiteX460" fmla="*/ 1301120 w 1905657"/>
                <a:gd name="connsiteY460" fmla="*/ 542609 h 1221162"/>
                <a:gd name="connsiteX461" fmla="*/ 1299100 w 1905657"/>
                <a:gd name="connsiteY461" fmla="*/ 543753 h 1221162"/>
                <a:gd name="connsiteX462" fmla="*/ 1298226 w 1905657"/>
                <a:gd name="connsiteY462" fmla="*/ 545570 h 1221162"/>
                <a:gd name="connsiteX463" fmla="*/ 1297923 w 1905657"/>
                <a:gd name="connsiteY463" fmla="*/ 547016 h 1221162"/>
                <a:gd name="connsiteX464" fmla="*/ 1295668 w 1905657"/>
                <a:gd name="connsiteY464" fmla="*/ 548900 h 1221162"/>
                <a:gd name="connsiteX465" fmla="*/ 1294860 w 1905657"/>
                <a:gd name="connsiteY465" fmla="*/ 548900 h 1221162"/>
                <a:gd name="connsiteX466" fmla="*/ 1294052 w 1905657"/>
                <a:gd name="connsiteY466" fmla="*/ 544560 h 1221162"/>
                <a:gd name="connsiteX467" fmla="*/ 1294692 w 1905657"/>
                <a:gd name="connsiteY467" fmla="*/ 540927 h 1221162"/>
                <a:gd name="connsiteX468" fmla="*/ 1294826 w 1905657"/>
                <a:gd name="connsiteY468" fmla="*/ 538976 h 1221162"/>
                <a:gd name="connsiteX469" fmla="*/ 1294894 w 1905657"/>
                <a:gd name="connsiteY469" fmla="*/ 536521 h 1221162"/>
                <a:gd name="connsiteX470" fmla="*/ 1294692 w 1905657"/>
                <a:gd name="connsiteY470" fmla="*/ 534569 h 1221162"/>
                <a:gd name="connsiteX471" fmla="*/ 1292504 w 1905657"/>
                <a:gd name="connsiteY471" fmla="*/ 531878 h 1221162"/>
                <a:gd name="connsiteX472" fmla="*/ 1289374 w 1905657"/>
                <a:gd name="connsiteY472" fmla="*/ 529557 h 1221162"/>
                <a:gd name="connsiteX473" fmla="*/ 1285975 w 1905657"/>
                <a:gd name="connsiteY473" fmla="*/ 527808 h 1221162"/>
                <a:gd name="connsiteX474" fmla="*/ 1280893 w 1905657"/>
                <a:gd name="connsiteY474" fmla="*/ 527740 h 1221162"/>
                <a:gd name="connsiteX475" fmla="*/ 1277629 w 1905657"/>
                <a:gd name="connsiteY475" fmla="*/ 528245 h 1221162"/>
                <a:gd name="connsiteX476" fmla="*/ 1275744 w 1905657"/>
                <a:gd name="connsiteY476" fmla="*/ 529322 h 1221162"/>
                <a:gd name="connsiteX477" fmla="*/ 1269451 w 1905657"/>
                <a:gd name="connsiteY477" fmla="*/ 530263 h 1221162"/>
                <a:gd name="connsiteX478" fmla="*/ 1267129 w 1905657"/>
                <a:gd name="connsiteY478" fmla="*/ 529456 h 1221162"/>
                <a:gd name="connsiteX479" fmla="*/ 1265749 w 1905657"/>
                <a:gd name="connsiteY479" fmla="*/ 527135 h 1221162"/>
                <a:gd name="connsiteX480" fmla="*/ 1266119 w 1905657"/>
                <a:gd name="connsiteY480" fmla="*/ 524948 h 1221162"/>
                <a:gd name="connsiteX481" fmla="*/ 1266119 w 1905657"/>
                <a:gd name="connsiteY481" fmla="*/ 523367 h 1221162"/>
                <a:gd name="connsiteX482" fmla="*/ 1264066 w 1905657"/>
                <a:gd name="connsiteY482" fmla="*/ 518456 h 1221162"/>
                <a:gd name="connsiteX483" fmla="*/ 1262720 w 1905657"/>
                <a:gd name="connsiteY483" fmla="*/ 516068 h 1221162"/>
                <a:gd name="connsiteX484" fmla="*/ 1258648 w 1905657"/>
                <a:gd name="connsiteY484" fmla="*/ 512165 h 1221162"/>
                <a:gd name="connsiteX485" fmla="*/ 1256898 w 1905657"/>
                <a:gd name="connsiteY485" fmla="*/ 511762 h 1221162"/>
                <a:gd name="connsiteX486" fmla="*/ 1254878 w 1905657"/>
                <a:gd name="connsiteY486" fmla="*/ 511762 h 1221162"/>
                <a:gd name="connsiteX487" fmla="*/ 1253196 w 1905657"/>
                <a:gd name="connsiteY487" fmla="*/ 511728 h 1221162"/>
                <a:gd name="connsiteX488" fmla="*/ 1249224 w 1905657"/>
                <a:gd name="connsiteY488" fmla="*/ 511728 h 1221162"/>
                <a:gd name="connsiteX489" fmla="*/ 1248720 w 1905657"/>
                <a:gd name="connsiteY489" fmla="*/ 511089 h 1221162"/>
                <a:gd name="connsiteX490" fmla="*/ 1246700 w 1905657"/>
                <a:gd name="connsiteY490" fmla="*/ 509070 h 1221162"/>
                <a:gd name="connsiteX491" fmla="*/ 1243570 w 1905657"/>
                <a:gd name="connsiteY491" fmla="*/ 507119 h 1221162"/>
                <a:gd name="connsiteX492" fmla="*/ 1241820 w 1905657"/>
                <a:gd name="connsiteY492" fmla="*/ 506312 h 1221162"/>
                <a:gd name="connsiteX493" fmla="*/ 1240945 w 1905657"/>
                <a:gd name="connsiteY493" fmla="*/ 503991 h 1221162"/>
                <a:gd name="connsiteX494" fmla="*/ 1240508 w 1905657"/>
                <a:gd name="connsiteY494" fmla="*/ 501468 h 1221162"/>
                <a:gd name="connsiteX495" fmla="*/ 1237614 w 1905657"/>
                <a:gd name="connsiteY495" fmla="*/ 499584 h 1221162"/>
                <a:gd name="connsiteX496" fmla="*/ 1236301 w 1905657"/>
                <a:gd name="connsiteY496" fmla="*/ 498777 h 1221162"/>
                <a:gd name="connsiteX497" fmla="*/ 1233912 w 1905657"/>
                <a:gd name="connsiteY497" fmla="*/ 495379 h 1221162"/>
                <a:gd name="connsiteX498" fmla="*/ 1232162 w 1905657"/>
                <a:gd name="connsiteY498" fmla="*/ 491847 h 1221162"/>
                <a:gd name="connsiteX499" fmla="*/ 1230210 w 1905657"/>
                <a:gd name="connsiteY499" fmla="*/ 488079 h 1221162"/>
                <a:gd name="connsiteX500" fmla="*/ 1229065 w 1905657"/>
                <a:gd name="connsiteY500" fmla="*/ 486397 h 1221162"/>
                <a:gd name="connsiteX501" fmla="*/ 1228190 w 1905657"/>
                <a:gd name="connsiteY501" fmla="*/ 484884 h 1221162"/>
                <a:gd name="connsiteX502" fmla="*/ 1227686 w 1905657"/>
                <a:gd name="connsiteY502" fmla="*/ 483303 h 1221162"/>
                <a:gd name="connsiteX503" fmla="*/ 1227315 w 1905657"/>
                <a:gd name="connsiteY503" fmla="*/ 481284 h 1221162"/>
                <a:gd name="connsiteX504" fmla="*/ 1225935 w 1905657"/>
                <a:gd name="connsiteY504" fmla="*/ 479535 h 1221162"/>
                <a:gd name="connsiteX505" fmla="*/ 1225363 w 1905657"/>
                <a:gd name="connsiteY505" fmla="*/ 479098 h 1221162"/>
                <a:gd name="connsiteX506" fmla="*/ 1223041 w 1905657"/>
                <a:gd name="connsiteY506" fmla="*/ 477584 h 1221162"/>
                <a:gd name="connsiteX507" fmla="*/ 1221358 w 1905657"/>
                <a:gd name="connsiteY507" fmla="*/ 477012 h 1221162"/>
                <a:gd name="connsiteX508" fmla="*/ 1220854 w 1905657"/>
                <a:gd name="connsiteY508" fmla="*/ 474623 h 1221162"/>
                <a:gd name="connsiteX509" fmla="*/ 1220854 w 1905657"/>
                <a:gd name="connsiteY509" fmla="*/ 473816 h 1221162"/>
                <a:gd name="connsiteX510" fmla="*/ 1221459 w 1905657"/>
                <a:gd name="connsiteY510" fmla="*/ 472874 h 1221162"/>
                <a:gd name="connsiteX511" fmla="*/ 1222503 w 1905657"/>
                <a:gd name="connsiteY511" fmla="*/ 471932 h 1221162"/>
                <a:gd name="connsiteX512" fmla="*/ 1222940 w 1905657"/>
                <a:gd name="connsiteY512" fmla="*/ 470049 h 1221162"/>
                <a:gd name="connsiteX513" fmla="*/ 1222806 w 1905657"/>
                <a:gd name="connsiteY513" fmla="*/ 468737 h 1221162"/>
                <a:gd name="connsiteX514" fmla="*/ 1218094 w 1905657"/>
                <a:gd name="connsiteY514" fmla="*/ 465844 h 1221162"/>
                <a:gd name="connsiteX515" fmla="*/ 1215906 w 1905657"/>
                <a:gd name="connsiteY515" fmla="*/ 465272 h 1221162"/>
                <a:gd name="connsiteX516" fmla="*/ 1212709 w 1905657"/>
                <a:gd name="connsiteY516" fmla="*/ 464532 h 1221162"/>
                <a:gd name="connsiteX517" fmla="*/ 1209882 w 1905657"/>
                <a:gd name="connsiteY517" fmla="*/ 464397 h 1221162"/>
                <a:gd name="connsiteX518" fmla="*/ 1207358 w 1905657"/>
                <a:gd name="connsiteY518" fmla="*/ 465036 h 1221162"/>
                <a:gd name="connsiteX519" fmla="*/ 1206348 w 1905657"/>
                <a:gd name="connsiteY519" fmla="*/ 466045 h 1221162"/>
                <a:gd name="connsiteX520" fmla="*/ 1204834 w 1905657"/>
                <a:gd name="connsiteY520" fmla="*/ 466853 h 1221162"/>
                <a:gd name="connsiteX521" fmla="*/ 1202579 w 1905657"/>
                <a:gd name="connsiteY521" fmla="*/ 467223 h 1221162"/>
                <a:gd name="connsiteX522" fmla="*/ 1201435 w 1905657"/>
                <a:gd name="connsiteY522" fmla="*/ 469107 h 1221162"/>
                <a:gd name="connsiteX523" fmla="*/ 1200627 w 1905657"/>
                <a:gd name="connsiteY523" fmla="*/ 470183 h 1221162"/>
                <a:gd name="connsiteX524" fmla="*/ 1199382 w 1905657"/>
                <a:gd name="connsiteY524" fmla="*/ 471260 h 1221162"/>
                <a:gd name="connsiteX525" fmla="*/ 1197565 w 1905657"/>
                <a:gd name="connsiteY525" fmla="*/ 472706 h 1221162"/>
                <a:gd name="connsiteX526" fmla="*/ 1196118 w 1905657"/>
                <a:gd name="connsiteY526" fmla="*/ 472504 h 1221162"/>
                <a:gd name="connsiteX527" fmla="*/ 1194603 w 1905657"/>
                <a:gd name="connsiteY527" fmla="*/ 471260 h 1221162"/>
                <a:gd name="connsiteX528" fmla="*/ 1192651 w 1905657"/>
                <a:gd name="connsiteY528" fmla="*/ 469174 h 1221162"/>
                <a:gd name="connsiteX529" fmla="*/ 1190699 w 1905657"/>
                <a:gd name="connsiteY529" fmla="*/ 468097 h 1221162"/>
                <a:gd name="connsiteX530" fmla="*/ 1185348 w 1905657"/>
                <a:gd name="connsiteY530" fmla="*/ 467660 h 1221162"/>
                <a:gd name="connsiteX531" fmla="*/ 1182656 w 1905657"/>
                <a:gd name="connsiteY531" fmla="*/ 468400 h 1221162"/>
                <a:gd name="connsiteX532" fmla="*/ 1180704 w 1905657"/>
                <a:gd name="connsiteY532" fmla="*/ 469477 h 1221162"/>
                <a:gd name="connsiteX533" fmla="*/ 1178886 w 1905657"/>
                <a:gd name="connsiteY533" fmla="*/ 471159 h 1221162"/>
                <a:gd name="connsiteX534" fmla="*/ 1177372 w 1905657"/>
                <a:gd name="connsiteY534" fmla="*/ 473547 h 1221162"/>
                <a:gd name="connsiteX535" fmla="*/ 1175353 w 1905657"/>
                <a:gd name="connsiteY535" fmla="*/ 475868 h 1221162"/>
                <a:gd name="connsiteX536" fmla="*/ 1173771 w 1905657"/>
                <a:gd name="connsiteY536" fmla="*/ 477449 h 1221162"/>
                <a:gd name="connsiteX537" fmla="*/ 1170002 w 1905657"/>
                <a:gd name="connsiteY537" fmla="*/ 478694 h 1221162"/>
                <a:gd name="connsiteX538" fmla="*/ 1167107 w 1905657"/>
                <a:gd name="connsiteY538" fmla="*/ 479501 h 1221162"/>
                <a:gd name="connsiteX539" fmla="*/ 1162631 w 1905657"/>
                <a:gd name="connsiteY539" fmla="*/ 480746 h 1221162"/>
                <a:gd name="connsiteX540" fmla="*/ 1159737 w 1905657"/>
                <a:gd name="connsiteY540" fmla="*/ 480746 h 1221162"/>
                <a:gd name="connsiteX541" fmla="*/ 1158290 w 1905657"/>
                <a:gd name="connsiteY541" fmla="*/ 478122 h 1221162"/>
                <a:gd name="connsiteX542" fmla="*/ 1158290 w 1905657"/>
                <a:gd name="connsiteY542" fmla="*/ 476541 h 1221162"/>
                <a:gd name="connsiteX543" fmla="*/ 1157549 w 1905657"/>
                <a:gd name="connsiteY543" fmla="*/ 474152 h 1221162"/>
                <a:gd name="connsiteX544" fmla="*/ 1150650 w 1905657"/>
                <a:gd name="connsiteY544" fmla="*/ 467425 h 1221162"/>
                <a:gd name="connsiteX545" fmla="*/ 1145501 w 1905657"/>
                <a:gd name="connsiteY545" fmla="*/ 462412 h 1221162"/>
                <a:gd name="connsiteX546" fmla="*/ 1143246 w 1905657"/>
                <a:gd name="connsiteY546" fmla="*/ 459587 h 1221162"/>
                <a:gd name="connsiteX547" fmla="*/ 1139275 w 1905657"/>
                <a:gd name="connsiteY547" fmla="*/ 457131 h 1221162"/>
                <a:gd name="connsiteX548" fmla="*/ 1133756 w 1905657"/>
                <a:gd name="connsiteY548" fmla="*/ 455987 h 1221162"/>
                <a:gd name="connsiteX549" fmla="*/ 1130121 w 1905657"/>
                <a:gd name="connsiteY549" fmla="*/ 453733 h 1221162"/>
                <a:gd name="connsiteX550" fmla="*/ 1129549 w 1905657"/>
                <a:gd name="connsiteY550" fmla="*/ 452421 h 1221162"/>
                <a:gd name="connsiteX551" fmla="*/ 1128606 w 1905657"/>
                <a:gd name="connsiteY551" fmla="*/ 449898 h 1221162"/>
                <a:gd name="connsiteX552" fmla="*/ 1126722 w 1905657"/>
                <a:gd name="connsiteY552" fmla="*/ 446703 h 1221162"/>
                <a:gd name="connsiteX553" fmla="*/ 1125914 w 1905657"/>
                <a:gd name="connsiteY553" fmla="*/ 444684 h 1221162"/>
                <a:gd name="connsiteX554" fmla="*/ 1124534 w 1905657"/>
                <a:gd name="connsiteY554" fmla="*/ 440479 h 1221162"/>
                <a:gd name="connsiteX555" fmla="*/ 1122515 w 1905657"/>
                <a:gd name="connsiteY555" fmla="*/ 439235 h 1221162"/>
                <a:gd name="connsiteX556" fmla="*/ 1120698 w 1905657"/>
                <a:gd name="connsiteY556" fmla="*/ 437990 h 1221162"/>
                <a:gd name="connsiteX557" fmla="*/ 1120327 w 1905657"/>
                <a:gd name="connsiteY557" fmla="*/ 436409 h 1221162"/>
                <a:gd name="connsiteX558" fmla="*/ 1120193 w 1905657"/>
                <a:gd name="connsiteY558" fmla="*/ 434155 h 1221162"/>
                <a:gd name="connsiteX559" fmla="*/ 1120058 w 1905657"/>
                <a:gd name="connsiteY559" fmla="*/ 430623 h 1221162"/>
                <a:gd name="connsiteX560" fmla="*/ 1119755 w 1905657"/>
                <a:gd name="connsiteY560" fmla="*/ 427730 h 1221162"/>
                <a:gd name="connsiteX561" fmla="*/ 1118073 w 1905657"/>
                <a:gd name="connsiteY561" fmla="*/ 423895 h 1221162"/>
                <a:gd name="connsiteX562" fmla="*/ 1117332 w 1905657"/>
                <a:gd name="connsiteY562" fmla="*/ 422953 h 1221162"/>
                <a:gd name="connsiteX563" fmla="*/ 1113361 w 1905657"/>
                <a:gd name="connsiteY563" fmla="*/ 419320 h 1221162"/>
                <a:gd name="connsiteX564" fmla="*/ 1111173 w 1905657"/>
                <a:gd name="connsiteY564" fmla="*/ 417806 h 1221162"/>
                <a:gd name="connsiteX565" fmla="*/ 1110164 w 1905657"/>
                <a:gd name="connsiteY565" fmla="*/ 415418 h 1221162"/>
                <a:gd name="connsiteX566" fmla="*/ 1109356 w 1905657"/>
                <a:gd name="connsiteY566" fmla="*/ 413904 h 1221162"/>
                <a:gd name="connsiteX567" fmla="*/ 1108346 w 1905657"/>
                <a:gd name="connsiteY567" fmla="*/ 412323 h 1221162"/>
                <a:gd name="connsiteX568" fmla="*/ 1106260 w 1905657"/>
                <a:gd name="connsiteY568" fmla="*/ 411818 h 1221162"/>
                <a:gd name="connsiteX569" fmla="*/ 1103736 w 1905657"/>
                <a:gd name="connsiteY569" fmla="*/ 411011 h 1221162"/>
                <a:gd name="connsiteX570" fmla="*/ 1101346 w 1905657"/>
                <a:gd name="connsiteY570" fmla="*/ 410506 h 1221162"/>
                <a:gd name="connsiteX571" fmla="*/ 1099966 w 1905657"/>
                <a:gd name="connsiteY571" fmla="*/ 410136 h 1221162"/>
                <a:gd name="connsiteX572" fmla="*/ 1098654 w 1905657"/>
                <a:gd name="connsiteY572" fmla="*/ 408993 h 1221162"/>
                <a:gd name="connsiteX573" fmla="*/ 1098587 w 1905657"/>
                <a:gd name="connsiteY573" fmla="*/ 406301 h 1221162"/>
                <a:gd name="connsiteX574" fmla="*/ 1098587 w 1905657"/>
                <a:gd name="connsiteY574" fmla="*/ 405427 h 1221162"/>
                <a:gd name="connsiteX575" fmla="*/ 1098957 w 1905657"/>
                <a:gd name="connsiteY575" fmla="*/ 404350 h 1221162"/>
                <a:gd name="connsiteX576" fmla="*/ 1100101 w 1905657"/>
                <a:gd name="connsiteY576" fmla="*/ 402096 h 1221162"/>
                <a:gd name="connsiteX577" fmla="*/ 1100808 w 1905657"/>
                <a:gd name="connsiteY577" fmla="*/ 401659 h 1221162"/>
                <a:gd name="connsiteX578" fmla="*/ 1100808 w 1905657"/>
                <a:gd name="connsiteY578" fmla="*/ 398631 h 1221162"/>
                <a:gd name="connsiteX579" fmla="*/ 1099933 w 1905657"/>
                <a:gd name="connsiteY579" fmla="*/ 397320 h 1221162"/>
                <a:gd name="connsiteX580" fmla="*/ 1098486 w 1905657"/>
                <a:gd name="connsiteY580" fmla="*/ 396243 h 1221162"/>
                <a:gd name="connsiteX581" fmla="*/ 1095457 w 1905657"/>
                <a:gd name="connsiteY581" fmla="*/ 394561 h 1221162"/>
                <a:gd name="connsiteX582" fmla="*/ 1094649 w 1905657"/>
                <a:gd name="connsiteY582" fmla="*/ 391601 h 1221162"/>
                <a:gd name="connsiteX583" fmla="*/ 1097173 w 1905657"/>
                <a:gd name="connsiteY583" fmla="*/ 389280 h 1221162"/>
                <a:gd name="connsiteX584" fmla="*/ 1097678 w 1905657"/>
                <a:gd name="connsiteY584" fmla="*/ 387463 h 1221162"/>
                <a:gd name="connsiteX585" fmla="*/ 1097913 w 1905657"/>
                <a:gd name="connsiteY585" fmla="*/ 384267 h 1221162"/>
                <a:gd name="connsiteX586" fmla="*/ 1096029 w 1905657"/>
                <a:gd name="connsiteY586" fmla="*/ 381946 h 1221162"/>
                <a:gd name="connsiteX587" fmla="*/ 1091452 w 1905657"/>
                <a:gd name="connsiteY587" fmla="*/ 380803 h 1221162"/>
                <a:gd name="connsiteX588" fmla="*/ 1087817 w 1905657"/>
                <a:gd name="connsiteY588" fmla="*/ 377842 h 1221162"/>
                <a:gd name="connsiteX589" fmla="*/ 1083913 w 1905657"/>
                <a:gd name="connsiteY589" fmla="*/ 371619 h 1221162"/>
                <a:gd name="connsiteX590" fmla="*/ 1081591 w 1905657"/>
                <a:gd name="connsiteY590" fmla="*/ 367145 h 1221162"/>
                <a:gd name="connsiteX591" fmla="*/ 1080649 w 1905657"/>
                <a:gd name="connsiteY591" fmla="*/ 360989 h 1221162"/>
                <a:gd name="connsiteX592" fmla="*/ 1080581 w 1905657"/>
                <a:gd name="connsiteY592" fmla="*/ 355909 h 1221162"/>
                <a:gd name="connsiteX593" fmla="*/ 1079706 w 1905657"/>
                <a:gd name="connsiteY593" fmla="*/ 349450 h 1221162"/>
                <a:gd name="connsiteX594" fmla="*/ 1080783 w 1905657"/>
                <a:gd name="connsiteY594" fmla="*/ 345885 h 1221162"/>
                <a:gd name="connsiteX595" fmla="*/ 1081860 w 1905657"/>
                <a:gd name="connsiteY595" fmla="*/ 343059 h 1221162"/>
                <a:gd name="connsiteX596" fmla="*/ 1084182 w 1905657"/>
                <a:gd name="connsiteY596" fmla="*/ 342487 h 1221162"/>
                <a:gd name="connsiteX597" fmla="*/ 1088154 w 1905657"/>
                <a:gd name="connsiteY597" fmla="*/ 344573 h 1221162"/>
                <a:gd name="connsiteX598" fmla="*/ 1090981 w 1905657"/>
                <a:gd name="connsiteY598" fmla="*/ 344203 h 1221162"/>
                <a:gd name="connsiteX599" fmla="*/ 1094111 w 1905657"/>
                <a:gd name="connsiteY599" fmla="*/ 342756 h 1221162"/>
                <a:gd name="connsiteX600" fmla="*/ 1095558 w 1905657"/>
                <a:gd name="connsiteY600" fmla="*/ 341377 h 1221162"/>
                <a:gd name="connsiteX601" fmla="*/ 1099260 w 1905657"/>
                <a:gd name="connsiteY601" fmla="*/ 339560 h 1221162"/>
                <a:gd name="connsiteX602" fmla="*/ 1102019 w 1905657"/>
                <a:gd name="connsiteY602" fmla="*/ 336230 h 1221162"/>
                <a:gd name="connsiteX603" fmla="*/ 1103265 w 1905657"/>
                <a:gd name="connsiteY603" fmla="*/ 332900 h 1221162"/>
                <a:gd name="connsiteX604" fmla="*/ 1102524 w 1905657"/>
                <a:gd name="connsiteY604" fmla="*/ 330377 h 1221162"/>
                <a:gd name="connsiteX605" fmla="*/ 1102524 w 1905657"/>
                <a:gd name="connsiteY605" fmla="*/ 327114 h 1221162"/>
                <a:gd name="connsiteX606" fmla="*/ 1102894 w 1905657"/>
                <a:gd name="connsiteY606" fmla="*/ 322909 h 1221162"/>
                <a:gd name="connsiteX607" fmla="*/ 1102962 w 1905657"/>
                <a:gd name="connsiteY607" fmla="*/ 320150 h 1221162"/>
                <a:gd name="connsiteX608" fmla="*/ 1102390 w 1905657"/>
                <a:gd name="connsiteY608" fmla="*/ 318132 h 1221162"/>
                <a:gd name="connsiteX609" fmla="*/ 1102591 w 1905657"/>
                <a:gd name="connsiteY609" fmla="*/ 314162 h 1221162"/>
                <a:gd name="connsiteX610" fmla="*/ 1102457 w 1905657"/>
                <a:gd name="connsiteY610" fmla="*/ 311774 h 1221162"/>
                <a:gd name="connsiteX611" fmla="*/ 1102322 w 1905657"/>
                <a:gd name="connsiteY611" fmla="*/ 308948 h 1221162"/>
                <a:gd name="connsiteX612" fmla="*/ 1102524 w 1905657"/>
                <a:gd name="connsiteY612" fmla="*/ 306055 h 1221162"/>
                <a:gd name="connsiteX613" fmla="*/ 1102524 w 1905657"/>
                <a:gd name="connsiteY613" fmla="*/ 303532 h 1221162"/>
                <a:gd name="connsiteX614" fmla="*/ 1102053 w 1905657"/>
                <a:gd name="connsiteY614" fmla="*/ 299899 h 1221162"/>
                <a:gd name="connsiteX615" fmla="*/ 1102524 w 1905657"/>
                <a:gd name="connsiteY615" fmla="*/ 297376 h 1221162"/>
                <a:gd name="connsiteX616" fmla="*/ 1102524 w 1905657"/>
                <a:gd name="connsiteY616" fmla="*/ 295358 h 1221162"/>
                <a:gd name="connsiteX617" fmla="*/ 1101447 w 1905657"/>
                <a:gd name="connsiteY617" fmla="*/ 293541 h 1221162"/>
                <a:gd name="connsiteX618" fmla="*/ 1100640 w 1905657"/>
                <a:gd name="connsiteY618" fmla="*/ 292095 h 1221162"/>
                <a:gd name="connsiteX619" fmla="*/ 1099899 w 1905657"/>
                <a:gd name="connsiteY619" fmla="*/ 290077 h 1221162"/>
                <a:gd name="connsiteX620" fmla="*/ 1098216 w 1905657"/>
                <a:gd name="connsiteY620" fmla="*/ 288125 h 1221162"/>
                <a:gd name="connsiteX621" fmla="*/ 1096837 w 1905657"/>
                <a:gd name="connsiteY621" fmla="*/ 287554 h 1221162"/>
                <a:gd name="connsiteX622" fmla="*/ 1095961 w 1905657"/>
                <a:gd name="connsiteY622" fmla="*/ 286679 h 1221162"/>
                <a:gd name="connsiteX623" fmla="*/ 1094649 w 1905657"/>
                <a:gd name="connsiteY623" fmla="*/ 285434 h 1221162"/>
                <a:gd name="connsiteX624" fmla="*/ 1094582 w 1905657"/>
                <a:gd name="connsiteY624" fmla="*/ 283618 h 1221162"/>
                <a:gd name="connsiteX625" fmla="*/ 1096029 w 1905657"/>
                <a:gd name="connsiteY625" fmla="*/ 281936 h 1221162"/>
                <a:gd name="connsiteX626" fmla="*/ 1097846 w 1905657"/>
                <a:gd name="connsiteY626" fmla="*/ 280119 h 1221162"/>
                <a:gd name="connsiteX627" fmla="*/ 1102053 w 1905657"/>
                <a:gd name="connsiteY627" fmla="*/ 277731 h 1221162"/>
                <a:gd name="connsiteX628" fmla="*/ 1108010 w 1905657"/>
                <a:gd name="connsiteY628" fmla="*/ 276217 h 1221162"/>
                <a:gd name="connsiteX629" fmla="*/ 1110534 w 1905657"/>
                <a:gd name="connsiteY629" fmla="*/ 271743 h 1221162"/>
                <a:gd name="connsiteX630" fmla="*/ 1111274 w 1905657"/>
                <a:gd name="connsiteY630" fmla="*/ 270801 h 1221162"/>
                <a:gd name="connsiteX631" fmla="*/ 1112856 w 1905657"/>
                <a:gd name="connsiteY631" fmla="*/ 268850 h 1221162"/>
                <a:gd name="connsiteX632" fmla="*/ 1113428 w 1905657"/>
                <a:gd name="connsiteY632" fmla="*/ 266091 h 1221162"/>
                <a:gd name="connsiteX633" fmla="*/ 1109861 w 1905657"/>
                <a:gd name="connsiteY633" fmla="*/ 263266 h 1221162"/>
                <a:gd name="connsiteX634" fmla="*/ 1107269 w 1905657"/>
                <a:gd name="connsiteY634" fmla="*/ 260003 h 1221162"/>
                <a:gd name="connsiteX635" fmla="*/ 1103366 w 1905657"/>
                <a:gd name="connsiteY635" fmla="*/ 257614 h 1221162"/>
                <a:gd name="connsiteX636" fmla="*/ 1101784 w 1905657"/>
                <a:gd name="connsiteY636" fmla="*/ 257480 h 1221162"/>
                <a:gd name="connsiteX637" fmla="*/ 1095928 w 1905657"/>
                <a:gd name="connsiteY637" fmla="*/ 258421 h 1221162"/>
                <a:gd name="connsiteX638" fmla="*/ 1093034 w 1905657"/>
                <a:gd name="connsiteY638" fmla="*/ 258421 h 1221162"/>
                <a:gd name="connsiteX639" fmla="*/ 1089769 w 1905657"/>
                <a:gd name="connsiteY639" fmla="*/ 256403 h 1221162"/>
                <a:gd name="connsiteX640" fmla="*/ 1086942 w 1905657"/>
                <a:gd name="connsiteY640" fmla="*/ 255259 h 1221162"/>
                <a:gd name="connsiteX641" fmla="*/ 1085360 w 1905657"/>
                <a:gd name="connsiteY641" fmla="*/ 252366 h 1221162"/>
                <a:gd name="connsiteX642" fmla="*/ 1086875 w 1905657"/>
                <a:gd name="connsiteY642" fmla="*/ 250987 h 1221162"/>
                <a:gd name="connsiteX643" fmla="*/ 1088322 w 1905657"/>
                <a:gd name="connsiteY643" fmla="*/ 248733 h 1221162"/>
                <a:gd name="connsiteX644" fmla="*/ 1089634 w 1905657"/>
                <a:gd name="connsiteY644" fmla="*/ 246345 h 1221162"/>
                <a:gd name="connsiteX645" fmla="*/ 1090644 w 1905657"/>
                <a:gd name="connsiteY645" fmla="*/ 242140 h 1221162"/>
                <a:gd name="connsiteX646" fmla="*/ 1094043 w 1905657"/>
                <a:gd name="connsiteY646" fmla="*/ 236354 h 1221162"/>
                <a:gd name="connsiteX647" fmla="*/ 1093303 w 1905657"/>
                <a:gd name="connsiteY647" fmla="*/ 233158 h 1221162"/>
                <a:gd name="connsiteX648" fmla="*/ 1087884 w 1905657"/>
                <a:gd name="connsiteY648" fmla="*/ 228886 h 1221162"/>
                <a:gd name="connsiteX649" fmla="*/ 1085360 w 1905657"/>
                <a:gd name="connsiteY649" fmla="*/ 222427 h 1221162"/>
                <a:gd name="connsiteX650" fmla="*/ 1088692 w 1905657"/>
                <a:gd name="connsiteY650" fmla="*/ 216910 h 1221162"/>
                <a:gd name="connsiteX651" fmla="*/ 1091519 w 1905657"/>
                <a:gd name="connsiteY651" fmla="*/ 210452 h 1221162"/>
                <a:gd name="connsiteX652" fmla="*/ 1094346 w 1905657"/>
                <a:gd name="connsiteY652" fmla="*/ 204228 h 1221162"/>
                <a:gd name="connsiteX653" fmla="*/ 1096668 w 1905657"/>
                <a:gd name="connsiteY653" fmla="*/ 201604 h 1221162"/>
                <a:gd name="connsiteX654" fmla="*/ 1102019 w 1905657"/>
                <a:gd name="connsiteY654" fmla="*/ 199586 h 1221162"/>
                <a:gd name="connsiteX655" fmla="*/ 1105149 w 1905657"/>
                <a:gd name="connsiteY655" fmla="*/ 199148 h 1221162"/>
                <a:gd name="connsiteX656" fmla="*/ 1107606 w 1905657"/>
                <a:gd name="connsiteY656" fmla="*/ 199148 h 1221162"/>
                <a:gd name="connsiteX657" fmla="*/ 1110568 w 1905657"/>
                <a:gd name="connsiteY657" fmla="*/ 200090 h 1221162"/>
                <a:gd name="connsiteX658" fmla="*/ 1112890 w 1905657"/>
                <a:gd name="connsiteY658" fmla="*/ 199788 h 1221162"/>
                <a:gd name="connsiteX659" fmla="*/ 1114202 w 1905657"/>
                <a:gd name="connsiteY659" fmla="*/ 197769 h 1221162"/>
                <a:gd name="connsiteX660" fmla="*/ 1114202 w 1905657"/>
                <a:gd name="connsiteY660" fmla="*/ 196087 h 1221162"/>
                <a:gd name="connsiteX661" fmla="*/ 1113462 w 1905657"/>
                <a:gd name="connsiteY661" fmla="*/ 192454 h 1221162"/>
                <a:gd name="connsiteX662" fmla="*/ 1113159 w 1905657"/>
                <a:gd name="connsiteY662" fmla="*/ 188989 h 1221162"/>
                <a:gd name="connsiteX663" fmla="*/ 1114404 w 1905657"/>
                <a:gd name="connsiteY663" fmla="*/ 187173 h 1221162"/>
                <a:gd name="connsiteX664" fmla="*/ 1119924 w 1905657"/>
                <a:gd name="connsiteY664" fmla="*/ 184347 h 1221162"/>
                <a:gd name="connsiteX665" fmla="*/ 1119924 w 1905657"/>
                <a:gd name="connsiteY665" fmla="*/ 180344 h 1221162"/>
                <a:gd name="connsiteX666" fmla="*/ 1119385 w 1905657"/>
                <a:gd name="connsiteY666" fmla="*/ 176778 h 1221162"/>
                <a:gd name="connsiteX667" fmla="*/ 1121606 w 1905657"/>
                <a:gd name="connsiteY667" fmla="*/ 170992 h 1221162"/>
                <a:gd name="connsiteX668" fmla="*/ 1123558 w 1905657"/>
                <a:gd name="connsiteY668" fmla="*/ 167796 h 1221162"/>
                <a:gd name="connsiteX669" fmla="*/ 1126587 w 1905657"/>
                <a:gd name="connsiteY669" fmla="*/ 163894 h 1221162"/>
                <a:gd name="connsiteX670" fmla="*/ 1128472 w 1905657"/>
                <a:gd name="connsiteY670" fmla="*/ 159992 h 1221162"/>
                <a:gd name="connsiteX671" fmla="*/ 1128775 w 1905657"/>
                <a:gd name="connsiteY671" fmla="*/ 158041 h 1221162"/>
                <a:gd name="connsiteX672" fmla="*/ 1125880 w 1905657"/>
                <a:gd name="connsiteY672" fmla="*/ 154778 h 1221162"/>
                <a:gd name="connsiteX673" fmla="*/ 1123121 w 1905657"/>
                <a:gd name="connsiteY673" fmla="*/ 151515 h 1221162"/>
                <a:gd name="connsiteX674" fmla="*/ 1120799 w 1905657"/>
                <a:gd name="connsiteY674" fmla="*/ 149496 h 1221162"/>
                <a:gd name="connsiteX675" fmla="*/ 1116760 w 1905657"/>
                <a:gd name="connsiteY675" fmla="*/ 147411 h 1221162"/>
                <a:gd name="connsiteX676" fmla="*/ 1112688 w 1905657"/>
                <a:gd name="connsiteY676" fmla="*/ 146166 h 1221162"/>
                <a:gd name="connsiteX677" fmla="*/ 1107539 w 1905657"/>
                <a:gd name="connsiteY677" fmla="*/ 145662 h 1221162"/>
                <a:gd name="connsiteX678" fmla="*/ 1104274 w 1905657"/>
                <a:gd name="connsiteY678" fmla="*/ 145022 h 1221162"/>
                <a:gd name="connsiteX679" fmla="*/ 1100740 w 1905657"/>
                <a:gd name="connsiteY679" fmla="*/ 141995 h 1221162"/>
                <a:gd name="connsiteX680" fmla="*/ 1099058 w 1905657"/>
                <a:gd name="connsiteY680" fmla="*/ 139169 h 1221162"/>
                <a:gd name="connsiteX681" fmla="*/ 1099058 w 1905657"/>
                <a:gd name="connsiteY681" fmla="*/ 133888 h 1221162"/>
                <a:gd name="connsiteX682" fmla="*/ 1099361 w 1905657"/>
                <a:gd name="connsiteY682" fmla="*/ 130322 h 1221162"/>
                <a:gd name="connsiteX683" fmla="*/ 1102120 w 1905657"/>
                <a:gd name="connsiteY683" fmla="*/ 127799 h 1221162"/>
                <a:gd name="connsiteX684" fmla="*/ 1105149 w 1905657"/>
                <a:gd name="connsiteY684" fmla="*/ 127227 h 1221162"/>
                <a:gd name="connsiteX685" fmla="*/ 1108279 w 1905657"/>
                <a:gd name="connsiteY685" fmla="*/ 126588 h 1221162"/>
                <a:gd name="connsiteX686" fmla="*/ 1112048 w 1905657"/>
                <a:gd name="connsiteY686" fmla="*/ 125074 h 1221162"/>
                <a:gd name="connsiteX687" fmla="*/ 1115380 w 1905657"/>
                <a:gd name="connsiteY687" fmla="*/ 123426 h 1221162"/>
                <a:gd name="connsiteX688" fmla="*/ 1118746 w 1905657"/>
                <a:gd name="connsiteY688" fmla="*/ 122013 h 1221162"/>
                <a:gd name="connsiteX689" fmla="*/ 1118174 w 1905657"/>
                <a:gd name="connsiteY689" fmla="*/ 121340 h 1221162"/>
                <a:gd name="connsiteX690" fmla="*/ 1113260 w 1905657"/>
                <a:gd name="connsiteY690" fmla="*/ 117472 h 1221162"/>
                <a:gd name="connsiteX691" fmla="*/ 1108616 w 1905657"/>
                <a:gd name="connsiteY691" fmla="*/ 117472 h 1221162"/>
                <a:gd name="connsiteX692" fmla="*/ 1101649 w 1905657"/>
                <a:gd name="connsiteY692" fmla="*/ 103848 h 1221162"/>
                <a:gd name="connsiteX693" fmla="*/ 1096433 w 1905657"/>
                <a:gd name="connsiteY693" fmla="*/ 102536 h 1221162"/>
                <a:gd name="connsiteX694" fmla="*/ 1090341 w 1905657"/>
                <a:gd name="connsiteY694" fmla="*/ 98331 h 1221162"/>
                <a:gd name="connsiteX695" fmla="*/ 1086000 w 1905657"/>
                <a:gd name="connsiteY695" fmla="*/ 98331 h 1221162"/>
                <a:gd name="connsiteX696" fmla="*/ 1079706 w 1905657"/>
                <a:gd name="connsiteY696" fmla="*/ 100080 h 1221162"/>
                <a:gd name="connsiteX697" fmla="*/ 1076442 w 1905657"/>
                <a:gd name="connsiteY697" fmla="*/ 92242 h 1221162"/>
                <a:gd name="connsiteX698" fmla="*/ 1072672 w 1905657"/>
                <a:gd name="connsiteY698" fmla="*/ 90223 h 1221162"/>
                <a:gd name="connsiteX699" fmla="*/ 1064259 w 1905657"/>
                <a:gd name="connsiteY699" fmla="*/ 83832 h 1221162"/>
                <a:gd name="connsiteX700" fmla="*/ 1060792 w 1905657"/>
                <a:gd name="connsiteY700" fmla="*/ 80367 h 1221162"/>
                <a:gd name="connsiteX701" fmla="*/ 1055576 w 1905657"/>
                <a:gd name="connsiteY701" fmla="*/ 78618 h 1221162"/>
                <a:gd name="connsiteX702" fmla="*/ 1050932 w 1905657"/>
                <a:gd name="connsiteY702" fmla="*/ 81813 h 1221162"/>
                <a:gd name="connsiteX703" fmla="*/ 1046287 w 1905657"/>
                <a:gd name="connsiteY703" fmla="*/ 84437 h 1221162"/>
                <a:gd name="connsiteX704" fmla="*/ 1040499 w 1905657"/>
                <a:gd name="connsiteY704" fmla="*/ 76330 h 1221162"/>
                <a:gd name="connsiteX705" fmla="*/ 1033263 w 1905657"/>
                <a:gd name="connsiteY705" fmla="*/ 70544 h 1221162"/>
                <a:gd name="connsiteX706" fmla="*/ 1035282 w 1905657"/>
                <a:gd name="connsiteY706" fmla="*/ 67348 h 1221162"/>
                <a:gd name="connsiteX707" fmla="*/ 1033263 w 1905657"/>
                <a:gd name="connsiteY707" fmla="*/ 61697 h 1221162"/>
                <a:gd name="connsiteX708" fmla="*/ 1025152 w 1905657"/>
                <a:gd name="connsiteY708" fmla="*/ 60116 h 1221162"/>
                <a:gd name="connsiteX709" fmla="*/ 1019936 w 1905657"/>
                <a:gd name="connsiteY709" fmla="*/ 60116 h 1221162"/>
                <a:gd name="connsiteX710" fmla="*/ 1015864 w 1905657"/>
                <a:gd name="connsiteY710" fmla="*/ 58367 h 1221162"/>
                <a:gd name="connsiteX711" fmla="*/ 1006003 w 1905657"/>
                <a:gd name="connsiteY711" fmla="*/ 58367 h 1221162"/>
                <a:gd name="connsiteX712" fmla="*/ 997017 w 1905657"/>
                <a:gd name="connsiteY712" fmla="*/ 56617 h 1221162"/>
                <a:gd name="connsiteX713" fmla="*/ 981671 w 1905657"/>
                <a:gd name="connsiteY713" fmla="*/ 56617 h 1221162"/>
                <a:gd name="connsiteX714" fmla="*/ 967771 w 1905657"/>
                <a:gd name="connsiteY714" fmla="*/ 56617 h 1221162"/>
                <a:gd name="connsiteX715" fmla="*/ 963699 w 1905657"/>
                <a:gd name="connsiteY715" fmla="*/ 59813 h 1221162"/>
                <a:gd name="connsiteX716" fmla="*/ 958617 w 1905657"/>
                <a:gd name="connsiteY716" fmla="*/ 58299 h 1221162"/>
                <a:gd name="connsiteX717" fmla="*/ 948824 w 1905657"/>
                <a:gd name="connsiteY717" fmla="*/ 53388 h 1221162"/>
                <a:gd name="connsiteX718" fmla="*/ 938963 w 1905657"/>
                <a:gd name="connsiteY718" fmla="*/ 50495 h 1221162"/>
                <a:gd name="connsiteX719" fmla="*/ 934992 w 1905657"/>
                <a:gd name="connsiteY719" fmla="*/ 51874 h 1221162"/>
                <a:gd name="connsiteX720" fmla="*/ 929943 w 1905657"/>
                <a:gd name="connsiteY720" fmla="*/ 47366 h 1221162"/>
                <a:gd name="connsiteX721" fmla="*/ 930347 w 1905657"/>
                <a:gd name="connsiteY721" fmla="*/ 45718 h 1221162"/>
                <a:gd name="connsiteX722" fmla="*/ 930347 w 1905657"/>
                <a:gd name="connsiteY722" fmla="*/ 43599 h 1221162"/>
                <a:gd name="connsiteX723" fmla="*/ 926645 w 1905657"/>
                <a:gd name="connsiteY723" fmla="*/ 42724 h 1221162"/>
                <a:gd name="connsiteX724" fmla="*/ 922506 w 1905657"/>
                <a:gd name="connsiteY724" fmla="*/ 42724 h 1221162"/>
                <a:gd name="connsiteX725" fmla="*/ 919746 w 1905657"/>
                <a:gd name="connsiteY725" fmla="*/ 47366 h 1221162"/>
                <a:gd name="connsiteX726" fmla="*/ 917558 w 1905657"/>
                <a:gd name="connsiteY726" fmla="*/ 48073 h 1221162"/>
                <a:gd name="connsiteX727" fmla="*/ 911703 w 1905657"/>
                <a:gd name="connsiteY727" fmla="*/ 50091 h 1221162"/>
                <a:gd name="connsiteX728" fmla="*/ 906688 w 1905657"/>
                <a:gd name="connsiteY728" fmla="*/ 51403 h 1221162"/>
                <a:gd name="connsiteX729" fmla="*/ 902784 w 1905657"/>
                <a:gd name="connsiteY729" fmla="*/ 51538 h 1221162"/>
                <a:gd name="connsiteX730" fmla="*/ 896322 w 1905657"/>
                <a:gd name="connsiteY730" fmla="*/ 52547 h 1221162"/>
                <a:gd name="connsiteX731" fmla="*/ 887707 w 1905657"/>
                <a:gd name="connsiteY731" fmla="*/ 54195 h 1221162"/>
                <a:gd name="connsiteX732" fmla="*/ 882120 w 1905657"/>
                <a:gd name="connsiteY732" fmla="*/ 53119 h 1221162"/>
                <a:gd name="connsiteX733" fmla="*/ 876163 w 1905657"/>
                <a:gd name="connsiteY733" fmla="*/ 51807 h 1221162"/>
                <a:gd name="connsiteX734" fmla="*/ 872832 w 1905657"/>
                <a:gd name="connsiteY734" fmla="*/ 47905 h 1221162"/>
                <a:gd name="connsiteX735" fmla="*/ 864721 w 1905657"/>
                <a:gd name="connsiteY735" fmla="*/ 48544 h 1221162"/>
                <a:gd name="connsiteX736" fmla="*/ 859639 w 1905657"/>
                <a:gd name="connsiteY736" fmla="*/ 50562 h 1221162"/>
                <a:gd name="connsiteX737" fmla="*/ 854927 w 1905657"/>
                <a:gd name="connsiteY737" fmla="*/ 53321 h 1221162"/>
                <a:gd name="connsiteX738" fmla="*/ 851394 w 1905657"/>
                <a:gd name="connsiteY738" fmla="*/ 53960 h 1221162"/>
                <a:gd name="connsiteX739" fmla="*/ 848668 w 1905657"/>
                <a:gd name="connsiteY739" fmla="*/ 49620 h 1221162"/>
                <a:gd name="connsiteX740" fmla="*/ 845841 w 1905657"/>
                <a:gd name="connsiteY740" fmla="*/ 47871 h 1221162"/>
                <a:gd name="connsiteX741" fmla="*/ 841163 w 1905657"/>
                <a:gd name="connsiteY741" fmla="*/ 49048 h 1221162"/>
                <a:gd name="connsiteX742" fmla="*/ 836720 w 1905657"/>
                <a:gd name="connsiteY742" fmla="*/ 51336 h 1221162"/>
                <a:gd name="connsiteX743" fmla="*/ 832480 w 1905657"/>
                <a:gd name="connsiteY743" fmla="*/ 53724 h 1221162"/>
                <a:gd name="connsiteX744" fmla="*/ 828239 w 1905657"/>
                <a:gd name="connsiteY744" fmla="*/ 54801 h 1221162"/>
                <a:gd name="connsiteX745" fmla="*/ 821609 w 1905657"/>
                <a:gd name="connsiteY745" fmla="*/ 54801 h 1221162"/>
                <a:gd name="connsiteX746" fmla="*/ 816729 w 1905657"/>
                <a:gd name="connsiteY746" fmla="*/ 54263 h 1221162"/>
                <a:gd name="connsiteX747" fmla="*/ 812287 w 1905657"/>
                <a:gd name="connsiteY747" fmla="*/ 56012 h 1221162"/>
                <a:gd name="connsiteX748" fmla="*/ 809898 w 1905657"/>
                <a:gd name="connsiteY748" fmla="*/ 60149 h 1221162"/>
                <a:gd name="connsiteX749" fmla="*/ 807172 w 1905657"/>
                <a:gd name="connsiteY749" fmla="*/ 65700 h 1221162"/>
                <a:gd name="connsiteX750" fmla="*/ 803907 w 1905657"/>
                <a:gd name="connsiteY750" fmla="*/ 68526 h 1221162"/>
                <a:gd name="connsiteX751" fmla="*/ 802056 w 1905657"/>
                <a:gd name="connsiteY751" fmla="*/ 71991 h 1221162"/>
                <a:gd name="connsiteX752" fmla="*/ 800003 w 1905657"/>
                <a:gd name="connsiteY752" fmla="*/ 75691 h 1221162"/>
                <a:gd name="connsiteX753" fmla="*/ 798152 w 1905657"/>
                <a:gd name="connsiteY753" fmla="*/ 77979 h 1221162"/>
                <a:gd name="connsiteX754" fmla="*/ 794888 w 1905657"/>
                <a:gd name="connsiteY754" fmla="*/ 82116 h 1221162"/>
                <a:gd name="connsiteX755" fmla="*/ 791287 w 1905657"/>
                <a:gd name="connsiteY755" fmla="*/ 84303 h 1221162"/>
                <a:gd name="connsiteX756" fmla="*/ 788022 w 1905657"/>
                <a:gd name="connsiteY756" fmla="*/ 85817 h 1221162"/>
                <a:gd name="connsiteX757" fmla="*/ 785431 w 1905657"/>
                <a:gd name="connsiteY757" fmla="*/ 86153 h 1221162"/>
                <a:gd name="connsiteX758" fmla="*/ 780012 w 1905657"/>
                <a:gd name="connsiteY758" fmla="*/ 86153 h 1221162"/>
                <a:gd name="connsiteX759" fmla="*/ 773281 w 1905657"/>
                <a:gd name="connsiteY759" fmla="*/ 86254 h 1221162"/>
                <a:gd name="connsiteX760" fmla="*/ 766853 w 1905657"/>
                <a:gd name="connsiteY760" fmla="*/ 86691 h 1221162"/>
                <a:gd name="connsiteX761" fmla="*/ 761199 w 1905657"/>
                <a:gd name="connsiteY761" fmla="*/ 87230 h 1221162"/>
                <a:gd name="connsiteX762" fmla="*/ 751641 w 1905657"/>
                <a:gd name="connsiteY762" fmla="*/ 90257 h 1221162"/>
                <a:gd name="connsiteX763" fmla="*/ 750564 w 1905657"/>
                <a:gd name="connsiteY763" fmla="*/ 92982 h 1221162"/>
                <a:gd name="connsiteX764" fmla="*/ 748411 w 1905657"/>
                <a:gd name="connsiteY764" fmla="*/ 95707 h 1221162"/>
                <a:gd name="connsiteX765" fmla="*/ 746896 w 1905657"/>
                <a:gd name="connsiteY765" fmla="*/ 96918 h 1221162"/>
                <a:gd name="connsiteX766" fmla="*/ 743295 w 1905657"/>
                <a:gd name="connsiteY766" fmla="*/ 96817 h 1221162"/>
                <a:gd name="connsiteX767" fmla="*/ 740367 w 1905657"/>
                <a:gd name="connsiteY767" fmla="*/ 96379 h 1221162"/>
                <a:gd name="connsiteX768" fmla="*/ 737641 w 1905657"/>
                <a:gd name="connsiteY768" fmla="*/ 94731 h 1221162"/>
                <a:gd name="connsiteX769" fmla="*/ 738617 w 1905657"/>
                <a:gd name="connsiteY769" fmla="*/ 93520 h 1221162"/>
                <a:gd name="connsiteX770" fmla="*/ 742084 w 1905657"/>
                <a:gd name="connsiteY770" fmla="*/ 91569 h 1221162"/>
                <a:gd name="connsiteX771" fmla="*/ 745011 w 1905657"/>
                <a:gd name="connsiteY771" fmla="*/ 88541 h 1221162"/>
                <a:gd name="connsiteX772" fmla="*/ 743834 w 1905657"/>
                <a:gd name="connsiteY772" fmla="*/ 86624 h 1221162"/>
                <a:gd name="connsiteX773" fmla="*/ 739593 w 1905657"/>
                <a:gd name="connsiteY773" fmla="*/ 86119 h 1221162"/>
                <a:gd name="connsiteX774" fmla="*/ 734713 w 1905657"/>
                <a:gd name="connsiteY774" fmla="*/ 86119 h 1221162"/>
                <a:gd name="connsiteX775" fmla="*/ 732223 w 1905657"/>
                <a:gd name="connsiteY775" fmla="*/ 85245 h 1221162"/>
                <a:gd name="connsiteX776" fmla="*/ 728184 w 1905657"/>
                <a:gd name="connsiteY776" fmla="*/ 81443 h 1221162"/>
                <a:gd name="connsiteX777" fmla="*/ 725357 w 1905657"/>
                <a:gd name="connsiteY777" fmla="*/ 79257 h 1221162"/>
                <a:gd name="connsiteX778" fmla="*/ 723170 w 1905657"/>
                <a:gd name="connsiteY778" fmla="*/ 76431 h 1221162"/>
                <a:gd name="connsiteX779" fmla="*/ 720881 w 1905657"/>
                <a:gd name="connsiteY779" fmla="*/ 72966 h 1221162"/>
                <a:gd name="connsiteX780" fmla="*/ 719131 w 1905657"/>
                <a:gd name="connsiteY780" fmla="*/ 70241 h 1221162"/>
                <a:gd name="connsiteX781" fmla="*/ 714251 w 1905657"/>
                <a:gd name="connsiteY781" fmla="*/ 67416 h 1221162"/>
                <a:gd name="connsiteX782" fmla="*/ 712299 w 1905657"/>
                <a:gd name="connsiteY782" fmla="*/ 68728 h 1221162"/>
                <a:gd name="connsiteX783" fmla="*/ 710886 w 1905657"/>
                <a:gd name="connsiteY783" fmla="*/ 71318 h 1221162"/>
                <a:gd name="connsiteX784" fmla="*/ 710112 w 1905657"/>
                <a:gd name="connsiteY784" fmla="*/ 74783 h 1221162"/>
                <a:gd name="connsiteX785" fmla="*/ 708698 w 1905657"/>
                <a:gd name="connsiteY785" fmla="*/ 77407 h 1221162"/>
                <a:gd name="connsiteX786" fmla="*/ 705333 w 1905657"/>
                <a:gd name="connsiteY786" fmla="*/ 77844 h 1221162"/>
                <a:gd name="connsiteX787" fmla="*/ 700756 w 1905657"/>
                <a:gd name="connsiteY787" fmla="*/ 76767 h 1221162"/>
                <a:gd name="connsiteX788" fmla="*/ 699914 w 1905657"/>
                <a:gd name="connsiteY788" fmla="*/ 76532 h 1221162"/>
                <a:gd name="connsiteX789" fmla="*/ 693284 w 1905657"/>
                <a:gd name="connsiteY789" fmla="*/ 76196 h 1221162"/>
                <a:gd name="connsiteX790" fmla="*/ 689683 w 1905657"/>
                <a:gd name="connsiteY790" fmla="*/ 76397 h 1221162"/>
                <a:gd name="connsiteX791" fmla="*/ 681640 w 1905657"/>
                <a:gd name="connsiteY791" fmla="*/ 80535 h 1221162"/>
                <a:gd name="connsiteX792" fmla="*/ 673697 w 1905657"/>
                <a:gd name="connsiteY792" fmla="*/ 81073 h 1221162"/>
                <a:gd name="connsiteX793" fmla="*/ 663803 w 1905657"/>
                <a:gd name="connsiteY793" fmla="*/ 83798 h 1221162"/>
                <a:gd name="connsiteX794" fmla="*/ 654885 w 1905657"/>
                <a:gd name="connsiteY794" fmla="*/ 82688 h 1221162"/>
                <a:gd name="connsiteX795" fmla="*/ 647918 w 1905657"/>
                <a:gd name="connsiteY795" fmla="*/ 81713 h 1221162"/>
                <a:gd name="connsiteX796" fmla="*/ 642601 w 1905657"/>
                <a:gd name="connsiteY796" fmla="*/ 82049 h 1221162"/>
                <a:gd name="connsiteX797" fmla="*/ 640413 w 1905657"/>
                <a:gd name="connsiteY797" fmla="*/ 84976 h 1221162"/>
                <a:gd name="connsiteX798" fmla="*/ 642601 w 1905657"/>
                <a:gd name="connsiteY798" fmla="*/ 87162 h 1221162"/>
                <a:gd name="connsiteX799" fmla="*/ 644654 w 1905657"/>
                <a:gd name="connsiteY799" fmla="*/ 90190 h 1221162"/>
                <a:gd name="connsiteX800" fmla="*/ 644654 w 1905657"/>
                <a:gd name="connsiteY800" fmla="*/ 91939 h 1221162"/>
                <a:gd name="connsiteX801" fmla="*/ 640951 w 1905657"/>
                <a:gd name="connsiteY801" fmla="*/ 92275 h 1221162"/>
                <a:gd name="connsiteX802" fmla="*/ 635197 w 1905657"/>
                <a:gd name="connsiteY802" fmla="*/ 91300 h 1221162"/>
                <a:gd name="connsiteX803" fmla="*/ 629980 w 1905657"/>
                <a:gd name="connsiteY803" fmla="*/ 91300 h 1221162"/>
                <a:gd name="connsiteX804" fmla="*/ 624562 w 1905657"/>
                <a:gd name="connsiteY804" fmla="*/ 92275 h 1221162"/>
                <a:gd name="connsiteX805" fmla="*/ 620759 w 1905657"/>
                <a:gd name="connsiteY805" fmla="*/ 92713 h 1221162"/>
                <a:gd name="connsiteX806" fmla="*/ 616182 w 1905657"/>
                <a:gd name="connsiteY806" fmla="*/ 93486 h 1221162"/>
                <a:gd name="connsiteX807" fmla="*/ 612816 w 1905657"/>
                <a:gd name="connsiteY807" fmla="*/ 93924 h 1221162"/>
                <a:gd name="connsiteX808" fmla="*/ 608811 w 1905657"/>
                <a:gd name="connsiteY808" fmla="*/ 94025 h 1221162"/>
                <a:gd name="connsiteX809" fmla="*/ 605345 w 1905657"/>
                <a:gd name="connsiteY809" fmla="*/ 93251 h 1221162"/>
                <a:gd name="connsiteX810" fmla="*/ 601004 w 1905657"/>
                <a:gd name="connsiteY810" fmla="*/ 91064 h 1221162"/>
                <a:gd name="connsiteX811" fmla="*/ 598816 w 1905657"/>
                <a:gd name="connsiteY811" fmla="*/ 89315 h 1221162"/>
                <a:gd name="connsiteX812" fmla="*/ 595888 w 1905657"/>
                <a:gd name="connsiteY812" fmla="*/ 87566 h 1221162"/>
                <a:gd name="connsiteX813" fmla="*/ 591109 w 1905657"/>
                <a:gd name="connsiteY813" fmla="*/ 86153 h 1221162"/>
                <a:gd name="connsiteX814" fmla="*/ 586431 w 1905657"/>
                <a:gd name="connsiteY814" fmla="*/ 86052 h 1221162"/>
                <a:gd name="connsiteX815" fmla="*/ 582090 w 1905657"/>
                <a:gd name="connsiteY815" fmla="*/ 86254 h 1221162"/>
                <a:gd name="connsiteX816" fmla="*/ 571657 w 1905657"/>
                <a:gd name="connsiteY816" fmla="*/ 85817 h 1221162"/>
                <a:gd name="connsiteX817" fmla="*/ 561998 w 1905657"/>
                <a:gd name="connsiteY817" fmla="*/ 85278 h 1221162"/>
                <a:gd name="connsiteX818" fmla="*/ 556512 w 1905657"/>
                <a:gd name="connsiteY818" fmla="*/ 84639 h 1221162"/>
                <a:gd name="connsiteX819" fmla="*/ 549512 w 1905657"/>
                <a:gd name="connsiteY819" fmla="*/ 82688 h 1221162"/>
                <a:gd name="connsiteX820" fmla="*/ 549512 w 1905657"/>
                <a:gd name="connsiteY820" fmla="*/ 79997 h 1221162"/>
                <a:gd name="connsiteX821" fmla="*/ 547897 w 1905657"/>
                <a:gd name="connsiteY821" fmla="*/ 75658 h 1221162"/>
                <a:gd name="connsiteX822" fmla="*/ 544195 w 1905657"/>
                <a:gd name="connsiteY822" fmla="*/ 73168 h 1221162"/>
                <a:gd name="connsiteX823" fmla="*/ 539954 w 1905657"/>
                <a:gd name="connsiteY823" fmla="*/ 72394 h 1221162"/>
                <a:gd name="connsiteX824" fmla="*/ 537026 w 1905657"/>
                <a:gd name="connsiteY824" fmla="*/ 71957 h 1221162"/>
                <a:gd name="connsiteX825" fmla="*/ 533324 w 1905657"/>
                <a:gd name="connsiteY825" fmla="*/ 71856 h 1221162"/>
                <a:gd name="connsiteX826" fmla="*/ 525180 w 1905657"/>
                <a:gd name="connsiteY826" fmla="*/ 71318 h 1221162"/>
                <a:gd name="connsiteX827" fmla="*/ 521377 w 1905657"/>
                <a:gd name="connsiteY827" fmla="*/ 69905 h 1221162"/>
                <a:gd name="connsiteX828" fmla="*/ 516160 w 1905657"/>
                <a:gd name="connsiteY828" fmla="*/ 68055 h 1221162"/>
                <a:gd name="connsiteX829" fmla="*/ 514107 w 1905657"/>
                <a:gd name="connsiteY829" fmla="*/ 66205 h 1221162"/>
                <a:gd name="connsiteX830" fmla="*/ 511920 w 1905657"/>
                <a:gd name="connsiteY830" fmla="*/ 64792 h 1221162"/>
                <a:gd name="connsiteX831" fmla="*/ 510405 w 1905657"/>
                <a:gd name="connsiteY831" fmla="*/ 62942 h 1221162"/>
                <a:gd name="connsiteX832" fmla="*/ 509766 w 1905657"/>
                <a:gd name="connsiteY832" fmla="*/ 60217 h 1221162"/>
                <a:gd name="connsiteX833" fmla="*/ 508352 w 1905657"/>
                <a:gd name="connsiteY833" fmla="*/ 56416 h 1221162"/>
                <a:gd name="connsiteX834" fmla="*/ 506064 w 1905657"/>
                <a:gd name="connsiteY834" fmla="*/ 52715 h 1221162"/>
                <a:gd name="connsiteX835" fmla="*/ 506064 w 1905657"/>
                <a:gd name="connsiteY835" fmla="*/ 48712 h 1221162"/>
                <a:gd name="connsiteX836" fmla="*/ 507376 w 1905657"/>
                <a:gd name="connsiteY836" fmla="*/ 45684 h 1221162"/>
                <a:gd name="connsiteX837" fmla="*/ 507814 w 1905657"/>
                <a:gd name="connsiteY837" fmla="*/ 40369 h 1221162"/>
                <a:gd name="connsiteX838" fmla="*/ 508352 w 1905657"/>
                <a:gd name="connsiteY838" fmla="*/ 36030 h 1221162"/>
                <a:gd name="connsiteX839" fmla="*/ 507713 w 1905657"/>
                <a:gd name="connsiteY839" fmla="*/ 33843 h 1221162"/>
                <a:gd name="connsiteX840" fmla="*/ 505324 w 1905657"/>
                <a:gd name="connsiteY840" fmla="*/ 32094 h 1221162"/>
                <a:gd name="connsiteX841" fmla="*/ 500646 w 1905657"/>
                <a:gd name="connsiteY841" fmla="*/ 28495 h 1221162"/>
                <a:gd name="connsiteX842" fmla="*/ 498021 w 1905657"/>
                <a:gd name="connsiteY842" fmla="*/ 27082 h 1221162"/>
                <a:gd name="connsiteX843" fmla="*/ 495093 w 1905657"/>
                <a:gd name="connsiteY843" fmla="*/ 27082 h 1221162"/>
                <a:gd name="connsiteX844" fmla="*/ 492602 w 1905657"/>
                <a:gd name="connsiteY844" fmla="*/ 28394 h 1221162"/>
                <a:gd name="connsiteX845" fmla="*/ 491290 w 1905657"/>
                <a:gd name="connsiteY845" fmla="*/ 30580 h 1221162"/>
                <a:gd name="connsiteX846" fmla="*/ 490314 w 1905657"/>
                <a:gd name="connsiteY846" fmla="*/ 32430 h 1221162"/>
                <a:gd name="connsiteX847" fmla="*/ 487386 w 1905657"/>
                <a:gd name="connsiteY847" fmla="*/ 32767 h 1221162"/>
                <a:gd name="connsiteX848" fmla="*/ 482708 w 1905657"/>
                <a:gd name="connsiteY848" fmla="*/ 31690 h 1221162"/>
                <a:gd name="connsiteX849" fmla="*/ 478804 w 1905657"/>
                <a:gd name="connsiteY849" fmla="*/ 29066 h 1221162"/>
                <a:gd name="connsiteX850" fmla="*/ 476212 w 1905657"/>
                <a:gd name="connsiteY850" fmla="*/ 25703 h 1221162"/>
                <a:gd name="connsiteX851" fmla="*/ 475438 w 1905657"/>
                <a:gd name="connsiteY851" fmla="*/ 24626 h 1221162"/>
                <a:gd name="connsiteX852" fmla="*/ 472611 w 1905657"/>
                <a:gd name="connsiteY852" fmla="*/ 22776 h 1221162"/>
                <a:gd name="connsiteX853" fmla="*/ 470323 w 1905657"/>
                <a:gd name="connsiteY853" fmla="*/ 21027 h 1221162"/>
                <a:gd name="connsiteX854" fmla="*/ 466621 w 1905657"/>
                <a:gd name="connsiteY854" fmla="*/ 19614 h 1221162"/>
                <a:gd name="connsiteX855" fmla="*/ 461505 w 1905657"/>
                <a:gd name="connsiteY855" fmla="*/ 19076 h 1221162"/>
                <a:gd name="connsiteX856" fmla="*/ 456726 w 1905657"/>
                <a:gd name="connsiteY856" fmla="*/ 19076 h 1221162"/>
                <a:gd name="connsiteX857" fmla="*/ 452284 w 1905657"/>
                <a:gd name="connsiteY857" fmla="*/ 19076 h 1221162"/>
                <a:gd name="connsiteX858" fmla="*/ 448818 w 1905657"/>
                <a:gd name="connsiteY858" fmla="*/ 18975 h 1221162"/>
                <a:gd name="connsiteX859" fmla="*/ 446967 w 1905657"/>
                <a:gd name="connsiteY859" fmla="*/ 21262 h 1221162"/>
                <a:gd name="connsiteX860" fmla="*/ 446967 w 1905657"/>
                <a:gd name="connsiteY860" fmla="*/ 22675 h 1221162"/>
                <a:gd name="connsiteX861" fmla="*/ 449995 w 1905657"/>
                <a:gd name="connsiteY861" fmla="*/ 25265 h 1221162"/>
                <a:gd name="connsiteX862" fmla="*/ 450197 w 1905657"/>
                <a:gd name="connsiteY862" fmla="*/ 26342 h 1221162"/>
                <a:gd name="connsiteX863" fmla="*/ 449423 w 1905657"/>
                <a:gd name="connsiteY863" fmla="*/ 27216 h 1221162"/>
                <a:gd name="connsiteX864" fmla="*/ 446933 w 1905657"/>
                <a:gd name="connsiteY864" fmla="*/ 29403 h 1221162"/>
                <a:gd name="connsiteX865" fmla="*/ 445957 w 1905657"/>
                <a:gd name="connsiteY865" fmla="*/ 30614 h 1221162"/>
                <a:gd name="connsiteX866" fmla="*/ 444442 w 1905657"/>
                <a:gd name="connsiteY866" fmla="*/ 31489 h 1221162"/>
                <a:gd name="connsiteX867" fmla="*/ 441514 w 1905657"/>
                <a:gd name="connsiteY867" fmla="*/ 32700 h 1221162"/>
                <a:gd name="connsiteX868" fmla="*/ 439865 w 1905657"/>
                <a:gd name="connsiteY868" fmla="*/ 33137 h 1221162"/>
                <a:gd name="connsiteX869" fmla="*/ 438014 w 1905657"/>
                <a:gd name="connsiteY869" fmla="*/ 34112 h 1221162"/>
                <a:gd name="connsiteX870" fmla="*/ 435288 w 1905657"/>
                <a:gd name="connsiteY870" fmla="*/ 34886 h 1221162"/>
                <a:gd name="connsiteX871" fmla="*/ 430812 w 1905657"/>
                <a:gd name="connsiteY871" fmla="*/ 35660 h 1221162"/>
                <a:gd name="connsiteX872" fmla="*/ 427985 w 1905657"/>
                <a:gd name="connsiteY872" fmla="*/ 36097 h 1221162"/>
                <a:gd name="connsiteX873" fmla="*/ 426235 w 1905657"/>
                <a:gd name="connsiteY873" fmla="*/ 37947 h 1221162"/>
                <a:gd name="connsiteX874" fmla="*/ 421658 w 1905657"/>
                <a:gd name="connsiteY874" fmla="*/ 39798 h 1221162"/>
                <a:gd name="connsiteX875" fmla="*/ 419605 w 1905657"/>
                <a:gd name="connsiteY875" fmla="*/ 42085 h 1221162"/>
                <a:gd name="connsiteX876" fmla="*/ 417115 w 1905657"/>
                <a:gd name="connsiteY876" fmla="*/ 45449 h 1221162"/>
                <a:gd name="connsiteX877" fmla="*/ 415802 w 1905657"/>
                <a:gd name="connsiteY877" fmla="*/ 47736 h 1221162"/>
                <a:gd name="connsiteX878" fmla="*/ 413312 w 1905657"/>
                <a:gd name="connsiteY878" fmla="*/ 49048 h 1221162"/>
                <a:gd name="connsiteX879" fmla="*/ 408735 w 1905657"/>
                <a:gd name="connsiteY879" fmla="*/ 50360 h 1221162"/>
                <a:gd name="connsiteX880" fmla="*/ 402643 w 1905657"/>
                <a:gd name="connsiteY880" fmla="*/ 50562 h 1221162"/>
                <a:gd name="connsiteX881" fmla="*/ 398605 w 1905657"/>
                <a:gd name="connsiteY881" fmla="*/ 51000 h 1221162"/>
                <a:gd name="connsiteX882" fmla="*/ 394364 w 1905657"/>
                <a:gd name="connsiteY882" fmla="*/ 51201 h 1221162"/>
                <a:gd name="connsiteX883" fmla="*/ 390326 w 1905657"/>
                <a:gd name="connsiteY883" fmla="*/ 51302 h 1221162"/>
                <a:gd name="connsiteX884" fmla="*/ 385883 w 1905657"/>
                <a:gd name="connsiteY884" fmla="*/ 51403 h 1221162"/>
                <a:gd name="connsiteX885" fmla="*/ 381744 w 1905657"/>
                <a:gd name="connsiteY885" fmla="*/ 49217 h 1221162"/>
                <a:gd name="connsiteX886" fmla="*/ 374037 w 1905657"/>
                <a:gd name="connsiteY886" fmla="*/ 48678 h 1221162"/>
                <a:gd name="connsiteX887" fmla="*/ 368619 w 1905657"/>
                <a:gd name="connsiteY887" fmla="*/ 45853 h 1221162"/>
                <a:gd name="connsiteX888" fmla="*/ 368619 w 1905657"/>
                <a:gd name="connsiteY888" fmla="*/ 41816 h 1221162"/>
                <a:gd name="connsiteX889" fmla="*/ 367104 w 1905657"/>
                <a:gd name="connsiteY889" fmla="*/ 38889 h 1221162"/>
                <a:gd name="connsiteX890" fmla="*/ 364378 w 1905657"/>
                <a:gd name="connsiteY890" fmla="*/ 35189 h 1221162"/>
                <a:gd name="connsiteX891" fmla="*/ 360474 w 1905657"/>
                <a:gd name="connsiteY891" fmla="*/ 32901 h 1221162"/>
                <a:gd name="connsiteX892" fmla="*/ 353844 w 1905657"/>
                <a:gd name="connsiteY892" fmla="*/ 30849 h 1221162"/>
                <a:gd name="connsiteX893" fmla="*/ 350681 w 1905657"/>
                <a:gd name="connsiteY893" fmla="*/ 30513 h 1221162"/>
                <a:gd name="connsiteX894" fmla="*/ 345666 w 1905657"/>
                <a:gd name="connsiteY894" fmla="*/ 28999 h 1221162"/>
                <a:gd name="connsiteX895" fmla="*/ 339036 w 1905657"/>
                <a:gd name="connsiteY895" fmla="*/ 25837 h 1221162"/>
                <a:gd name="connsiteX896" fmla="*/ 338397 w 1905657"/>
                <a:gd name="connsiteY896" fmla="*/ 24525 h 1221162"/>
                <a:gd name="connsiteX897" fmla="*/ 335233 w 1905657"/>
                <a:gd name="connsiteY897" fmla="*/ 21800 h 1221162"/>
                <a:gd name="connsiteX898" fmla="*/ 332070 w 1905657"/>
                <a:gd name="connsiteY898" fmla="*/ 19311 h 1221162"/>
                <a:gd name="connsiteX899" fmla="*/ 329478 w 1905657"/>
                <a:gd name="connsiteY899" fmla="*/ 19513 h 1221162"/>
                <a:gd name="connsiteX900" fmla="*/ 328603 w 1905657"/>
                <a:gd name="connsiteY900" fmla="*/ 21363 h 1221162"/>
                <a:gd name="connsiteX901" fmla="*/ 328603 w 1905657"/>
                <a:gd name="connsiteY901" fmla="*/ 22675 h 1221162"/>
                <a:gd name="connsiteX902" fmla="*/ 329243 w 1905657"/>
                <a:gd name="connsiteY902" fmla="*/ 25837 h 1221162"/>
                <a:gd name="connsiteX903" fmla="*/ 328603 w 1905657"/>
                <a:gd name="connsiteY903" fmla="*/ 26611 h 1221162"/>
                <a:gd name="connsiteX904" fmla="*/ 325675 w 1905657"/>
                <a:gd name="connsiteY904" fmla="*/ 27586 h 1221162"/>
                <a:gd name="connsiteX905" fmla="*/ 324464 w 1905657"/>
                <a:gd name="connsiteY905" fmla="*/ 28225 h 1221162"/>
                <a:gd name="connsiteX906" fmla="*/ 321199 w 1905657"/>
                <a:gd name="connsiteY906" fmla="*/ 28764 h 1221162"/>
                <a:gd name="connsiteX907" fmla="*/ 319012 w 1905657"/>
                <a:gd name="connsiteY907" fmla="*/ 28764 h 1221162"/>
                <a:gd name="connsiteX908" fmla="*/ 312045 w 1905657"/>
                <a:gd name="connsiteY908" fmla="*/ 23550 h 1221162"/>
                <a:gd name="connsiteX909" fmla="*/ 309016 w 1905657"/>
                <a:gd name="connsiteY909" fmla="*/ 20623 h 1221162"/>
                <a:gd name="connsiteX910" fmla="*/ 303901 w 1905657"/>
                <a:gd name="connsiteY910" fmla="*/ 17259 h 1221162"/>
                <a:gd name="connsiteX911" fmla="*/ 299559 w 1905657"/>
                <a:gd name="connsiteY911" fmla="*/ 13693 h 1221162"/>
                <a:gd name="connsiteX912" fmla="*/ 295319 w 1905657"/>
                <a:gd name="connsiteY912" fmla="*/ 10430 h 1221162"/>
                <a:gd name="connsiteX913" fmla="*/ 291718 w 1905657"/>
                <a:gd name="connsiteY913" fmla="*/ 8143 h 1221162"/>
                <a:gd name="connsiteX914" fmla="*/ 289026 w 1905657"/>
                <a:gd name="connsiteY914" fmla="*/ 5317 h 1221162"/>
                <a:gd name="connsiteX915" fmla="*/ 288487 w 1905657"/>
                <a:gd name="connsiteY915" fmla="*/ 3265 h 1221162"/>
                <a:gd name="connsiteX916" fmla="*/ 287713 w 1905657"/>
                <a:gd name="connsiteY916" fmla="*/ 1583 h 1221162"/>
                <a:gd name="connsiteX917" fmla="*/ 284886 w 1905657"/>
                <a:gd name="connsiteY917" fmla="*/ 977 h 1221162"/>
                <a:gd name="connsiteX918" fmla="*/ 282497 w 1905657"/>
                <a:gd name="connsiteY918" fmla="*/ 977 h 1221162"/>
                <a:gd name="connsiteX919" fmla="*/ 279468 w 1905657"/>
                <a:gd name="connsiteY919" fmla="*/ 204 h 1221162"/>
                <a:gd name="connsiteX920" fmla="*/ 276304 w 1905657"/>
                <a:gd name="connsiteY920" fmla="*/ 1078 h 1221162"/>
                <a:gd name="connsiteX921" fmla="*/ 273275 w 1905657"/>
                <a:gd name="connsiteY921" fmla="*/ 1617 h 1221162"/>
                <a:gd name="connsiteX922" fmla="*/ 269270 w 1905657"/>
                <a:gd name="connsiteY922" fmla="*/ 3130 h 1221162"/>
                <a:gd name="connsiteX923" fmla="*/ 265905 w 1905657"/>
                <a:gd name="connsiteY923" fmla="*/ 4207 h 1221162"/>
                <a:gd name="connsiteX924" fmla="*/ 262304 w 1905657"/>
                <a:gd name="connsiteY924" fmla="*/ 4981 h 1221162"/>
                <a:gd name="connsiteX925" fmla="*/ 259813 w 1905657"/>
                <a:gd name="connsiteY925" fmla="*/ 6494 h 1221162"/>
                <a:gd name="connsiteX926" fmla="*/ 257760 w 1905657"/>
                <a:gd name="connsiteY926" fmla="*/ 9522 h 1221162"/>
                <a:gd name="connsiteX927" fmla="*/ 257323 w 1905657"/>
                <a:gd name="connsiteY927" fmla="*/ 11910 h 1221162"/>
                <a:gd name="connsiteX928" fmla="*/ 257323 w 1905657"/>
                <a:gd name="connsiteY928" fmla="*/ 15712 h 1221162"/>
                <a:gd name="connsiteX929" fmla="*/ 258400 w 1905657"/>
                <a:gd name="connsiteY929" fmla="*/ 18739 h 1221162"/>
                <a:gd name="connsiteX930" fmla="*/ 258063 w 1905657"/>
                <a:gd name="connsiteY930" fmla="*/ 20926 h 1221162"/>
                <a:gd name="connsiteX931" fmla="*/ 257289 w 1905657"/>
                <a:gd name="connsiteY931" fmla="*/ 22137 h 1221162"/>
                <a:gd name="connsiteX932" fmla="*/ 253688 w 1905657"/>
                <a:gd name="connsiteY932" fmla="*/ 24963 h 1221162"/>
                <a:gd name="connsiteX933" fmla="*/ 251635 w 1905657"/>
                <a:gd name="connsiteY933" fmla="*/ 26174 h 1221162"/>
                <a:gd name="connsiteX934" fmla="*/ 247731 w 1905657"/>
                <a:gd name="connsiteY934" fmla="*/ 28125 h 1221162"/>
                <a:gd name="connsiteX935" fmla="*/ 245140 w 1905657"/>
                <a:gd name="connsiteY935" fmla="*/ 29201 h 1221162"/>
                <a:gd name="connsiteX936" fmla="*/ 243289 w 1905657"/>
                <a:gd name="connsiteY936" fmla="*/ 30614 h 1221162"/>
                <a:gd name="connsiteX937" fmla="*/ 241976 w 1905657"/>
                <a:gd name="connsiteY937" fmla="*/ 34314 h 1221162"/>
                <a:gd name="connsiteX938" fmla="*/ 237097 w 1905657"/>
                <a:gd name="connsiteY938" fmla="*/ 36938 h 1221162"/>
                <a:gd name="connsiteX939" fmla="*/ 234270 w 1905657"/>
                <a:gd name="connsiteY939" fmla="*/ 38250 h 1221162"/>
                <a:gd name="connsiteX940" fmla="*/ 230029 w 1905657"/>
                <a:gd name="connsiteY940" fmla="*/ 42590 h 1221162"/>
                <a:gd name="connsiteX941" fmla="*/ 228178 w 1905657"/>
                <a:gd name="connsiteY941" fmla="*/ 45180 h 1221162"/>
                <a:gd name="connsiteX942" fmla="*/ 223837 w 1905657"/>
                <a:gd name="connsiteY942" fmla="*/ 48544 h 1221162"/>
                <a:gd name="connsiteX943" fmla="*/ 215894 w 1905657"/>
                <a:gd name="connsiteY943" fmla="*/ 48914 h 1221162"/>
                <a:gd name="connsiteX944" fmla="*/ 212529 w 1905657"/>
                <a:gd name="connsiteY944" fmla="*/ 49620 h 1221162"/>
                <a:gd name="connsiteX945" fmla="*/ 207750 w 1905657"/>
                <a:gd name="connsiteY945" fmla="*/ 49620 h 1221162"/>
                <a:gd name="connsiteX946" fmla="*/ 203711 w 1905657"/>
                <a:gd name="connsiteY946" fmla="*/ 53220 h 1221162"/>
                <a:gd name="connsiteX947" fmla="*/ 200548 w 1905657"/>
                <a:gd name="connsiteY947" fmla="*/ 56382 h 1221162"/>
                <a:gd name="connsiteX948" fmla="*/ 197081 w 1905657"/>
                <a:gd name="connsiteY948" fmla="*/ 61226 h 1221162"/>
                <a:gd name="connsiteX949" fmla="*/ 190990 w 1905657"/>
                <a:gd name="connsiteY949" fmla="*/ 61226 h 1221162"/>
                <a:gd name="connsiteX950" fmla="*/ 178268 w 1905657"/>
                <a:gd name="connsiteY950" fmla="*/ 61932 h 1221162"/>
                <a:gd name="connsiteX951" fmla="*/ 174028 w 1905657"/>
                <a:gd name="connsiteY951" fmla="*/ 61831 h 1221162"/>
                <a:gd name="connsiteX952" fmla="*/ 170427 w 1905657"/>
                <a:gd name="connsiteY952" fmla="*/ 60957 h 1221162"/>
                <a:gd name="connsiteX953" fmla="*/ 165749 w 1905657"/>
                <a:gd name="connsiteY953" fmla="*/ 61831 h 1221162"/>
                <a:gd name="connsiteX954" fmla="*/ 162518 w 1905657"/>
                <a:gd name="connsiteY954" fmla="*/ 61831 h 1221162"/>
                <a:gd name="connsiteX955" fmla="*/ 158076 w 1905657"/>
                <a:gd name="connsiteY955" fmla="*/ 65969 h 1221162"/>
                <a:gd name="connsiteX956" fmla="*/ 153196 w 1905657"/>
                <a:gd name="connsiteY956" fmla="*/ 68694 h 1221162"/>
                <a:gd name="connsiteX957" fmla="*/ 150369 w 1905657"/>
                <a:gd name="connsiteY957" fmla="*/ 70746 h 1221162"/>
                <a:gd name="connsiteX958" fmla="*/ 147003 w 1905657"/>
                <a:gd name="connsiteY958" fmla="*/ 72260 h 1221162"/>
                <a:gd name="connsiteX959" fmla="*/ 141787 w 1905657"/>
                <a:gd name="connsiteY959" fmla="*/ 71923 h 1221162"/>
                <a:gd name="connsiteX960" fmla="*/ 137782 w 1905657"/>
                <a:gd name="connsiteY960" fmla="*/ 72024 h 1221162"/>
                <a:gd name="connsiteX961" fmla="*/ 130815 w 1905657"/>
                <a:gd name="connsiteY961" fmla="*/ 72226 h 1221162"/>
                <a:gd name="connsiteX962" fmla="*/ 125700 w 1905657"/>
                <a:gd name="connsiteY962" fmla="*/ 73303 h 1221162"/>
                <a:gd name="connsiteX963" fmla="*/ 120685 w 1905657"/>
                <a:gd name="connsiteY963" fmla="*/ 73202 h 1221162"/>
                <a:gd name="connsiteX964" fmla="*/ 120147 w 1905657"/>
                <a:gd name="connsiteY964" fmla="*/ 77676 h 1221162"/>
                <a:gd name="connsiteX965" fmla="*/ 117926 w 1905657"/>
                <a:gd name="connsiteY965" fmla="*/ 79190 h 1221162"/>
                <a:gd name="connsiteX966" fmla="*/ 112978 w 1905657"/>
                <a:gd name="connsiteY966" fmla="*/ 82789 h 1221162"/>
                <a:gd name="connsiteX967" fmla="*/ 112978 w 1905657"/>
                <a:gd name="connsiteY967" fmla="*/ 85278 h 1221162"/>
                <a:gd name="connsiteX968" fmla="*/ 109950 w 1905657"/>
                <a:gd name="connsiteY968" fmla="*/ 87330 h 1221162"/>
                <a:gd name="connsiteX969" fmla="*/ 108435 w 1905657"/>
                <a:gd name="connsiteY969" fmla="*/ 88642 h 1221162"/>
                <a:gd name="connsiteX970" fmla="*/ 106685 w 1905657"/>
                <a:gd name="connsiteY970" fmla="*/ 90156 h 1221162"/>
                <a:gd name="connsiteX971" fmla="*/ 103959 w 1905657"/>
                <a:gd name="connsiteY971" fmla="*/ 91132 h 1221162"/>
                <a:gd name="connsiteX972" fmla="*/ 100358 w 1905657"/>
                <a:gd name="connsiteY972" fmla="*/ 92511 h 1221162"/>
                <a:gd name="connsiteX973" fmla="*/ 95882 w 1905657"/>
                <a:gd name="connsiteY973" fmla="*/ 93217 h 1221162"/>
                <a:gd name="connsiteX974" fmla="*/ 91978 w 1905657"/>
                <a:gd name="connsiteY974" fmla="*/ 94092 h 1221162"/>
                <a:gd name="connsiteX975" fmla="*/ 88209 w 1905657"/>
                <a:gd name="connsiteY975" fmla="*/ 94529 h 1221162"/>
                <a:gd name="connsiteX976" fmla="*/ 85314 w 1905657"/>
                <a:gd name="connsiteY976" fmla="*/ 95101 h 1221162"/>
                <a:gd name="connsiteX977" fmla="*/ 82723 w 1905657"/>
                <a:gd name="connsiteY977" fmla="*/ 95404 h 1221162"/>
                <a:gd name="connsiteX978" fmla="*/ 81713 w 1905657"/>
                <a:gd name="connsiteY978" fmla="*/ 96413 h 1221162"/>
                <a:gd name="connsiteX979" fmla="*/ 82285 w 1905657"/>
                <a:gd name="connsiteY979" fmla="*/ 99609 h 1221162"/>
                <a:gd name="connsiteX980" fmla="*/ 82588 w 1905657"/>
                <a:gd name="connsiteY980" fmla="*/ 103814 h 1221162"/>
                <a:gd name="connsiteX981" fmla="*/ 84776 w 1905657"/>
                <a:gd name="connsiteY981" fmla="*/ 108019 h 1221162"/>
                <a:gd name="connsiteX982" fmla="*/ 85348 w 1905657"/>
                <a:gd name="connsiteY982" fmla="*/ 110777 h 1221162"/>
                <a:gd name="connsiteX983" fmla="*/ 85651 w 1905657"/>
                <a:gd name="connsiteY983" fmla="*/ 116731 h 1221162"/>
                <a:gd name="connsiteX984" fmla="*/ 85213 w 1905657"/>
                <a:gd name="connsiteY984" fmla="*/ 124973 h 1221162"/>
                <a:gd name="connsiteX985" fmla="*/ 81747 w 1905657"/>
                <a:gd name="connsiteY985" fmla="*/ 129010 h 1221162"/>
                <a:gd name="connsiteX986" fmla="*/ 81747 w 1905657"/>
                <a:gd name="connsiteY986" fmla="*/ 133921 h 1221162"/>
                <a:gd name="connsiteX987" fmla="*/ 79559 w 1905657"/>
                <a:gd name="connsiteY987" fmla="*/ 135670 h 1221162"/>
                <a:gd name="connsiteX988" fmla="*/ 76531 w 1905657"/>
                <a:gd name="connsiteY988" fmla="*/ 138429 h 1221162"/>
                <a:gd name="connsiteX989" fmla="*/ 74848 w 1905657"/>
                <a:gd name="connsiteY989" fmla="*/ 141894 h 1221162"/>
                <a:gd name="connsiteX990" fmla="*/ 73030 w 1905657"/>
                <a:gd name="connsiteY990" fmla="*/ 145224 h 1221162"/>
                <a:gd name="connsiteX991" fmla="*/ 73030 w 1905657"/>
                <a:gd name="connsiteY991" fmla="*/ 147848 h 1221162"/>
                <a:gd name="connsiteX992" fmla="*/ 73030 w 1905657"/>
                <a:gd name="connsiteY992" fmla="*/ 153062 h 1221162"/>
                <a:gd name="connsiteX993" fmla="*/ 76800 w 1905657"/>
                <a:gd name="connsiteY993" fmla="*/ 161169 h 1221162"/>
                <a:gd name="connsiteX994" fmla="*/ 83329 w 1905657"/>
                <a:gd name="connsiteY994" fmla="*/ 175365 h 1221162"/>
                <a:gd name="connsiteX995" fmla="*/ 85516 w 1905657"/>
                <a:gd name="connsiteY995" fmla="*/ 179268 h 1221162"/>
                <a:gd name="connsiteX996" fmla="*/ 86526 w 1905657"/>
                <a:gd name="connsiteY996" fmla="*/ 183472 h 1221162"/>
                <a:gd name="connsiteX997" fmla="*/ 87536 w 1905657"/>
                <a:gd name="connsiteY997" fmla="*/ 188687 h 1221162"/>
                <a:gd name="connsiteX998" fmla="*/ 88983 w 1905657"/>
                <a:gd name="connsiteY998" fmla="*/ 192892 h 1221162"/>
                <a:gd name="connsiteX999" fmla="*/ 89689 w 1905657"/>
                <a:gd name="connsiteY999" fmla="*/ 194641 h 1221162"/>
                <a:gd name="connsiteX1000" fmla="*/ 91877 w 1905657"/>
                <a:gd name="connsiteY1000" fmla="*/ 198106 h 1221162"/>
                <a:gd name="connsiteX1001" fmla="*/ 97968 w 1905657"/>
                <a:gd name="connsiteY1001" fmla="*/ 204632 h 1221162"/>
                <a:gd name="connsiteX1002" fmla="*/ 99483 w 1905657"/>
                <a:gd name="connsiteY1002" fmla="*/ 206818 h 1221162"/>
                <a:gd name="connsiteX1003" fmla="*/ 100863 w 1905657"/>
                <a:gd name="connsiteY1003" fmla="*/ 209577 h 1221162"/>
                <a:gd name="connsiteX1004" fmla="*/ 100863 w 1905657"/>
                <a:gd name="connsiteY1004" fmla="*/ 212201 h 1221162"/>
                <a:gd name="connsiteX1005" fmla="*/ 98978 w 1905657"/>
                <a:gd name="connsiteY1005" fmla="*/ 216540 h 1221162"/>
                <a:gd name="connsiteX1006" fmla="*/ 97228 w 1905657"/>
                <a:gd name="connsiteY1006" fmla="*/ 221317 h 1221162"/>
                <a:gd name="connsiteX1007" fmla="*/ 95916 w 1905657"/>
                <a:gd name="connsiteY1007" fmla="*/ 223638 h 1221162"/>
                <a:gd name="connsiteX1008" fmla="*/ 95343 w 1905657"/>
                <a:gd name="connsiteY1008" fmla="*/ 226666 h 1221162"/>
                <a:gd name="connsiteX1009" fmla="*/ 96925 w 1905657"/>
                <a:gd name="connsiteY1009" fmla="*/ 233192 h 1221162"/>
                <a:gd name="connsiteX1010" fmla="*/ 98372 w 1905657"/>
                <a:gd name="connsiteY1010" fmla="*/ 240424 h 1221162"/>
                <a:gd name="connsiteX1011" fmla="*/ 97632 w 1905657"/>
                <a:gd name="connsiteY1011" fmla="*/ 244629 h 1221162"/>
                <a:gd name="connsiteX1012" fmla="*/ 95613 w 1905657"/>
                <a:gd name="connsiteY1012" fmla="*/ 246076 h 1221162"/>
                <a:gd name="connsiteX1013" fmla="*/ 95613 w 1905657"/>
                <a:gd name="connsiteY1013" fmla="*/ 246950 h 1221162"/>
                <a:gd name="connsiteX1014" fmla="*/ 95613 w 1905657"/>
                <a:gd name="connsiteY1014" fmla="*/ 250415 h 1221162"/>
                <a:gd name="connsiteX1015" fmla="*/ 94872 w 1905657"/>
                <a:gd name="connsiteY1015" fmla="*/ 253308 h 1221162"/>
                <a:gd name="connsiteX1016" fmla="*/ 93863 w 1905657"/>
                <a:gd name="connsiteY1016" fmla="*/ 257648 h 1221162"/>
                <a:gd name="connsiteX1017" fmla="*/ 94166 w 1905657"/>
                <a:gd name="connsiteY1017" fmla="*/ 260541 h 1221162"/>
                <a:gd name="connsiteX1018" fmla="*/ 94166 w 1905657"/>
                <a:gd name="connsiteY1018" fmla="*/ 262727 h 1221162"/>
                <a:gd name="connsiteX1019" fmla="*/ 93425 w 1905657"/>
                <a:gd name="connsiteY1019" fmla="*/ 265351 h 1221162"/>
                <a:gd name="connsiteX1020" fmla="*/ 93291 w 1905657"/>
                <a:gd name="connsiteY1020" fmla="*/ 267370 h 1221162"/>
                <a:gd name="connsiteX1021" fmla="*/ 91978 w 1905657"/>
                <a:gd name="connsiteY1021" fmla="*/ 270566 h 1221162"/>
                <a:gd name="connsiteX1022" fmla="*/ 89521 w 1905657"/>
                <a:gd name="connsiteY1022" fmla="*/ 274198 h 1221162"/>
                <a:gd name="connsiteX1023" fmla="*/ 87334 w 1905657"/>
                <a:gd name="connsiteY1023" fmla="*/ 276217 h 1221162"/>
                <a:gd name="connsiteX1024" fmla="*/ 84305 w 1905657"/>
                <a:gd name="connsiteY1024" fmla="*/ 278841 h 1221162"/>
                <a:gd name="connsiteX1025" fmla="*/ 80670 w 1905657"/>
                <a:gd name="connsiteY1025" fmla="*/ 281734 h 1221162"/>
                <a:gd name="connsiteX1026" fmla="*/ 78079 w 1905657"/>
                <a:gd name="connsiteY1026" fmla="*/ 283483 h 1221162"/>
                <a:gd name="connsiteX1027" fmla="*/ 75117 w 1905657"/>
                <a:gd name="connsiteY1027" fmla="*/ 284190 h 1221162"/>
                <a:gd name="connsiteX1028" fmla="*/ 73030 w 1905657"/>
                <a:gd name="connsiteY1028" fmla="*/ 287654 h 1221162"/>
                <a:gd name="connsiteX1029" fmla="*/ 73030 w 1905657"/>
                <a:gd name="connsiteY1029" fmla="*/ 288664 h 1221162"/>
                <a:gd name="connsiteX1030" fmla="*/ 72155 w 1905657"/>
                <a:gd name="connsiteY1030" fmla="*/ 289975 h 1221162"/>
                <a:gd name="connsiteX1031" fmla="*/ 70641 w 1905657"/>
                <a:gd name="connsiteY1031" fmla="*/ 290682 h 1221162"/>
                <a:gd name="connsiteX1032" fmla="*/ 69127 w 1905657"/>
                <a:gd name="connsiteY1032" fmla="*/ 293003 h 1221162"/>
                <a:gd name="connsiteX1033" fmla="*/ 66535 w 1905657"/>
                <a:gd name="connsiteY1033" fmla="*/ 293945 h 1221162"/>
                <a:gd name="connsiteX1034" fmla="*/ 64482 w 1905657"/>
                <a:gd name="connsiteY1034" fmla="*/ 294382 h 1221162"/>
                <a:gd name="connsiteX1035" fmla="*/ 60343 w 1905657"/>
                <a:gd name="connsiteY1035" fmla="*/ 294382 h 1221162"/>
                <a:gd name="connsiteX1036" fmla="*/ 58727 w 1905657"/>
                <a:gd name="connsiteY1036" fmla="*/ 294113 h 1221162"/>
                <a:gd name="connsiteX1037" fmla="*/ 55732 w 1905657"/>
                <a:gd name="connsiteY1037" fmla="*/ 293676 h 1221162"/>
                <a:gd name="connsiteX1038" fmla="*/ 51592 w 1905657"/>
                <a:gd name="connsiteY1038" fmla="*/ 291826 h 1221162"/>
                <a:gd name="connsiteX1039" fmla="*/ 46713 w 1905657"/>
                <a:gd name="connsiteY1039" fmla="*/ 288731 h 1221162"/>
                <a:gd name="connsiteX1040" fmla="*/ 46006 w 1905657"/>
                <a:gd name="connsiteY1040" fmla="*/ 286813 h 1221162"/>
                <a:gd name="connsiteX1041" fmla="*/ 43246 w 1905657"/>
                <a:gd name="connsiteY1041" fmla="*/ 281667 h 1221162"/>
                <a:gd name="connsiteX1042" fmla="*/ 42203 w 1905657"/>
                <a:gd name="connsiteY1042" fmla="*/ 277226 h 1221162"/>
                <a:gd name="connsiteX1043" fmla="*/ 42203 w 1905657"/>
                <a:gd name="connsiteY1043" fmla="*/ 274468 h 1221162"/>
                <a:gd name="connsiteX1044" fmla="*/ 42809 w 1905657"/>
                <a:gd name="connsiteY1044" fmla="*/ 272416 h 1221162"/>
                <a:gd name="connsiteX1045" fmla="*/ 44761 w 1905657"/>
                <a:gd name="connsiteY1045" fmla="*/ 270397 h 1221162"/>
                <a:gd name="connsiteX1046" fmla="*/ 45804 w 1905657"/>
                <a:gd name="connsiteY1046" fmla="*/ 268715 h 1221162"/>
                <a:gd name="connsiteX1047" fmla="*/ 44054 w 1905657"/>
                <a:gd name="connsiteY1047" fmla="*/ 264544 h 1221162"/>
                <a:gd name="connsiteX1048" fmla="*/ 44390 w 1905657"/>
                <a:gd name="connsiteY1048" fmla="*/ 259061 h 1221162"/>
                <a:gd name="connsiteX1049" fmla="*/ 43448 w 1905657"/>
                <a:gd name="connsiteY1049" fmla="*/ 256134 h 1221162"/>
                <a:gd name="connsiteX1050" fmla="*/ 43515 w 1905657"/>
                <a:gd name="connsiteY1050" fmla="*/ 253510 h 1221162"/>
                <a:gd name="connsiteX1051" fmla="*/ 41698 w 1905657"/>
                <a:gd name="connsiteY1051" fmla="*/ 250819 h 1221162"/>
                <a:gd name="connsiteX1052" fmla="*/ 39376 w 1905657"/>
                <a:gd name="connsiteY1052" fmla="*/ 248296 h 1221162"/>
                <a:gd name="connsiteX1053" fmla="*/ 37054 w 1905657"/>
                <a:gd name="connsiteY1053" fmla="*/ 249440 h 1221162"/>
                <a:gd name="connsiteX1054" fmla="*/ 34361 w 1905657"/>
                <a:gd name="connsiteY1054" fmla="*/ 251626 h 1221162"/>
                <a:gd name="connsiteX1055" fmla="*/ 32914 w 1905657"/>
                <a:gd name="connsiteY1055" fmla="*/ 252636 h 1221162"/>
                <a:gd name="connsiteX1056" fmla="*/ 30727 w 1905657"/>
                <a:gd name="connsiteY1056" fmla="*/ 253880 h 1221162"/>
                <a:gd name="connsiteX1057" fmla="*/ 26890 w 1905657"/>
                <a:gd name="connsiteY1057" fmla="*/ 252736 h 1221162"/>
                <a:gd name="connsiteX1058" fmla="*/ 24366 w 1905657"/>
                <a:gd name="connsiteY1058" fmla="*/ 253308 h 1221162"/>
                <a:gd name="connsiteX1059" fmla="*/ 19351 w 1905657"/>
                <a:gd name="connsiteY1059" fmla="*/ 253813 h 1221162"/>
                <a:gd name="connsiteX1060" fmla="*/ 16020 w 1905657"/>
                <a:gd name="connsiteY1060" fmla="*/ 254957 h 1221162"/>
                <a:gd name="connsiteX1061" fmla="*/ 13697 w 1905657"/>
                <a:gd name="connsiteY1061" fmla="*/ 259431 h 1221162"/>
                <a:gd name="connsiteX1062" fmla="*/ 10870 w 1905657"/>
                <a:gd name="connsiteY1062" fmla="*/ 262391 h 1221162"/>
                <a:gd name="connsiteX1063" fmla="*/ 9524 w 1905657"/>
                <a:gd name="connsiteY1063" fmla="*/ 266596 h 1221162"/>
                <a:gd name="connsiteX1064" fmla="*/ 8683 w 1905657"/>
                <a:gd name="connsiteY1064" fmla="*/ 272685 h 1221162"/>
                <a:gd name="connsiteX1065" fmla="*/ 8683 w 1905657"/>
                <a:gd name="connsiteY1065" fmla="*/ 276520 h 1221162"/>
                <a:gd name="connsiteX1066" fmla="*/ 6933 w 1905657"/>
                <a:gd name="connsiteY1066" fmla="*/ 283315 h 1221162"/>
                <a:gd name="connsiteX1067" fmla="*/ 6933 w 1905657"/>
                <a:gd name="connsiteY1067" fmla="*/ 288664 h 1221162"/>
                <a:gd name="connsiteX1068" fmla="*/ 3904 w 1905657"/>
                <a:gd name="connsiteY1068" fmla="*/ 292869 h 1221162"/>
                <a:gd name="connsiteX1069" fmla="*/ 1716 w 1905657"/>
                <a:gd name="connsiteY1069" fmla="*/ 298957 h 1221162"/>
                <a:gd name="connsiteX1070" fmla="*/ 2457 w 1905657"/>
                <a:gd name="connsiteY1070" fmla="*/ 303028 h 1221162"/>
                <a:gd name="connsiteX1071" fmla="*/ 4779 w 1905657"/>
                <a:gd name="connsiteY1071" fmla="*/ 309116 h 1221162"/>
                <a:gd name="connsiteX1072" fmla="*/ 6361 w 1905657"/>
                <a:gd name="connsiteY1072" fmla="*/ 314331 h 1221162"/>
                <a:gd name="connsiteX1073" fmla="*/ 8380 w 1905657"/>
                <a:gd name="connsiteY1073" fmla="*/ 320554 h 1221162"/>
                <a:gd name="connsiteX1074" fmla="*/ 12284 w 1905657"/>
                <a:gd name="connsiteY1074" fmla="*/ 325196 h 1221162"/>
                <a:gd name="connsiteX1075" fmla="*/ 15481 w 1905657"/>
                <a:gd name="connsiteY1075" fmla="*/ 327955 h 1221162"/>
                <a:gd name="connsiteX1076" fmla="*/ 17366 w 1905657"/>
                <a:gd name="connsiteY1076" fmla="*/ 328998 h 1221162"/>
                <a:gd name="connsiteX1077" fmla="*/ 19553 w 1905657"/>
                <a:gd name="connsiteY1077" fmla="*/ 330747 h 1221162"/>
                <a:gd name="connsiteX1078" fmla="*/ 21169 w 1905657"/>
                <a:gd name="connsiteY1078" fmla="*/ 333371 h 1221162"/>
                <a:gd name="connsiteX1079" fmla="*/ 21068 w 1905657"/>
                <a:gd name="connsiteY1079" fmla="*/ 335860 h 1221162"/>
                <a:gd name="connsiteX1080" fmla="*/ 20092 w 1905657"/>
                <a:gd name="connsiteY1080" fmla="*/ 336835 h 1221162"/>
                <a:gd name="connsiteX1081" fmla="*/ 15952 w 1905657"/>
                <a:gd name="connsiteY1081" fmla="*/ 342252 h 1221162"/>
                <a:gd name="connsiteX1082" fmla="*/ 14101 w 1905657"/>
                <a:gd name="connsiteY1082" fmla="*/ 343227 h 1221162"/>
                <a:gd name="connsiteX1083" fmla="*/ 12688 w 1905657"/>
                <a:gd name="connsiteY1083" fmla="*/ 345178 h 1221162"/>
                <a:gd name="connsiteX1084" fmla="*/ 12048 w 1905657"/>
                <a:gd name="connsiteY1084" fmla="*/ 347903 h 1221162"/>
                <a:gd name="connsiteX1085" fmla="*/ 10971 w 1905657"/>
                <a:gd name="connsiteY1085" fmla="*/ 350191 h 1221162"/>
                <a:gd name="connsiteX1086" fmla="*/ 9659 w 1905657"/>
                <a:gd name="connsiteY1086" fmla="*/ 352142 h 1221162"/>
                <a:gd name="connsiteX1087" fmla="*/ 9322 w 1905657"/>
                <a:gd name="connsiteY1087" fmla="*/ 354194 h 1221162"/>
                <a:gd name="connsiteX1088" fmla="*/ 9120 w 1905657"/>
                <a:gd name="connsiteY1088" fmla="*/ 356918 h 1221162"/>
                <a:gd name="connsiteX1089" fmla="*/ 10197 w 1905657"/>
                <a:gd name="connsiteY1089" fmla="*/ 360081 h 1221162"/>
                <a:gd name="connsiteX1090" fmla="*/ 11611 w 1905657"/>
                <a:gd name="connsiteY1090" fmla="*/ 363007 h 1221162"/>
                <a:gd name="connsiteX1091" fmla="*/ 12923 w 1905657"/>
                <a:gd name="connsiteY1091" fmla="*/ 365631 h 1221162"/>
                <a:gd name="connsiteX1092" fmla="*/ 12048 w 1905657"/>
                <a:gd name="connsiteY1092" fmla="*/ 372157 h 1221162"/>
                <a:gd name="connsiteX1093" fmla="*/ 11409 w 1905657"/>
                <a:gd name="connsiteY1093" fmla="*/ 374983 h 1221162"/>
                <a:gd name="connsiteX1094" fmla="*/ 10769 w 1905657"/>
                <a:gd name="connsiteY1094" fmla="*/ 376497 h 1221162"/>
                <a:gd name="connsiteX1095" fmla="*/ 7168 w 1905657"/>
                <a:gd name="connsiteY1095" fmla="*/ 380836 h 1221162"/>
                <a:gd name="connsiteX1096" fmla="*/ 6529 w 1905657"/>
                <a:gd name="connsiteY1096" fmla="*/ 384436 h 1221162"/>
                <a:gd name="connsiteX1097" fmla="*/ 4880 w 1905657"/>
                <a:gd name="connsiteY1097" fmla="*/ 388338 h 1221162"/>
                <a:gd name="connsiteX1098" fmla="*/ 3130 w 1905657"/>
                <a:gd name="connsiteY1098" fmla="*/ 391063 h 1221162"/>
                <a:gd name="connsiteX1099" fmla="*/ 1615 w 1905657"/>
                <a:gd name="connsiteY1099" fmla="*/ 393451 h 1221162"/>
                <a:gd name="connsiteX1100" fmla="*/ 0 w 1905657"/>
                <a:gd name="connsiteY1100" fmla="*/ 399002 h 1221162"/>
                <a:gd name="connsiteX1101" fmla="*/ 0 w 1905657"/>
                <a:gd name="connsiteY1101" fmla="*/ 403442 h 1221162"/>
                <a:gd name="connsiteX1102" fmla="*/ 3904 w 1905657"/>
                <a:gd name="connsiteY1102" fmla="*/ 408017 h 1221162"/>
                <a:gd name="connsiteX1103" fmla="*/ 9558 w 1905657"/>
                <a:gd name="connsiteY1103" fmla="*/ 413567 h 1221162"/>
                <a:gd name="connsiteX1104" fmla="*/ 11846 w 1905657"/>
                <a:gd name="connsiteY1104" fmla="*/ 415956 h 1221162"/>
                <a:gd name="connsiteX1105" fmla="*/ 13058 w 1905657"/>
                <a:gd name="connsiteY1105" fmla="*/ 418681 h 1221162"/>
                <a:gd name="connsiteX1106" fmla="*/ 13058 w 1905657"/>
                <a:gd name="connsiteY1106" fmla="*/ 424433 h 1221162"/>
                <a:gd name="connsiteX1107" fmla="*/ 12082 w 1905657"/>
                <a:gd name="connsiteY1107" fmla="*/ 429311 h 1221162"/>
                <a:gd name="connsiteX1108" fmla="*/ 12520 w 1905657"/>
                <a:gd name="connsiteY1108" fmla="*/ 433886 h 1221162"/>
                <a:gd name="connsiteX1109" fmla="*/ 12856 w 1905657"/>
                <a:gd name="connsiteY1109" fmla="*/ 436913 h 1221162"/>
                <a:gd name="connsiteX1110" fmla="*/ 13731 w 1905657"/>
                <a:gd name="connsiteY1110" fmla="*/ 440715 h 1221162"/>
                <a:gd name="connsiteX1111" fmla="*/ 16121 w 1905657"/>
                <a:gd name="connsiteY1111" fmla="*/ 443978 h 1221162"/>
                <a:gd name="connsiteX1112" fmla="*/ 20024 w 1905657"/>
                <a:gd name="connsiteY1112" fmla="*/ 448015 h 1221162"/>
                <a:gd name="connsiteX1113" fmla="*/ 24164 w 1905657"/>
                <a:gd name="connsiteY1113" fmla="*/ 450739 h 1221162"/>
                <a:gd name="connsiteX1114" fmla="*/ 26015 w 1905657"/>
                <a:gd name="connsiteY1114" fmla="*/ 452354 h 1221162"/>
                <a:gd name="connsiteX1115" fmla="*/ 28404 w 1905657"/>
                <a:gd name="connsiteY1115" fmla="*/ 453431 h 1221162"/>
                <a:gd name="connsiteX1116" fmla="*/ 31669 w 1905657"/>
                <a:gd name="connsiteY1116" fmla="*/ 455920 h 1221162"/>
                <a:gd name="connsiteX1117" fmla="*/ 33857 w 1905657"/>
                <a:gd name="connsiteY1117" fmla="*/ 457232 h 1221162"/>
                <a:gd name="connsiteX1118" fmla="*/ 37020 w 1905657"/>
                <a:gd name="connsiteY1118" fmla="*/ 457232 h 1221162"/>
                <a:gd name="connsiteX1119" fmla="*/ 38669 w 1905657"/>
                <a:gd name="connsiteY1119" fmla="*/ 454608 h 1221162"/>
                <a:gd name="connsiteX1120" fmla="*/ 39746 w 1905657"/>
                <a:gd name="connsiteY1120" fmla="*/ 452859 h 1221162"/>
                <a:gd name="connsiteX1121" fmla="*/ 40722 w 1905657"/>
                <a:gd name="connsiteY1121" fmla="*/ 452320 h 1221162"/>
                <a:gd name="connsiteX1122" fmla="*/ 45164 w 1905657"/>
                <a:gd name="connsiteY1122" fmla="*/ 453397 h 1221162"/>
                <a:gd name="connsiteX1123" fmla="*/ 48092 w 1905657"/>
                <a:gd name="connsiteY1123" fmla="*/ 455684 h 1221162"/>
                <a:gd name="connsiteX1124" fmla="*/ 51357 w 1905657"/>
                <a:gd name="connsiteY1124" fmla="*/ 458948 h 1221162"/>
                <a:gd name="connsiteX1125" fmla="*/ 55496 w 1905657"/>
                <a:gd name="connsiteY1125" fmla="*/ 461773 h 1221162"/>
                <a:gd name="connsiteX1126" fmla="*/ 56809 w 1905657"/>
                <a:gd name="connsiteY1126" fmla="*/ 462547 h 1221162"/>
                <a:gd name="connsiteX1127" fmla="*/ 61689 w 1905657"/>
                <a:gd name="connsiteY1127" fmla="*/ 466012 h 1221162"/>
                <a:gd name="connsiteX1128" fmla="*/ 63876 w 1905657"/>
                <a:gd name="connsiteY1128" fmla="*/ 466651 h 1221162"/>
                <a:gd name="connsiteX1129" fmla="*/ 69867 w 1905657"/>
                <a:gd name="connsiteY1129" fmla="*/ 468602 h 1221162"/>
                <a:gd name="connsiteX1130" fmla="*/ 73905 w 1905657"/>
                <a:gd name="connsiteY1130" fmla="*/ 470553 h 1221162"/>
                <a:gd name="connsiteX1131" fmla="*/ 77506 w 1905657"/>
                <a:gd name="connsiteY1131" fmla="*/ 473581 h 1221162"/>
                <a:gd name="connsiteX1132" fmla="*/ 79257 w 1905657"/>
                <a:gd name="connsiteY1132" fmla="*/ 476171 h 1221162"/>
                <a:gd name="connsiteX1133" fmla="*/ 80031 w 1905657"/>
                <a:gd name="connsiteY1133" fmla="*/ 479198 h 1221162"/>
                <a:gd name="connsiteX1134" fmla="*/ 81781 w 1905657"/>
                <a:gd name="connsiteY1134" fmla="*/ 482462 h 1221162"/>
                <a:gd name="connsiteX1135" fmla="*/ 82757 w 1905657"/>
                <a:gd name="connsiteY1135" fmla="*/ 485085 h 1221162"/>
                <a:gd name="connsiteX1136" fmla="*/ 84372 w 1905657"/>
                <a:gd name="connsiteY1136" fmla="*/ 489761 h 1221162"/>
                <a:gd name="connsiteX1137" fmla="*/ 85987 w 1905657"/>
                <a:gd name="connsiteY1137" fmla="*/ 493798 h 1221162"/>
                <a:gd name="connsiteX1138" fmla="*/ 87939 w 1905657"/>
                <a:gd name="connsiteY1138" fmla="*/ 495985 h 1221162"/>
                <a:gd name="connsiteX1139" fmla="*/ 89891 w 1905657"/>
                <a:gd name="connsiteY1139" fmla="*/ 499012 h 1221162"/>
                <a:gd name="connsiteX1140" fmla="*/ 92180 w 1905657"/>
                <a:gd name="connsiteY1140" fmla="*/ 503352 h 1221162"/>
                <a:gd name="connsiteX1141" fmla="*/ 93055 w 1905657"/>
                <a:gd name="connsiteY1141" fmla="*/ 505303 h 1221162"/>
                <a:gd name="connsiteX1142" fmla="*/ 97194 w 1905657"/>
                <a:gd name="connsiteY1142" fmla="*/ 513242 h 1221162"/>
                <a:gd name="connsiteX1143" fmla="*/ 98507 w 1905657"/>
                <a:gd name="connsiteY1143" fmla="*/ 516606 h 1221162"/>
                <a:gd name="connsiteX1144" fmla="*/ 101570 w 1905657"/>
                <a:gd name="connsiteY1144" fmla="*/ 519230 h 1221162"/>
                <a:gd name="connsiteX1145" fmla="*/ 102747 w 1905657"/>
                <a:gd name="connsiteY1145" fmla="*/ 521719 h 1221162"/>
                <a:gd name="connsiteX1146" fmla="*/ 108839 w 1905657"/>
                <a:gd name="connsiteY1146" fmla="*/ 526933 h 1221162"/>
                <a:gd name="connsiteX1147" fmla="*/ 113079 w 1905657"/>
                <a:gd name="connsiteY1147" fmla="*/ 531710 h 1221162"/>
                <a:gd name="connsiteX1148" fmla="*/ 117858 w 1905657"/>
                <a:gd name="connsiteY1148" fmla="*/ 535309 h 1221162"/>
                <a:gd name="connsiteX1149" fmla="*/ 121998 w 1905657"/>
                <a:gd name="connsiteY1149" fmla="*/ 539010 h 1221162"/>
                <a:gd name="connsiteX1150" fmla="*/ 129402 w 1905657"/>
                <a:gd name="connsiteY1150" fmla="*/ 544123 h 1221162"/>
                <a:gd name="connsiteX1151" fmla="*/ 134181 w 1905657"/>
                <a:gd name="connsiteY1151" fmla="*/ 547487 h 1221162"/>
                <a:gd name="connsiteX1152" fmla="*/ 137445 w 1905657"/>
                <a:gd name="connsiteY1152" fmla="*/ 551187 h 1221162"/>
                <a:gd name="connsiteX1153" fmla="*/ 144412 w 1905657"/>
                <a:gd name="connsiteY1153" fmla="*/ 557377 h 1221162"/>
                <a:gd name="connsiteX1154" fmla="*/ 147878 w 1905657"/>
                <a:gd name="connsiteY1154" fmla="*/ 560741 h 1221162"/>
                <a:gd name="connsiteX1155" fmla="*/ 151244 w 1905657"/>
                <a:gd name="connsiteY1155" fmla="*/ 565753 h 1221162"/>
                <a:gd name="connsiteX1156" fmla="*/ 153431 w 1905657"/>
                <a:gd name="connsiteY1156" fmla="*/ 570766 h 1221162"/>
                <a:gd name="connsiteX1157" fmla="*/ 158008 w 1905657"/>
                <a:gd name="connsiteY1157" fmla="*/ 574802 h 1221162"/>
                <a:gd name="connsiteX1158" fmla="*/ 159085 w 1905657"/>
                <a:gd name="connsiteY1158" fmla="*/ 575442 h 1221162"/>
                <a:gd name="connsiteX1159" fmla="*/ 161138 w 1905657"/>
                <a:gd name="connsiteY1159" fmla="*/ 578772 h 1221162"/>
                <a:gd name="connsiteX1160" fmla="*/ 163090 w 1905657"/>
                <a:gd name="connsiteY1160" fmla="*/ 579916 h 1221162"/>
                <a:gd name="connsiteX1161" fmla="*/ 166220 w 1905657"/>
                <a:gd name="connsiteY1161" fmla="*/ 579916 h 1221162"/>
                <a:gd name="connsiteX1162" fmla="*/ 167095 w 1905657"/>
                <a:gd name="connsiteY1162" fmla="*/ 580992 h 1221162"/>
                <a:gd name="connsiteX1163" fmla="*/ 170124 w 1905657"/>
                <a:gd name="connsiteY1163" fmla="*/ 584591 h 1221162"/>
                <a:gd name="connsiteX1164" fmla="*/ 170360 w 1905657"/>
                <a:gd name="connsiteY1164" fmla="*/ 586879 h 1221162"/>
                <a:gd name="connsiteX1165" fmla="*/ 170561 w 1905657"/>
                <a:gd name="connsiteY1165" fmla="*/ 589166 h 1221162"/>
                <a:gd name="connsiteX1166" fmla="*/ 170662 w 1905657"/>
                <a:gd name="connsiteY1166" fmla="*/ 590916 h 1221162"/>
                <a:gd name="connsiteX1167" fmla="*/ 170561 w 1905657"/>
                <a:gd name="connsiteY1167" fmla="*/ 593842 h 1221162"/>
                <a:gd name="connsiteX1168" fmla="*/ 170561 w 1905657"/>
                <a:gd name="connsiteY1168" fmla="*/ 596466 h 1221162"/>
                <a:gd name="connsiteX1169" fmla="*/ 170797 w 1905657"/>
                <a:gd name="connsiteY1169" fmla="*/ 600267 h 1221162"/>
                <a:gd name="connsiteX1170" fmla="*/ 171874 w 1905657"/>
                <a:gd name="connsiteY1170" fmla="*/ 602757 h 1221162"/>
                <a:gd name="connsiteX1171" fmla="*/ 172951 w 1905657"/>
                <a:gd name="connsiteY1171" fmla="*/ 604809 h 1221162"/>
                <a:gd name="connsiteX1172" fmla="*/ 174129 w 1905657"/>
                <a:gd name="connsiteY1172" fmla="*/ 607635 h 1221162"/>
                <a:gd name="connsiteX1173" fmla="*/ 175206 w 1905657"/>
                <a:gd name="connsiteY1173" fmla="*/ 610225 h 1221162"/>
                <a:gd name="connsiteX1174" fmla="*/ 176182 w 1905657"/>
                <a:gd name="connsiteY1174" fmla="*/ 612512 h 1221162"/>
                <a:gd name="connsiteX1175" fmla="*/ 177393 w 1905657"/>
                <a:gd name="connsiteY1175" fmla="*/ 614026 h 1221162"/>
                <a:gd name="connsiteX1176" fmla="*/ 178470 w 1905657"/>
                <a:gd name="connsiteY1176" fmla="*/ 614564 h 1221162"/>
                <a:gd name="connsiteX1177" fmla="*/ 180961 w 1905657"/>
                <a:gd name="connsiteY1177" fmla="*/ 614564 h 1221162"/>
                <a:gd name="connsiteX1178" fmla="*/ 183014 w 1905657"/>
                <a:gd name="connsiteY1178" fmla="*/ 615203 h 1221162"/>
                <a:gd name="connsiteX1179" fmla="*/ 185504 w 1905657"/>
                <a:gd name="connsiteY1179" fmla="*/ 615203 h 1221162"/>
                <a:gd name="connsiteX1180" fmla="*/ 187557 w 1905657"/>
                <a:gd name="connsiteY1180" fmla="*/ 614665 h 1221162"/>
                <a:gd name="connsiteX1181" fmla="*/ 188331 w 1905657"/>
                <a:gd name="connsiteY1181" fmla="*/ 614463 h 1221162"/>
                <a:gd name="connsiteX1182" fmla="*/ 189206 w 1905657"/>
                <a:gd name="connsiteY1182" fmla="*/ 613387 h 1221162"/>
                <a:gd name="connsiteX1183" fmla="*/ 189644 w 1905657"/>
                <a:gd name="connsiteY1183" fmla="*/ 610898 h 1221162"/>
                <a:gd name="connsiteX1184" fmla="*/ 189980 w 1905657"/>
                <a:gd name="connsiteY1184" fmla="*/ 609821 h 1221162"/>
                <a:gd name="connsiteX1185" fmla="*/ 190182 w 1905657"/>
                <a:gd name="connsiteY1185" fmla="*/ 607870 h 1221162"/>
                <a:gd name="connsiteX1186" fmla="*/ 190283 w 1905657"/>
                <a:gd name="connsiteY1186" fmla="*/ 605818 h 1221162"/>
                <a:gd name="connsiteX1187" fmla="*/ 191360 w 1905657"/>
                <a:gd name="connsiteY1187" fmla="*/ 604742 h 1221162"/>
                <a:gd name="connsiteX1188" fmla="*/ 191898 w 1905657"/>
                <a:gd name="connsiteY1188" fmla="*/ 602891 h 1221162"/>
                <a:gd name="connsiteX1189" fmla="*/ 193850 w 1905657"/>
                <a:gd name="connsiteY1189" fmla="*/ 601277 h 1221162"/>
                <a:gd name="connsiteX1190" fmla="*/ 196576 w 1905657"/>
                <a:gd name="connsiteY1190" fmla="*/ 599864 h 1221162"/>
                <a:gd name="connsiteX1191" fmla="*/ 199168 w 1905657"/>
                <a:gd name="connsiteY1191" fmla="*/ 598989 h 1221162"/>
                <a:gd name="connsiteX1192" fmla="*/ 201793 w 1905657"/>
                <a:gd name="connsiteY1192" fmla="*/ 597476 h 1221162"/>
                <a:gd name="connsiteX1193" fmla="*/ 203644 w 1905657"/>
                <a:gd name="connsiteY1193" fmla="*/ 596164 h 1221162"/>
                <a:gd name="connsiteX1194" fmla="*/ 205057 w 1905657"/>
                <a:gd name="connsiteY1194" fmla="*/ 595625 h 1221162"/>
                <a:gd name="connsiteX1195" fmla="*/ 206908 w 1905657"/>
                <a:gd name="connsiteY1195" fmla="*/ 593573 h 1221162"/>
                <a:gd name="connsiteX1196" fmla="*/ 208961 w 1905657"/>
                <a:gd name="connsiteY1196" fmla="*/ 593035 h 1221162"/>
                <a:gd name="connsiteX1197" fmla="*/ 210577 w 1905657"/>
                <a:gd name="connsiteY1197" fmla="*/ 592396 h 1221162"/>
                <a:gd name="connsiteX1198" fmla="*/ 212091 w 1905657"/>
                <a:gd name="connsiteY1198" fmla="*/ 591757 h 1221162"/>
                <a:gd name="connsiteX1199" fmla="*/ 212293 w 1905657"/>
                <a:gd name="connsiteY1199" fmla="*/ 589469 h 1221162"/>
                <a:gd name="connsiteX1200" fmla="*/ 212192 w 1905657"/>
                <a:gd name="connsiteY1200" fmla="*/ 587283 h 1221162"/>
                <a:gd name="connsiteX1201" fmla="*/ 212293 w 1905657"/>
                <a:gd name="connsiteY1201" fmla="*/ 584255 h 1221162"/>
                <a:gd name="connsiteX1202" fmla="*/ 212495 w 1905657"/>
                <a:gd name="connsiteY1202" fmla="*/ 582943 h 1221162"/>
                <a:gd name="connsiteX1203" fmla="*/ 213033 w 1905657"/>
                <a:gd name="connsiteY1203" fmla="*/ 581732 h 1221162"/>
                <a:gd name="connsiteX1204" fmla="*/ 213808 w 1905657"/>
                <a:gd name="connsiteY1204" fmla="*/ 580117 h 1221162"/>
                <a:gd name="connsiteX1205" fmla="*/ 215659 w 1905657"/>
                <a:gd name="connsiteY1205" fmla="*/ 579142 h 1221162"/>
                <a:gd name="connsiteX1206" fmla="*/ 218250 w 1905657"/>
                <a:gd name="connsiteY1206" fmla="*/ 578267 h 1221162"/>
                <a:gd name="connsiteX1207" fmla="*/ 219462 w 1905657"/>
                <a:gd name="connsiteY1207" fmla="*/ 578065 h 1221162"/>
                <a:gd name="connsiteX1208" fmla="*/ 220774 w 1905657"/>
                <a:gd name="connsiteY1208" fmla="*/ 578839 h 1221162"/>
                <a:gd name="connsiteX1209" fmla="*/ 222288 w 1905657"/>
                <a:gd name="connsiteY1209" fmla="*/ 579075 h 1221162"/>
                <a:gd name="connsiteX1210" fmla="*/ 223365 w 1905657"/>
                <a:gd name="connsiteY1210" fmla="*/ 580925 h 1221162"/>
                <a:gd name="connsiteX1211" fmla="*/ 224577 w 1905657"/>
                <a:gd name="connsiteY1211" fmla="*/ 581900 h 1221162"/>
                <a:gd name="connsiteX1212" fmla="*/ 226966 w 1905657"/>
                <a:gd name="connsiteY1212" fmla="*/ 583952 h 1221162"/>
                <a:gd name="connsiteX1213" fmla="*/ 228043 w 1905657"/>
                <a:gd name="connsiteY1213" fmla="*/ 583078 h 1221162"/>
                <a:gd name="connsiteX1214" fmla="*/ 229659 w 1905657"/>
                <a:gd name="connsiteY1214" fmla="*/ 582001 h 1221162"/>
                <a:gd name="connsiteX1215" fmla="*/ 230433 w 1905657"/>
                <a:gd name="connsiteY1215" fmla="*/ 581026 h 1221162"/>
                <a:gd name="connsiteX1216" fmla="*/ 231914 w 1905657"/>
                <a:gd name="connsiteY1216" fmla="*/ 580218 h 1221162"/>
                <a:gd name="connsiteX1217" fmla="*/ 233596 w 1905657"/>
                <a:gd name="connsiteY1217" fmla="*/ 579781 h 1221162"/>
                <a:gd name="connsiteX1218" fmla="*/ 236323 w 1905657"/>
                <a:gd name="connsiteY1218" fmla="*/ 579714 h 1221162"/>
                <a:gd name="connsiteX1219" fmla="*/ 237837 w 1905657"/>
                <a:gd name="connsiteY1219" fmla="*/ 580353 h 1221162"/>
                <a:gd name="connsiteX1220" fmla="*/ 239183 w 1905657"/>
                <a:gd name="connsiteY1220" fmla="*/ 582270 h 1221162"/>
                <a:gd name="connsiteX1221" fmla="*/ 241573 w 1905657"/>
                <a:gd name="connsiteY1221" fmla="*/ 584827 h 1221162"/>
                <a:gd name="connsiteX1222" fmla="*/ 243693 w 1905657"/>
                <a:gd name="connsiteY1222" fmla="*/ 587754 h 1221162"/>
                <a:gd name="connsiteX1223" fmla="*/ 245645 w 1905657"/>
                <a:gd name="connsiteY1223" fmla="*/ 590075 h 1221162"/>
                <a:gd name="connsiteX1224" fmla="*/ 250592 w 1905657"/>
                <a:gd name="connsiteY1224" fmla="*/ 595053 h 1221162"/>
                <a:gd name="connsiteX1225" fmla="*/ 255337 w 1905657"/>
                <a:gd name="connsiteY1225" fmla="*/ 597711 h 1221162"/>
                <a:gd name="connsiteX1226" fmla="*/ 259409 w 1905657"/>
                <a:gd name="connsiteY1226" fmla="*/ 600200 h 1221162"/>
                <a:gd name="connsiteX1227" fmla="*/ 262405 w 1905657"/>
                <a:gd name="connsiteY1227" fmla="*/ 600570 h 1221162"/>
                <a:gd name="connsiteX1228" fmla="*/ 266915 w 1905657"/>
                <a:gd name="connsiteY1228" fmla="*/ 600839 h 1221162"/>
                <a:gd name="connsiteX1229" fmla="*/ 270448 w 1905657"/>
                <a:gd name="connsiteY1229" fmla="*/ 600839 h 1221162"/>
                <a:gd name="connsiteX1230" fmla="*/ 271761 w 1905657"/>
                <a:gd name="connsiteY1230" fmla="*/ 600974 h 1221162"/>
                <a:gd name="connsiteX1231" fmla="*/ 274083 w 1905657"/>
                <a:gd name="connsiteY1231" fmla="*/ 602151 h 1221162"/>
                <a:gd name="connsiteX1232" fmla="*/ 275160 w 1905657"/>
                <a:gd name="connsiteY1232" fmla="*/ 603228 h 1221162"/>
                <a:gd name="connsiteX1233" fmla="*/ 276102 w 1905657"/>
                <a:gd name="connsiteY1233" fmla="*/ 606054 h 1221162"/>
                <a:gd name="connsiteX1234" fmla="*/ 276237 w 1905657"/>
                <a:gd name="connsiteY1234" fmla="*/ 608005 h 1221162"/>
                <a:gd name="connsiteX1235" fmla="*/ 275867 w 1905657"/>
                <a:gd name="connsiteY1235" fmla="*/ 609754 h 1221162"/>
                <a:gd name="connsiteX1236" fmla="*/ 275294 w 1905657"/>
                <a:gd name="connsiteY1236" fmla="*/ 612075 h 1221162"/>
                <a:gd name="connsiteX1237" fmla="*/ 274924 w 1905657"/>
                <a:gd name="connsiteY1237" fmla="*/ 614026 h 1221162"/>
                <a:gd name="connsiteX1238" fmla="*/ 274722 w 1905657"/>
                <a:gd name="connsiteY1238" fmla="*/ 616616 h 1221162"/>
                <a:gd name="connsiteX1239" fmla="*/ 274588 w 1905657"/>
                <a:gd name="connsiteY1239" fmla="*/ 619139 h 1221162"/>
                <a:gd name="connsiteX1240" fmla="*/ 274520 w 1905657"/>
                <a:gd name="connsiteY1240" fmla="*/ 620956 h 1221162"/>
                <a:gd name="connsiteX1241" fmla="*/ 275463 w 1905657"/>
                <a:gd name="connsiteY1241" fmla="*/ 623479 h 1221162"/>
                <a:gd name="connsiteX1242" fmla="*/ 276102 w 1905657"/>
                <a:gd name="connsiteY1242" fmla="*/ 625430 h 1221162"/>
                <a:gd name="connsiteX1243" fmla="*/ 277482 w 1905657"/>
                <a:gd name="connsiteY1243" fmla="*/ 630274 h 1221162"/>
                <a:gd name="connsiteX1244" fmla="*/ 277785 w 1905657"/>
                <a:gd name="connsiteY1244" fmla="*/ 633167 h 1221162"/>
                <a:gd name="connsiteX1245" fmla="*/ 278357 w 1905657"/>
                <a:gd name="connsiteY1245" fmla="*/ 635556 h 1221162"/>
                <a:gd name="connsiteX1246" fmla="*/ 280174 w 1905657"/>
                <a:gd name="connsiteY1246" fmla="*/ 637372 h 1221162"/>
                <a:gd name="connsiteX1247" fmla="*/ 281622 w 1905657"/>
                <a:gd name="connsiteY1247" fmla="*/ 639390 h 1221162"/>
                <a:gd name="connsiteX1248" fmla="*/ 282429 w 1905657"/>
                <a:gd name="connsiteY1248" fmla="*/ 639895 h 1221162"/>
                <a:gd name="connsiteX1249" fmla="*/ 284886 w 1905657"/>
                <a:gd name="connsiteY1249" fmla="*/ 641207 h 1221162"/>
                <a:gd name="connsiteX1250" fmla="*/ 286973 w 1905657"/>
                <a:gd name="connsiteY1250" fmla="*/ 642519 h 1221162"/>
                <a:gd name="connsiteX1251" fmla="*/ 290002 w 1905657"/>
                <a:gd name="connsiteY1251" fmla="*/ 643966 h 1221162"/>
                <a:gd name="connsiteX1252" fmla="*/ 293905 w 1905657"/>
                <a:gd name="connsiteY1252" fmla="*/ 646421 h 1221162"/>
                <a:gd name="connsiteX1253" fmla="*/ 297877 w 1905657"/>
                <a:gd name="connsiteY1253" fmla="*/ 649045 h 1221162"/>
                <a:gd name="connsiteX1254" fmla="*/ 302285 w 1905657"/>
                <a:gd name="connsiteY1254" fmla="*/ 652745 h 1221162"/>
                <a:gd name="connsiteX1255" fmla="*/ 303531 w 1905657"/>
                <a:gd name="connsiteY1255" fmla="*/ 655134 h 1221162"/>
                <a:gd name="connsiteX1256" fmla="*/ 306290 w 1905657"/>
                <a:gd name="connsiteY1256" fmla="*/ 660045 h 1221162"/>
                <a:gd name="connsiteX1257" fmla="*/ 310497 w 1905657"/>
                <a:gd name="connsiteY1257" fmla="*/ 665999 h 1221162"/>
                <a:gd name="connsiteX1258" fmla="*/ 312685 w 1905657"/>
                <a:gd name="connsiteY1258" fmla="*/ 669767 h 1221162"/>
                <a:gd name="connsiteX1259" fmla="*/ 314435 w 1905657"/>
                <a:gd name="connsiteY1259" fmla="*/ 673333 h 1221162"/>
                <a:gd name="connsiteX1260" fmla="*/ 314805 w 1905657"/>
                <a:gd name="connsiteY1260" fmla="*/ 677807 h 1221162"/>
                <a:gd name="connsiteX1261" fmla="*/ 314805 w 1905657"/>
                <a:gd name="connsiteY1261" fmla="*/ 681642 h 1221162"/>
                <a:gd name="connsiteX1262" fmla="*/ 317262 w 1905657"/>
                <a:gd name="connsiteY1262" fmla="*/ 684669 h 1221162"/>
                <a:gd name="connsiteX1263" fmla="*/ 320223 w 1905657"/>
                <a:gd name="connsiteY1263" fmla="*/ 687630 h 1221162"/>
                <a:gd name="connsiteX1264" fmla="*/ 325137 w 1905657"/>
                <a:gd name="connsiteY1264" fmla="*/ 690893 h 1221162"/>
                <a:gd name="connsiteX1265" fmla="*/ 329041 w 1905657"/>
                <a:gd name="connsiteY1265" fmla="*/ 693079 h 1221162"/>
                <a:gd name="connsiteX1266" fmla="*/ 336075 w 1905657"/>
                <a:gd name="connsiteY1266" fmla="*/ 696981 h 1221162"/>
                <a:gd name="connsiteX1267" fmla="*/ 340349 w 1905657"/>
                <a:gd name="connsiteY1267" fmla="*/ 701254 h 1221162"/>
                <a:gd name="connsiteX1268" fmla="*/ 344993 w 1905657"/>
                <a:gd name="connsiteY1268" fmla="*/ 705257 h 1221162"/>
                <a:gd name="connsiteX1269" fmla="*/ 348460 w 1905657"/>
                <a:gd name="connsiteY1269" fmla="*/ 708015 h 1221162"/>
                <a:gd name="connsiteX1270" fmla="*/ 353373 w 1905657"/>
                <a:gd name="connsiteY1270" fmla="*/ 709765 h 1221162"/>
                <a:gd name="connsiteX1271" fmla="*/ 357210 w 1905657"/>
                <a:gd name="connsiteY1271" fmla="*/ 709765 h 1221162"/>
                <a:gd name="connsiteX1272" fmla="*/ 359296 w 1905657"/>
                <a:gd name="connsiteY1272" fmla="*/ 711211 h 1221162"/>
                <a:gd name="connsiteX1273" fmla="*/ 361181 w 1905657"/>
                <a:gd name="connsiteY1273" fmla="*/ 713667 h 1221162"/>
                <a:gd name="connsiteX1274" fmla="*/ 363066 w 1905657"/>
                <a:gd name="connsiteY1274" fmla="*/ 716560 h 1221162"/>
                <a:gd name="connsiteX1275" fmla="*/ 364075 w 1905657"/>
                <a:gd name="connsiteY1275" fmla="*/ 720462 h 1221162"/>
                <a:gd name="connsiteX1276" fmla="*/ 364950 w 1905657"/>
                <a:gd name="connsiteY1276" fmla="*/ 724230 h 1221162"/>
                <a:gd name="connsiteX1277" fmla="*/ 365455 w 1905657"/>
                <a:gd name="connsiteY1277" fmla="*/ 726483 h 1221162"/>
                <a:gd name="connsiteX1278" fmla="*/ 366768 w 1905657"/>
                <a:gd name="connsiteY1278" fmla="*/ 728636 h 1221162"/>
                <a:gd name="connsiteX1279" fmla="*/ 367845 w 1905657"/>
                <a:gd name="connsiteY1279" fmla="*/ 734860 h 1221162"/>
                <a:gd name="connsiteX1280" fmla="*/ 368282 w 1905657"/>
                <a:gd name="connsiteY1280" fmla="*/ 737114 h 1221162"/>
                <a:gd name="connsiteX1281" fmla="*/ 371816 w 1905657"/>
                <a:gd name="connsiteY1281" fmla="*/ 739435 h 1221162"/>
                <a:gd name="connsiteX1282" fmla="*/ 373128 w 1905657"/>
                <a:gd name="connsiteY1282" fmla="*/ 742900 h 1221162"/>
                <a:gd name="connsiteX1283" fmla="*/ 374710 w 1905657"/>
                <a:gd name="connsiteY1283" fmla="*/ 747475 h 1221162"/>
                <a:gd name="connsiteX1284" fmla="*/ 375148 w 1905657"/>
                <a:gd name="connsiteY1284" fmla="*/ 751679 h 1221162"/>
                <a:gd name="connsiteX1285" fmla="*/ 375518 w 1905657"/>
                <a:gd name="connsiteY1285" fmla="*/ 754135 h 1221162"/>
                <a:gd name="connsiteX1286" fmla="*/ 376460 w 1905657"/>
                <a:gd name="connsiteY1286" fmla="*/ 756725 h 1221162"/>
                <a:gd name="connsiteX1287" fmla="*/ 377403 w 1905657"/>
                <a:gd name="connsiteY1287" fmla="*/ 759114 h 1221162"/>
                <a:gd name="connsiteX1288" fmla="*/ 379422 w 1905657"/>
                <a:gd name="connsiteY1288" fmla="*/ 762377 h 1221162"/>
                <a:gd name="connsiteX1289" fmla="*/ 380566 w 1905657"/>
                <a:gd name="connsiteY1289" fmla="*/ 764194 h 1221162"/>
                <a:gd name="connsiteX1290" fmla="*/ 383965 w 1905657"/>
                <a:gd name="connsiteY1290" fmla="*/ 766077 h 1221162"/>
                <a:gd name="connsiteX1291" fmla="*/ 385850 w 1905657"/>
                <a:gd name="connsiteY1291" fmla="*/ 766077 h 1221162"/>
                <a:gd name="connsiteX1292" fmla="*/ 388475 w 1905657"/>
                <a:gd name="connsiteY1292" fmla="*/ 766077 h 1221162"/>
                <a:gd name="connsiteX1293" fmla="*/ 389989 w 1905657"/>
                <a:gd name="connsiteY1293" fmla="*/ 765640 h 1221162"/>
                <a:gd name="connsiteX1294" fmla="*/ 391504 w 1905657"/>
                <a:gd name="connsiteY1294" fmla="*/ 765135 h 1221162"/>
                <a:gd name="connsiteX1295" fmla="*/ 393186 w 1905657"/>
                <a:gd name="connsiteY1295" fmla="*/ 764833 h 1221162"/>
                <a:gd name="connsiteX1296" fmla="*/ 395273 w 1905657"/>
                <a:gd name="connsiteY1296" fmla="*/ 764631 h 1221162"/>
                <a:gd name="connsiteX1297" fmla="*/ 396855 w 1905657"/>
                <a:gd name="connsiteY1297" fmla="*/ 765001 h 1221162"/>
                <a:gd name="connsiteX1298" fmla="*/ 398100 w 1905657"/>
                <a:gd name="connsiteY1298" fmla="*/ 764934 h 1221162"/>
                <a:gd name="connsiteX1299" fmla="*/ 400490 w 1905657"/>
                <a:gd name="connsiteY1299" fmla="*/ 764362 h 1221162"/>
                <a:gd name="connsiteX1300" fmla="*/ 402576 w 1905657"/>
                <a:gd name="connsiteY1300" fmla="*/ 763218 h 1221162"/>
                <a:gd name="connsiteX1301" fmla="*/ 403889 w 1905657"/>
                <a:gd name="connsiteY1301" fmla="*/ 762343 h 1221162"/>
                <a:gd name="connsiteX1302" fmla="*/ 405773 w 1905657"/>
                <a:gd name="connsiteY1302" fmla="*/ 761536 h 1221162"/>
                <a:gd name="connsiteX1303" fmla="*/ 409475 w 1905657"/>
                <a:gd name="connsiteY1303" fmla="*/ 760729 h 1221162"/>
                <a:gd name="connsiteX1304" fmla="*/ 414692 w 1905657"/>
                <a:gd name="connsiteY1304" fmla="*/ 760594 h 1221162"/>
                <a:gd name="connsiteX1305" fmla="*/ 417014 w 1905657"/>
                <a:gd name="connsiteY1305" fmla="*/ 760527 h 1221162"/>
                <a:gd name="connsiteX1306" fmla="*/ 421288 w 1905657"/>
                <a:gd name="connsiteY1306" fmla="*/ 760661 h 1221162"/>
                <a:gd name="connsiteX1307" fmla="*/ 427077 w 1905657"/>
                <a:gd name="connsiteY1307" fmla="*/ 764194 h 1221162"/>
                <a:gd name="connsiteX1308" fmla="*/ 429163 w 1905657"/>
                <a:gd name="connsiteY1308" fmla="*/ 764126 h 1221162"/>
                <a:gd name="connsiteX1309" fmla="*/ 433067 w 1905657"/>
                <a:gd name="connsiteY1309" fmla="*/ 766245 h 1221162"/>
                <a:gd name="connsiteX1310" fmla="*/ 434885 w 1905657"/>
                <a:gd name="connsiteY1310" fmla="*/ 768331 h 1221162"/>
                <a:gd name="connsiteX1311" fmla="*/ 435961 w 1905657"/>
                <a:gd name="connsiteY1311" fmla="*/ 770013 h 1221162"/>
                <a:gd name="connsiteX1312" fmla="*/ 436601 w 1905657"/>
                <a:gd name="connsiteY1312" fmla="*/ 771527 h 1221162"/>
                <a:gd name="connsiteX1313" fmla="*/ 437173 w 1905657"/>
                <a:gd name="connsiteY1313" fmla="*/ 773041 h 1221162"/>
                <a:gd name="connsiteX1314" fmla="*/ 437308 w 1905657"/>
                <a:gd name="connsiteY1314" fmla="*/ 774353 h 1221162"/>
                <a:gd name="connsiteX1315" fmla="*/ 437812 w 1905657"/>
                <a:gd name="connsiteY1315" fmla="*/ 776808 h 1221162"/>
                <a:gd name="connsiteX1316" fmla="*/ 439394 w 1905657"/>
                <a:gd name="connsiteY1316" fmla="*/ 780206 h 1221162"/>
                <a:gd name="connsiteX1317" fmla="*/ 440034 w 1905657"/>
                <a:gd name="connsiteY1317" fmla="*/ 783974 h 1221162"/>
                <a:gd name="connsiteX1318" fmla="*/ 440303 w 1905657"/>
                <a:gd name="connsiteY1318" fmla="*/ 789188 h 1221162"/>
                <a:gd name="connsiteX1319" fmla="*/ 439832 w 1905657"/>
                <a:gd name="connsiteY1319" fmla="*/ 792653 h 1221162"/>
                <a:gd name="connsiteX1320" fmla="*/ 439832 w 1905657"/>
                <a:gd name="connsiteY1320" fmla="*/ 798069 h 1221162"/>
                <a:gd name="connsiteX1321" fmla="*/ 440269 w 1905657"/>
                <a:gd name="connsiteY1321" fmla="*/ 805671 h 1221162"/>
                <a:gd name="connsiteX1322" fmla="*/ 441043 w 1905657"/>
                <a:gd name="connsiteY1322" fmla="*/ 812096 h 1221162"/>
                <a:gd name="connsiteX1323" fmla="*/ 441279 w 1905657"/>
                <a:gd name="connsiteY1323" fmla="*/ 815359 h 1221162"/>
                <a:gd name="connsiteX1324" fmla="*/ 444207 w 1905657"/>
                <a:gd name="connsiteY1324" fmla="*/ 821011 h 1221162"/>
                <a:gd name="connsiteX1325" fmla="*/ 445957 w 1905657"/>
                <a:gd name="connsiteY1325" fmla="*/ 821885 h 1221162"/>
                <a:gd name="connsiteX1326" fmla="*/ 447471 w 1905657"/>
                <a:gd name="connsiteY1326" fmla="*/ 824375 h 1221162"/>
                <a:gd name="connsiteX1327" fmla="*/ 450096 w 1905657"/>
                <a:gd name="connsiteY1327" fmla="*/ 828714 h 1221162"/>
                <a:gd name="connsiteX1328" fmla="*/ 454539 w 1905657"/>
                <a:gd name="connsiteY1328" fmla="*/ 830901 h 1221162"/>
                <a:gd name="connsiteX1329" fmla="*/ 456592 w 1905657"/>
                <a:gd name="connsiteY1329" fmla="*/ 833390 h 1221162"/>
                <a:gd name="connsiteX1330" fmla="*/ 456794 w 1905657"/>
                <a:gd name="connsiteY1330" fmla="*/ 836216 h 1221162"/>
                <a:gd name="connsiteX1331" fmla="*/ 457231 w 1905657"/>
                <a:gd name="connsiteY1331" fmla="*/ 838604 h 1221162"/>
                <a:gd name="connsiteX1332" fmla="*/ 463222 w 1905657"/>
                <a:gd name="connsiteY1332" fmla="*/ 841094 h 1221162"/>
                <a:gd name="connsiteX1333" fmla="*/ 467227 w 1905657"/>
                <a:gd name="connsiteY1333" fmla="*/ 843482 h 1221162"/>
                <a:gd name="connsiteX1334" fmla="*/ 468539 w 1905657"/>
                <a:gd name="connsiteY1334" fmla="*/ 843482 h 1221162"/>
                <a:gd name="connsiteX1335" fmla="*/ 469852 w 1905657"/>
                <a:gd name="connsiteY1335" fmla="*/ 845870 h 1221162"/>
                <a:gd name="connsiteX1336" fmla="*/ 471265 w 1905657"/>
                <a:gd name="connsiteY1336" fmla="*/ 849470 h 1221162"/>
                <a:gd name="connsiteX1337" fmla="*/ 476482 w 1905657"/>
                <a:gd name="connsiteY1337" fmla="*/ 855323 h 1221162"/>
                <a:gd name="connsiteX1338" fmla="*/ 480285 w 1905657"/>
                <a:gd name="connsiteY1338" fmla="*/ 860436 h 1221162"/>
                <a:gd name="connsiteX1339" fmla="*/ 483448 w 1905657"/>
                <a:gd name="connsiteY1339" fmla="*/ 864036 h 1221162"/>
                <a:gd name="connsiteX1340" fmla="*/ 487891 w 1905657"/>
                <a:gd name="connsiteY1340" fmla="*/ 865247 h 1221162"/>
                <a:gd name="connsiteX1341" fmla="*/ 491256 w 1905657"/>
                <a:gd name="connsiteY1341" fmla="*/ 865247 h 1221162"/>
                <a:gd name="connsiteX1342" fmla="*/ 496371 w 1905657"/>
                <a:gd name="connsiteY1342" fmla="*/ 867534 h 1221162"/>
                <a:gd name="connsiteX1343" fmla="*/ 498996 w 1905657"/>
                <a:gd name="connsiteY1343" fmla="*/ 866996 h 1221162"/>
                <a:gd name="connsiteX1344" fmla="*/ 500073 w 1905657"/>
                <a:gd name="connsiteY1344" fmla="*/ 866021 h 1221162"/>
                <a:gd name="connsiteX1345" fmla="*/ 501824 w 1905657"/>
                <a:gd name="connsiteY1345" fmla="*/ 865381 h 1221162"/>
                <a:gd name="connsiteX1346" fmla="*/ 503237 w 1905657"/>
                <a:gd name="connsiteY1346" fmla="*/ 864170 h 1221162"/>
                <a:gd name="connsiteX1347" fmla="*/ 504011 w 1905657"/>
                <a:gd name="connsiteY1347" fmla="*/ 863397 h 1221162"/>
                <a:gd name="connsiteX1348" fmla="*/ 505761 w 1905657"/>
                <a:gd name="connsiteY1348" fmla="*/ 862085 h 1221162"/>
                <a:gd name="connsiteX1349" fmla="*/ 506838 w 1905657"/>
                <a:gd name="connsiteY1349" fmla="*/ 861042 h 1221162"/>
                <a:gd name="connsiteX1350" fmla="*/ 508083 w 1905657"/>
                <a:gd name="connsiteY1350" fmla="*/ 860235 h 1221162"/>
                <a:gd name="connsiteX1351" fmla="*/ 510843 w 1905657"/>
                <a:gd name="connsiteY1351" fmla="*/ 859999 h 1221162"/>
                <a:gd name="connsiteX1352" fmla="*/ 513434 w 1905657"/>
                <a:gd name="connsiteY1352" fmla="*/ 859932 h 1221162"/>
                <a:gd name="connsiteX1353" fmla="*/ 515386 w 1905657"/>
                <a:gd name="connsiteY1353" fmla="*/ 860033 h 1221162"/>
                <a:gd name="connsiteX1354" fmla="*/ 516362 w 1905657"/>
                <a:gd name="connsiteY1354" fmla="*/ 860504 h 1221162"/>
                <a:gd name="connsiteX1355" fmla="*/ 517506 w 1905657"/>
                <a:gd name="connsiteY1355" fmla="*/ 861479 h 1221162"/>
                <a:gd name="connsiteX1356" fmla="*/ 518718 w 1905657"/>
                <a:gd name="connsiteY1356" fmla="*/ 862623 h 1221162"/>
                <a:gd name="connsiteX1357" fmla="*/ 519930 w 1905657"/>
                <a:gd name="connsiteY1357" fmla="*/ 864036 h 1221162"/>
                <a:gd name="connsiteX1358" fmla="*/ 520704 w 1905657"/>
                <a:gd name="connsiteY1358" fmla="*/ 865516 h 1221162"/>
                <a:gd name="connsiteX1359" fmla="*/ 520872 w 1905657"/>
                <a:gd name="connsiteY1359" fmla="*/ 867467 h 1221162"/>
                <a:gd name="connsiteX1360" fmla="*/ 520805 w 1905657"/>
                <a:gd name="connsiteY1360" fmla="*/ 868880 h 1221162"/>
                <a:gd name="connsiteX1361" fmla="*/ 520434 w 1905657"/>
                <a:gd name="connsiteY1361" fmla="*/ 870192 h 1221162"/>
                <a:gd name="connsiteX1362" fmla="*/ 519660 w 1905657"/>
                <a:gd name="connsiteY1362" fmla="*/ 871538 h 1221162"/>
                <a:gd name="connsiteX1363" fmla="*/ 518718 w 1905657"/>
                <a:gd name="connsiteY1363" fmla="*/ 873152 h 1221162"/>
                <a:gd name="connsiteX1364" fmla="*/ 517675 w 1905657"/>
                <a:gd name="connsiteY1364" fmla="*/ 874195 h 1221162"/>
                <a:gd name="connsiteX1365" fmla="*/ 517136 w 1905657"/>
                <a:gd name="connsiteY1365" fmla="*/ 875103 h 1221162"/>
                <a:gd name="connsiteX1366" fmla="*/ 512997 w 1905657"/>
                <a:gd name="connsiteY1366" fmla="*/ 877660 h 1221162"/>
                <a:gd name="connsiteX1367" fmla="*/ 511516 w 1905657"/>
                <a:gd name="connsiteY1367" fmla="*/ 879510 h 1221162"/>
                <a:gd name="connsiteX1368" fmla="*/ 510977 w 1905657"/>
                <a:gd name="connsiteY1368" fmla="*/ 879947 h 1221162"/>
                <a:gd name="connsiteX1369" fmla="*/ 510271 w 1905657"/>
                <a:gd name="connsiteY1369" fmla="*/ 881360 h 1221162"/>
                <a:gd name="connsiteX1370" fmla="*/ 509934 w 1905657"/>
                <a:gd name="connsiteY1370" fmla="*/ 882605 h 1221162"/>
                <a:gd name="connsiteX1371" fmla="*/ 509564 w 1905657"/>
                <a:gd name="connsiteY1371" fmla="*/ 884287 h 1221162"/>
                <a:gd name="connsiteX1372" fmla="*/ 509396 w 1905657"/>
                <a:gd name="connsiteY1372" fmla="*/ 886238 h 1221162"/>
                <a:gd name="connsiteX1373" fmla="*/ 509396 w 1905657"/>
                <a:gd name="connsiteY1373" fmla="*/ 888425 h 1221162"/>
                <a:gd name="connsiteX1374" fmla="*/ 509396 w 1905657"/>
                <a:gd name="connsiteY1374" fmla="*/ 890174 h 1221162"/>
                <a:gd name="connsiteX1375" fmla="*/ 509497 w 1905657"/>
                <a:gd name="connsiteY1375" fmla="*/ 892899 h 1221162"/>
                <a:gd name="connsiteX1376" fmla="*/ 510708 w 1905657"/>
                <a:gd name="connsiteY1376" fmla="*/ 895018 h 1221162"/>
                <a:gd name="connsiteX1377" fmla="*/ 511785 w 1905657"/>
                <a:gd name="connsiteY1377" fmla="*/ 896599 h 1221162"/>
                <a:gd name="connsiteX1378" fmla="*/ 512997 w 1905657"/>
                <a:gd name="connsiteY1378" fmla="*/ 898079 h 1221162"/>
                <a:gd name="connsiteX1379" fmla="*/ 515555 w 1905657"/>
                <a:gd name="connsiteY1379" fmla="*/ 899324 h 1221162"/>
                <a:gd name="connsiteX1380" fmla="*/ 517742 w 1905657"/>
                <a:gd name="connsiteY1380" fmla="*/ 900804 h 1221162"/>
                <a:gd name="connsiteX1381" fmla="*/ 519425 w 1905657"/>
                <a:gd name="connsiteY1381" fmla="*/ 901410 h 1221162"/>
                <a:gd name="connsiteX1382" fmla="*/ 521040 w 1905657"/>
                <a:gd name="connsiteY1382" fmla="*/ 902183 h 1221162"/>
                <a:gd name="connsiteX1383" fmla="*/ 523598 w 1905657"/>
                <a:gd name="connsiteY1383" fmla="*/ 903260 h 1221162"/>
                <a:gd name="connsiteX1384" fmla="*/ 525920 w 1905657"/>
                <a:gd name="connsiteY1384" fmla="*/ 903260 h 1221162"/>
                <a:gd name="connsiteX1385" fmla="*/ 528209 w 1905657"/>
                <a:gd name="connsiteY1385" fmla="*/ 903260 h 1221162"/>
                <a:gd name="connsiteX1386" fmla="*/ 529387 w 1905657"/>
                <a:gd name="connsiteY1386" fmla="*/ 903260 h 1221162"/>
                <a:gd name="connsiteX1387" fmla="*/ 532920 w 1905657"/>
                <a:gd name="connsiteY1387" fmla="*/ 903596 h 1221162"/>
                <a:gd name="connsiteX1388" fmla="*/ 534771 w 1905657"/>
                <a:gd name="connsiteY1388" fmla="*/ 903865 h 1221162"/>
                <a:gd name="connsiteX1389" fmla="*/ 536353 w 1905657"/>
                <a:gd name="connsiteY1389" fmla="*/ 904773 h 1221162"/>
                <a:gd name="connsiteX1390" fmla="*/ 539618 w 1905657"/>
                <a:gd name="connsiteY1390" fmla="*/ 904134 h 1221162"/>
                <a:gd name="connsiteX1391" fmla="*/ 541368 w 1905657"/>
                <a:gd name="connsiteY1391" fmla="*/ 904269 h 1221162"/>
                <a:gd name="connsiteX1392" fmla="*/ 543252 w 1905657"/>
                <a:gd name="connsiteY1392" fmla="*/ 904773 h 1221162"/>
                <a:gd name="connsiteX1393" fmla="*/ 545642 w 1905657"/>
                <a:gd name="connsiteY1393" fmla="*/ 906590 h 1221162"/>
                <a:gd name="connsiteX1394" fmla="*/ 546651 w 1905657"/>
                <a:gd name="connsiteY1394" fmla="*/ 909113 h 1221162"/>
                <a:gd name="connsiteX1395" fmla="*/ 547224 w 1905657"/>
                <a:gd name="connsiteY1395" fmla="*/ 910997 h 1221162"/>
                <a:gd name="connsiteX1396" fmla="*/ 547022 w 1905657"/>
                <a:gd name="connsiteY1396" fmla="*/ 914899 h 1221162"/>
                <a:gd name="connsiteX1397" fmla="*/ 549411 w 1905657"/>
                <a:gd name="connsiteY1397" fmla="*/ 916985 h 1221162"/>
                <a:gd name="connsiteX1398" fmla="*/ 553820 w 1905657"/>
                <a:gd name="connsiteY1398" fmla="*/ 916346 h 1221162"/>
                <a:gd name="connsiteX1399" fmla="*/ 557017 w 1905657"/>
                <a:gd name="connsiteY1399" fmla="*/ 915034 h 1221162"/>
                <a:gd name="connsiteX1400" fmla="*/ 558094 w 1905657"/>
                <a:gd name="connsiteY1400" fmla="*/ 913890 h 1221162"/>
                <a:gd name="connsiteX1401" fmla="*/ 560180 w 1905657"/>
                <a:gd name="connsiteY1401" fmla="*/ 912645 h 1221162"/>
                <a:gd name="connsiteX1402" fmla="*/ 561190 w 1905657"/>
                <a:gd name="connsiteY1402" fmla="*/ 910627 h 1221162"/>
                <a:gd name="connsiteX1403" fmla="*/ 561628 w 1905657"/>
                <a:gd name="connsiteY1403" fmla="*/ 909618 h 1221162"/>
                <a:gd name="connsiteX1404" fmla="*/ 564017 w 1905657"/>
                <a:gd name="connsiteY1404" fmla="*/ 910122 h 1221162"/>
                <a:gd name="connsiteX1405" fmla="*/ 564724 w 1905657"/>
                <a:gd name="connsiteY1405" fmla="*/ 911199 h 1221162"/>
                <a:gd name="connsiteX1406" fmla="*/ 565060 w 1905657"/>
                <a:gd name="connsiteY1406" fmla="*/ 914092 h 1221162"/>
                <a:gd name="connsiteX1407" fmla="*/ 565060 w 1905657"/>
                <a:gd name="connsiteY1407" fmla="*/ 916278 h 1221162"/>
                <a:gd name="connsiteX1408" fmla="*/ 566003 w 1905657"/>
                <a:gd name="connsiteY1408" fmla="*/ 919037 h 1221162"/>
                <a:gd name="connsiteX1409" fmla="*/ 566137 w 1905657"/>
                <a:gd name="connsiteY1409" fmla="*/ 923073 h 1221162"/>
                <a:gd name="connsiteX1410" fmla="*/ 566272 w 1905657"/>
                <a:gd name="connsiteY1410" fmla="*/ 924587 h 1221162"/>
                <a:gd name="connsiteX1411" fmla="*/ 567080 w 1905657"/>
                <a:gd name="connsiteY1411" fmla="*/ 928153 h 1221162"/>
                <a:gd name="connsiteX1412" fmla="*/ 567887 w 1905657"/>
                <a:gd name="connsiteY1412" fmla="*/ 931853 h 1221162"/>
                <a:gd name="connsiteX1413" fmla="*/ 570344 w 1905657"/>
                <a:gd name="connsiteY1413" fmla="*/ 934814 h 1221162"/>
                <a:gd name="connsiteX1414" fmla="*/ 572229 w 1905657"/>
                <a:gd name="connsiteY1414" fmla="*/ 935957 h 1221162"/>
                <a:gd name="connsiteX1415" fmla="*/ 575493 w 1905657"/>
                <a:gd name="connsiteY1415" fmla="*/ 939422 h 1221162"/>
                <a:gd name="connsiteX1416" fmla="*/ 577816 w 1905657"/>
                <a:gd name="connsiteY1416" fmla="*/ 942618 h 1221162"/>
                <a:gd name="connsiteX1417" fmla="*/ 578522 w 1905657"/>
                <a:gd name="connsiteY1417" fmla="*/ 947092 h 1221162"/>
                <a:gd name="connsiteX1418" fmla="*/ 579027 w 1905657"/>
                <a:gd name="connsiteY1418" fmla="*/ 950860 h 1221162"/>
                <a:gd name="connsiteX1419" fmla="*/ 578960 w 1905657"/>
                <a:gd name="connsiteY1419" fmla="*/ 953618 h 1221162"/>
                <a:gd name="connsiteX1420" fmla="*/ 578960 w 1905657"/>
                <a:gd name="connsiteY1420" fmla="*/ 959707 h 1221162"/>
                <a:gd name="connsiteX1421" fmla="*/ 579700 w 1905657"/>
                <a:gd name="connsiteY1421" fmla="*/ 962466 h 1221162"/>
                <a:gd name="connsiteX1422" fmla="*/ 580441 w 1905657"/>
                <a:gd name="connsiteY1422" fmla="*/ 964484 h 1221162"/>
                <a:gd name="connsiteX1423" fmla="*/ 582325 w 1905657"/>
                <a:gd name="connsiteY1423" fmla="*/ 969395 h 1221162"/>
                <a:gd name="connsiteX1424" fmla="*/ 586801 w 1905657"/>
                <a:gd name="connsiteY1424" fmla="*/ 969160 h 1221162"/>
                <a:gd name="connsiteX1425" fmla="*/ 589292 w 1905657"/>
                <a:gd name="connsiteY1425" fmla="*/ 967108 h 1221162"/>
                <a:gd name="connsiteX1426" fmla="*/ 589999 w 1905657"/>
                <a:gd name="connsiteY1426" fmla="*/ 964181 h 1221162"/>
                <a:gd name="connsiteX1427" fmla="*/ 591244 w 1905657"/>
                <a:gd name="connsiteY1427" fmla="*/ 960380 h 1221162"/>
                <a:gd name="connsiteX1428" fmla="*/ 591614 w 1905657"/>
                <a:gd name="connsiteY1428" fmla="*/ 957991 h 1221162"/>
                <a:gd name="connsiteX1429" fmla="*/ 591984 w 1905657"/>
                <a:gd name="connsiteY1429" fmla="*/ 956579 h 1221162"/>
                <a:gd name="connsiteX1430" fmla="*/ 592523 w 1905657"/>
                <a:gd name="connsiteY1430" fmla="*/ 954728 h 1221162"/>
                <a:gd name="connsiteX1431" fmla="*/ 593431 w 1905657"/>
                <a:gd name="connsiteY1431" fmla="*/ 952979 h 1221162"/>
                <a:gd name="connsiteX1432" fmla="*/ 593801 w 1905657"/>
                <a:gd name="connsiteY1432" fmla="*/ 951667 h 1221162"/>
                <a:gd name="connsiteX1433" fmla="*/ 594239 w 1905657"/>
                <a:gd name="connsiteY1433" fmla="*/ 950792 h 1221162"/>
                <a:gd name="connsiteX1434" fmla="*/ 595753 w 1905657"/>
                <a:gd name="connsiteY1434" fmla="*/ 948068 h 1221162"/>
                <a:gd name="connsiteX1435" fmla="*/ 596830 w 1905657"/>
                <a:gd name="connsiteY1435" fmla="*/ 946554 h 1221162"/>
                <a:gd name="connsiteX1436" fmla="*/ 598715 w 1905657"/>
                <a:gd name="connsiteY1436" fmla="*/ 944603 h 1221162"/>
                <a:gd name="connsiteX1437" fmla="*/ 599624 w 1905657"/>
                <a:gd name="connsiteY1437" fmla="*/ 943459 h 1221162"/>
                <a:gd name="connsiteX1438" fmla="*/ 600330 w 1905657"/>
                <a:gd name="connsiteY1438" fmla="*/ 942517 h 1221162"/>
                <a:gd name="connsiteX1439" fmla="*/ 601306 w 1905657"/>
                <a:gd name="connsiteY1439" fmla="*/ 941205 h 1221162"/>
                <a:gd name="connsiteX1440" fmla="*/ 602720 w 1905657"/>
                <a:gd name="connsiteY1440" fmla="*/ 940129 h 1221162"/>
                <a:gd name="connsiteX1441" fmla="*/ 604032 w 1905657"/>
                <a:gd name="connsiteY1441" fmla="*/ 939591 h 1221162"/>
                <a:gd name="connsiteX1442" fmla="*/ 605278 w 1905657"/>
                <a:gd name="connsiteY1442" fmla="*/ 939658 h 1221162"/>
                <a:gd name="connsiteX1443" fmla="*/ 606186 w 1905657"/>
                <a:gd name="connsiteY1443" fmla="*/ 940095 h 1221162"/>
                <a:gd name="connsiteX1444" fmla="*/ 607095 w 1905657"/>
                <a:gd name="connsiteY1444" fmla="*/ 942046 h 1221162"/>
                <a:gd name="connsiteX1445" fmla="*/ 607533 w 1905657"/>
                <a:gd name="connsiteY1445" fmla="*/ 945915 h 1221162"/>
                <a:gd name="connsiteX1446" fmla="*/ 607600 w 1905657"/>
                <a:gd name="connsiteY1446" fmla="*/ 947496 h 1221162"/>
                <a:gd name="connsiteX1447" fmla="*/ 607499 w 1905657"/>
                <a:gd name="connsiteY1447" fmla="*/ 950422 h 1221162"/>
                <a:gd name="connsiteX1448" fmla="*/ 607297 w 1905657"/>
                <a:gd name="connsiteY1448" fmla="*/ 952172 h 1221162"/>
                <a:gd name="connsiteX1449" fmla="*/ 606657 w 1905657"/>
                <a:gd name="connsiteY1449" fmla="*/ 954661 h 1221162"/>
                <a:gd name="connsiteX1450" fmla="*/ 606557 w 1905657"/>
                <a:gd name="connsiteY1450" fmla="*/ 955973 h 1221162"/>
                <a:gd name="connsiteX1451" fmla="*/ 606052 w 1905657"/>
                <a:gd name="connsiteY1451" fmla="*/ 957285 h 1221162"/>
                <a:gd name="connsiteX1452" fmla="*/ 605850 w 1905657"/>
                <a:gd name="connsiteY1452" fmla="*/ 958631 h 1221162"/>
                <a:gd name="connsiteX1453" fmla="*/ 605379 w 1905657"/>
                <a:gd name="connsiteY1453" fmla="*/ 959976 h 1221162"/>
                <a:gd name="connsiteX1454" fmla="*/ 604975 w 1905657"/>
                <a:gd name="connsiteY1454" fmla="*/ 961860 h 1221162"/>
                <a:gd name="connsiteX1455" fmla="*/ 604975 w 1905657"/>
                <a:gd name="connsiteY1455" fmla="*/ 963172 h 1221162"/>
                <a:gd name="connsiteX1456" fmla="*/ 605244 w 1905657"/>
                <a:gd name="connsiteY1456" fmla="*/ 963777 h 1221162"/>
                <a:gd name="connsiteX1457" fmla="*/ 605581 w 1905657"/>
                <a:gd name="connsiteY1457" fmla="*/ 965358 h 1221162"/>
                <a:gd name="connsiteX1458" fmla="*/ 606456 w 1905657"/>
                <a:gd name="connsiteY1458" fmla="*/ 966939 h 1221162"/>
                <a:gd name="connsiteX1459" fmla="*/ 609451 w 1905657"/>
                <a:gd name="connsiteY1459" fmla="*/ 968891 h 1221162"/>
                <a:gd name="connsiteX1460" fmla="*/ 613254 w 1905657"/>
                <a:gd name="connsiteY1460" fmla="*/ 969294 h 1221162"/>
                <a:gd name="connsiteX1461" fmla="*/ 614566 w 1905657"/>
                <a:gd name="connsiteY1461" fmla="*/ 969294 h 1221162"/>
                <a:gd name="connsiteX1462" fmla="*/ 618369 w 1905657"/>
                <a:gd name="connsiteY1462" fmla="*/ 970169 h 1221162"/>
                <a:gd name="connsiteX1463" fmla="*/ 619446 w 1905657"/>
                <a:gd name="connsiteY1463" fmla="*/ 972894 h 1221162"/>
                <a:gd name="connsiteX1464" fmla="*/ 619345 w 1905657"/>
                <a:gd name="connsiteY1464" fmla="*/ 975282 h 1221162"/>
                <a:gd name="connsiteX1465" fmla="*/ 620658 w 1905657"/>
                <a:gd name="connsiteY1465" fmla="*/ 976594 h 1221162"/>
                <a:gd name="connsiteX1466" fmla="*/ 622946 w 1905657"/>
                <a:gd name="connsiteY1466" fmla="*/ 976594 h 1221162"/>
                <a:gd name="connsiteX1467" fmla="*/ 625235 w 1905657"/>
                <a:gd name="connsiteY1467" fmla="*/ 976056 h 1221162"/>
                <a:gd name="connsiteX1468" fmla="*/ 630451 w 1905657"/>
                <a:gd name="connsiteY1468" fmla="*/ 973768 h 1221162"/>
                <a:gd name="connsiteX1469" fmla="*/ 632942 w 1905657"/>
                <a:gd name="connsiteY1469" fmla="*/ 970842 h 1221162"/>
                <a:gd name="connsiteX1470" fmla="*/ 634894 w 1905657"/>
                <a:gd name="connsiteY1470" fmla="*/ 968453 h 1221162"/>
                <a:gd name="connsiteX1471" fmla="*/ 638697 w 1905657"/>
                <a:gd name="connsiteY1471" fmla="*/ 965728 h 1221162"/>
                <a:gd name="connsiteX1472" fmla="*/ 639572 w 1905657"/>
                <a:gd name="connsiteY1472" fmla="*/ 963239 h 1221162"/>
                <a:gd name="connsiteX1473" fmla="*/ 640649 w 1905657"/>
                <a:gd name="connsiteY1473" fmla="*/ 961725 h 1221162"/>
                <a:gd name="connsiteX1474" fmla="*/ 641288 w 1905657"/>
                <a:gd name="connsiteY1474" fmla="*/ 960413 h 1221162"/>
                <a:gd name="connsiteX1475" fmla="*/ 643139 w 1905657"/>
                <a:gd name="connsiteY1475" fmla="*/ 959001 h 1221162"/>
                <a:gd name="connsiteX1476" fmla="*/ 643913 w 1905657"/>
                <a:gd name="connsiteY1476" fmla="*/ 959001 h 1221162"/>
                <a:gd name="connsiteX1477" fmla="*/ 646841 w 1905657"/>
                <a:gd name="connsiteY1477" fmla="*/ 958361 h 1221162"/>
                <a:gd name="connsiteX1478" fmla="*/ 649668 w 1905657"/>
                <a:gd name="connsiteY1478" fmla="*/ 958025 h 1221162"/>
                <a:gd name="connsiteX1479" fmla="*/ 651957 w 1905657"/>
                <a:gd name="connsiteY1479" fmla="*/ 958462 h 1221162"/>
                <a:gd name="connsiteX1480" fmla="*/ 652832 w 1905657"/>
                <a:gd name="connsiteY1480" fmla="*/ 959976 h 1221162"/>
                <a:gd name="connsiteX1481" fmla="*/ 652832 w 1905657"/>
                <a:gd name="connsiteY1481" fmla="*/ 962466 h 1221162"/>
                <a:gd name="connsiteX1482" fmla="*/ 653606 w 1905657"/>
                <a:gd name="connsiteY1482" fmla="*/ 963441 h 1221162"/>
                <a:gd name="connsiteX1483" fmla="*/ 656971 w 1905657"/>
                <a:gd name="connsiteY1483" fmla="*/ 963677 h 1221162"/>
                <a:gd name="connsiteX1484" fmla="*/ 658620 w 1905657"/>
                <a:gd name="connsiteY1484" fmla="*/ 962903 h 1221162"/>
                <a:gd name="connsiteX1485" fmla="*/ 659159 w 1905657"/>
                <a:gd name="connsiteY1485" fmla="*/ 962264 h 1221162"/>
                <a:gd name="connsiteX1486" fmla="*/ 661447 w 1905657"/>
                <a:gd name="connsiteY1486" fmla="*/ 963340 h 1221162"/>
                <a:gd name="connsiteX1487" fmla="*/ 662221 w 1905657"/>
                <a:gd name="connsiteY1487" fmla="*/ 964955 h 1221162"/>
                <a:gd name="connsiteX1488" fmla="*/ 662760 w 1905657"/>
                <a:gd name="connsiteY1488" fmla="*/ 966569 h 1221162"/>
                <a:gd name="connsiteX1489" fmla="*/ 666226 w 1905657"/>
                <a:gd name="connsiteY1489" fmla="*/ 968958 h 1221162"/>
                <a:gd name="connsiteX1490" fmla="*/ 667976 w 1905657"/>
                <a:gd name="connsiteY1490" fmla="*/ 970034 h 1221162"/>
                <a:gd name="connsiteX1491" fmla="*/ 671005 w 1905657"/>
                <a:gd name="connsiteY1491" fmla="*/ 972187 h 1221162"/>
                <a:gd name="connsiteX1492" fmla="*/ 674606 w 1905657"/>
                <a:gd name="connsiteY1492" fmla="*/ 973499 h 1221162"/>
                <a:gd name="connsiteX1493" fmla="*/ 678746 w 1905657"/>
                <a:gd name="connsiteY1493" fmla="*/ 977200 h 1221162"/>
                <a:gd name="connsiteX1494" fmla="*/ 680597 w 1905657"/>
                <a:gd name="connsiteY1494" fmla="*/ 979487 h 1221162"/>
                <a:gd name="connsiteX1495" fmla="*/ 682986 w 1905657"/>
                <a:gd name="connsiteY1495" fmla="*/ 983389 h 1221162"/>
                <a:gd name="connsiteX1496" fmla="*/ 686688 w 1905657"/>
                <a:gd name="connsiteY1496" fmla="*/ 987628 h 1221162"/>
                <a:gd name="connsiteX1497" fmla="*/ 688640 w 1905657"/>
                <a:gd name="connsiteY1497" fmla="*/ 991530 h 1221162"/>
                <a:gd name="connsiteX1498" fmla="*/ 690929 w 1905657"/>
                <a:gd name="connsiteY1498" fmla="*/ 994120 h 1221162"/>
                <a:gd name="connsiteX1499" fmla="*/ 691568 w 1905657"/>
                <a:gd name="connsiteY1499" fmla="*/ 996072 h 1221162"/>
                <a:gd name="connsiteX1500" fmla="*/ 693217 w 1905657"/>
                <a:gd name="connsiteY1500" fmla="*/ 997316 h 1221162"/>
                <a:gd name="connsiteX1501" fmla="*/ 695506 w 1905657"/>
                <a:gd name="connsiteY1501" fmla="*/ 998796 h 1221162"/>
                <a:gd name="connsiteX1502" fmla="*/ 696381 w 1905657"/>
                <a:gd name="connsiteY1502" fmla="*/ 998796 h 1221162"/>
                <a:gd name="connsiteX1503" fmla="*/ 699107 w 1905657"/>
                <a:gd name="connsiteY1503" fmla="*/ 999671 h 1221162"/>
                <a:gd name="connsiteX1504" fmla="*/ 703011 w 1905657"/>
                <a:gd name="connsiteY1504" fmla="*/ 999402 h 1221162"/>
                <a:gd name="connsiteX1505" fmla="*/ 705501 w 1905657"/>
                <a:gd name="connsiteY1505" fmla="*/ 1000546 h 1221162"/>
                <a:gd name="connsiteX1506" fmla="*/ 708530 w 1905657"/>
                <a:gd name="connsiteY1506" fmla="*/ 1000546 h 1221162"/>
                <a:gd name="connsiteX1507" fmla="*/ 710919 w 1905657"/>
                <a:gd name="connsiteY1507" fmla="*/ 1000209 h 1221162"/>
                <a:gd name="connsiteX1508" fmla="*/ 715160 w 1905657"/>
                <a:gd name="connsiteY1508" fmla="*/ 1000546 h 1221162"/>
                <a:gd name="connsiteX1509" fmla="*/ 718963 w 1905657"/>
                <a:gd name="connsiteY1509" fmla="*/ 1000546 h 1221162"/>
                <a:gd name="connsiteX1510" fmla="*/ 720578 w 1905657"/>
                <a:gd name="connsiteY1510" fmla="*/ 1001757 h 1221162"/>
                <a:gd name="connsiteX1511" fmla="*/ 723069 w 1905657"/>
                <a:gd name="connsiteY1511" fmla="*/ 1002396 h 1221162"/>
                <a:gd name="connsiteX1512" fmla="*/ 726434 w 1905657"/>
                <a:gd name="connsiteY1512" fmla="*/ 1003607 h 1221162"/>
                <a:gd name="connsiteX1513" fmla="*/ 728487 w 1905657"/>
                <a:gd name="connsiteY1513" fmla="*/ 1003607 h 1221162"/>
                <a:gd name="connsiteX1514" fmla="*/ 730002 w 1905657"/>
                <a:gd name="connsiteY1514" fmla="*/ 1004818 h 1221162"/>
                <a:gd name="connsiteX1515" fmla="*/ 731415 w 1905657"/>
                <a:gd name="connsiteY1515" fmla="*/ 1006332 h 1221162"/>
                <a:gd name="connsiteX1516" fmla="*/ 733266 w 1905657"/>
                <a:gd name="connsiteY1516" fmla="*/ 1008518 h 1221162"/>
                <a:gd name="connsiteX1517" fmla="*/ 735756 w 1905657"/>
                <a:gd name="connsiteY1517" fmla="*/ 1010906 h 1221162"/>
                <a:gd name="connsiteX1518" fmla="*/ 737809 w 1905657"/>
                <a:gd name="connsiteY1518" fmla="*/ 1012521 h 1221162"/>
                <a:gd name="connsiteX1519" fmla="*/ 741612 w 1905657"/>
                <a:gd name="connsiteY1519" fmla="*/ 1014472 h 1221162"/>
                <a:gd name="connsiteX1520" fmla="*/ 748444 w 1905657"/>
                <a:gd name="connsiteY1520" fmla="*/ 1014472 h 1221162"/>
                <a:gd name="connsiteX1521" fmla="*/ 751709 w 1905657"/>
                <a:gd name="connsiteY1521" fmla="*/ 1013160 h 1221162"/>
                <a:gd name="connsiteX1522" fmla="*/ 755512 w 1905657"/>
                <a:gd name="connsiteY1522" fmla="*/ 1009797 h 1221162"/>
                <a:gd name="connsiteX1523" fmla="*/ 758339 w 1905657"/>
                <a:gd name="connsiteY1523" fmla="*/ 1006332 h 1221162"/>
                <a:gd name="connsiteX1524" fmla="*/ 760964 w 1905657"/>
                <a:gd name="connsiteY1524" fmla="*/ 1004414 h 1221162"/>
                <a:gd name="connsiteX1525" fmla="*/ 763555 w 1905657"/>
                <a:gd name="connsiteY1525" fmla="*/ 1002295 h 1221162"/>
                <a:gd name="connsiteX1526" fmla="*/ 765844 w 1905657"/>
                <a:gd name="connsiteY1526" fmla="*/ 1002295 h 1221162"/>
                <a:gd name="connsiteX1527" fmla="*/ 769209 w 1905657"/>
                <a:gd name="connsiteY1527" fmla="*/ 1003506 h 1221162"/>
                <a:gd name="connsiteX1528" fmla="*/ 773786 w 1905657"/>
                <a:gd name="connsiteY1528" fmla="*/ 1005692 h 1221162"/>
                <a:gd name="connsiteX1529" fmla="*/ 776277 w 1905657"/>
                <a:gd name="connsiteY1529" fmla="*/ 1007543 h 1221162"/>
                <a:gd name="connsiteX1530" fmla="*/ 777690 w 1905657"/>
                <a:gd name="connsiteY1530" fmla="*/ 1009830 h 1221162"/>
                <a:gd name="connsiteX1531" fmla="*/ 781156 w 1905657"/>
                <a:gd name="connsiteY1531" fmla="*/ 1012320 h 1221162"/>
                <a:gd name="connsiteX1532" fmla="*/ 784320 w 1905657"/>
                <a:gd name="connsiteY1532" fmla="*/ 1013968 h 1221162"/>
                <a:gd name="connsiteX1533" fmla="*/ 788224 w 1905657"/>
                <a:gd name="connsiteY1533" fmla="*/ 1015313 h 1221162"/>
                <a:gd name="connsiteX1534" fmla="*/ 791152 w 1905657"/>
                <a:gd name="connsiteY1534" fmla="*/ 1016255 h 1221162"/>
                <a:gd name="connsiteX1535" fmla="*/ 795392 w 1905657"/>
                <a:gd name="connsiteY1535" fmla="*/ 1016255 h 1221162"/>
                <a:gd name="connsiteX1536" fmla="*/ 797883 w 1905657"/>
                <a:gd name="connsiteY1536" fmla="*/ 1016255 h 1221162"/>
                <a:gd name="connsiteX1537" fmla="*/ 801484 w 1905657"/>
                <a:gd name="connsiteY1537" fmla="*/ 1015482 h 1221162"/>
                <a:gd name="connsiteX1538" fmla="*/ 804748 w 1905657"/>
                <a:gd name="connsiteY1538" fmla="*/ 1015044 h 1221162"/>
                <a:gd name="connsiteX1539" fmla="*/ 806599 w 1905657"/>
                <a:gd name="connsiteY1539" fmla="*/ 1014708 h 1221162"/>
                <a:gd name="connsiteX1540" fmla="*/ 810200 w 1905657"/>
                <a:gd name="connsiteY1540" fmla="*/ 1013530 h 1221162"/>
                <a:gd name="connsiteX1541" fmla="*/ 812152 w 1905657"/>
                <a:gd name="connsiteY1541" fmla="*/ 1011344 h 1221162"/>
                <a:gd name="connsiteX1542" fmla="*/ 814340 w 1905657"/>
                <a:gd name="connsiteY1542" fmla="*/ 1008316 h 1221162"/>
                <a:gd name="connsiteX1543" fmla="*/ 816628 w 1905657"/>
                <a:gd name="connsiteY1543" fmla="*/ 1005053 h 1221162"/>
                <a:gd name="connsiteX1544" fmla="*/ 819994 w 1905657"/>
                <a:gd name="connsiteY1544" fmla="*/ 1003842 h 1221162"/>
                <a:gd name="connsiteX1545" fmla="*/ 822619 w 1905657"/>
                <a:gd name="connsiteY1545" fmla="*/ 1002867 h 1221162"/>
                <a:gd name="connsiteX1546" fmla="*/ 828273 w 1905657"/>
                <a:gd name="connsiteY1546" fmla="*/ 1001992 h 1221162"/>
                <a:gd name="connsiteX1547" fmla="*/ 833052 w 1905657"/>
                <a:gd name="connsiteY1547" fmla="*/ 1001117 h 1221162"/>
                <a:gd name="connsiteX1548" fmla="*/ 839480 w 1905657"/>
                <a:gd name="connsiteY1548" fmla="*/ 1002194 h 1221162"/>
                <a:gd name="connsiteX1549" fmla="*/ 842744 w 1905657"/>
                <a:gd name="connsiteY1549" fmla="*/ 1001319 h 1221162"/>
                <a:gd name="connsiteX1550" fmla="*/ 849273 w 1905657"/>
                <a:gd name="connsiteY1550" fmla="*/ 1000007 h 1221162"/>
                <a:gd name="connsiteX1551" fmla="*/ 853076 w 1905657"/>
                <a:gd name="connsiteY1551" fmla="*/ 1001757 h 1221162"/>
                <a:gd name="connsiteX1552" fmla="*/ 856778 w 1905657"/>
                <a:gd name="connsiteY1552" fmla="*/ 1004683 h 1221162"/>
                <a:gd name="connsiteX1553" fmla="*/ 858966 w 1905657"/>
                <a:gd name="connsiteY1553" fmla="*/ 1007307 h 1221162"/>
                <a:gd name="connsiteX1554" fmla="*/ 861995 w 1905657"/>
                <a:gd name="connsiteY1554" fmla="*/ 1014136 h 1221162"/>
                <a:gd name="connsiteX1555" fmla="*/ 862870 w 1905657"/>
                <a:gd name="connsiteY1555" fmla="*/ 1016356 h 1221162"/>
                <a:gd name="connsiteX1556" fmla="*/ 862971 w 1905657"/>
                <a:gd name="connsiteY1556" fmla="*/ 1023387 h 1221162"/>
                <a:gd name="connsiteX1557" fmla="*/ 862634 w 1905657"/>
                <a:gd name="connsiteY1557" fmla="*/ 1027390 h 1221162"/>
                <a:gd name="connsiteX1558" fmla="*/ 860783 w 1905657"/>
                <a:gd name="connsiteY1558" fmla="*/ 1036069 h 1221162"/>
                <a:gd name="connsiteX1559" fmla="*/ 858394 w 1905657"/>
                <a:gd name="connsiteY1559" fmla="*/ 1038020 h 1221162"/>
                <a:gd name="connsiteX1560" fmla="*/ 856475 w 1905657"/>
                <a:gd name="connsiteY1560" fmla="*/ 1043268 h 1221162"/>
                <a:gd name="connsiteX1561" fmla="*/ 853581 w 1905657"/>
                <a:gd name="connsiteY1561" fmla="*/ 1048785 h 1221162"/>
                <a:gd name="connsiteX1562" fmla="*/ 851259 w 1905657"/>
                <a:gd name="connsiteY1562" fmla="*/ 1050971 h 1221162"/>
                <a:gd name="connsiteX1563" fmla="*/ 848129 w 1905657"/>
                <a:gd name="connsiteY1563" fmla="*/ 1059650 h 1221162"/>
                <a:gd name="connsiteX1564" fmla="*/ 846749 w 1905657"/>
                <a:gd name="connsiteY1564" fmla="*/ 1064730 h 1221162"/>
                <a:gd name="connsiteX1565" fmla="*/ 846749 w 1905657"/>
                <a:gd name="connsiteY1565" fmla="*/ 1074418 h 1221162"/>
                <a:gd name="connsiteX1566" fmla="*/ 848062 w 1905657"/>
                <a:gd name="connsiteY1566" fmla="*/ 1079935 h 1221162"/>
                <a:gd name="connsiteX1567" fmla="*/ 850956 w 1905657"/>
                <a:gd name="connsiteY1567" fmla="*/ 1085721 h 1221162"/>
                <a:gd name="connsiteX1568" fmla="*/ 853985 w 1905657"/>
                <a:gd name="connsiteY1568" fmla="*/ 1091373 h 1221162"/>
                <a:gd name="connsiteX1569" fmla="*/ 858327 w 1905657"/>
                <a:gd name="connsiteY1569" fmla="*/ 1096889 h 1221162"/>
                <a:gd name="connsiteX1570" fmla="*/ 863846 w 1905657"/>
                <a:gd name="connsiteY1570" fmla="*/ 1099076 h 1221162"/>
                <a:gd name="connsiteX1571" fmla="*/ 867750 w 1905657"/>
                <a:gd name="connsiteY1571" fmla="*/ 1098201 h 1221162"/>
                <a:gd name="connsiteX1572" fmla="*/ 872529 w 1905657"/>
                <a:gd name="connsiteY1572" fmla="*/ 1096183 h 1221162"/>
                <a:gd name="connsiteX1573" fmla="*/ 875558 w 1905657"/>
                <a:gd name="connsiteY1573" fmla="*/ 1093155 h 1221162"/>
                <a:gd name="connsiteX1574" fmla="*/ 878452 w 1905657"/>
                <a:gd name="connsiteY1574" fmla="*/ 1089691 h 1221162"/>
                <a:gd name="connsiteX1575" fmla="*/ 881212 w 1905657"/>
                <a:gd name="connsiteY1575" fmla="*/ 1085048 h 1221162"/>
                <a:gd name="connsiteX1576" fmla="*/ 881514 w 1905657"/>
                <a:gd name="connsiteY1576" fmla="*/ 1081415 h 1221162"/>
                <a:gd name="connsiteX1577" fmla="*/ 881514 w 1905657"/>
                <a:gd name="connsiteY1577" fmla="*/ 1074452 h 1221162"/>
                <a:gd name="connsiteX1578" fmla="*/ 881514 w 1905657"/>
                <a:gd name="connsiteY1578" fmla="*/ 1069238 h 1221162"/>
                <a:gd name="connsiteX1579" fmla="*/ 882524 w 1905657"/>
                <a:gd name="connsiteY1579" fmla="*/ 1063586 h 1221162"/>
                <a:gd name="connsiteX1580" fmla="*/ 884106 w 1905657"/>
                <a:gd name="connsiteY1580" fmla="*/ 1057195 h 1221162"/>
                <a:gd name="connsiteX1581" fmla="*/ 887000 w 1905657"/>
                <a:gd name="connsiteY1581" fmla="*/ 1053562 h 1221162"/>
                <a:gd name="connsiteX1582" fmla="*/ 891645 w 1905657"/>
                <a:gd name="connsiteY1582" fmla="*/ 1049929 h 1221162"/>
                <a:gd name="connsiteX1583" fmla="*/ 894101 w 1905657"/>
                <a:gd name="connsiteY1583" fmla="*/ 1047170 h 1221162"/>
                <a:gd name="connsiteX1584" fmla="*/ 896558 w 1905657"/>
                <a:gd name="connsiteY1584" fmla="*/ 1044109 h 1221162"/>
                <a:gd name="connsiteX1585" fmla="*/ 898880 w 1905657"/>
                <a:gd name="connsiteY1585" fmla="*/ 1042090 h 1221162"/>
                <a:gd name="connsiteX1586" fmla="*/ 901909 w 1905657"/>
                <a:gd name="connsiteY1586" fmla="*/ 1038760 h 1221162"/>
                <a:gd name="connsiteX1587" fmla="*/ 906553 w 1905657"/>
                <a:gd name="connsiteY1587" fmla="*/ 1036305 h 1221162"/>
                <a:gd name="connsiteX1588" fmla="*/ 913958 w 1905657"/>
                <a:gd name="connsiteY1588" fmla="*/ 1031090 h 1221162"/>
                <a:gd name="connsiteX1589" fmla="*/ 917424 w 1905657"/>
                <a:gd name="connsiteY1589" fmla="*/ 1028500 h 1221162"/>
                <a:gd name="connsiteX1590" fmla="*/ 921496 w 1905657"/>
                <a:gd name="connsiteY1590" fmla="*/ 1025742 h 1221162"/>
                <a:gd name="connsiteX1591" fmla="*/ 925838 w 1905657"/>
                <a:gd name="connsiteY1591" fmla="*/ 1022411 h 1221162"/>
                <a:gd name="connsiteX1592" fmla="*/ 930616 w 1905657"/>
                <a:gd name="connsiteY1592" fmla="*/ 1020090 h 1221162"/>
                <a:gd name="connsiteX1593" fmla="*/ 934083 w 1905657"/>
                <a:gd name="connsiteY1593" fmla="*/ 1016188 h 1221162"/>
                <a:gd name="connsiteX1594" fmla="*/ 937112 w 1905657"/>
                <a:gd name="connsiteY1594" fmla="*/ 1014170 h 1221162"/>
                <a:gd name="connsiteX1595" fmla="*/ 940881 w 1905657"/>
                <a:gd name="connsiteY1595" fmla="*/ 1012286 h 1221162"/>
                <a:gd name="connsiteX1596" fmla="*/ 942900 w 1905657"/>
                <a:gd name="connsiteY1596" fmla="*/ 1011848 h 1221162"/>
                <a:gd name="connsiteX1597" fmla="*/ 946367 w 1905657"/>
                <a:gd name="connsiteY1597" fmla="*/ 1010537 h 1221162"/>
                <a:gd name="connsiteX1598" fmla="*/ 950708 w 1905657"/>
                <a:gd name="connsiteY1598" fmla="*/ 1010099 h 1221162"/>
                <a:gd name="connsiteX1599" fmla="*/ 955622 w 1905657"/>
                <a:gd name="connsiteY1599" fmla="*/ 1009797 h 1221162"/>
                <a:gd name="connsiteX1600" fmla="*/ 960973 w 1905657"/>
                <a:gd name="connsiteY1600" fmla="*/ 1008922 h 1221162"/>
                <a:gd name="connsiteX1601" fmla="*/ 966761 w 1905657"/>
                <a:gd name="connsiteY1601" fmla="*/ 1009225 h 1221162"/>
                <a:gd name="connsiteX1602" fmla="*/ 975007 w 1905657"/>
                <a:gd name="connsiteY1602" fmla="*/ 1011680 h 1221162"/>
                <a:gd name="connsiteX1603" fmla="*/ 980089 w 1905657"/>
                <a:gd name="connsiteY1603" fmla="*/ 1013867 h 1221162"/>
                <a:gd name="connsiteX1604" fmla="*/ 985002 w 1905657"/>
                <a:gd name="connsiteY1604" fmla="*/ 1014741 h 1221162"/>
                <a:gd name="connsiteX1605" fmla="*/ 989074 w 1905657"/>
                <a:gd name="connsiteY1605" fmla="*/ 1015044 h 1221162"/>
                <a:gd name="connsiteX1606" fmla="*/ 994729 w 1905657"/>
                <a:gd name="connsiteY1606" fmla="*/ 1015347 h 1221162"/>
                <a:gd name="connsiteX1607" fmla="*/ 998363 w 1905657"/>
                <a:gd name="connsiteY1607" fmla="*/ 1016222 h 1221162"/>
                <a:gd name="connsiteX1608" fmla="*/ 1000820 w 1905657"/>
                <a:gd name="connsiteY1608" fmla="*/ 1017668 h 1221162"/>
                <a:gd name="connsiteX1609" fmla="*/ 1003849 w 1905657"/>
                <a:gd name="connsiteY1609" fmla="*/ 1020696 h 1221162"/>
                <a:gd name="connsiteX1610" fmla="*/ 1007181 w 1905657"/>
                <a:gd name="connsiteY1610" fmla="*/ 1024161 h 1221162"/>
                <a:gd name="connsiteX1611" fmla="*/ 1008190 w 1905657"/>
                <a:gd name="connsiteY1611" fmla="*/ 1026179 h 1221162"/>
                <a:gd name="connsiteX1612" fmla="*/ 1013104 w 1905657"/>
                <a:gd name="connsiteY1612" fmla="*/ 1029206 h 1221162"/>
                <a:gd name="connsiteX1613" fmla="*/ 1016436 w 1905657"/>
                <a:gd name="connsiteY1613" fmla="*/ 1033411 h 1221162"/>
                <a:gd name="connsiteX1614" fmla="*/ 1017883 w 1905657"/>
                <a:gd name="connsiteY1614" fmla="*/ 1036305 h 1221162"/>
                <a:gd name="connsiteX1615" fmla="*/ 1022224 w 1905657"/>
                <a:gd name="connsiteY1615" fmla="*/ 1037616 h 1221162"/>
                <a:gd name="connsiteX1616" fmla="*/ 1028450 w 1905657"/>
                <a:gd name="connsiteY1616" fmla="*/ 1038794 h 1221162"/>
                <a:gd name="connsiteX1617" fmla="*/ 1033532 w 1905657"/>
                <a:gd name="connsiteY1617" fmla="*/ 1038794 h 1221162"/>
                <a:gd name="connsiteX1618" fmla="*/ 1036292 w 1905657"/>
                <a:gd name="connsiteY1618" fmla="*/ 1038491 h 1221162"/>
                <a:gd name="connsiteX1619" fmla="*/ 1040499 w 1905657"/>
                <a:gd name="connsiteY1619" fmla="*/ 1038626 h 1221162"/>
                <a:gd name="connsiteX1620" fmla="*/ 1044133 w 1905657"/>
                <a:gd name="connsiteY1620" fmla="*/ 1039769 h 1221162"/>
                <a:gd name="connsiteX1621" fmla="*/ 1045143 w 1905657"/>
                <a:gd name="connsiteY1621" fmla="*/ 1040510 h 1221162"/>
                <a:gd name="connsiteX1622" fmla="*/ 1049047 w 1905657"/>
                <a:gd name="connsiteY1622" fmla="*/ 1043100 h 1221162"/>
                <a:gd name="connsiteX1623" fmla="*/ 1051941 w 1905657"/>
                <a:gd name="connsiteY1623" fmla="*/ 1045118 h 1221162"/>
                <a:gd name="connsiteX1624" fmla="*/ 1054129 w 1905657"/>
                <a:gd name="connsiteY1624" fmla="*/ 1048886 h 1221162"/>
                <a:gd name="connsiteX1625" fmla="*/ 1055576 w 1905657"/>
                <a:gd name="connsiteY1625" fmla="*/ 1053225 h 1221162"/>
                <a:gd name="connsiteX1626" fmla="*/ 1060792 w 1905657"/>
                <a:gd name="connsiteY1626" fmla="*/ 1058742 h 1221162"/>
                <a:gd name="connsiteX1627" fmla="*/ 1063384 w 1905657"/>
                <a:gd name="connsiteY1627" fmla="*/ 1060626 h 1221162"/>
                <a:gd name="connsiteX1628" fmla="*/ 1065841 w 1905657"/>
                <a:gd name="connsiteY1628" fmla="*/ 1063519 h 1221162"/>
                <a:gd name="connsiteX1629" fmla="*/ 1067725 w 1905657"/>
                <a:gd name="connsiteY1629" fmla="*/ 1065403 h 1221162"/>
                <a:gd name="connsiteX1630" fmla="*/ 1071495 w 1905657"/>
                <a:gd name="connsiteY1630" fmla="*/ 1068430 h 1221162"/>
                <a:gd name="connsiteX1631" fmla="*/ 1074120 w 1905657"/>
                <a:gd name="connsiteY1631" fmla="*/ 1070180 h 1221162"/>
                <a:gd name="connsiteX1632" fmla="*/ 1077014 w 1905657"/>
                <a:gd name="connsiteY1632" fmla="*/ 1072198 h 1221162"/>
                <a:gd name="connsiteX1633" fmla="*/ 1081086 w 1905657"/>
                <a:gd name="connsiteY1633" fmla="*/ 1073342 h 1221162"/>
                <a:gd name="connsiteX1634" fmla="*/ 1084721 w 1905657"/>
                <a:gd name="connsiteY1634" fmla="*/ 1073914 h 1221162"/>
                <a:gd name="connsiteX1635" fmla="*/ 1086740 w 1905657"/>
                <a:gd name="connsiteY1635" fmla="*/ 1072030 h 1221162"/>
                <a:gd name="connsiteX1636" fmla="*/ 1087178 w 1905657"/>
                <a:gd name="connsiteY1636" fmla="*/ 1068834 h 1221162"/>
                <a:gd name="connsiteX1637" fmla="*/ 1088759 w 1905657"/>
                <a:gd name="connsiteY1637" fmla="*/ 1067253 h 1221162"/>
                <a:gd name="connsiteX1638" fmla="*/ 1090947 w 1905657"/>
                <a:gd name="connsiteY1638" fmla="*/ 1065941 h 1221162"/>
                <a:gd name="connsiteX1639" fmla="*/ 1094851 w 1905657"/>
                <a:gd name="connsiteY1639" fmla="*/ 1065504 h 1221162"/>
                <a:gd name="connsiteX1640" fmla="*/ 1097038 w 1905657"/>
                <a:gd name="connsiteY1640" fmla="*/ 1064932 h 1221162"/>
                <a:gd name="connsiteX1641" fmla="*/ 1101514 w 1905657"/>
                <a:gd name="connsiteY1641" fmla="*/ 1065369 h 1221162"/>
                <a:gd name="connsiteX1642" fmla="*/ 1103837 w 1905657"/>
                <a:gd name="connsiteY1642" fmla="*/ 1065235 h 1221162"/>
                <a:gd name="connsiteX1643" fmla="*/ 1106428 w 1905657"/>
                <a:gd name="connsiteY1643" fmla="*/ 1064797 h 1221162"/>
                <a:gd name="connsiteX1644" fmla="*/ 1108313 w 1905657"/>
                <a:gd name="connsiteY1644" fmla="*/ 1063788 h 1221162"/>
                <a:gd name="connsiteX1645" fmla="*/ 1112789 w 1905657"/>
                <a:gd name="connsiteY1645" fmla="*/ 1063216 h 1221162"/>
                <a:gd name="connsiteX1646" fmla="*/ 1116087 w 1905657"/>
                <a:gd name="connsiteY1646" fmla="*/ 1064225 h 1221162"/>
                <a:gd name="connsiteX1647" fmla="*/ 1118443 w 1905657"/>
                <a:gd name="connsiteY1647" fmla="*/ 1065672 h 1221162"/>
                <a:gd name="connsiteX1648" fmla="*/ 1120765 w 1905657"/>
                <a:gd name="connsiteY1648" fmla="*/ 1068699 h 1221162"/>
                <a:gd name="connsiteX1649" fmla="*/ 1123356 w 1905657"/>
                <a:gd name="connsiteY1649" fmla="*/ 1072467 h 1221162"/>
                <a:gd name="connsiteX1650" fmla="*/ 1125948 w 1905657"/>
                <a:gd name="connsiteY1650" fmla="*/ 1073914 h 1221162"/>
                <a:gd name="connsiteX1651" fmla="*/ 1127967 w 1905657"/>
                <a:gd name="connsiteY1651" fmla="*/ 1075663 h 1221162"/>
                <a:gd name="connsiteX1652" fmla="*/ 1129414 w 1905657"/>
                <a:gd name="connsiteY1652" fmla="*/ 1078253 h 1221162"/>
                <a:gd name="connsiteX1653" fmla="*/ 1130996 w 1905657"/>
                <a:gd name="connsiteY1653" fmla="*/ 1080002 h 1221162"/>
                <a:gd name="connsiteX1654" fmla="*/ 1131736 w 1905657"/>
                <a:gd name="connsiteY1654" fmla="*/ 1081752 h 1221162"/>
                <a:gd name="connsiteX1655" fmla="*/ 1131736 w 1905657"/>
                <a:gd name="connsiteY1655" fmla="*/ 1084813 h 1221162"/>
                <a:gd name="connsiteX1656" fmla="*/ 1133486 w 1905657"/>
                <a:gd name="connsiteY1656" fmla="*/ 1089455 h 1221162"/>
                <a:gd name="connsiteX1657" fmla="*/ 1133486 w 1905657"/>
                <a:gd name="connsiteY1657" fmla="*/ 1091776 h 1221162"/>
                <a:gd name="connsiteX1658" fmla="*/ 1133486 w 1905657"/>
                <a:gd name="connsiteY1658" fmla="*/ 1096990 h 1221162"/>
                <a:gd name="connsiteX1659" fmla="*/ 1132780 w 1905657"/>
                <a:gd name="connsiteY1659" fmla="*/ 1099883 h 1221162"/>
                <a:gd name="connsiteX1660" fmla="*/ 1131030 w 1905657"/>
                <a:gd name="connsiteY1660" fmla="*/ 1103079 h 1221162"/>
                <a:gd name="connsiteX1661" fmla="*/ 1130155 w 1905657"/>
                <a:gd name="connsiteY1661" fmla="*/ 1105703 h 1221162"/>
                <a:gd name="connsiteX1662" fmla="*/ 1130289 w 1905657"/>
                <a:gd name="connsiteY1662" fmla="*/ 1110614 h 1221162"/>
                <a:gd name="connsiteX1663" fmla="*/ 1131030 w 1905657"/>
                <a:gd name="connsiteY1663" fmla="*/ 1112633 h 1221162"/>
                <a:gd name="connsiteX1664" fmla="*/ 1130895 w 1905657"/>
                <a:gd name="connsiteY1664" fmla="*/ 1115660 h 1221162"/>
                <a:gd name="connsiteX1665" fmla="*/ 1130592 w 1905657"/>
                <a:gd name="connsiteY1665" fmla="*/ 1120000 h 1221162"/>
                <a:gd name="connsiteX1666" fmla="*/ 1133486 w 1905657"/>
                <a:gd name="connsiteY1666" fmla="*/ 1123330 h 1221162"/>
                <a:gd name="connsiteX1667" fmla="*/ 1135674 w 1905657"/>
                <a:gd name="connsiteY1667" fmla="*/ 1125214 h 1221162"/>
                <a:gd name="connsiteX1668" fmla="*/ 1137693 w 1905657"/>
                <a:gd name="connsiteY1668" fmla="*/ 1125214 h 1221162"/>
                <a:gd name="connsiteX1669" fmla="*/ 1142169 w 1905657"/>
                <a:gd name="connsiteY1669" fmla="*/ 1126661 h 1221162"/>
                <a:gd name="connsiteX1670" fmla="*/ 1147083 w 1905657"/>
                <a:gd name="connsiteY1670" fmla="*/ 1126661 h 1221162"/>
                <a:gd name="connsiteX1671" fmla="*/ 1149540 w 1905657"/>
                <a:gd name="connsiteY1671" fmla="*/ 1126661 h 1221162"/>
                <a:gd name="connsiteX1672" fmla="*/ 1154184 w 1905657"/>
                <a:gd name="connsiteY1672" fmla="*/ 1126694 h 1221162"/>
                <a:gd name="connsiteX1673" fmla="*/ 1157381 w 1905657"/>
                <a:gd name="connsiteY1673" fmla="*/ 1126694 h 1221162"/>
                <a:gd name="connsiteX1674" fmla="*/ 1162463 w 1905657"/>
                <a:gd name="connsiteY1674" fmla="*/ 1130832 h 1221162"/>
                <a:gd name="connsiteX1675" fmla="*/ 1165795 w 1905657"/>
                <a:gd name="connsiteY1675" fmla="*/ 1132413 h 1221162"/>
                <a:gd name="connsiteX1676" fmla="*/ 1170271 w 1905657"/>
                <a:gd name="connsiteY1676" fmla="*/ 1137762 h 1221162"/>
                <a:gd name="connsiteX1677" fmla="*/ 1172290 w 1905657"/>
                <a:gd name="connsiteY1677" fmla="*/ 1141092 h 1221162"/>
                <a:gd name="connsiteX1678" fmla="*/ 1172290 w 1905657"/>
                <a:gd name="connsiteY1678" fmla="*/ 1143548 h 1221162"/>
                <a:gd name="connsiteX1679" fmla="*/ 1173165 w 1905657"/>
                <a:gd name="connsiteY1679" fmla="*/ 1147618 h 1221162"/>
                <a:gd name="connsiteX1680" fmla="*/ 1172290 w 1905657"/>
                <a:gd name="connsiteY1680" fmla="*/ 1151520 h 1221162"/>
                <a:gd name="connsiteX1681" fmla="*/ 1170978 w 1905657"/>
                <a:gd name="connsiteY1681" fmla="*/ 1153404 h 1221162"/>
                <a:gd name="connsiteX1682" fmla="*/ 1167949 w 1905657"/>
                <a:gd name="connsiteY1682" fmla="*/ 1159325 h 1221162"/>
                <a:gd name="connsiteX1683" fmla="*/ 1165929 w 1905657"/>
                <a:gd name="connsiteY1683" fmla="*/ 1162218 h 1221162"/>
                <a:gd name="connsiteX1684" fmla="*/ 1164920 w 1905657"/>
                <a:gd name="connsiteY1684" fmla="*/ 1165111 h 1221162"/>
                <a:gd name="connsiteX1685" fmla="*/ 1164348 w 1905657"/>
                <a:gd name="connsiteY1685" fmla="*/ 1166860 h 1221162"/>
                <a:gd name="connsiteX1686" fmla="*/ 1163607 w 1905657"/>
                <a:gd name="connsiteY1686" fmla="*/ 1168575 h 1221162"/>
                <a:gd name="connsiteX1687" fmla="*/ 1164348 w 1905657"/>
                <a:gd name="connsiteY1687" fmla="*/ 1172646 h 1221162"/>
                <a:gd name="connsiteX1688" fmla="*/ 1164785 w 1905657"/>
                <a:gd name="connsiteY1688" fmla="*/ 1175674 h 1221162"/>
                <a:gd name="connsiteX1689" fmla="*/ 1164785 w 1905657"/>
                <a:gd name="connsiteY1689" fmla="*/ 1176817 h 1221162"/>
                <a:gd name="connsiteX1690" fmla="*/ 1164348 w 1905657"/>
                <a:gd name="connsiteY1690" fmla="*/ 1180720 h 1221162"/>
                <a:gd name="connsiteX1691" fmla="*/ 1164785 w 1905657"/>
                <a:gd name="connsiteY1691" fmla="*/ 1184790 h 1221162"/>
                <a:gd name="connsiteX1692" fmla="*/ 1164785 w 1905657"/>
                <a:gd name="connsiteY1692" fmla="*/ 1187246 h 1221162"/>
                <a:gd name="connsiteX1693" fmla="*/ 1164213 w 1905657"/>
                <a:gd name="connsiteY1693" fmla="*/ 1189129 h 1221162"/>
                <a:gd name="connsiteX1694" fmla="*/ 1164078 w 1905657"/>
                <a:gd name="connsiteY1694" fmla="*/ 1192325 h 1221162"/>
                <a:gd name="connsiteX1695" fmla="*/ 1163944 w 1905657"/>
                <a:gd name="connsiteY1695" fmla="*/ 1194781 h 1221162"/>
                <a:gd name="connsiteX1696" fmla="*/ 1164516 w 1905657"/>
                <a:gd name="connsiteY1696" fmla="*/ 1198246 h 1221162"/>
                <a:gd name="connsiteX1697" fmla="*/ 1164651 w 1905657"/>
                <a:gd name="connsiteY1697" fmla="*/ 1201711 h 1221162"/>
                <a:gd name="connsiteX1698" fmla="*/ 1164718 w 1905657"/>
                <a:gd name="connsiteY1698" fmla="*/ 1203292 h 1221162"/>
                <a:gd name="connsiteX1699" fmla="*/ 1165862 w 1905657"/>
                <a:gd name="connsiteY1699" fmla="*/ 1204570 h 1221162"/>
                <a:gd name="connsiteX1700" fmla="*/ 1167175 w 1905657"/>
                <a:gd name="connsiteY1700" fmla="*/ 1205478 h 1221162"/>
                <a:gd name="connsiteX1701" fmla="*/ 1169127 w 1905657"/>
                <a:gd name="connsiteY1701" fmla="*/ 1205478 h 1221162"/>
                <a:gd name="connsiteX1702" fmla="*/ 1174276 w 1905657"/>
                <a:gd name="connsiteY1702" fmla="*/ 1206454 h 1221162"/>
                <a:gd name="connsiteX1703" fmla="*/ 1178348 w 1905657"/>
                <a:gd name="connsiteY1703" fmla="*/ 1207228 h 1221162"/>
                <a:gd name="connsiteX1704" fmla="*/ 1181309 w 1905657"/>
                <a:gd name="connsiteY1704" fmla="*/ 1207228 h 1221162"/>
                <a:gd name="connsiteX1705" fmla="*/ 1184776 w 1905657"/>
                <a:gd name="connsiteY1705" fmla="*/ 1207228 h 1221162"/>
                <a:gd name="connsiteX1706" fmla="*/ 1188175 w 1905657"/>
                <a:gd name="connsiteY1706" fmla="*/ 1207228 h 1221162"/>
                <a:gd name="connsiteX1707" fmla="*/ 1190632 w 1905657"/>
                <a:gd name="connsiteY1707" fmla="*/ 1207059 h 1221162"/>
                <a:gd name="connsiteX1708" fmla="*/ 1195781 w 1905657"/>
                <a:gd name="connsiteY1708" fmla="*/ 1207228 h 1221162"/>
                <a:gd name="connsiteX1709" fmla="*/ 1198675 w 1905657"/>
                <a:gd name="connsiteY1709" fmla="*/ 1207228 h 1221162"/>
                <a:gd name="connsiteX1710" fmla="*/ 1201637 w 1905657"/>
                <a:gd name="connsiteY1710" fmla="*/ 1207228 h 1221162"/>
                <a:gd name="connsiteX1711" fmla="*/ 1205608 w 1905657"/>
                <a:gd name="connsiteY1711" fmla="*/ 1207228 h 1221162"/>
                <a:gd name="connsiteX1712" fmla="*/ 1209815 w 1905657"/>
                <a:gd name="connsiteY1712" fmla="*/ 1207295 h 1221162"/>
                <a:gd name="connsiteX1713" fmla="*/ 1215469 w 1905657"/>
                <a:gd name="connsiteY1713" fmla="*/ 1208741 h 1221162"/>
                <a:gd name="connsiteX1714" fmla="*/ 1217152 w 1905657"/>
                <a:gd name="connsiteY1714" fmla="*/ 1209683 h 1221162"/>
                <a:gd name="connsiteX1715" fmla="*/ 1221358 w 1905657"/>
                <a:gd name="connsiteY1715" fmla="*/ 1210255 h 1221162"/>
                <a:gd name="connsiteX1716" fmla="*/ 1228762 w 1905657"/>
                <a:gd name="connsiteY1716" fmla="*/ 1211903 h 1221162"/>
                <a:gd name="connsiteX1717" fmla="*/ 1232599 w 1905657"/>
                <a:gd name="connsiteY1717" fmla="*/ 1212711 h 1221162"/>
                <a:gd name="connsiteX1718" fmla="*/ 1237243 w 1905657"/>
                <a:gd name="connsiteY1718" fmla="*/ 1214292 h 1221162"/>
                <a:gd name="connsiteX1719" fmla="*/ 1244917 w 1905657"/>
                <a:gd name="connsiteY1719" fmla="*/ 1216310 h 1221162"/>
                <a:gd name="connsiteX1720" fmla="*/ 1252960 w 1905657"/>
                <a:gd name="connsiteY1720" fmla="*/ 1219439 h 1221162"/>
                <a:gd name="connsiteX1721" fmla="*/ 1258984 w 1905657"/>
                <a:gd name="connsiteY1721" fmla="*/ 1220751 h 1221162"/>
                <a:gd name="connsiteX1722" fmla="*/ 1269047 w 1905657"/>
                <a:gd name="connsiteY1722" fmla="*/ 1221121 h 1221162"/>
                <a:gd name="connsiteX1723" fmla="*/ 1277528 w 1905657"/>
                <a:gd name="connsiteY1723" fmla="*/ 1221020 h 1221162"/>
                <a:gd name="connsiteX1724" fmla="*/ 1286211 w 1905657"/>
                <a:gd name="connsiteY1724" fmla="*/ 1221121 h 1221162"/>
                <a:gd name="connsiteX1725" fmla="*/ 1297788 w 1905657"/>
                <a:gd name="connsiteY1725" fmla="*/ 1221121 h 1221162"/>
                <a:gd name="connsiteX1726" fmla="*/ 1307077 w 1905657"/>
                <a:gd name="connsiteY1726" fmla="*/ 1219674 h 1221162"/>
                <a:gd name="connsiteX1727" fmla="*/ 1315558 w 1905657"/>
                <a:gd name="connsiteY1727" fmla="*/ 1219741 h 1221162"/>
                <a:gd name="connsiteX1728" fmla="*/ 1324106 w 1905657"/>
                <a:gd name="connsiteY1728" fmla="*/ 1219674 h 1221162"/>
                <a:gd name="connsiteX1729" fmla="*/ 1330635 w 1905657"/>
                <a:gd name="connsiteY1729" fmla="*/ 1218867 h 1221162"/>
                <a:gd name="connsiteX1730" fmla="*/ 1336928 w 1905657"/>
                <a:gd name="connsiteY1730" fmla="*/ 1216781 h 1221162"/>
                <a:gd name="connsiteX1731" fmla="*/ 1338880 w 1905657"/>
                <a:gd name="connsiteY1731" fmla="*/ 1213754 h 1221162"/>
                <a:gd name="connsiteX1732" fmla="*/ 1342212 w 1905657"/>
                <a:gd name="connsiteY1732" fmla="*/ 1210289 h 1221162"/>
                <a:gd name="connsiteX1733" fmla="*/ 1344736 w 1905657"/>
                <a:gd name="connsiteY1733" fmla="*/ 1206387 h 1221162"/>
                <a:gd name="connsiteX1734" fmla="*/ 1346991 w 1905657"/>
                <a:gd name="connsiteY1734" fmla="*/ 1203191 h 1221162"/>
                <a:gd name="connsiteX1735" fmla="*/ 1347933 w 1905657"/>
                <a:gd name="connsiteY1735" fmla="*/ 1201004 h 1221162"/>
                <a:gd name="connsiteX1736" fmla="*/ 1351467 w 1905657"/>
                <a:gd name="connsiteY1736" fmla="*/ 1197237 h 1221162"/>
                <a:gd name="connsiteX1737" fmla="*/ 1353284 w 1905657"/>
                <a:gd name="connsiteY1737" fmla="*/ 1194714 h 1221162"/>
                <a:gd name="connsiteX1738" fmla="*/ 1357861 w 1905657"/>
                <a:gd name="connsiteY1738" fmla="*/ 1191013 h 1221162"/>
                <a:gd name="connsiteX1739" fmla="*/ 1361059 w 1905657"/>
                <a:gd name="connsiteY1739" fmla="*/ 1187885 h 1221162"/>
                <a:gd name="connsiteX1740" fmla="*/ 1365636 w 1905657"/>
                <a:gd name="connsiteY1740" fmla="*/ 1184857 h 1221162"/>
                <a:gd name="connsiteX1741" fmla="*/ 1368967 w 1905657"/>
                <a:gd name="connsiteY1741" fmla="*/ 1182233 h 1221162"/>
                <a:gd name="connsiteX1742" fmla="*/ 1372299 w 1905657"/>
                <a:gd name="connsiteY1742" fmla="*/ 1179138 h 1221162"/>
                <a:gd name="connsiteX1743" fmla="*/ 1374823 w 1905657"/>
                <a:gd name="connsiteY1743" fmla="*/ 1176245 h 1221162"/>
                <a:gd name="connsiteX1744" fmla="*/ 1377852 w 1905657"/>
                <a:gd name="connsiteY1744" fmla="*/ 1173420 h 1221162"/>
                <a:gd name="connsiteX1745" fmla="*/ 1383439 w 1905657"/>
                <a:gd name="connsiteY1745" fmla="*/ 1168710 h 1221162"/>
                <a:gd name="connsiteX1746" fmla="*/ 1388655 w 1905657"/>
                <a:gd name="connsiteY1746" fmla="*/ 1164371 h 1221162"/>
                <a:gd name="connsiteX1747" fmla="*/ 1392223 w 1905657"/>
                <a:gd name="connsiteY1747" fmla="*/ 1162689 h 1221162"/>
                <a:gd name="connsiteX1748" fmla="*/ 1399324 w 1905657"/>
                <a:gd name="connsiteY1748" fmla="*/ 1161949 h 1221162"/>
                <a:gd name="connsiteX1749" fmla="*/ 1403396 w 1905657"/>
                <a:gd name="connsiteY1749" fmla="*/ 1161511 h 1221162"/>
                <a:gd name="connsiteX1750" fmla="*/ 1408747 w 1905657"/>
                <a:gd name="connsiteY1750" fmla="*/ 1161713 h 1221162"/>
                <a:gd name="connsiteX1751" fmla="*/ 1412146 w 1905657"/>
                <a:gd name="connsiteY1751" fmla="*/ 1161276 h 1221162"/>
                <a:gd name="connsiteX1752" fmla="*/ 1418440 w 1905657"/>
                <a:gd name="connsiteY1752" fmla="*/ 1160468 h 1221162"/>
                <a:gd name="connsiteX1753" fmla="*/ 1425238 w 1905657"/>
                <a:gd name="connsiteY1753" fmla="*/ 1159829 h 1221162"/>
                <a:gd name="connsiteX1754" fmla="*/ 1434594 w 1905657"/>
                <a:gd name="connsiteY1754" fmla="*/ 1157441 h 1221162"/>
                <a:gd name="connsiteX1755" fmla="*/ 1442132 w 1905657"/>
                <a:gd name="connsiteY1755" fmla="*/ 1152664 h 1221162"/>
                <a:gd name="connsiteX1756" fmla="*/ 1446205 w 1905657"/>
                <a:gd name="connsiteY1756" fmla="*/ 1151789 h 1221162"/>
                <a:gd name="connsiteX1757" fmla="*/ 1452061 w 1905657"/>
                <a:gd name="connsiteY1757" fmla="*/ 1149266 h 1221162"/>
                <a:gd name="connsiteX1758" fmla="*/ 1454820 w 1905657"/>
                <a:gd name="connsiteY1758" fmla="*/ 1147954 h 1221162"/>
                <a:gd name="connsiteX1759" fmla="*/ 1467138 w 1905657"/>
                <a:gd name="connsiteY1759" fmla="*/ 1144422 h 1221162"/>
                <a:gd name="connsiteX1760" fmla="*/ 1473869 w 1905657"/>
                <a:gd name="connsiteY1760" fmla="*/ 1141395 h 1221162"/>
                <a:gd name="connsiteX1761" fmla="*/ 1479893 w 1905657"/>
                <a:gd name="connsiteY1761" fmla="*/ 1140015 h 1221162"/>
                <a:gd name="connsiteX1762" fmla="*/ 1487802 w 1905657"/>
                <a:gd name="connsiteY1762" fmla="*/ 1139006 h 1221162"/>
                <a:gd name="connsiteX1763" fmla="*/ 1494701 w 1905657"/>
                <a:gd name="connsiteY1763" fmla="*/ 1136853 h 1221162"/>
                <a:gd name="connsiteX1764" fmla="*/ 1498167 w 1905657"/>
                <a:gd name="connsiteY1764" fmla="*/ 1133220 h 1221162"/>
                <a:gd name="connsiteX1765" fmla="*/ 1499682 w 1905657"/>
                <a:gd name="connsiteY1765" fmla="*/ 1130630 h 1221162"/>
                <a:gd name="connsiteX1766" fmla="*/ 1502509 w 1905657"/>
                <a:gd name="connsiteY1766" fmla="*/ 1126560 h 1221162"/>
                <a:gd name="connsiteX1767" fmla="*/ 1504898 w 1905657"/>
                <a:gd name="connsiteY1767" fmla="*/ 1123162 h 1221162"/>
                <a:gd name="connsiteX1768" fmla="*/ 1507591 w 1905657"/>
                <a:gd name="connsiteY1768" fmla="*/ 1120706 h 1221162"/>
                <a:gd name="connsiteX1769" fmla="*/ 1510788 w 1905657"/>
                <a:gd name="connsiteY1769" fmla="*/ 1118251 h 1221162"/>
                <a:gd name="connsiteX1770" fmla="*/ 1514423 w 1905657"/>
                <a:gd name="connsiteY1770" fmla="*/ 1115930 h 1221162"/>
                <a:gd name="connsiteX1771" fmla="*/ 1518326 w 1905657"/>
                <a:gd name="connsiteY1771" fmla="*/ 1114248 h 1221162"/>
                <a:gd name="connsiteX1772" fmla="*/ 1523980 w 1905657"/>
                <a:gd name="connsiteY1772" fmla="*/ 1110345 h 1221162"/>
                <a:gd name="connsiteX1773" fmla="*/ 1530005 w 1905657"/>
                <a:gd name="connsiteY1773" fmla="*/ 1108596 h 1221162"/>
                <a:gd name="connsiteX1774" fmla="*/ 1534716 w 1905657"/>
                <a:gd name="connsiteY1774" fmla="*/ 1104627 h 1221162"/>
                <a:gd name="connsiteX1775" fmla="*/ 1538486 w 1905657"/>
                <a:gd name="connsiteY1775" fmla="*/ 1103180 h 1221162"/>
                <a:gd name="connsiteX1776" fmla="*/ 1542053 w 1905657"/>
                <a:gd name="connsiteY1776" fmla="*/ 1100859 h 1221162"/>
                <a:gd name="connsiteX1777" fmla="*/ 1544880 w 1905657"/>
                <a:gd name="connsiteY1777" fmla="*/ 1100119 h 1221162"/>
                <a:gd name="connsiteX1778" fmla="*/ 1547269 w 1905657"/>
                <a:gd name="connsiteY1778" fmla="*/ 1099816 h 1221162"/>
                <a:gd name="connsiteX1779" fmla="*/ 1550904 w 1905657"/>
                <a:gd name="connsiteY1779" fmla="*/ 1099682 h 1221162"/>
                <a:gd name="connsiteX1780" fmla="*/ 1552991 w 1905657"/>
                <a:gd name="connsiteY1780" fmla="*/ 1100119 h 1221162"/>
                <a:gd name="connsiteX1781" fmla="*/ 1555750 w 1905657"/>
                <a:gd name="connsiteY1781" fmla="*/ 1100758 h 1221162"/>
                <a:gd name="connsiteX1782" fmla="*/ 1558510 w 1905657"/>
                <a:gd name="connsiteY1782" fmla="*/ 1103214 h 1221162"/>
                <a:gd name="connsiteX1783" fmla="*/ 1561472 w 1905657"/>
                <a:gd name="connsiteY1783" fmla="*/ 1106040 h 1221162"/>
                <a:gd name="connsiteX1784" fmla="*/ 1564803 w 1905657"/>
                <a:gd name="connsiteY1784" fmla="*/ 1109235 h 1221162"/>
                <a:gd name="connsiteX1785" fmla="*/ 1567698 w 1905657"/>
                <a:gd name="connsiteY1785" fmla="*/ 1111556 h 1221162"/>
                <a:gd name="connsiteX1786" fmla="*/ 1571534 w 1905657"/>
                <a:gd name="connsiteY1786" fmla="*/ 1113878 h 1221162"/>
                <a:gd name="connsiteX1787" fmla="*/ 1574429 w 1905657"/>
                <a:gd name="connsiteY1787" fmla="*/ 1116333 h 1221162"/>
                <a:gd name="connsiteX1788" fmla="*/ 1576818 w 1905657"/>
                <a:gd name="connsiteY1788" fmla="*/ 1117578 h 1221162"/>
                <a:gd name="connsiteX1789" fmla="*/ 1579645 w 1905657"/>
                <a:gd name="connsiteY1789" fmla="*/ 1118284 h 1221162"/>
                <a:gd name="connsiteX1790" fmla="*/ 1584491 w 1905657"/>
                <a:gd name="connsiteY1790" fmla="*/ 1117040 h 1221162"/>
                <a:gd name="connsiteX1791" fmla="*/ 1586578 w 1905657"/>
                <a:gd name="connsiteY1791" fmla="*/ 1115660 h 1221162"/>
                <a:gd name="connsiteX1792" fmla="*/ 1590482 w 1905657"/>
                <a:gd name="connsiteY1792" fmla="*/ 1113777 h 1221162"/>
                <a:gd name="connsiteX1793" fmla="*/ 1591559 w 1905657"/>
                <a:gd name="connsiteY1793" fmla="*/ 1112196 h 1221162"/>
                <a:gd name="connsiteX1794" fmla="*/ 1592804 w 1905657"/>
                <a:gd name="connsiteY1794" fmla="*/ 1111556 h 1221162"/>
                <a:gd name="connsiteX1795" fmla="*/ 1594891 w 1905657"/>
                <a:gd name="connsiteY1795" fmla="*/ 1111691 h 1221162"/>
                <a:gd name="connsiteX1796" fmla="*/ 1596775 w 1905657"/>
                <a:gd name="connsiteY1796" fmla="*/ 1111624 h 1221162"/>
                <a:gd name="connsiteX1797" fmla="*/ 1598660 w 1905657"/>
                <a:gd name="connsiteY1797" fmla="*/ 1111758 h 1221162"/>
                <a:gd name="connsiteX1798" fmla="*/ 1599266 w 1905657"/>
                <a:gd name="connsiteY1798" fmla="*/ 1112936 h 1221162"/>
                <a:gd name="connsiteX1799" fmla="*/ 1599535 w 1905657"/>
                <a:gd name="connsiteY1799" fmla="*/ 1114752 h 1221162"/>
                <a:gd name="connsiteX1800" fmla="*/ 1599535 w 1905657"/>
                <a:gd name="connsiteY1800" fmla="*/ 1115997 h 1221162"/>
                <a:gd name="connsiteX1801" fmla="*/ 1599535 w 1905657"/>
                <a:gd name="connsiteY1801" fmla="*/ 1117746 h 1221162"/>
                <a:gd name="connsiteX1802" fmla="*/ 1599535 w 1905657"/>
                <a:gd name="connsiteY1802" fmla="*/ 1119495 h 1221162"/>
                <a:gd name="connsiteX1803" fmla="*/ 1599535 w 1905657"/>
                <a:gd name="connsiteY1803" fmla="*/ 1120740 h 1221162"/>
                <a:gd name="connsiteX1804" fmla="*/ 1600275 w 1905657"/>
                <a:gd name="connsiteY1804" fmla="*/ 1121749 h 1221162"/>
                <a:gd name="connsiteX1805" fmla="*/ 1602362 w 1905657"/>
                <a:gd name="connsiteY1805" fmla="*/ 1123128 h 1221162"/>
                <a:gd name="connsiteX1806" fmla="*/ 1606131 w 1905657"/>
                <a:gd name="connsiteY1806" fmla="*/ 1123330 h 1221162"/>
                <a:gd name="connsiteX1807" fmla="*/ 1608319 w 1905657"/>
                <a:gd name="connsiteY1807" fmla="*/ 1122321 h 1221162"/>
                <a:gd name="connsiteX1808" fmla="*/ 1610473 w 1905657"/>
                <a:gd name="connsiteY1808" fmla="*/ 1122018 h 1221162"/>
                <a:gd name="connsiteX1809" fmla="*/ 1612054 w 1905657"/>
                <a:gd name="connsiteY1809" fmla="*/ 1123902 h 1221162"/>
                <a:gd name="connsiteX1810" fmla="*/ 1613199 w 1905657"/>
                <a:gd name="connsiteY1810" fmla="*/ 1126291 h 1221162"/>
                <a:gd name="connsiteX1811" fmla="*/ 1615521 w 1905657"/>
                <a:gd name="connsiteY1811" fmla="*/ 1128914 h 1221162"/>
                <a:gd name="connsiteX1812" fmla="*/ 1617910 w 1905657"/>
                <a:gd name="connsiteY1812" fmla="*/ 1131673 h 1221162"/>
                <a:gd name="connsiteX1813" fmla="*/ 1620367 w 1905657"/>
                <a:gd name="connsiteY1813" fmla="*/ 1133691 h 1221162"/>
                <a:gd name="connsiteX1814" fmla="*/ 1622252 w 1905657"/>
                <a:gd name="connsiteY1814" fmla="*/ 1135878 h 1221162"/>
                <a:gd name="connsiteX1815" fmla="*/ 1625449 w 1905657"/>
                <a:gd name="connsiteY1815" fmla="*/ 1139780 h 1221162"/>
                <a:gd name="connsiteX1816" fmla="*/ 1628074 w 1905657"/>
                <a:gd name="connsiteY1816" fmla="*/ 1141798 h 1221162"/>
                <a:gd name="connsiteX1817" fmla="*/ 1630531 w 1905657"/>
                <a:gd name="connsiteY1817" fmla="*/ 1142942 h 1221162"/>
                <a:gd name="connsiteX1818" fmla="*/ 1634738 w 1905657"/>
                <a:gd name="connsiteY1818" fmla="*/ 1145835 h 1221162"/>
                <a:gd name="connsiteX1819" fmla="*/ 1638070 w 1905657"/>
                <a:gd name="connsiteY1819" fmla="*/ 1148728 h 1221162"/>
                <a:gd name="connsiteX1820" fmla="*/ 1642714 w 1905657"/>
                <a:gd name="connsiteY1820" fmla="*/ 1151756 h 1221162"/>
                <a:gd name="connsiteX1821" fmla="*/ 1646483 w 1905657"/>
                <a:gd name="connsiteY1821" fmla="*/ 1155658 h 1221162"/>
                <a:gd name="connsiteX1822" fmla="*/ 1648805 w 1905657"/>
                <a:gd name="connsiteY1822" fmla="*/ 1156095 h 1221162"/>
                <a:gd name="connsiteX1823" fmla="*/ 1650690 w 1905657"/>
                <a:gd name="connsiteY1823" fmla="*/ 1156835 h 1221162"/>
                <a:gd name="connsiteX1824" fmla="*/ 1654325 w 1905657"/>
                <a:gd name="connsiteY1824" fmla="*/ 1157710 h 1221162"/>
                <a:gd name="connsiteX1825" fmla="*/ 1655200 w 1905657"/>
                <a:gd name="connsiteY1825" fmla="*/ 1158282 h 1221162"/>
                <a:gd name="connsiteX1826" fmla="*/ 1660854 w 1905657"/>
                <a:gd name="connsiteY1826" fmla="*/ 1159022 h 1221162"/>
                <a:gd name="connsiteX1827" fmla="*/ 1663310 w 1905657"/>
                <a:gd name="connsiteY1827" fmla="*/ 1160906 h 1221162"/>
                <a:gd name="connsiteX1828" fmla="*/ 1666508 w 1905657"/>
                <a:gd name="connsiteY1828" fmla="*/ 1164236 h 1221162"/>
                <a:gd name="connsiteX1829" fmla="*/ 1668527 w 1905657"/>
                <a:gd name="connsiteY1829" fmla="*/ 1165111 h 1221162"/>
                <a:gd name="connsiteX1830" fmla="*/ 1669536 w 1905657"/>
                <a:gd name="connsiteY1830" fmla="*/ 1167432 h 1221162"/>
                <a:gd name="connsiteX1831" fmla="*/ 1669536 w 1905657"/>
                <a:gd name="connsiteY1831" fmla="*/ 1170459 h 1221162"/>
                <a:gd name="connsiteX1832" fmla="*/ 1669570 w 1905657"/>
                <a:gd name="connsiteY1832" fmla="*/ 1173352 h 1221162"/>
                <a:gd name="connsiteX1833" fmla="*/ 1669570 w 1905657"/>
                <a:gd name="connsiteY1833" fmla="*/ 1176683 h 1221162"/>
                <a:gd name="connsiteX1834" fmla="*/ 1671690 w 1905657"/>
                <a:gd name="connsiteY1834" fmla="*/ 1178701 h 1221162"/>
                <a:gd name="connsiteX1835" fmla="*/ 1675157 w 1905657"/>
                <a:gd name="connsiteY1835" fmla="*/ 1178836 h 1221162"/>
                <a:gd name="connsiteX1836" fmla="*/ 1677142 w 1905657"/>
                <a:gd name="connsiteY1836" fmla="*/ 1177389 h 1221162"/>
                <a:gd name="connsiteX1837" fmla="*/ 1679667 w 1905657"/>
                <a:gd name="connsiteY1837" fmla="*/ 1175068 h 1221162"/>
                <a:gd name="connsiteX1838" fmla="*/ 1681551 w 1905657"/>
                <a:gd name="connsiteY1838" fmla="*/ 1172881 h 1221162"/>
                <a:gd name="connsiteX1839" fmla="*/ 1682696 w 1905657"/>
                <a:gd name="connsiteY1839" fmla="*/ 1171738 h 1221162"/>
                <a:gd name="connsiteX1840" fmla="*/ 1683570 w 1905657"/>
                <a:gd name="connsiteY1840" fmla="*/ 1170560 h 1221162"/>
                <a:gd name="connsiteX1841" fmla="*/ 1684883 w 1905657"/>
                <a:gd name="connsiteY1841" fmla="*/ 1169248 h 1221162"/>
                <a:gd name="connsiteX1842" fmla="*/ 1685623 w 1905657"/>
                <a:gd name="connsiteY1842" fmla="*/ 1168239 h 1221162"/>
                <a:gd name="connsiteX1843" fmla="*/ 1687811 w 1905657"/>
                <a:gd name="connsiteY1843" fmla="*/ 1167667 h 1221162"/>
                <a:gd name="connsiteX1844" fmla="*/ 1692152 w 1905657"/>
                <a:gd name="connsiteY1844" fmla="*/ 1166086 h 1221162"/>
                <a:gd name="connsiteX1845" fmla="*/ 1695047 w 1905657"/>
                <a:gd name="connsiteY1845" fmla="*/ 1165649 h 1221162"/>
                <a:gd name="connsiteX1846" fmla="*/ 1698513 w 1905657"/>
                <a:gd name="connsiteY1846" fmla="*/ 1165212 h 1221162"/>
                <a:gd name="connsiteX1847" fmla="*/ 1701980 w 1905657"/>
                <a:gd name="connsiteY1847" fmla="*/ 1164472 h 1221162"/>
                <a:gd name="connsiteX1848" fmla="*/ 1705008 w 1905657"/>
                <a:gd name="connsiteY1848" fmla="*/ 1164034 h 1221162"/>
                <a:gd name="connsiteX1849" fmla="*/ 1707331 w 1905657"/>
                <a:gd name="connsiteY1849" fmla="*/ 1160569 h 1221162"/>
                <a:gd name="connsiteX1850" fmla="*/ 1706758 w 1905657"/>
                <a:gd name="connsiteY1850" fmla="*/ 1157239 h 1221162"/>
                <a:gd name="connsiteX1851" fmla="*/ 1705614 w 1905657"/>
                <a:gd name="connsiteY1851" fmla="*/ 1154346 h 1221162"/>
                <a:gd name="connsiteX1852" fmla="*/ 1705480 w 1905657"/>
                <a:gd name="connsiteY1852" fmla="*/ 1153034 h 1221162"/>
                <a:gd name="connsiteX1853" fmla="*/ 1705278 w 1905657"/>
                <a:gd name="connsiteY1853" fmla="*/ 1150713 h 1221162"/>
                <a:gd name="connsiteX1854" fmla="*/ 1705648 w 1905657"/>
                <a:gd name="connsiteY1854" fmla="*/ 1148392 h 1221162"/>
                <a:gd name="connsiteX1855" fmla="*/ 1705648 w 1905657"/>
                <a:gd name="connsiteY1855" fmla="*/ 1145499 h 1221162"/>
                <a:gd name="connsiteX1856" fmla="*/ 1705648 w 1905657"/>
                <a:gd name="connsiteY1856" fmla="*/ 1142034 h 1221162"/>
                <a:gd name="connsiteX1857" fmla="*/ 1705648 w 1905657"/>
                <a:gd name="connsiteY1857" fmla="*/ 1140285 h 1221162"/>
                <a:gd name="connsiteX1858" fmla="*/ 1705076 w 1905657"/>
                <a:gd name="connsiteY1858" fmla="*/ 1137829 h 1221162"/>
                <a:gd name="connsiteX1859" fmla="*/ 1705513 w 1905657"/>
                <a:gd name="connsiteY1859" fmla="*/ 1135071 h 1221162"/>
                <a:gd name="connsiteX1860" fmla="*/ 1705951 w 1905657"/>
                <a:gd name="connsiteY1860" fmla="*/ 1133321 h 1221162"/>
                <a:gd name="connsiteX1861" fmla="*/ 1707398 w 1905657"/>
                <a:gd name="connsiteY1861" fmla="*/ 1132144 h 1221162"/>
                <a:gd name="connsiteX1862" fmla="*/ 1709552 w 1905657"/>
                <a:gd name="connsiteY1862" fmla="*/ 1131000 h 1221162"/>
                <a:gd name="connsiteX1863" fmla="*/ 1711739 w 1905657"/>
                <a:gd name="connsiteY1863" fmla="*/ 1129251 h 1221162"/>
                <a:gd name="connsiteX1864" fmla="*/ 1713489 w 1905657"/>
                <a:gd name="connsiteY1864" fmla="*/ 1126358 h 1221162"/>
                <a:gd name="connsiteX1865" fmla="*/ 1715812 w 1905657"/>
                <a:gd name="connsiteY1865" fmla="*/ 1123734 h 1221162"/>
                <a:gd name="connsiteX1866" fmla="*/ 1717562 w 1905657"/>
                <a:gd name="connsiteY1866" fmla="*/ 1122288 h 1221162"/>
                <a:gd name="connsiteX1867" fmla="*/ 1719446 w 1905657"/>
                <a:gd name="connsiteY1867" fmla="*/ 1119529 h 1221162"/>
                <a:gd name="connsiteX1868" fmla="*/ 1720624 w 1905657"/>
                <a:gd name="connsiteY1868" fmla="*/ 1118083 h 1221162"/>
                <a:gd name="connsiteX1869" fmla="*/ 1721937 w 1905657"/>
                <a:gd name="connsiteY1869" fmla="*/ 1116064 h 1221162"/>
                <a:gd name="connsiteX1870" fmla="*/ 1722139 w 1905657"/>
                <a:gd name="connsiteY1870" fmla="*/ 1114180 h 1221162"/>
                <a:gd name="connsiteX1871" fmla="*/ 1723081 w 1905657"/>
                <a:gd name="connsiteY1871" fmla="*/ 1112296 h 1221162"/>
                <a:gd name="connsiteX1872" fmla="*/ 1723081 w 1905657"/>
                <a:gd name="connsiteY1872" fmla="*/ 1110715 h 1221162"/>
                <a:gd name="connsiteX1873" fmla="*/ 1723081 w 1905657"/>
                <a:gd name="connsiteY1873" fmla="*/ 1108966 h 1221162"/>
                <a:gd name="connsiteX1874" fmla="*/ 1723889 w 1905657"/>
                <a:gd name="connsiteY1874" fmla="*/ 1106140 h 1221162"/>
                <a:gd name="connsiteX1875" fmla="*/ 1724461 w 1905657"/>
                <a:gd name="connsiteY1875" fmla="*/ 1103550 h 1221162"/>
                <a:gd name="connsiteX1876" fmla="*/ 1725773 w 1905657"/>
                <a:gd name="connsiteY1876" fmla="*/ 1101229 h 1221162"/>
                <a:gd name="connsiteX1877" fmla="*/ 1726413 w 1905657"/>
                <a:gd name="connsiteY1877" fmla="*/ 1099412 h 1221162"/>
                <a:gd name="connsiteX1878" fmla="*/ 1727860 w 1905657"/>
                <a:gd name="connsiteY1878" fmla="*/ 1098101 h 1221162"/>
                <a:gd name="connsiteX1879" fmla="*/ 1729745 w 1905657"/>
                <a:gd name="connsiteY1879" fmla="*/ 1097091 h 1221162"/>
                <a:gd name="connsiteX1880" fmla="*/ 1731697 w 1905657"/>
                <a:gd name="connsiteY1880" fmla="*/ 1096452 h 1221162"/>
                <a:gd name="connsiteX1881" fmla="*/ 1733447 w 1905657"/>
                <a:gd name="connsiteY1881" fmla="*/ 1095948 h 1221162"/>
                <a:gd name="connsiteX1882" fmla="*/ 1734894 w 1905657"/>
                <a:gd name="connsiteY1882" fmla="*/ 1096082 h 1221162"/>
                <a:gd name="connsiteX1883" fmla="*/ 1737149 w 1905657"/>
                <a:gd name="connsiteY1883" fmla="*/ 1096217 h 1221162"/>
                <a:gd name="connsiteX1884" fmla="*/ 1739235 w 1905657"/>
                <a:gd name="connsiteY1884" fmla="*/ 1096856 h 1221162"/>
                <a:gd name="connsiteX1885" fmla="*/ 1740985 w 1905657"/>
                <a:gd name="connsiteY1885" fmla="*/ 1098874 h 1221162"/>
                <a:gd name="connsiteX1886" fmla="*/ 1742231 w 1905657"/>
                <a:gd name="connsiteY1886" fmla="*/ 1101565 h 1221162"/>
                <a:gd name="connsiteX1887" fmla="*/ 1742231 w 1905657"/>
                <a:gd name="connsiteY1887" fmla="*/ 1103752 h 1221162"/>
                <a:gd name="connsiteX1888" fmla="*/ 1742971 w 1905657"/>
                <a:gd name="connsiteY1888" fmla="*/ 1106140 h 1221162"/>
                <a:gd name="connsiteX1889" fmla="*/ 1743476 w 1905657"/>
                <a:gd name="connsiteY1889" fmla="*/ 1107822 h 1221162"/>
                <a:gd name="connsiteX1890" fmla="*/ 1744654 w 1905657"/>
                <a:gd name="connsiteY1890" fmla="*/ 1110514 h 1221162"/>
                <a:gd name="connsiteX1891" fmla="*/ 1745798 w 1905657"/>
                <a:gd name="connsiteY1891" fmla="*/ 1112700 h 1221162"/>
                <a:gd name="connsiteX1892" fmla="*/ 1747817 w 1905657"/>
                <a:gd name="connsiteY1892" fmla="*/ 1114584 h 1221162"/>
                <a:gd name="connsiteX1893" fmla="*/ 1750139 w 1905657"/>
                <a:gd name="connsiteY1893" fmla="*/ 1115896 h 1221162"/>
                <a:gd name="connsiteX1894" fmla="*/ 1752394 w 1905657"/>
                <a:gd name="connsiteY1894" fmla="*/ 1115829 h 1221162"/>
                <a:gd name="connsiteX1895" fmla="*/ 1756668 w 1905657"/>
                <a:gd name="connsiteY1895" fmla="*/ 1114954 h 1221162"/>
                <a:gd name="connsiteX1896" fmla="*/ 1758755 w 1905657"/>
                <a:gd name="connsiteY1896" fmla="*/ 1115761 h 1221162"/>
                <a:gd name="connsiteX1897" fmla="*/ 1760404 w 1905657"/>
                <a:gd name="connsiteY1897" fmla="*/ 1116199 h 1221162"/>
                <a:gd name="connsiteX1898" fmla="*/ 1763365 w 1905657"/>
                <a:gd name="connsiteY1898" fmla="*/ 1117141 h 1221162"/>
                <a:gd name="connsiteX1899" fmla="*/ 1766193 w 1905657"/>
                <a:gd name="connsiteY1899" fmla="*/ 1119159 h 1221162"/>
                <a:gd name="connsiteX1900" fmla="*/ 1767067 w 1905657"/>
                <a:gd name="connsiteY1900" fmla="*/ 1120673 h 1221162"/>
                <a:gd name="connsiteX1901" fmla="*/ 1767067 w 1905657"/>
                <a:gd name="connsiteY1901" fmla="*/ 1122624 h 1221162"/>
                <a:gd name="connsiteX1902" fmla="*/ 1767101 w 1905657"/>
                <a:gd name="connsiteY1902" fmla="*/ 1124878 h 1221162"/>
                <a:gd name="connsiteX1903" fmla="*/ 1766865 w 1905657"/>
                <a:gd name="connsiteY1903" fmla="*/ 1128713 h 1221162"/>
                <a:gd name="connsiteX1904" fmla="*/ 1766293 w 1905657"/>
                <a:gd name="connsiteY1904" fmla="*/ 1130731 h 1221162"/>
                <a:gd name="connsiteX1905" fmla="*/ 1766563 w 1905657"/>
                <a:gd name="connsiteY1905" fmla="*/ 1133489 h 1221162"/>
                <a:gd name="connsiteX1906" fmla="*/ 1766563 w 1905657"/>
                <a:gd name="connsiteY1906" fmla="*/ 1135071 h 1221162"/>
                <a:gd name="connsiteX1907" fmla="*/ 1768144 w 1905657"/>
                <a:gd name="connsiteY1907" fmla="*/ 1137526 h 1221162"/>
                <a:gd name="connsiteX1908" fmla="*/ 1770029 w 1905657"/>
                <a:gd name="connsiteY1908" fmla="*/ 1139847 h 1221162"/>
                <a:gd name="connsiteX1909" fmla="*/ 1772991 w 1905657"/>
                <a:gd name="connsiteY1909" fmla="*/ 1140554 h 1221162"/>
                <a:gd name="connsiteX1910" fmla="*/ 1776390 w 1905657"/>
                <a:gd name="connsiteY1910" fmla="*/ 1141294 h 1221162"/>
                <a:gd name="connsiteX1911" fmla="*/ 1779419 w 1905657"/>
                <a:gd name="connsiteY1911" fmla="*/ 1141798 h 1221162"/>
                <a:gd name="connsiteX1912" fmla="*/ 1781808 w 1905657"/>
                <a:gd name="connsiteY1912" fmla="*/ 1142875 h 1221162"/>
                <a:gd name="connsiteX1913" fmla="*/ 1783626 w 1905657"/>
                <a:gd name="connsiteY1913" fmla="*/ 1143884 h 1221162"/>
                <a:gd name="connsiteX1914" fmla="*/ 1785645 w 1905657"/>
                <a:gd name="connsiteY1914" fmla="*/ 1146138 h 1221162"/>
                <a:gd name="connsiteX1915" fmla="*/ 1787159 w 1905657"/>
                <a:gd name="connsiteY1915" fmla="*/ 1144961 h 1221162"/>
                <a:gd name="connsiteX1916" fmla="*/ 1789347 w 1905657"/>
                <a:gd name="connsiteY1916" fmla="*/ 1143009 h 1221162"/>
                <a:gd name="connsiteX1917" fmla="*/ 1791534 w 1905657"/>
                <a:gd name="connsiteY1917" fmla="*/ 1141597 h 1221162"/>
                <a:gd name="connsiteX1918" fmla="*/ 1793587 w 1905657"/>
                <a:gd name="connsiteY1918" fmla="*/ 1140621 h 1221162"/>
                <a:gd name="connsiteX1919" fmla="*/ 1795438 w 1905657"/>
                <a:gd name="connsiteY1919" fmla="*/ 1139746 h 1221162"/>
                <a:gd name="connsiteX1920" fmla="*/ 1798030 w 1905657"/>
                <a:gd name="connsiteY1920" fmla="*/ 1138132 h 1221162"/>
                <a:gd name="connsiteX1921" fmla="*/ 1800318 w 1905657"/>
                <a:gd name="connsiteY1921" fmla="*/ 1136180 h 1221162"/>
                <a:gd name="connsiteX1922" fmla="*/ 1802607 w 1905657"/>
                <a:gd name="connsiteY1922" fmla="*/ 1134667 h 1221162"/>
                <a:gd name="connsiteX1923" fmla="*/ 1804357 w 1905657"/>
                <a:gd name="connsiteY1923" fmla="*/ 1132043 h 1221162"/>
                <a:gd name="connsiteX1924" fmla="*/ 1804121 w 1905657"/>
                <a:gd name="connsiteY1924" fmla="*/ 1127905 h 1221162"/>
                <a:gd name="connsiteX1925" fmla="*/ 1803751 w 1905657"/>
                <a:gd name="connsiteY1925" fmla="*/ 1124743 h 1221162"/>
                <a:gd name="connsiteX1926" fmla="*/ 1801294 w 1905657"/>
                <a:gd name="connsiteY1926" fmla="*/ 1121917 h 1221162"/>
                <a:gd name="connsiteX1927" fmla="*/ 1801294 w 1905657"/>
                <a:gd name="connsiteY1927" fmla="*/ 1119428 h 1221162"/>
                <a:gd name="connsiteX1928" fmla="*/ 1802708 w 1905657"/>
                <a:gd name="connsiteY1928" fmla="*/ 1116703 h 1221162"/>
                <a:gd name="connsiteX1929" fmla="*/ 1803684 w 1905657"/>
                <a:gd name="connsiteY1929" fmla="*/ 1115526 h 1221162"/>
                <a:gd name="connsiteX1930" fmla="*/ 1806948 w 1905657"/>
                <a:gd name="connsiteY1930" fmla="*/ 1114449 h 1221162"/>
                <a:gd name="connsiteX1931" fmla="*/ 1809775 w 1905657"/>
                <a:gd name="connsiteY1931" fmla="*/ 1114449 h 1221162"/>
                <a:gd name="connsiteX1932" fmla="*/ 1811525 w 1905657"/>
                <a:gd name="connsiteY1932" fmla="*/ 1114416 h 1221162"/>
                <a:gd name="connsiteX1933" fmla="*/ 1813915 w 1905657"/>
                <a:gd name="connsiteY1933" fmla="*/ 1115761 h 1221162"/>
                <a:gd name="connsiteX1934" fmla="*/ 1814790 w 1905657"/>
                <a:gd name="connsiteY1934" fmla="*/ 1117612 h 1221162"/>
                <a:gd name="connsiteX1935" fmla="*/ 1815564 w 1905657"/>
                <a:gd name="connsiteY1935" fmla="*/ 1119798 h 1221162"/>
                <a:gd name="connsiteX1936" fmla="*/ 1816977 w 1905657"/>
                <a:gd name="connsiteY1936" fmla="*/ 1123700 h 1221162"/>
                <a:gd name="connsiteX1937" fmla="*/ 1817179 w 1905657"/>
                <a:gd name="connsiteY1937" fmla="*/ 1125887 h 1221162"/>
                <a:gd name="connsiteX1938" fmla="*/ 1816203 w 1905657"/>
                <a:gd name="connsiteY1938" fmla="*/ 1128612 h 1221162"/>
                <a:gd name="connsiteX1939" fmla="*/ 1816001 w 1905657"/>
                <a:gd name="connsiteY1939" fmla="*/ 1130664 h 1221162"/>
                <a:gd name="connsiteX1940" fmla="*/ 1816439 w 1905657"/>
                <a:gd name="connsiteY1940" fmla="*/ 1133590 h 1221162"/>
                <a:gd name="connsiteX1941" fmla="*/ 1816271 w 1905657"/>
                <a:gd name="connsiteY1941" fmla="*/ 1136753 h 1221162"/>
                <a:gd name="connsiteX1942" fmla="*/ 1815227 w 1905657"/>
                <a:gd name="connsiteY1942" fmla="*/ 1138502 h 1221162"/>
                <a:gd name="connsiteX1943" fmla="*/ 1815227 w 1905657"/>
                <a:gd name="connsiteY1943" fmla="*/ 1142101 h 1221162"/>
                <a:gd name="connsiteX1944" fmla="*/ 1816001 w 1905657"/>
                <a:gd name="connsiteY1944" fmla="*/ 1144153 h 1221162"/>
                <a:gd name="connsiteX1945" fmla="*/ 1816540 w 1905657"/>
                <a:gd name="connsiteY1945" fmla="*/ 1145902 h 1221162"/>
                <a:gd name="connsiteX1946" fmla="*/ 1818155 w 1905657"/>
                <a:gd name="connsiteY1946" fmla="*/ 1146878 h 1221162"/>
                <a:gd name="connsiteX1947" fmla="*/ 1820208 w 1905657"/>
                <a:gd name="connsiteY1947" fmla="*/ 1148291 h 1221162"/>
                <a:gd name="connsiteX1948" fmla="*/ 1822597 w 1905657"/>
                <a:gd name="connsiteY1948" fmla="*/ 1148392 h 1221162"/>
                <a:gd name="connsiteX1949" fmla="*/ 1825862 w 1905657"/>
                <a:gd name="connsiteY1949" fmla="*/ 1146542 h 1221162"/>
                <a:gd name="connsiteX1950" fmla="*/ 1828252 w 1905657"/>
                <a:gd name="connsiteY1950" fmla="*/ 1145129 h 1221162"/>
                <a:gd name="connsiteX1951" fmla="*/ 1829126 w 1905657"/>
                <a:gd name="connsiteY1951" fmla="*/ 1143615 h 1221162"/>
                <a:gd name="connsiteX1952" fmla="*/ 1830338 w 1905657"/>
                <a:gd name="connsiteY1952" fmla="*/ 1142101 h 1221162"/>
                <a:gd name="connsiteX1953" fmla="*/ 1832290 w 1905657"/>
                <a:gd name="connsiteY1953" fmla="*/ 1141226 h 1221162"/>
                <a:gd name="connsiteX1954" fmla="*/ 1835218 w 1905657"/>
                <a:gd name="connsiteY1954" fmla="*/ 1141226 h 1221162"/>
                <a:gd name="connsiteX1955" fmla="*/ 1838819 w 1905657"/>
                <a:gd name="connsiteY1955" fmla="*/ 1142875 h 1221162"/>
                <a:gd name="connsiteX1956" fmla="*/ 1840670 w 1905657"/>
                <a:gd name="connsiteY1956" fmla="*/ 1144187 h 1221162"/>
                <a:gd name="connsiteX1957" fmla="*/ 1842184 w 1905657"/>
                <a:gd name="connsiteY1957" fmla="*/ 1144826 h 1221162"/>
                <a:gd name="connsiteX1958" fmla="*/ 1845012 w 1905657"/>
                <a:gd name="connsiteY1958" fmla="*/ 1144927 h 1221162"/>
                <a:gd name="connsiteX1959" fmla="*/ 1847838 w 1905657"/>
                <a:gd name="connsiteY1959" fmla="*/ 1142101 h 1221162"/>
                <a:gd name="connsiteX1960" fmla="*/ 1849454 w 1905657"/>
                <a:gd name="connsiteY1960" fmla="*/ 1139275 h 1221162"/>
                <a:gd name="connsiteX1961" fmla="*/ 1851305 w 1905657"/>
                <a:gd name="connsiteY1961" fmla="*/ 1133860 h 1221162"/>
                <a:gd name="connsiteX1962" fmla="*/ 1851742 w 1905657"/>
                <a:gd name="connsiteY1962" fmla="*/ 1131807 h 1221162"/>
                <a:gd name="connsiteX1963" fmla="*/ 1852079 w 1905657"/>
                <a:gd name="connsiteY1963" fmla="*/ 1125180 h 1221162"/>
                <a:gd name="connsiteX1964" fmla="*/ 1850867 w 1905657"/>
                <a:gd name="connsiteY1964" fmla="*/ 1119327 h 1221162"/>
                <a:gd name="connsiteX1965" fmla="*/ 1849117 w 1905657"/>
                <a:gd name="connsiteY1965" fmla="*/ 1115627 h 1221162"/>
                <a:gd name="connsiteX1966" fmla="*/ 1847704 w 1905657"/>
                <a:gd name="connsiteY1966" fmla="*/ 1112263 h 1221162"/>
                <a:gd name="connsiteX1967" fmla="*/ 1846290 w 1905657"/>
                <a:gd name="connsiteY1967" fmla="*/ 1109000 h 1221162"/>
                <a:gd name="connsiteX1968" fmla="*/ 1846055 w 1905657"/>
                <a:gd name="connsiteY1968" fmla="*/ 1106948 h 1221162"/>
                <a:gd name="connsiteX1969" fmla="*/ 1845853 w 1905657"/>
                <a:gd name="connsiteY1969" fmla="*/ 1102608 h 1221162"/>
                <a:gd name="connsiteX1970" fmla="*/ 1845617 w 1905657"/>
                <a:gd name="connsiteY1970" fmla="*/ 1098807 h 1221162"/>
                <a:gd name="connsiteX1971" fmla="*/ 1845180 w 1905657"/>
                <a:gd name="connsiteY1971" fmla="*/ 1095443 h 1221162"/>
                <a:gd name="connsiteX1972" fmla="*/ 1845281 w 1905657"/>
                <a:gd name="connsiteY1972" fmla="*/ 1091843 h 1221162"/>
                <a:gd name="connsiteX1973" fmla="*/ 1845382 w 1905657"/>
                <a:gd name="connsiteY1973" fmla="*/ 1089993 h 1221162"/>
                <a:gd name="connsiteX1974" fmla="*/ 1847569 w 1905657"/>
                <a:gd name="connsiteY1974" fmla="*/ 1087807 h 1221162"/>
                <a:gd name="connsiteX1975" fmla="*/ 1849420 w 1905657"/>
                <a:gd name="connsiteY1975" fmla="*/ 1085519 h 1221162"/>
                <a:gd name="connsiteX1976" fmla="*/ 1852146 w 1905657"/>
                <a:gd name="connsiteY1976" fmla="*/ 1083232 h 1221162"/>
                <a:gd name="connsiteX1977" fmla="*/ 1852146 w 1905657"/>
                <a:gd name="connsiteY1977" fmla="*/ 1080070 h 1221162"/>
                <a:gd name="connsiteX1978" fmla="*/ 1851170 w 1905657"/>
                <a:gd name="connsiteY1978" fmla="*/ 1077042 h 1221162"/>
                <a:gd name="connsiteX1979" fmla="*/ 1848579 w 1905657"/>
                <a:gd name="connsiteY1979" fmla="*/ 1073779 h 1221162"/>
                <a:gd name="connsiteX1980" fmla="*/ 1848478 w 1905657"/>
                <a:gd name="connsiteY1980" fmla="*/ 1071828 h 1221162"/>
                <a:gd name="connsiteX1981" fmla="*/ 1850531 w 1905657"/>
                <a:gd name="connsiteY1981" fmla="*/ 1070213 h 1221162"/>
                <a:gd name="connsiteX1982" fmla="*/ 1851944 w 1905657"/>
                <a:gd name="connsiteY1982" fmla="*/ 1067825 h 1221162"/>
                <a:gd name="connsiteX1983" fmla="*/ 1852920 w 1905657"/>
                <a:gd name="connsiteY1983" fmla="*/ 1065975 h 1221162"/>
                <a:gd name="connsiteX1984" fmla="*/ 1853122 w 1905657"/>
                <a:gd name="connsiteY1984" fmla="*/ 1062812 h 1221162"/>
                <a:gd name="connsiteX1985" fmla="*/ 1852584 w 1905657"/>
                <a:gd name="connsiteY1985" fmla="*/ 1059550 h 1221162"/>
                <a:gd name="connsiteX1986" fmla="*/ 1850968 w 1905657"/>
                <a:gd name="connsiteY1986" fmla="*/ 1056623 h 1221162"/>
                <a:gd name="connsiteX1987" fmla="*/ 1851170 w 1905657"/>
                <a:gd name="connsiteY1987" fmla="*/ 1055311 h 1221162"/>
                <a:gd name="connsiteX1988" fmla="*/ 1852483 w 1905657"/>
                <a:gd name="connsiteY1988" fmla="*/ 1054436 h 1221162"/>
                <a:gd name="connsiteX1989" fmla="*/ 1855074 w 1905657"/>
                <a:gd name="connsiteY1989" fmla="*/ 1052922 h 1221162"/>
                <a:gd name="connsiteX1990" fmla="*/ 1856151 w 1905657"/>
                <a:gd name="connsiteY1990" fmla="*/ 1052283 h 1221162"/>
                <a:gd name="connsiteX1991" fmla="*/ 1858440 w 1905657"/>
                <a:gd name="connsiteY1991" fmla="*/ 1052283 h 1221162"/>
                <a:gd name="connsiteX1992" fmla="*/ 1859214 w 1905657"/>
                <a:gd name="connsiteY1992" fmla="*/ 1054033 h 1221162"/>
                <a:gd name="connsiteX1993" fmla="*/ 1860291 w 1905657"/>
                <a:gd name="connsiteY1993" fmla="*/ 1054806 h 1221162"/>
                <a:gd name="connsiteX1994" fmla="*/ 1861368 w 1905657"/>
                <a:gd name="connsiteY1994" fmla="*/ 1054907 h 1221162"/>
                <a:gd name="connsiteX1995" fmla="*/ 1862546 w 1905657"/>
                <a:gd name="connsiteY1995" fmla="*/ 1051913 h 1221162"/>
                <a:gd name="connsiteX1996" fmla="*/ 1866685 w 1905657"/>
                <a:gd name="connsiteY1996" fmla="*/ 1051913 h 1221162"/>
                <a:gd name="connsiteX1997" fmla="*/ 1867459 w 1905657"/>
                <a:gd name="connsiteY1997" fmla="*/ 1053494 h 1221162"/>
                <a:gd name="connsiteX1998" fmla="*/ 1868435 w 1905657"/>
                <a:gd name="connsiteY1998" fmla="*/ 1059247 h 1221162"/>
                <a:gd name="connsiteX1999" fmla="*/ 1867897 w 1905657"/>
                <a:gd name="connsiteY1999" fmla="*/ 1062409 h 1221162"/>
                <a:gd name="connsiteX2000" fmla="*/ 1867459 w 1905657"/>
                <a:gd name="connsiteY2000" fmla="*/ 1066008 h 1221162"/>
                <a:gd name="connsiteX2001" fmla="*/ 1867358 w 1905657"/>
                <a:gd name="connsiteY2001" fmla="*/ 1068498 h 1221162"/>
                <a:gd name="connsiteX2002" fmla="*/ 1867358 w 1905657"/>
                <a:gd name="connsiteY2002" fmla="*/ 1070886 h 1221162"/>
                <a:gd name="connsiteX2003" fmla="*/ 1868233 w 1905657"/>
                <a:gd name="connsiteY2003" fmla="*/ 1072837 h 1221162"/>
                <a:gd name="connsiteX2004" fmla="*/ 1869546 w 1905657"/>
                <a:gd name="connsiteY2004" fmla="*/ 1073106 h 1221162"/>
                <a:gd name="connsiteX2005" fmla="*/ 1870858 w 1905657"/>
                <a:gd name="connsiteY2005" fmla="*/ 1073476 h 1221162"/>
                <a:gd name="connsiteX2006" fmla="*/ 1873450 w 1905657"/>
                <a:gd name="connsiteY2006" fmla="*/ 1073476 h 1221162"/>
                <a:gd name="connsiteX2007" fmla="*/ 1876176 w 1905657"/>
                <a:gd name="connsiteY2007" fmla="*/ 1073140 h 1221162"/>
                <a:gd name="connsiteX2008" fmla="*/ 1878464 w 1905657"/>
                <a:gd name="connsiteY2008" fmla="*/ 1071492 h 1221162"/>
                <a:gd name="connsiteX2009" fmla="*/ 1879104 w 1905657"/>
                <a:gd name="connsiteY2009" fmla="*/ 1070180 h 1221162"/>
                <a:gd name="connsiteX2010" fmla="*/ 1878128 w 1905657"/>
                <a:gd name="connsiteY2010" fmla="*/ 1066580 h 1221162"/>
                <a:gd name="connsiteX2011" fmla="*/ 1877926 w 1905657"/>
                <a:gd name="connsiteY2011" fmla="*/ 1064427 h 1221162"/>
                <a:gd name="connsiteX2012" fmla="*/ 1877724 w 1905657"/>
                <a:gd name="connsiteY2012" fmla="*/ 1061501 h 1221162"/>
                <a:gd name="connsiteX2013" fmla="*/ 1878599 w 1905657"/>
                <a:gd name="connsiteY2013" fmla="*/ 1059112 h 1221162"/>
                <a:gd name="connsiteX2014" fmla="*/ 1881762 w 1905657"/>
                <a:gd name="connsiteY2014" fmla="*/ 1057800 h 1221162"/>
                <a:gd name="connsiteX2015" fmla="*/ 1882402 w 1905657"/>
                <a:gd name="connsiteY2015" fmla="*/ 1056724 h 1221162"/>
                <a:gd name="connsiteX2016" fmla="*/ 1880450 w 1905657"/>
                <a:gd name="connsiteY2016" fmla="*/ 1054134 h 1221162"/>
                <a:gd name="connsiteX2017" fmla="*/ 1881661 w 1905657"/>
                <a:gd name="connsiteY2017" fmla="*/ 1052721 h 1221162"/>
                <a:gd name="connsiteX2018" fmla="*/ 1884589 w 1905657"/>
                <a:gd name="connsiteY2018" fmla="*/ 1052620 h 1221162"/>
                <a:gd name="connsiteX2019" fmla="*/ 1887080 w 1905657"/>
                <a:gd name="connsiteY2019" fmla="*/ 1052519 h 1221162"/>
                <a:gd name="connsiteX2020" fmla="*/ 1887416 w 1905657"/>
                <a:gd name="connsiteY2020" fmla="*/ 1050332 h 1221162"/>
                <a:gd name="connsiteX2021" fmla="*/ 1887315 w 1905657"/>
                <a:gd name="connsiteY2021" fmla="*/ 1047708 h 1221162"/>
                <a:gd name="connsiteX2022" fmla="*/ 1886676 w 1905657"/>
                <a:gd name="connsiteY2022" fmla="*/ 1046396 h 1221162"/>
                <a:gd name="connsiteX2023" fmla="*/ 1885060 w 1905657"/>
                <a:gd name="connsiteY2023" fmla="*/ 1044983 h 1221162"/>
                <a:gd name="connsiteX2024" fmla="*/ 1884623 w 1905657"/>
                <a:gd name="connsiteY2024" fmla="*/ 1044109 h 1221162"/>
                <a:gd name="connsiteX2025" fmla="*/ 1885935 w 1905657"/>
                <a:gd name="connsiteY2025" fmla="*/ 1042023 h 1221162"/>
                <a:gd name="connsiteX2026" fmla="*/ 1887450 w 1905657"/>
                <a:gd name="connsiteY2026" fmla="*/ 1041250 h 1221162"/>
                <a:gd name="connsiteX2027" fmla="*/ 1886810 w 1905657"/>
                <a:gd name="connsiteY2027" fmla="*/ 1039500 h 1221162"/>
                <a:gd name="connsiteX2028" fmla="*/ 1883109 w 1905657"/>
                <a:gd name="connsiteY2028" fmla="*/ 1034824 h 1221162"/>
                <a:gd name="connsiteX2029" fmla="*/ 1883109 w 1905657"/>
                <a:gd name="connsiteY2029" fmla="*/ 1034286 h 1221162"/>
                <a:gd name="connsiteX2030" fmla="*/ 1885700 w 1905657"/>
                <a:gd name="connsiteY2030" fmla="*/ 1032638 h 1221162"/>
                <a:gd name="connsiteX2031" fmla="*/ 1889065 w 1905657"/>
                <a:gd name="connsiteY2031" fmla="*/ 1030788 h 1221162"/>
                <a:gd name="connsiteX2032" fmla="*/ 1892431 w 1905657"/>
                <a:gd name="connsiteY2032" fmla="*/ 1030249 h 1221162"/>
                <a:gd name="connsiteX2033" fmla="*/ 1896671 w 1905657"/>
                <a:gd name="connsiteY2033" fmla="*/ 1030788 h 1221162"/>
                <a:gd name="connsiteX2034" fmla="*/ 1899094 w 1905657"/>
                <a:gd name="connsiteY2034" fmla="*/ 1031662 h 122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Lst>
              <a:rect l="l" t="t" r="r" b="b"/>
              <a:pathLst>
                <a:path w="1905657" h="1221162">
                  <a:moveTo>
                    <a:pt x="1899094" y="1031662"/>
                  </a:moveTo>
                  <a:cubicBezTo>
                    <a:pt x="1899094" y="1031662"/>
                    <a:pt x="1900306" y="1031898"/>
                    <a:pt x="1900710" y="1031898"/>
                  </a:cubicBezTo>
                  <a:lnTo>
                    <a:pt x="1901686" y="1028635"/>
                  </a:lnTo>
                  <a:lnTo>
                    <a:pt x="1900171" y="1023858"/>
                  </a:lnTo>
                  <a:lnTo>
                    <a:pt x="1901046" y="1019518"/>
                  </a:lnTo>
                  <a:cubicBezTo>
                    <a:pt x="1901046" y="1019518"/>
                    <a:pt x="1900171" y="1014506"/>
                    <a:pt x="1900171" y="1013665"/>
                  </a:cubicBezTo>
                  <a:cubicBezTo>
                    <a:pt x="1900171" y="1012790"/>
                    <a:pt x="1899970" y="1006062"/>
                    <a:pt x="1899970" y="1006062"/>
                  </a:cubicBezTo>
                  <a:lnTo>
                    <a:pt x="1899330" y="1003237"/>
                  </a:lnTo>
                  <a:cubicBezTo>
                    <a:pt x="1899330" y="1003237"/>
                    <a:pt x="1899330" y="998897"/>
                    <a:pt x="1899566" y="998023"/>
                  </a:cubicBezTo>
                  <a:cubicBezTo>
                    <a:pt x="1899768" y="997148"/>
                    <a:pt x="1899566" y="994322"/>
                    <a:pt x="1899330" y="993246"/>
                  </a:cubicBezTo>
                  <a:cubicBezTo>
                    <a:pt x="1899094" y="992169"/>
                    <a:pt x="1898253" y="990218"/>
                    <a:pt x="1898253" y="990218"/>
                  </a:cubicBezTo>
                  <a:lnTo>
                    <a:pt x="1895864" y="990218"/>
                  </a:lnTo>
                  <a:lnTo>
                    <a:pt x="1893474" y="987292"/>
                  </a:lnTo>
                  <a:lnTo>
                    <a:pt x="1893037" y="985004"/>
                  </a:lnTo>
                  <a:lnTo>
                    <a:pt x="1892162" y="978915"/>
                  </a:lnTo>
                  <a:lnTo>
                    <a:pt x="1892162" y="975450"/>
                  </a:lnTo>
                  <a:cubicBezTo>
                    <a:pt x="1892162" y="975450"/>
                    <a:pt x="1893138" y="974138"/>
                    <a:pt x="1894215" y="973062"/>
                  </a:cubicBezTo>
                  <a:cubicBezTo>
                    <a:pt x="1895291" y="971985"/>
                    <a:pt x="1894551" y="973062"/>
                    <a:pt x="1895190" y="972423"/>
                  </a:cubicBezTo>
                  <a:cubicBezTo>
                    <a:pt x="1895830" y="971784"/>
                    <a:pt x="1897378" y="969799"/>
                    <a:pt x="1897378" y="969799"/>
                  </a:cubicBezTo>
                  <a:lnTo>
                    <a:pt x="1899128" y="965257"/>
                  </a:lnTo>
                  <a:lnTo>
                    <a:pt x="1901955" y="960683"/>
                  </a:lnTo>
                  <a:lnTo>
                    <a:pt x="1905657" y="954796"/>
                  </a:lnTo>
                  <a:lnTo>
                    <a:pt x="1905455" y="942416"/>
                  </a:lnTo>
                  <a:lnTo>
                    <a:pt x="1904580" y="934141"/>
                  </a:lnTo>
                  <a:cubicBezTo>
                    <a:pt x="1904580" y="934141"/>
                    <a:pt x="1903941" y="929801"/>
                    <a:pt x="1903705" y="929129"/>
                  </a:cubicBezTo>
                  <a:cubicBezTo>
                    <a:pt x="1903503" y="928489"/>
                    <a:pt x="1901080" y="922502"/>
                    <a:pt x="1901080" y="921190"/>
                  </a:cubicBezTo>
                  <a:cubicBezTo>
                    <a:pt x="1901080" y="919878"/>
                    <a:pt x="1900003" y="917590"/>
                    <a:pt x="1900003" y="916850"/>
                  </a:cubicBezTo>
                  <a:cubicBezTo>
                    <a:pt x="1900003" y="916076"/>
                    <a:pt x="1899128" y="911098"/>
                    <a:pt x="1899128" y="911098"/>
                  </a:cubicBezTo>
                  <a:cubicBezTo>
                    <a:pt x="1899128" y="911098"/>
                    <a:pt x="1899128" y="908810"/>
                    <a:pt x="1899128" y="908171"/>
                  </a:cubicBezTo>
                  <a:cubicBezTo>
                    <a:pt x="1899128" y="907532"/>
                    <a:pt x="1899902" y="905682"/>
                    <a:pt x="1900205" y="905009"/>
                  </a:cubicBezTo>
                  <a:cubicBezTo>
                    <a:pt x="1900542" y="904370"/>
                    <a:pt x="1900744" y="903798"/>
                    <a:pt x="1901719" y="903159"/>
                  </a:cubicBezTo>
                  <a:cubicBezTo>
                    <a:pt x="1902696" y="902520"/>
                    <a:pt x="1902494" y="901107"/>
                    <a:pt x="1902696" y="900434"/>
                  </a:cubicBezTo>
                  <a:cubicBezTo>
                    <a:pt x="1902931" y="899795"/>
                    <a:pt x="1902696" y="896532"/>
                    <a:pt x="1902696" y="896532"/>
                  </a:cubicBezTo>
                  <a:cubicBezTo>
                    <a:pt x="1902696" y="896532"/>
                    <a:pt x="1903032" y="892293"/>
                    <a:pt x="1903133" y="891856"/>
                  </a:cubicBezTo>
                  <a:cubicBezTo>
                    <a:pt x="1903234" y="891419"/>
                    <a:pt x="1903470" y="889568"/>
                    <a:pt x="1903470" y="889568"/>
                  </a:cubicBezTo>
                  <a:lnTo>
                    <a:pt x="1900104" y="885330"/>
                  </a:lnTo>
                  <a:lnTo>
                    <a:pt x="1900542" y="880889"/>
                  </a:lnTo>
                  <a:cubicBezTo>
                    <a:pt x="1900542" y="880889"/>
                    <a:pt x="1901417" y="878165"/>
                    <a:pt x="1901417" y="877727"/>
                  </a:cubicBezTo>
                  <a:cubicBezTo>
                    <a:pt x="1901417" y="877290"/>
                    <a:pt x="1901517" y="874700"/>
                    <a:pt x="1901517" y="874262"/>
                  </a:cubicBezTo>
                  <a:cubicBezTo>
                    <a:pt x="1901517" y="873825"/>
                    <a:pt x="1901316" y="870898"/>
                    <a:pt x="1901316" y="870898"/>
                  </a:cubicBezTo>
                  <a:cubicBezTo>
                    <a:pt x="1901316" y="870898"/>
                    <a:pt x="1899801" y="869822"/>
                    <a:pt x="1898825" y="868611"/>
                  </a:cubicBezTo>
                  <a:cubicBezTo>
                    <a:pt x="1897849" y="867434"/>
                    <a:pt x="1897513" y="866996"/>
                    <a:pt x="1897210" y="866021"/>
                  </a:cubicBezTo>
                  <a:cubicBezTo>
                    <a:pt x="1896873" y="865045"/>
                    <a:pt x="1897311" y="864608"/>
                    <a:pt x="1897849" y="863969"/>
                  </a:cubicBezTo>
                  <a:cubicBezTo>
                    <a:pt x="1898388" y="863329"/>
                    <a:pt x="1898825" y="863195"/>
                    <a:pt x="1899364" y="862993"/>
                  </a:cubicBezTo>
                  <a:cubicBezTo>
                    <a:pt x="1899902" y="862758"/>
                    <a:pt x="1900340" y="862455"/>
                    <a:pt x="1900340" y="862455"/>
                  </a:cubicBezTo>
                  <a:cubicBezTo>
                    <a:pt x="1900340" y="862455"/>
                    <a:pt x="1901753" y="861816"/>
                    <a:pt x="1902527" y="861479"/>
                  </a:cubicBezTo>
                  <a:cubicBezTo>
                    <a:pt x="1903301" y="861143"/>
                    <a:pt x="1903167" y="860403"/>
                    <a:pt x="1903503" y="859730"/>
                  </a:cubicBezTo>
                  <a:cubicBezTo>
                    <a:pt x="1903840" y="859091"/>
                    <a:pt x="1904378" y="857880"/>
                    <a:pt x="1904816" y="857241"/>
                  </a:cubicBezTo>
                  <a:cubicBezTo>
                    <a:pt x="1905253" y="856602"/>
                    <a:pt x="1905253" y="855290"/>
                    <a:pt x="1905253" y="855290"/>
                  </a:cubicBezTo>
                  <a:lnTo>
                    <a:pt x="1904917" y="851387"/>
                  </a:lnTo>
                  <a:lnTo>
                    <a:pt x="1901753" y="848461"/>
                  </a:lnTo>
                  <a:lnTo>
                    <a:pt x="1899902" y="846711"/>
                  </a:lnTo>
                  <a:lnTo>
                    <a:pt x="1898926" y="844525"/>
                  </a:lnTo>
                  <a:lnTo>
                    <a:pt x="1897412" y="842137"/>
                  </a:lnTo>
                  <a:cubicBezTo>
                    <a:pt x="1897412" y="842137"/>
                    <a:pt x="1895123" y="840926"/>
                    <a:pt x="1895022" y="840623"/>
                  </a:cubicBezTo>
                  <a:cubicBezTo>
                    <a:pt x="1894921" y="840286"/>
                    <a:pt x="1891758" y="838234"/>
                    <a:pt x="1891421" y="838033"/>
                  </a:cubicBezTo>
                  <a:cubicBezTo>
                    <a:pt x="1891085" y="837797"/>
                    <a:pt x="1890243" y="836956"/>
                    <a:pt x="1890243" y="836956"/>
                  </a:cubicBezTo>
                  <a:lnTo>
                    <a:pt x="1889604" y="835980"/>
                  </a:lnTo>
                  <a:lnTo>
                    <a:pt x="1889806" y="833928"/>
                  </a:lnTo>
                  <a:lnTo>
                    <a:pt x="1890883" y="832852"/>
                  </a:lnTo>
                  <a:cubicBezTo>
                    <a:pt x="1890883" y="832852"/>
                    <a:pt x="1892061" y="831237"/>
                    <a:pt x="1892195" y="830901"/>
                  </a:cubicBezTo>
                  <a:cubicBezTo>
                    <a:pt x="1892296" y="830564"/>
                    <a:pt x="1892195" y="829488"/>
                    <a:pt x="1892195" y="829488"/>
                  </a:cubicBezTo>
                  <a:lnTo>
                    <a:pt x="1892195" y="826461"/>
                  </a:lnTo>
                  <a:lnTo>
                    <a:pt x="1891859" y="822996"/>
                  </a:lnTo>
                  <a:lnTo>
                    <a:pt x="1889133" y="821919"/>
                  </a:lnTo>
                  <a:lnTo>
                    <a:pt x="1887181" y="819194"/>
                  </a:lnTo>
                  <a:lnTo>
                    <a:pt x="1886979" y="817378"/>
                  </a:lnTo>
                  <a:lnTo>
                    <a:pt x="1886979" y="815628"/>
                  </a:lnTo>
                  <a:lnTo>
                    <a:pt x="1886810" y="813677"/>
                  </a:lnTo>
                  <a:cubicBezTo>
                    <a:pt x="1886810" y="813677"/>
                    <a:pt x="1886003" y="810852"/>
                    <a:pt x="1885330" y="809439"/>
                  </a:cubicBezTo>
                  <a:cubicBezTo>
                    <a:pt x="1884690" y="808026"/>
                    <a:pt x="1885330" y="809439"/>
                    <a:pt x="1885330" y="809002"/>
                  </a:cubicBezTo>
                  <a:cubicBezTo>
                    <a:pt x="1885330" y="808564"/>
                    <a:pt x="1882065" y="806815"/>
                    <a:pt x="1882065" y="806815"/>
                  </a:cubicBezTo>
                  <a:lnTo>
                    <a:pt x="1880854" y="806041"/>
                  </a:lnTo>
                  <a:lnTo>
                    <a:pt x="1879979" y="806041"/>
                  </a:lnTo>
                  <a:lnTo>
                    <a:pt x="1875536" y="802173"/>
                  </a:lnTo>
                  <a:lnTo>
                    <a:pt x="1876176" y="798405"/>
                  </a:lnTo>
                  <a:lnTo>
                    <a:pt x="1877488" y="795478"/>
                  </a:lnTo>
                  <a:lnTo>
                    <a:pt x="1879541" y="792316"/>
                  </a:lnTo>
                  <a:cubicBezTo>
                    <a:pt x="1879541" y="792316"/>
                    <a:pt x="1879003" y="788515"/>
                    <a:pt x="1879104" y="788179"/>
                  </a:cubicBezTo>
                  <a:cubicBezTo>
                    <a:pt x="1879204" y="787842"/>
                    <a:pt x="1879878" y="786867"/>
                    <a:pt x="1879878" y="786867"/>
                  </a:cubicBezTo>
                  <a:lnTo>
                    <a:pt x="1880955" y="786093"/>
                  </a:lnTo>
                  <a:cubicBezTo>
                    <a:pt x="1880955" y="786093"/>
                    <a:pt x="1883344" y="785857"/>
                    <a:pt x="1883883" y="785857"/>
                  </a:cubicBezTo>
                  <a:cubicBezTo>
                    <a:pt x="1884421" y="785857"/>
                    <a:pt x="1885498" y="786631"/>
                    <a:pt x="1885498" y="786631"/>
                  </a:cubicBezTo>
                  <a:cubicBezTo>
                    <a:pt x="1885498" y="786631"/>
                    <a:pt x="1887113" y="788380"/>
                    <a:pt x="1888224" y="788683"/>
                  </a:cubicBezTo>
                  <a:cubicBezTo>
                    <a:pt x="1889301" y="789020"/>
                    <a:pt x="1890176" y="790096"/>
                    <a:pt x="1890849" y="790533"/>
                  </a:cubicBezTo>
                  <a:cubicBezTo>
                    <a:pt x="1891488" y="790971"/>
                    <a:pt x="1891724" y="791711"/>
                    <a:pt x="1891724" y="791711"/>
                  </a:cubicBezTo>
                  <a:cubicBezTo>
                    <a:pt x="1891724" y="791711"/>
                    <a:pt x="1894349" y="792249"/>
                    <a:pt x="1894652" y="792249"/>
                  </a:cubicBezTo>
                  <a:cubicBezTo>
                    <a:pt x="1894989" y="792249"/>
                    <a:pt x="1896402" y="791711"/>
                    <a:pt x="1896402" y="791711"/>
                  </a:cubicBezTo>
                  <a:lnTo>
                    <a:pt x="1897715" y="789861"/>
                  </a:lnTo>
                  <a:cubicBezTo>
                    <a:pt x="1897715" y="789861"/>
                    <a:pt x="1898926" y="788986"/>
                    <a:pt x="1899128" y="788683"/>
                  </a:cubicBezTo>
                  <a:cubicBezTo>
                    <a:pt x="1899330" y="788347"/>
                    <a:pt x="1900003" y="788347"/>
                    <a:pt x="1900542" y="787808"/>
                  </a:cubicBezTo>
                  <a:cubicBezTo>
                    <a:pt x="1901080" y="787270"/>
                    <a:pt x="1901517" y="787270"/>
                    <a:pt x="1901517" y="787270"/>
                  </a:cubicBezTo>
                  <a:cubicBezTo>
                    <a:pt x="1901517" y="787270"/>
                    <a:pt x="1903470" y="785656"/>
                    <a:pt x="1903705" y="785218"/>
                  </a:cubicBezTo>
                  <a:cubicBezTo>
                    <a:pt x="1903941" y="784781"/>
                    <a:pt x="1904042" y="783805"/>
                    <a:pt x="1904042" y="783805"/>
                  </a:cubicBezTo>
                  <a:lnTo>
                    <a:pt x="1904378" y="782493"/>
                  </a:lnTo>
                  <a:lnTo>
                    <a:pt x="1904378" y="780408"/>
                  </a:lnTo>
                  <a:lnTo>
                    <a:pt x="1903301" y="778558"/>
                  </a:lnTo>
                  <a:lnTo>
                    <a:pt x="1899599" y="773680"/>
                  </a:lnTo>
                  <a:cubicBezTo>
                    <a:pt x="1899599" y="773680"/>
                    <a:pt x="1897210" y="769979"/>
                    <a:pt x="1896974" y="769643"/>
                  </a:cubicBezTo>
                  <a:cubicBezTo>
                    <a:pt x="1896772" y="769307"/>
                    <a:pt x="1893070" y="767591"/>
                    <a:pt x="1891657" y="765943"/>
                  </a:cubicBezTo>
                  <a:cubicBezTo>
                    <a:pt x="1890243" y="764328"/>
                    <a:pt x="1888190" y="762781"/>
                    <a:pt x="1887416" y="761603"/>
                  </a:cubicBezTo>
                  <a:cubicBezTo>
                    <a:pt x="1886642" y="760392"/>
                    <a:pt x="1885363" y="760291"/>
                    <a:pt x="1884051" y="759316"/>
                  </a:cubicBezTo>
                  <a:cubicBezTo>
                    <a:pt x="1882738" y="758340"/>
                    <a:pt x="1882974" y="758105"/>
                    <a:pt x="1882974" y="758105"/>
                  </a:cubicBezTo>
                  <a:cubicBezTo>
                    <a:pt x="1882974" y="758105"/>
                    <a:pt x="1880921" y="755380"/>
                    <a:pt x="1879810" y="754068"/>
                  </a:cubicBezTo>
                  <a:cubicBezTo>
                    <a:pt x="1878733" y="752756"/>
                    <a:pt x="1877185" y="751679"/>
                    <a:pt x="1876647" y="750469"/>
                  </a:cubicBezTo>
                  <a:cubicBezTo>
                    <a:pt x="1876108" y="749258"/>
                    <a:pt x="1874796" y="747643"/>
                    <a:pt x="1874796" y="747643"/>
                  </a:cubicBezTo>
                  <a:cubicBezTo>
                    <a:pt x="1874796" y="747643"/>
                    <a:pt x="1874796" y="745153"/>
                    <a:pt x="1874796" y="744043"/>
                  </a:cubicBezTo>
                  <a:cubicBezTo>
                    <a:pt x="1874796" y="742967"/>
                    <a:pt x="1874796" y="740679"/>
                    <a:pt x="1874796" y="740679"/>
                  </a:cubicBezTo>
                  <a:lnTo>
                    <a:pt x="1874796" y="739805"/>
                  </a:lnTo>
                  <a:lnTo>
                    <a:pt x="1872238" y="737618"/>
                  </a:lnTo>
                  <a:lnTo>
                    <a:pt x="1870454" y="734591"/>
                  </a:lnTo>
                  <a:lnTo>
                    <a:pt x="1870017" y="734591"/>
                  </a:lnTo>
                  <a:lnTo>
                    <a:pt x="1866449" y="732572"/>
                  </a:lnTo>
                  <a:cubicBezTo>
                    <a:pt x="1866449" y="732572"/>
                    <a:pt x="1867627" y="729141"/>
                    <a:pt x="1867325" y="728704"/>
                  </a:cubicBezTo>
                  <a:cubicBezTo>
                    <a:pt x="1866988" y="728266"/>
                    <a:pt x="1865810" y="727291"/>
                    <a:pt x="1865709" y="726416"/>
                  </a:cubicBezTo>
                  <a:cubicBezTo>
                    <a:pt x="1865608" y="725542"/>
                    <a:pt x="1865070" y="725340"/>
                    <a:pt x="1865070" y="724902"/>
                  </a:cubicBezTo>
                  <a:cubicBezTo>
                    <a:pt x="1865070" y="724465"/>
                    <a:pt x="1863993" y="723153"/>
                    <a:pt x="1863219" y="722178"/>
                  </a:cubicBezTo>
                  <a:cubicBezTo>
                    <a:pt x="1862445" y="721202"/>
                    <a:pt x="1863017" y="721639"/>
                    <a:pt x="1862445" y="721202"/>
                  </a:cubicBezTo>
                  <a:cubicBezTo>
                    <a:pt x="1861906" y="720765"/>
                    <a:pt x="1861031" y="719150"/>
                    <a:pt x="1861031" y="719150"/>
                  </a:cubicBezTo>
                  <a:cubicBezTo>
                    <a:pt x="1861031" y="719150"/>
                    <a:pt x="1861570" y="718948"/>
                    <a:pt x="1861805" y="718275"/>
                  </a:cubicBezTo>
                  <a:cubicBezTo>
                    <a:pt x="1862007" y="717636"/>
                    <a:pt x="1863219" y="717939"/>
                    <a:pt x="1863993" y="717199"/>
                  </a:cubicBezTo>
                  <a:cubicBezTo>
                    <a:pt x="1864767" y="716425"/>
                    <a:pt x="1864969" y="716661"/>
                    <a:pt x="1865305" y="716122"/>
                  </a:cubicBezTo>
                  <a:cubicBezTo>
                    <a:pt x="1865642" y="715584"/>
                    <a:pt x="1865844" y="714171"/>
                    <a:pt x="1866180" y="713398"/>
                  </a:cubicBezTo>
                  <a:cubicBezTo>
                    <a:pt x="1866517" y="712624"/>
                    <a:pt x="1866820" y="710908"/>
                    <a:pt x="1866820" y="710471"/>
                  </a:cubicBezTo>
                  <a:cubicBezTo>
                    <a:pt x="1866820" y="710034"/>
                    <a:pt x="1866719" y="707107"/>
                    <a:pt x="1866719" y="706670"/>
                  </a:cubicBezTo>
                  <a:cubicBezTo>
                    <a:pt x="1866719" y="706232"/>
                    <a:pt x="1866180" y="705358"/>
                    <a:pt x="1866180" y="705358"/>
                  </a:cubicBezTo>
                  <a:cubicBezTo>
                    <a:pt x="1866180" y="705358"/>
                    <a:pt x="1863151" y="702196"/>
                    <a:pt x="1862478" y="701657"/>
                  </a:cubicBezTo>
                  <a:cubicBezTo>
                    <a:pt x="1861839" y="701119"/>
                    <a:pt x="1857161" y="695468"/>
                    <a:pt x="1857161" y="695030"/>
                  </a:cubicBezTo>
                  <a:cubicBezTo>
                    <a:pt x="1857161" y="694593"/>
                    <a:pt x="1855310" y="691229"/>
                    <a:pt x="1855310" y="691229"/>
                  </a:cubicBezTo>
                  <a:lnTo>
                    <a:pt x="1854435" y="685813"/>
                  </a:lnTo>
                  <a:lnTo>
                    <a:pt x="1851507" y="680935"/>
                  </a:lnTo>
                  <a:cubicBezTo>
                    <a:pt x="1851507" y="680935"/>
                    <a:pt x="1850733" y="675385"/>
                    <a:pt x="1850632" y="675082"/>
                  </a:cubicBezTo>
                  <a:cubicBezTo>
                    <a:pt x="1850531" y="674746"/>
                    <a:pt x="1850194" y="670305"/>
                    <a:pt x="1850194" y="669868"/>
                  </a:cubicBezTo>
                  <a:cubicBezTo>
                    <a:pt x="1850194" y="669431"/>
                    <a:pt x="1849757" y="663241"/>
                    <a:pt x="1849757" y="663241"/>
                  </a:cubicBezTo>
                  <a:cubicBezTo>
                    <a:pt x="1849757" y="663241"/>
                    <a:pt x="1848545" y="662467"/>
                    <a:pt x="1847165" y="661391"/>
                  </a:cubicBezTo>
                  <a:cubicBezTo>
                    <a:pt x="1845752" y="660314"/>
                    <a:pt x="1843901" y="657791"/>
                    <a:pt x="1843901" y="657791"/>
                  </a:cubicBezTo>
                  <a:cubicBezTo>
                    <a:pt x="1843901" y="657791"/>
                    <a:pt x="1839560" y="654192"/>
                    <a:pt x="1839223" y="654091"/>
                  </a:cubicBezTo>
                  <a:cubicBezTo>
                    <a:pt x="1838886" y="653990"/>
                    <a:pt x="1838348" y="653015"/>
                    <a:pt x="1838011" y="652678"/>
                  </a:cubicBezTo>
                  <a:cubicBezTo>
                    <a:pt x="1837675" y="652342"/>
                    <a:pt x="1833569" y="651602"/>
                    <a:pt x="1832155" y="651366"/>
                  </a:cubicBezTo>
                  <a:cubicBezTo>
                    <a:pt x="1830742" y="651164"/>
                    <a:pt x="1827477" y="651265"/>
                    <a:pt x="1827477" y="651265"/>
                  </a:cubicBezTo>
                  <a:lnTo>
                    <a:pt x="1825862" y="648675"/>
                  </a:lnTo>
                  <a:lnTo>
                    <a:pt x="1825223" y="647800"/>
                  </a:lnTo>
                  <a:cubicBezTo>
                    <a:pt x="1825223" y="647800"/>
                    <a:pt x="1822732" y="646051"/>
                    <a:pt x="1821857" y="646051"/>
                  </a:cubicBezTo>
                  <a:cubicBezTo>
                    <a:pt x="1820982" y="646051"/>
                    <a:pt x="1817179" y="643225"/>
                    <a:pt x="1817179" y="643225"/>
                  </a:cubicBezTo>
                  <a:lnTo>
                    <a:pt x="1811862" y="639962"/>
                  </a:lnTo>
                  <a:cubicBezTo>
                    <a:pt x="1811862" y="639962"/>
                    <a:pt x="1808395" y="641005"/>
                    <a:pt x="1808160" y="641005"/>
                  </a:cubicBezTo>
                  <a:cubicBezTo>
                    <a:pt x="1807958" y="641005"/>
                    <a:pt x="1804592" y="642519"/>
                    <a:pt x="1804592" y="642519"/>
                  </a:cubicBezTo>
                  <a:lnTo>
                    <a:pt x="1800015" y="643024"/>
                  </a:lnTo>
                  <a:cubicBezTo>
                    <a:pt x="1800015" y="643024"/>
                    <a:pt x="1796886" y="642956"/>
                    <a:pt x="1796179" y="642956"/>
                  </a:cubicBezTo>
                  <a:cubicBezTo>
                    <a:pt x="1795472" y="642956"/>
                    <a:pt x="1793217" y="641140"/>
                    <a:pt x="1792477" y="641072"/>
                  </a:cubicBezTo>
                  <a:cubicBezTo>
                    <a:pt x="1791736" y="641005"/>
                    <a:pt x="1789650" y="639559"/>
                    <a:pt x="1789650" y="639559"/>
                  </a:cubicBezTo>
                  <a:cubicBezTo>
                    <a:pt x="1789650" y="639559"/>
                    <a:pt x="1786318" y="637036"/>
                    <a:pt x="1785948" y="636968"/>
                  </a:cubicBezTo>
                  <a:cubicBezTo>
                    <a:pt x="1785577" y="636901"/>
                    <a:pt x="1784130" y="635791"/>
                    <a:pt x="1784130" y="635791"/>
                  </a:cubicBezTo>
                  <a:cubicBezTo>
                    <a:pt x="1784130" y="635791"/>
                    <a:pt x="1779856" y="634849"/>
                    <a:pt x="1778712" y="634782"/>
                  </a:cubicBezTo>
                  <a:cubicBezTo>
                    <a:pt x="1777534" y="634715"/>
                    <a:pt x="1777332" y="634984"/>
                    <a:pt x="1776188" y="635791"/>
                  </a:cubicBezTo>
                  <a:cubicBezTo>
                    <a:pt x="1775044" y="636598"/>
                    <a:pt x="1774505" y="636800"/>
                    <a:pt x="1773058" y="638045"/>
                  </a:cubicBezTo>
                  <a:cubicBezTo>
                    <a:pt x="1771611" y="639290"/>
                    <a:pt x="1772183" y="639491"/>
                    <a:pt x="1771039" y="640871"/>
                  </a:cubicBezTo>
                  <a:cubicBezTo>
                    <a:pt x="1769894" y="642250"/>
                    <a:pt x="1770029" y="641745"/>
                    <a:pt x="1769726" y="642754"/>
                  </a:cubicBezTo>
                  <a:cubicBezTo>
                    <a:pt x="1769423" y="643764"/>
                    <a:pt x="1769726" y="644134"/>
                    <a:pt x="1770096" y="646017"/>
                  </a:cubicBezTo>
                  <a:cubicBezTo>
                    <a:pt x="1770467" y="647901"/>
                    <a:pt x="1771106" y="647262"/>
                    <a:pt x="1771106" y="647262"/>
                  </a:cubicBezTo>
                  <a:cubicBezTo>
                    <a:pt x="1771106" y="647262"/>
                    <a:pt x="1773294" y="649583"/>
                    <a:pt x="1773798" y="650391"/>
                  </a:cubicBezTo>
                  <a:cubicBezTo>
                    <a:pt x="1774303" y="651198"/>
                    <a:pt x="1774000" y="652409"/>
                    <a:pt x="1774101" y="652712"/>
                  </a:cubicBezTo>
                  <a:cubicBezTo>
                    <a:pt x="1774169" y="653015"/>
                    <a:pt x="1773798" y="652914"/>
                    <a:pt x="1773664" y="653351"/>
                  </a:cubicBezTo>
                  <a:cubicBezTo>
                    <a:pt x="1773529" y="653788"/>
                    <a:pt x="1772856" y="654360"/>
                    <a:pt x="1772520" y="654495"/>
                  </a:cubicBezTo>
                  <a:cubicBezTo>
                    <a:pt x="1772149" y="654629"/>
                    <a:pt x="1772587" y="655302"/>
                    <a:pt x="1772587" y="655302"/>
                  </a:cubicBezTo>
                  <a:lnTo>
                    <a:pt x="1774101" y="657690"/>
                  </a:lnTo>
                  <a:lnTo>
                    <a:pt x="1773294" y="660449"/>
                  </a:lnTo>
                  <a:cubicBezTo>
                    <a:pt x="1773294" y="660449"/>
                    <a:pt x="1771981" y="661155"/>
                    <a:pt x="1771544" y="661458"/>
                  </a:cubicBezTo>
                  <a:cubicBezTo>
                    <a:pt x="1771106" y="661761"/>
                    <a:pt x="1768649" y="663914"/>
                    <a:pt x="1768077" y="664216"/>
                  </a:cubicBezTo>
                  <a:cubicBezTo>
                    <a:pt x="1767505" y="664519"/>
                    <a:pt x="1766193" y="666403"/>
                    <a:pt x="1764611" y="667110"/>
                  </a:cubicBezTo>
                  <a:cubicBezTo>
                    <a:pt x="1763029" y="667850"/>
                    <a:pt x="1762591" y="669128"/>
                    <a:pt x="1762591" y="669128"/>
                  </a:cubicBezTo>
                  <a:cubicBezTo>
                    <a:pt x="1762591" y="669128"/>
                    <a:pt x="1761144" y="671718"/>
                    <a:pt x="1761010" y="672593"/>
                  </a:cubicBezTo>
                  <a:cubicBezTo>
                    <a:pt x="1760875" y="673467"/>
                    <a:pt x="1760135" y="674611"/>
                    <a:pt x="1760135" y="674611"/>
                  </a:cubicBezTo>
                  <a:lnTo>
                    <a:pt x="1760135" y="678513"/>
                  </a:lnTo>
                  <a:cubicBezTo>
                    <a:pt x="1760135" y="678513"/>
                    <a:pt x="1759764" y="679960"/>
                    <a:pt x="1759327" y="681642"/>
                  </a:cubicBezTo>
                  <a:cubicBezTo>
                    <a:pt x="1758889" y="683324"/>
                    <a:pt x="1757577" y="684468"/>
                    <a:pt x="1756567" y="685039"/>
                  </a:cubicBezTo>
                  <a:cubicBezTo>
                    <a:pt x="1755558" y="685611"/>
                    <a:pt x="1755322" y="684468"/>
                    <a:pt x="1755322" y="684468"/>
                  </a:cubicBezTo>
                  <a:cubicBezTo>
                    <a:pt x="1755322" y="684468"/>
                    <a:pt x="1753370" y="682281"/>
                    <a:pt x="1753067" y="682281"/>
                  </a:cubicBezTo>
                  <a:cubicBezTo>
                    <a:pt x="1752764" y="682281"/>
                    <a:pt x="1751822" y="682416"/>
                    <a:pt x="1751822" y="682416"/>
                  </a:cubicBezTo>
                  <a:lnTo>
                    <a:pt x="1750173" y="684165"/>
                  </a:lnTo>
                  <a:cubicBezTo>
                    <a:pt x="1750173" y="684165"/>
                    <a:pt x="1750476" y="687495"/>
                    <a:pt x="1750678" y="688000"/>
                  </a:cubicBezTo>
                  <a:cubicBezTo>
                    <a:pt x="1750880" y="688504"/>
                    <a:pt x="1750307" y="690085"/>
                    <a:pt x="1750307" y="690085"/>
                  </a:cubicBezTo>
                  <a:cubicBezTo>
                    <a:pt x="1750307" y="690085"/>
                    <a:pt x="1745158" y="690220"/>
                    <a:pt x="1743846" y="690287"/>
                  </a:cubicBezTo>
                  <a:cubicBezTo>
                    <a:pt x="1742533" y="690354"/>
                    <a:pt x="1740009" y="688706"/>
                    <a:pt x="1740009" y="688706"/>
                  </a:cubicBezTo>
                  <a:lnTo>
                    <a:pt x="1737754" y="686318"/>
                  </a:lnTo>
                  <a:lnTo>
                    <a:pt x="1733850" y="684434"/>
                  </a:lnTo>
                  <a:lnTo>
                    <a:pt x="1732706" y="683357"/>
                  </a:lnTo>
                  <a:cubicBezTo>
                    <a:pt x="1732706" y="683357"/>
                    <a:pt x="1730081" y="683055"/>
                    <a:pt x="1729812" y="683156"/>
                  </a:cubicBezTo>
                  <a:cubicBezTo>
                    <a:pt x="1729509" y="683223"/>
                    <a:pt x="1728567" y="684232"/>
                    <a:pt x="1728567" y="684232"/>
                  </a:cubicBezTo>
                  <a:lnTo>
                    <a:pt x="1726682" y="686486"/>
                  </a:lnTo>
                  <a:lnTo>
                    <a:pt x="1725605" y="688740"/>
                  </a:lnTo>
                  <a:cubicBezTo>
                    <a:pt x="1725605" y="688740"/>
                    <a:pt x="1722341" y="689547"/>
                    <a:pt x="1721701" y="689480"/>
                  </a:cubicBezTo>
                  <a:cubicBezTo>
                    <a:pt x="1721062" y="689412"/>
                    <a:pt x="1718066" y="688336"/>
                    <a:pt x="1717797" y="688033"/>
                  </a:cubicBezTo>
                  <a:cubicBezTo>
                    <a:pt x="1717494" y="687731"/>
                    <a:pt x="1713759" y="686587"/>
                    <a:pt x="1713389" y="686351"/>
                  </a:cubicBezTo>
                  <a:cubicBezTo>
                    <a:pt x="1713018" y="686150"/>
                    <a:pt x="1709316" y="684838"/>
                    <a:pt x="1709047" y="684905"/>
                  </a:cubicBezTo>
                  <a:cubicBezTo>
                    <a:pt x="1708744" y="684972"/>
                    <a:pt x="1708307" y="686654"/>
                    <a:pt x="1707970" y="687495"/>
                  </a:cubicBezTo>
                  <a:cubicBezTo>
                    <a:pt x="1707600" y="688370"/>
                    <a:pt x="1704504" y="691397"/>
                    <a:pt x="1704504" y="691700"/>
                  </a:cubicBezTo>
                  <a:cubicBezTo>
                    <a:pt x="1704504" y="692003"/>
                    <a:pt x="1704706" y="693887"/>
                    <a:pt x="1704806" y="694391"/>
                  </a:cubicBezTo>
                  <a:cubicBezTo>
                    <a:pt x="1704874" y="694896"/>
                    <a:pt x="1706254" y="695972"/>
                    <a:pt x="1707331" y="697722"/>
                  </a:cubicBezTo>
                  <a:cubicBezTo>
                    <a:pt x="1708407" y="699471"/>
                    <a:pt x="1707835" y="700413"/>
                    <a:pt x="1708071" y="701186"/>
                  </a:cubicBezTo>
                  <a:cubicBezTo>
                    <a:pt x="1708273" y="701994"/>
                    <a:pt x="1707634" y="702768"/>
                    <a:pt x="1707432" y="702868"/>
                  </a:cubicBezTo>
                  <a:cubicBezTo>
                    <a:pt x="1707196" y="702936"/>
                    <a:pt x="1704234" y="705829"/>
                    <a:pt x="1703965" y="706131"/>
                  </a:cubicBezTo>
                  <a:cubicBezTo>
                    <a:pt x="1703662" y="706434"/>
                    <a:pt x="1703393" y="707712"/>
                    <a:pt x="1703393" y="708587"/>
                  </a:cubicBezTo>
                  <a:cubicBezTo>
                    <a:pt x="1703393" y="709462"/>
                    <a:pt x="1703595" y="711110"/>
                    <a:pt x="1703595" y="711480"/>
                  </a:cubicBezTo>
                  <a:cubicBezTo>
                    <a:pt x="1703595" y="711850"/>
                    <a:pt x="1706725" y="714239"/>
                    <a:pt x="1706725" y="714239"/>
                  </a:cubicBezTo>
                  <a:cubicBezTo>
                    <a:pt x="1706725" y="714239"/>
                    <a:pt x="1707869" y="715954"/>
                    <a:pt x="1710023" y="717165"/>
                  </a:cubicBezTo>
                  <a:cubicBezTo>
                    <a:pt x="1712210" y="718376"/>
                    <a:pt x="1711605" y="720058"/>
                    <a:pt x="1711941" y="721505"/>
                  </a:cubicBezTo>
                  <a:cubicBezTo>
                    <a:pt x="1712278" y="722985"/>
                    <a:pt x="1710461" y="723691"/>
                    <a:pt x="1710158" y="724095"/>
                  </a:cubicBezTo>
                  <a:cubicBezTo>
                    <a:pt x="1709821" y="724532"/>
                    <a:pt x="1707701" y="726383"/>
                    <a:pt x="1707263" y="726315"/>
                  </a:cubicBezTo>
                  <a:cubicBezTo>
                    <a:pt x="1706826" y="726248"/>
                    <a:pt x="1704975" y="726046"/>
                    <a:pt x="1702518" y="724566"/>
                  </a:cubicBezTo>
                  <a:cubicBezTo>
                    <a:pt x="1700061" y="723086"/>
                    <a:pt x="1700229" y="723489"/>
                    <a:pt x="1700229" y="723489"/>
                  </a:cubicBezTo>
                  <a:cubicBezTo>
                    <a:pt x="1700229" y="723489"/>
                    <a:pt x="1698042" y="721976"/>
                    <a:pt x="1697907" y="721538"/>
                  </a:cubicBezTo>
                  <a:cubicBezTo>
                    <a:pt x="1697739" y="721101"/>
                    <a:pt x="1695686" y="720227"/>
                    <a:pt x="1695451" y="719957"/>
                  </a:cubicBezTo>
                  <a:cubicBezTo>
                    <a:pt x="1695249" y="719688"/>
                    <a:pt x="1692623" y="717502"/>
                    <a:pt x="1692523" y="717334"/>
                  </a:cubicBezTo>
                  <a:cubicBezTo>
                    <a:pt x="1692422" y="717165"/>
                    <a:pt x="1689797" y="716963"/>
                    <a:pt x="1689797" y="716963"/>
                  </a:cubicBezTo>
                  <a:lnTo>
                    <a:pt x="1688047" y="715719"/>
                  </a:lnTo>
                  <a:cubicBezTo>
                    <a:pt x="1688047" y="715719"/>
                    <a:pt x="1683974" y="715281"/>
                    <a:pt x="1683032" y="715012"/>
                  </a:cubicBezTo>
                  <a:cubicBezTo>
                    <a:pt x="1682123" y="714743"/>
                    <a:pt x="1680373" y="712792"/>
                    <a:pt x="1679767" y="712288"/>
                  </a:cubicBezTo>
                  <a:cubicBezTo>
                    <a:pt x="1679162" y="711817"/>
                    <a:pt x="1677378" y="707982"/>
                    <a:pt x="1677210" y="707511"/>
                  </a:cubicBezTo>
                  <a:cubicBezTo>
                    <a:pt x="1677041" y="707040"/>
                    <a:pt x="1675359" y="704584"/>
                    <a:pt x="1675258" y="704348"/>
                  </a:cubicBezTo>
                  <a:cubicBezTo>
                    <a:pt x="1675157" y="704147"/>
                    <a:pt x="1670916" y="700816"/>
                    <a:pt x="1670378" y="700177"/>
                  </a:cubicBezTo>
                  <a:cubicBezTo>
                    <a:pt x="1669839" y="699538"/>
                    <a:pt x="1667887" y="697621"/>
                    <a:pt x="1667618" y="697183"/>
                  </a:cubicBezTo>
                  <a:cubicBezTo>
                    <a:pt x="1667349" y="696746"/>
                    <a:pt x="1666137" y="695602"/>
                    <a:pt x="1666137" y="695602"/>
                  </a:cubicBezTo>
                  <a:lnTo>
                    <a:pt x="1662940" y="693685"/>
                  </a:lnTo>
                  <a:lnTo>
                    <a:pt x="1661157" y="693416"/>
                  </a:lnTo>
                  <a:lnTo>
                    <a:pt x="1659373" y="693584"/>
                  </a:lnTo>
                  <a:lnTo>
                    <a:pt x="1656108" y="694492"/>
                  </a:lnTo>
                  <a:cubicBezTo>
                    <a:pt x="1656108" y="694492"/>
                    <a:pt x="1654089" y="695737"/>
                    <a:pt x="1653786" y="696174"/>
                  </a:cubicBezTo>
                  <a:cubicBezTo>
                    <a:pt x="1653450" y="696611"/>
                    <a:pt x="1651767" y="698125"/>
                    <a:pt x="1651228" y="698832"/>
                  </a:cubicBezTo>
                  <a:cubicBezTo>
                    <a:pt x="1650690" y="699538"/>
                    <a:pt x="1649815" y="700177"/>
                    <a:pt x="1649344" y="700783"/>
                  </a:cubicBezTo>
                  <a:cubicBezTo>
                    <a:pt x="1648839" y="701388"/>
                    <a:pt x="1647863" y="703507"/>
                    <a:pt x="1647863" y="703507"/>
                  </a:cubicBezTo>
                  <a:cubicBezTo>
                    <a:pt x="1647863" y="703507"/>
                    <a:pt x="1647762" y="704483"/>
                    <a:pt x="1647762" y="704651"/>
                  </a:cubicBezTo>
                  <a:cubicBezTo>
                    <a:pt x="1647762" y="704819"/>
                    <a:pt x="1648839" y="707746"/>
                    <a:pt x="1648906" y="707914"/>
                  </a:cubicBezTo>
                  <a:cubicBezTo>
                    <a:pt x="1648974" y="708083"/>
                    <a:pt x="1650151" y="709563"/>
                    <a:pt x="1650252" y="709697"/>
                  </a:cubicBezTo>
                  <a:cubicBezTo>
                    <a:pt x="1650353" y="709865"/>
                    <a:pt x="1651329" y="711043"/>
                    <a:pt x="1651565" y="711144"/>
                  </a:cubicBezTo>
                  <a:cubicBezTo>
                    <a:pt x="1651800" y="711245"/>
                    <a:pt x="1652978" y="713229"/>
                    <a:pt x="1652978" y="713229"/>
                  </a:cubicBezTo>
                  <a:lnTo>
                    <a:pt x="1654931" y="716425"/>
                  </a:lnTo>
                  <a:lnTo>
                    <a:pt x="1655974" y="718040"/>
                  </a:lnTo>
                  <a:lnTo>
                    <a:pt x="1656781" y="720529"/>
                  </a:lnTo>
                  <a:cubicBezTo>
                    <a:pt x="1656781" y="720529"/>
                    <a:pt x="1657286" y="722548"/>
                    <a:pt x="1657387" y="722716"/>
                  </a:cubicBezTo>
                  <a:cubicBezTo>
                    <a:pt x="1657488" y="722884"/>
                    <a:pt x="1657926" y="723759"/>
                    <a:pt x="1657993" y="723960"/>
                  </a:cubicBezTo>
                  <a:cubicBezTo>
                    <a:pt x="1658060" y="724162"/>
                    <a:pt x="1658599" y="726147"/>
                    <a:pt x="1658767" y="726248"/>
                  </a:cubicBezTo>
                  <a:cubicBezTo>
                    <a:pt x="1658935" y="726349"/>
                    <a:pt x="1659003" y="728401"/>
                    <a:pt x="1659036" y="729276"/>
                  </a:cubicBezTo>
                  <a:cubicBezTo>
                    <a:pt x="1659104" y="730150"/>
                    <a:pt x="1659036" y="731462"/>
                    <a:pt x="1659036" y="731664"/>
                  </a:cubicBezTo>
                  <a:cubicBezTo>
                    <a:pt x="1659036" y="731866"/>
                    <a:pt x="1658431" y="732976"/>
                    <a:pt x="1658229" y="733178"/>
                  </a:cubicBezTo>
                  <a:cubicBezTo>
                    <a:pt x="1657993" y="733413"/>
                    <a:pt x="1653281" y="732740"/>
                    <a:pt x="1653281" y="732740"/>
                  </a:cubicBezTo>
                  <a:cubicBezTo>
                    <a:pt x="1653281" y="732740"/>
                    <a:pt x="1651228" y="732740"/>
                    <a:pt x="1650892" y="732740"/>
                  </a:cubicBezTo>
                  <a:cubicBezTo>
                    <a:pt x="1650555" y="732740"/>
                    <a:pt x="1649276" y="732370"/>
                    <a:pt x="1649276" y="732370"/>
                  </a:cubicBezTo>
                  <a:lnTo>
                    <a:pt x="1647223" y="729545"/>
                  </a:lnTo>
                  <a:lnTo>
                    <a:pt x="1645978" y="727964"/>
                  </a:lnTo>
                  <a:lnTo>
                    <a:pt x="1645474" y="726652"/>
                  </a:lnTo>
                  <a:lnTo>
                    <a:pt x="1645474" y="725407"/>
                  </a:lnTo>
                  <a:lnTo>
                    <a:pt x="1645978" y="721505"/>
                  </a:lnTo>
                  <a:cubicBezTo>
                    <a:pt x="1645978" y="721505"/>
                    <a:pt x="1645574" y="720260"/>
                    <a:pt x="1645036" y="719991"/>
                  </a:cubicBezTo>
                  <a:cubicBezTo>
                    <a:pt x="1644531" y="719688"/>
                    <a:pt x="1642579" y="718545"/>
                    <a:pt x="1641771" y="718376"/>
                  </a:cubicBezTo>
                  <a:cubicBezTo>
                    <a:pt x="1640964" y="718242"/>
                    <a:pt x="1637497" y="716291"/>
                    <a:pt x="1635747" y="715349"/>
                  </a:cubicBezTo>
                  <a:cubicBezTo>
                    <a:pt x="1633997" y="714407"/>
                    <a:pt x="1634300" y="713835"/>
                    <a:pt x="1633492" y="712893"/>
                  </a:cubicBezTo>
                  <a:cubicBezTo>
                    <a:pt x="1632685" y="711951"/>
                    <a:pt x="1632348" y="712018"/>
                    <a:pt x="1631103" y="711076"/>
                  </a:cubicBezTo>
                  <a:cubicBezTo>
                    <a:pt x="1629858" y="710135"/>
                    <a:pt x="1628074" y="709563"/>
                    <a:pt x="1627334" y="709193"/>
                  </a:cubicBezTo>
                  <a:cubicBezTo>
                    <a:pt x="1626593" y="708823"/>
                    <a:pt x="1626391" y="709125"/>
                    <a:pt x="1626189" y="709125"/>
                  </a:cubicBezTo>
                  <a:cubicBezTo>
                    <a:pt x="1625987" y="709125"/>
                    <a:pt x="1625752" y="710067"/>
                    <a:pt x="1624507" y="711076"/>
                  </a:cubicBezTo>
                  <a:cubicBezTo>
                    <a:pt x="1623261" y="712086"/>
                    <a:pt x="1622925" y="710942"/>
                    <a:pt x="1622689" y="710942"/>
                  </a:cubicBezTo>
                  <a:cubicBezTo>
                    <a:pt x="1622487" y="710942"/>
                    <a:pt x="1622050" y="710235"/>
                    <a:pt x="1621545" y="709933"/>
                  </a:cubicBezTo>
                  <a:cubicBezTo>
                    <a:pt x="1621040" y="709630"/>
                    <a:pt x="1620737" y="709865"/>
                    <a:pt x="1620300" y="709865"/>
                  </a:cubicBezTo>
                  <a:cubicBezTo>
                    <a:pt x="1619862" y="709865"/>
                    <a:pt x="1618516" y="710168"/>
                    <a:pt x="1618516" y="710168"/>
                  </a:cubicBezTo>
                  <a:lnTo>
                    <a:pt x="1616699" y="710168"/>
                  </a:lnTo>
                  <a:cubicBezTo>
                    <a:pt x="1616699" y="710168"/>
                    <a:pt x="1616127" y="710673"/>
                    <a:pt x="1615824" y="711110"/>
                  </a:cubicBezTo>
                  <a:cubicBezTo>
                    <a:pt x="1615521" y="711547"/>
                    <a:pt x="1615622" y="711749"/>
                    <a:pt x="1615016" y="712624"/>
                  </a:cubicBezTo>
                  <a:cubicBezTo>
                    <a:pt x="1614444" y="713499"/>
                    <a:pt x="1614444" y="713936"/>
                    <a:pt x="1613569" y="713768"/>
                  </a:cubicBezTo>
                  <a:cubicBezTo>
                    <a:pt x="1612694" y="713633"/>
                    <a:pt x="1612559" y="713902"/>
                    <a:pt x="1611684" y="713768"/>
                  </a:cubicBezTo>
                  <a:cubicBezTo>
                    <a:pt x="1610809" y="713633"/>
                    <a:pt x="1610877" y="713465"/>
                    <a:pt x="1610742" y="713061"/>
                  </a:cubicBezTo>
                  <a:cubicBezTo>
                    <a:pt x="1610607" y="712624"/>
                    <a:pt x="1610170" y="712489"/>
                    <a:pt x="1610103" y="711917"/>
                  </a:cubicBezTo>
                  <a:cubicBezTo>
                    <a:pt x="1610035" y="711346"/>
                    <a:pt x="1610103" y="710471"/>
                    <a:pt x="1610103" y="710471"/>
                  </a:cubicBezTo>
                  <a:cubicBezTo>
                    <a:pt x="1610103" y="710471"/>
                    <a:pt x="1609598" y="708520"/>
                    <a:pt x="1609295" y="707881"/>
                  </a:cubicBezTo>
                  <a:cubicBezTo>
                    <a:pt x="1608992" y="707242"/>
                    <a:pt x="1608554" y="706501"/>
                    <a:pt x="1608285" y="706300"/>
                  </a:cubicBezTo>
                  <a:cubicBezTo>
                    <a:pt x="1607982" y="706098"/>
                    <a:pt x="1606468" y="704921"/>
                    <a:pt x="1606098" y="704853"/>
                  </a:cubicBezTo>
                  <a:cubicBezTo>
                    <a:pt x="1605727" y="704786"/>
                    <a:pt x="1605021" y="704416"/>
                    <a:pt x="1604583" y="704281"/>
                  </a:cubicBezTo>
                  <a:cubicBezTo>
                    <a:pt x="1604146" y="704147"/>
                    <a:pt x="1603708" y="702398"/>
                    <a:pt x="1603708" y="702398"/>
                  </a:cubicBezTo>
                  <a:lnTo>
                    <a:pt x="1603708" y="702465"/>
                  </a:lnTo>
                  <a:lnTo>
                    <a:pt x="1601958" y="700648"/>
                  </a:lnTo>
                  <a:lnTo>
                    <a:pt x="1601958" y="699908"/>
                  </a:lnTo>
                  <a:cubicBezTo>
                    <a:pt x="1601958" y="699908"/>
                    <a:pt x="1601857" y="698966"/>
                    <a:pt x="1601622" y="698663"/>
                  </a:cubicBezTo>
                  <a:cubicBezTo>
                    <a:pt x="1601386" y="698361"/>
                    <a:pt x="1600006" y="698428"/>
                    <a:pt x="1599703" y="698428"/>
                  </a:cubicBezTo>
                  <a:cubicBezTo>
                    <a:pt x="1599400" y="698428"/>
                    <a:pt x="1598761" y="698361"/>
                    <a:pt x="1598761" y="698361"/>
                  </a:cubicBezTo>
                  <a:lnTo>
                    <a:pt x="1597953" y="698798"/>
                  </a:lnTo>
                  <a:cubicBezTo>
                    <a:pt x="1597953" y="698798"/>
                    <a:pt x="1597314" y="699605"/>
                    <a:pt x="1597011" y="699605"/>
                  </a:cubicBezTo>
                  <a:cubicBezTo>
                    <a:pt x="1596708" y="699605"/>
                    <a:pt x="1596371" y="700177"/>
                    <a:pt x="1596371" y="700177"/>
                  </a:cubicBezTo>
                  <a:cubicBezTo>
                    <a:pt x="1596371" y="700177"/>
                    <a:pt x="1594487" y="701119"/>
                    <a:pt x="1593915" y="701489"/>
                  </a:cubicBezTo>
                  <a:cubicBezTo>
                    <a:pt x="1593342" y="701859"/>
                    <a:pt x="1592400" y="701489"/>
                    <a:pt x="1592400" y="701489"/>
                  </a:cubicBezTo>
                  <a:lnTo>
                    <a:pt x="1590448" y="701489"/>
                  </a:lnTo>
                  <a:cubicBezTo>
                    <a:pt x="1590448" y="701489"/>
                    <a:pt x="1588362" y="701119"/>
                    <a:pt x="1588126" y="700985"/>
                  </a:cubicBezTo>
                  <a:cubicBezTo>
                    <a:pt x="1587890" y="700850"/>
                    <a:pt x="1585366" y="699034"/>
                    <a:pt x="1585366" y="699034"/>
                  </a:cubicBezTo>
                  <a:lnTo>
                    <a:pt x="1584222" y="698226"/>
                  </a:lnTo>
                  <a:lnTo>
                    <a:pt x="1582472" y="695838"/>
                  </a:lnTo>
                  <a:lnTo>
                    <a:pt x="1581900" y="692810"/>
                  </a:lnTo>
                  <a:lnTo>
                    <a:pt x="1581597" y="691296"/>
                  </a:lnTo>
                  <a:cubicBezTo>
                    <a:pt x="1581597" y="691296"/>
                    <a:pt x="1580217" y="688336"/>
                    <a:pt x="1580217" y="687966"/>
                  </a:cubicBezTo>
                  <a:cubicBezTo>
                    <a:pt x="1580217" y="687596"/>
                    <a:pt x="1579342" y="686217"/>
                    <a:pt x="1579342" y="685948"/>
                  </a:cubicBezTo>
                  <a:cubicBezTo>
                    <a:pt x="1579342" y="685645"/>
                    <a:pt x="1578972" y="683492"/>
                    <a:pt x="1578972" y="683492"/>
                  </a:cubicBezTo>
                  <a:lnTo>
                    <a:pt x="1578333" y="682483"/>
                  </a:lnTo>
                  <a:lnTo>
                    <a:pt x="1576583" y="679354"/>
                  </a:lnTo>
                  <a:lnTo>
                    <a:pt x="1575842" y="678042"/>
                  </a:lnTo>
                  <a:cubicBezTo>
                    <a:pt x="1575842" y="678042"/>
                    <a:pt x="1575842" y="676663"/>
                    <a:pt x="1575842" y="675957"/>
                  </a:cubicBezTo>
                  <a:cubicBezTo>
                    <a:pt x="1575842" y="675250"/>
                    <a:pt x="1576616" y="674208"/>
                    <a:pt x="1576684" y="674006"/>
                  </a:cubicBezTo>
                  <a:cubicBezTo>
                    <a:pt x="1576751" y="673804"/>
                    <a:pt x="1577357" y="672189"/>
                    <a:pt x="1577357" y="672189"/>
                  </a:cubicBezTo>
                  <a:lnTo>
                    <a:pt x="1579241" y="671617"/>
                  </a:lnTo>
                  <a:cubicBezTo>
                    <a:pt x="1579241" y="671617"/>
                    <a:pt x="1581328" y="670743"/>
                    <a:pt x="1581563" y="670608"/>
                  </a:cubicBezTo>
                  <a:cubicBezTo>
                    <a:pt x="1581765" y="670474"/>
                    <a:pt x="1581866" y="667480"/>
                    <a:pt x="1581866" y="667480"/>
                  </a:cubicBezTo>
                  <a:lnTo>
                    <a:pt x="1582438" y="666168"/>
                  </a:lnTo>
                  <a:cubicBezTo>
                    <a:pt x="1582438" y="666168"/>
                    <a:pt x="1582304" y="662635"/>
                    <a:pt x="1582001" y="661828"/>
                  </a:cubicBezTo>
                  <a:cubicBezTo>
                    <a:pt x="1581698" y="661021"/>
                    <a:pt x="1582136" y="657690"/>
                    <a:pt x="1582001" y="657421"/>
                  </a:cubicBezTo>
                  <a:cubicBezTo>
                    <a:pt x="1581866" y="657119"/>
                    <a:pt x="1580991" y="655672"/>
                    <a:pt x="1580756" y="655470"/>
                  </a:cubicBezTo>
                  <a:cubicBezTo>
                    <a:pt x="1580554" y="655268"/>
                    <a:pt x="1578299" y="652510"/>
                    <a:pt x="1578299" y="652510"/>
                  </a:cubicBezTo>
                  <a:cubicBezTo>
                    <a:pt x="1578299" y="652510"/>
                    <a:pt x="1577357" y="651131"/>
                    <a:pt x="1577222" y="650693"/>
                  </a:cubicBezTo>
                  <a:cubicBezTo>
                    <a:pt x="1577087" y="650256"/>
                    <a:pt x="1576212" y="648439"/>
                    <a:pt x="1575977" y="647868"/>
                  </a:cubicBezTo>
                  <a:cubicBezTo>
                    <a:pt x="1575775" y="647296"/>
                    <a:pt x="1575337" y="645681"/>
                    <a:pt x="1575337" y="645681"/>
                  </a:cubicBezTo>
                  <a:cubicBezTo>
                    <a:pt x="1575337" y="645681"/>
                    <a:pt x="1573823" y="643864"/>
                    <a:pt x="1573587" y="643663"/>
                  </a:cubicBezTo>
                  <a:cubicBezTo>
                    <a:pt x="1573352" y="643427"/>
                    <a:pt x="1572443" y="642923"/>
                    <a:pt x="1572208" y="642586"/>
                  </a:cubicBezTo>
                  <a:cubicBezTo>
                    <a:pt x="1572006" y="642216"/>
                    <a:pt x="1570895" y="642721"/>
                    <a:pt x="1570693" y="642586"/>
                  </a:cubicBezTo>
                  <a:cubicBezTo>
                    <a:pt x="1570491" y="642452"/>
                    <a:pt x="1568674" y="642082"/>
                    <a:pt x="1568371" y="641846"/>
                  </a:cubicBezTo>
                  <a:cubicBezTo>
                    <a:pt x="1568068" y="641644"/>
                    <a:pt x="1567058" y="641342"/>
                    <a:pt x="1566621" y="641039"/>
                  </a:cubicBezTo>
                  <a:cubicBezTo>
                    <a:pt x="1566183" y="640736"/>
                    <a:pt x="1565376" y="640669"/>
                    <a:pt x="1565174" y="640467"/>
                  </a:cubicBezTo>
                  <a:cubicBezTo>
                    <a:pt x="1564972" y="640265"/>
                    <a:pt x="1563592" y="640164"/>
                    <a:pt x="1562784" y="639828"/>
                  </a:cubicBezTo>
                  <a:cubicBezTo>
                    <a:pt x="1561976" y="639491"/>
                    <a:pt x="1560765" y="639323"/>
                    <a:pt x="1560260" y="639323"/>
                  </a:cubicBezTo>
                  <a:cubicBezTo>
                    <a:pt x="1559755" y="639323"/>
                    <a:pt x="1559015" y="639323"/>
                    <a:pt x="1558746" y="639390"/>
                  </a:cubicBezTo>
                  <a:cubicBezTo>
                    <a:pt x="1558443" y="639458"/>
                    <a:pt x="1557366" y="639895"/>
                    <a:pt x="1556659" y="639828"/>
                  </a:cubicBezTo>
                  <a:cubicBezTo>
                    <a:pt x="1555952" y="639761"/>
                    <a:pt x="1555650" y="639828"/>
                    <a:pt x="1555650" y="639828"/>
                  </a:cubicBezTo>
                  <a:lnTo>
                    <a:pt x="1554943" y="638516"/>
                  </a:lnTo>
                  <a:lnTo>
                    <a:pt x="1553697" y="636565"/>
                  </a:lnTo>
                  <a:cubicBezTo>
                    <a:pt x="1553697" y="636565"/>
                    <a:pt x="1553058" y="634815"/>
                    <a:pt x="1552890" y="634614"/>
                  </a:cubicBezTo>
                  <a:cubicBezTo>
                    <a:pt x="1552755" y="634412"/>
                    <a:pt x="1549928" y="629534"/>
                    <a:pt x="1549861" y="629130"/>
                  </a:cubicBezTo>
                  <a:cubicBezTo>
                    <a:pt x="1549793" y="628727"/>
                    <a:pt x="1548986" y="628323"/>
                    <a:pt x="1548986" y="628323"/>
                  </a:cubicBezTo>
                  <a:cubicBezTo>
                    <a:pt x="1548986" y="628323"/>
                    <a:pt x="1547034" y="628828"/>
                    <a:pt x="1546731" y="629030"/>
                  </a:cubicBezTo>
                  <a:cubicBezTo>
                    <a:pt x="1546428" y="629231"/>
                    <a:pt x="1544712" y="629030"/>
                    <a:pt x="1543971" y="629030"/>
                  </a:cubicBezTo>
                  <a:cubicBezTo>
                    <a:pt x="1543264" y="629030"/>
                    <a:pt x="1542019" y="628592"/>
                    <a:pt x="1542019" y="628592"/>
                  </a:cubicBezTo>
                  <a:lnTo>
                    <a:pt x="1541077" y="624017"/>
                  </a:lnTo>
                  <a:cubicBezTo>
                    <a:pt x="1541077" y="624017"/>
                    <a:pt x="1540572" y="620990"/>
                    <a:pt x="1540572" y="620687"/>
                  </a:cubicBezTo>
                  <a:cubicBezTo>
                    <a:pt x="1540572" y="620384"/>
                    <a:pt x="1538687" y="617054"/>
                    <a:pt x="1538687" y="617054"/>
                  </a:cubicBezTo>
                  <a:lnTo>
                    <a:pt x="1537610" y="614094"/>
                  </a:lnTo>
                  <a:cubicBezTo>
                    <a:pt x="1537610" y="614094"/>
                    <a:pt x="1534851" y="609586"/>
                    <a:pt x="1534481" y="608812"/>
                  </a:cubicBezTo>
                  <a:cubicBezTo>
                    <a:pt x="1534110" y="608005"/>
                    <a:pt x="1533471" y="605784"/>
                    <a:pt x="1533471" y="605784"/>
                  </a:cubicBezTo>
                  <a:lnTo>
                    <a:pt x="1531149" y="603396"/>
                  </a:lnTo>
                  <a:lnTo>
                    <a:pt x="1528322" y="601445"/>
                  </a:lnTo>
                  <a:cubicBezTo>
                    <a:pt x="1528322" y="601445"/>
                    <a:pt x="1527178" y="600638"/>
                    <a:pt x="1526875" y="600436"/>
                  </a:cubicBezTo>
                  <a:cubicBezTo>
                    <a:pt x="1526572" y="600200"/>
                    <a:pt x="1524283" y="598350"/>
                    <a:pt x="1523543" y="597610"/>
                  </a:cubicBezTo>
                  <a:cubicBezTo>
                    <a:pt x="1522803" y="596903"/>
                    <a:pt x="1522399" y="596903"/>
                    <a:pt x="1521726" y="596096"/>
                  </a:cubicBezTo>
                  <a:cubicBezTo>
                    <a:pt x="1521086" y="595289"/>
                    <a:pt x="1520851" y="595222"/>
                    <a:pt x="1520716" y="594650"/>
                  </a:cubicBezTo>
                  <a:cubicBezTo>
                    <a:pt x="1520581" y="594078"/>
                    <a:pt x="1519403" y="592631"/>
                    <a:pt x="1519134" y="592329"/>
                  </a:cubicBezTo>
                  <a:cubicBezTo>
                    <a:pt x="1518831" y="592026"/>
                    <a:pt x="1517451" y="591622"/>
                    <a:pt x="1517182" y="591319"/>
                  </a:cubicBezTo>
                  <a:cubicBezTo>
                    <a:pt x="1516879" y="591017"/>
                    <a:pt x="1515163" y="589940"/>
                    <a:pt x="1514793" y="589570"/>
                  </a:cubicBezTo>
                  <a:cubicBezTo>
                    <a:pt x="1514423" y="589200"/>
                    <a:pt x="1513850" y="589436"/>
                    <a:pt x="1513413" y="589066"/>
                  </a:cubicBezTo>
                  <a:cubicBezTo>
                    <a:pt x="1512975" y="588695"/>
                    <a:pt x="1512033" y="588998"/>
                    <a:pt x="1511831" y="588998"/>
                  </a:cubicBezTo>
                  <a:cubicBezTo>
                    <a:pt x="1511629" y="588998"/>
                    <a:pt x="1510519" y="589570"/>
                    <a:pt x="1510249" y="589637"/>
                  </a:cubicBezTo>
                  <a:cubicBezTo>
                    <a:pt x="1509947" y="589705"/>
                    <a:pt x="1508365" y="590075"/>
                    <a:pt x="1508062" y="590075"/>
                  </a:cubicBezTo>
                  <a:cubicBezTo>
                    <a:pt x="1507759" y="590075"/>
                    <a:pt x="1506042" y="591084"/>
                    <a:pt x="1505302" y="591454"/>
                  </a:cubicBezTo>
                  <a:cubicBezTo>
                    <a:pt x="1504562" y="591824"/>
                    <a:pt x="1504158" y="591757"/>
                    <a:pt x="1503922" y="591824"/>
                  </a:cubicBezTo>
                  <a:cubicBezTo>
                    <a:pt x="1503720" y="591891"/>
                    <a:pt x="1502778" y="592766"/>
                    <a:pt x="1502542" y="593069"/>
                  </a:cubicBezTo>
                  <a:cubicBezTo>
                    <a:pt x="1502341" y="593371"/>
                    <a:pt x="1501600" y="594818"/>
                    <a:pt x="1501230" y="595154"/>
                  </a:cubicBezTo>
                  <a:cubicBezTo>
                    <a:pt x="1500860" y="595524"/>
                    <a:pt x="1499042" y="595726"/>
                    <a:pt x="1498706" y="595592"/>
                  </a:cubicBezTo>
                  <a:cubicBezTo>
                    <a:pt x="1498336" y="595457"/>
                    <a:pt x="1497259" y="595457"/>
                    <a:pt x="1496956" y="595289"/>
                  </a:cubicBezTo>
                  <a:cubicBezTo>
                    <a:pt x="1496653" y="595154"/>
                    <a:pt x="1494331" y="594717"/>
                    <a:pt x="1494129" y="594717"/>
                  </a:cubicBezTo>
                  <a:cubicBezTo>
                    <a:pt x="1493893" y="594717"/>
                    <a:pt x="1491537" y="595524"/>
                    <a:pt x="1491537" y="595524"/>
                  </a:cubicBezTo>
                  <a:lnTo>
                    <a:pt x="1490090" y="595524"/>
                  </a:lnTo>
                  <a:cubicBezTo>
                    <a:pt x="1490090" y="595524"/>
                    <a:pt x="1489586" y="596298"/>
                    <a:pt x="1489350" y="596365"/>
                  </a:cubicBezTo>
                  <a:cubicBezTo>
                    <a:pt x="1489148" y="596433"/>
                    <a:pt x="1486523" y="597476"/>
                    <a:pt x="1486523" y="597476"/>
                  </a:cubicBezTo>
                  <a:cubicBezTo>
                    <a:pt x="1486523" y="597476"/>
                    <a:pt x="1483629" y="597543"/>
                    <a:pt x="1483057" y="597476"/>
                  </a:cubicBezTo>
                  <a:cubicBezTo>
                    <a:pt x="1482484" y="597408"/>
                    <a:pt x="1478984" y="597476"/>
                    <a:pt x="1478984" y="597476"/>
                  </a:cubicBezTo>
                  <a:cubicBezTo>
                    <a:pt x="1478984" y="597476"/>
                    <a:pt x="1473835" y="598619"/>
                    <a:pt x="1473398" y="598720"/>
                  </a:cubicBezTo>
                  <a:cubicBezTo>
                    <a:pt x="1472960" y="598787"/>
                    <a:pt x="1471580" y="600032"/>
                    <a:pt x="1471311" y="600167"/>
                  </a:cubicBezTo>
                  <a:cubicBezTo>
                    <a:pt x="1471042" y="600301"/>
                    <a:pt x="1470672" y="601411"/>
                    <a:pt x="1469426" y="602488"/>
                  </a:cubicBezTo>
                  <a:cubicBezTo>
                    <a:pt x="1468181" y="603564"/>
                    <a:pt x="1467676" y="603295"/>
                    <a:pt x="1466532" y="603867"/>
                  </a:cubicBezTo>
                  <a:cubicBezTo>
                    <a:pt x="1465388" y="604439"/>
                    <a:pt x="1464445" y="604304"/>
                    <a:pt x="1463907" y="604372"/>
                  </a:cubicBezTo>
                  <a:cubicBezTo>
                    <a:pt x="1463402" y="604439"/>
                    <a:pt x="1461652" y="604372"/>
                    <a:pt x="1461652" y="604372"/>
                  </a:cubicBezTo>
                  <a:lnTo>
                    <a:pt x="1458960" y="601983"/>
                  </a:lnTo>
                  <a:lnTo>
                    <a:pt x="1456436" y="599527"/>
                  </a:lnTo>
                  <a:lnTo>
                    <a:pt x="1452296" y="597139"/>
                  </a:lnTo>
                  <a:lnTo>
                    <a:pt x="1450714" y="595390"/>
                  </a:lnTo>
                  <a:lnTo>
                    <a:pt x="1448628" y="595524"/>
                  </a:lnTo>
                  <a:cubicBezTo>
                    <a:pt x="1448628" y="595524"/>
                    <a:pt x="1447988" y="595894"/>
                    <a:pt x="1447383" y="596164"/>
                  </a:cubicBezTo>
                  <a:cubicBezTo>
                    <a:pt x="1446811" y="596466"/>
                    <a:pt x="1447012" y="597173"/>
                    <a:pt x="1446743" y="597408"/>
                  </a:cubicBezTo>
                  <a:cubicBezTo>
                    <a:pt x="1446440" y="597610"/>
                    <a:pt x="1446238" y="599797"/>
                    <a:pt x="1445734" y="600301"/>
                  </a:cubicBezTo>
                  <a:cubicBezTo>
                    <a:pt x="1445229" y="600806"/>
                    <a:pt x="1444219" y="601243"/>
                    <a:pt x="1443782" y="601243"/>
                  </a:cubicBezTo>
                  <a:cubicBezTo>
                    <a:pt x="1443344" y="601243"/>
                    <a:pt x="1442772" y="600604"/>
                    <a:pt x="1442536" y="600503"/>
                  </a:cubicBezTo>
                  <a:cubicBezTo>
                    <a:pt x="1442301" y="600436"/>
                    <a:pt x="1442402" y="598619"/>
                    <a:pt x="1442402" y="598317"/>
                  </a:cubicBezTo>
                  <a:cubicBezTo>
                    <a:pt x="1442402" y="598014"/>
                    <a:pt x="1442469" y="594683"/>
                    <a:pt x="1442469" y="594683"/>
                  </a:cubicBezTo>
                  <a:cubicBezTo>
                    <a:pt x="1442469" y="594683"/>
                    <a:pt x="1442402" y="592160"/>
                    <a:pt x="1442402" y="591723"/>
                  </a:cubicBezTo>
                  <a:cubicBezTo>
                    <a:pt x="1442402" y="591286"/>
                    <a:pt x="1441964" y="588897"/>
                    <a:pt x="1441964" y="588595"/>
                  </a:cubicBezTo>
                  <a:cubicBezTo>
                    <a:pt x="1441964" y="588292"/>
                    <a:pt x="1441325" y="587888"/>
                    <a:pt x="1440719" y="587518"/>
                  </a:cubicBezTo>
                  <a:cubicBezTo>
                    <a:pt x="1440147" y="587148"/>
                    <a:pt x="1438767" y="586576"/>
                    <a:pt x="1438195" y="586139"/>
                  </a:cubicBezTo>
                  <a:cubicBezTo>
                    <a:pt x="1437623" y="585702"/>
                    <a:pt x="1436378" y="585331"/>
                    <a:pt x="1435738" y="585130"/>
                  </a:cubicBezTo>
                  <a:cubicBezTo>
                    <a:pt x="1435099" y="584928"/>
                    <a:pt x="1433281" y="584692"/>
                    <a:pt x="1433281" y="584692"/>
                  </a:cubicBezTo>
                  <a:lnTo>
                    <a:pt x="1431397" y="584020"/>
                  </a:lnTo>
                  <a:lnTo>
                    <a:pt x="1429512" y="584322"/>
                  </a:lnTo>
                  <a:cubicBezTo>
                    <a:pt x="1429512" y="584322"/>
                    <a:pt x="1427190" y="584524"/>
                    <a:pt x="1426820" y="584524"/>
                  </a:cubicBezTo>
                  <a:cubicBezTo>
                    <a:pt x="1426450" y="584524"/>
                    <a:pt x="1425238" y="584659"/>
                    <a:pt x="1424632" y="584726"/>
                  </a:cubicBezTo>
                  <a:cubicBezTo>
                    <a:pt x="1424060" y="584793"/>
                    <a:pt x="1423555" y="585466"/>
                    <a:pt x="1422815" y="585903"/>
                  </a:cubicBezTo>
                  <a:cubicBezTo>
                    <a:pt x="1422108" y="586341"/>
                    <a:pt x="1421502" y="586341"/>
                    <a:pt x="1421065" y="586610"/>
                  </a:cubicBezTo>
                  <a:cubicBezTo>
                    <a:pt x="1420627" y="586913"/>
                    <a:pt x="1419483" y="587922"/>
                    <a:pt x="1419483" y="587922"/>
                  </a:cubicBezTo>
                  <a:cubicBezTo>
                    <a:pt x="1419483" y="587922"/>
                    <a:pt x="1418844" y="589301"/>
                    <a:pt x="1418608" y="589671"/>
                  </a:cubicBezTo>
                  <a:cubicBezTo>
                    <a:pt x="1418406" y="590041"/>
                    <a:pt x="1417800" y="590983"/>
                    <a:pt x="1417666" y="591252"/>
                  </a:cubicBezTo>
                  <a:cubicBezTo>
                    <a:pt x="1417531" y="591555"/>
                    <a:pt x="1416723" y="593136"/>
                    <a:pt x="1416353" y="593203"/>
                  </a:cubicBezTo>
                  <a:cubicBezTo>
                    <a:pt x="1415983" y="593271"/>
                    <a:pt x="1415041" y="594953"/>
                    <a:pt x="1414334" y="595222"/>
                  </a:cubicBezTo>
                  <a:cubicBezTo>
                    <a:pt x="1413627" y="595524"/>
                    <a:pt x="1413459" y="595222"/>
                    <a:pt x="1412449" y="594078"/>
                  </a:cubicBezTo>
                  <a:cubicBezTo>
                    <a:pt x="1411440" y="592900"/>
                    <a:pt x="1411002" y="593439"/>
                    <a:pt x="1410565" y="593271"/>
                  </a:cubicBezTo>
                  <a:cubicBezTo>
                    <a:pt x="1410127" y="593136"/>
                    <a:pt x="1409319" y="592833"/>
                    <a:pt x="1407872" y="592833"/>
                  </a:cubicBezTo>
                  <a:cubicBezTo>
                    <a:pt x="1406425" y="592833"/>
                    <a:pt x="1406795" y="592463"/>
                    <a:pt x="1406560" y="592261"/>
                  </a:cubicBezTo>
                  <a:cubicBezTo>
                    <a:pt x="1406358" y="592059"/>
                    <a:pt x="1405483" y="590310"/>
                    <a:pt x="1405483" y="590310"/>
                  </a:cubicBezTo>
                  <a:lnTo>
                    <a:pt x="1405348" y="588124"/>
                  </a:lnTo>
                  <a:lnTo>
                    <a:pt x="1405281" y="586879"/>
                  </a:lnTo>
                  <a:cubicBezTo>
                    <a:pt x="1405281" y="586879"/>
                    <a:pt x="1405146" y="585197"/>
                    <a:pt x="1405146" y="584928"/>
                  </a:cubicBezTo>
                  <a:cubicBezTo>
                    <a:pt x="1405146" y="584625"/>
                    <a:pt x="1403699" y="583683"/>
                    <a:pt x="1403463" y="583683"/>
                  </a:cubicBezTo>
                  <a:cubicBezTo>
                    <a:pt x="1403228" y="583683"/>
                    <a:pt x="1400064" y="585062"/>
                    <a:pt x="1400064" y="585062"/>
                  </a:cubicBezTo>
                  <a:cubicBezTo>
                    <a:pt x="1400064" y="585062"/>
                    <a:pt x="1399122" y="585870"/>
                    <a:pt x="1398920" y="585937"/>
                  </a:cubicBezTo>
                  <a:cubicBezTo>
                    <a:pt x="1398718" y="586004"/>
                    <a:pt x="1397237" y="586576"/>
                    <a:pt x="1396732" y="585937"/>
                  </a:cubicBezTo>
                  <a:cubicBezTo>
                    <a:pt x="1396228" y="585298"/>
                    <a:pt x="1396430" y="584793"/>
                    <a:pt x="1396430" y="584793"/>
                  </a:cubicBezTo>
                  <a:cubicBezTo>
                    <a:pt x="1396430" y="584793"/>
                    <a:pt x="1395050" y="581530"/>
                    <a:pt x="1395050" y="581160"/>
                  </a:cubicBezTo>
                  <a:cubicBezTo>
                    <a:pt x="1395050" y="580790"/>
                    <a:pt x="1394410" y="580858"/>
                    <a:pt x="1393670" y="580656"/>
                  </a:cubicBezTo>
                  <a:cubicBezTo>
                    <a:pt x="1392929" y="580454"/>
                    <a:pt x="1390473" y="580790"/>
                    <a:pt x="1390203" y="580656"/>
                  </a:cubicBezTo>
                  <a:cubicBezTo>
                    <a:pt x="1389901" y="580521"/>
                    <a:pt x="1388824" y="579714"/>
                    <a:pt x="1388756" y="579142"/>
                  </a:cubicBezTo>
                  <a:cubicBezTo>
                    <a:pt x="1388689" y="578570"/>
                    <a:pt x="1388689" y="577561"/>
                    <a:pt x="1388622" y="577191"/>
                  </a:cubicBezTo>
                  <a:cubicBezTo>
                    <a:pt x="1388554" y="576821"/>
                    <a:pt x="1388050" y="575172"/>
                    <a:pt x="1387881" y="574500"/>
                  </a:cubicBezTo>
                  <a:cubicBezTo>
                    <a:pt x="1387747" y="573860"/>
                    <a:pt x="1386804" y="570295"/>
                    <a:pt x="1386636" y="569790"/>
                  </a:cubicBezTo>
                  <a:cubicBezTo>
                    <a:pt x="1386501" y="569285"/>
                    <a:pt x="1385256" y="567973"/>
                    <a:pt x="1385054" y="567906"/>
                  </a:cubicBezTo>
                  <a:cubicBezTo>
                    <a:pt x="1384852" y="567839"/>
                    <a:pt x="1380982" y="566964"/>
                    <a:pt x="1380410" y="566964"/>
                  </a:cubicBezTo>
                  <a:cubicBezTo>
                    <a:pt x="1379838" y="566964"/>
                    <a:pt x="1377381" y="567973"/>
                    <a:pt x="1377078" y="567973"/>
                  </a:cubicBezTo>
                  <a:cubicBezTo>
                    <a:pt x="1376775" y="567973"/>
                    <a:pt x="1374621" y="568478"/>
                    <a:pt x="1374386" y="568545"/>
                  </a:cubicBezTo>
                  <a:cubicBezTo>
                    <a:pt x="1374184" y="568613"/>
                    <a:pt x="1370415" y="568680"/>
                    <a:pt x="1369674" y="568915"/>
                  </a:cubicBezTo>
                  <a:cubicBezTo>
                    <a:pt x="1368967" y="569151"/>
                    <a:pt x="1367419" y="568646"/>
                    <a:pt x="1367419" y="568646"/>
                  </a:cubicBezTo>
                  <a:lnTo>
                    <a:pt x="1366544" y="568209"/>
                  </a:lnTo>
                  <a:cubicBezTo>
                    <a:pt x="1366544" y="568209"/>
                    <a:pt x="1365467" y="566628"/>
                    <a:pt x="1365164" y="565888"/>
                  </a:cubicBezTo>
                  <a:cubicBezTo>
                    <a:pt x="1364862" y="565148"/>
                    <a:pt x="1364424" y="562860"/>
                    <a:pt x="1364357" y="562558"/>
                  </a:cubicBezTo>
                  <a:cubicBezTo>
                    <a:pt x="1364290" y="562255"/>
                    <a:pt x="1363919" y="559294"/>
                    <a:pt x="1363482" y="557983"/>
                  </a:cubicBezTo>
                  <a:cubicBezTo>
                    <a:pt x="1363044" y="556671"/>
                    <a:pt x="1363044" y="556839"/>
                    <a:pt x="1362607" y="556233"/>
                  </a:cubicBezTo>
                  <a:cubicBezTo>
                    <a:pt x="1362169" y="555661"/>
                    <a:pt x="1358400" y="551524"/>
                    <a:pt x="1358131" y="551524"/>
                  </a:cubicBezTo>
                  <a:cubicBezTo>
                    <a:pt x="1357861" y="551524"/>
                    <a:pt x="1355876" y="551827"/>
                    <a:pt x="1355607" y="551827"/>
                  </a:cubicBezTo>
                  <a:cubicBezTo>
                    <a:pt x="1355304" y="551827"/>
                    <a:pt x="1354159" y="553643"/>
                    <a:pt x="1353857" y="553778"/>
                  </a:cubicBezTo>
                  <a:cubicBezTo>
                    <a:pt x="1353554" y="553946"/>
                    <a:pt x="1352847" y="554518"/>
                    <a:pt x="1352106" y="554719"/>
                  </a:cubicBezTo>
                  <a:cubicBezTo>
                    <a:pt x="1351366" y="554921"/>
                    <a:pt x="1350020" y="555157"/>
                    <a:pt x="1348977" y="555291"/>
                  </a:cubicBezTo>
                  <a:cubicBezTo>
                    <a:pt x="1347967" y="555426"/>
                    <a:pt x="1347025" y="555594"/>
                    <a:pt x="1346789" y="555594"/>
                  </a:cubicBezTo>
                  <a:cubicBezTo>
                    <a:pt x="1346587" y="555594"/>
                    <a:pt x="1345409" y="556334"/>
                    <a:pt x="1345106" y="556233"/>
                  </a:cubicBezTo>
                  <a:cubicBezTo>
                    <a:pt x="1344803" y="556166"/>
                    <a:pt x="1343592" y="555661"/>
                    <a:pt x="1343356" y="555359"/>
                  </a:cubicBezTo>
                  <a:cubicBezTo>
                    <a:pt x="1343154" y="555056"/>
                    <a:pt x="1341775" y="553677"/>
                    <a:pt x="1341775" y="553677"/>
                  </a:cubicBezTo>
                  <a:cubicBezTo>
                    <a:pt x="1341775" y="553677"/>
                    <a:pt x="1340260" y="551591"/>
                    <a:pt x="1340024" y="551221"/>
                  </a:cubicBezTo>
                  <a:cubicBezTo>
                    <a:pt x="1339789" y="550851"/>
                    <a:pt x="1339082" y="550582"/>
                    <a:pt x="1339082" y="550582"/>
                  </a:cubicBezTo>
                  <a:cubicBezTo>
                    <a:pt x="1339082" y="550582"/>
                    <a:pt x="1335750" y="549270"/>
                    <a:pt x="1335515" y="549270"/>
                  </a:cubicBezTo>
                  <a:cubicBezTo>
                    <a:pt x="1335313" y="549270"/>
                    <a:pt x="1334438" y="549573"/>
                    <a:pt x="1334202" y="549775"/>
                  </a:cubicBezTo>
                  <a:cubicBezTo>
                    <a:pt x="1334000" y="549976"/>
                    <a:pt x="1333698" y="550582"/>
                    <a:pt x="1333698" y="550582"/>
                  </a:cubicBezTo>
                  <a:lnTo>
                    <a:pt x="1331173" y="552533"/>
                  </a:lnTo>
                  <a:lnTo>
                    <a:pt x="1329726" y="552735"/>
                  </a:lnTo>
                  <a:cubicBezTo>
                    <a:pt x="1329726" y="552735"/>
                    <a:pt x="1328717" y="551927"/>
                    <a:pt x="1327976" y="551221"/>
                  </a:cubicBezTo>
                  <a:cubicBezTo>
                    <a:pt x="1327236" y="550515"/>
                    <a:pt x="1324510" y="549135"/>
                    <a:pt x="1324510" y="549135"/>
                  </a:cubicBezTo>
                  <a:cubicBezTo>
                    <a:pt x="1324510" y="549135"/>
                    <a:pt x="1322322" y="550077"/>
                    <a:pt x="1322053" y="550380"/>
                  </a:cubicBezTo>
                  <a:cubicBezTo>
                    <a:pt x="1321750" y="550683"/>
                    <a:pt x="1320740" y="551692"/>
                    <a:pt x="1320303" y="551827"/>
                  </a:cubicBezTo>
                  <a:cubicBezTo>
                    <a:pt x="1319865" y="551961"/>
                    <a:pt x="1317981" y="553206"/>
                    <a:pt x="1317274" y="553206"/>
                  </a:cubicBezTo>
                  <a:cubicBezTo>
                    <a:pt x="1316534" y="553206"/>
                    <a:pt x="1316197" y="552264"/>
                    <a:pt x="1316197" y="552264"/>
                  </a:cubicBezTo>
                  <a:lnTo>
                    <a:pt x="1315558" y="550245"/>
                  </a:lnTo>
                  <a:cubicBezTo>
                    <a:pt x="1315558" y="550245"/>
                    <a:pt x="1314413" y="548227"/>
                    <a:pt x="1314178" y="547992"/>
                  </a:cubicBezTo>
                  <a:cubicBezTo>
                    <a:pt x="1313976" y="547790"/>
                    <a:pt x="1311721" y="545031"/>
                    <a:pt x="1310913" y="544089"/>
                  </a:cubicBezTo>
                  <a:cubicBezTo>
                    <a:pt x="1310106" y="543147"/>
                    <a:pt x="1309836" y="543215"/>
                    <a:pt x="1309163" y="542845"/>
                  </a:cubicBezTo>
                  <a:cubicBezTo>
                    <a:pt x="1308524" y="542475"/>
                    <a:pt x="1306841" y="542037"/>
                    <a:pt x="1306841" y="542037"/>
                  </a:cubicBezTo>
                  <a:cubicBezTo>
                    <a:pt x="1306841" y="542037"/>
                    <a:pt x="1301692" y="542475"/>
                    <a:pt x="1301120" y="542609"/>
                  </a:cubicBezTo>
                  <a:cubicBezTo>
                    <a:pt x="1300548" y="542744"/>
                    <a:pt x="1299538" y="543248"/>
                    <a:pt x="1299100" y="543753"/>
                  </a:cubicBezTo>
                  <a:cubicBezTo>
                    <a:pt x="1298663" y="544258"/>
                    <a:pt x="1298360" y="545199"/>
                    <a:pt x="1298226" y="545570"/>
                  </a:cubicBezTo>
                  <a:cubicBezTo>
                    <a:pt x="1298091" y="545940"/>
                    <a:pt x="1297923" y="547016"/>
                    <a:pt x="1297923" y="547016"/>
                  </a:cubicBezTo>
                  <a:cubicBezTo>
                    <a:pt x="1297923" y="547016"/>
                    <a:pt x="1296543" y="548698"/>
                    <a:pt x="1295668" y="548900"/>
                  </a:cubicBezTo>
                  <a:cubicBezTo>
                    <a:pt x="1294793" y="549102"/>
                    <a:pt x="1294860" y="548900"/>
                    <a:pt x="1294860" y="548900"/>
                  </a:cubicBezTo>
                  <a:lnTo>
                    <a:pt x="1294052" y="544560"/>
                  </a:lnTo>
                  <a:cubicBezTo>
                    <a:pt x="1294052" y="544560"/>
                    <a:pt x="1294692" y="541365"/>
                    <a:pt x="1294692" y="540927"/>
                  </a:cubicBezTo>
                  <a:cubicBezTo>
                    <a:pt x="1294692" y="540490"/>
                    <a:pt x="1294826" y="539413"/>
                    <a:pt x="1294826" y="538976"/>
                  </a:cubicBezTo>
                  <a:cubicBezTo>
                    <a:pt x="1294826" y="538539"/>
                    <a:pt x="1294894" y="536521"/>
                    <a:pt x="1294894" y="536521"/>
                  </a:cubicBezTo>
                  <a:lnTo>
                    <a:pt x="1294692" y="534569"/>
                  </a:lnTo>
                  <a:cubicBezTo>
                    <a:pt x="1294692" y="534569"/>
                    <a:pt x="1292740" y="531979"/>
                    <a:pt x="1292504" y="531878"/>
                  </a:cubicBezTo>
                  <a:cubicBezTo>
                    <a:pt x="1292302" y="531811"/>
                    <a:pt x="1289374" y="529557"/>
                    <a:pt x="1289374" y="529557"/>
                  </a:cubicBezTo>
                  <a:cubicBezTo>
                    <a:pt x="1289374" y="529557"/>
                    <a:pt x="1286345" y="528111"/>
                    <a:pt x="1285975" y="527808"/>
                  </a:cubicBezTo>
                  <a:cubicBezTo>
                    <a:pt x="1285605" y="527505"/>
                    <a:pt x="1281196" y="527572"/>
                    <a:pt x="1280893" y="527740"/>
                  </a:cubicBezTo>
                  <a:cubicBezTo>
                    <a:pt x="1280590" y="527875"/>
                    <a:pt x="1277932" y="528245"/>
                    <a:pt x="1277629" y="528245"/>
                  </a:cubicBezTo>
                  <a:cubicBezTo>
                    <a:pt x="1277326" y="528245"/>
                    <a:pt x="1276047" y="529254"/>
                    <a:pt x="1275744" y="529322"/>
                  </a:cubicBezTo>
                  <a:cubicBezTo>
                    <a:pt x="1275475" y="529389"/>
                    <a:pt x="1270158" y="530465"/>
                    <a:pt x="1269451" y="530263"/>
                  </a:cubicBezTo>
                  <a:cubicBezTo>
                    <a:pt x="1268710" y="530062"/>
                    <a:pt x="1267129" y="529456"/>
                    <a:pt x="1267129" y="529456"/>
                  </a:cubicBezTo>
                  <a:lnTo>
                    <a:pt x="1265749" y="527135"/>
                  </a:lnTo>
                  <a:lnTo>
                    <a:pt x="1266119" y="524948"/>
                  </a:lnTo>
                  <a:lnTo>
                    <a:pt x="1266119" y="523367"/>
                  </a:lnTo>
                  <a:cubicBezTo>
                    <a:pt x="1266119" y="523367"/>
                    <a:pt x="1264504" y="519028"/>
                    <a:pt x="1264066" y="518456"/>
                  </a:cubicBezTo>
                  <a:cubicBezTo>
                    <a:pt x="1263629" y="517884"/>
                    <a:pt x="1262720" y="516068"/>
                    <a:pt x="1262720" y="516068"/>
                  </a:cubicBezTo>
                  <a:cubicBezTo>
                    <a:pt x="1262720" y="516068"/>
                    <a:pt x="1259085" y="512502"/>
                    <a:pt x="1258648" y="512165"/>
                  </a:cubicBezTo>
                  <a:cubicBezTo>
                    <a:pt x="1258210" y="511795"/>
                    <a:pt x="1257705" y="511728"/>
                    <a:pt x="1256898" y="511762"/>
                  </a:cubicBezTo>
                  <a:cubicBezTo>
                    <a:pt x="1256090" y="511795"/>
                    <a:pt x="1255316" y="511795"/>
                    <a:pt x="1254878" y="511762"/>
                  </a:cubicBezTo>
                  <a:cubicBezTo>
                    <a:pt x="1254441" y="511728"/>
                    <a:pt x="1253633" y="511829"/>
                    <a:pt x="1253196" y="511728"/>
                  </a:cubicBezTo>
                  <a:cubicBezTo>
                    <a:pt x="1252758" y="511661"/>
                    <a:pt x="1249426" y="511795"/>
                    <a:pt x="1249224" y="511728"/>
                  </a:cubicBezTo>
                  <a:cubicBezTo>
                    <a:pt x="1249023" y="511661"/>
                    <a:pt x="1248720" y="511089"/>
                    <a:pt x="1248720" y="511089"/>
                  </a:cubicBezTo>
                  <a:cubicBezTo>
                    <a:pt x="1248720" y="511089"/>
                    <a:pt x="1247138" y="509340"/>
                    <a:pt x="1246700" y="509070"/>
                  </a:cubicBezTo>
                  <a:cubicBezTo>
                    <a:pt x="1246263" y="508768"/>
                    <a:pt x="1244445" y="507624"/>
                    <a:pt x="1243570" y="507119"/>
                  </a:cubicBezTo>
                  <a:cubicBezTo>
                    <a:pt x="1242695" y="506615"/>
                    <a:pt x="1242628" y="506817"/>
                    <a:pt x="1241820" y="506312"/>
                  </a:cubicBezTo>
                  <a:cubicBezTo>
                    <a:pt x="1241013" y="505807"/>
                    <a:pt x="1241013" y="504563"/>
                    <a:pt x="1240945" y="503991"/>
                  </a:cubicBezTo>
                  <a:cubicBezTo>
                    <a:pt x="1240878" y="503419"/>
                    <a:pt x="1240508" y="501973"/>
                    <a:pt x="1240508" y="501468"/>
                  </a:cubicBezTo>
                  <a:cubicBezTo>
                    <a:pt x="1240508" y="500963"/>
                    <a:pt x="1238253" y="500089"/>
                    <a:pt x="1237614" y="499584"/>
                  </a:cubicBezTo>
                  <a:cubicBezTo>
                    <a:pt x="1236974" y="499080"/>
                    <a:pt x="1236537" y="499080"/>
                    <a:pt x="1236301" y="498777"/>
                  </a:cubicBezTo>
                  <a:cubicBezTo>
                    <a:pt x="1236099" y="498474"/>
                    <a:pt x="1234147" y="496018"/>
                    <a:pt x="1233912" y="495379"/>
                  </a:cubicBezTo>
                  <a:cubicBezTo>
                    <a:pt x="1233710" y="494740"/>
                    <a:pt x="1232162" y="491847"/>
                    <a:pt x="1232162" y="491847"/>
                  </a:cubicBezTo>
                  <a:lnTo>
                    <a:pt x="1230210" y="488079"/>
                  </a:lnTo>
                  <a:lnTo>
                    <a:pt x="1229065" y="486397"/>
                  </a:lnTo>
                  <a:lnTo>
                    <a:pt x="1228190" y="484884"/>
                  </a:lnTo>
                  <a:cubicBezTo>
                    <a:pt x="1228190" y="484884"/>
                    <a:pt x="1227820" y="483504"/>
                    <a:pt x="1227686" y="483303"/>
                  </a:cubicBezTo>
                  <a:cubicBezTo>
                    <a:pt x="1227551" y="483101"/>
                    <a:pt x="1227315" y="481284"/>
                    <a:pt x="1227315" y="481284"/>
                  </a:cubicBezTo>
                  <a:lnTo>
                    <a:pt x="1225935" y="479535"/>
                  </a:lnTo>
                  <a:lnTo>
                    <a:pt x="1225363" y="479098"/>
                  </a:lnTo>
                  <a:lnTo>
                    <a:pt x="1223041" y="477584"/>
                  </a:lnTo>
                  <a:lnTo>
                    <a:pt x="1221358" y="477012"/>
                  </a:lnTo>
                  <a:lnTo>
                    <a:pt x="1220854" y="474623"/>
                  </a:lnTo>
                  <a:lnTo>
                    <a:pt x="1220854" y="473816"/>
                  </a:lnTo>
                  <a:lnTo>
                    <a:pt x="1221459" y="472874"/>
                  </a:lnTo>
                  <a:cubicBezTo>
                    <a:pt x="1221459" y="472874"/>
                    <a:pt x="1222368" y="472134"/>
                    <a:pt x="1222503" y="471932"/>
                  </a:cubicBezTo>
                  <a:cubicBezTo>
                    <a:pt x="1222637" y="471731"/>
                    <a:pt x="1222940" y="470049"/>
                    <a:pt x="1222940" y="470049"/>
                  </a:cubicBezTo>
                  <a:lnTo>
                    <a:pt x="1222806" y="468737"/>
                  </a:lnTo>
                  <a:cubicBezTo>
                    <a:pt x="1222806" y="468737"/>
                    <a:pt x="1218969" y="466415"/>
                    <a:pt x="1218094" y="465844"/>
                  </a:cubicBezTo>
                  <a:cubicBezTo>
                    <a:pt x="1217219" y="465272"/>
                    <a:pt x="1216209" y="465339"/>
                    <a:pt x="1215906" y="465272"/>
                  </a:cubicBezTo>
                  <a:cubicBezTo>
                    <a:pt x="1215603" y="465204"/>
                    <a:pt x="1213012" y="464700"/>
                    <a:pt x="1212709" y="464532"/>
                  </a:cubicBezTo>
                  <a:cubicBezTo>
                    <a:pt x="1212440" y="464397"/>
                    <a:pt x="1210757" y="464599"/>
                    <a:pt x="1209882" y="464397"/>
                  </a:cubicBezTo>
                  <a:cubicBezTo>
                    <a:pt x="1209007" y="464195"/>
                    <a:pt x="1208065" y="464834"/>
                    <a:pt x="1207358" y="465036"/>
                  </a:cubicBezTo>
                  <a:cubicBezTo>
                    <a:pt x="1206651" y="465238"/>
                    <a:pt x="1206618" y="465978"/>
                    <a:pt x="1206348" y="466045"/>
                  </a:cubicBezTo>
                  <a:cubicBezTo>
                    <a:pt x="1206046" y="466113"/>
                    <a:pt x="1204834" y="466853"/>
                    <a:pt x="1204834" y="466853"/>
                  </a:cubicBezTo>
                  <a:cubicBezTo>
                    <a:pt x="1204834" y="466853"/>
                    <a:pt x="1202815" y="467156"/>
                    <a:pt x="1202579" y="467223"/>
                  </a:cubicBezTo>
                  <a:cubicBezTo>
                    <a:pt x="1202344" y="467290"/>
                    <a:pt x="1201435" y="469107"/>
                    <a:pt x="1201435" y="469107"/>
                  </a:cubicBezTo>
                  <a:lnTo>
                    <a:pt x="1200627" y="470183"/>
                  </a:lnTo>
                  <a:cubicBezTo>
                    <a:pt x="1200627" y="470183"/>
                    <a:pt x="1199752" y="470620"/>
                    <a:pt x="1199382" y="471260"/>
                  </a:cubicBezTo>
                  <a:cubicBezTo>
                    <a:pt x="1199012" y="471899"/>
                    <a:pt x="1198137" y="472706"/>
                    <a:pt x="1197565" y="472706"/>
                  </a:cubicBezTo>
                  <a:cubicBezTo>
                    <a:pt x="1196993" y="472706"/>
                    <a:pt x="1196118" y="472504"/>
                    <a:pt x="1196118" y="472504"/>
                  </a:cubicBezTo>
                  <a:lnTo>
                    <a:pt x="1194603" y="471260"/>
                  </a:lnTo>
                  <a:lnTo>
                    <a:pt x="1192651" y="469174"/>
                  </a:lnTo>
                  <a:lnTo>
                    <a:pt x="1190699" y="468097"/>
                  </a:lnTo>
                  <a:lnTo>
                    <a:pt x="1185348" y="467660"/>
                  </a:lnTo>
                  <a:lnTo>
                    <a:pt x="1182656" y="468400"/>
                  </a:lnTo>
                  <a:lnTo>
                    <a:pt x="1180704" y="469477"/>
                  </a:lnTo>
                  <a:cubicBezTo>
                    <a:pt x="1180704" y="469477"/>
                    <a:pt x="1179055" y="470856"/>
                    <a:pt x="1178886" y="471159"/>
                  </a:cubicBezTo>
                  <a:cubicBezTo>
                    <a:pt x="1178752" y="471461"/>
                    <a:pt x="1177574" y="473244"/>
                    <a:pt x="1177372" y="473547"/>
                  </a:cubicBezTo>
                  <a:cubicBezTo>
                    <a:pt x="1177170" y="473850"/>
                    <a:pt x="1175925" y="475633"/>
                    <a:pt x="1175353" y="475868"/>
                  </a:cubicBezTo>
                  <a:cubicBezTo>
                    <a:pt x="1174781" y="476104"/>
                    <a:pt x="1174410" y="476945"/>
                    <a:pt x="1173771" y="477449"/>
                  </a:cubicBezTo>
                  <a:cubicBezTo>
                    <a:pt x="1173131" y="477954"/>
                    <a:pt x="1170372" y="478526"/>
                    <a:pt x="1170002" y="478694"/>
                  </a:cubicBezTo>
                  <a:cubicBezTo>
                    <a:pt x="1169631" y="478828"/>
                    <a:pt x="1168252" y="479198"/>
                    <a:pt x="1167107" y="479501"/>
                  </a:cubicBezTo>
                  <a:cubicBezTo>
                    <a:pt x="1165963" y="479804"/>
                    <a:pt x="1162631" y="480746"/>
                    <a:pt x="1162631" y="480746"/>
                  </a:cubicBezTo>
                  <a:lnTo>
                    <a:pt x="1159737" y="480746"/>
                  </a:lnTo>
                  <a:lnTo>
                    <a:pt x="1158290" y="478122"/>
                  </a:lnTo>
                  <a:cubicBezTo>
                    <a:pt x="1158290" y="478122"/>
                    <a:pt x="1158290" y="476810"/>
                    <a:pt x="1158290" y="476541"/>
                  </a:cubicBezTo>
                  <a:cubicBezTo>
                    <a:pt x="1158290" y="476238"/>
                    <a:pt x="1157549" y="474152"/>
                    <a:pt x="1157549" y="474152"/>
                  </a:cubicBezTo>
                  <a:cubicBezTo>
                    <a:pt x="1157549" y="474152"/>
                    <a:pt x="1151256" y="468131"/>
                    <a:pt x="1150650" y="467425"/>
                  </a:cubicBezTo>
                  <a:cubicBezTo>
                    <a:pt x="1150078" y="466685"/>
                    <a:pt x="1145568" y="462648"/>
                    <a:pt x="1145501" y="462412"/>
                  </a:cubicBezTo>
                  <a:cubicBezTo>
                    <a:pt x="1145434" y="462210"/>
                    <a:pt x="1143482" y="459654"/>
                    <a:pt x="1143246" y="459587"/>
                  </a:cubicBezTo>
                  <a:cubicBezTo>
                    <a:pt x="1143044" y="459519"/>
                    <a:pt x="1139275" y="457131"/>
                    <a:pt x="1139275" y="457131"/>
                  </a:cubicBezTo>
                  <a:lnTo>
                    <a:pt x="1133756" y="455987"/>
                  </a:lnTo>
                  <a:lnTo>
                    <a:pt x="1130121" y="453733"/>
                  </a:lnTo>
                  <a:lnTo>
                    <a:pt x="1129549" y="452421"/>
                  </a:lnTo>
                  <a:lnTo>
                    <a:pt x="1128606" y="449898"/>
                  </a:lnTo>
                  <a:lnTo>
                    <a:pt x="1126722" y="446703"/>
                  </a:lnTo>
                  <a:lnTo>
                    <a:pt x="1125914" y="444684"/>
                  </a:lnTo>
                  <a:cubicBezTo>
                    <a:pt x="1125914" y="444684"/>
                    <a:pt x="1124770" y="440614"/>
                    <a:pt x="1124534" y="440479"/>
                  </a:cubicBezTo>
                  <a:cubicBezTo>
                    <a:pt x="1124332" y="440345"/>
                    <a:pt x="1122885" y="439470"/>
                    <a:pt x="1122515" y="439235"/>
                  </a:cubicBezTo>
                  <a:cubicBezTo>
                    <a:pt x="1122145" y="438999"/>
                    <a:pt x="1120698" y="437990"/>
                    <a:pt x="1120698" y="437990"/>
                  </a:cubicBezTo>
                  <a:lnTo>
                    <a:pt x="1120327" y="436409"/>
                  </a:lnTo>
                  <a:cubicBezTo>
                    <a:pt x="1120327" y="436409"/>
                    <a:pt x="1120193" y="434895"/>
                    <a:pt x="1120193" y="434155"/>
                  </a:cubicBezTo>
                  <a:cubicBezTo>
                    <a:pt x="1120193" y="433449"/>
                    <a:pt x="1120058" y="430892"/>
                    <a:pt x="1120058" y="430623"/>
                  </a:cubicBezTo>
                  <a:cubicBezTo>
                    <a:pt x="1120058" y="430320"/>
                    <a:pt x="1119755" y="427730"/>
                    <a:pt x="1119755" y="427730"/>
                  </a:cubicBezTo>
                  <a:cubicBezTo>
                    <a:pt x="1119755" y="427730"/>
                    <a:pt x="1118241" y="424097"/>
                    <a:pt x="1118073" y="423895"/>
                  </a:cubicBezTo>
                  <a:cubicBezTo>
                    <a:pt x="1117938" y="423693"/>
                    <a:pt x="1117332" y="422953"/>
                    <a:pt x="1117332" y="422953"/>
                  </a:cubicBezTo>
                  <a:cubicBezTo>
                    <a:pt x="1117332" y="422953"/>
                    <a:pt x="1113563" y="419488"/>
                    <a:pt x="1113361" y="419320"/>
                  </a:cubicBezTo>
                  <a:cubicBezTo>
                    <a:pt x="1113159" y="419185"/>
                    <a:pt x="1111173" y="417806"/>
                    <a:pt x="1111173" y="417806"/>
                  </a:cubicBezTo>
                  <a:lnTo>
                    <a:pt x="1110164" y="415418"/>
                  </a:lnTo>
                  <a:cubicBezTo>
                    <a:pt x="1110164" y="415418"/>
                    <a:pt x="1109726" y="414543"/>
                    <a:pt x="1109356" y="413904"/>
                  </a:cubicBezTo>
                  <a:cubicBezTo>
                    <a:pt x="1108986" y="413265"/>
                    <a:pt x="1108414" y="412525"/>
                    <a:pt x="1108346" y="412323"/>
                  </a:cubicBezTo>
                  <a:cubicBezTo>
                    <a:pt x="1108279" y="412121"/>
                    <a:pt x="1106765" y="412020"/>
                    <a:pt x="1106260" y="411818"/>
                  </a:cubicBezTo>
                  <a:cubicBezTo>
                    <a:pt x="1105755" y="411583"/>
                    <a:pt x="1104745" y="411078"/>
                    <a:pt x="1103736" y="411011"/>
                  </a:cubicBezTo>
                  <a:cubicBezTo>
                    <a:pt x="1102726" y="410944"/>
                    <a:pt x="1102423" y="410506"/>
                    <a:pt x="1101346" y="410506"/>
                  </a:cubicBezTo>
                  <a:cubicBezTo>
                    <a:pt x="1100269" y="410506"/>
                    <a:pt x="1100202" y="410372"/>
                    <a:pt x="1099966" y="410136"/>
                  </a:cubicBezTo>
                  <a:cubicBezTo>
                    <a:pt x="1099764" y="409901"/>
                    <a:pt x="1098654" y="408993"/>
                    <a:pt x="1098654" y="408993"/>
                  </a:cubicBezTo>
                  <a:cubicBezTo>
                    <a:pt x="1098654" y="408993"/>
                    <a:pt x="1098654" y="406537"/>
                    <a:pt x="1098587" y="406301"/>
                  </a:cubicBezTo>
                  <a:cubicBezTo>
                    <a:pt x="1098519" y="406066"/>
                    <a:pt x="1098587" y="405730"/>
                    <a:pt x="1098587" y="405427"/>
                  </a:cubicBezTo>
                  <a:cubicBezTo>
                    <a:pt x="1098587" y="405158"/>
                    <a:pt x="1098957" y="404350"/>
                    <a:pt x="1098957" y="404350"/>
                  </a:cubicBezTo>
                  <a:cubicBezTo>
                    <a:pt x="1098957" y="404350"/>
                    <a:pt x="1099899" y="402332"/>
                    <a:pt x="1100101" y="402096"/>
                  </a:cubicBezTo>
                  <a:cubicBezTo>
                    <a:pt x="1100303" y="401895"/>
                    <a:pt x="1100808" y="401659"/>
                    <a:pt x="1100808" y="401659"/>
                  </a:cubicBezTo>
                  <a:lnTo>
                    <a:pt x="1100808" y="398631"/>
                  </a:lnTo>
                  <a:lnTo>
                    <a:pt x="1099933" y="397320"/>
                  </a:lnTo>
                  <a:lnTo>
                    <a:pt x="1098486" y="396243"/>
                  </a:lnTo>
                  <a:lnTo>
                    <a:pt x="1095457" y="394561"/>
                  </a:lnTo>
                  <a:lnTo>
                    <a:pt x="1094649" y="391601"/>
                  </a:lnTo>
                  <a:lnTo>
                    <a:pt x="1097173" y="389280"/>
                  </a:lnTo>
                  <a:cubicBezTo>
                    <a:pt x="1097173" y="389280"/>
                    <a:pt x="1097543" y="388405"/>
                    <a:pt x="1097678" y="387463"/>
                  </a:cubicBezTo>
                  <a:cubicBezTo>
                    <a:pt x="1097812" y="386521"/>
                    <a:pt x="1097913" y="384570"/>
                    <a:pt x="1097913" y="384267"/>
                  </a:cubicBezTo>
                  <a:cubicBezTo>
                    <a:pt x="1097913" y="383965"/>
                    <a:pt x="1096332" y="382182"/>
                    <a:pt x="1096029" y="381946"/>
                  </a:cubicBezTo>
                  <a:cubicBezTo>
                    <a:pt x="1095726" y="381745"/>
                    <a:pt x="1091452" y="380803"/>
                    <a:pt x="1091452" y="380803"/>
                  </a:cubicBezTo>
                  <a:lnTo>
                    <a:pt x="1087817" y="377842"/>
                  </a:lnTo>
                  <a:cubicBezTo>
                    <a:pt x="1087817" y="377842"/>
                    <a:pt x="1084182" y="372561"/>
                    <a:pt x="1083913" y="371619"/>
                  </a:cubicBezTo>
                  <a:cubicBezTo>
                    <a:pt x="1083610" y="370677"/>
                    <a:pt x="1081591" y="367145"/>
                    <a:pt x="1081591" y="367145"/>
                  </a:cubicBezTo>
                  <a:lnTo>
                    <a:pt x="1080649" y="360989"/>
                  </a:lnTo>
                  <a:lnTo>
                    <a:pt x="1080581" y="355909"/>
                  </a:lnTo>
                  <a:lnTo>
                    <a:pt x="1079706" y="349450"/>
                  </a:lnTo>
                  <a:cubicBezTo>
                    <a:pt x="1079706" y="349450"/>
                    <a:pt x="1080144" y="346759"/>
                    <a:pt x="1080783" y="345885"/>
                  </a:cubicBezTo>
                  <a:cubicBezTo>
                    <a:pt x="1081423" y="345010"/>
                    <a:pt x="1081860" y="343362"/>
                    <a:pt x="1081860" y="343059"/>
                  </a:cubicBezTo>
                  <a:cubicBezTo>
                    <a:pt x="1081860" y="342756"/>
                    <a:pt x="1083880" y="342487"/>
                    <a:pt x="1084182" y="342487"/>
                  </a:cubicBezTo>
                  <a:cubicBezTo>
                    <a:pt x="1084485" y="342487"/>
                    <a:pt x="1087884" y="344573"/>
                    <a:pt x="1088154" y="344573"/>
                  </a:cubicBezTo>
                  <a:cubicBezTo>
                    <a:pt x="1088456" y="344573"/>
                    <a:pt x="1090678" y="344203"/>
                    <a:pt x="1090981" y="344203"/>
                  </a:cubicBezTo>
                  <a:cubicBezTo>
                    <a:pt x="1091283" y="344203"/>
                    <a:pt x="1094111" y="342756"/>
                    <a:pt x="1094111" y="342756"/>
                  </a:cubicBezTo>
                  <a:cubicBezTo>
                    <a:pt x="1094111" y="342756"/>
                    <a:pt x="1095490" y="341680"/>
                    <a:pt x="1095558" y="341377"/>
                  </a:cubicBezTo>
                  <a:cubicBezTo>
                    <a:pt x="1095625" y="341074"/>
                    <a:pt x="1099260" y="339560"/>
                    <a:pt x="1099260" y="339560"/>
                  </a:cubicBezTo>
                  <a:cubicBezTo>
                    <a:pt x="1099260" y="339560"/>
                    <a:pt x="1101784" y="336936"/>
                    <a:pt x="1102019" y="336230"/>
                  </a:cubicBezTo>
                  <a:cubicBezTo>
                    <a:pt x="1102221" y="335524"/>
                    <a:pt x="1103265" y="332900"/>
                    <a:pt x="1103265" y="332900"/>
                  </a:cubicBezTo>
                  <a:lnTo>
                    <a:pt x="1102524" y="330377"/>
                  </a:lnTo>
                  <a:lnTo>
                    <a:pt x="1102524" y="327114"/>
                  </a:lnTo>
                  <a:lnTo>
                    <a:pt x="1102894" y="322909"/>
                  </a:lnTo>
                  <a:lnTo>
                    <a:pt x="1102962" y="320150"/>
                  </a:lnTo>
                  <a:lnTo>
                    <a:pt x="1102390" y="318132"/>
                  </a:lnTo>
                  <a:cubicBezTo>
                    <a:pt x="1102390" y="318132"/>
                    <a:pt x="1102591" y="314364"/>
                    <a:pt x="1102591" y="314162"/>
                  </a:cubicBezTo>
                  <a:cubicBezTo>
                    <a:pt x="1102591" y="313961"/>
                    <a:pt x="1102457" y="312077"/>
                    <a:pt x="1102457" y="311774"/>
                  </a:cubicBezTo>
                  <a:cubicBezTo>
                    <a:pt x="1102457" y="311471"/>
                    <a:pt x="1102322" y="309251"/>
                    <a:pt x="1102322" y="308948"/>
                  </a:cubicBezTo>
                  <a:cubicBezTo>
                    <a:pt x="1102322" y="308645"/>
                    <a:pt x="1102524" y="306055"/>
                    <a:pt x="1102524" y="306055"/>
                  </a:cubicBezTo>
                  <a:cubicBezTo>
                    <a:pt x="1102524" y="306055"/>
                    <a:pt x="1102524" y="304542"/>
                    <a:pt x="1102524" y="303532"/>
                  </a:cubicBezTo>
                  <a:cubicBezTo>
                    <a:pt x="1102524" y="302523"/>
                    <a:pt x="1102053" y="300337"/>
                    <a:pt x="1102053" y="299899"/>
                  </a:cubicBezTo>
                  <a:cubicBezTo>
                    <a:pt x="1102053" y="299462"/>
                    <a:pt x="1102524" y="297376"/>
                    <a:pt x="1102524" y="297376"/>
                  </a:cubicBezTo>
                  <a:lnTo>
                    <a:pt x="1102524" y="295358"/>
                  </a:lnTo>
                  <a:lnTo>
                    <a:pt x="1101447" y="293541"/>
                  </a:lnTo>
                  <a:lnTo>
                    <a:pt x="1100640" y="292095"/>
                  </a:lnTo>
                  <a:lnTo>
                    <a:pt x="1099899" y="290077"/>
                  </a:lnTo>
                  <a:lnTo>
                    <a:pt x="1098216" y="288125"/>
                  </a:lnTo>
                  <a:lnTo>
                    <a:pt x="1096837" y="287554"/>
                  </a:lnTo>
                  <a:lnTo>
                    <a:pt x="1095961" y="286679"/>
                  </a:lnTo>
                  <a:lnTo>
                    <a:pt x="1094649" y="285434"/>
                  </a:lnTo>
                  <a:lnTo>
                    <a:pt x="1094582" y="283618"/>
                  </a:lnTo>
                  <a:lnTo>
                    <a:pt x="1096029" y="281936"/>
                  </a:lnTo>
                  <a:lnTo>
                    <a:pt x="1097846" y="280119"/>
                  </a:lnTo>
                  <a:lnTo>
                    <a:pt x="1102053" y="277731"/>
                  </a:lnTo>
                  <a:lnTo>
                    <a:pt x="1108010" y="276217"/>
                  </a:lnTo>
                  <a:lnTo>
                    <a:pt x="1110534" y="271743"/>
                  </a:lnTo>
                  <a:cubicBezTo>
                    <a:pt x="1110534" y="271743"/>
                    <a:pt x="1111039" y="270936"/>
                    <a:pt x="1111274" y="270801"/>
                  </a:cubicBezTo>
                  <a:cubicBezTo>
                    <a:pt x="1111476" y="270666"/>
                    <a:pt x="1112587" y="269119"/>
                    <a:pt x="1112856" y="268850"/>
                  </a:cubicBezTo>
                  <a:cubicBezTo>
                    <a:pt x="1113159" y="268547"/>
                    <a:pt x="1113428" y="266091"/>
                    <a:pt x="1113428" y="266091"/>
                  </a:cubicBezTo>
                  <a:cubicBezTo>
                    <a:pt x="1113428" y="266091"/>
                    <a:pt x="1110736" y="263905"/>
                    <a:pt x="1109861" y="263266"/>
                  </a:cubicBezTo>
                  <a:cubicBezTo>
                    <a:pt x="1108986" y="262626"/>
                    <a:pt x="1107404" y="260238"/>
                    <a:pt x="1107269" y="260003"/>
                  </a:cubicBezTo>
                  <a:cubicBezTo>
                    <a:pt x="1107135" y="259801"/>
                    <a:pt x="1103366" y="257614"/>
                    <a:pt x="1103366" y="257614"/>
                  </a:cubicBezTo>
                  <a:lnTo>
                    <a:pt x="1101784" y="257480"/>
                  </a:lnTo>
                  <a:cubicBezTo>
                    <a:pt x="1101784" y="257480"/>
                    <a:pt x="1097072" y="258052"/>
                    <a:pt x="1095928" y="258421"/>
                  </a:cubicBezTo>
                  <a:cubicBezTo>
                    <a:pt x="1094750" y="258792"/>
                    <a:pt x="1093034" y="258421"/>
                    <a:pt x="1093034" y="258421"/>
                  </a:cubicBezTo>
                  <a:cubicBezTo>
                    <a:pt x="1093034" y="258421"/>
                    <a:pt x="1090005" y="256403"/>
                    <a:pt x="1089769" y="256403"/>
                  </a:cubicBezTo>
                  <a:cubicBezTo>
                    <a:pt x="1089567" y="256403"/>
                    <a:pt x="1086942" y="255259"/>
                    <a:pt x="1086942" y="255259"/>
                  </a:cubicBezTo>
                  <a:lnTo>
                    <a:pt x="1085360" y="252366"/>
                  </a:lnTo>
                  <a:lnTo>
                    <a:pt x="1086875" y="250987"/>
                  </a:lnTo>
                  <a:lnTo>
                    <a:pt x="1088322" y="248733"/>
                  </a:lnTo>
                  <a:lnTo>
                    <a:pt x="1089634" y="246345"/>
                  </a:lnTo>
                  <a:lnTo>
                    <a:pt x="1090644" y="242140"/>
                  </a:lnTo>
                  <a:lnTo>
                    <a:pt x="1094043" y="236354"/>
                  </a:lnTo>
                  <a:lnTo>
                    <a:pt x="1093303" y="233158"/>
                  </a:lnTo>
                  <a:lnTo>
                    <a:pt x="1087884" y="228886"/>
                  </a:lnTo>
                  <a:lnTo>
                    <a:pt x="1085360" y="222427"/>
                  </a:lnTo>
                  <a:lnTo>
                    <a:pt x="1088692" y="216910"/>
                  </a:lnTo>
                  <a:lnTo>
                    <a:pt x="1091519" y="210452"/>
                  </a:lnTo>
                  <a:lnTo>
                    <a:pt x="1094346" y="204228"/>
                  </a:lnTo>
                  <a:lnTo>
                    <a:pt x="1096668" y="201604"/>
                  </a:lnTo>
                  <a:cubicBezTo>
                    <a:pt x="1096668" y="201604"/>
                    <a:pt x="1101750" y="199720"/>
                    <a:pt x="1102019" y="199586"/>
                  </a:cubicBezTo>
                  <a:cubicBezTo>
                    <a:pt x="1102322" y="199451"/>
                    <a:pt x="1105149" y="199148"/>
                    <a:pt x="1105149" y="199148"/>
                  </a:cubicBezTo>
                  <a:lnTo>
                    <a:pt x="1107606" y="199148"/>
                  </a:lnTo>
                  <a:cubicBezTo>
                    <a:pt x="1107606" y="199148"/>
                    <a:pt x="1110366" y="200460"/>
                    <a:pt x="1110568" y="200090"/>
                  </a:cubicBezTo>
                  <a:cubicBezTo>
                    <a:pt x="1110769" y="199720"/>
                    <a:pt x="1112890" y="199788"/>
                    <a:pt x="1112890" y="199788"/>
                  </a:cubicBezTo>
                  <a:cubicBezTo>
                    <a:pt x="1112890" y="199788"/>
                    <a:pt x="1114068" y="198408"/>
                    <a:pt x="1114202" y="197769"/>
                  </a:cubicBezTo>
                  <a:cubicBezTo>
                    <a:pt x="1114337" y="197130"/>
                    <a:pt x="1114202" y="196087"/>
                    <a:pt x="1114202" y="196087"/>
                  </a:cubicBezTo>
                  <a:lnTo>
                    <a:pt x="1113462" y="192454"/>
                  </a:lnTo>
                  <a:lnTo>
                    <a:pt x="1113159" y="188989"/>
                  </a:lnTo>
                  <a:lnTo>
                    <a:pt x="1114404" y="187173"/>
                  </a:lnTo>
                  <a:lnTo>
                    <a:pt x="1119924" y="184347"/>
                  </a:lnTo>
                  <a:lnTo>
                    <a:pt x="1119924" y="180344"/>
                  </a:lnTo>
                  <a:lnTo>
                    <a:pt x="1119385" y="176778"/>
                  </a:lnTo>
                  <a:cubicBezTo>
                    <a:pt x="1119385" y="176778"/>
                    <a:pt x="1121236" y="171194"/>
                    <a:pt x="1121606" y="170992"/>
                  </a:cubicBezTo>
                  <a:cubicBezTo>
                    <a:pt x="1121977" y="170790"/>
                    <a:pt x="1123424" y="168032"/>
                    <a:pt x="1123558" y="167796"/>
                  </a:cubicBezTo>
                  <a:cubicBezTo>
                    <a:pt x="1123693" y="167594"/>
                    <a:pt x="1126453" y="164466"/>
                    <a:pt x="1126587" y="163894"/>
                  </a:cubicBezTo>
                  <a:cubicBezTo>
                    <a:pt x="1126722" y="163322"/>
                    <a:pt x="1128472" y="159992"/>
                    <a:pt x="1128472" y="159992"/>
                  </a:cubicBezTo>
                  <a:lnTo>
                    <a:pt x="1128775" y="158041"/>
                  </a:lnTo>
                  <a:lnTo>
                    <a:pt x="1125880" y="154778"/>
                  </a:lnTo>
                  <a:lnTo>
                    <a:pt x="1123121" y="151515"/>
                  </a:lnTo>
                  <a:cubicBezTo>
                    <a:pt x="1123121" y="151515"/>
                    <a:pt x="1121236" y="149934"/>
                    <a:pt x="1120799" y="149496"/>
                  </a:cubicBezTo>
                  <a:cubicBezTo>
                    <a:pt x="1120361" y="149059"/>
                    <a:pt x="1116760" y="147411"/>
                    <a:pt x="1116760" y="147411"/>
                  </a:cubicBezTo>
                  <a:lnTo>
                    <a:pt x="1112688" y="146166"/>
                  </a:lnTo>
                  <a:lnTo>
                    <a:pt x="1107539" y="145662"/>
                  </a:lnTo>
                  <a:lnTo>
                    <a:pt x="1104274" y="145022"/>
                  </a:lnTo>
                  <a:lnTo>
                    <a:pt x="1100740" y="141995"/>
                  </a:lnTo>
                  <a:lnTo>
                    <a:pt x="1099058" y="139169"/>
                  </a:lnTo>
                  <a:lnTo>
                    <a:pt x="1099058" y="133888"/>
                  </a:lnTo>
                  <a:lnTo>
                    <a:pt x="1099361" y="130322"/>
                  </a:lnTo>
                  <a:lnTo>
                    <a:pt x="1102120" y="127799"/>
                  </a:lnTo>
                  <a:lnTo>
                    <a:pt x="1105149" y="127227"/>
                  </a:lnTo>
                  <a:lnTo>
                    <a:pt x="1108279" y="126588"/>
                  </a:lnTo>
                  <a:cubicBezTo>
                    <a:pt x="1108279" y="126588"/>
                    <a:pt x="1110231" y="125646"/>
                    <a:pt x="1112048" y="125074"/>
                  </a:cubicBezTo>
                  <a:cubicBezTo>
                    <a:pt x="1113866" y="124502"/>
                    <a:pt x="1115380" y="123426"/>
                    <a:pt x="1115380" y="123426"/>
                  </a:cubicBezTo>
                  <a:lnTo>
                    <a:pt x="1118746" y="122013"/>
                  </a:lnTo>
                  <a:lnTo>
                    <a:pt x="1118174" y="121340"/>
                  </a:lnTo>
                  <a:lnTo>
                    <a:pt x="1113260" y="117472"/>
                  </a:lnTo>
                  <a:lnTo>
                    <a:pt x="1108616" y="117472"/>
                  </a:lnTo>
                  <a:lnTo>
                    <a:pt x="1101649" y="103848"/>
                  </a:lnTo>
                  <a:lnTo>
                    <a:pt x="1096433" y="102536"/>
                  </a:lnTo>
                  <a:lnTo>
                    <a:pt x="1090341" y="98331"/>
                  </a:lnTo>
                  <a:lnTo>
                    <a:pt x="1086000" y="98331"/>
                  </a:lnTo>
                  <a:lnTo>
                    <a:pt x="1079706" y="100080"/>
                  </a:lnTo>
                  <a:lnTo>
                    <a:pt x="1076442" y="92242"/>
                  </a:lnTo>
                  <a:cubicBezTo>
                    <a:pt x="1076442" y="92242"/>
                    <a:pt x="1073817" y="90223"/>
                    <a:pt x="1072672" y="90223"/>
                  </a:cubicBezTo>
                  <a:cubicBezTo>
                    <a:pt x="1071495" y="90223"/>
                    <a:pt x="1064259" y="83832"/>
                    <a:pt x="1064259" y="83832"/>
                  </a:cubicBezTo>
                  <a:lnTo>
                    <a:pt x="1060792" y="80367"/>
                  </a:lnTo>
                  <a:lnTo>
                    <a:pt x="1055576" y="78618"/>
                  </a:lnTo>
                  <a:lnTo>
                    <a:pt x="1050932" y="81813"/>
                  </a:lnTo>
                  <a:lnTo>
                    <a:pt x="1046287" y="84437"/>
                  </a:lnTo>
                  <a:lnTo>
                    <a:pt x="1040499" y="76330"/>
                  </a:lnTo>
                  <a:lnTo>
                    <a:pt x="1033263" y="70544"/>
                  </a:lnTo>
                  <a:lnTo>
                    <a:pt x="1035282" y="67348"/>
                  </a:lnTo>
                  <a:lnTo>
                    <a:pt x="1033263" y="61697"/>
                  </a:lnTo>
                  <a:lnTo>
                    <a:pt x="1025152" y="60116"/>
                  </a:lnTo>
                  <a:lnTo>
                    <a:pt x="1019936" y="60116"/>
                  </a:lnTo>
                  <a:lnTo>
                    <a:pt x="1015864" y="58367"/>
                  </a:lnTo>
                  <a:lnTo>
                    <a:pt x="1006003" y="58367"/>
                  </a:lnTo>
                  <a:lnTo>
                    <a:pt x="997017" y="56617"/>
                  </a:lnTo>
                  <a:lnTo>
                    <a:pt x="981671" y="56617"/>
                  </a:lnTo>
                  <a:lnTo>
                    <a:pt x="967771" y="56617"/>
                  </a:lnTo>
                  <a:lnTo>
                    <a:pt x="963699" y="59813"/>
                  </a:lnTo>
                  <a:lnTo>
                    <a:pt x="958617" y="58299"/>
                  </a:lnTo>
                  <a:lnTo>
                    <a:pt x="948824" y="53388"/>
                  </a:lnTo>
                  <a:lnTo>
                    <a:pt x="938963" y="50495"/>
                  </a:lnTo>
                  <a:lnTo>
                    <a:pt x="934992" y="51874"/>
                  </a:lnTo>
                  <a:lnTo>
                    <a:pt x="929943" y="47366"/>
                  </a:lnTo>
                  <a:cubicBezTo>
                    <a:pt x="929943" y="47366"/>
                    <a:pt x="930347" y="45987"/>
                    <a:pt x="930347" y="45718"/>
                  </a:cubicBezTo>
                  <a:cubicBezTo>
                    <a:pt x="930347" y="45415"/>
                    <a:pt x="930347" y="43599"/>
                    <a:pt x="930347" y="43599"/>
                  </a:cubicBezTo>
                  <a:lnTo>
                    <a:pt x="926645" y="42724"/>
                  </a:lnTo>
                  <a:lnTo>
                    <a:pt x="922506" y="42724"/>
                  </a:lnTo>
                  <a:lnTo>
                    <a:pt x="919746" y="47366"/>
                  </a:lnTo>
                  <a:cubicBezTo>
                    <a:pt x="919746" y="47366"/>
                    <a:pt x="917794" y="47804"/>
                    <a:pt x="917558" y="48073"/>
                  </a:cubicBezTo>
                  <a:cubicBezTo>
                    <a:pt x="917323" y="48376"/>
                    <a:pt x="912106" y="50024"/>
                    <a:pt x="911703" y="50091"/>
                  </a:cubicBezTo>
                  <a:cubicBezTo>
                    <a:pt x="911265" y="50159"/>
                    <a:pt x="907058" y="51168"/>
                    <a:pt x="906688" y="51403"/>
                  </a:cubicBezTo>
                  <a:cubicBezTo>
                    <a:pt x="906318" y="51605"/>
                    <a:pt x="902784" y="51538"/>
                    <a:pt x="902784" y="51538"/>
                  </a:cubicBezTo>
                  <a:lnTo>
                    <a:pt x="896322" y="52547"/>
                  </a:lnTo>
                  <a:cubicBezTo>
                    <a:pt x="896322" y="52547"/>
                    <a:pt x="887976" y="54195"/>
                    <a:pt x="887707" y="54195"/>
                  </a:cubicBezTo>
                  <a:cubicBezTo>
                    <a:pt x="887404" y="54195"/>
                    <a:pt x="882423" y="53052"/>
                    <a:pt x="882120" y="53119"/>
                  </a:cubicBezTo>
                  <a:cubicBezTo>
                    <a:pt x="881817" y="53186"/>
                    <a:pt x="876399" y="52042"/>
                    <a:pt x="876163" y="51807"/>
                  </a:cubicBezTo>
                  <a:cubicBezTo>
                    <a:pt x="875961" y="51571"/>
                    <a:pt x="874649" y="47905"/>
                    <a:pt x="872832" y="47905"/>
                  </a:cubicBezTo>
                  <a:cubicBezTo>
                    <a:pt x="871014" y="47905"/>
                    <a:pt x="865158" y="47972"/>
                    <a:pt x="864721" y="48544"/>
                  </a:cubicBezTo>
                  <a:cubicBezTo>
                    <a:pt x="864283" y="49116"/>
                    <a:pt x="860952" y="49688"/>
                    <a:pt x="859639" y="50562"/>
                  </a:cubicBezTo>
                  <a:cubicBezTo>
                    <a:pt x="858327" y="51437"/>
                    <a:pt x="854995" y="53085"/>
                    <a:pt x="854927" y="53321"/>
                  </a:cubicBezTo>
                  <a:cubicBezTo>
                    <a:pt x="854860" y="53556"/>
                    <a:pt x="851394" y="53960"/>
                    <a:pt x="851394" y="53960"/>
                  </a:cubicBezTo>
                  <a:lnTo>
                    <a:pt x="848668" y="49620"/>
                  </a:lnTo>
                  <a:lnTo>
                    <a:pt x="845841" y="47871"/>
                  </a:lnTo>
                  <a:cubicBezTo>
                    <a:pt x="845841" y="47871"/>
                    <a:pt x="842038" y="48409"/>
                    <a:pt x="841163" y="49048"/>
                  </a:cubicBezTo>
                  <a:cubicBezTo>
                    <a:pt x="840288" y="49688"/>
                    <a:pt x="837259" y="50798"/>
                    <a:pt x="836720" y="51336"/>
                  </a:cubicBezTo>
                  <a:cubicBezTo>
                    <a:pt x="836182" y="51874"/>
                    <a:pt x="834129" y="52749"/>
                    <a:pt x="832480" y="53724"/>
                  </a:cubicBezTo>
                  <a:cubicBezTo>
                    <a:pt x="830864" y="54700"/>
                    <a:pt x="830292" y="54801"/>
                    <a:pt x="828239" y="54801"/>
                  </a:cubicBezTo>
                  <a:cubicBezTo>
                    <a:pt x="826186" y="54801"/>
                    <a:pt x="821609" y="54801"/>
                    <a:pt x="821609" y="54801"/>
                  </a:cubicBezTo>
                  <a:lnTo>
                    <a:pt x="816729" y="54263"/>
                  </a:lnTo>
                  <a:cubicBezTo>
                    <a:pt x="816729" y="54263"/>
                    <a:pt x="812691" y="55036"/>
                    <a:pt x="812287" y="56012"/>
                  </a:cubicBezTo>
                  <a:cubicBezTo>
                    <a:pt x="811849" y="56987"/>
                    <a:pt x="809898" y="60149"/>
                    <a:pt x="809898" y="60149"/>
                  </a:cubicBezTo>
                  <a:lnTo>
                    <a:pt x="807172" y="65700"/>
                  </a:lnTo>
                  <a:cubicBezTo>
                    <a:pt x="807172" y="65700"/>
                    <a:pt x="804008" y="67887"/>
                    <a:pt x="803907" y="68526"/>
                  </a:cubicBezTo>
                  <a:cubicBezTo>
                    <a:pt x="803806" y="69165"/>
                    <a:pt x="802056" y="71991"/>
                    <a:pt x="802056" y="71991"/>
                  </a:cubicBezTo>
                  <a:cubicBezTo>
                    <a:pt x="802056" y="71991"/>
                    <a:pt x="800104" y="75254"/>
                    <a:pt x="800003" y="75691"/>
                  </a:cubicBezTo>
                  <a:cubicBezTo>
                    <a:pt x="799902" y="76128"/>
                    <a:pt x="798926" y="77440"/>
                    <a:pt x="798152" y="77979"/>
                  </a:cubicBezTo>
                  <a:cubicBezTo>
                    <a:pt x="797378" y="78517"/>
                    <a:pt x="794989" y="81679"/>
                    <a:pt x="794888" y="82116"/>
                  </a:cubicBezTo>
                  <a:cubicBezTo>
                    <a:pt x="794787" y="82554"/>
                    <a:pt x="792498" y="84202"/>
                    <a:pt x="791287" y="84303"/>
                  </a:cubicBezTo>
                  <a:cubicBezTo>
                    <a:pt x="790075" y="84404"/>
                    <a:pt x="788998" y="85615"/>
                    <a:pt x="788022" y="85817"/>
                  </a:cubicBezTo>
                  <a:cubicBezTo>
                    <a:pt x="787046" y="86018"/>
                    <a:pt x="786407" y="86018"/>
                    <a:pt x="785431" y="86153"/>
                  </a:cubicBezTo>
                  <a:cubicBezTo>
                    <a:pt x="784455" y="86254"/>
                    <a:pt x="781830" y="86153"/>
                    <a:pt x="780012" y="86153"/>
                  </a:cubicBezTo>
                  <a:cubicBezTo>
                    <a:pt x="778161" y="86153"/>
                    <a:pt x="774796" y="85951"/>
                    <a:pt x="773281" y="86254"/>
                  </a:cubicBezTo>
                  <a:cubicBezTo>
                    <a:pt x="771767" y="86590"/>
                    <a:pt x="768401" y="86456"/>
                    <a:pt x="766853" y="86691"/>
                  </a:cubicBezTo>
                  <a:cubicBezTo>
                    <a:pt x="765339" y="86893"/>
                    <a:pt x="761199" y="87230"/>
                    <a:pt x="761199" y="87230"/>
                  </a:cubicBezTo>
                  <a:lnTo>
                    <a:pt x="751641" y="90257"/>
                  </a:lnTo>
                  <a:lnTo>
                    <a:pt x="750564" y="92982"/>
                  </a:lnTo>
                  <a:lnTo>
                    <a:pt x="748411" y="95707"/>
                  </a:lnTo>
                  <a:cubicBezTo>
                    <a:pt x="748411" y="95707"/>
                    <a:pt x="747435" y="96682"/>
                    <a:pt x="746896" y="96918"/>
                  </a:cubicBezTo>
                  <a:cubicBezTo>
                    <a:pt x="746358" y="97153"/>
                    <a:pt x="743733" y="96817"/>
                    <a:pt x="743295" y="96817"/>
                  </a:cubicBezTo>
                  <a:cubicBezTo>
                    <a:pt x="742858" y="96817"/>
                    <a:pt x="741343" y="96480"/>
                    <a:pt x="740367" y="96379"/>
                  </a:cubicBezTo>
                  <a:cubicBezTo>
                    <a:pt x="739391" y="96279"/>
                    <a:pt x="737641" y="95168"/>
                    <a:pt x="737641" y="94731"/>
                  </a:cubicBezTo>
                  <a:cubicBezTo>
                    <a:pt x="737641" y="94294"/>
                    <a:pt x="737204" y="94395"/>
                    <a:pt x="738617" y="93520"/>
                  </a:cubicBezTo>
                  <a:cubicBezTo>
                    <a:pt x="740031" y="92645"/>
                    <a:pt x="742084" y="91569"/>
                    <a:pt x="742084" y="91569"/>
                  </a:cubicBezTo>
                  <a:lnTo>
                    <a:pt x="745011" y="88541"/>
                  </a:lnTo>
                  <a:lnTo>
                    <a:pt x="743834" y="86624"/>
                  </a:lnTo>
                  <a:cubicBezTo>
                    <a:pt x="743834" y="86624"/>
                    <a:pt x="740569" y="86119"/>
                    <a:pt x="739593" y="86119"/>
                  </a:cubicBezTo>
                  <a:cubicBezTo>
                    <a:pt x="738617" y="86119"/>
                    <a:pt x="734713" y="86119"/>
                    <a:pt x="734713" y="86119"/>
                  </a:cubicBezTo>
                  <a:cubicBezTo>
                    <a:pt x="734713" y="86119"/>
                    <a:pt x="734377" y="87196"/>
                    <a:pt x="732223" y="85245"/>
                  </a:cubicBezTo>
                  <a:cubicBezTo>
                    <a:pt x="730035" y="83294"/>
                    <a:pt x="728622" y="81780"/>
                    <a:pt x="728184" y="81443"/>
                  </a:cubicBezTo>
                  <a:cubicBezTo>
                    <a:pt x="727747" y="81107"/>
                    <a:pt x="725357" y="79257"/>
                    <a:pt x="725357" y="79257"/>
                  </a:cubicBezTo>
                  <a:cubicBezTo>
                    <a:pt x="725357" y="79257"/>
                    <a:pt x="723742" y="77306"/>
                    <a:pt x="723170" y="76431"/>
                  </a:cubicBezTo>
                  <a:cubicBezTo>
                    <a:pt x="722631" y="75556"/>
                    <a:pt x="720881" y="72966"/>
                    <a:pt x="720881" y="72966"/>
                  </a:cubicBezTo>
                  <a:cubicBezTo>
                    <a:pt x="720881" y="72966"/>
                    <a:pt x="720780" y="70914"/>
                    <a:pt x="719131" y="70241"/>
                  </a:cubicBezTo>
                  <a:cubicBezTo>
                    <a:pt x="717516" y="69602"/>
                    <a:pt x="714689" y="67214"/>
                    <a:pt x="714251" y="67416"/>
                  </a:cubicBezTo>
                  <a:cubicBezTo>
                    <a:pt x="713814" y="67651"/>
                    <a:pt x="713040" y="67315"/>
                    <a:pt x="712299" y="68728"/>
                  </a:cubicBezTo>
                  <a:cubicBezTo>
                    <a:pt x="711525" y="70141"/>
                    <a:pt x="711222" y="70376"/>
                    <a:pt x="710886" y="71318"/>
                  </a:cubicBezTo>
                  <a:cubicBezTo>
                    <a:pt x="710549" y="72294"/>
                    <a:pt x="710112" y="74346"/>
                    <a:pt x="710112" y="74783"/>
                  </a:cubicBezTo>
                  <a:cubicBezTo>
                    <a:pt x="710112" y="75220"/>
                    <a:pt x="709237" y="76835"/>
                    <a:pt x="708698" y="77407"/>
                  </a:cubicBezTo>
                  <a:cubicBezTo>
                    <a:pt x="708160" y="77945"/>
                    <a:pt x="707722" y="78281"/>
                    <a:pt x="705333" y="77844"/>
                  </a:cubicBezTo>
                  <a:cubicBezTo>
                    <a:pt x="702943" y="77407"/>
                    <a:pt x="701092" y="76767"/>
                    <a:pt x="700756" y="76767"/>
                  </a:cubicBezTo>
                  <a:cubicBezTo>
                    <a:pt x="700419" y="76767"/>
                    <a:pt x="699914" y="76532"/>
                    <a:pt x="699914" y="76532"/>
                  </a:cubicBezTo>
                  <a:lnTo>
                    <a:pt x="693284" y="76196"/>
                  </a:lnTo>
                  <a:lnTo>
                    <a:pt x="689683" y="76397"/>
                  </a:lnTo>
                  <a:cubicBezTo>
                    <a:pt x="689683" y="76397"/>
                    <a:pt x="682077" y="80401"/>
                    <a:pt x="681640" y="80535"/>
                  </a:cubicBezTo>
                  <a:cubicBezTo>
                    <a:pt x="681202" y="80636"/>
                    <a:pt x="674135" y="80737"/>
                    <a:pt x="673697" y="81073"/>
                  </a:cubicBezTo>
                  <a:cubicBezTo>
                    <a:pt x="673260" y="81410"/>
                    <a:pt x="663803" y="83798"/>
                    <a:pt x="663803" y="83798"/>
                  </a:cubicBezTo>
                  <a:cubicBezTo>
                    <a:pt x="663803" y="83798"/>
                    <a:pt x="655322" y="83025"/>
                    <a:pt x="654885" y="82688"/>
                  </a:cubicBezTo>
                  <a:cubicBezTo>
                    <a:pt x="654447" y="82385"/>
                    <a:pt x="650880" y="81612"/>
                    <a:pt x="647918" y="81713"/>
                  </a:cubicBezTo>
                  <a:cubicBezTo>
                    <a:pt x="644990" y="81813"/>
                    <a:pt x="642601" y="82049"/>
                    <a:pt x="642601" y="82049"/>
                  </a:cubicBezTo>
                  <a:lnTo>
                    <a:pt x="640413" y="84976"/>
                  </a:lnTo>
                  <a:lnTo>
                    <a:pt x="642601" y="87162"/>
                  </a:lnTo>
                  <a:lnTo>
                    <a:pt x="644654" y="90190"/>
                  </a:lnTo>
                  <a:cubicBezTo>
                    <a:pt x="644654" y="90190"/>
                    <a:pt x="645091" y="91603"/>
                    <a:pt x="644654" y="91939"/>
                  </a:cubicBezTo>
                  <a:cubicBezTo>
                    <a:pt x="644216" y="92275"/>
                    <a:pt x="641389" y="92376"/>
                    <a:pt x="640951" y="92275"/>
                  </a:cubicBezTo>
                  <a:cubicBezTo>
                    <a:pt x="640514" y="92174"/>
                    <a:pt x="636610" y="91300"/>
                    <a:pt x="635197" y="91300"/>
                  </a:cubicBezTo>
                  <a:cubicBezTo>
                    <a:pt x="633783" y="91300"/>
                    <a:pt x="631932" y="91098"/>
                    <a:pt x="629980" y="91300"/>
                  </a:cubicBezTo>
                  <a:cubicBezTo>
                    <a:pt x="628028" y="91535"/>
                    <a:pt x="626817" y="92074"/>
                    <a:pt x="624562" y="92275"/>
                  </a:cubicBezTo>
                  <a:cubicBezTo>
                    <a:pt x="622273" y="92477"/>
                    <a:pt x="623586" y="91939"/>
                    <a:pt x="620759" y="92713"/>
                  </a:cubicBezTo>
                  <a:cubicBezTo>
                    <a:pt x="617932" y="93486"/>
                    <a:pt x="616518" y="93352"/>
                    <a:pt x="616182" y="93486"/>
                  </a:cubicBezTo>
                  <a:cubicBezTo>
                    <a:pt x="615845" y="93587"/>
                    <a:pt x="613994" y="93722"/>
                    <a:pt x="612816" y="93924"/>
                  </a:cubicBezTo>
                  <a:cubicBezTo>
                    <a:pt x="611605" y="94126"/>
                    <a:pt x="609215" y="94025"/>
                    <a:pt x="608811" y="94025"/>
                  </a:cubicBezTo>
                  <a:cubicBezTo>
                    <a:pt x="608374" y="94025"/>
                    <a:pt x="605783" y="93385"/>
                    <a:pt x="605345" y="93251"/>
                  </a:cubicBezTo>
                  <a:cubicBezTo>
                    <a:pt x="604907" y="93150"/>
                    <a:pt x="601340" y="91199"/>
                    <a:pt x="601004" y="91064"/>
                  </a:cubicBezTo>
                  <a:cubicBezTo>
                    <a:pt x="600667" y="90963"/>
                    <a:pt x="598816" y="89315"/>
                    <a:pt x="598816" y="89315"/>
                  </a:cubicBezTo>
                  <a:cubicBezTo>
                    <a:pt x="598816" y="89315"/>
                    <a:pt x="596427" y="87801"/>
                    <a:pt x="595888" y="87566"/>
                  </a:cubicBezTo>
                  <a:cubicBezTo>
                    <a:pt x="595350" y="87364"/>
                    <a:pt x="591412" y="86153"/>
                    <a:pt x="591109" y="86153"/>
                  </a:cubicBezTo>
                  <a:cubicBezTo>
                    <a:pt x="590806" y="86153"/>
                    <a:pt x="586869" y="86052"/>
                    <a:pt x="586431" y="86052"/>
                  </a:cubicBezTo>
                  <a:cubicBezTo>
                    <a:pt x="585994" y="86052"/>
                    <a:pt x="582090" y="86254"/>
                    <a:pt x="582090" y="86254"/>
                  </a:cubicBezTo>
                  <a:lnTo>
                    <a:pt x="571657" y="85817"/>
                  </a:lnTo>
                  <a:cubicBezTo>
                    <a:pt x="571657" y="85817"/>
                    <a:pt x="562301" y="85278"/>
                    <a:pt x="561998" y="85278"/>
                  </a:cubicBezTo>
                  <a:cubicBezTo>
                    <a:pt x="561661" y="85278"/>
                    <a:pt x="556950" y="84639"/>
                    <a:pt x="556512" y="84639"/>
                  </a:cubicBezTo>
                  <a:cubicBezTo>
                    <a:pt x="556075" y="84639"/>
                    <a:pt x="549512" y="82688"/>
                    <a:pt x="549512" y="82688"/>
                  </a:cubicBezTo>
                  <a:lnTo>
                    <a:pt x="549512" y="79997"/>
                  </a:lnTo>
                  <a:lnTo>
                    <a:pt x="547897" y="75658"/>
                  </a:lnTo>
                  <a:cubicBezTo>
                    <a:pt x="547897" y="75658"/>
                    <a:pt x="544531" y="73269"/>
                    <a:pt x="544195" y="73168"/>
                  </a:cubicBezTo>
                  <a:cubicBezTo>
                    <a:pt x="543858" y="73067"/>
                    <a:pt x="539954" y="72394"/>
                    <a:pt x="539954" y="72394"/>
                  </a:cubicBezTo>
                  <a:cubicBezTo>
                    <a:pt x="539954" y="72394"/>
                    <a:pt x="537329" y="71957"/>
                    <a:pt x="537026" y="71957"/>
                  </a:cubicBezTo>
                  <a:cubicBezTo>
                    <a:pt x="536690" y="71957"/>
                    <a:pt x="533762" y="71856"/>
                    <a:pt x="533324" y="71856"/>
                  </a:cubicBezTo>
                  <a:cubicBezTo>
                    <a:pt x="532887" y="71856"/>
                    <a:pt x="525180" y="71318"/>
                    <a:pt x="525180" y="71318"/>
                  </a:cubicBezTo>
                  <a:cubicBezTo>
                    <a:pt x="525180" y="71318"/>
                    <a:pt x="521814" y="69905"/>
                    <a:pt x="521377" y="69905"/>
                  </a:cubicBezTo>
                  <a:cubicBezTo>
                    <a:pt x="520939" y="69905"/>
                    <a:pt x="516160" y="68055"/>
                    <a:pt x="516160" y="68055"/>
                  </a:cubicBezTo>
                  <a:lnTo>
                    <a:pt x="514107" y="66205"/>
                  </a:lnTo>
                  <a:lnTo>
                    <a:pt x="511920" y="64792"/>
                  </a:lnTo>
                  <a:lnTo>
                    <a:pt x="510405" y="62942"/>
                  </a:lnTo>
                  <a:lnTo>
                    <a:pt x="509766" y="60217"/>
                  </a:lnTo>
                  <a:lnTo>
                    <a:pt x="508352" y="56416"/>
                  </a:lnTo>
                  <a:lnTo>
                    <a:pt x="506064" y="52715"/>
                  </a:lnTo>
                  <a:lnTo>
                    <a:pt x="506064" y="48712"/>
                  </a:lnTo>
                  <a:lnTo>
                    <a:pt x="507376" y="45684"/>
                  </a:lnTo>
                  <a:lnTo>
                    <a:pt x="507814" y="40369"/>
                  </a:lnTo>
                  <a:lnTo>
                    <a:pt x="508352" y="36030"/>
                  </a:lnTo>
                  <a:lnTo>
                    <a:pt x="507713" y="33843"/>
                  </a:lnTo>
                  <a:lnTo>
                    <a:pt x="505324" y="32094"/>
                  </a:lnTo>
                  <a:lnTo>
                    <a:pt x="500646" y="28495"/>
                  </a:lnTo>
                  <a:cubicBezTo>
                    <a:pt x="500646" y="28495"/>
                    <a:pt x="498357" y="27183"/>
                    <a:pt x="498021" y="27082"/>
                  </a:cubicBezTo>
                  <a:cubicBezTo>
                    <a:pt x="497684" y="26981"/>
                    <a:pt x="495530" y="26409"/>
                    <a:pt x="495093" y="27082"/>
                  </a:cubicBezTo>
                  <a:cubicBezTo>
                    <a:pt x="494655" y="27721"/>
                    <a:pt x="492804" y="27957"/>
                    <a:pt x="492602" y="28394"/>
                  </a:cubicBezTo>
                  <a:cubicBezTo>
                    <a:pt x="492400" y="28831"/>
                    <a:pt x="491391" y="30244"/>
                    <a:pt x="491290" y="30580"/>
                  </a:cubicBezTo>
                  <a:cubicBezTo>
                    <a:pt x="491189" y="30917"/>
                    <a:pt x="490314" y="32430"/>
                    <a:pt x="490314" y="32430"/>
                  </a:cubicBezTo>
                  <a:lnTo>
                    <a:pt x="487386" y="32767"/>
                  </a:lnTo>
                  <a:lnTo>
                    <a:pt x="482708" y="31690"/>
                  </a:lnTo>
                  <a:lnTo>
                    <a:pt x="478804" y="29066"/>
                  </a:lnTo>
                  <a:lnTo>
                    <a:pt x="476212" y="25703"/>
                  </a:lnTo>
                  <a:lnTo>
                    <a:pt x="475438" y="24626"/>
                  </a:lnTo>
                  <a:lnTo>
                    <a:pt x="472611" y="22776"/>
                  </a:lnTo>
                  <a:lnTo>
                    <a:pt x="470323" y="21027"/>
                  </a:lnTo>
                  <a:lnTo>
                    <a:pt x="466621" y="19614"/>
                  </a:lnTo>
                  <a:cubicBezTo>
                    <a:pt x="466621" y="19614"/>
                    <a:pt x="462044" y="18941"/>
                    <a:pt x="461505" y="19076"/>
                  </a:cubicBezTo>
                  <a:cubicBezTo>
                    <a:pt x="460967" y="19176"/>
                    <a:pt x="458241" y="19378"/>
                    <a:pt x="456726" y="19076"/>
                  </a:cubicBezTo>
                  <a:cubicBezTo>
                    <a:pt x="455212" y="18773"/>
                    <a:pt x="453260" y="19277"/>
                    <a:pt x="452284" y="19076"/>
                  </a:cubicBezTo>
                  <a:cubicBezTo>
                    <a:pt x="451308" y="18874"/>
                    <a:pt x="449356" y="18537"/>
                    <a:pt x="448818" y="18975"/>
                  </a:cubicBezTo>
                  <a:cubicBezTo>
                    <a:pt x="448279" y="19412"/>
                    <a:pt x="446967" y="20825"/>
                    <a:pt x="446967" y="21262"/>
                  </a:cubicBezTo>
                  <a:cubicBezTo>
                    <a:pt x="446967" y="21699"/>
                    <a:pt x="446967" y="22675"/>
                    <a:pt x="446967" y="22675"/>
                  </a:cubicBezTo>
                  <a:lnTo>
                    <a:pt x="449995" y="25265"/>
                  </a:lnTo>
                  <a:lnTo>
                    <a:pt x="450197" y="26342"/>
                  </a:lnTo>
                  <a:cubicBezTo>
                    <a:pt x="450197" y="26342"/>
                    <a:pt x="449760" y="26779"/>
                    <a:pt x="449423" y="27216"/>
                  </a:cubicBezTo>
                  <a:cubicBezTo>
                    <a:pt x="449087" y="27654"/>
                    <a:pt x="447034" y="28865"/>
                    <a:pt x="446933" y="29403"/>
                  </a:cubicBezTo>
                  <a:cubicBezTo>
                    <a:pt x="446832" y="29941"/>
                    <a:pt x="446293" y="30277"/>
                    <a:pt x="445957" y="30614"/>
                  </a:cubicBezTo>
                  <a:cubicBezTo>
                    <a:pt x="445620" y="30950"/>
                    <a:pt x="445183" y="31152"/>
                    <a:pt x="444442" y="31489"/>
                  </a:cubicBezTo>
                  <a:cubicBezTo>
                    <a:pt x="443668" y="31825"/>
                    <a:pt x="441514" y="32700"/>
                    <a:pt x="441514" y="32700"/>
                  </a:cubicBezTo>
                  <a:lnTo>
                    <a:pt x="439865" y="33137"/>
                  </a:lnTo>
                  <a:lnTo>
                    <a:pt x="438014" y="34112"/>
                  </a:lnTo>
                  <a:cubicBezTo>
                    <a:pt x="438014" y="34112"/>
                    <a:pt x="436264" y="34550"/>
                    <a:pt x="435288" y="34886"/>
                  </a:cubicBezTo>
                  <a:cubicBezTo>
                    <a:pt x="434312" y="35223"/>
                    <a:pt x="431687" y="35525"/>
                    <a:pt x="430812" y="35660"/>
                  </a:cubicBezTo>
                  <a:cubicBezTo>
                    <a:pt x="429937" y="35761"/>
                    <a:pt x="427985" y="36097"/>
                    <a:pt x="427985" y="36097"/>
                  </a:cubicBezTo>
                  <a:cubicBezTo>
                    <a:pt x="427985" y="36097"/>
                    <a:pt x="427110" y="37510"/>
                    <a:pt x="426235" y="37947"/>
                  </a:cubicBezTo>
                  <a:cubicBezTo>
                    <a:pt x="425360" y="38385"/>
                    <a:pt x="421658" y="39461"/>
                    <a:pt x="421658" y="39798"/>
                  </a:cubicBezTo>
                  <a:cubicBezTo>
                    <a:pt x="421658" y="40134"/>
                    <a:pt x="419908" y="41749"/>
                    <a:pt x="419605" y="42085"/>
                  </a:cubicBezTo>
                  <a:cubicBezTo>
                    <a:pt x="419269" y="42422"/>
                    <a:pt x="417115" y="45449"/>
                    <a:pt x="417115" y="45449"/>
                  </a:cubicBezTo>
                  <a:lnTo>
                    <a:pt x="415802" y="47736"/>
                  </a:lnTo>
                  <a:lnTo>
                    <a:pt x="413312" y="49048"/>
                  </a:lnTo>
                  <a:cubicBezTo>
                    <a:pt x="413312" y="49048"/>
                    <a:pt x="409172" y="50360"/>
                    <a:pt x="408735" y="50360"/>
                  </a:cubicBezTo>
                  <a:cubicBezTo>
                    <a:pt x="408297" y="50360"/>
                    <a:pt x="403081" y="50360"/>
                    <a:pt x="402643" y="50562"/>
                  </a:cubicBezTo>
                  <a:cubicBezTo>
                    <a:pt x="402206" y="50764"/>
                    <a:pt x="399615" y="50764"/>
                    <a:pt x="398605" y="51000"/>
                  </a:cubicBezTo>
                  <a:cubicBezTo>
                    <a:pt x="397629" y="51201"/>
                    <a:pt x="395576" y="50798"/>
                    <a:pt x="394364" y="51201"/>
                  </a:cubicBezTo>
                  <a:cubicBezTo>
                    <a:pt x="393153" y="51639"/>
                    <a:pt x="390763" y="51302"/>
                    <a:pt x="390326" y="51302"/>
                  </a:cubicBezTo>
                  <a:cubicBezTo>
                    <a:pt x="389888" y="51302"/>
                    <a:pt x="385883" y="51403"/>
                    <a:pt x="385883" y="51403"/>
                  </a:cubicBezTo>
                  <a:cubicBezTo>
                    <a:pt x="385883" y="51403"/>
                    <a:pt x="382181" y="49452"/>
                    <a:pt x="381744" y="49217"/>
                  </a:cubicBezTo>
                  <a:cubicBezTo>
                    <a:pt x="381306" y="48981"/>
                    <a:pt x="374037" y="48678"/>
                    <a:pt x="374037" y="48678"/>
                  </a:cubicBezTo>
                  <a:lnTo>
                    <a:pt x="368619" y="45853"/>
                  </a:lnTo>
                  <a:lnTo>
                    <a:pt x="368619" y="41816"/>
                  </a:lnTo>
                  <a:lnTo>
                    <a:pt x="367104" y="38889"/>
                  </a:lnTo>
                  <a:lnTo>
                    <a:pt x="364378" y="35189"/>
                  </a:lnTo>
                  <a:cubicBezTo>
                    <a:pt x="364378" y="35189"/>
                    <a:pt x="360912" y="33137"/>
                    <a:pt x="360474" y="32901"/>
                  </a:cubicBezTo>
                  <a:cubicBezTo>
                    <a:pt x="360037" y="32700"/>
                    <a:pt x="353844" y="30849"/>
                    <a:pt x="353844" y="30849"/>
                  </a:cubicBezTo>
                  <a:lnTo>
                    <a:pt x="350681" y="30513"/>
                  </a:lnTo>
                  <a:lnTo>
                    <a:pt x="345666" y="28999"/>
                  </a:lnTo>
                  <a:lnTo>
                    <a:pt x="339036" y="25837"/>
                  </a:lnTo>
                  <a:cubicBezTo>
                    <a:pt x="339036" y="25837"/>
                    <a:pt x="338834" y="24963"/>
                    <a:pt x="338397" y="24525"/>
                  </a:cubicBezTo>
                  <a:cubicBezTo>
                    <a:pt x="337959" y="24088"/>
                    <a:pt x="335233" y="21800"/>
                    <a:pt x="335233" y="21800"/>
                  </a:cubicBezTo>
                  <a:lnTo>
                    <a:pt x="332070" y="19311"/>
                  </a:lnTo>
                  <a:lnTo>
                    <a:pt x="329478" y="19513"/>
                  </a:lnTo>
                  <a:lnTo>
                    <a:pt x="328603" y="21363"/>
                  </a:lnTo>
                  <a:lnTo>
                    <a:pt x="328603" y="22675"/>
                  </a:lnTo>
                  <a:lnTo>
                    <a:pt x="329243" y="25837"/>
                  </a:lnTo>
                  <a:cubicBezTo>
                    <a:pt x="329243" y="25837"/>
                    <a:pt x="329579" y="25938"/>
                    <a:pt x="328603" y="26611"/>
                  </a:cubicBezTo>
                  <a:cubicBezTo>
                    <a:pt x="327627" y="27250"/>
                    <a:pt x="325675" y="27586"/>
                    <a:pt x="325675" y="27586"/>
                  </a:cubicBezTo>
                  <a:cubicBezTo>
                    <a:pt x="325675" y="27586"/>
                    <a:pt x="324901" y="28225"/>
                    <a:pt x="324464" y="28225"/>
                  </a:cubicBezTo>
                  <a:cubicBezTo>
                    <a:pt x="324026" y="28225"/>
                    <a:pt x="321637" y="28764"/>
                    <a:pt x="321199" y="28764"/>
                  </a:cubicBezTo>
                  <a:cubicBezTo>
                    <a:pt x="320762" y="28764"/>
                    <a:pt x="319012" y="28764"/>
                    <a:pt x="319012" y="28764"/>
                  </a:cubicBezTo>
                  <a:lnTo>
                    <a:pt x="312045" y="23550"/>
                  </a:lnTo>
                  <a:lnTo>
                    <a:pt x="309016" y="20623"/>
                  </a:lnTo>
                  <a:lnTo>
                    <a:pt x="303901" y="17259"/>
                  </a:lnTo>
                  <a:lnTo>
                    <a:pt x="299559" y="13693"/>
                  </a:lnTo>
                  <a:lnTo>
                    <a:pt x="295319" y="10430"/>
                  </a:lnTo>
                  <a:lnTo>
                    <a:pt x="291718" y="8143"/>
                  </a:lnTo>
                  <a:lnTo>
                    <a:pt x="289026" y="5317"/>
                  </a:lnTo>
                  <a:lnTo>
                    <a:pt x="288487" y="3265"/>
                  </a:lnTo>
                  <a:lnTo>
                    <a:pt x="287713" y="1583"/>
                  </a:lnTo>
                  <a:cubicBezTo>
                    <a:pt x="287713" y="1583"/>
                    <a:pt x="285324" y="977"/>
                    <a:pt x="284886" y="977"/>
                  </a:cubicBezTo>
                  <a:cubicBezTo>
                    <a:pt x="284449" y="977"/>
                    <a:pt x="282497" y="977"/>
                    <a:pt x="282497" y="977"/>
                  </a:cubicBezTo>
                  <a:cubicBezTo>
                    <a:pt x="282497" y="977"/>
                    <a:pt x="280982" y="-536"/>
                    <a:pt x="279468" y="204"/>
                  </a:cubicBezTo>
                  <a:cubicBezTo>
                    <a:pt x="277953" y="977"/>
                    <a:pt x="277617" y="843"/>
                    <a:pt x="276304" y="1078"/>
                  </a:cubicBezTo>
                  <a:cubicBezTo>
                    <a:pt x="274992" y="1280"/>
                    <a:pt x="275227" y="742"/>
                    <a:pt x="273275" y="1617"/>
                  </a:cubicBezTo>
                  <a:cubicBezTo>
                    <a:pt x="271323" y="2491"/>
                    <a:pt x="270650" y="2491"/>
                    <a:pt x="269270" y="3130"/>
                  </a:cubicBezTo>
                  <a:cubicBezTo>
                    <a:pt x="267857" y="3770"/>
                    <a:pt x="266679" y="3669"/>
                    <a:pt x="265905" y="4207"/>
                  </a:cubicBezTo>
                  <a:cubicBezTo>
                    <a:pt x="265131" y="4745"/>
                    <a:pt x="263313" y="3971"/>
                    <a:pt x="262304" y="4981"/>
                  </a:cubicBezTo>
                  <a:cubicBezTo>
                    <a:pt x="261328" y="5956"/>
                    <a:pt x="260251" y="5620"/>
                    <a:pt x="259813" y="6494"/>
                  </a:cubicBezTo>
                  <a:cubicBezTo>
                    <a:pt x="259376" y="7369"/>
                    <a:pt x="257659" y="9085"/>
                    <a:pt x="257760" y="9522"/>
                  </a:cubicBezTo>
                  <a:cubicBezTo>
                    <a:pt x="257861" y="9959"/>
                    <a:pt x="257323" y="11910"/>
                    <a:pt x="257323" y="11910"/>
                  </a:cubicBezTo>
                  <a:lnTo>
                    <a:pt x="257323" y="15712"/>
                  </a:lnTo>
                  <a:lnTo>
                    <a:pt x="258400" y="18739"/>
                  </a:lnTo>
                  <a:lnTo>
                    <a:pt x="258063" y="20926"/>
                  </a:lnTo>
                  <a:lnTo>
                    <a:pt x="257289" y="22137"/>
                  </a:lnTo>
                  <a:cubicBezTo>
                    <a:pt x="257289" y="22137"/>
                    <a:pt x="254126" y="24727"/>
                    <a:pt x="253688" y="24963"/>
                  </a:cubicBezTo>
                  <a:cubicBezTo>
                    <a:pt x="253251" y="25198"/>
                    <a:pt x="253587" y="25602"/>
                    <a:pt x="251635" y="26174"/>
                  </a:cubicBezTo>
                  <a:cubicBezTo>
                    <a:pt x="249683" y="26712"/>
                    <a:pt x="248371" y="27486"/>
                    <a:pt x="247731" y="28125"/>
                  </a:cubicBezTo>
                  <a:cubicBezTo>
                    <a:pt x="247092" y="28764"/>
                    <a:pt x="245140" y="29201"/>
                    <a:pt x="245140" y="29201"/>
                  </a:cubicBezTo>
                  <a:cubicBezTo>
                    <a:pt x="245140" y="29201"/>
                    <a:pt x="243289" y="30177"/>
                    <a:pt x="243289" y="30614"/>
                  </a:cubicBezTo>
                  <a:cubicBezTo>
                    <a:pt x="243289" y="31051"/>
                    <a:pt x="241976" y="33877"/>
                    <a:pt x="241976" y="34314"/>
                  </a:cubicBezTo>
                  <a:cubicBezTo>
                    <a:pt x="241976" y="34752"/>
                    <a:pt x="237399" y="36703"/>
                    <a:pt x="237097" y="36938"/>
                  </a:cubicBezTo>
                  <a:cubicBezTo>
                    <a:pt x="236760" y="37140"/>
                    <a:pt x="234707" y="37476"/>
                    <a:pt x="234270" y="38250"/>
                  </a:cubicBezTo>
                  <a:cubicBezTo>
                    <a:pt x="233832" y="39024"/>
                    <a:pt x="230029" y="42590"/>
                    <a:pt x="230029" y="42590"/>
                  </a:cubicBezTo>
                  <a:lnTo>
                    <a:pt x="228178" y="45180"/>
                  </a:lnTo>
                  <a:cubicBezTo>
                    <a:pt x="228178" y="45180"/>
                    <a:pt x="225149" y="48342"/>
                    <a:pt x="223837" y="48544"/>
                  </a:cubicBezTo>
                  <a:cubicBezTo>
                    <a:pt x="222524" y="48746"/>
                    <a:pt x="216231" y="48712"/>
                    <a:pt x="215894" y="48914"/>
                  </a:cubicBezTo>
                  <a:cubicBezTo>
                    <a:pt x="215558" y="49149"/>
                    <a:pt x="212966" y="49620"/>
                    <a:pt x="212529" y="49620"/>
                  </a:cubicBezTo>
                  <a:cubicBezTo>
                    <a:pt x="212091" y="49620"/>
                    <a:pt x="207750" y="49620"/>
                    <a:pt x="207750" y="49620"/>
                  </a:cubicBezTo>
                  <a:lnTo>
                    <a:pt x="203711" y="53220"/>
                  </a:lnTo>
                  <a:cubicBezTo>
                    <a:pt x="203711" y="53220"/>
                    <a:pt x="200884" y="55272"/>
                    <a:pt x="200548" y="56382"/>
                  </a:cubicBezTo>
                  <a:cubicBezTo>
                    <a:pt x="200211" y="57458"/>
                    <a:pt x="197081" y="61226"/>
                    <a:pt x="197081" y="61226"/>
                  </a:cubicBezTo>
                  <a:cubicBezTo>
                    <a:pt x="197081" y="61226"/>
                    <a:pt x="191966" y="60856"/>
                    <a:pt x="190990" y="61226"/>
                  </a:cubicBezTo>
                  <a:cubicBezTo>
                    <a:pt x="190014" y="61596"/>
                    <a:pt x="178268" y="61932"/>
                    <a:pt x="178268" y="61932"/>
                  </a:cubicBezTo>
                  <a:lnTo>
                    <a:pt x="174028" y="61831"/>
                  </a:lnTo>
                  <a:lnTo>
                    <a:pt x="170427" y="60957"/>
                  </a:lnTo>
                  <a:lnTo>
                    <a:pt x="165749" y="61831"/>
                  </a:lnTo>
                  <a:lnTo>
                    <a:pt x="162518" y="61831"/>
                  </a:lnTo>
                  <a:cubicBezTo>
                    <a:pt x="162518" y="61831"/>
                    <a:pt x="158816" y="65633"/>
                    <a:pt x="158076" y="65969"/>
                  </a:cubicBezTo>
                  <a:cubicBezTo>
                    <a:pt x="157302" y="66306"/>
                    <a:pt x="153835" y="68156"/>
                    <a:pt x="153196" y="68694"/>
                  </a:cubicBezTo>
                  <a:cubicBezTo>
                    <a:pt x="152556" y="69232"/>
                    <a:pt x="150369" y="70746"/>
                    <a:pt x="150369" y="70746"/>
                  </a:cubicBezTo>
                  <a:lnTo>
                    <a:pt x="147003" y="72260"/>
                  </a:lnTo>
                  <a:lnTo>
                    <a:pt x="141787" y="71923"/>
                  </a:lnTo>
                  <a:cubicBezTo>
                    <a:pt x="141787" y="71923"/>
                    <a:pt x="138085" y="71823"/>
                    <a:pt x="137782" y="72024"/>
                  </a:cubicBezTo>
                  <a:cubicBezTo>
                    <a:pt x="137445" y="72226"/>
                    <a:pt x="130815" y="72226"/>
                    <a:pt x="130815" y="72226"/>
                  </a:cubicBezTo>
                  <a:lnTo>
                    <a:pt x="125700" y="73303"/>
                  </a:lnTo>
                  <a:lnTo>
                    <a:pt x="120685" y="73202"/>
                  </a:lnTo>
                  <a:lnTo>
                    <a:pt x="120147" y="77676"/>
                  </a:lnTo>
                  <a:cubicBezTo>
                    <a:pt x="120147" y="77676"/>
                    <a:pt x="118229" y="78988"/>
                    <a:pt x="117926" y="79190"/>
                  </a:cubicBezTo>
                  <a:cubicBezTo>
                    <a:pt x="117589" y="79425"/>
                    <a:pt x="112978" y="82789"/>
                    <a:pt x="112978" y="82789"/>
                  </a:cubicBezTo>
                  <a:lnTo>
                    <a:pt x="112978" y="85278"/>
                  </a:lnTo>
                  <a:cubicBezTo>
                    <a:pt x="112978" y="85278"/>
                    <a:pt x="110252" y="87230"/>
                    <a:pt x="109950" y="87330"/>
                  </a:cubicBezTo>
                  <a:cubicBezTo>
                    <a:pt x="109613" y="87431"/>
                    <a:pt x="108873" y="88306"/>
                    <a:pt x="108435" y="88642"/>
                  </a:cubicBezTo>
                  <a:cubicBezTo>
                    <a:pt x="107998" y="88979"/>
                    <a:pt x="107459" y="89820"/>
                    <a:pt x="106685" y="90156"/>
                  </a:cubicBezTo>
                  <a:cubicBezTo>
                    <a:pt x="105911" y="90492"/>
                    <a:pt x="103959" y="91132"/>
                    <a:pt x="103959" y="91132"/>
                  </a:cubicBezTo>
                  <a:lnTo>
                    <a:pt x="100358" y="92511"/>
                  </a:lnTo>
                  <a:lnTo>
                    <a:pt x="95882" y="93217"/>
                  </a:lnTo>
                  <a:cubicBezTo>
                    <a:pt x="95882" y="93217"/>
                    <a:pt x="92685" y="93957"/>
                    <a:pt x="91978" y="94092"/>
                  </a:cubicBezTo>
                  <a:cubicBezTo>
                    <a:pt x="91238" y="94226"/>
                    <a:pt x="88209" y="94529"/>
                    <a:pt x="88209" y="94529"/>
                  </a:cubicBezTo>
                  <a:lnTo>
                    <a:pt x="85314" y="95101"/>
                  </a:lnTo>
                  <a:lnTo>
                    <a:pt x="82723" y="95404"/>
                  </a:lnTo>
                  <a:lnTo>
                    <a:pt x="81713" y="96413"/>
                  </a:lnTo>
                  <a:lnTo>
                    <a:pt x="82285" y="99609"/>
                  </a:lnTo>
                  <a:lnTo>
                    <a:pt x="82588" y="103814"/>
                  </a:lnTo>
                  <a:lnTo>
                    <a:pt x="84776" y="108019"/>
                  </a:lnTo>
                  <a:cubicBezTo>
                    <a:pt x="84776" y="108019"/>
                    <a:pt x="85213" y="109768"/>
                    <a:pt x="85348" y="110777"/>
                  </a:cubicBezTo>
                  <a:cubicBezTo>
                    <a:pt x="85483" y="111786"/>
                    <a:pt x="85651" y="116731"/>
                    <a:pt x="85651" y="116731"/>
                  </a:cubicBezTo>
                  <a:lnTo>
                    <a:pt x="85213" y="124973"/>
                  </a:lnTo>
                  <a:lnTo>
                    <a:pt x="81747" y="129010"/>
                  </a:lnTo>
                  <a:lnTo>
                    <a:pt x="81747" y="133921"/>
                  </a:lnTo>
                  <a:cubicBezTo>
                    <a:pt x="81747" y="133921"/>
                    <a:pt x="79862" y="135233"/>
                    <a:pt x="79559" y="135670"/>
                  </a:cubicBezTo>
                  <a:cubicBezTo>
                    <a:pt x="79257" y="136108"/>
                    <a:pt x="76665" y="137992"/>
                    <a:pt x="76531" y="138429"/>
                  </a:cubicBezTo>
                  <a:cubicBezTo>
                    <a:pt x="76396" y="138866"/>
                    <a:pt x="75016" y="141457"/>
                    <a:pt x="74848" y="141894"/>
                  </a:cubicBezTo>
                  <a:cubicBezTo>
                    <a:pt x="74713" y="142331"/>
                    <a:pt x="73030" y="144652"/>
                    <a:pt x="73030" y="145224"/>
                  </a:cubicBezTo>
                  <a:cubicBezTo>
                    <a:pt x="73030" y="145796"/>
                    <a:pt x="73030" y="147848"/>
                    <a:pt x="73030" y="147848"/>
                  </a:cubicBezTo>
                  <a:lnTo>
                    <a:pt x="73030" y="153062"/>
                  </a:lnTo>
                  <a:cubicBezTo>
                    <a:pt x="73030" y="153062"/>
                    <a:pt x="76665" y="160598"/>
                    <a:pt x="76800" y="161169"/>
                  </a:cubicBezTo>
                  <a:cubicBezTo>
                    <a:pt x="76934" y="161741"/>
                    <a:pt x="83329" y="175365"/>
                    <a:pt x="83329" y="175365"/>
                  </a:cubicBezTo>
                  <a:lnTo>
                    <a:pt x="85516" y="179268"/>
                  </a:lnTo>
                  <a:lnTo>
                    <a:pt x="86526" y="183472"/>
                  </a:lnTo>
                  <a:lnTo>
                    <a:pt x="87536" y="188687"/>
                  </a:lnTo>
                  <a:lnTo>
                    <a:pt x="88983" y="192892"/>
                  </a:lnTo>
                  <a:lnTo>
                    <a:pt x="89689" y="194641"/>
                  </a:lnTo>
                  <a:cubicBezTo>
                    <a:pt x="89689" y="194641"/>
                    <a:pt x="91271" y="197534"/>
                    <a:pt x="91877" y="198106"/>
                  </a:cubicBezTo>
                  <a:cubicBezTo>
                    <a:pt x="92449" y="198678"/>
                    <a:pt x="97968" y="204632"/>
                    <a:pt x="97968" y="204632"/>
                  </a:cubicBezTo>
                  <a:lnTo>
                    <a:pt x="99483" y="206818"/>
                  </a:lnTo>
                  <a:lnTo>
                    <a:pt x="100863" y="209577"/>
                  </a:lnTo>
                  <a:lnTo>
                    <a:pt x="100863" y="212201"/>
                  </a:lnTo>
                  <a:cubicBezTo>
                    <a:pt x="100863" y="212201"/>
                    <a:pt x="99719" y="215396"/>
                    <a:pt x="98978" y="216540"/>
                  </a:cubicBezTo>
                  <a:cubicBezTo>
                    <a:pt x="98238" y="217684"/>
                    <a:pt x="97666" y="220880"/>
                    <a:pt x="97228" y="221317"/>
                  </a:cubicBezTo>
                  <a:cubicBezTo>
                    <a:pt x="96791" y="221754"/>
                    <a:pt x="95916" y="223638"/>
                    <a:pt x="95916" y="223638"/>
                  </a:cubicBezTo>
                  <a:cubicBezTo>
                    <a:pt x="95916" y="223638"/>
                    <a:pt x="95343" y="226094"/>
                    <a:pt x="95343" y="226666"/>
                  </a:cubicBezTo>
                  <a:cubicBezTo>
                    <a:pt x="95343" y="227238"/>
                    <a:pt x="96353" y="232014"/>
                    <a:pt x="96925" y="233192"/>
                  </a:cubicBezTo>
                  <a:cubicBezTo>
                    <a:pt x="97497" y="234336"/>
                    <a:pt x="98372" y="239718"/>
                    <a:pt x="98372" y="240424"/>
                  </a:cubicBezTo>
                  <a:cubicBezTo>
                    <a:pt x="98372" y="241164"/>
                    <a:pt x="98675" y="243620"/>
                    <a:pt x="97632" y="244629"/>
                  </a:cubicBezTo>
                  <a:cubicBezTo>
                    <a:pt x="96622" y="245638"/>
                    <a:pt x="95613" y="246076"/>
                    <a:pt x="95613" y="246076"/>
                  </a:cubicBezTo>
                  <a:lnTo>
                    <a:pt x="95613" y="246950"/>
                  </a:lnTo>
                  <a:lnTo>
                    <a:pt x="95613" y="250415"/>
                  </a:lnTo>
                  <a:cubicBezTo>
                    <a:pt x="95613" y="250415"/>
                    <a:pt x="95310" y="252871"/>
                    <a:pt x="94872" y="253308"/>
                  </a:cubicBezTo>
                  <a:cubicBezTo>
                    <a:pt x="94435" y="253746"/>
                    <a:pt x="93863" y="257648"/>
                    <a:pt x="93863" y="257648"/>
                  </a:cubicBezTo>
                  <a:lnTo>
                    <a:pt x="94166" y="260541"/>
                  </a:lnTo>
                  <a:cubicBezTo>
                    <a:pt x="94166" y="260541"/>
                    <a:pt x="94603" y="262425"/>
                    <a:pt x="94166" y="262727"/>
                  </a:cubicBezTo>
                  <a:cubicBezTo>
                    <a:pt x="93728" y="263030"/>
                    <a:pt x="93425" y="265351"/>
                    <a:pt x="93425" y="265351"/>
                  </a:cubicBezTo>
                  <a:lnTo>
                    <a:pt x="93291" y="267370"/>
                  </a:lnTo>
                  <a:cubicBezTo>
                    <a:pt x="93291" y="267370"/>
                    <a:pt x="93156" y="269556"/>
                    <a:pt x="91978" y="270566"/>
                  </a:cubicBezTo>
                  <a:cubicBezTo>
                    <a:pt x="90834" y="271575"/>
                    <a:pt x="90093" y="273593"/>
                    <a:pt x="89521" y="274198"/>
                  </a:cubicBezTo>
                  <a:cubicBezTo>
                    <a:pt x="88949" y="274771"/>
                    <a:pt x="87334" y="276217"/>
                    <a:pt x="87334" y="276217"/>
                  </a:cubicBezTo>
                  <a:cubicBezTo>
                    <a:pt x="87334" y="276217"/>
                    <a:pt x="85887" y="277226"/>
                    <a:pt x="84305" y="278841"/>
                  </a:cubicBezTo>
                  <a:cubicBezTo>
                    <a:pt x="82723" y="280422"/>
                    <a:pt x="80670" y="281734"/>
                    <a:pt x="80670" y="281734"/>
                  </a:cubicBezTo>
                  <a:lnTo>
                    <a:pt x="78079" y="283483"/>
                  </a:lnTo>
                  <a:lnTo>
                    <a:pt x="75117" y="284190"/>
                  </a:lnTo>
                  <a:lnTo>
                    <a:pt x="73030" y="287654"/>
                  </a:lnTo>
                  <a:lnTo>
                    <a:pt x="73030" y="288664"/>
                  </a:lnTo>
                  <a:lnTo>
                    <a:pt x="72155" y="289975"/>
                  </a:lnTo>
                  <a:lnTo>
                    <a:pt x="70641" y="290682"/>
                  </a:lnTo>
                  <a:cubicBezTo>
                    <a:pt x="70641" y="290682"/>
                    <a:pt x="69160" y="292801"/>
                    <a:pt x="69127" y="293003"/>
                  </a:cubicBezTo>
                  <a:cubicBezTo>
                    <a:pt x="69059" y="293239"/>
                    <a:pt x="66737" y="293810"/>
                    <a:pt x="66535" y="293945"/>
                  </a:cubicBezTo>
                  <a:cubicBezTo>
                    <a:pt x="66300" y="294046"/>
                    <a:pt x="65828" y="294113"/>
                    <a:pt x="64482" y="294382"/>
                  </a:cubicBezTo>
                  <a:cubicBezTo>
                    <a:pt x="63136" y="294651"/>
                    <a:pt x="60948" y="294147"/>
                    <a:pt x="60343" y="294382"/>
                  </a:cubicBezTo>
                  <a:cubicBezTo>
                    <a:pt x="59737" y="294584"/>
                    <a:pt x="58727" y="294113"/>
                    <a:pt x="58727" y="294113"/>
                  </a:cubicBezTo>
                  <a:cubicBezTo>
                    <a:pt x="58727" y="294113"/>
                    <a:pt x="55900" y="293508"/>
                    <a:pt x="55732" y="293676"/>
                  </a:cubicBezTo>
                  <a:cubicBezTo>
                    <a:pt x="55564" y="293844"/>
                    <a:pt x="52568" y="292431"/>
                    <a:pt x="51592" y="291826"/>
                  </a:cubicBezTo>
                  <a:cubicBezTo>
                    <a:pt x="50616" y="291220"/>
                    <a:pt x="46746" y="288933"/>
                    <a:pt x="46713" y="288731"/>
                  </a:cubicBezTo>
                  <a:cubicBezTo>
                    <a:pt x="46645" y="288529"/>
                    <a:pt x="47049" y="288630"/>
                    <a:pt x="46006" y="286813"/>
                  </a:cubicBezTo>
                  <a:cubicBezTo>
                    <a:pt x="44963" y="285031"/>
                    <a:pt x="43414" y="282508"/>
                    <a:pt x="43246" y="281667"/>
                  </a:cubicBezTo>
                  <a:cubicBezTo>
                    <a:pt x="43078" y="280792"/>
                    <a:pt x="42203" y="278033"/>
                    <a:pt x="42203" y="277226"/>
                  </a:cubicBezTo>
                  <a:cubicBezTo>
                    <a:pt x="42203" y="276419"/>
                    <a:pt x="42136" y="275208"/>
                    <a:pt x="42203" y="274468"/>
                  </a:cubicBezTo>
                  <a:cubicBezTo>
                    <a:pt x="42270" y="273694"/>
                    <a:pt x="42136" y="273156"/>
                    <a:pt x="42809" y="272416"/>
                  </a:cubicBezTo>
                  <a:cubicBezTo>
                    <a:pt x="43448" y="271676"/>
                    <a:pt x="44054" y="271339"/>
                    <a:pt x="44761" y="270397"/>
                  </a:cubicBezTo>
                  <a:cubicBezTo>
                    <a:pt x="45467" y="269489"/>
                    <a:pt x="45804" y="269321"/>
                    <a:pt x="45804" y="268715"/>
                  </a:cubicBezTo>
                  <a:cubicBezTo>
                    <a:pt x="45804" y="268110"/>
                    <a:pt x="44054" y="266327"/>
                    <a:pt x="44054" y="264544"/>
                  </a:cubicBezTo>
                  <a:cubicBezTo>
                    <a:pt x="44054" y="262761"/>
                    <a:pt x="44390" y="259397"/>
                    <a:pt x="44390" y="259061"/>
                  </a:cubicBezTo>
                  <a:cubicBezTo>
                    <a:pt x="44390" y="258724"/>
                    <a:pt x="43448" y="256134"/>
                    <a:pt x="43448" y="256134"/>
                  </a:cubicBezTo>
                  <a:lnTo>
                    <a:pt x="43515" y="253510"/>
                  </a:lnTo>
                  <a:cubicBezTo>
                    <a:pt x="43515" y="253510"/>
                    <a:pt x="41934" y="250987"/>
                    <a:pt x="41698" y="250819"/>
                  </a:cubicBezTo>
                  <a:cubicBezTo>
                    <a:pt x="41496" y="250684"/>
                    <a:pt x="39679" y="248363"/>
                    <a:pt x="39376" y="248296"/>
                  </a:cubicBezTo>
                  <a:cubicBezTo>
                    <a:pt x="39073" y="248229"/>
                    <a:pt x="37289" y="249372"/>
                    <a:pt x="37054" y="249440"/>
                  </a:cubicBezTo>
                  <a:cubicBezTo>
                    <a:pt x="36818" y="249507"/>
                    <a:pt x="34664" y="251458"/>
                    <a:pt x="34361" y="251626"/>
                  </a:cubicBezTo>
                  <a:cubicBezTo>
                    <a:pt x="34058" y="251761"/>
                    <a:pt x="33419" y="252131"/>
                    <a:pt x="32914" y="252636"/>
                  </a:cubicBezTo>
                  <a:cubicBezTo>
                    <a:pt x="32409" y="253140"/>
                    <a:pt x="31905" y="253577"/>
                    <a:pt x="30727" y="253880"/>
                  </a:cubicBezTo>
                  <a:cubicBezTo>
                    <a:pt x="29582" y="254183"/>
                    <a:pt x="26890" y="252736"/>
                    <a:pt x="26890" y="252736"/>
                  </a:cubicBezTo>
                  <a:cubicBezTo>
                    <a:pt x="26890" y="252736"/>
                    <a:pt x="24635" y="253241"/>
                    <a:pt x="24366" y="253308"/>
                  </a:cubicBezTo>
                  <a:cubicBezTo>
                    <a:pt x="24063" y="253376"/>
                    <a:pt x="19351" y="253813"/>
                    <a:pt x="19351" y="253813"/>
                  </a:cubicBezTo>
                  <a:lnTo>
                    <a:pt x="16020" y="254957"/>
                  </a:lnTo>
                  <a:cubicBezTo>
                    <a:pt x="16020" y="254957"/>
                    <a:pt x="14135" y="258926"/>
                    <a:pt x="13697" y="259431"/>
                  </a:cubicBezTo>
                  <a:cubicBezTo>
                    <a:pt x="13260" y="259935"/>
                    <a:pt x="10938" y="261819"/>
                    <a:pt x="10870" y="262391"/>
                  </a:cubicBezTo>
                  <a:cubicBezTo>
                    <a:pt x="10803" y="262963"/>
                    <a:pt x="9524" y="266596"/>
                    <a:pt x="9524" y="266596"/>
                  </a:cubicBezTo>
                  <a:lnTo>
                    <a:pt x="8683" y="272685"/>
                  </a:lnTo>
                  <a:lnTo>
                    <a:pt x="8683" y="276520"/>
                  </a:lnTo>
                  <a:lnTo>
                    <a:pt x="6933" y="283315"/>
                  </a:lnTo>
                  <a:lnTo>
                    <a:pt x="6933" y="288664"/>
                  </a:lnTo>
                  <a:cubicBezTo>
                    <a:pt x="6933" y="288664"/>
                    <a:pt x="4476" y="291691"/>
                    <a:pt x="3904" y="292869"/>
                  </a:cubicBezTo>
                  <a:cubicBezTo>
                    <a:pt x="3332" y="294012"/>
                    <a:pt x="1716" y="298957"/>
                    <a:pt x="1716" y="298957"/>
                  </a:cubicBezTo>
                  <a:lnTo>
                    <a:pt x="2457" y="303028"/>
                  </a:lnTo>
                  <a:cubicBezTo>
                    <a:pt x="2457" y="303028"/>
                    <a:pt x="4207" y="308545"/>
                    <a:pt x="4779" y="309116"/>
                  </a:cubicBezTo>
                  <a:cubicBezTo>
                    <a:pt x="5351" y="309688"/>
                    <a:pt x="6361" y="314331"/>
                    <a:pt x="6361" y="314331"/>
                  </a:cubicBezTo>
                  <a:lnTo>
                    <a:pt x="8380" y="320554"/>
                  </a:lnTo>
                  <a:lnTo>
                    <a:pt x="12284" y="325196"/>
                  </a:lnTo>
                  <a:cubicBezTo>
                    <a:pt x="12284" y="325196"/>
                    <a:pt x="14471" y="327383"/>
                    <a:pt x="15481" y="327955"/>
                  </a:cubicBezTo>
                  <a:cubicBezTo>
                    <a:pt x="16491" y="328527"/>
                    <a:pt x="17366" y="328998"/>
                    <a:pt x="17366" y="328998"/>
                  </a:cubicBezTo>
                  <a:lnTo>
                    <a:pt x="19553" y="330747"/>
                  </a:lnTo>
                  <a:lnTo>
                    <a:pt x="21169" y="333371"/>
                  </a:lnTo>
                  <a:lnTo>
                    <a:pt x="21068" y="335860"/>
                  </a:lnTo>
                  <a:lnTo>
                    <a:pt x="20092" y="336835"/>
                  </a:lnTo>
                  <a:lnTo>
                    <a:pt x="15952" y="342252"/>
                  </a:lnTo>
                  <a:cubicBezTo>
                    <a:pt x="15952" y="342252"/>
                    <a:pt x="14202" y="342891"/>
                    <a:pt x="14101" y="343227"/>
                  </a:cubicBezTo>
                  <a:cubicBezTo>
                    <a:pt x="14000" y="343563"/>
                    <a:pt x="12688" y="345178"/>
                    <a:pt x="12688" y="345178"/>
                  </a:cubicBezTo>
                  <a:cubicBezTo>
                    <a:pt x="12688" y="345178"/>
                    <a:pt x="12250" y="347466"/>
                    <a:pt x="12048" y="347903"/>
                  </a:cubicBezTo>
                  <a:cubicBezTo>
                    <a:pt x="11846" y="348340"/>
                    <a:pt x="10971" y="350191"/>
                    <a:pt x="10971" y="350191"/>
                  </a:cubicBezTo>
                  <a:cubicBezTo>
                    <a:pt x="10971" y="350191"/>
                    <a:pt x="9659" y="351603"/>
                    <a:pt x="9659" y="352142"/>
                  </a:cubicBezTo>
                  <a:cubicBezTo>
                    <a:pt x="9659" y="352680"/>
                    <a:pt x="9322" y="354194"/>
                    <a:pt x="9322" y="354194"/>
                  </a:cubicBezTo>
                  <a:cubicBezTo>
                    <a:pt x="9322" y="354194"/>
                    <a:pt x="9120" y="356582"/>
                    <a:pt x="9120" y="356918"/>
                  </a:cubicBezTo>
                  <a:cubicBezTo>
                    <a:pt x="9120" y="357255"/>
                    <a:pt x="9894" y="359946"/>
                    <a:pt x="10197" y="360081"/>
                  </a:cubicBezTo>
                  <a:cubicBezTo>
                    <a:pt x="10534" y="360181"/>
                    <a:pt x="11611" y="363007"/>
                    <a:pt x="11611" y="363007"/>
                  </a:cubicBezTo>
                  <a:lnTo>
                    <a:pt x="12923" y="365631"/>
                  </a:lnTo>
                  <a:lnTo>
                    <a:pt x="12048" y="372157"/>
                  </a:lnTo>
                  <a:lnTo>
                    <a:pt x="11409" y="374983"/>
                  </a:lnTo>
                  <a:lnTo>
                    <a:pt x="10769" y="376497"/>
                  </a:lnTo>
                  <a:lnTo>
                    <a:pt x="7168" y="380836"/>
                  </a:lnTo>
                  <a:lnTo>
                    <a:pt x="6529" y="384436"/>
                  </a:lnTo>
                  <a:cubicBezTo>
                    <a:pt x="6529" y="384436"/>
                    <a:pt x="5116" y="387800"/>
                    <a:pt x="4880" y="388338"/>
                  </a:cubicBezTo>
                  <a:cubicBezTo>
                    <a:pt x="4678" y="388876"/>
                    <a:pt x="3365" y="390625"/>
                    <a:pt x="3130" y="391063"/>
                  </a:cubicBezTo>
                  <a:cubicBezTo>
                    <a:pt x="2928" y="391500"/>
                    <a:pt x="2356" y="392240"/>
                    <a:pt x="1615" y="393451"/>
                  </a:cubicBezTo>
                  <a:cubicBezTo>
                    <a:pt x="841" y="394662"/>
                    <a:pt x="0" y="396916"/>
                    <a:pt x="0" y="399002"/>
                  </a:cubicBezTo>
                  <a:cubicBezTo>
                    <a:pt x="0" y="401054"/>
                    <a:pt x="0" y="403442"/>
                    <a:pt x="0" y="403442"/>
                  </a:cubicBezTo>
                  <a:cubicBezTo>
                    <a:pt x="0" y="403442"/>
                    <a:pt x="2389" y="406705"/>
                    <a:pt x="3904" y="408017"/>
                  </a:cubicBezTo>
                  <a:cubicBezTo>
                    <a:pt x="5418" y="409329"/>
                    <a:pt x="8481" y="412592"/>
                    <a:pt x="9558" y="413567"/>
                  </a:cubicBezTo>
                  <a:cubicBezTo>
                    <a:pt x="10635" y="414543"/>
                    <a:pt x="11846" y="415956"/>
                    <a:pt x="11846" y="415956"/>
                  </a:cubicBezTo>
                  <a:cubicBezTo>
                    <a:pt x="11846" y="415956"/>
                    <a:pt x="12923" y="417571"/>
                    <a:pt x="13058" y="418681"/>
                  </a:cubicBezTo>
                  <a:cubicBezTo>
                    <a:pt x="13159" y="419757"/>
                    <a:pt x="13058" y="423996"/>
                    <a:pt x="13058" y="424433"/>
                  </a:cubicBezTo>
                  <a:cubicBezTo>
                    <a:pt x="13058" y="424871"/>
                    <a:pt x="12082" y="429311"/>
                    <a:pt x="12082" y="429311"/>
                  </a:cubicBezTo>
                  <a:lnTo>
                    <a:pt x="12520" y="433886"/>
                  </a:lnTo>
                  <a:cubicBezTo>
                    <a:pt x="12520" y="433886"/>
                    <a:pt x="12856" y="436476"/>
                    <a:pt x="12856" y="436913"/>
                  </a:cubicBezTo>
                  <a:cubicBezTo>
                    <a:pt x="12856" y="437351"/>
                    <a:pt x="13630" y="440378"/>
                    <a:pt x="13731" y="440715"/>
                  </a:cubicBezTo>
                  <a:cubicBezTo>
                    <a:pt x="13832" y="441051"/>
                    <a:pt x="15919" y="443103"/>
                    <a:pt x="16121" y="443978"/>
                  </a:cubicBezTo>
                  <a:cubicBezTo>
                    <a:pt x="16322" y="444852"/>
                    <a:pt x="18173" y="446602"/>
                    <a:pt x="20024" y="448015"/>
                  </a:cubicBezTo>
                  <a:cubicBezTo>
                    <a:pt x="21875" y="449427"/>
                    <a:pt x="24029" y="450403"/>
                    <a:pt x="24164" y="450739"/>
                  </a:cubicBezTo>
                  <a:cubicBezTo>
                    <a:pt x="24265" y="451076"/>
                    <a:pt x="26015" y="452354"/>
                    <a:pt x="26015" y="452354"/>
                  </a:cubicBezTo>
                  <a:lnTo>
                    <a:pt x="28404" y="453431"/>
                  </a:lnTo>
                  <a:lnTo>
                    <a:pt x="31669" y="455920"/>
                  </a:lnTo>
                  <a:cubicBezTo>
                    <a:pt x="31669" y="455920"/>
                    <a:pt x="33082" y="456895"/>
                    <a:pt x="33857" y="457232"/>
                  </a:cubicBezTo>
                  <a:cubicBezTo>
                    <a:pt x="34631" y="457568"/>
                    <a:pt x="36145" y="457972"/>
                    <a:pt x="37020" y="457232"/>
                  </a:cubicBezTo>
                  <a:cubicBezTo>
                    <a:pt x="37895" y="456458"/>
                    <a:pt x="38535" y="455045"/>
                    <a:pt x="38669" y="454608"/>
                  </a:cubicBezTo>
                  <a:cubicBezTo>
                    <a:pt x="38770" y="454171"/>
                    <a:pt x="39309" y="452993"/>
                    <a:pt x="39746" y="452859"/>
                  </a:cubicBezTo>
                  <a:cubicBezTo>
                    <a:pt x="40184" y="452758"/>
                    <a:pt x="40722" y="452320"/>
                    <a:pt x="40722" y="452320"/>
                  </a:cubicBezTo>
                  <a:cubicBezTo>
                    <a:pt x="40722" y="452320"/>
                    <a:pt x="44761" y="453195"/>
                    <a:pt x="45164" y="453397"/>
                  </a:cubicBezTo>
                  <a:cubicBezTo>
                    <a:pt x="45602" y="453599"/>
                    <a:pt x="47217" y="454911"/>
                    <a:pt x="48092" y="455684"/>
                  </a:cubicBezTo>
                  <a:cubicBezTo>
                    <a:pt x="48967" y="456458"/>
                    <a:pt x="49741" y="457534"/>
                    <a:pt x="51357" y="458948"/>
                  </a:cubicBezTo>
                  <a:cubicBezTo>
                    <a:pt x="52972" y="460360"/>
                    <a:pt x="55496" y="461773"/>
                    <a:pt x="55496" y="461773"/>
                  </a:cubicBezTo>
                  <a:lnTo>
                    <a:pt x="56809" y="462547"/>
                  </a:lnTo>
                  <a:cubicBezTo>
                    <a:pt x="56809" y="462547"/>
                    <a:pt x="60847" y="465474"/>
                    <a:pt x="61689" y="466012"/>
                  </a:cubicBezTo>
                  <a:cubicBezTo>
                    <a:pt x="62564" y="466550"/>
                    <a:pt x="61150" y="466113"/>
                    <a:pt x="63876" y="466651"/>
                  </a:cubicBezTo>
                  <a:cubicBezTo>
                    <a:pt x="66602" y="467189"/>
                    <a:pt x="69867" y="468602"/>
                    <a:pt x="69867" y="468602"/>
                  </a:cubicBezTo>
                  <a:cubicBezTo>
                    <a:pt x="69867" y="468602"/>
                    <a:pt x="73030" y="470015"/>
                    <a:pt x="73905" y="470553"/>
                  </a:cubicBezTo>
                  <a:cubicBezTo>
                    <a:pt x="74780" y="471091"/>
                    <a:pt x="77506" y="473581"/>
                    <a:pt x="77506" y="473581"/>
                  </a:cubicBezTo>
                  <a:lnTo>
                    <a:pt x="79257" y="476171"/>
                  </a:lnTo>
                  <a:lnTo>
                    <a:pt x="80031" y="479198"/>
                  </a:lnTo>
                  <a:lnTo>
                    <a:pt x="81781" y="482462"/>
                  </a:lnTo>
                  <a:cubicBezTo>
                    <a:pt x="81781" y="482462"/>
                    <a:pt x="82656" y="484648"/>
                    <a:pt x="82757" y="485085"/>
                  </a:cubicBezTo>
                  <a:cubicBezTo>
                    <a:pt x="82858" y="485523"/>
                    <a:pt x="84372" y="489761"/>
                    <a:pt x="84372" y="489761"/>
                  </a:cubicBezTo>
                  <a:lnTo>
                    <a:pt x="85987" y="493798"/>
                  </a:lnTo>
                  <a:lnTo>
                    <a:pt x="87939" y="495985"/>
                  </a:lnTo>
                  <a:lnTo>
                    <a:pt x="89891" y="499012"/>
                  </a:lnTo>
                  <a:lnTo>
                    <a:pt x="92180" y="503352"/>
                  </a:lnTo>
                  <a:cubicBezTo>
                    <a:pt x="92180" y="503352"/>
                    <a:pt x="92281" y="503991"/>
                    <a:pt x="93055" y="505303"/>
                  </a:cubicBezTo>
                  <a:cubicBezTo>
                    <a:pt x="93829" y="506615"/>
                    <a:pt x="96858" y="512266"/>
                    <a:pt x="97194" y="513242"/>
                  </a:cubicBezTo>
                  <a:cubicBezTo>
                    <a:pt x="97531" y="514217"/>
                    <a:pt x="97834" y="515630"/>
                    <a:pt x="98507" y="516606"/>
                  </a:cubicBezTo>
                  <a:cubicBezTo>
                    <a:pt x="99146" y="517581"/>
                    <a:pt x="101334" y="518792"/>
                    <a:pt x="101570" y="519230"/>
                  </a:cubicBezTo>
                  <a:cubicBezTo>
                    <a:pt x="101771" y="519667"/>
                    <a:pt x="102445" y="521282"/>
                    <a:pt x="102747" y="521719"/>
                  </a:cubicBezTo>
                  <a:cubicBezTo>
                    <a:pt x="103084" y="522156"/>
                    <a:pt x="108839" y="526933"/>
                    <a:pt x="108839" y="526933"/>
                  </a:cubicBezTo>
                  <a:lnTo>
                    <a:pt x="113079" y="531710"/>
                  </a:lnTo>
                  <a:lnTo>
                    <a:pt x="117858" y="535309"/>
                  </a:lnTo>
                  <a:lnTo>
                    <a:pt x="121998" y="539010"/>
                  </a:lnTo>
                  <a:lnTo>
                    <a:pt x="129402" y="544123"/>
                  </a:lnTo>
                  <a:lnTo>
                    <a:pt x="134181" y="547487"/>
                  </a:lnTo>
                  <a:lnTo>
                    <a:pt x="137445" y="551187"/>
                  </a:lnTo>
                  <a:lnTo>
                    <a:pt x="144412" y="557377"/>
                  </a:lnTo>
                  <a:lnTo>
                    <a:pt x="147878" y="560741"/>
                  </a:lnTo>
                  <a:lnTo>
                    <a:pt x="151244" y="565753"/>
                  </a:lnTo>
                  <a:lnTo>
                    <a:pt x="153431" y="570766"/>
                  </a:lnTo>
                  <a:lnTo>
                    <a:pt x="158008" y="574802"/>
                  </a:lnTo>
                  <a:lnTo>
                    <a:pt x="159085" y="575442"/>
                  </a:lnTo>
                  <a:lnTo>
                    <a:pt x="161138" y="578772"/>
                  </a:lnTo>
                  <a:lnTo>
                    <a:pt x="163090" y="579916"/>
                  </a:lnTo>
                  <a:lnTo>
                    <a:pt x="166220" y="579916"/>
                  </a:lnTo>
                  <a:lnTo>
                    <a:pt x="167095" y="580992"/>
                  </a:lnTo>
                  <a:lnTo>
                    <a:pt x="170124" y="584591"/>
                  </a:lnTo>
                  <a:lnTo>
                    <a:pt x="170360" y="586879"/>
                  </a:lnTo>
                  <a:lnTo>
                    <a:pt x="170561" y="589166"/>
                  </a:lnTo>
                  <a:cubicBezTo>
                    <a:pt x="170561" y="589166"/>
                    <a:pt x="170797" y="590478"/>
                    <a:pt x="170662" y="590916"/>
                  </a:cubicBezTo>
                  <a:cubicBezTo>
                    <a:pt x="170561" y="591353"/>
                    <a:pt x="170561" y="593842"/>
                    <a:pt x="170561" y="593842"/>
                  </a:cubicBezTo>
                  <a:lnTo>
                    <a:pt x="170561" y="596466"/>
                  </a:lnTo>
                  <a:cubicBezTo>
                    <a:pt x="170561" y="596466"/>
                    <a:pt x="170662" y="599494"/>
                    <a:pt x="170797" y="600267"/>
                  </a:cubicBezTo>
                  <a:cubicBezTo>
                    <a:pt x="170898" y="601008"/>
                    <a:pt x="171571" y="601680"/>
                    <a:pt x="171874" y="602757"/>
                  </a:cubicBezTo>
                  <a:cubicBezTo>
                    <a:pt x="172211" y="603833"/>
                    <a:pt x="172749" y="604170"/>
                    <a:pt x="172951" y="604809"/>
                  </a:cubicBezTo>
                  <a:cubicBezTo>
                    <a:pt x="173153" y="605448"/>
                    <a:pt x="174028" y="606995"/>
                    <a:pt x="174129" y="607635"/>
                  </a:cubicBezTo>
                  <a:cubicBezTo>
                    <a:pt x="174230" y="608274"/>
                    <a:pt x="174903" y="609586"/>
                    <a:pt x="175206" y="610225"/>
                  </a:cubicBezTo>
                  <a:cubicBezTo>
                    <a:pt x="175542" y="610864"/>
                    <a:pt x="176182" y="612512"/>
                    <a:pt x="176182" y="612512"/>
                  </a:cubicBezTo>
                  <a:cubicBezTo>
                    <a:pt x="176182" y="612512"/>
                    <a:pt x="176821" y="613690"/>
                    <a:pt x="177393" y="614026"/>
                  </a:cubicBezTo>
                  <a:cubicBezTo>
                    <a:pt x="177932" y="614362"/>
                    <a:pt x="177595" y="614564"/>
                    <a:pt x="178470" y="614564"/>
                  </a:cubicBezTo>
                  <a:cubicBezTo>
                    <a:pt x="179345" y="614564"/>
                    <a:pt x="180321" y="614228"/>
                    <a:pt x="180961" y="614564"/>
                  </a:cubicBezTo>
                  <a:cubicBezTo>
                    <a:pt x="181600" y="614901"/>
                    <a:pt x="183014" y="615203"/>
                    <a:pt x="183014" y="615203"/>
                  </a:cubicBezTo>
                  <a:cubicBezTo>
                    <a:pt x="183014" y="615203"/>
                    <a:pt x="184865" y="615405"/>
                    <a:pt x="185504" y="615203"/>
                  </a:cubicBezTo>
                  <a:cubicBezTo>
                    <a:pt x="186144" y="615002"/>
                    <a:pt x="187557" y="614665"/>
                    <a:pt x="187557" y="614665"/>
                  </a:cubicBezTo>
                  <a:cubicBezTo>
                    <a:pt x="187557" y="614665"/>
                    <a:pt x="187456" y="615540"/>
                    <a:pt x="188331" y="614463"/>
                  </a:cubicBezTo>
                  <a:cubicBezTo>
                    <a:pt x="189206" y="613387"/>
                    <a:pt x="188970" y="614262"/>
                    <a:pt x="189206" y="613387"/>
                  </a:cubicBezTo>
                  <a:cubicBezTo>
                    <a:pt x="189408" y="612512"/>
                    <a:pt x="189644" y="610898"/>
                    <a:pt x="189644" y="610898"/>
                  </a:cubicBezTo>
                  <a:cubicBezTo>
                    <a:pt x="189644" y="610898"/>
                    <a:pt x="189845" y="610124"/>
                    <a:pt x="189980" y="609821"/>
                  </a:cubicBezTo>
                  <a:cubicBezTo>
                    <a:pt x="190081" y="609485"/>
                    <a:pt x="190182" y="608610"/>
                    <a:pt x="190182" y="607870"/>
                  </a:cubicBezTo>
                  <a:cubicBezTo>
                    <a:pt x="190182" y="607096"/>
                    <a:pt x="190283" y="605818"/>
                    <a:pt x="190283" y="605818"/>
                  </a:cubicBezTo>
                  <a:cubicBezTo>
                    <a:pt x="190283" y="605818"/>
                    <a:pt x="191057" y="604843"/>
                    <a:pt x="191360" y="604742"/>
                  </a:cubicBezTo>
                  <a:cubicBezTo>
                    <a:pt x="191696" y="604641"/>
                    <a:pt x="191360" y="603430"/>
                    <a:pt x="191898" y="602891"/>
                  </a:cubicBezTo>
                  <a:cubicBezTo>
                    <a:pt x="192437" y="602353"/>
                    <a:pt x="193850" y="601277"/>
                    <a:pt x="193850" y="601277"/>
                  </a:cubicBezTo>
                  <a:lnTo>
                    <a:pt x="196576" y="599864"/>
                  </a:lnTo>
                  <a:lnTo>
                    <a:pt x="199168" y="598989"/>
                  </a:lnTo>
                  <a:lnTo>
                    <a:pt x="201793" y="597476"/>
                  </a:lnTo>
                  <a:lnTo>
                    <a:pt x="203644" y="596164"/>
                  </a:lnTo>
                  <a:cubicBezTo>
                    <a:pt x="203644" y="596164"/>
                    <a:pt x="204182" y="596164"/>
                    <a:pt x="205057" y="595625"/>
                  </a:cubicBezTo>
                  <a:cubicBezTo>
                    <a:pt x="205932" y="595087"/>
                    <a:pt x="206269" y="593775"/>
                    <a:pt x="206908" y="593573"/>
                  </a:cubicBezTo>
                  <a:cubicBezTo>
                    <a:pt x="207548" y="593371"/>
                    <a:pt x="208524" y="593371"/>
                    <a:pt x="208961" y="593035"/>
                  </a:cubicBezTo>
                  <a:cubicBezTo>
                    <a:pt x="209399" y="592699"/>
                    <a:pt x="209937" y="592497"/>
                    <a:pt x="210577" y="592396"/>
                  </a:cubicBezTo>
                  <a:cubicBezTo>
                    <a:pt x="211216" y="592295"/>
                    <a:pt x="212091" y="592194"/>
                    <a:pt x="212091" y="591757"/>
                  </a:cubicBezTo>
                  <a:cubicBezTo>
                    <a:pt x="212091" y="591319"/>
                    <a:pt x="212293" y="589907"/>
                    <a:pt x="212293" y="589469"/>
                  </a:cubicBezTo>
                  <a:cubicBezTo>
                    <a:pt x="212293" y="589032"/>
                    <a:pt x="212192" y="588931"/>
                    <a:pt x="212192" y="587283"/>
                  </a:cubicBezTo>
                  <a:cubicBezTo>
                    <a:pt x="212192" y="585634"/>
                    <a:pt x="212293" y="584255"/>
                    <a:pt x="212293" y="584255"/>
                  </a:cubicBezTo>
                  <a:lnTo>
                    <a:pt x="212495" y="582943"/>
                  </a:lnTo>
                  <a:lnTo>
                    <a:pt x="213033" y="581732"/>
                  </a:lnTo>
                  <a:lnTo>
                    <a:pt x="213808" y="580117"/>
                  </a:lnTo>
                  <a:cubicBezTo>
                    <a:pt x="213808" y="580117"/>
                    <a:pt x="215019" y="579243"/>
                    <a:pt x="215659" y="579142"/>
                  </a:cubicBezTo>
                  <a:cubicBezTo>
                    <a:pt x="216298" y="579041"/>
                    <a:pt x="218250" y="578267"/>
                    <a:pt x="218250" y="578267"/>
                  </a:cubicBezTo>
                  <a:lnTo>
                    <a:pt x="219462" y="578065"/>
                  </a:lnTo>
                  <a:lnTo>
                    <a:pt x="220774" y="578839"/>
                  </a:lnTo>
                  <a:cubicBezTo>
                    <a:pt x="220774" y="578839"/>
                    <a:pt x="222087" y="578637"/>
                    <a:pt x="222288" y="579075"/>
                  </a:cubicBezTo>
                  <a:cubicBezTo>
                    <a:pt x="222490" y="579512"/>
                    <a:pt x="223063" y="580689"/>
                    <a:pt x="223365" y="580925"/>
                  </a:cubicBezTo>
                  <a:cubicBezTo>
                    <a:pt x="223702" y="581160"/>
                    <a:pt x="224341" y="581564"/>
                    <a:pt x="224577" y="581900"/>
                  </a:cubicBezTo>
                  <a:cubicBezTo>
                    <a:pt x="224813" y="582237"/>
                    <a:pt x="226630" y="583852"/>
                    <a:pt x="226966" y="583952"/>
                  </a:cubicBezTo>
                  <a:cubicBezTo>
                    <a:pt x="227303" y="584053"/>
                    <a:pt x="227303" y="583515"/>
                    <a:pt x="228043" y="583078"/>
                  </a:cubicBezTo>
                  <a:cubicBezTo>
                    <a:pt x="228817" y="582640"/>
                    <a:pt x="228918" y="582977"/>
                    <a:pt x="229659" y="582001"/>
                  </a:cubicBezTo>
                  <a:cubicBezTo>
                    <a:pt x="230433" y="581026"/>
                    <a:pt x="229861" y="581463"/>
                    <a:pt x="230433" y="581026"/>
                  </a:cubicBezTo>
                  <a:cubicBezTo>
                    <a:pt x="230971" y="580588"/>
                    <a:pt x="231914" y="580218"/>
                    <a:pt x="231914" y="580218"/>
                  </a:cubicBezTo>
                  <a:lnTo>
                    <a:pt x="233596" y="579781"/>
                  </a:lnTo>
                  <a:lnTo>
                    <a:pt x="236323" y="579714"/>
                  </a:lnTo>
                  <a:lnTo>
                    <a:pt x="237837" y="580353"/>
                  </a:lnTo>
                  <a:cubicBezTo>
                    <a:pt x="237837" y="580353"/>
                    <a:pt x="239049" y="582102"/>
                    <a:pt x="239183" y="582270"/>
                  </a:cubicBezTo>
                  <a:cubicBezTo>
                    <a:pt x="239351" y="582438"/>
                    <a:pt x="241573" y="584827"/>
                    <a:pt x="241573" y="584827"/>
                  </a:cubicBezTo>
                  <a:lnTo>
                    <a:pt x="243693" y="587754"/>
                  </a:lnTo>
                  <a:lnTo>
                    <a:pt x="245645" y="590075"/>
                  </a:lnTo>
                  <a:lnTo>
                    <a:pt x="250592" y="595053"/>
                  </a:lnTo>
                  <a:lnTo>
                    <a:pt x="255337" y="597711"/>
                  </a:lnTo>
                  <a:cubicBezTo>
                    <a:pt x="255337" y="597711"/>
                    <a:pt x="259208" y="600200"/>
                    <a:pt x="259409" y="600200"/>
                  </a:cubicBezTo>
                  <a:cubicBezTo>
                    <a:pt x="259611" y="600200"/>
                    <a:pt x="261698" y="600402"/>
                    <a:pt x="262405" y="600570"/>
                  </a:cubicBezTo>
                  <a:cubicBezTo>
                    <a:pt x="263112" y="600738"/>
                    <a:pt x="266309" y="600839"/>
                    <a:pt x="266915" y="600839"/>
                  </a:cubicBezTo>
                  <a:cubicBezTo>
                    <a:pt x="267520" y="600839"/>
                    <a:pt x="270448" y="600839"/>
                    <a:pt x="270448" y="600839"/>
                  </a:cubicBezTo>
                  <a:lnTo>
                    <a:pt x="271761" y="600974"/>
                  </a:lnTo>
                  <a:lnTo>
                    <a:pt x="274083" y="602151"/>
                  </a:lnTo>
                  <a:cubicBezTo>
                    <a:pt x="274083" y="602151"/>
                    <a:pt x="274958" y="602656"/>
                    <a:pt x="275160" y="603228"/>
                  </a:cubicBezTo>
                  <a:cubicBezTo>
                    <a:pt x="275362" y="603800"/>
                    <a:pt x="276102" y="606054"/>
                    <a:pt x="276102" y="606054"/>
                  </a:cubicBezTo>
                  <a:cubicBezTo>
                    <a:pt x="276102" y="606054"/>
                    <a:pt x="276237" y="607635"/>
                    <a:pt x="276237" y="608005"/>
                  </a:cubicBezTo>
                  <a:cubicBezTo>
                    <a:pt x="276237" y="608375"/>
                    <a:pt x="275867" y="609518"/>
                    <a:pt x="275867" y="609754"/>
                  </a:cubicBezTo>
                  <a:cubicBezTo>
                    <a:pt x="275867" y="609956"/>
                    <a:pt x="275294" y="612075"/>
                    <a:pt x="275294" y="612075"/>
                  </a:cubicBezTo>
                  <a:lnTo>
                    <a:pt x="274924" y="614026"/>
                  </a:lnTo>
                  <a:cubicBezTo>
                    <a:pt x="274924" y="614026"/>
                    <a:pt x="274722" y="615977"/>
                    <a:pt x="274722" y="616616"/>
                  </a:cubicBezTo>
                  <a:cubicBezTo>
                    <a:pt x="274722" y="617256"/>
                    <a:pt x="274722" y="618803"/>
                    <a:pt x="274588" y="619139"/>
                  </a:cubicBezTo>
                  <a:cubicBezTo>
                    <a:pt x="274453" y="619509"/>
                    <a:pt x="274520" y="620956"/>
                    <a:pt x="274520" y="620956"/>
                  </a:cubicBezTo>
                  <a:cubicBezTo>
                    <a:pt x="274520" y="620956"/>
                    <a:pt x="275463" y="623075"/>
                    <a:pt x="275463" y="623479"/>
                  </a:cubicBezTo>
                  <a:cubicBezTo>
                    <a:pt x="275463" y="623916"/>
                    <a:pt x="276102" y="625430"/>
                    <a:pt x="276102" y="625430"/>
                  </a:cubicBezTo>
                  <a:lnTo>
                    <a:pt x="277482" y="630274"/>
                  </a:lnTo>
                  <a:cubicBezTo>
                    <a:pt x="277482" y="630274"/>
                    <a:pt x="277785" y="632898"/>
                    <a:pt x="277785" y="633167"/>
                  </a:cubicBezTo>
                  <a:cubicBezTo>
                    <a:pt x="277785" y="633470"/>
                    <a:pt x="278290" y="635253"/>
                    <a:pt x="278357" y="635556"/>
                  </a:cubicBezTo>
                  <a:cubicBezTo>
                    <a:pt x="278424" y="635858"/>
                    <a:pt x="280174" y="637372"/>
                    <a:pt x="280174" y="637372"/>
                  </a:cubicBezTo>
                  <a:lnTo>
                    <a:pt x="281622" y="639390"/>
                  </a:lnTo>
                  <a:cubicBezTo>
                    <a:pt x="281622" y="639390"/>
                    <a:pt x="282126" y="639761"/>
                    <a:pt x="282429" y="639895"/>
                  </a:cubicBezTo>
                  <a:cubicBezTo>
                    <a:pt x="282732" y="640030"/>
                    <a:pt x="284886" y="641207"/>
                    <a:pt x="284886" y="641207"/>
                  </a:cubicBezTo>
                  <a:lnTo>
                    <a:pt x="286973" y="642519"/>
                  </a:lnTo>
                  <a:lnTo>
                    <a:pt x="290002" y="643966"/>
                  </a:lnTo>
                  <a:lnTo>
                    <a:pt x="293905" y="646421"/>
                  </a:lnTo>
                  <a:cubicBezTo>
                    <a:pt x="293905" y="646421"/>
                    <a:pt x="297607" y="648742"/>
                    <a:pt x="297877" y="649045"/>
                  </a:cubicBezTo>
                  <a:cubicBezTo>
                    <a:pt x="298180" y="649348"/>
                    <a:pt x="302285" y="652745"/>
                    <a:pt x="302285" y="652745"/>
                  </a:cubicBezTo>
                  <a:cubicBezTo>
                    <a:pt x="302285" y="652745"/>
                    <a:pt x="303295" y="654697"/>
                    <a:pt x="303531" y="655134"/>
                  </a:cubicBezTo>
                  <a:cubicBezTo>
                    <a:pt x="303733" y="655571"/>
                    <a:pt x="305718" y="659036"/>
                    <a:pt x="306290" y="660045"/>
                  </a:cubicBezTo>
                  <a:cubicBezTo>
                    <a:pt x="306862" y="661054"/>
                    <a:pt x="310127" y="665259"/>
                    <a:pt x="310497" y="665999"/>
                  </a:cubicBezTo>
                  <a:cubicBezTo>
                    <a:pt x="310867" y="666706"/>
                    <a:pt x="312685" y="669767"/>
                    <a:pt x="312685" y="669767"/>
                  </a:cubicBezTo>
                  <a:cubicBezTo>
                    <a:pt x="312685" y="669767"/>
                    <a:pt x="314435" y="673030"/>
                    <a:pt x="314435" y="673333"/>
                  </a:cubicBezTo>
                  <a:cubicBezTo>
                    <a:pt x="314435" y="673635"/>
                    <a:pt x="314805" y="677100"/>
                    <a:pt x="314805" y="677807"/>
                  </a:cubicBezTo>
                  <a:cubicBezTo>
                    <a:pt x="314805" y="678547"/>
                    <a:pt x="314805" y="681642"/>
                    <a:pt x="314805" y="681642"/>
                  </a:cubicBezTo>
                  <a:lnTo>
                    <a:pt x="317262" y="684669"/>
                  </a:lnTo>
                  <a:cubicBezTo>
                    <a:pt x="317262" y="684669"/>
                    <a:pt x="319887" y="687125"/>
                    <a:pt x="320223" y="687630"/>
                  </a:cubicBezTo>
                  <a:cubicBezTo>
                    <a:pt x="320594" y="688134"/>
                    <a:pt x="324632" y="690825"/>
                    <a:pt x="325137" y="690893"/>
                  </a:cubicBezTo>
                  <a:cubicBezTo>
                    <a:pt x="325642" y="690960"/>
                    <a:pt x="328536" y="692709"/>
                    <a:pt x="329041" y="693079"/>
                  </a:cubicBezTo>
                  <a:cubicBezTo>
                    <a:pt x="329546" y="693449"/>
                    <a:pt x="335637" y="696275"/>
                    <a:pt x="336075" y="696981"/>
                  </a:cubicBezTo>
                  <a:cubicBezTo>
                    <a:pt x="336512" y="697722"/>
                    <a:pt x="339911" y="700816"/>
                    <a:pt x="340349" y="701254"/>
                  </a:cubicBezTo>
                  <a:cubicBezTo>
                    <a:pt x="340786" y="701691"/>
                    <a:pt x="344993" y="705257"/>
                    <a:pt x="344993" y="705257"/>
                  </a:cubicBezTo>
                  <a:cubicBezTo>
                    <a:pt x="344993" y="705257"/>
                    <a:pt x="348190" y="708015"/>
                    <a:pt x="348460" y="708015"/>
                  </a:cubicBezTo>
                  <a:cubicBezTo>
                    <a:pt x="348762" y="708015"/>
                    <a:pt x="353104" y="709765"/>
                    <a:pt x="353373" y="709765"/>
                  </a:cubicBezTo>
                  <a:cubicBezTo>
                    <a:pt x="353676" y="709765"/>
                    <a:pt x="356772" y="709394"/>
                    <a:pt x="357210" y="709765"/>
                  </a:cubicBezTo>
                  <a:cubicBezTo>
                    <a:pt x="357647" y="710135"/>
                    <a:pt x="359296" y="711211"/>
                    <a:pt x="359296" y="711211"/>
                  </a:cubicBezTo>
                  <a:cubicBezTo>
                    <a:pt x="359296" y="711211"/>
                    <a:pt x="361114" y="713398"/>
                    <a:pt x="361181" y="713667"/>
                  </a:cubicBezTo>
                  <a:cubicBezTo>
                    <a:pt x="361248" y="713970"/>
                    <a:pt x="362830" y="715921"/>
                    <a:pt x="363066" y="716560"/>
                  </a:cubicBezTo>
                  <a:cubicBezTo>
                    <a:pt x="363301" y="717199"/>
                    <a:pt x="363941" y="719688"/>
                    <a:pt x="364075" y="720462"/>
                  </a:cubicBezTo>
                  <a:cubicBezTo>
                    <a:pt x="364210" y="721269"/>
                    <a:pt x="364950" y="723927"/>
                    <a:pt x="364950" y="724230"/>
                  </a:cubicBezTo>
                  <a:cubicBezTo>
                    <a:pt x="364950" y="724532"/>
                    <a:pt x="365320" y="726113"/>
                    <a:pt x="365455" y="726483"/>
                  </a:cubicBezTo>
                  <a:cubicBezTo>
                    <a:pt x="365590" y="726853"/>
                    <a:pt x="366700" y="728435"/>
                    <a:pt x="366768" y="728636"/>
                  </a:cubicBezTo>
                  <a:cubicBezTo>
                    <a:pt x="366835" y="728872"/>
                    <a:pt x="367845" y="734860"/>
                    <a:pt x="367845" y="734860"/>
                  </a:cubicBezTo>
                  <a:cubicBezTo>
                    <a:pt x="367845" y="734860"/>
                    <a:pt x="367979" y="736441"/>
                    <a:pt x="368282" y="737114"/>
                  </a:cubicBezTo>
                  <a:cubicBezTo>
                    <a:pt x="368585" y="737753"/>
                    <a:pt x="371816" y="739199"/>
                    <a:pt x="371816" y="739435"/>
                  </a:cubicBezTo>
                  <a:cubicBezTo>
                    <a:pt x="371816" y="739637"/>
                    <a:pt x="373128" y="742900"/>
                    <a:pt x="373128" y="742900"/>
                  </a:cubicBezTo>
                  <a:cubicBezTo>
                    <a:pt x="373128" y="742900"/>
                    <a:pt x="374710" y="746869"/>
                    <a:pt x="374710" y="747475"/>
                  </a:cubicBezTo>
                  <a:cubicBezTo>
                    <a:pt x="374710" y="748047"/>
                    <a:pt x="375148" y="751242"/>
                    <a:pt x="375148" y="751679"/>
                  </a:cubicBezTo>
                  <a:cubicBezTo>
                    <a:pt x="375148" y="752117"/>
                    <a:pt x="375518" y="753866"/>
                    <a:pt x="375518" y="754135"/>
                  </a:cubicBezTo>
                  <a:cubicBezTo>
                    <a:pt x="375518" y="754404"/>
                    <a:pt x="376460" y="756221"/>
                    <a:pt x="376460" y="756725"/>
                  </a:cubicBezTo>
                  <a:cubicBezTo>
                    <a:pt x="376460" y="757230"/>
                    <a:pt x="377100" y="758609"/>
                    <a:pt x="377403" y="759114"/>
                  </a:cubicBezTo>
                  <a:cubicBezTo>
                    <a:pt x="377705" y="759619"/>
                    <a:pt x="379287" y="762074"/>
                    <a:pt x="379422" y="762377"/>
                  </a:cubicBezTo>
                  <a:cubicBezTo>
                    <a:pt x="379556" y="762680"/>
                    <a:pt x="380229" y="764059"/>
                    <a:pt x="380566" y="764194"/>
                  </a:cubicBezTo>
                  <a:cubicBezTo>
                    <a:pt x="380936" y="764328"/>
                    <a:pt x="383595" y="766010"/>
                    <a:pt x="383965" y="766077"/>
                  </a:cubicBezTo>
                  <a:cubicBezTo>
                    <a:pt x="384335" y="766144"/>
                    <a:pt x="384975" y="765707"/>
                    <a:pt x="385850" y="766077"/>
                  </a:cubicBezTo>
                  <a:cubicBezTo>
                    <a:pt x="386725" y="766447"/>
                    <a:pt x="387869" y="766077"/>
                    <a:pt x="388475" y="766077"/>
                  </a:cubicBezTo>
                  <a:cubicBezTo>
                    <a:pt x="389047" y="766077"/>
                    <a:pt x="389283" y="765640"/>
                    <a:pt x="389989" y="765640"/>
                  </a:cubicBezTo>
                  <a:cubicBezTo>
                    <a:pt x="390696" y="765640"/>
                    <a:pt x="390932" y="765135"/>
                    <a:pt x="391504" y="765135"/>
                  </a:cubicBezTo>
                  <a:cubicBezTo>
                    <a:pt x="392076" y="765135"/>
                    <a:pt x="392446" y="764833"/>
                    <a:pt x="393186" y="764833"/>
                  </a:cubicBezTo>
                  <a:cubicBezTo>
                    <a:pt x="393893" y="764833"/>
                    <a:pt x="394768" y="764530"/>
                    <a:pt x="395273" y="764631"/>
                  </a:cubicBezTo>
                  <a:cubicBezTo>
                    <a:pt x="395778" y="764698"/>
                    <a:pt x="396417" y="765001"/>
                    <a:pt x="396855" y="765001"/>
                  </a:cubicBezTo>
                  <a:cubicBezTo>
                    <a:pt x="397292" y="765001"/>
                    <a:pt x="397090" y="765068"/>
                    <a:pt x="398100" y="764934"/>
                  </a:cubicBezTo>
                  <a:cubicBezTo>
                    <a:pt x="399110" y="764799"/>
                    <a:pt x="399547" y="764732"/>
                    <a:pt x="400490" y="764362"/>
                  </a:cubicBezTo>
                  <a:cubicBezTo>
                    <a:pt x="401432" y="763992"/>
                    <a:pt x="401869" y="763487"/>
                    <a:pt x="402576" y="763218"/>
                  </a:cubicBezTo>
                  <a:cubicBezTo>
                    <a:pt x="403317" y="762949"/>
                    <a:pt x="403014" y="762579"/>
                    <a:pt x="403889" y="762343"/>
                  </a:cubicBezTo>
                  <a:cubicBezTo>
                    <a:pt x="404764" y="762142"/>
                    <a:pt x="404023" y="761704"/>
                    <a:pt x="405773" y="761536"/>
                  </a:cubicBezTo>
                  <a:cubicBezTo>
                    <a:pt x="407523" y="761401"/>
                    <a:pt x="408903" y="760729"/>
                    <a:pt x="409475" y="760729"/>
                  </a:cubicBezTo>
                  <a:cubicBezTo>
                    <a:pt x="410047" y="760729"/>
                    <a:pt x="414692" y="760594"/>
                    <a:pt x="414692" y="760594"/>
                  </a:cubicBezTo>
                  <a:cubicBezTo>
                    <a:pt x="414692" y="760594"/>
                    <a:pt x="415870" y="760460"/>
                    <a:pt x="417014" y="760527"/>
                  </a:cubicBezTo>
                  <a:cubicBezTo>
                    <a:pt x="418158" y="760594"/>
                    <a:pt x="421086" y="760594"/>
                    <a:pt x="421288" y="760661"/>
                  </a:cubicBezTo>
                  <a:cubicBezTo>
                    <a:pt x="421490" y="760729"/>
                    <a:pt x="427077" y="764194"/>
                    <a:pt x="427077" y="764194"/>
                  </a:cubicBezTo>
                  <a:cubicBezTo>
                    <a:pt x="427077" y="764194"/>
                    <a:pt x="428894" y="764126"/>
                    <a:pt x="429163" y="764126"/>
                  </a:cubicBezTo>
                  <a:cubicBezTo>
                    <a:pt x="429466" y="764126"/>
                    <a:pt x="432865" y="766279"/>
                    <a:pt x="433067" y="766245"/>
                  </a:cubicBezTo>
                  <a:cubicBezTo>
                    <a:pt x="433269" y="766245"/>
                    <a:pt x="434885" y="768331"/>
                    <a:pt x="434885" y="768331"/>
                  </a:cubicBezTo>
                  <a:cubicBezTo>
                    <a:pt x="434885" y="768331"/>
                    <a:pt x="435760" y="769845"/>
                    <a:pt x="435961" y="770013"/>
                  </a:cubicBezTo>
                  <a:cubicBezTo>
                    <a:pt x="436163" y="770148"/>
                    <a:pt x="436601" y="771527"/>
                    <a:pt x="436601" y="771527"/>
                  </a:cubicBezTo>
                  <a:lnTo>
                    <a:pt x="437173" y="773041"/>
                  </a:lnTo>
                  <a:cubicBezTo>
                    <a:pt x="437173" y="773041"/>
                    <a:pt x="437308" y="773747"/>
                    <a:pt x="437308" y="774353"/>
                  </a:cubicBezTo>
                  <a:cubicBezTo>
                    <a:pt x="437308" y="774925"/>
                    <a:pt x="437510" y="776371"/>
                    <a:pt x="437812" y="776808"/>
                  </a:cubicBezTo>
                  <a:cubicBezTo>
                    <a:pt x="438115" y="777246"/>
                    <a:pt x="439394" y="780206"/>
                    <a:pt x="439394" y="780206"/>
                  </a:cubicBezTo>
                  <a:lnTo>
                    <a:pt x="440034" y="783974"/>
                  </a:lnTo>
                  <a:lnTo>
                    <a:pt x="440303" y="789188"/>
                  </a:lnTo>
                  <a:lnTo>
                    <a:pt x="439832" y="792653"/>
                  </a:lnTo>
                  <a:lnTo>
                    <a:pt x="439832" y="798069"/>
                  </a:lnTo>
                  <a:lnTo>
                    <a:pt x="440269" y="805671"/>
                  </a:lnTo>
                  <a:lnTo>
                    <a:pt x="441043" y="812096"/>
                  </a:lnTo>
                  <a:lnTo>
                    <a:pt x="441279" y="815359"/>
                  </a:lnTo>
                  <a:lnTo>
                    <a:pt x="444207" y="821011"/>
                  </a:lnTo>
                  <a:lnTo>
                    <a:pt x="445957" y="821885"/>
                  </a:lnTo>
                  <a:lnTo>
                    <a:pt x="447471" y="824375"/>
                  </a:lnTo>
                  <a:cubicBezTo>
                    <a:pt x="447471" y="824375"/>
                    <a:pt x="449524" y="828176"/>
                    <a:pt x="450096" y="828714"/>
                  </a:cubicBezTo>
                  <a:cubicBezTo>
                    <a:pt x="450635" y="829252"/>
                    <a:pt x="454101" y="830665"/>
                    <a:pt x="454539" y="830901"/>
                  </a:cubicBezTo>
                  <a:cubicBezTo>
                    <a:pt x="454976" y="831103"/>
                    <a:pt x="456390" y="832650"/>
                    <a:pt x="456592" y="833390"/>
                  </a:cubicBezTo>
                  <a:cubicBezTo>
                    <a:pt x="456794" y="834164"/>
                    <a:pt x="456794" y="836216"/>
                    <a:pt x="456794" y="836216"/>
                  </a:cubicBezTo>
                  <a:lnTo>
                    <a:pt x="457231" y="838604"/>
                  </a:lnTo>
                  <a:cubicBezTo>
                    <a:pt x="457231" y="838604"/>
                    <a:pt x="461909" y="839916"/>
                    <a:pt x="463222" y="841094"/>
                  </a:cubicBezTo>
                  <a:cubicBezTo>
                    <a:pt x="464534" y="842271"/>
                    <a:pt x="467227" y="843482"/>
                    <a:pt x="467227" y="843482"/>
                  </a:cubicBezTo>
                  <a:cubicBezTo>
                    <a:pt x="467227" y="843482"/>
                    <a:pt x="468102" y="842944"/>
                    <a:pt x="468539" y="843482"/>
                  </a:cubicBezTo>
                  <a:cubicBezTo>
                    <a:pt x="468977" y="844020"/>
                    <a:pt x="469414" y="844794"/>
                    <a:pt x="469852" y="845870"/>
                  </a:cubicBezTo>
                  <a:cubicBezTo>
                    <a:pt x="470289" y="846947"/>
                    <a:pt x="471265" y="849470"/>
                    <a:pt x="471265" y="849470"/>
                  </a:cubicBezTo>
                  <a:lnTo>
                    <a:pt x="476482" y="855323"/>
                  </a:lnTo>
                  <a:cubicBezTo>
                    <a:pt x="476482" y="855323"/>
                    <a:pt x="479645" y="859663"/>
                    <a:pt x="480285" y="860436"/>
                  </a:cubicBezTo>
                  <a:cubicBezTo>
                    <a:pt x="480924" y="861210"/>
                    <a:pt x="482472" y="863599"/>
                    <a:pt x="483448" y="864036"/>
                  </a:cubicBezTo>
                  <a:cubicBezTo>
                    <a:pt x="484424" y="864473"/>
                    <a:pt x="486275" y="865247"/>
                    <a:pt x="487891" y="865247"/>
                  </a:cubicBezTo>
                  <a:cubicBezTo>
                    <a:pt x="489506" y="865247"/>
                    <a:pt x="490617" y="864709"/>
                    <a:pt x="491256" y="865247"/>
                  </a:cubicBezTo>
                  <a:cubicBezTo>
                    <a:pt x="491895" y="865785"/>
                    <a:pt x="496371" y="867534"/>
                    <a:pt x="496371" y="867534"/>
                  </a:cubicBezTo>
                  <a:cubicBezTo>
                    <a:pt x="496371" y="867534"/>
                    <a:pt x="498424" y="867198"/>
                    <a:pt x="498996" y="866996"/>
                  </a:cubicBezTo>
                  <a:cubicBezTo>
                    <a:pt x="499535" y="866794"/>
                    <a:pt x="498996" y="866458"/>
                    <a:pt x="500073" y="866021"/>
                  </a:cubicBezTo>
                  <a:cubicBezTo>
                    <a:pt x="501150" y="865583"/>
                    <a:pt x="501386" y="865583"/>
                    <a:pt x="501824" y="865381"/>
                  </a:cubicBezTo>
                  <a:cubicBezTo>
                    <a:pt x="502261" y="865146"/>
                    <a:pt x="503237" y="864170"/>
                    <a:pt x="503237" y="864170"/>
                  </a:cubicBezTo>
                  <a:lnTo>
                    <a:pt x="504011" y="863397"/>
                  </a:lnTo>
                  <a:lnTo>
                    <a:pt x="505761" y="862085"/>
                  </a:lnTo>
                  <a:cubicBezTo>
                    <a:pt x="505761" y="862085"/>
                    <a:pt x="506737" y="861311"/>
                    <a:pt x="506838" y="861042"/>
                  </a:cubicBezTo>
                  <a:cubicBezTo>
                    <a:pt x="506939" y="860773"/>
                    <a:pt x="507545" y="860235"/>
                    <a:pt x="508083" y="860235"/>
                  </a:cubicBezTo>
                  <a:cubicBezTo>
                    <a:pt x="508622" y="860235"/>
                    <a:pt x="510540" y="860066"/>
                    <a:pt x="510843" y="859999"/>
                  </a:cubicBezTo>
                  <a:cubicBezTo>
                    <a:pt x="511179" y="859932"/>
                    <a:pt x="513232" y="859932"/>
                    <a:pt x="513434" y="859932"/>
                  </a:cubicBezTo>
                  <a:cubicBezTo>
                    <a:pt x="513670" y="859932"/>
                    <a:pt x="515218" y="860033"/>
                    <a:pt x="515386" y="860033"/>
                  </a:cubicBezTo>
                  <a:cubicBezTo>
                    <a:pt x="515555" y="860033"/>
                    <a:pt x="516194" y="860369"/>
                    <a:pt x="516362" y="860504"/>
                  </a:cubicBezTo>
                  <a:cubicBezTo>
                    <a:pt x="516531" y="860672"/>
                    <a:pt x="517170" y="861412"/>
                    <a:pt x="517506" y="861479"/>
                  </a:cubicBezTo>
                  <a:cubicBezTo>
                    <a:pt x="517843" y="861547"/>
                    <a:pt x="518550" y="862522"/>
                    <a:pt x="518718" y="862623"/>
                  </a:cubicBezTo>
                  <a:cubicBezTo>
                    <a:pt x="518886" y="862724"/>
                    <a:pt x="519761" y="863767"/>
                    <a:pt x="519930" y="864036"/>
                  </a:cubicBezTo>
                  <a:cubicBezTo>
                    <a:pt x="520098" y="864305"/>
                    <a:pt x="520704" y="865516"/>
                    <a:pt x="520704" y="865516"/>
                  </a:cubicBezTo>
                  <a:cubicBezTo>
                    <a:pt x="520704" y="865516"/>
                    <a:pt x="520872" y="867198"/>
                    <a:pt x="520872" y="867467"/>
                  </a:cubicBezTo>
                  <a:cubicBezTo>
                    <a:pt x="520872" y="867736"/>
                    <a:pt x="520805" y="868880"/>
                    <a:pt x="520805" y="868880"/>
                  </a:cubicBezTo>
                  <a:cubicBezTo>
                    <a:pt x="520805" y="868880"/>
                    <a:pt x="520468" y="870024"/>
                    <a:pt x="520434" y="870192"/>
                  </a:cubicBezTo>
                  <a:cubicBezTo>
                    <a:pt x="520367" y="870360"/>
                    <a:pt x="519660" y="871538"/>
                    <a:pt x="519660" y="871538"/>
                  </a:cubicBezTo>
                  <a:lnTo>
                    <a:pt x="518718" y="873152"/>
                  </a:lnTo>
                  <a:lnTo>
                    <a:pt x="517675" y="874195"/>
                  </a:lnTo>
                  <a:lnTo>
                    <a:pt x="517136" y="875103"/>
                  </a:lnTo>
                  <a:lnTo>
                    <a:pt x="512997" y="877660"/>
                  </a:lnTo>
                  <a:lnTo>
                    <a:pt x="511516" y="879510"/>
                  </a:lnTo>
                  <a:lnTo>
                    <a:pt x="510977" y="879947"/>
                  </a:lnTo>
                  <a:lnTo>
                    <a:pt x="510271" y="881360"/>
                  </a:lnTo>
                  <a:lnTo>
                    <a:pt x="509934" y="882605"/>
                  </a:lnTo>
                  <a:cubicBezTo>
                    <a:pt x="509934" y="882605"/>
                    <a:pt x="509564" y="884085"/>
                    <a:pt x="509564" y="884287"/>
                  </a:cubicBezTo>
                  <a:cubicBezTo>
                    <a:pt x="509564" y="884522"/>
                    <a:pt x="509396" y="885700"/>
                    <a:pt x="509396" y="886238"/>
                  </a:cubicBezTo>
                  <a:cubicBezTo>
                    <a:pt x="509396" y="886776"/>
                    <a:pt x="509396" y="888425"/>
                    <a:pt x="509396" y="888425"/>
                  </a:cubicBezTo>
                  <a:lnTo>
                    <a:pt x="509396" y="890174"/>
                  </a:lnTo>
                  <a:lnTo>
                    <a:pt x="509497" y="892899"/>
                  </a:lnTo>
                  <a:cubicBezTo>
                    <a:pt x="509497" y="892899"/>
                    <a:pt x="510574" y="894850"/>
                    <a:pt x="510708" y="895018"/>
                  </a:cubicBezTo>
                  <a:cubicBezTo>
                    <a:pt x="510809" y="895186"/>
                    <a:pt x="511617" y="896330"/>
                    <a:pt x="511785" y="896599"/>
                  </a:cubicBezTo>
                  <a:cubicBezTo>
                    <a:pt x="511954" y="896868"/>
                    <a:pt x="512593" y="898012"/>
                    <a:pt x="512997" y="898079"/>
                  </a:cubicBezTo>
                  <a:cubicBezTo>
                    <a:pt x="513367" y="898147"/>
                    <a:pt x="515016" y="898853"/>
                    <a:pt x="515555" y="899324"/>
                  </a:cubicBezTo>
                  <a:cubicBezTo>
                    <a:pt x="516093" y="899829"/>
                    <a:pt x="517305" y="900569"/>
                    <a:pt x="517742" y="900804"/>
                  </a:cubicBezTo>
                  <a:cubicBezTo>
                    <a:pt x="518180" y="901006"/>
                    <a:pt x="519189" y="901241"/>
                    <a:pt x="519425" y="901410"/>
                  </a:cubicBezTo>
                  <a:cubicBezTo>
                    <a:pt x="519660" y="901578"/>
                    <a:pt x="520838" y="902049"/>
                    <a:pt x="521040" y="902183"/>
                  </a:cubicBezTo>
                  <a:cubicBezTo>
                    <a:pt x="521242" y="902352"/>
                    <a:pt x="523261" y="903260"/>
                    <a:pt x="523598" y="903260"/>
                  </a:cubicBezTo>
                  <a:cubicBezTo>
                    <a:pt x="523935" y="903260"/>
                    <a:pt x="525920" y="903260"/>
                    <a:pt x="525920" y="903260"/>
                  </a:cubicBezTo>
                  <a:lnTo>
                    <a:pt x="528209" y="903260"/>
                  </a:lnTo>
                  <a:lnTo>
                    <a:pt x="529387" y="903260"/>
                  </a:lnTo>
                  <a:cubicBezTo>
                    <a:pt x="529387" y="903260"/>
                    <a:pt x="532752" y="903596"/>
                    <a:pt x="532920" y="903596"/>
                  </a:cubicBezTo>
                  <a:cubicBezTo>
                    <a:pt x="533089" y="903596"/>
                    <a:pt x="534401" y="903529"/>
                    <a:pt x="534771" y="903865"/>
                  </a:cubicBezTo>
                  <a:cubicBezTo>
                    <a:pt x="535142" y="904202"/>
                    <a:pt x="536353" y="904773"/>
                    <a:pt x="536353" y="904773"/>
                  </a:cubicBezTo>
                  <a:lnTo>
                    <a:pt x="539618" y="904134"/>
                  </a:lnTo>
                  <a:cubicBezTo>
                    <a:pt x="539618" y="904134"/>
                    <a:pt x="540930" y="904269"/>
                    <a:pt x="541368" y="904269"/>
                  </a:cubicBezTo>
                  <a:cubicBezTo>
                    <a:pt x="541805" y="904269"/>
                    <a:pt x="542613" y="904639"/>
                    <a:pt x="543252" y="904773"/>
                  </a:cubicBezTo>
                  <a:cubicBezTo>
                    <a:pt x="543892" y="904908"/>
                    <a:pt x="545574" y="906287"/>
                    <a:pt x="545642" y="906590"/>
                  </a:cubicBezTo>
                  <a:cubicBezTo>
                    <a:pt x="545709" y="906893"/>
                    <a:pt x="546349" y="908844"/>
                    <a:pt x="546651" y="909113"/>
                  </a:cubicBezTo>
                  <a:cubicBezTo>
                    <a:pt x="546954" y="909416"/>
                    <a:pt x="547291" y="910425"/>
                    <a:pt x="547224" y="910997"/>
                  </a:cubicBezTo>
                  <a:cubicBezTo>
                    <a:pt x="547156" y="911569"/>
                    <a:pt x="546214" y="914327"/>
                    <a:pt x="547022" y="914899"/>
                  </a:cubicBezTo>
                  <a:cubicBezTo>
                    <a:pt x="547829" y="915471"/>
                    <a:pt x="548974" y="916783"/>
                    <a:pt x="549411" y="916985"/>
                  </a:cubicBezTo>
                  <a:cubicBezTo>
                    <a:pt x="549849" y="917187"/>
                    <a:pt x="552743" y="916480"/>
                    <a:pt x="553820" y="916346"/>
                  </a:cubicBezTo>
                  <a:cubicBezTo>
                    <a:pt x="554897" y="916211"/>
                    <a:pt x="556411" y="915404"/>
                    <a:pt x="557017" y="915034"/>
                  </a:cubicBezTo>
                  <a:cubicBezTo>
                    <a:pt x="557589" y="914664"/>
                    <a:pt x="557454" y="914529"/>
                    <a:pt x="558094" y="913890"/>
                  </a:cubicBezTo>
                  <a:cubicBezTo>
                    <a:pt x="558733" y="913251"/>
                    <a:pt x="560180" y="912645"/>
                    <a:pt x="560180" y="912645"/>
                  </a:cubicBezTo>
                  <a:lnTo>
                    <a:pt x="561190" y="910627"/>
                  </a:lnTo>
                  <a:lnTo>
                    <a:pt x="561628" y="909618"/>
                  </a:lnTo>
                  <a:lnTo>
                    <a:pt x="564017" y="910122"/>
                  </a:lnTo>
                  <a:cubicBezTo>
                    <a:pt x="564017" y="910122"/>
                    <a:pt x="564488" y="910930"/>
                    <a:pt x="564724" y="911199"/>
                  </a:cubicBezTo>
                  <a:cubicBezTo>
                    <a:pt x="564926" y="911501"/>
                    <a:pt x="565060" y="914092"/>
                    <a:pt x="565060" y="914092"/>
                  </a:cubicBezTo>
                  <a:lnTo>
                    <a:pt x="565060" y="916278"/>
                  </a:lnTo>
                  <a:cubicBezTo>
                    <a:pt x="565060" y="916278"/>
                    <a:pt x="566003" y="918599"/>
                    <a:pt x="566003" y="919037"/>
                  </a:cubicBezTo>
                  <a:cubicBezTo>
                    <a:pt x="566003" y="919474"/>
                    <a:pt x="566137" y="922804"/>
                    <a:pt x="566137" y="923073"/>
                  </a:cubicBezTo>
                  <a:cubicBezTo>
                    <a:pt x="566137" y="923376"/>
                    <a:pt x="566272" y="924587"/>
                    <a:pt x="566272" y="924587"/>
                  </a:cubicBezTo>
                  <a:cubicBezTo>
                    <a:pt x="566272" y="924587"/>
                    <a:pt x="567147" y="927346"/>
                    <a:pt x="567080" y="928153"/>
                  </a:cubicBezTo>
                  <a:cubicBezTo>
                    <a:pt x="567012" y="928960"/>
                    <a:pt x="567383" y="931618"/>
                    <a:pt x="567887" y="931853"/>
                  </a:cubicBezTo>
                  <a:cubicBezTo>
                    <a:pt x="568392" y="932055"/>
                    <a:pt x="569637" y="934477"/>
                    <a:pt x="570344" y="934814"/>
                  </a:cubicBezTo>
                  <a:cubicBezTo>
                    <a:pt x="571085" y="935184"/>
                    <a:pt x="572027" y="935890"/>
                    <a:pt x="572229" y="935957"/>
                  </a:cubicBezTo>
                  <a:cubicBezTo>
                    <a:pt x="572431" y="936025"/>
                    <a:pt x="575493" y="939422"/>
                    <a:pt x="575493" y="939422"/>
                  </a:cubicBezTo>
                  <a:cubicBezTo>
                    <a:pt x="575493" y="939422"/>
                    <a:pt x="577513" y="941878"/>
                    <a:pt x="577816" y="942618"/>
                  </a:cubicBezTo>
                  <a:cubicBezTo>
                    <a:pt x="578118" y="943325"/>
                    <a:pt x="578522" y="947092"/>
                    <a:pt x="578522" y="947092"/>
                  </a:cubicBezTo>
                  <a:lnTo>
                    <a:pt x="579027" y="950860"/>
                  </a:lnTo>
                  <a:cubicBezTo>
                    <a:pt x="579027" y="950860"/>
                    <a:pt x="578960" y="951297"/>
                    <a:pt x="578960" y="953618"/>
                  </a:cubicBezTo>
                  <a:cubicBezTo>
                    <a:pt x="578960" y="955939"/>
                    <a:pt x="578960" y="959707"/>
                    <a:pt x="578960" y="959707"/>
                  </a:cubicBezTo>
                  <a:lnTo>
                    <a:pt x="579700" y="962466"/>
                  </a:lnTo>
                  <a:cubicBezTo>
                    <a:pt x="579700" y="962466"/>
                    <a:pt x="580272" y="963340"/>
                    <a:pt x="580441" y="964484"/>
                  </a:cubicBezTo>
                  <a:cubicBezTo>
                    <a:pt x="580575" y="965628"/>
                    <a:pt x="580306" y="968823"/>
                    <a:pt x="582325" y="969395"/>
                  </a:cubicBezTo>
                  <a:cubicBezTo>
                    <a:pt x="584345" y="969967"/>
                    <a:pt x="586801" y="969160"/>
                    <a:pt x="586801" y="969160"/>
                  </a:cubicBezTo>
                  <a:lnTo>
                    <a:pt x="589292" y="967108"/>
                  </a:lnTo>
                  <a:lnTo>
                    <a:pt x="589999" y="964181"/>
                  </a:lnTo>
                  <a:cubicBezTo>
                    <a:pt x="589999" y="964181"/>
                    <a:pt x="591143" y="960649"/>
                    <a:pt x="591244" y="960380"/>
                  </a:cubicBezTo>
                  <a:cubicBezTo>
                    <a:pt x="591345" y="960111"/>
                    <a:pt x="591614" y="957991"/>
                    <a:pt x="591614" y="957991"/>
                  </a:cubicBezTo>
                  <a:lnTo>
                    <a:pt x="591984" y="956579"/>
                  </a:lnTo>
                  <a:lnTo>
                    <a:pt x="592523" y="954728"/>
                  </a:lnTo>
                  <a:lnTo>
                    <a:pt x="593431" y="952979"/>
                  </a:lnTo>
                  <a:lnTo>
                    <a:pt x="593801" y="951667"/>
                  </a:lnTo>
                  <a:cubicBezTo>
                    <a:pt x="593801" y="951667"/>
                    <a:pt x="594138" y="950961"/>
                    <a:pt x="594239" y="950792"/>
                  </a:cubicBezTo>
                  <a:cubicBezTo>
                    <a:pt x="594340" y="950624"/>
                    <a:pt x="595753" y="948068"/>
                    <a:pt x="595753" y="948068"/>
                  </a:cubicBezTo>
                  <a:lnTo>
                    <a:pt x="596830" y="946554"/>
                  </a:lnTo>
                  <a:lnTo>
                    <a:pt x="598715" y="944603"/>
                  </a:lnTo>
                  <a:cubicBezTo>
                    <a:pt x="598715" y="944603"/>
                    <a:pt x="599489" y="943526"/>
                    <a:pt x="599624" y="943459"/>
                  </a:cubicBezTo>
                  <a:cubicBezTo>
                    <a:pt x="599792" y="943392"/>
                    <a:pt x="600162" y="942584"/>
                    <a:pt x="600330" y="942517"/>
                  </a:cubicBezTo>
                  <a:cubicBezTo>
                    <a:pt x="600499" y="942450"/>
                    <a:pt x="601306" y="941205"/>
                    <a:pt x="601306" y="941205"/>
                  </a:cubicBezTo>
                  <a:cubicBezTo>
                    <a:pt x="601306" y="941205"/>
                    <a:pt x="602552" y="940162"/>
                    <a:pt x="602720" y="940129"/>
                  </a:cubicBezTo>
                  <a:cubicBezTo>
                    <a:pt x="602888" y="940061"/>
                    <a:pt x="603797" y="939591"/>
                    <a:pt x="604032" y="939591"/>
                  </a:cubicBezTo>
                  <a:cubicBezTo>
                    <a:pt x="604234" y="939591"/>
                    <a:pt x="605076" y="939658"/>
                    <a:pt x="605278" y="939658"/>
                  </a:cubicBezTo>
                  <a:cubicBezTo>
                    <a:pt x="605480" y="939658"/>
                    <a:pt x="605648" y="939557"/>
                    <a:pt x="606186" y="940095"/>
                  </a:cubicBezTo>
                  <a:cubicBezTo>
                    <a:pt x="606725" y="940633"/>
                    <a:pt x="606994" y="940869"/>
                    <a:pt x="607095" y="942046"/>
                  </a:cubicBezTo>
                  <a:cubicBezTo>
                    <a:pt x="607196" y="943224"/>
                    <a:pt x="607533" y="945915"/>
                    <a:pt x="607533" y="945915"/>
                  </a:cubicBezTo>
                  <a:lnTo>
                    <a:pt x="607600" y="947496"/>
                  </a:lnTo>
                  <a:lnTo>
                    <a:pt x="607499" y="950422"/>
                  </a:lnTo>
                  <a:lnTo>
                    <a:pt x="607297" y="952172"/>
                  </a:lnTo>
                  <a:lnTo>
                    <a:pt x="606657" y="954661"/>
                  </a:lnTo>
                  <a:lnTo>
                    <a:pt x="606557" y="955973"/>
                  </a:lnTo>
                  <a:lnTo>
                    <a:pt x="606052" y="957285"/>
                  </a:lnTo>
                  <a:cubicBezTo>
                    <a:pt x="606052" y="957285"/>
                    <a:pt x="605850" y="958429"/>
                    <a:pt x="605850" y="958631"/>
                  </a:cubicBezTo>
                  <a:cubicBezTo>
                    <a:pt x="605850" y="958832"/>
                    <a:pt x="605379" y="959976"/>
                    <a:pt x="605379" y="959976"/>
                  </a:cubicBezTo>
                  <a:lnTo>
                    <a:pt x="604975" y="961860"/>
                  </a:lnTo>
                  <a:lnTo>
                    <a:pt x="604975" y="963172"/>
                  </a:lnTo>
                  <a:lnTo>
                    <a:pt x="605244" y="963777"/>
                  </a:lnTo>
                  <a:cubicBezTo>
                    <a:pt x="605244" y="963777"/>
                    <a:pt x="605345" y="965257"/>
                    <a:pt x="605581" y="965358"/>
                  </a:cubicBezTo>
                  <a:cubicBezTo>
                    <a:pt x="605783" y="965459"/>
                    <a:pt x="606220" y="966704"/>
                    <a:pt x="606456" y="966939"/>
                  </a:cubicBezTo>
                  <a:cubicBezTo>
                    <a:pt x="606691" y="967141"/>
                    <a:pt x="608408" y="968722"/>
                    <a:pt x="609451" y="968891"/>
                  </a:cubicBezTo>
                  <a:cubicBezTo>
                    <a:pt x="610494" y="969059"/>
                    <a:pt x="613254" y="969294"/>
                    <a:pt x="613254" y="969294"/>
                  </a:cubicBezTo>
                  <a:lnTo>
                    <a:pt x="614566" y="969294"/>
                  </a:lnTo>
                  <a:lnTo>
                    <a:pt x="618369" y="970169"/>
                  </a:lnTo>
                  <a:lnTo>
                    <a:pt x="619446" y="972894"/>
                  </a:lnTo>
                  <a:lnTo>
                    <a:pt x="619345" y="975282"/>
                  </a:lnTo>
                  <a:cubicBezTo>
                    <a:pt x="619345" y="975282"/>
                    <a:pt x="620220" y="976359"/>
                    <a:pt x="620658" y="976594"/>
                  </a:cubicBezTo>
                  <a:cubicBezTo>
                    <a:pt x="621095" y="976830"/>
                    <a:pt x="622509" y="976392"/>
                    <a:pt x="622946" y="976594"/>
                  </a:cubicBezTo>
                  <a:cubicBezTo>
                    <a:pt x="623384" y="976830"/>
                    <a:pt x="624595" y="977031"/>
                    <a:pt x="625235" y="976056"/>
                  </a:cubicBezTo>
                  <a:cubicBezTo>
                    <a:pt x="625874" y="975080"/>
                    <a:pt x="630451" y="973768"/>
                    <a:pt x="630451" y="973768"/>
                  </a:cubicBezTo>
                  <a:lnTo>
                    <a:pt x="632942" y="970842"/>
                  </a:lnTo>
                  <a:lnTo>
                    <a:pt x="634894" y="968453"/>
                  </a:lnTo>
                  <a:lnTo>
                    <a:pt x="638697" y="965728"/>
                  </a:lnTo>
                  <a:lnTo>
                    <a:pt x="639572" y="963239"/>
                  </a:lnTo>
                  <a:lnTo>
                    <a:pt x="640649" y="961725"/>
                  </a:lnTo>
                  <a:lnTo>
                    <a:pt x="641288" y="960413"/>
                  </a:lnTo>
                  <a:lnTo>
                    <a:pt x="643139" y="959001"/>
                  </a:lnTo>
                  <a:cubicBezTo>
                    <a:pt x="643139" y="959001"/>
                    <a:pt x="643577" y="959102"/>
                    <a:pt x="643913" y="959001"/>
                  </a:cubicBezTo>
                  <a:cubicBezTo>
                    <a:pt x="644250" y="958900"/>
                    <a:pt x="646841" y="958361"/>
                    <a:pt x="646841" y="958361"/>
                  </a:cubicBezTo>
                  <a:cubicBezTo>
                    <a:pt x="646841" y="958361"/>
                    <a:pt x="649029" y="958025"/>
                    <a:pt x="649668" y="958025"/>
                  </a:cubicBezTo>
                  <a:cubicBezTo>
                    <a:pt x="650307" y="958025"/>
                    <a:pt x="651957" y="958462"/>
                    <a:pt x="651957" y="958462"/>
                  </a:cubicBezTo>
                  <a:lnTo>
                    <a:pt x="652832" y="959976"/>
                  </a:lnTo>
                  <a:cubicBezTo>
                    <a:pt x="652832" y="959976"/>
                    <a:pt x="652731" y="962163"/>
                    <a:pt x="652832" y="962466"/>
                  </a:cubicBezTo>
                  <a:cubicBezTo>
                    <a:pt x="652933" y="962802"/>
                    <a:pt x="653168" y="963239"/>
                    <a:pt x="653606" y="963441"/>
                  </a:cubicBezTo>
                  <a:cubicBezTo>
                    <a:pt x="654043" y="963677"/>
                    <a:pt x="656197" y="963677"/>
                    <a:pt x="656971" y="963677"/>
                  </a:cubicBezTo>
                  <a:cubicBezTo>
                    <a:pt x="657745" y="963677"/>
                    <a:pt x="658620" y="962903"/>
                    <a:pt x="658620" y="962903"/>
                  </a:cubicBezTo>
                  <a:lnTo>
                    <a:pt x="659159" y="962264"/>
                  </a:lnTo>
                  <a:lnTo>
                    <a:pt x="661447" y="963340"/>
                  </a:lnTo>
                  <a:cubicBezTo>
                    <a:pt x="661447" y="963340"/>
                    <a:pt x="661986" y="964652"/>
                    <a:pt x="662221" y="964955"/>
                  </a:cubicBezTo>
                  <a:cubicBezTo>
                    <a:pt x="662423" y="965291"/>
                    <a:pt x="662423" y="965728"/>
                    <a:pt x="662760" y="966569"/>
                  </a:cubicBezTo>
                  <a:cubicBezTo>
                    <a:pt x="663096" y="967444"/>
                    <a:pt x="666226" y="968958"/>
                    <a:pt x="666226" y="968958"/>
                  </a:cubicBezTo>
                  <a:lnTo>
                    <a:pt x="667976" y="970034"/>
                  </a:lnTo>
                  <a:lnTo>
                    <a:pt x="671005" y="972187"/>
                  </a:lnTo>
                  <a:lnTo>
                    <a:pt x="674606" y="973499"/>
                  </a:lnTo>
                  <a:lnTo>
                    <a:pt x="678746" y="977200"/>
                  </a:lnTo>
                  <a:lnTo>
                    <a:pt x="680597" y="979487"/>
                  </a:lnTo>
                  <a:lnTo>
                    <a:pt x="682986" y="983389"/>
                  </a:lnTo>
                  <a:lnTo>
                    <a:pt x="686688" y="987628"/>
                  </a:lnTo>
                  <a:cubicBezTo>
                    <a:pt x="686688" y="987628"/>
                    <a:pt x="688304" y="991227"/>
                    <a:pt x="688640" y="991530"/>
                  </a:cubicBezTo>
                  <a:cubicBezTo>
                    <a:pt x="688977" y="991867"/>
                    <a:pt x="690929" y="994120"/>
                    <a:pt x="690929" y="994120"/>
                  </a:cubicBezTo>
                  <a:lnTo>
                    <a:pt x="691568" y="996072"/>
                  </a:lnTo>
                  <a:cubicBezTo>
                    <a:pt x="691568" y="996072"/>
                    <a:pt x="692881" y="996980"/>
                    <a:pt x="693217" y="997316"/>
                  </a:cubicBezTo>
                  <a:cubicBezTo>
                    <a:pt x="693554" y="997652"/>
                    <a:pt x="695506" y="998796"/>
                    <a:pt x="695506" y="998796"/>
                  </a:cubicBezTo>
                  <a:lnTo>
                    <a:pt x="696381" y="998796"/>
                  </a:lnTo>
                  <a:cubicBezTo>
                    <a:pt x="696381" y="998796"/>
                    <a:pt x="698434" y="999671"/>
                    <a:pt x="699107" y="999671"/>
                  </a:cubicBezTo>
                  <a:cubicBezTo>
                    <a:pt x="699746" y="999671"/>
                    <a:pt x="702573" y="998964"/>
                    <a:pt x="703011" y="999402"/>
                  </a:cubicBezTo>
                  <a:cubicBezTo>
                    <a:pt x="703448" y="999839"/>
                    <a:pt x="705501" y="1000546"/>
                    <a:pt x="705501" y="1000546"/>
                  </a:cubicBezTo>
                  <a:lnTo>
                    <a:pt x="708530" y="1000546"/>
                  </a:lnTo>
                  <a:cubicBezTo>
                    <a:pt x="708530" y="1000546"/>
                    <a:pt x="709943" y="999772"/>
                    <a:pt x="710919" y="1000209"/>
                  </a:cubicBezTo>
                  <a:cubicBezTo>
                    <a:pt x="711895" y="1000646"/>
                    <a:pt x="714386" y="1000546"/>
                    <a:pt x="715160" y="1000546"/>
                  </a:cubicBezTo>
                  <a:cubicBezTo>
                    <a:pt x="715934" y="1000546"/>
                    <a:pt x="718963" y="1000546"/>
                    <a:pt x="718963" y="1000546"/>
                  </a:cubicBezTo>
                  <a:lnTo>
                    <a:pt x="720578" y="1001757"/>
                  </a:lnTo>
                  <a:lnTo>
                    <a:pt x="723069" y="1002396"/>
                  </a:lnTo>
                  <a:cubicBezTo>
                    <a:pt x="723069" y="1002396"/>
                    <a:pt x="725896" y="1003472"/>
                    <a:pt x="726434" y="1003607"/>
                  </a:cubicBezTo>
                  <a:cubicBezTo>
                    <a:pt x="726973" y="1003708"/>
                    <a:pt x="728184" y="1003169"/>
                    <a:pt x="728487" y="1003607"/>
                  </a:cubicBezTo>
                  <a:cubicBezTo>
                    <a:pt x="728824" y="1004044"/>
                    <a:pt x="729699" y="1004380"/>
                    <a:pt x="730002" y="1004818"/>
                  </a:cubicBezTo>
                  <a:cubicBezTo>
                    <a:pt x="730338" y="1005255"/>
                    <a:pt x="730776" y="1005457"/>
                    <a:pt x="731415" y="1006332"/>
                  </a:cubicBezTo>
                  <a:cubicBezTo>
                    <a:pt x="732054" y="1007206"/>
                    <a:pt x="732728" y="1008081"/>
                    <a:pt x="733266" y="1008518"/>
                  </a:cubicBezTo>
                  <a:cubicBezTo>
                    <a:pt x="733805" y="1008956"/>
                    <a:pt x="735454" y="1010570"/>
                    <a:pt x="735756" y="1010906"/>
                  </a:cubicBezTo>
                  <a:cubicBezTo>
                    <a:pt x="736093" y="1011243"/>
                    <a:pt x="737809" y="1012521"/>
                    <a:pt x="737809" y="1012521"/>
                  </a:cubicBezTo>
                  <a:lnTo>
                    <a:pt x="741612" y="1014472"/>
                  </a:lnTo>
                  <a:lnTo>
                    <a:pt x="748444" y="1014472"/>
                  </a:lnTo>
                  <a:lnTo>
                    <a:pt x="751709" y="1013160"/>
                  </a:lnTo>
                  <a:lnTo>
                    <a:pt x="755512" y="1009797"/>
                  </a:lnTo>
                  <a:lnTo>
                    <a:pt x="758339" y="1006332"/>
                  </a:lnTo>
                  <a:lnTo>
                    <a:pt x="760964" y="1004414"/>
                  </a:lnTo>
                  <a:lnTo>
                    <a:pt x="763555" y="1002295"/>
                  </a:lnTo>
                  <a:lnTo>
                    <a:pt x="765844" y="1002295"/>
                  </a:lnTo>
                  <a:lnTo>
                    <a:pt x="769209" y="1003506"/>
                  </a:lnTo>
                  <a:cubicBezTo>
                    <a:pt x="769209" y="1003506"/>
                    <a:pt x="773450" y="1005558"/>
                    <a:pt x="773786" y="1005692"/>
                  </a:cubicBezTo>
                  <a:cubicBezTo>
                    <a:pt x="774123" y="1005793"/>
                    <a:pt x="776277" y="1007543"/>
                    <a:pt x="776277" y="1007543"/>
                  </a:cubicBezTo>
                  <a:lnTo>
                    <a:pt x="777690" y="1009830"/>
                  </a:lnTo>
                  <a:lnTo>
                    <a:pt x="781156" y="1012320"/>
                  </a:lnTo>
                  <a:cubicBezTo>
                    <a:pt x="781156" y="1012320"/>
                    <a:pt x="783445" y="1013396"/>
                    <a:pt x="784320" y="1013968"/>
                  </a:cubicBezTo>
                  <a:cubicBezTo>
                    <a:pt x="785195" y="1014506"/>
                    <a:pt x="787786" y="1015111"/>
                    <a:pt x="788224" y="1015313"/>
                  </a:cubicBezTo>
                  <a:cubicBezTo>
                    <a:pt x="788661" y="1015549"/>
                    <a:pt x="789873" y="1016255"/>
                    <a:pt x="791152" y="1016255"/>
                  </a:cubicBezTo>
                  <a:cubicBezTo>
                    <a:pt x="792464" y="1016255"/>
                    <a:pt x="795392" y="1016255"/>
                    <a:pt x="795392" y="1016255"/>
                  </a:cubicBezTo>
                  <a:cubicBezTo>
                    <a:pt x="795392" y="1016255"/>
                    <a:pt x="797243" y="1016592"/>
                    <a:pt x="797883" y="1016255"/>
                  </a:cubicBezTo>
                  <a:cubicBezTo>
                    <a:pt x="798522" y="1015919"/>
                    <a:pt x="800474" y="1015717"/>
                    <a:pt x="801484" y="1015482"/>
                  </a:cubicBezTo>
                  <a:cubicBezTo>
                    <a:pt x="802460" y="1015246"/>
                    <a:pt x="804748" y="1015044"/>
                    <a:pt x="804748" y="1015044"/>
                  </a:cubicBezTo>
                  <a:lnTo>
                    <a:pt x="806599" y="1014708"/>
                  </a:lnTo>
                  <a:lnTo>
                    <a:pt x="810200" y="1013530"/>
                  </a:lnTo>
                  <a:cubicBezTo>
                    <a:pt x="810200" y="1013530"/>
                    <a:pt x="811715" y="1011781"/>
                    <a:pt x="812152" y="1011344"/>
                  </a:cubicBezTo>
                  <a:cubicBezTo>
                    <a:pt x="812590" y="1010906"/>
                    <a:pt x="814340" y="1008316"/>
                    <a:pt x="814340" y="1008316"/>
                  </a:cubicBezTo>
                  <a:lnTo>
                    <a:pt x="816628" y="1005053"/>
                  </a:lnTo>
                  <a:lnTo>
                    <a:pt x="819994" y="1003842"/>
                  </a:lnTo>
                  <a:cubicBezTo>
                    <a:pt x="819994" y="1003842"/>
                    <a:pt x="822181" y="1002867"/>
                    <a:pt x="822619" y="1002867"/>
                  </a:cubicBezTo>
                  <a:cubicBezTo>
                    <a:pt x="823056" y="1002867"/>
                    <a:pt x="828273" y="1001992"/>
                    <a:pt x="828273" y="1001992"/>
                  </a:cubicBezTo>
                  <a:lnTo>
                    <a:pt x="833052" y="1001117"/>
                  </a:lnTo>
                  <a:lnTo>
                    <a:pt x="839480" y="1002194"/>
                  </a:lnTo>
                  <a:lnTo>
                    <a:pt x="842744" y="1001319"/>
                  </a:lnTo>
                  <a:lnTo>
                    <a:pt x="849273" y="1000007"/>
                  </a:lnTo>
                  <a:cubicBezTo>
                    <a:pt x="849273" y="1000007"/>
                    <a:pt x="852538" y="1001319"/>
                    <a:pt x="853076" y="1001757"/>
                  </a:cubicBezTo>
                  <a:cubicBezTo>
                    <a:pt x="853615" y="1002194"/>
                    <a:pt x="856778" y="1004683"/>
                    <a:pt x="856778" y="1004683"/>
                  </a:cubicBezTo>
                  <a:cubicBezTo>
                    <a:pt x="856778" y="1004683"/>
                    <a:pt x="858394" y="1006870"/>
                    <a:pt x="858966" y="1007307"/>
                  </a:cubicBezTo>
                  <a:cubicBezTo>
                    <a:pt x="859504" y="1007744"/>
                    <a:pt x="861995" y="1014136"/>
                    <a:pt x="861995" y="1014136"/>
                  </a:cubicBezTo>
                  <a:lnTo>
                    <a:pt x="862870" y="1016356"/>
                  </a:lnTo>
                  <a:lnTo>
                    <a:pt x="862971" y="1023387"/>
                  </a:lnTo>
                  <a:lnTo>
                    <a:pt x="862634" y="1027390"/>
                  </a:lnTo>
                  <a:cubicBezTo>
                    <a:pt x="862634" y="1027390"/>
                    <a:pt x="861322" y="1035632"/>
                    <a:pt x="860783" y="1036069"/>
                  </a:cubicBezTo>
                  <a:cubicBezTo>
                    <a:pt x="860245" y="1036506"/>
                    <a:pt x="858394" y="1037583"/>
                    <a:pt x="858394" y="1038020"/>
                  </a:cubicBezTo>
                  <a:cubicBezTo>
                    <a:pt x="858394" y="1038457"/>
                    <a:pt x="856475" y="1043268"/>
                    <a:pt x="856475" y="1043268"/>
                  </a:cubicBezTo>
                  <a:lnTo>
                    <a:pt x="853581" y="1048785"/>
                  </a:lnTo>
                  <a:lnTo>
                    <a:pt x="851259" y="1050971"/>
                  </a:lnTo>
                  <a:lnTo>
                    <a:pt x="848129" y="1059650"/>
                  </a:lnTo>
                  <a:lnTo>
                    <a:pt x="846749" y="1064730"/>
                  </a:lnTo>
                  <a:lnTo>
                    <a:pt x="846749" y="1074418"/>
                  </a:lnTo>
                  <a:cubicBezTo>
                    <a:pt x="846749" y="1074418"/>
                    <a:pt x="848062" y="1079330"/>
                    <a:pt x="848062" y="1079935"/>
                  </a:cubicBezTo>
                  <a:cubicBezTo>
                    <a:pt x="848062" y="1080507"/>
                    <a:pt x="850822" y="1085284"/>
                    <a:pt x="850956" y="1085721"/>
                  </a:cubicBezTo>
                  <a:cubicBezTo>
                    <a:pt x="851091" y="1086158"/>
                    <a:pt x="853413" y="1090498"/>
                    <a:pt x="853985" y="1091373"/>
                  </a:cubicBezTo>
                  <a:cubicBezTo>
                    <a:pt x="854557" y="1092247"/>
                    <a:pt x="857754" y="1096721"/>
                    <a:pt x="858327" y="1096889"/>
                  </a:cubicBezTo>
                  <a:cubicBezTo>
                    <a:pt x="858899" y="1097024"/>
                    <a:pt x="863105" y="1098639"/>
                    <a:pt x="863846" y="1099076"/>
                  </a:cubicBezTo>
                  <a:cubicBezTo>
                    <a:pt x="864586" y="1099513"/>
                    <a:pt x="866033" y="1098067"/>
                    <a:pt x="867750" y="1098201"/>
                  </a:cubicBezTo>
                  <a:cubicBezTo>
                    <a:pt x="869500" y="1098336"/>
                    <a:pt x="871519" y="1097192"/>
                    <a:pt x="872529" y="1096183"/>
                  </a:cubicBezTo>
                  <a:cubicBezTo>
                    <a:pt x="873538" y="1095174"/>
                    <a:pt x="875558" y="1093155"/>
                    <a:pt x="875558" y="1093155"/>
                  </a:cubicBezTo>
                  <a:cubicBezTo>
                    <a:pt x="875558" y="1093155"/>
                    <a:pt x="878149" y="1090128"/>
                    <a:pt x="878452" y="1089691"/>
                  </a:cubicBezTo>
                  <a:cubicBezTo>
                    <a:pt x="878755" y="1089253"/>
                    <a:pt x="881212" y="1085048"/>
                    <a:pt x="881212" y="1085048"/>
                  </a:cubicBezTo>
                  <a:cubicBezTo>
                    <a:pt x="881212" y="1085048"/>
                    <a:pt x="881514" y="1082021"/>
                    <a:pt x="881514" y="1081415"/>
                  </a:cubicBezTo>
                  <a:cubicBezTo>
                    <a:pt x="881514" y="1080843"/>
                    <a:pt x="881514" y="1074452"/>
                    <a:pt x="881514" y="1074452"/>
                  </a:cubicBezTo>
                  <a:cubicBezTo>
                    <a:pt x="881514" y="1074452"/>
                    <a:pt x="881380" y="1069810"/>
                    <a:pt x="881514" y="1069238"/>
                  </a:cubicBezTo>
                  <a:cubicBezTo>
                    <a:pt x="881649" y="1068666"/>
                    <a:pt x="882524" y="1063586"/>
                    <a:pt x="882524" y="1063586"/>
                  </a:cubicBezTo>
                  <a:cubicBezTo>
                    <a:pt x="882524" y="1063586"/>
                    <a:pt x="883837" y="1057632"/>
                    <a:pt x="884106" y="1057195"/>
                  </a:cubicBezTo>
                  <a:cubicBezTo>
                    <a:pt x="884375" y="1056757"/>
                    <a:pt x="887000" y="1053562"/>
                    <a:pt x="887000" y="1053562"/>
                  </a:cubicBezTo>
                  <a:lnTo>
                    <a:pt x="891645" y="1049929"/>
                  </a:lnTo>
                  <a:lnTo>
                    <a:pt x="894101" y="1047170"/>
                  </a:lnTo>
                  <a:lnTo>
                    <a:pt x="896558" y="1044109"/>
                  </a:lnTo>
                  <a:lnTo>
                    <a:pt x="898880" y="1042090"/>
                  </a:lnTo>
                  <a:lnTo>
                    <a:pt x="901909" y="1038760"/>
                  </a:lnTo>
                  <a:lnTo>
                    <a:pt x="906553" y="1036305"/>
                  </a:lnTo>
                  <a:lnTo>
                    <a:pt x="913958" y="1031090"/>
                  </a:lnTo>
                  <a:lnTo>
                    <a:pt x="917424" y="1028500"/>
                  </a:lnTo>
                  <a:cubicBezTo>
                    <a:pt x="917424" y="1028500"/>
                    <a:pt x="921059" y="1026044"/>
                    <a:pt x="921496" y="1025742"/>
                  </a:cubicBezTo>
                  <a:cubicBezTo>
                    <a:pt x="921934" y="1025439"/>
                    <a:pt x="925400" y="1022411"/>
                    <a:pt x="925838" y="1022411"/>
                  </a:cubicBezTo>
                  <a:cubicBezTo>
                    <a:pt x="926275" y="1022411"/>
                    <a:pt x="930616" y="1020090"/>
                    <a:pt x="930616" y="1020090"/>
                  </a:cubicBezTo>
                  <a:lnTo>
                    <a:pt x="934083" y="1016188"/>
                  </a:lnTo>
                  <a:lnTo>
                    <a:pt x="937112" y="1014170"/>
                  </a:lnTo>
                  <a:lnTo>
                    <a:pt x="940881" y="1012286"/>
                  </a:lnTo>
                  <a:lnTo>
                    <a:pt x="942900" y="1011848"/>
                  </a:lnTo>
                  <a:lnTo>
                    <a:pt x="946367" y="1010537"/>
                  </a:lnTo>
                  <a:lnTo>
                    <a:pt x="950708" y="1010099"/>
                  </a:lnTo>
                  <a:lnTo>
                    <a:pt x="955622" y="1009797"/>
                  </a:lnTo>
                  <a:lnTo>
                    <a:pt x="960973" y="1008922"/>
                  </a:lnTo>
                  <a:lnTo>
                    <a:pt x="966761" y="1009225"/>
                  </a:lnTo>
                  <a:lnTo>
                    <a:pt x="975007" y="1011680"/>
                  </a:lnTo>
                  <a:cubicBezTo>
                    <a:pt x="975007" y="1011680"/>
                    <a:pt x="979517" y="1013867"/>
                    <a:pt x="980089" y="1013867"/>
                  </a:cubicBezTo>
                  <a:cubicBezTo>
                    <a:pt x="980661" y="1013867"/>
                    <a:pt x="984430" y="1014741"/>
                    <a:pt x="985002" y="1014741"/>
                  </a:cubicBezTo>
                  <a:cubicBezTo>
                    <a:pt x="985574" y="1014741"/>
                    <a:pt x="989074" y="1015044"/>
                    <a:pt x="989074" y="1015044"/>
                  </a:cubicBezTo>
                  <a:lnTo>
                    <a:pt x="994729" y="1015347"/>
                  </a:lnTo>
                  <a:cubicBezTo>
                    <a:pt x="994729" y="1015347"/>
                    <a:pt x="997926" y="1016053"/>
                    <a:pt x="998363" y="1016222"/>
                  </a:cubicBezTo>
                  <a:cubicBezTo>
                    <a:pt x="998801" y="1016356"/>
                    <a:pt x="1000382" y="1017231"/>
                    <a:pt x="1000820" y="1017668"/>
                  </a:cubicBezTo>
                  <a:cubicBezTo>
                    <a:pt x="1001257" y="1018105"/>
                    <a:pt x="1003849" y="1020696"/>
                    <a:pt x="1003849" y="1020696"/>
                  </a:cubicBezTo>
                  <a:lnTo>
                    <a:pt x="1007181" y="1024161"/>
                  </a:lnTo>
                  <a:cubicBezTo>
                    <a:pt x="1007181" y="1024161"/>
                    <a:pt x="1007753" y="1026044"/>
                    <a:pt x="1008190" y="1026179"/>
                  </a:cubicBezTo>
                  <a:cubicBezTo>
                    <a:pt x="1008628" y="1026313"/>
                    <a:pt x="1013104" y="1029206"/>
                    <a:pt x="1013104" y="1029206"/>
                  </a:cubicBezTo>
                  <a:lnTo>
                    <a:pt x="1016436" y="1033411"/>
                  </a:lnTo>
                  <a:lnTo>
                    <a:pt x="1017883" y="1036305"/>
                  </a:lnTo>
                  <a:cubicBezTo>
                    <a:pt x="1017883" y="1036305"/>
                    <a:pt x="1021349" y="1037616"/>
                    <a:pt x="1022224" y="1037616"/>
                  </a:cubicBezTo>
                  <a:cubicBezTo>
                    <a:pt x="1023099" y="1037616"/>
                    <a:pt x="1027878" y="1038794"/>
                    <a:pt x="1028450" y="1038794"/>
                  </a:cubicBezTo>
                  <a:cubicBezTo>
                    <a:pt x="1029022" y="1038794"/>
                    <a:pt x="1033532" y="1038794"/>
                    <a:pt x="1033532" y="1038794"/>
                  </a:cubicBezTo>
                  <a:cubicBezTo>
                    <a:pt x="1033532" y="1038794"/>
                    <a:pt x="1035720" y="1038491"/>
                    <a:pt x="1036292" y="1038491"/>
                  </a:cubicBezTo>
                  <a:cubicBezTo>
                    <a:pt x="1036864" y="1038491"/>
                    <a:pt x="1039927" y="1038491"/>
                    <a:pt x="1040499" y="1038626"/>
                  </a:cubicBezTo>
                  <a:cubicBezTo>
                    <a:pt x="1041071" y="1038760"/>
                    <a:pt x="1044133" y="1039769"/>
                    <a:pt x="1044133" y="1039769"/>
                  </a:cubicBezTo>
                  <a:lnTo>
                    <a:pt x="1045143" y="1040510"/>
                  </a:lnTo>
                  <a:lnTo>
                    <a:pt x="1049047" y="1043100"/>
                  </a:lnTo>
                  <a:lnTo>
                    <a:pt x="1051941" y="1045118"/>
                  </a:lnTo>
                  <a:lnTo>
                    <a:pt x="1054129" y="1048886"/>
                  </a:lnTo>
                  <a:lnTo>
                    <a:pt x="1055576" y="1053225"/>
                  </a:lnTo>
                  <a:lnTo>
                    <a:pt x="1060792" y="1058742"/>
                  </a:lnTo>
                  <a:lnTo>
                    <a:pt x="1063384" y="1060626"/>
                  </a:lnTo>
                  <a:lnTo>
                    <a:pt x="1065841" y="1063519"/>
                  </a:lnTo>
                  <a:lnTo>
                    <a:pt x="1067725" y="1065403"/>
                  </a:lnTo>
                  <a:lnTo>
                    <a:pt x="1071495" y="1068430"/>
                  </a:lnTo>
                  <a:lnTo>
                    <a:pt x="1074120" y="1070180"/>
                  </a:lnTo>
                  <a:lnTo>
                    <a:pt x="1077014" y="1072198"/>
                  </a:lnTo>
                  <a:cubicBezTo>
                    <a:pt x="1077014" y="1072198"/>
                    <a:pt x="1080480" y="1073207"/>
                    <a:pt x="1081086" y="1073342"/>
                  </a:cubicBezTo>
                  <a:cubicBezTo>
                    <a:pt x="1081658" y="1073476"/>
                    <a:pt x="1082971" y="1074216"/>
                    <a:pt x="1084721" y="1073914"/>
                  </a:cubicBezTo>
                  <a:cubicBezTo>
                    <a:pt x="1086471" y="1073611"/>
                    <a:pt x="1085293" y="1074788"/>
                    <a:pt x="1086740" y="1072030"/>
                  </a:cubicBezTo>
                  <a:cubicBezTo>
                    <a:pt x="1088187" y="1069271"/>
                    <a:pt x="1087178" y="1068834"/>
                    <a:pt x="1087178" y="1068834"/>
                  </a:cubicBezTo>
                  <a:cubicBezTo>
                    <a:pt x="1087178" y="1068834"/>
                    <a:pt x="1086606" y="1068531"/>
                    <a:pt x="1088759" y="1067253"/>
                  </a:cubicBezTo>
                  <a:cubicBezTo>
                    <a:pt x="1090947" y="1065941"/>
                    <a:pt x="1090947" y="1065941"/>
                    <a:pt x="1090947" y="1065941"/>
                  </a:cubicBezTo>
                  <a:lnTo>
                    <a:pt x="1094851" y="1065504"/>
                  </a:lnTo>
                  <a:lnTo>
                    <a:pt x="1097038" y="1064932"/>
                  </a:lnTo>
                  <a:lnTo>
                    <a:pt x="1101514" y="1065369"/>
                  </a:lnTo>
                  <a:lnTo>
                    <a:pt x="1103837" y="1065235"/>
                  </a:lnTo>
                  <a:cubicBezTo>
                    <a:pt x="1103837" y="1065235"/>
                    <a:pt x="1106024" y="1064932"/>
                    <a:pt x="1106428" y="1064797"/>
                  </a:cubicBezTo>
                  <a:cubicBezTo>
                    <a:pt x="1106866" y="1064663"/>
                    <a:pt x="1108313" y="1063788"/>
                    <a:pt x="1108313" y="1063788"/>
                  </a:cubicBezTo>
                  <a:lnTo>
                    <a:pt x="1112789" y="1063216"/>
                  </a:lnTo>
                  <a:lnTo>
                    <a:pt x="1116087" y="1064225"/>
                  </a:lnTo>
                  <a:lnTo>
                    <a:pt x="1118443" y="1065672"/>
                  </a:lnTo>
                  <a:cubicBezTo>
                    <a:pt x="1118443" y="1065672"/>
                    <a:pt x="1120327" y="1068430"/>
                    <a:pt x="1120765" y="1068699"/>
                  </a:cubicBezTo>
                  <a:cubicBezTo>
                    <a:pt x="1121202" y="1069002"/>
                    <a:pt x="1123356" y="1072467"/>
                    <a:pt x="1123356" y="1072467"/>
                  </a:cubicBezTo>
                  <a:lnTo>
                    <a:pt x="1125948" y="1073914"/>
                  </a:lnTo>
                  <a:lnTo>
                    <a:pt x="1127967" y="1075663"/>
                  </a:lnTo>
                  <a:lnTo>
                    <a:pt x="1129414" y="1078253"/>
                  </a:lnTo>
                  <a:lnTo>
                    <a:pt x="1130996" y="1080002"/>
                  </a:lnTo>
                  <a:lnTo>
                    <a:pt x="1131736" y="1081752"/>
                  </a:lnTo>
                  <a:lnTo>
                    <a:pt x="1131736" y="1084813"/>
                  </a:lnTo>
                  <a:lnTo>
                    <a:pt x="1133486" y="1089455"/>
                  </a:lnTo>
                  <a:lnTo>
                    <a:pt x="1133486" y="1091776"/>
                  </a:lnTo>
                  <a:lnTo>
                    <a:pt x="1133486" y="1096990"/>
                  </a:lnTo>
                  <a:lnTo>
                    <a:pt x="1132780" y="1099883"/>
                  </a:lnTo>
                  <a:lnTo>
                    <a:pt x="1131030" y="1103079"/>
                  </a:lnTo>
                  <a:cubicBezTo>
                    <a:pt x="1131030" y="1103079"/>
                    <a:pt x="1130289" y="1105097"/>
                    <a:pt x="1130155" y="1105703"/>
                  </a:cubicBezTo>
                  <a:cubicBezTo>
                    <a:pt x="1130020" y="1106275"/>
                    <a:pt x="1129852" y="1110043"/>
                    <a:pt x="1130289" y="1110614"/>
                  </a:cubicBezTo>
                  <a:cubicBezTo>
                    <a:pt x="1130727" y="1111186"/>
                    <a:pt x="1131030" y="1111758"/>
                    <a:pt x="1131030" y="1112633"/>
                  </a:cubicBezTo>
                  <a:cubicBezTo>
                    <a:pt x="1131030" y="1113507"/>
                    <a:pt x="1130895" y="1115660"/>
                    <a:pt x="1130895" y="1115660"/>
                  </a:cubicBezTo>
                  <a:lnTo>
                    <a:pt x="1130592" y="1120000"/>
                  </a:lnTo>
                  <a:lnTo>
                    <a:pt x="1133486" y="1123330"/>
                  </a:lnTo>
                  <a:lnTo>
                    <a:pt x="1135674" y="1125214"/>
                  </a:lnTo>
                  <a:cubicBezTo>
                    <a:pt x="1135674" y="1125214"/>
                    <a:pt x="1137121" y="1124642"/>
                    <a:pt x="1137693" y="1125214"/>
                  </a:cubicBezTo>
                  <a:cubicBezTo>
                    <a:pt x="1138265" y="1125786"/>
                    <a:pt x="1141765" y="1126661"/>
                    <a:pt x="1142169" y="1126661"/>
                  </a:cubicBezTo>
                  <a:cubicBezTo>
                    <a:pt x="1142607" y="1126661"/>
                    <a:pt x="1146241" y="1126526"/>
                    <a:pt x="1147083" y="1126661"/>
                  </a:cubicBezTo>
                  <a:cubicBezTo>
                    <a:pt x="1147958" y="1126795"/>
                    <a:pt x="1148092" y="1126526"/>
                    <a:pt x="1149540" y="1126661"/>
                  </a:cubicBezTo>
                  <a:cubicBezTo>
                    <a:pt x="1150987" y="1126795"/>
                    <a:pt x="1153612" y="1126593"/>
                    <a:pt x="1154184" y="1126694"/>
                  </a:cubicBezTo>
                  <a:cubicBezTo>
                    <a:pt x="1154756" y="1126795"/>
                    <a:pt x="1155934" y="1125618"/>
                    <a:pt x="1157381" y="1126694"/>
                  </a:cubicBezTo>
                  <a:cubicBezTo>
                    <a:pt x="1158828" y="1127804"/>
                    <a:pt x="1162025" y="1130697"/>
                    <a:pt x="1162463" y="1130832"/>
                  </a:cubicBezTo>
                  <a:cubicBezTo>
                    <a:pt x="1162901" y="1130966"/>
                    <a:pt x="1164651" y="1130966"/>
                    <a:pt x="1165795" y="1132413"/>
                  </a:cubicBezTo>
                  <a:cubicBezTo>
                    <a:pt x="1166939" y="1133860"/>
                    <a:pt x="1169564" y="1137190"/>
                    <a:pt x="1170271" y="1137762"/>
                  </a:cubicBezTo>
                  <a:cubicBezTo>
                    <a:pt x="1170978" y="1138333"/>
                    <a:pt x="1172290" y="1141092"/>
                    <a:pt x="1172290" y="1141092"/>
                  </a:cubicBezTo>
                  <a:cubicBezTo>
                    <a:pt x="1172290" y="1141092"/>
                    <a:pt x="1171987" y="1141967"/>
                    <a:pt x="1172290" y="1143548"/>
                  </a:cubicBezTo>
                  <a:cubicBezTo>
                    <a:pt x="1172593" y="1145129"/>
                    <a:pt x="1173165" y="1147618"/>
                    <a:pt x="1173165" y="1147618"/>
                  </a:cubicBezTo>
                  <a:cubicBezTo>
                    <a:pt x="1173165" y="1147618"/>
                    <a:pt x="1172290" y="1150646"/>
                    <a:pt x="1172290" y="1151520"/>
                  </a:cubicBezTo>
                  <a:cubicBezTo>
                    <a:pt x="1172290" y="1152395"/>
                    <a:pt x="1170978" y="1153404"/>
                    <a:pt x="1170978" y="1153404"/>
                  </a:cubicBezTo>
                  <a:lnTo>
                    <a:pt x="1167949" y="1159325"/>
                  </a:lnTo>
                  <a:lnTo>
                    <a:pt x="1165929" y="1162218"/>
                  </a:lnTo>
                  <a:lnTo>
                    <a:pt x="1164920" y="1165111"/>
                  </a:lnTo>
                  <a:lnTo>
                    <a:pt x="1164348" y="1166860"/>
                  </a:lnTo>
                  <a:lnTo>
                    <a:pt x="1163607" y="1168575"/>
                  </a:lnTo>
                  <a:lnTo>
                    <a:pt x="1164348" y="1172646"/>
                  </a:lnTo>
                  <a:lnTo>
                    <a:pt x="1164785" y="1175674"/>
                  </a:lnTo>
                  <a:lnTo>
                    <a:pt x="1164785" y="1176817"/>
                  </a:lnTo>
                  <a:lnTo>
                    <a:pt x="1164348" y="1180720"/>
                  </a:lnTo>
                  <a:lnTo>
                    <a:pt x="1164785" y="1184790"/>
                  </a:lnTo>
                  <a:lnTo>
                    <a:pt x="1164785" y="1187246"/>
                  </a:lnTo>
                  <a:lnTo>
                    <a:pt x="1164213" y="1189129"/>
                  </a:lnTo>
                  <a:lnTo>
                    <a:pt x="1164078" y="1192325"/>
                  </a:lnTo>
                  <a:lnTo>
                    <a:pt x="1163944" y="1194781"/>
                  </a:lnTo>
                  <a:lnTo>
                    <a:pt x="1164516" y="1198246"/>
                  </a:lnTo>
                  <a:lnTo>
                    <a:pt x="1164651" y="1201711"/>
                  </a:lnTo>
                  <a:lnTo>
                    <a:pt x="1164718" y="1203292"/>
                  </a:lnTo>
                  <a:lnTo>
                    <a:pt x="1165862" y="1204570"/>
                  </a:lnTo>
                  <a:lnTo>
                    <a:pt x="1167175" y="1205478"/>
                  </a:lnTo>
                  <a:lnTo>
                    <a:pt x="1169127" y="1205478"/>
                  </a:lnTo>
                  <a:cubicBezTo>
                    <a:pt x="1169127" y="1205478"/>
                    <a:pt x="1174040" y="1206454"/>
                    <a:pt x="1174276" y="1206454"/>
                  </a:cubicBezTo>
                  <a:cubicBezTo>
                    <a:pt x="1174511" y="1206454"/>
                    <a:pt x="1178348" y="1207228"/>
                    <a:pt x="1178348" y="1207228"/>
                  </a:cubicBezTo>
                  <a:lnTo>
                    <a:pt x="1181309" y="1207228"/>
                  </a:lnTo>
                  <a:lnTo>
                    <a:pt x="1184776" y="1207228"/>
                  </a:lnTo>
                  <a:cubicBezTo>
                    <a:pt x="1184776" y="1207228"/>
                    <a:pt x="1187738" y="1207362"/>
                    <a:pt x="1188175" y="1207228"/>
                  </a:cubicBezTo>
                  <a:cubicBezTo>
                    <a:pt x="1188613" y="1207093"/>
                    <a:pt x="1189858" y="1207059"/>
                    <a:pt x="1190632" y="1207059"/>
                  </a:cubicBezTo>
                  <a:cubicBezTo>
                    <a:pt x="1191440" y="1207059"/>
                    <a:pt x="1195781" y="1207228"/>
                    <a:pt x="1195781" y="1207228"/>
                  </a:cubicBezTo>
                  <a:lnTo>
                    <a:pt x="1198675" y="1207228"/>
                  </a:lnTo>
                  <a:lnTo>
                    <a:pt x="1201637" y="1207228"/>
                  </a:lnTo>
                  <a:lnTo>
                    <a:pt x="1205608" y="1207228"/>
                  </a:lnTo>
                  <a:cubicBezTo>
                    <a:pt x="1205608" y="1207228"/>
                    <a:pt x="1209377" y="1207497"/>
                    <a:pt x="1209815" y="1207295"/>
                  </a:cubicBezTo>
                  <a:cubicBezTo>
                    <a:pt x="1210252" y="1207093"/>
                    <a:pt x="1215469" y="1208741"/>
                    <a:pt x="1215469" y="1208741"/>
                  </a:cubicBezTo>
                  <a:lnTo>
                    <a:pt x="1217152" y="1209683"/>
                  </a:lnTo>
                  <a:lnTo>
                    <a:pt x="1221358" y="1210255"/>
                  </a:lnTo>
                  <a:lnTo>
                    <a:pt x="1228762" y="1211903"/>
                  </a:lnTo>
                  <a:lnTo>
                    <a:pt x="1232599" y="1212711"/>
                  </a:lnTo>
                  <a:lnTo>
                    <a:pt x="1237243" y="1214292"/>
                  </a:lnTo>
                  <a:cubicBezTo>
                    <a:pt x="1237243" y="1214292"/>
                    <a:pt x="1244715" y="1216310"/>
                    <a:pt x="1244917" y="1216310"/>
                  </a:cubicBezTo>
                  <a:cubicBezTo>
                    <a:pt x="1245119" y="1216310"/>
                    <a:pt x="1252657" y="1219270"/>
                    <a:pt x="1252960" y="1219439"/>
                  </a:cubicBezTo>
                  <a:cubicBezTo>
                    <a:pt x="1253263" y="1219573"/>
                    <a:pt x="1258681" y="1220582"/>
                    <a:pt x="1258984" y="1220751"/>
                  </a:cubicBezTo>
                  <a:cubicBezTo>
                    <a:pt x="1259287" y="1220885"/>
                    <a:pt x="1267533" y="1220952"/>
                    <a:pt x="1269047" y="1221121"/>
                  </a:cubicBezTo>
                  <a:cubicBezTo>
                    <a:pt x="1270561" y="1221255"/>
                    <a:pt x="1275004" y="1221020"/>
                    <a:pt x="1277528" y="1221020"/>
                  </a:cubicBezTo>
                  <a:cubicBezTo>
                    <a:pt x="1280052" y="1221020"/>
                    <a:pt x="1285942" y="1221121"/>
                    <a:pt x="1286211" y="1221121"/>
                  </a:cubicBezTo>
                  <a:cubicBezTo>
                    <a:pt x="1286480" y="1221121"/>
                    <a:pt x="1297788" y="1221121"/>
                    <a:pt x="1297788" y="1221121"/>
                  </a:cubicBezTo>
                  <a:lnTo>
                    <a:pt x="1307077" y="1219674"/>
                  </a:lnTo>
                  <a:cubicBezTo>
                    <a:pt x="1307077" y="1219674"/>
                    <a:pt x="1315255" y="1219741"/>
                    <a:pt x="1315558" y="1219741"/>
                  </a:cubicBezTo>
                  <a:cubicBezTo>
                    <a:pt x="1315861" y="1219741"/>
                    <a:pt x="1323029" y="1219809"/>
                    <a:pt x="1324106" y="1219674"/>
                  </a:cubicBezTo>
                  <a:cubicBezTo>
                    <a:pt x="1325183" y="1219540"/>
                    <a:pt x="1330332" y="1218867"/>
                    <a:pt x="1330635" y="1218867"/>
                  </a:cubicBezTo>
                  <a:cubicBezTo>
                    <a:pt x="1330938" y="1218867"/>
                    <a:pt x="1336289" y="1217050"/>
                    <a:pt x="1336928" y="1216781"/>
                  </a:cubicBezTo>
                  <a:cubicBezTo>
                    <a:pt x="1337568" y="1216478"/>
                    <a:pt x="1338746" y="1213956"/>
                    <a:pt x="1338880" y="1213754"/>
                  </a:cubicBezTo>
                  <a:cubicBezTo>
                    <a:pt x="1339015" y="1213552"/>
                    <a:pt x="1342212" y="1210289"/>
                    <a:pt x="1342212" y="1210289"/>
                  </a:cubicBezTo>
                  <a:cubicBezTo>
                    <a:pt x="1342212" y="1210289"/>
                    <a:pt x="1344602" y="1206588"/>
                    <a:pt x="1344736" y="1206387"/>
                  </a:cubicBezTo>
                  <a:cubicBezTo>
                    <a:pt x="1344871" y="1206185"/>
                    <a:pt x="1346823" y="1203493"/>
                    <a:pt x="1346991" y="1203191"/>
                  </a:cubicBezTo>
                  <a:cubicBezTo>
                    <a:pt x="1347126" y="1202888"/>
                    <a:pt x="1347294" y="1201610"/>
                    <a:pt x="1347933" y="1201004"/>
                  </a:cubicBezTo>
                  <a:cubicBezTo>
                    <a:pt x="1348573" y="1200432"/>
                    <a:pt x="1351467" y="1197237"/>
                    <a:pt x="1351467" y="1197237"/>
                  </a:cubicBezTo>
                  <a:cubicBezTo>
                    <a:pt x="1351467" y="1197237"/>
                    <a:pt x="1352982" y="1194915"/>
                    <a:pt x="1353284" y="1194714"/>
                  </a:cubicBezTo>
                  <a:cubicBezTo>
                    <a:pt x="1353587" y="1194512"/>
                    <a:pt x="1357861" y="1191013"/>
                    <a:pt x="1357861" y="1191013"/>
                  </a:cubicBezTo>
                  <a:lnTo>
                    <a:pt x="1361059" y="1187885"/>
                  </a:lnTo>
                  <a:lnTo>
                    <a:pt x="1365636" y="1184857"/>
                  </a:lnTo>
                  <a:lnTo>
                    <a:pt x="1368967" y="1182233"/>
                  </a:lnTo>
                  <a:cubicBezTo>
                    <a:pt x="1368967" y="1182233"/>
                    <a:pt x="1372232" y="1179408"/>
                    <a:pt x="1372299" y="1179138"/>
                  </a:cubicBezTo>
                  <a:cubicBezTo>
                    <a:pt x="1372367" y="1178836"/>
                    <a:pt x="1374823" y="1176245"/>
                    <a:pt x="1374823" y="1176245"/>
                  </a:cubicBezTo>
                  <a:cubicBezTo>
                    <a:pt x="1374823" y="1176245"/>
                    <a:pt x="1377650" y="1173655"/>
                    <a:pt x="1377852" y="1173420"/>
                  </a:cubicBezTo>
                  <a:cubicBezTo>
                    <a:pt x="1378054" y="1173218"/>
                    <a:pt x="1383136" y="1168845"/>
                    <a:pt x="1383439" y="1168710"/>
                  </a:cubicBezTo>
                  <a:cubicBezTo>
                    <a:pt x="1383742" y="1168575"/>
                    <a:pt x="1388016" y="1164505"/>
                    <a:pt x="1388655" y="1164371"/>
                  </a:cubicBezTo>
                  <a:cubicBezTo>
                    <a:pt x="1389295" y="1164236"/>
                    <a:pt x="1391718" y="1162991"/>
                    <a:pt x="1392223" y="1162689"/>
                  </a:cubicBezTo>
                  <a:cubicBezTo>
                    <a:pt x="1392728" y="1162386"/>
                    <a:pt x="1399122" y="1162117"/>
                    <a:pt x="1399324" y="1161949"/>
                  </a:cubicBezTo>
                  <a:cubicBezTo>
                    <a:pt x="1399526" y="1161814"/>
                    <a:pt x="1402588" y="1161679"/>
                    <a:pt x="1403396" y="1161511"/>
                  </a:cubicBezTo>
                  <a:cubicBezTo>
                    <a:pt x="1404204" y="1161377"/>
                    <a:pt x="1408310" y="1161646"/>
                    <a:pt x="1408747" y="1161713"/>
                  </a:cubicBezTo>
                  <a:cubicBezTo>
                    <a:pt x="1409185" y="1161780"/>
                    <a:pt x="1412146" y="1161276"/>
                    <a:pt x="1412146" y="1161276"/>
                  </a:cubicBezTo>
                  <a:lnTo>
                    <a:pt x="1418440" y="1160468"/>
                  </a:lnTo>
                  <a:lnTo>
                    <a:pt x="1425238" y="1159829"/>
                  </a:lnTo>
                  <a:lnTo>
                    <a:pt x="1434594" y="1157441"/>
                  </a:lnTo>
                  <a:lnTo>
                    <a:pt x="1442132" y="1152664"/>
                  </a:lnTo>
                  <a:cubicBezTo>
                    <a:pt x="1442132" y="1152664"/>
                    <a:pt x="1445969" y="1151857"/>
                    <a:pt x="1446205" y="1151789"/>
                  </a:cubicBezTo>
                  <a:cubicBezTo>
                    <a:pt x="1446407" y="1151722"/>
                    <a:pt x="1451421" y="1149603"/>
                    <a:pt x="1452061" y="1149266"/>
                  </a:cubicBezTo>
                  <a:cubicBezTo>
                    <a:pt x="1452700" y="1148896"/>
                    <a:pt x="1454820" y="1147954"/>
                    <a:pt x="1454820" y="1147954"/>
                  </a:cubicBezTo>
                  <a:lnTo>
                    <a:pt x="1467138" y="1144422"/>
                  </a:lnTo>
                  <a:lnTo>
                    <a:pt x="1473869" y="1141395"/>
                  </a:lnTo>
                  <a:cubicBezTo>
                    <a:pt x="1473869" y="1141395"/>
                    <a:pt x="1479388" y="1140150"/>
                    <a:pt x="1479893" y="1140015"/>
                  </a:cubicBezTo>
                  <a:cubicBezTo>
                    <a:pt x="1480398" y="1139881"/>
                    <a:pt x="1487566" y="1139074"/>
                    <a:pt x="1487802" y="1139006"/>
                  </a:cubicBezTo>
                  <a:cubicBezTo>
                    <a:pt x="1488037" y="1138939"/>
                    <a:pt x="1494331" y="1137122"/>
                    <a:pt x="1494701" y="1136853"/>
                  </a:cubicBezTo>
                  <a:cubicBezTo>
                    <a:pt x="1495071" y="1136551"/>
                    <a:pt x="1498167" y="1133220"/>
                    <a:pt x="1498167" y="1133220"/>
                  </a:cubicBezTo>
                  <a:lnTo>
                    <a:pt x="1499682" y="1130630"/>
                  </a:lnTo>
                  <a:lnTo>
                    <a:pt x="1502509" y="1126560"/>
                  </a:lnTo>
                  <a:lnTo>
                    <a:pt x="1504898" y="1123162"/>
                  </a:lnTo>
                  <a:lnTo>
                    <a:pt x="1507591" y="1120706"/>
                  </a:lnTo>
                  <a:cubicBezTo>
                    <a:pt x="1507591" y="1120706"/>
                    <a:pt x="1510350" y="1118385"/>
                    <a:pt x="1510788" y="1118251"/>
                  </a:cubicBezTo>
                  <a:cubicBezTo>
                    <a:pt x="1511225" y="1118116"/>
                    <a:pt x="1514423" y="1115930"/>
                    <a:pt x="1514423" y="1115930"/>
                  </a:cubicBezTo>
                  <a:lnTo>
                    <a:pt x="1518326" y="1114248"/>
                  </a:lnTo>
                  <a:lnTo>
                    <a:pt x="1523980" y="1110345"/>
                  </a:lnTo>
                  <a:lnTo>
                    <a:pt x="1530005" y="1108596"/>
                  </a:lnTo>
                  <a:cubicBezTo>
                    <a:pt x="1530005" y="1108596"/>
                    <a:pt x="1534279" y="1104963"/>
                    <a:pt x="1534716" y="1104627"/>
                  </a:cubicBezTo>
                  <a:cubicBezTo>
                    <a:pt x="1535154" y="1104257"/>
                    <a:pt x="1538048" y="1103382"/>
                    <a:pt x="1538486" y="1103180"/>
                  </a:cubicBezTo>
                  <a:cubicBezTo>
                    <a:pt x="1538923" y="1102978"/>
                    <a:pt x="1542053" y="1100859"/>
                    <a:pt x="1542053" y="1100859"/>
                  </a:cubicBezTo>
                  <a:lnTo>
                    <a:pt x="1544880" y="1100119"/>
                  </a:lnTo>
                  <a:cubicBezTo>
                    <a:pt x="1544880" y="1100119"/>
                    <a:pt x="1546697" y="1099816"/>
                    <a:pt x="1547269" y="1099816"/>
                  </a:cubicBezTo>
                  <a:cubicBezTo>
                    <a:pt x="1547842" y="1099816"/>
                    <a:pt x="1550904" y="1099682"/>
                    <a:pt x="1550904" y="1099682"/>
                  </a:cubicBezTo>
                  <a:lnTo>
                    <a:pt x="1552991" y="1100119"/>
                  </a:lnTo>
                  <a:lnTo>
                    <a:pt x="1555750" y="1100758"/>
                  </a:lnTo>
                  <a:lnTo>
                    <a:pt x="1558510" y="1103214"/>
                  </a:lnTo>
                  <a:cubicBezTo>
                    <a:pt x="1558510" y="1103214"/>
                    <a:pt x="1561202" y="1105838"/>
                    <a:pt x="1561472" y="1106040"/>
                  </a:cubicBezTo>
                  <a:cubicBezTo>
                    <a:pt x="1561741" y="1106241"/>
                    <a:pt x="1564366" y="1108932"/>
                    <a:pt x="1564803" y="1109235"/>
                  </a:cubicBezTo>
                  <a:cubicBezTo>
                    <a:pt x="1565241" y="1109538"/>
                    <a:pt x="1566688" y="1110682"/>
                    <a:pt x="1567698" y="1111556"/>
                  </a:cubicBezTo>
                  <a:cubicBezTo>
                    <a:pt x="1568707" y="1112431"/>
                    <a:pt x="1570895" y="1113440"/>
                    <a:pt x="1571534" y="1113878"/>
                  </a:cubicBezTo>
                  <a:cubicBezTo>
                    <a:pt x="1572174" y="1114315"/>
                    <a:pt x="1573924" y="1115963"/>
                    <a:pt x="1574429" y="1116333"/>
                  </a:cubicBezTo>
                  <a:cubicBezTo>
                    <a:pt x="1574934" y="1116703"/>
                    <a:pt x="1576381" y="1117410"/>
                    <a:pt x="1576818" y="1117578"/>
                  </a:cubicBezTo>
                  <a:cubicBezTo>
                    <a:pt x="1577256" y="1117712"/>
                    <a:pt x="1578198" y="1118150"/>
                    <a:pt x="1579645" y="1118284"/>
                  </a:cubicBezTo>
                  <a:cubicBezTo>
                    <a:pt x="1581092" y="1118419"/>
                    <a:pt x="1584491" y="1117040"/>
                    <a:pt x="1584491" y="1117040"/>
                  </a:cubicBezTo>
                  <a:cubicBezTo>
                    <a:pt x="1584491" y="1117040"/>
                    <a:pt x="1586376" y="1115660"/>
                    <a:pt x="1586578" y="1115660"/>
                  </a:cubicBezTo>
                  <a:cubicBezTo>
                    <a:pt x="1586780" y="1115660"/>
                    <a:pt x="1590482" y="1113777"/>
                    <a:pt x="1590482" y="1113777"/>
                  </a:cubicBezTo>
                  <a:lnTo>
                    <a:pt x="1591559" y="1112196"/>
                  </a:lnTo>
                  <a:lnTo>
                    <a:pt x="1592804" y="1111556"/>
                  </a:lnTo>
                  <a:cubicBezTo>
                    <a:pt x="1592804" y="1111556"/>
                    <a:pt x="1594689" y="1111691"/>
                    <a:pt x="1594891" y="1111691"/>
                  </a:cubicBezTo>
                  <a:cubicBezTo>
                    <a:pt x="1595126" y="1111691"/>
                    <a:pt x="1596775" y="1111624"/>
                    <a:pt x="1596775" y="1111624"/>
                  </a:cubicBezTo>
                  <a:lnTo>
                    <a:pt x="1598660" y="1111758"/>
                  </a:lnTo>
                  <a:lnTo>
                    <a:pt x="1599266" y="1112936"/>
                  </a:lnTo>
                  <a:lnTo>
                    <a:pt x="1599535" y="1114752"/>
                  </a:lnTo>
                  <a:lnTo>
                    <a:pt x="1599535" y="1115997"/>
                  </a:lnTo>
                  <a:lnTo>
                    <a:pt x="1599535" y="1117746"/>
                  </a:lnTo>
                  <a:lnTo>
                    <a:pt x="1599535" y="1119495"/>
                  </a:lnTo>
                  <a:cubicBezTo>
                    <a:pt x="1599535" y="1119495"/>
                    <a:pt x="1599232" y="1120303"/>
                    <a:pt x="1599535" y="1120740"/>
                  </a:cubicBezTo>
                  <a:cubicBezTo>
                    <a:pt x="1599838" y="1121177"/>
                    <a:pt x="1599771" y="1121447"/>
                    <a:pt x="1600275" y="1121749"/>
                  </a:cubicBezTo>
                  <a:cubicBezTo>
                    <a:pt x="1600780" y="1122052"/>
                    <a:pt x="1600578" y="1122893"/>
                    <a:pt x="1602362" y="1123128"/>
                  </a:cubicBezTo>
                  <a:cubicBezTo>
                    <a:pt x="1604179" y="1123330"/>
                    <a:pt x="1605559" y="1123498"/>
                    <a:pt x="1606131" y="1123330"/>
                  </a:cubicBezTo>
                  <a:cubicBezTo>
                    <a:pt x="1606703" y="1123196"/>
                    <a:pt x="1607208" y="1122321"/>
                    <a:pt x="1608319" y="1122321"/>
                  </a:cubicBezTo>
                  <a:cubicBezTo>
                    <a:pt x="1609396" y="1122321"/>
                    <a:pt x="1609833" y="1121514"/>
                    <a:pt x="1610473" y="1122018"/>
                  </a:cubicBezTo>
                  <a:cubicBezTo>
                    <a:pt x="1611112" y="1122523"/>
                    <a:pt x="1611617" y="1123027"/>
                    <a:pt x="1612054" y="1123902"/>
                  </a:cubicBezTo>
                  <a:cubicBezTo>
                    <a:pt x="1612492" y="1124777"/>
                    <a:pt x="1612694" y="1125719"/>
                    <a:pt x="1613199" y="1126291"/>
                  </a:cubicBezTo>
                  <a:cubicBezTo>
                    <a:pt x="1613704" y="1126862"/>
                    <a:pt x="1615218" y="1128612"/>
                    <a:pt x="1615521" y="1128914"/>
                  </a:cubicBezTo>
                  <a:cubicBezTo>
                    <a:pt x="1615824" y="1129217"/>
                    <a:pt x="1617910" y="1131673"/>
                    <a:pt x="1617910" y="1131673"/>
                  </a:cubicBezTo>
                  <a:lnTo>
                    <a:pt x="1620367" y="1133691"/>
                  </a:lnTo>
                  <a:lnTo>
                    <a:pt x="1622252" y="1135878"/>
                  </a:lnTo>
                  <a:cubicBezTo>
                    <a:pt x="1622252" y="1135878"/>
                    <a:pt x="1625012" y="1139477"/>
                    <a:pt x="1625449" y="1139780"/>
                  </a:cubicBezTo>
                  <a:cubicBezTo>
                    <a:pt x="1625887" y="1140083"/>
                    <a:pt x="1628074" y="1141798"/>
                    <a:pt x="1628074" y="1141798"/>
                  </a:cubicBezTo>
                  <a:cubicBezTo>
                    <a:pt x="1628074" y="1141798"/>
                    <a:pt x="1628949" y="1142236"/>
                    <a:pt x="1630531" y="1142942"/>
                  </a:cubicBezTo>
                  <a:cubicBezTo>
                    <a:pt x="1632113" y="1143682"/>
                    <a:pt x="1634738" y="1145835"/>
                    <a:pt x="1634738" y="1145835"/>
                  </a:cubicBezTo>
                  <a:cubicBezTo>
                    <a:pt x="1634738" y="1145835"/>
                    <a:pt x="1637329" y="1148594"/>
                    <a:pt x="1638070" y="1148728"/>
                  </a:cubicBezTo>
                  <a:cubicBezTo>
                    <a:pt x="1638810" y="1148863"/>
                    <a:pt x="1642714" y="1151756"/>
                    <a:pt x="1642714" y="1151756"/>
                  </a:cubicBezTo>
                  <a:lnTo>
                    <a:pt x="1646483" y="1155658"/>
                  </a:lnTo>
                  <a:cubicBezTo>
                    <a:pt x="1646483" y="1155658"/>
                    <a:pt x="1648671" y="1155658"/>
                    <a:pt x="1648805" y="1156095"/>
                  </a:cubicBezTo>
                  <a:cubicBezTo>
                    <a:pt x="1648940" y="1156533"/>
                    <a:pt x="1650690" y="1156835"/>
                    <a:pt x="1650690" y="1156835"/>
                  </a:cubicBezTo>
                  <a:cubicBezTo>
                    <a:pt x="1650690" y="1156835"/>
                    <a:pt x="1654156" y="1157273"/>
                    <a:pt x="1654325" y="1157710"/>
                  </a:cubicBezTo>
                  <a:cubicBezTo>
                    <a:pt x="1654459" y="1158147"/>
                    <a:pt x="1654628" y="1158147"/>
                    <a:pt x="1655200" y="1158282"/>
                  </a:cubicBezTo>
                  <a:cubicBezTo>
                    <a:pt x="1655772" y="1158416"/>
                    <a:pt x="1660719" y="1158282"/>
                    <a:pt x="1660854" y="1159022"/>
                  </a:cubicBezTo>
                  <a:cubicBezTo>
                    <a:pt x="1660988" y="1159762"/>
                    <a:pt x="1662873" y="1160166"/>
                    <a:pt x="1663310" y="1160906"/>
                  </a:cubicBezTo>
                  <a:cubicBezTo>
                    <a:pt x="1663748" y="1161646"/>
                    <a:pt x="1666508" y="1164236"/>
                    <a:pt x="1666508" y="1164236"/>
                  </a:cubicBezTo>
                  <a:cubicBezTo>
                    <a:pt x="1666508" y="1164236"/>
                    <a:pt x="1667820" y="1165111"/>
                    <a:pt x="1668527" y="1165111"/>
                  </a:cubicBezTo>
                  <a:cubicBezTo>
                    <a:pt x="1669267" y="1165111"/>
                    <a:pt x="1669402" y="1166860"/>
                    <a:pt x="1669536" y="1167432"/>
                  </a:cubicBezTo>
                  <a:cubicBezTo>
                    <a:pt x="1669671" y="1168004"/>
                    <a:pt x="1669402" y="1169618"/>
                    <a:pt x="1669536" y="1170459"/>
                  </a:cubicBezTo>
                  <a:cubicBezTo>
                    <a:pt x="1669671" y="1171334"/>
                    <a:pt x="1669335" y="1172343"/>
                    <a:pt x="1669570" y="1173352"/>
                  </a:cubicBezTo>
                  <a:cubicBezTo>
                    <a:pt x="1669806" y="1174362"/>
                    <a:pt x="1668460" y="1175808"/>
                    <a:pt x="1669570" y="1176683"/>
                  </a:cubicBezTo>
                  <a:cubicBezTo>
                    <a:pt x="1670681" y="1177557"/>
                    <a:pt x="1670109" y="1178264"/>
                    <a:pt x="1671690" y="1178701"/>
                  </a:cubicBezTo>
                  <a:cubicBezTo>
                    <a:pt x="1673272" y="1179138"/>
                    <a:pt x="1673710" y="1179138"/>
                    <a:pt x="1675157" y="1178836"/>
                  </a:cubicBezTo>
                  <a:cubicBezTo>
                    <a:pt x="1676604" y="1178533"/>
                    <a:pt x="1675628" y="1178264"/>
                    <a:pt x="1677142" y="1177389"/>
                  </a:cubicBezTo>
                  <a:cubicBezTo>
                    <a:pt x="1678657" y="1176515"/>
                    <a:pt x="1678657" y="1176077"/>
                    <a:pt x="1679667" y="1175068"/>
                  </a:cubicBezTo>
                  <a:cubicBezTo>
                    <a:pt x="1680676" y="1174059"/>
                    <a:pt x="1681551" y="1172881"/>
                    <a:pt x="1681551" y="1172881"/>
                  </a:cubicBezTo>
                  <a:lnTo>
                    <a:pt x="1682696" y="1171738"/>
                  </a:lnTo>
                  <a:lnTo>
                    <a:pt x="1683570" y="1170560"/>
                  </a:lnTo>
                  <a:lnTo>
                    <a:pt x="1684883" y="1169248"/>
                  </a:lnTo>
                  <a:cubicBezTo>
                    <a:pt x="1684883" y="1169248"/>
                    <a:pt x="1685018" y="1168374"/>
                    <a:pt x="1685623" y="1168239"/>
                  </a:cubicBezTo>
                  <a:cubicBezTo>
                    <a:pt x="1686196" y="1168105"/>
                    <a:pt x="1685926" y="1168239"/>
                    <a:pt x="1687811" y="1167667"/>
                  </a:cubicBezTo>
                  <a:cubicBezTo>
                    <a:pt x="1689696" y="1167095"/>
                    <a:pt x="1689999" y="1166221"/>
                    <a:pt x="1692152" y="1166086"/>
                  </a:cubicBezTo>
                  <a:cubicBezTo>
                    <a:pt x="1694340" y="1165952"/>
                    <a:pt x="1695047" y="1165649"/>
                    <a:pt x="1695047" y="1165649"/>
                  </a:cubicBezTo>
                  <a:lnTo>
                    <a:pt x="1698513" y="1165212"/>
                  </a:lnTo>
                  <a:cubicBezTo>
                    <a:pt x="1698513" y="1165212"/>
                    <a:pt x="1701105" y="1164774"/>
                    <a:pt x="1701980" y="1164472"/>
                  </a:cubicBezTo>
                  <a:cubicBezTo>
                    <a:pt x="1702855" y="1164169"/>
                    <a:pt x="1704739" y="1165043"/>
                    <a:pt x="1705008" y="1164034"/>
                  </a:cubicBezTo>
                  <a:cubicBezTo>
                    <a:pt x="1705311" y="1163025"/>
                    <a:pt x="1707465" y="1162285"/>
                    <a:pt x="1707331" y="1160569"/>
                  </a:cubicBezTo>
                  <a:cubicBezTo>
                    <a:pt x="1707196" y="1158820"/>
                    <a:pt x="1707028" y="1157979"/>
                    <a:pt x="1706758" y="1157239"/>
                  </a:cubicBezTo>
                  <a:cubicBezTo>
                    <a:pt x="1706456" y="1156533"/>
                    <a:pt x="1705749" y="1155658"/>
                    <a:pt x="1705614" y="1154346"/>
                  </a:cubicBezTo>
                  <a:cubicBezTo>
                    <a:pt x="1705480" y="1153034"/>
                    <a:pt x="1705917" y="1153909"/>
                    <a:pt x="1705480" y="1153034"/>
                  </a:cubicBezTo>
                  <a:cubicBezTo>
                    <a:pt x="1705042" y="1152159"/>
                    <a:pt x="1705278" y="1151285"/>
                    <a:pt x="1705278" y="1150713"/>
                  </a:cubicBezTo>
                  <a:cubicBezTo>
                    <a:pt x="1705278" y="1150141"/>
                    <a:pt x="1705648" y="1148829"/>
                    <a:pt x="1705648" y="1148392"/>
                  </a:cubicBezTo>
                  <a:cubicBezTo>
                    <a:pt x="1705648" y="1147954"/>
                    <a:pt x="1705648" y="1145499"/>
                    <a:pt x="1705648" y="1145499"/>
                  </a:cubicBezTo>
                  <a:lnTo>
                    <a:pt x="1705648" y="1142034"/>
                  </a:lnTo>
                  <a:lnTo>
                    <a:pt x="1705648" y="1140285"/>
                  </a:lnTo>
                  <a:cubicBezTo>
                    <a:pt x="1705648" y="1140285"/>
                    <a:pt x="1705076" y="1138703"/>
                    <a:pt x="1705076" y="1137829"/>
                  </a:cubicBezTo>
                  <a:cubicBezTo>
                    <a:pt x="1705076" y="1136954"/>
                    <a:pt x="1705379" y="1135945"/>
                    <a:pt x="1705513" y="1135071"/>
                  </a:cubicBezTo>
                  <a:cubicBezTo>
                    <a:pt x="1705648" y="1134196"/>
                    <a:pt x="1705210" y="1134196"/>
                    <a:pt x="1705951" y="1133321"/>
                  </a:cubicBezTo>
                  <a:cubicBezTo>
                    <a:pt x="1706691" y="1132447"/>
                    <a:pt x="1706388" y="1132749"/>
                    <a:pt x="1707398" y="1132144"/>
                  </a:cubicBezTo>
                  <a:cubicBezTo>
                    <a:pt x="1708407" y="1131572"/>
                    <a:pt x="1707970" y="1132009"/>
                    <a:pt x="1709552" y="1131000"/>
                  </a:cubicBezTo>
                  <a:cubicBezTo>
                    <a:pt x="1711134" y="1129991"/>
                    <a:pt x="1711436" y="1129856"/>
                    <a:pt x="1711739" y="1129251"/>
                  </a:cubicBezTo>
                  <a:cubicBezTo>
                    <a:pt x="1712042" y="1128679"/>
                    <a:pt x="1713052" y="1126627"/>
                    <a:pt x="1713489" y="1126358"/>
                  </a:cubicBezTo>
                  <a:cubicBezTo>
                    <a:pt x="1713927" y="1126055"/>
                    <a:pt x="1714936" y="1124339"/>
                    <a:pt x="1715812" y="1123734"/>
                  </a:cubicBezTo>
                  <a:cubicBezTo>
                    <a:pt x="1716687" y="1123162"/>
                    <a:pt x="1717124" y="1123162"/>
                    <a:pt x="1717562" y="1122288"/>
                  </a:cubicBezTo>
                  <a:cubicBezTo>
                    <a:pt x="1717999" y="1121413"/>
                    <a:pt x="1719143" y="1119966"/>
                    <a:pt x="1719446" y="1119529"/>
                  </a:cubicBezTo>
                  <a:cubicBezTo>
                    <a:pt x="1719749" y="1119092"/>
                    <a:pt x="1720321" y="1118520"/>
                    <a:pt x="1720624" y="1118083"/>
                  </a:cubicBezTo>
                  <a:cubicBezTo>
                    <a:pt x="1720927" y="1117645"/>
                    <a:pt x="1721768" y="1116636"/>
                    <a:pt x="1721937" y="1116064"/>
                  </a:cubicBezTo>
                  <a:cubicBezTo>
                    <a:pt x="1722071" y="1115492"/>
                    <a:pt x="1721432" y="1115055"/>
                    <a:pt x="1722139" y="1114180"/>
                  </a:cubicBezTo>
                  <a:cubicBezTo>
                    <a:pt x="1722879" y="1113306"/>
                    <a:pt x="1723081" y="1112868"/>
                    <a:pt x="1723081" y="1112296"/>
                  </a:cubicBezTo>
                  <a:cubicBezTo>
                    <a:pt x="1723081" y="1111725"/>
                    <a:pt x="1723081" y="1110715"/>
                    <a:pt x="1723081" y="1110715"/>
                  </a:cubicBezTo>
                  <a:lnTo>
                    <a:pt x="1723081" y="1108966"/>
                  </a:lnTo>
                  <a:lnTo>
                    <a:pt x="1723889" y="1106140"/>
                  </a:lnTo>
                  <a:cubicBezTo>
                    <a:pt x="1723889" y="1106140"/>
                    <a:pt x="1724393" y="1103752"/>
                    <a:pt x="1724461" y="1103550"/>
                  </a:cubicBezTo>
                  <a:cubicBezTo>
                    <a:pt x="1724528" y="1103348"/>
                    <a:pt x="1725773" y="1101229"/>
                    <a:pt x="1725773" y="1101229"/>
                  </a:cubicBezTo>
                  <a:lnTo>
                    <a:pt x="1726413" y="1099412"/>
                  </a:lnTo>
                  <a:cubicBezTo>
                    <a:pt x="1726413" y="1099412"/>
                    <a:pt x="1727658" y="1098168"/>
                    <a:pt x="1727860" y="1098101"/>
                  </a:cubicBezTo>
                  <a:cubicBezTo>
                    <a:pt x="1728062" y="1098033"/>
                    <a:pt x="1729745" y="1097091"/>
                    <a:pt x="1729745" y="1097091"/>
                  </a:cubicBezTo>
                  <a:lnTo>
                    <a:pt x="1731697" y="1096452"/>
                  </a:lnTo>
                  <a:cubicBezTo>
                    <a:pt x="1731697" y="1096452"/>
                    <a:pt x="1733211" y="1095948"/>
                    <a:pt x="1733447" y="1095948"/>
                  </a:cubicBezTo>
                  <a:cubicBezTo>
                    <a:pt x="1733682" y="1095948"/>
                    <a:pt x="1734591" y="1096082"/>
                    <a:pt x="1734894" y="1096082"/>
                  </a:cubicBezTo>
                  <a:cubicBezTo>
                    <a:pt x="1735197" y="1096082"/>
                    <a:pt x="1736846" y="1096217"/>
                    <a:pt x="1737149" y="1096217"/>
                  </a:cubicBezTo>
                  <a:cubicBezTo>
                    <a:pt x="1737451" y="1096217"/>
                    <a:pt x="1739033" y="1096789"/>
                    <a:pt x="1739235" y="1096856"/>
                  </a:cubicBezTo>
                  <a:cubicBezTo>
                    <a:pt x="1739437" y="1096923"/>
                    <a:pt x="1740615" y="1098538"/>
                    <a:pt x="1740985" y="1098874"/>
                  </a:cubicBezTo>
                  <a:cubicBezTo>
                    <a:pt x="1741355" y="1099244"/>
                    <a:pt x="1742231" y="1101565"/>
                    <a:pt x="1742231" y="1101565"/>
                  </a:cubicBezTo>
                  <a:lnTo>
                    <a:pt x="1742231" y="1103752"/>
                  </a:lnTo>
                  <a:lnTo>
                    <a:pt x="1742971" y="1106140"/>
                  </a:lnTo>
                  <a:cubicBezTo>
                    <a:pt x="1742971" y="1106140"/>
                    <a:pt x="1743408" y="1107520"/>
                    <a:pt x="1743476" y="1107822"/>
                  </a:cubicBezTo>
                  <a:cubicBezTo>
                    <a:pt x="1743543" y="1108125"/>
                    <a:pt x="1744654" y="1110514"/>
                    <a:pt x="1744654" y="1110514"/>
                  </a:cubicBezTo>
                  <a:cubicBezTo>
                    <a:pt x="1744654" y="1110514"/>
                    <a:pt x="1745158" y="1112330"/>
                    <a:pt x="1745798" y="1112700"/>
                  </a:cubicBezTo>
                  <a:cubicBezTo>
                    <a:pt x="1746437" y="1113070"/>
                    <a:pt x="1747447" y="1114079"/>
                    <a:pt x="1747817" y="1114584"/>
                  </a:cubicBezTo>
                  <a:cubicBezTo>
                    <a:pt x="1748187" y="1115089"/>
                    <a:pt x="1749264" y="1115728"/>
                    <a:pt x="1750139" y="1115896"/>
                  </a:cubicBezTo>
                  <a:cubicBezTo>
                    <a:pt x="1751014" y="1116030"/>
                    <a:pt x="1749769" y="1116030"/>
                    <a:pt x="1752394" y="1115829"/>
                  </a:cubicBezTo>
                  <a:cubicBezTo>
                    <a:pt x="1755019" y="1115627"/>
                    <a:pt x="1756668" y="1114954"/>
                    <a:pt x="1756668" y="1114954"/>
                  </a:cubicBezTo>
                  <a:lnTo>
                    <a:pt x="1758755" y="1115761"/>
                  </a:lnTo>
                  <a:lnTo>
                    <a:pt x="1760404" y="1116199"/>
                  </a:lnTo>
                  <a:cubicBezTo>
                    <a:pt x="1760404" y="1116199"/>
                    <a:pt x="1762423" y="1116905"/>
                    <a:pt x="1763365" y="1117141"/>
                  </a:cubicBezTo>
                  <a:cubicBezTo>
                    <a:pt x="1764308" y="1117376"/>
                    <a:pt x="1766193" y="1119159"/>
                    <a:pt x="1766193" y="1119159"/>
                  </a:cubicBezTo>
                  <a:cubicBezTo>
                    <a:pt x="1766193" y="1119159"/>
                    <a:pt x="1766933" y="1120404"/>
                    <a:pt x="1767067" y="1120673"/>
                  </a:cubicBezTo>
                  <a:cubicBezTo>
                    <a:pt x="1767202" y="1120976"/>
                    <a:pt x="1766697" y="1122052"/>
                    <a:pt x="1767067" y="1122624"/>
                  </a:cubicBezTo>
                  <a:cubicBezTo>
                    <a:pt x="1767438" y="1123196"/>
                    <a:pt x="1767202" y="1122859"/>
                    <a:pt x="1767101" y="1124878"/>
                  </a:cubicBezTo>
                  <a:cubicBezTo>
                    <a:pt x="1767000" y="1126896"/>
                    <a:pt x="1766865" y="1128713"/>
                    <a:pt x="1766865" y="1128713"/>
                  </a:cubicBezTo>
                  <a:lnTo>
                    <a:pt x="1766293" y="1130731"/>
                  </a:lnTo>
                  <a:lnTo>
                    <a:pt x="1766563" y="1133489"/>
                  </a:lnTo>
                  <a:lnTo>
                    <a:pt x="1766563" y="1135071"/>
                  </a:lnTo>
                  <a:lnTo>
                    <a:pt x="1768144" y="1137526"/>
                  </a:lnTo>
                  <a:lnTo>
                    <a:pt x="1770029" y="1139847"/>
                  </a:lnTo>
                  <a:cubicBezTo>
                    <a:pt x="1770029" y="1139847"/>
                    <a:pt x="1772116" y="1139982"/>
                    <a:pt x="1772991" y="1140554"/>
                  </a:cubicBezTo>
                  <a:cubicBezTo>
                    <a:pt x="1773866" y="1141126"/>
                    <a:pt x="1775010" y="1141294"/>
                    <a:pt x="1776390" y="1141294"/>
                  </a:cubicBezTo>
                  <a:cubicBezTo>
                    <a:pt x="1777770" y="1141294"/>
                    <a:pt x="1779419" y="1141798"/>
                    <a:pt x="1779419" y="1141798"/>
                  </a:cubicBezTo>
                  <a:lnTo>
                    <a:pt x="1781808" y="1142875"/>
                  </a:lnTo>
                  <a:lnTo>
                    <a:pt x="1783626" y="1143884"/>
                  </a:lnTo>
                  <a:lnTo>
                    <a:pt x="1785645" y="1146138"/>
                  </a:lnTo>
                  <a:lnTo>
                    <a:pt x="1787159" y="1144961"/>
                  </a:lnTo>
                  <a:cubicBezTo>
                    <a:pt x="1787159" y="1144961"/>
                    <a:pt x="1789010" y="1143009"/>
                    <a:pt x="1789347" y="1143009"/>
                  </a:cubicBezTo>
                  <a:cubicBezTo>
                    <a:pt x="1789683" y="1143009"/>
                    <a:pt x="1791097" y="1141597"/>
                    <a:pt x="1791534" y="1141597"/>
                  </a:cubicBezTo>
                  <a:cubicBezTo>
                    <a:pt x="1791972" y="1141597"/>
                    <a:pt x="1793587" y="1140621"/>
                    <a:pt x="1793587" y="1140621"/>
                  </a:cubicBezTo>
                  <a:cubicBezTo>
                    <a:pt x="1793587" y="1140621"/>
                    <a:pt x="1795001" y="1139746"/>
                    <a:pt x="1795438" y="1139746"/>
                  </a:cubicBezTo>
                  <a:cubicBezTo>
                    <a:pt x="1795876" y="1139746"/>
                    <a:pt x="1798030" y="1138132"/>
                    <a:pt x="1798030" y="1138132"/>
                  </a:cubicBezTo>
                  <a:cubicBezTo>
                    <a:pt x="1798030" y="1138132"/>
                    <a:pt x="1799881" y="1136383"/>
                    <a:pt x="1800318" y="1136180"/>
                  </a:cubicBezTo>
                  <a:cubicBezTo>
                    <a:pt x="1800756" y="1135979"/>
                    <a:pt x="1802169" y="1135205"/>
                    <a:pt x="1802607" y="1134667"/>
                  </a:cubicBezTo>
                  <a:cubicBezTo>
                    <a:pt x="1803044" y="1134129"/>
                    <a:pt x="1804020" y="1132817"/>
                    <a:pt x="1804357" y="1132043"/>
                  </a:cubicBezTo>
                  <a:cubicBezTo>
                    <a:pt x="1804693" y="1131269"/>
                    <a:pt x="1804121" y="1127905"/>
                    <a:pt x="1804121" y="1127905"/>
                  </a:cubicBezTo>
                  <a:cubicBezTo>
                    <a:pt x="1804121" y="1127905"/>
                    <a:pt x="1804054" y="1125079"/>
                    <a:pt x="1803751" y="1124743"/>
                  </a:cubicBezTo>
                  <a:cubicBezTo>
                    <a:pt x="1803415" y="1124407"/>
                    <a:pt x="1801294" y="1122456"/>
                    <a:pt x="1801294" y="1121917"/>
                  </a:cubicBezTo>
                  <a:cubicBezTo>
                    <a:pt x="1801294" y="1121379"/>
                    <a:pt x="1801294" y="1119428"/>
                    <a:pt x="1801294" y="1119428"/>
                  </a:cubicBezTo>
                  <a:lnTo>
                    <a:pt x="1802708" y="1116703"/>
                  </a:lnTo>
                  <a:lnTo>
                    <a:pt x="1803684" y="1115526"/>
                  </a:lnTo>
                  <a:cubicBezTo>
                    <a:pt x="1803684" y="1115526"/>
                    <a:pt x="1806309" y="1114550"/>
                    <a:pt x="1806948" y="1114449"/>
                  </a:cubicBezTo>
                  <a:cubicBezTo>
                    <a:pt x="1807588" y="1114348"/>
                    <a:pt x="1809775" y="1114449"/>
                    <a:pt x="1809775" y="1114449"/>
                  </a:cubicBezTo>
                  <a:cubicBezTo>
                    <a:pt x="1809775" y="1114449"/>
                    <a:pt x="1810852" y="1114786"/>
                    <a:pt x="1811525" y="1114416"/>
                  </a:cubicBezTo>
                  <a:cubicBezTo>
                    <a:pt x="1812165" y="1114046"/>
                    <a:pt x="1813915" y="1115761"/>
                    <a:pt x="1813915" y="1115761"/>
                  </a:cubicBezTo>
                  <a:cubicBezTo>
                    <a:pt x="1813915" y="1115761"/>
                    <a:pt x="1814790" y="1117174"/>
                    <a:pt x="1814790" y="1117612"/>
                  </a:cubicBezTo>
                  <a:cubicBezTo>
                    <a:pt x="1814790" y="1118049"/>
                    <a:pt x="1815564" y="1119798"/>
                    <a:pt x="1815564" y="1119798"/>
                  </a:cubicBezTo>
                  <a:lnTo>
                    <a:pt x="1816977" y="1123700"/>
                  </a:lnTo>
                  <a:cubicBezTo>
                    <a:pt x="1816977" y="1123700"/>
                    <a:pt x="1817179" y="1125450"/>
                    <a:pt x="1817179" y="1125887"/>
                  </a:cubicBezTo>
                  <a:cubicBezTo>
                    <a:pt x="1817179" y="1126324"/>
                    <a:pt x="1816203" y="1128174"/>
                    <a:pt x="1816203" y="1128612"/>
                  </a:cubicBezTo>
                  <a:cubicBezTo>
                    <a:pt x="1816203" y="1129049"/>
                    <a:pt x="1816001" y="1130664"/>
                    <a:pt x="1816001" y="1130664"/>
                  </a:cubicBezTo>
                  <a:cubicBezTo>
                    <a:pt x="1816001" y="1130664"/>
                    <a:pt x="1816001" y="1132951"/>
                    <a:pt x="1816439" y="1133590"/>
                  </a:cubicBezTo>
                  <a:cubicBezTo>
                    <a:pt x="1816876" y="1134230"/>
                    <a:pt x="1816271" y="1136753"/>
                    <a:pt x="1816271" y="1136753"/>
                  </a:cubicBezTo>
                  <a:lnTo>
                    <a:pt x="1815227" y="1138502"/>
                  </a:lnTo>
                  <a:lnTo>
                    <a:pt x="1815227" y="1142101"/>
                  </a:lnTo>
                  <a:lnTo>
                    <a:pt x="1816001" y="1144153"/>
                  </a:lnTo>
                  <a:lnTo>
                    <a:pt x="1816540" y="1145902"/>
                  </a:lnTo>
                  <a:lnTo>
                    <a:pt x="1818155" y="1146878"/>
                  </a:lnTo>
                  <a:lnTo>
                    <a:pt x="1820208" y="1148291"/>
                  </a:lnTo>
                  <a:lnTo>
                    <a:pt x="1822597" y="1148392"/>
                  </a:lnTo>
                  <a:lnTo>
                    <a:pt x="1825862" y="1146542"/>
                  </a:lnTo>
                  <a:lnTo>
                    <a:pt x="1828252" y="1145129"/>
                  </a:lnTo>
                  <a:lnTo>
                    <a:pt x="1829126" y="1143615"/>
                  </a:lnTo>
                  <a:lnTo>
                    <a:pt x="1830338" y="1142101"/>
                  </a:lnTo>
                  <a:lnTo>
                    <a:pt x="1832290" y="1141226"/>
                  </a:lnTo>
                  <a:lnTo>
                    <a:pt x="1835218" y="1141226"/>
                  </a:lnTo>
                  <a:lnTo>
                    <a:pt x="1838819" y="1142875"/>
                  </a:lnTo>
                  <a:lnTo>
                    <a:pt x="1840670" y="1144187"/>
                  </a:lnTo>
                  <a:lnTo>
                    <a:pt x="1842184" y="1144826"/>
                  </a:lnTo>
                  <a:lnTo>
                    <a:pt x="1845012" y="1144927"/>
                  </a:lnTo>
                  <a:cubicBezTo>
                    <a:pt x="1845012" y="1144927"/>
                    <a:pt x="1847401" y="1142202"/>
                    <a:pt x="1847838" y="1142101"/>
                  </a:cubicBezTo>
                  <a:cubicBezTo>
                    <a:pt x="1848276" y="1142000"/>
                    <a:pt x="1849353" y="1139612"/>
                    <a:pt x="1849454" y="1139275"/>
                  </a:cubicBezTo>
                  <a:cubicBezTo>
                    <a:pt x="1849555" y="1138939"/>
                    <a:pt x="1851305" y="1133860"/>
                    <a:pt x="1851305" y="1133860"/>
                  </a:cubicBezTo>
                  <a:lnTo>
                    <a:pt x="1851742" y="1131807"/>
                  </a:lnTo>
                  <a:lnTo>
                    <a:pt x="1852079" y="1125180"/>
                  </a:lnTo>
                  <a:lnTo>
                    <a:pt x="1850867" y="1119327"/>
                  </a:lnTo>
                  <a:cubicBezTo>
                    <a:pt x="1850867" y="1119327"/>
                    <a:pt x="1849353" y="1116064"/>
                    <a:pt x="1849117" y="1115627"/>
                  </a:cubicBezTo>
                  <a:cubicBezTo>
                    <a:pt x="1848915" y="1115189"/>
                    <a:pt x="1847704" y="1112263"/>
                    <a:pt x="1847704" y="1112263"/>
                  </a:cubicBezTo>
                  <a:lnTo>
                    <a:pt x="1846290" y="1109000"/>
                  </a:lnTo>
                  <a:cubicBezTo>
                    <a:pt x="1846290" y="1109000"/>
                    <a:pt x="1846055" y="1107923"/>
                    <a:pt x="1846055" y="1106948"/>
                  </a:cubicBezTo>
                  <a:cubicBezTo>
                    <a:pt x="1846055" y="1105972"/>
                    <a:pt x="1845853" y="1103685"/>
                    <a:pt x="1845853" y="1102608"/>
                  </a:cubicBezTo>
                  <a:cubicBezTo>
                    <a:pt x="1845853" y="1101532"/>
                    <a:pt x="1845617" y="1098807"/>
                    <a:pt x="1845617" y="1098807"/>
                  </a:cubicBezTo>
                  <a:cubicBezTo>
                    <a:pt x="1845617" y="1098807"/>
                    <a:pt x="1845180" y="1096419"/>
                    <a:pt x="1845180" y="1095443"/>
                  </a:cubicBezTo>
                  <a:cubicBezTo>
                    <a:pt x="1845180" y="1094467"/>
                    <a:pt x="1845281" y="1092180"/>
                    <a:pt x="1845281" y="1091843"/>
                  </a:cubicBezTo>
                  <a:cubicBezTo>
                    <a:pt x="1845281" y="1091507"/>
                    <a:pt x="1845281" y="1090330"/>
                    <a:pt x="1845382" y="1089993"/>
                  </a:cubicBezTo>
                  <a:cubicBezTo>
                    <a:pt x="1845483" y="1089657"/>
                    <a:pt x="1847569" y="1087807"/>
                    <a:pt x="1847569" y="1087807"/>
                  </a:cubicBezTo>
                  <a:lnTo>
                    <a:pt x="1849420" y="1085519"/>
                  </a:lnTo>
                  <a:lnTo>
                    <a:pt x="1852146" y="1083232"/>
                  </a:lnTo>
                  <a:cubicBezTo>
                    <a:pt x="1852146" y="1083232"/>
                    <a:pt x="1852247" y="1080843"/>
                    <a:pt x="1852146" y="1080070"/>
                  </a:cubicBezTo>
                  <a:cubicBezTo>
                    <a:pt x="1852045" y="1079296"/>
                    <a:pt x="1851170" y="1077042"/>
                    <a:pt x="1851170" y="1077042"/>
                  </a:cubicBezTo>
                  <a:cubicBezTo>
                    <a:pt x="1851170" y="1077042"/>
                    <a:pt x="1848680" y="1074116"/>
                    <a:pt x="1848579" y="1073779"/>
                  </a:cubicBezTo>
                  <a:cubicBezTo>
                    <a:pt x="1848478" y="1073443"/>
                    <a:pt x="1848478" y="1071828"/>
                    <a:pt x="1848478" y="1071828"/>
                  </a:cubicBezTo>
                  <a:lnTo>
                    <a:pt x="1850531" y="1070213"/>
                  </a:lnTo>
                  <a:cubicBezTo>
                    <a:pt x="1850531" y="1070213"/>
                    <a:pt x="1851608" y="1067926"/>
                    <a:pt x="1851944" y="1067825"/>
                  </a:cubicBezTo>
                  <a:cubicBezTo>
                    <a:pt x="1852281" y="1067724"/>
                    <a:pt x="1852920" y="1066412"/>
                    <a:pt x="1852920" y="1065975"/>
                  </a:cubicBezTo>
                  <a:cubicBezTo>
                    <a:pt x="1852920" y="1065537"/>
                    <a:pt x="1853122" y="1063250"/>
                    <a:pt x="1853122" y="1062812"/>
                  </a:cubicBezTo>
                  <a:cubicBezTo>
                    <a:pt x="1853122" y="1062375"/>
                    <a:pt x="1852920" y="1059785"/>
                    <a:pt x="1852584" y="1059550"/>
                  </a:cubicBezTo>
                  <a:cubicBezTo>
                    <a:pt x="1852247" y="1059348"/>
                    <a:pt x="1850968" y="1056623"/>
                    <a:pt x="1850968" y="1056623"/>
                  </a:cubicBezTo>
                  <a:lnTo>
                    <a:pt x="1851170" y="1055311"/>
                  </a:lnTo>
                  <a:cubicBezTo>
                    <a:pt x="1851170" y="1055311"/>
                    <a:pt x="1851810" y="1054672"/>
                    <a:pt x="1852483" y="1054436"/>
                  </a:cubicBezTo>
                  <a:cubicBezTo>
                    <a:pt x="1853122" y="1054201"/>
                    <a:pt x="1855074" y="1052922"/>
                    <a:pt x="1855074" y="1052922"/>
                  </a:cubicBezTo>
                  <a:lnTo>
                    <a:pt x="1856151" y="1052283"/>
                  </a:lnTo>
                  <a:cubicBezTo>
                    <a:pt x="1856151" y="1052283"/>
                    <a:pt x="1858339" y="1051409"/>
                    <a:pt x="1858440" y="1052283"/>
                  </a:cubicBezTo>
                  <a:cubicBezTo>
                    <a:pt x="1858541" y="1053158"/>
                    <a:pt x="1858103" y="1053259"/>
                    <a:pt x="1859214" y="1054033"/>
                  </a:cubicBezTo>
                  <a:cubicBezTo>
                    <a:pt x="1860291" y="1054806"/>
                    <a:pt x="1860291" y="1054806"/>
                    <a:pt x="1860291" y="1054806"/>
                  </a:cubicBezTo>
                  <a:cubicBezTo>
                    <a:pt x="1860291" y="1054806"/>
                    <a:pt x="1861065" y="1055143"/>
                    <a:pt x="1861368" y="1054907"/>
                  </a:cubicBezTo>
                  <a:cubicBezTo>
                    <a:pt x="1861704" y="1054705"/>
                    <a:pt x="1862546" y="1051913"/>
                    <a:pt x="1862546" y="1051913"/>
                  </a:cubicBezTo>
                  <a:cubicBezTo>
                    <a:pt x="1863185" y="1051745"/>
                    <a:pt x="1866685" y="1051913"/>
                    <a:pt x="1866685" y="1051913"/>
                  </a:cubicBezTo>
                  <a:lnTo>
                    <a:pt x="1867459" y="1053494"/>
                  </a:lnTo>
                  <a:lnTo>
                    <a:pt x="1868435" y="1059247"/>
                  </a:lnTo>
                  <a:lnTo>
                    <a:pt x="1867897" y="1062409"/>
                  </a:lnTo>
                  <a:lnTo>
                    <a:pt x="1867459" y="1066008"/>
                  </a:lnTo>
                  <a:lnTo>
                    <a:pt x="1867358" y="1068498"/>
                  </a:lnTo>
                  <a:lnTo>
                    <a:pt x="1867358" y="1070886"/>
                  </a:lnTo>
                  <a:lnTo>
                    <a:pt x="1868233" y="1072837"/>
                  </a:lnTo>
                  <a:cubicBezTo>
                    <a:pt x="1868233" y="1072837"/>
                    <a:pt x="1869209" y="1073106"/>
                    <a:pt x="1869546" y="1073106"/>
                  </a:cubicBezTo>
                  <a:cubicBezTo>
                    <a:pt x="1869882" y="1073106"/>
                    <a:pt x="1870858" y="1073476"/>
                    <a:pt x="1870858" y="1073476"/>
                  </a:cubicBezTo>
                  <a:lnTo>
                    <a:pt x="1873450" y="1073476"/>
                  </a:lnTo>
                  <a:lnTo>
                    <a:pt x="1876176" y="1073140"/>
                  </a:lnTo>
                  <a:cubicBezTo>
                    <a:pt x="1876176" y="1073140"/>
                    <a:pt x="1878027" y="1071727"/>
                    <a:pt x="1878464" y="1071492"/>
                  </a:cubicBezTo>
                  <a:cubicBezTo>
                    <a:pt x="1878902" y="1071290"/>
                    <a:pt x="1879104" y="1070180"/>
                    <a:pt x="1879104" y="1070180"/>
                  </a:cubicBezTo>
                  <a:lnTo>
                    <a:pt x="1878128" y="1066580"/>
                  </a:lnTo>
                  <a:cubicBezTo>
                    <a:pt x="1878128" y="1066580"/>
                    <a:pt x="1877926" y="1064831"/>
                    <a:pt x="1877926" y="1064427"/>
                  </a:cubicBezTo>
                  <a:cubicBezTo>
                    <a:pt x="1877926" y="1063990"/>
                    <a:pt x="1877724" y="1061501"/>
                    <a:pt x="1877724" y="1061501"/>
                  </a:cubicBezTo>
                  <a:lnTo>
                    <a:pt x="1878599" y="1059112"/>
                  </a:lnTo>
                  <a:lnTo>
                    <a:pt x="1881762" y="1057800"/>
                  </a:lnTo>
                  <a:lnTo>
                    <a:pt x="1882402" y="1056724"/>
                  </a:lnTo>
                  <a:lnTo>
                    <a:pt x="1880450" y="1054134"/>
                  </a:lnTo>
                  <a:cubicBezTo>
                    <a:pt x="1880450" y="1054134"/>
                    <a:pt x="1881325" y="1052721"/>
                    <a:pt x="1881661" y="1052721"/>
                  </a:cubicBezTo>
                  <a:cubicBezTo>
                    <a:pt x="1881998" y="1052721"/>
                    <a:pt x="1884589" y="1052620"/>
                    <a:pt x="1884589" y="1052620"/>
                  </a:cubicBezTo>
                  <a:lnTo>
                    <a:pt x="1887080" y="1052519"/>
                  </a:lnTo>
                  <a:cubicBezTo>
                    <a:pt x="1887080" y="1052519"/>
                    <a:pt x="1887416" y="1050770"/>
                    <a:pt x="1887416" y="1050332"/>
                  </a:cubicBezTo>
                  <a:cubicBezTo>
                    <a:pt x="1887416" y="1049895"/>
                    <a:pt x="1887315" y="1047708"/>
                    <a:pt x="1887315" y="1047708"/>
                  </a:cubicBezTo>
                  <a:lnTo>
                    <a:pt x="1886676" y="1046396"/>
                  </a:lnTo>
                  <a:lnTo>
                    <a:pt x="1885060" y="1044983"/>
                  </a:lnTo>
                  <a:lnTo>
                    <a:pt x="1884623" y="1044109"/>
                  </a:lnTo>
                  <a:cubicBezTo>
                    <a:pt x="1884623" y="1044109"/>
                    <a:pt x="1885599" y="1042259"/>
                    <a:pt x="1885935" y="1042023"/>
                  </a:cubicBezTo>
                  <a:cubicBezTo>
                    <a:pt x="1886272" y="1041821"/>
                    <a:pt x="1887147" y="1041384"/>
                    <a:pt x="1887450" y="1041250"/>
                  </a:cubicBezTo>
                  <a:cubicBezTo>
                    <a:pt x="1887787" y="1041148"/>
                    <a:pt x="1886810" y="1039500"/>
                    <a:pt x="1886810" y="1039500"/>
                  </a:cubicBezTo>
                  <a:lnTo>
                    <a:pt x="1883109" y="1034824"/>
                  </a:lnTo>
                  <a:lnTo>
                    <a:pt x="1883109" y="1034286"/>
                  </a:lnTo>
                  <a:lnTo>
                    <a:pt x="1885700" y="1032638"/>
                  </a:lnTo>
                  <a:cubicBezTo>
                    <a:pt x="1885700" y="1032638"/>
                    <a:pt x="1887753" y="1030788"/>
                    <a:pt x="1889065" y="1030788"/>
                  </a:cubicBezTo>
                  <a:cubicBezTo>
                    <a:pt x="1890378" y="1030788"/>
                    <a:pt x="1891354" y="1030249"/>
                    <a:pt x="1892431" y="1030249"/>
                  </a:cubicBezTo>
                  <a:cubicBezTo>
                    <a:pt x="1893508" y="1030249"/>
                    <a:pt x="1896133" y="1030687"/>
                    <a:pt x="1896671" y="1030788"/>
                  </a:cubicBezTo>
                  <a:cubicBezTo>
                    <a:pt x="1897580" y="1031124"/>
                    <a:pt x="1899094" y="1031662"/>
                    <a:pt x="1899094" y="1031662"/>
                  </a:cubicBezTo>
                  <a:close/>
                </a:path>
              </a:pathLst>
            </a:custGeom>
            <a:grpFill/>
            <a:ln w="6350" cap="flat">
              <a:solidFill>
                <a:schemeClr val="bg1"/>
              </a:solidFill>
              <a:prstDash val="solid"/>
              <a:miter/>
            </a:ln>
          </p:spPr>
          <p:txBody>
            <a:bodyPr rtlCol="0" anchor="ctr"/>
            <a:lstStyle/>
            <a:p>
              <a:endParaRPr lang="en-US"/>
            </a:p>
          </p:txBody>
        </p:sp>
        <p:sp>
          <p:nvSpPr>
            <p:cNvPr id="73" name="Freeform 912">
              <a:extLst>
                <a:ext uri="{FF2B5EF4-FFF2-40B4-BE49-F238E27FC236}">
                  <a16:creationId xmlns:a16="http://schemas.microsoft.com/office/drawing/2014/main" id="{86BCCD54-5223-C51A-3AD4-5F7D6A342C40}"/>
                </a:ext>
              </a:extLst>
            </p:cNvPr>
            <p:cNvSpPr/>
            <p:nvPr/>
          </p:nvSpPr>
          <p:spPr>
            <a:xfrm>
              <a:off x="6097266" y="1897501"/>
              <a:ext cx="1051007" cy="784315"/>
            </a:xfrm>
            <a:custGeom>
              <a:avLst/>
              <a:gdLst>
                <a:gd name="connsiteX0" fmla="*/ 1673575 w 2017827"/>
                <a:gd name="connsiteY0" fmla="*/ 1173514 h 1505806"/>
                <a:gd name="connsiteX1" fmla="*/ 1674349 w 2017827"/>
                <a:gd name="connsiteY1" fmla="*/ 1170352 h 1505806"/>
                <a:gd name="connsiteX2" fmla="*/ 1674989 w 2017827"/>
                <a:gd name="connsiteY2" fmla="*/ 1168502 h 1505806"/>
                <a:gd name="connsiteX3" fmla="*/ 1675527 w 2017827"/>
                <a:gd name="connsiteY3" fmla="*/ 1166854 h 1505806"/>
                <a:gd name="connsiteX4" fmla="*/ 1676301 w 2017827"/>
                <a:gd name="connsiteY4" fmla="*/ 1162716 h 1505806"/>
                <a:gd name="connsiteX5" fmla="*/ 1676739 w 2017827"/>
                <a:gd name="connsiteY5" fmla="*/ 1159991 h 1505806"/>
                <a:gd name="connsiteX6" fmla="*/ 1676941 w 2017827"/>
                <a:gd name="connsiteY6" fmla="*/ 1157502 h 1505806"/>
                <a:gd name="connsiteX7" fmla="*/ 1677041 w 2017827"/>
                <a:gd name="connsiteY7" fmla="*/ 1155651 h 1505806"/>
                <a:gd name="connsiteX8" fmla="*/ 1677041 w 2017827"/>
                <a:gd name="connsiteY8" fmla="*/ 1153902 h 1505806"/>
                <a:gd name="connsiteX9" fmla="*/ 1676671 w 2017827"/>
                <a:gd name="connsiteY9" fmla="*/ 1150875 h 1505806"/>
                <a:gd name="connsiteX10" fmla="*/ 1676402 w 2017827"/>
                <a:gd name="connsiteY10" fmla="*/ 1149125 h 1505806"/>
                <a:gd name="connsiteX11" fmla="*/ 1674551 w 2017827"/>
                <a:gd name="connsiteY11" fmla="*/ 1147914 h 1505806"/>
                <a:gd name="connsiteX12" fmla="*/ 1673575 w 2017827"/>
                <a:gd name="connsiteY12" fmla="*/ 1146939 h 1505806"/>
                <a:gd name="connsiteX13" fmla="*/ 1669570 w 2017827"/>
                <a:gd name="connsiteY13" fmla="*/ 1144349 h 1505806"/>
                <a:gd name="connsiteX14" fmla="*/ 1668796 w 2017827"/>
                <a:gd name="connsiteY14" fmla="*/ 1143810 h 1505806"/>
                <a:gd name="connsiteX15" fmla="*/ 1668460 w 2017827"/>
                <a:gd name="connsiteY15" fmla="*/ 1140648 h 1505806"/>
                <a:gd name="connsiteX16" fmla="*/ 1667820 w 2017827"/>
                <a:gd name="connsiteY16" fmla="*/ 1136511 h 1505806"/>
                <a:gd name="connsiteX17" fmla="*/ 1666609 w 2017827"/>
                <a:gd name="connsiteY17" fmla="*/ 1133046 h 1505806"/>
                <a:gd name="connsiteX18" fmla="*/ 1666609 w 2017827"/>
                <a:gd name="connsiteY18" fmla="*/ 1129682 h 1505806"/>
                <a:gd name="connsiteX19" fmla="*/ 1670075 w 2017827"/>
                <a:gd name="connsiteY19" fmla="*/ 1126082 h 1505806"/>
                <a:gd name="connsiteX20" fmla="*/ 1670075 w 2017827"/>
                <a:gd name="connsiteY20" fmla="*/ 1119018 h 1505806"/>
                <a:gd name="connsiteX21" fmla="*/ 1670916 w 2017827"/>
                <a:gd name="connsiteY21" fmla="*/ 1110204 h 1505806"/>
                <a:gd name="connsiteX22" fmla="*/ 1671825 w 2017827"/>
                <a:gd name="connsiteY22" fmla="*/ 1106941 h 1505806"/>
                <a:gd name="connsiteX23" fmla="*/ 1671825 w 2017827"/>
                <a:gd name="connsiteY23" fmla="*/ 1104116 h 1505806"/>
                <a:gd name="connsiteX24" fmla="*/ 1671287 w 2017827"/>
                <a:gd name="connsiteY24" fmla="*/ 1102030 h 1505806"/>
                <a:gd name="connsiteX25" fmla="*/ 1670950 w 2017827"/>
                <a:gd name="connsiteY25" fmla="*/ 1100079 h 1505806"/>
                <a:gd name="connsiteX26" fmla="*/ 1670950 w 2017827"/>
                <a:gd name="connsiteY26" fmla="*/ 1098229 h 1505806"/>
                <a:gd name="connsiteX27" fmla="*/ 1672566 w 2017827"/>
                <a:gd name="connsiteY27" fmla="*/ 1095504 h 1505806"/>
                <a:gd name="connsiteX28" fmla="*/ 1675056 w 2017827"/>
                <a:gd name="connsiteY28" fmla="*/ 1091804 h 1505806"/>
                <a:gd name="connsiteX29" fmla="*/ 1676907 w 2017827"/>
                <a:gd name="connsiteY29" fmla="*/ 1088641 h 1505806"/>
                <a:gd name="connsiteX30" fmla="*/ 1680373 w 2017827"/>
                <a:gd name="connsiteY30" fmla="*/ 1086589 h 1505806"/>
                <a:gd name="connsiteX31" fmla="*/ 1683974 w 2017827"/>
                <a:gd name="connsiteY31" fmla="*/ 1081712 h 1505806"/>
                <a:gd name="connsiteX32" fmla="*/ 1686027 w 2017827"/>
                <a:gd name="connsiteY32" fmla="*/ 1079660 h 1505806"/>
                <a:gd name="connsiteX33" fmla="*/ 1688518 w 2017827"/>
                <a:gd name="connsiteY33" fmla="*/ 1076598 h 1505806"/>
                <a:gd name="connsiteX34" fmla="*/ 1689830 w 2017827"/>
                <a:gd name="connsiteY34" fmla="*/ 1073133 h 1505806"/>
                <a:gd name="connsiteX35" fmla="*/ 1689628 w 2017827"/>
                <a:gd name="connsiteY35" fmla="*/ 1070745 h 1505806"/>
                <a:gd name="connsiteX36" fmla="*/ 1688551 w 2017827"/>
                <a:gd name="connsiteY36" fmla="*/ 1066506 h 1505806"/>
                <a:gd name="connsiteX37" fmla="*/ 1689022 w 2017827"/>
                <a:gd name="connsiteY37" fmla="*/ 1043699 h 1505806"/>
                <a:gd name="connsiteX38" fmla="*/ 1689527 w 2017827"/>
                <a:gd name="connsiteY38" fmla="*/ 1041209 h 1505806"/>
                <a:gd name="connsiteX39" fmla="*/ 1689191 w 2017827"/>
                <a:gd name="connsiteY39" fmla="*/ 1039023 h 1505806"/>
                <a:gd name="connsiteX40" fmla="*/ 1689191 w 2017827"/>
                <a:gd name="connsiteY40" fmla="*/ 1037375 h 1505806"/>
                <a:gd name="connsiteX41" fmla="*/ 1689191 w 2017827"/>
                <a:gd name="connsiteY41" fmla="*/ 1033910 h 1505806"/>
                <a:gd name="connsiteX42" fmla="*/ 1689191 w 2017827"/>
                <a:gd name="connsiteY42" fmla="*/ 1032160 h 1505806"/>
                <a:gd name="connsiteX43" fmla="*/ 1691109 w 2017827"/>
                <a:gd name="connsiteY43" fmla="*/ 1032059 h 1505806"/>
                <a:gd name="connsiteX44" fmla="*/ 1693330 w 2017827"/>
                <a:gd name="connsiteY44" fmla="*/ 1032160 h 1505806"/>
                <a:gd name="connsiteX45" fmla="*/ 1696157 w 2017827"/>
                <a:gd name="connsiteY45" fmla="*/ 1032699 h 1505806"/>
                <a:gd name="connsiteX46" fmla="*/ 1698883 w 2017827"/>
                <a:gd name="connsiteY46" fmla="*/ 1033876 h 1505806"/>
                <a:gd name="connsiteX47" fmla="*/ 1703763 w 2017827"/>
                <a:gd name="connsiteY47" fmla="*/ 1035188 h 1505806"/>
                <a:gd name="connsiteX48" fmla="*/ 1709081 w 2017827"/>
                <a:gd name="connsiteY48" fmla="*/ 1035289 h 1505806"/>
                <a:gd name="connsiteX49" fmla="*/ 1715711 w 2017827"/>
                <a:gd name="connsiteY49" fmla="*/ 1038451 h 1505806"/>
                <a:gd name="connsiteX50" fmla="*/ 1719312 w 2017827"/>
                <a:gd name="connsiteY50" fmla="*/ 1039763 h 1505806"/>
                <a:gd name="connsiteX51" fmla="*/ 1722374 w 2017827"/>
                <a:gd name="connsiteY51" fmla="*/ 1040638 h 1505806"/>
                <a:gd name="connsiteX52" fmla="*/ 1726413 w 2017827"/>
                <a:gd name="connsiteY52" fmla="*/ 1040974 h 1505806"/>
                <a:gd name="connsiteX53" fmla="*/ 1729240 w 2017827"/>
                <a:gd name="connsiteY53" fmla="*/ 1040873 h 1505806"/>
                <a:gd name="connsiteX54" fmla="*/ 1732841 w 2017827"/>
                <a:gd name="connsiteY54" fmla="*/ 1040671 h 1505806"/>
                <a:gd name="connsiteX55" fmla="*/ 1735769 w 2017827"/>
                <a:gd name="connsiteY55" fmla="*/ 1039898 h 1505806"/>
                <a:gd name="connsiteX56" fmla="*/ 1738394 w 2017827"/>
                <a:gd name="connsiteY56" fmla="*/ 1038922 h 1505806"/>
                <a:gd name="connsiteX57" fmla="*/ 1739471 w 2017827"/>
                <a:gd name="connsiteY57" fmla="*/ 1038283 h 1505806"/>
                <a:gd name="connsiteX58" fmla="*/ 1741221 w 2017827"/>
                <a:gd name="connsiteY58" fmla="*/ 1037745 h 1505806"/>
                <a:gd name="connsiteX59" fmla="*/ 1743509 w 2017827"/>
                <a:gd name="connsiteY59" fmla="*/ 1037105 h 1505806"/>
                <a:gd name="connsiteX60" fmla="*/ 1745461 w 2017827"/>
                <a:gd name="connsiteY60" fmla="*/ 1036231 h 1505806"/>
                <a:gd name="connsiteX61" fmla="*/ 1747211 w 2017827"/>
                <a:gd name="connsiteY61" fmla="*/ 1035592 h 1505806"/>
                <a:gd name="connsiteX62" fmla="*/ 1749163 w 2017827"/>
                <a:gd name="connsiteY62" fmla="*/ 1034381 h 1505806"/>
                <a:gd name="connsiteX63" fmla="*/ 1750476 w 2017827"/>
                <a:gd name="connsiteY63" fmla="*/ 1033304 h 1505806"/>
                <a:gd name="connsiteX64" fmla="*/ 1751889 w 2017827"/>
                <a:gd name="connsiteY64" fmla="*/ 1032228 h 1505806"/>
                <a:gd name="connsiteX65" fmla="*/ 1753404 w 2017827"/>
                <a:gd name="connsiteY65" fmla="*/ 1031689 h 1505806"/>
                <a:gd name="connsiteX66" fmla="*/ 1754481 w 2017827"/>
                <a:gd name="connsiteY66" fmla="*/ 1031252 h 1505806"/>
                <a:gd name="connsiteX67" fmla="*/ 1756433 w 2017827"/>
                <a:gd name="connsiteY67" fmla="*/ 1030377 h 1505806"/>
                <a:gd name="connsiteX68" fmla="*/ 1758385 w 2017827"/>
                <a:gd name="connsiteY68" fmla="*/ 1028763 h 1505806"/>
                <a:gd name="connsiteX69" fmla="*/ 1759563 w 2017827"/>
                <a:gd name="connsiteY69" fmla="*/ 1027552 h 1505806"/>
                <a:gd name="connsiteX70" fmla="*/ 1760337 w 2017827"/>
                <a:gd name="connsiteY70" fmla="*/ 1027014 h 1505806"/>
                <a:gd name="connsiteX71" fmla="*/ 1761212 w 2017827"/>
                <a:gd name="connsiteY71" fmla="*/ 1026576 h 1505806"/>
                <a:gd name="connsiteX72" fmla="*/ 1762524 w 2017827"/>
                <a:gd name="connsiteY72" fmla="*/ 1025399 h 1505806"/>
                <a:gd name="connsiteX73" fmla="*/ 1764274 w 2017827"/>
                <a:gd name="connsiteY73" fmla="*/ 1024760 h 1505806"/>
                <a:gd name="connsiteX74" fmla="*/ 1766024 w 2017827"/>
                <a:gd name="connsiteY74" fmla="*/ 1023986 h 1505806"/>
                <a:gd name="connsiteX75" fmla="*/ 1767101 w 2017827"/>
                <a:gd name="connsiteY75" fmla="*/ 1022775 h 1505806"/>
                <a:gd name="connsiteX76" fmla="*/ 1767976 w 2017827"/>
                <a:gd name="connsiteY76" fmla="*/ 1021026 h 1505806"/>
                <a:gd name="connsiteX77" fmla="*/ 1770029 w 2017827"/>
                <a:gd name="connsiteY77" fmla="*/ 1017998 h 1505806"/>
                <a:gd name="connsiteX78" fmla="*/ 1771779 w 2017827"/>
                <a:gd name="connsiteY78" fmla="*/ 1015711 h 1505806"/>
                <a:gd name="connsiteX79" fmla="*/ 1772856 w 2017827"/>
                <a:gd name="connsiteY79" fmla="*/ 1012549 h 1505806"/>
                <a:gd name="connsiteX80" fmla="*/ 1775145 w 2017827"/>
                <a:gd name="connsiteY80" fmla="*/ 1008074 h 1505806"/>
                <a:gd name="connsiteX81" fmla="*/ 1780799 w 2017827"/>
                <a:gd name="connsiteY81" fmla="*/ 1002221 h 1505806"/>
                <a:gd name="connsiteX82" fmla="*/ 1785477 w 2017827"/>
                <a:gd name="connsiteY82" fmla="*/ 998958 h 1505806"/>
                <a:gd name="connsiteX83" fmla="*/ 1790357 w 2017827"/>
                <a:gd name="connsiteY83" fmla="*/ 990918 h 1505806"/>
                <a:gd name="connsiteX84" fmla="*/ 1797861 w 2017827"/>
                <a:gd name="connsiteY84" fmla="*/ 982441 h 1505806"/>
                <a:gd name="connsiteX85" fmla="*/ 1807857 w 2017827"/>
                <a:gd name="connsiteY85" fmla="*/ 975814 h 1505806"/>
                <a:gd name="connsiteX86" fmla="*/ 1817415 w 2017827"/>
                <a:gd name="connsiteY86" fmla="*/ 970163 h 1505806"/>
                <a:gd name="connsiteX87" fmla="*/ 1825795 w 2017827"/>
                <a:gd name="connsiteY87" fmla="*/ 963973 h 1505806"/>
                <a:gd name="connsiteX88" fmla="*/ 1831449 w 2017827"/>
                <a:gd name="connsiteY88" fmla="*/ 959297 h 1505806"/>
                <a:gd name="connsiteX89" fmla="*/ 1845483 w 2017827"/>
                <a:gd name="connsiteY89" fmla="*/ 949306 h 1505806"/>
                <a:gd name="connsiteX90" fmla="*/ 1853627 w 2017827"/>
                <a:gd name="connsiteY90" fmla="*/ 942141 h 1505806"/>
                <a:gd name="connsiteX91" fmla="*/ 1857329 w 2017827"/>
                <a:gd name="connsiteY91" fmla="*/ 939651 h 1505806"/>
                <a:gd name="connsiteX92" fmla="*/ 1861334 w 2017827"/>
                <a:gd name="connsiteY92" fmla="*/ 936287 h 1505806"/>
                <a:gd name="connsiteX93" fmla="*/ 1866651 w 2017827"/>
                <a:gd name="connsiteY93" fmla="*/ 933024 h 1505806"/>
                <a:gd name="connsiteX94" fmla="*/ 1872844 w 2017827"/>
                <a:gd name="connsiteY94" fmla="*/ 930098 h 1505806"/>
                <a:gd name="connsiteX95" fmla="*/ 1877959 w 2017827"/>
                <a:gd name="connsiteY95" fmla="*/ 928046 h 1505806"/>
                <a:gd name="connsiteX96" fmla="*/ 1882099 w 2017827"/>
                <a:gd name="connsiteY96" fmla="*/ 925018 h 1505806"/>
                <a:gd name="connsiteX97" fmla="*/ 1897210 w 2017827"/>
                <a:gd name="connsiteY97" fmla="*/ 922966 h 1505806"/>
                <a:gd name="connsiteX98" fmla="*/ 1915787 w 2017827"/>
                <a:gd name="connsiteY98" fmla="*/ 918055 h 1505806"/>
                <a:gd name="connsiteX99" fmla="*/ 1918816 w 2017827"/>
                <a:gd name="connsiteY99" fmla="*/ 917617 h 1505806"/>
                <a:gd name="connsiteX100" fmla="*/ 1925008 w 2017827"/>
                <a:gd name="connsiteY100" fmla="*/ 920006 h 1505806"/>
                <a:gd name="connsiteX101" fmla="*/ 1927936 w 2017827"/>
                <a:gd name="connsiteY101" fmla="*/ 919569 h 1505806"/>
                <a:gd name="connsiteX102" fmla="*/ 1931201 w 2017827"/>
                <a:gd name="connsiteY102" fmla="*/ 918257 h 1505806"/>
                <a:gd name="connsiteX103" fmla="*/ 1934364 w 2017827"/>
                <a:gd name="connsiteY103" fmla="*/ 917517 h 1505806"/>
                <a:gd name="connsiteX104" fmla="*/ 1938807 w 2017827"/>
                <a:gd name="connsiteY104" fmla="*/ 914893 h 1505806"/>
                <a:gd name="connsiteX105" fmla="*/ 1942273 w 2017827"/>
                <a:gd name="connsiteY105" fmla="*/ 914893 h 1505806"/>
                <a:gd name="connsiteX106" fmla="*/ 1946615 w 2017827"/>
                <a:gd name="connsiteY106" fmla="*/ 915666 h 1505806"/>
                <a:gd name="connsiteX107" fmla="*/ 1951629 w 2017827"/>
                <a:gd name="connsiteY107" fmla="*/ 917617 h 1505806"/>
                <a:gd name="connsiteX108" fmla="*/ 1956509 w 2017827"/>
                <a:gd name="connsiteY108" fmla="*/ 918828 h 1505806"/>
                <a:gd name="connsiteX109" fmla="*/ 1967279 w 2017827"/>
                <a:gd name="connsiteY109" fmla="*/ 922091 h 1505806"/>
                <a:gd name="connsiteX110" fmla="*/ 1976197 w 2017827"/>
                <a:gd name="connsiteY110" fmla="*/ 921553 h 1505806"/>
                <a:gd name="connsiteX111" fmla="*/ 1980337 w 2017827"/>
                <a:gd name="connsiteY111" fmla="*/ 915902 h 1505806"/>
                <a:gd name="connsiteX112" fmla="*/ 1983803 w 2017827"/>
                <a:gd name="connsiteY112" fmla="*/ 913413 h 1505806"/>
                <a:gd name="connsiteX113" fmla="*/ 1989659 w 2017827"/>
                <a:gd name="connsiteY113" fmla="*/ 910385 h 1505806"/>
                <a:gd name="connsiteX114" fmla="*/ 1992250 w 2017827"/>
                <a:gd name="connsiteY114" fmla="*/ 907357 h 1505806"/>
                <a:gd name="connsiteX115" fmla="*/ 1992048 w 2017827"/>
                <a:gd name="connsiteY115" fmla="*/ 904733 h 1505806"/>
                <a:gd name="connsiteX116" fmla="*/ 1987471 w 2017827"/>
                <a:gd name="connsiteY116" fmla="*/ 899519 h 1505806"/>
                <a:gd name="connsiteX117" fmla="*/ 1989659 w 2017827"/>
                <a:gd name="connsiteY117" fmla="*/ 888015 h 1505806"/>
                <a:gd name="connsiteX118" fmla="*/ 1992688 w 2017827"/>
                <a:gd name="connsiteY118" fmla="*/ 880076 h 1505806"/>
                <a:gd name="connsiteX119" fmla="*/ 1993563 w 2017827"/>
                <a:gd name="connsiteY119" fmla="*/ 869008 h 1505806"/>
                <a:gd name="connsiteX120" fmla="*/ 1992149 w 2017827"/>
                <a:gd name="connsiteY120" fmla="*/ 858344 h 1505806"/>
                <a:gd name="connsiteX121" fmla="*/ 1993226 w 2017827"/>
                <a:gd name="connsiteY121" fmla="*/ 851818 h 1505806"/>
                <a:gd name="connsiteX122" fmla="*/ 1993226 w 2017827"/>
                <a:gd name="connsiteY122" fmla="*/ 847681 h 1505806"/>
                <a:gd name="connsiteX123" fmla="*/ 1993866 w 2017827"/>
                <a:gd name="connsiteY123" fmla="*/ 842467 h 1505806"/>
                <a:gd name="connsiteX124" fmla="*/ 1996457 w 2017827"/>
                <a:gd name="connsiteY124" fmla="*/ 839203 h 1505806"/>
                <a:gd name="connsiteX125" fmla="*/ 2002212 w 2017827"/>
                <a:gd name="connsiteY125" fmla="*/ 835739 h 1505806"/>
                <a:gd name="connsiteX126" fmla="*/ 2008405 w 2017827"/>
                <a:gd name="connsiteY126" fmla="*/ 831500 h 1505806"/>
                <a:gd name="connsiteX127" fmla="*/ 2015674 w 2017827"/>
                <a:gd name="connsiteY127" fmla="*/ 830861 h 1505806"/>
                <a:gd name="connsiteX128" fmla="*/ 2017087 w 2017827"/>
                <a:gd name="connsiteY128" fmla="*/ 829179 h 1505806"/>
                <a:gd name="connsiteX129" fmla="*/ 2017828 w 2017827"/>
                <a:gd name="connsiteY129" fmla="*/ 827160 h 1505806"/>
                <a:gd name="connsiteX130" fmla="*/ 2017828 w 2017827"/>
                <a:gd name="connsiteY130" fmla="*/ 823696 h 1505806"/>
                <a:gd name="connsiteX131" fmla="*/ 2017828 w 2017827"/>
                <a:gd name="connsiteY131" fmla="*/ 816194 h 1505806"/>
                <a:gd name="connsiteX132" fmla="*/ 2016751 w 2017827"/>
                <a:gd name="connsiteY132" fmla="*/ 810643 h 1505806"/>
                <a:gd name="connsiteX133" fmla="*/ 2014900 w 2017827"/>
                <a:gd name="connsiteY133" fmla="*/ 807044 h 1505806"/>
                <a:gd name="connsiteX134" fmla="*/ 2012174 w 2017827"/>
                <a:gd name="connsiteY134" fmla="*/ 802805 h 1505806"/>
                <a:gd name="connsiteX135" fmla="*/ 2008371 w 2017827"/>
                <a:gd name="connsiteY135" fmla="*/ 798029 h 1505806"/>
                <a:gd name="connsiteX136" fmla="*/ 2005880 w 2017827"/>
                <a:gd name="connsiteY136" fmla="*/ 792377 h 1505806"/>
                <a:gd name="connsiteX137" fmla="*/ 2003491 w 2017827"/>
                <a:gd name="connsiteY137" fmla="*/ 789350 h 1505806"/>
                <a:gd name="connsiteX138" fmla="*/ 1997837 w 2017827"/>
                <a:gd name="connsiteY138" fmla="*/ 782487 h 1505806"/>
                <a:gd name="connsiteX139" fmla="*/ 1995347 w 2017827"/>
                <a:gd name="connsiteY139" fmla="*/ 777710 h 1505806"/>
                <a:gd name="connsiteX140" fmla="*/ 1990568 w 2017827"/>
                <a:gd name="connsiteY140" fmla="*/ 772933 h 1505806"/>
                <a:gd name="connsiteX141" fmla="*/ 1987842 w 2017827"/>
                <a:gd name="connsiteY141" fmla="*/ 769468 h 1505806"/>
                <a:gd name="connsiteX142" fmla="*/ 1982962 w 2017827"/>
                <a:gd name="connsiteY142" fmla="*/ 762606 h 1505806"/>
                <a:gd name="connsiteX143" fmla="*/ 1981346 w 2017827"/>
                <a:gd name="connsiteY143" fmla="*/ 755878 h 1505806"/>
                <a:gd name="connsiteX144" fmla="*/ 1981346 w 2017827"/>
                <a:gd name="connsiteY144" fmla="*/ 748040 h 1505806"/>
                <a:gd name="connsiteX145" fmla="*/ 1980370 w 2017827"/>
                <a:gd name="connsiteY145" fmla="*/ 735560 h 1505806"/>
                <a:gd name="connsiteX146" fmla="*/ 1978317 w 2017827"/>
                <a:gd name="connsiteY146" fmla="*/ 727419 h 1505806"/>
                <a:gd name="connsiteX147" fmla="*/ 1975591 w 2017827"/>
                <a:gd name="connsiteY147" fmla="*/ 719816 h 1505806"/>
                <a:gd name="connsiteX148" fmla="*/ 1974514 w 2017827"/>
                <a:gd name="connsiteY148" fmla="*/ 711137 h 1505806"/>
                <a:gd name="connsiteX149" fmla="*/ 1973538 w 2017827"/>
                <a:gd name="connsiteY149" fmla="*/ 702997 h 1505806"/>
                <a:gd name="connsiteX150" fmla="*/ 1974514 w 2017827"/>
                <a:gd name="connsiteY150" fmla="*/ 698993 h 1505806"/>
                <a:gd name="connsiteX151" fmla="*/ 1972461 w 2017827"/>
                <a:gd name="connsiteY151" fmla="*/ 690180 h 1505806"/>
                <a:gd name="connsiteX152" fmla="*/ 1971216 w 2017827"/>
                <a:gd name="connsiteY152" fmla="*/ 686580 h 1505806"/>
                <a:gd name="connsiteX153" fmla="*/ 1971149 w 2017827"/>
                <a:gd name="connsiteY153" fmla="*/ 680929 h 1505806"/>
                <a:gd name="connsiteX154" fmla="*/ 1971149 w 2017827"/>
                <a:gd name="connsiteY154" fmla="*/ 674941 h 1505806"/>
                <a:gd name="connsiteX155" fmla="*/ 1969735 w 2017827"/>
                <a:gd name="connsiteY155" fmla="*/ 673730 h 1505806"/>
                <a:gd name="connsiteX156" fmla="*/ 1966706 w 2017827"/>
                <a:gd name="connsiteY156" fmla="*/ 676455 h 1505806"/>
                <a:gd name="connsiteX157" fmla="*/ 1961591 w 2017827"/>
                <a:gd name="connsiteY157" fmla="*/ 676657 h 1505806"/>
                <a:gd name="connsiteX158" fmla="*/ 1958326 w 2017827"/>
                <a:gd name="connsiteY158" fmla="*/ 674268 h 1505806"/>
                <a:gd name="connsiteX159" fmla="*/ 1956812 w 2017827"/>
                <a:gd name="connsiteY159" fmla="*/ 671005 h 1505806"/>
                <a:gd name="connsiteX160" fmla="*/ 1956173 w 2017827"/>
                <a:gd name="connsiteY160" fmla="*/ 669592 h 1505806"/>
                <a:gd name="connsiteX161" fmla="*/ 1955399 w 2017827"/>
                <a:gd name="connsiteY161" fmla="*/ 667978 h 1505806"/>
                <a:gd name="connsiteX162" fmla="*/ 1954759 w 2017827"/>
                <a:gd name="connsiteY162" fmla="*/ 665354 h 1505806"/>
                <a:gd name="connsiteX163" fmla="*/ 1954120 w 2017827"/>
                <a:gd name="connsiteY163" fmla="*/ 661216 h 1505806"/>
                <a:gd name="connsiteX164" fmla="*/ 1954658 w 2017827"/>
                <a:gd name="connsiteY164" fmla="*/ 658592 h 1505806"/>
                <a:gd name="connsiteX165" fmla="*/ 1954860 w 2017827"/>
                <a:gd name="connsiteY165" fmla="*/ 657381 h 1505806"/>
                <a:gd name="connsiteX166" fmla="*/ 1956812 w 2017827"/>
                <a:gd name="connsiteY166" fmla="*/ 654555 h 1505806"/>
                <a:gd name="connsiteX167" fmla="*/ 1959841 w 2017827"/>
                <a:gd name="connsiteY167" fmla="*/ 652806 h 1505806"/>
                <a:gd name="connsiteX168" fmla="*/ 1963005 w 2017827"/>
                <a:gd name="connsiteY168" fmla="*/ 650956 h 1505806"/>
                <a:gd name="connsiteX169" fmla="*/ 1961591 w 2017827"/>
                <a:gd name="connsiteY169" fmla="*/ 647928 h 1505806"/>
                <a:gd name="connsiteX170" fmla="*/ 1959639 w 2017827"/>
                <a:gd name="connsiteY170" fmla="*/ 647188 h 1505806"/>
                <a:gd name="connsiteX171" fmla="*/ 1955937 w 2017827"/>
                <a:gd name="connsiteY171" fmla="*/ 647188 h 1505806"/>
                <a:gd name="connsiteX172" fmla="*/ 1944192 w 2017827"/>
                <a:gd name="connsiteY172" fmla="*/ 647525 h 1505806"/>
                <a:gd name="connsiteX173" fmla="*/ 1932547 w 2017827"/>
                <a:gd name="connsiteY173" fmla="*/ 646347 h 1505806"/>
                <a:gd name="connsiteX174" fmla="*/ 1926355 w 2017827"/>
                <a:gd name="connsiteY174" fmla="*/ 644699 h 1505806"/>
                <a:gd name="connsiteX175" fmla="*/ 1915484 w 2017827"/>
                <a:gd name="connsiteY175" fmla="*/ 637971 h 1505806"/>
                <a:gd name="connsiteX176" fmla="*/ 1908215 w 2017827"/>
                <a:gd name="connsiteY176" fmla="*/ 630133 h 1505806"/>
                <a:gd name="connsiteX177" fmla="*/ 1897984 w 2017827"/>
                <a:gd name="connsiteY177" fmla="*/ 619469 h 1505806"/>
                <a:gd name="connsiteX178" fmla="*/ 1892566 w 2017827"/>
                <a:gd name="connsiteY178" fmla="*/ 616105 h 1505806"/>
                <a:gd name="connsiteX179" fmla="*/ 1884421 w 2017827"/>
                <a:gd name="connsiteY179" fmla="*/ 607527 h 1505806"/>
                <a:gd name="connsiteX180" fmla="*/ 1879979 w 2017827"/>
                <a:gd name="connsiteY180" fmla="*/ 602414 h 1505806"/>
                <a:gd name="connsiteX181" fmla="*/ 1871599 w 2017827"/>
                <a:gd name="connsiteY181" fmla="*/ 596662 h 1505806"/>
                <a:gd name="connsiteX182" fmla="*/ 1864969 w 2017827"/>
                <a:gd name="connsiteY182" fmla="*/ 588723 h 1505806"/>
                <a:gd name="connsiteX183" fmla="*/ 1854872 w 2017827"/>
                <a:gd name="connsiteY183" fmla="*/ 576882 h 1505806"/>
                <a:gd name="connsiteX184" fmla="*/ 1847468 w 2017827"/>
                <a:gd name="connsiteY184" fmla="*/ 570355 h 1505806"/>
                <a:gd name="connsiteX185" fmla="*/ 1841612 w 2017827"/>
                <a:gd name="connsiteY185" fmla="*/ 562753 h 1505806"/>
                <a:gd name="connsiteX186" fmla="*/ 1837608 w 2017827"/>
                <a:gd name="connsiteY186" fmla="*/ 558615 h 1505806"/>
                <a:gd name="connsiteX187" fmla="*/ 1825122 w 2017827"/>
                <a:gd name="connsiteY187" fmla="*/ 552190 h 1505806"/>
                <a:gd name="connsiteX188" fmla="*/ 1820242 w 2017827"/>
                <a:gd name="connsiteY188" fmla="*/ 548389 h 1505806"/>
                <a:gd name="connsiteX189" fmla="*/ 1811862 w 2017827"/>
                <a:gd name="connsiteY189" fmla="*/ 546202 h 1505806"/>
                <a:gd name="connsiteX190" fmla="*/ 1796549 w 2017827"/>
                <a:gd name="connsiteY190" fmla="*/ 537523 h 1505806"/>
                <a:gd name="connsiteX191" fmla="*/ 1780361 w 2017827"/>
                <a:gd name="connsiteY191" fmla="*/ 535034 h 1505806"/>
                <a:gd name="connsiteX192" fmla="*/ 1765688 w 2017827"/>
                <a:gd name="connsiteY192" fmla="*/ 530459 h 1505806"/>
                <a:gd name="connsiteX193" fmla="*/ 1757207 w 2017827"/>
                <a:gd name="connsiteY193" fmla="*/ 529820 h 1505806"/>
                <a:gd name="connsiteX194" fmla="*/ 1746673 w 2017827"/>
                <a:gd name="connsiteY194" fmla="*/ 530257 h 1505806"/>
                <a:gd name="connsiteX195" fmla="*/ 1736240 w 2017827"/>
                <a:gd name="connsiteY195" fmla="*/ 530055 h 1505806"/>
                <a:gd name="connsiteX196" fmla="*/ 1725167 w 2017827"/>
                <a:gd name="connsiteY196" fmla="*/ 529517 h 1505806"/>
                <a:gd name="connsiteX197" fmla="*/ 1721028 w 2017827"/>
                <a:gd name="connsiteY197" fmla="*/ 529080 h 1505806"/>
                <a:gd name="connsiteX198" fmla="*/ 1717764 w 2017827"/>
                <a:gd name="connsiteY198" fmla="*/ 526691 h 1505806"/>
                <a:gd name="connsiteX199" fmla="*/ 1706792 w 2017827"/>
                <a:gd name="connsiteY199" fmla="*/ 522453 h 1505806"/>
                <a:gd name="connsiteX200" fmla="*/ 1702787 w 2017827"/>
                <a:gd name="connsiteY200" fmla="*/ 517575 h 1505806"/>
                <a:gd name="connsiteX201" fmla="*/ 1697907 w 2017827"/>
                <a:gd name="connsiteY201" fmla="*/ 517373 h 1505806"/>
                <a:gd name="connsiteX202" fmla="*/ 1693128 w 2017827"/>
                <a:gd name="connsiteY202" fmla="*/ 517138 h 1505806"/>
                <a:gd name="connsiteX203" fmla="*/ 1686936 w 2017827"/>
                <a:gd name="connsiteY203" fmla="*/ 516364 h 1505806"/>
                <a:gd name="connsiteX204" fmla="*/ 1679094 w 2017827"/>
                <a:gd name="connsiteY204" fmla="*/ 515927 h 1505806"/>
                <a:gd name="connsiteX205" fmla="*/ 1672902 w 2017827"/>
                <a:gd name="connsiteY205" fmla="*/ 515725 h 1505806"/>
                <a:gd name="connsiteX206" fmla="*/ 1667248 w 2017827"/>
                <a:gd name="connsiteY206" fmla="*/ 513975 h 1505806"/>
                <a:gd name="connsiteX207" fmla="*/ 1661493 w 2017827"/>
                <a:gd name="connsiteY207" fmla="*/ 510073 h 1505806"/>
                <a:gd name="connsiteX208" fmla="*/ 1657589 w 2017827"/>
                <a:gd name="connsiteY208" fmla="*/ 506171 h 1505806"/>
                <a:gd name="connsiteX209" fmla="*/ 1654661 w 2017827"/>
                <a:gd name="connsiteY209" fmla="*/ 502908 h 1505806"/>
                <a:gd name="connsiteX210" fmla="*/ 1648132 w 2017827"/>
                <a:gd name="connsiteY210" fmla="*/ 501596 h 1505806"/>
                <a:gd name="connsiteX211" fmla="*/ 1643791 w 2017827"/>
                <a:gd name="connsiteY211" fmla="*/ 499309 h 1505806"/>
                <a:gd name="connsiteX212" fmla="*/ 1639113 w 2017827"/>
                <a:gd name="connsiteY212" fmla="*/ 494868 h 1505806"/>
                <a:gd name="connsiteX213" fmla="*/ 1636185 w 2017827"/>
                <a:gd name="connsiteY213" fmla="*/ 493657 h 1505806"/>
                <a:gd name="connsiteX214" fmla="*/ 1630093 w 2017827"/>
                <a:gd name="connsiteY214" fmla="*/ 491908 h 1505806"/>
                <a:gd name="connsiteX215" fmla="*/ 1624338 w 2017827"/>
                <a:gd name="connsiteY215" fmla="*/ 490495 h 1505806"/>
                <a:gd name="connsiteX216" fmla="*/ 1620199 w 2017827"/>
                <a:gd name="connsiteY216" fmla="*/ 486896 h 1505806"/>
                <a:gd name="connsiteX217" fmla="*/ 1616934 w 2017827"/>
                <a:gd name="connsiteY217" fmla="*/ 483195 h 1505806"/>
                <a:gd name="connsiteX218" fmla="*/ 1615083 w 2017827"/>
                <a:gd name="connsiteY218" fmla="*/ 481984 h 1505806"/>
                <a:gd name="connsiteX219" fmla="*/ 1610843 w 2017827"/>
                <a:gd name="connsiteY219" fmla="*/ 477981 h 1505806"/>
                <a:gd name="connsiteX220" fmla="*/ 1607377 w 2017827"/>
                <a:gd name="connsiteY220" fmla="*/ 474180 h 1505806"/>
                <a:gd name="connsiteX221" fmla="*/ 1606838 w 2017827"/>
                <a:gd name="connsiteY221" fmla="*/ 470143 h 1505806"/>
                <a:gd name="connsiteX222" fmla="*/ 1604550 w 2017827"/>
                <a:gd name="connsiteY222" fmla="*/ 462440 h 1505806"/>
                <a:gd name="connsiteX223" fmla="*/ 1604213 w 2017827"/>
                <a:gd name="connsiteY223" fmla="*/ 455039 h 1505806"/>
                <a:gd name="connsiteX224" fmla="*/ 1604651 w 2017827"/>
                <a:gd name="connsiteY224" fmla="*/ 448075 h 1505806"/>
                <a:gd name="connsiteX225" fmla="*/ 1609328 w 2017827"/>
                <a:gd name="connsiteY225" fmla="*/ 439161 h 1505806"/>
                <a:gd name="connsiteX226" fmla="*/ 1613367 w 2017827"/>
                <a:gd name="connsiteY226" fmla="*/ 434149 h 1505806"/>
                <a:gd name="connsiteX227" fmla="*/ 1615117 w 2017827"/>
                <a:gd name="connsiteY227" fmla="*/ 428934 h 1505806"/>
                <a:gd name="connsiteX228" fmla="*/ 1618045 w 2017827"/>
                <a:gd name="connsiteY228" fmla="*/ 424359 h 1505806"/>
                <a:gd name="connsiteX229" fmla="*/ 1621848 w 2017827"/>
                <a:gd name="connsiteY229" fmla="*/ 417396 h 1505806"/>
                <a:gd name="connsiteX230" fmla="*/ 1626728 w 2017827"/>
                <a:gd name="connsiteY230" fmla="*/ 409995 h 1505806"/>
                <a:gd name="connsiteX231" fmla="*/ 1632382 w 2017827"/>
                <a:gd name="connsiteY231" fmla="*/ 406396 h 1505806"/>
                <a:gd name="connsiteX232" fmla="*/ 1638036 w 2017827"/>
                <a:gd name="connsiteY232" fmla="*/ 399433 h 1505806"/>
                <a:gd name="connsiteX233" fmla="*/ 1639651 w 2017827"/>
                <a:gd name="connsiteY233" fmla="*/ 396169 h 1505806"/>
                <a:gd name="connsiteX234" fmla="*/ 1639988 w 2017827"/>
                <a:gd name="connsiteY234" fmla="*/ 390417 h 1505806"/>
                <a:gd name="connsiteX235" fmla="*/ 1639012 w 2017827"/>
                <a:gd name="connsiteY235" fmla="*/ 385539 h 1505806"/>
                <a:gd name="connsiteX236" fmla="*/ 1637262 w 2017827"/>
                <a:gd name="connsiteY236" fmla="*/ 380325 h 1505806"/>
                <a:gd name="connsiteX237" fmla="*/ 1634872 w 2017827"/>
                <a:gd name="connsiteY237" fmla="*/ 375111 h 1505806"/>
                <a:gd name="connsiteX238" fmla="*/ 1634973 w 2017827"/>
                <a:gd name="connsiteY238" fmla="*/ 372386 h 1505806"/>
                <a:gd name="connsiteX239" fmla="*/ 1636723 w 2017827"/>
                <a:gd name="connsiteY239" fmla="*/ 367710 h 1505806"/>
                <a:gd name="connsiteX240" fmla="*/ 1638473 w 2017827"/>
                <a:gd name="connsiteY240" fmla="*/ 366062 h 1505806"/>
                <a:gd name="connsiteX241" fmla="*/ 1646517 w 2017827"/>
                <a:gd name="connsiteY241" fmla="*/ 358998 h 1505806"/>
                <a:gd name="connsiteX242" fmla="*/ 1648368 w 2017827"/>
                <a:gd name="connsiteY242" fmla="*/ 356710 h 1505806"/>
                <a:gd name="connsiteX243" fmla="*/ 1651296 w 2017827"/>
                <a:gd name="connsiteY243" fmla="*/ 346820 h 1505806"/>
                <a:gd name="connsiteX244" fmla="*/ 1651632 w 2017827"/>
                <a:gd name="connsiteY244" fmla="*/ 344331 h 1505806"/>
                <a:gd name="connsiteX245" fmla="*/ 1652507 w 2017827"/>
                <a:gd name="connsiteY245" fmla="*/ 334542 h 1505806"/>
                <a:gd name="connsiteX246" fmla="*/ 1652507 w 2017827"/>
                <a:gd name="connsiteY246" fmla="*/ 326401 h 1505806"/>
                <a:gd name="connsiteX247" fmla="*/ 1651531 w 2017827"/>
                <a:gd name="connsiteY247" fmla="*/ 319673 h 1505806"/>
                <a:gd name="connsiteX248" fmla="*/ 1650320 w 2017827"/>
                <a:gd name="connsiteY248" fmla="*/ 311196 h 1505806"/>
                <a:gd name="connsiteX249" fmla="*/ 1649680 w 2017827"/>
                <a:gd name="connsiteY249" fmla="*/ 304468 h 1505806"/>
                <a:gd name="connsiteX250" fmla="*/ 1645339 w 2017827"/>
                <a:gd name="connsiteY250" fmla="*/ 297740 h 1505806"/>
                <a:gd name="connsiteX251" fmla="*/ 1644363 w 2017827"/>
                <a:gd name="connsiteY251" fmla="*/ 294712 h 1505806"/>
                <a:gd name="connsiteX252" fmla="*/ 1644363 w 2017827"/>
                <a:gd name="connsiteY252" fmla="*/ 292324 h 1505806"/>
                <a:gd name="connsiteX253" fmla="*/ 1639921 w 2017827"/>
                <a:gd name="connsiteY253" fmla="*/ 288523 h 1505806"/>
                <a:gd name="connsiteX254" fmla="*/ 1638305 w 2017827"/>
                <a:gd name="connsiteY254" fmla="*/ 285596 h 1505806"/>
                <a:gd name="connsiteX255" fmla="*/ 1636454 w 2017827"/>
                <a:gd name="connsiteY255" fmla="*/ 283308 h 1505806"/>
                <a:gd name="connsiteX256" fmla="*/ 1634401 w 2017827"/>
                <a:gd name="connsiteY256" fmla="*/ 280584 h 1505806"/>
                <a:gd name="connsiteX257" fmla="*/ 1632752 w 2017827"/>
                <a:gd name="connsiteY257" fmla="*/ 277993 h 1505806"/>
                <a:gd name="connsiteX258" fmla="*/ 1630699 w 2017827"/>
                <a:gd name="connsiteY258" fmla="*/ 274966 h 1505806"/>
                <a:gd name="connsiteX259" fmla="*/ 1629521 w 2017827"/>
                <a:gd name="connsiteY259" fmla="*/ 272678 h 1505806"/>
                <a:gd name="connsiteX260" fmla="*/ 1628882 w 2017827"/>
                <a:gd name="connsiteY260" fmla="*/ 269214 h 1505806"/>
                <a:gd name="connsiteX261" fmla="*/ 1628007 w 2017827"/>
                <a:gd name="connsiteY261" fmla="*/ 265850 h 1505806"/>
                <a:gd name="connsiteX262" fmla="*/ 1628007 w 2017827"/>
                <a:gd name="connsiteY262" fmla="*/ 262486 h 1505806"/>
                <a:gd name="connsiteX263" fmla="*/ 1626997 w 2017827"/>
                <a:gd name="connsiteY263" fmla="*/ 259323 h 1505806"/>
                <a:gd name="connsiteX264" fmla="*/ 1626795 w 2017827"/>
                <a:gd name="connsiteY264" fmla="*/ 257271 h 1505806"/>
                <a:gd name="connsiteX265" fmla="*/ 1626795 w 2017827"/>
                <a:gd name="connsiteY265" fmla="*/ 253470 h 1505806"/>
                <a:gd name="connsiteX266" fmla="*/ 1626795 w 2017827"/>
                <a:gd name="connsiteY266" fmla="*/ 249871 h 1505806"/>
                <a:gd name="connsiteX267" fmla="*/ 1626795 w 2017827"/>
                <a:gd name="connsiteY267" fmla="*/ 243446 h 1505806"/>
                <a:gd name="connsiteX268" fmla="*/ 1625012 w 2017827"/>
                <a:gd name="connsiteY268" fmla="*/ 241057 h 1505806"/>
                <a:gd name="connsiteX269" fmla="*/ 1625180 w 2017827"/>
                <a:gd name="connsiteY269" fmla="*/ 237020 h 1505806"/>
                <a:gd name="connsiteX270" fmla="*/ 1625180 w 2017827"/>
                <a:gd name="connsiteY270" fmla="*/ 232883 h 1505806"/>
                <a:gd name="connsiteX271" fmla="*/ 1624406 w 2017827"/>
                <a:gd name="connsiteY271" fmla="*/ 228880 h 1505806"/>
                <a:gd name="connsiteX272" fmla="*/ 1624406 w 2017827"/>
                <a:gd name="connsiteY272" fmla="*/ 224843 h 1505806"/>
                <a:gd name="connsiteX273" fmla="*/ 1622555 w 2017827"/>
                <a:gd name="connsiteY273" fmla="*/ 220503 h 1505806"/>
                <a:gd name="connsiteX274" fmla="*/ 1620502 w 2017827"/>
                <a:gd name="connsiteY274" fmla="*/ 217038 h 1505806"/>
                <a:gd name="connsiteX275" fmla="*/ 1618987 w 2017827"/>
                <a:gd name="connsiteY275" fmla="*/ 214549 h 1505806"/>
                <a:gd name="connsiteX276" fmla="*/ 1615723 w 2017827"/>
                <a:gd name="connsiteY276" fmla="*/ 209436 h 1505806"/>
                <a:gd name="connsiteX277" fmla="*/ 1612896 w 2017827"/>
                <a:gd name="connsiteY277" fmla="*/ 207148 h 1505806"/>
                <a:gd name="connsiteX278" fmla="*/ 1610607 w 2017827"/>
                <a:gd name="connsiteY278" fmla="*/ 204962 h 1505806"/>
                <a:gd name="connsiteX279" fmla="*/ 1607006 w 2017827"/>
                <a:gd name="connsiteY279" fmla="*/ 197897 h 1505806"/>
                <a:gd name="connsiteX280" fmla="*/ 1605929 w 2017827"/>
                <a:gd name="connsiteY280" fmla="*/ 192582 h 1505806"/>
                <a:gd name="connsiteX281" fmla="*/ 1604617 w 2017827"/>
                <a:gd name="connsiteY281" fmla="*/ 189656 h 1505806"/>
                <a:gd name="connsiteX282" fmla="*/ 1602564 w 2017827"/>
                <a:gd name="connsiteY282" fmla="*/ 187705 h 1505806"/>
                <a:gd name="connsiteX283" fmla="*/ 1599636 w 2017827"/>
                <a:gd name="connsiteY283" fmla="*/ 186931 h 1505806"/>
                <a:gd name="connsiteX284" fmla="*/ 1596169 w 2017827"/>
                <a:gd name="connsiteY284" fmla="*/ 186494 h 1505806"/>
                <a:gd name="connsiteX285" fmla="*/ 1593780 w 2017827"/>
                <a:gd name="connsiteY285" fmla="*/ 186595 h 1505806"/>
                <a:gd name="connsiteX286" fmla="*/ 1591391 w 2017827"/>
                <a:gd name="connsiteY286" fmla="*/ 186393 h 1505806"/>
                <a:gd name="connsiteX287" fmla="*/ 1588025 w 2017827"/>
                <a:gd name="connsiteY287" fmla="*/ 185955 h 1505806"/>
                <a:gd name="connsiteX288" fmla="*/ 1585737 w 2017827"/>
                <a:gd name="connsiteY288" fmla="*/ 185417 h 1505806"/>
                <a:gd name="connsiteX289" fmla="*/ 1583448 w 2017827"/>
                <a:gd name="connsiteY289" fmla="*/ 184980 h 1505806"/>
                <a:gd name="connsiteX290" fmla="*/ 1580621 w 2017827"/>
                <a:gd name="connsiteY290" fmla="*/ 183231 h 1505806"/>
                <a:gd name="connsiteX291" fmla="*/ 1577155 w 2017827"/>
                <a:gd name="connsiteY291" fmla="*/ 178992 h 1505806"/>
                <a:gd name="connsiteX292" fmla="*/ 1575943 w 2017827"/>
                <a:gd name="connsiteY292" fmla="*/ 177142 h 1505806"/>
                <a:gd name="connsiteX293" fmla="*/ 1574799 w 2017827"/>
                <a:gd name="connsiteY293" fmla="*/ 173004 h 1505806"/>
                <a:gd name="connsiteX294" fmla="*/ 1574799 w 2017827"/>
                <a:gd name="connsiteY294" fmla="*/ 170414 h 1505806"/>
                <a:gd name="connsiteX295" fmla="*/ 1574765 w 2017827"/>
                <a:gd name="connsiteY295" fmla="*/ 168564 h 1505806"/>
                <a:gd name="connsiteX296" fmla="*/ 1574765 w 2017827"/>
                <a:gd name="connsiteY296" fmla="*/ 166074 h 1505806"/>
                <a:gd name="connsiteX297" fmla="*/ 1573890 w 2017827"/>
                <a:gd name="connsiteY297" fmla="*/ 163686 h 1505806"/>
                <a:gd name="connsiteX298" fmla="*/ 1571938 w 2017827"/>
                <a:gd name="connsiteY298" fmla="*/ 161398 h 1505806"/>
                <a:gd name="connsiteX299" fmla="*/ 1568135 w 2017827"/>
                <a:gd name="connsiteY299" fmla="*/ 159986 h 1505806"/>
                <a:gd name="connsiteX300" fmla="*/ 1566183 w 2017827"/>
                <a:gd name="connsiteY300" fmla="*/ 159885 h 1505806"/>
                <a:gd name="connsiteX301" fmla="*/ 1564568 w 2017827"/>
                <a:gd name="connsiteY301" fmla="*/ 159986 h 1505806"/>
                <a:gd name="connsiteX302" fmla="*/ 1563424 w 2017827"/>
                <a:gd name="connsiteY302" fmla="*/ 160356 h 1505806"/>
                <a:gd name="connsiteX303" fmla="*/ 1557231 w 2017827"/>
                <a:gd name="connsiteY303" fmla="*/ 160356 h 1505806"/>
                <a:gd name="connsiteX304" fmla="*/ 1551241 w 2017827"/>
                <a:gd name="connsiteY304" fmla="*/ 159716 h 1505806"/>
                <a:gd name="connsiteX305" fmla="*/ 1544274 w 2017827"/>
                <a:gd name="connsiteY305" fmla="*/ 156891 h 1505806"/>
                <a:gd name="connsiteX306" fmla="*/ 1541784 w 2017827"/>
                <a:gd name="connsiteY306" fmla="*/ 156891 h 1505806"/>
                <a:gd name="connsiteX307" fmla="*/ 1539058 w 2017827"/>
                <a:gd name="connsiteY307" fmla="*/ 155141 h 1505806"/>
                <a:gd name="connsiteX308" fmla="*/ 1537880 w 2017827"/>
                <a:gd name="connsiteY308" fmla="*/ 155141 h 1505806"/>
                <a:gd name="connsiteX309" fmla="*/ 1535591 w 2017827"/>
                <a:gd name="connsiteY309" fmla="*/ 155141 h 1505806"/>
                <a:gd name="connsiteX310" fmla="*/ 1534952 w 2017827"/>
                <a:gd name="connsiteY310" fmla="*/ 155141 h 1505806"/>
                <a:gd name="connsiteX311" fmla="*/ 1533202 w 2017827"/>
                <a:gd name="connsiteY311" fmla="*/ 155141 h 1505806"/>
                <a:gd name="connsiteX312" fmla="*/ 1531250 w 2017827"/>
                <a:gd name="connsiteY312" fmla="*/ 154704 h 1505806"/>
                <a:gd name="connsiteX313" fmla="*/ 1529500 w 2017827"/>
                <a:gd name="connsiteY313" fmla="*/ 154065 h 1505806"/>
                <a:gd name="connsiteX314" fmla="*/ 1528086 w 2017827"/>
                <a:gd name="connsiteY314" fmla="*/ 153628 h 1505806"/>
                <a:gd name="connsiteX315" fmla="*/ 1525259 w 2017827"/>
                <a:gd name="connsiteY315" fmla="*/ 151878 h 1505806"/>
                <a:gd name="connsiteX316" fmla="*/ 1523745 w 2017827"/>
                <a:gd name="connsiteY316" fmla="*/ 150567 h 1505806"/>
                <a:gd name="connsiteX317" fmla="*/ 1522769 w 2017827"/>
                <a:gd name="connsiteY317" fmla="*/ 149154 h 1505806"/>
                <a:gd name="connsiteX318" fmla="*/ 1521254 w 2017827"/>
                <a:gd name="connsiteY318" fmla="*/ 146664 h 1505806"/>
                <a:gd name="connsiteX319" fmla="*/ 1520043 w 2017827"/>
                <a:gd name="connsiteY319" fmla="*/ 145689 h 1505806"/>
                <a:gd name="connsiteX320" fmla="*/ 1518293 w 2017827"/>
                <a:gd name="connsiteY320" fmla="*/ 143401 h 1505806"/>
                <a:gd name="connsiteX321" fmla="*/ 1516341 w 2017827"/>
                <a:gd name="connsiteY321" fmla="*/ 141988 h 1505806"/>
                <a:gd name="connsiteX322" fmla="*/ 1513413 w 2017827"/>
                <a:gd name="connsiteY322" fmla="*/ 139398 h 1505806"/>
                <a:gd name="connsiteX323" fmla="*/ 1509812 w 2017827"/>
                <a:gd name="connsiteY323" fmla="*/ 137346 h 1505806"/>
                <a:gd name="connsiteX324" fmla="*/ 1506110 w 2017827"/>
                <a:gd name="connsiteY324" fmla="*/ 135294 h 1505806"/>
                <a:gd name="connsiteX325" fmla="*/ 1501331 w 2017827"/>
                <a:gd name="connsiteY325" fmla="*/ 131392 h 1505806"/>
                <a:gd name="connsiteX326" fmla="*/ 1499581 w 2017827"/>
                <a:gd name="connsiteY326" fmla="*/ 128129 h 1505806"/>
                <a:gd name="connsiteX327" fmla="*/ 1495340 w 2017827"/>
                <a:gd name="connsiteY327" fmla="*/ 123890 h 1505806"/>
                <a:gd name="connsiteX328" fmla="*/ 1494735 w 2017827"/>
                <a:gd name="connsiteY328" fmla="*/ 120728 h 1505806"/>
                <a:gd name="connsiteX329" fmla="*/ 1494701 w 2017827"/>
                <a:gd name="connsiteY329" fmla="*/ 116052 h 1505806"/>
                <a:gd name="connsiteX330" fmla="*/ 1494701 w 2017827"/>
                <a:gd name="connsiteY330" fmla="*/ 113126 h 1505806"/>
                <a:gd name="connsiteX331" fmla="*/ 1494701 w 2017827"/>
                <a:gd name="connsiteY331" fmla="*/ 109762 h 1505806"/>
                <a:gd name="connsiteX332" fmla="*/ 1493288 w 2017827"/>
                <a:gd name="connsiteY332" fmla="*/ 105960 h 1505806"/>
                <a:gd name="connsiteX333" fmla="*/ 1490124 w 2017827"/>
                <a:gd name="connsiteY333" fmla="*/ 103135 h 1505806"/>
                <a:gd name="connsiteX334" fmla="*/ 1484806 w 2017827"/>
                <a:gd name="connsiteY334" fmla="*/ 98694 h 1505806"/>
                <a:gd name="connsiteX335" fmla="*/ 1478715 w 2017827"/>
                <a:gd name="connsiteY335" fmla="*/ 93581 h 1505806"/>
                <a:gd name="connsiteX336" fmla="*/ 1472725 w 2017827"/>
                <a:gd name="connsiteY336" fmla="*/ 89006 h 1505806"/>
                <a:gd name="connsiteX337" fmla="*/ 1467946 w 2017827"/>
                <a:gd name="connsiteY337" fmla="*/ 84532 h 1505806"/>
                <a:gd name="connsiteX338" fmla="*/ 1465893 w 2017827"/>
                <a:gd name="connsiteY338" fmla="*/ 82783 h 1505806"/>
                <a:gd name="connsiteX339" fmla="*/ 1464008 w 2017827"/>
                <a:gd name="connsiteY339" fmla="*/ 79419 h 1505806"/>
                <a:gd name="connsiteX340" fmla="*/ 1463369 w 2017827"/>
                <a:gd name="connsiteY340" fmla="*/ 76055 h 1505806"/>
                <a:gd name="connsiteX341" fmla="*/ 1463806 w 2017827"/>
                <a:gd name="connsiteY341" fmla="*/ 72354 h 1505806"/>
                <a:gd name="connsiteX342" fmla="*/ 1463806 w 2017827"/>
                <a:gd name="connsiteY342" fmla="*/ 67477 h 1505806"/>
                <a:gd name="connsiteX343" fmla="*/ 1463335 w 2017827"/>
                <a:gd name="connsiteY343" fmla="*/ 63238 h 1505806"/>
                <a:gd name="connsiteX344" fmla="*/ 1461753 w 2017827"/>
                <a:gd name="connsiteY344" fmla="*/ 59235 h 1505806"/>
                <a:gd name="connsiteX345" fmla="*/ 1457614 w 2017827"/>
                <a:gd name="connsiteY345" fmla="*/ 54559 h 1505806"/>
                <a:gd name="connsiteX346" fmla="*/ 1454686 w 2017827"/>
                <a:gd name="connsiteY346" fmla="*/ 50960 h 1505806"/>
                <a:gd name="connsiteX347" fmla="*/ 1453171 w 2017827"/>
                <a:gd name="connsiteY347" fmla="*/ 47932 h 1505806"/>
                <a:gd name="connsiteX348" fmla="*/ 1447753 w 2017827"/>
                <a:gd name="connsiteY348" fmla="*/ 45880 h 1505806"/>
                <a:gd name="connsiteX349" fmla="*/ 1445027 w 2017827"/>
                <a:gd name="connsiteY349" fmla="*/ 42516 h 1505806"/>
                <a:gd name="connsiteX350" fmla="*/ 1444253 w 2017827"/>
                <a:gd name="connsiteY350" fmla="*/ 39589 h 1505806"/>
                <a:gd name="connsiteX351" fmla="*/ 1444253 w 2017827"/>
                <a:gd name="connsiteY351" fmla="*/ 37201 h 1505806"/>
                <a:gd name="connsiteX352" fmla="*/ 1449032 w 2017827"/>
                <a:gd name="connsiteY352" fmla="*/ 33736 h 1505806"/>
                <a:gd name="connsiteX353" fmla="*/ 1451219 w 2017827"/>
                <a:gd name="connsiteY353" fmla="*/ 32660 h 1505806"/>
                <a:gd name="connsiteX354" fmla="*/ 1454147 w 2017827"/>
                <a:gd name="connsiteY354" fmla="*/ 29598 h 1505806"/>
                <a:gd name="connsiteX355" fmla="*/ 1455561 w 2017827"/>
                <a:gd name="connsiteY355" fmla="*/ 28623 h 1505806"/>
                <a:gd name="connsiteX356" fmla="*/ 1457849 w 2017827"/>
                <a:gd name="connsiteY356" fmla="*/ 26133 h 1505806"/>
                <a:gd name="connsiteX357" fmla="*/ 1459801 w 2017827"/>
                <a:gd name="connsiteY357" fmla="*/ 23543 h 1505806"/>
                <a:gd name="connsiteX358" fmla="*/ 1461215 w 2017827"/>
                <a:gd name="connsiteY358" fmla="*/ 19506 h 1505806"/>
                <a:gd name="connsiteX359" fmla="*/ 1462965 w 2017827"/>
                <a:gd name="connsiteY359" fmla="*/ 16479 h 1505806"/>
                <a:gd name="connsiteX360" fmla="*/ 1462965 w 2017827"/>
                <a:gd name="connsiteY360" fmla="*/ 13014 h 1505806"/>
                <a:gd name="connsiteX361" fmla="*/ 1462426 w 2017827"/>
                <a:gd name="connsiteY361" fmla="*/ 9112 h 1505806"/>
                <a:gd name="connsiteX362" fmla="*/ 1459599 w 2017827"/>
                <a:gd name="connsiteY362" fmla="*/ 8237 h 1505806"/>
                <a:gd name="connsiteX363" fmla="*/ 1457412 w 2017827"/>
                <a:gd name="connsiteY363" fmla="*/ 6387 h 1505806"/>
                <a:gd name="connsiteX364" fmla="*/ 1451421 w 2017827"/>
                <a:gd name="connsiteY364" fmla="*/ 5411 h 1505806"/>
                <a:gd name="connsiteX365" fmla="*/ 1446407 w 2017827"/>
                <a:gd name="connsiteY365" fmla="*/ 4772 h 1505806"/>
                <a:gd name="connsiteX366" fmla="*/ 1442604 w 2017827"/>
                <a:gd name="connsiteY366" fmla="*/ 4133 h 1505806"/>
                <a:gd name="connsiteX367" fmla="*/ 1438363 w 2017827"/>
                <a:gd name="connsiteY367" fmla="*/ 5008 h 1505806"/>
                <a:gd name="connsiteX368" fmla="*/ 1436748 w 2017827"/>
                <a:gd name="connsiteY368" fmla="*/ 5445 h 1505806"/>
                <a:gd name="connsiteX369" fmla="*/ 1433147 w 2017827"/>
                <a:gd name="connsiteY369" fmla="*/ 7194 h 1505806"/>
                <a:gd name="connsiteX370" fmla="*/ 1429344 w 2017827"/>
                <a:gd name="connsiteY370" fmla="*/ 7733 h 1505806"/>
                <a:gd name="connsiteX371" fmla="*/ 1425440 w 2017827"/>
                <a:gd name="connsiteY371" fmla="*/ 7396 h 1505806"/>
                <a:gd name="connsiteX372" fmla="*/ 1416959 w 2017827"/>
                <a:gd name="connsiteY372" fmla="*/ 5647 h 1505806"/>
                <a:gd name="connsiteX373" fmla="*/ 1411641 w 2017827"/>
                <a:gd name="connsiteY373" fmla="*/ 5109 h 1505806"/>
                <a:gd name="connsiteX374" fmla="*/ 1407939 w 2017827"/>
                <a:gd name="connsiteY374" fmla="*/ 4032 h 1505806"/>
                <a:gd name="connsiteX375" fmla="*/ 1405651 w 2017827"/>
                <a:gd name="connsiteY375" fmla="*/ 2081 h 1505806"/>
                <a:gd name="connsiteX376" fmla="*/ 1400435 w 2017827"/>
                <a:gd name="connsiteY376" fmla="*/ 1106 h 1505806"/>
                <a:gd name="connsiteX377" fmla="*/ 1396632 w 2017827"/>
                <a:gd name="connsiteY377" fmla="*/ 29 h 1505806"/>
                <a:gd name="connsiteX378" fmla="*/ 1393030 w 2017827"/>
                <a:gd name="connsiteY378" fmla="*/ 29 h 1505806"/>
                <a:gd name="connsiteX379" fmla="*/ 1387175 w 2017827"/>
                <a:gd name="connsiteY379" fmla="*/ 1240 h 1505806"/>
                <a:gd name="connsiteX380" fmla="*/ 1382295 w 2017827"/>
                <a:gd name="connsiteY380" fmla="*/ 1240 h 1505806"/>
                <a:gd name="connsiteX381" fmla="*/ 1378155 w 2017827"/>
                <a:gd name="connsiteY381" fmla="*/ 2216 h 1505806"/>
                <a:gd name="connsiteX382" fmla="*/ 1375665 w 2017827"/>
                <a:gd name="connsiteY382" fmla="*/ 2754 h 1505806"/>
                <a:gd name="connsiteX383" fmla="*/ 1373477 w 2017827"/>
                <a:gd name="connsiteY383" fmla="*/ 4066 h 1505806"/>
                <a:gd name="connsiteX384" fmla="*/ 1371626 w 2017827"/>
                <a:gd name="connsiteY384" fmla="*/ 5714 h 1505806"/>
                <a:gd name="connsiteX385" fmla="*/ 1369573 w 2017827"/>
                <a:gd name="connsiteY385" fmla="*/ 8977 h 1505806"/>
                <a:gd name="connsiteX386" fmla="*/ 1368160 w 2017827"/>
                <a:gd name="connsiteY386" fmla="*/ 12577 h 1505806"/>
                <a:gd name="connsiteX387" fmla="*/ 1367285 w 2017827"/>
                <a:gd name="connsiteY387" fmla="*/ 15941 h 1505806"/>
                <a:gd name="connsiteX388" fmla="*/ 1367487 w 2017827"/>
                <a:gd name="connsiteY388" fmla="*/ 19540 h 1505806"/>
                <a:gd name="connsiteX389" fmla="*/ 1368900 w 2017827"/>
                <a:gd name="connsiteY389" fmla="*/ 24653 h 1505806"/>
                <a:gd name="connsiteX390" fmla="*/ 1369540 w 2017827"/>
                <a:gd name="connsiteY390" fmla="*/ 31381 h 1505806"/>
                <a:gd name="connsiteX391" fmla="*/ 1368025 w 2017827"/>
                <a:gd name="connsiteY391" fmla="*/ 36158 h 1505806"/>
                <a:gd name="connsiteX392" fmla="*/ 1366073 w 2017827"/>
                <a:gd name="connsiteY392" fmla="*/ 39858 h 1505806"/>
                <a:gd name="connsiteX393" fmla="*/ 1364121 w 2017827"/>
                <a:gd name="connsiteY393" fmla="*/ 42348 h 1505806"/>
                <a:gd name="connsiteX394" fmla="*/ 1360083 w 2017827"/>
                <a:gd name="connsiteY394" fmla="*/ 46048 h 1505806"/>
                <a:gd name="connsiteX395" fmla="*/ 1353655 w 2017827"/>
                <a:gd name="connsiteY395" fmla="*/ 48235 h 1505806"/>
                <a:gd name="connsiteX396" fmla="*/ 1349515 w 2017827"/>
                <a:gd name="connsiteY396" fmla="*/ 50085 h 1505806"/>
                <a:gd name="connsiteX397" fmla="*/ 1345510 w 2017827"/>
                <a:gd name="connsiteY397" fmla="*/ 52473 h 1505806"/>
                <a:gd name="connsiteX398" fmla="*/ 1341505 w 2017827"/>
                <a:gd name="connsiteY398" fmla="*/ 55501 h 1505806"/>
                <a:gd name="connsiteX399" fmla="*/ 1333798 w 2017827"/>
                <a:gd name="connsiteY399" fmla="*/ 57687 h 1505806"/>
                <a:gd name="connsiteX400" fmla="*/ 1320101 w 2017827"/>
                <a:gd name="connsiteY400" fmla="*/ 56476 h 1505806"/>
                <a:gd name="connsiteX401" fmla="*/ 1316062 w 2017827"/>
                <a:gd name="connsiteY401" fmla="*/ 56140 h 1505806"/>
                <a:gd name="connsiteX402" fmla="*/ 1308457 w 2017827"/>
                <a:gd name="connsiteY402" fmla="*/ 55501 h 1505806"/>
                <a:gd name="connsiteX403" fmla="*/ 1301726 w 2017827"/>
                <a:gd name="connsiteY403" fmla="*/ 54290 h 1505806"/>
                <a:gd name="connsiteX404" fmla="*/ 1295197 w 2017827"/>
                <a:gd name="connsiteY404" fmla="*/ 53853 h 1505806"/>
                <a:gd name="connsiteX405" fmla="*/ 1290317 w 2017827"/>
                <a:gd name="connsiteY405" fmla="*/ 52642 h 1505806"/>
                <a:gd name="connsiteX406" fmla="*/ 1285740 w 2017827"/>
                <a:gd name="connsiteY406" fmla="*/ 52642 h 1505806"/>
                <a:gd name="connsiteX407" fmla="*/ 1280961 w 2017827"/>
                <a:gd name="connsiteY407" fmla="*/ 56241 h 1505806"/>
                <a:gd name="connsiteX408" fmla="*/ 1277696 w 2017827"/>
                <a:gd name="connsiteY408" fmla="*/ 58428 h 1505806"/>
                <a:gd name="connsiteX409" fmla="*/ 1274230 w 2017827"/>
                <a:gd name="connsiteY409" fmla="*/ 63541 h 1505806"/>
                <a:gd name="connsiteX410" fmla="*/ 1273153 w 2017827"/>
                <a:gd name="connsiteY410" fmla="*/ 66467 h 1505806"/>
                <a:gd name="connsiteX411" fmla="*/ 1269249 w 2017827"/>
                <a:gd name="connsiteY411" fmla="*/ 71244 h 1505806"/>
                <a:gd name="connsiteX412" fmla="*/ 1264369 w 2017827"/>
                <a:gd name="connsiteY412" fmla="*/ 76458 h 1505806"/>
                <a:gd name="connsiteX413" fmla="*/ 1260129 w 2017827"/>
                <a:gd name="connsiteY413" fmla="*/ 82547 h 1505806"/>
                <a:gd name="connsiteX414" fmla="*/ 1256965 w 2017827"/>
                <a:gd name="connsiteY414" fmla="*/ 89275 h 1505806"/>
                <a:gd name="connsiteX415" fmla="*/ 1254374 w 2017827"/>
                <a:gd name="connsiteY415" fmla="*/ 92975 h 1505806"/>
                <a:gd name="connsiteX416" fmla="*/ 1253297 w 2017827"/>
                <a:gd name="connsiteY416" fmla="*/ 97214 h 1505806"/>
                <a:gd name="connsiteX417" fmla="*/ 1252657 w 2017827"/>
                <a:gd name="connsiteY417" fmla="*/ 101890 h 1505806"/>
                <a:gd name="connsiteX418" fmla="*/ 1251782 w 2017827"/>
                <a:gd name="connsiteY418" fmla="*/ 105052 h 1505806"/>
                <a:gd name="connsiteX419" fmla="*/ 1250907 w 2017827"/>
                <a:gd name="connsiteY419" fmla="*/ 111578 h 1505806"/>
                <a:gd name="connsiteX420" fmla="*/ 1250840 w 2017827"/>
                <a:gd name="connsiteY420" fmla="*/ 114505 h 1505806"/>
                <a:gd name="connsiteX421" fmla="*/ 1250840 w 2017827"/>
                <a:gd name="connsiteY421" fmla="*/ 122747 h 1505806"/>
                <a:gd name="connsiteX422" fmla="*/ 1249090 w 2017827"/>
                <a:gd name="connsiteY422" fmla="*/ 127086 h 1505806"/>
                <a:gd name="connsiteX423" fmla="*/ 1248114 w 2017827"/>
                <a:gd name="connsiteY423" fmla="*/ 145218 h 1505806"/>
                <a:gd name="connsiteX424" fmla="*/ 1248551 w 2017827"/>
                <a:gd name="connsiteY424" fmla="*/ 149658 h 1505806"/>
                <a:gd name="connsiteX425" fmla="*/ 1248484 w 2017827"/>
                <a:gd name="connsiteY425" fmla="*/ 153460 h 1505806"/>
                <a:gd name="connsiteX426" fmla="*/ 1248484 w 2017827"/>
                <a:gd name="connsiteY426" fmla="*/ 157597 h 1505806"/>
                <a:gd name="connsiteX427" fmla="*/ 1248417 w 2017827"/>
                <a:gd name="connsiteY427" fmla="*/ 163047 h 1505806"/>
                <a:gd name="connsiteX428" fmla="*/ 1248417 w 2017827"/>
                <a:gd name="connsiteY428" fmla="*/ 167521 h 1505806"/>
                <a:gd name="connsiteX429" fmla="*/ 1248417 w 2017827"/>
                <a:gd name="connsiteY429" fmla="*/ 171221 h 1505806"/>
                <a:gd name="connsiteX430" fmla="*/ 1247777 w 2017827"/>
                <a:gd name="connsiteY430" fmla="*/ 174047 h 1505806"/>
                <a:gd name="connsiteX431" fmla="*/ 1247777 w 2017827"/>
                <a:gd name="connsiteY431" fmla="*/ 175796 h 1505806"/>
                <a:gd name="connsiteX432" fmla="*/ 1246162 w 2017827"/>
                <a:gd name="connsiteY432" fmla="*/ 180035 h 1505806"/>
                <a:gd name="connsiteX433" fmla="*/ 1243234 w 2017827"/>
                <a:gd name="connsiteY433" fmla="*/ 186023 h 1505806"/>
                <a:gd name="connsiteX434" fmla="*/ 1241046 w 2017827"/>
                <a:gd name="connsiteY434" fmla="*/ 190699 h 1505806"/>
                <a:gd name="connsiteX435" fmla="*/ 1238859 w 2017827"/>
                <a:gd name="connsiteY435" fmla="*/ 193188 h 1505806"/>
                <a:gd name="connsiteX436" fmla="*/ 1233541 w 2017827"/>
                <a:gd name="connsiteY436" fmla="*/ 195139 h 1505806"/>
                <a:gd name="connsiteX437" fmla="*/ 1227551 w 2017827"/>
                <a:gd name="connsiteY437" fmla="*/ 196215 h 1505806"/>
                <a:gd name="connsiteX438" fmla="*/ 1217656 w 2017827"/>
                <a:gd name="connsiteY438" fmla="*/ 196552 h 1505806"/>
                <a:gd name="connsiteX439" fmla="*/ 1213416 w 2017827"/>
                <a:gd name="connsiteY439" fmla="*/ 196653 h 1505806"/>
                <a:gd name="connsiteX440" fmla="*/ 1207998 w 2017827"/>
                <a:gd name="connsiteY440" fmla="*/ 197628 h 1505806"/>
                <a:gd name="connsiteX441" fmla="*/ 1202344 w 2017827"/>
                <a:gd name="connsiteY441" fmla="*/ 196115 h 1505806"/>
                <a:gd name="connsiteX442" fmla="*/ 1197666 w 2017827"/>
                <a:gd name="connsiteY442" fmla="*/ 195341 h 1505806"/>
                <a:gd name="connsiteX443" fmla="*/ 1192988 w 2017827"/>
                <a:gd name="connsiteY443" fmla="*/ 195341 h 1505806"/>
                <a:gd name="connsiteX444" fmla="*/ 1189723 w 2017827"/>
                <a:gd name="connsiteY444" fmla="*/ 193053 h 1505806"/>
                <a:gd name="connsiteX445" fmla="*/ 1180266 w 2017827"/>
                <a:gd name="connsiteY445" fmla="*/ 189790 h 1505806"/>
                <a:gd name="connsiteX446" fmla="*/ 1176800 w 2017827"/>
                <a:gd name="connsiteY446" fmla="*/ 193154 h 1505806"/>
                <a:gd name="connsiteX447" fmla="*/ 1170708 w 2017827"/>
                <a:gd name="connsiteY447" fmla="*/ 195778 h 1505806"/>
                <a:gd name="connsiteX448" fmla="*/ 1166569 w 2017827"/>
                <a:gd name="connsiteY448" fmla="*/ 192313 h 1505806"/>
                <a:gd name="connsiteX449" fmla="*/ 1162530 w 2017827"/>
                <a:gd name="connsiteY449" fmla="*/ 188277 h 1505806"/>
                <a:gd name="connsiteX450" fmla="*/ 1159602 w 2017827"/>
                <a:gd name="connsiteY450" fmla="*/ 184374 h 1505806"/>
                <a:gd name="connsiteX451" fmla="*/ 1156876 w 2017827"/>
                <a:gd name="connsiteY451" fmla="*/ 183601 h 1505806"/>
                <a:gd name="connsiteX452" fmla="*/ 1147419 w 2017827"/>
                <a:gd name="connsiteY452" fmla="*/ 181851 h 1505806"/>
                <a:gd name="connsiteX453" fmla="*/ 1137861 w 2017827"/>
                <a:gd name="connsiteY453" fmla="*/ 180775 h 1505806"/>
                <a:gd name="connsiteX454" fmla="*/ 1125140 w 2017827"/>
                <a:gd name="connsiteY454" fmla="*/ 177949 h 1505806"/>
                <a:gd name="connsiteX455" fmla="*/ 1121102 w 2017827"/>
                <a:gd name="connsiteY455" fmla="*/ 177949 h 1505806"/>
                <a:gd name="connsiteX456" fmla="*/ 1115347 w 2017827"/>
                <a:gd name="connsiteY456" fmla="*/ 177041 h 1505806"/>
                <a:gd name="connsiteX457" fmla="*/ 1110029 w 2017827"/>
                <a:gd name="connsiteY457" fmla="*/ 176133 h 1505806"/>
                <a:gd name="connsiteX458" fmla="*/ 1106327 w 2017827"/>
                <a:gd name="connsiteY458" fmla="*/ 175056 h 1505806"/>
                <a:gd name="connsiteX459" fmla="*/ 1101447 w 2017827"/>
                <a:gd name="connsiteY459" fmla="*/ 173307 h 1505806"/>
                <a:gd name="connsiteX460" fmla="*/ 1098957 w 2017827"/>
                <a:gd name="connsiteY460" fmla="*/ 171255 h 1505806"/>
                <a:gd name="connsiteX461" fmla="*/ 1096466 w 2017827"/>
                <a:gd name="connsiteY461" fmla="*/ 169640 h 1505806"/>
                <a:gd name="connsiteX462" fmla="*/ 1092327 w 2017827"/>
                <a:gd name="connsiteY462" fmla="*/ 166377 h 1505806"/>
                <a:gd name="connsiteX463" fmla="*/ 1088726 w 2017827"/>
                <a:gd name="connsiteY463" fmla="*/ 163350 h 1505806"/>
                <a:gd name="connsiteX464" fmla="*/ 1085360 w 2017827"/>
                <a:gd name="connsiteY464" fmla="*/ 161600 h 1505806"/>
                <a:gd name="connsiteX465" fmla="*/ 1081355 w 2017827"/>
                <a:gd name="connsiteY465" fmla="*/ 159010 h 1505806"/>
                <a:gd name="connsiteX466" fmla="*/ 1078730 w 2017827"/>
                <a:gd name="connsiteY466" fmla="*/ 157362 h 1505806"/>
                <a:gd name="connsiteX467" fmla="*/ 1076442 w 2017827"/>
                <a:gd name="connsiteY467" fmla="*/ 155310 h 1505806"/>
                <a:gd name="connsiteX468" fmla="*/ 1072201 w 2017827"/>
                <a:gd name="connsiteY468" fmla="*/ 151845 h 1505806"/>
                <a:gd name="connsiteX469" fmla="*/ 1069812 w 2017827"/>
                <a:gd name="connsiteY469" fmla="*/ 150096 h 1505806"/>
                <a:gd name="connsiteX470" fmla="*/ 1066884 w 2017827"/>
                <a:gd name="connsiteY470" fmla="*/ 148245 h 1505806"/>
                <a:gd name="connsiteX471" fmla="*/ 1063081 w 2017827"/>
                <a:gd name="connsiteY471" fmla="*/ 145655 h 1505806"/>
                <a:gd name="connsiteX472" fmla="*/ 1059076 w 2017827"/>
                <a:gd name="connsiteY472" fmla="*/ 143267 h 1505806"/>
                <a:gd name="connsiteX473" fmla="*/ 1057764 w 2017827"/>
                <a:gd name="connsiteY473" fmla="*/ 143267 h 1505806"/>
                <a:gd name="connsiteX474" fmla="*/ 1054768 w 2017827"/>
                <a:gd name="connsiteY474" fmla="*/ 141753 h 1505806"/>
                <a:gd name="connsiteX475" fmla="*/ 1052985 w 2017827"/>
                <a:gd name="connsiteY475" fmla="*/ 141215 h 1505806"/>
                <a:gd name="connsiteX476" fmla="*/ 1051302 w 2017827"/>
                <a:gd name="connsiteY476" fmla="*/ 140777 h 1505806"/>
                <a:gd name="connsiteX477" fmla="*/ 1050932 w 2017827"/>
                <a:gd name="connsiteY477" fmla="*/ 140710 h 1505806"/>
                <a:gd name="connsiteX478" fmla="*/ 1049148 w 2017827"/>
                <a:gd name="connsiteY478" fmla="*/ 138759 h 1505806"/>
                <a:gd name="connsiteX479" fmla="*/ 1046321 w 2017827"/>
                <a:gd name="connsiteY479" fmla="*/ 136909 h 1505806"/>
                <a:gd name="connsiteX480" fmla="*/ 1044571 w 2017827"/>
                <a:gd name="connsiteY480" fmla="*/ 135967 h 1505806"/>
                <a:gd name="connsiteX481" fmla="*/ 1041037 w 2017827"/>
                <a:gd name="connsiteY481" fmla="*/ 136404 h 1505806"/>
                <a:gd name="connsiteX482" fmla="*/ 1039960 w 2017827"/>
                <a:gd name="connsiteY482" fmla="*/ 137043 h 1505806"/>
                <a:gd name="connsiteX483" fmla="*/ 1039388 w 2017827"/>
                <a:gd name="connsiteY483" fmla="*/ 137851 h 1505806"/>
                <a:gd name="connsiteX484" fmla="*/ 1039153 w 2017827"/>
                <a:gd name="connsiteY484" fmla="*/ 138994 h 1505806"/>
                <a:gd name="connsiteX485" fmla="*/ 1039388 w 2017827"/>
                <a:gd name="connsiteY485" fmla="*/ 140138 h 1505806"/>
                <a:gd name="connsiteX486" fmla="*/ 1039254 w 2017827"/>
                <a:gd name="connsiteY486" fmla="*/ 141349 h 1505806"/>
                <a:gd name="connsiteX487" fmla="*/ 1039254 w 2017827"/>
                <a:gd name="connsiteY487" fmla="*/ 142796 h 1505806"/>
                <a:gd name="connsiteX488" fmla="*/ 1037806 w 2017827"/>
                <a:gd name="connsiteY488" fmla="*/ 145420 h 1505806"/>
                <a:gd name="connsiteX489" fmla="*/ 1035484 w 2017827"/>
                <a:gd name="connsiteY489" fmla="*/ 147875 h 1505806"/>
                <a:gd name="connsiteX490" fmla="*/ 1033162 w 2017827"/>
                <a:gd name="connsiteY490" fmla="*/ 151643 h 1505806"/>
                <a:gd name="connsiteX491" fmla="*/ 1031277 w 2017827"/>
                <a:gd name="connsiteY491" fmla="*/ 153964 h 1505806"/>
                <a:gd name="connsiteX492" fmla="*/ 1029830 w 2017827"/>
                <a:gd name="connsiteY492" fmla="*/ 156151 h 1505806"/>
                <a:gd name="connsiteX493" fmla="*/ 1028080 w 2017827"/>
                <a:gd name="connsiteY493" fmla="*/ 159346 h 1505806"/>
                <a:gd name="connsiteX494" fmla="*/ 1024446 w 2017827"/>
                <a:gd name="connsiteY494" fmla="*/ 161802 h 1505806"/>
                <a:gd name="connsiteX495" fmla="*/ 1020239 w 2017827"/>
                <a:gd name="connsiteY495" fmla="*/ 165435 h 1505806"/>
                <a:gd name="connsiteX496" fmla="*/ 1014450 w 2017827"/>
                <a:gd name="connsiteY496" fmla="*/ 169775 h 1505806"/>
                <a:gd name="connsiteX497" fmla="*/ 1010815 w 2017827"/>
                <a:gd name="connsiteY497" fmla="*/ 174854 h 1505806"/>
                <a:gd name="connsiteX498" fmla="*/ 1008628 w 2017827"/>
                <a:gd name="connsiteY498" fmla="*/ 179362 h 1505806"/>
                <a:gd name="connsiteX499" fmla="*/ 1006743 w 2017827"/>
                <a:gd name="connsiteY499" fmla="*/ 185148 h 1505806"/>
                <a:gd name="connsiteX500" fmla="*/ 1003983 w 2017827"/>
                <a:gd name="connsiteY500" fmla="*/ 190665 h 1505806"/>
                <a:gd name="connsiteX501" fmla="*/ 1000080 w 2017827"/>
                <a:gd name="connsiteY501" fmla="*/ 197056 h 1505806"/>
                <a:gd name="connsiteX502" fmla="*/ 997185 w 2017827"/>
                <a:gd name="connsiteY502" fmla="*/ 203852 h 1505806"/>
                <a:gd name="connsiteX503" fmla="*/ 995435 w 2017827"/>
                <a:gd name="connsiteY503" fmla="*/ 207485 h 1505806"/>
                <a:gd name="connsiteX504" fmla="*/ 989781 w 2017827"/>
                <a:gd name="connsiteY504" fmla="*/ 212564 h 1505806"/>
                <a:gd name="connsiteX505" fmla="*/ 987459 w 2017827"/>
                <a:gd name="connsiteY505" fmla="*/ 217476 h 1505806"/>
                <a:gd name="connsiteX506" fmla="*/ 983555 w 2017827"/>
                <a:gd name="connsiteY506" fmla="*/ 222118 h 1505806"/>
                <a:gd name="connsiteX507" fmla="*/ 979214 w 2017827"/>
                <a:gd name="connsiteY507" fmla="*/ 229081 h 1505806"/>
                <a:gd name="connsiteX508" fmla="*/ 976319 w 2017827"/>
                <a:gd name="connsiteY508" fmla="*/ 231840 h 1505806"/>
                <a:gd name="connsiteX509" fmla="*/ 973863 w 2017827"/>
                <a:gd name="connsiteY509" fmla="*/ 235305 h 1505806"/>
                <a:gd name="connsiteX510" fmla="*/ 969521 w 2017827"/>
                <a:gd name="connsiteY510" fmla="*/ 238635 h 1505806"/>
                <a:gd name="connsiteX511" fmla="*/ 966055 w 2017827"/>
                <a:gd name="connsiteY511" fmla="*/ 242975 h 1505806"/>
                <a:gd name="connsiteX512" fmla="*/ 963867 w 2017827"/>
                <a:gd name="connsiteY512" fmla="*/ 246439 h 1505806"/>
                <a:gd name="connsiteX513" fmla="*/ 960098 w 2017827"/>
                <a:gd name="connsiteY513" fmla="*/ 249198 h 1505806"/>
                <a:gd name="connsiteX514" fmla="*/ 956631 w 2017827"/>
                <a:gd name="connsiteY514" fmla="*/ 252394 h 1505806"/>
                <a:gd name="connsiteX515" fmla="*/ 952896 w 2017827"/>
                <a:gd name="connsiteY515" fmla="*/ 257305 h 1505806"/>
                <a:gd name="connsiteX516" fmla="*/ 949093 w 2017827"/>
                <a:gd name="connsiteY516" fmla="*/ 261207 h 1505806"/>
                <a:gd name="connsiteX517" fmla="*/ 948790 w 2017827"/>
                <a:gd name="connsiteY517" fmla="*/ 265850 h 1505806"/>
                <a:gd name="connsiteX518" fmla="*/ 948655 w 2017827"/>
                <a:gd name="connsiteY518" fmla="*/ 270189 h 1505806"/>
                <a:gd name="connsiteX519" fmla="*/ 947511 w 2017827"/>
                <a:gd name="connsiteY519" fmla="*/ 276412 h 1505806"/>
                <a:gd name="connsiteX520" fmla="*/ 944920 w 2017827"/>
                <a:gd name="connsiteY520" fmla="*/ 279305 h 1505806"/>
                <a:gd name="connsiteX521" fmla="*/ 941723 w 2017827"/>
                <a:gd name="connsiteY521" fmla="*/ 282938 h 1505806"/>
                <a:gd name="connsiteX522" fmla="*/ 939838 w 2017827"/>
                <a:gd name="connsiteY522" fmla="*/ 286572 h 1505806"/>
                <a:gd name="connsiteX523" fmla="*/ 938391 w 2017827"/>
                <a:gd name="connsiteY523" fmla="*/ 288893 h 1505806"/>
                <a:gd name="connsiteX524" fmla="*/ 936944 w 2017827"/>
                <a:gd name="connsiteY524" fmla="*/ 291348 h 1505806"/>
                <a:gd name="connsiteX525" fmla="*/ 936506 w 2017827"/>
                <a:gd name="connsiteY525" fmla="*/ 295419 h 1505806"/>
                <a:gd name="connsiteX526" fmla="*/ 936506 w 2017827"/>
                <a:gd name="connsiteY526" fmla="*/ 298043 h 1505806"/>
                <a:gd name="connsiteX527" fmla="*/ 937314 w 2017827"/>
                <a:gd name="connsiteY527" fmla="*/ 301373 h 1505806"/>
                <a:gd name="connsiteX528" fmla="*/ 939131 w 2017827"/>
                <a:gd name="connsiteY528" fmla="*/ 304434 h 1505806"/>
                <a:gd name="connsiteX529" fmla="*/ 940881 w 2017827"/>
                <a:gd name="connsiteY529" fmla="*/ 305881 h 1505806"/>
                <a:gd name="connsiteX530" fmla="*/ 943338 w 2017827"/>
                <a:gd name="connsiteY530" fmla="*/ 308639 h 1505806"/>
                <a:gd name="connsiteX531" fmla="*/ 944045 w 2017827"/>
                <a:gd name="connsiteY531" fmla="*/ 311095 h 1505806"/>
                <a:gd name="connsiteX532" fmla="*/ 945795 w 2017827"/>
                <a:gd name="connsiteY532" fmla="*/ 314122 h 1505806"/>
                <a:gd name="connsiteX533" fmla="*/ 948992 w 2017827"/>
                <a:gd name="connsiteY533" fmla="*/ 318596 h 1505806"/>
                <a:gd name="connsiteX534" fmla="*/ 950304 w 2017827"/>
                <a:gd name="connsiteY534" fmla="*/ 320480 h 1505806"/>
                <a:gd name="connsiteX535" fmla="*/ 951752 w 2017827"/>
                <a:gd name="connsiteY535" fmla="*/ 323508 h 1505806"/>
                <a:gd name="connsiteX536" fmla="*/ 952761 w 2017827"/>
                <a:gd name="connsiteY536" fmla="*/ 330034 h 1505806"/>
                <a:gd name="connsiteX537" fmla="*/ 952761 w 2017827"/>
                <a:gd name="connsiteY537" fmla="*/ 333667 h 1505806"/>
                <a:gd name="connsiteX538" fmla="*/ 950439 w 2017827"/>
                <a:gd name="connsiteY538" fmla="*/ 334542 h 1505806"/>
                <a:gd name="connsiteX539" fmla="*/ 945795 w 2017827"/>
                <a:gd name="connsiteY539" fmla="*/ 335282 h 1505806"/>
                <a:gd name="connsiteX540" fmla="*/ 938121 w 2017827"/>
                <a:gd name="connsiteY540" fmla="*/ 335282 h 1505806"/>
                <a:gd name="connsiteX541" fmla="*/ 933780 w 2017827"/>
                <a:gd name="connsiteY541" fmla="*/ 334844 h 1505806"/>
                <a:gd name="connsiteX542" fmla="*/ 927991 w 2017827"/>
                <a:gd name="connsiteY542" fmla="*/ 332221 h 1505806"/>
                <a:gd name="connsiteX543" fmla="*/ 922775 w 2017827"/>
                <a:gd name="connsiteY543" fmla="*/ 330202 h 1505806"/>
                <a:gd name="connsiteX544" fmla="*/ 918871 w 2017827"/>
                <a:gd name="connsiteY544" fmla="*/ 329630 h 1505806"/>
                <a:gd name="connsiteX545" fmla="*/ 914967 w 2017827"/>
                <a:gd name="connsiteY545" fmla="*/ 327444 h 1505806"/>
                <a:gd name="connsiteX546" fmla="*/ 911063 w 2017827"/>
                <a:gd name="connsiteY546" fmla="*/ 324685 h 1505806"/>
                <a:gd name="connsiteX547" fmla="*/ 908304 w 2017827"/>
                <a:gd name="connsiteY547" fmla="*/ 323373 h 1505806"/>
                <a:gd name="connsiteX548" fmla="*/ 903962 w 2017827"/>
                <a:gd name="connsiteY548" fmla="*/ 318294 h 1505806"/>
                <a:gd name="connsiteX549" fmla="*/ 898173 w 2017827"/>
                <a:gd name="connsiteY549" fmla="*/ 312205 h 1505806"/>
                <a:gd name="connsiteX550" fmla="*/ 892250 w 2017827"/>
                <a:gd name="connsiteY550" fmla="*/ 311902 h 1505806"/>
                <a:gd name="connsiteX551" fmla="*/ 870644 w 2017827"/>
                <a:gd name="connsiteY551" fmla="*/ 311902 h 1505806"/>
                <a:gd name="connsiteX552" fmla="*/ 858192 w 2017827"/>
                <a:gd name="connsiteY552" fmla="*/ 311969 h 1505806"/>
                <a:gd name="connsiteX553" fmla="*/ 840086 w 2017827"/>
                <a:gd name="connsiteY553" fmla="*/ 311599 h 1505806"/>
                <a:gd name="connsiteX554" fmla="*/ 825311 w 2017827"/>
                <a:gd name="connsiteY554" fmla="*/ 309581 h 1505806"/>
                <a:gd name="connsiteX555" fmla="*/ 817066 w 2017827"/>
                <a:gd name="connsiteY555" fmla="*/ 309446 h 1505806"/>
                <a:gd name="connsiteX556" fmla="*/ 800407 w 2017827"/>
                <a:gd name="connsiteY556" fmla="*/ 309144 h 1505806"/>
                <a:gd name="connsiteX557" fmla="*/ 787652 w 2017827"/>
                <a:gd name="connsiteY557" fmla="*/ 310456 h 1505806"/>
                <a:gd name="connsiteX558" fmla="*/ 775906 w 2017827"/>
                <a:gd name="connsiteY558" fmla="*/ 310456 h 1505806"/>
                <a:gd name="connsiteX559" fmla="*/ 762714 w 2017827"/>
                <a:gd name="connsiteY559" fmla="*/ 309581 h 1505806"/>
                <a:gd name="connsiteX560" fmla="*/ 757060 w 2017827"/>
                <a:gd name="connsiteY560" fmla="*/ 306856 h 1505806"/>
                <a:gd name="connsiteX561" fmla="*/ 748949 w 2017827"/>
                <a:gd name="connsiteY561" fmla="*/ 307125 h 1505806"/>
                <a:gd name="connsiteX562" fmla="*/ 741545 w 2017827"/>
                <a:gd name="connsiteY562" fmla="*/ 307125 h 1505806"/>
                <a:gd name="connsiteX563" fmla="*/ 736194 w 2017827"/>
                <a:gd name="connsiteY563" fmla="*/ 310153 h 1505806"/>
                <a:gd name="connsiteX564" fmla="*/ 732290 w 2017827"/>
                <a:gd name="connsiteY564" fmla="*/ 314661 h 1505806"/>
                <a:gd name="connsiteX565" fmla="*/ 731415 w 2017827"/>
                <a:gd name="connsiteY565" fmla="*/ 317991 h 1505806"/>
                <a:gd name="connsiteX566" fmla="*/ 731415 w 2017827"/>
                <a:gd name="connsiteY566" fmla="*/ 323777 h 1505806"/>
                <a:gd name="connsiteX567" fmla="*/ 735184 w 2017827"/>
                <a:gd name="connsiteY567" fmla="*/ 327679 h 1505806"/>
                <a:gd name="connsiteX568" fmla="*/ 738954 w 2017827"/>
                <a:gd name="connsiteY568" fmla="*/ 329294 h 1505806"/>
                <a:gd name="connsiteX569" fmla="*/ 741983 w 2017827"/>
                <a:gd name="connsiteY569" fmla="*/ 330000 h 1505806"/>
                <a:gd name="connsiteX570" fmla="*/ 745617 w 2017827"/>
                <a:gd name="connsiteY570" fmla="*/ 331178 h 1505806"/>
                <a:gd name="connsiteX571" fmla="*/ 747637 w 2017827"/>
                <a:gd name="connsiteY571" fmla="*/ 331178 h 1505806"/>
                <a:gd name="connsiteX572" fmla="*/ 749521 w 2017827"/>
                <a:gd name="connsiteY572" fmla="*/ 334205 h 1505806"/>
                <a:gd name="connsiteX573" fmla="*/ 749084 w 2017827"/>
                <a:gd name="connsiteY573" fmla="*/ 336964 h 1505806"/>
                <a:gd name="connsiteX574" fmla="*/ 748646 w 2017827"/>
                <a:gd name="connsiteY574" fmla="*/ 341000 h 1505806"/>
                <a:gd name="connsiteX575" fmla="*/ 748343 w 2017827"/>
                <a:gd name="connsiteY575" fmla="*/ 344768 h 1505806"/>
                <a:gd name="connsiteX576" fmla="*/ 752685 w 2017827"/>
                <a:gd name="connsiteY576" fmla="*/ 348973 h 1505806"/>
                <a:gd name="connsiteX577" fmla="*/ 753829 w 2017827"/>
                <a:gd name="connsiteY577" fmla="*/ 355331 h 1505806"/>
                <a:gd name="connsiteX578" fmla="*/ 753829 w 2017827"/>
                <a:gd name="connsiteY578" fmla="*/ 361117 h 1505806"/>
                <a:gd name="connsiteX579" fmla="*/ 752516 w 2017827"/>
                <a:gd name="connsiteY579" fmla="*/ 367340 h 1505806"/>
                <a:gd name="connsiteX580" fmla="*/ 751675 w 2017827"/>
                <a:gd name="connsiteY580" fmla="*/ 372252 h 1505806"/>
                <a:gd name="connsiteX581" fmla="*/ 751641 w 2017827"/>
                <a:gd name="connsiteY581" fmla="*/ 378610 h 1505806"/>
                <a:gd name="connsiteX582" fmla="*/ 751641 w 2017827"/>
                <a:gd name="connsiteY582" fmla="*/ 382377 h 1505806"/>
                <a:gd name="connsiteX583" fmla="*/ 750194 w 2017827"/>
                <a:gd name="connsiteY583" fmla="*/ 388029 h 1505806"/>
                <a:gd name="connsiteX584" fmla="*/ 749353 w 2017827"/>
                <a:gd name="connsiteY584" fmla="*/ 397010 h 1505806"/>
                <a:gd name="connsiteX585" fmla="*/ 747468 w 2017827"/>
                <a:gd name="connsiteY585" fmla="*/ 402965 h 1505806"/>
                <a:gd name="connsiteX586" fmla="*/ 747165 w 2017827"/>
                <a:gd name="connsiteY586" fmla="*/ 409491 h 1505806"/>
                <a:gd name="connsiteX587" fmla="*/ 744540 w 2017827"/>
                <a:gd name="connsiteY587" fmla="*/ 413393 h 1505806"/>
                <a:gd name="connsiteX588" fmla="*/ 744103 w 2017827"/>
                <a:gd name="connsiteY588" fmla="*/ 422509 h 1505806"/>
                <a:gd name="connsiteX589" fmla="*/ 744406 w 2017827"/>
                <a:gd name="connsiteY589" fmla="*/ 427723 h 1505806"/>
                <a:gd name="connsiteX590" fmla="*/ 745415 w 2017827"/>
                <a:gd name="connsiteY590" fmla="*/ 434956 h 1505806"/>
                <a:gd name="connsiteX591" fmla="*/ 745718 w 2017827"/>
                <a:gd name="connsiteY591" fmla="*/ 439598 h 1505806"/>
                <a:gd name="connsiteX592" fmla="*/ 745281 w 2017827"/>
                <a:gd name="connsiteY592" fmla="*/ 444812 h 1505806"/>
                <a:gd name="connsiteX593" fmla="*/ 745281 w 2017827"/>
                <a:gd name="connsiteY593" fmla="*/ 448008 h 1505806"/>
                <a:gd name="connsiteX594" fmla="*/ 746526 w 2017827"/>
                <a:gd name="connsiteY594" fmla="*/ 452650 h 1505806"/>
                <a:gd name="connsiteX595" fmla="*/ 746896 w 2017827"/>
                <a:gd name="connsiteY595" fmla="*/ 458436 h 1505806"/>
                <a:gd name="connsiteX596" fmla="*/ 746459 w 2017827"/>
                <a:gd name="connsiteY596" fmla="*/ 465097 h 1505806"/>
                <a:gd name="connsiteX597" fmla="*/ 745146 w 2017827"/>
                <a:gd name="connsiteY597" fmla="*/ 470614 h 1505806"/>
                <a:gd name="connsiteX598" fmla="*/ 746459 w 2017827"/>
                <a:gd name="connsiteY598" fmla="*/ 474819 h 1505806"/>
                <a:gd name="connsiteX599" fmla="*/ 747031 w 2017827"/>
                <a:gd name="connsiteY599" fmla="*/ 478452 h 1505806"/>
                <a:gd name="connsiteX600" fmla="*/ 744002 w 2017827"/>
                <a:gd name="connsiteY600" fmla="*/ 484541 h 1505806"/>
                <a:gd name="connsiteX601" fmla="*/ 745449 w 2017827"/>
                <a:gd name="connsiteY601" fmla="*/ 486559 h 1505806"/>
                <a:gd name="connsiteX602" fmla="*/ 746593 w 2017827"/>
                <a:gd name="connsiteY602" fmla="*/ 489452 h 1505806"/>
                <a:gd name="connsiteX603" fmla="*/ 746896 w 2017827"/>
                <a:gd name="connsiteY603" fmla="*/ 491033 h 1505806"/>
                <a:gd name="connsiteX604" fmla="*/ 746459 w 2017827"/>
                <a:gd name="connsiteY604" fmla="*/ 495104 h 1505806"/>
                <a:gd name="connsiteX605" fmla="*/ 746762 w 2017827"/>
                <a:gd name="connsiteY605" fmla="*/ 500755 h 1505806"/>
                <a:gd name="connsiteX606" fmla="*/ 743295 w 2017827"/>
                <a:gd name="connsiteY606" fmla="*/ 506104 h 1505806"/>
                <a:gd name="connsiteX607" fmla="*/ 746055 w 2017827"/>
                <a:gd name="connsiteY607" fmla="*/ 510881 h 1505806"/>
                <a:gd name="connsiteX608" fmla="*/ 749252 w 2017827"/>
                <a:gd name="connsiteY608" fmla="*/ 514514 h 1505806"/>
                <a:gd name="connsiteX609" fmla="*/ 749252 w 2017827"/>
                <a:gd name="connsiteY609" fmla="*/ 518416 h 1505806"/>
                <a:gd name="connsiteX610" fmla="*/ 743295 w 2017827"/>
                <a:gd name="connsiteY610" fmla="*/ 518416 h 1505806"/>
                <a:gd name="connsiteX611" fmla="*/ 741276 w 2017827"/>
                <a:gd name="connsiteY611" fmla="*/ 520165 h 1505806"/>
                <a:gd name="connsiteX612" fmla="*/ 738516 w 2017827"/>
                <a:gd name="connsiteY612" fmla="*/ 521612 h 1505806"/>
                <a:gd name="connsiteX613" fmla="*/ 736497 w 2017827"/>
                <a:gd name="connsiteY613" fmla="*/ 521612 h 1505806"/>
                <a:gd name="connsiteX614" fmla="*/ 730978 w 2017827"/>
                <a:gd name="connsiteY614" fmla="*/ 523024 h 1505806"/>
                <a:gd name="connsiteX615" fmla="*/ 728958 w 2017827"/>
                <a:gd name="connsiteY615" fmla="*/ 523058 h 1505806"/>
                <a:gd name="connsiteX616" fmla="*/ 725626 w 2017827"/>
                <a:gd name="connsiteY616" fmla="*/ 523058 h 1505806"/>
                <a:gd name="connsiteX617" fmla="*/ 722598 w 2017827"/>
                <a:gd name="connsiteY617" fmla="*/ 523630 h 1505806"/>
                <a:gd name="connsiteX618" fmla="*/ 718963 w 2017827"/>
                <a:gd name="connsiteY618" fmla="*/ 524370 h 1505806"/>
                <a:gd name="connsiteX619" fmla="*/ 715631 w 2017827"/>
                <a:gd name="connsiteY619" fmla="*/ 526119 h 1505806"/>
                <a:gd name="connsiteX620" fmla="*/ 714319 w 2017827"/>
                <a:gd name="connsiteY620" fmla="*/ 527129 h 1505806"/>
                <a:gd name="connsiteX621" fmla="*/ 711862 w 2017827"/>
                <a:gd name="connsiteY621" fmla="*/ 529887 h 1505806"/>
                <a:gd name="connsiteX622" fmla="*/ 710280 w 2017827"/>
                <a:gd name="connsiteY622" fmla="*/ 532040 h 1505806"/>
                <a:gd name="connsiteX623" fmla="*/ 709977 w 2017827"/>
                <a:gd name="connsiteY623" fmla="*/ 533924 h 1505806"/>
                <a:gd name="connsiteX624" fmla="*/ 710280 w 2017827"/>
                <a:gd name="connsiteY624" fmla="*/ 535068 h 1505806"/>
                <a:gd name="connsiteX625" fmla="*/ 713746 w 2017827"/>
                <a:gd name="connsiteY625" fmla="*/ 539273 h 1505806"/>
                <a:gd name="connsiteX626" fmla="*/ 716506 w 2017827"/>
                <a:gd name="connsiteY626" fmla="*/ 540584 h 1505806"/>
                <a:gd name="connsiteX627" fmla="*/ 716506 w 2017827"/>
                <a:gd name="connsiteY627" fmla="*/ 541728 h 1505806"/>
                <a:gd name="connsiteX628" fmla="*/ 714756 w 2017827"/>
                <a:gd name="connsiteY628" fmla="*/ 543612 h 1505806"/>
                <a:gd name="connsiteX629" fmla="*/ 712434 w 2017827"/>
                <a:gd name="connsiteY629" fmla="*/ 545361 h 1505806"/>
                <a:gd name="connsiteX630" fmla="*/ 708799 w 2017827"/>
                <a:gd name="connsiteY630" fmla="*/ 545361 h 1505806"/>
                <a:gd name="connsiteX631" fmla="*/ 706208 w 2017827"/>
                <a:gd name="connsiteY631" fmla="*/ 546505 h 1505806"/>
                <a:gd name="connsiteX632" fmla="*/ 702876 w 2017827"/>
                <a:gd name="connsiteY632" fmla="*/ 546505 h 1505806"/>
                <a:gd name="connsiteX633" fmla="*/ 698265 w 2017827"/>
                <a:gd name="connsiteY633" fmla="*/ 547581 h 1505806"/>
                <a:gd name="connsiteX634" fmla="*/ 695337 w 2017827"/>
                <a:gd name="connsiteY634" fmla="*/ 549196 h 1505806"/>
                <a:gd name="connsiteX635" fmla="*/ 691433 w 2017827"/>
                <a:gd name="connsiteY635" fmla="*/ 550609 h 1505806"/>
                <a:gd name="connsiteX636" fmla="*/ 688808 w 2017827"/>
                <a:gd name="connsiteY636" fmla="*/ 551786 h 1505806"/>
                <a:gd name="connsiteX637" fmla="*/ 686183 w 2017827"/>
                <a:gd name="connsiteY637" fmla="*/ 553536 h 1505806"/>
                <a:gd name="connsiteX638" fmla="*/ 683457 w 2017827"/>
                <a:gd name="connsiteY638" fmla="*/ 555823 h 1505806"/>
                <a:gd name="connsiteX639" fmla="*/ 681707 w 2017827"/>
                <a:gd name="connsiteY639" fmla="*/ 557875 h 1505806"/>
                <a:gd name="connsiteX640" fmla="*/ 679082 w 2017827"/>
                <a:gd name="connsiteY640" fmla="*/ 562114 h 1505806"/>
                <a:gd name="connsiteX641" fmla="*/ 677770 w 2017827"/>
                <a:gd name="connsiteY641" fmla="*/ 564704 h 1505806"/>
                <a:gd name="connsiteX642" fmla="*/ 675582 w 2017827"/>
                <a:gd name="connsiteY642" fmla="*/ 568741 h 1505806"/>
                <a:gd name="connsiteX643" fmla="*/ 674505 w 2017827"/>
                <a:gd name="connsiteY643" fmla="*/ 571230 h 1505806"/>
                <a:gd name="connsiteX644" fmla="*/ 673967 w 2017827"/>
                <a:gd name="connsiteY644" fmla="*/ 575132 h 1505806"/>
                <a:gd name="connsiteX645" fmla="*/ 673967 w 2017827"/>
                <a:gd name="connsiteY645" fmla="*/ 580447 h 1505806"/>
                <a:gd name="connsiteX646" fmla="*/ 675279 w 2017827"/>
                <a:gd name="connsiteY646" fmla="*/ 585897 h 1505806"/>
                <a:gd name="connsiteX647" fmla="*/ 676726 w 2017827"/>
                <a:gd name="connsiteY647" fmla="*/ 589799 h 1505806"/>
                <a:gd name="connsiteX648" fmla="*/ 676693 w 2017827"/>
                <a:gd name="connsiteY648" fmla="*/ 593062 h 1505806"/>
                <a:gd name="connsiteX649" fmla="*/ 676693 w 2017827"/>
                <a:gd name="connsiteY649" fmla="*/ 596224 h 1505806"/>
                <a:gd name="connsiteX650" fmla="*/ 676154 w 2017827"/>
                <a:gd name="connsiteY650" fmla="*/ 599151 h 1505806"/>
                <a:gd name="connsiteX651" fmla="*/ 675279 w 2017827"/>
                <a:gd name="connsiteY651" fmla="*/ 601640 h 1505806"/>
                <a:gd name="connsiteX652" fmla="*/ 673967 w 2017827"/>
                <a:gd name="connsiteY652" fmla="*/ 602717 h 1505806"/>
                <a:gd name="connsiteX653" fmla="*/ 672116 w 2017827"/>
                <a:gd name="connsiteY653" fmla="*/ 605307 h 1505806"/>
                <a:gd name="connsiteX654" fmla="*/ 671140 w 2017827"/>
                <a:gd name="connsiteY654" fmla="*/ 606384 h 1505806"/>
                <a:gd name="connsiteX655" fmla="*/ 669861 w 2017827"/>
                <a:gd name="connsiteY655" fmla="*/ 607796 h 1505806"/>
                <a:gd name="connsiteX656" fmla="*/ 669726 w 2017827"/>
                <a:gd name="connsiteY656" fmla="*/ 609546 h 1505806"/>
                <a:gd name="connsiteX657" fmla="*/ 669726 w 2017827"/>
                <a:gd name="connsiteY657" fmla="*/ 612270 h 1505806"/>
                <a:gd name="connsiteX658" fmla="*/ 668750 w 2017827"/>
                <a:gd name="connsiteY658" fmla="*/ 614558 h 1505806"/>
                <a:gd name="connsiteX659" fmla="*/ 667438 w 2017827"/>
                <a:gd name="connsiteY659" fmla="*/ 616946 h 1505806"/>
                <a:gd name="connsiteX660" fmla="*/ 665048 w 2017827"/>
                <a:gd name="connsiteY660" fmla="*/ 619133 h 1505806"/>
                <a:gd name="connsiteX661" fmla="*/ 662120 w 2017827"/>
                <a:gd name="connsiteY661" fmla="*/ 622161 h 1505806"/>
                <a:gd name="connsiteX662" fmla="*/ 660067 w 2017827"/>
                <a:gd name="connsiteY662" fmla="*/ 623775 h 1505806"/>
                <a:gd name="connsiteX663" fmla="*/ 657139 w 2017827"/>
                <a:gd name="connsiteY663" fmla="*/ 625726 h 1505806"/>
                <a:gd name="connsiteX664" fmla="*/ 651485 w 2017827"/>
                <a:gd name="connsiteY664" fmla="*/ 626937 h 1505806"/>
                <a:gd name="connsiteX665" fmla="*/ 647581 w 2017827"/>
                <a:gd name="connsiteY665" fmla="*/ 625524 h 1505806"/>
                <a:gd name="connsiteX666" fmla="*/ 643678 w 2017827"/>
                <a:gd name="connsiteY666" fmla="*/ 625524 h 1505806"/>
                <a:gd name="connsiteX667" fmla="*/ 641288 w 2017827"/>
                <a:gd name="connsiteY667" fmla="*/ 625524 h 1505806"/>
                <a:gd name="connsiteX668" fmla="*/ 639774 w 2017827"/>
                <a:gd name="connsiteY668" fmla="*/ 628350 h 1505806"/>
                <a:gd name="connsiteX669" fmla="*/ 636072 w 2017827"/>
                <a:gd name="connsiteY669" fmla="*/ 629965 h 1505806"/>
                <a:gd name="connsiteX670" fmla="*/ 630653 w 2017827"/>
                <a:gd name="connsiteY670" fmla="*/ 630503 h 1505806"/>
                <a:gd name="connsiteX671" fmla="*/ 620860 w 2017827"/>
                <a:gd name="connsiteY671" fmla="*/ 631580 h 1505806"/>
                <a:gd name="connsiteX672" fmla="*/ 614566 w 2017827"/>
                <a:gd name="connsiteY672" fmla="*/ 635179 h 1505806"/>
                <a:gd name="connsiteX673" fmla="*/ 608710 w 2017827"/>
                <a:gd name="connsiteY673" fmla="*/ 636794 h 1505806"/>
                <a:gd name="connsiteX674" fmla="*/ 601306 w 2017827"/>
                <a:gd name="connsiteY674" fmla="*/ 638980 h 1505806"/>
                <a:gd name="connsiteX675" fmla="*/ 595888 w 2017827"/>
                <a:gd name="connsiteY675" fmla="*/ 640158 h 1505806"/>
                <a:gd name="connsiteX676" fmla="*/ 590335 w 2017827"/>
                <a:gd name="connsiteY676" fmla="*/ 641133 h 1505806"/>
                <a:gd name="connsiteX677" fmla="*/ 585220 w 2017827"/>
                <a:gd name="connsiteY677" fmla="*/ 641772 h 1505806"/>
                <a:gd name="connsiteX678" fmla="*/ 578590 w 2017827"/>
                <a:gd name="connsiteY678" fmla="*/ 642412 h 1505806"/>
                <a:gd name="connsiteX679" fmla="*/ 572835 w 2017827"/>
                <a:gd name="connsiteY679" fmla="*/ 642412 h 1505806"/>
                <a:gd name="connsiteX680" fmla="*/ 561964 w 2017827"/>
                <a:gd name="connsiteY680" fmla="*/ 643488 h 1505806"/>
                <a:gd name="connsiteX681" fmla="*/ 553147 w 2017827"/>
                <a:gd name="connsiteY681" fmla="*/ 648265 h 1505806"/>
                <a:gd name="connsiteX682" fmla="*/ 544228 w 2017827"/>
                <a:gd name="connsiteY682" fmla="*/ 651965 h 1505806"/>
                <a:gd name="connsiteX683" fmla="*/ 526526 w 2017827"/>
                <a:gd name="connsiteY683" fmla="*/ 651427 h 1505806"/>
                <a:gd name="connsiteX684" fmla="*/ 515756 w 2017827"/>
                <a:gd name="connsiteY684" fmla="*/ 652840 h 1505806"/>
                <a:gd name="connsiteX685" fmla="*/ 509564 w 2017827"/>
                <a:gd name="connsiteY685" fmla="*/ 654320 h 1505806"/>
                <a:gd name="connsiteX686" fmla="*/ 500982 w 2017827"/>
                <a:gd name="connsiteY686" fmla="*/ 658054 h 1505806"/>
                <a:gd name="connsiteX687" fmla="*/ 492939 w 2017827"/>
                <a:gd name="connsiteY687" fmla="*/ 658256 h 1505806"/>
                <a:gd name="connsiteX688" fmla="*/ 484794 w 2017827"/>
                <a:gd name="connsiteY688" fmla="*/ 657919 h 1505806"/>
                <a:gd name="connsiteX689" fmla="*/ 478501 w 2017827"/>
                <a:gd name="connsiteY689" fmla="*/ 655968 h 1505806"/>
                <a:gd name="connsiteX690" fmla="*/ 470457 w 2017827"/>
                <a:gd name="connsiteY690" fmla="*/ 654354 h 1505806"/>
                <a:gd name="connsiteX691" fmla="*/ 463390 w 2017827"/>
                <a:gd name="connsiteY691" fmla="*/ 657617 h 1505806"/>
                <a:gd name="connsiteX692" fmla="*/ 455986 w 2017827"/>
                <a:gd name="connsiteY692" fmla="*/ 659030 h 1505806"/>
                <a:gd name="connsiteX693" fmla="*/ 452284 w 2017827"/>
                <a:gd name="connsiteY693" fmla="*/ 661115 h 1505806"/>
                <a:gd name="connsiteX694" fmla="*/ 446967 w 2017827"/>
                <a:gd name="connsiteY694" fmla="*/ 661115 h 1505806"/>
                <a:gd name="connsiteX695" fmla="*/ 437072 w 2017827"/>
                <a:gd name="connsiteY695" fmla="*/ 661923 h 1505806"/>
                <a:gd name="connsiteX696" fmla="*/ 427178 w 2017827"/>
                <a:gd name="connsiteY696" fmla="*/ 663066 h 1505806"/>
                <a:gd name="connsiteX697" fmla="*/ 419908 w 2017827"/>
                <a:gd name="connsiteY697" fmla="*/ 663705 h 1505806"/>
                <a:gd name="connsiteX698" fmla="*/ 414490 w 2017827"/>
                <a:gd name="connsiteY698" fmla="*/ 666195 h 1505806"/>
                <a:gd name="connsiteX699" fmla="*/ 408937 w 2017827"/>
                <a:gd name="connsiteY699" fmla="*/ 667810 h 1505806"/>
                <a:gd name="connsiteX700" fmla="*/ 401331 w 2017827"/>
                <a:gd name="connsiteY700" fmla="*/ 670198 h 1505806"/>
                <a:gd name="connsiteX701" fmla="*/ 392076 w 2017827"/>
                <a:gd name="connsiteY701" fmla="*/ 670837 h 1505806"/>
                <a:gd name="connsiteX702" fmla="*/ 387095 w 2017827"/>
                <a:gd name="connsiteY702" fmla="*/ 670602 h 1505806"/>
                <a:gd name="connsiteX703" fmla="*/ 378412 w 2017827"/>
                <a:gd name="connsiteY703" fmla="*/ 668751 h 1505806"/>
                <a:gd name="connsiteX704" fmla="*/ 373633 w 2017827"/>
                <a:gd name="connsiteY704" fmla="*/ 667103 h 1505806"/>
                <a:gd name="connsiteX705" fmla="*/ 369931 w 2017827"/>
                <a:gd name="connsiteY705" fmla="*/ 666027 h 1505806"/>
                <a:gd name="connsiteX706" fmla="*/ 365926 w 2017827"/>
                <a:gd name="connsiteY706" fmla="*/ 663537 h 1505806"/>
                <a:gd name="connsiteX707" fmla="*/ 363739 w 2017827"/>
                <a:gd name="connsiteY707" fmla="*/ 663100 h 1505806"/>
                <a:gd name="connsiteX708" fmla="*/ 358421 w 2017827"/>
                <a:gd name="connsiteY708" fmla="*/ 662461 h 1505806"/>
                <a:gd name="connsiteX709" fmla="*/ 355056 w 2017827"/>
                <a:gd name="connsiteY709" fmla="*/ 663672 h 1505806"/>
                <a:gd name="connsiteX710" fmla="*/ 348426 w 2017827"/>
                <a:gd name="connsiteY710" fmla="*/ 665186 h 1505806"/>
                <a:gd name="connsiteX711" fmla="*/ 345060 w 2017827"/>
                <a:gd name="connsiteY711" fmla="*/ 667036 h 1505806"/>
                <a:gd name="connsiteX712" fmla="*/ 342133 w 2017827"/>
                <a:gd name="connsiteY712" fmla="*/ 669761 h 1505806"/>
                <a:gd name="connsiteX713" fmla="*/ 338330 w 2017827"/>
                <a:gd name="connsiteY713" fmla="*/ 674235 h 1505806"/>
                <a:gd name="connsiteX714" fmla="*/ 332238 w 2017827"/>
                <a:gd name="connsiteY714" fmla="*/ 677700 h 1505806"/>
                <a:gd name="connsiteX715" fmla="*/ 325406 w 2017827"/>
                <a:gd name="connsiteY715" fmla="*/ 684966 h 1505806"/>
                <a:gd name="connsiteX716" fmla="*/ 322243 w 2017827"/>
                <a:gd name="connsiteY716" fmla="*/ 687455 h 1505806"/>
                <a:gd name="connsiteX717" fmla="*/ 320728 w 2017827"/>
                <a:gd name="connsiteY717" fmla="*/ 690180 h 1505806"/>
                <a:gd name="connsiteX718" fmla="*/ 315949 w 2017827"/>
                <a:gd name="connsiteY718" fmla="*/ 696605 h 1505806"/>
                <a:gd name="connsiteX719" fmla="*/ 312920 w 2017827"/>
                <a:gd name="connsiteY719" fmla="*/ 700608 h 1505806"/>
                <a:gd name="connsiteX720" fmla="*/ 310194 w 2017827"/>
                <a:gd name="connsiteY720" fmla="*/ 702660 h 1505806"/>
                <a:gd name="connsiteX721" fmla="*/ 307906 w 2017827"/>
                <a:gd name="connsiteY721" fmla="*/ 703972 h 1505806"/>
                <a:gd name="connsiteX722" fmla="*/ 304742 w 2017827"/>
                <a:gd name="connsiteY722" fmla="*/ 707975 h 1505806"/>
                <a:gd name="connsiteX723" fmla="*/ 302992 w 2017827"/>
                <a:gd name="connsiteY723" fmla="*/ 710700 h 1505806"/>
                <a:gd name="connsiteX724" fmla="*/ 299627 w 2017827"/>
                <a:gd name="connsiteY724" fmla="*/ 714838 h 1505806"/>
                <a:gd name="connsiteX725" fmla="*/ 294511 w 2017827"/>
                <a:gd name="connsiteY725" fmla="*/ 718000 h 1505806"/>
                <a:gd name="connsiteX726" fmla="*/ 289295 w 2017827"/>
                <a:gd name="connsiteY726" fmla="*/ 717226 h 1505806"/>
                <a:gd name="connsiteX727" fmla="*/ 287006 w 2017827"/>
                <a:gd name="connsiteY727" fmla="*/ 714501 h 1505806"/>
                <a:gd name="connsiteX728" fmla="*/ 284617 w 2017827"/>
                <a:gd name="connsiteY728" fmla="*/ 713728 h 1505806"/>
                <a:gd name="connsiteX729" fmla="*/ 281352 w 2017827"/>
                <a:gd name="connsiteY729" fmla="*/ 712853 h 1505806"/>
                <a:gd name="connsiteX730" fmla="*/ 275799 w 2017827"/>
                <a:gd name="connsiteY730" fmla="*/ 710902 h 1505806"/>
                <a:gd name="connsiteX731" fmla="*/ 269708 w 2017827"/>
                <a:gd name="connsiteY731" fmla="*/ 709691 h 1505806"/>
                <a:gd name="connsiteX732" fmla="*/ 265265 w 2017827"/>
                <a:gd name="connsiteY732" fmla="*/ 709691 h 1505806"/>
                <a:gd name="connsiteX733" fmla="*/ 259813 w 2017827"/>
                <a:gd name="connsiteY733" fmla="*/ 709758 h 1505806"/>
                <a:gd name="connsiteX734" fmla="*/ 250457 w 2017827"/>
                <a:gd name="connsiteY734" fmla="*/ 710801 h 1505806"/>
                <a:gd name="connsiteX735" fmla="*/ 243626 w 2017827"/>
                <a:gd name="connsiteY735" fmla="*/ 710801 h 1505806"/>
                <a:gd name="connsiteX736" fmla="*/ 238510 w 2017827"/>
                <a:gd name="connsiteY736" fmla="*/ 709186 h 1505806"/>
                <a:gd name="connsiteX737" fmla="*/ 234471 w 2017827"/>
                <a:gd name="connsiteY737" fmla="*/ 704948 h 1505806"/>
                <a:gd name="connsiteX738" fmla="*/ 233933 w 2017827"/>
                <a:gd name="connsiteY738" fmla="*/ 702559 h 1505806"/>
                <a:gd name="connsiteX739" fmla="*/ 234270 w 2017827"/>
                <a:gd name="connsiteY739" fmla="*/ 698523 h 1505806"/>
                <a:gd name="connsiteX740" fmla="*/ 235246 w 2017827"/>
                <a:gd name="connsiteY740" fmla="*/ 691021 h 1505806"/>
                <a:gd name="connsiteX741" fmla="*/ 236558 w 2017827"/>
                <a:gd name="connsiteY741" fmla="*/ 688733 h 1505806"/>
                <a:gd name="connsiteX742" fmla="*/ 237871 w 2017827"/>
                <a:gd name="connsiteY742" fmla="*/ 685369 h 1505806"/>
                <a:gd name="connsiteX743" fmla="*/ 237770 w 2017827"/>
                <a:gd name="connsiteY743" fmla="*/ 682443 h 1505806"/>
                <a:gd name="connsiteX744" fmla="*/ 237332 w 2017827"/>
                <a:gd name="connsiteY744" fmla="*/ 677868 h 1505806"/>
                <a:gd name="connsiteX745" fmla="*/ 236255 w 2017827"/>
                <a:gd name="connsiteY745" fmla="*/ 673629 h 1505806"/>
                <a:gd name="connsiteX746" fmla="*/ 233327 w 2017827"/>
                <a:gd name="connsiteY746" fmla="*/ 670703 h 1505806"/>
                <a:gd name="connsiteX747" fmla="*/ 230298 w 2017827"/>
                <a:gd name="connsiteY747" fmla="*/ 668852 h 1505806"/>
                <a:gd name="connsiteX748" fmla="*/ 227370 w 2017827"/>
                <a:gd name="connsiteY748" fmla="*/ 667776 h 1505806"/>
                <a:gd name="connsiteX749" fmla="*/ 224644 w 2017827"/>
                <a:gd name="connsiteY749" fmla="*/ 667675 h 1505806"/>
                <a:gd name="connsiteX750" fmla="*/ 221615 w 2017827"/>
                <a:gd name="connsiteY750" fmla="*/ 668112 h 1505806"/>
                <a:gd name="connsiteX751" fmla="*/ 220303 w 2017827"/>
                <a:gd name="connsiteY751" fmla="*/ 670299 h 1505806"/>
                <a:gd name="connsiteX752" fmla="*/ 218115 w 2017827"/>
                <a:gd name="connsiteY752" fmla="*/ 672687 h 1505806"/>
                <a:gd name="connsiteX753" fmla="*/ 216163 w 2017827"/>
                <a:gd name="connsiteY753" fmla="*/ 673562 h 1505806"/>
                <a:gd name="connsiteX754" fmla="*/ 213000 w 2017827"/>
                <a:gd name="connsiteY754" fmla="*/ 674437 h 1505806"/>
                <a:gd name="connsiteX755" fmla="*/ 207884 w 2017827"/>
                <a:gd name="connsiteY755" fmla="*/ 674874 h 1505806"/>
                <a:gd name="connsiteX756" fmla="*/ 203004 w 2017827"/>
                <a:gd name="connsiteY756" fmla="*/ 674874 h 1505806"/>
                <a:gd name="connsiteX757" fmla="*/ 198865 w 2017827"/>
                <a:gd name="connsiteY757" fmla="*/ 674100 h 1505806"/>
                <a:gd name="connsiteX758" fmla="*/ 191697 w 2017827"/>
                <a:gd name="connsiteY758" fmla="*/ 676724 h 1505806"/>
                <a:gd name="connsiteX759" fmla="*/ 189509 w 2017827"/>
                <a:gd name="connsiteY759" fmla="*/ 676926 h 1505806"/>
                <a:gd name="connsiteX760" fmla="*/ 184831 w 2017827"/>
                <a:gd name="connsiteY760" fmla="*/ 673226 h 1505806"/>
                <a:gd name="connsiteX761" fmla="*/ 182105 w 2017827"/>
                <a:gd name="connsiteY761" fmla="*/ 670501 h 1505806"/>
                <a:gd name="connsiteX762" fmla="*/ 178639 w 2017827"/>
                <a:gd name="connsiteY762" fmla="*/ 667036 h 1505806"/>
                <a:gd name="connsiteX763" fmla="*/ 177225 w 2017827"/>
                <a:gd name="connsiteY763" fmla="*/ 664984 h 1505806"/>
                <a:gd name="connsiteX764" fmla="*/ 175172 w 2017827"/>
                <a:gd name="connsiteY764" fmla="*/ 662932 h 1505806"/>
                <a:gd name="connsiteX765" fmla="*/ 173119 w 2017827"/>
                <a:gd name="connsiteY765" fmla="*/ 660005 h 1505806"/>
                <a:gd name="connsiteX766" fmla="*/ 171706 w 2017827"/>
                <a:gd name="connsiteY766" fmla="*/ 659231 h 1505806"/>
                <a:gd name="connsiteX767" fmla="*/ 168980 w 2017827"/>
                <a:gd name="connsiteY767" fmla="*/ 658357 h 1505806"/>
                <a:gd name="connsiteX768" fmla="*/ 167364 w 2017827"/>
                <a:gd name="connsiteY768" fmla="*/ 658895 h 1505806"/>
                <a:gd name="connsiteX769" fmla="*/ 164436 w 2017827"/>
                <a:gd name="connsiteY769" fmla="*/ 661082 h 1505806"/>
                <a:gd name="connsiteX770" fmla="*/ 162585 w 2017827"/>
                <a:gd name="connsiteY770" fmla="*/ 663369 h 1505806"/>
                <a:gd name="connsiteX771" fmla="*/ 162148 w 2017827"/>
                <a:gd name="connsiteY771" fmla="*/ 666531 h 1505806"/>
                <a:gd name="connsiteX772" fmla="*/ 163124 w 2017827"/>
                <a:gd name="connsiteY772" fmla="*/ 670332 h 1505806"/>
                <a:gd name="connsiteX773" fmla="*/ 161946 w 2017827"/>
                <a:gd name="connsiteY773" fmla="*/ 674033 h 1505806"/>
                <a:gd name="connsiteX774" fmla="*/ 160633 w 2017827"/>
                <a:gd name="connsiteY774" fmla="*/ 675883 h 1505806"/>
                <a:gd name="connsiteX775" fmla="*/ 158042 w 2017827"/>
                <a:gd name="connsiteY775" fmla="*/ 676926 h 1505806"/>
                <a:gd name="connsiteX776" fmla="*/ 152624 w 2017827"/>
                <a:gd name="connsiteY776" fmla="*/ 676959 h 1505806"/>
                <a:gd name="connsiteX777" fmla="*/ 149023 w 2017827"/>
                <a:gd name="connsiteY777" fmla="*/ 676959 h 1505806"/>
                <a:gd name="connsiteX778" fmla="*/ 145220 w 2017827"/>
                <a:gd name="connsiteY778" fmla="*/ 676959 h 1505806"/>
                <a:gd name="connsiteX779" fmla="*/ 142056 w 2017827"/>
                <a:gd name="connsiteY779" fmla="*/ 677834 h 1505806"/>
                <a:gd name="connsiteX780" fmla="*/ 139027 w 2017827"/>
                <a:gd name="connsiteY780" fmla="*/ 679348 h 1505806"/>
                <a:gd name="connsiteX781" fmla="*/ 136638 w 2017827"/>
                <a:gd name="connsiteY781" fmla="*/ 680862 h 1505806"/>
                <a:gd name="connsiteX782" fmla="*/ 133037 w 2017827"/>
                <a:gd name="connsiteY782" fmla="*/ 683351 h 1505806"/>
                <a:gd name="connsiteX783" fmla="*/ 127921 w 2017827"/>
                <a:gd name="connsiteY783" fmla="*/ 684764 h 1505806"/>
                <a:gd name="connsiteX784" fmla="*/ 123883 w 2017827"/>
                <a:gd name="connsiteY784" fmla="*/ 685403 h 1505806"/>
                <a:gd name="connsiteX785" fmla="*/ 120955 w 2017827"/>
                <a:gd name="connsiteY785" fmla="*/ 686177 h 1505806"/>
                <a:gd name="connsiteX786" fmla="*/ 117051 w 2017827"/>
                <a:gd name="connsiteY786" fmla="*/ 686816 h 1505806"/>
                <a:gd name="connsiteX787" fmla="*/ 113046 w 2017827"/>
                <a:gd name="connsiteY787" fmla="*/ 686816 h 1505806"/>
                <a:gd name="connsiteX788" fmla="*/ 109243 w 2017827"/>
                <a:gd name="connsiteY788" fmla="*/ 686614 h 1505806"/>
                <a:gd name="connsiteX789" fmla="*/ 104666 w 2017827"/>
                <a:gd name="connsiteY789" fmla="*/ 684764 h 1505806"/>
                <a:gd name="connsiteX790" fmla="*/ 100863 w 2017827"/>
                <a:gd name="connsiteY790" fmla="*/ 683149 h 1505806"/>
                <a:gd name="connsiteX791" fmla="*/ 97161 w 2017827"/>
                <a:gd name="connsiteY791" fmla="*/ 683048 h 1505806"/>
                <a:gd name="connsiteX792" fmla="*/ 94132 w 2017827"/>
                <a:gd name="connsiteY792" fmla="*/ 681972 h 1505806"/>
                <a:gd name="connsiteX793" fmla="*/ 90766 w 2017827"/>
                <a:gd name="connsiteY793" fmla="*/ 681972 h 1505806"/>
                <a:gd name="connsiteX794" fmla="*/ 85550 w 2017827"/>
                <a:gd name="connsiteY794" fmla="*/ 684091 h 1505806"/>
                <a:gd name="connsiteX795" fmla="*/ 82184 w 2017827"/>
                <a:gd name="connsiteY795" fmla="*/ 685571 h 1505806"/>
                <a:gd name="connsiteX796" fmla="*/ 78146 w 2017827"/>
                <a:gd name="connsiteY796" fmla="*/ 688733 h 1505806"/>
                <a:gd name="connsiteX797" fmla="*/ 74780 w 2017827"/>
                <a:gd name="connsiteY797" fmla="*/ 691458 h 1505806"/>
                <a:gd name="connsiteX798" fmla="*/ 70877 w 2017827"/>
                <a:gd name="connsiteY798" fmla="*/ 694822 h 1505806"/>
                <a:gd name="connsiteX799" fmla="*/ 68252 w 2017827"/>
                <a:gd name="connsiteY799" fmla="*/ 697009 h 1505806"/>
                <a:gd name="connsiteX800" fmla="*/ 65088 w 2017827"/>
                <a:gd name="connsiteY800" fmla="*/ 700373 h 1505806"/>
                <a:gd name="connsiteX801" fmla="*/ 63674 w 2017827"/>
                <a:gd name="connsiteY801" fmla="*/ 702559 h 1505806"/>
                <a:gd name="connsiteX802" fmla="*/ 63035 w 2017827"/>
                <a:gd name="connsiteY802" fmla="*/ 705183 h 1505806"/>
                <a:gd name="connsiteX803" fmla="*/ 62261 w 2017827"/>
                <a:gd name="connsiteY803" fmla="*/ 708446 h 1505806"/>
                <a:gd name="connsiteX804" fmla="*/ 62160 w 2017827"/>
                <a:gd name="connsiteY804" fmla="*/ 712046 h 1505806"/>
                <a:gd name="connsiteX805" fmla="*/ 61521 w 2017827"/>
                <a:gd name="connsiteY805" fmla="*/ 714636 h 1505806"/>
                <a:gd name="connsiteX806" fmla="*/ 61420 w 2017827"/>
                <a:gd name="connsiteY806" fmla="*/ 718673 h 1505806"/>
                <a:gd name="connsiteX807" fmla="*/ 60545 w 2017827"/>
                <a:gd name="connsiteY807" fmla="*/ 722474 h 1505806"/>
                <a:gd name="connsiteX808" fmla="*/ 58795 w 2017827"/>
                <a:gd name="connsiteY808" fmla="*/ 725199 h 1505806"/>
                <a:gd name="connsiteX809" fmla="*/ 57482 w 2017827"/>
                <a:gd name="connsiteY809" fmla="*/ 727486 h 1505806"/>
                <a:gd name="connsiteX810" fmla="*/ 54891 w 2017827"/>
                <a:gd name="connsiteY810" fmla="*/ 729673 h 1505806"/>
                <a:gd name="connsiteX811" fmla="*/ 52703 w 2017827"/>
                <a:gd name="connsiteY811" fmla="*/ 731086 h 1505806"/>
                <a:gd name="connsiteX812" fmla="*/ 50078 w 2017827"/>
                <a:gd name="connsiteY812" fmla="*/ 732499 h 1505806"/>
                <a:gd name="connsiteX813" fmla="*/ 48025 w 2017827"/>
                <a:gd name="connsiteY813" fmla="*/ 734012 h 1505806"/>
                <a:gd name="connsiteX814" fmla="*/ 45299 w 2017827"/>
                <a:gd name="connsiteY814" fmla="*/ 735963 h 1505806"/>
                <a:gd name="connsiteX815" fmla="*/ 43448 w 2017827"/>
                <a:gd name="connsiteY815" fmla="*/ 737814 h 1505806"/>
                <a:gd name="connsiteX816" fmla="*/ 40520 w 2017827"/>
                <a:gd name="connsiteY816" fmla="*/ 737814 h 1505806"/>
                <a:gd name="connsiteX817" fmla="*/ 36717 w 2017827"/>
                <a:gd name="connsiteY817" fmla="*/ 739428 h 1505806"/>
                <a:gd name="connsiteX818" fmla="*/ 33453 w 2017827"/>
                <a:gd name="connsiteY818" fmla="*/ 739428 h 1505806"/>
                <a:gd name="connsiteX819" fmla="*/ 30962 w 2017827"/>
                <a:gd name="connsiteY819" fmla="*/ 740236 h 1505806"/>
                <a:gd name="connsiteX820" fmla="*/ 26621 w 2017827"/>
                <a:gd name="connsiteY820" fmla="*/ 740067 h 1505806"/>
                <a:gd name="connsiteX821" fmla="*/ 24332 w 2017827"/>
                <a:gd name="connsiteY821" fmla="*/ 740067 h 1505806"/>
                <a:gd name="connsiteX822" fmla="*/ 19318 w 2017827"/>
                <a:gd name="connsiteY822" fmla="*/ 740841 h 1505806"/>
                <a:gd name="connsiteX823" fmla="*/ 15077 w 2017827"/>
                <a:gd name="connsiteY823" fmla="*/ 742490 h 1505806"/>
                <a:gd name="connsiteX824" fmla="*/ 11173 w 2017827"/>
                <a:gd name="connsiteY824" fmla="*/ 743902 h 1505806"/>
                <a:gd name="connsiteX825" fmla="*/ 7034 w 2017827"/>
                <a:gd name="connsiteY825" fmla="*/ 746526 h 1505806"/>
                <a:gd name="connsiteX826" fmla="*/ 6159 w 2017827"/>
                <a:gd name="connsiteY826" fmla="*/ 748578 h 1505806"/>
                <a:gd name="connsiteX827" fmla="*/ 8784 w 2017827"/>
                <a:gd name="connsiteY827" fmla="*/ 751942 h 1505806"/>
                <a:gd name="connsiteX828" fmla="*/ 12486 w 2017827"/>
                <a:gd name="connsiteY828" fmla="*/ 755104 h 1505806"/>
                <a:gd name="connsiteX829" fmla="*/ 16188 w 2017827"/>
                <a:gd name="connsiteY829" fmla="*/ 759007 h 1505806"/>
                <a:gd name="connsiteX830" fmla="*/ 17601 w 2017827"/>
                <a:gd name="connsiteY830" fmla="*/ 761395 h 1505806"/>
                <a:gd name="connsiteX831" fmla="*/ 21202 w 2017827"/>
                <a:gd name="connsiteY831" fmla="*/ 765533 h 1505806"/>
                <a:gd name="connsiteX832" fmla="*/ 21976 w 2017827"/>
                <a:gd name="connsiteY832" fmla="*/ 769569 h 1505806"/>
                <a:gd name="connsiteX833" fmla="*/ 20563 w 2017827"/>
                <a:gd name="connsiteY833" fmla="*/ 778047 h 1505806"/>
                <a:gd name="connsiteX834" fmla="*/ 20226 w 2017827"/>
                <a:gd name="connsiteY834" fmla="*/ 782050 h 1505806"/>
                <a:gd name="connsiteX835" fmla="*/ 20226 w 2017827"/>
                <a:gd name="connsiteY835" fmla="*/ 784438 h 1505806"/>
                <a:gd name="connsiteX836" fmla="*/ 22111 w 2017827"/>
                <a:gd name="connsiteY836" fmla="*/ 786187 h 1505806"/>
                <a:gd name="connsiteX837" fmla="*/ 25645 w 2017827"/>
                <a:gd name="connsiteY837" fmla="*/ 789350 h 1505806"/>
                <a:gd name="connsiteX838" fmla="*/ 27159 w 2017827"/>
                <a:gd name="connsiteY838" fmla="*/ 791637 h 1505806"/>
                <a:gd name="connsiteX839" fmla="*/ 27260 w 2017827"/>
                <a:gd name="connsiteY839" fmla="*/ 794463 h 1505806"/>
                <a:gd name="connsiteX840" fmla="*/ 26183 w 2017827"/>
                <a:gd name="connsiteY840" fmla="*/ 796212 h 1505806"/>
                <a:gd name="connsiteX841" fmla="*/ 23794 w 2017827"/>
                <a:gd name="connsiteY841" fmla="*/ 797726 h 1505806"/>
                <a:gd name="connsiteX842" fmla="*/ 21842 w 2017827"/>
                <a:gd name="connsiteY842" fmla="*/ 798365 h 1505806"/>
                <a:gd name="connsiteX843" fmla="*/ 18039 w 2017827"/>
                <a:gd name="connsiteY843" fmla="*/ 798264 h 1505806"/>
                <a:gd name="connsiteX844" fmla="*/ 16188 w 2017827"/>
                <a:gd name="connsiteY844" fmla="*/ 797524 h 1505806"/>
                <a:gd name="connsiteX845" fmla="*/ 14135 w 2017827"/>
                <a:gd name="connsiteY845" fmla="*/ 796885 h 1505806"/>
                <a:gd name="connsiteX846" fmla="*/ 12284 w 2017827"/>
                <a:gd name="connsiteY846" fmla="*/ 796885 h 1505806"/>
                <a:gd name="connsiteX847" fmla="*/ 11846 w 2017827"/>
                <a:gd name="connsiteY847" fmla="*/ 798769 h 1505806"/>
                <a:gd name="connsiteX848" fmla="*/ 10971 w 2017827"/>
                <a:gd name="connsiteY848" fmla="*/ 801426 h 1505806"/>
                <a:gd name="connsiteX849" fmla="*/ 8582 w 2017827"/>
                <a:gd name="connsiteY849" fmla="*/ 803377 h 1505806"/>
                <a:gd name="connsiteX850" fmla="*/ 6630 w 2017827"/>
                <a:gd name="connsiteY850" fmla="*/ 804252 h 1505806"/>
                <a:gd name="connsiteX851" fmla="*/ 3164 w 2017827"/>
                <a:gd name="connsiteY851" fmla="*/ 805564 h 1505806"/>
                <a:gd name="connsiteX852" fmla="*/ 774 w 2017827"/>
                <a:gd name="connsiteY852" fmla="*/ 807313 h 1505806"/>
                <a:gd name="connsiteX853" fmla="*/ 0 w 2017827"/>
                <a:gd name="connsiteY853" fmla="*/ 809802 h 1505806"/>
                <a:gd name="connsiteX854" fmla="*/ 538 w 2017827"/>
                <a:gd name="connsiteY854" fmla="*/ 812628 h 1505806"/>
                <a:gd name="connsiteX855" fmla="*/ 1178 w 2017827"/>
                <a:gd name="connsiteY855" fmla="*/ 816968 h 1505806"/>
                <a:gd name="connsiteX856" fmla="*/ 2793 w 2017827"/>
                <a:gd name="connsiteY856" fmla="*/ 819457 h 1505806"/>
                <a:gd name="connsiteX857" fmla="*/ 5183 w 2017827"/>
                <a:gd name="connsiteY857" fmla="*/ 821206 h 1505806"/>
                <a:gd name="connsiteX858" fmla="*/ 8885 w 2017827"/>
                <a:gd name="connsiteY858" fmla="*/ 827497 h 1505806"/>
                <a:gd name="connsiteX859" fmla="*/ 9524 w 2017827"/>
                <a:gd name="connsiteY859" fmla="*/ 830524 h 1505806"/>
                <a:gd name="connsiteX860" fmla="*/ 13866 w 2017827"/>
                <a:gd name="connsiteY860" fmla="*/ 836176 h 1505806"/>
                <a:gd name="connsiteX861" fmla="*/ 15044 w 2017827"/>
                <a:gd name="connsiteY861" fmla="*/ 839977 h 1505806"/>
                <a:gd name="connsiteX862" fmla="*/ 17231 w 2017827"/>
                <a:gd name="connsiteY862" fmla="*/ 844014 h 1505806"/>
                <a:gd name="connsiteX863" fmla="*/ 19856 w 2017827"/>
                <a:gd name="connsiteY863" fmla="*/ 847378 h 1505806"/>
                <a:gd name="connsiteX864" fmla="*/ 20395 w 2017827"/>
                <a:gd name="connsiteY864" fmla="*/ 848152 h 1505806"/>
                <a:gd name="connsiteX865" fmla="*/ 23121 w 2017827"/>
                <a:gd name="connsiteY865" fmla="*/ 849026 h 1505806"/>
                <a:gd name="connsiteX866" fmla="*/ 26486 w 2017827"/>
                <a:gd name="connsiteY866" fmla="*/ 849228 h 1505806"/>
                <a:gd name="connsiteX867" fmla="*/ 29852 w 2017827"/>
                <a:gd name="connsiteY867" fmla="*/ 848690 h 1505806"/>
                <a:gd name="connsiteX868" fmla="*/ 32443 w 2017827"/>
                <a:gd name="connsiteY868" fmla="*/ 847378 h 1505806"/>
                <a:gd name="connsiteX869" fmla="*/ 32443 w 2017827"/>
                <a:gd name="connsiteY869" fmla="*/ 846941 h 1505806"/>
                <a:gd name="connsiteX870" fmla="*/ 34395 w 2017827"/>
                <a:gd name="connsiteY870" fmla="*/ 846167 h 1505806"/>
                <a:gd name="connsiteX871" fmla="*/ 35607 w 2017827"/>
                <a:gd name="connsiteY871" fmla="*/ 845292 h 1505806"/>
                <a:gd name="connsiteX872" fmla="*/ 37121 w 2017827"/>
                <a:gd name="connsiteY872" fmla="*/ 844216 h 1505806"/>
                <a:gd name="connsiteX873" fmla="*/ 39309 w 2017827"/>
                <a:gd name="connsiteY873" fmla="*/ 842803 h 1505806"/>
                <a:gd name="connsiteX874" fmla="*/ 41496 w 2017827"/>
                <a:gd name="connsiteY874" fmla="*/ 842366 h 1505806"/>
                <a:gd name="connsiteX875" fmla="*/ 44660 w 2017827"/>
                <a:gd name="connsiteY875" fmla="*/ 842029 h 1505806"/>
                <a:gd name="connsiteX876" fmla="*/ 47150 w 2017827"/>
                <a:gd name="connsiteY876" fmla="*/ 842029 h 1505806"/>
                <a:gd name="connsiteX877" fmla="*/ 50616 w 2017827"/>
                <a:gd name="connsiteY877" fmla="*/ 842029 h 1505806"/>
                <a:gd name="connsiteX878" fmla="*/ 53443 w 2017827"/>
                <a:gd name="connsiteY878" fmla="*/ 843711 h 1505806"/>
                <a:gd name="connsiteX879" fmla="*/ 54218 w 2017827"/>
                <a:gd name="connsiteY879" fmla="*/ 846705 h 1505806"/>
                <a:gd name="connsiteX880" fmla="*/ 59872 w 2017827"/>
                <a:gd name="connsiteY880" fmla="*/ 848993 h 1505806"/>
                <a:gd name="connsiteX881" fmla="*/ 62799 w 2017827"/>
                <a:gd name="connsiteY881" fmla="*/ 848993 h 1505806"/>
                <a:gd name="connsiteX882" fmla="*/ 64751 w 2017827"/>
                <a:gd name="connsiteY882" fmla="*/ 848993 h 1505806"/>
                <a:gd name="connsiteX883" fmla="*/ 66602 w 2017827"/>
                <a:gd name="connsiteY883" fmla="*/ 851549 h 1505806"/>
                <a:gd name="connsiteX884" fmla="*/ 68992 w 2017827"/>
                <a:gd name="connsiteY884" fmla="*/ 853870 h 1505806"/>
                <a:gd name="connsiteX885" fmla="*/ 72593 w 2017827"/>
                <a:gd name="connsiteY885" fmla="*/ 856158 h 1505806"/>
                <a:gd name="connsiteX886" fmla="*/ 76295 w 2017827"/>
                <a:gd name="connsiteY886" fmla="*/ 858109 h 1505806"/>
                <a:gd name="connsiteX887" fmla="*/ 81309 w 2017827"/>
                <a:gd name="connsiteY887" fmla="*/ 862011 h 1505806"/>
                <a:gd name="connsiteX888" fmla="*/ 84473 w 2017827"/>
                <a:gd name="connsiteY888" fmla="*/ 865712 h 1505806"/>
                <a:gd name="connsiteX889" fmla="*/ 86223 w 2017827"/>
                <a:gd name="connsiteY889" fmla="*/ 868638 h 1505806"/>
                <a:gd name="connsiteX890" fmla="*/ 86560 w 2017827"/>
                <a:gd name="connsiteY890" fmla="*/ 870690 h 1505806"/>
                <a:gd name="connsiteX891" fmla="*/ 86358 w 2017827"/>
                <a:gd name="connsiteY891" fmla="*/ 875904 h 1505806"/>
                <a:gd name="connsiteX892" fmla="*/ 86358 w 2017827"/>
                <a:gd name="connsiteY892" fmla="*/ 877956 h 1505806"/>
                <a:gd name="connsiteX893" fmla="*/ 86358 w 2017827"/>
                <a:gd name="connsiteY893" fmla="*/ 881085 h 1505806"/>
                <a:gd name="connsiteX894" fmla="*/ 86358 w 2017827"/>
                <a:gd name="connsiteY894" fmla="*/ 883910 h 1505806"/>
                <a:gd name="connsiteX895" fmla="*/ 86459 w 2017827"/>
                <a:gd name="connsiteY895" fmla="*/ 886938 h 1505806"/>
                <a:gd name="connsiteX896" fmla="*/ 85382 w 2017827"/>
                <a:gd name="connsiteY896" fmla="*/ 889125 h 1505806"/>
                <a:gd name="connsiteX897" fmla="*/ 83766 w 2017827"/>
                <a:gd name="connsiteY897" fmla="*/ 892152 h 1505806"/>
                <a:gd name="connsiteX898" fmla="*/ 82252 w 2017827"/>
                <a:gd name="connsiteY898" fmla="*/ 894204 h 1505806"/>
                <a:gd name="connsiteX899" fmla="*/ 81175 w 2017827"/>
                <a:gd name="connsiteY899" fmla="*/ 897232 h 1505806"/>
                <a:gd name="connsiteX900" fmla="*/ 80535 w 2017827"/>
                <a:gd name="connsiteY900" fmla="*/ 899519 h 1505806"/>
                <a:gd name="connsiteX901" fmla="*/ 80098 w 2017827"/>
                <a:gd name="connsiteY901" fmla="*/ 904296 h 1505806"/>
                <a:gd name="connsiteX902" fmla="*/ 79761 w 2017827"/>
                <a:gd name="connsiteY902" fmla="*/ 907122 h 1505806"/>
                <a:gd name="connsiteX903" fmla="*/ 79324 w 2017827"/>
                <a:gd name="connsiteY903" fmla="*/ 911125 h 1505806"/>
                <a:gd name="connsiteX904" fmla="*/ 78348 w 2017827"/>
                <a:gd name="connsiteY904" fmla="*/ 913951 h 1505806"/>
                <a:gd name="connsiteX905" fmla="*/ 77708 w 2017827"/>
                <a:gd name="connsiteY905" fmla="*/ 915801 h 1505806"/>
                <a:gd name="connsiteX906" fmla="*/ 77708 w 2017827"/>
                <a:gd name="connsiteY906" fmla="*/ 917853 h 1505806"/>
                <a:gd name="connsiteX907" fmla="*/ 77338 w 2017827"/>
                <a:gd name="connsiteY907" fmla="*/ 920578 h 1505806"/>
                <a:gd name="connsiteX908" fmla="*/ 76833 w 2017827"/>
                <a:gd name="connsiteY908" fmla="*/ 923504 h 1505806"/>
                <a:gd name="connsiteX909" fmla="*/ 76497 w 2017827"/>
                <a:gd name="connsiteY909" fmla="*/ 926330 h 1505806"/>
                <a:gd name="connsiteX910" fmla="*/ 75622 w 2017827"/>
                <a:gd name="connsiteY910" fmla="*/ 928517 h 1505806"/>
                <a:gd name="connsiteX911" fmla="*/ 75285 w 2017827"/>
                <a:gd name="connsiteY911" fmla="*/ 931342 h 1505806"/>
                <a:gd name="connsiteX912" fmla="*/ 75083 w 2017827"/>
                <a:gd name="connsiteY912" fmla="*/ 934505 h 1505806"/>
                <a:gd name="connsiteX913" fmla="*/ 75285 w 2017827"/>
                <a:gd name="connsiteY913" fmla="*/ 939382 h 1505806"/>
                <a:gd name="connsiteX914" fmla="*/ 75925 w 2017827"/>
                <a:gd name="connsiteY914" fmla="*/ 941872 h 1505806"/>
                <a:gd name="connsiteX915" fmla="*/ 75925 w 2017827"/>
                <a:gd name="connsiteY915" fmla="*/ 944596 h 1505806"/>
                <a:gd name="connsiteX916" fmla="*/ 80064 w 2017827"/>
                <a:gd name="connsiteY916" fmla="*/ 948297 h 1505806"/>
                <a:gd name="connsiteX917" fmla="*/ 82454 w 2017827"/>
                <a:gd name="connsiteY917" fmla="*/ 953074 h 1505806"/>
                <a:gd name="connsiteX918" fmla="*/ 82454 w 2017827"/>
                <a:gd name="connsiteY918" fmla="*/ 956236 h 1505806"/>
                <a:gd name="connsiteX919" fmla="*/ 82117 w 2017827"/>
                <a:gd name="connsiteY919" fmla="*/ 958086 h 1505806"/>
                <a:gd name="connsiteX920" fmla="*/ 80704 w 2017827"/>
                <a:gd name="connsiteY920" fmla="*/ 960138 h 1505806"/>
                <a:gd name="connsiteX921" fmla="*/ 78314 w 2017827"/>
                <a:gd name="connsiteY921" fmla="*/ 962089 h 1505806"/>
                <a:gd name="connsiteX922" fmla="*/ 77237 w 2017827"/>
                <a:gd name="connsiteY922" fmla="*/ 963065 h 1505806"/>
                <a:gd name="connsiteX923" fmla="*/ 75386 w 2017827"/>
                <a:gd name="connsiteY923" fmla="*/ 964578 h 1505806"/>
                <a:gd name="connsiteX924" fmla="*/ 73636 w 2017827"/>
                <a:gd name="connsiteY924" fmla="*/ 967202 h 1505806"/>
                <a:gd name="connsiteX925" fmla="*/ 72189 w 2017827"/>
                <a:gd name="connsiteY925" fmla="*/ 969389 h 1505806"/>
                <a:gd name="connsiteX926" fmla="*/ 70574 w 2017827"/>
                <a:gd name="connsiteY926" fmla="*/ 971239 h 1505806"/>
                <a:gd name="connsiteX927" fmla="*/ 69598 w 2017827"/>
                <a:gd name="connsiteY927" fmla="*/ 972450 h 1505806"/>
                <a:gd name="connsiteX928" fmla="*/ 69295 w 2017827"/>
                <a:gd name="connsiteY928" fmla="*/ 974939 h 1505806"/>
                <a:gd name="connsiteX929" fmla="*/ 69497 w 2017827"/>
                <a:gd name="connsiteY929" fmla="*/ 978404 h 1505806"/>
                <a:gd name="connsiteX930" fmla="*/ 70910 w 2017827"/>
                <a:gd name="connsiteY930" fmla="*/ 982407 h 1505806"/>
                <a:gd name="connsiteX931" fmla="*/ 72526 w 2017827"/>
                <a:gd name="connsiteY931" fmla="*/ 985132 h 1505806"/>
                <a:gd name="connsiteX932" fmla="*/ 72862 w 2017827"/>
                <a:gd name="connsiteY932" fmla="*/ 989270 h 1505806"/>
                <a:gd name="connsiteX933" fmla="*/ 74276 w 2017827"/>
                <a:gd name="connsiteY933" fmla="*/ 991658 h 1505806"/>
                <a:gd name="connsiteX934" fmla="*/ 74915 w 2017827"/>
                <a:gd name="connsiteY934" fmla="*/ 994585 h 1505806"/>
                <a:gd name="connsiteX935" fmla="*/ 75151 w 2017827"/>
                <a:gd name="connsiteY935" fmla="*/ 998184 h 1505806"/>
                <a:gd name="connsiteX936" fmla="*/ 75487 w 2017827"/>
                <a:gd name="connsiteY936" fmla="*/ 1003028 h 1505806"/>
                <a:gd name="connsiteX937" fmla="*/ 75050 w 2017827"/>
                <a:gd name="connsiteY937" fmla="*/ 1004912 h 1505806"/>
                <a:gd name="connsiteX938" fmla="*/ 72458 w 2017827"/>
                <a:gd name="connsiteY938" fmla="*/ 1007738 h 1505806"/>
                <a:gd name="connsiteX939" fmla="*/ 69732 w 2017827"/>
                <a:gd name="connsiteY939" fmla="*/ 1008814 h 1505806"/>
                <a:gd name="connsiteX940" fmla="*/ 67343 w 2017827"/>
                <a:gd name="connsiteY940" fmla="*/ 1010126 h 1505806"/>
                <a:gd name="connsiteX941" fmla="*/ 64617 w 2017827"/>
                <a:gd name="connsiteY941" fmla="*/ 1011102 h 1505806"/>
                <a:gd name="connsiteX942" fmla="*/ 61790 w 2017827"/>
                <a:gd name="connsiteY942" fmla="*/ 1011539 h 1505806"/>
                <a:gd name="connsiteX943" fmla="*/ 60477 w 2017827"/>
                <a:gd name="connsiteY943" fmla="*/ 1011977 h 1505806"/>
                <a:gd name="connsiteX944" fmla="*/ 57011 w 2017827"/>
                <a:gd name="connsiteY944" fmla="*/ 1012414 h 1505806"/>
                <a:gd name="connsiteX945" fmla="*/ 51996 w 2017827"/>
                <a:gd name="connsiteY945" fmla="*/ 1011977 h 1505806"/>
                <a:gd name="connsiteX946" fmla="*/ 48732 w 2017827"/>
                <a:gd name="connsiteY946" fmla="*/ 1011775 h 1505806"/>
                <a:gd name="connsiteX947" fmla="*/ 47217 w 2017827"/>
                <a:gd name="connsiteY947" fmla="*/ 1011438 h 1505806"/>
                <a:gd name="connsiteX948" fmla="*/ 43414 w 2017827"/>
                <a:gd name="connsiteY948" fmla="*/ 1010799 h 1505806"/>
                <a:gd name="connsiteX949" fmla="*/ 39712 w 2017827"/>
                <a:gd name="connsiteY949" fmla="*/ 1008512 h 1505806"/>
                <a:gd name="connsiteX950" fmla="*/ 37861 w 2017827"/>
                <a:gd name="connsiteY950" fmla="*/ 1006998 h 1505806"/>
                <a:gd name="connsiteX951" fmla="*/ 34698 w 2017827"/>
                <a:gd name="connsiteY951" fmla="*/ 1005148 h 1505806"/>
                <a:gd name="connsiteX952" fmla="*/ 31433 w 2017827"/>
                <a:gd name="connsiteY952" fmla="*/ 1003399 h 1505806"/>
                <a:gd name="connsiteX953" fmla="*/ 27630 w 2017827"/>
                <a:gd name="connsiteY953" fmla="*/ 1003399 h 1505806"/>
                <a:gd name="connsiteX954" fmla="*/ 23188 w 2017827"/>
                <a:gd name="connsiteY954" fmla="*/ 1004475 h 1505806"/>
                <a:gd name="connsiteX955" fmla="*/ 20899 w 2017827"/>
                <a:gd name="connsiteY955" fmla="*/ 1004475 h 1505806"/>
                <a:gd name="connsiteX956" fmla="*/ 19149 w 2017827"/>
                <a:gd name="connsiteY956" fmla="*/ 1005451 h 1505806"/>
                <a:gd name="connsiteX957" fmla="*/ 16962 w 2017827"/>
                <a:gd name="connsiteY957" fmla="*/ 1007402 h 1505806"/>
                <a:gd name="connsiteX958" fmla="*/ 13596 w 2017827"/>
                <a:gd name="connsiteY958" fmla="*/ 1009588 h 1505806"/>
                <a:gd name="connsiteX959" fmla="*/ 12520 w 2017827"/>
                <a:gd name="connsiteY959" fmla="*/ 1011640 h 1505806"/>
                <a:gd name="connsiteX960" fmla="*/ 12318 w 2017827"/>
                <a:gd name="connsiteY960" fmla="*/ 1015004 h 1505806"/>
                <a:gd name="connsiteX961" fmla="*/ 11745 w 2017827"/>
                <a:gd name="connsiteY961" fmla="*/ 1018805 h 1505806"/>
                <a:gd name="connsiteX962" fmla="*/ 11779 w 2017827"/>
                <a:gd name="connsiteY962" fmla="*/ 1023784 h 1505806"/>
                <a:gd name="connsiteX963" fmla="*/ 12755 w 2017827"/>
                <a:gd name="connsiteY963" fmla="*/ 1026173 h 1505806"/>
                <a:gd name="connsiteX964" fmla="*/ 17197 w 2017827"/>
                <a:gd name="connsiteY964" fmla="*/ 1027922 h 1505806"/>
                <a:gd name="connsiteX965" fmla="*/ 21101 w 2017827"/>
                <a:gd name="connsiteY965" fmla="*/ 1027922 h 1505806"/>
                <a:gd name="connsiteX966" fmla="*/ 25577 w 2017827"/>
                <a:gd name="connsiteY966" fmla="*/ 1026509 h 1505806"/>
                <a:gd name="connsiteX967" fmla="*/ 29380 w 2017827"/>
                <a:gd name="connsiteY967" fmla="*/ 1026173 h 1505806"/>
                <a:gd name="connsiteX968" fmla="*/ 33621 w 2017827"/>
                <a:gd name="connsiteY968" fmla="*/ 1029637 h 1505806"/>
                <a:gd name="connsiteX969" fmla="*/ 37525 w 2017827"/>
                <a:gd name="connsiteY969" fmla="*/ 1033338 h 1505806"/>
                <a:gd name="connsiteX970" fmla="*/ 40352 w 2017827"/>
                <a:gd name="connsiteY970" fmla="*/ 1042017 h 1505806"/>
                <a:gd name="connsiteX971" fmla="*/ 42842 w 2017827"/>
                <a:gd name="connsiteY971" fmla="*/ 1043632 h 1505806"/>
                <a:gd name="connsiteX972" fmla="*/ 49809 w 2017827"/>
                <a:gd name="connsiteY972" fmla="*/ 1044170 h 1505806"/>
                <a:gd name="connsiteX973" fmla="*/ 54689 w 2017827"/>
                <a:gd name="connsiteY973" fmla="*/ 1044170 h 1505806"/>
                <a:gd name="connsiteX974" fmla="*/ 58054 w 2017827"/>
                <a:gd name="connsiteY974" fmla="*/ 1044170 h 1505806"/>
                <a:gd name="connsiteX975" fmla="*/ 64886 w 2017827"/>
                <a:gd name="connsiteY975" fmla="*/ 1045784 h 1505806"/>
                <a:gd name="connsiteX976" fmla="*/ 68588 w 2017827"/>
                <a:gd name="connsiteY976" fmla="*/ 1047197 h 1505806"/>
                <a:gd name="connsiteX977" fmla="*/ 73704 w 2017827"/>
                <a:gd name="connsiteY977" fmla="*/ 1051335 h 1505806"/>
                <a:gd name="connsiteX978" fmla="*/ 73704 w 2017827"/>
                <a:gd name="connsiteY978" fmla="*/ 1053185 h 1505806"/>
                <a:gd name="connsiteX979" fmla="*/ 78482 w 2017827"/>
                <a:gd name="connsiteY979" fmla="*/ 1057525 h 1505806"/>
                <a:gd name="connsiteX980" fmla="*/ 81511 w 2017827"/>
                <a:gd name="connsiteY980" fmla="*/ 1060552 h 1505806"/>
                <a:gd name="connsiteX981" fmla="*/ 83564 w 2017827"/>
                <a:gd name="connsiteY981" fmla="*/ 1063277 h 1505806"/>
                <a:gd name="connsiteX982" fmla="*/ 85213 w 2017827"/>
                <a:gd name="connsiteY982" fmla="*/ 1065329 h 1505806"/>
                <a:gd name="connsiteX983" fmla="*/ 84776 w 2017827"/>
                <a:gd name="connsiteY983" fmla="*/ 1068693 h 1505806"/>
                <a:gd name="connsiteX984" fmla="*/ 83564 w 2017827"/>
                <a:gd name="connsiteY984" fmla="*/ 1074244 h 1505806"/>
                <a:gd name="connsiteX985" fmla="*/ 81949 w 2017827"/>
                <a:gd name="connsiteY985" fmla="*/ 1076195 h 1505806"/>
                <a:gd name="connsiteX986" fmla="*/ 79458 w 2017827"/>
                <a:gd name="connsiteY986" fmla="*/ 1077944 h 1505806"/>
                <a:gd name="connsiteX987" fmla="*/ 79458 w 2017827"/>
                <a:gd name="connsiteY987" fmla="*/ 1080972 h 1505806"/>
                <a:gd name="connsiteX988" fmla="*/ 81511 w 2017827"/>
                <a:gd name="connsiteY988" fmla="*/ 1083461 h 1505806"/>
                <a:gd name="connsiteX989" fmla="*/ 87805 w 2017827"/>
                <a:gd name="connsiteY989" fmla="*/ 1083461 h 1505806"/>
                <a:gd name="connsiteX990" fmla="*/ 94973 w 2017827"/>
                <a:gd name="connsiteY990" fmla="*/ 1085210 h 1505806"/>
                <a:gd name="connsiteX991" fmla="*/ 99012 w 2017827"/>
                <a:gd name="connsiteY991" fmla="*/ 1087397 h 1505806"/>
                <a:gd name="connsiteX992" fmla="*/ 103050 w 2017827"/>
                <a:gd name="connsiteY992" fmla="*/ 1090424 h 1505806"/>
                <a:gd name="connsiteX993" fmla="*/ 106517 w 2017827"/>
                <a:gd name="connsiteY993" fmla="*/ 1094326 h 1505806"/>
                <a:gd name="connsiteX994" fmla="*/ 109445 w 2017827"/>
                <a:gd name="connsiteY994" fmla="*/ 1097791 h 1505806"/>
                <a:gd name="connsiteX995" fmla="*/ 110320 w 2017827"/>
                <a:gd name="connsiteY995" fmla="*/ 1102030 h 1505806"/>
                <a:gd name="connsiteX996" fmla="*/ 112171 w 2017827"/>
                <a:gd name="connsiteY996" fmla="*/ 1106706 h 1505806"/>
                <a:gd name="connsiteX997" fmla="*/ 114224 w 2017827"/>
                <a:gd name="connsiteY997" fmla="*/ 1111920 h 1505806"/>
                <a:gd name="connsiteX998" fmla="*/ 116849 w 2017827"/>
                <a:gd name="connsiteY998" fmla="*/ 1120734 h 1505806"/>
                <a:gd name="connsiteX999" fmla="*/ 117825 w 2017827"/>
                <a:gd name="connsiteY999" fmla="*/ 1127798 h 1505806"/>
                <a:gd name="connsiteX1000" fmla="*/ 117623 w 2017827"/>
                <a:gd name="connsiteY1000" fmla="*/ 1132137 h 1505806"/>
                <a:gd name="connsiteX1001" fmla="*/ 116411 w 2017827"/>
                <a:gd name="connsiteY1001" fmla="*/ 1137150 h 1505806"/>
                <a:gd name="connsiteX1002" fmla="*/ 115099 w 2017827"/>
                <a:gd name="connsiteY1002" fmla="*/ 1141287 h 1505806"/>
                <a:gd name="connsiteX1003" fmla="*/ 112272 w 2017827"/>
                <a:gd name="connsiteY1003" fmla="*/ 1145862 h 1505806"/>
                <a:gd name="connsiteX1004" fmla="*/ 111935 w 2017827"/>
                <a:gd name="connsiteY1004" fmla="*/ 1149025 h 1505806"/>
                <a:gd name="connsiteX1005" fmla="*/ 111296 w 2017827"/>
                <a:gd name="connsiteY1005" fmla="*/ 1154340 h 1505806"/>
                <a:gd name="connsiteX1006" fmla="*/ 109781 w 2017827"/>
                <a:gd name="connsiteY1006" fmla="*/ 1159217 h 1505806"/>
                <a:gd name="connsiteX1007" fmla="*/ 105877 w 2017827"/>
                <a:gd name="connsiteY1007" fmla="*/ 1162682 h 1505806"/>
                <a:gd name="connsiteX1008" fmla="*/ 99786 w 2017827"/>
                <a:gd name="connsiteY1008" fmla="*/ 1169511 h 1505806"/>
                <a:gd name="connsiteX1009" fmla="*/ 99786 w 2017827"/>
                <a:gd name="connsiteY1009" fmla="*/ 1171260 h 1505806"/>
                <a:gd name="connsiteX1010" fmla="*/ 99786 w 2017827"/>
                <a:gd name="connsiteY1010" fmla="*/ 1175163 h 1505806"/>
                <a:gd name="connsiteX1011" fmla="*/ 101469 w 2017827"/>
                <a:gd name="connsiteY1011" fmla="*/ 1177786 h 1505806"/>
                <a:gd name="connsiteX1012" fmla="*/ 105339 w 2017827"/>
                <a:gd name="connsiteY1012" fmla="*/ 1179973 h 1505806"/>
                <a:gd name="connsiteX1013" fmla="*/ 110454 w 2017827"/>
                <a:gd name="connsiteY1013" fmla="*/ 1183438 h 1505806"/>
                <a:gd name="connsiteX1014" fmla="*/ 113382 w 2017827"/>
                <a:gd name="connsiteY1014" fmla="*/ 1187340 h 1505806"/>
                <a:gd name="connsiteX1015" fmla="*/ 113180 w 2017827"/>
                <a:gd name="connsiteY1015" fmla="*/ 1191242 h 1505806"/>
                <a:gd name="connsiteX1016" fmla="*/ 112305 w 2017827"/>
                <a:gd name="connsiteY1016" fmla="*/ 1195918 h 1505806"/>
                <a:gd name="connsiteX1017" fmla="*/ 112945 w 2017827"/>
                <a:gd name="connsiteY1017" fmla="*/ 1199820 h 1505806"/>
                <a:gd name="connsiteX1018" fmla="*/ 113921 w 2017827"/>
                <a:gd name="connsiteY1018" fmla="*/ 1202108 h 1505806"/>
                <a:gd name="connsiteX1019" fmla="*/ 114560 w 2017827"/>
                <a:gd name="connsiteY1019" fmla="*/ 1205135 h 1505806"/>
                <a:gd name="connsiteX1020" fmla="*/ 119238 w 2017827"/>
                <a:gd name="connsiteY1020" fmla="*/ 1205135 h 1505806"/>
                <a:gd name="connsiteX1021" fmla="*/ 124354 w 2017827"/>
                <a:gd name="connsiteY1021" fmla="*/ 1205405 h 1505806"/>
                <a:gd name="connsiteX1022" fmla="*/ 128258 w 2017827"/>
                <a:gd name="connsiteY1022" fmla="*/ 1205775 h 1505806"/>
                <a:gd name="connsiteX1023" fmla="*/ 131421 w 2017827"/>
                <a:gd name="connsiteY1023" fmla="*/ 1207288 h 1505806"/>
                <a:gd name="connsiteX1024" fmla="*/ 134787 w 2017827"/>
                <a:gd name="connsiteY1024" fmla="*/ 1208701 h 1505806"/>
                <a:gd name="connsiteX1025" fmla="*/ 136301 w 2017827"/>
                <a:gd name="connsiteY1025" fmla="*/ 1207625 h 1505806"/>
                <a:gd name="connsiteX1026" fmla="*/ 140642 w 2017827"/>
                <a:gd name="connsiteY1026" fmla="*/ 1205135 h 1505806"/>
                <a:gd name="connsiteX1027" fmla="*/ 145859 w 2017827"/>
                <a:gd name="connsiteY1027" fmla="*/ 1205135 h 1505806"/>
                <a:gd name="connsiteX1028" fmla="*/ 149325 w 2017827"/>
                <a:gd name="connsiteY1028" fmla="*/ 1205135 h 1505806"/>
                <a:gd name="connsiteX1029" fmla="*/ 151917 w 2017827"/>
                <a:gd name="connsiteY1029" fmla="*/ 1207154 h 1505806"/>
                <a:gd name="connsiteX1030" fmla="*/ 152354 w 2017827"/>
                <a:gd name="connsiteY1030" fmla="*/ 1210450 h 1505806"/>
                <a:gd name="connsiteX1031" fmla="*/ 151917 w 2017827"/>
                <a:gd name="connsiteY1031" fmla="*/ 1214050 h 1505806"/>
                <a:gd name="connsiteX1032" fmla="*/ 151479 w 2017827"/>
                <a:gd name="connsiteY1032" fmla="*/ 1218625 h 1505806"/>
                <a:gd name="connsiteX1033" fmla="*/ 150941 w 2017827"/>
                <a:gd name="connsiteY1033" fmla="*/ 1224276 h 1505806"/>
                <a:gd name="connsiteX1034" fmla="*/ 151479 w 2017827"/>
                <a:gd name="connsiteY1034" fmla="*/ 1228717 h 1505806"/>
                <a:gd name="connsiteX1035" fmla="*/ 154946 w 2017827"/>
                <a:gd name="connsiteY1035" fmla="*/ 1233494 h 1505806"/>
                <a:gd name="connsiteX1036" fmla="*/ 162653 w 2017827"/>
                <a:gd name="connsiteY1036" fmla="*/ 1240020 h 1505806"/>
                <a:gd name="connsiteX1037" fmla="*/ 169821 w 2017827"/>
                <a:gd name="connsiteY1037" fmla="*/ 1246647 h 1505806"/>
                <a:gd name="connsiteX1038" fmla="*/ 177864 w 2017827"/>
                <a:gd name="connsiteY1038" fmla="*/ 1251659 h 1505806"/>
                <a:gd name="connsiteX1039" fmla="*/ 190485 w 2017827"/>
                <a:gd name="connsiteY1039" fmla="*/ 1259060 h 1505806"/>
                <a:gd name="connsiteX1040" fmla="*/ 198528 w 2017827"/>
                <a:gd name="connsiteY1040" fmla="*/ 1266561 h 1505806"/>
                <a:gd name="connsiteX1041" fmla="*/ 208322 w 2017827"/>
                <a:gd name="connsiteY1041" fmla="*/ 1271675 h 1505806"/>
                <a:gd name="connsiteX1042" fmla="*/ 215288 w 2017827"/>
                <a:gd name="connsiteY1042" fmla="*/ 1275039 h 1505806"/>
                <a:gd name="connsiteX1043" fmla="*/ 221716 w 2017827"/>
                <a:gd name="connsiteY1043" fmla="*/ 1278739 h 1505806"/>
                <a:gd name="connsiteX1044" fmla="*/ 226832 w 2017827"/>
                <a:gd name="connsiteY1044" fmla="*/ 1282002 h 1505806"/>
                <a:gd name="connsiteX1045" fmla="*/ 230635 w 2017827"/>
                <a:gd name="connsiteY1045" fmla="*/ 1283280 h 1505806"/>
                <a:gd name="connsiteX1046" fmla="*/ 235649 w 2017827"/>
                <a:gd name="connsiteY1046" fmla="*/ 1283314 h 1505806"/>
                <a:gd name="connsiteX1047" fmla="*/ 239553 w 2017827"/>
                <a:gd name="connsiteY1047" fmla="*/ 1283314 h 1505806"/>
                <a:gd name="connsiteX1048" fmla="*/ 243895 w 2017827"/>
                <a:gd name="connsiteY1048" fmla="*/ 1283314 h 1505806"/>
                <a:gd name="connsiteX1049" fmla="*/ 246823 w 2017827"/>
                <a:gd name="connsiteY1049" fmla="*/ 1284727 h 1505806"/>
                <a:gd name="connsiteX1050" fmla="*/ 249010 w 2017827"/>
                <a:gd name="connsiteY1050" fmla="*/ 1287452 h 1505806"/>
                <a:gd name="connsiteX1051" fmla="*/ 249650 w 2017827"/>
                <a:gd name="connsiteY1051" fmla="*/ 1288629 h 1505806"/>
                <a:gd name="connsiteX1052" fmla="*/ 253688 w 2017827"/>
                <a:gd name="connsiteY1052" fmla="*/ 1288629 h 1505806"/>
                <a:gd name="connsiteX1053" fmla="*/ 257390 w 2017827"/>
                <a:gd name="connsiteY1053" fmla="*/ 1288629 h 1505806"/>
                <a:gd name="connsiteX1054" fmla="*/ 261530 w 2017827"/>
                <a:gd name="connsiteY1054" fmla="*/ 1290277 h 1505806"/>
                <a:gd name="connsiteX1055" fmla="*/ 269371 w 2017827"/>
                <a:gd name="connsiteY1055" fmla="*/ 1295592 h 1505806"/>
                <a:gd name="connsiteX1056" fmla="*/ 270516 w 2017827"/>
                <a:gd name="connsiteY1056" fmla="*/ 1295592 h 1505806"/>
                <a:gd name="connsiteX1057" fmla="*/ 268496 w 2017827"/>
                <a:gd name="connsiteY1057" fmla="*/ 1299797 h 1505806"/>
                <a:gd name="connsiteX1058" fmla="*/ 266746 w 2017827"/>
                <a:gd name="connsiteY1058" fmla="*/ 1301378 h 1505806"/>
                <a:gd name="connsiteX1059" fmla="*/ 262674 w 2017827"/>
                <a:gd name="connsiteY1059" fmla="*/ 1305449 h 1505806"/>
                <a:gd name="connsiteX1060" fmla="*/ 259477 w 2017827"/>
                <a:gd name="connsiteY1060" fmla="*/ 1305449 h 1505806"/>
                <a:gd name="connsiteX1061" fmla="*/ 257155 w 2017827"/>
                <a:gd name="connsiteY1061" fmla="*/ 1309486 h 1505806"/>
                <a:gd name="connsiteX1062" fmla="*/ 254530 w 2017827"/>
                <a:gd name="connsiteY1062" fmla="*/ 1312109 h 1505806"/>
                <a:gd name="connsiteX1063" fmla="*/ 254530 w 2017827"/>
                <a:gd name="connsiteY1063" fmla="*/ 1315574 h 1505806"/>
                <a:gd name="connsiteX1064" fmla="*/ 254530 w 2017827"/>
                <a:gd name="connsiteY1064" fmla="*/ 1320789 h 1505806"/>
                <a:gd name="connsiteX1065" fmla="*/ 254530 w 2017827"/>
                <a:gd name="connsiteY1065" fmla="*/ 1323984 h 1505806"/>
                <a:gd name="connsiteX1066" fmla="*/ 257458 w 2017827"/>
                <a:gd name="connsiteY1066" fmla="*/ 1328896 h 1505806"/>
                <a:gd name="connsiteX1067" fmla="*/ 259174 w 2017827"/>
                <a:gd name="connsiteY1067" fmla="*/ 1330645 h 1505806"/>
                <a:gd name="connsiteX1068" fmla="*/ 261799 w 2017827"/>
                <a:gd name="connsiteY1068" fmla="*/ 1336431 h 1505806"/>
                <a:gd name="connsiteX1069" fmla="*/ 261496 w 2017827"/>
                <a:gd name="connsiteY1069" fmla="*/ 1340501 h 1505806"/>
                <a:gd name="connsiteX1070" fmla="*/ 261799 w 2017827"/>
                <a:gd name="connsiteY1070" fmla="*/ 1343394 h 1505806"/>
                <a:gd name="connsiteX1071" fmla="*/ 262943 w 2017827"/>
                <a:gd name="connsiteY1071" fmla="*/ 1348911 h 1505806"/>
                <a:gd name="connsiteX1072" fmla="*/ 262371 w 2017827"/>
                <a:gd name="connsiteY1072" fmla="*/ 1352982 h 1505806"/>
                <a:gd name="connsiteX1073" fmla="*/ 262068 w 2017827"/>
                <a:gd name="connsiteY1073" fmla="*/ 1355471 h 1505806"/>
                <a:gd name="connsiteX1074" fmla="*/ 260049 w 2017827"/>
                <a:gd name="connsiteY1074" fmla="*/ 1357893 h 1505806"/>
                <a:gd name="connsiteX1075" fmla="*/ 257458 w 2017827"/>
                <a:gd name="connsiteY1075" fmla="*/ 1361358 h 1505806"/>
                <a:gd name="connsiteX1076" fmla="*/ 257458 w 2017827"/>
                <a:gd name="connsiteY1076" fmla="*/ 1363982 h 1505806"/>
                <a:gd name="connsiteX1077" fmla="*/ 260655 w 2017827"/>
                <a:gd name="connsiteY1077" fmla="*/ 1369499 h 1505806"/>
                <a:gd name="connsiteX1078" fmla="*/ 261799 w 2017827"/>
                <a:gd name="connsiteY1078" fmla="*/ 1372123 h 1505806"/>
                <a:gd name="connsiteX1079" fmla="*/ 265265 w 2017827"/>
                <a:gd name="connsiteY1079" fmla="*/ 1378480 h 1505806"/>
                <a:gd name="connsiteX1080" fmla="*/ 267285 w 2017827"/>
                <a:gd name="connsiteY1080" fmla="*/ 1382248 h 1505806"/>
                <a:gd name="connsiteX1081" fmla="*/ 273376 w 2017827"/>
                <a:gd name="connsiteY1081" fmla="*/ 1388606 h 1505806"/>
                <a:gd name="connsiteX1082" fmla="*/ 278896 w 2017827"/>
                <a:gd name="connsiteY1082" fmla="*/ 1391230 h 1505806"/>
                <a:gd name="connsiteX1083" fmla="*/ 284684 w 2017827"/>
                <a:gd name="connsiteY1083" fmla="*/ 1394426 h 1505806"/>
                <a:gd name="connsiteX1084" fmla="*/ 293670 w 2017827"/>
                <a:gd name="connsiteY1084" fmla="*/ 1402533 h 1505806"/>
                <a:gd name="connsiteX1085" fmla="*/ 301209 w 2017827"/>
                <a:gd name="connsiteY1085" fmla="*/ 1408050 h 1505806"/>
                <a:gd name="connsiteX1086" fmla="*/ 304675 w 2017827"/>
                <a:gd name="connsiteY1086" fmla="*/ 1411515 h 1505806"/>
                <a:gd name="connsiteX1087" fmla="*/ 308141 w 2017827"/>
                <a:gd name="connsiteY1087" fmla="*/ 1416426 h 1505806"/>
                <a:gd name="connsiteX1088" fmla="*/ 313930 w 2017827"/>
                <a:gd name="connsiteY1088" fmla="*/ 1421943 h 1505806"/>
                <a:gd name="connsiteX1089" fmla="*/ 317127 w 2017827"/>
                <a:gd name="connsiteY1089" fmla="*/ 1425139 h 1505806"/>
                <a:gd name="connsiteX1090" fmla="*/ 317127 w 2017827"/>
                <a:gd name="connsiteY1090" fmla="*/ 1428604 h 1505806"/>
                <a:gd name="connsiteX1091" fmla="*/ 317800 w 2017827"/>
                <a:gd name="connsiteY1091" fmla="*/ 1429310 h 1505806"/>
                <a:gd name="connsiteX1092" fmla="*/ 317868 w 2017827"/>
                <a:gd name="connsiteY1092" fmla="*/ 1428705 h 1505806"/>
                <a:gd name="connsiteX1093" fmla="*/ 322882 w 2017827"/>
                <a:gd name="connsiteY1093" fmla="*/ 1428805 h 1505806"/>
                <a:gd name="connsiteX1094" fmla="*/ 327998 w 2017827"/>
                <a:gd name="connsiteY1094" fmla="*/ 1427729 h 1505806"/>
                <a:gd name="connsiteX1095" fmla="*/ 334964 w 2017827"/>
                <a:gd name="connsiteY1095" fmla="*/ 1427527 h 1505806"/>
                <a:gd name="connsiteX1096" fmla="*/ 339003 w 2017827"/>
                <a:gd name="connsiteY1096" fmla="*/ 1427426 h 1505806"/>
                <a:gd name="connsiteX1097" fmla="*/ 344219 w 2017827"/>
                <a:gd name="connsiteY1097" fmla="*/ 1427763 h 1505806"/>
                <a:gd name="connsiteX1098" fmla="*/ 347585 w 2017827"/>
                <a:gd name="connsiteY1098" fmla="*/ 1426249 h 1505806"/>
                <a:gd name="connsiteX1099" fmla="*/ 350412 w 2017827"/>
                <a:gd name="connsiteY1099" fmla="*/ 1424197 h 1505806"/>
                <a:gd name="connsiteX1100" fmla="*/ 355291 w 2017827"/>
                <a:gd name="connsiteY1100" fmla="*/ 1421472 h 1505806"/>
                <a:gd name="connsiteX1101" fmla="*/ 359734 w 2017827"/>
                <a:gd name="connsiteY1101" fmla="*/ 1417334 h 1505806"/>
                <a:gd name="connsiteX1102" fmla="*/ 362998 w 2017827"/>
                <a:gd name="connsiteY1102" fmla="*/ 1417334 h 1505806"/>
                <a:gd name="connsiteX1103" fmla="*/ 367676 w 2017827"/>
                <a:gd name="connsiteY1103" fmla="*/ 1416460 h 1505806"/>
                <a:gd name="connsiteX1104" fmla="*/ 371277 w 2017827"/>
                <a:gd name="connsiteY1104" fmla="*/ 1417334 h 1505806"/>
                <a:gd name="connsiteX1105" fmla="*/ 375518 w 2017827"/>
                <a:gd name="connsiteY1105" fmla="*/ 1417435 h 1505806"/>
                <a:gd name="connsiteX1106" fmla="*/ 388239 w 2017827"/>
                <a:gd name="connsiteY1106" fmla="*/ 1416729 h 1505806"/>
                <a:gd name="connsiteX1107" fmla="*/ 394331 w 2017827"/>
                <a:gd name="connsiteY1107" fmla="*/ 1416729 h 1505806"/>
                <a:gd name="connsiteX1108" fmla="*/ 397797 w 2017827"/>
                <a:gd name="connsiteY1108" fmla="*/ 1411885 h 1505806"/>
                <a:gd name="connsiteX1109" fmla="*/ 400961 w 2017827"/>
                <a:gd name="connsiteY1109" fmla="*/ 1408723 h 1505806"/>
                <a:gd name="connsiteX1110" fmla="*/ 404966 w 2017827"/>
                <a:gd name="connsiteY1110" fmla="*/ 1405123 h 1505806"/>
                <a:gd name="connsiteX1111" fmla="*/ 409745 w 2017827"/>
                <a:gd name="connsiteY1111" fmla="*/ 1405123 h 1505806"/>
                <a:gd name="connsiteX1112" fmla="*/ 413110 w 2017827"/>
                <a:gd name="connsiteY1112" fmla="*/ 1404417 h 1505806"/>
                <a:gd name="connsiteX1113" fmla="*/ 421052 w 2017827"/>
                <a:gd name="connsiteY1113" fmla="*/ 1404047 h 1505806"/>
                <a:gd name="connsiteX1114" fmla="*/ 425394 w 2017827"/>
                <a:gd name="connsiteY1114" fmla="*/ 1400683 h 1505806"/>
                <a:gd name="connsiteX1115" fmla="*/ 427245 w 2017827"/>
                <a:gd name="connsiteY1115" fmla="*/ 1398059 h 1505806"/>
                <a:gd name="connsiteX1116" fmla="*/ 431485 w 2017827"/>
                <a:gd name="connsiteY1116" fmla="*/ 1393719 h 1505806"/>
                <a:gd name="connsiteX1117" fmla="*/ 434312 w 2017827"/>
                <a:gd name="connsiteY1117" fmla="*/ 1392407 h 1505806"/>
                <a:gd name="connsiteX1118" fmla="*/ 439192 w 2017827"/>
                <a:gd name="connsiteY1118" fmla="*/ 1389783 h 1505806"/>
                <a:gd name="connsiteX1119" fmla="*/ 440505 w 2017827"/>
                <a:gd name="connsiteY1119" fmla="*/ 1386083 h 1505806"/>
                <a:gd name="connsiteX1120" fmla="*/ 442356 w 2017827"/>
                <a:gd name="connsiteY1120" fmla="*/ 1384670 h 1505806"/>
                <a:gd name="connsiteX1121" fmla="*/ 444981 w 2017827"/>
                <a:gd name="connsiteY1121" fmla="*/ 1383594 h 1505806"/>
                <a:gd name="connsiteX1122" fmla="*/ 448885 w 2017827"/>
                <a:gd name="connsiteY1122" fmla="*/ 1381643 h 1505806"/>
                <a:gd name="connsiteX1123" fmla="*/ 450938 w 2017827"/>
                <a:gd name="connsiteY1123" fmla="*/ 1380432 h 1505806"/>
                <a:gd name="connsiteX1124" fmla="*/ 454539 w 2017827"/>
                <a:gd name="connsiteY1124" fmla="*/ 1377606 h 1505806"/>
                <a:gd name="connsiteX1125" fmla="*/ 455313 w 2017827"/>
                <a:gd name="connsiteY1125" fmla="*/ 1376395 h 1505806"/>
                <a:gd name="connsiteX1126" fmla="*/ 455649 w 2017827"/>
                <a:gd name="connsiteY1126" fmla="*/ 1374208 h 1505806"/>
                <a:gd name="connsiteX1127" fmla="*/ 454539 w 2017827"/>
                <a:gd name="connsiteY1127" fmla="*/ 1371181 h 1505806"/>
                <a:gd name="connsiteX1128" fmla="*/ 454539 w 2017827"/>
                <a:gd name="connsiteY1128" fmla="*/ 1367379 h 1505806"/>
                <a:gd name="connsiteX1129" fmla="*/ 454976 w 2017827"/>
                <a:gd name="connsiteY1129" fmla="*/ 1364991 h 1505806"/>
                <a:gd name="connsiteX1130" fmla="*/ 457029 w 2017827"/>
                <a:gd name="connsiteY1130" fmla="*/ 1361963 h 1505806"/>
                <a:gd name="connsiteX1131" fmla="*/ 459520 w 2017827"/>
                <a:gd name="connsiteY1131" fmla="*/ 1360450 h 1505806"/>
                <a:gd name="connsiteX1132" fmla="*/ 463121 w 2017827"/>
                <a:gd name="connsiteY1132" fmla="*/ 1359676 h 1505806"/>
                <a:gd name="connsiteX1133" fmla="*/ 466486 w 2017827"/>
                <a:gd name="connsiteY1133" fmla="*/ 1358599 h 1505806"/>
                <a:gd name="connsiteX1134" fmla="*/ 470525 w 2017827"/>
                <a:gd name="connsiteY1134" fmla="*/ 1357086 h 1505806"/>
                <a:gd name="connsiteX1135" fmla="*/ 473554 w 2017827"/>
                <a:gd name="connsiteY1135" fmla="*/ 1356547 h 1505806"/>
                <a:gd name="connsiteX1136" fmla="*/ 476717 w 2017827"/>
                <a:gd name="connsiteY1136" fmla="*/ 1355673 h 1505806"/>
                <a:gd name="connsiteX1137" fmla="*/ 479746 w 2017827"/>
                <a:gd name="connsiteY1137" fmla="*/ 1356446 h 1505806"/>
                <a:gd name="connsiteX1138" fmla="*/ 482136 w 2017827"/>
                <a:gd name="connsiteY1138" fmla="*/ 1356446 h 1505806"/>
                <a:gd name="connsiteX1139" fmla="*/ 484963 w 2017827"/>
                <a:gd name="connsiteY1139" fmla="*/ 1357052 h 1505806"/>
                <a:gd name="connsiteX1140" fmla="*/ 485737 w 2017827"/>
                <a:gd name="connsiteY1140" fmla="*/ 1358734 h 1505806"/>
                <a:gd name="connsiteX1141" fmla="*/ 486275 w 2017827"/>
                <a:gd name="connsiteY1141" fmla="*/ 1360786 h 1505806"/>
                <a:gd name="connsiteX1142" fmla="*/ 489001 w 2017827"/>
                <a:gd name="connsiteY1142" fmla="*/ 1363612 h 1505806"/>
                <a:gd name="connsiteX1143" fmla="*/ 492602 w 2017827"/>
                <a:gd name="connsiteY1143" fmla="*/ 1365899 h 1505806"/>
                <a:gd name="connsiteX1144" fmla="*/ 496843 w 2017827"/>
                <a:gd name="connsiteY1144" fmla="*/ 1369162 h 1505806"/>
                <a:gd name="connsiteX1145" fmla="*/ 501184 w 2017827"/>
                <a:gd name="connsiteY1145" fmla="*/ 1372762 h 1505806"/>
                <a:gd name="connsiteX1146" fmla="*/ 506300 w 2017827"/>
                <a:gd name="connsiteY1146" fmla="*/ 1376126 h 1505806"/>
                <a:gd name="connsiteX1147" fmla="*/ 509328 w 2017827"/>
                <a:gd name="connsiteY1147" fmla="*/ 1379052 h 1505806"/>
                <a:gd name="connsiteX1148" fmla="*/ 516295 w 2017827"/>
                <a:gd name="connsiteY1148" fmla="*/ 1384267 h 1505806"/>
                <a:gd name="connsiteX1149" fmla="*/ 518482 w 2017827"/>
                <a:gd name="connsiteY1149" fmla="*/ 1384267 h 1505806"/>
                <a:gd name="connsiteX1150" fmla="*/ 521747 w 2017827"/>
                <a:gd name="connsiteY1150" fmla="*/ 1383728 h 1505806"/>
                <a:gd name="connsiteX1151" fmla="*/ 522959 w 2017827"/>
                <a:gd name="connsiteY1151" fmla="*/ 1383089 h 1505806"/>
                <a:gd name="connsiteX1152" fmla="*/ 525887 w 2017827"/>
                <a:gd name="connsiteY1152" fmla="*/ 1382114 h 1505806"/>
                <a:gd name="connsiteX1153" fmla="*/ 526526 w 2017827"/>
                <a:gd name="connsiteY1153" fmla="*/ 1381340 h 1505806"/>
                <a:gd name="connsiteX1154" fmla="*/ 525853 w 2017827"/>
                <a:gd name="connsiteY1154" fmla="*/ 1378178 h 1505806"/>
                <a:gd name="connsiteX1155" fmla="*/ 525853 w 2017827"/>
                <a:gd name="connsiteY1155" fmla="*/ 1376866 h 1505806"/>
                <a:gd name="connsiteX1156" fmla="*/ 526728 w 2017827"/>
                <a:gd name="connsiteY1156" fmla="*/ 1375016 h 1505806"/>
                <a:gd name="connsiteX1157" fmla="*/ 529353 w 2017827"/>
                <a:gd name="connsiteY1157" fmla="*/ 1374780 h 1505806"/>
                <a:gd name="connsiteX1158" fmla="*/ 532516 w 2017827"/>
                <a:gd name="connsiteY1158" fmla="*/ 1377269 h 1505806"/>
                <a:gd name="connsiteX1159" fmla="*/ 535680 w 2017827"/>
                <a:gd name="connsiteY1159" fmla="*/ 1379994 h 1505806"/>
                <a:gd name="connsiteX1160" fmla="*/ 536319 w 2017827"/>
                <a:gd name="connsiteY1160" fmla="*/ 1381306 h 1505806"/>
                <a:gd name="connsiteX1161" fmla="*/ 542949 w 2017827"/>
                <a:gd name="connsiteY1161" fmla="*/ 1384468 h 1505806"/>
                <a:gd name="connsiteX1162" fmla="*/ 547964 w 2017827"/>
                <a:gd name="connsiteY1162" fmla="*/ 1385982 h 1505806"/>
                <a:gd name="connsiteX1163" fmla="*/ 551127 w 2017827"/>
                <a:gd name="connsiteY1163" fmla="*/ 1386318 h 1505806"/>
                <a:gd name="connsiteX1164" fmla="*/ 557757 w 2017827"/>
                <a:gd name="connsiteY1164" fmla="*/ 1388370 h 1505806"/>
                <a:gd name="connsiteX1165" fmla="*/ 561661 w 2017827"/>
                <a:gd name="connsiteY1165" fmla="*/ 1390658 h 1505806"/>
                <a:gd name="connsiteX1166" fmla="*/ 564387 w 2017827"/>
                <a:gd name="connsiteY1166" fmla="*/ 1394358 h 1505806"/>
                <a:gd name="connsiteX1167" fmla="*/ 565902 w 2017827"/>
                <a:gd name="connsiteY1167" fmla="*/ 1397285 h 1505806"/>
                <a:gd name="connsiteX1168" fmla="*/ 565902 w 2017827"/>
                <a:gd name="connsiteY1168" fmla="*/ 1401322 h 1505806"/>
                <a:gd name="connsiteX1169" fmla="*/ 571320 w 2017827"/>
                <a:gd name="connsiteY1169" fmla="*/ 1404147 h 1505806"/>
                <a:gd name="connsiteX1170" fmla="*/ 579027 w 2017827"/>
                <a:gd name="connsiteY1170" fmla="*/ 1404686 h 1505806"/>
                <a:gd name="connsiteX1171" fmla="*/ 583167 w 2017827"/>
                <a:gd name="connsiteY1171" fmla="*/ 1406872 h 1505806"/>
                <a:gd name="connsiteX1172" fmla="*/ 587609 w 2017827"/>
                <a:gd name="connsiteY1172" fmla="*/ 1406771 h 1505806"/>
                <a:gd name="connsiteX1173" fmla="*/ 591614 w 2017827"/>
                <a:gd name="connsiteY1173" fmla="*/ 1406670 h 1505806"/>
                <a:gd name="connsiteX1174" fmla="*/ 595854 w 2017827"/>
                <a:gd name="connsiteY1174" fmla="*/ 1406435 h 1505806"/>
                <a:gd name="connsiteX1175" fmla="*/ 599859 w 2017827"/>
                <a:gd name="connsiteY1175" fmla="*/ 1405998 h 1505806"/>
                <a:gd name="connsiteX1176" fmla="*/ 605951 w 2017827"/>
                <a:gd name="connsiteY1176" fmla="*/ 1405796 h 1505806"/>
                <a:gd name="connsiteX1177" fmla="*/ 610528 w 2017827"/>
                <a:gd name="connsiteY1177" fmla="*/ 1404484 h 1505806"/>
                <a:gd name="connsiteX1178" fmla="*/ 613018 w 2017827"/>
                <a:gd name="connsiteY1178" fmla="*/ 1403172 h 1505806"/>
                <a:gd name="connsiteX1179" fmla="*/ 614331 w 2017827"/>
                <a:gd name="connsiteY1179" fmla="*/ 1400884 h 1505806"/>
                <a:gd name="connsiteX1180" fmla="*/ 616821 w 2017827"/>
                <a:gd name="connsiteY1180" fmla="*/ 1397521 h 1505806"/>
                <a:gd name="connsiteX1181" fmla="*/ 618874 w 2017827"/>
                <a:gd name="connsiteY1181" fmla="*/ 1395233 h 1505806"/>
                <a:gd name="connsiteX1182" fmla="*/ 623451 w 2017827"/>
                <a:gd name="connsiteY1182" fmla="*/ 1393383 h 1505806"/>
                <a:gd name="connsiteX1183" fmla="*/ 625201 w 2017827"/>
                <a:gd name="connsiteY1183" fmla="*/ 1391533 h 1505806"/>
                <a:gd name="connsiteX1184" fmla="*/ 628028 w 2017827"/>
                <a:gd name="connsiteY1184" fmla="*/ 1391095 h 1505806"/>
                <a:gd name="connsiteX1185" fmla="*/ 632471 w 2017827"/>
                <a:gd name="connsiteY1185" fmla="*/ 1390322 h 1505806"/>
                <a:gd name="connsiteX1186" fmla="*/ 635197 w 2017827"/>
                <a:gd name="connsiteY1186" fmla="*/ 1389548 h 1505806"/>
                <a:gd name="connsiteX1187" fmla="*/ 637048 w 2017827"/>
                <a:gd name="connsiteY1187" fmla="*/ 1388572 h 1505806"/>
                <a:gd name="connsiteX1188" fmla="*/ 638663 w 2017827"/>
                <a:gd name="connsiteY1188" fmla="*/ 1388135 h 1505806"/>
                <a:gd name="connsiteX1189" fmla="*/ 641591 w 2017827"/>
                <a:gd name="connsiteY1189" fmla="*/ 1386924 h 1505806"/>
                <a:gd name="connsiteX1190" fmla="*/ 643105 w 2017827"/>
                <a:gd name="connsiteY1190" fmla="*/ 1386049 h 1505806"/>
                <a:gd name="connsiteX1191" fmla="*/ 644081 w 2017827"/>
                <a:gd name="connsiteY1191" fmla="*/ 1384838 h 1505806"/>
                <a:gd name="connsiteX1192" fmla="*/ 646572 w 2017827"/>
                <a:gd name="connsiteY1192" fmla="*/ 1382652 h 1505806"/>
                <a:gd name="connsiteX1193" fmla="*/ 647346 w 2017827"/>
                <a:gd name="connsiteY1193" fmla="*/ 1381777 h 1505806"/>
                <a:gd name="connsiteX1194" fmla="*/ 647110 w 2017827"/>
                <a:gd name="connsiteY1194" fmla="*/ 1380701 h 1505806"/>
                <a:gd name="connsiteX1195" fmla="*/ 644081 w 2017827"/>
                <a:gd name="connsiteY1195" fmla="*/ 1378110 h 1505806"/>
                <a:gd name="connsiteX1196" fmla="*/ 644081 w 2017827"/>
                <a:gd name="connsiteY1196" fmla="*/ 1376698 h 1505806"/>
                <a:gd name="connsiteX1197" fmla="*/ 645932 w 2017827"/>
                <a:gd name="connsiteY1197" fmla="*/ 1374410 h 1505806"/>
                <a:gd name="connsiteX1198" fmla="*/ 649399 w 2017827"/>
                <a:gd name="connsiteY1198" fmla="*/ 1374511 h 1505806"/>
                <a:gd name="connsiteX1199" fmla="*/ 653875 w 2017827"/>
                <a:gd name="connsiteY1199" fmla="*/ 1374511 h 1505806"/>
                <a:gd name="connsiteX1200" fmla="*/ 658654 w 2017827"/>
                <a:gd name="connsiteY1200" fmla="*/ 1374511 h 1505806"/>
                <a:gd name="connsiteX1201" fmla="*/ 663769 w 2017827"/>
                <a:gd name="connsiteY1201" fmla="*/ 1375049 h 1505806"/>
                <a:gd name="connsiteX1202" fmla="*/ 667471 w 2017827"/>
                <a:gd name="connsiteY1202" fmla="*/ 1376462 h 1505806"/>
                <a:gd name="connsiteX1203" fmla="*/ 669760 w 2017827"/>
                <a:gd name="connsiteY1203" fmla="*/ 1378211 h 1505806"/>
                <a:gd name="connsiteX1204" fmla="*/ 672587 w 2017827"/>
                <a:gd name="connsiteY1204" fmla="*/ 1380062 h 1505806"/>
                <a:gd name="connsiteX1205" fmla="*/ 673361 w 2017827"/>
                <a:gd name="connsiteY1205" fmla="*/ 1381138 h 1505806"/>
                <a:gd name="connsiteX1206" fmla="*/ 675986 w 2017827"/>
                <a:gd name="connsiteY1206" fmla="*/ 1384502 h 1505806"/>
                <a:gd name="connsiteX1207" fmla="*/ 679890 w 2017827"/>
                <a:gd name="connsiteY1207" fmla="*/ 1387126 h 1505806"/>
                <a:gd name="connsiteX1208" fmla="*/ 684568 w 2017827"/>
                <a:gd name="connsiteY1208" fmla="*/ 1388202 h 1505806"/>
                <a:gd name="connsiteX1209" fmla="*/ 687496 w 2017827"/>
                <a:gd name="connsiteY1209" fmla="*/ 1387866 h 1505806"/>
                <a:gd name="connsiteX1210" fmla="*/ 688472 w 2017827"/>
                <a:gd name="connsiteY1210" fmla="*/ 1386016 h 1505806"/>
                <a:gd name="connsiteX1211" fmla="*/ 689784 w 2017827"/>
                <a:gd name="connsiteY1211" fmla="*/ 1383829 h 1505806"/>
                <a:gd name="connsiteX1212" fmla="*/ 692275 w 2017827"/>
                <a:gd name="connsiteY1212" fmla="*/ 1382517 h 1505806"/>
                <a:gd name="connsiteX1213" fmla="*/ 695203 w 2017827"/>
                <a:gd name="connsiteY1213" fmla="*/ 1382517 h 1505806"/>
                <a:gd name="connsiteX1214" fmla="*/ 697794 w 2017827"/>
                <a:gd name="connsiteY1214" fmla="*/ 1383930 h 1505806"/>
                <a:gd name="connsiteX1215" fmla="*/ 702472 w 2017827"/>
                <a:gd name="connsiteY1215" fmla="*/ 1387529 h 1505806"/>
                <a:gd name="connsiteX1216" fmla="*/ 704862 w 2017827"/>
                <a:gd name="connsiteY1216" fmla="*/ 1389279 h 1505806"/>
                <a:gd name="connsiteX1217" fmla="*/ 705501 w 2017827"/>
                <a:gd name="connsiteY1217" fmla="*/ 1391465 h 1505806"/>
                <a:gd name="connsiteX1218" fmla="*/ 704963 w 2017827"/>
                <a:gd name="connsiteY1218" fmla="*/ 1395805 h 1505806"/>
                <a:gd name="connsiteX1219" fmla="*/ 704525 w 2017827"/>
                <a:gd name="connsiteY1219" fmla="*/ 1401120 h 1505806"/>
                <a:gd name="connsiteX1220" fmla="*/ 703213 w 2017827"/>
                <a:gd name="connsiteY1220" fmla="*/ 1404147 h 1505806"/>
                <a:gd name="connsiteX1221" fmla="*/ 703213 w 2017827"/>
                <a:gd name="connsiteY1221" fmla="*/ 1408184 h 1505806"/>
                <a:gd name="connsiteX1222" fmla="*/ 705501 w 2017827"/>
                <a:gd name="connsiteY1222" fmla="*/ 1411885 h 1505806"/>
                <a:gd name="connsiteX1223" fmla="*/ 706915 w 2017827"/>
                <a:gd name="connsiteY1223" fmla="*/ 1415686 h 1505806"/>
                <a:gd name="connsiteX1224" fmla="*/ 707554 w 2017827"/>
                <a:gd name="connsiteY1224" fmla="*/ 1418411 h 1505806"/>
                <a:gd name="connsiteX1225" fmla="*/ 709068 w 2017827"/>
                <a:gd name="connsiteY1225" fmla="*/ 1420261 h 1505806"/>
                <a:gd name="connsiteX1226" fmla="*/ 711256 w 2017827"/>
                <a:gd name="connsiteY1226" fmla="*/ 1421674 h 1505806"/>
                <a:gd name="connsiteX1227" fmla="*/ 713309 w 2017827"/>
                <a:gd name="connsiteY1227" fmla="*/ 1423524 h 1505806"/>
                <a:gd name="connsiteX1228" fmla="*/ 718525 w 2017827"/>
                <a:gd name="connsiteY1228" fmla="*/ 1425374 h 1505806"/>
                <a:gd name="connsiteX1229" fmla="*/ 722295 w 2017827"/>
                <a:gd name="connsiteY1229" fmla="*/ 1426787 h 1505806"/>
                <a:gd name="connsiteX1230" fmla="*/ 730439 w 2017827"/>
                <a:gd name="connsiteY1230" fmla="*/ 1427325 h 1505806"/>
                <a:gd name="connsiteX1231" fmla="*/ 734141 w 2017827"/>
                <a:gd name="connsiteY1231" fmla="*/ 1427426 h 1505806"/>
                <a:gd name="connsiteX1232" fmla="*/ 737069 w 2017827"/>
                <a:gd name="connsiteY1232" fmla="*/ 1427864 h 1505806"/>
                <a:gd name="connsiteX1233" fmla="*/ 741310 w 2017827"/>
                <a:gd name="connsiteY1233" fmla="*/ 1428637 h 1505806"/>
                <a:gd name="connsiteX1234" fmla="*/ 745011 w 2017827"/>
                <a:gd name="connsiteY1234" fmla="*/ 1431126 h 1505806"/>
                <a:gd name="connsiteX1235" fmla="*/ 746627 w 2017827"/>
                <a:gd name="connsiteY1235" fmla="*/ 1435466 h 1505806"/>
                <a:gd name="connsiteX1236" fmla="*/ 746627 w 2017827"/>
                <a:gd name="connsiteY1236" fmla="*/ 1438191 h 1505806"/>
                <a:gd name="connsiteX1237" fmla="*/ 753627 w 2017827"/>
                <a:gd name="connsiteY1237" fmla="*/ 1440142 h 1505806"/>
                <a:gd name="connsiteX1238" fmla="*/ 759113 w 2017827"/>
                <a:gd name="connsiteY1238" fmla="*/ 1440781 h 1505806"/>
                <a:gd name="connsiteX1239" fmla="*/ 768772 w 2017827"/>
                <a:gd name="connsiteY1239" fmla="*/ 1441319 h 1505806"/>
                <a:gd name="connsiteX1240" fmla="*/ 779205 w 2017827"/>
                <a:gd name="connsiteY1240" fmla="*/ 1441757 h 1505806"/>
                <a:gd name="connsiteX1241" fmla="*/ 783546 w 2017827"/>
                <a:gd name="connsiteY1241" fmla="*/ 1441521 h 1505806"/>
                <a:gd name="connsiteX1242" fmla="*/ 788224 w 2017827"/>
                <a:gd name="connsiteY1242" fmla="*/ 1441622 h 1505806"/>
                <a:gd name="connsiteX1243" fmla="*/ 793003 w 2017827"/>
                <a:gd name="connsiteY1243" fmla="*/ 1443035 h 1505806"/>
                <a:gd name="connsiteX1244" fmla="*/ 795931 w 2017827"/>
                <a:gd name="connsiteY1244" fmla="*/ 1444784 h 1505806"/>
                <a:gd name="connsiteX1245" fmla="*/ 798118 w 2017827"/>
                <a:gd name="connsiteY1245" fmla="*/ 1446533 h 1505806"/>
                <a:gd name="connsiteX1246" fmla="*/ 802460 w 2017827"/>
                <a:gd name="connsiteY1246" fmla="*/ 1448720 h 1505806"/>
                <a:gd name="connsiteX1247" fmla="*/ 805926 w 2017827"/>
                <a:gd name="connsiteY1247" fmla="*/ 1449494 h 1505806"/>
                <a:gd name="connsiteX1248" fmla="*/ 809965 w 2017827"/>
                <a:gd name="connsiteY1248" fmla="*/ 1449393 h 1505806"/>
                <a:gd name="connsiteX1249" fmla="*/ 813330 w 2017827"/>
                <a:gd name="connsiteY1249" fmla="*/ 1448955 h 1505806"/>
                <a:gd name="connsiteX1250" fmla="*/ 817907 w 2017827"/>
                <a:gd name="connsiteY1250" fmla="*/ 1448182 h 1505806"/>
                <a:gd name="connsiteX1251" fmla="*/ 821710 w 2017827"/>
                <a:gd name="connsiteY1251" fmla="*/ 1447744 h 1505806"/>
                <a:gd name="connsiteX1252" fmla="*/ 827129 w 2017827"/>
                <a:gd name="connsiteY1252" fmla="*/ 1446769 h 1505806"/>
                <a:gd name="connsiteX1253" fmla="*/ 832345 w 2017827"/>
                <a:gd name="connsiteY1253" fmla="*/ 1446769 h 1505806"/>
                <a:gd name="connsiteX1254" fmla="*/ 838100 w 2017827"/>
                <a:gd name="connsiteY1254" fmla="*/ 1447744 h 1505806"/>
                <a:gd name="connsiteX1255" fmla="*/ 841802 w 2017827"/>
                <a:gd name="connsiteY1255" fmla="*/ 1447408 h 1505806"/>
                <a:gd name="connsiteX1256" fmla="*/ 841802 w 2017827"/>
                <a:gd name="connsiteY1256" fmla="*/ 1445659 h 1505806"/>
                <a:gd name="connsiteX1257" fmla="*/ 839749 w 2017827"/>
                <a:gd name="connsiteY1257" fmla="*/ 1442631 h 1505806"/>
                <a:gd name="connsiteX1258" fmla="*/ 837562 w 2017827"/>
                <a:gd name="connsiteY1258" fmla="*/ 1440445 h 1505806"/>
                <a:gd name="connsiteX1259" fmla="*/ 839749 w 2017827"/>
                <a:gd name="connsiteY1259" fmla="*/ 1437518 h 1505806"/>
                <a:gd name="connsiteX1260" fmla="*/ 845067 w 2017827"/>
                <a:gd name="connsiteY1260" fmla="*/ 1437182 h 1505806"/>
                <a:gd name="connsiteX1261" fmla="*/ 852033 w 2017827"/>
                <a:gd name="connsiteY1261" fmla="*/ 1438157 h 1505806"/>
                <a:gd name="connsiteX1262" fmla="*/ 860952 w 2017827"/>
                <a:gd name="connsiteY1262" fmla="*/ 1439267 h 1505806"/>
                <a:gd name="connsiteX1263" fmla="*/ 870846 w 2017827"/>
                <a:gd name="connsiteY1263" fmla="*/ 1436542 h 1505806"/>
                <a:gd name="connsiteX1264" fmla="*/ 878788 w 2017827"/>
                <a:gd name="connsiteY1264" fmla="*/ 1436004 h 1505806"/>
                <a:gd name="connsiteX1265" fmla="*/ 886832 w 2017827"/>
                <a:gd name="connsiteY1265" fmla="*/ 1431866 h 1505806"/>
                <a:gd name="connsiteX1266" fmla="*/ 890433 w 2017827"/>
                <a:gd name="connsiteY1266" fmla="*/ 1431665 h 1505806"/>
                <a:gd name="connsiteX1267" fmla="*/ 897063 w 2017827"/>
                <a:gd name="connsiteY1267" fmla="*/ 1432001 h 1505806"/>
                <a:gd name="connsiteX1268" fmla="*/ 897938 w 2017827"/>
                <a:gd name="connsiteY1268" fmla="*/ 1432203 h 1505806"/>
                <a:gd name="connsiteX1269" fmla="*/ 902515 w 2017827"/>
                <a:gd name="connsiteY1269" fmla="*/ 1433279 h 1505806"/>
                <a:gd name="connsiteX1270" fmla="*/ 905880 w 2017827"/>
                <a:gd name="connsiteY1270" fmla="*/ 1432842 h 1505806"/>
                <a:gd name="connsiteX1271" fmla="*/ 907294 w 2017827"/>
                <a:gd name="connsiteY1271" fmla="*/ 1430218 h 1505806"/>
                <a:gd name="connsiteX1272" fmla="*/ 908068 w 2017827"/>
                <a:gd name="connsiteY1272" fmla="*/ 1426753 h 1505806"/>
                <a:gd name="connsiteX1273" fmla="*/ 909481 w 2017827"/>
                <a:gd name="connsiteY1273" fmla="*/ 1424163 h 1505806"/>
                <a:gd name="connsiteX1274" fmla="*/ 911433 w 2017827"/>
                <a:gd name="connsiteY1274" fmla="*/ 1422851 h 1505806"/>
                <a:gd name="connsiteX1275" fmla="*/ 916313 w 2017827"/>
                <a:gd name="connsiteY1275" fmla="*/ 1425677 h 1505806"/>
                <a:gd name="connsiteX1276" fmla="*/ 918063 w 2017827"/>
                <a:gd name="connsiteY1276" fmla="*/ 1428402 h 1505806"/>
                <a:gd name="connsiteX1277" fmla="*/ 920352 w 2017827"/>
                <a:gd name="connsiteY1277" fmla="*/ 1431866 h 1505806"/>
                <a:gd name="connsiteX1278" fmla="*/ 922539 w 2017827"/>
                <a:gd name="connsiteY1278" fmla="*/ 1434692 h 1505806"/>
                <a:gd name="connsiteX1279" fmla="*/ 925366 w 2017827"/>
                <a:gd name="connsiteY1279" fmla="*/ 1436879 h 1505806"/>
                <a:gd name="connsiteX1280" fmla="*/ 929405 w 2017827"/>
                <a:gd name="connsiteY1280" fmla="*/ 1440680 h 1505806"/>
                <a:gd name="connsiteX1281" fmla="*/ 931895 w 2017827"/>
                <a:gd name="connsiteY1281" fmla="*/ 1441555 h 1505806"/>
                <a:gd name="connsiteX1282" fmla="*/ 936775 w 2017827"/>
                <a:gd name="connsiteY1282" fmla="*/ 1441555 h 1505806"/>
                <a:gd name="connsiteX1283" fmla="*/ 941016 w 2017827"/>
                <a:gd name="connsiteY1283" fmla="*/ 1442059 h 1505806"/>
                <a:gd name="connsiteX1284" fmla="*/ 942227 w 2017827"/>
                <a:gd name="connsiteY1284" fmla="*/ 1443977 h 1505806"/>
                <a:gd name="connsiteX1285" fmla="*/ 939299 w 2017827"/>
                <a:gd name="connsiteY1285" fmla="*/ 1447004 h 1505806"/>
                <a:gd name="connsiteX1286" fmla="*/ 935833 w 2017827"/>
                <a:gd name="connsiteY1286" fmla="*/ 1448955 h 1505806"/>
                <a:gd name="connsiteX1287" fmla="*/ 934857 w 2017827"/>
                <a:gd name="connsiteY1287" fmla="*/ 1450133 h 1505806"/>
                <a:gd name="connsiteX1288" fmla="*/ 937583 w 2017827"/>
                <a:gd name="connsiteY1288" fmla="*/ 1451781 h 1505806"/>
                <a:gd name="connsiteX1289" fmla="*/ 940511 w 2017827"/>
                <a:gd name="connsiteY1289" fmla="*/ 1452219 h 1505806"/>
                <a:gd name="connsiteX1290" fmla="*/ 944112 w 2017827"/>
                <a:gd name="connsiteY1290" fmla="*/ 1452319 h 1505806"/>
                <a:gd name="connsiteX1291" fmla="*/ 945626 w 2017827"/>
                <a:gd name="connsiteY1291" fmla="*/ 1451108 h 1505806"/>
                <a:gd name="connsiteX1292" fmla="*/ 947814 w 2017827"/>
                <a:gd name="connsiteY1292" fmla="*/ 1448384 h 1505806"/>
                <a:gd name="connsiteX1293" fmla="*/ 948891 w 2017827"/>
                <a:gd name="connsiteY1293" fmla="*/ 1445659 h 1505806"/>
                <a:gd name="connsiteX1294" fmla="*/ 958449 w 2017827"/>
                <a:gd name="connsiteY1294" fmla="*/ 1442631 h 1505806"/>
                <a:gd name="connsiteX1295" fmla="*/ 964103 w 2017827"/>
                <a:gd name="connsiteY1295" fmla="*/ 1442093 h 1505806"/>
                <a:gd name="connsiteX1296" fmla="*/ 970497 w 2017827"/>
                <a:gd name="connsiteY1296" fmla="*/ 1441656 h 1505806"/>
                <a:gd name="connsiteX1297" fmla="*/ 977228 w 2017827"/>
                <a:gd name="connsiteY1297" fmla="*/ 1441555 h 1505806"/>
                <a:gd name="connsiteX1298" fmla="*/ 982646 w 2017827"/>
                <a:gd name="connsiteY1298" fmla="*/ 1441555 h 1505806"/>
                <a:gd name="connsiteX1299" fmla="*/ 985238 w 2017827"/>
                <a:gd name="connsiteY1299" fmla="*/ 1441218 h 1505806"/>
                <a:gd name="connsiteX1300" fmla="*/ 988502 w 2017827"/>
                <a:gd name="connsiteY1300" fmla="*/ 1439705 h 1505806"/>
                <a:gd name="connsiteX1301" fmla="*/ 992103 w 2017827"/>
                <a:gd name="connsiteY1301" fmla="*/ 1437518 h 1505806"/>
                <a:gd name="connsiteX1302" fmla="*/ 995368 w 2017827"/>
                <a:gd name="connsiteY1302" fmla="*/ 1433380 h 1505806"/>
                <a:gd name="connsiteX1303" fmla="*/ 997219 w 2017827"/>
                <a:gd name="connsiteY1303" fmla="*/ 1431093 h 1505806"/>
                <a:gd name="connsiteX1304" fmla="*/ 999272 w 2017827"/>
                <a:gd name="connsiteY1304" fmla="*/ 1427393 h 1505806"/>
                <a:gd name="connsiteX1305" fmla="*/ 1001123 w 2017827"/>
                <a:gd name="connsiteY1305" fmla="*/ 1423928 h 1505806"/>
                <a:gd name="connsiteX1306" fmla="*/ 1004387 w 2017827"/>
                <a:gd name="connsiteY1306" fmla="*/ 1421102 h 1505806"/>
                <a:gd name="connsiteX1307" fmla="*/ 1007113 w 2017827"/>
                <a:gd name="connsiteY1307" fmla="*/ 1415551 h 1505806"/>
                <a:gd name="connsiteX1308" fmla="*/ 1009503 w 2017827"/>
                <a:gd name="connsiteY1308" fmla="*/ 1411414 h 1505806"/>
                <a:gd name="connsiteX1309" fmla="*/ 1013979 w 2017827"/>
                <a:gd name="connsiteY1309" fmla="*/ 1409664 h 1505806"/>
                <a:gd name="connsiteX1310" fmla="*/ 1018859 w 2017827"/>
                <a:gd name="connsiteY1310" fmla="*/ 1410203 h 1505806"/>
                <a:gd name="connsiteX1311" fmla="*/ 1025489 w 2017827"/>
                <a:gd name="connsiteY1311" fmla="*/ 1410203 h 1505806"/>
                <a:gd name="connsiteX1312" fmla="*/ 1029729 w 2017827"/>
                <a:gd name="connsiteY1312" fmla="*/ 1409126 h 1505806"/>
                <a:gd name="connsiteX1313" fmla="*/ 1033970 w 2017827"/>
                <a:gd name="connsiteY1313" fmla="*/ 1406738 h 1505806"/>
                <a:gd name="connsiteX1314" fmla="*/ 1038412 w 2017827"/>
                <a:gd name="connsiteY1314" fmla="*/ 1404450 h 1505806"/>
                <a:gd name="connsiteX1315" fmla="*/ 1043090 w 2017827"/>
                <a:gd name="connsiteY1315" fmla="*/ 1403239 h 1505806"/>
                <a:gd name="connsiteX1316" fmla="*/ 1045917 w 2017827"/>
                <a:gd name="connsiteY1316" fmla="*/ 1404988 h 1505806"/>
                <a:gd name="connsiteX1317" fmla="*/ 1048643 w 2017827"/>
                <a:gd name="connsiteY1317" fmla="*/ 1409328 h 1505806"/>
                <a:gd name="connsiteX1318" fmla="*/ 1052211 w 2017827"/>
                <a:gd name="connsiteY1318" fmla="*/ 1408689 h 1505806"/>
                <a:gd name="connsiteX1319" fmla="*/ 1056922 w 2017827"/>
                <a:gd name="connsiteY1319" fmla="*/ 1405930 h 1505806"/>
                <a:gd name="connsiteX1320" fmla="*/ 1062004 w 2017827"/>
                <a:gd name="connsiteY1320" fmla="*/ 1403912 h 1505806"/>
                <a:gd name="connsiteX1321" fmla="*/ 1070115 w 2017827"/>
                <a:gd name="connsiteY1321" fmla="*/ 1403273 h 1505806"/>
                <a:gd name="connsiteX1322" fmla="*/ 1073447 w 2017827"/>
                <a:gd name="connsiteY1322" fmla="*/ 1407175 h 1505806"/>
                <a:gd name="connsiteX1323" fmla="*/ 1079403 w 2017827"/>
                <a:gd name="connsiteY1323" fmla="*/ 1408487 h 1505806"/>
                <a:gd name="connsiteX1324" fmla="*/ 1084990 w 2017827"/>
                <a:gd name="connsiteY1324" fmla="*/ 1409564 h 1505806"/>
                <a:gd name="connsiteX1325" fmla="*/ 1093606 w 2017827"/>
                <a:gd name="connsiteY1325" fmla="*/ 1407915 h 1505806"/>
                <a:gd name="connsiteX1326" fmla="*/ 1100067 w 2017827"/>
                <a:gd name="connsiteY1326" fmla="*/ 1406906 h 1505806"/>
                <a:gd name="connsiteX1327" fmla="*/ 1103971 w 2017827"/>
                <a:gd name="connsiteY1327" fmla="*/ 1406771 h 1505806"/>
                <a:gd name="connsiteX1328" fmla="*/ 1108986 w 2017827"/>
                <a:gd name="connsiteY1328" fmla="*/ 1405459 h 1505806"/>
                <a:gd name="connsiteX1329" fmla="*/ 1114842 w 2017827"/>
                <a:gd name="connsiteY1329" fmla="*/ 1403441 h 1505806"/>
                <a:gd name="connsiteX1330" fmla="*/ 1117029 w 2017827"/>
                <a:gd name="connsiteY1330" fmla="*/ 1402735 h 1505806"/>
                <a:gd name="connsiteX1331" fmla="*/ 1119789 w 2017827"/>
                <a:gd name="connsiteY1331" fmla="*/ 1398092 h 1505806"/>
                <a:gd name="connsiteX1332" fmla="*/ 1123928 w 2017827"/>
                <a:gd name="connsiteY1332" fmla="*/ 1398092 h 1505806"/>
                <a:gd name="connsiteX1333" fmla="*/ 1127630 w 2017827"/>
                <a:gd name="connsiteY1333" fmla="*/ 1398967 h 1505806"/>
                <a:gd name="connsiteX1334" fmla="*/ 1127630 w 2017827"/>
                <a:gd name="connsiteY1334" fmla="*/ 1401086 h 1505806"/>
                <a:gd name="connsiteX1335" fmla="*/ 1127227 w 2017827"/>
                <a:gd name="connsiteY1335" fmla="*/ 1402735 h 1505806"/>
                <a:gd name="connsiteX1336" fmla="*/ 1132275 w 2017827"/>
                <a:gd name="connsiteY1336" fmla="*/ 1407209 h 1505806"/>
                <a:gd name="connsiteX1337" fmla="*/ 1136246 w 2017827"/>
                <a:gd name="connsiteY1337" fmla="*/ 1405829 h 1505806"/>
                <a:gd name="connsiteX1338" fmla="*/ 1146107 w 2017827"/>
                <a:gd name="connsiteY1338" fmla="*/ 1408723 h 1505806"/>
                <a:gd name="connsiteX1339" fmla="*/ 1155900 w 2017827"/>
                <a:gd name="connsiteY1339" fmla="*/ 1413634 h 1505806"/>
                <a:gd name="connsiteX1340" fmla="*/ 1160982 w 2017827"/>
                <a:gd name="connsiteY1340" fmla="*/ 1415148 h 1505806"/>
                <a:gd name="connsiteX1341" fmla="*/ 1165021 w 2017827"/>
                <a:gd name="connsiteY1341" fmla="*/ 1411952 h 1505806"/>
                <a:gd name="connsiteX1342" fmla="*/ 1178920 w 2017827"/>
                <a:gd name="connsiteY1342" fmla="*/ 1411952 h 1505806"/>
                <a:gd name="connsiteX1343" fmla="*/ 1194267 w 2017827"/>
                <a:gd name="connsiteY1343" fmla="*/ 1411952 h 1505806"/>
                <a:gd name="connsiteX1344" fmla="*/ 1203252 w 2017827"/>
                <a:gd name="connsiteY1344" fmla="*/ 1413701 h 1505806"/>
                <a:gd name="connsiteX1345" fmla="*/ 1213113 w 2017827"/>
                <a:gd name="connsiteY1345" fmla="*/ 1413701 h 1505806"/>
                <a:gd name="connsiteX1346" fmla="*/ 1217185 w 2017827"/>
                <a:gd name="connsiteY1346" fmla="*/ 1415451 h 1505806"/>
                <a:gd name="connsiteX1347" fmla="*/ 1222402 w 2017827"/>
                <a:gd name="connsiteY1347" fmla="*/ 1415451 h 1505806"/>
                <a:gd name="connsiteX1348" fmla="*/ 1230512 w 2017827"/>
                <a:gd name="connsiteY1348" fmla="*/ 1417031 h 1505806"/>
                <a:gd name="connsiteX1349" fmla="*/ 1232532 w 2017827"/>
                <a:gd name="connsiteY1349" fmla="*/ 1422683 h 1505806"/>
                <a:gd name="connsiteX1350" fmla="*/ 1230512 w 2017827"/>
                <a:gd name="connsiteY1350" fmla="*/ 1425879 h 1505806"/>
                <a:gd name="connsiteX1351" fmla="*/ 1237748 w 2017827"/>
                <a:gd name="connsiteY1351" fmla="*/ 1431665 h 1505806"/>
                <a:gd name="connsiteX1352" fmla="*/ 1243537 w 2017827"/>
                <a:gd name="connsiteY1352" fmla="*/ 1439772 h 1505806"/>
                <a:gd name="connsiteX1353" fmla="*/ 1248181 w 2017827"/>
                <a:gd name="connsiteY1353" fmla="*/ 1437148 h 1505806"/>
                <a:gd name="connsiteX1354" fmla="*/ 1252825 w 2017827"/>
                <a:gd name="connsiteY1354" fmla="*/ 1433952 h 1505806"/>
                <a:gd name="connsiteX1355" fmla="*/ 1258042 w 2017827"/>
                <a:gd name="connsiteY1355" fmla="*/ 1435701 h 1505806"/>
                <a:gd name="connsiteX1356" fmla="*/ 1261508 w 2017827"/>
                <a:gd name="connsiteY1356" fmla="*/ 1439166 h 1505806"/>
                <a:gd name="connsiteX1357" fmla="*/ 1269922 w 2017827"/>
                <a:gd name="connsiteY1357" fmla="*/ 1445558 h 1505806"/>
                <a:gd name="connsiteX1358" fmla="*/ 1273691 w 2017827"/>
                <a:gd name="connsiteY1358" fmla="*/ 1447576 h 1505806"/>
                <a:gd name="connsiteX1359" fmla="*/ 1276956 w 2017827"/>
                <a:gd name="connsiteY1359" fmla="*/ 1455414 h 1505806"/>
                <a:gd name="connsiteX1360" fmla="*/ 1283249 w 2017827"/>
                <a:gd name="connsiteY1360" fmla="*/ 1453665 h 1505806"/>
                <a:gd name="connsiteX1361" fmla="*/ 1287591 w 2017827"/>
                <a:gd name="connsiteY1361" fmla="*/ 1453665 h 1505806"/>
                <a:gd name="connsiteX1362" fmla="*/ 1293682 w 2017827"/>
                <a:gd name="connsiteY1362" fmla="*/ 1457870 h 1505806"/>
                <a:gd name="connsiteX1363" fmla="*/ 1298899 w 2017827"/>
                <a:gd name="connsiteY1363" fmla="*/ 1459182 h 1505806"/>
                <a:gd name="connsiteX1364" fmla="*/ 1305865 w 2017827"/>
                <a:gd name="connsiteY1364" fmla="*/ 1472806 h 1505806"/>
                <a:gd name="connsiteX1365" fmla="*/ 1310509 w 2017827"/>
                <a:gd name="connsiteY1365" fmla="*/ 1472806 h 1505806"/>
                <a:gd name="connsiteX1366" fmla="*/ 1315423 w 2017827"/>
                <a:gd name="connsiteY1366" fmla="*/ 1476674 h 1505806"/>
                <a:gd name="connsiteX1367" fmla="*/ 1315995 w 2017827"/>
                <a:gd name="connsiteY1367" fmla="*/ 1477347 h 1505806"/>
                <a:gd name="connsiteX1368" fmla="*/ 1312630 w 2017827"/>
                <a:gd name="connsiteY1368" fmla="*/ 1478760 h 1505806"/>
                <a:gd name="connsiteX1369" fmla="*/ 1316264 w 2017827"/>
                <a:gd name="connsiteY1369" fmla="*/ 1477246 h 1505806"/>
                <a:gd name="connsiteX1370" fmla="*/ 1318082 w 2017827"/>
                <a:gd name="connsiteY1370" fmla="*/ 1478054 h 1505806"/>
                <a:gd name="connsiteX1371" fmla="*/ 1321548 w 2017827"/>
                <a:gd name="connsiteY1371" fmla="*/ 1478054 h 1505806"/>
                <a:gd name="connsiteX1372" fmla="*/ 1327404 w 2017827"/>
                <a:gd name="connsiteY1372" fmla="*/ 1477515 h 1505806"/>
                <a:gd name="connsiteX1373" fmla="*/ 1331039 w 2017827"/>
                <a:gd name="connsiteY1373" fmla="*/ 1477179 h 1505806"/>
                <a:gd name="connsiteX1374" fmla="*/ 1334505 w 2017827"/>
                <a:gd name="connsiteY1374" fmla="*/ 1477314 h 1505806"/>
                <a:gd name="connsiteX1375" fmla="*/ 1337399 w 2017827"/>
                <a:gd name="connsiteY1375" fmla="*/ 1478996 h 1505806"/>
                <a:gd name="connsiteX1376" fmla="*/ 1338847 w 2017827"/>
                <a:gd name="connsiteY1376" fmla="*/ 1480879 h 1505806"/>
                <a:gd name="connsiteX1377" fmla="*/ 1343491 w 2017827"/>
                <a:gd name="connsiteY1377" fmla="*/ 1483705 h 1505806"/>
                <a:gd name="connsiteX1378" fmla="*/ 1348404 w 2017827"/>
                <a:gd name="connsiteY1378" fmla="*/ 1483503 h 1505806"/>
                <a:gd name="connsiteX1379" fmla="*/ 1349852 w 2017827"/>
                <a:gd name="connsiteY1379" fmla="*/ 1479433 h 1505806"/>
                <a:gd name="connsiteX1380" fmla="*/ 1352039 w 2017827"/>
                <a:gd name="connsiteY1380" fmla="*/ 1478256 h 1505806"/>
                <a:gd name="connsiteX1381" fmla="*/ 1355674 w 2017827"/>
                <a:gd name="connsiteY1381" fmla="*/ 1477549 h 1505806"/>
                <a:gd name="connsiteX1382" fmla="*/ 1355236 w 2017827"/>
                <a:gd name="connsiteY1382" fmla="*/ 1472402 h 1505806"/>
                <a:gd name="connsiteX1383" fmla="*/ 1357424 w 2017827"/>
                <a:gd name="connsiteY1383" fmla="*/ 1469274 h 1505806"/>
                <a:gd name="connsiteX1384" fmla="*/ 1359813 w 2017827"/>
                <a:gd name="connsiteY1384" fmla="*/ 1467625 h 1505806"/>
                <a:gd name="connsiteX1385" fmla="*/ 1364155 w 2017827"/>
                <a:gd name="connsiteY1385" fmla="*/ 1467625 h 1505806"/>
                <a:gd name="connsiteX1386" fmla="*/ 1367924 w 2017827"/>
                <a:gd name="connsiteY1386" fmla="*/ 1471090 h 1505806"/>
                <a:gd name="connsiteX1387" fmla="*/ 1372266 w 2017827"/>
                <a:gd name="connsiteY1387" fmla="*/ 1477179 h 1505806"/>
                <a:gd name="connsiteX1388" fmla="*/ 1376910 w 2017827"/>
                <a:gd name="connsiteY1388" fmla="*/ 1480072 h 1505806"/>
                <a:gd name="connsiteX1389" fmla="*/ 1382699 w 2017827"/>
                <a:gd name="connsiteY1389" fmla="*/ 1484714 h 1505806"/>
                <a:gd name="connsiteX1390" fmla="*/ 1391987 w 2017827"/>
                <a:gd name="connsiteY1390" fmla="*/ 1486464 h 1505806"/>
                <a:gd name="connsiteX1391" fmla="*/ 1404439 w 2017827"/>
                <a:gd name="connsiteY1391" fmla="*/ 1487338 h 1505806"/>
                <a:gd name="connsiteX1392" fmla="*/ 1409084 w 2017827"/>
                <a:gd name="connsiteY1392" fmla="*/ 1489929 h 1505806"/>
                <a:gd name="connsiteX1393" fmla="*/ 1417767 w 2017827"/>
                <a:gd name="connsiteY1393" fmla="*/ 1491375 h 1505806"/>
                <a:gd name="connsiteX1394" fmla="*/ 1420392 w 2017827"/>
                <a:gd name="connsiteY1394" fmla="*/ 1491947 h 1505806"/>
                <a:gd name="connsiteX1395" fmla="*/ 1421267 w 2017827"/>
                <a:gd name="connsiteY1395" fmla="*/ 1496858 h 1505806"/>
                <a:gd name="connsiteX1396" fmla="*/ 1426786 w 2017827"/>
                <a:gd name="connsiteY1396" fmla="*/ 1501770 h 1505806"/>
                <a:gd name="connsiteX1397" fmla="*/ 1432877 w 2017827"/>
                <a:gd name="connsiteY1397" fmla="*/ 1503216 h 1505806"/>
                <a:gd name="connsiteX1398" fmla="*/ 1436344 w 2017827"/>
                <a:gd name="connsiteY1398" fmla="*/ 1505807 h 1505806"/>
                <a:gd name="connsiteX1399" fmla="*/ 1439238 w 2017827"/>
                <a:gd name="connsiteY1399" fmla="*/ 1505807 h 1505806"/>
                <a:gd name="connsiteX1400" fmla="*/ 1443310 w 2017827"/>
                <a:gd name="connsiteY1400" fmla="*/ 1500592 h 1505806"/>
                <a:gd name="connsiteX1401" fmla="*/ 1447383 w 2017827"/>
                <a:gd name="connsiteY1401" fmla="*/ 1500592 h 1505806"/>
                <a:gd name="connsiteX1402" fmla="*/ 1449402 w 2017827"/>
                <a:gd name="connsiteY1402" fmla="*/ 1497262 h 1505806"/>
                <a:gd name="connsiteX1403" fmla="*/ 1452868 w 2017827"/>
                <a:gd name="connsiteY1403" fmla="*/ 1490736 h 1505806"/>
                <a:gd name="connsiteX1404" fmla="*/ 1453743 w 2017827"/>
                <a:gd name="connsiteY1404" fmla="*/ 1485825 h 1505806"/>
                <a:gd name="connsiteX1405" fmla="*/ 1453171 w 2017827"/>
                <a:gd name="connsiteY1405" fmla="*/ 1481182 h 1505806"/>
                <a:gd name="connsiteX1406" fmla="*/ 1451724 w 2017827"/>
                <a:gd name="connsiteY1406" fmla="*/ 1477112 h 1505806"/>
                <a:gd name="connsiteX1407" fmla="*/ 1452027 w 2017827"/>
                <a:gd name="connsiteY1407" fmla="*/ 1471595 h 1505806"/>
                <a:gd name="connsiteX1408" fmla="*/ 1451152 w 2017827"/>
                <a:gd name="connsiteY1408" fmla="*/ 1464934 h 1505806"/>
                <a:gd name="connsiteX1409" fmla="*/ 1451152 w 2017827"/>
                <a:gd name="connsiteY1409" fmla="*/ 1460797 h 1505806"/>
                <a:gd name="connsiteX1410" fmla="*/ 1450782 w 2017827"/>
                <a:gd name="connsiteY1410" fmla="*/ 1457433 h 1505806"/>
                <a:gd name="connsiteX1411" fmla="*/ 1448998 w 2017827"/>
                <a:gd name="connsiteY1411" fmla="*/ 1453968 h 1505806"/>
                <a:gd name="connsiteX1412" fmla="*/ 1444320 w 2017827"/>
                <a:gd name="connsiteY1412" fmla="*/ 1450267 h 1505806"/>
                <a:gd name="connsiteX1413" fmla="*/ 1441729 w 2017827"/>
                <a:gd name="connsiteY1413" fmla="*/ 1449191 h 1505806"/>
                <a:gd name="connsiteX1414" fmla="*/ 1438464 w 2017827"/>
                <a:gd name="connsiteY1414" fmla="*/ 1447879 h 1505806"/>
                <a:gd name="connsiteX1415" fmla="*/ 1434560 w 2017827"/>
                <a:gd name="connsiteY1415" fmla="*/ 1445827 h 1505806"/>
                <a:gd name="connsiteX1416" fmla="*/ 1429344 w 2017827"/>
                <a:gd name="connsiteY1416" fmla="*/ 1444750 h 1505806"/>
                <a:gd name="connsiteX1417" fmla="*/ 1428570 w 2017827"/>
                <a:gd name="connsiteY1417" fmla="*/ 1440613 h 1505806"/>
                <a:gd name="connsiteX1418" fmla="*/ 1428570 w 2017827"/>
                <a:gd name="connsiteY1418" fmla="*/ 1437148 h 1505806"/>
                <a:gd name="connsiteX1419" fmla="*/ 1429175 w 2017827"/>
                <a:gd name="connsiteY1419" fmla="*/ 1433448 h 1505806"/>
                <a:gd name="connsiteX1420" fmla="*/ 1429882 w 2017827"/>
                <a:gd name="connsiteY1420" fmla="*/ 1430958 h 1505806"/>
                <a:gd name="connsiteX1421" fmla="*/ 1430522 w 2017827"/>
                <a:gd name="connsiteY1421" fmla="*/ 1429983 h 1505806"/>
                <a:gd name="connsiteX1422" fmla="*/ 1432137 w 2017827"/>
                <a:gd name="connsiteY1422" fmla="*/ 1426821 h 1505806"/>
                <a:gd name="connsiteX1423" fmla="*/ 1432238 w 2017827"/>
                <a:gd name="connsiteY1423" fmla="*/ 1425206 h 1505806"/>
                <a:gd name="connsiteX1424" fmla="*/ 1428873 w 2017827"/>
                <a:gd name="connsiteY1424" fmla="*/ 1422380 h 1505806"/>
                <a:gd name="connsiteX1425" fmla="*/ 1428772 w 2017827"/>
                <a:gd name="connsiteY1425" fmla="*/ 1419353 h 1505806"/>
                <a:gd name="connsiteX1426" fmla="*/ 1428233 w 2017827"/>
                <a:gd name="connsiteY1426" fmla="*/ 1417603 h 1505806"/>
                <a:gd name="connsiteX1427" fmla="*/ 1429748 w 2017827"/>
                <a:gd name="connsiteY1427" fmla="*/ 1415417 h 1505806"/>
                <a:gd name="connsiteX1428" fmla="*/ 1433786 w 2017827"/>
                <a:gd name="connsiteY1428" fmla="*/ 1413802 h 1505806"/>
                <a:gd name="connsiteX1429" fmla="*/ 1435536 w 2017827"/>
                <a:gd name="connsiteY1429" fmla="*/ 1412389 h 1505806"/>
                <a:gd name="connsiteX1430" fmla="*/ 1440753 w 2017827"/>
                <a:gd name="connsiteY1430" fmla="*/ 1409799 h 1505806"/>
                <a:gd name="connsiteX1431" fmla="*/ 1443916 w 2017827"/>
                <a:gd name="connsiteY1431" fmla="*/ 1407949 h 1505806"/>
                <a:gd name="connsiteX1432" fmla="*/ 1445969 w 2017827"/>
                <a:gd name="connsiteY1432" fmla="*/ 1406704 h 1505806"/>
                <a:gd name="connsiteX1433" fmla="*/ 1450311 w 2017827"/>
                <a:gd name="connsiteY1433" fmla="*/ 1406637 h 1505806"/>
                <a:gd name="connsiteX1434" fmla="*/ 1458893 w 2017827"/>
                <a:gd name="connsiteY1434" fmla="*/ 1406637 h 1505806"/>
                <a:gd name="connsiteX1435" fmla="*/ 1463133 w 2017827"/>
                <a:gd name="connsiteY1435" fmla="*/ 1405661 h 1505806"/>
                <a:gd name="connsiteX1436" fmla="*/ 1467138 w 2017827"/>
                <a:gd name="connsiteY1436" fmla="*/ 1403710 h 1505806"/>
                <a:gd name="connsiteX1437" fmla="*/ 1468989 w 2017827"/>
                <a:gd name="connsiteY1437" fmla="*/ 1401221 h 1505806"/>
                <a:gd name="connsiteX1438" fmla="*/ 1471479 w 2017827"/>
                <a:gd name="connsiteY1438" fmla="*/ 1399808 h 1505806"/>
                <a:gd name="connsiteX1439" fmla="*/ 1472893 w 2017827"/>
                <a:gd name="connsiteY1439" fmla="*/ 1398059 h 1505806"/>
                <a:gd name="connsiteX1440" fmla="*/ 1476359 w 2017827"/>
                <a:gd name="connsiteY1440" fmla="*/ 1398059 h 1505806"/>
                <a:gd name="connsiteX1441" fmla="*/ 1479826 w 2017827"/>
                <a:gd name="connsiteY1441" fmla="*/ 1399808 h 1505806"/>
                <a:gd name="connsiteX1442" fmla="*/ 1483292 w 2017827"/>
                <a:gd name="connsiteY1442" fmla="*/ 1399808 h 1505806"/>
                <a:gd name="connsiteX1443" fmla="*/ 1485042 w 2017827"/>
                <a:gd name="connsiteY1443" fmla="*/ 1399808 h 1505806"/>
                <a:gd name="connsiteX1444" fmla="*/ 1486792 w 2017827"/>
                <a:gd name="connsiteY1444" fmla="*/ 1398362 h 1505806"/>
                <a:gd name="connsiteX1445" fmla="*/ 1488105 w 2017827"/>
                <a:gd name="connsiteY1445" fmla="*/ 1396780 h 1505806"/>
                <a:gd name="connsiteX1446" fmla="*/ 1489989 w 2017827"/>
                <a:gd name="connsiteY1446" fmla="*/ 1392004 h 1505806"/>
                <a:gd name="connsiteX1447" fmla="*/ 1491134 w 2017827"/>
                <a:gd name="connsiteY1447" fmla="*/ 1388539 h 1505806"/>
                <a:gd name="connsiteX1448" fmla="*/ 1491134 w 2017827"/>
                <a:gd name="connsiteY1448" fmla="*/ 1384906 h 1505806"/>
                <a:gd name="connsiteX1449" fmla="*/ 1486119 w 2017827"/>
                <a:gd name="connsiteY1449" fmla="*/ 1378548 h 1505806"/>
                <a:gd name="connsiteX1450" fmla="*/ 1481273 w 2017827"/>
                <a:gd name="connsiteY1450" fmla="*/ 1372324 h 1505806"/>
                <a:gd name="connsiteX1451" fmla="*/ 1479691 w 2017827"/>
                <a:gd name="connsiteY1451" fmla="*/ 1365933 h 1505806"/>
                <a:gd name="connsiteX1452" fmla="*/ 1477234 w 2017827"/>
                <a:gd name="connsiteY1452" fmla="*/ 1355202 h 1505806"/>
                <a:gd name="connsiteX1453" fmla="*/ 1477537 w 2017827"/>
                <a:gd name="connsiteY1453" fmla="*/ 1350694 h 1505806"/>
                <a:gd name="connsiteX1454" fmla="*/ 1474205 w 2017827"/>
                <a:gd name="connsiteY1454" fmla="*/ 1349954 h 1505806"/>
                <a:gd name="connsiteX1455" fmla="*/ 1470739 w 2017827"/>
                <a:gd name="connsiteY1455" fmla="*/ 1347498 h 1505806"/>
                <a:gd name="connsiteX1456" fmla="*/ 1463772 w 2017827"/>
                <a:gd name="connsiteY1456" fmla="*/ 1342284 h 1505806"/>
                <a:gd name="connsiteX1457" fmla="*/ 1457816 w 2017827"/>
                <a:gd name="connsiteY1457" fmla="*/ 1340098 h 1505806"/>
                <a:gd name="connsiteX1458" fmla="*/ 1458085 w 2017827"/>
                <a:gd name="connsiteY1458" fmla="*/ 1334614 h 1505806"/>
                <a:gd name="connsiteX1459" fmla="*/ 1458085 w 2017827"/>
                <a:gd name="connsiteY1459" fmla="*/ 1329097 h 1505806"/>
                <a:gd name="connsiteX1460" fmla="*/ 1457580 w 2017827"/>
                <a:gd name="connsiteY1460" fmla="*/ 1323883 h 1505806"/>
                <a:gd name="connsiteX1461" fmla="*/ 1453171 w 2017827"/>
                <a:gd name="connsiteY1461" fmla="*/ 1324758 h 1505806"/>
                <a:gd name="connsiteX1462" fmla="*/ 1444185 w 2017827"/>
                <a:gd name="connsiteY1462" fmla="*/ 1318400 h 1505806"/>
                <a:gd name="connsiteX1463" fmla="*/ 1439541 w 2017827"/>
                <a:gd name="connsiteY1463" fmla="*/ 1312311 h 1505806"/>
                <a:gd name="connsiteX1464" fmla="*/ 1431430 w 2017827"/>
                <a:gd name="connsiteY1464" fmla="*/ 1307669 h 1505806"/>
                <a:gd name="connsiteX1465" fmla="*/ 1422747 w 2017827"/>
                <a:gd name="connsiteY1465" fmla="*/ 1300134 h 1505806"/>
                <a:gd name="connsiteX1466" fmla="*/ 1423892 w 2017827"/>
                <a:gd name="connsiteY1466" fmla="*/ 1294348 h 1505806"/>
                <a:gd name="connsiteX1467" fmla="*/ 1424767 w 2017827"/>
                <a:gd name="connsiteY1467" fmla="*/ 1286812 h 1505806"/>
                <a:gd name="connsiteX1468" fmla="*/ 1430555 w 2017827"/>
                <a:gd name="connsiteY1468" fmla="*/ 1283919 h 1505806"/>
                <a:gd name="connsiteX1469" fmla="*/ 1432575 w 2017827"/>
                <a:gd name="connsiteY1469" fmla="*/ 1275812 h 1505806"/>
                <a:gd name="connsiteX1470" fmla="*/ 1430252 w 2017827"/>
                <a:gd name="connsiteY1470" fmla="*/ 1271742 h 1505806"/>
                <a:gd name="connsiteX1471" fmla="*/ 1425608 w 2017827"/>
                <a:gd name="connsiteY1471" fmla="*/ 1262188 h 1505806"/>
                <a:gd name="connsiteX1472" fmla="*/ 1418642 w 2017827"/>
                <a:gd name="connsiteY1472" fmla="*/ 1249439 h 1505806"/>
                <a:gd name="connsiteX1473" fmla="*/ 1412853 w 2017827"/>
                <a:gd name="connsiteY1473" fmla="*/ 1237261 h 1505806"/>
                <a:gd name="connsiteX1474" fmla="*/ 1412853 w 2017827"/>
                <a:gd name="connsiteY1474" fmla="*/ 1229154 h 1505806"/>
                <a:gd name="connsiteX1475" fmla="*/ 1417194 w 2017827"/>
                <a:gd name="connsiteY1475" fmla="*/ 1225958 h 1505806"/>
                <a:gd name="connsiteX1476" fmla="*/ 1427930 w 2017827"/>
                <a:gd name="connsiteY1476" fmla="*/ 1225958 h 1505806"/>
                <a:gd name="connsiteX1477" fmla="*/ 1432002 w 2017827"/>
                <a:gd name="connsiteY1477" fmla="*/ 1223503 h 1505806"/>
                <a:gd name="connsiteX1478" fmla="*/ 1436344 w 2017827"/>
                <a:gd name="connsiteY1478" fmla="*/ 1219600 h 1505806"/>
                <a:gd name="connsiteX1479" fmla="*/ 1445330 w 2017827"/>
                <a:gd name="connsiteY1479" fmla="*/ 1213814 h 1505806"/>
                <a:gd name="connsiteX1480" fmla="*/ 1450243 w 2017827"/>
                <a:gd name="connsiteY1480" fmla="*/ 1207154 h 1505806"/>
                <a:gd name="connsiteX1481" fmla="*/ 1454585 w 2017827"/>
                <a:gd name="connsiteY1481" fmla="*/ 1204833 h 1505806"/>
                <a:gd name="connsiteX1482" fmla="*/ 1463873 w 2017827"/>
                <a:gd name="connsiteY1482" fmla="*/ 1203958 h 1505806"/>
                <a:gd name="connsiteX1483" fmla="*/ 1471715 w 2017827"/>
                <a:gd name="connsiteY1483" fmla="*/ 1208600 h 1505806"/>
                <a:gd name="connsiteX1484" fmla="*/ 1483292 w 2017827"/>
                <a:gd name="connsiteY1484" fmla="*/ 1212065 h 1505806"/>
                <a:gd name="connsiteX1485" fmla="*/ 1499817 w 2017827"/>
                <a:gd name="connsiteY1485" fmla="*/ 1212065 h 1505806"/>
                <a:gd name="connsiteX1486" fmla="*/ 1515466 w 2017827"/>
                <a:gd name="connsiteY1486" fmla="*/ 1209609 h 1505806"/>
                <a:gd name="connsiteX1487" fmla="*/ 1530240 w 2017827"/>
                <a:gd name="connsiteY1487" fmla="*/ 1206582 h 1505806"/>
                <a:gd name="connsiteX1488" fmla="*/ 1548784 w 2017827"/>
                <a:gd name="connsiteY1488" fmla="*/ 1203117 h 1505806"/>
                <a:gd name="connsiteX1489" fmla="*/ 1558073 w 2017827"/>
                <a:gd name="connsiteY1489" fmla="*/ 1201671 h 1505806"/>
                <a:gd name="connsiteX1490" fmla="*/ 1565039 w 2017827"/>
                <a:gd name="connsiteY1490" fmla="*/ 1201671 h 1505806"/>
                <a:gd name="connsiteX1491" fmla="*/ 1574025 w 2017827"/>
                <a:gd name="connsiteY1491" fmla="*/ 1201671 h 1505806"/>
                <a:gd name="connsiteX1492" fmla="*/ 1579241 w 2017827"/>
                <a:gd name="connsiteY1492" fmla="*/ 1198912 h 1505806"/>
                <a:gd name="connsiteX1493" fmla="*/ 1582708 w 2017827"/>
                <a:gd name="connsiteY1493" fmla="*/ 1194404 h 1505806"/>
                <a:gd name="connsiteX1494" fmla="*/ 1592838 w 2017827"/>
                <a:gd name="connsiteY1494" fmla="*/ 1194404 h 1505806"/>
                <a:gd name="connsiteX1495" fmla="*/ 1600646 w 2017827"/>
                <a:gd name="connsiteY1495" fmla="*/ 1192386 h 1505806"/>
                <a:gd name="connsiteX1496" fmla="*/ 1607881 w 2017827"/>
                <a:gd name="connsiteY1496" fmla="*/ 1189762 h 1505806"/>
                <a:gd name="connsiteX1497" fmla="*/ 1611651 w 2017827"/>
                <a:gd name="connsiteY1497" fmla="*/ 1194404 h 1505806"/>
                <a:gd name="connsiteX1498" fmla="*/ 1617742 w 2017827"/>
                <a:gd name="connsiteY1498" fmla="*/ 1192958 h 1505806"/>
                <a:gd name="connsiteX1499" fmla="*/ 1626156 w 2017827"/>
                <a:gd name="connsiteY1499" fmla="*/ 1185994 h 1505806"/>
                <a:gd name="connsiteX1500" fmla="*/ 1637464 w 2017827"/>
                <a:gd name="connsiteY1500" fmla="*/ 1181352 h 1505806"/>
                <a:gd name="connsiteX1501" fmla="*/ 1641536 w 2017827"/>
                <a:gd name="connsiteY1501" fmla="*/ 1185994 h 1505806"/>
                <a:gd name="connsiteX1502" fmla="*/ 1649377 w 2017827"/>
                <a:gd name="connsiteY1502" fmla="*/ 1185994 h 1505806"/>
                <a:gd name="connsiteX1503" fmla="*/ 1652575 w 2017827"/>
                <a:gd name="connsiteY1503" fmla="*/ 1184413 h 1505806"/>
                <a:gd name="connsiteX1504" fmla="*/ 1670243 w 2017827"/>
                <a:gd name="connsiteY1504" fmla="*/ 1181655 h 1505806"/>
                <a:gd name="connsiteX1505" fmla="*/ 1670243 w 2017827"/>
                <a:gd name="connsiteY1505" fmla="*/ 1177147 h 1505806"/>
                <a:gd name="connsiteX1506" fmla="*/ 1673609 w 2017827"/>
                <a:gd name="connsiteY1506" fmla="*/ 1174422 h 1505806"/>
                <a:gd name="connsiteX1507" fmla="*/ 1673676 w 2017827"/>
                <a:gd name="connsiteY1507" fmla="*/ 1174422 h 1505806"/>
                <a:gd name="connsiteX1508" fmla="*/ 1673575 w 2017827"/>
                <a:gd name="connsiteY1508" fmla="*/ 1173514 h 150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Lst>
              <a:rect l="l" t="t" r="r" b="b"/>
              <a:pathLst>
                <a:path w="2017827" h="1505806">
                  <a:moveTo>
                    <a:pt x="1673575" y="1173514"/>
                  </a:moveTo>
                  <a:cubicBezTo>
                    <a:pt x="1673575" y="1173514"/>
                    <a:pt x="1674114" y="1170789"/>
                    <a:pt x="1674349" y="1170352"/>
                  </a:cubicBezTo>
                  <a:cubicBezTo>
                    <a:pt x="1674551" y="1169915"/>
                    <a:pt x="1674887" y="1168939"/>
                    <a:pt x="1674989" y="1168502"/>
                  </a:cubicBezTo>
                  <a:cubicBezTo>
                    <a:pt x="1675090" y="1168065"/>
                    <a:pt x="1675527" y="1167526"/>
                    <a:pt x="1675527" y="1166854"/>
                  </a:cubicBezTo>
                  <a:cubicBezTo>
                    <a:pt x="1675527" y="1166214"/>
                    <a:pt x="1676301" y="1163153"/>
                    <a:pt x="1676301" y="1162716"/>
                  </a:cubicBezTo>
                  <a:cubicBezTo>
                    <a:pt x="1676301" y="1162278"/>
                    <a:pt x="1676739" y="1159991"/>
                    <a:pt x="1676739" y="1159991"/>
                  </a:cubicBezTo>
                  <a:cubicBezTo>
                    <a:pt x="1676739" y="1159991"/>
                    <a:pt x="1676941" y="1157939"/>
                    <a:pt x="1676941" y="1157502"/>
                  </a:cubicBezTo>
                  <a:cubicBezTo>
                    <a:pt x="1676941" y="1157064"/>
                    <a:pt x="1677041" y="1155651"/>
                    <a:pt x="1677041" y="1155651"/>
                  </a:cubicBezTo>
                  <a:lnTo>
                    <a:pt x="1677041" y="1153902"/>
                  </a:lnTo>
                  <a:cubicBezTo>
                    <a:pt x="1677041" y="1153902"/>
                    <a:pt x="1676772" y="1151615"/>
                    <a:pt x="1676671" y="1150875"/>
                  </a:cubicBezTo>
                  <a:cubicBezTo>
                    <a:pt x="1676570" y="1150101"/>
                    <a:pt x="1676402" y="1149125"/>
                    <a:pt x="1676402" y="1149125"/>
                  </a:cubicBezTo>
                  <a:lnTo>
                    <a:pt x="1674551" y="1147914"/>
                  </a:lnTo>
                  <a:lnTo>
                    <a:pt x="1673575" y="1146939"/>
                  </a:lnTo>
                  <a:lnTo>
                    <a:pt x="1669570" y="1144349"/>
                  </a:lnTo>
                  <a:lnTo>
                    <a:pt x="1668796" y="1143810"/>
                  </a:lnTo>
                  <a:lnTo>
                    <a:pt x="1668460" y="1140648"/>
                  </a:lnTo>
                  <a:lnTo>
                    <a:pt x="1667820" y="1136511"/>
                  </a:lnTo>
                  <a:lnTo>
                    <a:pt x="1666609" y="1133046"/>
                  </a:lnTo>
                  <a:lnTo>
                    <a:pt x="1666609" y="1129682"/>
                  </a:lnTo>
                  <a:lnTo>
                    <a:pt x="1670075" y="1126082"/>
                  </a:lnTo>
                  <a:lnTo>
                    <a:pt x="1670075" y="1119018"/>
                  </a:lnTo>
                  <a:lnTo>
                    <a:pt x="1670916" y="1110204"/>
                  </a:lnTo>
                  <a:lnTo>
                    <a:pt x="1671825" y="1106941"/>
                  </a:lnTo>
                  <a:lnTo>
                    <a:pt x="1671825" y="1104116"/>
                  </a:lnTo>
                  <a:cubicBezTo>
                    <a:pt x="1671825" y="1104116"/>
                    <a:pt x="1671623" y="1102501"/>
                    <a:pt x="1671287" y="1102030"/>
                  </a:cubicBezTo>
                  <a:cubicBezTo>
                    <a:pt x="1670950" y="1101593"/>
                    <a:pt x="1670647" y="1100819"/>
                    <a:pt x="1670950" y="1100079"/>
                  </a:cubicBezTo>
                  <a:cubicBezTo>
                    <a:pt x="1671287" y="1099305"/>
                    <a:pt x="1670950" y="1098229"/>
                    <a:pt x="1670950" y="1098229"/>
                  </a:cubicBezTo>
                  <a:lnTo>
                    <a:pt x="1672566" y="1095504"/>
                  </a:lnTo>
                  <a:lnTo>
                    <a:pt x="1675056" y="1091804"/>
                  </a:lnTo>
                  <a:cubicBezTo>
                    <a:pt x="1675056" y="1091804"/>
                    <a:pt x="1676368" y="1089314"/>
                    <a:pt x="1676907" y="1088641"/>
                  </a:cubicBezTo>
                  <a:cubicBezTo>
                    <a:pt x="1677445" y="1088002"/>
                    <a:pt x="1680373" y="1086589"/>
                    <a:pt x="1680373" y="1086589"/>
                  </a:cubicBezTo>
                  <a:cubicBezTo>
                    <a:pt x="1680373" y="1086589"/>
                    <a:pt x="1682998" y="1083663"/>
                    <a:pt x="1683974" y="1081712"/>
                  </a:cubicBezTo>
                  <a:cubicBezTo>
                    <a:pt x="1684950" y="1079760"/>
                    <a:pt x="1684614" y="1080938"/>
                    <a:pt x="1686027" y="1079660"/>
                  </a:cubicBezTo>
                  <a:cubicBezTo>
                    <a:pt x="1687441" y="1078348"/>
                    <a:pt x="1687643" y="1077809"/>
                    <a:pt x="1688518" y="1076598"/>
                  </a:cubicBezTo>
                  <a:cubicBezTo>
                    <a:pt x="1689393" y="1075421"/>
                    <a:pt x="1689729" y="1073571"/>
                    <a:pt x="1689830" y="1073133"/>
                  </a:cubicBezTo>
                  <a:cubicBezTo>
                    <a:pt x="1689931" y="1072696"/>
                    <a:pt x="1689628" y="1070745"/>
                    <a:pt x="1689628" y="1070745"/>
                  </a:cubicBezTo>
                  <a:lnTo>
                    <a:pt x="1688551" y="1066506"/>
                  </a:lnTo>
                  <a:lnTo>
                    <a:pt x="1689022" y="1043699"/>
                  </a:lnTo>
                  <a:cubicBezTo>
                    <a:pt x="1689022" y="1043699"/>
                    <a:pt x="1689527" y="1041647"/>
                    <a:pt x="1689527" y="1041209"/>
                  </a:cubicBezTo>
                  <a:cubicBezTo>
                    <a:pt x="1689527" y="1040772"/>
                    <a:pt x="1689628" y="1039595"/>
                    <a:pt x="1689191" y="1039023"/>
                  </a:cubicBezTo>
                  <a:cubicBezTo>
                    <a:pt x="1688753" y="1038485"/>
                    <a:pt x="1689191" y="1037375"/>
                    <a:pt x="1689191" y="1037375"/>
                  </a:cubicBezTo>
                  <a:lnTo>
                    <a:pt x="1689191" y="1033910"/>
                  </a:lnTo>
                  <a:lnTo>
                    <a:pt x="1689191" y="1032160"/>
                  </a:lnTo>
                  <a:lnTo>
                    <a:pt x="1691109" y="1032059"/>
                  </a:lnTo>
                  <a:lnTo>
                    <a:pt x="1693330" y="1032160"/>
                  </a:lnTo>
                  <a:cubicBezTo>
                    <a:pt x="1693330" y="1032160"/>
                    <a:pt x="1695720" y="1032699"/>
                    <a:pt x="1696157" y="1032699"/>
                  </a:cubicBezTo>
                  <a:cubicBezTo>
                    <a:pt x="1696595" y="1032699"/>
                    <a:pt x="1698883" y="1033876"/>
                    <a:pt x="1698883" y="1033876"/>
                  </a:cubicBezTo>
                  <a:cubicBezTo>
                    <a:pt x="1698883" y="1033876"/>
                    <a:pt x="1703326" y="1034953"/>
                    <a:pt x="1703763" y="1035188"/>
                  </a:cubicBezTo>
                  <a:cubicBezTo>
                    <a:pt x="1704201" y="1035423"/>
                    <a:pt x="1708206" y="1035289"/>
                    <a:pt x="1709081" y="1035289"/>
                  </a:cubicBezTo>
                  <a:cubicBezTo>
                    <a:pt x="1709956" y="1035289"/>
                    <a:pt x="1715071" y="1038451"/>
                    <a:pt x="1715711" y="1038451"/>
                  </a:cubicBezTo>
                  <a:cubicBezTo>
                    <a:pt x="1716350" y="1038451"/>
                    <a:pt x="1718975" y="1039628"/>
                    <a:pt x="1719312" y="1039763"/>
                  </a:cubicBezTo>
                  <a:cubicBezTo>
                    <a:pt x="1719648" y="1039864"/>
                    <a:pt x="1720826" y="1040537"/>
                    <a:pt x="1722374" y="1040638"/>
                  </a:cubicBezTo>
                  <a:cubicBezTo>
                    <a:pt x="1723889" y="1040739"/>
                    <a:pt x="1723889" y="1040974"/>
                    <a:pt x="1726413" y="1040974"/>
                  </a:cubicBezTo>
                  <a:cubicBezTo>
                    <a:pt x="1728903" y="1040974"/>
                    <a:pt x="1728903" y="1041075"/>
                    <a:pt x="1729240" y="1040873"/>
                  </a:cubicBezTo>
                  <a:cubicBezTo>
                    <a:pt x="1729576" y="1040638"/>
                    <a:pt x="1731528" y="1040772"/>
                    <a:pt x="1732841" y="1040671"/>
                  </a:cubicBezTo>
                  <a:cubicBezTo>
                    <a:pt x="1734153" y="1040570"/>
                    <a:pt x="1734692" y="1040133"/>
                    <a:pt x="1735769" y="1039898"/>
                  </a:cubicBezTo>
                  <a:cubicBezTo>
                    <a:pt x="1736846" y="1039696"/>
                    <a:pt x="1737956" y="1039258"/>
                    <a:pt x="1738394" y="1038922"/>
                  </a:cubicBezTo>
                  <a:cubicBezTo>
                    <a:pt x="1738831" y="1038586"/>
                    <a:pt x="1739471" y="1038283"/>
                    <a:pt x="1739471" y="1038283"/>
                  </a:cubicBezTo>
                  <a:lnTo>
                    <a:pt x="1741221" y="1037745"/>
                  </a:lnTo>
                  <a:cubicBezTo>
                    <a:pt x="1741221" y="1037745"/>
                    <a:pt x="1742399" y="1037307"/>
                    <a:pt x="1743509" y="1037105"/>
                  </a:cubicBezTo>
                  <a:cubicBezTo>
                    <a:pt x="1744586" y="1036904"/>
                    <a:pt x="1744923" y="1036668"/>
                    <a:pt x="1745461" y="1036231"/>
                  </a:cubicBezTo>
                  <a:cubicBezTo>
                    <a:pt x="1746000" y="1035794"/>
                    <a:pt x="1746538" y="1035794"/>
                    <a:pt x="1747211" y="1035592"/>
                  </a:cubicBezTo>
                  <a:cubicBezTo>
                    <a:pt x="1747851" y="1035390"/>
                    <a:pt x="1748827" y="1034717"/>
                    <a:pt x="1749163" y="1034381"/>
                  </a:cubicBezTo>
                  <a:cubicBezTo>
                    <a:pt x="1749500" y="1034044"/>
                    <a:pt x="1750476" y="1033304"/>
                    <a:pt x="1750476" y="1033304"/>
                  </a:cubicBezTo>
                  <a:lnTo>
                    <a:pt x="1751889" y="1032228"/>
                  </a:lnTo>
                  <a:lnTo>
                    <a:pt x="1753404" y="1031689"/>
                  </a:lnTo>
                  <a:lnTo>
                    <a:pt x="1754481" y="1031252"/>
                  </a:lnTo>
                  <a:cubicBezTo>
                    <a:pt x="1754481" y="1031252"/>
                    <a:pt x="1755995" y="1030815"/>
                    <a:pt x="1756433" y="1030377"/>
                  </a:cubicBezTo>
                  <a:cubicBezTo>
                    <a:pt x="1756870" y="1029940"/>
                    <a:pt x="1757745" y="1029200"/>
                    <a:pt x="1758385" y="1028763"/>
                  </a:cubicBezTo>
                  <a:cubicBezTo>
                    <a:pt x="1759024" y="1028326"/>
                    <a:pt x="1759563" y="1027552"/>
                    <a:pt x="1759563" y="1027552"/>
                  </a:cubicBezTo>
                  <a:lnTo>
                    <a:pt x="1760337" y="1027014"/>
                  </a:lnTo>
                  <a:lnTo>
                    <a:pt x="1761212" y="1026576"/>
                  </a:lnTo>
                  <a:lnTo>
                    <a:pt x="1762524" y="1025399"/>
                  </a:lnTo>
                  <a:cubicBezTo>
                    <a:pt x="1762524" y="1025399"/>
                    <a:pt x="1763837" y="1024760"/>
                    <a:pt x="1764274" y="1024760"/>
                  </a:cubicBezTo>
                  <a:cubicBezTo>
                    <a:pt x="1764712" y="1024760"/>
                    <a:pt x="1766024" y="1023986"/>
                    <a:pt x="1766024" y="1023986"/>
                  </a:cubicBezTo>
                  <a:lnTo>
                    <a:pt x="1767101" y="1022775"/>
                  </a:lnTo>
                  <a:lnTo>
                    <a:pt x="1767976" y="1021026"/>
                  </a:lnTo>
                  <a:cubicBezTo>
                    <a:pt x="1767976" y="1021026"/>
                    <a:pt x="1769928" y="1018402"/>
                    <a:pt x="1770029" y="1017998"/>
                  </a:cubicBezTo>
                  <a:cubicBezTo>
                    <a:pt x="1770130" y="1017561"/>
                    <a:pt x="1771442" y="1016249"/>
                    <a:pt x="1771779" y="1015711"/>
                  </a:cubicBezTo>
                  <a:cubicBezTo>
                    <a:pt x="1772116" y="1015172"/>
                    <a:pt x="1772553" y="1013423"/>
                    <a:pt x="1772856" y="1012549"/>
                  </a:cubicBezTo>
                  <a:cubicBezTo>
                    <a:pt x="1773193" y="1011674"/>
                    <a:pt x="1775145" y="1008074"/>
                    <a:pt x="1775145" y="1008074"/>
                  </a:cubicBezTo>
                  <a:cubicBezTo>
                    <a:pt x="1775145" y="1008074"/>
                    <a:pt x="1779486" y="1002961"/>
                    <a:pt x="1780799" y="1002221"/>
                  </a:cubicBezTo>
                  <a:cubicBezTo>
                    <a:pt x="1782111" y="1001447"/>
                    <a:pt x="1785477" y="998958"/>
                    <a:pt x="1785477" y="998958"/>
                  </a:cubicBezTo>
                  <a:lnTo>
                    <a:pt x="1790357" y="990918"/>
                  </a:lnTo>
                  <a:lnTo>
                    <a:pt x="1797861" y="982441"/>
                  </a:lnTo>
                  <a:lnTo>
                    <a:pt x="1807857" y="975814"/>
                  </a:lnTo>
                  <a:cubicBezTo>
                    <a:pt x="1807857" y="975814"/>
                    <a:pt x="1817112" y="970398"/>
                    <a:pt x="1817415" y="970163"/>
                  </a:cubicBezTo>
                  <a:cubicBezTo>
                    <a:pt x="1817751" y="969927"/>
                    <a:pt x="1825795" y="963973"/>
                    <a:pt x="1825795" y="963973"/>
                  </a:cubicBezTo>
                  <a:lnTo>
                    <a:pt x="1831449" y="959297"/>
                  </a:lnTo>
                  <a:lnTo>
                    <a:pt x="1845483" y="949306"/>
                  </a:lnTo>
                  <a:lnTo>
                    <a:pt x="1853627" y="942141"/>
                  </a:lnTo>
                  <a:cubicBezTo>
                    <a:pt x="1853627" y="942141"/>
                    <a:pt x="1856892" y="939752"/>
                    <a:pt x="1857329" y="939651"/>
                  </a:cubicBezTo>
                  <a:cubicBezTo>
                    <a:pt x="1857767" y="939550"/>
                    <a:pt x="1860796" y="936725"/>
                    <a:pt x="1861334" y="936287"/>
                  </a:cubicBezTo>
                  <a:cubicBezTo>
                    <a:pt x="1861873" y="935850"/>
                    <a:pt x="1865473" y="934000"/>
                    <a:pt x="1866651" y="933024"/>
                  </a:cubicBezTo>
                  <a:cubicBezTo>
                    <a:pt x="1867863" y="932049"/>
                    <a:pt x="1871868" y="930737"/>
                    <a:pt x="1872844" y="930098"/>
                  </a:cubicBezTo>
                  <a:cubicBezTo>
                    <a:pt x="1873820" y="929425"/>
                    <a:pt x="1877959" y="928046"/>
                    <a:pt x="1877959" y="928046"/>
                  </a:cubicBezTo>
                  <a:lnTo>
                    <a:pt x="1882099" y="925018"/>
                  </a:lnTo>
                  <a:lnTo>
                    <a:pt x="1897210" y="922966"/>
                  </a:lnTo>
                  <a:lnTo>
                    <a:pt x="1915787" y="918055"/>
                  </a:lnTo>
                  <a:lnTo>
                    <a:pt x="1918816" y="917617"/>
                  </a:lnTo>
                  <a:cubicBezTo>
                    <a:pt x="1918816" y="917617"/>
                    <a:pt x="1922619" y="918694"/>
                    <a:pt x="1925008" y="920006"/>
                  </a:cubicBezTo>
                  <a:cubicBezTo>
                    <a:pt x="1927398" y="921318"/>
                    <a:pt x="1927196" y="919669"/>
                    <a:pt x="1927936" y="919569"/>
                  </a:cubicBezTo>
                  <a:cubicBezTo>
                    <a:pt x="1928710" y="919468"/>
                    <a:pt x="1930864" y="918257"/>
                    <a:pt x="1931201" y="918257"/>
                  </a:cubicBezTo>
                  <a:cubicBezTo>
                    <a:pt x="1931537" y="918257"/>
                    <a:pt x="1934364" y="917517"/>
                    <a:pt x="1934364" y="917517"/>
                  </a:cubicBezTo>
                  <a:cubicBezTo>
                    <a:pt x="1934364" y="917517"/>
                    <a:pt x="1938369" y="914893"/>
                    <a:pt x="1938807" y="914893"/>
                  </a:cubicBezTo>
                  <a:cubicBezTo>
                    <a:pt x="1939244" y="914893"/>
                    <a:pt x="1942273" y="914893"/>
                    <a:pt x="1942273" y="914893"/>
                  </a:cubicBezTo>
                  <a:cubicBezTo>
                    <a:pt x="1942273" y="914893"/>
                    <a:pt x="1944999" y="915666"/>
                    <a:pt x="1946615" y="915666"/>
                  </a:cubicBezTo>
                  <a:cubicBezTo>
                    <a:pt x="1948230" y="915666"/>
                    <a:pt x="1951192" y="917617"/>
                    <a:pt x="1951629" y="917617"/>
                  </a:cubicBezTo>
                  <a:cubicBezTo>
                    <a:pt x="1952067" y="917617"/>
                    <a:pt x="1956072" y="918694"/>
                    <a:pt x="1956509" y="918828"/>
                  </a:cubicBezTo>
                  <a:cubicBezTo>
                    <a:pt x="1956947" y="918929"/>
                    <a:pt x="1966841" y="922091"/>
                    <a:pt x="1967279" y="922091"/>
                  </a:cubicBezTo>
                  <a:cubicBezTo>
                    <a:pt x="1967716" y="922091"/>
                    <a:pt x="1975961" y="921991"/>
                    <a:pt x="1976197" y="921553"/>
                  </a:cubicBezTo>
                  <a:cubicBezTo>
                    <a:pt x="1976399" y="921116"/>
                    <a:pt x="1980337" y="915902"/>
                    <a:pt x="1980337" y="915902"/>
                  </a:cubicBezTo>
                  <a:cubicBezTo>
                    <a:pt x="1980337" y="915902"/>
                    <a:pt x="1983702" y="913715"/>
                    <a:pt x="1983803" y="913413"/>
                  </a:cubicBezTo>
                  <a:cubicBezTo>
                    <a:pt x="1983904" y="913076"/>
                    <a:pt x="1989659" y="910385"/>
                    <a:pt x="1989659" y="910385"/>
                  </a:cubicBezTo>
                  <a:cubicBezTo>
                    <a:pt x="1989659" y="910385"/>
                    <a:pt x="1991947" y="907896"/>
                    <a:pt x="1992250" y="907357"/>
                  </a:cubicBezTo>
                  <a:cubicBezTo>
                    <a:pt x="1992587" y="906819"/>
                    <a:pt x="1992048" y="904733"/>
                    <a:pt x="1992048" y="904733"/>
                  </a:cubicBezTo>
                  <a:lnTo>
                    <a:pt x="1987471" y="899519"/>
                  </a:lnTo>
                  <a:lnTo>
                    <a:pt x="1989659" y="888015"/>
                  </a:lnTo>
                  <a:lnTo>
                    <a:pt x="1992688" y="880076"/>
                  </a:lnTo>
                  <a:lnTo>
                    <a:pt x="1993563" y="869008"/>
                  </a:lnTo>
                  <a:lnTo>
                    <a:pt x="1992149" y="858344"/>
                  </a:lnTo>
                  <a:cubicBezTo>
                    <a:pt x="1992149" y="858344"/>
                    <a:pt x="1993125" y="852155"/>
                    <a:pt x="1993226" y="851818"/>
                  </a:cubicBezTo>
                  <a:cubicBezTo>
                    <a:pt x="1993327" y="851482"/>
                    <a:pt x="1993226" y="848017"/>
                    <a:pt x="1993226" y="847681"/>
                  </a:cubicBezTo>
                  <a:cubicBezTo>
                    <a:pt x="1993226" y="847344"/>
                    <a:pt x="1993664" y="843005"/>
                    <a:pt x="1993866" y="842467"/>
                  </a:cubicBezTo>
                  <a:cubicBezTo>
                    <a:pt x="1994068" y="841928"/>
                    <a:pt x="1996053" y="839876"/>
                    <a:pt x="1996457" y="839203"/>
                  </a:cubicBezTo>
                  <a:cubicBezTo>
                    <a:pt x="1996895" y="838564"/>
                    <a:pt x="2000058" y="837252"/>
                    <a:pt x="2002212" y="835739"/>
                  </a:cubicBezTo>
                  <a:cubicBezTo>
                    <a:pt x="2004400" y="834225"/>
                    <a:pt x="2008068" y="831735"/>
                    <a:pt x="2008405" y="831500"/>
                  </a:cubicBezTo>
                  <a:cubicBezTo>
                    <a:pt x="2008741" y="831264"/>
                    <a:pt x="2015674" y="830861"/>
                    <a:pt x="2015674" y="830861"/>
                  </a:cubicBezTo>
                  <a:lnTo>
                    <a:pt x="2017087" y="829179"/>
                  </a:lnTo>
                  <a:lnTo>
                    <a:pt x="2017828" y="827160"/>
                  </a:lnTo>
                  <a:lnTo>
                    <a:pt x="2017828" y="823696"/>
                  </a:lnTo>
                  <a:cubicBezTo>
                    <a:pt x="2017828" y="823696"/>
                    <a:pt x="2017828" y="816631"/>
                    <a:pt x="2017828" y="816194"/>
                  </a:cubicBezTo>
                  <a:cubicBezTo>
                    <a:pt x="2017828" y="815757"/>
                    <a:pt x="2017188" y="811955"/>
                    <a:pt x="2016751" y="810643"/>
                  </a:cubicBezTo>
                  <a:cubicBezTo>
                    <a:pt x="2016313" y="809331"/>
                    <a:pt x="2015337" y="807380"/>
                    <a:pt x="2014900" y="807044"/>
                  </a:cubicBezTo>
                  <a:cubicBezTo>
                    <a:pt x="2014462" y="806708"/>
                    <a:pt x="2012409" y="803344"/>
                    <a:pt x="2012174" y="802805"/>
                  </a:cubicBezTo>
                  <a:cubicBezTo>
                    <a:pt x="2011972" y="802267"/>
                    <a:pt x="2008371" y="798029"/>
                    <a:pt x="2008371" y="798029"/>
                  </a:cubicBezTo>
                  <a:cubicBezTo>
                    <a:pt x="2008371" y="798029"/>
                    <a:pt x="2005880" y="792814"/>
                    <a:pt x="2005880" y="792377"/>
                  </a:cubicBezTo>
                  <a:cubicBezTo>
                    <a:pt x="2005880" y="791940"/>
                    <a:pt x="2003491" y="789350"/>
                    <a:pt x="2003491" y="789350"/>
                  </a:cubicBezTo>
                  <a:lnTo>
                    <a:pt x="1997837" y="782487"/>
                  </a:lnTo>
                  <a:cubicBezTo>
                    <a:pt x="1997837" y="782487"/>
                    <a:pt x="1995650" y="778248"/>
                    <a:pt x="1995347" y="777710"/>
                  </a:cubicBezTo>
                  <a:cubicBezTo>
                    <a:pt x="1995010" y="777172"/>
                    <a:pt x="1990568" y="772933"/>
                    <a:pt x="1990568" y="772933"/>
                  </a:cubicBezTo>
                  <a:cubicBezTo>
                    <a:pt x="1990568" y="772933"/>
                    <a:pt x="1988077" y="769771"/>
                    <a:pt x="1987842" y="769468"/>
                  </a:cubicBezTo>
                  <a:cubicBezTo>
                    <a:pt x="1987640" y="769132"/>
                    <a:pt x="1982962" y="762606"/>
                    <a:pt x="1982962" y="762606"/>
                  </a:cubicBezTo>
                  <a:lnTo>
                    <a:pt x="1981346" y="755878"/>
                  </a:lnTo>
                  <a:lnTo>
                    <a:pt x="1981346" y="748040"/>
                  </a:lnTo>
                  <a:lnTo>
                    <a:pt x="1980370" y="735560"/>
                  </a:lnTo>
                  <a:lnTo>
                    <a:pt x="1978317" y="727419"/>
                  </a:lnTo>
                  <a:lnTo>
                    <a:pt x="1975591" y="719816"/>
                  </a:lnTo>
                  <a:lnTo>
                    <a:pt x="1974514" y="711137"/>
                  </a:lnTo>
                  <a:lnTo>
                    <a:pt x="1973538" y="702997"/>
                  </a:lnTo>
                  <a:lnTo>
                    <a:pt x="1974514" y="698993"/>
                  </a:lnTo>
                  <a:cubicBezTo>
                    <a:pt x="1974514" y="698993"/>
                    <a:pt x="1972764" y="690516"/>
                    <a:pt x="1972461" y="690180"/>
                  </a:cubicBezTo>
                  <a:cubicBezTo>
                    <a:pt x="1972125" y="689844"/>
                    <a:pt x="1971687" y="687455"/>
                    <a:pt x="1971216" y="686580"/>
                  </a:cubicBezTo>
                  <a:cubicBezTo>
                    <a:pt x="1970745" y="685706"/>
                    <a:pt x="1971384" y="682005"/>
                    <a:pt x="1971149" y="680929"/>
                  </a:cubicBezTo>
                  <a:cubicBezTo>
                    <a:pt x="1970913" y="679853"/>
                    <a:pt x="1971351" y="676051"/>
                    <a:pt x="1971149" y="674941"/>
                  </a:cubicBezTo>
                  <a:cubicBezTo>
                    <a:pt x="1970913" y="673865"/>
                    <a:pt x="1970173" y="673865"/>
                    <a:pt x="1969735" y="673730"/>
                  </a:cubicBezTo>
                  <a:cubicBezTo>
                    <a:pt x="1969298" y="673629"/>
                    <a:pt x="1967144" y="675681"/>
                    <a:pt x="1966706" y="676455"/>
                  </a:cubicBezTo>
                  <a:cubicBezTo>
                    <a:pt x="1966269" y="677229"/>
                    <a:pt x="1962028" y="676892"/>
                    <a:pt x="1961591" y="676657"/>
                  </a:cubicBezTo>
                  <a:cubicBezTo>
                    <a:pt x="1961154" y="676455"/>
                    <a:pt x="1958326" y="674268"/>
                    <a:pt x="1958326" y="674268"/>
                  </a:cubicBezTo>
                  <a:cubicBezTo>
                    <a:pt x="1958326" y="674268"/>
                    <a:pt x="1956913" y="671544"/>
                    <a:pt x="1956812" y="671005"/>
                  </a:cubicBezTo>
                  <a:cubicBezTo>
                    <a:pt x="1956711" y="670467"/>
                    <a:pt x="1956173" y="669592"/>
                    <a:pt x="1956173" y="669592"/>
                  </a:cubicBezTo>
                  <a:lnTo>
                    <a:pt x="1955399" y="667978"/>
                  </a:lnTo>
                  <a:cubicBezTo>
                    <a:pt x="1955399" y="667978"/>
                    <a:pt x="1954759" y="665791"/>
                    <a:pt x="1954759" y="665354"/>
                  </a:cubicBezTo>
                  <a:cubicBezTo>
                    <a:pt x="1954759" y="664917"/>
                    <a:pt x="1954120" y="661216"/>
                    <a:pt x="1954120" y="661216"/>
                  </a:cubicBezTo>
                  <a:lnTo>
                    <a:pt x="1954658" y="658592"/>
                  </a:lnTo>
                  <a:lnTo>
                    <a:pt x="1954860" y="657381"/>
                  </a:lnTo>
                  <a:lnTo>
                    <a:pt x="1956812" y="654555"/>
                  </a:lnTo>
                  <a:lnTo>
                    <a:pt x="1959841" y="652806"/>
                  </a:lnTo>
                  <a:cubicBezTo>
                    <a:pt x="1959841" y="652806"/>
                    <a:pt x="1962129" y="653782"/>
                    <a:pt x="1963005" y="650956"/>
                  </a:cubicBezTo>
                  <a:cubicBezTo>
                    <a:pt x="1963880" y="648130"/>
                    <a:pt x="1961591" y="647928"/>
                    <a:pt x="1961591" y="647928"/>
                  </a:cubicBezTo>
                  <a:lnTo>
                    <a:pt x="1959639" y="647188"/>
                  </a:lnTo>
                  <a:lnTo>
                    <a:pt x="1955937" y="647188"/>
                  </a:lnTo>
                  <a:lnTo>
                    <a:pt x="1944192" y="647525"/>
                  </a:lnTo>
                  <a:cubicBezTo>
                    <a:pt x="1944192" y="647525"/>
                    <a:pt x="1933523" y="646112"/>
                    <a:pt x="1932547" y="646347"/>
                  </a:cubicBezTo>
                  <a:cubicBezTo>
                    <a:pt x="1931571" y="646549"/>
                    <a:pt x="1926355" y="644699"/>
                    <a:pt x="1926355" y="644699"/>
                  </a:cubicBezTo>
                  <a:lnTo>
                    <a:pt x="1915484" y="637971"/>
                  </a:lnTo>
                  <a:lnTo>
                    <a:pt x="1908215" y="630133"/>
                  </a:lnTo>
                  <a:lnTo>
                    <a:pt x="1897984" y="619469"/>
                  </a:lnTo>
                  <a:lnTo>
                    <a:pt x="1892566" y="616105"/>
                  </a:lnTo>
                  <a:lnTo>
                    <a:pt x="1884421" y="607527"/>
                  </a:lnTo>
                  <a:lnTo>
                    <a:pt x="1879979" y="602414"/>
                  </a:lnTo>
                  <a:lnTo>
                    <a:pt x="1871599" y="596662"/>
                  </a:lnTo>
                  <a:lnTo>
                    <a:pt x="1864969" y="588723"/>
                  </a:lnTo>
                  <a:lnTo>
                    <a:pt x="1854872" y="576882"/>
                  </a:lnTo>
                  <a:lnTo>
                    <a:pt x="1847468" y="570355"/>
                  </a:lnTo>
                  <a:lnTo>
                    <a:pt x="1841612" y="562753"/>
                  </a:lnTo>
                  <a:lnTo>
                    <a:pt x="1837608" y="558615"/>
                  </a:lnTo>
                  <a:lnTo>
                    <a:pt x="1825122" y="552190"/>
                  </a:lnTo>
                  <a:lnTo>
                    <a:pt x="1820242" y="548389"/>
                  </a:lnTo>
                  <a:lnTo>
                    <a:pt x="1811862" y="546202"/>
                  </a:lnTo>
                  <a:lnTo>
                    <a:pt x="1796549" y="537523"/>
                  </a:lnTo>
                  <a:lnTo>
                    <a:pt x="1780361" y="535034"/>
                  </a:lnTo>
                  <a:lnTo>
                    <a:pt x="1765688" y="530459"/>
                  </a:lnTo>
                  <a:cubicBezTo>
                    <a:pt x="1765688" y="530459"/>
                    <a:pt x="1759495" y="529820"/>
                    <a:pt x="1757207" y="529820"/>
                  </a:cubicBezTo>
                  <a:cubicBezTo>
                    <a:pt x="1754918" y="529820"/>
                    <a:pt x="1748524" y="530022"/>
                    <a:pt x="1746673" y="530257"/>
                  </a:cubicBezTo>
                  <a:cubicBezTo>
                    <a:pt x="1744822" y="530459"/>
                    <a:pt x="1739168" y="530257"/>
                    <a:pt x="1736240" y="530055"/>
                  </a:cubicBezTo>
                  <a:cubicBezTo>
                    <a:pt x="1733312" y="529853"/>
                    <a:pt x="1726884" y="529853"/>
                    <a:pt x="1725167" y="529517"/>
                  </a:cubicBezTo>
                  <a:cubicBezTo>
                    <a:pt x="1723418" y="529181"/>
                    <a:pt x="1721466" y="529181"/>
                    <a:pt x="1721028" y="529080"/>
                  </a:cubicBezTo>
                  <a:cubicBezTo>
                    <a:pt x="1720590" y="528979"/>
                    <a:pt x="1717764" y="526691"/>
                    <a:pt x="1717764" y="526691"/>
                  </a:cubicBezTo>
                  <a:lnTo>
                    <a:pt x="1706792" y="522453"/>
                  </a:lnTo>
                  <a:lnTo>
                    <a:pt x="1702787" y="517575"/>
                  </a:lnTo>
                  <a:cubicBezTo>
                    <a:pt x="1702787" y="517575"/>
                    <a:pt x="1698749" y="517474"/>
                    <a:pt x="1697907" y="517373"/>
                  </a:cubicBezTo>
                  <a:cubicBezTo>
                    <a:pt x="1697032" y="517272"/>
                    <a:pt x="1694643" y="517373"/>
                    <a:pt x="1693128" y="517138"/>
                  </a:cubicBezTo>
                  <a:cubicBezTo>
                    <a:pt x="1691614" y="516936"/>
                    <a:pt x="1688248" y="516599"/>
                    <a:pt x="1686936" y="516364"/>
                  </a:cubicBezTo>
                  <a:cubicBezTo>
                    <a:pt x="1685623" y="516162"/>
                    <a:pt x="1680508" y="516162"/>
                    <a:pt x="1679094" y="515927"/>
                  </a:cubicBezTo>
                  <a:cubicBezTo>
                    <a:pt x="1677681" y="515725"/>
                    <a:pt x="1672902" y="515725"/>
                    <a:pt x="1672902" y="515725"/>
                  </a:cubicBezTo>
                  <a:lnTo>
                    <a:pt x="1667248" y="513975"/>
                  </a:lnTo>
                  <a:cubicBezTo>
                    <a:pt x="1667248" y="513975"/>
                    <a:pt x="1661695" y="510376"/>
                    <a:pt x="1661493" y="510073"/>
                  </a:cubicBezTo>
                  <a:cubicBezTo>
                    <a:pt x="1661257" y="509737"/>
                    <a:pt x="1657589" y="506171"/>
                    <a:pt x="1657589" y="506171"/>
                  </a:cubicBezTo>
                  <a:cubicBezTo>
                    <a:pt x="1657589" y="506171"/>
                    <a:pt x="1655839" y="503144"/>
                    <a:pt x="1654661" y="502908"/>
                  </a:cubicBezTo>
                  <a:cubicBezTo>
                    <a:pt x="1653450" y="502706"/>
                    <a:pt x="1648570" y="501596"/>
                    <a:pt x="1648132" y="501596"/>
                  </a:cubicBezTo>
                  <a:cubicBezTo>
                    <a:pt x="1647695" y="501596"/>
                    <a:pt x="1643791" y="499309"/>
                    <a:pt x="1643791" y="499309"/>
                  </a:cubicBezTo>
                  <a:cubicBezTo>
                    <a:pt x="1643791" y="499309"/>
                    <a:pt x="1639887" y="495171"/>
                    <a:pt x="1639113" y="494868"/>
                  </a:cubicBezTo>
                  <a:cubicBezTo>
                    <a:pt x="1638339" y="494532"/>
                    <a:pt x="1636521" y="493893"/>
                    <a:pt x="1636185" y="493657"/>
                  </a:cubicBezTo>
                  <a:cubicBezTo>
                    <a:pt x="1635848" y="493455"/>
                    <a:pt x="1630093" y="491908"/>
                    <a:pt x="1630093" y="491908"/>
                  </a:cubicBezTo>
                  <a:lnTo>
                    <a:pt x="1624338" y="490495"/>
                  </a:lnTo>
                  <a:lnTo>
                    <a:pt x="1620199" y="486896"/>
                  </a:lnTo>
                  <a:lnTo>
                    <a:pt x="1616934" y="483195"/>
                  </a:lnTo>
                  <a:cubicBezTo>
                    <a:pt x="1616934" y="483195"/>
                    <a:pt x="1615420" y="481984"/>
                    <a:pt x="1615083" y="481984"/>
                  </a:cubicBezTo>
                  <a:cubicBezTo>
                    <a:pt x="1614747" y="481984"/>
                    <a:pt x="1610843" y="477981"/>
                    <a:pt x="1610843" y="477981"/>
                  </a:cubicBezTo>
                  <a:lnTo>
                    <a:pt x="1607377" y="474180"/>
                  </a:lnTo>
                  <a:lnTo>
                    <a:pt x="1606838" y="470143"/>
                  </a:lnTo>
                  <a:lnTo>
                    <a:pt x="1604550" y="462440"/>
                  </a:lnTo>
                  <a:lnTo>
                    <a:pt x="1604213" y="455039"/>
                  </a:lnTo>
                  <a:lnTo>
                    <a:pt x="1604651" y="448075"/>
                  </a:lnTo>
                  <a:lnTo>
                    <a:pt x="1609328" y="439161"/>
                  </a:lnTo>
                  <a:lnTo>
                    <a:pt x="1613367" y="434149"/>
                  </a:lnTo>
                  <a:cubicBezTo>
                    <a:pt x="1613367" y="434149"/>
                    <a:pt x="1614982" y="429473"/>
                    <a:pt x="1615117" y="428934"/>
                  </a:cubicBezTo>
                  <a:cubicBezTo>
                    <a:pt x="1615218" y="428396"/>
                    <a:pt x="1618045" y="424359"/>
                    <a:pt x="1618045" y="424359"/>
                  </a:cubicBezTo>
                  <a:lnTo>
                    <a:pt x="1621848" y="417396"/>
                  </a:lnTo>
                  <a:cubicBezTo>
                    <a:pt x="1621848" y="417396"/>
                    <a:pt x="1626290" y="410870"/>
                    <a:pt x="1626728" y="409995"/>
                  </a:cubicBezTo>
                  <a:cubicBezTo>
                    <a:pt x="1627165" y="409121"/>
                    <a:pt x="1629454" y="407708"/>
                    <a:pt x="1632382" y="406396"/>
                  </a:cubicBezTo>
                  <a:cubicBezTo>
                    <a:pt x="1635310" y="405084"/>
                    <a:pt x="1637396" y="400206"/>
                    <a:pt x="1638036" y="399433"/>
                  </a:cubicBezTo>
                  <a:cubicBezTo>
                    <a:pt x="1638675" y="398659"/>
                    <a:pt x="1639449" y="396607"/>
                    <a:pt x="1639651" y="396169"/>
                  </a:cubicBezTo>
                  <a:cubicBezTo>
                    <a:pt x="1639853" y="395732"/>
                    <a:pt x="1639988" y="392166"/>
                    <a:pt x="1639988" y="390417"/>
                  </a:cubicBezTo>
                  <a:cubicBezTo>
                    <a:pt x="1639988" y="388668"/>
                    <a:pt x="1639348" y="386178"/>
                    <a:pt x="1639012" y="385539"/>
                  </a:cubicBezTo>
                  <a:cubicBezTo>
                    <a:pt x="1638675" y="384900"/>
                    <a:pt x="1637497" y="381099"/>
                    <a:pt x="1637262" y="380325"/>
                  </a:cubicBezTo>
                  <a:cubicBezTo>
                    <a:pt x="1637060" y="379551"/>
                    <a:pt x="1634872" y="375548"/>
                    <a:pt x="1634872" y="375111"/>
                  </a:cubicBezTo>
                  <a:cubicBezTo>
                    <a:pt x="1634872" y="374674"/>
                    <a:pt x="1634771" y="373496"/>
                    <a:pt x="1634973" y="372386"/>
                  </a:cubicBezTo>
                  <a:cubicBezTo>
                    <a:pt x="1635175" y="371310"/>
                    <a:pt x="1636488" y="368047"/>
                    <a:pt x="1636723" y="367710"/>
                  </a:cubicBezTo>
                  <a:cubicBezTo>
                    <a:pt x="1636925" y="367374"/>
                    <a:pt x="1638473" y="366062"/>
                    <a:pt x="1638473" y="366062"/>
                  </a:cubicBezTo>
                  <a:cubicBezTo>
                    <a:pt x="1638473" y="366062"/>
                    <a:pt x="1645440" y="359771"/>
                    <a:pt x="1646517" y="358998"/>
                  </a:cubicBezTo>
                  <a:cubicBezTo>
                    <a:pt x="1647594" y="358224"/>
                    <a:pt x="1648368" y="356710"/>
                    <a:pt x="1648368" y="356710"/>
                  </a:cubicBezTo>
                  <a:cubicBezTo>
                    <a:pt x="1648368" y="356710"/>
                    <a:pt x="1651296" y="347257"/>
                    <a:pt x="1651296" y="346820"/>
                  </a:cubicBezTo>
                  <a:cubicBezTo>
                    <a:pt x="1651296" y="346383"/>
                    <a:pt x="1651632" y="344331"/>
                    <a:pt x="1651632" y="344331"/>
                  </a:cubicBezTo>
                  <a:lnTo>
                    <a:pt x="1652507" y="334542"/>
                  </a:lnTo>
                  <a:cubicBezTo>
                    <a:pt x="1652507" y="334542"/>
                    <a:pt x="1652709" y="327276"/>
                    <a:pt x="1652507" y="326401"/>
                  </a:cubicBezTo>
                  <a:cubicBezTo>
                    <a:pt x="1652272" y="325526"/>
                    <a:pt x="1651969" y="320312"/>
                    <a:pt x="1651531" y="319673"/>
                  </a:cubicBezTo>
                  <a:cubicBezTo>
                    <a:pt x="1651094" y="319034"/>
                    <a:pt x="1650454" y="311869"/>
                    <a:pt x="1650320" y="311196"/>
                  </a:cubicBezTo>
                  <a:cubicBezTo>
                    <a:pt x="1650219" y="310557"/>
                    <a:pt x="1649680" y="304468"/>
                    <a:pt x="1649680" y="304468"/>
                  </a:cubicBezTo>
                  <a:lnTo>
                    <a:pt x="1645339" y="297740"/>
                  </a:lnTo>
                  <a:cubicBezTo>
                    <a:pt x="1645339" y="297740"/>
                    <a:pt x="1645002" y="295688"/>
                    <a:pt x="1644363" y="294712"/>
                  </a:cubicBezTo>
                  <a:cubicBezTo>
                    <a:pt x="1643724" y="293737"/>
                    <a:pt x="1644363" y="292324"/>
                    <a:pt x="1644363" y="292324"/>
                  </a:cubicBezTo>
                  <a:cubicBezTo>
                    <a:pt x="1644363" y="292324"/>
                    <a:pt x="1641435" y="290474"/>
                    <a:pt x="1639921" y="288523"/>
                  </a:cubicBezTo>
                  <a:cubicBezTo>
                    <a:pt x="1638406" y="286572"/>
                    <a:pt x="1638406" y="286033"/>
                    <a:pt x="1638305" y="285596"/>
                  </a:cubicBezTo>
                  <a:cubicBezTo>
                    <a:pt x="1638204" y="285159"/>
                    <a:pt x="1637093" y="284520"/>
                    <a:pt x="1636454" y="283308"/>
                  </a:cubicBezTo>
                  <a:cubicBezTo>
                    <a:pt x="1635815" y="282097"/>
                    <a:pt x="1635478" y="281694"/>
                    <a:pt x="1634401" y="280584"/>
                  </a:cubicBezTo>
                  <a:cubicBezTo>
                    <a:pt x="1633324" y="279507"/>
                    <a:pt x="1633190" y="278969"/>
                    <a:pt x="1632752" y="277993"/>
                  </a:cubicBezTo>
                  <a:cubicBezTo>
                    <a:pt x="1632315" y="277018"/>
                    <a:pt x="1631002" y="275706"/>
                    <a:pt x="1630699" y="274966"/>
                  </a:cubicBezTo>
                  <a:cubicBezTo>
                    <a:pt x="1630363" y="274192"/>
                    <a:pt x="1629622" y="273217"/>
                    <a:pt x="1629521" y="272678"/>
                  </a:cubicBezTo>
                  <a:cubicBezTo>
                    <a:pt x="1629420" y="272140"/>
                    <a:pt x="1628983" y="269954"/>
                    <a:pt x="1628882" y="269214"/>
                  </a:cubicBezTo>
                  <a:cubicBezTo>
                    <a:pt x="1628781" y="268440"/>
                    <a:pt x="1628646" y="267027"/>
                    <a:pt x="1628007" y="265850"/>
                  </a:cubicBezTo>
                  <a:cubicBezTo>
                    <a:pt x="1627367" y="264639"/>
                    <a:pt x="1628007" y="263461"/>
                    <a:pt x="1628007" y="262486"/>
                  </a:cubicBezTo>
                  <a:cubicBezTo>
                    <a:pt x="1628007" y="261510"/>
                    <a:pt x="1627132" y="260736"/>
                    <a:pt x="1626997" y="259323"/>
                  </a:cubicBezTo>
                  <a:cubicBezTo>
                    <a:pt x="1626863" y="257911"/>
                    <a:pt x="1626795" y="257911"/>
                    <a:pt x="1626795" y="257271"/>
                  </a:cubicBezTo>
                  <a:cubicBezTo>
                    <a:pt x="1626795" y="256632"/>
                    <a:pt x="1627233" y="253807"/>
                    <a:pt x="1626795" y="253470"/>
                  </a:cubicBezTo>
                  <a:cubicBezTo>
                    <a:pt x="1626358" y="253134"/>
                    <a:pt x="1626795" y="249871"/>
                    <a:pt x="1626795" y="249871"/>
                  </a:cubicBezTo>
                  <a:lnTo>
                    <a:pt x="1626795" y="243446"/>
                  </a:lnTo>
                  <a:cubicBezTo>
                    <a:pt x="1626795" y="243446"/>
                    <a:pt x="1625180" y="242033"/>
                    <a:pt x="1625012" y="241057"/>
                  </a:cubicBezTo>
                  <a:cubicBezTo>
                    <a:pt x="1624843" y="240082"/>
                    <a:pt x="1625079" y="238030"/>
                    <a:pt x="1625180" y="237020"/>
                  </a:cubicBezTo>
                  <a:cubicBezTo>
                    <a:pt x="1625281" y="236045"/>
                    <a:pt x="1625180" y="233858"/>
                    <a:pt x="1625180" y="232883"/>
                  </a:cubicBezTo>
                  <a:cubicBezTo>
                    <a:pt x="1625180" y="231907"/>
                    <a:pt x="1624944" y="230696"/>
                    <a:pt x="1624406" y="228880"/>
                  </a:cubicBezTo>
                  <a:cubicBezTo>
                    <a:pt x="1623867" y="227029"/>
                    <a:pt x="1624608" y="225617"/>
                    <a:pt x="1624406" y="224843"/>
                  </a:cubicBezTo>
                  <a:cubicBezTo>
                    <a:pt x="1624170" y="224069"/>
                    <a:pt x="1622790" y="220941"/>
                    <a:pt x="1622555" y="220503"/>
                  </a:cubicBezTo>
                  <a:cubicBezTo>
                    <a:pt x="1622353" y="220066"/>
                    <a:pt x="1620939" y="218014"/>
                    <a:pt x="1620502" y="217038"/>
                  </a:cubicBezTo>
                  <a:cubicBezTo>
                    <a:pt x="1620064" y="216063"/>
                    <a:pt x="1619425" y="215188"/>
                    <a:pt x="1618987" y="214549"/>
                  </a:cubicBezTo>
                  <a:cubicBezTo>
                    <a:pt x="1618550" y="213910"/>
                    <a:pt x="1616396" y="209974"/>
                    <a:pt x="1615723" y="209436"/>
                  </a:cubicBezTo>
                  <a:cubicBezTo>
                    <a:pt x="1615083" y="208898"/>
                    <a:pt x="1612896" y="207148"/>
                    <a:pt x="1612896" y="207148"/>
                  </a:cubicBezTo>
                  <a:lnTo>
                    <a:pt x="1610607" y="204962"/>
                  </a:lnTo>
                  <a:cubicBezTo>
                    <a:pt x="1610607" y="204962"/>
                    <a:pt x="1607679" y="198974"/>
                    <a:pt x="1607006" y="197897"/>
                  </a:cubicBezTo>
                  <a:cubicBezTo>
                    <a:pt x="1606367" y="196821"/>
                    <a:pt x="1606670" y="194298"/>
                    <a:pt x="1605929" y="192582"/>
                  </a:cubicBezTo>
                  <a:cubicBezTo>
                    <a:pt x="1605155" y="190833"/>
                    <a:pt x="1605054" y="190295"/>
                    <a:pt x="1604617" y="189656"/>
                  </a:cubicBezTo>
                  <a:cubicBezTo>
                    <a:pt x="1604179" y="189017"/>
                    <a:pt x="1603203" y="188344"/>
                    <a:pt x="1602564" y="187705"/>
                  </a:cubicBezTo>
                  <a:cubicBezTo>
                    <a:pt x="1601924" y="187065"/>
                    <a:pt x="1600713" y="187604"/>
                    <a:pt x="1599636" y="186931"/>
                  </a:cubicBezTo>
                  <a:cubicBezTo>
                    <a:pt x="1598559" y="186292"/>
                    <a:pt x="1597145" y="186595"/>
                    <a:pt x="1596169" y="186494"/>
                  </a:cubicBezTo>
                  <a:cubicBezTo>
                    <a:pt x="1595194" y="186393"/>
                    <a:pt x="1594218" y="186595"/>
                    <a:pt x="1593780" y="186595"/>
                  </a:cubicBezTo>
                  <a:cubicBezTo>
                    <a:pt x="1593343" y="186595"/>
                    <a:pt x="1591828" y="186494"/>
                    <a:pt x="1591391" y="186393"/>
                  </a:cubicBezTo>
                  <a:cubicBezTo>
                    <a:pt x="1590953" y="186292"/>
                    <a:pt x="1588799" y="186191"/>
                    <a:pt x="1588025" y="185955"/>
                  </a:cubicBezTo>
                  <a:cubicBezTo>
                    <a:pt x="1587251" y="185754"/>
                    <a:pt x="1586073" y="185754"/>
                    <a:pt x="1585737" y="185417"/>
                  </a:cubicBezTo>
                  <a:cubicBezTo>
                    <a:pt x="1585400" y="185081"/>
                    <a:pt x="1583448" y="184980"/>
                    <a:pt x="1583448" y="184980"/>
                  </a:cubicBezTo>
                  <a:lnTo>
                    <a:pt x="1580621" y="183231"/>
                  </a:lnTo>
                  <a:cubicBezTo>
                    <a:pt x="1580621" y="183231"/>
                    <a:pt x="1579309" y="181818"/>
                    <a:pt x="1577155" y="178992"/>
                  </a:cubicBezTo>
                  <a:cubicBezTo>
                    <a:pt x="1574967" y="176166"/>
                    <a:pt x="1576515" y="178016"/>
                    <a:pt x="1575943" y="177142"/>
                  </a:cubicBezTo>
                  <a:cubicBezTo>
                    <a:pt x="1575405" y="176267"/>
                    <a:pt x="1575068" y="173677"/>
                    <a:pt x="1574799" y="173004"/>
                  </a:cubicBezTo>
                  <a:cubicBezTo>
                    <a:pt x="1574530" y="172365"/>
                    <a:pt x="1574866" y="171356"/>
                    <a:pt x="1574799" y="170414"/>
                  </a:cubicBezTo>
                  <a:cubicBezTo>
                    <a:pt x="1574732" y="169438"/>
                    <a:pt x="1574866" y="169539"/>
                    <a:pt x="1574765" y="168564"/>
                  </a:cubicBezTo>
                  <a:cubicBezTo>
                    <a:pt x="1574664" y="167588"/>
                    <a:pt x="1574866" y="166814"/>
                    <a:pt x="1574765" y="166074"/>
                  </a:cubicBezTo>
                  <a:cubicBezTo>
                    <a:pt x="1574664" y="165301"/>
                    <a:pt x="1574126" y="164224"/>
                    <a:pt x="1573890" y="163686"/>
                  </a:cubicBezTo>
                  <a:cubicBezTo>
                    <a:pt x="1573655" y="163148"/>
                    <a:pt x="1572578" y="162071"/>
                    <a:pt x="1571938" y="161398"/>
                  </a:cubicBezTo>
                  <a:cubicBezTo>
                    <a:pt x="1571299" y="160759"/>
                    <a:pt x="1568909" y="160187"/>
                    <a:pt x="1568135" y="159986"/>
                  </a:cubicBezTo>
                  <a:cubicBezTo>
                    <a:pt x="1567361" y="159784"/>
                    <a:pt x="1566183" y="159885"/>
                    <a:pt x="1566183" y="159885"/>
                  </a:cubicBezTo>
                  <a:lnTo>
                    <a:pt x="1564568" y="159986"/>
                  </a:lnTo>
                  <a:lnTo>
                    <a:pt x="1563424" y="160356"/>
                  </a:lnTo>
                  <a:lnTo>
                    <a:pt x="1557231" y="160356"/>
                  </a:lnTo>
                  <a:lnTo>
                    <a:pt x="1551241" y="159716"/>
                  </a:lnTo>
                  <a:lnTo>
                    <a:pt x="1544274" y="156891"/>
                  </a:lnTo>
                  <a:lnTo>
                    <a:pt x="1541784" y="156891"/>
                  </a:lnTo>
                  <a:lnTo>
                    <a:pt x="1539058" y="155141"/>
                  </a:lnTo>
                  <a:lnTo>
                    <a:pt x="1537880" y="155141"/>
                  </a:lnTo>
                  <a:lnTo>
                    <a:pt x="1535591" y="155141"/>
                  </a:lnTo>
                  <a:lnTo>
                    <a:pt x="1534952" y="155141"/>
                  </a:lnTo>
                  <a:lnTo>
                    <a:pt x="1533202" y="155141"/>
                  </a:lnTo>
                  <a:cubicBezTo>
                    <a:pt x="1533202" y="155141"/>
                    <a:pt x="1531687" y="154805"/>
                    <a:pt x="1531250" y="154704"/>
                  </a:cubicBezTo>
                  <a:cubicBezTo>
                    <a:pt x="1530812" y="154603"/>
                    <a:pt x="1529500" y="154065"/>
                    <a:pt x="1529500" y="154065"/>
                  </a:cubicBezTo>
                  <a:cubicBezTo>
                    <a:pt x="1529500" y="154065"/>
                    <a:pt x="1528423" y="153729"/>
                    <a:pt x="1528086" y="153628"/>
                  </a:cubicBezTo>
                  <a:cubicBezTo>
                    <a:pt x="1527750" y="153527"/>
                    <a:pt x="1525259" y="151878"/>
                    <a:pt x="1525259" y="151878"/>
                  </a:cubicBezTo>
                  <a:lnTo>
                    <a:pt x="1523745" y="150567"/>
                  </a:lnTo>
                  <a:lnTo>
                    <a:pt x="1522769" y="149154"/>
                  </a:lnTo>
                  <a:lnTo>
                    <a:pt x="1521254" y="146664"/>
                  </a:lnTo>
                  <a:lnTo>
                    <a:pt x="1520043" y="145689"/>
                  </a:lnTo>
                  <a:cubicBezTo>
                    <a:pt x="1520043" y="145689"/>
                    <a:pt x="1518629" y="143839"/>
                    <a:pt x="1518293" y="143401"/>
                  </a:cubicBezTo>
                  <a:cubicBezTo>
                    <a:pt x="1517956" y="142964"/>
                    <a:pt x="1516778" y="142089"/>
                    <a:pt x="1516341" y="141988"/>
                  </a:cubicBezTo>
                  <a:cubicBezTo>
                    <a:pt x="1515903" y="141887"/>
                    <a:pt x="1513951" y="140037"/>
                    <a:pt x="1513413" y="139398"/>
                  </a:cubicBezTo>
                  <a:cubicBezTo>
                    <a:pt x="1512874" y="138759"/>
                    <a:pt x="1510586" y="137783"/>
                    <a:pt x="1509812" y="137346"/>
                  </a:cubicBezTo>
                  <a:cubicBezTo>
                    <a:pt x="1509038" y="136909"/>
                    <a:pt x="1506547" y="135597"/>
                    <a:pt x="1506110" y="135294"/>
                  </a:cubicBezTo>
                  <a:cubicBezTo>
                    <a:pt x="1505672" y="134958"/>
                    <a:pt x="1501970" y="131930"/>
                    <a:pt x="1501331" y="131392"/>
                  </a:cubicBezTo>
                  <a:cubicBezTo>
                    <a:pt x="1500691" y="130854"/>
                    <a:pt x="1499581" y="128129"/>
                    <a:pt x="1499581" y="128129"/>
                  </a:cubicBezTo>
                  <a:lnTo>
                    <a:pt x="1495340" y="123890"/>
                  </a:lnTo>
                  <a:lnTo>
                    <a:pt x="1494735" y="120728"/>
                  </a:lnTo>
                  <a:cubicBezTo>
                    <a:pt x="1494735" y="120728"/>
                    <a:pt x="1495138" y="117129"/>
                    <a:pt x="1494701" y="116052"/>
                  </a:cubicBezTo>
                  <a:cubicBezTo>
                    <a:pt x="1494263" y="114976"/>
                    <a:pt x="1494937" y="113563"/>
                    <a:pt x="1494701" y="113126"/>
                  </a:cubicBezTo>
                  <a:cubicBezTo>
                    <a:pt x="1494499" y="112688"/>
                    <a:pt x="1494701" y="109762"/>
                    <a:pt x="1494701" y="109762"/>
                  </a:cubicBezTo>
                  <a:cubicBezTo>
                    <a:pt x="1494701" y="109762"/>
                    <a:pt x="1493489" y="106297"/>
                    <a:pt x="1493288" y="105960"/>
                  </a:cubicBezTo>
                  <a:cubicBezTo>
                    <a:pt x="1493086" y="105624"/>
                    <a:pt x="1490124" y="103135"/>
                    <a:pt x="1490124" y="103135"/>
                  </a:cubicBezTo>
                  <a:lnTo>
                    <a:pt x="1484806" y="98694"/>
                  </a:lnTo>
                  <a:lnTo>
                    <a:pt x="1478715" y="93581"/>
                  </a:lnTo>
                  <a:lnTo>
                    <a:pt x="1472725" y="89006"/>
                  </a:lnTo>
                  <a:lnTo>
                    <a:pt x="1467946" y="84532"/>
                  </a:lnTo>
                  <a:cubicBezTo>
                    <a:pt x="1467946" y="84532"/>
                    <a:pt x="1466532" y="83119"/>
                    <a:pt x="1465893" y="82783"/>
                  </a:cubicBezTo>
                  <a:cubicBezTo>
                    <a:pt x="1465253" y="82446"/>
                    <a:pt x="1464479" y="79755"/>
                    <a:pt x="1464008" y="79419"/>
                  </a:cubicBezTo>
                  <a:cubicBezTo>
                    <a:pt x="1463537" y="79082"/>
                    <a:pt x="1463503" y="76492"/>
                    <a:pt x="1463369" y="76055"/>
                  </a:cubicBezTo>
                  <a:cubicBezTo>
                    <a:pt x="1463268" y="75617"/>
                    <a:pt x="1463369" y="73330"/>
                    <a:pt x="1463806" y="72354"/>
                  </a:cubicBezTo>
                  <a:cubicBezTo>
                    <a:pt x="1464244" y="71379"/>
                    <a:pt x="1463806" y="68318"/>
                    <a:pt x="1463806" y="67477"/>
                  </a:cubicBezTo>
                  <a:cubicBezTo>
                    <a:pt x="1463806" y="66602"/>
                    <a:pt x="1463335" y="63238"/>
                    <a:pt x="1463335" y="63238"/>
                  </a:cubicBezTo>
                  <a:lnTo>
                    <a:pt x="1461753" y="59235"/>
                  </a:lnTo>
                  <a:lnTo>
                    <a:pt x="1457614" y="54559"/>
                  </a:lnTo>
                  <a:lnTo>
                    <a:pt x="1454686" y="50960"/>
                  </a:lnTo>
                  <a:lnTo>
                    <a:pt x="1453171" y="47932"/>
                  </a:lnTo>
                  <a:cubicBezTo>
                    <a:pt x="1453171" y="47932"/>
                    <a:pt x="1450142" y="47730"/>
                    <a:pt x="1447753" y="45880"/>
                  </a:cubicBezTo>
                  <a:cubicBezTo>
                    <a:pt x="1445363" y="44030"/>
                    <a:pt x="1445027" y="42516"/>
                    <a:pt x="1445027" y="42516"/>
                  </a:cubicBezTo>
                  <a:lnTo>
                    <a:pt x="1444253" y="39589"/>
                  </a:lnTo>
                  <a:lnTo>
                    <a:pt x="1444253" y="37201"/>
                  </a:lnTo>
                  <a:cubicBezTo>
                    <a:pt x="1444253" y="37201"/>
                    <a:pt x="1448594" y="33837"/>
                    <a:pt x="1449032" y="33736"/>
                  </a:cubicBezTo>
                  <a:cubicBezTo>
                    <a:pt x="1449469" y="33635"/>
                    <a:pt x="1451219" y="32660"/>
                    <a:pt x="1451219" y="32660"/>
                  </a:cubicBezTo>
                  <a:cubicBezTo>
                    <a:pt x="1451219" y="32660"/>
                    <a:pt x="1453844" y="30036"/>
                    <a:pt x="1454147" y="29598"/>
                  </a:cubicBezTo>
                  <a:cubicBezTo>
                    <a:pt x="1454484" y="29161"/>
                    <a:pt x="1455561" y="28623"/>
                    <a:pt x="1455561" y="28623"/>
                  </a:cubicBezTo>
                  <a:cubicBezTo>
                    <a:pt x="1455561" y="28623"/>
                    <a:pt x="1457412" y="26335"/>
                    <a:pt x="1457849" y="26133"/>
                  </a:cubicBezTo>
                  <a:cubicBezTo>
                    <a:pt x="1458287" y="25932"/>
                    <a:pt x="1459263" y="24519"/>
                    <a:pt x="1459801" y="23543"/>
                  </a:cubicBezTo>
                  <a:cubicBezTo>
                    <a:pt x="1460340" y="22568"/>
                    <a:pt x="1460676" y="20381"/>
                    <a:pt x="1461215" y="19506"/>
                  </a:cubicBezTo>
                  <a:cubicBezTo>
                    <a:pt x="1461753" y="18632"/>
                    <a:pt x="1462090" y="17454"/>
                    <a:pt x="1462965" y="16479"/>
                  </a:cubicBezTo>
                  <a:cubicBezTo>
                    <a:pt x="1463840" y="15503"/>
                    <a:pt x="1462965" y="13451"/>
                    <a:pt x="1462965" y="13014"/>
                  </a:cubicBezTo>
                  <a:cubicBezTo>
                    <a:pt x="1462965" y="12577"/>
                    <a:pt x="1462426" y="9112"/>
                    <a:pt x="1462426" y="9112"/>
                  </a:cubicBezTo>
                  <a:lnTo>
                    <a:pt x="1459599" y="8237"/>
                  </a:lnTo>
                  <a:cubicBezTo>
                    <a:pt x="1459599" y="8237"/>
                    <a:pt x="1457748" y="6387"/>
                    <a:pt x="1457412" y="6387"/>
                  </a:cubicBezTo>
                  <a:cubicBezTo>
                    <a:pt x="1457075" y="6387"/>
                    <a:pt x="1451421" y="5411"/>
                    <a:pt x="1451421" y="5411"/>
                  </a:cubicBezTo>
                  <a:cubicBezTo>
                    <a:pt x="1451421" y="5411"/>
                    <a:pt x="1446743" y="4772"/>
                    <a:pt x="1446407" y="4772"/>
                  </a:cubicBezTo>
                  <a:cubicBezTo>
                    <a:pt x="1446070" y="4772"/>
                    <a:pt x="1442940" y="4133"/>
                    <a:pt x="1442604" y="4133"/>
                  </a:cubicBezTo>
                  <a:cubicBezTo>
                    <a:pt x="1442267" y="4133"/>
                    <a:pt x="1438700" y="4907"/>
                    <a:pt x="1438363" y="5008"/>
                  </a:cubicBezTo>
                  <a:cubicBezTo>
                    <a:pt x="1438027" y="5109"/>
                    <a:pt x="1436748" y="5445"/>
                    <a:pt x="1436748" y="5445"/>
                  </a:cubicBezTo>
                  <a:cubicBezTo>
                    <a:pt x="1436748" y="5445"/>
                    <a:pt x="1434695" y="6522"/>
                    <a:pt x="1433147" y="7194"/>
                  </a:cubicBezTo>
                  <a:cubicBezTo>
                    <a:pt x="1431632" y="7834"/>
                    <a:pt x="1431733" y="7194"/>
                    <a:pt x="1429344" y="7733"/>
                  </a:cubicBezTo>
                  <a:cubicBezTo>
                    <a:pt x="1426954" y="8271"/>
                    <a:pt x="1425743" y="7396"/>
                    <a:pt x="1425440" y="7396"/>
                  </a:cubicBezTo>
                  <a:cubicBezTo>
                    <a:pt x="1425103" y="7396"/>
                    <a:pt x="1418372" y="5647"/>
                    <a:pt x="1416959" y="5647"/>
                  </a:cubicBezTo>
                  <a:cubicBezTo>
                    <a:pt x="1415545" y="5647"/>
                    <a:pt x="1412079" y="5109"/>
                    <a:pt x="1411641" y="5109"/>
                  </a:cubicBezTo>
                  <a:cubicBezTo>
                    <a:pt x="1411204" y="5109"/>
                    <a:pt x="1407939" y="4032"/>
                    <a:pt x="1407939" y="4032"/>
                  </a:cubicBezTo>
                  <a:cubicBezTo>
                    <a:pt x="1407939" y="4032"/>
                    <a:pt x="1406324" y="2283"/>
                    <a:pt x="1405651" y="2081"/>
                  </a:cubicBezTo>
                  <a:cubicBezTo>
                    <a:pt x="1405012" y="1879"/>
                    <a:pt x="1401612" y="1442"/>
                    <a:pt x="1400435" y="1106"/>
                  </a:cubicBezTo>
                  <a:cubicBezTo>
                    <a:pt x="1399257" y="769"/>
                    <a:pt x="1397069" y="-105"/>
                    <a:pt x="1396632" y="29"/>
                  </a:cubicBezTo>
                  <a:cubicBezTo>
                    <a:pt x="1396194" y="130"/>
                    <a:pt x="1393367" y="-72"/>
                    <a:pt x="1393030" y="29"/>
                  </a:cubicBezTo>
                  <a:cubicBezTo>
                    <a:pt x="1392694" y="130"/>
                    <a:pt x="1389564" y="1005"/>
                    <a:pt x="1387175" y="1240"/>
                  </a:cubicBezTo>
                  <a:cubicBezTo>
                    <a:pt x="1384785" y="1442"/>
                    <a:pt x="1382833" y="1240"/>
                    <a:pt x="1382295" y="1240"/>
                  </a:cubicBezTo>
                  <a:cubicBezTo>
                    <a:pt x="1381756" y="1240"/>
                    <a:pt x="1378828" y="2115"/>
                    <a:pt x="1378155" y="2216"/>
                  </a:cubicBezTo>
                  <a:cubicBezTo>
                    <a:pt x="1377516" y="2317"/>
                    <a:pt x="1376102" y="2653"/>
                    <a:pt x="1375665" y="2754"/>
                  </a:cubicBezTo>
                  <a:cubicBezTo>
                    <a:pt x="1375227" y="2855"/>
                    <a:pt x="1373814" y="3965"/>
                    <a:pt x="1373477" y="4066"/>
                  </a:cubicBezTo>
                  <a:cubicBezTo>
                    <a:pt x="1373141" y="4167"/>
                    <a:pt x="1371626" y="5714"/>
                    <a:pt x="1371626" y="5714"/>
                  </a:cubicBezTo>
                  <a:cubicBezTo>
                    <a:pt x="1371626" y="5714"/>
                    <a:pt x="1369876" y="8540"/>
                    <a:pt x="1369573" y="8977"/>
                  </a:cubicBezTo>
                  <a:cubicBezTo>
                    <a:pt x="1369270" y="9415"/>
                    <a:pt x="1368597" y="11467"/>
                    <a:pt x="1368160" y="12577"/>
                  </a:cubicBezTo>
                  <a:cubicBezTo>
                    <a:pt x="1367722" y="13653"/>
                    <a:pt x="1367285" y="15503"/>
                    <a:pt x="1367285" y="15941"/>
                  </a:cubicBezTo>
                  <a:cubicBezTo>
                    <a:pt x="1367285" y="16378"/>
                    <a:pt x="1367487" y="19103"/>
                    <a:pt x="1367487" y="19540"/>
                  </a:cubicBezTo>
                  <a:cubicBezTo>
                    <a:pt x="1367487" y="19977"/>
                    <a:pt x="1368900" y="24653"/>
                    <a:pt x="1368900" y="24653"/>
                  </a:cubicBezTo>
                  <a:cubicBezTo>
                    <a:pt x="1368900" y="24653"/>
                    <a:pt x="1369674" y="30944"/>
                    <a:pt x="1369540" y="31381"/>
                  </a:cubicBezTo>
                  <a:cubicBezTo>
                    <a:pt x="1369439" y="31819"/>
                    <a:pt x="1368564" y="34846"/>
                    <a:pt x="1368025" y="36158"/>
                  </a:cubicBezTo>
                  <a:cubicBezTo>
                    <a:pt x="1367487" y="37470"/>
                    <a:pt x="1366948" y="38547"/>
                    <a:pt x="1366073" y="39858"/>
                  </a:cubicBezTo>
                  <a:cubicBezTo>
                    <a:pt x="1365198" y="41170"/>
                    <a:pt x="1364996" y="41810"/>
                    <a:pt x="1364121" y="42348"/>
                  </a:cubicBezTo>
                  <a:cubicBezTo>
                    <a:pt x="1363246" y="42886"/>
                    <a:pt x="1360958" y="45813"/>
                    <a:pt x="1360083" y="46048"/>
                  </a:cubicBezTo>
                  <a:cubicBezTo>
                    <a:pt x="1359208" y="46250"/>
                    <a:pt x="1355405" y="47797"/>
                    <a:pt x="1353655" y="48235"/>
                  </a:cubicBezTo>
                  <a:cubicBezTo>
                    <a:pt x="1351905" y="48672"/>
                    <a:pt x="1350188" y="49984"/>
                    <a:pt x="1349515" y="50085"/>
                  </a:cubicBezTo>
                  <a:cubicBezTo>
                    <a:pt x="1348876" y="50186"/>
                    <a:pt x="1346049" y="52372"/>
                    <a:pt x="1345510" y="52473"/>
                  </a:cubicBezTo>
                  <a:cubicBezTo>
                    <a:pt x="1344972" y="52608"/>
                    <a:pt x="1341707" y="55064"/>
                    <a:pt x="1341505" y="55501"/>
                  </a:cubicBezTo>
                  <a:cubicBezTo>
                    <a:pt x="1341303" y="55938"/>
                    <a:pt x="1334640" y="57687"/>
                    <a:pt x="1333798" y="57687"/>
                  </a:cubicBezTo>
                  <a:cubicBezTo>
                    <a:pt x="1332957" y="57687"/>
                    <a:pt x="1330433" y="57687"/>
                    <a:pt x="1320101" y="56476"/>
                  </a:cubicBezTo>
                  <a:cubicBezTo>
                    <a:pt x="1309769" y="55299"/>
                    <a:pt x="1316736" y="56140"/>
                    <a:pt x="1316062" y="56140"/>
                  </a:cubicBezTo>
                  <a:cubicBezTo>
                    <a:pt x="1315423" y="56140"/>
                    <a:pt x="1311485" y="55905"/>
                    <a:pt x="1308457" y="55501"/>
                  </a:cubicBezTo>
                  <a:cubicBezTo>
                    <a:pt x="1305428" y="55064"/>
                    <a:pt x="1303442" y="54525"/>
                    <a:pt x="1301726" y="54290"/>
                  </a:cubicBezTo>
                  <a:cubicBezTo>
                    <a:pt x="1299976" y="54088"/>
                    <a:pt x="1297149" y="54088"/>
                    <a:pt x="1295197" y="53853"/>
                  </a:cubicBezTo>
                  <a:cubicBezTo>
                    <a:pt x="1293245" y="53617"/>
                    <a:pt x="1291394" y="52978"/>
                    <a:pt x="1290317" y="52642"/>
                  </a:cubicBezTo>
                  <a:cubicBezTo>
                    <a:pt x="1289240" y="52305"/>
                    <a:pt x="1287725" y="52440"/>
                    <a:pt x="1285740" y="52642"/>
                  </a:cubicBezTo>
                  <a:cubicBezTo>
                    <a:pt x="1283788" y="52877"/>
                    <a:pt x="1282374" y="55131"/>
                    <a:pt x="1280961" y="56241"/>
                  </a:cubicBezTo>
                  <a:cubicBezTo>
                    <a:pt x="1279547" y="57317"/>
                    <a:pt x="1277696" y="58428"/>
                    <a:pt x="1277696" y="58428"/>
                  </a:cubicBezTo>
                  <a:cubicBezTo>
                    <a:pt x="1277696" y="58428"/>
                    <a:pt x="1275206" y="62464"/>
                    <a:pt x="1274230" y="63541"/>
                  </a:cubicBezTo>
                  <a:cubicBezTo>
                    <a:pt x="1273254" y="64617"/>
                    <a:pt x="1273153" y="66467"/>
                    <a:pt x="1273153" y="66467"/>
                  </a:cubicBezTo>
                  <a:cubicBezTo>
                    <a:pt x="1273153" y="66467"/>
                    <a:pt x="1269787" y="70706"/>
                    <a:pt x="1269249" y="71244"/>
                  </a:cubicBezTo>
                  <a:cubicBezTo>
                    <a:pt x="1268710" y="71782"/>
                    <a:pt x="1264369" y="76458"/>
                    <a:pt x="1264369" y="76458"/>
                  </a:cubicBezTo>
                  <a:lnTo>
                    <a:pt x="1260129" y="82547"/>
                  </a:lnTo>
                  <a:cubicBezTo>
                    <a:pt x="1260129" y="82547"/>
                    <a:pt x="1257100" y="88972"/>
                    <a:pt x="1256965" y="89275"/>
                  </a:cubicBezTo>
                  <a:cubicBezTo>
                    <a:pt x="1256864" y="89611"/>
                    <a:pt x="1254374" y="92975"/>
                    <a:pt x="1254374" y="92975"/>
                  </a:cubicBezTo>
                  <a:lnTo>
                    <a:pt x="1253297" y="97214"/>
                  </a:lnTo>
                  <a:cubicBezTo>
                    <a:pt x="1253297" y="97214"/>
                    <a:pt x="1252657" y="101015"/>
                    <a:pt x="1252657" y="101890"/>
                  </a:cubicBezTo>
                  <a:cubicBezTo>
                    <a:pt x="1252657" y="102765"/>
                    <a:pt x="1251782" y="105052"/>
                    <a:pt x="1251782" y="105052"/>
                  </a:cubicBezTo>
                  <a:cubicBezTo>
                    <a:pt x="1251782" y="105052"/>
                    <a:pt x="1251143" y="111343"/>
                    <a:pt x="1250907" y="111578"/>
                  </a:cubicBezTo>
                  <a:cubicBezTo>
                    <a:pt x="1250672" y="111780"/>
                    <a:pt x="1250840" y="114505"/>
                    <a:pt x="1250840" y="114505"/>
                  </a:cubicBezTo>
                  <a:cubicBezTo>
                    <a:pt x="1250840" y="114505"/>
                    <a:pt x="1251042" y="122444"/>
                    <a:pt x="1250840" y="122747"/>
                  </a:cubicBezTo>
                  <a:cubicBezTo>
                    <a:pt x="1250638" y="123083"/>
                    <a:pt x="1249224" y="126750"/>
                    <a:pt x="1249090" y="127086"/>
                  </a:cubicBezTo>
                  <a:cubicBezTo>
                    <a:pt x="1248989" y="127422"/>
                    <a:pt x="1247912" y="144915"/>
                    <a:pt x="1248114" y="145218"/>
                  </a:cubicBezTo>
                  <a:cubicBezTo>
                    <a:pt x="1248316" y="145554"/>
                    <a:pt x="1248450" y="148144"/>
                    <a:pt x="1248551" y="149658"/>
                  </a:cubicBezTo>
                  <a:cubicBezTo>
                    <a:pt x="1248686" y="151172"/>
                    <a:pt x="1248518" y="152047"/>
                    <a:pt x="1248484" y="153460"/>
                  </a:cubicBezTo>
                  <a:cubicBezTo>
                    <a:pt x="1248450" y="154872"/>
                    <a:pt x="1248619" y="155949"/>
                    <a:pt x="1248484" y="157597"/>
                  </a:cubicBezTo>
                  <a:cubicBezTo>
                    <a:pt x="1248316" y="159212"/>
                    <a:pt x="1248652" y="161735"/>
                    <a:pt x="1248417" y="163047"/>
                  </a:cubicBezTo>
                  <a:cubicBezTo>
                    <a:pt x="1248215" y="164359"/>
                    <a:pt x="1248652" y="165099"/>
                    <a:pt x="1248417" y="167521"/>
                  </a:cubicBezTo>
                  <a:cubicBezTo>
                    <a:pt x="1248215" y="169909"/>
                    <a:pt x="1248417" y="169808"/>
                    <a:pt x="1248417" y="171221"/>
                  </a:cubicBezTo>
                  <a:cubicBezTo>
                    <a:pt x="1248417" y="172634"/>
                    <a:pt x="1248215" y="172533"/>
                    <a:pt x="1247777" y="174047"/>
                  </a:cubicBezTo>
                  <a:cubicBezTo>
                    <a:pt x="1247340" y="175561"/>
                    <a:pt x="1247777" y="175796"/>
                    <a:pt x="1247777" y="175796"/>
                  </a:cubicBezTo>
                  <a:cubicBezTo>
                    <a:pt x="1247777" y="175796"/>
                    <a:pt x="1246364" y="179059"/>
                    <a:pt x="1246162" y="180035"/>
                  </a:cubicBezTo>
                  <a:cubicBezTo>
                    <a:pt x="1245926" y="181010"/>
                    <a:pt x="1245186" y="181549"/>
                    <a:pt x="1243234" y="186023"/>
                  </a:cubicBezTo>
                  <a:cubicBezTo>
                    <a:pt x="1241282" y="190463"/>
                    <a:pt x="1241820" y="188209"/>
                    <a:pt x="1241046" y="190699"/>
                  </a:cubicBezTo>
                  <a:cubicBezTo>
                    <a:pt x="1240272" y="193188"/>
                    <a:pt x="1239195" y="192885"/>
                    <a:pt x="1238859" y="193188"/>
                  </a:cubicBezTo>
                  <a:cubicBezTo>
                    <a:pt x="1238522" y="193524"/>
                    <a:pt x="1235931" y="194264"/>
                    <a:pt x="1233541" y="195139"/>
                  </a:cubicBezTo>
                  <a:cubicBezTo>
                    <a:pt x="1231152" y="196014"/>
                    <a:pt x="1228863" y="196014"/>
                    <a:pt x="1227551" y="196215"/>
                  </a:cubicBezTo>
                  <a:cubicBezTo>
                    <a:pt x="1226238" y="196417"/>
                    <a:pt x="1222435" y="196215"/>
                    <a:pt x="1217656" y="196552"/>
                  </a:cubicBezTo>
                  <a:cubicBezTo>
                    <a:pt x="1212878" y="196888"/>
                    <a:pt x="1213753" y="196316"/>
                    <a:pt x="1213416" y="196653"/>
                  </a:cubicBezTo>
                  <a:cubicBezTo>
                    <a:pt x="1213079" y="196989"/>
                    <a:pt x="1207998" y="197628"/>
                    <a:pt x="1207998" y="197628"/>
                  </a:cubicBezTo>
                  <a:cubicBezTo>
                    <a:pt x="1207998" y="197628"/>
                    <a:pt x="1203858" y="196417"/>
                    <a:pt x="1202344" y="196115"/>
                  </a:cubicBezTo>
                  <a:cubicBezTo>
                    <a:pt x="1200829" y="195778"/>
                    <a:pt x="1199315" y="195677"/>
                    <a:pt x="1197666" y="195341"/>
                  </a:cubicBezTo>
                  <a:cubicBezTo>
                    <a:pt x="1196050" y="195004"/>
                    <a:pt x="1193863" y="195442"/>
                    <a:pt x="1192988" y="195341"/>
                  </a:cubicBezTo>
                  <a:cubicBezTo>
                    <a:pt x="1192113" y="195240"/>
                    <a:pt x="1190161" y="193289"/>
                    <a:pt x="1189723" y="193053"/>
                  </a:cubicBezTo>
                  <a:cubicBezTo>
                    <a:pt x="1189286" y="192851"/>
                    <a:pt x="1181680" y="189353"/>
                    <a:pt x="1180266" y="189790"/>
                  </a:cubicBezTo>
                  <a:cubicBezTo>
                    <a:pt x="1178853" y="190228"/>
                    <a:pt x="1179189" y="190665"/>
                    <a:pt x="1176800" y="193154"/>
                  </a:cubicBezTo>
                  <a:cubicBezTo>
                    <a:pt x="1174410" y="195644"/>
                    <a:pt x="1172021" y="195778"/>
                    <a:pt x="1170708" y="195778"/>
                  </a:cubicBezTo>
                  <a:cubicBezTo>
                    <a:pt x="1169396" y="195778"/>
                    <a:pt x="1167006" y="192751"/>
                    <a:pt x="1166569" y="192313"/>
                  </a:cubicBezTo>
                  <a:cubicBezTo>
                    <a:pt x="1166131" y="191876"/>
                    <a:pt x="1162766" y="188613"/>
                    <a:pt x="1162530" y="188277"/>
                  </a:cubicBezTo>
                  <a:cubicBezTo>
                    <a:pt x="1162295" y="187940"/>
                    <a:pt x="1160477" y="185014"/>
                    <a:pt x="1159602" y="184374"/>
                  </a:cubicBezTo>
                  <a:cubicBezTo>
                    <a:pt x="1158727" y="183735"/>
                    <a:pt x="1156876" y="183601"/>
                    <a:pt x="1156876" y="183601"/>
                  </a:cubicBezTo>
                  <a:cubicBezTo>
                    <a:pt x="1156876" y="183601"/>
                    <a:pt x="1148294" y="181851"/>
                    <a:pt x="1147419" y="181851"/>
                  </a:cubicBezTo>
                  <a:cubicBezTo>
                    <a:pt x="1146544" y="181851"/>
                    <a:pt x="1137861" y="180775"/>
                    <a:pt x="1137861" y="180775"/>
                  </a:cubicBezTo>
                  <a:lnTo>
                    <a:pt x="1125140" y="177949"/>
                  </a:lnTo>
                  <a:lnTo>
                    <a:pt x="1121102" y="177949"/>
                  </a:lnTo>
                  <a:cubicBezTo>
                    <a:pt x="1121102" y="177949"/>
                    <a:pt x="1116323" y="177142"/>
                    <a:pt x="1115347" y="177041"/>
                  </a:cubicBezTo>
                  <a:cubicBezTo>
                    <a:pt x="1114371" y="176940"/>
                    <a:pt x="1111005" y="176133"/>
                    <a:pt x="1110029" y="176133"/>
                  </a:cubicBezTo>
                  <a:cubicBezTo>
                    <a:pt x="1109053" y="176133"/>
                    <a:pt x="1107101" y="175258"/>
                    <a:pt x="1106327" y="175056"/>
                  </a:cubicBezTo>
                  <a:cubicBezTo>
                    <a:pt x="1105553" y="174821"/>
                    <a:pt x="1102087" y="173643"/>
                    <a:pt x="1101447" y="173307"/>
                  </a:cubicBezTo>
                  <a:cubicBezTo>
                    <a:pt x="1100808" y="172971"/>
                    <a:pt x="1099495" y="171793"/>
                    <a:pt x="1098957" y="171255"/>
                  </a:cubicBezTo>
                  <a:cubicBezTo>
                    <a:pt x="1098418" y="170717"/>
                    <a:pt x="1096904" y="169943"/>
                    <a:pt x="1096466" y="169640"/>
                  </a:cubicBezTo>
                  <a:cubicBezTo>
                    <a:pt x="1096029" y="169304"/>
                    <a:pt x="1093303" y="167050"/>
                    <a:pt x="1092327" y="166377"/>
                  </a:cubicBezTo>
                  <a:cubicBezTo>
                    <a:pt x="1091351" y="165738"/>
                    <a:pt x="1089836" y="164426"/>
                    <a:pt x="1088726" y="163350"/>
                  </a:cubicBezTo>
                  <a:cubicBezTo>
                    <a:pt x="1087649" y="162273"/>
                    <a:pt x="1086538" y="162139"/>
                    <a:pt x="1085360" y="161600"/>
                  </a:cubicBezTo>
                  <a:cubicBezTo>
                    <a:pt x="1084149" y="161062"/>
                    <a:pt x="1082971" y="160087"/>
                    <a:pt x="1081355" y="159010"/>
                  </a:cubicBezTo>
                  <a:cubicBezTo>
                    <a:pt x="1079706" y="157934"/>
                    <a:pt x="1079067" y="157698"/>
                    <a:pt x="1078730" y="157362"/>
                  </a:cubicBezTo>
                  <a:cubicBezTo>
                    <a:pt x="1078394" y="157025"/>
                    <a:pt x="1076442" y="155310"/>
                    <a:pt x="1076442" y="155310"/>
                  </a:cubicBezTo>
                  <a:cubicBezTo>
                    <a:pt x="1076442" y="155310"/>
                    <a:pt x="1072841" y="152719"/>
                    <a:pt x="1072201" y="151845"/>
                  </a:cubicBezTo>
                  <a:cubicBezTo>
                    <a:pt x="1071562" y="150970"/>
                    <a:pt x="1070115" y="150331"/>
                    <a:pt x="1069812" y="150096"/>
                  </a:cubicBezTo>
                  <a:cubicBezTo>
                    <a:pt x="1069475" y="149894"/>
                    <a:pt x="1067321" y="148245"/>
                    <a:pt x="1066884" y="148245"/>
                  </a:cubicBezTo>
                  <a:cubicBezTo>
                    <a:pt x="1066446" y="148245"/>
                    <a:pt x="1063956" y="145756"/>
                    <a:pt x="1063081" y="145655"/>
                  </a:cubicBezTo>
                  <a:cubicBezTo>
                    <a:pt x="1062206" y="145554"/>
                    <a:pt x="1059076" y="143267"/>
                    <a:pt x="1059076" y="143267"/>
                  </a:cubicBezTo>
                  <a:lnTo>
                    <a:pt x="1057764" y="143267"/>
                  </a:lnTo>
                  <a:lnTo>
                    <a:pt x="1054768" y="141753"/>
                  </a:lnTo>
                  <a:cubicBezTo>
                    <a:pt x="1054768" y="141753"/>
                    <a:pt x="1053456" y="141215"/>
                    <a:pt x="1052985" y="141215"/>
                  </a:cubicBezTo>
                  <a:cubicBezTo>
                    <a:pt x="1052513" y="141215"/>
                    <a:pt x="1051504" y="140777"/>
                    <a:pt x="1051302" y="140777"/>
                  </a:cubicBezTo>
                  <a:cubicBezTo>
                    <a:pt x="1051100" y="140777"/>
                    <a:pt x="1050932" y="140710"/>
                    <a:pt x="1050932" y="140710"/>
                  </a:cubicBezTo>
                  <a:cubicBezTo>
                    <a:pt x="1050932" y="140710"/>
                    <a:pt x="1049586" y="139634"/>
                    <a:pt x="1049148" y="138759"/>
                  </a:cubicBezTo>
                  <a:cubicBezTo>
                    <a:pt x="1048710" y="137884"/>
                    <a:pt x="1047095" y="137514"/>
                    <a:pt x="1046321" y="136909"/>
                  </a:cubicBezTo>
                  <a:cubicBezTo>
                    <a:pt x="1045547" y="136303"/>
                    <a:pt x="1045109" y="135967"/>
                    <a:pt x="1044571" y="135967"/>
                  </a:cubicBezTo>
                  <a:cubicBezTo>
                    <a:pt x="1044032" y="135967"/>
                    <a:pt x="1043393" y="135429"/>
                    <a:pt x="1041037" y="136404"/>
                  </a:cubicBezTo>
                  <a:cubicBezTo>
                    <a:pt x="1038715" y="137380"/>
                    <a:pt x="1040230" y="136942"/>
                    <a:pt x="1039960" y="137043"/>
                  </a:cubicBezTo>
                  <a:cubicBezTo>
                    <a:pt x="1039691" y="137144"/>
                    <a:pt x="1039590" y="137548"/>
                    <a:pt x="1039388" y="137851"/>
                  </a:cubicBezTo>
                  <a:cubicBezTo>
                    <a:pt x="1039186" y="138187"/>
                    <a:pt x="1039153" y="138759"/>
                    <a:pt x="1039153" y="138994"/>
                  </a:cubicBezTo>
                  <a:cubicBezTo>
                    <a:pt x="1039153" y="139196"/>
                    <a:pt x="1039254" y="139903"/>
                    <a:pt x="1039388" y="140138"/>
                  </a:cubicBezTo>
                  <a:cubicBezTo>
                    <a:pt x="1039489" y="140340"/>
                    <a:pt x="1039254" y="141349"/>
                    <a:pt x="1039254" y="141349"/>
                  </a:cubicBezTo>
                  <a:cubicBezTo>
                    <a:pt x="1039254" y="141349"/>
                    <a:pt x="1039556" y="142358"/>
                    <a:pt x="1039254" y="142796"/>
                  </a:cubicBezTo>
                  <a:cubicBezTo>
                    <a:pt x="1038951" y="143233"/>
                    <a:pt x="1037806" y="145420"/>
                    <a:pt x="1037806" y="145420"/>
                  </a:cubicBezTo>
                  <a:lnTo>
                    <a:pt x="1035484" y="147875"/>
                  </a:lnTo>
                  <a:lnTo>
                    <a:pt x="1033162" y="151643"/>
                  </a:lnTo>
                  <a:lnTo>
                    <a:pt x="1031277" y="153964"/>
                  </a:lnTo>
                  <a:lnTo>
                    <a:pt x="1029830" y="156151"/>
                  </a:lnTo>
                  <a:lnTo>
                    <a:pt x="1028080" y="159346"/>
                  </a:lnTo>
                  <a:lnTo>
                    <a:pt x="1024446" y="161802"/>
                  </a:lnTo>
                  <a:cubicBezTo>
                    <a:pt x="1024446" y="161802"/>
                    <a:pt x="1021686" y="164392"/>
                    <a:pt x="1020239" y="165435"/>
                  </a:cubicBezTo>
                  <a:cubicBezTo>
                    <a:pt x="1018791" y="166444"/>
                    <a:pt x="1015594" y="169203"/>
                    <a:pt x="1014450" y="169775"/>
                  </a:cubicBezTo>
                  <a:cubicBezTo>
                    <a:pt x="1013306" y="170347"/>
                    <a:pt x="1010815" y="174854"/>
                    <a:pt x="1010815" y="174854"/>
                  </a:cubicBezTo>
                  <a:cubicBezTo>
                    <a:pt x="1010815" y="174854"/>
                    <a:pt x="1009234" y="178319"/>
                    <a:pt x="1008628" y="179362"/>
                  </a:cubicBezTo>
                  <a:cubicBezTo>
                    <a:pt x="1008056" y="180371"/>
                    <a:pt x="1007181" y="184273"/>
                    <a:pt x="1006743" y="185148"/>
                  </a:cubicBezTo>
                  <a:cubicBezTo>
                    <a:pt x="1006306" y="186023"/>
                    <a:pt x="1004421" y="190059"/>
                    <a:pt x="1003983" y="190665"/>
                  </a:cubicBezTo>
                  <a:cubicBezTo>
                    <a:pt x="1003546" y="191237"/>
                    <a:pt x="1000517" y="196451"/>
                    <a:pt x="1000080" y="197056"/>
                  </a:cubicBezTo>
                  <a:cubicBezTo>
                    <a:pt x="999642" y="197628"/>
                    <a:pt x="997185" y="203852"/>
                    <a:pt x="997185" y="203852"/>
                  </a:cubicBezTo>
                  <a:lnTo>
                    <a:pt x="995435" y="207485"/>
                  </a:lnTo>
                  <a:lnTo>
                    <a:pt x="989781" y="212564"/>
                  </a:lnTo>
                  <a:lnTo>
                    <a:pt x="987459" y="217476"/>
                  </a:lnTo>
                  <a:cubicBezTo>
                    <a:pt x="987459" y="217476"/>
                    <a:pt x="983690" y="221546"/>
                    <a:pt x="983555" y="222118"/>
                  </a:cubicBezTo>
                  <a:cubicBezTo>
                    <a:pt x="983421" y="222690"/>
                    <a:pt x="979214" y="229081"/>
                    <a:pt x="979214" y="229081"/>
                  </a:cubicBezTo>
                  <a:lnTo>
                    <a:pt x="976319" y="231840"/>
                  </a:lnTo>
                  <a:lnTo>
                    <a:pt x="973863" y="235305"/>
                  </a:lnTo>
                  <a:cubicBezTo>
                    <a:pt x="973863" y="235305"/>
                    <a:pt x="970665" y="238063"/>
                    <a:pt x="969521" y="238635"/>
                  </a:cubicBezTo>
                  <a:cubicBezTo>
                    <a:pt x="968377" y="239207"/>
                    <a:pt x="966492" y="242705"/>
                    <a:pt x="966055" y="242975"/>
                  </a:cubicBezTo>
                  <a:cubicBezTo>
                    <a:pt x="965617" y="243277"/>
                    <a:pt x="964305" y="246002"/>
                    <a:pt x="963867" y="246439"/>
                  </a:cubicBezTo>
                  <a:cubicBezTo>
                    <a:pt x="963430" y="246877"/>
                    <a:pt x="960098" y="249198"/>
                    <a:pt x="960098" y="249198"/>
                  </a:cubicBezTo>
                  <a:cubicBezTo>
                    <a:pt x="960098" y="249198"/>
                    <a:pt x="957641" y="251654"/>
                    <a:pt x="956631" y="252394"/>
                  </a:cubicBezTo>
                  <a:cubicBezTo>
                    <a:pt x="955622" y="253100"/>
                    <a:pt x="954612" y="255859"/>
                    <a:pt x="952896" y="257305"/>
                  </a:cubicBezTo>
                  <a:cubicBezTo>
                    <a:pt x="951213" y="258752"/>
                    <a:pt x="949530" y="261073"/>
                    <a:pt x="949093" y="261207"/>
                  </a:cubicBezTo>
                  <a:cubicBezTo>
                    <a:pt x="948655" y="261342"/>
                    <a:pt x="948790" y="265850"/>
                    <a:pt x="948790" y="265850"/>
                  </a:cubicBezTo>
                  <a:lnTo>
                    <a:pt x="948655" y="270189"/>
                  </a:lnTo>
                  <a:lnTo>
                    <a:pt x="947511" y="276412"/>
                  </a:lnTo>
                  <a:cubicBezTo>
                    <a:pt x="947511" y="276412"/>
                    <a:pt x="945492" y="278868"/>
                    <a:pt x="944920" y="279305"/>
                  </a:cubicBezTo>
                  <a:cubicBezTo>
                    <a:pt x="944348" y="279743"/>
                    <a:pt x="942160" y="282770"/>
                    <a:pt x="941723" y="282938"/>
                  </a:cubicBezTo>
                  <a:cubicBezTo>
                    <a:pt x="941285" y="283073"/>
                    <a:pt x="939838" y="286572"/>
                    <a:pt x="939838" y="286572"/>
                  </a:cubicBezTo>
                  <a:cubicBezTo>
                    <a:pt x="939838" y="286572"/>
                    <a:pt x="938525" y="288455"/>
                    <a:pt x="938391" y="288893"/>
                  </a:cubicBezTo>
                  <a:cubicBezTo>
                    <a:pt x="938256" y="289330"/>
                    <a:pt x="936944" y="291348"/>
                    <a:pt x="936944" y="291348"/>
                  </a:cubicBezTo>
                  <a:lnTo>
                    <a:pt x="936506" y="295419"/>
                  </a:lnTo>
                  <a:lnTo>
                    <a:pt x="936506" y="298043"/>
                  </a:lnTo>
                  <a:cubicBezTo>
                    <a:pt x="936506" y="298043"/>
                    <a:pt x="937011" y="300061"/>
                    <a:pt x="937314" y="301373"/>
                  </a:cubicBezTo>
                  <a:cubicBezTo>
                    <a:pt x="937617" y="302685"/>
                    <a:pt x="938694" y="304131"/>
                    <a:pt x="939131" y="304434"/>
                  </a:cubicBezTo>
                  <a:cubicBezTo>
                    <a:pt x="939569" y="304737"/>
                    <a:pt x="940006" y="305174"/>
                    <a:pt x="940881" y="305881"/>
                  </a:cubicBezTo>
                  <a:cubicBezTo>
                    <a:pt x="941756" y="306587"/>
                    <a:pt x="943338" y="308639"/>
                    <a:pt x="943338" y="308639"/>
                  </a:cubicBezTo>
                  <a:lnTo>
                    <a:pt x="944045" y="311095"/>
                  </a:lnTo>
                  <a:lnTo>
                    <a:pt x="945795" y="314122"/>
                  </a:lnTo>
                  <a:cubicBezTo>
                    <a:pt x="945795" y="314122"/>
                    <a:pt x="948992" y="318193"/>
                    <a:pt x="948992" y="318596"/>
                  </a:cubicBezTo>
                  <a:cubicBezTo>
                    <a:pt x="948992" y="319034"/>
                    <a:pt x="950304" y="320480"/>
                    <a:pt x="950304" y="320480"/>
                  </a:cubicBezTo>
                  <a:lnTo>
                    <a:pt x="951752" y="323508"/>
                  </a:lnTo>
                  <a:cubicBezTo>
                    <a:pt x="951752" y="323508"/>
                    <a:pt x="952324" y="324080"/>
                    <a:pt x="952761" y="330034"/>
                  </a:cubicBezTo>
                  <a:cubicBezTo>
                    <a:pt x="953199" y="335988"/>
                    <a:pt x="952761" y="332052"/>
                    <a:pt x="952761" y="333667"/>
                  </a:cubicBezTo>
                  <a:cubicBezTo>
                    <a:pt x="952761" y="335248"/>
                    <a:pt x="950877" y="334542"/>
                    <a:pt x="950439" y="334542"/>
                  </a:cubicBezTo>
                  <a:cubicBezTo>
                    <a:pt x="950002" y="334542"/>
                    <a:pt x="946670" y="334979"/>
                    <a:pt x="945795" y="335282"/>
                  </a:cubicBezTo>
                  <a:cubicBezTo>
                    <a:pt x="944920" y="335584"/>
                    <a:pt x="939569" y="335282"/>
                    <a:pt x="938121" y="335282"/>
                  </a:cubicBezTo>
                  <a:cubicBezTo>
                    <a:pt x="936674" y="335282"/>
                    <a:pt x="933780" y="334844"/>
                    <a:pt x="933780" y="334844"/>
                  </a:cubicBezTo>
                  <a:lnTo>
                    <a:pt x="927991" y="332221"/>
                  </a:lnTo>
                  <a:lnTo>
                    <a:pt x="922775" y="330202"/>
                  </a:lnTo>
                  <a:lnTo>
                    <a:pt x="918871" y="329630"/>
                  </a:lnTo>
                  <a:lnTo>
                    <a:pt x="914967" y="327444"/>
                  </a:lnTo>
                  <a:lnTo>
                    <a:pt x="911063" y="324685"/>
                  </a:lnTo>
                  <a:lnTo>
                    <a:pt x="908304" y="323373"/>
                  </a:lnTo>
                  <a:lnTo>
                    <a:pt x="903962" y="318294"/>
                  </a:lnTo>
                  <a:lnTo>
                    <a:pt x="898173" y="312205"/>
                  </a:lnTo>
                  <a:lnTo>
                    <a:pt x="892250" y="311902"/>
                  </a:lnTo>
                  <a:lnTo>
                    <a:pt x="870644" y="311902"/>
                  </a:lnTo>
                  <a:cubicBezTo>
                    <a:pt x="870644" y="311902"/>
                    <a:pt x="867178" y="311095"/>
                    <a:pt x="858192" y="311969"/>
                  </a:cubicBezTo>
                  <a:cubicBezTo>
                    <a:pt x="849206" y="312844"/>
                    <a:pt x="847187" y="311599"/>
                    <a:pt x="840086" y="311599"/>
                  </a:cubicBezTo>
                  <a:cubicBezTo>
                    <a:pt x="832985" y="311599"/>
                    <a:pt x="834735" y="310725"/>
                    <a:pt x="825311" y="309581"/>
                  </a:cubicBezTo>
                  <a:cubicBezTo>
                    <a:pt x="815888" y="308437"/>
                    <a:pt x="820398" y="309446"/>
                    <a:pt x="817066" y="309446"/>
                  </a:cubicBezTo>
                  <a:cubicBezTo>
                    <a:pt x="813734" y="309446"/>
                    <a:pt x="807643" y="309446"/>
                    <a:pt x="800407" y="309144"/>
                  </a:cubicBezTo>
                  <a:cubicBezTo>
                    <a:pt x="793171" y="308841"/>
                    <a:pt x="792734" y="310018"/>
                    <a:pt x="787652" y="310456"/>
                  </a:cubicBezTo>
                  <a:cubicBezTo>
                    <a:pt x="782570" y="310893"/>
                    <a:pt x="781291" y="310456"/>
                    <a:pt x="775906" y="310456"/>
                  </a:cubicBezTo>
                  <a:cubicBezTo>
                    <a:pt x="770555" y="310456"/>
                    <a:pt x="766921" y="310456"/>
                    <a:pt x="762714" y="309581"/>
                  </a:cubicBezTo>
                  <a:cubicBezTo>
                    <a:pt x="758507" y="308706"/>
                    <a:pt x="758507" y="307563"/>
                    <a:pt x="757060" y="306856"/>
                  </a:cubicBezTo>
                  <a:cubicBezTo>
                    <a:pt x="755613" y="306150"/>
                    <a:pt x="751406" y="306823"/>
                    <a:pt x="748949" y="307125"/>
                  </a:cubicBezTo>
                  <a:cubicBezTo>
                    <a:pt x="746492" y="307428"/>
                    <a:pt x="743598" y="306419"/>
                    <a:pt x="741545" y="307125"/>
                  </a:cubicBezTo>
                  <a:cubicBezTo>
                    <a:pt x="739526" y="307865"/>
                    <a:pt x="738651" y="309144"/>
                    <a:pt x="736194" y="310153"/>
                  </a:cubicBezTo>
                  <a:cubicBezTo>
                    <a:pt x="733737" y="311162"/>
                    <a:pt x="733603" y="312609"/>
                    <a:pt x="732290" y="314661"/>
                  </a:cubicBezTo>
                  <a:cubicBezTo>
                    <a:pt x="730978" y="316679"/>
                    <a:pt x="731415" y="317991"/>
                    <a:pt x="731415" y="317991"/>
                  </a:cubicBezTo>
                  <a:cubicBezTo>
                    <a:pt x="731415" y="317991"/>
                    <a:pt x="731415" y="321624"/>
                    <a:pt x="731415" y="323777"/>
                  </a:cubicBezTo>
                  <a:cubicBezTo>
                    <a:pt x="731415" y="325930"/>
                    <a:pt x="735184" y="327679"/>
                    <a:pt x="735184" y="327679"/>
                  </a:cubicBezTo>
                  <a:cubicBezTo>
                    <a:pt x="735184" y="327679"/>
                    <a:pt x="736497" y="327982"/>
                    <a:pt x="738954" y="329294"/>
                  </a:cubicBezTo>
                  <a:cubicBezTo>
                    <a:pt x="741410" y="330606"/>
                    <a:pt x="741410" y="329731"/>
                    <a:pt x="741983" y="330000"/>
                  </a:cubicBezTo>
                  <a:cubicBezTo>
                    <a:pt x="742555" y="330303"/>
                    <a:pt x="744574" y="330875"/>
                    <a:pt x="745617" y="331178"/>
                  </a:cubicBezTo>
                  <a:cubicBezTo>
                    <a:pt x="746627" y="331480"/>
                    <a:pt x="747637" y="331178"/>
                    <a:pt x="747637" y="331178"/>
                  </a:cubicBezTo>
                  <a:cubicBezTo>
                    <a:pt x="747637" y="331178"/>
                    <a:pt x="749521" y="333633"/>
                    <a:pt x="749521" y="334205"/>
                  </a:cubicBezTo>
                  <a:cubicBezTo>
                    <a:pt x="749521" y="334777"/>
                    <a:pt x="749084" y="335214"/>
                    <a:pt x="749084" y="336964"/>
                  </a:cubicBezTo>
                  <a:cubicBezTo>
                    <a:pt x="749084" y="338713"/>
                    <a:pt x="748781" y="340597"/>
                    <a:pt x="748646" y="341000"/>
                  </a:cubicBezTo>
                  <a:cubicBezTo>
                    <a:pt x="748512" y="341438"/>
                    <a:pt x="748074" y="344028"/>
                    <a:pt x="748343" y="344768"/>
                  </a:cubicBezTo>
                  <a:cubicBezTo>
                    <a:pt x="748646" y="345508"/>
                    <a:pt x="750093" y="346652"/>
                    <a:pt x="752685" y="348973"/>
                  </a:cubicBezTo>
                  <a:cubicBezTo>
                    <a:pt x="755276" y="351294"/>
                    <a:pt x="754132" y="354759"/>
                    <a:pt x="753829" y="355331"/>
                  </a:cubicBezTo>
                  <a:cubicBezTo>
                    <a:pt x="753526" y="355903"/>
                    <a:pt x="753829" y="360545"/>
                    <a:pt x="753829" y="361117"/>
                  </a:cubicBezTo>
                  <a:cubicBezTo>
                    <a:pt x="753829" y="361689"/>
                    <a:pt x="752516" y="366768"/>
                    <a:pt x="752516" y="367340"/>
                  </a:cubicBezTo>
                  <a:cubicBezTo>
                    <a:pt x="752516" y="367912"/>
                    <a:pt x="751776" y="371680"/>
                    <a:pt x="751675" y="372252"/>
                  </a:cubicBezTo>
                  <a:cubicBezTo>
                    <a:pt x="751574" y="372824"/>
                    <a:pt x="751776" y="377163"/>
                    <a:pt x="751641" y="378610"/>
                  </a:cubicBezTo>
                  <a:cubicBezTo>
                    <a:pt x="751507" y="380056"/>
                    <a:pt x="751776" y="381805"/>
                    <a:pt x="751641" y="382377"/>
                  </a:cubicBezTo>
                  <a:cubicBezTo>
                    <a:pt x="751507" y="382949"/>
                    <a:pt x="751069" y="385842"/>
                    <a:pt x="750194" y="388029"/>
                  </a:cubicBezTo>
                  <a:cubicBezTo>
                    <a:pt x="749319" y="390215"/>
                    <a:pt x="749925" y="394252"/>
                    <a:pt x="749353" y="397010"/>
                  </a:cubicBezTo>
                  <a:cubicBezTo>
                    <a:pt x="748781" y="399769"/>
                    <a:pt x="747771" y="402090"/>
                    <a:pt x="747468" y="402965"/>
                  </a:cubicBezTo>
                  <a:cubicBezTo>
                    <a:pt x="747165" y="403839"/>
                    <a:pt x="747165" y="407035"/>
                    <a:pt x="747165" y="409491"/>
                  </a:cubicBezTo>
                  <a:cubicBezTo>
                    <a:pt x="747165" y="411946"/>
                    <a:pt x="744540" y="413393"/>
                    <a:pt x="744540" y="413393"/>
                  </a:cubicBezTo>
                  <a:cubicBezTo>
                    <a:pt x="744540" y="413393"/>
                    <a:pt x="744103" y="421366"/>
                    <a:pt x="744103" y="422509"/>
                  </a:cubicBezTo>
                  <a:cubicBezTo>
                    <a:pt x="744103" y="423687"/>
                    <a:pt x="744237" y="425133"/>
                    <a:pt x="744406" y="427723"/>
                  </a:cubicBezTo>
                  <a:cubicBezTo>
                    <a:pt x="744540" y="430347"/>
                    <a:pt x="745146" y="432635"/>
                    <a:pt x="745415" y="434956"/>
                  </a:cubicBezTo>
                  <a:cubicBezTo>
                    <a:pt x="745718" y="437277"/>
                    <a:pt x="745415" y="437277"/>
                    <a:pt x="745718" y="439598"/>
                  </a:cubicBezTo>
                  <a:cubicBezTo>
                    <a:pt x="746021" y="441919"/>
                    <a:pt x="745281" y="444812"/>
                    <a:pt x="745281" y="444812"/>
                  </a:cubicBezTo>
                  <a:cubicBezTo>
                    <a:pt x="745281" y="444812"/>
                    <a:pt x="745281" y="446696"/>
                    <a:pt x="745281" y="448008"/>
                  </a:cubicBezTo>
                  <a:cubicBezTo>
                    <a:pt x="745281" y="449320"/>
                    <a:pt x="745786" y="450464"/>
                    <a:pt x="746526" y="452650"/>
                  </a:cubicBezTo>
                  <a:cubicBezTo>
                    <a:pt x="747233" y="454837"/>
                    <a:pt x="746896" y="456418"/>
                    <a:pt x="746896" y="458436"/>
                  </a:cubicBezTo>
                  <a:cubicBezTo>
                    <a:pt x="746896" y="460455"/>
                    <a:pt x="746896" y="461767"/>
                    <a:pt x="746459" y="465097"/>
                  </a:cubicBezTo>
                  <a:cubicBezTo>
                    <a:pt x="746021" y="468427"/>
                    <a:pt x="745886" y="467687"/>
                    <a:pt x="745146" y="470614"/>
                  </a:cubicBezTo>
                  <a:cubicBezTo>
                    <a:pt x="744406" y="473507"/>
                    <a:pt x="745584" y="473070"/>
                    <a:pt x="746459" y="474819"/>
                  </a:cubicBezTo>
                  <a:cubicBezTo>
                    <a:pt x="747334" y="476568"/>
                    <a:pt x="747031" y="478452"/>
                    <a:pt x="747031" y="478452"/>
                  </a:cubicBezTo>
                  <a:cubicBezTo>
                    <a:pt x="747031" y="478452"/>
                    <a:pt x="743834" y="483801"/>
                    <a:pt x="744002" y="484541"/>
                  </a:cubicBezTo>
                  <a:cubicBezTo>
                    <a:pt x="744136" y="485247"/>
                    <a:pt x="745011" y="485987"/>
                    <a:pt x="745449" y="486559"/>
                  </a:cubicBezTo>
                  <a:cubicBezTo>
                    <a:pt x="745886" y="487131"/>
                    <a:pt x="746459" y="488880"/>
                    <a:pt x="746593" y="489452"/>
                  </a:cubicBezTo>
                  <a:cubicBezTo>
                    <a:pt x="746728" y="490024"/>
                    <a:pt x="746896" y="491033"/>
                    <a:pt x="746896" y="491033"/>
                  </a:cubicBezTo>
                  <a:cubicBezTo>
                    <a:pt x="746896" y="491033"/>
                    <a:pt x="746762" y="494666"/>
                    <a:pt x="746459" y="495104"/>
                  </a:cubicBezTo>
                  <a:cubicBezTo>
                    <a:pt x="746156" y="495541"/>
                    <a:pt x="746762" y="500318"/>
                    <a:pt x="746762" y="500755"/>
                  </a:cubicBezTo>
                  <a:cubicBezTo>
                    <a:pt x="746762" y="501192"/>
                    <a:pt x="741680" y="504388"/>
                    <a:pt x="743295" y="506104"/>
                  </a:cubicBezTo>
                  <a:cubicBezTo>
                    <a:pt x="744877" y="507853"/>
                    <a:pt x="743867" y="507988"/>
                    <a:pt x="746055" y="510881"/>
                  </a:cubicBezTo>
                  <a:cubicBezTo>
                    <a:pt x="748242" y="513774"/>
                    <a:pt x="747064" y="512193"/>
                    <a:pt x="749252" y="514514"/>
                  </a:cubicBezTo>
                  <a:cubicBezTo>
                    <a:pt x="751439" y="516835"/>
                    <a:pt x="749387" y="517541"/>
                    <a:pt x="749252" y="518416"/>
                  </a:cubicBezTo>
                  <a:cubicBezTo>
                    <a:pt x="749117" y="519291"/>
                    <a:pt x="743901" y="518281"/>
                    <a:pt x="743295" y="518416"/>
                  </a:cubicBezTo>
                  <a:cubicBezTo>
                    <a:pt x="742723" y="518550"/>
                    <a:pt x="742151" y="519560"/>
                    <a:pt x="741276" y="520165"/>
                  </a:cubicBezTo>
                  <a:cubicBezTo>
                    <a:pt x="740401" y="520737"/>
                    <a:pt x="739526" y="520905"/>
                    <a:pt x="738516" y="521612"/>
                  </a:cubicBezTo>
                  <a:cubicBezTo>
                    <a:pt x="737507" y="522318"/>
                    <a:pt x="736497" y="521612"/>
                    <a:pt x="736497" y="521612"/>
                  </a:cubicBezTo>
                  <a:lnTo>
                    <a:pt x="730978" y="523024"/>
                  </a:lnTo>
                  <a:cubicBezTo>
                    <a:pt x="730978" y="523024"/>
                    <a:pt x="729968" y="522924"/>
                    <a:pt x="728958" y="523058"/>
                  </a:cubicBezTo>
                  <a:cubicBezTo>
                    <a:pt x="727949" y="523193"/>
                    <a:pt x="726636" y="522924"/>
                    <a:pt x="725626" y="523058"/>
                  </a:cubicBezTo>
                  <a:cubicBezTo>
                    <a:pt x="724617" y="523193"/>
                    <a:pt x="723304" y="523361"/>
                    <a:pt x="722598" y="523630"/>
                  </a:cubicBezTo>
                  <a:cubicBezTo>
                    <a:pt x="721857" y="523933"/>
                    <a:pt x="720848" y="523933"/>
                    <a:pt x="718963" y="524370"/>
                  </a:cubicBezTo>
                  <a:cubicBezTo>
                    <a:pt x="717078" y="524807"/>
                    <a:pt x="716203" y="525951"/>
                    <a:pt x="715631" y="526119"/>
                  </a:cubicBezTo>
                  <a:cubicBezTo>
                    <a:pt x="715059" y="526254"/>
                    <a:pt x="714319" y="527129"/>
                    <a:pt x="714319" y="527129"/>
                  </a:cubicBezTo>
                  <a:cubicBezTo>
                    <a:pt x="714319" y="527129"/>
                    <a:pt x="711996" y="529450"/>
                    <a:pt x="711862" y="529887"/>
                  </a:cubicBezTo>
                  <a:cubicBezTo>
                    <a:pt x="711727" y="530324"/>
                    <a:pt x="710852" y="530896"/>
                    <a:pt x="710280" y="532040"/>
                  </a:cubicBezTo>
                  <a:cubicBezTo>
                    <a:pt x="709708" y="533217"/>
                    <a:pt x="709977" y="533924"/>
                    <a:pt x="709977" y="533924"/>
                  </a:cubicBezTo>
                  <a:cubicBezTo>
                    <a:pt x="709977" y="533924"/>
                    <a:pt x="709977" y="534496"/>
                    <a:pt x="710280" y="535068"/>
                  </a:cubicBezTo>
                  <a:cubicBezTo>
                    <a:pt x="710583" y="535639"/>
                    <a:pt x="712165" y="537826"/>
                    <a:pt x="713746" y="539273"/>
                  </a:cubicBezTo>
                  <a:cubicBezTo>
                    <a:pt x="715328" y="540719"/>
                    <a:pt x="714891" y="540013"/>
                    <a:pt x="716506" y="540584"/>
                  </a:cubicBezTo>
                  <a:cubicBezTo>
                    <a:pt x="718088" y="541156"/>
                    <a:pt x="716506" y="541291"/>
                    <a:pt x="716506" y="541728"/>
                  </a:cubicBezTo>
                  <a:cubicBezTo>
                    <a:pt x="716506" y="542165"/>
                    <a:pt x="715194" y="543309"/>
                    <a:pt x="714756" y="543612"/>
                  </a:cubicBezTo>
                  <a:cubicBezTo>
                    <a:pt x="714319" y="543881"/>
                    <a:pt x="713174" y="544621"/>
                    <a:pt x="712434" y="545361"/>
                  </a:cubicBezTo>
                  <a:cubicBezTo>
                    <a:pt x="711693" y="546068"/>
                    <a:pt x="709674" y="545361"/>
                    <a:pt x="708799" y="545361"/>
                  </a:cubicBezTo>
                  <a:cubicBezTo>
                    <a:pt x="707924" y="545361"/>
                    <a:pt x="706208" y="546505"/>
                    <a:pt x="706208" y="546505"/>
                  </a:cubicBezTo>
                  <a:lnTo>
                    <a:pt x="702876" y="546505"/>
                  </a:lnTo>
                  <a:lnTo>
                    <a:pt x="698265" y="547581"/>
                  </a:lnTo>
                  <a:cubicBezTo>
                    <a:pt x="698265" y="547581"/>
                    <a:pt x="695674" y="548994"/>
                    <a:pt x="695337" y="549196"/>
                  </a:cubicBezTo>
                  <a:cubicBezTo>
                    <a:pt x="695001" y="549398"/>
                    <a:pt x="691736" y="550407"/>
                    <a:pt x="691433" y="550609"/>
                  </a:cubicBezTo>
                  <a:cubicBezTo>
                    <a:pt x="691097" y="550811"/>
                    <a:pt x="689246" y="551786"/>
                    <a:pt x="688808" y="551786"/>
                  </a:cubicBezTo>
                  <a:cubicBezTo>
                    <a:pt x="688371" y="551786"/>
                    <a:pt x="686183" y="553536"/>
                    <a:pt x="686183" y="553536"/>
                  </a:cubicBezTo>
                  <a:cubicBezTo>
                    <a:pt x="686183" y="553536"/>
                    <a:pt x="683794" y="555487"/>
                    <a:pt x="683457" y="555823"/>
                  </a:cubicBezTo>
                  <a:cubicBezTo>
                    <a:pt x="683121" y="556160"/>
                    <a:pt x="682145" y="557572"/>
                    <a:pt x="681707" y="557875"/>
                  </a:cubicBezTo>
                  <a:cubicBezTo>
                    <a:pt x="681270" y="558212"/>
                    <a:pt x="679082" y="562114"/>
                    <a:pt x="679082" y="562114"/>
                  </a:cubicBezTo>
                  <a:cubicBezTo>
                    <a:pt x="679082" y="562114"/>
                    <a:pt x="677770" y="564300"/>
                    <a:pt x="677770" y="564704"/>
                  </a:cubicBezTo>
                  <a:cubicBezTo>
                    <a:pt x="677770" y="565141"/>
                    <a:pt x="675582" y="568741"/>
                    <a:pt x="675582" y="568741"/>
                  </a:cubicBezTo>
                  <a:cubicBezTo>
                    <a:pt x="675582" y="568741"/>
                    <a:pt x="674707" y="570927"/>
                    <a:pt x="674505" y="571230"/>
                  </a:cubicBezTo>
                  <a:cubicBezTo>
                    <a:pt x="674303" y="571567"/>
                    <a:pt x="673967" y="575132"/>
                    <a:pt x="673967" y="575132"/>
                  </a:cubicBezTo>
                  <a:lnTo>
                    <a:pt x="673967" y="580447"/>
                  </a:lnTo>
                  <a:cubicBezTo>
                    <a:pt x="673967" y="580447"/>
                    <a:pt x="675044" y="585123"/>
                    <a:pt x="675279" y="585897"/>
                  </a:cubicBezTo>
                  <a:cubicBezTo>
                    <a:pt x="675515" y="586671"/>
                    <a:pt x="676491" y="588723"/>
                    <a:pt x="676726" y="589799"/>
                  </a:cubicBezTo>
                  <a:cubicBezTo>
                    <a:pt x="676962" y="590876"/>
                    <a:pt x="677029" y="592087"/>
                    <a:pt x="676693" y="593062"/>
                  </a:cubicBezTo>
                  <a:cubicBezTo>
                    <a:pt x="676356" y="594038"/>
                    <a:pt x="676794" y="594812"/>
                    <a:pt x="676693" y="596224"/>
                  </a:cubicBezTo>
                  <a:cubicBezTo>
                    <a:pt x="676592" y="597637"/>
                    <a:pt x="676356" y="598075"/>
                    <a:pt x="676154" y="599151"/>
                  </a:cubicBezTo>
                  <a:cubicBezTo>
                    <a:pt x="675952" y="600228"/>
                    <a:pt x="675380" y="601203"/>
                    <a:pt x="675279" y="601640"/>
                  </a:cubicBezTo>
                  <a:cubicBezTo>
                    <a:pt x="675178" y="602078"/>
                    <a:pt x="673967" y="602717"/>
                    <a:pt x="673967" y="602717"/>
                  </a:cubicBezTo>
                  <a:cubicBezTo>
                    <a:pt x="673967" y="602717"/>
                    <a:pt x="672217" y="605004"/>
                    <a:pt x="672116" y="605307"/>
                  </a:cubicBezTo>
                  <a:cubicBezTo>
                    <a:pt x="672015" y="605643"/>
                    <a:pt x="671140" y="606384"/>
                    <a:pt x="671140" y="606384"/>
                  </a:cubicBezTo>
                  <a:cubicBezTo>
                    <a:pt x="671140" y="606384"/>
                    <a:pt x="670601" y="607359"/>
                    <a:pt x="669861" y="607796"/>
                  </a:cubicBezTo>
                  <a:cubicBezTo>
                    <a:pt x="669120" y="608234"/>
                    <a:pt x="669524" y="608772"/>
                    <a:pt x="669726" y="609546"/>
                  </a:cubicBezTo>
                  <a:cubicBezTo>
                    <a:pt x="669928" y="610319"/>
                    <a:pt x="669827" y="611598"/>
                    <a:pt x="669726" y="612270"/>
                  </a:cubicBezTo>
                  <a:cubicBezTo>
                    <a:pt x="669625" y="612910"/>
                    <a:pt x="668952" y="614222"/>
                    <a:pt x="668750" y="614558"/>
                  </a:cubicBezTo>
                  <a:cubicBezTo>
                    <a:pt x="668548" y="614894"/>
                    <a:pt x="667774" y="616745"/>
                    <a:pt x="667438" y="616946"/>
                  </a:cubicBezTo>
                  <a:cubicBezTo>
                    <a:pt x="667101" y="617148"/>
                    <a:pt x="666024" y="618561"/>
                    <a:pt x="665048" y="619133"/>
                  </a:cubicBezTo>
                  <a:cubicBezTo>
                    <a:pt x="664072" y="619671"/>
                    <a:pt x="662457" y="621959"/>
                    <a:pt x="662120" y="622161"/>
                  </a:cubicBezTo>
                  <a:cubicBezTo>
                    <a:pt x="661784" y="622396"/>
                    <a:pt x="660505" y="623775"/>
                    <a:pt x="660067" y="623775"/>
                  </a:cubicBezTo>
                  <a:cubicBezTo>
                    <a:pt x="659630" y="623775"/>
                    <a:pt x="657476" y="625625"/>
                    <a:pt x="657139" y="625726"/>
                  </a:cubicBezTo>
                  <a:cubicBezTo>
                    <a:pt x="656803" y="625827"/>
                    <a:pt x="651485" y="626937"/>
                    <a:pt x="651485" y="626937"/>
                  </a:cubicBezTo>
                  <a:cubicBezTo>
                    <a:pt x="651485" y="626937"/>
                    <a:pt x="648557" y="625962"/>
                    <a:pt x="647581" y="625524"/>
                  </a:cubicBezTo>
                  <a:cubicBezTo>
                    <a:pt x="646605" y="625087"/>
                    <a:pt x="644115" y="625188"/>
                    <a:pt x="643678" y="625524"/>
                  </a:cubicBezTo>
                  <a:cubicBezTo>
                    <a:pt x="643240" y="625861"/>
                    <a:pt x="641288" y="625524"/>
                    <a:pt x="641288" y="625524"/>
                  </a:cubicBezTo>
                  <a:cubicBezTo>
                    <a:pt x="641288" y="625524"/>
                    <a:pt x="640211" y="628350"/>
                    <a:pt x="639774" y="628350"/>
                  </a:cubicBezTo>
                  <a:cubicBezTo>
                    <a:pt x="639336" y="628350"/>
                    <a:pt x="636072" y="629965"/>
                    <a:pt x="636072" y="629965"/>
                  </a:cubicBezTo>
                  <a:lnTo>
                    <a:pt x="630653" y="630503"/>
                  </a:lnTo>
                  <a:cubicBezTo>
                    <a:pt x="630653" y="630503"/>
                    <a:pt x="622273" y="631580"/>
                    <a:pt x="620860" y="631580"/>
                  </a:cubicBezTo>
                  <a:cubicBezTo>
                    <a:pt x="619446" y="631580"/>
                    <a:pt x="616619" y="633867"/>
                    <a:pt x="614566" y="635179"/>
                  </a:cubicBezTo>
                  <a:cubicBezTo>
                    <a:pt x="612513" y="636491"/>
                    <a:pt x="611201" y="636356"/>
                    <a:pt x="608710" y="636794"/>
                  </a:cubicBezTo>
                  <a:cubicBezTo>
                    <a:pt x="606220" y="637231"/>
                    <a:pt x="603056" y="638308"/>
                    <a:pt x="601306" y="638980"/>
                  </a:cubicBezTo>
                  <a:cubicBezTo>
                    <a:pt x="599556" y="639619"/>
                    <a:pt x="596965" y="640158"/>
                    <a:pt x="595888" y="640158"/>
                  </a:cubicBezTo>
                  <a:cubicBezTo>
                    <a:pt x="594811" y="640158"/>
                    <a:pt x="591648" y="640931"/>
                    <a:pt x="590335" y="641133"/>
                  </a:cubicBezTo>
                  <a:cubicBezTo>
                    <a:pt x="589023" y="641335"/>
                    <a:pt x="586734" y="641335"/>
                    <a:pt x="585220" y="641772"/>
                  </a:cubicBezTo>
                  <a:cubicBezTo>
                    <a:pt x="583705" y="642210"/>
                    <a:pt x="580441" y="641873"/>
                    <a:pt x="578590" y="642412"/>
                  </a:cubicBezTo>
                  <a:cubicBezTo>
                    <a:pt x="576739" y="642950"/>
                    <a:pt x="574585" y="642311"/>
                    <a:pt x="572835" y="642412"/>
                  </a:cubicBezTo>
                  <a:cubicBezTo>
                    <a:pt x="571085" y="642513"/>
                    <a:pt x="562839" y="642950"/>
                    <a:pt x="561964" y="643488"/>
                  </a:cubicBezTo>
                  <a:cubicBezTo>
                    <a:pt x="561089" y="644026"/>
                    <a:pt x="557959" y="644262"/>
                    <a:pt x="553147" y="648265"/>
                  </a:cubicBezTo>
                  <a:cubicBezTo>
                    <a:pt x="548368" y="652268"/>
                    <a:pt x="545642" y="651730"/>
                    <a:pt x="544228" y="651965"/>
                  </a:cubicBezTo>
                  <a:cubicBezTo>
                    <a:pt x="542815" y="652201"/>
                    <a:pt x="535747" y="652066"/>
                    <a:pt x="526526" y="651427"/>
                  </a:cubicBezTo>
                  <a:cubicBezTo>
                    <a:pt x="517271" y="650788"/>
                    <a:pt x="521108" y="651864"/>
                    <a:pt x="515756" y="652840"/>
                  </a:cubicBezTo>
                  <a:cubicBezTo>
                    <a:pt x="510439" y="653815"/>
                    <a:pt x="511853" y="654253"/>
                    <a:pt x="509564" y="654320"/>
                  </a:cubicBezTo>
                  <a:cubicBezTo>
                    <a:pt x="507276" y="654387"/>
                    <a:pt x="504449" y="656540"/>
                    <a:pt x="500982" y="658054"/>
                  </a:cubicBezTo>
                  <a:cubicBezTo>
                    <a:pt x="497516" y="659568"/>
                    <a:pt x="494790" y="658256"/>
                    <a:pt x="492939" y="658256"/>
                  </a:cubicBezTo>
                  <a:cubicBezTo>
                    <a:pt x="491088" y="658256"/>
                    <a:pt x="486544" y="657919"/>
                    <a:pt x="484794" y="657919"/>
                  </a:cubicBezTo>
                  <a:cubicBezTo>
                    <a:pt x="483044" y="657919"/>
                    <a:pt x="479780" y="656069"/>
                    <a:pt x="478501" y="655968"/>
                  </a:cubicBezTo>
                  <a:cubicBezTo>
                    <a:pt x="477188" y="655867"/>
                    <a:pt x="471972" y="654017"/>
                    <a:pt x="470457" y="654354"/>
                  </a:cubicBezTo>
                  <a:cubicBezTo>
                    <a:pt x="468943" y="654690"/>
                    <a:pt x="465241" y="656204"/>
                    <a:pt x="463390" y="657617"/>
                  </a:cubicBezTo>
                  <a:cubicBezTo>
                    <a:pt x="461539" y="659030"/>
                    <a:pt x="456423" y="658929"/>
                    <a:pt x="455986" y="659030"/>
                  </a:cubicBezTo>
                  <a:cubicBezTo>
                    <a:pt x="455548" y="659131"/>
                    <a:pt x="452284" y="661115"/>
                    <a:pt x="452284" y="661115"/>
                  </a:cubicBezTo>
                  <a:cubicBezTo>
                    <a:pt x="452284" y="661115"/>
                    <a:pt x="447606" y="661115"/>
                    <a:pt x="446967" y="661115"/>
                  </a:cubicBezTo>
                  <a:cubicBezTo>
                    <a:pt x="446327" y="661115"/>
                    <a:pt x="438587" y="661485"/>
                    <a:pt x="437072" y="661923"/>
                  </a:cubicBezTo>
                  <a:cubicBezTo>
                    <a:pt x="435558" y="662360"/>
                    <a:pt x="428692" y="662831"/>
                    <a:pt x="427178" y="663066"/>
                  </a:cubicBezTo>
                  <a:cubicBezTo>
                    <a:pt x="425663" y="663302"/>
                    <a:pt x="420985" y="663504"/>
                    <a:pt x="419908" y="663705"/>
                  </a:cubicBezTo>
                  <a:cubicBezTo>
                    <a:pt x="418831" y="663941"/>
                    <a:pt x="414490" y="666195"/>
                    <a:pt x="414490" y="666195"/>
                  </a:cubicBezTo>
                  <a:cubicBezTo>
                    <a:pt x="414490" y="666195"/>
                    <a:pt x="410148" y="667406"/>
                    <a:pt x="408937" y="667810"/>
                  </a:cubicBezTo>
                  <a:cubicBezTo>
                    <a:pt x="407725" y="668247"/>
                    <a:pt x="402845" y="669996"/>
                    <a:pt x="401331" y="670198"/>
                  </a:cubicBezTo>
                  <a:cubicBezTo>
                    <a:pt x="399816" y="670433"/>
                    <a:pt x="392412" y="670837"/>
                    <a:pt x="392076" y="670837"/>
                  </a:cubicBezTo>
                  <a:cubicBezTo>
                    <a:pt x="391739" y="670837"/>
                    <a:pt x="387398" y="670602"/>
                    <a:pt x="387095" y="670602"/>
                  </a:cubicBezTo>
                  <a:cubicBezTo>
                    <a:pt x="386758" y="670602"/>
                    <a:pt x="378412" y="668751"/>
                    <a:pt x="378412" y="668751"/>
                  </a:cubicBezTo>
                  <a:cubicBezTo>
                    <a:pt x="378412" y="668751"/>
                    <a:pt x="374071" y="667103"/>
                    <a:pt x="373633" y="667103"/>
                  </a:cubicBezTo>
                  <a:cubicBezTo>
                    <a:pt x="373196" y="667103"/>
                    <a:pt x="369931" y="666027"/>
                    <a:pt x="369931" y="666027"/>
                  </a:cubicBezTo>
                  <a:cubicBezTo>
                    <a:pt x="369931" y="666027"/>
                    <a:pt x="366330" y="663537"/>
                    <a:pt x="365926" y="663537"/>
                  </a:cubicBezTo>
                  <a:cubicBezTo>
                    <a:pt x="365489" y="663537"/>
                    <a:pt x="364614" y="663335"/>
                    <a:pt x="363739" y="663100"/>
                  </a:cubicBezTo>
                  <a:cubicBezTo>
                    <a:pt x="362864" y="662898"/>
                    <a:pt x="358421" y="662461"/>
                    <a:pt x="358421" y="662461"/>
                  </a:cubicBezTo>
                  <a:lnTo>
                    <a:pt x="355056" y="663672"/>
                  </a:lnTo>
                  <a:lnTo>
                    <a:pt x="348426" y="665186"/>
                  </a:lnTo>
                  <a:cubicBezTo>
                    <a:pt x="348426" y="665186"/>
                    <a:pt x="345498" y="667036"/>
                    <a:pt x="345060" y="667036"/>
                  </a:cubicBezTo>
                  <a:cubicBezTo>
                    <a:pt x="344623" y="667036"/>
                    <a:pt x="342570" y="669424"/>
                    <a:pt x="342133" y="669761"/>
                  </a:cubicBezTo>
                  <a:cubicBezTo>
                    <a:pt x="341695" y="670097"/>
                    <a:pt x="338330" y="674235"/>
                    <a:pt x="338330" y="674235"/>
                  </a:cubicBezTo>
                  <a:lnTo>
                    <a:pt x="332238" y="677700"/>
                  </a:lnTo>
                  <a:lnTo>
                    <a:pt x="325406" y="684966"/>
                  </a:lnTo>
                  <a:lnTo>
                    <a:pt x="322243" y="687455"/>
                  </a:lnTo>
                  <a:lnTo>
                    <a:pt x="320728" y="690180"/>
                  </a:lnTo>
                  <a:cubicBezTo>
                    <a:pt x="320728" y="690180"/>
                    <a:pt x="316589" y="696269"/>
                    <a:pt x="315949" y="696605"/>
                  </a:cubicBezTo>
                  <a:cubicBezTo>
                    <a:pt x="315310" y="696941"/>
                    <a:pt x="313459" y="699868"/>
                    <a:pt x="312920" y="700608"/>
                  </a:cubicBezTo>
                  <a:cubicBezTo>
                    <a:pt x="312382" y="701382"/>
                    <a:pt x="310867" y="702122"/>
                    <a:pt x="310194" y="702660"/>
                  </a:cubicBezTo>
                  <a:cubicBezTo>
                    <a:pt x="309555" y="703198"/>
                    <a:pt x="307906" y="703972"/>
                    <a:pt x="307906" y="703972"/>
                  </a:cubicBezTo>
                  <a:cubicBezTo>
                    <a:pt x="307906" y="703972"/>
                    <a:pt x="304877" y="707572"/>
                    <a:pt x="304742" y="707975"/>
                  </a:cubicBezTo>
                  <a:cubicBezTo>
                    <a:pt x="304641" y="708413"/>
                    <a:pt x="304204" y="709489"/>
                    <a:pt x="302992" y="710700"/>
                  </a:cubicBezTo>
                  <a:cubicBezTo>
                    <a:pt x="301781" y="711911"/>
                    <a:pt x="300939" y="713290"/>
                    <a:pt x="299627" y="714838"/>
                  </a:cubicBezTo>
                  <a:cubicBezTo>
                    <a:pt x="298314" y="716351"/>
                    <a:pt x="296026" y="717226"/>
                    <a:pt x="294511" y="718000"/>
                  </a:cubicBezTo>
                  <a:cubicBezTo>
                    <a:pt x="292997" y="718774"/>
                    <a:pt x="290069" y="717226"/>
                    <a:pt x="289295" y="717226"/>
                  </a:cubicBezTo>
                  <a:cubicBezTo>
                    <a:pt x="288521" y="717226"/>
                    <a:pt x="287006" y="714501"/>
                    <a:pt x="287006" y="714501"/>
                  </a:cubicBezTo>
                  <a:lnTo>
                    <a:pt x="284617" y="713728"/>
                  </a:lnTo>
                  <a:lnTo>
                    <a:pt x="281352" y="712853"/>
                  </a:lnTo>
                  <a:cubicBezTo>
                    <a:pt x="281352" y="712853"/>
                    <a:pt x="276136" y="710801"/>
                    <a:pt x="275799" y="710902"/>
                  </a:cubicBezTo>
                  <a:cubicBezTo>
                    <a:pt x="275463" y="711003"/>
                    <a:pt x="269708" y="709691"/>
                    <a:pt x="269708" y="709691"/>
                  </a:cubicBezTo>
                  <a:lnTo>
                    <a:pt x="265265" y="709691"/>
                  </a:lnTo>
                  <a:lnTo>
                    <a:pt x="259813" y="709758"/>
                  </a:lnTo>
                  <a:cubicBezTo>
                    <a:pt x="259813" y="709758"/>
                    <a:pt x="253823" y="710027"/>
                    <a:pt x="250457" y="710801"/>
                  </a:cubicBezTo>
                  <a:cubicBezTo>
                    <a:pt x="247092" y="711575"/>
                    <a:pt x="244029" y="710801"/>
                    <a:pt x="243626" y="710801"/>
                  </a:cubicBezTo>
                  <a:cubicBezTo>
                    <a:pt x="243188" y="710801"/>
                    <a:pt x="238510" y="709186"/>
                    <a:pt x="238510" y="709186"/>
                  </a:cubicBezTo>
                  <a:cubicBezTo>
                    <a:pt x="238510" y="709186"/>
                    <a:pt x="234707" y="705250"/>
                    <a:pt x="234471" y="704948"/>
                  </a:cubicBezTo>
                  <a:cubicBezTo>
                    <a:pt x="234236" y="704611"/>
                    <a:pt x="233933" y="702559"/>
                    <a:pt x="233933" y="702559"/>
                  </a:cubicBezTo>
                  <a:lnTo>
                    <a:pt x="234270" y="698523"/>
                  </a:lnTo>
                  <a:lnTo>
                    <a:pt x="235246" y="691021"/>
                  </a:lnTo>
                  <a:cubicBezTo>
                    <a:pt x="235246" y="691021"/>
                    <a:pt x="236457" y="689070"/>
                    <a:pt x="236558" y="688733"/>
                  </a:cubicBezTo>
                  <a:cubicBezTo>
                    <a:pt x="236659" y="688397"/>
                    <a:pt x="237635" y="686446"/>
                    <a:pt x="237871" y="685369"/>
                  </a:cubicBezTo>
                  <a:cubicBezTo>
                    <a:pt x="238073" y="684293"/>
                    <a:pt x="237770" y="682443"/>
                    <a:pt x="237770" y="682443"/>
                  </a:cubicBezTo>
                  <a:cubicBezTo>
                    <a:pt x="237770" y="682443"/>
                    <a:pt x="237433" y="678204"/>
                    <a:pt x="237332" y="677868"/>
                  </a:cubicBezTo>
                  <a:cubicBezTo>
                    <a:pt x="237231" y="677531"/>
                    <a:pt x="236693" y="674403"/>
                    <a:pt x="236255" y="673629"/>
                  </a:cubicBezTo>
                  <a:cubicBezTo>
                    <a:pt x="235818" y="672855"/>
                    <a:pt x="233664" y="670803"/>
                    <a:pt x="233327" y="670703"/>
                  </a:cubicBezTo>
                  <a:cubicBezTo>
                    <a:pt x="232991" y="670602"/>
                    <a:pt x="231039" y="668852"/>
                    <a:pt x="230298" y="668852"/>
                  </a:cubicBezTo>
                  <a:cubicBezTo>
                    <a:pt x="229524" y="668852"/>
                    <a:pt x="227808" y="667776"/>
                    <a:pt x="227370" y="667776"/>
                  </a:cubicBezTo>
                  <a:cubicBezTo>
                    <a:pt x="226933" y="667776"/>
                    <a:pt x="225755" y="667675"/>
                    <a:pt x="224644" y="667675"/>
                  </a:cubicBezTo>
                  <a:cubicBezTo>
                    <a:pt x="223567" y="667675"/>
                    <a:pt x="221615" y="668112"/>
                    <a:pt x="221615" y="668112"/>
                  </a:cubicBezTo>
                  <a:cubicBezTo>
                    <a:pt x="221615" y="668112"/>
                    <a:pt x="220841" y="669525"/>
                    <a:pt x="220303" y="670299"/>
                  </a:cubicBezTo>
                  <a:cubicBezTo>
                    <a:pt x="219764" y="671073"/>
                    <a:pt x="218687" y="671947"/>
                    <a:pt x="218115" y="672687"/>
                  </a:cubicBezTo>
                  <a:cubicBezTo>
                    <a:pt x="217577" y="673461"/>
                    <a:pt x="216163" y="673562"/>
                    <a:pt x="216163" y="673562"/>
                  </a:cubicBezTo>
                  <a:cubicBezTo>
                    <a:pt x="216163" y="673562"/>
                    <a:pt x="214110" y="674336"/>
                    <a:pt x="213000" y="674437"/>
                  </a:cubicBezTo>
                  <a:cubicBezTo>
                    <a:pt x="211923" y="674537"/>
                    <a:pt x="210173" y="674437"/>
                    <a:pt x="207884" y="674874"/>
                  </a:cubicBezTo>
                  <a:cubicBezTo>
                    <a:pt x="205596" y="675311"/>
                    <a:pt x="203004" y="674874"/>
                    <a:pt x="203004" y="674874"/>
                  </a:cubicBezTo>
                  <a:lnTo>
                    <a:pt x="198865" y="674100"/>
                  </a:lnTo>
                  <a:lnTo>
                    <a:pt x="191697" y="676724"/>
                  </a:lnTo>
                  <a:cubicBezTo>
                    <a:pt x="191697" y="676724"/>
                    <a:pt x="189946" y="677060"/>
                    <a:pt x="189509" y="676926"/>
                  </a:cubicBezTo>
                  <a:cubicBezTo>
                    <a:pt x="189071" y="676825"/>
                    <a:pt x="185168" y="673461"/>
                    <a:pt x="184831" y="673226"/>
                  </a:cubicBezTo>
                  <a:cubicBezTo>
                    <a:pt x="184494" y="673024"/>
                    <a:pt x="182105" y="670501"/>
                    <a:pt x="182105" y="670501"/>
                  </a:cubicBezTo>
                  <a:cubicBezTo>
                    <a:pt x="182105" y="670501"/>
                    <a:pt x="178941" y="667473"/>
                    <a:pt x="178639" y="667036"/>
                  </a:cubicBezTo>
                  <a:cubicBezTo>
                    <a:pt x="178302" y="666599"/>
                    <a:pt x="177225" y="664984"/>
                    <a:pt x="177225" y="664984"/>
                  </a:cubicBezTo>
                  <a:cubicBezTo>
                    <a:pt x="177225" y="664984"/>
                    <a:pt x="175475" y="663134"/>
                    <a:pt x="175172" y="662932"/>
                  </a:cubicBezTo>
                  <a:cubicBezTo>
                    <a:pt x="174836" y="662696"/>
                    <a:pt x="173321" y="660745"/>
                    <a:pt x="173119" y="660005"/>
                  </a:cubicBezTo>
                  <a:cubicBezTo>
                    <a:pt x="172917" y="659231"/>
                    <a:pt x="172042" y="659669"/>
                    <a:pt x="171706" y="659231"/>
                  </a:cubicBezTo>
                  <a:cubicBezTo>
                    <a:pt x="171369" y="658794"/>
                    <a:pt x="169855" y="658357"/>
                    <a:pt x="168980" y="658357"/>
                  </a:cubicBezTo>
                  <a:cubicBezTo>
                    <a:pt x="168105" y="658357"/>
                    <a:pt x="167667" y="658794"/>
                    <a:pt x="167364" y="658895"/>
                  </a:cubicBezTo>
                  <a:cubicBezTo>
                    <a:pt x="167028" y="658996"/>
                    <a:pt x="165513" y="660409"/>
                    <a:pt x="164436" y="661082"/>
                  </a:cubicBezTo>
                  <a:cubicBezTo>
                    <a:pt x="163359" y="661721"/>
                    <a:pt x="163023" y="662696"/>
                    <a:pt x="162585" y="663369"/>
                  </a:cubicBezTo>
                  <a:cubicBezTo>
                    <a:pt x="162148" y="664008"/>
                    <a:pt x="162249" y="665556"/>
                    <a:pt x="162148" y="666531"/>
                  </a:cubicBezTo>
                  <a:cubicBezTo>
                    <a:pt x="162047" y="667507"/>
                    <a:pt x="163023" y="669559"/>
                    <a:pt x="163124" y="670332"/>
                  </a:cubicBezTo>
                  <a:cubicBezTo>
                    <a:pt x="163225" y="671106"/>
                    <a:pt x="161946" y="674033"/>
                    <a:pt x="161946" y="674033"/>
                  </a:cubicBezTo>
                  <a:cubicBezTo>
                    <a:pt x="161946" y="674033"/>
                    <a:pt x="161071" y="675648"/>
                    <a:pt x="160633" y="675883"/>
                  </a:cubicBezTo>
                  <a:cubicBezTo>
                    <a:pt x="160196" y="676085"/>
                    <a:pt x="158345" y="676959"/>
                    <a:pt x="158042" y="676926"/>
                  </a:cubicBezTo>
                  <a:cubicBezTo>
                    <a:pt x="157705" y="676892"/>
                    <a:pt x="153465" y="676859"/>
                    <a:pt x="152624" y="676959"/>
                  </a:cubicBezTo>
                  <a:cubicBezTo>
                    <a:pt x="151749" y="677060"/>
                    <a:pt x="149460" y="676859"/>
                    <a:pt x="149023" y="676959"/>
                  </a:cubicBezTo>
                  <a:cubicBezTo>
                    <a:pt x="148585" y="677060"/>
                    <a:pt x="146095" y="676959"/>
                    <a:pt x="145220" y="676959"/>
                  </a:cubicBezTo>
                  <a:cubicBezTo>
                    <a:pt x="144345" y="676959"/>
                    <a:pt x="143032" y="677733"/>
                    <a:pt x="142056" y="677834"/>
                  </a:cubicBezTo>
                  <a:cubicBezTo>
                    <a:pt x="141080" y="677935"/>
                    <a:pt x="139868" y="678911"/>
                    <a:pt x="139027" y="679348"/>
                  </a:cubicBezTo>
                  <a:cubicBezTo>
                    <a:pt x="138152" y="679785"/>
                    <a:pt x="137412" y="680761"/>
                    <a:pt x="136638" y="680862"/>
                  </a:cubicBezTo>
                  <a:cubicBezTo>
                    <a:pt x="135864" y="680963"/>
                    <a:pt x="133811" y="683250"/>
                    <a:pt x="133037" y="683351"/>
                  </a:cubicBezTo>
                  <a:cubicBezTo>
                    <a:pt x="132263" y="683452"/>
                    <a:pt x="129873" y="684562"/>
                    <a:pt x="127921" y="684764"/>
                  </a:cubicBezTo>
                  <a:cubicBezTo>
                    <a:pt x="125969" y="684966"/>
                    <a:pt x="124455" y="685403"/>
                    <a:pt x="123883" y="685403"/>
                  </a:cubicBezTo>
                  <a:cubicBezTo>
                    <a:pt x="123344" y="685403"/>
                    <a:pt x="121392" y="686177"/>
                    <a:pt x="120955" y="686177"/>
                  </a:cubicBezTo>
                  <a:cubicBezTo>
                    <a:pt x="120517" y="686177"/>
                    <a:pt x="118565" y="686715"/>
                    <a:pt x="117051" y="686816"/>
                  </a:cubicBezTo>
                  <a:cubicBezTo>
                    <a:pt x="115536" y="686917"/>
                    <a:pt x="113887" y="686917"/>
                    <a:pt x="113046" y="686816"/>
                  </a:cubicBezTo>
                  <a:cubicBezTo>
                    <a:pt x="112171" y="686715"/>
                    <a:pt x="110421" y="686614"/>
                    <a:pt x="109243" y="686614"/>
                  </a:cubicBezTo>
                  <a:cubicBezTo>
                    <a:pt x="108065" y="686614"/>
                    <a:pt x="105103" y="684764"/>
                    <a:pt x="104666" y="684764"/>
                  </a:cubicBezTo>
                  <a:cubicBezTo>
                    <a:pt x="104228" y="684764"/>
                    <a:pt x="101300" y="683149"/>
                    <a:pt x="100863" y="683149"/>
                  </a:cubicBezTo>
                  <a:cubicBezTo>
                    <a:pt x="100425" y="683149"/>
                    <a:pt x="97598" y="683149"/>
                    <a:pt x="97161" y="683048"/>
                  </a:cubicBezTo>
                  <a:cubicBezTo>
                    <a:pt x="96723" y="682947"/>
                    <a:pt x="94132" y="681972"/>
                    <a:pt x="94132" y="681972"/>
                  </a:cubicBezTo>
                  <a:lnTo>
                    <a:pt x="90766" y="681972"/>
                  </a:lnTo>
                  <a:cubicBezTo>
                    <a:pt x="90766" y="681972"/>
                    <a:pt x="85886" y="683990"/>
                    <a:pt x="85550" y="684091"/>
                  </a:cubicBezTo>
                  <a:cubicBezTo>
                    <a:pt x="85213" y="684192"/>
                    <a:pt x="82184" y="685571"/>
                    <a:pt x="82184" y="685571"/>
                  </a:cubicBezTo>
                  <a:lnTo>
                    <a:pt x="78146" y="688733"/>
                  </a:lnTo>
                  <a:lnTo>
                    <a:pt x="74780" y="691458"/>
                  </a:lnTo>
                  <a:lnTo>
                    <a:pt x="70877" y="694822"/>
                  </a:lnTo>
                  <a:lnTo>
                    <a:pt x="68252" y="697009"/>
                  </a:lnTo>
                  <a:cubicBezTo>
                    <a:pt x="68252" y="697009"/>
                    <a:pt x="65525" y="700036"/>
                    <a:pt x="65088" y="700373"/>
                  </a:cubicBezTo>
                  <a:cubicBezTo>
                    <a:pt x="64650" y="700709"/>
                    <a:pt x="63674" y="702559"/>
                    <a:pt x="63674" y="702559"/>
                  </a:cubicBezTo>
                  <a:lnTo>
                    <a:pt x="63035" y="705183"/>
                  </a:lnTo>
                  <a:lnTo>
                    <a:pt x="62261" y="708446"/>
                  </a:lnTo>
                  <a:lnTo>
                    <a:pt x="62160" y="712046"/>
                  </a:lnTo>
                  <a:lnTo>
                    <a:pt x="61521" y="714636"/>
                  </a:lnTo>
                  <a:lnTo>
                    <a:pt x="61420" y="718673"/>
                  </a:lnTo>
                  <a:lnTo>
                    <a:pt x="60545" y="722474"/>
                  </a:lnTo>
                  <a:cubicBezTo>
                    <a:pt x="60545" y="722474"/>
                    <a:pt x="59131" y="724761"/>
                    <a:pt x="58795" y="725199"/>
                  </a:cubicBezTo>
                  <a:cubicBezTo>
                    <a:pt x="58458" y="725636"/>
                    <a:pt x="57482" y="727486"/>
                    <a:pt x="57482" y="727486"/>
                  </a:cubicBezTo>
                  <a:cubicBezTo>
                    <a:pt x="57482" y="727486"/>
                    <a:pt x="55429" y="729437"/>
                    <a:pt x="54891" y="729673"/>
                  </a:cubicBezTo>
                  <a:cubicBezTo>
                    <a:pt x="54352" y="729875"/>
                    <a:pt x="53040" y="731086"/>
                    <a:pt x="52703" y="731086"/>
                  </a:cubicBezTo>
                  <a:cubicBezTo>
                    <a:pt x="52367" y="731086"/>
                    <a:pt x="50953" y="732297"/>
                    <a:pt x="50078" y="732499"/>
                  </a:cubicBezTo>
                  <a:cubicBezTo>
                    <a:pt x="49203" y="732700"/>
                    <a:pt x="48665" y="733810"/>
                    <a:pt x="48025" y="734012"/>
                  </a:cubicBezTo>
                  <a:cubicBezTo>
                    <a:pt x="47386" y="734214"/>
                    <a:pt x="46410" y="735526"/>
                    <a:pt x="45299" y="735963"/>
                  </a:cubicBezTo>
                  <a:cubicBezTo>
                    <a:pt x="44222" y="736401"/>
                    <a:pt x="43785" y="737174"/>
                    <a:pt x="43448" y="737814"/>
                  </a:cubicBezTo>
                  <a:cubicBezTo>
                    <a:pt x="43112" y="738453"/>
                    <a:pt x="40520" y="737814"/>
                    <a:pt x="40520" y="737814"/>
                  </a:cubicBezTo>
                  <a:lnTo>
                    <a:pt x="36717" y="739428"/>
                  </a:lnTo>
                  <a:lnTo>
                    <a:pt x="33453" y="739428"/>
                  </a:lnTo>
                  <a:lnTo>
                    <a:pt x="30962" y="740236"/>
                  </a:lnTo>
                  <a:cubicBezTo>
                    <a:pt x="30962" y="740236"/>
                    <a:pt x="27698" y="739967"/>
                    <a:pt x="26621" y="740067"/>
                  </a:cubicBezTo>
                  <a:cubicBezTo>
                    <a:pt x="25544" y="740168"/>
                    <a:pt x="24770" y="740067"/>
                    <a:pt x="24332" y="740067"/>
                  </a:cubicBezTo>
                  <a:cubicBezTo>
                    <a:pt x="23895" y="740067"/>
                    <a:pt x="20327" y="740841"/>
                    <a:pt x="19318" y="740841"/>
                  </a:cubicBezTo>
                  <a:cubicBezTo>
                    <a:pt x="18342" y="740841"/>
                    <a:pt x="16390" y="742153"/>
                    <a:pt x="15077" y="742490"/>
                  </a:cubicBezTo>
                  <a:cubicBezTo>
                    <a:pt x="13765" y="742826"/>
                    <a:pt x="12688" y="743028"/>
                    <a:pt x="11173" y="743902"/>
                  </a:cubicBezTo>
                  <a:cubicBezTo>
                    <a:pt x="9659" y="744777"/>
                    <a:pt x="7808" y="745753"/>
                    <a:pt x="7034" y="746526"/>
                  </a:cubicBezTo>
                  <a:cubicBezTo>
                    <a:pt x="6260" y="747300"/>
                    <a:pt x="6260" y="746863"/>
                    <a:pt x="6159" y="748578"/>
                  </a:cubicBezTo>
                  <a:cubicBezTo>
                    <a:pt x="6058" y="750328"/>
                    <a:pt x="8548" y="751606"/>
                    <a:pt x="8784" y="751942"/>
                  </a:cubicBezTo>
                  <a:cubicBezTo>
                    <a:pt x="8986" y="752279"/>
                    <a:pt x="10298" y="753557"/>
                    <a:pt x="12486" y="755104"/>
                  </a:cubicBezTo>
                  <a:cubicBezTo>
                    <a:pt x="14673" y="756618"/>
                    <a:pt x="15952" y="758569"/>
                    <a:pt x="16188" y="759007"/>
                  </a:cubicBezTo>
                  <a:cubicBezTo>
                    <a:pt x="16390" y="759444"/>
                    <a:pt x="17500" y="761059"/>
                    <a:pt x="17601" y="761395"/>
                  </a:cubicBezTo>
                  <a:cubicBezTo>
                    <a:pt x="17702" y="761731"/>
                    <a:pt x="21068" y="765095"/>
                    <a:pt x="21202" y="765533"/>
                  </a:cubicBezTo>
                  <a:cubicBezTo>
                    <a:pt x="21303" y="765970"/>
                    <a:pt x="21976" y="769569"/>
                    <a:pt x="21976" y="769569"/>
                  </a:cubicBezTo>
                  <a:lnTo>
                    <a:pt x="20563" y="778047"/>
                  </a:lnTo>
                  <a:lnTo>
                    <a:pt x="20226" y="782050"/>
                  </a:lnTo>
                  <a:lnTo>
                    <a:pt x="20226" y="784438"/>
                  </a:lnTo>
                  <a:cubicBezTo>
                    <a:pt x="20226" y="784438"/>
                    <a:pt x="21808" y="785851"/>
                    <a:pt x="22111" y="786187"/>
                  </a:cubicBezTo>
                  <a:cubicBezTo>
                    <a:pt x="22448" y="786524"/>
                    <a:pt x="25409" y="789013"/>
                    <a:pt x="25645" y="789350"/>
                  </a:cubicBezTo>
                  <a:cubicBezTo>
                    <a:pt x="25847" y="789686"/>
                    <a:pt x="27058" y="791200"/>
                    <a:pt x="27159" y="791637"/>
                  </a:cubicBezTo>
                  <a:cubicBezTo>
                    <a:pt x="27260" y="792074"/>
                    <a:pt x="27260" y="794463"/>
                    <a:pt x="27260" y="794463"/>
                  </a:cubicBezTo>
                  <a:lnTo>
                    <a:pt x="26183" y="796212"/>
                  </a:lnTo>
                  <a:cubicBezTo>
                    <a:pt x="26183" y="796212"/>
                    <a:pt x="24770" y="797423"/>
                    <a:pt x="23794" y="797726"/>
                  </a:cubicBezTo>
                  <a:cubicBezTo>
                    <a:pt x="22818" y="798062"/>
                    <a:pt x="21842" y="798365"/>
                    <a:pt x="21842" y="798365"/>
                  </a:cubicBezTo>
                  <a:cubicBezTo>
                    <a:pt x="21842" y="798365"/>
                    <a:pt x="19116" y="798701"/>
                    <a:pt x="18039" y="798264"/>
                  </a:cubicBezTo>
                  <a:cubicBezTo>
                    <a:pt x="16962" y="797827"/>
                    <a:pt x="16726" y="798163"/>
                    <a:pt x="16188" y="797524"/>
                  </a:cubicBezTo>
                  <a:cubicBezTo>
                    <a:pt x="15649" y="796885"/>
                    <a:pt x="14135" y="796885"/>
                    <a:pt x="14135" y="796885"/>
                  </a:cubicBezTo>
                  <a:lnTo>
                    <a:pt x="12284" y="796885"/>
                  </a:lnTo>
                  <a:cubicBezTo>
                    <a:pt x="12284" y="796885"/>
                    <a:pt x="11846" y="798466"/>
                    <a:pt x="11846" y="798769"/>
                  </a:cubicBezTo>
                  <a:cubicBezTo>
                    <a:pt x="11846" y="799105"/>
                    <a:pt x="10971" y="801426"/>
                    <a:pt x="10971" y="801426"/>
                  </a:cubicBezTo>
                  <a:cubicBezTo>
                    <a:pt x="10971" y="801426"/>
                    <a:pt x="9120" y="803276"/>
                    <a:pt x="8582" y="803377"/>
                  </a:cubicBezTo>
                  <a:cubicBezTo>
                    <a:pt x="8043" y="803478"/>
                    <a:pt x="6630" y="804252"/>
                    <a:pt x="6630" y="804252"/>
                  </a:cubicBezTo>
                  <a:cubicBezTo>
                    <a:pt x="6630" y="804252"/>
                    <a:pt x="4005" y="805429"/>
                    <a:pt x="3164" y="805564"/>
                  </a:cubicBezTo>
                  <a:cubicBezTo>
                    <a:pt x="2289" y="805665"/>
                    <a:pt x="774" y="807313"/>
                    <a:pt x="774" y="807313"/>
                  </a:cubicBezTo>
                  <a:lnTo>
                    <a:pt x="0" y="809802"/>
                  </a:lnTo>
                  <a:lnTo>
                    <a:pt x="538" y="812628"/>
                  </a:lnTo>
                  <a:lnTo>
                    <a:pt x="1178" y="816968"/>
                  </a:lnTo>
                  <a:lnTo>
                    <a:pt x="2793" y="819457"/>
                  </a:lnTo>
                  <a:lnTo>
                    <a:pt x="5183" y="821206"/>
                  </a:lnTo>
                  <a:lnTo>
                    <a:pt x="8885" y="827497"/>
                  </a:lnTo>
                  <a:lnTo>
                    <a:pt x="9524" y="830524"/>
                  </a:lnTo>
                  <a:lnTo>
                    <a:pt x="13866" y="836176"/>
                  </a:lnTo>
                  <a:lnTo>
                    <a:pt x="15044" y="839977"/>
                  </a:lnTo>
                  <a:lnTo>
                    <a:pt x="17231" y="844014"/>
                  </a:lnTo>
                  <a:cubicBezTo>
                    <a:pt x="17231" y="844014"/>
                    <a:pt x="19722" y="847041"/>
                    <a:pt x="19856" y="847378"/>
                  </a:cubicBezTo>
                  <a:cubicBezTo>
                    <a:pt x="19957" y="847714"/>
                    <a:pt x="20395" y="848152"/>
                    <a:pt x="20395" y="848152"/>
                  </a:cubicBezTo>
                  <a:cubicBezTo>
                    <a:pt x="20395" y="848152"/>
                    <a:pt x="22784" y="849026"/>
                    <a:pt x="23121" y="849026"/>
                  </a:cubicBezTo>
                  <a:cubicBezTo>
                    <a:pt x="23457" y="849026"/>
                    <a:pt x="26150" y="849228"/>
                    <a:pt x="26486" y="849228"/>
                  </a:cubicBezTo>
                  <a:cubicBezTo>
                    <a:pt x="26823" y="849228"/>
                    <a:pt x="28876" y="849228"/>
                    <a:pt x="29852" y="848690"/>
                  </a:cubicBezTo>
                  <a:cubicBezTo>
                    <a:pt x="30828" y="848152"/>
                    <a:pt x="31366" y="848589"/>
                    <a:pt x="32443" y="847378"/>
                  </a:cubicBezTo>
                  <a:cubicBezTo>
                    <a:pt x="33520" y="846200"/>
                    <a:pt x="32443" y="847378"/>
                    <a:pt x="32443" y="846941"/>
                  </a:cubicBezTo>
                  <a:cubicBezTo>
                    <a:pt x="32443" y="846503"/>
                    <a:pt x="34092" y="846604"/>
                    <a:pt x="34395" y="846167"/>
                  </a:cubicBezTo>
                  <a:cubicBezTo>
                    <a:pt x="34732" y="845730"/>
                    <a:pt x="35607" y="845292"/>
                    <a:pt x="35607" y="845292"/>
                  </a:cubicBezTo>
                  <a:cubicBezTo>
                    <a:pt x="35607" y="845292"/>
                    <a:pt x="36684" y="844855"/>
                    <a:pt x="37121" y="844216"/>
                  </a:cubicBezTo>
                  <a:cubicBezTo>
                    <a:pt x="37559" y="843577"/>
                    <a:pt x="39073" y="843139"/>
                    <a:pt x="39309" y="842803"/>
                  </a:cubicBezTo>
                  <a:cubicBezTo>
                    <a:pt x="39544" y="842467"/>
                    <a:pt x="41496" y="842366"/>
                    <a:pt x="41496" y="842366"/>
                  </a:cubicBezTo>
                  <a:cubicBezTo>
                    <a:pt x="41496" y="842366"/>
                    <a:pt x="43987" y="842366"/>
                    <a:pt x="44660" y="842029"/>
                  </a:cubicBezTo>
                  <a:cubicBezTo>
                    <a:pt x="45299" y="841693"/>
                    <a:pt x="47150" y="842029"/>
                    <a:pt x="47150" y="842029"/>
                  </a:cubicBezTo>
                  <a:lnTo>
                    <a:pt x="50616" y="842029"/>
                  </a:lnTo>
                  <a:lnTo>
                    <a:pt x="53443" y="843711"/>
                  </a:lnTo>
                  <a:lnTo>
                    <a:pt x="54218" y="846705"/>
                  </a:lnTo>
                  <a:cubicBezTo>
                    <a:pt x="54218" y="846705"/>
                    <a:pt x="58121" y="848555"/>
                    <a:pt x="59872" y="848993"/>
                  </a:cubicBezTo>
                  <a:cubicBezTo>
                    <a:pt x="61622" y="849430"/>
                    <a:pt x="62799" y="848993"/>
                    <a:pt x="62799" y="848993"/>
                  </a:cubicBezTo>
                  <a:lnTo>
                    <a:pt x="64751" y="848993"/>
                  </a:lnTo>
                  <a:lnTo>
                    <a:pt x="66602" y="851549"/>
                  </a:lnTo>
                  <a:lnTo>
                    <a:pt x="68992" y="853870"/>
                  </a:lnTo>
                  <a:lnTo>
                    <a:pt x="72593" y="856158"/>
                  </a:lnTo>
                  <a:cubicBezTo>
                    <a:pt x="72593" y="856158"/>
                    <a:pt x="75083" y="857571"/>
                    <a:pt x="76295" y="858109"/>
                  </a:cubicBezTo>
                  <a:cubicBezTo>
                    <a:pt x="77473" y="858647"/>
                    <a:pt x="80872" y="861708"/>
                    <a:pt x="81309" y="862011"/>
                  </a:cubicBezTo>
                  <a:cubicBezTo>
                    <a:pt x="81747" y="862348"/>
                    <a:pt x="84473" y="865712"/>
                    <a:pt x="84473" y="865712"/>
                  </a:cubicBezTo>
                  <a:lnTo>
                    <a:pt x="86223" y="868638"/>
                  </a:lnTo>
                  <a:lnTo>
                    <a:pt x="86560" y="870690"/>
                  </a:lnTo>
                  <a:lnTo>
                    <a:pt x="86358" y="875904"/>
                  </a:lnTo>
                  <a:lnTo>
                    <a:pt x="86358" y="877956"/>
                  </a:lnTo>
                  <a:lnTo>
                    <a:pt x="86358" y="881085"/>
                  </a:lnTo>
                  <a:lnTo>
                    <a:pt x="86358" y="883910"/>
                  </a:lnTo>
                  <a:lnTo>
                    <a:pt x="86459" y="886938"/>
                  </a:lnTo>
                  <a:lnTo>
                    <a:pt x="85382" y="889125"/>
                  </a:lnTo>
                  <a:lnTo>
                    <a:pt x="83766" y="892152"/>
                  </a:lnTo>
                  <a:lnTo>
                    <a:pt x="82252" y="894204"/>
                  </a:lnTo>
                  <a:lnTo>
                    <a:pt x="81175" y="897232"/>
                  </a:lnTo>
                  <a:lnTo>
                    <a:pt x="80535" y="899519"/>
                  </a:lnTo>
                  <a:lnTo>
                    <a:pt x="80098" y="904296"/>
                  </a:lnTo>
                  <a:lnTo>
                    <a:pt x="79761" y="907122"/>
                  </a:lnTo>
                  <a:lnTo>
                    <a:pt x="79324" y="911125"/>
                  </a:lnTo>
                  <a:lnTo>
                    <a:pt x="78348" y="913951"/>
                  </a:lnTo>
                  <a:lnTo>
                    <a:pt x="77708" y="915801"/>
                  </a:lnTo>
                  <a:lnTo>
                    <a:pt x="77708" y="917853"/>
                  </a:lnTo>
                  <a:lnTo>
                    <a:pt x="77338" y="920578"/>
                  </a:lnTo>
                  <a:cubicBezTo>
                    <a:pt x="77338" y="920578"/>
                    <a:pt x="76833" y="923067"/>
                    <a:pt x="76833" y="923504"/>
                  </a:cubicBezTo>
                  <a:cubicBezTo>
                    <a:pt x="76833" y="923942"/>
                    <a:pt x="76833" y="925018"/>
                    <a:pt x="76497" y="926330"/>
                  </a:cubicBezTo>
                  <a:cubicBezTo>
                    <a:pt x="76160" y="927642"/>
                    <a:pt x="75622" y="928517"/>
                    <a:pt x="75622" y="928517"/>
                  </a:cubicBezTo>
                  <a:lnTo>
                    <a:pt x="75285" y="931342"/>
                  </a:lnTo>
                  <a:cubicBezTo>
                    <a:pt x="75285" y="931342"/>
                    <a:pt x="75083" y="934067"/>
                    <a:pt x="75083" y="934505"/>
                  </a:cubicBezTo>
                  <a:cubicBezTo>
                    <a:pt x="75083" y="934942"/>
                    <a:pt x="75285" y="939080"/>
                    <a:pt x="75285" y="939382"/>
                  </a:cubicBezTo>
                  <a:cubicBezTo>
                    <a:pt x="75285" y="939719"/>
                    <a:pt x="75925" y="941872"/>
                    <a:pt x="75925" y="941872"/>
                  </a:cubicBezTo>
                  <a:lnTo>
                    <a:pt x="75925" y="944596"/>
                  </a:lnTo>
                  <a:cubicBezTo>
                    <a:pt x="75925" y="944596"/>
                    <a:pt x="78516" y="946985"/>
                    <a:pt x="80064" y="948297"/>
                  </a:cubicBezTo>
                  <a:cubicBezTo>
                    <a:pt x="81579" y="949609"/>
                    <a:pt x="82353" y="952636"/>
                    <a:pt x="82454" y="953074"/>
                  </a:cubicBezTo>
                  <a:cubicBezTo>
                    <a:pt x="82555" y="953511"/>
                    <a:pt x="82454" y="955798"/>
                    <a:pt x="82454" y="956236"/>
                  </a:cubicBezTo>
                  <a:cubicBezTo>
                    <a:pt x="82454" y="956673"/>
                    <a:pt x="82117" y="958086"/>
                    <a:pt x="82117" y="958086"/>
                  </a:cubicBezTo>
                  <a:cubicBezTo>
                    <a:pt x="82117" y="958086"/>
                    <a:pt x="81040" y="959936"/>
                    <a:pt x="80704" y="960138"/>
                  </a:cubicBezTo>
                  <a:cubicBezTo>
                    <a:pt x="80367" y="960340"/>
                    <a:pt x="79290" y="961887"/>
                    <a:pt x="78314" y="962089"/>
                  </a:cubicBezTo>
                  <a:cubicBezTo>
                    <a:pt x="77338" y="962291"/>
                    <a:pt x="77237" y="963065"/>
                    <a:pt x="77237" y="963065"/>
                  </a:cubicBezTo>
                  <a:lnTo>
                    <a:pt x="75386" y="964578"/>
                  </a:lnTo>
                  <a:lnTo>
                    <a:pt x="73636" y="967202"/>
                  </a:lnTo>
                  <a:lnTo>
                    <a:pt x="72189" y="969389"/>
                  </a:lnTo>
                  <a:lnTo>
                    <a:pt x="70574" y="971239"/>
                  </a:lnTo>
                  <a:lnTo>
                    <a:pt x="69598" y="972450"/>
                  </a:lnTo>
                  <a:lnTo>
                    <a:pt x="69295" y="974939"/>
                  </a:lnTo>
                  <a:lnTo>
                    <a:pt x="69497" y="978404"/>
                  </a:lnTo>
                  <a:lnTo>
                    <a:pt x="70910" y="982407"/>
                  </a:lnTo>
                  <a:lnTo>
                    <a:pt x="72526" y="985132"/>
                  </a:lnTo>
                  <a:lnTo>
                    <a:pt x="72862" y="989270"/>
                  </a:lnTo>
                  <a:cubicBezTo>
                    <a:pt x="72862" y="989270"/>
                    <a:pt x="74175" y="991322"/>
                    <a:pt x="74276" y="991658"/>
                  </a:cubicBezTo>
                  <a:cubicBezTo>
                    <a:pt x="74377" y="991995"/>
                    <a:pt x="74915" y="994585"/>
                    <a:pt x="74915" y="994585"/>
                  </a:cubicBezTo>
                  <a:cubicBezTo>
                    <a:pt x="74915" y="994585"/>
                    <a:pt x="75151" y="997848"/>
                    <a:pt x="75151" y="998184"/>
                  </a:cubicBezTo>
                  <a:cubicBezTo>
                    <a:pt x="75151" y="998521"/>
                    <a:pt x="75487" y="1003028"/>
                    <a:pt x="75487" y="1003028"/>
                  </a:cubicBezTo>
                  <a:lnTo>
                    <a:pt x="75050" y="1004912"/>
                  </a:lnTo>
                  <a:lnTo>
                    <a:pt x="72458" y="1007738"/>
                  </a:lnTo>
                  <a:cubicBezTo>
                    <a:pt x="72458" y="1007738"/>
                    <a:pt x="70170" y="1008814"/>
                    <a:pt x="69732" y="1008814"/>
                  </a:cubicBezTo>
                  <a:cubicBezTo>
                    <a:pt x="69295" y="1008814"/>
                    <a:pt x="67343" y="1010126"/>
                    <a:pt x="67343" y="1010126"/>
                  </a:cubicBezTo>
                  <a:lnTo>
                    <a:pt x="64617" y="1011102"/>
                  </a:lnTo>
                  <a:lnTo>
                    <a:pt x="61790" y="1011539"/>
                  </a:lnTo>
                  <a:lnTo>
                    <a:pt x="60477" y="1011977"/>
                  </a:lnTo>
                  <a:lnTo>
                    <a:pt x="57011" y="1012414"/>
                  </a:lnTo>
                  <a:cubicBezTo>
                    <a:pt x="57011" y="1012414"/>
                    <a:pt x="53847" y="1012515"/>
                    <a:pt x="51996" y="1011977"/>
                  </a:cubicBezTo>
                  <a:cubicBezTo>
                    <a:pt x="50145" y="1011438"/>
                    <a:pt x="50044" y="1011977"/>
                    <a:pt x="48732" y="1011775"/>
                  </a:cubicBezTo>
                  <a:cubicBezTo>
                    <a:pt x="47419" y="1011539"/>
                    <a:pt x="47217" y="1011438"/>
                    <a:pt x="47217" y="1011438"/>
                  </a:cubicBezTo>
                  <a:lnTo>
                    <a:pt x="43414" y="1010799"/>
                  </a:lnTo>
                  <a:lnTo>
                    <a:pt x="39712" y="1008512"/>
                  </a:lnTo>
                  <a:cubicBezTo>
                    <a:pt x="39712" y="1008512"/>
                    <a:pt x="38198" y="1007435"/>
                    <a:pt x="37861" y="1006998"/>
                  </a:cubicBezTo>
                  <a:cubicBezTo>
                    <a:pt x="37525" y="1006561"/>
                    <a:pt x="35371" y="1005787"/>
                    <a:pt x="34698" y="1005148"/>
                  </a:cubicBezTo>
                  <a:cubicBezTo>
                    <a:pt x="34058" y="1004509"/>
                    <a:pt x="31871" y="1004273"/>
                    <a:pt x="31433" y="1003399"/>
                  </a:cubicBezTo>
                  <a:cubicBezTo>
                    <a:pt x="30996" y="1002524"/>
                    <a:pt x="28270" y="1003499"/>
                    <a:pt x="27630" y="1003399"/>
                  </a:cubicBezTo>
                  <a:cubicBezTo>
                    <a:pt x="27630" y="1003399"/>
                    <a:pt x="23592" y="1004374"/>
                    <a:pt x="23188" y="1004475"/>
                  </a:cubicBezTo>
                  <a:cubicBezTo>
                    <a:pt x="22751" y="1004576"/>
                    <a:pt x="21337" y="1004475"/>
                    <a:pt x="20899" y="1004475"/>
                  </a:cubicBezTo>
                  <a:cubicBezTo>
                    <a:pt x="20462" y="1004475"/>
                    <a:pt x="19486" y="1005451"/>
                    <a:pt x="19149" y="1005451"/>
                  </a:cubicBezTo>
                  <a:cubicBezTo>
                    <a:pt x="18813" y="1005451"/>
                    <a:pt x="17736" y="1006762"/>
                    <a:pt x="16962" y="1007402"/>
                  </a:cubicBezTo>
                  <a:cubicBezTo>
                    <a:pt x="16188" y="1008041"/>
                    <a:pt x="14135" y="1009353"/>
                    <a:pt x="13596" y="1009588"/>
                  </a:cubicBezTo>
                  <a:cubicBezTo>
                    <a:pt x="13058" y="1009824"/>
                    <a:pt x="12620" y="1011203"/>
                    <a:pt x="12520" y="1011640"/>
                  </a:cubicBezTo>
                  <a:cubicBezTo>
                    <a:pt x="12419" y="1012078"/>
                    <a:pt x="12318" y="1013591"/>
                    <a:pt x="12318" y="1015004"/>
                  </a:cubicBezTo>
                  <a:cubicBezTo>
                    <a:pt x="12318" y="1016417"/>
                    <a:pt x="12318" y="1018469"/>
                    <a:pt x="11745" y="1018805"/>
                  </a:cubicBezTo>
                  <a:cubicBezTo>
                    <a:pt x="11173" y="1019142"/>
                    <a:pt x="12015" y="1021396"/>
                    <a:pt x="11779" y="1023784"/>
                  </a:cubicBezTo>
                  <a:cubicBezTo>
                    <a:pt x="11577" y="1026173"/>
                    <a:pt x="12318" y="1025298"/>
                    <a:pt x="12755" y="1026173"/>
                  </a:cubicBezTo>
                  <a:cubicBezTo>
                    <a:pt x="13193" y="1027014"/>
                    <a:pt x="17197" y="1027922"/>
                    <a:pt x="17197" y="1027922"/>
                  </a:cubicBezTo>
                  <a:lnTo>
                    <a:pt x="21101" y="1027922"/>
                  </a:lnTo>
                  <a:lnTo>
                    <a:pt x="25577" y="1026509"/>
                  </a:lnTo>
                  <a:cubicBezTo>
                    <a:pt x="25577" y="1026509"/>
                    <a:pt x="28842" y="1026072"/>
                    <a:pt x="29380" y="1026173"/>
                  </a:cubicBezTo>
                  <a:cubicBezTo>
                    <a:pt x="29919" y="1026273"/>
                    <a:pt x="33621" y="1029637"/>
                    <a:pt x="33621" y="1029637"/>
                  </a:cubicBezTo>
                  <a:lnTo>
                    <a:pt x="37525" y="1033338"/>
                  </a:lnTo>
                  <a:cubicBezTo>
                    <a:pt x="37525" y="1033338"/>
                    <a:pt x="40251" y="1041613"/>
                    <a:pt x="40352" y="1042017"/>
                  </a:cubicBezTo>
                  <a:cubicBezTo>
                    <a:pt x="40453" y="1042454"/>
                    <a:pt x="42405" y="1043531"/>
                    <a:pt x="42842" y="1043632"/>
                  </a:cubicBezTo>
                  <a:cubicBezTo>
                    <a:pt x="43280" y="1043732"/>
                    <a:pt x="49371" y="1043632"/>
                    <a:pt x="49809" y="1044170"/>
                  </a:cubicBezTo>
                  <a:cubicBezTo>
                    <a:pt x="50246" y="1044708"/>
                    <a:pt x="54251" y="1044069"/>
                    <a:pt x="54689" y="1044170"/>
                  </a:cubicBezTo>
                  <a:cubicBezTo>
                    <a:pt x="55126" y="1044271"/>
                    <a:pt x="58054" y="1044170"/>
                    <a:pt x="58054" y="1044170"/>
                  </a:cubicBezTo>
                  <a:cubicBezTo>
                    <a:pt x="58054" y="1044170"/>
                    <a:pt x="64482" y="1045784"/>
                    <a:pt x="64886" y="1045784"/>
                  </a:cubicBezTo>
                  <a:cubicBezTo>
                    <a:pt x="65324" y="1045784"/>
                    <a:pt x="68588" y="1047197"/>
                    <a:pt x="68588" y="1047197"/>
                  </a:cubicBezTo>
                  <a:lnTo>
                    <a:pt x="73704" y="1051335"/>
                  </a:lnTo>
                  <a:lnTo>
                    <a:pt x="73704" y="1053185"/>
                  </a:lnTo>
                  <a:lnTo>
                    <a:pt x="78482" y="1057525"/>
                  </a:lnTo>
                  <a:lnTo>
                    <a:pt x="81511" y="1060552"/>
                  </a:lnTo>
                  <a:cubicBezTo>
                    <a:pt x="81511" y="1060552"/>
                    <a:pt x="83564" y="1062941"/>
                    <a:pt x="83564" y="1063277"/>
                  </a:cubicBezTo>
                  <a:cubicBezTo>
                    <a:pt x="83564" y="1063613"/>
                    <a:pt x="85213" y="1065329"/>
                    <a:pt x="85213" y="1065329"/>
                  </a:cubicBezTo>
                  <a:lnTo>
                    <a:pt x="84776" y="1068693"/>
                  </a:lnTo>
                  <a:lnTo>
                    <a:pt x="83564" y="1074244"/>
                  </a:lnTo>
                  <a:lnTo>
                    <a:pt x="81949" y="1076195"/>
                  </a:lnTo>
                  <a:cubicBezTo>
                    <a:pt x="81949" y="1076195"/>
                    <a:pt x="79997" y="1077843"/>
                    <a:pt x="79458" y="1077944"/>
                  </a:cubicBezTo>
                  <a:cubicBezTo>
                    <a:pt x="78920" y="1078045"/>
                    <a:pt x="79458" y="1080972"/>
                    <a:pt x="79458" y="1080972"/>
                  </a:cubicBezTo>
                  <a:lnTo>
                    <a:pt x="81511" y="1083461"/>
                  </a:lnTo>
                  <a:cubicBezTo>
                    <a:pt x="81511" y="1083461"/>
                    <a:pt x="87367" y="1083461"/>
                    <a:pt x="87805" y="1083461"/>
                  </a:cubicBezTo>
                  <a:cubicBezTo>
                    <a:pt x="88242" y="1083461"/>
                    <a:pt x="94536" y="1085210"/>
                    <a:pt x="94973" y="1085210"/>
                  </a:cubicBezTo>
                  <a:cubicBezTo>
                    <a:pt x="95411" y="1085210"/>
                    <a:pt x="99012" y="1087397"/>
                    <a:pt x="99012" y="1087397"/>
                  </a:cubicBezTo>
                  <a:lnTo>
                    <a:pt x="103050" y="1090424"/>
                  </a:lnTo>
                  <a:lnTo>
                    <a:pt x="106517" y="1094326"/>
                  </a:lnTo>
                  <a:lnTo>
                    <a:pt x="109445" y="1097791"/>
                  </a:lnTo>
                  <a:lnTo>
                    <a:pt x="110320" y="1102030"/>
                  </a:lnTo>
                  <a:lnTo>
                    <a:pt x="112171" y="1106706"/>
                  </a:lnTo>
                  <a:lnTo>
                    <a:pt x="114224" y="1111920"/>
                  </a:lnTo>
                  <a:lnTo>
                    <a:pt x="116849" y="1120734"/>
                  </a:lnTo>
                  <a:lnTo>
                    <a:pt x="117825" y="1127798"/>
                  </a:lnTo>
                  <a:lnTo>
                    <a:pt x="117623" y="1132137"/>
                  </a:lnTo>
                  <a:cubicBezTo>
                    <a:pt x="117623" y="1132137"/>
                    <a:pt x="116647" y="1136712"/>
                    <a:pt x="116411" y="1137150"/>
                  </a:cubicBezTo>
                  <a:cubicBezTo>
                    <a:pt x="116209" y="1137587"/>
                    <a:pt x="115099" y="1141287"/>
                    <a:pt x="115099" y="1141287"/>
                  </a:cubicBezTo>
                  <a:cubicBezTo>
                    <a:pt x="115099" y="1141287"/>
                    <a:pt x="112272" y="1145526"/>
                    <a:pt x="112272" y="1145862"/>
                  </a:cubicBezTo>
                  <a:cubicBezTo>
                    <a:pt x="112272" y="1146199"/>
                    <a:pt x="111935" y="1149025"/>
                    <a:pt x="111935" y="1149025"/>
                  </a:cubicBezTo>
                  <a:lnTo>
                    <a:pt x="111296" y="1154340"/>
                  </a:lnTo>
                  <a:cubicBezTo>
                    <a:pt x="111296" y="1154340"/>
                    <a:pt x="110084" y="1159015"/>
                    <a:pt x="109781" y="1159217"/>
                  </a:cubicBezTo>
                  <a:cubicBezTo>
                    <a:pt x="109445" y="1159419"/>
                    <a:pt x="105877" y="1162682"/>
                    <a:pt x="105877" y="1162682"/>
                  </a:cubicBezTo>
                  <a:lnTo>
                    <a:pt x="99786" y="1169511"/>
                  </a:lnTo>
                  <a:lnTo>
                    <a:pt x="99786" y="1171260"/>
                  </a:lnTo>
                  <a:lnTo>
                    <a:pt x="99786" y="1175163"/>
                  </a:lnTo>
                  <a:cubicBezTo>
                    <a:pt x="99786" y="1175163"/>
                    <a:pt x="100829" y="1177450"/>
                    <a:pt x="101469" y="1177786"/>
                  </a:cubicBezTo>
                  <a:cubicBezTo>
                    <a:pt x="102108" y="1178123"/>
                    <a:pt x="104026" y="1179401"/>
                    <a:pt x="105339" y="1179973"/>
                  </a:cubicBezTo>
                  <a:cubicBezTo>
                    <a:pt x="106651" y="1180511"/>
                    <a:pt x="107627" y="1181823"/>
                    <a:pt x="110454" y="1183438"/>
                  </a:cubicBezTo>
                  <a:cubicBezTo>
                    <a:pt x="113281" y="1185053"/>
                    <a:pt x="112406" y="1185490"/>
                    <a:pt x="113382" y="1187340"/>
                  </a:cubicBezTo>
                  <a:cubicBezTo>
                    <a:pt x="114358" y="1189190"/>
                    <a:pt x="113382" y="1190166"/>
                    <a:pt x="113180" y="1191242"/>
                  </a:cubicBezTo>
                  <a:cubicBezTo>
                    <a:pt x="112978" y="1192319"/>
                    <a:pt x="112541" y="1194943"/>
                    <a:pt x="112305" y="1195918"/>
                  </a:cubicBezTo>
                  <a:cubicBezTo>
                    <a:pt x="112070" y="1196894"/>
                    <a:pt x="112507" y="1198643"/>
                    <a:pt x="112945" y="1199820"/>
                  </a:cubicBezTo>
                  <a:cubicBezTo>
                    <a:pt x="113382" y="1200998"/>
                    <a:pt x="113921" y="1202108"/>
                    <a:pt x="113921" y="1202108"/>
                  </a:cubicBezTo>
                  <a:lnTo>
                    <a:pt x="114560" y="1205135"/>
                  </a:lnTo>
                  <a:lnTo>
                    <a:pt x="119238" y="1205135"/>
                  </a:lnTo>
                  <a:cubicBezTo>
                    <a:pt x="119238" y="1205135"/>
                    <a:pt x="124017" y="1205606"/>
                    <a:pt x="124354" y="1205405"/>
                  </a:cubicBezTo>
                  <a:cubicBezTo>
                    <a:pt x="124690" y="1205203"/>
                    <a:pt x="125969" y="1205775"/>
                    <a:pt x="128258" y="1205775"/>
                  </a:cubicBezTo>
                  <a:cubicBezTo>
                    <a:pt x="130546" y="1205775"/>
                    <a:pt x="131085" y="1207187"/>
                    <a:pt x="131421" y="1207288"/>
                  </a:cubicBezTo>
                  <a:cubicBezTo>
                    <a:pt x="131758" y="1207389"/>
                    <a:pt x="134787" y="1208701"/>
                    <a:pt x="134787" y="1208701"/>
                  </a:cubicBezTo>
                  <a:cubicBezTo>
                    <a:pt x="134787" y="1208701"/>
                    <a:pt x="136200" y="1207927"/>
                    <a:pt x="136301" y="1207625"/>
                  </a:cubicBezTo>
                  <a:cubicBezTo>
                    <a:pt x="136402" y="1207288"/>
                    <a:pt x="140642" y="1205135"/>
                    <a:pt x="140642" y="1205135"/>
                  </a:cubicBezTo>
                  <a:lnTo>
                    <a:pt x="145859" y="1205135"/>
                  </a:lnTo>
                  <a:lnTo>
                    <a:pt x="149325" y="1205135"/>
                  </a:lnTo>
                  <a:lnTo>
                    <a:pt x="151917" y="1207154"/>
                  </a:lnTo>
                  <a:cubicBezTo>
                    <a:pt x="151917" y="1207154"/>
                    <a:pt x="152354" y="1210047"/>
                    <a:pt x="152354" y="1210450"/>
                  </a:cubicBezTo>
                  <a:cubicBezTo>
                    <a:pt x="152354" y="1210888"/>
                    <a:pt x="151917" y="1213613"/>
                    <a:pt x="151917" y="1214050"/>
                  </a:cubicBezTo>
                  <a:cubicBezTo>
                    <a:pt x="151917" y="1214487"/>
                    <a:pt x="151479" y="1218188"/>
                    <a:pt x="151479" y="1218625"/>
                  </a:cubicBezTo>
                  <a:cubicBezTo>
                    <a:pt x="151479" y="1219062"/>
                    <a:pt x="150941" y="1224276"/>
                    <a:pt x="150941" y="1224276"/>
                  </a:cubicBezTo>
                  <a:cubicBezTo>
                    <a:pt x="150941" y="1224276"/>
                    <a:pt x="151479" y="1228414"/>
                    <a:pt x="151479" y="1228717"/>
                  </a:cubicBezTo>
                  <a:cubicBezTo>
                    <a:pt x="151479" y="1229053"/>
                    <a:pt x="154744" y="1233056"/>
                    <a:pt x="154946" y="1233494"/>
                  </a:cubicBezTo>
                  <a:cubicBezTo>
                    <a:pt x="155148" y="1233931"/>
                    <a:pt x="162350" y="1239784"/>
                    <a:pt x="162653" y="1240020"/>
                  </a:cubicBezTo>
                  <a:cubicBezTo>
                    <a:pt x="162989" y="1240222"/>
                    <a:pt x="169821" y="1246647"/>
                    <a:pt x="169821" y="1246647"/>
                  </a:cubicBezTo>
                  <a:lnTo>
                    <a:pt x="177864" y="1251659"/>
                  </a:lnTo>
                  <a:cubicBezTo>
                    <a:pt x="177864" y="1251659"/>
                    <a:pt x="190350" y="1258622"/>
                    <a:pt x="190485" y="1259060"/>
                  </a:cubicBezTo>
                  <a:cubicBezTo>
                    <a:pt x="190586" y="1259497"/>
                    <a:pt x="197990" y="1266225"/>
                    <a:pt x="198528" y="1266561"/>
                  </a:cubicBezTo>
                  <a:cubicBezTo>
                    <a:pt x="199067" y="1266898"/>
                    <a:pt x="205596" y="1270262"/>
                    <a:pt x="208322" y="1271675"/>
                  </a:cubicBezTo>
                  <a:cubicBezTo>
                    <a:pt x="211048" y="1273088"/>
                    <a:pt x="212125" y="1273424"/>
                    <a:pt x="215288" y="1275039"/>
                  </a:cubicBezTo>
                  <a:cubicBezTo>
                    <a:pt x="218418" y="1276653"/>
                    <a:pt x="219529" y="1277225"/>
                    <a:pt x="221716" y="1278739"/>
                  </a:cubicBezTo>
                  <a:cubicBezTo>
                    <a:pt x="223904" y="1280253"/>
                    <a:pt x="224005" y="1280051"/>
                    <a:pt x="226832" y="1282002"/>
                  </a:cubicBezTo>
                  <a:cubicBezTo>
                    <a:pt x="229659" y="1283953"/>
                    <a:pt x="228683" y="1282641"/>
                    <a:pt x="230635" y="1283280"/>
                  </a:cubicBezTo>
                  <a:cubicBezTo>
                    <a:pt x="232587" y="1283886"/>
                    <a:pt x="234000" y="1283213"/>
                    <a:pt x="235649" y="1283314"/>
                  </a:cubicBezTo>
                  <a:cubicBezTo>
                    <a:pt x="237265" y="1283415"/>
                    <a:pt x="239116" y="1283213"/>
                    <a:pt x="239553" y="1283314"/>
                  </a:cubicBezTo>
                  <a:cubicBezTo>
                    <a:pt x="239991" y="1283415"/>
                    <a:pt x="243592" y="1283415"/>
                    <a:pt x="243895" y="1283314"/>
                  </a:cubicBezTo>
                  <a:cubicBezTo>
                    <a:pt x="244231" y="1283213"/>
                    <a:pt x="246082" y="1284189"/>
                    <a:pt x="246823" y="1284727"/>
                  </a:cubicBezTo>
                  <a:cubicBezTo>
                    <a:pt x="247597" y="1285265"/>
                    <a:pt x="248674" y="1286577"/>
                    <a:pt x="249010" y="1287452"/>
                  </a:cubicBezTo>
                  <a:cubicBezTo>
                    <a:pt x="249347" y="1288326"/>
                    <a:pt x="249212" y="1288091"/>
                    <a:pt x="249650" y="1288629"/>
                  </a:cubicBezTo>
                  <a:cubicBezTo>
                    <a:pt x="250087" y="1289167"/>
                    <a:pt x="253688" y="1288629"/>
                    <a:pt x="253688" y="1288629"/>
                  </a:cubicBezTo>
                  <a:lnTo>
                    <a:pt x="257390" y="1288629"/>
                  </a:lnTo>
                  <a:lnTo>
                    <a:pt x="261530" y="1290277"/>
                  </a:lnTo>
                  <a:lnTo>
                    <a:pt x="269371" y="1295592"/>
                  </a:lnTo>
                  <a:lnTo>
                    <a:pt x="270516" y="1295592"/>
                  </a:lnTo>
                  <a:cubicBezTo>
                    <a:pt x="270516" y="1295592"/>
                    <a:pt x="269371" y="1298654"/>
                    <a:pt x="268496" y="1299797"/>
                  </a:cubicBezTo>
                  <a:cubicBezTo>
                    <a:pt x="267621" y="1300941"/>
                    <a:pt x="266746" y="1301378"/>
                    <a:pt x="266746" y="1301378"/>
                  </a:cubicBezTo>
                  <a:lnTo>
                    <a:pt x="262674" y="1305449"/>
                  </a:lnTo>
                  <a:cubicBezTo>
                    <a:pt x="262674" y="1305449"/>
                    <a:pt x="260352" y="1305146"/>
                    <a:pt x="259477" y="1305449"/>
                  </a:cubicBezTo>
                  <a:cubicBezTo>
                    <a:pt x="258602" y="1305752"/>
                    <a:pt x="257155" y="1309486"/>
                    <a:pt x="257155" y="1309486"/>
                  </a:cubicBezTo>
                  <a:lnTo>
                    <a:pt x="254530" y="1312109"/>
                  </a:lnTo>
                  <a:lnTo>
                    <a:pt x="254530" y="1315574"/>
                  </a:lnTo>
                  <a:lnTo>
                    <a:pt x="254530" y="1320789"/>
                  </a:lnTo>
                  <a:lnTo>
                    <a:pt x="254530" y="1323984"/>
                  </a:lnTo>
                  <a:cubicBezTo>
                    <a:pt x="254530" y="1323984"/>
                    <a:pt x="256111" y="1328021"/>
                    <a:pt x="257458" y="1328896"/>
                  </a:cubicBezTo>
                  <a:cubicBezTo>
                    <a:pt x="258770" y="1329770"/>
                    <a:pt x="258030" y="1329770"/>
                    <a:pt x="259174" y="1330645"/>
                  </a:cubicBezTo>
                  <a:cubicBezTo>
                    <a:pt x="260318" y="1331520"/>
                    <a:pt x="261799" y="1335287"/>
                    <a:pt x="261799" y="1336431"/>
                  </a:cubicBezTo>
                  <a:cubicBezTo>
                    <a:pt x="261799" y="1337575"/>
                    <a:pt x="261496" y="1340501"/>
                    <a:pt x="261496" y="1340501"/>
                  </a:cubicBezTo>
                  <a:lnTo>
                    <a:pt x="261799" y="1343394"/>
                  </a:lnTo>
                  <a:lnTo>
                    <a:pt x="262943" y="1348911"/>
                  </a:lnTo>
                  <a:lnTo>
                    <a:pt x="262371" y="1352982"/>
                  </a:lnTo>
                  <a:lnTo>
                    <a:pt x="262068" y="1355471"/>
                  </a:lnTo>
                  <a:lnTo>
                    <a:pt x="260049" y="1357893"/>
                  </a:lnTo>
                  <a:lnTo>
                    <a:pt x="257458" y="1361358"/>
                  </a:lnTo>
                  <a:cubicBezTo>
                    <a:pt x="257458" y="1361358"/>
                    <a:pt x="257155" y="1362535"/>
                    <a:pt x="257458" y="1363982"/>
                  </a:cubicBezTo>
                  <a:lnTo>
                    <a:pt x="260655" y="1369499"/>
                  </a:lnTo>
                  <a:cubicBezTo>
                    <a:pt x="260655" y="1369499"/>
                    <a:pt x="261799" y="1371248"/>
                    <a:pt x="261799" y="1372123"/>
                  </a:cubicBezTo>
                  <a:cubicBezTo>
                    <a:pt x="261799" y="1372997"/>
                    <a:pt x="264693" y="1377639"/>
                    <a:pt x="265265" y="1378480"/>
                  </a:cubicBezTo>
                  <a:cubicBezTo>
                    <a:pt x="265838" y="1379355"/>
                    <a:pt x="267285" y="1382248"/>
                    <a:pt x="267285" y="1382248"/>
                  </a:cubicBezTo>
                  <a:lnTo>
                    <a:pt x="273376" y="1388606"/>
                  </a:lnTo>
                  <a:lnTo>
                    <a:pt x="278896" y="1391230"/>
                  </a:lnTo>
                  <a:lnTo>
                    <a:pt x="284684" y="1394426"/>
                  </a:lnTo>
                  <a:lnTo>
                    <a:pt x="293670" y="1402533"/>
                  </a:lnTo>
                  <a:lnTo>
                    <a:pt x="301209" y="1408050"/>
                  </a:lnTo>
                  <a:lnTo>
                    <a:pt x="304675" y="1411515"/>
                  </a:lnTo>
                  <a:lnTo>
                    <a:pt x="308141" y="1416426"/>
                  </a:lnTo>
                  <a:lnTo>
                    <a:pt x="313930" y="1421943"/>
                  </a:lnTo>
                  <a:lnTo>
                    <a:pt x="317127" y="1425139"/>
                  </a:lnTo>
                  <a:lnTo>
                    <a:pt x="317127" y="1428604"/>
                  </a:lnTo>
                  <a:lnTo>
                    <a:pt x="317800" y="1429310"/>
                  </a:lnTo>
                  <a:lnTo>
                    <a:pt x="317868" y="1428705"/>
                  </a:lnTo>
                  <a:lnTo>
                    <a:pt x="322882" y="1428805"/>
                  </a:lnTo>
                  <a:lnTo>
                    <a:pt x="327998" y="1427729"/>
                  </a:lnTo>
                  <a:cubicBezTo>
                    <a:pt x="327998" y="1427729"/>
                    <a:pt x="334628" y="1427729"/>
                    <a:pt x="334964" y="1427527"/>
                  </a:cubicBezTo>
                  <a:cubicBezTo>
                    <a:pt x="335301" y="1427325"/>
                    <a:pt x="339003" y="1427426"/>
                    <a:pt x="339003" y="1427426"/>
                  </a:cubicBezTo>
                  <a:lnTo>
                    <a:pt x="344219" y="1427763"/>
                  </a:lnTo>
                  <a:lnTo>
                    <a:pt x="347585" y="1426249"/>
                  </a:lnTo>
                  <a:cubicBezTo>
                    <a:pt x="347585" y="1426249"/>
                    <a:pt x="349772" y="1424735"/>
                    <a:pt x="350412" y="1424197"/>
                  </a:cubicBezTo>
                  <a:cubicBezTo>
                    <a:pt x="351051" y="1423659"/>
                    <a:pt x="354551" y="1421808"/>
                    <a:pt x="355291" y="1421472"/>
                  </a:cubicBezTo>
                  <a:cubicBezTo>
                    <a:pt x="356066" y="1421136"/>
                    <a:pt x="359734" y="1417334"/>
                    <a:pt x="359734" y="1417334"/>
                  </a:cubicBezTo>
                  <a:lnTo>
                    <a:pt x="362998" y="1417334"/>
                  </a:lnTo>
                  <a:lnTo>
                    <a:pt x="367676" y="1416460"/>
                  </a:lnTo>
                  <a:lnTo>
                    <a:pt x="371277" y="1417334"/>
                  </a:lnTo>
                  <a:lnTo>
                    <a:pt x="375518" y="1417435"/>
                  </a:lnTo>
                  <a:cubicBezTo>
                    <a:pt x="375518" y="1417435"/>
                    <a:pt x="387263" y="1417099"/>
                    <a:pt x="388239" y="1416729"/>
                  </a:cubicBezTo>
                  <a:cubicBezTo>
                    <a:pt x="389215" y="1416359"/>
                    <a:pt x="394331" y="1416729"/>
                    <a:pt x="394331" y="1416729"/>
                  </a:cubicBezTo>
                  <a:cubicBezTo>
                    <a:pt x="394331" y="1416729"/>
                    <a:pt x="397494" y="1412995"/>
                    <a:pt x="397797" y="1411885"/>
                  </a:cubicBezTo>
                  <a:cubicBezTo>
                    <a:pt x="398134" y="1410808"/>
                    <a:pt x="400961" y="1408723"/>
                    <a:pt x="400961" y="1408723"/>
                  </a:cubicBezTo>
                  <a:lnTo>
                    <a:pt x="404966" y="1405123"/>
                  </a:lnTo>
                  <a:cubicBezTo>
                    <a:pt x="404966" y="1405123"/>
                    <a:pt x="409307" y="1405123"/>
                    <a:pt x="409745" y="1405123"/>
                  </a:cubicBezTo>
                  <a:cubicBezTo>
                    <a:pt x="410182" y="1405123"/>
                    <a:pt x="412773" y="1404618"/>
                    <a:pt x="413110" y="1404417"/>
                  </a:cubicBezTo>
                  <a:cubicBezTo>
                    <a:pt x="413447" y="1404215"/>
                    <a:pt x="419740" y="1404248"/>
                    <a:pt x="421052" y="1404047"/>
                  </a:cubicBezTo>
                  <a:cubicBezTo>
                    <a:pt x="422365" y="1403845"/>
                    <a:pt x="425394" y="1400683"/>
                    <a:pt x="425394" y="1400683"/>
                  </a:cubicBezTo>
                  <a:lnTo>
                    <a:pt x="427245" y="1398059"/>
                  </a:lnTo>
                  <a:cubicBezTo>
                    <a:pt x="427245" y="1398059"/>
                    <a:pt x="431048" y="1394459"/>
                    <a:pt x="431485" y="1393719"/>
                  </a:cubicBezTo>
                  <a:cubicBezTo>
                    <a:pt x="431923" y="1392946"/>
                    <a:pt x="433976" y="1392643"/>
                    <a:pt x="434312" y="1392407"/>
                  </a:cubicBezTo>
                  <a:cubicBezTo>
                    <a:pt x="434649" y="1392205"/>
                    <a:pt x="439192" y="1390221"/>
                    <a:pt x="439192" y="1389783"/>
                  </a:cubicBezTo>
                  <a:cubicBezTo>
                    <a:pt x="439192" y="1389346"/>
                    <a:pt x="440505" y="1386520"/>
                    <a:pt x="440505" y="1386083"/>
                  </a:cubicBezTo>
                  <a:cubicBezTo>
                    <a:pt x="440505" y="1385646"/>
                    <a:pt x="442356" y="1384670"/>
                    <a:pt x="442356" y="1384670"/>
                  </a:cubicBezTo>
                  <a:cubicBezTo>
                    <a:pt x="442356" y="1384670"/>
                    <a:pt x="444308" y="1384233"/>
                    <a:pt x="444981" y="1383594"/>
                  </a:cubicBezTo>
                  <a:cubicBezTo>
                    <a:pt x="445620" y="1382955"/>
                    <a:pt x="446933" y="1382181"/>
                    <a:pt x="448885" y="1381643"/>
                  </a:cubicBezTo>
                  <a:cubicBezTo>
                    <a:pt x="450837" y="1381104"/>
                    <a:pt x="450500" y="1380667"/>
                    <a:pt x="450938" y="1380432"/>
                  </a:cubicBezTo>
                  <a:cubicBezTo>
                    <a:pt x="451375" y="1380230"/>
                    <a:pt x="454539" y="1377606"/>
                    <a:pt x="454539" y="1377606"/>
                  </a:cubicBezTo>
                  <a:lnTo>
                    <a:pt x="455313" y="1376395"/>
                  </a:lnTo>
                  <a:lnTo>
                    <a:pt x="455649" y="1374208"/>
                  </a:lnTo>
                  <a:lnTo>
                    <a:pt x="454539" y="1371181"/>
                  </a:lnTo>
                  <a:lnTo>
                    <a:pt x="454539" y="1367379"/>
                  </a:lnTo>
                  <a:cubicBezTo>
                    <a:pt x="454539" y="1367379"/>
                    <a:pt x="455077" y="1365428"/>
                    <a:pt x="454976" y="1364991"/>
                  </a:cubicBezTo>
                  <a:cubicBezTo>
                    <a:pt x="454875" y="1364554"/>
                    <a:pt x="456592" y="1362804"/>
                    <a:pt x="457029" y="1361963"/>
                  </a:cubicBezTo>
                  <a:cubicBezTo>
                    <a:pt x="457467" y="1361089"/>
                    <a:pt x="458544" y="1361425"/>
                    <a:pt x="459520" y="1360450"/>
                  </a:cubicBezTo>
                  <a:cubicBezTo>
                    <a:pt x="460496" y="1359474"/>
                    <a:pt x="462347" y="1360248"/>
                    <a:pt x="463121" y="1359676"/>
                  </a:cubicBezTo>
                  <a:cubicBezTo>
                    <a:pt x="463895" y="1359138"/>
                    <a:pt x="465073" y="1359239"/>
                    <a:pt x="466486" y="1358599"/>
                  </a:cubicBezTo>
                  <a:cubicBezTo>
                    <a:pt x="467900" y="1357960"/>
                    <a:pt x="468573" y="1357960"/>
                    <a:pt x="470525" y="1357086"/>
                  </a:cubicBezTo>
                  <a:cubicBezTo>
                    <a:pt x="472477" y="1356211"/>
                    <a:pt x="472275" y="1356749"/>
                    <a:pt x="473554" y="1356547"/>
                  </a:cubicBezTo>
                  <a:cubicBezTo>
                    <a:pt x="474866" y="1356346"/>
                    <a:pt x="475169" y="1356446"/>
                    <a:pt x="476717" y="1355673"/>
                  </a:cubicBezTo>
                  <a:cubicBezTo>
                    <a:pt x="478232" y="1354899"/>
                    <a:pt x="479746" y="1356446"/>
                    <a:pt x="479746" y="1356446"/>
                  </a:cubicBezTo>
                  <a:cubicBezTo>
                    <a:pt x="479746" y="1356446"/>
                    <a:pt x="481698" y="1356446"/>
                    <a:pt x="482136" y="1356446"/>
                  </a:cubicBezTo>
                  <a:cubicBezTo>
                    <a:pt x="482573" y="1356446"/>
                    <a:pt x="484963" y="1357052"/>
                    <a:pt x="484963" y="1357052"/>
                  </a:cubicBezTo>
                  <a:lnTo>
                    <a:pt x="485737" y="1358734"/>
                  </a:lnTo>
                  <a:lnTo>
                    <a:pt x="486275" y="1360786"/>
                  </a:lnTo>
                  <a:lnTo>
                    <a:pt x="489001" y="1363612"/>
                  </a:lnTo>
                  <a:lnTo>
                    <a:pt x="492602" y="1365899"/>
                  </a:lnTo>
                  <a:lnTo>
                    <a:pt x="496843" y="1369162"/>
                  </a:lnTo>
                  <a:lnTo>
                    <a:pt x="501184" y="1372762"/>
                  </a:lnTo>
                  <a:lnTo>
                    <a:pt x="506300" y="1376126"/>
                  </a:lnTo>
                  <a:lnTo>
                    <a:pt x="509328" y="1379052"/>
                  </a:lnTo>
                  <a:lnTo>
                    <a:pt x="516295" y="1384267"/>
                  </a:lnTo>
                  <a:cubicBezTo>
                    <a:pt x="516295" y="1384267"/>
                    <a:pt x="518045" y="1384267"/>
                    <a:pt x="518482" y="1384267"/>
                  </a:cubicBezTo>
                  <a:cubicBezTo>
                    <a:pt x="518920" y="1384267"/>
                    <a:pt x="521309" y="1383728"/>
                    <a:pt x="521747" y="1383728"/>
                  </a:cubicBezTo>
                  <a:cubicBezTo>
                    <a:pt x="522185" y="1383728"/>
                    <a:pt x="522959" y="1383089"/>
                    <a:pt x="522959" y="1383089"/>
                  </a:cubicBezTo>
                  <a:cubicBezTo>
                    <a:pt x="522959" y="1383089"/>
                    <a:pt x="524911" y="1382753"/>
                    <a:pt x="525887" y="1382114"/>
                  </a:cubicBezTo>
                  <a:cubicBezTo>
                    <a:pt x="526863" y="1381474"/>
                    <a:pt x="526526" y="1381340"/>
                    <a:pt x="526526" y="1381340"/>
                  </a:cubicBezTo>
                  <a:lnTo>
                    <a:pt x="525853" y="1378178"/>
                  </a:lnTo>
                  <a:lnTo>
                    <a:pt x="525853" y="1376866"/>
                  </a:lnTo>
                  <a:lnTo>
                    <a:pt x="526728" y="1375016"/>
                  </a:lnTo>
                  <a:lnTo>
                    <a:pt x="529353" y="1374780"/>
                  </a:lnTo>
                  <a:lnTo>
                    <a:pt x="532516" y="1377269"/>
                  </a:lnTo>
                  <a:cubicBezTo>
                    <a:pt x="532516" y="1377269"/>
                    <a:pt x="535242" y="1379557"/>
                    <a:pt x="535680" y="1379994"/>
                  </a:cubicBezTo>
                  <a:cubicBezTo>
                    <a:pt x="536118" y="1380432"/>
                    <a:pt x="536319" y="1381306"/>
                    <a:pt x="536319" y="1381306"/>
                  </a:cubicBezTo>
                  <a:lnTo>
                    <a:pt x="542949" y="1384468"/>
                  </a:lnTo>
                  <a:lnTo>
                    <a:pt x="547964" y="1385982"/>
                  </a:lnTo>
                  <a:lnTo>
                    <a:pt x="551127" y="1386318"/>
                  </a:lnTo>
                  <a:cubicBezTo>
                    <a:pt x="551127" y="1386318"/>
                    <a:pt x="557320" y="1388169"/>
                    <a:pt x="557757" y="1388370"/>
                  </a:cubicBezTo>
                  <a:cubicBezTo>
                    <a:pt x="558195" y="1388572"/>
                    <a:pt x="561661" y="1390658"/>
                    <a:pt x="561661" y="1390658"/>
                  </a:cubicBezTo>
                  <a:lnTo>
                    <a:pt x="564387" y="1394358"/>
                  </a:lnTo>
                  <a:lnTo>
                    <a:pt x="565902" y="1397285"/>
                  </a:lnTo>
                  <a:lnTo>
                    <a:pt x="565902" y="1401322"/>
                  </a:lnTo>
                  <a:lnTo>
                    <a:pt x="571320" y="1404147"/>
                  </a:lnTo>
                  <a:cubicBezTo>
                    <a:pt x="571320" y="1404147"/>
                    <a:pt x="578590" y="1404484"/>
                    <a:pt x="579027" y="1404686"/>
                  </a:cubicBezTo>
                  <a:cubicBezTo>
                    <a:pt x="579465" y="1404888"/>
                    <a:pt x="583167" y="1406872"/>
                    <a:pt x="583167" y="1406872"/>
                  </a:cubicBezTo>
                  <a:cubicBezTo>
                    <a:pt x="583167" y="1406872"/>
                    <a:pt x="587205" y="1406771"/>
                    <a:pt x="587609" y="1406771"/>
                  </a:cubicBezTo>
                  <a:cubicBezTo>
                    <a:pt x="588047" y="1406771"/>
                    <a:pt x="590436" y="1407108"/>
                    <a:pt x="591614" y="1406670"/>
                  </a:cubicBezTo>
                  <a:cubicBezTo>
                    <a:pt x="592825" y="1406233"/>
                    <a:pt x="594878" y="1406670"/>
                    <a:pt x="595854" y="1406435"/>
                  </a:cubicBezTo>
                  <a:cubicBezTo>
                    <a:pt x="596830" y="1406233"/>
                    <a:pt x="599455" y="1406233"/>
                    <a:pt x="599859" y="1405998"/>
                  </a:cubicBezTo>
                  <a:cubicBezTo>
                    <a:pt x="600297" y="1405796"/>
                    <a:pt x="605513" y="1405796"/>
                    <a:pt x="605951" y="1405796"/>
                  </a:cubicBezTo>
                  <a:cubicBezTo>
                    <a:pt x="606388" y="1405796"/>
                    <a:pt x="610528" y="1404484"/>
                    <a:pt x="610528" y="1404484"/>
                  </a:cubicBezTo>
                  <a:lnTo>
                    <a:pt x="613018" y="1403172"/>
                  </a:lnTo>
                  <a:lnTo>
                    <a:pt x="614331" y="1400884"/>
                  </a:lnTo>
                  <a:cubicBezTo>
                    <a:pt x="614331" y="1400884"/>
                    <a:pt x="616518" y="1397823"/>
                    <a:pt x="616821" y="1397521"/>
                  </a:cubicBezTo>
                  <a:cubicBezTo>
                    <a:pt x="617158" y="1397184"/>
                    <a:pt x="618874" y="1395569"/>
                    <a:pt x="618874" y="1395233"/>
                  </a:cubicBezTo>
                  <a:cubicBezTo>
                    <a:pt x="618874" y="1394897"/>
                    <a:pt x="622576" y="1393820"/>
                    <a:pt x="623451" y="1393383"/>
                  </a:cubicBezTo>
                  <a:cubicBezTo>
                    <a:pt x="624326" y="1392946"/>
                    <a:pt x="625201" y="1391533"/>
                    <a:pt x="625201" y="1391533"/>
                  </a:cubicBezTo>
                  <a:cubicBezTo>
                    <a:pt x="625201" y="1391533"/>
                    <a:pt x="627153" y="1391196"/>
                    <a:pt x="628028" y="1391095"/>
                  </a:cubicBezTo>
                  <a:cubicBezTo>
                    <a:pt x="628903" y="1390994"/>
                    <a:pt x="631495" y="1390658"/>
                    <a:pt x="632471" y="1390322"/>
                  </a:cubicBezTo>
                  <a:cubicBezTo>
                    <a:pt x="633447" y="1389985"/>
                    <a:pt x="635197" y="1389548"/>
                    <a:pt x="635197" y="1389548"/>
                  </a:cubicBezTo>
                  <a:lnTo>
                    <a:pt x="637048" y="1388572"/>
                  </a:lnTo>
                  <a:lnTo>
                    <a:pt x="638663" y="1388135"/>
                  </a:lnTo>
                  <a:cubicBezTo>
                    <a:pt x="638663" y="1388135"/>
                    <a:pt x="640851" y="1387260"/>
                    <a:pt x="641591" y="1386924"/>
                  </a:cubicBezTo>
                  <a:cubicBezTo>
                    <a:pt x="642365" y="1386588"/>
                    <a:pt x="642803" y="1386386"/>
                    <a:pt x="643105" y="1386049"/>
                  </a:cubicBezTo>
                  <a:cubicBezTo>
                    <a:pt x="643442" y="1385713"/>
                    <a:pt x="643980" y="1385410"/>
                    <a:pt x="644081" y="1384838"/>
                  </a:cubicBezTo>
                  <a:cubicBezTo>
                    <a:pt x="644182" y="1384300"/>
                    <a:pt x="646269" y="1383089"/>
                    <a:pt x="646572" y="1382652"/>
                  </a:cubicBezTo>
                  <a:cubicBezTo>
                    <a:pt x="646908" y="1382215"/>
                    <a:pt x="647346" y="1381777"/>
                    <a:pt x="647346" y="1381777"/>
                  </a:cubicBezTo>
                  <a:lnTo>
                    <a:pt x="647110" y="1380701"/>
                  </a:lnTo>
                  <a:lnTo>
                    <a:pt x="644081" y="1378110"/>
                  </a:lnTo>
                  <a:cubicBezTo>
                    <a:pt x="644081" y="1378110"/>
                    <a:pt x="644081" y="1377135"/>
                    <a:pt x="644081" y="1376698"/>
                  </a:cubicBezTo>
                  <a:cubicBezTo>
                    <a:pt x="644081" y="1376260"/>
                    <a:pt x="645394" y="1374847"/>
                    <a:pt x="645932" y="1374410"/>
                  </a:cubicBezTo>
                  <a:cubicBezTo>
                    <a:pt x="646471" y="1373973"/>
                    <a:pt x="648423" y="1374309"/>
                    <a:pt x="649399" y="1374511"/>
                  </a:cubicBezTo>
                  <a:cubicBezTo>
                    <a:pt x="650375" y="1374713"/>
                    <a:pt x="652327" y="1374208"/>
                    <a:pt x="653875" y="1374511"/>
                  </a:cubicBezTo>
                  <a:cubicBezTo>
                    <a:pt x="655389" y="1374814"/>
                    <a:pt x="658115" y="1374646"/>
                    <a:pt x="658654" y="1374511"/>
                  </a:cubicBezTo>
                  <a:cubicBezTo>
                    <a:pt x="659192" y="1374410"/>
                    <a:pt x="663769" y="1375049"/>
                    <a:pt x="663769" y="1375049"/>
                  </a:cubicBezTo>
                  <a:lnTo>
                    <a:pt x="667471" y="1376462"/>
                  </a:lnTo>
                  <a:lnTo>
                    <a:pt x="669760" y="1378211"/>
                  </a:lnTo>
                  <a:lnTo>
                    <a:pt x="672587" y="1380062"/>
                  </a:lnTo>
                  <a:lnTo>
                    <a:pt x="673361" y="1381138"/>
                  </a:lnTo>
                  <a:lnTo>
                    <a:pt x="675986" y="1384502"/>
                  </a:lnTo>
                  <a:lnTo>
                    <a:pt x="679890" y="1387126"/>
                  </a:lnTo>
                  <a:lnTo>
                    <a:pt x="684568" y="1388202"/>
                  </a:lnTo>
                  <a:lnTo>
                    <a:pt x="687496" y="1387866"/>
                  </a:lnTo>
                  <a:cubicBezTo>
                    <a:pt x="687496" y="1387866"/>
                    <a:pt x="688371" y="1386352"/>
                    <a:pt x="688472" y="1386016"/>
                  </a:cubicBezTo>
                  <a:cubicBezTo>
                    <a:pt x="688573" y="1385679"/>
                    <a:pt x="689549" y="1384267"/>
                    <a:pt x="689784" y="1383829"/>
                  </a:cubicBezTo>
                  <a:cubicBezTo>
                    <a:pt x="690020" y="1383392"/>
                    <a:pt x="691837" y="1383190"/>
                    <a:pt x="692275" y="1382517"/>
                  </a:cubicBezTo>
                  <a:cubicBezTo>
                    <a:pt x="692712" y="1381844"/>
                    <a:pt x="694900" y="1382416"/>
                    <a:pt x="695203" y="1382517"/>
                  </a:cubicBezTo>
                  <a:cubicBezTo>
                    <a:pt x="695539" y="1382618"/>
                    <a:pt x="697794" y="1383930"/>
                    <a:pt x="697794" y="1383930"/>
                  </a:cubicBezTo>
                  <a:lnTo>
                    <a:pt x="702472" y="1387529"/>
                  </a:lnTo>
                  <a:lnTo>
                    <a:pt x="704862" y="1389279"/>
                  </a:lnTo>
                  <a:lnTo>
                    <a:pt x="705501" y="1391465"/>
                  </a:lnTo>
                  <a:lnTo>
                    <a:pt x="704963" y="1395805"/>
                  </a:lnTo>
                  <a:lnTo>
                    <a:pt x="704525" y="1401120"/>
                  </a:lnTo>
                  <a:lnTo>
                    <a:pt x="703213" y="1404147"/>
                  </a:lnTo>
                  <a:lnTo>
                    <a:pt x="703213" y="1408184"/>
                  </a:lnTo>
                  <a:lnTo>
                    <a:pt x="705501" y="1411885"/>
                  </a:lnTo>
                  <a:lnTo>
                    <a:pt x="706915" y="1415686"/>
                  </a:lnTo>
                  <a:lnTo>
                    <a:pt x="707554" y="1418411"/>
                  </a:lnTo>
                  <a:lnTo>
                    <a:pt x="709068" y="1420261"/>
                  </a:lnTo>
                  <a:lnTo>
                    <a:pt x="711256" y="1421674"/>
                  </a:lnTo>
                  <a:lnTo>
                    <a:pt x="713309" y="1423524"/>
                  </a:lnTo>
                  <a:cubicBezTo>
                    <a:pt x="713309" y="1423524"/>
                    <a:pt x="718088" y="1425374"/>
                    <a:pt x="718525" y="1425374"/>
                  </a:cubicBezTo>
                  <a:cubicBezTo>
                    <a:pt x="718963" y="1425374"/>
                    <a:pt x="722295" y="1426787"/>
                    <a:pt x="722295" y="1426787"/>
                  </a:cubicBezTo>
                  <a:cubicBezTo>
                    <a:pt x="722295" y="1426787"/>
                    <a:pt x="730002" y="1427325"/>
                    <a:pt x="730439" y="1427325"/>
                  </a:cubicBezTo>
                  <a:cubicBezTo>
                    <a:pt x="730877" y="1427325"/>
                    <a:pt x="733805" y="1427426"/>
                    <a:pt x="734141" y="1427426"/>
                  </a:cubicBezTo>
                  <a:cubicBezTo>
                    <a:pt x="734478" y="1427426"/>
                    <a:pt x="737069" y="1427864"/>
                    <a:pt x="737069" y="1427864"/>
                  </a:cubicBezTo>
                  <a:cubicBezTo>
                    <a:pt x="737069" y="1427864"/>
                    <a:pt x="740973" y="1428502"/>
                    <a:pt x="741310" y="1428637"/>
                  </a:cubicBezTo>
                  <a:cubicBezTo>
                    <a:pt x="741646" y="1428738"/>
                    <a:pt x="745011" y="1431126"/>
                    <a:pt x="745011" y="1431126"/>
                  </a:cubicBezTo>
                  <a:lnTo>
                    <a:pt x="746627" y="1435466"/>
                  </a:lnTo>
                  <a:lnTo>
                    <a:pt x="746627" y="1438191"/>
                  </a:lnTo>
                  <a:cubicBezTo>
                    <a:pt x="746627" y="1438191"/>
                    <a:pt x="753190" y="1440142"/>
                    <a:pt x="753627" y="1440142"/>
                  </a:cubicBezTo>
                  <a:cubicBezTo>
                    <a:pt x="754065" y="1440142"/>
                    <a:pt x="758776" y="1440781"/>
                    <a:pt x="759113" y="1440781"/>
                  </a:cubicBezTo>
                  <a:cubicBezTo>
                    <a:pt x="759449" y="1440781"/>
                    <a:pt x="768772" y="1441319"/>
                    <a:pt x="768772" y="1441319"/>
                  </a:cubicBezTo>
                  <a:lnTo>
                    <a:pt x="779205" y="1441757"/>
                  </a:lnTo>
                  <a:cubicBezTo>
                    <a:pt x="779205" y="1441757"/>
                    <a:pt x="783108" y="1441521"/>
                    <a:pt x="783546" y="1441521"/>
                  </a:cubicBezTo>
                  <a:cubicBezTo>
                    <a:pt x="783983" y="1441521"/>
                    <a:pt x="787887" y="1441622"/>
                    <a:pt x="788224" y="1441622"/>
                  </a:cubicBezTo>
                  <a:cubicBezTo>
                    <a:pt x="788560" y="1441622"/>
                    <a:pt x="792464" y="1442799"/>
                    <a:pt x="793003" y="1443035"/>
                  </a:cubicBezTo>
                  <a:cubicBezTo>
                    <a:pt x="793541" y="1443237"/>
                    <a:pt x="795931" y="1444784"/>
                    <a:pt x="795931" y="1444784"/>
                  </a:cubicBezTo>
                  <a:cubicBezTo>
                    <a:pt x="795931" y="1444784"/>
                    <a:pt x="797782" y="1446399"/>
                    <a:pt x="798118" y="1446533"/>
                  </a:cubicBezTo>
                  <a:cubicBezTo>
                    <a:pt x="798455" y="1446634"/>
                    <a:pt x="802022" y="1448585"/>
                    <a:pt x="802460" y="1448720"/>
                  </a:cubicBezTo>
                  <a:cubicBezTo>
                    <a:pt x="802897" y="1448821"/>
                    <a:pt x="805489" y="1449494"/>
                    <a:pt x="805926" y="1449494"/>
                  </a:cubicBezTo>
                  <a:cubicBezTo>
                    <a:pt x="806364" y="1449494"/>
                    <a:pt x="808753" y="1449595"/>
                    <a:pt x="809965" y="1449393"/>
                  </a:cubicBezTo>
                  <a:cubicBezTo>
                    <a:pt x="811176" y="1449157"/>
                    <a:pt x="812994" y="1449056"/>
                    <a:pt x="813330" y="1448955"/>
                  </a:cubicBezTo>
                  <a:cubicBezTo>
                    <a:pt x="813667" y="1448855"/>
                    <a:pt x="815080" y="1448955"/>
                    <a:pt x="817907" y="1448182"/>
                  </a:cubicBezTo>
                  <a:cubicBezTo>
                    <a:pt x="820734" y="1447408"/>
                    <a:pt x="819422" y="1447946"/>
                    <a:pt x="821710" y="1447744"/>
                  </a:cubicBezTo>
                  <a:cubicBezTo>
                    <a:pt x="823999" y="1447509"/>
                    <a:pt x="825177" y="1446971"/>
                    <a:pt x="827129" y="1446769"/>
                  </a:cubicBezTo>
                  <a:cubicBezTo>
                    <a:pt x="829081" y="1446567"/>
                    <a:pt x="830932" y="1446769"/>
                    <a:pt x="832345" y="1446769"/>
                  </a:cubicBezTo>
                  <a:cubicBezTo>
                    <a:pt x="833759" y="1446769"/>
                    <a:pt x="837663" y="1447643"/>
                    <a:pt x="838100" y="1447744"/>
                  </a:cubicBezTo>
                  <a:cubicBezTo>
                    <a:pt x="838538" y="1447845"/>
                    <a:pt x="841365" y="1447744"/>
                    <a:pt x="841802" y="1447408"/>
                  </a:cubicBezTo>
                  <a:cubicBezTo>
                    <a:pt x="842240" y="1447072"/>
                    <a:pt x="841802" y="1445659"/>
                    <a:pt x="841802" y="1445659"/>
                  </a:cubicBezTo>
                  <a:lnTo>
                    <a:pt x="839749" y="1442631"/>
                  </a:lnTo>
                  <a:lnTo>
                    <a:pt x="837562" y="1440445"/>
                  </a:lnTo>
                  <a:lnTo>
                    <a:pt x="839749" y="1437518"/>
                  </a:lnTo>
                  <a:cubicBezTo>
                    <a:pt x="839749" y="1437518"/>
                    <a:pt x="842139" y="1437316"/>
                    <a:pt x="845067" y="1437182"/>
                  </a:cubicBezTo>
                  <a:cubicBezTo>
                    <a:pt x="847994" y="1437081"/>
                    <a:pt x="851596" y="1437821"/>
                    <a:pt x="852033" y="1438157"/>
                  </a:cubicBezTo>
                  <a:cubicBezTo>
                    <a:pt x="852471" y="1438460"/>
                    <a:pt x="860952" y="1439267"/>
                    <a:pt x="860952" y="1439267"/>
                  </a:cubicBezTo>
                  <a:cubicBezTo>
                    <a:pt x="860952" y="1439267"/>
                    <a:pt x="870408" y="1436879"/>
                    <a:pt x="870846" y="1436542"/>
                  </a:cubicBezTo>
                  <a:cubicBezTo>
                    <a:pt x="871283" y="1436206"/>
                    <a:pt x="878351" y="1436105"/>
                    <a:pt x="878788" y="1436004"/>
                  </a:cubicBezTo>
                  <a:cubicBezTo>
                    <a:pt x="879226" y="1435903"/>
                    <a:pt x="886832" y="1431866"/>
                    <a:pt x="886832" y="1431866"/>
                  </a:cubicBezTo>
                  <a:lnTo>
                    <a:pt x="890433" y="1431665"/>
                  </a:lnTo>
                  <a:lnTo>
                    <a:pt x="897063" y="1432001"/>
                  </a:lnTo>
                  <a:cubicBezTo>
                    <a:pt x="897063" y="1432001"/>
                    <a:pt x="897601" y="1432203"/>
                    <a:pt x="897938" y="1432203"/>
                  </a:cubicBezTo>
                  <a:cubicBezTo>
                    <a:pt x="898274" y="1432203"/>
                    <a:pt x="900125" y="1432842"/>
                    <a:pt x="902515" y="1433279"/>
                  </a:cubicBezTo>
                  <a:cubicBezTo>
                    <a:pt x="904904" y="1433717"/>
                    <a:pt x="905342" y="1433380"/>
                    <a:pt x="905880" y="1432842"/>
                  </a:cubicBezTo>
                  <a:cubicBezTo>
                    <a:pt x="906419" y="1432304"/>
                    <a:pt x="907294" y="1430655"/>
                    <a:pt x="907294" y="1430218"/>
                  </a:cubicBezTo>
                  <a:cubicBezTo>
                    <a:pt x="907294" y="1429781"/>
                    <a:pt x="907731" y="1427729"/>
                    <a:pt x="908068" y="1426753"/>
                  </a:cubicBezTo>
                  <a:cubicBezTo>
                    <a:pt x="908404" y="1425778"/>
                    <a:pt x="908707" y="1425542"/>
                    <a:pt x="909481" y="1424163"/>
                  </a:cubicBezTo>
                  <a:cubicBezTo>
                    <a:pt x="910255" y="1422750"/>
                    <a:pt x="910996" y="1423087"/>
                    <a:pt x="911433" y="1422851"/>
                  </a:cubicBezTo>
                  <a:cubicBezTo>
                    <a:pt x="911871" y="1422616"/>
                    <a:pt x="914698" y="1425038"/>
                    <a:pt x="916313" y="1425677"/>
                  </a:cubicBezTo>
                  <a:cubicBezTo>
                    <a:pt x="917962" y="1426316"/>
                    <a:pt x="918063" y="1428402"/>
                    <a:pt x="918063" y="1428402"/>
                  </a:cubicBezTo>
                  <a:cubicBezTo>
                    <a:pt x="918063" y="1428402"/>
                    <a:pt x="919813" y="1431025"/>
                    <a:pt x="920352" y="1431866"/>
                  </a:cubicBezTo>
                  <a:cubicBezTo>
                    <a:pt x="920890" y="1432741"/>
                    <a:pt x="922539" y="1434692"/>
                    <a:pt x="922539" y="1434692"/>
                  </a:cubicBezTo>
                  <a:cubicBezTo>
                    <a:pt x="922539" y="1434692"/>
                    <a:pt x="924929" y="1436542"/>
                    <a:pt x="925366" y="1436879"/>
                  </a:cubicBezTo>
                  <a:cubicBezTo>
                    <a:pt x="925804" y="1437215"/>
                    <a:pt x="927217" y="1438729"/>
                    <a:pt x="929405" y="1440680"/>
                  </a:cubicBezTo>
                  <a:cubicBezTo>
                    <a:pt x="931592" y="1442631"/>
                    <a:pt x="931895" y="1441555"/>
                    <a:pt x="931895" y="1441555"/>
                  </a:cubicBezTo>
                  <a:cubicBezTo>
                    <a:pt x="931895" y="1441555"/>
                    <a:pt x="935799" y="1441555"/>
                    <a:pt x="936775" y="1441555"/>
                  </a:cubicBezTo>
                  <a:cubicBezTo>
                    <a:pt x="937751" y="1441555"/>
                    <a:pt x="941016" y="1442059"/>
                    <a:pt x="941016" y="1442059"/>
                  </a:cubicBezTo>
                  <a:lnTo>
                    <a:pt x="942227" y="1443977"/>
                  </a:lnTo>
                  <a:lnTo>
                    <a:pt x="939299" y="1447004"/>
                  </a:lnTo>
                  <a:cubicBezTo>
                    <a:pt x="939299" y="1447004"/>
                    <a:pt x="937246" y="1448081"/>
                    <a:pt x="935833" y="1448955"/>
                  </a:cubicBezTo>
                  <a:cubicBezTo>
                    <a:pt x="934420" y="1449830"/>
                    <a:pt x="934857" y="1449729"/>
                    <a:pt x="934857" y="1450133"/>
                  </a:cubicBezTo>
                  <a:cubicBezTo>
                    <a:pt x="934857" y="1450570"/>
                    <a:pt x="936607" y="1451647"/>
                    <a:pt x="937583" y="1451781"/>
                  </a:cubicBezTo>
                  <a:cubicBezTo>
                    <a:pt x="938559" y="1451882"/>
                    <a:pt x="940073" y="1452219"/>
                    <a:pt x="940511" y="1452219"/>
                  </a:cubicBezTo>
                  <a:cubicBezTo>
                    <a:pt x="940949" y="1452219"/>
                    <a:pt x="943540" y="1452555"/>
                    <a:pt x="944112" y="1452319"/>
                  </a:cubicBezTo>
                  <a:cubicBezTo>
                    <a:pt x="944650" y="1452084"/>
                    <a:pt x="945626" y="1451108"/>
                    <a:pt x="945626" y="1451108"/>
                  </a:cubicBezTo>
                  <a:lnTo>
                    <a:pt x="947814" y="1448384"/>
                  </a:lnTo>
                  <a:lnTo>
                    <a:pt x="948891" y="1445659"/>
                  </a:lnTo>
                  <a:lnTo>
                    <a:pt x="958449" y="1442631"/>
                  </a:lnTo>
                  <a:cubicBezTo>
                    <a:pt x="958449" y="1442631"/>
                    <a:pt x="962588" y="1442295"/>
                    <a:pt x="964103" y="1442093"/>
                  </a:cubicBezTo>
                  <a:cubicBezTo>
                    <a:pt x="965617" y="1441891"/>
                    <a:pt x="968983" y="1441992"/>
                    <a:pt x="970497" y="1441656"/>
                  </a:cubicBezTo>
                  <a:cubicBezTo>
                    <a:pt x="972012" y="1441319"/>
                    <a:pt x="975377" y="1441555"/>
                    <a:pt x="977228" y="1441555"/>
                  </a:cubicBezTo>
                  <a:cubicBezTo>
                    <a:pt x="979079" y="1441555"/>
                    <a:pt x="981670" y="1441656"/>
                    <a:pt x="982646" y="1441555"/>
                  </a:cubicBezTo>
                  <a:cubicBezTo>
                    <a:pt x="983622" y="1441454"/>
                    <a:pt x="984296" y="1441454"/>
                    <a:pt x="985238" y="1441218"/>
                  </a:cubicBezTo>
                  <a:cubicBezTo>
                    <a:pt x="986214" y="1440983"/>
                    <a:pt x="987291" y="1439806"/>
                    <a:pt x="988502" y="1439705"/>
                  </a:cubicBezTo>
                  <a:cubicBezTo>
                    <a:pt x="989680" y="1439604"/>
                    <a:pt x="991969" y="1437955"/>
                    <a:pt x="992103" y="1437518"/>
                  </a:cubicBezTo>
                  <a:cubicBezTo>
                    <a:pt x="992238" y="1437081"/>
                    <a:pt x="994594" y="1433919"/>
                    <a:pt x="995368" y="1433380"/>
                  </a:cubicBezTo>
                  <a:cubicBezTo>
                    <a:pt x="996142" y="1432842"/>
                    <a:pt x="997118" y="1431530"/>
                    <a:pt x="997219" y="1431093"/>
                  </a:cubicBezTo>
                  <a:cubicBezTo>
                    <a:pt x="997320" y="1430655"/>
                    <a:pt x="999272" y="1427393"/>
                    <a:pt x="999272" y="1427393"/>
                  </a:cubicBezTo>
                  <a:cubicBezTo>
                    <a:pt x="999272" y="1427393"/>
                    <a:pt x="1001022" y="1424567"/>
                    <a:pt x="1001123" y="1423928"/>
                  </a:cubicBezTo>
                  <a:cubicBezTo>
                    <a:pt x="1001224" y="1423288"/>
                    <a:pt x="1004387" y="1421102"/>
                    <a:pt x="1004387" y="1421102"/>
                  </a:cubicBezTo>
                  <a:lnTo>
                    <a:pt x="1007113" y="1415551"/>
                  </a:lnTo>
                  <a:cubicBezTo>
                    <a:pt x="1007113" y="1415551"/>
                    <a:pt x="1009065" y="1412389"/>
                    <a:pt x="1009503" y="1411414"/>
                  </a:cubicBezTo>
                  <a:cubicBezTo>
                    <a:pt x="1009940" y="1410438"/>
                    <a:pt x="1013979" y="1409664"/>
                    <a:pt x="1013979" y="1409664"/>
                  </a:cubicBezTo>
                  <a:lnTo>
                    <a:pt x="1018859" y="1410203"/>
                  </a:lnTo>
                  <a:cubicBezTo>
                    <a:pt x="1018859" y="1410203"/>
                    <a:pt x="1023436" y="1410203"/>
                    <a:pt x="1025489" y="1410203"/>
                  </a:cubicBezTo>
                  <a:cubicBezTo>
                    <a:pt x="1027542" y="1410203"/>
                    <a:pt x="1028080" y="1410102"/>
                    <a:pt x="1029729" y="1409126"/>
                  </a:cubicBezTo>
                  <a:cubicBezTo>
                    <a:pt x="1031345" y="1408151"/>
                    <a:pt x="1033431" y="1407276"/>
                    <a:pt x="1033970" y="1406738"/>
                  </a:cubicBezTo>
                  <a:cubicBezTo>
                    <a:pt x="1034508" y="1406200"/>
                    <a:pt x="1037571" y="1405123"/>
                    <a:pt x="1038412" y="1404450"/>
                  </a:cubicBezTo>
                  <a:cubicBezTo>
                    <a:pt x="1039287" y="1403811"/>
                    <a:pt x="1043090" y="1403239"/>
                    <a:pt x="1043090" y="1403239"/>
                  </a:cubicBezTo>
                  <a:lnTo>
                    <a:pt x="1045917" y="1404988"/>
                  </a:lnTo>
                  <a:lnTo>
                    <a:pt x="1048643" y="1409328"/>
                  </a:lnTo>
                  <a:cubicBezTo>
                    <a:pt x="1048643" y="1409328"/>
                    <a:pt x="1052110" y="1408891"/>
                    <a:pt x="1052211" y="1408689"/>
                  </a:cubicBezTo>
                  <a:cubicBezTo>
                    <a:pt x="1052278" y="1408487"/>
                    <a:pt x="1055610" y="1406805"/>
                    <a:pt x="1056922" y="1405930"/>
                  </a:cubicBezTo>
                  <a:cubicBezTo>
                    <a:pt x="1058235" y="1405056"/>
                    <a:pt x="1061567" y="1404484"/>
                    <a:pt x="1062004" y="1403912"/>
                  </a:cubicBezTo>
                  <a:cubicBezTo>
                    <a:pt x="1062441" y="1403340"/>
                    <a:pt x="1068297" y="1403273"/>
                    <a:pt x="1070115" y="1403273"/>
                  </a:cubicBezTo>
                  <a:cubicBezTo>
                    <a:pt x="1071932" y="1403273"/>
                    <a:pt x="1073245" y="1406973"/>
                    <a:pt x="1073447" y="1407175"/>
                  </a:cubicBezTo>
                  <a:cubicBezTo>
                    <a:pt x="1073649" y="1407411"/>
                    <a:pt x="1079101" y="1408554"/>
                    <a:pt x="1079403" y="1408487"/>
                  </a:cubicBezTo>
                  <a:cubicBezTo>
                    <a:pt x="1079706" y="1408420"/>
                    <a:pt x="1084687" y="1409564"/>
                    <a:pt x="1084990" y="1409564"/>
                  </a:cubicBezTo>
                  <a:cubicBezTo>
                    <a:pt x="1085293" y="1409564"/>
                    <a:pt x="1093606" y="1407915"/>
                    <a:pt x="1093606" y="1407915"/>
                  </a:cubicBezTo>
                  <a:lnTo>
                    <a:pt x="1100067" y="1406906"/>
                  </a:lnTo>
                  <a:cubicBezTo>
                    <a:pt x="1100067" y="1406906"/>
                    <a:pt x="1103635" y="1406973"/>
                    <a:pt x="1103971" y="1406771"/>
                  </a:cubicBezTo>
                  <a:cubicBezTo>
                    <a:pt x="1104341" y="1406570"/>
                    <a:pt x="1108548" y="1405527"/>
                    <a:pt x="1108986" y="1405459"/>
                  </a:cubicBezTo>
                  <a:cubicBezTo>
                    <a:pt x="1109423" y="1405392"/>
                    <a:pt x="1114640" y="1403710"/>
                    <a:pt x="1114842" y="1403441"/>
                  </a:cubicBezTo>
                  <a:cubicBezTo>
                    <a:pt x="1115044" y="1403138"/>
                    <a:pt x="1117029" y="1402735"/>
                    <a:pt x="1117029" y="1402735"/>
                  </a:cubicBezTo>
                  <a:lnTo>
                    <a:pt x="1119789" y="1398092"/>
                  </a:lnTo>
                  <a:lnTo>
                    <a:pt x="1123928" y="1398092"/>
                  </a:lnTo>
                  <a:lnTo>
                    <a:pt x="1127630" y="1398967"/>
                  </a:lnTo>
                  <a:cubicBezTo>
                    <a:pt x="1127630" y="1398967"/>
                    <a:pt x="1127630" y="1400783"/>
                    <a:pt x="1127630" y="1401086"/>
                  </a:cubicBezTo>
                  <a:cubicBezTo>
                    <a:pt x="1127630" y="1401355"/>
                    <a:pt x="1127227" y="1402735"/>
                    <a:pt x="1127227" y="1402735"/>
                  </a:cubicBezTo>
                  <a:lnTo>
                    <a:pt x="1132275" y="1407209"/>
                  </a:lnTo>
                  <a:lnTo>
                    <a:pt x="1136246" y="1405829"/>
                  </a:lnTo>
                  <a:lnTo>
                    <a:pt x="1146107" y="1408723"/>
                  </a:lnTo>
                  <a:lnTo>
                    <a:pt x="1155900" y="1413634"/>
                  </a:lnTo>
                  <a:lnTo>
                    <a:pt x="1160982" y="1415148"/>
                  </a:lnTo>
                  <a:lnTo>
                    <a:pt x="1165021" y="1411952"/>
                  </a:lnTo>
                  <a:lnTo>
                    <a:pt x="1178920" y="1411952"/>
                  </a:lnTo>
                  <a:lnTo>
                    <a:pt x="1194267" y="1411952"/>
                  </a:lnTo>
                  <a:lnTo>
                    <a:pt x="1203252" y="1413701"/>
                  </a:lnTo>
                  <a:lnTo>
                    <a:pt x="1213113" y="1413701"/>
                  </a:lnTo>
                  <a:lnTo>
                    <a:pt x="1217185" y="1415451"/>
                  </a:lnTo>
                  <a:lnTo>
                    <a:pt x="1222402" y="1415451"/>
                  </a:lnTo>
                  <a:lnTo>
                    <a:pt x="1230512" y="1417031"/>
                  </a:lnTo>
                  <a:lnTo>
                    <a:pt x="1232532" y="1422683"/>
                  </a:lnTo>
                  <a:lnTo>
                    <a:pt x="1230512" y="1425879"/>
                  </a:lnTo>
                  <a:lnTo>
                    <a:pt x="1237748" y="1431665"/>
                  </a:lnTo>
                  <a:lnTo>
                    <a:pt x="1243537" y="1439772"/>
                  </a:lnTo>
                  <a:lnTo>
                    <a:pt x="1248181" y="1437148"/>
                  </a:lnTo>
                  <a:lnTo>
                    <a:pt x="1252825" y="1433952"/>
                  </a:lnTo>
                  <a:lnTo>
                    <a:pt x="1258042" y="1435701"/>
                  </a:lnTo>
                  <a:lnTo>
                    <a:pt x="1261508" y="1439166"/>
                  </a:lnTo>
                  <a:cubicBezTo>
                    <a:pt x="1261508" y="1439166"/>
                    <a:pt x="1268744" y="1445558"/>
                    <a:pt x="1269922" y="1445558"/>
                  </a:cubicBezTo>
                  <a:cubicBezTo>
                    <a:pt x="1271066" y="1445558"/>
                    <a:pt x="1273691" y="1447576"/>
                    <a:pt x="1273691" y="1447576"/>
                  </a:cubicBezTo>
                  <a:lnTo>
                    <a:pt x="1276956" y="1455414"/>
                  </a:lnTo>
                  <a:lnTo>
                    <a:pt x="1283249" y="1453665"/>
                  </a:lnTo>
                  <a:lnTo>
                    <a:pt x="1287591" y="1453665"/>
                  </a:lnTo>
                  <a:lnTo>
                    <a:pt x="1293682" y="1457870"/>
                  </a:lnTo>
                  <a:lnTo>
                    <a:pt x="1298899" y="1459182"/>
                  </a:lnTo>
                  <a:lnTo>
                    <a:pt x="1305865" y="1472806"/>
                  </a:lnTo>
                  <a:lnTo>
                    <a:pt x="1310509" y="1472806"/>
                  </a:lnTo>
                  <a:lnTo>
                    <a:pt x="1315423" y="1476674"/>
                  </a:lnTo>
                  <a:lnTo>
                    <a:pt x="1315995" y="1477347"/>
                  </a:lnTo>
                  <a:lnTo>
                    <a:pt x="1312630" y="1478760"/>
                  </a:lnTo>
                  <a:lnTo>
                    <a:pt x="1316264" y="1477246"/>
                  </a:lnTo>
                  <a:lnTo>
                    <a:pt x="1318082" y="1478054"/>
                  </a:lnTo>
                  <a:lnTo>
                    <a:pt x="1321548" y="1478054"/>
                  </a:lnTo>
                  <a:lnTo>
                    <a:pt x="1327404" y="1477515"/>
                  </a:lnTo>
                  <a:lnTo>
                    <a:pt x="1331039" y="1477179"/>
                  </a:lnTo>
                  <a:cubicBezTo>
                    <a:pt x="1331039" y="1477179"/>
                    <a:pt x="1334236" y="1477314"/>
                    <a:pt x="1334505" y="1477314"/>
                  </a:cubicBezTo>
                  <a:cubicBezTo>
                    <a:pt x="1334808" y="1477314"/>
                    <a:pt x="1337198" y="1478996"/>
                    <a:pt x="1337399" y="1478996"/>
                  </a:cubicBezTo>
                  <a:cubicBezTo>
                    <a:pt x="1337601" y="1478996"/>
                    <a:pt x="1338847" y="1480879"/>
                    <a:pt x="1338847" y="1480879"/>
                  </a:cubicBezTo>
                  <a:lnTo>
                    <a:pt x="1343491" y="1483705"/>
                  </a:lnTo>
                  <a:lnTo>
                    <a:pt x="1348404" y="1483503"/>
                  </a:lnTo>
                  <a:cubicBezTo>
                    <a:pt x="1348404" y="1483503"/>
                    <a:pt x="1349280" y="1479971"/>
                    <a:pt x="1349852" y="1479433"/>
                  </a:cubicBezTo>
                  <a:cubicBezTo>
                    <a:pt x="1350424" y="1478928"/>
                    <a:pt x="1352039" y="1478256"/>
                    <a:pt x="1352039" y="1478256"/>
                  </a:cubicBezTo>
                  <a:lnTo>
                    <a:pt x="1355674" y="1477549"/>
                  </a:lnTo>
                  <a:cubicBezTo>
                    <a:pt x="1355674" y="1477549"/>
                    <a:pt x="1355236" y="1472705"/>
                    <a:pt x="1355236" y="1472402"/>
                  </a:cubicBezTo>
                  <a:cubicBezTo>
                    <a:pt x="1355236" y="1472100"/>
                    <a:pt x="1357424" y="1469274"/>
                    <a:pt x="1357424" y="1469274"/>
                  </a:cubicBezTo>
                  <a:lnTo>
                    <a:pt x="1359813" y="1467625"/>
                  </a:lnTo>
                  <a:lnTo>
                    <a:pt x="1364155" y="1467625"/>
                  </a:lnTo>
                  <a:lnTo>
                    <a:pt x="1367924" y="1471090"/>
                  </a:lnTo>
                  <a:lnTo>
                    <a:pt x="1372266" y="1477179"/>
                  </a:lnTo>
                  <a:lnTo>
                    <a:pt x="1376910" y="1480072"/>
                  </a:lnTo>
                  <a:lnTo>
                    <a:pt x="1382699" y="1484714"/>
                  </a:lnTo>
                  <a:lnTo>
                    <a:pt x="1391987" y="1486464"/>
                  </a:lnTo>
                  <a:lnTo>
                    <a:pt x="1404439" y="1487338"/>
                  </a:lnTo>
                  <a:lnTo>
                    <a:pt x="1409084" y="1489929"/>
                  </a:lnTo>
                  <a:lnTo>
                    <a:pt x="1417767" y="1491375"/>
                  </a:lnTo>
                  <a:lnTo>
                    <a:pt x="1420392" y="1491947"/>
                  </a:lnTo>
                  <a:lnTo>
                    <a:pt x="1421267" y="1496858"/>
                  </a:lnTo>
                  <a:lnTo>
                    <a:pt x="1426786" y="1501770"/>
                  </a:lnTo>
                  <a:lnTo>
                    <a:pt x="1432877" y="1503216"/>
                  </a:lnTo>
                  <a:lnTo>
                    <a:pt x="1436344" y="1505807"/>
                  </a:lnTo>
                  <a:lnTo>
                    <a:pt x="1439238" y="1505807"/>
                  </a:lnTo>
                  <a:lnTo>
                    <a:pt x="1443310" y="1500592"/>
                  </a:lnTo>
                  <a:lnTo>
                    <a:pt x="1447383" y="1500592"/>
                  </a:lnTo>
                  <a:lnTo>
                    <a:pt x="1449402" y="1497262"/>
                  </a:lnTo>
                  <a:lnTo>
                    <a:pt x="1452868" y="1490736"/>
                  </a:lnTo>
                  <a:lnTo>
                    <a:pt x="1453743" y="1485825"/>
                  </a:lnTo>
                  <a:lnTo>
                    <a:pt x="1453171" y="1481182"/>
                  </a:lnTo>
                  <a:lnTo>
                    <a:pt x="1451724" y="1477112"/>
                  </a:lnTo>
                  <a:lnTo>
                    <a:pt x="1452027" y="1471595"/>
                  </a:lnTo>
                  <a:lnTo>
                    <a:pt x="1451152" y="1464934"/>
                  </a:lnTo>
                  <a:lnTo>
                    <a:pt x="1451152" y="1460797"/>
                  </a:lnTo>
                  <a:lnTo>
                    <a:pt x="1450782" y="1457433"/>
                  </a:lnTo>
                  <a:lnTo>
                    <a:pt x="1448998" y="1453968"/>
                  </a:lnTo>
                  <a:cubicBezTo>
                    <a:pt x="1448998" y="1453968"/>
                    <a:pt x="1444859" y="1450806"/>
                    <a:pt x="1444320" y="1450267"/>
                  </a:cubicBezTo>
                  <a:cubicBezTo>
                    <a:pt x="1443782" y="1449729"/>
                    <a:pt x="1442133" y="1449191"/>
                    <a:pt x="1441729" y="1449191"/>
                  </a:cubicBezTo>
                  <a:cubicBezTo>
                    <a:pt x="1441291" y="1449191"/>
                    <a:pt x="1438464" y="1447879"/>
                    <a:pt x="1438464" y="1447879"/>
                  </a:cubicBezTo>
                  <a:lnTo>
                    <a:pt x="1434560" y="1445827"/>
                  </a:lnTo>
                  <a:lnTo>
                    <a:pt x="1429344" y="1444750"/>
                  </a:lnTo>
                  <a:lnTo>
                    <a:pt x="1428570" y="1440613"/>
                  </a:lnTo>
                  <a:lnTo>
                    <a:pt x="1428570" y="1437148"/>
                  </a:lnTo>
                  <a:lnTo>
                    <a:pt x="1429175" y="1433448"/>
                  </a:lnTo>
                  <a:lnTo>
                    <a:pt x="1429882" y="1430958"/>
                  </a:lnTo>
                  <a:lnTo>
                    <a:pt x="1430522" y="1429983"/>
                  </a:lnTo>
                  <a:cubicBezTo>
                    <a:pt x="1430522" y="1429983"/>
                    <a:pt x="1432036" y="1427157"/>
                    <a:pt x="1432137" y="1426821"/>
                  </a:cubicBezTo>
                  <a:cubicBezTo>
                    <a:pt x="1432238" y="1426484"/>
                    <a:pt x="1432238" y="1425206"/>
                    <a:pt x="1432238" y="1425206"/>
                  </a:cubicBezTo>
                  <a:cubicBezTo>
                    <a:pt x="1432238" y="1425206"/>
                    <a:pt x="1429411" y="1423356"/>
                    <a:pt x="1428873" y="1422380"/>
                  </a:cubicBezTo>
                  <a:cubicBezTo>
                    <a:pt x="1428334" y="1421405"/>
                    <a:pt x="1428772" y="1419353"/>
                    <a:pt x="1428772" y="1419353"/>
                  </a:cubicBezTo>
                  <a:lnTo>
                    <a:pt x="1428233" y="1417603"/>
                  </a:lnTo>
                  <a:lnTo>
                    <a:pt x="1429748" y="1415417"/>
                  </a:lnTo>
                  <a:cubicBezTo>
                    <a:pt x="1429748" y="1415417"/>
                    <a:pt x="1433012" y="1414105"/>
                    <a:pt x="1433786" y="1413802"/>
                  </a:cubicBezTo>
                  <a:cubicBezTo>
                    <a:pt x="1434560" y="1413466"/>
                    <a:pt x="1435536" y="1412389"/>
                    <a:pt x="1435536" y="1412389"/>
                  </a:cubicBezTo>
                  <a:cubicBezTo>
                    <a:pt x="1435536" y="1412389"/>
                    <a:pt x="1440315" y="1410001"/>
                    <a:pt x="1440753" y="1409799"/>
                  </a:cubicBezTo>
                  <a:cubicBezTo>
                    <a:pt x="1441190" y="1409597"/>
                    <a:pt x="1443479" y="1408184"/>
                    <a:pt x="1443916" y="1407949"/>
                  </a:cubicBezTo>
                  <a:cubicBezTo>
                    <a:pt x="1444354" y="1407747"/>
                    <a:pt x="1445969" y="1406704"/>
                    <a:pt x="1445969" y="1406704"/>
                  </a:cubicBezTo>
                  <a:lnTo>
                    <a:pt x="1450311" y="1406637"/>
                  </a:lnTo>
                  <a:cubicBezTo>
                    <a:pt x="1450311" y="1406637"/>
                    <a:pt x="1458455" y="1406738"/>
                    <a:pt x="1458893" y="1406637"/>
                  </a:cubicBezTo>
                  <a:cubicBezTo>
                    <a:pt x="1459330" y="1406536"/>
                    <a:pt x="1463133" y="1405661"/>
                    <a:pt x="1463133" y="1405661"/>
                  </a:cubicBezTo>
                  <a:lnTo>
                    <a:pt x="1467138" y="1403710"/>
                  </a:lnTo>
                  <a:lnTo>
                    <a:pt x="1468989" y="1401221"/>
                  </a:lnTo>
                  <a:lnTo>
                    <a:pt x="1471479" y="1399808"/>
                  </a:lnTo>
                  <a:lnTo>
                    <a:pt x="1472893" y="1398059"/>
                  </a:lnTo>
                  <a:lnTo>
                    <a:pt x="1476359" y="1398059"/>
                  </a:lnTo>
                  <a:lnTo>
                    <a:pt x="1479826" y="1399808"/>
                  </a:lnTo>
                  <a:lnTo>
                    <a:pt x="1483292" y="1399808"/>
                  </a:lnTo>
                  <a:lnTo>
                    <a:pt x="1485042" y="1399808"/>
                  </a:lnTo>
                  <a:lnTo>
                    <a:pt x="1486792" y="1398362"/>
                  </a:lnTo>
                  <a:lnTo>
                    <a:pt x="1488105" y="1396780"/>
                  </a:lnTo>
                  <a:lnTo>
                    <a:pt x="1489989" y="1392004"/>
                  </a:lnTo>
                  <a:lnTo>
                    <a:pt x="1491134" y="1388539"/>
                  </a:lnTo>
                  <a:lnTo>
                    <a:pt x="1491134" y="1384906"/>
                  </a:lnTo>
                  <a:lnTo>
                    <a:pt x="1486119" y="1378548"/>
                  </a:lnTo>
                  <a:lnTo>
                    <a:pt x="1481273" y="1372324"/>
                  </a:lnTo>
                  <a:lnTo>
                    <a:pt x="1479691" y="1365933"/>
                  </a:lnTo>
                  <a:lnTo>
                    <a:pt x="1477234" y="1355202"/>
                  </a:lnTo>
                  <a:lnTo>
                    <a:pt x="1477537" y="1350694"/>
                  </a:lnTo>
                  <a:lnTo>
                    <a:pt x="1474205" y="1349954"/>
                  </a:lnTo>
                  <a:lnTo>
                    <a:pt x="1470739" y="1347498"/>
                  </a:lnTo>
                  <a:lnTo>
                    <a:pt x="1463772" y="1342284"/>
                  </a:lnTo>
                  <a:lnTo>
                    <a:pt x="1457816" y="1340098"/>
                  </a:lnTo>
                  <a:lnTo>
                    <a:pt x="1458085" y="1334614"/>
                  </a:lnTo>
                  <a:lnTo>
                    <a:pt x="1458085" y="1329097"/>
                  </a:lnTo>
                  <a:lnTo>
                    <a:pt x="1457580" y="1323883"/>
                  </a:lnTo>
                  <a:lnTo>
                    <a:pt x="1453171" y="1324758"/>
                  </a:lnTo>
                  <a:lnTo>
                    <a:pt x="1444185" y="1318400"/>
                  </a:lnTo>
                  <a:lnTo>
                    <a:pt x="1439541" y="1312311"/>
                  </a:lnTo>
                  <a:lnTo>
                    <a:pt x="1431430" y="1307669"/>
                  </a:lnTo>
                  <a:lnTo>
                    <a:pt x="1422747" y="1300134"/>
                  </a:lnTo>
                  <a:lnTo>
                    <a:pt x="1423892" y="1294348"/>
                  </a:lnTo>
                  <a:lnTo>
                    <a:pt x="1424767" y="1286812"/>
                  </a:lnTo>
                  <a:lnTo>
                    <a:pt x="1430555" y="1283919"/>
                  </a:lnTo>
                  <a:lnTo>
                    <a:pt x="1432575" y="1275812"/>
                  </a:lnTo>
                  <a:lnTo>
                    <a:pt x="1430252" y="1271742"/>
                  </a:lnTo>
                  <a:lnTo>
                    <a:pt x="1425608" y="1262188"/>
                  </a:lnTo>
                  <a:lnTo>
                    <a:pt x="1418642" y="1249439"/>
                  </a:lnTo>
                  <a:lnTo>
                    <a:pt x="1412853" y="1237261"/>
                  </a:lnTo>
                  <a:lnTo>
                    <a:pt x="1412853" y="1229154"/>
                  </a:lnTo>
                  <a:lnTo>
                    <a:pt x="1417194" y="1225958"/>
                  </a:lnTo>
                  <a:lnTo>
                    <a:pt x="1427930" y="1225958"/>
                  </a:lnTo>
                  <a:lnTo>
                    <a:pt x="1432002" y="1223503"/>
                  </a:lnTo>
                  <a:lnTo>
                    <a:pt x="1436344" y="1219600"/>
                  </a:lnTo>
                  <a:lnTo>
                    <a:pt x="1445330" y="1213814"/>
                  </a:lnTo>
                  <a:lnTo>
                    <a:pt x="1450243" y="1207154"/>
                  </a:lnTo>
                  <a:lnTo>
                    <a:pt x="1454585" y="1204833"/>
                  </a:lnTo>
                  <a:lnTo>
                    <a:pt x="1463873" y="1203958"/>
                  </a:lnTo>
                  <a:lnTo>
                    <a:pt x="1471715" y="1208600"/>
                  </a:lnTo>
                  <a:lnTo>
                    <a:pt x="1483292" y="1212065"/>
                  </a:lnTo>
                  <a:lnTo>
                    <a:pt x="1499817" y="1212065"/>
                  </a:lnTo>
                  <a:lnTo>
                    <a:pt x="1515466" y="1209609"/>
                  </a:lnTo>
                  <a:lnTo>
                    <a:pt x="1530240" y="1206582"/>
                  </a:lnTo>
                  <a:lnTo>
                    <a:pt x="1548784" y="1203117"/>
                  </a:lnTo>
                  <a:lnTo>
                    <a:pt x="1558073" y="1201671"/>
                  </a:lnTo>
                  <a:lnTo>
                    <a:pt x="1565039" y="1201671"/>
                  </a:lnTo>
                  <a:lnTo>
                    <a:pt x="1574025" y="1201671"/>
                  </a:lnTo>
                  <a:lnTo>
                    <a:pt x="1579241" y="1198912"/>
                  </a:lnTo>
                  <a:lnTo>
                    <a:pt x="1582708" y="1194404"/>
                  </a:lnTo>
                  <a:cubicBezTo>
                    <a:pt x="1582708" y="1194404"/>
                    <a:pt x="1591693" y="1194707"/>
                    <a:pt x="1592838" y="1194404"/>
                  </a:cubicBezTo>
                  <a:cubicBezTo>
                    <a:pt x="1593982" y="1194102"/>
                    <a:pt x="1600646" y="1192386"/>
                    <a:pt x="1600646" y="1192386"/>
                  </a:cubicBezTo>
                  <a:lnTo>
                    <a:pt x="1607881" y="1189762"/>
                  </a:lnTo>
                  <a:lnTo>
                    <a:pt x="1611651" y="1194404"/>
                  </a:lnTo>
                  <a:lnTo>
                    <a:pt x="1617742" y="1192958"/>
                  </a:lnTo>
                  <a:lnTo>
                    <a:pt x="1626156" y="1185994"/>
                  </a:lnTo>
                  <a:lnTo>
                    <a:pt x="1637464" y="1181352"/>
                  </a:lnTo>
                  <a:lnTo>
                    <a:pt x="1641536" y="1185994"/>
                  </a:lnTo>
                  <a:lnTo>
                    <a:pt x="1649377" y="1185994"/>
                  </a:lnTo>
                  <a:lnTo>
                    <a:pt x="1652575" y="1184413"/>
                  </a:lnTo>
                  <a:lnTo>
                    <a:pt x="1670243" y="1181655"/>
                  </a:lnTo>
                  <a:lnTo>
                    <a:pt x="1670243" y="1177147"/>
                  </a:lnTo>
                  <a:lnTo>
                    <a:pt x="1673609" y="1174422"/>
                  </a:lnTo>
                  <a:lnTo>
                    <a:pt x="1673676" y="1174422"/>
                  </a:lnTo>
                  <a:cubicBezTo>
                    <a:pt x="1673541" y="1173951"/>
                    <a:pt x="1673575" y="1173514"/>
                    <a:pt x="1673575" y="1173514"/>
                  </a:cubicBezTo>
                  <a:close/>
                </a:path>
              </a:pathLst>
            </a:custGeom>
            <a:grpFill/>
            <a:ln w="6350" cap="flat">
              <a:solidFill>
                <a:schemeClr val="bg1"/>
              </a:solidFill>
              <a:prstDash val="solid"/>
              <a:miter/>
            </a:ln>
          </p:spPr>
          <p:txBody>
            <a:bodyPr rtlCol="0" anchor="ctr"/>
            <a:lstStyle/>
            <a:p>
              <a:endParaRPr lang="en-US"/>
            </a:p>
          </p:txBody>
        </p:sp>
        <p:sp>
          <p:nvSpPr>
            <p:cNvPr id="74" name="Freeform 913">
              <a:extLst>
                <a:ext uri="{FF2B5EF4-FFF2-40B4-BE49-F238E27FC236}">
                  <a16:creationId xmlns:a16="http://schemas.microsoft.com/office/drawing/2014/main" id="{4D5994EC-3E0C-7607-5912-7CA10CF2CCAF}"/>
                </a:ext>
              </a:extLst>
            </p:cNvPr>
            <p:cNvSpPr/>
            <p:nvPr/>
          </p:nvSpPr>
          <p:spPr>
            <a:xfrm>
              <a:off x="7669701" y="3706583"/>
              <a:ext cx="138026" cy="112855"/>
            </a:xfrm>
            <a:custGeom>
              <a:avLst/>
              <a:gdLst>
                <a:gd name="connsiteX0" fmla="*/ 1245 w 264996"/>
                <a:gd name="connsiteY0" fmla="*/ 99943 h 216669"/>
                <a:gd name="connsiteX1" fmla="*/ 0 w 264996"/>
                <a:gd name="connsiteY1" fmla="*/ 97723 h 216669"/>
                <a:gd name="connsiteX2" fmla="*/ 976 w 264996"/>
                <a:gd name="connsiteY2" fmla="*/ 95335 h 216669"/>
                <a:gd name="connsiteX3" fmla="*/ 1851 w 264996"/>
                <a:gd name="connsiteY3" fmla="*/ 91802 h 216669"/>
                <a:gd name="connsiteX4" fmla="*/ 2894 w 264996"/>
                <a:gd name="connsiteY4" fmla="*/ 88741 h 216669"/>
                <a:gd name="connsiteX5" fmla="*/ 6394 w 264996"/>
                <a:gd name="connsiteY5" fmla="*/ 87059 h 216669"/>
                <a:gd name="connsiteX6" fmla="*/ 9726 w 264996"/>
                <a:gd name="connsiteY6" fmla="*/ 85074 h 216669"/>
                <a:gd name="connsiteX7" fmla="*/ 13798 w 264996"/>
                <a:gd name="connsiteY7" fmla="*/ 81778 h 216669"/>
                <a:gd name="connsiteX8" fmla="*/ 20159 w 264996"/>
                <a:gd name="connsiteY8" fmla="*/ 79457 h 216669"/>
                <a:gd name="connsiteX9" fmla="*/ 27395 w 264996"/>
                <a:gd name="connsiteY9" fmla="*/ 74377 h 216669"/>
                <a:gd name="connsiteX10" fmla="*/ 36078 w 264996"/>
                <a:gd name="connsiteY10" fmla="*/ 69298 h 216669"/>
                <a:gd name="connsiteX11" fmla="*/ 40722 w 264996"/>
                <a:gd name="connsiteY11" fmla="*/ 63781 h 216669"/>
                <a:gd name="connsiteX12" fmla="*/ 49136 w 264996"/>
                <a:gd name="connsiteY12" fmla="*/ 58701 h 216669"/>
                <a:gd name="connsiteX13" fmla="*/ 57987 w 264996"/>
                <a:gd name="connsiteY13" fmla="*/ 52478 h 216669"/>
                <a:gd name="connsiteX14" fmla="*/ 65088 w 264996"/>
                <a:gd name="connsiteY14" fmla="*/ 46691 h 216669"/>
                <a:gd name="connsiteX15" fmla="*/ 70170 w 264996"/>
                <a:gd name="connsiteY15" fmla="*/ 45682 h 216669"/>
                <a:gd name="connsiteX16" fmla="*/ 70372 w 264996"/>
                <a:gd name="connsiteY16" fmla="*/ 44438 h 216669"/>
                <a:gd name="connsiteX17" fmla="*/ 72425 w 264996"/>
                <a:gd name="connsiteY17" fmla="*/ 42520 h 216669"/>
                <a:gd name="connsiteX18" fmla="*/ 72088 w 264996"/>
                <a:gd name="connsiteY18" fmla="*/ 41275 h 216669"/>
                <a:gd name="connsiteX19" fmla="*/ 70910 w 264996"/>
                <a:gd name="connsiteY19" fmla="*/ 40300 h 216669"/>
                <a:gd name="connsiteX20" fmla="*/ 69261 w 264996"/>
                <a:gd name="connsiteY20" fmla="*/ 40300 h 216669"/>
                <a:gd name="connsiteX21" fmla="*/ 67747 w 264996"/>
                <a:gd name="connsiteY21" fmla="*/ 40603 h 216669"/>
                <a:gd name="connsiteX22" fmla="*/ 65660 w 264996"/>
                <a:gd name="connsiteY22" fmla="*/ 40637 h 216669"/>
                <a:gd name="connsiteX23" fmla="*/ 63607 w 264996"/>
                <a:gd name="connsiteY23" fmla="*/ 40670 h 216669"/>
                <a:gd name="connsiteX24" fmla="*/ 60208 w 264996"/>
                <a:gd name="connsiteY24" fmla="*/ 40468 h 216669"/>
                <a:gd name="connsiteX25" fmla="*/ 58963 w 264996"/>
                <a:gd name="connsiteY25" fmla="*/ 39493 h 216669"/>
                <a:gd name="connsiteX26" fmla="*/ 59131 w 264996"/>
                <a:gd name="connsiteY26" fmla="*/ 39156 h 216669"/>
                <a:gd name="connsiteX27" fmla="*/ 60141 w 264996"/>
                <a:gd name="connsiteY27" fmla="*/ 38349 h 216669"/>
                <a:gd name="connsiteX28" fmla="*/ 61924 w 264996"/>
                <a:gd name="connsiteY28" fmla="*/ 35591 h 216669"/>
                <a:gd name="connsiteX29" fmla="*/ 64448 w 264996"/>
                <a:gd name="connsiteY29" fmla="*/ 32698 h 216669"/>
                <a:gd name="connsiteX30" fmla="*/ 67208 w 264996"/>
                <a:gd name="connsiteY30" fmla="*/ 29872 h 216669"/>
                <a:gd name="connsiteX31" fmla="*/ 69732 w 264996"/>
                <a:gd name="connsiteY31" fmla="*/ 27214 h 216669"/>
                <a:gd name="connsiteX32" fmla="*/ 72997 w 264996"/>
                <a:gd name="connsiteY32" fmla="*/ 24658 h 216669"/>
                <a:gd name="connsiteX33" fmla="*/ 72728 w 264996"/>
                <a:gd name="connsiteY33" fmla="*/ 24658 h 216669"/>
                <a:gd name="connsiteX34" fmla="*/ 75689 w 264996"/>
                <a:gd name="connsiteY34" fmla="*/ 24658 h 216669"/>
                <a:gd name="connsiteX35" fmla="*/ 77641 w 264996"/>
                <a:gd name="connsiteY35" fmla="*/ 24590 h 216669"/>
                <a:gd name="connsiteX36" fmla="*/ 80401 w 264996"/>
                <a:gd name="connsiteY36" fmla="*/ 24456 h 216669"/>
                <a:gd name="connsiteX37" fmla="*/ 83295 w 264996"/>
                <a:gd name="connsiteY37" fmla="*/ 24658 h 216669"/>
                <a:gd name="connsiteX38" fmla="*/ 86627 w 264996"/>
                <a:gd name="connsiteY38" fmla="*/ 24658 h 216669"/>
                <a:gd name="connsiteX39" fmla="*/ 89151 w 264996"/>
                <a:gd name="connsiteY39" fmla="*/ 26912 h 216669"/>
                <a:gd name="connsiteX40" fmla="*/ 90598 w 264996"/>
                <a:gd name="connsiteY40" fmla="*/ 27685 h 216669"/>
                <a:gd name="connsiteX41" fmla="*/ 92920 w 264996"/>
                <a:gd name="connsiteY41" fmla="*/ 28055 h 216669"/>
                <a:gd name="connsiteX42" fmla="*/ 95680 w 264996"/>
                <a:gd name="connsiteY42" fmla="*/ 28291 h 216669"/>
                <a:gd name="connsiteX43" fmla="*/ 99954 w 264996"/>
                <a:gd name="connsiteY43" fmla="*/ 29165 h 216669"/>
                <a:gd name="connsiteX44" fmla="*/ 101267 w 264996"/>
                <a:gd name="connsiteY44" fmla="*/ 29300 h 216669"/>
                <a:gd name="connsiteX45" fmla="*/ 103387 w 264996"/>
                <a:gd name="connsiteY45" fmla="*/ 28930 h 216669"/>
                <a:gd name="connsiteX46" fmla="*/ 103959 w 264996"/>
                <a:gd name="connsiteY46" fmla="*/ 28055 h 216669"/>
                <a:gd name="connsiteX47" fmla="*/ 102949 w 264996"/>
                <a:gd name="connsiteY47" fmla="*/ 26609 h 216669"/>
                <a:gd name="connsiteX48" fmla="*/ 100762 w 264996"/>
                <a:gd name="connsiteY48" fmla="*/ 24792 h 216669"/>
                <a:gd name="connsiteX49" fmla="*/ 101435 w 264996"/>
                <a:gd name="connsiteY49" fmla="*/ 23346 h 216669"/>
                <a:gd name="connsiteX50" fmla="*/ 101704 w 264996"/>
                <a:gd name="connsiteY50" fmla="*/ 21731 h 216669"/>
                <a:gd name="connsiteX51" fmla="*/ 102276 w 264996"/>
                <a:gd name="connsiteY51" fmla="*/ 20587 h 216669"/>
                <a:gd name="connsiteX52" fmla="*/ 103151 w 264996"/>
                <a:gd name="connsiteY52" fmla="*/ 19780 h 216669"/>
                <a:gd name="connsiteX53" fmla="*/ 104228 w 264996"/>
                <a:gd name="connsiteY53" fmla="*/ 17156 h 216669"/>
                <a:gd name="connsiteX54" fmla="*/ 104767 w 264996"/>
                <a:gd name="connsiteY54" fmla="*/ 15339 h 216669"/>
                <a:gd name="connsiteX55" fmla="*/ 107089 w 264996"/>
                <a:gd name="connsiteY55" fmla="*/ 14128 h 216669"/>
                <a:gd name="connsiteX56" fmla="*/ 110791 w 264996"/>
                <a:gd name="connsiteY56" fmla="*/ 14128 h 216669"/>
                <a:gd name="connsiteX57" fmla="*/ 116445 w 264996"/>
                <a:gd name="connsiteY57" fmla="*/ 13556 h 216669"/>
                <a:gd name="connsiteX58" fmla="*/ 122032 w 264996"/>
                <a:gd name="connsiteY58" fmla="*/ 12043 h 216669"/>
                <a:gd name="connsiteX59" fmla="*/ 125229 w 264996"/>
                <a:gd name="connsiteY59" fmla="*/ 10731 h 216669"/>
                <a:gd name="connsiteX60" fmla="*/ 130142 w 264996"/>
                <a:gd name="connsiteY60" fmla="*/ 10731 h 216669"/>
                <a:gd name="connsiteX61" fmla="*/ 133272 w 264996"/>
                <a:gd name="connsiteY61" fmla="*/ 12244 h 216669"/>
                <a:gd name="connsiteX62" fmla="*/ 136469 w 264996"/>
                <a:gd name="connsiteY62" fmla="*/ 14936 h 216669"/>
                <a:gd name="connsiteX63" fmla="*/ 138354 w 264996"/>
                <a:gd name="connsiteY63" fmla="*/ 17190 h 216669"/>
                <a:gd name="connsiteX64" fmla="*/ 141820 w 264996"/>
                <a:gd name="connsiteY64" fmla="*/ 18434 h 216669"/>
                <a:gd name="connsiteX65" fmla="*/ 143840 w 264996"/>
                <a:gd name="connsiteY65" fmla="*/ 18064 h 216669"/>
                <a:gd name="connsiteX66" fmla="*/ 145724 w 264996"/>
                <a:gd name="connsiteY66" fmla="*/ 17761 h 216669"/>
                <a:gd name="connsiteX67" fmla="*/ 146868 w 264996"/>
                <a:gd name="connsiteY67" fmla="*/ 17930 h 216669"/>
                <a:gd name="connsiteX68" fmla="*/ 149628 w 264996"/>
                <a:gd name="connsiteY68" fmla="*/ 19410 h 216669"/>
                <a:gd name="connsiteX69" fmla="*/ 151008 w 264996"/>
                <a:gd name="connsiteY69" fmla="*/ 19410 h 216669"/>
                <a:gd name="connsiteX70" fmla="*/ 155417 w 264996"/>
                <a:gd name="connsiteY70" fmla="*/ 19040 h 216669"/>
                <a:gd name="connsiteX71" fmla="*/ 157234 w 264996"/>
                <a:gd name="connsiteY71" fmla="*/ 17795 h 216669"/>
                <a:gd name="connsiteX72" fmla="*/ 157604 w 264996"/>
                <a:gd name="connsiteY72" fmla="*/ 15608 h 216669"/>
                <a:gd name="connsiteX73" fmla="*/ 157604 w 264996"/>
                <a:gd name="connsiteY73" fmla="*/ 14229 h 216669"/>
                <a:gd name="connsiteX74" fmla="*/ 155787 w 264996"/>
                <a:gd name="connsiteY74" fmla="*/ 12312 h 216669"/>
                <a:gd name="connsiteX75" fmla="*/ 155619 w 264996"/>
                <a:gd name="connsiteY75" fmla="*/ 8713 h 216669"/>
                <a:gd name="connsiteX76" fmla="*/ 157638 w 264996"/>
                <a:gd name="connsiteY76" fmla="*/ 5887 h 216669"/>
                <a:gd name="connsiteX77" fmla="*/ 160532 w 264996"/>
                <a:gd name="connsiteY77" fmla="*/ 3700 h 216669"/>
                <a:gd name="connsiteX78" fmla="*/ 164941 w 264996"/>
                <a:gd name="connsiteY78" fmla="*/ 3700 h 216669"/>
                <a:gd name="connsiteX79" fmla="*/ 170158 w 264996"/>
                <a:gd name="connsiteY79" fmla="*/ 4440 h 216669"/>
                <a:gd name="connsiteX80" fmla="*/ 173859 w 264996"/>
                <a:gd name="connsiteY80" fmla="*/ 4676 h 216669"/>
                <a:gd name="connsiteX81" fmla="*/ 176855 w 264996"/>
                <a:gd name="connsiteY81" fmla="*/ 4777 h 216669"/>
                <a:gd name="connsiteX82" fmla="*/ 184797 w 264996"/>
                <a:gd name="connsiteY82" fmla="*/ 4508 h 216669"/>
                <a:gd name="connsiteX83" fmla="*/ 191461 w 264996"/>
                <a:gd name="connsiteY83" fmla="*/ 2489 h 216669"/>
                <a:gd name="connsiteX84" fmla="*/ 193480 w 264996"/>
                <a:gd name="connsiteY84" fmla="*/ 2489 h 216669"/>
                <a:gd name="connsiteX85" fmla="*/ 196745 w 264996"/>
                <a:gd name="connsiteY85" fmla="*/ 3599 h 216669"/>
                <a:gd name="connsiteX86" fmla="*/ 200379 w 264996"/>
                <a:gd name="connsiteY86" fmla="*/ 6862 h 216669"/>
                <a:gd name="connsiteX87" fmla="*/ 203274 w 264996"/>
                <a:gd name="connsiteY87" fmla="*/ 9251 h 216669"/>
                <a:gd name="connsiteX88" fmla="*/ 206168 w 264996"/>
                <a:gd name="connsiteY88" fmla="*/ 11437 h 216669"/>
                <a:gd name="connsiteX89" fmla="*/ 208692 w 264996"/>
                <a:gd name="connsiteY89" fmla="*/ 11370 h 216669"/>
                <a:gd name="connsiteX90" fmla="*/ 212394 w 264996"/>
                <a:gd name="connsiteY90" fmla="*/ 9991 h 216669"/>
                <a:gd name="connsiteX91" fmla="*/ 213909 w 264996"/>
                <a:gd name="connsiteY91" fmla="*/ 7031 h 216669"/>
                <a:gd name="connsiteX92" fmla="*/ 214716 w 264996"/>
                <a:gd name="connsiteY92" fmla="*/ 5147 h 216669"/>
                <a:gd name="connsiteX93" fmla="*/ 216096 w 264996"/>
                <a:gd name="connsiteY93" fmla="*/ 3532 h 216669"/>
                <a:gd name="connsiteX94" fmla="*/ 217173 w 264996"/>
                <a:gd name="connsiteY94" fmla="*/ 1951 h 216669"/>
                <a:gd name="connsiteX95" fmla="*/ 218553 w 264996"/>
                <a:gd name="connsiteY95" fmla="*/ 1312 h 216669"/>
                <a:gd name="connsiteX96" fmla="*/ 219933 w 264996"/>
                <a:gd name="connsiteY96" fmla="*/ 572 h 216669"/>
                <a:gd name="connsiteX97" fmla="*/ 223264 w 264996"/>
                <a:gd name="connsiteY97" fmla="*/ 0 h 216669"/>
                <a:gd name="connsiteX98" fmla="*/ 225216 w 264996"/>
                <a:gd name="connsiteY98" fmla="*/ 673 h 216669"/>
                <a:gd name="connsiteX99" fmla="*/ 227740 w 264996"/>
                <a:gd name="connsiteY99" fmla="*/ 2254 h 216669"/>
                <a:gd name="connsiteX100" fmla="*/ 231510 w 264996"/>
                <a:gd name="connsiteY100" fmla="*/ 5012 h 216669"/>
                <a:gd name="connsiteX101" fmla="*/ 235346 w 264996"/>
                <a:gd name="connsiteY101" fmla="*/ 7199 h 216669"/>
                <a:gd name="connsiteX102" fmla="*/ 238409 w 264996"/>
                <a:gd name="connsiteY102" fmla="*/ 10966 h 216669"/>
                <a:gd name="connsiteX103" fmla="*/ 250794 w 264996"/>
                <a:gd name="connsiteY103" fmla="*/ 17257 h 216669"/>
                <a:gd name="connsiteX104" fmla="*/ 254429 w 264996"/>
                <a:gd name="connsiteY104" fmla="*/ 19006 h 216669"/>
                <a:gd name="connsiteX105" fmla="*/ 258265 w 264996"/>
                <a:gd name="connsiteY105" fmla="*/ 22976 h 216669"/>
                <a:gd name="connsiteX106" fmla="*/ 260150 w 264996"/>
                <a:gd name="connsiteY106" fmla="*/ 25364 h 216669"/>
                <a:gd name="connsiteX107" fmla="*/ 261462 w 264996"/>
                <a:gd name="connsiteY107" fmla="*/ 28324 h 216669"/>
                <a:gd name="connsiteX108" fmla="*/ 261462 w 264996"/>
                <a:gd name="connsiteY108" fmla="*/ 32462 h 216669"/>
                <a:gd name="connsiteX109" fmla="*/ 260756 w 264996"/>
                <a:gd name="connsiteY109" fmla="*/ 34851 h 216669"/>
                <a:gd name="connsiteX110" fmla="*/ 260890 w 264996"/>
                <a:gd name="connsiteY110" fmla="*/ 36734 h 216669"/>
                <a:gd name="connsiteX111" fmla="*/ 262573 w 264996"/>
                <a:gd name="connsiteY111" fmla="*/ 40569 h 216669"/>
                <a:gd name="connsiteX112" fmla="*/ 264828 w 264996"/>
                <a:gd name="connsiteY112" fmla="*/ 43092 h 216669"/>
                <a:gd name="connsiteX113" fmla="*/ 264996 w 264996"/>
                <a:gd name="connsiteY113" fmla="*/ 45279 h 216669"/>
                <a:gd name="connsiteX114" fmla="*/ 264962 w 264996"/>
                <a:gd name="connsiteY114" fmla="*/ 46927 h 216669"/>
                <a:gd name="connsiteX115" fmla="*/ 264962 w 264996"/>
                <a:gd name="connsiteY115" fmla="*/ 49820 h 216669"/>
                <a:gd name="connsiteX116" fmla="*/ 264458 w 264996"/>
                <a:gd name="connsiteY116" fmla="*/ 52578 h 216669"/>
                <a:gd name="connsiteX117" fmla="*/ 261059 w 264996"/>
                <a:gd name="connsiteY117" fmla="*/ 55976 h 216669"/>
                <a:gd name="connsiteX118" fmla="*/ 256481 w 264996"/>
                <a:gd name="connsiteY118" fmla="*/ 58802 h 216669"/>
                <a:gd name="connsiteX119" fmla="*/ 256347 w 264996"/>
                <a:gd name="connsiteY119" fmla="*/ 62502 h 216669"/>
                <a:gd name="connsiteX120" fmla="*/ 253520 w 264996"/>
                <a:gd name="connsiteY120" fmla="*/ 64218 h 216669"/>
                <a:gd name="connsiteX121" fmla="*/ 251837 w 264996"/>
                <a:gd name="connsiteY121" fmla="*/ 64622 h 216669"/>
                <a:gd name="connsiteX122" fmla="*/ 250154 w 264996"/>
                <a:gd name="connsiteY122" fmla="*/ 64622 h 216669"/>
                <a:gd name="connsiteX123" fmla="*/ 248943 w 264996"/>
                <a:gd name="connsiteY123" fmla="*/ 63545 h 216669"/>
                <a:gd name="connsiteX124" fmla="*/ 248573 w 264996"/>
                <a:gd name="connsiteY124" fmla="*/ 61359 h 216669"/>
                <a:gd name="connsiteX125" fmla="*/ 249078 w 264996"/>
                <a:gd name="connsiteY125" fmla="*/ 60114 h 216669"/>
                <a:gd name="connsiteX126" fmla="*/ 250323 w 264996"/>
                <a:gd name="connsiteY126" fmla="*/ 57793 h 216669"/>
                <a:gd name="connsiteX127" fmla="*/ 250996 w 264996"/>
                <a:gd name="connsiteY127" fmla="*/ 56985 h 216669"/>
                <a:gd name="connsiteX128" fmla="*/ 251299 w 264996"/>
                <a:gd name="connsiteY128" fmla="*/ 54530 h 216669"/>
                <a:gd name="connsiteX129" fmla="*/ 250929 w 264996"/>
                <a:gd name="connsiteY129" fmla="*/ 53722 h 216669"/>
                <a:gd name="connsiteX130" fmla="*/ 247361 w 264996"/>
                <a:gd name="connsiteY130" fmla="*/ 51771 h 216669"/>
                <a:gd name="connsiteX131" fmla="*/ 243827 w 264996"/>
                <a:gd name="connsiteY131" fmla="*/ 53520 h 216669"/>
                <a:gd name="connsiteX132" fmla="*/ 241741 w 264996"/>
                <a:gd name="connsiteY132" fmla="*/ 55909 h 216669"/>
                <a:gd name="connsiteX133" fmla="*/ 239553 w 264996"/>
                <a:gd name="connsiteY133" fmla="*/ 58297 h 216669"/>
                <a:gd name="connsiteX134" fmla="*/ 239991 w 264996"/>
                <a:gd name="connsiteY134" fmla="*/ 60820 h 216669"/>
                <a:gd name="connsiteX135" fmla="*/ 241572 w 264996"/>
                <a:gd name="connsiteY135" fmla="*/ 62401 h 216669"/>
                <a:gd name="connsiteX136" fmla="*/ 243154 w 264996"/>
                <a:gd name="connsiteY136" fmla="*/ 64857 h 216669"/>
                <a:gd name="connsiteX137" fmla="*/ 243659 w 264996"/>
                <a:gd name="connsiteY137" fmla="*/ 66169 h 216669"/>
                <a:gd name="connsiteX138" fmla="*/ 243356 w 264996"/>
                <a:gd name="connsiteY138" fmla="*/ 68423 h 216669"/>
                <a:gd name="connsiteX139" fmla="*/ 241909 w 264996"/>
                <a:gd name="connsiteY139" fmla="*/ 70542 h 216669"/>
                <a:gd name="connsiteX140" fmla="*/ 240294 w 264996"/>
                <a:gd name="connsiteY140" fmla="*/ 71988 h 216669"/>
                <a:gd name="connsiteX141" fmla="*/ 238712 w 264996"/>
                <a:gd name="connsiteY141" fmla="*/ 72998 h 216669"/>
                <a:gd name="connsiteX142" fmla="*/ 235010 w 264996"/>
                <a:gd name="connsiteY142" fmla="*/ 75083 h 216669"/>
                <a:gd name="connsiteX143" fmla="*/ 233327 w 264996"/>
                <a:gd name="connsiteY143" fmla="*/ 77909 h 216669"/>
                <a:gd name="connsiteX144" fmla="*/ 231072 w 264996"/>
                <a:gd name="connsiteY144" fmla="*/ 80668 h 216669"/>
                <a:gd name="connsiteX145" fmla="*/ 228548 w 264996"/>
                <a:gd name="connsiteY145" fmla="*/ 83628 h 216669"/>
                <a:gd name="connsiteX146" fmla="*/ 226967 w 264996"/>
                <a:gd name="connsiteY146" fmla="*/ 88102 h 216669"/>
                <a:gd name="connsiteX147" fmla="*/ 226091 w 264996"/>
                <a:gd name="connsiteY147" fmla="*/ 92442 h 216669"/>
                <a:gd name="connsiteX148" fmla="*/ 224005 w 264996"/>
                <a:gd name="connsiteY148" fmla="*/ 96949 h 216669"/>
                <a:gd name="connsiteX149" fmla="*/ 221245 w 264996"/>
                <a:gd name="connsiteY149" fmla="*/ 102668 h 216669"/>
                <a:gd name="connsiteX150" fmla="*/ 220101 w 264996"/>
                <a:gd name="connsiteY150" fmla="*/ 105427 h 216669"/>
                <a:gd name="connsiteX151" fmla="*/ 217207 w 264996"/>
                <a:gd name="connsiteY151" fmla="*/ 108555 h 216669"/>
                <a:gd name="connsiteX152" fmla="*/ 214178 w 264996"/>
                <a:gd name="connsiteY152" fmla="*/ 109867 h 216669"/>
                <a:gd name="connsiteX153" fmla="*/ 212293 w 264996"/>
                <a:gd name="connsiteY153" fmla="*/ 111751 h 216669"/>
                <a:gd name="connsiteX154" fmla="*/ 211418 w 264996"/>
                <a:gd name="connsiteY154" fmla="*/ 113702 h 216669"/>
                <a:gd name="connsiteX155" fmla="*/ 211048 w 264996"/>
                <a:gd name="connsiteY155" fmla="*/ 118916 h 216669"/>
                <a:gd name="connsiteX156" fmla="*/ 211620 w 264996"/>
                <a:gd name="connsiteY156" fmla="*/ 129210 h 216669"/>
                <a:gd name="connsiteX157" fmla="*/ 210038 w 264996"/>
                <a:gd name="connsiteY157" fmla="*/ 133179 h 216669"/>
                <a:gd name="connsiteX158" fmla="*/ 206269 w 264996"/>
                <a:gd name="connsiteY158" fmla="*/ 137216 h 216669"/>
                <a:gd name="connsiteX159" fmla="*/ 204620 w 264996"/>
                <a:gd name="connsiteY159" fmla="*/ 141387 h 216669"/>
                <a:gd name="connsiteX160" fmla="*/ 204519 w 264996"/>
                <a:gd name="connsiteY160" fmla="*/ 144045 h 216669"/>
                <a:gd name="connsiteX161" fmla="*/ 206437 w 264996"/>
                <a:gd name="connsiteY161" fmla="*/ 146231 h 216669"/>
                <a:gd name="connsiteX162" fmla="*/ 209096 w 264996"/>
                <a:gd name="connsiteY162" fmla="*/ 148283 h 216669"/>
                <a:gd name="connsiteX163" fmla="*/ 210577 w 264996"/>
                <a:gd name="connsiteY163" fmla="*/ 150470 h 216669"/>
                <a:gd name="connsiteX164" fmla="*/ 209163 w 264996"/>
                <a:gd name="connsiteY164" fmla="*/ 155852 h 216669"/>
                <a:gd name="connsiteX165" fmla="*/ 206269 w 264996"/>
                <a:gd name="connsiteY165" fmla="*/ 158073 h 216669"/>
                <a:gd name="connsiteX166" fmla="*/ 202096 w 264996"/>
                <a:gd name="connsiteY166" fmla="*/ 158409 h 216669"/>
                <a:gd name="connsiteX167" fmla="*/ 196442 w 264996"/>
                <a:gd name="connsiteY167" fmla="*/ 159048 h 216669"/>
                <a:gd name="connsiteX168" fmla="*/ 190990 w 264996"/>
                <a:gd name="connsiteY168" fmla="*/ 160562 h 216669"/>
                <a:gd name="connsiteX169" fmla="*/ 184797 w 264996"/>
                <a:gd name="connsiteY169" fmla="*/ 162345 h 216669"/>
                <a:gd name="connsiteX170" fmla="*/ 181095 w 264996"/>
                <a:gd name="connsiteY170" fmla="*/ 164464 h 216669"/>
                <a:gd name="connsiteX171" fmla="*/ 177562 w 264996"/>
                <a:gd name="connsiteY171" fmla="*/ 167996 h 216669"/>
                <a:gd name="connsiteX172" fmla="*/ 172850 w 264996"/>
                <a:gd name="connsiteY172" fmla="*/ 170822 h 216669"/>
                <a:gd name="connsiteX173" fmla="*/ 171874 w 264996"/>
                <a:gd name="connsiteY173" fmla="*/ 172739 h 216669"/>
                <a:gd name="connsiteX174" fmla="*/ 170662 w 264996"/>
                <a:gd name="connsiteY174" fmla="*/ 174758 h 216669"/>
                <a:gd name="connsiteX175" fmla="*/ 167903 w 264996"/>
                <a:gd name="connsiteY175" fmla="*/ 179871 h 216669"/>
                <a:gd name="connsiteX176" fmla="*/ 166287 w 264996"/>
                <a:gd name="connsiteY176" fmla="*/ 183033 h 216669"/>
                <a:gd name="connsiteX177" fmla="*/ 164773 w 264996"/>
                <a:gd name="connsiteY177" fmla="*/ 185051 h 216669"/>
                <a:gd name="connsiteX178" fmla="*/ 163797 w 264996"/>
                <a:gd name="connsiteY178" fmla="*/ 187104 h 216669"/>
                <a:gd name="connsiteX179" fmla="*/ 160734 w 264996"/>
                <a:gd name="connsiteY179" fmla="*/ 190804 h 216669"/>
                <a:gd name="connsiteX180" fmla="*/ 159691 w 264996"/>
                <a:gd name="connsiteY180" fmla="*/ 193091 h 216669"/>
                <a:gd name="connsiteX181" fmla="*/ 158378 w 264996"/>
                <a:gd name="connsiteY181" fmla="*/ 194134 h 216669"/>
                <a:gd name="connsiteX182" fmla="*/ 154912 w 264996"/>
                <a:gd name="connsiteY182" fmla="*/ 195009 h 216669"/>
                <a:gd name="connsiteX183" fmla="*/ 152792 w 264996"/>
                <a:gd name="connsiteY183" fmla="*/ 195009 h 216669"/>
                <a:gd name="connsiteX184" fmla="*/ 150503 w 264996"/>
                <a:gd name="connsiteY184" fmla="*/ 194235 h 216669"/>
                <a:gd name="connsiteX185" fmla="*/ 150167 w 264996"/>
                <a:gd name="connsiteY185" fmla="*/ 193091 h 216669"/>
                <a:gd name="connsiteX186" fmla="*/ 150167 w 264996"/>
                <a:gd name="connsiteY186" fmla="*/ 190636 h 216669"/>
                <a:gd name="connsiteX187" fmla="*/ 151479 w 264996"/>
                <a:gd name="connsiteY187" fmla="*/ 189290 h 216669"/>
                <a:gd name="connsiteX188" fmla="*/ 152455 w 264996"/>
                <a:gd name="connsiteY188" fmla="*/ 187978 h 216669"/>
                <a:gd name="connsiteX189" fmla="*/ 153869 w 264996"/>
                <a:gd name="connsiteY189" fmla="*/ 186464 h 216669"/>
                <a:gd name="connsiteX190" fmla="*/ 154845 w 264996"/>
                <a:gd name="connsiteY190" fmla="*/ 184278 h 216669"/>
                <a:gd name="connsiteX191" fmla="*/ 154138 w 264996"/>
                <a:gd name="connsiteY191" fmla="*/ 182697 h 216669"/>
                <a:gd name="connsiteX192" fmla="*/ 153364 w 264996"/>
                <a:gd name="connsiteY192" fmla="*/ 182327 h 216669"/>
                <a:gd name="connsiteX193" fmla="*/ 152051 w 264996"/>
                <a:gd name="connsiteY193" fmla="*/ 182360 h 216669"/>
                <a:gd name="connsiteX194" fmla="*/ 150638 w 264996"/>
                <a:gd name="connsiteY194" fmla="*/ 183134 h 216669"/>
                <a:gd name="connsiteX195" fmla="*/ 148450 w 264996"/>
                <a:gd name="connsiteY195" fmla="*/ 185691 h 216669"/>
                <a:gd name="connsiteX196" fmla="*/ 146498 w 264996"/>
                <a:gd name="connsiteY196" fmla="*/ 187810 h 216669"/>
                <a:gd name="connsiteX197" fmla="*/ 145354 w 264996"/>
                <a:gd name="connsiteY197" fmla="*/ 189896 h 216669"/>
                <a:gd name="connsiteX198" fmla="*/ 140239 w 264996"/>
                <a:gd name="connsiteY198" fmla="*/ 191073 h 216669"/>
                <a:gd name="connsiteX199" fmla="*/ 136166 w 264996"/>
                <a:gd name="connsiteY199" fmla="*/ 192654 h 216669"/>
                <a:gd name="connsiteX200" fmla="*/ 130613 w 264996"/>
                <a:gd name="connsiteY200" fmla="*/ 192688 h 216669"/>
                <a:gd name="connsiteX201" fmla="*/ 126474 w 264996"/>
                <a:gd name="connsiteY201" fmla="*/ 192755 h 216669"/>
                <a:gd name="connsiteX202" fmla="*/ 123983 w 264996"/>
                <a:gd name="connsiteY202" fmla="*/ 194975 h 216669"/>
                <a:gd name="connsiteX203" fmla="*/ 120450 w 264996"/>
                <a:gd name="connsiteY203" fmla="*/ 198238 h 216669"/>
                <a:gd name="connsiteX204" fmla="*/ 116546 w 264996"/>
                <a:gd name="connsiteY204" fmla="*/ 201400 h 216669"/>
                <a:gd name="connsiteX205" fmla="*/ 116882 w 264996"/>
                <a:gd name="connsiteY205" fmla="*/ 205403 h 216669"/>
                <a:gd name="connsiteX206" fmla="*/ 115974 w 264996"/>
                <a:gd name="connsiteY206" fmla="*/ 207085 h 216669"/>
                <a:gd name="connsiteX207" fmla="*/ 113248 w 264996"/>
                <a:gd name="connsiteY207" fmla="*/ 208397 h 216669"/>
                <a:gd name="connsiteX208" fmla="*/ 110623 w 264996"/>
                <a:gd name="connsiteY208" fmla="*/ 208734 h 216669"/>
                <a:gd name="connsiteX209" fmla="*/ 108570 w 264996"/>
                <a:gd name="connsiteY209" fmla="*/ 209104 h 216669"/>
                <a:gd name="connsiteX210" fmla="*/ 108031 w 264996"/>
                <a:gd name="connsiteY210" fmla="*/ 209978 h 216669"/>
                <a:gd name="connsiteX211" fmla="*/ 107425 w 264996"/>
                <a:gd name="connsiteY211" fmla="*/ 211324 h 216669"/>
                <a:gd name="connsiteX212" fmla="*/ 106651 w 264996"/>
                <a:gd name="connsiteY212" fmla="*/ 212636 h 216669"/>
                <a:gd name="connsiteX213" fmla="*/ 105978 w 264996"/>
                <a:gd name="connsiteY213" fmla="*/ 214419 h 216669"/>
                <a:gd name="connsiteX214" fmla="*/ 105372 w 264996"/>
                <a:gd name="connsiteY214" fmla="*/ 215495 h 216669"/>
                <a:gd name="connsiteX215" fmla="*/ 103723 w 264996"/>
                <a:gd name="connsiteY215" fmla="*/ 216639 h 216669"/>
                <a:gd name="connsiteX216" fmla="*/ 101603 w 264996"/>
                <a:gd name="connsiteY216" fmla="*/ 216639 h 216669"/>
                <a:gd name="connsiteX217" fmla="*/ 99584 w 264996"/>
                <a:gd name="connsiteY217" fmla="*/ 216404 h 216669"/>
                <a:gd name="connsiteX218" fmla="*/ 97396 w 264996"/>
                <a:gd name="connsiteY218" fmla="*/ 215159 h 216669"/>
                <a:gd name="connsiteX219" fmla="*/ 94738 w 264996"/>
                <a:gd name="connsiteY219" fmla="*/ 213847 h 216669"/>
                <a:gd name="connsiteX220" fmla="*/ 93492 w 264996"/>
                <a:gd name="connsiteY220" fmla="*/ 212972 h 216669"/>
                <a:gd name="connsiteX221" fmla="*/ 91372 w 264996"/>
                <a:gd name="connsiteY221" fmla="*/ 210046 h 216669"/>
                <a:gd name="connsiteX222" fmla="*/ 88915 w 264996"/>
                <a:gd name="connsiteY222" fmla="*/ 207926 h 216669"/>
                <a:gd name="connsiteX223" fmla="*/ 85314 w 264996"/>
                <a:gd name="connsiteY223" fmla="*/ 207052 h 216669"/>
                <a:gd name="connsiteX224" fmla="*/ 82218 w 264996"/>
                <a:gd name="connsiteY224" fmla="*/ 205168 h 216669"/>
                <a:gd name="connsiteX225" fmla="*/ 77877 w 264996"/>
                <a:gd name="connsiteY225" fmla="*/ 204966 h 216669"/>
                <a:gd name="connsiteX226" fmla="*/ 74141 w 264996"/>
                <a:gd name="connsiteY226" fmla="*/ 204562 h 216669"/>
                <a:gd name="connsiteX227" fmla="*/ 70271 w 264996"/>
                <a:gd name="connsiteY227" fmla="*/ 204024 h 216669"/>
                <a:gd name="connsiteX228" fmla="*/ 66972 w 264996"/>
                <a:gd name="connsiteY228" fmla="*/ 203520 h 216669"/>
                <a:gd name="connsiteX229" fmla="*/ 60612 w 264996"/>
                <a:gd name="connsiteY229" fmla="*/ 203250 h 216669"/>
                <a:gd name="connsiteX230" fmla="*/ 58323 w 264996"/>
                <a:gd name="connsiteY230" fmla="*/ 202914 h 216669"/>
                <a:gd name="connsiteX231" fmla="*/ 55395 w 264996"/>
                <a:gd name="connsiteY231" fmla="*/ 201501 h 216669"/>
                <a:gd name="connsiteX232" fmla="*/ 54621 w 264996"/>
                <a:gd name="connsiteY232" fmla="*/ 200256 h 216669"/>
                <a:gd name="connsiteX233" fmla="*/ 51626 w 264996"/>
                <a:gd name="connsiteY233" fmla="*/ 197229 h 216669"/>
                <a:gd name="connsiteX234" fmla="*/ 49842 w 264996"/>
                <a:gd name="connsiteY234" fmla="*/ 196892 h 216669"/>
                <a:gd name="connsiteX235" fmla="*/ 43684 w 264996"/>
                <a:gd name="connsiteY235" fmla="*/ 196186 h 216669"/>
                <a:gd name="connsiteX236" fmla="*/ 41933 w 264996"/>
                <a:gd name="connsiteY236" fmla="*/ 195681 h 216669"/>
                <a:gd name="connsiteX237" fmla="*/ 38198 w 264996"/>
                <a:gd name="connsiteY237" fmla="*/ 192654 h 216669"/>
                <a:gd name="connsiteX238" fmla="*/ 33015 w 264996"/>
                <a:gd name="connsiteY238" fmla="*/ 188853 h 216669"/>
                <a:gd name="connsiteX239" fmla="*/ 27900 w 264996"/>
                <a:gd name="connsiteY239" fmla="*/ 186532 h 216669"/>
                <a:gd name="connsiteX240" fmla="*/ 24635 w 264996"/>
                <a:gd name="connsiteY240" fmla="*/ 185556 h 216669"/>
                <a:gd name="connsiteX241" fmla="*/ 18544 w 264996"/>
                <a:gd name="connsiteY241" fmla="*/ 183941 h 216669"/>
                <a:gd name="connsiteX242" fmla="*/ 15010 w 264996"/>
                <a:gd name="connsiteY242" fmla="*/ 182697 h 216669"/>
                <a:gd name="connsiteX243" fmla="*/ 12116 w 264996"/>
                <a:gd name="connsiteY243" fmla="*/ 179871 h 216669"/>
                <a:gd name="connsiteX244" fmla="*/ 10265 w 264996"/>
                <a:gd name="connsiteY244" fmla="*/ 176440 h 216669"/>
                <a:gd name="connsiteX245" fmla="*/ 9221 w 264996"/>
                <a:gd name="connsiteY245" fmla="*/ 172302 h 216669"/>
                <a:gd name="connsiteX246" fmla="*/ 8986 w 264996"/>
                <a:gd name="connsiteY246" fmla="*/ 167861 h 216669"/>
                <a:gd name="connsiteX247" fmla="*/ 8918 w 264996"/>
                <a:gd name="connsiteY247" fmla="*/ 162143 h 216669"/>
                <a:gd name="connsiteX248" fmla="*/ 8279 w 264996"/>
                <a:gd name="connsiteY248" fmla="*/ 158173 h 216669"/>
                <a:gd name="connsiteX249" fmla="*/ 4510 w 264996"/>
                <a:gd name="connsiteY249" fmla="*/ 152858 h 216669"/>
                <a:gd name="connsiteX250" fmla="*/ 3803 w 264996"/>
                <a:gd name="connsiteY250" fmla="*/ 143035 h 216669"/>
                <a:gd name="connsiteX251" fmla="*/ 3433 w 264996"/>
                <a:gd name="connsiteY251" fmla="*/ 134895 h 216669"/>
                <a:gd name="connsiteX252" fmla="*/ 4241 w 264996"/>
                <a:gd name="connsiteY252" fmla="*/ 129681 h 216669"/>
                <a:gd name="connsiteX253" fmla="*/ 4072 w 264996"/>
                <a:gd name="connsiteY253" fmla="*/ 124803 h 216669"/>
                <a:gd name="connsiteX254" fmla="*/ 3130 w 264996"/>
                <a:gd name="connsiteY254" fmla="*/ 121405 h 216669"/>
                <a:gd name="connsiteX255" fmla="*/ 1683 w 264996"/>
                <a:gd name="connsiteY255" fmla="*/ 116359 h 216669"/>
                <a:gd name="connsiteX256" fmla="*/ 1514 w 264996"/>
                <a:gd name="connsiteY256" fmla="*/ 110102 h 216669"/>
                <a:gd name="connsiteX257" fmla="*/ 1413 w 264996"/>
                <a:gd name="connsiteY257" fmla="*/ 105931 h 216669"/>
                <a:gd name="connsiteX258" fmla="*/ 1245 w 264996"/>
                <a:gd name="connsiteY258" fmla="*/ 99943 h 2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264996" h="216669">
                  <a:moveTo>
                    <a:pt x="1245" y="99943"/>
                  </a:moveTo>
                  <a:lnTo>
                    <a:pt x="0" y="97723"/>
                  </a:lnTo>
                  <a:lnTo>
                    <a:pt x="976" y="95335"/>
                  </a:lnTo>
                  <a:lnTo>
                    <a:pt x="1851" y="91802"/>
                  </a:lnTo>
                  <a:lnTo>
                    <a:pt x="2894" y="88741"/>
                  </a:lnTo>
                  <a:cubicBezTo>
                    <a:pt x="2894" y="88741"/>
                    <a:pt x="5822" y="87362"/>
                    <a:pt x="6394" y="87059"/>
                  </a:cubicBezTo>
                  <a:cubicBezTo>
                    <a:pt x="6967" y="86756"/>
                    <a:pt x="9726" y="85074"/>
                    <a:pt x="9726" y="85074"/>
                  </a:cubicBezTo>
                  <a:lnTo>
                    <a:pt x="13798" y="81778"/>
                  </a:lnTo>
                  <a:lnTo>
                    <a:pt x="20159" y="79457"/>
                  </a:lnTo>
                  <a:lnTo>
                    <a:pt x="27395" y="74377"/>
                  </a:lnTo>
                  <a:lnTo>
                    <a:pt x="36078" y="69298"/>
                  </a:lnTo>
                  <a:lnTo>
                    <a:pt x="40722" y="63781"/>
                  </a:lnTo>
                  <a:lnTo>
                    <a:pt x="49136" y="58701"/>
                  </a:lnTo>
                  <a:lnTo>
                    <a:pt x="57987" y="52478"/>
                  </a:lnTo>
                  <a:lnTo>
                    <a:pt x="65088" y="46691"/>
                  </a:lnTo>
                  <a:lnTo>
                    <a:pt x="70170" y="45682"/>
                  </a:lnTo>
                  <a:cubicBezTo>
                    <a:pt x="70170" y="45682"/>
                    <a:pt x="70271" y="44438"/>
                    <a:pt x="70372" y="44438"/>
                  </a:cubicBezTo>
                  <a:cubicBezTo>
                    <a:pt x="70473" y="44438"/>
                    <a:pt x="72425" y="42520"/>
                    <a:pt x="72425" y="42520"/>
                  </a:cubicBezTo>
                  <a:cubicBezTo>
                    <a:pt x="72425" y="42520"/>
                    <a:pt x="72223" y="41275"/>
                    <a:pt x="72088" y="41275"/>
                  </a:cubicBezTo>
                  <a:cubicBezTo>
                    <a:pt x="71954" y="41275"/>
                    <a:pt x="71112" y="40300"/>
                    <a:pt x="70910" y="40300"/>
                  </a:cubicBezTo>
                  <a:cubicBezTo>
                    <a:pt x="70675" y="40300"/>
                    <a:pt x="69261" y="40300"/>
                    <a:pt x="69261" y="40300"/>
                  </a:cubicBezTo>
                  <a:cubicBezTo>
                    <a:pt x="69261" y="40300"/>
                    <a:pt x="67881" y="40603"/>
                    <a:pt x="67747" y="40603"/>
                  </a:cubicBezTo>
                  <a:cubicBezTo>
                    <a:pt x="67612" y="40603"/>
                    <a:pt x="66199" y="40603"/>
                    <a:pt x="65660" y="40637"/>
                  </a:cubicBezTo>
                  <a:cubicBezTo>
                    <a:pt x="65155" y="40670"/>
                    <a:pt x="63809" y="40603"/>
                    <a:pt x="63607" y="40670"/>
                  </a:cubicBezTo>
                  <a:cubicBezTo>
                    <a:pt x="63405" y="40738"/>
                    <a:pt x="60208" y="40468"/>
                    <a:pt x="60208" y="40468"/>
                  </a:cubicBezTo>
                  <a:lnTo>
                    <a:pt x="58963" y="39493"/>
                  </a:lnTo>
                  <a:cubicBezTo>
                    <a:pt x="58963" y="39493"/>
                    <a:pt x="58896" y="39257"/>
                    <a:pt x="59131" y="39156"/>
                  </a:cubicBezTo>
                  <a:cubicBezTo>
                    <a:pt x="59400" y="39056"/>
                    <a:pt x="60073" y="38484"/>
                    <a:pt x="60141" y="38349"/>
                  </a:cubicBezTo>
                  <a:cubicBezTo>
                    <a:pt x="60208" y="38248"/>
                    <a:pt x="61924" y="35591"/>
                    <a:pt x="61924" y="35591"/>
                  </a:cubicBezTo>
                  <a:lnTo>
                    <a:pt x="64448" y="32698"/>
                  </a:lnTo>
                  <a:lnTo>
                    <a:pt x="67208" y="29872"/>
                  </a:lnTo>
                  <a:cubicBezTo>
                    <a:pt x="67208" y="29872"/>
                    <a:pt x="69530" y="27315"/>
                    <a:pt x="69732" y="27214"/>
                  </a:cubicBezTo>
                  <a:cubicBezTo>
                    <a:pt x="69934" y="27147"/>
                    <a:pt x="72997" y="24658"/>
                    <a:pt x="72997" y="24658"/>
                  </a:cubicBezTo>
                  <a:lnTo>
                    <a:pt x="72728" y="24658"/>
                  </a:lnTo>
                  <a:cubicBezTo>
                    <a:pt x="72728" y="24658"/>
                    <a:pt x="74747" y="24523"/>
                    <a:pt x="75689" y="24658"/>
                  </a:cubicBezTo>
                  <a:cubicBezTo>
                    <a:pt x="76631" y="24792"/>
                    <a:pt x="77372" y="24389"/>
                    <a:pt x="77641" y="24590"/>
                  </a:cubicBezTo>
                  <a:cubicBezTo>
                    <a:pt x="77944" y="24826"/>
                    <a:pt x="79963" y="24187"/>
                    <a:pt x="80401" y="24456"/>
                  </a:cubicBezTo>
                  <a:cubicBezTo>
                    <a:pt x="80838" y="24725"/>
                    <a:pt x="82723" y="24658"/>
                    <a:pt x="83295" y="24658"/>
                  </a:cubicBezTo>
                  <a:cubicBezTo>
                    <a:pt x="83867" y="24658"/>
                    <a:pt x="86627" y="24658"/>
                    <a:pt x="86627" y="24658"/>
                  </a:cubicBezTo>
                  <a:lnTo>
                    <a:pt x="89151" y="26912"/>
                  </a:lnTo>
                  <a:cubicBezTo>
                    <a:pt x="89151" y="26912"/>
                    <a:pt x="89454" y="27349"/>
                    <a:pt x="90598" y="27685"/>
                  </a:cubicBezTo>
                  <a:cubicBezTo>
                    <a:pt x="91742" y="28055"/>
                    <a:pt x="92415" y="28055"/>
                    <a:pt x="92920" y="28055"/>
                  </a:cubicBezTo>
                  <a:cubicBezTo>
                    <a:pt x="93425" y="28055"/>
                    <a:pt x="92853" y="27988"/>
                    <a:pt x="95680" y="28291"/>
                  </a:cubicBezTo>
                  <a:cubicBezTo>
                    <a:pt x="98507" y="28594"/>
                    <a:pt x="99719" y="29098"/>
                    <a:pt x="99954" y="29165"/>
                  </a:cubicBezTo>
                  <a:cubicBezTo>
                    <a:pt x="100190" y="29233"/>
                    <a:pt x="100257" y="29300"/>
                    <a:pt x="101267" y="29300"/>
                  </a:cubicBezTo>
                  <a:cubicBezTo>
                    <a:pt x="102276" y="29300"/>
                    <a:pt x="103017" y="29300"/>
                    <a:pt x="103387" y="28930"/>
                  </a:cubicBezTo>
                  <a:cubicBezTo>
                    <a:pt x="103757" y="28560"/>
                    <a:pt x="104666" y="28863"/>
                    <a:pt x="103959" y="28055"/>
                  </a:cubicBezTo>
                  <a:cubicBezTo>
                    <a:pt x="103252" y="27248"/>
                    <a:pt x="103286" y="26844"/>
                    <a:pt x="102949" y="26609"/>
                  </a:cubicBezTo>
                  <a:cubicBezTo>
                    <a:pt x="102579" y="26373"/>
                    <a:pt x="100762" y="24792"/>
                    <a:pt x="100762" y="24792"/>
                  </a:cubicBezTo>
                  <a:lnTo>
                    <a:pt x="101435" y="23346"/>
                  </a:lnTo>
                  <a:cubicBezTo>
                    <a:pt x="101435" y="23346"/>
                    <a:pt x="101637" y="21966"/>
                    <a:pt x="101704" y="21731"/>
                  </a:cubicBezTo>
                  <a:cubicBezTo>
                    <a:pt x="101771" y="21529"/>
                    <a:pt x="102276" y="20587"/>
                    <a:pt x="102276" y="20587"/>
                  </a:cubicBezTo>
                  <a:lnTo>
                    <a:pt x="103151" y="19780"/>
                  </a:lnTo>
                  <a:lnTo>
                    <a:pt x="104228" y="17156"/>
                  </a:lnTo>
                  <a:lnTo>
                    <a:pt x="104767" y="15339"/>
                  </a:lnTo>
                  <a:lnTo>
                    <a:pt x="107089" y="14128"/>
                  </a:lnTo>
                  <a:cubicBezTo>
                    <a:pt x="107089" y="14128"/>
                    <a:pt x="110555" y="14566"/>
                    <a:pt x="110791" y="14128"/>
                  </a:cubicBezTo>
                  <a:cubicBezTo>
                    <a:pt x="110993" y="13691"/>
                    <a:pt x="115873" y="13556"/>
                    <a:pt x="116445" y="13556"/>
                  </a:cubicBezTo>
                  <a:cubicBezTo>
                    <a:pt x="117017" y="13556"/>
                    <a:pt x="122032" y="12043"/>
                    <a:pt x="122032" y="12043"/>
                  </a:cubicBezTo>
                  <a:lnTo>
                    <a:pt x="125229" y="10731"/>
                  </a:lnTo>
                  <a:lnTo>
                    <a:pt x="130142" y="10731"/>
                  </a:lnTo>
                  <a:lnTo>
                    <a:pt x="133272" y="12244"/>
                  </a:lnTo>
                  <a:lnTo>
                    <a:pt x="136469" y="14936"/>
                  </a:lnTo>
                  <a:cubicBezTo>
                    <a:pt x="136469" y="14936"/>
                    <a:pt x="137479" y="16887"/>
                    <a:pt x="138354" y="17190"/>
                  </a:cubicBezTo>
                  <a:cubicBezTo>
                    <a:pt x="139229" y="17492"/>
                    <a:pt x="141551" y="18434"/>
                    <a:pt x="141820" y="18434"/>
                  </a:cubicBezTo>
                  <a:cubicBezTo>
                    <a:pt x="142123" y="18434"/>
                    <a:pt x="143133" y="18232"/>
                    <a:pt x="143840" y="18064"/>
                  </a:cubicBezTo>
                  <a:cubicBezTo>
                    <a:pt x="144580" y="17930"/>
                    <a:pt x="145724" y="17761"/>
                    <a:pt x="145724" y="17761"/>
                  </a:cubicBezTo>
                  <a:cubicBezTo>
                    <a:pt x="145724" y="17761"/>
                    <a:pt x="145859" y="17290"/>
                    <a:pt x="146868" y="17930"/>
                  </a:cubicBezTo>
                  <a:cubicBezTo>
                    <a:pt x="147878" y="18569"/>
                    <a:pt x="149325" y="19410"/>
                    <a:pt x="149628" y="19410"/>
                  </a:cubicBezTo>
                  <a:cubicBezTo>
                    <a:pt x="149931" y="19410"/>
                    <a:pt x="151008" y="19410"/>
                    <a:pt x="151008" y="19410"/>
                  </a:cubicBezTo>
                  <a:lnTo>
                    <a:pt x="155417" y="19040"/>
                  </a:lnTo>
                  <a:lnTo>
                    <a:pt x="157234" y="17795"/>
                  </a:lnTo>
                  <a:cubicBezTo>
                    <a:pt x="157234" y="17795"/>
                    <a:pt x="157537" y="15979"/>
                    <a:pt x="157604" y="15608"/>
                  </a:cubicBezTo>
                  <a:cubicBezTo>
                    <a:pt x="157672" y="15238"/>
                    <a:pt x="157604" y="14229"/>
                    <a:pt x="157604" y="14229"/>
                  </a:cubicBezTo>
                  <a:lnTo>
                    <a:pt x="155787" y="12312"/>
                  </a:lnTo>
                  <a:cubicBezTo>
                    <a:pt x="155787" y="12312"/>
                    <a:pt x="155551" y="8948"/>
                    <a:pt x="155619" y="8713"/>
                  </a:cubicBezTo>
                  <a:cubicBezTo>
                    <a:pt x="155686" y="8477"/>
                    <a:pt x="156527" y="6694"/>
                    <a:pt x="157638" y="5887"/>
                  </a:cubicBezTo>
                  <a:cubicBezTo>
                    <a:pt x="158715" y="5079"/>
                    <a:pt x="159052" y="3700"/>
                    <a:pt x="160532" y="3700"/>
                  </a:cubicBezTo>
                  <a:cubicBezTo>
                    <a:pt x="162013" y="3700"/>
                    <a:pt x="164941" y="3700"/>
                    <a:pt x="164941" y="3700"/>
                  </a:cubicBezTo>
                  <a:cubicBezTo>
                    <a:pt x="164941" y="3700"/>
                    <a:pt x="169081" y="4407"/>
                    <a:pt x="170158" y="4440"/>
                  </a:cubicBezTo>
                  <a:cubicBezTo>
                    <a:pt x="171235" y="4508"/>
                    <a:pt x="173085" y="4541"/>
                    <a:pt x="173859" y="4676"/>
                  </a:cubicBezTo>
                  <a:cubicBezTo>
                    <a:pt x="174633" y="4777"/>
                    <a:pt x="176417" y="4676"/>
                    <a:pt x="176855" y="4777"/>
                  </a:cubicBezTo>
                  <a:cubicBezTo>
                    <a:pt x="177292" y="4878"/>
                    <a:pt x="184797" y="4508"/>
                    <a:pt x="184797" y="4508"/>
                  </a:cubicBezTo>
                  <a:cubicBezTo>
                    <a:pt x="184797" y="4508"/>
                    <a:pt x="191158" y="2489"/>
                    <a:pt x="191461" y="2489"/>
                  </a:cubicBezTo>
                  <a:cubicBezTo>
                    <a:pt x="191764" y="2489"/>
                    <a:pt x="193211" y="2624"/>
                    <a:pt x="193480" y="2489"/>
                  </a:cubicBezTo>
                  <a:cubicBezTo>
                    <a:pt x="193783" y="2355"/>
                    <a:pt x="196509" y="3364"/>
                    <a:pt x="196745" y="3599"/>
                  </a:cubicBezTo>
                  <a:cubicBezTo>
                    <a:pt x="196946" y="3801"/>
                    <a:pt x="199841" y="6627"/>
                    <a:pt x="200379" y="6862"/>
                  </a:cubicBezTo>
                  <a:cubicBezTo>
                    <a:pt x="200884" y="7098"/>
                    <a:pt x="203072" y="8612"/>
                    <a:pt x="203274" y="9251"/>
                  </a:cubicBezTo>
                  <a:cubicBezTo>
                    <a:pt x="203475" y="9924"/>
                    <a:pt x="205293" y="11437"/>
                    <a:pt x="206168" y="11437"/>
                  </a:cubicBezTo>
                  <a:cubicBezTo>
                    <a:pt x="207043" y="11437"/>
                    <a:pt x="208187" y="11572"/>
                    <a:pt x="208692" y="11370"/>
                  </a:cubicBezTo>
                  <a:cubicBezTo>
                    <a:pt x="209197" y="11168"/>
                    <a:pt x="212024" y="11168"/>
                    <a:pt x="212394" y="9991"/>
                  </a:cubicBezTo>
                  <a:cubicBezTo>
                    <a:pt x="212764" y="8847"/>
                    <a:pt x="213909" y="7300"/>
                    <a:pt x="213909" y="7031"/>
                  </a:cubicBezTo>
                  <a:cubicBezTo>
                    <a:pt x="213909" y="6761"/>
                    <a:pt x="214279" y="5517"/>
                    <a:pt x="214716" y="5147"/>
                  </a:cubicBezTo>
                  <a:cubicBezTo>
                    <a:pt x="215154" y="4777"/>
                    <a:pt x="215961" y="3768"/>
                    <a:pt x="216096" y="3532"/>
                  </a:cubicBezTo>
                  <a:cubicBezTo>
                    <a:pt x="216231" y="3330"/>
                    <a:pt x="216971" y="2220"/>
                    <a:pt x="217173" y="1951"/>
                  </a:cubicBezTo>
                  <a:cubicBezTo>
                    <a:pt x="217409" y="1648"/>
                    <a:pt x="218317" y="1312"/>
                    <a:pt x="218553" y="1312"/>
                  </a:cubicBezTo>
                  <a:cubicBezTo>
                    <a:pt x="218755" y="1312"/>
                    <a:pt x="219933" y="572"/>
                    <a:pt x="219933" y="572"/>
                  </a:cubicBezTo>
                  <a:lnTo>
                    <a:pt x="223264" y="0"/>
                  </a:lnTo>
                  <a:lnTo>
                    <a:pt x="225216" y="673"/>
                  </a:lnTo>
                  <a:cubicBezTo>
                    <a:pt x="225216" y="673"/>
                    <a:pt x="227539" y="2119"/>
                    <a:pt x="227740" y="2254"/>
                  </a:cubicBezTo>
                  <a:cubicBezTo>
                    <a:pt x="227942" y="2388"/>
                    <a:pt x="231510" y="5012"/>
                    <a:pt x="231510" y="5012"/>
                  </a:cubicBezTo>
                  <a:lnTo>
                    <a:pt x="235346" y="7199"/>
                  </a:lnTo>
                  <a:lnTo>
                    <a:pt x="238409" y="10966"/>
                  </a:lnTo>
                  <a:lnTo>
                    <a:pt x="250794" y="17257"/>
                  </a:lnTo>
                  <a:lnTo>
                    <a:pt x="254429" y="19006"/>
                  </a:lnTo>
                  <a:cubicBezTo>
                    <a:pt x="254429" y="19006"/>
                    <a:pt x="258131" y="22774"/>
                    <a:pt x="258265" y="22976"/>
                  </a:cubicBezTo>
                  <a:cubicBezTo>
                    <a:pt x="258400" y="23177"/>
                    <a:pt x="260150" y="25364"/>
                    <a:pt x="260150" y="25364"/>
                  </a:cubicBezTo>
                  <a:lnTo>
                    <a:pt x="261462" y="28324"/>
                  </a:lnTo>
                  <a:lnTo>
                    <a:pt x="261462" y="32462"/>
                  </a:lnTo>
                  <a:lnTo>
                    <a:pt x="260756" y="34851"/>
                  </a:lnTo>
                  <a:lnTo>
                    <a:pt x="260890" y="36734"/>
                  </a:lnTo>
                  <a:lnTo>
                    <a:pt x="262573" y="40569"/>
                  </a:lnTo>
                  <a:lnTo>
                    <a:pt x="264828" y="43092"/>
                  </a:lnTo>
                  <a:lnTo>
                    <a:pt x="264996" y="45279"/>
                  </a:lnTo>
                  <a:cubicBezTo>
                    <a:pt x="264996" y="45279"/>
                    <a:pt x="264962" y="46422"/>
                    <a:pt x="264962" y="46927"/>
                  </a:cubicBezTo>
                  <a:cubicBezTo>
                    <a:pt x="264962" y="47432"/>
                    <a:pt x="264962" y="49820"/>
                    <a:pt x="264962" y="49820"/>
                  </a:cubicBezTo>
                  <a:lnTo>
                    <a:pt x="264458" y="52578"/>
                  </a:lnTo>
                  <a:lnTo>
                    <a:pt x="261059" y="55976"/>
                  </a:lnTo>
                  <a:lnTo>
                    <a:pt x="256481" y="58802"/>
                  </a:lnTo>
                  <a:lnTo>
                    <a:pt x="256347" y="62502"/>
                  </a:lnTo>
                  <a:lnTo>
                    <a:pt x="253520" y="64218"/>
                  </a:lnTo>
                  <a:cubicBezTo>
                    <a:pt x="253520" y="64218"/>
                    <a:pt x="252578" y="64622"/>
                    <a:pt x="251837" y="64622"/>
                  </a:cubicBezTo>
                  <a:cubicBezTo>
                    <a:pt x="251130" y="64622"/>
                    <a:pt x="250154" y="64622"/>
                    <a:pt x="250154" y="64622"/>
                  </a:cubicBezTo>
                  <a:cubicBezTo>
                    <a:pt x="250154" y="64622"/>
                    <a:pt x="249145" y="63747"/>
                    <a:pt x="248943" y="63545"/>
                  </a:cubicBezTo>
                  <a:cubicBezTo>
                    <a:pt x="248707" y="63343"/>
                    <a:pt x="248573" y="61661"/>
                    <a:pt x="248573" y="61359"/>
                  </a:cubicBezTo>
                  <a:cubicBezTo>
                    <a:pt x="248573" y="61056"/>
                    <a:pt x="248943" y="60417"/>
                    <a:pt x="249078" y="60114"/>
                  </a:cubicBezTo>
                  <a:cubicBezTo>
                    <a:pt x="249212" y="59811"/>
                    <a:pt x="250323" y="57793"/>
                    <a:pt x="250323" y="57793"/>
                  </a:cubicBezTo>
                  <a:cubicBezTo>
                    <a:pt x="250323" y="57793"/>
                    <a:pt x="250827" y="57490"/>
                    <a:pt x="250996" y="56985"/>
                  </a:cubicBezTo>
                  <a:cubicBezTo>
                    <a:pt x="251130" y="56481"/>
                    <a:pt x="251299" y="54530"/>
                    <a:pt x="251299" y="54530"/>
                  </a:cubicBezTo>
                  <a:cubicBezTo>
                    <a:pt x="251299" y="54530"/>
                    <a:pt x="251433" y="54160"/>
                    <a:pt x="250929" y="53722"/>
                  </a:cubicBezTo>
                  <a:cubicBezTo>
                    <a:pt x="250424" y="53285"/>
                    <a:pt x="247731" y="51771"/>
                    <a:pt x="247361" y="51771"/>
                  </a:cubicBezTo>
                  <a:cubicBezTo>
                    <a:pt x="246991" y="51771"/>
                    <a:pt x="244265" y="52780"/>
                    <a:pt x="243827" y="53520"/>
                  </a:cubicBezTo>
                  <a:cubicBezTo>
                    <a:pt x="243390" y="54260"/>
                    <a:pt x="241741" y="55909"/>
                    <a:pt x="241741" y="55909"/>
                  </a:cubicBezTo>
                  <a:lnTo>
                    <a:pt x="239553" y="58297"/>
                  </a:lnTo>
                  <a:cubicBezTo>
                    <a:pt x="239553" y="58297"/>
                    <a:pt x="239621" y="60753"/>
                    <a:pt x="239991" y="60820"/>
                  </a:cubicBezTo>
                  <a:cubicBezTo>
                    <a:pt x="240361" y="60888"/>
                    <a:pt x="241000" y="61392"/>
                    <a:pt x="241572" y="62401"/>
                  </a:cubicBezTo>
                  <a:cubicBezTo>
                    <a:pt x="242145" y="63411"/>
                    <a:pt x="243020" y="64655"/>
                    <a:pt x="243154" y="64857"/>
                  </a:cubicBezTo>
                  <a:cubicBezTo>
                    <a:pt x="243289" y="65093"/>
                    <a:pt x="243659" y="65664"/>
                    <a:pt x="243659" y="66169"/>
                  </a:cubicBezTo>
                  <a:cubicBezTo>
                    <a:pt x="243659" y="66674"/>
                    <a:pt x="243457" y="68120"/>
                    <a:pt x="243356" y="68423"/>
                  </a:cubicBezTo>
                  <a:cubicBezTo>
                    <a:pt x="243289" y="68726"/>
                    <a:pt x="242111" y="70307"/>
                    <a:pt x="241909" y="70542"/>
                  </a:cubicBezTo>
                  <a:cubicBezTo>
                    <a:pt x="241674" y="70744"/>
                    <a:pt x="240294" y="71988"/>
                    <a:pt x="240294" y="71988"/>
                  </a:cubicBezTo>
                  <a:cubicBezTo>
                    <a:pt x="240294" y="71988"/>
                    <a:pt x="239351" y="72863"/>
                    <a:pt x="238712" y="72998"/>
                  </a:cubicBezTo>
                  <a:cubicBezTo>
                    <a:pt x="238072" y="73133"/>
                    <a:pt x="235010" y="75083"/>
                    <a:pt x="235010" y="75083"/>
                  </a:cubicBezTo>
                  <a:cubicBezTo>
                    <a:pt x="235010" y="75083"/>
                    <a:pt x="233428" y="77707"/>
                    <a:pt x="233327" y="77909"/>
                  </a:cubicBezTo>
                  <a:cubicBezTo>
                    <a:pt x="233260" y="78111"/>
                    <a:pt x="231308" y="80096"/>
                    <a:pt x="231072" y="80668"/>
                  </a:cubicBezTo>
                  <a:cubicBezTo>
                    <a:pt x="230870" y="81239"/>
                    <a:pt x="228750" y="82989"/>
                    <a:pt x="228548" y="83628"/>
                  </a:cubicBezTo>
                  <a:cubicBezTo>
                    <a:pt x="228313" y="84267"/>
                    <a:pt x="226967" y="88102"/>
                    <a:pt x="226967" y="88102"/>
                  </a:cubicBezTo>
                  <a:cubicBezTo>
                    <a:pt x="226967" y="88102"/>
                    <a:pt x="226462" y="91870"/>
                    <a:pt x="226091" y="92442"/>
                  </a:cubicBezTo>
                  <a:cubicBezTo>
                    <a:pt x="225721" y="93047"/>
                    <a:pt x="224005" y="96949"/>
                    <a:pt x="224005" y="96949"/>
                  </a:cubicBezTo>
                  <a:lnTo>
                    <a:pt x="221245" y="102668"/>
                  </a:lnTo>
                  <a:cubicBezTo>
                    <a:pt x="221245" y="102668"/>
                    <a:pt x="220236" y="105191"/>
                    <a:pt x="220101" y="105427"/>
                  </a:cubicBezTo>
                  <a:cubicBezTo>
                    <a:pt x="219966" y="105662"/>
                    <a:pt x="217207" y="108555"/>
                    <a:pt x="217207" y="108555"/>
                  </a:cubicBezTo>
                  <a:cubicBezTo>
                    <a:pt x="217207" y="108555"/>
                    <a:pt x="214312" y="109497"/>
                    <a:pt x="214178" y="109867"/>
                  </a:cubicBezTo>
                  <a:cubicBezTo>
                    <a:pt x="214043" y="110237"/>
                    <a:pt x="212293" y="111751"/>
                    <a:pt x="212293" y="111751"/>
                  </a:cubicBezTo>
                  <a:cubicBezTo>
                    <a:pt x="212293" y="111751"/>
                    <a:pt x="211418" y="113332"/>
                    <a:pt x="211418" y="113702"/>
                  </a:cubicBezTo>
                  <a:cubicBezTo>
                    <a:pt x="211418" y="114072"/>
                    <a:pt x="210846" y="118344"/>
                    <a:pt x="211048" y="118916"/>
                  </a:cubicBezTo>
                  <a:cubicBezTo>
                    <a:pt x="211283" y="119488"/>
                    <a:pt x="211620" y="129210"/>
                    <a:pt x="211620" y="129210"/>
                  </a:cubicBezTo>
                  <a:lnTo>
                    <a:pt x="210038" y="133179"/>
                  </a:lnTo>
                  <a:lnTo>
                    <a:pt x="206269" y="137216"/>
                  </a:lnTo>
                  <a:lnTo>
                    <a:pt x="204620" y="141387"/>
                  </a:lnTo>
                  <a:lnTo>
                    <a:pt x="204519" y="144045"/>
                  </a:lnTo>
                  <a:cubicBezTo>
                    <a:pt x="204519" y="144045"/>
                    <a:pt x="206168" y="146063"/>
                    <a:pt x="206437" y="146231"/>
                  </a:cubicBezTo>
                  <a:cubicBezTo>
                    <a:pt x="206706" y="146399"/>
                    <a:pt x="208759" y="147947"/>
                    <a:pt x="209096" y="148283"/>
                  </a:cubicBezTo>
                  <a:cubicBezTo>
                    <a:pt x="209432" y="148620"/>
                    <a:pt x="210577" y="149864"/>
                    <a:pt x="210577" y="150470"/>
                  </a:cubicBezTo>
                  <a:cubicBezTo>
                    <a:pt x="210577" y="151075"/>
                    <a:pt x="209163" y="155852"/>
                    <a:pt x="209163" y="155852"/>
                  </a:cubicBezTo>
                  <a:lnTo>
                    <a:pt x="206269" y="158073"/>
                  </a:lnTo>
                  <a:lnTo>
                    <a:pt x="202096" y="158409"/>
                  </a:lnTo>
                  <a:cubicBezTo>
                    <a:pt x="202096" y="158409"/>
                    <a:pt x="196644" y="159014"/>
                    <a:pt x="196442" y="159048"/>
                  </a:cubicBezTo>
                  <a:cubicBezTo>
                    <a:pt x="196206" y="159115"/>
                    <a:pt x="190990" y="160562"/>
                    <a:pt x="190990" y="160562"/>
                  </a:cubicBezTo>
                  <a:cubicBezTo>
                    <a:pt x="190990" y="160562"/>
                    <a:pt x="184999" y="162311"/>
                    <a:pt x="184797" y="162345"/>
                  </a:cubicBezTo>
                  <a:cubicBezTo>
                    <a:pt x="184595" y="162412"/>
                    <a:pt x="181162" y="164296"/>
                    <a:pt x="181095" y="164464"/>
                  </a:cubicBezTo>
                  <a:cubicBezTo>
                    <a:pt x="181028" y="164632"/>
                    <a:pt x="177562" y="167996"/>
                    <a:pt x="177562" y="167996"/>
                  </a:cubicBezTo>
                  <a:lnTo>
                    <a:pt x="172850" y="170822"/>
                  </a:lnTo>
                  <a:lnTo>
                    <a:pt x="171874" y="172739"/>
                  </a:lnTo>
                  <a:cubicBezTo>
                    <a:pt x="171874" y="172739"/>
                    <a:pt x="170797" y="174522"/>
                    <a:pt x="170662" y="174758"/>
                  </a:cubicBezTo>
                  <a:cubicBezTo>
                    <a:pt x="170561" y="174959"/>
                    <a:pt x="167903" y="179703"/>
                    <a:pt x="167903" y="179871"/>
                  </a:cubicBezTo>
                  <a:cubicBezTo>
                    <a:pt x="167903" y="180039"/>
                    <a:pt x="166489" y="182798"/>
                    <a:pt x="166287" y="183033"/>
                  </a:cubicBezTo>
                  <a:cubicBezTo>
                    <a:pt x="166052" y="183235"/>
                    <a:pt x="164773" y="185051"/>
                    <a:pt x="164773" y="185051"/>
                  </a:cubicBezTo>
                  <a:cubicBezTo>
                    <a:pt x="164773" y="185051"/>
                    <a:pt x="164335" y="186296"/>
                    <a:pt x="163797" y="187104"/>
                  </a:cubicBezTo>
                  <a:cubicBezTo>
                    <a:pt x="163258" y="187911"/>
                    <a:pt x="160734" y="190804"/>
                    <a:pt x="160734" y="190804"/>
                  </a:cubicBezTo>
                  <a:lnTo>
                    <a:pt x="159691" y="193091"/>
                  </a:lnTo>
                  <a:lnTo>
                    <a:pt x="158378" y="194134"/>
                  </a:lnTo>
                  <a:lnTo>
                    <a:pt x="154912" y="195009"/>
                  </a:lnTo>
                  <a:lnTo>
                    <a:pt x="152792" y="195009"/>
                  </a:lnTo>
                  <a:lnTo>
                    <a:pt x="150503" y="194235"/>
                  </a:lnTo>
                  <a:lnTo>
                    <a:pt x="150167" y="193091"/>
                  </a:lnTo>
                  <a:lnTo>
                    <a:pt x="150167" y="190636"/>
                  </a:lnTo>
                  <a:cubicBezTo>
                    <a:pt x="150167" y="190636"/>
                    <a:pt x="151345" y="189492"/>
                    <a:pt x="151479" y="189290"/>
                  </a:cubicBezTo>
                  <a:cubicBezTo>
                    <a:pt x="151580" y="189088"/>
                    <a:pt x="152119" y="188315"/>
                    <a:pt x="152455" y="187978"/>
                  </a:cubicBezTo>
                  <a:cubicBezTo>
                    <a:pt x="152792" y="187642"/>
                    <a:pt x="153869" y="186464"/>
                    <a:pt x="153869" y="186464"/>
                  </a:cubicBezTo>
                  <a:lnTo>
                    <a:pt x="154845" y="184278"/>
                  </a:lnTo>
                  <a:lnTo>
                    <a:pt x="154138" y="182697"/>
                  </a:lnTo>
                  <a:lnTo>
                    <a:pt x="153364" y="182327"/>
                  </a:lnTo>
                  <a:lnTo>
                    <a:pt x="152051" y="182360"/>
                  </a:lnTo>
                  <a:lnTo>
                    <a:pt x="150638" y="183134"/>
                  </a:lnTo>
                  <a:lnTo>
                    <a:pt x="148450" y="185691"/>
                  </a:lnTo>
                  <a:lnTo>
                    <a:pt x="146498" y="187810"/>
                  </a:lnTo>
                  <a:lnTo>
                    <a:pt x="145354" y="189896"/>
                  </a:lnTo>
                  <a:lnTo>
                    <a:pt x="140239" y="191073"/>
                  </a:lnTo>
                  <a:cubicBezTo>
                    <a:pt x="140239" y="191073"/>
                    <a:pt x="137142" y="192587"/>
                    <a:pt x="136166" y="192654"/>
                  </a:cubicBezTo>
                  <a:cubicBezTo>
                    <a:pt x="135190" y="192688"/>
                    <a:pt x="130613" y="192688"/>
                    <a:pt x="130613" y="192688"/>
                  </a:cubicBezTo>
                  <a:lnTo>
                    <a:pt x="126474" y="192755"/>
                  </a:lnTo>
                  <a:cubicBezTo>
                    <a:pt x="126474" y="192755"/>
                    <a:pt x="124455" y="194168"/>
                    <a:pt x="123983" y="194975"/>
                  </a:cubicBezTo>
                  <a:cubicBezTo>
                    <a:pt x="123479" y="195783"/>
                    <a:pt x="120988" y="197733"/>
                    <a:pt x="120450" y="198238"/>
                  </a:cubicBezTo>
                  <a:cubicBezTo>
                    <a:pt x="119911" y="198709"/>
                    <a:pt x="116546" y="201400"/>
                    <a:pt x="116546" y="201400"/>
                  </a:cubicBezTo>
                  <a:lnTo>
                    <a:pt x="116882" y="205403"/>
                  </a:lnTo>
                  <a:cubicBezTo>
                    <a:pt x="116882" y="205403"/>
                    <a:pt x="116108" y="206816"/>
                    <a:pt x="115974" y="207085"/>
                  </a:cubicBezTo>
                  <a:cubicBezTo>
                    <a:pt x="115805" y="207354"/>
                    <a:pt x="113416" y="208330"/>
                    <a:pt x="113248" y="208397"/>
                  </a:cubicBezTo>
                  <a:cubicBezTo>
                    <a:pt x="113079" y="208431"/>
                    <a:pt x="110791" y="208566"/>
                    <a:pt x="110623" y="208734"/>
                  </a:cubicBezTo>
                  <a:cubicBezTo>
                    <a:pt x="110454" y="208902"/>
                    <a:pt x="108570" y="209104"/>
                    <a:pt x="108570" y="209104"/>
                  </a:cubicBezTo>
                  <a:lnTo>
                    <a:pt x="108031" y="209978"/>
                  </a:lnTo>
                  <a:lnTo>
                    <a:pt x="107425" y="211324"/>
                  </a:lnTo>
                  <a:lnTo>
                    <a:pt x="106651" y="212636"/>
                  </a:lnTo>
                  <a:cubicBezTo>
                    <a:pt x="106651" y="212636"/>
                    <a:pt x="106113" y="214049"/>
                    <a:pt x="105978" y="214419"/>
                  </a:cubicBezTo>
                  <a:cubicBezTo>
                    <a:pt x="105877" y="214789"/>
                    <a:pt x="105776" y="215024"/>
                    <a:pt x="105372" y="215495"/>
                  </a:cubicBezTo>
                  <a:cubicBezTo>
                    <a:pt x="104969" y="216000"/>
                    <a:pt x="105103" y="216538"/>
                    <a:pt x="103723" y="216639"/>
                  </a:cubicBezTo>
                  <a:cubicBezTo>
                    <a:pt x="102377" y="216740"/>
                    <a:pt x="102848" y="216538"/>
                    <a:pt x="101603" y="216639"/>
                  </a:cubicBezTo>
                  <a:cubicBezTo>
                    <a:pt x="100358" y="216740"/>
                    <a:pt x="100190" y="216572"/>
                    <a:pt x="99584" y="216404"/>
                  </a:cubicBezTo>
                  <a:cubicBezTo>
                    <a:pt x="98978" y="216235"/>
                    <a:pt x="97800" y="215327"/>
                    <a:pt x="97396" y="215159"/>
                  </a:cubicBezTo>
                  <a:cubicBezTo>
                    <a:pt x="97026" y="214991"/>
                    <a:pt x="94738" y="213847"/>
                    <a:pt x="94738" y="213847"/>
                  </a:cubicBezTo>
                  <a:lnTo>
                    <a:pt x="93492" y="212972"/>
                  </a:lnTo>
                  <a:lnTo>
                    <a:pt x="91372" y="210046"/>
                  </a:lnTo>
                  <a:lnTo>
                    <a:pt x="88915" y="207926"/>
                  </a:lnTo>
                  <a:lnTo>
                    <a:pt x="85314" y="207052"/>
                  </a:lnTo>
                  <a:lnTo>
                    <a:pt x="82218" y="205168"/>
                  </a:lnTo>
                  <a:lnTo>
                    <a:pt x="77877" y="204966"/>
                  </a:lnTo>
                  <a:lnTo>
                    <a:pt x="74141" y="204562"/>
                  </a:lnTo>
                  <a:cubicBezTo>
                    <a:pt x="74141" y="204562"/>
                    <a:pt x="70506" y="204024"/>
                    <a:pt x="70271" y="204024"/>
                  </a:cubicBezTo>
                  <a:cubicBezTo>
                    <a:pt x="70069" y="204024"/>
                    <a:pt x="67949" y="203654"/>
                    <a:pt x="66972" y="203520"/>
                  </a:cubicBezTo>
                  <a:cubicBezTo>
                    <a:pt x="65997" y="203419"/>
                    <a:pt x="61756" y="203351"/>
                    <a:pt x="60612" y="203250"/>
                  </a:cubicBezTo>
                  <a:cubicBezTo>
                    <a:pt x="59468" y="203149"/>
                    <a:pt x="58727" y="203049"/>
                    <a:pt x="58323" y="202914"/>
                  </a:cubicBezTo>
                  <a:cubicBezTo>
                    <a:pt x="57953" y="202813"/>
                    <a:pt x="55496" y="201703"/>
                    <a:pt x="55395" y="201501"/>
                  </a:cubicBezTo>
                  <a:cubicBezTo>
                    <a:pt x="55294" y="201299"/>
                    <a:pt x="55126" y="200862"/>
                    <a:pt x="54621" y="200256"/>
                  </a:cubicBezTo>
                  <a:cubicBezTo>
                    <a:pt x="54116" y="199651"/>
                    <a:pt x="51626" y="197229"/>
                    <a:pt x="51626" y="197229"/>
                  </a:cubicBezTo>
                  <a:cubicBezTo>
                    <a:pt x="51626" y="197229"/>
                    <a:pt x="50919" y="196892"/>
                    <a:pt x="49842" y="196892"/>
                  </a:cubicBezTo>
                  <a:cubicBezTo>
                    <a:pt x="48765" y="196892"/>
                    <a:pt x="43684" y="196186"/>
                    <a:pt x="43684" y="196186"/>
                  </a:cubicBezTo>
                  <a:lnTo>
                    <a:pt x="41933" y="195681"/>
                  </a:lnTo>
                  <a:cubicBezTo>
                    <a:pt x="41933" y="195681"/>
                    <a:pt x="38299" y="192822"/>
                    <a:pt x="38198" y="192654"/>
                  </a:cubicBezTo>
                  <a:cubicBezTo>
                    <a:pt x="38097" y="192486"/>
                    <a:pt x="33015" y="188853"/>
                    <a:pt x="33015" y="188853"/>
                  </a:cubicBezTo>
                  <a:lnTo>
                    <a:pt x="27900" y="186532"/>
                  </a:lnTo>
                  <a:lnTo>
                    <a:pt x="24635" y="185556"/>
                  </a:lnTo>
                  <a:cubicBezTo>
                    <a:pt x="24635" y="185556"/>
                    <a:pt x="18746" y="184042"/>
                    <a:pt x="18544" y="183941"/>
                  </a:cubicBezTo>
                  <a:cubicBezTo>
                    <a:pt x="18342" y="183840"/>
                    <a:pt x="15616" y="183201"/>
                    <a:pt x="15010" y="182697"/>
                  </a:cubicBezTo>
                  <a:cubicBezTo>
                    <a:pt x="14404" y="182192"/>
                    <a:pt x="12991" y="181183"/>
                    <a:pt x="12116" y="179871"/>
                  </a:cubicBezTo>
                  <a:cubicBezTo>
                    <a:pt x="11241" y="178559"/>
                    <a:pt x="10332" y="176776"/>
                    <a:pt x="10265" y="176440"/>
                  </a:cubicBezTo>
                  <a:cubicBezTo>
                    <a:pt x="10197" y="176103"/>
                    <a:pt x="9221" y="172706"/>
                    <a:pt x="9221" y="172302"/>
                  </a:cubicBezTo>
                  <a:cubicBezTo>
                    <a:pt x="9221" y="171932"/>
                    <a:pt x="8986" y="169039"/>
                    <a:pt x="8986" y="167861"/>
                  </a:cubicBezTo>
                  <a:cubicBezTo>
                    <a:pt x="8986" y="166650"/>
                    <a:pt x="8986" y="162547"/>
                    <a:pt x="8918" y="162143"/>
                  </a:cubicBezTo>
                  <a:cubicBezTo>
                    <a:pt x="8851" y="161773"/>
                    <a:pt x="8279" y="158173"/>
                    <a:pt x="8279" y="158173"/>
                  </a:cubicBezTo>
                  <a:lnTo>
                    <a:pt x="4510" y="152858"/>
                  </a:lnTo>
                  <a:lnTo>
                    <a:pt x="3803" y="143035"/>
                  </a:lnTo>
                  <a:cubicBezTo>
                    <a:pt x="3803" y="143035"/>
                    <a:pt x="3433" y="135096"/>
                    <a:pt x="3433" y="134895"/>
                  </a:cubicBezTo>
                  <a:cubicBezTo>
                    <a:pt x="3433" y="134693"/>
                    <a:pt x="4207" y="129849"/>
                    <a:pt x="4241" y="129681"/>
                  </a:cubicBezTo>
                  <a:cubicBezTo>
                    <a:pt x="4274" y="129513"/>
                    <a:pt x="4072" y="124803"/>
                    <a:pt x="4072" y="124803"/>
                  </a:cubicBezTo>
                  <a:lnTo>
                    <a:pt x="3130" y="121405"/>
                  </a:lnTo>
                  <a:lnTo>
                    <a:pt x="1683" y="116359"/>
                  </a:lnTo>
                  <a:lnTo>
                    <a:pt x="1514" y="110102"/>
                  </a:lnTo>
                  <a:lnTo>
                    <a:pt x="1413" y="105931"/>
                  </a:lnTo>
                  <a:lnTo>
                    <a:pt x="1245" y="99943"/>
                  </a:lnTo>
                  <a:close/>
                </a:path>
              </a:pathLst>
            </a:custGeom>
            <a:grpFill/>
            <a:ln w="6350" cap="flat">
              <a:solidFill>
                <a:schemeClr val="bg1"/>
              </a:solidFill>
              <a:prstDash val="solid"/>
              <a:miter/>
            </a:ln>
          </p:spPr>
          <p:txBody>
            <a:bodyPr rtlCol="0" anchor="ctr"/>
            <a:lstStyle/>
            <a:p>
              <a:endParaRPr lang="en-US"/>
            </a:p>
          </p:txBody>
        </p:sp>
        <p:grpSp>
          <p:nvGrpSpPr>
            <p:cNvPr id="75" name="Graphic 11">
              <a:extLst>
                <a:ext uri="{FF2B5EF4-FFF2-40B4-BE49-F238E27FC236}">
                  <a16:creationId xmlns:a16="http://schemas.microsoft.com/office/drawing/2014/main" id="{7A70EBC0-E4FD-2B87-F235-E5B029224B4E}"/>
                </a:ext>
              </a:extLst>
            </p:cNvPr>
            <p:cNvGrpSpPr/>
            <p:nvPr/>
          </p:nvGrpSpPr>
          <p:grpSpPr>
            <a:xfrm>
              <a:off x="8260662" y="3367264"/>
              <a:ext cx="133381" cy="212869"/>
              <a:chOff x="6167900" y="3272800"/>
              <a:chExt cx="256078" cy="408687"/>
            </a:xfrm>
            <a:grpFill/>
          </p:grpSpPr>
          <p:sp>
            <p:nvSpPr>
              <p:cNvPr id="76" name="Freeform 915">
                <a:extLst>
                  <a:ext uri="{FF2B5EF4-FFF2-40B4-BE49-F238E27FC236}">
                    <a16:creationId xmlns:a16="http://schemas.microsoft.com/office/drawing/2014/main" id="{34BD8398-80AE-40F0-A75E-D7FD57946548}"/>
                  </a:ext>
                </a:extLst>
              </p:cNvPr>
              <p:cNvSpPr/>
              <p:nvPr/>
            </p:nvSpPr>
            <p:spPr>
              <a:xfrm>
                <a:off x="6244464" y="3272800"/>
                <a:ext cx="179513" cy="394660"/>
              </a:xfrm>
              <a:custGeom>
                <a:avLst/>
                <a:gdLst>
                  <a:gd name="connsiteX0" fmla="*/ 136335 w 179513"/>
                  <a:gd name="connsiteY0" fmla="*/ 0 h 394660"/>
                  <a:gd name="connsiteX1" fmla="*/ 132869 w 179513"/>
                  <a:gd name="connsiteY1" fmla="*/ 0 h 394660"/>
                  <a:gd name="connsiteX2" fmla="*/ 128729 w 179513"/>
                  <a:gd name="connsiteY2" fmla="*/ 1514 h 394660"/>
                  <a:gd name="connsiteX3" fmla="*/ 125700 w 179513"/>
                  <a:gd name="connsiteY3" fmla="*/ 6291 h 394660"/>
                  <a:gd name="connsiteX4" fmla="*/ 120921 w 179513"/>
                  <a:gd name="connsiteY4" fmla="*/ 12144 h 394660"/>
                  <a:gd name="connsiteX5" fmla="*/ 117657 w 179513"/>
                  <a:gd name="connsiteY5" fmla="*/ 16719 h 394660"/>
                  <a:gd name="connsiteX6" fmla="*/ 115065 w 179513"/>
                  <a:gd name="connsiteY6" fmla="*/ 19746 h 394660"/>
                  <a:gd name="connsiteX7" fmla="*/ 111161 w 179513"/>
                  <a:gd name="connsiteY7" fmla="*/ 21933 h 394660"/>
                  <a:gd name="connsiteX8" fmla="*/ 107897 w 179513"/>
                  <a:gd name="connsiteY8" fmla="*/ 24120 h 394660"/>
                  <a:gd name="connsiteX9" fmla="*/ 103118 w 179513"/>
                  <a:gd name="connsiteY9" fmla="*/ 27147 h 394660"/>
                  <a:gd name="connsiteX10" fmla="*/ 99853 w 179513"/>
                  <a:gd name="connsiteY10" fmla="*/ 29535 h 394660"/>
                  <a:gd name="connsiteX11" fmla="*/ 94637 w 179513"/>
                  <a:gd name="connsiteY11" fmla="*/ 29535 h 394660"/>
                  <a:gd name="connsiteX12" fmla="*/ 90296 w 179513"/>
                  <a:gd name="connsiteY12" fmla="*/ 32563 h 394660"/>
                  <a:gd name="connsiteX13" fmla="*/ 85516 w 179513"/>
                  <a:gd name="connsiteY13" fmla="*/ 36903 h 394660"/>
                  <a:gd name="connsiteX14" fmla="*/ 84440 w 179513"/>
                  <a:gd name="connsiteY14" fmla="*/ 41040 h 394660"/>
                  <a:gd name="connsiteX15" fmla="*/ 83127 w 179513"/>
                  <a:gd name="connsiteY15" fmla="*/ 45178 h 394660"/>
                  <a:gd name="connsiteX16" fmla="*/ 80737 w 179513"/>
                  <a:gd name="connsiteY16" fmla="*/ 49753 h 394660"/>
                  <a:gd name="connsiteX17" fmla="*/ 78988 w 179513"/>
                  <a:gd name="connsiteY17" fmla="*/ 53453 h 394660"/>
                  <a:gd name="connsiteX18" fmla="*/ 76160 w 179513"/>
                  <a:gd name="connsiteY18" fmla="*/ 56716 h 394660"/>
                  <a:gd name="connsiteX19" fmla="*/ 74209 w 179513"/>
                  <a:gd name="connsiteY19" fmla="*/ 60686 h 394660"/>
                  <a:gd name="connsiteX20" fmla="*/ 73064 w 179513"/>
                  <a:gd name="connsiteY20" fmla="*/ 63882 h 394660"/>
                  <a:gd name="connsiteX21" fmla="*/ 71617 w 179513"/>
                  <a:gd name="connsiteY21" fmla="*/ 66943 h 394660"/>
                  <a:gd name="connsiteX22" fmla="*/ 69530 w 179513"/>
                  <a:gd name="connsiteY22" fmla="*/ 69769 h 394660"/>
                  <a:gd name="connsiteX23" fmla="*/ 66905 w 179513"/>
                  <a:gd name="connsiteY23" fmla="*/ 73099 h 394660"/>
                  <a:gd name="connsiteX24" fmla="*/ 62564 w 179513"/>
                  <a:gd name="connsiteY24" fmla="*/ 76934 h 394660"/>
                  <a:gd name="connsiteX25" fmla="*/ 60444 w 179513"/>
                  <a:gd name="connsiteY25" fmla="*/ 81576 h 394660"/>
                  <a:gd name="connsiteX26" fmla="*/ 57482 w 179513"/>
                  <a:gd name="connsiteY26" fmla="*/ 84469 h 394660"/>
                  <a:gd name="connsiteX27" fmla="*/ 56371 w 179513"/>
                  <a:gd name="connsiteY27" fmla="*/ 86857 h 394660"/>
                  <a:gd name="connsiteX28" fmla="*/ 55530 w 179513"/>
                  <a:gd name="connsiteY28" fmla="*/ 92812 h 394660"/>
                  <a:gd name="connsiteX29" fmla="*/ 55530 w 179513"/>
                  <a:gd name="connsiteY29" fmla="*/ 94763 h 394660"/>
                  <a:gd name="connsiteX30" fmla="*/ 53780 w 179513"/>
                  <a:gd name="connsiteY30" fmla="*/ 98463 h 394660"/>
                  <a:gd name="connsiteX31" fmla="*/ 51525 w 179513"/>
                  <a:gd name="connsiteY31" fmla="*/ 101558 h 394660"/>
                  <a:gd name="connsiteX32" fmla="*/ 50852 w 179513"/>
                  <a:gd name="connsiteY32" fmla="*/ 106267 h 394660"/>
                  <a:gd name="connsiteX33" fmla="*/ 47016 w 179513"/>
                  <a:gd name="connsiteY33" fmla="*/ 112558 h 394660"/>
                  <a:gd name="connsiteX34" fmla="*/ 45905 w 179513"/>
                  <a:gd name="connsiteY34" fmla="*/ 116259 h 394660"/>
                  <a:gd name="connsiteX35" fmla="*/ 44761 w 179513"/>
                  <a:gd name="connsiteY35" fmla="*/ 119589 h 394660"/>
                  <a:gd name="connsiteX36" fmla="*/ 40419 w 179513"/>
                  <a:gd name="connsiteY36" fmla="*/ 125980 h 394660"/>
                  <a:gd name="connsiteX37" fmla="*/ 37525 w 179513"/>
                  <a:gd name="connsiteY37" fmla="*/ 132271 h 394660"/>
                  <a:gd name="connsiteX38" fmla="*/ 36886 w 179513"/>
                  <a:gd name="connsiteY38" fmla="*/ 137283 h 394660"/>
                  <a:gd name="connsiteX39" fmla="*/ 34126 w 179513"/>
                  <a:gd name="connsiteY39" fmla="*/ 143574 h 394660"/>
                  <a:gd name="connsiteX40" fmla="*/ 31938 w 179513"/>
                  <a:gd name="connsiteY40" fmla="*/ 150470 h 394660"/>
                  <a:gd name="connsiteX41" fmla="*/ 31064 w 179513"/>
                  <a:gd name="connsiteY41" fmla="*/ 153430 h 394660"/>
                  <a:gd name="connsiteX42" fmla="*/ 27227 w 179513"/>
                  <a:gd name="connsiteY42" fmla="*/ 161470 h 394660"/>
                  <a:gd name="connsiteX43" fmla="*/ 20630 w 179513"/>
                  <a:gd name="connsiteY43" fmla="*/ 170385 h 394660"/>
                  <a:gd name="connsiteX44" fmla="*/ 17669 w 179513"/>
                  <a:gd name="connsiteY44" fmla="*/ 176978 h 394660"/>
                  <a:gd name="connsiteX45" fmla="*/ 13462 w 179513"/>
                  <a:gd name="connsiteY45" fmla="*/ 183639 h 394660"/>
                  <a:gd name="connsiteX46" fmla="*/ 9895 w 179513"/>
                  <a:gd name="connsiteY46" fmla="*/ 186902 h 394660"/>
                  <a:gd name="connsiteX47" fmla="*/ 7640 w 179513"/>
                  <a:gd name="connsiteY47" fmla="*/ 188786 h 394660"/>
                  <a:gd name="connsiteX48" fmla="*/ 4544 w 179513"/>
                  <a:gd name="connsiteY48" fmla="*/ 193865 h 394660"/>
                  <a:gd name="connsiteX49" fmla="*/ 3870 w 179513"/>
                  <a:gd name="connsiteY49" fmla="*/ 196893 h 394660"/>
                  <a:gd name="connsiteX50" fmla="*/ 3063 w 179513"/>
                  <a:gd name="connsiteY50" fmla="*/ 204361 h 394660"/>
                  <a:gd name="connsiteX51" fmla="*/ 3500 w 179513"/>
                  <a:gd name="connsiteY51" fmla="*/ 212031 h 394660"/>
                  <a:gd name="connsiteX52" fmla="*/ 3365 w 179513"/>
                  <a:gd name="connsiteY52" fmla="*/ 218422 h 394660"/>
                  <a:gd name="connsiteX53" fmla="*/ 5014 w 179513"/>
                  <a:gd name="connsiteY53" fmla="*/ 222627 h 394660"/>
                  <a:gd name="connsiteX54" fmla="*/ 5452 w 179513"/>
                  <a:gd name="connsiteY54" fmla="*/ 226597 h 394660"/>
                  <a:gd name="connsiteX55" fmla="*/ 4510 w 179513"/>
                  <a:gd name="connsiteY55" fmla="*/ 230364 h 394660"/>
                  <a:gd name="connsiteX56" fmla="*/ 4375 w 179513"/>
                  <a:gd name="connsiteY56" fmla="*/ 233392 h 394660"/>
                  <a:gd name="connsiteX57" fmla="*/ 3736 w 179513"/>
                  <a:gd name="connsiteY57" fmla="*/ 237798 h 394660"/>
                  <a:gd name="connsiteX58" fmla="*/ 3870 w 179513"/>
                  <a:gd name="connsiteY58" fmla="*/ 243013 h 394660"/>
                  <a:gd name="connsiteX59" fmla="*/ 2625 w 179513"/>
                  <a:gd name="connsiteY59" fmla="*/ 249169 h 394660"/>
                  <a:gd name="connsiteX60" fmla="*/ 1885 w 179513"/>
                  <a:gd name="connsiteY60" fmla="*/ 252802 h 394660"/>
                  <a:gd name="connsiteX61" fmla="*/ 572 w 179513"/>
                  <a:gd name="connsiteY61" fmla="*/ 257747 h 394660"/>
                  <a:gd name="connsiteX62" fmla="*/ 0 w 179513"/>
                  <a:gd name="connsiteY62" fmla="*/ 263903 h 394660"/>
                  <a:gd name="connsiteX63" fmla="*/ 438 w 179513"/>
                  <a:gd name="connsiteY63" fmla="*/ 268478 h 394660"/>
                  <a:gd name="connsiteX64" fmla="*/ 7606 w 179513"/>
                  <a:gd name="connsiteY64" fmla="*/ 277830 h 394660"/>
                  <a:gd name="connsiteX65" fmla="*/ 13899 w 179513"/>
                  <a:gd name="connsiteY65" fmla="*/ 285062 h 394660"/>
                  <a:gd name="connsiteX66" fmla="*/ 16861 w 179513"/>
                  <a:gd name="connsiteY66" fmla="*/ 289133 h 394660"/>
                  <a:gd name="connsiteX67" fmla="*/ 18174 w 179513"/>
                  <a:gd name="connsiteY67" fmla="*/ 293035 h 394660"/>
                  <a:gd name="connsiteX68" fmla="*/ 23087 w 179513"/>
                  <a:gd name="connsiteY68" fmla="*/ 299830 h 394660"/>
                  <a:gd name="connsiteX69" fmla="*/ 24534 w 179513"/>
                  <a:gd name="connsiteY69" fmla="*/ 308004 h 394660"/>
                  <a:gd name="connsiteX70" fmla="*/ 27496 w 179513"/>
                  <a:gd name="connsiteY70" fmla="*/ 313656 h 394660"/>
                  <a:gd name="connsiteX71" fmla="*/ 30121 w 179513"/>
                  <a:gd name="connsiteY71" fmla="*/ 317424 h 394660"/>
                  <a:gd name="connsiteX72" fmla="*/ 37727 w 179513"/>
                  <a:gd name="connsiteY72" fmla="*/ 324387 h 394660"/>
                  <a:gd name="connsiteX73" fmla="*/ 43953 w 179513"/>
                  <a:gd name="connsiteY73" fmla="*/ 330106 h 394660"/>
                  <a:gd name="connsiteX74" fmla="*/ 47857 w 179513"/>
                  <a:gd name="connsiteY74" fmla="*/ 332864 h 394660"/>
                  <a:gd name="connsiteX75" fmla="*/ 52771 w 179513"/>
                  <a:gd name="connsiteY75" fmla="*/ 338583 h 394660"/>
                  <a:gd name="connsiteX76" fmla="*/ 58997 w 179513"/>
                  <a:gd name="connsiteY76" fmla="*/ 340837 h 394660"/>
                  <a:gd name="connsiteX77" fmla="*/ 65458 w 179513"/>
                  <a:gd name="connsiteY77" fmla="*/ 345984 h 394660"/>
                  <a:gd name="connsiteX78" fmla="*/ 68117 w 179513"/>
                  <a:gd name="connsiteY78" fmla="*/ 349449 h 394660"/>
                  <a:gd name="connsiteX79" fmla="*/ 71785 w 179513"/>
                  <a:gd name="connsiteY79" fmla="*/ 356681 h 394660"/>
                  <a:gd name="connsiteX80" fmla="*/ 74478 w 179513"/>
                  <a:gd name="connsiteY80" fmla="*/ 361895 h 394660"/>
                  <a:gd name="connsiteX81" fmla="*/ 78550 w 179513"/>
                  <a:gd name="connsiteY81" fmla="*/ 367177 h 394660"/>
                  <a:gd name="connsiteX82" fmla="*/ 80435 w 179513"/>
                  <a:gd name="connsiteY82" fmla="*/ 371011 h 394660"/>
                  <a:gd name="connsiteX83" fmla="*/ 81242 w 179513"/>
                  <a:gd name="connsiteY83" fmla="*/ 373703 h 394660"/>
                  <a:gd name="connsiteX84" fmla="*/ 81713 w 179513"/>
                  <a:gd name="connsiteY84" fmla="*/ 376966 h 394660"/>
                  <a:gd name="connsiteX85" fmla="*/ 81545 w 179513"/>
                  <a:gd name="connsiteY85" fmla="*/ 379590 h 394660"/>
                  <a:gd name="connsiteX86" fmla="*/ 81545 w 179513"/>
                  <a:gd name="connsiteY86" fmla="*/ 381608 h 394660"/>
                  <a:gd name="connsiteX87" fmla="*/ 81545 w 179513"/>
                  <a:gd name="connsiteY87" fmla="*/ 383492 h 394660"/>
                  <a:gd name="connsiteX88" fmla="*/ 81545 w 179513"/>
                  <a:gd name="connsiteY88" fmla="*/ 386822 h 394660"/>
                  <a:gd name="connsiteX89" fmla="*/ 82286 w 179513"/>
                  <a:gd name="connsiteY89" fmla="*/ 387999 h 394660"/>
                  <a:gd name="connsiteX90" fmla="*/ 82353 w 179513"/>
                  <a:gd name="connsiteY90" fmla="*/ 388807 h 394660"/>
                  <a:gd name="connsiteX91" fmla="*/ 82420 w 179513"/>
                  <a:gd name="connsiteY91" fmla="*/ 390623 h 394660"/>
                  <a:gd name="connsiteX92" fmla="*/ 83800 w 179513"/>
                  <a:gd name="connsiteY92" fmla="*/ 392373 h 394660"/>
                  <a:gd name="connsiteX93" fmla="*/ 84473 w 179513"/>
                  <a:gd name="connsiteY93" fmla="*/ 392877 h 394660"/>
                  <a:gd name="connsiteX94" fmla="*/ 86358 w 179513"/>
                  <a:gd name="connsiteY94" fmla="*/ 393550 h 394660"/>
                  <a:gd name="connsiteX95" fmla="*/ 90430 w 179513"/>
                  <a:gd name="connsiteY95" fmla="*/ 394660 h 394660"/>
                  <a:gd name="connsiteX96" fmla="*/ 92887 w 179513"/>
                  <a:gd name="connsiteY96" fmla="*/ 394660 h 394660"/>
                  <a:gd name="connsiteX97" fmla="*/ 94637 w 179513"/>
                  <a:gd name="connsiteY97" fmla="*/ 394660 h 394660"/>
                  <a:gd name="connsiteX98" fmla="*/ 98103 w 179513"/>
                  <a:gd name="connsiteY98" fmla="*/ 394660 h 394660"/>
                  <a:gd name="connsiteX99" fmla="*/ 99483 w 179513"/>
                  <a:gd name="connsiteY99" fmla="*/ 394357 h 394660"/>
                  <a:gd name="connsiteX100" fmla="*/ 99786 w 179513"/>
                  <a:gd name="connsiteY100" fmla="*/ 393281 h 394660"/>
                  <a:gd name="connsiteX101" fmla="*/ 100291 w 179513"/>
                  <a:gd name="connsiteY101" fmla="*/ 392137 h 394660"/>
                  <a:gd name="connsiteX102" fmla="*/ 100863 w 179513"/>
                  <a:gd name="connsiteY102" fmla="*/ 390119 h 394660"/>
                  <a:gd name="connsiteX103" fmla="*/ 100930 w 179513"/>
                  <a:gd name="connsiteY103" fmla="*/ 387865 h 394660"/>
                  <a:gd name="connsiteX104" fmla="*/ 101200 w 179513"/>
                  <a:gd name="connsiteY104" fmla="*/ 382146 h 394660"/>
                  <a:gd name="connsiteX105" fmla="*/ 100728 w 179513"/>
                  <a:gd name="connsiteY105" fmla="*/ 376697 h 394660"/>
                  <a:gd name="connsiteX106" fmla="*/ 100728 w 179513"/>
                  <a:gd name="connsiteY106" fmla="*/ 371213 h 394660"/>
                  <a:gd name="connsiteX107" fmla="*/ 100728 w 179513"/>
                  <a:gd name="connsiteY107" fmla="*/ 367950 h 394660"/>
                  <a:gd name="connsiteX108" fmla="*/ 100728 w 179513"/>
                  <a:gd name="connsiteY108" fmla="*/ 327751 h 394660"/>
                  <a:gd name="connsiteX109" fmla="*/ 102546 w 179513"/>
                  <a:gd name="connsiteY109" fmla="*/ 325060 h 394660"/>
                  <a:gd name="connsiteX110" fmla="*/ 103791 w 179513"/>
                  <a:gd name="connsiteY110" fmla="*/ 320855 h 394660"/>
                  <a:gd name="connsiteX111" fmla="*/ 107628 w 179513"/>
                  <a:gd name="connsiteY111" fmla="*/ 313454 h 394660"/>
                  <a:gd name="connsiteX112" fmla="*/ 112339 w 179513"/>
                  <a:gd name="connsiteY112" fmla="*/ 305549 h 394660"/>
                  <a:gd name="connsiteX113" fmla="*/ 114796 w 179513"/>
                  <a:gd name="connsiteY113" fmla="*/ 300032 h 394660"/>
                  <a:gd name="connsiteX114" fmla="*/ 118565 w 179513"/>
                  <a:gd name="connsiteY114" fmla="*/ 293304 h 394660"/>
                  <a:gd name="connsiteX115" fmla="*/ 124084 w 179513"/>
                  <a:gd name="connsiteY115" fmla="*/ 285062 h 394660"/>
                  <a:gd name="connsiteX116" fmla="*/ 127181 w 179513"/>
                  <a:gd name="connsiteY116" fmla="*/ 279545 h 394660"/>
                  <a:gd name="connsiteX117" fmla="*/ 129066 w 179513"/>
                  <a:gd name="connsiteY117" fmla="*/ 276652 h 394660"/>
                  <a:gd name="connsiteX118" fmla="*/ 132599 w 179513"/>
                  <a:gd name="connsiteY118" fmla="*/ 270294 h 394660"/>
                  <a:gd name="connsiteX119" fmla="*/ 134618 w 179513"/>
                  <a:gd name="connsiteY119" fmla="*/ 264004 h 394660"/>
                  <a:gd name="connsiteX120" fmla="*/ 137075 w 179513"/>
                  <a:gd name="connsiteY120" fmla="*/ 258588 h 394660"/>
                  <a:gd name="connsiteX121" fmla="*/ 139970 w 179513"/>
                  <a:gd name="connsiteY121" fmla="*/ 253071 h 394660"/>
                  <a:gd name="connsiteX122" fmla="*/ 144513 w 179513"/>
                  <a:gd name="connsiteY122" fmla="*/ 245838 h 394660"/>
                  <a:gd name="connsiteX123" fmla="*/ 145927 w 179513"/>
                  <a:gd name="connsiteY123" fmla="*/ 240557 h 394660"/>
                  <a:gd name="connsiteX124" fmla="*/ 145927 w 179513"/>
                  <a:gd name="connsiteY124" fmla="*/ 232147 h 394660"/>
                  <a:gd name="connsiteX125" fmla="*/ 148451 w 179513"/>
                  <a:gd name="connsiteY125" fmla="*/ 213376 h 394660"/>
                  <a:gd name="connsiteX126" fmla="*/ 148013 w 179513"/>
                  <a:gd name="connsiteY126" fmla="*/ 200559 h 394660"/>
                  <a:gd name="connsiteX127" fmla="*/ 149157 w 179513"/>
                  <a:gd name="connsiteY127" fmla="*/ 193159 h 394660"/>
                  <a:gd name="connsiteX128" fmla="*/ 151109 w 179513"/>
                  <a:gd name="connsiteY128" fmla="*/ 165709 h 394660"/>
                  <a:gd name="connsiteX129" fmla="*/ 152859 w 179513"/>
                  <a:gd name="connsiteY129" fmla="*/ 155213 h 394660"/>
                  <a:gd name="connsiteX130" fmla="*/ 154542 w 179513"/>
                  <a:gd name="connsiteY130" fmla="*/ 138831 h 394660"/>
                  <a:gd name="connsiteX131" fmla="*/ 156292 w 179513"/>
                  <a:gd name="connsiteY131" fmla="*/ 131867 h 394660"/>
                  <a:gd name="connsiteX132" fmla="*/ 159489 w 179513"/>
                  <a:gd name="connsiteY132" fmla="*/ 124063 h 394660"/>
                  <a:gd name="connsiteX133" fmla="*/ 162754 w 179513"/>
                  <a:gd name="connsiteY133" fmla="*/ 112995 h 394660"/>
                  <a:gd name="connsiteX134" fmla="*/ 165446 w 179513"/>
                  <a:gd name="connsiteY134" fmla="*/ 108286 h 394660"/>
                  <a:gd name="connsiteX135" fmla="*/ 166893 w 179513"/>
                  <a:gd name="connsiteY135" fmla="*/ 105023 h 394660"/>
                  <a:gd name="connsiteX136" fmla="*/ 170090 w 179513"/>
                  <a:gd name="connsiteY136" fmla="*/ 99304 h 394660"/>
                  <a:gd name="connsiteX137" fmla="*/ 171672 w 179513"/>
                  <a:gd name="connsiteY137" fmla="*/ 96108 h 394660"/>
                  <a:gd name="connsiteX138" fmla="*/ 172749 w 179513"/>
                  <a:gd name="connsiteY138" fmla="*/ 92542 h 394660"/>
                  <a:gd name="connsiteX139" fmla="*/ 174331 w 179513"/>
                  <a:gd name="connsiteY139" fmla="*/ 88405 h 394660"/>
                  <a:gd name="connsiteX140" fmla="*/ 174028 w 179513"/>
                  <a:gd name="connsiteY140" fmla="*/ 81879 h 394660"/>
                  <a:gd name="connsiteX141" fmla="*/ 173893 w 179513"/>
                  <a:gd name="connsiteY141" fmla="*/ 78548 h 394660"/>
                  <a:gd name="connsiteX142" fmla="*/ 173254 w 179513"/>
                  <a:gd name="connsiteY142" fmla="*/ 69197 h 394660"/>
                  <a:gd name="connsiteX143" fmla="*/ 171571 w 179513"/>
                  <a:gd name="connsiteY143" fmla="*/ 64420 h 394660"/>
                  <a:gd name="connsiteX144" fmla="*/ 170427 w 179513"/>
                  <a:gd name="connsiteY144" fmla="*/ 59004 h 394660"/>
                  <a:gd name="connsiteX145" fmla="*/ 169485 w 179513"/>
                  <a:gd name="connsiteY145" fmla="*/ 54799 h 394660"/>
                  <a:gd name="connsiteX146" fmla="*/ 169922 w 179513"/>
                  <a:gd name="connsiteY146" fmla="*/ 49719 h 394660"/>
                  <a:gd name="connsiteX147" fmla="*/ 170293 w 179513"/>
                  <a:gd name="connsiteY147" fmla="*/ 46759 h 394660"/>
                  <a:gd name="connsiteX148" fmla="*/ 172110 w 179513"/>
                  <a:gd name="connsiteY148" fmla="*/ 42420 h 394660"/>
                  <a:gd name="connsiteX149" fmla="*/ 175509 w 179513"/>
                  <a:gd name="connsiteY149" fmla="*/ 37273 h 394660"/>
                  <a:gd name="connsiteX150" fmla="*/ 178336 w 179513"/>
                  <a:gd name="connsiteY150" fmla="*/ 32294 h 394660"/>
                  <a:gd name="connsiteX151" fmla="*/ 179514 w 179513"/>
                  <a:gd name="connsiteY151" fmla="*/ 28022 h 394660"/>
                  <a:gd name="connsiteX152" fmla="*/ 178942 w 179513"/>
                  <a:gd name="connsiteY152" fmla="*/ 21731 h 394660"/>
                  <a:gd name="connsiteX153" fmla="*/ 176620 w 179513"/>
                  <a:gd name="connsiteY153" fmla="*/ 18266 h 394660"/>
                  <a:gd name="connsiteX154" fmla="*/ 173220 w 179513"/>
                  <a:gd name="connsiteY154" fmla="*/ 15306 h 394660"/>
                  <a:gd name="connsiteX155" fmla="*/ 168744 w 179513"/>
                  <a:gd name="connsiteY155" fmla="*/ 14431 h 394660"/>
                  <a:gd name="connsiteX156" fmla="*/ 166287 w 179513"/>
                  <a:gd name="connsiteY156" fmla="*/ 12682 h 394660"/>
                  <a:gd name="connsiteX157" fmla="*/ 160634 w 179513"/>
                  <a:gd name="connsiteY157" fmla="*/ 12615 h 394660"/>
                  <a:gd name="connsiteX158" fmla="*/ 156427 w 179513"/>
                  <a:gd name="connsiteY158" fmla="*/ 14061 h 394660"/>
                  <a:gd name="connsiteX159" fmla="*/ 154239 w 179513"/>
                  <a:gd name="connsiteY159" fmla="*/ 14768 h 394660"/>
                  <a:gd name="connsiteX160" fmla="*/ 151648 w 179513"/>
                  <a:gd name="connsiteY160" fmla="*/ 13624 h 394660"/>
                  <a:gd name="connsiteX161" fmla="*/ 150335 w 179513"/>
                  <a:gd name="connsiteY161" fmla="*/ 11942 h 394660"/>
                  <a:gd name="connsiteX162" fmla="*/ 146128 w 179513"/>
                  <a:gd name="connsiteY162" fmla="*/ 8746 h 394660"/>
                  <a:gd name="connsiteX163" fmla="*/ 144177 w 179513"/>
                  <a:gd name="connsiteY163" fmla="*/ 6728 h 394660"/>
                  <a:gd name="connsiteX164" fmla="*/ 142359 w 179513"/>
                  <a:gd name="connsiteY164" fmla="*/ 3902 h 394660"/>
                  <a:gd name="connsiteX165" fmla="*/ 140037 w 179513"/>
                  <a:gd name="connsiteY165" fmla="*/ 1312 h 394660"/>
                  <a:gd name="connsiteX166" fmla="*/ 138455 w 179513"/>
                  <a:gd name="connsiteY166" fmla="*/ 673 h 394660"/>
                  <a:gd name="connsiteX167" fmla="*/ 136335 w 179513"/>
                  <a:gd name="connsiteY167" fmla="*/ 0 h 3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79513" h="394660">
                    <a:moveTo>
                      <a:pt x="136335" y="0"/>
                    </a:moveTo>
                    <a:lnTo>
                      <a:pt x="132869" y="0"/>
                    </a:lnTo>
                    <a:lnTo>
                      <a:pt x="128729" y="1514"/>
                    </a:lnTo>
                    <a:cubicBezTo>
                      <a:pt x="128729" y="1514"/>
                      <a:pt x="125902" y="5651"/>
                      <a:pt x="125700" y="6291"/>
                    </a:cubicBezTo>
                    <a:cubicBezTo>
                      <a:pt x="125498" y="6930"/>
                      <a:pt x="120921" y="12144"/>
                      <a:pt x="120921" y="12144"/>
                    </a:cubicBezTo>
                    <a:lnTo>
                      <a:pt x="117657" y="16719"/>
                    </a:lnTo>
                    <a:lnTo>
                      <a:pt x="115065" y="19746"/>
                    </a:lnTo>
                    <a:lnTo>
                      <a:pt x="111161" y="21933"/>
                    </a:lnTo>
                    <a:lnTo>
                      <a:pt x="107897" y="24120"/>
                    </a:lnTo>
                    <a:lnTo>
                      <a:pt x="103118" y="27147"/>
                    </a:lnTo>
                    <a:lnTo>
                      <a:pt x="99853" y="29535"/>
                    </a:lnTo>
                    <a:lnTo>
                      <a:pt x="94637" y="29535"/>
                    </a:lnTo>
                    <a:cubicBezTo>
                      <a:pt x="94637" y="29535"/>
                      <a:pt x="90935" y="32361"/>
                      <a:pt x="90296" y="32563"/>
                    </a:cubicBezTo>
                    <a:cubicBezTo>
                      <a:pt x="89656" y="32765"/>
                      <a:pt x="85516" y="36903"/>
                      <a:pt x="85516" y="36903"/>
                    </a:cubicBezTo>
                    <a:lnTo>
                      <a:pt x="84440" y="41040"/>
                    </a:lnTo>
                    <a:lnTo>
                      <a:pt x="83127" y="45178"/>
                    </a:lnTo>
                    <a:lnTo>
                      <a:pt x="80737" y="49753"/>
                    </a:lnTo>
                    <a:lnTo>
                      <a:pt x="78988" y="53453"/>
                    </a:lnTo>
                    <a:lnTo>
                      <a:pt x="76160" y="56716"/>
                    </a:lnTo>
                    <a:lnTo>
                      <a:pt x="74209" y="60686"/>
                    </a:lnTo>
                    <a:lnTo>
                      <a:pt x="73064" y="63882"/>
                    </a:lnTo>
                    <a:lnTo>
                      <a:pt x="71617" y="66943"/>
                    </a:lnTo>
                    <a:lnTo>
                      <a:pt x="69530" y="69769"/>
                    </a:lnTo>
                    <a:lnTo>
                      <a:pt x="66905" y="73099"/>
                    </a:lnTo>
                    <a:lnTo>
                      <a:pt x="62564" y="76934"/>
                    </a:lnTo>
                    <a:lnTo>
                      <a:pt x="60444" y="81576"/>
                    </a:lnTo>
                    <a:lnTo>
                      <a:pt x="57482" y="84469"/>
                    </a:lnTo>
                    <a:lnTo>
                      <a:pt x="56371" y="86857"/>
                    </a:lnTo>
                    <a:lnTo>
                      <a:pt x="55530" y="92812"/>
                    </a:lnTo>
                    <a:lnTo>
                      <a:pt x="55530" y="94763"/>
                    </a:lnTo>
                    <a:lnTo>
                      <a:pt x="53780" y="98463"/>
                    </a:lnTo>
                    <a:lnTo>
                      <a:pt x="51525" y="101558"/>
                    </a:lnTo>
                    <a:lnTo>
                      <a:pt x="50852" y="106267"/>
                    </a:lnTo>
                    <a:cubicBezTo>
                      <a:pt x="50852" y="106267"/>
                      <a:pt x="47319" y="112121"/>
                      <a:pt x="47016" y="112558"/>
                    </a:cubicBezTo>
                    <a:cubicBezTo>
                      <a:pt x="46713" y="112995"/>
                      <a:pt x="45905" y="116259"/>
                      <a:pt x="45905" y="116259"/>
                    </a:cubicBezTo>
                    <a:lnTo>
                      <a:pt x="44761" y="119589"/>
                    </a:lnTo>
                    <a:cubicBezTo>
                      <a:pt x="44761" y="119589"/>
                      <a:pt x="40352" y="125745"/>
                      <a:pt x="40419" y="125980"/>
                    </a:cubicBezTo>
                    <a:cubicBezTo>
                      <a:pt x="40487" y="126182"/>
                      <a:pt x="37525" y="132271"/>
                      <a:pt x="37525" y="132271"/>
                    </a:cubicBezTo>
                    <a:lnTo>
                      <a:pt x="36886" y="137283"/>
                    </a:lnTo>
                    <a:lnTo>
                      <a:pt x="34126" y="143574"/>
                    </a:lnTo>
                    <a:lnTo>
                      <a:pt x="31938" y="150470"/>
                    </a:lnTo>
                    <a:lnTo>
                      <a:pt x="31064" y="153430"/>
                    </a:lnTo>
                    <a:lnTo>
                      <a:pt x="27227" y="161470"/>
                    </a:lnTo>
                    <a:lnTo>
                      <a:pt x="20630" y="170385"/>
                    </a:lnTo>
                    <a:lnTo>
                      <a:pt x="17669" y="176978"/>
                    </a:lnTo>
                    <a:lnTo>
                      <a:pt x="13462" y="183639"/>
                    </a:lnTo>
                    <a:lnTo>
                      <a:pt x="9895" y="186902"/>
                    </a:lnTo>
                    <a:lnTo>
                      <a:pt x="7640" y="188786"/>
                    </a:lnTo>
                    <a:lnTo>
                      <a:pt x="4544" y="193865"/>
                    </a:lnTo>
                    <a:lnTo>
                      <a:pt x="3870" y="196893"/>
                    </a:lnTo>
                    <a:lnTo>
                      <a:pt x="3063" y="204361"/>
                    </a:lnTo>
                    <a:lnTo>
                      <a:pt x="3500" y="212031"/>
                    </a:lnTo>
                    <a:lnTo>
                      <a:pt x="3365" y="218422"/>
                    </a:lnTo>
                    <a:lnTo>
                      <a:pt x="5014" y="222627"/>
                    </a:lnTo>
                    <a:lnTo>
                      <a:pt x="5452" y="226597"/>
                    </a:lnTo>
                    <a:lnTo>
                      <a:pt x="4510" y="230364"/>
                    </a:lnTo>
                    <a:lnTo>
                      <a:pt x="4375" y="233392"/>
                    </a:lnTo>
                    <a:lnTo>
                      <a:pt x="3736" y="237798"/>
                    </a:lnTo>
                    <a:lnTo>
                      <a:pt x="3870" y="243013"/>
                    </a:lnTo>
                    <a:lnTo>
                      <a:pt x="2625" y="249169"/>
                    </a:lnTo>
                    <a:lnTo>
                      <a:pt x="1885" y="252802"/>
                    </a:lnTo>
                    <a:lnTo>
                      <a:pt x="572" y="257747"/>
                    </a:lnTo>
                    <a:lnTo>
                      <a:pt x="0" y="263903"/>
                    </a:lnTo>
                    <a:lnTo>
                      <a:pt x="438" y="268478"/>
                    </a:lnTo>
                    <a:lnTo>
                      <a:pt x="7606" y="277830"/>
                    </a:lnTo>
                    <a:lnTo>
                      <a:pt x="13899" y="285062"/>
                    </a:lnTo>
                    <a:lnTo>
                      <a:pt x="16861" y="289133"/>
                    </a:lnTo>
                    <a:lnTo>
                      <a:pt x="18174" y="293035"/>
                    </a:lnTo>
                    <a:lnTo>
                      <a:pt x="23087" y="299830"/>
                    </a:lnTo>
                    <a:lnTo>
                      <a:pt x="24534" y="308004"/>
                    </a:lnTo>
                    <a:lnTo>
                      <a:pt x="27496" y="313656"/>
                    </a:lnTo>
                    <a:lnTo>
                      <a:pt x="30121" y="317424"/>
                    </a:lnTo>
                    <a:lnTo>
                      <a:pt x="37727" y="324387"/>
                    </a:lnTo>
                    <a:lnTo>
                      <a:pt x="43953" y="330106"/>
                    </a:lnTo>
                    <a:lnTo>
                      <a:pt x="47857" y="332864"/>
                    </a:lnTo>
                    <a:lnTo>
                      <a:pt x="52771" y="338583"/>
                    </a:lnTo>
                    <a:lnTo>
                      <a:pt x="58997" y="340837"/>
                    </a:lnTo>
                    <a:lnTo>
                      <a:pt x="65458" y="345984"/>
                    </a:lnTo>
                    <a:cubicBezTo>
                      <a:pt x="65458" y="345984"/>
                      <a:pt x="67915" y="349247"/>
                      <a:pt x="68117" y="349449"/>
                    </a:cubicBezTo>
                    <a:cubicBezTo>
                      <a:pt x="68285" y="349650"/>
                      <a:pt x="71785" y="356681"/>
                      <a:pt x="71785" y="356681"/>
                    </a:cubicBezTo>
                    <a:lnTo>
                      <a:pt x="74478" y="361895"/>
                    </a:lnTo>
                    <a:lnTo>
                      <a:pt x="78550" y="367177"/>
                    </a:lnTo>
                    <a:lnTo>
                      <a:pt x="80435" y="371011"/>
                    </a:lnTo>
                    <a:lnTo>
                      <a:pt x="81242" y="373703"/>
                    </a:lnTo>
                    <a:lnTo>
                      <a:pt x="81713" y="376966"/>
                    </a:lnTo>
                    <a:lnTo>
                      <a:pt x="81545" y="379590"/>
                    </a:lnTo>
                    <a:lnTo>
                      <a:pt x="81545" y="381608"/>
                    </a:lnTo>
                    <a:lnTo>
                      <a:pt x="81545" y="383492"/>
                    </a:lnTo>
                    <a:lnTo>
                      <a:pt x="81545" y="386822"/>
                    </a:lnTo>
                    <a:lnTo>
                      <a:pt x="82286" y="387999"/>
                    </a:lnTo>
                    <a:lnTo>
                      <a:pt x="82353" y="388807"/>
                    </a:lnTo>
                    <a:lnTo>
                      <a:pt x="82420" y="390623"/>
                    </a:lnTo>
                    <a:lnTo>
                      <a:pt x="83800" y="392373"/>
                    </a:lnTo>
                    <a:cubicBezTo>
                      <a:pt x="83800" y="392373"/>
                      <a:pt x="84238" y="392810"/>
                      <a:pt x="84473" y="392877"/>
                    </a:cubicBezTo>
                    <a:cubicBezTo>
                      <a:pt x="84675" y="392944"/>
                      <a:pt x="86156" y="393550"/>
                      <a:pt x="86358" y="393550"/>
                    </a:cubicBezTo>
                    <a:cubicBezTo>
                      <a:pt x="86560" y="393550"/>
                      <a:pt x="90430" y="394660"/>
                      <a:pt x="90430" y="394660"/>
                    </a:cubicBezTo>
                    <a:lnTo>
                      <a:pt x="92887" y="394660"/>
                    </a:lnTo>
                    <a:cubicBezTo>
                      <a:pt x="92887" y="394660"/>
                      <a:pt x="93325" y="394660"/>
                      <a:pt x="94637" y="394660"/>
                    </a:cubicBezTo>
                    <a:cubicBezTo>
                      <a:pt x="95949" y="394660"/>
                      <a:pt x="98103" y="394660"/>
                      <a:pt x="98103" y="394660"/>
                    </a:cubicBezTo>
                    <a:lnTo>
                      <a:pt x="99483" y="394357"/>
                    </a:lnTo>
                    <a:lnTo>
                      <a:pt x="99786" y="393281"/>
                    </a:lnTo>
                    <a:lnTo>
                      <a:pt x="100291" y="392137"/>
                    </a:lnTo>
                    <a:lnTo>
                      <a:pt x="100863" y="390119"/>
                    </a:lnTo>
                    <a:lnTo>
                      <a:pt x="100930" y="387865"/>
                    </a:lnTo>
                    <a:lnTo>
                      <a:pt x="101200" y="382146"/>
                    </a:lnTo>
                    <a:lnTo>
                      <a:pt x="100728" y="376697"/>
                    </a:lnTo>
                    <a:lnTo>
                      <a:pt x="100728" y="371213"/>
                    </a:lnTo>
                    <a:lnTo>
                      <a:pt x="100728" y="367950"/>
                    </a:lnTo>
                    <a:lnTo>
                      <a:pt x="100728" y="327751"/>
                    </a:lnTo>
                    <a:lnTo>
                      <a:pt x="102546" y="325060"/>
                    </a:lnTo>
                    <a:lnTo>
                      <a:pt x="103791" y="320855"/>
                    </a:lnTo>
                    <a:lnTo>
                      <a:pt x="107628" y="313454"/>
                    </a:lnTo>
                    <a:lnTo>
                      <a:pt x="112339" y="305549"/>
                    </a:lnTo>
                    <a:lnTo>
                      <a:pt x="114796" y="300032"/>
                    </a:lnTo>
                    <a:lnTo>
                      <a:pt x="118565" y="293304"/>
                    </a:lnTo>
                    <a:lnTo>
                      <a:pt x="124084" y="285062"/>
                    </a:lnTo>
                    <a:cubicBezTo>
                      <a:pt x="124084" y="285062"/>
                      <a:pt x="127046" y="279781"/>
                      <a:pt x="127181" y="279545"/>
                    </a:cubicBezTo>
                    <a:cubicBezTo>
                      <a:pt x="127316" y="279343"/>
                      <a:pt x="129066" y="276652"/>
                      <a:pt x="129066" y="276652"/>
                    </a:cubicBezTo>
                    <a:lnTo>
                      <a:pt x="132599" y="270294"/>
                    </a:lnTo>
                    <a:lnTo>
                      <a:pt x="134618" y="264004"/>
                    </a:lnTo>
                    <a:lnTo>
                      <a:pt x="137075" y="258588"/>
                    </a:lnTo>
                    <a:lnTo>
                      <a:pt x="139970" y="253071"/>
                    </a:lnTo>
                    <a:cubicBezTo>
                      <a:pt x="139970" y="253071"/>
                      <a:pt x="144277" y="246108"/>
                      <a:pt x="144513" y="245838"/>
                    </a:cubicBezTo>
                    <a:cubicBezTo>
                      <a:pt x="144715" y="245536"/>
                      <a:pt x="145927" y="241869"/>
                      <a:pt x="145927" y="240557"/>
                    </a:cubicBezTo>
                    <a:cubicBezTo>
                      <a:pt x="145927" y="239245"/>
                      <a:pt x="145927" y="232147"/>
                      <a:pt x="145927" y="232147"/>
                    </a:cubicBezTo>
                    <a:lnTo>
                      <a:pt x="148451" y="213376"/>
                    </a:lnTo>
                    <a:lnTo>
                      <a:pt x="148013" y="200559"/>
                    </a:lnTo>
                    <a:lnTo>
                      <a:pt x="149157" y="193159"/>
                    </a:lnTo>
                    <a:lnTo>
                      <a:pt x="151109" y="165709"/>
                    </a:lnTo>
                    <a:lnTo>
                      <a:pt x="152859" y="155213"/>
                    </a:lnTo>
                    <a:lnTo>
                      <a:pt x="154542" y="138831"/>
                    </a:lnTo>
                    <a:lnTo>
                      <a:pt x="156292" y="131867"/>
                    </a:lnTo>
                    <a:lnTo>
                      <a:pt x="159489" y="124063"/>
                    </a:lnTo>
                    <a:lnTo>
                      <a:pt x="162754" y="112995"/>
                    </a:lnTo>
                    <a:lnTo>
                      <a:pt x="165446" y="108286"/>
                    </a:lnTo>
                    <a:lnTo>
                      <a:pt x="166893" y="105023"/>
                    </a:lnTo>
                    <a:lnTo>
                      <a:pt x="170090" y="99304"/>
                    </a:lnTo>
                    <a:lnTo>
                      <a:pt x="171672" y="96108"/>
                    </a:lnTo>
                    <a:lnTo>
                      <a:pt x="172749" y="92542"/>
                    </a:lnTo>
                    <a:lnTo>
                      <a:pt x="174331" y="88405"/>
                    </a:lnTo>
                    <a:lnTo>
                      <a:pt x="174028" y="81879"/>
                    </a:lnTo>
                    <a:lnTo>
                      <a:pt x="173893" y="78548"/>
                    </a:lnTo>
                    <a:lnTo>
                      <a:pt x="173254" y="69197"/>
                    </a:lnTo>
                    <a:lnTo>
                      <a:pt x="171571" y="64420"/>
                    </a:lnTo>
                    <a:lnTo>
                      <a:pt x="170427" y="59004"/>
                    </a:lnTo>
                    <a:lnTo>
                      <a:pt x="169485" y="54799"/>
                    </a:lnTo>
                    <a:lnTo>
                      <a:pt x="169922" y="49719"/>
                    </a:lnTo>
                    <a:lnTo>
                      <a:pt x="170293" y="46759"/>
                    </a:lnTo>
                    <a:cubicBezTo>
                      <a:pt x="170293" y="46759"/>
                      <a:pt x="171874" y="42722"/>
                      <a:pt x="172110" y="42420"/>
                    </a:cubicBezTo>
                    <a:cubicBezTo>
                      <a:pt x="172345" y="42117"/>
                      <a:pt x="175509" y="37273"/>
                      <a:pt x="175509" y="37273"/>
                    </a:cubicBezTo>
                    <a:lnTo>
                      <a:pt x="178336" y="32294"/>
                    </a:lnTo>
                    <a:lnTo>
                      <a:pt x="179514" y="28022"/>
                    </a:lnTo>
                    <a:lnTo>
                      <a:pt x="178942" y="21731"/>
                    </a:lnTo>
                    <a:lnTo>
                      <a:pt x="176620" y="18266"/>
                    </a:lnTo>
                    <a:cubicBezTo>
                      <a:pt x="176620" y="18266"/>
                      <a:pt x="173523" y="15306"/>
                      <a:pt x="173220" y="15306"/>
                    </a:cubicBezTo>
                    <a:cubicBezTo>
                      <a:pt x="172917" y="15306"/>
                      <a:pt x="168744" y="14431"/>
                      <a:pt x="168744" y="14431"/>
                    </a:cubicBezTo>
                    <a:lnTo>
                      <a:pt x="166287" y="12682"/>
                    </a:lnTo>
                    <a:cubicBezTo>
                      <a:pt x="166287" y="12682"/>
                      <a:pt x="161946" y="11942"/>
                      <a:pt x="160634" y="12615"/>
                    </a:cubicBezTo>
                    <a:cubicBezTo>
                      <a:pt x="159321" y="13254"/>
                      <a:pt x="156427" y="14061"/>
                      <a:pt x="156427" y="14061"/>
                    </a:cubicBezTo>
                    <a:lnTo>
                      <a:pt x="154239" y="14768"/>
                    </a:lnTo>
                    <a:lnTo>
                      <a:pt x="151648" y="13624"/>
                    </a:lnTo>
                    <a:lnTo>
                      <a:pt x="150335" y="11942"/>
                    </a:lnTo>
                    <a:lnTo>
                      <a:pt x="146128" y="8746"/>
                    </a:lnTo>
                    <a:cubicBezTo>
                      <a:pt x="146128" y="8746"/>
                      <a:pt x="144311" y="7064"/>
                      <a:pt x="144177" y="6728"/>
                    </a:cubicBezTo>
                    <a:cubicBezTo>
                      <a:pt x="144042" y="6358"/>
                      <a:pt x="142359" y="3902"/>
                      <a:pt x="142359" y="3902"/>
                    </a:cubicBezTo>
                    <a:lnTo>
                      <a:pt x="140037" y="1312"/>
                    </a:lnTo>
                    <a:lnTo>
                      <a:pt x="138455" y="673"/>
                    </a:lnTo>
                    <a:lnTo>
                      <a:pt x="136335" y="0"/>
                    </a:lnTo>
                    <a:close/>
                  </a:path>
                </a:pathLst>
              </a:custGeom>
              <a:grpFill/>
              <a:ln w="6350" cap="flat">
                <a:solidFill>
                  <a:schemeClr val="bg1"/>
                </a:solidFill>
                <a:prstDash val="solid"/>
                <a:miter/>
              </a:ln>
            </p:spPr>
            <p:txBody>
              <a:bodyPr rtlCol="0" anchor="ctr"/>
              <a:lstStyle/>
              <a:p>
                <a:endParaRPr lang="en-US"/>
              </a:p>
            </p:txBody>
          </p:sp>
          <p:sp>
            <p:nvSpPr>
              <p:cNvPr id="77" name="Freeform 916">
                <a:extLst>
                  <a:ext uri="{FF2B5EF4-FFF2-40B4-BE49-F238E27FC236}">
                    <a16:creationId xmlns:a16="http://schemas.microsoft.com/office/drawing/2014/main" id="{2E42EFF2-F6BA-6679-819D-310C777B78DC}"/>
                  </a:ext>
                </a:extLst>
              </p:cNvPr>
              <p:cNvSpPr/>
              <p:nvPr/>
            </p:nvSpPr>
            <p:spPr>
              <a:xfrm>
                <a:off x="6399073" y="3562874"/>
                <a:ext cx="5216" cy="9015"/>
              </a:xfrm>
              <a:custGeom>
                <a:avLst/>
                <a:gdLst>
                  <a:gd name="connsiteX0" fmla="*/ 1414 w 5216"/>
                  <a:gd name="connsiteY0" fmla="*/ 9016 h 9015"/>
                  <a:gd name="connsiteX1" fmla="*/ 5216 w 5216"/>
                  <a:gd name="connsiteY1" fmla="*/ 7165 h 9015"/>
                  <a:gd name="connsiteX2" fmla="*/ 5216 w 5216"/>
                  <a:gd name="connsiteY2" fmla="*/ 4541 h 9015"/>
                  <a:gd name="connsiteX3" fmla="*/ 5216 w 5216"/>
                  <a:gd name="connsiteY3" fmla="*/ 1076 h 9015"/>
                  <a:gd name="connsiteX4" fmla="*/ 1414 w 5216"/>
                  <a:gd name="connsiteY4" fmla="*/ 0 h 9015"/>
                  <a:gd name="connsiteX5" fmla="*/ 0 w 5216"/>
                  <a:gd name="connsiteY5" fmla="*/ 2927 h 9015"/>
                  <a:gd name="connsiteX6" fmla="*/ 0 w 5216"/>
                  <a:gd name="connsiteY6" fmla="*/ 4541 h 9015"/>
                  <a:gd name="connsiteX7" fmla="*/ 0 w 5216"/>
                  <a:gd name="connsiteY7" fmla="*/ 6291 h 9015"/>
                  <a:gd name="connsiteX8" fmla="*/ 0 w 5216"/>
                  <a:gd name="connsiteY8" fmla="*/ 8006 h 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6" h="9015">
                    <a:moveTo>
                      <a:pt x="1414" y="9016"/>
                    </a:moveTo>
                    <a:lnTo>
                      <a:pt x="5216" y="7165"/>
                    </a:lnTo>
                    <a:lnTo>
                      <a:pt x="5216" y="4541"/>
                    </a:lnTo>
                    <a:lnTo>
                      <a:pt x="5216" y="1076"/>
                    </a:lnTo>
                    <a:lnTo>
                      <a:pt x="1414" y="0"/>
                    </a:lnTo>
                    <a:lnTo>
                      <a:pt x="0" y="2927"/>
                    </a:lnTo>
                    <a:lnTo>
                      <a:pt x="0" y="4541"/>
                    </a:lnTo>
                    <a:lnTo>
                      <a:pt x="0" y="6291"/>
                    </a:lnTo>
                    <a:lnTo>
                      <a:pt x="0" y="8006"/>
                    </a:lnTo>
                    <a:close/>
                  </a:path>
                </a:pathLst>
              </a:custGeom>
              <a:grpFill/>
              <a:ln w="6350" cap="flat">
                <a:solidFill>
                  <a:schemeClr val="bg1"/>
                </a:solidFill>
                <a:prstDash val="solid"/>
                <a:miter/>
              </a:ln>
            </p:spPr>
            <p:txBody>
              <a:bodyPr rtlCol="0" anchor="ctr"/>
              <a:lstStyle/>
              <a:p>
                <a:endParaRPr lang="en-US"/>
              </a:p>
            </p:txBody>
          </p:sp>
          <p:sp>
            <p:nvSpPr>
              <p:cNvPr id="78" name="Freeform 917">
                <a:extLst>
                  <a:ext uri="{FF2B5EF4-FFF2-40B4-BE49-F238E27FC236}">
                    <a16:creationId xmlns:a16="http://schemas.microsoft.com/office/drawing/2014/main" id="{114D34B9-C46A-5AC6-2F08-3E30530208AB}"/>
                  </a:ext>
                </a:extLst>
              </p:cNvPr>
              <p:cNvSpPr/>
              <p:nvPr/>
            </p:nvSpPr>
            <p:spPr>
              <a:xfrm>
                <a:off x="6390357" y="3588238"/>
                <a:ext cx="3499" cy="4372"/>
              </a:xfrm>
              <a:custGeom>
                <a:avLst/>
                <a:gdLst>
                  <a:gd name="connsiteX0" fmla="*/ 1312 w 3499"/>
                  <a:gd name="connsiteY0" fmla="*/ 0 h 4372"/>
                  <a:gd name="connsiteX1" fmla="*/ 0 w 3499"/>
                  <a:gd name="connsiteY1" fmla="*/ 807 h 4372"/>
                  <a:gd name="connsiteX2" fmla="*/ 0 w 3499"/>
                  <a:gd name="connsiteY2" fmla="*/ 4373 h 4372"/>
                  <a:gd name="connsiteX3" fmla="*/ 2625 w 3499"/>
                  <a:gd name="connsiteY3" fmla="*/ 4373 h 4372"/>
                  <a:gd name="connsiteX4" fmla="*/ 3500 w 3499"/>
                  <a:gd name="connsiteY4" fmla="*/ 2186 h 4372"/>
                  <a:gd name="connsiteX5" fmla="*/ 3500 w 3499"/>
                  <a:gd name="connsiteY5" fmla="*/ 34 h 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 h="4372">
                    <a:moveTo>
                      <a:pt x="1312" y="0"/>
                    </a:moveTo>
                    <a:lnTo>
                      <a:pt x="0" y="807"/>
                    </a:lnTo>
                    <a:lnTo>
                      <a:pt x="0" y="4373"/>
                    </a:lnTo>
                    <a:lnTo>
                      <a:pt x="2625" y="4373"/>
                    </a:lnTo>
                    <a:lnTo>
                      <a:pt x="3500" y="2186"/>
                    </a:lnTo>
                    <a:lnTo>
                      <a:pt x="3500" y="34"/>
                    </a:lnTo>
                    <a:close/>
                  </a:path>
                </a:pathLst>
              </a:custGeom>
              <a:grpFill/>
              <a:ln w="6350" cap="flat">
                <a:solidFill>
                  <a:schemeClr val="bg1"/>
                </a:solidFill>
                <a:prstDash val="solid"/>
                <a:miter/>
              </a:ln>
            </p:spPr>
            <p:txBody>
              <a:bodyPr rtlCol="0" anchor="ctr"/>
              <a:lstStyle/>
              <a:p>
                <a:endParaRPr lang="en-US"/>
              </a:p>
            </p:txBody>
          </p:sp>
          <p:sp>
            <p:nvSpPr>
              <p:cNvPr id="79" name="Freeform 918">
                <a:extLst>
                  <a:ext uri="{FF2B5EF4-FFF2-40B4-BE49-F238E27FC236}">
                    <a16:creationId xmlns:a16="http://schemas.microsoft.com/office/drawing/2014/main" id="{9B15A1C1-2A8A-10BF-AB4A-803987A0FAB3}"/>
                  </a:ext>
                </a:extLst>
              </p:cNvPr>
              <p:cNvSpPr/>
              <p:nvPr/>
            </p:nvSpPr>
            <p:spPr>
              <a:xfrm>
                <a:off x="6410213" y="3629178"/>
                <a:ext cx="9692" cy="12480"/>
              </a:xfrm>
              <a:custGeom>
                <a:avLst/>
                <a:gdLst>
                  <a:gd name="connsiteX0" fmla="*/ 371 w 9692"/>
                  <a:gd name="connsiteY0" fmla="*/ 2624 h 12480"/>
                  <a:gd name="connsiteX1" fmla="*/ 0 w 9692"/>
                  <a:gd name="connsiteY1" fmla="*/ 4777 h 12480"/>
                  <a:gd name="connsiteX2" fmla="*/ 606 w 9692"/>
                  <a:gd name="connsiteY2" fmla="*/ 6997 h 12480"/>
                  <a:gd name="connsiteX3" fmla="*/ 1178 w 9692"/>
                  <a:gd name="connsiteY3" fmla="*/ 8545 h 12480"/>
                  <a:gd name="connsiteX4" fmla="*/ 2490 w 9692"/>
                  <a:gd name="connsiteY4" fmla="*/ 9655 h 12480"/>
                  <a:gd name="connsiteX5" fmla="*/ 5318 w 9692"/>
                  <a:gd name="connsiteY5" fmla="*/ 10967 h 12480"/>
                  <a:gd name="connsiteX6" fmla="*/ 7606 w 9692"/>
                  <a:gd name="connsiteY6" fmla="*/ 12481 h 12480"/>
                  <a:gd name="connsiteX7" fmla="*/ 7943 w 9692"/>
                  <a:gd name="connsiteY7" fmla="*/ 11303 h 12480"/>
                  <a:gd name="connsiteX8" fmla="*/ 7943 w 9692"/>
                  <a:gd name="connsiteY8" fmla="*/ 9554 h 12480"/>
                  <a:gd name="connsiteX9" fmla="*/ 9693 w 9692"/>
                  <a:gd name="connsiteY9" fmla="*/ 5652 h 12480"/>
                  <a:gd name="connsiteX10" fmla="*/ 9693 w 9692"/>
                  <a:gd name="connsiteY10" fmla="*/ 2624 h 12480"/>
                  <a:gd name="connsiteX11" fmla="*/ 9154 w 9692"/>
                  <a:gd name="connsiteY11" fmla="*/ 1144 h 12480"/>
                  <a:gd name="connsiteX12" fmla="*/ 6967 w 9692"/>
                  <a:gd name="connsiteY12" fmla="*/ 0 h 12480"/>
                  <a:gd name="connsiteX13" fmla="*/ 3601 w 9692"/>
                  <a:gd name="connsiteY13" fmla="*/ 0 h 12480"/>
                  <a:gd name="connsiteX14" fmla="*/ 2726 w 9692"/>
                  <a:gd name="connsiteY14" fmla="*/ 1077 h 12480"/>
                  <a:gd name="connsiteX15" fmla="*/ 976 w 9692"/>
                  <a:gd name="connsiteY15" fmla="*/ 1850 h 12480"/>
                  <a:gd name="connsiteX16" fmla="*/ 371 w 9692"/>
                  <a:gd name="connsiteY16" fmla="*/ 262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2" h="12480">
                    <a:moveTo>
                      <a:pt x="371" y="2624"/>
                    </a:moveTo>
                    <a:lnTo>
                      <a:pt x="0" y="4777"/>
                    </a:lnTo>
                    <a:lnTo>
                      <a:pt x="606" y="6997"/>
                    </a:lnTo>
                    <a:lnTo>
                      <a:pt x="1178" y="8545"/>
                    </a:lnTo>
                    <a:lnTo>
                      <a:pt x="2490" y="9655"/>
                    </a:lnTo>
                    <a:lnTo>
                      <a:pt x="5318" y="10967"/>
                    </a:lnTo>
                    <a:lnTo>
                      <a:pt x="7606" y="12481"/>
                    </a:lnTo>
                    <a:cubicBezTo>
                      <a:pt x="7606" y="12481"/>
                      <a:pt x="7943" y="11740"/>
                      <a:pt x="7943" y="11303"/>
                    </a:cubicBezTo>
                    <a:cubicBezTo>
                      <a:pt x="7943" y="10866"/>
                      <a:pt x="7943" y="9554"/>
                      <a:pt x="7943" y="9554"/>
                    </a:cubicBezTo>
                    <a:lnTo>
                      <a:pt x="9693" y="5652"/>
                    </a:lnTo>
                    <a:lnTo>
                      <a:pt x="9693" y="2624"/>
                    </a:lnTo>
                    <a:lnTo>
                      <a:pt x="9154" y="1144"/>
                    </a:lnTo>
                    <a:lnTo>
                      <a:pt x="6967" y="0"/>
                    </a:lnTo>
                    <a:lnTo>
                      <a:pt x="3601" y="0"/>
                    </a:lnTo>
                    <a:lnTo>
                      <a:pt x="2726" y="1077"/>
                    </a:lnTo>
                    <a:lnTo>
                      <a:pt x="976" y="1850"/>
                    </a:lnTo>
                    <a:lnTo>
                      <a:pt x="371" y="2624"/>
                    </a:lnTo>
                    <a:close/>
                  </a:path>
                </a:pathLst>
              </a:custGeom>
              <a:grpFill/>
              <a:ln w="6350" cap="flat">
                <a:solidFill>
                  <a:schemeClr val="bg1"/>
                </a:solidFill>
                <a:prstDash val="solid"/>
                <a:miter/>
              </a:ln>
            </p:spPr>
            <p:txBody>
              <a:bodyPr rtlCol="0" anchor="ctr"/>
              <a:lstStyle/>
              <a:p>
                <a:endParaRPr lang="en-US"/>
              </a:p>
            </p:txBody>
          </p:sp>
          <p:sp>
            <p:nvSpPr>
              <p:cNvPr id="80" name="Freeform 919">
                <a:extLst>
                  <a:ext uri="{FF2B5EF4-FFF2-40B4-BE49-F238E27FC236}">
                    <a16:creationId xmlns:a16="http://schemas.microsoft.com/office/drawing/2014/main" id="{16AABC39-F298-309D-55B3-73F698C82704}"/>
                  </a:ext>
                </a:extLst>
              </p:cNvPr>
              <p:cNvSpPr/>
              <p:nvPr/>
            </p:nvSpPr>
            <p:spPr>
              <a:xfrm>
                <a:off x="6343913" y="3678359"/>
                <a:ext cx="3197" cy="3128"/>
              </a:xfrm>
              <a:custGeom>
                <a:avLst/>
                <a:gdLst>
                  <a:gd name="connsiteX0" fmla="*/ 0 w 3197"/>
                  <a:gd name="connsiteY0" fmla="*/ 1985 h 3128"/>
                  <a:gd name="connsiteX1" fmla="*/ 942 w 3197"/>
                  <a:gd name="connsiteY1" fmla="*/ 3129 h 3128"/>
                  <a:gd name="connsiteX2" fmla="*/ 2322 w 3197"/>
                  <a:gd name="connsiteY2" fmla="*/ 2557 h 3128"/>
                  <a:gd name="connsiteX3" fmla="*/ 3197 w 3197"/>
                  <a:gd name="connsiteY3" fmla="*/ 505 h 3128"/>
                  <a:gd name="connsiteX4" fmla="*/ 1615 w 3197"/>
                  <a:gd name="connsiteY4" fmla="*/ 0 h 3128"/>
                  <a:gd name="connsiteX5" fmla="*/ 808 w 3197"/>
                  <a:gd name="connsiteY5" fmla="*/ 1110 h 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 h="3128">
                    <a:moveTo>
                      <a:pt x="0" y="1985"/>
                    </a:moveTo>
                    <a:lnTo>
                      <a:pt x="942" y="3129"/>
                    </a:lnTo>
                    <a:lnTo>
                      <a:pt x="2322" y="2557"/>
                    </a:lnTo>
                    <a:lnTo>
                      <a:pt x="3197" y="505"/>
                    </a:lnTo>
                    <a:lnTo>
                      <a:pt x="1615" y="0"/>
                    </a:lnTo>
                    <a:lnTo>
                      <a:pt x="808" y="1110"/>
                    </a:lnTo>
                    <a:close/>
                  </a:path>
                </a:pathLst>
              </a:custGeom>
              <a:grpFill/>
              <a:ln w="6350" cap="flat">
                <a:solidFill>
                  <a:schemeClr val="bg1"/>
                </a:solidFill>
                <a:prstDash val="solid"/>
                <a:miter/>
              </a:ln>
            </p:spPr>
            <p:txBody>
              <a:bodyPr rtlCol="0" anchor="ctr"/>
              <a:lstStyle/>
              <a:p>
                <a:endParaRPr lang="en-US"/>
              </a:p>
            </p:txBody>
          </p:sp>
          <p:sp>
            <p:nvSpPr>
              <p:cNvPr id="81" name="Freeform 920">
                <a:extLst>
                  <a:ext uri="{FF2B5EF4-FFF2-40B4-BE49-F238E27FC236}">
                    <a16:creationId xmlns:a16="http://schemas.microsoft.com/office/drawing/2014/main" id="{AFC44383-1F4E-191E-14C5-57B4A0C84E72}"/>
                  </a:ext>
                </a:extLst>
              </p:cNvPr>
              <p:cNvSpPr/>
              <p:nvPr/>
            </p:nvSpPr>
            <p:spPr>
              <a:xfrm>
                <a:off x="6167900" y="3531690"/>
                <a:ext cx="3668" cy="4103"/>
              </a:xfrm>
              <a:custGeom>
                <a:avLst/>
                <a:gdLst>
                  <a:gd name="connsiteX0" fmla="*/ 0 w 3668"/>
                  <a:gd name="connsiteY0" fmla="*/ 1951 h 4103"/>
                  <a:gd name="connsiteX1" fmla="*/ 1716 w 3668"/>
                  <a:gd name="connsiteY1" fmla="*/ 4104 h 4103"/>
                  <a:gd name="connsiteX2" fmla="*/ 3669 w 3668"/>
                  <a:gd name="connsiteY2" fmla="*/ 1951 h 4103"/>
                  <a:gd name="connsiteX3" fmla="*/ 2928 w 3668"/>
                  <a:gd name="connsiteY3" fmla="*/ 0 h 4103"/>
                </a:gdLst>
                <a:ahLst/>
                <a:cxnLst>
                  <a:cxn ang="0">
                    <a:pos x="connsiteX0" y="connsiteY0"/>
                  </a:cxn>
                  <a:cxn ang="0">
                    <a:pos x="connsiteX1" y="connsiteY1"/>
                  </a:cxn>
                  <a:cxn ang="0">
                    <a:pos x="connsiteX2" y="connsiteY2"/>
                  </a:cxn>
                  <a:cxn ang="0">
                    <a:pos x="connsiteX3" y="connsiteY3"/>
                  </a:cxn>
                </a:cxnLst>
                <a:rect l="l" t="t" r="r" b="b"/>
                <a:pathLst>
                  <a:path w="3668" h="4103">
                    <a:moveTo>
                      <a:pt x="0" y="1951"/>
                    </a:moveTo>
                    <a:lnTo>
                      <a:pt x="1716" y="4104"/>
                    </a:lnTo>
                    <a:lnTo>
                      <a:pt x="3669" y="1951"/>
                    </a:lnTo>
                    <a:lnTo>
                      <a:pt x="2928" y="0"/>
                    </a:lnTo>
                    <a:close/>
                  </a:path>
                </a:pathLst>
              </a:custGeom>
              <a:grpFill/>
              <a:ln w="6350" cap="flat">
                <a:solidFill>
                  <a:schemeClr val="bg1"/>
                </a:solidFill>
                <a:prstDash val="solid"/>
                <a:miter/>
              </a:ln>
            </p:spPr>
            <p:txBody>
              <a:bodyPr rtlCol="0" anchor="ctr"/>
              <a:lstStyle/>
              <a:p>
                <a:endParaRPr lang="en-US"/>
              </a:p>
            </p:txBody>
          </p:sp>
          <p:sp>
            <p:nvSpPr>
              <p:cNvPr id="82" name="Freeform 921">
                <a:extLst>
                  <a:ext uri="{FF2B5EF4-FFF2-40B4-BE49-F238E27FC236}">
                    <a16:creationId xmlns:a16="http://schemas.microsoft.com/office/drawing/2014/main" id="{C8750A2F-29CE-C187-867F-7C0EA97498BD}"/>
                  </a:ext>
                </a:extLst>
              </p:cNvPr>
              <p:cNvSpPr/>
              <p:nvPr/>
            </p:nvSpPr>
            <p:spPr>
              <a:xfrm>
                <a:off x="6176482" y="3509993"/>
                <a:ext cx="5553" cy="6155"/>
              </a:xfrm>
              <a:custGeom>
                <a:avLst/>
                <a:gdLst>
                  <a:gd name="connsiteX0" fmla="*/ 0 w 5553"/>
                  <a:gd name="connsiteY0" fmla="*/ 3768 h 6155"/>
                  <a:gd name="connsiteX1" fmla="*/ 1043 w 5553"/>
                  <a:gd name="connsiteY1" fmla="*/ 5281 h 6155"/>
                  <a:gd name="connsiteX2" fmla="*/ 2759 w 5553"/>
                  <a:gd name="connsiteY2" fmla="*/ 6156 h 6155"/>
                  <a:gd name="connsiteX3" fmla="*/ 4342 w 5553"/>
                  <a:gd name="connsiteY3" fmla="*/ 6156 h 6155"/>
                  <a:gd name="connsiteX4" fmla="*/ 5553 w 5553"/>
                  <a:gd name="connsiteY4" fmla="*/ 3431 h 6155"/>
                  <a:gd name="connsiteX5" fmla="*/ 4712 w 5553"/>
                  <a:gd name="connsiteY5" fmla="*/ 1009 h 6155"/>
                  <a:gd name="connsiteX6" fmla="*/ 2861 w 5553"/>
                  <a:gd name="connsiteY6" fmla="*/ 0 h 6155"/>
                  <a:gd name="connsiteX7" fmla="*/ 673 w 5553"/>
                  <a:gd name="connsiteY7" fmla="*/ 875 h 6155"/>
                  <a:gd name="connsiteX8" fmla="*/ 0 w 5553"/>
                  <a:gd name="connsiteY8" fmla="*/ 2657 h 6155"/>
                  <a:gd name="connsiteX9" fmla="*/ 0 w 5553"/>
                  <a:gd name="connsiteY9" fmla="*/ 3768 h 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3" h="6155">
                    <a:moveTo>
                      <a:pt x="0" y="3768"/>
                    </a:moveTo>
                    <a:lnTo>
                      <a:pt x="1043" y="5281"/>
                    </a:lnTo>
                    <a:lnTo>
                      <a:pt x="2759" y="6156"/>
                    </a:lnTo>
                    <a:lnTo>
                      <a:pt x="4342" y="6156"/>
                    </a:lnTo>
                    <a:cubicBezTo>
                      <a:pt x="4342" y="6156"/>
                      <a:pt x="5553" y="3599"/>
                      <a:pt x="5553" y="3431"/>
                    </a:cubicBezTo>
                    <a:cubicBezTo>
                      <a:pt x="5553" y="3297"/>
                      <a:pt x="4813" y="1043"/>
                      <a:pt x="4712" y="1009"/>
                    </a:cubicBezTo>
                    <a:cubicBezTo>
                      <a:pt x="4611" y="975"/>
                      <a:pt x="2861" y="0"/>
                      <a:pt x="2861" y="0"/>
                    </a:cubicBezTo>
                    <a:lnTo>
                      <a:pt x="673" y="875"/>
                    </a:lnTo>
                    <a:lnTo>
                      <a:pt x="0" y="2657"/>
                    </a:lnTo>
                    <a:lnTo>
                      <a:pt x="0" y="3768"/>
                    </a:lnTo>
                    <a:close/>
                  </a:path>
                </a:pathLst>
              </a:custGeom>
              <a:grpFill/>
              <a:ln w="6350" cap="flat">
                <a:solidFill>
                  <a:schemeClr val="bg1"/>
                </a:solidFill>
                <a:prstDash val="solid"/>
                <a:miter/>
              </a:ln>
            </p:spPr>
            <p:txBody>
              <a:bodyPr rtlCol="0" anchor="ctr"/>
              <a:lstStyle/>
              <a:p>
                <a:endParaRPr lang="en-US"/>
              </a:p>
            </p:txBody>
          </p:sp>
          <p:sp>
            <p:nvSpPr>
              <p:cNvPr id="83" name="Freeform 922">
                <a:extLst>
                  <a:ext uri="{FF2B5EF4-FFF2-40B4-BE49-F238E27FC236}">
                    <a16:creationId xmlns:a16="http://schemas.microsoft.com/office/drawing/2014/main" id="{DD47C0AC-4101-44B1-5CC9-56D7950A9AAD}"/>
                  </a:ext>
                </a:extLst>
              </p:cNvPr>
              <p:cNvSpPr/>
              <p:nvPr/>
            </p:nvSpPr>
            <p:spPr>
              <a:xfrm>
                <a:off x="6171345" y="3477343"/>
                <a:ext cx="21604" cy="21248"/>
              </a:xfrm>
              <a:custGeom>
                <a:avLst/>
                <a:gdLst>
                  <a:gd name="connsiteX0" fmla="*/ 10185 w 21604"/>
                  <a:gd name="connsiteY0" fmla="*/ 13812 h 21248"/>
                  <a:gd name="connsiteX1" fmla="*/ 8906 w 21604"/>
                  <a:gd name="connsiteY1" fmla="*/ 17108 h 21248"/>
                  <a:gd name="connsiteX2" fmla="*/ 9478 w 21604"/>
                  <a:gd name="connsiteY2" fmla="*/ 19967 h 21248"/>
                  <a:gd name="connsiteX3" fmla="*/ 15166 w 21604"/>
                  <a:gd name="connsiteY3" fmla="*/ 21010 h 21248"/>
                  <a:gd name="connsiteX4" fmla="*/ 19507 w 21604"/>
                  <a:gd name="connsiteY4" fmla="*/ 15695 h 21248"/>
                  <a:gd name="connsiteX5" fmla="*/ 19507 w 21604"/>
                  <a:gd name="connsiteY5" fmla="*/ 11625 h 21248"/>
                  <a:gd name="connsiteX6" fmla="*/ 19945 w 21604"/>
                  <a:gd name="connsiteY6" fmla="*/ 9438 h 21248"/>
                  <a:gd name="connsiteX7" fmla="*/ 21526 w 21604"/>
                  <a:gd name="connsiteY7" fmla="*/ 4729 h 21248"/>
                  <a:gd name="connsiteX8" fmla="*/ 21526 w 21604"/>
                  <a:gd name="connsiteY8" fmla="*/ 1836 h 21248"/>
                  <a:gd name="connsiteX9" fmla="*/ 17387 w 21604"/>
                  <a:gd name="connsiteY9" fmla="*/ 826 h 21248"/>
                  <a:gd name="connsiteX10" fmla="*/ 13819 w 21604"/>
                  <a:gd name="connsiteY10" fmla="*/ 86 h 21248"/>
                  <a:gd name="connsiteX11" fmla="*/ 7896 w 21604"/>
                  <a:gd name="connsiteY11" fmla="*/ 2609 h 21248"/>
                  <a:gd name="connsiteX12" fmla="*/ 6281 w 21604"/>
                  <a:gd name="connsiteY12" fmla="*/ 3686 h 21248"/>
                  <a:gd name="connsiteX13" fmla="*/ 5541 w 21604"/>
                  <a:gd name="connsiteY13" fmla="*/ 4830 h 21248"/>
                  <a:gd name="connsiteX14" fmla="*/ 1569 w 21604"/>
                  <a:gd name="connsiteY14" fmla="*/ 4830 h 21248"/>
                  <a:gd name="connsiteX15" fmla="*/ 761 w 21604"/>
                  <a:gd name="connsiteY15" fmla="*/ 5704 h 21248"/>
                  <a:gd name="connsiteX16" fmla="*/ 55 w 21604"/>
                  <a:gd name="connsiteY16" fmla="*/ 8025 h 21248"/>
                  <a:gd name="connsiteX17" fmla="*/ 324 w 21604"/>
                  <a:gd name="connsiteY17" fmla="*/ 11725 h 21248"/>
                  <a:gd name="connsiteX18" fmla="*/ 2344 w 21604"/>
                  <a:gd name="connsiteY18" fmla="*/ 12870 h 21248"/>
                  <a:gd name="connsiteX19" fmla="*/ 5810 w 21604"/>
                  <a:gd name="connsiteY19" fmla="*/ 11120 h 21248"/>
                  <a:gd name="connsiteX20" fmla="*/ 7863 w 21604"/>
                  <a:gd name="connsiteY20" fmla="*/ 9977 h 21248"/>
                  <a:gd name="connsiteX21" fmla="*/ 9445 w 21604"/>
                  <a:gd name="connsiteY21" fmla="*/ 10548 h 21248"/>
                  <a:gd name="connsiteX22" fmla="*/ 10320 w 21604"/>
                  <a:gd name="connsiteY22" fmla="*/ 11558 h 21248"/>
                  <a:gd name="connsiteX23" fmla="*/ 10320 w 21604"/>
                  <a:gd name="connsiteY23" fmla="*/ 13508 h 21248"/>
                  <a:gd name="connsiteX24" fmla="*/ 10185 w 21604"/>
                  <a:gd name="connsiteY24" fmla="*/ 13812 h 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04" h="21248">
                    <a:moveTo>
                      <a:pt x="10185" y="13812"/>
                    </a:moveTo>
                    <a:lnTo>
                      <a:pt x="8906" y="17108"/>
                    </a:lnTo>
                    <a:cubicBezTo>
                      <a:pt x="8906" y="17108"/>
                      <a:pt x="7829" y="18285"/>
                      <a:pt x="9478" y="19967"/>
                    </a:cubicBezTo>
                    <a:cubicBezTo>
                      <a:pt x="11127" y="21616"/>
                      <a:pt x="14863" y="21313"/>
                      <a:pt x="15166" y="21010"/>
                    </a:cubicBezTo>
                    <a:cubicBezTo>
                      <a:pt x="15435" y="20707"/>
                      <a:pt x="19507" y="15695"/>
                      <a:pt x="19507" y="15695"/>
                    </a:cubicBezTo>
                    <a:cubicBezTo>
                      <a:pt x="19507" y="15695"/>
                      <a:pt x="19205" y="12196"/>
                      <a:pt x="19507" y="11625"/>
                    </a:cubicBezTo>
                    <a:cubicBezTo>
                      <a:pt x="19776" y="11053"/>
                      <a:pt x="19945" y="9438"/>
                      <a:pt x="19945" y="9438"/>
                    </a:cubicBezTo>
                    <a:cubicBezTo>
                      <a:pt x="19945" y="9438"/>
                      <a:pt x="21459" y="5031"/>
                      <a:pt x="21526" y="4729"/>
                    </a:cubicBezTo>
                    <a:cubicBezTo>
                      <a:pt x="21594" y="4426"/>
                      <a:pt x="21661" y="1970"/>
                      <a:pt x="21526" y="1836"/>
                    </a:cubicBezTo>
                    <a:cubicBezTo>
                      <a:pt x="21392" y="1701"/>
                      <a:pt x="17690" y="826"/>
                      <a:pt x="17387" y="826"/>
                    </a:cubicBezTo>
                    <a:cubicBezTo>
                      <a:pt x="17084" y="826"/>
                      <a:pt x="14863" y="-317"/>
                      <a:pt x="13819" y="86"/>
                    </a:cubicBezTo>
                    <a:cubicBezTo>
                      <a:pt x="12810" y="524"/>
                      <a:pt x="8367" y="2273"/>
                      <a:pt x="7896" y="2609"/>
                    </a:cubicBezTo>
                    <a:cubicBezTo>
                      <a:pt x="7459" y="2979"/>
                      <a:pt x="6281" y="3686"/>
                      <a:pt x="6281" y="3686"/>
                    </a:cubicBezTo>
                    <a:cubicBezTo>
                      <a:pt x="6281" y="3686"/>
                      <a:pt x="6147" y="4561"/>
                      <a:pt x="5541" y="4830"/>
                    </a:cubicBezTo>
                    <a:cubicBezTo>
                      <a:pt x="4968" y="5132"/>
                      <a:pt x="1569" y="4830"/>
                      <a:pt x="1569" y="4830"/>
                    </a:cubicBezTo>
                    <a:cubicBezTo>
                      <a:pt x="1569" y="4830"/>
                      <a:pt x="1065" y="5402"/>
                      <a:pt x="761" y="5704"/>
                    </a:cubicBezTo>
                    <a:cubicBezTo>
                      <a:pt x="459" y="6007"/>
                      <a:pt x="55" y="8025"/>
                      <a:pt x="55" y="8025"/>
                    </a:cubicBezTo>
                    <a:cubicBezTo>
                      <a:pt x="55" y="8025"/>
                      <a:pt x="-181" y="11490"/>
                      <a:pt x="324" y="11725"/>
                    </a:cubicBezTo>
                    <a:cubicBezTo>
                      <a:pt x="829" y="11928"/>
                      <a:pt x="1637" y="13105"/>
                      <a:pt x="2344" y="12870"/>
                    </a:cubicBezTo>
                    <a:cubicBezTo>
                      <a:pt x="3050" y="12667"/>
                      <a:pt x="4968" y="11725"/>
                      <a:pt x="5810" y="11120"/>
                    </a:cubicBezTo>
                    <a:cubicBezTo>
                      <a:pt x="6685" y="10548"/>
                      <a:pt x="7425" y="9876"/>
                      <a:pt x="7863" y="9977"/>
                    </a:cubicBezTo>
                    <a:cubicBezTo>
                      <a:pt x="8267" y="10043"/>
                      <a:pt x="9445" y="10548"/>
                      <a:pt x="9445" y="10548"/>
                    </a:cubicBezTo>
                    <a:lnTo>
                      <a:pt x="10320" y="11558"/>
                    </a:lnTo>
                    <a:lnTo>
                      <a:pt x="10320" y="13508"/>
                    </a:lnTo>
                    <a:lnTo>
                      <a:pt x="10185" y="13812"/>
                    </a:lnTo>
                    <a:close/>
                  </a:path>
                </a:pathLst>
              </a:custGeom>
              <a:grpFill/>
              <a:ln w="6350" cap="flat">
                <a:solidFill>
                  <a:schemeClr val="bg1"/>
                </a:solidFill>
                <a:prstDash val="solid"/>
                <a:miter/>
              </a:ln>
            </p:spPr>
            <p:txBody>
              <a:bodyPr rtlCol="0" anchor="ctr"/>
              <a:lstStyle/>
              <a:p>
                <a:endParaRPr lang="en-US"/>
              </a:p>
            </p:txBody>
          </p:sp>
        </p:grpSp>
      </p:grpSp>
      <p:sp>
        <p:nvSpPr>
          <p:cNvPr id="130" name="Rectangle 44">
            <a:extLst>
              <a:ext uri="{FF2B5EF4-FFF2-40B4-BE49-F238E27FC236}">
                <a16:creationId xmlns:a16="http://schemas.microsoft.com/office/drawing/2014/main" id="{2FFA00A0-4CE8-CA1D-14FB-9A0940BC1874}"/>
              </a:ext>
            </a:extLst>
          </p:cNvPr>
          <p:cNvSpPr>
            <a:spLocks noChangeArrowheads="1"/>
          </p:cNvSpPr>
          <p:nvPr/>
        </p:nvSpPr>
        <p:spPr bwMode="auto">
          <a:xfrm>
            <a:off x="6892622" y="3212721"/>
            <a:ext cx="596613"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Xinjiang</a:t>
            </a:r>
          </a:p>
        </p:txBody>
      </p:sp>
      <p:sp>
        <p:nvSpPr>
          <p:cNvPr id="131" name="Rectangle 45">
            <a:extLst>
              <a:ext uri="{FF2B5EF4-FFF2-40B4-BE49-F238E27FC236}">
                <a16:creationId xmlns:a16="http://schemas.microsoft.com/office/drawing/2014/main" id="{2AA3AEAA-FC45-3645-5C89-79A47122732F}"/>
              </a:ext>
            </a:extLst>
          </p:cNvPr>
          <p:cNvSpPr>
            <a:spLocks noChangeArrowheads="1"/>
          </p:cNvSpPr>
          <p:nvPr/>
        </p:nvSpPr>
        <p:spPr bwMode="auto">
          <a:xfrm>
            <a:off x="6982402" y="4504274"/>
            <a:ext cx="364166"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Tibet</a:t>
            </a:r>
          </a:p>
        </p:txBody>
      </p:sp>
      <p:sp>
        <p:nvSpPr>
          <p:cNvPr id="132" name="Rectangle 47">
            <a:extLst>
              <a:ext uri="{FF2B5EF4-FFF2-40B4-BE49-F238E27FC236}">
                <a16:creationId xmlns:a16="http://schemas.microsoft.com/office/drawing/2014/main" id="{0A217413-2304-E38F-010E-6BAE69EEF4BF}"/>
              </a:ext>
            </a:extLst>
          </p:cNvPr>
          <p:cNvSpPr>
            <a:spLocks noChangeArrowheads="1"/>
          </p:cNvSpPr>
          <p:nvPr/>
        </p:nvSpPr>
        <p:spPr bwMode="auto">
          <a:xfrm>
            <a:off x="7925980" y="4083543"/>
            <a:ext cx="569496"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Qinghai</a:t>
            </a:r>
          </a:p>
        </p:txBody>
      </p:sp>
      <p:sp>
        <p:nvSpPr>
          <p:cNvPr id="133" name="Rectangle 48">
            <a:extLst>
              <a:ext uri="{FF2B5EF4-FFF2-40B4-BE49-F238E27FC236}">
                <a16:creationId xmlns:a16="http://schemas.microsoft.com/office/drawing/2014/main" id="{E3CD75AC-67A8-9957-7BF6-933EB43F5763}"/>
              </a:ext>
            </a:extLst>
          </p:cNvPr>
          <p:cNvSpPr>
            <a:spLocks noChangeArrowheads="1"/>
          </p:cNvSpPr>
          <p:nvPr/>
        </p:nvSpPr>
        <p:spPr bwMode="auto">
          <a:xfrm>
            <a:off x="8025913" y="3495347"/>
            <a:ext cx="476517"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Gansu</a:t>
            </a:r>
          </a:p>
        </p:txBody>
      </p:sp>
      <p:sp>
        <p:nvSpPr>
          <p:cNvPr id="134" name="Rectangle 51">
            <a:extLst>
              <a:ext uri="{FF2B5EF4-FFF2-40B4-BE49-F238E27FC236}">
                <a16:creationId xmlns:a16="http://schemas.microsoft.com/office/drawing/2014/main" id="{480A61B0-B606-A704-ECA3-87BBC728B6C1}"/>
              </a:ext>
            </a:extLst>
          </p:cNvPr>
          <p:cNvSpPr>
            <a:spLocks noChangeArrowheads="1"/>
          </p:cNvSpPr>
          <p:nvPr/>
        </p:nvSpPr>
        <p:spPr bwMode="auto">
          <a:xfrm>
            <a:off x="8969569" y="3983987"/>
            <a:ext cx="554000"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Ningxia</a:t>
            </a:r>
          </a:p>
        </p:txBody>
      </p:sp>
      <p:sp>
        <p:nvSpPr>
          <p:cNvPr id="135" name="Rectangle 52">
            <a:extLst>
              <a:ext uri="{FF2B5EF4-FFF2-40B4-BE49-F238E27FC236}">
                <a16:creationId xmlns:a16="http://schemas.microsoft.com/office/drawing/2014/main" id="{0F48D6A9-51D7-65D7-0AC9-02D8D4E7817A}"/>
              </a:ext>
            </a:extLst>
          </p:cNvPr>
          <p:cNvSpPr>
            <a:spLocks noChangeArrowheads="1"/>
          </p:cNvSpPr>
          <p:nvPr/>
        </p:nvSpPr>
        <p:spPr bwMode="auto">
          <a:xfrm>
            <a:off x="9646092" y="3940175"/>
            <a:ext cx="503634"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Shanxi</a:t>
            </a:r>
          </a:p>
        </p:txBody>
      </p:sp>
      <p:sp>
        <p:nvSpPr>
          <p:cNvPr id="136" name="Rectangle 53">
            <a:extLst>
              <a:ext uri="{FF2B5EF4-FFF2-40B4-BE49-F238E27FC236}">
                <a16:creationId xmlns:a16="http://schemas.microsoft.com/office/drawing/2014/main" id="{4558D4DF-4B95-01AC-2EDF-53FE6ECE533F}"/>
              </a:ext>
            </a:extLst>
          </p:cNvPr>
          <p:cNvSpPr>
            <a:spLocks noChangeArrowheads="1"/>
          </p:cNvSpPr>
          <p:nvPr/>
        </p:nvSpPr>
        <p:spPr bwMode="auto">
          <a:xfrm>
            <a:off x="10236490" y="3538982"/>
            <a:ext cx="511382" cy="161583"/>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50" u="none" strike="noStrike" kern="0" cap="none" spc="0" normalizeH="0" baseline="0" noProof="0" dirty="0">
                <a:ln>
                  <a:noFill/>
                </a:ln>
                <a:solidFill>
                  <a:srgbClr val="BB3023"/>
                </a:solidFill>
                <a:effectLst/>
                <a:uLnTx/>
                <a:uFillTx/>
                <a:latin typeface="Alibaba PuHuiTi Medium" pitchFamily="18" charset="-122"/>
                <a:ea typeface="Alibaba PuHuiTi Medium" pitchFamily="18" charset="-122"/>
                <a:cs typeface="Alibaba PuHuiTi Medium" pitchFamily="18" charset="-122"/>
              </a:rPr>
              <a:t>Beijing</a:t>
            </a:r>
          </a:p>
        </p:txBody>
      </p:sp>
      <p:sp>
        <p:nvSpPr>
          <p:cNvPr id="137" name="Rectangle 54">
            <a:extLst>
              <a:ext uri="{FF2B5EF4-FFF2-40B4-BE49-F238E27FC236}">
                <a16:creationId xmlns:a16="http://schemas.microsoft.com/office/drawing/2014/main" id="{481175A0-A2F3-2A6A-411E-1F88F9054E90}"/>
              </a:ext>
            </a:extLst>
          </p:cNvPr>
          <p:cNvSpPr>
            <a:spLocks noChangeArrowheads="1"/>
          </p:cNvSpPr>
          <p:nvPr/>
        </p:nvSpPr>
        <p:spPr bwMode="auto">
          <a:xfrm>
            <a:off x="10039389" y="3836623"/>
            <a:ext cx="418404" cy="161583"/>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50" u="none" strike="noStrike" kern="0" cap="none" spc="0" normalizeH="0" baseline="0" noProof="0" dirty="0">
                <a:ln>
                  <a:noFill/>
                </a:ln>
                <a:solidFill>
                  <a:srgbClr val="BB3023"/>
                </a:solidFill>
                <a:effectLst/>
                <a:uLnTx/>
                <a:uFillTx/>
                <a:latin typeface="Alibaba PuHuiTi Medium" pitchFamily="18" charset="-122"/>
                <a:ea typeface="Alibaba PuHuiTi Medium" pitchFamily="18" charset="-122"/>
                <a:cs typeface="Alibaba PuHuiTi Medium" pitchFamily="18" charset="-122"/>
              </a:rPr>
              <a:t>Hebei</a:t>
            </a:r>
          </a:p>
        </p:txBody>
      </p:sp>
      <p:sp>
        <p:nvSpPr>
          <p:cNvPr id="138" name="Rectangle 55">
            <a:extLst>
              <a:ext uri="{FF2B5EF4-FFF2-40B4-BE49-F238E27FC236}">
                <a16:creationId xmlns:a16="http://schemas.microsoft.com/office/drawing/2014/main" id="{6E5B3F42-F060-44C9-A6CE-BFD5D29F4F0E}"/>
              </a:ext>
            </a:extLst>
          </p:cNvPr>
          <p:cNvSpPr>
            <a:spLocks noChangeArrowheads="1"/>
          </p:cNvSpPr>
          <p:nvPr/>
        </p:nvSpPr>
        <p:spPr bwMode="auto">
          <a:xfrm>
            <a:off x="10226603" y="4080226"/>
            <a:ext cx="747707"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Shandong</a:t>
            </a:r>
          </a:p>
        </p:txBody>
      </p:sp>
      <p:sp>
        <p:nvSpPr>
          <p:cNvPr id="139" name="Rectangle 56">
            <a:extLst>
              <a:ext uri="{FF2B5EF4-FFF2-40B4-BE49-F238E27FC236}">
                <a16:creationId xmlns:a16="http://schemas.microsoft.com/office/drawing/2014/main" id="{94874969-8A2D-AEF7-DE7F-A49A5E915D0A}"/>
              </a:ext>
            </a:extLst>
          </p:cNvPr>
          <p:cNvSpPr>
            <a:spLocks noChangeArrowheads="1"/>
          </p:cNvSpPr>
          <p:nvPr/>
        </p:nvSpPr>
        <p:spPr bwMode="auto">
          <a:xfrm>
            <a:off x="9780085" y="4424953"/>
            <a:ext cx="468769"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Heinan</a:t>
            </a:r>
          </a:p>
        </p:txBody>
      </p:sp>
      <p:sp>
        <p:nvSpPr>
          <p:cNvPr id="140" name="Rectangle 57">
            <a:extLst>
              <a:ext uri="{FF2B5EF4-FFF2-40B4-BE49-F238E27FC236}">
                <a16:creationId xmlns:a16="http://schemas.microsoft.com/office/drawing/2014/main" id="{8B1855BE-6FC6-A4EA-A724-1618C910C32D}"/>
              </a:ext>
            </a:extLst>
          </p:cNvPr>
          <p:cNvSpPr>
            <a:spLocks noChangeArrowheads="1"/>
          </p:cNvSpPr>
          <p:nvPr/>
        </p:nvSpPr>
        <p:spPr bwMode="auto">
          <a:xfrm>
            <a:off x="10623147" y="4474278"/>
            <a:ext cx="577245" cy="161583"/>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50" b="1" baseline="0" dirty="0">
                <a:solidFill>
                  <a:srgbClr val="BB3023"/>
                </a:solidFill>
                <a:latin typeface="Alibaba PuHuiTi Medium" pitchFamily="18" charset="-122"/>
                <a:ea typeface="Alibaba PuHuiTi Medium" pitchFamily="18" charset="-122"/>
                <a:cs typeface="Alibaba PuHuiTi Medium" pitchFamily="18" charset="-122"/>
              </a:rPr>
              <a:t>Jiangsu</a:t>
            </a:r>
          </a:p>
        </p:txBody>
      </p:sp>
      <p:sp>
        <p:nvSpPr>
          <p:cNvPr id="141" name="Rectangle 58">
            <a:extLst>
              <a:ext uri="{FF2B5EF4-FFF2-40B4-BE49-F238E27FC236}">
                <a16:creationId xmlns:a16="http://schemas.microsoft.com/office/drawing/2014/main" id="{6FA36FFF-029C-FF66-55B0-EEE77D3EE7BE}"/>
              </a:ext>
            </a:extLst>
          </p:cNvPr>
          <p:cNvSpPr>
            <a:spLocks noChangeArrowheads="1"/>
          </p:cNvSpPr>
          <p:nvPr/>
        </p:nvSpPr>
        <p:spPr bwMode="auto">
          <a:xfrm>
            <a:off x="9230995" y="4446276"/>
            <a:ext cx="588865"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Shaanxi</a:t>
            </a:r>
          </a:p>
        </p:txBody>
      </p:sp>
      <p:sp>
        <p:nvSpPr>
          <p:cNvPr id="142" name="Rectangle 59">
            <a:extLst>
              <a:ext uri="{FF2B5EF4-FFF2-40B4-BE49-F238E27FC236}">
                <a16:creationId xmlns:a16="http://schemas.microsoft.com/office/drawing/2014/main" id="{1B230831-188A-698C-588D-68B5BD1CAE8D}"/>
              </a:ext>
            </a:extLst>
          </p:cNvPr>
          <p:cNvSpPr>
            <a:spLocks noChangeArrowheads="1"/>
          </p:cNvSpPr>
          <p:nvPr/>
        </p:nvSpPr>
        <p:spPr bwMode="auto">
          <a:xfrm>
            <a:off x="9693565" y="4829189"/>
            <a:ext cx="426153"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Hubei</a:t>
            </a:r>
          </a:p>
        </p:txBody>
      </p:sp>
      <p:sp>
        <p:nvSpPr>
          <p:cNvPr id="143" name="Rectangle 60">
            <a:extLst>
              <a:ext uri="{FF2B5EF4-FFF2-40B4-BE49-F238E27FC236}">
                <a16:creationId xmlns:a16="http://schemas.microsoft.com/office/drawing/2014/main" id="{BE8FC7D7-A56F-87DD-9B6C-EE83D24CB65E}"/>
              </a:ext>
            </a:extLst>
          </p:cNvPr>
          <p:cNvSpPr>
            <a:spLocks noChangeArrowheads="1"/>
          </p:cNvSpPr>
          <p:nvPr/>
        </p:nvSpPr>
        <p:spPr bwMode="auto">
          <a:xfrm>
            <a:off x="10257115" y="4691030"/>
            <a:ext cx="433900"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Anhui</a:t>
            </a:r>
          </a:p>
        </p:txBody>
      </p:sp>
      <p:sp>
        <p:nvSpPr>
          <p:cNvPr id="144" name="Rectangle 61">
            <a:extLst>
              <a:ext uri="{FF2B5EF4-FFF2-40B4-BE49-F238E27FC236}">
                <a16:creationId xmlns:a16="http://schemas.microsoft.com/office/drawing/2014/main" id="{E5499863-DFFE-260B-3B01-CB333682565C}"/>
              </a:ext>
            </a:extLst>
          </p:cNvPr>
          <p:cNvSpPr>
            <a:spLocks noChangeArrowheads="1"/>
          </p:cNvSpPr>
          <p:nvPr/>
        </p:nvSpPr>
        <p:spPr bwMode="auto">
          <a:xfrm>
            <a:off x="10885192" y="4710222"/>
            <a:ext cx="689595" cy="161583"/>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50" b="1" baseline="0" dirty="0">
                <a:solidFill>
                  <a:srgbClr val="BB3023"/>
                </a:solidFill>
                <a:latin typeface="Alibaba PuHuiTi Medium" pitchFamily="18" charset="-122"/>
                <a:ea typeface="Alibaba PuHuiTi Medium" pitchFamily="18" charset="-122"/>
                <a:cs typeface="Alibaba PuHuiTi Medium" pitchFamily="18" charset="-122"/>
              </a:rPr>
              <a:t>Shanghai</a:t>
            </a:r>
          </a:p>
        </p:txBody>
      </p:sp>
      <p:sp>
        <p:nvSpPr>
          <p:cNvPr id="145" name="Rectangle 62">
            <a:extLst>
              <a:ext uri="{FF2B5EF4-FFF2-40B4-BE49-F238E27FC236}">
                <a16:creationId xmlns:a16="http://schemas.microsoft.com/office/drawing/2014/main" id="{31B1D226-00F6-6064-28EE-0A98CE0A8D59}"/>
              </a:ext>
            </a:extLst>
          </p:cNvPr>
          <p:cNvSpPr>
            <a:spLocks noChangeArrowheads="1"/>
          </p:cNvSpPr>
          <p:nvPr/>
        </p:nvSpPr>
        <p:spPr bwMode="auto">
          <a:xfrm>
            <a:off x="10113557" y="5109935"/>
            <a:ext cx="526878"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Jiangxi</a:t>
            </a:r>
          </a:p>
        </p:txBody>
      </p:sp>
      <p:sp>
        <p:nvSpPr>
          <p:cNvPr id="146" name="Rectangle 63">
            <a:extLst>
              <a:ext uri="{FF2B5EF4-FFF2-40B4-BE49-F238E27FC236}">
                <a16:creationId xmlns:a16="http://schemas.microsoft.com/office/drawing/2014/main" id="{D091B9BD-0C0C-70B6-7EB1-C206D95DA001}"/>
              </a:ext>
            </a:extLst>
          </p:cNvPr>
          <p:cNvSpPr>
            <a:spLocks noChangeArrowheads="1"/>
          </p:cNvSpPr>
          <p:nvPr/>
        </p:nvSpPr>
        <p:spPr bwMode="auto">
          <a:xfrm>
            <a:off x="10485473" y="5289089"/>
            <a:ext cx="449398"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Fujian</a:t>
            </a:r>
          </a:p>
        </p:txBody>
      </p:sp>
      <p:sp>
        <p:nvSpPr>
          <p:cNvPr id="147" name="Rectangle 64">
            <a:extLst>
              <a:ext uri="{FF2B5EF4-FFF2-40B4-BE49-F238E27FC236}">
                <a16:creationId xmlns:a16="http://schemas.microsoft.com/office/drawing/2014/main" id="{B5008AA8-8F1E-245D-DB35-98BE1741A358}"/>
              </a:ext>
            </a:extLst>
          </p:cNvPr>
          <p:cNvSpPr>
            <a:spLocks noChangeArrowheads="1"/>
          </p:cNvSpPr>
          <p:nvPr/>
        </p:nvSpPr>
        <p:spPr bwMode="auto">
          <a:xfrm>
            <a:off x="10657603" y="4995577"/>
            <a:ext cx="627606" cy="161583"/>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50" b="1" baseline="0" dirty="0">
                <a:solidFill>
                  <a:srgbClr val="BB3023"/>
                </a:solidFill>
                <a:latin typeface="Alibaba PuHuiTi Medium" pitchFamily="18" charset="-122"/>
                <a:ea typeface="Alibaba PuHuiTi Medium" pitchFamily="18" charset="-122"/>
                <a:cs typeface="Alibaba PuHuiTi Medium" pitchFamily="18" charset="-122"/>
              </a:rPr>
              <a:t>Zhejiang</a:t>
            </a:r>
          </a:p>
        </p:txBody>
      </p:sp>
      <p:sp>
        <p:nvSpPr>
          <p:cNvPr id="148" name="Rectangle 65">
            <a:extLst>
              <a:ext uri="{FF2B5EF4-FFF2-40B4-BE49-F238E27FC236}">
                <a16:creationId xmlns:a16="http://schemas.microsoft.com/office/drawing/2014/main" id="{3E687E87-A6F0-4917-18F8-B683521E4D20}"/>
              </a:ext>
            </a:extLst>
          </p:cNvPr>
          <p:cNvSpPr>
            <a:spLocks noChangeArrowheads="1"/>
          </p:cNvSpPr>
          <p:nvPr/>
        </p:nvSpPr>
        <p:spPr bwMode="auto">
          <a:xfrm>
            <a:off x="8536875" y="4769547"/>
            <a:ext cx="596613" cy="161583"/>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50" u="none" strike="noStrike" kern="0" cap="none" spc="0" normalizeH="0" baseline="0" noProof="0" dirty="0">
                <a:ln>
                  <a:noFill/>
                </a:ln>
                <a:solidFill>
                  <a:srgbClr val="BB3023"/>
                </a:solidFill>
                <a:effectLst/>
                <a:uLnTx/>
                <a:uFillTx/>
                <a:latin typeface="Alibaba PuHuiTi Medium" pitchFamily="18" charset="-122"/>
                <a:ea typeface="Alibaba PuHuiTi Medium" pitchFamily="18" charset="-122"/>
                <a:cs typeface="Alibaba PuHuiTi Medium" pitchFamily="18" charset="-122"/>
              </a:rPr>
              <a:t>Sichuan</a:t>
            </a:r>
          </a:p>
        </p:txBody>
      </p:sp>
      <p:sp>
        <p:nvSpPr>
          <p:cNvPr id="149" name="Rectangle 66">
            <a:extLst>
              <a:ext uri="{FF2B5EF4-FFF2-40B4-BE49-F238E27FC236}">
                <a16:creationId xmlns:a16="http://schemas.microsoft.com/office/drawing/2014/main" id="{7ED4704F-959D-650A-1F61-441B956DF085}"/>
              </a:ext>
            </a:extLst>
          </p:cNvPr>
          <p:cNvSpPr>
            <a:spLocks noChangeArrowheads="1"/>
          </p:cNvSpPr>
          <p:nvPr/>
        </p:nvSpPr>
        <p:spPr bwMode="auto">
          <a:xfrm>
            <a:off x="8977087" y="4967345"/>
            <a:ext cx="805818"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Chongqing</a:t>
            </a:r>
          </a:p>
        </p:txBody>
      </p:sp>
      <p:sp>
        <p:nvSpPr>
          <p:cNvPr id="150" name="Rectangle 67">
            <a:extLst>
              <a:ext uri="{FF2B5EF4-FFF2-40B4-BE49-F238E27FC236}">
                <a16:creationId xmlns:a16="http://schemas.microsoft.com/office/drawing/2014/main" id="{B2EE589D-8D4D-3B02-4C8D-FAECDCE8C1A4}"/>
              </a:ext>
            </a:extLst>
          </p:cNvPr>
          <p:cNvSpPr>
            <a:spLocks noChangeArrowheads="1"/>
          </p:cNvSpPr>
          <p:nvPr/>
        </p:nvSpPr>
        <p:spPr bwMode="auto">
          <a:xfrm>
            <a:off x="9620232" y="5239518"/>
            <a:ext cx="476517"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Hunan</a:t>
            </a:r>
          </a:p>
        </p:txBody>
      </p:sp>
      <p:sp>
        <p:nvSpPr>
          <p:cNvPr id="151" name="Rectangle 68">
            <a:extLst>
              <a:ext uri="{FF2B5EF4-FFF2-40B4-BE49-F238E27FC236}">
                <a16:creationId xmlns:a16="http://schemas.microsoft.com/office/drawing/2014/main" id="{9476FD53-2058-BDB2-4942-5D6A07260862}"/>
              </a:ext>
            </a:extLst>
          </p:cNvPr>
          <p:cNvSpPr>
            <a:spLocks noChangeArrowheads="1"/>
          </p:cNvSpPr>
          <p:nvPr/>
        </p:nvSpPr>
        <p:spPr bwMode="auto">
          <a:xfrm>
            <a:off x="9026607" y="5412354"/>
            <a:ext cx="612108"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Guizhou</a:t>
            </a:r>
          </a:p>
        </p:txBody>
      </p:sp>
      <p:sp>
        <p:nvSpPr>
          <p:cNvPr id="152" name="Rectangle 69">
            <a:extLst>
              <a:ext uri="{FF2B5EF4-FFF2-40B4-BE49-F238E27FC236}">
                <a16:creationId xmlns:a16="http://schemas.microsoft.com/office/drawing/2014/main" id="{A55DD620-486F-06CE-7E48-D25F5FE9B726}"/>
              </a:ext>
            </a:extLst>
          </p:cNvPr>
          <p:cNvSpPr>
            <a:spLocks noChangeArrowheads="1"/>
          </p:cNvSpPr>
          <p:nvPr/>
        </p:nvSpPr>
        <p:spPr bwMode="auto">
          <a:xfrm>
            <a:off x="8397305" y="5661855"/>
            <a:ext cx="561749"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Yunnan</a:t>
            </a:r>
          </a:p>
        </p:txBody>
      </p:sp>
      <p:sp>
        <p:nvSpPr>
          <p:cNvPr id="153" name="Rectangle 70">
            <a:extLst>
              <a:ext uri="{FF2B5EF4-FFF2-40B4-BE49-F238E27FC236}">
                <a16:creationId xmlns:a16="http://schemas.microsoft.com/office/drawing/2014/main" id="{58C08EAE-5547-9F00-9036-88F64CDC8569}"/>
              </a:ext>
            </a:extLst>
          </p:cNvPr>
          <p:cNvSpPr>
            <a:spLocks noChangeArrowheads="1"/>
          </p:cNvSpPr>
          <p:nvPr/>
        </p:nvSpPr>
        <p:spPr bwMode="auto">
          <a:xfrm>
            <a:off x="9210589" y="5789800"/>
            <a:ext cx="612108"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Guangxi</a:t>
            </a:r>
          </a:p>
        </p:txBody>
      </p:sp>
      <p:sp>
        <p:nvSpPr>
          <p:cNvPr id="154" name="Rectangle 71">
            <a:extLst>
              <a:ext uri="{FF2B5EF4-FFF2-40B4-BE49-F238E27FC236}">
                <a16:creationId xmlns:a16="http://schemas.microsoft.com/office/drawing/2014/main" id="{50A423D2-E142-1A34-3014-A1611AFCB165}"/>
              </a:ext>
            </a:extLst>
          </p:cNvPr>
          <p:cNvSpPr>
            <a:spLocks noChangeArrowheads="1"/>
          </p:cNvSpPr>
          <p:nvPr/>
        </p:nvSpPr>
        <p:spPr bwMode="auto">
          <a:xfrm>
            <a:off x="9825347" y="5757730"/>
            <a:ext cx="856180" cy="161583"/>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50" b="1" u="none" strike="noStrike" kern="0" cap="none" spc="0" normalizeH="0" baseline="0" noProof="0" dirty="0">
                <a:ln>
                  <a:noFill/>
                </a:ln>
                <a:solidFill>
                  <a:srgbClr val="BB3023"/>
                </a:solidFill>
                <a:effectLst/>
                <a:uLnTx/>
                <a:uFillTx/>
                <a:latin typeface="Alibaba PuHuiTi Medium" pitchFamily="18" charset="-122"/>
                <a:ea typeface="Alibaba PuHuiTi Medium" pitchFamily="18" charset="-122"/>
                <a:cs typeface="Alibaba PuHuiTi Medium" pitchFamily="18" charset="-122"/>
              </a:rPr>
              <a:t>Guangdong</a:t>
            </a:r>
          </a:p>
        </p:txBody>
      </p:sp>
      <p:sp>
        <p:nvSpPr>
          <p:cNvPr id="155" name="Rectangle 72">
            <a:extLst>
              <a:ext uri="{FF2B5EF4-FFF2-40B4-BE49-F238E27FC236}">
                <a16:creationId xmlns:a16="http://schemas.microsoft.com/office/drawing/2014/main" id="{6DA3C4A0-F058-8576-255B-F25A28E90789}"/>
              </a:ext>
            </a:extLst>
          </p:cNvPr>
          <p:cNvSpPr>
            <a:spLocks noChangeArrowheads="1"/>
          </p:cNvSpPr>
          <p:nvPr/>
        </p:nvSpPr>
        <p:spPr bwMode="auto">
          <a:xfrm>
            <a:off x="9701837" y="6401146"/>
            <a:ext cx="511382" cy="153888"/>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00" baseline="0" dirty="0">
                <a:solidFill>
                  <a:srgbClr val="1E344D"/>
                </a:solidFill>
                <a:latin typeface="Alibaba PuHuiTi Medium" pitchFamily="18" charset="-122"/>
                <a:ea typeface="Alibaba PuHuiTi Medium" pitchFamily="18" charset="-122"/>
                <a:cs typeface="Alibaba PuHuiTi Medium" pitchFamily="18" charset="-122"/>
              </a:rPr>
              <a:t>Hainan</a:t>
            </a:r>
          </a:p>
        </p:txBody>
      </p:sp>
      <p:sp>
        <p:nvSpPr>
          <p:cNvPr id="156" name="Rectangle 73">
            <a:extLst>
              <a:ext uri="{FF2B5EF4-FFF2-40B4-BE49-F238E27FC236}">
                <a16:creationId xmlns:a16="http://schemas.microsoft.com/office/drawing/2014/main" id="{19C8D876-AC14-7D19-A9A6-22665E8CA4E6}"/>
              </a:ext>
            </a:extLst>
          </p:cNvPr>
          <p:cNvSpPr>
            <a:spLocks noChangeArrowheads="1"/>
          </p:cNvSpPr>
          <p:nvPr/>
        </p:nvSpPr>
        <p:spPr bwMode="auto">
          <a:xfrm>
            <a:off x="10092355" y="5930531"/>
            <a:ext cx="798069" cy="161583"/>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50" b="1" baseline="0" dirty="0">
                <a:solidFill>
                  <a:srgbClr val="BB3023"/>
                </a:solidFill>
                <a:latin typeface="Alibaba PuHuiTi Medium" pitchFamily="18" charset="-122"/>
                <a:ea typeface="Alibaba PuHuiTi Medium" pitchFamily="18" charset="-122"/>
                <a:cs typeface="Alibaba PuHuiTi Medium" pitchFamily="18" charset="-122"/>
              </a:rPr>
              <a:t>Hong Kong</a:t>
            </a:r>
          </a:p>
        </p:txBody>
      </p:sp>
      <p:sp>
        <p:nvSpPr>
          <p:cNvPr id="157" name="Rectangle 74">
            <a:extLst>
              <a:ext uri="{FF2B5EF4-FFF2-40B4-BE49-F238E27FC236}">
                <a16:creationId xmlns:a16="http://schemas.microsoft.com/office/drawing/2014/main" id="{AE06620D-DB64-2F4B-9EBB-E7AC060245E1}"/>
              </a:ext>
            </a:extLst>
          </p:cNvPr>
          <p:cNvSpPr>
            <a:spLocks noChangeArrowheads="1"/>
          </p:cNvSpPr>
          <p:nvPr/>
        </p:nvSpPr>
        <p:spPr bwMode="auto">
          <a:xfrm>
            <a:off x="10708998" y="3337811"/>
            <a:ext cx="635353"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Liaoning</a:t>
            </a:r>
          </a:p>
        </p:txBody>
      </p:sp>
      <p:sp>
        <p:nvSpPr>
          <p:cNvPr id="158" name="Rectangle 75">
            <a:extLst>
              <a:ext uri="{FF2B5EF4-FFF2-40B4-BE49-F238E27FC236}">
                <a16:creationId xmlns:a16="http://schemas.microsoft.com/office/drawing/2014/main" id="{19594EB5-5A15-764D-9E81-959CD015628C}"/>
              </a:ext>
            </a:extLst>
          </p:cNvPr>
          <p:cNvSpPr>
            <a:spLocks noChangeArrowheads="1"/>
          </p:cNvSpPr>
          <p:nvPr/>
        </p:nvSpPr>
        <p:spPr bwMode="auto">
          <a:xfrm>
            <a:off x="11120718" y="3116859"/>
            <a:ext cx="306058"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Jilin</a:t>
            </a:r>
          </a:p>
        </p:txBody>
      </p:sp>
      <p:sp>
        <p:nvSpPr>
          <p:cNvPr id="159" name="Rectangle 76">
            <a:extLst>
              <a:ext uri="{FF2B5EF4-FFF2-40B4-BE49-F238E27FC236}">
                <a16:creationId xmlns:a16="http://schemas.microsoft.com/office/drawing/2014/main" id="{57CEB566-F8FD-E742-E104-754075179AA4}"/>
              </a:ext>
            </a:extLst>
          </p:cNvPr>
          <p:cNvSpPr>
            <a:spLocks noChangeArrowheads="1"/>
          </p:cNvSpPr>
          <p:nvPr/>
        </p:nvSpPr>
        <p:spPr bwMode="auto">
          <a:xfrm>
            <a:off x="10977537" y="2518600"/>
            <a:ext cx="929843" cy="153888"/>
          </a:xfrm>
          <a:prstGeom prst="rect">
            <a:avLst/>
          </a:prstGeom>
          <a:noFill/>
          <a:ln w="3175">
            <a:noFill/>
            <a:miter lim="800000"/>
            <a:headEnd/>
            <a:tailEnd/>
          </a:ln>
        </p:spPr>
        <p:txBody>
          <a:bodyPr wrap="square" lIns="0" tIns="0" rIns="0" bIns="0">
            <a:spAutoFit/>
          </a:bodyPr>
          <a:lstStyle/>
          <a:p>
            <a:pPr marL="0" marR="0" lvl="0" indent="0" algn="l" defTabSz="914400" eaLnBrk="1" fontAlgn="base" latinLnBrk="0" hangingPunct="1">
              <a:lnSpc>
                <a:spcPct val="100000"/>
              </a:lnSpc>
              <a:spcBef>
                <a:spcPct val="0"/>
              </a:spcBef>
              <a:spcAft>
                <a:spcPct val="0"/>
              </a:spcAft>
              <a:buClrTx/>
              <a:buSzTx/>
              <a:buFontTx/>
              <a:buNone/>
              <a:tabLst/>
              <a:defRPr/>
            </a:pPr>
            <a:r>
              <a:rPr kumimoji="0" lang="en-GB" sz="1000" u="none" strike="noStrike" kern="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Heilongjiang</a:t>
            </a:r>
          </a:p>
        </p:txBody>
      </p:sp>
      <p:sp>
        <p:nvSpPr>
          <p:cNvPr id="160" name="Rectangle 77">
            <a:extLst>
              <a:ext uri="{FF2B5EF4-FFF2-40B4-BE49-F238E27FC236}">
                <a16:creationId xmlns:a16="http://schemas.microsoft.com/office/drawing/2014/main" id="{646431F8-528E-F972-22B2-6EBD8840B41C}"/>
              </a:ext>
            </a:extLst>
          </p:cNvPr>
          <p:cNvSpPr>
            <a:spLocks noChangeArrowheads="1"/>
          </p:cNvSpPr>
          <p:nvPr/>
        </p:nvSpPr>
        <p:spPr bwMode="auto">
          <a:xfrm>
            <a:off x="10565102" y="3661082"/>
            <a:ext cx="492014" cy="153888"/>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00" baseline="0" dirty="0">
                <a:solidFill>
                  <a:srgbClr val="1E344D"/>
                </a:solidFill>
                <a:latin typeface="Alibaba PuHuiTi Medium" pitchFamily="18" charset="-122"/>
                <a:ea typeface="Alibaba PuHuiTi Medium" pitchFamily="18" charset="-122"/>
                <a:cs typeface="Alibaba PuHuiTi Medium" pitchFamily="18" charset="-122"/>
              </a:rPr>
              <a:t>Tianjin</a:t>
            </a:r>
          </a:p>
        </p:txBody>
      </p:sp>
      <p:sp>
        <p:nvSpPr>
          <p:cNvPr id="161" name="Rectangle 82">
            <a:extLst>
              <a:ext uri="{FF2B5EF4-FFF2-40B4-BE49-F238E27FC236}">
                <a16:creationId xmlns:a16="http://schemas.microsoft.com/office/drawing/2014/main" id="{1A9CBEE2-E628-B8F1-6B17-A936DA788076}"/>
              </a:ext>
            </a:extLst>
          </p:cNvPr>
          <p:cNvSpPr>
            <a:spLocks noChangeArrowheads="1"/>
          </p:cNvSpPr>
          <p:nvPr/>
        </p:nvSpPr>
        <p:spPr bwMode="auto">
          <a:xfrm>
            <a:off x="9961430" y="6053255"/>
            <a:ext cx="476517" cy="161583"/>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50" b="1" baseline="0" dirty="0">
                <a:solidFill>
                  <a:srgbClr val="BB3023"/>
                </a:solidFill>
                <a:latin typeface="Alibaba PuHuiTi Medium" pitchFamily="18" charset="-122"/>
                <a:ea typeface="Alibaba PuHuiTi Medium" pitchFamily="18" charset="-122"/>
                <a:cs typeface="Alibaba PuHuiTi Medium" pitchFamily="18" charset="-122"/>
              </a:rPr>
              <a:t>Macau</a:t>
            </a:r>
          </a:p>
        </p:txBody>
      </p:sp>
      <p:sp>
        <p:nvSpPr>
          <p:cNvPr id="162" name="TextBox 882">
            <a:extLst>
              <a:ext uri="{FF2B5EF4-FFF2-40B4-BE49-F238E27FC236}">
                <a16:creationId xmlns:a16="http://schemas.microsoft.com/office/drawing/2014/main" id="{1CE0F9D0-DA7C-8D2E-3200-CC5C7BBE85CF}"/>
              </a:ext>
            </a:extLst>
          </p:cNvPr>
          <p:cNvSpPr txBox="1"/>
          <p:nvPr/>
        </p:nvSpPr>
        <p:spPr>
          <a:xfrm>
            <a:off x="8619831" y="3431413"/>
            <a:ext cx="1161340" cy="246221"/>
          </a:xfrm>
          <a:prstGeom prst="rect">
            <a:avLst/>
          </a:prstGeom>
          <a:noFill/>
          <a:ln w="3175">
            <a:noFill/>
          </a:ln>
        </p:spPr>
        <p:txBody>
          <a:bodyPr wrap="square" rtlCol="0">
            <a:spAutoFit/>
          </a:bodyPr>
          <a:lstStyle/>
          <a:p>
            <a:pPr algn="l" defTabSz="914400" eaLnBrk="0" fontAlgn="base" hangingPunct="0">
              <a:spcBef>
                <a:spcPct val="0"/>
              </a:spcBef>
              <a:spcAft>
                <a:spcPct val="0"/>
              </a:spcAft>
              <a:buClrTx/>
            </a:pPr>
            <a:r>
              <a:rPr lang="en-GB" sz="1000" baseline="0" dirty="0">
                <a:solidFill>
                  <a:srgbClr val="1E344D"/>
                </a:solidFill>
                <a:latin typeface="Alibaba PuHuiTi Medium" pitchFamily="18" charset="-122"/>
                <a:ea typeface="Alibaba PuHuiTi Medium" pitchFamily="18" charset="-122"/>
                <a:cs typeface="Alibaba PuHuiTi Medium" pitchFamily="18" charset="-122"/>
              </a:rPr>
              <a:t>Inner Mongolia</a:t>
            </a:r>
          </a:p>
        </p:txBody>
      </p:sp>
      <p:sp>
        <p:nvSpPr>
          <p:cNvPr id="163" name="Rectangle 73">
            <a:extLst>
              <a:ext uri="{FF2B5EF4-FFF2-40B4-BE49-F238E27FC236}">
                <a16:creationId xmlns:a16="http://schemas.microsoft.com/office/drawing/2014/main" id="{BFE8B484-A0D3-FC60-09EA-553CD38B6435}"/>
              </a:ext>
            </a:extLst>
          </p:cNvPr>
          <p:cNvSpPr>
            <a:spLocks noChangeArrowheads="1"/>
          </p:cNvSpPr>
          <p:nvPr/>
        </p:nvSpPr>
        <p:spPr bwMode="auto">
          <a:xfrm>
            <a:off x="10904097" y="5710156"/>
            <a:ext cx="798069" cy="153888"/>
          </a:xfrm>
          <a:prstGeom prst="rect">
            <a:avLst/>
          </a:prstGeom>
          <a:noFill/>
          <a:ln w="3175">
            <a:noFill/>
            <a:miter lim="800000"/>
            <a:headEnd/>
            <a:tailEnd/>
          </a:ln>
        </p:spPr>
        <p:txBody>
          <a:bodyPr wrap="square" lIns="0" tIns="0" rIns="0" bIns="0">
            <a:spAutoFit/>
          </a:bodyPr>
          <a:lstStyle/>
          <a:p>
            <a:pPr algn="l" defTabSz="914400" fontAlgn="base">
              <a:spcBef>
                <a:spcPct val="0"/>
              </a:spcBef>
              <a:spcAft>
                <a:spcPct val="0"/>
              </a:spcAft>
              <a:buClrTx/>
            </a:pPr>
            <a:r>
              <a:rPr lang="en-GB" sz="1000" baseline="0" dirty="0">
                <a:solidFill>
                  <a:srgbClr val="1E344D"/>
                </a:solidFill>
                <a:latin typeface="Alibaba PuHuiTi Medium" pitchFamily="18" charset="-122"/>
                <a:ea typeface="Alibaba PuHuiTi Medium" pitchFamily="18" charset="-122"/>
                <a:cs typeface="Alibaba PuHuiTi Medium" pitchFamily="18" charset="-122"/>
              </a:rPr>
              <a:t>Taiwan</a:t>
            </a:r>
          </a:p>
        </p:txBody>
      </p:sp>
      <p:grpSp>
        <p:nvGrpSpPr>
          <p:cNvPr id="165" name="Group 3">
            <a:extLst>
              <a:ext uri="{FF2B5EF4-FFF2-40B4-BE49-F238E27FC236}">
                <a16:creationId xmlns:a16="http://schemas.microsoft.com/office/drawing/2014/main" id="{1DE1875C-F58F-9B07-B7E5-F9F6492ABD0E}"/>
              </a:ext>
            </a:extLst>
          </p:cNvPr>
          <p:cNvGrpSpPr/>
          <p:nvPr/>
        </p:nvGrpSpPr>
        <p:grpSpPr>
          <a:xfrm>
            <a:off x="311579" y="2173959"/>
            <a:ext cx="5550139" cy="4373217"/>
            <a:chOff x="6097266" y="1718655"/>
            <a:chExt cx="2666145" cy="2100783"/>
          </a:xfrm>
          <a:solidFill>
            <a:srgbClr val="1E344D">
              <a:alpha val="28412"/>
            </a:srgbClr>
          </a:solidFill>
        </p:grpSpPr>
        <p:grpSp>
          <p:nvGrpSpPr>
            <p:cNvPr id="166" name="Graphic 11">
              <a:extLst>
                <a:ext uri="{FF2B5EF4-FFF2-40B4-BE49-F238E27FC236}">
                  <a16:creationId xmlns:a16="http://schemas.microsoft.com/office/drawing/2014/main" id="{10A4A742-2F08-2069-68D2-06D8548BAB64}"/>
                </a:ext>
              </a:extLst>
            </p:cNvPr>
            <p:cNvGrpSpPr/>
            <p:nvPr/>
          </p:nvGrpSpPr>
          <p:grpSpPr>
            <a:xfrm>
              <a:off x="8300669" y="2982486"/>
              <a:ext cx="51396" cy="65250"/>
              <a:chOff x="6244733" y="2534073"/>
              <a:chExt cx="98675" cy="125273"/>
            </a:xfrm>
            <a:grpFill/>
          </p:grpSpPr>
          <p:sp>
            <p:nvSpPr>
              <p:cNvPr id="248" name="Freeform 965">
                <a:extLst>
                  <a:ext uri="{FF2B5EF4-FFF2-40B4-BE49-F238E27FC236}">
                    <a16:creationId xmlns:a16="http://schemas.microsoft.com/office/drawing/2014/main" id="{87F03F6C-9E20-CC60-FDE9-CA150AD216F4}"/>
                  </a:ext>
                </a:extLst>
              </p:cNvPr>
              <p:cNvSpPr/>
              <p:nvPr/>
            </p:nvSpPr>
            <p:spPr>
              <a:xfrm>
                <a:off x="6258700" y="2534073"/>
                <a:ext cx="72525" cy="34749"/>
              </a:xfrm>
              <a:custGeom>
                <a:avLst/>
                <a:gdLst>
                  <a:gd name="connsiteX0" fmla="*/ 54857 w 72525"/>
                  <a:gd name="connsiteY0" fmla="*/ 34178 h 34749"/>
                  <a:gd name="connsiteX1" fmla="*/ 58626 w 72525"/>
                  <a:gd name="connsiteY1" fmla="*/ 34750 h 34749"/>
                  <a:gd name="connsiteX2" fmla="*/ 68184 w 72525"/>
                  <a:gd name="connsiteY2" fmla="*/ 34750 h 34749"/>
                  <a:gd name="connsiteX3" fmla="*/ 72525 w 72525"/>
                  <a:gd name="connsiteY3" fmla="*/ 31857 h 34749"/>
                  <a:gd name="connsiteX4" fmla="*/ 72525 w 72525"/>
                  <a:gd name="connsiteY4" fmla="*/ 30410 h 34749"/>
                  <a:gd name="connsiteX5" fmla="*/ 68756 w 72525"/>
                  <a:gd name="connsiteY5" fmla="*/ 26071 h 34749"/>
                  <a:gd name="connsiteX6" fmla="*/ 63371 w 72525"/>
                  <a:gd name="connsiteY6" fmla="*/ 24322 h 34749"/>
                  <a:gd name="connsiteX7" fmla="*/ 59467 w 72525"/>
                  <a:gd name="connsiteY7" fmla="*/ 24322 h 34749"/>
                  <a:gd name="connsiteX8" fmla="*/ 54554 w 72525"/>
                  <a:gd name="connsiteY8" fmla="*/ 22303 h 34749"/>
                  <a:gd name="connsiteX9" fmla="*/ 46140 w 72525"/>
                  <a:gd name="connsiteY9" fmla="*/ 17089 h 34749"/>
                  <a:gd name="connsiteX10" fmla="*/ 35135 w 72525"/>
                  <a:gd name="connsiteY10" fmla="*/ 11875 h 34749"/>
                  <a:gd name="connsiteX11" fmla="*/ 29044 w 72525"/>
                  <a:gd name="connsiteY11" fmla="*/ 5786 h 34749"/>
                  <a:gd name="connsiteX12" fmla="*/ 17736 w 72525"/>
                  <a:gd name="connsiteY12" fmla="*/ 0 h 34749"/>
                  <a:gd name="connsiteX13" fmla="*/ 10769 w 72525"/>
                  <a:gd name="connsiteY13" fmla="*/ 0 h 34749"/>
                  <a:gd name="connsiteX14" fmla="*/ 2928 w 72525"/>
                  <a:gd name="connsiteY14" fmla="*/ 4070 h 34749"/>
                  <a:gd name="connsiteX15" fmla="*/ 1178 w 72525"/>
                  <a:gd name="connsiteY15" fmla="*/ 9285 h 34749"/>
                  <a:gd name="connsiteX16" fmla="*/ 0 w 72525"/>
                  <a:gd name="connsiteY16" fmla="*/ 15373 h 34749"/>
                  <a:gd name="connsiteX17" fmla="*/ 4913 w 72525"/>
                  <a:gd name="connsiteY17" fmla="*/ 19444 h 34749"/>
                  <a:gd name="connsiteX18" fmla="*/ 10130 w 72525"/>
                  <a:gd name="connsiteY18" fmla="*/ 21462 h 34749"/>
                  <a:gd name="connsiteX19" fmla="*/ 14774 w 72525"/>
                  <a:gd name="connsiteY19" fmla="*/ 23783 h 34749"/>
                  <a:gd name="connsiteX20" fmla="*/ 24332 w 72525"/>
                  <a:gd name="connsiteY20" fmla="*/ 24961 h 34749"/>
                  <a:gd name="connsiteX21" fmla="*/ 30693 w 72525"/>
                  <a:gd name="connsiteY21" fmla="*/ 26710 h 34749"/>
                  <a:gd name="connsiteX22" fmla="*/ 33587 w 72525"/>
                  <a:gd name="connsiteY22" fmla="*/ 29031 h 34749"/>
                  <a:gd name="connsiteX23" fmla="*/ 39073 w 72525"/>
                  <a:gd name="connsiteY23" fmla="*/ 29334 h 34749"/>
                  <a:gd name="connsiteX24" fmla="*/ 41395 w 72525"/>
                  <a:gd name="connsiteY24" fmla="*/ 30478 h 34749"/>
                  <a:gd name="connsiteX25" fmla="*/ 46914 w 72525"/>
                  <a:gd name="connsiteY25" fmla="*/ 33101 h 34749"/>
                  <a:gd name="connsiteX26" fmla="*/ 54857 w 72525"/>
                  <a:gd name="connsiteY26" fmla="*/ 34178 h 3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525" h="34749">
                    <a:moveTo>
                      <a:pt x="54857" y="34178"/>
                    </a:moveTo>
                    <a:lnTo>
                      <a:pt x="58626" y="34750"/>
                    </a:lnTo>
                    <a:lnTo>
                      <a:pt x="68184" y="34750"/>
                    </a:lnTo>
                    <a:lnTo>
                      <a:pt x="72525" y="31857"/>
                    </a:lnTo>
                    <a:lnTo>
                      <a:pt x="72525" y="30410"/>
                    </a:lnTo>
                    <a:lnTo>
                      <a:pt x="68756" y="26071"/>
                    </a:lnTo>
                    <a:lnTo>
                      <a:pt x="63371" y="24322"/>
                    </a:lnTo>
                    <a:lnTo>
                      <a:pt x="59467" y="24322"/>
                    </a:lnTo>
                    <a:lnTo>
                      <a:pt x="54554" y="22303"/>
                    </a:lnTo>
                    <a:lnTo>
                      <a:pt x="46140" y="17089"/>
                    </a:lnTo>
                    <a:lnTo>
                      <a:pt x="35135" y="11875"/>
                    </a:lnTo>
                    <a:cubicBezTo>
                      <a:pt x="35135" y="11875"/>
                      <a:pt x="30222" y="6661"/>
                      <a:pt x="29044" y="5786"/>
                    </a:cubicBezTo>
                    <a:cubicBezTo>
                      <a:pt x="27899" y="4911"/>
                      <a:pt x="17736" y="0"/>
                      <a:pt x="17736" y="0"/>
                    </a:cubicBezTo>
                    <a:lnTo>
                      <a:pt x="10769" y="0"/>
                    </a:lnTo>
                    <a:lnTo>
                      <a:pt x="2928" y="4070"/>
                    </a:lnTo>
                    <a:lnTo>
                      <a:pt x="1178" y="9285"/>
                    </a:lnTo>
                    <a:lnTo>
                      <a:pt x="0" y="15373"/>
                    </a:lnTo>
                    <a:lnTo>
                      <a:pt x="4913" y="19444"/>
                    </a:lnTo>
                    <a:lnTo>
                      <a:pt x="10130" y="21462"/>
                    </a:lnTo>
                    <a:lnTo>
                      <a:pt x="14774" y="23783"/>
                    </a:lnTo>
                    <a:lnTo>
                      <a:pt x="24332" y="24961"/>
                    </a:lnTo>
                    <a:lnTo>
                      <a:pt x="30693" y="26710"/>
                    </a:lnTo>
                    <a:lnTo>
                      <a:pt x="33587" y="29031"/>
                    </a:lnTo>
                    <a:lnTo>
                      <a:pt x="39073" y="29334"/>
                    </a:lnTo>
                    <a:lnTo>
                      <a:pt x="41395" y="30478"/>
                    </a:lnTo>
                    <a:lnTo>
                      <a:pt x="46914" y="33101"/>
                    </a:lnTo>
                    <a:lnTo>
                      <a:pt x="54857" y="34178"/>
                    </a:lnTo>
                    <a:close/>
                  </a:path>
                </a:pathLst>
              </a:custGeom>
              <a:grpFill/>
              <a:ln w="6350" cap="flat">
                <a:solidFill>
                  <a:schemeClr val="bg1"/>
                </a:solidFill>
                <a:prstDash val="solid"/>
                <a:miter/>
              </a:ln>
            </p:spPr>
            <p:txBody>
              <a:bodyPr rtlCol="0" anchor="ctr"/>
              <a:lstStyle/>
              <a:p>
                <a:endParaRPr lang="en-US"/>
              </a:p>
            </p:txBody>
          </p:sp>
          <p:sp>
            <p:nvSpPr>
              <p:cNvPr id="249" name="Freeform 966">
                <a:extLst>
                  <a:ext uri="{FF2B5EF4-FFF2-40B4-BE49-F238E27FC236}">
                    <a16:creationId xmlns:a16="http://schemas.microsoft.com/office/drawing/2014/main" id="{B81B6086-5A26-9F8D-A7A7-8097867D54BF}"/>
                  </a:ext>
                </a:extLst>
              </p:cNvPr>
              <p:cNvSpPr/>
              <p:nvPr/>
            </p:nvSpPr>
            <p:spPr>
              <a:xfrm>
                <a:off x="6295013" y="2571278"/>
                <a:ext cx="18846" cy="13186"/>
              </a:xfrm>
              <a:custGeom>
                <a:avLst/>
                <a:gdLst>
                  <a:gd name="connsiteX0" fmla="*/ 3399 w 18846"/>
                  <a:gd name="connsiteY0" fmla="*/ 8275 h 13186"/>
                  <a:gd name="connsiteX1" fmla="*/ 8077 w 18846"/>
                  <a:gd name="connsiteY1" fmla="*/ 9419 h 13186"/>
                  <a:gd name="connsiteX2" fmla="*/ 11443 w 18846"/>
                  <a:gd name="connsiteY2" fmla="*/ 10563 h 13186"/>
                  <a:gd name="connsiteX3" fmla="*/ 16154 w 18846"/>
                  <a:gd name="connsiteY3" fmla="*/ 13187 h 13186"/>
                  <a:gd name="connsiteX4" fmla="*/ 18846 w 18846"/>
                  <a:gd name="connsiteY4" fmla="*/ 12312 h 13186"/>
                  <a:gd name="connsiteX5" fmla="*/ 18846 w 18846"/>
                  <a:gd name="connsiteY5" fmla="*/ 10563 h 13186"/>
                  <a:gd name="connsiteX6" fmla="*/ 18846 w 18846"/>
                  <a:gd name="connsiteY6" fmla="*/ 7098 h 13186"/>
                  <a:gd name="connsiteX7" fmla="*/ 17097 w 18846"/>
                  <a:gd name="connsiteY7" fmla="*/ 4945 h 13186"/>
                  <a:gd name="connsiteX8" fmla="*/ 12183 w 18846"/>
                  <a:gd name="connsiteY8" fmla="*/ 2321 h 13186"/>
                  <a:gd name="connsiteX9" fmla="*/ 7101 w 18846"/>
                  <a:gd name="connsiteY9" fmla="*/ 0 h 13186"/>
                  <a:gd name="connsiteX10" fmla="*/ 2457 w 18846"/>
                  <a:gd name="connsiteY10" fmla="*/ 1009 h 13186"/>
                  <a:gd name="connsiteX11" fmla="*/ 0 w 18846"/>
                  <a:gd name="connsiteY11" fmla="*/ 4777 h 13186"/>
                  <a:gd name="connsiteX12" fmla="*/ 1750 w 18846"/>
                  <a:gd name="connsiteY12" fmla="*/ 6593 h 1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46" h="13186">
                    <a:moveTo>
                      <a:pt x="3399" y="8275"/>
                    </a:moveTo>
                    <a:lnTo>
                      <a:pt x="8077" y="9419"/>
                    </a:lnTo>
                    <a:lnTo>
                      <a:pt x="11443" y="10563"/>
                    </a:lnTo>
                    <a:lnTo>
                      <a:pt x="16154" y="13187"/>
                    </a:lnTo>
                    <a:lnTo>
                      <a:pt x="18846" y="12312"/>
                    </a:lnTo>
                    <a:lnTo>
                      <a:pt x="18846" y="10563"/>
                    </a:lnTo>
                    <a:lnTo>
                      <a:pt x="18846" y="7098"/>
                    </a:lnTo>
                    <a:lnTo>
                      <a:pt x="17097" y="4945"/>
                    </a:lnTo>
                    <a:lnTo>
                      <a:pt x="12183" y="2321"/>
                    </a:lnTo>
                    <a:lnTo>
                      <a:pt x="7101" y="0"/>
                    </a:lnTo>
                    <a:lnTo>
                      <a:pt x="2457" y="1009"/>
                    </a:lnTo>
                    <a:lnTo>
                      <a:pt x="0" y="4777"/>
                    </a:lnTo>
                    <a:lnTo>
                      <a:pt x="1750" y="6593"/>
                    </a:lnTo>
                    <a:close/>
                  </a:path>
                </a:pathLst>
              </a:custGeom>
              <a:grpFill/>
              <a:ln w="6350" cap="flat">
                <a:solidFill>
                  <a:schemeClr val="bg1"/>
                </a:solidFill>
                <a:prstDash val="solid"/>
                <a:miter/>
              </a:ln>
            </p:spPr>
            <p:txBody>
              <a:bodyPr rtlCol="0" anchor="ctr"/>
              <a:lstStyle/>
              <a:p>
                <a:endParaRPr lang="en-US"/>
              </a:p>
            </p:txBody>
          </p:sp>
          <p:sp>
            <p:nvSpPr>
              <p:cNvPr id="250" name="Freeform 967">
                <a:extLst>
                  <a:ext uri="{FF2B5EF4-FFF2-40B4-BE49-F238E27FC236}">
                    <a16:creationId xmlns:a16="http://schemas.microsoft.com/office/drawing/2014/main" id="{8E9ED9E6-FF9B-7180-B80C-C6A6F859BAAE}"/>
                  </a:ext>
                </a:extLst>
              </p:cNvPr>
              <p:cNvSpPr/>
              <p:nvPr/>
            </p:nvSpPr>
            <p:spPr>
              <a:xfrm>
                <a:off x="6316687" y="2576964"/>
                <a:ext cx="5855" cy="9587"/>
              </a:xfrm>
              <a:custGeom>
                <a:avLst/>
                <a:gdLst>
                  <a:gd name="connsiteX0" fmla="*/ 0 w 5855"/>
                  <a:gd name="connsiteY0" fmla="*/ 5584 h 9587"/>
                  <a:gd name="connsiteX1" fmla="*/ 3365 w 5855"/>
                  <a:gd name="connsiteY1" fmla="*/ 8645 h 9587"/>
                  <a:gd name="connsiteX2" fmla="*/ 5116 w 5855"/>
                  <a:gd name="connsiteY2" fmla="*/ 9587 h 9587"/>
                  <a:gd name="connsiteX3" fmla="*/ 5856 w 5855"/>
                  <a:gd name="connsiteY3" fmla="*/ 7502 h 9587"/>
                  <a:gd name="connsiteX4" fmla="*/ 5856 w 5855"/>
                  <a:gd name="connsiteY4" fmla="*/ 3162 h 9587"/>
                  <a:gd name="connsiteX5" fmla="*/ 5856 w 5855"/>
                  <a:gd name="connsiteY5" fmla="*/ 1413 h 9587"/>
                  <a:gd name="connsiteX6" fmla="*/ 4812 w 5855"/>
                  <a:gd name="connsiteY6" fmla="*/ 269 h 9587"/>
                  <a:gd name="connsiteX7" fmla="*/ 3399 w 5855"/>
                  <a:gd name="connsiteY7" fmla="*/ 0 h 9587"/>
                  <a:gd name="connsiteX8" fmla="*/ 2120 w 5855"/>
                  <a:gd name="connsiteY8" fmla="*/ 269 h 9587"/>
                  <a:gd name="connsiteX9" fmla="*/ 1110 w 5855"/>
                  <a:gd name="connsiteY9" fmla="*/ 1144 h 9587"/>
                  <a:gd name="connsiteX10" fmla="*/ 538 w 5855"/>
                  <a:gd name="connsiteY10" fmla="*/ 2220 h 9587"/>
                  <a:gd name="connsiteX11" fmla="*/ 404 w 5855"/>
                  <a:gd name="connsiteY11" fmla="*/ 3835 h 9587"/>
                  <a:gd name="connsiteX12" fmla="*/ 0 w 5855"/>
                  <a:gd name="connsiteY12" fmla="*/ 5584 h 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55" h="9587">
                    <a:moveTo>
                      <a:pt x="0" y="5584"/>
                    </a:moveTo>
                    <a:lnTo>
                      <a:pt x="3365" y="8645"/>
                    </a:lnTo>
                    <a:lnTo>
                      <a:pt x="5116" y="9587"/>
                    </a:lnTo>
                    <a:lnTo>
                      <a:pt x="5856" y="7502"/>
                    </a:lnTo>
                    <a:lnTo>
                      <a:pt x="5856" y="3162"/>
                    </a:lnTo>
                    <a:lnTo>
                      <a:pt x="5856" y="1413"/>
                    </a:lnTo>
                    <a:lnTo>
                      <a:pt x="4812" y="269"/>
                    </a:lnTo>
                    <a:lnTo>
                      <a:pt x="3399" y="0"/>
                    </a:lnTo>
                    <a:lnTo>
                      <a:pt x="2120" y="269"/>
                    </a:lnTo>
                    <a:lnTo>
                      <a:pt x="1110" y="1144"/>
                    </a:lnTo>
                    <a:cubicBezTo>
                      <a:pt x="1110" y="1144"/>
                      <a:pt x="538" y="2086"/>
                      <a:pt x="538" y="2220"/>
                    </a:cubicBezTo>
                    <a:cubicBezTo>
                      <a:pt x="538" y="2355"/>
                      <a:pt x="404" y="3835"/>
                      <a:pt x="404" y="3835"/>
                    </a:cubicBezTo>
                    <a:lnTo>
                      <a:pt x="0" y="5584"/>
                    </a:lnTo>
                    <a:close/>
                  </a:path>
                </a:pathLst>
              </a:custGeom>
              <a:grpFill/>
              <a:ln w="6350" cap="flat">
                <a:solidFill>
                  <a:schemeClr val="bg1"/>
                </a:solidFill>
                <a:prstDash val="solid"/>
                <a:miter/>
              </a:ln>
            </p:spPr>
            <p:txBody>
              <a:bodyPr rtlCol="0" anchor="ctr"/>
              <a:lstStyle/>
              <a:p>
                <a:endParaRPr lang="en-US"/>
              </a:p>
            </p:txBody>
          </p:sp>
          <p:sp>
            <p:nvSpPr>
              <p:cNvPr id="251" name="Freeform 968">
                <a:extLst>
                  <a:ext uri="{FF2B5EF4-FFF2-40B4-BE49-F238E27FC236}">
                    <a16:creationId xmlns:a16="http://schemas.microsoft.com/office/drawing/2014/main" id="{A8ADE804-5EC4-57A9-B0ED-02120999DD7B}"/>
                  </a:ext>
                </a:extLst>
              </p:cNvPr>
              <p:cNvSpPr/>
              <p:nvPr/>
            </p:nvSpPr>
            <p:spPr>
              <a:xfrm>
                <a:off x="6244733" y="2575786"/>
                <a:ext cx="98675" cy="83560"/>
              </a:xfrm>
              <a:custGeom>
                <a:avLst/>
                <a:gdLst>
                  <a:gd name="connsiteX0" fmla="*/ 12587 w 98675"/>
                  <a:gd name="connsiteY0" fmla="*/ 69533 h 83560"/>
                  <a:gd name="connsiteX1" fmla="*/ 19553 w 98675"/>
                  <a:gd name="connsiteY1" fmla="*/ 69533 h 83560"/>
                  <a:gd name="connsiteX2" fmla="*/ 24635 w 98675"/>
                  <a:gd name="connsiteY2" fmla="*/ 71686 h 83560"/>
                  <a:gd name="connsiteX3" fmla="*/ 27092 w 98675"/>
                  <a:gd name="connsiteY3" fmla="*/ 74310 h 83560"/>
                  <a:gd name="connsiteX4" fmla="*/ 32881 w 98675"/>
                  <a:gd name="connsiteY4" fmla="*/ 73570 h 83560"/>
                  <a:gd name="connsiteX5" fmla="*/ 34765 w 98675"/>
                  <a:gd name="connsiteY5" fmla="*/ 71922 h 83560"/>
                  <a:gd name="connsiteX6" fmla="*/ 37828 w 98675"/>
                  <a:gd name="connsiteY6" fmla="*/ 76328 h 83560"/>
                  <a:gd name="connsiteX7" fmla="*/ 37828 w 98675"/>
                  <a:gd name="connsiteY7" fmla="*/ 79087 h 83560"/>
                  <a:gd name="connsiteX8" fmla="*/ 40991 w 98675"/>
                  <a:gd name="connsiteY8" fmla="*/ 80802 h 83560"/>
                  <a:gd name="connsiteX9" fmla="*/ 45804 w 98675"/>
                  <a:gd name="connsiteY9" fmla="*/ 83561 h 83560"/>
                  <a:gd name="connsiteX10" fmla="*/ 50280 w 98675"/>
                  <a:gd name="connsiteY10" fmla="*/ 79221 h 83560"/>
                  <a:gd name="connsiteX11" fmla="*/ 54049 w 98675"/>
                  <a:gd name="connsiteY11" fmla="*/ 77472 h 83560"/>
                  <a:gd name="connsiteX12" fmla="*/ 56809 w 98675"/>
                  <a:gd name="connsiteY12" fmla="*/ 75151 h 83560"/>
                  <a:gd name="connsiteX13" fmla="*/ 61453 w 98675"/>
                  <a:gd name="connsiteY13" fmla="*/ 72830 h 83560"/>
                  <a:gd name="connsiteX14" fmla="*/ 66939 w 98675"/>
                  <a:gd name="connsiteY14" fmla="*/ 72056 h 83560"/>
                  <a:gd name="connsiteX15" fmla="*/ 71954 w 98675"/>
                  <a:gd name="connsiteY15" fmla="*/ 71249 h 83560"/>
                  <a:gd name="connsiteX16" fmla="*/ 78684 w 98675"/>
                  <a:gd name="connsiteY16" fmla="*/ 71249 h 83560"/>
                  <a:gd name="connsiteX17" fmla="*/ 83329 w 98675"/>
                  <a:gd name="connsiteY17" fmla="*/ 69533 h 83560"/>
                  <a:gd name="connsiteX18" fmla="*/ 87367 w 98675"/>
                  <a:gd name="connsiteY18" fmla="*/ 69533 h 83560"/>
                  <a:gd name="connsiteX19" fmla="*/ 92584 w 98675"/>
                  <a:gd name="connsiteY19" fmla="*/ 69533 h 83560"/>
                  <a:gd name="connsiteX20" fmla="*/ 96286 w 98675"/>
                  <a:gd name="connsiteY20" fmla="*/ 67784 h 83560"/>
                  <a:gd name="connsiteX21" fmla="*/ 98675 w 98675"/>
                  <a:gd name="connsiteY21" fmla="*/ 64453 h 83560"/>
                  <a:gd name="connsiteX22" fmla="*/ 98675 w 98675"/>
                  <a:gd name="connsiteY22" fmla="*/ 59946 h 83560"/>
                  <a:gd name="connsiteX23" fmla="*/ 97531 w 98675"/>
                  <a:gd name="connsiteY23" fmla="*/ 54597 h 83560"/>
                  <a:gd name="connsiteX24" fmla="*/ 96353 w 98675"/>
                  <a:gd name="connsiteY24" fmla="*/ 50392 h 83560"/>
                  <a:gd name="connsiteX25" fmla="*/ 92314 w 98675"/>
                  <a:gd name="connsiteY25" fmla="*/ 41982 h 83560"/>
                  <a:gd name="connsiteX26" fmla="*/ 86492 w 98675"/>
                  <a:gd name="connsiteY26" fmla="*/ 34178 h 83560"/>
                  <a:gd name="connsiteX27" fmla="*/ 81881 w 98675"/>
                  <a:gd name="connsiteY27" fmla="*/ 27786 h 83560"/>
                  <a:gd name="connsiteX28" fmla="*/ 74208 w 98675"/>
                  <a:gd name="connsiteY28" fmla="*/ 20991 h 83560"/>
                  <a:gd name="connsiteX29" fmla="*/ 66501 w 98675"/>
                  <a:gd name="connsiteY29" fmla="*/ 15474 h 83560"/>
                  <a:gd name="connsiteX30" fmla="*/ 57516 w 98675"/>
                  <a:gd name="connsiteY30" fmla="*/ 10765 h 83560"/>
                  <a:gd name="connsiteX31" fmla="*/ 53174 w 98675"/>
                  <a:gd name="connsiteY31" fmla="*/ 8679 h 83560"/>
                  <a:gd name="connsiteX32" fmla="*/ 46948 w 98675"/>
                  <a:gd name="connsiteY32" fmla="*/ 5988 h 83560"/>
                  <a:gd name="connsiteX33" fmla="*/ 40991 w 98675"/>
                  <a:gd name="connsiteY33" fmla="*/ 2018 h 83560"/>
                  <a:gd name="connsiteX34" fmla="*/ 37390 w 98675"/>
                  <a:gd name="connsiteY34" fmla="*/ 0 h 83560"/>
                  <a:gd name="connsiteX35" fmla="*/ 33452 w 98675"/>
                  <a:gd name="connsiteY35" fmla="*/ 0 h 83560"/>
                  <a:gd name="connsiteX36" fmla="*/ 25510 w 98675"/>
                  <a:gd name="connsiteY36" fmla="*/ 1177 h 83560"/>
                  <a:gd name="connsiteX37" fmla="*/ 19553 w 98675"/>
                  <a:gd name="connsiteY37" fmla="*/ 4474 h 83560"/>
                  <a:gd name="connsiteX38" fmla="*/ 14774 w 98675"/>
                  <a:gd name="connsiteY38" fmla="*/ 10765 h 83560"/>
                  <a:gd name="connsiteX39" fmla="*/ 11745 w 98675"/>
                  <a:gd name="connsiteY39" fmla="*/ 14599 h 83560"/>
                  <a:gd name="connsiteX40" fmla="*/ 11745 w 98675"/>
                  <a:gd name="connsiteY40" fmla="*/ 18233 h 83560"/>
                  <a:gd name="connsiteX41" fmla="*/ 16087 w 98675"/>
                  <a:gd name="connsiteY41" fmla="*/ 21294 h 83560"/>
                  <a:gd name="connsiteX42" fmla="*/ 14067 w 98675"/>
                  <a:gd name="connsiteY42" fmla="*/ 23581 h 83560"/>
                  <a:gd name="connsiteX43" fmla="*/ 9861 w 98675"/>
                  <a:gd name="connsiteY43" fmla="*/ 26643 h 83560"/>
                  <a:gd name="connsiteX44" fmla="*/ 11005 w 98675"/>
                  <a:gd name="connsiteY44" fmla="*/ 33740 h 83560"/>
                  <a:gd name="connsiteX45" fmla="*/ 9861 w 98675"/>
                  <a:gd name="connsiteY45" fmla="*/ 36196 h 83560"/>
                  <a:gd name="connsiteX46" fmla="*/ 6091 w 98675"/>
                  <a:gd name="connsiteY46" fmla="*/ 39527 h 83560"/>
                  <a:gd name="connsiteX47" fmla="*/ 2457 w 98675"/>
                  <a:gd name="connsiteY47" fmla="*/ 43866 h 83560"/>
                  <a:gd name="connsiteX48" fmla="*/ 0 w 98675"/>
                  <a:gd name="connsiteY48" fmla="*/ 47365 h 83560"/>
                  <a:gd name="connsiteX49" fmla="*/ 7370 w 98675"/>
                  <a:gd name="connsiteY49" fmla="*/ 48374 h 83560"/>
                  <a:gd name="connsiteX50" fmla="*/ 10433 w 98675"/>
                  <a:gd name="connsiteY50" fmla="*/ 51973 h 83560"/>
                  <a:gd name="connsiteX51" fmla="*/ 10130 w 98675"/>
                  <a:gd name="connsiteY51" fmla="*/ 55606 h 83560"/>
                  <a:gd name="connsiteX52" fmla="*/ 10702 w 98675"/>
                  <a:gd name="connsiteY52" fmla="*/ 59239 h 83560"/>
                  <a:gd name="connsiteX53" fmla="*/ 8245 w 98675"/>
                  <a:gd name="connsiteY53" fmla="*/ 62267 h 83560"/>
                  <a:gd name="connsiteX54" fmla="*/ 8986 w 98675"/>
                  <a:gd name="connsiteY54" fmla="*/ 65463 h 83560"/>
                  <a:gd name="connsiteX55" fmla="*/ 9693 w 98675"/>
                  <a:gd name="connsiteY55" fmla="*/ 69096 h 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675" h="83560">
                    <a:moveTo>
                      <a:pt x="12587" y="69533"/>
                    </a:moveTo>
                    <a:lnTo>
                      <a:pt x="19553" y="69533"/>
                    </a:lnTo>
                    <a:lnTo>
                      <a:pt x="24635" y="71686"/>
                    </a:lnTo>
                    <a:lnTo>
                      <a:pt x="27092" y="74310"/>
                    </a:lnTo>
                    <a:lnTo>
                      <a:pt x="32881" y="73570"/>
                    </a:lnTo>
                    <a:lnTo>
                      <a:pt x="34765" y="71922"/>
                    </a:lnTo>
                    <a:lnTo>
                      <a:pt x="37828" y="76328"/>
                    </a:lnTo>
                    <a:lnTo>
                      <a:pt x="37828" y="79087"/>
                    </a:lnTo>
                    <a:lnTo>
                      <a:pt x="40991" y="80802"/>
                    </a:lnTo>
                    <a:lnTo>
                      <a:pt x="45804" y="83561"/>
                    </a:lnTo>
                    <a:lnTo>
                      <a:pt x="50280" y="79221"/>
                    </a:lnTo>
                    <a:lnTo>
                      <a:pt x="54049" y="77472"/>
                    </a:lnTo>
                    <a:lnTo>
                      <a:pt x="56809" y="75151"/>
                    </a:lnTo>
                    <a:lnTo>
                      <a:pt x="61453" y="72830"/>
                    </a:lnTo>
                    <a:lnTo>
                      <a:pt x="66939" y="72056"/>
                    </a:lnTo>
                    <a:lnTo>
                      <a:pt x="71954" y="71249"/>
                    </a:lnTo>
                    <a:lnTo>
                      <a:pt x="78684" y="71249"/>
                    </a:lnTo>
                    <a:lnTo>
                      <a:pt x="83329" y="69533"/>
                    </a:lnTo>
                    <a:lnTo>
                      <a:pt x="87367" y="69533"/>
                    </a:lnTo>
                    <a:lnTo>
                      <a:pt x="92584" y="69533"/>
                    </a:lnTo>
                    <a:lnTo>
                      <a:pt x="96286" y="67784"/>
                    </a:lnTo>
                    <a:lnTo>
                      <a:pt x="98675" y="64453"/>
                    </a:lnTo>
                    <a:lnTo>
                      <a:pt x="98675" y="59946"/>
                    </a:lnTo>
                    <a:lnTo>
                      <a:pt x="97531" y="54597"/>
                    </a:lnTo>
                    <a:lnTo>
                      <a:pt x="96353" y="50392"/>
                    </a:lnTo>
                    <a:lnTo>
                      <a:pt x="92314" y="41982"/>
                    </a:lnTo>
                    <a:lnTo>
                      <a:pt x="86492" y="34178"/>
                    </a:lnTo>
                    <a:lnTo>
                      <a:pt x="81881" y="27786"/>
                    </a:lnTo>
                    <a:lnTo>
                      <a:pt x="74208" y="20991"/>
                    </a:lnTo>
                    <a:lnTo>
                      <a:pt x="66501" y="15474"/>
                    </a:lnTo>
                    <a:lnTo>
                      <a:pt x="57516" y="10765"/>
                    </a:lnTo>
                    <a:lnTo>
                      <a:pt x="53174" y="8679"/>
                    </a:lnTo>
                    <a:lnTo>
                      <a:pt x="46948" y="5988"/>
                    </a:lnTo>
                    <a:lnTo>
                      <a:pt x="40991" y="2018"/>
                    </a:lnTo>
                    <a:lnTo>
                      <a:pt x="37390" y="0"/>
                    </a:lnTo>
                    <a:lnTo>
                      <a:pt x="33452" y="0"/>
                    </a:lnTo>
                    <a:lnTo>
                      <a:pt x="25510" y="1177"/>
                    </a:lnTo>
                    <a:lnTo>
                      <a:pt x="19553" y="4474"/>
                    </a:lnTo>
                    <a:lnTo>
                      <a:pt x="14774" y="10765"/>
                    </a:lnTo>
                    <a:lnTo>
                      <a:pt x="11745" y="14599"/>
                    </a:lnTo>
                    <a:lnTo>
                      <a:pt x="11745" y="18233"/>
                    </a:lnTo>
                    <a:lnTo>
                      <a:pt x="16087" y="21294"/>
                    </a:lnTo>
                    <a:lnTo>
                      <a:pt x="14067" y="23581"/>
                    </a:lnTo>
                    <a:lnTo>
                      <a:pt x="9861" y="26643"/>
                    </a:lnTo>
                    <a:lnTo>
                      <a:pt x="11005" y="33740"/>
                    </a:lnTo>
                    <a:lnTo>
                      <a:pt x="9861" y="36196"/>
                    </a:lnTo>
                    <a:lnTo>
                      <a:pt x="6091" y="39527"/>
                    </a:lnTo>
                    <a:lnTo>
                      <a:pt x="2457" y="43866"/>
                    </a:lnTo>
                    <a:lnTo>
                      <a:pt x="0" y="47365"/>
                    </a:lnTo>
                    <a:lnTo>
                      <a:pt x="7370" y="48374"/>
                    </a:lnTo>
                    <a:lnTo>
                      <a:pt x="10433" y="51973"/>
                    </a:lnTo>
                    <a:lnTo>
                      <a:pt x="10130" y="55606"/>
                    </a:lnTo>
                    <a:lnTo>
                      <a:pt x="10702" y="59239"/>
                    </a:lnTo>
                    <a:lnTo>
                      <a:pt x="8245" y="62267"/>
                    </a:lnTo>
                    <a:lnTo>
                      <a:pt x="8986" y="65463"/>
                    </a:lnTo>
                    <a:lnTo>
                      <a:pt x="9693" y="69096"/>
                    </a:lnTo>
                    <a:close/>
                  </a:path>
                </a:pathLst>
              </a:custGeom>
              <a:solidFill>
                <a:srgbClr val="BB3023"/>
              </a:solidFill>
              <a:ln w="6350" cap="flat">
                <a:solidFill>
                  <a:schemeClr val="bg1"/>
                </a:solidFill>
                <a:prstDash val="solid"/>
                <a:miter/>
              </a:ln>
            </p:spPr>
            <p:txBody>
              <a:bodyPr rtlCol="0" anchor="ctr"/>
              <a:lstStyle/>
              <a:p>
                <a:endParaRPr lang="en-US"/>
              </a:p>
            </p:txBody>
          </p:sp>
        </p:grpSp>
        <p:sp>
          <p:nvSpPr>
            <p:cNvPr id="167" name="Freeform 884">
              <a:extLst>
                <a:ext uri="{FF2B5EF4-FFF2-40B4-BE49-F238E27FC236}">
                  <a16:creationId xmlns:a16="http://schemas.microsoft.com/office/drawing/2014/main" id="{0DFCCF18-D8B6-7578-EE52-2DB7B2391E7D}"/>
                </a:ext>
              </a:extLst>
            </p:cNvPr>
            <p:cNvSpPr/>
            <p:nvPr/>
          </p:nvSpPr>
          <p:spPr>
            <a:xfrm>
              <a:off x="8056836" y="2798702"/>
              <a:ext cx="288901" cy="251855"/>
            </a:xfrm>
            <a:custGeom>
              <a:avLst/>
              <a:gdLst>
                <a:gd name="connsiteX0" fmla="*/ 474226 w 554660"/>
                <a:gd name="connsiteY0" fmla="*/ 434086 h 483536"/>
                <a:gd name="connsiteX1" fmla="*/ 477996 w 554660"/>
                <a:gd name="connsiteY1" fmla="*/ 430756 h 483536"/>
                <a:gd name="connsiteX2" fmla="*/ 479140 w 554660"/>
                <a:gd name="connsiteY2" fmla="*/ 428300 h 483536"/>
                <a:gd name="connsiteX3" fmla="*/ 477996 w 554660"/>
                <a:gd name="connsiteY3" fmla="*/ 421202 h 483536"/>
                <a:gd name="connsiteX4" fmla="*/ 482203 w 554660"/>
                <a:gd name="connsiteY4" fmla="*/ 418174 h 483536"/>
                <a:gd name="connsiteX5" fmla="*/ 484222 w 554660"/>
                <a:gd name="connsiteY5" fmla="*/ 415853 h 483536"/>
                <a:gd name="connsiteX6" fmla="*/ 479881 w 554660"/>
                <a:gd name="connsiteY6" fmla="*/ 412826 h 483536"/>
                <a:gd name="connsiteX7" fmla="*/ 479881 w 554660"/>
                <a:gd name="connsiteY7" fmla="*/ 409193 h 483536"/>
                <a:gd name="connsiteX8" fmla="*/ 482910 w 554660"/>
                <a:gd name="connsiteY8" fmla="*/ 405358 h 483536"/>
                <a:gd name="connsiteX9" fmla="*/ 487688 w 554660"/>
                <a:gd name="connsiteY9" fmla="*/ 399067 h 483536"/>
                <a:gd name="connsiteX10" fmla="*/ 493645 w 554660"/>
                <a:gd name="connsiteY10" fmla="*/ 395770 h 483536"/>
                <a:gd name="connsiteX11" fmla="*/ 501621 w 554660"/>
                <a:gd name="connsiteY11" fmla="*/ 394593 h 483536"/>
                <a:gd name="connsiteX12" fmla="*/ 504246 w 554660"/>
                <a:gd name="connsiteY12" fmla="*/ 394593 h 483536"/>
                <a:gd name="connsiteX13" fmla="*/ 504246 w 554660"/>
                <a:gd name="connsiteY13" fmla="*/ 394526 h 483536"/>
                <a:gd name="connsiteX14" fmla="*/ 494352 w 554660"/>
                <a:gd name="connsiteY14" fmla="*/ 385746 h 483536"/>
                <a:gd name="connsiteX15" fmla="*/ 489136 w 554660"/>
                <a:gd name="connsiteY15" fmla="*/ 380532 h 483536"/>
                <a:gd name="connsiteX16" fmla="*/ 485265 w 554660"/>
                <a:gd name="connsiteY16" fmla="*/ 375553 h 483536"/>
                <a:gd name="connsiteX17" fmla="*/ 482135 w 554660"/>
                <a:gd name="connsiteY17" fmla="*/ 372727 h 483536"/>
                <a:gd name="connsiteX18" fmla="*/ 477356 w 554660"/>
                <a:gd name="connsiteY18" fmla="*/ 367950 h 483536"/>
                <a:gd name="connsiteX19" fmla="*/ 474866 w 554660"/>
                <a:gd name="connsiteY19" fmla="*/ 367076 h 483536"/>
                <a:gd name="connsiteX20" fmla="*/ 471400 w 554660"/>
                <a:gd name="connsiteY20" fmla="*/ 366302 h 483536"/>
                <a:gd name="connsiteX21" fmla="*/ 465745 w 554660"/>
                <a:gd name="connsiteY21" fmla="*/ 366302 h 483536"/>
                <a:gd name="connsiteX22" fmla="*/ 458880 w 554660"/>
                <a:gd name="connsiteY22" fmla="*/ 365427 h 483536"/>
                <a:gd name="connsiteX23" fmla="*/ 450063 w 554660"/>
                <a:gd name="connsiteY23" fmla="*/ 363813 h 483536"/>
                <a:gd name="connsiteX24" fmla="*/ 446461 w 554660"/>
                <a:gd name="connsiteY24" fmla="*/ 361323 h 483536"/>
                <a:gd name="connsiteX25" fmla="*/ 443971 w 554660"/>
                <a:gd name="connsiteY25" fmla="*/ 358498 h 483536"/>
                <a:gd name="connsiteX26" fmla="*/ 446461 w 554660"/>
                <a:gd name="connsiteY26" fmla="*/ 356210 h 483536"/>
                <a:gd name="connsiteX27" fmla="*/ 449188 w 554660"/>
                <a:gd name="connsiteY27" fmla="*/ 354696 h 483536"/>
                <a:gd name="connsiteX28" fmla="*/ 454067 w 554660"/>
                <a:gd name="connsiteY28" fmla="*/ 351433 h 483536"/>
                <a:gd name="connsiteX29" fmla="*/ 457231 w 554660"/>
                <a:gd name="connsiteY29" fmla="*/ 351433 h 483536"/>
                <a:gd name="connsiteX30" fmla="*/ 461034 w 554660"/>
                <a:gd name="connsiteY30" fmla="*/ 352846 h 483536"/>
                <a:gd name="connsiteX31" fmla="*/ 465174 w 554660"/>
                <a:gd name="connsiteY31" fmla="*/ 354158 h 483536"/>
                <a:gd name="connsiteX32" fmla="*/ 474731 w 554660"/>
                <a:gd name="connsiteY32" fmla="*/ 355235 h 483536"/>
                <a:gd name="connsiteX33" fmla="*/ 476044 w 554660"/>
                <a:gd name="connsiteY33" fmla="*/ 354259 h 483536"/>
                <a:gd name="connsiteX34" fmla="*/ 480284 w 554660"/>
                <a:gd name="connsiteY34" fmla="*/ 351837 h 483536"/>
                <a:gd name="connsiteX35" fmla="*/ 483650 w 554660"/>
                <a:gd name="connsiteY35" fmla="*/ 351131 h 483536"/>
                <a:gd name="connsiteX36" fmla="*/ 487688 w 554660"/>
                <a:gd name="connsiteY36" fmla="*/ 351131 h 483536"/>
                <a:gd name="connsiteX37" fmla="*/ 493140 w 554660"/>
                <a:gd name="connsiteY37" fmla="*/ 347666 h 483536"/>
                <a:gd name="connsiteX38" fmla="*/ 499871 w 554660"/>
                <a:gd name="connsiteY38" fmla="*/ 347666 h 483536"/>
                <a:gd name="connsiteX39" fmla="*/ 506165 w 554660"/>
                <a:gd name="connsiteY39" fmla="*/ 349617 h 483536"/>
                <a:gd name="connsiteX40" fmla="*/ 511381 w 554660"/>
                <a:gd name="connsiteY40" fmla="*/ 351030 h 483536"/>
                <a:gd name="connsiteX41" fmla="*/ 516934 w 554660"/>
                <a:gd name="connsiteY41" fmla="*/ 355268 h 483536"/>
                <a:gd name="connsiteX42" fmla="*/ 523901 w 554660"/>
                <a:gd name="connsiteY42" fmla="*/ 359070 h 483536"/>
                <a:gd name="connsiteX43" fmla="*/ 531507 w 554660"/>
                <a:gd name="connsiteY43" fmla="*/ 362333 h 483536"/>
                <a:gd name="connsiteX44" fmla="*/ 537261 w 554660"/>
                <a:gd name="connsiteY44" fmla="*/ 363947 h 483536"/>
                <a:gd name="connsiteX45" fmla="*/ 543017 w 554660"/>
                <a:gd name="connsiteY45" fmla="*/ 364586 h 483536"/>
                <a:gd name="connsiteX46" fmla="*/ 549646 w 554660"/>
                <a:gd name="connsiteY46" fmla="*/ 364385 h 483536"/>
                <a:gd name="connsiteX47" fmla="*/ 553786 w 554660"/>
                <a:gd name="connsiteY47" fmla="*/ 362871 h 483536"/>
                <a:gd name="connsiteX48" fmla="*/ 554661 w 554660"/>
                <a:gd name="connsiteY48" fmla="*/ 359070 h 483536"/>
                <a:gd name="connsiteX49" fmla="*/ 552373 w 554660"/>
                <a:gd name="connsiteY49" fmla="*/ 353855 h 483536"/>
                <a:gd name="connsiteX50" fmla="*/ 547358 w 554660"/>
                <a:gd name="connsiteY50" fmla="*/ 343763 h 483536"/>
                <a:gd name="connsiteX51" fmla="*/ 541603 w 554660"/>
                <a:gd name="connsiteY51" fmla="*/ 332461 h 483536"/>
                <a:gd name="connsiteX52" fmla="*/ 534872 w 554660"/>
                <a:gd name="connsiteY52" fmla="*/ 325598 h 483536"/>
                <a:gd name="connsiteX53" fmla="*/ 526930 w 554660"/>
                <a:gd name="connsiteY53" fmla="*/ 321158 h 483536"/>
                <a:gd name="connsiteX54" fmla="*/ 516732 w 554660"/>
                <a:gd name="connsiteY54" fmla="*/ 317693 h 483536"/>
                <a:gd name="connsiteX55" fmla="*/ 510203 w 554660"/>
                <a:gd name="connsiteY55" fmla="*/ 316280 h 483536"/>
                <a:gd name="connsiteX56" fmla="*/ 501823 w 554660"/>
                <a:gd name="connsiteY56" fmla="*/ 313555 h 483536"/>
                <a:gd name="connsiteX57" fmla="*/ 497414 w 554660"/>
                <a:gd name="connsiteY57" fmla="*/ 310527 h 483536"/>
                <a:gd name="connsiteX58" fmla="*/ 495496 w 554660"/>
                <a:gd name="connsiteY58" fmla="*/ 308778 h 483536"/>
                <a:gd name="connsiteX59" fmla="*/ 495496 w 554660"/>
                <a:gd name="connsiteY59" fmla="*/ 287720 h 483536"/>
                <a:gd name="connsiteX60" fmla="*/ 493544 w 554660"/>
                <a:gd name="connsiteY60" fmla="*/ 283818 h 483536"/>
                <a:gd name="connsiteX61" fmla="*/ 488967 w 554660"/>
                <a:gd name="connsiteY61" fmla="*/ 281429 h 483536"/>
                <a:gd name="connsiteX62" fmla="*/ 485064 w 554660"/>
                <a:gd name="connsiteY62" fmla="*/ 277830 h 483536"/>
                <a:gd name="connsiteX63" fmla="*/ 478097 w 554660"/>
                <a:gd name="connsiteY63" fmla="*/ 275374 h 483536"/>
                <a:gd name="connsiteX64" fmla="*/ 472678 w 554660"/>
                <a:gd name="connsiteY64" fmla="*/ 274668 h 483536"/>
                <a:gd name="connsiteX65" fmla="*/ 465072 w 554660"/>
                <a:gd name="connsiteY65" fmla="*/ 274668 h 483536"/>
                <a:gd name="connsiteX66" fmla="*/ 460293 w 554660"/>
                <a:gd name="connsiteY66" fmla="*/ 273894 h 483536"/>
                <a:gd name="connsiteX67" fmla="*/ 452890 w 554660"/>
                <a:gd name="connsiteY67" fmla="*/ 273356 h 483536"/>
                <a:gd name="connsiteX68" fmla="*/ 447336 w 554660"/>
                <a:gd name="connsiteY68" fmla="*/ 271607 h 483536"/>
                <a:gd name="connsiteX69" fmla="*/ 444510 w 554660"/>
                <a:gd name="connsiteY69" fmla="*/ 267267 h 483536"/>
                <a:gd name="connsiteX70" fmla="*/ 443971 w 554660"/>
                <a:gd name="connsiteY70" fmla="*/ 262154 h 483536"/>
                <a:gd name="connsiteX71" fmla="*/ 441582 w 554660"/>
                <a:gd name="connsiteY71" fmla="*/ 255628 h 483536"/>
                <a:gd name="connsiteX72" fmla="*/ 440707 w 554660"/>
                <a:gd name="connsiteY72" fmla="*/ 251187 h 483536"/>
                <a:gd name="connsiteX73" fmla="*/ 437678 w 554660"/>
                <a:gd name="connsiteY73" fmla="*/ 248698 h 483536"/>
                <a:gd name="connsiteX74" fmla="*/ 436163 w 554660"/>
                <a:gd name="connsiteY74" fmla="*/ 245334 h 483536"/>
                <a:gd name="connsiteX75" fmla="*/ 439730 w 554660"/>
                <a:gd name="connsiteY75" fmla="*/ 239918 h 483536"/>
                <a:gd name="connsiteX76" fmla="*/ 441245 w 554660"/>
                <a:gd name="connsiteY76" fmla="*/ 235040 h 483536"/>
                <a:gd name="connsiteX77" fmla="*/ 440808 w 554660"/>
                <a:gd name="connsiteY77" fmla="*/ 233089 h 483536"/>
                <a:gd name="connsiteX78" fmla="*/ 440471 w 554660"/>
                <a:gd name="connsiteY78" fmla="*/ 227438 h 483536"/>
                <a:gd name="connsiteX79" fmla="*/ 439159 w 554660"/>
                <a:gd name="connsiteY79" fmla="*/ 223737 h 483536"/>
                <a:gd name="connsiteX80" fmla="*/ 436668 w 554660"/>
                <a:gd name="connsiteY80" fmla="*/ 219835 h 483536"/>
                <a:gd name="connsiteX81" fmla="*/ 433202 w 554660"/>
                <a:gd name="connsiteY81" fmla="*/ 215058 h 483536"/>
                <a:gd name="connsiteX82" fmla="*/ 427177 w 554660"/>
                <a:gd name="connsiteY82" fmla="*/ 210382 h 483536"/>
                <a:gd name="connsiteX83" fmla="*/ 424182 w 554660"/>
                <a:gd name="connsiteY83" fmla="*/ 206480 h 483536"/>
                <a:gd name="connsiteX84" fmla="*/ 424182 w 554660"/>
                <a:gd name="connsiteY84" fmla="*/ 200829 h 483536"/>
                <a:gd name="connsiteX85" fmla="*/ 424182 w 554660"/>
                <a:gd name="connsiteY85" fmla="*/ 197364 h 483536"/>
                <a:gd name="connsiteX86" fmla="*/ 421557 w 554660"/>
                <a:gd name="connsiteY86" fmla="*/ 192251 h 483536"/>
                <a:gd name="connsiteX87" fmla="*/ 419269 w 554660"/>
                <a:gd name="connsiteY87" fmla="*/ 189324 h 483536"/>
                <a:gd name="connsiteX88" fmla="*/ 415197 w 554660"/>
                <a:gd name="connsiteY88" fmla="*/ 185422 h 483536"/>
                <a:gd name="connsiteX89" fmla="*/ 413716 w 554660"/>
                <a:gd name="connsiteY89" fmla="*/ 180107 h 483536"/>
                <a:gd name="connsiteX90" fmla="*/ 413716 w 554660"/>
                <a:gd name="connsiteY90" fmla="*/ 174792 h 483536"/>
                <a:gd name="connsiteX91" fmla="*/ 411663 w 554660"/>
                <a:gd name="connsiteY91" fmla="*/ 170015 h 483536"/>
                <a:gd name="connsiteX92" fmla="*/ 409071 w 554660"/>
                <a:gd name="connsiteY92" fmla="*/ 166314 h 483536"/>
                <a:gd name="connsiteX93" fmla="*/ 406783 w 554660"/>
                <a:gd name="connsiteY93" fmla="*/ 162278 h 483536"/>
                <a:gd name="connsiteX94" fmla="*/ 401667 w 554660"/>
                <a:gd name="connsiteY94" fmla="*/ 154002 h 483536"/>
                <a:gd name="connsiteX95" fmla="*/ 397763 w 554660"/>
                <a:gd name="connsiteY95" fmla="*/ 147375 h 483536"/>
                <a:gd name="connsiteX96" fmla="*/ 394499 w 554660"/>
                <a:gd name="connsiteY96" fmla="*/ 139773 h 483536"/>
                <a:gd name="connsiteX97" fmla="*/ 391773 w 554660"/>
                <a:gd name="connsiteY97" fmla="*/ 135736 h 483536"/>
                <a:gd name="connsiteX98" fmla="*/ 389383 w 554660"/>
                <a:gd name="connsiteY98" fmla="*/ 132910 h 483536"/>
                <a:gd name="connsiteX99" fmla="*/ 389383 w 554660"/>
                <a:gd name="connsiteY99" fmla="*/ 126081 h 483536"/>
                <a:gd name="connsiteX100" fmla="*/ 388508 w 554660"/>
                <a:gd name="connsiteY100" fmla="*/ 117167 h 483536"/>
                <a:gd name="connsiteX101" fmla="*/ 386321 w 554660"/>
                <a:gd name="connsiteY101" fmla="*/ 111078 h 483536"/>
                <a:gd name="connsiteX102" fmla="*/ 385008 w 554660"/>
                <a:gd name="connsiteY102" fmla="*/ 105662 h 483536"/>
                <a:gd name="connsiteX103" fmla="*/ 375989 w 554660"/>
                <a:gd name="connsiteY103" fmla="*/ 89145 h 483536"/>
                <a:gd name="connsiteX104" fmla="*/ 372085 w 554660"/>
                <a:gd name="connsiteY104" fmla="*/ 81206 h 483536"/>
                <a:gd name="connsiteX105" fmla="*/ 361012 w 554660"/>
                <a:gd name="connsiteY105" fmla="*/ 73604 h 483536"/>
                <a:gd name="connsiteX106" fmla="*/ 343176 w 554660"/>
                <a:gd name="connsiteY106" fmla="*/ 63713 h 483536"/>
                <a:gd name="connsiteX107" fmla="*/ 333921 w 554660"/>
                <a:gd name="connsiteY107" fmla="*/ 62301 h 483536"/>
                <a:gd name="connsiteX108" fmla="*/ 324228 w 554660"/>
                <a:gd name="connsiteY108" fmla="*/ 61426 h 483536"/>
                <a:gd name="connsiteX109" fmla="*/ 318574 w 554660"/>
                <a:gd name="connsiteY109" fmla="*/ 57288 h 483536"/>
                <a:gd name="connsiteX110" fmla="*/ 312045 w 554660"/>
                <a:gd name="connsiteY110" fmla="*/ 56414 h 483536"/>
                <a:gd name="connsiteX111" fmla="*/ 305954 w 554660"/>
                <a:gd name="connsiteY111" fmla="*/ 55337 h 483536"/>
                <a:gd name="connsiteX112" fmla="*/ 300636 w 554660"/>
                <a:gd name="connsiteY112" fmla="*/ 50459 h 483536"/>
                <a:gd name="connsiteX113" fmla="*/ 294343 w 554660"/>
                <a:gd name="connsiteY113" fmla="*/ 43395 h 483536"/>
                <a:gd name="connsiteX114" fmla="*/ 289766 w 554660"/>
                <a:gd name="connsiteY114" fmla="*/ 39695 h 483536"/>
                <a:gd name="connsiteX115" fmla="*/ 281083 w 554660"/>
                <a:gd name="connsiteY115" fmla="*/ 33068 h 483536"/>
                <a:gd name="connsiteX116" fmla="*/ 271525 w 554660"/>
                <a:gd name="connsiteY116" fmla="*/ 32294 h 483536"/>
                <a:gd name="connsiteX117" fmla="*/ 264626 w 554660"/>
                <a:gd name="connsiteY117" fmla="*/ 31756 h 483536"/>
                <a:gd name="connsiteX118" fmla="*/ 262405 w 554660"/>
                <a:gd name="connsiteY118" fmla="*/ 26004 h 483536"/>
                <a:gd name="connsiteX119" fmla="*/ 262405 w 554660"/>
                <a:gd name="connsiteY119" fmla="*/ 20016 h 483536"/>
                <a:gd name="connsiteX120" fmla="*/ 262405 w 554660"/>
                <a:gd name="connsiteY120" fmla="*/ 13052 h 483536"/>
                <a:gd name="connsiteX121" fmla="*/ 265568 w 554660"/>
                <a:gd name="connsiteY121" fmla="*/ 8175 h 483536"/>
                <a:gd name="connsiteX122" fmla="*/ 270246 w 554660"/>
                <a:gd name="connsiteY122" fmla="*/ 4575 h 483536"/>
                <a:gd name="connsiteX123" fmla="*/ 271996 w 554660"/>
                <a:gd name="connsiteY123" fmla="*/ 3263 h 483536"/>
                <a:gd name="connsiteX124" fmla="*/ 273410 w 554660"/>
                <a:gd name="connsiteY124" fmla="*/ 1615 h 483536"/>
                <a:gd name="connsiteX125" fmla="*/ 271458 w 554660"/>
                <a:gd name="connsiteY125" fmla="*/ 0 h 483536"/>
                <a:gd name="connsiteX126" fmla="*/ 261563 w 554660"/>
                <a:gd name="connsiteY126" fmla="*/ 0 h 483536"/>
                <a:gd name="connsiteX127" fmla="*/ 252645 w 554660"/>
                <a:gd name="connsiteY127" fmla="*/ 1413 h 483536"/>
                <a:gd name="connsiteX128" fmla="*/ 247866 w 554660"/>
                <a:gd name="connsiteY128" fmla="*/ 5113 h 483536"/>
                <a:gd name="connsiteX129" fmla="*/ 241875 w 554660"/>
                <a:gd name="connsiteY129" fmla="*/ 7939 h 483536"/>
                <a:gd name="connsiteX130" fmla="*/ 235784 w 554660"/>
                <a:gd name="connsiteY130" fmla="*/ 9352 h 483536"/>
                <a:gd name="connsiteX131" fmla="*/ 226865 w 554660"/>
                <a:gd name="connsiteY131" fmla="*/ 10126 h 483536"/>
                <a:gd name="connsiteX132" fmla="*/ 224510 w 554660"/>
                <a:gd name="connsiteY132" fmla="*/ 15575 h 483536"/>
                <a:gd name="connsiteX133" fmla="*/ 224139 w 554660"/>
                <a:gd name="connsiteY133" fmla="*/ 19276 h 483536"/>
                <a:gd name="connsiteX134" fmla="*/ 224139 w 554660"/>
                <a:gd name="connsiteY134" fmla="*/ 25263 h 483536"/>
                <a:gd name="connsiteX135" fmla="*/ 223500 w 554660"/>
                <a:gd name="connsiteY135" fmla="*/ 29065 h 483536"/>
                <a:gd name="connsiteX136" fmla="*/ 222187 w 554660"/>
                <a:gd name="connsiteY136" fmla="*/ 34279 h 483536"/>
                <a:gd name="connsiteX137" fmla="*/ 218586 w 554660"/>
                <a:gd name="connsiteY137" fmla="*/ 38854 h 483536"/>
                <a:gd name="connsiteX138" fmla="*/ 217610 w 554660"/>
                <a:gd name="connsiteY138" fmla="*/ 44842 h 483536"/>
                <a:gd name="connsiteX139" fmla="*/ 219461 w 554660"/>
                <a:gd name="connsiteY139" fmla="*/ 48441 h 483536"/>
                <a:gd name="connsiteX140" fmla="*/ 215995 w 554660"/>
                <a:gd name="connsiteY140" fmla="*/ 50729 h 483536"/>
                <a:gd name="connsiteX141" fmla="*/ 205226 w 554660"/>
                <a:gd name="connsiteY141" fmla="*/ 51368 h 483536"/>
                <a:gd name="connsiteX142" fmla="*/ 199672 w 554660"/>
                <a:gd name="connsiteY142" fmla="*/ 52680 h 483536"/>
                <a:gd name="connsiteX143" fmla="*/ 196071 w 554660"/>
                <a:gd name="connsiteY143" fmla="*/ 59845 h 483536"/>
                <a:gd name="connsiteX144" fmla="*/ 194658 w 554660"/>
                <a:gd name="connsiteY144" fmla="*/ 65160 h 483536"/>
                <a:gd name="connsiteX145" fmla="*/ 196307 w 554660"/>
                <a:gd name="connsiteY145" fmla="*/ 74075 h 483536"/>
                <a:gd name="connsiteX146" fmla="*/ 194658 w 554660"/>
                <a:gd name="connsiteY146" fmla="*/ 79289 h 483536"/>
                <a:gd name="connsiteX147" fmla="*/ 189980 w 554660"/>
                <a:gd name="connsiteY147" fmla="*/ 85714 h 483536"/>
                <a:gd name="connsiteX148" fmla="*/ 184427 w 554660"/>
                <a:gd name="connsiteY148" fmla="*/ 89179 h 483536"/>
                <a:gd name="connsiteX149" fmla="*/ 175609 w 554660"/>
                <a:gd name="connsiteY149" fmla="*/ 92105 h 483536"/>
                <a:gd name="connsiteX150" fmla="*/ 169417 w 554660"/>
                <a:gd name="connsiteY150" fmla="*/ 89919 h 483536"/>
                <a:gd name="connsiteX151" fmla="*/ 162989 w 554660"/>
                <a:gd name="connsiteY151" fmla="*/ 80903 h 483536"/>
                <a:gd name="connsiteX152" fmla="*/ 163629 w 554660"/>
                <a:gd name="connsiteY152" fmla="*/ 75454 h 483536"/>
                <a:gd name="connsiteX153" fmla="*/ 162989 w 554660"/>
                <a:gd name="connsiteY153" fmla="*/ 69802 h 483536"/>
                <a:gd name="connsiteX154" fmla="*/ 159186 w 554660"/>
                <a:gd name="connsiteY154" fmla="*/ 64386 h 483536"/>
                <a:gd name="connsiteX155" fmla="*/ 155383 w 554660"/>
                <a:gd name="connsiteY155" fmla="*/ 61897 h 483536"/>
                <a:gd name="connsiteX156" fmla="*/ 148652 w 554660"/>
                <a:gd name="connsiteY156" fmla="*/ 59408 h 483536"/>
                <a:gd name="connsiteX157" fmla="*/ 143436 w 554660"/>
                <a:gd name="connsiteY157" fmla="*/ 60282 h 483536"/>
                <a:gd name="connsiteX158" fmla="*/ 136907 w 554660"/>
                <a:gd name="connsiteY158" fmla="*/ 64723 h 483536"/>
                <a:gd name="connsiteX159" fmla="*/ 136368 w 554660"/>
                <a:gd name="connsiteY159" fmla="*/ 69399 h 483536"/>
                <a:gd name="connsiteX160" fmla="*/ 134854 w 554660"/>
                <a:gd name="connsiteY160" fmla="*/ 76362 h 483536"/>
                <a:gd name="connsiteX161" fmla="*/ 130950 w 554660"/>
                <a:gd name="connsiteY161" fmla="*/ 81677 h 483536"/>
                <a:gd name="connsiteX162" fmla="*/ 125834 w 554660"/>
                <a:gd name="connsiteY162" fmla="*/ 82552 h 483536"/>
                <a:gd name="connsiteX163" fmla="*/ 119406 w 554660"/>
                <a:gd name="connsiteY163" fmla="*/ 83628 h 483536"/>
                <a:gd name="connsiteX164" fmla="*/ 113315 w 554660"/>
                <a:gd name="connsiteY164" fmla="*/ 85041 h 483536"/>
                <a:gd name="connsiteX165" fmla="*/ 107762 w 554660"/>
                <a:gd name="connsiteY165" fmla="*/ 83965 h 483536"/>
                <a:gd name="connsiteX166" fmla="*/ 104598 w 554660"/>
                <a:gd name="connsiteY166" fmla="*/ 80601 h 483536"/>
                <a:gd name="connsiteX167" fmla="*/ 93627 w 554660"/>
                <a:gd name="connsiteY167" fmla="*/ 72897 h 483536"/>
                <a:gd name="connsiteX168" fmla="*/ 86661 w 554660"/>
                <a:gd name="connsiteY168" fmla="*/ 76598 h 483536"/>
                <a:gd name="connsiteX169" fmla="*/ 86661 w 554660"/>
                <a:gd name="connsiteY169" fmla="*/ 82686 h 483536"/>
                <a:gd name="connsiteX170" fmla="*/ 84338 w 554660"/>
                <a:gd name="connsiteY170" fmla="*/ 86454 h 483536"/>
                <a:gd name="connsiteX171" fmla="*/ 78247 w 554660"/>
                <a:gd name="connsiteY171" fmla="*/ 91365 h 483536"/>
                <a:gd name="connsiteX172" fmla="*/ 73905 w 554660"/>
                <a:gd name="connsiteY172" fmla="*/ 86454 h 483536"/>
                <a:gd name="connsiteX173" fmla="*/ 70574 w 554660"/>
                <a:gd name="connsiteY173" fmla="*/ 84436 h 483536"/>
                <a:gd name="connsiteX174" fmla="*/ 64044 w 554660"/>
                <a:gd name="connsiteY174" fmla="*/ 77203 h 483536"/>
                <a:gd name="connsiteX175" fmla="*/ 64044 w 554660"/>
                <a:gd name="connsiteY175" fmla="*/ 67077 h 483536"/>
                <a:gd name="connsiteX176" fmla="*/ 64044 w 554660"/>
                <a:gd name="connsiteY176" fmla="*/ 58399 h 483536"/>
                <a:gd name="connsiteX177" fmla="*/ 59400 w 554660"/>
                <a:gd name="connsiteY177" fmla="*/ 55203 h 483536"/>
                <a:gd name="connsiteX178" fmla="*/ 56237 w 554660"/>
                <a:gd name="connsiteY178" fmla="*/ 47970 h 483536"/>
                <a:gd name="connsiteX179" fmla="*/ 52467 w 554660"/>
                <a:gd name="connsiteY179" fmla="*/ 45077 h 483536"/>
                <a:gd name="connsiteX180" fmla="*/ 42910 w 554660"/>
                <a:gd name="connsiteY180" fmla="*/ 42184 h 483536"/>
                <a:gd name="connsiteX181" fmla="*/ 29582 w 554660"/>
                <a:gd name="connsiteY181" fmla="*/ 40166 h 483536"/>
                <a:gd name="connsiteX182" fmla="*/ 17096 w 554660"/>
                <a:gd name="connsiteY182" fmla="*/ 41310 h 483536"/>
                <a:gd name="connsiteX183" fmla="*/ 11308 w 554660"/>
                <a:gd name="connsiteY183" fmla="*/ 45952 h 483536"/>
                <a:gd name="connsiteX184" fmla="*/ 6529 w 554660"/>
                <a:gd name="connsiteY184" fmla="*/ 49417 h 483536"/>
                <a:gd name="connsiteX185" fmla="*/ 1447 w 554660"/>
                <a:gd name="connsiteY185" fmla="*/ 58399 h 483536"/>
                <a:gd name="connsiteX186" fmla="*/ 1447 w 554660"/>
                <a:gd name="connsiteY186" fmla="*/ 63613 h 483536"/>
                <a:gd name="connsiteX187" fmla="*/ 0 w 554660"/>
                <a:gd name="connsiteY187" fmla="*/ 69399 h 483536"/>
                <a:gd name="connsiteX188" fmla="*/ 4341 w 554660"/>
                <a:gd name="connsiteY188" fmla="*/ 73738 h 483536"/>
                <a:gd name="connsiteX189" fmla="*/ 7808 w 554660"/>
                <a:gd name="connsiteY189" fmla="*/ 77203 h 483536"/>
                <a:gd name="connsiteX190" fmla="*/ 22582 w 554660"/>
                <a:gd name="connsiteY190" fmla="*/ 86488 h 483536"/>
                <a:gd name="connsiteX191" fmla="*/ 30423 w 554660"/>
                <a:gd name="connsiteY191" fmla="*/ 90827 h 483536"/>
                <a:gd name="connsiteX192" fmla="*/ 37390 w 554660"/>
                <a:gd name="connsiteY192" fmla="*/ 91702 h 483536"/>
                <a:gd name="connsiteX193" fmla="*/ 44054 w 554660"/>
                <a:gd name="connsiteY193" fmla="*/ 96613 h 483536"/>
                <a:gd name="connsiteX194" fmla="*/ 48967 w 554660"/>
                <a:gd name="connsiteY194" fmla="*/ 100953 h 483536"/>
                <a:gd name="connsiteX195" fmla="*/ 54487 w 554660"/>
                <a:gd name="connsiteY195" fmla="*/ 100953 h 483536"/>
                <a:gd name="connsiteX196" fmla="*/ 58559 w 554660"/>
                <a:gd name="connsiteY196" fmla="*/ 109060 h 483536"/>
                <a:gd name="connsiteX197" fmla="*/ 64044 w 554660"/>
                <a:gd name="connsiteY197" fmla="*/ 119185 h 483536"/>
                <a:gd name="connsiteX198" fmla="*/ 70439 w 554660"/>
                <a:gd name="connsiteY198" fmla="*/ 119488 h 483536"/>
                <a:gd name="connsiteX199" fmla="*/ 71886 w 554660"/>
                <a:gd name="connsiteY199" fmla="*/ 123827 h 483536"/>
                <a:gd name="connsiteX200" fmla="*/ 76800 w 554660"/>
                <a:gd name="connsiteY200" fmla="*/ 129614 h 483536"/>
                <a:gd name="connsiteX201" fmla="*/ 83194 w 554660"/>
                <a:gd name="connsiteY201" fmla="*/ 132069 h 483536"/>
                <a:gd name="connsiteX202" fmla="*/ 97093 w 554660"/>
                <a:gd name="connsiteY202" fmla="*/ 132204 h 483536"/>
                <a:gd name="connsiteX203" fmla="*/ 108401 w 554660"/>
                <a:gd name="connsiteY203" fmla="*/ 132204 h 483536"/>
                <a:gd name="connsiteX204" fmla="*/ 117387 w 554660"/>
                <a:gd name="connsiteY204" fmla="*/ 133650 h 483536"/>
                <a:gd name="connsiteX205" fmla="*/ 123748 w 554660"/>
                <a:gd name="connsiteY205" fmla="*/ 140614 h 483536"/>
                <a:gd name="connsiteX206" fmla="*/ 128089 w 554660"/>
                <a:gd name="connsiteY206" fmla="*/ 144953 h 483536"/>
                <a:gd name="connsiteX207" fmla="*/ 132565 w 554660"/>
                <a:gd name="connsiteY207" fmla="*/ 150739 h 483536"/>
                <a:gd name="connsiteX208" fmla="*/ 133575 w 554660"/>
                <a:gd name="connsiteY208" fmla="*/ 154507 h 483536"/>
                <a:gd name="connsiteX209" fmla="*/ 133575 w 554660"/>
                <a:gd name="connsiteY209" fmla="*/ 164363 h 483536"/>
                <a:gd name="connsiteX210" fmla="*/ 136469 w 554660"/>
                <a:gd name="connsiteY210" fmla="*/ 168434 h 483536"/>
                <a:gd name="connsiteX211" fmla="*/ 145724 w 554660"/>
                <a:gd name="connsiteY211" fmla="*/ 168434 h 483536"/>
                <a:gd name="connsiteX212" fmla="*/ 152388 w 554660"/>
                <a:gd name="connsiteY212" fmla="*/ 164969 h 483536"/>
                <a:gd name="connsiteX213" fmla="*/ 157032 w 554660"/>
                <a:gd name="connsiteY213" fmla="*/ 160898 h 483536"/>
                <a:gd name="connsiteX214" fmla="*/ 162249 w 554660"/>
                <a:gd name="connsiteY214" fmla="*/ 163522 h 483536"/>
                <a:gd name="connsiteX215" fmla="*/ 171806 w 554660"/>
                <a:gd name="connsiteY215" fmla="*/ 165272 h 483536"/>
                <a:gd name="connsiteX216" fmla="*/ 179042 w 554660"/>
                <a:gd name="connsiteY216" fmla="*/ 166146 h 483536"/>
                <a:gd name="connsiteX217" fmla="*/ 178167 w 554660"/>
                <a:gd name="connsiteY217" fmla="*/ 173984 h 483536"/>
                <a:gd name="connsiteX218" fmla="*/ 174095 w 554660"/>
                <a:gd name="connsiteY218" fmla="*/ 179501 h 483536"/>
                <a:gd name="connsiteX219" fmla="*/ 173523 w 554660"/>
                <a:gd name="connsiteY219" fmla="*/ 184413 h 483536"/>
                <a:gd name="connsiteX220" fmla="*/ 171504 w 554660"/>
                <a:gd name="connsiteY220" fmla="*/ 190804 h 483536"/>
                <a:gd name="connsiteX221" fmla="*/ 167432 w 554660"/>
                <a:gd name="connsiteY221" fmla="*/ 197465 h 483536"/>
                <a:gd name="connsiteX222" fmla="*/ 164840 w 554660"/>
                <a:gd name="connsiteY222" fmla="*/ 202107 h 483536"/>
                <a:gd name="connsiteX223" fmla="*/ 162821 w 554660"/>
                <a:gd name="connsiteY223" fmla="*/ 209070 h 483536"/>
                <a:gd name="connsiteX224" fmla="*/ 161071 w 554660"/>
                <a:gd name="connsiteY224" fmla="*/ 222694 h 483536"/>
                <a:gd name="connsiteX225" fmla="*/ 161340 w 554660"/>
                <a:gd name="connsiteY225" fmla="*/ 224444 h 483536"/>
                <a:gd name="connsiteX226" fmla="*/ 165681 w 554660"/>
                <a:gd name="connsiteY226" fmla="*/ 229355 h 483536"/>
                <a:gd name="connsiteX227" fmla="*/ 176114 w 554660"/>
                <a:gd name="connsiteY227" fmla="*/ 228481 h 483536"/>
                <a:gd name="connsiteX228" fmla="*/ 183081 w 554660"/>
                <a:gd name="connsiteY228" fmla="*/ 226159 h 483536"/>
                <a:gd name="connsiteX229" fmla="*/ 185403 w 554660"/>
                <a:gd name="connsiteY229" fmla="*/ 235713 h 483536"/>
                <a:gd name="connsiteX230" fmla="*/ 189475 w 554660"/>
                <a:gd name="connsiteY230" fmla="*/ 244392 h 483536"/>
                <a:gd name="connsiteX231" fmla="*/ 192672 w 554660"/>
                <a:gd name="connsiteY231" fmla="*/ 252802 h 483536"/>
                <a:gd name="connsiteX232" fmla="*/ 191797 w 554660"/>
                <a:gd name="connsiteY232" fmla="*/ 260606 h 483536"/>
                <a:gd name="connsiteX233" fmla="*/ 194692 w 554660"/>
                <a:gd name="connsiteY233" fmla="*/ 268713 h 483536"/>
                <a:gd name="connsiteX234" fmla="*/ 205697 w 554660"/>
                <a:gd name="connsiteY234" fmla="*/ 277123 h 483536"/>
                <a:gd name="connsiteX235" fmla="*/ 211485 w 554660"/>
                <a:gd name="connsiteY235" fmla="*/ 277998 h 483536"/>
                <a:gd name="connsiteX236" fmla="*/ 220168 w 554660"/>
                <a:gd name="connsiteY236" fmla="*/ 275980 h 483536"/>
                <a:gd name="connsiteX237" fmla="*/ 227404 w 554660"/>
                <a:gd name="connsiteY237" fmla="*/ 276282 h 483536"/>
                <a:gd name="connsiteX238" fmla="*/ 234067 w 554660"/>
                <a:gd name="connsiteY238" fmla="*/ 275980 h 483536"/>
                <a:gd name="connsiteX239" fmla="*/ 239284 w 554660"/>
                <a:gd name="connsiteY239" fmla="*/ 273087 h 483536"/>
                <a:gd name="connsiteX240" fmla="*/ 241034 w 554660"/>
                <a:gd name="connsiteY240" fmla="*/ 266998 h 483536"/>
                <a:gd name="connsiteX241" fmla="*/ 245106 w 554660"/>
                <a:gd name="connsiteY241" fmla="*/ 261481 h 483536"/>
                <a:gd name="connsiteX242" fmla="*/ 245409 w 554660"/>
                <a:gd name="connsiteY242" fmla="*/ 250750 h 483536"/>
                <a:gd name="connsiteX243" fmla="*/ 248000 w 554660"/>
                <a:gd name="connsiteY243" fmla="*/ 244661 h 483536"/>
                <a:gd name="connsiteX244" fmla="*/ 256111 w 554660"/>
                <a:gd name="connsiteY244" fmla="*/ 242340 h 483536"/>
                <a:gd name="connsiteX245" fmla="*/ 261631 w 554660"/>
                <a:gd name="connsiteY245" fmla="*/ 248731 h 483536"/>
                <a:gd name="connsiteX246" fmla="*/ 269438 w 554660"/>
                <a:gd name="connsiteY246" fmla="*/ 255392 h 483536"/>
                <a:gd name="connsiteX247" fmla="*/ 281319 w 554660"/>
                <a:gd name="connsiteY247" fmla="*/ 261481 h 483536"/>
                <a:gd name="connsiteX248" fmla="*/ 287982 w 554660"/>
                <a:gd name="connsiteY248" fmla="*/ 266123 h 483536"/>
                <a:gd name="connsiteX249" fmla="*/ 286232 w 554660"/>
                <a:gd name="connsiteY249" fmla="*/ 277426 h 483536"/>
                <a:gd name="connsiteX250" fmla="*/ 283607 w 554660"/>
                <a:gd name="connsiteY250" fmla="*/ 281194 h 483536"/>
                <a:gd name="connsiteX251" fmla="*/ 285054 w 554660"/>
                <a:gd name="connsiteY251" fmla="*/ 289032 h 483536"/>
                <a:gd name="connsiteX252" fmla="*/ 286501 w 554660"/>
                <a:gd name="connsiteY252" fmla="*/ 294818 h 483536"/>
                <a:gd name="connsiteX253" fmla="*/ 281588 w 554660"/>
                <a:gd name="connsiteY253" fmla="*/ 300335 h 483536"/>
                <a:gd name="connsiteX254" fmla="*/ 274352 w 554660"/>
                <a:gd name="connsiteY254" fmla="*/ 304102 h 483536"/>
                <a:gd name="connsiteX255" fmla="*/ 268563 w 554660"/>
                <a:gd name="connsiteY255" fmla="*/ 299191 h 483536"/>
                <a:gd name="connsiteX256" fmla="*/ 260722 w 554660"/>
                <a:gd name="connsiteY256" fmla="*/ 298888 h 483536"/>
                <a:gd name="connsiteX257" fmla="*/ 252039 w 554660"/>
                <a:gd name="connsiteY257" fmla="*/ 297442 h 483536"/>
                <a:gd name="connsiteX258" fmla="*/ 247698 w 554660"/>
                <a:gd name="connsiteY258" fmla="*/ 292530 h 483536"/>
                <a:gd name="connsiteX259" fmla="*/ 239587 w 554660"/>
                <a:gd name="connsiteY259" fmla="*/ 289335 h 483536"/>
                <a:gd name="connsiteX260" fmla="*/ 234101 w 554660"/>
                <a:gd name="connsiteY260" fmla="*/ 293977 h 483536"/>
                <a:gd name="connsiteX261" fmla="*/ 233529 w 554660"/>
                <a:gd name="connsiteY261" fmla="*/ 301512 h 483536"/>
                <a:gd name="connsiteX262" fmla="*/ 236423 w 554660"/>
                <a:gd name="connsiteY262" fmla="*/ 311066 h 483536"/>
                <a:gd name="connsiteX263" fmla="*/ 237568 w 554660"/>
                <a:gd name="connsiteY263" fmla="*/ 317457 h 483536"/>
                <a:gd name="connsiteX264" fmla="*/ 236693 w 554660"/>
                <a:gd name="connsiteY264" fmla="*/ 327314 h 483536"/>
                <a:gd name="connsiteX265" fmla="*/ 233798 w 554660"/>
                <a:gd name="connsiteY265" fmla="*/ 331384 h 483536"/>
                <a:gd name="connsiteX266" fmla="*/ 232351 w 554660"/>
                <a:gd name="connsiteY266" fmla="*/ 336598 h 483536"/>
                <a:gd name="connsiteX267" fmla="*/ 228010 w 554660"/>
                <a:gd name="connsiteY267" fmla="*/ 338045 h 483536"/>
                <a:gd name="connsiteX268" fmla="*/ 222490 w 554660"/>
                <a:gd name="connsiteY268" fmla="*/ 338617 h 483536"/>
                <a:gd name="connsiteX269" fmla="*/ 217846 w 554660"/>
                <a:gd name="connsiteY269" fmla="*/ 345008 h 483536"/>
                <a:gd name="connsiteX270" fmla="*/ 216096 w 554660"/>
                <a:gd name="connsiteY270" fmla="*/ 353115 h 483536"/>
                <a:gd name="connsiteX271" fmla="*/ 211183 w 554660"/>
                <a:gd name="connsiteY271" fmla="*/ 361222 h 483536"/>
                <a:gd name="connsiteX272" fmla="*/ 208860 w 554660"/>
                <a:gd name="connsiteY272" fmla="*/ 367009 h 483536"/>
                <a:gd name="connsiteX273" fmla="*/ 214649 w 554660"/>
                <a:gd name="connsiteY273" fmla="*/ 370473 h 483536"/>
                <a:gd name="connsiteX274" fmla="*/ 219865 w 554660"/>
                <a:gd name="connsiteY274" fmla="*/ 373366 h 483536"/>
                <a:gd name="connsiteX275" fmla="*/ 224510 w 554660"/>
                <a:gd name="connsiteY275" fmla="*/ 379152 h 483536"/>
                <a:gd name="connsiteX276" fmla="*/ 226832 w 554660"/>
                <a:gd name="connsiteY276" fmla="*/ 389581 h 483536"/>
                <a:gd name="connsiteX277" fmla="*/ 229726 w 554660"/>
                <a:gd name="connsiteY277" fmla="*/ 394795 h 483536"/>
                <a:gd name="connsiteX278" fmla="*/ 238712 w 554660"/>
                <a:gd name="connsiteY278" fmla="*/ 395030 h 483536"/>
                <a:gd name="connsiteX279" fmla="*/ 249145 w 554660"/>
                <a:gd name="connsiteY279" fmla="*/ 396578 h 483536"/>
                <a:gd name="connsiteX280" fmla="*/ 259578 w 554660"/>
                <a:gd name="connsiteY280" fmla="*/ 396578 h 483536"/>
                <a:gd name="connsiteX281" fmla="*/ 261328 w 554660"/>
                <a:gd name="connsiteY281" fmla="*/ 401792 h 483536"/>
                <a:gd name="connsiteX282" fmla="*/ 262472 w 554660"/>
                <a:gd name="connsiteY282" fmla="*/ 408183 h 483536"/>
                <a:gd name="connsiteX283" fmla="*/ 263650 w 554660"/>
                <a:gd name="connsiteY283" fmla="*/ 413700 h 483536"/>
                <a:gd name="connsiteX284" fmla="*/ 260452 w 554660"/>
                <a:gd name="connsiteY284" fmla="*/ 421505 h 483536"/>
                <a:gd name="connsiteX285" fmla="*/ 255236 w 554660"/>
                <a:gd name="connsiteY285" fmla="*/ 425844 h 483536"/>
                <a:gd name="connsiteX286" fmla="*/ 247698 w 554660"/>
                <a:gd name="connsiteY286" fmla="*/ 433077 h 483536"/>
                <a:gd name="connsiteX287" fmla="*/ 249717 w 554660"/>
                <a:gd name="connsiteY287" fmla="*/ 438863 h 483536"/>
                <a:gd name="connsiteX288" fmla="*/ 252914 w 554660"/>
                <a:gd name="connsiteY288" fmla="*/ 442193 h 483536"/>
                <a:gd name="connsiteX289" fmla="*/ 261328 w 554660"/>
                <a:gd name="connsiteY289" fmla="*/ 446970 h 483536"/>
                <a:gd name="connsiteX290" fmla="*/ 270011 w 554660"/>
                <a:gd name="connsiteY290" fmla="*/ 446970 h 483536"/>
                <a:gd name="connsiteX291" fmla="*/ 277112 w 554660"/>
                <a:gd name="connsiteY291" fmla="*/ 444952 h 483536"/>
                <a:gd name="connsiteX292" fmla="*/ 284785 w 554660"/>
                <a:gd name="connsiteY292" fmla="*/ 441756 h 483536"/>
                <a:gd name="connsiteX293" fmla="*/ 292020 w 554660"/>
                <a:gd name="connsiteY293" fmla="*/ 440881 h 483536"/>
                <a:gd name="connsiteX294" fmla="*/ 299862 w 554660"/>
                <a:gd name="connsiteY294" fmla="*/ 438829 h 483536"/>
                <a:gd name="connsiteX295" fmla="*/ 310867 w 554660"/>
                <a:gd name="connsiteY295" fmla="*/ 436542 h 483536"/>
                <a:gd name="connsiteX296" fmla="*/ 315209 w 554660"/>
                <a:gd name="connsiteY296" fmla="*/ 436542 h 483536"/>
                <a:gd name="connsiteX297" fmla="*/ 316084 w 554660"/>
                <a:gd name="connsiteY297" fmla="*/ 444649 h 483536"/>
                <a:gd name="connsiteX298" fmla="*/ 316656 w 554660"/>
                <a:gd name="connsiteY298" fmla="*/ 449863 h 483536"/>
                <a:gd name="connsiteX299" fmla="*/ 326786 w 554660"/>
                <a:gd name="connsiteY299" fmla="*/ 448685 h 483536"/>
                <a:gd name="connsiteX300" fmla="*/ 334055 w 554660"/>
                <a:gd name="connsiteY300" fmla="*/ 446667 h 483536"/>
                <a:gd name="connsiteX301" fmla="*/ 337825 w 554660"/>
                <a:gd name="connsiteY301" fmla="*/ 453631 h 483536"/>
                <a:gd name="connsiteX302" fmla="*/ 342738 w 554660"/>
                <a:gd name="connsiteY302" fmla="*/ 447273 h 483536"/>
                <a:gd name="connsiteX303" fmla="*/ 349704 w 554660"/>
                <a:gd name="connsiteY303" fmla="*/ 444380 h 483536"/>
                <a:gd name="connsiteX304" fmla="*/ 360440 w 554660"/>
                <a:gd name="connsiteY304" fmla="*/ 443808 h 483536"/>
                <a:gd name="connsiteX305" fmla="*/ 367676 w 554660"/>
                <a:gd name="connsiteY305" fmla="*/ 448450 h 483536"/>
                <a:gd name="connsiteX306" fmla="*/ 375787 w 554660"/>
                <a:gd name="connsiteY306" fmla="*/ 455985 h 483536"/>
                <a:gd name="connsiteX307" fmla="*/ 380128 w 554660"/>
                <a:gd name="connsiteY307" fmla="*/ 460897 h 483536"/>
                <a:gd name="connsiteX308" fmla="*/ 384200 w 554660"/>
                <a:gd name="connsiteY308" fmla="*/ 463218 h 483536"/>
                <a:gd name="connsiteX309" fmla="*/ 388542 w 554660"/>
                <a:gd name="connsiteY309" fmla="*/ 466985 h 483536"/>
                <a:gd name="connsiteX310" fmla="*/ 398975 w 554660"/>
                <a:gd name="connsiteY310" fmla="*/ 469576 h 483536"/>
                <a:gd name="connsiteX311" fmla="*/ 412605 w 554660"/>
                <a:gd name="connsiteY311" fmla="*/ 469576 h 483536"/>
                <a:gd name="connsiteX312" fmla="*/ 417249 w 554660"/>
                <a:gd name="connsiteY312" fmla="*/ 468432 h 483536"/>
                <a:gd name="connsiteX313" fmla="*/ 421019 w 554660"/>
                <a:gd name="connsiteY313" fmla="*/ 472502 h 483536"/>
                <a:gd name="connsiteX314" fmla="*/ 424216 w 554660"/>
                <a:gd name="connsiteY314" fmla="*/ 479466 h 483536"/>
                <a:gd name="connsiteX315" fmla="*/ 425091 w 554660"/>
                <a:gd name="connsiteY315" fmla="*/ 483536 h 483536"/>
                <a:gd name="connsiteX316" fmla="*/ 431754 w 554660"/>
                <a:gd name="connsiteY316" fmla="*/ 483536 h 483536"/>
                <a:gd name="connsiteX317" fmla="*/ 432629 w 554660"/>
                <a:gd name="connsiteY317" fmla="*/ 476875 h 483536"/>
                <a:gd name="connsiteX318" fmla="*/ 436096 w 554660"/>
                <a:gd name="connsiteY318" fmla="*/ 473411 h 483536"/>
                <a:gd name="connsiteX319" fmla="*/ 443937 w 554660"/>
                <a:gd name="connsiteY319" fmla="*/ 472839 h 483536"/>
                <a:gd name="connsiteX320" fmla="*/ 446260 w 554660"/>
                <a:gd name="connsiteY320" fmla="*/ 466178 h 483536"/>
                <a:gd name="connsiteX321" fmla="*/ 446832 w 554660"/>
                <a:gd name="connsiteY321" fmla="*/ 461267 h 483536"/>
                <a:gd name="connsiteX322" fmla="*/ 444510 w 554660"/>
                <a:gd name="connsiteY322" fmla="*/ 454034 h 483536"/>
                <a:gd name="connsiteX323" fmla="*/ 447976 w 554660"/>
                <a:gd name="connsiteY323" fmla="*/ 449997 h 483536"/>
                <a:gd name="connsiteX324" fmla="*/ 454942 w 554660"/>
                <a:gd name="connsiteY324" fmla="*/ 444783 h 483536"/>
                <a:gd name="connsiteX325" fmla="*/ 462481 w 554660"/>
                <a:gd name="connsiteY325" fmla="*/ 444514 h 483536"/>
                <a:gd name="connsiteX326" fmla="*/ 467832 w 554660"/>
                <a:gd name="connsiteY326" fmla="*/ 442328 h 483536"/>
                <a:gd name="connsiteX327" fmla="*/ 470289 w 554660"/>
                <a:gd name="connsiteY327" fmla="*/ 438863 h 483536"/>
                <a:gd name="connsiteX328" fmla="*/ 474226 w 554660"/>
                <a:gd name="connsiteY328" fmla="*/ 434086 h 48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554660" h="483536">
                  <a:moveTo>
                    <a:pt x="474226" y="434086"/>
                  </a:moveTo>
                  <a:lnTo>
                    <a:pt x="477996" y="430756"/>
                  </a:lnTo>
                  <a:lnTo>
                    <a:pt x="479140" y="428300"/>
                  </a:lnTo>
                  <a:lnTo>
                    <a:pt x="477996" y="421202"/>
                  </a:lnTo>
                  <a:lnTo>
                    <a:pt x="482203" y="418174"/>
                  </a:lnTo>
                  <a:lnTo>
                    <a:pt x="484222" y="415853"/>
                  </a:lnTo>
                  <a:lnTo>
                    <a:pt x="479881" y="412826"/>
                  </a:lnTo>
                  <a:lnTo>
                    <a:pt x="479881" y="409193"/>
                  </a:lnTo>
                  <a:lnTo>
                    <a:pt x="482910" y="405358"/>
                  </a:lnTo>
                  <a:lnTo>
                    <a:pt x="487688" y="399067"/>
                  </a:lnTo>
                  <a:lnTo>
                    <a:pt x="493645" y="395770"/>
                  </a:lnTo>
                  <a:lnTo>
                    <a:pt x="501621" y="394593"/>
                  </a:lnTo>
                  <a:lnTo>
                    <a:pt x="504246" y="394593"/>
                  </a:lnTo>
                  <a:lnTo>
                    <a:pt x="504246" y="394526"/>
                  </a:lnTo>
                  <a:lnTo>
                    <a:pt x="494352" y="385746"/>
                  </a:lnTo>
                  <a:lnTo>
                    <a:pt x="489136" y="380532"/>
                  </a:lnTo>
                  <a:lnTo>
                    <a:pt x="485265" y="375553"/>
                  </a:lnTo>
                  <a:lnTo>
                    <a:pt x="482135" y="372727"/>
                  </a:lnTo>
                  <a:lnTo>
                    <a:pt x="477356" y="367950"/>
                  </a:lnTo>
                  <a:lnTo>
                    <a:pt x="474866" y="367076"/>
                  </a:lnTo>
                  <a:cubicBezTo>
                    <a:pt x="474866" y="367076"/>
                    <a:pt x="471736" y="366437"/>
                    <a:pt x="471400" y="366302"/>
                  </a:cubicBezTo>
                  <a:cubicBezTo>
                    <a:pt x="471063" y="366201"/>
                    <a:pt x="465745" y="366302"/>
                    <a:pt x="465745" y="366302"/>
                  </a:cubicBezTo>
                  <a:cubicBezTo>
                    <a:pt x="465745" y="366302"/>
                    <a:pt x="461269" y="365427"/>
                    <a:pt x="458880" y="365427"/>
                  </a:cubicBezTo>
                  <a:cubicBezTo>
                    <a:pt x="456490" y="365427"/>
                    <a:pt x="450063" y="363813"/>
                    <a:pt x="450063" y="363813"/>
                  </a:cubicBezTo>
                  <a:lnTo>
                    <a:pt x="446461" y="361323"/>
                  </a:lnTo>
                  <a:lnTo>
                    <a:pt x="443971" y="358498"/>
                  </a:lnTo>
                  <a:cubicBezTo>
                    <a:pt x="443971" y="358498"/>
                    <a:pt x="446058" y="356311"/>
                    <a:pt x="446461" y="356210"/>
                  </a:cubicBezTo>
                  <a:cubicBezTo>
                    <a:pt x="446899" y="356109"/>
                    <a:pt x="448211" y="355134"/>
                    <a:pt x="449188" y="354696"/>
                  </a:cubicBezTo>
                  <a:cubicBezTo>
                    <a:pt x="450163" y="354259"/>
                    <a:pt x="453765" y="351433"/>
                    <a:pt x="454067" y="351433"/>
                  </a:cubicBezTo>
                  <a:cubicBezTo>
                    <a:pt x="454370" y="351433"/>
                    <a:pt x="456457" y="351332"/>
                    <a:pt x="457231" y="351433"/>
                  </a:cubicBezTo>
                  <a:cubicBezTo>
                    <a:pt x="458005" y="351534"/>
                    <a:pt x="459957" y="351972"/>
                    <a:pt x="461034" y="352846"/>
                  </a:cubicBezTo>
                  <a:cubicBezTo>
                    <a:pt x="462111" y="353721"/>
                    <a:pt x="463524" y="353822"/>
                    <a:pt x="465174" y="354158"/>
                  </a:cubicBezTo>
                  <a:cubicBezTo>
                    <a:pt x="466823" y="354494"/>
                    <a:pt x="474731" y="355235"/>
                    <a:pt x="474731" y="355235"/>
                  </a:cubicBezTo>
                  <a:cubicBezTo>
                    <a:pt x="474731" y="355235"/>
                    <a:pt x="475606" y="354360"/>
                    <a:pt x="476044" y="354259"/>
                  </a:cubicBezTo>
                  <a:cubicBezTo>
                    <a:pt x="476481" y="354158"/>
                    <a:pt x="478972" y="352005"/>
                    <a:pt x="480284" y="351837"/>
                  </a:cubicBezTo>
                  <a:cubicBezTo>
                    <a:pt x="481597" y="351669"/>
                    <a:pt x="482910" y="351131"/>
                    <a:pt x="483650" y="351131"/>
                  </a:cubicBezTo>
                  <a:cubicBezTo>
                    <a:pt x="484424" y="351131"/>
                    <a:pt x="487688" y="351131"/>
                    <a:pt x="487688" y="351131"/>
                  </a:cubicBezTo>
                  <a:lnTo>
                    <a:pt x="493140" y="347666"/>
                  </a:lnTo>
                  <a:lnTo>
                    <a:pt x="499871" y="347666"/>
                  </a:lnTo>
                  <a:cubicBezTo>
                    <a:pt x="499871" y="347666"/>
                    <a:pt x="505862" y="349516"/>
                    <a:pt x="506165" y="349617"/>
                  </a:cubicBezTo>
                  <a:cubicBezTo>
                    <a:pt x="506501" y="349718"/>
                    <a:pt x="510944" y="351030"/>
                    <a:pt x="511381" y="351030"/>
                  </a:cubicBezTo>
                  <a:cubicBezTo>
                    <a:pt x="511819" y="351030"/>
                    <a:pt x="516934" y="355268"/>
                    <a:pt x="516934" y="355268"/>
                  </a:cubicBezTo>
                  <a:lnTo>
                    <a:pt x="523901" y="359070"/>
                  </a:lnTo>
                  <a:lnTo>
                    <a:pt x="531507" y="362333"/>
                  </a:lnTo>
                  <a:lnTo>
                    <a:pt x="537261" y="363947"/>
                  </a:lnTo>
                  <a:cubicBezTo>
                    <a:pt x="537261" y="363947"/>
                    <a:pt x="542478" y="364586"/>
                    <a:pt x="543017" y="364586"/>
                  </a:cubicBezTo>
                  <a:cubicBezTo>
                    <a:pt x="543555" y="364586"/>
                    <a:pt x="549646" y="364385"/>
                    <a:pt x="549646" y="364385"/>
                  </a:cubicBezTo>
                  <a:lnTo>
                    <a:pt x="553786" y="362871"/>
                  </a:lnTo>
                  <a:lnTo>
                    <a:pt x="554661" y="359070"/>
                  </a:lnTo>
                  <a:lnTo>
                    <a:pt x="552373" y="353855"/>
                  </a:lnTo>
                  <a:lnTo>
                    <a:pt x="547358" y="343763"/>
                  </a:lnTo>
                  <a:lnTo>
                    <a:pt x="541603" y="332461"/>
                  </a:lnTo>
                  <a:lnTo>
                    <a:pt x="534872" y="325598"/>
                  </a:lnTo>
                  <a:cubicBezTo>
                    <a:pt x="534872" y="325598"/>
                    <a:pt x="527805" y="321360"/>
                    <a:pt x="526930" y="321158"/>
                  </a:cubicBezTo>
                  <a:cubicBezTo>
                    <a:pt x="526055" y="320922"/>
                    <a:pt x="516732" y="317693"/>
                    <a:pt x="516732" y="317693"/>
                  </a:cubicBezTo>
                  <a:lnTo>
                    <a:pt x="510203" y="316280"/>
                  </a:lnTo>
                  <a:lnTo>
                    <a:pt x="501823" y="313555"/>
                  </a:lnTo>
                  <a:lnTo>
                    <a:pt x="497414" y="310527"/>
                  </a:lnTo>
                  <a:lnTo>
                    <a:pt x="495496" y="308778"/>
                  </a:lnTo>
                  <a:lnTo>
                    <a:pt x="495496" y="287720"/>
                  </a:lnTo>
                  <a:lnTo>
                    <a:pt x="493544" y="283818"/>
                  </a:lnTo>
                  <a:lnTo>
                    <a:pt x="488967" y="281429"/>
                  </a:lnTo>
                  <a:lnTo>
                    <a:pt x="485064" y="277830"/>
                  </a:lnTo>
                  <a:lnTo>
                    <a:pt x="478097" y="275374"/>
                  </a:lnTo>
                  <a:cubicBezTo>
                    <a:pt x="478097" y="275374"/>
                    <a:pt x="473116" y="274668"/>
                    <a:pt x="472678" y="274668"/>
                  </a:cubicBezTo>
                  <a:cubicBezTo>
                    <a:pt x="472241" y="274668"/>
                    <a:pt x="465072" y="274668"/>
                    <a:pt x="465072" y="274668"/>
                  </a:cubicBezTo>
                  <a:lnTo>
                    <a:pt x="460293" y="273894"/>
                  </a:lnTo>
                  <a:cubicBezTo>
                    <a:pt x="460293" y="273894"/>
                    <a:pt x="453327" y="273356"/>
                    <a:pt x="452890" y="273356"/>
                  </a:cubicBezTo>
                  <a:cubicBezTo>
                    <a:pt x="452452" y="273356"/>
                    <a:pt x="447673" y="272044"/>
                    <a:pt x="447336" y="271607"/>
                  </a:cubicBezTo>
                  <a:cubicBezTo>
                    <a:pt x="447000" y="271169"/>
                    <a:pt x="444711" y="268781"/>
                    <a:pt x="444510" y="267267"/>
                  </a:cubicBezTo>
                  <a:cubicBezTo>
                    <a:pt x="444274" y="265753"/>
                    <a:pt x="443971" y="262154"/>
                    <a:pt x="443971" y="262154"/>
                  </a:cubicBezTo>
                  <a:lnTo>
                    <a:pt x="441582" y="255628"/>
                  </a:lnTo>
                  <a:lnTo>
                    <a:pt x="440707" y="251187"/>
                  </a:lnTo>
                  <a:cubicBezTo>
                    <a:pt x="440707" y="251187"/>
                    <a:pt x="438081" y="249438"/>
                    <a:pt x="437678" y="248698"/>
                  </a:cubicBezTo>
                  <a:cubicBezTo>
                    <a:pt x="437240" y="247924"/>
                    <a:pt x="435625" y="246310"/>
                    <a:pt x="436163" y="245334"/>
                  </a:cubicBezTo>
                  <a:cubicBezTo>
                    <a:pt x="436701" y="244358"/>
                    <a:pt x="439730" y="239918"/>
                    <a:pt x="439730" y="239918"/>
                  </a:cubicBezTo>
                  <a:lnTo>
                    <a:pt x="441245" y="235040"/>
                  </a:lnTo>
                  <a:cubicBezTo>
                    <a:pt x="441245" y="235040"/>
                    <a:pt x="440808" y="233425"/>
                    <a:pt x="440808" y="233089"/>
                  </a:cubicBezTo>
                  <a:cubicBezTo>
                    <a:pt x="440808" y="232753"/>
                    <a:pt x="440471" y="227976"/>
                    <a:pt x="440471" y="227438"/>
                  </a:cubicBezTo>
                  <a:cubicBezTo>
                    <a:pt x="440471" y="226899"/>
                    <a:pt x="439159" y="224175"/>
                    <a:pt x="439159" y="223737"/>
                  </a:cubicBezTo>
                  <a:cubicBezTo>
                    <a:pt x="439159" y="223300"/>
                    <a:pt x="436971" y="221147"/>
                    <a:pt x="436668" y="219835"/>
                  </a:cubicBezTo>
                  <a:cubicBezTo>
                    <a:pt x="436365" y="218523"/>
                    <a:pt x="433202" y="215058"/>
                    <a:pt x="433202" y="215058"/>
                  </a:cubicBezTo>
                  <a:lnTo>
                    <a:pt x="427177" y="210382"/>
                  </a:lnTo>
                  <a:lnTo>
                    <a:pt x="424182" y="206480"/>
                  </a:lnTo>
                  <a:lnTo>
                    <a:pt x="424182" y="200829"/>
                  </a:lnTo>
                  <a:lnTo>
                    <a:pt x="424182" y="197364"/>
                  </a:lnTo>
                  <a:lnTo>
                    <a:pt x="421557" y="192251"/>
                  </a:lnTo>
                  <a:lnTo>
                    <a:pt x="419269" y="189324"/>
                  </a:lnTo>
                  <a:lnTo>
                    <a:pt x="415197" y="185422"/>
                  </a:lnTo>
                  <a:lnTo>
                    <a:pt x="413716" y="180107"/>
                  </a:lnTo>
                  <a:lnTo>
                    <a:pt x="413716" y="174792"/>
                  </a:lnTo>
                  <a:lnTo>
                    <a:pt x="411663" y="170015"/>
                  </a:lnTo>
                  <a:lnTo>
                    <a:pt x="409071" y="166314"/>
                  </a:lnTo>
                  <a:lnTo>
                    <a:pt x="406783" y="162278"/>
                  </a:lnTo>
                  <a:lnTo>
                    <a:pt x="401667" y="154002"/>
                  </a:lnTo>
                  <a:cubicBezTo>
                    <a:pt x="401667" y="154002"/>
                    <a:pt x="397763" y="147813"/>
                    <a:pt x="397763" y="147375"/>
                  </a:cubicBezTo>
                  <a:cubicBezTo>
                    <a:pt x="397763" y="146938"/>
                    <a:pt x="394499" y="139773"/>
                    <a:pt x="394499" y="139773"/>
                  </a:cubicBezTo>
                  <a:lnTo>
                    <a:pt x="391773" y="135736"/>
                  </a:lnTo>
                  <a:lnTo>
                    <a:pt x="389383" y="132910"/>
                  </a:lnTo>
                  <a:lnTo>
                    <a:pt x="389383" y="126081"/>
                  </a:lnTo>
                  <a:lnTo>
                    <a:pt x="388508" y="117167"/>
                  </a:lnTo>
                  <a:lnTo>
                    <a:pt x="386321" y="111078"/>
                  </a:lnTo>
                  <a:lnTo>
                    <a:pt x="385008" y="105662"/>
                  </a:lnTo>
                  <a:lnTo>
                    <a:pt x="375989" y="89145"/>
                  </a:lnTo>
                  <a:lnTo>
                    <a:pt x="372085" y="81206"/>
                  </a:lnTo>
                  <a:lnTo>
                    <a:pt x="361012" y="73604"/>
                  </a:lnTo>
                  <a:lnTo>
                    <a:pt x="343176" y="63713"/>
                  </a:lnTo>
                  <a:lnTo>
                    <a:pt x="333921" y="62301"/>
                  </a:lnTo>
                  <a:lnTo>
                    <a:pt x="324228" y="61426"/>
                  </a:lnTo>
                  <a:lnTo>
                    <a:pt x="318574" y="57288"/>
                  </a:lnTo>
                  <a:lnTo>
                    <a:pt x="312045" y="56414"/>
                  </a:lnTo>
                  <a:cubicBezTo>
                    <a:pt x="312045" y="56414"/>
                    <a:pt x="307165" y="56077"/>
                    <a:pt x="305954" y="55337"/>
                  </a:cubicBezTo>
                  <a:cubicBezTo>
                    <a:pt x="304776" y="54564"/>
                    <a:pt x="301074" y="51099"/>
                    <a:pt x="300636" y="50459"/>
                  </a:cubicBezTo>
                  <a:cubicBezTo>
                    <a:pt x="300199" y="49820"/>
                    <a:pt x="295622" y="44169"/>
                    <a:pt x="294343" y="43395"/>
                  </a:cubicBezTo>
                  <a:cubicBezTo>
                    <a:pt x="293030" y="42622"/>
                    <a:pt x="289766" y="39695"/>
                    <a:pt x="289766" y="39695"/>
                  </a:cubicBezTo>
                  <a:lnTo>
                    <a:pt x="281083" y="33068"/>
                  </a:lnTo>
                  <a:lnTo>
                    <a:pt x="271525" y="32294"/>
                  </a:lnTo>
                  <a:lnTo>
                    <a:pt x="264626" y="31756"/>
                  </a:lnTo>
                  <a:cubicBezTo>
                    <a:pt x="264626" y="31756"/>
                    <a:pt x="262405" y="26340"/>
                    <a:pt x="262405" y="26004"/>
                  </a:cubicBezTo>
                  <a:cubicBezTo>
                    <a:pt x="262405" y="25667"/>
                    <a:pt x="262405" y="20016"/>
                    <a:pt x="262405" y="20016"/>
                  </a:cubicBezTo>
                  <a:lnTo>
                    <a:pt x="262405" y="13052"/>
                  </a:lnTo>
                  <a:cubicBezTo>
                    <a:pt x="262405" y="13052"/>
                    <a:pt x="265130" y="8376"/>
                    <a:pt x="265568" y="8175"/>
                  </a:cubicBezTo>
                  <a:cubicBezTo>
                    <a:pt x="266006" y="7973"/>
                    <a:pt x="270246" y="4575"/>
                    <a:pt x="270246" y="4575"/>
                  </a:cubicBezTo>
                  <a:lnTo>
                    <a:pt x="271996" y="3263"/>
                  </a:lnTo>
                  <a:lnTo>
                    <a:pt x="273410" y="1615"/>
                  </a:lnTo>
                  <a:lnTo>
                    <a:pt x="271458" y="0"/>
                  </a:lnTo>
                  <a:lnTo>
                    <a:pt x="261563" y="0"/>
                  </a:lnTo>
                  <a:lnTo>
                    <a:pt x="252645" y="1413"/>
                  </a:lnTo>
                  <a:lnTo>
                    <a:pt x="247866" y="5113"/>
                  </a:lnTo>
                  <a:lnTo>
                    <a:pt x="241875" y="7939"/>
                  </a:lnTo>
                  <a:cubicBezTo>
                    <a:pt x="241875" y="7939"/>
                    <a:pt x="236221" y="9150"/>
                    <a:pt x="235784" y="9352"/>
                  </a:cubicBezTo>
                  <a:cubicBezTo>
                    <a:pt x="235346" y="9554"/>
                    <a:pt x="226865" y="10126"/>
                    <a:pt x="226865" y="10126"/>
                  </a:cubicBezTo>
                  <a:lnTo>
                    <a:pt x="224510" y="15575"/>
                  </a:lnTo>
                  <a:cubicBezTo>
                    <a:pt x="224510" y="15575"/>
                    <a:pt x="224139" y="18838"/>
                    <a:pt x="224139" y="19276"/>
                  </a:cubicBezTo>
                  <a:cubicBezTo>
                    <a:pt x="224139" y="19713"/>
                    <a:pt x="224139" y="25263"/>
                    <a:pt x="224139" y="25263"/>
                  </a:cubicBezTo>
                  <a:lnTo>
                    <a:pt x="223500" y="29065"/>
                  </a:lnTo>
                  <a:lnTo>
                    <a:pt x="222187" y="34279"/>
                  </a:lnTo>
                  <a:lnTo>
                    <a:pt x="218586" y="38854"/>
                  </a:lnTo>
                  <a:lnTo>
                    <a:pt x="217610" y="44842"/>
                  </a:lnTo>
                  <a:lnTo>
                    <a:pt x="219461" y="48441"/>
                  </a:lnTo>
                  <a:lnTo>
                    <a:pt x="215995" y="50729"/>
                  </a:lnTo>
                  <a:cubicBezTo>
                    <a:pt x="215995" y="50729"/>
                    <a:pt x="206000" y="51166"/>
                    <a:pt x="205226" y="51368"/>
                  </a:cubicBezTo>
                  <a:cubicBezTo>
                    <a:pt x="204452" y="51570"/>
                    <a:pt x="199672" y="52680"/>
                    <a:pt x="199672" y="52680"/>
                  </a:cubicBezTo>
                  <a:lnTo>
                    <a:pt x="196071" y="59845"/>
                  </a:lnTo>
                  <a:lnTo>
                    <a:pt x="194658" y="65160"/>
                  </a:lnTo>
                  <a:lnTo>
                    <a:pt x="196307" y="74075"/>
                  </a:lnTo>
                  <a:cubicBezTo>
                    <a:pt x="196307" y="74075"/>
                    <a:pt x="194893" y="78952"/>
                    <a:pt x="194658" y="79289"/>
                  </a:cubicBezTo>
                  <a:cubicBezTo>
                    <a:pt x="194456" y="79625"/>
                    <a:pt x="189980" y="85714"/>
                    <a:pt x="189980" y="85714"/>
                  </a:cubicBezTo>
                  <a:cubicBezTo>
                    <a:pt x="189980" y="85714"/>
                    <a:pt x="185100" y="88977"/>
                    <a:pt x="184427" y="89179"/>
                  </a:cubicBezTo>
                  <a:cubicBezTo>
                    <a:pt x="183788" y="89414"/>
                    <a:pt x="175609" y="92105"/>
                    <a:pt x="175609" y="92105"/>
                  </a:cubicBezTo>
                  <a:lnTo>
                    <a:pt x="169417" y="89919"/>
                  </a:lnTo>
                  <a:lnTo>
                    <a:pt x="162989" y="80903"/>
                  </a:lnTo>
                  <a:cubicBezTo>
                    <a:pt x="162989" y="80903"/>
                    <a:pt x="163629" y="75891"/>
                    <a:pt x="163629" y="75454"/>
                  </a:cubicBezTo>
                  <a:cubicBezTo>
                    <a:pt x="163629" y="75017"/>
                    <a:pt x="162652" y="70341"/>
                    <a:pt x="162989" y="69802"/>
                  </a:cubicBezTo>
                  <a:cubicBezTo>
                    <a:pt x="163325" y="69264"/>
                    <a:pt x="159186" y="64386"/>
                    <a:pt x="159186" y="64386"/>
                  </a:cubicBezTo>
                  <a:cubicBezTo>
                    <a:pt x="159186" y="64386"/>
                    <a:pt x="156023" y="62200"/>
                    <a:pt x="155383" y="61897"/>
                  </a:cubicBezTo>
                  <a:cubicBezTo>
                    <a:pt x="154744" y="61561"/>
                    <a:pt x="148652" y="59408"/>
                    <a:pt x="148652" y="59408"/>
                  </a:cubicBezTo>
                  <a:lnTo>
                    <a:pt x="143436" y="60282"/>
                  </a:lnTo>
                  <a:lnTo>
                    <a:pt x="136907" y="64723"/>
                  </a:lnTo>
                  <a:lnTo>
                    <a:pt x="136368" y="69399"/>
                  </a:lnTo>
                  <a:lnTo>
                    <a:pt x="134854" y="76362"/>
                  </a:lnTo>
                  <a:lnTo>
                    <a:pt x="130950" y="81677"/>
                  </a:lnTo>
                  <a:cubicBezTo>
                    <a:pt x="130950" y="81677"/>
                    <a:pt x="126272" y="82552"/>
                    <a:pt x="125834" y="82552"/>
                  </a:cubicBezTo>
                  <a:cubicBezTo>
                    <a:pt x="125397" y="82552"/>
                    <a:pt x="119844" y="83325"/>
                    <a:pt x="119406" y="83628"/>
                  </a:cubicBezTo>
                  <a:cubicBezTo>
                    <a:pt x="118969" y="83965"/>
                    <a:pt x="113315" y="85041"/>
                    <a:pt x="113315" y="85041"/>
                  </a:cubicBezTo>
                  <a:cubicBezTo>
                    <a:pt x="113315" y="85041"/>
                    <a:pt x="108099" y="84066"/>
                    <a:pt x="107762" y="83965"/>
                  </a:cubicBezTo>
                  <a:cubicBezTo>
                    <a:pt x="107425" y="83864"/>
                    <a:pt x="104598" y="80601"/>
                    <a:pt x="104598" y="80601"/>
                  </a:cubicBezTo>
                  <a:lnTo>
                    <a:pt x="93627" y="72897"/>
                  </a:lnTo>
                  <a:lnTo>
                    <a:pt x="86661" y="76598"/>
                  </a:lnTo>
                  <a:lnTo>
                    <a:pt x="86661" y="82686"/>
                  </a:lnTo>
                  <a:lnTo>
                    <a:pt x="84338" y="86454"/>
                  </a:lnTo>
                  <a:lnTo>
                    <a:pt x="78247" y="91365"/>
                  </a:lnTo>
                  <a:lnTo>
                    <a:pt x="73905" y="86454"/>
                  </a:lnTo>
                  <a:lnTo>
                    <a:pt x="70574" y="84436"/>
                  </a:lnTo>
                  <a:lnTo>
                    <a:pt x="64044" y="77203"/>
                  </a:lnTo>
                  <a:lnTo>
                    <a:pt x="64044" y="67077"/>
                  </a:lnTo>
                  <a:lnTo>
                    <a:pt x="64044" y="58399"/>
                  </a:lnTo>
                  <a:lnTo>
                    <a:pt x="59400" y="55203"/>
                  </a:lnTo>
                  <a:lnTo>
                    <a:pt x="56237" y="47970"/>
                  </a:lnTo>
                  <a:cubicBezTo>
                    <a:pt x="56237" y="47970"/>
                    <a:pt x="53612" y="45649"/>
                    <a:pt x="52467" y="45077"/>
                  </a:cubicBezTo>
                  <a:cubicBezTo>
                    <a:pt x="51323" y="44505"/>
                    <a:pt x="42910" y="42184"/>
                    <a:pt x="42910" y="42184"/>
                  </a:cubicBezTo>
                  <a:lnTo>
                    <a:pt x="29582" y="40166"/>
                  </a:lnTo>
                  <a:lnTo>
                    <a:pt x="17096" y="41310"/>
                  </a:lnTo>
                  <a:lnTo>
                    <a:pt x="11308" y="45952"/>
                  </a:lnTo>
                  <a:lnTo>
                    <a:pt x="6529" y="49417"/>
                  </a:lnTo>
                  <a:lnTo>
                    <a:pt x="1447" y="58399"/>
                  </a:lnTo>
                  <a:lnTo>
                    <a:pt x="1447" y="63613"/>
                  </a:lnTo>
                  <a:lnTo>
                    <a:pt x="0" y="69399"/>
                  </a:lnTo>
                  <a:lnTo>
                    <a:pt x="4341" y="73738"/>
                  </a:lnTo>
                  <a:lnTo>
                    <a:pt x="7808" y="77203"/>
                  </a:lnTo>
                  <a:lnTo>
                    <a:pt x="22582" y="86488"/>
                  </a:lnTo>
                  <a:lnTo>
                    <a:pt x="30423" y="90827"/>
                  </a:lnTo>
                  <a:lnTo>
                    <a:pt x="37390" y="91702"/>
                  </a:lnTo>
                  <a:lnTo>
                    <a:pt x="44054" y="96613"/>
                  </a:lnTo>
                  <a:lnTo>
                    <a:pt x="48967" y="100953"/>
                  </a:lnTo>
                  <a:lnTo>
                    <a:pt x="54487" y="100953"/>
                  </a:lnTo>
                  <a:lnTo>
                    <a:pt x="58559" y="109060"/>
                  </a:lnTo>
                  <a:lnTo>
                    <a:pt x="64044" y="119185"/>
                  </a:lnTo>
                  <a:lnTo>
                    <a:pt x="70439" y="119488"/>
                  </a:lnTo>
                  <a:lnTo>
                    <a:pt x="71886" y="123827"/>
                  </a:lnTo>
                  <a:lnTo>
                    <a:pt x="76800" y="129614"/>
                  </a:lnTo>
                  <a:lnTo>
                    <a:pt x="83194" y="132069"/>
                  </a:lnTo>
                  <a:lnTo>
                    <a:pt x="97093" y="132204"/>
                  </a:lnTo>
                  <a:lnTo>
                    <a:pt x="108401" y="132204"/>
                  </a:lnTo>
                  <a:lnTo>
                    <a:pt x="117387" y="133650"/>
                  </a:lnTo>
                  <a:lnTo>
                    <a:pt x="123748" y="140614"/>
                  </a:lnTo>
                  <a:lnTo>
                    <a:pt x="128089" y="144953"/>
                  </a:lnTo>
                  <a:lnTo>
                    <a:pt x="132565" y="150739"/>
                  </a:lnTo>
                  <a:lnTo>
                    <a:pt x="133575" y="154507"/>
                  </a:lnTo>
                  <a:lnTo>
                    <a:pt x="133575" y="164363"/>
                  </a:lnTo>
                  <a:lnTo>
                    <a:pt x="136469" y="168434"/>
                  </a:lnTo>
                  <a:cubicBezTo>
                    <a:pt x="136469" y="168434"/>
                    <a:pt x="144580" y="168737"/>
                    <a:pt x="145724" y="168434"/>
                  </a:cubicBezTo>
                  <a:cubicBezTo>
                    <a:pt x="146902" y="168131"/>
                    <a:pt x="152388" y="164969"/>
                    <a:pt x="152388" y="164969"/>
                  </a:cubicBezTo>
                  <a:lnTo>
                    <a:pt x="157032" y="160898"/>
                  </a:lnTo>
                  <a:lnTo>
                    <a:pt x="162249" y="163522"/>
                  </a:lnTo>
                  <a:lnTo>
                    <a:pt x="171806" y="165272"/>
                  </a:lnTo>
                  <a:lnTo>
                    <a:pt x="179042" y="166146"/>
                  </a:lnTo>
                  <a:lnTo>
                    <a:pt x="178167" y="173984"/>
                  </a:lnTo>
                  <a:lnTo>
                    <a:pt x="174095" y="179501"/>
                  </a:lnTo>
                  <a:lnTo>
                    <a:pt x="173523" y="184413"/>
                  </a:lnTo>
                  <a:lnTo>
                    <a:pt x="171504" y="190804"/>
                  </a:lnTo>
                  <a:lnTo>
                    <a:pt x="167432" y="197465"/>
                  </a:lnTo>
                  <a:lnTo>
                    <a:pt x="164840" y="202107"/>
                  </a:lnTo>
                  <a:lnTo>
                    <a:pt x="162821" y="209070"/>
                  </a:lnTo>
                  <a:lnTo>
                    <a:pt x="161071" y="222694"/>
                  </a:lnTo>
                  <a:lnTo>
                    <a:pt x="161340" y="224444"/>
                  </a:lnTo>
                  <a:lnTo>
                    <a:pt x="165681" y="229355"/>
                  </a:lnTo>
                  <a:lnTo>
                    <a:pt x="176114" y="228481"/>
                  </a:lnTo>
                  <a:lnTo>
                    <a:pt x="183081" y="226159"/>
                  </a:lnTo>
                  <a:lnTo>
                    <a:pt x="185403" y="235713"/>
                  </a:lnTo>
                  <a:lnTo>
                    <a:pt x="189475" y="244392"/>
                  </a:lnTo>
                  <a:lnTo>
                    <a:pt x="192672" y="252802"/>
                  </a:lnTo>
                  <a:lnTo>
                    <a:pt x="191797" y="260606"/>
                  </a:lnTo>
                  <a:cubicBezTo>
                    <a:pt x="191797" y="260606"/>
                    <a:pt x="193547" y="268713"/>
                    <a:pt x="194692" y="268713"/>
                  </a:cubicBezTo>
                  <a:cubicBezTo>
                    <a:pt x="195836" y="268713"/>
                    <a:pt x="205697" y="277123"/>
                    <a:pt x="205697" y="277123"/>
                  </a:cubicBezTo>
                  <a:lnTo>
                    <a:pt x="211485" y="277998"/>
                  </a:lnTo>
                  <a:lnTo>
                    <a:pt x="220168" y="275980"/>
                  </a:lnTo>
                  <a:lnTo>
                    <a:pt x="227404" y="276282"/>
                  </a:lnTo>
                  <a:lnTo>
                    <a:pt x="234067" y="275980"/>
                  </a:lnTo>
                  <a:lnTo>
                    <a:pt x="239284" y="273087"/>
                  </a:lnTo>
                  <a:lnTo>
                    <a:pt x="241034" y="266998"/>
                  </a:lnTo>
                  <a:lnTo>
                    <a:pt x="245106" y="261481"/>
                  </a:lnTo>
                  <a:lnTo>
                    <a:pt x="245409" y="250750"/>
                  </a:lnTo>
                  <a:cubicBezTo>
                    <a:pt x="245409" y="250750"/>
                    <a:pt x="245981" y="245839"/>
                    <a:pt x="248000" y="244661"/>
                  </a:cubicBezTo>
                  <a:cubicBezTo>
                    <a:pt x="250020" y="243517"/>
                    <a:pt x="256111" y="242340"/>
                    <a:pt x="256111" y="242340"/>
                  </a:cubicBezTo>
                  <a:lnTo>
                    <a:pt x="261631" y="248731"/>
                  </a:lnTo>
                  <a:lnTo>
                    <a:pt x="269438" y="255392"/>
                  </a:lnTo>
                  <a:lnTo>
                    <a:pt x="281319" y="261481"/>
                  </a:lnTo>
                  <a:lnTo>
                    <a:pt x="287982" y="266123"/>
                  </a:lnTo>
                  <a:lnTo>
                    <a:pt x="286232" y="277426"/>
                  </a:lnTo>
                  <a:lnTo>
                    <a:pt x="283607" y="281194"/>
                  </a:lnTo>
                  <a:lnTo>
                    <a:pt x="285054" y="289032"/>
                  </a:lnTo>
                  <a:lnTo>
                    <a:pt x="286501" y="294818"/>
                  </a:lnTo>
                  <a:lnTo>
                    <a:pt x="281588" y="300335"/>
                  </a:lnTo>
                  <a:lnTo>
                    <a:pt x="274352" y="304102"/>
                  </a:lnTo>
                  <a:lnTo>
                    <a:pt x="268563" y="299191"/>
                  </a:lnTo>
                  <a:lnTo>
                    <a:pt x="260722" y="298888"/>
                  </a:lnTo>
                  <a:lnTo>
                    <a:pt x="252039" y="297442"/>
                  </a:lnTo>
                  <a:cubicBezTo>
                    <a:pt x="252039" y="297442"/>
                    <a:pt x="248842" y="293371"/>
                    <a:pt x="247698" y="292530"/>
                  </a:cubicBezTo>
                  <a:cubicBezTo>
                    <a:pt x="246553" y="291689"/>
                    <a:pt x="239587" y="289335"/>
                    <a:pt x="239587" y="289335"/>
                  </a:cubicBezTo>
                  <a:lnTo>
                    <a:pt x="234101" y="293977"/>
                  </a:lnTo>
                  <a:lnTo>
                    <a:pt x="233529" y="301512"/>
                  </a:lnTo>
                  <a:lnTo>
                    <a:pt x="236423" y="311066"/>
                  </a:lnTo>
                  <a:lnTo>
                    <a:pt x="237568" y="317457"/>
                  </a:lnTo>
                  <a:cubicBezTo>
                    <a:pt x="237568" y="317457"/>
                    <a:pt x="238139" y="326439"/>
                    <a:pt x="236693" y="327314"/>
                  </a:cubicBezTo>
                  <a:cubicBezTo>
                    <a:pt x="235245" y="328188"/>
                    <a:pt x="233798" y="331384"/>
                    <a:pt x="233798" y="331384"/>
                  </a:cubicBezTo>
                  <a:lnTo>
                    <a:pt x="232351" y="336598"/>
                  </a:lnTo>
                  <a:lnTo>
                    <a:pt x="228010" y="338045"/>
                  </a:lnTo>
                  <a:lnTo>
                    <a:pt x="222490" y="338617"/>
                  </a:lnTo>
                  <a:lnTo>
                    <a:pt x="217846" y="345008"/>
                  </a:lnTo>
                  <a:lnTo>
                    <a:pt x="216096" y="353115"/>
                  </a:lnTo>
                  <a:lnTo>
                    <a:pt x="211183" y="361222"/>
                  </a:lnTo>
                  <a:lnTo>
                    <a:pt x="208860" y="367009"/>
                  </a:lnTo>
                  <a:lnTo>
                    <a:pt x="214649" y="370473"/>
                  </a:lnTo>
                  <a:lnTo>
                    <a:pt x="219865" y="373366"/>
                  </a:lnTo>
                  <a:lnTo>
                    <a:pt x="224510" y="379152"/>
                  </a:lnTo>
                  <a:lnTo>
                    <a:pt x="226832" y="389581"/>
                  </a:lnTo>
                  <a:cubicBezTo>
                    <a:pt x="226832" y="389581"/>
                    <a:pt x="228582" y="395636"/>
                    <a:pt x="229726" y="394795"/>
                  </a:cubicBezTo>
                  <a:cubicBezTo>
                    <a:pt x="230870" y="393954"/>
                    <a:pt x="238712" y="395030"/>
                    <a:pt x="238712" y="395030"/>
                  </a:cubicBezTo>
                  <a:lnTo>
                    <a:pt x="249145" y="396578"/>
                  </a:lnTo>
                  <a:lnTo>
                    <a:pt x="259578" y="396578"/>
                  </a:lnTo>
                  <a:lnTo>
                    <a:pt x="261328" y="401792"/>
                  </a:lnTo>
                  <a:lnTo>
                    <a:pt x="262472" y="408183"/>
                  </a:lnTo>
                  <a:lnTo>
                    <a:pt x="263650" y="413700"/>
                  </a:lnTo>
                  <a:lnTo>
                    <a:pt x="260452" y="421505"/>
                  </a:lnTo>
                  <a:lnTo>
                    <a:pt x="255236" y="425844"/>
                  </a:lnTo>
                  <a:lnTo>
                    <a:pt x="247698" y="433077"/>
                  </a:lnTo>
                  <a:lnTo>
                    <a:pt x="249717" y="438863"/>
                  </a:lnTo>
                  <a:lnTo>
                    <a:pt x="252914" y="442193"/>
                  </a:lnTo>
                  <a:lnTo>
                    <a:pt x="261328" y="446970"/>
                  </a:lnTo>
                  <a:lnTo>
                    <a:pt x="270011" y="446970"/>
                  </a:lnTo>
                  <a:lnTo>
                    <a:pt x="277112" y="444952"/>
                  </a:lnTo>
                  <a:lnTo>
                    <a:pt x="284785" y="441756"/>
                  </a:lnTo>
                  <a:lnTo>
                    <a:pt x="292020" y="440881"/>
                  </a:lnTo>
                  <a:lnTo>
                    <a:pt x="299862" y="438829"/>
                  </a:lnTo>
                  <a:lnTo>
                    <a:pt x="310867" y="436542"/>
                  </a:lnTo>
                  <a:lnTo>
                    <a:pt x="315209" y="436542"/>
                  </a:lnTo>
                  <a:lnTo>
                    <a:pt x="316084" y="444649"/>
                  </a:lnTo>
                  <a:lnTo>
                    <a:pt x="316656" y="449863"/>
                  </a:lnTo>
                  <a:lnTo>
                    <a:pt x="326786" y="448685"/>
                  </a:lnTo>
                  <a:lnTo>
                    <a:pt x="334055" y="446667"/>
                  </a:lnTo>
                  <a:cubicBezTo>
                    <a:pt x="334055" y="446667"/>
                    <a:pt x="337522" y="454505"/>
                    <a:pt x="337825" y="453631"/>
                  </a:cubicBezTo>
                  <a:cubicBezTo>
                    <a:pt x="338127" y="452756"/>
                    <a:pt x="342738" y="447273"/>
                    <a:pt x="342738" y="447273"/>
                  </a:cubicBezTo>
                  <a:lnTo>
                    <a:pt x="349704" y="444380"/>
                  </a:lnTo>
                  <a:lnTo>
                    <a:pt x="360440" y="443808"/>
                  </a:lnTo>
                  <a:lnTo>
                    <a:pt x="367676" y="448450"/>
                  </a:lnTo>
                  <a:lnTo>
                    <a:pt x="375787" y="455985"/>
                  </a:lnTo>
                  <a:lnTo>
                    <a:pt x="380128" y="460897"/>
                  </a:lnTo>
                  <a:lnTo>
                    <a:pt x="384200" y="463218"/>
                  </a:lnTo>
                  <a:lnTo>
                    <a:pt x="388542" y="466985"/>
                  </a:lnTo>
                  <a:lnTo>
                    <a:pt x="398975" y="469576"/>
                  </a:lnTo>
                  <a:lnTo>
                    <a:pt x="412605" y="469576"/>
                  </a:lnTo>
                  <a:lnTo>
                    <a:pt x="417249" y="468432"/>
                  </a:lnTo>
                  <a:lnTo>
                    <a:pt x="421019" y="472502"/>
                  </a:lnTo>
                  <a:lnTo>
                    <a:pt x="424216" y="479466"/>
                  </a:lnTo>
                  <a:lnTo>
                    <a:pt x="425091" y="483536"/>
                  </a:lnTo>
                  <a:lnTo>
                    <a:pt x="431754" y="483536"/>
                  </a:lnTo>
                  <a:lnTo>
                    <a:pt x="432629" y="476875"/>
                  </a:lnTo>
                  <a:lnTo>
                    <a:pt x="436096" y="473411"/>
                  </a:lnTo>
                  <a:lnTo>
                    <a:pt x="443937" y="472839"/>
                  </a:lnTo>
                  <a:lnTo>
                    <a:pt x="446260" y="466178"/>
                  </a:lnTo>
                  <a:lnTo>
                    <a:pt x="446832" y="461267"/>
                  </a:lnTo>
                  <a:lnTo>
                    <a:pt x="444510" y="454034"/>
                  </a:lnTo>
                  <a:lnTo>
                    <a:pt x="447976" y="449997"/>
                  </a:lnTo>
                  <a:lnTo>
                    <a:pt x="454942" y="444783"/>
                  </a:lnTo>
                  <a:lnTo>
                    <a:pt x="462481" y="444514"/>
                  </a:lnTo>
                  <a:lnTo>
                    <a:pt x="467832" y="442328"/>
                  </a:lnTo>
                  <a:lnTo>
                    <a:pt x="470289" y="438863"/>
                  </a:lnTo>
                  <a:lnTo>
                    <a:pt x="474226" y="434086"/>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168" name="Graphic 11">
              <a:extLst>
                <a:ext uri="{FF2B5EF4-FFF2-40B4-BE49-F238E27FC236}">
                  <a16:creationId xmlns:a16="http://schemas.microsoft.com/office/drawing/2014/main" id="{08D9D70B-4AE6-F2AE-0A94-4E52411E5A78}"/>
                </a:ext>
              </a:extLst>
            </p:cNvPr>
            <p:cNvGrpSpPr/>
            <p:nvPr/>
          </p:nvGrpSpPr>
          <p:grpSpPr>
            <a:xfrm>
              <a:off x="8160908" y="3028866"/>
              <a:ext cx="222219" cy="234106"/>
              <a:chOff x="5976405" y="2623117"/>
              <a:chExt cx="426638" cy="449459"/>
            </a:xfrm>
            <a:grpFill/>
          </p:grpSpPr>
          <p:sp>
            <p:nvSpPr>
              <p:cNvPr id="233" name="Freeform 950">
                <a:extLst>
                  <a:ext uri="{FF2B5EF4-FFF2-40B4-BE49-F238E27FC236}">
                    <a16:creationId xmlns:a16="http://schemas.microsoft.com/office/drawing/2014/main" id="{AC13BABB-5B1D-F7B2-E614-14BB7022AC0F}"/>
                  </a:ext>
                </a:extLst>
              </p:cNvPr>
              <p:cNvSpPr/>
              <p:nvPr/>
            </p:nvSpPr>
            <p:spPr>
              <a:xfrm>
                <a:off x="6350375" y="2836493"/>
                <a:ext cx="6966" cy="8443"/>
              </a:xfrm>
              <a:custGeom>
                <a:avLst/>
                <a:gdLst>
                  <a:gd name="connsiteX0" fmla="*/ 2389 w 6966"/>
                  <a:gd name="connsiteY0" fmla="*/ 7199 h 8443"/>
                  <a:gd name="connsiteX1" fmla="*/ 4442 w 6966"/>
                  <a:gd name="connsiteY1" fmla="*/ 8444 h 8443"/>
                  <a:gd name="connsiteX2" fmla="*/ 6966 w 6966"/>
                  <a:gd name="connsiteY2" fmla="*/ 6223 h 8443"/>
                  <a:gd name="connsiteX3" fmla="*/ 6966 w 6966"/>
                  <a:gd name="connsiteY3" fmla="*/ 4373 h 8443"/>
                  <a:gd name="connsiteX4" fmla="*/ 6966 w 6966"/>
                  <a:gd name="connsiteY4" fmla="*/ 875 h 8443"/>
                  <a:gd name="connsiteX5" fmla="*/ 5856 w 6966"/>
                  <a:gd name="connsiteY5" fmla="*/ 0 h 8443"/>
                  <a:gd name="connsiteX6" fmla="*/ 0 w 6966"/>
                  <a:gd name="connsiteY6" fmla="*/ 0 h 8443"/>
                  <a:gd name="connsiteX7" fmla="*/ 0 w 6966"/>
                  <a:gd name="connsiteY7" fmla="*/ 875 h 8443"/>
                  <a:gd name="connsiteX8" fmla="*/ 1582 w 6966"/>
                  <a:gd name="connsiteY8" fmla="*/ 2186 h 8443"/>
                  <a:gd name="connsiteX9" fmla="*/ 1279 w 6966"/>
                  <a:gd name="connsiteY9" fmla="*/ 4070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6" h="8443">
                    <a:moveTo>
                      <a:pt x="2389" y="7199"/>
                    </a:moveTo>
                    <a:lnTo>
                      <a:pt x="4442" y="8444"/>
                    </a:lnTo>
                    <a:lnTo>
                      <a:pt x="6966" y="6223"/>
                    </a:lnTo>
                    <a:lnTo>
                      <a:pt x="6966" y="4373"/>
                    </a:lnTo>
                    <a:lnTo>
                      <a:pt x="6966" y="875"/>
                    </a:lnTo>
                    <a:lnTo>
                      <a:pt x="5856" y="0"/>
                    </a:lnTo>
                    <a:lnTo>
                      <a:pt x="0" y="0"/>
                    </a:lnTo>
                    <a:lnTo>
                      <a:pt x="0" y="875"/>
                    </a:lnTo>
                    <a:lnTo>
                      <a:pt x="1582" y="2186"/>
                    </a:lnTo>
                    <a:lnTo>
                      <a:pt x="1279" y="4070"/>
                    </a:lnTo>
                    <a:close/>
                  </a:path>
                </a:pathLst>
              </a:custGeom>
              <a:grpFill/>
              <a:ln w="6350" cap="flat">
                <a:solidFill>
                  <a:schemeClr val="bg1"/>
                </a:solidFill>
                <a:prstDash val="solid"/>
                <a:miter/>
              </a:ln>
            </p:spPr>
            <p:txBody>
              <a:bodyPr rtlCol="0" anchor="ctr"/>
              <a:lstStyle/>
              <a:p>
                <a:endParaRPr lang="en-US"/>
              </a:p>
            </p:txBody>
          </p:sp>
          <p:sp>
            <p:nvSpPr>
              <p:cNvPr id="234" name="Freeform 951">
                <a:extLst>
                  <a:ext uri="{FF2B5EF4-FFF2-40B4-BE49-F238E27FC236}">
                    <a16:creationId xmlns:a16="http://schemas.microsoft.com/office/drawing/2014/main" id="{9140A1B6-EE9E-7E95-FCD4-2A4A8190A2DE}"/>
                  </a:ext>
                </a:extLst>
              </p:cNvPr>
              <p:cNvSpPr/>
              <p:nvPr/>
            </p:nvSpPr>
            <p:spPr>
              <a:xfrm>
                <a:off x="6339942" y="2834038"/>
                <a:ext cx="8615" cy="6559"/>
              </a:xfrm>
              <a:custGeom>
                <a:avLst/>
                <a:gdLst>
                  <a:gd name="connsiteX0" fmla="*/ 4846 w 8615"/>
                  <a:gd name="connsiteY0" fmla="*/ 5618 h 6559"/>
                  <a:gd name="connsiteX1" fmla="*/ 6462 w 8615"/>
                  <a:gd name="connsiteY1" fmla="*/ 6560 h 6559"/>
                  <a:gd name="connsiteX2" fmla="*/ 8616 w 8615"/>
                  <a:gd name="connsiteY2" fmla="*/ 3566 h 6559"/>
                  <a:gd name="connsiteX3" fmla="*/ 5688 w 8615"/>
                  <a:gd name="connsiteY3" fmla="*/ 707 h 6559"/>
                  <a:gd name="connsiteX4" fmla="*/ 0 w 8615"/>
                  <a:gd name="connsiteY4" fmla="*/ 0 h 6559"/>
                  <a:gd name="connsiteX5" fmla="*/ 0 w 8615"/>
                  <a:gd name="connsiteY5" fmla="*/ 1615 h 6559"/>
                  <a:gd name="connsiteX6" fmla="*/ 2760 w 8615"/>
                  <a:gd name="connsiteY6" fmla="*/ 4777 h 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5" h="6559">
                    <a:moveTo>
                      <a:pt x="4846" y="5618"/>
                    </a:moveTo>
                    <a:lnTo>
                      <a:pt x="6462" y="6560"/>
                    </a:lnTo>
                    <a:lnTo>
                      <a:pt x="8616" y="3566"/>
                    </a:lnTo>
                    <a:lnTo>
                      <a:pt x="5688" y="707"/>
                    </a:lnTo>
                    <a:lnTo>
                      <a:pt x="0" y="0"/>
                    </a:lnTo>
                    <a:lnTo>
                      <a:pt x="0" y="1615"/>
                    </a:lnTo>
                    <a:lnTo>
                      <a:pt x="2760" y="4777"/>
                    </a:lnTo>
                    <a:close/>
                  </a:path>
                </a:pathLst>
              </a:custGeom>
              <a:grpFill/>
              <a:ln w="6350" cap="flat">
                <a:solidFill>
                  <a:schemeClr val="bg1"/>
                </a:solidFill>
                <a:prstDash val="solid"/>
                <a:miter/>
              </a:ln>
            </p:spPr>
            <p:txBody>
              <a:bodyPr rtlCol="0" anchor="ctr"/>
              <a:lstStyle/>
              <a:p>
                <a:endParaRPr lang="en-US"/>
              </a:p>
            </p:txBody>
          </p:sp>
          <p:sp>
            <p:nvSpPr>
              <p:cNvPr id="235" name="Freeform 952">
                <a:extLst>
                  <a:ext uri="{FF2B5EF4-FFF2-40B4-BE49-F238E27FC236}">
                    <a16:creationId xmlns:a16="http://schemas.microsoft.com/office/drawing/2014/main" id="{583B89EE-0709-44C8-0BEC-1D070F5B3F60}"/>
                  </a:ext>
                </a:extLst>
              </p:cNvPr>
              <p:cNvSpPr/>
              <p:nvPr/>
            </p:nvSpPr>
            <p:spPr>
              <a:xfrm>
                <a:off x="5976405" y="2623117"/>
                <a:ext cx="401801" cy="449459"/>
              </a:xfrm>
              <a:custGeom>
                <a:avLst/>
                <a:gdLst>
                  <a:gd name="connsiteX0" fmla="*/ 401196 w 401801"/>
                  <a:gd name="connsiteY0" fmla="*/ 126317 h 449459"/>
                  <a:gd name="connsiteX1" fmla="*/ 400186 w 401801"/>
                  <a:gd name="connsiteY1" fmla="*/ 124567 h 449459"/>
                  <a:gd name="connsiteX2" fmla="*/ 397494 w 401801"/>
                  <a:gd name="connsiteY2" fmla="*/ 123693 h 449459"/>
                  <a:gd name="connsiteX3" fmla="*/ 393388 w 401801"/>
                  <a:gd name="connsiteY3" fmla="*/ 123390 h 449459"/>
                  <a:gd name="connsiteX4" fmla="*/ 384167 w 401801"/>
                  <a:gd name="connsiteY4" fmla="*/ 124265 h 449459"/>
                  <a:gd name="connsiteX5" fmla="*/ 379859 w 401801"/>
                  <a:gd name="connsiteY5" fmla="*/ 123390 h 449459"/>
                  <a:gd name="connsiteX6" fmla="*/ 375383 w 401801"/>
                  <a:gd name="connsiteY6" fmla="*/ 122650 h 449459"/>
                  <a:gd name="connsiteX7" fmla="*/ 371917 w 401801"/>
                  <a:gd name="connsiteY7" fmla="*/ 121506 h 449459"/>
                  <a:gd name="connsiteX8" fmla="*/ 365994 w 401801"/>
                  <a:gd name="connsiteY8" fmla="*/ 120194 h 449459"/>
                  <a:gd name="connsiteX9" fmla="*/ 361787 w 401801"/>
                  <a:gd name="connsiteY9" fmla="*/ 119623 h 449459"/>
                  <a:gd name="connsiteX10" fmla="*/ 357748 w 401801"/>
                  <a:gd name="connsiteY10" fmla="*/ 116999 h 449459"/>
                  <a:gd name="connsiteX11" fmla="*/ 354416 w 401801"/>
                  <a:gd name="connsiteY11" fmla="*/ 115418 h 449459"/>
                  <a:gd name="connsiteX12" fmla="*/ 349637 w 401801"/>
                  <a:gd name="connsiteY12" fmla="*/ 112524 h 449459"/>
                  <a:gd name="connsiteX13" fmla="*/ 345868 w 401801"/>
                  <a:gd name="connsiteY13" fmla="*/ 110338 h 449459"/>
                  <a:gd name="connsiteX14" fmla="*/ 344858 w 401801"/>
                  <a:gd name="connsiteY14" fmla="*/ 108589 h 449459"/>
                  <a:gd name="connsiteX15" fmla="*/ 341089 w 401801"/>
                  <a:gd name="connsiteY15" fmla="*/ 105830 h 449459"/>
                  <a:gd name="connsiteX16" fmla="*/ 337454 w 401801"/>
                  <a:gd name="connsiteY16" fmla="*/ 103072 h 449459"/>
                  <a:gd name="connsiteX17" fmla="*/ 334997 w 401801"/>
                  <a:gd name="connsiteY17" fmla="*/ 101760 h 449459"/>
                  <a:gd name="connsiteX18" fmla="*/ 333247 w 401801"/>
                  <a:gd name="connsiteY18" fmla="*/ 100011 h 449459"/>
                  <a:gd name="connsiteX19" fmla="*/ 331498 w 401801"/>
                  <a:gd name="connsiteY19" fmla="*/ 96377 h 449459"/>
                  <a:gd name="connsiteX20" fmla="*/ 330050 w 401801"/>
                  <a:gd name="connsiteY20" fmla="*/ 94056 h 449459"/>
                  <a:gd name="connsiteX21" fmla="*/ 328435 w 401801"/>
                  <a:gd name="connsiteY21" fmla="*/ 92172 h 449459"/>
                  <a:gd name="connsiteX22" fmla="*/ 324968 w 401801"/>
                  <a:gd name="connsiteY22" fmla="*/ 87833 h 449459"/>
                  <a:gd name="connsiteX23" fmla="*/ 322781 w 401801"/>
                  <a:gd name="connsiteY23" fmla="*/ 88136 h 449459"/>
                  <a:gd name="connsiteX24" fmla="*/ 318574 w 401801"/>
                  <a:gd name="connsiteY24" fmla="*/ 88136 h 449459"/>
                  <a:gd name="connsiteX25" fmla="*/ 310464 w 401801"/>
                  <a:gd name="connsiteY25" fmla="*/ 88136 h 449459"/>
                  <a:gd name="connsiteX26" fmla="*/ 304507 w 401801"/>
                  <a:gd name="connsiteY26" fmla="*/ 88136 h 449459"/>
                  <a:gd name="connsiteX27" fmla="*/ 300030 w 401801"/>
                  <a:gd name="connsiteY27" fmla="*/ 88136 h 449459"/>
                  <a:gd name="connsiteX28" fmla="*/ 294679 w 401801"/>
                  <a:gd name="connsiteY28" fmla="*/ 89313 h 449459"/>
                  <a:gd name="connsiteX29" fmla="*/ 291920 w 401801"/>
                  <a:gd name="connsiteY29" fmla="*/ 93215 h 449459"/>
                  <a:gd name="connsiteX30" fmla="*/ 288891 w 401801"/>
                  <a:gd name="connsiteY30" fmla="*/ 96176 h 449459"/>
                  <a:gd name="connsiteX31" fmla="*/ 286703 w 401801"/>
                  <a:gd name="connsiteY31" fmla="*/ 99237 h 449459"/>
                  <a:gd name="connsiteX32" fmla="*/ 284246 w 401801"/>
                  <a:gd name="connsiteY32" fmla="*/ 101659 h 449459"/>
                  <a:gd name="connsiteX33" fmla="*/ 281217 w 401801"/>
                  <a:gd name="connsiteY33" fmla="*/ 104518 h 449459"/>
                  <a:gd name="connsiteX34" fmla="*/ 279198 w 401801"/>
                  <a:gd name="connsiteY34" fmla="*/ 105796 h 449459"/>
                  <a:gd name="connsiteX35" fmla="*/ 274722 w 401801"/>
                  <a:gd name="connsiteY35" fmla="*/ 106671 h 449459"/>
                  <a:gd name="connsiteX36" fmla="*/ 270818 w 401801"/>
                  <a:gd name="connsiteY36" fmla="*/ 108690 h 449459"/>
                  <a:gd name="connsiteX37" fmla="*/ 265164 w 401801"/>
                  <a:gd name="connsiteY37" fmla="*/ 108824 h 449459"/>
                  <a:gd name="connsiteX38" fmla="*/ 261395 w 401801"/>
                  <a:gd name="connsiteY38" fmla="*/ 110405 h 449459"/>
                  <a:gd name="connsiteX39" fmla="*/ 257323 w 401801"/>
                  <a:gd name="connsiteY39" fmla="*/ 112726 h 449459"/>
                  <a:gd name="connsiteX40" fmla="*/ 253688 w 401801"/>
                  <a:gd name="connsiteY40" fmla="*/ 111549 h 449459"/>
                  <a:gd name="connsiteX41" fmla="*/ 251501 w 401801"/>
                  <a:gd name="connsiteY41" fmla="*/ 109228 h 449459"/>
                  <a:gd name="connsiteX42" fmla="*/ 248606 w 401801"/>
                  <a:gd name="connsiteY42" fmla="*/ 103442 h 449459"/>
                  <a:gd name="connsiteX43" fmla="*/ 248169 w 401801"/>
                  <a:gd name="connsiteY43" fmla="*/ 97218 h 449459"/>
                  <a:gd name="connsiteX44" fmla="*/ 247294 w 401801"/>
                  <a:gd name="connsiteY44" fmla="*/ 95032 h 449459"/>
                  <a:gd name="connsiteX45" fmla="*/ 243962 w 401801"/>
                  <a:gd name="connsiteY45" fmla="*/ 92576 h 449459"/>
                  <a:gd name="connsiteX46" fmla="*/ 240058 w 401801"/>
                  <a:gd name="connsiteY46" fmla="*/ 90995 h 449459"/>
                  <a:gd name="connsiteX47" fmla="*/ 235851 w 401801"/>
                  <a:gd name="connsiteY47" fmla="*/ 91702 h 449459"/>
                  <a:gd name="connsiteX48" fmla="*/ 230769 w 401801"/>
                  <a:gd name="connsiteY48" fmla="*/ 94325 h 449459"/>
                  <a:gd name="connsiteX49" fmla="*/ 227707 w 401801"/>
                  <a:gd name="connsiteY49" fmla="*/ 97656 h 449459"/>
                  <a:gd name="connsiteX50" fmla="*/ 223500 w 401801"/>
                  <a:gd name="connsiteY50" fmla="*/ 99977 h 449459"/>
                  <a:gd name="connsiteX51" fmla="*/ 220471 w 401801"/>
                  <a:gd name="connsiteY51" fmla="*/ 97656 h 449459"/>
                  <a:gd name="connsiteX52" fmla="*/ 223365 w 401801"/>
                  <a:gd name="connsiteY52" fmla="*/ 93585 h 449459"/>
                  <a:gd name="connsiteX53" fmla="*/ 226394 w 401801"/>
                  <a:gd name="connsiteY53" fmla="*/ 91567 h 449459"/>
                  <a:gd name="connsiteX54" fmla="*/ 231745 w 401801"/>
                  <a:gd name="connsiteY54" fmla="*/ 88977 h 449459"/>
                  <a:gd name="connsiteX55" fmla="*/ 235515 w 401801"/>
                  <a:gd name="connsiteY55" fmla="*/ 87968 h 449459"/>
                  <a:gd name="connsiteX56" fmla="*/ 238409 w 401801"/>
                  <a:gd name="connsiteY56" fmla="*/ 86387 h 449459"/>
                  <a:gd name="connsiteX57" fmla="*/ 241606 w 401801"/>
                  <a:gd name="connsiteY57" fmla="*/ 85747 h 449459"/>
                  <a:gd name="connsiteX58" fmla="*/ 245510 w 401801"/>
                  <a:gd name="connsiteY58" fmla="*/ 84671 h 449459"/>
                  <a:gd name="connsiteX59" fmla="*/ 251299 w 401801"/>
                  <a:gd name="connsiteY59" fmla="*/ 84671 h 449459"/>
                  <a:gd name="connsiteX60" fmla="*/ 253318 w 401801"/>
                  <a:gd name="connsiteY60" fmla="*/ 84368 h 449459"/>
                  <a:gd name="connsiteX61" fmla="*/ 257087 w 401801"/>
                  <a:gd name="connsiteY61" fmla="*/ 85680 h 449459"/>
                  <a:gd name="connsiteX62" fmla="*/ 260991 w 401801"/>
                  <a:gd name="connsiteY62" fmla="*/ 86925 h 449459"/>
                  <a:gd name="connsiteX63" fmla="*/ 268395 w 401801"/>
                  <a:gd name="connsiteY63" fmla="*/ 86958 h 449459"/>
                  <a:gd name="connsiteX64" fmla="*/ 272467 w 401801"/>
                  <a:gd name="connsiteY64" fmla="*/ 86319 h 449459"/>
                  <a:gd name="connsiteX65" fmla="*/ 276809 w 401801"/>
                  <a:gd name="connsiteY65" fmla="*/ 84267 h 449459"/>
                  <a:gd name="connsiteX66" fmla="*/ 278121 w 401801"/>
                  <a:gd name="connsiteY66" fmla="*/ 81509 h 449459"/>
                  <a:gd name="connsiteX67" fmla="*/ 278996 w 401801"/>
                  <a:gd name="connsiteY67" fmla="*/ 79053 h 449459"/>
                  <a:gd name="connsiteX68" fmla="*/ 280578 w 401801"/>
                  <a:gd name="connsiteY68" fmla="*/ 73536 h 449459"/>
                  <a:gd name="connsiteX69" fmla="*/ 281588 w 401801"/>
                  <a:gd name="connsiteY69" fmla="*/ 71350 h 449459"/>
                  <a:gd name="connsiteX70" fmla="*/ 283910 w 401801"/>
                  <a:gd name="connsiteY70" fmla="*/ 67885 h 449459"/>
                  <a:gd name="connsiteX71" fmla="*/ 286535 w 401801"/>
                  <a:gd name="connsiteY71" fmla="*/ 63982 h 449459"/>
                  <a:gd name="connsiteX72" fmla="*/ 290170 w 401801"/>
                  <a:gd name="connsiteY72" fmla="*/ 60787 h 449459"/>
                  <a:gd name="connsiteX73" fmla="*/ 293501 w 401801"/>
                  <a:gd name="connsiteY73" fmla="*/ 55875 h 449459"/>
                  <a:gd name="connsiteX74" fmla="*/ 300300 w 401801"/>
                  <a:gd name="connsiteY74" fmla="*/ 50661 h 449459"/>
                  <a:gd name="connsiteX75" fmla="*/ 304069 w 401801"/>
                  <a:gd name="connsiteY75" fmla="*/ 47465 h 449459"/>
                  <a:gd name="connsiteX76" fmla="*/ 310160 w 401801"/>
                  <a:gd name="connsiteY76" fmla="*/ 40233 h 449459"/>
                  <a:gd name="connsiteX77" fmla="*/ 311776 w 401801"/>
                  <a:gd name="connsiteY77" fmla="*/ 37340 h 449459"/>
                  <a:gd name="connsiteX78" fmla="*/ 314098 w 401801"/>
                  <a:gd name="connsiteY78" fmla="*/ 36196 h 449459"/>
                  <a:gd name="connsiteX79" fmla="*/ 308444 w 401801"/>
                  <a:gd name="connsiteY79" fmla="*/ 33438 h 449459"/>
                  <a:gd name="connsiteX80" fmla="*/ 304372 w 401801"/>
                  <a:gd name="connsiteY80" fmla="*/ 31688 h 449459"/>
                  <a:gd name="connsiteX81" fmla="*/ 304372 w 401801"/>
                  <a:gd name="connsiteY81" fmla="*/ 28930 h 449459"/>
                  <a:gd name="connsiteX82" fmla="*/ 302184 w 401801"/>
                  <a:gd name="connsiteY82" fmla="*/ 24523 h 449459"/>
                  <a:gd name="connsiteX83" fmla="*/ 300737 w 401801"/>
                  <a:gd name="connsiteY83" fmla="*/ 26205 h 449459"/>
                  <a:gd name="connsiteX84" fmla="*/ 295151 w 401801"/>
                  <a:gd name="connsiteY84" fmla="*/ 26945 h 449459"/>
                  <a:gd name="connsiteX85" fmla="*/ 292795 w 401801"/>
                  <a:gd name="connsiteY85" fmla="*/ 25196 h 449459"/>
                  <a:gd name="connsiteX86" fmla="*/ 287847 w 401801"/>
                  <a:gd name="connsiteY86" fmla="*/ 23884 h 449459"/>
                  <a:gd name="connsiteX87" fmla="*/ 280881 w 401801"/>
                  <a:gd name="connsiteY87" fmla="*/ 23884 h 449459"/>
                  <a:gd name="connsiteX88" fmla="*/ 277987 w 401801"/>
                  <a:gd name="connsiteY88" fmla="*/ 22572 h 449459"/>
                  <a:gd name="connsiteX89" fmla="*/ 277280 w 401801"/>
                  <a:gd name="connsiteY89" fmla="*/ 18502 h 449459"/>
                  <a:gd name="connsiteX90" fmla="*/ 276573 w 401801"/>
                  <a:gd name="connsiteY90" fmla="*/ 15104 h 449459"/>
                  <a:gd name="connsiteX91" fmla="*/ 279030 w 401801"/>
                  <a:gd name="connsiteY91" fmla="*/ 11942 h 449459"/>
                  <a:gd name="connsiteX92" fmla="*/ 278458 w 401801"/>
                  <a:gd name="connsiteY92" fmla="*/ 8275 h 449459"/>
                  <a:gd name="connsiteX93" fmla="*/ 278761 w 401801"/>
                  <a:gd name="connsiteY93" fmla="*/ 4642 h 449459"/>
                  <a:gd name="connsiteX94" fmla="*/ 275698 w 401801"/>
                  <a:gd name="connsiteY94" fmla="*/ 1009 h 449459"/>
                  <a:gd name="connsiteX95" fmla="*/ 268294 w 401801"/>
                  <a:gd name="connsiteY95" fmla="*/ 0 h 449459"/>
                  <a:gd name="connsiteX96" fmla="*/ 262943 w 401801"/>
                  <a:gd name="connsiteY96" fmla="*/ 2153 h 449459"/>
                  <a:gd name="connsiteX97" fmla="*/ 255404 w 401801"/>
                  <a:gd name="connsiteY97" fmla="*/ 2456 h 449459"/>
                  <a:gd name="connsiteX98" fmla="*/ 248438 w 401801"/>
                  <a:gd name="connsiteY98" fmla="*/ 7670 h 449459"/>
                  <a:gd name="connsiteX99" fmla="*/ 244971 w 401801"/>
                  <a:gd name="connsiteY99" fmla="*/ 11707 h 449459"/>
                  <a:gd name="connsiteX100" fmla="*/ 247294 w 401801"/>
                  <a:gd name="connsiteY100" fmla="*/ 18939 h 449459"/>
                  <a:gd name="connsiteX101" fmla="*/ 246722 w 401801"/>
                  <a:gd name="connsiteY101" fmla="*/ 23850 h 449459"/>
                  <a:gd name="connsiteX102" fmla="*/ 244400 w 401801"/>
                  <a:gd name="connsiteY102" fmla="*/ 30511 h 449459"/>
                  <a:gd name="connsiteX103" fmla="*/ 236558 w 401801"/>
                  <a:gd name="connsiteY103" fmla="*/ 31083 h 449459"/>
                  <a:gd name="connsiteX104" fmla="*/ 233092 w 401801"/>
                  <a:gd name="connsiteY104" fmla="*/ 35422 h 449459"/>
                  <a:gd name="connsiteX105" fmla="*/ 232217 w 401801"/>
                  <a:gd name="connsiteY105" fmla="*/ 42958 h 449459"/>
                  <a:gd name="connsiteX106" fmla="*/ 225553 w 401801"/>
                  <a:gd name="connsiteY106" fmla="*/ 42958 h 449459"/>
                  <a:gd name="connsiteX107" fmla="*/ 224678 w 401801"/>
                  <a:gd name="connsiteY107" fmla="*/ 38046 h 449459"/>
                  <a:gd name="connsiteX108" fmla="*/ 221481 w 401801"/>
                  <a:gd name="connsiteY108" fmla="*/ 30646 h 449459"/>
                  <a:gd name="connsiteX109" fmla="*/ 217711 w 401801"/>
                  <a:gd name="connsiteY109" fmla="*/ 27248 h 449459"/>
                  <a:gd name="connsiteX110" fmla="*/ 213067 w 401801"/>
                  <a:gd name="connsiteY110" fmla="*/ 29064 h 449459"/>
                  <a:gd name="connsiteX111" fmla="*/ 199437 w 401801"/>
                  <a:gd name="connsiteY111" fmla="*/ 29064 h 449459"/>
                  <a:gd name="connsiteX112" fmla="*/ 189004 w 401801"/>
                  <a:gd name="connsiteY112" fmla="*/ 25600 h 449459"/>
                  <a:gd name="connsiteX113" fmla="*/ 184663 w 401801"/>
                  <a:gd name="connsiteY113" fmla="*/ 21395 h 449459"/>
                  <a:gd name="connsiteX114" fmla="*/ 180590 w 401801"/>
                  <a:gd name="connsiteY114" fmla="*/ 18872 h 449459"/>
                  <a:gd name="connsiteX115" fmla="*/ 176249 w 401801"/>
                  <a:gd name="connsiteY115" fmla="*/ 13826 h 449459"/>
                  <a:gd name="connsiteX116" fmla="*/ 168138 w 401801"/>
                  <a:gd name="connsiteY116" fmla="*/ 6257 h 449459"/>
                  <a:gd name="connsiteX117" fmla="*/ 160902 w 401801"/>
                  <a:gd name="connsiteY117" fmla="*/ 1581 h 449459"/>
                  <a:gd name="connsiteX118" fmla="*/ 150167 w 401801"/>
                  <a:gd name="connsiteY118" fmla="*/ 2153 h 449459"/>
                  <a:gd name="connsiteX119" fmla="*/ 143200 w 401801"/>
                  <a:gd name="connsiteY119" fmla="*/ 5046 h 449459"/>
                  <a:gd name="connsiteX120" fmla="*/ 138287 w 401801"/>
                  <a:gd name="connsiteY120" fmla="*/ 11404 h 449459"/>
                  <a:gd name="connsiteX121" fmla="*/ 136638 w 401801"/>
                  <a:gd name="connsiteY121" fmla="*/ 10563 h 449459"/>
                  <a:gd name="connsiteX122" fmla="*/ 135661 w 401801"/>
                  <a:gd name="connsiteY122" fmla="*/ 10832 h 449459"/>
                  <a:gd name="connsiteX123" fmla="*/ 135661 w 401801"/>
                  <a:gd name="connsiteY123" fmla="*/ 19511 h 449459"/>
                  <a:gd name="connsiteX124" fmla="*/ 134349 w 401801"/>
                  <a:gd name="connsiteY124" fmla="*/ 36163 h 449459"/>
                  <a:gd name="connsiteX125" fmla="*/ 130882 w 401801"/>
                  <a:gd name="connsiteY125" fmla="*/ 43832 h 449459"/>
                  <a:gd name="connsiteX126" fmla="*/ 125229 w 401801"/>
                  <a:gd name="connsiteY126" fmla="*/ 53823 h 449459"/>
                  <a:gd name="connsiteX127" fmla="*/ 125229 w 401801"/>
                  <a:gd name="connsiteY127" fmla="*/ 64689 h 449459"/>
                  <a:gd name="connsiteX128" fmla="*/ 119574 w 401801"/>
                  <a:gd name="connsiteY128" fmla="*/ 69028 h 449459"/>
                  <a:gd name="connsiteX129" fmla="*/ 112171 w 401801"/>
                  <a:gd name="connsiteY129" fmla="*/ 69028 h 449459"/>
                  <a:gd name="connsiteX130" fmla="*/ 105641 w 401801"/>
                  <a:gd name="connsiteY130" fmla="*/ 76833 h 449459"/>
                  <a:gd name="connsiteX131" fmla="*/ 112372 w 401801"/>
                  <a:gd name="connsiteY131" fmla="*/ 83796 h 449459"/>
                  <a:gd name="connsiteX132" fmla="*/ 116512 w 401801"/>
                  <a:gd name="connsiteY132" fmla="*/ 89010 h 449459"/>
                  <a:gd name="connsiteX133" fmla="*/ 116512 w 401801"/>
                  <a:gd name="connsiteY133" fmla="*/ 97689 h 449459"/>
                  <a:gd name="connsiteX134" fmla="*/ 113483 w 401801"/>
                  <a:gd name="connsiteY134" fmla="*/ 105292 h 449459"/>
                  <a:gd name="connsiteX135" fmla="*/ 103488 w 401801"/>
                  <a:gd name="connsiteY135" fmla="*/ 108992 h 449459"/>
                  <a:gd name="connsiteX136" fmla="*/ 91305 w 401801"/>
                  <a:gd name="connsiteY136" fmla="*/ 108992 h 449459"/>
                  <a:gd name="connsiteX137" fmla="*/ 80872 w 401801"/>
                  <a:gd name="connsiteY137" fmla="*/ 108992 h 449459"/>
                  <a:gd name="connsiteX138" fmla="*/ 77102 w 401801"/>
                  <a:gd name="connsiteY138" fmla="*/ 103778 h 449459"/>
                  <a:gd name="connsiteX139" fmla="*/ 73030 w 401801"/>
                  <a:gd name="connsiteY139" fmla="*/ 103778 h 449459"/>
                  <a:gd name="connsiteX140" fmla="*/ 73030 w 401801"/>
                  <a:gd name="connsiteY140" fmla="*/ 120295 h 449459"/>
                  <a:gd name="connsiteX141" fmla="*/ 73030 w 401801"/>
                  <a:gd name="connsiteY141" fmla="*/ 128974 h 449459"/>
                  <a:gd name="connsiteX142" fmla="*/ 76665 w 401801"/>
                  <a:gd name="connsiteY142" fmla="*/ 134188 h 449459"/>
                  <a:gd name="connsiteX143" fmla="*/ 79559 w 401801"/>
                  <a:gd name="connsiteY143" fmla="*/ 144179 h 449459"/>
                  <a:gd name="connsiteX144" fmla="*/ 73468 w 401801"/>
                  <a:gd name="connsiteY144" fmla="*/ 159385 h 449459"/>
                  <a:gd name="connsiteX145" fmla="*/ 67814 w 401801"/>
                  <a:gd name="connsiteY145" fmla="*/ 162446 h 449459"/>
                  <a:gd name="connsiteX146" fmla="*/ 67814 w 401801"/>
                  <a:gd name="connsiteY146" fmla="*/ 170687 h 449459"/>
                  <a:gd name="connsiteX147" fmla="*/ 64785 w 401801"/>
                  <a:gd name="connsiteY147" fmla="*/ 176574 h 449459"/>
                  <a:gd name="connsiteX148" fmla="*/ 55227 w 401801"/>
                  <a:gd name="connsiteY148" fmla="*/ 181789 h 449459"/>
                  <a:gd name="connsiteX149" fmla="*/ 50448 w 401801"/>
                  <a:gd name="connsiteY149" fmla="*/ 184816 h 449459"/>
                  <a:gd name="connsiteX150" fmla="*/ 46847 w 401801"/>
                  <a:gd name="connsiteY150" fmla="*/ 189828 h 449459"/>
                  <a:gd name="connsiteX151" fmla="*/ 41025 w 401801"/>
                  <a:gd name="connsiteY151" fmla="*/ 194403 h 449459"/>
                  <a:gd name="connsiteX152" fmla="*/ 36279 w 401801"/>
                  <a:gd name="connsiteY152" fmla="*/ 201804 h 449459"/>
                  <a:gd name="connsiteX153" fmla="*/ 30222 w 401801"/>
                  <a:gd name="connsiteY153" fmla="*/ 205504 h 449459"/>
                  <a:gd name="connsiteX154" fmla="*/ 23255 w 401801"/>
                  <a:gd name="connsiteY154" fmla="*/ 211358 h 449459"/>
                  <a:gd name="connsiteX155" fmla="*/ 19116 w 401801"/>
                  <a:gd name="connsiteY155" fmla="*/ 215697 h 449459"/>
                  <a:gd name="connsiteX156" fmla="*/ 17601 w 401801"/>
                  <a:gd name="connsiteY156" fmla="*/ 222425 h 449459"/>
                  <a:gd name="connsiteX157" fmla="*/ 15414 w 401801"/>
                  <a:gd name="connsiteY157" fmla="*/ 226126 h 449459"/>
                  <a:gd name="connsiteX158" fmla="*/ 7808 w 401801"/>
                  <a:gd name="connsiteY158" fmla="*/ 227639 h 449459"/>
                  <a:gd name="connsiteX159" fmla="*/ 3466 w 401801"/>
                  <a:gd name="connsiteY159" fmla="*/ 231979 h 449459"/>
                  <a:gd name="connsiteX160" fmla="*/ 3466 w 401801"/>
                  <a:gd name="connsiteY160" fmla="*/ 240254 h 449459"/>
                  <a:gd name="connsiteX161" fmla="*/ 0 w 401801"/>
                  <a:gd name="connsiteY161" fmla="*/ 242643 h 449459"/>
                  <a:gd name="connsiteX162" fmla="*/ 3466 w 401801"/>
                  <a:gd name="connsiteY162" fmla="*/ 254383 h 449459"/>
                  <a:gd name="connsiteX163" fmla="*/ 9322 w 401801"/>
                  <a:gd name="connsiteY163" fmla="*/ 260472 h 449459"/>
                  <a:gd name="connsiteX164" fmla="*/ 20731 w 401801"/>
                  <a:gd name="connsiteY164" fmla="*/ 267839 h 449459"/>
                  <a:gd name="connsiteX165" fmla="*/ 29279 w 401801"/>
                  <a:gd name="connsiteY165" fmla="*/ 276518 h 449459"/>
                  <a:gd name="connsiteX166" fmla="*/ 37996 w 401801"/>
                  <a:gd name="connsiteY166" fmla="*/ 287383 h 449459"/>
                  <a:gd name="connsiteX167" fmla="*/ 45838 w 401801"/>
                  <a:gd name="connsiteY167" fmla="*/ 297610 h 449459"/>
                  <a:gd name="connsiteX168" fmla="*/ 45198 w 401801"/>
                  <a:gd name="connsiteY168" fmla="*/ 308913 h 449459"/>
                  <a:gd name="connsiteX169" fmla="*/ 47823 w 401801"/>
                  <a:gd name="connsiteY169" fmla="*/ 319778 h 449459"/>
                  <a:gd name="connsiteX170" fmla="*/ 54116 w 401801"/>
                  <a:gd name="connsiteY170" fmla="*/ 325867 h 449459"/>
                  <a:gd name="connsiteX171" fmla="*/ 51087 w 401801"/>
                  <a:gd name="connsiteY171" fmla="*/ 337170 h 449459"/>
                  <a:gd name="connsiteX172" fmla="*/ 47823 w 401801"/>
                  <a:gd name="connsiteY172" fmla="*/ 344133 h 449459"/>
                  <a:gd name="connsiteX173" fmla="*/ 54352 w 401801"/>
                  <a:gd name="connsiteY173" fmla="*/ 346320 h 449459"/>
                  <a:gd name="connsiteX174" fmla="*/ 62395 w 401801"/>
                  <a:gd name="connsiteY174" fmla="*/ 343494 h 449459"/>
                  <a:gd name="connsiteX175" fmla="*/ 72828 w 401801"/>
                  <a:gd name="connsiteY175" fmla="*/ 339357 h 449459"/>
                  <a:gd name="connsiteX176" fmla="*/ 79997 w 401801"/>
                  <a:gd name="connsiteY176" fmla="*/ 338482 h 449459"/>
                  <a:gd name="connsiteX177" fmla="*/ 86963 w 401801"/>
                  <a:gd name="connsiteY177" fmla="*/ 346320 h 449459"/>
                  <a:gd name="connsiteX178" fmla="*/ 85886 w 401801"/>
                  <a:gd name="connsiteY178" fmla="*/ 355874 h 449459"/>
                  <a:gd name="connsiteX179" fmla="*/ 82184 w 401801"/>
                  <a:gd name="connsiteY179" fmla="*/ 363039 h 449459"/>
                  <a:gd name="connsiteX180" fmla="*/ 81107 w 401801"/>
                  <a:gd name="connsiteY180" fmla="*/ 372391 h 449459"/>
                  <a:gd name="connsiteX181" fmla="*/ 90026 w 401801"/>
                  <a:gd name="connsiteY181" fmla="*/ 385645 h 449459"/>
                  <a:gd name="connsiteX182" fmla="*/ 94603 w 401801"/>
                  <a:gd name="connsiteY182" fmla="*/ 395434 h 449459"/>
                  <a:gd name="connsiteX183" fmla="*/ 97665 w 401801"/>
                  <a:gd name="connsiteY183" fmla="*/ 404113 h 449459"/>
                  <a:gd name="connsiteX184" fmla="*/ 100694 w 401801"/>
                  <a:gd name="connsiteY184" fmla="*/ 413465 h 449459"/>
                  <a:gd name="connsiteX185" fmla="*/ 100896 w 401801"/>
                  <a:gd name="connsiteY185" fmla="*/ 423254 h 449459"/>
                  <a:gd name="connsiteX186" fmla="*/ 102209 w 401801"/>
                  <a:gd name="connsiteY186" fmla="*/ 429343 h 449459"/>
                  <a:gd name="connsiteX187" fmla="*/ 109377 w 401801"/>
                  <a:gd name="connsiteY187" fmla="*/ 431933 h 449459"/>
                  <a:gd name="connsiteX188" fmla="*/ 116344 w 401801"/>
                  <a:gd name="connsiteY188" fmla="*/ 429343 h 449459"/>
                  <a:gd name="connsiteX189" fmla="*/ 120921 w 401801"/>
                  <a:gd name="connsiteY189" fmla="*/ 427392 h 449459"/>
                  <a:gd name="connsiteX190" fmla="*/ 130916 w 401801"/>
                  <a:gd name="connsiteY190" fmla="*/ 426954 h 449459"/>
                  <a:gd name="connsiteX191" fmla="*/ 132868 w 401801"/>
                  <a:gd name="connsiteY191" fmla="*/ 431966 h 449459"/>
                  <a:gd name="connsiteX192" fmla="*/ 133507 w 401801"/>
                  <a:gd name="connsiteY192" fmla="*/ 436743 h 449459"/>
                  <a:gd name="connsiteX193" fmla="*/ 140474 w 401801"/>
                  <a:gd name="connsiteY193" fmla="*/ 436743 h 449459"/>
                  <a:gd name="connsiteX194" fmla="*/ 145253 w 401801"/>
                  <a:gd name="connsiteY194" fmla="*/ 433716 h 449459"/>
                  <a:gd name="connsiteX195" fmla="*/ 151345 w 401801"/>
                  <a:gd name="connsiteY195" fmla="*/ 425878 h 449459"/>
                  <a:gd name="connsiteX196" fmla="*/ 151345 w 401801"/>
                  <a:gd name="connsiteY196" fmla="*/ 422850 h 449459"/>
                  <a:gd name="connsiteX197" fmla="*/ 155922 w 401801"/>
                  <a:gd name="connsiteY197" fmla="*/ 419587 h 449459"/>
                  <a:gd name="connsiteX198" fmla="*/ 160499 w 401801"/>
                  <a:gd name="connsiteY198" fmla="*/ 418511 h 449459"/>
                  <a:gd name="connsiteX199" fmla="*/ 164638 w 401801"/>
                  <a:gd name="connsiteY199" fmla="*/ 411985 h 449459"/>
                  <a:gd name="connsiteX200" fmla="*/ 166489 w 401801"/>
                  <a:gd name="connsiteY200" fmla="*/ 406569 h 449459"/>
                  <a:gd name="connsiteX201" fmla="*/ 169148 w 401801"/>
                  <a:gd name="connsiteY201" fmla="*/ 403945 h 449459"/>
                  <a:gd name="connsiteX202" fmla="*/ 175273 w 401801"/>
                  <a:gd name="connsiteY202" fmla="*/ 402868 h 449459"/>
                  <a:gd name="connsiteX203" fmla="*/ 179412 w 401801"/>
                  <a:gd name="connsiteY203" fmla="*/ 409832 h 449459"/>
                  <a:gd name="connsiteX204" fmla="*/ 181364 w 401801"/>
                  <a:gd name="connsiteY204" fmla="*/ 418746 h 449459"/>
                  <a:gd name="connsiteX205" fmla="*/ 185706 w 401801"/>
                  <a:gd name="connsiteY205" fmla="*/ 426349 h 449459"/>
                  <a:gd name="connsiteX206" fmla="*/ 189172 w 401801"/>
                  <a:gd name="connsiteY206" fmla="*/ 433312 h 449459"/>
                  <a:gd name="connsiteX207" fmla="*/ 191764 w 401801"/>
                  <a:gd name="connsiteY207" fmla="*/ 438762 h 449459"/>
                  <a:gd name="connsiteX208" fmla="*/ 198091 w 401801"/>
                  <a:gd name="connsiteY208" fmla="*/ 440511 h 449459"/>
                  <a:gd name="connsiteX209" fmla="*/ 205259 w 401801"/>
                  <a:gd name="connsiteY209" fmla="*/ 439435 h 449459"/>
                  <a:gd name="connsiteX210" fmla="*/ 211990 w 401801"/>
                  <a:gd name="connsiteY210" fmla="*/ 437685 h 449459"/>
                  <a:gd name="connsiteX211" fmla="*/ 215692 w 401801"/>
                  <a:gd name="connsiteY211" fmla="*/ 432269 h 449459"/>
                  <a:gd name="connsiteX212" fmla="*/ 220908 w 401801"/>
                  <a:gd name="connsiteY212" fmla="*/ 425541 h 449459"/>
                  <a:gd name="connsiteX213" fmla="*/ 227202 w 401801"/>
                  <a:gd name="connsiteY213" fmla="*/ 422278 h 449459"/>
                  <a:gd name="connsiteX214" fmla="*/ 238072 w 401801"/>
                  <a:gd name="connsiteY214" fmla="*/ 420764 h 449459"/>
                  <a:gd name="connsiteX215" fmla="*/ 248068 w 401801"/>
                  <a:gd name="connsiteY215" fmla="*/ 422514 h 449459"/>
                  <a:gd name="connsiteX216" fmla="*/ 251097 w 401801"/>
                  <a:gd name="connsiteY216" fmla="*/ 426853 h 449459"/>
                  <a:gd name="connsiteX217" fmla="*/ 251299 w 401801"/>
                  <a:gd name="connsiteY217" fmla="*/ 432269 h 449459"/>
                  <a:gd name="connsiteX218" fmla="*/ 253890 w 401801"/>
                  <a:gd name="connsiteY218" fmla="*/ 438795 h 449459"/>
                  <a:gd name="connsiteX219" fmla="*/ 253890 w 401801"/>
                  <a:gd name="connsiteY219" fmla="*/ 443808 h 449459"/>
                  <a:gd name="connsiteX220" fmla="*/ 258904 w 401801"/>
                  <a:gd name="connsiteY220" fmla="*/ 447710 h 449459"/>
                  <a:gd name="connsiteX221" fmla="*/ 261092 w 401801"/>
                  <a:gd name="connsiteY221" fmla="*/ 449459 h 449459"/>
                  <a:gd name="connsiteX222" fmla="*/ 264895 w 401801"/>
                  <a:gd name="connsiteY222" fmla="*/ 447508 h 449459"/>
                  <a:gd name="connsiteX223" fmla="*/ 269573 w 401801"/>
                  <a:gd name="connsiteY223" fmla="*/ 445759 h 449459"/>
                  <a:gd name="connsiteX224" fmla="*/ 269573 w 401801"/>
                  <a:gd name="connsiteY224" fmla="*/ 440343 h 449459"/>
                  <a:gd name="connsiteX225" fmla="*/ 269371 w 401801"/>
                  <a:gd name="connsiteY225" fmla="*/ 432303 h 449459"/>
                  <a:gd name="connsiteX226" fmla="*/ 267621 w 401801"/>
                  <a:gd name="connsiteY226" fmla="*/ 426012 h 449459"/>
                  <a:gd name="connsiteX227" fmla="*/ 268496 w 401801"/>
                  <a:gd name="connsiteY227" fmla="*/ 421437 h 449459"/>
                  <a:gd name="connsiteX228" fmla="*/ 271222 w 401801"/>
                  <a:gd name="connsiteY228" fmla="*/ 423826 h 449459"/>
                  <a:gd name="connsiteX229" fmla="*/ 274319 w 401801"/>
                  <a:gd name="connsiteY229" fmla="*/ 425340 h 449459"/>
                  <a:gd name="connsiteX230" fmla="*/ 274453 w 401801"/>
                  <a:gd name="connsiteY230" fmla="*/ 423388 h 449459"/>
                  <a:gd name="connsiteX231" fmla="*/ 274789 w 401801"/>
                  <a:gd name="connsiteY231" fmla="*/ 421000 h 449459"/>
                  <a:gd name="connsiteX232" fmla="*/ 274789 w 401801"/>
                  <a:gd name="connsiteY232" fmla="*/ 419486 h 449459"/>
                  <a:gd name="connsiteX233" fmla="*/ 276539 w 401801"/>
                  <a:gd name="connsiteY233" fmla="*/ 416425 h 449459"/>
                  <a:gd name="connsiteX234" fmla="*/ 276539 w 401801"/>
                  <a:gd name="connsiteY234" fmla="*/ 414272 h 449459"/>
                  <a:gd name="connsiteX235" fmla="*/ 275664 w 401801"/>
                  <a:gd name="connsiteY235" fmla="*/ 407981 h 449459"/>
                  <a:gd name="connsiteX236" fmla="*/ 273713 w 401801"/>
                  <a:gd name="connsiteY236" fmla="*/ 403844 h 449459"/>
                  <a:gd name="connsiteX237" fmla="*/ 271525 w 401801"/>
                  <a:gd name="connsiteY237" fmla="*/ 400782 h 449459"/>
                  <a:gd name="connsiteX238" fmla="*/ 272703 w 401801"/>
                  <a:gd name="connsiteY238" fmla="*/ 397721 h 449459"/>
                  <a:gd name="connsiteX239" fmla="*/ 275160 w 401801"/>
                  <a:gd name="connsiteY239" fmla="*/ 396006 h 449459"/>
                  <a:gd name="connsiteX240" fmla="*/ 276506 w 401801"/>
                  <a:gd name="connsiteY240" fmla="*/ 392743 h 449459"/>
                  <a:gd name="connsiteX241" fmla="*/ 276506 w 401801"/>
                  <a:gd name="connsiteY241" fmla="*/ 389917 h 449459"/>
                  <a:gd name="connsiteX242" fmla="*/ 276506 w 401801"/>
                  <a:gd name="connsiteY242" fmla="*/ 382953 h 449459"/>
                  <a:gd name="connsiteX243" fmla="*/ 275631 w 401801"/>
                  <a:gd name="connsiteY243" fmla="*/ 380902 h 449459"/>
                  <a:gd name="connsiteX244" fmla="*/ 281049 w 401801"/>
                  <a:gd name="connsiteY244" fmla="*/ 380363 h 449459"/>
                  <a:gd name="connsiteX245" fmla="*/ 284314 w 401801"/>
                  <a:gd name="connsiteY245" fmla="*/ 380363 h 449459"/>
                  <a:gd name="connsiteX246" fmla="*/ 286939 w 401801"/>
                  <a:gd name="connsiteY246" fmla="*/ 377739 h 449459"/>
                  <a:gd name="connsiteX247" fmla="*/ 286939 w 401801"/>
                  <a:gd name="connsiteY247" fmla="*/ 374174 h 449459"/>
                  <a:gd name="connsiteX248" fmla="*/ 290203 w 401801"/>
                  <a:gd name="connsiteY248" fmla="*/ 369397 h 449459"/>
                  <a:gd name="connsiteX249" fmla="*/ 293468 w 401801"/>
                  <a:gd name="connsiteY249" fmla="*/ 363745 h 449459"/>
                  <a:gd name="connsiteX250" fmla="*/ 292155 w 401801"/>
                  <a:gd name="connsiteY250" fmla="*/ 358094 h 449459"/>
                  <a:gd name="connsiteX251" fmla="*/ 291179 w 401801"/>
                  <a:gd name="connsiteY251" fmla="*/ 355470 h 449459"/>
                  <a:gd name="connsiteX252" fmla="*/ 287545 w 401801"/>
                  <a:gd name="connsiteY252" fmla="*/ 354595 h 449459"/>
                  <a:gd name="connsiteX253" fmla="*/ 281285 w 401801"/>
                  <a:gd name="connsiteY253" fmla="*/ 352644 h 449459"/>
                  <a:gd name="connsiteX254" fmla="*/ 280006 w 401801"/>
                  <a:gd name="connsiteY254" fmla="*/ 350256 h 449459"/>
                  <a:gd name="connsiteX255" fmla="*/ 280006 w 401801"/>
                  <a:gd name="connsiteY255" fmla="*/ 348069 h 449459"/>
                  <a:gd name="connsiteX256" fmla="*/ 283270 w 401801"/>
                  <a:gd name="connsiteY256" fmla="*/ 346993 h 449459"/>
                  <a:gd name="connsiteX257" fmla="*/ 286535 w 401801"/>
                  <a:gd name="connsiteY257" fmla="*/ 346555 h 449459"/>
                  <a:gd name="connsiteX258" fmla="*/ 289564 w 401801"/>
                  <a:gd name="connsiteY258" fmla="*/ 348069 h 449459"/>
                  <a:gd name="connsiteX259" fmla="*/ 291852 w 401801"/>
                  <a:gd name="connsiteY259" fmla="*/ 348507 h 449459"/>
                  <a:gd name="connsiteX260" fmla="*/ 296261 w 401801"/>
                  <a:gd name="connsiteY260" fmla="*/ 350996 h 449459"/>
                  <a:gd name="connsiteX261" fmla="*/ 301545 w 401801"/>
                  <a:gd name="connsiteY261" fmla="*/ 352409 h 449459"/>
                  <a:gd name="connsiteX262" fmla="*/ 305247 w 401801"/>
                  <a:gd name="connsiteY262" fmla="*/ 352409 h 449459"/>
                  <a:gd name="connsiteX263" fmla="*/ 306122 w 401801"/>
                  <a:gd name="connsiteY263" fmla="*/ 346757 h 449459"/>
                  <a:gd name="connsiteX264" fmla="*/ 306122 w 401801"/>
                  <a:gd name="connsiteY264" fmla="*/ 342855 h 449459"/>
                  <a:gd name="connsiteX265" fmla="*/ 306122 w 401801"/>
                  <a:gd name="connsiteY265" fmla="*/ 335892 h 449459"/>
                  <a:gd name="connsiteX266" fmla="*/ 308511 w 401801"/>
                  <a:gd name="connsiteY266" fmla="*/ 332427 h 449459"/>
                  <a:gd name="connsiteX267" fmla="*/ 310901 w 401801"/>
                  <a:gd name="connsiteY267" fmla="*/ 330274 h 449459"/>
                  <a:gd name="connsiteX268" fmla="*/ 313728 w 401801"/>
                  <a:gd name="connsiteY268" fmla="*/ 329399 h 449459"/>
                  <a:gd name="connsiteX269" fmla="*/ 316218 w 401801"/>
                  <a:gd name="connsiteY269" fmla="*/ 325934 h 449459"/>
                  <a:gd name="connsiteX270" fmla="*/ 318877 w 401801"/>
                  <a:gd name="connsiteY270" fmla="*/ 324622 h 449459"/>
                  <a:gd name="connsiteX271" fmla="*/ 320863 w 401801"/>
                  <a:gd name="connsiteY271" fmla="*/ 320922 h 449459"/>
                  <a:gd name="connsiteX272" fmla="*/ 317834 w 401801"/>
                  <a:gd name="connsiteY272" fmla="*/ 317895 h 449459"/>
                  <a:gd name="connsiteX273" fmla="*/ 312954 w 401801"/>
                  <a:gd name="connsiteY273" fmla="*/ 315506 h 449459"/>
                  <a:gd name="connsiteX274" fmla="*/ 309588 w 401801"/>
                  <a:gd name="connsiteY274" fmla="*/ 315069 h 449459"/>
                  <a:gd name="connsiteX275" fmla="*/ 309588 w 401801"/>
                  <a:gd name="connsiteY275" fmla="*/ 313319 h 449459"/>
                  <a:gd name="connsiteX276" fmla="*/ 311776 w 401801"/>
                  <a:gd name="connsiteY276" fmla="*/ 310494 h 449459"/>
                  <a:gd name="connsiteX277" fmla="*/ 314165 w 401801"/>
                  <a:gd name="connsiteY277" fmla="*/ 309619 h 449459"/>
                  <a:gd name="connsiteX278" fmla="*/ 318305 w 401801"/>
                  <a:gd name="connsiteY278" fmla="*/ 307432 h 449459"/>
                  <a:gd name="connsiteX279" fmla="*/ 320795 w 401801"/>
                  <a:gd name="connsiteY279" fmla="*/ 306625 h 449459"/>
                  <a:gd name="connsiteX280" fmla="*/ 323319 w 401801"/>
                  <a:gd name="connsiteY280" fmla="*/ 307702 h 449459"/>
                  <a:gd name="connsiteX281" fmla="*/ 324800 w 401801"/>
                  <a:gd name="connsiteY281" fmla="*/ 309720 h 449459"/>
                  <a:gd name="connsiteX282" fmla="*/ 325238 w 401801"/>
                  <a:gd name="connsiteY282" fmla="*/ 313353 h 449459"/>
                  <a:gd name="connsiteX283" fmla="*/ 325238 w 401801"/>
                  <a:gd name="connsiteY283" fmla="*/ 316683 h 449459"/>
                  <a:gd name="connsiteX284" fmla="*/ 325238 w 401801"/>
                  <a:gd name="connsiteY284" fmla="*/ 320216 h 449459"/>
                  <a:gd name="connsiteX285" fmla="*/ 325238 w 401801"/>
                  <a:gd name="connsiteY285" fmla="*/ 323680 h 449459"/>
                  <a:gd name="connsiteX286" fmla="*/ 323218 w 401801"/>
                  <a:gd name="connsiteY286" fmla="*/ 326506 h 449459"/>
                  <a:gd name="connsiteX287" fmla="*/ 321637 w 401801"/>
                  <a:gd name="connsiteY287" fmla="*/ 328693 h 449459"/>
                  <a:gd name="connsiteX288" fmla="*/ 320829 w 401801"/>
                  <a:gd name="connsiteY288" fmla="*/ 331956 h 449459"/>
                  <a:gd name="connsiteX289" fmla="*/ 319920 w 401801"/>
                  <a:gd name="connsiteY289" fmla="*/ 336026 h 449459"/>
                  <a:gd name="connsiteX290" fmla="*/ 321132 w 401801"/>
                  <a:gd name="connsiteY290" fmla="*/ 338785 h 449459"/>
                  <a:gd name="connsiteX291" fmla="*/ 322478 w 401801"/>
                  <a:gd name="connsiteY291" fmla="*/ 341678 h 449459"/>
                  <a:gd name="connsiteX292" fmla="*/ 324968 w 401801"/>
                  <a:gd name="connsiteY292" fmla="*/ 341913 h 449459"/>
                  <a:gd name="connsiteX293" fmla="*/ 327358 w 401801"/>
                  <a:gd name="connsiteY293" fmla="*/ 342048 h 449459"/>
                  <a:gd name="connsiteX294" fmla="*/ 329545 w 401801"/>
                  <a:gd name="connsiteY294" fmla="*/ 340366 h 449459"/>
                  <a:gd name="connsiteX295" fmla="*/ 331363 w 401801"/>
                  <a:gd name="connsiteY295" fmla="*/ 338415 h 449459"/>
                  <a:gd name="connsiteX296" fmla="*/ 333618 w 401801"/>
                  <a:gd name="connsiteY296" fmla="*/ 336329 h 449459"/>
                  <a:gd name="connsiteX297" fmla="*/ 336882 w 401801"/>
                  <a:gd name="connsiteY297" fmla="*/ 334748 h 449459"/>
                  <a:gd name="connsiteX298" fmla="*/ 340517 w 401801"/>
                  <a:gd name="connsiteY298" fmla="*/ 332629 h 449459"/>
                  <a:gd name="connsiteX299" fmla="*/ 344421 w 401801"/>
                  <a:gd name="connsiteY299" fmla="*/ 332124 h 449459"/>
                  <a:gd name="connsiteX300" fmla="*/ 349637 w 401801"/>
                  <a:gd name="connsiteY300" fmla="*/ 333436 h 449459"/>
                  <a:gd name="connsiteX301" fmla="*/ 353979 w 401801"/>
                  <a:gd name="connsiteY301" fmla="*/ 330846 h 449459"/>
                  <a:gd name="connsiteX302" fmla="*/ 353407 w 401801"/>
                  <a:gd name="connsiteY302" fmla="*/ 325766 h 449459"/>
                  <a:gd name="connsiteX303" fmla="*/ 350512 w 401801"/>
                  <a:gd name="connsiteY303" fmla="*/ 321124 h 449459"/>
                  <a:gd name="connsiteX304" fmla="*/ 346945 w 401801"/>
                  <a:gd name="connsiteY304" fmla="*/ 318803 h 449459"/>
                  <a:gd name="connsiteX305" fmla="*/ 344421 w 401801"/>
                  <a:gd name="connsiteY305" fmla="*/ 315472 h 449459"/>
                  <a:gd name="connsiteX306" fmla="*/ 344421 w 401801"/>
                  <a:gd name="connsiteY306" fmla="*/ 309821 h 449459"/>
                  <a:gd name="connsiteX307" fmla="*/ 346003 w 401801"/>
                  <a:gd name="connsiteY307" fmla="*/ 309821 h 449459"/>
                  <a:gd name="connsiteX308" fmla="*/ 350782 w 401801"/>
                  <a:gd name="connsiteY308" fmla="*/ 308946 h 449459"/>
                  <a:gd name="connsiteX309" fmla="*/ 353979 w 401801"/>
                  <a:gd name="connsiteY309" fmla="*/ 308946 h 449459"/>
                  <a:gd name="connsiteX310" fmla="*/ 359498 w 401801"/>
                  <a:gd name="connsiteY310" fmla="*/ 309384 h 449459"/>
                  <a:gd name="connsiteX311" fmla="*/ 362258 w 401801"/>
                  <a:gd name="connsiteY311" fmla="*/ 314295 h 449459"/>
                  <a:gd name="connsiteX312" fmla="*/ 363133 w 401801"/>
                  <a:gd name="connsiteY312" fmla="*/ 319745 h 449459"/>
                  <a:gd name="connsiteX313" fmla="*/ 364445 w 401801"/>
                  <a:gd name="connsiteY313" fmla="*/ 321225 h 449459"/>
                  <a:gd name="connsiteX314" fmla="*/ 365320 w 401801"/>
                  <a:gd name="connsiteY314" fmla="*/ 319106 h 449459"/>
                  <a:gd name="connsiteX315" fmla="*/ 365320 w 401801"/>
                  <a:gd name="connsiteY315" fmla="*/ 313319 h 449459"/>
                  <a:gd name="connsiteX316" fmla="*/ 368585 w 401801"/>
                  <a:gd name="connsiteY316" fmla="*/ 309417 h 449459"/>
                  <a:gd name="connsiteX317" fmla="*/ 370537 w 401801"/>
                  <a:gd name="connsiteY317" fmla="*/ 305078 h 449459"/>
                  <a:gd name="connsiteX318" fmla="*/ 370537 w 401801"/>
                  <a:gd name="connsiteY318" fmla="*/ 301176 h 449459"/>
                  <a:gd name="connsiteX319" fmla="*/ 365758 w 401801"/>
                  <a:gd name="connsiteY319" fmla="*/ 298417 h 449459"/>
                  <a:gd name="connsiteX320" fmla="*/ 362864 w 401801"/>
                  <a:gd name="connsiteY320" fmla="*/ 294347 h 449459"/>
                  <a:gd name="connsiteX321" fmla="*/ 360171 w 401801"/>
                  <a:gd name="connsiteY321" fmla="*/ 289570 h 449459"/>
                  <a:gd name="connsiteX322" fmla="*/ 356806 w 401801"/>
                  <a:gd name="connsiteY322" fmla="*/ 280891 h 449459"/>
                  <a:gd name="connsiteX323" fmla="*/ 353238 w 401801"/>
                  <a:gd name="connsiteY323" fmla="*/ 275811 h 449459"/>
                  <a:gd name="connsiteX324" fmla="*/ 348762 w 401801"/>
                  <a:gd name="connsiteY324" fmla="*/ 270294 h 449459"/>
                  <a:gd name="connsiteX325" fmla="*/ 348055 w 401801"/>
                  <a:gd name="connsiteY325" fmla="*/ 266830 h 449459"/>
                  <a:gd name="connsiteX326" fmla="*/ 349806 w 401801"/>
                  <a:gd name="connsiteY326" fmla="*/ 263062 h 449459"/>
                  <a:gd name="connsiteX327" fmla="*/ 353710 w 401801"/>
                  <a:gd name="connsiteY327" fmla="*/ 261178 h 449459"/>
                  <a:gd name="connsiteX328" fmla="*/ 357479 w 401801"/>
                  <a:gd name="connsiteY328" fmla="*/ 259597 h 449459"/>
                  <a:gd name="connsiteX329" fmla="*/ 361955 w 401801"/>
                  <a:gd name="connsiteY329" fmla="*/ 258722 h 449459"/>
                  <a:gd name="connsiteX330" fmla="*/ 363705 w 401801"/>
                  <a:gd name="connsiteY330" fmla="*/ 255829 h 449459"/>
                  <a:gd name="connsiteX331" fmla="*/ 365455 w 401801"/>
                  <a:gd name="connsiteY331" fmla="*/ 253508 h 449459"/>
                  <a:gd name="connsiteX332" fmla="*/ 366768 w 401801"/>
                  <a:gd name="connsiteY332" fmla="*/ 252062 h 449459"/>
                  <a:gd name="connsiteX333" fmla="*/ 368787 w 401801"/>
                  <a:gd name="connsiteY333" fmla="*/ 249169 h 449459"/>
                  <a:gd name="connsiteX334" fmla="*/ 368046 w 401801"/>
                  <a:gd name="connsiteY334" fmla="*/ 245704 h 449459"/>
                  <a:gd name="connsiteX335" fmla="*/ 365152 w 401801"/>
                  <a:gd name="connsiteY335" fmla="*/ 243517 h 449459"/>
                  <a:gd name="connsiteX336" fmla="*/ 359363 w 401801"/>
                  <a:gd name="connsiteY336" fmla="*/ 242374 h 449459"/>
                  <a:gd name="connsiteX337" fmla="*/ 356032 w 401801"/>
                  <a:gd name="connsiteY337" fmla="*/ 241499 h 449459"/>
                  <a:gd name="connsiteX338" fmla="*/ 351959 w 401801"/>
                  <a:gd name="connsiteY338" fmla="*/ 238740 h 449459"/>
                  <a:gd name="connsiteX339" fmla="*/ 353407 w 401801"/>
                  <a:gd name="connsiteY339" fmla="*/ 237866 h 449459"/>
                  <a:gd name="connsiteX340" fmla="*/ 354551 w 401801"/>
                  <a:gd name="connsiteY340" fmla="*/ 238236 h 449459"/>
                  <a:gd name="connsiteX341" fmla="*/ 359330 w 401801"/>
                  <a:gd name="connsiteY341" fmla="*/ 239481 h 449459"/>
                  <a:gd name="connsiteX342" fmla="*/ 364412 w 401801"/>
                  <a:gd name="connsiteY342" fmla="*/ 239481 h 449459"/>
                  <a:gd name="connsiteX343" fmla="*/ 369628 w 401801"/>
                  <a:gd name="connsiteY343" fmla="*/ 239481 h 449459"/>
                  <a:gd name="connsiteX344" fmla="*/ 371210 w 401801"/>
                  <a:gd name="connsiteY344" fmla="*/ 236453 h 449459"/>
                  <a:gd name="connsiteX345" fmla="*/ 371345 w 401801"/>
                  <a:gd name="connsiteY345" fmla="*/ 232248 h 449459"/>
                  <a:gd name="connsiteX346" fmla="*/ 368450 w 401801"/>
                  <a:gd name="connsiteY346" fmla="*/ 228850 h 449459"/>
                  <a:gd name="connsiteX347" fmla="*/ 368753 w 401801"/>
                  <a:gd name="connsiteY347" fmla="*/ 226899 h 449459"/>
                  <a:gd name="connsiteX348" fmla="*/ 368753 w 401801"/>
                  <a:gd name="connsiteY348" fmla="*/ 222997 h 449459"/>
                  <a:gd name="connsiteX349" fmla="*/ 370503 w 401801"/>
                  <a:gd name="connsiteY349" fmla="*/ 220407 h 449459"/>
                  <a:gd name="connsiteX350" fmla="*/ 367407 w 401801"/>
                  <a:gd name="connsiteY350" fmla="*/ 220407 h 449459"/>
                  <a:gd name="connsiteX351" fmla="*/ 365152 w 401801"/>
                  <a:gd name="connsiteY351" fmla="*/ 222156 h 449459"/>
                  <a:gd name="connsiteX352" fmla="*/ 362695 w 401801"/>
                  <a:gd name="connsiteY352" fmla="*/ 222156 h 449459"/>
                  <a:gd name="connsiteX353" fmla="*/ 359498 w 401801"/>
                  <a:gd name="connsiteY353" fmla="*/ 220340 h 449459"/>
                  <a:gd name="connsiteX354" fmla="*/ 356166 w 401801"/>
                  <a:gd name="connsiteY354" fmla="*/ 220407 h 449459"/>
                  <a:gd name="connsiteX355" fmla="*/ 352262 w 401801"/>
                  <a:gd name="connsiteY355" fmla="*/ 220407 h 449459"/>
                  <a:gd name="connsiteX356" fmla="*/ 348628 w 401801"/>
                  <a:gd name="connsiteY356" fmla="*/ 219835 h 449459"/>
                  <a:gd name="connsiteX357" fmla="*/ 343411 w 401801"/>
                  <a:gd name="connsiteY357" fmla="*/ 219700 h 449459"/>
                  <a:gd name="connsiteX358" fmla="*/ 340652 w 401801"/>
                  <a:gd name="connsiteY358" fmla="*/ 218187 h 449459"/>
                  <a:gd name="connsiteX359" fmla="*/ 339642 w 401801"/>
                  <a:gd name="connsiteY359" fmla="*/ 213443 h 449459"/>
                  <a:gd name="connsiteX360" fmla="*/ 342839 w 401801"/>
                  <a:gd name="connsiteY360" fmla="*/ 208768 h 449459"/>
                  <a:gd name="connsiteX361" fmla="*/ 345296 w 401801"/>
                  <a:gd name="connsiteY361" fmla="*/ 206715 h 449459"/>
                  <a:gd name="connsiteX362" fmla="*/ 348190 w 401801"/>
                  <a:gd name="connsiteY362" fmla="*/ 203217 h 449459"/>
                  <a:gd name="connsiteX363" fmla="*/ 348459 w 401801"/>
                  <a:gd name="connsiteY363" fmla="*/ 197700 h 449459"/>
                  <a:gd name="connsiteX364" fmla="*/ 348594 w 401801"/>
                  <a:gd name="connsiteY364" fmla="*/ 196085 h 449459"/>
                  <a:gd name="connsiteX365" fmla="*/ 350344 w 401801"/>
                  <a:gd name="connsiteY365" fmla="*/ 196085 h 449459"/>
                  <a:gd name="connsiteX366" fmla="*/ 352229 w 401801"/>
                  <a:gd name="connsiteY366" fmla="*/ 196085 h 449459"/>
                  <a:gd name="connsiteX367" fmla="*/ 354854 w 401801"/>
                  <a:gd name="connsiteY367" fmla="*/ 195076 h 449459"/>
                  <a:gd name="connsiteX368" fmla="*/ 354854 w 401801"/>
                  <a:gd name="connsiteY368" fmla="*/ 198844 h 449459"/>
                  <a:gd name="connsiteX369" fmla="*/ 354854 w 401801"/>
                  <a:gd name="connsiteY369" fmla="*/ 202174 h 449459"/>
                  <a:gd name="connsiteX370" fmla="*/ 354854 w 401801"/>
                  <a:gd name="connsiteY370" fmla="*/ 205639 h 449459"/>
                  <a:gd name="connsiteX371" fmla="*/ 356873 w 401801"/>
                  <a:gd name="connsiteY371" fmla="*/ 206076 h 449459"/>
                  <a:gd name="connsiteX372" fmla="*/ 359767 w 401801"/>
                  <a:gd name="connsiteY372" fmla="*/ 206379 h 449459"/>
                  <a:gd name="connsiteX373" fmla="*/ 362594 w 401801"/>
                  <a:gd name="connsiteY373" fmla="*/ 206682 h 449459"/>
                  <a:gd name="connsiteX374" fmla="*/ 364715 w 401801"/>
                  <a:gd name="connsiteY374" fmla="*/ 206379 h 449459"/>
                  <a:gd name="connsiteX375" fmla="*/ 367239 w 401801"/>
                  <a:gd name="connsiteY375" fmla="*/ 205504 h 449459"/>
                  <a:gd name="connsiteX376" fmla="*/ 368988 w 401801"/>
                  <a:gd name="connsiteY376" fmla="*/ 203755 h 449459"/>
                  <a:gd name="connsiteX377" fmla="*/ 369864 w 401801"/>
                  <a:gd name="connsiteY377" fmla="*/ 201165 h 449459"/>
                  <a:gd name="connsiteX378" fmla="*/ 369729 w 401801"/>
                  <a:gd name="connsiteY378" fmla="*/ 197835 h 449459"/>
                  <a:gd name="connsiteX379" fmla="*/ 368719 w 401801"/>
                  <a:gd name="connsiteY379" fmla="*/ 195514 h 449459"/>
                  <a:gd name="connsiteX380" fmla="*/ 368719 w 401801"/>
                  <a:gd name="connsiteY380" fmla="*/ 191746 h 449459"/>
                  <a:gd name="connsiteX381" fmla="*/ 370873 w 401801"/>
                  <a:gd name="connsiteY381" fmla="*/ 189997 h 449459"/>
                  <a:gd name="connsiteX382" fmla="*/ 370806 w 401801"/>
                  <a:gd name="connsiteY382" fmla="*/ 187675 h 449459"/>
                  <a:gd name="connsiteX383" fmla="*/ 372287 w 401801"/>
                  <a:gd name="connsiteY383" fmla="*/ 187238 h 449459"/>
                  <a:gd name="connsiteX384" fmla="*/ 373095 w 401801"/>
                  <a:gd name="connsiteY384" fmla="*/ 187373 h 449459"/>
                  <a:gd name="connsiteX385" fmla="*/ 374508 w 401801"/>
                  <a:gd name="connsiteY385" fmla="*/ 188819 h 449459"/>
                  <a:gd name="connsiteX386" fmla="*/ 376090 w 401801"/>
                  <a:gd name="connsiteY386" fmla="*/ 189963 h 449459"/>
                  <a:gd name="connsiteX387" fmla="*/ 374912 w 401801"/>
                  <a:gd name="connsiteY387" fmla="*/ 196489 h 449459"/>
                  <a:gd name="connsiteX388" fmla="*/ 373902 w 401801"/>
                  <a:gd name="connsiteY388" fmla="*/ 198810 h 449459"/>
                  <a:gd name="connsiteX389" fmla="*/ 373902 w 401801"/>
                  <a:gd name="connsiteY389" fmla="*/ 202140 h 449459"/>
                  <a:gd name="connsiteX390" fmla="*/ 376224 w 401801"/>
                  <a:gd name="connsiteY390" fmla="*/ 206480 h 449459"/>
                  <a:gd name="connsiteX391" fmla="*/ 378984 w 401801"/>
                  <a:gd name="connsiteY391" fmla="*/ 208229 h 449459"/>
                  <a:gd name="connsiteX392" fmla="*/ 381744 w 401801"/>
                  <a:gd name="connsiteY392" fmla="*/ 208229 h 449459"/>
                  <a:gd name="connsiteX393" fmla="*/ 383124 w 401801"/>
                  <a:gd name="connsiteY393" fmla="*/ 206480 h 449459"/>
                  <a:gd name="connsiteX394" fmla="*/ 384369 w 401801"/>
                  <a:gd name="connsiteY394" fmla="*/ 206480 h 449459"/>
                  <a:gd name="connsiteX395" fmla="*/ 384369 w 401801"/>
                  <a:gd name="connsiteY395" fmla="*/ 209104 h 449459"/>
                  <a:gd name="connsiteX396" fmla="*/ 386994 w 401801"/>
                  <a:gd name="connsiteY396" fmla="*/ 212434 h 449459"/>
                  <a:gd name="connsiteX397" fmla="*/ 388441 w 401801"/>
                  <a:gd name="connsiteY397" fmla="*/ 211291 h 449459"/>
                  <a:gd name="connsiteX398" fmla="*/ 390629 w 401801"/>
                  <a:gd name="connsiteY398" fmla="*/ 209541 h 449459"/>
                  <a:gd name="connsiteX399" fmla="*/ 391335 w 401801"/>
                  <a:gd name="connsiteY399" fmla="*/ 206480 h 449459"/>
                  <a:gd name="connsiteX400" fmla="*/ 391335 w 401801"/>
                  <a:gd name="connsiteY400" fmla="*/ 203890 h 449459"/>
                  <a:gd name="connsiteX401" fmla="*/ 391032 w 401801"/>
                  <a:gd name="connsiteY401" fmla="*/ 200559 h 449459"/>
                  <a:gd name="connsiteX402" fmla="*/ 391167 w 401801"/>
                  <a:gd name="connsiteY402" fmla="*/ 194605 h 449459"/>
                  <a:gd name="connsiteX403" fmla="*/ 391235 w 401801"/>
                  <a:gd name="connsiteY403" fmla="*/ 190838 h 449459"/>
                  <a:gd name="connsiteX404" fmla="*/ 389619 w 401801"/>
                  <a:gd name="connsiteY404" fmla="*/ 186363 h 449459"/>
                  <a:gd name="connsiteX405" fmla="*/ 389383 w 401801"/>
                  <a:gd name="connsiteY405" fmla="*/ 183740 h 449459"/>
                  <a:gd name="connsiteX406" fmla="*/ 386792 w 401801"/>
                  <a:gd name="connsiteY406" fmla="*/ 181284 h 449459"/>
                  <a:gd name="connsiteX407" fmla="*/ 385951 w 401801"/>
                  <a:gd name="connsiteY407" fmla="*/ 178256 h 449459"/>
                  <a:gd name="connsiteX408" fmla="*/ 387835 w 401801"/>
                  <a:gd name="connsiteY408" fmla="*/ 176507 h 449459"/>
                  <a:gd name="connsiteX409" fmla="*/ 388710 w 401801"/>
                  <a:gd name="connsiteY409" fmla="*/ 173480 h 449459"/>
                  <a:gd name="connsiteX410" fmla="*/ 388576 w 401801"/>
                  <a:gd name="connsiteY410" fmla="*/ 169846 h 449459"/>
                  <a:gd name="connsiteX411" fmla="*/ 386691 w 401801"/>
                  <a:gd name="connsiteY411" fmla="*/ 167088 h 449459"/>
                  <a:gd name="connsiteX412" fmla="*/ 384369 w 401801"/>
                  <a:gd name="connsiteY412" fmla="*/ 165507 h 449459"/>
                  <a:gd name="connsiteX413" fmla="*/ 384369 w 401801"/>
                  <a:gd name="connsiteY413" fmla="*/ 163926 h 449459"/>
                  <a:gd name="connsiteX414" fmla="*/ 387128 w 401801"/>
                  <a:gd name="connsiteY414" fmla="*/ 160898 h 449459"/>
                  <a:gd name="connsiteX415" fmla="*/ 387869 w 401801"/>
                  <a:gd name="connsiteY415" fmla="*/ 159317 h 449459"/>
                  <a:gd name="connsiteX416" fmla="*/ 387802 w 401801"/>
                  <a:gd name="connsiteY416" fmla="*/ 156424 h 449459"/>
                  <a:gd name="connsiteX417" fmla="*/ 387330 w 401801"/>
                  <a:gd name="connsiteY417" fmla="*/ 155247 h 449459"/>
                  <a:gd name="connsiteX418" fmla="*/ 384773 w 401801"/>
                  <a:gd name="connsiteY418" fmla="*/ 155112 h 449459"/>
                  <a:gd name="connsiteX419" fmla="*/ 381037 w 401801"/>
                  <a:gd name="connsiteY419" fmla="*/ 154978 h 449459"/>
                  <a:gd name="connsiteX420" fmla="*/ 374676 w 401801"/>
                  <a:gd name="connsiteY420" fmla="*/ 155718 h 449459"/>
                  <a:gd name="connsiteX421" fmla="*/ 371782 w 401801"/>
                  <a:gd name="connsiteY421" fmla="*/ 158039 h 449459"/>
                  <a:gd name="connsiteX422" fmla="*/ 369460 w 401801"/>
                  <a:gd name="connsiteY422" fmla="*/ 162816 h 449459"/>
                  <a:gd name="connsiteX423" fmla="*/ 368585 w 401801"/>
                  <a:gd name="connsiteY423" fmla="*/ 166281 h 449459"/>
                  <a:gd name="connsiteX424" fmla="*/ 368147 w 401801"/>
                  <a:gd name="connsiteY424" fmla="*/ 169308 h 449459"/>
                  <a:gd name="connsiteX425" fmla="*/ 364378 w 401801"/>
                  <a:gd name="connsiteY425" fmla="*/ 169611 h 449459"/>
                  <a:gd name="connsiteX426" fmla="*/ 359599 w 401801"/>
                  <a:gd name="connsiteY426" fmla="*/ 169745 h 449459"/>
                  <a:gd name="connsiteX427" fmla="*/ 355830 w 401801"/>
                  <a:gd name="connsiteY427" fmla="*/ 170048 h 449459"/>
                  <a:gd name="connsiteX428" fmla="*/ 352801 w 401801"/>
                  <a:gd name="connsiteY428" fmla="*/ 171057 h 449459"/>
                  <a:gd name="connsiteX429" fmla="*/ 348459 w 401801"/>
                  <a:gd name="connsiteY429" fmla="*/ 173379 h 449459"/>
                  <a:gd name="connsiteX430" fmla="*/ 346305 w 401801"/>
                  <a:gd name="connsiteY430" fmla="*/ 174522 h 449459"/>
                  <a:gd name="connsiteX431" fmla="*/ 342671 w 401801"/>
                  <a:gd name="connsiteY431" fmla="*/ 175834 h 449459"/>
                  <a:gd name="connsiteX432" fmla="*/ 340483 w 401801"/>
                  <a:gd name="connsiteY432" fmla="*/ 177853 h 449459"/>
                  <a:gd name="connsiteX433" fmla="*/ 337589 w 401801"/>
                  <a:gd name="connsiteY433" fmla="*/ 178425 h 449459"/>
                  <a:gd name="connsiteX434" fmla="*/ 337151 w 401801"/>
                  <a:gd name="connsiteY434" fmla="*/ 177415 h 449459"/>
                  <a:gd name="connsiteX435" fmla="*/ 336849 w 401801"/>
                  <a:gd name="connsiteY435" fmla="*/ 174825 h 449459"/>
                  <a:gd name="connsiteX436" fmla="*/ 337724 w 401801"/>
                  <a:gd name="connsiteY436" fmla="*/ 172067 h 449459"/>
                  <a:gd name="connsiteX437" fmla="*/ 339036 w 401801"/>
                  <a:gd name="connsiteY437" fmla="*/ 170486 h 449459"/>
                  <a:gd name="connsiteX438" fmla="*/ 341190 w 401801"/>
                  <a:gd name="connsiteY438" fmla="*/ 169611 h 449459"/>
                  <a:gd name="connsiteX439" fmla="*/ 343815 w 401801"/>
                  <a:gd name="connsiteY439" fmla="*/ 168165 h 449459"/>
                  <a:gd name="connsiteX440" fmla="*/ 346406 w 401801"/>
                  <a:gd name="connsiteY440" fmla="*/ 166853 h 449459"/>
                  <a:gd name="connsiteX441" fmla="*/ 351488 w 401801"/>
                  <a:gd name="connsiteY441" fmla="*/ 165978 h 449459"/>
                  <a:gd name="connsiteX442" fmla="*/ 355392 w 401801"/>
                  <a:gd name="connsiteY442" fmla="*/ 165843 h 449459"/>
                  <a:gd name="connsiteX443" fmla="*/ 357849 w 401801"/>
                  <a:gd name="connsiteY443" fmla="*/ 162513 h 449459"/>
                  <a:gd name="connsiteX444" fmla="*/ 359296 w 401801"/>
                  <a:gd name="connsiteY444" fmla="*/ 160192 h 449459"/>
                  <a:gd name="connsiteX445" fmla="*/ 364075 w 401801"/>
                  <a:gd name="connsiteY445" fmla="*/ 157299 h 449459"/>
                  <a:gd name="connsiteX446" fmla="*/ 365522 w 401801"/>
                  <a:gd name="connsiteY446" fmla="*/ 155718 h 449459"/>
                  <a:gd name="connsiteX447" fmla="*/ 367272 w 401801"/>
                  <a:gd name="connsiteY447" fmla="*/ 153094 h 449459"/>
                  <a:gd name="connsiteX448" fmla="*/ 369292 w 401801"/>
                  <a:gd name="connsiteY448" fmla="*/ 150066 h 449459"/>
                  <a:gd name="connsiteX449" fmla="*/ 371614 w 401801"/>
                  <a:gd name="connsiteY449" fmla="*/ 146871 h 449459"/>
                  <a:gd name="connsiteX450" fmla="*/ 373364 w 401801"/>
                  <a:gd name="connsiteY450" fmla="*/ 143103 h 449459"/>
                  <a:gd name="connsiteX451" fmla="*/ 376998 w 401801"/>
                  <a:gd name="connsiteY451" fmla="*/ 140075 h 449459"/>
                  <a:gd name="connsiteX452" fmla="*/ 379758 w 401801"/>
                  <a:gd name="connsiteY452" fmla="*/ 137182 h 449459"/>
                  <a:gd name="connsiteX453" fmla="*/ 382955 w 401801"/>
                  <a:gd name="connsiteY453" fmla="*/ 134727 h 449459"/>
                  <a:gd name="connsiteX454" fmla="*/ 387903 w 401801"/>
                  <a:gd name="connsiteY454" fmla="*/ 133583 h 449459"/>
                  <a:gd name="connsiteX455" fmla="*/ 393119 w 401801"/>
                  <a:gd name="connsiteY455" fmla="*/ 133280 h 449459"/>
                  <a:gd name="connsiteX456" fmla="*/ 398470 w 401801"/>
                  <a:gd name="connsiteY456" fmla="*/ 132977 h 449459"/>
                  <a:gd name="connsiteX457" fmla="*/ 400355 w 401801"/>
                  <a:gd name="connsiteY457" fmla="*/ 132675 h 449459"/>
                  <a:gd name="connsiteX458" fmla="*/ 401297 w 401801"/>
                  <a:gd name="connsiteY458" fmla="*/ 131363 h 449459"/>
                  <a:gd name="connsiteX459" fmla="*/ 401802 w 401801"/>
                  <a:gd name="connsiteY459" fmla="*/ 130051 h 449459"/>
                  <a:gd name="connsiteX460" fmla="*/ 401802 w 401801"/>
                  <a:gd name="connsiteY460" fmla="*/ 127460 h 449459"/>
                  <a:gd name="connsiteX461" fmla="*/ 401196 w 401801"/>
                  <a:gd name="connsiteY461" fmla="*/ 126317 h 4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401801" h="449459">
                    <a:moveTo>
                      <a:pt x="401196" y="126317"/>
                    </a:moveTo>
                    <a:lnTo>
                      <a:pt x="400186" y="124567"/>
                    </a:lnTo>
                    <a:cubicBezTo>
                      <a:pt x="400186" y="124567"/>
                      <a:pt x="398100" y="123996"/>
                      <a:pt x="397494" y="123693"/>
                    </a:cubicBezTo>
                    <a:cubicBezTo>
                      <a:pt x="396922" y="123390"/>
                      <a:pt x="393388" y="123390"/>
                      <a:pt x="393388" y="123390"/>
                    </a:cubicBezTo>
                    <a:lnTo>
                      <a:pt x="384167" y="124265"/>
                    </a:lnTo>
                    <a:lnTo>
                      <a:pt x="379859" y="123390"/>
                    </a:lnTo>
                    <a:lnTo>
                      <a:pt x="375383" y="122650"/>
                    </a:lnTo>
                    <a:lnTo>
                      <a:pt x="371917" y="121506"/>
                    </a:lnTo>
                    <a:lnTo>
                      <a:pt x="365994" y="120194"/>
                    </a:lnTo>
                    <a:lnTo>
                      <a:pt x="361787" y="119623"/>
                    </a:lnTo>
                    <a:lnTo>
                      <a:pt x="357748" y="116999"/>
                    </a:lnTo>
                    <a:lnTo>
                      <a:pt x="354416" y="115418"/>
                    </a:lnTo>
                    <a:lnTo>
                      <a:pt x="349637" y="112524"/>
                    </a:lnTo>
                    <a:lnTo>
                      <a:pt x="345868" y="110338"/>
                    </a:lnTo>
                    <a:lnTo>
                      <a:pt x="344858" y="108589"/>
                    </a:lnTo>
                    <a:lnTo>
                      <a:pt x="341089" y="105830"/>
                    </a:lnTo>
                    <a:lnTo>
                      <a:pt x="337454" y="103072"/>
                    </a:lnTo>
                    <a:lnTo>
                      <a:pt x="334997" y="101760"/>
                    </a:lnTo>
                    <a:lnTo>
                      <a:pt x="333247" y="100011"/>
                    </a:lnTo>
                    <a:lnTo>
                      <a:pt x="331498" y="96377"/>
                    </a:lnTo>
                    <a:lnTo>
                      <a:pt x="330050" y="94056"/>
                    </a:lnTo>
                    <a:lnTo>
                      <a:pt x="328435" y="92172"/>
                    </a:lnTo>
                    <a:lnTo>
                      <a:pt x="324968" y="87833"/>
                    </a:lnTo>
                    <a:lnTo>
                      <a:pt x="322781" y="88136"/>
                    </a:lnTo>
                    <a:cubicBezTo>
                      <a:pt x="322781" y="88136"/>
                      <a:pt x="319752" y="88136"/>
                      <a:pt x="318574" y="88136"/>
                    </a:cubicBezTo>
                    <a:cubicBezTo>
                      <a:pt x="317396" y="88136"/>
                      <a:pt x="310464" y="88136"/>
                      <a:pt x="310464" y="88136"/>
                    </a:cubicBezTo>
                    <a:cubicBezTo>
                      <a:pt x="310464" y="88136"/>
                      <a:pt x="305382" y="88136"/>
                      <a:pt x="304507" y="88136"/>
                    </a:cubicBezTo>
                    <a:cubicBezTo>
                      <a:pt x="303632" y="88136"/>
                      <a:pt x="300030" y="88136"/>
                      <a:pt x="300030" y="88136"/>
                    </a:cubicBezTo>
                    <a:lnTo>
                      <a:pt x="294679" y="89313"/>
                    </a:lnTo>
                    <a:lnTo>
                      <a:pt x="291920" y="93215"/>
                    </a:lnTo>
                    <a:lnTo>
                      <a:pt x="288891" y="96176"/>
                    </a:lnTo>
                    <a:lnTo>
                      <a:pt x="286703" y="99237"/>
                    </a:lnTo>
                    <a:lnTo>
                      <a:pt x="284246" y="101659"/>
                    </a:lnTo>
                    <a:lnTo>
                      <a:pt x="281217" y="104518"/>
                    </a:lnTo>
                    <a:lnTo>
                      <a:pt x="279198" y="105796"/>
                    </a:lnTo>
                    <a:lnTo>
                      <a:pt x="274722" y="106671"/>
                    </a:lnTo>
                    <a:lnTo>
                      <a:pt x="270818" y="108690"/>
                    </a:lnTo>
                    <a:lnTo>
                      <a:pt x="265164" y="108824"/>
                    </a:lnTo>
                    <a:lnTo>
                      <a:pt x="261395" y="110405"/>
                    </a:lnTo>
                    <a:lnTo>
                      <a:pt x="257323" y="112726"/>
                    </a:lnTo>
                    <a:lnTo>
                      <a:pt x="253688" y="111549"/>
                    </a:lnTo>
                    <a:cubicBezTo>
                      <a:pt x="253688" y="111549"/>
                      <a:pt x="252376" y="111112"/>
                      <a:pt x="251501" y="109228"/>
                    </a:cubicBezTo>
                    <a:cubicBezTo>
                      <a:pt x="250626" y="107344"/>
                      <a:pt x="248741" y="104014"/>
                      <a:pt x="248606" y="103442"/>
                    </a:cubicBezTo>
                    <a:cubicBezTo>
                      <a:pt x="248472" y="102870"/>
                      <a:pt x="248169" y="97218"/>
                      <a:pt x="248169" y="97218"/>
                    </a:cubicBezTo>
                    <a:cubicBezTo>
                      <a:pt x="248169" y="97218"/>
                      <a:pt x="248472" y="95907"/>
                      <a:pt x="247294" y="95032"/>
                    </a:cubicBezTo>
                    <a:cubicBezTo>
                      <a:pt x="246149" y="94157"/>
                      <a:pt x="243962" y="92576"/>
                      <a:pt x="243962" y="92576"/>
                    </a:cubicBezTo>
                    <a:lnTo>
                      <a:pt x="240058" y="90995"/>
                    </a:lnTo>
                    <a:cubicBezTo>
                      <a:pt x="240058" y="90995"/>
                      <a:pt x="236423" y="91567"/>
                      <a:pt x="235851" y="91702"/>
                    </a:cubicBezTo>
                    <a:cubicBezTo>
                      <a:pt x="235279" y="91836"/>
                      <a:pt x="230769" y="94325"/>
                      <a:pt x="230769" y="94325"/>
                    </a:cubicBezTo>
                    <a:lnTo>
                      <a:pt x="227707" y="97656"/>
                    </a:lnTo>
                    <a:lnTo>
                      <a:pt x="223500" y="99977"/>
                    </a:lnTo>
                    <a:lnTo>
                      <a:pt x="220471" y="97656"/>
                    </a:lnTo>
                    <a:cubicBezTo>
                      <a:pt x="220471" y="97656"/>
                      <a:pt x="222658" y="93888"/>
                      <a:pt x="223365" y="93585"/>
                    </a:cubicBezTo>
                    <a:cubicBezTo>
                      <a:pt x="224072" y="93283"/>
                      <a:pt x="224812" y="92004"/>
                      <a:pt x="226394" y="91567"/>
                    </a:cubicBezTo>
                    <a:cubicBezTo>
                      <a:pt x="227976" y="91130"/>
                      <a:pt x="231745" y="88977"/>
                      <a:pt x="231745" y="88977"/>
                    </a:cubicBezTo>
                    <a:cubicBezTo>
                      <a:pt x="231745" y="88977"/>
                      <a:pt x="234942" y="88102"/>
                      <a:pt x="235515" y="87968"/>
                    </a:cubicBezTo>
                    <a:cubicBezTo>
                      <a:pt x="236087" y="87833"/>
                      <a:pt x="236827" y="86824"/>
                      <a:pt x="238409" y="86387"/>
                    </a:cubicBezTo>
                    <a:cubicBezTo>
                      <a:pt x="240024" y="85949"/>
                      <a:pt x="240428" y="86017"/>
                      <a:pt x="241606" y="85747"/>
                    </a:cubicBezTo>
                    <a:cubicBezTo>
                      <a:pt x="242751" y="85445"/>
                      <a:pt x="242616" y="84671"/>
                      <a:pt x="245510" y="84671"/>
                    </a:cubicBezTo>
                    <a:cubicBezTo>
                      <a:pt x="248404" y="84671"/>
                      <a:pt x="251299" y="84671"/>
                      <a:pt x="251299" y="84671"/>
                    </a:cubicBezTo>
                    <a:cubicBezTo>
                      <a:pt x="251299" y="84671"/>
                      <a:pt x="251871" y="83796"/>
                      <a:pt x="253318" y="84368"/>
                    </a:cubicBezTo>
                    <a:cubicBezTo>
                      <a:pt x="254765" y="84940"/>
                      <a:pt x="257087" y="85680"/>
                      <a:pt x="257087" y="85680"/>
                    </a:cubicBezTo>
                    <a:cubicBezTo>
                      <a:pt x="257087" y="85680"/>
                      <a:pt x="260419" y="86925"/>
                      <a:pt x="260991" y="86925"/>
                    </a:cubicBezTo>
                    <a:cubicBezTo>
                      <a:pt x="261563" y="86925"/>
                      <a:pt x="268395" y="86958"/>
                      <a:pt x="268395" y="86958"/>
                    </a:cubicBezTo>
                    <a:lnTo>
                      <a:pt x="272467" y="86319"/>
                    </a:lnTo>
                    <a:lnTo>
                      <a:pt x="276809" y="84267"/>
                    </a:lnTo>
                    <a:lnTo>
                      <a:pt x="278121" y="81509"/>
                    </a:lnTo>
                    <a:cubicBezTo>
                      <a:pt x="278121" y="81509"/>
                      <a:pt x="278693" y="79625"/>
                      <a:pt x="278996" y="79053"/>
                    </a:cubicBezTo>
                    <a:cubicBezTo>
                      <a:pt x="279299" y="78481"/>
                      <a:pt x="280578" y="73536"/>
                      <a:pt x="280578" y="73536"/>
                    </a:cubicBezTo>
                    <a:lnTo>
                      <a:pt x="281588" y="71350"/>
                    </a:lnTo>
                    <a:cubicBezTo>
                      <a:pt x="281588" y="71350"/>
                      <a:pt x="283775" y="68322"/>
                      <a:pt x="283910" y="67885"/>
                    </a:cubicBezTo>
                    <a:cubicBezTo>
                      <a:pt x="284044" y="67447"/>
                      <a:pt x="286535" y="63982"/>
                      <a:pt x="286535" y="63982"/>
                    </a:cubicBezTo>
                    <a:lnTo>
                      <a:pt x="290170" y="60787"/>
                    </a:lnTo>
                    <a:lnTo>
                      <a:pt x="293501" y="55875"/>
                    </a:lnTo>
                    <a:lnTo>
                      <a:pt x="300300" y="50661"/>
                    </a:lnTo>
                    <a:cubicBezTo>
                      <a:pt x="300300" y="50661"/>
                      <a:pt x="303497" y="47903"/>
                      <a:pt x="304069" y="47465"/>
                    </a:cubicBezTo>
                    <a:cubicBezTo>
                      <a:pt x="304641" y="47028"/>
                      <a:pt x="310160" y="40233"/>
                      <a:pt x="310160" y="40233"/>
                    </a:cubicBezTo>
                    <a:lnTo>
                      <a:pt x="311776" y="37340"/>
                    </a:lnTo>
                    <a:lnTo>
                      <a:pt x="314098" y="36196"/>
                    </a:lnTo>
                    <a:lnTo>
                      <a:pt x="308444" y="33438"/>
                    </a:lnTo>
                    <a:lnTo>
                      <a:pt x="304372" y="31688"/>
                    </a:lnTo>
                    <a:lnTo>
                      <a:pt x="304372" y="28930"/>
                    </a:lnTo>
                    <a:lnTo>
                      <a:pt x="302184" y="24523"/>
                    </a:lnTo>
                    <a:lnTo>
                      <a:pt x="300737" y="26205"/>
                    </a:lnTo>
                    <a:lnTo>
                      <a:pt x="295151" y="26945"/>
                    </a:lnTo>
                    <a:lnTo>
                      <a:pt x="292795" y="25196"/>
                    </a:lnTo>
                    <a:lnTo>
                      <a:pt x="287847" y="23884"/>
                    </a:lnTo>
                    <a:lnTo>
                      <a:pt x="280881" y="23884"/>
                    </a:lnTo>
                    <a:lnTo>
                      <a:pt x="277987" y="22572"/>
                    </a:lnTo>
                    <a:lnTo>
                      <a:pt x="277280" y="18502"/>
                    </a:lnTo>
                    <a:lnTo>
                      <a:pt x="276573" y="15104"/>
                    </a:lnTo>
                    <a:lnTo>
                      <a:pt x="279030" y="11942"/>
                    </a:lnTo>
                    <a:lnTo>
                      <a:pt x="278458" y="8275"/>
                    </a:lnTo>
                    <a:lnTo>
                      <a:pt x="278761" y="4642"/>
                    </a:lnTo>
                    <a:lnTo>
                      <a:pt x="275698" y="1009"/>
                    </a:lnTo>
                    <a:lnTo>
                      <a:pt x="268294" y="0"/>
                    </a:lnTo>
                    <a:lnTo>
                      <a:pt x="262943" y="2153"/>
                    </a:lnTo>
                    <a:lnTo>
                      <a:pt x="255404" y="2456"/>
                    </a:lnTo>
                    <a:lnTo>
                      <a:pt x="248438" y="7670"/>
                    </a:lnTo>
                    <a:lnTo>
                      <a:pt x="244971" y="11707"/>
                    </a:lnTo>
                    <a:lnTo>
                      <a:pt x="247294" y="18939"/>
                    </a:lnTo>
                    <a:lnTo>
                      <a:pt x="246722" y="23850"/>
                    </a:lnTo>
                    <a:lnTo>
                      <a:pt x="244400" y="30511"/>
                    </a:lnTo>
                    <a:lnTo>
                      <a:pt x="236558" y="31083"/>
                    </a:lnTo>
                    <a:lnTo>
                      <a:pt x="233092" y="35422"/>
                    </a:lnTo>
                    <a:lnTo>
                      <a:pt x="232217" y="42958"/>
                    </a:lnTo>
                    <a:lnTo>
                      <a:pt x="225553" y="42958"/>
                    </a:lnTo>
                    <a:lnTo>
                      <a:pt x="224678" y="38046"/>
                    </a:lnTo>
                    <a:lnTo>
                      <a:pt x="221481" y="30646"/>
                    </a:lnTo>
                    <a:lnTo>
                      <a:pt x="217711" y="27248"/>
                    </a:lnTo>
                    <a:lnTo>
                      <a:pt x="213067" y="29064"/>
                    </a:lnTo>
                    <a:lnTo>
                      <a:pt x="199437" y="29064"/>
                    </a:lnTo>
                    <a:lnTo>
                      <a:pt x="189004" y="25600"/>
                    </a:lnTo>
                    <a:lnTo>
                      <a:pt x="184663" y="21395"/>
                    </a:lnTo>
                    <a:lnTo>
                      <a:pt x="180590" y="18872"/>
                    </a:lnTo>
                    <a:lnTo>
                      <a:pt x="176249" y="13826"/>
                    </a:lnTo>
                    <a:lnTo>
                      <a:pt x="168138" y="6257"/>
                    </a:lnTo>
                    <a:lnTo>
                      <a:pt x="160902" y="1581"/>
                    </a:lnTo>
                    <a:lnTo>
                      <a:pt x="150167" y="2153"/>
                    </a:lnTo>
                    <a:lnTo>
                      <a:pt x="143200" y="5046"/>
                    </a:lnTo>
                    <a:cubicBezTo>
                      <a:pt x="143200" y="5046"/>
                      <a:pt x="138556" y="10563"/>
                      <a:pt x="138287" y="11404"/>
                    </a:cubicBezTo>
                    <a:cubicBezTo>
                      <a:pt x="138219" y="11639"/>
                      <a:pt x="137041" y="11236"/>
                      <a:pt x="136638" y="10563"/>
                    </a:cubicBezTo>
                    <a:lnTo>
                      <a:pt x="135661" y="10832"/>
                    </a:lnTo>
                    <a:lnTo>
                      <a:pt x="135661" y="19511"/>
                    </a:lnTo>
                    <a:lnTo>
                      <a:pt x="134349" y="36163"/>
                    </a:lnTo>
                    <a:lnTo>
                      <a:pt x="130882" y="43832"/>
                    </a:lnTo>
                    <a:lnTo>
                      <a:pt x="125229" y="53823"/>
                    </a:lnTo>
                    <a:lnTo>
                      <a:pt x="125229" y="64689"/>
                    </a:lnTo>
                    <a:lnTo>
                      <a:pt x="119574" y="69028"/>
                    </a:lnTo>
                    <a:lnTo>
                      <a:pt x="112171" y="69028"/>
                    </a:lnTo>
                    <a:cubicBezTo>
                      <a:pt x="112171" y="69028"/>
                      <a:pt x="106079" y="74243"/>
                      <a:pt x="105641" y="76833"/>
                    </a:cubicBezTo>
                    <a:cubicBezTo>
                      <a:pt x="105204" y="79457"/>
                      <a:pt x="112372" y="83796"/>
                      <a:pt x="112372" y="83796"/>
                    </a:cubicBezTo>
                    <a:lnTo>
                      <a:pt x="116512" y="89010"/>
                    </a:lnTo>
                    <a:lnTo>
                      <a:pt x="116512" y="97689"/>
                    </a:lnTo>
                    <a:lnTo>
                      <a:pt x="113483" y="105292"/>
                    </a:lnTo>
                    <a:lnTo>
                      <a:pt x="103488" y="108992"/>
                    </a:lnTo>
                    <a:lnTo>
                      <a:pt x="91305" y="108992"/>
                    </a:lnTo>
                    <a:lnTo>
                      <a:pt x="80872" y="108992"/>
                    </a:lnTo>
                    <a:lnTo>
                      <a:pt x="77102" y="103778"/>
                    </a:lnTo>
                    <a:lnTo>
                      <a:pt x="73030" y="103778"/>
                    </a:lnTo>
                    <a:lnTo>
                      <a:pt x="73030" y="120295"/>
                    </a:lnTo>
                    <a:lnTo>
                      <a:pt x="73030" y="128974"/>
                    </a:lnTo>
                    <a:lnTo>
                      <a:pt x="76665" y="134188"/>
                    </a:lnTo>
                    <a:lnTo>
                      <a:pt x="79559" y="144179"/>
                    </a:lnTo>
                    <a:lnTo>
                      <a:pt x="73468" y="159385"/>
                    </a:lnTo>
                    <a:lnTo>
                      <a:pt x="67814" y="162446"/>
                    </a:lnTo>
                    <a:lnTo>
                      <a:pt x="67814" y="170687"/>
                    </a:lnTo>
                    <a:lnTo>
                      <a:pt x="64785" y="176574"/>
                    </a:lnTo>
                    <a:lnTo>
                      <a:pt x="55227" y="181789"/>
                    </a:lnTo>
                    <a:lnTo>
                      <a:pt x="50448" y="184816"/>
                    </a:lnTo>
                    <a:lnTo>
                      <a:pt x="46847" y="189828"/>
                    </a:lnTo>
                    <a:lnTo>
                      <a:pt x="41025" y="194403"/>
                    </a:lnTo>
                    <a:lnTo>
                      <a:pt x="36279" y="201804"/>
                    </a:lnTo>
                    <a:cubicBezTo>
                      <a:pt x="36279" y="201804"/>
                      <a:pt x="31063" y="205269"/>
                      <a:pt x="30222" y="205504"/>
                    </a:cubicBezTo>
                    <a:cubicBezTo>
                      <a:pt x="29347" y="205706"/>
                      <a:pt x="23255" y="211358"/>
                      <a:pt x="23255" y="211358"/>
                    </a:cubicBezTo>
                    <a:lnTo>
                      <a:pt x="19116" y="215697"/>
                    </a:lnTo>
                    <a:lnTo>
                      <a:pt x="17601" y="222425"/>
                    </a:lnTo>
                    <a:lnTo>
                      <a:pt x="15414" y="226126"/>
                    </a:lnTo>
                    <a:lnTo>
                      <a:pt x="7808" y="227639"/>
                    </a:lnTo>
                    <a:lnTo>
                      <a:pt x="3466" y="231979"/>
                    </a:lnTo>
                    <a:lnTo>
                      <a:pt x="3466" y="240254"/>
                    </a:lnTo>
                    <a:lnTo>
                      <a:pt x="0" y="242643"/>
                    </a:lnTo>
                    <a:lnTo>
                      <a:pt x="3466" y="254383"/>
                    </a:lnTo>
                    <a:lnTo>
                      <a:pt x="9322" y="260472"/>
                    </a:lnTo>
                    <a:lnTo>
                      <a:pt x="20731" y="267839"/>
                    </a:lnTo>
                    <a:lnTo>
                      <a:pt x="29279" y="276518"/>
                    </a:lnTo>
                    <a:lnTo>
                      <a:pt x="37996" y="287383"/>
                    </a:lnTo>
                    <a:lnTo>
                      <a:pt x="45838" y="297610"/>
                    </a:lnTo>
                    <a:lnTo>
                      <a:pt x="45198" y="308913"/>
                    </a:lnTo>
                    <a:lnTo>
                      <a:pt x="47823" y="319778"/>
                    </a:lnTo>
                    <a:lnTo>
                      <a:pt x="54116" y="325867"/>
                    </a:lnTo>
                    <a:lnTo>
                      <a:pt x="51087" y="337170"/>
                    </a:lnTo>
                    <a:lnTo>
                      <a:pt x="47823" y="344133"/>
                    </a:lnTo>
                    <a:cubicBezTo>
                      <a:pt x="47823" y="344133"/>
                      <a:pt x="53679" y="346522"/>
                      <a:pt x="54352" y="346320"/>
                    </a:cubicBezTo>
                    <a:cubicBezTo>
                      <a:pt x="54991" y="346085"/>
                      <a:pt x="62395" y="343494"/>
                      <a:pt x="62395" y="343494"/>
                    </a:cubicBezTo>
                    <a:lnTo>
                      <a:pt x="72828" y="339357"/>
                    </a:lnTo>
                    <a:lnTo>
                      <a:pt x="79997" y="338482"/>
                    </a:lnTo>
                    <a:lnTo>
                      <a:pt x="86963" y="346320"/>
                    </a:lnTo>
                    <a:lnTo>
                      <a:pt x="85886" y="355874"/>
                    </a:lnTo>
                    <a:lnTo>
                      <a:pt x="82184" y="363039"/>
                    </a:lnTo>
                    <a:lnTo>
                      <a:pt x="81107" y="372391"/>
                    </a:lnTo>
                    <a:lnTo>
                      <a:pt x="90026" y="385645"/>
                    </a:lnTo>
                    <a:lnTo>
                      <a:pt x="94603" y="395434"/>
                    </a:lnTo>
                    <a:lnTo>
                      <a:pt x="97665" y="404113"/>
                    </a:lnTo>
                    <a:lnTo>
                      <a:pt x="100694" y="413465"/>
                    </a:lnTo>
                    <a:lnTo>
                      <a:pt x="100896" y="423254"/>
                    </a:lnTo>
                    <a:lnTo>
                      <a:pt x="102209" y="429343"/>
                    </a:lnTo>
                    <a:cubicBezTo>
                      <a:pt x="102209" y="429343"/>
                      <a:pt x="108738" y="431933"/>
                      <a:pt x="109377" y="431933"/>
                    </a:cubicBezTo>
                    <a:cubicBezTo>
                      <a:pt x="110017" y="431933"/>
                      <a:pt x="115469" y="429343"/>
                      <a:pt x="116344" y="429343"/>
                    </a:cubicBezTo>
                    <a:cubicBezTo>
                      <a:pt x="117219" y="429343"/>
                      <a:pt x="117420" y="427829"/>
                      <a:pt x="120921" y="427392"/>
                    </a:cubicBezTo>
                    <a:cubicBezTo>
                      <a:pt x="124387" y="426954"/>
                      <a:pt x="130916" y="426954"/>
                      <a:pt x="130916" y="426954"/>
                    </a:cubicBezTo>
                    <a:lnTo>
                      <a:pt x="132868" y="431966"/>
                    </a:lnTo>
                    <a:cubicBezTo>
                      <a:pt x="132868" y="431966"/>
                      <a:pt x="132868" y="436541"/>
                      <a:pt x="133507" y="436743"/>
                    </a:cubicBezTo>
                    <a:cubicBezTo>
                      <a:pt x="134147" y="436945"/>
                      <a:pt x="139599" y="437382"/>
                      <a:pt x="140474" y="436743"/>
                    </a:cubicBezTo>
                    <a:cubicBezTo>
                      <a:pt x="141349" y="436104"/>
                      <a:pt x="144378" y="434153"/>
                      <a:pt x="145253" y="433716"/>
                    </a:cubicBezTo>
                    <a:cubicBezTo>
                      <a:pt x="146128" y="433278"/>
                      <a:pt x="151345" y="427627"/>
                      <a:pt x="151345" y="425878"/>
                    </a:cubicBezTo>
                    <a:cubicBezTo>
                      <a:pt x="151345" y="424128"/>
                      <a:pt x="151345" y="422850"/>
                      <a:pt x="151345" y="422850"/>
                    </a:cubicBezTo>
                    <a:lnTo>
                      <a:pt x="155922" y="419587"/>
                    </a:lnTo>
                    <a:cubicBezTo>
                      <a:pt x="155922" y="419587"/>
                      <a:pt x="159623" y="418511"/>
                      <a:pt x="160499" y="418511"/>
                    </a:cubicBezTo>
                    <a:cubicBezTo>
                      <a:pt x="161374" y="418511"/>
                      <a:pt x="164638" y="411985"/>
                      <a:pt x="164638" y="411985"/>
                    </a:cubicBezTo>
                    <a:lnTo>
                      <a:pt x="166489" y="406569"/>
                    </a:lnTo>
                    <a:lnTo>
                      <a:pt x="169148" y="403945"/>
                    </a:lnTo>
                    <a:lnTo>
                      <a:pt x="175273" y="402868"/>
                    </a:lnTo>
                    <a:lnTo>
                      <a:pt x="179412" y="409832"/>
                    </a:lnTo>
                    <a:lnTo>
                      <a:pt x="181364" y="418746"/>
                    </a:lnTo>
                    <a:lnTo>
                      <a:pt x="185706" y="426349"/>
                    </a:lnTo>
                    <a:lnTo>
                      <a:pt x="189172" y="433312"/>
                    </a:lnTo>
                    <a:lnTo>
                      <a:pt x="191764" y="438762"/>
                    </a:lnTo>
                    <a:lnTo>
                      <a:pt x="198091" y="440511"/>
                    </a:lnTo>
                    <a:cubicBezTo>
                      <a:pt x="198091" y="440511"/>
                      <a:pt x="204620" y="439636"/>
                      <a:pt x="205259" y="439435"/>
                    </a:cubicBezTo>
                    <a:cubicBezTo>
                      <a:pt x="205899" y="439233"/>
                      <a:pt x="211990" y="437685"/>
                      <a:pt x="211990" y="437685"/>
                    </a:cubicBezTo>
                    <a:lnTo>
                      <a:pt x="215692" y="432269"/>
                    </a:lnTo>
                    <a:lnTo>
                      <a:pt x="220908" y="425541"/>
                    </a:lnTo>
                    <a:cubicBezTo>
                      <a:pt x="220908" y="425541"/>
                      <a:pt x="226562" y="422514"/>
                      <a:pt x="227202" y="422278"/>
                    </a:cubicBezTo>
                    <a:cubicBezTo>
                      <a:pt x="227841" y="422076"/>
                      <a:pt x="238072" y="420764"/>
                      <a:pt x="238072" y="420764"/>
                    </a:cubicBezTo>
                    <a:lnTo>
                      <a:pt x="248068" y="422514"/>
                    </a:lnTo>
                    <a:cubicBezTo>
                      <a:pt x="248068" y="422514"/>
                      <a:pt x="250457" y="426214"/>
                      <a:pt x="251097" y="426853"/>
                    </a:cubicBezTo>
                    <a:cubicBezTo>
                      <a:pt x="251736" y="427492"/>
                      <a:pt x="251299" y="432269"/>
                      <a:pt x="251299" y="432269"/>
                    </a:cubicBezTo>
                    <a:lnTo>
                      <a:pt x="253890" y="438795"/>
                    </a:lnTo>
                    <a:lnTo>
                      <a:pt x="253890" y="443808"/>
                    </a:lnTo>
                    <a:lnTo>
                      <a:pt x="258904" y="447710"/>
                    </a:lnTo>
                    <a:lnTo>
                      <a:pt x="261092" y="449459"/>
                    </a:lnTo>
                    <a:lnTo>
                      <a:pt x="264895" y="447508"/>
                    </a:lnTo>
                    <a:lnTo>
                      <a:pt x="269573" y="445759"/>
                    </a:lnTo>
                    <a:lnTo>
                      <a:pt x="269573" y="440343"/>
                    </a:lnTo>
                    <a:lnTo>
                      <a:pt x="269371" y="432303"/>
                    </a:lnTo>
                    <a:lnTo>
                      <a:pt x="267621" y="426012"/>
                    </a:lnTo>
                    <a:lnTo>
                      <a:pt x="268496" y="421437"/>
                    </a:lnTo>
                    <a:lnTo>
                      <a:pt x="271222" y="423826"/>
                    </a:lnTo>
                    <a:lnTo>
                      <a:pt x="274319" y="425340"/>
                    </a:lnTo>
                    <a:lnTo>
                      <a:pt x="274453" y="423388"/>
                    </a:lnTo>
                    <a:lnTo>
                      <a:pt x="274789" y="421000"/>
                    </a:lnTo>
                    <a:lnTo>
                      <a:pt x="274789" y="419486"/>
                    </a:lnTo>
                    <a:lnTo>
                      <a:pt x="276539" y="416425"/>
                    </a:lnTo>
                    <a:lnTo>
                      <a:pt x="276539" y="414272"/>
                    </a:lnTo>
                    <a:lnTo>
                      <a:pt x="275664" y="407981"/>
                    </a:lnTo>
                    <a:lnTo>
                      <a:pt x="273713" y="403844"/>
                    </a:lnTo>
                    <a:lnTo>
                      <a:pt x="271525" y="400782"/>
                    </a:lnTo>
                    <a:lnTo>
                      <a:pt x="272703" y="397721"/>
                    </a:lnTo>
                    <a:lnTo>
                      <a:pt x="275160" y="396006"/>
                    </a:lnTo>
                    <a:lnTo>
                      <a:pt x="276506" y="392743"/>
                    </a:lnTo>
                    <a:lnTo>
                      <a:pt x="276506" y="389917"/>
                    </a:lnTo>
                    <a:lnTo>
                      <a:pt x="276506" y="382953"/>
                    </a:lnTo>
                    <a:lnTo>
                      <a:pt x="275631" y="380902"/>
                    </a:lnTo>
                    <a:lnTo>
                      <a:pt x="281049" y="380363"/>
                    </a:lnTo>
                    <a:lnTo>
                      <a:pt x="284314" y="380363"/>
                    </a:lnTo>
                    <a:lnTo>
                      <a:pt x="286939" y="377739"/>
                    </a:lnTo>
                    <a:lnTo>
                      <a:pt x="286939" y="374174"/>
                    </a:lnTo>
                    <a:lnTo>
                      <a:pt x="290203" y="369397"/>
                    </a:lnTo>
                    <a:lnTo>
                      <a:pt x="293468" y="363745"/>
                    </a:lnTo>
                    <a:lnTo>
                      <a:pt x="292155" y="358094"/>
                    </a:lnTo>
                    <a:lnTo>
                      <a:pt x="291179" y="355470"/>
                    </a:lnTo>
                    <a:lnTo>
                      <a:pt x="287545" y="354595"/>
                    </a:lnTo>
                    <a:lnTo>
                      <a:pt x="281285" y="352644"/>
                    </a:lnTo>
                    <a:lnTo>
                      <a:pt x="280006" y="350256"/>
                    </a:lnTo>
                    <a:lnTo>
                      <a:pt x="280006" y="348069"/>
                    </a:lnTo>
                    <a:lnTo>
                      <a:pt x="283270" y="346993"/>
                    </a:lnTo>
                    <a:lnTo>
                      <a:pt x="286535" y="346555"/>
                    </a:lnTo>
                    <a:lnTo>
                      <a:pt x="289564" y="348069"/>
                    </a:lnTo>
                    <a:lnTo>
                      <a:pt x="291852" y="348507"/>
                    </a:lnTo>
                    <a:cubicBezTo>
                      <a:pt x="291852" y="348507"/>
                      <a:pt x="295386" y="350996"/>
                      <a:pt x="296261" y="350996"/>
                    </a:cubicBezTo>
                    <a:cubicBezTo>
                      <a:pt x="297136" y="350996"/>
                      <a:pt x="301545" y="352409"/>
                      <a:pt x="301545" y="352409"/>
                    </a:cubicBezTo>
                    <a:lnTo>
                      <a:pt x="305247" y="352409"/>
                    </a:lnTo>
                    <a:lnTo>
                      <a:pt x="306122" y="346757"/>
                    </a:lnTo>
                    <a:lnTo>
                      <a:pt x="306122" y="342855"/>
                    </a:lnTo>
                    <a:lnTo>
                      <a:pt x="306122" y="335892"/>
                    </a:lnTo>
                    <a:lnTo>
                      <a:pt x="308511" y="332427"/>
                    </a:lnTo>
                    <a:lnTo>
                      <a:pt x="310901" y="330274"/>
                    </a:lnTo>
                    <a:lnTo>
                      <a:pt x="313728" y="329399"/>
                    </a:lnTo>
                    <a:lnTo>
                      <a:pt x="316218" y="325934"/>
                    </a:lnTo>
                    <a:lnTo>
                      <a:pt x="318877" y="324622"/>
                    </a:lnTo>
                    <a:lnTo>
                      <a:pt x="320863" y="320922"/>
                    </a:lnTo>
                    <a:lnTo>
                      <a:pt x="317834" y="317895"/>
                    </a:lnTo>
                    <a:lnTo>
                      <a:pt x="312954" y="315506"/>
                    </a:lnTo>
                    <a:lnTo>
                      <a:pt x="309588" y="315069"/>
                    </a:lnTo>
                    <a:lnTo>
                      <a:pt x="309588" y="313319"/>
                    </a:lnTo>
                    <a:lnTo>
                      <a:pt x="311776" y="310494"/>
                    </a:lnTo>
                    <a:lnTo>
                      <a:pt x="314165" y="309619"/>
                    </a:lnTo>
                    <a:lnTo>
                      <a:pt x="318305" y="307432"/>
                    </a:lnTo>
                    <a:lnTo>
                      <a:pt x="320795" y="306625"/>
                    </a:lnTo>
                    <a:lnTo>
                      <a:pt x="323319" y="307702"/>
                    </a:lnTo>
                    <a:lnTo>
                      <a:pt x="324800" y="309720"/>
                    </a:lnTo>
                    <a:lnTo>
                      <a:pt x="325238" y="313353"/>
                    </a:lnTo>
                    <a:lnTo>
                      <a:pt x="325238" y="316683"/>
                    </a:lnTo>
                    <a:lnTo>
                      <a:pt x="325238" y="320216"/>
                    </a:lnTo>
                    <a:lnTo>
                      <a:pt x="325238" y="323680"/>
                    </a:lnTo>
                    <a:lnTo>
                      <a:pt x="323218" y="326506"/>
                    </a:lnTo>
                    <a:lnTo>
                      <a:pt x="321637" y="328693"/>
                    </a:lnTo>
                    <a:lnTo>
                      <a:pt x="320829" y="331956"/>
                    </a:lnTo>
                    <a:lnTo>
                      <a:pt x="319920" y="336026"/>
                    </a:lnTo>
                    <a:lnTo>
                      <a:pt x="321132" y="338785"/>
                    </a:lnTo>
                    <a:lnTo>
                      <a:pt x="322478" y="341678"/>
                    </a:lnTo>
                    <a:lnTo>
                      <a:pt x="324968" y="341913"/>
                    </a:lnTo>
                    <a:lnTo>
                      <a:pt x="327358" y="342048"/>
                    </a:lnTo>
                    <a:lnTo>
                      <a:pt x="329545" y="340366"/>
                    </a:lnTo>
                    <a:cubicBezTo>
                      <a:pt x="329545" y="340366"/>
                      <a:pt x="331127" y="338482"/>
                      <a:pt x="331363" y="338415"/>
                    </a:cubicBezTo>
                    <a:cubicBezTo>
                      <a:pt x="331565" y="338347"/>
                      <a:pt x="333113" y="336531"/>
                      <a:pt x="333618" y="336329"/>
                    </a:cubicBezTo>
                    <a:cubicBezTo>
                      <a:pt x="334122" y="336127"/>
                      <a:pt x="336882" y="334748"/>
                      <a:pt x="336882" y="334748"/>
                    </a:cubicBezTo>
                    <a:lnTo>
                      <a:pt x="340517" y="332629"/>
                    </a:lnTo>
                    <a:lnTo>
                      <a:pt x="344421" y="332124"/>
                    </a:lnTo>
                    <a:lnTo>
                      <a:pt x="349637" y="333436"/>
                    </a:lnTo>
                    <a:lnTo>
                      <a:pt x="353979" y="330846"/>
                    </a:lnTo>
                    <a:lnTo>
                      <a:pt x="353407" y="325766"/>
                    </a:lnTo>
                    <a:lnTo>
                      <a:pt x="350512" y="321124"/>
                    </a:lnTo>
                    <a:lnTo>
                      <a:pt x="346945" y="318803"/>
                    </a:lnTo>
                    <a:lnTo>
                      <a:pt x="344421" y="315472"/>
                    </a:lnTo>
                    <a:lnTo>
                      <a:pt x="344421" y="309821"/>
                    </a:lnTo>
                    <a:lnTo>
                      <a:pt x="346003" y="309821"/>
                    </a:lnTo>
                    <a:lnTo>
                      <a:pt x="350782" y="308946"/>
                    </a:lnTo>
                    <a:lnTo>
                      <a:pt x="353979" y="308946"/>
                    </a:lnTo>
                    <a:lnTo>
                      <a:pt x="359498" y="309384"/>
                    </a:lnTo>
                    <a:lnTo>
                      <a:pt x="362258" y="314295"/>
                    </a:lnTo>
                    <a:lnTo>
                      <a:pt x="363133" y="319745"/>
                    </a:lnTo>
                    <a:lnTo>
                      <a:pt x="364445" y="321225"/>
                    </a:lnTo>
                    <a:lnTo>
                      <a:pt x="365320" y="319106"/>
                    </a:lnTo>
                    <a:lnTo>
                      <a:pt x="365320" y="313319"/>
                    </a:lnTo>
                    <a:cubicBezTo>
                      <a:pt x="365320" y="313319"/>
                      <a:pt x="368450" y="309855"/>
                      <a:pt x="368585" y="309417"/>
                    </a:cubicBezTo>
                    <a:cubicBezTo>
                      <a:pt x="368719" y="308980"/>
                      <a:pt x="370537" y="305078"/>
                      <a:pt x="370537" y="305078"/>
                    </a:cubicBezTo>
                    <a:lnTo>
                      <a:pt x="370537" y="301176"/>
                    </a:lnTo>
                    <a:lnTo>
                      <a:pt x="365758" y="298417"/>
                    </a:lnTo>
                    <a:cubicBezTo>
                      <a:pt x="365758" y="298417"/>
                      <a:pt x="363301" y="294784"/>
                      <a:pt x="362864" y="294347"/>
                    </a:cubicBezTo>
                    <a:cubicBezTo>
                      <a:pt x="362426" y="293909"/>
                      <a:pt x="360171" y="289570"/>
                      <a:pt x="360171" y="289570"/>
                    </a:cubicBezTo>
                    <a:lnTo>
                      <a:pt x="356806" y="280891"/>
                    </a:lnTo>
                    <a:lnTo>
                      <a:pt x="353238" y="275811"/>
                    </a:lnTo>
                    <a:lnTo>
                      <a:pt x="348762" y="270294"/>
                    </a:lnTo>
                    <a:lnTo>
                      <a:pt x="348055" y="266830"/>
                    </a:lnTo>
                    <a:lnTo>
                      <a:pt x="349806" y="263062"/>
                    </a:lnTo>
                    <a:lnTo>
                      <a:pt x="353710" y="261178"/>
                    </a:lnTo>
                    <a:lnTo>
                      <a:pt x="357479" y="259597"/>
                    </a:lnTo>
                    <a:lnTo>
                      <a:pt x="361955" y="258722"/>
                    </a:lnTo>
                    <a:lnTo>
                      <a:pt x="363705" y="255829"/>
                    </a:lnTo>
                    <a:lnTo>
                      <a:pt x="365455" y="253508"/>
                    </a:lnTo>
                    <a:lnTo>
                      <a:pt x="366768" y="252062"/>
                    </a:lnTo>
                    <a:lnTo>
                      <a:pt x="368787" y="249169"/>
                    </a:lnTo>
                    <a:lnTo>
                      <a:pt x="368046" y="245704"/>
                    </a:lnTo>
                    <a:lnTo>
                      <a:pt x="365152" y="243517"/>
                    </a:lnTo>
                    <a:lnTo>
                      <a:pt x="359363" y="242374"/>
                    </a:lnTo>
                    <a:cubicBezTo>
                      <a:pt x="359363" y="242374"/>
                      <a:pt x="356469" y="241936"/>
                      <a:pt x="356032" y="241499"/>
                    </a:cubicBezTo>
                    <a:cubicBezTo>
                      <a:pt x="355594" y="241062"/>
                      <a:pt x="351959" y="238740"/>
                      <a:pt x="351959" y="238740"/>
                    </a:cubicBezTo>
                    <a:lnTo>
                      <a:pt x="353407" y="237866"/>
                    </a:lnTo>
                    <a:lnTo>
                      <a:pt x="354551" y="238236"/>
                    </a:lnTo>
                    <a:lnTo>
                      <a:pt x="359330" y="239481"/>
                    </a:lnTo>
                    <a:lnTo>
                      <a:pt x="364412" y="239481"/>
                    </a:lnTo>
                    <a:lnTo>
                      <a:pt x="369628" y="239481"/>
                    </a:lnTo>
                    <a:lnTo>
                      <a:pt x="371210" y="236453"/>
                    </a:lnTo>
                    <a:lnTo>
                      <a:pt x="371345" y="232248"/>
                    </a:lnTo>
                    <a:lnTo>
                      <a:pt x="368450" y="228850"/>
                    </a:lnTo>
                    <a:lnTo>
                      <a:pt x="368753" y="226899"/>
                    </a:lnTo>
                    <a:lnTo>
                      <a:pt x="368753" y="222997"/>
                    </a:lnTo>
                    <a:lnTo>
                      <a:pt x="370503" y="220407"/>
                    </a:lnTo>
                    <a:lnTo>
                      <a:pt x="367407" y="220407"/>
                    </a:lnTo>
                    <a:lnTo>
                      <a:pt x="365152" y="222156"/>
                    </a:lnTo>
                    <a:lnTo>
                      <a:pt x="362695" y="222156"/>
                    </a:lnTo>
                    <a:lnTo>
                      <a:pt x="359498" y="220340"/>
                    </a:lnTo>
                    <a:lnTo>
                      <a:pt x="356166" y="220407"/>
                    </a:lnTo>
                    <a:lnTo>
                      <a:pt x="352262" y="220407"/>
                    </a:lnTo>
                    <a:lnTo>
                      <a:pt x="348628" y="219835"/>
                    </a:lnTo>
                    <a:lnTo>
                      <a:pt x="343411" y="219700"/>
                    </a:lnTo>
                    <a:lnTo>
                      <a:pt x="340652" y="218187"/>
                    </a:lnTo>
                    <a:lnTo>
                      <a:pt x="339642" y="213443"/>
                    </a:lnTo>
                    <a:lnTo>
                      <a:pt x="342839" y="208768"/>
                    </a:lnTo>
                    <a:lnTo>
                      <a:pt x="345296" y="206715"/>
                    </a:lnTo>
                    <a:lnTo>
                      <a:pt x="348190" y="203217"/>
                    </a:lnTo>
                    <a:lnTo>
                      <a:pt x="348459" y="197700"/>
                    </a:lnTo>
                    <a:lnTo>
                      <a:pt x="348594" y="196085"/>
                    </a:lnTo>
                    <a:lnTo>
                      <a:pt x="350344" y="196085"/>
                    </a:lnTo>
                    <a:lnTo>
                      <a:pt x="352229" y="196085"/>
                    </a:lnTo>
                    <a:lnTo>
                      <a:pt x="354854" y="195076"/>
                    </a:lnTo>
                    <a:lnTo>
                      <a:pt x="354854" y="198844"/>
                    </a:lnTo>
                    <a:lnTo>
                      <a:pt x="354854" y="202174"/>
                    </a:lnTo>
                    <a:lnTo>
                      <a:pt x="354854" y="205639"/>
                    </a:lnTo>
                    <a:lnTo>
                      <a:pt x="356873" y="206076"/>
                    </a:lnTo>
                    <a:lnTo>
                      <a:pt x="359767" y="206379"/>
                    </a:lnTo>
                    <a:lnTo>
                      <a:pt x="362594" y="206682"/>
                    </a:lnTo>
                    <a:lnTo>
                      <a:pt x="364715" y="206379"/>
                    </a:lnTo>
                    <a:lnTo>
                      <a:pt x="367239" y="205504"/>
                    </a:lnTo>
                    <a:lnTo>
                      <a:pt x="368988" y="203755"/>
                    </a:lnTo>
                    <a:lnTo>
                      <a:pt x="369864" y="201165"/>
                    </a:lnTo>
                    <a:lnTo>
                      <a:pt x="369729" y="197835"/>
                    </a:lnTo>
                    <a:lnTo>
                      <a:pt x="368719" y="195514"/>
                    </a:lnTo>
                    <a:lnTo>
                      <a:pt x="368719" y="191746"/>
                    </a:lnTo>
                    <a:lnTo>
                      <a:pt x="370873" y="189997"/>
                    </a:lnTo>
                    <a:lnTo>
                      <a:pt x="370806" y="187675"/>
                    </a:lnTo>
                    <a:lnTo>
                      <a:pt x="372287" y="187238"/>
                    </a:lnTo>
                    <a:lnTo>
                      <a:pt x="373095" y="187373"/>
                    </a:lnTo>
                    <a:lnTo>
                      <a:pt x="374508" y="188819"/>
                    </a:lnTo>
                    <a:cubicBezTo>
                      <a:pt x="374508" y="188819"/>
                      <a:pt x="375652" y="189694"/>
                      <a:pt x="376090" y="189963"/>
                    </a:cubicBezTo>
                    <a:cubicBezTo>
                      <a:pt x="376527" y="190266"/>
                      <a:pt x="374912" y="196489"/>
                      <a:pt x="374912" y="196489"/>
                    </a:cubicBezTo>
                    <a:lnTo>
                      <a:pt x="373902" y="198810"/>
                    </a:lnTo>
                    <a:lnTo>
                      <a:pt x="373902" y="202140"/>
                    </a:lnTo>
                    <a:lnTo>
                      <a:pt x="376224" y="206480"/>
                    </a:lnTo>
                    <a:lnTo>
                      <a:pt x="378984" y="208229"/>
                    </a:lnTo>
                    <a:lnTo>
                      <a:pt x="381744" y="208229"/>
                    </a:lnTo>
                    <a:lnTo>
                      <a:pt x="383124" y="206480"/>
                    </a:lnTo>
                    <a:lnTo>
                      <a:pt x="384369" y="206480"/>
                    </a:lnTo>
                    <a:lnTo>
                      <a:pt x="384369" y="209104"/>
                    </a:lnTo>
                    <a:lnTo>
                      <a:pt x="386994" y="212434"/>
                    </a:lnTo>
                    <a:lnTo>
                      <a:pt x="388441" y="211291"/>
                    </a:lnTo>
                    <a:lnTo>
                      <a:pt x="390629" y="209541"/>
                    </a:lnTo>
                    <a:lnTo>
                      <a:pt x="391335" y="206480"/>
                    </a:lnTo>
                    <a:lnTo>
                      <a:pt x="391335" y="203890"/>
                    </a:lnTo>
                    <a:lnTo>
                      <a:pt x="391032" y="200559"/>
                    </a:lnTo>
                    <a:lnTo>
                      <a:pt x="391167" y="194605"/>
                    </a:lnTo>
                    <a:lnTo>
                      <a:pt x="391235" y="190838"/>
                    </a:lnTo>
                    <a:lnTo>
                      <a:pt x="389619" y="186363"/>
                    </a:lnTo>
                    <a:lnTo>
                      <a:pt x="389383" y="183740"/>
                    </a:lnTo>
                    <a:lnTo>
                      <a:pt x="386792" y="181284"/>
                    </a:lnTo>
                    <a:lnTo>
                      <a:pt x="385951" y="178256"/>
                    </a:lnTo>
                    <a:lnTo>
                      <a:pt x="387835" y="176507"/>
                    </a:lnTo>
                    <a:lnTo>
                      <a:pt x="388710" y="173480"/>
                    </a:lnTo>
                    <a:lnTo>
                      <a:pt x="388576" y="169846"/>
                    </a:lnTo>
                    <a:lnTo>
                      <a:pt x="386691" y="167088"/>
                    </a:lnTo>
                    <a:cubicBezTo>
                      <a:pt x="386691" y="167088"/>
                      <a:pt x="384369" y="165944"/>
                      <a:pt x="384369" y="165507"/>
                    </a:cubicBezTo>
                    <a:cubicBezTo>
                      <a:pt x="384369" y="165070"/>
                      <a:pt x="384369" y="163926"/>
                      <a:pt x="384369" y="163926"/>
                    </a:cubicBezTo>
                    <a:lnTo>
                      <a:pt x="387128" y="160898"/>
                    </a:lnTo>
                    <a:lnTo>
                      <a:pt x="387869" y="159317"/>
                    </a:lnTo>
                    <a:lnTo>
                      <a:pt x="387802" y="156424"/>
                    </a:lnTo>
                    <a:lnTo>
                      <a:pt x="387330" y="155247"/>
                    </a:lnTo>
                    <a:lnTo>
                      <a:pt x="384773" y="155112"/>
                    </a:lnTo>
                    <a:lnTo>
                      <a:pt x="381037" y="154978"/>
                    </a:lnTo>
                    <a:lnTo>
                      <a:pt x="374676" y="155718"/>
                    </a:lnTo>
                    <a:cubicBezTo>
                      <a:pt x="374676" y="155718"/>
                      <a:pt x="372220" y="157467"/>
                      <a:pt x="371782" y="158039"/>
                    </a:cubicBezTo>
                    <a:cubicBezTo>
                      <a:pt x="371345" y="158611"/>
                      <a:pt x="369460" y="162816"/>
                      <a:pt x="369460" y="162816"/>
                    </a:cubicBezTo>
                    <a:cubicBezTo>
                      <a:pt x="369460" y="162816"/>
                      <a:pt x="368753" y="165709"/>
                      <a:pt x="368585" y="166281"/>
                    </a:cubicBezTo>
                    <a:cubicBezTo>
                      <a:pt x="368450" y="166853"/>
                      <a:pt x="368147" y="169308"/>
                      <a:pt x="368147" y="169308"/>
                    </a:cubicBezTo>
                    <a:lnTo>
                      <a:pt x="364378" y="169611"/>
                    </a:lnTo>
                    <a:lnTo>
                      <a:pt x="359599" y="169745"/>
                    </a:lnTo>
                    <a:lnTo>
                      <a:pt x="355830" y="170048"/>
                    </a:lnTo>
                    <a:lnTo>
                      <a:pt x="352801" y="171057"/>
                    </a:lnTo>
                    <a:lnTo>
                      <a:pt x="348459" y="173379"/>
                    </a:lnTo>
                    <a:lnTo>
                      <a:pt x="346305" y="174522"/>
                    </a:lnTo>
                    <a:lnTo>
                      <a:pt x="342671" y="175834"/>
                    </a:lnTo>
                    <a:lnTo>
                      <a:pt x="340483" y="177853"/>
                    </a:lnTo>
                    <a:lnTo>
                      <a:pt x="337589" y="178425"/>
                    </a:lnTo>
                    <a:cubicBezTo>
                      <a:pt x="337589" y="178425"/>
                      <a:pt x="337151" y="177987"/>
                      <a:pt x="337151" y="177415"/>
                    </a:cubicBezTo>
                    <a:cubicBezTo>
                      <a:pt x="337151" y="176844"/>
                      <a:pt x="336714" y="175397"/>
                      <a:pt x="336849" y="174825"/>
                    </a:cubicBezTo>
                    <a:cubicBezTo>
                      <a:pt x="336983" y="174253"/>
                      <a:pt x="337724" y="172067"/>
                      <a:pt x="337724" y="172067"/>
                    </a:cubicBezTo>
                    <a:cubicBezTo>
                      <a:pt x="337724" y="172067"/>
                      <a:pt x="338026" y="171192"/>
                      <a:pt x="339036" y="170486"/>
                    </a:cubicBezTo>
                    <a:cubicBezTo>
                      <a:pt x="340046" y="169745"/>
                      <a:pt x="340786" y="169914"/>
                      <a:pt x="341190" y="169611"/>
                    </a:cubicBezTo>
                    <a:cubicBezTo>
                      <a:pt x="341628" y="169308"/>
                      <a:pt x="343075" y="168602"/>
                      <a:pt x="343815" y="168165"/>
                    </a:cubicBezTo>
                    <a:cubicBezTo>
                      <a:pt x="344522" y="167727"/>
                      <a:pt x="345835" y="166853"/>
                      <a:pt x="346406" y="166853"/>
                    </a:cubicBezTo>
                    <a:cubicBezTo>
                      <a:pt x="346979" y="166853"/>
                      <a:pt x="351488" y="165978"/>
                      <a:pt x="351488" y="165978"/>
                    </a:cubicBezTo>
                    <a:cubicBezTo>
                      <a:pt x="351488" y="165978"/>
                      <a:pt x="354820" y="166113"/>
                      <a:pt x="355392" y="165843"/>
                    </a:cubicBezTo>
                    <a:cubicBezTo>
                      <a:pt x="355964" y="165541"/>
                      <a:pt x="357849" y="162513"/>
                      <a:pt x="357849" y="162513"/>
                    </a:cubicBezTo>
                    <a:lnTo>
                      <a:pt x="359296" y="160192"/>
                    </a:lnTo>
                    <a:lnTo>
                      <a:pt x="364075" y="157299"/>
                    </a:lnTo>
                    <a:lnTo>
                      <a:pt x="365522" y="155718"/>
                    </a:lnTo>
                    <a:lnTo>
                      <a:pt x="367272" y="153094"/>
                    </a:lnTo>
                    <a:lnTo>
                      <a:pt x="369292" y="150066"/>
                    </a:lnTo>
                    <a:lnTo>
                      <a:pt x="371614" y="146871"/>
                    </a:lnTo>
                    <a:lnTo>
                      <a:pt x="373364" y="143103"/>
                    </a:lnTo>
                    <a:lnTo>
                      <a:pt x="376998" y="140075"/>
                    </a:lnTo>
                    <a:lnTo>
                      <a:pt x="379758" y="137182"/>
                    </a:lnTo>
                    <a:lnTo>
                      <a:pt x="382955" y="134727"/>
                    </a:lnTo>
                    <a:lnTo>
                      <a:pt x="387903" y="133583"/>
                    </a:lnTo>
                    <a:lnTo>
                      <a:pt x="393119" y="133280"/>
                    </a:lnTo>
                    <a:lnTo>
                      <a:pt x="398470" y="132977"/>
                    </a:lnTo>
                    <a:lnTo>
                      <a:pt x="400355" y="132675"/>
                    </a:lnTo>
                    <a:lnTo>
                      <a:pt x="401297" y="131363"/>
                    </a:lnTo>
                    <a:lnTo>
                      <a:pt x="401802" y="130051"/>
                    </a:lnTo>
                    <a:lnTo>
                      <a:pt x="401802" y="127460"/>
                    </a:lnTo>
                    <a:lnTo>
                      <a:pt x="401196" y="126317"/>
                    </a:lnTo>
                    <a:close/>
                  </a:path>
                </a:pathLst>
              </a:custGeom>
              <a:solidFill>
                <a:srgbClr val="BB3023"/>
              </a:solidFill>
              <a:ln w="6350" cap="flat">
                <a:solidFill>
                  <a:schemeClr val="bg1"/>
                </a:solidFill>
                <a:prstDash val="solid"/>
                <a:miter/>
              </a:ln>
            </p:spPr>
            <p:txBody>
              <a:bodyPr rtlCol="0" anchor="ctr"/>
              <a:lstStyle/>
              <a:p>
                <a:endParaRPr lang="en-US"/>
              </a:p>
            </p:txBody>
          </p:sp>
          <p:sp>
            <p:nvSpPr>
              <p:cNvPr id="236" name="Freeform 953">
                <a:extLst>
                  <a:ext uri="{FF2B5EF4-FFF2-40B4-BE49-F238E27FC236}">
                    <a16:creationId xmlns:a16="http://schemas.microsoft.com/office/drawing/2014/main" id="{301647EF-A2A7-22A1-A959-23130C33BD9C}"/>
                  </a:ext>
                </a:extLst>
              </p:cNvPr>
              <p:cNvSpPr/>
              <p:nvPr/>
            </p:nvSpPr>
            <p:spPr>
              <a:xfrm>
                <a:off x="6346774" y="2731067"/>
                <a:ext cx="10166" cy="9856"/>
              </a:xfrm>
              <a:custGeom>
                <a:avLst/>
                <a:gdLst>
                  <a:gd name="connsiteX0" fmla="*/ 1346 w 10166"/>
                  <a:gd name="connsiteY0" fmla="*/ 7535 h 9856"/>
                  <a:gd name="connsiteX1" fmla="*/ 4173 w 10166"/>
                  <a:gd name="connsiteY1" fmla="*/ 9856 h 9856"/>
                  <a:gd name="connsiteX2" fmla="*/ 6192 w 10166"/>
                  <a:gd name="connsiteY2" fmla="*/ 9856 h 9856"/>
                  <a:gd name="connsiteX3" fmla="*/ 8649 w 10166"/>
                  <a:gd name="connsiteY3" fmla="*/ 8275 h 9856"/>
                  <a:gd name="connsiteX4" fmla="*/ 10164 w 10166"/>
                  <a:gd name="connsiteY4" fmla="*/ 7132 h 9856"/>
                  <a:gd name="connsiteX5" fmla="*/ 10164 w 10166"/>
                  <a:gd name="connsiteY5" fmla="*/ 5181 h 9856"/>
                  <a:gd name="connsiteX6" fmla="*/ 8919 w 10166"/>
                  <a:gd name="connsiteY6" fmla="*/ 2893 h 9856"/>
                  <a:gd name="connsiteX7" fmla="*/ 6159 w 10166"/>
                  <a:gd name="connsiteY7" fmla="*/ 605 h 9856"/>
                  <a:gd name="connsiteX8" fmla="*/ 3702 w 10166"/>
                  <a:gd name="connsiteY8" fmla="*/ 0 h 9856"/>
                  <a:gd name="connsiteX9" fmla="*/ 1986 w 10166"/>
                  <a:gd name="connsiteY9" fmla="*/ 1076 h 9856"/>
                  <a:gd name="connsiteX10" fmla="*/ 370 w 10166"/>
                  <a:gd name="connsiteY10" fmla="*/ 2960 h 9856"/>
                  <a:gd name="connsiteX11" fmla="*/ 0 w 10166"/>
                  <a:gd name="connsiteY11" fmla="*/ 5046 h 9856"/>
                  <a:gd name="connsiteX12" fmla="*/ 1346 w 10166"/>
                  <a:gd name="connsiteY12" fmla="*/ 7535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66" h="9856">
                    <a:moveTo>
                      <a:pt x="1346" y="7535"/>
                    </a:moveTo>
                    <a:lnTo>
                      <a:pt x="4173" y="9856"/>
                    </a:lnTo>
                    <a:lnTo>
                      <a:pt x="6192" y="9856"/>
                    </a:lnTo>
                    <a:lnTo>
                      <a:pt x="8649" y="8275"/>
                    </a:lnTo>
                    <a:lnTo>
                      <a:pt x="10164" y="7132"/>
                    </a:lnTo>
                    <a:cubicBezTo>
                      <a:pt x="10164" y="7132"/>
                      <a:pt x="10096" y="5483"/>
                      <a:pt x="10164" y="5181"/>
                    </a:cubicBezTo>
                    <a:cubicBezTo>
                      <a:pt x="10231" y="4878"/>
                      <a:pt x="8919" y="2893"/>
                      <a:pt x="8919" y="2893"/>
                    </a:cubicBezTo>
                    <a:lnTo>
                      <a:pt x="6159" y="605"/>
                    </a:lnTo>
                    <a:lnTo>
                      <a:pt x="3702" y="0"/>
                    </a:lnTo>
                    <a:lnTo>
                      <a:pt x="1986" y="1076"/>
                    </a:lnTo>
                    <a:lnTo>
                      <a:pt x="370" y="2960"/>
                    </a:lnTo>
                    <a:lnTo>
                      <a:pt x="0" y="5046"/>
                    </a:lnTo>
                    <a:lnTo>
                      <a:pt x="1346" y="7535"/>
                    </a:lnTo>
                    <a:close/>
                  </a:path>
                </a:pathLst>
              </a:custGeom>
              <a:grpFill/>
              <a:ln w="6350" cap="flat">
                <a:solidFill>
                  <a:schemeClr val="bg1"/>
                </a:solidFill>
                <a:prstDash val="solid"/>
                <a:miter/>
              </a:ln>
            </p:spPr>
            <p:txBody>
              <a:bodyPr rtlCol="0" anchor="ctr"/>
              <a:lstStyle/>
              <a:p>
                <a:endParaRPr lang="en-US"/>
              </a:p>
            </p:txBody>
          </p:sp>
          <p:sp>
            <p:nvSpPr>
              <p:cNvPr id="237" name="Freeform 954">
                <a:extLst>
                  <a:ext uri="{FF2B5EF4-FFF2-40B4-BE49-F238E27FC236}">
                    <a16:creationId xmlns:a16="http://schemas.microsoft.com/office/drawing/2014/main" id="{F17BD00D-413F-AB5F-EEEF-ACA83C166E8D}"/>
                  </a:ext>
                </a:extLst>
              </p:cNvPr>
              <p:cNvSpPr/>
              <p:nvPr/>
            </p:nvSpPr>
            <p:spPr>
              <a:xfrm>
                <a:off x="6354346" y="2718372"/>
                <a:ext cx="41664" cy="22988"/>
              </a:xfrm>
              <a:custGeom>
                <a:avLst/>
                <a:gdLst>
                  <a:gd name="connsiteX0" fmla="*/ 5722 w 41664"/>
                  <a:gd name="connsiteY0" fmla="*/ 13536 h 22988"/>
                  <a:gd name="connsiteX1" fmla="*/ 8313 w 41664"/>
                  <a:gd name="connsiteY1" fmla="*/ 15353 h 22988"/>
                  <a:gd name="connsiteX2" fmla="*/ 11005 w 41664"/>
                  <a:gd name="connsiteY2" fmla="*/ 17808 h 22988"/>
                  <a:gd name="connsiteX3" fmla="*/ 14842 w 41664"/>
                  <a:gd name="connsiteY3" fmla="*/ 18818 h 22988"/>
                  <a:gd name="connsiteX4" fmla="*/ 18039 w 41664"/>
                  <a:gd name="connsiteY4" fmla="*/ 19322 h 22988"/>
                  <a:gd name="connsiteX5" fmla="*/ 21808 w 41664"/>
                  <a:gd name="connsiteY5" fmla="*/ 19322 h 22988"/>
                  <a:gd name="connsiteX6" fmla="*/ 26823 w 41664"/>
                  <a:gd name="connsiteY6" fmla="*/ 19322 h 22988"/>
                  <a:gd name="connsiteX7" fmla="*/ 28977 w 41664"/>
                  <a:gd name="connsiteY7" fmla="*/ 19961 h 22988"/>
                  <a:gd name="connsiteX8" fmla="*/ 30861 w 41664"/>
                  <a:gd name="connsiteY8" fmla="*/ 21475 h 22988"/>
                  <a:gd name="connsiteX9" fmla="*/ 33385 w 41664"/>
                  <a:gd name="connsiteY9" fmla="*/ 22283 h 22988"/>
                  <a:gd name="connsiteX10" fmla="*/ 35640 w 41664"/>
                  <a:gd name="connsiteY10" fmla="*/ 22989 h 22988"/>
                  <a:gd name="connsiteX11" fmla="*/ 41093 w 41664"/>
                  <a:gd name="connsiteY11" fmla="*/ 22686 h 22988"/>
                  <a:gd name="connsiteX12" fmla="*/ 41664 w 41664"/>
                  <a:gd name="connsiteY12" fmla="*/ 19558 h 22988"/>
                  <a:gd name="connsiteX13" fmla="*/ 41159 w 41664"/>
                  <a:gd name="connsiteY13" fmla="*/ 16631 h 22988"/>
                  <a:gd name="connsiteX14" fmla="*/ 39275 w 41664"/>
                  <a:gd name="connsiteY14" fmla="*/ 12897 h 22988"/>
                  <a:gd name="connsiteX15" fmla="*/ 39410 w 41664"/>
                  <a:gd name="connsiteY15" fmla="*/ 9264 h 22988"/>
                  <a:gd name="connsiteX16" fmla="*/ 37222 w 41664"/>
                  <a:gd name="connsiteY16" fmla="*/ 6640 h 22988"/>
                  <a:gd name="connsiteX17" fmla="*/ 33385 w 41664"/>
                  <a:gd name="connsiteY17" fmla="*/ 4824 h 22988"/>
                  <a:gd name="connsiteX18" fmla="*/ 30626 w 41664"/>
                  <a:gd name="connsiteY18" fmla="*/ 5126 h 22988"/>
                  <a:gd name="connsiteX19" fmla="*/ 27631 w 41664"/>
                  <a:gd name="connsiteY19" fmla="*/ 5765 h 22988"/>
                  <a:gd name="connsiteX20" fmla="*/ 22919 w 41664"/>
                  <a:gd name="connsiteY20" fmla="*/ 4016 h 22988"/>
                  <a:gd name="connsiteX21" fmla="*/ 18005 w 41664"/>
                  <a:gd name="connsiteY21" fmla="*/ 2267 h 22988"/>
                  <a:gd name="connsiteX22" fmla="*/ 14606 w 41664"/>
                  <a:gd name="connsiteY22" fmla="*/ 753 h 22988"/>
                  <a:gd name="connsiteX23" fmla="*/ 8582 w 41664"/>
                  <a:gd name="connsiteY23" fmla="*/ 13 h 22988"/>
                  <a:gd name="connsiteX24" fmla="*/ 6125 w 41664"/>
                  <a:gd name="connsiteY24" fmla="*/ 13 h 22988"/>
                  <a:gd name="connsiteX25" fmla="*/ 2087 w 41664"/>
                  <a:gd name="connsiteY25" fmla="*/ 820 h 22988"/>
                  <a:gd name="connsiteX26" fmla="*/ 0 w 41664"/>
                  <a:gd name="connsiteY26" fmla="*/ 3444 h 22988"/>
                  <a:gd name="connsiteX27" fmla="*/ 1245 w 41664"/>
                  <a:gd name="connsiteY27" fmla="*/ 6909 h 22988"/>
                  <a:gd name="connsiteX28" fmla="*/ 1986 w 41664"/>
                  <a:gd name="connsiteY28" fmla="*/ 9600 h 22988"/>
                  <a:gd name="connsiteX29" fmla="*/ 3668 w 41664"/>
                  <a:gd name="connsiteY29" fmla="*/ 12493 h 22988"/>
                  <a:gd name="connsiteX30" fmla="*/ 5722 w 41664"/>
                  <a:gd name="connsiteY30" fmla="*/ 13536 h 2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664" h="22988">
                    <a:moveTo>
                      <a:pt x="5722" y="13536"/>
                    </a:moveTo>
                    <a:lnTo>
                      <a:pt x="8313" y="15353"/>
                    </a:lnTo>
                    <a:lnTo>
                      <a:pt x="11005" y="17808"/>
                    </a:lnTo>
                    <a:lnTo>
                      <a:pt x="14842" y="18818"/>
                    </a:lnTo>
                    <a:lnTo>
                      <a:pt x="18039" y="19322"/>
                    </a:lnTo>
                    <a:cubicBezTo>
                      <a:pt x="18039" y="19322"/>
                      <a:pt x="21573" y="19188"/>
                      <a:pt x="21808" y="19322"/>
                    </a:cubicBezTo>
                    <a:cubicBezTo>
                      <a:pt x="22044" y="19457"/>
                      <a:pt x="26823" y="19322"/>
                      <a:pt x="26823" y="19322"/>
                    </a:cubicBezTo>
                    <a:lnTo>
                      <a:pt x="28977" y="19961"/>
                    </a:lnTo>
                    <a:lnTo>
                      <a:pt x="30861" y="21475"/>
                    </a:lnTo>
                    <a:lnTo>
                      <a:pt x="33385" y="22283"/>
                    </a:lnTo>
                    <a:lnTo>
                      <a:pt x="35640" y="22989"/>
                    </a:lnTo>
                    <a:lnTo>
                      <a:pt x="41093" y="22686"/>
                    </a:lnTo>
                    <a:cubicBezTo>
                      <a:pt x="41093" y="22686"/>
                      <a:pt x="41664" y="19860"/>
                      <a:pt x="41664" y="19558"/>
                    </a:cubicBezTo>
                    <a:cubicBezTo>
                      <a:pt x="41664" y="19255"/>
                      <a:pt x="41294" y="18044"/>
                      <a:pt x="41159" y="16631"/>
                    </a:cubicBezTo>
                    <a:cubicBezTo>
                      <a:pt x="41025" y="15218"/>
                      <a:pt x="39342" y="13200"/>
                      <a:pt x="39275" y="12897"/>
                    </a:cubicBezTo>
                    <a:cubicBezTo>
                      <a:pt x="39208" y="12594"/>
                      <a:pt x="39410" y="9264"/>
                      <a:pt x="39410" y="9264"/>
                    </a:cubicBezTo>
                    <a:lnTo>
                      <a:pt x="37222" y="6640"/>
                    </a:lnTo>
                    <a:lnTo>
                      <a:pt x="33385" y="4824"/>
                    </a:lnTo>
                    <a:cubicBezTo>
                      <a:pt x="33385" y="4824"/>
                      <a:pt x="31299" y="5059"/>
                      <a:pt x="30626" y="5126"/>
                    </a:cubicBezTo>
                    <a:cubicBezTo>
                      <a:pt x="29986" y="5194"/>
                      <a:pt x="27631" y="5765"/>
                      <a:pt x="27631" y="5765"/>
                    </a:cubicBezTo>
                    <a:lnTo>
                      <a:pt x="22919" y="4016"/>
                    </a:lnTo>
                    <a:lnTo>
                      <a:pt x="18005" y="2267"/>
                    </a:lnTo>
                    <a:cubicBezTo>
                      <a:pt x="18005" y="2267"/>
                      <a:pt x="14875" y="753"/>
                      <a:pt x="14606" y="753"/>
                    </a:cubicBezTo>
                    <a:cubicBezTo>
                      <a:pt x="14337" y="753"/>
                      <a:pt x="8582" y="13"/>
                      <a:pt x="8582" y="13"/>
                    </a:cubicBezTo>
                    <a:cubicBezTo>
                      <a:pt x="8582" y="13"/>
                      <a:pt x="6394" y="148"/>
                      <a:pt x="6125" y="13"/>
                    </a:cubicBezTo>
                    <a:cubicBezTo>
                      <a:pt x="5856" y="-122"/>
                      <a:pt x="2087" y="820"/>
                      <a:pt x="2087" y="820"/>
                    </a:cubicBezTo>
                    <a:lnTo>
                      <a:pt x="0" y="3444"/>
                    </a:lnTo>
                    <a:lnTo>
                      <a:pt x="1245" y="6909"/>
                    </a:lnTo>
                    <a:cubicBezTo>
                      <a:pt x="1245" y="6909"/>
                      <a:pt x="1683" y="9365"/>
                      <a:pt x="1986" y="9600"/>
                    </a:cubicBezTo>
                    <a:cubicBezTo>
                      <a:pt x="2289" y="9802"/>
                      <a:pt x="3668" y="12493"/>
                      <a:pt x="3668" y="12493"/>
                    </a:cubicBezTo>
                    <a:lnTo>
                      <a:pt x="5722" y="13536"/>
                    </a:lnTo>
                    <a:close/>
                  </a:path>
                </a:pathLst>
              </a:custGeom>
              <a:grpFill/>
              <a:ln w="6350" cap="flat">
                <a:solidFill>
                  <a:schemeClr val="bg1"/>
                </a:solidFill>
                <a:prstDash val="solid"/>
                <a:miter/>
              </a:ln>
            </p:spPr>
            <p:txBody>
              <a:bodyPr rtlCol="0" anchor="ctr"/>
              <a:lstStyle/>
              <a:p>
                <a:endParaRPr lang="en-US"/>
              </a:p>
            </p:txBody>
          </p:sp>
          <p:sp>
            <p:nvSpPr>
              <p:cNvPr id="238" name="Freeform 955">
                <a:extLst>
                  <a:ext uri="{FF2B5EF4-FFF2-40B4-BE49-F238E27FC236}">
                    <a16:creationId xmlns:a16="http://schemas.microsoft.com/office/drawing/2014/main" id="{350F512C-B269-0A1C-26A9-D368A7DE74E2}"/>
                  </a:ext>
                </a:extLst>
              </p:cNvPr>
              <p:cNvSpPr/>
              <p:nvPr/>
            </p:nvSpPr>
            <p:spPr>
              <a:xfrm>
                <a:off x="6373630" y="2712733"/>
                <a:ext cx="7605" cy="5786"/>
              </a:xfrm>
              <a:custGeom>
                <a:avLst/>
                <a:gdLst>
                  <a:gd name="connsiteX0" fmla="*/ 1885 w 7605"/>
                  <a:gd name="connsiteY0" fmla="*/ 5786 h 5786"/>
                  <a:gd name="connsiteX1" fmla="*/ 4779 w 7605"/>
                  <a:gd name="connsiteY1" fmla="*/ 5147 h 5786"/>
                  <a:gd name="connsiteX2" fmla="*/ 6293 w 7605"/>
                  <a:gd name="connsiteY2" fmla="*/ 4642 h 5786"/>
                  <a:gd name="connsiteX3" fmla="*/ 7606 w 7605"/>
                  <a:gd name="connsiteY3" fmla="*/ 2456 h 5786"/>
                  <a:gd name="connsiteX4" fmla="*/ 5149 w 7605"/>
                  <a:gd name="connsiteY4" fmla="*/ 0 h 5786"/>
                  <a:gd name="connsiteX5" fmla="*/ 1548 w 7605"/>
                  <a:gd name="connsiteY5" fmla="*/ 572 h 5786"/>
                  <a:gd name="connsiteX6" fmla="*/ 0 w 7605"/>
                  <a:gd name="connsiteY6" fmla="*/ 2388 h 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5" h="5786">
                    <a:moveTo>
                      <a:pt x="1885" y="5786"/>
                    </a:moveTo>
                    <a:lnTo>
                      <a:pt x="4779" y="5147"/>
                    </a:lnTo>
                    <a:lnTo>
                      <a:pt x="6293" y="4642"/>
                    </a:lnTo>
                    <a:lnTo>
                      <a:pt x="7606" y="2456"/>
                    </a:lnTo>
                    <a:lnTo>
                      <a:pt x="5149" y="0"/>
                    </a:lnTo>
                    <a:lnTo>
                      <a:pt x="1548" y="572"/>
                    </a:lnTo>
                    <a:lnTo>
                      <a:pt x="0" y="2388"/>
                    </a:lnTo>
                    <a:close/>
                  </a:path>
                </a:pathLst>
              </a:custGeom>
              <a:grpFill/>
              <a:ln w="6350" cap="flat">
                <a:solidFill>
                  <a:schemeClr val="bg1"/>
                </a:solidFill>
                <a:prstDash val="solid"/>
                <a:miter/>
              </a:ln>
            </p:spPr>
            <p:txBody>
              <a:bodyPr rtlCol="0" anchor="ctr"/>
              <a:lstStyle/>
              <a:p>
                <a:endParaRPr lang="en-US"/>
              </a:p>
            </p:txBody>
          </p:sp>
          <p:sp>
            <p:nvSpPr>
              <p:cNvPr id="239" name="Freeform 956">
                <a:extLst>
                  <a:ext uri="{FF2B5EF4-FFF2-40B4-BE49-F238E27FC236}">
                    <a16:creationId xmlns:a16="http://schemas.microsoft.com/office/drawing/2014/main" id="{7768C783-E6AF-66C0-9B9D-7ADC631C4086}"/>
                  </a:ext>
                </a:extLst>
              </p:cNvPr>
              <p:cNvSpPr/>
              <p:nvPr/>
            </p:nvSpPr>
            <p:spPr>
              <a:xfrm>
                <a:off x="6387630" y="2700993"/>
                <a:ext cx="7605" cy="6727"/>
              </a:xfrm>
              <a:custGeom>
                <a:avLst/>
                <a:gdLst>
                  <a:gd name="connsiteX0" fmla="*/ 3332 w 7605"/>
                  <a:gd name="connsiteY0" fmla="*/ 6728 h 6727"/>
                  <a:gd name="connsiteX1" fmla="*/ 5923 w 7605"/>
                  <a:gd name="connsiteY1" fmla="*/ 5651 h 6727"/>
                  <a:gd name="connsiteX2" fmla="*/ 7606 w 7605"/>
                  <a:gd name="connsiteY2" fmla="*/ 2893 h 6727"/>
                  <a:gd name="connsiteX3" fmla="*/ 5452 w 7605"/>
                  <a:gd name="connsiteY3" fmla="*/ 0 h 6727"/>
                  <a:gd name="connsiteX4" fmla="*/ 2726 w 7605"/>
                  <a:gd name="connsiteY4" fmla="*/ 1009 h 6727"/>
                  <a:gd name="connsiteX5" fmla="*/ 0 w 7605"/>
                  <a:gd name="connsiteY5" fmla="*/ 5012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5" h="6727">
                    <a:moveTo>
                      <a:pt x="3332" y="6728"/>
                    </a:moveTo>
                    <a:lnTo>
                      <a:pt x="5923" y="5651"/>
                    </a:lnTo>
                    <a:lnTo>
                      <a:pt x="7606" y="2893"/>
                    </a:lnTo>
                    <a:lnTo>
                      <a:pt x="5452" y="0"/>
                    </a:lnTo>
                    <a:lnTo>
                      <a:pt x="2726" y="1009"/>
                    </a:lnTo>
                    <a:lnTo>
                      <a:pt x="0" y="5012"/>
                    </a:lnTo>
                    <a:close/>
                  </a:path>
                </a:pathLst>
              </a:custGeom>
              <a:grpFill/>
              <a:ln w="6350" cap="flat">
                <a:solidFill>
                  <a:schemeClr val="bg1"/>
                </a:solidFill>
                <a:prstDash val="solid"/>
                <a:miter/>
              </a:ln>
            </p:spPr>
            <p:txBody>
              <a:bodyPr rtlCol="0" anchor="ctr"/>
              <a:lstStyle/>
              <a:p>
                <a:endParaRPr lang="en-US"/>
              </a:p>
            </p:txBody>
          </p:sp>
          <p:sp>
            <p:nvSpPr>
              <p:cNvPr id="240" name="Freeform 957">
                <a:extLst>
                  <a:ext uri="{FF2B5EF4-FFF2-40B4-BE49-F238E27FC236}">
                    <a16:creationId xmlns:a16="http://schemas.microsoft.com/office/drawing/2014/main" id="{C88331E8-D1F7-195E-16EE-BC1757D31807}"/>
                  </a:ext>
                </a:extLst>
              </p:cNvPr>
              <p:cNvSpPr/>
              <p:nvPr/>
            </p:nvSpPr>
            <p:spPr>
              <a:xfrm>
                <a:off x="6350375" y="2694332"/>
                <a:ext cx="32813" cy="15479"/>
              </a:xfrm>
              <a:custGeom>
                <a:avLst/>
                <a:gdLst>
                  <a:gd name="connsiteX0" fmla="*/ 32510 w 32813"/>
                  <a:gd name="connsiteY0" fmla="*/ 13759 h 15479"/>
                  <a:gd name="connsiteX1" fmla="*/ 29649 w 32813"/>
                  <a:gd name="connsiteY1" fmla="*/ 10327 h 15479"/>
                  <a:gd name="connsiteX2" fmla="*/ 27799 w 32813"/>
                  <a:gd name="connsiteY2" fmla="*/ 7266 h 15479"/>
                  <a:gd name="connsiteX3" fmla="*/ 27799 w 32813"/>
                  <a:gd name="connsiteY3" fmla="*/ 2254 h 15479"/>
                  <a:gd name="connsiteX4" fmla="*/ 27731 w 32813"/>
                  <a:gd name="connsiteY4" fmla="*/ 1446 h 15479"/>
                  <a:gd name="connsiteX5" fmla="*/ 26620 w 32813"/>
                  <a:gd name="connsiteY5" fmla="*/ 0 h 15479"/>
                  <a:gd name="connsiteX6" fmla="*/ 22380 w 32813"/>
                  <a:gd name="connsiteY6" fmla="*/ 1446 h 15479"/>
                  <a:gd name="connsiteX7" fmla="*/ 21101 w 32813"/>
                  <a:gd name="connsiteY7" fmla="*/ 2590 h 15479"/>
                  <a:gd name="connsiteX8" fmla="*/ 18342 w 32813"/>
                  <a:gd name="connsiteY8" fmla="*/ 2153 h 15479"/>
                  <a:gd name="connsiteX9" fmla="*/ 16693 w 32813"/>
                  <a:gd name="connsiteY9" fmla="*/ 1480 h 15479"/>
                  <a:gd name="connsiteX10" fmla="*/ 13394 w 32813"/>
                  <a:gd name="connsiteY10" fmla="*/ 1379 h 15479"/>
                  <a:gd name="connsiteX11" fmla="*/ 9558 w 32813"/>
                  <a:gd name="connsiteY11" fmla="*/ 1379 h 15479"/>
                  <a:gd name="connsiteX12" fmla="*/ 7606 w 32813"/>
                  <a:gd name="connsiteY12" fmla="*/ 3196 h 15479"/>
                  <a:gd name="connsiteX13" fmla="*/ 4375 w 32813"/>
                  <a:gd name="connsiteY13" fmla="*/ 4777 h 15479"/>
                  <a:gd name="connsiteX14" fmla="*/ 0 w 32813"/>
                  <a:gd name="connsiteY14" fmla="*/ 8679 h 15479"/>
                  <a:gd name="connsiteX15" fmla="*/ 0 w 32813"/>
                  <a:gd name="connsiteY15" fmla="*/ 12649 h 15479"/>
                  <a:gd name="connsiteX16" fmla="*/ 3130 w 32813"/>
                  <a:gd name="connsiteY16" fmla="*/ 12783 h 15479"/>
                  <a:gd name="connsiteX17" fmla="*/ 6765 w 32813"/>
                  <a:gd name="connsiteY17" fmla="*/ 12480 h 15479"/>
                  <a:gd name="connsiteX18" fmla="*/ 9962 w 32813"/>
                  <a:gd name="connsiteY18" fmla="*/ 11471 h 15479"/>
                  <a:gd name="connsiteX19" fmla="*/ 15952 w 32813"/>
                  <a:gd name="connsiteY19" fmla="*/ 10597 h 15479"/>
                  <a:gd name="connsiteX20" fmla="*/ 18241 w 32813"/>
                  <a:gd name="connsiteY20" fmla="*/ 10832 h 15479"/>
                  <a:gd name="connsiteX21" fmla="*/ 22178 w 32813"/>
                  <a:gd name="connsiteY21" fmla="*/ 13725 h 15479"/>
                  <a:gd name="connsiteX22" fmla="*/ 26015 w 32813"/>
                  <a:gd name="connsiteY22" fmla="*/ 14667 h 15479"/>
                  <a:gd name="connsiteX23" fmla="*/ 28270 w 32813"/>
                  <a:gd name="connsiteY23" fmla="*/ 14970 h 15479"/>
                  <a:gd name="connsiteX24" fmla="*/ 31299 w 32813"/>
                  <a:gd name="connsiteY24" fmla="*/ 15474 h 15479"/>
                  <a:gd name="connsiteX25" fmla="*/ 32813 w 32813"/>
                  <a:gd name="connsiteY25" fmla="*/ 14398 h 15479"/>
                  <a:gd name="connsiteX26" fmla="*/ 32510 w 32813"/>
                  <a:gd name="connsiteY26" fmla="*/ 13759 h 1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13" h="15479">
                    <a:moveTo>
                      <a:pt x="32510" y="13759"/>
                    </a:moveTo>
                    <a:cubicBezTo>
                      <a:pt x="32443" y="13523"/>
                      <a:pt x="29649" y="10327"/>
                      <a:pt x="29649" y="10327"/>
                    </a:cubicBezTo>
                    <a:lnTo>
                      <a:pt x="27799" y="7266"/>
                    </a:lnTo>
                    <a:lnTo>
                      <a:pt x="27799" y="2254"/>
                    </a:lnTo>
                    <a:lnTo>
                      <a:pt x="27731" y="1446"/>
                    </a:lnTo>
                    <a:lnTo>
                      <a:pt x="26620" y="0"/>
                    </a:lnTo>
                    <a:lnTo>
                      <a:pt x="22380" y="1446"/>
                    </a:lnTo>
                    <a:lnTo>
                      <a:pt x="21101" y="2590"/>
                    </a:lnTo>
                    <a:lnTo>
                      <a:pt x="18342" y="2153"/>
                    </a:lnTo>
                    <a:lnTo>
                      <a:pt x="16693" y="1480"/>
                    </a:lnTo>
                    <a:lnTo>
                      <a:pt x="13394" y="1379"/>
                    </a:lnTo>
                    <a:lnTo>
                      <a:pt x="9558" y="1379"/>
                    </a:lnTo>
                    <a:cubicBezTo>
                      <a:pt x="9558" y="1379"/>
                      <a:pt x="7673" y="2893"/>
                      <a:pt x="7606" y="3196"/>
                    </a:cubicBezTo>
                    <a:cubicBezTo>
                      <a:pt x="7539" y="3498"/>
                      <a:pt x="4678" y="4440"/>
                      <a:pt x="4375" y="4777"/>
                    </a:cubicBezTo>
                    <a:cubicBezTo>
                      <a:pt x="4106" y="5147"/>
                      <a:pt x="0" y="8679"/>
                      <a:pt x="0" y="8679"/>
                    </a:cubicBezTo>
                    <a:lnTo>
                      <a:pt x="0" y="12649"/>
                    </a:lnTo>
                    <a:lnTo>
                      <a:pt x="3130" y="12783"/>
                    </a:lnTo>
                    <a:lnTo>
                      <a:pt x="6765" y="12480"/>
                    </a:lnTo>
                    <a:lnTo>
                      <a:pt x="9962" y="11471"/>
                    </a:lnTo>
                    <a:lnTo>
                      <a:pt x="15952" y="10597"/>
                    </a:lnTo>
                    <a:lnTo>
                      <a:pt x="18241" y="10832"/>
                    </a:lnTo>
                    <a:lnTo>
                      <a:pt x="22178" y="13725"/>
                    </a:lnTo>
                    <a:cubicBezTo>
                      <a:pt x="22178" y="13725"/>
                      <a:pt x="25745" y="14667"/>
                      <a:pt x="26015" y="14667"/>
                    </a:cubicBezTo>
                    <a:cubicBezTo>
                      <a:pt x="26318" y="14667"/>
                      <a:pt x="28270" y="14970"/>
                      <a:pt x="28270" y="14970"/>
                    </a:cubicBezTo>
                    <a:cubicBezTo>
                      <a:pt x="28270" y="14970"/>
                      <a:pt x="31097" y="15541"/>
                      <a:pt x="31299" y="15474"/>
                    </a:cubicBezTo>
                    <a:cubicBezTo>
                      <a:pt x="31534" y="15407"/>
                      <a:pt x="32813" y="14398"/>
                      <a:pt x="32813" y="14398"/>
                    </a:cubicBezTo>
                    <a:lnTo>
                      <a:pt x="32510" y="13759"/>
                    </a:lnTo>
                    <a:close/>
                  </a:path>
                </a:pathLst>
              </a:custGeom>
              <a:grpFill/>
              <a:ln w="6350" cap="flat">
                <a:solidFill>
                  <a:schemeClr val="bg1"/>
                </a:solidFill>
                <a:prstDash val="solid"/>
                <a:miter/>
              </a:ln>
            </p:spPr>
            <p:txBody>
              <a:bodyPr rtlCol="0" anchor="ctr"/>
              <a:lstStyle/>
              <a:p>
                <a:endParaRPr lang="en-US"/>
              </a:p>
            </p:txBody>
          </p:sp>
          <p:sp>
            <p:nvSpPr>
              <p:cNvPr id="241" name="Freeform 958">
                <a:extLst>
                  <a:ext uri="{FF2B5EF4-FFF2-40B4-BE49-F238E27FC236}">
                    <a16:creationId xmlns:a16="http://schemas.microsoft.com/office/drawing/2014/main" id="{F48EE8B1-CA2E-EE90-ABF4-7872FC31C2F2}"/>
                  </a:ext>
                </a:extLst>
              </p:cNvPr>
              <p:cNvSpPr/>
              <p:nvPr/>
            </p:nvSpPr>
            <p:spPr>
              <a:xfrm>
                <a:off x="6397323" y="2737492"/>
                <a:ext cx="5721" cy="12379"/>
              </a:xfrm>
              <a:custGeom>
                <a:avLst/>
                <a:gdLst>
                  <a:gd name="connsiteX0" fmla="*/ 0 w 5721"/>
                  <a:gd name="connsiteY0" fmla="*/ 9486 h 12379"/>
                  <a:gd name="connsiteX1" fmla="*/ 0 w 5721"/>
                  <a:gd name="connsiteY1" fmla="*/ 6021 h 12379"/>
                  <a:gd name="connsiteX2" fmla="*/ 0 w 5721"/>
                  <a:gd name="connsiteY2" fmla="*/ 2557 h 12379"/>
                  <a:gd name="connsiteX3" fmla="*/ 1750 w 5721"/>
                  <a:gd name="connsiteY3" fmla="*/ 1177 h 12379"/>
                  <a:gd name="connsiteX4" fmla="*/ 3904 w 5721"/>
                  <a:gd name="connsiteY4" fmla="*/ 0 h 12379"/>
                  <a:gd name="connsiteX5" fmla="*/ 4409 w 5721"/>
                  <a:gd name="connsiteY5" fmla="*/ 1682 h 12379"/>
                  <a:gd name="connsiteX6" fmla="*/ 5217 w 5721"/>
                  <a:gd name="connsiteY6" fmla="*/ 3902 h 12379"/>
                  <a:gd name="connsiteX7" fmla="*/ 5217 w 5721"/>
                  <a:gd name="connsiteY7" fmla="*/ 6021 h 12379"/>
                  <a:gd name="connsiteX8" fmla="*/ 5217 w 5721"/>
                  <a:gd name="connsiteY8" fmla="*/ 9486 h 12379"/>
                  <a:gd name="connsiteX9" fmla="*/ 5721 w 5721"/>
                  <a:gd name="connsiteY9" fmla="*/ 12043 h 12379"/>
                  <a:gd name="connsiteX10" fmla="*/ 3029 w 5721"/>
                  <a:gd name="connsiteY10" fmla="*/ 12379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1" h="12379">
                    <a:moveTo>
                      <a:pt x="0" y="9486"/>
                    </a:moveTo>
                    <a:lnTo>
                      <a:pt x="0" y="6021"/>
                    </a:lnTo>
                    <a:lnTo>
                      <a:pt x="0" y="2557"/>
                    </a:lnTo>
                    <a:lnTo>
                      <a:pt x="1750" y="1177"/>
                    </a:lnTo>
                    <a:lnTo>
                      <a:pt x="3904" y="0"/>
                    </a:lnTo>
                    <a:lnTo>
                      <a:pt x="4409" y="1682"/>
                    </a:lnTo>
                    <a:lnTo>
                      <a:pt x="5217" y="3902"/>
                    </a:lnTo>
                    <a:lnTo>
                      <a:pt x="5217" y="6021"/>
                    </a:lnTo>
                    <a:lnTo>
                      <a:pt x="5217" y="9486"/>
                    </a:lnTo>
                    <a:lnTo>
                      <a:pt x="5721" y="12043"/>
                    </a:lnTo>
                    <a:lnTo>
                      <a:pt x="3029" y="12379"/>
                    </a:lnTo>
                    <a:close/>
                  </a:path>
                </a:pathLst>
              </a:custGeom>
              <a:grpFill/>
              <a:ln w="6350" cap="flat">
                <a:solidFill>
                  <a:schemeClr val="bg1"/>
                </a:solidFill>
                <a:prstDash val="solid"/>
                <a:miter/>
              </a:ln>
            </p:spPr>
            <p:txBody>
              <a:bodyPr rtlCol="0" anchor="ctr"/>
              <a:lstStyle/>
              <a:p>
                <a:endParaRPr lang="en-US"/>
              </a:p>
            </p:txBody>
          </p:sp>
          <p:sp>
            <p:nvSpPr>
              <p:cNvPr id="242" name="Freeform 959">
                <a:extLst>
                  <a:ext uri="{FF2B5EF4-FFF2-40B4-BE49-F238E27FC236}">
                    <a16:creationId xmlns:a16="http://schemas.microsoft.com/office/drawing/2014/main" id="{1ECBD00A-0ED7-784B-E5D3-485AEA2282DA}"/>
                  </a:ext>
                </a:extLst>
              </p:cNvPr>
              <p:cNvSpPr/>
              <p:nvPr/>
            </p:nvSpPr>
            <p:spPr>
              <a:xfrm>
                <a:off x="6390357" y="2746676"/>
                <a:ext cx="4408" cy="3811"/>
              </a:xfrm>
              <a:custGeom>
                <a:avLst/>
                <a:gdLst>
                  <a:gd name="connsiteX0" fmla="*/ 0 w 4408"/>
                  <a:gd name="connsiteY0" fmla="*/ 2691 h 3811"/>
                  <a:gd name="connsiteX1" fmla="*/ 2995 w 4408"/>
                  <a:gd name="connsiteY1" fmla="*/ 3768 h 3811"/>
                  <a:gd name="connsiteX2" fmla="*/ 4409 w 4408"/>
                  <a:gd name="connsiteY2" fmla="*/ 2691 h 3811"/>
                  <a:gd name="connsiteX3" fmla="*/ 3365 w 4408"/>
                  <a:gd name="connsiteY3" fmla="*/ 0 h 3811"/>
                  <a:gd name="connsiteX4" fmla="*/ 0 w 4408"/>
                  <a:gd name="connsiteY4" fmla="*/ 1144 h 3811"/>
                  <a:gd name="connsiteX5" fmla="*/ 0 w 4408"/>
                  <a:gd name="connsiteY5" fmla="*/ 2691 h 3811"/>
                  <a:gd name="connsiteX6" fmla="*/ 0 w 4408"/>
                  <a:gd name="connsiteY6" fmla="*/ 2691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8" h="3811">
                    <a:moveTo>
                      <a:pt x="0" y="2691"/>
                    </a:moveTo>
                    <a:cubicBezTo>
                      <a:pt x="0" y="2691"/>
                      <a:pt x="2995" y="4070"/>
                      <a:pt x="2995" y="3768"/>
                    </a:cubicBezTo>
                    <a:cubicBezTo>
                      <a:pt x="2995" y="3465"/>
                      <a:pt x="4409" y="2691"/>
                      <a:pt x="4409" y="2691"/>
                    </a:cubicBezTo>
                    <a:lnTo>
                      <a:pt x="3365" y="0"/>
                    </a:lnTo>
                    <a:lnTo>
                      <a:pt x="0" y="1144"/>
                    </a:lnTo>
                    <a:lnTo>
                      <a:pt x="0" y="2691"/>
                    </a:lnTo>
                    <a:lnTo>
                      <a:pt x="0" y="2691"/>
                    </a:lnTo>
                    <a:close/>
                  </a:path>
                </a:pathLst>
              </a:custGeom>
              <a:grpFill/>
              <a:ln w="6350" cap="flat">
                <a:solidFill>
                  <a:schemeClr val="bg1"/>
                </a:solidFill>
                <a:prstDash val="solid"/>
                <a:miter/>
              </a:ln>
            </p:spPr>
            <p:txBody>
              <a:bodyPr rtlCol="0" anchor="ctr"/>
              <a:lstStyle/>
              <a:p>
                <a:endParaRPr lang="en-US"/>
              </a:p>
            </p:txBody>
          </p:sp>
          <p:sp>
            <p:nvSpPr>
              <p:cNvPr id="243" name="Freeform 960">
                <a:extLst>
                  <a:ext uri="{FF2B5EF4-FFF2-40B4-BE49-F238E27FC236}">
                    <a16:creationId xmlns:a16="http://schemas.microsoft.com/office/drawing/2014/main" id="{CF1B0485-0879-F3AD-1A48-1572FB7861AA}"/>
                  </a:ext>
                </a:extLst>
              </p:cNvPr>
              <p:cNvSpPr/>
              <p:nvPr/>
            </p:nvSpPr>
            <p:spPr>
              <a:xfrm>
                <a:off x="6386890" y="2754211"/>
                <a:ext cx="9973" cy="11673"/>
              </a:xfrm>
              <a:custGeom>
                <a:avLst/>
                <a:gdLst>
                  <a:gd name="connsiteX0" fmla="*/ 2726 w 9973"/>
                  <a:gd name="connsiteY0" fmla="*/ 841 h 11673"/>
                  <a:gd name="connsiteX1" fmla="*/ 1413 w 9973"/>
                  <a:gd name="connsiteY1" fmla="*/ 4070 h 11673"/>
                  <a:gd name="connsiteX2" fmla="*/ 0 w 9973"/>
                  <a:gd name="connsiteY2" fmla="*/ 6089 h 11673"/>
                  <a:gd name="connsiteX3" fmla="*/ 0 w 9973"/>
                  <a:gd name="connsiteY3" fmla="*/ 8410 h 11673"/>
                  <a:gd name="connsiteX4" fmla="*/ 1851 w 9973"/>
                  <a:gd name="connsiteY4" fmla="*/ 11034 h 11673"/>
                  <a:gd name="connsiteX5" fmla="*/ 4342 w 9973"/>
                  <a:gd name="connsiteY5" fmla="*/ 11673 h 11673"/>
                  <a:gd name="connsiteX6" fmla="*/ 5923 w 9973"/>
                  <a:gd name="connsiteY6" fmla="*/ 10933 h 11673"/>
                  <a:gd name="connsiteX7" fmla="*/ 7707 w 9973"/>
                  <a:gd name="connsiteY7" fmla="*/ 10193 h 11673"/>
                  <a:gd name="connsiteX8" fmla="*/ 9053 w 9973"/>
                  <a:gd name="connsiteY8" fmla="*/ 8107 h 11673"/>
                  <a:gd name="connsiteX9" fmla="*/ 9962 w 9973"/>
                  <a:gd name="connsiteY9" fmla="*/ 5786 h 11673"/>
                  <a:gd name="connsiteX10" fmla="*/ 7740 w 9973"/>
                  <a:gd name="connsiteY10" fmla="*/ 2456 h 11673"/>
                  <a:gd name="connsiteX11" fmla="*/ 5587 w 9973"/>
                  <a:gd name="connsiteY11" fmla="*/ 437 h 11673"/>
                  <a:gd name="connsiteX12" fmla="*/ 3702 w 9973"/>
                  <a:gd name="connsiteY12" fmla="*/ 0 h 11673"/>
                  <a:gd name="connsiteX13" fmla="*/ 2726 w 9973"/>
                  <a:gd name="connsiteY13" fmla="*/ 841 h 1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73" h="11673">
                    <a:moveTo>
                      <a:pt x="2726" y="841"/>
                    </a:moveTo>
                    <a:lnTo>
                      <a:pt x="1413" y="4070"/>
                    </a:lnTo>
                    <a:lnTo>
                      <a:pt x="0" y="6089"/>
                    </a:lnTo>
                    <a:lnTo>
                      <a:pt x="0" y="8410"/>
                    </a:lnTo>
                    <a:lnTo>
                      <a:pt x="1851" y="11034"/>
                    </a:lnTo>
                    <a:lnTo>
                      <a:pt x="4342" y="11673"/>
                    </a:lnTo>
                    <a:lnTo>
                      <a:pt x="5923" y="10933"/>
                    </a:lnTo>
                    <a:cubicBezTo>
                      <a:pt x="5923" y="10933"/>
                      <a:pt x="7471" y="10294"/>
                      <a:pt x="7707" y="10193"/>
                    </a:cubicBezTo>
                    <a:cubicBezTo>
                      <a:pt x="7909" y="10126"/>
                      <a:pt x="9053" y="8376"/>
                      <a:pt x="9053" y="8107"/>
                    </a:cubicBezTo>
                    <a:cubicBezTo>
                      <a:pt x="9053" y="7804"/>
                      <a:pt x="10096" y="6089"/>
                      <a:pt x="9962" y="5786"/>
                    </a:cubicBezTo>
                    <a:cubicBezTo>
                      <a:pt x="9827" y="5483"/>
                      <a:pt x="7740" y="2456"/>
                      <a:pt x="7740" y="2456"/>
                    </a:cubicBezTo>
                    <a:lnTo>
                      <a:pt x="5587" y="437"/>
                    </a:lnTo>
                    <a:lnTo>
                      <a:pt x="3702" y="0"/>
                    </a:lnTo>
                    <a:lnTo>
                      <a:pt x="2726" y="841"/>
                    </a:lnTo>
                    <a:close/>
                  </a:path>
                </a:pathLst>
              </a:custGeom>
              <a:grpFill/>
              <a:ln w="6350" cap="flat">
                <a:solidFill>
                  <a:schemeClr val="bg1"/>
                </a:solidFill>
                <a:prstDash val="solid"/>
                <a:miter/>
              </a:ln>
            </p:spPr>
            <p:txBody>
              <a:bodyPr rtlCol="0" anchor="ctr"/>
              <a:lstStyle/>
              <a:p>
                <a:endParaRPr lang="en-US"/>
              </a:p>
            </p:txBody>
          </p:sp>
          <p:sp>
            <p:nvSpPr>
              <p:cNvPr id="244" name="Freeform 961">
                <a:extLst>
                  <a:ext uri="{FF2B5EF4-FFF2-40B4-BE49-F238E27FC236}">
                    <a16:creationId xmlns:a16="http://schemas.microsoft.com/office/drawing/2014/main" id="{25DB45A4-7AF5-C7DE-55EF-4E0297494327}"/>
                  </a:ext>
                </a:extLst>
              </p:cNvPr>
              <p:cNvSpPr/>
              <p:nvPr/>
            </p:nvSpPr>
            <p:spPr>
              <a:xfrm>
                <a:off x="6369457" y="2761141"/>
                <a:ext cx="13933" cy="13893"/>
              </a:xfrm>
              <a:custGeom>
                <a:avLst/>
                <a:gdLst>
                  <a:gd name="connsiteX0" fmla="*/ 4712 w 13933"/>
                  <a:gd name="connsiteY0" fmla="*/ 0 h 13893"/>
                  <a:gd name="connsiteX1" fmla="*/ 7942 w 13933"/>
                  <a:gd name="connsiteY1" fmla="*/ 1144 h 13893"/>
                  <a:gd name="connsiteX2" fmla="*/ 10029 w 13933"/>
                  <a:gd name="connsiteY2" fmla="*/ 3633 h 13893"/>
                  <a:gd name="connsiteX3" fmla="*/ 11880 w 13933"/>
                  <a:gd name="connsiteY3" fmla="*/ 6392 h 13893"/>
                  <a:gd name="connsiteX4" fmla="*/ 13933 w 13933"/>
                  <a:gd name="connsiteY4" fmla="*/ 9722 h 13893"/>
                  <a:gd name="connsiteX5" fmla="*/ 13933 w 13933"/>
                  <a:gd name="connsiteY5" fmla="*/ 11909 h 13893"/>
                  <a:gd name="connsiteX6" fmla="*/ 13125 w 13933"/>
                  <a:gd name="connsiteY6" fmla="*/ 13591 h 13893"/>
                  <a:gd name="connsiteX7" fmla="*/ 11039 w 13933"/>
                  <a:gd name="connsiteY7" fmla="*/ 13893 h 13893"/>
                  <a:gd name="connsiteX8" fmla="*/ 8212 w 13933"/>
                  <a:gd name="connsiteY8" fmla="*/ 13153 h 13893"/>
                  <a:gd name="connsiteX9" fmla="*/ 6428 w 13933"/>
                  <a:gd name="connsiteY9" fmla="*/ 10765 h 13893"/>
                  <a:gd name="connsiteX10" fmla="*/ 3669 w 13933"/>
                  <a:gd name="connsiteY10" fmla="*/ 7939 h 13893"/>
                  <a:gd name="connsiteX11" fmla="*/ 0 w 13933"/>
                  <a:gd name="connsiteY11" fmla="*/ 4743 h 13893"/>
                  <a:gd name="connsiteX12" fmla="*/ 741 w 13933"/>
                  <a:gd name="connsiteY12" fmla="*/ 2557 h 13893"/>
                  <a:gd name="connsiteX13" fmla="*/ 2322 w 13933"/>
                  <a:gd name="connsiteY13" fmla="*/ 471 h 13893"/>
                  <a:gd name="connsiteX14" fmla="*/ 4712 w 13933"/>
                  <a:gd name="connsiteY14" fmla="*/ 0 h 1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33" h="13893">
                    <a:moveTo>
                      <a:pt x="4712" y="0"/>
                    </a:moveTo>
                    <a:lnTo>
                      <a:pt x="7942" y="1144"/>
                    </a:lnTo>
                    <a:lnTo>
                      <a:pt x="10029" y="3633"/>
                    </a:lnTo>
                    <a:lnTo>
                      <a:pt x="11880" y="6392"/>
                    </a:lnTo>
                    <a:lnTo>
                      <a:pt x="13933" y="9722"/>
                    </a:lnTo>
                    <a:lnTo>
                      <a:pt x="13933" y="11909"/>
                    </a:lnTo>
                    <a:lnTo>
                      <a:pt x="13125" y="13591"/>
                    </a:lnTo>
                    <a:lnTo>
                      <a:pt x="11039" y="13893"/>
                    </a:lnTo>
                    <a:lnTo>
                      <a:pt x="8212" y="13153"/>
                    </a:lnTo>
                    <a:cubicBezTo>
                      <a:pt x="8212" y="13153"/>
                      <a:pt x="6428" y="10967"/>
                      <a:pt x="6428" y="10765"/>
                    </a:cubicBezTo>
                    <a:cubicBezTo>
                      <a:pt x="6428" y="10563"/>
                      <a:pt x="3870" y="8074"/>
                      <a:pt x="3669" y="7939"/>
                    </a:cubicBezTo>
                    <a:cubicBezTo>
                      <a:pt x="3467" y="7804"/>
                      <a:pt x="0" y="4743"/>
                      <a:pt x="0" y="4743"/>
                    </a:cubicBezTo>
                    <a:cubicBezTo>
                      <a:pt x="0" y="4743"/>
                      <a:pt x="505" y="2725"/>
                      <a:pt x="741" y="2557"/>
                    </a:cubicBezTo>
                    <a:cubicBezTo>
                      <a:pt x="942" y="2422"/>
                      <a:pt x="2322" y="471"/>
                      <a:pt x="2322" y="471"/>
                    </a:cubicBezTo>
                    <a:lnTo>
                      <a:pt x="4712" y="0"/>
                    </a:lnTo>
                    <a:close/>
                  </a:path>
                </a:pathLst>
              </a:custGeom>
              <a:grpFill/>
              <a:ln w="6350" cap="flat">
                <a:solidFill>
                  <a:schemeClr val="bg1"/>
                </a:solidFill>
                <a:prstDash val="solid"/>
                <a:miter/>
              </a:ln>
            </p:spPr>
            <p:txBody>
              <a:bodyPr rtlCol="0" anchor="ctr"/>
              <a:lstStyle/>
              <a:p>
                <a:endParaRPr lang="en-US"/>
              </a:p>
            </p:txBody>
          </p:sp>
          <p:sp>
            <p:nvSpPr>
              <p:cNvPr id="245" name="Freeform 962">
                <a:extLst>
                  <a:ext uri="{FF2B5EF4-FFF2-40B4-BE49-F238E27FC236}">
                    <a16:creationId xmlns:a16="http://schemas.microsoft.com/office/drawing/2014/main" id="{2034FBAB-6257-0028-3337-517CB87DD9AE}"/>
                  </a:ext>
                </a:extLst>
              </p:cNvPr>
              <p:cNvSpPr/>
              <p:nvPr/>
            </p:nvSpPr>
            <p:spPr>
              <a:xfrm>
                <a:off x="6383860" y="2679295"/>
                <a:ext cx="13462" cy="7737"/>
              </a:xfrm>
              <a:custGeom>
                <a:avLst/>
                <a:gdLst>
                  <a:gd name="connsiteX0" fmla="*/ 5251 w 13462"/>
                  <a:gd name="connsiteY0" fmla="*/ 6257 h 7737"/>
                  <a:gd name="connsiteX1" fmla="*/ 10367 w 13462"/>
                  <a:gd name="connsiteY1" fmla="*/ 7737 h 7737"/>
                  <a:gd name="connsiteX2" fmla="*/ 13463 w 13462"/>
                  <a:gd name="connsiteY2" fmla="*/ 7737 h 7737"/>
                  <a:gd name="connsiteX3" fmla="*/ 13463 w 13462"/>
                  <a:gd name="connsiteY3" fmla="*/ 5349 h 7737"/>
                  <a:gd name="connsiteX4" fmla="*/ 13463 w 13462"/>
                  <a:gd name="connsiteY4" fmla="*/ 3398 h 7737"/>
                  <a:gd name="connsiteX5" fmla="*/ 12218 w 13462"/>
                  <a:gd name="connsiteY5" fmla="*/ 1514 h 7737"/>
                  <a:gd name="connsiteX6" fmla="*/ 7742 w 13462"/>
                  <a:gd name="connsiteY6" fmla="*/ 0 h 7737"/>
                  <a:gd name="connsiteX7" fmla="*/ 3165 w 13462"/>
                  <a:gd name="connsiteY7" fmla="*/ 1144 h 7737"/>
                  <a:gd name="connsiteX8" fmla="*/ 1 w 13462"/>
                  <a:gd name="connsiteY8" fmla="*/ 2994 h 7737"/>
                  <a:gd name="connsiteX9" fmla="*/ 3165 w 13462"/>
                  <a:gd name="connsiteY9" fmla="*/ 5719 h 7737"/>
                  <a:gd name="connsiteX10" fmla="*/ 5251 w 13462"/>
                  <a:gd name="connsiteY10" fmla="*/ 625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2" h="7737">
                    <a:moveTo>
                      <a:pt x="5251" y="6257"/>
                    </a:moveTo>
                    <a:lnTo>
                      <a:pt x="10367" y="7737"/>
                    </a:lnTo>
                    <a:lnTo>
                      <a:pt x="13463" y="7737"/>
                    </a:lnTo>
                    <a:lnTo>
                      <a:pt x="13463" y="5349"/>
                    </a:lnTo>
                    <a:lnTo>
                      <a:pt x="13463" y="3398"/>
                    </a:lnTo>
                    <a:lnTo>
                      <a:pt x="12218" y="1514"/>
                    </a:lnTo>
                    <a:lnTo>
                      <a:pt x="7742" y="0"/>
                    </a:lnTo>
                    <a:cubicBezTo>
                      <a:pt x="7742" y="0"/>
                      <a:pt x="3400" y="1076"/>
                      <a:pt x="3165" y="1144"/>
                    </a:cubicBezTo>
                    <a:cubicBezTo>
                      <a:pt x="2963" y="1211"/>
                      <a:pt x="-66" y="2153"/>
                      <a:pt x="1" y="2994"/>
                    </a:cubicBezTo>
                    <a:cubicBezTo>
                      <a:pt x="68" y="3835"/>
                      <a:pt x="3165" y="5719"/>
                      <a:pt x="3165" y="5719"/>
                    </a:cubicBezTo>
                    <a:lnTo>
                      <a:pt x="5251" y="6257"/>
                    </a:lnTo>
                    <a:close/>
                  </a:path>
                </a:pathLst>
              </a:custGeom>
              <a:grpFill/>
              <a:ln w="6350" cap="flat">
                <a:solidFill>
                  <a:schemeClr val="bg1"/>
                </a:solidFill>
                <a:prstDash val="solid"/>
                <a:miter/>
              </a:ln>
            </p:spPr>
            <p:txBody>
              <a:bodyPr rtlCol="0" anchor="ctr"/>
              <a:lstStyle/>
              <a:p>
                <a:endParaRPr lang="en-US"/>
              </a:p>
            </p:txBody>
          </p:sp>
          <p:sp>
            <p:nvSpPr>
              <p:cNvPr id="246" name="Freeform 963">
                <a:extLst>
                  <a:ext uri="{FF2B5EF4-FFF2-40B4-BE49-F238E27FC236}">
                    <a16:creationId xmlns:a16="http://schemas.microsoft.com/office/drawing/2014/main" id="{5080BF36-7BAD-02F9-7032-882A421FE0BA}"/>
                  </a:ext>
                </a:extLst>
              </p:cNvPr>
              <p:cNvSpPr/>
              <p:nvPr/>
            </p:nvSpPr>
            <p:spPr>
              <a:xfrm>
                <a:off x="6293506" y="2985046"/>
                <a:ext cx="6636" cy="17013"/>
              </a:xfrm>
              <a:custGeom>
                <a:avLst/>
                <a:gdLst>
                  <a:gd name="connsiteX0" fmla="*/ 4637 w 6636"/>
                  <a:gd name="connsiteY0" fmla="*/ 0 h 17013"/>
                  <a:gd name="connsiteX1" fmla="*/ 2584 w 6636"/>
                  <a:gd name="connsiteY1" fmla="*/ 6055 h 17013"/>
                  <a:gd name="connsiteX2" fmla="*/ 26 w 6636"/>
                  <a:gd name="connsiteY2" fmla="*/ 11337 h 17013"/>
                  <a:gd name="connsiteX3" fmla="*/ 1439 w 6636"/>
                  <a:gd name="connsiteY3" fmla="*/ 16652 h 17013"/>
                  <a:gd name="connsiteX4" fmla="*/ 6420 w 6636"/>
                  <a:gd name="connsiteY4" fmla="*/ 16618 h 17013"/>
                  <a:gd name="connsiteX5" fmla="*/ 6353 w 6636"/>
                  <a:gd name="connsiteY5" fmla="*/ 12682 h 17013"/>
                  <a:gd name="connsiteX6" fmla="*/ 6454 w 6636"/>
                  <a:gd name="connsiteY6" fmla="*/ 10058 h 17013"/>
                  <a:gd name="connsiteX7" fmla="*/ 6454 w 6636"/>
                  <a:gd name="connsiteY7" fmla="*/ 5281 h 17013"/>
                  <a:gd name="connsiteX8" fmla="*/ 4637 w 6636"/>
                  <a:gd name="connsiteY8" fmla="*/ 0 h 1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6" h="17013">
                    <a:moveTo>
                      <a:pt x="4637" y="0"/>
                    </a:moveTo>
                    <a:lnTo>
                      <a:pt x="2584" y="6055"/>
                    </a:lnTo>
                    <a:lnTo>
                      <a:pt x="26" y="11337"/>
                    </a:lnTo>
                    <a:cubicBezTo>
                      <a:pt x="26" y="11337"/>
                      <a:pt x="-311" y="16214"/>
                      <a:pt x="1439" y="16652"/>
                    </a:cubicBezTo>
                    <a:cubicBezTo>
                      <a:pt x="3189" y="17089"/>
                      <a:pt x="6286" y="17190"/>
                      <a:pt x="6420" y="16618"/>
                    </a:cubicBezTo>
                    <a:cubicBezTo>
                      <a:pt x="6555" y="16046"/>
                      <a:pt x="5781" y="13994"/>
                      <a:pt x="6353" y="12682"/>
                    </a:cubicBezTo>
                    <a:cubicBezTo>
                      <a:pt x="6925" y="11370"/>
                      <a:pt x="6454" y="11068"/>
                      <a:pt x="6454" y="10058"/>
                    </a:cubicBezTo>
                    <a:cubicBezTo>
                      <a:pt x="6454" y="9049"/>
                      <a:pt x="6454" y="5281"/>
                      <a:pt x="6454" y="5281"/>
                    </a:cubicBezTo>
                    <a:lnTo>
                      <a:pt x="4637" y="0"/>
                    </a:lnTo>
                    <a:close/>
                  </a:path>
                </a:pathLst>
              </a:custGeom>
              <a:grpFill/>
              <a:ln w="6350" cap="flat">
                <a:solidFill>
                  <a:schemeClr val="bg1"/>
                </a:solidFill>
                <a:prstDash val="solid"/>
                <a:miter/>
              </a:ln>
            </p:spPr>
            <p:txBody>
              <a:bodyPr rtlCol="0" anchor="ctr"/>
              <a:lstStyle/>
              <a:p>
                <a:endParaRPr lang="en-US"/>
              </a:p>
            </p:txBody>
          </p:sp>
          <p:sp>
            <p:nvSpPr>
              <p:cNvPr id="247" name="Freeform 964">
                <a:extLst>
                  <a:ext uri="{FF2B5EF4-FFF2-40B4-BE49-F238E27FC236}">
                    <a16:creationId xmlns:a16="http://schemas.microsoft.com/office/drawing/2014/main" id="{F258DD4F-E641-582D-B030-DADA47001616}"/>
                  </a:ext>
                </a:extLst>
              </p:cNvPr>
              <p:cNvSpPr/>
              <p:nvPr/>
            </p:nvSpPr>
            <p:spPr>
              <a:xfrm>
                <a:off x="6303999" y="2993355"/>
                <a:ext cx="8514" cy="10024"/>
              </a:xfrm>
              <a:custGeom>
                <a:avLst/>
                <a:gdLst>
                  <a:gd name="connsiteX0" fmla="*/ 1009 w 8514"/>
                  <a:gd name="connsiteY0" fmla="*/ 1615 h 10024"/>
                  <a:gd name="connsiteX1" fmla="*/ 0 w 8514"/>
                  <a:gd name="connsiteY1" fmla="*/ 6257 h 10024"/>
                  <a:gd name="connsiteX2" fmla="*/ 2591 w 8514"/>
                  <a:gd name="connsiteY2" fmla="*/ 10025 h 10024"/>
                  <a:gd name="connsiteX3" fmla="*/ 5486 w 8514"/>
                  <a:gd name="connsiteY3" fmla="*/ 10025 h 10024"/>
                  <a:gd name="connsiteX4" fmla="*/ 8515 w 8514"/>
                  <a:gd name="connsiteY4" fmla="*/ 3633 h 10024"/>
                  <a:gd name="connsiteX5" fmla="*/ 4241 w 8514"/>
                  <a:gd name="connsiteY5" fmla="*/ 0 h 10024"/>
                  <a:gd name="connsiteX6" fmla="*/ 1009 w 8514"/>
                  <a:gd name="connsiteY6" fmla="*/ 1615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4" h="10024">
                    <a:moveTo>
                      <a:pt x="1009" y="1615"/>
                    </a:moveTo>
                    <a:lnTo>
                      <a:pt x="0" y="6257"/>
                    </a:lnTo>
                    <a:cubicBezTo>
                      <a:pt x="0" y="6257"/>
                      <a:pt x="2188" y="10025"/>
                      <a:pt x="2591" y="10025"/>
                    </a:cubicBezTo>
                    <a:cubicBezTo>
                      <a:pt x="3029" y="10025"/>
                      <a:pt x="5486" y="10025"/>
                      <a:pt x="5486" y="10025"/>
                    </a:cubicBezTo>
                    <a:lnTo>
                      <a:pt x="8515" y="3633"/>
                    </a:lnTo>
                    <a:lnTo>
                      <a:pt x="4241" y="0"/>
                    </a:lnTo>
                    <a:lnTo>
                      <a:pt x="1009" y="1615"/>
                    </a:lnTo>
                    <a:close/>
                  </a:path>
                </a:pathLst>
              </a:custGeom>
              <a:grpFill/>
              <a:ln w="6350" cap="flat">
                <a:solidFill>
                  <a:schemeClr val="bg1"/>
                </a:solidFill>
                <a:prstDash val="solid"/>
                <a:miter/>
              </a:ln>
            </p:spPr>
            <p:txBody>
              <a:bodyPr rtlCol="0" anchor="ctr"/>
              <a:lstStyle/>
              <a:p>
                <a:endParaRPr lang="en-US"/>
              </a:p>
            </p:txBody>
          </p:sp>
        </p:grpSp>
        <p:grpSp>
          <p:nvGrpSpPr>
            <p:cNvPr id="169" name="Graphic 11">
              <a:extLst>
                <a:ext uri="{FF2B5EF4-FFF2-40B4-BE49-F238E27FC236}">
                  <a16:creationId xmlns:a16="http://schemas.microsoft.com/office/drawing/2014/main" id="{A828EDEA-F069-B94C-126E-E8E20F69B095}"/>
                </a:ext>
              </a:extLst>
            </p:cNvPr>
            <p:cNvGrpSpPr/>
            <p:nvPr/>
          </p:nvGrpSpPr>
          <p:grpSpPr>
            <a:xfrm>
              <a:off x="8062252" y="3205115"/>
              <a:ext cx="235051" cy="285269"/>
              <a:chOff x="5786997" y="2961498"/>
              <a:chExt cx="451274" cy="547687"/>
            </a:xfrm>
            <a:grpFill/>
          </p:grpSpPr>
          <p:sp>
            <p:nvSpPr>
              <p:cNvPr id="227" name="Freeform 944">
                <a:extLst>
                  <a:ext uri="{FF2B5EF4-FFF2-40B4-BE49-F238E27FC236}">
                    <a16:creationId xmlns:a16="http://schemas.microsoft.com/office/drawing/2014/main" id="{DA7A22D1-F418-C4CE-CCB2-E9DD10A43B21}"/>
                  </a:ext>
                </a:extLst>
              </p:cNvPr>
              <p:cNvSpPr/>
              <p:nvPr/>
            </p:nvSpPr>
            <p:spPr>
              <a:xfrm>
                <a:off x="5786997" y="2961498"/>
                <a:ext cx="451274" cy="536619"/>
              </a:xfrm>
              <a:custGeom>
                <a:avLst/>
                <a:gdLst>
                  <a:gd name="connsiteX0" fmla="*/ 451005 w 451274"/>
                  <a:gd name="connsiteY0" fmla="*/ 110977 h 536619"/>
                  <a:gd name="connsiteX1" fmla="*/ 449255 w 451274"/>
                  <a:gd name="connsiteY1" fmla="*/ 109228 h 536619"/>
                  <a:gd name="connsiteX2" fmla="*/ 445116 w 451274"/>
                  <a:gd name="connsiteY2" fmla="*/ 105326 h 536619"/>
                  <a:gd name="connsiteX3" fmla="*/ 445116 w 451274"/>
                  <a:gd name="connsiteY3" fmla="*/ 100313 h 536619"/>
                  <a:gd name="connsiteX4" fmla="*/ 441649 w 451274"/>
                  <a:gd name="connsiteY4" fmla="*/ 93787 h 536619"/>
                  <a:gd name="connsiteX5" fmla="*/ 440572 w 451274"/>
                  <a:gd name="connsiteY5" fmla="*/ 88371 h 536619"/>
                  <a:gd name="connsiteX6" fmla="*/ 437510 w 451274"/>
                  <a:gd name="connsiteY6" fmla="*/ 84032 h 536619"/>
                  <a:gd name="connsiteX7" fmla="*/ 427514 w 451274"/>
                  <a:gd name="connsiteY7" fmla="*/ 82283 h 536619"/>
                  <a:gd name="connsiteX8" fmla="*/ 416643 w 451274"/>
                  <a:gd name="connsiteY8" fmla="*/ 83796 h 536619"/>
                  <a:gd name="connsiteX9" fmla="*/ 410350 w 451274"/>
                  <a:gd name="connsiteY9" fmla="*/ 87059 h 536619"/>
                  <a:gd name="connsiteX10" fmla="*/ 405134 w 451274"/>
                  <a:gd name="connsiteY10" fmla="*/ 93787 h 536619"/>
                  <a:gd name="connsiteX11" fmla="*/ 401432 w 451274"/>
                  <a:gd name="connsiteY11" fmla="*/ 99203 h 536619"/>
                  <a:gd name="connsiteX12" fmla="*/ 394701 w 451274"/>
                  <a:gd name="connsiteY12" fmla="*/ 100953 h 536619"/>
                  <a:gd name="connsiteX13" fmla="*/ 387533 w 451274"/>
                  <a:gd name="connsiteY13" fmla="*/ 102029 h 536619"/>
                  <a:gd name="connsiteX14" fmla="*/ 381206 w 451274"/>
                  <a:gd name="connsiteY14" fmla="*/ 100280 h 536619"/>
                  <a:gd name="connsiteX15" fmla="*/ 378580 w 451274"/>
                  <a:gd name="connsiteY15" fmla="*/ 94830 h 536619"/>
                  <a:gd name="connsiteX16" fmla="*/ 375114 w 451274"/>
                  <a:gd name="connsiteY16" fmla="*/ 87867 h 536619"/>
                  <a:gd name="connsiteX17" fmla="*/ 370772 w 451274"/>
                  <a:gd name="connsiteY17" fmla="*/ 80264 h 536619"/>
                  <a:gd name="connsiteX18" fmla="*/ 368820 w 451274"/>
                  <a:gd name="connsiteY18" fmla="*/ 71350 h 536619"/>
                  <a:gd name="connsiteX19" fmla="*/ 364681 w 451274"/>
                  <a:gd name="connsiteY19" fmla="*/ 64386 h 536619"/>
                  <a:gd name="connsiteX20" fmla="*/ 358589 w 451274"/>
                  <a:gd name="connsiteY20" fmla="*/ 65463 h 536619"/>
                  <a:gd name="connsiteX21" fmla="*/ 355965 w 451274"/>
                  <a:gd name="connsiteY21" fmla="*/ 68087 h 536619"/>
                  <a:gd name="connsiteX22" fmla="*/ 354214 w 451274"/>
                  <a:gd name="connsiteY22" fmla="*/ 73503 h 536619"/>
                  <a:gd name="connsiteX23" fmla="*/ 350310 w 451274"/>
                  <a:gd name="connsiteY23" fmla="*/ 80029 h 536619"/>
                  <a:gd name="connsiteX24" fmla="*/ 346171 w 451274"/>
                  <a:gd name="connsiteY24" fmla="*/ 81105 h 536619"/>
                  <a:gd name="connsiteX25" fmla="*/ 342469 w 451274"/>
                  <a:gd name="connsiteY25" fmla="*/ 84368 h 536619"/>
                  <a:gd name="connsiteX26" fmla="*/ 342469 w 451274"/>
                  <a:gd name="connsiteY26" fmla="*/ 87396 h 536619"/>
                  <a:gd name="connsiteX27" fmla="*/ 335502 w 451274"/>
                  <a:gd name="connsiteY27" fmla="*/ 95234 h 536619"/>
                  <a:gd name="connsiteX28" fmla="*/ 329849 w 451274"/>
                  <a:gd name="connsiteY28" fmla="*/ 98261 h 536619"/>
                  <a:gd name="connsiteX29" fmla="*/ 322882 w 451274"/>
                  <a:gd name="connsiteY29" fmla="*/ 98261 h 536619"/>
                  <a:gd name="connsiteX30" fmla="*/ 322243 w 451274"/>
                  <a:gd name="connsiteY30" fmla="*/ 93485 h 536619"/>
                  <a:gd name="connsiteX31" fmla="*/ 320290 w 451274"/>
                  <a:gd name="connsiteY31" fmla="*/ 88472 h 536619"/>
                  <a:gd name="connsiteX32" fmla="*/ 310295 w 451274"/>
                  <a:gd name="connsiteY32" fmla="*/ 88910 h 536619"/>
                  <a:gd name="connsiteX33" fmla="*/ 305718 w 451274"/>
                  <a:gd name="connsiteY33" fmla="*/ 90861 h 536619"/>
                  <a:gd name="connsiteX34" fmla="*/ 298752 w 451274"/>
                  <a:gd name="connsiteY34" fmla="*/ 93451 h 536619"/>
                  <a:gd name="connsiteX35" fmla="*/ 291583 w 451274"/>
                  <a:gd name="connsiteY35" fmla="*/ 90861 h 536619"/>
                  <a:gd name="connsiteX36" fmla="*/ 290271 w 451274"/>
                  <a:gd name="connsiteY36" fmla="*/ 84772 h 536619"/>
                  <a:gd name="connsiteX37" fmla="*/ 290069 w 451274"/>
                  <a:gd name="connsiteY37" fmla="*/ 74983 h 536619"/>
                  <a:gd name="connsiteX38" fmla="*/ 287040 w 451274"/>
                  <a:gd name="connsiteY38" fmla="*/ 65631 h 536619"/>
                  <a:gd name="connsiteX39" fmla="*/ 283977 w 451274"/>
                  <a:gd name="connsiteY39" fmla="*/ 56952 h 536619"/>
                  <a:gd name="connsiteX40" fmla="*/ 279400 w 451274"/>
                  <a:gd name="connsiteY40" fmla="*/ 47163 h 536619"/>
                  <a:gd name="connsiteX41" fmla="*/ 270482 w 451274"/>
                  <a:gd name="connsiteY41" fmla="*/ 33909 h 536619"/>
                  <a:gd name="connsiteX42" fmla="*/ 271559 w 451274"/>
                  <a:gd name="connsiteY42" fmla="*/ 24557 h 536619"/>
                  <a:gd name="connsiteX43" fmla="*/ 275261 w 451274"/>
                  <a:gd name="connsiteY43" fmla="*/ 17392 h 536619"/>
                  <a:gd name="connsiteX44" fmla="*/ 276338 w 451274"/>
                  <a:gd name="connsiteY44" fmla="*/ 7838 h 536619"/>
                  <a:gd name="connsiteX45" fmla="*/ 269371 w 451274"/>
                  <a:gd name="connsiteY45" fmla="*/ 0 h 536619"/>
                  <a:gd name="connsiteX46" fmla="*/ 262203 w 451274"/>
                  <a:gd name="connsiteY46" fmla="*/ 875 h 536619"/>
                  <a:gd name="connsiteX47" fmla="*/ 251770 w 451274"/>
                  <a:gd name="connsiteY47" fmla="*/ 5012 h 536619"/>
                  <a:gd name="connsiteX48" fmla="*/ 243726 w 451274"/>
                  <a:gd name="connsiteY48" fmla="*/ 7838 h 536619"/>
                  <a:gd name="connsiteX49" fmla="*/ 237197 w 451274"/>
                  <a:gd name="connsiteY49" fmla="*/ 5651 h 536619"/>
                  <a:gd name="connsiteX50" fmla="*/ 233496 w 451274"/>
                  <a:gd name="connsiteY50" fmla="*/ 6089 h 536619"/>
                  <a:gd name="connsiteX51" fmla="*/ 231981 w 451274"/>
                  <a:gd name="connsiteY51" fmla="*/ 7603 h 536619"/>
                  <a:gd name="connsiteX52" fmla="*/ 233496 w 451274"/>
                  <a:gd name="connsiteY52" fmla="*/ 13019 h 536619"/>
                  <a:gd name="connsiteX53" fmla="*/ 234135 w 451274"/>
                  <a:gd name="connsiteY53" fmla="*/ 16921 h 536619"/>
                  <a:gd name="connsiteX54" fmla="*/ 233697 w 451274"/>
                  <a:gd name="connsiteY54" fmla="*/ 24322 h 536619"/>
                  <a:gd name="connsiteX55" fmla="*/ 233260 w 451274"/>
                  <a:gd name="connsiteY55" fmla="*/ 24322 h 536619"/>
                  <a:gd name="connsiteX56" fmla="*/ 229995 w 451274"/>
                  <a:gd name="connsiteY56" fmla="*/ 25835 h 536619"/>
                  <a:gd name="connsiteX57" fmla="*/ 225014 w 451274"/>
                  <a:gd name="connsiteY57" fmla="*/ 29536 h 536619"/>
                  <a:gd name="connsiteX58" fmla="*/ 220000 w 451274"/>
                  <a:gd name="connsiteY58" fmla="*/ 29536 h 536619"/>
                  <a:gd name="connsiteX59" fmla="*/ 214582 w 451274"/>
                  <a:gd name="connsiteY59" fmla="*/ 32361 h 536619"/>
                  <a:gd name="connsiteX60" fmla="*/ 212832 w 451274"/>
                  <a:gd name="connsiteY60" fmla="*/ 33673 h 536619"/>
                  <a:gd name="connsiteX61" fmla="*/ 211754 w 451274"/>
                  <a:gd name="connsiteY61" fmla="*/ 39089 h 536619"/>
                  <a:gd name="connsiteX62" fmla="*/ 208726 w 451274"/>
                  <a:gd name="connsiteY62" fmla="*/ 41915 h 536619"/>
                  <a:gd name="connsiteX63" fmla="*/ 205697 w 451274"/>
                  <a:gd name="connsiteY63" fmla="*/ 40166 h 536619"/>
                  <a:gd name="connsiteX64" fmla="*/ 202634 w 451274"/>
                  <a:gd name="connsiteY64" fmla="*/ 37777 h 536619"/>
                  <a:gd name="connsiteX65" fmla="*/ 195466 w 451274"/>
                  <a:gd name="connsiteY65" fmla="*/ 41915 h 536619"/>
                  <a:gd name="connsiteX66" fmla="*/ 185235 w 451274"/>
                  <a:gd name="connsiteY66" fmla="*/ 46927 h 536619"/>
                  <a:gd name="connsiteX67" fmla="*/ 179816 w 451274"/>
                  <a:gd name="connsiteY67" fmla="*/ 52141 h 536619"/>
                  <a:gd name="connsiteX68" fmla="*/ 176788 w 451274"/>
                  <a:gd name="connsiteY68" fmla="*/ 55405 h 536619"/>
                  <a:gd name="connsiteX69" fmla="*/ 170932 w 451274"/>
                  <a:gd name="connsiteY69" fmla="*/ 58230 h 536619"/>
                  <a:gd name="connsiteX70" fmla="*/ 167667 w 451274"/>
                  <a:gd name="connsiteY70" fmla="*/ 60181 h 536619"/>
                  <a:gd name="connsiteX71" fmla="*/ 161576 w 451274"/>
                  <a:gd name="connsiteY71" fmla="*/ 59307 h 536619"/>
                  <a:gd name="connsiteX72" fmla="*/ 158109 w 451274"/>
                  <a:gd name="connsiteY72" fmla="*/ 53016 h 536619"/>
                  <a:gd name="connsiteX73" fmla="*/ 157234 w 451274"/>
                  <a:gd name="connsiteY73" fmla="*/ 47566 h 536619"/>
                  <a:gd name="connsiteX74" fmla="*/ 152017 w 451274"/>
                  <a:gd name="connsiteY74" fmla="*/ 45178 h 536619"/>
                  <a:gd name="connsiteX75" fmla="*/ 150268 w 451274"/>
                  <a:gd name="connsiteY75" fmla="*/ 45178 h 536619"/>
                  <a:gd name="connsiteX76" fmla="*/ 147676 w 451274"/>
                  <a:gd name="connsiteY76" fmla="*/ 48004 h 536619"/>
                  <a:gd name="connsiteX77" fmla="*/ 145287 w 451274"/>
                  <a:gd name="connsiteY77" fmla="*/ 50392 h 536619"/>
                  <a:gd name="connsiteX78" fmla="*/ 140508 w 451274"/>
                  <a:gd name="connsiteY78" fmla="*/ 53218 h 536619"/>
                  <a:gd name="connsiteX79" fmla="*/ 135291 w 451274"/>
                  <a:gd name="connsiteY79" fmla="*/ 54967 h 536619"/>
                  <a:gd name="connsiteX80" fmla="*/ 131589 w 451274"/>
                  <a:gd name="connsiteY80" fmla="*/ 58028 h 536619"/>
                  <a:gd name="connsiteX81" fmla="*/ 130950 w 451274"/>
                  <a:gd name="connsiteY81" fmla="*/ 60215 h 536619"/>
                  <a:gd name="connsiteX82" fmla="*/ 130513 w 451274"/>
                  <a:gd name="connsiteY82" fmla="*/ 67380 h 536619"/>
                  <a:gd name="connsiteX83" fmla="*/ 127685 w 451274"/>
                  <a:gd name="connsiteY83" fmla="*/ 71955 h 536619"/>
                  <a:gd name="connsiteX84" fmla="*/ 120719 w 451274"/>
                  <a:gd name="connsiteY84" fmla="*/ 77169 h 536619"/>
                  <a:gd name="connsiteX85" fmla="*/ 115502 w 451274"/>
                  <a:gd name="connsiteY85" fmla="*/ 79558 h 536619"/>
                  <a:gd name="connsiteX86" fmla="*/ 107896 w 451274"/>
                  <a:gd name="connsiteY86" fmla="*/ 83460 h 536619"/>
                  <a:gd name="connsiteX87" fmla="*/ 103757 w 451274"/>
                  <a:gd name="connsiteY87" fmla="*/ 87598 h 536619"/>
                  <a:gd name="connsiteX88" fmla="*/ 102680 w 451274"/>
                  <a:gd name="connsiteY88" fmla="*/ 92173 h 536619"/>
                  <a:gd name="connsiteX89" fmla="*/ 101368 w 451274"/>
                  <a:gd name="connsiteY89" fmla="*/ 95436 h 536619"/>
                  <a:gd name="connsiteX90" fmla="*/ 107661 w 451274"/>
                  <a:gd name="connsiteY90" fmla="*/ 98901 h 536619"/>
                  <a:gd name="connsiteX91" fmla="*/ 111565 w 451274"/>
                  <a:gd name="connsiteY91" fmla="*/ 100852 h 536619"/>
                  <a:gd name="connsiteX92" fmla="*/ 113752 w 451274"/>
                  <a:gd name="connsiteY92" fmla="*/ 104989 h 536619"/>
                  <a:gd name="connsiteX93" fmla="*/ 113551 w 451274"/>
                  <a:gd name="connsiteY93" fmla="*/ 110843 h 536619"/>
                  <a:gd name="connsiteX94" fmla="*/ 115940 w 451274"/>
                  <a:gd name="connsiteY94" fmla="*/ 114745 h 536619"/>
                  <a:gd name="connsiteX95" fmla="*/ 119204 w 451274"/>
                  <a:gd name="connsiteY95" fmla="*/ 115821 h 536619"/>
                  <a:gd name="connsiteX96" fmla="*/ 121594 w 451274"/>
                  <a:gd name="connsiteY96" fmla="*/ 120834 h 536619"/>
                  <a:gd name="connsiteX97" fmla="*/ 121594 w 451274"/>
                  <a:gd name="connsiteY97" fmla="*/ 124971 h 536619"/>
                  <a:gd name="connsiteX98" fmla="*/ 118666 w 451274"/>
                  <a:gd name="connsiteY98" fmla="*/ 129748 h 536619"/>
                  <a:gd name="connsiteX99" fmla="*/ 114627 w 451274"/>
                  <a:gd name="connsiteY99" fmla="*/ 133650 h 536619"/>
                  <a:gd name="connsiteX100" fmla="*/ 112238 w 451274"/>
                  <a:gd name="connsiteY100" fmla="*/ 139302 h 536619"/>
                  <a:gd name="connsiteX101" fmla="*/ 109646 w 451274"/>
                  <a:gd name="connsiteY101" fmla="*/ 144516 h 536619"/>
                  <a:gd name="connsiteX102" fmla="*/ 106820 w 451274"/>
                  <a:gd name="connsiteY102" fmla="*/ 146904 h 536619"/>
                  <a:gd name="connsiteX103" fmla="*/ 100526 w 451274"/>
                  <a:gd name="connsiteY103" fmla="*/ 153430 h 536619"/>
                  <a:gd name="connsiteX104" fmla="*/ 93997 w 451274"/>
                  <a:gd name="connsiteY104" fmla="*/ 154069 h 536619"/>
                  <a:gd name="connsiteX105" fmla="*/ 84877 w 451274"/>
                  <a:gd name="connsiteY105" fmla="*/ 155146 h 536619"/>
                  <a:gd name="connsiteX106" fmla="*/ 73804 w 451274"/>
                  <a:gd name="connsiteY106" fmla="*/ 162749 h 536619"/>
                  <a:gd name="connsiteX107" fmla="*/ 69463 w 451274"/>
                  <a:gd name="connsiteY107" fmla="*/ 168165 h 536619"/>
                  <a:gd name="connsiteX108" fmla="*/ 64684 w 451274"/>
                  <a:gd name="connsiteY108" fmla="*/ 172504 h 536619"/>
                  <a:gd name="connsiteX109" fmla="*/ 60780 w 451274"/>
                  <a:gd name="connsiteY109" fmla="*/ 180544 h 536619"/>
                  <a:gd name="connsiteX110" fmla="*/ 58593 w 451274"/>
                  <a:gd name="connsiteY110" fmla="*/ 183370 h 536619"/>
                  <a:gd name="connsiteX111" fmla="*/ 54689 w 451274"/>
                  <a:gd name="connsiteY111" fmla="*/ 185556 h 536619"/>
                  <a:gd name="connsiteX112" fmla="*/ 55126 w 451274"/>
                  <a:gd name="connsiteY112" fmla="*/ 191847 h 536619"/>
                  <a:gd name="connsiteX113" fmla="*/ 59703 w 451274"/>
                  <a:gd name="connsiteY113" fmla="*/ 195547 h 536619"/>
                  <a:gd name="connsiteX114" fmla="*/ 63170 w 451274"/>
                  <a:gd name="connsiteY114" fmla="*/ 203150 h 536619"/>
                  <a:gd name="connsiteX115" fmla="*/ 67747 w 451274"/>
                  <a:gd name="connsiteY115" fmla="*/ 209003 h 536619"/>
                  <a:gd name="connsiteX116" fmla="*/ 72088 w 451274"/>
                  <a:gd name="connsiteY116" fmla="*/ 215092 h 536619"/>
                  <a:gd name="connsiteX117" fmla="*/ 72728 w 451274"/>
                  <a:gd name="connsiteY117" fmla="*/ 220945 h 536619"/>
                  <a:gd name="connsiteX118" fmla="*/ 69699 w 451274"/>
                  <a:gd name="connsiteY118" fmla="*/ 225924 h 536619"/>
                  <a:gd name="connsiteX119" fmla="*/ 63843 w 451274"/>
                  <a:gd name="connsiteY119" fmla="*/ 228951 h 536619"/>
                  <a:gd name="connsiteX120" fmla="*/ 60578 w 451274"/>
                  <a:gd name="connsiteY120" fmla="*/ 231777 h 536619"/>
                  <a:gd name="connsiteX121" fmla="*/ 53410 w 451274"/>
                  <a:gd name="connsiteY121" fmla="*/ 236117 h 536619"/>
                  <a:gd name="connsiteX122" fmla="*/ 49708 w 451274"/>
                  <a:gd name="connsiteY122" fmla="*/ 241331 h 536619"/>
                  <a:gd name="connsiteX123" fmla="*/ 46881 w 451274"/>
                  <a:gd name="connsiteY123" fmla="*/ 247621 h 536619"/>
                  <a:gd name="connsiteX124" fmla="*/ 46881 w 451274"/>
                  <a:gd name="connsiteY124" fmla="*/ 250884 h 536619"/>
                  <a:gd name="connsiteX125" fmla="*/ 49506 w 451274"/>
                  <a:gd name="connsiteY125" fmla="*/ 255459 h 536619"/>
                  <a:gd name="connsiteX126" fmla="*/ 54722 w 451274"/>
                  <a:gd name="connsiteY126" fmla="*/ 255459 h 536619"/>
                  <a:gd name="connsiteX127" fmla="*/ 60376 w 451274"/>
                  <a:gd name="connsiteY127" fmla="*/ 255459 h 536619"/>
                  <a:gd name="connsiteX128" fmla="*/ 63203 w 451274"/>
                  <a:gd name="connsiteY128" fmla="*/ 257511 h 536619"/>
                  <a:gd name="connsiteX129" fmla="*/ 61891 w 451274"/>
                  <a:gd name="connsiteY129" fmla="*/ 261548 h 536619"/>
                  <a:gd name="connsiteX130" fmla="*/ 57112 w 451274"/>
                  <a:gd name="connsiteY130" fmla="*/ 264374 h 536619"/>
                  <a:gd name="connsiteX131" fmla="*/ 54958 w 451274"/>
                  <a:gd name="connsiteY131" fmla="*/ 265888 h 536619"/>
                  <a:gd name="connsiteX132" fmla="*/ 53006 w 451274"/>
                  <a:gd name="connsiteY132" fmla="*/ 268713 h 536619"/>
                  <a:gd name="connsiteX133" fmla="*/ 50179 w 451274"/>
                  <a:gd name="connsiteY133" fmla="*/ 274163 h 536619"/>
                  <a:gd name="connsiteX134" fmla="*/ 47352 w 451274"/>
                  <a:gd name="connsiteY134" fmla="*/ 279579 h 536619"/>
                  <a:gd name="connsiteX135" fmla="*/ 42775 w 451274"/>
                  <a:gd name="connsiteY135" fmla="*/ 282842 h 536619"/>
                  <a:gd name="connsiteX136" fmla="*/ 36044 w 451274"/>
                  <a:gd name="connsiteY136" fmla="*/ 287182 h 536619"/>
                  <a:gd name="connsiteX137" fmla="*/ 32342 w 451274"/>
                  <a:gd name="connsiteY137" fmla="*/ 288056 h 536619"/>
                  <a:gd name="connsiteX138" fmla="*/ 28203 w 451274"/>
                  <a:gd name="connsiteY138" fmla="*/ 291084 h 536619"/>
                  <a:gd name="connsiteX139" fmla="*/ 26049 w 451274"/>
                  <a:gd name="connsiteY139" fmla="*/ 296096 h 536619"/>
                  <a:gd name="connsiteX140" fmla="*/ 27361 w 451274"/>
                  <a:gd name="connsiteY140" fmla="*/ 301310 h 536619"/>
                  <a:gd name="connsiteX141" fmla="*/ 23895 w 451274"/>
                  <a:gd name="connsiteY141" fmla="*/ 310427 h 536619"/>
                  <a:gd name="connsiteX142" fmla="*/ 18241 w 451274"/>
                  <a:gd name="connsiteY142" fmla="*/ 313690 h 536619"/>
                  <a:gd name="connsiteX143" fmla="*/ 18443 w 451274"/>
                  <a:gd name="connsiteY143" fmla="*/ 320216 h 536619"/>
                  <a:gd name="connsiteX144" fmla="*/ 20193 w 451274"/>
                  <a:gd name="connsiteY144" fmla="*/ 325665 h 536619"/>
                  <a:gd name="connsiteX145" fmla="*/ 18039 w 451274"/>
                  <a:gd name="connsiteY145" fmla="*/ 331519 h 536619"/>
                  <a:gd name="connsiteX146" fmla="*/ 16928 w 451274"/>
                  <a:gd name="connsiteY146" fmla="*/ 342149 h 536619"/>
                  <a:gd name="connsiteX147" fmla="*/ 13899 w 451274"/>
                  <a:gd name="connsiteY147" fmla="*/ 354091 h 536619"/>
                  <a:gd name="connsiteX148" fmla="*/ 10635 w 451274"/>
                  <a:gd name="connsiteY148" fmla="*/ 361693 h 536619"/>
                  <a:gd name="connsiteX149" fmla="*/ 0 w 451274"/>
                  <a:gd name="connsiteY149" fmla="*/ 369296 h 536619"/>
                  <a:gd name="connsiteX150" fmla="*/ 0 w 451274"/>
                  <a:gd name="connsiteY150" fmla="*/ 376899 h 536619"/>
                  <a:gd name="connsiteX151" fmla="*/ 6966 w 451274"/>
                  <a:gd name="connsiteY151" fmla="*/ 383189 h 536619"/>
                  <a:gd name="connsiteX152" fmla="*/ 6966 w 451274"/>
                  <a:gd name="connsiteY152" fmla="*/ 390590 h 536619"/>
                  <a:gd name="connsiteX153" fmla="*/ 8919 w 451274"/>
                  <a:gd name="connsiteY153" fmla="*/ 400783 h 536619"/>
                  <a:gd name="connsiteX154" fmla="*/ 20664 w 451274"/>
                  <a:gd name="connsiteY154" fmla="*/ 407746 h 536619"/>
                  <a:gd name="connsiteX155" fmla="*/ 31736 w 451274"/>
                  <a:gd name="connsiteY155" fmla="*/ 412523 h 536619"/>
                  <a:gd name="connsiteX156" fmla="*/ 40015 w 451274"/>
                  <a:gd name="connsiteY156" fmla="*/ 412960 h 536619"/>
                  <a:gd name="connsiteX157" fmla="*/ 45905 w 451274"/>
                  <a:gd name="connsiteY157" fmla="*/ 410135 h 536619"/>
                  <a:gd name="connsiteX158" fmla="*/ 53073 w 451274"/>
                  <a:gd name="connsiteY158" fmla="*/ 408183 h 536619"/>
                  <a:gd name="connsiteX159" fmla="*/ 61319 w 451274"/>
                  <a:gd name="connsiteY159" fmla="*/ 410370 h 536619"/>
                  <a:gd name="connsiteX160" fmla="*/ 61319 w 451274"/>
                  <a:gd name="connsiteY160" fmla="*/ 413835 h 536619"/>
                  <a:gd name="connsiteX161" fmla="*/ 65660 w 451274"/>
                  <a:gd name="connsiteY161" fmla="*/ 418612 h 536619"/>
                  <a:gd name="connsiteX162" fmla="*/ 68925 w 451274"/>
                  <a:gd name="connsiteY162" fmla="*/ 424028 h 536619"/>
                  <a:gd name="connsiteX163" fmla="*/ 75218 w 451274"/>
                  <a:gd name="connsiteY163" fmla="*/ 428805 h 536619"/>
                  <a:gd name="connsiteX164" fmla="*/ 78920 w 451274"/>
                  <a:gd name="connsiteY164" fmla="*/ 431832 h 536619"/>
                  <a:gd name="connsiteX165" fmla="*/ 85213 w 451274"/>
                  <a:gd name="connsiteY165" fmla="*/ 428805 h 536619"/>
                  <a:gd name="connsiteX166" fmla="*/ 90228 w 451274"/>
                  <a:gd name="connsiteY166" fmla="*/ 424465 h 536619"/>
                  <a:gd name="connsiteX167" fmla="*/ 95882 w 451274"/>
                  <a:gd name="connsiteY167" fmla="*/ 420125 h 536619"/>
                  <a:gd name="connsiteX168" fmla="*/ 99146 w 451274"/>
                  <a:gd name="connsiteY168" fmla="*/ 416223 h 536619"/>
                  <a:gd name="connsiteX169" fmla="*/ 103925 w 451274"/>
                  <a:gd name="connsiteY169" fmla="*/ 418612 h 536619"/>
                  <a:gd name="connsiteX170" fmla="*/ 104363 w 451274"/>
                  <a:gd name="connsiteY170" fmla="*/ 421437 h 536619"/>
                  <a:gd name="connsiteX171" fmla="*/ 104363 w 451274"/>
                  <a:gd name="connsiteY171" fmla="*/ 426652 h 536619"/>
                  <a:gd name="connsiteX172" fmla="*/ 99146 w 451274"/>
                  <a:gd name="connsiteY172" fmla="*/ 431866 h 536619"/>
                  <a:gd name="connsiteX173" fmla="*/ 99146 w 451274"/>
                  <a:gd name="connsiteY173" fmla="*/ 440343 h 536619"/>
                  <a:gd name="connsiteX174" fmla="*/ 106113 w 451274"/>
                  <a:gd name="connsiteY174" fmla="*/ 445557 h 536619"/>
                  <a:gd name="connsiteX175" fmla="*/ 111969 w 451274"/>
                  <a:gd name="connsiteY175" fmla="*/ 454236 h 536619"/>
                  <a:gd name="connsiteX176" fmla="*/ 115872 w 451274"/>
                  <a:gd name="connsiteY176" fmla="*/ 462478 h 536619"/>
                  <a:gd name="connsiteX177" fmla="*/ 117825 w 451274"/>
                  <a:gd name="connsiteY177" fmla="*/ 466178 h 536619"/>
                  <a:gd name="connsiteX178" fmla="*/ 121728 w 451274"/>
                  <a:gd name="connsiteY178" fmla="*/ 470955 h 536619"/>
                  <a:gd name="connsiteX179" fmla="*/ 123478 w 451274"/>
                  <a:gd name="connsiteY179" fmla="*/ 478793 h 536619"/>
                  <a:gd name="connsiteX180" fmla="*/ 123478 w 451274"/>
                  <a:gd name="connsiteY180" fmla="*/ 484007 h 536619"/>
                  <a:gd name="connsiteX181" fmla="*/ 123478 w 451274"/>
                  <a:gd name="connsiteY181" fmla="*/ 489659 h 536619"/>
                  <a:gd name="connsiteX182" fmla="*/ 126406 w 451274"/>
                  <a:gd name="connsiteY182" fmla="*/ 497699 h 536619"/>
                  <a:gd name="connsiteX183" fmla="*/ 126070 w 451274"/>
                  <a:gd name="connsiteY183" fmla="*/ 502711 h 536619"/>
                  <a:gd name="connsiteX184" fmla="*/ 128695 w 451274"/>
                  <a:gd name="connsiteY184" fmla="*/ 509002 h 536619"/>
                  <a:gd name="connsiteX185" fmla="*/ 130209 w 451274"/>
                  <a:gd name="connsiteY185" fmla="*/ 516604 h 536619"/>
                  <a:gd name="connsiteX186" fmla="*/ 132801 w 451274"/>
                  <a:gd name="connsiteY186" fmla="*/ 524442 h 536619"/>
                  <a:gd name="connsiteX187" fmla="*/ 136940 w 451274"/>
                  <a:gd name="connsiteY187" fmla="*/ 529656 h 536619"/>
                  <a:gd name="connsiteX188" fmla="*/ 144546 w 451274"/>
                  <a:gd name="connsiteY188" fmla="*/ 536620 h 536619"/>
                  <a:gd name="connsiteX189" fmla="*/ 148686 w 451274"/>
                  <a:gd name="connsiteY189" fmla="*/ 535543 h 536619"/>
                  <a:gd name="connsiteX190" fmla="*/ 153700 w 451274"/>
                  <a:gd name="connsiteY190" fmla="*/ 532516 h 536619"/>
                  <a:gd name="connsiteX191" fmla="*/ 154777 w 451274"/>
                  <a:gd name="connsiteY191" fmla="*/ 531002 h 536619"/>
                  <a:gd name="connsiteX192" fmla="*/ 154777 w 451274"/>
                  <a:gd name="connsiteY192" fmla="*/ 527537 h 536619"/>
                  <a:gd name="connsiteX193" fmla="*/ 154777 w 451274"/>
                  <a:gd name="connsiteY193" fmla="*/ 521448 h 536619"/>
                  <a:gd name="connsiteX194" fmla="*/ 156191 w 451274"/>
                  <a:gd name="connsiteY194" fmla="*/ 516671 h 536619"/>
                  <a:gd name="connsiteX195" fmla="*/ 158244 w 451274"/>
                  <a:gd name="connsiteY195" fmla="*/ 519261 h 536619"/>
                  <a:gd name="connsiteX196" fmla="*/ 166927 w 451274"/>
                  <a:gd name="connsiteY196" fmla="*/ 518824 h 536619"/>
                  <a:gd name="connsiteX197" fmla="*/ 170393 w 451274"/>
                  <a:gd name="connsiteY197" fmla="*/ 517075 h 536619"/>
                  <a:gd name="connsiteX198" fmla="*/ 177562 w 451274"/>
                  <a:gd name="connsiteY198" fmla="*/ 513374 h 536619"/>
                  <a:gd name="connsiteX199" fmla="*/ 177763 w 451274"/>
                  <a:gd name="connsiteY199" fmla="*/ 509909 h 536619"/>
                  <a:gd name="connsiteX200" fmla="*/ 175374 w 451274"/>
                  <a:gd name="connsiteY200" fmla="*/ 507084 h 536619"/>
                  <a:gd name="connsiteX201" fmla="*/ 174061 w 451274"/>
                  <a:gd name="connsiteY201" fmla="*/ 503821 h 536619"/>
                  <a:gd name="connsiteX202" fmla="*/ 169047 w 451274"/>
                  <a:gd name="connsiteY202" fmla="*/ 501231 h 536619"/>
                  <a:gd name="connsiteX203" fmla="*/ 178167 w 451274"/>
                  <a:gd name="connsiteY203" fmla="*/ 500154 h 536619"/>
                  <a:gd name="connsiteX204" fmla="*/ 182509 w 451274"/>
                  <a:gd name="connsiteY204" fmla="*/ 501466 h 536619"/>
                  <a:gd name="connsiteX205" fmla="*/ 187725 w 451274"/>
                  <a:gd name="connsiteY205" fmla="*/ 504931 h 536619"/>
                  <a:gd name="connsiteX206" fmla="*/ 187725 w 451274"/>
                  <a:gd name="connsiteY206" fmla="*/ 513610 h 536619"/>
                  <a:gd name="connsiteX207" fmla="*/ 187725 w 451274"/>
                  <a:gd name="connsiteY207" fmla="*/ 518387 h 536619"/>
                  <a:gd name="connsiteX208" fmla="*/ 188600 w 451274"/>
                  <a:gd name="connsiteY208" fmla="*/ 521414 h 536619"/>
                  <a:gd name="connsiteX209" fmla="*/ 192740 w 451274"/>
                  <a:gd name="connsiteY209" fmla="*/ 521414 h 536619"/>
                  <a:gd name="connsiteX210" fmla="*/ 194692 w 451274"/>
                  <a:gd name="connsiteY210" fmla="*/ 517075 h 536619"/>
                  <a:gd name="connsiteX211" fmla="*/ 194692 w 451274"/>
                  <a:gd name="connsiteY211" fmla="*/ 513610 h 536619"/>
                  <a:gd name="connsiteX212" fmla="*/ 196004 w 451274"/>
                  <a:gd name="connsiteY212" fmla="*/ 509473 h 536619"/>
                  <a:gd name="connsiteX213" fmla="*/ 194692 w 451274"/>
                  <a:gd name="connsiteY213" fmla="*/ 506646 h 536619"/>
                  <a:gd name="connsiteX214" fmla="*/ 194692 w 451274"/>
                  <a:gd name="connsiteY214" fmla="*/ 503384 h 536619"/>
                  <a:gd name="connsiteX215" fmla="*/ 194692 w 451274"/>
                  <a:gd name="connsiteY215" fmla="*/ 494906 h 536619"/>
                  <a:gd name="connsiteX216" fmla="*/ 196879 w 451274"/>
                  <a:gd name="connsiteY216" fmla="*/ 491441 h 536619"/>
                  <a:gd name="connsiteX217" fmla="*/ 199908 w 451274"/>
                  <a:gd name="connsiteY217" fmla="*/ 486227 h 536619"/>
                  <a:gd name="connsiteX218" fmla="*/ 203374 w 451274"/>
                  <a:gd name="connsiteY218" fmla="*/ 486025 h 536619"/>
                  <a:gd name="connsiteX219" fmla="*/ 203374 w 451274"/>
                  <a:gd name="connsiteY219" fmla="*/ 488414 h 536619"/>
                  <a:gd name="connsiteX220" fmla="*/ 202836 w 451274"/>
                  <a:gd name="connsiteY220" fmla="*/ 494065 h 536619"/>
                  <a:gd name="connsiteX221" fmla="*/ 202062 w 451274"/>
                  <a:gd name="connsiteY221" fmla="*/ 500154 h 536619"/>
                  <a:gd name="connsiteX222" fmla="*/ 204687 w 451274"/>
                  <a:gd name="connsiteY222" fmla="*/ 502778 h 536619"/>
                  <a:gd name="connsiteX223" fmla="*/ 208154 w 451274"/>
                  <a:gd name="connsiteY223" fmla="*/ 498640 h 536619"/>
                  <a:gd name="connsiteX224" fmla="*/ 214447 w 451274"/>
                  <a:gd name="connsiteY224" fmla="*/ 492989 h 536619"/>
                  <a:gd name="connsiteX225" fmla="*/ 217274 w 451274"/>
                  <a:gd name="connsiteY225" fmla="*/ 487775 h 536619"/>
                  <a:gd name="connsiteX226" fmla="*/ 217274 w 451274"/>
                  <a:gd name="connsiteY226" fmla="*/ 481047 h 536619"/>
                  <a:gd name="connsiteX227" fmla="*/ 218250 w 451274"/>
                  <a:gd name="connsiteY227" fmla="*/ 474958 h 536619"/>
                  <a:gd name="connsiteX228" fmla="*/ 217038 w 451274"/>
                  <a:gd name="connsiteY228" fmla="*/ 472368 h 536619"/>
                  <a:gd name="connsiteX229" fmla="*/ 222894 w 451274"/>
                  <a:gd name="connsiteY229" fmla="*/ 471056 h 536619"/>
                  <a:gd name="connsiteX230" fmla="*/ 231173 w 451274"/>
                  <a:gd name="connsiteY230" fmla="*/ 471056 h 536619"/>
                  <a:gd name="connsiteX231" fmla="*/ 235750 w 451274"/>
                  <a:gd name="connsiteY231" fmla="*/ 467355 h 536619"/>
                  <a:gd name="connsiteX232" fmla="*/ 237500 w 451274"/>
                  <a:gd name="connsiteY232" fmla="*/ 463218 h 536619"/>
                  <a:gd name="connsiteX233" fmla="*/ 238375 w 451274"/>
                  <a:gd name="connsiteY233" fmla="*/ 457566 h 536619"/>
                  <a:gd name="connsiteX234" fmla="*/ 237298 w 451274"/>
                  <a:gd name="connsiteY234" fmla="*/ 453866 h 536619"/>
                  <a:gd name="connsiteX235" fmla="*/ 233597 w 451274"/>
                  <a:gd name="connsiteY235" fmla="*/ 453866 h 536619"/>
                  <a:gd name="connsiteX236" fmla="*/ 233394 w 451274"/>
                  <a:gd name="connsiteY236" fmla="*/ 449728 h 536619"/>
                  <a:gd name="connsiteX237" fmla="*/ 229255 w 451274"/>
                  <a:gd name="connsiteY237" fmla="*/ 446028 h 536619"/>
                  <a:gd name="connsiteX238" fmla="*/ 229693 w 451274"/>
                  <a:gd name="connsiteY238" fmla="*/ 441890 h 536619"/>
                  <a:gd name="connsiteX239" fmla="*/ 230130 w 451274"/>
                  <a:gd name="connsiteY239" fmla="*/ 438863 h 536619"/>
                  <a:gd name="connsiteX240" fmla="*/ 228817 w 451274"/>
                  <a:gd name="connsiteY240" fmla="*/ 435600 h 536619"/>
                  <a:gd name="connsiteX241" fmla="*/ 226866 w 451274"/>
                  <a:gd name="connsiteY241" fmla="*/ 432337 h 536619"/>
                  <a:gd name="connsiteX242" fmla="*/ 222962 w 451274"/>
                  <a:gd name="connsiteY242" fmla="*/ 427123 h 536619"/>
                  <a:gd name="connsiteX243" fmla="*/ 226462 w 451274"/>
                  <a:gd name="connsiteY243" fmla="*/ 424532 h 536619"/>
                  <a:gd name="connsiteX244" fmla="*/ 230164 w 451274"/>
                  <a:gd name="connsiteY244" fmla="*/ 423658 h 536619"/>
                  <a:gd name="connsiteX245" fmla="*/ 234303 w 451274"/>
                  <a:gd name="connsiteY245" fmla="*/ 423859 h 536619"/>
                  <a:gd name="connsiteX246" fmla="*/ 235380 w 451274"/>
                  <a:gd name="connsiteY246" fmla="*/ 428434 h 536619"/>
                  <a:gd name="connsiteX247" fmla="*/ 235380 w 451274"/>
                  <a:gd name="connsiteY247" fmla="*/ 435162 h 536619"/>
                  <a:gd name="connsiteX248" fmla="*/ 237332 w 451274"/>
                  <a:gd name="connsiteY248" fmla="*/ 439939 h 536619"/>
                  <a:gd name="connsiteX249" fmla="*/ 240798 w 451274"/>
                  <a:gd name="connsiteY249" fmla="*/ 439939 h 536619"/>
                  <a:gd name="connsiteX250" fmla="*/ 247529 w 451274"/>
                  <a:gd name="connsiteY250" fmla="*/ 438964 h 536619"/>
                  <a:gd name="connsiteX251" fmla="*/ 248169 w 451274"/>
                  <a:gd name="connsiteY251" fmla="*/ 435600 h 536619"/>
                  <a:gd name="connsiteX252" fmla="*/ 244702 w 451274"/>
                  <a:gd name="connsiteY252" fmla="*/ 429511 h 536619"/>
                  <a:gd name="connsiteX253" fmla="*/ 241875 w 451274"/>
                  <a:gd name="connsiteY253" fmla="*/ 425609 h 536619"/>
                  <a:gd name="connsiteX254" fmla="*/ 239924 w 451274"/>
                  <a:gd name="connsiteY254" fmla="*/ 419318 h 536619"/>
                  <a:gd name="connsiteX255" fmla="*/ 237971 w 451274"/>
                  <a:gd name="connsiteY255" fmla="*/ 413028 h 536619"/>
                  <a:gd name="connsiteX256" fmla="*/ 242313 w 451274"/>
                  <a:gd name="connsiteY256" fmla="*/ 417165 h 536619"/>
                  <a:gd name="connsiteX257" fmla="*/ 249919 w 451274"/>
                  <a:gd name="connsiteY257" fmla="*/ 424330 h 536619"/>
                  <a:gd name="connsiteX258" fmla="*/ 255371 w 451274"/>
                  <a:gd name="connsiteY258" fmla="*/ 423691 h 536619"/>
                  <a:gd name="connsiteX259" fmla="*/ 260587 w 451274"/>
                  <a:gd name="connsiteY259" fmla="*/ 420865 h 536619"/>
                  <a:gd name="connsiteX260" fmla="*/ 268833 w 451274"/>
                  <a:gd name="connsiteY260" fmla="*/ 420865 h 536619"/>
                  <a:gd name="connsiteX261" fmla="*/ 271222 w 451274"/>
                  <a:gd name="connsiteY261" fmla="*/ 421942 h 536619"/>
                  <a:gd name="connsiteX262" fmla="*/ 279266 w 451274"/>
                  <a:gd name="connsiteY262" fmla="*/ 425642 h 536619"/>
                  <a:gd name="connsiteX263" fmla="*/ 285794 w 451274"/>
                  <a:gd name="connsiteY263" fmla="*/ 427593 h 536619"/>
                  <a:gd name="connsiteX264" fmla="*/ 293199 w 451274"/>
                  <a:gd name="connsiteY264" fmla="*/ 425205 h 536619"/>
                  <a:gd name="connsiteX265" fmla="*/ 293838 w 451274"/>
                  <a:gd name="connsiteY265" fmla="*/ 419789 h 536619"/>
                  <a:gd name="connsiteX266" fmla="*/ 294915 w 451274"/>
                  <a:gd name="connsiteY266" fmla="*/ 413700 h 536619"/>
                  <a:gd name="connsiteX267" fmla="*/ 299492 w 451274"/>
                  <a:gd name="connsiteY267" fmla="*/ 408923 h 536619"/>
                  <a:gd name="connsiteX268" fmla="*/ 302756 w 451274"/>
                  <a:gd name="connsiteY268" fmla="*/ 407847 h 536619"/>
                  <a:gd name="connsiteX269" fmla="*/ 305583 w 451274"/>
                  <a:gd name="connsiteY269" fmla="*/ 405021 h 536619"/>
                  <a:gd name="connsiteX270" fmla="*/ 306223 w 451274"/>
                  <a:gd name="connsiteY270" fmla="*/ 400446 h 536619"/>
                  <a:gd name="connsiteX271" fmla="*/ 303194 w 451274"/>
                  <a:gd name="connsiteY271" fmla="*/ 396746 h 536619"/>
                  <a:gd name="connsiteX272" fmla="*/ 294511 w 451274"/>
                  <a:gd name="connsiteY272" fmla="*/ 395669 h 536619"/>
                  <a:gd name="connsiteX273" fmla="*/ 292122 w 451274"/>
                  <a:gd name="connsiteY273" fmla="*/ 392205 h 536619"/>
                  <a:gd name="connsiteX274" fmla="*/ 292122 w 451274"/>
                  <a:gd name="connsiteY274" fmla="*/ 389614 h 536619"/>
                  <a:gd name="connsiteX275" fmla="*/ 299963 w 451274"/>
                  <a:gd name="connsiteY275" fmla="*/ 389614 h 536619"/>
                  <a:gd name="connsiteX276" fmla="*/ 305180 w 451274"/>
                  <a:gd name="connsiteY276" fmla="*/ 389614 h 536619"/>
                  <a:gd name="connsiteX277" fmla="*/ 310396 w 451274"/>
                  <a:gd name="connsiteY277" fmla="*/ 386150 h 536619"/>
                  <a:gd name="connsiteX278" fmla="*/ 322579 w 451274"/>
                  <a:gd name="connsiteY278" fmla="*/ 386150 h 536619"/>
                  <a:gd name="connsiteX279" fmla="*/ 327594 w 451274"/>
                  <a:gd name="connsiteY279" fmla="*/ 386150 h 536619"/>
                  <a:gd name="connsiteX280" fmla="*/ 330623 w 451274"/>
                  <a:gd name="connsiteY280" fmla="*/ 381810 h 536619"/>
                  <a:gd name="connsiteX281" fmla="*/ 331296 w 451274"/>
                  <a:gd name="connsiteY281" fmla="*/ 372256 h 536619"/>
                  <a:gd name="connsiteX282" fmla="*/ 326719 w 451274"/>
                  <a:gd name="connsiteY282" fmla="*/ 367244 h 536619"/>
                  <a:gd name="connsiteX283" fmla="*/ 322579 w 451274"/>
                  <a:gd name="connsiteY283" fmla="*/ 365293 h 536619"/>
                  <a:gd name="connsiteX284" fmla="*/ 316488 w 451274"/>
                  <a:gd name="connsiteY284" fmla="*/ 365293 h 536619"/>
                  <a:gd name="connsiteX285" fmla="*/ 316488 w 451274"/>
                  <a:gd name="connsiteY285" fmla="*/ 360079 h 536619"/>
                  <a:gd name="connsiteX286" fmla="*/ 318541 w 451274"/>
                  <a:gd name="connsiteY286" fmla="*/ 355100 h 536619"/>
                  <a:gd name="connsiteX287" fmla="*/ 319954 w 451274"/>
                  <a:gd name="connsiteY287" fmla="*/ 350525 h 536619"/>
                  <a:gd name="connsiteX288" fmla="*/ 319954 w 451274"/>
                  <a:gd name="connsiteY288" fmla="*/ 345984 h 536619"/>
                  <a:gd name="connsiteX289" fmla="*/ 322680 w 451274"/>
                  <a:gd name="connsiteY289" fmla="*/ 343360 h 536619"/>
                  <a:gd name="connsiteX290" fmla="*/ 326921 w 451274"/>
                  <a:gd name="connsiteY290" fmla="*/ 343595 h 536619"/>
                  <a:gd name="connsiteX291" fmla="*/ 326921 w 451274"/>
                  <a:gd name="connsiteY291" fmla="*/ 348809 h 536619"/>
                  <a:gd name="connsiteX292" fmla="*/ 326921 w 451274"/>
                  <a:gd name="connsiteY292" fmla="*/ 354259 h 536619"/>
                  <a:gd name="connsiteX293" fmla="*/ 331599 w 451274"/>
                  <a:gd name="connsiteY293" fmla="*/ 358599 h 536619"/>
                  <a:gd name="connsiteX294" fmla="*/ 337151 w 451274"/>
                  <a:gd name="connsiteY294" fmla="*/ 357085 h 536619"/>
                  <a:gd name="connsiteX295" fmla="*/ 338901 w 451274"/>
                  <a:gd name="connsiteY295" fmla="*/ 355571 h 536619"/>
                  <a:gd name="connsiteX296" fmla="*/ 338700 w 451274"/>
                  <a:gd name="connsiteY296" fmla="*/ 347531 h 536619"/>
                  <a:gd name="connsiteX297" fmla="*/ 339575 w 451274"/>
                  <a:gd name="connsiteY297" fmla="*/ 344268 h 536619"/>
                  <a:gd name="connsiteX298" fmla="*/ 342200 w 451274"/>
                  <a:gd name="connsiteY298" fmla="*/ 342317 h 536619"/>
                  <a:gd name="connsiteX299" fmla="*/ 346541 w 451274"/>
                  <a:gd name="connsiteY299" fmla="*/ 344705 h 536619"/>
                  <a:gd name="connsiteX300" fmla="*/ 350681 w 451274"/>
                  <a:gd name="connsiteY300" fmla="*/ 347531 h 536619"/>
                  <a:gd name="connsiteX301" fmla="*/ 354585 w 451274"/>
                  <a:gd name="connsiteY301" fmla="*/ 346455 h 536619"/>
                  <a:gd name="connsiteX302" fmla="*/ 357849 w 451274"/>
                  <a:gd name="connsiteY302" fmla="*/ 341240 h 536619"/>
                  <a:gd name="connsiteX303" fmla="*/ 359801 w 451274"/>
                  <a:gd name="connsiteY303" fmla="*/ 337776 h 536619"/>
                  <a:gd name="connsiteX304" fmla="*/ 357412 w 451274"/>
                  <a:gd name="connsiteY304" fmla="*/ 332360 h 536619"/>
                  <a:gd name="connsiteX305" fmla="*/ 347181 w 451274"/>
                  <a:gd name="connsiteY305" fmla="*/ 332360 h 536619"/>
                  <a:gd name="connsiteX306" fmla="*/ 339575 w 451274"/>
                  <a:gd name="connsiteY306" fmla="*/ 326069 h 536619"/>
                  <a:gd name="connsiteX307" fmla="*/ 337185 w 451274"/>
                  <a:gd name="connsiteY307" fmla="*/ 320855 h 536619"/>
                  <a:gd name="connsiteX308" fmla="*/ 338262 w 451274"/>
                  <a:gd name="connsiteY308" fmla="*/ 316717 h 536619"/>
                  <a:gd name="connsiteX309" fmla="*/ 342839 w 451274"/>
                  <a:gd name="connsiteY309" fmla="*/ 316717 h 536619"/>
                  <a:gd name="connsiteX310" fmla="*/ 348291 w 451274"/>
                  <a:gd name="connsiteY310" fmla="*/ 318904 h 536619"/>
                  <a:gd name="connsiteX311" fmla="*/ 353710 w 451274"/>
                  <a:gd name="connsiteY311" fmla="*/ 321292 h 536619"/>
                  <a:gd name="connsiteX312" fmla="*/ 356536 w 451274"/>
                  <a:gd name="connsiteY312" fmla="*/ 321057 h 536619"/>
                  <a:gd name="connsiteX313" fmla="*/ 356536 w 451274"/>
                  <a:gd name="connsiteY313" fmla="*/ 311503 h 536619"/>
                  <a:gd name="connsiteX314" fmla="*/ 361113 w 451274"/>
                  <a:gd name="connsiteY314" fmla="*/ 303026 h 536619"/>
                  <a:gd name="connsiteX315" fmla="*/ 364378 w 451274"/>
                  <a:gd name="connsiteY315" fmla="*/ 305650 h 536619"/>
                  <a:gd name="connsiteX316" fmla="*/ 368282 w 451274"/>
                  <a:gd name="connsiteY316" fmla="*/ 309787 h 536619"/>
                  <a:gd name="connsiteX317" fmla="*/ 371984 w 451274"/>
                  <a:gd name="connsiteY317" fmla="*/ 315002 h 536619"/>
                  <a:gd name="connsiteX318" fmla="*/ 371547 w 451274"/>
                  <a:gd name="connsiteY318" fmla="*/ 320014 h 536619"/>
                  <a:gd name="connsiteX319" fmla="*/ 378278 w 451274"/>
                  <a:gd name="connsiteY319" fmla="*/ 327179 h 536619"/>
                  <a:gd name="connsiteX320" fmla="*/ 388071 w 451274"/>
                  <a:gd name="connsiteY320" fmla="*/ 327179 h 536619"/>
                  <a:gd name="connsiteX321" fmla="*/ 390662 w 451274"/>
                  <a:gd name="connsiteY321" fmla="*/ 324555 h 536619"/>
                  <a:gd name="connsiteX322" fmla="*/ 389350 w 451274"/>
                  <a:gd name="connsiteY322" fmla="*/ 318702 h 536619"/>
                  <a:gd name="connsiteX323" fmla="*/ 385884 w 451274"/>
                  <a:gd name="connsiteY323" fmla="*/ 308913 h 536619"/>
                  <a:gd name="connsiteX324" fmla="*/ 381542 w 451274"/>
                  <a:gd name="connsiteY324" fmla="*/ 304338 h 536619"/>
                  <a:gd name="connsiteX325" fmla="*/ 376527 w 451274"/>
                  <a:gd name="connsiteY325" fmla="*/ 297610 h 536619"/>
                  <a:gd name="connsiteX326" fmla="*/ 383898 w 451274"/>
                  <a:gd name="connsiteY326" fmla="*/ 297610 h 536619"/>
                  <a:gd name="connsiteX327" fmla="*/ 388475 w 451274"/>
                  <a:gd name="connsiteY327" fmla="*/ 295457 h 536619"/>
                  <a:gd name="connsiteX328" fmla="*/ 387600 w 451274"/>
                  <a:gd name="connsiteY328" fmla="*/ 289166 h 536619"/>
                  <a:gd name="connsiteX329" fmla="*/ 386725 w 451274"/>
                  <a:gd name="connsiteY329" fmla="*/ 283952 h 536619"/>
                  <a:gd name="connsiteX330" fmla="*/ 384335 w 451274"/>
                  <a:gd name="connsiteY330" fmla="*/ 275273 h 536619"/>
                  <a:gd name="connsiteX331" fmla="*/ 384537 w 451274"/>
                  <a:gd name="connsiteY331" fmla="*/ 268747 h 536619"/>
                  <a:gd name="connsiteX332" fmla="*/ 385177 w 451274"/>
                  <a:gd name="connsiteY332" fmla="*/ 266359 h 536619"/>
                  <a:gd name="connsiteX333" fmla="*/ 396249 w 451274"/>
                  <a:gd name="connsiteY333" fmla="*/ 266359 h 536619"/>
                  <a:gd name="connsiteX334" fmla="*/ 399749 w 451274"/>
                  <a:gd name="connsiteY334" fmla="*/ 262759 h 536619"/>
                  <a:gd name="connsiteX335" fmla="*/ 398672 w 451274"/>
                  <a:gd name="connsiteY335" fmla="*/ 257444 h 536619"/>
                  <a:gd name="connsiteX336" fmla="*/ 395206 w 451274"/>
                  <a:gd name="connsiteY336" fmla="*/ 251355 h 536619"/>
                  <a:gd name="connsiteX337" fmla="*/ 388677 w 451274"/>
                  <a:gd name="connsiteY337" fmla="*/ 248967 h 536619"/>
                  <a:gd name="connsiteX338" fmla="*/ 379994 w 451274"/>
                  <a:gd name="connsiteY338" fmla="*/ 248967 h 536619"/>
                  <a:gd name="connsiteX339" fmla="*/ 372826 w 451274"/>
                  <a:gd name="connsiteY339" fmla="*/ 248967 h 536619"/>
                  <a:gd name="connsiteX340" fmla="*/ 373902 w 451274"/>
                  <a:gd name="connsiteY340" fmla="*/ 245368 h 536619"/>
                  <a:gd name="connsiteX341" fmla="*/ 380869 w 451274"/>
                  <a:gd name="connsiteY341" fmla="*/ 238539 h 536619"/>
                  <a:gd name="connsiteX342" fmla="*/ 383696 w 451274"/>
                  <a:gd name="connsiteY342" fmla="*/ 234401 h 536619"/>
                  <a:gd name="connsiteX343" fmla="*/ 384571 w 451274"/>
                  <a:gd name="connsiteY343" fmla="*/ 225924 h 536619"/>
                  <a:gd name="connsiteX344" fmla="*/ 388273 w 451274"/>
                  <a:gd name="connsiteY344" fmla="*/ 220272 h 536619"/>
                  <a:gd name="connsiteX345" fmla="*/ 395441 w 451274"/>
                  <a:gd name="connsiteY345" fmla="*/ 218759 h 536619"/>
                  <a:gd name="connsiteX346" fmla="*/ 401095 w 451274"/>
                  <a:gd name="connsiteY346" fmla="*/ 216370 h 536619"/>
                  <a:gd name="connsiteX347" fmla="*/ 405639 w 451274"/>
                  <a:gd name="connsiteY347" fmla="*/ 216370 h 536619"/>
                  <a:gd name="connsiteX348" fmla="*/ 410417 w 451274"/>
                  <a:gd name="connsiteY348" fmla="*/ 213545 h 536619"/>
                  <a:gd name="connsiteX349" fmla="*/ 411730 w 451274"/>
                  <a:gd name="connsiteY349" fmla="*/ 207893 h 536619"/>
                  <a:gd name="connsiteX350" fmla="*/ 407591 w 451274"/>
                  <a:gd name="connsiteY350" fmla="*/ 203755 h 536619"/>
                  <a:gd name="connsiteX351" fmla="*/ 402811 w 451274"/>
                  <a:gd name="connsiteY351" fmla="*/ 202881 h 536619"/>
                  <a:gd name="connsiteX352" fmla="*/ 398033 w 451274"/>
                  <a:gd name="connsiteY352" fmla="*/ 204193 h 536619"/>
                  <a:gd name="connsiteX353" fmla="*/ 394768 w 451274"/>
                  <a:gd name="connsiteY353" fmla="*/ 207893 h 536619"/>
                  <a:gd name="connsiteX354" fmla="*/ 391706 w 451274"/>
                  <a:gd name="connsiteY354" fmla="*/ 211593 h 536619"/>
                  <a:gd name="connsiteX355" fmla="*/ 388677 w 451274"/>
                  <a:gd name="connsiteY355" fmla="*/ 213545 h 536619"/>
                  <a:gd name="connsiteX356" fmla="*/ 385782 w 451274"/>
                  <a:gd name="connsiteY356" fmla="*/ 211291 h 536619"/>
                  <a:gd name="connsiteX357" fmla="*/ 380869 w 451274"/>
                  <a:gd name="connsiteY357" fmla="*/ 208969 h 536619"/>
                  <a:gd name="connsiteX358" fmla="*/ 375652 w 451274"/>
                  <a:gd name="connsiteY358" fmla="*/ 204058 h 536619"/>
                  <a:gd name="connsiteX359" fmla="*/ 374777 w 451274"/>
                  <a:gd name="connsiteY359" fmla="*/ 200593 h 536619"/>
                  <a:gd name="connsiteX360" fmla="*/ 378244 w 451274"/>
                  <a:gd name="connsiteY360" fmla="*/ 198272 h 536619"/>
                  <a:gd name="connsiteX361" fmla="*/ 379994 w 451274"/>
                  <a:gd name="connsiteY361" fmla="*/ 196826 h 536619"/>
                  <a:gd name="connsiteX362" fmla="*/ 383191 w 451274"/>
                  <a:gd name="connsiteY362" fmla="*/ 196826 h 536619"/>
                  <a:gd name="connsiteX363" fmla="*/ 386388 w 451274"/>
                  <a:gd name="connsiteY363" fmla="*/ 200459 h 536619"/>
                  <a:gd name="connsiteX364" fmla="*/ 390461 w 451274"/>
                  <a:gd name="connsiteY364" fmla="*/ 202040 h 536619"/>
                  <a:gd name="connsiteX365" fmla="*/ 395374 w 451274"/>
                  <a:gd name="connsiteY365" fmla="*/ 202040 h 536619"/>
                  <a:gd name="connsiteX366" fmla="*/ 398268 w 451274"/>
                  <a:gd name="connsiteY366" fmla="*/ 199416 h 536619"/>
                  <a:gd name="connsiteX367" fmla="*/ 398268 w 451274"/>
                  <a:gd name="connsiteY367" fmla="*/ 193899 h 536619"/>
                  <a:gd name="connsiteX368" fmla="*/ 395509 w 451274"/>
                  <a:gd name="connsiteY368" fmla="*/ 190703 h 536619"/>
                  <a:gd name="connsiteX369" fmla="*/ 391302 w 451274"/>
                  <a:gd name="connsiteY369" fmla="*/ 185489 h 536619"/>
                  <a:gd name="connsiteX370" fmla="*/ 391302 w 451274"/>
                  <a:gd name="connsiteY370" fmla="*/ 182865 h 536619"/>
                  <a:gd name="connsiteX371" fmla="*/ 385580 w 451274"/>
                  <a:gd name="connsiteY371" fmla="*/ 179400 h 536619"/>
                  <a:gd name="connsiteX372" fmla="*/ 379119 w 451274"/>
                  <a:gd name="connsiteY372" fmla="*/ 178526 h 536619"/>
                  <a:gd name="connsiteX373" fmla="*/ 379119 w 451274"/>
                  <a:gd name="connsiteY373" fmla="*/ 177651 h 536619"/>
                  <a:gd name="connsiteX374" fmla="*/ 381878 w 451274"/>
                  <a:gd name="connsiteY374" fmla="*/ 175330 h 536619"/>
                  <a:gd name="connsiteX375" fmla="*/ 383460 w 451274"/>
                  <a:gd name="connsiteY375" fmla="*/ 172437 h 536619"/>
                  <a:gd name="connsiteX376" fmla="*/ 377941 w 451274"/>
                  <a:gd name="connsiteY376" fmla="*/ 172437 h 536619"/>
                  <a:gd name="connsiteX377" fmla="*/ 372152 w 451274"/>
                  <a:gd name="connsiteY377" fmla="*/ 169813 h 536619"/>
                  <a:gd name="connsiteX378" fmla="*/ 369527 w 451274"/>
                  <a:gd name="connsiteY378" fmla="*/ 165743 h 536619"/>
                  <a:gd name="connsiteX379" fmla="*/ 371849 w 451274"/>
                  <a:gd name="connsiteY379" fmla="*/ 162547 h 536619"/>
                  <a:gd name="connsiteX380" fmla="*/ 376763 w 451274"/>
                  <a:gd name="connsiteY380" fmla="*/ 165743 h 536619"/>
                  <a:gd name="connsiteX381" fmla="*/ 383730 w 451274"/>
                  <a:gd name="connsiteY381" fmla="*/ 168064 h 536619"/>
                  <a:gd name="connsiteX382" fmla="*/ 384032 w 451274"/>
                  <a:gd name="connsiteY382" fmla="*/ 165743 h 536619"/>
                  <a:gd name="connsiteX383" fmla="*/ 382585 w 451274"/>
                  <a:gd name="connsiteY383" fmla="*/ 162850 h 536619"/>
                  <a:gd name="connsiteX384" fmla="*/ 382585 w 451274"/>
                  <a:gd name="connsiteY384" fmla="*/ 157938 h 536619"/>
                  <a:gd name="connsiteX385" fmla="*/ 385042 w 451274"/>
                  <a:gd name="connsiteY385" fmla="*/ 158207 h 536619"/>
                  <a:gd name="connsiteX386" fmla="*/ 386927 w 451274"/>
                  <a:gd name="connsiteY386" fmla="*/ 158779 h 536619"/>
                  <a:gd name="connsiteX387" fmla="*/ 390124 w 451274"/>
                  <a:gd name="connsiteY387" fmla="*/ 156458 h 536619"/>
                  <a:gd name="connsiteX388" fmla="*/ 394768 w 451274"/>
                  <a:gd name="connsiteY388" fmla="*/ 157602 h 536619"/>
                  <a:gd name="connsiteX389" fmla="*/ 394768 w 451274"/>
                  <a:gd name="connsiteY389" fmla="*/ 164565 h 536619"/>
                  <a:gd name="connsiteX390" fmla="*/ 394768 w 451274"/>
                  <a:gd name="connsiteY390" fmla="*/ 170654 h 536619"/>
                  <a:gd name="connsiteX391" fmla="*/ 401735 w 451274"/>
                  <a:gd name="connsiteY391" fmla="*/ 170654 h 536619"/>
                  <a:gd name="connsiteX392" fmla="*/ 405201 w 451274"/>
                  <a:gd name="connsiteY392" fmla="*/ 169645 h 536619"/>
                  <a:gd name="connsiteX393" fmla="*/ 406648 w 451274"/>
                  <a:gd name="connsiteY393" fmla="*/ 166314 h 536619"/>
                  <a:gd name="connsiteX394" fmla="*/ 408667 w 451274"/>
                  <a:gd name="connsiteY394" fmla="*/ 160528 h 536619"/>
                  <a:gd name="connsiteX395" fmla="*/ 410990 w 451274"/>
                  <a:gd name="connsiteY395" fmla="*/ 159082 h 536619"/>
                  <a:gd name="connsiteX396" fmla="*/ 412740 w 451274"/>
                  <a:gd name="connsiteY396" fmla="*/ 159654 h 536619"/>
                  <a:gd name="connsiteX397" fmla="*/ 415062 w 451274"/>
                  <a:gd name="connsiteY397" fmla="*/ 162278 h 536619"/>
                  <a:gd name="connsiteX398" fmla="*/ 414490 w 451274"/>
                  <a:gd name="connsiteY398" fmla="*/ 164868 h 536619"/>
                  <a:gd name="connsiteX399" fmla="*/ 413918 w 451274"/>
                  <a:gd name="connsiteY399" fmla="*/ 167189 h 536619"/>
                  <a:gd name="connsiteX400" fmla="*/ 411293 w 451274"/>
                  <a:gd name="connsiteY400" fmla="*/ 170957 h 536619"/>
                  <a:gd name="connsiteX401" fmla="*/ 408095 w 451274"/>
                  <a:gd name="connsiteY401" fmla="*/ 173547 h 536619"/>
                  <a:gd name="connsiteX402" fmla="*/ 404326 w 451274"/>
                  <a:gd name="connsiteY402" fmla="*/ 177886 h 536619"/>
                  <a:gd name="connsiteX403" fmla="*/ 401701 w 451274"/>
                  <a:gd name="connsiteY403" fmla="*/ 183673 h 536619"/>
                  <a:gd name="connsiteX404" fmla="*/ 401701 w 451274"/>
                  <a:gd name="connsiteY404" fmla="*/ 185994 h 536619"/>
                  <a:gd name="connsiteX405" fmla="*/ 404461 w 451274"/>
                  <a:gd name="connsiteY405" fmla="*/ 190636 h 536619"/>
                  <a:gd name="connsiteX406" fmla="*/ 411562 w 451274"/>
                  <a:gd name="connsiteY406" fmla="*/ 187171 h 536619"/>
                  <a:gd name="connsiteX407" fmla="*/ 423745 w 451274"/>
                  <a:gd name="connsiteY407" fmla="*/ 181385 h 536619"/>
                  <a:gd name="connsiteX408" fmla="*/ 428389 w 451274"/>
                  <a:gd name="connsiteY408" fmla="*/ 174422 h 536619"/>
                  <a:gd name="connsiteX409" fmla="*/ 430409 w 451274"/>
                  <a:gd name="connsiteY409" fmla="*/ 168333 h 536619"/>
                  <a:gd name="connsiteX410" fmla="*/ 422567 w 451274"/>
                  <a:gd name="connsiteY410" fmla="*/ 159351 h 536619"/>
                  <a:gd name="connsiteX411" fmla="*/ 418797 w 451274"/>
                  <a:gd name="connsiteY411" fmla="*/ 152690 h 536619"/>
                  <a:gd name="connsiteX412" fmla="*/ 420817 w 451274"/>
                  <a:gd name="connsiteY412" fmla="*/ 147173 h 536619"/>
                  <a:gd name="connsiteX413" fmla="*/ 420817 w 451274"/>
                  <a:gd name="connsiteY413" fmla="*/ 142834 h 536619"/>
                  <a:gd name="connsiteX414" fmla="*/ 425158 w 451274"/>
                  <a:gd name="connsiteY414" fmla="*/ 140815 h 536619"/>
                  <a:gd name="connsiteX415" fmla="*/ 430375 w 451274"/>
                  <a:gd name="connsiteY415" fmla="*/ 141118 h 536619"/>
                  <a:gd name="connsiteX416" fmla="*/ 433841 w 451274"/>
                  <a:gd name="connsiteY416" fmla="*/ 142868 h 536619"/>
                  <a:gd name="connsiteX417" fmla="*/ 437611 w 451274"/>
                  <a:gd name="connsiteY417" fmla="*/ 142868 h 536619"/>
                  <a:gd name="connsiteX418" fmla="*/ 438890 w 451274"/>
                  <a:gd name="connsiteY418" fmla="*/ 139537 h 536619"/>
                  <a:gd name="connsiteX419" fmla="*/ 437307 w 451274"/>
                  <a:gd name="connsiteY419" fmla="*/ 135904 h 536619"/>
                  <a:gd name="connsiteX420" fmla="*/ 436736 w 451274"/>
                  <a:gd name="connsiteY420" fmla="*/ 133011 h 536619"/>
                  <a:gd name="connsiteX421" fmla="*/ 435288 w 451274"/>
                  <a:gd name="connsiteY421" fmla="*/ 124904 h 536619"/>
                  <a:gd name="connsiteX422" fmla="*/ 438890 w 451274"/>
                  <a:gd name="connsiteY422" fmla="*/ 123155 h 536619"/>
                  <a:gd name="connsiteX423" fmla="*/ 444846 w 451274"/>
                  <a:gd name="connsiteY423" fmla="*/ 120834 h 536619"/>
                  <a:gd name="connsiteX424" fmla="*/ 446293 w 451274"/>
                  <a:gd name="connsiteY424" fmla="*/ 115922 h 536619"/>
                  <a:gd name="connsiteX425" fmla="*/ 441952 w 451274"/>
                  <a:gd name="connsiteY425" fmla="*/ 111583 h 536619"/>
                  <a:gd name="connsiteX426" fmla="*/ 439058 w 451274"/>
                  <a:gd name="connsiteY426" fmla="*/ 108118 h 536619"/>
                  <a:gd name="connsiteX427" fmla="*/ 433841 w 451274"/>
                  <a:gd name="connsiteY427" fmla="*/ 108118 h 536619"/>
                  <a:gd name="connsiteX428" fmla="*/ 426875 w 451274"/>
                  <a:gd name="connsiteY428" fmla="*/ 106369 h 536619"/>
                  <a:gd name="connsiteX429" fmla="*/ 426572 w 451274"/>
                  <a:gd name="connsiteY429" fmla="*/ 106369 h 536619"/>
                  <a:gd name="connsiteX430" fmla="*/ 429466 w 451274"/>
                  <a:gd name="connsiteY430" fmla="*/ 101154 h 536619"/>
                  <a:gd name="connsiteX431" fmla="*/ 438721 w 451274"/>
                  <a:gd name="connsiteY431" fmla="*/ 102904 h 536619"/>
                  <a:gd name="connsiteX432" fmla="*/ 443635 w 451274"/>
                  <a:gd name="connsiteY432" fmla="*/ 108690 h 536619"/>
                  <a:gd name="connsiteX433" fmla="*/ 447673 w 451274"/>
                  <a:gd name="connsiteY433" fmla="*/ 111583 h 536619"/>
                  <a:gd name="connsiteX434" fmla="*/ 451139 w 451274"/>
                  <a:gd name="connsiteY434" fmla="*/ 111583 h 536619"/>
                  <a:gd name="connsiteX435" fmla="*/ 451274 w 451274"/>
                  <a:gd name="connsiteY435" fmla="*/ 111011 h 536619"/>
                  <a:gd name="connsiteX436" fmla="*/ 451005 w 451274"/>
                  <a:gd name="connsiteY436" fmla="*/ 110977 h 53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451274" h="536619">
                    <a:moveTo>
                      <a:pt x="451005" y="110977"/>
                    </a:moveTo>
                    <a:lnTo>
                      <a:pt x="449255" y="109228"/>
                    </a:lnTo>
                    <a:lnTo>
                      <a:pt x="445116" y="105326"/>
                    </a:lnTo>
                    <a:lnTo>
                      <a:pt x="445116" y="100313"/>
                    </a:lnTo>
                    <a:lnTo>
                      <a:pt x="441649" y="93787"/>
                    </a:lnTo>
                    <a:cubicBezTo>
                      <a:pt x="441649" y="93787"/>
                      <a:pt x="441211" y="89011"/>
                      <a:pt x="440572" y="88371"/>
                    </a:cubicBezTo>
                    <a:cubicBezTo>
                      <a:pt x="439899" y="87732"/>
                      <a:pt x="437510" y="84032"/>
                      <a:pt x="437510" y="84032"/>
                    </a:cubicBezTo>
                    <a:lnTo>
                      <a:pt x="427514" y="82283"/>
                    </a:lnTo>
                    <a:cubicBezTo>
                      <a:pt x="427514" y="82283"/>
                      <a:pt x="417283" y="83595"/>
                      <a:pt x="416643" y="83796"/>
                    </a:cubicBezTo>
                    <a:cubicBezTo>
                      <a:pt x="416004" y="83998"/>
                      <a:pt x="410350" y="87059"/>
                      <a:pt x="410350" y="87059"/>
                    </a:cubicBezTo>
                    <a:lnTo>
                      <a:pt x="405134" y="93787"/>
                    </a:lnTo>
                    <a:lnTo>
                      <a:pt x="401432" y="99203"/>
                    </a:lnTo>
                    <a:cubicBezTo>
                      <a:pt x="401432" y="99203"/>
                      <a:pt x="395340" y="100717"/>
                      <a:pt x="394701" y="100953"/>
                    </a:cubicBezTo>
                    <a:cubicBezTo>
                      <a:pt x="394028" y="101188"/>
                      <a:pt x="387533" y="102029"/>
                      <a:pt x="387533" y="102029"/>
                    </a:cubicBezTo>
                    <a:lnTo>
                      <a:pt x="381206" y="100280"/>
                    </a:lnTo>
                    <a:lnTo>
                      <a:pt x="378580" y="94830"/>
                    </a:lnTo>
                    <a:lnTo>
                      <a:pt x="375114" y="87867"/>
                    </a:lnTo>
                    <a:lnTo>
                      <a:pt x="370772" y="80264"/>
                    </a:lnTo>
                    <a:lnTo>
                      <a:pt x="368820" y="71350"/>
                    </a:lnTo>
                    <a:lnTo>
                      <a:pt x="364681" y="64386"/>
                    </a:lnTo>
                    <a:lnTo>
                      <a:pt x="358589" y="65463"/>
                    </a:lnTo>
                    <a:lnTo>
                      <a:pt x="355965" y="68087"/>
                    </a:lnTo>
                    <a:lnTo>
                      <a:pt x="354214" y="73503"/>
                    </a:lnTo>
                    <a:cubicBezTo>
                      <a:pt x="354214" y="73503"/>
                      <a:pt x="351185" y="80029"/>
                      <a:pt x="350310" y="80029"/>
                    </a:cubicBezTo>
                    <a:cubicBezTo>
                      <a:pt x="349435" y="80029"/>
                      <a:pt x="346171" y="81105"/>
                      <a:pt x="346171" y="81105"/>
                    </a:cubicBezTo>
                    <a:lnTo>
                      <a:pt x="342469" y="84368"/>
                    </a:lnTo>
                    <a:cubicBezTo>
                      <a:pt x="342469" y="84368"/>
                      <a:pt x="342469" y="85680"/>
                      <a:pt x="342469" y="87396"/>
                    </a:cubicBezTo>
                    <a:cubicBezTo>
                      <a:pt x="342469" y="89145"/>
                      <a:pt x="336377" y="94796"/>
                      <a:pt x="335502" y="95234"/>
                    </a:cubicBezTo>
                    <a:cubicBezTo>
                      <a:pt x="334627" y="95671"/>
                      <a:pt x="330724" y="97622"/>
                      <a:pt x="329849" y="98261"/>
                    </a:cubicBezTo>
                    <a:cubicBezTo>
                      <a:pt x="328974" y="98901"/>
                      <a:pt x="323555" y="98463"/>
                      <a:pt x="322882" y="98261"/>
                    </a:cubicBezTo>
                    <a:cubicBezTo>
                      <a:pt x="322243" y="98060"/>
                      <a:pt x="322243" y="93485"/>
                      <a:pt x="322243" y="93485"/>
                    </a:cubicBezTo>
                    <a:lnTo>
                      <a:pt x="320290" y="88472"/>
                    </a:lnTo>
                    <a:cubicBezTo>
                      <a:pt x="320290" y="88472"/>
                      <a:pt x="313762" y="88472"/>
                      <a:pt x="310295" y="88910"/>
                    </a:cubicBezTo>
                    <a:cubicBezTo>
                      <a:pt x="306829" y="89347"/>
                      <a:pt x="306593" y="90861"/>
                      <a:pt x="305718" y="90861"/>
                    </a:cubicBezTo>
                    <a:cubicBezTo>
                      <a:pt x="304843" y="90861"/>
                      <a:pt x="299425" y="93451"/>
                      <a:pt x="298752" y="93451"/>
                    </a:cubicBezTo>
                    <a:cubicBezTo>
                      <a:pt x="298112" y="93451"/>
                      <a:pt x="291583" y="90861"/>
                      <a:pt x="291583" y="90861"/>
                    </a:cubicBezTo>
                    <a:lnTo>
                      <a:pt x="290271" y="84772"/>
                    </a:lnTo>
                    <a:lnTo>
                      <a:pt x="290069" y="74983"/>
                    </a:lnTo>
                    <a:lnTo>
                      <a:pt x="287040" y="65631"/>
                    </a:lnTo>
                    <a:lnTo>
                      <a:pt x="283977" y="56952"/>
                    </a:lnTo>
                    <a:lnTo>
                      <a:pt x="279400" y="47163"/>
                    </a:lnTo>
                    <a:lnTo>
                      <a:pt x="270482" y="33909"/>
                    </a:lnTo>
                    <a:lnTo>
                      <a:pt x="271559" y="24557"/>
                    </a:lnTo>
                    <a:lnTo>
                      <a:pt x="275261" y="17392"/>
                    </a:lnTo>
                    <a:lnTo>
                      <a:pt x="276338" y="7838"/>
                    </a:lnTo>
                    <a:lnTo>
                      <a:pt x="269371" y="0"/>
                    </a:lnTo>
                    <a:lnTo>
                      <a:pt x="262203" y="875"/>
                    </a:lnTo>
                    <a:lnTo>
                      <a:pt x="251770" y="5012"/>
                    </a:lnTo>
                    <a:cubicBezTo>
                      <a:pt x="251770" y="5012"/>
                      <a:pt x="244366" y="7603"/>
                      <a:pt x="243726" y="7838"/>
                    </a:cubicBezTo>
                    <a:cubicBezTo>
                      <a:pt x="243087" y="8040"/>
                      <a:pt x="237197" y="5651"/>
                      <a:pt x="237197" y="5651"/>
                    </a:cubicBezTo>
                    <a:lnTo>
                      <a:pt x="233496" y="6089"/>
                    </a:lnTo>
                    <a:lnTo>
                      <a:pt x="231981" y="7603"/>
                    </a:lnTo>
                    <a:lnTo>
                      <a:pt x="233496" y="13019"/>
                    </a:lnTo>
                    <a:lnTo>
                      <a:pt x="234135" y="16921"/>
                    </a:lnTo>
                    <a:lnTo>
                      <a:pt x="233697" y="24322"/>
                    </a:lnTo>
                    <a:lnTo>
                      <a:pt x="233260" y="24322"/>
                    </a:lnTo>
                    <a:lnTo>
                      <a:pt x="229995" y="25835"/>
                    </a:lnTo>
                    <a:lnTo>
                      <a:pt x="225014" y="29536"/>
                    </a:lnTo>
                    <a:cubicBezTo>
                      <a:pt x="225014" y="29536"/>
                      <a:pt x="220875" y="29536"/>
                      <a:pt x="220000" y="29536"/>
                    </a:cubicBezTo>
                    <a:cubicBezTo>
                      <a:pt x="219125" y="29536"/>
                      <a:pt x="214582" y="32361"/>
                      <a:pt x="214582" y="32361"/>
                    </a:cubicBezTo>
                    <a:lnTo>
                      <a:pt x="212832" y="33673"/>
                    </a:lnTo>
                    <a:lnTo>
                      <a:pt x="211754" y="39089"/>
                    </a:lnTo>
                    <a:lnTo>
                      <a:pt x="208726" y="41915"/>
                    </a:lnTo>
                    <a:lnTo>
                      <a:pt x="205697" y="40166"/>
                    </a:lnTo>
                    <a:lnTo>
                      <a:pt x="202634" y="37777"/>
                    </a:lnTo>
                    <a:lnTo>
                      <a:pt x="195466" y="41915"/>
                    </a:lnTo>
                    <a:cubicBezTo>
                      <a:pt x="195466" y="41915"/>
                      <a:pt x="186110" y="46490"/>
                      <a:pt x="185235" y="46927"/>
                    </a:cubicBezTo>
                    <a:cubicBezTo>
                      <a:pt x="184360" y="47365"/>
                      <a:pt x="179816" y="52141"/>
                      <a:pt x="179816" y="52141"/>
                    </a:cubicBezTo>
                    <a:lnTo>
                      <a:pt x="176788" y="55405"/>
                    </a:lnTo>
                    <a:lnTo>
                      <a:pt x="170932" y="58230"/>
                    </a:lnTo>
                    <a:lnTo>
                      <a:pt x="167667" y="60181"/>
                    </a:lnTo>
                    <a:lnTo>
                      <a:pt x="161576" y="59307"/>
                    </a:lnTo>
                    <a:lnTo>
                      <a:pt x="158109" y="53016"/>
                    </a:lnTo>
                    <a:lnTo>
                      <a:pt x="157234" y="47566"/>
                    </a:lnTo>
                    <a:lnTo>
                      <a:pt x="152017" y="45178"/>
                    </a:lnTo>
                    <a:lnTo>
                      <a:pt x="150268" y="45178"/>
                    </a:lnTo>
                    <a:lnTo>
                      <a:pt x="147676" y="48004"/>
                    </a:lnTo>
                    <a:lnTo>
                      <a:pt x="145287" y="50392"/>
                    </a:lnTo>
                    <a:lnTo>
                      <a:pt x="140508" y="53218"/>
                    </a:lnTo>
                    <a:lnTo>
                      <a:pt x="135291" y="54967"/>
                    </a:lnTo>
                    <a:lnTo>
                      <a:pt x="131589" y="58028"/>
                    </a:lnTo>
                    <a:lnTo>
                      <a:pt x="130950" y="60215"/>
                    </a:lnTo>
                    <a:lnTo>
                      <a:pt x="130513" y="67380"/>
                    </a:lnTo>
                    <a:lnTo>
                      <a:pt x="127685" y="71955"/>
                    </a:lnTo>
                    <a:lnTo>
                      <a:pt x="120719" y="77169"/>
                    </a:lnTo>
                    <a:lnTo>
                      <a:pt x="115502" y="79558"/>
                    </a:lnTo>
                    <a:cubicBezTo>
                      <a:pt x="115502" y="79558"/>
                      <a:pt x="108536" y="83258"/>
                      <a:pt x="107896" y="83460"/>
                    </a:cubicBezTo>
                    <a:cubicBezTo>
                      <a:pt x="107223" y="83662"/>
                      <a:pt x="103757" y="87598"/>
                      <a:pt x="103757" y="87598"/>
                    </a:cubicBezTo>
                    <a:lnTo>
                      <a:pt x="102680" y="92173"/>
                    </a:lnTo>
                    <a:lnTo>
                      <a:pt x="101368" y="95436"/>
                    </a:lnTo>
                    <a:lnTo>
                      <a:pt x="107661" y="98901"/>
                    </a:lnTo>
                    <a:lnTo>
                      <a:pt x="111565" y="100852"/>
                    </a:lnTo>
                    <a:lnTo>
                      <a:pt x="113752" y="104989"/>
                    </a:lnTo>
                    <a:cubicBezTo>
                      <a:pt x="113752" y="104989"/>
                      <a:pt x="113551" y="109766"/>
                      <a:pt x="113551" y="110843"/>
                    </a:cubicBezTo>
                    <a:cubicBezTo>
                      <a:pt x="113551" y="111919"/>
                      <a:pt x="115940" y="114745"/>
                      <a:pt x="115940" y="114745"/>
                    </a:cubicBezTo>
                    <a:lnTo>
                      <a:pt x="119204" y="115821"/>
                    </a:lnTo>
                    <a:lnTo>
                      <a:pt x="121594" y="120834"/>
                    </a:lnTo>
                    <a:lnTo>
                      <a:pt x="121594" y="124971"/>
                    </a:lnTo>
                    <a:lnTo>
                      <a:pt x="118666" y="129748"/>
                    </a:lnTo>
                    <a:lnTo>
                      <a:pt x="114627" y="133650"/>
                    </a:lnTo>
                    <a:lnTo>
                      <a:pt x="112238" y="139302"/>
                    </a:lnTo>
                    <a:lnTo>
                      <a:pt x="109646" y="144516"/>
                    </a:lnTo>
                    <a:lnTo>
                      <a:pt x="106820" y="146904"/>
                    </a:lnTo>
                    <a:lnTo>
                      <a:pt x="100526" y="153430"/>
                    </a:lnTo>
                    <a:lnTo>
                      <a:pt x="93997" y="154069"/>
                    </a:lnTo>
                    <a:lnTo>
                      <a:pt x="84877" y="155146"/>
                    </a:lnTo>
                    <a:lnTo>
                      <a:pt x="73804" y="162749"/>
                    </a:lnTo>
                    <a:lnTo>
                      <a:pt x="69463" y="168165"/>
                    </a:lnTo>
                    <a:lnTo>
                      <a:pt x="64684" y="172504"/>
                    </a:lnTo>
                    <a:lnTo>
                      <a:pt x="60780" y="180544"/>
                    </a:lnTo>
                    <a:lnTo>
                      <a:pt x="58593" y="183370"/>
                    </a:lnTo>
                    <a:lnTo>
                      <a:pt x="54689" y="185556"/>
                    </a:lnTo>
                    <a:lnTo>
                      <a:pt x="55126" y="191847"/>
                    </a:lnTo>
                    <a:lnTo>
                      <a:pt x="59703" y="195547"/>
                    </a:lnTo>
                    <a:lnTo>
                      <a:pt x="63170" y="203150"/>
                    </a:lnTo>
                    <a:lnTo>
                      <a:pt x="67747" y="209003"/>
                    </a:lnTo>
                    <a:cubicBezTo>
                      <a:pt x="67747" y="209003"/>
                      <a:pt x="71886" y="214453"/>
                      <a:pt x="72088" y="215092"/>
                    </a:cubicBezTo>
                    <a:cubicBezTo>
                      <a:pt x="72290" y="215731"/>
                      <a:pt x="72728" y="220945"/>
                      <a:pt x="72728" y="220945"/>
                    </a:cubicBezTo>
                    <a:lnTo>
                      <a:pt x="69699" y="225924"/>
                    </a:lnTo>
                    <a:lnTo>
                      <a:pt x="63843" y="228951"/>
                    </a:lnTo>
                    <a:lnTo>
                      <a:pt x="60578" y="231777"/>
                    </a:lnTo>
                    <a:cubicBezTo>
                      <a:pt x="60578" y="231777"/>
                      <a:pt x="54049" y="236117"/>
                      <a:pt x="53410" y="236117"/>
                    </a:cubicBezTo>
                    <a:cubicBezTo>
                      <a:pt x="52770" y="236117"/>
                      <a:pt x="49708" y="241331"/>
                      <a:pt x="49708" y="241331"/>
                    </a:cubicBezTo>
                    <a:lnTo>
                      <a:pt x="46881" y="247621"/>
                    </a:lnTo>
                    <a:lnTo>
                      <a:pt x="46881" y="250884"/>
                    </a:lnTo>
                    <a:lnTo>
                      <a:pt x="49506" y="255459"/>
                    </a:lnTo>
                    <a:lnTo>
                      <a:pt x="54722" y="255459"/>
                    </a:lnTo>
                    <a:lnTo>
                      <a:pt x="60376" y="255459"/>
                    </a:lnTo>
                    <a:lnTo>
                      <a:pt x="63203" y="257511"/>
                    </a:lnTo>
                    <a:lnTo>
                      <a:pt x="61891" y="261548"/>
                    </a:lnTo>
                    <a:lnTo>
                      <a:pt x="57112" y="264374"/>
                    </a:lnTo>
                    <a:lnTo>
                      <a:pt x="54958" y="265888"/>
                    </a:lnTo>
                    <a:lnTo>
                      <a:pt x="53006" y="268713"/>
                    </a:lnTo>
                    <a:lnTo>
                      <a:pt x="50179" y="274163"/>
                    </a:lnTo>
                    <a:lnTo>
                      <a:pt x="47352" y="279579"/>
                    </a:lnTo>
                    <a:lnTo>
                      <a:pt x="42775" y="282842"/>
                    </a:lnTo>
                    <a:cubicBezTo>
                      <a:pt x="42775" y="282842"/>
                      <a:pt x="36885" y="286744"/>
                      <a:pt x="36044" y="287182"/>
                    </a:cubicBezTo>
                    <a:cubicBezTo>
                      <a:pt x="35169" y="287619"/>
                      <a:pt x="32342" y="288056"/>
                      <a:pt x="32342" y="288056"/>
                    </a:cubicBezTo>
                    <a:lnTo>
                      <a:pt x="28203" y="291084"/>
                    </a:lnTo>
                    <a:lnTo>
                      <a:pt x="26049" y="296096"/>
                    </a:lnTo>
                    <a:lnTo>
                      <a:pt x="27361" y="301310"/>
                    </a:lnTo>
                    <a:lnTo>
                      <a:pt x="23895" y="310427"/>
                    </a:lnTo>
                    <a:cubicBezTo>
                      <a:pt x="23895" y="310427"/>
                      <a:pt x="18880" y="313454"/>
                      <a:pt x="18241" y="313690"/>
                    </a:cubicBezTo>
                    <a:cubicBezTo>
                      <a:pt x="17568" y="313891"/>
                      <a:pt x="18443" y="320216"/>
                      <a:pt x="18443" y="320216"/>
                    </a:cubicBezTo>
                    <a:lnTo>
                      <a:pt x="20193" y="325665"/>
                    </a:lnTo>
                    <a:lnTo>
                      <a:pt x="18039" y="331519"/>
                    </a:lnTo>
                    <a:lnTo>
                      <a:pt x="16928" y="342149"/>
                    </a:lnTo>
                    <a:lnTo>
                      <a:pt x="13899" y="354091"/>
                    </a:lnTo>
                    <a:lnTo>
                      <a:pt x="10635" y="361693"/>
                    </a:lnTo>
                    <a:lnTo>
                      <a:pt x="0" y="369296"/>
                    </a:lnTo>
                    <a:lnTo>
                      <a:pt x="0" y="376899"/>
                    </a:lnTo>
                    <a:lnTo>
                      <a:pt x="6966" y="383189"/>
                    </a:lnTo>
                    <a:lnTo>
                      <a:pt x="6966" y="390590"/>
                    </a:lnTo>
                    <a:lnTo>
                      <a:pt x="8919" y="400783"/>
                    </a:lnTo>
                    <a:lnTo>
                      <a:pt x="20664" y="407746"/>
                    </a:lnTo>
                    <a:lnTo>
                      <a:pt x="31736" y="412523"/>
                    </a:lnTo>
                    <a:lnTo>
                      <a:pt x="40015" y="412960"/>
                    </a:lnTo>
                    <a:lnTo>
                      <a:pt x="45905" y="410135"/>
                    </a:lnTo>
                    <a:lnTo>
                      <a:pt x="53073" y="408183"/>
                    </a:lnTo>
                    <a:cubicBezTo>
                      <a:pt x="53073" y="408183"/>
                      <a:pt x="60679" y="409697"/>
                      <a:pt x="61319" y="410370"/>
                    </a:cubicBezTo>
                    <a:cubicBezTo>
                      <a:pt x="61958" y="411009"/>
                      <a:pt x="61319" y="413835"/>
                      <a:pt x="61319" y="413835"/>
                    </a:cubicBezTo>
                    <a:cubicBezTo>
                      <a:pt x="61319" y="413835"/>
                      <a:pt x="64819" y="418612"/>
                      <a:pt x="65660" y="418612"/>
                    </a:cubicBezTo>
                    <a:cubicBezTo>
                      <a:pt x="66535" y="418612"/>
                      <a:pt x="68925" y="424028"/>
                      <a:pt x="68925" y="424028"/>
                    </a:cubicBezTo>
                    <a:cubicBezTo>
                      <a:pt x="68925" y="424028"/>
                      <a:pt x="74579" y="428367"/>
                      <a:pt x="75218" y="428805"/>
                    </a:cubicBezTo>
                    <a:cubicBezTo>
                      <a:pt x="75858" y="429242"/>
                      <a:pt x="78920" y="431832"/>
                      <a:pt x="78920" y="431832"/>
                    </a:cubicBezTo>
                    <a:lnTo>
                      <a:pt x="85213" y="428805"/>
                    </a:lnTo>
                    <a:lnTo>
                      <a:pt x="90228" y="424465"/>
                    </a:lnTo>
                    <a:lnTo>
                      <a:pt x="95882" y="420125"/>
                    </a:lnTo>
                    <a:lnTo>
                      <a:pt x="99146" y="416223"/>
                    </a:lnTo>
                    <a:lnTo>
                      <a:pt x="103925" y="418612"/>
                    </a:lnTo>
                    <a:lnTo>
                      <a:pt x="104363" y="421437"/>
                    </a:lnTo>
                    <a:lnTo>
                      <a:pt x="104363" y="426652"/>
                    </a:lnTo>
                    <a:lnTo>
                      <a:pt x="99146" y="431866"/>
                    </a:lnTo>
                    <a:lnTo>
                      <a:pt x="99146" y="440343"/>
                    </a:lnTo>
                    <a:lnTo>
                      <a:pt x="106113" y="445557"/>
                    </a:lnTo>
                    <a:lnTo>
                      <a:pt x="111969" y="454236"/>
                    </a:lnTo>
                    <a:cubicBezTo>
                      <a:pt x="111969" y="454236"/>
                      <a:pt x="115872" y="461200"/>
                      <a:pt x="115872" y="462478"/>
                    </a:cubicBezTo>
                    <a:cubicBezTo>
                      <a:pt x="115872" y="463790"/>
                      <a:pt x="117589" y="465505"/>
                      <a:pt x="117825" y="466178"/>
                    </a:cubicBezTo>
                    <a:cubicBezTo>
                      <a:pt x="118060" y="466817"/>
                      <a:pt x="121728" y="470955"/>
                      <a:pt x="121728" y="470955"/>
                    </a:cubicBezTo>
                    <a:lnTo>
                      <a:pt x="123478" y="478793"/>
                    </a:lnTo>
                    <a:lnTo>
                      <a:pt x="123478" y="484007"/>
                    </a:lnTo>
                    <a:lnTo>
                      <a:pt x="123478" y="489659"/>
                    </a:lnTo>
                    <a:cubicBezTo>
                      <a:pt x="123478" y="489659"/>
                      <a:pt x="125767" y="496824"/>
                      <a:pt x="126406" y="497699"/>
                    </a:cubicBezTo>
                    <a:cubicBezTo>
                      <a:pt x="127046" y="498573"/>
                      <a:pt x="126070" y="502711"/>
                      <a:pt x="126070" y="502711"/>
                    </a:cubicBezTo>
                    <a:lnTo>
                      <a:pt x="128695" y="509002"/>
                    </a:lnTo>
                    <a:cubicBezTo>
                      <a:pt x="128695" y="509002"/>
                      <a:pt x="130209" y="515729"/>
                      <a:pt x="130209" y="516604"/>
                    </a:cubicBezTo>
                    <a:cubicBezTo>
                      <a:pt x="130209" y="517478"/>
                      <a:pt x="132801" y="524442"/>
                      <a:pt x="132801" y="524442"/>
                    </a:cubicBezTo>
                    <a:lnTo>
                      <a:pt x="136940" y="529656"/>
                    </a:lnTo>
                    <a:lnTo>
                      <a:pt x="144546" y="536620"/>
                    </a:lnTo>
                    <a:lnTo>
                      <a:pt x="148686" y="535543"/>
                    </a:lnTo>
                    <a:lnTo>
                      <a:pt x="153700" y="532516"/>
                    </a:lnTo>
                    <a:lnTo>
                      <a:pt x="154777" y="531002"/>
                    </a:lnTo>
                    <a:lnTo>
                      <a:pt x="154777" y="527537"/>
                    </a:lnTo>
                    <a:lnTo>
                      <a:pt x="154777" y="521448"/>
                    </a:lnTo>
                    <a:lnTo>
                      <a:pt x="156191" y="516671"/>
                    </a:lnTo>
                    <a:lnTo>
                      <a:pt x="158244" y="519261"/>
                    </a:lnTo>
                    <a:lnTo>
                      <a:pt x="166927" y="518824"/>
                    </a:lnTo>
                    <a:lnTo>
                      <a:pt x="170393" y="517075"/>
                    </a:lnTo>
                    <a:lnTo>
                      <a:pt x="177562" y="513374"/>
                    </a:lnTo>
                    <a:lnTo>
                      <a:pt x="177763" y="509909"/>
                    </a:lnTo>
                    <a:lnTo>
                      <a:pt x="175374" y="507084"/>
                    </a:lnTo>
                    <a:lnTo>
                      <a:pt x="174061" y="503821"/>
                    </a:lnTo>
                    <a:lnTo>
                      <a:pt x="169047" y="501231"/>
                    </a:lnTo>
                    <a:lnTo>
                      <a:pt x="178167" y="500154"/>
                    </a:lnTo>
                    <a:lnTo>
                      <a:pt x="182509" y="501466"/>
                    </a:lnTo>
                    <a:lnTo>
                      <a:pt x="187725" y="504931"/>
                    </a:lnTo>
                    <a:lnTo>
                      <a:pt x="187725" y="513610"/>
                    </a:lnTo>
                    <a:lnTo>
                      <a:pt x="187725" y="518387"/>
                    </a:lnTo>
                    <a:lnTo>
                      <a:pt x="188600" y="521414"/>
                    </a:lnTo>
                    <a:lnTo>
                      <a:pt x="192740" y="521414"/>
                    </a:lnTo>
                    <a:lnTo>
                      <a:pt x="194692" y="517075"/>
                    </a:lnTo>
                    <a:lnTo>
                      <a:pt x="194692" y="513610"/>
                    </a:lnTo>
                    <a:lnTo>
                      <a:pt x="196004" y="509473"/>
                    </a:lnTo>
                    <a:lnTo>
                      <a:pt x="194692" y="506646"/>
                    </a:lnTo>
                    <a:lnTo>
                      <a:pt x="194692" y="503384"/>
                    </a:lnTo>
                    <a:lnTo>
                      <a:pt x="194692" y="494906"/>
                    </a:lnTo>
                    <a:lnTo>
                      <a:pt x="196879" y="491441"/>
                    </a:lnTo>
                    <a:lnTo>
                      <a:pt x="199908" y="486227"/>
                    </a:lnTo>
                    <a:lnTo>
                      <a:pt x="203374" y="486025"/>
                    </a:lnTo>
                    <a:lnTo>
                      <a:pt x="203374" y="488414"/>
                    </a:lnTo>
                    <a:lnTo>
                      <a:pt x="202836" y="494065"/>
                    </a:lnTo>
                    <a:lnTo>
                      <a:pt x="202062" y="500154"/>
                    </a:lnTo>
                    <a:lnTo>
                      <a:pt x="204687" y="502778"/>
                    </a:lnTo>
                    <a:lnTo>
                      <a:pt x="208154" y="498640"/>
                    </a:lnTo>
                    <a:lnTo>
                      <a:pt x="214447" y="492989"/>
                    </a:lnTo>
                    <a:lnTo>
                      <a:pt x="217274" y="487775"/>
                    </a:lnTo>
                    <a:lnTo>
                      <a:pt x="217274" y="481047"/>
                    </a:lnTo>
                    <a:lnTo>
                      <a:pt x="218250" y="474958"/>
                    </a:lnTo>
                    <a:lnTo>
                      <a:pt x="217038" y="472368"/>
                    </a:lnTo>
                    <a:lnTo>
                      <a:pt x="222894" y="471056"/>
                    </a:lnTo>
                    <a:cubicBezTo>
                      <a:pt x="222894" y="471056"/>
                      <a:pt x="230500" y="471258"/>
                      <a:pt x="231173" y="471056"/>
                    </a:cubicBezTo>
                    <a:cubicBezTo>
                      <a:pt x="231813" y="470820"/>
                      <a:pt x="235077" y="468028"/>
                      <a:pt x="235750" y="467355"/>
                    </a:cubicBezTo>
                    <a:cubicBezTo>
                      <a:pt x="236390" y="466716"/>
                      <a:pt x="237500" y="463218"/>
                      <a:pt x="237500" y="463218"/>
                    </a:cubicBezTo>
                    <a:lnTo>
                      <a:pt x="238375" y="457566"/>
                    </a:lnTo>
                    <a:lnTo>
                      <a:pt x="237298" y="453866"/>
                    </a:lnTo>
                    <a:lnTo>
                      <a:pt x="233597" y="453866"/>
                    </a:lnTo>
                    <a:lnTo>
                      <a:pt x="233394" y="449728"/>
                    </a:lnTo>
                    <a:lnTo>
                      <a:pt x="229255" y="446028"/>
                    </a:lnTo>
                    <a:lnTo>
                      <a:pt x="229693" y="441890"/>
                    </a:lnTo>
                    <a:lnTo>
                      <a:pt x="230130" y="438863"/>
                    </a:lnTo>
                    <a:lnTo>
                      <a:pt x="228817" y="435600"/>
                    </a:lnTo>
                    <a:lnTo>
                      <a:pt x="226866" y="432337"/>
                    </a:lnTo>
                    <a:lnTo>
                      <a:pt x="222962" y="427123"/>
                    </a:lnTo>
                    <a:lnTo>
                      <a:pt x="226462" y="424532"/>
                    </a:lnTo>
                    <a:lnTo>
                      <a:pt x="230164" y="423658"/>
                    </a:lnTo>
                    <a:cubicBezTo>
                      <a:pt x="230164" y="423658"/>
                      <a:pt x="231914" y="423456"/>
                      <a:pt x="234303" y="423859"/>
                    </a:cubicBezTo>
                    <a:cubicBezTo>
                      <a:pt x="236693" y="424297"/>
                      <a:pt x="234942" y="427762"/>
                      <a:pt x="235380" y="428434"/>
                    </a:cubicBezTo>
                    <a:cubicBezTo>
                      <a:pt x="235817" y="429074"/>
                      <a:pt x="235380" y="432572"/>
                      <a:pt x="235380" y="435162"/>
                    </a:cubicBezTo>
                    <a:cubicBezTo>
                      <a:pt x="235380" y="437786"/>
                      <a:pt x="237332" y="439939"/>
                      <a:pt x="237332" y="439939"/>
                    </a:cubicBezTo>
                    <a:lnTo>
                      <a:pt x="240798" y="439939"/>
                    </a:lnTo>
                    <a:cubicBezTo>
                      <a:pt x="240798" y="439939"/>
                      <a:pt x="245813" y="440040"/>
                      <a:pt x="247529" y="438964"/>
                    </a:cubicBezTo>
                    <a:cubicBezTo>
                      <a:pt x="249246" y="437887"/>
                      <a:pt x="248169" y="435600"/>
                      <a:pt x="248169" y="435600"/>
                    </a:cubicBezTo>
                    <a:lnTo>
                      <a:pt x="244702" y="429511"/>
                    </a:lnTo>
                    <a:lnTo>
                      <a:pt x="241875" y="425609"/>
                    </a:lnTo>
                    <a:lnTo>
                      <a:pt x="239924" y="419318"/>
                    </a:lnTo>
                    <a:lnTo>
                      <a:pt x="237971" y="413028"/>
                    </a:lnTo>
                    <a:lnTo>
                      <a:pt x="242313" y="417165"/>
                    </a:lnTo>
                    <a:cubicBezTo>
                      <a:pt x="242313" y="417165"/>
                      <a:pt x="249481" y="423691"/>
                      <a:pt x="249919" y="424330"/>
                    </a:cubicBezTo>
                    <a:cubicBezTo>
                      <a:pt x="250356" y="424970"/>
                      <a:pt x="255371" y="423691"/>
                      <a:pt x="255371" y="423691"/>
                    </a:cubicBezTo>
                    <a:lnTo>
                      <a:pt x="260587" y="420865"/>
                    </a:lnTo>
                    <a:cubicBezTo>
                      <a:pt x="260587" y="420865"/>
                      <a:pt x="265602" y="420428"/>
                      <a:pt x="268833" y="420865"/>
                    </a:cubicBezTo>
                    <a:cubicBezTo>
                      <a:pt x="272097" y="421303"/>
                      <a:pt x="271222" y="421942"/>
                      <a:pt x="271222" y="421942"/>
                    </a:cubicBezTo>
                    <a:cubicBezTo>
                      <a:pt x="271222" y="421942"/>
                      <a:pt x="278626" y="425642"/>
                      <a:pt x="279266" y="425642"/>
                    </a:cubicBezTo>
                    <a:cubicBezTo>
                      <a:pt x="279905" y="425642"/>
                      <a:pt x="285794" y="427593"/>
                      <a:pt x="285794" y="427593"/>
                    </a:cubicBezTo>
                    <a:cubicBezTo>
                      <a:pt x="285794" y="427593"/>
                      <a:pt x="292963" y="425844"/>
                      <a:pt x="293199" y="425205"/>
                    </a:cubicBezTo>
                    <a:cubicBezTo>
                      <a:pt x="293400" y="424566"/>
                      <a:pt x="293838" y="419789"/>
                      <a:pt x="293838" y="419789"/>
                    </a:cubicBezTo>
                    <a:lnTo>
                      <a:pt x="294915" y="413700"/>
                    </a:lnTo>
                    <a:lnTo>
                      <a:pt x="299492" y="408923"/>
                    </a:lnTo>
                    <a:lnTo>
                      <a:pt x="302756" y="407847"/>
                    </a:lnTo>
                    <a:lnTo>
                      <a:pt x="305583" y="405021"/>
                    </a:lnTo>
                    <a:lnTo>
                      <a:pt x="306223" y="400446"/>
                    </a:lnTo>
                    <a:lnTo>
                      <a:pt x="303194" y="396746"/>
                    </a:lnTo>
                    <a:lnTo>
                      <a:pt x="294511" y="395669"/>
                    </a:lnTo>
                    <a:lnTo>
                      <a:pt x="292122" y="392205"/>
                    </a:lnTo>
                    <a:lnTo>
                      <a:pt x="292122" y="389614"/>
                    </a:lnTo>
                    <a:lnTo>
                      <a:pt x="299963" y="389614"/>
                    </a:lnTo>
                    <a:lnTo>
                      <a:pt x="305180" y="389614"/>
                    </a:lnTo>
                    <a:lnTo>
                      <a:pt x="310396" y="386150"/>
                    </a:lnTo>
                    <a:lnTo>
                      <a:pt x="322579" y="386150"/>
                    </a:lnTo>
                    <a:lnTo>
                      <a:pt x="327594" y="386150"/>
                    </a:lnTo>
                    <a:lnTo>
                      <a:pt x="330623" y="381810"/>
                    </a:lnTo>
                    <a:lnTo>
                      <a:pt x="331296" y="372256"/>
                    </a:lnTo>
                    <a:lnTo>
                      <a:pt x="326719" y="367244"/>
                    </a:lnTo>
                    <a:lnTo>
                      <a:pt x="322579" y="365293"/>
                    </a:lnTo>
                    <a:lnTo>
                      <a:pt x="316488" y="365293"/>
                    </a:lnTo>
                    <a:lnTo>
                      <a:pt x="316488" y="360079"/>
                    </a:lnTo>
                    <a:lnTo>
                      <a:pt x="318541" y="355100"/>
                    </a:lnTo>
                    <a:lnTo>
                      <a:pt x="319954" y="350525"/>
                    </a:lnTo>
                    <a:lnTo>
                      <a:pt x="319954" y="345984"/>
                    </a:lnTo>
                    <a:lnTo>
                      <a:pt x="322680" y="343360"/>
                    </a:lnTo>
                    <a:lnTo>
                      <a:pt x="326921" y="343595"/>
                    </a:lnTo>
                    <a:lnTo>
                      <a:pt x="326921" y="348809"/>
                    </a:lnTo>
                    <a:lnTo>
                      <a:pt x="326921" y="354259"/>
                    </a:lnTo>
                    <a:lnTo>
                      <a:pt x="331599" y="358599"/>
                    </a:lnTo>
                    <a:lnTo>
                      <a:pt x="337151" y="357085"/>
                    </a:lnTo>
                    <a:lnTo>
                      <a:pt x="338901" y="355571"/>
                    </a:lnTo>
                    <a:lnTo>
                      <a:pt x="338700" y="347531"/>
                    </a:lnTo>
                    <a:lnTo>
                      <a:pt x="339575" y="344268"/>
                    </a:lnTo>
                    <a:lnTo>
                      <a:pt x="342200" y="342317"/>
                    </a:lnTo>
                    <a:cubicBezTo>
                      <a:pt x="342200" y="342317"/>
                      <a:pt x="345902" y="344504"/>
                      <a:pt x="346541" y="344705"/>
                    </a:cubicBezTo>
                    <a:cubicBezTo>
                      <a:pt x="347181" y="344907"/>
                      <a:pt x="350681" y="347531"/>
                      <a:pt x="350681" y="347531"/>
                    </a:cubicBezTo>
                    <a:lnTo>
                      <a:pt x="354585" y="346455"/>
                    </a:lnTo>
                    <a:lnTo>
                      <a:pt x="357849" y="341240"/>
                    </a:lnTo>
                    <a:lnTo>
                      <a:pt x="359801" y="337776"/>
                    </a:lnTo>
                    <a:lnTo>
                      <a:pt x="357412" y="332360"/>
                    </a:lnTo>
                    <a:lnTo>
                      <a:pt x="347181" y="332360"/>
                    </a:lnTo>
                    <a:lnTo>
                      <a:pt x="339575" y="326069"/>
                    </a:lnTo>
                    <a:lnTo>
                      <a:pt x="337185" y="320855"/>
                    </a:lnTo>
                    <a:lnTo>
                      <a:pt x="338262" y="316717"/>
                    </a:lnTo>
                    <a:lnTo>
                      <a:pt x="342839" y="316717"/>
                    </a:lnTo>
                    <a:lnTo>
                      <a:pt x="348291" y="318904"/>
                    </a:lnTo>
                    <a:lnTo>
                      <a:pt x="353710" y="321292"/>
                    </a:lnTo>
                    <a:lnTo>
                      <a:pt x="356536" y="321057"/>
                    </a:lnTo>
                    <a:lnTo>
                      <a:pt x="356536" y="311503"/>
                    </a:lnTo>
                    <a:lnTo>
                      <a:pt x="361113" y="303026"/>
                    </a:lnTo>
                    <a:lnTo>
                      <a:pt x="364378" y="305650"/>
                    </a:lnTo>
                    <a:lnTo>
                      <a:pt x="368282" y="309787"/>
                    </a:lnTo>
                    <a:lnTo>
                      <a:pt x="371984" y="315002"/>
                    </a:lnTo>
                    <a:lnTo>
                      <a:pt x="371547" y="320014"/>
                    </a:lnTo>
                    <a:lnTo>
                      <a:pt x="378278" y="327179"/>
                    </a:lnTo>
                    <a:lnTo>
                      <a:pt x="388071" y="327179"/>
                    </a:lnTo>
                    <a:lnTo>
                      <a:pt x="390662" y="324555"/>
                    </a:lnTo>
                    <a:lnTo>
                      <a:pt x="389350" y="318702"/>
                    </a:lnTo>
                    <a:lnTo>
                      <a:pt x="385884" y="308913"/>
                    </a:lnTo>
                    <a:lnTo>
                      <a:pt x="381542" y="304338"/>
                    </a:lnTo>
                    <a:lnTo>
                      <a:pt x="376527" y="297610"/>
                    </a:lnTo>
                    <a:lnTo>
                      <a:pt x="383898" y="297610"/>
                    </a:lnTo>
                    <a:lnTo>
                      <a:pt x="388475" y="295457"/>
                    </a:lnTo>
                    <a:lnTo>
                      <a:pt x="387600" y="289166"/>
                    </a:lnTo>
                    <a:lnTo>
                      <a:pt x="386725" y="283952"/>
                    </a:lnTo>
                    <a:lnTo>
                      <a:pt x="384335" y="275273"/>
                    </a:lnTo>
                    <a:lnTo>
                      <a:pt x="384537" y="268747"/>
                    </a:lnTo>
                    <a:lnTo>
                      <a:pt x="385177" y="266359"/>
                    </a:lnTo>
                    <a:cubicBezTo>
                      <a:pt x="385177" y="266359"/>
                      <a:pt x="394970" y="266359"/>
                      <a:pt x="396249" y="266359"/>
                    </a:cubicBezTo>
                    <a:cubicBezTo>
                      <a:pt x="397562" y="266359"/>
                      <a:pt x="399749" y="262759"/>
                      <a:pt x="399749" y="262759"/>
                    </a:cubicBezTo>
                    <a:lnTo>
                      <a:pt x="398672" y="257444"/>
                    </a:lnTo>
                    <a:lnTo>
                      <a:pt x="395206" y="251355"/>
                    </a:lnTo>
                    <a:lnTo>
                      <a:pt x="388677" y="248967"/>
                    </a:lnTo>
                    <a:lnTo>
                      <a:pt x="379994" y="248967"/>
                    </a:lnTo>
                    <a:lnTo>
                      <a:pt x="372826" y="248967"/>
                    </a:lnTo>
                    <a:lnTo>
                      <a:pt x="373902" y="245368"/>
                    </a:lnTo>
                    <a:lnTo>
                      <a:pt x="380869" y="238539"/>
                    </a:lnTo>
                    <a:lnTo>
                      <a:pt x="383696" y="234401"/>
                    </a:lnTo>
                    <a:lnTo>
                      <a:pt x="384571" y="225924"/>
                    </a:lnTo>
                    <a:lnTo>
                      <a:pt x="388273" y="220272"/>
                    </a:lnTo>
                    <a:lnTo>
                      <a:pt x="395441" y="218759"/>
                    </a:lnTo>
                    <a:cubicBezTo>
                      <a:pt x="395441" y="218759"/>
                      <a:pt x="400220" y="217245"/>
                      <a:pt x="401095" y="216370"/>
                    </a:cubicBezTo>
                    <a:cubicBezTo>
                      <a:pt x="401970" y="215495"/>
                      <a:pt x="405639" y="216370"/>
                      <a:pt x="405639" y="216370"/>
                    </a:cubicBezTo>
                    <a:lnTo>
                      <a:pt x="410417" y="213545"/>
                    </a:lnTo>
                    <a:lnTo>
                      <a:pt x="411730" y="207893"/>
                    </a:lnTo>
                    <a:lnTo>
                      <a:pt x="407591" y="203755"/>
                    </a:lnTo>
                    <a:lnTo>
                      <a:pt x="402811" y="202881"/>
                    </a:lnTo>
                    <a:lnTo>
                      <a:pt x="398033" y="204193"/>
                    </a:lnTo>
                    <a:lnTo>
                      <a:pt x="394768" y="207893"/>
                    </a:lnTo>
                    <a:lnTo>
                      <a:pt x="391706" y="211593"/>
                    </a:lnTo>
                    <a:lnTo>
                      <a:pt x="388677" y="213545"/>
                    </a:lnTo>
                    <a:lnTo>
                      <a:pt x="385782" y="211291"/>
                    </a:lnTo>
                    <a:lnTo>
                      <a:pt x="380869" y="208969"/>
                    </a:lnTo>
                    <a:lnTo>
                      <a:pt x="375652" y="204058"/>
                    </a:lnTo>
                    <a:lnTo>
                      <a:pt x="374777" y="200593"/>
                    </a:lnTo>
                    <a:lnTo>
                      <a:pt x="378244" y="198272"/>
                    </a:lnTo>
                    <a:lnTo>
                      <a:pt x="379994" y="196826"/>
                    </a:lnTo>
                    <a:lnTo>
                      <a:pt x="383191" y="196826"/>
                    </a:lnTo>
                    <a:lnTo>
                      <a:pt x="386388" y="200459"/>
                    </a:lnTo>
                    <a:lnTo>
                      <a:pt x="390461" y="202040"/>
                    </a:lnTo>
                    <a:lnTo>
                      <a:pt x="395374" y="202040"/>
                    </a:lnTo>
                    <a:lnTo>
                      <a:pt x="398268" y="199416"/>
                    </a:lnTo>
                    <a:lnTo>
                      <a:pt x="398268" y="193899"/>
                    </a:lnTo>
                    <a:lnTo>
                      <a:pt x="395509" y="190703"/>
                    </a:lnTo>
                    <a:lnTo>
                      <a:pt x="391302" y="185489"/>
                    </a:lnTo>
                    <a:lnTo>
                      <a:pt x="391302" y="182865"/>
                    </a:lnTo>
                    <a:cubicBezTo>
                      <a:pt x="391302" y="182865"/>
                      <a:pt x="387600" y="179669"/>
                      <a:pt x="385580" y="179400"/>
                    </a:cubicBezTo>
                    <a:cubicBezTo>
                      <a:pt x="383561" y="179097"/>
                      <a:pt x="379119" y="178526"/>
                      <a:pt x="379119" y="178526"/>
                    </a:cubicBezTo>
                    <a:lnTo>
                      <a:pt x="379119" y="177651"/>
                    </a:lnTo>
                    <a:lnTo>
                      <a:pt x="381878" y="175330"/>
                    </a:lnTo>
                    <a:lnTo>
                      <a:pt x="383460" y="172437"/>
                    </a:lnTo>
                    <a:lnTo>
                      <a:pt x="377941" y="172437"/>
                    </a:lnTo>
                    <a:lnTo>
                      <a:pt x="372152" y="169813"/>
                    </a:lnTo>
                    <a:lnTo>
                      <a:pt x="369527" y="165743"/>
                    </a:lnTo>
                    <a:lnTo>
                      <a:pt x="371849" y="162547"/>
                    </a:lnTo>
                    <a:lnTo>
                      <a:pt x="376763" y="165743"/>
                    </a:lnTo>
                    <a:lnTo>
                      <a:pt x="383730" y="168064"/>
                    </a:lnTo>
                    <a:lnTo>
                      <a:pt x="384032" y="165743"/>
                    </a:lnTo>
                    <a:lnTo>
                      <a:pt x="382585" y="162850"/>
                    </a:lnTo>
                    <a:lnTo>
                      <a:pt x="382585" y="157938"/>
                    </a:lnTo>
                    <a:lnTo>
                      <a:pt x="385042" y="158207"/>
                    </a:lnTo>
                    <a:lnTo>
                      <a:pt x="386927" y="158779"/>
                    </a:lnTo>
                    <a:lnTo>
                      <a:pt x="390124" y="156458"/>
                    </a:lnTo>
                    <a:lnTo>
                      <a:pt x="394768" y="157602"/>
                    </a:lnTo>
                    <a:lnTo>
                      <a:pt x="394768" y="164565"/>
                    </a:lnTo>
                    <a:lnTo>
                      <a:pt x="394768" y="170654"/>
                    </a:lnTo>
                    <a:lnTo>
                      <a:pt x="401735" y="170654"/>
                    </a:lnTo>
                    <a:lnTo>
                      <a:pt x="405201" y="169645"/>
                    </a:lnTo>
                    <a:lnTo>
                      <a:pt x="406648" y="166314"/>
                    </a:lnTo>
                    <a:lnTo>
                      <a:pt x="408667" y="160528"/>
                    </a:lnTo>
                    <a:lnTo>
                      <a:pt x="410990" y="159082"/>
                    </a:lnTo>
                    <a:lnTo>
                      <a:pt x="412740" y="159654"/>
                    </a:lnTo>
                    <a:lnTo>
                      <a:pt x="415062" y="162278"/>
                    </a:lnTo>
                    <a:lnTo>
                      <a:pt x="414490" y="164868"/>
                    </a:lnTo>
                    <a:lnTo>
                      <a:pt x="413918" y="167189"/>
                    </a:lnTo>
                    <a:lnTo>
                      <a:pt x="411293" y="170957"/>
                    </a:lnTo>
                    <a:lnTo>
                      <a:pt x="408095" y="173547"/>
                    </a:lnTo>
                    <a:lnTo>
                      <a:pt x="404326" y="177886"/>
                    </a:lnTo>
                    <a:lnTo>
                      <a:pt x="401701" y="183673"/>
                    </a:lnTo>
                    <a:lnTo>
                      <a:pt x="401701" y="185994"/>
                    </a:lnTo>
                    <a:lnTo>
                      <a:pt x="404461" y="190636"/>
                    </a:lnTo>
                    <a:lnTo>
                      <a:pt x="411562" y="187171"/>
                    </a:lnTo>
                    <a:cubicBezTo>
                      <a:pt x="411562" y="187171"/>
                      <a:pt x="422870" y="181654"/>
                      <a:pt x="423745" y="181385"/>
                    </a:cubicBezTo>
                    <a:cubicBezTo>
                      <a:pt x="424620" y="181082"/>
                      <a:pt x="428389" y="174422"/>
                      <a:pt x="428389" y="174422"/>
                    </a:cubicBezTo>
                    <a:lnTo>
                      <a:pt x="430409" y="168333"/>
                    </a:lnTo>
                    <a:lnTo>
                      <a:pt x="422567" y="159351"/>
                    </a:lnTo>
                    <a:lnTo>
                      <a:pt x="418797" y="152690"/>
                    </a:lnTo>
                    <a:lnTo>
                      <a:pt x="420817" y="147173"/>
                    </a:lnTo>
                    <a:lnTo>
                      <a:pt x="420817" y="142834"/>
                    </a:lnTo>
                    <a:lnTo>
                      <a:pt x="425158" y="140815"/>
                    </a:lnTo>
                    <a:lnTo>
                      <a:pt x="430375" y="141118"/>
                    </a:lnTo>
                    <a:lnTo>
                      <a:pt x="433841" y="142868"/>
                    </a:lnTo>
                    <a:lnTo>
                      <a:pt x="437611" y="142868"/>
                    </a:lnTo>
                    <a:lnTo>
                      <a:pt x="438890" y="139537"/>
                    </a:lnTo>
                    <a:lnTo>
                      <a:pt x="437307" y="135904"/>
                    </a:lnTo>
                    <a:lnTo>
                      <a:pt x="436736" y="133011"/>
                    </a:lnTo>
                    <a:lnTo>
                      <a:pt x="435288" y="124904"/>
                    </a:lnTo>
                    <a:cubicBezTo>
                      <a:pt x="435288" y="124904"/>
                      <a:pt x="436736" y="123155"/>
                      <a:pt x="438890" y="123155"/>
                    </a:cubicBezTo>
                    <a:cubicBezTo>
                      <a:pt x="441077" y="123155"/>
                      <a:pt x="444846" y="120834"/>
                      <a:pt x="444846" y="120834"/>
                    </a:cubicBezTo>
                    <a:lnTo>
                      <a:pt x="446293" y="115922"/>
                    </a:lnTo>
                    <a:lnTo>
                      <a:pt x="441952" y="111583"/>
                    </a:lnTo>
                    <a:lnTo>
                      <a:pt x="439058" y="108118"/>
                    </a:lnTo>
                    <a:lnTo>
                      <a:pt x="433841" y="108118"/>
                    </a:lnTo>
                    <a:lnTo>
                      <a:pt x="426875" y="106369"/>
                    </a:lnTo>
                    <a:lnTo>
                      <a:pt x="426572" y="106369"/>
                    </a:lnTo>
                    <a:lnTo>
                      <a:pt x="429466" y="101154"/>
                    </a:lnTo>
                    <a:lnTo>
                      <a:pt x="438721" y="102904"/>
                    </a:lnTo>
                    <a:lnTo>
                      <a:pt x="443635" y="108690"/>
                    </a:lnTo>
                    <a:lnTo>
                      <a:pt x="447673" y="111583"/>
                    </a:lnTo>
                    <a:lnTo>
                      <a:pt x="451139" y="111583"/>
                    </a:lnTo>
                    <a:lnTo>
                      <a:pt x="451274" y="111011"/>
                    </a:lnTo>
                    <a:lnTo>
                      <a:pt x="451005" y="110977"/>
                    </a:lnTo>
                    <a:close/>
                  </a:path>
                </a:pathLst>
              </a:custGeom>
              <a:grpFill/>
              <a:ln w="6350" cap="flat">
                <a:solidFill>
                  <a:schemeClr val="bg1"/>
                </a:solidFill>
                <a:prstDash val="solid"/>
                <a:miter/>
              </a:ln>
            </p:spPr>
            <p:txBody>
              <a:bodyPr rtlCol="0" anchor="ctr"/>
              <a:lstStyle/>
              <a:p>
                <a:endParaRPr lang="en-US"/>
              </a:p>
            </p:txBody>
          </p:sp>
          <p:sp>
            <p:nvSpPr>
              <p:cNvPr id="228" name="Freeform 945">
                <a:extLst>
                  <a:ext uri="{FF2B5EF4-FFF2-40B4-BE49-F238E27FC236}">
                    <a16:creationId xmlns:a16="http://schemas.microsoft.com/office/drawing/2014/main" id="{D072A5BB-90F1-328E-517D-09966BE20418}"/>
                  </a:ext>
                </a:extLst>
              </p:cNvPr>
              <p:cNvSpPr/>
              <p:nvPr/>
            </p:nvSpPr>
            <p:spPr>
              <a:xfrm>
                <a:off x="6194083" y="3181973"/>
                <a:ext cx="7168" cy="7804"/>
              </a:xfrm>
              <a:custGeom>
                <a:avLst/>
                <a:gdLst>
                  <a:gd name="connsiteX0" fmla="*/ 1952 w 7168"/>
                  <a:gd name="connsiteY0" fmla="*/ 6291 h 7804"/>
                  <a:gd name="connsiteX1" fmla="*/ 4543 w 7168"/>
                  <a:gd name="connsiteY1" fmla="*/ 7804 h 7804"/>
                  <a:gd name="connsiteX2" fmla="*/ 6092 w 7168"/>
                  <a:gd name="connsiteY2" fmla="*/ 7064 h 7804"/>
                  <a:gd name="connsiteX3" fmla="*/ 7168 w 7168"/>
                  <a:gd name="connsiteY3" fmla="*/ 4575 h 7804"/>
                  <a:gd name="connsiteX4" fmla="*/ 6092 w 7168"/>
                  <a:gd name="connsiteY4" fmla="*/ 874 h 7804"/>
                  <a:gd name="connsiteX5" fmla="*/ 1952 w 7168"/>
                  <a:gd name="connsiteY5" fmla="*/ 0 h 7804"/>
                  <a:gd name="connsiteX6" fmla="*/ 0 w 7168"/>
                  <a:gd name="connsiteY6" fmla="*/ 2624 h 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8" h="7804">
                    <a:moveTo>
                      <a:pt x="1952" y="6291"/>
                    </a:moveTo>
                    <a:lnTo>
                      <a:pt x="4543" y="7804"/>
                    </a:lnTo>
                    <a:lnTo>
                      <a:pt x="6092" y="7064"/>
                    </a:lnTo>
                    <a:lnTo>
                      <a:pt x="7168" y="4575"/>
                    </a:lnTo>
                    <a:lnTo>
                      <a:pt x="6092" y="874"/>
                    </a:lnTo>
                    <a:lnTo>
                      <a:pt x="1952" y="0"/>
                    </a:lnTo>
                    <a:lnTo>
                      <a:pt x="0" y="2624"/>
                    </a:lnTo>
                    <a:close/>
                  </a:path>
                </a:pathLst>
              </a:custGeom>
              <a:grpFill/>
              <a:ln w="6350" cap="flat">
                <a:solidFill>
                  <a:schemeClr val="bg1"/>
                </a:solidFill>
                <a:prstDash val="solid"/>
                <a:miter/>
              </a:ln>
            </p:spPr>
            <p:txBody>
              <a:bodyPr rtlCol="0" anchor="ctr"/>
              <a:lstStyle/>
              <a:p>
                <a:endParaRPr lang="en-US"/>
              </a:p>
            </p:txBody>
          </p:sp>
          <p:sp>
            <p:nvSpPr>
              <p:cNvPr id="229" name="Freeform 946">
                <a:extLst>
                  <a:ext uri="{FF2B5EF4-FFF2-40B4-BE49-F238E27FC236}">
                    <a16:creationId xmlns:a16="http://schemas.microsoft.com/office/drawing/2014/main" id="{07C67702-F360-8CEC-4A0A-1E5A63C11597}"/>
                  </a:ext>
                </a:extLst>
              </p:cNvPr>
              <p:cNvSpPr/>
              <p:nvPr/>
            </p:nvSpPr>
            <p:spPr>
              <a:xfrm>
                <a:off x="6191256" y="3189777"/>
                <a:ext cx="3466" cy="3061"/>
              </a:xfrm>
              <a:custGeom>
                <a:avLst/>
                <a:gdLst>
                  <a:gd name="connsiteX0" fmla="*/ 3467 w 3466"/>
                  <a:gd name="connsiteY0" fmla="*/ 3061 h 3061"/>
                  <a:gd name="connsiteX1" fmla="*/ 0 w 3466"/>
                  <a:gd name="connsiteY1" fmla="*/ 3061 h 3061"/>
                  <a:gd name="connsiteX2" fmla="*/ 0 w 3466"/>
                  <a:gd name="connsiteY2" fmla="*/ 0 h 3061"/>
                  <a:gd name="connsiteX3" fmla="*/ 2827 w 3466"/>
                  <a:gd name="connsiteY3" fmla="*/ 0 h 3061"/>
                </a:gdLst>
                <a:ahLst/>
                <a:cxnLst>
                  <a:cxn ang="0">
                    <a:pos x="connsiteX0" y="connsiteY0"/>
                  </a:cxn>
                  <a:cxn ang="0">
                    <a:pos x="connsiteX1" y="connsiteY1"/>
                  </a:cxn>
                  <a:cxn ang="0">
                    <a:pos x="connsiteX2" y="connsiteY2"/>
                  </a:cxn>
                  <a:cxn ang="0">
                    <a:pos x="connsiteX3" y="connsiteY3"/>
                  </a:cxn>
                </a:cxnLst>
                <a:rect l="l" t="t" r="r" b="b"/>
                <a:pathLst>
                  <a:path w="3466" h="3061">
                    <a:moveTo>
                      <a:pt x="3467" y="3061"/>
                    </a:moveTo>
                    <a:lnTo>
                      <a:pt x="0" y="3061"/>
                    </a:lnTo>
                    <a:lnTo>
                      <a:pt x="0" y="0"/>
                    </a:lnTo>
                    <a:lnTo>
                      <a:pt x="2827" y="0"/>
                    </a:lnTo>
                    <a:close/>
                  </a:path>
                </a:pathLst>
              </a:custGeom>
              <a:grpFill/>
              <a:ln w="6350" cap="flat">
                <a:solidFill>
                  <a:schemeClr val="bg1"/>
                </a:solidFill>
                <a:prstDash val="solid"/>
                <a:miter/>
              </a:ln>
            </p:spPr>
            <p:txBody>
              <a:bodyPr rtlCol="0" anchor="ctr"/>
              <a:lstStyle/>
              <a:p>
                <a:endParaRPr lang="en-US"/>
              </a:p>
            </p:txBody>
          </p:sp>
          <p:sp>
            <p:nvSpPr>
              <p:cNvPr id="230" name="Freeform 947">
                <a:extLst>
                  <a:ext uri="{FF2B5EF4-FFF2-40B4-BE49-F238E27FC236}">
                    <a16:creationId xmlns:a16="http://schemas.microsoft.com/office/drawing/2014/main" id="{F5214752-9E5D-7F6D-E1D2-9B63A9E7498A}"/>
                  </a:ext>
                </a:extLst>
              </p:cNvPr>
              <p:cNvSpPr/>
              <p:nvPr/>
            </p:nvSpPr>
            <p:spPr>
              <a:xfrm>
                <a:off x="6178232" y="3255408"/>
                <a:ext cx="23457" cy="25767"/>
              </a:xfrm>
              <a:custGeom>
                <a:avLst/>
                <a:gdLst>
                  <a:gd name="connsiteX0" fmla="*/ 12587 w 23457"/>
                  <a:gd name="connsiteY0" fmla="*/ 0 h 25767"/>
                  <a:gd name="connsiteX1" fmla="*/ 15616 w 23457"/>
                  <a:gd name="connsiteY1" fmla="*/ 2052 h 25767"/>
                  <a:gd name="connsiteX2" fmla="*/ 16491 w 23457"/>
                  <a:gd name="connsiteY2" fmla="*/ 5214 h 25767"/>
                  <a:gd name="connsiteX3" fmla="*/ 23457 w 23457"/>
                  <a:gd name="connsiteY3" fmla="*/ 5214 h 25767"/>
                  <a:gd name="connsiteX4" fmla="*/ 23020 w 23457"/>
                  <a:gd name="connsiteY4" fmla="*/ 10866 h 25767"/>
                  <a:gd name="connsiteX5" fmla="*/ 19015 w 23457"/>
                  <a:gd name="connsiteY5" fmla="*/ 13691 h 25767"/>
                  <a:gd name="connsiteX6" fmla="*/ 15649 w 23457"/>
                  <a:gd name="connsiteY6" fmla="*/ 20857 h 25767"/>
                  <a:gd name="connsiteX7" fmla="*/ 15649 w 23457"/>
                  <a:gd name="connsiteY7" fmla="*/ 25196 h 25767"/>
                  <a:gd name="connsiteX8" fmla="*/ 13899 w 23457"/>
                  <a:gd name="connsiteY8" fmla="*/ 25196 h 25767"/>
                  <a:gd name="connsiteX9" fmla="*/ 10433 w 23457"/>
                  <a:gd name="connsiteY9" fmla="*/ 25196 h 25767"/>
                  <a:gd name="connsiteX10" fmla="*/ 5856 w 23457"/>
                  <a:gd name="connsiteY10" fmla="*/ 20857 h 25767"/>
                  <a:gd name="connsiteX11" fmla="*/ 5856 w 23457"/>
                  <a:gd name="connsiteY11" fmla="*/ 17156 h 25767"/>
                  <a:gd name="connsiteX12" fmla="*/ 5654 w 23457"/>
                  <a:gd name="connsiteY12" fmla="*/ 15407 h 25767"/>
                  <a:gd name="connsiteX13" fmla="*/ 0 w 23457"/>
                  <a:gd name="connsiteY13" fmla="*/ 12750 h 25767"/>
                  <a:gd name="connsiteX14" fmla="*/ 0 w 23457"/>
                  <a:gd name="connsiteY14" fmla="*/ 11269 h 25767"/>
                  <a:gd name="connsiteX15" fmla="*/ 1952 w 23457"/>
                  <a:gd name="connsiteY15" fmla="*/ 6492 h 25767"/>
                  <a:gd name="connsiteX16" fmla="*/ 5856 w 23457"/>
                  <a:gd name="connsiteY16" fmla="*/ 3229 h 25767"/>
                  <a:gd name="connsiteX17" fmla="*/ 6731 w 23457"/>
                  <a:gd name="connsiteY17" fmla="*/ 3028 h 25767"/>
                  <a:gd name="connsiteX18" fmla="*/ 8683 w 23457"/>
                  <a:gd name="connsiteY18" fmla="*/ 0 h 25767"/>
                  <a:gd name="connsiteX19" fmla="*/ 12587 w 23457"/>
                  <a:gd name="connsiteY19" fmla="*/ 0 h 2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57" h="25767">
                    <a:moveTo>
                      <a:pt x="12587" y="0"/>
                    </a:moveTo>
                    <a:lnTo>
                      <a:pt x="15616" y="2052"/>
                    </a:lnTo>
                    <a:lnTo>
                      <a:pt x="16491" y="5214"/>
                    </a:lnTo>
                    <a:lnTo>
                      <a:pt x="23457" y="5214"/>
                    </a:lnTo>
                    <a:lnTo>
                      <a:pt x="23020" y="10866"/>
                    </a:lnTo>
                    <a:lnTo>
                      <a:pt x="19015" y="13691"/>
                    </a:lnTo>
                    <a:lnTo>
                      <a:pt x="15649" y="20857"/>
                    </a:lnTo>
                    <a:lnTo>
                      <a:pt x="15649" y="25196"/>
                    </a:lnTo>
                    <a:cubicBezTo>
                      <a:pt x="15649" y="25196"/>
                      <a:pt x="14572" y="24557"/>
                      <a:pt x="13899" y="25196"/>
                    </a:cubicBezTo>
                    <a:cubicBezTo>
                      <a:pt x="13260" y="25835"/>
                      <a:pt x="12149" y="26071"/>
                      <a:pt x="10433" y="25196"/>
                    </a:cubicBezTo>
                    <a:cubicBezTo>
                      <a:pt x="8683" y="24322"/>
                      <a:pt x="5856" y="20857"/>
                      <a:pt x="5856" y="20857"/>
                    </a:cubicBezTo>
                    <a:cubicBezTo>
                      <a:pt x="5856" y="20857"/>
                      <a:pt x="6058" y="17829"/>
                      <a:pt x="5856" y="17156"/>
                    </a:cubicBezTo>
                    <a:cubicBezTo>
                      <a:pt x="5654" y="16517"/>
                      <a:pt x="5654" y="15407"/>
                      <a:pt x="5654" y="15407"/>
                    </a:cubicBezTo>
                    <a:lnTo>
                      <a:pt x="0" y="12750"/>
                    </a:lnTo>
                    <a:lnTo>
                      <a:pt x="0" y="11269"/>
                    </a:lnTo>
                    <a:cubicBezTo>
                      <a:pt x="0" y="11269"/>
                      <a:pt x="1313" y="6694"/>
                      <a:pt x="1952" y="6492"/>
                    </a:cubicBezTo>
                    <a:cubicBezTo>
                      <a:pt x="2591" y="6291"/>
                      <a:pt x="4981" y="3667"/>
                      <a:pt x="5856" y="3229"/>
                    </a:cubicBezTo>
                    <a:cubicBezTo>
                      <a:pt x="6731" y="2792"/>
                      <a:pt x="6731" y="3028"/>
                      <a:pt x="6731" y="3028"/>
                    </a:cubicBezTo>
                    <a:lnTo>
                      <a:pt x="8683" y="0"/>
                    </a:lnTo>
                    <a:lnTo>
                      <a:pt x="12587" y="0"/>
                    </a:lnTo>
                    <a:close/>
                  </a:path>
                </a:pathLst>
              </a:custGeom>
              <a:grpFill/>
              <a:ln w="6350" cap="flat">
                <a:solidFill>
                  <a:schemeClr val="bg1"/>
                </a:solidFill>
                <a:prstDash val="solid"/>
                <a:miter/>
              </a:ln>
            </p:spPr>
            <p:txBody>
              <a:bodyPr rtlCol="0" anchor="ctr"/>
              <a:lstStyle/>
              <a:p>
                <a:endParaRPr lang="en-US"/>
              </a:p>
            </p:txBody>
          </p:sp>
          <p:sp>
            <p:nvSpPr>
              <p:cNvPr id="231" name="Freeform 948">
                <a:extLst>
                  <a:ext uri="{FF2B5EF4-FFF2-40B4-BE49-F238E27FC236}">
                    <a16:creationId xmlns:a16="http://schemas.microsoft.com/office/drawing/2014/main" id="{5C987BB9-9A68-CC58-EF17-F061F6ACB6B5}"/>
                  </a:ext>
                </a:extLst>
              </p:cNvPr>
              <p:cNvSpPr/>
              <p:nvPr/>
            </p:nvSpPr>
            <p:spPr>
              <a:xfrm>
                <a:off x="6151476" y="3302335"/>
                <a:ext cx="14539" cy="11134"/>
              </a:xfrm>
              <a:custGeom>
                <a:avLst/>
                <a:gdLst>
                  <a:gd name="connsiteX0" fmla="*/ 4779 w 14539"/>
                  <a:gd name="connsiteY0" fmla="*/ 0 h 11134"/>
                  <a:gd name="connsiteX1" fmla="*/ 8683 w 14539"/>
                  <a:gd name="connsiteY1" fmla="*/ 1514 h 11134"/>
                  <a:gd name="connsiteX2" fmla="*/ 14539 w 14539"/>
                  <a:gd name="connsiteY2" fmla="*/ 4104 h 11134"/>
                  <a:gd name="connsiteX3" fmla="*/ 13024 w 14539"/>
                  <a:gd name="connsiteY3" fmla="*/ 9655 h 11134"/>
                  <a:gd name="connsiteX4" fmla="*/ 9659 w 14539"/>
                  <a:gd name="connsiteY4" fmla="*/ 11135 h 11134"/>
                  <a:gd name="connsiteX5" fmla="*/ 6058 w 14539"/>
                  <a:gd name="connsiteY5" fmla="*/ 7636 h 11134"/>
                  <a:gd name="connsiteX6" fmla="*/ 2154 w 14539"/>
                  <a:gd name="connsiteY6" fmla="*/ 3700 h 11134"/>
                  <a:gd name="connsiteX7" fmla="*/ 0 w 14539"/>
                  <a:gd name="connsiteY7" fmla="*/ 875 h 11134"/>
                  <a:gd name="connsiteX8" fmla="*/ 1952 w 14539"/>
                  <a:gd name="connsiteY8" fmla="*/ 0 h 11134"/>
                  <a:gd name="connsiteX9" fmla="*/ 4779 w 14539"/>
                  <a:gd name="connsiteY9" fmla="*/ 0 h 11134"/>
                  <a:gd name="connsiteX10" fmla="*/ 4779 w 14539"/>
                  <a:gd name="connsiteY10" fmla="*/ 0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39" h="11134">
                    <a:moveTo>
                      <a:pt x="4779" y="0"/>
                    </a:moveTo>
                    <a:lnTo>
                      <a:pt x="8683" y="1514"/>
                    </a:lnTo>
                    <a:lnTo>
                      <a:pt x="14539" y="4104"/>
                    </a:lnTo>
                    <a:lnTo>
                      <a:pt x="13024" y="9655"/>
                    </a:lnTo>
                    <a:lnTo>
                      <a:pt x="9659" y="11135"/>
                    </a:lnTo>
                    <a:cubicBezTo>
                      <a:pt x="9659" y="11135"/>
                      <a:pt x="6933" y="7636"/>
                      <a:pt x="6058" y="7636"/>
                    </a:cubicBezTo>
                    <a:cubicBezTo>
                      <a:pt x="5183" y="7636"/>
                      <a:pt x="2154" y="3700"/>
                      <a:pt x="2154" y="3700"/>
                    </a:cubicBezTo>
                    <a:lnTo>
                      <a:pt x="0" y="875"/>
                    </a:lnTo>
                    <a:lnTo>
                      <a:pt x="1952" y="0"/>
                    </a:lnTo>
                    <a:lnTo>
                      <a:pt x="4779" y="0"/>
                    </a:lnTo>
                    <a:lnTo>
                      <a:pt x="4779" y="0"/>
                    </a:lnTo>
                    <a:close/>
                  </a:path>
                </a:pathLst>
              </a:custGeom>
              <a:grpFill/>
              <a:ln w="6350" cap="flat">
                <a:solidFill>
                  <a:schemeClr val="bg1"/>
                </a:solidFill>
                <a:prstDash val="solid"/>
                <a:miter/>
              </a:ln>
            </p:spPr>
            <p:txBody>
              <a:bodyPr rtlCol="0" anchor="ctr"/>
              <a:lstStyle/>
              <a:p>
                <a:endParaRPr lang="en-US"/>
              </a:p>
            </p:txBody>
          </p:sp>
          <p:sp>
            <p:nvSpPr>
              <p:cNvPr id="232" name="Freeform 949">
                <a:extLst>
                  <a:ext uri="{FF2B5EF4-FFF2-40B4-BE49-F238E27FC236}">
                    <a16:creationId xmlns:a16="http://schemas.microsoft.com/office/drawing/2014/main" id="{309B7B33-F9F5-9945-EF23-3DAD734F5614}"/>
                  </a:ext>
                </a:extLst>
              </p:cNvPr>
              <p:cNvSpPr/>
              <p:nvPr/>
            </p:nvSpPr>
            <p:spPr>
              <a:xfrm>
                <a:off x="5947799" y="3484864"/>
                <a:ext cx="28269" cy="24321"/>
              </a:xfrm>
              <a:custGeom>
                <a:avLst/>
                <a:gdLst>
                  <a:gd name="connsiteX0" fmla="*/ 10635 w 28269"/>
                  <a:gd name="connsiteY0" fmla="*/ 24322 h 24321"/>
                  <a:gd name="connsiteX1" fmla="*/ 14774 w 28269"/>
                  <a:gd name="connsiteY1" fmla="*/ 20419 h 24321"/>
                  <a:gd name="connsiteX2" fmla="*/ 14774 w 28269"/>
                  <a:gd name="connsiteY2" fmla="*/ 17358 h 24321"/>
                  <a:gd name="connsiteX3" fmla="*/ 17399 w 28269"/>
                  <a:gd name="connsiteY3" fmla="*/ 17358 h 24321"/>
                  <a:gd name="connsiteX4" fmla="*/ 23895 w 28269"/>
                  <a:gd name="connsiteY4" fmla="*/ 13456 h 24321"/>
                  <a:gd name="connsiteX5" fmla="*/ 28270 w 28269"/>
                  <a:gd name="connsiteY5" fmla="*/ 9991 h 24321"/>
                  <a:gd name="connsiteX6" fmla="*/ 24332 w 28269"/>
                  <a:gd name="connsiteY6" fmla="*/ 5416 h 24321"/>
                  <a:gd name="connsiteX7" fmla="*/ 19553 w 28269"/>
                  <a:gd name="connsiteY7" fmla="*/ 1716 h 24321"/>
                  <a:gd name="connsiteX8" fmla="*/ 13899 w 28269"/>
                  <a:gd name="connsiteY8" fmla="*/ 1716 h 24321"/>
                  <a:gd name="connsiteX9" fmla="*/ 11072 w 28269"/>
                  <a:gd name="connsiteY9" fmla="*/ 0 h 24321"/>
                  <a:gd name="connsiteX10" fmla="*/ 0 w 28269"/>
                  <a:gd name="connsiteY10" fmla="*/ 0 h 24321"/>
                  <a:gd name="connsiteX11" fmla="*/ 4341 w 28269"/>
                  <a:gd name="connsiteY11" fmla="*/ 6930 h 24321"/>
                  <a:gd name="connsiteX12" fmla="*/ 4341 w 28269"/>
                  <a:gd name="connsiteY12" fmla="*/ 13019 h 24321"/>
                  <a:gd name="connsiteX13" fmla="*/ 4341 w 28269"/>
                  <a:gd name="connsiteY13" fmla="*/ 18233 h 24321"/>
                  <a:gd name="connsiteX14" fmla="*/ 5654 w 28269"/>
                  <a:gd name="connsiteY14" fmla="*/ 20419 h 2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69" h="24321">
                    <a:moveTo>
                      <a:pt x="10635" y="24322"/>
                    </a:moveTo>
                    <a:lnTo>
                      <a:pt x="14774" y="20419"/>
                    </a:lnTo>
                    <a:lnTo>
                      <a:pt x="14774" y="17358"/>
                    </a:lnTo>
                    <a:lnTo>
                      <a:pt x="17399" y="17358"/>
                    </a:lnTo>
                    <a:lnTo>
                      <a:pt x="23895" y="13456"/>
                    </a:lnTo>
                    <a:lnTo>
                      <a:pt x="28270" y="9991"/>
                    </a:lnTo>
                    <a:lnTo>
                      <a:pt x="24332" y="5416"/>
                    </a:lnTo>
                    <a:lnTo>
                      <a:pt x="19553" y="1716"/>
                    </a:lnTo>
                    <a:lnTo>
                      <a:pt x="13899" y="1716"/>
                    </a:lnTo>
                    <a:lnTo>
                      <a:pt x="11072" y="0"/>
                    </a:lnTo>
                    <a:lnTo>
                      <a:pt x="0" y="0"/>
                    </a:lnTo>
                    <a:lnTo>
                      <a:pt x="4341" y="6930"/>
                    </a:lnTo>
                    <a:lnTo>
                      <a:pt x="4341" y="13019"/>
                    </a:lnTo>
                    <a:lnTo>
                      <a:pt x="4341" y="18233"/>
                    </a:lnTo>
                    <a:lnTo>
                      <a:pt x="5654" y="20419"/>
                    </a:lnTo>
                    <a:close/>
                  </a:path>
                </a:pathLst>
              </a:custGeom>
              <a:grpFill/>
              <a:ln w="6350" cap="flat">
                <a:solidFill>
                  <a:schemeClr val="bg1"/>
                </a:solidFill>
                <a:prstDash val="solid"/>
                <a:miter/>
              </a:ln>
            </p:spPr>
            <p:txBody>
              <a:bodyPr rtlCol="0" anchor="ctr"/>
              <a:lstStyle/>
              <a:p>
                <a:endParaRPr lang="en-US"/>
              </a:p>
            </p:txBody>
          </p:sp>
        </p:grpSp>
        <p:sp>
          <p:nvSpPr>
            <p:cNvPr id="170" name="Freeform 887">
              <a:extLst>
                <a:ext uri="{FF2B5EF4-FFF2-40B4-BE49-F238E27FC236}">
                  <a16:creationId xmlns:a16="http://schemas.microsoft.com/office/drawing/2014/main" id="{71502499-4661-2D0B-8FB1-367C71B612A7}"/>
                </a:ext>
              </a:extLst>
            </p:cNvPr>
            <p:cNvSpPr/>
            <p:nvPr/>
          </p:nvSpPr>
          <p:spPr>
            <a:xfrm>
              <a:off x="7987017" y="2835953"/>
              <a:ext cx="245586" cy="305313"/>
            </a:xfrm>
            <a:custGeom>
              <a:avLst/>
              <a:gdLst>
                <a:gd name="connsiteX0" fmla="*/ 342638 w 471500"/>
                <a:gd name="connsiteY0" fmla="*/ 573051 h 586170"/>
                <a:gd name="connsiteX1" fmla="*/ 344388 w 471500"/>
                <a:gd name="connsiteY1" fmla="*/ 580015 h 586170"/>
                <a:gd name="connsiteX2" fmla="*/ 344388 w 471500"/>
                <a:gd name="connsiteY2" fmla="*/ 582908 h 586170"/>
                <a:gd name="connsiteX3" fmla="*/ 353070 w 471500"/>
                <a:gd name="connsiteY3" fmla="*/ 586171 h 586170"/>
                <a:gd name="connsiteX4" fmla="*/ 357210 w 471500"/>
                <a:gd name="connsiteY4" fmla="*/ 581831 h 586170"/>
                <a:gd name="connsiteX5" fmla="*/ 364177 w 471500"/>
                <a:gd name="connsiteY5" fmla="*/ 575978 h 586170"/>
                <a:gd name="connsiteX6" fmla="*/ 370268 w 471500"/>
                <a:gd name="connsiteY6" fmla="*/ 572277 h 586170"/>
                <a:gd name="connsiteX7" fmla="*/ 375047 w 471500"/>
                <a:gd name="connsiteY7" fmla="*/ 564877 h 586170"/>
                <a:gd name="connsiteX8" fmla="*/ 380936 w 471500"/>
                <a:gd name="connsiteY8" fmla="*/ 560302 h 586170"/>
                <a:gd name="connsiteX9" fmla="*/ 384638 w 471500"/>
                <a:gd name="connsiteY9" fmla="*/ 555289 h 586170"/>
                <a:gd name="connsiteX10" fmla="*/ 389619 w 471500"/>
                <a:gd name="connsiteY10" fmla="*/ 552262 h 586170"/>
                <a:gd name="connsiteX11" fmla="*/ 399614 w 471500"/>
                <a:gd name="connsiteY11" fmla="*/ 547048 h 586170"/>
                <a:gd name="connsiteX12" fmla="*/ 403519 w 471500"/>
                <a:gd name="connsiteY12" fmla="*/ 541161 h 586170"/>
                <a:gd name="connsiteX13" fmla="*/ 403519 w 471500"/>
                <a:gd name="connsiteY13" fmla="*/ 532919 h 586170"/>
                <a:gd name="connsiteX14" fmla="*/ 408533 w 471500"/>
                <a:gd name="connsiteY14" fmla="*/ 529858 h 586170"/>
                <a:gd name="connsiteX15" fmla="*/ 413951 w 471500"/>
                <a:gd name="connsiteY15" fmla="*/ 514653 h 586170"/>
                <a:gd name="connsiteX16" fmla="*/ 411495 w 471500"/>
                <a:gd name="connsiteY16" fmla="*/ 504662 h 586170"/>
                <a:gd name="connsiteX17" fmla="*/ 408735 w 471500"/>
                <a:gd name="connsiteY17" fmla="*/ 499448 h 586170"/>
                <a:gd name="connsiteX18" fmla="*/ 408735 w 471500"/>
                <a:gd name="connsiteY18" fmla="*/ 490769 h 586170"/>
                <a:gd name="connsiteX19" fmla="*/ 408735 w 471500"/>
                <a:gd name="connsiteY19" fmla="*/ 474689 h 586170"/>
                <a:gd name="connsiteX20" fmla="*/ 411495 w 471500"/>
                <a:gd name="connsiteY20" fmla="*/ 474252 h 586170"/>
                <a:gd name="connsiteX21" fmla="*/ 414826 w 471500"/>
                <a:gd name="connsiteY21" fmla="*/ 477716 h 586170"/>
                <a:gd name="connsiteX22" fmla="*/ 425259 w 471500"/>
                <a:gd name="connsiteY22" fmla="*/ 477716 h 586170"/>
                <a:gd name="connsiteX23" fmla="*/ 437442 w 471500"/>
                <a:gd name="connsiteY23" fmla="*/ 477716 h 586170"/>
                <a:gd name="connsiteX24" fmla="*/ 448313 w 471500"/>
                <a:gd name="connsiteY24" fmla="*/ 474891 h 586170"/>
                <a:gd name="connsiteX25" fmla="*/ 452217 w 471500"/>
                <a:gd name="connsiteY25" fmla="*/ 468163 h 586170"/>
                <a:gd name="connsiteX26" fmla="*/ 452217 w 471500"/>
                <a:gd name="connsiteY26" fmla="*/ 459484 h 586170"/>
                <a:gd name="connsiteX27" fmla="*/ 447202 w 471500"/>
                <a:gd name="connsiteY27" fmla="*/ 453832 h 586170"/>
                <a:gd name="connsiteX28" fmla="*/ 439596 w 471500"/>
                <a:gd name="connsiteY28" fmla="*/ 446432 h 586170"/>
                <a:gd name="connsiteX29" fmla="*/ 446125 w 471500"/>
                <a:gd name="connsiteY29" fmla="*/ 437753 h 586170"/>
                <a:gd name="connsiteX30" fmla="*/ 453529 w 471500"/>
                <a:gd name="connsiteY30" fmla="*/ 437753 h 586170"/>
                <a:gd name="connsiteX31" fmla="*/ 460933 w 471500"/>
                <a:gd name="connsiteY31" fmla="*/ 435129 h 586170"/>
                <a:gd name="connsiteX32" fmla="*/ 460933 w 471500"/>
                <a:gd name="connsiteY32" fmla="*/ 424263 h 586170"/>
                <a:gd name="connsiteX33" fmla="*/ 466150 w 471500"/>
                <a:gd name="connsiteY33" fmla="*/ 414272 h 586170"/>
                <a:gd name="connsiteX34" fmla="*/ 469212 w 471500"/>
                <a:gd name="connsiteY34" fmla="*/ 406602 h 586170"/>
                <a:gd name="connsiteX35" fmla="*/ 471400 w 471500"/>
                <a:gd name="connsiteY35" fmla="*/ 389951 h 586170"/>
                <a:gd name="connsiteX36" fmla="*/ 471400 w 471500"/>
                <a:gd name="connsiteY36" fmla="*/ 381272 h 586170"/>
                <a:gd name="connsiteX37" fmla="*/ 471501 w 471500"/>
                <a:gd name="connsiteY37" fmla="*/ 381003 h 586170"/>
                <a:gd name="connsiteX38" fmla="*/ 468506 w 471500"/>
                <a:gd name="connsiteY38" fmla="*/ 374880 h 586170"/>
                <a:gd name="connsiteX39" fmla="*/ 461236 w 471500"/>
                <a:gd name="connsiteY39" fmla="*/ 376899 h 586170"/>
                <a:gd name="connsiteX40" fmla="*/ 451106 w 471500"/>
                <a:gd name="connsiteY40" fmla="*/ 378076 h 586170"/>
                <a:gd name="connsiteX41" fmla="*/ 450534 w 471500"/>
                <a:gd name="connsiteY41" fmla="*/ 372862 h 586170"/>
                <a:gd name="connsiteX42" fmla="*/ 449659 w 471500"/>
                <a:gd name="connsiteY42" fmla="*/ 364755 h 586170"/>
                <a:gd name="connsiteX43" fmla="*/ 445318 w 471500"/>
                <a:gd name="connsiteY43" fmla="*/ 364755 h 586170"/>
                <a:gd name="connsiteX44" fmla="*/ 434313 w 471500"/>
                <a:gd name="connsiteY44" fmla="*/ 367042 h 586170"/>
                <a:gd name="connsiteX45" fmla="*/ 426471 w 471500"/>
                <a:gd name="connsiteY45" fmla="*/ 369094 h 586170"/>
                <a:gd name="connsiteX46" fmla="*/ 419235 w 471500"/>
                <a:gd name="connsiteY46" fmla="*/ 369969 h 586170"/>
                <a:gd name="connsiteX47" fmla="*/ 411562 w 471500"/>
                <a:gd name="connsiteY47" fmla="*/ 373164 h 586170"/>
                <a:gd name="connsiteX48" fmla="*/ 404461 w 471500"/>
                <a:gd name="connsiteY48" fmla="*/ 375183 h 586170"/>
                <a:gd name="connsiteX49" fmla="*/ 395778 w 471500"/>
                <a:gd name="connsiteY49" fmla="*/ 375183 h 586170"/>
                <a:gd name="connsiteX50" fmla="*/ 387364 w 471500"/>
                <a:gd name="connsiteY50" fmla="*/ 370406 h 586170"/>
                <a:gd name="connsiteX51" fmla="*/ 384167 w 471500"/>
                <a:gd name="connsiteY51" fmla="*/ 367076 h 586170"/>
                <a:gd name="connsiteX52" fmla="*/ 382148 w 471500"/>
                <a:gd name="connsiteY52" fmla="*/ 361290 h 586170"/>
                <a:gd name="connsiteX53" fmla="*/ 389687 w 471500"/>
                <a:gd name="connsiteY53" fmla="*/ 354057 h 586170"/>
                <a:gd name="connsiteX54" fmla="*/ 394903 w 471500"/>
                <a:gd name="connsiteY54" fmla="*/ 349718 h 586170"/>
                <a:gd name="connsiteX55" fmla="*/ 398100 w 471500"/>
                <a:gd name="connsiteY55" fmla="*/ 341913 h 586170"/>
                <a:gd name="connsiteX56" fmla="*/ 396922 w 471500"/>
                <a:gd name="connsiteY56" fmla="*/ 336396 h 586170"/>
                <a:gd name="connsiteX57" fmla="*/ 395778 w 471500"/>
                <a:gd name="connsiteY57" fmla="*/ 330005 h 586170"/>
                <a:gd name="connsiteX58" fmla="*/ 394028 w 471500"/>
                <a:gd name="connsiteY58" fmla="*/ 324791 h 586170"/>
                <a:gd name="connsiteX59" fmla="*/ 383595 w 471500"/>
                <a:gd name="connsiteY59" fmla="*/ 324791 h 586170"/>
                <a:gd name="connsiteX60" fmla="*/ 373162 w 471500"/>
                <a:gd name="connsiteY60" fmla="*/ 323243 h 586170"/>
                <a:gd name="connsiteX61" fmla="*/ 364177 w 471500"/>
                <a:gd name="connsiteY61" fmla="*/ 323008 h 586170"/>
                <a:gd name="connsiteX62" fmla="*/ 361282 w 471500"/>
                <a:gd name="connsiteY62" fmla="*/ 317794 h 586170"/>
                <a:gd name="connsiteX63" fmla="*/ 358960 w 471500"/>
                <a:gd name="connsiteY63" fmla="*/ 307365 h 586170"/>
                <a:gd name="connsiteX64" fmla="*/ 354316 w 471500"/>
                <a:gd name="connsiteY64" fmla="*/ 301579 h 586170"/>
                <a:gd name="connsiteX65" fmla="*/ 349099 w 471500"/>
                <a:gd name="connsiteY65" fmla="*/ 298686 h 586170"/>
                <a:gd name="connsiteX66" fmla="*/ 343310 w 471500"/>
                <a:gd name="connsiteY66" fmla="*/ 295221 h 586170"/>
                <a:gd name="connsiteX67" fmla="*/ 345633 w 471500"/>
                <a:gd name="connsiteY67" fmla="*/ 289436 h 586170"/>
                <a:gd name="connsiteX68" fmla="*/ 350546 w 471500"/>
                <a:gd name="connsiteY68" fmla="*/ 281328 h 586170"/>
                <a:gd name="connsiteX69" fmla="*/ 352296 w 471500"/>
                <a:gd name="connsiteY69" fmla="*/ 273221 h 586170"/>
                <a:gd name="connsiteX70" fmla="*/ 356941 w 471500"/>
                <a:gd name="connsiteY70" fmla="*/ 266830 h 586170"/>
                <a:gd name="connsiteX71" fmla="*/ 362460 w 471500"/>
                <a:gd name="connsiteY71" fmla="*/ 266258 h 586170"/>
                <a:gd name="connsiteX72" fmla="*/ 366801 w 471500"/>
                <a:gd name="connsiteY72" fmla="*/ 264811 h 586170"/>
                <a:gd name="connsiteX73" fmla="*/ 368249 w 471500"/>
                <a:gd name="connsiteY73" fmla="*/ 259597 h 586170"/>
                <a:gd name="connsiteX74" fmla="*/ 371143 w 471500"/>
                <a:gd name="connsiteY74" fmla="*/ 255527 h 586170"/>
                <a:gd name="connsiteX75" fmla="*/ 372018 w 471500"/>
                <a:gd name="connsiteY75" fmla="*/ 245670 h 586170"/>
                <a:gd name="connsiteX76" fmla="*/ 370874 w 471500"/>
                <a:gd name="connsiteY76" fmla="*/ 239279 h 586170"/>
                <a:gd name="connsiteX77" fmla="*/ 367979 w 471500"/>
                <a:gd name="connsiteY77" fmla="*/ 229725 h 586170"/>
                <a:gd name="connsiteX78" fmla="*/ 368551 w 471500"/>
                <a:gd name="connsiteY78" fmla="*/ 222190 h 586170"/>
                <a:gd name="connsiteX79" fmla="*/ 374037 w 471500"/>
                <a:gd name="connsiteY79" fmla="*/ 217548 h 586170"/>
                <a:gd name="connsiteX80" fmla="*/ 382148 w 471500"/>
                <a:gd name="connsiteY80" fmla="*/ 220743 h 586170"/>
                <a:gd name="connsiteX81" fmla="*/ 386489 w 471500"/>
                <a:gd name="connsiteY81" fmla="*/ 225655 h 586170"/>
                <a:gd name="connsiteX82" fmla="*/ 395172 w 471500"/>
                <a:gd name="connsiteY82" fmla="*/ 227101 h 586170"/>
                <a:gd name="connsiteX83" fmla="*/ 403014 w 471500"/>
                <a:gd name="connsiteY83" fmla="*/ 227404 h 586170"/>
                <a:gd name="connsiteX84" fmla="*/ 408802 w 471500"/>
                <a:gd name="connsiteY84" fmla="*/ 232315 h 586170"/>
                <a:gd name="connsiteX85" fmla="*/ 416038 w 471500"/>
                <a:gd name="connsiteY85" fmla="*/ 228548 h 586170"/>
                <a:gd name="connsiteX86" fmla="*/ 420952 w 471500"/>
                <a:gd name="connsiteY86" fmla="*/ 223031 h 586170"/>
                <a:gd name="connsiteX87" fmla="*/ 419504 w 471500"/>
                <a:gd name="connsiteY87" fmla="*/ 217245 h 586170"/>
                <a:gd name="connsiteX88" fmla="*/ 418057 w 471500"/>
                <a:gd name="connsiteY88" fmla="*/ 209407 h 586170"/>
                <a:gd name="connsiteX89" fmla="*/ 420682 w 471500"/>
                <a:gd name="connsiteY89" fmla="*/ 205639 h 586170"/>
                <a:gd name="connsiteX90" fmla="*/ 422432 w 471500"/>
                <a:gd name="connsiteY90" fmla="*/ 194336 h 586170"/>
                <a:gd name="connsiteX91" fmla="*/ 415769 w 471500"/>
                <a:gd name="connsiteY91" fmla="*/ 189694 h 586170"/>
                <a:gd name="connsiteX92" fmla="*/ 403889 w 471500"/>
                <a:gd name="connsiteY92" fmla="*/ 183605 h 586170"/>
                <a:gd name="connsiteX93" fmla="*/ 396081 w 471500"/>
                <a:gd name="connsiteY93" fmla="*/ 176945 h 586170"/>
                <a:gd name="connsiteX94" fmla="*/ 390562 w 471500"/>
                <a:gd name="connsiteY94" fmla="*/ 170553 h 586170"/>
                <a:gd name="connsiteX95" fmla="*/ 382451 w 471500"/>
                <a:gd name="connsiteY95" fmla="*/ 172874 h 586170"/>
                <a:gd name="connsiteX96" fmla="*/ 379859 w 471500"/>
                <a:gd name="connsiteY96" fmla="*/ 178963 h 586170"/>
                <a:gd name="connsiteX97" fmla="*/ 379556 w 471500"/>
                <a:gd name="connsiteY97" fmla="*/ 189694 h 586170"/>
                <a:gd name="connsiteX98" fmla="*/ 375484 w 471500"/>
                <a:gd name="connsiteY98" fmla="*/ 195211 h 586170"/>
                <a:gd name="connsiteX99" fmla="*/ 373734 w 471500"/>
                <a:gd name="connsiteY99" fmla="*/ 201300 h 586170"/>
                <a:gd name="connsiteX100" fmla="*/ 368518 w 471500"/>
                <a:gd name="connsiteY100" fmla="*/ 204193 h 586170"/>
                <a:gd name="connsiteX101" fmla="*/ 361854 w 471500"/>
                <a:gd name="connsiteY101" fmla="*/ 204495 h 586170"/>
                <a:gd name="connsiteX102" fmla="*/ 354618 w 471500"/>
                <a:gd name="connsiteY102" fmla="*/ 204193 h 586170"/>
                <a:gd name="connsiteX103" fmla="*/ 345936 w 471500"/>
                <a:gd name="connsiteY103" fmla="*/ 206211 h 586170"/>
                <a:gd name="connsiteX104" fmla="*/ 340147 w 471500"/>
                <a:gd name="connsiteY104" fmla="*/ 205336 h 586170"/>
                <a:gd name="connsiteX105" fmla="*/ 329142 w 471500"/>
                <a:gd name="connsiteY105" fmla="*/ 196927 h 586170"/>
                <a:gd name="connsiteX106" fmla="*/ 326248 w 471500"/>
                <a:gd name="connsiteY106" fmla="*/ 188819 h 586170"/>
                <a:gd name="connsiteX107" fmla="*/ 327123 w 471500"/>
                <a:gd name="connsiteY107" fmla="*/ 181015 h 586170"/>
                <a:gd name="connsiteX108" fmla="*/ 323925 w 471500"/>
                <a:gd name="connsiteY108" fmla="*/ 172605 h 586170"/>
                <a:gd name="connsiteX109" fmla="*/ 319853 w 471500"/>
                <a:gd name="connsiteY109" fmla="*/ 163926 h 586170"/>
                <a:gd name="connsiteX110" fmla="*/ 317531 w 471500"/>
                <a:gd name="connsiteY110" fmla="*/ 154372 h 586170"/>
                <a:gd name="connsiteX111" fmla="*/ 310565 w 471500"/>
                <a:gd name="connsiteY111" fmla="*/ 156693 h 586170"/>
                <a:gd name="connsiteX112" fmla="*/ 300132 w 471500"/>
                <a:gd name="connsiteY112" fmla="*/ 157568 h 586170"/>
                <a:gd name="connsiteX113" fmla="*/ 295790 w 471500"/>
                <a:gd name="connsiteY113" fmla="*/ 152657 h 586170"/>
                <a:gd name="connsiteX114" fmla="*/ 295521 w 471500"/>
                <a:gd name="connsiteY114" fmla="*/ 150908 h 586170"/>
                <a:gd name="connsiteX115" fmla="*/ 297271 w 471500"/>
                <a:gd name="connsiteY115" fmla="*/ 137283 h 586170"/>
                <a:gd name="connsiteX116" fmla="*/ 299290 w 471500"/>
                <a:gd name="connsiteY116" fmla="*/ 130320 h 586170"/>
                <a:gd name="connsiteX117" fmla="*/ 301882 w 471500"/>
                <a:gd name="connsiteY117" fmla="*/ 125678 h 586170"/>
                <a:gd name="connsiteX118" fmla="*/ 305954 w 471500"/>
                <a:gd name="connsiteY118" fmla="*/ 119017 h 586170"/>
                <a:gd name="connsiteX119" fmla="*/ 307973 w 471500"/>
                <a:gd name="connsiteY119" fmla="*/ 112626 h 586170"/>
                <a:gd name="connsiteX120" fmla="*/ 308545 w 471500"/>
                <a:gd name="connsiteY120" fmla="*/ 107714 h 586170"/>
                <a:gd name="connsiteX121" fmla="*/ 312617 w 471500"/>
                <a:gd name="connsiteY121" fmla="*/ 102197 h 586170"/>
                <a:gd name="connsiteX122" fmla="*/ 313493 w 471500"/>
                <a:gd name="connsiteY122" fmla="*/ 94359 h 586170"/>
                <a:gd name="connsiteX123" fmla="*/ 306257 w 471500"/>
                <a:gd name="connsiteY123" fmla="*/ 93485 h 586170"/>
                <a:gd name="connsiteX124" fmla="*/ 296699 w 471500"/>
                <a:gd name="connsiteY124" fmla="*/ 91735 h 586170"/>
                <a:gd name="connsiteX125" fmla="*/ 291482 w 471500"/>
                <a:gd name="connsiteY125" fmla="*/ 89111 h 586170"/>
                <a:gd name="connsiteX126" fmla="*/ 286838 w 471500"/>
                <a:gd name="connsiteY126" fmla="*/ 93182 h 586170"/>
                <a:gd name="connsiteX127" fmla="*/ 280174 w 471500"/>
                <a:gd name="connsiteY127" fmla="*/ 96647 h 586170"/>
                <a:gd name="connsiteX128" fmla="*/ 270919 w 471500"/>
                <a:gd name="connsiteY128" fmla="*/ 96647 h 586170"/>
                <a:gd name="connsiteX129" fmla="*/ 268025 w 471500"/>
                <a:gd name="connsiteY129" fmla="*/ 92576 h 586170"/>
                <a:gd name="connsiteX130" fmla="*/ 268025 w 471500"/>
                <a:gd name="connsiteY130" fmla="*/ 82720 h 586170"/>
                <a:gd name="connsiteX131" fmla="*/ 267015 w 471500"/>
                <a:gd name="connsiteY131" fmla="*/ 78952 h 586170"/>
                <a:gd name="connsiteX132" fmla="*/ 262539 w 471500"/>
                <a:gd name="connsiteY132" fmla="*/ 73166 h 586170"/>
                <a:gd name="connsiteX133" fmla="*/ 258198 w 471500"/>
                <a:gd name="connsiteY133" fmla="*/ 68827 h 586170"/>
                <a:gd name="connsiteX134" fmla="*/ 251838 w 471500"/>
                <a:gd name="connsiteY134" fmla="*/ 61863 h 586170"/>
                <a:gd name="connsiteX135" fmla="*/ 242852 w 471500"/>
                <a:gd name="connsiteY135" fmla="*/ 60417 h 586170"/>
                <a:gd name="connsiteX136" fmla="*/ 231544 w 471500"/>
                <a:gd name="connsiteY136" fmla="*/ 60417 h 586170"/>
                <a:gd name="connsiteX137" fmla="*/ 217644 w 471500"/>
                <a:gd name="connsiteY137" fmla="*/ 60282 h 586170"/>
                <a:gd name="connsiteX138" fmla="*/ 211250 w 471500"/>
                <a:gd name="connsiteY138" fmla="*/ 57827 h 586170"/>
                <a:gd name="connsiteX139" fmla="*/ 206336 w 471500"/>
                <a:gd name="connsiteY139" fmla="*/ 52041 h 586170"/>
                <a:gd name="connsiteX140" fmla="*/ 204889 w 471500"/>
                <a:gd name="connsiteY140" fmla="*/ 47701 h 586170"/>
                <a:gd name="connsiteX141" fmla="*/ 198495 w 471500"/>
                <a:gd name="connsiteY141" fmla="*/ 47398 h 586170"/>
                <a:gd name="connsiteX142" fmla="*/ 193009 w 471500"/>
                <a:gd name="connsiteY142" fmla="*/ 37273 h 586170"/>
                <a:gd name="connsiteX143" fmla="*/ 188937 w 471500"/>
                <a:gd name="connsiteY143" fmla="*/ 29166 h 586170"/>
                <a:gd name="connsiteX144" fmla="*/ 183417 w 471500"/>
                <a:gd name="connsiteY144" fmla="*/ 29166 h 586170"/>
                <a:gd name="connsiteX145" fmla="*/ 178504 w 471500"/>
                <a:gd name="connsiteY145" fmla="*/ 24826 h 586170"/>
                <a:gd name="connsiteX146" fmla="*/ 171840 w 471500"/>
                <a:gd name="connsiteY146" fmla="*/ 19915 h 586170"/>
                <a:gd name="connsiteX147" fmla="*/ 164874 w 471500"/>
                <a:gd name="connsiteY147" fmla="*/ 19040 h 586170"/>
                <a:gd name="connsiteX148" fmla="*/ 157032 w 471500"/>
                <a:gd name="connsiteY148" fmla="*/ 14701 h 586170"/>
                <a:gd name="connsiteX149" fmla="*/ 142258 w 471500"/>
                <a:gd name="connsiteY149" fmla="*/ 5416 h 586170"/>
                <a:gd name="connsiteX150" fmla="*/ 138791 w 471500"/>
                <a:gd name="connsiteY150" fmla="*/ 1951 h 586170"/>
                <a:gd name="connsiteX151" fmla="*/ 136840 w 471500"/>
                <a:gd name="connsiteY151" fmla="*/ 0 h 586170"/>
                <a:gd name="connsiteX152" fmla="*/ 135325 w 471500"/>
                <a:gd name="connsiteY152" fmla="*/ 976 h 586170"/>
                <a:gd name="connsiteX153" fmla="*/ 129166 w 471500"/>
                <a:gd name="connsiteY153" fmla="*/ 2859 h 586170"/>
                <a:gd name="connsiteX154" fmla="*/ 120248 w 471500"/>
                <a:gd name="connsiteY154" fmla="*/ 6156 h 586170"/>
                <a:gd name="connsiteX155" fmla="*/ 114594 w 471500"/>
                <a:gd name="connsiteY155" fmla="*/ 8343 h 586170"/>
                <a:gd name="connsiteX156" fmla="*/ 108570 w 471500"/>
                <a:gd name="connsiteY156" fmla="*/ 8343 h 586170"/>
                <a:gd name="connsiteX157" fmla="*/ 109108 w 471500"/>
                <a:gd name="connsiteY157" fmla="*/ 9655 h 586170"/>
                <a:gd name="connsiteX158" fmla="*/ 116647 w 471500"/>
                <a:gd name="connsiteY158" fmla="*/ 26104 h 586170"/>
                <a:gd name="connsiteX159" fmla="*/ 124825 w 471500"/>
                <a:gd name="connsiteY159" fmla="*/ 35053 h 586170"/>
                <a:gd name="connsiteX160" fmla="*/ 137647 w 471500"/>
                <a:gd name="connsiteY160" fmla="*/ 38787 h 586170"/>
                <a:gd name="connsiteX161" fmla="*/ 137647 w 471500"/>
                <a:gd name="connsiteY161" fmla="*/ 45750 h 586170"/>
                <a:gd name="connsiteX162" fmla="*/ 143167 w 471500"/>
                <a:gd name="connsiteY162" fmla="*/ 43429 h 586170"/>
                <a:gd name="connsiteX163" fmla="*/ 149393 w 471500"/>
                <a:gd name="connsiteY163" fmla="*/ 41108 h 586170"/>
                <a:gd name="connsiteX164" fmla="*/ 153297 w 471500"/>
                <a:gd name="connsiteY164" fmla="*/ 41680 h 586170"/>
                <a:gd name="connsiteX165" fmla="*/ 153297 w 471500"/>
                <a:gd name="connsiteY165" fmla="*/ 47466 h 586170"/>
                <a:gd name="connsiteX166" fmla="*/ 153297 w 471500"/>
                <a:gd name="connsiteY166" fmla="*/ 54429 h 586170"/>
                <a:gd name="connsiteX167" fmla="*/ 155922 w 471500"/>
                <a:gd name="connsiteY167" fmla="*/ 64285 h 586170"/>
                <a:gd name="connsiteX168" fmla="*/ 157941 w 471500"/>
                <a:gd name="connsiteY168" fmla="*/ 69802 h 586170"/>
                <a:gd name="connsiteX169" fmla="*/ 163730 w 471500"/>
                <a:gd name="connsiteY169" fmla="*/ 76463 h 586170"/>
                <a:gd name="connsiteX170" fmla="*/ 163730 w 471500"/>
                <a:gd name="connsiteY170" fmla="*/ 82249 h 586170"/>
                <a:gd name="connsiteX171" fmla="*/ 163730 w 471500"/>
                <a:gd name="connsiteY171" fmla="*/ 84873 h 586170"/>
                <a:gd name="connsiteX172" fmla="*/ 159388 w 471500"/>
                <a:gd name="connsiteY172" fmla="*/ 84873 h 586170"/>
                <a:gd name="connsiteX173" fmla="*/ 155922 w 471500"/>
                <a:gd name="connsiteY173" fmla="*/ 84873 h 586170"/>
                <a:gd name="connsiteX174" fmla="*/ 153600 w 471500"/>
                <a:gd name="connsiteY174" fmla="*/ 88069 h 586170"/>
                <a:gd name="connsiteX175" fmla="*/ 150403 w 471500"/>
                <a:gd name="connsiteY175" fmla="*/ 93014 h 586170"/>
                <a:gd name="connsiteX176" fmla="*/ 143739 w 471500"/>
                <a:gd name="connsiteY176" fmla="*/ 97084 h 586170"/>
                <a:gd name="connsiteX177" fmla="*/ 136200 w 471500"/>
                <a:gd name="connsiteY177" fmla="*/ 101592 h 586170"/>
                <a:gd name="connsiteX178" fmla="*/ 130412 w 471500"/>
                <a:gd name="connsiteY178" fmla="*/ 105797 h 586170"/>
                <a:gd name="connsiteX179" fmla="*/ 124623 w 471500"/>
                <a:gd name="connsiteY179" fmla="*/ 105797 h 586170"/>
                <a:gd name="connsiteX180" fmla="*/ 117657 w 471500"/>
                <a:gd name="connsiteY180" fmla="*/ 105797 h 586170"/>
                <a:gd name="connsiteX181" fmla="*/ 115032 w 471500"/>
                <a:gd name="connsiteY181" fmla="*/ 100583 h 586170"/>
                <a:gd name="connsiteX182" fmla="*/ 113012 w 471500"/>
                <a:gd name="connsiteY182" fmla="*/ 92173 h 586170"/>
                <a:gd name="connsiteX183" fmla="*/ 110993 w 471500"/>
                <a:gd name="connsiteY183" fmla="*/ 86959 h 586170"/>
                <a:gd name="connsiteX184" fmla="*/ 104632 w 471500"/>
                <a:gd name="connsiteY184" fmla="*/ 82619 h 586170"/>
                <a:gd name="connsiteX185" fmla="*/ 101132 w 471500"/>
                <a:gd name="connsiteY185" fmla="*/ 78279 h 586170"/>
                <a:gd name="connsiteX186" fmla="*/ 97935 w 471500"/>
                <a:gd name="connsiteY186" fmla="*/ 73940 h 586170"/>
                <a:gd name="connsiteX187" fmla="*/ 89521 w 471500"/>
                <a:gd name="connsiteY187" fmla="*/ 74815 h 586170"/>
                <a:gd name="connsiteX188" fmla="*/ 84305 w 471500"/>
                <a:gd name="connsiteY188" fmla="*/ 71350 h 586170"/>
                <a:gd name="connsiteX189" fmla="*/ 76194 w 471500"/>
                <a:gd name="connsiteY189" fmla="*/ 68154 h 586170"/>
                <a:gd name="connsiteX190" fmla="*/ 68083 w 471500"/>
                <a:gd name="connsiteY190" fmla="*/ 68726 h 586170"/>
                <a:gd name="connsiteX191" fmla="*/ 66064 w 471500"/>
                <a:gd name="connsiteY191" fmla="*/ 75689 h 586170"/>
                <a:gd name="connsiteX192" fmla="*/ 64617 w 471500"/>
                <a:gd name="connsiteY192" fmla="*/ 82922 h 586170"/>
                <a:gd name="connsiteX193" fmla="*/ 64617 w 471500"/>
                <a:gd name="connsiteY193" fmla="*/ 92778 h 586170"/>
                <a:gd name="connsiteX194" fmla="*/ 67511 w 471500"/>
                <a:gd name="connsiteY194" fmla="*/ 95368 h 586170"/>
                <a:gd name="connsiteX195" fmla="*/ 68386 w 471500"/>
                <a:gd name="connsiteY195" fmla="*/ 100583 h 586170"/>
                <a:gd name="connsiteX196" fmla="*/ 66939 w 471500"/>
                <a:gd name="connsiteY196" fmla="*/ 104350 h 586170"/>
                <a:gd name="connsiteX197" fmla="*/ 64617 w 471500"/>
                <a:gd name="connsiteY197" fmla="*/ 105797 h 586170"/>
                <a:gd name="connsiteX198" fmla="*/ 64617 w 471500"/>
                <a:gd name="connsiteY198" fmla="*/ 110136 h 586170"/>
                <a:gd name="connsiteX199" fmla="*/ 67511 w 471500"/>
                <a:gd name="connsiteY199" fmla="*/ 114778 h 586170"/>
                <a:gd name="connsiteX200" fmla="*/ 68386 w 471500"/>
                <a:gd name="connsiteY200" fmla="*/ 121742 h 586170"/>
                <a:gd name="connsiteX201" fmla="*/ 68083 w 471500"/>
                <a:gd name="connsiteY201" fmla="*/ 128403 h 586170"/>
                <a:gd name="connsiteX202" fmla="*/ 58525 w 471500"/>
                <a:gd name="connsiteY202" fmla="*/ 128403 h 586170"/>
                <a:gd name="connsiteX203" fmla="*/ 53309 w 471500"/>
                <a:gd name="connsiteY203" fmla="*/ 128403 h 586170"/>
                <a:gd name="connsiteX204" fmla="*/ 47520 w 471500"/>
                <a:gd name="connsiteY204" fmla="*/ 134491 h 586170"/>
                <a:gd name="connsiteX205" fmla="*/ 43751 w 471500"/>
                <a:gd name="connsiteY205" fmla="*/ 139706 h 586170"/>
                <a:gd name="connsiteX206" fmla="*/ 43751 w 471500"/>
                <a:gd name="connsiteY206" fmla="*/ 148385 h 586170"/>
                <a:gd name="connsiteX207" fmla="*/ 47823 w 471500"/>
                <a:gd name="connsiteY207" fmla="*/ 154171 h 586170"/>
                <a:gd name="connsiteX208" fmla="*/ 48698 w 471500"/>
                <a:gd name="connsiteY208" fmla="*/ 157938 h 586170"/>
                <a:gd name="connsiteX209" fmla="*/ 49270 w 471500"/>
                <a:gd name="connsiteY209" fmla="*/ 164902 h 586170"/>
                <a:gd name="connsiteX210" fmla="*/ 48395 w 471500"/>
                <a:gd name="connsiteY210" fmla="*/ 172134 h 586170"/>
                <a:gd name="connsiteX211" fmla="*/ 46679 w 471500"/>
                <a:gd name="connsiteY211" fmla="*/ 176171 h 586170"/>
                <a:gd name="connsiteX212" fmla="*/ 40588 w 471500"/>
                <a:gd name="connsiteY212" fmla="*/ 178189 h 586170"/>
                <a:gd name="connsiteX213" fmla="*/ 31029 w 471500"/>
                <a:gd name="connsiteY213" fmla="*/ 187171 h 586170"/>
                <a:gd name="connsiteX214" fmla="*/ 20294 w 471500"/>
                <a:gd name="connsiteY214" fmla="*/ 188920 h 586170"/>
                <a:gd name="connsiteX215" fmla="*/ 11611 w 471500"/>
                <a:gd name="connsiteY215" fmla="*/ 184009 h 586170"/>
                <a:gd name="connsiteX216" fmla="*/ 6967 w 471500"/>
                <a:gd name="connsiteY216" fmla="*/ 178795 h 586170"/>
                <a:gd name="connsiteX217" fmla="*/ 2322 w 471500"/>
                <a:gd name="connsiteY217" fmla="*/ 178223 h 586170"/>
                <a:gd name="connsiteX218" fmla="*/ 0 w 471500"/>
                <a:gd name="connsiteY218" fmla="*/ 182562 h 586170"/>
                <a:gd name="connsiteX219" fmla="*/ 3197 w 471500"/>
                <a:gd name="connsiteY219" fmla="*/ 188920 h 586170"/>
                <a:gd name="connsiteX220" fmla="*/ 3769 w 471500"/>
                <a:gd name="connsiteY220" fmla="*/ 192991 h 586170"/>
                <a:gd name="connsiteX221" fmla="*/ 4947 w 471500"/>
                <a:gd name="connsiteY221" fmla="*/ 201670 h 586170"/>
                <a:gd name="connsiteX222" fmla="*/ 9861 w 471500"/>
                <a:gd name="connsiteY222" fmla="*/ 208028 h 586170"/>
                <a:gd name="connsiteX223" fmla="*/ 23760 w 471500"/>
                <a:gd name="connsiteY223" fmla="*/ 209777 h 586170"/>
                <a:gd name="connsiteX224" fmla="*/ 31299 w 471500"/>
                <a:gd name="connsiteY224" fmla="*/ 211795 h 586170"/>
                <a:gd name="connsiteX225" fmla="*/ 36212 w 471500"/>
                <a:gd name="connsiteY225" fmla="*/ 224847 h 586170"/>
                <a:gd name="connsiteX226" fmla="*/ 42001 w 471500"/>
                <a:gd name="connsiteY226" fmla="*/ 240490 h 586170"/>
                <a:gd name="connsiteX227" fmla="*/ 42001 w 471500"/>
                <a:gd name="connsiteY227" fmla="*/ 250918 h 586170"/>
                <a:gd name="connsiteX228" fmla="*/ 48968 w 471500"/>
                <a:gd name="connsiteY228" fmla="*/ 256435 h 586170"/>
                <a:gd name="connsiteX229" fmla="*/ 60275 w 471500"/>
                <a:gd name="connsiteY229" fmla="*/ 251793 h 586170"/>
                <a:gd name="connsiteX230" fmla="*/ 63472 w 471500"/>
                <a:gd name="connsiteY230" fmla="*/ 249774 h 586170"/>
                <a:gd name="connsiteX231" fmla="*/ 71011 w 471500"/>
                <a:gd name="connsiteY231" fmla="*/ 252095 h 586170"/>
                <a:gd name="connsiteX232" fmla="*/ 78819 w 471500"/>
                <a:gd name="connsiteY232" fmla="*/ 258756 h 586170"/>
                <a:gd name="connsiteX233" fmla="*/ 85483 w 471500"/>
                <a:gd name="connsiteY233" fmla="*/ 258756 h 586170"/>
                <a:gd name="connsiteX234" fmla="*/ 89824 w 471500"/>
                <a:gd name="connsiteY234" fmla="*/ 255291 h 586170"/>
                <a:gd name="connsiteX235" fmla="*/ 95613 w 471500"/>
                <a:gd name="connsiteY235" fmla="*/ 251254 h 586170"/>
                <a:gd name="connsiteX236" fmla="*/ 100526 w 471500"/>
                <a:gd name="connsiteY236" fmla="*/ 252129 h 586170"/>
                <a:gd name="connsiteX237" fmla="*/ 104868 w 471500"/>
                <a:gd name="connsiteY237" fmla="*/ 261380 h 586170"/>
                <a:gd name="connsiteX238" fmla="*/ 106315 w 471500"/>
                <a:gd name="connsiteY238" fmla="*/ 270665 h 586170"/>
                <a:gd name="connsiteX239" fmla="*/ 105743 w 471500"/>
                <a:gd name="connsiteY239" fmla="*/ 284289 h 586170"/>
                <a:gd name="connsiteX240" fmla="*/ 108065 w 471500"/>
                <a:gd name="connsiteY240" fmla="*/ 306895 h 586170"/>
                <a:gd name="connsiteX241" fmla="*/ 108368 w 471500"/>
                <a:gd name="connsiteY241" fmla="*/ 321090 h 586170"/>
                <a:gd name="connsiteX242" fmla="*/ 101704 w 471500"/>
                <a:gd name="connsiteY242" fmla="*/ 326607 h 586170"/>
                <a:gd name="connsiteX243" fmla="*/ 99685 w 471500"/>
                <a:gd name="connsiteY243" fmla="*/ 328626 h 586170"/>
                <a:gd name="connsiteX244" fmla="*/ 93896 w 471500"/>
                <a:gd name="connsiteY244" fmla="*/ 332393 h 586170"/>
                <a:gd name="connsiteX245" fmla="*/ 85214 w 471500"/>
                <a:gd name="connsiteY245" fmla="*/ 336161 h 586170"/>
                <a:gd name="connsiteX246" fmla="*/ 79122 w 471500"/>
                <a:gd name="connsiteY246" fmla="*/ 337910 h 586170"/>
                <a:gd name="connsiteX247" fmla="*/ 73031 w 471500"/>
                <a:gd name="connsiteY247" fmla="*/ 341106 h 586170"/>
                <a:gd name="connsiteX248" fmla="*/ 70406 w 471500"/>
                <a:gd name="connsiteY248" fmla="*/ 348069 h 586170"/>
                <a:gd name="connsiteX249" fmla="*/ 63439 w 471500"/>
                <a:gd name="connsiteY249" fmla="*/ 360516 h 586170"/>
                <a:gd name="connsiteX250" fmla="*/ 63136 w 471500"/>
                <a:gd name="connsiteY250" fmla="*/ 368051 h 586170"/>
                <a:gd name="connsiteX251" fmla="*/ 61386 w 471500"/>
                <a:gd name="connsiteY251" fmla="*/ 372122 h 586170"/>
                <a:gd name="connsiteX252" fmla="*/ 58189 w 471500"/>
                <a:gd name="connsiteY252" fmla="*/ 376899 h 586170"/>
                <a:gd name="connsiteX253" fmla="*/ 59064 w 471500"/>
                <a:gd name="connsiteY253" fmla="*/ 382247 h 586170"/>
                <a:gd name="connsiteX254" fmla="*/ 65458 w 471500"/>
                <a:gd name="connsiteY254" fmla="*/ 382247 h 586170"/>
                <a:gd name="connsiteX255" fmla="*/ 67208 w 471500"/>
                <a:gd name="connsiteY255" fmla="*/ 382247 h 586170"/>
                <a:gd name="connsiteX256" fmla="*/ 72862 w 471500"/>
                <a:gd name="connsiteY256" fmla="*/ 387764 h 586170"/>
                <a:gd name="connsiteX257" fmla="*/ 75016 w 471500"/>
                <a:gd name="connsiteY257" fmla="*/ 392104 h 586170"/>
                <a:gd name="connsiteX258" fmla="*/ 75016 w 471500"/>
                <a:gd name="connsiteY258" fmla="*/ 397015 h 586170"/>
                <a:gd name="connsiteX259" fmla="*/ 81814 w 471500"/>
                <a:gd name="connsiteY259" fmla="*/ 401354 h 586170"/>
                <a:gd name="connsiteX260" fmla="*/ 84574 w 471500"/>
                <a:gd name="connsiteY260" fmla="*/ 401354 h 586170"/>
                <a:gd name="connsiteX261" fmla="*/ 87199 w 471500"/>
                <a:gd name="connsiteY261" fmla="*/ 397284 h 586170"/>
                <a:gd name="connsiteX262" fmla="*/ 89824 w 471500"/>
                <a:gd name="connsiteY262" fmla="*/ 395266 h 586170"/>
                <a:gd name="connsiteX263" fmla="*/ 96488 w 471500"/>
                <a:gd name="connsiteY263" fmla="*/ 397890 h 586170"/>
                <a:gd name="connsiteX264" fmla="*/ 100257 w 471500"/>
                <a:gd name="connsiteY264" fmla="*/ 403541 h 586170"/>
                <a:gd name="connsiteX265" fmla="*/ 104599 w 471500"/>
                <a:gd name="connsiteY265" fmla="*/ 406602 h 586170"/>
                <a:gd name="connsiteX266" fmla="*/ 110690 w 471500"/>
                <a:gd name="connsiteY266" fmla="*/ 406602 h 586170"/>
                <a:gd name="connsiteX267" fmla="*/ 114156 w 471500"/>
                <a:gd name="connsiteY267" fmla="*/ 406602 h 586170"/>
                <a:gd name="connsiteX268" fmla="*/ 118229 w 471500"/>
                <a:gd name="connsiteY268" fmla="*/ 411951 h 586170"/>
                <a:gd name="connsiteX269" fmla="*/ 119373 w 471500"/>
                <a:gd name="connsiteY269" fmla="*/ 417031 h 586170"/>
                <a:gd name="connsiteX270" fmla="*/ 124589 w 471500"/>
                <a:gd name="connsiteY270" fmla="*/ 417031 h 586170"/>
                <a:gd name="connsiteX271" fmla="*/ 128359 w 471500"/>
                <a:gd name="connsiteY271" fmla="*/ 419352 h 586170"/>
                <a:gd name="connsiteX272" fmla="*/ 127484 w 471500"/>
                <a:gd name="connsiteY272" fmla="*/ 422245 h 586170"/>
                <a:gd name="connsiteX273" fmla="*/ 122839 w 471500"/>
                <a:gd name="connsiteY273" fmla="*/ 425710 h 586170"/>
                <a:gd name="connsiteX274" fmla="*/ 117926 w 471500"/>
                <a:gd name="connsiteY274" fmla="*/ 429780 h 586170"/>
                <a:gd name="connsiteX275" fmla="*/ 113854 w 471500"/>
                <a:gd name="connsiteY275" fmla="*/ 432673 h 586170"/>
                <a:gd name="connsiteX276" fmla="*/ 108940 w 471500"/>
                <a:gd name="connsiteY276" fmla="*/ 432673 h 586170"/>
                <a:gd name="connsiteX277" fmla="*/ 110084 w 471500"/>
                <a:gd name="connsiteY277" fmla="*/ 437584 h 586170"/>
                <a:gd name="connsiteX278" fmla="*/ 109512 w 471500"/>
                <a:gd name="connsiteY278" fmla="*/ 443101 h 586170"/>
                <a:gd name="connsiteX279" fmla="*/ 107493 w 471500"/>
                <a:gd name="connsiteY279" fmla="*/ 448887 h 586170"/>
                <a:gd name="connsiteX280" fmla="*/ 103724 w 471500"/>
                <a:gd name="connsiteY280" fmla="*/ 452083 h 586170"/>
                <a:gd name="connsiteX281" fmla="*/ 103454 w 471500"/>
                <a:gd name="connsiteY281" fmla="*/ 458744 h 586170"/>
                <a:gd name="connsiteX282" fmla="*/ 108099 w 471500"/>
                <a:gd name="connsiteY282" fmla="*/ 464832 h 586170"/>
                <a:gd name="connsiteX283" fmla="*/ 112440 w 471500"/>
                <a:gd name="connsiteY283" fmla="*/ 470047 h 586170"/>
                <a:gd name="connsiteX284" fmla="*/ 115772 w 471500"/>
                <a:gd name="connsiteY284" fmla="*/ 474117 h 586170"/>
                <a:gd name="connsiteX285" fmla="*/ 118531 w 471500"/>
                <a:gd name="connsiteY285" fmla="*/ 477582 h 586170"/>
                <a:gd name="connsiteX286" fmla="*/ 118531 w 471500"/>
                <a:gd name="connsiteY286" fmla="*/ 482224 h 586170"/>
                <a:gd name="connsiteX287" fmla="*/ 120854 w 471500"/>
                <a:gd name="connsiteY287" fmla="*/ 489457 h 586170"/>
                <a:gd name="connsiteX288" fmla="*/ 116209 w 471500"/>
                <a:gd name="connsiteY288" fmla="*/ 493527 h 586170"/>
                <a:gd name="connsiteX289" fmla="*/ 119104 w 471500"/>
                <a:gd name="connsiteY289" fmla="*/ 496723 h 586170"/>
                <a:gd name="connsiteX290" fmla="*/ 124017 w 471500"/>
                <a:gd name="connsiteY290" fmla="*/ 498169 h 586170"/>
                <a:gd name="connsiteX291" fmla="*/ 128090 w 471500"/>
                <a:gd name="connsiteY291" fmla="*/ 500793 h 586170"/>
                <a:gd name="connsiteX292" fmla="*/ 132734 w 471500"/>
                <a:gd name="connsiteY292" fmla="*/ 508026 h 586170"/>
                <a:gd name="connsiteX293" fmla="*/ 134484 w 471500"/>
                <a:gd name="connsiteY293" fmla="*/ 512096 h 586170"/>
                <a:gd name="connsiteX294" fmla="*/ 136806 w 471500"/>
                <a:gd name="connsiteY294" fmla="*/ 518454 h 586170"/>
                <a:gd name="connsiteX295" fmla="*/ 138253 w 471500"/>
                <a:gd name="connsiteY295" fmla="*/ 523668 h 586170"/>
                <a:gd name="connsiteX296" fmla="*/ 138556 w 471500"/>
                <a:gd name="connsiteY296" fmla="*/ 528580 h 586170"/>
                <a:gd name="connsiteX297" fmla="*/ 138253 w 471500"/>
                <a:gd name="connsiteY297" fmla="*/ 534097 h 586170"/>
                <a:gd name="connsiteX298" fmla="*/ 138556 w 471500"/>
                <a:gd name="connsiteY298" fmla="*/ 539614 h 586170"/>
                <a:gd name="connsiteX299" fmla="*/ 144075 w 471500"/>
                <a:gd name="connsiteY299" fmla="*/ 548023 h 586170"/>
                <a:gd name="connsiteX300" fmla="*/ 144345 w 471500"/>
                <a:gd name="connsiteY300" fmla="*/ 552497 h 586170"/>
                <a:gd name="connsiteX301" fmla="*/ 145792 w 471500"/>
                <a:gd name="connsiteY301" fmla="*/ 557846 h 586170"/>
                <a:gd name="connsiteX302" fmla="*/ 152455 w 471500"/>
                <a:gd name="connsiteY302" fmla="*/ 557846 h 586170"/>
                <a:gd name="connsiteX303" fmla="*/ 161138 w 471500"/>
                <a:gd name="connsiteY303" fmla="*/ 555256 h 586170"/>
                <a:gd name="connsiteX304" fmla="*/ 166927 w 471500"/>
                <a:gd name="connsiteY304" fmla="*/ 552632 h 586170"/>
                <a:gd name="connsiteX305" fmla="*/ 173893 w 471500"/>
                <a:gd name="connsiteY305" fmla="*/ 549436 h 586170"/>
                <a:gd name="connsiteX306" fmla="*/ 177965 w 471500"/>
                <a:gd name="connsiteY306" fmla="*/ 544222 h 586170"/>
                <a:gd name="connsiteX307" fmla="*/ 183754 w 471500"/>
                <a:gd name="connsiteY307" fmla="*/ 538436 h 586170"/>
                <a:gd name="connsiteX308" fmla="*/ 187826 w 471500"/>
                <a:gd name="connsiteY308" fmla="*/ 534971 h 586170"/>
                <a:gd name="connsiteX309" fmla="*/ 190721 w 471500"/>
                <a:gd name="connsiteY309" fmla="*/ 531506 h 586170"/>
                <a:gd name="connsiteX310" fmla="*/ 189577 w 471500"/>
                <a:gd name="connsiteY310" fmla="*/ 524274 h 586170"/>
                <a:gd name="connsiteX311" fmla="*/ 193043 w 471500"/>
                <a:gd name="connsiteY311" fmla="*/ 521953 h 586170"/>
                <a:gd name="connsiteX312" fmla="*/ 197115 w 471500"/>
                <a:gd name="connsiteY312" fmla="*/ 521650 h 586170"/>
                <a:gd name="connsiteX313" fmla="*/ 205663 w 471500"/>
                <a:gd name="connsiteY313" fmla="*/ 520775 h 586170"/>
                <a:gd name="connsiteX314" fmla="*/ 208995 w 471500"/>
                <a:gd name="connsiteY314" fmla="*/ 524240 h 586170"/>
                <a:gd name="connsiteX315" fmla="*/ 208995 w 471500"/>
                <a:gd name="connsiteY315" fmla="*/ 527436 h 586170"/>
                <a:gd name="connsiteX316" fmla="*/ 214952 w 471500"/>
                <a:gd name="connsiteY316" fmla="*/ 532347 h 586170"/>
                <a:gd name="connsiteX317" fmla="*/ 219428 w 471500"/>
                <a:gd name="connsiteY317" fmla="*/ 536115 h 586170"/>
                <a:gd name="connsiteX318" fmla="*/ 219428 w 471500"/>
                <a:gd name="connsiteY318" fmla="*/ 543078 h 586170"/>
                <a:gd name="connsiteX319" fmla="*/ 212764 w 471500"/>
                <a:gd name="connsiteY319" fmla="*/ 547721 h 586170"/>
                <a:gd name="connsiteX320" fmla="*/ 209567 w 471500"/>
                <a:gd name="connsiteY320" fmla="*/ 551488 h 586170"/>
                <a:gd name="connsiteX321" fmla="*/ 204351 w 471500"/>
                <a:gd name="connsiteY321" fmla="*/ 554381 h 586170"/>
                <a:gd name="connsiteX322" fmla="*/ 199134 w 471500"/>
                <a:gd name="connsiteY322" fmla="*/ 557846 h 586170"/>
                <a:gd name="connsiteX323" fmla="*/ 198562 w 471500"/>
                <a:gd name="connsiteY323" fmla="*/ 562186 h 586170"/>
                <a:gd name="connsiteX324" fmla="*/ 198562 w 471500"/>
                <a:gd name="connsiteY324" fmla="*/ 565651 h 586170"/>
                <a:gd name="connsiteX325" fmla="*/ 200009 w 471500"/>
                <a:gd name="connsiteY325" fmla="*/ 570293 h 586170"/>
                <a:gd name="connsiteX326" fmla="*/ 202601 w 471500"/>
                <a:gd name="connsiteY326" fmla="*/ 573926 h 586170"/>
                <a:gd name="connsiteX327" fmla="*/ 206673 w 471500"/>
                <a:gd name="connsiteY327" fmla="*/ 576953 h 586170"/>
                <a:gd name="connsiteX328" fmla="*/ 213336 w 471500"/>
                <a:gd name="connsiteY328" fmla="*/ 576953 h 586170"/>
                <a:gd name="connsiteX329" fmla="*/ 218553 w 471500"/>
                <a:gd name="connsiteY329" fmla="*/ 576953 h 586170"/>
                <a:gd name="connsiteX330" fmla="*/ 222894 w 471500"/>
                <a:gd name="connsiteY330" fmla="*/ 572042 h 586170"/>
                <a:gd name="connsiteX331" fmla="*/ 226092 w 471500"/>
                <a:gd name="connsiteY331" fmla="*/ 568846 h 586170"/>
                <a:gd name="connsiteX332" fmla="*/ 237097 w 471500"/>
                <a:gd name="connsiteY332" fmla="*/ 565381 h 586170"/>
                <a:gd name="connsiteX333" fmla="*/ 238241 w 471500"/>
                <a:gd name="connsiteY333" fmla="*/ 562186 h 586170"/>
                <a:gd name="connsiteX334" fmla="*/ 240260 w 471500"/>
                <a:gd name="connsiteY334" fmla="*/ 557543 h 586170"/>
                <a:gd name="connsiteX335" fmla="*/ 240260 w 471500"/>
                <a:gd name="connsiteY335" fmla="*/ 553473 h 586170"/>
                <a:gd name="connsiteX336" fmla="*/ 240260 w 471500"/>
                <a:gd name="connsiteY336" fmla="*/ 547956 h 586170"/>
                <a:gd name="connsiteX337" fmla="*/ 237366 w 471500"/>
                <a:gd name="connsiteY337" fmla="*/ 543045 h 586170"/>
                <a:gd name="connsiteX338" fmla="*/ 241034 w 471500"/>
                <a:gd name="connsiteY338" fmla="*/ 538705 h 586170"/>
                <a:gd name="connsiteX339" fmla="*/ 244904 w 471500"/>
                <a:gd name="connsiteY339" fmla="*/ 536384 h 586170"/>
                <a:gd name="connsiteX340" fmla="*/ 246655 w 471500"/>
                <a:gd name="connsiteY340" fmla="*/ 534635 h 586170"/>
                <a:gd name="connsiteX341" fmla="*/ 251568 w 471500"/>
                <a:gd name="connsiteY341" fmla="*/ 534938 h 586170"/>
                <a:gd name="connsiteX342" fmla="*/ 256212 w 471500"/>
                <a:gd name="connsiteY342" fmla="*/ 541026 h 586170"/>
                <a:gd name="connsiteX343" fmla="*/ 258804 w 471500"/>
                <a:gd name="connsiteY343" fmla="*/ 544794 h 586170"/>
                <a:gd name="connsiteX344" fmla="*/ 265770 w 471500"/>
                <a:gd name="connsiteY344" fmla="*/ 545669 h 586170"/>
                <a:gd name="connsiteX345" fmla="*/ 269405 w 471500"/>
                <a:gd name="connsiteY345" fmla="*/ 544794 h 586170"/>
                <a:gd name="connsiteX346" fmla="*/ 271593 w 471500"/>
                <a:gd name="connsiteY346" fmla="*/ 547384 h 586170"/>
                <a:gd name="connsiteX347" fmla="*/ 271593 w 471500"/>
                <a:gd name="connsiteY347" fmla="*/ 549974 h 586170"/>
                <a:gd name="connsiteX348" fmla="*/ 271593 w 471500"/>
                <a:gd name="connsiteY348" fmla="*/ 556938 h 586170"/>
                <a:gd name="connsiteX349" fmla="*/ 273780 w 471500"/>
                <a:gd name="connsiteY349" fmla="*/ 562152 h 586170"/>
                <a:gd name="connsiteX350" fmla="*/ 278559 w 471500"/>
                <a:gd name="connsiteY350" fmla="*/ 563599 h 586170"/>
                <a:gd name="connsiteX351" fmla="*/ 278559 w 471500"/>
                <a:gd name="connsiteY351" fmla="*/ 565617 h 586170"/>
                <a:gd name="connsiteX352" fmla="*/ 284348 w 471500"/>
                <a:gd name="connsiteY352" fmla="*/ 567938 h 586170"/>
                <a:gd name="connsiteX353" fmla="*/ 289261 w 471500"/>
                <a:gd name="connsiteY353" fmla="*/ 569956 h 586170"/>
                <a:gd name="connsiteX354" fmla="*/ 297372 w 471500"/>
                <a:gd name="connsiteY354" fmla="*/ 570259 h 586170"/>
                <a:gd name="connsiteX355" fmla="*/ 308377 w 471500"/>
                <a:gd name="connsiteY355" fmla="*/ 571134 h 586170"/>
                <a:gd name="connsiteX356" fmla="*/ 320829 w 471500"/>
                <a:gd name="connsiteY356" fmla="*/ 573152 h 586170"/>
                <a:gd name="connsiteX357" fmla="*/ 328671 w 471500"/>
                <a:gd name="connsiteY357" fmla="*/ 573724 h 586170"/>
                <a:gd name="connsiteX358" fmla="*/ 337657 w 471500"/>
                <a:gd name="connsiteY358" fmla="*/ 572277 h 586170"/>
                <a:gd name="connsiteX359" fmla="*/ 342638 w 471500"/>
                <a:gd name="connsiteY359" fmla="*/ 573051 h 58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471500" h="586170">
                  <a:moveTo>
                    <a:pt x="342638" y="573051"/>
                  </a:moveTo>
                  <a:lnTo>
                    <a:pt x="344388" y="580015"/>
                  </a:lnTo>
                  <a:lnTo>
                    <a:pt x="344388" y="582908"/>
                  </a:lnTo>
                  <a:lnTo>
                    <a:pt x="353070" y="586171"/>
                  </a:lnTo>
                  <a:lnTo>
                    <a:pt x="357210" y="581831"/>
                  </a:lnTo>
                  <a:cubicBezTo>
                    <a:pt x="357210" y="581831"/>
                    <a:pt x="363301" y="576180"/>
                    <a:pt x="364177" y="575978"/>
                  </a:cubicBezTo>
                  <a:cubicBezTo>
                    <a:pt x="365051" y="575776"/>
                    <a:pt x="370268" y="572277"/>
                    <a:pt x="370268" y="572277"/>
                  </a:cubicBezTo>
                  <a:lnTo>
                    <a:pt x="375047" y="564877"/>
                  </a:lnTo>
                  <a:lnTo>
                    <a:pt x="380936" y="560302"/>
                  </a:lnTo>
                  <a:lnTo>
                    <a:pt x="384638" y="555289"/>
                  </a:lnTo>
                  <a:lnTo>
                    <a:pt x="389619" y="552262"/>
                  </a:lnTo>
                  <a:lnTo>
                    <a:pt x="399614" y="547048"/>
                  </a:lnTo>
                  <a:lnTo>
                    <a:pt x="403519" y="541161"/>
                  </a:lnTo>
                  <a:lnTo>
                    <a:pt x="403519" y="532919"/>
                  </a:lnTo>
                  <a:lnTo>
                    <a:pt x="408533" y="529858"/>
                  </a:lnTo>
                  <a:lnTo>
                    <a:pt x="413951" y="514653"/>
                  </a:lnTo>
                  <a:lnTo>
                    <a:pt x="411495" y="504662"/>
                  </a:lnTo>
                  <a:lnTo>
                    <a:pt x="408735" y="499448"/>
                  </a:lnTo>
                  <a:lnTo>
                    <a:pt x="408735" y="490769"/>
                  </a:lnTo>
                  <a:lnTo>
                    <a:pt x="408735" y="474689"/>
                  </a:lnTo>
                  <a:lnTo>
                    <a:pt x="411495" y="474252"/>
                  </a:lnTo>
                  <a:lnTo>
                    <a:pt x="414826" y="477716"/>
                  </a:lnTo>
                  <a:lnTo>
                    <a:pt x="425259" y="477716"/>
                  </a:lnTo>
                  <a:lnTo>
                    <a:pt x="437442" y="477716"/>
                  </a:lnTo>
                  <a:lnTo>
                    <a:pt x="448313" y="474891"/>
                  </a:lnTo>
                  <a:lnTo>
                    <a:pt x="452217" y="468163"/>
                  </a:lnTo>
                  <a:lnTo>
                    <a:pt x="452217" y="459484"/>
                  </a:lnTo>
                  <a:lnTo>
                    <a:pt x="447202" y="453832"/>
                  </a:lnTo>
                  <a:cubicBezTo>
                    <a:pt x="447202" y="453832"/>
                    <a:pt x="439159" y="449055"/>
                    <a:pt x="439596" y="446432"/>
                  </a:cubicBezTo>
                  <a:cubicBezTo>
                    <a:pt x="440034" y="443841"/>
                    <a:pt x="446125" y="437753"/>
                    <a:pt x="446125" y="437753"/>
                  </a:cubicBezTo>
                  <a:lnTo>
                    <a:pt x="453529" y="437753"/>
                  </a:lnTo>
                  <a:lnTo>
                    <a:pt x="460933" y="435129"/>
                  </a:lnTo>
                  <a:lnTo>
                    <a:pt x="460933" y="424263"/>
                  </a:lnTo>
                  <a:lnTo>
                    <a:pt x="466150" y="414272"/>
                  </a:lnTo>
                  <a:lnTo>
                    <a:pt x="469212" y="406602"/>
                  </a:lnTo>
                  <a:lnTo>
                    <a:pt x="471400" y="389951"/>
                  </a:lnTo>
                  <a:lnTo>
                    <a:pt x="471400" y="381272"/>
                  </a:lnTo>
                  <a:lnTo>
                    <a:pt x="471501" y="381003"/>
                  </a:lnTo>
                  <a:cubicBezTo>
                    <a:pt x="470390" y="379119"/>
                    <a:pt x="468506" y="374880"/>
                    <a:pt x="468506" y="374880"/>
                  </a:cubicBezTo>
                  <a:lnTo>
                    <a:pt x="461236" y="376899"/>
                  </a:lnTo>
                  <a:lnTo>
                    <a:pt x="451106" y="378076"/>
                  </a:lnTo>
                  <a:lnTo>
                    <a:pt x="450534" y="372862"/>
                  </a:lnTo>
                  <a:lnTo>
                    <a:pt x="449659" y="364755"/>
                  </a:lnTo>
                  <a:lnTo>
                    <a:pt x="445318" y="364755"/>
                  </a:lnTo>
                  <a:lnTo>
                    <a:pt x="434313" y="367042"/>
                  </a:lnTo>
                  <a:lnTo>
                    <a:pt x="426471" y="369094"/>
                  </a:lnTo>
                  <a:lnTo>
                    <a:pt x="419235" y="369969"/>
                  </a:lnTo>
                  <a:lnTo>
                    <a:pt x="411562" y="373164"/>
                  </a:lnTo>
                  <a:lnTo>
                    <a:pt x="404461" y="375183"/>
                  </a:lnTo>
                  <a:lnTo>
                    <a:pt x="395778" y="375183"/>
                  </a:lnTo>
                  <a:lnTo>
                    <a:pt x="387364" y="370406"/>
                  </a:lnTo>
                  <a:lnTo>
                    <a:pt x="384167" y="367076"/>
                  </a:lnTo>
                  <a:lnTo>
                    <a:pt x="382148" y="361290"/>
                  </a:lnTo>
                  <a:lnTo>
                    <a:pt x="389687" y="354057"/>
                  </a:lnTo>
                  <a:lnTo>
                    <a:pt x="394903" y="349718"/>
                  </a:lnTo>
                  <a:lnTo>
                    <a:pt x="398100" y="341913"/>
                  </a:lnTo>
                  <a:lnTo>
                    <a:pt x="396922" y="336396"/>
                  </a:lnTo>
                  <a:lnTo>
                    <a:pt x="395778" y="330005"/>
                  </a:lnTo>
                  <a:lnTo>
                    <a:pt x="394028" y="324791"/>
                  </a:lnTo>
                  <a:lnTo>
                    <a:pt x="383595" y="324791"/>
                  </a:lnTo>
                  <a:lnTo>
                    <a:pt x="373162" y="323243"/>
                  </a:lnTo>
                  <a:cubicBezTo>
                    <a:pt x="373162" y="323243"/>
                    <a:pt x="365321" y="322167"/>
                    <a:pt x="364177" y="323008"/>
                  </a:cubicBezTo>
                  <a:cubicBezTo>
                    <a:pt x="363032" y="323849"/>
                    <a:pt x="361282" y="317794"/>
                    <a:pt x="361282" y="317794"/>
                  </a:cubicBezTo>
                  <a:lnTo>
                    <a:pt x="358960" y="307365"/>
                  </a:lnTo>
                  <a:lnTo>
                    <a:pt x="354316" y="301579"/>
                  </a:lnTo>
                  <a:lnTo>
                    <a:pt x="349099" y="298686"/>
                  </a:lnTo>
                  <a:lnTo>
                    <a:pt x="343310" y="295221"/>
                  </a:lnTo>
                  <a:lnTo>
                    <a:pt x="345633" y="289436"/>
                  </a:lnTo>
                  <a:lnTo>
                    <a:pt x="350546" y="281328"/>
                  </a:lnTo>
                  <a:lnTo>
                    <a:pt x="352296" y="273221"/>
                  </a:lnTo>
                  <a:lnTo>
                    <a:pt x="356941" y="266830"/>
                  </a:lnTo>
                  <a:lnTo>
                    <a:pt x="362460" y="266258"/>
                  </a:lnTo>
                  <a:lnTo>
                    <a:pt x="366801" y="264811"/>
                  </a:lnTo>
                  <a:lnTo>
                    <a:pt x="368249" y="259597"/>
                  </a:lnTo>
                  <a:cubicBezTo>
                    <a:pt x="368249" y="259597"/>
                    <a:pt x="369696" y="256401"/>
                    <a:pt x="371143" y="255527"/>
                  </a:cubicBezTo>
                  <a:cubicBezTo>
                    <a:pt x="372590" y="254652"/>
                    <a:pt x="372018" y="245670"/>
                    <a:pt x="372018" y="245670"/>
                  </a:cubicBezTo>
                  <a:lnTo>
                    <a:pt x="370874" y="239279"/>
                  </a:lnTo>
                  <a:lnTo>
                    <a:pt x="367979" y="229725"/>
                  </a:lnTo>
                  <a:lnTo>
                    <a:pt x="368551" y="222190"/>
                  </a:lnTo>
                  <a:lnTo>
                    <a:pt x="374037" y="217548"/>
                  </a:lnTo>
                  <a:cubicBezTo>
                    <a:pt x="374037" y="217548"/>
                    <a:pt x="381004" y="219869"/>
                    <a:pt x="382148" y="220743"/>
                  </a:cubicBezTo>
                  <a:cubicBezTo>
                    <a:pt x="383292" y="221618"/>
                    <a:pt x="386489" y="225655"/>
                    <a:pt x="386489" y="225655"/>
                  </a:cubicBezTo>
                  <a:lnTo>
                    <a:pt x="395172" y="227101"/>
                  </a:lnTo>
                  <a:lnTo>
                    <a:pt x="403014" y="227404"/>
                  </a:lnTo>
                  <a:lnTo>
                    <a:pt x="408802" y="232315"/>
                  </a:lnTo>
                  <a:lnTo>
                    <a:pt x="416038" y="228548"/>
                  </a:lnTo>
                  <a:lnTo>
                    <a:pt x="420952" y="223031"/>
                  </a:lnTo>
                  <a:lnTo>
                    <a:pt x="419504" y="217245"/>
                  </a:lnTo>
                  <a:lnTo>
                    <a:pt x="418057" y="209407"/>
                  </a:lnTo>
                  <a:lnTo>
                    <a:pt x="420682" y="205639"/>
                  </a:lnTo>
                  <a:lnTo>
                    <a:pt x="422432" y="194336"/>
                  </a:lnTo>
                  <a:lnTo>
                    <a:pt x="415769" y="189694"/>
                  </a:lnTo>
                  <a:lnTo>
                    <a:pt x="403889" y="183605"/>
                  </a:lnTo>
                  <a:lnTo>
                    <a:pt x="396081" y="176945"/>
                  </a:lnTo>
                  <a:lnTo>
                    <a:pt x="390562" y="170553"/>
                  </a:lnTo>
                  <a:cubicBezTo>
                    <a:pt x="390562" y="170553"/>
                    <a:pt x="384470" y="171730"/>
                    <a:pt x="382451" y="172874"/>
                  </a:cubicBezTo>
                  <a:cubicBezTo>
                    <a:pt x="380432" y="174018"/>
                    <a:pt x="379859" y="178963"/>
                    <a:pt x="379859" y="178963"/>
                  </a:cubicBezTo>
                  <a:lnTo>
                    <a:pt x="379556" y="189694"/>
                  </a:lnTo>
                  <a:lnTo>
                    <a:pt x="375484" y="195211"/>
                  </a:lnTo>
                  <a:lnTo>
                    <a:pt x="373734" y="201300"/>
                  </a:lnTo>
                  <a:lnTo>
                    <a:pt x="368518" y="204193"/>
                  </a:lnTo>
                  <a:lnTo>
                    <a:pt x="361854" y="204495"/>
                  </a:lnTo>
                  <a:lnTo>
                    <a:pt x="354618" y="204193"/>
                  </a:lnTo>
                  <a:lnTo>
                    <a:pt x="345936" y="206211"/>
                  </a:lnTo>
                  <a:lnTo>
                    <a:pt x="340147" y="205336"/>
                  </a:lnTo>
                  <a:cubicBezTo>
                    <a:pt x="340147" y="205336"/>
                    <a:pt x="330286" y="196927"/>
                    <a:pt x="329142" y="196927"/>
                  </a:cubicBezTo>
                  <a:cubicBezTo>
                    <a:pt x="327998" y="196927"/>
                    <a:pt x="326248" y="188819"/>
                    <a:pt x="326248" y="188819"/>
                  </a:cubicBezTo>
                  <a:lnTo>
                    <a:pt x="327123" y="181015"/>
                  </a:lnTo>
                  <a:lnTo>
                    <a:pt x="323925" y="172605"/>
                  </a:lnTo>
                  <a:lnTo>
                    <a:pt x="319853" y="163926"/>
                  </a:lnTo>
                  <a:lnTo>
                    <a:pt x="317531" y="154372"/>
                  </a:lnTo>
                  <a:lnTo>
                    <a:pt x="310565" y="156693"/>
                  </a:lnTo>
                  <a:lnTo>
                    <a:pt x="300132" y="157568"/>
                  </a:lnTo>
                  <a:lnTo>
                    <a:pt x="295790" y="152657"/>
                  </a:lnTo>
                  <a:lnTo>
                    <a:pt x="295521" y="150908"/>
                  </a:lnTo>
                  <a:lnTo>
                    <a:pt x="297271" y="137283"/>
                  </a:lnTo>
                  <a:lnTo>
                    <a:pt x="299290" y="130320"/>
                  </a:lnTo>
                  <a:lnTo>
                    <a:pt x="301882" y="125678"/>
                  </a:lnTo>
                  <a:lnTo>
                    <a:pt x="305954" y="119017"/>
                  </a:lnTo>
                  <a:lnTo>
                    <a:pt x="307973" y="112626"/>
                  </a:lnTo>
                  <a:lnTo>
                    <a:pt x="308545" y="107714"/>
                  </a:lnTo>
                  <a:lnTo>
                    <a:pt x="312617" y="102197"/>
                  </a:lnTo>
                  <a:lnTo>
                    <a:pt x="313493" y="94359"/>
                  </a:lnTo>
                  <a:lnTo>
                    <a:pt x="306257" y="93485"/>
                  </a:lnTo>
                  <a:lnTo>
                    <a:pt x="296699" y="91735"/>
                  </a:lnTo>
                  <a:lnTo>
                    <a:pt x="291482" y="89111"/>
                  </a:lnTo>
                  <a:lnTo>
                    <a:pt x="286838" y="93182"/>
                  </a:lnTo>
                  <a:cubicBezTo>
                    <a:pt x="286838" y="93182"/>
                    <a:pt x="281319" y="96378"/>
                    <a:pt x="280174" y="96647"/>
                  </a:cubicBezTo>
                  <a:cubicBezTo>
                    <a:pt x="279030" y="96949"/>
                    <a:pt x="270919" y="96647"/>
                    <a:pt x="270919" y="96647"/>
                  </a:cubicBezTo>
                  <a:lnTo>
                    <a:pt x="268025" y="92576"/>
                  </a:lnTo>
                  <a:lnTo>
                    <a:pt x="268025" y="82720"/>
                  </a:lnTo>
                  <a:lnTo>
                    <a:pt x="267015" y="78952"/>
                  </a:lnTo>
                  <a:lnTo>
                    <a:pt x="262539" y="73166"/>
                  </a:lnTo>
                  <a:lnTo>
                    <a:pt x="258198" y="68827"/>
                  </a:lnTo>
                  <a:lnTo>
                    <a:pt x="251838" y="61863"/>
                  </a:lnTo>
                  <a:lnTo>
                    <a:pt x="242852" y="60417"/>
                  </a:lnTo>
                  <a:lnTo>
                    <a:pt x="231544" y="60417"/>
                  </a:lnTo>
                  <a:lnTo>
                    <a:pt x="217644" y="60282"/>
                  </a:lnTo>
                  <a:lnTo>
                    <a:pt x="211250" y="57827"/>
                  </a:lnTo>
                  <a:lnTo>
                    <a:pt x="206336" y="52041"/>
                  </a:lnTo>
                  <a:lnTo>
                    <a:pt x="204889" y="47701"/>
                  </a:lnTo>
                  <a:lnTo>
                    <a:pt x="198495" y="47398"/>
                  </a:lnTo>
                  <a:lnTo>
                    <a:pt x="193009" y="37273"/>
                  </a:lnTo>
                  <a:lnTo>
                    <a:pt x="188937" y="29166"/>
                  </a:lnTo>
                  <a:lnTo>
                    <a:pt x="183417" y="29166"/>
                  </a:lnTo>
                  <a:lnTo>
                    <a:pt x="178504" y="24826"/>
                  </a:lnTo>
                  <a:lnTo>
                    <a:pt x="171840" y="19915"/>
                  </a:lnTo>
                  <a:lnTo>
                    <a:pt x="164874" y="19040"/>
                  </a:lnTo>
                  <a:lnTo>
                    <a:pt x="157032" y="14701"/>
                  </a:lnTo>
                  <a:lnTo>
                    <a:pt x="142258" y="5416"/>
                  </a:lnTo>
                  <a:lnTo>
                    <a:pt x="138791" y="1951"/>
                  </a:lnTo>
                  <a:lnTo>
                    <a:pt x="136840" y="0"/>
                  </a:lnTo>
                  <a:lnTo>
                    <a:pt x="135325" y="976"/>
                  </a:lnTo>
                  <a:lnTo>
                    <a:pt x="129166" y="2859"/>
                  </a:lnTo>
                  <a:lnTo>
                    <a:pt x="120248" y="6156"/>
                  </a:lnTo>
                  <a:lnTo>
                    <a:pt x="114594" y="8343"/>
                  </a:lnTo>
                  <a:lnTo>
                    <a:pt x="108570" y="8343"/>
                  </a:lnTo>
                  <a:lnTo>
                    <a:pt x="109108" y="9655"/>
                  </a:lnTo>
                  <a:lnTo>
                    <a:pt x="116647" y="26104"/>
                  </a:lnTo>
                  <a:lnTo>
                    <a:pt x="124825" y="35053"/>
                  </a:lnTo>
                  <a:lnTo>
                    <a:pt x="137647" y="38787"/>
                  </a:lnTo>
                  <a:lnTo>
                    <a:pt x="137647" y="45750"/>
                  </a:lnTo>
                  <a:lnTo>
                    <a:pt x="143167" y="43429"/>
                  </a:lnTo>
                  <a:lnTo>
                    <a:pt x="149393" y="41108"/>
                  </a:lnTo>
                  <a:lnTo>
                    <a:pt x="153297" y="41680"/>
                  </a:lnTo>
                  <a:lnTo>
                    <a:pt x="153297" y="47466"/>
                  </a:lnTo>
                  <a:lnTo>
                    <a:pt x="153297" y="54429"/>
                  </a:lnTo>
                  <a:lnTo>
                    <a:pt x="155922" y="64285"/>
                  </a:lnTo>
                  <a:lnTo>
                    <a:pt x="157941" y="69802"/>
                  </a:lnTo>
                  <a:lnTo>
                    <a:pt x="163730" y="76463"/>
                  </a:lnTo>
                  <a:lnTo>
                    <a:pt x="163730" y="82249"/>
                  </a:lnTo>
                  <a:lnTo>
                    <a:pt x="163730" y="84873"/>
                  </a:lnTo>
                  <a:lnTo>
                    <a:pt x="159388" y="84873"/>
                  </a:lnTo>
                  <a:lnTo>
                    <a:pt x="155922" y="84873"/>
                  </a:lnTo>
                  <a:lnTo>
                    <a:pt x="153600" y="88069"/>
                  </a:lnTo>
                  <a:lnTo>
                    <a:pt x="150403" y="93014"/>
                  </a:lnTo>
                  <a:lnTo>
                    <a:pt x="143739" y="97084"/>
                  </a:lnTo>
                  <a:lnTo>
                    <a:pt x="136200" y="101592"/>
                  </a:lnTo>
                  <a:lnTo>
                    <a:pt x="130412" y="105797"/>
                  </a:lnTo>
                  <a:lnTo>
                    <a:pt x="124623" y="105797"/>
                  </a:lnTo>
                  <a:lnTo>
                    <a:pt x="117657" y="105797"/>
                  </a:lnTo>
                  <a:lnTo>
                    <a:pt x="115032" y="100583"/>
                  </a:lnTo>
                  <a:lnTo>
                    <a:pt x="113012" y="92173"/>
                  </a:lnTo>
                  <a:lnTo>
                    <a:pt x="110993" y="86959"/>
                  </a:lnTo>
                  <a:lnTo>
                    <a:pt x="104632" y="82619"/>
                  </a:lnTo>
                  <a:lnTo>
                    <a:pt x="101132" y="78279"/>
                  </a:lnTo>
                  <a:lnTo>
                    <a:pt x="97935" y="73940"/>
                  </a:lnTo>
                  <a:lnTo>
                    <a:pt x="89521" y="74815"/>
                  </a:lnTo>
                  <a:lnTo>
                    <a:pt x="84305" y="71350"/>
                  </a:lnTo>
                  <a:lnTo>
                    <a:pt x="76194" y="68154"/>
                  </a:lnTo>
                  <a:lnTo>
                    <a:pt x="68083" y="68726"/>
                  </a:lnTo>
                  <a:lnTo>
                    <a:pt x="66064" y="75689"/>
                  </a:lnTo>
                  <a:lnTo>
                    <a:pt x="64617" y="82922"/>
                  </a:lnTo>
                  <a:lnTo>
                    <a:pt x="64617" y="92778"/>
                  </a:lnTo>
                  <a:lnTo>
                    <a:pt x="67511" y="95368"/>
                  </a:lnTo>
                  <a:lnTo>
                    <a:pt x="68386" y="100583"/>
                  </a:lnTo>
                  <a:lnTo>
                    <a:pt x="66939" y="104350"/>
                  </a:lnTo>
                  <a:lnTo>
                    <a:pt x="64617" y="105797"/>
                  </a:lnTo>
                  <a:lnTo>
                    <a:pt x="64617" y="110136"/>
                  </a:lnTo>
                  <a:lnTo>
                    <a:pt x="67511" y="114778"/>
                  </a:lnTo>
                  <a:lnTo>
                    <a:pt x="68386" y="121742"/>
                  </a:lnTo>
                  <a:lnTo>
                    <a:pt x="68083" y="128403"/>
                  </a:lnTo>
                  <a:lnTo>
                    <a:pt x="58525" y="128403"/>
                  </a:lnTo>
                  <a:lnTo>
                    <a:pt x="53309" y="128403"/>
                  </a:lnTo>
                  <a:lnTo>
                    <a:pt x="47520" y="134491"/>
                  </a:lnTo>
                  <a:lnTo>
                    <a:pt x="43751" y="139706"/>
                  </a:lnTo>
                  <a:lnTo>
                    <a:pt x="43751" y="148385"/>
                  </a:lnTo>
                  <a:lnTo>
                    <a:pt x="47823" y="154171"/>
                  </a:lnTo>
                  <a:lnTo>
                    <a:pt x="48698" y="157938"/>
                  </a:lnTo>
                  <a:lnTo>
                    <a:pt x="49270" y="164902"/>
                  </a:lnTo>
                  <a:lnTo>
                    <a:pt x="48395" y="172134"/>
                  </a:lnTo>
                  <a:cubicBezTo>
                    <a:pt x="48395" y="172134"/>
                    <a:pt x="48093" y="175599"/>
                    <a:pt x="46679" y="176171"/>
                  </a:cubicBezTo>
                  <a:cubicBezTo>
                    <a:pt x="45232" y="176743"/>
                    <a:pt x="41463" y="177920"/>
                    <a:pt x="40588" y="178189"/>
                  </a:cubicBezTo>
                  <a:cubicBezTo>
                    <a:pt x="39713" y="178492"/>
                    <a:pt x="31029" y="187171"/>
                    <a:pt x="31029" y="187171"/>
                  </a:cubicBezTo>
                  <a:lnTo>
                    <a:pt x="20294" y="188920"/>
                  </a:lnTo>
                  <a:lnTo>
                    <a:pt x="11611" y="184009"/>
                  </a:lnTo>
                  <a:lnTo>
                    <a:pt x="6967" y="178795"/>
                  </a:lnTo>
                  <a:lnTo>
                    <a:pt x="2322" y="178223"/>
                  </a:lnTo>
                  <a:lnTo>
                    <a:pt x="0" y="182562"/>
                  </a:lnTo>
                  <a:lnTo>
                    <a:pt x="3197" y="188920"/>
                  </a:lnTo>
                  <a:lnTo>
                    <a:pt x="3769" y="192991"/>
                  </a:lnTo>
                  <a:lnTo>
                    <a:pt x="4947" y="201670"/>
                  </a:lnTo>
                  <a:lnTo>
                    <a:pt x="9861" y="208028"/>
                  </a:lnTo>
                  <a:lnTo>
                    <a:pt x="23760" y="209777"/>
                  </a:lnTo>
                  <a:lnTo>
                    <a:pt x="31299" y="211795"/>
                  </a:lnTo>
                  <a:lnTo>
                    <a:pt x="36212" y="224847"/>
                  </a:lnTo>
                  <a:lnTo>
                    <a:pt x="42001" y="240490"/>
                  </a:lnTo>
                  <a:lnTo>
                    <a:pt x="42001" y="250918"/>
                  </a:lnTo>
                  <a:cubicBezTo>
                    <a:pt x="42001" y="250918"/>
                    <a:pt x="46342" y="258756"/>
                    <a:pt x="48968" y="256435"/>
                  </a:cubicBezTo>
                  <a:cubicBezTo>
                    <a:pt x="51559" y="254114"/>
                    <a:pt x="59098" y="252095"/>
                    <a:pt x="60275" y="251793"/>
                  </a:cubicBezTo>
                  <a:cubicBezTo>
                    <a:pt x="61453" y="251490"/>
                    <a:pt x="63472" y="249774"/>
                    <a:pt x="63472" y="249774"/>
                  </a:cubicBezTo>
                  <a:lnTo>
                    <a:pt x="71011" y="252095"/>
                  </a:lnTo>
                  <a:cubicBezTo>
                    <a:pt x="71011" y="252095"/>
                    <a:pt x="77675" y="258453"/>
                    <a:pt x="78819" y="258756"/>
                  </a:cubicBezTo>
                  <a:cubicBezTo>
                    <a:pt x="79963" y="259059"/>
                    <a:pt x="84339" y="257882"/>
                    <a:pt x="85483" y="258756"/>
                  </a:cubicBezTo>
                  <a:cubicBezTo>
                    <a:pt x="86661" y="259631"/>
                    <a:pt x="89252" y="256132"/>
                    <a:pt x="89824" y="255291"/>
                  </a:cubicBezTo>
                  <a:cubicBezTo>
                    <a:pt x="90396" y="254417"/>
                    <a:pt x="95613" y="251254"/>
                    <a:pt x="95613" y="251254"/>
                  </a:cubicBezTo>
                  <a:lnTo>
                    <a:pt x="100526" y="252129"/>
                  </a:lnTo>
                  <a:lnTo>
                    <a:pt x="104868" y="261380"/>
                  </a:lnTo>
                  <a:lnTo>
                    <a:pt x="106315" y="270665"/>
                  </a:lnTo>
                  <a:lnTo>
                    <a:pt x="105743" y="284289"/>
                  </a:lnTo>
                  <a:lnTo>
                    <a:pt x="108065" y="306895"/>
                  </a:lnTo>
                  <a:lnTo>
                    <a:pt x="108368" y="321090"/>
                  </a:lnTo>
                  <a:lnTo>
                    <a:pt x="101704" y="326607"/>
                  </a:lnTo>
                  <a:lnTo>
                    <a:pt x="99685" y="328626"/>
                  </a:lnTo>
                  <a:lnTo>
                    <a:pt x="93896" y="332393"/>
                  </a:lnTo>
                  <a:lnTo>
                    <a:pt x="85214" y="336161"/>
                  </a:lnTo>
                  <a:lnTo>
                    <a:pt x="79122" y="337910"/>
                  </a:lnTo>
                  <a:lnTo>
                    <a:pt x="73031" y="341106"/>
                  </a:lnTo>
                  <a:lnTo>
                    <a:pt x="70406" y="348069"/>
                  </a:lnTo>
                  <a:lnTo>
                    <a:pt x="63439" y="360516"/>
                  </a:lnTo>
                  <a:lnTo>
                    <a:pt x="63136" y="368051"/>
                  </a:lnTo>
                  <a:lnTo>
                    <a:pt x="61386" y="372122"/>
                  </a:lnTo>
                  <a:lnTo>
                    <a:pt x="58189" y="376899"/>
                  </a:lnTo>
                  <a:lnTo>
                    <a:pt x="59064" y="382247"/>
                  </a:lnTo>
                  <a:lnTo>
                    <a:pt x="65458" y="382247"/>
                  </a:lnTo>
                  <a:lnTo>
                    <a:pt x="67208" y="382247"/>
                  </a:lnTo>
                  <a:lnTo>
                    <a:pt x="72862" y="387764"/>
                  </a:lnTo>
                  <a:lnTo>
                    <a:pt x="75016" y="392104"/>
                  </a:lnTo>
                  <a:lnTo>
                    <a:pt x="75016" y="397015"/>
                  </a:lnTo>
                  <a:lnTo>
                    <a:pt x="81814" y="401354"/>
                  </a:lnTo>
                  <a:lnTo>
                    <a:pt x="84574" y="401354"/>
                  </a:lnTo>
                  <a:lnTo>
                    <a:pt x="87199" y="397284"/>
                  </a:lnTo>
                  <a:lnTo>
                    <a:pt x="89824" y="395266"/>
                  </a:lnTo>
                  <a:lnTo>
                    <a:pt x="96488" y="397890"/>
                  </a:lnTo>
                  <a:lnTo>
                    <a:pt x="100257" y="403541"/>
                  </a:lnTo>
                  <a:lnTo>
                    <a:pt x="104599" y="406602"/>
                  </a:lnTo>
                  <a:lnTo>
                    <a:pt x="110690" y="406602"/>
                  </a:lnTo>
                  <a:lnTo>
                    <a:pt x="114156" y="406602"/>
                  </a:lnTo>
                  <a:lnTo>
                    <a:pt x="118229" y="411951"/>
                  </a:lnTo>
                  <a:cubicBezTo>
                    <a:pt x="119979" y="411379"/>
                    <a:pt x="119373" y="417031"/>
                    <a:pt x="119373" y="417031"/>
                  </a:cubicBezTo>
                  <a:lnTo>
                    <a:pt x="124589" y="417031"/>
                  </a:lnTo>
                  <a:lnTo>
                    <a:pt x="128359" y="419352"/>
                  </a:lnTo>
                  <a:lnTo>
                    <a:pt x="127484" y="422245"/>
                  </a:lnTo>
                  <a:lnTo>
                    <a:pt x="122839" y="425710"/>
                  </a:lnTo>
                  <a:lnTo>
                    <a:pt x="117926" y="429780"/>
                  </a:lnTo>
                  <a:lnTo>
                    <a:pt x="113854" y="432673"/>
                  </a:lnTo>
                  <a:lnTo>
                    <a:pt x="108940" y="432673"/>
                  </a:lnTo>
                  <a:lnTo>
                    <a:pt x="110084" y="437584"/>
                  </a:lnTo>
                  <a:lnTo>
                    <a:pt x="109512" y="443101"/>
                  </a:lnTo>
                  <a:lnTo>
                    <a:pt x="107493" y="448887"/>
                  </a:lnTo>
                  <a:lnTo>
                    <a:pt x="103724" y="452083"/>
                  </a:lnTo>
                  <a:lnTo>
                    <a:pt x="103454" y="458744"/>
                  </a:lnTo>
                  <a:lnTo>
                    <a:pt x="108099" y="464832"/>
                  </a:lnTo>
                  <a:lnTo>
                    <a:pt x="112440" y="470047"/>
                  </a:lnTo>
                  <a:lnTo>
                    <a:pt x="115772" y="474117"/>
                  </a:lnTo>
                  <a:lnTo>
                    <a:pt x="118531" y="477582"/>
                  </a:lnTo>
                  <a:lnTo>
                    <a:pt x="118531" y="482224"/>
                  </a:lnTo>
                  <a:lnTo>
                    <a:pt x="120854" y="489457"/>
                  </a:lnTo>
                  <a:lnTo>
                    <a:pt x="116209" y="493527"/>
                  </a:lnTo>
                  <a:lnTo>
                    <a:pt x="119104" y="496723"/>
                  </a:lnTo>
                  <a:lnTo>
                    <a:pt x="124017" y="498169"/>
                  </a:lnTo>
                  <a:lnTo>
                    <a:pt x="128090" y="500793"/>
                  </a:lnTo>
                  <a:lnTo>
                    <a:pt x="132734" y="508026"/>
                  </a:lnTo>
                  <a:lnTo>
                    <a:pt x="134484" y="512096"/>
                  </a:lnTo>
                  <a:lnTo>
                    <a:pt x="136806" y="518454"/>
                  </a:lnTo>
                  <a:lnTo>
                    <a:pt x="138253" y="523668"/>
                  </a:lnTo>
                  <a:lnTo>
                    <a:pt x="138556" y="528580"/>
                  </a:lnTo>
                  <a:lnTo>
                    <a:pt x="138253" y="534097"/>
                  </a:lnTo>
                  <a:lnTo>
                    <a:pt x="138556" y="539614"/>
                  </a:lnTo>
                  <a:lnTo>
                    <a:pt x="144075" y="548023"/>
                  </a:lnTo>
                  <a:lnTo>
                    <a:pt x="144345" y="552497"/>
                  </a:lnTo>
                  <a:lnTo>
                    <a:pt x="145792" y="557846"/>
                  </a:lnTo>
                  <a:lnTo>
                    <a:pt x="152455" y="557846"/>
                  </a:lnTo>
                  <a:lnTo>
                    <a:pt x="161138" y="555256"/>
                  </a:lnTo>
                  <a:cubicBezTo>
                    <a:pt x="161138" y="555256"/>
                    <a:pt x="165210" y="552632"/>
                    <a:pt x="166927" y="552632"/>
                  </a:cubicBezTo>
                  <a:cubicBezTo>
                    <a:pt x="168677" y="552632"/>
                    <a:pt x="173893" y="549436"/>
                    <a:pt x="173893" y="549436"/>
                  </a:cubicBezTo>
                  <a:cubicBezTo>
                    <a:pt x="173893" y="549436"/>
                    <a:pt x="177663" y="545097"/>
                    <a:pt x="177965" y="544222"/>
                  </a:cubicBezTo>
                  <a:cubicBezTo>
                    <a:pt x="178268" y="543347"/>
                    <a:pt x="183754" y="538436"/>
                    <a:pt x="183754" y="538436"/>
                  </a:cubicBezTo>
                  <a:lnTo>
                    <a:pt x="187826" y="534971"/>
                  </a:lnTo>
                  <a:lnTo>
                    <a:pt x="190721" y="531506"/>
                  </a:lnTo>
                  <a:lnTo>
                    <a:pt x="189577" y="524274"/>
                  </a:lnTo>
                  <a:lnTo>
                    <a:pt x="193043" y="521953"/>
                  </a:lnTo>
                  <a:lnTo>
                    <a:pt x="197115" y="521650"/>
                  </a:lnTo>
                  <a:lnTo>
                    <a:pt x="205663" y="520775"/>
                  </a:lnTo>
                  <a:lnTo>
                    <a:pt x="208995" y="524240"/>
                  </a:lnTo>
                  <a:lnTo>
                    <a:pt x="208995" y="527436"/>
                  </a:lnTo>
                  <a:lnTo>
                    <a:pt x="214952" y="532347"/>
                  </a:lnTo>
                  <a:lnTo>
                    <a:pt x="219428" y="536115"/>
                  </a:lnTo>
                  <a:lnTo>
                    <a:pt x="219428" y="543078"/>
                  </a:lnTo>
                  <a:lnTo>
                    <a:pt x="212764" y="547721"/>
                  </a:lnTo>
                  <a:lnTo>
                    <a:pt x="209567" y="551488"/>
                  </a:lnTo>
                  <a:lnTo>
                    <a:pt x="204351" y="554381"/>
                  </a:lnTo>
                  <a:lnTo>
                    <a:pt x="199134" y="557846"/>
                  </a:lnTo>
                  <a:lnTo>
                    <a:pt x="198562" y="562186"/>
                  </a:lnTo>
                  <a:lnTo>
                    <a:pt x="198562" y="565651"/>
                  </a:lnTo>
                  <a:lnTo>
                    <a:pt x="200009" y="570293"/>
                  </a:lnTo>
                  <a:lnTo>
                    <a:pt x="202601" y="573926"/>
                  </a:lnTo>
                  <a:lnTo>
                    <a:pt x="206673" y="576953"/>
                  </a:lnTo>
                  <a:lnTo>
                    <a:pt x="213336" y="576953"/>
                  </a:lnTo>
                  <a:lnTo>
                    <a:pt x="218553" y="576953"/>
                  </a:lnTo>
                  <a:lnTo>
                    <a:pt x="222894" y="572042"/>
                  </a:lnTo>
                  <a:lnTo>
                    <a:pt x="226092" y="568846"/>
                  </a:lnTo>
                  <a:lnTo>
                    <a:pt x="237097" y="565381"/>
                  </a:lnTo>
                  <a:lnTo>
                    <a:pt x="238241" y="562186"/>
                  </a:lnTo>
                  <a:lnTo>
                    <a:pt x="240260" y="557543"/>
                  </a:lnTo>
                  <a:lnTo>
                    <a:pt x="240260" y="553473"/>
                  </a:lnTo>
                  <a:cubicBezTo>
                    <a:pt x="240260" y="553473"/>
                    <a:pt x="242010" y="549133"/>
                    <a:pt x="240260" y="547956"/>
                  </a:cubicBezTo>
                  <a:cubicBezTo>
                    <a:pt x="238510" y="546812"/>
                    <a:pt x="237366" y="543045"/>
                    <a:pt x="237366" y="543045"/>
                  </a:cubicBezTo>
                  <a:lnTo>
                    <a:pt x="241034" y="538705"/>
                  </a:lnTo>
                  <a:lnTo>
                    <a:pt x="244904" y="536384"/>
                  </a:lnTo>
                  <a:lnTo>
                    <a:pt x="246655" y="534635"/>
                  </a:lnTo>
                  <a:lnTo>
                    <a:pt x="251568" y="534938"/>
                  </a:lnTo>
                  <a:lnTo>
                    <a:pt x="256212" y="541026"/>
                  </a:lnTo>
                  <a:lnTo>
                    <a:pt x="258804" y="544794"/>
                  </a:lnTo>
                  <a:lnTo>
                    <a:pt x="265770" y="545669"/>
                  </a:lnTo>
                  <a:lnTo>
                    <a:pt x="269405" y="544794"/>
                  </a:lnTo>
                  <a:lnTo>
                    <a:pt x="271593" y="547384"/>
                  </a:lnTo>
                  <a:lnTo>
                    <a:pt x="271593" y="549974"/>
                  </a:lnTo>
                  <a:lnTo>
                    <a:pt x="271593" y="556938"/>
                  </a:lnTo>
                  <a:lnTo>
                    <a:pt x="273780" y="562152"/>
                  </a:lnTo>
                  <a:lnTo>
                    <a:pt x="278559" y="563599"/>
                  </a:lnTo>
                  <a:lnTo>
                    <a:pt x="278559" y="565617"/>
                  </a:lnTo>
                  <a:lnTo>
                    <a:pt x="284348" y="567938"/>
                  </a:lnTo>
                  <a:lnTo>
                    <a:pt x="289261" y="569956"/>
                  </a:lnTo>
                  <a:lnTo>
                    <a:pt x="297372" y="570259"/>
                  </a:lnTo>
                  <a:lnTo>
                    <a:pt x="308377" y="571134"/>
                  </a:lnTo>
                  <a:lnTo>
                    <a:pt x="320829" y="573152"/>
                  </a:lnTo>
                  <a:lnTo>
                    <a:pt x="328671" y="573724"/>
                  </a:lnTo>
                  <a:lnTo>
                    <a:pt x="337657" y="572277"/>
                  </a:lnTo>
                  <a:lnTo>
                    <a:pt x="342638" y="573051"/>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171" name="Graphic 11">
              <a:extLst>
                <a:ext uri="{FF2B5EF4-FFF2-40B4-BE49-F238E27FC236}">
                  <a16:creationId xmlns:a16="http://schemas.microsoft.com/office/drawing/2014/main" id="{7FDE76DA-80DB-1D2F-BD89-681AED52EBFC}"/>
                </a:ext>
              </a:extLst>
            </p:cNvPr>
            <p:cNvGrpSpPr/>
            <p:nvPr/>
          </p:nvGrpSpPr>
          <p:grpSpPr>
            <a:xfrm>
              <a:off x="7727196" y="3385710"/>
              <a:ext cx="413482" cy="314600"/>
              <a:chOff x="5143724" y="3308222"/>
              <a:chExt cx="793844" cy="603999"/>
            </a:xfrm>
            <a:grpFill/>
          </p:grpSpPr>
          <p:sp>
            <p:nvSpPr>
              <p:cNvPr id="217" name="Freeform 934">
                <a:extLst>
                  <a:ext uri="{FF2B5EF4-FFF2-40B4-BE49-F238E27FC236}">
                    <a16:creationId xmlns:a16="http://schemas.microsoft.com/office/drawing/2014/main" id="{8B37A586-0D8B-D464-2C79-C6898F0586AF}"/>
                  </a:ext>
                </a:extLst>
              </p:cNvPr>
              <p:cNvSpPr/>
              <p:nvPr/>
            </p:nvSpPr>
            <p:spPr>
              <a:xfrm>
                <a:off x="5143724" y="3308222"/>
                <a:ext cx="787079" cy="603999"/>
              </a:xfrm>
              <a:custGeom>
                <a:avLst/>
                <a:gdLst>
                  <a:gd name="connsiteX0" fmla="*/ 780147 w 787079"/>
                  <a:gd name="connsiteY0" fmla="*/ 183168 h 603999"/>
                  <a:gd name="connsiteX1" fmla="*/ 776007 w 787079"/>
                  <a:gd name="connsiteY1" fmla="*/ 177954 h 603999"/>
                  <a:gd name="connsiteX2" fmla="*/ 773416 w 787079"/>
                  <a:gd name="connsiteY2" fmla="*/ 170116 h 603999"/>
                  <a:gd name="connsiteX3" fmla="*/ 771901 w 787079"/>
                  <a:gd name="connsiteY3" fmla="*/ 162513 h 603999"/>
                  <a:gd name="connsiteX4" fmla="*/ 769276 w 787079"/>
                  <a:gd name="connsiteY4" fmla="*/ 156222 h 603999"/>
                  <a:gd name="connsiteX5" fmla="*/ 769613 w 787079"/>
                  <a:gd name="connsiteY5" fmla="*/ 151210 h 603999"/>
                  <a:gd name="connsiteX6" fmla="*/ 766685 w 787079"/>
                  <a:gd name="connsiteY6" fmla="*/ 143170 h 603999"/>
                  <a:gd name="connsiteX7" fmla="*/ 766685 w 787079"/>
                  <a:gd name="connsiteY7" fmla="*/ 137519 h 603999"/>
                  <a:gd name="connsiteX8" fmla="*/ 766685 w 787079"/>
                  <a:gd name="connsiteY8" fmla="*/ 132305 h 603999"/>
                  <a:gd name="connsiteX9" fmla="*/ 764935 w 787079"/>
                  <a:gd name="connsiteY9" fmla="*/ 124467 h 603999"/>
                  <a:gd name="connsiteX10" fmla="*/ 761031 w 787079"/>
                  <a:gd name="connsiteY10" fmla="*/ 119690 h 603999"/>
                  <a:gd name="connsiteX11" fmla="*/ 759079 w 787079"/>
                  <a:gd name="connsiteY11" fmla="*/ 115989 h 603999"/>
                  <a:gd name="connsiteX12" fmla="*/ 755175 w 787079"/>
                  <a:gd name="connsiteY12" fmla="*/ 107748 h 603999"/>
                  <a:gd name="connsiteX13" fmla="*/ 749319 w 787079"/>
                  <a:gd name="connsiteY13" fmla="*/ 99069 h 603999"/>
                  <a:gd name="connsiteX14" fmla="*/ 742353 w 787079"/>
                  <a:gd name="connsiteY14" fmla="*/ 93855 h 603999"/>
                  <a:gd name="connsiteX15" fmla="*/ 742353 w 787079"/>
                  <a:gd name="connsiteY15" fmla="*/ 85377 h 603999"/>
                  <a:gd name="connsiteX16" fmla="*/ 747569 w 787079"/>
                  <a:gd name="connsiteY16" fmla="*/ 80163 h 603999"/>
                  <a:gd name="connsiteX17" fmla="*/ 747569 w 787079"/>
                  <a:gd name="connsiteY17" fmla="*/ 74949 h 603999"/>
                  <a:gd name="connsiteX18" fmla="*/ 747132 w 787079"/>
                  <a:gd name="connsiteY18" fmla="*/ 72123 h 603999"/>
                  <a:gd name="connsiteX19" fmla="*/ 742353 w 787079"/>
                  <a:gd name="connsiteY19" fmla="*/ 69735 h 603999"/>
                  <a:gd name="connsiteX20" fmla="*/ 739088 w 787079"/>
                  <a:gd name="connsiteY20" fmla="*/ 73637 h 603999"/>
                  <a:gd name="connsiteX21" fmla="*/ 733434 w 787079"/>
                  <a:gd name="connsiteY21" fmla="*/ 77977 h 603999"/>
                  <a:gd name="connsiteX22" fmla="*/ 728420 w 787079"/>
                  <a:gd name="connsiteY22" fmla="*/ 82316 h 603999"/>
                  <a:gd name="connsiteX23" fmla="*/ 722126 w 787079"/>
                  <a:gd name="connsiteY23" fmla="*/ 85344 h 603999"/>
                  <a:gd name="connsiteX24" fmla="*/ 718424 w 787079"/>
                  <a:gd name="connsiteY24" fmla="*/ 82316 h 603999"/>
                  <a:gd name="connsiteX25" fmla="*/ 712131 w 787079"/>
                  <a:gd name="connsiteY25" fmla="*/ 77539 h 603999"/>
                  <a:gd name="connsiteX26" fmla="*/ 708866 w 787079"/>
                  <a:gd name="connsiteY26" fmla="*/ 72123 h 603999"/>
                  <a:gd name="connsiteX27" fmla="*/ 704525 w 787079"/>
                  <a:gd name="connsiteY27" fmla="*/ 67347 h 603999"/>
                  <a:gd name="connsiteX28" fmla="*/ 704525 w 787079"/>
                  <a:gd name="connsiteY28" fmla="*/ 63882 h 603999"/>
                  <a:gd name="connsiteX29" fmla="*/ 696280 w 787079"/>
                  <a:gd name="connsiteY29" fmla="*/ 61695 h 603999"/>
                  <a:gd name="connsiteX30" fmla="*/ 689111 w 787079"/>
                  <a:gd name="connsiteY30" fmla="*/ 63646 h 603999"/>
                  <a:gd name="connsiteX31" fmla="*/ 683222 w 787079"/>
                  <a:gd name="connsiteY31" fmla="*/ 66472 h 603999"/>
                  <a:gd name="connsiteX32" fmla="*/ 674943 w 787079"/>
                  <a:gd name="connsiteY32" fmla="*/ 66035 h 603999"/>
                  <a:gd name="connsiteX33" fmla="*/ 663870 w 787079"/>
                  <a:gd name="connsiteY33" fmla="*/ 61258 h 603999"/>
                  <a:gd name="connsiteX34" fmla="*/ 652125 w 787079"/>
                  <a:gd name="connsiteY34" fmla="*/ 54294 h 603999"/>
                  <a:gd name="connsiteX35" fmla="*/ 648288 w 787079"/>
                  <a:gd name="connsiteY35" fmla="*/ 56986 h 603999"/>
                  <a:gd name="connsiteX36" fmla="*/ 646403 w 787079"/>
                  <a:gd name="connsiteY36" fmla="*/ 59307 h 603999"/>
                  <a:gd name="connsiteX37" fmla="*/ 643206 w 787079"/>
                  <a:gd name="connsiteY37" fmla="*/ 61493 h 603999"/>
                  <a:gd name="connsiteX38" fmla="*/ 641894 w 787079"/>
                  <a:gd name="connsiteY38" fmla="*/ 63680 h 603999"/>
                  <a:gd name="connsiteX39" fmla="*/ 637990 w 787079"/>
                  <a:gd name="connsiteY39" fmla="*/ 66136 h 603999"/>
                  <a:gd name="connsiteX40" fmla="*/ 635668 w 787079"/>
                  <a:gd name="connsiteY40" fmla="*/ 69163 h 603999"/>
                  <a:gd name="connsiteX41" fmla="*/ 634220 w 787079"/>
                  <a:gd name="connsiteY41" fmla="*/ 74512 h 603999"/>
                  <a:gd name="connsiteX42" fmla="*/ 637283 w 787079"/>
                  <a:gd name="connsiteY42" fmla="*/ 78414 h 603999"/>
                  <a:gd name="connsiteX43" fmla="*/ 639033 w 787079"/>
                  <a:gd name="connsiteY43" fmla="*/ 81038 h 603999"/>
                  <a:gd name="connsiteX44" fmla="*/ 643812 w 787079"/>
                  <a:gd name="connsiteY44" fmla="*/ 86252 h 603999"/>
                  <a:gd name="connsiteX45" fmla="*/ 644250 w 787079"/>
                  <a:gd name="connsiteY45" fmla="*/ 91466 h 603999"/>
                  <a:gd name="connsiteX46" fmla="*/ 643947 w 787079"/>
                  <a:gd name="connsiteY46" fmla="*/ 94494 h 603999"/>
                  <a:gd name="connsiteX47" fmla="*/ 642365 w 787079"/>
                  <a:gd name="connsiteY47" fmla="*/ 98833 h 603999"/>
                  <a:gd name="connsiteX48" fmla="*/ 639471 w 787079"/>
                  <a:gd name="connsiteY48" fmla="*/ 100280 h 603999"/>
                  <a:gd name="connsiteX49" fmla="*/ 635701 w 787079"/>
                  <a:gd name="connsiteY49" fmla="*/ 99405 h 603999"/>
                  <a:gd name="connsiteX50" fmla="*/ 630788 w 787079"/>
                  <a:gd name="connsiteY50" fmla="*/ 97387 h 603999"/>
                  <a:gd name="connsiteX51" fmla="*/ 627456 w 787079"/>
                  <a:gd name="connsiteY51" fmla="*/ 96378 h 603999"/>
                  <a:gd name="connsiteX52" fmla="*/ 623821 w 787079"/>
                  <a:gd name="connsiteY52" fmla="*/ 94191 h 603999"/>
                  <a:gd name="connsiteX53" fmla="*/ 620927 w 787079"/>
                  <a:gd name="connsiteY53" fmla="*/ 91433 h 603999"/>
                  <a:gd name="connsiteX54" fmla="*/ 614970 w 787079"/>
                  <a:gd name="connsiteY54" fmla="*/ 85041 h 603999"/>
                  <a:gd name="connsiteX55" fmla="*/ 608879 w 787079"/>
                  <a:gd name="connsiteY55" fmla="*/ 79692 h 603999"/>
                  <a:gd name="connsiteX56" fmla="*/ 604100 w 787079"/>
                  <a:gd name="connsiteY56" fmla="*/ 75790 h 603999"/>
                  <a:gd name="connsiteX57" fmla="*/ 598883 w 787079"/>
                  <a:gd name="connsiteY57" fmla="*/ 75790 h 603999"/>
                  <a:gd name="connsiteX58" fmla="*/ 597571 w 787079"/>
                  <a:gd name="connsiteY58" fmla="*/ 76867 h 603999"/>
                  <a:gd name="connsiteX59" fmla="*/ 591479 w 787079"/>
                  <a:gd name="connsiteY59" fmla="*/ 79558 h 603999"/>
                  <a:gd name="connsiteX60" fmla="*/ 589157 w 787079"/>
                  <a:gd name="connsiteY60" fmla="*/ 81879 h 603999"/>
                  <a:gd name="connsiteX61" fmla="*/ 584681 w 787079"/>
                  <a:gd name="connsiteY61" fmla="*/ 83897 h 603999"/>
                  <a:gd name="connsiteX62" fmla="*/ 581181 w 787079"/>
                  <a:gd name="connsiteY62" fmla="*/ 84032 h 603999"/>
                  <a:gd name="connsiteX63" fmla="*/ 577411 w 787079"/>
                  <a:gd name="connsiteY63" fmla="*/ 83897 h 603999"/>
                  <a:gd name="connsiteX64" fmla="*/ 572330 w 787079"/>
                  <a:gd name="connsiteY64" fmla="*/ 84200 h 603999"/>
                  <a:gd name="connsiteX65" fmla="*/ 570142 w 787079"/>
                  <a:gd name="connsiteY65" fmla="*/ 84503 h 603999"/>
                  <a:gd name="connsiteX66" fmla="*/ 566104 w 787079"/>
                  <a:gd name="connsiteY66" fmla="*/ 85680 h 603999"/>
                  <a:gd name="connsiteX67" fmla="*/ 564084 w 787079"/>
                  <a:gd name="connsiteY67" fmla="*/ 88001 h 603999"/>
                  <a:gd name="connsiteX68" fmla="*/ 561628 w 787079"/>
                  <a:gd name="connsiteY68" fmla="*/ 88001 h 603999"/>
                  <a:gd name="connsiteX69" fmla="*/ 556983 w 787079"/>
                  <a:gd name="connsiteY69" fmla="*/ 88741 h 603999"/>
                  <a:gd name="connsiteX70" fmla="*/ 554224 w 787079"/>
                  <a:gd name="connsiteY70" fmla="*/ 91063 h 603999"/>
                  <a:gd name="connsiteX71" fmla="*/ 552777 w 787079"/>
                  <a:gd name="connsiteY71" fmla="*/ 92375 h 603999"/>
                  <a:gd name="connsiteX72" fmla="*/ 552777 w 787079"/>
                  <a:gd name="connsiteY72" fmla="*/ 95267 h 603999"/>
                  <a:gd name="connsiteX73" fmla="*/ 552272 w 787079"/>
                  <a:gd name="connsiteY73" fmla="*/ 98160 h 603999"/>
                  <a:gd name="connsiteX74" fmla="*/ 549882 w 787079"/>
                  <a:gd name="connsiteY74" fmla="*/ 100616 h 603999"/>
                  <a:gd name="connsiteX75" fmla="*/ 545675 w 787079"/>
                  <a:gd name="connsiteY75" fmla="*/ 100751 h 603999"/>
                  <a:gd name="connsiteX76" fmla="*/ 543656 w 787079"/>
                  <a:gd name="connsiteY76" fmla="*/ 99439 h 603999"/>
                  <a:gd name="connsiteX77" fmla="*/ 539752 w 787079"/>
                  <a:gd name="connsiteY77" fmla="*/ 98732 h 603999"/>
                  <a:gd name="connsiteX78" fmla="*/ 537733 w 787079"/>
                  <a:gd name="connsiteY78" fmla="*/ 99170 h 603999"/>
                  <a:gd name="connsiteX79" fmla="*/ 536151 w 787079"/>
                  <a:gd name="connsiteY79" fmla="*/ 100482 h 603999"/>
                  <a:gd name="connsiteX80" fmla="*/ 533391 w 787079"/>
                  <a:gd name="connsiteY80" fmla="*/ 102500 h 603999"/>
                  <a:gd name="connsiteX81" fmla="*/ 530362 w 787079"/>
                  <a:gd name="connsiteY81" fmla="*/ 102365 h 603999"/>
                  <a:gd name="connsiteX82" fmla="*/ 526459 w 787079"/>
                  <a:gd name="connsiteY82" fmla="*/ 101356 h 603999"/>
                  <a:gd name="connsiteX83" fmla="*/ 524002 w 787079"/>
                  <a:gd name="connsiteY83" fmla="*/ 103543 h 603999"/>
                  <a:gd name="connsiteX84" fmla="*/ 521680 w 787079"/>
                  <a:gd name="connsiteY84" fmla="*/ 104855 h 603999"/>
                  <a:gd name="connsiteX85" fmla="*/ 518348 w 787079"/>
                  <a:gd name="connsiteY85" fmla="*/ 106167 h 603999"/>
                  <a:gd name="connsiteX86" fmla="*/ 510237 w 787079"/>
                  <a:gd name="connsiteY86" fmla="*/ 107041 h 603999"/>
                  <a:gd name="connsiteX87" fmla="*/ 504886 w 787079"/>
                  <a:gd name="connsiteY87" fmla="*/ 107916 h 603999"/>
                  <a:gd name="connsiteX88" fmla="*/ 499535 w 787079"/>
                  <a:gd name="connsiteY88" fmla="*/ 108219 h 603999"/>
                  <a:gd name="connsiteX89" fmla="*/ 492299 w 787079"/>
                  <a:gd name="connsiteY89" fmla="*/ 104148 h 603999"/>
                  <a:gd name="connsiteX90" fmla="*/ 489405 w 787079"/>
                  <a:gd name="connsiteY90" fmla="*/ 103005 h 603999"/>
                  <a:gd name="connsiteX91" fmla="*/ 487655 w 787079"/>
                  <a:gd name="connsiteY91" fmla="*/ 101995 h 603999"/>
                  <a:gd name="connsiteX92" fmla="*/ 481866 w 787079"/>
                  <a:gd name="connsiteY92" fmla="*/ 98968 h 603999"/>
                  <a:gd name="connsiteX93" fmla="*/ 477962 w 787079"/>
                  <a:gd name="connsiteY93" fmla="*/ 96949 h 603999"/>
                  <a:gd name="connsiteX94" fmla="*/ 476246 w 787079"/>
                  <a:gd name="connsiteY94" fmla="*/ 93316 h 603999"/>
                  <a:gd name="connsiteX95" fmla="*/ 478837 w 787079"/>
                  <a:gd name="connsiteY95" fmla="*/ 90423 h 603999"/>
                  <a:gd name="connsiteX96" fmla="*/ 482169 w 787079"/>
                  <a:gd name="connsiteY96" fmla="*/ 89111 h 603999"/>
                  <a:gd name="connsiteX97" fmla="*/ 486241 w 787079"/>
                  <a:gd name="connsiteY97" fmla="*/ 87665 h 603999"/>
                  <a:gd name="connsiteX98" fmla="*/ 489708 w 787079"/>
                  <a:gd name="connsiteY98" fmla="*/ 84469 h 603999"/>
                  <a:gd name="connsiteX99" fmla="*/ 491727 w 787079"/>
                  <a:gd name="connsiteY99" fmla="*/ 81879 h 603999"/>
                  <a:gd name="connsiteX100" fmla="*/ 495631 w 787079"/>
                  <a:gd name="connsiteY100" fmla="*/ 77371 h 603999"/>
                  <a:gd name="connsiteX101" fmla="*/ 498088 w 787079"/>
                  <a:gd name="connsiteY101" fmla="*/ 68524 h 603999"/>
                  <a:gd name="connsiteX102" fmla="*/ 497953 w 787079"/>
                  <a:gd name="connsiteY102" fmla="*/ 66943 h 603999"/>
                  <a:gd name="connsiteX103" fmla="*/ 498391 w 787079"/>
                  <a:gd name="connsiteY103" fmla="*/ 63613 h 603999"/>
                  <a:gd name="connsiteX104" fmla="*/ 499266 w 787079"/>
                  <a:gd name="connsiteY104" fmla="*/ 60282 h 603999"/>
                  <a:gd name="connsiteX105" fmla="*/ 503910 w 787079"/>
                  <a:gd name="connsiteY105" fmla="*/ 56515 h 603999"/>
                  <a:gd name="connsiteX106" fmla="*/ 506064 w 787079"/>
                  <a:gd name="connsiteY106" fmla="*/ 53924 h 603999"/>
                  <a:gd name="connsiteX107" fmla="*/ 509968 w 787079"/>
                  <a:gd name="connsiteY107" fmla="*/ 49854 h 603999"/>
                  <a:gd name="connsiteX108" fmla="*/ 513434 w 787079"/>
                  <a:gd name="connsiteY108" fmla="*/ 47398 h 603999"/>
                  <a:gd name="connsiteX109" fmla="*/ 515184 w 787079"/>
                  <a:gd name="connsiteY109" fmla="*/ 46961 h 603999"/>
                  <a:gd name="connsiteX110" fmla="*/ 522588 w 787079"/>
                  <a:gd name="connsiteY110" fmla="*/ 44068 h 603999"/>
                  <a:gd name="connsiteX111" fmla="*/ 524204 w 787079"/>
                  <a:gd name="connsiteY111" fmla="*/ 42319 h 603999"/>
                  <a:gd name="connsiteX112" fmla="*/ 528545 w 787079"/>
                  <a:gd name="connsiteY112" fmla="*/ 39863 h 603999"/>
                  <a:gd name="connsiteX113" fmla="*/ 529420 w 787079"/>
                  <a:gd name="connsiteY113" fmla="*/ 38551 h 603999"/>
                  <a:gd name="connsiteX114" fmla="*/ 528848 w 787079"/>
                  <a:gd name="connsiteY114" fmla="*/ 35793 h 603999"/>
                  <a:gd name="connsiteX115" fmla="*/ 527536 w 787079"/>
                  <a:gd name="connsiteY115" fmla="*/ 32765 h 603999"/>
                  <a:gd name="connsiteX116" fmla="*/ 527098 w 787079"/>
                  <a:gd name="connsiteY116" fmla="*/ 30444 h 603999"/>
                  <a:gd name="connsiteX117" fmla="*/ 527805 w 787079"/>
                  <a:gd name="connsiteY117" fmla="*/ 28257 h 603999"/>
                  <a:gd name="connsiteX118" fmla="*/ 527233 w 787079"/>
                  <a:gd name="connsiteY118" fmla="*/ 24355 h 603999"/>
                  <a:gd name="connsiteX119" fmla="*/ 524910 w 787079"/>
                  <a:gd name="connsiteY119" fmla="*/ 20722 h 603999"/>
                  <a:gd name="connsiteX120" fmla="*/ 522891 w 787079"/>
                  <a:gd name="connsiteY120" fmla="*/ 17964 h 603999"/>
                  <a:gd name="connsiteX121" fmla="*/ 520132 w 787079"/>
                  <a:gd name="connsiteY121" fmla="*/ 15643 h 603999"/>
                  <a:gd name="connsiteX122" fmla="*/ 516228 w 787079"/>
                  <a:gd name="connsiteY122" fmla="*/ 11572 h 603999"/>
                  <a:gd name="connsiteX123" fmla="*/ 512761 w 787079"/>
                  <a:gd name="connsiteY123" fmla="*/ 9991 h 603999"/>
                  <a:gd name="connsiteX124" fmla="*/ 508554 w 787079"/>
                  <a:gd name="connsiteY124" fmla="*/ 6223 h 603999"/>
                  <a:gd name="connsiteX125" fmla="*/ 506973 w 787079"/>
                  <a:gd name="connsiteY125" fmla="*/ 6795 h 603999"/>
                  <a:gd name="connsiteX126" fmla="*/ 504516 w 787079"/>
                  <a:gd name="connsiteY126" fmla="*/ 8376 h 603999"/>
                  <a:gd name="connsiteX127" fmla="*/ 501756 w 787079"/>
                  <a:gd name="connsiteY127" fmla="*/ 11572 h 603999"/>
                  <a:gd name="connsiteX128" fmla="*/ 496977 w 787079"/>
                  <a:gd name="connsiteY128" fmla="*/ 14465 h 603999"/>
                  <a:gd name="connsiteX129" fmla="*/ 492905 w 787079"/>
                  <a:gd name="connsiteY129" fmla="*/ 17930 h 603999"/>
                  <a:gd name="connsiteX130" fmla="*/ 488698 w 787079"/>
                  <a:gd name="connsiteY130" fmla="*/ 19242 h 603999"/>
                  <a:gd name="connsiteX131" fmla="*/ 486679 w 787079"/>
                  <a:gd name="connsiteY131" fmla="*/ 18098 h 603999"/>
                  <a:gd name="connsiteX132" fmla="*/ 480890 w 787079"/>
                  <a:gd name="connsiteY132" fmla="*/ 12884 h 603999"/>
                  <a:gd name="connsiteX133" fmla="*/ 477255 w 787079"/>
                  <a:gd name="connsiteY133" fmla="*/ 11707 h 603999"/>
                  <a:gd name="connsiteX134" fmla="*/ 474361 w 787079"/>
                  <a:gd name="connsiteY134" fmla="*/ 13725 h 603999"/>
                  <a:gd name="connsiteX135" fmla="*/ 471164 w 787079"/>
                  <a:gd name="connsiteY135" fmla="*/ 17055 h 603999"/>
                  <a:gd name="connsiteX136" fmla="*/ 465948 w 787079"/>
                  <a:gd name="connsiteY136" fmla="*/ 23279 h 603999"/>
                  <a:gd name="connsiteX137" fmla="*/ 460731 w 787079"/>
                  <a:gd name="connsiteY137" fmla="*/ 23144 h 603999"/>
                  <a:gd name="connsiteX138" fmla="*/ 458712 w 787079"/>
                  <a:gd name="connsiteY138" fmla="*/ 19074 h 603999"/>
                  <a:gd name="connsiteX139" fmla="*/ 459722 w 787079"/>
                  <a:gd name="connsiteY139" fmla="*/ 18199 h 603999"/>
                  <a:gd name="connsiteX140" fmla="*/ 458275 w 787079"/>
                  <a:gd name="connsiteY140" fmla="*/ 11101 h 603999"/>
                  <a:gd name="connsiteX141" fmla="*/ 451611 w 787079"/>
                  <a:gd name="connsiteY141" fmla="*/ 6627 h 603999"/>
                  <a:gd name="connsiteX142" fmla="*/ 446697 w 787079"/>
                  <a:gd name="connsiteY142" fmla="*/ 6324 h 603999"/>
                  <a:gd name="connsiteX143" fmla="*/ 444375 w 787079"/>
                  <a:gd name="connsiteY143" fmla="*/ 9217 h 603999"/>
                  <a:gd name="connsiteX144" fmla="*/ 442793 w 787079"/>
                  <a:gd name="connsiteY144" fmla="*/ 10967 h 603999"/>
                  <a:gd name="connsiteX145" fmla="*/ 439461 w 787079"/>
                  <a:gd name="connsiteY145" fmla="*/ 12850 h 603999"/>
                  <a:gd name="connsiteX146" fmla="*/ 435692 w 787079"/>
                  <a:gd name="connsiteY146" fmla="*/ 15441 h 603999"/>
                  <a:gd name="connsiteX147" fmla="*/ 433808 w 787079"/>
                  <a:gd name="connsiteY147" fmla="*/ 16752 h 603999"/>
                  <a:gd name="connsiteX148" fmla="*/ 426437 w 787079"/>
                  <a:gd name="connsiteY148" fmla="*/ 16752 h 603999"/>
                  <a:gd name="connsiteX149" fmla="*/ 422365 w 787079"/>
                  <a:gd name="connsiteY149" fmla="*/ 17762 h 603999"/>
                  <a:gd name="connsiteX150" fmla="*/ 417283 w 787079"/>
                  <a:gd name="connsiteY150" fmla="*/ 19343 h 603999"/>
                  <a:gd name="connsiteX151" fmla="*/ 409879 w 787079"/>
                  <a:gd name="connsiteY151" fmla="*/ 18031 h 603999"/>
                  <a:gd name="connsiteX152" fmla="*/ 403081 w 787079"/>
                  <a:gd name="connsiteY152" fmla="*/ 17593 h 603999"/>
                  <a:gd name="connsiteX153" fmla="*/ 397999 w 787079"/>
                  <a:gd name="connsiteY153" fmla="*/ 17156 h 603999"/>
                  <a:gd name="connsiteX154" fmla="*/ 392042 w 787079"/>
                  <a:gd name="connsiteY154" fmla="*/ 14566 h 603999"/>
                  <a:gd name="connsiteX155" fmla="*/ 388273 w 787079"/>
                  <a:gd name="connsiteY155" fmla="*/ 10933 h 603999"/>
                  <a:gd name="connsiteX156" fmla="*/ 386388 w 787079"/>
                  <a:gd name="connsiteY156" fmla="*/ 7165 h 603999"/>
                  <a:gd name="connsiteX157" fmla="*/ 383931 w 787079"/>
                  <a:gd name="connsiteY157" fmla="*/ 2826 h 603999"/>
                  <a:gd name="connsiteX158" fmla="*/ 381172 w 787079"/>
                  <a:gd name="connsiteY158" fmla="*/ 0 h 603999"/>
                  <a:gd name="connsiteX159" fmla="*/ 377268 w 787079"/>
                  <a:gd name="connsiteY159" fmla="*/ 67 h 603999"/>
                  <a:gd name="connsiteX160" fmla="*/ 371042 w 787079"/>
                  <a:gd name="connsiteY160" fmla="*/ 67 h 603999"/>
                  <a:gd name="connsiteX161" fmla="*/ 368450 w 787079"/>
                  <a:gd name="connsiteY161" fmla="*/ 2388 h 603999"/>
                  <a:gd name="connsiteX162" fmla="*/ 365825 w 787079"/>
                  <a:gd name="connsiteY162" fmla="*/ 9049 h 603999"/>
                  <a:gd name="connsiteX163" fmla="*/ 364378 w 787079"/>
                  <a:gd name="connsiteY163" fmla="*/ 12817 h 603999"/>
                  <a:gd name="connsiteX164" fmla="*/ 359162 w 787079"/>
                  <a:gd name="connsiteY164" fmla="*/ 18031 h 603999"/>
                  <a:gd name="connsiteX165" fmla="*/ 355695 w 787079"/>
                  <a:gd name="connsiteY165" fmla="*/ 19343 h 603999"/>
                  <a:gd name="connsiteX166" fmla="*/ 354113 w 787079"/>
                  <a:gd name="connsiteY166" fmla="*/ 20083 h 603999"/>
                  <a:gd name="connsiteX167" fmla="*/ 351354 w 787079"/>
                  <a:gd name="connsiteY167" fmla="*/ 21832 h 603999"/>
                  <a:gd name="connsiteX168" fmla="*/ 347585 w 787079"/>
                  <a:gd name="connsiteY168" fmla="*/ 23851 h 603999"/>
                  <a:gd name="connsiteX169" fmla="*/ 344690 w 787079"/>
                  <a:gd name="connsiteY169" fmla="*/ 23851 h 603999"/>
                  <a:gd name="connsiteX170" fmla="*/ 342065 w 787079"/>
                  <a:gd name="connsiteY170" fmla="*/ 25162 h 603999"/>
                  <a:gd name="connsiteX171" fmla="*/ 339743 w 787079"/>
                  <a:gd name="connsiteY171" fmla="*/ 26609 h 603999"/>
                  <a:gd name="connsiteX172" fmla="*/ 340618 w 787079"/>
                  <a:gd name="connsiteY172" fmla="*/ 29805 h 603999"/>
                  <a:gd name="connsiteX173" fmla="*/ 342065 w 787079"/>
                  <a:gd name="connsiteY173" fmla="*/ 31251 h 603999"/>
                  <a:gd name="connsiteX174" fmla="*/ 350041 w 787079"/>
                  <a:gd name="connsiteY174" fmla="*/ 35153 h 603999"/>
                  <a:gd name="connsiteX175" fmla="*/ 351791 w 787079"/>
                  <a:gd name="connsiteY175" fmla="*/ 37340 h 603999"/>
                  <a:gd name="connsiteX176" fmla="*/ 350647 w 787079"/>
                  <a:gd name="connsiteY176" fmla="*/ 39089 h 603999"/>
                  <a:gd name="connsiteX177" fmla="*/ 348762 w 787079"/>
                  <a:gd name="connsiteY177" fmla="*/ 41276 h 603999"/>
                  <a:gd name="connsiteX178" fmla="*/ 346878 w 787079"/>
                  <a:gd name="connsiteY178" fmla="*/ 42453 h 603999"/>
                  <a:gd name="connsiteX179" fmla="*/ 347753 w 787079"/>
                  <a:gd name="connsiteY179" fmla="*/ 45481 h 603999"/>
                  <a:gd name="connsiteX180" fmla="*/ 348325 w 787079"/>
                  <a:gd name="connsiteY180" fmla="*/ 46927 h 603999"/>
                  <a:gd name="connsiteX181" fmla="*/ 350344 w 787079"/>
                  <a:gd name="connsiteY181" fmla="*/ 50258 h 603999"/>
                  <a:gd name="connsiteX182" fmla="*/ 349604 w 787079"/>
                  <a:gd name="connsiteY182" fmla="*/ 53016 h 603999"/>
                  <a:gd name="connsiteX183" fmla="*/ 349166 w 787079"/>
                  <a:gd name="connsiteY183" fmla="*/ 55203 h 603999"/>
                  <a:gd name="connsiteX184" fmla="*/ 349604 w 787079"/>
                  <a:gd name="connsiteY184" fmla="*/ 57793 h 603999"/>
                  <a:gd name="connsiteX185" fmla="*/ 352801 w 787079"/>
                  <a:gd name="connsiteY185" fmla="*/ 61998 h 603999"/>
                  <a:gd name="connsiteX186" fmla="*/ 352498 w 787079"/>
                  <a:gd name="connsiteY186" fmla="*/ 65194 h 603999"/>
                  <a:gd name="connsiteX187" fmla="*/ 351185 w 787079"/>
                  <a:gd name="connsiteY187" fmla="*/ 67649 h 603999"/>
                  <a:gd name="connsiteX188" fmla="*/ 347113 w 787079"/>
                  <a:gd name="connsiteY188" fmla="*/ 68221 h 603999"/>
                  <a:gd name="connsiteX189" fmla="*/ 344084 w 787079"/>
                  <a:gd name="connsiteY189" fmla="*/ 68524 h 603999"/>
                  <a:gd name="connsiteX190" fmla="*/ 340618 w 787079"/>
                  <a:gd name="connsiteY190" fmla="*/ 70542 h 603999"/>
                  <a:gd name="connsiteX191" fmla="*/ 336142 w 787079"/>
                  <a:gd name="connsiteY191" fmla="*/ 71552 h 603999"/>
                  <a:gd name="connsiteX192" fmla="*/ 330791 w 787079"/>
                  <a:gd name="connsiteY192" fmla="*/ 68928 h 603999"/>
                  <a:gd name="connsiteX193" fmla="*/ 326315 w 787079"/>
                  <a:gd name="connsiteY193" fmla="*/ 62536 h 603999"/>
                  <a:gd name="connsiteX194" fmla="*/ 322545 w 787079"/>
                  <a:gd name="connsiteY194" fmla="*/ 56750 h 603999"/>
                  <a:gd name="connsiteX195" fmla="*/ 317901 w 787079"/>
                  <a:gd name="connsiteY195" fmla="*/ 52108 h 603999"/>
                  <a:gd name="connsiteX196" fmla="*/ 311675 w 787079"/>
                  <a:gd name="connsiteY196" fmla="*/ 45885 h 603999"/>
                  <a:gd name="connsiteX197" fmla="*/ 304843 w 787079"/>
                  <a:gd name="connsiteY197" fmla="*/ 44573 h 603999"/>
                  <a:gd name="connsiteX198" fmla="*/ 300939 w 787079"/>
                  <a:gd name="connsiteY198" fmla="*/ 42823 h 603999"/>
                  <a:gd name="connsiteX199" fmla="*/ 295420 w 787079"/>
                  <a:gd name="connsiteY199" fmla="*/ 41242 h 603999"/>
                  <a:gd name="connsiteX200" fmla="*/ 293838 w 787079"/>
                  <a:gd name="connsiteY200" fmla="*/ 42823 h 603999"/>
                  <a:gd name="connsiteX201" fmla="*/ 290809 w 787079"/>
                  <a:gd name="connsiteY201" fmla="*/ 44135 h 603999"/>
                  <a:gd name="connsiteX202" fmla="*/ 285155 w 787079"/>
                  <a:gd name="connsiteY202" fmla="*/ 44135 h 603999"/>
                  <a:gd name="connsiteX203" fmla="*/ 284280 w 787079"/>
                  <a:gd name="connsiteY203" fmla="*/ 42823 h 603999"/>
                  <a:gd name="connsiteX204" fmla="*/ 275597 w 787079"/>
                  <a:gd name="connsiteY204" fmla="*/ 42823 h 603999"/>
                  <a:gd name="connsiteX205" fmla="*/ 268227 w 787079"/>
                  <a:gd name="connsiteY205" fmla="*/ 42823 h 603999"/>
                  <a:gd name="connsiteX206" fmla="*/ 266342 w 787079"/>
                  <a:gd name="connsiteY206" fmla="*/ 43900 h 603999"/>
                  <a:gd name="connsiteX207" fmla="*/ 262270 w 787079"/>
                  <a:gd name="connsiteY207" fmla="*/ 44976 h 603999"/>
                  <a:gd name="connsiteX208" fmla="*/ 260688 w 787079"/>
                  <a:gd name="connsiteY208" fmla="*/ 45851 h 603999"/>
                  <a:gd name="connsiteX209" fmla="*/ 259982 w 787079"/>
                  <a:gd name="connsiteY209" fmla="*/ 47432 h 603999"/>
                  <a:gd name="connsiteX210" fmla="*/ 262136 w 787079"/>
                  <a:gd name="connsiteY210" fmla="*/ 49013 h 603999"/>
                  <a:gd name="connsiteX211" fmla="*/ 262573 w 787079"/>
                  <a:gd name="connsiteY211" fmla="*/ 54093 h 603999"/>
                  <a:gd name="connsiteX212" fmla="*/ 262573 w 787079"/>
                  <a:gd name="connsiteY212" fmla="*/ 56548 h 603999"/>
                  <a:gd name="connsiteX213" fmla="*/ 262573 w 787079"/>
                  <a:gd name="connsiteY213" fmla="*/ 59307 h 603999"/>
                  <a:gd name="connsiteX214" fmla="*/ 262573 w 787079"/>
                  <a:gd name="connsiteY214" fmla="*/ 61493 h 603999"/>
                  <a:gd name="connsiteX215" fmla="*/ 261866 w 787079"/>
                  <a:gd name="connsiteY215" fmla="*/ 64083 h 603999"/>
                  <a:gd name="connsiteX216" fmla="*/ 259982 w 787079"/>
                  <a:gd name="connsiteY216" fmla="*/ 65227 h 603999"/>
                  <a:gd name="connsiteX217" fmla="*/ 258972 w 787079"/>
                  <a:gd name="connsiteY217" fmla="*/ 67986 h 603999"/>
                  <a:gd name="connsiteX218" fmla="*/ 260116 w 787079"/>
                  <a:gd name="connsiteY218" fmla="*/ 69870 h 603999"/>
                  <a:gd name="connsiteX219" fmla="*/ 263886 w 787079"/>
                  <a:gd name="connsiteY219" fmla="*/ 72460 h 603999"/>
                  <a:gd name="connsiteX220" fmla="*/ 265333 w 787079"/>
                  <a:gd name="connsiteY220" fmla="*/ 75656 h 603999"/>
                  <a:gd name="connsiteX221" fmla="*/ 265198 w 787079"/>
                  <a:gd name="connsiteY221" fmla="*/ 77842 h 603999"/>
                  <a:gd name="connsiteX222" fmla="*/ 265064 w 787079"/>
                  <a:gd name="connsiteY222" fmla="*/ 79289 h 603999"/>
                  <a:gd name="connsiteX223" fmla="*/ 263919 w 787079"/>
                  <a:gd name="connsiteY223" fmla="*/ 80601 h 603999"/>
                  <a:gd name="connsiteX224" fmla="*/ 263482 w 787079"/>
                  <a:gd name="connsiteY224" fmla="*/ 82754 h 603999"/>
                  <a:gd name="connsiteX225" fmla="*/ 261159 w 787079"/>
                  <a:gd name="connsiteY225" fmla="*/ 82754 h 603999"/>
                  <a:gd name="connsiteX226" fmla="*/ 258400 w 787079"/>
                  <a:gd name="connsiteY226" fmla="*/ 83628 h 603999"/>
                  <a:gd name="connsiteX227" fmla="*/ 254496 w 787079"/>
                  <a:gd name="connsiteY227" fmla="*/ 85815 h 603999"/>
                  <a:gd name="connsiteX228" fmla="*/ 251467 w 787079"/>
                  <a:gd name="connsiteY228" fmla="*/ 87396 h 603999"/>
                  <a:gd name="connsiteX229" fmla="*/ 247832 w 787079"/>
                  <a:gd name="connsiteY229" fmla="*/ 91029 h 603999"/>
                  <a:gd name="connsiteX230" fmla="*/ 244635 w 787079"/>
                  <a:gd name="connsiteY230" fmla="*/ 94225 h 603999"/>
                  <a:gd name="connsiteX231" fmla="*/ 242751 w 787079"/>
                  <a:gd name="connsiteY231" fmla="*/ 97252 h 603999"/>
                  <a:gd name="connsiteX232" fmla="*/ 241606 w 787079"/>
                  <a:gd name="connsiteY232" fmla="*/ 100280 h 603999"/>
                  <a:gd name="connsiteX233" fmla="*/ 242178 w 787079"/>
                  <a:gd name="connsiteY233" fmla="*/ 103913 h 603999"/>
                  <a:gd name="connsiteX234" fmla="*/ 243491 w 787079"/>
                  <a:gd name="connsiteY234" fmla="*/ 106671 h 603999"/>
                  <a:gd name="connsiteX235" fmla="*/ 245376 w 787079"/>
                  <a:gd name="connsiteY235" fmla="*/ 109564 h 603999"/>
                  <a:gd name="connsiteX236" fmla="*/ 251164 w 787079"/>
                  <a:gd name="connsiteY236" fmla="*/ 114038 h 603999"/>
                  <a:gd name="connsiteX237" fmla="*/ 251736 w 787079"/>
                  <a:gd name="connsiteY237" fmla="*/ 119118 h 603999"/>
                  <a:gd name="connsiteX238" fmla="*/ 251433 w 787079"/>
                  <a:gd name="connsiteY238" fmla="*/ 124197 h 603999"/>
                  <a:gd name="connsiteX239" fmla="*/ 253621 w 787079"/>
                  <a:gd name="connsiteY239" fmla="*/ 130286 h 603999"/>
                  <a:gd name="connsiteX240" fmla="*/ 255506 w 787079"/>
                  <a:gd name="connsiteY240" fmla="*/ 135501 h 603999"/>
                  <a:gd name="connsiteX241" fmla="*/ 252611 w 787079"/>
                  <a:gd name="connsiteY241" fmla="*/ 141152 h 603999"/>
                  <a:gd name="connsiteX242" fmla="*/ 247092 w 787079"/>
                  <a:gd name="connsiteY242" fmla="*/ 143170 h 603999"/>
                  <a:gd name="connsiteX243" fmla="*/ 241303 w 787079"/>
                  <a:gd name="connsiteY243" fmla="*/ 144751 h 603999"/>
                  <a:gd name="connsiteX244" fmla="*/ 235649 w 787079"/>
                  <a:gd name="connsiteY244" fmla="*/ 149226 h 603999"/>
                  <a:gd name="connsiteX245" fmla="*/ 235212 w 787079"/>
                  <a:gd name="connsiteY245" fmla="*/ 154877 h 603999"/>
                  <a:gd name="connsiteX246" fmla="*/ 237803 w 787079"/>
                  <a:gd name="connsiteY246" fmla="*/ 163421 h 603999"/>
                  <a:gd name="connsiteX247" fmla="*/ 239116 w 787079"/>
                  <a:gd name="connsiteY247" fmla="*/ 167054 h 603999"/>
                  <a:gd name="connsiteX248" fmla="*/ 244770 w 787079"/>
                  <a:gd name="connsiteY248" fmla="*/ 174455 h 603999"/>
                  <a:gd name="connsiteX249" fmla="*/ 244635 w 787079"/>
                  <a:gd name="connsiteY249" fmla="*/ 178795 h 603999"/>
                  <a:gd name="connsiteX250" fmla="*/ 242010 w 787079"/>
                  <a:gd name="connsiteY250" fmla="*/ 180107 h 603999"/>
                  <a:gd name="connsiteX251" fmla="*/ 236221 w 787079"/>
                  <a:gd name="connsiteY251" fmla="*/ 182428 h 603999"/>
                  <a:gd name="connsiteX252" fmla="*/ 229120 w 787079"/>
                  <a:gd name="connsiteY252" fmla="*/ 187776 h 603999"/>
                  <a:gd name="connsiteX253" fmla="*/ 226226 w 787079"/>
                  <a:gd name="connsiteY253" fmla="*/ 186464 h 603999"/>
                  <a:gd name="connsiteX254" fmla="*/ 220707 w 787079"/>
                  <a:gd name="connsiteY254" fmla="*/ 186464 h 603999"/>
                  <a:gd name="connsiteX255" fmla="*/ 212899 w 787079"/>
                  <a:gd name="connsiteY255" fmla="*/ 191241 h 603999"/>
                  <a:gd name="connsiteX256" fmla="*/ 209399 w 787079"/>
                  <a:gd name="connsiteY256" fmla="*/ 198474 h 603999"/>
                  <a:gd name="connsiteX257" fmla="*/ 216062 w 787079"/>
                  <a:gd name="connsiteY257" fmla="*/ 203823 h 603999"/>
                  <a:gd name="connsiteX258" fmla="*/ 217947 w 787079"/>
                  <a:gd name="connsiteY258" fmla="*/ 207590 h 603999"/>
                  <a:gd name="connsiteX259" fmla="*/ 215625 w 787079"/>
                  <a:gd name="connsiteY259" fmla="*/ 212670 h 603999"/>
                  <a:gd name="connsiteX260" fmla="*/ 212159 w 787079"/>
                  <a:gd name="connsiteY260" fmla="*/ 215698 h 603999"/>
                  <a:gd name="connsiteX261" fmla="*/ 208389 w 787079"/>
                  <a:gd name="connsiteY261" fmla="*/ 216841 h 603999"/>
                  <a:gd name="connsiteX262" fmla="*/ 204048 w 787079"/>
                  <a:gd name="connsiteY262" fmla="*/ 217547 h 603999"/>
                  <a:gd name="connsiteX263" fmla="*/ 198091 w 787079"/>
                  <a:gd name="connsiteY263" fmla="*/ 221181 h 603999"/>
                  <a:gd name="connsiteX264" fmla="*/ 193749 w 787079"/>
                  <a:gd name="connsiteY264" fmla="*/ 226260 h 603999"/>
                  <a:gd name="connsiteX265" fmla="*/ 192740 w 787079"/>
                  <a:gd name="connsiteY265" fmla="*/ 227269 h 603999"/>
                  <a:gd name="connsiteX266" fmla="*/ 187826 w 787079"/>
                  <a:gd name="connsiteY266" fmla="*/ 229591 h 603999"/>
                  <a:gd name="connsiteX267" fmla="*/ 187826 w 787079"/>
                  <a:gd name="connsiteY267" fmla="*/ 234367 h 603999"/>
                  <a:gd name="connsiteX268" fmla="*/ 187557 w 787079"/>
                  <a:gd name="connsiteY268" fmla="*/ 238438 h 603999"/>
                  <a:gd name="connsiteX269" fmla="*/ 188264 w 787079"/>
                  <a:gd name="connsiteY269" fmla="*/ 246107 h 603999"/>
                  <a:gd name="connsiteX270" fmla="*/ 187254 w 787079"/>
                  <a:gd name="connsiteY270" fmla="*/ 248731 h 603999"/>
                  <a:gd name="connsiteX271" fmla="*/ 184360 w 787079"/>
                  <a:gd name="connsiteY271" fmla="*/ 252364 h 603999"/>
                  <a:gd name="connsiteX272" fmla="*/ 184360 w 787079"/>
                  <a:gd name="connsiteY272" fmla="*/ 255998 h 603999"/>
                  <a:gd name="connsiteX273" fmla="*/ 186817 w 787079"/>
                  <a:gd name="connsiteY273" fmla="*/ 259328 h 603999"/>
                  <a:gd name="connsiteX274" fmla="*/ 188398 w 787079"/>
                  <a:gd name="connsiteY274" fmla="*/ 262221 h 603999"/>
                  <a:gd name="connsiteX275" fmla="*/ 188836 w 787079"/>
                  <a:gd name="connsiteY275" fmla="*/ 269756 h 603999"/>
                  <a:gd name="connsiteX276" fmla="*/ 190418 w 787079"/>
                  <a:gd name="connsiteY276" fmla="*/ 274264 h 603999"/>
                  <a:gd name="connsiteX277" fmla="*/ 193043 w 787079"/>
                  <a:gd name="connsiteY277" fmla="*/ 278335 h 603999"/>
                  <a:gd name="connsiteX278" fmla="*/ 192302 w 787079"/>
                  <a:gd name="connsiteY278" fmla="*/ 287013 h 603999"/>
                  <a:gd name="connsiteX279" fmla="*/ 185504 w 787079"/>
                  <a:gd name="connsiteY279" fmla="*/ 293539 h 603999"/>
                  <a:gd name="connsiteX280" fmla="*/ 184629 w 787079"/>
                  <a:gd name="connsiteY280" fmla="*/ 299056 h 603999"/>
                  <a:gd name="connsiteX281" fmla="*/ 182172 w 787079"/>
                  <a:gd name="connsiteY281" fmla="*/ 302252 h 603999"/>
                  <a:gd name="connsiteX282" fmla="*/ 179850 w 787079"/>
                  <a:gd name="connsiteY282" fmla="*/ 304573 h 603999"/>
                  <a:gd name="connsiteX283" fmla="*/ 175509 w 787079"/>
                  <a:gd name="connsiteY283" fmla="*/ 307903 h 603999"/>
                  <a:gd name="connsiteX284" fmla="*/ 175071 w 787079"/>
                  <a:gd name="connsiteY284" fmla="*/ 310090 h 603999"/>
                  <a:gd name="connsiteX285" fmla="*/ 172009 w 787079"/>
                  <a:gd name="connsiteY285" fmla="*/ 312849 h 603999"/>
                  <a:gd name="connsiteX286" fmla="*/ 169989 w 787079"/>
                  <a:gd name="connsiteY286" fmla="*/ 314026 h 603999"/>
                  <a:gd name="connsiteX287" fmla="*/ 167532 w 787079"/>
                  <a:gd name="connsiteY287" fmla="*/ 314732 h 603999"/>
                  <a:gd name="connsiteX288" fmla="*/ 163023 w 787079"/>
                  <a:gd name="connsiteY288" fmla="*/ 316482 h 603999"/>
                  <a:gd name="connsiteX289" fmla="*/ 159994 w 787079"/>
                  <a:gd name="connsiteY289" fmla="*/ 318063 h 603999"/>
                  <a:gd name="connsiteX290" fmla="*/ 157672 w 787079"/>
                  <a:gd name="connsiteY290" fmla="*/ 318937 h 603999"/>
                  <a:gd name="connsiteX291" fmla="*/ 156662 w 787079"/>
                  <a:gd name="connsiteY291" fmla="*/ 321999 h 603999"/>
                  <a:gd name="connsiteX292" fmla="*/ 155215 w 787079"/>
                  <a:gd name="connsiteY292" fmla="*/ 323580 h 603999"/>
                  <a:gd name="connsiteX293" fmla="*/ 152893 w 787079"/>
                  <a:gd name="connsiteY293" fmla="*/ 326204 h 603999"/>
                  <a:gd name="connsiteX294" fmla="*/ 148820 w 787079"/>
                  <a:gd name="connsiteY294" fmla="*/ 327347 h 603999"/>
                  <a:gd name="connsiteX295" fmla="*/ 143604 w 787079"/>
                  <a:gd name="connsiteY295" fmla="*/ 328222 h 603999"/>
                  <a:gd name="connsiteX296" fmla="*/ 139700 w 787079"/>
                  <a:gd name="connsiteY296" fmla="*/ 331115 h 603999"/>
                  <a:gd name="connsiteX297" fmla="*/ 133609 w 787079"/>
                  <a:gd name="connsiteY297" fmla="*/ 332730 h 603999"/>
                  <a:gd name="connsiteX298" fmla="*/ 127652 w 787079"/>
                  <a:gd name="connsiteY298" fmla="*/ 334748 h 603999"/>
                  <a:gd name="connsiteX299" fmla="*/ 123883 w 787079"/>
                  <a:gd name="connsiteY299" fmla="*/ 339390 h 603999"/>
                  <a:gd name="connsiteX300" fmla="*/ 120988 w 787079"/>
                  <a:gd name="connsiteY300" fmla="*/ 347060 h 603999"/>
                  <a:gd name="connsiteX301" fmla="*/ 118969 w 787079"/>
                  <a:gd name="connsiteY301" fmla="*/ 348809 h 603999"/>
                  <a:gd name="connsiteX302" fmla="*/ 118834 w 787079"/>
                  <a:gd name="connsiteY302" fmla="*/ 352846 h 603999"/>
                  <a:gd name="connsiteX303" fmla="*/ 122469 w 787079"/>
                  <a:gd name="connsiteY303" fmla="*/ 359944 h 603999"/>
                  <a:gd name="connsiteX304" fmla="*/ 123916 w 787079"/>
                  <a:gd name="connsiteY304" fmla="*/ 364587 h 603999"/>
                  <a:gd name="connsiteX305" fmla="*/ 122604 w 787079"/>
                  <a:gd name="connsiteY305" fmla="*/ 367042 h 603999"/>
                  <a:gd name="connsiteX306" fmla="*/ 119575 w 787079"/>
                  <a:gd name="connsiteY306" fmla="*/ 366470 h 603999"/>
                  <a:gd name="connsiteX307" fmla="*/ 114796 w 787079"/>
                  <a:gd name="connsiteY307" fmla="*/ 365024 h 603999"/>
                  <a:gd name="connsiteX308" fmla="*/ 111464 w 787079"/>
                  <a:gd name="connsiteY308" fmla="*/ 365024 h 603999"/>
                  <a:gd name="connsiteX309" fmla="*/ 108704 w 787079"/>
                  <a:gd name="connsiteY309" fmla="*/ 367210 h 603999"/>
                  <a:gd name="connsiteX310" fmla="*/ 108839 w 787079"/>
                  <a:gd name="connsiteY310" fmla="*/ 371685 h 603999"/>
                  <a:gd name="connsiteX311" fmla="*/ 115065 w 787079"/>
                  <a:gd name="connsiteY311" fmla="*/ 375755 h 603999"/>
                  <a:gd name="connsiteX312" fmla="*/ 111430 w 787079"/>
                  <a:gd name="connsiteY312" fmla="*/ 377638 h 603999"/>
                  <a:gd name="connsiteX313" fmla="*/ 107089 w 787079"/>
                  <a:gd name="connsiteY313" fmla="*/ 379388 h 603999"/>
                  <a:gd name="connsiteX314" fmla="*/ 99416 w 787079"/>
                  <a:gd name="connsiteY314" fmla="*/ 382146 h 603999"/>
                  <a:gd name="connsiteX315" fmla="*/ 97262 w 787079"/>
                  <a:gd name="connsiteY315" fmla="*/ 385342 h 603999"/>
                  <a:gd name="connsiteX316" fmla="*/ 90733 w 787079"/>
                  <a:gd name="connsiteY316" fmla="*/ 384030 h 603999"/>
                  <a:gd name="connsiteX317" fmla="*/ 84944 w 787079"/>
                  <a:gd name="connsiteY317" fmla="*/ 379825 h 603999"/>
                  <a:gd name="connsiteX318" fmla="*/ 78718 w 787079"/>
                  <a:gd name="connsiteY318" fmla="*/ 379522 h 603999"/>
                  <a:gd name="connsiteX319" fmla="*/ 75386 w 787079"/>
                  <a:gd name="connsiteY319" fmla="*/ 381709 h 603999"/>
                  <a:gd name="connsiteX320" fmla="*/ 75521 w 787079"/>
                  <a:gd name="connsiteY320" fmla="*/ 387495 h 603999"/>
                  <a:gd name="connsiteX321" fmla="*/ 79290 w 787079"/>
                  <a:gd name="connsiteY321" fmla="*/ 394593 h 603999"/>
                  <a:gd name="connsiteX322" fmla="*/ 85516 w 787079"/>
                  <a:gd name="connsiteY322" fmla="*/ 401691 h 603999"/>
                  <a:gd name="connsiteX323" fmla="*/ 84944 w 787079"/>
                  <a:gd name="connsiteY323" fmla="*/ 407780 h 603999"/>
                  <a:gd name="connsiteX324" fmla="*/ 79593 w 787079"/>
                  <a:gd name="connsiteY324" fmla="*/ 410235 h 603999"/>
                  <a:gd name="connsiteX325" fmla="*/ 72054 w 787079"/>
                  <a:gd name="connsiteY325" fmla="*/ 409663 h 603999"/>
                  <a:gd name="connsiteX326" fmla="*/ 64651 w 787079"/>
                  <a:gd name="connsiteY326" fmla="*/ 410807 h 603999"/>
                  <a:gd name="connsiteX327" fmla="*/ 57246 w 787079"/>
                  <a:gd name="connsiteY327" fmla="*/ 412119 h 603999"/>
                  <a:gd name="connsiteX328" fmla="*/ 50145 w 787079"/>
                  <a:gd name="connsiteY328" fmla="*/ 413431 h 603999"/>
                  <a:gd name="connsiteX329" fmla="*/ 44626 w 787079"/>
                  <a:gd name="connsiteY329" fmla="*/ 413566 h 603999"/>
                  <a:gd name="connsiteX330" fmla="*/ 38400 w 787079"/>
                  <a:gd name="connsiteY330" fmla="*/ 415012 h 603999"/>
                  <a:gd name="connsiteX331" fmla="*/ 34058 w 787079"/>
                  <a:gd name="connsiteY331" fmla="*/ 417636 h 603999"/>
                  <a:gd name="connsiteX332" fmla="*/ 31029 w 787079"/>
                  <a:gd name="connsiteY332" fmla="*/ 422985 h 603999"/>
                  <a:gd name="connsiteX333" fmla="*/ 34058 w 787079"/>
                  <a:gd name="connsiteY333" fmla="*/ 426887 h 603999"/>
                  <a:gd name="connsiteX334" fmla="*/ 35203 w 787079"/>
                  <a:gd name="connsiteY334" fmla="*/ 432404 h 603999"/>
                  <a:gd name="connsiteX335" fmla="*/ 31871 w 787079"/>
                  <a:gd name="connsiteY335" fmla="*/ 439199 h 603999"/>
                  <a:gd name="connsiteX336" fmla="*/ 23457 w 787079"/>
                  <a:gd name="connsiteY336" fmla="*/ 440948 h 603999"/>
                  <a:gd name="connsiteX337" fmla="*/ 17097 w 787079"/>
                  <a:gd name="connsiteY337" fmla="*/ 440948 h 603999"/>
                  <a:gd name="connsiteX338" fmla="*/ 12890 w 787079"/>
                  <a:gd name="connsiteY338" fmla="*/ 443034 h 603999"/>
                  <a:gd name="connsiteX339" fmla="*/ 9995 w 787079"/>
                  <a:gd name="connsiteY339" fmla="*/ 446734 h 603999"/>
                  <a:gd name="connsiteX340" fmla="*/ 7539 w 787079"/>
                  <a:gd name="connsiteY340" fmla="*/ 451377 h 603999"/>
                  <a:gd name="connsiteX341" fmla="*/ 5957 w 787079"/>
                  <a:gd name="connsiteY341" fmla="*/ 454270 h 603999"/>
                  <a:gd name="connsiteX342" fmla="*/ 4947 w 787079"/>
                  <a:gd name="connsiteY342" fmla="*/ 457163 h 603999"/>
                  <a:gd name="connsiteX343" fmla="*/ 7404 w 787079"/>
                  <a:gd name="connsiteY343" fmla="*/ 460055 h 603999"/>
                  <a:gd name="connsiteX344" fmla="*/ 11308 w 787079"/>
                  <a:gd name="connsiteY344" fmla="*/ 461805 h 603999"/>
                  <a:gd name="connsiteX345" fmla="*/ 13933 w 787079"/>
                  <a:gd name="connsiteY345" fmla="*/ 461805 h 603999"/>
                  <a:gd name="connsiteX346" fmla="*/ 20462 w 787079"/>
                  <a:gd name="connsiteY346" fmla="*/ 463554 h 603999"/>
                  <a:gd name="connsiteX347" fmla="*/ 23928 w 787079"/>
                  <a:gd name="connsiteY347" fmla="*/ 464563 h 603999"/>
                  <a:gd name="connsiteX348" fmla="*/ 25813 w 787079"/>
                  <a:gd name="connsiteY348" fmla="*/ 468634 h 603999"/>
                  <a:gd name="connsiteX349" fmla="*/ 28001 w 787079"/>
                  <a:gd name="connsiteY349" fmla="*/ 470955 h 603999"/>
                  <a:gd name="connsiteX350" fmla="*/ 27429 w 787079"/>
                  <a:gd name="connsiteY350" fmla="*/ 474151 h 603999"/>
                  <a:gd name="connsiteX351" fmla="*/ 23222 w 787079"/>
                  <a:gd name="connsiteY351" fmla="*/ 475732 h 603999"/>
                  <a:gd name="connsiteX352" fmla="*/ 20630 w 787079"/>
                  <a:gd name="connsiteY352" fmla="*/ 476875 h 603999"/>
                  <a:gd name="connsiteX353" fmla="*/ 15111 w 787079"/>
                  <a:gd name="connsiteY353" fmla="*/ 479062 h 603999"/>
                  <a:gd name="connsiteX354" fmla="*/ 11039 w 787079"/>
                  <a:gd name="connsiteY354" fmla="*/ 482392 h 603999"/>
                  <a:gd name="connsiteX355" fmla="*/ 7842 w 787079"/>
                  <a:gd name="connsiteY355" fmla="*/ 485588 h 603999"/>
                  <a:gd name="connsiteX356" fmla="*/ 6394 w 787079"/>
                  <a:gd name="connsiteY356" fmla="*/ 491239 h 603999"/>
                  <a:gd name="connsiteX357" fmla="*/ 4072 w 787079"/>
                  <a:gd name="connsiteY357" fmla="*/ 497026 h 603999"/>
                  <a:gd name="connsiteX358" fmla="*/ 2760 w 787079"/>
                  <a:gd name="connsiteY358" fmla="*/ 503417 h 603999"/>
                  <a:gd name="connsiteX359" fmla="*/ 1885 w 787079"/>
                  <a:gd name="connsiteY359" fmla="*/ 509943 h 603999"/>
                  <a:gd name="connsiteX360" fmla="*/ 2019 w 787079"/>
                  <a:gd name="connsiteY360" fmla="*/ 516167 h 603999"/>
                  <a:gd name="connsiteX361" fmla="*/ 0 w 787079"/>
                  <a:gd name="connsiteY361" fmla="*/ 525283 h 603999"/>
                  <a:gd name="connsiteX362" fmla="*/ 0 w 787079"/>
                  <a:gd name="connsiteY362" fmla="*/ 530800 h 603999"/>
                  <a:gd name="connsiteX363" fmla="*/ 1649 w 787079"/>
                  <a:gd name="connsiteY363" fmla="*/ 535879 h 603999"/>
                  <a:gd name="connsiteX364" fmla="*/ 4476 w 787079"/>
                  <a:gd name="connsiteY364" fmla="*/ 538772 h 603999"/>
                  <a:gd name="connsiteX365" fmla="*/ 7101 w 787079"/>
                  <a:gd name="connsiteY365" fmla="*/ 543247 h 603999"/>
                  <a:gd name="connsiteX366" fmla="*/ 8111 w 787079"/>
                  <a:gd name="connsiteY366" fmla="*/ 548764 h 603999"/>
                  <a:gd name="connsiteX367" fmla="*/ 12149 w 787079"/>
                  <a:gd name="connsiteY367" fmla="*/ 549033 h 603999"/>
                  <a:gd name="connsiteX368" fmla="*/ 17500 w 787079"/>
                  <a:gd name="connsiteY368" fmla="*/ 550042 h 603999"/>
                  <a:gd name="connsiteX369" fmla="*/ 18241 w 787079"/>
                  <a:gd name="connsiteY369" fmla="*/ 552800 h 603999"/>
                  <a:gd name="connsiteX370" fmla="*/ 14606 w 787079"/>
                  <a:gd name="connsiteY370" fmla="*/ 553675 h 603999"/>
                  <a:gd name="connsiteX371" fmla="*/ 11577 w 787079"/>
                  <a:gd name="connsiteY371" fmla="*/ 555693 h 603999"/>
                  <a:gd name="connsiteX372" fmla="*/ 8683 w 787079"/>
                  <a:gd name="connsiteY372" fmla="*/ 558149 h 603999"/>
                  <a:gd name="connsiteX373" fmla="*/ 8111 w 787079"/>
                  <a:gd name="connsiteY373" fmla="*/ 560167 h 603999"/>
                  <a:gd name="connsiteX374" fmla="*/ 12149 w 787079"/>
                  <a:gd name="connsiteY374" fmla="*/ 562926 h 603999"/>
                  <a:gd name="connsiteX375" fmla="*/ 14034 w 787079"/>
                  <a:gd name="connsiteY375" fmla="*/ 568005 h 603999"/>
                  <a:gd name="connsiteX376" fmla="*/ 16625 w 787079"/>
                  <a:gd name="connsiteY376" fmla="*/ 572782 h 603999"/>
                  <a:gd name="connsiteX377" fmla="*/ 17366 w 787079"/>
                  <a:gd name="connsiteY377" fmla="*/ 574363 h 603999"/>
                  <a:gd name="connsiteX378" fmla="*/ 20428 w 787079"/>
                  <a:gd name="connsiteY378" fmla="*/ 576819 h 603999"/>
                  <a:gd name="connsiteX379" fmla="*/ 23188 w 787079"/>
                  <a:gd name="connsiteY379" fmla="*/ 578568 h 603999"/>
                  <a:gd name="connsiteX380" fmla="*/ 24500 w 787079"/>
                  <a:gd name="connsiteY380" fmla="*/ 578434 h 603999"/>
                  <a:gd name="connsiteX381" fmla="*/ 26654 w 787079"/>
                  <a:gd name="connsiteY381" fmla="*/ 575978 h 603999"/>
                  <a:gd name="connsiteX382" fmla="*/ 28404 w 787079"/>
                  <a:gd name="connsiteY382" fmla="*/ 573960 h 603999"/>
                  <a:gd name="connsiteX383" fmla="*/ 31029 w 787079"/>
                  <a:gd name="connsiteY383" fmla="*/ 577155 h 603999"/>
                  <a:gd name="connsiteX384" fmla="*/ 33924 w 787079"/>
                  <a:gd name="connsiteY384" fmla="*/ 579611 h 603999"/>
                  <a:gd name="connsiteX385" fmla="*/ 34664 w 787079"/>
                  <a:gd name="connsiteY385" fmla="*/ 580620 h 603999"/>
                  <a:gd name="connsiteX386" fmla="*/ 37558 w 787079"/>
                  <a:gd name="connsiteY386" fmla="*/ 583379 h 603999"/>
                  <a:gd name="connsiteX387" fmla="*/ 37693 w 787079"/>
                  <a:gd name="connsiteY387" fmla="*/ 585700 h 603999"/>
                  <a:gd name="connsiteX388" fmla="*/ 37121 w 787079"/>
                  <a:gd name="connsiteY388" fmla="*/ 587752 h 603999"/>
                  <a:gd name="connsiteX389" fmla="*/ 34092 w 787079"/>
                  <a:gd name="connsiteY389" fmla="*/ 589333 h 603999"/>
                  <a:gd name="connsiteX390" fmla="*/ 31904 w 787079"/>
                  <a:gd name="connsiteY390" fmla="*/ 588593 h 603999"/>
                  <a:gd name="connsiteX391" fmla="*/ 29145 w 787079"/>
                  <a:gd name="connsiteY391" fmla="*/ 586271 h 603999"/>
                  <a:gd name="connsiteX392" fmla="*/ 25510 w 787079"/>
                  <a:gd name="connsiteY392" fmla="*/ 586137 h 603999"/>
                  <a:gd name="connsiteX393" fmla="*/ 24063 w 787079"/>
                  <a:gd name="connsiteY393" fmla="*/ 587012 h 603999"/>
                  <a:gd name="connsiteX394" fmla="*/ 22616 w 787079"/>
                  <a:gd name="connsiteY394" fmla="*/ 589635 h 603999"/>
                  <a:gd name="connsiteX395" fmla="*/ 22616 w 787079"/>
                  <a:gd name="connsiteY395" fmla="*/ 592663 h 603999"/>
                  <a:gd name="connsiteX396" fmla="*/ 23154 w 787079"/>
                  <a:gd name="connsiteY396" fmla="*/ 600468 h 603999"/>
                  <a:gd name="connsiteX397" fmla="*/ 23491 w 787079"/>
                  <a:gd name="connsiteY397" fmla="*/ 602351 h 603999"/>
                  <a:gd name="connsiteX398" fmla="*/ 27126 w 787079"/>
                  <a:gd name="connsiteY398" fmla="*/ 603966 h 603999"/>
                  <a:gd name="connsiteX399" fmla="*/ 29313 w 787079"/>
                  <a:gd name="connsiteY399" fmla="*/ 603226 h 603999"/>
                  <a:gd name="connsiteX400" fmla="*/ 33217 w 787079"/>
                  <a:gd name="connsiteY400" fmla="*/ 599761 h 603999"/>
                  <a:gd name="connsiteX401" fmla="*/ 39174 w 787079"/>
                  <a:gd name="connsiteY401" fmla="*/ 599189 h 603999"/>
                  <a:gd name="connsiteX402" fmla="*/ 42943 w 787079"/>
                  <a:gd name="connsiteY402" fmla="*/ 599189 h 603999"/>
                  <a:gd name="connsiteX403" fmla="*/ 45972 w 787079"/>
                  <a:gd name="connsiteY403" fmla="*/ 600501 h 603999"/>
                  <a:gd name="connsiteX404" fmla="*/ 46713 w 787079"/>
                  <a:gd name="connsiteY404" fmla="*/ 601073 h 603999"/>
                  <a:gd name="connsiteX405" fmla="*/ 51054 w 787079"/>
                  <a:gd name="connsiteY405" fmla="*/ 603832 h 603999"/>
                  <a:gd name="connsiteX406" fmla="*/ 54520 w 787079"/>
                  <a:gd name="connsiteY406" fmla="*/ 603832 h 603999"/>
                  <a:gd name="connsiteX407" fmla="*/ 58020 w 787079"/>
                  <a:gd name="connsiteY407" fmla="*/ 601645 h 603999"/>
                  <a:gd name="connsiteX408" fmla="*/ 62497 w 787079"/>
                  <a:gd name="connsiteY408" fmla="*/ 600064 h 603999"/>
                  <a:gd name="connsiteX409" fmla="*/ 69463 w 787079"/>
                  <a:gd name="connsiteY409" fmla="*/ 598752 h 603999"/>
                  <a:gd name="connsiteX410" fmla="*/ 74680 w 787079"/>
                  <a:gd name="connsiteY410" fmla="*/ 597440 h 603999"/>
                  <a:gd name="connsiteX411" fmla="*/ 78449 w 787079"/>
                  <a:gd name="connsiteY411" fmla="*/ 594412 h 603999"/>
                  <a:gd name="connsiteX412" fmla="*/ 83531 w 787079"/>
                  <a:gd name="connsiteY412" fmla="*/ 592528 h 603999"/>
                  <a:gd name="connsiteX413" fmla="*/ 87165 w 787079"/>
                  <a:gd name="connsiteY413" fmla="*/ 587886 h 603999"/>
                  <a:gd name="connsiteX414" fmla="*/ 89622 w 787079"/>
                  <a:gd name="connsiteY414" fmla="*/ 581966 h 603999"/>
                  <a:gd name="connsiteX415" fmla="*/ 90935 w 787079"/>
                  <a:gd name="connsiteY415" fmla="*/ 577761 h 603999"/>
                  <a:gd name="connsiteX416" fmla="*/ 93391 w 787079"/>
                  <a:gd name="connsiteY416" fmla="*/ 572109 h 603999"/>
                  <a:gd name="connsiteX417" fmla="*/ 91069 w 787079"/>
                  <a:gd name="connsiteY417" fmla="*/ 568342 h 603999"/>
                  <a:gd name="connsiteX418" fmla="*/ 87738 w 787079"/>
                  <a:gd name="connsiteY418" fmla="*/ 563868 h 603999"/>
                  <a:gd name="connsiteX419" fmla="*/ 86156 w 787079"/>
                  <a:gd name="connsiteY419" fmla="*/ 559393 h 603999"/>
                  <a:gd name="connsiteX420" fmla="*/ 84406 w 787079"/>
                  <a:gd name="connsiteY420" fmla="*/ 557947 h 603999"/>
                  <a:gd name="connsiteX421" fmla="*/ 81074 w 787079"/>
                  <a:gd name="connsiteY421" fmla="*/ 559393 h 603999"/>
                  <a:gd name="connsiteX422" fmla="*/ 79189 w 787079"/>
                  <a:gd name="connsiteY422" fmla="*/ 556938 h 603999"/>
                  <a:gd name="connsiteX423" fmla="*/ 77742 w 787079"/>
                  <a:gd name="connsiteY423" fmla="*/ 554347 h 603999"/>
                  <a:gd name="connsiteX424" fmla="*/ 76867 w 787079"/>
                  <a:gd name="connsiteY424" fmla="*/ 554617 h 603999"/>
                  <a:gd name="connsiteX425" fmla="*/ 73973 w 787079"/>
                  <a:gd name="connsiteY425" fmla="*/ 555760 h 603999"/>
                  <a:gd name="connsiteX426" fmla="*/ 71078 w 787079"/>
                  <a:gd name="connsiteY426" fmla="*/ 555760 h 603999"/>
                  <a:gd name="connsiteX427" fmla="*/ 70069 w 787079"/>
                  <a:gd name="connsiteY427" fmla="*/ 552935 h 603999"/>
                  <a:gd name="connsiteX428" fmla="*/ 69328 w 787079"/>
                  <a:gd name="connsiteY428" fmla="*/ 550681 h 603999"/>
                  <a:gd name="connsiteX429" fmla="*/ 70473 w 787079"/>
                  <a:gd name="connsiteY429" fmla="*/ 547048 h 603999"/>
                  <a:gd name="connsiteX430" fmla="*/ 72223 w 787079"/>
                  <a:gd name="connsiteY430" fmla="*/ 547048 h 603999"/>
                  <a:gd name="connsiteX431" fmla="*/ 75992 w 787079"/>
                  <a:gd name="connsiteY431" fmla="*/ 547048 h 603999"/>
                  <a:gd name="connsiteX432" fmla="*/ 77574 w 787079"/>
                  <a:gd name="connsiteY432" fmla="*/ 545736 h 603999"/>
                  <a:gd name="connsiteX433" fmla="*/ 77002 w 787079"/>
                  <a:gd name="connsiteY433" fmla="*/ 543549 h 603999"/>
                  <a:gd name="connsiteX434" fmla="*/ 76564 w 787079"/>
                  <a:gd name="connsiteY434" fmla="*/ 540084 h 603999"/>
                  <a:gd name="connsiteX435" fmla="*/ 74982 w 787079"/>
                  <a:gd name="connsiteY435" fmla="*/ 538201 h 603999"/>
                  <a:gd name="connsiteX436" fmla="*/ 72660 w 787079"/>
                  <a:gd name="connsiteY436" fmla="*/ 535005 h 603999"/>
                  <a:gd name="connsiteX437" fmla="*/ 71482 w 787079"/>
                  <a:gd name="connsiteY437" fmla="*/ 534197 h 603999"/>
                  <a:gd name="connsiteX438" fmla="*/ 67578 w 787079"/>
                  <a:gd name="connsiteY438" fmla="*/ 534130 h 603999"/>
                  <a:gd name="connsiteX439" fmla="*/ 63102 w 787079"/>
                  <a:gd name="connsiteY439" fmla="*/ 534130 h 603999"/>
                  <a:gd name="connsiteX440" fmla="*/ 59905 w 787079"/>
                  <a:gd name="connsiteY440" fmla="*/ 531506 h 603999"/>
                  <a:gd name="connsiteX441" fmla="*/ 56439 w 787079"/>
                  <a:gd name="connsiteY441" fmla="*/ 528613 h 603999"/>
                  <a:gd name="connsiteX442" fmla="*/ 53847 w 787079"/>
                  <a:gd name="connsiteY442" fmla="*/ 525417 h 603999"/>
                  <a:gd name="connsiteX443" fmla="*/ 52838 w 787079"/>
                  <a:gd name="connsiteY443" fmla="*/ 522659 h 603999"/>
                  <a:gd name="connsiteX444" fmla="*/ 52265 w 787079"/>
                  <a:gd name="connsiteY444" fmla="*/ 521785 h 603999"/>
                  <a:gd name="connsiteX445" fmla="*/ 52265 w 787079"/>
                  <a:gd name="connsiteY445" fmla="*/ 518892 h 603999"/>
                  <a:gd name="connsiteX446" fmla="*/ 52703 w 787079"/>
                  <a:gd name="connsiteY446" fmla="*/ 517008 h 603999"/>
                  <a:gd name="connsiteX447" fmla="*/ 55025 w 787079"/>
                  <a:gd name="connsiteY447" fmla="*/ 514115 h 603999"/>
                  <a:gd name="connsiteX448" fmla="*/ 58054 w 787079"/>
                  <a:gd name="connsiteY448" fmla="*/ 511356 h 603999"/>
                  <a:gd name="connsiteX449" fmla="*/ 61958 w 787079"/>
                  <a:gd name="connsiteY449" fmla="*/ 509910 h 603999"/>
                  <a:gd name="connsiteX450" fmla="*/ 68487 w 787079"/>
                  <a:gd name="connsiteY450" fmla="*/ 508329 h 603999"/>
                  <a:gd name="connsiteX451" fmla="*/ 68622 w 787079"/>
                  <a:gd name="connsiteY451" fmla="*/ 511524 h 603999"/>
                  <a:gd name="connsiteX452" fmla="*/ 64852 w 787079"/>
                  <a:gd name="connsiteY452" fmla="*/ 515595 h 603999"/>
                  <a:gd name="connsiteX453" fmla="*/ 67006 w 787079"/>
                  <a:gd name="connsiteY453" fmla="*/ 517479 h 603999"/>
                  <a:gd name="connsiteX454" fmla="*/ 71785 w 787079"/>
                  <a:gd name="connsiteY454" fmla="*/ 517479 h 603999"/>
                  <a:gd name="connsiteX455" fmla="*/ 74545 w 787079"/>
                  <a:gd name="connsiteY455" fmla="*/ 516335 h 603999"/>
                  <a:gd name="connsiteX456" fmla="*/ 77742 w 787079"/>
                  <a:gd name="connsiteY456" fmla="*/ 515460 h 603999"/>
                  <a:gd name="connsiteX457" fmla="*/ 82252 w 787079"/>
                  <a:gd name="connsiteY457" fmla="*/ 518051 h 603999"/>
                  <a:gd name="connsiteX458" fmla="*/ 85718 w 787079"/>
                  <a:gd name="connsiteY458" fmla="*/ 520944 h 603999"/>
                  <a:gd name="connsiteX459" fmla="*/ 91372 w 787079"/>
                  <a:gd name="connsiteY459" fmla="*/ 522659 h 603999"/>
                  <a:gd name="connsiteX460" fmla="*/ 95714 w 787079"/>
                  <a:gd name="connsiteY460" fmla="*/ 522659 h 603999"/>
                  <a:gd name="connsiteX461" fmla="*/ 96016 w 787079"/>
                  <a:gd name="connsiteY461" fmla="*/ 519463 h 603999"/>
                  <a:gd name="connsiteX462" fmla="*/ 96891 w 787079"/>
                  <a:gd name="connsiteY462" fmla="*/ 516570 h 603999"/>
                  <a:gd name="connsiteX463" fmla="*/ 97026 w 787079"/>
                  <a:gd name="connsiteY463" fmla="*/ 513946 h 603999"/>
                  <a:gd name="connsiteX464" fmla="*/ 96319 w 787079"/>
                  <a:gd name="connsiteY464" fmla="*/ 511928 h 603999"/>
                  <a:gd name="connsiteX465" fmla="*/ 94267 w 787079"/>
                  <a:gd name="connsiteY465" fmla="*/ 510179 h 603999"/>
                  <a:gd name="connsiteX466" fmla="*/ 91675 w 787079"/>
                  <a:gd name="connsiteY466" fmla="*/ 508295 h 603999"/>
                  <a:gd name="connsiteX467" fmla="*/ 89050 w 787079"/>
                  <a:gd name="connsiteY467" fmla="*/ 507151 h 603999"/>
                  <a:gd name="connsiteX468" fmla="*/ 85415 w 787079"/>
                  <a:gd name="connsiteY468" fmla="*/ 504527 h 603999"/>
                  <a:gd name="connsiteX469" fmla="*/ 83396 w 787079"/>
                  <a:gd name="connsiteY469" fmla="*/ 503383 h 603999"/>
                  <a:gd name="connsiteX470" fmla="*/ 79761 w 787079"/>
                  <a:gd name="connsiteY470" fmla="*/ 502206 h 603999"/>
                  <a:gd name="connsiteX471" fmla="*/ 80636 w 787079"/>
                  <a:gd name="connsiteY471" fmla="*/ 500760 h 603999"/>
                  <a:gd name="connsiteX472" fmla="*/ 81713 w 787079"/>
                  <a:gd name="connsiteY472" fmla="*/ 499448 h 603999"/>
                  <a:gd name="connsiteX473" fmla="*/ 81814 w 787079"/>
                  <a:gd name="connsiteY473" fmla="*/ 495680 h 603999"/>
                  <a:gd name="connsiteX474" fmla="*/ 81814 w 787079"/>
                  <a:gd name="connsiteY474" fmla="*/ 490331 h 603999"/>
                  <a:gd name="connsiteX475" fmla="*/ 81882 w 787079"/>
                  <a:gd name="connsiteY475" fmla="*/ 486698 h 603999"/>
                  <a:gd name="connsiteX476" fmla="*/ 81814 w 787079"/>
                  <a:gd name="connsiteY476" fmla="*/ 481787 h 603999"/>
                  <a:gd name="connsiteX477" fmla="*/ 81814 w 787079"/>
                  <a:gd name="connsiteY477" fmla="*/ 478322 h 603999"/>
                  <a:gd name="connsiteX478" fmla="*/ 84002 w 787079"/>
                  <a:gd name="connsiteY478" fmla="*/ 478457 h 603999"/>
                  <a:gd name="connsiteX479" fmla="*/ 87636 w 787079"/>
                  <a:gd name="connsiteY479" fmla="*/ 482090 h 603999"/>
                  <a:gd name="connsiteX480" fmla="*/ 89959 w 787079"/>
                  <a:gd name="connsiteY480" fmla="*/ 486295 h 603999"/>
                  <a:gd name="connsiteX481" fmla="*/ 89084 w 787079"/>
                  <a:gd name="connsiteY481" fmla="*/ 491643 h 603999"/>
                  <a:gd name="connsiteX482" fmla="*/ 89084 w 787079"/>
                  <a:gd name="connsiteY482" fmla="*/ 495108 h 603999"/>
                  <a:gd name="connsiteX483" fmla="*/ 91271 w 787079"/>
                  <a:gd name="connsiteY483" fmla="*/ 497295 h 603999"/>
                  <a:gd name="connsiteX484" fmla="*/ 94738 w 787079"/>
                  <a:gd name="connsiteY484" fmla="*/ 503653 h 603999"/>
                  <a:gd name="connsiteX485" fmla="*/ 98945 w 787079"/>
                  <a:gd name="connsiteY485" fmla="*/ 505099 h 603999"/>
                  <a:gd name="connsiteX486" fmla="*/ 101267 w 787079"/>
                  <a:gd name="connsiteY486" fmla="*/ 504224 h 603999"/>
                  <a:gd name="connsiteX487" fmla="*/ 102848 w 787079"/>
                  <a:gd name="connsiteY487" fmla="*/ 502475 h 603999"/>
                  <a:gd name="connsiteX488" fmla="*/ 104430 w 787079"/>
                  <a:gd name="connsiteY488" fmla="*/ 500894 h 603999"/>
                  <a:gd name="connsiteX489" fmla="*/ 104430 w 787079"/>
                  <a:gd name="connsiteY489" fmla="*/ 497429 h 603999"/>
                  <a:gd name="connsiteX490" fmla="*/ 104430 w 787079"/>
                  <a:gd name="connsiteY490" fmla="*/ 492215 h 603999"/>
                  <a:gd name="connsiteX491" fmla="*/ 104430 w 787079"/>
                  <a:gd name="connsiteY491" fmla="*/ 488750 h 603999"/>
                  <a:gd name="connsiteX492" fmla="*/ 104430 w 787079"/>
                  <a:gd name="connsiteY492" fmla="*/ 482662 h 603999"/>
                  <a:gd name="connsiteX493" fmla="*/ 107325 w 787079"/>
                  <a:gd name="connsiteY493" fmla="*/ 480206 h 603999"/>
                  <a:gd name="connsiteX494" fmla="*/ 108772 w 787079"/>
                  <a:gd name="connsiteY494" fmla="*/ 482662 h 603999"/>
                  <a:gd name="connsiteX495" fmla="*/ 113719 w 787079"/>
                  <a:gd name="connsiteY495" fmla="*/ 482662 h 603999"/>
                  <a:gd name="connsiteX496" fmla="*/ 115603 w 787079"/>
                  <a:gd name="connsiteY496" fmla="*/ 479634 h 603999"/>
                  <a:gd name="connsiteX497" fmla="*/ 116478 w 787079"/>
                  <a:gd name="connsiteY497" fmla="*/ 476741 h 603999"/>
                  <a:gd name="connsiteX498" fmla="*/ 118060 w 787079"/>
                  <a:gd name="connsiteY498" fmla="*/ 471964 h 603999"/>
                  <a:gd name="connsiteX499" fmla="*/ 124589 w 787079"/>
                  <a:gd name="connsiteY499" fmla="*/ 468499 h 603999"/>
                  <a:gd name="connsiteX500" fmla="*/ 133138 w 787079"/>
                  <a:gd name="connsiteY500" fmla="*/ 468768 h 603999"/>
                  <a:gd name="connsiteX501" fmla="*/ 139094 w 787079"/>
                  <a:gd name="connsiteY501" fmla="*/ 468768 h 603999"/>
                  <a:gd name="connsiteX502" fmla="*/ 144883 w 787079"/>
                  <a:gd name="connsiteY502" fmla="*/ 469273 h 603999"/>
                  <a:gd name="connsiteX503" fmla="*/ 149224 w 787079"/>
                  <a:gd name="connsiteY503" fmla="*/ 467019 h 603999"/>
                  <a:gd name="connsiteX504" fmla="*/ 156898 w 787079"/>
                  <a:gd name="connsiteY504" fmla="*/ 465270 h 603999"/>
                  <a:gd name="connsiteX505" fmla="*/ 160801 w 787079"/>
                  <a:gd name="connsiteY505" fmla="*/ 464260 h 603999"/>
                  <a:gd name="connsiteX506" fmla="*/ 164268 w 787079"/>
                  <a:gd name="connsiteY506" fmla="*/ 463117 h 603999"/>
                  <a:gd name="connsiteX507" fmla="*/ 163561 w 787079"/>
                  <a:gd name="connsiteY507" fmla="*/ 459214 h 603999"/>
                  <a:gd name="connsiteX508" fmla="*/ 163561 w 787079"/>
                  <a:gd name="connsiteY508" fmla="*/ 457903 h 603999"/>
                  <a:gd name="connsiteX509" fmla="*/ 167263 w 787079"/>
                  <a:gd name="connsiteY509" fmla="*/ 457331 h 603999"/>
                  <a:gd name="connsiteX510" fmla="*/ 169787 w 787079"/>
                  <a:gd name="connsiteY510" fmla="*/ 458643 h 603999"/>
                  <a:gd name="connsiteX511" fmla="*/ 170528 w 787079"/>
                  <a:gd name="connsiteY511" fmla="*/ 460964 h 603999"/>
                  <a:gd name="connsiteX512" fmla="*/ 170528 w 787079"/>
                  <a:gd name="connsiteY512" fmla="*/ 465034 h 603999"/>
                  <a:gd name="connsiteX513" fmla="*/ 171470 w 787079"/>
                  <a:gd name="connsiteY513" fmla="*/ 469677 h 603999"/>
                  <a:gd name="connsiteX514" fmla="*/ 175038 w 787079"/>
                  <a:gd name="connsiteY514" fmla="*/ 470686 h 603999"/>
                  <a:gd name="connsiteX515" fmla="*/ 177225 w 787079"/>
                  <a:gd name="connsiteY515" fmla="*/ 466783 h 603999"/>
                  <a:gd name="connsiteX516" fmla="*/ 178235 w 787079"/>
                  <a:gd name="connsiteY516" fmla="*/ 464160 h 603999"/>
                  <a:gd name="connsiteX517" fmla="*/ 181432 w 787079"/>
                  <a:gd name="connsiteY517" fmla="*/ 461838 h 603999"/>
                  <a:gd name="connsiteX518" fmla="*/ 186783 w 787079"/>
                  <a:gd name="connsiteY518" fmla="*/ 460089 h 603999"/>
                  <a:gd name="connsiteX519" fmla="*/ 188398 w 787079"/>
                  <a:gd name="connsiteY519" fmla="*/ 457331 h 603999"/>
                  <a:gd name="connsiteX520" fmla="*/ 189845 w 787079"/>
                  <a:gd name="connsiteY520" fmla="*/ 454135 h 603999"/>
                  <a:gd name="connsiteX521" fmla="*/ 190418 w 787079"/>
                  <a:gd name="connsiteY521" fmla="*/ 452520 h 603999"/>
                  <a:gd name="connsiteX522" fmla="*/ 195197 w 787079"/>
                  <a:gd name="connsiteY522" fmla="*/ 453967 h 603999"/>
                  <a:gd name="connsiteX523" fmla="*/ 200278 w 787079"/>
                  <a:gd name="connsiteY523" fmla="*/ 456423 h 603999"/>
                  <a:gd name="connsiteX524" fmla="*/ 206235 w 787079"/>
                  <a:gd name="connsiteY524" fmla="*/ 460022 h 603999"/>
                  <a:gd name="connsiteX525" fmla="*/ 210005 w 787079"/>
                  <a:gd name="connsiteY525" fmla="*/ 460022 h 603999"/>
                  <a:gd name="connsiteX526" fmla="*/ 217543 w 787079"/>
                  <a:gd name="connsiteY526" fmla="*/ 457196 h 603999"/>
                  <a:gd name="connsiteX527" fmla="*/ 218284 w 787079"/>
                  <a:gd name="connsiteY527" fmla="*/ 453664 h 603999"/>
                  <a:gd name="connsiteX528" fmla="*/ 220740 w 787079"/>
                  <a:gd name="connsiteY528" fmla="*/ 450771 h 603999"/>
                  <a:gd name="connsiteX529" fmla="*/ 223063 w 787079"/>
                  <a:gd name="connsiteY529" fmla="*/ 447575 h 603999"/>
                  <a:gd name="connsiteX530" fmla="*/ 225250 w 787079"/>
                  <a:gd name="connsiteY530" fmla="*/ 444380 h 603999"/>
                  <a:gd name="connsiteX531" fmla="*/ 224947 w 787079"/>
                  <a:gd name="connsiteY531" fmla="*/ 442799 h 603999"/>
                  <a:gd name="connsiteX532" fmla="*/ 223635 w 787079"/>
                  <a:gd name="connsiteY532" fmla="*/ 439165 h 603999"/>
                  <a:gd name="connsiteX533" fmla="*/ 219562 w 787079"/>
                  <a:gd name="connsiteY533" fmla="*/ 434389 h 603999"/>
                  <a:gd name="connsiteX534" fmla="*/ 217543 w 787079"/>
                  <a:gd name="connsiteY534" fmla="*/ 430049 h 603999"/>
                  <a:gd name="connsiteX535" fmla="*/ 220135 w 787079"/>
                  <a:gd name="connsiteY535" fmla="*/ 429747 h 603999"/>
                  <a:gd name="connsiteX536" fmla="*/ 223029 w 787079"/>
                  <a:gd name="connsiteY536" fmla="*/ 429443 h 603999"/>
                  <a:gd name="connsiteX537" fmla="*/ 226664 w 787079"/>
                  <a:gd name="connsiteY537" fmla="*/ 428737 h 603999"/>
                  <a:gd name="connsiteX538" fmla="*/ 228111 w 787079"/>
                  <a:gd name="connsiteY538" fmla="*/ 427156 h 603999"/>
                  <a:gd name="connsiteX539" fmla="*/ 232183 w 787079"/>
                  <a:gd name="connsiteY539" fmla="*/ 426282 h 603999"/>
                  <a:gd name="connsiteX540" fmla="*/ 234774 w 787079"/>
                  <a:gd name="connsiteY540" fmla="*/ 426416 h 603999"/>
                  <a:gd name="connsiteX541" fmla="*/ 236356 w 787079"/>
                  <a:gd name="connsiteY541" fmla="*/ 429006 h 603999"/>
                  <a:gd name="connsiteX542" fmla="*/ 234774 w 787079"/>
                  <a:gd name="connsiteY542" fmla="*/ 432908 h 603999"/>
                  <a:gd name="connsiteX543" fmla="*/ 234337 w 787079"/>
                  <a:gd name="connsiteY543" fmla="*/ 435230 h 603999"/>
                  <a:gd name="connsiteX544" fmla="*/ 234068 w 787079"/>
                  <a:gd name="connsiteY544" fmla="*/ 439435 h 603999"/>
                  <a:gd name="connsiteX545" fmla="*/ 233193 w 787079"/>
                  <a:gd name="connsiteY545" fmla="*/ 441756 h 603999"/>
                  <a:gd name="connsiteX546" fmla="*/ 233193 w 787079"/>
                  <a:gd name="connsiteY546" fmla="*/ 445086 h 603999"/>
                  <a:gd name="connsiteX547" fmla="*/ 234269 w 787079"/>
                  <a:gd name="connsiteY547" fmla="*/ 448988 h 603999"/>
                  <a:gd name="connsiteX548" fmla="*/ 236794 w 787079"/>
                  <a:gd name="connsiteY548" fmla="*/ 451612 h 603999"/>
                  <a:gd name="connsiteX549" fmla="*/ 241000 w 787079"/>
                  <a:gd name="connsiteY549" fmla="*/ 453631 h 603999"/>
                  <a:gd name="connsiteX550" fmla="*/ 245780 w 787079"/>
                  <a:gd name="connsiteY550" fmla="*/ 452756 h 603999"/>
                  <a:gd name="connsiteX551" fmla="*/ 247799 w 787079"/>
                  <a:gd name="connsiteY551" fmla="*/ 448686 h 603999"/>
                  <a:gd name="connsiteX552" fmla="*/ 251265 w 787079"/>
                  <a:gd name="connsiteY552" fmla="*/ 446230 h 603999"/>
                  <a:gd name="connsiteX553" fmla="*/ 251837 w 787079"/>
                  <a:gd name="connsiteY553" fmla="*/ 440578 h 603999"/>
                  <a:gd name="connsiteX554" fmla="*/ 251703 w 787079"/>
                  <a:gd name="connsiteY554" fmla="*/ 434489 h 603999"/>
                  <a:gd name="connsiteX555" fmla="*/ 251130 w 787079"/>
                  <a:gd name="connsiteY555" fmla="*/ 432303 h 603999"/>
                  <a:gd name="connsiteX556" fmla="*/ 247933 w 787079"/>
                  <a:gd name="connsiteY556" fmla="*/ 428266 h 603999"/>
                  <a:gd name="connsiteX557" fmla="*/ 244029 w 787079"/>
                  <a:gd name="connsiteY557" fmla="*/ 422918 h 603999"/>
                  <a:gd name="connsiteX558" fmla="*/ 246049 w 787079"/>
                  <a:gd name="connsiteY558" fmla="*/ 420025 h 603999"/>
                  <a:gd name="connsiteX559" fmla="*/ 249515 w 787079"/>
                  <a:gd name="connsiteY559" fmla="*/ 420159 h 603999"/>
                  <a:gd name="connsiteX560" fmla="*/ 253587 w 787079"/>
                  <a:gd name="connsiteY560" fmla="*/ 420025 h 603999"/>
                  <a:gd name="connsiteX561" fmla="*/ 255035 w 787079"/>
                  <a:gd name="connsiteY561" fmla="*/ 422043 h 603999"/>
                  <a:gd name="connsiteX562" fmla="*/ 262438 w 787079"/>
                  <a:gd name="connsiteY562" fmla="*/ 423355 h 603999"/>
                  <a:gd name="connsiteX563" fmla="*/ 266510 w 787079"/>
                  <a:gd name="connsiteY563" fmla="*/ 420159 h 603999"/>
                  <a:gd name="connsiteX564" fmla="*/ 269270 w 787079"/>
                  <a:gd name="connsiteY564" fmla="*/ 417973 h 603999"/>
                  <a:gd name="connsiteX565" fmla="*/ 273915 w 787079"/>
                  <a:gd name="connsiteY565" fmla="*/ 416829 h 603999"/>
                  <a:gd name="connsiteX566" fmla="*/ 274621 w 787079"/>
                  <a:gd name="connsiteY566" fmla="*/ 419587 h 603999"/>
                  <a:gd name="connsiteX567" fmla="*/ 273040 w 787079"/>
                  <a:gd name="connsiteY567" fmla="*/ 425508 h 603999"/>
                  <a:gd name="connsiteX568" fmla="*/ 271896 w 787079"/>
                  <a:gd name="connsiteY568" fmla="*/ 429410 h 603999"/>
                  <a:gd name="connsiteX569" fmla="*/ 272905 w 787079"/>
                  <a:gd name="connsiteY569" fmla="*/ 432875 h 603999"/>
                  <a:gd name="connsiteX570" fmla="*/ 277549 w 787079"/>
                  <a:gd name="connsiteY570" fmla="*/ 433884 h 603999"/>
                  <a:gd name="connsiteX571" fmla="*/ 283641 w 787079"/>
                  <a:gd name="connsiteY571" fmla="*/ 433884 h 603999"/>
                  <a:gd name="connsiteX572" fmla="*/ 287982 w 787079"/>
                  <a:gd name="connsiteY572" fmla="*/ 432875 h 603999"/>
                  <a:gd name="connsiteX573" fmla="*/ 290877 w 787079"/>
                  <a:gd name="connsiteY573" fmla="*/ 429242 h 603999"/>
                  <a:gd name="connsiteX574" fmla="*/ 293333 w 787079"/>
                  <a:gd name="connsiteY574" fmla="*/ 425037 h 603999"/>
                  <a:gd name="connsiteX575" fmla="*/ 294780 w 787079"/>
                  <a:gd name="connsiteY575" fmla="*/ 423456 h 603999"/>
                  <a:gd name="connsiteX576" fmla="*/ 296228 w 787079"/>
                  <a:gd name="connsiteY576" fmla="*/ 419823 h 603999"/>
                  <a:gd name="connsiteX577" fmla="*/ 296497 w 787079"/>
                  <a:gd name="connsiteY577" fmla="*/ 414777 h 603999"/>
                  <a:gd name="connsiteX578" fmla="*/ 293468 w 787079"/>
                  <a:gd name="connsiteY578" fmla="*/ 409697 h 603999"/>
                  <a:gd name="connsiteX579" fmla="*/ 292761 w 787079"/>
                  <a:gd name="connsiteY579" fmla="*/ 406232 h 603999"/>
                  <a:gd name="connsiteX580" fmla="*/ 289429 w 787079"/>
                  <a:gd name="connsiteY580" fmla="*/ 402902 h 603999"/>
                  <a:gd name="connsiteX581" fmla="*/ 288723 w 787079"/>
                  <a:gd name="connsiteY581" fmla="*/ 397688 h 603999"/>
                  <a:gd name="connsiteX582" fmla="*/ 289598 w 787079"/>
                  <a:gd name="connsiteY582" fmla="*/ 393617 h 603999"/>
                  <a:gd name="connsiteX583" fmla="*/ 294074 w 787079"/>
                  <a:gd name="connsiteY583" fmla="*/ 398259 h 603999"/>
                  <a:gd name="connsiteX584" fmla="*/ 294074 w 787079"/>
                  <a:gd name="connsiteY584" fmla="*/ 401724 h 603999"/>
                  <a:gd name="connsiteX585" fmla="*/ 297103 w 787079"/>
                  <a:gd name="connsiteY585" fmla="*/ 404046 h 603999"/>
                  <a:gd name="connsiteX586" fmla="*/ 300435 w 787079"/>
                  <a:gd name="connsiteY586" fmla="*/ 406064 h 603999"/>
                  <a:gd name="connsiteX587" fmla="*/ 303632 w 787079"/>
                  <a:gd name="connsiteY587" fmla="*/ 408385 h 603999"/>
                  <a:gd name="connsiteX588" fmla="*/ 302319 w 787079"/>
                  <a:gd name="connsiteY588" fmla="*/ 410269 h 603999"/>
                  <a:gd name="connsiteX589" fmla="*/ 300435 w 787079"/>
                  <a:gd name="connsiteY589" fmla="*/ 415046 h 603999"/>
                  <a:gd name="connsiteX590" fmla="*/ 302319 w 787079"/>
                  <a:gd name="connsiteY590" fmla="*/ 420563 h 603999"/>
                  <a:gd name="connsiteX591" fmla="*/ 308848 w 787079"/>
                  <a:gd name="connsiteY591" fmla="*/ 425071 h 603999"/>
                  <a:gd name="connsiteX592" fmla="*/ 314939 w 787079"/>
                  <a:gd name="connsiteY592" fmla="*/ 424330 h 603999"/>
                  <a:gd name="connsiteX593" fmla="*/ 319146 w 787079"/>
                  <a:gd name="connsiteY593" fmla="*/ 420697 h 603999"/>
                  <a:gd name="connsiteX594" fmla="*/ 324094 w 787079"/>
                  <a:gd name="connsiteY594" fmla="*/ 417502 h 603999"/>
                  <a:gd name="connsiteX595" fmla="*/ 326988 w 787079"/>
                  <a:gd name="connsiteY595" fmla="*/ 414609 h 603999"/>
                  <a:gd name="connsiteX596" fmla="*/ 329007 w 787079"/>
                  <a:gd name="connsiteY596" fmla="*/ 410841 h 603999"/>
                  <a:gd name="connsiteX597" fmla="*/ 330454 w 787079"/>
                  <a:gd name="connsiteY597" fmla="*/ 406064 h 603999"/>
                  <a:gd name="connsiteX598" fmla="*/ 332204 w 787079"/>
                  <a:gd name="connsiteY598" fmla="*/ 401287 h 603999"/>
                  <a:gd name="connsiteX599" fmla="*/ 334527 w 787079"/>
                  <a:gd name="connsiteY599" fmla="*/ 397957 h 603999"/>
                  <a:gd name="connsiteX600" fmla="*/ 336411 w 787079"/>
                  <a:gd name="connsiteY600" fmla="*/ 397385 h 603999"/>
                  <a:gd name="connsiteX601" fmla="*/ 341190 w 787079"/>
                  <a:gd name="connsiteY601" fmla="*/ 402464 h 603999"/>
                  <a:gd name="connsiteX602" fmla="*/ 341190 w 787079"/>
                  <a:gd name="connsiteY602" fmla="*/ 407813 h 603999"/>
                  <a:gd name="connsiteX603" fmla="*/ 341930 w 787079"/>
                  <a:gd name="connsiteY603" fmla="*/ 411715 h 603999"/>
                  <a:gd name="connsiteX604" fmla="*/ 348291 w 787079"/>
                  <a:gd name="connsiteY604" fmla="*/ 416055 h 603999"/>
                  <a:gd name="connsiteX605" fmla="*/ 353373 w 787079"/>
                  <a:gd name="connsiteY605" fmla="*/ 415315 h 603999"/>
                  <a:gd name="connsiteX606" fmla="*/ 360474 w 787079"/>
                  <a:gd name="connsiteY606" fmla="*/ 416055 h 603999"/>
                  <a:gd name="connsiteX607" fmla="*/ 362662 w 787079"/>
                  <a:gd name="connsiteY607" fmla="*/ 415315 h 603999"/>
                  <a:gd name="connsiteX608" fmla="*/ 364412 w 787079"/>
                  <a:gd name="connsiteY608" fmla="*/ 412859 h 603999"/>
                  <a:gd name="connsiteX609" fmla="*/ 360508 w 787079"/>
                  <a:gd name="connsiteY609" fmla="*/ 410101 h 603999"/>
                  <a:gd name="connsiteX610" fmla="*/ 361383 w 787079"/>
                  <a:gd name="connsiteY610" fmla="*/ 406905 h 603999"/>
                  <a:gd name="connsiteX611" fmla="*/ 363133 w 787079"/>
                  <a:gd name="connsiteY611" fmla="*/ 403272 h 603999"/>
                  <a:gd name="connsiteX612" fmla="*/ 364446 w 787079"/>
                  <a:gd name="connsiteY612" fmla="*/ 402128 h 603999"/>
                  <a:gd name="connsiteX613" fmla="*/ 366330 w 787079"/>
                  <a:gd name="connsiteY613" fmla="*/ 402868 h 603999"/>
                  <a:gd name="connsiteX614" fmla="*/ 367912 w 787079"/>
                  <a:gd name="connsiteY614" fmla="*/ 405055 h 603999"/>
                  <a:gd name="connsiteX615" fmla="*/ 373297 w 787079"/>
                  <a:gd name="connsiteY615" fmla="*/ 405055 h 603999"/>
                  <a:gd name="connsiteX616" fmla="*/ 374744 w 787079"/>
                  <a:gd name="connsiteY616" fmla="*/ 405055 h 603999"/>
                  <a:gd name="connsiteX617" fmla="*/ 377806 w 787079"/>
                  <a:gd name="connsiteY617" fmla="*/ 401590 h 603999"/>
                  <a:gd name="connsiteX618" fmla="*/ 381576 w 787079"/>
                  <a:gd name="connsiteY618" fmla="*/ 398529 h 603999"/>
                  <a:gd name="connsiteX619" fmla="*/ 382888 w 787079"/>
                  <a:gd name="connsiteY619" fmla="*/ 393752 h 603999"/>
                  <a:gd name="connsiteX620" fmla="*/ 386523 w 787079"/>
                  <a:gd name="connsiteY620" fmla="*/ 390556 h 603999"/>
                  <a:gd name="connsiteX621" fmla="*/ 388980 w 787079"/>
                  <a:gd name="connsiteY621" fmla="*/ 387798 h 603999"/>
                  <a:gd name="connsiteX622" fmla="*/ 391436 w 787079"/>
                  <a:gd name="connsiteY622" fmla="*/ 384165 h 603999"/>
                  <a:gd name="connsiteX623" fmla="*/ 393321 w 787079"/>
                  <a:gd name="connsiteY623" fmla="*/ 380700 h 603999"/>
                  <a:gd name="connsiteX624" fmla="*/ 394903 w 787079"/>
                  <a:gd name="connsiteY624" fmla="*/ 378076 h 603999"/>
                  <a:gd name="connsiteX625" fmla="*/ 394465 w 787079"/>
                  <a:gd name="connsiteY625" fmla="*/ 373433 h 603999"/>
                  <a:gd name="connsiteX626" fmla="*/ 394331 w 787079"/>
                  <a:gd name="connsiteY626" fmla="*/ 370238 h 603999"/>
                  <a:gd name="connsiteX627" fmla="*/ 391706 w 787079"/>
                  <a:gd name="connsiteY627" fmla="*/ 366168 h 603999"/>
                  <a:gd name="connsiteX628" fmla="*/ 390696 w 787079"/>
                  <a:gd name="connsiteY628" fmla="*/ 361256 h 603999"/>
                  <a:gd name="connsiteX629" fmla="*/ 396922 w 787079"/>
                  <a:gd name="connsiteY629" fmla="*/ 363140 h 603999"/>
                  <a:gd name="connsiteX630" fmla="*/ 395913 w 787079"/>
                  <a:gd name="connsiteY630" fmla="*/ 366033 h 603999"/>
                  <a:gd name="connsiteX631" fmla="*/ 399110 w 787079"/>
                  <a:gd name="connsiteY631" fmla="*/ 368926 h 603999"/>
                  <a:gd name="connsiteX632" fmla="*/ 401566 w 787079"/>
                  <a:gd name="connsiteY632" fmla="*/ 370810 h 603999"/>
                  <a:gd name="connsiteX633" fmla="*/ 403451 w 787079"/>
                  <a:gd name="connsiteY633" fmla="*/ 375015 h 603999"/>
                  <a:gd name="connsiteX634" fmla="*/ 407523 w 787079"/>
                  <a:gd name="connsiteY634" fmla="*/ 379522 h 603999"/>
                  <a:gd name="connsiteX635" fmla="*/ 407086 w 787079"/>
                  <a:gd name="connsiteY635" fmla="*/ 381978 h 603999"/>
                  <a:gd name="connsiteX636" fmla="*/ 409846 w 787079"/>
                  <a:gd name="connsiteY636" fmla="*/ 385174 h 603999"/>
                  <a:gd name="connsiteX637" fmla="*/ 414759 w 787079"/>
                  <a:gd name="connsiteY637" fmla="*/ 385174 h 603999"/>
                  <a:gd name="connsiteX638" fmla="*/ 418831 w 787079"/>
                  <a:gd name="connsiteY638" fmla="*/ 383223 h 603999"/>
                  <a:gd name="connsiteX639" fmla="*/ 420851 w 787079"/>
                  <a:gd name="connsiteY639" fmla="*/ 380969 h 603999"/>
                  <a:gd name="connsiteX640" fmla="*/ 419976 w 787079"/>
                  <a:gd name="connsiteY640" fmla="*/ 377773 h 603999"/>
                  <a:gd name="connsiteX641" fmla="*/ 417788 w 787079"/>
                  <a:gd name="connsiteY641" fmla="*/ 375015 h 603999"/>
                  <a:gd name="connsiteX642" fmla="*/ 417519 w 787079"/>
                  <a:gd name="connsiteY642" fmla="*/ 372828 h 603999"/>
                  <a:gd name="connsiteX643" fmla="*/ 421153 w 787079"/>
                  <a:gd name="connsiteY643" fmla="*/ 370810 h 603999"/>
                  <a:gd name="connsiteX644" fmla="*/ 421423 w 787079"/>
                  <a:gd name="connsiteY644" fmla="*/ 367345 h 603999"/>
                  <a:gd name="connsiteX645" fmla="*/ 421557 w 787079"/>
                  <a:gd name="connsiteY645" fmla="*/ 361122 h 603999"/>
                  <a:gd name="connsiteX646" fmla="*/ 420380 w 787079"/>
                  <a:gd name="connsiteY646" fmla="*/ 351265 h 603999"/>
                  <a:gd name="connsiteX647" fmla="*/ 420817 w 787079"/>
                  <a:gd name="connsiteY647" fmla="*/ 347060 h 603999"/>
                  <a:gd name="connsiteX648" fmla="*/ 418797 w 787079"/>
                  <a:gd name="connsiteY648" fmla="*/ 343595 h 603999"/>
                  <a:gd name="connsiteX649" fmla="*/ 415600 w 787079"/>
                  <a:gd name="connsiteY649" fmla="*/ 340131 h 603999"/>
                  <a:gd name="connsiteX650" fmla="*/ 415028 w 787079"/>
                  <a:gd name="connsiteY650" fmla="*/ 335354 h 603999"/>
                  <a:gd name="connsiteX651" fmla="*/ 415466 w 787079"/>
                  <a:gd name="connsiteY651" fmla="*/ 330711 h 603999"/>
                  <a:gd name="connsiteX652" fmla="*/ 414322 w 787079"/>
                  <a:gd name="connsiteY652" fmla="*/ 326944 h 603999"/>
                  <a:gd name="connsiteX653" fmla="*/ 410687 w 787079"/>
                  <a:gd name="connsiteY653" fmla="*/ 324488 h 603999"/>
                  <a:gd name="connsiteX654" fmla="*/ 404730 w 787079"/>
                  <a:gd name="connsiteY654" fmla="*/ 320586 h 603999"/>
                  <a:gd name="connsiteX655" fmla="*/ 401836 w 787079"/>
                  <a:gd name="connsiteY655" fmla="*/ 316515 h 603999"/>
                  <a:gd name="connsiteX656" fmla="*/ 400220 w 787079"/>
                  <a:gd name="connsiteY656" fmla="*/ 313050 h 603999"/>
                  <a:gd name="connsiteX657" fmla="*/ 400220 w 787079"/>
                  <a:gd name="connsiteY657" fmla="*/ 311301 h 603999"/>
                  <a:gd name="connsiteX658" fmla="*/ 405235 w 787079"/>
                  <a:gd name="connsiteY658" fmla="*/ 315069 h 603999"/>
                  <a:gd name="connsiteX659" fmla="*/ 410519 w 787079"/>
                  <a:gd name="connsiteY659" fmla="*/ 317087 h 603999"/>
                  <a:gd name="connsiteX660" fmla="*/ 413548 w 787079"/>
                  <a:gd name="connsiteY660" fmla="*/ 318836 h 603999"/>
                  <a:gd name="connsiteX661" fmla="*/ 417317 w 787079"/>
                  <a:gd name="connsiteY661" fmla="*/ 318971 h 603999"/>
                  <a:gd name="connsiteX662" fmla="*/ 419067 w 787079"/>
                  <a:gd name="connsiteY662" fmla="*/ 317524 h 603999"/>
                  <a:gd name="connsiteX663" fmla="*/ 419336 w 787079"/>
                  <a:gd name="connsiteY663" fmla="*/ 313050 h 603999"/>
                  <a:gd name="connsiteX664" fmla="*/ 419336 w 787079"/>
                  <a:gd name="connsiteY664" fmla="*/ 307265 h 603999"/>
                  <a:gd name="connsiteX665" fmla="*/ 416879 w 787079"/>
                  <a:gd name="connsiteY665" fmla="*/ 303934 h 603999"/>
                  <a:gd name="connsiteX666" fmla="*/ 412538 w 787079"/>
                  <a:gd name="connsiteY666" fmla="*/ 300604 h 603999"/>
                  <a:gd name="connsiteX667" fmla="*/ 408197 w 787079"/>
                  <a:gd name="connsiteY667" fmla="*/ 295962 h 603999"/>
                  <a:gd name="connsiteX668" fmla="*/ 403720 w 787079"/>
                  <a:gd name="connsiteY668" fmla="*/ 290445 h 603999"/>
                  <a:gd name="connsiteX669" fmla="*/ 403720 w 787079"/>
                  <a:gd name="connsiteY669" fmla="*/ 286980 h 603999"/>
                  <a:gd name="connsiteX670" fmla="*/ 403720 w 787079"/>
                  <a:gd name="connsiteY670" fmla="*/ 281765 h 603999"/>
                  <a:gd name="connsiteX671" fmla="*/ 405672 w 787079"/>
                  <a:gd name="connsiteY671" fmla="*/ 280622 h 603999"/>
                  <a:gd name="connsiteX672" fmla="*/ 410687 w 787079"/>
                  <a:gd name="connsiteY672" fmla="*/ 286408 h 603999"/>
                  <a:gd name="connsiteX673" fmla="*/ 413009 w 787079"/>
                  <a:gd name="connsiteY673" fmla="*/ 291487 h 603999"/>
                  <a:gd name="connsiteX674" fmla="*/ 417519 w 787079"/>
                  <a:gd name="connsiteY674" fmla="*/ 296702 h 603999"/>
                  <a:gd name="connsiteX675" fmla="*/ 421725 w 787079"/>
                  <a:gd name="connsiteY675" fmla="*/ 301041 h 603999"/>
                  <a:gd name="connsiteX676" fmla="*/ 425360 w 787079"/>
                  <a:gd name="connsiteY676" fmla="*/ 306390 h 603999"/>
                  <a:gd name="connsiteX677" fmla="*/ 426673 w 787079"/>
                  <a:gd name="connsiteY677" fmla="*/ 308139 h 603999"/>
                  <a:gd name="connsiteX678" fmla="*/ 432327 w 787079"/>
                  <a:gd name="connsiteY678" fmla="*/ 309283 h 603999"/>
                  <a:gd name="connsiteX679" fmla="*/ 433774 w 787079"/>
                  <a:gd name="connsiteY679" fmla="*/ 311032 h 603999"/>
                  <a:gd name="connsiteX680" fmla="*/ 436837 w 787079"/>
                  <a:gd name="connsiteY680" fmla="*/ 316818 h 603999"/>
                  <a:gd name="connsiteX681" fmla="*/ 438586 w 787079"/>
                  <a:gd name="connsiteY681" fmla="*/ 321326 h 603999"/>
                  <a:gd name="connsiteX682" fmla="*/ 442188 w 787079"/>
                  <a:gd name="connsiteY682" fmla="*/ 328424 h 603999"/>
                  <a:gd name="connsiteX683" fmla="*/ 443500 w 787079"/>
                  <a:gd name="connsiteY683" fmla="*/ 331317 h 603999"/>
                  <a:gd name="connsiteX684" fmla="*/ 444813 w 787079"/>
                  <a:gd name="connsiteY684" fmla="*/ 334647 h 603999"/>
                  <a:gd name="connsiteX685" fmla="*/ 446866 w 787079"/>
                  <a:gd name="connsiteY685" fmla="*/ 337406 h 603999"/>
                  <a:gd name="connsiteX686" fmla="*/ 449895 w 787079"/>
                  <a:gd name="connsiteY686" fmla="*/ 338280 h 603999"/>
                  <a:gd name="connsiteX687" fmla="*/ 455246 w 787079"/>
                  <a:gd name="connsiteY687" fmla="*/ 338280 h 603999"/>
                  <a:gd name="connsiteX688" fmla="*/ 458005 w 787079"/>
                  <a:gd name="connsiteY688" fmla="*/ 337406 h 603999"/>
                  <a:gd name="connsiteX689" fmla="*/ 462347 w 787079"/>
                  <a:gd name="connsiteY689" fmla="*/ 336397 h 603999"/>
                  <a:gd name="connsiteX690" fmla="*/ 466116 w 787079"/>
                  <a:gd name="connsiteY690" fmla="*/ 335959 h 603999"/>
                  <a:gd name="connsiteX691" fmla="*/ 468135 w 787079"/>
                  <a:gd name="connsiteY691" fmla="*/ 334647 h 603999"/>
                  <a:gd name="connsiteX692" fmla="*/ 470895 w 787079"/>
                  <a:gd name="connsiteY692" fmla="*/ 331451 h 603999"/>
                  <a:gd name="connsiteX693" fmla="*/ 474227 w 787079"/>
                  <a:gd name="connsiteY693" fmla="*/ 329568 h 603999"/>
                  <a:gd name="connsiteX694" fmla="*/ 480453 w 787079"/>
                  <a:gd name="connsiteY694" fmla="*/ 329568 h 603999"/>
                  <a:gd name="connsiteX695" fmla="*/ 484525 w 787079"/>
                  <a:gd name="connsiteY695" fmla="*/ 329332 h 603999"/>
                  <a:gd name="connsiteX696" fmla="*/ 487116 w 787079"/>
                  <a:gd name="connsiteY696" fmla="*/ 329837 h 603999"/>
                  <a:gd name="connsiteX697" fmla="*/ 491761 w 787079"/>
                  <a:gd name="connsiteY697" fmla="*/ 329971 h 603999"/>
                  <a:gd name="connsiteX698" fmla="*/ 493646 w 787079"/>
                  <a:gd name="connsiteY698" fmla="*/ 327213 h 603999"/>
                  <a:gd name="connsiteX699" fmla="*/ 498997 w 787079"/>
                  <a:gd name="connsiteY699" fmla="*/ 326775 h 603999"/>
                  <a:gd name="connsiteX700" fmla="*/ 504650 w 787079"/>
                  <a:gd name="connsiteY700" fmla="*/ 328087 h 603999"/>
                  <a:gd name="connsiteX701" fmla="*/ 508252 w 787079"/>
                  <a:gd name="connsiteY701" fmla="*/ 331855 h 603999"/>
                  <a:gd name="connsiteX702" fmla="*/ 510877 w 787079"/>
                  <a:gd name="connsiteY702" fmla="*/ 334883 h 603999"/>
                  <a:gd name="connsiteX703" fmla="*/ 514646 w 787079"/>
                  <a:gd name="connsiteY703" fmla="*/ 338785 h 603999"/>
                  <a:gd name="connsiteX704" fmla="*/ 519559 w 787079"/>
                  <a:gd name="connsiteY704" fmla="*/ 337036 h 603999"/>
                  <a:gd name="connsiteX705" fmla="*/ 523194 w 787079"/>
                  <a:gd name="connsiteY705" fmla="*/ 335724 h 603999"/>
                  <a:gd name="connsiteX706" fmla="*/ 525819 w 787079"/>
                  <a:gd name="connsiteY706" fmla="*/ 333537 h 603999"/>
                  <a:gd name="connsiteX707" fmla="*/ 525684 w 787079"/>
                  <a:gd name="connsiteY707" fmla="*/ 329769 h 603999"/>
                  <a:gd name="connsiteX708" fmla="*/ 523362 w 787079"/>
                  <a:gd name="connsiteY708" fmla="*/ 325867 h 603999"/>
                  <a:gd name="connsiteX709" fmla="*/ 519458 w 787079"/>
                  <a:gd name="connsiteY709" fmla="*/ 322537 h 603999"/>
                  <a:gd name="connsiteX710" fmla="*/ 515252 w 787079"/>
                  <a:gd name="connsiteY710" fmla="*/ 319341 h 603999"/>
                  <a:gd name="connsiteX711" fmla="*/ 512357 w 787079"/>
                  <a:gd name="connsiteY711" fmla="*/ 313690 h 603999"/>
                  <a:gd name="connsiteX712" fmla="*/ 514511 w 787079"/>
                  <a:gd name="connsiteY712" fmla="*/ 309182 h 603999"/>
                  <a:gd name="connsiteX713" fmla="*/ 517540 w 787079"/>
                  <a:gd name="connsiteY713" fmla="*/ 306995 h 603999"/>
                  <a:gd name="connsiteX714" fmla="*/ 523194 w 787079"/>
                  <a:gd name="connsiteY714" fmla="*/ 305986 h 603999"/>
                  <a:gd name="connsiteX715" fmla="*/ 528983 w 787079"/>
                  <a:gd name="connsiteY715" fmla="*/ 303362 h 603999"/>
                  <a:gd name="connsiteX716" fmla="*/ 532449 w 787079"/>
                  <a:gd name="connsiteY716" fmla="*/ 299729 h 603999"/>
                  <a:gd name="connsiteX717" fmla="*/ 535343 w 787079"/>
                  <a:gd name="connsiteY717" fmla="*/ 296533 h 603999"/>
                  <a:gd name="connsiteX718" fmla="*/ 543454 w 787079"/>
                  <a:gd name="connsiteY718" fmla="*/ 296971 h 603999"/>
                  <a:gd name="connsiteX719" fmla="*/ 544329 w 787079"/>
                  <a:gd name="connsiteY719" fmla="*/ 302488 h 603999"/>
                  <a:gd name="connsiteX720" fmla="*/ 544901 w 787079"/>
                  <a:gd name="connsiteY720" fmla="*/ 306558 h 603999"/>
                  <a:gd name="connsiteX721" fmla="*/ 542142 w 787079"/>
                  <a:gd name="connsiteY721" fmla="*/ 309148 h 603999"/>
                  <a:gd name="connsiteX722" fmla="*/ 538945 w 787079"/>
                  <a:gd name="connsiteY722" fmla="*/ 312781 h 603999"/>
                  <a:gd name="connsiteX723" fmla="*/ 536488 w 787079"/>
                  <a:gd name="connsiteY723" fmla="*/ 316852 h 603999"/>
                  <a:gd name="connsiteX724" fmla="*/ 536488 w 787079"/>
                  <a:gd name="connsiteY724" fmla="*/ 320922 h 603999"/>
                  <a:gd name="connsiteX725" fmla="*/ 539247 w 787079"/>
                  <a:gd name="connsiteY725" fmla="*/ 323546 h 603999"/>
                  <a:gd name="connsiteX726" fmla="*/ 544026 w 787079"/>
                  <a:gd name="connsiteY726" fmla="*/ 325127 h 603999"/>
                  <a:gd name="connsiteX727" fmla="*/ 549108 w 787079"/>
                  <a:gd name="connsiteY727" fmla="*/ 326271 h 603999"/>
                  <a:gd name="connsiteX728" fmla="*/ 553753 w 787079"/>
                  <a:gd name="connsiteY728" fmla="*/ 328289 h 603999"/>
                  <a:gd name="connsiteX729" fmla="*/ 556815 w 787079"/>
                  <a:gd name="connsiteY729" fmla="*/ 326843 h 603999"/>
                  <a:gd name="connsiteX730" fmla="*/ 558969 w 787079"/>
                  <a:gd name="connsiteY730" fmla="*/ 323815 h 603999"/>
                  <a:gd name="connsiteX731" fmla="*/ 558531 w 787079"/>
                  <a:gd name="connsiteY731" fmla="*/ 318601 h 603999"/>
                  <a:gd name="connsiteX732" fmla="*/ 558094 w 787079"/>
                  <a:gd name="connsiteY732" fmla="*/ 316414 h 603999"/>
                  <a:gd name="connsiteX733" fmla="*/ 554628 w 787079"/>
                  <a:gd name="connsiteY733" fmla="*/ 309889 h 603999"/>
                  <a:gd name="connsiteX734" fmla="*/ 552440 w 787079"/>
                  <a:gd name="connsiteY734" fmla="*/ 308139 h 603999"/>
                  <a:gd name="connsiteX735" fmla="*/ 555032 w 787079"/>
                  <a:gd name="connsiteY735" fmla="*/ 304674 h 603999"/>
                  <a:gd name="connsiteX736" fmla="*/ 557185 w 787079"/>
                  <a:gd name="connsiteY736" fmla="*/ 306424 h 603999"/>
                  <a:gd name="connsiteX737" fmla="*/ 560248 w 787079"/>
                  <a:gd name="connsiteY737" fmla="*/ 309889 h 603999"/>
                  <a:gd name="connsiteX738" fmla="*/ 562839 w 787079"/>
                  <a:gd name="connsiteY738" fmla="*/ 312041 h 603999"/>
                  <a:gd name="connsiteX739" fmla="*/ 564589 w 787079"/>
                  <a:gd name="connsiteY739" fmla="*/ 312041 h 603999"/>
                  <a:gd name="connsiteX740" fmla="*/ 567181 w 787079"/>
                  <a:gd name="connsiteY740" fmla="*/ 312041 h 603999"/>
                  <a:gd name="connsiteX741" fmla="*/ 567181 w 787079"/>
                  <a:gd name="connsiteY741" fmla="*/ 307702 h 603999"/>
                  <a:gd name="connsiteX742" fmla="*/ 567181 w 787079"/>
                  <a:gd name="connsiteY742" fmla="*/ 304237 h 603999"/>
                  <a:gd name="connsiteX743" fmla="*/ 567181 w 787079"/>
                  <a:gd name="connsiteY743" fmla="*/ 300772 h 603999"/>
                  <a:gd name="connsiteX744" fmla="*/ 567181 w 787079"/>
                  <a:gd name="connsiteY744" fmla="*/ 298182 h 603999"/>
                  <a:gd name="connsiteX745" fmla="*/ 573474 w 787079"/>
                  <a:gd name="connsiteY745" fmla="*/ 296870 h 603999"/>
                  <a:gd name="connsiteX746" fmla="*/ 579768 w 787079"/>
                  <a:gd name="connsiteY746" fmla="*/ 295995 h 603999"/>
                  <a:gd name="connsiteX747" fmla="*/ 584984 w 787079"/>
                  <a:gd name="connsiteY747" fmla="*/ 292093 h 603999"/>
                  <a:gd name="connsiteX748" fmla="*/ 588450 w 787079"/>
                  <a:gd name="connsiteY748" fmla="*/ 291218 h 603999"/>
                  <a:gd name="connsiteX749" fmla="*/ 593229 w 787079"/>
                  <a:gd name="connsiteY749" fmla="*/ 286879 h 603999"/>
                  <a:gd name="connsiteX750" fmla="*/ 596696 w 787079"/>
                  <a:gd name="connsiteY750" fmla="*/ 288628 h 603999"/>
                  <a:gd name="connsiteX751" fmla="*/ 596696 w 787079"/>
                  <a:gd name="connsiteY751" fmla="*/ 290377 h 603999"/>
                  <a:gd name="connsiteX752" fmla="*/ 593229 w 787079"/>
                  <a:gd name="connsiteY752" fmla="*/ 292127 h 603999"/>
                  <a:gd name="connsiteX753" fmla="*/ 593229 w 787079"/>
                  <a:gd name="connsiteY753" fmla="*/ 293876 h 603999"/>
                  <a:gd name="connsiteX754" fmla="*/ 593229 w 787079"/>
                  <a:gd name="connsiteY754" fmla="*/ 299090 h 603999"/>
                  <a:gd name="connsiteX755" fmla="*/ 595619 w 787079"/>
                  <a:gd name="connsiteY755" fmla="*/ 305179 h 603999"/>
                  <a:gd name="connsiteX756" fmla="*/ 602350 w 787079"/>
                  <a:gd name="connsiteY756" fmla="*/ 306491 h 603999"/>
                  <a:gd name="connsiteX757" fmla="*/ 609316 w 787079"/>
                  <a:gd name="connsiteY757" fmla="*/ 307668 h 603999"/>
                  <a:gd name="connsiteX758" fmla="*/ 616720 w 787079"/>
                  <a:gd name="connsiteY758" fmla="*/ 310393 h 603999"/>
                  <a:gd name="connsiteX759" fmla="*/ 625403 w 787079"/>
                  <a:gd name="connsiteY759" fmla="*/ 310393 h 603999"/>
                  <a:gd name="connsiteX760" fmla="*/ 630182 w 787079"/>
                  <a:gd name="connsiteY760" fmla="*/ 307769 h 603999"/>
                  <a:gd name="connsiteX761" fmla="*/ 628432 w 787079"/>
                  <a:gd name="connsiteY761" fmla="*/ 299931 h 603999"/>
                  <a:gd name="connsiteX762" fmla="*/ 626682 w 787079"/>
                  <a:gd name="connsiteY762" fmla="*/ 297744 h 603999"/>
                  <a:gd name="connsiteX763" fmla="*/ 621903 w 787079"/>
                  <a:gd name="connsiteY763" fmla="*/ 292093 h 603999"/>
                  <a:gd name="connsiteX764" fmla="*/ 617562 w 787079"/>
                  <a:gd name="connsiteY764" fmla="*/ 288628 h 603999"/>
                  <a:gd name="connsiteX765" fmla="*/ 617562 w 787079"/>
                  <a:gd name="connsiteY765" fmla="*/ 284288 h 603999"/>
                  <a:gd name="connsiteX766" fmla="*/ 621466 w 787079"/>
                  <a:gd name="connsiteY766" fmla="*/ 282977 h 603999"/>
                  <a:gd name="connsiteX767" fmla="*/ 628869 w 787079"/>
                  <a:gd name="connsiteY767" fmla="*/ 284726 h 603999"/>
                  <a:gd name="connsiteX768" fmla="*/ 631057 w 787079"/>
                  <a:gd name="connsiteY768" fmla="*/ 282539 h 603999"/>
                  <a:gd name="connsiteX769" fmla="*/ 633649 w 787079"/>
                  <a:gd name="connsiteY769" fmla="*/ 277762 h 603999"/>
                  <a:gd name="connsiteX770" fmla="*/ 636711 w 787079"/>
                  <a:gd name="connsiteY770" fmla="*/ 278200 h 603999"/>
                  <a:gd name="connsiteX771" fmla="*/ 636711 w 787079"/>
                  <a:gd name="connsiteY771" fmla="*/ 281665 h 603999"/>
                  <a:gd name="connsiteX772" fmla="*/ 636711 w 787079"/>
                  <a:gd name="connsiteY772" fmla="*/ 287316 h 603999"/>
                  <a:gd name="connsiteX773" fmla="*/ 643240 w 787079"/>
                  <a:gd name="connsiteY773" fmla="*/ 293842 h 603999"/>
                  <a:gd name="connsiteX774" fmla="*/ 650610 w 787079"/>
                  <a:gd name="connsiteY774" fmla="*/ 299931 h 603999"/>
                  <a:gd name="connsiteX775" fmla="*/ 659327 w 787079"/>
                  <a:gd name="connsiteY775" fmla="*/ 294280 h 603999"/>
                  <a:gd name="connsiteX776" fmla="*/ 665418 w 787079"/>
                  <a:gd name="connsiteY776" fmla="*/ 289940 h 603999"/>
                  <a:gd name="connsiteX777" fmla="*/ 671072 w 787079"/>
                  <a:gd name="connsiteY777" fmla="*/ 286038 h 603999"/>
                  <a:gd name="connsiteX778" fmla="*/ 673260 w 787079"/>
                  <a:gd name="connsiteY778" fmla="*/ 283447 h 603999"/>
                  <a:gd name="connsiteX779" fmla="*/ 673260 w 787079"/>
                  <a:gd name="connsiteY779" fmla="*/ 279983 h 603999"/>
                  <a:gd name="connsiteX780" fmla="*/ 673260 w 787079"/>
                  <a:gd name="connsiteY780" fmla="*/ 274399 h 603999"/>
                  <a:gd name="connsiteX781" fmla="*/ 678476 w 787079"/>
                  <a:gd name="connsiteY781" fmla="*/ 276585 h 603999"/>
                  <a:gd name="connsiteX782" fmla="*/ 678476 w 787079"/>
                  <a:gd name="connsiteY782" fmla="*/ 282674 h 603999"/>
                  <a:gd name="connsiteX783" fmla="*/ 683491 w 787079"/>
                  <a:gd name="connsiteY783" fmla="*/ 286139 h 603999"/>
                  <a:gd name="connsiteX784" fmla="*/ 688943 w 787079"/>
                  <a:gd name="connsiteY784" fmla="*/ 282674 h 603999"/>
                  <a:gd name="connsiteX785" fmla="*/ 694159 w 787079"/>
                  <a:gd name="connsiteY785" fmla="*/ 276148 h 603999"/>
                  <a:gd name="connsiteX786" fmla="*/ 698501 w 787079"/>
                  <a:gd name="connsiteY786" fmla="*/ 270496 h 603999"/>
                  <a:gd name="connsiteX787" fmla="*/ 700251 w 787079"/>
                  <a:gd name="connsiteY787" fmla="*/ 270496 h 603999"/>
                  <a:gd name="connsiteX788" fmla="*/ 710684 w 787079"/>
                  <a:gd name="connsiteY788" fmla="*/ 268747 h 603999"/>
                  <a:gd name="connsiteX789" fmla="*/ 720242 w 787079"/>
                  <a:gd name="connsiteY789" fmla="*/ 268747 h 603999"/>
                  <a:gd name="connsiteX790" fmla="*/ 727208 w 787079"/>
                  <a:gd name="connsiteY790" fmla="*/ 262658 h 603999"/>
                  <a:gd name="connsiteX791" fmla="*/ 727208 w 787079"/>
                  <a:gd name="connsiteY791" fmla="*/ 257444 h 603999"/>
                  <a:gd name="connsiteX792" fmla="*/ 727208 w 787079"/>
                  <a:gd name="connsiteY792" fmla="*/ 246578 h 603999"/>
                  <a:gd name="connsiteX793" fmla="*/ 733300 w 787079"/>
                  <a:gd name="connsiteY793" fmla="*/ 240927 h 603999"/>
                  <a:gd name="connsiteX794" fmla="*/ 744170 w 787079"/>
                  <a:gd name="connsiteY794" fmla="*/ 240927 h 603999"/>
                  <a:gd name="connsiteX795" fmla="*/ 751574 w 787079"/>
                  <a:gd name="connsiteY795" fmla="*/ 237900 h 603999"/>
                  <a:gd name="connsiteX796" fmla="*/ 748949 w 787079"/>
                  <a:gd name="connsiteY796" fmla="*/ 232248 h 603999"/>
                  <a:gd name="connsiteX797" fmla="*/ 745920 w 787079"/>
                  <a:gd name="connsiteY797" fmla="*/ 232248 h 603999"/>
                  <a:gd name="connsiteX798" fmla="*/ 745483 w 787079"/>
                  <a:gd name="connsiteY798" fmla="*/ 225722 h 603999"/>
                  <a:gd name="connsiteX799" fmla="*/ 740704 w 787079"/>
                  <a:gd name="connsiteY799" fmla="*/ 222257 h 603999"/>
                  <a:gd name="connsiteX800" fmla="*/ 748545 w 787079"/>
                  <a:gd name="connsiteY800" fmla="*/ 217480 h 603999"/>
                  <a:gd name="connsiteX801" fmla="*/ 750699 w 787079"/>
                  <a:gd name="connsiteY801" fmla="*/ 225318 h 603999"/>
                  <a:gd name="connsiteX802" fmla="*/ 756791 w 787079"/>
                  <a:gd name="connsiteY802" fmla="*/ 225318 h 603999"/>
                  <a:gd name="connsiteX803" fmla="*/ 756791 w 787079"/>
                  <a:gd name="connsiteY803" fmla="*/ 218355 h 603999"/>
                  <a:gd name="connsiteX804" fmla="*/ 764598 w 787079"/>
                  <a:gd name="connsiteY804" fmla="*/ 218355 h 603999"/>
                  <a:gd name="connsiteX805" fmla="*/ 767190 w 787079"/>
                  <a:gd name="connsiteY805" fmla="*/ 212266 h 603999"/>
                  <a:gd name="connsiteX806" fmla="*/ 767190 w 787079"/>
                  <a:gd name="connsiteY806" fmla="*/ 205303 h 603999"/>
                  <a:gd name="connsiteX807" fmla="*/ 767190 w 787079"/>
                  <a:gd name="connsiteY807" fmla="*/ 200963 h 603999"/>
                  <a:gd name="connsiteX808" fmla="*/ 769815 w 787079"/>
                  <a:gd name="connsiteY808" fmla="*/ 195749 h 603999"/>
                  <a:gd name="connsiteX809" fmla="*/ 776781 w 787079"/>
                  <a:gd name="connsiteY809" fmla="*/ 195749 h 603999"/>
                  <a:gd name="connsiteX810" fmla="*/ 784623 w 787079"/>
                  <a:gd name="connsiteY810" fmla="*/ 195749 h 603999"/>
                  <a:gd name="connsiteX811" fmla="*/ 784623 w 787079"/>
                  <a:gd name="connsiteY811" fmla="*/ 193159 h 603999"/>
                  <a:gd name="connsiteX812" fmla="*/ 787080 w 787079"/>
                  <a:gd name="connsiteY812" fmla="*/ 188987 h 603999"/>
                  <a:gd name="connsiteX813" fmla="*/ 780147 w 787079"/>
                  <a:gd name="connsiteY813" fmla="*/ 183168 h 60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Lst>
                <a:rect l="l" t="t" r="r" b="b"/>
                <a:pathLst>
                  <a:path w="787079" h="603999">
                    <a:moveTo>
                      <a:pt x="780147" y="183168"/>
                    </a:moveTo>
                    <a:lnTo>
                      <a:pt x="776007" y="177954"/>
                    </a:lnTo>
                    <a:cubicBezTo>
                      <a:pt x="776007" y="177954"/>
                      <a:pt x="773416" y="170990"/>
                      <a:pt x="773416" y="170116"/>
                    </a:cubicBezTo>
                    <a:cubicBezTo>
                      <a:pt x="773416" y="169241"/>
                      <a:pt x="771901" y="162513"/>
                      <a:pt x="771901" y="162513"/>
                    </a:cubicBezTo>
                    <a:lnTo>
                      <a:pt x="769276" y="156222"/>
                    </a:lnTo>
                    <a:cubicBezTo>
                      <a:pt x="769276" y="156222"/>
                      <a:pt x="770252" y="152085"/>
                      <a:pt x="769613" y="151210"/>
                    </a:cubicBezTo>
                    <a:cubicBezTo>
                      <a:pt x="768974" y="150336"/>
                      <a:pt x="766685" y="143170"/>
                      <a:pt x="766685" y="143170"/>
                    </a:cubicBezTo>
                    <a:lnTo>
                      <a:pt x="766685" y="137519"/>
                    </a:lnTo>
                    <a:lnTo>
                      <a:pt x="766685" y="132305"/>
                    </a:lnTo>
                    <a:lnTo>
                      <a:pt x="764935" y="124467"/>
                    </a:lnTo>
                    <a:cubicBezTo>
                      <a:pt x="764935" y="124467"/>
                      <a:pt x="761233" y="120329"/>
                      <a:pt x="761031" y="119690"/>
                    </a:cubicBezTo>
                    <a:cubicBezTo>
                      <a:pt x="760795" y="119051"/>
                      <a:pt x="759079" y="117301"/>
                      <a:pt x="759079" y="115989"/>
                    </a:cubicBezTo>
                    <a:cubicBezTo>
                      <a:pt x="759079" y="114678"/>
                      <a:pt x="755175" y="107748"/>
                      <a:pt x="755175" y="107748"/>
                    </a:cubicBezTo>
                    <a:lnTo>
                      <a:pt x="749319" y="99069"/>
                    </a:lnTo>
                    <a:lnTo>
                      <a:pt x="742353" y="93855"/>
                    </a:lnTo>
                    <a:lnTo>
                      <a:pt x="742353" y="85377"/>
                    </a:lnTo>
                    <a:lnTo>
                      <a:pt x="747569" y="80163"/>
                    </a:lnTo>
                    <a:lnTo>
                      <a:pt x="747569" y="74949"/>
                    </a:lnTo>
                    <a:lnTo>
                      <a:pt x="747132" y="72123"/>
                    </a:lnTo>
                    <a:lnTo>
                      <a:pt x="742353" y="69735"/>
                    </a:lnTo>
                    <a:lnTo>
                      <a:pt x="739088" y="73637"/>
                    </a:lnTo>
                    <a:lnTo>
                      <a:pt x="733434" y="77977"/>
                    </a:lnTo>
                    <a:lnTo>
                      <a:pt x="728420" y="82316"/>
                    </a:lnTo>
                    <a:lnTo>
                      <a:pt x="722126" y="85344"/>
                    </a:lnTo>
                    <a:cubicBezTo>
                      <a:pt x="722126" y="85344"/>
                      <a:pt x="719098" y="82720"/>
                      <a:pt x="718424" y="82316"/>
                    </a:cubicBezTo>
                    <a:cubicBezTo>
                      <a:pt x="717785" y="81879"/>
                      <a:pt x="712131" y="77539"/>
                      <a:pt x="712131" y="77539"/>
                    </a:cubicBezTo>
                    <a:cubicBezTo>
                      <a:pt x="712131" y="77539"/>
                      <a:pt x="709742" y="72123"/>
                      <a:pt x="708866" y="72123"/>
                    </a:cubicBezTo>
                    <a:cubicBezTo>
                      <a:pt x="707991" y="72123"/>
                      <a:pt x="704525" y="67347"/>
                      <a:pt x="704525" y="67347"/>
                    </a:cubicBezTo>
                    <a:cubicBezTo>
                      <a:pt x="704525" y="67347"/>
                      <a:pt x="705165" y="64521"/>
                      <a:pt x="704525" y="63882"/>
                    </a:cubicBezTo>
                    <a:cubicBezTo>
                      <a:pt x="703886" y="63242"/>
                      <a:pt x="696280" y="61695"/>
                      <a:pt x="696280" y="61695"/>
                    </a:cubicBezTo>
                    <a:lnTo>
                      <a:pt x="689111" y="63646"/>
                    </a:lnTo>
                    <a:lnTo>
                      <a:pt x="683222" y="66472"/>
                    </a:lnTo>
                    <a:lnTo>
                      <a:pt x="674943" y="66035"/>
                    </a:lnTo>
                    <a:lnTo>
                      <a:pt x="663870" y="61258"/>
                    </a:lnTo>
                    <a:lnTo>
                      <a:pt x="652125" y="54294"/>
                    </a:lnTo>
                    <a:lnTo>
                      <a:pt x="648288" y="56986"/>
                    </a:lnTo>
                    <a:cubicBezTo>
                      <a:pt x="648288" y="56986"/>
                      <a:pt x="646841" y="59172"/>
                      <a:pt x="646403" y="59307"/>
                    </a:cubicBezTo>
                    <a:cubicBezTo>
                      <a:pt x="645966" y="59441"/>
                      <a:pt x="643206" y="61493"/>
                      <a:pt x="643206" y="61493"/>
                    </a:cubicBezTo>
                    <a:lnTo>
                      <a:pt x="641894" y="63680"/>
                    </a:lnTo>
                    <a:lnTo>
                      <a:pt x="637990" y="66136"/>
                    </a:lnTo>
                    <a:cubicBezTo>
                      <a:pt x="637990" y="66136"/>
                      <a:pt x="635971" y="68759"/>
                      <a:pt x="635668" y="69163"/>
                    </a:cubicBezTo>
                    <a:cubicBezTo>
                      <a:pt x="635365" y="69600"/>
                      <a:pt x="634355" y="73368"/>
                      <a:pt x="634220" y="74512"/>
                    </a:cubicBezTo>
                    <a:cubicBezTo>
                      <a:pt x="634086" y="75656"/>
                      <a:pt x="635803" y="76833"/>
                      <a:pt x="637283" y="78414"/>
                    </a:cubicBezTo>
                    <a:cubicBezTo>
                      <a:pt x="638730" y="79995"/>
                      <a:pt x="639033" y="81038"/>
                      <a:pt x="639033" y="81038"/>
                    </a:cubicBezTo>
                    <a:lnTo>
                      <a:pt x="643812" y="86252"/>
                    </a:lnTo>
                    <a:cubicBezTo>
                      <a:pt x="643812" y="86252"/>
                      <a:pt x="644250" y="90592"/>
                      <a:pt x="644250" y="91466"/>
                    </a:cubicBezTo>
                    <a:cubicBezTo>
                      <a:pt x="644250" y="92341"/>
                      <a:pt x="644250" y="93787"/>
                      <a:pt x="643947" y="94494"/>
                    </a:cubicBezTo>
                    <a:cubicBezTo>
                      <a:pt x="643644" y="95234"/>
                      <a:pt x="642365" y="98833"/>
                      <a:pt x="642365" y="98833"/>
                    </a:cubicBezTo>
                    <a:lnTo>
                      <a:pt x="639471" y="100280"/>
                    </a:lnTo>
                    <a:cubicBezTo>
                      <a:pt x="639471" y="100280"/>
                      <a:pt x="636846" y="100414"/>
                      <a:pt x="635701" y="99405"/>
                    </a:cubicBezTo>
                    <a:cubicBezTo>
                      <a:pt x="634557" y="98396"/>
                      <a:pt x="631360" y="97387"/>
                      <a:pt x="630788" y="97387"/>
                    </a:cubicBezTo>
                    <a:cubicBezTo>
                      <a:pt x="630216" y="97387"/>
                      <a:pt x="628028" y="96680"/>
                      <a:pt x="627456" y="96378"/>
                    </a:cubicBezTo>
                    <a:cubicBezTo>
                      <a:pt x="626884" y="96075"/>
                      <a:pt x="623821" y="94191"/>
                      <a:pt x="623821" y="94191"/>
                    </a:cubicBezTo>
                    <a:cubicBezTo>
                      <a:pt x="623821" y="94191"/>
                      <a:pt x="621196" y="92173"/>
                      <a:pt x="620927" y="91433"/>
                    </a:cubicBezTo>
                    <a:cubicBezTo>
                      <a:pt x="620624" y="90726"/>
                      <a:pt x="614970" y="85041"/>
                      <a:pt x="614970" y="85041"/>
                    </a:cubicBezTo>
                    <a:lnTo>
                      <a:pt x="608879" y="79692"/>
                    </a:lnTo>
                    <a:lnTo>
                      <a:pt x="604100" y="75790"/>
                    </a:lnTo>
                    <a:lnTo>
                      <a:pt x="598883" y="75790"/>
                    </a:lnTo>
                    <a:lnTo>
                      <a:pt x="597571" y="76867"/>
                    </a:lnTo>
                    <a:lnTo>
                      <a:pt x="591479" y="79558"/>
                    </a:lnTo>
                    <a:cubicBezTo>
                      <a:pt x="591479" y="79558"/>
                      <a:pt x="590167" y="81744"/>
                      <a:pt x="589157" y="81879"/>
                    </a:cubicBezTo>
                    <a:cubicBezTo>
                      <a:pt x="588148" y="82013"/>
                      <a:pt x="585825" y="83763"/>
                      <a:pt x="584681" y="83897"/>
                    </a:cubicBezTo>
                    <a:cubicBezTo>
                      <a:pt x="583537" y="84032"/>
                      <a:pt x="583368" y="84335"/>
                      <a:pt x="581181" y="84032"/>
                    </a:cubicBezTo>
                    <a:cubicBezTo>
                      <a:pt x="579027" y="83729"/>
                      <a:pt x="578724" y="83897"/>
                      <a:pt x="577411" y="83897"/>
                    </a:cubicBezTo>
                    <a:cubicBezTo>
                      <a:pt x="576099" y="83897"/>
                      <a:pt x="573642" y="84200"/>
                      <a:pt x="572330" y="84200"/>
                    </a:cubicBezTo>
                    <a:cubicBezTo>
                      <a:pt x="571017" y="84200"/>
                      <a:pt x="570748" y="84503"/>
                      <a:pt x="570142" y="84503"/>
                    </a:cubicBezTo>
                    <a:cubicBezTo>
                      <a:pt x="569570" y="84503"/>
                      <a:pt x="567382" y="85680"/>
                      <a:pt x="566104" y="85680"/>
                    </a:cubicBezTo>
                    <a:cubicBezTo>
                      <a:pt x="564791" y="85680"/>
                      <a:pt x="564084" y="88001"/>
                      <a:pt x="564084" y="88001"/>
                    </a:cubicBezTo>
                    <a:lnTo>
                      <a:pt x="561628" y="88001"/>
                    </a:lnTo>
                    <a:lnTo>
                      <a:pt x="556983" y="88741"/>
                    </a:lnTo>
                    <a:lnTo>
                      <a:pt x="554224" y="91063"/>
                    </a:lnTo>
                    <a:lnTo>
                      <a:pt x="552777" y="92375"/>
                    </a:lnTo>
                    <a:lnTo>
                      <a:pt x="552777" y="95267"/>
                    </a:lnTo>
                    <a:lnTo>
                      <a:pt x="552272" y="98160"/>
                    </a:lnTo>
                    <a:lnTo>
                      <a:pt x="549882" y="100616"/>
                    </a:lnTo>
                    <a:lnTo>
                      <a:pt x="545675" y="100751"/>
                    </a:lnTo>
                    <a:cubicBezTo>
                      <a:pt x="545675" y="100751"/>
                      <a:pt x="545675" y="100751"/>
                      <a:pt x="543656" y="99439"/>
                    </a:cubicBezTo>
                    <a:cubicBezTo>
                      <a:pt x="541637" y="98127"/>
                      <a:pt x="540627" y="98867"/>
                      <a:pt x="539752" y="98732"/>
                    </a:cubicBezTo>
                    <a:cubicBezTo>
                      <a:pt x="538877" y="98598"/>
                      <a:pt x="537733" y="99170"/>
                      <a:pt x="537733" y="99170"/>
                    </a:cubicBezTo>
                    <a:lnTo>
                      <a:pt x="536151" y="100482"/>
                    </a:lnTo>
                    <a:lnTo>
                      <a:pt x="533391" y="102500"/>
                    </a:lnTo>
                    <a:lnTo>
                      <a:pt x="530362" y="102365"/>
                    </a:lnTo>
                    <a:lnTo>
                      <a:pt x="526459" y="101356"/>
                    </a:lnTo>
                    <a:cubicBezTo>
                      <a:pt x="526459" y="101356"/>
                      <a:pt x="524574" y="103543"/>
                      <a:pt x="524002" y="103543"/>
                    </a:cubicBezTo>
                    <a:cubicBezTo>
                      <a:pt x="523430" y="103543"/>
                      <a:pt x="521680" y="104855"/>
                      <a:pt x="521680" y="104855"/>
                    </a:cubicBezTo>
                    <a:cubicBezTo>
                      <a:pt x="521680" y="104855"/>
                      <a:pt x="519088" y="105864"/>
                      <a:pt x="518348" y="106167"/>
                    </a:cubicBezTo>
                    <a:cubicBezTo>
                      <a:pt x="517608" y="106470"/>
                      <a:pt x="510237" y="107041"/>
                      <a:pt x="510237" y="107041"/>
                    </a:cubicBezTo>
                    <a:cubicBezTo>
                      <a:pt x="510237" y="107041"/>
                      <a:pt x="506030" y="107613"/>
                      <a:pt x="504886" y="107916"/>
                    </a:cubicBezTo>
                    <a:cubicBezTo>
                      <a:pt x="503708" y="108219"/>
                      <a:pt x="499535" y="108219"/>
                      <a:pt x="499535" y="108219"/>
                    </a:cubicBezTo>
                    <a:lnTo>
                      <a:pt x="492299" y="104148"/>
                    </a:lnTo>
                    <a:lnTo>
                      <a:pt x="489405" y="103005"/>
                    </a:lnTo>
                    <a:lnTo>
                      <a:pt x="487655" y="101995"/>
                    </a:lnTo>
                    <a:cubicBezTo>
                      <a:pt x="487655" y="101995"/>
                      <a:pt x="482304" y="99102"/>
                      <a:pt x="481866" y="98968"/>
                    </a:cubicBezTo>
                    <a:cubicBezTo>
                      <a:pt x="481429" y="98833"/>
                      <a:pt x="478400" y="97084"/>
                      <a:pt x="477962" y="96949"/>
                    </a:cubicBezTo>
                    <a:cubicBezTo>
                      <a:pt x="477525" y="96815"/>
                      <a:pt x="476246" y="93888"/>
                      <a:pt x="476246" y="93316"/>
                    </a:cubicBezTo>
                    <a:cubicBezTo>
                      <a:pt x="476246" y="92744"/>
                      <a:pt x="478703" y="90995"/>
                      <a:pt x="478837" y="90423"/>
                    </a:cubicBezTo>
                    <a:cubicBezTo>
                      <a:pt x="478972" y="89852"/>
                      <a:pt x="482035" y="89549"/>
                      <a:pt x="482169" y="89111"/>
                    </a:cubicBezTo>
                    <a:cubicBezTo>
                      <a:pt x="482304" y="88674"/>
                      <a:pt x="486241" y="87665"/>
                      <a:pt x="486241" y="87665"/>
                    </a:cubicBezTo>
                    <a:lnTo>
                      <a:pt x="489708" y="84469"/>
                    </a:lnTo>
                    <a:lnTo>
                      <a:pt x="491727" y="81879"/>
                    </a:lnTo>
                    <a:lnTo>
                      <a:pt x="495631" y="77371"/>
                    </a:lnTo>
                    <a:cubicBezTo>
                      <a:pt x="495631" y="77371"/>
                      <a:pt x="498391" y="68961"/>
                      <a:pt x="498088" y="68524"/>
                    </a:cubicBezTo>
                    <a:cubicBezTo>
                      <a:pt x="497785" y="68087"/>
                      <a:pt x="497953" y="66943"/>
                      <a:pt x="497953" y="66943"/>
                    </a:cubicBezTo>
                    <a:cubicBezTo>
                      <a:pt x="497953" y="66943"/>
                      <a:pt x="498088" y="64319"/>
                      <a:pt x="498391" y="63613"/>
                    </a:cubicBezTo>
                    <a:cubicBezTo>
                      <a:pt x="498694" y="62872"/>
                      <a:pt x="499266" y="60282"/>
                      <a:pt x="499266" y="60282"/>
                    </a:cubicBezTo>
                    <a:cubicBezTo>
                      <a:pt x="499266" y="60282"/>
                      <a:pt x="502901" y="58398"/>
                      <a:pt x="503910" y="56515"/>
                    </a:cubicBezTo>
                    <a:cubicBezTo>
                      <a:pt x="504920" y="54631"/>
                      <a:pt x="506064" y="54496"/>
                      <a:pt x="506064" y="53924"/>
                    </a:cubicBezTo>
                    <a:cubicBezTo>
                      <a:pt x="506064" y="53352"/>
                      <a:pt x="509530" y="50459"/>
                      <a:pt x="509968" y="49854"/>
                    </a:cubicBezTo>
                    <a:cubicBezTo>
                      <a:pt x="510406" y="49282"/>
                      <a:pt x="513030" y="47667"/>
                      <a:pt x="513434" y="47398"/>
                    </a:cubicBezTo>
                    <a:cubicBezTo>
                      <a:pt x="513872" y="47095"/>
                      <a:pt x="515184" y="46961"/>
                      <a:pt x="515184" y="46961"/>
                    </a:cubicBezTo>
                    <a:cubicBezTo>
                      <a:pt x="515184" y="46961"/>
                      <a:pt x="521982" y="44371"/>
                      <a:pt x="522588" y="44068"/>
                    </a:cubicBezTo>
                    <a:cubicBezTo>
                      <a:pt x="523160" y="43765"/>
                      <a:pt x="524204" y="42319"/>
                      <a:pt x="524204" y="42319"/>
                    </a:cubicBezTo>
                    <a:cubicBezTo>
                      <a:pt x="524204" y="42319"/>
                      <a:pt x="528108" y="40300"/>
                      <a:pt x="528545" y="39863"/>
                    </a:cubicBezTo>
                    <a:cubicBezTo>
                      <a:pt x="528983" y="39426"/>
                      <a:pt x="529420" y="38551"/>
                      <a:pt x="529420" y="38551"/>
                    </a:cubicBezTo>
                    <a:cubicBezTo>
                      <a:pt x="529420" y="38551"/>
                      <a:pt x="528983" y="36533"/>
                      <a:pt x="528848" y="35793"/>
                    </a:cubicBezTo>
                    <a:cubicBezTo>
                      <a:pt x="528713" y="35052"/>
                      <a:pt x="528142" y="34211"/>
                      <a:pt x="527536" y="32765"/>
                    </a:cubicBezTo>
                    <a:cubicBezTo>
                      <a:pt x="526963" y="31318"/>
                      <a:pt x="527098" y="30444"/>
                      <a:pt x="527098" y="30444"/>
                    </a:cubicBezTo>
                    <a:cubicBezTo>
                      <a:pt x="527098" y="30444"/>
                      <a:pt x="527805" y="28695"/>
                      <a:pt x="527805" y="28257"/>
                    </a:cubicBezTo>
                    <a:cubicBezTo>
                      <a:pt x="527805" y="27820"/>
                      <a:pt x="527233" y="24355"/>
                      <a:pt x="527233" y="24355"/>
                    </a:cubicBezTo>
                    <a:cubicBezTo>
                      <a:pt x="527233" y="24355"/>
                      <a:pt x="525213" y="21462"/>
                      <a:pt x="524910" y="20722"/>
                    </a:cubicBezTo>
                    <a:cubicBezTo>
                      <a:pt x="524608" y="20016"/>
                      <a:pt x="523329" y="18704"/>
                      <a:pt x="522891" y="17964"/>
                    </a:cubicBezTo>
                    <a:cubicBezTo>
                      <a:pt x="522454" y="17257"/>
                      <a:pt x="520132" y="15643"/>
                      <a:pt x="520132" y="15643"/>
                    </a:cubicBezTo>
                    <a:lnTo>
                      <a:pt x="516228" y="11572"/>
                    </a:lnTo>
                    <a:lnTo>
                      <a:pt x="512761" y="9991"/>
                    </a:lnTo>
                    <a:cubicBezTo>
                      <a:pt x="512761" y="9991"/>
                      <a:pt x="508992" y="6223"/>
                      <a:pt x="508554" y="6223"/>
                    </a:cubicBezTo>
                    <a:cubicBezTo>
                      <a:pt x="508117" y="6223"/>
                      <a:pt x="506973" y="6795"/>
                      <a:pt x="506973" y="6795"/>
                    </a:cubicBezTo>
                    <a:cubicBezTo>
                      <a:pt x="506973" y="6795"/>
                      <a:pt x="504953" y="8376"/>
                      <a:pt x="504516" y="8376"/>
                    </a:cubicBezTo>
                    <a:cubicBezTo>
                      <a:pt x="504078" y="8376"/>
                      <a:pt x="502328" y="11404"/>
                      <a:pt x="501756" y="11572"/>
                    </a:cubicBezTo>
                    <a:cubicBezTo>
                      <a:pt x="501184" y="11707"/>
                      <a:pt x="497415" y="14331"/>
                      <a:pt x="496977" y="14465"/>
                    </a:cubicBezTo>
                    <a:cubicBezTo>
                      <a:pt x="496540" y="14600"/>
                      <a:pt x="493646" y="17661"/>
                      <a:pt x="492905" y="17930"/>
                    </a:cubicBezTo>
                    <a:cubicBezTo>
                      <a:pt x="492165" y="18233"/>
                      <a:pt x="488698" y="19242"/>
                      <a:pt x="488698" y="19242"/>
                    </a:cubicBezTo>
                    <a:lnTo>
                      <a:pt x="486679" y="18098"/>
                    </a:lnTo>
                    <a:cubicBezTo>
                      <a:pt x="486679" y="18098"/>
                      <a:pt x="481328" y="13321"/>
                      <a:pt x="480890" y="12884"/>
                    </a:cubicBezTo>
                    <a:cubicBezTo>
                      <a:pt x="480453" y="12447"/>
                      <a:pt x="477828" y="11707"/>
                      <a:pt x="477255" y="11707"/>
                    </a:cubicBezTo>
                    <a:cubicBezTo>
                      <a:pt x="476684" y="11707"/>
                      <a:pt x="474361" y="13725"/>
                      <a:pt x="474361" y="13725"/>
                    </a:cubicBezTo>
                    <a:cubicBezTo>
                      <a:pt x="474361" y="13725"/>
                      <a:pt x="471736" y="16921"/>
                      <a:pt x="471164" y="17055"/>
                    </a:cubicBezTo>
                    <a:cubicBezTo>
                      <a:pt x="470592" y="17190"/>
                      <a:pt x="465948" y="23279"/>
                      <a:pt x="465948" y="23279"/>
                    </a:cubicBezTo>
                    <a:lnTo>
                      <a:pt x="460731" y="23144"/>
                    </a:lnTo>
                    <a:lnTo>
                      <a:pt x="458712" y="19074"/>
                    </a:lnTo>
                    <a:lnTo>
                      <a:pt x="459722" y="18199"/>
                    </a:lnTo>
                    <a:lnTo>
                      <a:pt x="458275" y="11101"/>
                    </a:lnTo>
                    <a:lnTo>
                      <a:pt x="451611" y="6627"/>
                    </a:lnTo>
                    <a:lnTo>
                      <a:pt x="446697" y="6324"/>
                    </a:lnTo>
                    <a:cubicBezTo>
                      <a:pt x="446697" y="6324"/>
                      <a:pt x="445116" y="8645"/>
                      <a:pt x="444375" y="9217"/>
                    </a:cubicBezTo>
                    <a:cubicBezTo>
                      <a:pt x="443668" y="9789"/>
                      <a:pt x="442793" y="10967"/>
                      <a:pt x="442793" y="10967"/>
                    </a:cubicBezTo>
                    <a:cubicBezTo>
                      <a:pt x="442793" y="10967"/>
                      <a:pt x="439899" y="12716"/>
                      <a:pt x="439461" y="12850"/>
                    </a:cubicBezTo>
                    <a:cubicBezTo>
                      <a:pt x="439024" y="12985"/>
                      <a:pt x="437139" y="15172"/>
                      <a:pt x="435692" y="15441"/>
                    </a:cubicBezTo>
                    <a:cubicBezTo>
                      <a:pt x="434245" y="15743"/>
                      <a:pt x="433808" y="16752"/>
                      <a:pt x="433808" y="16752"/>
                    </a:cubicBezTo>
                    <a:cubicBezTo>
                      <a:pt x="433808" y="16752"/>
                      <a:pt x="427009" y="16752"/>
                      <a:pt x="426437" y="16752"/>
                    </a:cubicBezTo>
                    <a:cubicBezTo>
                      <a:pt x="425865" y="16752"/>
                      <a:pt x="422365" y="17762"/>
                      <a:pt x="422365" y="17762"/>
                    </a:cubicBezTo>
                    <a:lnTo>
                      <a:pt x="417283" y="19343"/>
                    </a:lnTo>
                    <a:lnTo>
                      <a:pt x="409879" y="18031"/>
                    </a:lnTo>
                    <a:cubicBezTo>
                      <a:pt x="409879" y="18031"/>
                      <a:pt x="404225" y="17896"/>
                      <a:pt x="403081" y="17593"/>
                    </a:cubicBezTo>
                    <a:cubicBezTo>
                      <a:pt x="401937" y="17291"/>
                      <a:pt x="398437" y="17156"/>
                      <a:pt x="397999" y="17156"/>
                    </a:cubicBezTo>
                    <a:cubicBezTo>
                      <a:pt x="397562" y="17156"/>
                      <a:pt x="392042" y="14566"/>
                      <a:pt x="392042" y="14566"/>
                    </a:cubicBezTo>
                    <a:cubicBezTo>
                      <a:pt x="392042" y="14566"/>
                      <a:pt x="388576" y="11370"/>
                      <a:pt x="388273" y="10933"/>
                    </a:cubicBezTo>
                    <a:cubicBezTo>
                      <a:pt x="387970" y="10496"/>
                      <a:pt x="386388" y="7603"/>
                      <a:pt x="386388" y="7165"/>
                    </a:cubicBezTo>
                    <a:cubicBezTo>
                      <a:pt x="386388" y="6728"/>
                      <a:pt x="384201" y="3263"/>
                      <a:pt x="383931" y="2826"/>
                    </a:cubicBezTo>
                    <a:cubicBezTo>
                      <a:pt x="383662" y="2388"/>
                      <a:pt x="381172" y="0"/>
                      <a:pt x="381172" y="0"/>
                    </a:cubicBezTo>
                    <a:cubicBezTo>
                      <a:pt x="381172" y="0"/>
                      <a:pt x="379287" y="202"/>
                      <a:pt x="377268" y="67"/>
                    </a:cubicBezTo>
                    <a:cubicBezTo>
                      <a:pt x="375249" y="-67"/>
                      <a:pt x="371614" y="67"/>
                      <a:pt x="371042" y="67"/>
                    </a:cubicBezTo>
                    <a:cubicBezTo>
                      <a:pt x="370469" y="67"/>
                      <a:pt x="368450" y="2388"/>
                      <a:pt x="368450" y="2388"/>
                    </a:cubicBezTo>
                    <a:cubicBezTo>
                      <a:pt x="368450" y="2388"/>
                      <a:pt x="365825" y="8477"/>
                      <a:pt x="365825" y="9049"/>
                    </a:cubicBezTo>
                    <a:cubicBezTo>
                      <a:pt x="365825" y="9621"/>
                      <a:pt x="364378" y="12817"/>
                      <a:pt x="364378" y="12817"/>
                    </a:cubicBezTo>
                    <a:lnTo>
                      <a:pt x="359162" y="18031"/>
                    </a:lnTo>
                    <a:lnTo>
                      <a:pt x="355695" y="19343"/>
                    </a:lnTo>
                    <a:cubicBezTo>
                      <a:pt x="355695" y="19343"/>
                      <a:pt x="354551" y="19915"/>
                      <a:pt x="354113" y="20083"/>
                    </a:cubicBezTo>
                    <a:cubicBezTo>
                      <a:pt x="353676" y="20217"/>
                      <a:pt x="351354" y="21832"/>
                      <a:pt x="351354" y="21832"/>
                    </a:cubicBezTo>
                    <a:cubicBezTo>
                      <a:pt x="351354" y="21832"/>
                      <a:pt x="348022" y="23716"/>
                      <a:pt x="347585" y="23851"/>
                    </a:cubicBezTo>
                    <a:cubicBezTo>
                      <a:pt x="347147" y="23985"/>
                      <a:pt x="345565" y="23851"/>
                      <a:pt x="344690" y="23851"/>
                    </a:cubicBezTo>
                    <a:cubicBezTo>
                      <a:pt x="343815" y="23851"/>
                      <a:pt x="342503" y="24725"/>
                      <a:pt x="342065" y="25162"/>
                    </a:cubicBezTo>
                    <a:cubicBezTo>
                      <a:pt x="341628" y="25600"/>
                      <a:pt x="339743" y="26609"/>
                      <a:pt x="339743" y="26609"/>
                    </a:cubicBezTo>
                    <a:lnTo>
                      <a:pt x="340618" y="29805"/>
                    </a:lnTo>
                    <a:lnTo>
                      <a:pt x="342065" y="31251"/>
                    </a:lnTo>
                    <a:cubicBezTo>
                      <a:pt x="342065" y="31251"/>
                      <a:pt x="349032" y="35019"/>
                      <a:pt x="350041" y="35153"/>
                    </a:cubicBezTo>
                    <a:cubicBezTo>
                      <a:pt x="351051" y="35288"/>
                      <a:pt x="351791" y="37340"/>
                      <a:pt x="351791" y="37340"/>
                    </a:cubicBezTo>
                    <a:lnTo>
                      <a:pt x="350647" y="39089"/>
                    </a:lnTo>
                    <a:lnTo>
                      <a:pt x="348762" y="41276"/>
                    </a:lnTo>
                    <a:lnTo>
                      <a:pt x="346878" y="42453"/>
                    </a:lnTo>
                    <a:lnTo>
                      <a:pt x="347753" y="45481"/>
                    </a:lnTo>
                    <a:lnTo>
                      <a:pt x="348325" y="46927"/>
                    </a:lnTo>
                    <a:lnTo>
                      <a:pt x="350344" y="50258"/>
                    </a:lnTo>
                    <a:lnTo>
                      <a:pt x="349604" y="53016"/>
                    </a:lnTo>
                    <a:cubicBezTo>
                      <a:pt x="349604" y="53016"/>
                      <a:pt x="349166" y="54765"/>
                      <a:pt x="349166" y="55203"/>
                    </a:cubicBezTo>
                    <a:cubicBezTo>
                      <a:pt x="349166" y="55640"/>
                      <a:pt x="349604" y="57793"/>
                      <a:pt x="349604" y="57793"/>
                    </a:cubicBezTo>
                    <a:cubicBezTo>
                      <a:pt x="349604" y="57793"/>
                      <a:pt x="352363" y="61695"/>
                      <a:pt x="352801" y="61998"/>
                    </a:cubicBezTo>
                    <a:cubicBezTo>
                      <a:pt x="353238" y="62301"/>
                      <a:pt x="352498" y="65194"/>
                      <a:pt x="352498" y="65194"/>
                    </a:cubicBezTo>
                    <a:lnTo>
                      <a:pt x="351185" y="67649"/>
                    </a:lnTo>
                    <a:cubicBezTo>
                      <a:pt x="351185" y="67649"/>
                      <a:pt x="347719" y="68221"/>
                      <a:pt x="347113" y="68221"/>
                    </a:cubicBezTo>
                    <a:cubicBezTo>
                      <a:pt x="346541" y="68221"/>
                      <a:pt x="344084" y="68524"/>
                      <a:pt x="344084" y="68524"/>
                    </a:cubicBezTo>
                    <a:cubicBezTo>
                      <a:pt x="344084" y="68524"/>
                      <a:pt x="341762" y="70273"/>
                      <a:pt x="340618" y="70542"/>
                    </a:cubicBezTo>
                    <a:cubicBezTo>
                      <a:pt x="339474" y="70845"/>
                      <a:pt x="336142" y="71552"/>
                      <a:pt x="336142" y="71552"/>
                    </a:cubicBezTo>
                    <a:lnTo>
                      <a:pt x="330791" y="68928"/>
                    </a:lnTo>
                    <a:lnTo>
                      <a:pt x="326315" y="62536"/>
                    </a:lnTo>
                    <a:lnTo>
                      <a:pt x="322545" y="56750"/>
                    </a:lnTo>
                    <a:lnTo>
                      <a:pt x="317901" y="52108"/>
                    </a:lnTo>
                    <a:lnTo>
                      <a:pt x="311675" y="45885"/>
                    </a:lnTo>
                    <a:lnTo>
                      <a:pt x="304843" y="44573"/>
                    </a:lnTo>
                    <a:lnTo>
                      <a:pt x="300939" y="42823"/>
                    </a:lnTo>
                    <a:lnTo>
                      <a:pt x="295420" y="41242"/>
                    </a:lnTo>
                    <a:lnTo>
                      <a:pt x="293838" y="42823"/>
                    </a:lnTo>
                    <a:cubicBezTo>
                      <a:pt x="293838" y="42823"/>
                      <a:pt x="291381" y="43967"/>
                      <a:pt x="290809" y="44135"/>
                    </a:cubicBezTo>
                    <a:cubicBezTo>
                      <a:pt x="290237" y="44270"/>
                      <a:pt x="285155" y="44135"/>
                      <a:pt x="285155" y="44135"/>
                    </a:cubicBezTo>
                    <a:lnTo>
                      <a:pt x="284280" y="42823"/>
                    </a:lnTo>
                    <a:lnTo>
                      <a:pt x="275597" y="42823"/>
                    </a:lnTo>
                    <a:lnTo>
                      <a:pt x="268227" y="42823"/>
                    </a:lnTo>
                    <a:lnTo>
                      <a:pt x="266342" y="43900"/>
                    </a:lnTo>
                    <a:lnTo>
                      <a:pt x="262270" y="44976"/>
                    </a:lnTo>
                    <a:lnTo>
                      <a:pt x="260688" y="45851"/>
                    </a:lnTo>
                    <a:lnTo>
                      <a:pt x="259982" y="47432"/>
                    </a:lnTo>
                    <a:lnTo>
                      <a:pt x="262136" y="49013"/>
                    </a:lnTo>
                    <a:lnTo>
                      <a:pt x="262573" y="54093"/>
                    </a:lnTo>
                    <a:lnTo>
                      <a:pt x="262573" y="56548"/>
                    </a:lnTo>
                    <a:lnTo>
                      <a:pt x="262573" y="59307"/>
                    </a:lnTo>
                    <a:lnTo>
                      <a:pt x="262573" y="61493"/>
                    </a:lnTo>
                    <a:lnTo>
                      <a:pt x="261866" y="64083"/>
                    </a:lnTo>
                    <a:lnTo>
                      <a:pt x="259982" y="65227"/>
                    </a:lnTo>
                    <a:lnTo>
                      <a:pt x="258972" y="67986"/>
                    </a:lnTo>
                    <a:lnTo>
                      <a:pt x="260116" y="69870"/>
                    </a:lnTo>
                    <a:lnTo>
                      <a:pt x="263886" y="72460"/>
                    </a:lnTo>
                    <a:lnTo>
                      <a:pt x="265333" y="75656"/>
                    </a:lnTo>
                    <a:lnTo>
                      <a:pt x="265198" y="77842"/>
                    </a:lnTo>
                    <a:lnTo>
                      <a:pt x="265064" y="79289"/>
                    </a:lnTo>
                    <a:lnTo>
                      <a:pt x="263919" y="80601"/>
                    </a:lnTo>
                    <a:lnTo>
                      <a:pt x="263482" y="82754"/>
                    </a:lnTo>
                    <a:lnTo>
                      <a:pt x="261159" y="82754"/>
                    </a:lnTo>
                    <a:lnTo>
                      <a:pt x="258400" y="83628"/>
                    </a:lnTo>
                    <a:lnTo>
                      <a:pt x="254496" y="85815"/>
                    </a:lnTo>
                    <a:lnTo>
                      <a:pt x="251467" y="87396"/>
                    </a:lnTo>
                    <a:lnTo>
                      <a:pt x="247832" y="91029"/>
                    </a:lnTo>
                    <a:lnTo>
                      <a:pt x="244635" y="94225"/>
                    </a:lnTo>
                    <a:lnTo>
                      <a:pt x="242751" y="97252"/>
                    </a:lnTo>
                    <a:lnTo>
                      <a:pt x="241606" y="100280"/>
                    </a:lnTo>
                    <a:lnTo>
                      <a:pt x="242178" y="103913"/>
                    </a:lnTo>
                    <a:lnTo>
                      <a:pt x="243491" y="106671"/>
                    </a:lnTo>
                    <a:lnTo>
                      <a:pt x="245376" y="109564"/>
                    </a:lnTo>
                    <a:lnTo>
                      <a:pt x="251164" y="114038"/>
                    </a:lnTo>
                    <a:lnTo>
                      <a:pt x="251736" y="119118"/>
                    </a:lnTo>
                    <a:lnTo>
                      <a:pt x="251433" y="124197"/>
                    </a:lnTo>
                    <a:lnTo>
                      <a:pt x="253621" y="130286"/>
                    </a:lnTo>
                    <a:lnTo>
                      <a:pt x="255506" y="135501"/>
                    </a:lnTo>
                    <a:lnTo>
                      <a:pt x="252611" y="141152"/>
                    </a:lnTo>
                    <a:lnTo>
                      <a:pt x="247092" y="143170"/>
                    </a:lnTo>
                    <a:lnTo>
                      <a:pt x="241303" y="144751"/>
                    </a:lnTo>
                    <a:lnTo>
                      <a:pt x="235649" y="149226"/>
                    </a:lnTo>
                    <a:lnTo>
                      <a:pt x="235212" y="154877"/>
                    </a:lnTo>
                    <a:cubicBezTo>
                      <a:pt x="235212" y="154877"/>
                      <a:pt x="237803" y="162849"/>
                      <a:pt x="237803" y="163421"/>
                    </a:cubicBezTo>
                    <a:cubicBezTo>
                      <a:pt x="237803" y="163993"/>
                      <a:pt x="239116" y="167054"/>
                      <a:pt x="239116" y="167054"/>
                    </a:cubicBezTo>
                    <a:cubicBezTo>
                      <a:pt x="239116" y="167054"/>
                      <a:pt x="243895" y="172841"/>
                      <a:pt x="244770" y="174455"/>
                    </a:cubicBezTo>
                    <a:cubicBezTo>
                      <a:pt x="245645" y="176036"/>
                      <a:pt x="244635" y="178795"/>
                      <a:pt x="244635" y="178795"/>
                    </a:cubicBezTo>
                    <a:cubicBezTo>
                      <a:pt x="244635" y="178795"/>
                      <a:pt x="243626" y="179804"/>
                      <a:pt x="242010" y="180107"/>
                    </a:cubicBezTo>
                    <a:cubicBezTo>
                      <a:pt x="240428" y="180410"/>
                      <a:pt x="236928" y="182428"/>
                      <a:pt x="236221" y="182428"/>
                    </a:cubicBezTo>
                    <a:cubicBezTo>
                      <a:pt x="235481" y="182428"/>
                      <a:pt x="229120" y="187776"/>
                      <a:pt x="229120" y="187776"/>
                    </a:cubicBezTo>
                    <a:lnTo>
                      <a:pt x="226226" y="186464"/>
                    </a:lnTo>
                    <a:cubicBezTo>
                      <a:pt x="226226" y="186464"/>
                      <a:pt x="222322" y="186330"/>
                      <a:pt x="220707" y="186464"/>
                    </a:cubicBezTo>
                    <a:cubicBezTo>
                      <a:pt x="219125" y="186599"/>
                      <a:pt x="213740" y="190938"/>
                      <a:pt x="212899" y="191241"/>
                    </a:cubicBezTo>
                    <a:cubicBezTo>
                      <a:pt x="212024" y="191544"/>
                      <a:pt x="209399" y="198474"/>
                      <a:pt x="209399" y="198474"/>
                    </a:cubicBezTo>
                    <a:lnTo>
                      <a:pt x="216062" y="203823"/>
                    </a:lnTo>
                    <a:lnTo>
                      <a:pt x="217947" y="207590"/>
                    </a:lnTo>
                    <a:cubicBezTo>
                      <a:pt x="217947" y="207590"/>
                      <a:pt x="216365" y="212670"/>
                      <a:pt x="215625" y="212670"/>
                    </a:cubicBezTo>
                    <a:cubicBezTo>
                      <a:pt x="214918" y="212670"/>
                      <a:pt x="213303" y="215428"/>
                      <a:pt x="212159" y="215698"/>
                    </a:cubicBezTo>
                    <a:cubicBezTo>
                      <a:pt x="211014" y="216000"/>
                      <a:pt x="208389" y="216841"/>
                      <a:pt x="208389" y="216841"/>
                    </a:cubicBezTo>
                    <a:lnTo>
                      <a:pt x="204048" y="217547"/>
                    </a:lnTo>
                    <a:cubicBezTo>
                      <a:pt x="204048" y="217547"/>
                      <a:pt x="198831" y="221181"/>
                      <a:pt x="198091" y="221181"/>
                    </a:cubicBezTo>
                    <a:cubicBezTo>
                      <a:pt x="197351" y="221181"/>
                      <a:pt x="194894" y="225823"/>
                      <a:pt x="193749" y="226260"/>
                    </a:cubicBezTo>
                    <a:cubicBezTo>
                      <a:pt x="192571" y="226697"/>
                      <a:pt x="192740" y="227269"/>
                      <a:pt x="192740" y="227269"/>
                    </a:cubicBezTo>
                    <a:lnTo>
                      <a:pt x="187826" y="229591"/>
                    </a:lnTo>
                    <a:lnTo>
                      <a:pt x="187826" y="234367"/>
                    </a:lnTo>
                    <a:lnTo>
                      <a:pt x="187557" y="238438"/>
                    </a:lnTo>
                    <a:cubicBezTo>
                      <a:pt x="187557" y="238438"/>
                      <a:pt x="188432" y="245670"/>
                      <a:pt x="188264" y="246107"/>
                    </a:cubicBezTo>
                    <a:cubicBezTo>
                      <a:pt x="188129" y="246545"/>
                      <a:pt x="187826" y="248429"/>
                      <a:pt x="187254" y="248731"/>
                    </a:cubicBezTo>
                    <a:cubicBezTo>
                      <a:pt x="186682" y="249034"/>
                      <a:pt x="185235" y="251322"/>
                      <a:pt x="184360" y="252364"/>
                    </a:cubicBezTo>
                    <a:cubicBezTo>
                      <a:pt x="183485" y="253374"/>
                      <a:pt x="184360" y="254988"/>
                      <a:pt x="184360" y="255998"/>
                    </a:cubicBezTo>
                    <a:cubicBezTo>
                      <a:pt x="184360" y="257007"/>
                      <a:pt x="186817" y="259328"/>
                      <a:pt x="186817" y="259328"/>
                    </a:cubicBezTo>
                    <a:cubicBezTo>
                      <a:pt x="186817" y="259328"/>
                      <a:pt x="188398" y="261784"/>
                      <a:pt x="188398" y="262221"/>
                    </a:cubicBezTo>
                    <a:cubicBezTo>
                      <a:pt x="188398" y="262658"/>
                      <a:pt x="188836" y="268579"/>
                      <a:pt x="188836" y="269756"/>
                    </a:cubicBezTo>
                    <a:cubicBezTo>
                      <a:pt x="188836" y="270900"/>
                      <a:pt x="190418" y="273827"/>
                      <a:pt x="190418" y="274264"/>
                    </a:cubicBezTo>
                    <a:cubicBezTo>
                      <a:pt x="190418" y="274701"/>
                      <a:pt x="193043" y="278335"/>
                      <a:pt x="193043" y="278335"/>
                    </a:cubicBezTo>
                    <a:lnTo>
                      <a:pt x="192302" y="287013"/>
                    </a:lnTo>
                    <a:lnTo>
                      <a:pt x="185504" y="293539"/>
                    </a:lnTo>
                    <a:lnTo>
                      <a:pt x="184629" y="299056"/>
                    </a:lnTo>
                    <a:lnTo>
                      <a:pt x="182172" y="302252"/>
                    </a:lnTo>
                    <a:lnTo>
                      <a:pt x="179850" y="304573"/>
                    </a:lnTo>
                    <a:lnTo>
                      <a:pt x="175509" y="307903"/>
                    </a:lnTo>
                    <a:lnTo>
                      <a:pt x="175071" y="310090"/>
                    </a:lnTo>
                    <a:lnTo>
                      <a:pt x="172009" y="312849"/>
                    </a:lnTo>
                    <a:cubicBezTo>
                      <a:pt x="172009" y="312849"/>
                      <a:pt x="171133" y="313420"/>
                      <a:pt x="169989" y="314026"/>
                    </a:cubicBezTo>
                    <a:cubicBezTo>
                      <a:pt x="168845" y="314598"/>
                      <a:pt x="167532" y="314732"/>
                      <a:pt x="167532" y="314732"/>
                    </a:cubicBezTo>
                    <a:cubicBezTo>
                      <a:pt x="167532" y="314732"/>
                      <a:pt x="164773" y="316044"/>
                      <a:pt x="163023" y="316482"/>
                    </a:cubicBezTo>
                    <a:cubicBezTo>
                      <a:pt x="161273" y="316919"/>
                      <a:pt x="159994" y="318063"/>
                      <a:pt x="159994" y="318063"/>
                    </a:cubicBezTo>
                    <a:lnTo>
                      <a:pt x="157672" y="318937"/>
                    </a:lnTo>
                    <a:lnTo>
                      <a:pt x="156662" y="321999"/>
                    </a:lnTo>
                    <a:lnTo>
                      <a:pt x="155215" y="323580"/>
                    </a:lnTo>
                    <a:lnTo>
                      <a:pt x="152893" y="326204"/>
                    </a:lnTo>
                    <a:cubicBezTo>
                      <a:pt x="152893" y="326204"/>
                      <a:pt x="149426" y="327347"/>
                      <a:pt x="148820" y="327347"/>
                    </a:cubicBezTo>
                    <a:cubicBezTo>
                      <a:pt x="148248" y="327347"/>
                      <a:pt x="144042" y="328054"/>
                      <a:pt x="143604" y="328222"/>
                    </a:cubicBezTo>
                    <a:cubicBezTo>
                      <a:pt x="143167" y="328357"/>
                      <a:pt x="139700" y="331115"/>
                      <a:pt x="139700" y="331115"/>
                    </a:cubicBezTo>
                    <a:lnTo>
                      <a:pt x="133609" y="332730"/>
                    </a:lnTo>
                    <a:lnTo>
                      <a:pt x="127652" y="334748"/>
                    </a:lnTo>
                    <a:lnTo>
                      <a:pt x="123883" y="339390"/>
                    </a:lnTo>
                    <a:lnTo>
                      <a:pt x="120988" y="347060"/>
                    </a:lnTo>
                    <a:lnTo>
                      <a:pt x="118969" y="348809"/>
                    </a:lnTo>
                    <a:lnTo>
                      <a:pt x="118834" y="352846"/>
                    </a:lnTo>
                    <a:cubicBezTo>
                      <a:pt x="118834" y="352846"/>
                      <a:pt x="122301" y="359372"/>
                      <a:pt x="122469" y="359944"/>
                    </a:cubicBezTo>
                    <a:cubicBezTo>
                      <a:pt x="122604" y="360516"/>
                      <a:pt x="123916" y="364587"/>
                      <a:pt x="123916" y="364587"/>
                    </a:cubicBezTo>
                    <a:lnTo>
                      <a:pt x="122604" y="367042"/>
                    </a:lnTo>
                    <a:lnTo>
                      <a:pt x="119575" y="366470"/>
                    </a:lnTo>
                    <a:cubicBezTo>
                      <a:pt x="119575" y="366470"/>
                      <a:pt x="116512" y="365158"/>
                      <a:pt x="114796" y="365024"/>
                    </a:cubicBezTo>
                    <a:cubicBezTo>
                      <a:pt x="113046" y="364889"/>
                      <a:pt x="112036" y="365024"/>
                      <a:pt x="111464" y="365024"/>
                    </a:cubicBezTo>
                    <a:cubicBezTo>
                      <a:pt x="110892" y="365024"/>
                      <a:pt x="108704" y="367210"/>
                      <a:pt x="108704" y="367210"/>
                    </a:cubicBezTo>
                    <a:lnTo>
                      <a:pt x="108839" y="371685"/>
                    </a:lnTo>
                    <a:lnTo>
                      <a:pt x="115065" y="375755"/>
                    </a:lnTo>
                    <a:lnTo>
                      <a:pt x="111430" y="377638"/>
                    </a:lnTo>
                    <a:lnTo>
                      <a:pt x="107089" y="379388"/>
                    </a:lnTo>
                    <a:lnTo>
                      <a:pt x="99416" y="382146"/>
                    </a:lnTo>
                    <a:lnTo>
                      <a:pt x="97262" y="385342"/>
                    </a:lnTo>
                    <a:lnTo>
                      <a:pt x="90733" y="384030"/>
                    </a:lnTo>
                    <a:lnTo>
                      <a:pt x="84944" y="379825"/>
                    </a:lnTo>
                    <a:lnTo>
                      <a:pt x="78718" y="379522"/>
                    </a:lnTo>
                    <a:lnTo>
                      <a:pt x="75386" y="381709"/>
                    </a:lnTo>
                    <a:cubicBezTo>
                      <a:pt x="75386" y="381709"/>
                      <a:pt x="75521" y="386789"/>
                      <a:pt x="75521" y="387495"/>
                    </a:cubicBezTo>
                    <a:cubicBezTo>
                      <a:pt x="75521" y="388201"/>
                      <a:pt x="79290" y="394593"/>
                      <a:pt x="79290" y="394593"/>
                    </a:cubicBezTo>
                    <a:lnTo>
                      <a:pt x="85516" y="401691"/>
                    </a:lnTo>
                    <a:lnTo>
                      <a:pt x="84944" y="407780"/>
                    </a:lnTo>
                    <a:lnTo>
                      <a:pt x="79593" y="410235"/>
                    </a:lnTo>
                    <a:lnTo>
                      <a:pt x="72054" y="409663"/>
                    </a:lnTo>
                    <a:cubicBezTo>
                      <a:pt x="72054" y="409663"/>
                      <a:pt x="65256" y="410807"/>
                      <a:pt x="64651" y="410807"/>
                    </a:cubicBezTo>
                    <a:cubicBezTo>
                      <a:pt x="64078" y="410807"/>
                      <a:pt x="57246" y="412119"/>
                      <a:pt x="57246" y="412119"/>
                    </a:cubicBezTo>
                    <a:lnTo>
                      <a:pt x="50145" y="413431"/>
                    </a:lnTo>
                    <a:lnTo>
                      <a:pt x="44626" y="413566"/>
                    </a:lnTo>
                    <a:lnTo>
                      <a:pt x="38400" y="415012"/>
                    </a:lnTo>
                    <a:lnTo>
                      <a:pt x="34058" y="417636"/>
                    </a:lnTo>
                    <a:lnTo>
                      <a:pt x="31029" y="422985"/>
                    </a:lnTo>
                    <a:lnTo>
                      <a:pt x="34058" y="426887"/>
                    </a:lnTo>
                    <a:lnTo>
                      <a:pt x="35203" y="432404"/>
                    </a:lnTo>
                    <a:lnTo>
                      <a:pt x="31871" y="439199"/>
                    </a:lnTo>
                    <a:lnTo>
                      <a:pt x="23457" y="440948"/>
                    </a:lnTo>
                    <a:cubicBezTo>
                      <a:pt x="23457" y="440948"/>
                      <a:pt x="17669" y="440948"/>
                      <a:pt x="17097" y="440948"/>
                    </a:cubicBezTo>
                    <a:cubicBezTo>
                      <a:pt x="16524" y="440948"/>
                      <a:pt x="12890" y="443034"/>
                      <a:pt x="12890" y="443034"/>
                    </a:cubicBezTo>
                    <a:lnTo>
                      <a:pt x="9995" y="446734"/>
                    </a:lnTo>
                    <a:lnTo>
                      <a:pt x="7539" y="451377"/>
                    </a:lnTo>
                    <a:lnTo>
                      <a:pt x="5957" y="454270"/>
                    </a:lnTo>
                    <a:lnTo>
                      <a:pt x="4947" y="457163"/>
                    </a:lnTo>
                    <a:lnTo>
                      <a:pt x="7404" y="460055"/>
                    </a:lnTo>
                    <a:lnTo>
                      <a:pt x="11308" y="461805"/>
                    </a:lnTo>
                    <a:lnTo>
                      <a:pt x="13933" y="461805"/>
                    </a:lnTo>
                    <a:lnTo>
                      <a:pt x="20462" y="463554"/>
                    </a:lnTo>
                    <a:lnTo>
                      <a:pt x="23928" y="464563"/>
                    </a:lnTo>
                    <a:lnTo>
                      <a:pt x="25813" y="468634"/>
                    </a:lnTo>
                    <a:lnTo>
                      <a:pt x="28001" y="470955"/>
                    </a:lnTo>
                    <a:lnTo>
                      <a:pt x="27429" y="474151"/>
                    </a:lnTo>
                    <a:lnTo>
                      <a:pt x="23222" y="475732"/>
                    </a:lnTo>
                    <a:lnTo>
                      <a:pt x="20630" y="476875"/>
                    </a:lnTo>
                    <a:lnTo>
                      <a:pt x="15111" y="479062"/>
                    </a:lnTo>
                    <a:lnTo>
                      <a:pt x="11039" y="482392"/>
                    </a:lnTo>
                    <a:lnTo>
                      <a:pt x="7842" y="485588"/>
                    </a:lnTo>
                    <a:lnTo>
                      <a:pt x="6394" y="491239"/>
                    </a:lnTo>
                    <a:lnTo>
                      <a:pt x="4072" y="497026"/>
                    </a:lnTo>
                    <a:lnTo>
                      <a:pt x="2760" y="503417"/>
                    </a:lnTo>
                    <a:lnTo>
                      <a:pt x="1885" y="509943"/>
                    </a:lnTo>
                    <a:lnTo>
                      <a:pt x="2019" y="516167"/>
                    </a:lnTo>
                    <a:lnTo>
                      <a:pt x="0" y="525283"/>
                    </a:lnTo>
                    <a:lnTo>
                      <a:pt x="0" y="530800"/>
                    </a:lnTo>
                    <a:lnTo>
                      <a:pt x="1649" y="535879"/>
                    </a:lnTo>
                    <a:lnTo>
                      <a:pt x="4476" y="538772"/>
                    </a:lnTo>
                    <a:lnTo>
                      <a:pt x="7101" y="543247"/>
                    </a:lnTo>
                    <a:lnTo>
                      <a:pt x="8111" y="548764"/>
                    </a:lnTo>
                    <a:lnTo>
                      <a:pt x="12149" y="549033"/>
                    </a:lnTo>
                    <a:lnTo>
                      <a:pt x="17500" y="550042"/>
                    </a:lnTo>
                    <a:lnTo>
                      <a:pt x="18241" y="552800"/>
                    </a:lnTo>
                    <a:cubicBezTo>
                      <a:pt x="18241" y="552800"/>
                      <a:pt x="15178" y="553405"/>
                      <a:pt x="14606" y="553675"/>
                    </a:cubicBezTo>
                    <a:cubicBezTo>
                      <a:pt x="14034" y="553977"/>
                      <a:pt x="11577" y="555693"/>
                      <a:pt x="11577" y="555693"/>
                    </a:cubicBezTo>
                    <a:lnTo>
                      <a:pt x="8683" y="558149"/>
                    </a:lnTo>
                    <a:lnTo>
                      <a:pt x="8111" y="560167"/>
                    </a:lnTo>
                    <a:lnTo>
                      <a:pt x="12149" y="562926"/>
                    </a:lnTo>
                    <a:lnTo>
                      <a:pt x="14034" y="568005"/>
                    </a:lnTo>
                    <a:cubicBezTo>
                      <a:pt x="14034" y="568005"/>
                      <a:pt x="16053" y="571773"/>
                      <a:pt x="16625" y="572782"/>
                    </a:cubicBezTo>
                    <a:cubicBezTo>
                      <a:pt x="17231" y="573791"/>
                      <a:pt x="17366" y="574363"/>
                      <a:pt x="17366" y="574363"/>
                    </a:cubicBezTo>
                    <a:lnTo>
                      <a:pt x="20428" y="576819"/>
                    </a:lnTo>
                    <a:lnTo>
                      <a:pt x="23188" y="578568"/>
                    </a:lnTo>
                    <a:lnTo>
                      <a:pt x="24500" y="578434"/>
                    </a:lnTo>
                    <a:cubicBezTo>
                      <a:pt x="24500" y="578434"/>
                      <a:pt x="26520" y="576415"/>
                      <a:pt x="26654" y="575978"/>
                    </a:cubicBezTo>
                    <a:cubicBezTo>
                      <a:pt x="26789" y="575541"/>
                      <a:pt x="28404" y="573960"/>
                      <a:pt x="28404" y="573960"/>
                    </a:cubicBezTo>
                    <a:lnTo>
                      <a:pt x="31029" y="577155"/>
                    </a:lnTo>
                    <a:lnTo>
                      <a:pt x="33924" y="579611"/>
                    </a:lnTo>
                    <a:lnTo>
                      <a:pt x="34664" y="580620"/>
                    </a:lnTo>
                    <a:lnTo>
                      <a:pt x="37558" y="583379"/>
                    </a:lnTo>
                    <a:lnTo>
                      <a:pt x="37693" y="585700"/>
                    </a:lnTo>
                    <a:lnTo>
                      <a:pt x="37121" y="587752"/>
                    </a:lnTo>
                    <a:cubicBezTo>
                      <a:pt x="37121" y="587752"/>
                      <a:pt x="34664" y="589333"/>
                      <a:pt x="34092" y="589333"/>
                    </a:cubicBezTo>
                    <a:cubicBezTo>
                      <a:pt x="33520" y="589333"/>
                      <a:pt x="31904" y="588593"/>
                      <a:pt x="31904" y="588593"/>
                    </a:cubicBezTo>
                    <a:lnTo>
                      <a:pt x="29145" y="586271"/>
                    </a:lnTo>
                    <a:lnTo>
                      <a:pt x="25510" y="586137"/>
                    </a:lnTo>
                    <a:lnTo>
                      <a:pt x="24063" y="587012"/>
                    </a:lnTo>
                    <a:lnTo>
                      <a:pt x="22616" y="589635"/>
                    </a:lnTo>
                    <a:lnTo>
                      <a:pt x="22616" y="592663"/>
                    </a:lnTo>
                    <a:cubicBezTo>
                      <a:pt x="22616" y="592663"/>
                      <a:pt x="23592" y="598617"/>
                      <a:pt x="23154" y="600468"/>
                    </a:cubicBezTo>
                    <a:cubicBezTo>
                      <a:pt x="22717" y="602351"/>
                      <a:pt x="23491" y="602351"/>
                      <a:pt x="23491" y="602351"/>
                    </a:cubicBezTo>
                    <a:lnTo>
                      <a:pt x="27126" y="603966"/>
                    </a:lnTo>
                    <a:cubicBezTo>
                      <a:pt x="27126" y="603966"/>
                      <a:pt x="28842" y="603226"/>
                      <a:pt x="29313" y="603226"/>
                    </a:cubicBezTo>
                    <a:cubicBezTo>
                      <a:pt x="29751" y="603226"/>
                      <a:pt x="32948" y="600165"/>
                      <a:pt x="33217" y="599761"/>
                    </a:cubicBezTo>
                    <a:cubicBezTo>
                      <a:pt x="33520" y="599324"/>
                      <a:pt x="39174" y="599189"/>
                      <a:pt x="39174" y="599189"/>
                    </a:cubicBezTo>
                    <a:lnTo>
                      <a:pt x="42943" y="599189"/>
                    </a:lnTo>
                    <a:lnTo>
                      <a:pt x="45972" y="600501"/>
                    </a:lnTo>
                    <a:lnTo>
                      <a:pt x="46713" y="601073"/>
                    </a:lnTo>
                    <a:cubicBezTo>
                      <a:pt x="46713" y="601073"/>
                      <a:pt x="50482" y="603966"/>
                      <a:pt x="51054" y="603832"/>
                    </a:cubicBezTo>
                    <a:cubicBezTo>
                      <a:pt x="51626" y="603697"/>
                      <a:pt x="53948" y="604269"/>
                      <a:pt x="54520" y="603832"/>
                    </a:cubicBezTo>
                    <a:cubicBezTo>
                      <a:pt x="55093" y="603394"/>
                      <a:pt x="58020" y="601645"/>
                      <a:pt x="58020" y="601645"/>
                    </a:cubicBezTo>
                    <a:lnTo>
                      <a:pt x="62497" y="600064"/>
                    </a:lnTo>
                    <a:cubicBezTo>
                      <a:pt x="62497" y="600064"/>
                      <a:pt x="68857" y="598752"/>
                      <a:pt x="69463" y="598752"/>
                    </a:cubicBezTo>
                    <a:cubicBezTo>
                      <a:pt x="70035" y="598752"/>
                      <a:pt x="74107" y="597743"/>
                      <a:pt x="74680" y="597440"/>
                    </a:cubicBezTo>
                    <a:cubicBezTo>
                      <a:pt x="75252" y="597137"/>
                      <a:pt x="78449" y="594412"/>
                      <a:pt x="78449" y="594412"/>
                    </a:cubicBezTo>
                    <a:lnTo>
                      <a:pt x="83531" y="592528"/>
                    </a:lnTo>
                    <a:cubicBezTo>
                      <a:pt x="83531" y="592528"/>
                      <a:pt x="86862" y="588323"/>
                      <a:pt x="87165" y="587886"/>
                    </a:cubicBezTo>
                    <a:cubicBezTo>
                      <a:pt x="87468" y="587449"/>
                      <a:pt x="89622" y="581966"/>
                      <a:pt x="89622" y="581966"/>
                    </a:cubicBezTo>
                    <a:lnTo>
                      <a:pt x="90935" y="577761"/>
                    </a:lnTo>
                    <a:lnTo>
                      <a:pt x="93391" y="572109"/>
                    </a:lnTo>
                    <a:lnTo>
                      <a:pt x="91069" y="568342"/>
                    </a:lnTo>
                    <a:lnTo>
                      <a:pt x="87738" y="563868"/>
                    </a:lnTo>
                    <a:lnTo>
                      <a:pt x="86156" y="559393"/>
                    </a:lnTo>
                    <a:lnTo>
                      <a:pt x="84406" y="557947"/>
                    </a:lnTo>
                    <a:lnTo>
                      <a:pt x="81074" y="559393"/>
                    </a:lnTo>
                    <a:lnTo>
                      <a:pt x="79189" y="556938"/>
                    </a:lnTo>
                    <a:lnTo>
                      <a:pt x="77742" y="554347"/>
                    </a:lnTo>
                    <a:lnTo>
                      <a:pt x="76867" y="554617"/>
                    </a:lnTo>
                    <a:lnTo>
                      <a:pt x="73973" y="555760"/>
                    </a:lnTo>
                    <a:lnTo>
                      <a:pt x="71078" y="555760"/>
                    </a:lnTo>
                    <a:lnTo>
                      <a:pt x="70069" y="552935"/>
                    </a:lnTo>
                    <a:lnTo>
                      <a:pt x="69328" y="550681"/>
                    </a:lnTo>
                    <a:lnTo>
                      <a:pt x="70473" y="547048"/>
                    </a:lnTo>
                    <a:lnTo>
                      <a:pt x="72223" y="547048"/>
                    </a:lnTo>
                    <a:lnTo>
                      <a:pt x="75992" y="547048"/>
                    </a:lnTo>
                    <a:lnTo>
                      <a:pt x="77574" y="545736"/>
                    </a:lnTo>
                    <a:lnTo>
                      <a:pt x="77002" y="543549"/>
                    </a:lnTo>
                    <a:lnTo>
                      <a:pt x="76564" y="540084"/>
                    </a:lnTo>
                    <a:lnTo>
                      <a:pt x="74982" y="538201"/>
                    </a:lnTo>
                    <a:lnTo>
                      <a:pt x="72660" y="535005"/>
                    </a:lnTo>
                    <a:lnTo>
                      <a:pt x="71482" y="534197"/>
                    </a:lnTo>
                    <a:cubicBezTo>
                      <a:pt x="71482" y="534197"/>
                      <a:pt x="68723" y="533996"/>
                      <a:pt x="67578" y="534130"/>
                    </a:cubicBezTo>
                    <a:cubicBezTo>
                      <a:pt x="66434" y="534265"/>
                      <a:pt x="63102" y="534130"/>
                      <a:pt x="63102" y="534130"/>
                    </a:cubicBezTo>
                    <a:lnTo>
                      <a:pt x="59905" y="531506"/>
                    </a:lnTo>
                    <a:lnTo>
                      <a:pt x="56439" y="528613"/>
                    </a:lnTo>
                    <a:cubicBezTo>
                      <a:pt x="56439" y="528613"/>
                      <a:pt x="54117" y="525990"/>
                      <a:pt x="53847" y="525417"/>
                    </a:cubicBezTo>
                    <a:cubicBezTo>
                      <a:pt x="53544" y="524845"/>
                      <a:pt x="52838" y="522659"/>
                      <a:pt x="52838" y="522659"/>
                    </a:cubicBezTo>
                    <a:lnTo>
                      <a:pt x="52265" y="521785"/>
                    </a:lnTo>
                    <a:lnTo>
                      <a:pt x="52265" y="518892"/>
                    </a:lnTo>
                    <a:lnTo>
                      <a:pt x="52703" y="517008"/>
                    </a:lnTo>
                    <a:lnTo>
                      <a:pt x="55025" y="514115"/>
                    </a:lnTo>
                    <a:lnTo>
                      <a:pt x="58054" y="511356"/>
                    </a:lnTo>
                    <a:lnTo>
                      <a:pt x="61958" y="509910"/>
                    </a:lnTo>
                    <a:cubicBezTo>
                      <a:pt x="61958" y="509910"/>
                      <a:pt x="66030" y="508766"/>
                      <a:pt x="68487" y="508329"/>
                    </a:cubicBezTo>
                    <a:cubicBezTo>
                      <a:pt x="70944" y="507891"/>
                      <a:pt x="68622" y="511524"/>
                      <a:pt x="68622" y="511524"/>
                    </a:cubicBezTo>
                    <a:cubicBezTo>
                      <a:pt x="68622" y="511524"/>
                      <a:pt x="65290" y="515292"/>
                      <a:pt x="64852" y="515595"/>
                    </a:cubicBezTo>
                    <a:cubicBezTo>
                      <a:pt x="64415" y="515898"/>
                      <a:pt x="67006" y="517479"/>
                      <a:pt x="67006" y="517479"/>
                    </a:cubicBezTo>
                    <a:lnTo>
                      <a:pt x="71785" y="517479"/>
                    </a:lnTo>
                    <a:lnTo>
                      <a:pt x="74545" y="516335"/>
                    </a:lnTo>
                    <a:lnTo>
                      <a:pt x="77742" y="515460"/>
                    </a:lnTo>
                    <a:lnTo>
                      <a:pt x="82252" y="518051"/>
                    </a:lnTo>
                    <a:lnTo>
                      <a:pt x="85718" y="520944"/>
                    </a:lnTo>
                    <a:lnTo>
                      <a:pt x="91372" y="522659"/>
                    </a:lnTo>
                    <a:lnTo>
                      <a:pt x="95714" y="522659"/>
                    </a:lnTo>
                    <a:lnTo>
                      <a:pt x="96016" y="519463"/>
                    </a:lnTo>
                    <a:lnTo>
                      <a:pt x="96891" y="516570"/>
                    </a:lnTo>
                    <a:lnTo>
                      <a:pt x="97026" y="513946"/>
                    </a:lnTo>
                    <a:lnTo>
                      <a:pt x="96319" y="511928"/>
                    </a:lnTo>
                    <a:lnTo>
                      <a:pt x="94267" y="510179"/>
                    </a:lnTo>
                    <a:cubicBezTo>
                      <a:pt x="94267" y="510179"/>
                      <a:pt x="91944" y="508867"/>
                      <a:pt x="91675" y="508295"/>
                    </a:cubicBezTo>
                    <a:cubicBezTo>
                      <a:pt x="91372" y="507723"/>
                      <a:pt x="90531" y="508160"/>
                      <a:pt x="89050" y="507151"/>
                    </a:cubicBezTo>
                    <a:cubicBezTo>
                      <a:pt x="87603" y="506142"/>
                      <a:pt x="86021" y="504830"/>
                      <a:pt x="85415" y="504527"/>
                    </a:cubicBezTo>
                    <a:cubicBezTo>
                      <a:pt x="84843" y="504258"/>
                      <a:pt x="83396" y="503383"/>
                      <a:pt x="83396" y="503383"/>
                    </a:cubicBezTo>
                    <a:lnTo>
                      <a:pt x="79761" y="502206"/>
                    </a:lnTo>
                    <a:lnTo>
                      <a:pt x="80636" y="500760"/>
                    </a:lnTo>
                    <a:lnTo>
                      <a:pt x="81713" y="499448"/>
                    </a:lnTo>
                    <a:lnTo>
                      <a:pt x="81814" y="495680"/>
                    </a:lnTo>
                    <a:lnTo>
                      <a:pt x="81814" y="490331"/>
                    </a:lnTo>
                    <a:cubicBezTo>
                      <a:pt x="81814" y="490331"/>
                      <a:pt x="82184" y="487270"/>
                      <a:pt x="81882" y="486698"/>
                    </a:cubicBezTo>
                    <a:cubicBezTo>
                      <a:pt x="81579" y="486126"/>
                      <a:pt x="81814" y="481787"/>
                      <a:pt x="81814" y="481787"/>
                    </a:cubicBezTo>
                    <a:lnTo>
                      <a:pt x="81814" y="478322"/>
                    </a:lnTo>
                    <a:lnTo>
                      <a:pt x="84002" y="478457"/>
                    </a:lnTo>
                    <a:lnTo>
                      <a:pt x="87636" y="482090"/>
                    </a:lnTo>
                    <a:cubicBezTo>
                      <a:pt x="87636" y="482090"/>
                      <a:pt x="89959" y="485723"/>
                      <a:pt x="89959" y="486295"/>
                    </a:cubicBezTo>
                    <a:cubicBezTo>
                      <a:pt x="89959" y="486867"/>
                      <a:pt x="89521" y="491206"/>
                      <a:pt x="89084" y="491643"/>
                    </a:cubicBezTo>
                    <a:cubicBezTo>
                      <a:pt x="88646" y="492080"/>
                      <a:pt x="89252" y="494671"/>
                      <a:pt x="89084" y="495108"/>
                    </a:cubicBezTo>
                    <a:cubicBezTo>
                      <a:pt x="88949" y="495545"/>
                      <a:pt x="91271" y="497295"/>
                      <a:pt x="91271" y="497295"/>
                    </a:cubicBezTo>
                    <a:lnTo>
                      <a:pt x="94738" y="503653"/>
                    </a:lnTo>
                    <a:cubicBezTo>
                      <a:pt x="94738" y="503653"/>
                      <a:pt x="98372" y="505099"/>
                      <a:pt x="98945" y="505099"/>
                    </a:cubicBezTo>
                    <a:cubicBezTo>
                      <a:pt x="99517" y="505099"/>
                      <a:pt x="101267" y="504662"/>
                      <a:pt x="101267" y="504224"/>
                    </a:cubicBezTo>
                    <a:cubicBezTo>
                      <a:pt x="101267" y="503787"/>
                      <a:pt x="102848" y="502475"/>
                      <a:pt x="102848" y="502475"/>
                    </a:cubicBezTo>
                    <a:lnTo>
                      <a:pt x="104430" y="500894"/>
                    </a:lnTo>
                    <a:lnTo>
                      <a:pt x="104430" y="497429"/>
                    </a:lnTo>
                    <a:lnTo>
                      <a:pt x="104430" y="492215"/>
                    </a:lnTo>
                    <a:lnTo>
                      <a:pt x="104430" y="488750"/>
                    </a:lnTo>
                    <a:lnTo>
                      <a:pt x="104430" y="482662"/>
                    </a:lnTo>
                    <a:lnTo>
                      <a:pt x="107325" y="480206"/>
                    </a:lnTo>
                    <a:lnTo>
                      <a:pt x="108772" y="482662"/>
                    </a:lnTo>
                    <a:lnTo>
                      <a:pt x="113719" y="482662"/>
                    </a:lnTo>
                    <a:lnTo>
                      <a:pt x="115603" y="479634"/>
                    </a:lnTo>
                    <a:lnTo>
                      <a:pt x="116478" y="476741"/>
                    </a:lnTo>
                    <a:lnTo>
                      <a:pt x="118060" y="471964"/>
                    </a:lnTo>
                    <a:lnTo>
                      <a:pt x="124589" y="468499"/>
                    </a:lnTo>
                    <a:lnTo>
                      <a:pt x="133138" y="468768"/>
                    </a:lnTo>
                    <a:lnTo>
                      <a:pt x="139094" y="468768"/>
                    </a:lnTo>
                    <a:lnTo>
                      <a:pt x="144883" y="469273"/>
                    </a:lnTo>
                    <a:lnTo>
                      <a:pt x="149224" y="467019"/>
                    </a:lnTo>
                    <a:lnTo>
                      <a:pt x="156898" y="465270"/>
                    </a:lnTo>
                    <a:lnTo>
                      <a:pt x="160801" y="464260"/>
                    </a:lnTo>
                    <a:lnTo>
                      <a:pt x="164268" y="463117"/>
                    </a:lnTo>
                    <a:lnTo>
                      <a:pt x="163561" y="459214"/>
                    </a:lnTo>
                    <a:lnTo>
                      <a:pt x="163561" y="457903"/>
                    </a:lnTo>
                    <a:lnTo>
                      <a:pt x="167263" y="457331"/>
                    </a:lnTo>
                    <a:lnTo>
                      <a:pt x="169787" y="458643"/>
                    </a:lnTo>
                    <a:lnTo>
                      <a:pt x="170528" y="460964"/>
                    </a:lnTo>
                    <a:lnTo>
                      <a:pt x="170528" y="465034"/>
                    </a:lnTo>
                    <a:lnTo>
                      <a:pt x="171470" y="469677"/>
                    </a:lnTo>
                    <a:lnTo>
                      <a:pt x="175038" y="470686"/>
                    </a:lnTo>
                    <a:cubicBezTo>
                      <a:pt x="175038" y="470686"/>
                      <a:pt x="177057" y="467221"/>
                      <a:pt x="177225" y="466783"/>
                    </a:cubicBezTo>
                    <a:cubicBezTo>
                      <a:pt x="177360" y="466346"/>
                      <a:pt x="178235" y="464160"/>
                      <a:pt x="178235" y="464160"/>
                    </a:cubicBezTo>
                    <a:lnTo>
                      <a:pt x="181432" y="461838"/>
                    </a:lnTo>
                    <a:lnTo>
                      <a:pt x="186783" y="460089"/>
                    </a:lnTo>
                    <a:lnTo>
                      <a:pt x="188398" y="457331"/>
                    </a:lnTo>
                    <a:lnTo>
                      <a:pt x="189845" y="454135"/>
                    </a:lnTo>
                    <a:lnTo>
                      <a:pt x="190418" y="452520"/>
                    </a:lnTo>
                    <a:lnTo>
                      <a:pt x="195197" y="453967"/>
                    </a:lnTo>
                    <a:lnTo>
                      <a:pt x="200278" y="456423"/>
                    </a:lnTo>
                    <a:lnTo>
                      <a:pt x="206235" y="460022"/>
                    </a:lnTo>
                    <a:lnTo>
                      <a:pt x="210005" y="460022"/>
                    </a:lnTo>
                    <a:lnTo>
                      <a:pt x="217543" y="457196"/>
                    </a:lnTo>
                    <a:lnTo>
                      <a:pt x="218284" y="453664"/>
                    </a:lnTo>
                    <a:cubicBezTo>
                      <a:pt x="218284" y="453664"/>
                      <a:pt x="220740" y="451209"/>
                      <a:pt x="220740" y="450771"/>
                    </a:cubicBezTo>
                    <a:cubicBezTo>
                      <a:pt x="220740" y="450334"/>
                      <a:pt x="223063" y="447575"/>
                      <a:pt x="223063" y="447575"/>
                    </a:cubicBezTo>
                    <a:lnTo>
                      <a:pt x="225250" y="444380"/>
                    </a:lnTo>
                    <a:lnTo>
                      <a:pt x="224947" y="442799"/>
                    </a:lnTo>
                    <a:lnTo>
                      <a:pt x="223635" y="439165"/>
                    </a:lnTo>
                    <a:lnTo>
                      <a:pt x="219562" y="434389"/>
                    </a:lnTo>
                    <a:lnTo>
                      <a:pt x="217543" y="430049"/>
                    </a:lnTo>
                    <a:lnTo>
                      <a:pt x="220135" y="429747"/>
                    </a:lnTo>
                    <a:lnTo>
                      <a:pt x="223029" y="429443"/>
                    </a:lnTo>
                    <a:cubicBezTo>
                      <a:pt x="223029" y="429443"/>
                      <a:pt x="226226" y="429006"/>
                      <a:pt x="226664" y="428737"/>
                    </a:cubicBezTo>
                    <a:cubicBezTo>
                      <a:pt x="227101" y="428435"/>
                      <a:pt x="228111" y="427156"/>
                      <a:pt x="228111" y="427156"/>
                    </a:cubicBezTo>
                    <a:lnTo>
                      <a:pt x="232183" y="426282"/>
                    </a:lnTo>
                    <a:lnTo>
                      <a:pt x="234774" y="426416"/>
                    </a:lnTo>
                    <a:lnTo>
                      <a:pt x="236356" y="429006"/>
                    </a:lnTo>
                    <a:lnTo>
                      <a:pt x="234774" y="432908"/>
                    </a:lnTo>
                    <a:lnTo>
                      <a:pt x="234337" y="435230"/>
                    </a:lnTo>
                    <a:lnTo>
                      <a:pt x="234068" y="439435"/>
                    </a:lnTo>
                    <a:lnTo>
                      <a:pt x="233193" y="441756"/>
                    </a:lnTo>
                    <a:lnTo>
                      <a:pt x="233193" y="445086"/>
                    </a:lnTo>
                    <a:lnTo>
                      <a:pt x="234269" y="448988"/>
                    </a:lnTo>
                    <a:lnTo>
                      <a:pt x="236794" y="451612"/>
                    </a:lnTo>
                    <a:lnTo>
                      <a:pt x="241000" y="453631"/>
                    </a:lnTo>
                    <a:lnTo>
                      <a:pt x="245780" y="452756"/>
                    </a:lnTo>
                    <a:lnTo>
                      <a:pt x="247799" y="448686"/>
                    </a:lnTo>
                    <a:lnTo>
                      <a:pt x="251265" y="446230"/>
                    </a:lnTo>
                    <a:cubicBezTo>
                      <a:pt x="251265" y="446230"/>
                      <a:pt x="251568" y="441150"/>
                      <a:pt x="251837" y="440578"/>
                    </a:cubicBezTo>
                    <a:cubicBezTo>
                      <a:pt x="252107" y="440006"/>
                      <a:pt x="251703" y="434489"/>
                      <a:pt x="251703" y="434489"/>
                    </a:cubicBezTo>
                    <a:lnTo>
                      <a:pt x="251130" y="432303"/>
                    </a:lnTo>
                    <a:lnTo>
                      <a:pt x="247933" y="428266"/>
                    </a:lnTo>
                    <a:lnTo>
                      <a:pt x="244029" y="422918"/>
                    </a:lnTo>
                    <a:lnTo>
                      <a:pt x="246049" y="420025"/>
                    </a:lnTo>
                    <a:lnTo>
                      <a:pt x="249515" y="420159"/>
                    </a:lnTo>
                    <a:lnTo>
                      <a:pt x="253587" y="420025"/>
                    </a:lnTo>
                    <a:lnTo>
                      <a:pt x="255035" y="422043"/>
                    </a:lnTo>
                    <a:lnTo>
                      <a:pt x="262438" y="423355"/>
                    </a:lnTo>
                    <a:lnTo>
                      <a:pt x="266510" y="420159"/>
                    </a:lnTo>
                    <a:lnTo>
                      <a:pt x="269270" y="417973"/>
                    </a:lnTo>
                    <a:lnTo>
                      <a:pt x="273915" y="416829"/>
                    </a:lnTo>
                    <a:lnTo>
                      <a:pt x="274621" y="419587"/>
                    </a:lnTo>
                    <a:lnTo>
                      <a:pt x="273040" y="425508"/>
                    </a:lnTo>
                    <a:lnTo>
                      <a:pt x="271896" y="429410"/>
                    </a:lnTo>
                    <a:lnTo>
                      <a:pt x="272905" y="432875"/>
                    </a:lnTo>
                    <a:lnTo>
                      <a:pt x="277549" y="433884"/>
                    </a:lnTo>
                    <a:lnTo>
                      <a:pt x="283641" y="433884"/>
                    </a:lnTo>
                    <a:lnTo>
                      <a:pt x="287982" y="432875"/>
                    </a:lnTo>
                    <a:lnTo>
                      <a:pt x="290877" y="429242"/>
                    </a:lnTo>
                    <a:lnTo>
                      <a:pt x="293333" y="425037"/>
                    </a:lnTo>
                    <a:lnTo>
                      <a:pt x="294780" y="423456"/>
                    </a:lnTo>
                    <a:lnTo>
                      <a:pt x="296228" y="419823"/>
                    </a:lnTo>
                    <a:lnTo>
                      <a:pt x="296497" y="414777"/>
                    </a:lnTo>
                    <a:lnTo>
                      <a:pt x="293468" y="409697"/>
                    </a:lnTo>
                    <a:lnTo>
                      <a:pt x="292761" y="406232"/>
                    </a:lnTo>
                    <a:lnTo>
                      <a:pt x="289429" y="402902"/>
                    </a:lnTo>
                    <a:lnTo>
                      <a:pt x="288723" y="397688"/>
                    </a:lnTo>
                    <a:lnTo>
                      <a:pt x="289598" y="393617"/>
                    </a:lnTo>
                    <a:lnTo>
                      <a:pt x="294074" y="398259"/>
                    </a:lnTo>
                    <a:lnTo>
                      <a:pt x="294074" y="401724"/>
                    </a:lnTo>
                    <a:lnTo>
                      <a:pt x="297103" y="404046"/>
                    </a:lnTo>
                    <a:lnTo>
                      <a:pt x="300435" y="406064"/>
                    </a:lnTo>
                    <a:lnTo>
                      <a:pt x="303632" y="408385"/>
                    </a:lnTo>
                    <a:lnTo>
                      <a:pt x="302319" y="410269"/>
                    </a:lnTo>
                    <a:lnTo>
                      <a:pt x="300435" y="415046"/>
                    </a:lnTo>
                    <a:lnTo>
                      <a:pt x="302319" y="420563"/>
                    </a:lnTo>
                    <a:lnTo>
                      <a:pt x="308848" y="425071"/>
                    </a:lnTo>
                    <a:lnTo>
                      <a:pt x="314939" y="424330"/>
                    </a:lnTo>
                    <a:lnTo>
                      <a:pt x="319146" y="420697"/>
                    </a:lnTo>
                    <a:cubicBezTo>
                      <a:pt x="319146" y="420697"/>
                      <a:pt x="323623" y="417939"/>
                      <a:pt x="324094" y="417502"/>
                    </a:cubicBezTo>
                    <a:cubicBezTo>
                      <a:pt x="324531" y="417064"/>
                      <a:pt x="326416" y="415450"/>
                      <a:pt x="326988" y="414609"/>
                    </a:cubicBezTo>
                    <a:cubicBezTo>
                      <a:pt x="327560" y="413734"/>
                      <a:pt x="329007" y="410841"/>
                      <a:pt x="329007" y="410841"/>
                    </a:cubicBezTo>
                    <a:lnTo>
                      <a:pt x="330454" y="406064"/>
                    </a:lnTo>
                    <a:lnTo>
                      <a:pt x="332204" y="401287"/>
                    </a:lnTo>
                    <a:lnTo>
                      <a:pt x="334527" y="397957"/>
                    </a:lnTo>
                    <a:lnTo>
                      <a:pt x="336411" y="397385"/>
                    </a:lnTo>
                    <a:cubicBezTo>
                      <a:pt x="336411" y="397385"/>
                      <a:pt x="340618" y="401859"/>
                      <a:pt x="341190" y="402464"/>
                    </a:cubicBezTo>
                    <a:cubicBezTo>
                      <a:pt x="341762" y="403036"/>
                      <a:pt x="341055" y="405492"/>
                      <a:pt x="341190" y="407813"/>
                    </a:cubicBezTo>
                    <a:cubicBezTo>
                      <a:pt x="341325" y="410134"/>
                      <a:pt x="341930" y="411715"/>
                      <a:pt x="341930" y="411715"/>
                    </a:cubicBezTo>
                    <a:cubicBezTo>
                      <a:pt x="341930" y="411715"/>
                      <a:pt x="347416" y="416358"/>
                      <a:pt x="348291" y="416055"/>
                    </a:cubicBezTo>
                    <a:cubicBezTo>
                      <a:pt x="349166" y="415752"/>
                      <a:pt x="353373" y="415315"/>
                      <a:pt x="353373" y="415315"/>
                    </a:cubicBezTo>
                    <a:lnTo>
                      <a:pt x="360474" y="416055"/>
                    </a:lnTo>
                    <a:cubicBezTo>
                      <a:pt x="360474" y="416055"/>
                      <a:pt x="362662" y="415752"/>
                      <a:pt x="362662" y="415315"/>
                    </a:cubicBezTo>
                    <a:cubicBezTo>
                      <a:pt x="362662" y="414878"/>
                      <a:pt x="364412" y="412859"/>
                      <a:pt x="364412" y="412859"/>
                    </a:cubicBezTo>
                    <a:lnTo>
                      <a:pt x="360508" y="410101"/>
                    </a:lnTo>
                    <a:lnTo>
                      <a:pt x="361383" y="406905"/>
                    </a:lnTo>
                    <a:cubicBezTo>
                      <a:pt x="361383" y="406905"/>
                      <a:pt x="363133" y="403877"/>
                      <a:pt x="363133" y="403272"/>
                    </a:cubicBezTo>
                    <a:cubicBezTo>
                      <a:pt x="363133" y="402700"/>
                      <a:pt x="364446" y="402128"/>
                      <a:pt x="364446" y="402128"/>
                    </a:cubicBezTo>
                    <a:lnTo>
                      <a:pt x="366330" y="402868"/>
                    </a:lnTo>
                    <a:lnTo>
                      <a:pt x="367912" y="405055"/>
                    </a:lnTo>
                    <a:cubicBezTo>
                      <a:pt x="367912" y="405055"/>
                      <a:pt x="372691" y="405627"/>
                      <a:pt x="373297" y="405055"/>
                    </a:cubicBezTo>
                    <a:cubicBezTo>
                      <a:pt x="373869" y="404483"/>
                      <a:pt x="374744" y="405055"/>
                      <a:pt x="374744" y="405055"/>
                    </a:cubicBezTo>
                    <a:cubicBezTo>
                      <a:pt x="374744" y="405055"/>
                      <a:pt x="377638" y="402027"/>
                      <a:pt x="377806" y="401590"/>
                    </a:cubicBezTo>
                    <a:cubicBezTo>
                      <a:pt x="377941" y="401153"/>
                      <a:pt x="381138" y="399269"/>
                      <a:pt x="381576" y="398529"/>
                    </a:cubicBezTo>
                    <a:cubicBezTo>
                      <a:pt x="382013" y="397822"/>
                      <a:pt x="382888" y="393752"/>
                      <a:pt x="382888" y="393752"/>
                    </a:cubicBezTo>
                    <a:lnTo>
                      <a:pt x="386523" y="390556"/>
                    </a:lnTo>
                    <a:lnTo>
                      <a:pt x="388980" y="387798"/>
                    </a:lnTo>
                    <a:lnTo>
                      <a:pt x="391436" y="384165"/>
                    </a:lnTo>
                    <a:lnTo>
                      <a:pt x="393321" y="380700"/>
                    </a:lnTo>
                    <a:lnTo>
                      <a:pt x="394903" y="378076"/>
                    </a:lnTo>
                    <a:lnTo>
                      <a:pt x="394465" y="373433"/>
                    </a:lnTo>
                    <a:lnTo>
                      <a:pt x="394331" y="370238"/>
                    </a:lnTo>
                    <a:lnTo>
                      <a:pt x="391706" y="366168"/>
                    </a:lnTo>
                    <a:lnTo>
                      <a:pt x="390696" y="361256"/>
                    </a:lnTo>
                    <a:lnTo>
                      <a:pt x="396922" y="363140"/>
                    </a:lnTo>
                    <a:lnTo>
                      <a:pt x="395913" y="366033"/>
                    </a:lnTo>
                    <a:lnTo>
                      <a:pt x="399110" y="368926"/>
                    </a:lnTo>
                    <a:lnTo>
                      <a:pt x="401566" y="370810"/>
                    </a:lnTo>
                    <a:lnTo>
                      <a:pt x="403451" y="375015"/>
                    </a:lnTo>
                    <a:lnTo>
                      <a:pt x="407523" y="379522"/>
                    </a:lnTo>
                    <a:lnTo>
                      <a:pt x="407086" y="381978"/>
                    </a:lnTo>
                    <a:lnTo>
                      <a:pt x="409846" y="385174"/>
                    </a:lnTo>
                    <a:lnTo>
                      <a:pt x="414759" y="385174"/>
                    </a:lnTo>
                    <a:lnTo>
                      <a:pt x="418831" y="383223"/>
                    </a:lnTo>
                    <a:lnTo>
                      <a:pt x="420851" y="380969"/>
                    </a:lnTo>
                    <a:lnTo>
                      <a:pt x="419976" y="377773"/>
                    </a:lnTo>
                    <a:lnTo>
                      <a:pt x="417788" y="375015"/>
                    </a:lnTo>
                    <a:lnTo>
                      <a:pt x="417519" y="372828"/>
                    </a:lnTo>
                    <a:lnTo>
                      <a:pt x="421153" y="370810"/>
                    </a:lnTo>
                    <a:lnTo>
                      <a:pt x="421423" y="367345"/>
                    </a:lnTo>
                    <a:lnTo>
                      <a:pt x="421557" y="361122"/>
                    </a:lnTo>
                    <a:lnTo>
                      <a:pt x="420380" y="351265"/>
                    </a:lnTo>
                    <a:lnTo>
                      <a:pt x="420817" y="347060"/>
                    </a:lnTo>
                    <a:lnTo>
                      <a:pt x="418797" y="343595"/>
                    </a:lnTo>
                    <a:lnTo>
                      <a:pt x="415600" y="340131"/>
                    </a:lnTo>
                    <a:lnTo>
                      <a:pt x="415028" y="335354"/>
                    </a:lnTo>
                    <a:lnTo>
                      <a:pt x="415466" y="330711"/>
                    </a:lnTo>
                    <a:lnTo>
                      <a:pt x="414322" y="326944"/>
                    </a:lnTo>
                    <a:lnTo>
                      <a:pt x="410687" y="324488"/>
                    </a:lnTo>
                    <a:cubicBezTo>
                      <a:pt x="410687" y="324488"/>
                      <a:pt x="405168" y="320855"/>
                      <a:pt x="404730" y="320586"/>
                    </a:cubicBezTo>
                    <a:cubicBezTo>
                      <a:pt x="404293" y="320283"/>
                      <a:pt x="401836" y="316515"/>
                      <a:pt x="401836" y="316515"/>
                    </a:cubicBezTo>
                    <a:lnTo>
                      <a:pt x="400220" y="313050"/>
                    </a:lnTo>
                    <a:lnTo>
                      <a:pt x="400220" y="311301"/>
                    </a:lnTo>
                    <a:lnTo>
                      <a:pt x="405235" y="315069"/>
                    </a:lnTo>
                    <a:lnTo>
                      <a:pt x="410519" y="317087"/>
                    </a:lnTo>
                    <a:lnTo>
                      <a:pt x="413548" y="318836"/>
                    </a:lnTo>
                    <a:lnTo>
                      <a:pt x="417317" y="318971"/>
                    </a:lnTo>
                    <a:lnTo>
                      <a:pt x="419067" y="317524"/>
                    </a:lnTo>
                    <a:lnTo>
                      <a:pt x="419336" y="313050"/>
                    </a:lnTo>
                    <a:lnTo>
                      <a:pt x="419336" y="307265"/>
                    </a:lnTo>
                    <a:lnTo>
                      <a:pt x="416879" y="303934"/>
                    </a:lnTo>
                    <a:lnTo>
                      <a:pt x="412538" y="300604"/>
                    </a:lnTo>
                    <a:lnTo>
                      <a:pt x="408197" y="295962"/>
                    </a:lnTo>
                    <a:lnTo>
                      <a:pt x="403720" y="290445"/>
                    </a:lnTo>
                    <a:lnTo>
                      <a:pt x="403720" y="286980"/>
                    </a:lnTo>
                    <a:lnTo>
                      <a:pt x="403720" y="281765"/>
                    </a:lnTo>
                    <a:lnTo>
                      <a:pt x="405672" y="280622"/>
                    </a:lnTo>
                    <a:cubicBezTo>
                      <a:pt x="405672" y="280622"/>
                      <a:pt x="410081" y="285970"/>
                      <a:pt x="410687" y="286408"/>
                    </a:cubicBezTo>
                    <a:cubicBezTo>
                      <a:pt x="411259" y="286845"/>
                      <a:pt x="413009" y="291487"/>
                      <a:pt x="413009" y="291487"/>
                    </a:cubicBezTo>
                    <a:lnTo>
                      <a:pt x="417519" y="296702"/>
                    </a:lnTo>
                    <a:lnTo>
                      <a:pt x="421725" y="301041"/>
                    </a:lnTo>
                    <a:lnTo>
                      <a:pt x="425360" y="306390"/>
                    </a:lnTo>
                    <a:lnTo>
                      <a:pt x="426673" y="308139"/>
                    </a:lnTo>
                    <a:lnTo>
                      <a:pt x="432327" y="309283"/>
                    </a:lnTo>
                    <a:lnTo>
                      <a:pt x="433774" y="311032"/>
                    </a:lnTo>
                    <a:cubicBezTo>
                      <a:pt x="433774" y="311032"/>
                      <a:pt x="436533" y="316246"/>
                      <a:pt x="436837" y="316818"/>
                    </a:cubicBezTo>
                    <a:cubicBezTo>
                      <a:pt x="437106" y="317390"/>
                      <a:pt x="438586" y="321326"/>
                      <a:pt x="438586" y="321326"/>
                    </a:cubicBezTo>
                    <a:cubicBezTo>
                      <a:pt x="438586" y="321326"/>
                      <a:pt x="441918" y="326977"/>
                      <a:pt x="442188" y="328424"/>
                    </a:cubicBezTo>
                    <a:cubicBezTo>
                      <a:pt x="442490" y="329870"/>
                      <a:pt x="443500" y="331317"/>
                      <a:pt x="443500" y="331317"/>
                    </a:cubicBezTo>
                    <a:cubicBezTo>
                      <a:pt x="443500" y="331317"/>
                      <a:pt x="444678" y="334210"/>
                      <a:pt x="444813" y="334647"/>
                    </a:cubicBezTo>
                    <a:cubicBezTo>
                      <a:pt x="444947" y="335085"/>
                      <a:pt x="446866" y="337406"/>
                      <a:pt x="446866" y="337406"/>
                    </a:cubicBezTo>
                    <a:lnTo>
                      <a:pt x="449895" y="338280"/>
                    </a:lnTo>
                    <a:lnTo>
                      <a:pt x="455246" y="338280"/>
                    </a:lnTo>
                    <a:cubicBezTo>
                      <a:pt x="455246" y="338280"/>
                      <a:pt x="457568" y="337708"/>
                      <a:pt x="458005" y="337406"/>
                    </a:cubicBezTo>
                    <a:cubicBezTo>
                      <a:pt x="458443" y="337103"/>
                      <a:pt x="462347" y="336397"/>
                      <a:pt x="462347" y="336397"/>
                    </a:cubicBezTo>
                    <a:lnTo>
                      <a:pt x="466116" y="335959"/>
                    </a:lnTo>
                    <a:lnTo>
                      <a:pt x="468135" y="334647"/>
                    </a:lnTo>
                    <a:lnTo>
                      <a:pt x="470895" y="331451"/>
                    </a:lnTo>
                    <a:lnTo>
                      <a:pt x="474227" y="329568"/>
                    </a:lnTo>
                    <a:lnTo>
                      <a:pt x="480453" y="329568"/>
                    </a:lnTo>
                    <a:lnTo>
                      <a:pt x="484525" y="329332"/>
                    </a:lnTo>
                    <a:lnTo>
                      <a:pt x="487116" y="329837"/>
                    </a:lnTo>
                    <a:lnTo>
                      <a:pt x="491761" y="329971"/>
                    </a:lnTo>
                    <a:lnTo>
                      <a:pt x="493646" y="327213"/>
                    </a:lnTo>
                    <a:lnTo>
                      <a:pt x="498997" y="326775"/>
                    </a:lnTo>
                    <a:lnTo>
                      <a:pt x="504650" y="328087"/>
                    </a:lnTo>
                    <a:lnTo>
                      <a:pt x="508252" y="331855"/>
                    </a:lnTo>
                    <a:lnTo>
                      <a:pt x="510877" y="334883"/>
                    </a:lnTo>
                    <a:lnTo>
                      <a:pt x="514646" y="338785"/>
                    </a:lnTo>
                    <a:lnTo>
                      <a:pt x="519559" y="337036"/>
                    </a:lnTo>
                    <a:lnTo>
                      <a:pt x="523194" y="335724"/>
                    </a:lnTo>
                    <a:lnTo>
                      <a:pt x="525819" y="333537"/>
                    </a:lnTo>
                    <a:lnTo>
                      <a:pt x="525684" y="329769"/>
                    </a:lnTo>
                    <a:lnTo>
                      <a:pt x="523362" y="325867"/>
                    </a:lnTo>
                    <a:lnTo>
                      <a:pt x="519458" y="322537"/>
                    </a:lnTo>
                    <a:lnTo>
                      <a:pt x="515252" y="319341"/>
                    </a:lnTo>
                    <a:lnTo>
                      <a:pt x="512357" y="313690"/>
                    </a:lnTo>
                    <a:lnTo>
                      <a:pt x="514511" y="309182"/>
                    </a:lnTo>
                    <a:lnTo>
                      <a:pt x="517540" y="306995"/>
                    </a:lnTo>
                    <a:lnTo>
                      <a:pt x="523194" y="305986"/>
                    </a:lnTo>
                    <a:lnTo>
                      <a:pt x="528983" y="303362"/>
                    </a:lnTo>
                    <a:lnTo>
                      <a:pt x="532449" y="299729"/>
                    </a:lnTo>
                    <a:lnTo>
                      <a:pt x="535343" y="296533"/>
                    </a:lnTo>
                    <a:lnTo>
                      <a:pt x="543454" y="296971"/>
                    </a:lnTo>
                    <a:lnTo>
                      <a:pt x="544329" y="302488"/>
                    </a:lnTo>
                    <a:lnTo>
                      <a:pt x="544901" y="306558"/>
                    </a:lnTo>
                    <a:lnTo>
                      <a:pt x="542142" y="309148"/>
                    </a:lnTo>
                    <a:lnTo>
                      <a:pt x="538945" y="312781"/>
                    </a:lnTo>
                    <a:cubicBezTo>
                      <a:pt x="538945" y="312781"/>
                      <a:pt x="537060" y="316246"/>
                      <a:pt x="536488" y="316852"/>
                    </a:cubicBezTo>
                    <a:cubicBezTo>
                      <a:pt x="535916" y="317457"/>
                      <a:pt x="536488" y="320922"/>
                      <a:pt x="536488" y="320922"/>
                    </a:cubicBezTo>
                    <a:lnTo>
                      <a:pt x="539247" y="323546"/>
                    </a:lnTo>
                    <a:lnTo>
                      <a:pt x="544026" y="325127"/>
                    </a:lnTo>
                    <a:lnTo>
                      <a:pt x="549108" y="326271"/>
                    </a:lnTo>
                    <a:lnTo>
                      <a:pt x="553753" y="328289"/>
                    </a:lnTo>
                    <a:lnTo>
                      <a:pt x="556815" y="326843"/>
                    </a:lnTo>
                    <a:lnTo>
                      <a:pt x="558969" y="323815"/>
                    </a:lnTo>
                    <a:lnTo>
                      <a:pt x="558531" y="318601"/>
                    </a:lnTo>
                    <a:lnTo>
                      <a:pt x="558094" y="316414"/>
                    </a:lnTo>
                    <a:lnTo>
                      <a:pt x="554628" y="309889"/>
                    </a:lnTo>
                    <a:lnTo>
                      <a:pt x="552440" y="308139"/>
                    </a:lnTo>
                    <a:lnTo>
                      <a:pt x="555032" y="304674"/>
                    </a:lnTo>
                    <a:lnTo>
                      <a:pt x="557185" y="306424"/>
                    </a:lnTo>
                    <a:lnTo>
                      <a:pt x="560248" y="309889"/>
                    </a:lnTo>
                    <a:lnTo>
                      <a:pt x="562839" y="312041"/>
                    </a:lnTo>
                    <a:lnTo>
                      <a:pt x="564589" y="312041"/>
                    </a:lnTo>
                    <a:lnTo>
                      <a:pt x="567181" y="312041"/>
                    </a:lnTo>
                    <a:lnTo>
                      <a:pt x="567181" y="307702"/>
                    </a:lnTo>
                    <a:lnTo>
                      <a:pt x="567181" y="304237"/>
                    </a:lnTo>
                    <a:lnTo>
                      <a:pt x="567181" y="300772"/>
                    </a:lnTo>
                    <a:lnTo>
                      <a:pt x="567181" y="298182"/>
                    </a:lnTo>
                    <a:lnTo>
                      <a:pt x="573474" y="296870"/>
                    </a:lnTo>
                    <a:lnTo>
                      <a:pt x="579768" y="295995"/>
                    </a:lnTo>
                    <a:lnTo>
                      <a:pt x="584984" y="292093"/>
                    </a:lnTo>
                    <a:lnTo>
                      <a:pt x="588450" y="291218"/>
                    </a:lnTo>
                    <a:lnTo>
                      <a:pt x="593229" y="286879"/>
                    </a:lnTo>
                    <a:lnTo>
                      <a:pt x="596696" y="288628"/>
                    </a:lnTo>
                    <a:lnTo>
                      <a:pt x="596696" y="290377"/>
                    </a:lnTo>
                    <a:lnTo>
                      <a:pt x="593229" y="292127"/>
                    </a:lnTo>
                    <a:lnTo>
                      <a:pt x="593229" y="293876"/>
                    </a:lnTo>
                    <a:lnTo>
                      <a:pt x="593229" y="299090"/>
                    </a:lnTo>
                    <a:lnTo>
                      <a:pt x="595619" y="305179"/>
                    </a:lnTo>
                    <a:lnTo>
                      <a:pt x="602350" y="306491"/>
                    </a:lnTo>
                    <a:lnTo>
                      <a:pt x="609316" y="307668"/>
                    </a:lnTo>
                    <a:lnTo>
                      <a:pt x="616720" y="310393"/>
                    </a:lnTo>
                    <a:lnTo>
                      <a:pt x="625403" y="310393"/>
                    </a:lnTo>
                    <a:lnTo>
                      <a:pt x="630182" y="307769"/>
                    </a:lnTo>
                    <a:lnTo>
                      <a:pt x="628432" y="299931"/>
                    </a:lnTo>
                    <a:lnTo>
                      <a:pt x="626682" y="297744"/>
                    </a:lnTo>
                    <a:lnTo>
                      <a:pt x="621903" y="292093"/>
                    </a:lnTo>
                    <a:lnTo>
                      <a:pt x="617562" y="288628"/>
                    </a:lnTo>
                    <a:lnTo>
                      <a:pt x="617562" y="284288"/>
                    </a:lnTo>
                    <a:lnTo>
                      <a:pt x="621466" y="282977"/>
                    </a:lnTo>
                    <a:lnTo>
                      <a:pt x="628869" y="284726"/>
                    </a:lnTo>
                    <a:lnTo>
                      <a:pt x="631057" y="282539"/>
                    </a:lnTo>
                    <a:lnTo>
                      <a:pt x="633649" y="277762"/>
                    </a:lnTo>
                    <a:lnTo>
                      <a:pt x="636711" y="278200"/>
                    </a:lnTo>
                    <a:lnTo>
                      <a:pt x="636711" y="281665"/>
                    </a:lnTo>
                    <a:lnTo>
                      <a:pt x="636711" y="287316"/>
                    </a:lnTo>
                    <a:lnTo>
                      <a:pt x="643240" y="293842"/>
                    </a:lnTo>
                    <a:lnTo>
                      <a:pt x="650610" y="299931"/>
                    </a:lnTo>
                    <a:lnTo>
                      <a:pt x="659327" y="294280"/>
                    </a:lnTo>
                    <a:lnTo>
                      <a:pt x="665418" y="289940"/>
                    </a:lnTo>
                    <a:lnTo>
                      <a:pt x="671072" y="286038"/>
                    </a:lnTo>
                    <a:lnTo>
                      <a:pt x="673260" y="283447"/>
                    </a:lnTo>
                    <a:lnTo>
                      <a:pt x="673260" y="279983"/>
                    </a:lnTo>
                    <a:lnTo>
                      <a:pt x="673260" y="274399"/>
                    </a:lnTo>
                    <a:lnTo>
                      <a:pt x="678476" y="276585"/>
                    </a:lnTo>
                    <a:lnTo>
                      <a:pt x="678476" y="282674"/>
                    </a:lnTo>
                    <a:lnTo>
                      <a:pt x="683491" y="286139"/>
                    </a:lnTo>
                    <a:lnTo>
                      <a:pt x="688943" y="282674"/>
                    </a:lnTo>
                    <a:lnTo>
                      <a:pt x="694159" y="276148"/>
                    </a:lnTo>
                    <a:lnTo>
                      <a:pt x="698501" y="270496"/>
                    </a:lnTo>
                    <a:lnTo>
                      <a:pt x="700251" y="270496"/>
                    </a:lnTo>
                    <a:lnTo>
                      <a:pt x="710684" y="268747"/>
                    </a:lnTo>
                    <a:lnTo>
                      <a:pt x="720242" y="268747"/>
                    </a:lnTo>
                    <a:lnTo>
                      <a:pt x="727208" y="262658"/>
                    </a:lnTo>
                    <a:lnTo>
                      <a:pt x="727208" y="257444"/>
                    </a:lnTo>
                    <a:lnTo>
                      <a:pt x="727208" y="246578"/>
                    </a:lnTo>
                    <a:lnTo>
                      <a:pt x="733300" y="240927"/>
                    </a:lnTo>
                    <a:lnTo>
                      <a:pt x="744170" y="240927"/>
                    </a:lnTo>
                    <a:lnTo>
                      <a:pt x="751574" y="237900"/>
                    </a:lnTo>
                    <a:lnTo>
                      <a:pt x="748949" y="232248"/>
                    </a:lnTo>
                    <a:lnTo>
                      <a:pt x="745920" y="232248"/>
                    </a:lnTo>
                    <a:lnTo>
                      <a:pt x="745483" y="225722"/>
                    </a:lnTo>
                    <a:lnTo>
                      <a:pt x="740704" y="222257"/>
                    </a:lnTo>
                    <a:lnTo>
                      <a:pt x="748545" y="217480"/>
                    </a:lnTo>
                    <a:lnTo>
                      <a:pt x="750699" y="225318"/>
                    </a:lnTo>
                    <a:lnTo>
                      <a:pt x="756791" y="225318"/>
                    </a:lnTo>
                    <a:lnTo>
                      <a:pt x="756791" y="218355"/>
                    </a:lnTo>
                    <a:lnTo>
                      <a:pt x="764598" y="218355"/>
                    </a:lnTo>
                    <a:lnTo>
                      <a:pt x="767190" y="212266"/>
                    </a:lnTo>
                    <a:lnTo>
                      <a:pt x="767190" y="205303"/>
                    </a:lnTo>
                    <a:lnTo>
                      <a:pt x="767190" y="200963"/>
                    </a:lnTo>
                    <a:lnTo>
                      <a:pt x="769815" y="195749"/>
                    </a:lnTo>
                    <a:lnTo>
                      <a:pt x="776781" y="195749"/>
                    </a:lnTo>
                    <a:lnTo>
                      <a:pt x="784623" y="195749"/>
                    </a:lnTo>
                    <a:lnTo>
                      <a:pt x="784623" y="193159"/>
                    </a:lnTo>
                    <a:lnTo>
                      <a:pt x="787080" y="188987"/>
                    </a:lnTo>
                    <a:lnTo>
                      <a:pt x="780147" y="183168"/>
                    </a:lnTo>
                    <a:close/>
                  </a:path>
                </a:pathLst>
              </a:custGeom>
              <a:grpFill/>
              <a:ln w="6350" cap="flat">
                <a:solidFill>
                  <a:schemeClr val="bg1"/>
                </a:solidFill>
                <a:prstDash val="solid"/>
                <a:miter/>
              </a:ln>
            </p:spPr>
            <p:txBody>
              <a:bodyPr rtlCol="0" anchor="ctr"/>
              <a:lstStyle/>
              <a:p>
                <a:endParaRPr lang="en-US"/>
              </a:p>
            </p:txBody>
          </p:sp>
          <p:sp>
            <p:nvSpPr>
              <p:cNvPr id="218" name="Freeform 935">
                <a:extLst>
                  <a:ext uri="{FF2B5EF4-FFF2-40B4-BE49-F238E27FC236}">
                    <a16:creationId xmlns:a16="http://schemas.microsoft.com/office/drawing/2014/main" id="{8D81D4D1-40FA-B067-E2D1-28E84E7A7668}"/>
                  </a:ext>
                </a:extLst>
              </p:cNvPr>
              <p:cNvSpPr/>
              <p:nvPr/>
            </p:nvSpPr>
            <p:spPr>
              <a:xfrm>
                <a:off x="5379137" y="3766461"/>
                <a:ext cx="7841" cy="6761"/>
              </a:xfrm>
              <a:custGeom>
                <a:avLst/>
                <a:gdLst>
                  <a:gd name="connsiteX0" fmla="*/ 1414 w 7841"/>
                  <a:gd name="connsiteY0" fmla="*/ 4878 h 6761"/>
                  <a:gd name="connsiteX1" fmla="*/ 4846 w 7841"/>
                  <a:gd name="connsiteY1" fmla="*/ 6762 h 6761"/>
                  <a:gd name="connsiteX2" fmla="*/ 7842 w 7841"/>
                  <a:gd name="connsiteY2" fmla="*/ 5416 h 6761"/>
                  <a:gd name="connsiteX3" fmla="*/ 7842 w 7841"/>
                  <a:gd name="connsiteY3" fmla="*/ 2590 h 6761"/>
                  <a:gd name="connsiteX4" fmla="*/ 6092 w 7841"/>
                  <a:gd name="connsiteY4" fmla="*/ 0 h 6761"/>
                  <a:gd name="connsiteX5" fmla="*/ 1750 w 7841"/>
                  <a:gd name="connsiteY5" fmla="*/ 0 h 6761"/>
                  <a:gd name="connsiteX6" fmla="*/ 0 w 7841"/>
                  <a:gd name="connsiteY6" fmla="*/ 2153 h 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1" h="6761">
                    <a:moveTo>
                      <a:pt x="1414" y="4878"/>
                    </a:moveTo>
                    <a:lnTo>
                      <a:pt x="4846" y="6762"/>
                    </a:lnTo>
                    <a:lnTo>
                      <a:pt x="7842" y="5416"/>
                    </a:lnTo>
                    <a:lnTo>
                      <a:pt x="7842" y="2590"/>
                    </a:lnTo>
                    <a:lnTo>
                      <a:pt x="6092" y="0"/>
                    </a:lnTo>
                    <a:lnTo>
                      <a:pt x="1750" y="0"/>
                    </a:lnTo>
                    <a:lnTo>
                      <a:pt x="0" y="2153"/>
                    </a:lnTo>
                    <a:close/>
                  </a:path>
                </a:pathLst>
              </a:custGeom>
              <a:grpFill/>
              <a:ln w="6350" cap="flat">
                <a:solidFill>
                  <a:schemeClr val="bg1"/>
                </a:solidFill>
                <a:prstDash val="solid"/>
                <a:miter/>
              </a:ln>
            </p:spPr>
            <p:txBody>
              <a:bodyPr rtlCol="0" anchor="ctr"/>
              <a:lstStyle/>
              <a:p>
                <a:endParaRPr lang="en-US"/>
              </a:p>
            </p:txBody>
          </p:sp>
          <p:sp>
            <p:nvSpPr>
              <p:cNvPr id="219" name="Freeform 936">
                <a:extLst>
                  <a:ext uri="{FF2B5EF4-FFF2-40B4-BE49-F238E27FC236}">
                    <a16:creationId xmlns:a16="http://schemas.microsoft.com/office/drawing/2014/main" id="{656DB923-BD9A-C04A-4402-D1939794F209}"/>
                  </a:ext>
                </a:extLst>
              </p:cNvPr>
              <p:cNvSpPr/>
              <p:nvPr/>
            </p:nvSpPr>
            <p:spPr>
              <a:xfrm>
                <a:off x="5440658" y="3744730"/>
                <a:ext cx="3701" cy="3902"/>
              </a:xfrm>
              <a:custGeom>
                <a:avLst/>
                <a:gdLst>
                  <a:gd name="connsiteX0" fmla="*/ 3702 w 3701"/>
                  <a:gd name="connsiteY0" fmla="*/ 1716 h 3902"/>
                  <a:gd name="connsiteX1" fmla="*/ 3702 w 3701"/>
                  <a:gd name="connsiteY1" fmla="*/ 0 h 3902"/>
                  <a:gd name="connsiteX2" fmla="*/ 0 w 3701"/>
                  <a:gd name="connsiteY2" fmla="*/ 1716 h 3902"/>
                  <a:gd name="connsiteX3" fmla="*/ 1851 w 3701"/>
                  <a:gd name="connsiteY3" fmla="*/ 3902 h 3902"/>
                </a:gdLst>
                <a:ahLst/>
                <a:cxnLst>
                  <a:cxn ang="0">
                    <a:pos x="connsiteX0" y="connsiteY0"/>
                  </a:cxn>
                  <a:cxn ang="0">
                    <a:pos x="connsiteX1" y="connsiteY1"/>
                  </a:cxn>
                  <a:cxn ang="0">
                    <a:pos x="connsiteX2" y="connsiteY2"/>
                  </a:cxn>
                  <a:cxn ang="0">
                    <a:pos x="connsiteX3" y="connsiteY3"/>
                  </a:cxn>
                </a:cxnLst>
                <a:rect l="l" t="t" r="r" b="b"/>
                <a:pathLst>
                  <a:path w="3701" h="3902">
                    <a:moveTo>
                      <a:pt x="3702" y="1716"/>
                    </a:moveTo>
                    <a:lnTo>
                      <a:pt x="3702" y="0"/>
                    </a:lnTo>
                    <a:lnTo>
                      <a:pt x="0" y="1716"/>
                    </a:lnTo>
                    <a:lnTo>
                      <a:pt x="1851" y="3902"/>
                    </a:lnTo>
                    <a:close/>
                  </a:path>
                </a:pathLst>
              </a:custGeom>
              <a:grpFill/>
              <a:ln w="6350" cap="flat">
                <a:solidFill>
                  <a:schemeClr val="bg1"/>
                </a:solidFill>
                <a:prstDash val="solid"/>
                <a:miter/>
              </a:ln>
            </p:spPr>
            <p:txBody>
              <a:bodyPr rtlCol="0" anchor="ctr"/>
              <a:lstStyle/>
              <a:p>
                <a:endParaRPr lang="en-US"/>
              </a:p>
            </p:txBody>
          </p:sp>
          <p:sp>
            <p:nvSpPr>
              <p:cNvPr id="220" name="Freeform 937">
                <a:extLst>
                  <a:ext uri="{FF2B5EF4-FFF2-40B4-BE49-F238E27FC236}">
                    <a16:creationId xmlns:a16="http://schemas.microsoft.com/office/drawing/2014/main" id="{31C28D8A-0579-5FF2-5DFD-8697579BDDA4}"/>
                  </a:ext>
                </a:extLst>
              </p:cNvPr>
              <p:cNvSpPr/>
              <p:nvPr/>
            </p:nvSpPr>
            <p:spPr>
              <a:xfrm>
                <a:off x="5451326" y="3743822"/>
                <a:ext cx="10466" cy="8712"/>
              </a:xfrm>
              <a:custGeom>
                <a:avLst/>
                <a:gdLst>
                  <a:gd name="connsiteX0" fmla="*/ 0 w 10466"/>
                  <a:gd name="connsiteY0" fmla="*/ 4373 h 8712"/>
                  <a:gd name="connsiteX1" fmla="*/ 0 w 10466"/>
                  <a:gd name="connsiteY1" fmla="*/ 8713 h 8712"/>
                  <a:gd name="connsiteX2" fmla="*/ 3062 w 10466"/>
                  <a:gd name="connsiteY2" fmla="*/ 8713 h 8712"/>
                  <a:gd name="connsiteX3" fmla="*/ 6327 w 10466"/>
                  <a:gd name="connsiteY3" fmla="*/ 6526 h 8712"/>
                  <a:gd name="connsiteX4" fmla="*/ 8615 w 10466"/>
                  <a:gd name="connsiteY4" fmla="*/ 4777 h 8712"/>
                  <a:gd name="connsiteX5" fmla="*/ 10467 w 10466"/>
                  <a:gd name="connsiteY5" fmla="*/ 2826 h 8712"/>
                  <a:gd name="connsiteX6" fmla="*/ 10467 w 10466"/>
                  <a:gd name="connsiteY6" fmla="*/ 875 h 8712"/>
                  <a:gd name="connsiteX7" fmla="*/ 10467 w 10466"/>
                  <a:gd name="connsiteY7" fmla="*/ 0 h 8712"/>
                  <a:gd name="connsiteX8" fmla="*/ 4375 w 10466"/>
                  <a:gd name="connsiteY8" fmla="*/ 0 h 8712"/>
                  <a:gd name="connsiteX9" fmla="*/ 2625 w 10466"/>
                  <a:gd name="connsiteY9" fmla="*/ 0 h 8712"/>
                  <a:gd name="connsiteX10" fmla="*/ 2423 w 10466"/>
                  <a:gd name="connsiteY10" fmla="*/ 2826 h 8712"/>
                  <a:gd name="connsiteX11" fmla="*/ 0 w 10466"/>
                  <a:gd name="connsiteY11" fmla="*/ 4373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66" h="8712">
                    <a:moveTo>
                      <a:pt x="0" y="4373"/>
                    </a:moveTo>
                    <a:lnTo>
                      <a:pt x="0" y="8713"/>
                    </a:lnTo>
                    <a:lnTo>
                      <a:pt x="3062" y="8713"/>
                    </a:lnTo>
                    <a:cubicBezTo>
                      <a:pt x="3062" y="8713"/>
                      <a:pt x="5452" y="5887"/>
                      <a:pt x="6327" y="6526"/>
                    </a:cubicBezTo>
                    <a:cubicBezTo>
                      <a:pt x="7202" y="7199"/>
                      <a:pt x="8615" y="4777"/>
                      <a:pt x="8615" y="4777"/>
                    </a:cubicBezTo>
                    <a:lnTo>
                      <a:pt x="10467" y="2826"/>
                    </a:lnTo>
                    <a:lnTo>
                      <a:pt x="10467" y="875"/>
                    </a:lnTo>
                    <a:lnTo>
                      <a:pt x="10467" y="0"/>
                    </a:lnTo>
                    <a:lnTo>
                      <a:pt x="4375" y="0"/>
                    </a:lnTo>
                    <a:lnTo>
                      <a:pt x="2625" y="0"/>
                    </a:lnTo>
                    <a:lnTo>
                      <a:pt x="2423" y="2826"/>
                    </a:lnTo>
                    <a:lnTo>
                      <a:pt x="0" y="4373"/>
                    </a:lnTo>
                    <a:close/>
                  </a:path>
                </a:pathLst>
              </a:custGeom>
              <a:grpFill/>
              <a:ln w="6350" cap="flat">
                <a:solidFill>
                  <a:schemeClr val="bg1"/>
                </a:solidFill>
                <a:prstDash val="solid"/>
                <a:miter/>
              </a:ln>
            </p:spPr>
            <p:txBody>
              <a:bodyPr rtlCol="0" anchor="ctr"/>
              <a:lstStyle/>
              <a:p>
                <a:endParaRPr lang="en-US"/>
              </a:p>
            </p:txBody>
          </p:sp>
          <p:sp>
            <p:nvSpPr>
              <p:cNvPr id="221" name="Freeform 938">
                <a:extLst>
                  <a:ext uri="{FF2B5EF4-FFF2-40B4-BE49-F238E27FC236}">
                    <a16:creationId xmlns:a16="http://schemas.microsoft.com/office/drawing/2014/main" id="{2838C3B6-2247-4FD0-DA65-CB5461ECCB32}"/>
                  </a:ext>
                </a:extLst>
              </p:cNvPr>
              <p:cNvSpPr/>
              <p:nvPr/>
            </p:nvSpPr>
            <p:spPr>
              <a:xfrm>
                <a:off x="5469803" y="3733427"/>
                <a:ext cx="18038" cy="22572"/>
              </a:xfrm>
              <a:custGeom>
                <a:avLst/>
                <a:gdLst>
                  <a:gd name="connsiteX0" fmla="*/ 2692 w 18038"/>
                  <a:gd name="connsiteY0" fmla="*/ 17257 h 22572"/>
                  <a:gd name="connsiteX1" fmla="*/ 6226 w 18038"/>
                  <a:gd name="connsiteY1" fmla="*/ 20789 h 22572"/>
                  <a:gd name="connsiteX2" fmla="*/ 7808 w 18038"/>
                  <a:gd name="connsiteY2" fmla="*/ 22572 h 22572"/>
                  <a:gd name="connsiteX3" fmla="*/ 10197 w 18038"/>
                  <a:gd name="connsiteY3" fmla="*/ 22572 h 22572"/>
                  <a:gd name="connsiteX4" fmla="*/ 11510 w 18038"/>
                  <a:gd name="connsiteY4" fmla="*/ 19713 h 22572"/>
                  <a:gd name="connsiteX5" fmla="*/ 10197 w 18038"/>
                  <a:gd name="connsiteY5" fmla="*/ 15205 h 22572"/>
                  <a:gd name="connsiteX6" fmla="*/ 11510 w 18038"/>
                  <a:gd name="connsiteY6" fmla="*/ 13254 h 22572"/>
                  <a:gd name="connsiteX7" fmla="*/ 13899 w 18038"/>
                  <a:gd name="connsiteY7" fmla="*/ 10866 h 22572"/>
                  <a:gd name="connsiteX8" fmla="*/ 16962 w 18038"/>
                  <a:gd name="connsiteY8" fmla="*/ 6930 h 22572"/>
                  <a:gd name="connsiteX9" fmla="*/ 18039 w 18038"/>
                  <a:gd name="connsiteY9" fmla="*/ 6930 h 22572"/>
                  <a:gd name="connsiteX10" fmla="*/ 18039 w 18038"/>
                  <a:gd name="connsiteY10" fmla="*/ 2590 h 22572"/>
                  <a:gd name="connsiteX11" fmla="*/ 16087 w 18038"/>
                  <a:gd name="connsiteY11" fmla="*/ 0 h 22572"/>
                  <a:gd name="connsiteX12" fmla="*/ 11947 w 18038"/>
                  <a:gd name="connsiteY12" fmla="*/ 0 h 22572"/>
                  <a:gd name="connsiteX13" fmla="*/ 8481 w 18038"/>
                  <a:gd name="connsiteY13" fmla="*/ 0 h 22572"/>
                  <a:gd name="connsiteX14" fmla="*/ 6091 w 18038"/>
                  <a:gd name="connsiteY14" fmla="*/ 2590 h 22572"/>
                  <a:gd name="connsiteX15" fmla="*/ 4981 w 18038"/>
                  <a:gd name="connsiteY15" fmla="*/ 6291 h 22572"/>
                  <a:gd name="connsiteX16" fmla="*/ 2692 w 18038"/>
                  <a:gd name="connsiteY16" fmla="*/ 10429 h 22572"/>
                  <a:gd name="connsiteX17" fmla="*/ 0 w 18038"/>
                  <a:gd name="connsiteY17" fmla="*/ 11303 h 22572"/>
                  <a:gd name="connsiteX18" fmla="*/ 1313 w 18038"/>
                  <a:gd name="connsiteY18" fmla="*/ 13254 h 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38" h="22572">
                    <a:moveTo>
                      <a:pt x="2692" y="17257"/>
                    </a:moveTo>
                    <a:lnTo>
                      <a:pt x="6226" y="20789"/>
                    </a:lnTo>
                    <a:lnTo>
                      <a:pt x="7808" y="22572"/>
                    </a:lnTo>
                    <a:lnTo>
                      <a:pt x="10197" y="22572"/>
                    </a:lnTo>
                    <a:lnTo>
                      <a:pt x="11510" y="19713"/>
                    </a:lnTo>
                    <a:lnTo>
                      <a:pt x="10197" y="15205"/>
                    </a:lnTo>
                    <a:lnTo>
                      <a:pt x="11510" y="13254"/>
                    </a:lnTo>
                    <a:lnTo>
                      <a:pt x="13899" y="10866"/>
                    </a:lnTo>
                    <a:lnTo>
                      <a:pt x="16962" y="6930"/>
                    </a:lnTo>
                    <a:lnTo>
                      <a:pt x="18039" y="6930"/>
                    </a:lnTo>
                    <a:lnTo>
                      <a:pt x="18039" y="2590"/>
                    </a:lnTo>
                    <a:lnTo>
                      <a:pt x="16087" y="0"/>
                    </a:lnTo>
                    <a:lnTo>
                      <a:pt x="11947" y="0"/>
                    </a:lnTo>
                    <a:lnTo>
                      <a:pt x="8481" y="0"/>
                    </a:lnTo>
                    <a:lnTo>
                      <a:pt x="6091" y="2590"/>
                    </a:lnTo>
                    <a:lnTo>
                      <a:pt x="4981" y="6291"/>
                    </a:lnTo>
                    <a:lnTo>
                      <a:pt x="2692" y="10429"/>
                    </a:lnTo>
                    <a:lnTo>
                      <a:pt x="0" y="11303"/>
                    </a:lnTo>
                    <a:lnTo>
                      <a:pt x="1313" y="13254"/>
                    </a:lnTo>
                    <a:close/>
                  </a:path>
                </a:pathLst>
              </a:custGeom>
              <a:grpFill/>
              <a:ln w="6350" cap="flat">
                <a:solidFill>
                  <a:schemeClr val="bg1"/>
                </a:solidFill>
                <a:prstDash val="solid"/>
                <a:miter/>
              </a:ln>
            </p:spPr>
            <p:txBody>
              <a:bodyPr rtlCol="0" anchor="ctr"/>
              <a:lstStyle/>
              <a:p>
                <a:endParaRPr lang="en-US"/>
              </a:p>
            </p:txBody>
          </p:sp>
          <p:sp>
            <p:nvSpPr>
              <p:cNvPr id="222" name="Freeform 939">
                <a:extLst>
                  <a:ext uri="{FF2B5EF4-FFF2-40B4-BE49-F238E27FC236}">
                    <a16:creationId xmlns:a16="http://schemas.microsoft.com/office/drawing/2014/main" id="{B0E67E66-8064-9DDE-CD5F-6D68AB3C003F}"/>
                  </a:ext>
                </a:extLst>
              </p:cNvPr>
              <p:cNvSpPr/>
              <p:nvPr/>
            </p:nvSpPr>
            <p:spPr>
              <a:xfrm>
                <a:off x="5489592" y="3748632"/>
                <a:ext cx="3668" cy="5920"/>
              </a:xfrm>
              <a:custGeom>
                <a:avLst/>
                <a:gdLst>
                  <a:gd name="connsiteX0" fmla="*/ 0 w 3668"/>
                  <a:gd name="connsiteY0" fmla="*/ 5921 h 5920"/>
                  <a:gd name="connsiteX1" fmla="*/ 3668 w 3668"/>
                  <a:gd name="connsiteY1" fmla="*/ 3936 h 5920"/>
                  <a:gd name="connsiteX2" fmla="*/ 0 w 3668"/>
                  <a:gd name="connsiteY2" fmla="*/ 0 h 5920"/>
                  <a:gd name="connsiteX3" fmla="*/ 0 w 3668"/>
                  <a:gd name="connsiteY3" fmla="*/ 3028 h 5920"/>
                </a:gdLst>
                <a:ahLst/>
                <a:cxnLst>
                  <a:cxn ang="0">
                    <a:pos x="connsiteX0" y="connsiteY0"/>
                  </a:cxn>
                  <a:cxn ang="0">
                    <a:pos x="connsiteX1" y="connsiteY1"/>
                  </a:cxn>
                  <a:cxn ang="0">
                    <a:pos x="connsiteX2" y="connsiteY2"/>
                  </a:cxn>
                  <a:cxn ang="0">
                    <a:pos x="connsiteX3" y="connsiteY3"/>
                  </a:cxn>
                </a:cxnLst>
                <a:rect l="l" t="t" r="r" b="b"/>
                <a:pathLst>
                  <a:path w="3668" h="5920">
                    <a:moveTo>
                      <a:pt x="0" y="5921"/>
                    </a:moveTo>
                    <a:lnTo>
                      <a:pt x="3668" y="3936"/>
                    </a:lnTo>
                    <a:lnTo>
                      <a:pt x="0" y="0"/>
                    </a:lnTo>
                    <a:lnTo>
                      <a:pt x="0" y="3028"/>
                    </a:lnTo>
                    <a:close/>
                  </a:path>
                </a:pathLst>
              </a:custGeom>
              <a:grpFill/>
              <a:ln w="6350" cap="flat">
                <a:solidFill>
                  <a:schemeClr val="bg1"/>
                </a:solidFill>
                <a:prstDash val="solid"/>
                <a:miter/>
              </a:ln>
            </p:spPr>
            <p:txBody>
              <a:bodyPr rtlCol="0" anchor="ctr"/>
              <a:lstStyle/>
              <a:p>
                <a:endParaRPr lang="en-US"/>
              </a:p>
            </p:txBody>
          </p:sp>
          <p:sp>
            <p:nvSpPr>
              <p:cNvPr id="223" name="Freeform 940">
                <a:extLst>
                  <a:ext uri="{FF2B5EF4-FFF2-40B4-BE49-F238E27FC236}">
                    <a16:creationId xmlns:a16="http://schemas.microsoft.com/office/drawing/2014/main" id="{D44F33EF-EE3F-0F60-88E5-B84AE644C00B}"/>
                  </a:ext>
                </a:extLst>
              </p:cNvPr>
              <p:cNvSpPr/>
              <p:nvPr/>
            </p:nvSpPr>
            <p:spPr>
              <a:xfrm>
                <a:off x="5514799" y="3717852"/>
                <a:ext cx="7740" cy="5146"/>
              </a:xfrm>
              <a:custGeom>
                <a:avLst/>
                <a:gdLst>
                  <a:gd name="connsiteX0" fmla="*/ 0 w 7740"/>
                  <a:gd name="connsiteY0" fmla="*/ 5147 h 5146"/>
                  <a:gd name="connsiteX1" fmla="*/ 3467 w 7740"/>
                  <a:gd name="connsiteY1" fmla="*/ 5147 h 5146"/>
                  <a:gd name="connsiteX2" fmla="*/ 5216 w 7740"/>
                  <a:gd name="connsiteY2" fmla="*/ 5147 h 5146"/>
                  <a:gd name="connsiteX3" fmla="*/ 6933 w 7740"/>
                  <a:gd name="connsiteY3" fmla="*/ 3667 h 5146"/>
                  <a:gd name="connsiteX4" fmla="*/ 7740 w 7740"/>
                  <a:gd name="connsiteY4" fmla="*/ 1817 h 5146"/>
                  <a:gd name="connsiteX5" fmla="*/ 6798 w 7740"/>
                  <a:gd name="connsiteY5" fmla="*/ 404 h 5146"/>
                  <a:gd name="connsiteX6" fmla="*/ 3837 w 7740"/>
                  <a:gd name="connsiteY6" fmla="*/ 0 h 5146"/>
                  <a:gd name="connsiteX7" fmla="*/ 2457 w 7740"/>
                  <a:gd name="connsiteY7" fmla="*/ 505 h 5146"/>
                  <a:gd name="connsiteX8" fmla="*/ 1380 w 7740"/>
                  <a:gd name="connsiteY8" fmla="*/ 1985 h 5146"/>
                  <a:gd name="connsiteX9" fmla="*/ 774 w 7740"/>
                  <a:gd name="connsiteY9" fmla="*/ 3230 h 5146"/>
                  <a:gd name="connsiteX10" fmla="*/ 0 w 7740"/>
                  <a:gd name="connsiteY10" fmla="*/ 5147 h 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40" h="5146">
                    <a:moveTo>
                      <a:pt x="0" y="5147"/>
                    </a:moveTo>
                    <a:lnTo>
                      <a:pt x="3467" y="5147"/>
                    </a:lnTo>
                    <a:lnTo>
                      <a:pt x="5216" y="5147"/>
                    </a:lnTo>
                    <a:cubicBezTo>
                      <a:pt x="5216" y="5147"/>
                      <a:pt x="6798" y="3734"/>
                      <a:pt x="6933" y="3667"/>
                    </a:cubicBezTo>
                    <a:cubicBezTo>
                      <a:pt x="7101" y="3633"/>
                      <a:pt x="7740" y="1817"/>
                      <a:pt x="7740" y="1817"/>
                    </a:cubicBezTo>
                    <a:lnTo>
                      <a:pt x="6798" y="404"/>
                    </a:lnTo>
                    <a:lnTo>
                      <a:pt x="3837" y="0"/>
                    </a:lnTo>
                    <a:lnTo>
                      <a:pt x="2457" y="505"/>
                    </a:lnTo>
                    <a:lnTo>
                      <a:pt x="1380" y="1985"/>
                    </a:lnTo>
                    <a:lnTo>
                      <a:pt x="774" y="3230"/>
                    </a:lnTo>
                    <a:lnTo>
                      <a:pt x="0" y="5147"/>
                    </a:lnTo>
                    <a:close/>
                  </a:path>
                </a:pathLst>
              </a:custGeom>
              <a:grpFill/>
              <a:ln w="6350" cap="flat">
                <a:solidFill>
                  <a:schemeClr val="bg1"/>
                </a:solidFill>
                <a:prstDash val="solid"/>
                <a:miter/>
              </a:ln>
            </p:spPr>
            <p:txBody>
              <a:bodyPr rtlCol="0" anchor="ctr"/>
              <a:lstStyle/>
              <a:p>
                <a:endParaRPr lang="en-US"/>
              </a:p>
            </p:txBody>
          </p:sp>
          <p:sp>
            <p:nvSpPr>
              <p:cNvPr id="224" name="Freeform 941">
                <a:extLst>
                  <a:ext uri="{FF2B5EF4-FFF2-40B4-BE49-F238E27FC236}">
                    <a16:creationId xmlns:a16="http://schemas.microsoft.com/office/drawing/2014/main" id="{689E263A-D3F6-CD6D-EF28-D8CDCF2DB7E7}"/>
                  </a:ext>
                </a:extLst>
              </p:cNvPr>
              <p:cNvSpPr/>
              <p:nvPr/>
            </p:nvSpPr>
            <p:spPr>
              <a:xfrm>
                <a:off x="5920808" y="3516149"/>
                <a:ext cx="16759" cy="13994"/>
              </a:xfrm>
              <a:custGeom>
                <a:avLst/>
                <a:gdLst>
                  <a:gd name="connsiteX0" fmla="*/ 34 w 16759"/>
                  <a:gd name="connsiteY0" fmla="*/ 9621 h 13994"/>
                  <a:gd name="connsiteX1" fmla="*/ 7707 w 16759"/>
                  <a:gd name="connsiteY1" fmla="*/ 13994 h 13994"/>
                  <a:gd name="connsiteX2" fmla="*/ 12486 w 16759"/>
                  <a:gd name="connsiteY2" fmla="*/ 11841 h 13994"/>
                  <a:gd name="connsiteX3" fmla="*/ 16760 w 16759"/>
                  <a:gd name="connsiteY3" fmla="*/ 5853 h 13994"/>
                  <a:gd name="connsiteX4" fmla="*/ 14942 w 16759"/>
                  <a:gd name="connsiteY4" fmla="*/ 0 h 13994"/>
                  <a:gd name="connsiteX5" fmla="*/ 6091 w 16759"/>
                  <a:gd name="connsiteY5" fmla="*/ 0 h 13994"/>
                  <a:gd name="connsiteX6" fmla="*/ 1548 w 16759"/>
                  <a:gd name="connsiteY6" fmla="*/ 4205 h 13994"/>
                  <a:gd name="connsiteX7" fmla="*/ 0 w 16759"/>
                  <a:gd name="connsiteY7" fmla="*/ 8275 h 13994"/>
                  <a:gd name="connsiteX8" fmla="*/ 0 w 16759"/>
                  <a:gd name="connsiteY8" fmla="*/ 9621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9" h="13994">
                    <a:moveTo>
                      <a:pt x="34" y="9621"/>
                    </a:moveTo>
                    <a:lnTo>
                      <a:pt x="7707" y="13994"/>
                    </a:lnTo>
                    <a:cubicBezTo>
                      <a:pt x="7707" y="13994"/>
                      <a:pt x="12217" y="12413"/>
                      <a:pt x="12486" y="11841"/>
                    </a:cubicBezTo>
                    <a:cubicBezTo>
                      <a:pt x="12755" y="11269"/>
                      <a:pt x="16760" y="6560"/>
                      <a:pt x="16760" y="5853"/>
                    </a:cubicBezTo>
                    <a:cubicBezTo>
                      <a:pt x="16760" y="5113"/>
                      <a:pt x="14942" y="0"/>
                      <a:pt x="14942" y="0"/>
                    </a:cubicBezTo>
                    <a:lnTo>
                      <a:pt x="6091" y="0"/>
                    </a:lnTo>
                    <a:lnTo>
                      <a:pt x="1548" y="4205"/>
                    </a:lnTo>
                    <a:lnTo>
                      <a:pt x="0" y="8275"/>
                    </a:lnTo>
                    <a:lnTo>
                      <a:pt x="0" y="9621"/>
                    </a:lnTo>
                    <a:close/>
                  </a:path>
                </a:pathLst>
              </a:custGeom>
              <a:grpFill/>
              <a:ln w="6350" cap="flat">
                <a:solidFill>
                  <a:schemeClr val="bg1"/>
                </a:solidFill>
                <a:prstDash val="solid"/>
                <a:miter/>
              </a:ln>
            </p:spPr>
            <p:txBody>
              <a:bodyPr rtlCol="0" anchor="ctr"/>
              <a:lstStyle/>
              <a:p>
                <a:endParaRPr lang="en-US"/>
              </a:p>
            </p:txBody>
          </p:sp>
          <p:sp>
            <p:nvSpPr>
              <p:cNvPr id="225" name="Freeform 942">
                <a:extLst>
                  <a:ext uri="{FF2B5EF4-FFF2-40B4-BE49-F238E27FC236}">
                    <a16:creationId xmlns:a16="http://schemas.microsoft.com/office/drawing/2014/main" id="{D398DDCF-E4CE-5149-255C-BD078287E245}"/>
                  </a:ext>
                </a:extLst>
              </p:cNvPr>
              <p:cNvSpPr/>
              <p:nvPr/>
            </p:nvSpPr>
            <p:spPr>
              <a:xfrm>
                <a:off x="5238865" y="3831621"/>
                <a:ext cx="8985" cy="11235"/>
              </a:xfrm>
              <a:custGeom>
                <a:avLst/>
                <a:gdLst>
                  <a:gd name="connsiteX0" fmla="*/ 1615 w 8985"/>
                  <a:gd name="connsiteY0" fmla="*/ 5651 h 11235"/>
                  <a:gd name="connsiteX1" fmla="*/ 6899 w 8985"/>
                  <a:gd name="connsiteY1" fmla="*/ 11236 h 11235"/>
                  <a:gd name="connsiteX2" fmla="*/ 8986 w 8985"/>
                  <a:gd name="connsiteY2" fmla="*/ 8107 h 11235"/>
                  <a:gd name="connsiteX3" fmla="*/ 8986 w 8985"/>
                  <a:gd name="connsiteY3" fmla="*/ 1749 h 11235"/>
                  <a:gd name="connsiteX4" fmla="*/ 2894 w 8985"/>
                  <a:gd name="connsiteY4" fmla="*/ 0 h 11235"/>
                  <a:gd name="connsiteX5" fmla="*/ 0 w 8985"/>
                  <a:gd name="connsiteY5" fmla="*/ 5618 h 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5" h="11235">
                    <a:moveTo>
                      <a:pt x="1615" y="5651"/>
                    </a:moveTo>
                    <a:lnTo>
                      <a:pt x="6899" y="11236"/>
                    </a:lnTo>
                    <a:lnTo>
                      <a:pt x="8986" y="8107"/>
                    </a:lnTo>
                    <a:lnTo>
                      <a:pt x="8986" y="1749"/>
                    </a:lnTo>
                    <a:lnTo>
                      <a:pt x="2894" y="0"/>
                    </a:lnTo>
                    <a:lnTo>
                      <a:pt x="0" y="5618"/>
                    </a:lnTo>
                    <a:close/>
                  </a:path>
                </a:pathLst>
              </a:custGeom>
              <a:grpFill/>
              <a:ln w="6350" cap="flat">
                <a:solidFill>
                  <a:schemeClr val="bg1"/>
                </a:solidFill>
                <a:prstDash val="solid"/>
                <a:miter/>
              </a:ln>
            </p:spPr>
            <p:txBody>
              <a:bodyPr rtlCol="0" anchor="ctr"/>
              <a:lstStyle/>
              <a:p>
                <a:endParaRPr lang="en-US"/>
              </a:p>
            </p:txBody>
          </p:sp>
          <p:sp>
            <p:nvSpPr>
              <p:cNvPr id="226" name="Freeform 943">
                <a:extLst>
                  <a:ext uri="{FF2B5EF4-FFF2-40B4-BE49-F238E27FC236}">
                    <a16:creationId xmlns:a16="http://schemas.microsoft.com/office/drawing/2014/main" id="{0D0A7BA9-291B-1570-34B4-D2582B595672}"/>
                  </a:ext>
                </a:extLst>
              </p:cNvPr>
              <p:cNvSpPr/>
              <p:nvPr/>
            </p:nvSpPr>
            <p:spPr>
              <a:xfrm>
                <a:off x="5235668" y="3866404"/>
                <a:ext cx="3870" cy="6088"/>
              </a:xfrm>
              <a:custGeom>
                <a:avLst/>
                <a:gdLst>
                  <a:gd name="connsiteX0" fmla="*/ 0 w 3870"/>
                  <a:gd name="connsiteY0" fmla="*/ 0 h 6088"/>
                  <a:gd name="connsiteX1" fmla="*/ 0 w 3870"/>
                  <a:gd name="connsiteY1" fmla="*/ 3465 h 6088"/>
                  <a:gd name="connsiteX2" fmla="*/ 740 w 3870"/>
                  <a:gd name="connsiteY2" fmla="*/ 6089 h 6088"/>
                  <a:gd name="connsiteX3" fmla="*/ 2625 w 3870"/>
                  <a:gd name="connsiteY3" fmla="*/ 6089 h 6088"/>
                  <a:gd name="connsiteX4" fmla="*/ 3500 w 3870"/>
                  <a:gd name="connsiteY4" fmla="*/ 4171 h 6088"/>
                  <a:gd name="connsiteX5" fmla="*/ 3870 w 3870"/>
                  <a:gd name="connsiteY5" fmla="*/ 3028 h 6088"/>
                  <a:gd name="connsiteX6" fmla="*/ 3197 w 3870"/>
                  <a:gd name="connsiteY6" fmla="*/ 1077 h 6088"/>
                  <a:gd name="connsiteX7" fmla="*/ 2255 w 3870"/>
                  <a:gd name="connsiteY7" fmla="*/ 572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 h="6088">
                    <a:moveTo>
                      <a:pt x="0" y="0"/>
                    </a:moveTo>
                    <a:lnTo>
                      <a:pt x="0" y="3465"/>
                    </a:lnTo>
                    <a:lnTo>
                      <a:pt x="740" y="6089"/>
                    </a:lnTo>
                    <a:lnTo>
                      <a:pt x="2625" y="6089"/>
                    </a:lnTo>
                    <a:lnTo>
                      <a:pt x="3500" y="4171"/>
                    </a:lnTo>
                    <a:lnTo>
                      <a:pt x="3870" y="3028"/>
                    </a:lnTo>
                    <a:lnTo>
                      <a:pt x="3197" y="1077"/>
                    </a:lnTo>
                    <a:lnTo>
                      <a:pt x="2255" y="572"/>
                    </a:lnTo>
                    <a:close/>
                  </a:path>
                </a:pathLst>
              </a:custGeom>
              <a:grpFill/>
              <a:ln w="6350" cap="flat">
                <a:solidFill>
                  <a:schemeClr val="bg1"/>
                </a:solidFill>
                <a:prstDash val="solid"/>
                <a:miter/>
              </a:ln>
            </p:spPr>
            <p:txBody>
              <a:bodyPr rtlCol="0" anchor="ctr"/>
              <a:lstStyle/>
              <a:p>
                <a:endParaRPr lang="en-US"/>
              </a:p>
            </p:txBody>
          </p:sp>
        </p:grpSp>
        <p:sp>
          <p:nvSpPr>
            <p:cNvPr id="172" name="Freeform 889">
              <a:extLst>
                <a:ext uri="{FF2B5EF4-FFF2-40B4-BE49-F238E27FC236}">
                  <a16:creationId xmlns:a16="http://schemas.microsoft.com/office/drawing/2014/main" id="{E9427E54-135B-00CC-271F-E861991E292E}"/>
                </a:ext>
              </a:extLst>
            </p:cNvPr>
            <p:cNvSpPr/>
            <p:nvPr/>
          </p:nvSpPr>
          <p:spPr>
            <a:xfrm>
              <a:off x="7450776" y="3336519"/>
              <a:ext cx="409397" cy="292566"/>
            </a:xfrm>
            <a:custGeom>
              <a:avLst/>
              <a:gdLst>
                <a:gd name="connsiteX0" fmla="*/ 537464 w 786002"/>
                <a:gd name="connsiteY0" fmla="*/ 558770 h 561696"/>
                <a:gd name="connsiteX1" fmla="*/ 537464 w 786002"/>
                <a:gd name="connsiteY1" fmla="*/ 555305 h 561696"/>
                <a:gd name="connsiteX2" fmla="*/ 538877 w 786002"/>
                <a:gd name="connsiteY2" fmla="*/ 554868 h 561696"/>
                <a:gd name="connsiteX3" fmla="*/ 537901 w 786002"/>
                <a:gd name="connsiteY3" fmla="*/ 554430 h 561696"/>
                <a:gd name="connsiteX4" fmla="*/ 535444 w 786002"/>
                <a:gd name="connsiteY4" fmla="*/ 551537 h 561696"/>
                <a:gd name="connsiteX5" fmla="*/ 536454 w 786002"/>
                <a:gd name="connsiteY5" fmla="*/ 548644 h 561696"/>
                <a:gd name="connsiteX6" fmla="*/ 538036 w 786002"/>
                <a:gd name="connsiteY6" fmla="*/ 545751 h 561696"/>
                <a:gd name="connsiteX7" fmla="*/ 540493 w 786002"/>
                <a:gd name="connsiteY7" fmla="*/ 541109 h 561696"/>
                <a:gd name="connsiteX8" fmla="*/ 543387 w 786002"/>
                <a:gd name="connsiteY8" fmla="*/ 537408 h 561696"/>
                <a:gd name="connsiteX9" fmla="*/ 547594 w 786002"/>
                <a:gd name="connsiteY9" fmla="*/ 535323 h 561696"/>
                <a:gd name="connsiteX10" fmla="*/ 553954 w 786002"/>
                <a:gd name="connsiteY10" fmla="*/ 535323 h 561696"/>
                <a:gd name="connsiteX11" fmla="*/ 562368 w 786002"/>
                <a:gd name="connsiteY11" fmla="*/ 533573 h 561696"/>
                <a:gd name="connsiteX12" fmla="*/ 565700 w 786002"/>
                <a:gd name="connsiteY12" fmla="*/ 526778 h 561696"/>
                <a:gd name="connsiteX13" fmla="*/ 564556 w 786002"/>
                <a:gd name="connsiteY13" fmla="*/ 521262 h 561696"/>
                <a:gd name="connsiteX14" fmla="*/ 561527 w 786002"/>
                <a:gd name="connsiteY14" fmla="*/ 517359 h 561696"/>
                <a:gd name="connsiteX15" fmla="*/ 564556 w 786002"/>
                <a:gd name="connsiteY15" fmla="*/ 512011 h 561696"/>
                <a:gd name="connsiteX16" fmla="*/ 568897 w 786002"/>
                <a:gd name="connsiteY16" fmla="*/ 509387 h 561696"/>
                <a:gd name="connsiteX17" fmla="*/ 575123 w 786002"/>
                <a:gd name="connsiteY17" fmla="*/ 507940 h 561696"/>
                <a:gd name="connsiteX18" fmla="*/ 580642 w 786002"/>
                <a:gd name="connsiteY18" fmla="*/ 507806 h 561696"/>
                <a:gd name="connsiteX19" fmla="*/ 587744 w 786002"/>
                <a:gd name="connsiteY19" fmla="*/ 506494 h 561696"/>
                <a:gd name="connsiteX20" fmla="*/ 595148 w 786002"/>
                <a:gd name="connsiteY20" fmla="*/ 505182 h 561696"/>
                <a:gd name="connsiteX21" fmla="*/ 602552 w 786002"/>
                <a:gd name="connsiteY21" fmla="*/ 504038 h 561696"/>
                <a:gd name="connsiteX22" fmla="*/ 610090 w 786002"/>
                <a:gd name="connsiteY22" fmla="*/ 504610 h 561696"/>
                <a:gd name="connsiteX23" fmla="*/ 615441 w 786002"/>
                <a:gd name="connsiteY23" fmla="*/ 502154 h 561696"/>
                <a:gd name="connsiteX24" fmla="*/ 616013 w 786002"/>
                <a:gd name="connsiteY24" fmla="*/ 496065 h 561696"/>
                <a:gd name="connsiteX25" fmla="*/ 609787 w 786002"/>
                <a:gd name="connsiteY25" fmla="*/ 488967 h 561696"/>
                <a:gd name="connsiteX26" fmla="*/ 606018 w 786002"/>
                <a:gd name="connsiteY26" fmla="*/ 481869 h 561696"/>
                <a:gd name="connsiteX27" fmla="*/ 605883 w 786002"/>
                <a:gd name="connsiteY27" fmla="*/ 476083 h 561696"/>
                <a:gd name="connsiteX28" fmla="*/ 609215 w 786002"/>
                <a:gd name="connsiteY28" fmla="*/ 473897 h 561696"/>
                <a:gd name="connsiteX29" fmla="*/ 615441 w 786002"/>
                <a:gd name="connsiteY29" fmla="*/ 474199 h 561696"/>
                <a:gd name="connsiteX30" fmla="*/ 621230 w 786002"/>
                <a:gd name="connsiteY30" fmla="*/ 478404 h 561696"/>
                <a:gd name="connsiteX31" fmla="*/ 627759 w 786002"/>
                <a:gd name="connsiteY31" fmla="*/ 479716 h 561696"/>
                <a:gd name="connsiteX32" fmla="*/ 629913 w 786002"/>
                <a:gd name="connsiteY32" fmla="*/ 476521 h 561696"/>
                <a:gd name="connsiteX33" fmla="*/ 637586 w 786002"/>
                <a:gd name="connsiteY33" fmla="*/ 473762 h 561696"/>
                <a:gd name="connsiteX34" fmla="*/ 641927 w 786002"/>
                <a:gd name="connsiteY34" fmla="*/ 472013 h 561696"/>
                <a:gd name="connsiteX35" fmla="*/ 645562 w 786002"/>
                <a:gd name="connsiteY35" fmla="*/ 470129 h 561696"/>
                <a:gd name="connsiteX36" fmla="*/ 639336 w 786002"/>
                <a:gd name="connsiteY36" fmla="*/ 466059 h 561696"/>
                <a:gd name="connsiteX37" fmla="*/ 639201 w 786002"/>
                <a:gd name="connsiteY37" fmla="*/ 461585 h 561696"/>
                <a:gd name="connsiteX38" fmla="*/ 641961 w 786002"/>
                <a:gd name="connsiteY38" fmla="*/ 459398 h 561696"/>
                <a:gd name="connsiteX39" fmla="*/ 645293 w 786002"/>
                <a:gd name="connsiteY39" fmla="*/ 459398 h 561696"/>
                <a:gd name="connsiteX40" fmla="*/ 650072 w 786002"/>
                <a:gd name="connsiteY40" fmla="*/ 460845 h 561696"/>
                <a:gd name="connsiteX41" fmla="*/ 653101 w 786002"/>
                <a:gd name="connsiteY41" fmla="*/ 461417 h 561696"/>
                <a:gd name="connsiteX42" fmla="*/ 654413 w 786002"/>
                <a:gd name="connsiteY42" fmla="*/ 458961 h 561696"/>
                <a:gd name="connsiteX43" fmla="*/ 652966 w 786002"/>
                <a:gd name="connsiteY43" fmla="*/ 454319 h 561696"/>
                <a:gd name="connsiteX44" fmla="*/ 649332 w 786002"/>
                <a:gd name="connsiteY44" fmla="*/ 447221 h 561696"/>
                <a:gd name="connsiteX45" fmla="*/ 649466 w 786002"/>
                <a:gd name="connsiteY45" fmla="*/ 443184 h 561696"/>
                <a:gd name="connsiteX46" fmla="*/ 651485 w 786002"/>
                <a:gd name="connsiteY46" fmla="*/ 441434 h 561696"/>
                <a:gd name="connsiteX47" fmla="*/ 654380 w 786002"/>
                <a:gd name="connsiteY47" fmla="*/ 433765 h 561696"/>
                <a:gd name="connsiteX48" fmla="*/ 658149 w 786002"/>
                <a:gd name="connsiteY48" fmla="*/ 429123 h 561696"/>
                <a:gd name="connsiteX49" fmla="*/ 664106 w 786002"/>
                <a:gd name="connsiteY49" fmla="*/ 427104 h 561696"/>
                <a:gd name="connsiteX50" fmla="*/ 670197 w 786002"/>
                <a:gd name="connsiteY50" fmla="*/ 425489 h 561696"/>
                <a:gd name="connsiteX51" fmla="*/ 674101 w 786002"/>
                <a:gd name="connsiteY51" fmla="*/ 422596 h 561696"/>
                <a:gd name="connsiteX52" fmla="*/ 679318 w 786002"/>
                <a:gd name="connsiteY52" fmla="*/ 421722 h 561696"/>
                <a:gd name="connsiteX53" fmla="*/ 683390 w 786002"/>
                <a:gd name="connsiteY53" fmla="*/ 420578 h 561696"/>
                <a:gd name="connsiteX54" fmla="*/ 685712 w 786002"/>
                <a:gd name="connsiteY54" fmla="*/ 417954 h 561696"/>
                <a:gd name="connsiteX55" fmla="*/ 687159 w 786002"/>
                <a:gd name="connsiteY55" fmla="*/ 416373 h 561696"/>
                <a:gd name="connsiteX56" fmla="*/ 688169 w 786002"/>
                <a:gd name="connsiteY56" fmla="*/ 413312 h 561696"/>
                <a:gd name="connsiteX57" fmla="*/ 690491 w 786002"/>
                <a:gd name="connsiteY57" fmla="*/ 412437 h 561696"/>
                <a:gd name="connsiteX58" fmla="*/ 693520 w 786002"/>
                <a:gd name="connsiteY58" fmla="*/ 410856 h 561696"/>
                <a:gd name="connsiteX59" fmla="*/ 698030 w 786002"/>
                <a:gd name="connsiteY59" fmla="*/ 409107 h 561696"/>
                <a:gd name="connsiteX60" fmla="*/ 700487 w 786002"/>
                <a:gd name="connsiteY60" fmla="*/ 408401 h 561696"/>
                <a:gd name="connsiteX61" fmla="*/ 702506 w 786002"/>
                <a:gd name="connsiteY61" fmla="*/ 407223 h 561696"/>
                <a:gd name="connsiteX62" fmla="*/ 705568 w 786002"/>
                <a:gd name="connsiteY62" fmla="*/ 404465 h 561696"/>
                <a:gd name="connsiteX63" fmla="*/ 706006 w 786002"/>
                <a:gd name="connsiteY63" fmla="*/ 402278 h 561696"/>
                <a:gd name="connsiteX64" fmla="*/ 710347 w 786002"/>
                <a:gd name="connsiteY64" fmla="*/ 398948 h 561696"/>
                <a:gd name="connsiteX65" fmla="*/ 712669 w 786002"/>
                <a:gd name="connsiteY65" fmla="*/ 396627 h 561696"/>
                <a:gd name="connsiteX66" fmla="*/ 715126 w 786002"/>
                <a:gd name="connsiteY66" fmla="*/ 393431 h 561696"/>
                <a:gd name="connsiteX67" fmla="*/ 716001 w 786002"/>
                <a:gd name="connsiteY67" fmla="*/ 387914 h 561696"/>
                <a:gd name="connsiteX68" fmla="*/ 722800 w 786002"/>
                <a:gd name="connsiteY68" fmla="*/ 381388 h 561696"/>
                <a:gd name="connsiteX69" fmla="*/ 723540 w 786002"/>
                <a:gd name="connsiteY69" fmla="*/ 372709 h 561696"/>
                <a:gd name="connsiteX70" fmla="*/ 720915 w 786002"/>
                <a:gd name="connsiteY70" fmla="*/ 368638 h 561696"/>
                <a:gd name="connsiteX71" fmla="*/ 719333 w 786002"/>
                <a:gd name="connsiteY71" fmla="*/ 364131 h 561696"/>
                <a:gd name="connsiteX72" fmla="*/ 718895 w 786002"/>
                <a:gd name="connsiteY72" fmla="*/ 356595 h 561696"/>
                <a:gd name="connsiteX73" fmla="*/ 717314 w 786002"/>
                <a:gd name="connsiteY73" fmla="*/ 353702 h 561696"/>
                <a:gd name="connsiteX74" fmla="*/ 714857 w 786002"/>
                <a:gd name="connsiteY74" fmla="*/ 350372 h 561696"/>
                <a:gd name="connsiteX75" fmla="*/ 714857 w 786002"/>
                <a:gd name="connsiteY75" fmla="*/ 346739 h 561696"/>
                <a:gd name="connsiteX76" fmla="*/ 717751 w 786002"/>
                <a:gd name="connsiteY76" fmla="*/ 343106 h 561696"/>
                <a:gd name="connsiteX77" fmla="*/ 718761 w 786002"/>
                <a:gd name="connsiteY77" fmla="*/ 340482 h 561696"/>
                <a:gd name="connsiteX78" fmla="*/ 718054 w 786002"/>
                <a:gd name="connsiteY78" fmla="*/ 332812 h 561696"/>
                <a:gd name="connsiteX79" fmla="*/ 718323 w 786002"/>
                <a:gd name="connsiteY79" fmla="*/ 328742 h 561696"/>
                <a:gd name="connsiteX80" fmla="*/ 718323 w 786002"/>
                <a:gd name="connsiteY80" fmla="*/ 323965 h 561696"/>
                <a:gd name="connsiteX81" fmla="*/ 723237 w 786002"/>
                <a:gd name="connsiteY81" fmla="*/ 321644 h 561696"/>
                <a:gd name="connsiteX82" fmla="*/ 724247 w 786002"/>
                <a:gd name="connsiteY82" fmla="*/ 320635 h 561696"/>
                <a:gd name="connsiteX83" fmla="*/ 728588 w 786002"/>
                <a:gd name="connsiteY83" fmla="*/ 315555 h 561696"/>
                <a:gd name="connsiteX84" fmla="*/ 734545 w 786002"/>
                <a:gd name="connsiteY84" fmla="*/ 311922 h 561696"/>
                <a:gd name="connsiteX85" fmla="*/ 738886 w 786002"/>
                <a:gd name="connsiteY85" fmla="*/ 311216 h 561696"/>
                <a:gd name="connsiteX86" fmla="*/ 742656 w 786002"/>
                <a:gd name="connsiteY86" fmla="*/ 310072 h 561696"/>
                <a:gd name="connsiteX87" fmla="*/ 746122 w 786002"/>
                <a:gd name="connsiteY87" fmla="*/ 307044 h 561696"/>
                <a:gd name="connsiteX88" fmla="*/ 748444 w 786002"/>
                <a:gd name="connsiteY88" fmla="*/ 301965 h 561696"/>
                <a:gd name="connsiteX89" fmla="*/ 746560 w 786002"/>
                <a:gd name="connsiteY89" fmla="*/ 298197 h 561696"/>
                <a:gd name="connsiteX90" fmla="*/ 739896 w 786002"/>
                <a:gd name="connsiteY90" fmla="*/ 292848 h 561696"/>
                <a:gd name="connsiteX91" fmla="*/ 743396 w 786002"/>
                <a:gd name="connsiteY91" fmla="*/ 285616 h 561696"/>
                <a:gd name="connsiteX92" fmla="*/ 751204 w 786002"/>
                <a:gd name="connsiteY92" fmla="*/ 280839 h 561696"/>
                <a:gd name="connsiteX93" fmla="*/ 756723 w 786002"/>
                <a:gd name="connsiteY93" fmla="*/ 280839 h 561696"/>
                <a:gd name="connsiteX94" fmla="*/ 759618 w 786002"/>
                <a:gd name="connsiteY94" fmla="*/ 282151 h 561696"/>
                <a:gd name="connsiteX95" fmla="*/ 766719 w 786002"/>
                <a:gd name="connsiteY95" fmla="*/ 276802 h 561696"/>
                <a:gd name="connsiteX96" fmla="*/ 772507 w 786002"/>
                <a:gd name="connsiteY96" fmla="*/ 274481 h 561696"/>
                <a:gd name="connsiteX97" fmla="*/ 775132 w 786002"/>
                <a:gd name="connsiteY97" fmla="*/ 273169 h 561696"/>
                <a:gd name="connsiteX98" fmla="*/ 775267 w 786002"/>
                <a:gd name="connsiteY98" fmla="*/ 268830 h 561696"/>
                <a:gd name="connsiteX99" fmla="*/ 769613 w 786002"/>
                <a:gd name="connsiteY99" fmla="*/ 261429 h 561696"/>
                <a:gd name="connsiteX100" fmla="*/ 768300 w 786002"/>
                <a:gd name="connsiteY100" fmla="*/ 257796 h 561696"/>
                <a:gd name="connsiteX101" fmla="*/ 765709 w 786002"/>
                <a:gd name="connsiteY101" fmla="*/ 249251 h 561696"/>
                <a:gd name="connsiteX102" fmla="*/ 766146 w 786002"/>
                <a:gd name="connsiteY102" fmla="*/ 243600 h 561696"/>
                <a:gd name="connsiteX103" fmla="*/ 771801 w 786002"/>
                <a:gd name="connsiteY103" fmla="*/ 239126 h 561696"/>
                <a:gd name="connsiteX104" fmla="*/ 777589 w 786002"/>
                <a:gd name="connsiteY104" fmla="*/ 237545 h 561696"/>
                <a:gd name="connsiteX105" fmla="*/ 783108 w 786002"/>
                <a:gd name="connsiteY105" fmla="*/ 235526 h 561696"/>
                <a:gd name="connsiteX106" fmla="*/ 786003 w 786002"/>
                <a:gd name="connsiteY106" fmla="*/ 229875 h 561696"/>
                <a:gd name="connsiteX107" fmla="*/ 784118 w 786002"/>
                <a:gd name="connsiteY107" fmla="*/ 224661 h 561696"/>
                <a:gd name="connsiteX108" fmla="*/ 781931 w 786002"/>
                <a:gd name="connsiteY108" fmla="*/ 218572 h 561696"/>
                <a:gd name="connsiteX109" fmla="*/ 782233 w 786002"/>
                <a:gd name="connsiteY109" fmla="*/ 213492 h 561696"/>
                <a:gd name="connsiteX110" fmla="*/ 781661 w 786002"/>
                <a:gd name="connsiteY110" fmla="*/ 208413 h 561696"/>
                <a:gd name="connsiteX111" fmla="*/ 775873 w 786002"/>
                <a:gd name="connsiteY111" fmla="*/ 203939 h 561696"/>
                <a:gd name="connsiteX112" fmla="*/ 773988 w 786002"/>
                <a:gd name="connsiteY112" fmla="*/ 201046 h 561696"/>
                <a:gd name="connsiteX113" fmla="*/ 772676 w 786002"/>
                <a:gd name="connsiteY113" fmla="*/ 198287 h 561696"/>
                <a:gd name="connsiteX114" fmla="*/ 772103 w 786002"/>
                <a:gd name="connsiteY114" fmla="*/ 194654 h 561696"/>
                <a:gd name="connsiteX115" fmla="*/ 773248 w 786002"/>
                <a:gd name="connsiteY115" fmla="*/ 191627 h 561696"/>
                <a:gd name="connsiteX116" fmla="*/ 775132 w 786002"/>
                <a:gd name="connsiteY116" fmla="*/ 188599 h 561696"/>
                <a:gd name="connsiteX117" fmla="*/ 778329 w 786002"/>
                <a:gd name="connsiteY117" fmla="*/ 185403 h 561696"/>
                <a:gd name="connsiteX118" fmla="*/ 781964 w 786002"/>
                <a:gd name="connsiteY118" fmla="*/ 181770 h 561696"/>
                <a:gd name="connsiteX119" fmla="*/ 778633 w 786002"/>
                <a:gd name="connsiteY119" fmla="*/ 181030 h 561696"/>
                <a:gd name="connsiteX120" fmla="*/ 774863 w 786002"/>
                <a:gd name="connsiteY120" fmla="*/ 181602 h 561696"/>
                <a:gd name="connsiteX121" fmla="*/ 770219 w 786002"/>
                <a:gd name="connsiteY121" fmla="*/ 182174 h 561696"/>
                <a:gd name="connsiteX122" fmla="*/ 765575 w 786002"/>
                <a:gd name="connsiteY122" fmla="*/ 181165 h 561696"/>
                <a:gd name="connsiteX123" fmla="*/ 761368 w 786002"/>
                <a:gd name="connsiteY123" fmla="*/ 180862 h 561696"/>
                <a:gd name="connsiteX124" fmla="*/ 757733 w 786002"/>
                <a:gd name="connsiteY124" fmla="*/ 180727 h 561696"/>
                <a:gd name="connsiteX125" fmla="*/ 754401 w 786002"/>
                <a:gd name="connsiteY125" fmla="*/ 180727 h 561696"/>
                <a:gd name="connsiteX126" fmla="*/ 750766 w 786002"/>
                <a:gd name="connsiteY126" fmla="*/ 181737 h 561696"/>
                <a:gd name="connsiteX127" fmla="*/ 746122 w 786002"/>
                <a:gd name="connsiteY127" fmla="*/ 183318 h 561696"/>
                <a:gd name="connsiteX128" fmla="*/ 742218 w 786002"/>
                <a:gd name="connsiteY128" fmla="*/ 186345 h 561696"/>
                <a:gd name="connsiteX129" fmla="*/ 738314 w 786002"/>
                <a:gd name="connsiteY129" fmla="*/ 187926 h 561696"/>
                <a:gd name="connsiteX130" fmla="*/ 733098 w 786002"/>
                <a:gd name="connsiteY130" fmla="*/ 191694 h 561696"/>
                <a:gd name="connsiteX131" fmla="*/ 729631 w 786002"/>
                <a:gd name="connsiteY131" fmla="*/ 191694 h 561696"/>
                <a:gd name="connsiteX132" fmla="*/ 728050 w 786002"/>
                <a:gd name="connsiteY132" fmla="*/ 190819 h 561696"/>
                <a:gd name="connsiteX133" fmla="*/ 723708 w 786002"/>
                <a:gd name="connsiteY133" fmla="*/ 188633 h 561696"/>
                <a:gd name="connsiteX134" fmla="*/ 719939 w 786002"/>
                <a:gd name="connsiteY134" fmla="*/ 186312 h 561696"/>
                <a:gd name="connsiteX135" fmla="*/ 719064 w 786002"/>
                <a:gd name="connsiteY135" fmla="*/ 183856 h 561696"/>
                <a:gd name="connsiteX136" fmla="*/ 719501 w 786002"/>
                <a:gd name="connsiteY136" fmla="*/ 181097 h 561696"/>
                <a:gd name="connsiteX137" fmla="*/ 719636 w 786002"/>
                <a:gd name="connsiteY137" fmla="*/ 175177 h 561696"/>
                <a:gd name="connsiteX138" fmla="*/ 720074 w 786002"/>
                <a:gd name="connsiteY138" fmla="*/ 170669 h 561696"/>
                <a:gd name="connsiteX139" fmla="*/ 719939 w 786002"/>
                <a:gd name="connsiteY139" fmla="*/ 167339 h 561696"/>
                <a:gd name="connsiteX140" fmla="*/ 720074 w 786002"/>
                <a:gd name="connsiteY140" fmla="*/ 164143 h 561696"/>
                <a:gd name="connsiteX141" fmla="*/ 720074 w 786002"/>
                <a:gd name="connsiteY141" fmla="*/ 161519 h 561696"/>
                <a:gd name="connsiteX142" fmla="*/ 720646 w 786002"/>
                <a:gd name="connsiteY142" fmla="*/ 155565 h 561696"/>
                <a:gd name="connsiteX143" fmla="*/ 720074 w 786002"/>
                <a:gd name="connsiteY143" fmla="*/ 151797 h 561696"/>
                <a:gd name="connsiteX144" fmla="*/ 720074 w 786002"/>
                <a:gd name="connsiteY144" fmla="*/ 148602 h 561696"/>
                <a:gd name="connsiteX145" fmla="*/ 718761 w 786002"/>
                <a:gd name="connsiteY145" fmla="*/ 144094 h 561696"/>
                <a:gd name="connsiteX146" fmla="*/ 717011 w 786002"/>
                <a:gd name="connsiteY146" fmla="*/ 143219 h 561696"/>
                <a:gd name="connsiteX147" fmla="*/ 713107 w 786002"/>
                <a:gd name="connsiteY147" fmla="*/ 142076 h 561696"/>
                <a:gd name="connsiteX148" fmla="*/ 708765 w 786002"/>
                <a:gd name="connsiteY148" fmla="*/ 141504 h 561696"/>
                <a:gd name="connsiteX149" fmla="*/ 705299 w 786002"/>
                <a:gd name="connsiteY149" fmla="*/ 142244 h 561696"/>
                <a:gd name="connsiteX150" fmla="*/ 702539 w 786002"/>
                <a:gd name="connsiteY150" fmla="*/ 142244 h 561696"/>
                <a:gd name="connsiteX151" fmla="*/ 700352 w 786002"/>
                <a:gd name="connsiteY151" fmla="*/ 143993 h 561696"/>
                <a:gd name="connsiteX152" fmla="*/ 699208 w 786002"/>
                <a:gd name="connsiteY152" fmla="*/ 145170 h 561696"/>
                <a:gd name="connsiteX153" fmla="*/ 697054 w 786002"/>
                <a:gd name="connsiteY153" fmla="*/ 147626 h 561696"/>
                <a:gd name="connsiteX154" fmla="*/ 693587 w 786002"/>
                <a:gd name="connsiteY154" fmla="*/ 149813 h 561696"/>
                <a:gd name="connsiteX155" fmla="*/ 690693 w 786002"/>
                <a:gd name="connsiteY155" fmla="*/ 151562 h 561696"/>
                <a:gd name="connsiteX156" fmla="*/ 688068 w 786002"/>
                <a:gd name="connsiteY156" fmla="*/ 154589 h 561696"/>
                <a:gd name="connsiteX157" fmla="*/ 688203 w 786002"/>
                <a:gd name="connsiteY157" fmla="*/ 159501 h 561696"/>
                <a:gd name="connsiteX158" fmla="*/ 688068 w 786002"/>
                <a:gd name="connsiteY158" fmla="*/ 162091 h 561696"/>
                <a:gd name="connsiteX159" fmla="*/ 685746 w 786002"/>
                <a:gd name="connsiteY159" fmla="*/ 166565 h 561696"/>
                <a:gd name="connsiteX160" fmla="*/ 680529 w 786002"/>
                <a:gd name="connsiteY160" fmla="*/ 167742 h 561696"/>
                <a:gd name="connsiteX161" fmla="*/ 675178 w 786002"/>
                <a:gd name="connsiteY161" fmla="*/ 165724 h 561696"/>
                <a:gd name="connsiteX162" fmla="*/ 672284 w 786002"/>
                <a:gd name="connsiteY162" fmla="*/ 162394 h 561696"/>
                <a:gd name="connsiteX163" fmla="*/ 671409 w 786002"/>
                <a:gd name="connsiteY163" fmla="*/ 158929 h 561696"/>
                <a:gd name="connsiteX164" fmla="*/ 671274 w 786002"/>
                <a:gd name="connsiteY164" fmla="*/ 155027 h 561696"/>
                <a:gd name="connsiteX165" fmla="*/ 670837 w 786002"/>
                <a:gd name="connsiteY165" fmla="*/ 151999 h 561696"/>
                <a:gd name="connsiteX166" fmla="*/ 670702 w 786002"/>
                <a:gd name="connsiteY166" fmla="*/ 148097 h 561696"/>
                <a:gd name="connsiteX167" fmla="*/ 671005 w 786002"/>
                <a:gd name="connsiteY167" fmla="*/ 143758 h 561696"/>
                <a:gd name="connsiteX168" fmla="*/ 676087 w 786002"/>
                <a:gd name="connsiteY168" fmla="*/ 137534 h 561696"/>
                <a:gd name="connsiteX169" fmla="*/ 676524 w 786002"/>
                <a:gd name="connsiteY169" fmla="*/ 137400 h 561696"/>
                <a:gd name="connsiteX170" fmla="*/ 677669 w 786002"/>
                <a:gd name="connsiteY170" fmla="*/ 134069 h 561696"/>
                <a:gd name="connsiteX171" fmla="*/ 681741 w 786002"/>
                <a:gd name="connsiteY171" fmla="*/ 131311 h 561696"/>
                <a:gd name="connsiteX172" fmla="*/ 683053 w 786002"/>
                <a:gd name="connsiteY172" fmla="*/ 130167 h 561696"/>
                <a:gd name="connsiteX173" fmla="*/ 688842 w 786002"/>
                <a:gd name="connsiteY173" fmla="*/ 128283 h 561696"/>
                <a:gd name="connsiteX174" fmla="*/ 688707 w 786002"/>
                <a:gd name="connsiteY174" fmla="*/ 125828 h 561696"/>
                <a:gd name="connsiteX175" fmla="*/ 688842 w 786002"/>
                <a:gd name="connsiteY175" fmla="*/ 123237 h 561696"/>
                <a:gd name="connsiteX176" fmla="*/ 689145 w 786002"/>
                <a:gd name="connsiteY176" fmla="*/ 121353 h 561696"/>
                <a:gd name="connsiteX177" fmla="*/ 691030 w 786002"/>
                <a:gd name="connsiteY177" fmla="*/ 118326 h 561696"/>
                <a:gd name="connsiteX178" fmla="*/ 691332 w 786002"/>
                <a:gd name="connsiteY178" fmla="*/ 117889 h 561696"/>
                <a:gd name="connsiteX179" fmla="*/ 695236 w 786002"/>
                <a:gd name="connsiteY179" fmla="*/ 116005 h 561696"/>
                <a:gd name="connsiteX180" fmla="*/ 697693 w 786002"/>
                <a:gd name="connsiteY180" fmla="*/ 113684 h 561696"/>
                <a:gd name="connsiteX181" fmla="*/ 699578 w 786002"/>
                <a:gd name="connsiteY181" fmla="*/ 111800 h 561696"/>
                <a:gd name="connsiteX182" fmla="*/ 701765 w 786002"/>
                <a:gd name="connsiteY182" fmla="*/ 111228 h 561696"/>
                <a:gd name="connsiteX183" fmla="*/ 704660 w 786002"/>
                <a:gd name="connsiteY183" fmla="*/ 109647 h 561696"/>
                <a:gd name="connsiteX184" fmla="*/ 706241 w 786002"/>
                <a:gd name="connsiteY184" fmla="*/ 107628 h 561696"/>
                <a:gd name="connsiteX185" fmla="*/ 706814 w 786002"/>
                <a:gd name="connsiteY185" fmla="*/ 106047 h 561696"/>
                <a:gd name="connsiteX186" fmla="*/ 707823 w 786002"/>
                <a:gd name="connsiteY186" fmla="*/ 101405 h 561696"/>
                <a:gd name="connsiteX187" fmla="*/ 708530 w 786002"/>
                <a:gd name="connsiteY187" fmla="*/ 95888 h 561696"/>
                <a:gd name="connsiteX188" fmla="*/ 705636 w 786002"/>
                <a:gd name="connsiteY188" fmla="*/ 85157 h 561696"/>
                <a:gd name="connsiteX189" fmla="*/ 706208 w 786002"/>
                <a:gd name="connsiteY189" fmla="*/ 80818 h 561696"/>
                <a:gd name="connsiteX190" fmla="*/ 706645 w 786002"/>
                <a:gd name="connsiteY190" fmla="*/ 77050 h 561696"/>
                <a:gd name="connsiteX191" fmla="*/ 708833 w 786002"/>
                <a:gd name="connsiteY191" fmla="*/ 74022 h 561696"/>
                <a:gd name="connsiteX192" fmla="*/ 710583 w 786002"/>
                <a:gd name="connsiteY192" fmla="*/ 71399 h 561696"/>
                <a:gd name="connsiteX193" fmla="*/ 712468 w 786002"/>
                <a:gd name="connsiteY193" fmla="*/ 69380 h 561696"/>
                <a:gd name="connsiteX194" fmla="*/ 714790 w 786002"/>
                <a:gd name="connsiteY194" fmla="*/ 67799 h 561696"/>
                <a:gd name="connsiteX195" fmla="*/ 716371 w 786002"/>
                <a:gd name="connsiteY195" fmla="*/ 67059 h 561696"/>
                <a:gd name="connsiteX196" fmla="*/ 717987 w 786002"/>
                <a:gd name="connsiteY196" fmla="*/ 66353 h 561696"/>
                <a:gd name="connsiteX197" fmla="*/ 719434 w 786002"/>
                <a:gd name="connsiteY197" fmla="*/ 64166 h 561696"/>
                <a:gd name="connsiteX198" fmla="*/ 721891 w 786002"/>
                <a:gd name="connsiteY198" fmla="*/ 61542 h 561696"/>
                <a:gd name="connsiteX199" fmla="*/ 721891 w 786002"/>
                <a:gd name="connsiteY199" fmla="*/ 57472 h 561696"/>
                <a:gd name="connsiteX200" fmla="*/ 719939 w 786002"/>
                <a:gd name="connsiteY200" fmla="*/ 55722 h 561696"/>
                <a:gd name="connsiteX201" fmla="*/ 717549 w 786002"/>
                <a:gd name="connsiteY201" fmla="*/ 54579 h 561696"/>
                <a:gd name="connsiteX202" fmla="*/ 715227 w 786002"/>
                <a:gd name="connsiteY202" fmla="*/ 54007 h 561696"/>
                <a:gd name="connsiteX203" fmla="*/ 712468 w 786002"/>
                <a:gd name="connsiteY203" fmla="*/ 54007 h 561696"/>
                <a:gd name="connsiteX204" fmla="*/ 710145 w 786002"/>
                <a:gd name="connsiteY204" fmla="*/ 53872 h 561696"/>
                <a:gd name="connsiteX205" fmla="*/ 706241 w 786002"/>
                <a:gd name="connsiteY205" fmla="*/ 54310 h 561696"/>
                <a:gd name="connsiteX206" fmla="*/ 704222 w 786002"/>
                <a:gd name="connsiteY206" fmla="*/ 54747 h 561696"/>
                <a:gd name="connsiteX207" fmla="*/ 701025 w 786002"/>
                <a:gd name="connsiteY207" fmla="*/ 55891 h 561696"/>
                <a:gd name="connsiteX208" fmla="*/ 698265 w 786002"/>
                <a:gd name="connsiteY208" fmla="*/ 55016 h 561696"/>
                <a:gd name="connsiteX209" fmla="*/ 696381 w 786002"/>
                <a:gd name="connsiteY209" fmla="*/ 52392 h 561696"/>
                <a:gd name="connsiteX210" fmla="*/ 694933 w 786002"/>
                <a:gd name="connsiteY210" fmla="*/ 50206 h 561696"/>
                <a:gd name="connsiteX211" fmla="*/ 693789 w 786002"/>
                <a:gd name="connsiteY211" fmla="*/ 48456 h 561696"/>
                <a:gd name="connsiteX212" fmla="*/ 693520 w 786002"/>
                <a:gd name="connsiteY212" fmla="*/ 44823 h 561696"/>
                <a:gd name="connsiteX213" fmla="*/ 695102 w 786002"/>
                <a:gd name="connsiteY213" fmla="*/ 40484 h 561696"/>
                <a:gd name="connsiteX214" fmla="*/ 697121 w 786002"/>
                <a:gd name="connsiteY214" fmla="*/ 37591 h 561696"/>
                <a:gd name="connsiteX215" fmla="*/ 698131 w 786002"/>
                <a:gd name="connsiteY215" fmla="*/ 35572 h 561696"/>
                <a:gd name="connsiteX216" fmla="*/ 700285 w 786002"/>
                <a:gd name="connsiteY216" fmla="*/ 32511 h 561696"/>
                <a:gd name="connsiteX217" fmla="*/ 700015 w 786002"/>
                <a:gd name="connsiteY217" fmla="*/ 31065 h 561696"/>
                <a:gd name="connsiteX218" fmla="*/ 699578 w 786002"/>
                <a:gd name="connsiteY218" fmla="*/ 28037 h 561696"/>
                <a:gd name="connsiteX219" fmla="*/ 699275 w 786002"/>
                <a:gd name="connsiteY219" fmla="*/ 25279 h 561696"/>
                <a:gd name="connsiteX220" fmla="*/ 700150 w 786002"/>
                <a:gd name="connsiteY220" fmla="*/ 22251 h 561696"/>
                <a:gd name="connsiteX221" fmla="*/ 701025 w 786002"/>
                <a:gd name="connsiteY221" fmla="*/ 18046 h 561696"/>
                <a:gd name="connsiteX222" fmla="*/ 701025 w 786002"/>
                <a:gd name="connsiteY222" fmla="*/ 14144 h 561696"/>
                <a:gd name="connsiteX223" fmla="*/ 699510 w 786002"/>
                <a:gd name="connsiteY223" fmla="*/ 11957 h 561696"/>
                <a:gd name="connsiteX224" fmla="*/ 696852 w 786002"/>
                <a:gd name="connsiteY224" fmla="*/ 8930 h 561696"/>
                <a:gd name="connsiteX225" fmla="*/ 693789 w 786002"/>
                <a:gd name="connsiteY225" fmla="*/ 6306 h 561696"/>
                <a:gd name="connsiteX226" fmla="*/ 690020 w 786002"/>
                <a:gd name="connsiteY226" fmla="*/ 7181 h 561696"/>
                <a:gd name="connsiteX227" fmla="*/ 688270 w 786002"/>
                <a:gd name="connsiteY227" fmla="*/ 8930 h 561696"/>
                <a:gd name="connsiteX228" fmla="*/ 684669 w 786002"/>
                <a:gd name="connsiteY228" fmla="*/ 9064 h 561696"/>
                <a:gd name="connsiteX229" fmla="*/ 678712 w 786002"/>
                <a:gd name="connsiteY229" fmla="*/ 6609 h 561696"/>
                <a:gd name="connsiteX230" fmla="*/ 676524 w 786002"/>
                <a:gd name="connsiteY230" fmla="*/ 4590 h 561696"/>
                <a:gd name="connsiteX231" fmla="*/ 673495 w 786002"/>
                <a:gd name="connsiteY231" fmla="*/ 2572 h 561696"/>
                <a:gd name="connsiteX232" fmla="*/ 670601 w 786002"/>
                <a:gd name="connsiteY232" fmla="*/ 116 h 561696"/>
                <a:gd name="connsiteX233" fmla="*/ 668582 w 786002"/>
                <a:gd name="connsiteY233" fmla="*/ 1428 h 561696"/>
                <a:gd name="connsiteX234" fmla="*/ 668010 w 786002"/>
                <a:gd name="connsiteY234" fmla="*/ 2303 h 561696"/>
                <a:gd name="connsiteX235" fmla="*/ 666697 w 786002"/>
                <a:gd name="connsiteY235" fmla="*/ 4759 h 561696"/>
                <a:gd name="connsiteX236" fmla="*/ 665519 w 786002"/>
                <a:gd name="connsiteY236" fmla="*/ 8089 h 561696"/>
                <a:gd name="connsiteX237" fmla="*/ 664813 w 786002"/>
                <a:gd name="connsiteY237" fmla="*/ 10107 h 561696"/>
                <a:gd name="connsiteX238" fmla="*/ 663063 w 786002"/>
                <a:gd name="connsiteY238" fmla="*/ 12294 h 561696"/>
                <a:gd name="connsiteX239" fmla="*/ 659865 w 786002"/>
                <a:gd name="connsiteY239" fmla="*/ 14312 h 561696"/>
                <a:gd name="connsiteX240" fmla="*/ 654077 w 786002"/>
                <a:gd name="connsiteY240" fmla="*/ 14615 h 561696"/>
                <a:gd name="connsiteX241" fmla="*/ 651889 w 786002"/>
                <a:gd name="connsiteY241" fmla="*/ 13606 h 561696"/>
                <a:gd name="connsiteX242" fmla="*/ 646538 w 786002"/>
                <a:gd name="connsiteY242" fmla="*/ 8257 h 561696"/>
                <a:gd name="connsiteX243" fmla="*/ 644519 w 786002"/>
                <a:gd name="connsiteY243" fmla="*/ 6811 h 561696"/>
                <a:gd name="connsiteX244" fmla="*/ 641322 w 786002"/>
                <a:gd name="connsiteY244" fmla="*/ 6811 h 561696"/>
                <a:gd name="connsiteX245" fmla="*/ 637687 w 786002"/>
                <a:gd name="connsiteY245" fmla="*/ 8627 h 561696"/>
                <a:gd name="connsiteX246" fmla="*/ 629711 w 786002"/>
                <a:gd name="connsiteY246" fmla="*/ 9569 h 561696"/>
                <a:gd name="connsiteX247" fmla="*/ 628836 w 786002"/>
                <a:gd name="connsiteY247" fmla="*/ 14346 h 561696"/>
                <a:gd name="connsiteX248" fmla="*/ 627389 w 786002"/>
                <a:gd name="connsiteY248" fmla="*/ 17811 h 561696"/>
                <a:gd name="connsiteX249" fmla="*/ 623922 w 786002"/>
                <a:gd name="connsiteY249" fmla="*/ 20838 h 561696"/>
                <a:gd name="connsiteX250" fmla="*/ 620288 w 786002"/>
                <a:gd name="connsiteY250" fmla="*/ 22857 h 561696"/>
                <a:gd name="connsiteX251" fmla="*/ 617965 w 786002"/>
                <a:gd name="connsiteY251" fmla="*/ 25480 h 561696"/>
                <a:gd name="connsiteX252" fmla="*/ 616081 w 786002"/>
                <a:gd name="connsiteY252" fmla="*/ 26490 h 561696"/>
                <a:gd name="connsiteX253" fmla="*/ 613893 w 786002"/>
                <a:gd name="connsiteY253" fmla="*/ 27936 h 561696"/>
                <a:gd name="connsiteX254" fmla="*/ 612143 w 786002"/>
                <a:gd name="connsiteY254" fmla="*/ 29685 h 561696"/>
                <a:gd name="connsiteX255" fmla="*/ 610561 w 786002"/>
                <a:gd name="connsiteY255" fmla="*/ 32444 h 561696"/>
                <a:gd name="connsiteX256" fmla="*/ 609686 w 786002"/>
                <a:gd name="connsiteY256" fmla="*/ 35640 h 561696"/>
                <a:gd name="connsiteX257" fmla="*/ 608239 w 786002"/>
                <a:gd name="connsiteY257" fmla="*/ 38095 h 561696"/>
                <a:gd name="connsiteX258" fmla="*/ 607364 w 786002"/>
                <a:gd name="connsiteY258" fmla="*/ 43007 h 561696"/>
                <a:gd name="connsiteX259" fmla="*/ 605648 w 786002"/>
                <a:gd name="connsiteY259" fmla="*/ 45328 h 561696"/>
                <a:gd name="connsiteX260" fmla="*/ 602451 w 786002"/>
                <a:gd name="connsiteY260" fmla="*/ 45631 h 561696"/>
                <a:gd name="connsiteX261" fmla="*/ 600566 w 786002"/>
                <a:gd name="connsiteY261" fmla="*/ 43040 h 561696"/>
                <a:gd name="connsiteX262" fmla="*/ 599388 w 786002"/>
                <a:gd name="connsiteY262" fmla="*/ 40585 h 561696"/>
                <a:gd name="connsiteX263" fmla="*/ 598076 w 786002"/>
                <a:gd name="connsiteY263" fmla="*/ 38701 h 561696"/>
                <a:gd name="connsiteX264" fmla="*/ 594609 w 786002"/>
                <a:gd name="connsiteY264" fmla="*/ 37254 h 561696"/>
                <a:gd name="connsiteX265" fmla="*/ 592724 w 786002"/>
                <a:gd name="connsiteY265" fmla="*/ 37389 h 561696"/>
                <a:gd name="connsiteX266" fmla="*/ 591580 w 786002"/>
                <a:gd name="connsiteY266" fmla="*/ 38970 h 561696"/>
                <a:gd name="connsiteX267" fmla="*/ 586061 w 786002"/>
                <a:gd name="connsiteY267" fmla="*/ 41426 h 561696"/>
                <a:gd name="connsiteX268" fmla="*/ 583604 w 786002"/>
                <a:gd name="connsiteY268" fmla="*/ 38230 h 561696"/>
                <a:gd name="connsiteX269" fmla="*/ 582729 w 786002"/>
                <a:gd name="connsiteY269" fmla="*/ 33722 h 561696"/>
                <a:gd name="connsiteX270" fmla="*/ 582729 w 786002"/>
                <a:gd name="connsiteY270" fmla="*/ 27062 h 561696"/>
                <a:gd name="connsiteX271" fmla="*/ 574181 w 786002"/>
                <a:gd name="connsiteY271" fmla="*/ 23866 h 561696"/>
                <a:gd name="connsiteX272" fmla="*/ 571859 w 786002"/>
                <a:gd name="connsiteY272" fmla="*/ 22857 h 561696"/>
                <a:gd name="connsiteX273" fmla="*/ 567080 w 786002"/>
                <a:gd name="connsiteY273" fmla="*/ 24606 h 561696"/>
                <a:gd name="connsiteX274" fmla="*/ 561863 w 786002"/>
                <a:gd name="connsiteY274" fmla="*/ 29080 h 561696"/>
                <a:gd name="connsiteX275" fmla="*/ 560281 w 786002"/>
                <a:gd name="connsiteY275" fmla="*/ 31401 h 561696"/>
                <a:gd name="connsiteX276" fmla="*/ 560281 w 786002"/>
                <a:gd name="connsiteY276" fmla="*/ 37860 h 561696"/>
                <a:gd name="connsiteX277" fmla="*/ 559272 w 786002"/>
                <a:gd name="connsiteY277" fmla="*/ 40215 h 561696"/>
                <a:gd name="connsiteX278" fmla="*/ 557690 w 786002"/>
                <a:gd name="connsiteY278" fmla="*/ 41527 h 561696"/>
                <a:gd name="connsiteX279" fmla="*/ 554055 w 786002"/>
                <a:gd name="connsiteY279" fmla="*/ 45429 h 561696"/>
                <a:gd name="connsiteX280" fmla="*/ 553483 w 786002"/>
                <a:gd name="connsiteY280" fmla="*/ 46001 h 561696"/>
                <a:gd name="connsiteX281" fmla="*/ 553887 w 786002"/>
                <a:gd name="connsiteY281" fmla="*/ 50643 h 561696"/>
                <a:gd name="connsiteX282" fmla="*/ 554156 w 786002"/>
                <a:gd name="connsiteY282" fmla="*/ 51518 h 561696"/>
                <a:gd name="connsiteX283" fmla="*/ 555334 w 786002"/>
                <a:gd name="connsiteY283" fmla="*/ 53704 h 561696"/>
                <a:gd name="connsiteX284" fmla="*/ 556007 w 786002"/>
                <a:gd name="connsiteY284" fmla="*/ 54377 h 561696"/>
                <a:gd name="connsiteX285" fmla="*/ 554459 w 786002"/>
                <a:gd name="connsiteY285" fmla="*/ 57304 h 561696"/>
                <a:gd name="connsiteX286" fmla="*/ 552272 w 786002"/>
                <a:gd name="connsiteY286" fmla="*/ 58178 h 561696"/>
                <a:gd name="connsiteX287" fmla="*/ 547190 w 786002"/>
                <a:gd name="connsiteY287" fmla="*/ 58616 h 561696"/>
                <a:gd name="connsiteX288" fmla="*/ 540829 w 786002"/>
                <a:gd name="connsiteY288" fmla="*/ 57304 h 561696"/>
                <a:gd name="connsiteX289" fmla="*/ 538069 w 786002"/>
                <a:gd name="connsiteY289" fmla="*/ 53671 h 561696"/>
                <a:gd name="connsiteX290" fmla="*/ 539954 w 786002"/>
                <a:gd name="connsiteY290" fmla="*/ 50912 h 561696"/>
                <a:gd name="connsiteX291" fmla="*/ 544868 w 786002"/>
                <a:gd name="connsiteY291" fmla="*/ 47010 h 561696"/>
                <a:gd name="connsiteX292" fmla="*/ 543993 w 786002"/>
                <a:gd name="connsiteY292" fmla="*/ 43680 h 561696"/>
                <a:gd name="connsiteX293" fmla="*/ 538473 w 786002"/>
                <a:gd name="connsiteY293" fmla="*/ 41493 h 561696"/>
                <a:gd name="connsiteX294" fmla="*/ 535848 w 786002"/>
                <a:gd name="connsiteY294" fmla="*/ 39306 h 561696"/>
                <a:gd name="connsiteX295" fmla="*/ 531507 w 786002"/>
                <a:gd name="connsiteY295" fmla="*/ 41493 h 561696"/>
                <a:gd name="connsiteX296" fmla="*/ 526997 w 786002"/>
                <a:gd name="connsiteY296" fmla="*/ 41627 h 561696"/>
                <a:gd name="connsiteX297" fmla="*/ 524540 w 786002"/>
                <a:gd name="connsiteY297" fmla="*/ 40753 h 561696"/>
                <a:gd name="connsiteX298" fmla="*/ 523665 w 786002"/>
                <a:gd name="connsiteY298" fmla="*/ 37995 h 561696"/>
                <a:gd name="connsiteX299" fmla="*/ 519189 w 786002"/>
                <a:gd name="connsiteY299" fmla="*/ 37995 h 561696"/>
                <a:gd name="connsiteX300" fmla="*/ 516598 w 786002"/>
                <a:gd name="connsiteY300" fmla="*/ 37995 h 561696"/>
                <a:gd name="connsiteX301" fmla="*/ 514276 w 786002"/>
                <a:gd name="connsiteY301" fmla="*/ 39138 h 561696"/>
                <a:gd name="connsiteX302" fmla="*/ 513973 w 786002"/>
                <a:gd name="connsiteY302" fmla="*/ 46371 h 561696"/>
                <a:gd name="connsiteX303" fmla="*/ 511785 w 786002"/>
                <a:gd name="connsiteY303" fmla="*/ 49129 h 561696"/>
                <a:gd name="connsiteX304" fmla="*/ 508891 w 786002"/>
                <a:gd name="connsiteY304" fmla="*/ 52325 h 561696"/>
                <a:gd name="connsiteX305" fmla="*/ 506737 w 786002"/>
                <a:gd name="connsiteY305" fmla="*/ 55790 h 561696"/>
                <a:gd name="connsiteX306" fmla="*/ 505593 w 786002"/>
                <a:gd name="connsiteY306" fmla="*/ 58986 h 561696"/>
                <a:gd name="connsiteX307" fmla="*/ 505021 w 786002"/>
                <a:gd name="connsiteY307" fmla="*/ 60869 h 561696"/>
                <a:gd name="connsiteX308" fmla="*/ 502698 w 786002"/>
                <a:gd name="connsiteY308" fmla="*/ 62181 h 561696"/>
                <a:gd name="connsiteX309" fmla="*/ 501386 w 786002"/>
                <a:gd name="connsiteY309" fmla="*/ 64065 h 561696"/>
                <a:gd name="connsiteX310" fmla="*/ 501689 w 786002"/>
                <a:gd name="connsiteY310" fmla="*/ 64940 h 561696"/>
                <a:gd name="connsiteX311" fmla="*/ 503439 w 786002"/>
                <a:gd name="connsiteY311" fmla="*/ 66958 h 561696"/>
                <a:gd name="connsiteX312" fmla="*/ 503574 w 786002"/>
                <a:gd name="connsiteY312" fmla="*/ 67967 h 561696"/>
                <a:gd name="connsiteX313" fmla="*/ 503708 w 786002"/>
                <a:gd name="connsiteY313" fmla="*/ 70154 h 561696"/>
                <a:gd name="connsiteX314" fmla="*/ 502698 w 786002"/>
                <a:gd name="connsiteY314" fmla="*/ 70591 h 561696"/>
                <a:gd name="connsiteX315" fmla="*/ 501386 w 786002"/>
                <a:gd name="connsiteY315" fmla="*/ 73350 h 561696"/>
                <a:gd name="connsiteX316" fmla="*/ 498357 w 786002"/>
                <a:gd name="connsiteY316" fmla="*/ 73787 h 561696"/>
                <a:gd name="connsiteX317" fmla="*/ 494722 w 786002"/>
                <a:gd name="connsiteY317" fmla="*/ 73215 h 561696"/>
                <a:gd name="connsiteX318" fmla="*/ 491088 w 786002"/>
                <a:gd name="connsiteY318" fmla="*/ 72778 h 561696"/>
                <a:gd name="connsiteX319" fmla="*/ 488765 w 786002"/>
                <a:gd name="connsiteY319" fmla="*/ 72038 h 561696"/>
                <a:gd name="connsiteX320" fmla="*/ 486881 w 786002"/>
                <a:gd name="connsiteY320" fmla="*/ 71028 h 561696"/>
                <a:gd name="connsiteX321" fmla="*/ 484996 w 786002"/>
                <a:gd name="connsiteY321" fmla="*/ 69145 h 561696"/>
                <a:gd name="connsiteX322" fmla="*/ 482809 w 786002"/>
                <a:gd name="connsiteY322" fmla="*/ 66386 h 561696"/>
                <a:gd name="connsiteX323" fmla="*/ 482102 w 786002"/>
                <a:gd name="connsiteY323" fmla="*/ 64940 h 561696"/>
                <a:gd name="connsiteX324" fmla="*/ 480924 w 786002"/>
                <a:gd name="connsiteY324" fmla="*/ 64065 h 561696"/>
                <a:gd name="connsiteX325" fmla="*/ 478770 w 786002"/>
                <a:gd name="connsiteY325" fmla="*/ 64065 h 561696"/>
                <a:gd name="connsiteX326" fmla="*/ 476717 w 786002"/>
                <a:gd name="connsiteY326" fmla="*/ 64637 h 561696"/>
                <a:gd name="connsiteX327" fmla="*/ 475135 w 786002"/>
                <a:gd name="connsiteY327" fmla="*/ 65512 h 561696"/>
                <a:gd name="connsiteX328" fmla="*/ 472376 w 786002"/>
                <a:gd name="connsiteY328" fmla="*/ 67261 h 561696"/>
                <a:gd name="connsiteX329" fmla="*/ 470929 w 786002"/>
                <a:gd name="connsiteY329" fmla="*/ 68136 h 561696"/>
                <a:gd name="connsiteX330" fmla="*/ 466587 w 786002"/>
                <a:gd name="connsiteY330" fmla="*/ 70457 h 561696"/>
                <a:gd name="connsiteX331" fmla="*/ 464433 w 786002"/>
                <a:gd name="connsiteY331" fmla="*/ 71769 h 561696"/>
                <a:gd name="connsiteX332" fmla="*/ 462851 w 786002"/>
                <a:gd name="connsiteY332" fmla="*/ 72778 h 561696"/>
                <a:gd name="connsiteX333" fmla="*/ 461404 w 786002"/>
                <a:gd name="connsiteY333" fmla="*/ 74090 h 561696"/>
                <a:gd name="connsiteX334" fmla="*/ 459957 w 786002"/>
                <a:gd name="connsiteY334" fmla="*/ 75402 h 561696"/>
                <a:gd name="connsiteX335" fmla="*/ 459217 w 786002"/>
                <a:gd name="connsiteY335" fmla="*/ 77151 h 561696"/>
                <a:gd name="connsiteX336" fmla="*/ 459217 w 786002"/>
                <a:gd name="connsiteY336" fmla="*/ 78463 h 561696"/>
                <a:gd name="connsiteX337" fmla="*/ 461034 w 786002"/>
                <a:gd name="connsiteY337" fmla="*/ 79035 h 561696"/>
                <a:gd name="connsiteX338" fmla="*/ 462986 w 786002"/>
                <a:gd name="connsiteY338" fmla="*/ 78732 h 561696"/>
                <a:gd name="connsiteX339" fmla="*/ 466621 w 786002"/>
                <a:gd name="connsiteY339" fmla="*/ 77857 h 561696"/>
                <a:gd name="connsiteX340" fmla="*/ 470828 w 786002"/>
                <a:gd name="connsiteY340" fmla="*/ 78867 h 561696"/>
                <a:gd name="connsiteX341" fmla="*/ 471703 w 786002"/>
                <a:gd name="connsiteY341" fmla="*/ 81457 h 561696"/>
                <a:gd name="connsiteX342" fmla="*/ 471837 w 786002"/>
                <a:gd name="connsiteY342" fmla="*/ 84484 h 561696"/>
                <a:gd name="connsiteX343" fmla="*/ 470659 w 786002"/>
                <a:gd name="connsiteY343" fmla="*/ 88689 h 561696"/>
                <a:gd name="connsiteX344" fmla="*/ 468909 w 786002"/>
                <a:gd name="connsiteY344" fmla="*/ 91717 h 561696"/>
                <a:gd name="connsiteX345" fmla="*/ 467765 w 786002"/>
                <a:gd name="connsiteY345" fmla="*/ 92289 h 561696"/>
                <a:gd name="connsiteX346" fmla="*/ 463861 w 786002"/>
                <a:gd name="connsiteY346" fmla="*/ 96494 h 561696"/>
                <a:gd name="connsiteX347" fmla="*/ 458510 w 786002"/>
                <a:gd name="connsiteY347" fmla="*/ 96931 h 561696"/>
                <a:gd name="connsiteX348" fmla="*/ 454034 w 786002"/>
                <a:gd name="connsiteY348" fmla="*/ 96797 h 561696"/>
                <a:gd name="connsiteX349" fmla="*/ 449390 w 786002"/>
                <a:gd name="connsiteY349" fmla="*/ 92322 h 561696"/>
                <a:gd name="connsiteX350" fmla="*/ 449524 w 786002"/>
                <a:gd name="connsiteY350" fmla="*/ 88252 h 561696"/>
                <a:gd name="connsiteX351" fmla="*/ 448212 w 786002"/>
                <a:gd name="connsiteY351" fmla="*/ 85796 h 561696"/>
                <a:gd name="connsiteX352" fmla="*/ 445317 w 786002"/>
                <a:gd name="connsiteY352" fmla="*/ 84484 h 561696"/>
                <a:gd name="connsiteX353" fmla="*/ 443433 w 786002"/>
                <a:gd name="connsiteY353" fmla="*/ 85359 h 561696"/>
                <a:gd name="connsiteX354" fmla="*/ 442120 w 786002"/>
                <a:gd name="connsiteY354" fmla="*/ 86099 h 561696"/>
                <a:gd name="connsiteX355" fmla="*/ 436769 w 786002"/>
                <a:gd name="connsiteY355" fmla="*/ 92020 h 561696"/>
                <a:gd name="connsiteX356" fmla="*/ 436635 w 786002"/>
                <a:gd name="connsiteY356" fmla="*/ 95922 h 561696"/>
                <a:gd name="connsiteX357" fmla="*/ 433875 w 786002"/>
                <a:gd name="connsiteY357" fmla="*/ 98243 h 561696"/>
                <a:gd name="connsiteX358" fmla="*/ 431687 w 786002"/>
                <a:gd name="connsiteY358" fmla="*/ 100261 h 561696"/>
                <a:gd name="connsiteX359" fmla="*/ 429937 w 786002"/>
                <a:gd name="connsiteY359" fmla="*/ 102448 h 561696"/>
                <a:gd name="connsiteX360" fmla="*/ 429634 w 786002"/>
                <a:gd name="connsiteY360" fmla="*/ 106653 h 561696"/>
                <a:gd name="connsiteX361" fmla="*/ 429634 w 786002"/>
                <a:gd name="connsiteY361" fmla="*/ 109714 h 561696"/>
                <a:gd name="connsiteX362" fmla="*/ 429769 w 786002"/>
                <a:gd name="connsiteY362" fmla="*/ 112035 h 561696"/>
                <a:gd name="connsiteX363" fmla="*/ 429197 w 786002"/>
                <a:gd name="connsiteY363" fmla="*/ 115803 h 561696"/>
                <a:gd name="connsiteX364" fmla="*/ 428322 w 786002"/>
                <a:gd name="connsiteY364" fmla="*/ 118427 h 561696"/>
                <a:gd name="connsiteX365" fmla="*/ 425562 w 786002"/>
                <a:gd name="connsiteY365" fmla="*/ 118999 h 561696"/>
                <a:gd name="connsiteX366" fmla="*/ 424250 w 786002"/>
                <a:gd name="connsiteY366" fmla="*/ 118427 h 561696"/>
                <a:gd name="connsiteX367" fmla="*/ 421793 w 786002"/>
                <a:gd name="connsiteY367" fmla="*/ 114659 h 561696"/>
                <a:gd name="connsiteX368" fmla="*/ 420783 w 786002"/>
                <a:gd name="connsiteY368" fmla="*/ 111463 h 561696"/>
                <a:gd name="connsiteX369" fmla="*/ 417149 w 786002"/>
                <a:gd name="connsiteY369" fmla="*/ 109580 h 561696"/>
                <a:gd name="connsiteX370" fmla="*/ 414389 w 786002"/>
                <a:gd name="connsiteY370" fmla="*/ 106821 h 561696"/>
                <a:gd name="connsiteX371" fmla="*/ 408735 w 786002"/>
                <a:gd name="connsiteY371" fmla="*/ 102919 h 561696"/>
                <a:gd name="connsiteX372" fmla="*/ 403216 w 786002"/>
                <a:gd name="connsiteY372" fmla="*/ 99017 h 561696"/>
                <a:gd name="connsiteX373" fmla="*/ 398302 w 786002"/>
                <a:gd name="connsiteY373" fmla="*/ 96258 h 561696"/>
                <a:gd name="connsiteX374" fmla="*/ 390898 w 786002"/>
                <a:gd name="connsiteY374" fmla="*/ 99454 h 561696"/>
                <a:gd name="connsiteX375" fmla="*/ 385681 w 786002"/>
                <a:gd name="connsiteY375" fmla="*/ 103962 h 561696"/>
                <a:gd name="connsiteX376" fmla="*/ 382484 w 786002"/>
                <a:gd name="connsiteY376" fmla="*/ 108739 h 561696"/>
                <a:gd name="connsiteX377" fmla="*/ 381172 w 786002"/>
                <a:gd name="connsiteY377" fmla="*/ 110925 h 561696"/>
                <a:gd name="connsiteX378" fmla="*/ 379994 w 786002"/>
                <a:gd name="connsiteY378" fmla="*/ 116005 h 561696"/>
                <a:gd name="connsiteX379" fmla="*/ 380129 w 786002"/>
                <a:gd name="connsiteY379" fmla="*/ 119772 h 561696"/>
                <a:gd name="connsiteX380" fmla="*/ 381138 w 786002"/>
                <a:gd name="connsiteY380" fmla="*/ 124280 h 561696"/>
                <a:gd name="connsiteX381" fmla="*/ 380263 w 786002"/>
                <a:gd name="connsiteY381" fmla="*/ 127913 h 561696"/>
                <a:gd name="connsiteX382" fmla="*/ 376359 w 786002"/>
                <a:gd name="connsiteY382" fmla="*/ 131378 h 561696"/>
                <a:gd name="connsiteX383" fmla="*/ 373027 w 786002"/>
                <a:gd name="connsiteY383" fmla="*/ 134574 h 561696"/>
                <a:gd name="connsiteX384" fmla="*/ 367373 w 786002"/>
                <a:gd name="connsiteY384" fmla="*/ 136458 h 561696"/>
                <a:gd name="connsiteX385" fmla="*/ 361585 w 786002"/>
                <a:gd name="connsiteY385" fmla="*/ 137198 h 561696"/>
                <a:gd name="connsiteX386" fmla="*/ 354921 w 786002"/>
                <a:gd name="connsiteY386" fmla="*/ 138510 h 561696"/>
                <a:gd name="connsiteX387" fmla="*/ 351455 w 786002"/>
                <a:gd name="connsiteY387" fmla="*/ 139216 h 561696"/>
                <a:gd name="connsiteX388" fmla="*/ 348258 w 786002"/>
                <a:gd name="connsiteY388" fmla="*/ 138644 h 561696"/>
                <a:gd name="connsiteX389" fmla="*/ 343613 w 786002"/>
                <a:gd name="connsiteY389" fmla="*/ 137063 h 561696"/>
                <a:gd name="connsiteX390" fmla="*/ 340281 w 786002"/>
                <a:gd name="connsiteY390" fmla="*/ 135751 h 561696"/>
                <a:gd name="connsiteX391" fmla="*/ 337690 w 786002"/>
                <a:gd name="connsiteY391" fmla="*/ 131849 h 561696"/>
                <a:gd name="connsiteX392" fmla="*/ 336108 w 786002"/>
                <a:gd name="connsiteY392" fmla="*/ 128216 h 561696"/>
                <a:gd name="connsiteX393" fmla="*/ 335233 w 786002"/>
                <a:gd name="connsiteY393" fmla="*/ 124314 h 561696"/>
                <a:gd name="connsiteX394" fmla="*/ 329579 w 786002"/>
                <a:gd name="connsiteY394" fmla="*/ 121993 h 561696"/>
                <a:gd name="connsiteX395" fmla="*/ 328132 w 786002"/>
                <a:gd name="connsiteY395" fmla="*/ 122867 h 561696"/>
                <a:gd name="connsiteX396" fmla="*/ 325541 w 786002"/>
                <a:gd name="connsiteY396" fmla="*/ 125626 h 561696"/>
                <a:gd name="connsiteX397" fmla="*/ 321637 w 786002"/>
                <a:gd name="connsiteY397" fmla="*/ 127644 h 561696"/>
                <a:gd name="connsiteX398" fmla="*/ 318743 w 786002"/>
                <a:gd name="connsiteY398" fmla="*/ 128081 h 561696"/>
                <a:gd name="connsiteX399" fmla="*/ 315108 w 786002"/>
                <a:gd name="connsiteY399" fmla="*/ 128519 h 561696"/>
                <a:gd name="connsiteX400" fmla="*/ 311473 w 786002"/>
                <a:gd name="connsiteY400" fmla="*/ 127644 h 561696"/>
                <a:gd name="connsiteX401" fmla="*/ 308579 w 786002"/>
                <a:gd name="connsiteY401" fmla="*/ 122733 h 561696"/>
                <a:gd name="connsiteX402" fmla="*/ 308713 w 786002"/>
                <a:gd name="connsiteY402" fmla="*/ 116779 h 561696"/>
                <a:gd name="connsiteX403" fmla="*/ 301747 w 786002"/>
                <a:gd name="connsiteY403" fmla="*/ 111127 h 561696"/>
                <a:gd name="connsiteX404" fmla="*/ 300569 w 786002"/>
                <a:gd name="connsiteY404" fmla="*/ 105038 h 561696"/>
                <a:gd name="connsiteX405" fmla="*/ 298112 w 786002"/>
                <a:gd name="connsiteY405" fmla="*/ 99118 h 561696"/>
                <a:gd name="connsiteX406" fmla="*/ 293199 w 786002"/>
                <a:gd name="connsiteY406" fmla="*/ 93769 h 561696"/>
                <a:gd name="connsiteX407" fmla="*/ 289732 w 786002"/>
                <a:gd name="connsiteY407" fmla="*/ 90001 h 561696"/>
                <a:gd name="connsiteX408" fmla="*/ 287107 w 786002"/>
                <a:gd name="connsiteY408" fmla="*/ 89261 h 561696"/>
                <a:gd name="connsiteX409" fmla="*/ 280578 w 786002"/>
                <a:gd name="connsiteY409" fmla="*/ 89261 h 561696"/>
                <a:gd name="connsiteX410" fmla="*/ 273612 w 786002"/>
                <a:gd name="connsiteY410" fmla="*/ 92020 h 561696"/>
                <a:gd name="connsiteX411" fmla="*/ 268698 w 786002"/>
                <a:gd name="connsiteY411" fmla="*/ 95350 h 561696"/>
                <a:gd name="connsiteX412" fmla="*/ 266073 w 786002"/>
                <a:gd name="connsiteY412" fmla="*/ 98680 h 561696"/>
                <a:gd name="connsiteX413" fmla="*/ 261563 w 786002"/>
                <a:gd name="connsiteY413" fmla="*/ 102145 h 561696"/>
                <a:gd name="connsiteX414" fmla="*/ 260823 w 786002"/>
                <a:gd name="connsiteY414" fmla="*/ 106485 h 561696"/>
                <a:gd name="connsiteX415" fmla="*/ 262573 w 786002"/>
                <a:gd name="connsiteY415" fmla="*/ 110824 h 561696"/>
                <a:gd name="connsiteX416" fmla="*/ 263885 w 786002"/>
                <a:gd name="connsiteY416" fmla="*/ 113583 h 561696"/>
                <a:gd name="connsiteX417" fmla="*/ 264020 w 786002"/>
                <a:gd name="connsiteY417" fmla="*/ 118057 h 561696"/>
                <a:gd name="connsiteX418" fmla="*/ 263583 w 786002"/>
                <a:gd name="connsiteY418" fmla="*/ 122396 h 561696"/>
                <a:gd name="connsiteX419" fmla="*/ 261261 w 786002"/>
                <a:gd name="connsiteY419" fmla="*/ 125424 h 561696"/>
                <a:gd name="connsiteX420" fmla="*/ 256044 w 786002"/>
                <a:gd name="connsiteY420" fmla="*/ 130504 h 561696"/>
                <a:gd name="connsiteX421" fmla="*/ 254597 w 786002"/>
                <a:gd name="connsiteY421" fmla="*/ 131244 h 561696"/>
                <a:gd name="connsiteX422" fmla="*/ 252140 w 786002"/>
                <a:gd name="connsiteY422" fmla="*/ 133262 h 561696"/>
                <a:gd name="connsiteX423" fmla="*/ 243592 w 786002"/>
                <a:gd name="connsiteY423" fmla="*/ 134002 h 561696"/>
                <a:gd name="connsiteX424" fmla="*/ 235481 w 786002"/>
                <a:gd name="connsiteY424" fmla="*/ 135146 h 561696"/>
                <a:gd name="connsiteX425" fmla="*/ 231274 w 786002"/>
                <a:gd name="connsiteY425" fmla="*/ 135146 h 561696"/>
                <a:gd name="connsiteX426" fmla="*/ 228952 w 786002"/>
                <a:gd name="connsiteY426" fmla="*/ 136895 h 561696"/>
                <a:gd name="connsiteX427" fmla="*/ 223298 w 786002"/>
                <a:gd name="connsiteY427" fmla="*/ 140663 h 561696"/>
                <a:gd name="connsiteX428" fmla="*/ 219966 w 786002"/>
                <a:gd name="connsiteY428" fmla="*/ 142546 h 561696"/>
                <a:gd name="connsiteX429" fmla="*/ 217375 w 786002"/>
                <a:gd name="connsiteY429" fmla="*/ 143556 h 561696"/>
                <a:gd name="connsiteX430" fmla="*/ 212731 w 786002"/>
                <a:gd name="connsiteY430" fmla="*/ 145305 h 561696"/>
                <a:gd name="connsiteX431" fmla="*/ 206639 w 786002"/>
                <a:gd name="connsiteY431" fmla="*/ 148770 h 561696"/>
                <a:gd name="connsiteX432" fmla="*/ 204317 w 786002"/>
                <a:gd name="connsiteY432" fmla="*/ 150216 h 561696"/>
                <a:gd name="connsiteX433" fmla="*/ 201995 w 786002"/>
                <a:gd name="connsiteY433" fmla="*/ 152672 h 561696"/>
                <a:gd name="connsiteX434" fmla="*/ 198528 w 786002"/>
                <a:gd name="connsiteY434" fmla="*/ 155128 h 561696"/>
                <a:gd name="connsiteX435" fmla="*/ 187086 w 786002"/>
                <a:gd name="connsiteY435" fmla="*/ 155430 h 561696"/>
                <a:gd name="connsiteX436" fmla="*/ 182307 w 786002"/>
                <a:gd name="connsiteY436" fmla="*/ 156002 h 561696"/>
                <a:gd name="connsiteX437" fmla="*/ 179985 w 786002"/>
                <a:gd name="connsiteY437" fmla="*/ 157449 h 561696"/>
                <a:gd name="connsiteX438" fmla="*/ 178538 w 786002"/>
                <a:gd name="connsiteY438" fmla="*/ 161217 h 561696"/>
                <a:gd name="connsiteX439" fmla="*/ 179985 w 786002"/>
                <a:gd name="connsiteY439" fmla="*/ 162663 h 561696"/>
                <a:gd name="connsiteX440" fmla="*/ 183889 w 786002"/>
                <a:gd name="connsiteY440" fmla="*/ 166868 h 561696"/>
                <a:gd name="connsiteX441" fmla="*/ 185201 w 786002"/>
                <a:gd name="connsiteY441" fmla="*/ 172385 h 561696"/>
                <a:gd name="connsiteX442" fmla="*/ 181163 w 786002"/>
                <a:gd name="connsiteY442" fmla="*/ 174841 h 561696"/>
                <a:gd name="connsiteX443" fmla="*/ 177662 w 786002"/>
                <a:gd name="connsiteY443" fmla="*/ 182241 h 561696"/>
                <a:gd name="connsiteX444" fmla="*/ 175340 w 786002"/>
                <a:gd name="connsiteY444" fmla="*/ 185000 h 561696"/>
                <a:gd name="connsiteX445" fmla="*/ 170124 w 786002"/>
                <a:gd name="connsiteY445" fmla="*/ 192535 h 561696"/>
                <a:gd name="connsiteX446" fmla="*/ 164907 w 786002"/>
                <a:gd name="connsiteY446" fmla="*/ 193982 h 561696"/>
                <a:gd name="connsiteX447" fmla="*/ 160398 w 786002"/>
                <a:gd name="connsiteY447" fmla="*/ 193107 h 561696"/>
                <a:gd name="connsiteX448" fmla="*/ 156628 w 786002"/>
                <a:gd name="connsiteY448" fmla="*/ 191223 h 561696"/>
                <a:gd name="connsiteX449" fmla="*/ 155181 w 786002"/>
                <a:gd name="connsiteY449" fmla="*/ 187758 h 561696"/>
                <a:gd name="connsiteX450" fmla="*/ 152994 w 786002"/>
                <a:gd name="connsiteY450" fmla="*/ 183116 h 561696"/>
                <a:gd name="connsiteX451" fmla="*/ 150974 w 786002"/>
                <a:gd name="connsiteY451" fmla="*/ 182981 h 561696"/>
                <a:gd name="connsiteX452" fmla="*/ 148080 w 786002"/>
                <a:gd name="connsiteY452" fmla="*/ 183553 h 561696"/>
                <a:gd name="connsiteX453" fmla="*/ 143301 w 786002"/>
                <a:gd name="connsiteY453" fmla="*/ 184428 h 561696"/>
                <a:gd name="connsiteX454" fmla="*/ 138219 w 786002"/>
                <a:gd name="connsiteY454" fmla="*/ 184125 h 561696"/>
                <a:gd name="connsiteX455" fmla="*/ 137075 w 786002"/>
                <a:gd name="connsiteY455" fmla="*/ 182678 h 561696"/>
                <a:gd name="connsiteX456" fmla="*/ 135190 w 786002"/>
                <a:gd name="connsiteY456" fmla="*/ 180088 h 561696"/>
                <a:gd name="connsiteX457" fmla="*/ 133878 w 786002"/>
                <a:gd name="connsiteY457" fmla="*/ 179214 h 561696"/>
                <a:gd name="connsiteX458" fmla="*/ 127786 w 786002"/>
                <a:gd name="connsiteY458" fmla="*/ 175143 h 561696"/>
                <a:gd name="connsiteX459" fmla="*/ 125902 w 786002"/>
                <a:gd name="connsiteY459" fmla="*/ 174269 h 561696"/>
                <a:gd name="connsiteX460" fmla="*/ 121695 w 786002"/>
                <a:gd name="connsiteY460" fmla="*/ 174000 h 561696"/>
                <a:gd name="connsiteX461" fmla="*/ 115906 w 786002"/>
                <a:gd name="connsiteY461" fmla="*/ 172990 h 561696"/>
                <a:gd name="connsiteX462" fmla="*/ 111868 w 786002"/>
                <a:gd name="connsiteY462" fmla="*/ 170232 h 561696"/>
                <a:gd name="connsiteX463" fmla="*/ 109849 w 786002"/>
                <a:gd name="connsiteY463" fmla="*/ 167911 h 561696"/>
                <a:gd name="connsiteX464" fmla="*/ 106820 w 786002"/>
                <a:gd name="connsiteY464" fmla="*/ 164278 h 561696"/>
                <a:gd name="connsiteX465" fmla="*/ 105238 w 786002"/>
                <a:gd name="connsiteY465" fmla="*/ 161519 h 561696"/>
                <a:gd name="connsiteX466" fmla="*/ 104800 w 786002"/>
                <a:gd name="connsiteY466" fmla="*/ 157886 h 561696"/>
                <a:gd name="connsiteX467" fmla="*/ 105507 w 786002"/>
                <a:gd name="connsiteY467" fmla="*/ 156742 h 561696"/>
                <a:gd name="connsiteX468" fmla="*/ 106820 w 786002"/>
                <a:gd name="connsiteY468" fmla="*/ 154118 h 561696"/>
                <a:gd name="connsiteX469" fmla="*/ 105238 w 786002"/>
                <a:gd name="connsiteY469" fmla="*/ 152672 h 561696"/>
                <a:gd name="connsiteX470" fmla="*/ 100762 w 786002"/>
                <a:gd name="connsiteY470" fmla="*/ 152975 h 561696"/>
                <a:gd name="connsiteX471" fmla="*/ 98574 w 786002"/>
                <a:gd name="connsiteY471" fmla="*/ 154118 h 561696"/>
                <a:gd name="connsiteX472" fmla="*/ 93795 w 786002"/>
                <a:gd name="connsiteY472" fmla="*/ 155868 h 561696"/>
                <a:gd name="connsiteX473" fmla="*/ 88579 w 786002"/>
                <a:gd name="connsiteY473" fmla="*/ 156002 h 561696"/>
                <a:gd name="connsiteX474" fmla="*/ 84810 w 786002"/>
                <a:gd name="connsiteY474" fmla="*/ 154993 h 561696"/>
                <a:gd name="connsiteX475" fmla="*/ 84675 w 786002"/>
                <a:gd name="connsiteY475" fmla="*/ 152235 h 561696"/>
                <a:gd name="connsiteX476" fmla="*/ 84810 w 786002"/>
                <a:gd name="connsiteY476" fmla="*/ 149207 h 561696"/>
                <a:gd name="connsiteX477" fmla="*/ 84237 w 786002"/>
                <a:gd name="connsiteY477" fmla="*/ 145742 h 561696"/>
                <a:gd name="connsiteX478" fmla="*/ 81781 w 786002"/>
                <a:gd name="connsiteY478" fmla="*/ 143152 h 561696"/>
                <a:gd name="connsiteX479" fmla="*/ 78583 w 786002"/>
                <a:gd name="connsiteY479" fmla="*/ 141403 h 561696"/>
                <a:gd name="connsiteX480" fmla="*/ 77439 w 786002"/>
                <a:gd name="connsiteY480" fmla="*/ 142546 h 561696"/>
                <a:gd name="connsiteX481" fmla="*/ 72795 w 786002"/>
                <a:gd name="connsiteY481" fmla="*/ 146449 h 561696"/>
                <a:gd name="connsiteX482" fmla="*/ 69901 w 786002"/>
                <a:gd name="connsiteY482" fmla="*/ 148333 h 561696"/>
                <a:gd name="connsiteX483" fmla="*/ 67309 w 786002"/>
                <a:gd name="connsiteY483" fmla="*/ 150351 h 561696"/>
                <a:gd name="connsiteX484" fmla="*/ 61083 w 786002"/>
                <a:gd name="connsiteY484" fmla="*/ 152369 h 561696"/>
                <a:gd name="connsiteX485" fmla="*/ 59064 w 786002"/>
                <a:gd name="connsiteY485" fmla="*/ 153378 h 561696"/>
                <a:gd name="connsiteX486" fmla="*/ 60208 w 786002"/>
                <a:gd name="connsiteY486" fmla="*/ 155700 h 561696"/>
                <a:gd name="connsiteX487" fmla="*/ 62362 w 786002"/>
                <a:gd name="connsiteY487" fmla="*/ 157449 h 561696"/>
                <a:gd name="connsiteX488" fmla="*/ 62665 w 786002"/>
                <a:gd name="connsiteY488" fmla="*/ 158155 h 561696"/>
                <a:gd name="connsiteX489" fmla="*/ 59905 w 786002"/>
                <a:gd name="connsiteY489" fmla="*/ 161923 h 561696"/>
                <a:gd name="connsiteX490" fmla="*/ 51794 w 786002"/>
                <a:gd name="connsiteY490" fmla="*/ 169895 h 561696"/>
                <a:gd name="connsiteX491" fmla="*/ 50482 w 786002"/>
                <a:gd name="connsiteY491" fmla="*/ 171577 h 561696"/>
                <a:gd name="connsiteX492" fmla="*/ 47722 w 786002"/>
                <a:gd name="connsiteY492" fmla="*/ 173831 h 561696"/>
                <a:gd name="connsiteX493" fmla="*/ 46477 w 786002"/>
                <a:gd name="connsiteY493" fmla="*/ 175211 h 561696"/>
                <a:gd name="connsiteX494" fmla="*/ 45232 w 786002"/>
                <a:gd name="connsiteY494" fmla="*/ 177229 h 561696"/>
                <a:gd name="connsiteX495" fmla="*/ 44491 w 786002"/>
                <a:gd name="connsiteY495" fmla="*/ 179415 h 561696"/>
                <a:gd name="connsiteX496" fmla="*/ 43785 w 786002"/>
                <a:gd name="connsiteY496" fmla="*/ 183049 h 561696"/>
                <a:gd name="connsiteX497" fmla="*/ 42640 w 786002"/>
                <a:gd name="connsiteY497" fmla="*/ 184125 h 561696"/>
                <a:gd name="connsiteX498" fmla="*/ 40015 w 786002"/>
                <a:gd name="connsiteY498" fmla="*/ 184125 h 561696"/>
                <a:gd name="connsiteX499" fmla="*/ 37323 w 786002"/>
                <a:gd name="connsiteY499" fmla="*/ 184293 h 561696"/>
                <a:gd name="connsiteX500" fmla="*/ 34630 w 786002"/>
                <a:gd name="connsiteY500" fmla="*/ 184630 h 561696"/>
                <a:gd name="connsiteX501" fmla="*/ 30861 w 786002"/>
                <a:gd name="connsiteY501" fmla="*/ 186076 h 561696"/>
                <a:gd name="connsiteX502" fmla="*/ 27529 w 786002"/>
                <a:gd name="connsiteY502" fmla="*/ 188162 h 561696"/>
                <a:gd name="connsiteX503" fmla="*/ 24770 w 786002"/>
                <a:gd name="connsiteY503" fmla="*/ 188801 h 561696"/>
                <a:gd name="connsiteX504" fmla="*/ 23525 w 786002"/>
                <a:gd name="connsiteY504" fmla="*/ 188734 h 561696"/>
                <a:gd name="connsiteX505" fmla="*/ 20327 w 786002"/>
                <a:gd name="connsiteY505" fmla="*/ 185841 h 561696"/>
                <a:gd name="connsiteX506" fmla="*/ 17702 w 786002"/>
                <a:gd name="connsiteY506" fmla="*/ 183452 h 561696"/>
                <a:gd name="connsiteX507" fmla="*/ 14303 w 786002"/>
                <a:gd name="connsiteY507" fmla="*/ 179113 h 561696"/>
                <a:gd name="connsiteX508" fmla="*/ 12351 w 786002"/>
                <a:gd name="connsiteY508" fmla="*/ 176926 h 561696"/>
                <a:gd name="connsiteX509" fmla="*/ 10197 w 786002"/>
                <a:gd name="connsiteY509" fmla="*/ 175850 h 561696"/>
                <a:gd name="connsiteX510" fmla="*/ 6058 w 786002"/>
                <a:gd name="connsiteY510" fmla="*/ 177431 h 561696"/>
                <a:gd name="connsiteX511" fmla="*/ 4745 w 786002"/>
                <a:gd name="connsiteY511" fmla="*/ 178440 h 561696"/>
                <a:gd name="connsiteX512" fmla="*/ 2423 w 786002"/>
                <a:gd name="connsiteY512" fmla="*/ 179886 h 561696"/>
                <a:gd name="connsiteX513" fmla="*/ 1716 w 786002"/>
                <a:gd name="connsiteY513" fmla="*/ 181467 h 561696"/>
                <a:gd name="connsiteX514" fmla="*/ 1716 w 786002"/>
                <a:gd name="connsiteY514" fmla="*/ 184663 h 561696"/>
                <a:gd name="connsiteX515" fmla="*/ 639 w 786002"/>
                <a:gd name="connsiteY515" fmla="*/ 187254 h 561696"/>
                <a:gd name="connsiteX516" fmla="*/ 0 w 786002"/>
                <a:gd name="connsiteY516" fmla="*/ 190147 h 561696"/>
                <a:gd name="connsiteX517" fmla="*/ 0 w 786002"/>
                <a:gd name="connsiteY517" fmla="*/ 192165 h 561696"/>
                <a:gd name="connsiteX518" fmla="*/ 1750 w 786002"/>
                <a:gd name="connsiteY518" fmla="*/ 193611 h 561696"/>
                <a:gd name="connsiteX519" fmla="*/ 1750 w 786002"/>
                <a:gd name="connsiteY519" fmla="*/ 195495 h 561696"/>
                <a:gd name="connsiteX520" fmla="*/ 3500 w 786002"/>
                <a:gd name="connsiteY520" fmla="*/ 198691 h 561696"/>
                <a:gd name="connsiteX521" fmla="*/ 2322 w 786002"/>
                <a:gd name="connsiteY521" fmla="*/ 201584 h 561696"/>
                <a:gd name="connsiteX522" fmla="*/ 3500 w 786002"/>
                <a:gd name="connsiteY522" fmla="*/ 205486 h 561696"/>
                <a:gd name="connsiteX523" fmla="*/ 5688 w 786002"/>
                <a:gd name="connsiteY523" fmla="*/ 209119 h 561696"/>
                <a:gd name="connsiteX524" fmla="*/ 7707 w 786002"/>
                <a:gd name="connsiteY524" fmla="*/ 211743 h 561696"/>
                <a:gd name="connsiteX525" fmla="*/ 10904 w 786002"/>
                <a:gd name="connsiteY525" fmla="*/ 214199 h 561696"/>
                <a:gd name="connsiteX526" fmla="*/ 14539 w 786002"/>
                <a:gd name="connsiteY526" fmla="*/ 217664 h 561696"/>
                <a:gd name="connsiteX527" fmla="*/ 16693 w 786002"/>
                <a:gd name="connsiteY527" fmla="*/ 222306 h 561696"/>
                <a:gd name="connsiteX528" fmla="*/ 22649 w 786002"/>
                <a:gd name="connsiteY528" fmla="*/ 223181 h 561696"/>
                <a:gd name="connsiteX529" fmla="*/ 22649 w 786002"/>
                <a:gd name="connsiteY529" fmla="*/ 215780 h 561696"/>
                <a:gd name="connsiteX530" fmla="*/ 23726 w 786002"/>
                <a:gd name="connsiteY530" fmla="*/ 211709 h 561696"/>
                <a:gd name="connsiteX531" fmla="*/ 27698 w 786002"/>
                <a:gd name="connsiteY531" fmla="*/ 208951 h 561696"/>
                <a:gd name="connsiteX532" fmla="*/ 31770 w 786002"/>
                <a:gd name="connsiteY532" fmla="*/ 208379 h 561696"/>
                <a:gd name="connsiteX533" fmla="*/ 35102 w 786002"/>
                <a:gd name="connsiteY533" fmla="*/ 208379 h 561696"/>
                <a:gd name="connsiteX534" fmla="*/ 37727 w 786002"/>
                <a:gd name="connsiteY534" fmla="*/ 209523 h 561696"/>
                <a:gd name="connsiteX535" fmla="*/ 41193 w 786002"/>
                <a:gd name="connsiteY535" fmla="*/ 212147 h 561696"/>
                <a:gd name="connsiteX536" fmla="*/ 43515 w 786002"/>
                <a:gd name="connsiteY536" fmla="*/ 212281 h 561696"/>
                <a:gd name="connsiteX537" fmla="*/ 47991 w 786002"/>
                <a:gd name="connsiteY537" fmla="*/ 211272 h 561696"/>
                <a:gd name="connsiteX538" fmla="*/ 52333 w 786002"/>
                <a:gd name="connsiteY538" fmla="*/ 211138 h 561696"/>
                <a:gd name="connsiteX539" fmla="*/ 59131 w 786002"/>
                <a:gd name="connsiteY539" fmla="*/ 209557 h 561696"/>
                <a:gd name="connsiteX540" fmla="*/ 64785 w 786002"/>
                <a:gd name="connsiteY540" fmla="*/ 211878 h 561696"/>
                <a:gd name="connsiteX541" fmla="*/ 70001 w 786002"/>
                <a:gd name="connsiteY541" fmla="*/ 214905 h 561696"/>
                <a:gd name="connsiteX542" fmla="*/ 73636 w 786002"/>
                <a:gd name="connsiteY542" fmla="*/ 220422 h 561696"/>
                <a:gd name="connsiteX543" fmla="*/ 72929 w 786002"/>
                <a:gd name="connsiteY543" fmla="*/ 224190 h 561696"/>
                <a:gd name="connsiteX544" fmla="*/ 72627 w 786002"/>
                <a:gd name="connsiteY544" fmla="*/ 229976 h 561696"/>
                <a:gd name="connsiteX545" fmla="*/ 74949 w 786002"/>
                <a:gd name="connsiteY545" fmla="*/ 231725 h 561696"/>
                <a:gd name="connsiteX546" fmla="*/ 75958 w 786002"/>
                <a:gd name="connsiteY546" fmla="*/ 234046 h 561696"/>
                <a:gd name="connsiteX547" fmla="*/ 75655 w 786002"/>
                <a:gd name="connsiteY547" fmla="*/ 236367 h 561696"/>
                <a:gd name="connsiteX548" fmla="*/ 74208 w 786002"/>
                <a:gd name="connsiteY548" fmla="*/ 239126 h 561696"/>
                <a:gd name="connsiteX549" fmla="*/ 72324 w 786002"/>
                <a:gd name="connsiteY549" fmla="*/ 240135 h 561696"/>
                <a:gd name="connsiteX550" fmla="*/ 71011 w 786002"/>
                <a:gd name="connsiteY550" fmla="*/ 241279 h 561696"/>
                <a:gd name="connsiteX551" fmla="*/ 69564 w 786002"/>
                <a:gd name="connsiteY551" fmla="*/ 242860 h 561696"/>
                <a:gd name="connsiteX552" fmla="*/ 67814 w 786002"/>
                <a:gd name="connsiteY552" fmla="*/ 244004 h 561696"/>
                <a:gd name="connsiteX553" fmla="*/ 67814 w 786002"/>
                <a:gd name="connsiteY553" fmla="*/ 245719 h 561696"/>
                <a:gd name="connsiteX554" fmla="*/ 69631 w 786002"/>
                <a:gd name="connsiteY554" fmla="*/ 247469 h 561696"/>
                <a:gd name="connsiteX555" fmla="*/ 73030 w 786002"/>
                <a:gd name="connsiteY555" fmla="*/ 250227 h 561696"/>
                <a:gd name="connsiteX556" fmla="*/ 76059 w 786002"/>
                <a:gd name="connsiteY556" fmla="*/ 252548 h 561696"/>
                <a:gd name="connsiteX557" fmla="*/ 79122 w 786002"/>
                <a:gd name="connsiteY557" fmla="*/ 253557 h 561696"/>
                <a:gd name="connsiteX558" fmla="*/ 83194 w 786002"/>
                <a:gd name="connsiteY558" fmla="*/ 253557 h 561696"/>
                <a:gd name="connsiteX559" fmla="*/ 87536 w 786002"/>
                <a:gd name="connsiteY559" fmla="*/ 253625 h 561696"/>
                <a:gd name="connsiteX560" fmla="*/ 90161 w 786002"/>
                <a:gd name="connsiteY560" fmla="*/ 253995 h 561696"/>
                <a:gd name="connsiteX561" fmla="*/ 92752 w 786002"/>
                <a:gd name="connsiteY561" fmla="*/ 255441 h 561696"/>
                <a:gd name="connsiteX562" fmla="*/ 96656 w 786002"/>
                <a:gd name="connsiteY562" fmla="*/ 258906 h 561696"/>
                <a:gd name="connsiteX563" fmla="*/ 97800 w 786002"/>
                <a:gd name="connsiteY563" fmla="*/ 260218 h 561696"/>
                <a:gd name="connsiteX564" fmla="*/ 100122 w 786002"/>
                <a:gd name="connsiteY564" fmla="*/ 262539 h 561696"/>
                <a:gd name="connsiteX565" fmla="*/ 102142 w 786002"/>
                <a:gd name="connsiteY565" fmla="*/ 260218 h 561696"/>
                <a:gd name="connsiteX566" fmla="*/ 103723 w 786002"/>
                <a:gd name="connsiteY566" fmla="*/ 257459 h 561696"/>
                <a:gd name="connsiteX567" fmla="*/ 106348 w 786002"/>
                <a:gd name="connsiteY567" fmla="*/ 255138 h 561696"/>
                <a:gd name="connsiteX568" fmla="*/ 108805 w 786002"/>
                <a:gd name="connsiteY568" fmla="*/ 251808 h 561696"/>
                <a:gd name="connsiteX569" fmla="*/ 112440 w 786002"/>
                <a:gd name="connsiteY569" fmla="*/ 250664 h 561696"/>
                <a:gd name="connsiteX570" fmla="*/ 114762 w 786002"/>
                <a:gd name="connsiteY570" fmla="*/ 251976 h 561696"/>
                <a:gd name="connsiteX571" fmla="*/ 117387 w 786002"/>
                <a:gd name="connsiteY571" fmla="*/ 257056 h 561696"/>
                <a:gd name="connsiteX572" fmla="*/ 119137 w 786002"/>
                <a:gd name="connsiteY572" fmla="*/ 257056 h 561696"/>
                <a:gd name="connsiteX573" fmla="*/ 122907 w 786002"/>
                <a:gd name="connsiteY573" fmla="*/ 256114 h 561696"/>
                <a:gd name="connsiteX574" fmla="*/ 126979 w 786002"/>
                <a:gd name="connsiteY574" fmla="*/ 254869 h 561696"/>
                <a:gd name="connsiteX575" fmla="*/ 131185 w 786002"/>
                <a:gd name="connsiteY575" fmla="*/ 255172 h 561696"/>
                <a:gd name="connsiteX576" fmla="*/ 133945 w 786002"/>
                <a:gd name="connsiteY576" fmla="*/ 255744 h 561696"/>
                <a:gd name="connsiteX577" fmla="*/ 136402 w 786002"/>
                <a:gd name="connsiteY577" fmla="*/ 258502 h 561696"/>
                <a:gd name="connsiteX578" fmla="*/ 138590 w 786002"/>
                <a:gd name="connsiteY578" fmla="*/ 259209 h 561696"/>
                <a:gd name="connsiteX579" fmla="*/ 141215 w 786002"/>
                <a:gd name="connsiteY579" fmla="*/ 258637 h 561696"/>
                <a:gd name="connsiteX580" fmla="*/ 142359 w 786002"/>
                <a:gd name="connsiteY580" fmla="*/ 254869 h 561696"/>
                <a:gd name="connsiteX581" fmla="*/ 143368 w 786002"/>
                <a:gd name="connsiteY581" fmla="*/ 252851 h 561696"/>
                <a:gd name="connsiteX582" fmla="*/ 144378 w 786002"/>
                <a:gd name="connsiteY582" fmla="*/ 249958 h 561696"/>
                <a:gd name="connsiteX583" fmla="*/ 147575 w 786002"/>
                <a:gd name="connsiteY583" fmla="*/ 248377 h 561696"/>
                <a:gd name="connsiteX584" fmla="*/ 150200 w 786002"/>
                <a:gd name="connsiteY584" fmla="*/ 246190 h 561696"/>
                <a:gd name="connsiteX585" fmla="*/ 152220 w 786002"/>
                <a:gd name="connsiteY585" fmla="*/ 246190 h 561696"/>
                <a:gd name="connsiteX586" fmla="*/ 156292 w 786002"/>
                <a:gd name="connsiteY586" fmla="*/ 248949 h 561696"/>
                <a:gd name="connsiteX587" fmla="*/ 157604 w 786002"/>
                <a:gd name="connsiteY587" fmla="*/ 252414 h 561696"/>
                <a:gd name="connsiteX588" fmla="*/ 159354 w 786002"/>
                <a:gd name="connsiteY588" fmla="*/ 256753 h 561696"/>
                <a:gd name="connsiteX589" fmla="*/ 162552 w 786002"/>
                <a:gd name="connsiteY589" fmla="*/ 260958 h 561696"/>
                <a:gd name="connsiteX590" fmla="*/ 165008 w 786002"/>
                <a:gd name="connsiteY590" fmla="*/ 262404 h 561696"/>
                <a:gd name="connsiteX591" fmla="*/ 165883 w 786002"/>
                <a:gd name="connsiteY591" fmla="*/ 264591 h 561696"/>
                <a:gd name="connsiteX592" fmla="*/ 165446 w 786002"/>
                <a:gd name="connsiteY592" fmla="*/ 267619 h 561696"/>
                <a:gd name="connsiteX593" fmla="*/ 164739 w 786002"/>
                <a:gd name="connsiteY593" fmla="*/ 270074 h 561696"/>
                <a:gd name="connsiteX594" fmla="*/ 165042 w 786002"/>
                <a:gd name="connsiteY594" fmla="*/ 272967 h 561696"/>
                <a:gd name="connsiteX595" fmla="*/ 167364 w 786002"/>
                <a:gd name="connsiteY595" fmla="*/ 273674 h 561696"/>
                <a:gd name="connsiteX596" fmla="*/ 171706 w 786002"/>
                <a:gd name="connsiteY596" fmla="*/ 277139 h 561696"/>
                <a:gd name="connsiteX597" fmla="*/ 174903 w 786002"/>
                <a:gd name="connsiteY597" fmla="*/ 279897 h 561696"/>
                <a:gd name="connsiteX598" fmla="*/ 173590 w 786002"/>
                <a:gd name="connsiteY598" fmla="*/ 282218 h 561696"/>
                <a:gd name="connsiteX599" fmla="*/ 170831 w 786002"/>
                <a:gd name="connsiteY599" fmla="*/ 286121 h 561696"/>
                <a:gd name="connsiteX600" fmla="*/ 169821 w 786002"/>
                <a:gd name="connsiteY600" fmla="*/ 289888 h 561696"/>
                <a:gd name="connsiteX601" fmla="*/ 170393 w 786002"/>
                <a:gd name="connsiteY601" fmla="*/ 294227 h 561696"/>
                <a:gd name="connsiteX602" fmla="*/ 170528 w 786002"/>
                <a:gd name="connsiteY602" fmla="*/ 298298 h 561696"/>
                <a:gd name="connsiteX603" fmla="*/ 167061 w 786002"/>
                <a:gd name="connsiteY603" fmla="*/ 301326 h 561696"/>
                <a:gd name="connsiteX604" fmla="*/ 167061 w 786002"/>
                <a:gd name="connsiteY604" fmla="*/ 304219 h 561696"/>
                <a:gd name="connsiteX605" fmla="*/ 167061 w 786002"/>
                <a:gd name="connsiteY605" fmla="*/ 308289 h 561696"/>
                <a:gd name="connsiteX606" fmla="*/ 167061 w 786002"/>
                <a:gd name="connsiteY606" fmla="*/ 311047 h 561696"/>
                <a:gd name="connsiteX607" fmla="*/ 166254 w 786002"/>
                <a:gd name="connsiteY607" fmla="*/ 314950 h 561696"/>
                <a:gd name="connsiteX608" fmla="*/ 164436 w 786002"/>
                <a:gd name="connsiteY608" fmla="*/ 316968 h 561696"/>
                <a:gd name="connsiteX609" fmla="*/ 160801 w 786002"/>
                <a:gd name="connsiteY609" fmla="*/ 320735 h 561696"/>
                <a:gd name="connsiteX610" fmla="*/ 156898 w 786002"/>
                <a:gd name="connsiteY610" fmla="*/ 323629 h 561696"/>
                <a:gd name="connsiteX611" fmla="*/ 154575 w 786002"/>
                <a:gd name="connsiteY611" fmla="*/ 323326 h 561696"/>
                <a:gd name="connsiteX612" fmla="*/ 151681 w 786002"/>
                <a:gd name="connsiteY612" fmla="*/ 322317 h 561696"/>
                <a:gd name="connsiteX613" fmla="*/ 149225 w 786002"/>
                <a:gd name="connsiteY613" fmla="*/ 320298 h 561696"/>
                <a:gd name="connsiteX614" fmla="*/ 145893 w 786002"/>
                <a:gd name="connsiteY614" fmla="*/ 317540 h 561696"/>
                <a:gd name="connsiteX615" fmla="*/ 141854 w 786002"/>
                <a:gd name="connsiteY615" fmla="*/ 316093 h 561696"/>
                <a:gd name="connsiteX616" fmla="*/ 140844 w 786002"/>
                <a:gd name="connsiteY616" fmla="*/ 316093 h 561696"/>
                <a:gd name="connsiteX617" fmla="*/ 139835 w 786002"/>
                <a:gd name="connsiteY617" fmla="*/ 319424 h 561696"/>
                <a:gd name="connsiteX618" fmla="*/ 135628 w 786002"/>
                <a:gd name="connsiteY618" fmla="*/ 322047 h 561696"/>
                <a:gd name="connsiteX619" fmla="*/ 130546 w 786002"/>
                <a:gd name="connsiteY619" fmla="*/ 325512 h 561696"/>
                <a:gd name="connsiteX620" fmla="*/ 124758 w 786002"/>
                <a:gd name="connsiteY620" fmla="*/ 328271 h 561696"/>
                <a:gd name="connsiteX621" fmla="*/ 120854 w 786002"/>
                <a:gd name="connsiteY621" fmla="*/ 329415 h 561696"/>
                <a:gd name="connsiteX622" fmla="*/ 119406 w 786002"/>
                <a:gd name="connsiteY622" fmla="*/ 330558 h 561696"/>
                <a:gd name="connsiteX623" fmla="*/ 118969 w 786002"/>
                <a:gd name="connsiteY623" fmla="*/ 332880 h 561696"/>
                <a:gd name="connsiteX624" fmla="*/ 120416 w 786002"/>
                <a:gd name="connsiteY624" fmla="*/ 334629 h 561696"/>
                <a:gd name="connsiteX625" fmla="*/ 121998 w 786002"/>
                <a:gd name="connsiteY625" fmla="*/ 335773 h 561696"/>
                <a:gd name="connsiteX626" fmla="*/ 120248 w 786002"/>
                <a:gd name="connsiteY626" fmla="*/ 338666 h 561696"/>
                <a:gd name="connsiteX627" fmla="*/ 118229 w 786002"/>
                <a:gd name="connsiteY627" fmla="*/ 338968 h 561696"/>
                <a:gd name="connsiteX628" fmla="*/ 117219 w 786002"/>
                <a:gd name="connsiteY628" fmla="*/ 337219 h 561696"/>
                <a:gd name="connsiteX629" fmla="*/ 110252 w 786002"/>
                <a:gd name="connsiteY629" fmla="*/ 339540 h 561696"/>
                <a:gd name="connsiteX630" fmla="*/ 107358 w 786002"/>
                <a:gd name="connsiteY630" fmla="*/ 344183 h 561696"/>
                <a:gd name="connsiteX631" fmla="*/ 103454 w 786002"/>
                <a:gd name="connsiteY631" fmla="*/ 347950 h 561696"/>
                <a:gd name="connsiteX632" fmla="*/ 99954 w 786002"/>
                <a:gd name="connsiteY632" fmla="*/ 350541 h 561696"/>
                <a:gd name="connsiteX633" fmla="*/ 96757 w 786002"/>
                <a:gd name="connsiteY633" fmla="*/ 354308 h 561696"/>
                <a:gd name="connsiteX634" fmla="*/ 95444 w 786002"/>
                <a:gd name="connsiteY634" fmla="*/ 359387 h 561696"/>
                <a:gd name="connsiteX635" fmla="*/ 97026 w 786002"/>
                <a:gd name="connsiteY635" fmla="*/ 363727 h 561696"/>
                <a:gd name="connsiteX636" fmla="*/ 99483 w 786002"/>
                <a:gd name="connsiteY636" fmla="*/ 364736 h 561696"/>
                <a:gd name="connsiteX637" fmla="*/ 100930 w 786002"/>
                <a:gd name="connsiteY637" fmla="*/ 365611 h 561696"/>
                <a:gd name="connsiteX638" fmla="*/ 100930 w 786002"/>
                <a:gd name="connsiteY638" fmla="*/ 369816 h 561696"/>
                <a:gd name="connsiteX639" fmla="*/ 105002 w 786002"/>
                <a:gd name="connsiteY639" fmla="*/ 371834 h 561696"/>
                <a:gd name="connsiteX640" fmla="*/ 109647 w 786002"/>
                <a:gd name="connsiteY640" fmla="*/ 372709 h 561696"/>
                <a:gd name="connsiteX641" fmla="*/ 117623 w 786002"/>
                <a:gd name="connsiteY641" fmla="*/ 374155 h 561696"/>
                <a:gd name="connsiteX642" fmla="*/ 120214 w 786002"/>
                <a:gd name="connsiteY642" fmla="*/ 376477 h 561696"/>
                <a:gd name="connsiteX643" fmla="*/ 122671 w 786002"/>
                <a:gd name="connsiteY643" fmla="*/ 378663 h 561696"/>
                <a:gd name="connsiteX644" fmla="*/ 127450 w 786002"/>
                <a:gd name="connsiteY644" fmla="*/ 383743 h 561696"/>
                <a:gd name="connsiteX645" fmla="*/ 132532 w 786002"/>
                <a:gd name="connsiteY645" fmla="*/ 385626 h 561696"/>
                <a:gd name="connsiteX646" fmla="*/ 137748 w 786002"/>
                <a:gd name="connsiteY646" fmla="*/ 386366 h 561696"/>
                <a:gd name="connsiteX647" fmla="*/ 143402 w 786002"/>
                <a:gd name="connsiteY647" fmla="*/ 388385 h 561696"/>
                <a:gd name="connsiteX648" fmla="*/ 147744 w 786002"/>
                <a:gd name="connsiteY648" fmla="*/ 387376 h 561696"/>
                <a:gd name="connsiteX649" fmla="*/ 153970 w 786002"/>
                <a:gd name="connsiteY649" fmla="*/ 385626 h 561696"/>
                <a:gd name="connsiteX650" fmla="*/ 161508 w 786002"/>
                <a:gd name="connsiteY650" fmla="*/ 385626 h 561696"/>
                <a:gd name="connsiteX651" fmla="*/ 164537 w 786002"/>
                <a:gd name="connsiteY651" fmla="*/ 387006 h 561696"/>
                <a:gd name="connsiteX652" fmla="*/ 168609 w 786002"/>
                <a:gd name="connsiteY652" fmla="*/ 391412 h 561696"/>
                <a:gd name="connsiteX653" fmla="*/ 174836 w 786002"/>
                <a:gd name="connsiteY653" fmla="*/ 395483 h 561696"/>
                <a:gd name="connsiteX654" fmla="*/ 181062 w 786002"/>
                <a:gd name="connsiteY654" fmla="*/ 401404 h 561696"/>
                <a:gd name="connsiteX655" fmla="*/ 185841 w 786002"/>
                <a:gd name="connsiteY655" fmla="*/ 399822 h 561696"/>
                <a:gd name="connsiteX656" fmla="*/ 190620 w 786002"/>
                <a:gd name="connsiteY656" fmla="*/ 395786 h 561696"/>
                <a:gd name="connsiteX657" fmla="*/ 195398 w 786002"/>
                <a:gd name="connsiteY657" fmla="*/ 395920 h 561696"/>
                <a:gd name="connsiteX658" fmla="*/ 196980 w 786002"/>
                <a:gd name="connsiteY658" fmla="*/ 394911 h 561696"/>
                <a:gd name="connsiteX659" fmla="*/ 199168 w 786002"/>
                <a:gd name="connsiteY659" fmla="*/ 390841 h 561696"/>
                <a:gd name="connsiteX660" fmla="*/ 202803 w 786002"/>
                <a:gd name="connsiteY660" fmla="*/ 390841 h 561696"/>
                <a:gd name="connsiteX661" fmla="*/ 210207 w 786002"/>
                <a:gd name="connsiteY661" fmla="*/ 392859 h 561696"/>
                <a:gd name="connsiteX662" fmla="*/ 215995 w 786002"/>
                <a:gd name="connsiteY662" fmla="*/ 394743 h 561696"/>
                <a:gd name="connsiteX663" fmla="*/ 221514 w 786002"/>
                <a:gd name="connsiteY663" fmla="*/ 396492 h 561696"/>
                <a:gd name="connsiteX664" fmla="*/ 224543 w 786002"/>
                <a:gd name="connsiteY664" fmla="*/ 398948 h 561696"/>
                <a:gd name="connsiteX665" fmla="*/ 229322 w 786002"/>
                <a:gd name="connsiteY665" fmla="*/ 402884 h 561696"/>
                <a:gd name="connsiteX666" fmla="*/ 228010 w 786002"/>
                <a:gd name="connsiteY666" fmla="*/ 410284 h 561696"/>
                <a:gd name="connsiteX667" fmla="*/ 226125 w 786002"/>
                <a:gd name="connsiteY667" fmla="*/ 411596 h 561696"/>
                <a:gd name="connsiteX668" fmla="*/ 222221 w 786002"/>
                <a:gd name="connsiteY668" fmla="*/ 416238 h 561696"/>
                <a:gd name="connsiteX669" fmla="*/ 221514 w 786002"/>
                <a:gd name="connsiteY669" fmla="*/ 420141 h 561696"/>
                <a:gd name="connsiteX670" fmla="*/ 221380 w 786002"/>
                <a:gd name="connsiteY670" fmla="*/ 425052 h 561696"/>
                <a:gd name="connsiteX671" fmla="*/ 219058 w 786002"/>
                <a:gd name="connsiteY671" fmla="*/ 427945 h 561696"/>
                <a:gd name="connsiteX672" fmla="*/ 215591 w 786002"/>
                <a:gd name="connsiteY672" fmla="*/ 429694 h 561696"/>
                <a:gd name="connsiteX673" fmla="*/ 211384 w 786002"/>
                <a:gd name="connsiteY673" fmla="*/ 430569 h 561696"/>
                <a:gd name="connsiteX674" fmla="*/ 207750 w 786002"/>
                <a:gd name="connsiteY674" fmla="*/ 431713 h 561696"/>
                <a:gd name="connsiteX675" fmla="*/ 207312 w 786002"/>
                <a:gd name="connsiteY675" fmla="*/ 434034 h 561696"/>
                <a:gd name="connsiteX676" fmla="*/ 206606 w 786002"/>
                <a:gd name="connsiteY676" fmla="*/ 438104 h 561696"/>
                <a:gd name="connsiteX677" fmla="*/ 204014 w 786002"/>
                <a:gd name="connsiteY677" fmla="*/ 442444 h 561696"/>
                <a:gd name="connsiteX678" fmla="*/ 201995 w 786002"/>
                <a:gd name="connsiteY678" fmla="*/ 448532 h 561696"/>
                <a:gd name="connsiteX679" fmla="*/ 203004 w 786002"/>
                <a:gd name="connsiteY679" fmla="*/ 451863 h 561696"/>
                <a:gd name="connsiteX680" fmla="*/ 204755 w 786002"/>
                <a:gd name="connsiteY680" fmla="*/ 454890 h 561696"/>
                <a:gd name="connsiteX681" fmla="*/ 207952 w 786002"/>
                <a:gd name="connsiteY681" fmla="*/ 456640 h 561696"/>
                <a:gd name="connsiteX682" fmla="*/ 211418 w 786002"/>
                <a:gd name="connsiteY682" fmla="*/ 460407 h 561696"/>
                <a:gd name="connsiteX683" fmla="*/ 213740 w 786002"/>
                <a:gd name="connsiteY683" fmla="*/ 465050 h 561696"/>
                <a:gd name="connsiteX684" fmla="*/ 215759 w 786002"/>
                <a:gd name="connsiteY684" fmla="*/ 469827 h 561696"/>
                <a:gd name="connsiteX685" fmla="*/ 216466 w 786002"/>
                <a:gd name="connsiteY685" fmla="*/ 476218 h 561696"/>
                <a:gd name="connsiteX686" fmla="*/ 216601 w 786002"/>
                <a:gd name="connsiteY686" fmla="*/ 482441 h 561696"/>
                <a:gd name="connsiteX687" fmla="*/ 215726 w 786002"/>
                <a:gd name="connsiteY687" fmla="*/ 489102 h 561696"/>
                <a:gd name="connsiteX688" fmla="*/ 215726 w 786002"/>
                <a:gd name="connsiteY688" fmla="*/ 493744 h 561696"/>
                <a:gd name="connsiteX689" fmla="*/ 222894 w 786002"/>
                <a:gd name="connsiteY689" fmla="*/ 496335 h 561696"/>
                <a:gd name="connsiteX690" fmla="*/ 229188 w 786002"/>
                <a:gd name="connsiteY690" fmla="*/ 497781 h 561696"/>
                <a:gd name="connsiteX691" fmla="*/ 232520 w 786002"/>
                <a:gd name="connsiteY691" fmla="*/ 502995 h 561696"/>
                <a:gd name="connsiteX692" fmla="*/ 234842 w 786002"/>
                <a:gd name="connsiteY692" fmla="*/ 502558 h 561696"/>
                <a:gd name="connsiteX693" fmla="*/ 236861 w 786002"/>
                <a:gd name="connsiteY693" fmla="*/ 500237 h 561696"/>
                <a:gd name="connsiteX694" fmla="*/ 239183 w 786002"/>
                <a:gd name="connsiteY694" fmla="*/ 498622 h 561696"/>
                <a:gd name="connsiteX695" fmla="*/ 242515 w 786002"/>
                <a:gd name="connsiteY695" fmla="*/ 498622 h 561696"/>
                <a:gd name="connsiteX696" fmla="*/ 249044 w 786002"/>
                <a:gd name="connsiteY696" fmla="*/ 501178 h 561696"/>
                <a:gd name="connsiteX697" fmla="*/ 251938 w 786002"/>
                <a:gd name="connsiteY697" fmla="*/ 502558 h 561696"/>
                <a:gd name="connsiteX698" fmla="*/ 254126 w 786002"/>
                <a:gd name="connsiteY698" fmla="*/ 507032 h 561696"/>
                <a:gd name="connsiteX699" fmla="*/ 252679 w 786002"/>
                <a:gd name="connsiteY699" fmla="*/ 508041 h 561696"/>
                <a:gd name="connsiteX700" fmla="*/ 249784 w 786002"/>
                <a:gd name="connsiteY700" fmla="*/ 510059 h 561696"/>
                <a:gd name="connsiteX701" fmla="*/ 249784 w 786002"/>
                <a:gd name="connsiteY701" fmla="*/ 513827 h 561696"/>
                <a:gd name="connsiteX702" fmla="*/ 252847 w 786002"/>
                <a:gd name="connsiteY702" fmla="*/ 518032 h 561696"/>
                <a:gd name="connsiteX703" fmla="*/ 257491 w 786002"/>
                <a:gd name="connsiteY703" fmla="*/ 520219 h 561696"/>
                <a:gd name="connsiteX704" fmla="*/ 261126 w 786002"/>
                <a:gd name="connsiteY704" fmla="*/ 523986 h 561696"/>
                <a:gd name="connsiteX705" fmla="*/ 265333 w 786002"/>
                <a:gd name="connsiteY705" fmla="*/ 527317 h 561696"/>
                <a:gd name="connsiteX706" fmla="*/ 269102 w 786002"/>
                <a:gd name="connsiteY706" fmla="*/ 532094 h 561696"/>
                <a:gd name="connsiteX707" fmla="*/ 271424 w 786002"/>
                <a:gd name="connsiteY707" fmla="*/ 534247 h 561696"/>
                <a:gd name="connsiteX708" fmla="*/ 271424 w 786002"/>
                <a:gd name="connsiteY708" fmla="*/ 530647 h 561696"/>
                <a:gd name="connsiteX709" fmla="*/ 276068 w 786002"/>
                <a:gd name="connsiteY709" fmla="*/ 528898 h 561696"/>
                <a:gd name="connsiteX710" fmla="*/ 280275 w 786002"/>
                <a:gd name="connsiteY710" fmla="*/ 532800 h 561696"/>
                <a:gd name="connsiteX711" fmla="*/ 287377 w 786002"/>
                <a:gd name="connsiteY711" fmla="*/ 538720 h 561696"/>
                <a:gd name="connsiteX712" fmla="*/ 293333 w 786002"/>
                <a:gd name="connsiteY712" fmla="*/ 539595 h 561696"/>
                <a:gd name="connsiteX713" fmla="*/ 295353 w 786002"/>
                <a:gd name="connsiteY713" fmla="*/ 539292 h 561696"/>
                <a:gd name="connsiteX714" fmla="*/ 302891 w 786002"/>
                <a:gd name="connsiteY714" fmla="*/ 538418 h 561696"/>
                <a:gd name="connsiteX715" fmla="*/ 308411 w 786002"/>
                <a:gd name="connsiteY715" fmla="*/ 540301 h 561696"/>
                <a:gd name="connsiteX716" fmla="*/ 313190 w 786002"/>
                <a:gd name="connsiteY716" fmla="*/ 544776 h 561696"/>
                <a:gd name="connsiteX717" fmla="*/ 317968 w 786002"/>
                <a:gd name="connsiteY717" fmla="*/ 546357 h 561696"/>
                <a:gd name="connsiteX718" fmla="*/ 320863 w 786002"/>
                <a:gd name="connsiteY718" fmla="*/ 541580 h 561696"/>
                <a:gd name="connsiteX719" fmla="*/ 323185 w 786002"/>
                <a:gd name="connsiteY719" fmla="*/ 539999 h 561696"/>
                <a:gd name="connsiteX720" fmla="*/ 331430 w 786002"/>
                <a:gd name="connsiteY720" fmla="*/ 538552 h 561696"/>
                <a:gd name="connsiteX721" fmla="*/ 336075 w 786002"/>
                <a:gd name="connsiteY721" fmla="*/ 538552 h 561696"/>
                <a:gd name="connsiteX722" fmla="*/ 340281 w 786002"/>
                <a:gd name="connsiteY722" fmla="*/ 539124 h 561696"/>
                <a:gd name="connsiteX723" fmla="*/ 344185 w 786002"/>
                <a:gd name="connsiteY723" fmla="*/ 541142 h 561696"/>
                <a:gd name="connsiteX724" fmla="*/ 348392 w 786002"/>
                <a:gd name="connsiteY724" fmla="*/ 544170 h 561696"/>
                <a:gd name="connsiteX725" fmla="*/ 349133 w 786002"/>
                <a:gd name="connsiteY725" fmla="*/ 546491 h 561696"/>
                <a:gd name="connsiteX726" fmla="*/ 354046 w 786002"/>
                <a:gd name="connsiteY726" fmla="*/ 547231 h 561696"/>
                <a:gd name="connsiteX727" fmla="*/ 357311 w 786002"/>
                <a:gd name="connsiteY727" fmla="*/ 547231 h 561696"/>
                <a:gd name="connsiteX728" fmla="*/ 360407 w 786002"/>
                <a:gd name="connsiteY728" fmla="*/ 546424 h 561696"/>
                <a:gd name="connsiteX729" fmla="*/ 362494 w 786002"/>
                <a:gd name="connsiteY729" fmla="*/ 548005 h 561696"/>
                <a:gd name="connsiteX730" fmla="*/ 365018 w 786002"/>
                <a:gd name="connsiteY730" fmla="*/ 550663 h 561696"/>
                <a:gd name="connsiteX731" fmla="*/ 367609 w 786002"/>
                <a:gd name="connsiteY731" fmla="*/ 551403 h 561696"/>
                <a:gd name="connsiteX732" fmla="*/ 368922 w 786002"/>
                <a:gd name="connsiteY732" fmla="*/ 549384 h 561696"/>
                <a:gd name="connsiteX733" fmla="*/ 371614 w 786002"/>
                <a:gd name="connsiteY733" fmla="*/ 546188 h 561696"/>
                <a:gd name="connsiteX734" fmla="*/ 374508 w 786002"/>
                <a:gd name="connsiteY734" fmla="*/ 542723 h 561696"/>
                <a:gd name="connsiteX735" fmla="*/ 376696 w 786002"/>
                <a:gd name="connsiteY735" fmla="*/ 540470 h 561696"/>
                <a:gd name="connsiteX736" fmla="*/ 379321 w 786002"/>
                <a:gd name="connsiteY736" fmla="*/ 537072 h 561696"/>
                <a:gd name="connsiteX737" fmla="*/ 380768 w 786002"/>
                <a:gd name="connsiteY737" fmla="*/ 537005 h 561696"/>
                <a:gd name="connsiteX738" fmla="*/ 381912 w 786002"/>
                <a:gd name="connsiteY738" fmla="*/ 540705 h 561696"/>
                <a:gd name="connsiteX739" fmla="*/ 381845 w 786002"/>
                <a:gd name="connsiteY739" fmla="*/ 544540 h 561696"/>
                <a:gd name="connsiteX740" fmla="*/ 380229 w 786002"/>
                <a:gd name="connsiteY740" fmla="*/ 546794 h 561696"/>
                <a:gd name="connsiteX741" fmla="*/ 383292 w 786002"/>
                <a:gd name="connsiteY741" fmla="*/ 551571 h 561696"/>
                <a:gd name="connsiteX742" fmla="*/ 387936 w 786002"/>
                <a:gd name="connsiteY742" fmla="*/ 555473 h 561696"/>
                <a:gd name="connsiteX743" fmla="*/ 390898 w 786002"/>
                <a:gd name="connsiteY743" fmla="*/ 556785 h 561696"/>
                <a:gd name="connsiteX744" fmla="*/ 391201 w 786002"/>
                <a:gd name="connsiteY744" fmla="*/ 555776 h 561696"/>
                <a:gd name="connsiteX745" fmla="*/ 392480 w 786002"/>
                <a:gd name="connsiteY745" fmla="*/ 550259 h 561696"/>
                <a:gd name="connsiteX746" fmla="*/ 393489 w 786002"/>
                <a:gd name="connsiteY746" fmla="*/ 546928 h 561696"/>
                <a:gd name="connsiteX747" fmla="*/ 392547 w 786002"/>
                <a:gd name="connsiteY747" fmla="*/ 543531 h 561696"/>
                <a:gd name="connsiteX748" fmla="*/ 391235 w 786002"/>
                <a:gd name="connsiteY748" fmla="*/ 538956 h 561696"/>
                <a:gd name="connsiteX749" fmla="*/ 391235 w 786002"/>
                <a:gd name="connsiteY749" fmla="*/ 536197 h 561696"/>
                <a:gd name="connsiteX750" fmla="*/ 392749 w 786002"/>
                <a:gd name="connsiteY750" fmla="*/ 532867 h 561696"/>
                <a:gd name="connsiteX751" fmla="*/ 393826 w 786002"/>
                <a:gd name="connsiteY751" fmla="*/ 531050 h 561696"/>
                <a:gd name="connsiteX752" fmla="*/ 395340 w 786002"/>
                <a:gd name="connsiteY752" fmla="*/ 530681 h 561696"/>
                <a:gd name="connsiteX753" fmla="*/ 397326 w 786002"/>
                <a:gd name="connsiteY753" fmla="*/ 532127 h 561696"/>
                <a:gd name="connsiteX754" fmla="*/ 398437 w 786002"/>
                <a:gd name="connsiteY754" fmla="*/ 537038 h 561696"/>
                <a:gd name="connsiteX755" fmla="*/ 398066 w 786002"/>
                <a:gd name="connsiteY755" fmla="*/ 539292 h 561696"/>
                <a:gd name="connsiteX756" fmla="*/ 397326 w 786002"/>
                <a:gd name="connsiteY756" fmla="*/ 542488 h 561696"/>
                <a:gd name="connsiteX757" fmla="*/ 397629 w 786002"/>
                <a:gd name="connsiteY757" fmla="*/ 547769 h 561696"/>
                <a:gd name="connsiteX758" fmla="*/ 401465 w 786002"/>
                <a:gd name="connsiteY758" fmla="*/ 550091 h 561696"/>
                <a:gd name="connsiteX759" fmla="*/ 403485 w 786002"/>
                <a:gd name="connsiteY759" fmla="*/ 550091 h 561696"/>
                <a:gd name="connsiteX760" fmla="*/ 408331 w 786002"/>
                <a:gd name="connsiteY760" fmla="*/ 546188 h 561696"/>
                <a:gd name="connsiteX761" fmla="*/ 410283 w 786002"/>
                <a:gd name="connsiteY761" fmla="*/ 543127 h 561696"/>
                <a:gd name="connsiteX762" fmla="*/ 412672 w 786002"/>
                <a:gd name="connsiteY762" fmla="*/ 538586 h 561696"/>
                <a:gd name="connsiteX763" fmla="*/ 412740 w 786002"/>
                <a:gd name="connsiteY763" fmla="*/ 535390 h 561696"/>
                <a:gd name="connsiteX764" fmla="*/ 411360 w 786002"/>
                <a:gd name="connsiteY764" fmla="*/ 531623 h 561696"/>
                <a:gd name="connsiteX765" fmla="*/ 410620 w 786002"/>
                <a:gd name="connsiteY765" fmla="*/ 529234 h 561696"/>
                <a:gd name="connsiteX766" fmla="*/ 408668 w 786002"/>
                <a:gd name="connsiteY766" fmla="*/ 527216 h 561696"/>
                <a:gd name="connsiteX767" fmla="*/ 408668 w 786002"/>
                <a:gd name="connsiteY767" fmla="*/ 523751 h 561696"/>
                <a:gd name="connsiteX768" fmla="*/ 408668 w 786002"/>
                <a:gd name="connsiteY768" fmla="*/ 518537 h 561696"/>
                <a:gd name="connsiteX769" fmla="*/ 408668 w 786002"/>
                <a:gd name="connsiteY769" fmla="*/ 513322 h 561696"/>
                <a:gd name="connsiteX770" fmla="*/ 408668 w 786002"/>
                <a:gd name="connsiteY770" fmla="*/ 510699 h 561696"/>
                <a:gd name="connsiteX771" fmla="*/ 416475 w 786002"/>
                <a:gd name="connsiteY771" fmla="*/ 510699 h 561696"/>
                <a:gd name="connsiteX772" fmla="*/ 418226 w 786002"/>
                <a:gd name="connsiteY772" fmla="*/ 510699 h 561696"/>
                <a:gd name="connsiteX773" fmla="*/ 421120 w 786002"/>
                <a:gd name="connsiteY773" fmla="*/ 510699 h 561696"/>
                <a:gd name="connsiteX774" fmla="*/ 420817 w 786002"/>
                <a:gd name="connsiteY774" fmla="*/ 513322 h 561696"/>
                <a:gd name="connsiteX775" fmla="*/ 419067 w 786002"/>
                <a:gd name="connsiteY775" fmla="*/ 518537 h 561696"/>
                <a:gd name="connsiteX776" fmla="*/ 419067 w 786002"/>
                <a:gd name="connsiteY776" fmla="*/ 521127 h 561696"/>
                <a:gd name="connsiteX777" fmla="*/ 421827 w 786002"/>
                <a:gd name="connsiteY777" fmla="*/ 527788 h 561696"/>
                <a:gd name="connsiteX778" fmla="*/ 426606 w 786002"/>
                <a:gd name="connsiteY778" fmla="*/ 531858 h 561696"/>
                <a:gd name="connsiteX779" fmla="*/ 430947 w 786002"/>
                <a:gd name="connsiteY779" fmla="*/ 538249 h 561696"/>
                <a:gd name="connsiteX780" fmla="*/ 437038 w 786002"/>
                <a:gd name="connsiteY780" fmla="*/ 539696 h 561696"/>
                <a:gd name="connsiteX781" fmla="*/ 440808 w 786002"/>
                <a:gd name="connsiteY781" fmla="*/ 540268 h 561696"/>
                <a:gd name="connsiteX782" fmla="*/ 444577 w 786002"/>
                <a:gd name="connsiteY782" fmla="*/ 540268 h 561696"/>
                <a:gd name="connsiteX783" fmla="*/ 441986 w 786002"/>
                <a:gd name="connsiteY783" fmla="*/ 533305 h 561696"/>
                <a:gd name="connsiteX784" fmla="*/ 438216 w 786002"/>
                <a:gd name="connsiteY784" fmla="*/ 527788 h 561696"/>
                <a:gd name="connsiteX785" fmla="*/ 439966 w 786002"/>
                <a:gd name="connsiteY785" fmla="*/ 520252 h 561696"/>
                <a:gd name="connsiteX786" fmla="*/ 439966 w 786002"/>
                <a:gd name="connsiteY786" fmla="*/ 519378 h 561696"/>
                <a:gd name="connsiteX787" fmla="*/ 442591 w 786002"/>
                <a:gd name="connsiteY787" fmla="*/ 517628 h 561696"/>
                <a:gd name="connsiteX788" fmla="*/ 444341 w 786002"/>
                <a:gd name="connsiteY788" fmla="*/ 517628 h 561696"/>
                <a:gd name="connsiteX789" fmla="*/ 445519 w 786002"/>
                <a:gd name="connsiteY789" fmla="*/ 517628 h 561696"/>
                <a:gd name="connsiteX790" fmla="*/ 448717 w 786002"/>
                <a:gd name="connsiteY790" fmla="*/ 519075 h 561696"/>
                <a:gd name="connsiteX791" fmla="*/ 448717 w 786002"/>
                <a:gd name="connsiteY791" fmla="*/ 523717 h 561696"/>
                <a:gd name="connsiteX792" fmla="*/ 448717 w 786002"/>
                <a:gd name="connsiteY792" fmla="*/ 529806 h 561696"/>
                <a:gd name="connsiteX793" fmla="*/ 450601 w 786002"/>
                <a:gd name="connsiteY793" fmla="*/ 534718 h 561696"/>
                <a:gd name="connsiteX794" fmla="*/ 453933 w 786002"/>
                <a:gd name="connsiteY794" fmla="*/ 537038 h 561696"/>
                <a:gd name="connsiteX795" fmla="*/ 457130 w 786002"/>
                <a:gd name="connsiteY795" fmla="*/ 539931 h 561696"/>
                <a:gd name="connsiteX796" fmla="*/ 461775 w 786002"/>
                <a:gd name="connsiteY796" fmla="*/ 543699 h 561696"/>
                <a:gd name="connsiteX797" fmla="*/ 467866 w 786002"/>
                <a:gd name="connsiteY797" fmla="*/ 543699 h 561696"/>
                <a:gd name="connsiteX798" fmla="*/ 471332 w 786002"/>
                <a:gd name="connsiteY798" fmla="*/ 546458 h 561696"/>
                <a:gd name="connsiteX799" fmla="*/ 474799 w 786002"/>
                <a:gd name="connsiteY799" fmla="*/ 548072 h 561696"/>
                <a:gd name="connsiteX800" fmla="*/ 474799 w 786002"/>
                <a:gd name="connsiteY800" fmla="*/ 549822 h 561696"/>
                <a:gd name="connsiteX801" fmla="*/ 474799 w 786002"/>
                <a:gd name="connsiteY801" fmla="*/ 554464 h 561696"/>
                <a:gd name="connsiteX802" fmla="*/ 477559 w 786002"/>
                <a:gd name="connsiteY802" fmla="*/ 557929 h 561696"/>
                <a:gd name="connsiteX803" fmla="*/ 483213 w 786002"/>
                <a:gd name="connsiteY803" fmla="*/ 561696 h 561696"/>
                <a:gd name="connsiteX804" fmla="*/ 492198 w 786002"/>
                <a:gd name="connsiteY804" fmla="*/ 560250 h 561696"/>
                <a:gd name="connsiteX805" fmla="*/ 500309 w 786002"/>
                <a:gd name="connsiteY805" fmla="*/ 561696 h 561696"/>
                <a:gd name="connsiteX806" fmla="*/ 508420 w 786002"/>
                <a:gd name="connsiteY806" fmla="*/ 556785 h 561696"/>
                <a:gd name="connsiteX807" fmla="*/ 515083 w 786002"/>
                <a:gd name="connsiteY807" fmla="*/ 554767 h 561696"/>
                <a:gd name="connsiteX808" fmla="*/ 518281 w 786002"/>
                <a:gd name="connsiteY808" fmla="*/ 551571 h 561696"/>
                <a:gd name="connsiteX809" fmla="*/ 518281 w 786002"/>
                <a:gd name="connsiteY809" fmla="*/ 534179 h 561696"/>
                <a:gd name="connsiteX810" fmla="*/ 518281 w 786002"/>
                <a:gd name="connsiteY810" fmla="*/ 528864 h 561696"/>
                <a:gd name="connsiteX811" fmla="*/ 518819 w 786002"/>
                <a:gd name="connsiteY811" fmla="*/ 526913 h 561696"/>
                <a:gd name="connsiteX812" fmla="*/ 519896 w 786002"/>
                <a:gd name="connsiteY812" fmla="*/ 524626 h 561696"/>
                <a:gd name="connsiteX813" fmla="*/ 521949 w 786002"/>
                <a:gd name="connsiteY813" fmla="*/ 524087 h 561696"/>
                <a:gd name="connsiteX814" fmla="*/ 523463 w 786002"/>
                <a:gd name="connsiteY814" fmla="*/ 526913 h 561696"/>
                <a:gd name="connsiteX815" fmla="*/ 524103 w 786002"/>
                <a:gd name="connsiteY815" fmla="*/ 533843 h 561696"/>
                <a:gd name="connsiteX816" fmla="*/ 523463 w 786002"/>
                <a:gd name="connsiteY816" fmla="*/ 541142 h 561696"/>
                <a:gd name="connsiteX817" fmla="*/ 523463 w 786002"/>
                <a:gd name="connsiteY817" fmla="*/ 546020 h 561696"/>
                <a:gd name="connsiteX818" fmla="*/ 525079 w 786002"/>
                <a:gd name="connsiteY818" fmla="*/ 550057 h 561696"/>
                <a:gd name="connsiteX819" fmla="*/ 528444 w 786002"/>
                <a:gd name="connsiteY819" fmla="*/ 555069 h 561696"/>
                <a:gd name="connsiteX820" fmla="*/ 533762 w 786002"/>
                <a:gd name="connsiteY820" fmla="*/ 560485 h 561696"/>
                <a:gd name="connsiteX821" fmla="*/ 537464 w 786002"/>
                <a:gd name="connsiteY821" fmla="*/ 558770 h 56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786002" h="561696">
                  <a:moveTo>
                    <a:pt x="537464" y="558770"/>
                  </a:moveTo>
                  <a:lnTo>
                    <a:pt x="537464" y="555305"/>
                  </a:lnTo>
                  <a:lnTo>
                    <a:pt x="538877" y="554868"/>
                  </a:lnTo>
                  <a:lnTo>
                    <a:pt x="537901" y="554430"/>
                  </a:lnTo>
                  <a:lnTo>
                    <a:pt x="535444" y="551537"/>
                  </a:lnTo>
                  <a:lnTo>
                    <a:pt x="536454" y="548644"/>
                  </a:lnTo>
                  <a:lnTo>
                    <a:pt x="538036" y="545751"/>
                  </a:lnTo>
                  <a:lnTo>
                    <a:pt x="540493" y="541109"/>
                  </a:lnTo>
                  <a:lnTo>
                    <a:pt x="543387" y="537408"/>
                  </a:lnTo>
                  <a:cubicBezTo>
                    <a:pt x="543387" y="537408"/>
                    <a:pt x="547022" y="535323"/>
                    <a:pt x="547594" y="535323"/>
                  </a:cubicBezTo>
                  <a:cubicBezTo>
                    <a:pt x="548166" y="535323"/>
                    <a:pt x="553954" y="535323"/>
                    <a:pt x="553954" y="535323"/>
                  </a:cubicBezTo>
                  <a:lnTo>
                    <a:pt x="562368" y="533573"/>
                  </a:lnTo>
                  <a:lnTo>
                    <a:pt x="565700" y="526778"/>
                  </a:lnTo>
                  <a:lnTo>
                    <a:pt x="564556" y="521262"/>
                  </a:lnTo>
                  <a:lnTo>
                    <a:pt x="561527" y="517359"/>
                  </a:lnTo>
                  <a:lnTo>
                    <a:pt x="564556" y="512011"/>
                  </a:lnTo>
                  <a:lnTo>
                    <a:pt x="568897" y="509387"/>
                  </a:lnTo>
                  <a:lnTo>
                    <a:pt x="575123" y="507940"/>
                  </a:lnTo>
                  <a:lnTo>
                    <a:pt x="580642" y="507806"/>
                  </a:lnTo>
                  <a:lnTo>
                    <a:pt x="587744" y="506494"/>
                  </a:lnTo>
                  <a:cubicBezTo>
                    <a:pt x="587744" y="506494"/>
                    <a:pt x="594575" y="505182"/>
                    <a:pt x="595148" y="505182"/>
                  </a:cubicBezTo>
                  <a:cubicBezTo>
                    <a:pt x="595720" y="505182"/>
                    <a:pt x="602552" y="504038"/>
                    <a:pt x="602552" y="504038"/>
                  </a:cubicBezTo>
                  <a:lnTo>
                    <a:pt x="610090" y="504610"/>
                  </a:lnTo>
                  <a:lnTo>
                    <a:pt x="615441" y="502154"/>
                  </a:lnTo>
                  <a:lnTo>
                    <a:pt x="616013" y="496065"/>
                  </a:lnTo>
                  <a:lnTo>
                    <a:pt x="609787" y="488967"/>
                  </a:lnTo>
                  <a:cubicBezTo>
                    <a:pt x="609787" y="488967"/>
                    <a:pt x="606018" y="482609"/>
                    <a:pt x="606018" y="481869"/>
                  </a:cubicBezTo>
                  <a:cubicBezTo>
                    <a:pt x="606018" y="481129"/>
                    <a:pt x="605883" y="476083"/>
                    <a:pt x="605883" y="476083"/>
                  </a:cubicBezTo>
                  <a:lnTo>
                    <a:pt x="609215" y="473897"/>
                  </a:lnTo>
                  <a:lnTo>
                    <a:pt x="615441" y="474199"/>
                  </a:lnTo>
                  <a:lnTo>
                    <a:pt x="621230" y="478404"/>
                  </a:lnTo>
                  <a:lnTo>
                    <a:pt x="627759" y="479716"/>
                  </a:lnTo>
                  <a:lnTo>
                    <a:pt x="629913" y="476521"/>
                  </a:lnTo>
                  <a:lnTo>
                    <a:pt x="637586" y="473762"/>
                  </a:lnTo>
                  <a:lnTo>
                    <a:pt x="641927" y="472013"/>
                  </a:lnTo>
                  <a:lnTo>
                    <a:pt x="645562" y="470129"/>
                  </a:lnTo>
                  <a:lnTo>
                    <a:pt x="639336" y="466059"/>
                  </a:lnTo>
                  <a:lnTo>
                    <a:pt x="639201" y="461585"/>
                  </a:lnTo>
                  <a:cubicBezTo>
                    <a:pt x="639201" y="461585"/>
                    <a:pt x="641389" y="459398"/>
                    <a:pt x="641961" y="459398"/>
                  </a:cubicBezTo>
                  <a:cubicBezTo>
                    <a:pt x="642533" y="459398"/>
                    <a:pt x="643543" y="459264"/>
                    <a:pt x="645293" y="459398"/>
                  </a:cubicBezTo>
                  <a:cubicBezTo>
                    <a:pt x="647043" y="459533"/>
                    <a:pt x="650072" y="460845"/>
                    <a:pt x="650072" y="460845"/>
                  </a:cubicBezTo>
                  <a:lnTo>
                    <a:pt x="653101" y="461417"/>
                  </a:lnTo>
                  <a:lnTo>
                    <a:pt x="654413" y="458961"/>
                  </a:lnTo>
                  <a:cubicBezTo>
                    <a:pt x="654413" y="458961"/>
                    <a:pt x="653101" y="454890"/>
                    <a:pt x="652966" y="454319"/>
                  </a:cubicBezTo>
                  <a:cubicBezTo>
                    <a:pt x="652832" y="453747"/>
                    <a:pt x="649332" y="447221"/>
                    <a:pt x="649332" y="447221"/>
                  </a:cubicBezTo>
                  <a:lnTo>
                    <a:pt x="649466" y="443184"/>
                  </a:lnTo>
                  <a:lnTo>
                    <a:pt x="651485" y="441434"/>
                  </a:lnTo>
                  <a:lnTo>
                    <a:pt x="654380" y="433765"/>
                  </a:lnTo>
                  <a:lnTo>
                    <a:pt x="658149" y="429123"/>
                  </a:lnTo>
                  <a:lnTo>
                    <a:pt x="664106" y="427104"/>
                  </a:lnTo>
                  <a:lnTo>
                    <a:pt x="670197" y="425489"/>
                  </a:lnTo>
                  <a:cubicBezTo>
                    <a:pt x="670197" y="425489"/>
                    <a:pt x="673664" y="422731"/>
                    <a:pt x="674101" y="422596"/>
                  </a:cubicBezTo>
                  <a:cubicBezTo>
                    <a:pt x="674539" y="422462"/>
                    <a:pt x="678746" y="421722"/>
                    <a:pt x="679318" y="421722"/>
                  </a:cubicBezTo>
                  <a:cubicBezTo>
                    <a:pt x="679890" y="421722"/>
                    <a:pt x="683390" y="420578"/>
                    <a:pt x="683390" y="420578"/>
                  </a:cubicBezTo>
                  <a:lnTo>
                    <a:pt x="685712" y="417954"/>
                  </a:lnTo>
                  <a:lnTo>
                    <a:pt x="687159" y="416373"/>
                  </a:lnTo>
                  <a:lnTo>
                    <a:pt x="688169" y="413312"/>
                  </a:lnTo>
                  <a:lnTo>
                    <a:pt x="690491" y="412437"/>
                  </a:lnTo>
                  <a:cubicBezTo>
                    <a:pt x="690491" y="412437"/>
                    <a:pt x="691804" y="411260"/>
                    <a:pt x="693520" y="410856"/>
                  </a:cubicBezTo>
                  <a:cubicBezTo>
                    <a:pt x="695270" y="410419"/>
                    <a:pt x="698030" y="409107"/>
                    <a:pt x="698030" y="409107"/>
                  </a:cubicBezTo>
                  <a:cubicBezTo>
                    <a:pt x="698030" y="409107"/>
                    <a:pt x="699342" y="408973"/>
                    <a:pt x="700487" y="408401"/>
                  </a:cubicBezTo>
                  <a:cubicBezTo>
                    <a:pt x="701631" y="407828"/>
                    <a:pt x="702506" y="407223"/>
                    <a:pt x="702506" y="407223"/>
                  </a:cubicBezTo>
                  <a:lnTo>
                    <a:pt x="705568" y="404465"/>
                  </a:lnTo>
                  <a:lnTo>
                    <a:pt x="706006" y="402278"/>
                  </a:lnTo>
                  <a:lnTo>
                    <a:pt x="710347" y="398948"/>
                  </a:lnTo>
                  <a:lnTo>
                    <a:pt x="712669" y="396627"/>
                  </a:lnTo>
                  <a:lnTo>
                    <a:pt x="715126" y="393431"/>
                  </a:lnTo>
                  <a:lnTo>
                    <a:pt x="716001" y="387914"/>
                  </a:lnTo>
                  <a:lnTo>
                    <a:pt x="722800" y="381388"/>
                  </a:lnTo>
                  <a:lnTo>
                    <a:pt x="723540" y="372709"/>
                  </a:lnTo>
                  <a:cubicBezTo>
                    <a:pt x="723540" y="372709"/>
                    <a:pt x="720915" y="369076"/>
                    <a:pt x="720915" y="368638"/>
                  </a:cubicBezTo>
                  <a:cubicBezTo>
                    <a:pt x="720915" y="368201"/>
                    <a:pt x="719333" y="365308"/>
                    <a:pt x="719333" y="364131"/>
                  </a:cubicBezTo>
                  <a:cubicBezTo>
                    <a:pt x="719333" y="362987"/>
                    <a:pt x="718895" y="357033"/>
                    <a:pt x="718895" y="356595"/>
                  </a:cubicBezTo>
                  <a:cubicBezTo>
                    <a:pt x="718895" y="356158"/>
                    <a:pt x="717314" y="353702"/>
                    <a:pt x="717314" y="353702"/>
                  </a:cubicBezTo>
                  <a:cubicBezTo>
                    <a:pt x="717314" y="353702"/>
                    <a:pt x="714857" y="351381"/>
                    <a:pt x="714857" y="350372"/>
                  </a:cubicBezTo>
                  <a:cubicBezTo>
                    <a:pt x="714857" y="349363"/>
                    <a:pt x="713982" y="347748"/>
                    <a:pt x="714857" y="346739"/>
                  </a:cubicBezTo>
                  <a:cubicBezTo>
                    <a:pt x="715732" y="345730"/>
                    <a:pt x="717179" y="343409"/>
                    <a:pt x="717751" y="343106"/>
                  </a:cubicBezTo>
                  <a:cubicBezTo>
                    <a:pt x="718323" y="342803"/>
                    <a:pt x="718626" y="340919"/>
                    <a:pt x="718761" y="340482"/>
                  </a:cubicBezTo>
                  <a:cubicBezTo>
                    <a:pt x="718895" y="340045"/>
                    <a:pt x="718054" y="332812"/>
                    <a:pt x="718054" y="332812"/>
                  </a:cubicBezTo>
                  <a:lnTo>
                    <a:pt x="718323" y="328742"/>
                  </a:lnTo>
                  <a:lnTo>
                    <a:pt x="718323" y="323965"/>
                  </a:lnTo>
                  <a:lnTo>
                    <a:pt x="723237" y="321644"/>
                  </a:lnTo>
                  <a:cubicBezTo>
                    <a:pt x="723237" y="321644"/>
                    <a:pt x="723102" y="321072"/>
                    <a:pt x="724247" y="320635"/>
                  </a:cubicBezTo>
                  <a:cubicBezTo>
                    <a:pt x="725391" y="320197"/>
                    <a:pt x="727881" y="315555"/>
                    <a:pt x="728588" y="315555"/>
                  </a:cubicBezTo>
                  <a:cubicBezTo>
                    <a:pt x="729295" y="315555"/>
                    <a:pt x="734545" y="311922"/>
                    <a:pt x="734545" y="311922"/>
                  </a:cubicBezTo>
                  <a:lnTo>
                    <a:pt x="738886" y="311216"/>
                  </a:lnTo>
                  <a:cubicBezTo>
                    <a:pt x="738886" y="311216"/>
                    <a:pt x="741511" y="310341"/>
                    <a:pt x="742656" y="310072"/>
                  </a:cubicBezTo>
                  <a:cubicBezTo>
                    <a:pt x="743800" y="309769"/>
                    <a:pt x="745416" y="307044"/>
                    <a:pt x="746122" y="307044"/>
                  </a:cubicBezTo>
                  <a:cubicBezTo>
                    <a:pt x="746862" y="307044"/>
                    <a:pt x="748444" y="301965"/>
                    <a:pt x="748444" y="301965"/>
                  </a:cubicBezTo>
                  <a:lnTo>
                    <a:pt x="746560" y="298197"/>
                  </a:lnTo>
                  <a:lnTo>
                    <a:pt x="739896" y="292848"/>
                  </a:lnTo>
                  <a:cubicBezTo>
                    <a:pt x="739896" y="292848"/>
                    <a:pt x="742521" y="285885"/>
                    <a:pt x="743396" y="285616"/>
                  </a:cubicBezTo>
                  <a:cubicBezTo>
                    <a:pt x="744271" y="285313"/>
                    <a:pt x="749622" y="280974"/>
                    <a:pt x="751204" y="280839"/>
                  </a:cubicBezTo>
                  <a:cubicBezTo>
                    <a:pt x="752786" y="280705"/>
                    <a:pt x="756723" y="280839"/>
                    <a:pt x="756723" y="280839"/>
                  </a:cubicBezTo>
                  <a:lnTo>
                    <a:pt x="759618" y="282151"/>
                  </a:lnTo>
                  <a:cubicBezTo>
                    <a:pt x="759618" y="282151"/>
                    <a:pt x="765978" y="276802"/>
                    <a:pt x="766719" y="276802"/>
                  </a:cubicBezTo>
                  <a:cubicBezTo>
                    <a:pt x="767425" y="276802"/>
                    <a:pt x="770926" y="274784"/>
                    <a:pt x="772507" y="274481"/>
                  </a:cubicBezTo>
                  <a:cubicBezTo>
                    <a:pt x="774089" y="274178"/>
                    <a:pt x="775132" y="273169"/>
                    <a:pt x="775132" y="273169"/>
                  </a:cubicBezTo>
                  <a:cubicBezTo>
                    <a:pt x="775132" y="273169"/>
                    <a:pt x="776142" y="270411"/>
                    <a:pt x="775267" y="268830"/>
                  </a:cubicBezTo>
                  <a:cubicBezTo>
                    <a:pt x="774392" y="267249"/>
                    <a:pt x="769613" y="261429"/>
                    <a:pt x="769613" y="261429"/>
                  </a:cubicBezTo>
                  <a:cubicBezTo>
                    <a:pt x="769613" y="261429"/>
                    <a:pt x="768300" y="258401"/>
                    <a:pt x="768300" y="257796"/>
                  </a:cubicBezTo>
                  <a:cubicBezTo>
                    <a:pt x="768300" y="257224"/>
                    <a:pt x="765709" y="249251"/>
                    <a:pt x="765709" y="249251"/>
                  </a:cubicBezTo>
                  <a:lnTo>
                    <a:pt x="766146" y="243600"/>
                  </a:lnTo>
                  <a:lnTo>
                    <a:pt x="771801" y="239126"/>
                  </a:lnTo>
                  <a:lnTo>
                    <a:pt x="777589" y="237545"/>
                  </a:lnTo>
                  <a:lnTo>
                    <a:pt x="783108" y="235526"/>
                  </a:lnTo>
                  <a:lnTo>
                    <a:pt x="786003" y="229875"/>
                  </a:lnTo>
                  <a:lnTo>
                    <a:pt x="784118" y="224661"/>
                  </a:lnTo>
                  <a:lnTo>
                    <a:pt x="781931" y="218572"/>
                  </a:lnTo>
                  <a:lnTo>
                    <a:pt x="782233" y="213492"/>
                  </a:lnTo>
                  <a:lnTo>
                    <a:pt x="781661" y="208413"/>
                  </a:lnTo>
                  <a:lnTo>
                    <a:pt x="775873" y="203939"/>
                  </a:lnTo>
                  <a:lnTo>
                    <a:pt x="773988" y="201046"/>
                  </a:lnTo>
                  <a:lnTo>
                    <a:pt x="772676" y="198287"/>
                  </a:lnTo>
                  <a:lnTo>
                    <a:pt x="772103" y="194654"/>
                  </a:lnTo>
                  <a:lnTo>
                    <a:pt x="773248" y="191627"/>
                  </a:lnTo>
                  <a:lnTo>
                    <a:pt x="775132" y="188599"/>
                  </a:lnTo>
                  <a:lnTo>
                    <a:pt x="778329" y="185403"/>
                  </a:lnTo>
                  <a:lnTo>
                    <a:pt x="781964" y="181770"/>
                  </a:lnTo>
                  <a:lnTo>
                    <a:pt x="778633" y="181030"/>
                  </a:lnTo>
                  <a:cubicBezTo>
                    <a:pt x="778633" y="181030"/>
                    <a:pt x="776310" y="181333"/>
                    <a:pt x="774863" y="181602"/>
                  </a:cubicBezTo>
                  <a:cubicBezTo>
                    <a:pt x="773416" y="181905"/>
                    <a:pt x="771666" y="182174"/>
                    <a:pt x="770219" y="182174"/>
                  </a:cubicBezTo>
                  <a:cubicBezTo>
                    <a:pt x="768772" y="182174"/>
                    <a:pt x="766584" y="181467"/>
                    <a:pt x="765575" y="181165"/>
                  </a:cubicBezTo>
                  <a:cubicBezTo>
                    <a:pt x="764565" y="180862"/>
                    <a:pt x="761940" y="180862"/>
                    <a:pt x="761368" y="180862"/>
                  </a:cubicBezTo>
                  <a:cubicBezTo>
                    <a:pt x="760795" y="180862"/>
                    <a:pt x="757733" y="180727"/>
                    <a:pt x="757733" y="180727"/>
                  </a:cubicBezTo>
                  <a:cubicBezTo>
                    <a:pt x="757733" y="180727"/>
                    <a:pt x="755411" y="180862"/>
                    <a:pt x="754401" y="180727"/>
                  </a:cubicBezTo>
                  <a:cubicBezTo>
                    <a:pt x="753392" y="180593"/>
                    <a:pt x="751372" y="181165"/>
                    <a:pt x="750766" y="181737"/>
                  </a:cubicBezTo>
                  <a:cubicBezTo>
                    <a:pt x="750194" y="182308"/>
                    <a:pt x="748310" y="182746"/>
                    <a:pt x="746122" y="183318"/>
                  </a:cubicBezTo>
                  <a:cubicBezTo>
                    <a:pt x="743968" y="183890"/>
                    <a:pt x="743800" y="185639"/>
                    <a:pt x="742218" y="186345"/>
                  </a:cubicBezTo>
                  <a:cubicBezTo>
                    <a:pt x="740603" y="187052"/>
                    <a:pt x="740165" y="186783"/>
                    <a:pt x="738314" y="187926"/>
                  </a:cubicBezTo>
                  <a:cubicBezTo>
                    <a:pt x="736430" y="189104"/>
                    <a:pt x="735555" y="190247"/>
                    <a:pt x="733098" y="191694"/>
                  </a:cubicBezTo>
                  <a:cubicBezTo>
                    <a:pt x="730641" y="193141"/>
                    <a:pt x="730641" y="191829"/>
                    <a:pt x="729631" y="191694"/>
                  </a:cubicBezTo>
                  <a:cubicBezTo>
                    <a:pt x="728622" y="191559"/>
                    <a:pt x="728319" y="191257"/>
                    <a:pt x="728050" y="190819"/>
                  </a:cubicBezTo>
                  <a:cubicBezTo>
                    <a:pt x="727780" y="190382"/>
                    <a:pt x="725021" y="189373"/>
                    <a:pt x="723708" y="188633"/>
                  </a:cubicBezTo>
                  <a:cubicBezTo>
                    <a:pt x="722429" y="187926"/>
                    <a:pt x="721251" y="187186"/>
                    <a:pt x="719939" y="186312"/>
                  </a:cubicBezTo>
                  <a:cubicBezTo>
                    <a:pt x="718626" y="185437"/>
                    <a:pt x="719064" y="184428"/>
                    <a:pt x="719064" y="183856"/>
                  </a:cubicBezTo>
                  <a:cubicBezTo>
                    <a:pt x="719064" y="183284"/>
                    <a:pt x="719198" y="181535"/>
                    <a:pt x="719501" y="181097"/>
                  </a:cubicBezTo>
                  <a:cubicBezTo>
                    <a:pt x="719804" y="180660"/>
                    <a:pt x="719636" y="176455"/>
                    <a:pt x="719636" y="175177"/>
                  </a:cubicBezTo>
                  <a:cubicBezTo>
                    <a:pt x="719636" y="173865"/>
                    <a:pt x="719636" y="172116"/>
                    <a:pt x="720074" y="170669"/>
                  </a:cubicBezTo>
                  <a:cubicBezTo>
                    <a:pt x="720511" y="169223"/>
                    <a:pt x="719939" y="167339"/>
                    <a:pt x="719939" y="167339"/>
                  </a:cubicBezTo>
                  <a:cubicBezTo>
                    <a:pt x="719939" y="167339"/>
                    <a:pt x="719939" y="165018"/>
                    <a:pt x="720074" y="164143"/>
                  </a:cubicBezTo>
                  <a:cubicBezTo>
                    <a:pt x="720208" y="163269"/>
                    <a:pt x="720074" y="161519"/>
                    <a:pt x="720074" y="161519"/>
                  </a:cubicBezTo>
                  <a:lnTo>
                    <a:pt x="720646" y="155565"/>
                  </a:lnTo>
                  <a:lnTo>
                    <a:pt x="720074" y="151797"/>
                  </a:lnTo>
                  <a:lnTo>
                    <a:pt x="720074" y="148602"/>
                  </a:lnTo>
                  <a:lnTo>
                    <a:pt x="718761" y="144094"/>
                  </a:lnTo>
                  <a:lnTo>
                    <a:pt x="717011" y="143219"/>
                  </a:lnTo>
                  <a:lnTo>
                    <a:pt x="713107" y="142076"/>
                  </a:lnTo>
                  <a:cubicBezTo>
                    <a:pt x="713107" y="142076"/>
                    <a:pt x="709338" y="141504"/>
                    <a:pt x="708765" y="141504"/>
                  </a:cubicBezTo>
                  <a:cubicBezTo>
                    <a:pt x="708193" y="141504"/>
                    <a:pt x="705299" y="142244"/>
                    <a:pt x="705299" y="142244"/>
                  </a:cubicBezTo>
                  <a:lnTo>
                    <a:pt x="702539" y="142244"/>
                  </a:lnTo>
                  <a:cubicBezTo>
                    <a:pt x="702539" y="142244"/>
                    <a:pt x="701395" y="143118"/>
                    <a:pt x="700352" y="143993"/>
                  </a:cubicBezTo>
                  <a:cubicBezTo>
                    <a:pt x="699342" y="144868"/>
                    <a:pt x="700352" y="143690"/>
                    <a:pt x="699208" y="145170"/>
                  </a:cubicBezTo>
                  <a:cubicBezTo>
                    <a:pt x="698063" y="146617"/>
                    <a:pt x="697895" y="146314"/>
                    <a:pt x="697054" y="147626"/>
                  </a:cubicBezTo>
                  <a:cubicBezTo>
                    <a:pt x="696179" y="148938"/>
                    <a:pt x="693587" y="149813"/>
                    <a:pt x="693587" y="149813"/>
                  </a:cubicBezTo>
                  <a:lnTo>
                    <a:pt x="690693" y="151562"/>
                  </a:lnTo>
                  <a:cubicBezTo>
                    <a:pt x="690693" y="151562"/>
                    <a:pt x="689549" y="151562"/>
                    <a:pt x="688068" y="154589"/>
                  </a:cubicBezTo>
                  <a:cubicBezTo>
                    <a:pt x="686621" y="157617"/>
                    <a:pt x="687799" y="157348"/>
                    <a:pt x="688203" y="159501"/>
                  </a:cubicBezTo>
                  <a:cubicBezTo>
                    <a:pt x="688640" y="161687"/>
                    <a:pt x="688068" y="161519"/>
                    <a:pt x="688068" y="162091"/>
                  </a:cubicBezTo>
                  <a:cubicBezTo>
                    <a:pt x="688068" y="162663"/>
                    <a:pt x="687058" y="163975"/>
                    <a:pt x="685746" y="166565"/>
                  </a:cubicBezTo>
                  <a:cubicBezTo>
                    <a:pt x="684433" y="169189"/>
                    <a:pt x="681977" y="167742"/>
                    <a:pt x="680529" y="167742"/>
                  </a:cubicBezTo>
                  <a:cubicBezTo>
                    <a:pt x="679082" y="167742"/>
                    <a:pt x="677063" y="166565"/>
                    <a:pt x="675178" y="165724"/>
                  </a:cubicBezTo>
                  <a:cubicBezTo>
                    <a:pt x="673294" y="164849"/>
                    <a:pt x="673597" y="163975"/>
                    <a:pt x="672284" y="162394"/>
                  </a:cubicBezTo>
                  <a:cubicBezTo>
                    <a:pt x="670971" y="160813"/>
                    <a:pt x="671409" y="158929"/>
                    <a:pt x="671409" y="158929"/>
                  </a:cubicBezTo>
                  <a:cubicBezTo>
                    <a:pt x="671409" y="158929"/>
                    <a:pt x="671409" y="155901"/>
                    <a:pt x="671274" y="155027"/>
                  </a:cubicBezTo>
                  <a:cubicBezTo>
                    <a:pt x="671140" y="154152"/>
                    <a:pt x="670837" y="151999"/>
                    <a:pt x="670837" y="151999"/>
                  </a:cubicBezTo>
                  <a:lnTo>
                    <a:pt x="670702" y="148097"/>
                  </a:lnTo>
                  <a:lnTo>
                    <a:pt x="671005" y="143758"/>
                  </a:lnTo>
                  <a:lnTo>
                    <a:pt x="676087" y="137534"/>
                  </a:lnTo>
                  <a:cubicBezTo>
                    <a:pt x="676087" y="137534"/>
                    <a:pt x="676087" y="137534"/>
                    <a:pt x="676524" y="137400"/>
                  </a:cubicBezTo>
                  <a:cubicBezTo>
                    <a:pt x="676962" y="137265"/>
                    <a:pt x="676962" y="134809"/>
                    <a:pt x="677669" y="134069"/>
                  </a:cubicBezTo>
                  <a:cubicBezTo>
                    <a:pt x="678409" y="133363"/>
                    <a:pt x="680260" y="131883"/>
                    <a:pt x="681741" y="131311"/>
                  </a:cubicBezTo>
                  <a:cubicBezTo>
                    <a:pt x="683188" y="130739"/>
                    <a:pt x="683053" y="130167"/>
                    <a:pt x="683053" y="130167"/>
                  </a:cubicBezTo>
                  <a:lnTo>
                    <a:pt x="688842" y="128283"/>
                  </a:lnTo>
                  <a:cubicBezTo>
                    <a:pt x="688842" y="128283"/>
                    <a:pt x="688539" y="126265"/>
                    <a:pt x="688707" y="125828"/>
                  </a:cubicBezTo>
                  <a:cubicBezTo>
                    <a:pt x="688842" y="125390"/>
                    <a:pt x="688842" y="123237"/>
                    <a:pt x="688842" y="123237"/>
                  </a:cubicBezTo>
                  <a:lnTo>
                    <a:pt x="689145" y="121353"/>
                  </a:lnTo>
                  <a:lnTo>
                    <a:pt x="691030" y="118326"/>
                  </a:lnTo>
                  <a:cubicBezTo>
                    <a:pt x="691030" y="118326"/>
                    <a:pt x="691030" y="118326"/>
                    <a:pt x="691332" y="117889"/>
                  </a:cubicBezTo>
                  <a:cubicBezTo>
                    <a:pt x="691635" y="117451"/>
                    <a:pt x="694530" y="116442"/>
                    <a:pt x="695236" y="116005"/>
                  </a:cubicBezTo>
                  <a:cubicBezTo>
                    <a:pt x="695943" y="115568"/>
                    <a:pt x="696852" y="114558"/>
                    <a:pt x="697693" y="113684"/>
                  </a:cubicBezTo>
                  <a:cubicBezTo>
                    <a:pt x="698568" y="112809"/>
                    <a:pt x="699578" y="111800"/>
                    <a:pt x="699578" y="111800"/>
                  </a:cubicBezTo>
                  <a:lnTo>
                    <a:pt x="701765" y="111228"/>
                  </a:lnTo>
                  <a:cubicBezTo>
                    <a:pt x="701765" y="111228"/>
                    <a:pt x="704222" y="109781"/>
                    <a:pt x="704660" y="109647"/>
                  </a:cubicBezTo>
                  <a:cubicBezTo>
                    <a:pt x="705097" y="109512"/>
                    <a:pt x="706241" y="107628"/>
                    <a:pt x="706241" y="107628"/>
                  </a:cubicBezTo>
                  <a:lnTo>
                    <a:pt x="706814" y="106047"/>
                  </a:lnTo>
                  <a:lnTo>
                    <a:pt x="707823" y="101405"/>
                  </a:lnTo>
                  <a:lnTo>
                    <a:pt x="708530" y="95888"/>
                  </a:lnTo>
                  <a:lnTo>
                    <a:pt x="705636" y="85157"/>
                  </a:lnTo>
                  <a:lnTo>
                    <a:pt x="706208" y="80818"/>
                  </a:lnTo>
                  <a:lnTo>
                    <a:pt x="706645" y="77050"/>
                  </a:lnTo>
                  <a:cubicBezTo>
                    <a:pt x="706645" y="77050"/>
                    <a:pt x="708665" y="74460"/>
                    <a:pt x="708833" y="74022"/>
                  </a:cubicBezTo>
                  <a:cubicBezTo>
                    <a:pt x="708967" y="73585"/>
                    <a:pt x="710583" y="71399"/>
                    <a:pt x="710583" y="71399"/>
                  </a:cubicBezTo>
                  <a:lnTo>
                    <a:pt x="712468" y="69380"/>
                  </a:lnTo>
                  <a:lnTo>
                    <a:pt x="714790" y="67799"/>
                  </a:lnTo>
                  <a:lnTo>
                    <a:pt x="716371" y="67059"/>
                  </a:lnTo>
                  <a:lnTo>
                    <a:pt x="717987" y="66353"/>
                  </a:lnTo>
                  <a:lnTo>
                    <a:pt x="719434" y="64166"/>
                  </a:lnTo>
                  <a:lnTo>
                    <a:pt x="721891" y="61542"/>
                  </a:lnTo>
                  <a:cubicBezTo>
                    <a:pt x="721891" y="61542"/>
                    <a:pt x="721891" y="58077"/>
                    <a:pt x="721891" y="57472"/>
                  </a:cubicBezTo>
                  <a:cubicBezTo>
                    <a:pt x="721891" y="56900"/>
                    <a:pt x="720511" y="55891"/>
                    <a:pt x="719939" y="55722"/>
                  </a:cubicBezTo>
                  <a:cubicBezTo>
                    <a:pt x="719367" y="55588"/>
                    <a:pt x="717549" y="54579"/>
                    <a:pt x="717549" y="54579"/>
                  </a:cubicBezTo>
                  <a:cubicBezTo>
                    <a:pt x="717549" y="54579"/>
                    <a:pt x="715833" y="54142"/>
                    <a:pt x="715227" y="54007"/>
                  </a:cubicBezTo>
                  <a:cubicBezTo>
                    <a:pt x="714655" y="53872"/>
                    <a:pt x="713040" y="54007"/>
                    <a:pt x="712468" y="54007"/>
                  </a:cubicBezTo>
                  <a:cubicBezTo>
                    <a:pt x="711895" y="54007"/>
                    <a:pt x="710145" y="53872"/>
                    <a:pt x="710145" y="53872"/>
                  </a:cubicBezTo>
                  <a:cubicBezTo>
                    <a:pt x="710145" y="53872"/>
                    <a:pt x="706814" y="54175"/>
                    <a:pt x="706241" y="54310"/>
                  </a:cubicBezTo>
                  <a:cubicBezTo>
                    <a:pt x="705669" y="54444"/>
                    <a:pt x="704222" y="54747"/>
                    <a:pt x="704222" y="54747"/>
                  </a:cubicBezTo>
                  <a:cubicBezTo>
                    <a:pt x="704222" y="54747"/>
                    <a:pt x="702472" y="55622"/>
                    <a:pt x="701025" y="55891"/>
                  </a:cubicBezTo>
                  <a:cubicBezTo>
                    <a:pt x="699578" y="56193"/>
                    <a:pt x="698703" y="55151"/>
                    <a:pt x="698265" y="55016"/>
                  </a:cubicBezTo>
                  <a:cubicBezTo>
                    <a:pt x="697828" y="54881"/>
                    <a:pt x="696953" y="52560"/>
                    <a:pt x="696381" y="52392"/>
                  </a:cubicBezTo>
                  <a:cubicBezTo>
                    <a:pt x="695808" y="52258"/>
                    <a:pt x="694933" y="50206"/>
                    <a:pt x="694933" y="50206"/>
                  </a:cubicBezTo>
                  <a:lnTo>
                    <a:pt x="693789" y="48456"/>
                  </a:lnTo>
                  <a:lnTo>
                    <a:pt x="693520" y="44823"/>
                  </a:lnTo>
                  <a:cubicBezTo>
                    <a:pt x="693520" y="44823"/>
                    <a:pt x="694664" y="41056"/>
                    <a:pt x="695102" y="40484"/>
                  </a:cubicBezTo>
                  <a:cubicBezTo>
                    <a:pt x="695539" y="39912"/>
                    <a:pt x="696549" y="38600"/>
                    <a:pt x="697121" y="37591"/>
                  </a:cubicBezTo>
                  <a:cubicBezTo>
                    <a:pt x="697693" y="36582"/>
                    <a:pt x="697559" y="36413"/>
                    <a:pt x="698131" y="35572"/>
                  </a:cubicBezTo>
                  <a:cubicBezTo>
                    <a:pt x="698703" y="34698"/>
                    <a:pt x="700285" y="33251"/>
                    <a:pt x="700285" y="32511"/>
                  </a:cubicBezTo>
                  <a:cubicBezTo>
                    <a:pt x="700285" y="31805"/>
                    <a:pt x="700285" y="31637"/>
                    <a:pt x="700015" y="31065"/>
                  </a:cubicBezTo>
                  <a:cubicBezTo>
                    <a:pt x="699712" y="30493"/>
                    <a:pt x="699712" y="28474"/>
                    <a:pt x="699578" y="28037"/>
                  </a:cubicBezTo>
                  <a:cubicBezTo>
                    <a:pt x="699443" y="27600"/>
                    <a:pt x="699140" y="26153"/>
                    <a:pt x="699275" y="25279"/>
                  </a:cubicBezTo>
                  <a:cubicBezTo>
                    <a:pt x="699410" y="24404"/>
                    <a:pt x="700150" y="22251"/>
                    <a:pt x="700150" y="22251"/>
                  </a:cubicBezTo>
                  <a:lnTo>
                    <a:pt x="701025" y="18046"/>
                  </a:lnTo>
                  <a:lnTo>
                    <a:pt x="701025" y="14144"/>
                  </a:lnTo>
                  <a:cubicBezTo>
                    <a:pt x="701025" y="14144"/>
                    <a:pt x="700217" y="12126"/>
                    <a:pt x="699510" y="11957"/>
                  </a:cubicBezTo>
                  <a:cubicBezTo>
                    <a:pt x="698770" y="11823"/>
                    <a:pt x="697996" y="9367"/>
                    <a:pt x="696852" y="8930"/>
                  </a:cubicBezTo>
                  <a:cubicBezTo>
                    <a:pt x="695707" y="8493"/>
                    <a:pt x="693789" y="6306"/>
                    <a:pt x="693789" y="6306"/>
                  </a:cubicBezTo>
                  <a:cubicBezTo>
                    <a:pt x="693789" y="6306"/>
                    <a:pt x="690592" y="7046"/>
                    <a:pt x="690020" y="7181"/>
                  </a:cubicBezTo>
                  <a:cubicBezTo>
                    <a:pt x="689448" y="7315"/>
                    <a:pt x="688573" y="8324"/>
                    <a:pt x="688270" y="8930"/>
                  </a:cubicBezTo>
                  <a:cubicBezTo>
                    <a:pt x="687967" y="9502"/>
                    <a:pt x="684669" y="9064"/>
                    <a:pt x="684669" y="9064"/>
                  </a:cubicBezTo>
                  <a:lnTo>
                    <a:pt x="678712" y="6609"/>
                  </a:lnTo>
                  <a:cubicBezTo>
                    <a:pt x="678712" y="6609"/>
                    <a:pt x="677399" y="4859"/>
                    <a:pt x="676524" y="4590"/>
                  </a:cubicBezTo>
                  <a:cubicBezTo>
                    <a:pt x="675649" y="4288"/>
                    <a:pt x="673495" y="2572"/>
                    <a:pt x="673495" y="2572"/>
                  </a:cubicBezTo>
                  <a:cubicBezTo>
                    <a:pt x="673495" y="2572"/>
                    <a:pt x="671611" y="688"/>
                    <a:pt x="670601" y="116"/>
                  </a:cubicBezTo>
                  <a:cubicBezTo>
                    <a:pt x="669592" y="-456"/>
                    <a:pt x="669289" y="1260"/>
                    <a:pt x="668582" y="1428"/>
                  </a:cubicBezTo>
                  <a:cubicBezTo>
                    <a:pt x="667875" y="1563"/>
                    <a:pt x="668582" y="1428"/>
                    <a:pt x="668010" y="2303"/>
                  </a:cubicBezTo>
                  <a:cubicBezTo>
                    <a:pt x="667438" y="3177"/>
                    <a:pt x="666697" y="3615"/>
                    <a:pt x="666697" y="4759"/>
                  </a:cubicBezTo>
                  <a:cubicBezTo>
                    <a:pt x="666697" y="5902"/>
                    <a:pt x="665822" y="6777"/>
                    <a:pt x="665519" y="8089"/>
                  </a:cubicBezTo>
                  <a:cubicBezTo>
                    <a:pt x="665216" y="9401"/>
                    <a:pt x="664947" y="9535"/>
                    <a:pt x="664813" y="10107"/>
                  </a:cubicBezTo>
                  <a:cubicBezTo>
                    <a:pt x="664678" y="10679"/>
                    <a:pt x="663500" y="11856"/>
                    <a:pt x="663063" y="12294"/>
                  </a:cubicBezTo>
                  <a:cubicBezTo>
                    <a:pt x="662625" y="12731"/>
                    <a:pt x="661043" y="14178"/>
                    <a:pt x="659865" y="14312"/>
                  </a:cubicBezTo>
                  <a:cubicBezTo>
                    <a:pt x="658721" y="14447"/>
                    <a:pt x="654514" y="14749"/>
                    <a:pt x="654077" y="14615"/>
                  </a:cubicBezTo>
                  <a:cubicBezTo>
                    <a:pt x="653639" y="14480"/>
                    <a:pt x="652461" y="13740"/>
                    <a:pt x="651889" y="13606"/>
                  </a:cubicBezTo>
                  <a:cubicBezTo>
                    <a:pt x="651317" y="13471"/>
                    <a:pt x="646538" y="8257"/>
                    <a:pt x="646538" y="8257"/>
                  </a:cubicBezTo>
                  <a:lnTo>
                    <a:pt x="644519" y="6811"/>
                  </a:lnTo>
                  <a:lnTo>
                    <a:pt x="641322" y="6811"/>
                  </a:lnTo>
                  <a:lnTo>
                    <a:pt x="637687" y="8627"/>
                  </a:lnTo>
                  <a:lnTo>
                    <a:pt x="629711" y="9569"/>
                  </a:lnTo>
                  <a:cubicBezTo>
                    <a:pt x="629711" y="9569"/>
                    <a:pt x="628971" y="12462"/>
                    <a:pt x="628836" y="14346"/>
                  </a:cubicBezTo>
                  <a:cubicBezTo>
                    <a:pt x="628701" y="16230"/>
                    <a:pt x="627523" y="16936"/>
                    <a:pt x="627389" y="17811"/>
                  </a:cubicBezTo>
                  <a:cubicBezTo>
                    <a:pt x="627254" y="18685"/>
                    <a:pt x="624494" y="20266"/>
                    <a:pt x="623922" y="20838"/>
                  </a:cubicBezTo>
                  <a:cubicBezTo>
                    <a:pt x="623350" y="21410"/>
                    <a:pt x="621600" y="22722"/>
                    <a:pt x="620288" y="22857"/>
                  </a:cubicBezTo>
                  <a:cubicBezTo>
                    <a:pt x="618975" y="22991"/>
                    <a:pt x="618840" y="24741"/>
                    <a:pt x="617965" y="25480"/>
                  </a:cubicBezTo>
                  <a:cubicBezTo>
                    <a:pt x="617090" y="26221"/>
                    <a:pt x="616821" y="26221"/>
                    <a:pt x="616081" y="26490"/>
                  </a:cubicBezTo>
                  <a:cubicBezTo>
                    <a:pt x="615374" y="26792"/>
                    <a:pt x="614499" y="27633"/>
                    <a:pt x="613893" y="27936"/>
                  </a:cubicBezTo>
                  <a:cubicBezTo>
                    <a:pt x="613321" y="28239"/>
                    <a:pt x="612749" y="29248"/>
                    <a:pt x="612143" y="29685"/>
                  </a:cubicBezTo>
                  <a:cubicBezTo>
                    <a:pt x="611571" y="30123"/>
                    <a:pt x="610831" y="31267"/>
                    <a:pt x="610561" y="32444"/>
                  </a:cubicBezTo>
                  <a:cubicBezTo>
                    <a:pt x="610259" y="33588"/>
                    <a:pt x="609686" y="35202"/>
                    <a:pt x="609686" y="35640"/>
                  </a:cubicBezTo>
                  <a:cubicBezTo>
                    <a:pt x="609686" y="36077"/>
                    <a:pt x="608239" y="37658"/>
                    <a:pt x="608239" y="38095"/>
                  </a:cubicBezTo>
                  <a:cubicBezTo>
                    <a:pt x="608239" y="38533"/>
                    <a:pt x="607667" y="41998"/>
                    <a:pt x="607364" y="43007"/>
                  </a:cubicBezTo>
                  <a:cubicBezTo>
                    <a:pt x="607061" y="44016"/>
                    <a:pt x="605648" y="45328"/>
                    <a:pt x="605648" y="45328"/>
                  </a:cubicBezTo>
                  <a:cubicBezTo>
                    <a:pt x="605648" y="45328"/>
                    <a:pt x="603629" y="45900"/>
                    <a:pt x="602451" y="45631"/>
                  </a:cubicBezTo>
                  <a:cubicBezTo>
                    <a:pt x="601306" y="45328"/>
                    <a:pt x="601004" y="43612"/>
                    <a:pt x="600566" y="43040"/>
                  </a:cubicBezTo>
                  <a:cubicBezTo>
                    <a:pt x="600129" y="42468"/>
                    <a:pt x="599556" y="41022"/>
                    <a:pt x="599388" y="40585"/>
                  </a:cubicBezTo>
                  <a:cubicBezTo>
                    <a:pt x="599220" y="40147"/>
                    <a:pt x="598076" y="38701"/>
                    <a:pt x="598076" y="38701"/>
                  </a:cubicBezTo>
                  <a:lnTo>
                    <a:pt x="594609" y="37254"/>
                  </a:lnTo>
                  <a:lnTo>
                    <a:pt x="592724" y="37389"/>
                  </a:lnTo>
                  <a:lnTo>
                    <a:pt x="591580" y="38970"/>
                  </a:lnTo>
                  <a:cubicBezTo>
                    <a:pt x="591580" y="38970"/>
                    <a:pt x="586667" y="41426"/>
                    <a:pt x="586061" y="41426"/>
                  </a:cubicBezTo>
                  <a:cubicBezTo>
                    <a:pt x="585489" y="41426"/>
                    <a:pt x="583873" y="38667"/>
                    <a:pt x="583604" y="38230"/>
                  </a:cubicBezTo>
                  <a:cubicBezTo>
                    <a:pt x="583301" y="37793"/>
                    <a:pt x="582729" y="33722"/>
                    <a:pt x="582729" y="33722"/>
                  </a:cubicBezTo>
                  <a:lnTo>
                    <a:pt x="582729" y="27062"/>
                  </a:lnTo>
                  <a:lnTo>
                    <a:pt x="574181" y="23866"/>
                  </a:lnTo>
                  <a:lnTo>
                    <a:pt x="571859" y="22857"/>
                  </a:lnTo>
                  <a:lnTo>
                    <a:pt x="567080" y="24606"/>
                  </a:lnTo>
                  <a:cubicBezTo>
                    <a:pt x="567080" y="24606"/>
                    <a:pt x="562301" y="28811"/>
                    <a:pt x="561863" y="29080"/>
                  </a:cubicBezTo>
                  <a:cubicBezTo>
                    <a:pt x="561426" y="29383"/>
                    <a:pt x="560685" y="29955"/>
                    <a:pt x="560281" y="31401"/>
                  </a:cubicBezTo>
                  <a:cubicBezTo>
                    <a:pt x="559844" y="32848"/>
                    <a:pt x="560113" y="36313"/>
                    <a:pt x="560281" y="37860"/>
                  </a:cubicBezTo>
                  <a:cubicBezTo>
                    <a:pt x="560416" y="39407"/>
                    <a:pt x="559272" y="40215"/>
                    <a:pt x="559272" y="40215"/>
                  </a:cubicBezTo>
                  <a:cubicBezTo>
                    <a:pt x="559272" y="40215"/>
                    <a:pt x="558128" y="41089"/>
                    <a:pt x="557690" y="41527"/>
                  </a:cubicBezTo>
                  <a:cubicBezTo>
                    <a:pt x="557253" y="41964"/>
                    <a:pt x="555671" y="43848"/>
                    <a:pt x="554055" y="45429"/>
                  </a:cubicBezTo>
                  <a:cubicBezTo>
                    <a:pt x="553752" y="45732"/>
                    <a:pt x="553618" y="45866"/>
                    <a:pt x="553483" y="46001"/>
                  </a:cubicBezTo>
                  <a:cubicBezTo>
                    <a:pt x="553248" y="46976"/>
                    <a:pt x="553517" y="50273"/>
                    <a:pt x="553887" y="50643"/>
                  </a:cubicBezTo>
                  <a:cubicBezTo>
                    <a:pt x="554325" y="51080"/>
                    <a:pt x="554156" y="51518"/>
                    <a:pt x="554156" y="51518"/>
                  </a:cubicBezTo>
                  <a:cubicBezTo>
                    <a:pt x="554156" y="51518"/>
                    <a:pt x="554291" y="52527"/>
                    <a:pt x="555334" y="53704"/>
                  </a:cubicBezTo>
                  <a:cubicBezTo>
                    <a:pt x="555704" y="54142"/>
                    <a:pt x="555906" y="54310"/>
                    <a:pt x="556007" y="54377"/>
                  </a:cubicBezTo>
                  <a:cubicBezTo>
                    <a:pt x="555806" y="54814"/>
                    <a:pt x="554964" y="56429"/>
                    <a:pt x="554459" y="57304"/>
                  </a:cubicBezTo>
                  <a:cubicBezTo>
                    <a:pt x="553887" y="58313"/>
                    <a:pt x="552877" y="57741"/>
                    <a:pt x="552272" y="58178"/>
                  </a:cubicBezTo>
                  <a:cubicBezTo>
                    <a:pt x="551700" y="58616"/>
                    <a:pt x="548940" y="58616"/>
                    <a:pt x="547190" y="58616"/>
                  </a:cubicBezTo>
                  <a:cubicBezTo>
                    <a:pt x="545440" y="58616"/>
                    <a:pt x="541401" y="57304"/>
                    <a:pt x="540829" y="57304"/>
                  </a:cubicBezTo>
                  <a:cubicBezTo>
                    <a:pt x="540257" y="57304"/>
                    <a:pt x="538069" y="53671"/>
                    <a:pt x="538069" y="53671"/>
                  </a:cubicBezTo>
                  <a:cubicBezTo>
                    <a:pt x="538069" y="53671"/>
                    <a:pt x="539517" y="51080"/>
                    <a:pt x="539954" y="50912"/>
                  </a:cubicBezTo>
                  <a:cubicBezTo>
                    <a:pt x="540392" y="50778"/>
                    <a:pt x="544868" y="47010"/>
                    <a:pt x="544868" y="47010"/>
                  </a:cubicBezTo>
                  <a:lnTo>
                    <a:pt x="543993" y="43680"/>
                  </a:lnTo>
                  <a:lnTo>
                    <a:pt x="538473" y="41493"/>
                  </a:lnTo>
                  <a:cubicBezTo>
                    <a:pt x="538473" y="41493"/>
                    <a:pt x="536454" y="39172"/>
                    <a:pt x="535848" y="39306"/>
                  </a:cubicBezTo>
                  <a:cubicBezTo>
                    <a:pt x="535276" y="39441"/>
                    <a:pt x="532819" y="41190"/>
                    <a:pt x="531507" y="41493"/>
                  </a:cubicBezTo>
                  <a:cubicBezTo>
                    <a:pt x="530194" y="41796"/>
                    <a:pt x="526997" y="41627"/>
                    <a:pt x="526997" y="41627"/>
                  </a:cubicBezTo>
                  <a:lnTo>
                    <a:pt x="524540" y="40753"/>
                  </a:lnTo>
                  <a:lnTo>
                    <a:pt x="523665" y="37995"/>
                  </a:lnTo>
                  <a:cubicBezTo>
                    <a:pt x="523665" y="37995"/>
                    <a:pt x="519761" y="37557"/>
                    <a:pt x="519189" y="37995"/>
                  </a:cubicBezTo>
                  <a:cubicBezTo>
                    <a:pt x="518617" y="38432"/>
                    <a:pt x="516598" y="37995"/>
                    <a:pt x="516598" y="37995"/>
                  </a:cubicBezTo>
                  <a:lnTo>
                    <a:pt x="514276" y="39138"/>
                  </a:lnTo>
                  <a:cubicBezTo>
                    <a:pt x="514276" y="39138"/>
                    <a:pt x="513973" y="45227"/>
                    <a:pt x="513973" y="46371"/>
                  </a:cubicBezTo>
                  <a:cubicBezTo>
                    <a:pt x="513973" y="47548"/>
                    <a:pt x="512357" y="48557"/>
                    <a:pt x="511785" y="49129"/>
                  </a:cubicBezTo>
                  <a:cubicBezTo>
                    <a:pt x="511213" y="49701"/>
                    <a:pt x="510170" y="50878"/>
                    <a:pt x="508891" y="52325"/>
                  </a:cubicBezTo>
                  <a:cubicBezTo>
                    <a:pt x="507578" y="53772"/>
                    <a:pt x="507006" y="55218"/>
                    <a:pt x="506737" y="55790"/>
                  </a:cubicBezTo>
                  <a:cubicBezTo>
                    <a:pt x="506434" y="56362"/>
                    <a:pt x="505727" y="58111"/>
                    <a:pt x="505593" y="58986"/>
                  </a:cubicBezTo>
                  <a:cubicBezTo>
                    <a:pt x="505458" y="59860"/>
                    <a:pt x="505155" y="60432"/>
                    <a:pt x="505021" y="60869"/>
                  </a:cubicBezTo>
                  <a:cubicBezTo>
                    <a:pt x="504886" y="61307"/>
                    <a:pt x="503136" y="62181"/>
                    <a:pt x="502698" y="62181"/>
                  </a:cubicBezTo>
                  <a:cubicBezTo>
                    <a:pt x="502261" y="62181"/>
                    <a:pt x="501386" y="63056"/>
                    <a:pt x="501386" y="64065"/>
                  </a:cubicBezTo>
                  <a:cubicBezTo>
                    <a:pt x="501386" y="65074"/>
                    <a:pt x="501689" y="64940"/>
                    <a:pt x="501689" y="64940"/>
                  </a:cubicBezTo>
                  <a:cubicBezTo>
                    <a:pt x="501689" y="64940"/>
                    <a:pt x="502698" y="66824"/>
                    <a:pt x="503439" y="66958"/>
                  </a:cubicBezTo>
                  <a:cubicBezTo>
                    <a:pt x="504146" y="67093"/>
                    <a:pt x="503574" y="67967"/>
                    <a:pt x="503574" y="67967"/>
                  </a:cubicBezTo>
                  <a:lnTo>
                    <a:pt x="503708" y="70154"/>
                  </a:lnTo>
                  <a:lnTo>
                    <a:pt x="502698" y="70591"/>
                  </a:lnTo>
                  <a:lnTo>
                    <a:pt x="501386" y="73350"/>
                  </a:lnTo>
                  <a:cubicBezTo>
                    <a:pt x="501386" y="73350"/>
                    <a:pt x="499198" y="73787"/>
                    <a:pt x="498357" y="73787"/>
                  </a:cubicBezTo>
                  <a:cubicBezTo>
                    <a:pt x="497482" y="73787"/>
                    <a:pt x="495900" y="73484"/>
                    <a:pt x="494722" y="73215"/>
                  </a:cubicBezTo>
                  <a:cubicBezTo>
                    <a:pt x="493578" y="72912"/>
                    <a:pt x="492266" y="72778"/>
                    <a:pt x="491088" y="72778"/>
                  </a:cubicBezTo>
                  <a:cubicBezTo>
                    <a:pt x="489943" y="72778"/>
                    <a:pt x="489371" y="72206"/>
                    <a:pt x="488765" y="72038"/>
                  </a:cubicBezTo>
                  <a:cubicBezTo>
                    <a:pt x="488193" y="71903"/>
                    <a:pt x="486881" y="71028"/>
                    <a:pt x="486881" y="71028"/>
                  </a:cubicBezTo>
                  <a:lnTo>
                    <a:pt x="484996" y="69145"/>
                  </a:lnTo>
                  <a:lnTo>
                    <a:pt x="482809" y="66386"/>
                  </a:lnTo>
                  <a:lnTo>
                    <a:pt x="482102" y="64940"/>
                  </a:lnTo>
                  <a:lnTo>
                    <a:pt x="480924" y="64065"/>
                  </a:lnTo>
                  <a:cubicBezTo>
                    <a:pt x="480924" y="64065"/>
                    <a:pt x="479174" y="64065"/>
                    <a:pt x="478770" y="64065"/>
                  </a:cubicBezTo>
                  <a:cubicBezTo>
                    <a:pt x="478333" y="64065"/>
                    <a:pt x="477323" y="64368"/>
                    <a:pt x="476717" y="64637"/>
                  </a:cubicBezTo>
                  <a:cubicBezTo>
                    <a:pt x="476145" y="64940"/>
                    <a:pt x="476010" y="65209"/>
                    <a:pt x="475135" y="65512"/>
                  </a:cubicBezTo>
                  <a:cubicBezTo>
                    <a:pt x="474260" y="65814"/>
                    <a:pt x="473251" y="66655"/>
                    <a:pt x="472376" y="67261"/>
                  </a:cubicBezTo>
                  <a:cubicBezTo>
                    <a:pt x="471501" y="67833"/>
                    <a:pt x="470929" y="68136"/>
                    <a:pt x="470929" y="68136"/>
                  </a:cubicBezTo>
                  <a:cubicBezTo>
                    <a:pt x="470929" y="68136"/>
                    <a:pt x="467159" y="70154"/>
                    <a:pt x="466587" y="70457"/>
                  </a:cubicBezTo>
                  <a:cubicBezTo>
                    <a:pt x="466015" y="70760"/>
                    <a:pt x="465005" y="71601"/>
                    <a:pt x="464433" y="71769"/>
                  </a:cubicBezTo>
                  <a:cubicBezTo>
                    <a:pt x="463861" y="71903"/>
                    <a:pt x="463121" y="72340"/>
                    <a:pt x="462851" y="72778"/>
                  </a:cubicBezTo>
                  <a:cubicBezTo>
                    <a:pt x="462549" y="73215"/>
                    <a:pt x="461842" y="73652"/>
                    <a:pt x="461404" y="74090"/>
                  </a:cubicBezTo>
                  <a:cubicBezTo>
                    <a:pt x="460967" y="74527"/>
                    <a:pt x="460395" y="75233"/>
                    <a:pt x="459957" y="75402"/>
                  </a:cubicBezTo>
                  <a:cubicBezTo>
                    <a:pt x="459520" y="75536"/>
                    <a:pt x="459217" y="77151"/>
                    <a:pt x="459217" y="77151"/>
                  </a:cubicBezTo>
                  <a:lnTo>
                    <a:pt x="459217" y="78463"/>
                  </a:lnTo>
                  <a:lnTo>
                    <a:pt x="461034" y="79035"/>
                  </a:lnTo>
                  <a:lnTo>
                    <a:pt x="462986" y="78732"/>
                  </a:lnTo>
                  <a:cubicBezTo>
                    <a:pt x="462986" y="78732"/>
                    <a:pt x="465746" y="77857"/>
                    <a:pt x="466621" y="77857"/>
                  </a:cubicBezTo>
                  <a:cubicBezTo>
                    <a:pt x="467496" y="77857"/>
                    <a:pt x="470255" y="78564"/>
                    <a:pt x="470828" y="78867"/>
                  </a:cubicBezTo>
                  <a:cubicBezTo>
                    <a:pt x="471400" y="79169"/>
                    <a:pt x="471703" y="81457"/>
                    <a:pt x="471703" y="81457"/>
                  </a:cubicBezTo>
                  <a:lnTo>
                    <a:pt x="471837" y="84484"/>
                  </a:lnTo>
                  <a:cubicBezTo>
                    <a:pt x="471837" y="84484"/>
                    <a:pt x="471097" y="87243"/>
                    <a:pt x="470659" y="88689"/>
                  </a:cubicBezTo>
                  <a:cubicBezTo>
                    <a:pt x="470222" y="90136"/>
                    <a:pt x="469347" y="91448"/>
                    <a:pt x="468909" y="91717"/>
                  </a:cubicBezTo>
                  <a:cubicBezTo>
                    <a:pt x="468472" y="92020"/>
                    <a:pt x="467765" y="92289"/>
                    <a:pt x="467765" y="92289"/>
                  </a:cubicBezTo>
                  <a:cubicBezTo>
                    <a:pt x="467765" y="92289"/>
                    <a:pt x="464568" y="95485"/>
                    <a:pt x="463861" y="96494"/>
                  </a:cubicBezTo>
                  <a:cubicBezTo>
                    <a:pt x="463121" y="97503"/>
                    <a:pt x="459351" y="96628"/>
                    <a:pt x="458510" y="96931"/>
                  </a:cubicBezTo>
                  <a:cubicBezTo>
                    <a:pt x="457635" y="97234"/>
                    <a:pt x="454034" y="96797"/>
                    <a:pt x="454034" y="96797"/>
                  </a:cubicBezTo>
                  <a:cubicBezTo>
                    <a:pt x="454034" y="96797"/>
                    <a:pt x="449524" y="93163"/>
                    <a:pt x="449390" y="92322"/>
                  </a:cubicBezTo>
                  <a:cubicBezTo>
                    <a:pt x="449255" y="91448"/>
                    <a:pt x="449524" y="88252"/>
                    <a:pt x="449524" y="88252"/>
                  </a:cubicBezTo>
                  <a:lnTo>
                    <a:pt x="448212" y="85796"/>
                  </a:lnTo>
                  <a:lnTo>
                    <a:pt x="445317" y="84484"/>
                  </a:lnTo>
                  <a:lnTo>
                    <a:pt x="443433" y="85359"/>
                  </a:lnTo>
                  <a:cubicBezTo>
                    <a:pt x="443433" y="85359"/>
                    <a:pt x="442726" y="85796"/>
                    <a:pt x="442120" y="86099"/>
                  </a:cubicBezTo>
                  <a:cubicBezTo>
                    <a:pt x="441548" y="86402"/>
                    <a:pt x="436904" y="91448"/>
                    <a:pt x="436769" y="92020"/>
                  </a:cubicBezTo>
                  <a:cubicBezTo>
                    <a:pt x="436635" y="92592"/>
                    <a:pt x="436635" y="95922"/>
                    <a:pt x="436635" y="95922"/>
                  </a:cubicBezTo>
                  <a:lnTo>
                    <a:pt x="433875" y="98243"/>
                  </a:lnTo>
                  <a:cubicBezTo>
                    <a:pt x="433875" y="98243"/>
                    <a:pt x="432125" y="99690"/>
                    <a:pt x="431687" y="100261"/>
                  </a:cubicBezTo>
                  <a:cubicBezTo>
                    <a:pt x="431250" y="100833"/>
                    <a:pt x="430375" y="101842"/>
                    <a:pt x="429937" y="102448"/>
                  </a:cubicBezTo>
                  <a:cubicBezTo>
                    <a:pt x="429500" y="103020"/>
                    <a:pt x="429634" y="106653"/>
                    <a:pt x="429634" y="106653"/>
                  </a:cubicBezTo>
                  <a:lnTo>
                    <a:pt x="429634" y="109714"/>
                  </a:lnTo>
                  <a:lnTo>
                    <a:pt x="429769" y="112035"/>
                  </a:lnTo>
                  <a:lnTo>
                    <a:pt x="429197" y="115803"/>
                  </a:lnTo>
                  <a:lnTo>
                    <a:pt x="428322" y="118427"/>
                  </a:lnTo>
                  <a:lnTo>
                    <a:pt x="425562" y="118999"/>
                  </a:lnTo>
                  <a:lnTo>
                    <a:pt x="424250" y="118427"/>
                  </a:lnTo>
                  <a:lnTo>
                    <a:pt x="421793" y="114659"/>
                  </a:lnTo>
                  <a:lnTo>
                    <a:pt x="420783" y="111463"/>
                  </a:lnTo>
                  <a:cubicBezTo>
                    <a:pt x="420783" y="111463"/>
                    <a:pt x="417889" y="109714"/>
                    <a:pt x="417149" y="109580"/>
                  </a:cubicBezTo>
                  <a:cubicBezTo>
                    <a:pt x="416442" y="109445"/>
                    <a:pt x="414389" y="106821"/>
                    <a:pt x="414389" y="106821"/>
                  </a:cubicBezTo>
                  <a:lnTo>
                    <a:pt x="408735" y="102919"/>
                  </a:lnTo>
                  <a:lnTo>
                    <a:pt x="403216" y="99017"/>
                  </a:lnTo>
                  <a:lnTo>
                    <a:pt x="398302" y="96258"/>
                  </a:lnTo>
                  <a:lnTo>
                    <a:pt x="390898" y="99454"/>
                  </a:lnTo>
                  <a:lnTo>
                    <a:pt x="385681" y="103962"/>
                  </a:lnTo>
                  <a:lnTo>
                    <a:pt x="382484" y="108739"/>
                  </a:lnTo>
                  <a:lnTo>
                    <a:pt x="381172" y="110925"/>
                  </a:lnTo>
                  <a:cubicBezTo>
                    <a:pt x="381172" y="110925"/>
                    <a:pt x="379994" y="115130"/>
                    <a:pt x="379994" y="116005"/>
                  </a:cubicBezTo>
                  <a:cubicBezTo>
                    <a:pt x="379994" y="116879"/>
                    <a:pt x="380129" y="119772"/>
                    <a:pt x="380129" y="119772"/>
                  </a:cubicBezTo>
                  <a:cubicBezTo>
                    <a:pt x="380129" y="119772"/>
                    <a:pt x="381138" y="123237"/>
                    <a:pt x="381138" y="124280"/>
                  </a:cubicBezTo>
                  <a:cubicBezTo>
                    <a:pt x="381138" y="125289"/>
                    <a:pt x="380701" y="127308"/>
                    <a:pt x="380263" y="127913"/>
                  </a:cubicBezTo>
                  <a:cubicBezTo>
                    <a:pt x="379826" y="128485"/>
                    <a:pt x="378076" y="130672"/>
                    <a:pt x="376359" y="131378"/>
                  </a:cubicBezTo>
                  <a:cubicBezTo>
                    <a:pt x="374609" y="132085"/>
                    <a:pt x="373465" y="134406"/>
                    <a:pt x="373027" y="134574"/>
                  </a:cubicBezTo>
                  <a:cubicBezTo>
                    <a:pt x="372590" y="134708"/>
                    <a:pt x="370571" y="136155"/>
                    <a:pt x="367373" y="136458"/>
                  </a:cubicBezTo>
                  <a:cubicBezTo>
                    <a:pt x="364176" y="136760"/>
                    <a:pt x="364176" y="137030"/>
                    <a:pt x="361585" y="137198"/>
                  </a:cubicBezTo>
                  <a:cubicBezTo>
                    <a:pt x="358960" y="137332"/>
                    <a:pt x="356368" y="138207"/>
                    <a:pt x="354921" y="138510"/>
                  </a:cubicBezTo>
                  <a:cubicBezTo>
                    <a:pt x="353474" y="138812"/>
                    <a:pt x="351892" y="139216"/>
                    <a:pt x="351455" y="139216"/>
                  </a:cubicBezTo>
                  <a:cubicBezTo>
                    <a:pt x="351017" y="139216"/>
                    <a:pt x="348695" y="138779"/>
                    <a:pt x="348258" y="138644"/>
                  </a:cubicBezTo>
                  <a:cubicBezTo>
                    <a:pt x="347820" y="138510"/>
                    <a:pt x="344488" y="137500"/>
                    <a:pt x="343613" y="137063"/>
                  </a:cubicBezTo>
                  <a:cubicBezTo>
                    <a:pt x="342738" y="136626"/>
                    <a:pt x="341022" y="136189"/>
                    <a:pt x="340281" y="135751"/>
                  </a:cubicBezTo>
                  <a:cubicBezTo>
                    <a:pt x="339575" y="135314"/>
                    <a:pt x="337690" y="131849"/>
                    <a:pt x="337690" y="131849"/>
                  </a:cubicBezTo>
                  <a:lnTo>
                    <a:pt x="336108" y="128216"/>
                  </a:lnTo>
                  <a:cubicBezTo>
                    <a:pt x="336108" y="128216"/>
                    <a:pt x="335536" y="124886"/>
                    <a:pt x="335233" y="124314"/>
                  </a:cubicBezTo>
                  <a:cubicBezTo>
                    <a:pt x="334930" y="123742"/>
                    <a:pt x="329579" y="121993"/>
                    <a:pt x="329579" y="121993"/>
                  </a:cubicBezTo>
                  <a:lnTo>
                    <a:pt x="328132" y="122867"/>
                  </a:lnTo>
                  <a:cubicBezTo>
                    <a:pt x="328132" y="122867"/>
                    <a:pt x="326550" y="125054"/>
                    <a:pt x="325541" y="125626"/>
                  </a:cubicBezTo>
                  <a:cubicBezTo>
                    <a:pt x="324531" y="126198"/>
                    <a:pt x="323353" y="127072"/>
                    <a:pt x="321637" y="127644"/>
                  </a:cubicBezTo>
                  <a:cubicBezTo>
                    <a:pt x="319887" y="128216"/>
                    <a:pt x="318743" y="128081"/>
                    <a:pt x="318743" y="128081"/>
                  </a:cubicBezTo>
                  <a:cubicBezTo>
                    <a:pt x="318743" y="128081"/>
                    <a:pt x="315714" y="128519"/>
                    <a:pt x="315108" y="128519"/>
                  </a:cubicBezTo>
                  <a:cubicBezTo>
                    <a:pt x="314536" y="128519"/>
                    <a:pt x="311473" y="127644"/>
                    <a:pt x="311473" y="127644"/>
                  </a:cubicBezTo>
                  <a:lnTo>
                    <a:pt x="308579" y="122733"/>
                  </a:lnTo>
                  <a:lnTo>
                    <a:pt x="308713" y="116779"/>
                  </a:lnTo>
                  <a:cubicBezTo>
                    <a:pt x="308713" y="116779"/>
                    <a:pt x="302319" y="111262"/>
                    <a:pt x="301747" y="111127"/>
                  </a:cubicBezTo>
                  <a:cubicBezTo>
                    <a:pt x="301175" y="110992"/>
                    <a:pt x="300872" y="105778"/>
                    <a:pt x="300569" y="105038"/>
                  </a:cubicBezTo>
                  <a:cubicBezTo>
                    <a:pt x="300266" y="104332"/>
                    <a:pt x="298819" y="100396"/>
                    <a:pt x="298112" y="99118"/>
                  </a:cubicBezTo>
                  <a:cubicBezTo>
                    <a:pt x="297406" y="97806"/>
                    <a:pt x="293906" y="94206"/>
                    <a:pt x="293199" y="93769"/>
                  </a:cubicBezTo>
                  <a:cubicBezTo>
                    <a:pt x="292458" y="93332"/>
                    <a:pt x="289732" y="90001"/>
                    <a:pt x="289732" y="90001"/>
                  </a:cubicBezTo>
                  <a:cubicBezTo>
                    <a:pt x="289732" y="90001"/>
                    <a:pt x="287713" y="89127"/>
                    <a:pt x="287107" y="89261"/>
                  </a:cubicBezTo>
                  <a:cubicBezTo>
                    <a:pt x="286535" y="89396"/>
                    <a:pt x="281016" y="89127"/>
                    <a:pt x="280578" y="89261"/>
                  </a:cubicBezTo>
                  <a:cubicBezTo>
                    <a:pt x="280141" y="89396"/>
                    <a:pt x="273612" y="92020"/>
                    <a:pt x="273612" y="92020"/>
                  </a:cubicBezTo>
                  <a:lnTo>
                    <a:pt x="268698" y="95350"/>
                  </a:lnTo>
                  <a:lnTo>
                    <a:pt x="266073" y="98680"/>
                  </a:lnTo>
                  <a:cubicBezTo>
                    <a:pt x="266073" y="98680"/>
                    <a:pt x="262607" y="101708"/>
                    <a:pt x="261563" y="102145"/>
                  </a:cubicBezTo>
                  <a:cubicBezTo>
                    <a:pt x="260554" y="102582"/>
                    <a:pt x="260823" y="104601"/>
                    <a:pt x="260823" y="106485"/>
                  </a:cubicBezTo>
                  <a:cubicBezTo>
                    <a:pt x="260823" y="108369"/>
                    <a:pt x="261563" y="109075"/>
                    <a:pt x="262573" y="110824"/>
                  </a:cubicBezTo>
                  <a:cubicBezTo>
                    <a:pt x="263583" y="112574"/>
                    <a:pt x="263011" y="111531"/>
                    <a:pt x="263885" y="113583"/>
                  </a:cubicBezTo>
                  <a:cubicBezTo>
                    <a:pt x="264761" y="115601"/>
                    <a:pt x="264020" y="116610"/>
                    <a:pt x="264020" y="118057"/>
                  </a:cubicBezTo>
                  <a:cubicBezTo>
                    <a:pt x="264020" y="119503"/>
                    <a:pt x="263717" y="121522"/>
                    <a:pt x="263583" y="122396"/>
                  </a:cubicBezTo>
                  <a:cubicBezTo>
                    <a:pt x="263448" y="123271"/>
                    <a:pt x="262270" y="124583"/>
                    <a:pt x="261261" y="125424"/>
                  </a:cubicBezTo>
                  <a:cubicBezTo>
                    <a:pt x="260251" y="126299"/>
                    <a:pt x="257491" y="129192"/>
                    <a:pt x="256044" y="130504"/>
                  </a:cubicBezTo>
                  <a:cubicBezTo>
                    <a:pt x="254597" y="131815"/>
                    <a:pt x="254597" y="131244"/>
                    <a:pt x="254597" y="131244"/>
                  </a:cubicBezTo>
                  <a:lnTo>
                    <a:pt x="252140" y="133262"/>
                  </a:lnTo>
                  <a:cubicBezTo>
                    <a:pt x="252140" y="133262"/>
                    <a:pt x="244164" y="133834"/>
                    <a:pt x="243592" y="134002"/>
                  </a:cubicBezTo>
                  <a:cubicBezTo>
                    <a:pt x="243020" y="134136"/>
                    <a:pt x="235919" y="135011"/>
                    <a:pt x="235481" y="135146"/>
                  </a:cubicBezTo>
                  <a:cubicBezTo>
                    <a:pt x="235044" y="135280"/>
                    <a:pt x="231274" y="135146"/>
                    <a:pt x="231274" y="135146"/>
                  </a:cubicBezTo>
                  <a:cubicBezTo>
                    <a:pt x="231274" y="135146"/>
                    <a:pt x="230130" y="136289"/>
                    <a:pt x="228952" y="136895"/>
                  </a:cubicBezTo>
                  <a:cubicBezTo>
                    <a:pt x="227808" y="137467"/>
                    <a:pt x="224476" y="139923"/>
                    <a:pt x="223298" y="140663"/>
                  </a:cubicBezTo>
                  <a:cubicBezTo>
                    <a:pt x="222154" y="141403"/>
                    <a:pt x="221413" y="142244"/>
                    <a:pt x="219966" y="142546"/>
                  </a:cubicBezTo>
                  <a:cubicBezTo>
                    <a:pt x="218519" y="142849"/>
                    <a:pt x="217375" y="143556"/>
                    <a:pt x="217375" y="143556"/>
                  </a:cubicBezTo>
                  <a:cubicBezTo>
                    <a:pt x="217375" y="143556"/>
                    <a:pt x="213606" y="144699"/>
                    <a:pt x="212731" y="145305"/>
                  </a:cubicBezTo>
                  <a:cubicBezTo>
                    <a:pt x="211856" y="145877"/>
                    <a:pt x="207649" y="147929"/>
                    <a:pt x="206639" y="148770"/>
                  </a:cubicBezTo>
                  <a:cubicBezTo>
                    <a:pt x="205629" y="149644"/>
                    <a:pt x="204317" y="150216"/>
                    <a:pt x="204317" y="150216"/>
                  </a:cubicBezTo>
                  <a:lnTo>
                    <a:pt x="201995" y="152672"/>
                  </a:lnTo>
                  <a:lnTo>
                    <a:pt x="198528" y="155128"/>
                  </a:lnTo>
                  <a:cubicBezTo>
                    <a:pt x="198528" y="155128"/>
                    <a:pt x="187961" y="155430"/>
                    <a:pt x="187086" y="155430"/>
                  </a:cubicBezTo>
                  <a:cubicBezTo>
                    <a:pt x="186211" y="155430"/>
                    <a:pt x="182879" y="155733"/>
                    <a:pt x="182307" y="156002"/>
                  </a:cubicBezTo>
                  <a:cubicBezTo>
                    <a:pt x="181735" y="156305"/>
                    <a:pt x="181163" y="156440"/>
                    <a:pt x="179985" y="157449"/>
                  </a:cubicBezTo>
                  <a:cubicBezTo>
                    <a:pt x="178841" y="158458"/>
                    <a:pt x="178403" y="160073"/>
                    <a:pt x="178538" y="161217"/>
                  </a:cubicBezTo>
                  <a:cubicBezTo>
                    <a:pt x="178672" y="162360"/>
                    <a:pt x="178538" y="161217"/>
                    <a:pt x="179985" y="162663"/>
                  </a:cubicBezTo>
                  <a:cubicBezTo>
                    <a:pt x="181432" y="164109"/>
                    <a:pt x="182744" y="164984"/>
                    <a:pt x="183889" y="166868"/>
                  </a:cubicBezTo>
                  <a:cubicBezTo>
                    <a:pt x="185033" y="168752"/>
                    <a:pt x="185201" y="171779"/>
                    <a:pt x="185201" y="172385"/>
                  </a:cubicBezTo>
                  <a:cubicBezTo>
                    <a:pt x="185201" y="172957"/>
                    <a:pt x="181163" y="174841"/>
                    <a:pt x="181163" y="174841"/>
                  </a:cubicBezTo>
                  <a:lnTo>
                    <a:pt x="177662" y="182241"/>
                  </a:lnTo>
                  <a:lnTo>
                    <a:pt x="175340" y="185000"/>
                  </a:lnTo>
                  <a:cubicBezTo>
                    <a:pt x="175340" y="185000"/>
                    <a:pt x="170561" y="191963"/>
                    <a:pt x="170124" y="192535"/>
                  </a:cubicBezTo>
                  <a:cubicBezTo>
                    <a:pt x="169686" y="193107"/>
                    <a:pt x="166085" y="193982"/>
                    <a:pt x="164907" y="193982"/>
                  </a:cubicBezTo>
                  <a:cubicBezTo>
                    <a:pt x="163730" y="193982"/>
                    <a:pt x="161273" y="193409"/>
                    <a:pt x="160398" y="193107"/>
                  </a:cubicBezTo>
                  <a:cubicBezTo>
                    <a:pt x="159523" y="192804"/>
                    <a:pt x="157369" y="191963"/>
                    <a:pt x="156628" y="191223"/>
                  </a:cubicBezTo>
                  <a:cubicBezTo>
                    <a:pt x="155922" y="190483"/>
                    <a:pt x="155181" y="187758"/>
                    <a:pt x="155181" y="187758"/>
                  </a:cubicBezTo>
                  <a:cubicBezTo>
                    <a:pt x="155181" y="187758"/>
                    <a:pt x="153600" y="183419"/>
                    <a:pt x="152994" y="183116"/>
                  </a:cubicBezTo>
                  <a:cubicBezTo>
                    <a:pt x="152422" y="182813"/>
                    <a:pt x="150974" y="182981"/>
                    <a:pt x="150974" y="182981"/>
                  </a:cubicBezTo>
                  <a:cubicBezTo>
                    <a:pt x="150974" y="182981"/>
                    <a:pt x="148652" y="183419"/>
                    <a:pt x="148080" y="183553"/>
                  </a:cubicBezTo>
                  <a:cubicBezTo>
                    <a:pt x="147508" y="183688"/>
                    <a:pt x="143739" y="184428"/>
                    <a:pt x="143301" y="184428"/>
                  </a:cubicBezTo>
                  <a:cubicBezTo>
                    <a:pt x="142864" y="184428"/>
                    <a:pt x="138960" y="184125"/>
                    <a:pt x="138219" y="184125"/>
                  </a:cubicBezTo>
                  <a:cubicBezTo>
                    <a:pt x="137513" y="184125"/>
                    <a:pt x="137075" y="182678"/>
                    <a:pt x="137075" y="182678"/>
                  </a:cubicBezTo>
                  <a:cubicBezTo>
                    <a:pt x="137075" y="182678"/>
                    <a:pt x="135763" y="180492"/>
                    <a:pt x="135190" y="180088"/>
                  </a:cubicBezTo>
                  <a:cubicBezTo>
                    <a:pt x="134618" y="179651"/>
                    <a:pt x="133878" y="179214"/>
                    <a:pt x="133878" y="179214"/>
                  </a:cubicBezTo>
                  <a:cubicBezTo>
                    <a:pt x="133878" y="179214"/>
                    <a:pt x="128661" y="175883"/>
                    <a:pt x="127786" y="175143"/>
                  </a:cubicBezTo>
                  <a:cubicBezTo>
                    <a:pt x="126912" y="174403"/>
                    <a:pt x="125902" y="174269"/>
                    <a:pt x="125902" y="174269"/>
                  </a:cubicBezTo>
                  <a:cubicBezTo>
                    <a:pt x="125902" y="174269"/>
                    <a:pt x="123142" y="174000"/>
                    <a:pt x="121695" y="174000"/>
                  </a:cubicBezTo>
                  <a:cubicBezTo>
                    <a:pt x="120248" y="174000"/>
                    <a:pt x="117051" y="173562"/>
                    <a:pt x="115906" y="172990"/>
                  </a:cubicBezTo>
                  <a:cubicBezTo>
                    <a:pt x="114762" y="172418"/>
                    <a:pt x="112877" y="171106"/>
                    <a:pt x="111868" y="170232"/>
                  </a:cubicBezTo>
                  <a:cubicBezTo>
                    <a:pt x="110858" y="169357"/>
                    <a:pt x="109849" y="167911"/>
                    <a:pt x="109849" y="167911"/>
                  </a:cubicBezTo>
                  <a:cubicBezTo>
                    <a:pt x="109849" y="167911"/>
                    <a:pt x="107392" y="164849"/>
                    <a:pt x="106820" y="164278"/>
                  </a:cubicBezTo>
                  <a:cubicBezTo>
                    <a:pt x="106248" y="163706"/>
                    <a:pt x="105507" y="162091"/>
                    <a:pt x="105238" y="161519"/>
                  </a:cubicBezTo>
                  <a:cubicBezTo>
                    <a:pt x="104935" y="160947"/>
                    <a:pt x="104800" y="157886"/>
                    <a:pt x="104800" y="157886"/>
                  </a:cubicBezTo>
                  <a:lnTo>
                    <a:pt x="105507" y="156742"/>
                  </a:lnTo>
                  <a:lnTo>
                    <a:pt x="106820" y="154118"/>
                  </a:lnTo>
                  <a:lnTo>
                    <a:pt x="105238" y="152672"/>
                  </a:lnTo>
                  <a:cubicBezTo>
                    <a:pt x="105238" y="152672"/>
                    <a:pt x="101771" y="152672"/>
                    <a:pt x="100762" y="152975"/>
                  </a:cubicBezTo>
                  <a:cubicBezTo>
                    <a:pt x="99752" y="153277"/>
                    <a:pt x="99012" y="153681"/>
                    <a:pt x="98574" y="154118"/>
                  </a:cubicBezTo>
                  <a:cubicBezTo>
                    <a:pt x="98137" y="154556"/>
                    <a:pt x="95108" y="155700"/>
                    <a:pt x="93795" y="155868"/>
                  </a:cubicBezTo>
                  <a:cubicBezTo>
                    <a:pt x="92483" y="156002"/>
                    <a:pt x="89454" y="156002"/>
                    <a:pt x="88579" y="156002"/>
                  </a:cubicBezTo>
                  <a:cubicBezTo>
                    <a:pt x="87704" y="156002"/>
                    <a:pt x="84810" y="154993"/>
                    <a:pt x="84810" y="154993"/>
                  </a:cubicBezTo>
                  <a:lnTo>
                    <a:pt x="84675" y="152235"/>
                  </a:lnTo>
                  <a:lnTo>
                    <a:pt x="84810" y="149207"/>
                  </a:lnTo>
                  <a:lnTo>
                    <a:pt x="84237" y="145742"/>
                  </a:lnTo>
                  <a:lnTo>
                    <a:pt x="81781" y="143152"/>
                  </a:lnTo>
                  <a:lnTo>
                    <a:pt x="78583" y="141403"/>
                  </a:lnTo>
                  <a:cubicBezTo>
                    <a:pt x="78583" y="141403"/>
                    <a:pt x="77574" y="142143"/>
                    <a:pt x="77439" y="142546"/>
                  </a:cubicBezTo>
                  <a:cubicBezTo>
                    <a:pt x="77304" y="142984"/>
                    <a:pt x="73232" y="146180"/>
                    <a:pt x="72795" y="146449"/>
                  </a:cubicBezTo>
                  <a:cubicBezTo>
                    <a:pt x="72357" y="146751"/>
                    <a:pt x="70775" y="148030"/>
                    <a:pt x="69901" y="148333"/>
                  </a:cubicBezTo>
                  <a:cubicBezTo>
                    <a:pt x="69026" y="148635"/>
                    <a:pt x="67309" y="150351"/>
                    <a:pt x="67309" y="150351"/>
                  </a:cubicBezTo>
                  <a:cubicBezTo>
                    <a:pt x="67309" y="150351"/>
                    <a:pt x="62396" y="151932"/>
                    <a:pt x="61083" y="152369"/>
                  </a:cubicBezTo>
                  <a:cubicBezTo>
                    <a:pt x="59771" y="152807"/>
                    <a:pt x="59064" y="153378"/>
                    <a:pt x="59064" y="153378"/>
                  </a:cubicBezTo>
                  <a:lnTo>
                    <a:pt x="60208" y="155700"/>
                  </a:lnTo>
                  <a:lnTo>
                    <a:pt x="62362" y="157449"/>
                  </a:lnTo>
                  <a:lnTo>
                    <a:pt x="62665" y="158155"/>
                  </a:lnTo>
                  <a:lnTo>
                    <a:pt x="59905" y="161923"/>
                  </a:lnTo>
                  <a:lnTo>
                    <a:pt x="51794" y="169895"/>
                  </a:lnTo>
                  <a:lnTo>
                    <a:pt x="50482" y="171577"/>
                  </a:lnTo>
                  <a:cubicBezTo>
                    <a:pt x="50482" y="171577"/>
                    <a:pt x="48092" y="173529"/>
                    <a:pt x="47722" y="173831"/>
                  </a:cubicBezTo>
                  <a:cubicBezTo>
                    <a:pt x="47352" y="174134"/>
                    <a:pt x="46477" y="175211"/>
                    <a:pt x="46477" y="175211"/>
                  </a:cubicBezTo>
                  <a:cubicBezTo>
                    <a:pt x="46477" y="175211"/>
                    <a:pt x="45333" y="177027"/>
                    <a:pt x="45232" y="177229"/>
                  </a:cubicBezTo>
                  <a:cubicBezTo>
                    <a:pt x="45164" y="177431"/>
                    <a:pt x="44491" y="179046"/>
                    <a:pt x="44491" y="179415"/>
                  </a:cubicBezTo>
                  <a:cubicBezTo>
                    <a:pt x="44491" y="179785"/>
                    <a:pt x="43785" y="183049"/>
                    <a:pt x="43785" y="183049"/>
                  </a:cubicBezTo>
                  <a:lnTo>
                    <a:pt x="42640" y="184125"/>
                  </a:lnTo>
                  <a:cubicBezTo>
                    <a:pt x="42640" y="184125"/>
                    <a:pt x="40991" y="184125"/>
                    <a:pt x="40015" y="184125"/>
                  </a:cubicBezTo>
                  <a:cubicBezTo>
                    <a:pt x="39073" y="184125"/>
                    <a:pt x="37929" y="184159"/>
                    <a:pt x="37323" y="184293"/>
                  </a:cubicBezTo>
                  <a:cubicBezTo>
                    <a:pt x="36751" y="184428"/>
                    <a:pt x="35135" y="184630"/>
                    <a:pt x="34630" y="184630"/>
                  </a:cubicBezTo>
                  <a:cubicBezTo>
                    <a:pt x="34126" y="184630"/>
                    <a:pt x="31130" y="185773"/>
                    <a:pt x="30861" y="186076"/>
                  </a:cubicBezTo>
                  <a:cubicBezTo>
                    <a:pt x="30558" y="186379"/>
                    <a:pt x="27900" y="187893"/>
                    <a:pt x="27529" y="188162"/>
                  </a:cubicBezTo>
                  <a:cubicBezTo>
                    <a:pt x="27159" y="188465"/>
                    <a:pt x="26082" y="188801"/>
                    <a:pt x="24770" y="188801"/>
                  </a:cubicBezTo>
                  <a:cubicBezTo>
                    <a:pt x="23457" y="188801"/>
                    <a:pt x="23828" y="188734"/>
                    <a:pt x="23525" y="188734"/>
                  </a:cubicBezTo>
                  <a:cubicBezTo>
                    <a:pt x="23222" y="188734"/>
                    <a:pt x="20327" y="185841"/>
                    <a:pt x="20327" y="185841"/>
                  </a:cubicBezTo>
                  <a:lnTo>
                    <a:pt x="17702" y="183452"/>
                  </a:lnTo>
                  <a:lnTo>
                    <a:pt x="14303" y="179113"/>
                  </a:lnTo>
                  <a:lnTo>
                    <a:pt x="12351" y="176926"/>
                  </a:lnTo>
                  <a:lnTo>
                    <a:pt x="10197" y="175850"/>
                  </a:lnTo>
                  <a:cubicBezTo>
                    <a:pt x="10197" y="175850"/>
                    <a:pt x="6798" y="176859"/>
                    <a:pt x="6058" y="177431"/>
                  </a:cubicBezTo>
                  <a:cubicBezTo>
                    <a:pt x="5351" y="178003"/>
                    <a:pt x="5183" y="177868"/>
                    <a:pt x="4745" y="178440"/>
                  </a:cubicBezTo>
                  <a:cubicBezTo>
                    <a:pt x="4308" y="179012"/>
                    <a:pt x="2423" y="179886"/>
                    <a:pt x="2423" y="179886"/>
                  </a:cubicBezTo>
                  <a:lnTo>
                    <a:pt x="1716" y="181467"/>
                  </a:lnTo>
                  <a:cubicBezTo>
                    <a:pt x="1716" y="181467"/>
                    <a:pt x="1716" y="184058"/>
                    <a:pt x="1716" y="184663"/>
                  </a:cubicBezTo>
                  <a:cubicBezTo>
                    <a:pt x="1716" y="185235"/>
                    <a:pt x="774" y="186850"/>
                    <a:pt x="639" y="187254"/>
                  </a:cubicBezTo>
                  <a:cubicBezTo>
                    <a:pt x="505" y="187691"/>
                    <a:pt x="0" y="190147"/>
                    <a:pt x="0" y="190147"/>
                  </a:cubicBezTo>
                  <a:cubicBezTo>
                    <a:pt x="0" y="190147"/>
                    <a:pt x="0" y="191728"/>
                    <a:pt x="0" y="192165"/>
                  </a:cubicBezTo>
                  <a:cubicBezTo>
                    <a:pt x="0" y="192602"/>
                    <a:pt x="1750" y="193611"/>
                    <a:pt x="1750" y="193611"/>
                  </a:cubicBezTo>
                  <a:lnTo>
                    <a:pt x="1750" y="195495"/>
                  </a:lnTo>
                  <a:lnTo>
                    <a:pt x="3500" y="198691"/>
                  </a:lnTo>
                  <a:cubicBezTo>
                    <a:pt x="3500" y="198691"/>
                    <a:pt x="2490" y="201012"/>
                    <a:pt x="2322" y="201584"/>
                  </a:cubicBezTo>
                  <a:cubicBezTo>
                    <a:pt x="2188" y="202156"/>
                    <a:pt x="3500" y="205486"/>
                    <a:pt x="3500" y="205486"/>
                  </a:cubicBezTo>
                  <a:cubicBezTo>
                    <a:pt x="3500" y="205486"/>
                    <a:pt x="5519" y="208514"/>
                    <a:pt x="5688" y="209119"/>
                  </a:cubicBezTo>
                  <a:cubicBezTo>
                    <a:pt x="5822" y="209691"/>
                    <a:pt x="7707" y="211743"/>
                    <a:pt x="7707" y="211743"/>
                  </a:cubicBezTo>
                  <a:lnTo>
                    <a:pt x="10904" y="214199"/>
                  </a:lnTo>
                  <a:lnTo>
                    <a:pt x="14539" y="217664"/>
                  </a:lnTo>
                  <a:lnTo>
                    <a:pt x="16693" y="222306"/>
                  </a:lnTo>
                  <a:lnTo>
                    <a:pt x="22649" y="223181"/>
                  </a:lnTo>
                  <a:lnTo>
                    <a:pt x="22649" y="215780"/>
                  </a:lnTo>
                  <a:lnTo>
                    <a:pt x="23726" y="211709"/>
                  </a:lnTo>
                  <a:lnTo>
                    <a:pt x="27698" y="208951"/>
                  </a:lnTo>
                  <a:cubicBezTo>
                    <a:pt x="27698" y="208951"/>
                    <a:pt x="29010" y="208077"/>
                    <a:pt x="31770" y="208379"/>
                  </a:cubicBezTo>
                  <a:cubicBezTo>
                    <a:pt x="34530" y="208682"/>
                    <a:pt x="34361" y="208077"/>
                    <a:pt x="35102" y="208379"/>
                  </a:cubicBezTo>
                  <a:cubicBezTo>
                    <a:pt x="35842" y="208682"/>
                    <a:pt x="37121" y="209086"/>
                    <a:pt x="37727" y="209523"/>
                  </a:cubicBezTo>
                  <a:cubicBezTo>
                    <a:pt x="38299" y="209927"/>
                    <a:pt x="40621" y="211575"/>
                    <a:pt x="41193" y="212147"/>
                  </a:cubicBezTo>
                  <a:cubicBezTo>
                    <a:pt x="41765" y="212719"/>
                    <a:pt x="42943" y="212281"/>
                    <a:pt x="43515" y="212281"/>
                  </a:cubicBezTo>
                  <a:cubicBezTo>
                    <a:pt x="44087" y="212281"/>
                    <a:pt x="47991" y="211272"/>
                    <a:pt x="47991" y="211272"/>
                  </a:cubicBezTo>
                  <a:lnTo>
                    <a:pt x="52333" y="211138"/>
                  </a:lnTo>
                  <a:cubicBezTo>
                    <a:pt x="52333" y="211138"/>
                    <a:pt x="58727" y="209254"/>
                    <a:pt x="59131" y="209557"/>
                  </a:cubicBezTo>
                  <a:cubicBezTo>
                    <a:pt x="59569" y="209859"/>
                    <a:pt x="64785" y="211878"/>
                    <a:pt x="64785" y="211878"/>
                  </a:cubicBezTo>
                  <a:lnTo>
                    <a:pt x="70001" y="214905"/>
                  </a:lnTo>
                  <a:lnTo>
                    <a:pt x="73636" y="220422"/>
                  </a:lnTo>
                  <a:lnTo>
                    <a:pt x="72929" y="224190"/>
                  </a:lnTo>
                  <a:lnTo>
                    <a:pt x="72627" y="229976"/>
                  </a:lnTo>
                  <a:lnTo>
                    <a:pt x="74949" y="231725"/>
                  </a:lnTo>
                  <a:lnTo>
                    <a:pt x="75958" y="234046"/>
                  </a:lnTo>
                  <a:lnTo>
                    <a:pt x="75655" y="236367"/>
                  </a:lnTo>
                  <a:lnTo>
                    <a:pt x="74208" y="239126"/>
                  </a:lnTo>
                  <a:lnTo>
                    <a:pt x="72324" y="240135"/>
                  </a:lnTo>
                  <a:lnTo>
                    <a:pt x="71011" y="241279"/>
                  </a:lnTo>
                  <a:lnTo>
                    <a:pt x="69564" y="242860"/>
                  </a:lnTo>
                  <a:lnTo>
                    <a:pt x="67814" y="244004"/>
                  </a:lnTo>
                  <a:lnTo>
                    <a:pt x="67814" y="245719"/>
                  </a:lnTo>
                  <a:lnTo>
                    <a:pt x="69631" y="247469"/>
                  </a:lnTo>
                  <a:lnTo>
                    <a:pt x="73030" y="250227"/>
                  </a:lnTo>
                  <a:lnTo>
                    <a:pt x="76059" y="252548"/>
                  </a:lnTo>
                  <a:lnTo>
                    <a:pt x="79122" y="253557"/>
                  </a:lnTo>
                  <a:lnTo>
                    <a:pt x="83194" y="253557"/>
                  </a:lnTo>
                  <a:lnTo>
                    <a:pt x="87536" y="253625"/>
                  </a:lnTo>
                  <a:lnTo>
                    <a:pt x="90161" y="253995"/>
                  </a:lnTo>
                  <a:lnTo>
                    <a:pt x="92752" y="255441"/>
                  </a:lnTo>
                  <a:cubicBezTo>
                    <a:pt x="92752" y="255441"/>
                    <a:pt x="96219" y="258771"/>
                    <a:pt x="96656" y="258906"/>
                  </a:cubicBezTo>
                  <a:cubicBezTo>
                    <a:pt x="97093" y="259040"/>
                    <a:pt x="97800" y="260218"/>
                    <a:pt x="97800" y="260218"/>
                  </a:cubicBezTo>
                  <a:lnTo>
                    <a:pt x="100122" y="262539"/>
                  </a:lnTo>
                  <a:lnTo>
                    <a:pt x="102142" y="260218"/>
                  </a:lnTo>
                  <a:lnTo>
                    <a:pt x="103723" y="257459"/>
                  </a:lnTo>
                  <a:cubicBezTo>
                    <a:pt x="103723" y="257459"/>
                    <a:pt x="106180" y="255575"/>
                    <a:pt x="106348" y="255138"/>
                  </a:cubicBezTo>
                  <a:cubicBezTo>
                    <a:pt x="106483" y="254701"/>
                    <a:pt x="108805" y="251808"/>
                    <a:pt x="108805" y="251808"/>
                  </a:cubicBezTo>
                  <a:cubicBezTo>
                    <a:pt x="108805" y="251808"/>
                    <a:pt x="112002" y="250496"/>
                    <a:pt x="112440" y="250664"/>
                  </a:cubicBezTo>
                  <a:cubicBezTo>
                    <a:pt x="112877" y="250799"/>
                    <a:pt x="114762" y="251976"/>
                    <a:pt x="114762" y="251976"/>
                  </a:cubicBezTo>
                  <a:lnTo>
                    <a:pt x="117387" y="257056"/>
                  </a:lnTo>
                  <a:lnTo>
                    <a:pt x="119137" y="257056"/>
                  </a:lnTo>
                  <a:lnTo>
                    <a:pt x="122907" y="256114"/>
                  </a:lnTo>
                  <a:lnTo>
                    <a:pt x="126979" y="254869"/>
                  </a:lnTo>
                  <a:lnTo>
                    <a:pt x="131185" y="255172"/>
                  </a:lnTo>
                  <a:cubicBezTo>
                    <a:pt x="131185" y="255172"/>
                    <a:pt x="132633" y="255609"/>
                    <a:pt x="133945" y="255744"/>
                  </a:cubicBezTo>
                  <a:cubicBezTo>
                    <a:pt x="135258" y="255879"/>
                    <a:pt x="136402" y="258502"/>
                    <a:pt x="136402" y="258502"/>
                  </a:cubicBezTo>
                  <a:lnTo>
                    <a:pt x="138590" y="259209"/>
                  </a:lnTo>
                  <a:lnTo>
                    <a:pt x="141215" y="258637"/>
                  </a:lnTo>
                  <a:lnTo>
                    <a:pt x="142359" y="254869"/>
                  </a:lnTo>
                  <a:lnTo>
                    <a:pt x="143368" y="252851"/>
                  </a:lnTo>
                  <a:lnTo>
                    <a:pt x="144378" y="249958"/>
                  </a:lnTo>
                  <a:lnTo>
                    <a:pt x="147575" y="248377"/>
                  </a:lnTo>
                  <a:cubicBezTo>
                    <a:pt x="147575" y="248377"/>
                    <a:pt x="149460" y="247233"/>
                    <a:pt x="150200" y="246190"/>
                  </a:cubicBezTo>
                  <a:cubicBezTo>
                    <a:pt x="150907" y="245181"/>
                    <a:pt x="151648" y="246190"/>
                    <a:pt x="152220" y="246190"/>
                  </a:cubicBezTo>
                  <a:cubicBezTo>
                    <a:pt x="152792" y="246190"/>
                    <a:pt x="154845" y="247771"/>
                    <a:pt x="156292" y="248949"/>
                  </a:cubicBezTo>
                  <a:cubicBezTo>
                    <a:pt x="157739" y="250092"/>
                    <a:pt x="157604" y="252414"/>
                    <a:pt x="157604" y="252414"/>
                  </a:cubicBezTo>
                  <a:lnTo>
                    <a:pt x="159354" y="256753"/>
                  </a:lnTo>
                  <a:lnTo>
                    <a:pt x="162552" y="260958"/>
                  </a:lnTo>
                  <a:lnTo>
                    <a:pt x="165008" y="262404"/>
                  </a:lnTo>
                  <a:lnTo>
                    <a:pt x="165883" y="264591"/>
                  </a:lnTo>
                  <a:lnTo>
                    <a:pt x="165446" y="267619"/>
                  </a:lnTo>
                  <a:lnTo>
                    <a:pt x="164739" y="270074"/>
                  </a:lnTo>
                  <a:lnTo>
                    <a:pt x="165042" y="272967"/>
                  </a:lnTo>
                  <a:lnTo>
                    <a:pt x="167364" y="273674"/>
                  </a:lnTo>
                  <a:lnTo>
                    <a:pt x="171706" y="277139"/>
                  </a:lnTo>
                  <a:lnTo>
                    <a:pt x="174903" y="279897"/>
                  </a:lnTo>
                  <a:lnTo>
                    <a:pt x="173590" y="282218"/>
                  </a:lnTo>
                  <a:cubicBezTo>
                    <a:pt x="173590" y="282218"/>
                    <a:pt x="171403" y="285549"/>
                    <a:pt x="170831" y="286121"/>
                  </a:cubicBezTo>
                  <a:cubicBezTo>
                    <a:pt x="170259" y="286692"/>
                    <a:pt x="169821" y="289888"/>
                    <a:pt x="169821" y="289888"/>
                  </a:cubicBezTo>
                  <a:lnTo>
                    <a:pt x="170393" y="294227"/>
                  </a:lnTo>
                  <a:lnTo>
                    <a:pt x="170528" y="298298"/>
                  </a:lnTo>
                  <a:lnTo>
                    <a:pt x="167061" y="301326"/>
                  </a:lnTo>
                  <a:lnTo>
                    <a:pt x="167061" y="304219"/>
                  </a:lnTo>
                  <a:lnTo>
                    <a:pt x="167061" y="308289"/>
                  </a:lnTo>
                  <a:lnTo>
                    <a:pt x="167061" y="311047"/>
                  </a:lnTo>
                  <a:lnTo>
                    <a:pt x="166254" y="314950"/>
                  </a:lnTo>
                  <a:cubicBezTo>
                    <a:pt x="166254" y="314950"/>
                    <a:pt x="165177" y="316699"/>
                    <a:pt x="164436" y="316968"/>
                  </a:cubicBezTo>
                  <a:cubicBezTo>
                    <a:pt x="163730" y="317271"/>
                    <a:pt x="162114" y="319558"/>
                    <a:pt x="160801" y="320735"/>
                  </a:cubicBezTo>
                  <a:cubicBezTo>
                    <a:pt x="159489" y="321913"/>
                    <a:pt x="156898" y="323629"/>
                    <a:pt x="156898" y="323629"/>
                  </a:cubicBezTo>
                  <a:lnTo>
                    <a:pt x="154575" y="323326"/>
                  </a:lnTo>
                  <a:cubicBezTo>
                    <a:pt x="154575" y="323326"/>
                    <a:pt x="152825" y="322888"/>
                    <a:pt x="151681" y="322317"/>
                  </a:cubicBezTo>
                  <a:cubicBezTo>
                    <a:pt x="150537" y="321745"/>
                    <a:pt x="149225" y="320298"/>
                    <a:pt x="149225" y="320298"/>
                  </a:cubicBezTo>
                  <a:cubicBezTo>
                    <a:pt x="149225" y="320298"/>
                    <a:pt x="146465" y="317977"/>
                    <a:pt x="145893" y="317540"/>
                  </a:cubicBezTo>
                  <a:cubicBezTo>
                    <a:pt x="145320" y="317102"/>
                    <a:pt x="141854" y="316093"/>
                    <a:pt x="141854" y="316093"/>
                  </a:cubicBezTo>
                  <a:lnTo>
                    <a:pt x="140844" y="316093"/>
                  </a:lnTo>
                  <a:lnTo>
                    <a:pt x="139835" y="319424"/>
                  </a:lnTo>
                  <a:cubicBezTo>
                    <a:pt x="139835" y="319424"/>
                    <a:pt x="136200" y="322047"/>
                    <a:pt x="135628" y="322047"/>
                  </a:cubicBezTo>
                  <a:cubicBezTo>
                    <a:pt x="135056" y="322047"/>
                    <a:pt x="130546" y="325512"/>
                    <a:pt x="130546" y="325512"/>
                  </a:cubicBezTo>
                  <a:lnTo>
                    <a:pt x="124758" y="328271"/>
                  </a:lnTo>
                  <a:lnTo>
                    <a:pt x="120854" y="329415"/>
                  </a:lnTo>
                  <a:lnTo>
                    <a:pt x="119406" y="330558"/>
                  </a:lnTo>
                  <a:lnTo>
                    <a:pt x="118969" y="332880"/>
                  </a:lnTo>
                  <a:lnTo>
                    <a:pt x="120416" y="334629"/>
                  </a:lnTo>
                  <a:lnTo>
                    <a:pt x="121998" y="335773"/>
                  </a:lnTo>
                  <a:cubicBezTo>
                    <a:pt x="121998" y="335773"/>
                    <a:pt x="120685" y="338531"/>
                    <a:pt x="120248" y="338666"/>
                  </a:cubicBezTo>
                  <a:cubicBezTo>
                    <a:pt x="119810" y="338800"/>
                    <a:pt x="118229" y="338968"/>
                    <a:pt x="118229" y="338968"/>
                  </a:cubicBezTo>
                  <a:lnTo>
                    <a:pt x="117219" y="337219"/>
                  </a:lnTo>
                  <a:cubicBezTo>
                    <a:pt x="117219" y="337219"/>
                    <a:pt x="111430" y="338968"/>
                    <a:pt x="110252" y="339540"/>
                  </a:cubicBezTo>
                  <a:cubicBezTo>
                    <a:pt x="109108" y="340112"/>
                    <a:pt x="107358" y="344183"/>
                    <a:pt x="107358" y="344183"/>
                  </a:cubicBezTo>
                  <a:lnTo>
                    <a:pt x="103454" y="347950"/>
                  </a:lnTo>
                  <a:lnTo>
                    <a:pt x="99954" y="350541"/>
                  </a:lnTo>
                  <a:lnTo>
                    <a:pt x="96757" y="354308"/>
                  </a:lnTo>
                  <a:lnTo>
                    <a:pt x="95444" y="359387"/>
                  </a:lnTo>
                  <a:lnTo>
                    <a:pt x="97026" y="363727"/>
                  </a:lnTo>
                  <a:lnTo>
                    <a:pt x="99483" y="364736"/>
                  </a:lnTo>
                  <a:lnTo>
                    <a:pt x="100930" y="365611"/>
                  </a:lnTo>
                  <a:lnTo>
                    <a:pt x="100930" y="369816"/>
                  </a:lnTo>
                  <a:cubicBezTo>
                    <a:pt x="100930" y="369816"/>
                    <a:pt x="104397" y="371700"/>
                    <a:pt x="105002" y="371834"/>
                  </a:cubicBezTo>
                  <a:cubicBezTo>
                    <a:pt x="105574" y="371969"/>
                    <a:pt x="109209" y="372843"/>
                    <a:pt x="109647" y="372709"/>
                  </a:cubicBezTo>
                  <a:cubicBezTo>
                    <a:pt x="110084" y="372574"/>
                    <a:pt x="115873" y="374155"/>
                    <a:pt x="117623" y="374155"/>
                  </a:cubicBezTo>
                  <a:cubicBezTo>
                    <a:pt x="119373" y="374155"/>
                    <a:pt x="119642" y="375905"/>
                    <a:pt x="120214" y="376477"/>
                  </a:cubicBezTo>
                  <a:cubicBezTo>
                    <a:pt x="120786" y="377048"/>
                    <a:pt x="122671" y="378663"/>
                    <a:pt x="122671" y="378663"/>
                  </a:cubicBezTo>
                  <a:cubicBezTo>
                    <a:pt x="122671" y="378663"/>
                    <a:pt x="127012" y="383137"/>
                    <a:pt x="127450" y="383743"/>
                  </a:cubicBezTo>
                  <a:cubicBezTo>
                    <a:pt x="127887" y="384314"/>
                    <a:pt x="131926" y="385761"/>
                    <a:pt x="132532" y="385626"/>
                  </a:cubicBezTo>
                  <a:cubicBezTo>
                    <a:pt x="133138" y="385492"/>
                    <a:pt x="137748" y="386366"/>
                    <a:pt x="137748" y="386366"/>
                  </a:cubicBezTo>
                  <a:cubicBezTo>
                    <a:pt x="137748" y="386366"/>
                    <a:pt x="142830" y="388385"/>
                    <a:pt x="143402" y="388385"/>
                  </a:cubicBezTo>
                  <a:cubicBezTo>
                    <a:pt x="143974" y="388385"/>
                    <a:pt x="147744" y="387376"/>
                    <a:pt x="147744" y="387376"/>
                  </a:cubicBezTo>
                  <a:lnTo>
                    <a:pt x="153970" y="385626"/>
                  </a:lnTo>
                  <a:lnTo>
                    <a:pt x="161508" y="385626"/>
                  </a:lnTo>
                  <a:lnTo>
                    <a:pt x="164537" y="387006"/>
                  </a:lnTo>
                  <a:lnTo>
                    <a:pt x="168609" y="391412"/>
                  </a:lnTo>
                  <a:lnTo>
                    <a:pt x="174836" y="395483"/>
                  </a:lnTo>
                  <a:lnTo>
                    <a:pt x="181062" y="401404"/>
                  </a:lnTo>
                  <a:cubicBezTo>
                    <a:pt x="181062" y="401404"/>
                    <a:pt x="184393" y="401134"/>
                    <a:pt x="185841" y="399822"/>
                  </a:cubicBezTo>
                  <a:cubicBezTo>
                    <a:pt x="187288" y="398510"/>
                    <a:pt x="188735" y="396358"/>
                    <a:pt x="190620" y="395786"/>
                  </a:cubicBezTo>
                  <a:cubicBezTo>
                    <a:pt x="192504" y="395214"/>
                    <a:pt x="195398" y="395920"/>
                    <a:pt x="195398" y="395920"/>
                  </a:cubicBezTo>
                  <a:cubicBezTo>
                    <a:pt x="195398" y="395920"/>
                    <a:pt x="196846" y="395483"/>
                    <a:pt x="196980" y="394911"/>
                  </a:cubicBezTo>
                  <a:cubicBezTo>
                    <a:pt x="197115" y="394339"/>
                    <a:pt x="199168" y="390841"/>
                    <a:pt x="199168" y="390841"/>
                  </a:cubicBezTo>
                  <a:lnTo>
                    <a:pt x="202803" y="390841"/>
                  </a:lnTo>
                  <a:cubicBezTo>
                    <a:pt x="202803" y="390841"/>
                    <a:pt x="209601" y="392859"/>
                    <a:pt x="210207" y="392859"/>
                  </a:cubicBezTo>
                  <a:cubicBezTo>
                    <a:pt x="210779" y="392859"/>
                    <a:pt x="215995" y="394743"/>
                    <a:pt x="215995" y="394743"/>
                  </a:cubicBezTo>
                  <a:lnTo>
                    <a:pt x="221514" y="396492"/>
                  </a:lnTo>
                  <a:lnTo>
                    <a:pt x="224543" y="398948"/>
                  </a:lnTo>
                  <a:lnTo>
                    <a:pt x="229322" y="402884"/>
                  </a:lnTo>
                  <a:cubicBezTo>
                    <a:pt x="229322" y="402884"/>
                    <a:pt x="228447" y="409981"/>
                    <a:pt x="228010" y="410284"/>
                  </a:cubicBezTo>
                  <a:cubicBezTo>
                    <a:pt x="227572" y="410587"/>
                    <a:pt x="226697" y="411596"/>
                    <a:pt x="226125" y="411596"/>
                  </a:cubicBezTo>
                  <a:cubicBezTo>
                    <a:pt x="225553" y="411596"/>
                    <a:pt x="222793" y="415229"/>
                    <a:pt x="222221" y="416238"/>
                  </a:cubicBezTo>
                  <a:cubicBezTo>
                    <a:pt x="221649" y="417248"/>
                    <a:pt x="221514" y="420141"/>
                    <a:pt x="221514" y="420141"/>
                  </a:cubicBezTo>
                  <a:lnTo>
                    <a:pt x="221380" y="425052"/>
                  </a:lnTo>
                  <a:cubicBezTo>
                    <a:pt x="221380" y="425052"/>
                    <a:pt x="220067" y="427508"/>
                    <a:pt x="219058" y="427945"/>
                  </a:cubicBezTo>
                  <a:cubicBezTo>
                    <a:pt x="218048" y="428382"/>
                    <a:pt x="215591" y="429694"/>
                    <a:pt x="215591" y="429694"/>
                  </a:cubicBezTo>
                  <a:lnTo>
                    <a:pt x="211384" y="430569"/>
                  </a:lnTo>
                  <a:lnTo>
                    <a:pt x="207750" y="431713"/>
                  </a:lnTo>
                  <a:lnTo>
                    <a:pt x="207312" y="434034"/>
                  </a:lnTo>
                  <a:lnTo>
                    <a:pt x="206606" y="438104"/>
                  </a:lnTo>
                  <a:cubicBezTo>
                    <a:pt x="206606" y="438104"/>
                    <a:pt x="204586" y="441434"/>
                    <a:pt x="204014" y="442444"/>
                  </a:cubicBezTo>
                  <a:cubicBezTo>
                    <a:pt x="203442" y="443453"/>
                    <a:pt x="201995" y="447221"/>
                    <a:pt x="201995" y="448532"/>
                  </a:cubicBezTo>
                  <a:cubicBezTo>
                    <a:pt x="201995" y="449844"/>
                    <a:pt x="203004" y="451863"/>
                    <a:pt x="203004" y="451863"/>
                  </a:cubicBezTo>
                  <a:cubicBezTo>
                    <a:pt x="203004" y="451863"/>
                    <a:pt x="204317" y="454319"/>
                    <a:pt x="204755" y="454890"/>
                  </a:cubicBezTo>
                  <a:cubicBezTo>
                    <a:pt x="205192" y="455462"/>
                    <a:pt x="206774" y="456337"/>
                    <a:pt x="207952" y="456640"/>
                  </a:cubicBezTo>
                  <a:cubicBezTo>
                    <a:pt x="209130" y="456942"/>
                    <a:pt x="209971" y="458961"/>
                    <a:pt x="211418" y="460407"/>
                  </a:cubicBezTo>
                  <a:cubicBezTo>
                    <a:pt x="212865" y="461854"/>
                    <a:pt x="213437" y="464041"/>
                    <a:pt x="213740" y="465050"/>
                  </a:cubicBezTo>
                  <a:cubicBezTo>
                    <a:pt x="214043" y="466059"/>
                    <a:pt x="215490" y="468649"/>
                    <a:pt x="215759" y="469827"/>
                  </a:cubicBezTo>
                  <a:cubicBezTo>
                    <a:pt x="216062" y="470970"/>
                    <a:pt x="216466" y="475781"/>
                    <a:pt x="216466" y="476218"/>
                  </a:cubicBezTo>
                  <a:cubicBezTo>
                    <a:pt x="216466" y="476655"/>
                    <a:pt x="216601" y="481869"/>
                    <a:pt x="216601" y="482441"/>
                  </a:cubicBezTo>
                  <a:cubicBezTo>
                    <a:pt x="216601" y="483013"/>
                    <a:pt x="215726" y="489102"/>
                    <a:pt x="215726" y="489102"/>
                  </a:cubicBezTo>
                  <a:lnTo>
                    <a:pt x="215726" y="493744"/>
                  </a:lnTo>
                  <a:lnTo>
                    <a:pt x="222894" y="496335"/>
                  </a:lnTo>
                  <a:cubicBezTo>
                    <a:pt x="222894" y="496335"/>
                    <a:pt x="227471" y="497647"/>
                    <a:pt x="229188" y="497781"/>
                  </a:cubicBezTo>
                  <a:cubicBezTo>
                    <a:pt x="230938" y="497916"/>
                    <a:pt x="232520" y="502995"/>
                    <a:pt x="232520" y="502995"/>
                  </a:cubicBezTo>
                  <a:cubicBezTo>
                    <a:pt x="232520" y="502995"/>
                    <a:pt x="233832" y="502995"/>
                    <a:pt x="234842" y="502558"/>
                  </a:cubicBezTo>
                  <a:cubicBezTo>
                    <a:pt x="235851" y="502120"/>
                    <a:pt x="236726" y="500674"/>
                    <a:pt x="236861" y="500237"/>
                  </a:cubicBezTo>
                  <a:cubicBezTo>
                    <a:pt x="236996" y="499800"/>
                    <a:pt x="239183" y="498622"/>
                    <a:pt x="239183" y="498622"/>
                  </a:cubicBezTo>
                  <a:cubicBezTo>
                    <a:pt x="239183" y="498622"/>
                    <a:pt x="241943" y="498622"/>
                    <a:pt x="242515" y="498622"/>
                  </a:cubicBezTo>
                  <a:cubicBezTo>
                    <a:pt x="243087" y="498622"/>
                    <a:pt x="247731" y="500876"/>
                    <a:pt x="249044" y="501178"/>
                  </a:cubicBezTo>
                  <a:cubicBezTo>
                    <a:pt x="250356" y="501482"/>
                    <a:pt x="251063" y="502120"/>
                    <a:pt x="251938" y="502558"/>
                  </a:cubicBezTo>
                  <a:cubicBezTo>
                    <a:pt x="252813" y="502995"/>
                    <a:pt x="254126" y="506023"/>
                    <a:pt x="254126" y="507032"/>
                  </a:cubicBezTo>
                  <a:cubicBezTo>
                    <a:pt x="254126" y="508041"/>
                    <a:pt x="253419" y="508041"/>
                    <a:pt x="252679" y="508041"/>
                  </a:cubicBezTo>
                  <a:cubicBezTo>
                    <a:pt x="251938" y="508041"/>
                    <a:pt x="251366" y="509353"/>
                    <a:pt x="249784" y="510059"/>
                  </a:cubicBezTo>
                  <a:cubicBezTo>
                    <a:pt x="248169" y="510766"/>
                    <a:pt x="249784" y="513255"/>
                    <a:pt x="249784" y="513827"/>
                  </a:cubicBezTo>
                  <a:cubicBezTo>
                    <a:pt x="249784" y="514399"/>
                    <a:pt x="252847" y="518032"/>
                    <a:pt x="252847" y="518032"/>
                  </a:cubicBezTo>
                  <a:cubicBezTo>
                    <a:pt x="252847" y="518032"/>
                    <a:pt x="256885" y="519781"/>
                    <a:pt x="257491" y="520219"/>
                  </a:cubicBezTo>
                  <a:cubicBezTo>
                    <a:pt x="258063" y="520656"/>
                    <a:pt x="260251" y="522977"/>
                    <a:pt x="261126" y="523986"/>
                  </a:cubicBezTo>
                  <a:cubicBezTo>
                    <a:pt x="262001" y="524996"/>
                    <a:pt x="265333" y="527317"/>
                    <a:pt x="265333" y="527317"/>
                  </a:cubicBezTo>
                  <a:lnTo>
                    <a:pt x="269102" y="532094"/>
                  </a:lnTo>
                  <a:lnTo>
                    <a:pt x="271424" y="534247"/>
                  </a:lnTo>
                  <a:lnTo>
                    <a:pt x="271424" y="530647"/>
                  </a:lnTo>
                  <a:cubicBezTo>
                    <a:pt x="271424" y="530647"/>
                    <a:pt x="275631" y="528629"/>
                    <a:pt x="276068" y="528898"/>
                  </a:cubicBezTo>
                  <a:cubicBezTo>
                    <a:pt x="276506" y="529201"/>
                    <a:pt x="280275" y="532800"/>
                    <a:pt x="280275" y="532800"/>
                  </a:cubicBezTo>
                  <a:cubicBezTo>
                    <a:pt x="280275" y="532800"/>
                    <a:pt x="287377" y="538317"/>
                    <a:pt x="287377" y="538720"/>
                  </a:cubicBezTo>
                  <a:cubicBezTo>
                    <a:pt x="287377" y="539158"/>
                    <a:pt x="293333" y="539595"/>
                    <a:pt x="293333" y="539595"/>
                  </a:cubicBezTo>
                  <a:lnTo>
                    <a:pt x="295353" y="539292"/>
                  </a:lnTo>
                  <a:cubicBezTo>
                    <a:pt x="295353" y="539292"/>
                    <a:pt x="302151" y="538418"/>
                    <a:pt x="302891" y="538418"/>
                  </a:cubicBezTo>
                  <a:cubicBezTo>
                    <a:pt x="303598" y="538418"/>
                    <a:pt x="308411" y="540301"/>
                    <a:pt x="308411" y="540301"/>
                  </a:cubicBezTo>
                  <a:cubicBezTo>
                    <a:pt x="308411" y="540301"/>
                    <a:pt x="312887" y="544372"/>
                    <a:pt x="313190" y="544776"/>
                  </a:cubicBezTo>
                  <a:cubicBezTo>
                    <a:pt x="313493" y="545213"/>
                    <a:pt x="317968" y="546357"/>
                    <a:pt x="317968" y="546357"/>
                  </a:cubicBezTo>
                  <a:lnTo>
                    <a:pt x="320863" y="541580"/>
                  </a:lnTo>
                  <a:lnTo>
                    <a:pt x="323185" y="539999"/>
                  </a:lnTo>
                  <a:lnTo>
                    <a:pt x="331430" y="538552"/>
                  </a:lnTo>
                  <a:lnTo>
                    <a:pt x="336075" y="538552"/>
                  </a:lnTo>
                  <a:lnTo>
                    <a:pt x="340281" y="539124"/>
                  </a:lnTo>
                  <a:lnTo>
                    <a:pt x="344185" y="541142"/>
                  </a:lnTo>
                  <a:lnTo>
                    <a:pt x="348392" y="544170"/>
                  </a:lnTo>
                  <a:lnTo>
                    <a:pt x="349133" y="546491"/>
                  </a:lnTo>
                  <a:lnTo>
                    <a:pt x="354046" y="547231"/>
                  </a:lnTo>
                  <a:lnTo>
                    <a:pt x="357311" y="547231"/>
                  </a:lnTo>
                  <a:lnTo>
                    <a:pt x="360407" y="546424"/>
                  </a:lnTo>
                  <a:cubicBezTo>
                    <a:pt x="360407" y="546424"/>
                    <a:pt x="362157" y="547669"/>
                    <a:pt x="362494" y="548005"/>
                  </a:cubicBezTo>
                  <a:cubicBezTo>
                    <a:pt x="362864" y="548375"/>
                    <a:pt x="364580" y="549956"/>
                    <a:pt x="365018" y="550663"/>
                  </a:cubicBezTo>
                  <a:cubicBezTo>
                    <a:pt x="365455" y="551403"/>
                    <a:pt x="366532" y="551470"/>
                    <a:pt x="367609" y="551403"/>
                  </a:cubicBezTo>
                  <a:cubicBezTo>
                    <a:pt x="368686" y="551335"/>
                    <a:pt x="368922" y="549384"/>
                    <a:pt x="368922" y="549384"/>
                  </a:cubicBezTo>
                  <a:cubicBezTo>
                    <a:pt x="368922" y="549384"/>
                    <a:pt x="371311" y="546424"/>
                    <a:pt x="371614" y="546188"/>
                  </a:cubicBezTo>
                  <a:cubicBezTo>
                    <a:pt x="371917" y="545953"/>
                    <a:pt x="374508" y="542925"/>
                    <a:pt x="374508" y="542723"/>
                  </a:cubicBezTo>
                  <a:cubicBezTo>
                    <a:pt x="374508" y="542488"/>
                    <a:pt x="376696" y="540470"/>
                    <a:pt x="376696" y="540470"/>
                  </a:cubicBezTo>
                  <a:lnTo>
                    <a:pt x="379321" y="537072"/>
                  </a:lnTo>
                  <a:lnTo>
                    <a:pt x="380768" y="537005"/>
                  </a:lnTo>
                  <a:lnTo>
                    <a:pt x="381912" y="540705"/>
                  </a:lnTo>
                  <a:lnTo>
                    <a:pt x="381845" y="544540"/>
                  </a:lnTo>
                  <a:lnTo>
                    <a:pt x="380229" y="546794"/>
                  </a:lnTo>
                  <a:lnTo>
                    <a:pt x="383292" y="551571"/>
                  </a:lnTo>
                  <a:lnTo>
                    <a:pt x="387936" y="555473"/>
                  </a:lnTo>
                  <a:lnTo>
                    <a:pt x="390898" y="556785"/>
                  </a:lnTo>
                  <a:cubicBezTo>
                    <a:pt x="390898" y="556785"/>
                    <a:pt x="391268" y="556079"/>
                    <a:pt x="391201" y="555776"/>
                  </a:cubicBezTo>
                  <a:cubicBezTo>
                    <a:pt x="391133" y="555473"/>
                    <a:pt x="392480" y="550562"/>
                    <a:pt x="392480" y="550259"/>
                  </a:cubicBezTo>
                  <a:cubicBezTo>
                    <a:pt x="392480" y="549956"/>
                    <a:pt x="393489" y="547231"/>
                    <a:pt x="393489" y="546928"/>
                  </a:cubicBezTo>
                  <a:cubicBezTo>
                    <a:pt x="393489" y="546626"/>
                    <a:pt x="392783" y="543598"/>
                    <a:pt x="392547" y="543531"/>
                  </a:cubicBezTo>
                  <a:cubicBezTo>
                    <a:pt x="392345" y="543464"/>
                    <a:pt x="391235" y="539460"/>
                    <a:pt x="391235" y="538956"/>
                  </a:cubicBezTo>
                  <a:cubicBezTo>
                    <a:pt x="391235" y="538451"/>
                    <a:pt x="391100" y="536500"/>
                    <a:pt x="391235" y="536197"/>
                  </a:cubicBezTo>
                  <a:cubicBezTo>
                    <a:pt x="391369" y="535895"/>
                    <a:pt x="392682" y="533136"/>
                    <a:pt x="392749" y="532867"/>
                  </a:cubicBezTo>
                  <a:cubicBezTo>
                    <a:pt x="392816" y="532565"/>
                    <a:pt x="393826" y="531050"/>
                    <a:pt x="393826" y="531050"/>
                  </a:cubicBezTo>
                  <a:lnTo>
                    <a:pt x="395340" y="530681"/>
                  </a:lnTo>
                  <a:lnTo>
                    <a:pt x="397326" y="532127"/>
                  </a:lnTo>
                  <a:cubicBezTo>
                    <a:pt x="397326" y="532127"/>
                    <a:pt x="398437" y="536635"/>
                    <a:pt x="398437" y="537038"/>
                  </a:cubicBezTo>
                  <a:cubicBezTo>
                    <a:pt x="398437" y="537476"/>
                    <a:pt x="398134" y="538922"/>
                    <a:pt x="398066" y="539292"/>
                  </a:cubicBezTo>
                  <a:cubicBezTo>
                    <a:pt x="397999" y="539662"/>
                    <a:pt x="397494" y="542118"/>
                    <a:pt x="397326" y="542488"/>
                  </a:cubicBezTo>
                  <a:cubicBezTo>
                    <a:pt x="397191" y="542858"/>
                    <a:pt x="397629" y="547568"/>
                    <a:pt x="397629" y="547769"/>
                  </a:cubicBezTo>
                  <a:cubicBezTo>
                    <a:pt x="397629" y="548005"/>
                    <a:pt x="401264" y="550158"/>
                    <a:pt x="401465" y="550091"/>
                  </a:cubicBezTo>
                  <a:cubicBezTo>
                    <a:pt x="401667" y="550023"/>
                    <a:pt x="403216" y="550091"/>
                    <a:pt x="403485" y="550091"/>
                  </a:cubicBezTo>
                  <a:cubicBezTo>
                    <a:pt x="403788" y="550091"/>
                    <a:pt x="407994" y="546558"/>
                    <a:pt x="408331" y="546188"/>
                  </a:cubicBezTo>
                  <a:cubicBezTo>
                    <a:pt x="408701" y="545818"/>
                    <a:pt x="410283" y="543127"/>
                    <a:pt x="410283" y="543127"/>
                  </a:cubicBezTo>
                  <a:lnTo>
                    <a:pt x="412672" y="538586"/>
                  </a:lnTo>
                  <a:lnTo>
                    <a:pt x="412740" y="535390"/>
                  </a:lnTo>
                  <a:lnTo>
                    <a:pt x="411360" y="531623"/>
                  </a:lnTo>
                  <a:lnTo>
                    <a:pt x="410620" y="529234"/>
                  </a:lnTo>
                  <a:lnTo>
                    <a:pt x="408668" y="527216"/>
                  </a:lnTo>
                  <a:lnTo>
                    <a:pt x="408668" y="523751"/>
                  </a:lnTo>
                  <a:lnTo>
                    <a:pt x="408668" y="518537"/>
                  </a:lnTo>
                  <a:lnTo>
                    <a:pt x="408668" y="513322"/>
                  </a:lnTo>
                  <a:lnTo>
                    <a:pt x="408668" y="510699"/>
                  </a:lnTo>
                  <a:lnTo>
                    <a:pt x="416475" y="510699"/>
                  </a:lnTo>
                  <a:lnTo>
                    <a:pt x="418226" y="510699"/>
                  </a:lnTo>
                  <a:lnTo>
                    <a:pt x="421120" y="510699"/>
                  </a:lnTo>
                  <a:lnTo>
                    <a:pt x="420817" y="513322"/>
                  </a:lnTo>
                  <a:lnTo>
                    <a:pt x="419067" y="518537"/>
                  </a:lnTo>
                  <a:lnTo>
                    <a:pt x="419067" y="521127"/>
                  </a:lnTo>
                  <a:lnTo>
                    <a:pt x="421827" y="527788"/>
                  </a:lnTo>
                  <a:lnTo>
                    <a:pt x="426606" y="531858"/>
                  </a:lnTo>
                  <a:lnTo>
                    <a:pt x="430947" y="538249"/>
                  </a:lnTo>
                  <a:lnTo>
                    <a:pt x="437038" y="539696"/>
                  </a:lnTo>
                  <a:lnTo>
                    <a:pt x="440808" y="540268"/>
                  </a:lnTo>
                  <a:lnTo>
                    <a:pt x="444577" y="540268"/>
                  </a:lnTo>
                  <a:lnTo>
                    <a:pt x="441986" y="533305"/>
                  </a:lnTo>
                  <a:lnTo>
                    <a:pt x="438216" y="527788"/>
                  </a:lnTo>
                  <a:lnTo>
                    <a:pt x="439966" y="520252"/>
                  </a:lnTo>
                  <a:lnTo>
                    <a:pt x="439966" y="519378"/>
                  </a:lnTo>
                  <a:lnTo>
                    <a:pt x="442591" y="517628"/>
                  </a:lnTo>
                  <a:lnTo>
                    <a:pt x="444341" y="517628"/>
                  </a:lnTo>
                  <a:lnTo>
                    <a:pt x="445519" y="517628"/>
                  </a:lnTo>
                  <a:cubicBezTo>
                    <a:pt x="445519" y="517628"/>
                    <a:pt x="445519" y="517628"/>
                    <a:pt x="448717" y="519075"/>
                  </a:cubicBezTo>
                  <a:cubicBezTo>
                    <a:pt x="451914" y="520521"/>
                    <a:pt x="448717" y="523717"/>
                    <a:pt x="448717" y="523717"/>
                  </a:cubicBezTo>
                  <a:lnTo>
                    <a:pt x="448717" y="529806"/>
                  </a:lnTo>
                  <a:lnTo>
                    <a:pt x="450601" y="534718"/>
                  </a:lnTo>
                  <a:lnTo>
                    <a:pt x="453933" y="537038"/>
                  </a:lnTo>
                  <a:lnTo>
                    <a:pt x="457130" y="539931"/>
                  </a:lnTo>
                  <a:lnTo>
                    <a:pt x="461775" y="543699"/>
                  </a:lnTo>
                  <a:lnTo>
                    <a:pt x="467866" y="543699"/>
                  </a:lnTo>
                  <a:lnTo>
                    <a:pt x="471332" y="546458"/>
                  </a:lnTo>
                  <a:lnTo>
                    <a:pt x="474799" y="548072"/>
                  </a:lnTo>
                  <a:lnTo>
                    <a:pt x="474799" y="549822"/>
                  </a:lnTo>
                  <a:lnTo>
                    <a:pt x="474799" y="554464"/>
                  </a:lnTo>
                  <a:lnTo>
                    <a:pt x="477559" y="557929"/>
                  </a:lnTo>
                  <a:lnTo>
                    <a:pt x="483213" y="561696"/>
                  </a:lnTo>
                  <a:lnTo>
                    <a:pt x="492198" y="560250"/>
                  </a:lnTo>
                  <a:lnTo>
                    <a:pt x="500309" y="561696"/>
                  </a:lnTo>
                  <a:lnTo>
                    <a:pt x="508420" y="556785"/>
                  </a:lnTo>
                  <a:lnTo>
                    <a:pt x="515083" y="554767"/>
                  </a:lnTo>
                  <a:lnTo>
                    <a:pt x="518281" y="551571"/>
                  </a:lnTo>
                  <a:lnTo>
                    <a:pt x="518281" y="534179"/>
                  </a:lnTo>
                  <a:lnTo>
                    <a:pt x="518281" y="528864"/>
                  </a:lnTo>
                  <a:lnTo>
                    <a:pt x="518819" y="526913"/>
                  </a:lnTo>
                  <a:lnTo>
                    <a:pt x="519896" y="524626"/>
                  </a:lnTo>
                  <a:lnTo>
                    <a:pt x="521949" y="524087"/>
                  </a:lnTo>
                  <a:lnTo>
                    <a:pt x="523463" y="526913"/>
                  </a:lnTo>
                  <a:lnTo>
                    <a:pt x="524103" y="533843"/>
                  </a:lnTo>
                  <a:lnTo>
                    <a:pt x="523463" y="541142"/>
                  </a:lnTo>
                  <a:lnTo>
                    <a:pt x="523463" y="546020"/>
                  </a:lnTo>
                  <a:lnTo>
                    <a:pt x="525079" y="550057"/>
                  </a:lnTo>
                  <a:lnTo>
                    <a:pt x="528444" y="555069"/>
                  </a:lnTo>
                  <a:lnTo>
                    <a:pt x="533762" y="560485"/>
                  </a:lnTo>
                  <a:lnTo>
                    <a:pt x="537464" y="558770"/>
                  </a:lnTo>
                  <a:close/>
                </a:path>
              </a:pathLst>
            </a:custGeom>
            <a:grpFill/>
            <a:ln w="6350" cap="flat">
              <a:solidFill>
                <a:schemeClr val="bg1"/>
              </a:solidFill>
              <a:prstDash val="solid"/>
              <a:miter/>
            </a:ln>
          </p:spPr>
          <p:txBody>
            <a:bodyPr rtlCol="0" anchor="ctr"/>
            <a:lstStyle/>
            <a:p>
              <a:endParaRPr lang="en-US"/>
            </a:p>
          </p:txBody>
        </p:sp>
        <p:sp>
          <p:nvSpPr>
            <p:cNvPr id="173" name="Freeform 890">
              <a:extLst>
                <a:ext uri="{FF2B5EF4-FFF2-40B4-BE49-F238E27FC236}">
                  <a16:creationId xmlns:a16="http://schemas.microsoft.com/office/drawing/2014/main" id="{B65C82F4-EDBB-58DF-FDF1-9C8E28BE5FB6}"/>
                </a:ext>
              </a:extLst>
            </p:cNvPr>
            <p:cNvSpPr/>
            <p:nvPr/>
          </p:nvSpPr>
          <p:spPr>
            <a:xfrm>
              <a:off x="7934866" y="3107135"/>
              <a:ext cx="254192" cy="334977"/>
            </a:xfrm>
            <a:custGeom>
              <a:avLst/>
              <a:gdLst>
                <a:gd name="connsiteX0" fmla="*/ 481900 w 488025"/>
                <a:gd name="connsiteY0" fmla="*/ 169577 h 643122"/>
                <a:gd name="connsiteX1" fmla="*/ 479275 w 488025"/>
                <a:gd name="connsiteY1" fmla="*/ 158712 h 643122"/>
                <a:gd name="connsiteX2" fmla="*/ 479914 w 488025"/>
                <a:gd name="connsiteY2" fmla="*/ 147409 h 643122"/>
                <a:gd name="connsiteX3" fmla="*/ 472073 w 488025"/>
                <a:gd name="connsiteY3" fmla="*/ 137182 h 643122"/>
                <a:gd name="connsiteX4" fmla="*/ 463390 w 488025"/>
                <a:gd name="connsiteY4" fmla="*/ 126317 h 643122"/>
                <a:gd name="connsiteX5" fmla="*/ 454909 w 488025"/>
                <a:gd name="connsiteY5" fmla="*/ 117638 h 643122"/>
                <a:gd name="connsiteX6" fmla="*/ 443601 w 488025"/>
                <a:gd name="connsiteY6" fmla="*/ 110271 h 643122"/>
                <a:gd name="connsiteX7" fmla="*/ 437947 w 488025"/>
                <a:gd name="connsiteY7" fmla="*/ 104182 h 643122"/>
                <a:gd name="connsiteX8" fmla="*/ 434918 w 488025"/>
                <a:gd name="connsiteY8" fmla="*/ 92442 h 643122"/>
                <a:gd name="connsiteX9" fmla="*/ 439260 w 488025"/>
                <a:gd name="connsiteY9" fmla="*/ 90053 h 643122"/>
                <a:gd name="connsiteX10" fmla="*/ 439260 w 488025"/>
                <a:gd name="connsiteY10" fmla="*/ 81778 h 643122"/>
                <a:gd name="connsiteX11" fmla="*/ 442726 w 488025"/>
                <a:gd name="connsiteY11" fmla="*/ 77439 h 643122"/>
                <a:gd name="connsiteX12" fmla="*/ 449457 w 488025"/>
                <a:gd name="connsiteY12" fmla="*/ 75925 h 643122"/>
                <a:gd name="connsiteX13" fmla="*/ 451645 w 488025"/>
                <a:gd name="connsiteY13" fmla="*/ 72224 h 643122"/>
                <a:gd name="connsiteX14" fmla="*/ 453159 w 488025"/>
                <a:gd name="connsiteY14" fmla="*/ 65496 h 643122"/>
                <a:gd name="connsiteX15" fmla="*/ 444476 w 488025"/>
                <a:gd name="connsiteY15" fmla="*/ 62233 h 643122"/>
                <a:gd name="connsiteX16" fmla="*/ 444476 w 488025"/>
                <a:gd name="connsiteY16" fmla="*/ 59340 h 643122"/>
                <a:gd name="connsiteX17" fmla="*/ 442726 w 488025"/>
                <a:gd name="connsiteY17" fmla="*/ 52377 h 643122"/>
                <a:gd name="connsiteX18" fmla="*/ 437510 w 488025"/>
                <a:gd name="connsiteY18" fmla="*/ 51502 h 643122"/>
                <a:gd name="connsiteX19" fmla="*/ 428524 w 488025"/>
                <a:gd name="connsiteY19" fmla="*/ 52949 h 643122"/>
                <a:gd name="connsiteX20" fmla="*/ 420682 w 488025"/>
                <a:gd name="connsiteY20" fmla="*/ 52377 h 643122"/>
                <a:gd name="connsiteX21" fmla="*/ 408230 w 488025"/>
                <a:gd name="connsiteY21" fmla="*/ 50358 h 643122"/>
                <a:gd name="connsiteX22" fmla="*/ 397225 w 488025"/>
                <a:gd name="connsiteY22" fmla="*/ 49484 h 643122"/>
                <a:gd name="connsiteX23" fmla="*/ 389114 w 488025"/>
                <a:gd name="connsiteY23" fmla="*/ 49181 h 643122"/>
                <a:gd name="connsiteX24" fmla="*/ 384201 w 488025"/>
                <a:gd name="connsiteY24" fmla="*/ 47163 h 643122"/>
                <a:gd name="connsiteX25" fmla="*/ 378412 w 488025"/>
                <a:gd name="connsiteY25" fmla="*/ 44842 h 643122"/>
                <a:gd name="connsiteX26" fmla="*/ 378412 w 488025"/>
                <a:gd name="connsiteY26" fmla="*/ 42823 h 643122"/>
                <a:gd name="connsiteX27" fmla="*/ 373633 w 488025"/>
                <a:gd name="connsiteY27" fmla="*/ 41377 h 643122"/>
                <a:gd name="connsiteX28" fmla="*/ 371446 w 488025"/>
                <a:gd name="connsiteY28" fmla="*/ 36163 h 643122"/>
                <a:gd name="connsiteX29" fmla="*/ 371446 w 488025"/>
                <a:gd name="connsiteY29" fmla="*/ 29199 h 643122"/>
                <a:gd name="connsiteX30" fmla="*/ 371446 w 488025"/>
                <a:gd name="connsiteY30" fmla="*/ 26609 h 643122"/>
                <a:gd name="connsiteX31" fmla="*/ 369258 w 488025"/>
                <a:gd name="connsiteY31" fmla="*/ 24019 h 643122"/>
                <a:gd name="connsiteX32" fmla="*/ 365623 w 488025"/>
                <a:gd name="connsiteY32" fmla="*/ 24893 h 643122"/>
                <a:gd name="connsiteX33" fmla="*/ 358657 w 488025"/>
                <a:gd name="connsiteY33" fmla="*/ 24019 h 643122"/>
                <a:gd name="connsiteX34" fmla="*/ 356066 w 488025"/>
                <a:gd name="connsiteY34" fmla="*/ 20251 h 643122"/>
                <a:gd name="connsiteX35" fmla="*/ 351421 w 488025"/>
                <a:gd name="connsiteY35" fmla="*/ 14162 h 643122"/>
                <a:gd name="connsiteX36" fmla="*/ 346508 w 488025"/>
                <a:gd name="connsiteY36" fmla="*/ 13860 h 643122"/>
                <a:gd name="connsiteX37" fmla="*/ 344758 w 488025"/>
                <a:gd name="connsiteY37" fmla="*/ 15609 h 643122"/>
                <a:gd name="connsiteX38" fmla="*/ 340887 w 488025"/>
                <a:gd name="connsiteY38" fmla="*/ 17930 h 643122"/>
                <a:gd name="connsiteX39" fmla="*/ 337219 w 488025"/>
                <a:gd name="connsiteY39" fmla="*/ 22269 h 643122"/>
                <a:gd name="connsiteX40" fmla="*/ 340113 w 488025"/>
                <a:gd name="connsiteY40" fmla="*/ 27181 h 643122"/>
                <a:gd name="connsiteX41" fmla="*/ 340113 w 488025"/>
                <a:gd name="connsiteY41" fmla="*/ 32698 h 643122"/>
                <a:gd name="connsiteX42" fmla="*/ 340113 w 488025"/>
                <a:gd name="connsiteY42" fmla="*/ 36768 h 643122"/>
                <a:gd name="connsiteX43" fmla="*/ 338094 w 488025"/>
                <a:gd name="connsiteY43" fmla="*/ 41410 h 643122"/>
                <a:gd name="connsiteX44" fmla="*/ 336950 w 488025"/>
                <a:gd name="connsiteY44" fmla="*/ 44606 h 643122"/>
                <a:gd name="connsiteX45" fmla="*/ 325945 w 488025"/>
                <a:gd name="connsiteY45" fmla="*/ 48071 h 643122"/>
                <a:gd name="connsiteX46" fmla="*/ 322748 w 488025"/>
                <a:gd name="connsiteY46" fmla="*/ 51267 h 643122"/>
                <a:gd name="connsiteX47" fmla="*/ 318406 w 488025"/>
                <a:gd name="connsiteY47" fmla="*/ 56178 h 643122"/>
                <a:gd name="connsiteX48" fmla="*/ 313190 w 488025"/>
                <a:gd name="connsiteY48" fmla="*/ 56178 h 643122"/>
                <a:gd name="connsiteX49" fmla="*/ 306526 w 488025"/>
                <a:gd name="connsiteY49" fmla="*/ 56178 h 643122"/>
                <a:gd name="connsiteX50" fmla="*/ 302454 w 488025"/>
                <a:gd name="connsiteY50" fmla="*/ 53151 h 643122"/>
                <a:gd name="connsiteX51" fmla="*/ 299862 w 488025"/>
                <a:gd name="connsiteY51" fmla="*/ 49517 h 643122"/>
                <a:gd name="connsiteX52" fmla="*/ 298415 w 488025"/>
                <a:gd name="connsiteY52" fmla="*/ 44875 h 643122"/>
                <a:gd name="connsiteX53" fmla="*/ 298415 w 488025"/>
                <a:gd name="connsiteY53" fmla="*/ 41410 h 643122"/>
                <a:gd name="connsiteX54" fmla="*/ 298987 w 488025"/>
                <a:gd name="connsiteY54" fmla="*/ 37071 h 643122"/>
                <a:gd name="connsiteX55" fmla="*/ 304204 w 488025"/>
                <a:gd name="connsiteY55" fmla="*/ 33606 h 643122"/>
                <a:gd name="connsiteX56" fmla="*/ 309420 w 488025"/>
                <a:gd name="connsiteY56" fmla="*/ 30713 h 643122"/>
                <a:gd name="connsiteX57" fmla="*/ 312617 w 488025"/>
                <a:gd name="connsiteY57" fmla="*/ 26945 h 643122"/>
                <a:gd name="connsiteX58" fmla="*/ 319281 w 488025"/>
                <a:gd name="connsiteY58" fmla="*/ 22303 h 643122"/>
                <a:gd name="connsiteX59" fmla="*/ 319281 w 488025"/>
                <a:gd name="connsiteY59" fmla="*/ 15340 h 643122"/>
                <a:gd name="connsiteX60" fmla="*/ 314805 w 488025"/>
                <a:gd name="connsiteY60" fmla="*/ 11572 h 643122"/>
                <a:gd name="connsiteX61" fmla="*/ 308848 w 488025"/>
                <a:gd name="connsiteY61" fmla="*/ 6661 h 643122"/>
                <a:gd name="connsiteX62" fmla="*/ 308848 w 488025"/>
                <a:gd name="connsiteY62" fmla="*/ 3465 h 643122"/>
                <a:gd name="connsiteX63" fmla="*/ 305516 w 488025"/>
                <a:gd name="connsiteY63" fmla="*/ 0 h 643122"/>
                <a:gd name="connsiteX64" fmla="*/ 296968 w 488025"/>
                <a:gd name="connsiteY64" fmla="*/ 875 h 643122"/>
                <a:gd name="connsiteX65" fmla="*/ 292896 w 488025"/>
                <a:gd name="connsiteY65" fmla="*/ 1177 h 643122"/>
                <a:gd name="connsiteX66" fmla="*/ 289429 w 488025"/>
                <a:gd name="connsiteY66" fmla="*/ 3498 h 643122"/>
                <a:gd name="connsiteX67" fmla="*/ 290574 w 488025"/>
                <a:gd name="connsiteY67" fmla="*/ 10731 h 643122"/>
                <a:gd name="connsiteX68" fmla="*/ 287679 w 488025"/>
                <a:gd name="connsiteY68" fmla="*/ 14196 h 643122"/>
                <a:gd name="connsiteX69" fmla="*/ 283607 w 488025"/>
                <a:gd name="connsiteY69" fmla="*/ 17661 h 643122"/>
                <a:gd name="connsiteX70" fmla="*/ 277819 w 488025"/>
                <a:gd name="connsiteY70" fmla="*/ 23447 h 643122"/>
                <a:gd name="connsiteX71" fmla="*/ 273746 w 488025"/>
                <a:gd name="connsiteY71" fmla="*/ 28661 h 643122"/>
                <a:gd name="connsiteX72" fmla="*/ 266780 w 488025"/>
                <a:gd name="connsiteY72" fmla="*/ 31857 h 643122"/>
                <a:gd name="connsiteX73" fmla="*/ 260991 w 488025"/>
                <a:gd name="connsiteY73" fmla="*/ 34481 h 643122"/>
                <a:gd name="connsiteX74" fmla="*/ 252308 w 488025"/>
                <a:gd name="connsiteY74" fmla="*/ 37071 h 643122"/>
                <a:gd name="connsiteX75" fmla="*/ 245645 w 488025"/>
                <a:gd name="connsiteY75" fmla="*/ 37071 h 643122"/>
                <a:gd name="connsiteX76" fmla="*/ 245409 w 488025"/>
                <a:gd name="connsiteY76" fmla="*/ 36196 h 643122"/>
                <a:gd name="connsiteX77" fmla="*/ 243592 w 488025"/>
                <a:gd name="connsiteY77" fmla="*/ 38652 h 643122"/>
                <a:gd name="connsiteX78" fmla="*/ 238476 w 488025"/>
                <a:gd name="connsiteY78" fmla="*/ 40670 h 643122"/>
                <a:gd name="connsiteX79" fmla="*/ 230736 w 488025"/>
                <a:gd name="connsiteY79" fmla="*/ 44068 h 643122"/>
                <a:gd name="connsiteX80" fmla="*/ 227101 w 488025"/>
                <a:gd name="connsiteY80" fmla="*/ 45716 h 643122"/>
                <a:gd name="connsiteX81" fmla="*/ 217543 w 488025"/>
                <a:gd name="connsiteY81" fmla="*/ 45716 h 643122"/>
                <a:gd name="connsiteX82" fmla="*/ 212764 w 488025"/>
                <a:gd name="connsiteY82" fmla="*/ 38316 h 643122"/>
                <a:gd name="connsiteX83" fmla="*/ 209937 w 488025"/>
                <a:gd name="connsiteY83" fmla="*/ 35591 h 643122"/>
                <a:gd name="connsiteX84" fmla="*/ 204721 w 488025"/>
                <a:gd name="connsiteY84" fmla="*/ 33539 h 643122"/>
                <a:gd name="connsiteX85" fmla="*/ 193211 w 488025"/>
                <a:gd name="connsiteY85" fmla="*/ 33539 h 643122"/>
                <a:gd name="connsiteX86" fmla="*/ 186918 w 488025"/>
                <a:gd name="connsiteY86" fmla="*/ 34851 h 643122"/>
                <a:gd name="connsiteX87" fmla="*/ 178975 w 488025"/>
                <a:gd name="connsiteY87" fmla="*/ 35288 h 643122"/>
                <a:gd name="connsiteX88" fmla="*/ 176687 w 488025"/>
                <a:gd name="connsiteY88" fmla="*/ 39627 h 643122"/>
                <a:gd name="connsiteX89" fmla="*/ 176687 w 488025"/>
                <a:gd name="connsiteY89" fmla="*/ 43092 h 643122"/>
                <a:gd name="connsiteX90" fmla="*/ 174061 w 488025"/>
                <a:gd name="connsiteY90" fmla="*/ 47869 h 643122"/>
                <a:gd name="connsiteX91" fmla="*/ 171235 w 488025"/>
                <a:gd name="connsiteY91" fmla="*/ 51771 h 643122"/>
                <a:gd name="connsiteX92" fmla="*/ 167533 w 488025"/>
                <a:gd name="connsiteY92" fmla="*/ 54160 h 643122"/>
                <a:gd name="connsiteX93" fmla="*/ 162956 w 488025"/>
                <a:gd name="connsiteY93" fmla="*/ 55472 h 643122"/>
                <a:gd name="connsiteX94" fmla="*/ 156426 w 488025"/>
                <a:gd name="connsiteY94" fmla="*/ 58096 h 643122"/>
                <a:gd name="connsiteX95" fmla="*/ 153398 w 488025"/>
                <a:gd name="connsiteY95" fmla="*/ 64184 h 643122"/>
                <a:gd name="connsiteX96" fmla="*/ 152321 w 488025"/>
                <a:gd name="connsiteY96" fmla="*/ 68524 h 643122"/>
                <a:gd name="connsiteX97" fmla="*/ 145792 w 488025"/>
                <a:gd name="connsiteY97" fmla="*/ 71989 h 643122"/>
                <a:gd name="connsiteX98" fmla="*/ 138388 w 488025"/>
                <a:gd name="connsiteY98" fmla="*/ 67010 h 643122"/>
                <a:gd name="connsiteX99" fmla="*/ 132936 w 488025"/>
                <a:gd name="connsiteY99" fmla="*/ 63545 h 643122"/>
                <a:gd name="connsiteX100" fmla="*/ 128157 w 488025"/>
                <a:gd name="connsiteY100" fmla="*/ 67683 h 643122"/>
                <a:gd name="connsiteX101" fmla="*/ 126205 w 488025"/>
                <a:gd name="connsiteY101" fmla="*/ 70946 h 643122"/>
                <a:gd name="connsiteX102" fmla="*/ 122065 w 488025"/>
                <a:gd name="connsiteY102" fmla="*/ 75084 h 643122"/>
                <a:gd name="connsiteX103" fmla="*/ 126407 w 488025"/>
                <a:gd name="connsiteY103" fmla="*/ 83023 h 643122"/>
                <a:gd name="connsiteX104" fmla="*/ 122065 w 488025"/>
                <a:gd name="connsiteY104" fmla="*/ 87463 h 643122"/>
                <a:gd name="connsiteX105" fmla="*/ 114897 w 488025"/>
                <a:gd name="connsiteY105" fmla="*/ 87463 h 643122"/>
                <a:gd name="connsiteX106" fmla="*/ 106214 w 488025"/>
                <a:gd name="connsiteY106" fmla="*/ 87463 h 643122"/>
                <a:gd name="connsiteX107" fmla="*/ 95781 w 488025"/>
                <a:gd name="connsiteY107" fmla="*/ 87463 h 643122"/>
                <a:gd name="connsiteX108" fmla="*/ 92752 w 488025"/>
                <a:gd name="connsiteY108" fmla="*/ 90289 h 643122"/>
                <a:gd name="connsiteX109" fmla="*/ 88848 w 488025"/>
                <a:gd name="connsiteY109" fmla="*/ 94628 h 643122"/>
                <a:gd name="connsiteX110" fmla="*/ 85382 w 488025"/>
                <a:gd name="connsiteY110" fmla="*/ 96142 h 643122"/>
                <a:gd name="connsiteX111" fmla="*/ 77574 w 488025"/>
                <a:gd name="connsiteY111" fmla="*/ 97891 h 643122"/>
                <a:gd name="connsiteX112" fmla="*/ 64516 w 488025"/>
                <a:gd name="connsiteY112" fmla="*/ 97891 h 643122"/>
                <a:gd name="connsiteX113" fmla="*/ 61049 w 488025"/>
                <a:gd name="connsiteY113" fmla="*/ 97891 h 643122"/>
                <a:gd name="connsiteX114" fmla="*/ 60174 w 488025"/>
                <a:gd name="connsiteY114" fmla="*/ 101794 h 643122"/>
                <a:gd name="connsiteX115" fmla="*/ 60174 w 488025"/>
                <a:gd name="connsiteY115" fmla="*/ 103980 h 643122"/>
                <a:gd name="connsiteX116" fmla="*/ 60174 w 488025"/>
                <a:gd name="connsiteY116" fmla="*/ 109194 h 643122"/>
                <a:gd name="connsiteX117" fmla="*/ 57987 w 488025"/>
                <a:gd name="connsiteY117" fmla="*/ 110506 h 643122"/>
                <a:gd name="connsiteX118" fmla="*/ 52568 w 488025"/>
                <a:gd name="connsiteY118" fmla="*/ 111583 h 643122"/>
                <a:gd name="connsiteX119" fmla="*/ 52434 w 488025"/>
                <a:gd name="connsiteY119" fmla="*/ 111650 h 643122"/>
                <a:gd name="connsiteX120" fmla="*/ 50179 w 488025"/>
                <a:gd name="connsiteY120" fmla="*/ 111583 h 643122"/>
                <a:gd name="connsiteX121" fmla="*/ 44087 w 488025"/>
                <a:gd name="connsiteY121" fmla="*/ 111650 h 643122"/>
                <a:gd name="connsiteX122" fmla="*/ 41261 w 488025"/>
                <a:gd name="connsiteY122" fmla="*/ 116158 h 643122"/>
                <a:gd name="connsiteX123" fmla="*/ 38871 w 488025"/>
                <a:gd name="connsiteY123" fmla="*/ 119421 h 643122"/>
                <a:gd name="connsiteX124" fmla="*/ 34092 w 488025"/>
                <a:gd name="connsiteY124" fmla="*/ 123760 h 643122"/>
                <a:gd name="connsiteX125" fmla="*/ 34092 w 488025"/>
                <a:gd name="connsiteY125" fmla="*/ 126586 h 643122"/>
                <a:gd name="connsiteX126" fmla="*/ 35842 w 488025"/>
                <a:gd name="connsiteY126" fmla="*/ 133314 h 643122"/>
                <a:gd name="connsiteX127" fmla="*/ 35842 w 488025"/>
                <a:gd name="connsiteY127" fmla="*/ 140479 h 643122"/>
                <a:gd name="connsiteX128" fmla="*/ 37592 w 488025"/>
                <a:gd name="connsiteY128" fmla="*/ 145929 h 643122"/>
                <a:gd name="connsiteX129" fmla="*/ 45198 w 488025"/>
                <a:gd name="connsiteY129" fmla="*/ 148317 h 643122"/>
                <a:gd name="connsiteX130" fmla="*/ 48900 w 488025"/>
                <a:gd name="connsiteY130" fmla="*/ 148317 h 643122"/>
                <a:gd name="connsiteX131" fmla="*/ 56708 w 488025"/>
                <a:gd name="connsiteY131" fmla="*/ 153969 h 643122"/>
                <a:gd name="connsiteX132" fmla="*/ 57819 w 488025"/>
                <a:gd name="connsiteY132" fmla="*/ 156357 h 643122"/>
                <a:gd name="connsiteX133" fmla="*/ 56069 w 488025"/>
                <a:gd name="connsiteY133" fmla="*/ 166348 h 643122"/>
                <a:gd name="connsiteX134" fmla="*/ 52165 w 488025"/>
                <a:gd name="connsiteY134" fmla="*/ 175262 h 643122"/>
                <a:gd name="connsiteX135" fmla="*/ 49775 w 488025"/>
                <a:gd name="connsiteY135" fmla="*/ 184379 h 643122"/>
                <a:gd name="connsiteX136" fmla="*/ 49775 w 488025"/>
                <a:gd name="connsiteY136" fmla="*/ 188281 h 643122"/>
                <a:gd name="connsiteX137" fmla="*/ 55194 w 488025"/>
                <a:gd name="connsiteY137" fmla="*/ 194807 h 643122"/>
                <a:gd name="connsiteX138" fmla="*/ 62160 w 488025"/>
                <a:gd name="connsiteY138" fmla="*/ 194841 h 643122"/>
                <a:gd name="connsiteX139" fmla="*/ 65189 w 488025"/>
                <a:gd name="connsiteY139" fmla="*/ 196994 h 643122"/>
                <a:gd name="connsiteX140" fmla="*/ 66064 w 488025"/>
                <a:gd name="connsiteY140" fmla="*/ 200694 h 643122"/>
                <a:gd name="connsiteX141" fmla="*/ 65425 w 488025"/>
                <a:gd name="connsiteY141" fmla="*/ 203284 h 643122"/>
                <a:gd name="connsiteX142" fmla="*/ 64112 w 488025"/>
                <a:gd name="connsiteY142" fmla="*/ 206312 h 643122"/>
                <a:gd name="connsiteX143" fmla="*/ 59771 w 488025"/>
                <a:gd name="connsiteY143" fmla="*/ 208498 h 643122"/>
                <a:gd name="connsiteX144" fmla="*/ 62800 w 488025"/>
                <a:gd name="connsiteY144" fmla="*/ 213511 h 643122"/>
                <a:gd name="connsiteX145" fmla="*/ 57348 w 488025"/>
                <a:gd name="connsiteY145" fmla="*/ 220474 h 643122"/>
                <a:gd name="connsiteX146" fmla="*/ 47352 w 488025"/>
                <a:gd name="connsiteY146" fmla="*/ 228077 h 643122"/>
                <a:gd name="connsiteX147" fmla="*/ 40184 w 488025"/>
                <a:gd name="connsiteY147" fmla="*/ 231777 h 643122"/>
                <a:gd name="connsiteX148" fmla="*/ 40823 w 488025"/>
                <a:gd name="connsiteY148" fmla="*/ 235242 h 643122"/>
                <a:gd name="connsiteX149" fmla="*/ 45400 w 488025"/>
                <a:gd name="connsiteY149" fmla="*/ 235242 h 643122"/>
                <a:gd name="connsiteX150" fmla="*/ 47790 w 488025"/>
                <a:gd name="connsiteY150" fmla="*/ 239380 h 643122"/>
                <a:gd name="connsiteX151" fmla="*/ 44962 w 488025"/>
                <a:gd name="connsiteY151" fmla="*/ 244796 h 643122"/>
                <a:gd name="connsiteX152" fmla="*/ 41934 w 488025"/>
                <a:gd name="connsiteY152" fmla="*/ 248260 h 643122"/>
                <a:gd name="connsiteX153" fmla="*/ 34126 w 488025"/>
                <a:gd name="connsiteY153" fmla="*/ 250447 h 643122"/>
                <a:gd name="connsiteX154" fmla="*/ 30861 w 488025"/>
                <a:gd name="connsiteY154" fmla="*/ 251961 h 643122"/>
                <a:gd name="connsiteX155" fmla="*/ 25847 w 488025"/>
                <a:gd name="connsiteY155" fmla="*/ 253037 h 643122"/>
                <a:gd name="connsiteX156" fmla="*/ 22145 w 488025"/>
                <a:gd name="connsiteY156" fmla="*/ 255426 h 643122"/>
                <a:gd name="connsiteX157" fmla="*/ 19755 w 488025"/>
                <a:gd name="connsiteY157" fmla="*/ 258487 h 643122"/>
                <a:gd name="connsiteX158" fmla="*/ 18443 w 488025"/>
                <a:gd name="connsiteY158" fmla="*/ 260875 h 643122"/>
                <a:gd name="connsiteX159" fmla="*/ 18443 w 488025"/>
                <a:gd name="connsiteY159" fmla="*/ 263903 h 643122"/>
                <a:gd name="connsiteX160" fmla="*/ 18443 w 488025"/>
                <a:gd name="connsiteY160" fmla="*/ 269117 h 643122"/>
                <a:gd name="connsiteX161" fmla="*/ 18443 w 488025"/>
                <a:gd name="connsiteY161" fmla="*/ 276081 h 643122"/>
                <a:gd name="connsiteX162" fmla="*/ 16928 w 488025"/>
                <a:gd name="connsiteY162" fmla="*/ 278032 h 643122"/>
                <a:gd name="connsiteX163" fmla="*/ 15616 w 488025"/>
                <a:gd name="connsiteY163" fmla="*/ 280218 h 643122"/>
                <a:gd name="connsiteX164" fmla="*/ 12149 w 488025"/>
                <a:gd name="connsiteY164" fmla="*/ 283279 h 643122"/>
                <a:gd name="connsiteX165" fmla="*/ 9760 w 488025"/>
                <a:gd name="connsiteY165" fmla="*/ 286542 h 643122"/>
                <a:gd name="connsiteX166" fmla="*/ 8683 w 488025"/>
                <a:gd name="connsiteY166" fmla="*/ 289133 h 643122"/>
                <a:gd name="connsiteX167" fmla="*/ 6731 w 488025"/>
                <a:gd name="connsiteY167" fmla="*/ 294549 h 643122"/>
                <a:gd name="connsiteX168" fmla="*/ 3264 w 488025"/>
                <a:gd name="connsiteY168" fmla="*/ 298014 h 643122"/>
                <a:gd name="connsiteX169" fmla="*/ 1750 w 488025"/>
                <a:gd name="connsiteY169" fmla="*/ 299527 h 643122"/>
                <a:gd name="connsiteX170" fmla="*/ 0 w 488025"/>
                <a:gd name="connsiteY170" fmla="*/ 302151 h 643122"/>
                <a:gd name="connsiteX171" fmla="*/ 2625 w 488025"/>
                <a:gd name="connsiteY171" fmla="*/ 305179 h 643122"/>
                <a:gd name="connsiteX172" fmla="*/ 3063 w 488025"/>
                <a:gd name="connsiteY172" fmla="*/ 311032 h 643122"/>
                <a:gd name="connsiteX173" fmla="*/ 3938 w 488025"/>
                <a:gd name="connsiteY173" fmla="*/ 316684 h 643122"/>
                <a:gd name="connsiteX174" fmla="*/ 4577 w 488025"/>
                <a:gd name="connsiteY174" fmla="*/ 317995 h 643122"/>
                <a:gd name="connsiteX175" fmla="*/ 4577 w 488025"/>
                <a:gd name="connsiteY175" fmla="*/ 322133 h 643122"/>
                <a:gd name="connsiteX176" fmla="*/ 7168 w 488025"/>
                <a:gd name="connsiteY176" fmla="*/ 322133 h 643122"/>
                <a:gd name="connsiteX177" fmla="*/ 10669 w 488025"/>
                <a:gd name="connsiteY177" fmla="*/ 324320 h 643122"/>
                <a:gd name="connsiteX178" fmla="*/ 15683 w 488025"/>
                <a:gd name="connsiteY178" fmla="*/ 325632 h 643122"/>
                <a:gd name="connsiteX179" fmla="*/ 19385 w 488025"/>
                <a:gd name="connsiteY179" fmla="*/ 325632 h 643122"/>
                <a:gd name="connsiteX180" fmla="*/ 24837 w 488025"/>
                <a:gd name="connsiteY180" fmla="*/ 321292 h 643122"/>
                <a:gd name="connsiteX181" fmla="*/ 30929 w 488025"/>
                <a:gd name="connsiteY181" fmla="*/ 320418 h 643122"/>
                <a:gd name="connsiteX182" fmla="*/ 34832 w 488025"/>
                <a:gd name="connsiteY182" fmla="*/ 320619 h 643122"/>
                <a:gd name="connsiteX183" fmla="*/ 34597 w 488025"/>
                <a:gd name="connsiteY183" fmla="*/ 322571 h 643122"/>
                <a:gd name="connsiteX184" fmla="*/ 34159 w 488025"/>
                <a:gd name="connsiteY184" fmla="*/ 327347 h 643122"/>
                <a:gd name="connsiteX185" fmla="*/ 33083 w 488025"/>
                <a:gd name="connsiteY185" fmla="*/ 331485 h 643122"/>
                <a:gd name="connsiteX186" fmla="*/ 31770 w 488025"/>
                <a:gd name="connsiteY186" fmla="*/ 335623 h 643122"/>
                <a:gd name="connsiteX187" fmla="*/ 28741 w 488025"/>
                <a:gd name="connsiteY187" fmla="*/ 338246 h 643122"/>
                <a:gd name="connsiteX188" fmla="*/ 26116 w 488025"/>
                <a:gd name="connsiteY188" fmla="*/ 341711 h 643122"/>
                <a:gd name="connsiteX189" fmla="*/ 24164 w 488025"/>
                <a:gd name="connsiteY189" fmla="*/ 344537 h 643122"/>
                <a:gd name="connsiteX190" fmla="*/ 23727 w 488025"/>
                <a:gd name="connsiteY190" fmla="*/ 349751 h 643122"/>
                <a:gd name="connsiteX191" fmla="*/ 25477 w 488025"/>
                <a:gd name="connsiteY191" fmla="*/ 354965 h 643122"/>
                <a:gd name="connsiteX192" fmla="*/ 30255 w 488025"/>
                <a:gd name="connsiteY192" fmla="*/ 360180 h 643122"/>
                <a:gd name="connsiteX193" fmla="*/ 39174 w 488025"/>
                <a:gd name="connsiteY193" fmla="*/ 364755 h 643122"/>
                <a:gd name="connsiteX194" fmla="*/ 40688 w 488025"/>
                <a:gd name="connsiteY194" fmla="*/ 368892 h 643122"/>
                <a:gd name="connsiteX195" fmla="*/ 36347 w 488025"/>
                <a:gd name="connsiteY195" fmla="*/ 374308 h 643122"/>
                <a:gd name="connsiteX196" fmla="*/ 35472 w 488025"/>
                <a:gd name="connsiteY196" fmla="*/ 378009 h 643122"/>
                <a:gd name="connsiteX197" fmla="*/ 35236 w 488025"/>
                <a:gd name="connsiteY197" fmla="*/ 384535 h 643122"/>
                <a:gd name="connsiteX198" fmla="*/ 33049 w 488025"/>
                <a:gd name="connsiteY198" fmla="*/ 388437 h 643122"/>
                <a:gd name="connsiteX199" fmla="*/ 31972 w 488025"/>
                <a:gd name="connsiteY199" fmla="*/ 389749 h 643122"/>
                <a:gd name="connsiteX200" fmla="*/ 31333 w 488025"/>
                <a:gd name="connsiteY200" fmla="*/ 393449 h 643122"/>
                <a:gd name="connsiteX201" fmla="*/ 32208 w 488025"/>
                <a:gd name="connsiteY201" fmla="*/ 397587 h 643122"/>
                <a:gd name="connsiteX202" fmla="*/ 32409 w 488025"/>
                <a:gd name="connsiteY202" fmla="*/ 402599 h 643122"/>
                <a:gd name="connsiteX203" fmla="*/ 34799 w 488025"/>
                <a:gd name="connsiteY203" fmla="*/ 404416 h 643122"/>
                <a:gd name="connsiteX204" fmla="*/ 46612 w 488025"/>
                <a:gd name="connsiteY204" fmla="*/ 405660 h 643122"/>
                <a:gd name="connsiteX205" fmla="*/ 52400 w 488025"/>
                <a:gd name="connsiteY205" fmla="*/ 405660 h 643122"/>
                <a:gd name="connsiteX206" fmla="*/ 58492 w 488025"/>
                <a:gd name="connsiteY206" fmla="*/ 414070 h 643122"/>
                <a:gd name="connsiteX207" fmla="*/ 60242 w 488025"/>
                <a:gd name="connsiteY207" fmla="*/ 417535 h 643122"/>
                <a:gd name="connsiteX208" fmla="*/ 60545 w 488025"/>
                <a:gd name="connsiteY208" fmla="*/ 424196 h 643122"/>
                <a:gd name="connsiteX209" fmla="*/ 57650 w 488025"/>
                <a:gd name="connsiteY209" fmla="*/ 429107 h 643122"/>
                <a:gd name="connsiteX210" fmla="*/ 55900 w 488025"/>
                <a:gd name="connsiteY210" fmla="*/ 432875 h 643122"/>
                <a:gd name="connsiteX211" fmla="*/ 54150 w 488025"/>
                <a:gd name="connsiteY211" fmla="*/ 438964 h 643122"/>
                <a:gd name="connsiteX212" fmla="*/ 53578 w 488025"/>
                <a:gd name="connsiteY212" fmla="*/ 445624 h 643122"/>
                <a:gd name="connsiteX213" fmla="*/ 49237 w 488025"/>
                <a:gd name="connsiteY213" fmla="*/ 448820 h 643122"/>
                <a:gd name="connsiteX214" fmla="*/ 47217 w 488025"/>
                <a:gd name="connsiteY214" fmla="*/ 452016 h 643122"/>
                <a:gd name="connsiteX215" fmla="*/ 46342 w 488025"/>
                <a:gd name="connsiteY215" fmla="*/ 456591 h 643122"/>
                <a:gd name="connsiteX216" fmla="*/ 46915 w 488025"/>
                <a:gd name="connsiteY216" fmla="*/ 459551 h 643122"/>
                <a:gd name="connsiteX217" fmla="*/ 50684 w 488025"/>
                <a:gd name="connsiteY217" fmla="*/ 459551 h 643122"/>
                <a:gd name="connsiteX218" fmla="*/ 56472 w 488025"/>
                <a:gd name="connsiteY218" fmla="*/ 456725 h 643122"/>
                <a:gd name="connsiteX219" fmla="*/ 64886 w 488025"/>
                <a:gd name="connsiteY219" fmla="*/ 453160 h 643122"/>
                <a:gd name="connsiteX220" fmla="*/ 69228 w 488025"/>
                <a:gd name="connsiteY220" fmla="*/ 452285 h 643122"/>
                <a:gd name="connsiteX221" fmla="*/ 72997 w 488025"/>
                <a:gd name="connsiteY221" fmla="*/ 452588 h 643122"/>
                <a:gd name="connsiteX222" fmla="*/ 75891 w 488025"/>
                <a:gd name="connsiteY222" fmla="*/ 456725 h 643122"/>
                <a:gd name="connsiteX223" fmla="*/ 74747 w 488025"/>
                <a:gd name="connsiteY223" fmla="*/ 459551 h 643122"/>
                <a:gd name="connsiteX224" fmla="*/ 71852 w 488025"/>
                <a:gd name="connsiteY224" fmla="*/ 463016 h 643122"/>
                <a:gd name="connsiteX225" fmla="*/ 66636 w 488025"/>
                <a:gd name="connsiteY225" fmla="*/ 465640 h 643122"/>
                <a:gd name="connsiteX226" fmla="*/ 61117 w 488025"/>
                <a:gd name="connsiteY226" fmla="*/ 467658 h 643122"/>
                <a:gd name="connsiteX227" fmla="*/ 54150 w 488025"/>
                <a:gd name="connsiteY227" fmla="*/ 471123 h 643122"/>
                <a:gd name="connsiteX228" fmla="*/ 52131 w 488025"/>
                <a:gd name="connsiteY228" fmla="*/ 476337 h 643122"/>
                <a:gd name="connsiteX229" fmla="*/ 52400 w 488025"/>
                <a:gd name="connsiteY229" fmla="*/ 483570 h 643122"/>
                <a:gd name="connsiteX230" fmla="*/ 52972 w 488025"/>
                <a:gd name="connsiteY230" fmla="*/ 487909 h 643122"/>
                <a:gd name="connsiteX231" fmla="*/ 51391 w 488025"/>
                <a:gd name="connsiteY231" fmla="*/ 491105 h 643122"/>
                <a:gd name="connsiteX232" fmla="*/ 48059 w 488025"/>
                <a:gd name="connsiteY232" fmla="*/ 497766 h 643122"/>
                <a:gd name="connsiteX233" fmla="*/ 48059 w 488025"/>
                <a:gd name="connsiteY233" fmla="*/ 500356 h 643122"/>
                <a:gd name="connsiteX234" fmla="*/ 45736 w 488025"/>
                <a:gd name="connsiteY234" fmla="*/ 504998 h 643122"/>
                <a:gd name="connsiteX235" fmla="*/ 45165 w 488025"/>
                <a:gd name="connsiteY235" fmla="*/ 510515 h 643122"/>
                <a:gd name="connsiteX236" fmla="*/ 44862 w 488025"/>
                <a:gd name="connsiteY236" fmla="*/ 513711 h 643122"/>
                <a:gd name="connsiteX237" fmla="*/ 45434 w 488025"/>
                <a:gd name="connsiteY237" fmla="*/ 519800 h 643122"/>
                <a:gd name="connsiteX238" fmla="*/ 48631 w 488025"/>
                <a:gd name="connsiteY238" fmla="*/ 521818 h 643122"/>
                <a:gd name="connsiteX239" fmla="*/ 49775 w 488025"/>
                <a:gd name="connsiteY239" fmla="*/ 524711 h 643122"/>
                <a:gd name="connsiteX240" fmla="*/ 48631 w 488025"/>
                <a:gd name="connsiteY240" fmla="*/ 529622 h 643122"/>
                <a:gd name="connsiteX241" fmla="*/ 47487 w 488025"/>
                <a:gd name="connsiteY241" fmla="*/ 533390 h 643122"/>
                <a:gd name="connsiteX242" fmla="*/ 48934 w 488025"/>
                <a:gd name="connsiteY242" fmla="*/ 536586 h 643122"/>
                <a:gd name="connsiteX243" fmla="*/ 47924 w 488025"/>
                <a:gd name="connsiteY243" fmla="*/ 541228 h 643122"/>
                <a:gd name="connsiteX244" fmla="*/ 52838 w 488025"/>
                <a:gd name="connsiteY244" fmla="*/ 541531 h 643122"/>
                <a:gd name="connsiteX245" fmla="*/ 59501 w 488025"/>
                <a:gd name="connsiteY245" fmla="*/ 546005 h 643122"/>
                <a:gd name="connsiteX246" fmla="*/ 60948 w 488025"/>
                <a:gd name="connsiteY246" fmla="*/ 553103 h 643122"/>
                <a:gd name="connsiteX247" fmla="*/ 59939 w 488025"/>
                <a:gd name="connsiteY247" fmla="*/ 553977 h 643122"/>
                <a:gd name="connsiteX248" fmla="*/ 61958 w 488025"/>
                <a:gd name="connsiteY248" fmla="*/ 558048 h 643122"/>
                <a:gd name="connsiteX249" fmla="*/ 67175 w 488025"/>
                <a:gd name="connsiteY249" fmla="*/ 558182 h 643122"/>
                <a:gd name="connsiteX250" fmla="*/ 72391 w 488025"/>
                <a:gd name="connsiteY250" fmla="*/ 551959 h 643122"/>
                <a:gd name="connsiteX251" fmla="*/ 75588 w 488025"/>
                <a:gd name="connsiteY251" fmla="*/ 548629 h 643122"/>
                <a:gd name="connsiteX252" fmla="*/ 78483 w 488025"/>
                <a:gd name="connsiteY252" fmla="*/ 546610 h 643122"/>
                <a:gd name="connsiteX253" fmla="*/ 82117 w 488025"/>
                <a:gd name="connsiteY253" fmla="*/ 547788 h 643122"/>
                <a:gd name="connsiteX254" fmla="*/ 87906 w 488025"/>
                <a:gd name="connsiteY254" fmla="*/ 553002 h 643122"/>
                <a:gd name="connsiteX255" fmla="*/ 89925 w 488025"/>
                <a:gd name="connsiteY255" fmla="*/ 554146 h 643122"/>
                <a:gd name="connsiteX256" fmla="*/ 94132 w 488025"/>
                <a:gd name="connsiteY256" fmla="*/ 552834 h 643122"/>
                <a:gd name="connsiteX257" fmla="*/ 98204 w 488025"/>
                <a:gd name="connsiteY257" fmla="*/ 549369 h 643122"/>
                <a:gd name="connsiteX258" fmla="*/ 102983 w 488025"/>
                <a:gd name="connsiteY258" fmla="*/ 546476 h 643122"/>
                <a:gd name="connsiteX259" fmla="*/ 105743 w 488025"/>
                <a:gd name="connsiteY259" fmla="*/ 543280 h 643122"/>
                <a:gd name="connsiteX260" fmla="*/ 108200 w 488025"/>
                <a:gd name="connsiteY260" fmla="*/ 541699 h 643122"/>
                <a:gd name="connsiteX261" fmla="*/ 109781 w 488025"/>
                <a:gd name="connsiteY261" fmla="*/ 541127 h 643122"/>
                <a:gd name="connsiteX262" fmla="*/ 113988 w 488025"/>
                <a:gd name="connsiteY262" fmla="*/ 544895 h 643122"/>
                <a:gd name="connsiteX263" fmla="*/ 117455 w 488025"/>
                <a:gd name="connsiteY263" fmla="*/ 546476 h 643122"/>
                <a:gd name="connsiteX264" fmla="*/ 121359 w 488025"/>
                <a:gd name="connsiteY264" fmla="*/ 550546 h 643122"/>
                <a:gd name="connsiteX265" fmla="*/ 124118 w 488025"/>
                <a:gd name="connsiteY265" fmla="*/ 552867 h 643122"/>
                <a:gd name="connsiteX266" fmla="*/ 126137 w 488025"/>
                <a:gd name="connsiteY266" fmla="*/ 555626 h 643122"/>
                <a:gd name="connsiteX267" fmla="*/ 128460 w 488025"/>
                <a:gd name="connsiteY267" fmla="*/ 559259 h 643122"/>
                <a:gd name="connsiteX268" fmla="*/ 129032 w 488025"/>
                <a:gd name="connsiteY268" fmla="*/ 563161 h 643122"/>
                <a:gd name="connsiteX269" fmla="*/ 128325 w 488025"/>
                <a:gd name="connsiteY269" fmla="*/ 565348 h 643122"/>
                <a:gd name="connsiteX270" fmla="*/ 128762 w 488025"/>
                <a:gd name="connsiteY270" fmla="*/ 567669 h 643122"/>
                <a:gd name="connsiteX271" fmla="*/ 130075 w 488025"/>
                <a:gd name="connsiteY271" fmla="*/ 570696 h 643122"/>
                <a:gd name="connsiteX272" fmla="*/ 130647 w 488025"/>
                <a:gd name="connsiteY272" fmla="*/ 573455 h 643122"/>
                <a:gd name="connsiteX273" fmla="*/ 129772 w 488025"/>
                <a:gd name="connsiteY273" fmla="*/ 574767 h 643122"/>
                <a:gd name="connsiteX274" fmla="*/ 125431 w 488025"/>
                <a:gd name="connsiteY274" fmla="*/ 577223 h 643122"/>
                <a:gd name="connsiteX275" fmla="*/ 123815 w 488025"/>
                <a:gd name="connsiteY275" fmla="*/ 578972 h 643122"/>
                <a:gd name="connsiteX276" fmla="*/ 116411 w 488025"/>
                <a:gd name="connsiteY276" fmla="*/ 581865 h 643122"/>
                <a:gd name="connsiteX277" fmla="*/ 114661 w 488025"/>
                <a:gd name="connsiteY277" fmla="*/ 582302 h 643122"/>
                <a:gd name="connsiteX278" fmla="*/ 111195 w 488025"/>
                <a:gd name="connsiteY278" fmla="*/ 584758 h 643122"/>
                <a:gd name="connsiteX279" fmla="*/ 107291 w 488025"/>
                <a:gd name="connsiteY279" fmla="*/ 588828 h 643122"/>
                <a:gd name="connsiteX280" fmla="*/ 105137 w 488025"/>
                <a:gd name="connsiteY280" fmla="*/ 591418 h 643122"/>
                <a:gd name="connsiteX281" fmla="*/ 100493 w 488025"/>
                <a:gd name="connsiteY281" fmla="*/ 595186 h 643122"/>
                <a:gd name="connsiteX282" fmla="*/ 99617 w 488025"/>
                <a:gd name="connsiteY282" fmla="*/ 598516 h 643122"/>
                <a:gd name="connsiteX283" fmla="*/ 99180 w 488025"/>
                <a:gd name="connsiteY283" fmla="*/ 601847 h 643122"/>
                <a:gd name="connsiteX284" fmla="*/ 99315 w 488025"/>
                <a:gd name="connsiteY284" fmla="*/ 603428 h 643122"/>
                <a:gd name="connsiteX285" fmla="*/ 96858 w 488025"/>
                <a:gd name="connsiteY285" fmla="*/ 612275 h 643122"/>
                <a:gd name="connsiteX286" fmla="*/ 92954 w 488025"/>
                <a:gd name="connsiteY286" fmla="*/ 616783 h 643122"/>
                <a:gd name="connsiteX287" fmla="*/ 90935 w 488025"/>
                <a:gd name="connsiteY287" fmla="*/ 619373 h 643122"/>
                <a:gd name="connsiteX288" fmla="*/ 87468 w 488025"/>
                <a:gd name="connsiteY288" fmla="*/ 622569 h 643122"/>
                <a:gd name="connsiteX289" fmla="*/ 83396 w 488025"/>
                <a:gd name="connsiteY289" fmla="*/ 624015 h 643122"/>
                <a:gd name="connsiteX290" fmla="*/ 80064 w 488025"/>
                <a:gd name="connsiteY290" fmla="*/ 625327 h 643122"/>
                <a:gd name="connsiteX291" fmla="*/ 77473 w 488025"/>
                <a:gd name="connsiteY291" fmla="*/ 628220 h 643122"/>
                <a:gd name="connsiteX292" fmla="*/ 79189 w 488025"/>
                <a:gd name="connsiteY292" fmla="*/ 631853 h 643122"/>
                <a:gd name="connsiteX293" fmla="*/ 83093 w 488025"/>
                <a:gd name="connsiteY293" fmla="*/ 633872 h 643122"/>
                <a:gd name="connsiteX294" fmla="*/ 88882 w 488025"/>
                <a:gd name="connsiteY294" fmla="*/ 636899 h 643122"/>
                <a:gd name="connsiteX295" fmla="*/ 90632 w 488025"/>
                <a:gd name="connsiteY295" fmla="*/ 637908 h 643122"/>
                <a:gd name="connsiteX296" fmla="*/ 93526 w 488025"/>
                <a:gd name="connsiteY296" fmla="*/ 639052 h 643122"/>
                <a:gd name="connsiteX297" fmla="*/ 100762 w 488025"/>
                <a:gd name="connsiteY297" fmla="*/ 643123 h 643122"/>
                <a:gd name="connsiteX298" fmla="*/ 106113 w 488025"/>
                <a:gd name="connsiteY298" fmla="*/ 642820 h 643122"/>
                <a:gd name="connsiteX299" fmla="*/ 111464 w 488025"/>
                <a:gd name="connsiteY299" fmla="*/ 641945 h 643122"/>
                <a:gd name="connsiteX300" fmla="*/ 119575 w 488025"/>
                <a:gd name="connsiteY300" fmla="*/ 641071 h 643122"/>
                <a:gd name="connsiteX301" fmla="*/ 122907 w 488025"/>
                <a:gd name="connsiteY301" fmla="*/ 639759 h 643122"/>
                <a:gd name="connsiteX302" fmla="*/ 125229 w 488025"/>
                <a:gd name="connsiteY302" fmla="*/ 638447 h 643122"/>
                <a:gd name="connsiteX303" fmla="*/ 127686 w 488025"/>
                <a:gd name="connsiteY303" fmla="*/ 636260 h 643122"/>
                <a:gd name="connsiteX304" fmla="*/ 131589 w 488025"/>
                <a:gd name="connsiteY304" fmla="*/ 637269 h 643122"/>
                <a:gd name="connsiteX305" fmla="*/ 134618 w 488025"/>
                <a:gd name="connsiteY305" fmla="*/ 637404 h 643122"/>
                <a:gd name="connsiteX306" fmla="*/ 137378 w 488025"/>
                <a:gd name="connsiteY306" fmla="*/ 635385 h 643122"/>
                <a:gd name="connsiteX307" fmla="*/ 138960 w 488025"/>
                <a:gd name="connsiteY307" fmla="*/ 634073 h 643122"/>
                <a:gd name="connsiteX308" fmla="*/ 140979 w 488025"/>
                <a:gd name="connsiteY308" fmla="*/ 633636 h 643122"/>
                <a:gd name="connsiteX309" fmla="*/ 144883 w 488025"/>
                <a:gd name="connsiteY309" fmla="*/ 634343 h 643122"/>
                <a:gd name="connsiteX310" fmla="*/ 146902 w 488025"/>
                <a:gd name="connsiteY310" fmla="*/ 635655 h 643122"/>
                <a:gd name="connsiteX311" fmla="*/ 151109 w 488025"/>
                <a:gd name="connsiteY311" fmla="*/ 635520 h 643122"/>
                <a:gd name="connsiteX312" fmla="*/ 153499 w 488025"/>
                <a:gd name="connsiteY312" fmla="*/ 633064 h 643122"/>
                <a:gd name="connsiteX313" fmla="*/ 154003 w 488025"/>
                <a:gd name="connsiteY313" fmla="*/ 630171 h 643122"/>
                <a:gd name="connsiteX314" fmla="*/ 154003 w 488025"/>
                <a:gd name="connsiteY314" fmla="*/ 627278 h 643122"/>
                <a:gd name="connsiteX315" fmla="*/ 155451 w 488025"/>
                <a:gd name="connsiteY315" fmla="*/ 625966 h 643122"/>
                <a:gd name="connsiteX316" fmla="*/ 158210 w 488025"/>
                <a:gd name="connsiteY316" fmla="*/ 623645 h 643122"/>
                <a:gd name="connsiteX317" fmla="*/ 162855 w 488025"/>
                <a:gd name="connsiteY317" fmla="*/ 622905 h 643122"/>
                <a:gd name="connsiteX318" fmla="*/ 165311 w 488025"/>
                <a:gd name="connsiteY318" fmla="*/ 622905 h 643122"/>
                <a:gd name="connsiteX319" fmla="*/ 167330 w 488025"/>
                <a:gd name="connsiteY319" fmla="*/ 620584 h 643122"/>
                <a:gd name="connsiteX320" fmla="*/ 171369 w 488025"/>
                <a:gd name="connsiteY320" fmla="*/ 619407 h 643122"/>
                <a:gd name="connsiteX321" fmla="*/ 173557 w 488025"/>
                <a:gd name="connsiteY321" fmla="*/ 619104 h 643122"/>
                <a:gd name="connsiteX322" fmla="*/ 178639 w 488025"/>
                <a:gd name="connsiteY322" fmla="*/ 618801 h 643122"/>
                <a:gd name="connsiteX323" fmla="*/ 182408 w 488025"/>
                <a:gd name="connsiteY323" fmla="*/ 618936 h 643122"/>
                <a:gd name="connsiteX324" fmla="*/ 185908 w 488025"/>
                <a:gd name="connsiteY324" fmla="*/ 618801 h 643122"/>
                <a:gd name="connsiteX325" fmla="*/ 190384 w 488025"/>
                <a:gd name="connsiteY325" fmla="*/ 616783 h 643122"/>
                <a:gd name="connsiteX326" fmla="*/ 192706 w 488025"/>
                <a:gd name="connsiteY326" fmla="*/ 614461 h 643122"/>
                <a:gd name="connsiteX327" fmla="*/ 198798 w 488025"/>
                <a:gd name="connsiteY327" fmla="*/ 611770 h 643122"/>
                <a:gd name="connsiteX328" fmla="*/ 200110 w 488025"/>
                <a:gd name="connsiteY328" fmla="*/ 610694 h 643122"/>
                <a:gd name="connsiteX329" fmla="*/ 205327 w 488025"/>
                <a:gd name="connsiteY329" fmla="*/ 610694 h 643122"/>
                <a:gd name="connsiteX330" fmla="*/ 210106 w 488025"/>
                <a:gd name="connsiteY330" fmla="*/ 614596 h 643122"/>
                <a:gd name="connsiteX331" fmla="*/ 216197 w 488025"/>
                <a:gd name="connsiteY331" fmla="*/ 619945 h 643122"/>
                <a:gd name="connsiteX332" fmla="*/ 222154 w 488025"/>
                <a:gd name="connsiteY332" fmla="*/ 626336 h 643122"/>
                <a:gd name="connsiteX333" fmla="*/ 225048 w 488025"/>
                <a:gd name="connsiteY333" fmla="*/ 629095 h 643122"/>
                <a:gd name="connsiteX334" fmla="*/ 228683 w 488025"/>
                <a:gd name="connsiteY334" fmla="*/ 631281 h 643122"/>
                <a:gd name="connsiteX335" fmla="*/ 232015 w 488025"/>
                <a:gd name="connsiteY335" fmla="*/ 632291 h 643122"/>
                <a:gd name="connsiteX336" fmla="*/ 236928 w 488025"/>
                <a:gd name="connsiteY336" fmla="*/ 634309 h 643122"/>
                <a:gd name="connsiteX337" fmla="*/ 240698 w 488025"/>
                <a:gd name="connsiteY337" fmla="*/ 635184 h 643122"/>
                <a:gd name="connsiteX338" fmla="*/ 243592 w 488025"/>
                <a:gd name="connsiteY338" fmla="*/ 633737 h 643122"/>
                <a:gd name="connsiteX339" fmla="*/ 245174 w 488025"/>
                <a:gd name="connsiteY339" fmla="*/ 629397 h 643122"/>
                <a:gd name="connsiteX340" fmla="*/ 245477 w 488025"/>
                <a:gd name="connsiteY340" fmla="*/ 626370 h 643122"/>
                <a:gd name="connsiteX341" fmla="*/ 245039 w 488025"/>
                <a:gd name="connsiteY341" fmla="*/ 621156 h 643122"/>
                <a:gd name="connsiteX342" fmla="*/ 240260 w 488025"/>
                <a:gd name="connsiteY342" fmla="*/ 615942 h 643122"/>
                <a:gd name="connsiteX343" fmla="*/ 238510 w 488025"/>
                <a:gd name="connsiteY343" fmla="*/ 613318 h 643122"/>
                <a:gd name="connsiteX344" fmla="*/ 235448 w 488025"/>
                <a:gd name="connsiteY344" fmla="*/ 609416 h 643122"/>
                <a:gd name="connsiteX345" fmla="*/ 236895 w 488025"/>
                <a:gd name="connsiteY345" fmla="*/ 604067 h 643122"/>
                <a:gd name="connsiteX346" fmla="*/ 239217 w 488025"/>
                <a:gd name="connsiteY346" fmla="*/ 601039 h 643122"/>
                <a:gd name="connsiteX347" fmla="*/ 243121 w 488025"/>
                <a:gd name="connsiteY347" fmla="*/ 598584 h 643122"/>
                <a:gd name="connsiteX348" fmla="*/ 244433 w 488025"/>
                <a:gd name="connsiteY348" fmla="*/ 596397 h 643122"/>
                <a:gd name="connsiteX349" fmla="*/ 247631 w 488025"/>
                <a:gd name="connsiteY349" fmla="*/ 594211 h 643122"/>
                <a:gd name="connsiteX350" fmla="*/ 249515 w 488025"/>
                <a:gd name="connsiteY350" fmla="*/ 591889 h 643122"/>
                <a:gd name="connsiteX351" fmla="*/ 253352 w 488025"/>
                <a:gd name="connsiteY351" fmla="*/ 589198 h 643122"/>
                <a:gd name="connsiteX352" fmla="*/ 251400 w 488025"/>
                <a:gd name="connsiteY352" fmla="*/ 579005 h 643122"/>
                <a:gd name="connsiteX353" fmla="*/ 251400 w 488025"/>
                <a:gd name="connsiteY353" fmla="*/ 571605 h 643122"/>
                <a:gd name="connsiteX354" fmla="*/ 244433 w 488025"/>
                <a:gd name="connsiteY354" fmla="*/ 565314 h 643122"/>
                <a:gd name="connsiteX355" fmla="*/ 244433 w 488025"/>
                <a:gd name="connsiteY355" fmla="*/ 557711 h 643122"/>
                <a:gd name="connsiteX356" fmla="*/ 255068 w 488025"/>
                <a:gd name="connsiteY356" fmla="*/ 550109 h 643122"/>
                <a:gd name="connsiteX357" fmla="*/ 258333 w 488025"/>
                <a:gd name="connsiteY357" fmla="*/ 542506 h 643122"/>
                <a:gd name="connsiteX358" fmla="*/ 261362 w 488025"/>
                <a:gd name="connsiteY358" fmla="*/ 530564 h 643122"/>
                <a:gd name="connsiteX359" fmla="*/ 262472 w 488025"/>
                <a:gd name="connsiteY359" fmla="*/ 519934 h 643122"/>
                <a:gd name="connsiteX360" fmla="*/ 264626 w 488025"/>
                <a:gd name="connsiteY360" fmla="*/ 514081 h 643122"/>
                <a:gd name="connsiteX361" fmla="*/ 262876 w 488025"/>
                <a:gd name="connsiteY361" fmla="*/ 508631 h 643122"/>
                <a:gd name="connsiteX362" fmla="*/ 262674 w 488025"/>
                <a:gd name="connsiteY362" fmla="*/ 502105 h 643122"/>
                <a:gd name="connsiteX363" fmla="*/ 268328 w 488025"/>
                <a:gd name="connsiteY363" fmla="*/ 498842 h 643122"/>
                <a:gd name="connsiteX364" fmla="*/ 271794 w 488025"/>
                <a:gd name="connsiteY364" fmla="*/ 489726 h 643122"/>
                <a:gd name="connsiteX365" fmla="*/ 270482 w 488025"/>
                <a:gd name="connsiteY365" fmla="*/ 484512 h 643122"/>
                <a:gd name="connsiteX366" fmla="*/ 272636 w 488025"/>
                <a:gd name="connsiteY366" fmla="*/ 479499 h 643122"/>
                <a:gd name="connsiteX367" fmla="*/ 276775 w 488025"/>
                <a:gd name="connsiteY367" fmla="*/ 476472 h 643122"/>
                <a:gd name="connsiteX368" fmla="*/ 280477 w 488025"/>
                <a:gd name="connsiteY368" fmla="*/ 475597 h 643122"/>
                <a:gd name="connsiteX369" fmla="*/ 287208 w 488025"/>
                <a:gd name="connsiteY369" fmla="*/ 471258 h 643122"/>
                <a:gd name="connsiteX370" fmla="*/ 291785 w 488025"/>
                <a:gd name="connsiteY370" fmla="*/ 467995 h 643122"/>
                <a:gd name="connsiteX371" fmla="*/ 294612 w 488025"/>
                <a:gd name="connsiteY371" fmla="*/ 462579 h 643122"/>
                <a:gd name="connsiteX372" fmla="*/ 297439 w 488025"/>
                <a:gd name="connsiteY372" fmla="*/ 457163 h 643122"/>
                <a:gd name="connsiteX373" fmla="*/ 299391 w 488025"/>
                <a:gd name="connsiteY373" fmla="*/ 454337 h 643122"/>
                <a:gd name="connsiteX374" fmla="*/ 301545 w 488025"/>
                <a:gd name="connsiteY374" fmla="*/ 452823 h 643122"/>
                <a:gd name="connsiteX375" fmla="*/ 306324 w 488025"/>
                <a:gd name="connsiteY375" fmla="*/ 449997 h 643122"/>
                <a:gd name="connsiteX376" fmla="*/ 307637 w 488025"/>
                <a:gd name="connsiteY376" fmla="*/ 445994 h 643122"/>
                <a:gd name="connsiteX377" fmla="*/ 304810 w 488025"/>
                <a:gd name="connsiteY377" fmla="*/ 443942 h 643122"/>
                <a:gd name="connsiteX378" fmla="*/ 299156 w 488025"/>
                <a:gd name="connsiteY378" fmla="*/ 443942 h 643122"/>
                <a:gd name="connsiteX379" fmla="*/ 293939 w 488025"/>
                <a:gd name="connsiteY379" fmla="*/ 443942 h 643122"/>
                <a:gd name="connsiteX380" fmla="*/ 291314 w 488025"/>
                <a:gd name="connsiteY380" fmla="*/ 439367 h 643122"/>
                <a:gd name="connsiteX381" fmla="*/ 291314 w 488025"/>
                <a:gd name="connsiteY381" fmla="*/ 436104 h 643122"/>
                <a:gd name="connsiteX382" fmla="*/ 294141 w 488025"/>
                <a:gd name="connsiteY382" fmla="*/ 429814 h 643122"/>
                <a:gd name="connsiteX383" fmla="*/ 297843 w 488025"/>
                <a:gd name="connsiteY383" fmla="*/ 424599 h 643122"/>
                <a:gd name="connsiteX384" fmla="*/ 305011 w 488025"/>
                <a:gd name="connsiteY384" fmla="*/ 420260 h 643122"/>
                <a:gd name="connsiteX385" fmla="*/ 308276 w 488025"/>
                <a:gd name="connsiteY385" fmla="*/ 417434 h 643122"/>
                <a:gd name="connsiteX386" fmla="*/ 314132 w 488025"/>
                <a:gd name="connsiteY386" fmla="*/ 414407 h 643122"/>
                <a:gd name="connsiteX387" fmla="*/ 317161 w 488025"/>
                <a:gd name="connsiteY387" fmla="*/ 409428 h 643122"/>
                <a:gd name="connsiteX388" fmla="*/ 316522 w 488025"/>
                <a:gd name="connsiteY388" fmla="*/ 403575 h 643122"/>
                <a:gd name="connsiteX389" fmla="*/ 312180 w 488025"/>
                <a:gd name="connsiteY389" fmla="*/ 397486 h 643122"/>
                <a:gd name="connsiteX390" fmla="*/ 307603 w 488025"/>
                <a:gd name="connsiteY390" fmla="*/ 391633 h 643122"/>
                <a:gd name="connsiteX391" fmla="*/ 304136 w 488025"/>
                <a:gd name="connsiteY391" fmla="*/ 384030 h 643122"/>
                <a:gd name="connsiteX392" fmla="*/ 299559 w 488025"/>
                <a:gd name="connsiteY392" fmla="*/ 380330 h 643122"/>
                <a:gd name="connsiteX393" fmla="*/ 299122 w 488025"/>
                <a:gd name="connsiteY393" fmla="*/ 374039 h 643122"/>
                <a:gd name="connsiteX394" fmla="*/ 303026 w 488025"/>
                <a:gd name="connsiteY394" fmla="*/ 371852 h 643122"/>
                <a:gd name="connsiteX395" fmla="*/ 305214 w 488025"/>
                <a:gd name="connsiteY395" fmla="*/ 369027 h 643122"/>
                <a:gd name="connsiteX396" fmla="*/ 309117 w 488025"/>
                <a:gd name="connsiteY396" fmla="*/ 360987 h 643122"/>
                <a:gd name="connsiteX397" fmla="*/ 313896 w 488025"/>
                <a:gd name="connsiteY397" fmla="*/ 356647 h 643122"/>
                <a:gd name="connsiteX398" fmla="*/ 318238 w 488025"/>
                <a:gd name="connsiteY398" fmla="*/ 351231 h 643122"/>
                <a:gd name="connsiteX399" fmla="*/ 329310 w 488025"/>
                <a:gd name="connsiteY399" fmla="*/ 343629 h 643122"/>
                <a:gd name="connsiteX400" fmla="*/ 338431 w 488025"/>
                <a:gd name="connsiteY400" fmla="*/ 342552 h 643122"/>
                <a:gd name="connsiteX401" fmla="*/ 344959 w 488025"/>
                <a:gd name="connsiteY401" fmla="*/ 341913 h 643122"/>
                <a:gd name="connsiteX402" fmla="*/ 351253 w 488025"/>
                <a:gd name="connsiteY402" fmla="*/ 335387 h 643122"/>
                <a:gd name="connsiteX403" fmla="*/ 354080 w 488025"/>
                <a:gd name="connsiteY403" fmla="*/ 332999 h 643122"/>
                <a:gd name="connsiteX404" fmla="*/ 356671 w 488025"/>
                <a:gd name="connsiteY404" fmla="*/ 327785 h 643122"/>
                <a:gd name="connsiteX405" fmla="*/ 359061 w 488025"/>
                <a:gd name="connsiteY405" fmla="*/ 322133 h 643122"/>
                <a:gd name="connsiteX406" fmla="*/ 363099 w 488025"/>
                <a:gd name="connsiteY406" fmla="*/ 318231 h 643122"/>
                <a:gd name="connsiteX407" fmla="*/ 366027 w 488025"/>
                <a:gd name="connsiteY407" fmla="*/ 313454 h 643122"/>
                <a:gd name="connsiteX408" fmla="*/ 366027 w 488025"/>
                <a:gd name="connsiteY408" fmla="*/ 309316 h 643122"/>
                <a:gd name="connsiteX409" fmla="*/ 363638 w 488025"/>
                <a:gd name="connsiteY409" fmla="*/ 304304 h 643122"/>
                <a:gd name="connsiteX410" fmla="*/ 360374 w 488025"/>
                <a:gd name="connsiteY410" fmla="*/ 303228 h 643122"/>
                <a:gd name="connsiteX411" fmla="*/ 357984 w 488025"/>
                <a:gd name="connsiteY411" fmla="*/ 299325 h 643122"/>
                <a:gd name="connsiteX412" fmla="*/ 358186 w 488025"/>
                <a:gd name="connsiteY412" fmla="*/ 293472 h 643122"/>
                <a:gd name="connsiteX413" fmla="*/ 355998 w 488025"/>
                <a:gd name="connsiteY413" fmla="*/ 289335 h 643122"/>
                <a:gd name="connsiteX414" fmla="*/ 352094 w 488025"/>
                <a:gd name="connsiteY414" fmla="*/ 287383 h 643122"/>
                <a:gd name="connsiteX415" fmla="*/ 345801 w 488025"/>
                <a:gd name="connsiteY415" fmla="*/ 283919 h 643122"/>
                <a:gd name="connsiteX416" fmla="*/ 347113 w 488025"/>
                <a:gd name="connsiteY416" fmla="*/ 280655 h 643122"/>
                <a:gd name="connsiteX417" fmla="*/ 348191 w 488025"/>
                <a:gd name="connsiteY417" fmla="*/ 276081 h 643122"/>
                <a:gd name="connsiteX418" fmla="*/ 352330 w 488025"/>
                <a:gd name="connsiteY418" fmla="*/ 271943 h 643122"/>
                <a:gd name="connsiteX419" fmla="*/ 359936 w 488025"/>
                <a:gd name="connsiteY419" fmla="*/ 268041 h 643122"/>
                <a:gd name="connsiteX420" fmla="*/ 365152 w 488025"/>
                <a:gd name="connsiteY420" fmla="*/ 265652 h 643122"/>
                <a:gd name="connsiteX421" fmla="*/ 372119 w 488025"/>
                <a:gd name="connsiteY421" fmla="*/ 260438 h 643122"/>
                <a:gd name="connsiteX422" fmla="*/ 374946 w 488025"/>
                <a:gd name="connsiteY422" fmla="*/ 255863 h 643122"/>
                <a:gd name="connsiteX423" fmla="*/ 375383 w 488025"/>
                <a:gd name="connsiteY423" fmla="*/ 248698 h 643122"/>
                <a:gd name="connsiteX424" fmla="*/ 376023 w 488025"/>
                <a:gd name="connsiteY424" fmla="*/ 246511 h 643122"/>
                <a:gd name="connsiteX425" fmla="*/ 379725 w 488025"/>
                <a:gd name="connsiteY425" fmla="*/ 243450 h 643122"/>
                <a:gd name="connsiteX426" fmla="*/ 384941 w 488025"/>
                <a:gd name="connsiteY426" fmla="*/ 241701 h 643122"/>
                <a:gd name="connsiteX427" fmla="*/ 389720 w 488025"/>
                <a:gd name="connsiteY427" fmla="*/ 238875 h 643122"/>
                <a:gd name="connsiteX428" fmla="*/ 392110 w 488025"/>
                <a:gd name="connsiteY428" fmla="*/ 236487 h 643122"/>
                <a:gd name="connsiteX429" fmla="*/ 394701 w 488025"/>
                <a:gd name="connsiteY429" fmla="*/ 233661 h 643122"/>
                <a:gd name="connsiteX430" fmla="*/ 396451 w 488025"/>
                <a:gd name="connsiteY430" fmla="*/ 233661 h 643122"/>
                <a:gd name="connsiteX431" fmla="*/ 401667 w 488025"/>
                <a:gd name="connsiteY431" fmla="*/ 236049 h 643122"/>
                <a:gd name="connsiteX432" fmla="*/ 402542 w 488025"/>
                <a:gd name="connsiteY432" fmla="*/ 241499 h 643122"/>
                <a:gd name="connsiteX433" fmla="*/ 406009 w 488025"/>
                <a:gd name="connsiteY433" fmla="*/ 247789 h 643122"/>
                <a:gd name="connsiteX434" fmla="*/ 412101 w 488025"/>
                <a:gd name="connsiteY434" fmla="*/ 248664 h 643122"/>
                <a:gd name="connsiteX435" fmla="*/ 415365 w 488025"/>
                <a:gd name="connsiteY435" fmla="*/ 246713 h 643122"/>
                <a:gd name="connsiteX436" fmla="*/ 421255 w 488025"/>
                <a:gd name="connsiteY436" fmla="*/ 243887 h 643122"/>
                <a:gd name="connsiteX437" fmla="*/ 424284 w 488025"/>
                <a:gd name="connsiteY437" fmla="*/ 240624 h 643122"/>
                <a:gd name="connsiteX438" fmla="*/ 429702 w 488025"/>
                <a:gd name="connsiteY438" fmla="*/ 235410 h 643122"/>
                <a:gd name="connsiteX439" fmla="*/ 439933 w 488025"/>
                <a:gd name="connsiteY439" fmla="*/ 230398 h 643122"/>
                <a:gd name="connsiteX440" fmla="*/ 447101 w 488025"/>
                <a:gd name="connsiteY440" fmla="*/ 226260 h 643122"/>
                <a:gd name="connsiteX441" fmla="*/ 450164 w 488025"/>
                <a:gd name="connsiteY441" fmla="*/ 228648 h 643122"/>
                <a:gd name="connsiteX442" fmla="*/ 453193 w 488025"/>
                <a:gd name="connsiteY442" fmla="*/ 230398 h 643122"/>
                <a:gd name="connsiteX443" fmla="*/ 456222 w 488025"/>
                <a:gd name="connsiteY443" fmla="*/ 227572 h 643122"/>
                <a:gd name="connsiteX444" fmla="*/ 457332 w 488025"/>
                <a:gd name="connsiteY444" fmla="*/ 222156 h 643122"/>
                <a:gd name="connsiteX445" fmla="*/ 459082 w 488025"/>
                <a:gd name="connsiteY445" fmla="*/ 220844 h 643122"/>
                <a:gd name="connsiteX446" fmla="*/ 464501 w 488025"/>
                <a:gd name="connsiteY446" fmla="*/ 218018 h 643122"/>
                <a:gd name="connsiteX447" fmla="*/ 469515 w 488025"/>
                <a:gd name="connsiteY447" fmla="*/ 218018 h 643122"/>
                <a:gd name="connsiteX448" fmla="*/ 474530 w 488025"/>
                <a:gd name="connsiteY448" fmla="*/ 214318 h 643122"/>
                <a:gd name="connsiteX449" fmla="*/ 477794 w 488025"/>
                <a:gd name="connsiteY449" fmla="*/ 212804 h 643122"/>
                <a:gd name="connsiteX450" fmla="*/ 478232 w 488025"/>
                <a:gd name="connsiteY450" fmla="*/ 212804 h 643122"/>
                <a:gd name="connsiteX451" fmla="*/ 478669 w 488025"/>
                <a:gd name="connsiteY451" fmla="*/ 205404 h 643122"/>
                <a:gd name="connsiteX452" fmla="*/ 478030 w 488025"/>
                <a:gd name="connsiteY452" fmla="*/ 201501 h 643122"/>
                <a:gd name="connsiteX453" fmla="*/ 476515 w 488025"/>
                <a:gd name="connsiteY453" fmla="*/ 196085 h 643122"/>
                <a:gd name="connsiteX454" fmla="*/ 478030 w 488025"/>
                <a:gd name="connsiteY454" fmla="*/ 194572 h 643122"/>
                <a:gd name="connsiteX455" fmla="*/ 481732 w 488025"/>
                <a:gd name="connsiteY455" fmla="*/ 194134 h 643122"/>
                <a:gd name="connsiteX456" fmla="*/ 484996 w 488025"/>
                <a:gd name="connsiteY456" fmla="*/ 187171 h 643122"/>
                <a:gd name="connsiteX457" fmla="*/ 488025 w 488025"/>
                <a:gd name="connsiteY457" fmla="*/ 175868 h 643122"/>
                <a:gd name="connsiteX458" fmla="*/ 481900 w 488025"/>
                <a:gd name="connsiteY458" fmla="*/ 169577 h 64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488025" h="643122">
                  <a:moveTo>
                    <a:pt x="481900" y="169577"/>
                  </a:moveTo>
                  <a:lnTo>
                    <a:pt x="479275" y="158712"/>
                  </a:lnTo>
                  <a:lnTo>
                    <a:pt x="479914" y="147409"/>
                  </a:lnTo>
                  <a:lnTo>
                    <a:pt x="472073" y="137182"/>
                  </a:lnTo>
                  <a:lnTo>
                    <a:pt x="463390" y="126317"/>
                  </a:lnTo>
                  <a:lnTo>
                    <a:pt x="454909" y="117638"/>
                  </a:lnTo>
                  <a:lnTo>
                    <a:pt x="443601" y="110271"/>
                  </a:lnTo>
                  <a:lnTo>
                    <a:pt x="437947" y="104182"/>
                  </a:lnTo>
                  <a:lnTo>
                    <a:pt x="434918" y="92442"/>
                  </a:lnTo>
                  <a:lnTo>
                    <a:pt x="439260" y="90053"/>
                  </a:lnTo>
                  <a:lnTo>
                    <a:pt x="439260" y="81778"/>
                  </a:lnTo>
                  <a:lnTo>
                    <a:pt x="442726" y="77439"/>
                  </a:lnTo>
                  <a:lnTo>
                    <a:pt x="449457" y="75925"/>
                  </a:lnTo>
                  <a:lnTo>
                    <a:pt x="451645" y="72224"/>
                  </a:lnTo>
                  <a:lnTo>
                    <a:pt x="453159" y="65496"/>
                  </a:lnTo>
                  <a:lnTo>
                    <a:pt x="444476" y="62233"/>
                  </a:lnTo>
                  <a:lnTo>
                    <a:pt x="444476" y="59340"/>
                  </a:lnTo>
                  <a:lnTo>
                    <a:pt x="442726" y="52377"/>
                  </a:lnTo>
                  <a:lnTo>
                    <a:pt x="437510" y="51502"/>
                  </a:lnTo>
                  <a:lnTo>
                    <a:pt x="428524" y="52949"/>
                  </a:lnTo>
                  <a:lnTo>
                    <a:pt x="420682" y="52377"/>
                  </a:lnTo>
                  <a:lnTo>
                    <a:pt x="408230" y="50358"/>
                  </a:lnTo>
                  <a:lnTo>
                    <a:pt x="397225" y="49484"/>
                  </a:lnTo>
                  <a:lnTo>
                    <a:pt x="389114" y="49181"/>
                  </a:lnTo>
                  <a:lnTo>
                    <a:pt x="384201" y="47163"/>
                  </a:lnTo>
                  <a:lnTo>
                    <a:pt x="378412" y="44842"/>
                  </a:lnTo>
                  <a:lnTo>
                    <a:pt x="378412" y="42823"/>
                  </a:lnTo>
                  <a:lnTo>
                    <a:pt x="373633" y="41377"/>
                  </a:lnTo>
                  <a:lnTo>
                    <a:pt x="371446" y="36163"/>
                  </a:lnTo>
                  <a:lnTo>
                    <a:pt x="371446" y="29199"/>
                  </a:lnTo>
                  <a:lnTo>
                    <a:pt x="371446" y="26609"/>
                  </a:lnTo>
                  <a:lnTo>
                    <a:pt x="369258" y="24019"/>
                  </a:lnTo>
                  <a:lnTo>
                    <a:pt x="365623" y="24893"/>
                  </a:lnTo>
                  <a:lnTo>
                    <a:pt x="358657" y="24019"/>
                  </a:lnTo>
                  <a:lnTo>
                    <a:pt x="356066" y="20251"/>
                  </a:lnTo>
                  <a:lnTo>
                    <a:pt x="351421" y="14162"/>
                  </a:lnTo>
                  <a:lnTo>
                    <a:pt x="346508" y="13860"/>
                  </a:lnTo>
                  <a:lnTo>
                    <a:pt x="344758" y="15609"/>
                  </a:lnTo>
                  <a:lnTo>
                    <a:pt x="340887" y="17930"/>
                  </a:lnTo>
                  <a:lnTo>
                    <a:pt x="337219" y="22269"/>
                  </a:lnTo>
                  <a:cubicBezTo>
                    <a:pt x="337219" y="22269"/>
                    <a:pt x="338363" y="26037"/>
                    <a:pt x="340113" y="27181"/>
                  </a:cubicBezTo>
                  <a:cubicBezTo>
                    <a:pt x="341864" y="28325"/>
                    <a:pt x="340113" y="32698"/>
                    <a:pt x="340113" y="32698"/>
                  </a:cubicBezTo>
                  <a:lnTo>
                    <a:pt x="340113" y="36768"/>
                  </a:lnTo>
                  <a:lnTo>
                    <a:pt x="338094" y="41410"/>
                  </a:lnTo>
                  <a:lnTo>
                    <a:pt x="336950" y="44606"/>
                  </a:lnTo>
                  <a:lnTo>
                    <a:pt x="325945" y="48071"/>
                  </a:lnTo>
                  <a:lnTo>
                    <a:pt x="322748" y="51267"/>
                  </a:lnTo>
                  <a:lnTo>
                    <a:pt x="318406" y="56178"/>
                  </a:lnTo>
                  <a:lnTo>
                    <a:pt x="313190" y="56178"/>
                  </a:lnTo>
                  <a:lnTo>
                    <a:pt x="306526" y="56178"/>
                  </a:lnTo>
                  <a:lnTo>
                    <a:pt x="302454" y="53151"/>
                  </a:lnTo>
                  <a:lnTo>
                    <a:pt x="299862" y="49517"/>
                  </a:lnTo>
                  <a:lnTo>
                    <a:pt x="298415" y="44875"/>
                  </a:lnTo>
                  <a:lnTo>
                    <a:pt x="298415" y="41410"/>
                  </a:lnTo>
                  <a:lnTo>
                    <a:pt x="298987" y="37071"/>
                  </a:lnTo>
                  <a:lnTo>
                    <a:pt x="304204" y="33606"/>
                  </a:lnTo>
                  <a:lnTo>
                    <a:pt x="309420" y="30713"/>
                  </a:lnTo>
                  <a:lnTo>
                    <a:pt x="312617" y="26945"/>
                  </a:lnTo>
                  <a:lnTo>
                    <a:pt x="319281" y="22303"/>
                  </a:lnTo>
                  <a:lnTo>
                    <a:pt x="319281" y="15340"/>
                  </a:lnTo>
                  <a:lnTo>
                    <a:pt x="314805" y="11572"/>
                  </a:lnTo>
                  <a:lnTo>
                    <a:pt x="308848" y="6661"/>
                  </a:lnTo>
                  <a:lnTo>
                    <a:pt x="308848" y="3465"/>
                  </a:lnTo>
                  <a:lnTo>
                    <a:pt x="305516" y="0"/>
                  </a:lnTo>
                  <a:lnTo>
                    <a:pt x="296968" y="875"/>
                  </a:lnTo>
                  <a:lnTo>
                    <a:pt x="292896" y="1177"/>
                  </a:lnTo>
                  <a:lnTo>
                    <a:pt x="289429" y="3498"/>
                  </a:lnTo>
                  <a:lnTo>
                    <a:pt x="290574" y="10731"/>
                  </a:lnTo>
                  <a:lnTo>
                    <a:pt x="287679" y="14196"/>
                  </a:lnTo>
                  <a:lnTo>
                    <a:pt x="283607" y="17661"/>
                  </a:lnTo>
                  <a:cubicBezTo>
                    <a:pt x="283607" y="17661"/>
                    <a:pt x="278088" y="22572"/>
                    <a:pt x="277819" y="23447"/>
                  </a:cubicBezTo>
                  <a:cubicBezTo>
                    <a:pt x="277549" y="24321"/>
                    <a:pt x="273746" y="28661"/>
                    <a:pt x="273746" y="28661"/>
                  </a:cubicBezTo>
                  <a:cubicBezTo>
                    <a:pt x="273746" y="28661"/>
                    <a:pt x="268530" y="31857"/>
                    <a:pt x="266780" y="31857"/>
                  </a:cubicBezTo>
                  <a:cubicBezTo>
                    <a:pt x="265030" y="31857"/>
                    <a:pt x="260991" y="34481"/>
                    <a:pt x="260991" y="34481"/>
                  </a:cubicBezTo>
                  <a:lnTo>
                    <a:pt x="252308" y="37071"/>
                  </a:lnTo>
                  <a:lnTo>
                    <a:pt x="245645" y="37071"/>
                  </a:lnTo>
                  <a:lnTo>
                    <a:pt x="245409" y="36196"/>
                  </a:lnTo>
                  <a:lnTo>
                    <a:pt x="243592" y="38652"/>
                  </a:lnTo>
                  <a:lnTo>
                    <a:pt x="238476" y="40670"/>
                  </a:lnTo>
                  <a:lnTo>
                    <a:pt x="230736" y="44068"/>
                  </a:lnTo>
                  <a:lnTo>
                    <a:pt x="227101" y="45716"/>
                  </a:lnTo>
                  <a:lnTo>
                    <a:pt x="217543" y="45716"/>
                  </a:lnTo>
                  <a:lnTo>
                    <a:pt x="212764" y="38316"/>
                  </a:lnTo>
                  <a:lnTo>
                    <a:pt x="209937" y="35591"/>
                  </a:lnTo>
                  <a:lnTo>
                    <a:pt x="204721" y="33539"/>
                  </a:lnTo>
                  <a:lnTo>
                    <a:pt x="193211" y="33539"/>
                  </a:lnTo>
                  <a:lnTo>
                    <a:pt x="186918" y="34851"/>
                  </a:lnTo>
                  <a:lnTo>
                    <a:pt x="178975" y="35288"/>
                  </a:lnTo>
                  <a:lnTo>
                    <a:pt x="176687" y="39627"/>
                  </a:lnTo>
                  <a:lnTo>
                    <a:pt x="176687" y="43092"/>
                  </a:lnTo>
                  <a:lnTo>
                    <a:pt x="174061" y="47869"/>
                  </a:lnTo>
                  <a:lnTo>
                    <a:pt x="171235" y="51771"/>
                  </a:lnTo>
                  <a:lnTo>
                    <a:pt x="167533" y="54160"/>
                  </a:lnTo>
                  <a:lnTo>
                    <a:pt x="162956" y="55472"/>
                  </a:lnTo>
                  <a:lnTo>
                    <a:pt x="156426" y="58096"/>
                  </a:lnTo>
                  <a:lnTo>
                    <a:pt x="153398" y="64184"/>
                  </a:lnTo>
                  <a:cubicBezTo>
                    <a:pt x="153398" y="64184"/>
                    <a:pt x="152960" y="68087"/>
                    <a:pt x="152321" y="68524"/>
                  </a:cubicBezTo>
                  <a:cubicBezTo>
                    <a:pt x="151681" y="68961"/>
                    <a:pt x="145792" y="71989"/>
                    <a:pt x="145792" y="71989"/>
                  </a:cubicBezTo>
                  <a:lnTo>
                    <a:pt x="138388" y="67010"/>
                  </a:lnTo>
                  <a:lnTo>
                    <a:pt x="132936" y="63545"/>
                  </a:lnTo>
                  <a:lnTo>
                    <a:pt x="128157" y="67683"/>
                  </a:lnTo>
                  <a:cubicBezTo>
                    <a:pt x="128157" y="67683"/>
                    <a:pt x="126407" y="70071"/>
                    <a:pt x="126205" y="70946"/>
                  </a:cubicBezTo>
                  <a:cubicBezTo>
                    <a:pt x="126003" y="71821"/>
                    <a:pt x="121864" y="73772"/>
                    <a:pt x="122065" y="75084"/>
                  </a:cubicBezTo>
                  <a:cubicBezTo>
                    <a:pt x="122267" y="76396"/>
                    <a:pt x="126407" y="83023"/>
                    <a:pt x="126407" y="83023"/>
                  </a:cubicBezTo>
                  <a:lnTo>
                    <a:pt x="122065" y="87463"/>
                  </a:lnTo>
                  <a:lnTo>
                    <a:pt x="114897" y="87463"/>
                  </a:lnTo>
                  <a:lnTo>
                    <a:pt x="106214" y="87463"/>
                  </a:lnTo>
                  <a:lnTo>
                    <a:pt x="95781" y="87463"/>
                  </a:lnTo>
                  <a:cubicBezTo>
                    <a:pt x="95781" y="87463"/>
                    <a:pt x="93156" y="89414"/>
                    <a:pt x="92752" y="90289"/>
                  </a:cubicBezTo>
                  <a:cubicBezTo>
                    <a:pt x="92315" y="91163"/>
                    <a:pt x="89487" y="94191"/>
                    <a:pt x="88848" y="94628"/>
                  </a:cubicBezTo>
                  <a:cubicBezTo>
                    <a:pt x="88209" y="95066"/>
                    <a:pt x="85382" y="96142"/>
                    <a:pt x="85382" y="96142"/>
                  </a:cubicBezTo>
                  <a:lnTo>
                    <a:pt x="77574" y="97891"/>
                  </a:lnTo>
                  <a:lnTo>
                    <a:pt x="64516" y="97891"/>
                  </a:lnTo>
                  <a:lnTo>
                    <a:pt x="61049" y="97891"/>
                  </a:lnTo>
                  <a:lnTo>
                    <a:pt x="60174" y="101794"/>
                  </a:lnTo>
                  <a:lnTo>
                    <a:pt x="60174" y="103980"/>
                  </a:lnTo>
                  <a:lnTo>
                    <a:pt x="60174" y="109194"/>
                  </a:lnTo>
                  <a:cubicBezTo>
                    <a:pt x="60174" y="109194"/>
                    <a:pt x="58660" y="110069"/>
                    <a:pt x="57987" y="110506"/>
                  </a:cubicBezTo>
                  <a:cubicBezTo>
                    <a:pt x="57348" y="110943"/>
                    <a:pt x="53208" y="111381"/>
                    <a:pt x="52568" y="111583"/>
                  </a:cubicBezTo>
                  <a:cubicBezTo>
                    <a:pt x="52501" y="111616"/>
                    <a:pt x="52434" y="111616"/>
                    <a:pt x="52434" y="111650"/>
                  </a:cubicBezTo>
                  <a:cubicBezTo>
                    <a:pt x="52501" y="111616"/>
                    <a:pt x="52568" y="111448"/>
                    <a:pt x="50179" y="111583"/>
                  </a:cubicBezTo>
                  <a:cubicBezTo>
                    <a:pt x="46679" y="111784"/>
                    <a:pt x="44087" y="111650"/>
                    <a:pt x="44087" y="111650"/>
                  </a:cubicBezTo>
                  <a:lnTo>
                    <a:pt x="41261" y="116158"/>
                  </a:lnTo>
                  <a:cubicBezTo>
                    <a:pt x="41261" y="116158"/>
                    <a:pt x="40184" y="118109"/>
                    <a:pt x="38871" y="119421"/>
                  </a:cubicBezTo>
                  <a:cubicBezTo>
                    <a:pt x="37559" y="120733"/>
                    <a:pt x="34092" y="123760"/>
                    <a:pt x="34092" y="123760"/>
                  </a:cubicBezTo>
                  <a:lnTo>
                    <a:pt x="34092" y="126586"/>
                  </a:lnTo>
                  <a:lnTo>
                    <a:pt x="35842" y="133314"/>
                  </a:lnTo>
                  <a:lnTo>
                    <a:pt x="35842" y="140479"/>
                  </a:lnTo>
                  <a:lnTo>
                    <a:pt x="37592" y="145929"/>
                  </a:lnTo>
                  <a:lnTo>
                    <a:pt x="45198" y="148317"/>
                  </a:lnTo>
                  <a:lnTo>
                    <a:pt x="48900" y="148317"/>
                  </a:lnTo>
                  <a:lnTo>
                    <a:pt x="56708" y="153969"/>
                  </a:lnTo>
                  <a:lnTo>
                    <a:pt x="57819" y="156357"/>
                  </a:lnTo>
                  <a:lnTo>
                    <a:pt x="56069" y="166348"/>
                  </a:lnTo>
                  <a:lnTo>
                    <a:pt x="52165" y="175262"/>
                  </a:lnTo>
                  <a:lnTo>
                    <a:pt x="49775" y="184379"/>
                  </a:lnTo>
                  <a:cubicBezTo>
                    <a:pt x="49775" y="184379"/>
                    <a:pt x="49136" y="186128"/>
                    <a:pt x="49775" y="188281"/>
                  </a:cubicBezTo>
                  <a:cubicBezTo>
                    <a:pt x="50414" y="190468"/>
                    <a:pt x="53679" y="195244"/>
                    <a:pt x="55194" y="194807"/>
                  </a:cubicBezTo>
                  <a:cubicBezTo>
                    <a:pt x="56708" y="194370"/>
                    <a:pt x="62160" y="194841"/>
                    <a:pt x="62160" y="194841"/>
                  </a:cubicBezTo>
                  <a:lnTo>
                    <a:pt x="65189" y="196994"/>
                  </a:lnTo>
                  <a:lnTo>
                    <a:pt x="66064" y="200694"/>
                  </a:lnTo>
                  <a:lnTo>
                    <a:pt x="65425" y="203284"/>
                  </a:lnTo>
                  <a:lnTo>
                    <a:pt x="64112" y="206312"/>
                  </a:lnTo>
                  <a:lnTo>
                    <a:pt x="59771" y="208498"/>
                  </a:lnTo>
                  <a:cubicBezTo>
                    <a:pt x="59771" y="208498"/>
                    <a:pt x="63035" y="212636"/>
                    <a:pt x="62800" y="213511"/>
                  </a:cubicBezTo>
                  <a:cubicBezTo>
                    <a:pt x="62597" y="214385"/>
                    <a:pt x="64112" y="215899"/>
                    <a:pt x="57348" y="220474"/>
                  </a:cubicBezTo>
                  <a:cubicBezTo>
                    <a:pt x="50617" y="225049"/>
                    <a:pt x="47352" y="228077"/>
                    <a:pt x="47352" y="228077"/>
                  </a:cubicBezTo>
                  <a:lnTo>
                    <a:pt x="40184" y="231777"/>
                  </a:lnTo>
                  <a:lnTo>
                    <a:pt x="40823" y="235242"/>
                  </a:lnTo>
                  <a:lnTo>
                    <a:pt x="45400" y="235242"/>
                  </a:lnTo>
                  <a:lnTo>
                    <a:pt x="47790" y="239380"/>
                  </a:lnTo>
                  <a:lnTo>
                    <a:pt x="44962" y="244796"/>
                  </a:lnTo>
                  <a:lnTo>
                    <a:pt x="41934" y="248260"/>
                  </a:lnTo>
                  <a:lnTo>
                    <a:pt x="34126" y="250447"/>
                  </a:lnTo>
                  <a:lnTo>
                    <a:pt x="30861" y="251961"/>
                  </a:lnTo>
                  <a:lnTo>
                    <a:pt x="25847" y="253037"/>
                  </a:lnTo>
                  <a:lnTo>
                    <a:pt x="22145" y="255426"/>
                  </a:lnTo>
                  <a:lnTo>
                    <a:pt x="19755" y="258487"/>
                  </a:lnTo>
                  <a:lnTo>
                    <a:pt x="18443" y="260875"/>
                  </a:lnTo>
                  <a:lnTo>
                    <a:pt x="18443" y="263903"/>
                  </a:lnTo>
                  <a:lnTo>
                    <a:pt x="18443" y="269117"/>
                  </a:lnTo>
                  <a:lnTo>
                    <a:pt x="18443" y="276081"/>
                  </a:lnTo>
                  <a:lnTo>
                    <a:pt x="16928" y="278032"/>
                  </a:lnTo>
                  <a:lnTo>
                    <a:pt x="15616" y="280218"/>
                  </a:lnTo>
                  <a:lnTo>
                    <a:pt x="12149" y="283279"/>
                  </a:lnTo>
                  <a:lnTo>
                    <a:pt x="9760" y="286542"/>
                  </a:lnTo>
                  <a:cubicBezTo>
                    <a:pt x="9760" y="286542"/>
                    <a:pt x="8683" y="287182"/>
                    <a:pt x="8683" y="289133"/>
                  </a:cubicBezTo>
                  <a:cubicBezTo>
                    <a:pt x="8683" y="291084"/>
                    <a:pt x="6731" y="294549"/>
                    <a:pt x="6731" y="294549"/>
                  </a:cubicBezTo>
                  <a:lnTo>
                    <a:pt x="3264" y="298014"/>
                  </a:lnTo>
                  <a:lnTo>
                    <a:pt x="1750" y="299527"/>
                  </a:lnTo>
                  <a:lnTo>
                    <a:pt x="0" y="302151"/>
                  </a:lnTo>
                  <a:lnTo>
                    <a:pt x="2625" y="305179"/>
                  </a:lnTo>
                  <a:lnTo>
                    <a:pt x="3063" y="311032"/>
                  </a:lnTo>
                  <a:lnTo>
                    <a:pt x="3938" y="316684"/>
                  </a:lnTo>
                  <a:lnTo>
                    <a:pt x="4577" y="317995"/>
                  </a:lnTo>
                  <a:lnTo>
                    <a:pt x="4577" y="322133"/>
                  </a:lnTo>
                  <a:lnTo>
                    <a:pt x="7168" y="322133"/>
                  </a:lnTo>
                  <a:lnTo>
                    <a:pt x="10669" y="324320"/>
                  </a:lnTo>
                  <a:lnTo>
                    <a:pt x="15683" y="325632"/>
                  </a:lnTo>
                  <a:lnTo>
                    <a:pt x="19385" y="325632"/>
                  </a:lnTo>
                  <a:lnTo>
                    <a:pt x="24837" y="321292"/>
                  </a:lnTo>
                  <a:lnTo>
                    <a:pt x="30929" y="320418"/>
                  </a:lnTo>
                  <a:lnTo>
                    <a:pt x="34832" y="320619"/>
                  </a:lnTo>
                  <a:lnTo>
                    <a:pt x="34597" y="322571"/>
                  </a:lnTo>
                  <a:lnTo>
                    <a:pt x="34159" y="327347"/>
                  </a:lnTo>
                  <a:lnTo>
                    <a:pt x="33083" y="331485"/>
                  </a:lnTo>
                  <a:lnTo>
                    <a:pt x="31770" y="335623"/>
                  </a:lnTo>
                  <a:lnTo>
                    <a:pt x="28741" y="338246"/>
                  </a:lnTo>
                  <a:lnTo>
                    <a:pt x="26116" y="341711"/>
                  </a:lnTo>
                  <a:lnTo>
                    <a:pt x="24164" y="344537"/>
                  </a:lnTo>
                  <a:cubicBezTo>
                    <a:pt x="24164" y="344537"/>
                    <a:pt x="23727" y="349112"/>
                    <a:pt x="23727" y="349751"/>
                  </a:cubicBezTo>
                  <a:cubicBezTo>
                    <a:pt x="23727" y="350390"/>
                    <a:pt x="25477" y="354965"/>
                    <a:pt x="25477" y="354965"/>
                  </a:cubicBezTo>
                  <a:lnTo>
                    <a:pt x="30255" y="360180"/>
                  </a:lnTo>
                  <a:lnTo>
                    <a:pt x="39174" y="364755"/>
                  </a:lnTo>
                  <a:lnTo>
                    <a:pt x="40688" y="368892"/>
                  </a:lnTo>
                  <a:lnTo>
                    <a:pt x="36347" y="374308"/>
                  </a:lnTo>
                  <a:lnTo>
                    <a:pt x="35472" y="378009"/>
                  </a:lnTo>
                  <a:lnTo>
                    <a:pt x="35236" y="384535"/>
                  </a:lnTo>
                  <a:lnTo>
                    <a:pt x="33049" y="388437"/>
                  </a:lnTo>
                  <a:lnTo>
                    <a:pt x="31972" y="389749"/>
                  </a:lnTo>
                  <a:lnTo>
                    <a:pt x="31333" y="393449"/>
                  </a:lnTo>
                  <a:lnTo>
                    <a:pt x="32208" y="397587"/>
                  </a:lnTo>
                  <a:lnTo>
                    <a:pt x="32409" y="402599"/>
                  </a:lnTo>
                  <a:lnTo>
                    <a:pt x="34799" y="404416"/>
                  </a:lnTo>
                  <a:lnTo>
                    <a:pt x="46612" y="405660"/>
                  </a:lnTo>
                  <a:lnTo>
                    <a:pt x="52400" y="405660"/>
                  </a:lnTo>
                  <a:lnTo>
                    <a:pt x="58492" y="414070"/>
                  </a:lnTo>
                  <a:lnTo>
                    <a:pt x="60242" y="417535"/>
                  </a:lnTo>
                  <a:lnTo>
                    <a:pt x="60545" y="424196"/>
                  </a:lnTo>
                  <a:lnTo>
                    <a:pt x="57650" y="429107"/>
                  </a:lnTo>
                  <a:lnTo>
                    <a:pt x="55900" y="432875"/>
                  </a:lnTo>
                  <a:cubicBezTo>
                    <a:pt x="55900" y="432875"/>
                    <a:pt x="54150" y="437214"/>
                    <a:pt x="54150" y="438964"/>
                  </a:cubicBezTo>
                  <a:cubicBezTo>
                    <a:pt x="54150" y="440713"/>
                    <a:pt x="53578" y="445624"/>
                    <a:pt x="53578" y="445624"/>
                  </a:cubicBezTo>
                  <a:cubicBezTo>
                    <a:pt x="53578" y="445624"/>
                    <a:pt x="50112" y="447945"/>
                    <a:pt x="49237" y="448820"/>
                  </a:cubicBezTo>
                  <a:cubicBezTo>
                    <a:pt x="48362" y="449695"/>
                    <a:pt x="47217" y="452016"/>
                    <a:pt x="47217" y="452016"/>
                  </a:cubicBezTo>
                  <a:lnTo>
                    <a:pt x="46342" y="456591"/>
                  </a:lnTo>
                  <a:lnTo>
                    <a:pt x="46915" y="459551"/>
                  </a:lnTo>
                  <a:lnTo>
                    <a:pt x="50684" y="459551"/>
                  </a:lnTo>
                  <a:cubicBezTo>
                    <a:pt x="50684" y="459551"/>
                    <a:pt x="55328" y="457365"/>
                    <a:pt x="56472" y="456725"/>
                  </a:cubicBezTo>
                  <a:cubicBezTo>
                    <a:pt x="57617" y="456086"/>
                    <a:pt x="64886" y="453160"/>
                    <a:pt x="64886" y="453160"/>
                  </a:cubicBezTo>
                  <a:lnTo>
                    <a:pt x="69228" y="452285"/>
                  </a:lnTo>
                  <a:lnTo>
                    <a:pt x="72997" y="452588"/>
                  </a:lnTo>
                  <a:lnTo>
                    <a:pt x="75891" y="456725"/>
                  </a:lnTo>
                  <a:lnTo>
                    <a:pt x="74747" y="459551"/>
                  </a:lnTo>
                  <a:lnTo>
                    <a:pt x="71852" y="463016"/>
                  </a:lnTo>
                  <a:lnTo>
                    <a:pt x="66636" y="465640"/>
                  </a:lnTo>
                  <a:cubicBezTo>
                    <a:pt x="66636" y="465640"/>
                    <a:pt x="62564" y="466784"/>
                    <a:pt x="61117" y="467658"/>
                  </a:cubicBezTo>
                  <a:cubicBezTo>
                    <a:pt x="59670" y="468533"/>
                    <a:pt x="54150" y="471123"/>
                    <a:pt x="54150" y="471123"/>
                  </a:cubicBezTo>
                  <a:lnTo>
                    <a:pt x="52131" y="476337"/>
                  </a:lnTo>
                  <a:lnTo>
                    <a:pt x="52400" y="483570"/>
                  </a:lnTo>
                  <a:lnTo>
                    <a:pt x="52972" y="487909"/>
                  </a:lnTo>
                  <a:lnTo>
                    <a:pt x="51391" y="491105"/>
                  </a:lnTo>
                  <a:lnTo>
                    <a:pt x="48059" y="497766"/>
                  </a:lnTo>
                  <a:lnTo>
                    <a:pt x="48059" y="500356"/>
                  </a:lnTo>
                  <a:lnTo>
                    <a:pt x="45736" y="504998"/>
                  </a:lnTo>
                  <a:lnTo>
                    <a:pt x="45165" y="510515"/>
                  </a:lnTo>
                  <a:lnTo>
                    <a:pt x="44862" y="513711"/>
                  </a:lnTo>
                  <a:lnTo>
                    <a:pt x="45434" y="519800"/>
                  </a:lnTo>
                  <a:lnTo>
                    <a:pt x="48631" y="521818"/>
                  </a:lnTo>
                  <a:lnTo>
                    <a:pt x="49775" y="524711"/>
                  </a:lnTo>
                  <a:lnTo>
                    <a:pt x="48631" y="529622"/>
                  </a:lnTo>
                  <a:lnTo>
                    <a:pt x="47487" y="533390"/>
                  </a:lnTo>
                  <a:lnTo>
                    <a:pt x="48934" y="536586"/>
                  </a:lnTo>
                  <a:lnTo>
                    <a:pt x="47924" y="541228"/>
                  </a:lnTo>
                  <a:lnTo>
                    <a:pt x="52838" y="541531"/>
                  </a:lnTo>
                  <a:lnTo>
                    <a:pt x="59501" y="546005"/>
                  </a:lnTo>
                  <a:lnTo>
                    <a:pt x="60948" y="553103"/>
                  </a:lnTo>
                  <a:lnTo>
                    <a:pt x="59939" y="553977"/>
                  </a:lnTo>
                  <a:lnTo>
                    <a:pt x="61958" y="558048"/>
                  </a:lnTo>
                  <a:lnTo>
                    <a:pt x="67175" y="558182"/>
                  </a:lnTo>
                  <a:cubicBezTo>
                    <a:pt x="67175" y="558182"/>
                    <a:pt x="71819" y="552094"/>
                    <a:pt x="72391" y="551959"/>
                  </a:cubicBezTo>
                  <a:cubicBezTo>
                    <a:pt x="72963" y="551825"/>
                    <a:pt x="75588" y="548629"/>
                    <a:pt x="75588" y="548629"/>
                  </a:cubicBezTo>
                  <a:cubicBezTo>
                    <a:pt x="75588" y="548629"/>
                    <a:pt x="77910" y="546610"/>
                    <a:pt x="78483" y="546610"/>
                  </a:cubicBezTo>
                  <a:cubicBezTo>
                    <a:pt x="79055" y="546610"/>
                    <a:pt x="81680" y="547351"/>
                    <a:pt x="82117" y="547788"/>
                  </a:cubicBezTo>
                  <a:cubicBezTo>
                    <a:pt x="82555" y="548225"/>
                    <a:pt x="87906" y="553002"/>
                    <a:pt x="87906" y="553002"/>
                  </a:cubicBezTo>
                  <a:lnTo>
                    <a:pt x="89925" y="554146"/>
                  </a:lnTo>
                  <a:cubicBezTo>
                    <a:pt x="89925" y="554146"/>
                    <a:pt x="93391" y="553137"/>
                    <a:pt x="94132" y="552834"/>
                  </a:cubicBezTo>
                  <a:cubicBezTo>
                    <a:pt x="94839" y="552531"/>
                    <a:pt x="97767" y="549503"/>
                    <a:pt x="98204" y="549369"/>
                  </a:cubicBezTo>
                  <a:cubicBezTo>
                    <a:pt x="98642" y="549234"/>
                    <a:pt x="102411" y="546610"/>
                    <a:pt x="102983" y="546476"/>
                  </a:cubicBezTo>
                  <a:cubicBezTo>
                    <a:pt x="103555" y="546341"/>
                    <a:pt x="105305" y="543280"/>
                    <a:pt x="105743" y="543280"/>
                  </a:cubicBezTo>
                  <a:cubicBezTo>
                    <a:pt x="106180" y="543280"/>
                    <a:pt x="108200" y="541699"/>
                    <a:pt x="108200" y="541699"/>
                  </a:cubicBezTo>
                  <a:cubicBezTo>
                    <a:pt x="108200" y="541699"/>
                    <a:pt x="109344" y="541127"/>
                    <a:pt x="109781" y="541127"/>
                  </a:cubicBezTo>
                  <a:cubicBezTo>
                    <a:pt x="110219" y="541127"/>
                    <a:pt x="113988" y="544895"/>
                    <a:pt x="113988" y="544895"/>
                  </a:cubicBezTo>
                  <a:lnTo>
                    <a:pt x="117455" y="546476"/>
                  </a:lnTo>
                  <a:lnTo>
                    <a:pt x="121359" y="550546"/>
                  </a:lnTo>
                  <a:cubicBezTo>
                    <a:pt x="121359" y="550546"/>
                    <a:pt x="123681" y="552127"/>
                    <a:pt x="124118" y="552867"/>
                  </a:cubicBezTo>
                  <a:cubicBezTo>
                    <a:pt x="124556" y="553608"/>
                    <a:pt x="125868" y="554886"/>
                    <a:pt x="126137" y="555626"/>
                  </a:cubicBezTo>
                  <a:cubicBezTo>
                    <a:pt x="126440" y="556366"/>
                    <a:pt x="128460" y="559259"/>
                    <a:pt x="128460" y="559259"/>
                  </a:cubicBezTo>
                  <a:cubicBezTo>
                    <a:pt x="128460" y="559259"/>
                    <a:pt x="129032" y="562724"/>
                    <a:pt x="129032" y="563161"/>
                  </a:cubicBezTo>
                  <a:cubicBezTo>
                    <a:pt x="129032" y="563598"/>
                    <a:pt x="128325" y="565348"/>
                    <a:pt x="128325" y="565348"/>
                  </a:cubicBezTo>
                  <a:cubicBezTo>
                    <a:pt x="128325" y="565348"/>
                    <a:pt x="128190" y="566222"/>
                    <a:pt x="128762" y="567669"/>
                  </a:cubicBezTo>
                  <a:cubicBezTo>
                    <a:pt x="129335" y="569115"/>
                    <a:pt x="129907" y="569990"/>
                    <a:pt x="130075" y="570696"/>
                  </a:cubicBezTo>
                  <a:cubicBezTo>
                    <a:pt x="130210" y="571436"/>
                    <a:pt x="130647" y="573455"/>
                    <a:pt x="130647" y="573455"/>
                  </a:cubicBezTo>
                  <a:cubicBezTo>
                    <a:pt x="130647" y="573455"/>
                    <a:pt x="130210" y="574329"/>
                    <a:pt x="129772" y="574767"/>
                  </a:cubicBezTo>
                  <a:cubicBezTo>
                    <a:pt x="129335" y="575204"/>
                    <a:pt x="125431" y="577223"/>
                    <a:pt x="125431" y="577223"/>
                  </a:cubicBezTo>
                  <a:cubicBezTo>
                    <a:pt x="125431" y="577223"/>
                    <a:pt x="124421" y="578669"/>
                    <a:pt x="123815" y="578972"/>
                  </a:cubicBezTo>
                  <a:cubicBezTo>
                    <a:pt x="123243" y="579275"/>
                    <a:pt x="116411" y="581865"/>
                    <a:pt x="116411" y="581865"/>
                  </a:cubicBezTo>
                  <a:cubicBezTo>
                    <a:pt x="116411" y="581865"/>
                    <a:pt x="115099" y="581999"/>
                    <a:pt x="114661" y="582302"/>
                  </a:cubicBezTo>
                  <a:cubicBezTo>
                    <a:pt x="114224" y="582605"/>
                    <a:pt x="111632" y="584186"/>
                    <a:pt x="111195" y="584758"/>
                  </a:cubicBezTo>
                  <a:cubicBezTo>
                    <a:pt x="110757" y="585330"/>
                    <a:pt x="107291" y="588223"/>
                    <a:pt x="107291" y="588828"/>
                  </a:cubicBezTo>
                  <a:cubicBezTo>
                    <a:pt x="107291" y="589400"/>
                    <a:pt x="106147" y="589568"/>
                    <a:pt x="105137" y="591418"/>
                  </a:cubicBezTo>
                  <a:cubicBezTo>
                    <a:pt x="104127" y="593302"/>
                    <a:pt x="100493" y="595186"/>
                    <a:pt x="100493" y="595186"/>
                  </a:cubicBezTo>
                  <a:cubicBezTo>
                    <a:pt x="100493" y="595186"/>
                    <a:pt x="99921" y="597776"/>
                    <a:pt x="99617" y="598516"/>
                  </a:cubicBezTo>
                  <a:cubicBezTo>
                    <a:pt x="99315" y="599223"/>
                    <a:pt x="99180" y="601847"/>
                    <a:pt x="99180" y="601847"/>
                  </a:cubicBezTo>
                  <a:cubicBezTo>
                    <a:pt x="99180" y="601847"/>
                    <a:pt x="99046" y="602990"/>
                    <a:pt x="99315" y="603428"/>
                  </a:cubicBezTo>
                  <a:cubicBezTo>
                    <a:pt x="99617" y="603865"/>
                    <a:pt x="96858" y="612275"/>
                    <a:pt x="96858" y="612275"/>
                  </a:cubicBezTo>
                  <a:lnTo>
                    <a:pt x="92954" y="616783"/>
                  </a:lnTo>
                  <a:lnTo>
                    <a:pt x="90935" y="619373"/>
                  </a:lnTo>
                  <a:lnTo>
                    <a:pt x="87468" y="622569"/>
                  </a:lnTo>
                  <a:cubicBezTo>
                    <a:pt x="87468" y="622569"/>
                    <a:pt x="83565" y="623578"/>
                    <a:pt x="83396" y="624015"/>
                  </a:cubicBezTo>
                  <a:cubicBezTo>
                    <a:pt x="83261" y="624453"/>
                    <a:pt x="80199" y="624722"/>
                    <a:pt x="80064" y="625327"/>
                  </a:cubicBezTo>
                  <a:cubicBezTo>
                    <a:pt x="79930" y="625899"/>
                    <a:pt x="77473" y="627648"/>
                    <a:pt x="77473" y="628220"/>
                  </a:cubicBezTo>
                  <a:cubicBezTo>
                    <a:pt x="77473" y="628792"/>
                    <a:pt x="78785" y="631685"/>
                    <a:pt x="79189" y="631853"/>
                  </a:cubicBezTo>
                  <a:cubicBezTo>
                    <a:pt x="79627" y="631988"/>
                    <a:pt x="82656" y="633737"/>
                    <a:pt x="83093" y="633872"/>
                  </a:cubicBezTo>
                  <a:cubicBezTo>
                    <a:pt x="83531" y="634006"/>
                    <a:pt x="88882" y="636899"/>
                    <a:pt x="88882" y="636899"/>
                  </a:cubicBezTo>
                  <a:lnTo>
                    <a:pt x="90632" y="637908"/>
                  </a:lnTo>
                  <a:lnTo>
                    <a:pt x="93526" y="639052"/>
                  </a:lnTo>
                  <a:lnTo>
                    <a:pt x="100762" y="643123"/>
                  </a:lnTo>
                  <a:cubicBezTo>
                    <a:pt x="100762" y="643123"/>
                    <a:pt x="104969" y="643123"/>
                    <a:pt x="106113" y="642820"/>
                  </a:cubicBezTo>
                  <a:cubicBezTo>
                    <a:pt x="107257" y="642517"/>
                    <a:pt x="111464" y="641945"/>
                    <a:pt x="111464" y="641945"/>
                  </a:cubicBezTo>
                  <a:cubicBezTo>
                    <a:pt x="111464" y="641945"/>
                    <a:pt x="118868" y="641373"/>
                    <a:pt x="119575" y="641071"/>
                  </a:cubicBezTo>
                  <a:cubicBezTo>
                    <a:pt x="120315" y="640768"/>
                    <a:pt x="122907" y="639759"/>
                    <a:pt x="122907" y="639759"/>
                  </a:cubicBezTo>
                  <a:cubicBezTo>
                    <a:pt x="122907" y="639759"/>
                    <a:pt x="124657" y="638447"/>
                    <a:pt x="125229" y="638447"/>
                  </a:cubicBezTo>
                  <a:cubicBezTo>
                    <a:pt x="125801" y="638447"/>
                    <a:pt x="127686" y="636260"/>
                    <a:pt x="127686" y="636260"/>
                  </a:cubicBezTo>
                  <a:lnTo>
                    <a:pt x="131589" y="637269"/>
                  </a:lnTo>
                  <a:lnTo>
                    <a:pt x="134618" y="637404"/>
                  </a:lnTo>
                  <a:lnTo>
                    <a:pt x="137378" y="635385"/>
                  </a:lnTo>
                  <a:lnTo>
                    <a:pt x="138960" y="634073"/>
                  </a:lnTo>
                  <a:cubicBezTo>
                    <a:pt x="138960" y="634073"/>
                    <a:pt x="140138" y="633502"/>
                    <a:pt x="140979" y="633636"/>
                  </a:cubicBezTo>
                  <a:cubicBezTo>
                    <a:pt x="141854" y="633771"/>
                    <a:pt x="142864" y="633064"/>
                    <a:pt x="144883" y="634343"/>
                  </a:cubicBezTo>
                  <a:cubicBezTo>
                    <a:pt x="146902" y="635655"/>
                    <a:pt x="146902" y="635655"/>
                    <a:pt x="146902" y="635655"/>
                  </a:cubicBezTo>
                  <a:lnTo>
                    <a:pt x="151109" y="635520"/>
                  </a:lnTo>
                  <a:lnTo>
                    <a:pt x="153499" y="633064"/>
                  </a:lnTo>
                  <a:lnTo>
                    <a:pt x="154003" y="630171"/>
                  </a:lnTo>
                  <a:lnTo>
                    <a:pt x="154003" y="627278"/>
                  </a:lnTo>
                  <a:lnTo>
                    <a:pt x="155451" y="625966"/>
                  </a:lnTo>
                  <a:lnTo>
                    <a:pt x="158210" y="623645"/>
                  </a:lnTo>
                  <a:lnTo>
                    <a:pt x="162855" y="622905"/>
                  </a:lnTo>
                  <a:lnTo>
                    <a:pt x="165311" y="622905"/>
                  </a:lnTo>
                  <a:cubicBezTo>
                    <a:pt x="165311" y="622905"/>
                    <a:pt x="166052" y="620584"/>
                    <a:pt x="167330" y="620584"/>
                  </a:cubicBezTo>
                  <a:cubicBezTo>
                    <a:pt x="168643" y="620584"/>
                    <a:pt x="170797" y="619407"/>
                    <a:pt x="171369" y="619407"/>
                  </a:cubicBezTo>
                  <a:cubicBezTo>
                    <a:pt x="171941" y="619407"/>
                    <a:pt x="172244" y="619104"/>
                    <a:pt x="173557" y="619104"/>
                  </a:cubicBezTo>
                  <a:cubicBezTo>
                    <a:pt x="174869" y="619104"/>
                    <a:pt x="177326" y="618801"/>
                    <a:pt x="178639" y="618801"/>
                  </a:cubicBezTo>
                  <a:cubicBezTo>
                    <a:pt x="179951" y="618801"/>
                    <a:pt x="180220" y="618666"/>
                    <a:pt x="182408" y="618936"/>
                  </a:cubicBezTo>
                  <a:cubicBezTo>
                    <a:pt x="184595" y="619238"/>
                    <a:pt x="184730" y="618936"/>
                    <a:pt x="185908" y="618801"/>
                  </a:cubicBezTo>
                  <a:cubicBezTo>
                    <a:pt x="187086" y="618666"/>
                    <a:pt x="189374" y="616917"/>
                    <a:pt x="190384" y="616783"/>
                  </a:cubicBezTo>
                  <a:cubicBezTo>
                    <a:pt x="191394" y="616648"/>
                    <a:pt x="192706" y="614461"/>
                    <a:pt x="192706" y="614461"/>
                  </a:cubicBezTo>
                  <a:lnTo>
                    <a:pt x="198798" y="611770"/>
                  </a:lnTo>
                  <a:lnTo>
                    <a:pt x="200110" y="610694"/>
                  </a:lnTo>
                  <a:lnTo>
                    <a:pt x="205327" y="610694"/>
                  </a:lnTo>
                  <a:lnTo>
                    <a:pt x="210106" y="614596"/>
                  </a:lnTo>
                  <a:lnTo>
                    <a:pt x="216197" y="619945"/>
                  </a:lnTo>
                  <a:cubicBezTo>
                    <a:pt x="216197" y="619945"/>
                    <a:pt x="221851" y="625596"/>
                    <a:pt x="222154" y="626336"/>
                  </a:cubicBezTo>
                  <a:cubicBezTo>
                    <a:pt x="222423" y="627076"/>
                    <a:pt x="225048" y="629095"/>
                    <a:pt x="225048" y="629095"/>
                  </a:cubicBezTo>
                  <a:cubicBezTo>
                    <a:pt x="225048" y="629095"/>
                    <a:pt x="228077" y="630979"/>
                    <a:pt x="228683" y="631281"/>
                  </a:cubicBezTo>
                  <a:cubicBezTo>
                    <a:pt x="229255" y="631584"/>
                    <a:pt x="231443" y="632291"/>
                    <a:pt x="232015" y="632291"/>
                  </a:cubicBezTo>
                  <a:cubicBezTo>
                    <a:pt x="232587" y="632291"/>
                    <a:pt x="235784" y="633300"/>
                    <a:pt x="236928" y="634309"/>
                  </a:cubicBezTo>
                  <a:cubicBezTo>
                    <a:pt x="238072" y="635318"/>
                    <a:pt x="240698" y="635184"/>
                    <a:pt x="240698" y="635184"/>
                  </a:cubicBezTo>
                  <a:lnTo>
                    <a:pt x="243592" y="633737"/>
                  </a:lnTo>
                  <a:cubicBezTo>
                    <a:pt x="243592" y="633737"/>
                    <a:pt x="244904" y="630104"/>
                    <a:pt x="245174" y="629397"/>
                  </a:cubicBezTo>
                  <a:cubicBezTo>
                    <a:pt x="245477" y="628658"/>
                    <a:pt x="245477" y="627211"/>
                    <a:pt x="245477" y="626370"/>
                  </a:cubicBezTo>
                  <a:cubicBezTo>
                    <a:pt x="245477" y="625495"/>
                    <a:pt x="245039" y="621156"/>
                    <a:pt x="245039" y="621156"/>
                  </a:cubicBezTo>
                  <a:lnTo>
                    <a:pt x="240260" y="615942"/>
                  </a:lnTo>
                  <a:cubicBezTo>
                    <a:pt x="240260" y="615942"/>
                    <a:pt x="239957" y="614932"/>
                    <a:pt x="238510" y="613318"/>
                  </a:cubicBezTo>
                  <a:cubicBezTo>
                    <a:pt x="237063" y="611737"/>
                    <a:pt x="235313" y="610559"/>
                    <a:pt x="235448" y="609416"/>
                  </a:cubicBezTo>
                  <a:cubicBezTo>
                    <a:pt x="235582" y="608238"/>
                    <a:pt x="236592" y="604504"/>
                    <a:pt x="236895" y="604067"/>
                  </a:cubicBezTo>
                  <a:cubicBezTo>
                    <a:pt x="237197" y="603630"/>
                    <a:pt x="239217" y="601039"/>
                    <a:pt x="239217" y="601039"/>
                  </a:cubicBezTo>
                  <a:lnTo>
                    <a:pt x="243121" y="598584"/>
                  </a:lnTo>
                  <a:lnTo>
                    <a:pt x="244433" y="596397"/>
                  </a:lnTo>
                  <a:cubicBezTo>
                    <a:pt x="244433" y="596397"/>
                    <a:pt x="247193" y="594379"/>
                    <a:pt x="247631" y="594211"/>
                  </a:cubicBezTo>
                  <a:cubicBezTo>
                    <a:pt x="248068" y="594076"/>
                    <a:pt x="249515" y="591889"/>
                    <a:pt x="249515" y="591889"/>
                  </a:cubicBezTo>
                  <a:lnTo>
                    <a:pt x="253352" y="589198"/>
                  </a:lnTo>
                  <a:lnTo>
                    <a:pt x="251400" y="579005"/>
                  </a:lnTo>
                  <a:lnTo>
                    <a:pt x="251400" y="571605"/>
                  </a:lnTo>
                  <a:lnTo>
                    <a:pt x="244433" y="565314"/>
                  </a:lnTo>
                  <a:lnTo>
                    <a:pt x="244433" y="557711"/>
                  </a:lnTo>
                  <a:lnTo>
                    <a:pt x="255068" y="550109"/>
                  </a:lnTo>
                  <a:lnTo>
                    <a:pt x="258333" y="542506"/>
                  </a:lnTo>
                  <a:lnTo>
                    <a:pt x="261362" y="530564"/>
                  </a:lnTo>
                  <a:lnTo>
                    <a:pt x="262472" y="519934"/>
                  </a:lnTo>
                  <a:lnTo>
                    <a:pt x="264626" y="514081"/>
                  </a:lnTo>
                  <a:lnTo>
                    <a:pt x="262876" y="508631"/>
                  </a:lnTo>
                  <a:cubicBezTo>
                    <a:pt x="262876" y="508631"/>
                    <a:pt x="262001" y="502341"/>
                    <a:pt x="262674" y="502105"/>
                  </a:cubicBezTo>
                  <a:cubicBezTo>
                    <a:pt x="263313" y="501870"/>
                    <a:pt x="268328" y="498842"/>
                    <a:pt x="268328" y="498842"/>
                  </a:cubicBezTo>
                  <a:lnTo>
                    <a:pt x="271794" y="489726"/>
                  </a:lnTo>
                  <a:lnTo>
                    <a:pt x="270482" y="484512"/>
                  </a:lnTo>
                  <a:lnTo>
                    <a:pt x="272636" y="479499"/>
                  </a:lnTo>
                  <a:lnTo>
                    <a:pt x="276775" y="476472"/>
                  </a:lnTo>
                  <a:cubicBezTo>
                    <a:pt x="276775" y="476472"/>
                    <a:pt x="279603" y="476035"/>
                    <a:pt x="280477" y="475597"/>
                  </a:cubicBezTo>
                  <a:cubicBezTo>
                    <a:pt x="281352" y="475160"/>
                    <a:pt x="287208" y="471258"/>
                    <a:pt x="287208" y="471258"/>
                  </a:cubicBezTo>
                  <a:lnTo>
                    <a:pt x="291785" y="467995"/>
                  </a:lnTo>
                  <a:lnTo>
                    <a:pt x="294612" y="462579"/>
                  </a:lnTo>
                  <a:lnTo>
                    <a:pt x="297439" y="457163"/>
                  </a:lnTo>
                  <a:lnTo>
                    <a:pt x="299391" y="454337"/>
                  </a:lnTo>
                  <a:lnTo>
                    <a:pt x="301545" y="452823"/>
                  </a:lnTo>
                  <a:lnTo>
                    <a:pt x="306324" y="449997"/>
                  </a:lnTo>
                  <a:lnTo>
                    <a:pt x="307637" y="445994"/>
                  </a:lnTo>
                  <a:lnTo>
                    <a:pt x="304810" y="443942"/>
                  </a:lnTo>
                  <a:lnTo>
                    <a:pt x="299156" y="443942"/>
                  </a:lnTo>
                  <a:lnTo>
                    <a:pt x="293939" y="443942"/>
                  </a:lnTo>
                  <a:lnTo>
                    <a:pt x="291314" y="439367"/>
                  </a:lnTo>
                  <a:lnTo>
                    <a:pt x="291314" y="436104"/>
                  </a:lnTo>
                  <a:lnTo>
                    <a:pt x="294141" y="429814"/>
                  </a:lnTo>
                  <a:cubicBezTo>
                    <a:pt x="294141" y="429814"/>
                    <a:pt x="297204" y="424599"/>
                    <a:pt x="297843" y="424599"/>
                  </a:cubicBezTo>
                  <a:cubicBezTo>
                    <a:pt x="298483" y="424599"/>
                    <a:pt x="305011" y="420260"/>
                    <a:pt x="305011" y="420260"/>
                  </a:cubicBezTo>
                  <a:lnTo>
                    <a:pt x="308276" y="417434"/>
                  </a:lnTo>
                  <a:lnTo>
                    <a:pt x="314132" y="414407"/>
                  </a:lnTo>
                  <a:lnTo>
                    <a:pt x="317161" y="409428"/>
                  </a:lnTo>
                  <a:cubicBezTo>
                    <a:pt x="317161" y="409428"/>
                    <a:pt x="316723" y="404214"/>
                    <a:pt x="316522" y="403575"/>
                  </a:cubicBezTo>
                  <a:cubicBezTo>
                    <a:pt x="316286" y="402935"/>
                    <a:pt x="312180" y="397486"/>
                    <a:pt x="312180" y="397486"/>
                  </a:cubicBezTo>
                  <a:lnTo>
                    <a:pt x="307603" y="391633"/>
                  </a:lnTo>
                  <a:lnTo>
                    <a:pt x="304136" y="384030"/>
                  </a:lnTo>
                  <a:lnTo>
                    <a:pt x="299559" y="380330"/>
                  </a:lnTo>
                  <a:lnTo>
                    <a:pt x="299122" y="374039"/>
                  </a:lnTo>
                  <a:lnTo>
                    <a:pt x="303026" y="371852"/>
                  </a:lnTo>
                  <a:lnTo>
                    <a:pt x="305214" y="369027"/>
                  </a:lnTo>
                  <a:lnTo>
                    <a:pt x="309117" y="360987"/>
                  </a:lnTo>
                  <a:lnTo>
                    <a:pt x="313896" y="356647"/>
                  </a:lnTo>
                  <a:lnTo>
                    <a:pt x="318238" y="351231"/>
                  </a:lnTo>
                  <a:lnTo>
                    <a:pt x="329310" y="343629"/>
                  </a:lnTo>
                  <a:lnTo>
                    <a:pt x="338431" y="342552"/>
                  </a:lnTo>
                  <a:lnTo>
                    <a:pt x="344959" y="341913"/>
                  </a:lnTo>
                  <a:lnTo>
                    <a:pt x="351253" y="335387"/>
                  </a:lnTo>
                  <a:lnTo>
                    <a:pt x="354080" y="332999"/>
                  </a:lnTo>
                  <a:lnTo>
                    <a:pt x="356671" y="327785"/>
                  </a:lnTo>
                  <a:lnTo>
                    <a:pt x="359061" y="322133"/>
                  </a:lnTo>
                  <a:lnTo>
                    <a:pt x="363099" y="318231"/>
                  </a:lnTo>
                  <a:lnTo>
                    <a:pt x="366027" y="313454"/>
                  </a:lnTo>
                  <a:lnTo>
                    <a:pt x="366027" y="309316"/>
                  </a:lnTo>
                  <a:lnTo>
                    <a:pt x="363638" y="304304"/>
                  </a:lnTo>
                  <a:lnTo>
                    <a:pt x="360374" y="303228"/>
                  </a:lnTo>
                  <a:cubicBezTo>
                    <a:pt x="360374" y="303228"/>
                    <a:pt x="357984" y="300402"/>
                    <a:pt x="357984" y="299325"/>
                  </a:cubicBezTo>
                  <a:cubicBezTo>
                    <a:pt x="357984" y="298249"/>
                    <a:pt x="358186" y="293472"/>
                    <a:pt x="358186" y="293472"/>
                  </a:cubicBezTo>
                  <a:lnTo>
                    <a:pt x="355998" y="289335"/>
                  </a:lnTo>
                  <a:lnTo>
                    <a:pt x="352094" y="287383"/>
                  </a:lnTo>
                  <a:lnTo>
                    <a:pt x="345801" y="283919"/>
                  </a:lnTo>
                  <a:lnTo>
                    <a:pt x="347113" y="280655"/>
                  </a:lnTo>
                  <a:lnTo>
                    <a:pt x="348191" y="276081"/>
                  </a:lnTo>
                  <a:cubicBezTo>
                    <a:pt x="348191" y="276081"/>
                    <a:pt x="351657" y="272178"/>
                    <a:pt x="352330" y="271943"/>
                  </a:cubicBezTo>
                  <a:cubicBezTo>
                    <a:pt x="352969" y="271741"/>
                    <a:pt x="359936" y="268041"/>
                    <a:pt x="359936" y="268041"/>
                  </a:cubicBezTo>
                  <a:lnTo>
                    <a:pt x="365152" y="265652"/>
                  </a:lnTo>
                  <a:lnTo>
                    <a:pt x="372119" y="260438"/>
                  </a:lnTo>
                  <a:lnTo>
                    <a:pt x="374946" y="255863"/>
                  </a:lnTo>
                  <a:lnTo>
                    <a:pt x="375383" y="248698"/>
                  </a:lnTo>
                  <a:lnTo>
                    <a:pt x="376023" y="246511"/>
                  </a:lnTo>
                  <a:lnTo>
                    <a:pt x="379725" y="243450"/>
                  </a:lnTo>
                  <a:lnTo>
                    <a:pt x="384941" y="241701"/>
                  </a:lnTo>
                  <a:lnTo>
                    <a:pt x="389720" y="238875"/>
                  </a:lnTo>
                  <a:lnTo>
                    <a:pt x="392110" y="236487"/>
                  </a:lnTo>
                  <a:lnTo>
                    <a:pt x="394701" y="233661"/>
                  </a:lnTo>
                  <a:lnTo>
                    <a:pt x="396451" y="233661"/>
                  </a:lnTo>
                  <a:lnTo>
                    <a:pt x="401667" y="236049"/>
                  </a:lnTo>
                  <a:lnTo>
                    <a:pt x="402542" y="241499"/>
                  </a:lnTo>
                  <a:lnTo>
                    <a:pt x="406009" y="247789"/>
                  </a:lnTo>
                  <a:lnTo>
                    <a:pt x="412101" y="248664"/>
                  </a:lnTo>
                  <a:lnTo>
                    <a:pt x="415365" y="246713"/>
                  </a:lnTo>
                  <a:lnTo>
                    <a:pt x="421255" y="243887"/>
                  </a:lnTo>
                  <a:lnTo>
                    <a:pt x="424284" y="240624"/>
                  </a:lnTo>
                  <a:cubicBezTo>
                    <a:pt x="424284" y="240624"/>
                    <a:pt x="428861" y="235847"/>
                    <a:pt x="429702" y="235410"/>
                  </a:cubicBezTo>
                  <a:cubicBezTo>
                    <a:pt x="430577" y="234973"/>
                    <a:pt x="439933" y="230398"/>
                    <a:pt x="439933" y="230398"/>
                  </a:cubicBezTo>
                  <a:lnTo>
                    <a:pt x="447101" y="226260"/>
                  </a:lnTo>
                  <a:lnTo>
                    <a:pt x="450164" y="228648"/>
                  </a:lnTo>
                  <a:lnTo>
                    <a:pt x="453193" y="230398"/>
                  </a:lnTo>
                  <a:lnTo>
                    <a:pt x="456222" y="227572"/>
                  </a:lnTo>
                  <a:lnTo>
                    <a:pt x="457332" y="222156"/>
                  </a:lnTo>
                  <a:lnTo>
                    <a:pt x="459082" y="220844"/>
                  </a:lnTo>
                  <a:cubicBezTo>
                    <a:pt x="459082" y="220844"/>
                    <a:pt x="463659" y="218018"/>
                    <a:pt x="464501" y="218018"/>
                  </a:cubicBezTo>
                  <a:cubicBezTo>
                    <a:pt x="465376" y="218018"/>
                    <a:pt x="469515" y="218018"/>
                    <a:pt x="469515" y="218018"/>
                  </a:cubicBezTo>
                  <a:lnTo>
                    <a:pt x="474530" y="214318"/>
                  </a:lnTo>
                  <a:lnTo>
                    <a:pt x="477794" y="212804"/>
                  </a:lnTo>
                  <a:lnTo>
                    <a:pt x="478232" y="212804"/>
                  </a:lnTo>
                  <a:lnTo>
                    <a:pt x="478669" y="205404"/>
                  </a:lnTo>
                  <a:lnTo>
                    <a:pt x="478030" y="201501"/>
                  </a:lnTo>
                  <a:lnTo>
                    <a:pt x="476515" y="196085"/>
                  </a:lnTo>
                  <a:lnTo>
                    <a:pt x="478030" y="194572"/>
                  </a:lnTo>
                  <a:lnTo>
                    <a:pt x="481732" y="194134"/>
                  </a:lnTo>
                  <a:lnTo>
                    <a:pt x="484996" y="187171"/>
                  </a:lnTo>
                  <a:lnTo>
                    <a:pt x="488025" y="175868"/>
                  </a:lnTo>
                  <a:lnTo>
                    <a:pt x="481900" y="169577"/>
                  </a:lnTo>
                  <a:close/>
                </a:path>
              </a:pathLst>
            </a:custGeom>
            <a:grpFill/>
            <a:ln w="6350" cap="flat">
              <a:solidFill>
                <a:schemeClr val="bg1"/>
              </a:solidFill>
              <a:prstDash val="solid"/>
              <a:miter/>
            </a:ln>
          </p:spPr>
          <p:txBody>
            <a:bodyPr rtlCol="0" anchor="ctr"/>
            <a:lstStyle/>
            <a:p>
              <a:endParaRPr lang="en-US"/>
            </a:p>
          </p:txBody>
        </p:sp>
        <p:sp>
          <p:nvSpPr>
            <p:cNvPr id="174" name="Freeform 891">
              <a:extLst>
                <a:ext uri="{FF2B5EF4-FFF2-40B4-BE49-F238E27FC236}">
                  <a16:creationId xmlns:a16="http://schemas.microsoft.com/office/drawing/2014/main" id="{5675DA44-446D-04CA-FB10-4CAE267B0168}"/>
                </a:ext>
              </a:extLst>
            </p:cNvPr>
            <p:cNvSpPr/>
            <p:nvPr/>
          </p:nvSpPr>
          <p:spPr>
            <a:xfrm>
              <a:off x="7686318" y="3112847"/>
              <a:ext cx="288042" cy="323922"/>
            </a:xfrm>
            <a:custGeom>
              <a:avLst/>
              <a:gdLst>
                <a:gd name="connsiteX0" fmla="*/ 524607 w 553012"/>
                <a:gd name="connsiteY0" fmla="*/ 522356 h 621896"/>
                <a:gd name="connsiteX1" fmla="*/ 525752 w 553012"/>
                <a:gd name="connsiteY1" fmla="*/ 518589 h 621896"/>
                <a:gd name="connsiteX2" fmla="*/ 526896 w 553012"/>
                <a:gd name="connsiteY2" fmla="*/ 513677 h 621896"/>
                <a:gd name="connsiteX3" fmla="*/ 525752 w 553012"/>
                <a:gd name="connsiteY3" fmla="*/ 510784 h 621896"/>
                <a:gd name="connsiteX4" fmla="*/ 522555 w 553012"/>
                <a:gd name="connsiteY4" fmla="*/ 508766 h 621896"/>
                <a:gd name="connsiteX5" fmla="*/ 521983 w 553012"/>
                <a:gd name="connsiteY5" fmla="*/ 502677 h 621896"/>
                <a:gd name="connsiteX6" fmla="*/ 522285 w 553012"/>
                <a:gd name="connsiteY6" fmla="*/ 499481 h 621896"/>
                <a:gd name="connsiteX7" fmla="*/ 522858 w 553012"/>
                <a:gd name="connsiteY7" fmla="*/ 493964 h 621896"/>
                <a:gd name="connsiteX8" fmla="*/ 525180 w 553012"/>
                <a:gd name="connsiteY8" fmla="*/ 489322 h 621896"/>
                <a:gd name="connsiteX9" fmla="*/ 525180 w 553012"/>
                <a:gd name="connsiteY9" fmla="*/ 486732 h 621896"/>
                <a:gd name="connsiteX10" fmla="*/ 528511 w 553012"/>
                <a:gd name="connsiteY10" fmla="*/ 480071 h 621896"/>
                <a:gd name="connsiteX11" fmla="*/ 530093 w 553012"/>
                <a:gd name="connsiteY11" fmla="*/ 476875 h 621896"/>
                <a:gd name="connsiteX12" fmla="*/ 529521 w 553012"/>
                <a:gd name="connsiteY12" fmla="*/ 472536 h 621896"/>
                <a:gd name="connsiteX13" fmla="*/ 529252 w 553012"/>
                <a:gd name="connsiteY13" fmla="*/ 465303 h 621896"/>
                <a:gd name="connsiteX14" fmla="*/ 531271 w 553012"/>
                <a:gd name="connsiteY14" fmla="*/ 460089 h 621896"/>
                <a:gd name="connsiteX15" fmla="*/ 538238 w 553012"/>
                <a:gd name="connsiteY15" fmla="*/ 456624 h 621896"/>
                <a:gd name="connsiteX16" fmla="*/ 543757 w 553012"/>
                <a:gd name="connsiteY16" fmla="*/ 454606 h 621896"/>
                <a:gd name="connsiteX17" fmla="*/ 548974 w 553012"/>
                <a:gd name="connsiteY17" fmla="*/ 451982 h 621896"/>
                <a:gd name="connsiteX18" fmla="*/ 551868 w 553012"/>
                <a:gd name="connsiteY18" fmla="*/ 448517 h 621896"/>
                <a:gd name="connsiteX19" fmla="*/ 553012 w 553012"/>
                <a:gd name="connsiteY19" fmla="*/ 445691 h 621896"/>
                <a:gd name="connsiteX20" fmla="*/ 550118 w 553012"/>
                <a:gd name="connsiteY20" fmla="*/ 441554 h 621896"/>
                <a:gd name="connsiteX21" fmla="*/ 546349 w 553012"/>
                <a:gd name="connsiteY21" fmla="*/ 441251 h 621896"/>
                <a:gd name="connsiteX22" fmla="*/ 542007 w 553012"/>
                <a:gd name="connsiteY22" fmla="*/ 442126 h 621896"/>
                <a:gd name="connsiteX23" fmla="*/ 533593 w 553012"/>
                <a:gd name="connsiteY23" fmla="*/ 445691 h 621896"/>
                <a:gd name="connsiteX24" fmla="*/ 527805 w 553012"/>
                <a:gd name="connsiteY24" fmla="*/ 448517 h 621896"/>
                <a:gd name="connsiteX25" fmla="*/ 524036 w 553012"/>
                <a:gd name="connsiteY25" fmla="*/ 448517 h 621896"/>
                <a:gd name="connsiteX26" fmla="*/ 523463 w 553012"/>
                <a:gd name="connsiteY26" fmla="*/ 445557 h 621896"/>
                <a:gd name="connsiteX27" fmla="*/ 524338 w 553012"/>
                <a:gd name="connsiteY27" fmla="*/ 440982 h 621896"/>
                <a:gd name="connsiteX28" fmla="*/ 526358 w 553012"/>
                <a:gd name="connsiteY28" fmla="*/ 437786 h 621896"/>
                <a:gd name="connsiteX29" fmla="*/ 530699 w 553012"/>
                <a:gd name="connsiteY29" fmla="*/ 434590 h 621896"/>
                <a:gd name="connsiteX30" fmla="*/ 531271 w 553012"/>
                <a:gd name="connsiteY30" fmla="*/ 427930 h 621896"/>
                <a:gd name="connsiteX31" fmla="*/ 533021 w 553012"/>
                <a:gd name="connsiteY31" fmla="*/ 421841 h 621896"/>
                <a:gd name="connsiteX32" fmla="*/ 534771 w 553012"/>
                <a:gd name="connsiteY32" fmla="*/ 418073 h 621896"/>
                <a:gd name="connsiteX33" fmla="*/ 537665 w 553012"/>
                <a:gd name="connsiteY33" fmla="*/ 413162 h 621896"/>
                <a:gd name="connsiteX34" fmla="*/ 537363 w 553012"/>
                <a:gd name="connsiteY34" fmla="*/ 406501 h 621896"/>
                <a:gd name="connsiteX35" fmla="*/ 535613 w 553012"/>
                <a:gd name="connsiteY35" fmla="*/ 403036 h 621896"/>
                <a:gd name="connsiteX36" fmla="*/ 529521 w 553012"/>
                <a:gd name="connsiteY36" fmla="*/ 394627 h 621896"/>
                <a:gd name="connsiteX37" fmla="*/ 523733 w 553012"/>
                <a:gd name="connsiteY37" fmla="*/ 394627 h 621896"/>
                <a:gd name="connsiteX38" fmla="*/ 511920 w 553012"/>
                <a:gd name="connsiteY38" fmla="*/ 393382 h 621896"/>
                <a:gd name="connsiteX39" fmla="*/ 509530 w 553012"/>
                <a:gd name="connsiteY39" fmla="*/ 391565 h 621896"/>
                <a:gd name="connsiteX40" fmla="*/ 509329 w 553012"/>
                <a:gd name="connsiteY40" fmla="*/ 386553 h 621896"/>
                <a:gd name="connsiteX41" fmla="*/ 508453 w 553012"/>
                <a:gd name="connsiteY41" fmla="*/ 382415 h 621896"/>
                <a:gd name="connsiteX42" fmla="*/ 509093 w 553012"/>
                <a:gd name="connsiteY42" fmla="*/ 378715 h 621896"/>
                <a:gd name="connsiteX43" fmla="*/ 510170 w 553012"/>
                <a:gd name="connsiteY43" fmla="*/ 377403 h 621896"/>
                <a:gd name="connsiteX44" fmla="*/ 512358 w 553012"/>
                <a:gd name="connsiteY44" fmla="*/ 373501 h 621896"/>
                <a:gd name="connsiteX45" fmla="*/ 512593 w 553012"/>
                <a:gd name="connsiteY45" fmla="*/ 366975 h 621896"/>
                <a:gd name="connsiteX46" fmla="*/ 513468 w 553012"/>
                <a:gd name="connsiteY46" fmla="*/ 363274 h 621896"/>
                <a:gd name="connsiteX47" fmla="*/ 517810 w 553012"/>
                <a:gd name="connsiteY47" fmla="*/ 357858 h 621896"/>
                <a:gd name="connsiteX48" fmla="*/ 516295 w 553012"/>
                <a:gd name="connsiteY48" fmla="*/ 353721 h 621896"/>
                <a:gd name="connsiteX49" fmla="*/ 507376 w 553012"/>
                <a:gd name="connsiteY49" fmla="*/ 349146 h 621896"/>
                <a:gd name="connsiteX50" fmla="*/ 502598 w 553012"/>
                <a:gd name="connsiteY50" fmla="*/ 343932 h 621896"/>
                <a:gd name="connsiteX51" fmla="*/ 500848 w 553012"/>
                <a:gd name="connsiteY51" fmla="*/ 338717 h 621896"/>
                <a:gd name="connsiteX52" fmla="*/ 501285 w 553012"/>
                <a:gd name="connsiteY52" fmla="*/ 333503 h 621896"/>
                <a:gd name="connsiteX53" fmla="*/ 503237 w 553012"/>
                <a:gd name="connsiteY53" fmla="*/ 330678 h 621896"/>
                <a:gd name="connsiteX54" fmla="*/ 505862 w 553012"/>
                <a:gd name="connsiteY54" fmla="*/ 327213 h 621896"/>
                <a:gd name="connsiteX55" fmla="*/ 508891 w 553012"/>
                <a:gd name="connsiteY55" fmla="*/ 324589 h 621896"/>
                <a:gd name="connsiteX56" fmla="*/ 510204 w 553012"/>
                <a:gd name="connsiteY56" fmla="*/ 320451 h 621896"/>
                <a:gd name="connsiteX57" fmla="*/ 511280 w 553012"/>
                <a:gd name="connsiteY57" fmla="*/ 316313 h 621896"/>
                <a:gd name="connsiteX58" fmla="*/ 511718 w 553012"/>
                <a:gd name="connsiteY58" fmla="*/ 311537 h 621896"/>
                <a:gd name="connsiteX59" fmla="*/ 511954 w 553012"/>
                <a:gd name="connsiteY59" fmla="*/ 309585 h 621896"/>
                <a:gd name="connsiteX60" fmla="*/ 508050 w 553012"/>
                <a:gd name="connsiteY60" fmla="*/ 309384 h 621896"/>
                <a:gd name="connsiteX61" fmla="*/ 501958 w 553012"/>
                <a:gd name="connsiteY61" fmla="*/ 310258 h 621896"/>
                <a:gd name="connsiteX62" fmla="*/ 496506 w 553012"/>
                <a:gd name="connsiteY62" fmla="*/ 314598 h 621896"/>
                <a:gd name="connsiteX63" fmla="*/ 492804 w 553012"/>
                <a:gd name="connsiteY63" fmla="*/ 314598 h 621896"/>
                <a:gd name="connsiteX64" fmla="*/ 487790 w 553012"/>
                <a:gd name="connsiteY64" fmla="*/ 313286 h 621896"/>
                <a:gd name="connsiteX65" fmla="*/ 484289 w 553012"/>
                <a:gd name="connsiteY65" fmla="*/ 311099 h 621896"/>
                <a:gd name="connsiteX66" fmla="*/ 481698 w 553012"/>
                <a:gd name="connsiteY66" fmla="*/ 311099 h 621896"/>
                <a:gd name="connsiteX67" fmla="*/ 481698 w 553012"/>
                <a:gd name="connsiteY67" fmla="*/ 306962 h 621896"/>
                <a:gd name="connsiteX68" fmla="*/ 481059 w 553012"/>
                <a:gd name="connsiteY68" fmla="*/ 305650 h 621896"/>
                <a:gd name="connsiteX69" fmla="*/ 480184 w 553012"/>
                <a:gd name="connsiteY69" fmla="*/ 299998 h 621896"/>
                <a:gd name="connsiteX70" fmla="*/ 479746 w 553012"/>
                <a:gd name="connsiteY70" fmla="*/ 294145 h 621896"/>
                <a:gd name="connsiteX71" fmla="*/ 477121 w 553012"/>
                <a:gd name="connsiteY71" fmla="*/ 291117 h 621896"/>
                <a:gd name="connsiteX72" fmla="*/ 478871 w 553012"/>
                <a:gd name="connsiteY72" fmla="*/ 288494 h 621896"/>
                <a:gd name="connsiteX73" fmla="*/ 480386 w 553012"/>
                <a:gd name="connsiteY73" fmla="*/ 286980 h 621896"/>
                <a:gd name="connsiteX74" fmla="*/ 483852 w 553012"/>
                <a:gd name="connsiteY74" fmla="*/ 283515 h 621896"/>
                <a:gd name="connsiteX75" fmla="*/ 485804 w 553012"/>
                <a:gd name="connsiteY75" fmla="*/ 278099 h 621896"/>
                <a:gd name="connsiteX76" fmla="*/ 486881 w 553012"/>
                <a:gd name="connsiteY76" fmla="*/ 275508 h 621896"/>
                <a:gd name="connsiteX77" fmla="*/ 489270 w 553012"/>
                <a:gd name="connsiteY77" fmla="*/ 272246 h 621896"/>
                <a:gd name="connsiteX78" fmla="*/ 492737 w 553012"/>
                <a:gd name="connsiteY78" fmla="*/ 269184 h 621896"/>
                <a:gd name="connsiteX79" fmla="*/ 494049 w 553012"/>
                <a:gd name="connsiteY79" fmla="*/ 266998 h 621896"/>
                <a:gd name="connsiteX80" fmla="*/ 495564 w 553012"/>
                <a:gd name="connsiteY80" fmla="*/ 265047 h 621896"/>
                <a:gd name="connsiteX81" fmla="*/ 495564 w 553012"/>
                <a:gd name="connsiteY81" fmla="*/ 258083 h 621896"/>
                <a:gd name="connsiteX82" fmla="*/ 495564 w 553012"/>
                <a:gd name="connsiteY82" fmla="*/ 252869 h 621896"/>
                <a:gd name="connsiteX83" fmla="*/ 495564 w 553012"/>
                <a:gd name="connsiteY83" fmla="*/ 249841 h 621896"/>
                <a:gd name="connsiteX84" fmla="*/ 496876 w 553012"/>
                <a:gd name="connsiteY84" fmla="*/ 247453 h 621896"/>
                <a:gd name="connsiteX85" fmla="*/ 499266 w 553012"/>
                <a:gd name="connsiteY85" fmla="*/ 244392 h 621896"/>
                <a:gd name="connsiteX86" fmla="*/ 502968 w 553012"/>
                <a:gd name="connsiteY86" fmla="*/ 242004 h 621896"/>
                <a:gd name="connsiteX87" fmla="*/ 507982 w 553012"/>
                <a:gd name="connsiteY87" fmla="*/ 240927 h 621896"/>
                <a:gd name="connsiteX88" fmla="*/ 511247 w 553012"/>
                <a:gd name="connsiteY88" fmla="*/ 239413 h 621896"/>
                <a:gd name="connsiteX89" fmla="*/ 519055 w 553012"/>
                <a:gd name="connsiteY89" fmla="*/ 237227 h 621896"/>
                <a:gd name="connsiteX90" fmla="*/ 522083 w 553012"/>
                <a:gd name="connsiteY90" fmla="*/ 233762 h 621896"/>
                <a:gd name="connsiteX91" fmla="*/ 524911 w 553012"/>
                <a:gd name="connsiteY91" fmla="*/ 228346 h 621896"/>
                <a:gd name="connsiteX92" fmla="*/ 522521 w 553012"/>
                <a:gd name="connsiteY92" fmla="*/ 224208 h 621896"/>
                <a:gd name="connsiteX93" fmla="*/ 517944 w 553012"/>
                <a:gd name="connsiteY93" fmla="*/ 224208 h 621896"/>
                <a:gd name="connsiteX94" fmla="*/ 517305 w 553012"/>
                <a:gd name="connsiteY94" fmla="*/ 220743 h 621896"/>
                <a:gd name="connsiteX95" fmla="*/ 524473 w 553012"/>
                <a:gd name="connsiteY95" fmla="*/ 217043 h 621896"/>
                <a:gd name="connsiteX96" fmla="*/ 534468 w 553012"/>
                <a:gd name="connsiteY96" fmla="*/ 209440 h 621896"/>
                <a:gd name="connsiteX97" fmla="*/ 539920 w 553012"/>
                <a:gd name="connsiteY97" fmla="*/ 202477 h 621896"/>
                <a:gd name="connsiteX98" fmla="*/ 536891 w 553012"/>
                <a:gd name="connsiteY98" fmla="*/ 197465 h 621896"/>
                <a:gd name="connsiteX99" fmla="*/ 541233 w 553012"/>
                <a:gd name="connsiteY99" fmla="*/ 195278 h 621896"/>
                <a:gd name="connsiteX100" fmla="*/ 542546 w 553012"/>
                <a:gd name="connsiteY100" fmla="*/ 192250 h 621896"/>
                <a:gd name="connsiteX101" fmla="*/ 543185 w 553012"/>
                <a:gd name="connsiteY101" fmla="*/ 189660 h 621896"/>
                <a:gd name="connsiteX102" fmla="*/ 542310 w 553012"/>
                <a:gd name="connsiteY102" fmla="*/ 185960 h 621896"/>
                <a:gd name="connsiteX103" fmla="*/ 539281 w 553012"/>
                <a:gd name="connsiteY103" fmla="*/ 183807 h 621896"/>
                <a:gd name="connsiteX104" fmla="*/ 532314 w 553012"/>
                <a:gd name="connsiteY104" fmla="*/ 183773 h 621896"/>
                <a:gd name="connsiteX105" fmla="*/ 526896 w 553012"/>
                <a:gd name="connsiteY105" fmla="*/ 177247 h 621896"/>
                <a:gd name="connsiteX106" fmla="*/ 526896 w 553012"/>
                <a:gd name="connsiteY106" fmla="*/ 173345 h 621896"/>
                <a:gd name="connsiteX107" fmla="*/ 529285 w 553012"/>
                <a:gd name="connsiteY107" fmla="*/ 164229 h 621896"/>
                <a:gd name="connsiteX108" fmla="*/ 533190 w 553012"/>
                <a:gd name="connsiteY108" fmla="*/ 155314 h 621896"/>
                <a:gd name="connsiteX109" fmla="*/ 534940 w 553012"/>
                <a:gd name="connsiteY109" fmla="*/ 145323 h 621896"/>
                <a:gd name="connsiteX110" fmla="*/ 533829 w 553012"/>
                <a:gd name="connsiteY110" fmla="*/ 142935 h 621896"/>
                <a:gd name="connsiteX111" fmla="*/ 526021 w 553012"/>
                <a:gd name="connsiteY111" fmla="*/ 137283 h 621896"/>
                <a:gd name="connsiteX112" fmla="*/ 522319 w 553012"/>
                <a:gd name="connsiteY112" fmla="*/ 137283 h 621896"/>
                <a:gd name="connsiteX113" fmla="*/ 514713 w 553012"/>
                <a:gd name="connsiteY113" fmla="*/ 134895 h 621896"/>
                <a:gd name="connsiteX114" fmla="*/ 512963 w 553012"/>
                <a:gd name="connsiteY114" fmla="*/ 129445 h 621896"/>
                <a:gd name="connsiteX115" fmla="*/ 512963 w 553012"/>
                <a:gd name="connsiteY115" fmla="*/ 122280 h 621896"/>
                <a:gd name="connsiteX116" fmla="*/ 511213 w 553012"/>
                <a:gd name="connsiteY116" fmla="*/ 115552 h 621896"/>
                <a:gd name="connsiteX117" fmla="*/ 511213 w 553012"/>
                <a:gd name="connsiteY117" fmla="*/ 112726 h 621896"/>
                <a:gd name="connsiteX118" fmla="*/ 508016 w 553012"/>
                <a:gd name="connsiteY118" fmla="*/ 115418 h 621896"/>
                <a:gd name="connsiteX119" fmla="*/ 506434 w 553012"/>
                <a:gd name="connsiteY119" fmla="*/ 120497 h 621896"/>
                <a:gd name="connsiteX120" fmla="*/ 502799 w 553012"/>
                <a:gd name="connsiteY120" fmla="*/ 120363 h 621896"/>
                <a:gd name="connsiteX121" fmla="*/ 501083 w 553012"/>
                <a:gd name="connsiteY121" fmla="*/ 121809 h 621896"/>
                <a:gd name="connsiteX122" fmla="*/ 497314 w 553012"/>
                <a:gd name="connsiteY122" fmla="*/ 118344 h 621896"/>
                <a:gd name="connsiteX123" fmla="*/ 497314 w 553012"/>
                <a:gd name="connsiteY123" fmla="*/ 115586 h 621896"/>
                <a:gd name="connsiteX124" fmla="*/ 497314 w 553012"/>
                <a:gd name="connsiteY124" fmla="*/ 114005 h 621896"/>
                <a:gd name="connsiteX125" fmla="*/ 495497 w 553012"/>
                <a:gd name="connsiteY125" fmla="*/ 111549 h 621896"/>
                <a:gd name="connsiteX126" fmla="*/ 493982 w 553012"/>
                <a:gd name="connsiteY126" fmla="*/ 112121 h 621896"/>
                <a:gd name="connsiteX127" fmla="*/ 492838 w 553012"/>
                <a:gd name="connsiteY127" fmla="*/ 113870 h 621896"/>
                <a:gd name="connsiteX128" fmla="*/ 491256 w 553012"/>
                <a:gd name="connsiteY128" fmla="*/ 115451 h 621896"/>
                <a:gd name="connsiteX129" fmla="*/ 488631 w 553012"/>
                <a:gd name="connsiteY129" fmla="*/ 116763 h 621896"/>
                <a:gd name="connsiteX130" fmla="*/ 486309 w 553012"/>
                <a:gd name="connsiteY130" fmla="*/ 117200 h 621896"/>
                <a:gd name="connsiteX131" fmla="*/ 483987 w 553012"/>
                <a:gd name="connsiteY131" fmla="*/ 116326 h 621896"/>
                <a:gd name="connsiteX132" fmla="*/ 480958 w 553012"/>
                <a:gd name="connsiteY132" fmla="*/ 113298 h 621896"/>
                <a:gd name="connsiteX133" fmla="*/ 479073 w 553012"/>
                <a:gd name="connsiteY133" fmla="*/ 111986 h 621896"/>
                <a:gd name="connsiteX134" fmla="*/ 478063 w 553012"/>
                <a:gd name="connsiteY134" fmla="*/ 109093 h 621896"/>
                <a:gd name="connsiteX135" fmla="*/ 478636 w 553012"/>
                <a:gd name="connsiteY135" fmla="*/ 107075 h 621896"/>
                <a:gd name="connsiteX136" fmla="*/ 480655 w 553012"/>
                <a:gd name="connsiteY136" fmla="*/ 104888 h 621896"/>
                <a:gd name="connsiteX137" fmla="*/ 483549 w 553012"/>
                <a:gd name="connsiteY137" fmla="*/ 103745 h 621896"/>
                <a:gd name="connsiteX138" fmla="*/ 486006 w 553012"/>
                <a:gd name="connsiteY138" fmla="*/ 102601 h 621896"/>
                <a:gd name="connsiteX139" fmla="*/ 486881 w 553012"/>
                <a:gd name="connsiteY139" fmla="*/ 100145 h 621896"/>
                <a:gd name="connsiteX140" fmla="*/ 483414 w 553012"/>
                <a:gd name="connsiteY140" fmla="*/ 99573 h 621896"/>
                <a:gd name="connsiteX141" fmla="*/ 480217 w 553012"/>
                <a:gd name="connsiteY141" fmla="*/ 98833 h 621896"/>
                <a:gd name="connsiteX142" fmla="*/ 476145 w 553012"/>
                <a:gd name="connsiteY142" fmla="*/ 98699 h 621896"/>
                <a:gd name="connsiteX143" fmla="*/ 475438 w 553012"/>
                <a:gd name="connsiteY143" fmla="*/ 96512 h 621896"/>
                <a:gd name="connsiteX144" fmla="*/ 476313 w 553012"/>
                <a:gd name="connsiteY144" fmla="*/ 93619 h 621896"/>
                <a:gd name="connsiteX145" fmla="*/ 477121 w 553012"/>
                <a:gd name="connsiteY145" fmla="*/ 90154 h 621896"/>
                <a:gd name="connsiteX146" fmla="*/ 478636 w 553012"/>
                <a:gd name="connsiteY146" fmla="*/ 88405 h 621896"/>
                <a:gd name="connsiteX147" fmla="*/ 480386 w 553012"/>
                <a:gd name="connsiteY147" fmla="*/ 86521 h 621896"/>
                <a:gd name="connsiteX148" fmla="*/ 482708 w 553012"/>
                <a:gd name="connsiteY148" fmla="*/ 84940 h 621896"/>
                <a:gd name="connsiteX149" fmla="*/ 484592 w 553012"/>
                <a:gd name="connsiteY149" fmla="*/ 82753 h 621896"/>
                <a:gd name="connsiteX150" fmla="*/ 486914 w 553012"/>
                <a:gd name="connsiteY150" fmla="*/ 80163 h 621896"/>
                <a:gd name="connsiteX151" fmla="*/ 487487 w 553012"/>
                <a:gd name="connsiteY151" fmla="*/ 79289 h 621896"/>
                <a:gd name="connsiteX152" fmla="*/ 488059 w 553012"/>
                <a:gd name="connsiteY152" fmla="*/ 77842 h 621896"/>
                <a:gd name="connsiteX153" fmla="*/ 488631 w 553012"/>
                <a:gd name="connsiteY153" fmla="*/ 75656 h 621896"/>
                <a:gd name="connsiteX154" fmla="*/ 488631 w 553012"/>
                <a:gd name="connsiteY154" fmla="*/ 73469 h 621896"/>
                <a:gd name="connsiteX155" fmla="*/ 486309 w 553012"/>
                <a:gd name="connsiteY155" fmla="*/ 70004 h 621896"/>
                <a:gd name="connsiteX156" fmla="*/ 484862 w 553012"/>
                <a:gd name="connsiteY156" fmla="*/ 68995 h 621896"/>
                <a:gd name="connsiteX157" fmla="*/ 481530 w 553012"/>
                <a:gd name="connsiteY157" fmla="*/ 70004 h 621896"/>
                <a:gd name="connsiteX158" fmla="*/ 481261 w 553012"/>
                <a:gd name="connsiteY158" fmla="*/ 68558 h 621896"/>
                <a:gd name="connsiteX159" fmla="*/ 479813 w 553012"/>
                <a:gd name="connsiteY159" fmla="*/ 66976 h 621896"/>
                <a:gd name="connsiteX160" fmla="*/ 480116 w 553012"/>
                <a:gd name="connsiteY160" fmla="*/ 65664 h 621896"/>
                <a:gd name="connsiteX161" fmla="*/ 480991 w 553012"/>
                <a:gd name="connsiteY161" fmla="*/ 64790 h 621896"/>
                <a:gd name="connsiteX162" fmla="*/ 482439 w 553012"/>
                <a:gd name="connsiteY162" fmla="*/ 63478 h 621896"/>
                <a:gd name="connsiteX163" fmla="*/ 483448 w 553012"/>
                <a:gd name="connsiteY163" fmla="*/ 61729 h 621896"/>
                <a:gd name="connsiteX164" fmla="*/ 483448 w 553012"/>
                <a:gd name="connsiteY164" fmla="*/ 58533 h 621896"/>
                <a:gd name="connsiteX165" fmla="*/ 481833 w 553012"/>
                <a:gd name="connsiteY165" fmla="*/ 56784 h 621896"/>
                <a:gd name="connsiteX166" fmla="*/ 479813 w 553012"/>
                <a:gd name="connsiteY166" fmla="*/ 54900 h 621896"/>
                <a:gd name="connsiteX167" fmla="*/ 476179 w 553012"/>
                <a:gd name="connsiteY167" fmla="*/ 51570 h 621896"/>
                <a:gd name="connsiteX168" fmla="*/ 474732 w 553012"/>
                <a:gd name="connsiteY168" fmla="*/ 51132 h 621896"/>
                <a:gd name="connsiteX169" fmla="*/ 472410 w 553012"/>
                <a:gd name="connsiteY169" fmla="*/ 48676 h 621896"/>
                <a:gd name="connsiteX170" fmla="*/ 468943 w 553012"/>
                <a:gd name="connsiteY170" fmla="*/ 46355 h 621896"/>
                <a:gd name="connsiteX171" fmla="*/ 468236 w 553012"/>
                <a:gd name="connsiteY171" fmla="*/ 45918 h 621896"/>
                <a:gd name="connsiteX172" fmla="*/ 466217 w 553012"/>
                <a:gd name="connsiteY172" fmla="*/ 44169 h 621896"/>
                <a:gd name="connsiteX173" fmla="*/ 464029 w 553012"/>
                <a:gd name="connsiteY173" fmla="*/ 44034 h 621896"/>
                <a:gd name="connsiteX174" fmla="*/ 461135 w 553012"/>
                <a:gd name="connsiteY174" fmla="*/ 45044 h 621896"/>
                <a:gd name="connsiteX175" fmla="*/ 458106 w 553012"/>
                <a:gd name="connsiteY175" fmla="*/ 46490 h 621896"/>
                <a:gd name="connsiteX176" fmla="*/ 456222 w 553012"/>
                <a:gd name="connsiteY176" fmla="*/ 47230 h 621896"/>
                <a:gd name="connsiteX177" fmla="*/ 451746 w 553012"/>
                <a:gd name="connsiteY177" fmla="*/ 50863 h 621896"/>
                <a:gd name="connsiteX178" fmla="*/ 450164 w 553012"/>
                <a:gd name="connsiteY178" fmla="*/ 51738 h 621896"/>
                <a:gd name="connsiteX179" fmla="*/ 448717 w 553012"/>
                <a:gd name="connsiteY179" fmla="*/ 53756 h 621896"/>
                <a:gd name="connsiteX180" fmla="*/ 444947 w 553012"/>
                <a:gd name="connsiteY180" fmla="*/ 57961 h 621896"/>
                <a:gd name="connsiteX181" fmla="*/ 442793 w 553012"/>
                <a:gd name="connsiteY181" fmla="*/ 61594 h 621896"/>
                <a:gd name="connsiteX182" fmla="*/ 438014 w 553012"/>
                <a:gd name="connsiteY182" fmla="*/ 65227 h 621896"/>
                <a:gd name="connsiteX183" fmla="*/ 430610 w 553012"/>
                <a:gd name="connsiteY183" fmla="*/ 71181 h 621896"/>
                <a:gd name="connsiteX184" fmla="*/ 428726 w 553012"/>
                <a:gd name="connsiteY184" fmla="*/ 74377 h 621896"/>
                <a:gd name="connsiteX185" fmla="*/ 426841 w 553012"/>
                <a:gd name="connsiteY185" fmla="*/ 75689 h 621896"/>
                <a:gd name="connsiteX186" fmla="*/ 423812 w 553012"/>
                <a:gd name="connsiteY186" fmla="*/ 78448 h 621896"/>
                <a:gd name="connsiteX187" fmla="*/ 420918 w 553012"/>
                <a:gd name="connsiteY187" fmla="*/ 79188 h 621896"/>
                <a:gd name="connsiteX188" fmla="*/ 420918 w 553012"/>
                <a:gd name="connsiteY188" fmla="*/ 75723 h 621896"/>
                <a:gd name="connsiteX189" fmla="*/ 420918 w 553012"/>
                <a:gd name="connsiteY189" fmla="*/ 72695 h 621896"/>
                <a:gd name="connsiteX190" fmla="*/ 419975 w 553012"/>
                <a:gd name="connsiteY190" fmla="*/ 70811 h 621896"/>
                <a:gd name="connsiteX191" fmla="*/ 417586 w 553012"/>
                <a:gd name="connsiteY191" fmla="*/ 70240 h 621896"/>
                <a:gd name="connsiteX192" fmla="*/ 415264 w 553012"/>
                <a:gd name="connsiteY192" fmla="*/ 72561 h 621896"/>
                <a:gd name="connsiteX193" fmla="*/ 413077 w 553012"/>
                <a:gd name="connsiteY193" fmla="*/ 73570 h 621896"/>
                <a:gd name="connsiteX194" fmla="*/ 409745 w 553012"/>
                <a:gd name="connsiteY194" fmla="*/ 72392 h 621896"/>
                <a:gd name="connsiteX195" fmla="*/ 407860 w 553012"/>
                <a:gd name="connsiteY195" fmla="*/ 70206 h 621896"/>
                <a:gd name="connsiteX196" fmla="*/ 405639 w 553012"/>
                <a:gd name="connsiteY196" fmla="*/ 67750 h 621896"/>
                <a:gd name="connsiteX197" fmla="*/ 404966 w 553012"/>
                <a:gd name="connsiteY197" fmla="*/ 63982 h 621896"/>
                <a:gd name="connsiteX198" fmla="*/ 405504 w 553012"/>
                <a:gd name="connsiteY198" fmla="*/ 59643 h 621896"/>
                <a:gd name="connsiteX199" fmla="*/ 405369 w 553012"/>
                <a:gd name="connsiteY199" fmla="*/ 56178 h 621896"/>
                <a:gd name="connsiteX200" fmla="*/ 405235 w 553012"/>
                <a:gd name="connsiteY200" fmla="*/ 51099 h 621896"/>
                <a:gd name="connsiteX201" fmla="*/ 405235 w 553012"/>
                <a:gd name="connsiteY201" fmla="*/ 49652 h 621896"/>
                <a:gd name="connsiteX202" fmla="*/ 405235 w 553012"/>
                <a:gd name="connsiteY202" fmla="*/ 44438 h 621896"/>
                <a:gd name="connsiteX203" fmla="*/ 405235 w 553012"/>
                <a:gd name="connsiteY203" fmla="*/ 41242 h 621896"/>
                <a:gd name="connsiteX204" fmla="*/ 404427 w 553012"/>
                <a:gd name="connsiteY204" fmla="*/ 38215 h 621896"/>
                <a:gd name="connsiteX205" fmla="*/ 403619 w 553012"/>
                <a:gd name="connsiteY205" fmla="*/ 37643 h 621896"/>
                <a:gd name="connsiteX206" fmla="*/ 402038 w 553012"/>
                <a:gd name="connsiteY206" fmla="*/ 35624 h 621896"/>
                <a:gd name="connsiteX207" fmla="*/ 399850 w 553012"/>
                <a:gd name="connsiteY207" fmla="*/ 35624 h 621896"/>
                <a:gd name="connsiteX208" fmla="*/ 396384 w 553012"/>
                <a:gd name="connsiteY208" fmla="*/ 35624 h 621896"/>
                <a:gd name="connsiteX209" fmla="*/ 391436 w 553012"/>
                <a:gd name="connsiteY209" fmla="*/ 36768 h 621896"/>
                <a:gd name="connsiteX210" fmla="*/ 389552 w 553012"/>
                <a:gd name="connsiteY210" fmla="*/ 38652 h 621896"/>
                <a:gd name="connsiteX211" fmla="*/ 387667 w 553012"/>
                <a:gd name="connsiteY211" fmla="*/ 41680 h 621896"/>
                <a:gd name="connsiteX212" fmla="*/ 385648 w 553012"/>
                <a:gd name="connsiteY212" fmla="*/ 44707 h 621896"/>
                <a:gd name="connsiteX213" fmla="*/ 383595 w 553012"/>
                <a:gd name="connsiteY213" fmla="*/ 47903 h 621896"/>
                <a:gd name="connsiteX214" fmla="*/ 382013 w 553012"/>
                <a:gd name="connsiteY214" fmla="*/ 50796 h 621896"/>
                <a:gd name="connsiteX215" fmla="*/ 378547 w 553012"/>
                <a:gd name="connsiteY215" fmla="*/ 53992 h 621896"/>
                <a:gd name="connsiteX216" fmla="*/ 376090 w 553012"/>
                <a:gd name="connsiteY216" fmla="*/ 51805 h 621896"/>
                <a:gd name="connsiteX217" fmla="*/ 371311 w 553012"/>
                <a:gd name="connsiteY217" fmla="*/ 52242 h 621896"/>
                <a:gd name="connsiteX218" fmla="*/ 368114 w 553012"/>
                <a:gd name="connsiteY218" fmla="*/ 52242 h 621896"/>
                <a:gd name="connsiteX219" fmla="*/ 364344 w 553012"/>
                <a:gd name="connsiteY219" fmla="*/ 54563 h 621896"/>
                <a:gd name="connsiteX220" fmla="*/ 361888 w 553012"/>
                <a:gd name="connsiteY220" fmla="*/ 55135 h 621896"/>
                <a:gd name="connsiteX221" fmla="*/ 359263 w 553012"/>
                <a:gd name="connsiteY221" fmla="*/ 59777 h 621896"/>
                <a:gd name="connsiteX222" fmla="*/ 356940 w 553012"/>
                <a:gd name="connsiteY222" fmla="*/ 62099 h 621896"/>
                <a:gd name="connsiteX223" fmla="*/ 355056 w 553012"/>
                <a:gd name="connsiteY223" fmla="*/ 64420 h 621896"/>
                <a:gd name="connsiteX224" fmla="*/ 351286 w 553012"/>
                <a:gd name="connsiteY224" fmla="*/ 66573 h 621896"/>
                <a:gd name="connsiteX225" fmla="*/ 348392 w 553012"/>
                <a:gd name="connsiteY225" fmla="*/ 66876 h 621896"/>
                <a:gd name="connsiteX226" fmla="*/ 346070 w 553012"/>
                <a:gd name="connsiteY226" fmla="*/ 65429 h 621896"/>
                <a:gd name="connsiteX227" fmla="*/ 344320 w 553012"/>
                <a:gd name="connsiteY227" fmla="*/ 61796 h 621896"/>
                <a:gd name="connsiteX228" fmla="*/ 344320 w 553012"/>
                <a:gd name="connsiteY228" fmla="*/ 60047 h 621896"/>
                <a:gd name="connsiteX229" fmla="*/ 341931 w 553012"/>
                <a:gd name="connsiteY229" fmla="*/ 57288 h 621896"/>
                <a:gd name="connsiteX230" fmla="*/ 340854 w 553012"/>
                <a:gd name="connsiteY230" fmla="*/ 58298 h 621896"/>
                <a:gd name="connsiteX231" fmla="*/ 340854 w 553012"/>
                <a:gd name="connsiteY231" fmla="*/ 60753 h 621896"/>
                <a:gd name="connsiteX232" fmla="*/ 337892 w 553012"/>
                <a:gd name="connsiteY232" fmla="*/ 64958 h 621896"/>
                <a:gd name="connsiteX233" fmla="*/ 336378 w 553012"/>
                <a:gd name="connsiteY233" fmla="*/ 65395 h 621896"/>
                <a:gd name="connsiteX234" fmla="*/ 335065 w 553012"/>
                <a:gd name="connsiteY234" fmla="*/ 63377 h 621896"/>
                <a:gd name="connsiteX235" fmla="*/ 332743 w 553012"/>
                <a:gd name="connsiteY235" fmla="*/ 55976 h 621896"/>
                <a:gd name="connsiteX236" fmla="*/ 327829 w 553012"/>
                <a:gd name="connsiteY236" fmla="*/ 51906 h 621896"/>
                <a:gd name="connsiteX237" fmla="*/ 324363 w 553012"/>
                <a:gd name="connsiteY237" fmla="*/ 49316 h 621896"/>
                <a:gd name="connsiteX238" fmla="*/ 322343 w 553012"/>
                <a:gd name="connsiteY238" fmla="*/ 43530 h 621896"/>
                <a:gd name="connsiteX239" fmla="*/ 315377 w 553012"/>
                <a:gd name="connsiteY239" fmla="*/ 41209 h 621896"/>
                <a:gd name="connsiteX240" fmla="*/ 308714 w 553012"/>
                <a:gd name="connsiteY240" fmla="*/ 35994 h 621896"/>
                <a:gd name="connsiteX241" fmla="*/ 305247 w 553012"/>
                <a:gd name="connsiteY241" fmla="*/ 34817 h 621896"/>
                <a:gd name="connsiteX242" fmla="*/ 298886 w 553012"/>
                <a:gd name="connsiteY242" fmla="*/ 30747 h 621896"/>
                <a:gd name="connsiteX243" fmla="*/ 294545 w 553012"/>
                <a:gd name="connsiteY243" fmla="*/ 28728 h 621896"/>
                <a:gd name="connsiteX244" fmla="*/ 291348 w 553012"/>
                <a:gd name="connsiteY244" fmla="*/ 26104 h 621896"/>
                <a:gd name="connsiteX245" fmla="*/ 288454 w 553012"/>
                <a:gd name="connsiteY245" fmla="*/ 26104 h 621896"/>
                <a:gd name="connsiteX246" fmla="*/ 281790 w 553012"/>
                <a:gd name="connsiteY246" fmla="*/ 26811 h 621896"/>
                <a:gd name="connsiteX247" fmla="*/ 275698 w 553012"/>
                <a:gd name="connsiteY247" fmla="*/ 27820 h 621896"/>
                <a:gd name="connsiteX248" fmla="*/ 270179 w 553012"/>
                <a:gd name="connsiteY248" fmla="*/ 27820 h 621896"/>
                <a:gd name="connsiteX249" fmla="*/ 265838 w 553012"/>
                <a:gd name="connsiteY249" fmla="*/ 28257 h 621896"/>
                <a:gd name="connsiteX250" fmla="*/ 257727 w 553012"/>
                <a:gd name="connsiteY250" fmla="*/ 25230 h 621896"/>
                <a:gd name="connsiteX251" fmla="*/ 255977 w 553012"/>
                <a:gd name="connsiteY251" fmla="*/ 22337 h 621896"/>
                <a:gd name="connsiteX252" fmla="*/ 252780 w 553012"/>
                <a:gd name="connsiteY252" fmla="*/ 20890 h 621896"/>
                <a:gd name="connsiteX253" fmla="*/ 246419 w 553012"/>
                <a:gd name="connsiteY253" fmla="*/ 19141 h 621896"/>
                <a:gd name="connsiteX254" fmla="*/ 239149 w 553012"/>
                <a:gd name="connsiteY254" fmla="*/ 15945 h 621896"/>
                <a:gd name="connsiteX255" fmla="*/ 235380 w 553012"/>
                <a:gd name="connsiteY255" fmla="*/ 13927 h 621896"/>
                <a:gd name="connsiteX256" fmla="*/ 231039 w 553012"/>
                <a:gd name="connsiteY256" fmla="*/ 10159 h 621896"/>
                <a:gd name="connsiteX257" fmla="*/ 226967 w 553012"/>
                <a:gd name="connsiteY257" fmla="*/ 12178 h 621896"/>
                <a:gd name="connsiteX258" fmla="*/ 218856 w 553012"/>
                <a:gd name="connsiteY258" fmla="*/ 14499 h 621896"/>
                <a:gd name="connsiteX259" fmla="*/ 213067 w 553012"/>
                <a:gd name="connsiteY259" fmla="*/ 15945 h 621896"/>
                <a:gd name="connsiteX260" fmla="*/ 209601 w 553012"/>
                <a:gd name="connsiteY260" fmla="*/ 13052 h 621896"/>
                <a:gd name="connsiteX261" fmla="*/ 207279 w 553012"/>
                <a:gd name="connsiteY261" fmla="*/ 8107 h 621896"/>
                <a:gd name="connsiteX262" fmla="*/ 204081 w 553012"/>
                <a:gd name="connsiteY262" fmla="*/ 1446 h 621896"/>
                <a:gd name="connsiteX263" fmla="*/ 200884 w 553012"/>
                <a:gd name="connsiteY263" fmla="*/ 0 h 621896"/>
                <a:gd name="connsiteX264" fmla="*/ 199437 w 553012"/>
                <a:gd name="connsiteY264" fmla="*/ 0 h 621896"/>
                <a:gd name="connsiteX265" fmla="*/ 196812 w 553012"/>
                <a:gd name="connsiteY265" fmla="*/ 3465 h 621896"/>
                <a:gd name="connsiteX266" fmla="*/ 194490 w 553012"/>
                <a:gd name="connsiteY266" fmla="*/ 6661 h 621896"/>
                <a:gd name="connsiteX267" fmla="*/ 190720 w 553012"/>
                <a:gd name="connsiteY267" fmla="*/ 9789 h 621896"/>
                <a:gd name="connsiteX268" fmla="*/ 184057 w 553012"/>
                <a:gd name="connsiteY268" fmla="*/ 10025 h 621896"/>
                <a:gd name="connsiteX269" fmla="*/ 179716 w 553012"/>
                <a:gd name="connsiteY269" fmla="*/ 10025 h 621896"/>
                <a:gd name="connsiteX270" fmla="*/ 178268 w 553012"/>
                <a:gd name="connsiteY270" fmla="*/ 10025 h 621896"/>
                <a:gd name="connsiteX271" fmla="*/ 170730 w 553012"/>
                <a:gd name="connsiteY271" fmla="*/ 10159 h 621896"/>
                <a:gd name="connsiteX272" fmla="*/ 166388 w 553012"/>
                <a:gd name="connsiteY272" fmla="*/ 10159 h 621896"/>
                <a:gd name="connsiteX273" fmla="*/ 165210 w 553012"/>
                <a:gd name="connsiteY273" fmla="*/ 12178 h 621896"/>
                <a:gd name="connsiteX274" fmla="*/ 165513 w 553012"/>
                <a:gd name="connsiteY274" fmla="*/ 17963 h 621896"/>
                <a:gd name="connsiteX275" fmla="*/ 165210 w 553012"/>
                <a:gd name="connsiteY275" fmla="*/ 22606 h 621896"/>
                <a:gd name="connsiteX276" fmla="*/ 164638 w 553012"/>
                <a:gd name="connsiteY276" fmla="*/ 25499 h 621896"/>
                <a:gd name="connsiteX277" fmla="*/ 166658 w 553012"/>
                <a:gd name="connsiteY277" fmla="*/ 29569 h 621896"/>
                <a:gd name="connsiteX278" fmla="*/ 168980 w 553012"/>
                <a:gd name="connsiteY278" fmla="*/ 32462 h 621896"/>
                <a:gd name="connsiteX279" fmla="*/ 170999 w 553012"/>
                <a:gd name="connsiteY279" fmla="*/ 32462 h 621896"/>
                <a:gd name="connsiteX280" fmla="*/ 174465 w 553012"/>
                <a:gd name="connsiteY280" fmla="*/ 34783 h 621896"/>
                <a:gd name="connsiteX281" fmla="*/ 177662 w 553012"/>
                <a:gd name="connsiteY281" fmla="*/ 36230 h 621896"/>
                <a:gd name="connsiteX282" fmla="*/ 179413 w 553012"/>
                <a:gd name="connsiteY282" fmla="*/ 37407 h 621896"/>
                <a:gd name="connsiteX283" fmla="*/ 180860 w 553012"/>
                <a:gd name="connsiteY283" fmla="*/ 39157 h 621896"/>
                <a:gd name="connsiteX284" fmla="*/ 180860 w 553012"/>
                <a:gd name="connsiteY284" fmla="*/ 43126 h 621896"/>
                <a:gd name="connsiteX285" fmla="*/ 177662 w 553012"/>
                <a:gd name="connsiteY285" fmla="*/ 46120 h 621896"/>
                <a:gd name="connsiteX286" fmla="*/ 174196 w 553012"/>
                <a:gd name="connsiteY286" fmla="*/ 48441 h 621896"/>
                <a:gd name="connsiteX287" fmla="*/ 168677 w 553012"/>
                <a:gd name="connsiteY287" fmla="*/ 51334 h 621896"/>
                <a:gd name="connsiteX288" fmla="*/ 166085 w 553012"/>
                <a:gd name="connsiteY288" fmla="*/ 56245 h 621896"/>
                <a:gd name="connsiteX289" fmla="*/ 158547 w 553012"/>
                <a:gd name="connsiteY289" fmla="*/ 61191 h 621896"/>
                <a:gd name="connsiteX290" fmla="*/ 153330 w 553012"/>
                <a:gd name="connsiteY290" fmla="*/ 58869 h 621896"/>
                <a:gd name="connsiteX291" fmla="*/ 150705 w 553012"/>
                <a:gd name="connsiteY291" fmla="*/ 55102 h 621896"/>
                <a:gd name="connsiteX292" fmla="*/ 148080 w 553012"/>
                <a:gd name="connsiteY292" fmla="*/ 51906 h 621896"/>
                <a:gd name="connsiteX293" fmla="*/ 144311 w 553012"/>
                <a:gd name="connsiteY293" fmla="*/ 49013 h 621896"/>
                <a:gd name="connsiteX294" fmla="*/ 142292 w 553012"/>
                <a:gd name="connsiteY294" fmla="*/ 47869 h 621896"/>
                <a:gd name="connsiteX295" fmla="*/ 138522 w 553012"/>
                <a:gd name="connsiteY295" fmla="*/ 45245 h 621896"/>
                <a:gd name="connsiteX296" fmla="*/ 130681 w 553012"/>
                <a:gd name="connsiteY296" fmla="*/ 44673 h 621896"/>
                <a:gd name="connsiteX297" fmla="*/ 125161 w 553012"/>
                <a:gd name="connsiteY297" fmla="*/ 44371 h 621896"/>
                <a:gd name="connsiteX298" fmla="*/ 119642 w 553012"/>
                <a:gd name="connsiteY298" fmla="*/ 43496 h 621896"/>
                <a:gd name="connsiteX299" fmla="*/ 115570 w 553012"/>
                <a:gd name="connsiteY299" fmla="*/ 43496 h 621896"/>
                <a:gd name="connsiteX300" fmla="*/ 110353 w 553012"/>
                <a:gd name="connsiteY300" fmla="*/ 43496 h 621896"/>
                <a:gd name="connsiteX301" fmla="*/ 107459 w 553012"/>
                <a:gd name="connsiteY301" fmla="*/ 43496 h 621896"/>
                <a:gd name="connsiteX302" fmla="*/ 100493 w 553012"/>
                <a:gd name="connsiteY302" fmla="*/ 47701 h 621896"/>
                <a:gd name="connsiteX303" fmla="*/ 98473 w 553012"/>
                <a:gd name="connsiteY303" fmla="*/ 50157 h 621896"/>
                <a:gd name="connsiteX304" fmla="*/ 94704 w 553012"/>
                <a:gd name="connsiteY304" fmla="*/ 52478 h 621896"/>
                <a:gd name="connsiteX305" fmla="*/ 92113 w 553012"/>
                <a:gd name="connsiteY305" fmla="*/ 55674 h 621896"/>
                <a:gd name="connsiteX306" fmla="*/ 87771 w 553012"/>
                <a:gd name="connsiteY306" fmla="*/ 58567 h 621896"/>
                <a:gd name="connsiteX307" fmla="*/ 84305 w 553012"/>
                <a:gd name="connsiteY307" fmla="*/ 58567 h 621896"/>
                <a:gd name="connsiteX308" fmla="*/ 79358 w 553012"/>
                <a:gd name="connsiteY308" fmla="*/ 58264 h 621896"/>
                <a:gd name="connsiteX309" fmla="*/ 77338 w 553012"/>
                <a:gd name="connsiteY309" fmla="*/ 55674 h 621896"/>
                <a:gd name="connsiteX310" fmla="*/ 70372 w 553012"/>
                <a:gd name="connsiteY310" fmla="*/ 55674 h 621896"/>
                <a:gd name="connsiteX311" fmla="*/ 70675 w 553012"/>
                <a:gd name="connsiteY311" fmla="*/ 60316 h 621896"/>
                <a:gd name="connsiteX312" fmla="*/ 71550 w 553012"/>
                <a:gd name="connsiteY312" fmla="*/ 65227 h 621896"/>
                <a:gd name="connsiteX313" fmla="*/ 70405 w 553012"/>
                <a:gd name="connsiteY313" fmla="*/ 69298 h 621896"/>
                <a:gd name="connsiteX314" fmla="*/ 67511 w 553012"/>
                <a:gd name="connsiteY314" fmla="*/ 72493 h 621896"/>
                <a:gd name="connsiteX315" fmla="*/ 62295 w 553012"/>
                <a:gd name="connsiteY315" fmla="*/ 74512 h 621896"/>
                <a:gd name="connsiteX316" fmla="*/ 60275 w 553012"/>
                <a:gd name="connsiteY316" fmla="*/ 77977 h 621896"/>
                <a:gd name="connsiteX317" fmla="*/ 59131 w 553012"/>
                <a:gd name="connsiteY317" fmla="*/ 86084 h 621896"/>
                <a:gd name="connsiteX318" fmla="*/ 57684 w 553012"/>
                <a:gd name="connsiteY318" fmla="*/ 91601 h 621896"/>
                <a:gd name="connsiteX319" fmla="*/ 54217 w 553012"/>
                <a:gd name="connsiteY319" fmla="*/ 96512 h 621896"/>
                <a:gd name="connsiteX320" fmla="*/ 50145 w 553012"/>
                <a:gd name="connsiteY320" fmla="*/ 100582 h 621896"/>
                <a:gd name="connsiteX321" fmla="*/ 47823 w 553012"/>
                <a:gd name="connsiteY321" fmla="*/ 106099 h 621896"/>
                <a:gd name="connsiteX322" fmla="*/ 45804 w 553012"/>
                <a:gd name="connsiteY322" fmla="*/ 111011 h 621896"/>
                <a:gd name="connsiteX323" fmla="*/ 44626 w 553012"/>
                <a:gd name="connsiteY323" fmla="*/ 115653 h 621896"/>
                <a:gd name="connsiteX324" fmla="*/ 46376 w 553012"/>
                <a:gd name="connsiteY324" fmla="*/ 121742 h 621896"/>
                <a:gd name="connsiteX325" fmla="*/ 49876 w 553012"/>
                <a:gd name="connsiteY325" fmla="*/ 125812 h 621896"/>
                <a:gd name="connsiteX326" fmla="*/ 50448 w 553012"/>
                <a:gd name="connsiteY326" fmla="*/ 132473 h 621896"/>
                <a:gd name="connsiteX327" fmla="*/ 46679 w 553012"/>
                <a:gd name="connsiteY327" fmla="*/ 137990 h 621896"/>
                <a:gd name="connsiteX328" fmla="*/ 44087 w 553012"/>
                <a:gd name="connsiteY328" fmla="*/ 142632 h 621896"/>
                <a:gd name="connsiteX329" fmla="*/ 43515 w 553012"/>
                <a:gd name="connsiteY329" fmla="*/ 145222 h 621896"/>
                <a:gd name="connsiteX330" fmla="*/ 43515 w 553012"/>
                <a:gd name="connsiteY330" fmla="*/ 149293 h 621896"/>
                <a:gd name="connsiteX331" fmla="*/ 44087 w 553012"/>
                <a:gd name="connsiteY331" fmla="*/ 152489 h 621896"/>
                <a:gd name="connsiteX332" fmla="*/ 47285 w 553012"/>
                <a:gd name="connsiteY332" fmla="*/ 155381 h 621896"/>
                <a:gd name="connsiteX333" fmla="*/ 49304 w 553012"/>
                <a:gd name="connsiteY333" fmla="*/ 156525 h 621896"/>
                <a:gd name="connsiteX334" fmla="*/ 49001 w 553012"/>
                <a:gd name="connsiteY334" fmla="*/ 160865 h 621896"/>
                <a:gd name="connsiteX335" fmla="*/ 48429 w 553012"/>
                <a:gd name="connsiteY335" fmla="*/ 163758 h 621896"/>
                <a:gd name="connsiteX336" fmla="*/ 45804 w 553012"/>
                <a:gd name="connsiteY336" fmla="*/ 165776 h 621896"/>
                <a:gd name="connsiteX337" fmla="*/ 43482 w 553012"/>
                <a:gd name="connsiteY337" fmla="*/ 168097 h 621896"/>
                <a:gd name="connsiteX338" fmla="*/ 40015 w 553012"/>
                <a:gd name="connsiteY338" fmla="*/ 169544 h 621896"/>
                <a:gd name="connsiteX339" fmla="*/ 40015 w 553012"/>
                <a:gd name="connsiteY339" fmla="*/ 172168 h 621896"/>
                <a:gd name="connsiteX340" fmla="*/ 42338 w 553012"/>
                <a:gd name="connsiteY340" fmla="*/ 175061 h 621896"/>
                <a:gd name="connsiteX341" fmla="*/ 46107 w 553012"/>
                <a:gd name="connsiteY341" fmla="*/ 176507 h 621896"/>
                <a:gd name="connsiteX342" fmla="*/ 48732 w 553012"/>
                <a:gd name="connsiteY342" fmla="*/ 176507 h 621896"/>
                <a:gd name="connsiteX343" fmla="*/ 48732 w 553012"/>
                <a:gd name="connsiteY343" fmla="*/ 178526 h 621896"/>
                <a:gd name="connsiteX344" fmla="*/ 48597 w 553012"/>
                <a:gd name="connsiteY344" fmla="*/ 181990 h 621896"/>
                <a:gd name="connsiteX345" fmla="*/ 48160 w 553012"/>
                <a:gd name="connsiteY345" fmla="*/ 185455 h 621896"/>
                <a:gd name="connsiteX346" fmla="*/ 47016 w 553012"/>
                <a:gd name="connsiteY346" fmla="*/ 187776 h 621896"/>
                <a:gd name="connsiteX347" fmla="*/ 46443 w 553012"/>
                <a:gd name="connsiteY347" fmla="*/ 191544 h 621896"/>
                <a:gd name="connsiteX348" fmla="*/ 47318 w 553012"/>
                <a:gd name="connsiteY348" fmla="*/ 197633 h 621896"/>
                <a:gd name="connsiteX349" fmla="*/ 45871 w 553012"/>
                <a:gd name="connsiteY349" fmla="*/ 202847 h 621896"/>
                <a:gd name="connsiteX350" fmla="*/ 46746 w 553012"/>
                <a:gd name="connsiteY350" fmla="*/ 209508 h 621896"/>
                <a:gd name="connsiteX351" fmla="*/ 47890 w 553012"/>
                <a:gd name="connsiteY351" fmla="*/ 214150 h 621896"/>
                <a:gd name="connsiteX352" fmla="*/ 52535 w 553012"/>
                <a:gd name="connsiteY352" fmla="*/ 217917 h 621896"/>
                <a:gd name="connsiteX353" fmla="*/ 53107 w 553012"/>
                <a:gd name="connsiteY353" fmla="*/ 219095 h 621896"/>
                <a:gd name="connsiteX354" fmla="*/ 54251 w 553012"/>
                <a:gd name="connsiteY354" fmla="*/ 223434 h 621896"/>
                <a:gd name="connsiteX355" fmla="*/ 52501 w 553012"/>
                <a:gd name="connsiteY355" fmla="*/ 227774 h 621896"/>
                <a:gd name="connsiteX356" fmla="*/ 49607 w 553012"/>
                <a:gd name="connsiteY356" fmla="*/ 232416 h 621896"/>
                <a:gd name="connsiteX357" fmla="*/ 50751 w 553012"/>
                <a:gd name="connsiteY357" fmla="*/ 235612 h 621896"/>
                <a:gd name="connsiteX358" fmla="*/ 52770 w 553012"/>
                <a:gd name="connsiteY358" fmla="*/ 241970 h 621896"/>
                <a:gd name="connsiteX359" fmla="*/ 51020 w 553012"/>
                <a:gd name="connsiteY359" fmla="*/ 245737 h 621896"/>
                <a:gd name="connsiteX360" fmla="*/ 50448 w 553012"/>
                <a:gd name="connsiteY360" fmla="*/ 246881 h 621896"/>
                <a:gd name="connsiteX361" fmla="*/ 49001 w 553012"/>
                <a:gd name="connsiteY361" fmla="*/ 250649 h 621896"/>
                <a:gd name="connsiteX362" fmla="*/ 51323 w 553012"/>
                <a:gd name="connsiteY362" fmla="*/ 254114 h 621896"/>
                <a:gd name="connsiteX363" fmla="*/ 51054 w 553012"/>
                <a:gd name="connsiteY363" fmla="*/ 259025 h 621896"/>
                <a:gd name="connsiteX364" fmla="*/ 50751 w 553012"/>
                <a:gd name="connsiteY364" fmla="*/ 265114 h 621896"/>
                <a:gd name="connsiteX365" fmla="*/ 52501 w 553012"/>
                <a:gd name="connsiteY365" fmla="*/ 270328 h 621896"/>
                <a:gd name="connsiteX366" fmla="*/ 55126 w 553012"/>
                <a:gd name="connsiteY366" fmla="*/ 274668 h 621896"/>
                <a:gd name="connsiteX367" fmla="*/ 57718 w 553012"/>
                <a:gd name="connsiteY367" fmla="*/ 276686 h 621896"/>
                <a:gd name="connsiteX368" fmla="*/ 62059 w 553012"/>
                <a:gd name="connsiteY368" fmla="*/ 282203 h 621896"/>
                <a:gd name="connsiteX369" fmla="*/ 64381 w 553012"/>
                <a:gd name="connsiteY369" fmla="*/ 285399 h 621896"/>
                <a:gd name="connsiteX370" fmla="*/ 64078 w 553012"/>
                <a:gd name="connsiteY370" fmla="*/ 291185 h 621896"/>
                <a:gd name="connsiteX371" fmla="*/ 63775 w 553012"/>
                <a:gd name="connsiteY371" fmla="*/ 296971 h 621896"/>
                <a:gd name="connsiteX372" fmla="*/ 62597 w 553012"/>
                <a:gd name="connsiteY372" fmla="*/ 300166 h 621896"/>
                <a:gd name="connsiteX373" fmla="*/ 60881 w 553012"/>
                <a:gd name="connsiteY373" fmla="*/ 302488 h 621896"/>
                <a:gd name="connsiteX374" fmla="*/ 55665 w 553012"/>
                <a:gd name="connsiteY374" fmla="*/ 304809 h 621896"/>
                <a:gd name="connsiteX375" fmla="*/ 51626 w 553012"/>
                <a:gd name="connsiteY375" fmla="*/ 307130 h 621896"/>
                <a:gd name="connsiteX376" fmla="*/ 49001 w 553012"/>
                <a:gd name="connsiteY376" fmla="*/ 308576 h 621896"/>
                <a:gd name="connsiteX377" fmla="*/ 44087 w 553012"/>
                <a:gd name="connsiteY377" fmla="*/ 311200 h 621896"/>
                <a:gd name="connsiteX378" fmla="*/ 40890 w 553012"/>
                <a:gd name="connsiteY378" fmla="*/ 311200 h 621896"/>
                <a:gd name="connsiteX379" fmla="*/ 36381 w 553012"/>
                <a:gd name="connsiteY379" fmla="*/ 311200 h 621896"/>
                <a:gd name="connsiteX380" fmla="*/ 34193 w 553012"/>
                <a:gd name="connsiteY380" fmla="*/ 312647 h 621896"/>
                <a:gd name="connsiteX381" fmla="*/ 31568 w 553012"/>
                <a:gd name="connsiteY381" fmla="*/ 316112 h 621896"/>
                <a:gd name="connsiteX382" fmla="*/ 30121 w 553012"/>
                <a:gd name="connsiteY382" fmla="*/ 320451 h 621896"/>
                <a:gd name="connsiteX383" fmla="*/ 29852 w 553012"/>
                <a:gd name="connsiteY383" fmla="*/ 324521 h 621896"/>
                <a:gd name="connsiteX384" fmla="*/ 28404 w 553012"/>
                <a:gd name="connsiteY384" fmla="*/ 325968 h 621896"/>
                <a:gd name="connsiteX385" fmla="*/ 25510 w 553012"/>
                <a:gd name="connsiteY385" fmla="*/ 327145 h 621896"/>
                <a:gd name="connsiteX386" fmla="*/ 20597 w 553012"/>
                <a:gd name="connsiteY386" fmla="*/ 328895 h 621896"/>
                <a:gd name="connsiteX387" fmla="*/ 18846 w 553012"/>
                <a:gd name="connsiteY387" fmla="*/ 330341 h 621896"/>
                <a:gd name="connsiteX388" fmla="*/ 17097 w 553012"/>
                <a:gd name="connsiteY388" fmla="*/ 332931 h 621896"/>
                <a:gd name="connsiteX389" fmla="*/ 15952 w 553012"/>
                <a:gd name="connsiteY389" fmla="*/ 335253 h 621896"/>
                <a:gd name="connsiteX390" fmla="*/ 9861 w 553012"/>
                <a:gd name="connsiteY390" fmla="*/ 340769 h 621896"/>
                <a:gd name="connsiteX391" fmla="*/ 5789 w 553012"/>
                <a:gd name="connsiteY391" fmla="*/ 344840 h 621896"/>
                <a:gd name="connsiteX392" fmla="*/ 2591 w 553012"/>
                <a:gd name="connsiteY392" fmla="*/ 347430 h 621896"/>
                <a:gd name="connsiteX393" fmla="*/ 0 w 553012"/>
                <a:gd name="connsiteY393" fmla="*/ 350323 h 621896"/>
                <a:gd name="connsiteX394" fmla="*/ 0 w 553012"/>
                <a:gd name="connsiteY394" fmla="*/ 354393 h 621896"/>
                <a:gd name="connsiteX395" fmla="*/ 7842 w 553012"/>
                <a:gd name="connsiteY395" fmla="*/ 352947 h 621896"/>
                <a:gd name="connsiteX396" fmla="*/ 14202 w 553012"/>
                <a:gd name="connsiteY396" fmla="*/ 351803 h 621896"/>
                <a:gd name="connsiteX397" fmla="*/ 15952 w 553012"/>
                <a:gd name="connsiteY397" fmla="*/ 351231 h 621896"/>
                <a:gd name="connsiteX398" fmla="*/ 22616 w 553012"/>
                <a:gd name="connsiteY398" fmla="*/ 349482 h 621896"/>
                <a:gd name="connsiteX399" fmla="*/ 27260 w 553012"/>
                <a:gd name="connsiteY399" fmla="*/ 346286 h 621896"/>
                <a:gd name="connsiteX400" fmla="*/ 30155 w 553012"/>
                <a:gd name="connsiteY400" fmla="*/ 345412 h 621896"/>
                <a:gd name="connsiteX401" fmla="*/ 33049 w 553012"/>
                <a:gd name="connsiteY401" fmla="*/ 345109 h 621896"/>
                <a:gd name="connsiteX402" fmla="*/ 33049 w 553012"/>
                <a:gd name="connsiteY402" fmla="*/ 346858 h 621896"/>
                <a:gd name="connsiteX403" fmla="*/ 34933 w 553012"/>
                <a:gd name="connsiteY403" fmla="*/ 349179 h 621896"/>
                <a:gd name="connsiteX404" fmla="*/ 38837 w 553012"/>
                <a:gd name="connsiteY404" fmla="*/ 348608 h 621896"/>
                <a:gd name="connsiteX405" fmla="*/ 41159 w 553012"/>
                <a:gd name="connsiteY405" fmla="*/ 346286 h 621896"/>
                <a:gd name="connsiteX406" fmla="*/ 43482 w 553012"/>
                <a:gd name="connsiteY406" fmla="*/ 343091 h 621896"/>
                <a:gd name="connsiteX407" fmla="*/ 46039 w 553012"/>
                <a:gd name="connsiteY407" fmla="*/ 342519 h 621896"/>
                <a:gd name="connsiteX408" fmla="*/ 53040 w 553012"/>
                <a:gd name="connsiteY408" fmla="*/ 340769 h 621896"/>
                <a:gd name="connsiteX409" fmla="*/ 57381 w 553012"/>
                <a:gd name="connsiteY409" fmla="*/ 340769 h 621896"/>
                <a:gd name="connsiteX410" fmla="*/ 63775 w 553012"/>
                <a:gd name="connsiteY410" fmla="*/ 344403 h 621896"/>
                <a:gd name="connsiteX411" fmla="*/ 63203 w 553012"/>
                <a:gd name="connsiteY411" fmla="*/ 349179 h 621896"/>
                <a:gd name="connsiteX412" fmla="*/ 66670 w 553012"/>
                <a:gd name="connsiteY412" fmla="*/ 353519 h 621896"/>
                <a:gd name="connsiteX413" fmla="*/ 71011 w 553012"/>
                <a:gd name="connsiteY413" fmla="*/ 357286 h 621896"/>
                <a:gd name="connsiteX414" fmla="*/ 72761 w 553012"/>
                <a:gd name="connsiteY414" fmla="*/ 361626 h 621896"/>
                <a:gd name="connsiteX415" fmla="*/ 70439 w 553012"/>
                <a:gd name="connsiteY415" fmla="*/ 365091 h 621896"/>
                <a:gd name="connsiteX416" fmla="*/ 69295 w 553012"/>
                <a:gd name="connsiteY416" fmla="*/ 365091 h 621896"/>
                <a:gd name="connsiteX417" fmla="*/ 65223 w 553012"/>
                <a:gd name="connsiteY417" fmla="*/ 367984 h 621896"/>
                <a:gd name="connsiteX418" fmla="*/ 63472 w 553012"/>
                <a:gd name="connsiteY418" fmla="*/ 371449 h 621896"/>
                <a:gd name="connsiteX419" fmla="*/ 63472 w 553012"/>
                <a:gd name="connsiteY419" fmla="*/ 373770 h 621896"/>
                <a:gd name="connsiteX420" fmla="*/ 64920 w 553012"/>
                <a:gd name="connsiteY420" fmla="*/ 373770 h 621896"/>
                <a:gd name="connsiteX421" fmla="*/ 69564 w 553012"/>
                <a:gd name="connsiteY421" fmla="*/ 375082 h 621896"/>
                <a:gd name="connsiteX422" fmla="*/ 72761 w 553012"/>
                <a:gd name="connsiteY422" fmla="*/ 377538 h 621896"/>
                <a:gd name="connsiteX423" fmla="*/ 71011 w 553012"/>
                <a:gd name="connsiteY423" fmla="*/ 381608 h 621896"/>
                <a:gd name="connsiteX424" fmla="*/ 64348 w 553012"/>
                <a:gd name="connsiteY424" fmla="*/ 386250 h 621896"/>
                <a:gd name="connsiteX425" fmla="*/ 60881 w 553012"/>
                <a:gd name="connsiteY425" fmla="*/ 387697 h 621896"/>
                <a:gd name="connsiteX426" fmla="*/ 56943 w 553012"/>
                <a:gd name="connsiteY426" fmla="*/ 388840 h 621896"/>
                <a:gd name="connsiteX427" fmla="*/ 49876 w 553012"/>
                <a:gd name="connsiteY427" fmla="*/ 392305 h 621896"/>
                <a:gd name="connsiteX428" fmla="*/ 46073 w 553012"/>
                <a:gd name="connsiteY428" fmla="*/ 396073 h 621896"/>
                <a:gd name="connsiteX429" fmla="*/ 48429 w 553012"/>
                <a:gd name="connsiteY429" fmla="*/ 398697 h 621896"/>
                <a:gd name="connsiteX430" fmla="*/ 52198 w 553012"/>
                <a:gd name="connsiteY430" fmla="*/ 401590 h 621896"/>
                <a:gd name="connsiteX431" fmla="*/ 56977 w 553012"/>
                <a:gd name="connsiteY431" fmla="*/ 408251 h 621896"/>
                <a:gd name="connsiteX432" fmla="*/ 56977 w 553012"/>
                <a:gd name="connsiteY432" fmla="*/ 411144 h 621896"/>
                <a:gd name="connsiteX433" fmla="*/ 55126 w 553012"/>
                <a:gd name="connsiteY433" fmla="*/ 416930 h 621896"/>
                <a:gd name="connsiteX434" fmla="*/ 51929 w 553012"/>
                <a:gd name="connsiteY434" fmla="*/ 421269 h 621896"/>
                <a:gd name="connsiteX435" fmla="*/ 48463 w 553012"/>
                <a:gd name="connsiteY435" fmla="*/ 426181 h 621896"/>
                <a:gd name="connsiteX436" fmla="*/ 46107 w 553012"/>
                <a:gd name="connsiteY436" fmla="*/ 431966 h 621896"/>
                <a:gd name="connsiteX437" fmla="*/ 46141 w 553012"/>
                <a:gd name="connsiteY437" fmla="*/ 439771 h 621896"/>
                <a:gd name="connsiteX438" fmla="*/ 47588 w 553012"/>
                <a:gd name="connsiteY438" fmla="*/ 442361 h 621896"/>
                <a:gd name="connsiteX439" fmla="*/ 52501 w 553012"/>
                <a:gd name="connsiteY439" fmla="*/ 446129 h 621896"/>
                <a:gd name="connsiteX440" fmla="*/ 55126 w 553012"/>
                <a:gd name="connsiteY440" fmla="*/ 442933 h 621896"/>
                <a:gd name="connsiteX441" fmla="*/ 58323 w 553012"/>
                <a:gd name="connsiteY441" fmla="*/ 439737 h 621896"/>
                <a:gd name="connsiteX442" fmla="*/ 63102 w 553012"/>
                <a:gd name="connsiteY442" fmla="*/ 439737 h 621896"/>
                <a:gd name="connsiteX443" fmla="*/ 65862 w 553012"/>
                <a:gd name="connsiteY443" fmla="*/ 442496 h 621896"/>
                <a:gd name="connsiteX444" fmla="*/ 59501 w 553012"/>
                <a:gd name="connsiteY444" fmla="*/ 446701 h 621896"/>
                <a:gd name="connsiteX445" fmla="*/ 58357 w 553012"/>
                <a:gd name="connsiteY445" fmla="*/ 450737 h 621896"/>
                <a:gd name="connsiteX446" fmla="*/ 65896 w 553012"/>
                <a:gd name="connsiteY446" fmla="*/ 454808 h 621896"/>
                <a:gd name="connsiteX447" fmla="*/ 67915 w 553012"/>
                <a:gd name="connsiteY447" fmla="*/ 461468 h 621896"/>
                <a:gd name="connsiteX448" fmla="*/ 67915 w 553012"/>
                <a:gd name="connsiteY448" fmla="*/ 467389 h 621896"/>
                <a:gd name="connsiteX449" fmla="*/ 71550 w 553012"/>
                <a:gd name="connsiteY449" fmla="*/ 467557 h 621896"/>
                <a:gd name="connsiteX450" fmla="*/ 72425 w 553012"/>
                <a:gd name="connsiteY450" fmla="*/ 470316 h 621896"/>
                <a:gd name="connsiteX451" fmla="*/ 74881 w 553012"/>
                <a:gd name="connsiteY451" fmla="*/ 471190 h 621896"/>
                <a:gd name="connsiteX452" fmla="*/ 79391 w 553012"/>
                <a:gd name="connsiteY452" fmla="*/ 471056 h 621896"/>
                <a:gd name="connsiteX453" fmla="*/ 83733 w 553012"/>
                <a:gd name="connsiteY453" fmla="*/ 468869 h 621896"/>
                <a:gd name="connsiteX454" fmla="*/ 86358 w 553012"/>
                <a:gd name="connsiteY454" fmla="*/ 471056 h 621896"/>
                <a:gd name="connsiteX455" fmla="*/ 91877 w 553012"/>
                <a:gd name="connsiteY455" fmla="*/ 473242 h 621896"/>
                <a:gd name="connsiteX456" fmla="*/ 92752 w 553012"/>
                <a:gd name="connsiteY456" fmla="*/ 476573 h 621896"/>
                <a:gd name="connsiteX457" fmla="*/ 87838 w 553012"/>
                <a:gd name="connsiteY457" fmla="*/ 480475 h 621896"/>
                <a:gd name="connsiteX458" fmla="*/ 85954 w 553012"/>
                <a:gd name="connsiteY458" fmla="*/ 483233 h 621896"/>
                <a:gd name="connsiteX459" fmla="*/ 88713 w 553012"/>
                <a:gd name="connsiteY459" fmla="*/ 486866 h 621896"/>
                <a:gd name="connsiteX460" fmla="*/ 95074 w 553012"/>
                <a:gd name="connsiteY460" fmla="*/ 488178 h 621896"/>
                <a:gd name="connsiteX461" fmla="*/ 100156 w 553012"/>
                <a:gd name="connsiteY461" fmla="*/ 487741 h 621896"/>
                <a:gd name="connsiteX462" fmla="*/ 102343 w 553012"/>
                <a:gd name="connsiteY462" fmla="*/ 486866 h 621896"/>
                <a:gd name="connsiteX463" fmla="*/ 103892 w 553012"/>
                <a:gd name="connsiteY463" fmla="*/ 483940 h 621896"/>
                <a:gd name="connsiteX464" fmla="*/ 103219 w 553012"/>
                <a:gd name="connsiteY464" fmla="*/ 483233 h 621896"/>
                <a:gd name="connsiteX465" fmla="*/ 102041 w 553012"/>
                <a:gd name="connsiteY465" fmla="*/ 481047 h 621896"/>
                <a:gd name="connsiteX466" fmla="*/ 101771 w 553012"/>
                <a:gd name="connsiteY466" fmla="*/ 480172 h 621896"/>
                <a:gd name="connsiteX467" fmla="*/ 101368 w 553012"/>
                <a:gd name="connsiteY467" fmla="*/ 475530 h 621896"/>
                <a:gd name="connsiteX468" fmla="*/ 101401 w 553012"/>
                <a:gd name="connsiteY468" fmla="*/ 475462 h 621896"/>
                <a:gd name="connsiteX469" fmla="*/ 101502 w 553012"/>
                <a:gd name="connsiteY469" fmla="*/ 475261 h 621896"/>
                <a:gd name="connsiteX470" fmla="*/ 101401 w 553012"/>
                <a:gd name="connsiteY470" fmla="*/ 475462 h 621896"/>
                <a:gd name="connsiteX471" fmla="*/ 101368 w 553012"/>
                <a:gd name="connsiteY471" fmla="*/ 475530 h 621896"/>
                <a:gd name="connsiteX472" fmla="*/ 101940 w 553012"/>
                <a:gd name="connsiteY472" fmla="*/ 474958 h 621896"/>
                <a:gd name="connsiteX473" fmla="*/ 105574 w 553012"/>
                <a:gd name="connsiteY473" fmla="*/ 471056 h 621896"/>
                <a:gd name="connsiteX474" fmla="*/ 107156 w 553012"/>
                <a:gd name="connsiteY474" fmla="*/ 469744 h 621896"/>
                <a:gd name="connsiteX475" fmla="*/ 108166 w 553012"/>
                <a:gd name="connsiteY475" fmla="*/ 467389 h 621896"/>
                <a:gd name="connsiteX476" fmla="*/ 108166 w 553012"/>
                <a:gd name="connsiteY476" fmla="*/ 460930 h 621896"/>
                <a:gd name="connsiteX477" fmla="*/ 109748 w 553012"/>
                <a:gd name="connsiteY477" fmla="*/ 458609 h 621896"/>
                <a:gd name="connsiteX478" fmla="*/ 114964 w 553012"/>
                <a:gd name="connsiteY478" fmla="*/ 454135 h 621896"/>
                <a:gd name="connsiteX479" fmla="*/ 119743 w 553012"/>
                <a:gd name="connsiteY479" fmla="*/ 452386 h 621896"/>
                <a:gd name="connsiteX480" fmla="*/ 122065 w 553012"/>
                <a:gd name="connsiteY480" fmla="*/ 453395 h 621896"/>
                <a:gd name="connsiteX481" fmla="*/ 130613 w 553012"/>
                <a:gd name="connsiteY481" fmla="*/ 456591 h 621896"/>
                <a:gd name="connsiteX482" fmla="*/ 130613 w 553012"/>
                <a:gd name="connsiteY482" fmla="*/ 463251 h 621896"/>
                <a:gd name="connsiteX483" fmla="*/ 131488 w 553012"/>
                <a:gd name="connsiteY483" fmla="*/ 467759 h 621896"/>
                <a:gd name="connsiteX484" fmla="*/ 133945 w 553012"/>
                <a:gd name="connsiteY484" fmla="*/ 470955 h 621896"/>
                <a:gd name="connsiteX485" fmla="*/ 139465 w 553012"/>
                <a:gd name="connsiteY485" fmla="*/ 468499 h 621896"/>
                <a:gd name="connsiteX486" fmla="*/ 140609 w 553012"/>
                <a:gd name="connsiteY486" fmla="*/ 466918 h 621896"/>
                <a:gd name="connsiteX487" fmla="*/ 142494 w 553012"/>
                <a:gd name="connsiteY487" fmla="*/ 466784 h 621896"/>
                <a:gd name="connsiteX488" fmla="*/ 145960 w 553012"/>
                <a:gd name="connsiteY488" fmla="*/ 468230 h 621896"/>
                <a:gd name="connsiteX489" fmla="*/ 147272 w 553012"/>
                <a:gd name="connsiteY489" fmla="*/ 470114 h 621896"/>
                <a:gd name="connsiteX490" fmla="*/ 148450 w 553012"/>
                <a:gd name="connsiteY490" fmla="*/ 472570 h 621896"/>
                <a:gd name="connsiteX491" fmla="*/ 150335 w 553012"/>
                <a:gd name="connsiteY491" fmla="*/ 475160 h 621896"/>
                <a:gd name="connsiteX492" fmla="*/ 153532 w 553012"/>
                <a:gd name="connsiteY492" fmla="*/ 474857 h 621896"/>
                <a:gd name="connsiteX493" fmla="*/ 155249 w 553012"/>
                <a:gd name="connsiteY493" fmla="*/ 472536 h 621896"/>
                <a:gd name="connsiteX494" fmla="*/ 156124 w 553012"/>
                <a:gd name="connsiteY494" fmla="*/ 467625 h 621896"/>
                <a:gd name="connsiteX495" fmla="*/ 157571 w 553012"/>
                <a:gd name="connsiteY495" fmla="*/ 465169 h 621896"/>
                <a:gd name="connsiteX496" fmla="*/ 158446 w 553012"/>
                <a:gd name="connsiteY496" fmla="*/ 461973 h 621896"/>
                <a:gd name="connsiteX497" fmla="*/ 160027 w 553012"/>
                <a:gd name="connsiteY497" fmla="*/ 459215 h 621896"/>
                <a:gd name="connsiteX498" fmla="*/ 161778 w 553012"/>
                <a:gd name="connsiteY498" fmla="*/ 457465 h 621896"/>
                <a:gd name="connsiteX499" fmla="*/ 163965 w 553012"/>
                <a:gd name="connsiteY499" fmla="*/ 456019 h 621896"/>
                <a:gd name="connsiteX500" fmla="*/ 165850 w 553012"/>
                <a:gd name="connsiteY500" fmla="*/ 455010 h 621896"/>
                <a:gd name="connsiteX501" fmla="*/ 168172 w 553012"/>
                <a:gd name="connsiteY501" fmla="*/ 452386 h 621896"/>
                <a:gd name="connsiteX502" fmla="*/ 171807 w 553012"/>
                <a:gd name="connsiteY502" fmla="*/ 450367 h 621896"/>
                <a:gd name="connsiteX503" fmla="*/ 175273 w 553012"/>
                <a:gd name="connsiteY503" fmla="*/ 447340 h 621896"/>
                <a:gd name="connsiteX504" fmla="*/ 176720 w 553012"/>
                <a:gd name="connsiteY504" fmla="*/ 443875 h 621896"/>
                <a:gd name="connsiteX505" fmla="*/ 177595 w 553012"/>
                <a:gd name="connsiteY505" fmla="*/ 439098 h 621896"/>
                <a:gd name="connsiteX506" fmla="*/ 185571 w 553012"/>
                <a:gd name="connsiteY506" fmla="*/ 438156 h 621896"/>
                <a:gd name="connsiteX507" fmla="*/ 189206 w 553012"/>
                <a:gd name="connsiteY507" fmla="*/ 436340 h 621896"/>
                <a:gd name="connsiteX508" fmla="*/ 192403 w 553012"/>
                <a:gd name="connsiteY508" fmla="*/ 436340 h 621896"/>
                <a:gd name="connsiteX509" fmla="*/ 194423 w 553012"/>
                <a:gd name="connsiteY509" fmla="*/ 437786 h 621896"/>
                <a:gd name="connsiteX510" fmla="*/ 199774 w 553012"/>
                <a:gd name="connsiteY510" fmla="*/ 443135 h 621896"/>
                <a:gd name="connsiteX511" fmla="*/ 201961 w 553012"/>
                <a:gd name="connsiteY511" fmla="*/ 444144 h 621896"/>
                <a:gd name="connsiteX512" fmla="*/ 207750 w 553012"/>
                <a:gd name="connsiteY512" fmla="*/ 443841 h 621896"/>
                <a:gd name="connsiteX513" fmla="*/ 210947 w 553012"/>
                <a:gd name="connsiteY513" fmla="*/ 441823 h 621896"/>
                <a:gd name="connsiteX514" fmla="*/ 212697 w 553012"/>
                <a:gd name="connsiteY514" fmla="*/ 439636 h 621896"/>
                <a:gd name="connsiteX515" fmla="*/ 213404 w 553012"/>
                <a:gd name="connsiteY515" fmla="*/ 437618 h 621896"/>
                <a:gd name="connsiteX516" fmla="*/ 214582 w 553012"/>
                <a:gd name="connsiteY516" fmla="*/ 434288 h 621896"/>
                <a:gd name="connsiteX517" fmla="*/ 215894 w 553012"/>
                <a:gd name="connsiteY517" fmla="*/ 431832 h 621896"/>
                <a:gd name="connsiteX518" fmla="*/ 216466 w 553012"/>
                <a:gd name="connsiteY518" fmla="*/ 430957 h 621896"/>
                <a:gd name="connsiteX519" fmla="*/ 218485 w 553012"/>
                <a:gd name="connsiteY519" fmla="*/ 429645 h 621896"/>
                <a:gd name="connsiteX520" fmla="*/ 221380 w 553012"/>
                <a:gd name="connsiteY520" fmla="*/ 432101 h 621896"/>
                <a:gd name="connsiteX521" fmla="*/ 224409 w 553012"/>
                <a:gd name="connsiteY521" fmla="*/ 434119 h 621896"/>
                <a:gd name="connsiteX522" fmla="*/ 226596 w 553012"/>
                <a:gd name="connsiteY522" fmla="*/ 436138 h 621896"/>
                <a:gd name="connsiteX523" fmla="*/ 232553 w 553012"/>
                <a:gd name="connsiteY523" fmla="*/ 438594 h 621896"/>
                <a:gd name="connsiteX524" fmla="*/ 236154 w 553012"/>
                <a:gd name="connsiteY524" fmla="*/ 438459 h 621896"/>
                <a:gd name="connsiteX525" fmla="*/ 237904 w 553012"/>
                <a:gd name="connsiteY525" fmla="*/ 436710 h 621896"/>
                <a:gd name="connsiteX526" fmla="*/ 241674 w 553012"/>
                <a:gd name="connsiteY526" fmla="*/ 435835 h 621896"/>
                <a:gd name="connsiteX527" fmla="*/ 244736 w 553012"/>
                <a:gd name="connsiteY527" fmla="*/ 438459 h 621896"/>
                <a:gd name="connsiteX528" fmla="*/ 247395 w 553012"/>
                <a:gd name="connsiteY528" fmla="*/ 441487 h 621896"/>
                <a:gd name="connsiteX529" fmla="*/ 248909 w 553012"/>
                <a:gd name="connsiteY529" fmla="*/ 443673 h 621896"/>
                <a:gd name="connsiteX530" fmla="*/ 248909 w 553012"/>
                <a:gd name="connsiteY530" fmla="*/ 447575 h 621896"/>
                <a:gd name="connsiteX531" fmla="*/ 248034 w 553012"/>
                <a:gd name="connsiteY531" fmla="*/ 451780 h 621896"/>
                <a:gd name="connsiteX532" fmla="*/ 247159 w 553012"/>
                <a:gd name="connsiteY532" fmla="*/ 454808 h 621896"/>
                <a:gd name="connsiteX533" fmla="*/ 247462 w 553012"/>
                <a:gd name="connsiteY533" fmla="*/ 457566 h 621896"/>
                <a:gd name="connsiteX534" fmla="*/ 247900 w 553012"/>
                <a:gd name="connsiteY534" fmla="*/ 460594 h 621896"/>
                <a:gd name="connsiteX535" fmla="*/ 248169 w 553012"/>
                <a:gd name="connsiteY535" fmla="*/ 462040 h 621896"/>
                <a:gd name="connsiteX536" fmla="*/ 246015 w 553012"/>
                <a:gd name="connsiteY536" fmla="*/ 465102 h 621896"/>
                <a:gd name="connsiteX537" fmla="*/ 245005 w 553012"/>
                <a:gd name="connsiteY537" fmla="*/ 467120 h 621896"/>
                <a:gd name="connsiteX538" fmla="*/ 242986 w 553012"/>
                <a:gd name="connsiteY538" fmla="*/ 470013 h 621896"/>
                <a:gd name="connsiteX539" fmla="*/ 241404 w 553012"/>
                <a:gd name="connsiteY539" fmla="*/ 474353 h 621896"/>
                <a:gd name="connsiteX540" fmla="*/ 241674 w 553012"/>
                <a:gd name="connsiteY540" fmla="*/ 477985 h 621896"/>
                <a:gd name="connsiteX541" fmla="*/ 242818 w 553012"/>
                <a:gd name="connsiteY541" fmla="*/ 479735 h 621896"/>
                <a:gd name="connsiteX542" fmla="*/ 244265 w 553012"/>
                <a:gd name="connsiteY542" fmla="*/ 481921 h 621896"/>
                <a:gd name="connsiteX543" fmla="*/ 246150 w 553012"/>
                <a:gd name="connsiteY543" fmla="*/ 484545 h 621896"/>
                <a:gd name="connsiteX544" fmla="*/ 248909 w 553012"/>
                <a:gd name="connsiteY544" fmla="*/ 485420 h 621896"/>
                <a:gd name="connsiteX545" fmla="*/ 252106 w 553012"/>
                <a:gd name="connsiteY545" fmla="*/ 484276 h 621896"/>
                <a:gd name="connsiteX546" fmla="*/ 254126 w 553012"/>
                <a:gd name="connsiteY546" fmla="*/ 483839 h 621896"/>
                <a:gd name="connsiteX547" fmla="*/ 258030 w 553012"/>
                <a:gd name="connsiteY547" fmla="*/ 483402 h 621896"/>
                <a:gd name="connsiteX548" fmla="*/ 260352 w 553012"/>
                <a:gd name="connsiteY548" fmla="*/ 483536 h 621896"/>
                <a:gd name="connsiteX549" fmla="*/ 263112 w 553012"/>
                <a:gd name="connsiteY549" fmla="*/ 483536 h 621896"/>
                <a:gd name="connsiteX550" fmla="*/ 265434 w 553012"/>
                <a:gd name="connsiteY550" fmla="*/ 484108 h 621896"/>
                <a:gd name="connsiteX551" fmla="*/ 267823 w 553012"/>
                <a:gd name="connsiteY551" fmla="*/ 485252 h 621896"/>
                <a:gd name="connsiteX552" fmla="*/ 269775 w 553012"/>
                <a:gd name="connsiteY552" fmla="*/ 487001 h 621896"/>
                <a:gd name="connsiteX553" fmla="*/ 269775 w 553012"/>
                <a:gd name="connsiteY553" fmla="*/ 491071 h 621896"/>
                <a:gd name="connsiteX554" fmla="*/ 267318 w 553012"/>
                <a:gd name="connsiteY554" fmla="*/ 493695 h 621896"/>
                <a:gd name="connsiteX555" fmla="*/ 265871 w 553012"/>
                <a:gd name="connsiteY555" fmla="*/ 495882 h 621896"/>
                <a:gd name="connsiteX556" fmla="*/ 264256 w 553012"/>
                <a:gd name="connsiteY556" fmla="*/ 496588 h 621896"/>
                <a:gd name="connsiteX557" fmla="*/ 262674 w 553012"/>
                <a:gd name="connsiteY557" fmla="*/ 497328 h 621896"/>
                <a:gd name="connsiteX558" fmla="*/ 260352 w 553012"/>
                <a:gd name="connsiteY558" fmla="*/ 498909 h 621896"/>
                <a:gd name="connsiteX559" fmla="*/ 258467 w 553012"/>
                <a:gd name="connsiteY559" fmla="*/ 500928 h 621896"/>
                <a:gd name="connsiteX560" fmla="*/ 256717 w 553012"/>
                <a:gd name="connsiteY560" fmla="*/ 503552 h 621896"/>
                <a:gd name="connsiteX561" fmla="*/ 254530 w 553012"/>
                <a:gd name="connsiteY561" fmla="*/ 506579 h 621896"/>
                <a:gd name="connsiteX562" fmla="*/ 254092 w 553012"/>
                <a:gd name="connsiteY562" fmla="*/ 510347 h 621896"/>
                <a:gd name="connsiteX563" fmla="*/ 253520 w 553012"/>
                <a:gd name="connsiteY563" fmla="*/ 514686 h 621896"/>
                <a:gd name="connsiteX564" fmla="*/ 256414 w 553012"/>
                <a:gd name="connsiteY564" fmla="*/ 525417 h 621896"/>
                <a:gd name="connsiteX565" fmla="*/ 255707 w 553012"/>
                <a:gd name="connsiteY565" fmla="*/ 530934 h 621896"/>
                <a:gd name="connsiteX566" fmla="*/ 254698 w 553012"/>
                <a:gd name="connsiteY566" fmla="*/ 535577 h 621896"/>
                <a:gd name="connsiteX567" fmla="*/ 254126 w 553012"/>
                <a:gd name="connsiteY567" fmla="*/ 537158 h 621896"/>
                <a:gd name="connsiteX568" fmla="*/ 252544 w 553012"/>
                <a:gd name="connsiteY568" fmla="*/ 539176 h 621896"/>
                <a:gd name="connsiteX569" fmla="*/ 249650 w 553012"/>
                <a:gd name="connsiteY569" fmla="*/ 540757 h 621896"/>
                <a:gd name="connsiteX570" fmla="*/ 247462 w 553012"/>
                <a:gd name="connsiteY570" fmla="*/ 541329 h 621896"/>
                <a:gd name="connsiteX571" fmla="*/ 245578 w 553012"/>
                <a:gd name="connsiteY571" fmla="*/ 543213 h 621896"/>
                <a:gd name="connsiteX572" fmla="*/ 243121 w 553012"/>
                <a:gd name="connsiteY572" fmla="*/ 545534 h 621896"/>
                <a:gd name="connsiteX573" fmla="*/ 239217 w 553012"/>
                <a:gd name="connsiteY573" fmla="*/ 547418 h 621896"/>
                <a:gd name="connsiteX574" fmla="*/ 238914 w 553012"/>
                <a:gd name="connsiteY574" fmla="*/ 547855 h 621896"/>
                <a:gd name="connsiteX575" fmla="*/ 237029 w 553012"/>
                <a:gd name="connsiteY575" fmla="*/ 550883 h 621896"/>
                <a:gd name="connsiteX576" fmla="*/ 236726 w 553012"/>
                <a:gd name="connsiteY576" fmla="*/ 552767 h 621896"/>
                <a:gd name="connsiteX577" fmla="*/ 236592 w 553012"/>
                <a:gd name="connsiteY577" fmla="*/ 555357 h 621896"/>
                <a:gd name="connsiteX578" fmla="*/ 236726 w 553012"/>
                <a:gd name="connsiteY578" fmla="*/ 557812 h 621896"/>
                <a:gd name="connsiteX579" fmla="*/ 230938 w 553012"/>
                <a:gd name="connsiteY579" fmla="*/ 559696 h 621896"/>
                <a:gd name="connsiteX580" fmla="*/ 229625 w 553012"/>
                <a:gd name="connsiteY580" fmla="*/ 560840 h 621896"/>
                <a:gd name="connsiteX581" fmla="*/ 225553 w 553012"/>
                <a:gd name="connsiteY581" fmla="*/ 563598 h 621896"/>
                <a:gd name="connsiteX582" fmla="*/ 224409 w 553012"/>
                <a:gd name="connsiteY582" fmla="*/ 566929 h 621896"/>
                <a:gd name="connsiteX583" fmla="*/ 223971 w 553012"/>
                <a:gd name="connsiteY583" fmla="*/ 567063 h 621896"/>
                <a:gd name="connsiteX584" fmla="*/ 218889 w 553012"/>
                <a:gd name="connsiteY584" fmla="*/ 573287 h 621896"/>
                <a:gd name="connsiteX585" fmla="*/ 218587 w 553012"/>
                <a:gd name="connsiteY585" fmla="*/ 577626 h 621896"/>
                <a:gd name="connsiteX586" fmla="*/ 218721 w 553012"/>
                <a:gd name="connsiteY586" fmla="*/ 581528 h 621896"/>
                <a:gd name="connsiteX587" fmla="*/ 219159 w 553012"/>
                <a:gd name="connsiteY587" fmla="*/ 584556 h 621896"/>
                <a:gd name="connsiteX588" fmla="*/ 219293 w 553012"/>
                <a:gd name="connsiteY588" fmla="*/ 588458 h 621896"/>
                <a:gd name="connsiteX589" fmla="*/ 220168 w 553012"/>
                <a:gd name="connsiteY589" fmla="*/ 591923 h 621896"/>
                <a:gd name="connsiteX590" fmla="*/ 223063 w 553012"/>
                <a:gd name="connsiteY590" fmla="*/ 595253 h 621896"/>
                <a:gd name="connsiteX591" fmla="*/ 228414 w 553012"/>
                <a:gd name="connsiteY591" fmla="*/ 597272 h 621896"/>
                <a:gd name="connsiteX592" fmla="*/ 233630 w 553012"/>
                <a:gd name="connsiteY592" fmla="*/ 596094 h 621896"/>
                <a:gd name="connsiteX593" fmla="*/ 235952 w 553012"/>
                <a:gd name="connsiteY593" fmla="*/ 591620 h 621896"/>
                <a:gd name="connsiteX594" fmla="*/ 236087 w 553012"/>
                <a:gd name="connsiteY594" fmla="*/ 589030 h 621896"/>
                <a:gd name="connsiteX595" fmla="*/ 235952 w 553012"/>
                <a:gd name="connsiteY595" fmla="*/ 584119 h 621896"/>
                <a:gd name="connsiteX596" fmla="*/ 238577 w 553012"/>
                <a:gd name="connsiteY596" fmla="*/ 581091 h 621896"/>
                <a:gd name="connsiteX597" fmla="*/ 241472 w 553012"/>
                <a:gd name="connsiteY597" fmla="*/ 579342 h 621896"/>
                <a:gd name="connsiteX598" fmla="*/ 244938 w 553012"/>
                <a:gd name="connsiteY598" fmla="*/ 577155 h 621896"/>
                <a:gd name="connsiteX599" fmla="*/ 247092 w 553012"/>
                <a:gd name="connsiteY599" fmla="*/ 574699 h 621896"/>
                <a:gd name="connsiteX600" fmla="*/ 248236 w 553012"/>
                <a:gd name="connsiteY600" fmla="*/ 573522 h 621896"/>
                <a:gd name="connsiteX601" fmla="*/ 250424 w 553012"/>
                <a:gd name="connsiteY601" fmla="*/ 571773 h 621896"/>
                <a:gd name="connsiteX602" fmla="*/ 253183 w 553012"/>
                <a:gd name="connsiteY602" fmla="*/ 571773 h 621896"/>
                <a:gd name="connsiteX603" fmla="*/ 256650 w 553012"/>
                <a:gd name="connsiteY603" fmla="*/ 571033 h 621896"/>
                <a:gd name="connsiteX604" fmla="*/ 260991 w 553012"/>
                <a:gd name="connsiteY604" fmla="*/ 571605 h 621896"/>
                <a:gd name="connsiteX605" fmla="*/ 264895 w 553012"/>
                <a:gd name="connsiteY605" fmla="*/ 572748 h 621896"/>
                <a:gd name="connsiteX606" fmla="*/ 266645 w 553012"/>
                <a:gd name="connsiteY606" fmla="*/ 573623 h 621896"/>
                <a:gd name="connsiteX607" fmla="*/ 267958 w 553012"/>
                <a:gd name="connsiteY607" fmla="*/ 578131 h 621896"/>
                <a:gd name="connsiteX608" fmla="*/ 267958 w 553012"/>
                <a:gd name="connsiteY608" fmla="*/ 581327 h 621896"/>
                <a:gd name="connsiteX609" fmla="*/ 268530 w 553012"/>
                <a:gd name="connsiteY609" fmla="*/ 585094 h 621896"/>
                <a:gd name="connsiteX610" fmla="*/ 267958 w 553012"/>
                <a:gd name="connsiteY610" fmla="*/ 591048 h 621896"/>
                <a:gd name="connsiteX611" fmla="*/ 267958 w 553012"/>
                <a:gd name="connsiteY611" fmla="*/ 593672 h 621896"/>
                <a:gd name="connsiteX612" fmla="*/ 267823 w 553012"/>
                <a:gd name="connsiteY612" fmla="*/ 596868 h 621896"/>
                <a:gd name="connsiteX613" fmla="*/ 267958 w 553012"/>
                <a:gd name="connsiteY613" fmla="*/ 600198 h 621896"/>
                <a:gd name="connsiteX614" fmla="*/ 267520 w 553012"/>
                <a:gd name="connsiteY614" fmla="*/ 604706 h 621896"/>
                <a:gd name="connsiteX615" fmla="*/ 267386 w 553012"/>
                <a:gd name="connsiteY615" fmla="*/ 610627 h 621896"/>
                <a:gd name="connsiteX616" fmla="*/ 266948 w 553012"/>
                <a:gd name="connsiteY616" fmla="*/ 613385 h 621896"/>
                <a:gd name="connsiteX617" fmla="*/ 267823 w 553012"/>
                <a:gd name="connsiteY617" fmla="*/ 615841 h 621896"/>
                <a:gd name="connsiteX618" fmla="*/ 271593 w 553012"/>
                <a:gd name="connsiteY618" fmla="*/ 618162 h 621896"/>
                <a:gd name="connsiteX619" fmla="*/ 275934 w 553012"/>
                <a:gd name="connsiteY619" fmla="*/ 620348 h 621896"/>
                <a:gd name="connsiteX620" fmla="*/ 277516 w 553012"/>
                <a:gd name="connsiteY620" fmla="*/ 621223 h 621896"/>
                <a:gd name="connsiteX621" fmla="*/ 280982 w 553012"/>
                <a:gd name="connsiteY621" fmla="*/ 621223 h 621896"/>
                <a:gd name="connsiteX622" fmla="*/ 286198 w 553012"/>
                <a:gd name="connsiteY622" fmla="*/ 617455 h 621896"/>
                <a:gd name="connsiteX623" fmla="*/ 290103 w 553012"/>
                <a:gd name="connsiteY623" fmla="*/ 615875 h 621896"/>
                <a:gd name="connsiteX624" fmla="*/ 294007 w 553012"/>
                <a:gd name="connsiteY624" fmla="*/ 612847 h 621896"/>
                <a:gd name="connsiteX625" fmla="*/ 298651 w 553012"/>
                <a:gd name="connsiteY625" fmla="*/ 611266 h 621896"/>
                <a:gd name="connsiteX626" fmla="*/ 302285 w 553012"/>
                <a:gd name="connsiteY626" fmla="*/ 610257 h 621896"/>
                <a:gd name="connsiteX627" fmla="*/ 305617 w 553012"/>
                <a:gd name="connsiteY627" fmla="*/ 610257 h 621896"/>
                <a:gd name="connsiteX628" fmla="*/ 309252 w 553012"/>
                <a:gd name="connsiteY628" fmla="*/ 610391 h 621896"/>
                <a:gd name="connsiteX629" fmla="*/ 313459 w 553012"/>
                <a:gd name="connsiteY629" fmla="*/ 610694 h 621896"/>
                <a:gd name="connsiteX630" fmla="*/ 318103 w 553012"/>
                <a:gd name="connsiteY630" fmla="*/ 611703 h 621896"/>
                <a:gd name="connsiteX631" fmla="*/ 322747 w 553012"/>
                <a:gd name="connsiteY631" fmla="*/ 611131 h 621896"/>
                <a:gd name="connsiteX632" fmla="*/ 326517 w 553012"/>
                <a:gd name="connsiteY632" fmla="*/ 610559 h 621896"/>
                <a:gd name="connsiteX633" fmla="*/ 329848 w 553012"/>
                <a:gd name="connsiteY633" fmla="*/ 611299 h 621896"/>
                <a:gd name="connsiteX634" fmla="*/ 332877 w 553012"/>
                <a:gd name="connsiteY634" fmla="*/ 609718 h 621896"/>
                <a:gd name="connsiteX635" fmla="*/ 336781 w 553012"/>
                <a:gd name="connsiteY635" fmla="*/ 607532 h 621896"/>
                <a:gd name="connsiteX636" fmla="*/ 339541 w 553012"/>
                <a:gd name="connsiteY636" fmla="*/ 606657 h 621896"/>
                <a:gd name="connsiteX637" fmla="*/ 341863 w 553012"/>
                <a:gd name="connsiteY637" fmla="*/ 606657 h 621896"/>
                <a:gd name="connsiteX638" fmla="*/ 342301 w 553012"/>
                <a:gd name="connsiteY638" fmla="*/ 604504 h 621896"/>
                <a:gd name="connsiteX639" fmla="*/ 343445 w 553012"/>
                <a:gd name="connsiteY639" fmla="*/ 603192 h 621896"/>
                <a:gd name="connsiteX640" fmla="*/ 343580 w 553012"/>
                <a:gd name="connsiteY640" fmla="*/ 601746 h 621896"/>
                <a:gd name="connsiteX641" fmla="*/ 343714 w 553012"/>
                <a:gd name="connsiteY641" fmla="*/ 599559 h 621896"/>
                <a:gd name="connsiteX642" fmla="*/ 342267 w 553012"/>
                <a:gd name="connsiteY642" fmla="*/ 596363 h 621896"/>
                <a:gd name="connsiteX643" fmla="*/ 338498 w 553012"/>
                <a:gd name="connsiteY643" fmla="*/ 593773 h 621896"/>
                <a:gd name="connsiteX644" fmla="*/ 337354 w 553012"/>
                <a:gd name="connsiteY644" fmla="*/ 591889 h 621896"/>
                <a:gd name="connsiteX645" fmla="*/ 338363 w 553012"/>
                <a:gd name="connsiteY645" fmla="*/ 589131 h 621896"/>
                <a:gd name="connsiteX646" fmla="*/ 340248 w 553012"/>
                <a:gd name="connsiteY646" fmla="*/ 587987 h 621896"/>
                <a:gd name="connsiteX647" fmla="*/ 340955 w 553012"/>
                <a:gd name="connsiteY647" fmla="*/ 585397 h 621896"/>
                <a:gd name="connsiteX648" fmla="*/ 340955 w 553012"/>
                <a:gd name="connsiteY648" fmla="*/ 583210 h 621896"/>
                <a:gd name="connsiteX649" fmla="*/ 340955 w 553012"/>
                <a:gd name="connsiteY649" fmla="*/ 580452 h 621896"/>
                <a:gd name="connsiteX650" fmla="*/ 340955 w 553012"/>
                <a:gd name="connsiteY650" fmla="*/ 577996 h 621896"/>
                <a:gd name="connsiteX651" fmla="*/ 340517 w 553012"/>
                <a:gd name="connsiteY651" fmla="*/ 572917 h 621896"/>
                <a:gd name="connsiteX652" fmla="*/ 338363 w 553012"/>
                <a:gd name="connsiteY652" fmla="*/ 571335 h 621896"/>
                <a:gd name="connsiteX653" fmla="*/ 339070 w 553012"/>
                <a:gd name="connsiteY653" fmla="*/ 569754 h 621896"/>
                <a:gd name="connsiteX654" fmla="*/ 340652 w 553012"/>
                <a:gd name="connsiteY654" fmla="*/ 568880 h 621896"/>
                <a:gd name="connsiteX655" fmla="*/ 344724 w 553012"/>
                <a:gd name="connsiteY655" fmla="*/ 567803 h 621896"/>
                <a:gd name="connsiteX656" fmla="*/ 346609 w 553012"/>
                <a:gd name="connsiteY656" fmla="*/ 566727 h 621896"/>
                <a:gd name="connsiteX657" fmla="*/ 353979 w 553012"/>
                <a:gd name="connsiteY657" fmla="*/ 566727 h 621896"/>
                <a:gd name="connsiteX658" fmla="*/ 362662 w 553012"/>
                <a:gd name="connsiteY658" fmla="*/ 566727 h 621896"/>
                <a:gd name="connsiteX659" fmla="*/ 363537 w 553012"/>
                <a:gd name="connsiteY659" fmla="*/ 568039 h 621896"/>
                <a:gd name="connsiteX660" fmla="*/ 369191 w 553012"/>
                <a:gd name="connsiteY660" fmla="*/ 568039 h 621896"/>
                <a:gd name="connsiteX661" fmla="*/ 372220 w 553012"/>
                <a:gd name="connsiteY661" fmla="*/ 566727 h 621896"/>
                <a:gd name="connsiteX662" fmla="*/ 373801 w 553012"/>
                <a:gd name="connsiteY662" fmla="*/ 565146 h 621896"/>
                <a:gd name="connsiteX663" fmla="*/ 379321 w 553012"/>
                <a:gd name="connsiteY663" fmla="*/ 566727 h 621896"/>
                <a:gd name="connsiteX664" fmla="*/ 383225 w 553012"/>
                <a:gd name="connsiteY664" fmla="*/ 568476 h 621896"/>
                <a:gd name="connsiteX665" fmla="*/ 390056 w 553012"/>
                <a:gd name="connsiteY665" fmla="*/ 569788 h 621896"/>
                <a:gd name="connsiteX666" fmla="*/ 396283 w 553012"/>
                <a:gd name="connsiteY666" fmla="*/ 576011 h 621896"/>
                <a:gd name="connsiteX667" fmla="*/ 400927 w 553012"/>
                <a:gd name="connsiteY667" fmla="*/ 580654 h 621896"/>
                <a:gd name="connsiteX668" fmla="*/ 404697 w 553012"/>
                <a:gd name="connsiteY668" fmla="*/ 586440 h 621896"/>
                <a:gd name="connsiteX669" fmla="*/ 409172 w 553012"/>
                <a:gd name="connsiteY669" fmla="*/ 592831 h 621896"/>
                <a:gd name="connsiteX670" fmla="*/ 414523 w 553012"/>
                <a:gd name="connsiteY670" fmla="*/ 595455 h 621896"/>
                <a:gd name="connsiteX671" fmla="*/ 419000 w 553012"/>
                <a:gd name="connsiteY671" fmla="*/ 594446 h 621896"/>
                <a:gd name="connsiteX672" fmla="*/ 422466 w 553012"/>
                <a:gd name="connsiteY672" fmla="*/ 592428 h 621896"/>
                <a:gd name="connsiteX673" fmla="*/ 425495 w 553012"/>
                <a:gd name="connsiteY673" fmla="*/ 592125 h 621896"/>
                <a:gd name="connsiteX674" fmla="*/ 429567 w 553012"/>
                <a:gd name="connsiteY674" fmla="*/ 591553 h 621896"/>
                <a:gd name="connsiteX675" fmla="*/ 430880 w 553012"/>
                <a:gd name="connsiteY675" fmla="*/ 589097 h 621896"/>
                <a:gd name="connsiteX676" fmla="*/ 431183 w 553012"/>
                <a:gd name="connsiteY676" fmla="*/ 585901 h 621896"/>
                <a:gd name="connsiteX677" fmla="*/ 427985 w 553012"/>
                <a:gd name="connsiteY677" fmla="*/ 581697 h 621896"/>
                <a:gd name="connsiteX678" fmla="*/ 427548 w 553012"/>
                <a:gd name="connsiteY678" fmla="*/ 579106 h 621896"/>
                <a:gd name="connsiteX679" fmla="*/ 427985 w 553012"/>
                <a:gd name="connsiteY679" fmla="*/ 576920 h 621896"/>
                <a:gd name="connsiteX680" fmla="*/ 428726 w 553012"/>
                <a:gd name="connsiteY680" fmla="*/ 574161 h 621896"/>
                <a:gd name="connsiteX681" fmla="*/ 426706 w 553012"/>
                <a:gd name="connsiteY681" fmla="*/ 570831 h 621896"/>
                <a:gd name="connsiteX682" fmla="*/ 426135 w 553012"/>
                <a:gd name="connsiteY682" fmla="*/ 569385 h 621896"/>
                <a:gd name="connsiteX683" fmla="*/ 425259 w 553012"/>
                <a:gd name="connsiteY683" fmla="*/ 566357 h 621896"/>
                <a:gd name="connsiteX684" fmla="*/ 427144 w 553012"/>
                <a:gd name="connsiteY684" fmla="*/ 565180 h 621896"/>
                <a:gd name="connsiteX685" fmla="*/ 429029 w 553012"/>
                <a:gd name="connsiteY685" fmla="*/ 562993 h 621896"/>
                <a:gd name="connsiteX686" fmla="*/ 430173 w 553012"/>
                <a:gd name="connsiteY686" fmla="*/ 561244 h 621896"/>
                <a:gd name="connsiteX687" fmla="*/ 428423 w 553012"/>
                <a:gd name="connsiteY687" fmla="*/ 559057 h 621896"/>
                <a:gd name="connsiteX688" fmla="*/ 420447 w 553012"/>
                <a:gd name="connsiteY688" fmla="*/ 555155 h 621896"/>
                <a:gd name="connsiteX689" fmla="*/ 419000 w 553012"/>
                <a:gd name="connsiteY689" fmla="*/ 553708 h 621896"/>
                <a:gd name="connsiteX690" fmla="*/ 418125 w 553012"/>
                <a:gd name="connsiteY690" fmla="*/ 550513 h 621896"/>
                <a:gd name="connsiteX691" fmla="*/ 420447 w 553012"/>
                <a:gd name="connsiteY691" fmla="*/ 549066 h 621896"/>
                <a:gd name="connsiteX692" fmla="*/ 423072 w 553012"/>
                <a:gd name="connsiteY692" fmla="*/ 547754 h 621896"/>
                <a:gd name="connsiteX693" fmla="*/ 425966 w 553012"/>
                <a:gd name="connsiteY693" fmla="*/ 547754 h 621896"/>
                <a:gd name="connsiteX694" fmla="*/ 429735 w 553012"/>
                <a:gd name="connsiteY694" fmla="*/ 545736 h 621896"/>
                <a:gd name="connsiteX695" fmla="*/ 432495 w 553012"/>
                <a:gd name="connsiteY695" fmla="*/ 543986 h 621896"/>
                <a:gd name="connsiteX696" fmla="*/ 434077 w 553012"/>
                <a:gd name="connsiteY696" fmla="*/ 543246 h 621896"/>
                <a:gd name="connsiteX697" fmla="*/ 437543 w 553012"/>
                <a:gd name="connsiteY697" fmla="*/ 541934 h 621896"/>
                <a:gd name="connsiteX698" fmla="*/ 442760 w 553012"/>
                <a:gd name="connsiteY698" fmla="*/ 536720 h 621896"/>
                <a:gd name="connsiteX699" fmla="*/ 444207 w 553012"/>
                <a:gd name="connsiteY699" fmla="*/ 532953 h 621896"/>
                <a:gd name="connsiteX700" fmla="*/ 446832 w 553012"/>
                <a:gd name="connsiteY700" fmla="*/ 526292 h 621896"/>
                <a:gd name="connsiteX701" fmla="*/ 449423 w 553012"/>
                <a:gd name="connsiteY701" fmla="*/ 523971 h 621896"/>
                <a:gd name="connsiteX702" fmla="*/ 455649 w 553012"/>
                <a:gd name="connsiteY702" fmla="*/ 523971 h 621896"/>
                <a:gd name="connsiteX703" fmla="*/ 459553 w 553012"/>
                <a:gd name="connsiteY703" fmla="*/ 523904 h 621896"/>
                <a:gd name="connsiteX704" fmla="*/ 462313 w 553012"/>
                <a:gd name="connsiteY704" fmla="*/ 526729 h 621896"/>
                <a:gd name="connsiteX705" fmla="*/ 464770 w 553012"/>
                <a:gd name="connsiteY705" fmla="*/ 531069 h 621896"/>
                <a:gd name="connsiteX706" fmla="*/ 466654 w 553012"/>
                <a:gd name="connsiteY706" fmla="*/ 534837 h 621896"/>
                <a:gd name="connsiteX707" fmla="*/ 470424 w 553012"/>
                <a:gd name="connsiteY707" fmla="*/ 538470 h 621896"/>
                <a:gd name="connsiteX708" fmla="*/ 476381 w 553012"/>
                <a:gd name="connsiteY708" fmla="*/ 541060 h 621896"/>
                <a:gd name="connsiteX709" fmla="*/ 481462 w 553012"/>
                <a:gd name="connsiteY709" fmla="*/ 541497 h 621896"/>
                <a:gd name="connsiteX710" fmla="*/ 488261 w 553012"/>
                <a:gd name="connsiteY710" fmla="*/ 541934 h 621896"/>
                <a:gd name="connsiteX711" fmla="*/ 495665 w 553012"/>
                <a:gd name="connsiteY711" fmla="*/ 543246 h 621896"/>
                <a:gd name="connsiteX712" fmla="*/ 500746 w 553012"/>
                <a:gd name="connsiteY712" fmla="*/ 541665 h 621896"/>
                <a:gd name="connsiteX713" fmla="*/ 504819 w 553012"/>
                <a:gd name="connsiteY713" fmla="*/ 540656 h 621896"/>
                <a:gd name="connsiteX714" fmla="*/ 512189 w 553012"/>
                <a:gd name="connsiteY714" fmla="*/ 540656 h 621896"/>
                <a:gd name="connsiteX715" fmla="*/ 514074 w 553012"/>
                <a:gd name="connsiteY715" fmla="*/ 539344 h 621896"/>
                <a:gd name="connsiteX716" fmla="*/ 517843 w 553012"/>
                <a:gd name="connsiteY716" fmla="*/ 536754 h 621896"/>
                <a:gd name="connsiteX717" fmla="*/ 521175 w 553012"/>
                <a:gd name="connsiteY717" fmla="*/ 534870 h 621896"/>
                <a:gd name="connsiteX718" fmla="*/ 522757 w 553012"/>
                <a:gd name="connsiteY718" fmla="*/ 533121 h 621896"/>
                <a:gd name="connsiteX719" fmla="*/ 525079 w 553012"/>
                <a:gd name="connsiteY719" fmla="*/ 530228 h 621896"/>
                <a:gd name="connsiteX720" fmla="*/ 526088 w 553012"/>
                <a:gd name="connsiteY720" fmla="*/ 525586 h 621896"/>
                <a:gd name="connsiteX721" fmla="*/ 524607 w 553012"/>
                <a:gd name="connsiteY721" fmla="*/ 522356 h 62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553012" h="621896">
                  <a:moveTo>
                    <a:pt x="524607" y="522356"/>
                  </a:moveTo>
                  <a:lnTo>
                    <a:pt x="525752" y="518589"/>
                  </a:lnTo>
                  <a:lnTo>
                    <a:pt x="526896" y="513677"/>
                  </a:lnTo>
                  <a:lnTo>
                    <a:pt x="525752" y="510784"/>
                  </a:lnTo>
                  <a:lnTo>
                    <a:pt x="522555" y="508766"/>
                  </a:lnTo>
                  <a:lnTo>
                    <a:pt x="521983" y="502677"/>
                  </a:lnTo>
                  <a:lnTo>
                    <a:pt x="522285" y="499481"/>
                  </a:lnTo>
                  <a:lnTo>
                    <a:pt x="522858" y="493964"/>
                  </a:lnTo>
                  <a:lnTo>
                    <a:pt x="525180" y="489322"/>
                  </a:lnTo>
                  <a:lnTo>
                    <a:pt x="525180" y="486732"/>
                  </a:lnTo>
                  <a:lnTo>
                    <a:pt x="528511" y="480071"/>
                  </a:lnTo>
                  <a:lnTo>
                    <a:pt x="530093" y="476875"/>
                  </a:lnTo>
                  <a:lnTo>
                    <a:pt x="529521" y="472536"/>
                  </a:lnTo>
                  <a:lnTo>
                    <a:pt x="529252" y="465303"/>
                  </a:lnTo>
                  <a:lnTo>
                    <a:pt x="531271" y="460089"/>
                  </a:lnTo>
                  <a:cubicBezTo>
                    <a:pt x="531271" y="460089"/>
                    <a:pt x="536791" y="457465"/>
                    <a:pt x="538238" y="456624"/>
                  </a:cubicBezTo>
                  <a:cubicBezTo>
                    <a:pt x="539685" y="455750"/>
                    <a:pt x="543757" y="454606"/>
                    <a:pt x="543757" y="454606"/>
                  </a:cubicBezTo>
                  <a:lnTo>
                    <a:pt x="548974" y="451982"/>
                  </a:lnTo>
                  <a:lnTo>
                    <a:pt x="551868" y="448517"/>
                  </a:lnTo>
                  <a:lnTo>
                    <a:pt x="553012" y="445691"/>
                  </a:lnTo>
                  <a:lnTo>
                    <a:pt x="550118" y="441554"/>
                  </a:lnTo>
                  <a:lnTo>
                    <a:pt x="546349" y="441251"/>
                  </a:lnTo>
                  <a:lnTo>
                    <a:pt x="542007" y="442126"/>
                  </a:lnTo>
                  <a:cubicBezTo>
                    <a:pt x="542007" y="442126"/>
                    <a:pt x="534771" y="445019"/>
                    <a:pt x="533593" y="445691"/>
                  </a:cubicBezTo>
                  <a:cubicBezTo>
                    <a:pt x="532449" y="446331"/>
                    <a:pt x="527805" y="448517"/>
                    <a:pt x="527805" y="448517"/>
                  </a:cubicBezTo>
                  <a:lnTo>
                    <a:pt x="524036" y="448517"/>
                  </a:lnTo>
                  <a:lnTo>
                    <a:pt x="523463" y="445557"/>
                  </a:lnTo>
                  <a:lnTo>
                    <a:pt x="524338" y="440982"/>
                  </a:lnTo>
                  <a:cubicBezTo>
                    <a:pt x="524338" y="440982"/>
                    <a:pt x="525483" y="438661"/>
                    <a:pt x="526358" y="437786"/>
                  </a:cubicBezTo>
                  <a:cubicBezTo>
                    <a:pt x="527233" y="436912"/>
                    <a:pt x="530699" y="434590"/>
                    <a:pt x="530699" y="434590"/>
                  </a:cubicBezTo>
                  <a:cubicBezTo>
                    <a:pt x="530699" y="434590"/>
                    <a:pt x="531271" y="429679"/>
                    <a:pt x="531271" y="427930"/>
                  </a:cubicBezTo>
                  <a:cubicBezTo>
                    <a:pt x="531271" y="426181"/>
                    <a:pt x="533021" y="421841"/>
                    <a:pt x="533021" y="421841"/>
                  </a:cubicBezTo>
                  <a:lnTo>
                    <a:pt x="534771" y="418073"/>
                  </a:lnTo>
                  <a:lnTo>
                    <a:pt x="537665" y="413162"/>
                  </a:lnTo>
                  <a:lnTo>
                    <a:pt x="537363" y="406501"/>
                  </a:lnTo>
                  <a:lnTo>
                    <a:pt x="535613" y="403036"/>
                  </a:lnTo>
                  <a:lnTo>
                    <a:pt x="529521" y="394627"/>
                  </a:lnTo>
                  <a:lnTo>
                    <a:pt x="523733" y="394627"/>
                  </a:lnTo>
                  <a:lnTo>
                    <a:pt x="511920" y="393382"/>
                  </a:lnTo>
                  <a:lnTo>
                    <a:pt x="509530" y="391565"/>
                  </a:lnTo>
                  <a:lnTo>
                    <a:pt x="509329" y="386553"/>
                  </a:lnTo>
                  <a:lnTo>
                    <a:pt x="508453" y="382415"/>
                  </a:lnTo>
                  <a:lnTo>
                    <a:pt x="509093" y="378715"/>
                  </a:lnTo>
                  <a:lnTo>
                    <a:pt x="510170" y="377403"/>
                  </a:lnTo>
                  <a:lnTo>
                    <a:pt x="512358" y="373501"/>
                  </a:lnTo>
                  <a:lnTo>
                    <a:pt x="512593" y="366975"/>
                  </a:lnTo>
                  <a:lnTo>
                    <a:pt x="513468" y="363274"/>
                  </a:lnTo>
                  <a:lnTo>
                    <a:pt x="517810" y="357858"/>
                  </a:lnTo>
                  <a:lnTo>
                    <a:pt x="516295" y="353721"/>
                  </a:lnTo>
                  <a:lnTo>
                    <a:pt x="507376" y="349146"/>
                  </a:lnTo>
                  <a:lnTo>
                    <a:pt x="502598" y="343932"/>
                  </a:lnTo>
                  <a:cubicBezTo>
                    <a:pt x="502598" y="343932"/>
                    <a:pt x="500848" y="339357"/>
                    <a:pt x="500848" y="338717"/>
                  </a:cubicBezTo>
                  <a:cubicBezTo>
                    <a:pt x="500848" y="338078"/>
                    <a:pt x="501285" y="333503"/>
                    <a:pt x="501285" y="333503"/>
                  </a:cubicBezTo>
                  <a:lnTo>
                    <a:pt x="503237" y="330678"/>
                  </a:lnTo>
                  <a:lnTo>
                    <a:pt x="505862" y="327213"/>
                  </a:lnTo>
                  <a:lnTo>
                    <a:pt x="508891" y="324589"/>
                  </a:lnTo>
                  <a:lnTo>
                    <a:pt x="510204" y="320451"/>
                  </a:lnTo>
                  <a:lnTo>
                    <a:pt x="511280" y="316313"/>
                  </a:lnTo>
                  <a:lnTo>
                    <a:pt x="511718" y="311537"/>
                  </a:lnTo>
                  <a:lnTo>
                    <a:pt x="511954" y="309585"/>
                  </a:lnTo>
                  <a:lnTo>
                    <a:pt x="508050" y="309384"/>
                  </a:lnTo>
                  <a:lnTo>
                    <a:pt x="501958" y="310258"/>
                  </a:lnTo>
                  <a:lnTo>
                    <a:pt x="496506" y="314598"/>
                  </a:lnTo>
                  <a:lnTo>
                    <a:pt x="492804" y="314598"/>
                  </a:lnTo>
                  <a:lnTo>
                    <a:pt x="487790" y="313286"/>
                  </a:lnTo>
                  <a:lnTo>
                    <a:pt x="484289" y="311099"/>
                  </a:lnTo>
                  <a:lnTo>
                    <a:pt x="481698" y="311099"/>
                  </a:lnTo>
                  <a:lnTo>
                    <a:pt x="481698" y="306962"/>
                  </a:lnTo>
                  <a:lnTo>
                    <a:pt x="481059" y="305650"/>
                  </a:lnTo>
                  <a:lnTo>
                    <a:pt x="480184" y="299998"/>
                  </a:lnTo>
                  <a:lnTo>
                    <a:pt x="479746" y="294145"/>
                  </a:lnTo>
                  <a:lnTo>
                    <a:pt x="477121" y="291117"/>
                  </a:lnTo>
                  <a:lnTo>
                    <a:pt x="478871" y="288494"/>
                  </a:lnTo>
                  <a:lnTo>
                    <a:pt x="480386" y="286980"/>
                  </a:lnTo>
                  <a:lnTo>
                    <a:pt x="483852" y="283515"/>
                  </a:lnTo>
                  <a:cubicBezTo>
                    <a:pt x="483852" y="283515"/>
                    <a:pt x="485804" y="280050"/>
                    <a:pt x="485804" y="278099"/>
                  </a:cubicBezTo>
                  <a:cubicBezTo>
                    <a:pt x="485804" y="276148"/>
                    <a:pt x="486881" y="275508"/>
                    <a:pt x="486881" y="275508"/>
                  </a:cubicBezTo>
                  <a:lnTo>
                    <a:pt x="489270" y="272246"/>
                  </a:lnTo>
                  <a:lnTo>
                    <a:pt x="492737" y="269184"/>
                  </a:lnTo>
                  <a:lnTo>
                    <a:pt x="494049" y="266998"/>
                  </a:lnTo>
                  <a:lnTo>
                    <a:pt x="495564" y="265047"/>
                  </a:lnTo>
                  <a:lnTo>
                    <a:pt x="495564" y="258083"/>
                  </a:lnTo>
                  <a:lnTo>
                    <a:pt x="495564" y="252869"/>
                  </a:lnTo>
                  <a:lnTo>
                    <a:pt x="495564" y="249841"/>
                  </a:lnTo>
                  <a:lnTo>
                    <a:pt x="496876" y="247453"/>
                  </a:lnTo>
                  <a:lnTo>
                    <a:pt x="499266" y="244392"/>
                  </a:lnTo>
                  <a:lnTo>
                    <a:pt x="502968" y="242004"/>
                  </a:lnTo>
                  <a:lnTo>
                    <a:pt x="507982" y="240927"/>
                  </a:lnTo>
                  <a:lnTo>
                    <a:pt x="511247" y="239413"/>
                  </a:lnTo>
                  <a:lnTo>
                    <a:pt x="519055" y="237227"/>
                  </a:lnTo>
                  <a:lnTo>
                    <a:pt x="522083" y="233762"/>
                  </a:lnTo>
                  <a:lnTo>
                    <a:pt x="524911" y="228346"/>
                  </a:lnTo>
                  <a:lnTo>
                    <a:pt x="522521" y="224208"/>
                  </a:lnTo>
                  <a:lnTo>
                    <a:pt x="517944" y="224208"/>
                  </a:lnTo>
                  <a:lnTo>
                    <a:pt x="517305" y="220743"/>
                  </a:lnTo>
                  <a:lnTo>
                    <a:pt x="524473" y="217043"/>
                  </a:lnTo>
                  <a:cubicBezTo>
                    <a:pt x="524473" y="217043"/>
                    <a:pt x="527738" y="214015"/>
                    <a:pt x="534468" y="209440"/>
                  </a:cubicBezTo>
                  <a:cubicBezTo>
                    <a:pt x="541199" y="204865"/>
                    <a:pt x="539685" y="203352"/>
                    <a:pt x="539920" y="202477"/>
                  </a:cubicBezTo>
                  <a:cubicBezTo>
                    <a:pt x="540123" y="201602"/>
                    <a:pt x="536891" y="197465"/>
                    <a:pt x="536891" y="197465"/>
                  </a:cubicBezTo>
                  <a:lnTo>
                    <a:pt x="541233" y="195278"/>
                  </a:lnTo>
                  <a:lnTo>
                    <a:pt x="542546" y="192250"/>
                  </a:lnTo>
                  <a:lnTo>
                    <a:pt x="543185" y="189660"/>
                  </a:lnTo>
                  <a:lnTo>
                    <a:pt x="542310" y="185960"/>
                  </a:lnTo>
                  <a:lnTo>
                    <a:pt x="539281" y="183807"/>
                  </a:lnTo>
                  <a:cubicBezTo>
                    <a:pt x="539281" y="183807"/>
                    <a:pt x="533829" y="183336"/>
                    <a:pt x="532314" y="183773"/>
                  </a:cubicBezTo>
                  <a:cubicBezTo>
                    <a:pt x="530800" y="184211"/>
                    <a:pt x="527536" y="179434"/>
                    <a:pt x="526896" y="177247"/>
                  </a:cubicBezTo>
                  <a:cubicBezTo>
                    <a:pt x="526257" y="175061"/>
                    <a:pt x="526896" y="173345"/>
                    <a:pt x="526896" y="173345"/>
                  </a:cubicBezTo>
                  <a:lnTo>
                    <a:pt x="529285" y="164229"/>
                  </a:lnTo>
                  <a:lnTo>
                    <a:pt x="533190" y="155314"/>
                  </a:lnTo>
                  <a:lnTo>
                    <a:pt x="534940" y="145323"/>
                  </a:lnTo>
                  <a:lnTo>
                    <a:pt x="533829" y="142935"/>
                  </a:lnTo>
                  <a:lnTo>
                    <a:pt x="526021" y="137283"/>
                  </a:lnTo>
                  <a:lnTo>
                    <a:pt x="522319" y="137283"/>
                  </a:lnTo>
                  <a:lnTo>
                    <a:pt x="514713" y="134895"/>
                  </a:lnTo>
                  <a:lnTo>
                    <a:pt x="512963" y="129445"/>
                  </a:lnTo>
                  <a:lnTo>
                    <a:pt x="512963" y="122280"/>
                  </a:lnTo>
                  <a:lnTo>
                    <a:pt x="511213" y="115552"/>
                  </a:lnTo>
                  <a:lnTo>
                    <a:pt x="511213" y="112726"/>
                  </a:lnTo>
                  <a:lnTo>
                    <a:pt x="508016" y="115418"/>
                  </a:lnTo>
                  <a:lnTo>
                    <a:pt x="506434" y="120497"/>
                  </a:lnTo>
                  <a:lnTo>
                    <a:pt x="502799" y="120363"/>
                  </a:lnTo>
                  <a:lnTo>
                    <a:pt x="501083" y="121809"/>
                  </a:lnTo>
                  <a:cubicBezTo>
                    <a:pt x="501083" y="121809"/>
                    <a:pt x="498626" y="119353"/>
                    <a:pt x="497314" y="118344"/>
                  </a:cubicBezTo>
                  <a:cubicBezTo>
                    <a:pt x="496001" y="117335"/>
                    <a:pt x="497314" y="115586"/>
                    <a:pt x="497314" y="115586"/>
                  </a:cubicBezTo>
                  <a:lnTo>
                    <a:pt x="497314" y="114005"/>
                  </a:lnTo>
                  <a:lnTo>
                    <a:pt x="495497" y="111549"/>
                  </a:lnTo>
                  <a:cubicBezTo>
                    <a:pt x="495497" y="111549"/>
                    <a:pt x="494419" y="111986"/>
                    <a:pt x="493982" y="112121"/>
                  </a:cubicBezTo>
                  <a:cubicBezTo>
                    <a:pt x="493544" y="112255"/>
                    <a:pt x="492838" y="113870"/>
                    <a:pt x="492838" y="113870"/>
                  </a:cubicBezTo>
                  <a:lnTo>
                    <a:pt x="491256" y="115451"/>
                  </a:lnTo>
                  <a:lnTo>
                    <a:pt x="488631" y="116763"/>
                  </a:lnTo>
                  <a:cubicBezTo>
                    <a:pt x="488631" y="116763"/>
                    <a:pt x="486746" y="117066"/>
                    <a:pt x="486309" y="117200"/>
                  </a:cubicBezTo>
                  <a:cubicBezTo>
                    <a:pt x="485871" y="117335"/>
                    <a:pt x="484424" y="116763"/>
                    <a:pt x="483987" y="116326"/>
                  </a:cubicBezTo>
                  <a:cubicBezTo>
                    <a:pt x="483549" y="115889"/>
                    <a:pt x="481395" y="113702"/>
                    <a:pt x="480958" y="113298"/>
                  </a:cubicBezTo>
                  <a:cubicBezTo>
                    <a:pt x="480520" y="112861"/>
                    <a:pt x="479073" y="111986"/>
                    <a:pt x="479073" y="111986"/>
                  </a:cubicBezTo>
                  <a:cubicBezTo>
                    <a:pt x="479073" y="111986"/>
                    <a:pt x="478063" y="109665"/>
                    <a:pt x="478063" y="109093"/>
                  </a:cubicBezTo>
                  <a:cubicBezTo>
                    <a:pt x="478063" y="108521"/>
                    <a:pt x="478366" y="107949"/>
                    <a:pt x="478636" y="107075"/>
                  </a:cubicBezTo>
                  <a:cubicBezTo>
                    <a:pt x="478938" y="106200"/>
                    <a:pt x="479948" y="105326"/>
                    <a:pt x="480655" y="104888"/>
                  </a:cubicBezTo>
                  <a:cubicBezTo>
                    <a:pt x="481395" y="104451"/>
                    <a:pt x="482977" y="104148"/>
                    <a:pt x="483549" y="103745"/>
                  </a:cubicBezTo>
                  <a:cubicBezTo>
                    <a:pt x="484121" y="103307"/>
                    <a:pt x="485434" y="102601"/>
                    <a:pt x="486006" y="102601"/>
                  </a:cubicBezTo>
                  <a:cubicBezTo>
                    <a:pt x="486578" y="102601"/>
                    <a:pt x="486881" y="100145"/>
                    <a:pt x="486881" y="100145"/>
                  </a:cubicBezTo>
                  <a:cubicBezTo>
                    <a:pt x="486881" y="100145"/>
                    <a:pt x="485131" y="99573"/>
                    <a:pt x="483414" y="99573"/>
                  </a:cubicBezTo>
                  <a:cubicBezTo>
                    <a:pt x="481665" y="99573"/>
                    <a:pt x="480217" y="98833"/>
                    <a:pt x="480217" y="98833"/>
                  </a:cubicBezTo>
                  <a:cubicBezTo>
                    <a:pt x="480217" y="98833"/>
                    <a:pt x="476751" y="98699"/>
                    <a:pt x="476145" y="98699"/>
                  </a:cubicBezTo>
                  <a:cubicBezTo>
                    <a:pt x="475573" y="98699"/>
                    <a:pt x="475438" y="96512"/>
                    <a:pt x="475438" y="96512"/>
                  </a:cubicBezTo>
                  <a:lnTo>
                    <a:pt x="476313" y="93619"/>
                  </a:lnTo>
                  <a:lnTo>
                    <a:pt x="477121" y="90154"/>
                  </a:lnTo>
                  <a:lnTo>
                    <a:pt x="478636" y="88405"/>
                  </a:lnTo>
                  <a:lnTo>
                    <a:pt x="480386" y="86521"/>
                  </a:lnTo>
                  <a:lnTo>
                    <a:pt x="482708" y="84940"/>
                  </a:lnTo>
                  <a:lnTo>
                    <a:pt x="484592" y="82753"/>
                  </a:lnTo>
                  <a:lnTo>
                    <a:pt x="486914" y="80163"/>
                  </a:lnTo>
                  <a:lnTo>
                    <a:pt x="487487" y="79289"/>
                  </a:lnTo>
                  <a:lnTo>
                    <a:pt x="488059" y="77842"/>
                  </a:lnTo>
                  <a:lnTo>
                    <a:pt x="488631" y="75656"/>
                  </a:lnTo>
                  <a:lnTo>
                    <a:pt x="488631" y="73469"/>
                  </a:lnTo>
                  <a:lnTo>
                    <a:pt x="486309" y="70004"/>
                  </a:lnTo>
                  <a:lnTo>
                    <a:pt x="484862" y="68995"/>
                  </a:lnTo>
                  <a:cubicBezTo>
                    <a:pt x="484862" y="68995"/>
                    <a:pt x="481967" y="69735"/>
                    <a:pt x="481530" y="70004"/>
                  </a:cubicBezTo>
                  <a:cubicBezTo>
                    <a:pt x="481092" y="70307"/>
                    <a:pt x="481261" y="68558"/>
                    <a:pt x="481261" y="68558"/>
                  </a:cubicBezTo>
                  <a:lnTo>
                    <a:pt x="479813" y="66976"/>
                  </a:lnTo>
                  <a:cubicBezTo>
                    <a:pt x="479813" y="66976"/>
                    <a:pt x="479813" y="66102"/>
                    <a:pt x="480116" y="65664"/>
                  </a:cubicBezTo>
                  <a:cubicBezTo>
                    <a:pt x="480386" y="65227"/>
                    <a:pt x="480991" y="64790"/>
                    <a:pt x="480991" y="64790"/>
                  </a:cubicBezTo>
                  <a:lnTo>
                    <a:pt x="482439" y="63478"/>
                  </a:lnTo>
                  <a:lnTo>
                    <a:pt x="483448" y="61729"/>
                  </a:lnTo>
                  <a:lnTo>
                    <a:pt x="483448" y="58533"/>
                  </a:lnTo>
                  <a:lnTo>
                    <a:pt x="481833" y="56784"/>
                  </a:lnTo>
                  <a:lnTo>
                    <a:pt x="479813" y="54900"/>
                  </a:lnTo>
                  <a:lnTo>
                    <a:pt x="476179" y="51570"/>
                  </a:lnTo>
                  <a:lnTo>
                    <a:pt x="474732" y="51132"/>
                  </a:lnTo>
                  <a:lnTo>
                    <a:pt x="472410" y="48676"/>
                  </a:lnTo>
                  <a:cubicBezTo>
                    <a:pt x="472410" y="48676"/>
                    <a:pt x="469515" y="46355"/>
                    <a:pt x="468943" y="46355"/>
                  </a:cubicBezTo>
                  <a:cubicBezTo>
                    <a:pt x="468371" y="46355"/>
                    <a:pt x="468236" y="45918"/>
                    <a:pt x="468236" y="45918"/>
                  </a:cubicBezTo>
                  <a:lnTo>
                    <a:pt x="466217" y="44169"/>
                  </a:lnTo>
                  <a:lnTo>
                    <a:pt x="464029" y="44034"/>
                  </a:lnTo>
                  <a:lnTo>
                    <a:pt x="461135" y="45044"/>
                  </a:lnTo>
                  <a:cubicBezTo>
                    <a:pt x="461135" y="45044"/>
                    <a:pt x="458544" y="46355"/>
                    <a:pt x="458106" y="46490"/>
                  </a:cubicBezTo>
                  <a:cubicBezTo>
                    <a:pt x="457669" y="46624"/>
                    <a:pt x="456222" y="47230"/>
                    <a:pt x="456222" y="47230"/>
                  </a:cubicBezTo>
                  <a:cubicBezTo>
                    <a:pt x="456222" y="47230"/>
                    <a:pt x="453193" y="49988"/>
                    <a:pt x="451746" y="50863"/>
                  </a:cubicBezTo>
                  <a:cubicBezTo>
                    <a:pt x="450298" y="51738"/>
                    <a:pt x="450736" y="51570"/>
                    <a:pt x="450164" y="51738"/>
                  </a:cubicBezTo>
                  <a:cubicBezTo>
                    <a:pt x="449592" y="51906"/>
                    <a:pt x="449289" y="53487"/>
                    <a:pt x="448717" y="53756"/>
                  </a:cubicBezTo>
                  <a:cubicBezTo>
                    <a:pt x="448144" y="54059"/>
                    <a:pt x="445957" y="56952"/>
                    <a:pt x="444947" y="57961"/>
                  </a:cubicBezTo>
                  <a:cubicBezTo>
                    <a:pt x="443938" y="58970"/>
                    <a:pt x="442928" y="61157"/>
                    <a:pt x="442793" y="61594"/>
                  </a:cubicBezTo>
                  <a:cubicBezTo>
                    <a:pt x="442659" y="62031"/>
                    <a:pt x="438452" y="64790"/>
                    <a:pt x="438014" y="65227"/>
                  </a:cubicBezTo>
                  <a:cubicBezTo>
                    <a:pt x="437577" y="65664"/>
                    <a:pt x="430610" y="71181"/>
                    <a:pt x="430610" y="71181"/>
                  </a:cubicBezTo>
                  <a:cubicBezTo>
                    <a:pt x="430610" y="71181"/>
                    <a:pt x="429433" y="73065"/>
                    <a:pt x="428726" y="74377"/>
                  </a:cubicBezTo>
                  <a:cubicBezTo>
                    <a:pt x="428019" y="75689"/>
                    <a:pt x="427279" y="75084"/>
                    <a:pt x="426841" y="75689"/>
                  </a:cubicBezTo>
                  <a:cubicBezTo>
                    <a:pt x="426404" y="76261"/>
                    <a:pt x="424653" y="78145"/>
                    <a:pt x="423812" y="78448"/>
                  </a:cubicBezTo>
                  <a:cubicBezTo>
                    <a:pt x="422937" y="78750"/>
                    <a:pt x="420918" y="79188"/>
                    <a:pt x="420918" y="79188"/>
                  </a:cubicBezTo>
                  <a:lnTo>
                    <a:pt x="420918" y="75723"/>
                  </a:lnTo>
                  <a:lnTo>
                    <a:pt x="420918" y="72695"/>
                  </a:lnTo>
                  <a:lnTo>
                    <a:pt x="419975" y="70811"/>
                  </a:lnTo>
                  <a:lnTo>
                    <a:pt x="417586" y="70240"/>
                  </a:lnTo>
                  <a:lnTo>
                    <a:pt x="415264" y="72561"/>
                  </a:lnTo>
                  <a:cubicBezTo>
                    <a:pt x="415264" y="72561"/>
                    <a:pt x="413952" y="73301"/>
                    <a:pt x="413077" y="73570"/>
                  </a:cubicBezTo>
                  <a:cubicBezTo>
                    <a:pt x="412201" y="73873"/>
                    <a:pt x="409879" y="72830"/>
                    <a:pt x="409745" y="72392"/>
                  </a:cubicBezTo>
                  <a:cubicBezTo>
                    <a:pt x="409610" y="71955"/>
                    <a:pt x="407860" y="70206"/>
                    <a:pt x="407860" y="70206"/>
                  </a:cubicBezTo>
                  <a:cubicBezTo>
                    <a:pt x="407860" y="70206"/>
                    <a:pt x="406547" y="68759"/>
                    <a:pt x="405639" y="67750"/>
                  </a:cubicBezTo>
                  <a:cubicBezTo>
                    <a:pt x="404730" y="66741"/>
                    <a:pt x="404966" y="64857"/>
                    <a:pt x="404966" y="63982"/>
                  </a:cubicBezTo>
                  <a:cubicBezTo>
                    <a:pt x="404966" y="63108"/>
                    <a:pt x="404966" y="60350"/>
                    <a:pt x="405504" y="59643"/>
                  </a:cubicBezTo>
                  <a:cubicBezTo>
                    <a:pt x="406042" y="58937"/>
                    <a:pt x="404966" y="57019"/>
                    <a:pt x="405369" y="56178"/>
                  </a:cubicBezTo>
                  <a:cubicBezTo>
                    <a:pt x="405773" y="55304"/>
                    <a:pt x="404932" y="51973"/>
                    <a:pt x="405235" y="51099"/>
                  </a:cubicBezTo>
                  <a:cubicBezTo>
                    <a:pt x="405504" y="50224"/>
                    <a:pt x="405235" y="49652"/>
                    <a:pt x="405235" y="49652"/>
                  </a:cubicBezTo>
                  <a:lnTo>
                    <a:pt x="405235" y="44438"/>
                  </a:lnTo>
                  <a:cubicBezTo>
                    <a:pt x="405235" y="44438"/>
                    <a:pt x="405235" y="42117"/>
                    <a:pt x="405235" y="41242"/>
                  </a:cubicBezTo>
                  <a:cubicBezTo>
                    <a:pt x="405235" y="40368"/>
                    <a:pt x="404595" y="38652"/>
                    <a:pt x="404427" y="38215"/>
                  </a:cubicBezTo>
                  <a:cubicBezTo>
                    <a:pt x="404292" y="37777"/>
                    <a:pt x="403619" y="37643"/>
                    <a:pt x="403619" y="37643"/>
                  </a:cubicBezTo>
                  <a:lnTo>
                    <a:pt x="402038" y="35624"/>
                  </a:lnTo>
                  <a:cubicBezTo>
                    <a:pt x="402038" y="35624"/>
                    <a:pt x="400456" y="35490"/>
                    <a:pt x="399850" y="35624"/>
                  </a:cubicBezTo>
                  <a:cubicBezTo>
                    <a:pt x="399278" y="35759"/>
                    <a:pt x="397091" y="35624"/>
                    <a:pt x="396384" y="35624"/>
                  </a:cubicBezTo>
                  <a:cubicBezTo>
                    <a:pt x="395643" y="35624"/>
                    <a:pt x="392480" y="36364"/>
                    <a:pt x="391436" y="36768"/>
                  </a:cubicBezTo>
                  <a:cubicBezTo>
                    <a:pt x="390427" y="37205"/>
                    <a:pt x="390292" y="37508"/>
                    <a:pt x="389552" y="38652"/>
                  </a:cubicBezTo>
                  <a:cubicBezTo>
                    <a:pt x="388845" y="39796"/>
                    <a:pt x="387970" y="41108"/>
                    <a:pt x="387667" y="41680"/>
                  </a:cubicBezTo>
                  <a:cubicBezTo>
                    <a:pt x="387364" y="42251"/>
                    <a:pt x="385782" y="44270"/>
                    <a:pt x="385648" y="44707"/>
                  </a:cubicBezTo>
                  <a:cubicBezTo>
                    <a:pt x="385513" y="45144"/>
                    <a:pt x="383898" y="47297"/>
                    <a:pt x="383595" y="47903"/>
                  </a:cubicBezTo>
                  <a:cubicBezTo>
                    <a:pt x="383326" y="48475"/>
                    <a:pt x="382451" y="50661"/>
                    <a:pt x="382013" y="50796"/>
                  </a:cubicBezTo>
                  <a:cubicBezTo>
                    <a:pt x="381575" y="50930"/>
                    <a:pt x="379119" y="54126"/>
                    <a:pt x="378547" y="53992"/>
                  </a:cubicBezTo>
                  <a:cubicBezTo>
                    <a:pt x="377975" y="53857"/>
                    <a:pt x="376965" y="52848"/>
                    <a:pt x="376090" y="51805"/>
                  </a:cubicBezTo>
                  <a:cubicBezTo>
                    <a:pt x="375215" y="50796"/>
                    <a:pt x="371311" y="52242"/>
                    <a:pt x="371311" y="52242"/>
                  </a:cubicBezTo>
                  <a:lnTo>
                    <a:pt x="368114" y="52242"/>
                  </a:lnTo>
                  <a:cubicBezTo>
                    <a:pt x="368114" y="52242"/>
                    <a:pt x="364917" y="54126"/>
                    <a:pt x="364344" y="54563"/>
                  </a:cubicBezTo>
                  <a:cubicBezTo>
                    <a:pt x="363772" y="55001"/>
                    <a:pt x="362325" y="54866"/>
                    <a:pt x="361888" y="55135"/>
                  </a:cubicBezTo>
                  <a:cubicBezTo>
                    <a:pt x="361450" y="55438"/>
                    <a:pt x="359263" y="59340"/>
                    <a:pt x="359263" y="59777"/>
                  </a:cubicBezTo>
                  <a:cubicBezTo>
                    <a:pt x="359263" y="60215"/>
                    <a:pt x="356940" y="62099"/>
                    <a:pt x="356940" y="62099"/>
                  </a:cubicBezTo>
                  <a:cubicBezTo>
                    <a:pt x="356940" y="62099"/>
                    <a:pt x="355796" y="63545"/>
                    <a:pt x="355056" y="64420"/>
                  </a:cubicBezTo>
                  <a:cubicBezTo>
                    <a:pt x="354349" y="65294"/>
                    <a:pt x="352868" y="65429"/>
                    <a:pt x="351286" y="66573"/>
                  </a:cubicBezTo>
                  <a:cubicBezTo>
                    <a:pt x="349671" y="67750"/>
                    <a:pt x="348392" y="66876"/>
                    <a:pt x="348392" y="66876"/>
                  </a:cubicBezTo>
                  <a:lnTo>
                    <a:pt x="346070" y="65429"/>
                  </a:lnTo>
                  <a:lnTo>
                    <a:pt x="344320" y="61796"/>
                  </a:lnTo>
                  <a:lnTo>
                    <a:pt x="344320" y="60047"/>
                  </a:lnTo>
                  <a:cubicBezTo>
                    <a:pt x="344320" y="60047"/>
                    <a:pt x="342503" y="57288"/>
                    <a:pt x="341931" y="57288"/>
                  </a:cubicBezTo>
                  <a:cubicBezTo>
                    <a:pt x="341358" y="57288"/>
                    <a:pt x="340854" y="58298"/>
                    <a:pt x="340854" y="58298"/>
                  </a:cubicBezTo>
                  <a:cubicBezTo>
                    <a:pt x="340854" y="58298"/>
                    <a:pt x="340854" y="60181"/>
                    <a:pt x="340854" y="60753"/>
                  </a:cubicBezTo>
                  <a:cubicBezTo>
                    <a:pt x="340854" y="61325"/>
                    <a:pt x="338329" y="64823"/>
                    <a:pt x="337892" y="64958"/>
                  </a:cubicBezTo>
                  <a:cubicBezTo>
                    <a:pt x="337454" y="65093"/>
                    <a:pt x="336378" y="65395"/>
                    <a:pt x="336378" y="65395"/>
                  </a:cubicBezTo>
                  <a:cubicBezTo>
                    <a:pt x="336378" y="65395"/>
                    <a:pt x="334627" y="63377"/>
                    <a:pt x="335065" y="63377"/>
                  </a:cubicBezTo>
                  <a:cubicBezTo>
                    <a:pt x="335503" y="63377"/>
                    <a:pt x="332743" y="55976"/>
                    <a:pt x="332743" y="55976"/>
                  </a:cubicBezTo>
                  <a:lnTo>
                    <a:pt x="327829" y="51906"/>
                  </a:lnTo>
                  <a:lnTo>
                    <a:pt x="324363" y="49316"/>
                  </a:lnTo>
                  <a:lnTo>
                    <a:pt x="322343" y="43530"/>
                  </a:lnTo>
                  <a:lnTo>
                    <a:pt x="315377" y="41209"/>
                  </a:lnTo>
                  <a:cubicBezTo>
                    <a:pt x="315377" y="41209"/>
                    <a:pt x="309589" y="36263"/>
                    <a:pt x="308714" y="35994"/>
                  </a:cubicBezTo>
                  <a:cubicBezTo>
                    <a:pt x="307839" y="35692"/>
                    <a:pt x="305247" y="34817"/>
                    <a:pt x="305247" y="34817"/>
                  </a:cubicBezTo>
                  <a:cubicBezTo>
                    <a:pt x="305247" y="34817"/>
                    <a:pt x="299728" y="31049"/>
                    <a:pt x="298886" y="30747"/>
                  </a:cubicBezTo>
                  <a:cubicBezTo>
                    <a:pt x="298011" y="30478"/>
                    <a:pt x="294545" y="28728"/>
                    <a:pt x="294545" y="28728"/>
                  </a:cubicBezTo>
                  <a:lnTo>
                    <a:pt x="291348" y="26104"/>
                  </a:lnTo>
                  <a:cubicBezTo>
                    <a:pt x="291348" y="26104"/>
                    <a:pt x="289598" y="26104"/>
                    <a:pt x="288454" y="26104"/>
                  </a:cubicBezTo>
                  <a:cubicBezTo>
                    <a:pt x="287309" y="26104"/>
                    <a:pt x="282665" y="26542"/>
                    <a:pt x="281790" y="26811"/>
                  </a:cubicBezTo>
                  <a:cubicBezTo>
                    <a:pt x="280915" y="27114"/>
                    <a:pt x="276876" y="27820"/>
                    <a:pt x="275698" y="27820"/>
                  </a:cubicBezTo>
                  <a:cubicBezTo>
                    <a:pt x="274554" y="27820"/>
                    <a:pt x="271357" y="27820"/>
                    <a:pt x="270179" y="27820"/>
                  </a:cubicBezTo>
                  <a:cubicBezTo>
                    <a:pt x="269035" y="27820"/>
                    <a:pt x="265838" y="28257"/>
                    <a:pt x="265838" y="28257"/>
                  </a:cubicBezTo>
                  <a:lnTo>
                    <a:pt x="257727" y="25230"/>
                  </a:lnTo>
                  <a:lnTo>
                    <a:pt x="255977" y="22337"/>
                  </a:lnTo>
                  <a:lnTo>
                    <a:pt x="252780" y="20890"/>
                  </a:lnTo>
                  <a:lnTo>
                    <a:pt x="246419" y="19141"/>
                  </a:lnTo>
                  <a:lnTo>
                    <a:pt x="239149" y="15945"/>
                  </a:lnTo>
                  <a:lnTo>
                    <a:pt x="235380" y="13927"/>
                  </a:lnTo>
                  <a:lnTo>
                    <a:pt x="231039" y="10159"/>
                  </a:lnTo>
                  <a:lnTo>
                    <a:pt x="226967" y="12178"/>
                  </a:lnTo>
                  <a:lnTo>
                    <a:pt x="218856" y="14499"/>
                  </a:lnTo>
                  <a:lnTo>
                    <a:pt x="213067" y="15945"/>
                  </a:lnTo>
                  <a:lnTo>
                    <a:pt x="209601" y="13052"/>
                  </a:lnTo>
                  <a:lnTo>
                    <a:pt x="207279" y="8107"/>
                  </a:lnTo>
                  <a:cubicBezTo>
                    <a:pt x="207279" y="8107"/>
                    <a:pt x="204956" y="2018"/>
                    <a:pt x="204081" y="1446"/>
                  </a:cubicBezTo>
                  <a:cubicBezTo>
                    <a:pt x="203206" y="875"/>
                    <a:pt x="200884" y="0"/>
                    <a:pt x="200884" y="0"/>
                  </a:cubicBezTo>
                  <a:lnTo>
                    <a:pt x="199437" y="0"/>
                  </a:lnTo>
                  <a:cubicBezTo>
                    <a:pt x="199437" y="0"/>
                    <a:pt x="197115" y="2590"/>
                    <a:pt x="196812" y="3465"/>
                  </a:cubicBezTo>
                  <a:cubicBezTo>
                    <a:pt x="196543" y="4339"/>
                    <a:pt x="195062" y="4911"/>
                    <a:pt x="194490" y="6661"/>
                  </a:cubicBezTo>
                  <a:cubicBezTo>
                    <a:pt x="193918" y="8410"/>
                    <a:pt x="193043" y="8982"/>
                    <a:pt x="190720" y="9789"/>
                  </a:cubicBezTo>
                  <a:cubicBezTo>
                    <a:pt x="188398" y="10596"/>
                    <a:pt x="187523" y="10159"/>
                    <a:pt x="184057" y="10025"/>
                  </a:cubicBezTo>
                  <a:cubicBezTo>
                    <a:pt x="180590" y="9890"/>
                    <a:pt x="180860" y="9587"/>
                    <a:pt x="179716" y="10025"/>
                  </a:cubicBezTo>
                  <a:cubicBezTo>
                    <a:pt x="178571" y="10462"/>
                    <a:pt x="178268" y="10025"/>
                    <a:pt x="178268" y="10025"/>
                  </a:cubicBezTo>
                  <a:lnTo>
                    <a:pt x="170730" y="10159"/>
                  </a:lnTo>
                  <a:cubicBezTo>
                    <a:pt x="170730" y="10159"/>
                    <a:pt x="167533" y="9856"/>
                    <a:pt x="166388" y="10159"/>
                  </a:cubicBezTo>
                  <a:cubicBezTo>
                    <a:pt x="165244" y="10428"/>
                    <a:pt x="165210" y="11034"/>
                    <a:pt x="165210" y="12178"/>
                  </a:cubicBezTo>
                  <a:cubicBezTo>
                    <a:pt x="165210" y="13321"/>
                    <a:pt x="165210" y="16248"/>
                    <a:pt x="165513" y="17963"/>
                  </a:cubicBezTo>
                  <a:cubicBezTo>
                    <a:pt x="165783" y="19713"/>
                    <a:pt x="165513" y="21159"/>
                    <a:pt x="165210" y="22606"/>
                  </a:cubicBezTo>
                  <a:cubicBezTo>
                    <a:pt x="164907" y="24052"/>
                    <a:pt x="164638" y="24624"/>
                    <a:pt x="164638" y="25499"/>
                  </a:cubicBezTo>
                  <a:cubicBezTo>
                    <a:pt x="164638" y="26373"/>
                    <a:pt x="166085" y="28392"/>
                    <a:pt x="166658" y="29569"/>
                  </a:cubicBezTo>
                  <a:cubicBezTo>
                    <a:pt x="167230" y="30713"/>
                    <a:pt x="168105" y="31016"/>
                    <a:pt x="168980" y="32462"/>
                  </a:cubicBezTo>
                  <a:cubicBezTo>
                    <a:pt x="169855" y="33909"/>
                    <a:pt x="170999" y="32462"/>
                    <a:pt x="170999" y="32462"/>
                  </a:cubicBezTo>
                  <a:lnTo>
                    <a:pt x="174465" y="34783"/>
                  </a:lnTo>
                  <a:lnTo>
                    <a:pt x="177662" y="36230"/>
                  </a:lnTo>
                  <a:lnTo>
                    <a:pt x="179413" y="37407"/>
                  </a:lnTo>
                  <a:lnTo>
                    <a:pt x="180860" y="39157"/>
                  </a:lnTo>
                  <a:cubicBezTo>
                    <a:pt x="180860" y="39157"/>
                    <a:pt x="180860" y="42050"/>
                    <a:pt x="180860" y="43126"/>
                  </a:cubicBezTo>
                  <a:cubicBezTo>
                    <a:pt x="180860" y="44169"/>
                    <a:pt x="177662" y="46120"/>
                    <a:pt x="177662" y="46120"/>
                  </a:cubicBezTo>
                  <a:lnTo>
                    <a:pt x="174196" y="48441"/>
                  </a:lnTo>
                  <a:lnTo>
                    <a:pt x="168677" y="51334"/>
                  </a:lnTo>
                  <a:lnTo>
                    <a:pt x="166085" y="56245"/>
                  </a:lnTo>
                  <a:cubicBezTo>
                    <a:pt x="166085" y="56245"/>
                    <a:pt x="159422" y="61191"/>
                    <a:pt x="158547" y="61191"/>
                  </a:cubicBezTo>
                  <a:cubicBezTo>
                    <a:pt x="157672" y="61191"/>
                    <a:pt x="153330" y="58869"/>
                    <a:pt x="153330" y="58869"/>
                  </a:cubicBezTo>
                  <a:lnTo>
                    <a:pt x="150705" y="55102"/>
                  </a:lnTo>
                  <a:cubicBezTo>
                    <a:pt x="150705" y="55102"/>
                    <a:pt x="149258" y="52209"/>
                    <a:pt x="148080" y="51906"/>
                  </a:cubicBezTo>
                  <a:cubicBezTo>
                    <a:pt x="146936" y="51637"/>
                    <a:pt x="144311" y="49013"/>
                    <a:pt x="144311" y="49013"/>
                  </a:cubicBezTo>
                  <a:cubicBezTo>
                    <a:pt x="144311" y="49013"/>
                    <a:pt x="144311" y="49013"/>
                    <a:pt x="142292" y="47869"/>
                  </a:cubicBezTo>
                  <a:cubicBezTo>
                    <a:pt x="140239" y="46726"/>
                    <a:pt x="138522" y="45245"/>
                    <a:pt x="138522" y="45245"/>
                  </a:cubicBezTo>
                  <a:lnTo>
                    <a:pt x="130681" y="44673"/>
                  </a:lnTo>
                  <a:cubicBezTo>
                    <a:pt x="130681" y="44673"/>
                    <a:pt x="126339" y="44371"/>
                    <a:pt x="125161" y="44371"/>
                  </a:cubicBezTo>
                  <a:cubicBezTo>
                    <a:pt x="124017" y="44371"/>
                    <a:pt x="121392" y="44371"/>
                    <a:pt x="119642" y="43496"/>
                  </a:cubicBezTo>
                  <a:cubicBezTo>
                    <a:pt x="117892" y="42621"/>
                    <a:pt x="115570" y="43496"/>
                    <a:pt x="115570" y="43496"/>
                  </a:cubicBezTo>
                  <a:lnTo>
                    <a:pt x="110353" y="43496"/>
                  </a:lnTo>
                  <a:lnTo>
                    <a:pt x="107459" y="43496"/>
                  </a:lnTo>
                  <a:cubicBezTo>
                    <a:pt x="107459" y="43496"/>
                    <a:pt x="101368" y="47129"/>
                    <a:pt x="100493" y="47701"/>
                  </a:cubicBezTo>
                  <a:cubicBezTo>
                    <a:pt x="99617" y="48273"/>
                    <a:pt x="99315" y="49282"/>
                    <a:pt x="98473" y="50157"/>
                  </a:cubicBezTo>
                  <a:cubicBezTo>
                    <a:pt x="97598" y="51031"/>
                    <a:pt x="95848" y="52175"/>
                    <a:pt x="94704" y="52478"/>
                  </a:cubicBezTo>
                  <a:cubicBezTo>
                    <a:pt x="93560" y="52781"/>
                    <a:pt x="92113" y="55674"/>
                    <a:pt x="92113" y="55674"/>
                  </a:cubicBezTo>
                  <a:cubicBezTo>
                    <a:pt x="92113" y="55674"/>
                    <a:pt x="89790" y="58264"/>
                    <a:pt x="87771" y="58567"/>
                  </a:cubicBezTo>
                  <a:cubicBezTo>
                    <a:pt x="85752" y="58869"/>
                    <a:pt x="87771" y="58567"/>
                    <a:pt x="84305" y="58567"/>
                  </a:cubicBezTo>
                  <a:cubicBezTo>
                    <a:pt x="80805" y="58567"/>
                    <a:pt x="80805" y="58264"/>
                    <a:pt x="79358" y="58264"/>
                  </a:cubicBezTo>
                  <a:cubicBezTo>
                    <a:pt x="77910" y="58264"/>
                    <a:pt x="77338" y="55674"/>
                    <a:pt x="77338" y="55674"/>
                  </a:cubicBezTo>
                  <a:lnTo>
                    <a:pt x="70372" y="55674"/>
                  </a:lnTo>
                  <a:lnTo>
                    <a:pt x="70675" y="60316"/>
                  </a:lnTo>
                  <a:lnTo>
                    <a:pt x="71550" y="65227"/>
                  </a:lnTo>
                  <a:cubicBezTo>
                    <a:pt x="71550" y="65227"/>
                    <a:pt x="70405" y="68120"/>
                    <a:pt x="70405" y="69298"/>
                  </a:cubicBezTo>
                  <a:cubicBezTo>
                    <a:pt x="70405" y="70441"/>
                    <a:pt x="68958" y="71047"/>
                    <a:pt x="67511" y="72493"/>
                  </a:cubicBezTo>
                  <a:cubicBezTo>
                    <a:pt x="66064" y="73940"/>
                    <a:pt x="63170" y="74243"/>
                    <a:pt x="62295" y="74512"/>
                  </a:cubicBezTo>
                  <a:cubicBezTo>
                    <a:pt x="61420" y="74815"/>
                    <a:pt x="60275" y="77977"/>
                    <a:pt x="60275" y="77977"/>
                  </a:cubicBezTo>
                  <a:cubicBezTo>
                    <a:pt x="60275" y="77977"/>
                    <a:pt x="59400" y="82619"/>
                    <a:pt x="59131" y="86084"/>
                  </a:cubicBezTo>
                  <a:cubicBezTo>
                    <a:pt x="58828" y="89549"/>
                    <a:pt x="58256" y="90726"/>
                    <a:pt x="57684" y="91601"/>
                  </a:cubicBezTo>
                  <a:cubicBezTo>
                    <a:pt x="57112" y="92475"/>
                    <a:pt x="55665" y="93922"/>
                    <a:pt x="54217" y="96512"/>
                  </a:cubicBezTo>
                  <a:cubicBezTo>
                    <a:pt x="52770" y="99136"/>
                    <a:pt x="51895" y="98530"/>
                    <a:pt x="50145" y="100582"/>
                  </a:cubicBezTo>
                  <a:cubicBezTo>
                    <a:pt x="48395" y="102601"/>
                    <a:pt x="48395" y="104922"/>
                    <a:pt x="47823" y="106099"/>
                  </a:cubicBezTo>
                  <a:cubicBezTo>
                    <a:pt x="47251" y="107243"/>
                    <a:pt x="46073" y="109867"/>
                    <a:pt x="45804" y="111011"/>
                  </a:cubicBezTo>
                  <a:cubicBezTo>
                    <a:pt x="45501" y="112188"/>
                    <a:pt x="44626" y="115653"/>
                    <a:pt x="44626" y="115653"/>
                  </a:cubicBezTo>
                  <a:lnTo>
                    <a:pt x="46376" y="121742"/>
                  </a:lnTo>
                  <a:lnTo>
                    <a:pt x="49876" y="125812"/>
                  </a:lnTo>
                  <a:lnTo>
                    <a:pt x="50448" y="132473"/>
                  </a:lnTo>
                  <a:cubicBezTo>
                    <a:pt x="50448" y="132473"/>
                    <a:pt x="47857" y="135938"/>
                    <a:pt x="46679" y="137990"/>
                  </a:cubicBezTo>
                  <a:cubicBezTo>
                    <a:pt x="45535" y="140008"/>
                    <a:pt x="44087" y="142632"/>
                    <a:pt x="44087" y="142632"/>
                  </a:cubicBezTo>
                  <a:lnTo>
                    <a:pt x="43515" y="145222"/>
                  </a:lnTo>
                  <a:lnTo>
                    <a:pt x="43515" y="149293"/>
                  </a:lnTo>
                  <a:lnTo>
                    <a:pt x="44087" y="152489"/>
                  </a:lnTo>
                  <a:lnTo>
                    <a:pt x="47285" y="155381"/>
                  </a:lnTo>
                  <a:lnTo>
                    <a:pt x="49304" y="156525"/>
                  </a:lnTo>
                  <a:lnTo>
                    <a:pt x="49001" y="160865"/>
                  </a:lnTo>
                  <a:lnTo>
                    <a:pt x="48429" y="163758"/>
                  </a:lnTo>
                  <a:cubicBezTo>
                    <a:pt x="48429" y="163758"/>
                    <a:pt x="46679" y="164901"/>
                    <a:pt x="45804" y="165776"/>
                  </a:cubicBezTo>
                  <a:cubicBezTo>
                    <a:pt x="44929" y="166651"/>
                    <a:pt x="44054" y="166954"/>
                    <a:pt x="43482" y="168097"/>
                  </a:cubicBezTo>
                  <a:cubicBezTo>
                    <a:pt x="42910" y="169241"/>
                    <a:pt x="40015" y="169544"/>
                    <a:pt x="40015" y="169544"/>
                  </a:cubicBezTo>
                  <a:cubicBezTo>
                    <a:pt x="40015" y="169544"/>
                    <a:pt x="40015" y="171293"/>
                    <a:pt x="40015" y="172168"/>
                  </a:cubicBezTo>
                  <a:cubicBezTo>
                    <a:pt x="40015" y="173042"/>
                    <a:pt x="42338" y="175061"/>
                    <a:pt x="42338" y="175061"/>
                  </a:cubicBezTo>
                  <a:cubicBezTo>
                    <a:pt x="42338" y="175061"/>
                    <a:pt x="44660" y="176204"/>
                    <a:pt x="46107" y="176507"/>
                  </a:cubicBezTo>
                  <a:cubicBezTo>
                    <a:pt x="47554" y="176810"/>
                    <a:pt x="48732" y="176507"/>
                    <a:pt x="48732" y="176507"/>
                  </a:cubicBezTo>
                  <a:lnTo>
                    <a:pt x="48732" y="178526"/>
                  </a:lnTo>
                  <a:cubicBezTo>
                    <a:pt x="48732" y="178526"/>
                    <a:pt x="48867" y="180847"/>
                    <a:pt x="48597" y="181990"/>
                  </a:cubicBezTo>
                  <a:cubicBezTo>
                    <a:pt x="48294" y="183134"/>
                    <a:pt x="48463" y="184311"/>
                    <a:pt x="48160" y="185455"/>
                  </a:cubicBezTo>
                  <a:cubicBezTo>
                    <a:pt x="47890" y="186599"/>
                    <a:pt x="47016" y="187776"/>
                    <a:pt x="47016" y="187776"/>
                  </a:cubicBezTo>
                  <a:lnTo>
                    <a:pt x="46443" y="191544"/>
                  </a:lnTo>
                  <a:cubicBezTo>
                    <a:pt x="46443" y="191544"/>
                    <a:pt x="47016" y="194740"/>
                    <a:pt x="47318" y="197633"/>
                  </a:cubicBezTo>
                  <a:cubicBezTo>
                    <a:pt x="47621" y="200526"/>
                    <a:pt x="46174" y="199954"/>
                    <a:pt x="45871" y="202847"/>
                  </a:cubicBezTo>
                  <a:cubicBezTo>
                    <a:pt x="45568" y="205740"/>
                    <a:pt x="46443" y="206917"/>
                    <a:pt x="46746" y="209508"/>
                  </a:cubicBezTo>
                  <a:cubicBezTo>
                    <a:pt x="47049" y="212098"/>
                    <a:pt x="47621" y="211257"/>
                    <a:pt x="47890" y="214150"/>
                  </a:cubicBezTo>
                  <a:cubicBezTo>
                    <a:pt x="48193" y="217043"/>
                    <a:pt x="52535" y="217917"/>
                    <a:pt x="52535" y="217917"/>
                  </a:cubicBezTo>
                  <a:cubicBezTo>
                    <a:pt x="52535" y="217917"/>
                    <a:pt x="52535" y="217917"/>
                    <a:pt x="53107" y="219095"/>
                  </a:cubicBezTo>
                  <a:cubicBezTo>
                    <a:pt x="53679" y="220239"/>
                    <a:pt x="54251" y="222291"/>
                    <a:pt x="54251" y="223434"/>
                  </a:cubicBezTo>
                  <a:cubicBezTo>
                    <a:pt x="54251" y="224578"/>
                    <a:pt x="52501" y="225453"/>
                    <a:pt x="52501" y="227774"/>
                  </a:cubicBezTo>
                  <a:cubicBezTo>
                    <a:pt x="52501" y="230095"/>
                    <a:pt x="50751" y="230095"/>
                    <a:pt x="49607" y="232416"/>
                  </a:cubicBezTo>
                  <a:cubicBezTo>
                    <a:pt x="48463" y="234737"/>
                    <a:pt x="49910" y="234737"/>
                    <a:pt x="50751" y="235612"/>
                  </a:cubicBezTo>
                  <a:cubicBezTo>
                    <a:pt x="51626" y="236487"/>
                    <a:pt x="52770" y="238808"/>
                    <a:pt x="52770" y="241970"/>
                  </a:cubicBezTo>
                  <a:cubicBezTo>
                    <a:pt x="52770" y="245166"/>
                    <a:pt x="52198" y="243988"/>
                    <a:pt x="51020" y="245737"/>
                  </a:cubicBezTo>
                  <a:cubicBezTo>
                    <a:pt x="49876" y="247487"/>
                    <a:pt x="51020" y="245737"/>
                    <a:pt x="50448" y="246881"/>
                  </a:cubicBezTo>
                  <a:cubicBezTo>
                    <a:pt x="49876" y="248059"/>
                    <a:pt x="48698" y="249774"/>
                    <a:pt x="49001" y="250649"/>
                  </a:cubicBezTo>
                  <a:cubicBezTo>
                    <a:pt x="49304" y="251523"/>
                    <a:pt x="50145" y="252398"/>
                    <a:pt x="51323" y="254114"/>
                  </a:cubicBezTo>
                  <a:cubicBezTo>
                    <a:pt x="52468" y="255863"/>
                    <a:pt x="51323" y="258184"/>
                    <a:pt x="51054" y="259025"/>
                  </a:cubicBezTo>
                  <a:cubicBezTo>
                    <a:pt x="50751" y="259900"/>
                    <a:pt x="50751" y="263936"/>
                    <a:pt x="50751" y="265114"/>
                  </a:cubicBezTo>
                  <a:cubicBezTo>
                    <a:pt x="50751" y="266291"/>
                    <a:pt x="52501" y="269184"/>
                    <a:pt x="52501" y="270328"/>
                  </a:cubicBezTo>
                  <a:cubicBezTo>
                    <a:pt x="52501" y="271472"/>
                    <a:pt x="54251" y="273524"/>
                    <a:pt x="55126" y="274668"/>
                  </a:cubicBezTo>
                  <a:cubicBezTo>
                    <a:pt x="56001" y="275845"/>
                    <a:pt x="57718" y="276686"/>
                    <a:pt x="57718" y="276686"/>
                  </a:cubicBezTo>
                  <a:lnTo>
                    <a:pt x="62059" y="282203"/>
                  </a:lnTo>
                  <a:lnTo>
                    <a:pt x="64381" y="285399"/>
                  </a:lnTo>
                  <a:lnTo>
                    <a:pt x="64078" y="291185"/>
                  </a:lnTo>
                  <a:cubicBezTo>
                    <a:pt x="64078" y="291185"/>
                    <a:pt x="63775" y="294649"/>
                    <a:pt x="63775" y="296971"/>
                  </a:cubicBezTo>
                  <a:cubicBezTo>
                    <a:pt x="63775" y="299292"/>
                    <a:pt x="62597" y="300166"/>
                    <a:pt x="62597" y="300166"/>
                  </a:cubicBezTo>
                  <a:cubicBezTo>
                    <a:pt x="62597" y="300166"/>
                    <a:pt x="61723" y="302185"/>
                    <a:pt x="60881" y="302488"/>
                  </a:cubicBezTo>
                  <a:cubicBezTo>
                    <a:pt x="60006" y="302790"/>
                    <a:pt x="56809" y="304506"/>
                    <a:pt x="55665" y="304809"/>
                  </a:cubicBezTo>
                  <a:cubicBezTo>
                    <a:pt x="54520" y="305112"/>
                    <a:pt x="53915" y="306558"/>
                    <a:pt x="51626" y="307130"/>
                  </a:cubicBezTo>
                  <a:cubicBezTo>
                    <a:pt x="49304" y="307702"/>
                    <a:pt x="50179" y="308274"/>
                    <a:pt x="49001" y="308576"/>
                  </a:cubicBezTo>
                  <a:cubicBezTo>
                    <a:pt x="47857" y="308879"/>
                    <a:pt x="45232" y="310326"/>
                    <a:pt x="44087" y="311200"/>
                  </a:cubicBezTo>
                  <a:cubicBezTo>
                    <a:pt x="42910" y="312075"/>
                    <a:pt x="40890" y="311200"/>
                    <a:pt x="40890" y="311200"/>
                  </a:cubicBezTo>
                  <a:cubicBezTo>
                    <a:pt x="40890" y="311200"/>
                    <a:pt x="38265" y="311200"/>
                    <a:pt x="36381" y="311200"/>
                  </a:cubicBezTo>
                  <a:cubicBezTo>
                    <a:pt x="34496" y="311200"/>
                    <a:pt x="35068" y="312647"/>
                    <a:pt x="34193" y="312647"/>
                  </a:cubicBezTo>
                  <a:cubicBezTo>
                    <a:pt x="33318" y="312647"/>
                    <a:pt x="32443" y="315271"/>
                    <a:pt x="31568" y="316112"/>
                  </a:cubicBezTo>
                  <a:cubicBezTo>
                    <a:pt x="30693" y="316986"/>
                    <a:pt x="30121" y="319307"/>
                    <a:pt x="30121" y="320451"/>
                  </a:cubicBezTo>
                  <a:cubicBezTo>
                    <a:pt x="30121" y="321595"/>
                    <a:pt x="29852" y="323344"/>
                    <a:pt x="29852" y="324521"/>
                  </a:cubicBezTo>
                  <a:cubicBezTo>
                    <a:pt x="29852" y="325665"/>
                    <a:pt x="28404" y="325968"/>
                    <a:pt x="28404" y="325968"/>
                  </a:cubicBezTo>
                  <a:lnTo>
                    <a:pt x="25510" y="327145"/>
                  </a:lnTo>
                  <a:cubicBezTo>
                    <a:pt x="25510" y="327145"/>
                    <a:pt x="21741" y="328592"/>
                    <a:pt x="20597" y="328895"/>
                  </a:cubicBezTo>
                  <a:cubicBezTo>
                    <a:pt x="19419" y="329197"/>
                    <a:pt x="18846" y="330341"/>
                    <a:pt x="18846" y="330341"/>
                  </a:cubicBezTo>
                  <a:lnTo>
                    <a:pt x="17097" y="332931"/>
                  </a:lnTo>
                  <a:lnTo>
                    <a:pt x="15952" y="335253"/>
                  </a:lnTo>
                  <a:lnTo>
                    <a:pt x="9861" y="340769"/>
                  </a:lnTo>
                  <a:cubicBezTo>
                    <a:pt x="9861" y="340769"/>
                    <a:pt x="6664" y="343662"/>
                    <a:pt x="5789" y="344840"/>
                  </a:cubicBezTo>
                  <a:cubicBezTo>
                    <a:pt x="4914" y="345984"/>
                    <a:pt x="2591" y="347430"/>
                    <a:pt x="2591" y="347430"/>
                  </a:cubicBezTo>
                  <a:lnTo>
                    <a:pt x="0" y="350323"/>
                  </a:lnTo>
                  <a:lnTo>
                    <a:pt x="0" y="354393"/>
                  </a:lnTo>
                  <a:lnTo>
                    <a:pt x="7842" y="352947"/>
                  </a:lnTo>
                  <a:lnTo>
                    <a:pt x="14202" y="351803"/>
                  </a:lnTo>
                  <a:lnTo>
                    <a:pt x="15952" y="351231"/>
                  </a:lnTo>
                  <a:lnTo>
                    <a:pt x="22616" y="349482"/>
                  </a:lnTo>
                  <a:lnTo>
                    <a:pt x="27260" y="346286"/>
                  </a:lnTo>
                  <a:lnTo>
                    <a:pt x="30155" y="345412"/>
                  </a:lnTo>
                  <a:lnTo>
                    <a:pt x="33049" y="345109"/>
                  </a:lnTo>
                  <a:lnTo>
                    <a:pt x="33049" y="346858"/>
                  </a:lnTo>
                  <a:lnTo>
                    <a:pt x="34933" y="349179"/>
                  </a:lnTo>
                  <a:lnTo>
                    <a:pt x="38837" y="348608"/>
                  </a:lnTo>
                  <a:lnTo>
                    <a:pt x="41159" y="346286"/>
                  </a:lnTo>
                  <a:lnTo>
                    <a:pt x="43482" y="343091"/>
                  </a:lnTo>
                  <a:lnTo>
                    <a:pt x="46039" y="342519"/>
                  </a:lnTo>
                  <a:lnTo>
                    <a:pt x="53040" y="340769"/>
                  </a:lnTo>
                  <a:lnTo>
                    <a:pt x="57381" y="340769"/>
                  </a:lnTo>
                  <a:lnTo>
                    <a:pt x="63775" y="344403"/>
                  </a:lnTo>
                  <a:lnTo>
                    <a:pt x="63203" y="349179"/>
                  </a:lnTo>
                  <a:lnTo>
                    <a:pt x="66670" y="353519"/>
                  </a:lnTo>
                  <a:lnTo>
                    <a:pt x="71011" y="357286"/>
                  </a:lnTo>
                  <a:lnTo>
                    <a:pt x="72761" y="361626"/>
                  </a:lnTo>
                  <a:lnTo>
                    <a:pt x="70439" y="365091"/>
                  </a:lnTo>
                  <a:lnTo>
                    <a:pt x="69295" y="365091"/>
                  </a:lnTo>
                  <a:lnTo>
                    <a:pt x="65223" y="367984"/>
                  </a:lnTo>
                  <a:cubicBezTo>
                    <a:pt x="65223" y="367984"/>
                    <a:pt x="64348" y="369699"/>
                    <a:pt x="63472" y="371449"/>
                  </a:cubicBezTo>
                  <a:cubicBezTo>
                    <a:pt x="62597" y="373198"/>
                    <a:pt x="63472" y="373770"/>
                    <a:pt x="63472" y="373770"/>
                  </a:cubicBezTo>
                  <a:lnTo>
                    <a:pt x="64920" y="373770"/>
                  </a:lnTo>
                  <a:lnTo>
                    <a:pt x="69564" y="375082"/>
                  </a:lnTo>
                  <a:lnTo>
                    <a:pt x="72761" y="377538"/>
                  </a:lnTo>
                  <a:lnTo>
                    <a:pt x="71011" y="381608"/>
                  </a:lnTo>
                  <a:cubicBezTo>
                    <a:pt x="71011" y="381608"/>
                    <a:pt x="66939" y="384804"/>
                    <a:pt x="64348" y="386250"/>
                  </a:cubicBezTo>
                  <a:cubicBezTo>
                    <a:pt x="61723" y="387697"/>
                    <a:pt x="60881" y="387697"/>
                    <a:pt x="60881" y="387697"/>
                  </a:cubicBezTo>
                  <a:lnTo>
                    <a:pt x="56943" y="388840"/>
                  </a:lnTo>
                  <a:lnTo>
                    <a:pt x="49876" y="392305"/>
                  </a:lnTo>
                  <a:lnTo>
                    <a:pt x="46073" y="396073"/>
                  </a:lnTo>
                  <a:cubicBezTo>
                    <a:pt x="46073" y="396073"/>
                    <a:pt x="46982" y="398394"/>
                    <a:pt x="48429" y="398697"/>
                  </a:cubicBezTo>
                  <a:cubicBezTo>
                    <a:pt x="49876" y="399000"/>
                    <a:pt x="52198" y="401590"/>
                    <a:pt x="52198" y="401590"/>
                  </a:cubicBezTo>
                  <a:cubicBezTo>
                    <a:pt x="52198" y="401590"/>
                    <a:pt x="54823" y="407107"/>
                    <a:pt x="56977" y="408251"/>
                  </a:cubicBezTo>
                  <a:cubicBezTo>
                    <a:pt x="59131" y="409394"/>
                    <a:pt x="55968" y="410000"/>
                    <a:pt x="56977" y="411144"/>
                  </a:cubicBezTo>
                  <a:cubicBezTo>
                    <a:pt x="57953" y="412287"/>
                    <a:pt x="55126" y="416930"/>
                    <a:pt x="55126" y="416930"/>
                  </a:cubicBezTo>
                  <a:lnTo>
                    <a:pt x="51929" y="421269"/>
                  </a:lnTo>
                  <a:lnTo>
                    <a:pt x="48463" y="426181"/>
                  </a:lnTo>
                  <a:lnTo>
                    <a:pt x="46107" y="431966"/>
                  </a:lnTo>
                  <a:cubicBezTo>
                    <a:pt x="46107" y="431966"/>
                    <a:pt x="46443" y="436878"/>
                    <a:pt x="46141" y="439771"/>
                  </a:cubicBezTo>
                  <a:cubicBezTo>
                    <a:pt x="45838" y="442664"/>
                    <a:pt x="47588" y="442361"/>
                    <a:pt x="47588" y="442361"/>
                  </a:cubicBezTo>
                  <a:cubicBezTo>
                    <a:pt x="47588" y="442361"/>
                    <a:pt x="51660" y="446431"/>
                    <a:pt x="52501" y="446129"/>
                  </a:cubicBezTo>
                  <a:cubicBezTo>
                    <a:pt x="53376" y="445826"/>
                    <a:pt x="55126" y="442933"/>
                    <a:pt x="55126" y="442933"/>
                  </a:cubicBezTo>
                  <a:lnTo>
                    <a:pt x="58323" y="439737"/>
                  </a:lnTo>
                  <a:lnTo>
                    <a:pt x="63102" y="439737"/>
                  </a:lnTo>
                  <a:lnTo>
                    <a:pt x="65862" y="442496"/>
                  </a:lnTo>
                  <a:cubicBezTo>
                    <a:pt x="65862" y="442496"/>
                    <a:pt x="59771" y="445826"/>
                    <a:pt x="59501" y="446701"/>
                  </a:cubicBezTo>
                  <a:cubicBezTo>
                    <a:pt x="59199" y="447575"/>
                    <a:pt x="58357" y="450737"/>
                    <a:pt x="58357" y="450737"/>
                  </a:cubicBezTo>
                  <a:lnTo>
                    <a:pt x="65896" y="454808"/>
                  </a:lnTo>
                  <a:lnTo>
                    <a:pt x="67915" y="461468"/>
                  </a:lnTo>
                  <a:lnTo>
                    <a:pt x="67915" y="467389"/>
                  </a:lnTo>
                  <a:cubicBezTo>
                    <a:pt x="69261" y="467322"/>
                    <a:pt x="71550" y="467557"/>
                    <a:pt x="71550" y="467557"/>
                  </a:cubicBezTo>
                  <a:lnTo>
                    <a:pt x="72425" y="470316"/>
                  </a:lnTo>
                  <a:lnTo>
                    <a:pt x="74881" y="471190"/>
                  </a:lnTo>
                  <a:cubicBezTo>
                    <a:pt x="74881" y="471190"/>
                    <a:pt x="78079" y="471325"/>
                    <a:pt x="79391" y="471056"/>
                  </a:cubicBezTo>
                  <a:cubicBezTo>
                    <a:pt x="80704" y="470753"/>
                    <a:pt x="83161" y="469037"/>
                    <a:pt x="83733" y="468869"/>
                  </a:cubicBezTo>
                  <a:cubicBezTo>
                    <a:pt x="84305" y="468735"/>
                    <a:pt x="86358" y="471056"/>
                    <a:pt x="86358" y="471056"/>
                  </a:cubicBezTo>
                  <a:lnTo>
                    <a:pt x="91877" y="473242"/>
                  </a:lnTo>
                  <a:lnTo>
                    <a:pt x="92752" y="476573"/>
                  </a:lnTo>
                  <a:cubicBezTo>
                    <a:pt x="92752" y="476573"/>
                    <a:pt x="88276" y="480340"/>
                    <a:pt x="87838" y="480475"/>
                  </a:cubicBezTo>
                  <a:cubicBezTo>
                    <a:pt x="87401" y="480609"/>
                    <a:pt x="85954" y="483233"/>
                    <a:pt x="85954" y="483233"/>
                  </a:cubicBezTo>
                  <a:cubicBezTo>
                    <a:pt x="85954" y="483233"/>
                    <a:pt x="88141" y="486866"/>
                    <a:pt x="88713" y="486866"/>
                  </a:cubicBezTo>
                  <a:cubicBezTo>
                    <a:pt x="89286" y="486866"/>
                    <a:pt x="93358" y="488178"/>
                    <a:pt x="95074" y="488178"/>
                  </a:cubicBezTo>
                  <a:cubicBezTo>
                    <a:pt x="96824" y="488178"/>
                    <a:pt x="99584" y="488178"/>
                    <a:pt x="100156" y="487741"/>
                  </a:cubicBezTo>
                  <a:cubicBezTo>
                    <a:pt x="100728" y="487304"/>
                    <a:pt x="101738" y="487876"/>
                    <a:pt x="102343" y="486866"/>
                  </a:cubicBezTo>
                  <a:cubicBezTo>
                    <a:pt x="102848" y="485992"/>
                    <a:pt x="103656" y="484377"/>
                    <a:pt x="103892" y="483940"/>
                  </a:cubicBezTo>
                  <a:cubicBezTo>
                    <a:pt x="103791" y="483872"/>
                    <a:pt x="103589" y="483671"/>
                    <a:pt x="103219" y="483233"/>
                  </a:cubicBezTo>
                  <a:cubicBezTo>
                    <a:pt x="102209" y="482090"/>
                    <a:pt x="102041" y="481047"/>
                    <a:pt x="102041" y="481047"/>
                  </a:cubicBezTo>
                  <a:cubicBezTo>
                    <a:pt x="102041" y="481047"/>
                    <a:pt x="102175" y="480609"/>
                    <a:pt x="101771" y="480172"/>
                  </a:cubicBezTo>
                  <a:cubicBezTo>
                    <a:pt x="101401" y="479802"/>
                    <a:pt x="101132" y="476505"/>
                    <a:pt x="101368" y="475530"/>
                  </a:cubicBezTo>
                  <a:cubicBezTo>
                    <a:pt x="101098" y="475799"/>
                    <a:pt x="101233" y="475631"/>
                    <a:pt x="101401" y="475462"/>
                  </a:cubicBezTo>
                  <a:cubicBezTo>
                    <a:pt x="101435" y="475362"/>
                    <a:pt x="101469" y="475294"/>
                    <a:pt x="101502" y="475261"/>
                  </a:cubicBezTo>
                  <a:cubicBezTo>
                    <a:pt x="101671" y="475160"/>
                    <a:pt x="101536" y="475328"/>
                    <a:pt x="101401" y="475462"/>
                  </a:cubicBezTo>
                  <a:cubicBezTo>
                    <a:pt x="101401" y="475496"/>
                    <a:pt x="101368" y="475496"/>
                    <a:pt x="101368" y="475530"/>
                  </a:cubicBezTo>
                  <a:cubicBezTo>
                    <a:pt x="101469" y="475429"/>
                    <a:pt x="101637" y="475261"/>
                    <a:pt x="101940" y="474958"/>
                  </a:cubicBezTo>
                  <a:cubicBezTo>
                    <a:pt x="103522" y="473377"/>
                    <a:pt x="105137" y="471493"/>
                    <a:pt x="105574" y="471056"/>
                  </a:cubicBezTo>
                  <a:cubicBezTo>
                    <a:pt x="106012" y="470618"/>
                    <a:pt x="107156" y="469744"/>
                    <a:pt x="107156" y="469744"/>
                  </a:cubicBezTo>
                  <a:cubicBezTo>
                    <a:pt x="107156" y="469744"/>
                    <a:pt x="108300" y="468936"/>
                    <a:pt x="108166" y="467389"/>
                  </a:cubicBezTo>
                  <a:cubicBezTo>
                    <a:pt x="108031" y="465842"/>
                    <a:pt x="107762" y="462377"/>
                    <a:pt x="108166" y="460930"/>
                  </a:cubicBezTo>
                  <a:cubicBezTo>
                    <a:pt x="108570" y="459484"/>
                    <a:pt x="109310" y="458912"/>
                    <a:pt x="109748" y="458609"/>
                  </a:cubicBezTo>
                  <a:cubicBezTo>
                    <a:pt x="110185" y="458306"/>
                    <a:pt x="114964" y="454135"/>
                    <a:pt x="114964" y="454135"/>
                  </a:cubicBezTo>
                  <a:lnTo>
                    <a:pt x="119743" y="452386"/>
                  </a:lnTo>
                  <a:lnTo>
                    <a:pt x="122065" y="453395"/>
                  </a:lnTo>
                  <a:lnTo>
                    <a:pt x="130613" y="456591"/>
                  </a:lnTo>
                  <a:lnTo>
                    <a:pt x="130613" y="463251"/>
                  </a:lnTo>
                  <a:cubicBezTo>
                    <a:pt x="130613" y="463251"/>
                    <a:pt x="131185" y="467322"/>
                    <a:pt x="131488" y="467759"/>
                  </a:cubicBezTo>
                  <a:cubicBezTo>
                    <a:pt x="131758" y="468196"/>
                    <a:pt x="133373" y="470955"/>
                    <a:pt x="133945" y="470955"/>
                  </a:cubicBezTo>
                  <a:cubicBezTo>
                    <a:pt x="134517" y="470955"/>
                    <a:pt x="139465" y="468499"/>
                    <a:pt x="139465" y="468499"/>
                  </a:cubicBezTo>
                  <a:lnTo>
                    <a:pt x="140609" y="466918"/>
                  </a:lnTo>
                  <a:lnTo>
                    <a:pt x="142494" y="466784"/>
                  </a:lnTo>
                  <a:lnTo>
                    <a:pt x="145960" y="468230"/>
                  </a:lnTo>
                  <a:cubicBezTo>
                    <a:pt x="145960" y="468230"/>
                    <a:pt x="147104" y="469677"/>
                    <a:pt x="147272" y="470114"/>
                  </a:cubicBezTo>
                  <a:cubicBezTo>
                    <a:pt x="147407" y="470551"/>
                    <a:pt x="148013" y="471998"/>
                    <a:pt x="148450" y="472570"/>
                  </a:cubicBezTo>
                  <a:cubicBezTo>
                    <a:pt x="148888" y="473141"/>
                    <a:pt x="149157" y="474891"/>
                    <a:pt x="150335" y="475160"/>
                  </a:cubicBezTo>
                  <a:cubicBezTo>
                    <a:pt x="151513" y="475462"/>
                    <a:pt x="153532" y="474857"/>
                    <a:pt x="153532" y="474857"/>
                  </a:cubicBezTo>
                  <a:cubicBezTo>
                    <a:pt x="153532" y="474857"/>
                    <a:pt x="154979" y="473545"/>
                    <a:pt x="155249" y="472536"/>
                  </a:cubicBezTo>
                  <a:cubicBezTo>
                    <a:pt x="155552" y="471527"/>
                    <a:pt x="156124" y="468028"/>
                    <a:pt x="156124" y="467625"/>
                  </a:cubicBezTo>
                  <a:cubicBezTo>
                    <a:pt x="156124" y="467187"/>
                    <a:pt x="157571" y="465606"/>
                    <a:pt x="157571" y="465169"/>
                  </a:cubicBezTo>
                  <a:cubicBezTo>
                    <a:pt x="157571" y="464731"/>
                    <a:pt x="158143" y="463150"/>
                    <a:pt x="158446" y="461973"/>
                  </a:cubicBezTo>
                  <a:cubicBezTo>
                    <a:pt x="158749" y="460829"/>
                    <a:pt x="159455" y="459652"/>
                    <a:pt x="160027" y="459215"/>
                  </a:cubicBezTo>
                  <a:cubicBezTo>
                    <a:pt x="160600" y="458777"/>
                    <a:pt x="161206" y="457768"/>
                    <a:pt x="161778" y="457465"/>
                  </a:cubicBezTo>
                  <a:cubicBezTo>
                    <a:pt x="162350" y="457163"/>
                    <a:pt x="163225" y="456288"/>
                    <a:pt x="163965" y="456019"/>
                  </a:cubicBezTo>
                  <a:cubicBezTo>
                    <a:pt x="164706" y="455716"/>
                    <a:pt x="164975" y="455716"/>
                    <a:pt x="165850" y="455010"/>
                  </a:cubicBezTo>
                  <a:cubicBezTo>
                    <a:pt x="166725" y="454270"/>
                    <a:pt x="166859" y="452554"/>
                    <a:pt x="168172" y="452386"/>
                  </a:cubicBezTo>
                  <a:cubicBezTo>
                    <a:pt x="169484" y="452251"/>
                    <a:pt x="171235" y="450939"/>
                    <a:pt x="171807" y="450367"/>
                  </a:cubicBezTo>
                  <a:cubicBezTo>
                    <a:pt x="172379" y="449795"/>
                    <a:pt x="175138" y="448214"/>
                    <a:pt x="175273" y="447340"/>
                  </a:cubicBezTo>
                  <a:cubicBezTo>
                    <a:pt x="175408" y="446465"/>
                    <a:pt x="176586" y="445759"/>
                    <a:pt x="176720" y="443875"/>
                  </a:cubicBezTo>
                  <a:cubicBezTo>
                    <a:pt x="176855" y="441991"/>
                    <a:pt x="177595" y="439098"/>
                    <a:pt x="177595" y="439098"/>
                  </a:cubicBezTo>
                  <a:lnTo>
                    <a:pt x="185571" y="438156"/>
                  </a:lnTo>
                  <a:lnTo>
                    <a:pt x="189206" y="436340"/>
                  </a:lnTo>
                  <a:lnTo>
                    <a:pt x="192403" y="436340"/>
                  </a:lnTo>
                  <a:lnTo>
                    <a:pt x="194423" y="437786"/>
                  </a:lnTo>
                  <a:cubicBezTo>
                    <a:pt x="194423" y="437786"/>
                    <a:pt x="199201" y="443000"/>
                    <a:pt x="199774" y="443135"/>
                  </a:cubicBezTo>
                  <a:cubicBezTo>
                    <a:pt x="200346" y="443269"/>
                    <a:pt x="201524" y="444010"/>
                    <a:pt x="201961" y="444144"/>
                  </a:cubicBezTo>
                  <a:cubicBezTo>
                    <a:pt x="202399" y="444279"/>
                    <a:pt x="206606" y="444010"/>
                    <a:pt x="207750" y="443841"/>
                  </a:cubicBezTo>
                  <a:cubicBezTo>
                    <a:pt x="208894" y="443707"/>
                    <a:pt x="210509" y="442260"/>
                    <a:pt x="210947" y="441823"/>
                  </a:cubicBezTo>
                  <a:cubicBezTo>
                    <a:pt x="211384" y="441386"/>
                    <a:pt x="212562" y="440242"/>
                    <a:pt x="212697" y="439636"/>
                  </a:cubicBezTo>
                  <a:cubicBezTo>
                    <a:pt x="212832" y="439064"/>
                    <a:pt x="213135" y="438896"/>
                    <a:pt x="213404" y="437618"/>
                  </a:cubicBezTo>
                  <a:cubicBezTo>
                    <a:pt x="213707" y="436306"/>
                    <a:pt x="214582" y="435431"/>
                    <a:pt x="214582" y="434288"/>
                  </a:cubicBezTo>
                  <a:cubicBezTo>
                    <a:pt x="214582" y="433144"/>
                    <a:pt x="215288" y="432707"/>
                    <a:pt x="215894" y="431832"/>
                  </a:cubicBezTo>
                  <a:cubicBezTo>
                    <a:pt x="216466" y="430957"/>
                    <a:pt x="215759" y="431092"/>
                    <a:pt x="216466" y="430957"/>
                  </a:cubicBezTo>
                  <a:cubicBezTo>
                    <a:pt x="217173" y="430823"/>
                    <a:pt x="217476" y="429074"/>
                    <a:pt x="218485" y="429645"/>
                  </a:cubicBezTo>
                  <a:cubicBezTo>
                    <a:pt x="219495" y="430217"/>
                    <a:pt x="221380" y="432101"/>
                    <a:pt x="221380" y="432101"/>
                  </a:cubicBezTo>
                  <a:cubicBezTo>
                    <a:pt x="221380" y="432101"/>
                    <a:pt x="223567" y="433850"/>
                    <a:pt x="224409" y="434119"/>
                  </a:cubicBezTo>
                  <a:cubicBezTo>
                    <a:pt x="225284" y="434422"/>
                    <a:pt x="226596" y="436138"/>
                    <a:pt x="226596" y="436138"/>
                  </a:cubicBezTo>
                  <a:lnTo>
                    <a:pt x="232553" y="438594"/>
                  </a:lnTo>
                  <a:cubicBezTo>
                    <a:pt x="232553" y="438594"/>
                    <a:pt x="235885" y="439031"/>
                    <a:pt x="236154" y="438459"/>
                  </a:cubicBezTo>
                  <a:cubicBezTo>
                    <a:pt x="236457" y="437887"/>
                    <a:pt x="237298" y="436878"/>
                    <a:pt x="237904" y="436710"/>
                  </a:cubicBezTo>
                  <a:cubicBezTo>
                    <a:pt x="238476" y="436575"/>
                    <a:pt x="241674" y="435835"/>
                    <a:pt x="241674" y="435835"/>
                  </a:cubicBezTo>
                  <a:cubicBezTo>
                    <a:pt x="241674" y="435835"/>
                    <a:pt x="243558" y="438022"/>
                    <a:pt x="244736" y="438459"/>
                  </a:cubicBezTo>
                  <a:cubicBezTo>
                    <a:pt x="245880" y="438896"/>
                    <a:pt x="246688" y="441352"/>
                    <a:pt x="247395" y="441487"/>
                  </a:cubicBezTo>
                  <a:cubicBezTo>
                    <a:pt x="248102" y="441621"/>
                    <a:pt x="248909" y="443673"/>
                    <a:pt x="248909" y="443673"/>
                  </a:cubicBezTo>
                  <a:lnTo>
                    <a:pt x="248909" y="447575"/>
                  </a:lnTo>
                  <a:lnTo>
                    <a:pt x="248034" y="451780"/>
                  </a:lnTo>
                  <a:cubicBezTo>
                    <a:pt x="248034" y="451780"/>
                    <a:pt x="247294" y="453967"/>
                    <a:pt x="247159" y="454808"/>
                  </a:cubicBezTo>
                  <a:cubicBezTo>
                    <a:pt x="247025" y="455682"/>
                    <a:pt x="247294" y="457129"/>
                    <a:pt x="247462" y="457566"/>
                  </a:cubicBezTo>
                  <a:cubicBezTo>
                    <a:pt x="247597" y="458004"/>
                    <a:pt x="247597" y="460022"/>
                    <a:pt x="247900" y="460594"/>
                  </a:cubicBezTo>
                  <a:cubicBezTo>
                    <a:pt x="248169" y="461166"/>
                    <a:pt x="248169" y="461300"/>
                    <a:pt x="248169" y="462040"/>
                  </a:cubicBezTo>
                  <a:cubicBezTo>
                    <a:pt x="248169" y="462780"/>
                    <a:pt x="246587" y="464227"/>
                    <a:pt x="246015" y="465102"/>
                  </a:cubicBezTo>
                  <a:cubicBezTo>
                    <a:pt x="245443" y="465976"/>
                    <a:pt x="245578" y="466111"/>
                    <a:pt x="245005" y="467120"/>
                  </a:cubicBezTo>
                  <a:cubicBezTo>
                    <a:pt x="244433" y="468129"/>
                    <a:pt x="243424" y="469441"/>
                    <a:pt x="242986" y="470013"/>
                  </a:cubicBezTo>
                  <a:cubicBezTo>
                    <a:pt x="242549" y="470585"/>
                    <a:pt x="241404" y="474353"/>
                    <a:pt x="241404" y="474353"/>
                  </a:cubicBezTo>
                  <a:lnTo>
                    <a:pt x="241674" y="477985"/>
                  </a:lnTo>
                  <a:lnTo>
                    <a:pt x="242818" y="479735"/>
                  </a:lnTo>
                  <a:cubicBezTo>
                    <a:pt x="242818" y="479735"/>
                    <a:pt x="243693" y="481753"/>
                    <a:pt x="244265" y="481921"/>
                  </a:cubicBezTo>
                  <a:cubicBezTo>
                    <a:pt x="244837" y="482056"/>
                    <a:pt x="245712" y="484377"/>
                    <a:pt x="246150" y="484545"/>
                  </a:cubicBezTo>
                  <a:cubicBezTo>
                    <a:pt x="246587" y="484680"/>
                    <a:pt x="247462" y="485689"/>
                    <a:pt x="248909" y="485420"/>
                  </a:cubicBezTo>
                  <a:cubicBezTo>
                    <a:pt x="250356" y="485117"/>
                    <a:pt x="252106" y="484276"/>
                    <a:pt x="252106" y="484276"/>
                  </a:cubicBezTo>
                  <a:cubicBezTo>
                    <a:pt x="252106" y="484276"/>
                    <a:pt x="253554" y="483973"/>
                    <a:pt x="254126" y="483839"/>
                  </a:cubicBezTo>
                  <a:cubicBezTo>
                    <a:pt x="254698" y="483704"/>
                    <a:pt x="258030" y="483402"/>
                    <a:pt x="258030" y="483402"/>
                  </a:cubicBezTo>
                  <a:cubicBezTo>
                    <a:pt x="258030" y="483402"/>
                    <a:pt x="259780" y="483536"/>
                    <a:pt x="260352" y="483536"/>
                  </a:cubicBezTo>
                  <a:cubicBezTo>
                    <a:pt x="260924" y="483536"/>
                    <a:pt x="262539" y="483402"/>
                    <a:pt x="263112" y="483536"/>
                  </a:cubicBezTo>
                  <a:cubicBezTo>
                    <a:pt x="263684" y="483671"/>
                    <a:pt x="265434" y="484108"/>
                    <a:pt x="265434" y="484108"/>
                  </a:cubicBezTo>
                  <a:cubicBezTo>
                    <a:pt x="265434" y="484108"/>
                    <a:pt x="267251" y="485117"/>
                    <a:pt x="267823" y="485252"/>
                  </a:cubicBezTo>
                  <a:cubicBezTo>
                    <a:pt x="268395" y="485386"/>
                    <a:pt x="269775" y="486429"/>
                    <a:pt x="269775" y="487001"/>
                  </a:cubicBezTo>
                  <a:cubicBezTo>
                    <a:pt x="269775" y="487573"/>
                    <a:pt x="269775" y="491071"/>
                    <a:pt x="269775" y="491071"/>
                  </a:cubicBezTo>
                  <a:lnTo>
                    <a:pt x="267318" y="493695"/>
                  </a:lnTo>
                  <a:lnTo>
                    <a:pt x="265871" y="495882"/>
                  </a:lnTo>
                  <a:lnTo>
                    <a:pt x="264256" y="496588"/>
                  </a:lnTo>
                  <a:lnTo>
                    <a:pt x="262674" y="497328"/>
                  </a:lnTo>
                  <a:lnTo>
                    <a:pt x="260352" y="498909"/>
                  </a:lnTo>
                  <a:lnTo>
                    <a:pt x="258467" y="500928"/>
                  </a:lnTo>
                  <a:cubicBezTo>
                    <a:pt x="258467" y="500928"/>
                    <a:pt x="256885" y="503114"/>
                    <a:pt x="256717" y="503552"/>
                  </a:cubicBezTo>
                  <a:cubicBezTo>
                    <a:pt x="256583" y="503989"/>
                    <a:pt x="254530" y="506579"/>
                    <a:pt x="254530" y="506579"/>
                  </a:cubicBezTo>
                  <a:lnTo>
                    <a:pt x="254092" y="510347"/>
                  </a:lnTo>
                  <a:lnTo>
                    <a:pt x="253520" y="514686"/>
                  </a:lnTo>
                  <a:lnTo>
                    <a:pt x="256414" y="525417"/>
                  </a:lnTo>
                  <a:lnTo>
                    <a:pt x="255707" y="530934"/>
                  </a:lnTo>
                  <a:lnTo>
                    <a:pt x="254698" y="535577"/>
                  </a:lnTo>
                  <a:lnTo>
                    <a:pt x="254126" y="537158"/>
                  </a:lnTo>
                  <a:cubicBezTo>
                    <a:pt x="254126" y="537158"/>
                    <a:pt x="252981" y="539041"/>
                    <a:pt x="252544" y="539176"/>
                  </a:cubicBezTo>
                  <a:cubicBezTo>
                    <a:pt x="252106" y="539311"/>
                    <a:pt x="249650" y="540757"/>
                    <a:pt x="249650" y="540757"/>
                  </a:cubicBezTo>
                  <a:lnTo>
                    <a:pt x="247462" y="541329"/>
                  </a:lnTo>
                  <a:cubicBezTo>
                    <a:pt x="247462" y="541329"/>
                    <a:pt x="246452" y="542338"/>
                    <a:pt x="245578" y="543213"/>
                  </a:cubicBezTo>
                  <a:cubicBezTo>
                    <a:pt x="244703" y="544087"/>
                    <a:pt x="243827" y="545097"/>
                    <a:pt x="243121" y="545534"/>
                  </a:cubicBezTo>
                  <a:cubicBezTo>
                    <a:pt x="242414" y="545971"/>
                    <a:pt x="239486" y="546980"/>
                    <a:pt x="239217" y="547418"/>
                  </a:cubicBezTo>
                  <a:cubicBezTo>
                    <a:pt x="238914" y="547855"/>
                    <a:pt x="238914" y="547855"/>
                    <a:pt x="238914" y="547855"/>
                  </a:cubicBezTo>
                  <a:lnTo>
                    <a:pt x="237029" y="550883"/>
                  </a:lnTo>
                  <a:lnTo>
                    <a:pt x="236726" y="552767"/>
                  </a:lnTo>
                  <a:cubicBezTo>
                    <a:pt x="236726" y="552767"/>
                    <a:pt x="236726" y="554953"/>
                    <a:pt x="236592" y="555357"/>
                  </a:cubicBezTo>
                  <a:cubicBezTo>
                    <a:pt x="236457" y="555794"/>
                    <a:pt x="236726" y="557812"/>
                    <a:pt x="236726" y="557812"/>
                  </a:cubicBezTo>
                  <a:lnTo>
                    <a:pt x="230938" y="559696"/>
                  </a:lnTo>
                  <a:cubicBezTo>
                    <a:pt x="230938" y="559696"/>
                    <a:pt x="231072" y="560268"/>
                    <a:pt x="229625" y="560840"/>
                  </a:cubicBezTo>
                  <a:cubicBezTo>
                    <a:pt x="228178" y="561412"/>
                    <a:pt x="226293" y="562858"/>
                    <a:pt x="225553" y="563598"/>
                  </a:cubicBezTo>
                  <a:cubicBezTo>
                    <a:pt x="224813" y="564339"/>
                    <a:pt x="224813" y="566794"/>
                    <a:pt x="224409" y="566929"/>
                  </a:cubicBezTo>
                  <a:cubicBezTo>
                    <a:pt x="223971" y="567063"/>
                    <a:pt x="223971" y="567063"/>
                    <a:pt x="223971" y="567063"/>
                  </a:cubicBezTo>
                  <a:lnTo>
                    <a:pt x="218889" y="573287"/>
                  </a:lnTo>
                  <a:lnTo>
                    <a:pt x="218587" y="577626"/>
                  </a:lnTo>
                  <a:lnTo>
                    <a:pt x="218721" y="581528"/>
                  </a:lnTo>
                  <a:cubicBezTo>
                    <a:pt x="218721" y="581528"/>
                    <a:pt x="219024" y="583715"/>
                    <a:pt x="219159" y="584556"/>
                  </a:cubicBezTo>
                  <a:cubicBezTo>
                    <a:pt x="219293" y="585430"/>
                    <a:pt x="219293" y="588458"/>
                    <a:pt x="219293" y="588458"/>
                  </a:cubicBezTo>
                  <a:cubicBezTo>
                    <a:pt x="219293" y="588458"/>
                    <a:pt x="218856" y="590342"/>
                    <a:pt x="220168" y="591923"/>
                  </a:cubicBezTo>
                  <a:cubicBezTo>
                    <a:pt x="221481" y="593504"/>
                    <a:pt x="221178" y="594379"/>
                    <a:pt x="223063" y="595253"/>
                  </a:cubicBezTo>
                  <a:cubicBezTo>
                    <a:pt x="224947" y="596128"/>
                    <a:pt x="226967" y="597272"/>
                    <a:pt x="228414" y="597272"/>
                  </a:cubicBezTo>
                  <a:cubicBezTo>
                    <a:pt x="229861" y="597272"/>
                    <a:pt x="232318" y="598718"/>
                    <a:pt x="233630" y="596094"/>
                  </a:cubicBezTo>
                  <a:cubicBezTo>
                    <a:pt x="234943" y="593504"/>
                    <a:pt x="235952" y="592192"/>
                    <a:pt x="235952" y="591620"/>
                  </a:cubicBezTo>
                  <a:cubicBezTo>
                    <a:pt x="235952" y="591048"/>
                    <a:pt x="236525" y="591183"/>
                    <a:pt x="236087" y="589030"/>
                  </a:cubicBezTo>
                  <a:cubicBezTo>
                    <a:pt x="235649" y="586843"/>
                    <a:pt x="234505" y="587146"/>
                    <a:pt x="235952" y="584119"/>
                  </a:cubicBezTo>
                  <a:cubicBezTo>
                    <a:pt x="237399" y="581091"/>
                    <a:pt x="238577" y="581091"/>
                    <a:pt x="238577" y="581091"/>
                  </a:cubicBezTo>
                  <a:lnTo>
                    <a:pt x="241472" y="579342"/>
                  </a:lnTo>
                  <a:cubicBezTo>
                    <a:pt x="241472" y="579342"/>
                    <a:pt x="244097" y="578467"/>
                    <a:pt x="244938" y="577155"/>
                  </a:cubicBezTo>
                  <a:cubicBezTo>
                    <a:pt x="245813" y="575843"/>
                    <a:pt x="245948" y="576146"/>
                    <a:pt x="247092" y="574699"/>
                  </a:cubicBezTo>
                  <a:cubicBezTo>
                    <a:pt x="248236" y="573253"/>
                    <a:pt x="247227" y="574397"/>
                    <a:pt x="248236" y="573522"/>
                  </a:cubicBezTo>
                  <a:cubicBezTo>
                    <a:pt x="249246" y="572647"/>
                    <a:pt x="250424" y="571773"/>
                    <a:pt x="250424" y="571773"/>
                  </a:cubicBezTo>
                  <a:lnTo>
                    <a:pt x="253183" y="571773"/>
                  </a:lnTo>
                  <a:cubicBezTo>
                    <a:pt x="253183" y="571773"/>
                    <a:pt x="256078" y="571033"/>
                    <a:pt x="256650" y="571033"/>
                  </a:cubicBezTo>
                  <a:cubicBezTo>
                    <a:pt x="257222" y="571033"/>
                    <a:pt x="260991" y="571605"/>
                    <a:pt x="260991" y="571605"/>
                  </a:cubicBezTo>
                  <a:lnTo>
                    <a:pt x="264895" y="572748"/>
                  </a:lnTo>
                  <a:lnTo>
                    <a:pt x="266645" y="573623"/>
                  </a:lnTo>
                  <a:lnTo>
                    <a:pt x="267958" y="578131"/>
                  </a:lnTo>
                  <a:lnTo>
                    <a:pt x="267958" y="581327"/>
                  </a:lnTo>
                  <a:lnTo>
                    <a:pt x="268530" y="585094"/>
                  </a:lnTo>
                  <a:lnTo>
                    <a:pt x="267958" y="591048"/>
                  </a:lnTo>
                  <a:cubicBezTo>
                    <a:pt x="267958" y="591048"/>
                    <a:pt x="268092" y="592798"/>
                    <a:pt x="267958" y="593672"/>
                  </a:cubicBezTo>
                  <a:cubicBezTo>
                    <a:pt x="267823" y="594547"/>
                    <a:pt x="267823" y="596868"/>
                    <a:pt x="267823" y="596868"/>
                  </a:cubicBezTo>
                  <a:cubicBezTo>
                    <a:pt x="267823" y="596868"/>
                    <a:pt x="268395" y="598752"/>
                    <a:pt x="267958" y="600198"/>
                  </a:cubicBezTo>
                  <a:cubicBezTo>
                    <a:pt x="267520" y="601645"/>
                    <a:pt x="267520" y="603394"/>
                    <a:pt x="267520" y="604706"/>
                  </a:cubicBezTo>
                  <a:cubicBezTo>
                    <a:pt x="267520" y="606018"/>
                    <a:pt x="267655" y="610189"/>
                    <a:pt x="267386" y="610627"/>
                  </a:cubicBezTo>
                  <a:cubicBezTo>
                    <a:pt x="267083" y="611064"/>
                    <a:pt x="266948" y="612813"/>
                    <a:pt x="266948" y="613385"/>
                  </a:cubicBezTo>
                  <a:cubicBezTo>
                    <a:pt x="266948" y="613957"/>
                    <a:pt x="266511" y="614966"/>
                    <a:pt x="267823" y="615841"/>
                  </a:cubicBezTo>
                  <a:cubicBezTo>
                    <a:pt x="269136" y="616715"/>
                    <a:pt x="270280" y="617422"/>
                    <a:pt x="271593" y="618162"/>
                  </a:cubicBezTo>
                  <a:cubicBezTo>
                    <a:pt x="272905" y="618868"/>
                    <a:pt x="275665" y="619911"/>
                    <a:pt x="275934" y="620348"/>
                  </a:cubicBezTo>
                  <a:cubicBezTo>
                    <a:pt x="276203" y="620786"/>
                    <a:pt x="276506" y="621089"/>
                    <a:pt x="277516" y="621223"/>
                  </a:cubicBezTo>
                  <a:cubicBezTo>
                    <a:pt x="278525" y="621358"/>
                    <a:pt x="278525" y="622670"/>
                    <a:pt x="280982" y="621223"/>
                  </a:cubicBezTo>
                  <a:cubicBezTo>
                    <a:pt x="283439" y="619777"/>
                    <a:pt x="284314" y="618599"/>
                    <a:pt x="286198" y="617455"/>
                  </a:cubicBezTo>
                  <a:cubicBezTo>
                    <a:pt x="288083" y="616312"/>
                    <a:pt x="288521" y="616581"/>
                    <a:pt x="290103" y="615875"/>
                  </a:cubicBezTo>
                  <a:cubicBezTo>
                    <a:pt x="291684" y="615168"/>
                    <a:pt x="291853" y="613419"/>
                    <a:pt x="294007" y="612847"/>
                  </a:cubicBezTo>
                  <a:cubicBezTo>
                    <a:pt x="296194" y="612275"/>
                    <a:pt x="298079" y="611838"/>
                    <a:pt x="298651" y="611266"/>
                  </a:cubicBezTo>
                  <a:cubicBezTo>
                    <a:pt x="299223" y="610694"/>
                    <a:pt x="301276" y="610122"/>
                    <a:pt x="302285" y="610257"/>
                  </a:cubicBezTo>
                  <a:cubicBezTo>
                    <a:pt x="303295" y="610391"/>
                    <a:pt x="305617" y="610257"/>
                    <a:pt x="305617" y="610257"/>
                  </a:cubicBezTo>
                  <a:cubicBezTo>
                    <a:pt x="305617" y="610257"/>
                    <a:pt x="308646" y="610391"/>
                    <a:pt x="309252" y="610391"/>
                  </a:cubicBezTo>
                  <a:cubicBezTo>
                    <a:pt x="309824" y="610391"/>
                    <a:pt x="312449" y="610391"/>
                    <a:pt x="313459" y="610694"/>
                  </a:cubicBezTo>
                  <a:cubicBezTo>
                    <a:pt x="314468" y="610997"/>
                    <a:pt x="316656" y="611703"/>
                    <a:pt x="318103" y="611703"/>
                  </a:cubicBezTo>
                  <a:cubicBezTo>
                    <a:pt x="319550" y="611703"/>
                    <a:pt x="321300" y="611400"/>
                    <a:pt x="322747" y="611131"/>
                  </a:cubicBezTo>
                  <a:cubicBezTo>
                    <a:pt x="324195" y="610829"/>
                    <a:pt x="326517" y="610559"/>
                    <a:pt x="326517" y="610559"/>
                  </a:cubicBezTo>
                  <a:lnTo>
                    <a:pt x="329848" y="611299"/>
                  </a:lnTo>
                  <a:lnTo>
                    <a:pt x="332877" y="609718"/>
                  </a:lnTo>
                  <a:lnTo>
                    <a:pt x="336781" y="607532"/>
                  </a:lnTo>
                  <a:lnTo>
                    <a:pt x="339541" y="606657"/>
                  </a:lnTo>
                  <a:lnTo>
                    <a:pt x="341863" y="606657"/>
                  </a:lnTo>
                  <a:lnTo>
                    <a:pt x="342301" y="604504"/>
                  </a:lnTo>
                  <a:lnTo>
                    <a:pt x="343445" y="603192"/>
                  </a:lnTo>
                  <a:lnTo>
                    <a:pt x="343580" y="601746"/>
                  </a:lnTo>
                  <a:lnTo>
                    <a:pt x="343714" y="599559"/>
                  </a:lnTo>
                  <a:lnTo>
                    <a:pt x="342267" y="596363"/>
                  </a:lnTo>
                  <a:lnTo>
                    <a:pt x="338498" y="593773"/>
                  </a:lnTo>
                  <a:lnTo>
                    <a:pt x="337354" y="591889"/>
                  </a:lnTo>
                  <a:lnTo>
                    <a:pt x="338363" y="589131"/>
                  </a:lnTo>
                  <a:lnTo>
                    <a:pt x="340248" y="587987"/>
                  </a:lnTo>
                  <a:lnTo>
                    <a:pt x="340955" y="585397"/>
                  </a:lnTo>
                  <a:lnTo>
                    <a:pt x="340955" y="583210"/>
                  </a:lnTo>
                  <a:lnTo>
                    <a:pt x="340955" y="580452"/>
                  </a:lnTo>
                  <a:lnTo>
                    <a:pt x="340955" y="577996"/>
                  </a:lnTo>
                  <a:lnTo>
                    <a:pt x="340517" y="572917"/>
                  </a:lnTo>
                  <a:lnTo>
                    <a:pt x="338363" y="571335"/>
                  </a:lnTo>
                  <a:lnTo>
                    <a:pt x="339070" y="569754"/>
                  </a:lnTo>
                  <a:lnTo>
                    <a:pt x="340652" y="568880"/>
                  </a:lnTo>
                  <a:lnTo>
                    <a:pt x="344724" y="567803"/>
                  </a:lnTo>
                  <a:lnTo>
                    <a:pt x="346609" y="566727"/>
                  </a:lnTo>
                  <a:lnTo>
                    <a:pt x="353979" y="566727"/>
                  </a:lnTo>
                  <a:lnTo>
                    <a:pt x="362662" y="566727"/>
                  </a:lnTo>
                  <a:lnTo>
                    <a:pt x="363537" y="568039"/>
                  </a:lnTo>
                  <a:cubicBezTo>
                    <a:pt x="363537" y="568039"/>
                    <a:pt x="368585" y="568173"/>
                    <a:pt x="369191" y="568039"/>
                  </a:cubicBezTo>
                  <a:cubicBezTo>
                    <a:pt x="369763" y="567904"/>
                    <a:pt x="372220" y="566727"/>
                    <a:pt x="372220" y="566727"/>
                  </a:cubicBezTo>
                  <a:lnTo>
                    <a:pt x="373801" y="565146"/>
                  </a:lnTo>
                  <a:lnTo>
                    <a:pt x="379321" y="566727"/>
                  </a:lnTo>
                  <a:lnTo>
                    <a:pt x="383225" y="568476"/>
                  </a:lnTo>
                  <a:lnTo>
                    <a:pt x="390056" y="569788"/>
                  </a:lnTo>
                  <a:lnTo>
                    <a:pt x="396283" y="576011"/>
                  </a:lnTo>
                  <a:lnTo>
                    <a:pt x="400927" y="580654"/>
                  </a:lnTo>
                  <a:lnTo>
                    <a:pt x="404697" y="586440"/>
                  </a:lnTo>
                  <a:lnTo>
                    <a:pt x="409172" y="592831"/>
                  </a:lnTo>
                  <a:lnTo>
                    <a:pt x="414523" y="595455"/>
                  </a:lnTo>
                  <a:cubicBezTo>
                    <a:pt x="414523" y="595455"/>
                    <a:pt x="417855" y="594715"/>
                    <a:pt x="419000" y="594446"/>
                  </a:cubicBezTo>
                  <a:cubicBezTo>
                    <a:pt x="420144" y="594143"/>
                    <a:pt x="422466" y="592428"/>
                    <a:pt x="422466" y="592428"/>
                  </a:cubicBezTo>
                  <a:cubicBezTo>
                    <a:pt x="422466" y="592428"/>
                    <a:pt x="424923" y="592125"/>
                    <a:pt x="425495" y="592125"/>
                  </a:cubicBezTo>
                  <a:cubicBezTo>
                    <a:pt x="426067" y="592125"/>
                    <a:pt x="429567" y="591553"/>
                    <a:pt x="429567" y="591553"/>
                  </a:cubicBezTo>
                  <a:lnTo>
                    <a:pt x="430880" y="589097"/>
                  </a:lnTo>
                  <a:cubicBezTo>
                    <a:pt x="430880" y="589097"/>
                    <a:pt x="431587" y="586204"/>
                    <a:pt x="431183" y="585901"/>
                  </a:cubicBezTo>
                  <a:cubicBezTo>
                    <a:pt x="430745" y="585599"/>
                    <a:pt x="427985" y="581697"/>
                    <a:pt x="427985" y="581697"/>
                  </a:cubicBezTo>
                  <a:cubicBezTo>
                    <a:pt x="427985" y="581697"/>
                    <a:pt x="427548" y="579510"/>
                    <a:pt x="427548" y="579106"/>
                  </a:cubicBezTo>
                  <a:cubicBezTo>
                    <a:pt x="427548" y="578669"/>
                    <a:pt x="427985" y="576920"/>
                    <a:pt x="427985" y="576920"/>
                  </a:cubicBezTo>
                  <a:lnTo>
                    <a:pt x="428726" y="574161"/>
                  </a:lnTo>
                  <a:lnTo>
                    <a:pt x="426706" y="570831"/>
                  </a:lnTo>
                  <a:lnTo>
                    <a:pt x="426135" y="569385"/>
                  </a:lnTo>
                  <a:lnTo>
                    <a:pt x="425259" y="566357"/>
                  </a:lnTo>
                  <a:lnTo>
                    <a:pt x="427144" y="565180"/>
                  </a:lnTo>
                  <a:lnTo>
                    <a:pt x="429029" y="562993"/>
                  </a:lnTo>
                  <a:lnTo>
                    <a:pt x="430173" y="561244"/>
                  </a:lnTo>
                  <a:cubicBezTo>
                    <a:pt x="430173" y="561244"/>
                    <a:pt x="429433" y="559225"/>
                    <a:pt x="428423" y="559057"/>
                  </a:cubicBezTo>
                  <a:cubicBezTo>
                    <a:pt x="427413" y="558922"/>
                    <a:pt x="420447" y="555155"/>
                    <a:pt x="420447" y="555155"/>
                  </a:cubicBezTo>
                  <a:lnTo>
                    <a:pt x="419000" y="553708"/>
                  </a:lnTo>
                  <a:lnTo>
                    <a:pt x="418125" y="550513"/>
                  </a:lnTo>
                  <a:cubicBezTo>
                    <a:pt x="418125" y="550513"/>
                    <a:pt x="420009" y="549503"/>
                    <a:pt x="420447" y="549066"/>
                  </a:cubicBezTo>
                  <a:cubicBezTo>
                    <a:pt x="420884" y="548629"/>
                    <a:pt x="422197" y="547754"/>
                    <a:pt x="423072" y="547754"/>
                  </a:cubicBezTo>
                  <a:cubicBezTo>
                    <a:pt x="423947" y="547754"/>
                    <a:pt x="425529" y="547889"/>
                    <a:pt x="425966" y="547754"/>
                  </a:cubicBezTo>
                  <a:cubicBezTo>
                    <a:pt x="426404" y="547620"/>
                    <a:pt x="429735" y="545736"/>
                    <a:pt x="429735" y="545736"/>
                  </a:cubicBezTo>
                  <a:cubicBezTo>
                    <a:pt x="429735" y="545736"/>
                    <a:pt x="432057" y="544155"/>
                    <a:pt x="432495" y="543986"/>
                  </a:cubicBezTo>
                  <a:cubicBezTo>
                    <a:pt x="432932" y="543852"/>
                    <a:pt x="434077" y="543246"/>
                    <a:pt x="434077" y="543246"/>
                  </a:cubicBezTo>
                  <a:lnTo>
                    <a:pt x="437543" y="541934"/>
                  </a:lnTo>
                  <a:lnTo>
                    <a:pt x="442760" y="536720"/>
                  </a:lnTo>
                  <a:cubicBezTo>
                    <a:pt x="442760" y="536720"/>
                    <a:pt x="444207" y="533525"/>
                    <a:pt x="444207" y="532953"/>
                  </a:cubicBezTo>
                  <a:cubicBezTo>
                    <a:pt x="444207" y="532381"/>
                    <a:pt x="446832" y="526292"/>
                    <a:pt x="446832" y="526292"/>
                  </a:cubicBezTo>
                  <a:cubicBezTo>
                    <a:pt x="446832" y="526292"/>
                    <a:pt x="448851" y="523971"/>
                    <a:pt x="449423" y="523971"/>
                  </a:cubicBezTo>
                  <a:cubicBezTo>
                    <a:pt x="449995" y="523971"/>
                    <a:pt x="453630" y="523836"/>
                    <a:pt x="455649" y="523971"/>
                  </a:cubicBezTo>
                  <a:cubicBezTo>
                    <a:pt x="457669" y="524105"/>
                    <a:pt x="459553" y="523904"/>
                    <a:pt x="459553" y="523904"/>
                  </a:cubicBezTo>
                  <a:cubicBezTo>
                    <a:pt x="459553" y="523904"/>
                    <a:pt x="462010" y="526292"/>
                    <a:pt x="462313" y="526729"/>
                  </a:cubicBezTo>
                  <a:cubicBezTo>
                    <a:pt x="462616" y="527167"/>
                    <a:pt x="464770" y="530632"/>
                    <a:pt x="464770" y="531069"/>
                  </a:cubicBezTo>
                  <a:cubicBezTo>
                    <a:pt x="464770" y="531506"/>
                    <a:pt x="466352" y="534399"/>
                    <a:pt x="466654" y="534837"/>
                  </a:cubicBezTo>
                  <a:cubicBezTo>
                    <a:pt x="466958" y="535274"/>
                    <a:pt x="470424" y="538470"/>
                    <a:pt x="470424" y="538470"/>
                  </a:cubicBezTo>
                  <a:cubicBezTo>
                    <a:pt x="470424" y="538470"/>
                    <a:pt x="475943" y="541060"/>
                    <a:pt x="476381" y="541060"/>
                  </a:cubicBezTo>
                  <a:cubicBezTo>
                    <a:pt x="476818" y="541060"/>
                    <a:pt x="480285" y="541194"/>
                    <a:pt x="481462" y="541497"/>
                  </a:cubicBezTo>
                  <a:cubicBezTo>
                    <a:pt x="482607" y="541800"/>
                    <a:pt x="488261" y="541934"/>
                    <a:pt x="488261" y="541934"/>
                  </a:cubicBezTo>
                  <a:lnTo>
                    <a:pt x="495665" y="543246"/>
                  </a:lnTo>
                  <a:lnTo>
                    <a:pt x="500746" y="541665"/>
                  </a:lnTo>
                  <a:cubicBezTo>
                    <a:pt x="500746" y="541665"/>
                    <a:pt x="504213" y="540656"/>
                    <a:pt x="504819" y="540656"/>
                  </a:cubicBezTo>
                  <a:cubicBezTo>
                    <a:pt x="505391" y="540656"/>
                    <a:pt x="512189" y="540656"/>
                    <a:pt x="512189" y="540656"/>
                  </a:cubicBezTo>
                  <a:cubicBezTo>
                    <a:pt x="512189" y="540656"/>
                    <a:pt x="512627" y="539647"/>
                    <a:pt x="514074" y="539344"/>
                  </a:cubicBezTo>
                  <a:cubicBezTo>
                    <a:pt x="515521" y="539041"/>
                    <a:pt x="517406" y="536889"/>
                    <a:pt x="517843" y="536754"/>
                  </a:cubicBezTo>
                  <a:cubicBezTo>
                    <a:pt x="518281" y="536619"/>
                    <a:pt x="521175" y="534870"/>
                    <a:pt x="521175" y="534870"/>
                  </a:cubicBezTo>
                  <a:cubicBezTo>
                    <a:pt x="521175" y="534870"/>
                    <a:pt x="522050" y="533726"/>
                    <a:pt x="522757" y="533121"/>
                  </a:cubicBezTo>
                  <a:cubicBezTo>
                    <a:pt x="523497" y="532549"/>
                    <a:pt x="525079" y="530228"/>
                    <a:pt x="525079" y="530228"/>
                  </a:cubicBezTo>
                  <a:lnTo>
                    <a:pt x="526088" y="525586"/>
                  </a:lnTo>
                  <a:lnTo>
                    <a:pt x="524607" y="522356"/>
                  </a:lnTo>
                  <a:close/>
                </a:path>
              </a:pathLst>
            </a:custGeom>
            <a:grpFill/>
            <a:ln w="6350" cap="flat">
              <a:solidFill>
                <a:schemeClr val="bg1"/>
              </a:solidFill>
              <a:prstDash val="solid"/>
              <a:miter/>
            </a:ln>
          </p:spPr>
          <p:txBody>
            <a:bodyPr rtlCol="0" anchor="ctr"/>
            <a:lstStyle/>
            <a:p>
              <a:endParaRPr lang="en-US"/>
            </a:p>
          </p:txBody>
        </p:sp>
        <p:sp>
          <p:nvSpPr>
            <p:cNvPr id="175" name="Freeform 892">
              <a:extLst>
                <a:ext uri="{FF2B5EF4-FFF2-40B4-BE49-F238E27FC236}">
                  <a16:creationId xmlns:a16="http://schemas.microsoft.com/office/drawing/2014/main" id="{634B8909-1E6B-0CB5-6F0B-D508C0EF79A3}"/>
                </a:ext>
              </a:extLst>
            </p:cNvPr>
            <p:cNvSpPr/>
            <p:nvPr/>
          </p:nvSpPr>
          <p:spPr>
            <a:xfrm>
              <a:off x="7665171" y="2926925"/>
              <a:ext cx="397556" cy="249384"/>
            </a:xfrm>
            <a:custGeom>
              <a:avLst/>
              <a:gdLst>
                <a:gd name="connsiteX0" fmla="*/ 761719 w 763267"/>
                <a:gd name="connsiteY0" fmla="*/ 373164 h 478792"/>
                <a:gd name="connsiteX1" fmla="*/ 756200 w 763267"/>
                <a:gd name="connsiteY1" fmla="*/ 364755 h 478792"/>
                <a:gd name="connsiteX2" fmla="*/ 755897 w 763267"/>
                <a:gd name="connsiteY2" fmla="*/ 359238 h 478792"/>
                <a:gd name="connsiteX3" fmla="*/ 756200 w 763267"/>
                <a:gd name="connsiteY3" fmla="*/ 353721 h 478792"/>
                <a:gd name="connsiteX4" fmla="*/ 755897 w 763267"/>
                <a:gd name="connsiteY4" fmla="*/ 348809 h 478792"/>
                <a:gd name="connsiteX5" fmla="*/ 754450 w 763267"/>
                <a:gd name="connsiteY5" fmla="*/ 343595 h 478792"/>
                <a:gd name="connsiteX6" fmla="*/ 752128 w 763267"/>
                <a:gd name="connsiteY6" fmla="*/ 337237 h 478792"/>
                <a:gd name="connsiteX7" fmla="*/ 750377 w 763267"/>
                <a:gd name="connsiteY7" fmla="*/ 333167 h 478792"/>
                <a:gd name="connsiteX8" fmla="*/ 745733 w 763267"/>
                <a:gd name="connsiteY8" fmla="*/ 325934 h 478792"/>
                <a:gd name="connsiteX9" fmla="*/ 741661 w 763267"/>
                <a:gd name="connsiteY9" fmla="*/ 323310 h 478792"/>
                <a:gd name="connsiteX10" fmla="*/ 736748 w 763267"/>
                <a:gd name="connsiteY10" fmla="*/ 321864 h 478792"/>
                <a:gd name="connsiteX11" fmla="*/ 733853 w 763267"/>
                <a:gd name="connsiteY11" fmla="*/ 318668 h 478792"/>
                <a:gd name="connsiteX12" fmla="*/ 738498 w 763267"/>
                <a:gd name="connsiteY12" fmla="*/ 314598 h 478792"/>
                <a:gd name="connsiteX13" fmla="*/ 736175 w 763267"/>
                <a:gd name="connsiteY13" fmla="*/ 307365 h 478792"/>
                <a:gd name="connsiteX14" fmla="*/ 736175 w 763267"/>
                <a:gd name="connsiteY14" fmla="*/ 302723 h 478792"/>
                <a:gd name="connsiteX15" fmla="*/ 733416 w 763267"/>
                <a:gd name="connsiteY15" fmla="*/ 299258 h 478792"/>
                <a:gd name="connsiteX16" fmla="*/ 730084 w 763267"/>
                <a:gd name="connsiteY16" fmla="*/ 295188 h 478792"/>
                <a:gd name="connsiteX17" fmla="*/ 725742 w 763267"/>
                <a:gd name="connsiteY17" fmla="*/ 289973 h 478792"/>
                <a:gd name="connsiteX18" fmla="*/ 721098 w 763267"/>
                <a:gd name="connsiteY18" fmla="*/ 283885 h 478792"/>
                <a:gd name="connsiteX19" fmla="*/ 721367 w 763267"/>
                <a:gd name="connsiteY19" fmla="*/ 277224 h 478792"/>
                <a:gd name="connsiteX20" fmla="*/ 725136 w 763267"/>
                <a:gd name="connsiteY20" fmla="*/ 274028 h 478792"/>
                <a:gd name="connsiteX21" fmla="*/ 727156 w 763267"/>
                <a:gd name="connsiteY21" fmla="*/ 268242 h 478792"/>
                <a:gd name="connsiteX22" fmla="*/ 727728 w 763267"/>
                <a:gd name="connsiteY22" fmla="*/ 262725 h 478792"/>
                <a:gd name="connsiteX23" fmla="*/ 726584 w 763267"/>
                <a:gd name="connsiteY23" fmla="*/ 257814 h 478792"/>
                <a:gd name="connsiteX24" fmla="*/ 731497 w 763267"/>
                <a:gd name="connsiteY24" fmla="*/ 257814 h 478792"/>
                <a:gd name="connsiteX25" fmla="*/ 735570 w 763267"/>
                <a:gd name="connsiteY25" fmla="*/ 254921 h 478792"/>
                <a:gd name="connsiteX26" fmla="*/ 740483 w 763267"/>
                <a:gd name="connsiteY26" fmla="*/ 250851 h 478792"/>
                <a:gd name="connsiteX27" fmla="*/ 745127 w 763267"/>
                <a:gd name="connsiteY27" fmla="*/ 247386 h 478792"/>
                <a:gd name="connsiteX28" fmla="*/ 746003 w 763267"/>
                <a:gd name="connsiteY28" fmla="*/ 244493 h 478792"/>
                <a:gd name="connsiteX29" fmla="*/ 742233 w 763267"/>
                <a:gd name="connsiteY29" fmla="*/ 242172 h 478792"/>
                <a:gd name="connsiteX30" fmla="*/ 737017 w 763267"/>
                <a:gd name="connsiteY30" fmla="*/ 242172 h 478792"/>
                <a:gd name="connsiteX31" fmla="*/ 735872 w 763267"/>
                <a:gd name="connsiteY31" fmla="*/ 237092 h 478792"/>
                <a:gd name="connsiteX32" fmla="*/ 731800 w 763267"/>
                <a:gd name="connsiteY32" fmla="*/ 231743 h 478792"/>
                <a:gd name="connsiteX33" fmla="*/ 728334 w 763267"/>
                <a:gd name="connsiteY33" fmla="*/ 231743 h 478792"/>
                <a:gd name="connsiteX34" fmla="*/ 722242 w 763267"/>
                <a:gd name="connsiteY34" fmla="*/ 231743 h 478792"/>
                <a:gd name="connsiteX35" fmla="*/ 717901 w 763267"/>
                <a:gd name="connsiteY35" fmla="*/ 228682 h 478792"/>
                <a:gd name="connsiteX36" fmla="*/ 714131 w 763267"/>
                <a:gd name="connsiteY36" fmla="*/ 223031 h 478792"/>
                <a:gd name="connsiteX37" fmla="*/ 707468 w 763267"/>
                <a:gd name="connsiteY37" fmla="*/ 220407 h 478792"/>
                <a:gd name="connsiteX38" fmla="*/ 704843 w 763267"/>
                <a:gd name="connsiteY38" fmla="*/ 222425 h 478792"/>
                <a:gd name="connsiteX39" fmla="*/ 702218 w 763267"/>
                <a:gd name="connsiteY39" fmla="*/ 226496 h 478792"/>
                <a:gd name="connsiteX40" fmla="*/ 699458 w 763267"/>
                <a:gd name="connsiteY40" fmla="*/ 226496 h 478792"/>
                <a:gd name="connsiteX41" fmla="*/ 692660 w 763267"/>
                <a:gd name="connsiteY41" fmla="*/ 222156 h 478792"/>
                <a:gd name="connsiteX42" fmla="*/ 692660 w 763267"/>
                <a:gd name="connsiteY42" fmla="*/ 217245 h 478792"/>
                <a:gd name="connsiteX43" fmla="*/ 690506 w 763267"/>
                <a:gd name="connsiteY43" fmla="*/ 212905 h 478792"/>
                <a:gd name="connsiteX44" fmla="*/ 684852 w 763267"/>
                <a:gd name="connsiteY44" fmla="*/ 207388 h 478792"/>
                <a:gd name="connsiteX45" fmla="*/ 683102 w 763267"/>
                <a:gd name="connsiteY45" fmla="*/ 207388 h 478792"/>
                <a:gd name="connsiteX46" fmla="*/ 676707 w 763267"/>
                <a:gd name="connsiteY46" fmla="*/ 207388 h 478792"/>
                <a:gd name="connsiteX47" fmla="*/ 675833 w 763267"/>
                <a:gd name="connsiteY47" fmla="*/ 202040 h 478792"/>
                <a:gd name="connsiteX48" fmla="*/ 673510 w 763267"/>
                <a:gd name="connsiteY48" fmla="*/ 202510 h 478792"/>
                <a:gd name="connsiteX49" fmla="*/ 671760 w 763267"/>
                <a:gd name="connsiteY49" fmla="*/ 203049 h 478792"/>
                <a:gd name="connsiteX50" fmla="*/ 669270 w 763267"/>
                <a:gd name="connsiteY50" fmla="*/ 202174 h 478792"/>
                <a:gd name="connsiteX51" fmla="*/ 666544 w 763267"/>
                <a:gd name="connsiteY51" fmla="*/ 203251 h 478792"/>
                <a:gd name="connsiteX52" fmla="*/ 663078 w 763267"/>
                <a:gd name="connsiteY52" fmla="*/ 203150 h 478792"/>
                <a:gd name="connsiteX53" fmla="*/ 661429 w 763267"/>
                <a:gd name="connsiteY53" fmla="*/ 201064 h 478792"/>
                <a:gd name="connsiteX54" fmla="*/ 663078 w 763267"/>
                <a:gd name="connsiteY54" fmla="*/ 197801 h 478792"/>
                <a:gd name="connsiteX55" fmla="*/ 663078 w 763267"/>
                <a:gd name="connsiteY55" fmla="*/ 194336 h 478792"/>
                <a:gd name="connsiteX56" fmla="*/ 663078 w 763267"/>
                <a:gd name="connsiteY56" fmla="*/ 192587 h 478792"/>
                <a:gd name="connsiteX57" fmla="*/ 663078 w 763267"/>
                <a:gd name="connsiteY57" fmla="*/ 187373 h 478792"/>
                <a:gd name="connsiteX58" fmla="*/ 663078 w 763267"/>
                <a:gd name="connsiteY58" fmla="*/ 183908 h 478792"/>
                <a:gd name="connsiteX59" fmla="*/ 658601 w 763267"/>
                <a:gd name="connsiteY59" fmla="*/ 181957 h 478792"/>
                <a:gd name="connsiteX60" fmla="*/ 655808 w 763267"/>
                <a:gd name="connsiteY60" fmla="*/ 180880 h 478792"/>
                <a:gd name="connsiteX61" fmla="*/ 653924 w 763267"/>
                <a:gd name="connsiteY61" fmla="*/ 183134 h 478792"/>
                <a:gd name="connsiteX62" fmla="*/ 650659 w 763267"/>
                <a:gd name="connsiteY62" fmla="*/ 190737 h 478792"/>
                <a:gd name="connsiteX63" fmla="*/ 645880 w 763267"/>
                <a:gd name="connsiteY63" fmla="*/ 194067 h 478792"/>
                <a:gd name="connsiteX64" fmla="*/ 639149 w 763267"/>
                <a:gd name="connsiteY64" fmla="*/ 196388 h 478792"/>
                <a:gd name="connsiteX65" fmla="*/ 633630 w 763267"/>
                <a:gd name="connsiteY65" fmla="*/ 197969 h 478792"/>
                <a:gd name="connsiteX66" fmla="*/ 629490 w 763267"/>
                <a:gd name="connsiteY66" fmla="*/ 197969 h 478792"/>
                <a:gd name="connsiteX67" fmla="*/ 623635 w 763267"/>
                <a:gd name="connsiteY67" fmla="*/ 195076 h 478792"/>
                <a:gd name="connsiteX68" fmla="*/ 619428 w 763267"/>
                <a:gd name="connsiteY68" fmla="*/ 192049 h 478792"/>
                <a:gd name="connsiteX69" fmla="*/ 614144 w 763267"/>
                <a:gd name="connsiteY69" fmla="*/ 189795 h 478792"/>
                <a:gd name="connsiteX70" fmla="*/ 610004 w 763267"/>
                <a:gd name="connsiteY70" fmla="*/ 185085 h 478792"/>
                <a:gd name="connsiteX71" fmla="*/ 604047 w 763267"/>
                <a:gd name="connsiteY71" fmla="*/ 184076 h 478792"/>
                <a:gd name="connsiteX72" fmla="*/ 601018 w 763267"/>
                <a:gd name="connsiteY72" fmla="*/ 182394 h 478792"/>
                <a:gd name="connsiteX73" fmla="*/ 600749 w 763267"/>
                <a:gd name="connsiteY73" fmla="*/ 179871 h 478792"/>
                <a:gd name="connsiteX74" fmla="*/ 601759 w 763267"/>
                <a:gd name="connsiteY74" fmla="*/ 177045 h 478792"/>
                <a:gd name="connsiteX75" fmla="*/ 603206 w 763267"/>
                <a:gd name="connsiteY75" fmla="*/ 174590 h 478792"/>
                <a:gd name="connsiteX76" fmla="*/ 603846 w 763267"/>
                <a:gd name="connsiteY76" fmla="*/ 171764 h 478792"/>
                <a:gd name="connsiteX77" fmla="*/ 603846 w 763267"/>
                <a:gd name="connsiteY77" fmla="*/ 169073 h 478792"/>
                <a:gd name="connsiteX78" fmla="*/ 602634 w 763267"/>
                <a:gd name="connsiteY78" fmla="*/ 165305 h 478792"/>
                <a:gd name="connsiteX79" fmla="*/ 600009 w 763267"/>
                <a:gd name="connsiteY79" fmla="*/ 163926 h 478792"/>
                <a:gd name="connsiteX80" fmla="*/ 598057 w 763267"/>
                <a:gd name="connsiteY80" fmla="*/ 162177 h 478792"/>
                <a:gd name="connsiteX81" fmla="*/ 594725 w 763267"/>
                <a:gd name="connsiteY81" fmla="*/ 163758 h 478792"/>
                <a:gd name="connsiteX82" fmla="*/ 589744 w 763267"/>
                <a:gd name="connsiteY82" fmla="*/ 165339 h 478792"/>
                <a:gd name="connsiteX83" fmla="*/ 582004 w 763267"/>
                <a:gd name="connsiteY83" fmla="*/ 166483 h 478792"/>
                <a:gd name="connsiteX84" fmla="*/ 577157 w 763267"/>
                <a:gd name="connsiteY84" fmla="*/ 165473 h 478792"/>
                <a:gd name="connsiteX85" fmla="*/ 574701 w 763267"/>
                <a:gd name="connsiteY85" fmla="*/ 162278 h 478792"/>
                <a:gd name="connsiteX86" fmla="*/ 571369 w 763267"/>
                <a:gd name="connsiteY86" fmla="*/ 158644 h 478792"/>
                <a:gd name="connsiteX87" fmla="*/ 567397 w 763267"/>
                <a:gd name="connsiteY87" fmla="*/ 155179 h 478792"/>
                <a:gd name="connsiteX88" fmla="*/ 564638 w 763267"/>
                <a:gd name="connsiteY88" fmla="*/ 153161 h 478792"/>
                <a:gd name="connsiteX89" fmla="*/ 562888 w 763267"/>
                <a:gd name="connsiteY89" fmla="*/ 152522 h 478792"/>
                <a:gd name="connsiteX90" fmla="*/ 557099 w 763267"/>
                <a:gd name="connsiteY90" fmla="*/ 152589 h 478792"/>
                <a:gd name="connsiteX91" fmla="*/ 555955 w 763267"/>
                <a:gd name="connsiteY91" fmla="*/ 153397 h 478792"/>
                <a:gd name="connsiteX92" fmla="*/ 554272 w 763267"/>
                <a:gd name="connsiteY92" fmla="*/ 155987 h 478792"/>
                <a:gd name="connsiteX93" fmla="*/ 552522 w 763267"/>
                <a:gd name="connsiteY93" fmla="*/ 158880 h 478792"/>
                <a:gd name="connsiteX94" fmla="*/ 550133 w 763267"/>
                <a:gd name="connsiteY94" fmla="*/ 161134 h 478792"/>
                <a:gd name="connsiteX95" fmla="*/ 548753 w 763267"/>
                <a:gd name="connsiteY95" fmla="*/ 162883 h 478792"/>
                <a:gd name="connsiteX96" fmla="*/ 546733 w 763267"/>
                <a:gd name="connsiteY96" fmla="*/ 165339 h 478792"/>
                <a:gd name="connsiteX97" fmla="*/ 545522 w 763267"/>
                <a:gd name="connsiteY97" fmla="*/ 167592 h 478792"/>
                <a:gd name="connsiteX98" fmla="*/ 544950 w 763267"/>
                <a:gd name="connsiteY98" fmla="*/ 170216 h 478792"/>
                <a:gd name="connsiteX99" fmla="*/ 543705 w 763267"/>
                <a:gd name="connsiteY99" fmla="*/ 171528 h 478792"/>
                <a:gd name="connsiteX100" fmla="*/ 542123 w 763267"/>
                <a:gd name="connsiteY100" fmla="*/ 172538 h 478792"/>
                <a:gd name="connsiteX101" fmla="*/ 539666 w 763267"/>
                <a:gd name="connsiteY101" fmla="*/ 171327 h 478792"/>
                <a:gd name="connsiteX102" fmla="*/ 537478 w 763267"/>
                <a:gd name="connsiteY102" fmla="*/ 170250 h 478792"/>
                <a:gd name="connsiteX103" fmla="*/ 536603 w 763267"/>
                <a:gd name="connsiteY103" fmla="*/ 166550 h 478792"/>
                <a:gd name="connsiteX104" fmla="*/ 539666 w 763267"/>
                <a:gd name="connsiteY104" fmla="*/ 163085 h 478792"/>
                <a:gd name="connsiteX105" fmla="*/ 539666 w 763267"/>
                <a:gd name="connsiteY105" fmla="*/ 159620 h 478792"/>
                <a:gd name="connsiteX106" fmla="*/ 539666 w 763267"/>
                <a:gd name="connsiteY106" fmla="*/ 157232 h 478792"/>
                <a:gd name="connsiteX107" fmla="*/ 536738 w 763267"/>
                <a:gd name="connsiteY107" fmla="*/ 158745 h 478792"/>
                <a:gd name="connsiteX108" fmla="*/ 534685 w 763267"/>
                <a:gd name="connsiteY108" fmla="*/ 158106 h 478792"/>
                <a:gd name="connsiteX109" fmla="*/ 533474 w 763267"/>
                <a:gd name="connsiteY109" fmla="*/ 156895 h 478792"/>
                <a:gd name="connsiteX110" fmla="*/ 530647 w 763267"/>
                <a:gd name="connsiteY110" fmla="*/ 153195 h 478792"/>
                <a:gd name="connsiteX111" fmla="*/ 527382 w 763267"/>
                <a:gd name="connsiteY111" fmla="*/ 151143 h 478792"/>
                <a:gd name="connsiteX112" fmla="*/ 524252 w 763267"/>
                <a:gd name="connsiteY112" fmla="*/ 149730 h 478792"/>
                <a:gd name="connsiteX113" fmla="*/ 520551 w 763267"/>
                <a:gd name="connsiteY113" fmla="*/ 144415 h 478792"/>
                <a:gd name="connsiteX114" fmla="*/ 521291 w 763267"/>
                <a:gd name="connsiteY114" fmla="*/ 141926 h 478792"/>
                <a:gd name="connsiteX115" fmla="*/ 524219 w 763267"/>
                <a:gd name="connsiteY115" fmla="*/ 137250 h 478792"/>
                <a:gd name="connsiteX116" fmla="*/ 520315 w 763267"/>
                <a:gd name="connsiteY116" fmla="*/ 135299 h 478792"/>
                <a:gd name="connsiteX117" fmla="*/ 515974 w 763267"/>
                <a:gd name="connsiteY117" fmla="*/ 130623 h 478792"/>
                <a:gd name="connsiteX118" fmla="*/ 515872 w 763267"/>
                <a:gd name="connsiteY118" fmla="*/ 127360 h 478792"/>
                <a:gd name="connsiteX119" fmla="*/ 517387 w 763267"/>
                <a:gd name="connsiteY119" fmla="*/ 126283 h 478792"/>
                <a:gd name="connsiteX120" fmla="*/ 519776 w 763267"/>
                <a:gd name="connsiteY120" fmla="*/ 125207 h 478792"/>
                <a:gd name="connsiteX121" fmla="*/ 522065 w 763267"/>
                <a:gd name="connsiteY121" fmla="*/ 123155 h 478792"/>
                <a:gd name="connsiteX122" fmla="*/ 522704 w 763267"/>
                <a:gd name="connsiteY122" fmla="*/ 118479 h 478792"/>
                <a:gd name="connsiteX123" fmla="*/ 517925 w 763267"/>
                <a:gd name="connsiteY123" fmla="*/ 114577 h 478792"/>
                <a:gd name="connsiteX124" fmla="*/ 516041 w 763267"/>
                <a:gd name="connsiteY124" fmla="*/ 113063 h 478792"/>
                <a:gd name="connsiteX125" fmla="*/ 515334 w 763267"/>
                <a:gd name="connsiteY125" fmla="*/ 111011 h 478792"/>
                <a:gd name="connsiteX126" fmla="*/ 515334 w 763267"/>
                <a:gd name="connsiteY126" fmla="*/ 107546 h 478792"/>
                <a:gd name="connsiteX127" fmla="*/ 515603 w 763267"/>
                <a:gd name="connsiteY127" fmla="*/ 103846 h 478792"/>
                <a:gd name="connsiteX128" fmla="*/ 515974 w 763267"/>
                <a:gd name="connsiteY128" fmla="*/ 97992 h 478792"/>
                <a:gd name="connsiteX129" fmla="*/ 515974 w 763267"/>
                <a:gd name="connsiteY129" fmla="*/ 94527 h 478792"/>
                <a:gd name="connsiteX130" fmla="*/ 511867 w 763267"/>
                <a:gd name="connsiteY130" fmla="*/ 92341 h 478792"/>
                <a:gd name="connsiteX131" fmla="*/ 508603 w 763267"/>
                <a:gd name="connsiteY131" fmla="*/ 93215 h 478792"/>
                <a:gd name="connsiteX132" fmla="*/ 505978 w 763267"/>
                <a:gd name="connsiteY132" fmla="*/ 94965 h 478792"/>
                <a:gd name="connsiteX133" fmla="*/ 504228 w 763267"/>
                <a:gd name="connsiteY133" fmla="*/ 96916 h 478792"/>
                <a:gd name="connsiteX134" fmla="*/ 502916 w 763267"/>
                <a:gd name="connsiteY134" fmla="*/ 99741 h 478792"/>
                <a:gd name="connsiteX135" fmla="*/ 500324 w 763267"/>
                <a:gd name="connsiteY135" fmla="*/ 101928 h 478792"/>
                <a:gd name="connsiteX136" fmla="*/ 498372 w 763267"/>
                <a:gd name="connsiteY136" fmla="*/ 102803 h 478792"/>
                <a:gd name="connsiteX137" fmla="*/ 495343 w 763267"/>
                <a:gd name="connsiteY137" fmla="*/ 103677 h 478792"/>
                <a:gd name="connsiteX138" fmla="*/ 493391 w 763267"/>
                <a:gd name="connsiteY138" fmla="*/ 104754 h 478792"/>
                <a:gd name="connsiteX139" fmla="*/ 491641 w 763267"/>
                <a:gd name="connsiteY139" fmla="*/ 106267 h 478792"/>
                <a:gd name="connsiteX140" fmla="*/ 488814 w 763267"/>
                <a:gd name="connsiteY140" fmla="*/ 108656 h 478792"/>
                <a:gd name="connsiteX141" fmla="*/ 487501 w 763267"/>
                <a:gd name="connsiteY141" fmla="*/ 109531 h 478792"/>
                <a:gd name="connsiteX142" fmla="*/ 484675 w 763267"/>
                <a:gd name="connsiteY142" fmla="*/ 108891 h 478792"/>
                <a:gd name="connsiteX143" fmla="*/ 482049 w 763267"/>
                <a:gd name="connsiteY143" fmla="*/ 108252 h 478792"/>
                <a:gd name="connsiteX144" fmla="*/ 479223 w 763267"/>
                <a:gd name="connsiteY144" fmla="*/ 105225 h 478792"/>
                <a:gd name="connsiteX145" fmla="*/ 477035 w 763267"/>
                <a:gd name="connsiteY145" fmla="*/ 104148 h 478792"/>
                <a:gd name="connsiteX146" fmla="*/ 473535 w 763267"/>
                <a:gd name="connsiteY146" fmla="*/ 100683 h 478792"/>
                <a:gd name="connsiteX147" fmla="*/ 473535 w 763267"/>
                <a:gd name="connsiteY147" fmla="*/ 98732 h 478792"/>
                <a:gd name="connsiteX148" fmla="*/ 474747 w 763267"/>
                <a:gd name="connsiteY148" fmla="*/ 94393 h 478792"/>
                <a:gd name="connsiteX149" fmla="*/ 473535 w 763267"/>
                <a:gd name="connsiteY149" fmla="*/ 92442 h 478792"/>
                <a:gd name="connsiteX150" fmla="*/ 468319 w 763267"/>
                <a:gd name="connsiteY150" fmla="*/ 92004 h 478792"/>
                <a:gd name="connsiteX151" fmla="*/ 468319 w 763267"/>
                <a:gd name="connsiteY151" fmla="*/ 93955 h 478792"/>
                <a:gd name="connsiteX152" fmla="*/ 465492 w 763267"/>
                <a:gd name="connsiteY152" fmla="*/ 95705 h 478792"/>
                <a:gd name="connsiteX153" fmla="*/ 460713 w 763267"/>
                <a:gd name="connsiteY153" fmla="*/ 96781 h 478792"/>
                <a:gd name="connsiteX154" fmla="*/ 457011 w 763267"/>
                <a:gd name="connsiteY154" fmla="*/ 96344 h 478792"/>
                <a:gd name="connsiteX155" fmla="*/ 454621 w 763267"/>
                <a:gd name="connsiteY155" fmla="*/ 96344 h 478792"/>
                <a:gd name="connsiteX156" fmla="*/ 450044 w 763267"/>
                <a:gd name="connsiteY156" fmla="*/ 97319 h 478792"/>
                <a:gd name="connsiteX157" fmla="*/ 445501 w 763267"/>
                <a:gd name="connsiteY157" fmla="*/ 98093 h 478792"/>
                <a:gd name="connsiteX158" fmla="*/ 441799 w 763267"/>
                <a:gd name="connsiteY158" fmla="*/ 98295 h 478792"/>
                <a:gd name="connsiteX159" fmla="*/ 436582 w 763267"/>
                <a:gd name="connsiteY159" fmla="*/ 98295 h 478792"/>
                <a:gd name="connsiteX160" fmla="*/ 433318 w 763267"/>
                <a:gd name="connsiteY160" fmla="*/ 99607 h 478792"/>
                <a:gd name="connsiteX161" fmla="*/ 425039 w 763267"/>
                <a:gd name="connsiteY161" fmla="*/ 101793 h 478792"/>
                <a:gd name="connsiteX162" fmla="*/ 420024 w 763267"/>
                <a:gd name="connsiteY162" fmla="*/ 101356 h 478792"/>
                <a:gd name="connsiteX163" fmla="*/ 409154 w 763267"/>
                <a:gd name="connsiteY163" fmla="*/ 100044 h 478792"/>
                <a:gd name="connsiteX164" fmla="*/ 406562 w 763267"/>
                <a:gd name="connsiteY164" fmla="*/ 101558 h 478792"/>
                <a:gd name="connsiteX165" fmla="*/ 399832 w 763267"/>
                <a:gd name="connsiteY165" fmla="*/ 101558 h 478792"/>
                <a:gd name="connsiteX166" fmla="*/ 393740 w 763267"/>
                <a:gd name="connsiteY166" fmla="*/ 102769 h 478792"/>
                <a:gd name="connsiteX167" fmla="*/ 390038 w 763267"/>
                <a:gd name="connsiteY167" fmla="*/ 102231 h 478792"/>
                <a:gd name="connsiteX168" fmla="*/ 388288 w 763267"/>
                <a:gd name="connsiteY168" fmla="*/ 102668 h 478792"/>
                <a:gd name="connsiteX169" fmla="*/ 385225 w 763267"/>
                <a:gd name="connsiteY169" fmla="*/ 103980 h 478792"/>
                <a:gd name="connsiteX170" fmla="*/ 383273 w 763267"/>
                <a:gd name="connsiteY170" fmla="*/ 104619 h 478792"/>
                <a:gd name="connsiteX171" fmla="*/ 380446 w 763267"/>
                <a:gd name="connsiteY171" fmla="*/ 105696 h 478792"/>
                <a:gd name="connsiteX172" fmla="*/ 376980 w 763267"/>
                <a:gd name="connsiteY172" fmla="*/ 105057 h 478792"/>
                <a:gd name="connsiteX173" fmla="*/ 375028 w 763267"/>
                <a:gd name="connsiteY173" fmla="*/ 105057 h 478792"/>
                <a:gd name="connsiteX174" fmla="*/ 372638 w 763267"/>
                <a:gd name="connsiteY174" fmla="*/ 103005 h 478792"/>
                <a:gd name="connsiteX175" fmla="*/ 369812 w 763267"/>
                <a:gd name="connsiteY175" fmla="*/ 100515 h 478792"/>
                <a:gd name="connsiteX176" fmla="*/ 367860 w 763267"/>
                <a:gd name="connsiteY176" fmla="*/ 99876 h 478792"/>
                <a:gd name="connsiteX177" fmla="*/ 365032 w 763267"/>
                <a:gd name="connsiteY177" fmla="*/ 99641 h 478792"/>
                <a:gd name="connsiteX178" fmla="*/ 360893 w 763267"/>
                <a:gd name="connsiteY178" fmla="*/ 98766 h 478792"/>
                <a:gd name="connsiteX179" fmla="*/ 357426 w 763267"/>
                <a:gd name="connsiteY179" fmla="*/ 97017 h 478792"/>
                <a:gd name="connsiteX180" fmla="*/ 354600 w 763267"/>
                <a:gd name="connsiteY180" fmla="*/ 96142 h 478792"/>
                <a:gd name="connsiteX181" fmla="*/ 352849 w 763267"/>
                <a:gd name="connsiteY181" fmla="*/ 93316 h 478792"/>
                <a:gd name="connsiteX182" fmla="*/ 350898 w 763267"/>
                <a:gd name="connsiteY182" fmla="*/ 92004 h 478792"/>
                <a:gd name="connsiteX183" fmla="*/ 348306 w 763267"/>
                <a:gd name="connsiteY183" fmla="*/ 91365 h 478792"/>
                <a:gd name="connsiteX184" fmla="*/ 343292 w 763267"/>
                <a:gd name="connsiteY184" fmla="*/ 90289 h 478792"/>
                <a:gd name="connsiteX185" fmla="*/ 341104 w 763267"/>
                <a:gd name="connsiteY185" fmla="*/ 89650 h 478792"/>
                <a:gd name="connsiteX186" fmla="*/ 339791 w 763267"/>
                <a:gd name="connsiteY186" fmla="*/ 89010 h 478792"/>
                <a:gd name="connsiteX187" fmla="*/ 335013 w 763267"/>
                <a:gd name="connsiteY187" fmla="*/ 87698 h 478792"/>
                <a:gd name="connsiteX188" fmla="*/ 333061 w 763267"/>
                <a:gd name="connsiteY188" fmla="*/ 86824 h 478792"/>
                <a:gd name="connsiteX189" fmla="*/ 330234 w 763267"/>
                <a:gd name="connsiteY189" fmla="*/ 85949 h 478792"/>
                <a:gd name="connsiteX190" fmla="*/ 328046 w 763267"/>
                <a:gd name="connsiteY190" fmla="*/ 84873 h 478792"/>
                <a:gd name="connsiteX191" fmla="*/ 326734 w 763267"/>
                <a:gd name="connsiteY191" fmla="*/ 82922 h 478792"/>
                <a:gd name="connsiteX192" fmla="*/ 324984 w 763267"/>
                <a:gd name="connsiteY192" fmla="*/ 78347 h 478792"/>
                <a:gd name="connsiteX193" fmla="*/ 323032 w 763267"/>
                <a:gd name="connsiteY193" fmla="*/ 74646 h 478792"/>
                <a:gd name="connsiteX194" fmla="*/ 321719 w 763267"/>
                <a:gd name="connsiteY194" fmla="*/ 74209 h 478792"/>
                <a:gd name="connsiteX195" fmla="*/ 318017 w 763267"/>
                <a:gd name="connsiteY195" fmla="*/ 74646 h 478792"/>
                <a:gd name="connsiteX196" fmla="*/ 316065 w 763267"/>
                <a:gd name="connsiteY196" fmla="*/ 76160 h 478792"/>
                <a:gd name="connsiteX197" fmla="*/ 312363 w 763267"/>
                <a:gd name="connsiteY197" fmla="*/ 75521 h 478792"/>
                <a:gd name="connsiteX198" fmla="*/ 305834 w 763267"/>
                <a:gd name="connsiteY198" fmla="*/ 74007 h 478792"/>
                <a:gd name="connsiteX199" fmla="*/ 301493 w 763267"/>
                <a:gd name="connsiteY199" fmla="*/ 72695 h 478792"/>
                <a:gd name="connsiteX200" fmla="*/ 299103 w 763267"/>
                <a:gd name="connsiteY200" fmla="*/ 70307 h 478792"/>
                <a:gd name="connsiteX201" fmla="*/ 297791 w 763267"/>
                <a:gd name="connsiteY201" fmla="*/ 67918 h 478792"/>
                <a:gd name="connsiteX202" fmla="*/ 296478 w 763267"/>
                <a:gd name="connsiteY202" fmla="*/ 65294 h 478792"/>
                <a:gd name="connsiteX203" fmla="*/ 294728 w 763267"/>
                <a:gd name="connsiteY203" fmla="*/ 59879 h 478792"/>
                <a:gd name="connsiteX204" fmla="*/ 292339 w 763267"/>
                <a:gd name="connsiteY204" fmla="*/ 56178 h 478792"/>
                <a:gd name="connsiteX205" fmla="*/ 286483 w 763267"/>
                <a:gd name="connsiteY205" fmla="*/ 51401 h 478792"/>
                <a:gd name="connsiteX206" fmla="*/ 278641 w 763267"/>
                <a:gd name="connsiteY206" fmla="*/ 49652 h 478792"/>
                <a:gd name="connsiteX207" fmla="*/ 276454 w 763267"/>
                <a:gd name="connsiteY207" fmla="*/ 45952 h 478792"/>
                <a:gd name="connsiteX208" fmla="*/ 275713 w 763267"/>
                <a:gd name="connsiteY208" fmla="*/ 41377 h 478792"/>
                <a:gd name="connsiteX209" fmla="*/ 276454 w 763267"/>
                <a:gd name="connsiteY209" fmla="*/ 36701 h 478792"/>
                <a:gd name="connsiteX210" fmla="*/ 274939 w 763267"/>
                <a:gd name="connsiteY210" fmla="*/ 32462 h 478792"/>
                <a:gd name="connsiteX211" fmla="*/ 270261 w 763267"/>
                <a:gd name="connsiteY211" fmla="*/ 24624 h 478792"/>
                <a:gd name="connsiteX212" fmla="*/ 267872 w 763267"/>
                <a:gd name="connsiteY212" fmla="*/ 18973 h 478792"/>
                <a:gd name="connsiteX213" fmla="*/ 265583 w 763267"/>
                <a:gd name="connsiteY213" fmla="*/ 16483 h 478792"/>
                <a:gd name="connsiteX214" fmla="*/ 262655 w 763267"/>
                <a:gd name="connsiteY214" fmla="*/ 11807 h 478792"/>
                <a:gd name="connsiteX215" fmla="*/ 259626 w 763267"/>
                <a:gd name="connsiteY215" fmla="*/ 5954 h 478792"/>
                <a:gd name="connsiteX216" fmla="*/ 257876 w 763267"/>
                <a:gd name="connsiteY216" fmla="*/ 2590 h 478792"/>
                <a:gd name="connsiteX217" fmla="*/ 256900 w 763267"/>
                <a:gd name="connsiteY217" fmla="*/ 538 h 478792"/>
                <a:gd name="connsiteX218" fmla="*/ 254948 w 763267"/>
                <a:gd name="connsiteY218" fmla="*/ 0 h 478792"/>
                <a:gd name="connsiteX219" fmla="*/ 249833 w 763267"/>
                <a:gd name="connsiteY219" fmla="*/ 3902 h 478792"/>
                <a:gd name="connsiteX220" fmla="*/ 246467 w 763267"/>
                <a:gd name="connsiteY220" fmla="*/ 6089 h 478792"/>
                <a:gd name="connsiteX221" fmla="*/ 241890 w 763267"/>
                <a:gd name="connsiteY221" fmla="*/ 7838 h 478792"/>
                <a:gd name="connsiteX222" fmla="*/ 239501 w 763267"/>
                <a:gd name="connsiteY222" fmla="*/ 10125 h 478792"/>
                <a:gd name="connsiteX223" fmla="*/ 237650 w 763267"/>
                <a:gd name="connsiteY223" fmla="*/ 12514 h 478792"/>
                <a:gd name="connsiteX224" fmla="*/ 235261 w 763267"/>
                <a:gd name="connsiteY224" fmla="*/ 14364 h 478792"/>
                <a:gd name="connsiteX225" fmla="*/ 232097 w 763267"/>
                <a:gd name="connsiteY225" fmla="*/ 16551 h 478792"/>
                <a:gd name="connsiteX226" fmla="*/ 228832 w 763267"/>
                <a:gd name="connsiteY226" fmla="*/ 16988 h 478792"/>
                <a:gd name="connsiteX227" fmla="*/ 226746 w 763267"/>
                <a:gd name="connsiteY227" fmla="*/ 16887 h 478792"/>
                <a:gd name="connsiteX228" fmla="*/ 223044 w 763267"/>
                <a:gd name="connsiteY228" fmla="*/ 15911 h 478792"/>
                <a:gd name="connsiteX229" fmla="*/ 219577 w 763267"/>
                <a:gd name="connsiteY229" fmla="*/ 13422 h 478792"/>
                <a:gd name="connsiteX230" fmla="*/ 216751 w 763267"/>
                <a:gd name="connsiteY230" fmla="*/ 10596 h 478792"/>
                <a:gd name="connsiteX231" fmla="*/ 216212 w 763267"/>
                <a:gd name="connsiteY231" fmla="*/ 8107 h 478792"/>
                <a:gd name="connsiteX232" fmla="*/ 216751 w 763267"/>
                <a:gd name="connsiteY232" fmla="*/ 4945 h 478792"/>
                <a:gd name="connsiteX233" fmla="*/ 215976 w 763267"/>
                <a:gd name="connsiteY233" fmla="*/ 3095 h 478792"/>
                <a:gd name="connsiteX234" fmla="*/ 213923 w 763267"/>
                <a:gd name="connsiteY234" fmla="*/ 2119 h 478792"/>
                <a:gd name="connsiteX235" fmla="*/ 211299 w 763267"/>
                <a:gd name="connsiteY235" fmla="*/ 2321 h 478792"/>
                <a:gd name="connsiteX236" fmla="*/ 208471 w 763267"/>
                <a:gd name="connsiteY236" fmla="*/ 5920 h 478792"/>
                <a:gd name="connsiteX237" fmla="*/ 205745 w 763267"/>
                <a:gd name="connsiteY237" fmla="*/ 7973 h 478792"/>
                <a:gd name="connsiteX238" fmla="*/ 199452 w 763267"/>
                <a:gd name="connsiteY238" fmla="*/ 10596 h 478792"/>
                <a:gd name="connsiteX239" fmla="*/ 189255 w 763267"/>
                <a:gd name="connsiteY239" fmla="*/ 10798 h 478792"/>
                <a:gd name="connsiteX240" fmla="*/ 186630 w 763267"/>
                <a:gd name="connsiteY240" fmla="*/ 12312 h 478792"/>
                <a:gd name="connsiteX241" fmla="*/ 178788 w 763267"/>
                <a:gd name="connsiteY241" fmla="*/ 13725 h 478792"/>
                <a:gd name="connsiteX242" fmla="*/ 168927 w 763267"/>
                <a:gd name="connsiteY242" fmla="*/ 12110 h 478792"/>
                <a:gd name="connsiteX243" fmla="*/ 159470 w 763267"/>
                <a:gd name="connsiteY243" fmla="*/ 9722 h 478792"/>
                <a:gd name="connsiteX244" fmla="*/ 152201 w 763267"/>
                <a:gd name="connsiteY244" fmla="*/ 7771 h 478792"/>
                <a:gd name="connsiteX245" fmla="*/ 144797 w 763267"/>
                <a:gd name="connsiteY245" fmla="*/ 5281 h 478792"/>
                <a:gd name="connsiteX246" fmla="*/ 139378 w 763267"/>
                <a:gd name="connsiteY246" fmla="*/ 2792 h 478792"/>
                <a:gd name="connsiteX247" fmla="*/ 135138 w 763267"/>
                <a:gd name="connsiteY247" fmla="*/ 841 h 478792"/>
                <a:gd name="connsiteX248" fmla="*/ 131234 w 763267"/>
                <a:gd name="connsiteY248" fmla="*/ 841 h 478792"/>
                <a:gd name="connsiteX249" fmla="*/ 126253 w 763267"/>
                <a:gd name="connsiteY249" fmla="*/ 2960 h 478792"/>
                <a:gd name="connsiteX250" fmla="*/ 121676 w 763267"/>
                <a:gd name="connsiteY250" fmla="*/ 4306 h 478792"/>
                <a:gd name="connsiteX251" fmla="*/ 117335 w 763267"/>
                <a:gd name="connsiteY251" fmla="*/ 4306 h 478792"/>
                <a:gd name="connsiteX252" fmla="*/ 112758 w 763267"/>
                <a:gd name="connsiteY252" fmla="*/ 6257 h 478792"/>
                <a:gd name="connsiteX253" fmla="*/ 111681 w 763267"/>
                <a:gd name="connsiteY253" fmla="*/ 7333 h 478792"/>
                <a:gd name="connsiteX254" fmla="*/ 108955 w 763267"/>
                <a:gd name="connsiteY254" fmla="*/ 10697 h 478792"/>
                <a:gd name="connsiteX255" fmla="*/ 108181 w 763267"/>
                <a:gd name="connsiteY255" fmla="*/ 13624 h 478792"/>
                <a:gd name="connsiteX256" fmla="*/ 109056 w 763267"/>
                <a:gd name="connsiteY256" fmla="*/ 15575 h 478792"/>
                <a:gd name="connsiteX257" fmla="*/ 117739 w 763267"/>
                <a:gd name="connsiteY257" fmla="*/ 19645 h 478792"/>
                <a:gd name="connsiteX258" fmla="*/ 121508 w 763267"/>
                <a:gd name="connsiteY258" fmla="*/ 21126 h 478792"/>
                <a:gd name="connsiteX259" fmla="*/ 126422 w 763267"/>
                <a:gd name="connsiteY259" fmla="*/ 21395 h 478792"/>
                <a:gd name="connsiteX260" fmla="*/ 131335 w 763267"/>
                <a:gd name="connsiteY260" fmla="*/ 21395 h 478792"/>
                <a:gd name="connsiteX261" fmla="*/ 137427 w 763267"/>
                <a:gd name="connsiteY261" fmla="*/ 24288 h 478792"/>
                <a:gd name="connsiteX262" fmla="*/ 137999 w 763267"/>
                <a:gd name="connsiteY262" fmla="*/ 28930 h 478792"/>
                <a:gd name="connsiteX263" fmla="*/ 138571 w 763267"/>
                <a:gd name="connsiteY263" fmla="*/ 33841 h 478792"/>
                <a:gd name="connsiteX264" fmla="*/ 136383 w 763267"/>
                <a:gd name="connsiteY264" fmla="*/ 37912 h 478792"/>
                <a:gd name="connsiteX265" fmla="*/ 136080 w 763267"/>
                <a:gd name="connsiteY265" fmla="*/ 42689 h 478792"/>
                <a:gd name="connsiteX266" fmla="*/ 141028 w 763267"/>
                <a:gd name="connsiteY266" fmla="*/ 47768 h 478792"/>
                <a:gd name="connsiteX267" fmla="*/ 145100 w 763267"/>
                <a:gd name="connsiteY267" fmla="*/ 47465 h 478792"/>
                <a:gd name="connsiteX268" fmla="*/ 151898 w 763267"/>
                <a:gd name="connsiteY268" fmla="*/ 46759 h 478792"/>
                <a:gd name="connsiteX269" fmla="*/ 160446 w 763267"/>
                <a:gd name="connsiteY269" fmla="*/ 48205 h 478792"/>
                <a:gd name="connsiteX270" fmla="*/ 165663 w 763267"/>
                <a:gd name="connsiteY270" fmla="*/ 51536 h 478792"/>
                <a:gd name="connsiteX271" fmla="*/ 173336 w 763267"/>
                <a:gd name="connsiteY271" fmla="*/ 57019 h 478792"/>
                <a:gd name="connsiteX272" fmla="*/ 174783 w 763267"/>
                <a:gd name="connsiteY272" fmla="*/ 62670 h 478792"/>
                <a:gd name="connsiteX273" fmla="*/ 173336 w 763267"/>
                <a:gd name="connsiteY273" fmla="*/ 67447 h 478792"/>
                <a:gd name="connsiteX274" fmla="*/ 170442 w 763267"/>
                <a:gd name="connsiteY274" fmla="*/ 72359 h 478792"/>
                <a:gd name="connsiteX275" fmla="*/ 164350 w 763267"/>
                <a:gd name="connsiteY275" fmla="*/ 75554 h 478792"/>
                <a:gd name="connsiteX276" fmla="*/ 155802 w 763267"/>
                <a:gd name="connsiteY276" fmla="*/ 77304 h 478792"/>
                <a:gd name="connsiteX277" fmla="*/ 151158 w 763267"/>
                <a:gd name="connsiteY277" fmla="*/ 77304 h 478792"/>
                <a:gd name="connsiteX278" fmla="*/ 142744 w 763267"/>
                <a:gd name="connsiteY278" fmla="*/ 80197 h 478792"/>
                <a:gd name="connsiteX279" fmla="*/ 133624 w 763267"/>
                <a:gd name="connsiteY279" fmla="*/ 80634 h 478792"/>
                <a:gd name="connsiteX280" fmla="*/ 128138 w 763267"/>
                <a:gd name="connsiteY280" fmla="*/ 77304 h 478792"/>
                <a:gd name="connsiteX281" fmla="*/ 121744 w 763267"/>
                <a:gd name="connsiteY281" fmla="*/ 77304 h 478792"/>
                <a:gd name="connsiteX282" fmla="*/ 119421 w 763267"/>
                <a:gd name="connsiteY282" fmla="*/ 80129 h 478792"/>
                <a:gd name="connsiteX283" fmla="*/ 116393 w 763267"/>
                <a:gd name="connsiteY283" fmla="*/ 81206 h 478792"/>
                <a:gd name="connsiteX284" fmla="*/ 115518 w 763267"/>
                <a:gd name="connsiteY284" fmla="*/ 91197 h 478792"/>
                <a:gd name="connsiteX285" fmla="*/ 114811 w 763267"/>
                <a:gd name="connsiteY285" fmla="*/ 99001 h 478792"/>
                <a:gd name="connsiteX286" fmla="*/ 111613 w 763267"/>
                <a:gd name="connsiteY286" fmla="*/ 102769 h 478792"/>
                <a:gd name="connsiteX287" fmla="*/ 107710 w 763267"/>
                <a:gd name="connsiteY287" fmla="*/ 109732 h 478792"/>
                <a:gd name="connsiteX288" fmla="*/ 108282 w 763267"/>
                <a:gd name="connsiteY288" fmla="*/ 114375 h 478792"/>
                <a:gd name="connsiteX289" fmla="*/ 113936 w 763267"/>
                <a:gd name="connsiteY289" fmla="*/ 121170 h 478792"/>
                <a:gd name="connsiteX290" fmla="*/ 118277 w 763267"/>
                <a:gd name="connsiteY290" fmla="*/ 125947 h 478792"/>
                <a:gd name="connsiteX291" fmla="*/ 120465 w 763267"/>
                <a:gd name="connsiteY291" fmla="*/ 131295 h 478792"/>
                <a:gd name="connsiteX292" fmla="*/ 120599 w 763267"/>
                <a:gd name="connsiteY292" fmla="*/ 139537 h 478792"/>
                <a:gd name="connsiteX293" fmla="*/ 120162 w 763267"/>
                <a:gd name="connsiteY293" fmla="*/ 148384 h 478792"/>
                <a:gd name="connsiteX294" fmla="*/ 119724 w 763267"/>
                <a:gd name="connsiteY294" fmla="*/ 156626 h 478792"/>
                <a:gd name="connsiteX295" fmla="*/ 120027 w 763267"/>
                <a:gd name="connsiteY295" fmla="*/ 163287 h 478792"/>
                <a:gd name="connsiteX296" fmla="*/ 123797 w 763267"/>
                <a:gd name="connsiteY296" fmla="*/ 174287 h 478792"/>
                <a:gd name="connsiteX297" fmla="*/ 124941 w 763267"/>
                <a:gd name="connsiteY297" fmla="*/ 178492 h 478792"/>
                <a:gd name="connsiteX298" fmla="*/ 128340 w 763267"/>
                <a:gd name="connsiteY298" fmla="*/ 181519 h 478792"/>
                <a:gd name="connsiteX299" fmla="*/ 132479 w 763267"/>
                <a:gd name="connsiteY299" fmla="*/ 183269 h 478792"/>
                <a:gd name="connsiteX300" fmla="*/ 135071 w 763267"/>
                <a:gd name="connsiteY300" fmla="*/ 187171 h 478792"/>
                <a:gd name="connsiteX301" fmla="*/ 132244 w 763267"/>
                <a:gd name="connsiteY301" fmla="*/ 192183 h 478792"/>
                <a:gd name="connsiteX302" fmla="*/ 130292 w 763267"/>
                <a:gd name="connsiteY302" fmla="*/ 197835 h 478792"/>
                <a:gd name="connsiteX303" fmla="*/ 135071 w 763267"/>
                <a:gd name="connsiteY303" fmla="*/ 198911 h 478792"/>
                <a:gd name="connsiteX304" fmla="*/ 145504 w 763267"/>
                <a:gd name="connsiteY304" fmla="*/ 198911 h 478792"/>
                <a:gd name="connsiteX305" fmla="*/ 147658 w 763267"/>
                <a:gd name="connsiteY305" fmla="*/ 198911 h 478792"/>
                <a:gd name="connsiteX306" fmla="*/ 148970 w 763267"/>
                <a:gd name="connsiteY306" fmla="*/ 202275 h 478792"/>
                <a:gd name="connsiteX307" fmla="*/ 154389 w 763267"/>
                <a:gd name="connsiteY307" fmla="*/ 207590 h 478792"/>
                <a:gd name="connsiteX308" fmla="*/ 158965 w 763267"/>
                <a:gd name="connsiteY308" fmla="*/ 210180 h 478792"/>
                <a:gd name="connsiteX309" fmla="*/ 165259 w 763267"/>
                <a:gd name="connsiteY309" fmla="*/ 213006 h 478792"/>
                <a:gd name="connsiteX310" fmla="*/ 167648 w 763267"/>
                <a:gd name="connsiteY310" fmla="*/ 214755 h 478792"/>
                <a:gd name="connsiteX311" fmla="*/ 169836 w 763267"/>
                <a:gd name="connsiteY311" fmla="*/ 216942 h 478792"/>
                <a:gd name="connsiteX312" fmla="*/ 173538 w 763267"/>
                <a:gd name="connsiteY312" fmla="*/ 221921 h 478792"/>
                <a:gd name="connsiteX313" fmla="*/ 172461 w 763267"/>
                <a:gd name="connsiteY313" fmla="*/ 227572 h 478792"/>
                <a:gd name="connsiteX314" fmla="*/ 172461 w 763267"/>
                <a:gd name="connsiteY314" fmla="*/ 230835 h 478792"/>
                <a:gd name="connsiteX315" fmla="*/ 173774 w 763267"/>
                <a:gd name="connsiteY315" fmla="*/ 234535 h 478792"/>
                <a:gd name="connsiteX316" fmla="*/ 175961 w 763267"/>
                <a:gd name="connsiteY316" fmla="*/ 239750 h 478792"/>
                <a:gd name="connsiteX317" fmla="*/ 175961 w 763267"/>
                <a:gd name="connsiteY317" fmla="*/ 241499 h 478792"/>
                <a:gd name="connsiteX318" fmla="*/ 175961 w 763267"/>
                <a:gd name="connsiteY318" fmla="*/ 243887 h 478792"/>
                <a:gd name="connsiteX319" fmla="*/ 172427 w 763267"/>
                <a:gd name="connsiteY319" fmla="*/ 245636 h 478792"/>
                <a:gd name="connsiteX320" fmla="*/ 171182 w 763267"/>
                <a:gd name="connsiteY320" fmla="*/ 248260 h 478792"/>
                <a:gd name="connsiteX321" fmla="*/ 172057 w 763267"/>
                <a:gd name="connsiteY321" fmla="*/ 251086 h 478792"/>
                <a:gd name="connsiteX322" fmla="*/ 173807 w 763267"/>
                <a:gd name="connsiteY322" fmla="*/ 257814 h 478792"/>
                <a:gd name="connsiteX323" fmla="*/ 175120 w 763267"/>
                <a:gd name="connsiteY323" fmla="*/ 264105 h 478792"/>
                <a:gd name="connsiteX324" fmla="*/ 175120 w 763267"/>
                <a:gd name="connsiteY324" fmla="*/ 268882 h 478792"/>
                <a:gd name="connsiteX325" fmla="*/ 172528 w 763267"/>
                <a:gd name="connsiteY325" fmla="*/ 274533 h 478792"/>
                <a:gd name="connsiteX326" fmla="*/ 172528 w 763267"/>
                <a:gd name="connsiteY326" fmla="*/ 277224 h 478792"/>
                <a:gd name="connsiteX327" fmla="*/ 169365 w 763267"/>
                <a:gd name="connsiteY327" fmla="*/ 281126 h 478792"/>
                <a:gd name="connsiteX328" fmla="*/ 165562 w 763267"/>
                <a:gd name="connsiteY328" fmla="*/ 282203 h 478792"/>
                <a:gd name="connsiteX329" fmla="*/ 162095 w 763267"/>
                <a:gd name="connsiteY329" fmla="*/ 281328 h 478792"/>
                <a:gd name="connsiteX330" fmla="*/ 162095 w 763267"/>
                <a:gd name="connsiteY330" fmla="*/ 278502 h 478792"/>
                <a:gd name="connsiteX331" fmla="*/ 160379 w 763267"/>
                <a:gd name="connsiteY331" fmla="*/ 274365 h 478792"/>
                <a:gd name="connsiteX332" fmla="*/ 160379 w 763267"/>
                <a:gd name="connsiteY332" fmla="*/ 271775 h 478792"/>
                <a:gd name="connsiteX333" fmla="*/ 158191 w 763267"/>
                <a:gd name="connsiteY333" fmla="*/ 271775 h 478792"/>
                <a:gd name="connsiteX334" fmla="*/ 154288 w 763267"/>
                <a:gd name="connsiteY334" fmla="*/ 273524 h 478792"/>
                <a:gd name="connsiteX335" fmla="*/ 149071 w 763267"/>
                <a:gd name="connsiteY335" fmla="*/ 273524 h 478792"/>
                <a:gd name="connsiteX336" fmla="*/ 142340 w 763267"/>
                <a:gd name="connsiteY336" fmla="*/ 273524 h 478792"/>
                <a:gd name="connsiteX337" fmla="*/ 134970 w 763267"/>
                <a:gd name="connsiteY337" fmla="*/ 275374 h 478792"/>
                <a:gd name="connsiteX338" fmla="*/ 131066 w 763267"/>
                <a:gd name="connsiteY338" fmla="*/ 278536 h 478792"/>
                <a:gd name="connsiteX339" fmla="*/ 128037 w 763267"/>
                <a:gd name="connsiteY339" fmla="*/ 281160 h 478792"/>
                <a:gd name="connsiteX340" fmla="*/ 125210 w 763267"/>
                <a:gd name="connsiteY340" fmla="*/ 285298 h 478792"/>
                <a:gd name="connsiteX341" fmla="*/ 122585 w 763267"/>
                <a:gd name="connsiteY341" fmla="*/ 289637 h 478792"/>
                <a:gd name="connsiteX342" fmla="*/ 121508 w 763267"/>
                <a:gd name="connsiteY342" fmla="*/ 291824 h 478792"/>
                <a:gd name="connsiteX343" fmla="*/ 119556 w 763267"/>
                <a:gd name="connsiteY343" fmla="*/ 295289 h 478792"/>
                <a:gd name="connsiteX344" fmla="*/ 118244 w 763267"/>
                <a:gd name="connsiteY344" fmla="*/ 297038 h 478792"/>
                <a:gd name="connsiteX345" fmla="*/ 113229 w 763267"/>
                <a:gd name="connsiteY345" fmla="*/ 298787 h 478792"/>
                <a:gd name="connsiteX346" fmla="*/ 110200 w 763267"/>
                <a:gd name="connsiteY346" fmla="*/ 301411 h 478792"/>
                <a:gd name="connsiteX347" fmla="*/ 106296 w 763267"/>
                <a:gd name="connsiteY347" fmla="*/ 304237 h 478792"/>
                <a:gd name="connsiteX348" fmla="*/ 103032 w 763267"/>
                <a:gd name="connsiteY348" fmla="*/ 307500 h 478792"/>
                <a:gd name="connsiteX349" fmla="*/ 103032 w 763267"/>
                <a:gd name="connsiteY349" fmla="*/ 312714 h 478792"/>
                <a:gd name="connsiteX350" fmla="*/ 103032 w 763267"/>
                <a:gd name="connsiteY350" fmla="*/ 318130 h 478792"/>
                <a:gd name="connsiteX351" fmla="*/ 101315 w 763267"/>
                <a:gd name="connsiteY351" fmla="*/ 323983 h 478792"/>
                <a:gd name="connsiteX352" fmla="*/ 97176 w 763267"/>
                <a:gd name="connsiteY352" fmla="*/ 327448 h 478792"/>
                <a:gd name="connsiteX353" fmla="*/ 96065 w 763267"/>
                <a:gd name="connsiteY353" fmla="*/ 324858 h 478792"/>
                <a:gd name="connsiteX354" fmla="*/ 96065 w 763267"/>
                <a:gd name="connsiteY354" fmla="*/ 317895 h 478792"/>
                <a:gd name="connsiteX355" fmla="*/ 96065 w 763267"/>
                <a:gd name="connsiteY355" fmla="*/ 312680 h 478792"/>
                <a:gd name="connsiteX356" fmla="*/ 96065 w 763267"/>
                <a:gd name="connsiteY356" fmla="*/ 309215 h 478792"/>
                <a:gd name="connsiteX357" fmla="*/ 96065 w 763267"/>
                <a:gd name="connsiteY357" fmla="*/ 305750 h 478792"/>
                <a:gd name="connsiteX358" fmla="*/ 92262 w 763267"/>
                <a:gd name="connsiteY358" fmla="*/ 303127 h 478792"/>
                <a:gd name="connsiteX359" fmla="*/ 89099 w 763267"/>
                <a:gd name="connsiteY359" fmla="*/ 302252 h 478792"/>
                <a:gd name="connsiteX360" fmla="*/ 89099 w 763267"/>
                <a:gd name="connsiteY360" fmla="*/ 304439 h 478792"/>
                <a:gd name="connsiteX361" fmla="*/ 87685 w 763267"/>
                <a:gd name="connsiteY361" fmla="*/ 307062 h 478792"/>
                <a:gd name="connsiteX362" fmla="*/ 84387 w 763267"/>
                <a:gd name="connsiteY362" fmla="*/ 310763 h 478792"/>
                <a:gd name="connsiteX363" fmla="*/ 81291 w 763267"/>
                <a:gd name="connsiteY363" fmla="*/ 312512 h 478792"/>
                <a:gd name="connsiteX364" fmla="*/ 77824 w 763267"/>
                <a:gd name="connsiteY364" fmla="*/ 312748 h 478792"/>
                <a:gd name="connsiteX365" fmla="*/ 74762 w 763267"/>
                <a:gd name="connsiteY365" fmla="*/ 307096 h 478792"/>
                <a:gd name="connsiteX366" fmla="*/ 72170 w 763267"/>
                <a:gd name="connsiteY366" fmla="*/ 304069 h 478792"/>
                <a:gd name="connsiteX367" fmla="*/ 68031 w 763267"/>
                <a:gd name="connsiteY367" fmla="*/ 302757 h 478792"/>
                <a:gd name="connsiteX368" fmla="*/ 63891 w 763267"/>
                <a:gd name="connsiteY368" fmla="*/ 301445 h 478792"/>
                <a:gd name="connsiteX369" fmla="*/ 59314 w 763267"/>
                <a:gd name="connsiteY369" fmla="*/ 301445 h 478792"/>
                <a:gd name="connsiteX370" fmla="*/ 58237 w 763267"/>
                <a:gd name="connsiteY370" fmla="*/ 302757 h 478792"/>
                <a:gd name="connsiteX371" fmla="*/ 56723 w 763267"/>
                <a:gd name="connsiteY371" fmla="*/ 304708 h 478792"/>
                <a:gd name="connsiteX372" fmla="*/ 53458 w 763267"/>
                <a:gd name="connsiteY372" fmla="*/ 306659 h 478792"/>
                <a:gd name="connsiteX373" fmla="*/ 50631 w 763267"/>
                <a:gd name="connsiteY373" fmla="*/ 307971 h 478792"/>
                <a:gd name="connsiteX374" fmla="*/ 49554 w 763267"/>
                <a:gd name="connsiteY374" fmla="*/ 310157 h 478792"/>
                <a:gd name="connsiteX375" fmla="*/ 49117 w 763267"/>
                <a:gd name="connsiteY375" fmla="*/ 312108 h 478792"/>
                <a:gd name="connsiteX376" fmla="*/ 48040 w 763267"/>
                <a:gd name="connsiteY376" fmla="*/ 313622 h 478792"/>
                <a:gd name="connsiteX377" fmla="*/ 46324 w 763267"/>
                <a:gd name="connsiteY377" fmla="*/ 316246 h 478792"/>
                <a:gd name="connsiteX378" fmla="*/ 43261 w 763267"/>
                <a:gd name="connsiteY378" fmla="*/ 316885 h 478792"/>
                <a:gd name="connsiteX379" fmla="*/ 40434 w 763267"/>
                <a:gd name="connsiteY379" fmla="*/ 312748 h 478792"/>
                <a:gd name="connsiteX380" fmla="*/ 34545 w 763267"/>
                <a:gd name="connsiteY380" fmla="*/ 306221 h 478792"/>
                <a:gd name="connsiteX381" fmla="*/ 29126 w 763267"/>
                <a:gd name="connsiteY381" fmla="*/ 301445 h 478792"/>
                <a:gd name="connsiteX382" fmla="*/ 27376 w 763267"/>
                <a:gd name="connsiteY382" fmla="*/ 301445 h 478792"/>
                <a:gd name="connsiteX383" fmla="*/ 24785 w 763267"/>
                <a:gd name="connsiteY383" fmla="*/ 305784 h 478792"/>
                <a:gd name="connsiteX384" fmla="*/ 24785 w 763267"/>
                <a:gd name="connsiteY384" fmla="*/ 308812 h 478792"/>
                <a:gd name="connsiteX385" fmla="*/ 24347 w 763267"/>
                <a:gd name="connsiteY385" fmla="*/ 312277 h 478792"/>
                <a:gd name="connsiteX386" fmla="*/ 24549 w 763267"/>
                <a:gd name="connsiteY386" fmla="*/ 316784 h 478792"/>
                <a:gd name="connsiteX387" fmla="*/ 17145 w 763267"/>
                <a:gd name="connsiteY387" fmla="*/ 317087 h 478792"/>
                <a:gd name="connsiteX388" fmla="*/ 13443 w 763267"/>
                <a:gd name="connsiteY388" fmla="*/ 317087 h 478792"/>
                <a:gd name="connsiteX389" fmla="*/ 11693 w 763267"/>
                <a:gd name="connsiteY389" fmla="*/ 317087 h 478792"/>
                <a:gd name="connsiteX390" fmla="*/ 8227 w 763267"/>
                <a:gd name="connsiteY390" fmla="*/ 317087 h 478792"/>
                <a:gd name="connsiteX391" fmla="*/ 4962 w 763267"/>
                <a:gd name="connsiteY391" fmla="*/ 317087 h 478792"/>
                <a:gd name="connsiteX392" fmla="*/ 3448 w 763267"/>
                <a:gd name="connsiteY392" fmla="*/ 318836 h 478792"/>
                <a:gd name="connsiteX393" fmla="*/ 2337 w 763267"/>
                <a:gd name="connsiteY393" fmla="*/ 323613 h 478792"/>
                <a:gd name="connsiteX394" fmla="*/ 3650 w 763267"/>
                <a:gd name="connsiteY394" fmla="*/ 329265 h 478792"/>
                <a:gd name="connsiteX395" fmla="*/ 6039 w 763267"/>
                <a:gd name="connsiteY395" fmla="*/ 336665 h 478792"/>
                <a:gd name="connsiteX396" fmla="*/ 11929 w 763267"/>
                <a:gd name="connsiteY396" fmla="*/ 340130 h 478792"/>
                <a:gd name="connsiteX397" fmla="*/ 14756 w 763267"/>
                <a:gd name="connsiteY397" fmla="*/ 343831 h 478792"/>
                <a:gd name="connsiteX398" fmla="*/ 15631 w 763267"/>
                <a:gd name="connsiteY398" fmla="*/ 350996 h 478792"/>
                <a:gd name="connsiteX399" fmla="*/ 17381 w 763267"/>
                <a:gd name="connsiteY399" fmla="*/ 357085 h 478792"/>
                <a:gd name="connsiteX400" fmla="*/ 16943 w 763267"/>
                <a:gd name="connsiteY400" fmla="*/ 362501 h 478792"/>
                <a:gd name="connsiteX401" fmla="*/ 14554 w 763267"/>
                <a:gd name="connsiteY401" fmla="*/ 363577 h 478792"/>
                <a:gd name="connsiteX402" fmla="*/ 9337 w 763267"/>
                <a:gd name="connsiteY402" fmla="*/ 366403 h 478792"/>
                <a:gd name="connsiteX403" fmla="*/ 8260 w 763267"/>
                <a:gd name="connsiteY403" fmla="*/ 369430 h 478792"/>
                <a:gd name="connsiteX404" fmla="*/ 13039 w 763267"/>
                <a:gd name="connsiteY404" fmla="*/ 371617 h 478792"/>
                <a:gd name="connsiteX405" fmla="*/ 19131 w 763267"/>
                <a:gd name="connsiteY405" fmla="*/ 374443 h 478792"/>
                <a:gd name="connsiteX406" fmla="*/ 15866 w 763267"/>
                <a:gd name="connsiteY406" fmla="*/ 377067 h 478792"/>
                <a:gd name="connsiteX407" fmla="*/ 15664 w 763267"/>
                <a:gd name="connsiteY407" fmla="*/ 380330 h 478792"/>
                <a:gd name="connsiteX408" fmla="*/ 16102 w 763267"/>
                <a:gd name="connsiteY408" fmla="*/ 387932 h 478792"/>
                <a:gd name="connsiteX409" fmla="*/ 12635 w 763267"/>
                <a:gd name="connsiteY409" fmla="*/ 388134 h 478792"/>
                <a:gd name="connsiteX410" fmla="*/ 6981 w 763267"/>
                <a:gd name="connsiteY410" fmla="*/ 384669 h 478792"/>
                <a:gd name="connsiteX411" fmla="*/ 2405 w 763267"/>
                <a:gd name="connsiteY411" fmla="*/ 386856 h 478792"/>
                <a:gd name="connsiteX412" fmla="*/ 15 w 763267"/>
                <a:gd name="connsiteY412" fmla="*/ 389244 h 478792"/>
                <a:gd name="connsiteX413" fmla="*/ 15 w 763267"/>
                <a:gd name="connsiteY413" fmla="*/ 394458 h 478792"/>
                <a:gd name="connsiteX414" fmla="*/ 3279 w 763267"/>
                <a:gd name="connsiteY414" fmla="*/ 400110 h 478792"/>
                <a:gd name="connsiteX415" fmla="*/ 6746 w 763267"/>
                <a:gd name="connsiteY415" fmla="*/ 404012 h 478792"/>
                <a:gd name="connsiteX416" fmla="*/ 13477 w 763267"/>
                <a:gd name="connsiteY416" fmla="*/ 402935 h 478792"/>
                <a:gd name="connsiteX417" fmla="*/ 15664 w 763267"/>
                <a:gd name="connsiteY417" fmla="*/ 401186 h 478792"/>
                <a:gd name="connsiteX418" fmla="*/ 17852 w 763267"/>
                <a:gd name="connsiteY418" fmla="*/ 399672 h 478792"/>
                <a:gd name="connsiteX419" fmla="*/ 17852 w 763267"/>
                <a:gd name="connsiteY419" fmla="*/ 394458 h 478792"/>
                <a:gd name="connsiteX420" fmla="*/ 22092 w 763267"/>
                <a:gd name="connsiteY420" fmla="*/ 392709 h 478792"/>
                <a:gd name="connsiteX421" fmla="*/ 25256 w 763267"/>
                <a:gd name="connsiteY421" fmla="*/ 394862 h 478792"/>
                <a:gd name="connsiteX422" fmla="*/ 26568 w 763267"/>
                <a:gd name="connsiteY422" fmla="*/ 399639 h 478792"/>
                <a:gd name="connsiteX423" fmla="*/ 26568 w 763267"/>
                <a:gd name="connsiteY423" fmla="*/ 406165 h 478792"/>
                <a:gd name="connsiteX424" fmla="*/ 32021 w 763267"/>
                <a:gd name="connsiteY424" fmla="*/ 408553 h 478792"/>
                <a:gd name="connsiteX425" fmla="*/ 40502 w 763267"/>
                <a:gd name="connsiteY425" fmla="*/ 413566 h 478792"/>
                <a:gd name="connsiteX426" fmla="*/ 47468 w 763267"/>
                <a:gd name="connsiteY426" fmla="*/ 419217 h 478792"/>
                <a:gd name="connsiteX427" fmla="*/ 49420 w 763267"/>
                <a:gd name="connsiteY427" fmla="*/ 422917 h 478792"/>
                <a:gd name="connsiteX428" fmla="*/ 48780 w 763267"/>
                <a:gd name="connsiteY428" fmla="*/ 427055 h 478792"/>
                <a:gd name="connsiteX429" fmla="*/ 47468 w 763267"/>
                <a:gd name="connsiteY429" fmla="*/ 432706 h 478792"/>
                <a:gd name="connsiteX430" fmla="*/ 47468 w 763267"/>
                <a:gd name="connsiteY430" fmla="*/ 435532 h 478792"/>
                <a:gd name="connsiteX431" fmla="*/ 52684 w 763267"/>
                <a:gd name="connsiteY431" fmla="*/ 439872 h 478792"/>
                <a:gd name="connsiteX432" fmla="*/ 52684 w 763267"/>
                <a:gd name="connsiteY432" fmla="*/ 441621 h 478792"/>
                <a:gd name="connsiteX433" fmla="*/ 51271 w 763267"/>
                <a:gd name="connsiteY433" fmla="*/ 443370 h 478792"/>
                <a:gd name="connsiteX434" fmla="*/ 52684 w 763267"/>
                <a:gd name="connsiteY434" fmla="*/ 448147 h 478792"/>
                <a:gd name="connsiteX435" fmla="*/ 57261 w 763267"/>
                <a:gd name="connsiteY435" fmla="*/ 450737 h 478792"/>
                <a:gd name="connsiteX436" fmla="*/ 64665 w 763267"/>
                <a:gd name="connsiteY436" fmla="*/ 445523 h 478792"/>
                <a:gd name="connsiteX437" fmla="*/ 70118 w 763267"/>
                <a:gd name="connsiteY437" fmla="*/ 446600 h 478792"/>
                <a:gd name="connsiteX438" fmla="*/ 71867 w 763267"/>
                <a:gd name="connsiteY438" fmla="*/ 450939 h 478792"/>
                <a:gd name="connsiteX439" fmla="*/ 73819 w 763267"/>
                <a:gd name="connsiteY439" fmla="*/ 457230 h 478792"/>
                <a:gd name="connsiteX440" fmla="*/ 70118 w 763267"/>
                <a:gd name="connsiteY440" fmla="*/ 458744 h 478792"/>
                <a:gd name="connsiteX441" fmla="*/ 70118 w 763267"/>
                <a:gd name="connsiteY441" fmla="*/ 463520 h 478792"/>
                <a:gd name="connsiteX442" fmla="*/ 71733 w 763267"/>
                <a:gd name="connsiteY442" fmla="*/ 468129 h 478792"/>
                <a:gd name="connsiteX443" fmla="*/ 78127 w 763267"/>
                <a:gd name="connsiteY443" fmla="*/ 470988 h 478792"/>
                <a:gd name="connsiteX444" fmla="*/ 84252 w 763267"/>
                <a:gd name="connsiteY444" fmla="*/ 473680 h 478792"/>
                <a:gd name="connsiteX445" fmla="*/ 85599 w 763267"/>
                <a:gd name="connsiteY445" fmla="*/ 474016 h 478792"/>
                <a:gd name="connsiteX446" fmla="*/ 85195 w 763267"/>
                <a:gd name="connsiteY446" fmla="*/ 472637 h 478792"/>
                <a:gd name="connsiteX447" fmla="*/ 86373 w 763267"/>
                <a:gd name="connsiteY447" fmla="*/ 467995 h 478792"/>
                <a:gd name="connsiteX448" fmla="*/ 88392 w 763267"/>
                <a:gd name="connsiteY448" fmla="*/ 463083 h 478792"/>
                <a:gd name="connsiteX449" fmla="*/ 90714 w 763267"/>
                <a:gd name="connsiteY449" fmla="*/ 457566 h 478792"/>
                <a:gd name="connsiteX450" fmla="*/ 94786 w 763267"/>
                <a:gd name="connsiteY450" fmla="*/ 453496 h 478792"/>
                <a:gd name="connsiteX451" fmla="*/ 98253 w 763267"/>
                <a:gd name="connsiteY451" fmla="*/ 448584 h 478792"/>
                <a:gd name="connsiteX452" fmla="*/ 99700 w 763267"/>
                <a:gd name="connsiteY452" fmla="*/ 443068 h 478792"/>
                <a:gd name="connsiteX453" fmla="*/ 100844 w 763267"/>
                <a:gd name="connsiteY453" fmla="*/ 434960 h 478792"/>
                <a:gd name="connsiteX454" fmla="*/ 102863 w 763267"/>
                <a:gd name="connsiteY454" fmla="*/ 431495 h 478792"/>
                <a:gd name="connsiteX455" fmla="*/ 108080 w 763267"/>
                <a:gd name="connsiteY455" fmla="*/ 429477 h 478792"/>
                <a:gd name="connsiteX456" fmla="*/ 110974 w 763267"/>
                <a:gd name="connsiteY456" fmla="*/ 426281 h 478792"/>
                <a:gd name="connsiteX457" fmla="*/ 112118 w 763267"/>
                <a:gd name="connsiteY457" fmla="*/ 422211 h 478792"/>
                <a:gd name="connsiteX458" fmla="*/ 111243 w 763267"/>
                <a:gd name="connsiteY458" fmla="*/ 417300 h 478792"/>
                <a:gd name="connsiteX459" fmla="*/ 110941 w 763267"/>
                <a:gd name="connsiteY459" fmla="*/ 412657 h 478792"/>
                <a:gd name="connsiteX460" fmla="*/ 117907 w 763267"/>
                <a:gd name="connsiteY460" fmla="*/ 412657 h 478792"/>
                <a:gd name="connsiteX461" fmla="*/ 119926 w 763267"/>
                <a:gd name="connsiteY461" fmla="*/ 415248 h 478792"/>
                <a:gd name="connsiteX462" fmla="*/ 124873 w 763267"/>
                <a:gd name="connsiteY462" fmla="*/ 415550 h 478792"/>
                <a:gd name="connsiteX463" fmla="*/ 128340 w 763267"/>
                <a:gd name="connsiteY463" fmla="*/ 415550 h 478792"/>
                <a:gd name="connsiteX464" fmla="*/ 132681 w 763267"/>
                <a:gd name="connsiteY464" fmla="*/ 412657 h 478792"/>
                <a:gd name="connsiteX465" fmla="*/ 135273 w 763267"/>
                <a:gd name="connsiteY465" fmla="*/ 409462 h 478792"/>
                <a:gd name="connsiteX466" fmla="*/ 139042 w 763267"/>
                <a:gd name="connsiteY466" fmla="*/ 407140 h 478792"/>
                <a:gd name="connsiteX467" fmla="*/ 141061 w 763267"/>
                <a:gd name="connsiteY467" fmla="*/ 404685 h 478792"/>
                <a:gd name="connsiteX468" fmla="*/ 148028 w 763267"/>
                <a:gd name="connsiteY468" fmla="*/ 400480 h 478792"/>
                <a:gd name="connsiteX469" fmla="*/ 150922 w 763267"/>
                <a:gd name="connsiteY469" fmla="*/ 400480 h 478792"/>
                <a:gd name="connsiteX470" fmla="*/ 156139 w 763267"/>
                <a:gd name="connsiteY470" fmla="*/ 400480 h 478792"/>
                <a:gd name="connsiteX471" fmla="*/ 160211 w 763267"/>
                <a:gd name="connsiteY471" fmla="*/ 400480 h 478792"/>
                <a:gd name="connsiteX472" fmla="*/ 165730 w 763267"/>
                <a:gd name="connsiteY472" fmla="*/ 401354 h 478792"/>
                <a:gd name="connsiteX473" fmla="*/ 171249 w 763267"/>
                <a:gd name="connsiteY473" fmla="*/ 401657 h 478792"/>
                <a:gd name="connsiteX474" fmla="*/ 179091 w 763267"/>
                <a:gd name="connsiteY474" fmla="*/ 402229 h 478792"/>
                <a:gd name="connsiteX475" fmla="*/ 182860 w 763267"/>
                <a:gd name="connsiteY475" fmla="*/ 404853 h 478792"/>
                <a:gd name="connsiteX476" fmla="*/ 184880 w 763267"/>
                <a:gd name="connsiteY476" fmla="*/ 405997 h 478792"/>
                <a:gd name="connsiteX477" fmla="*/ 188649 w 763267"/>
                <a:gd name="connsiteY477" fmla="*/ 408890 h 478792"/>
                <a:gd name="connsiteX478" fmla="*/ 191274 w 763267"/>
                <a:gd name="connsiteY478" fmla="*/ 412086 h 478792"/>
                <a:gd name="connsiteX479" fmla="*/ 193899 w 763267"/>
                <a:gd name="connsiteY479" fmla="*/ 415853 h 478792"/>
                <a:gd name="connsiteX480" fmla="*/ 199115 w 763267"/>
                <a:gd name="connsiteY480" fmla="*/ 418174 h 478792"/>
                <a:gd name="connsiteX481" fmla="*/ 206654 w 763267"/>
                <a:gd name="connsiteY481" fmla="*/ 413229 h 478792"/>
                <a:gd name="connsiteX482" fmla="*/ 209245 w 763267"/>
                <a:gd name="connsiteY482" fmla="*/ 408318 h 478792"/>
                <a:gd name="connsiteX483" fmla="*/ 214765 w 763267"/>
                <a:gd name="connsiteY483" fmla="*/ 405425 h 478792"/>
                <a:gd name="connsiteX484" fmla="*/ 218231 w 763267"/>
                <a:gd name="connsiteY484" fmla="*/ 403104 h 478792"/>
                <a:gd name="connsiteX485" fmla="*/ 221428 w 763267"/>
                <a:gd name="connsiteY485" fmla="*/ 400110 h 478792"/>
                <a:gd name="connsiteX486" fmla="*/ 221428 w 763267"/>
                <a:gd name="connsiteY486" fmla="*/ 396140 h 478792"/>
                <a:gd name="connsiteX487" fmla="*/ 219981 w 763267"/>
                <a:gd name="connsiteY487" fmla="*/ 394391 h 478792"/>
                <a:gd name="connsiteX488" fmla="*/ 218231 w 763267"/>
                <a:gd name="connsiteY488" fmla="*/ 393214 h 478792"/>
                <a:gd name="connsiteX489" fmla="*/ 215034 w 763267"/>
                <a:gd name="connsiteY489" fmla="*/ 391767 h 478792"/>
                <a:gd name="connsiteX490" fmla="*/ 211568 w 763267"/>
                <a:gd name="connsiteY490" fmla="*/ 389446 h 478792"/>
                <a:gd name="connsiteX491" fmla="*/ 209548 w 763267"/>
                <a:gd name="connsiteY491" fmla="*/ 389446 h 478792"/>
                <a:gd name="connsiteX492" fmla="*/ 207226 w 763267"/>
                <a:gd name="connsiteY492" fmla="*/ 386553 h 478792"/>
                <a:gd name="connsiteX493" fmla="*/ 205207 w 763267"/>
                <a:gd name="connsiteY493" fmla="*/ 382482 h 478792"/>
                <a:gd name="connsiteX494" fmla="*/ 205779 w 763267"/>
                <a:gd name="connsiteY494" fmla="*/ 379590 h 478792"/>
                <a:gd name="connsiteX495" fmla="*/ 206082 w 763267"/>
                <a:gd name="connsiteY495" fmla="*/ 374947 h 478792"/>
                <a:gd name="connsiteX496" fmla="*/ 205779 w 763267"/>
                <a:gd name="connsiteY496" fmla="*/ 369161 h 478792"/>
                <a:gd name="connsiteX497" fmla="*/ 206957 w 763267"/>
                <a:gd name="connsiteY497" fmla="*/ 367143 h 478792"/>
                <a:gd name="connsiteX498" fmla="*/ 211299 w 763267"/>
                <a:gd name="connsiteY498" fmla="*/ 367143 h 478792"/>
                <a:gd name="connsiteX499" fmla="*/ 218837 w 763267"/>
                <a:gd name="connsiteY499" fmla="*/ 367008 h 478792"/>
                <a:gd name="connsiteX500" fmla="*/ 220284 w 763267"/>
                <a:gd name="connsiteY500" fmla="*/ 367008 h 478792"/>
                <a:gd name="connsiteX501" fmla="*/ 224626 w 763267"/>
                <a:gd name="connsiteY501" fmla="*/ 367008 h 478792"/>
                <a:gd name="connsiteX502" fmla="*/ 231289 w 763267"/>
                <a:gd name="connsiteY502" fmla="*/ 366773 h 478792"/>
                <a:gd name="connsiteX503" fmla="*/ 235059 w 763267"/>
                <a:gd name="connsiteY503" fmla="*/ 363644 h 478792"/>
                <a:gd name="connsiteX504" fmla="*/ 237381 w 763267"/>
                <a:gd name="connsiteY504" fmla="*/ 360449 h 478792"/>
                <a:gd name="connsiteX505" fmla="*/ 240006 w 763267"/>
                <a:gd name="connsiteY505" fmla="*/ 356984 h 478792"/>
                <a:gd name="connsiteX506" fmla="*/ 241453 w 763267"/>
                <a:gd name="connsiteY506" fmla="*/ 356984 h 478792"/>
                <a:gd name="connsiteX507" fmla="*/ 244650 w 763267"/>
                <a:gd name="connsiteY507" fmla="*/ 358430 h 478792"/>
                <a:gd name="connsiteX508" fmla="*/ 247847 w 763267"/>
                <a:gd name="connsiteY508" fmla="*/ 365091 h 478792"/>
                <a:gd name="connsiteX509" fmla="*/ 250170 w 763267"/>
                <a:gd name="connsiteY509" fmla="*/ 370036 h 478792"/>
                <a:gd name="connsiteX510" fmla="*/ 253636 w 763267"/>
                <a:gd name="connsiteY510" fmla="*/ 372929 h 478792"/>
                <a:gd name="connsiteX511" fmla="*/ 259425 w 763267"/>
                <a:gd name="connsiteY511" fmla="*/ 371482 h 478792"/>
                <a:gd name="connsiteX512" fmla="*/ 267535 w 763267"/>
                <a:gd name="connsiteY512" fmla="*/ 369161 h 478792"/>
                <a:gd name="connsiteX513" fmla="*/ 271607 w 763267"/>
                <a:gd name="connsiteY513" fmla="*/ 367143 h 478792"/>
                <a:gd name="connsiteX514" fmla="*/ 275949 w 763267"/>
                <a:gd name="connsiteY514" fmla="*/ 370910 h 478792"/>
                <a:gd name="connsiteX515" fmla="*/ 279718 w 763267"/>
                <a:gd name="connsiteY515" fmla="*/ 372929 h 478792"/>
                <a:gd name="connsiteX516" fmla="*/ 286988 w 763267"/>
                <a:gd name="connsiteY516" fmla="*/ 376125 h 478792"/>
                <a:gd name="connsiteX517" fmla="*/ 293348 w 763267"/>
                <a:gd name="connsiteY517" fmla="*/ 377874 h 478792"/>
                <a:gd name="connsiteX518" fmla="*/ 296545 w 763267"/>
                <a:gd name="connsiteY518" fmla="*/ 379320 h 478792"/>
                <a:gd name="connsiteX519" fmla="*/ 298296 w 763267"/>
                <a:gd name="connsiteY519" fmla="*/ 382214 h 478792"/>
                <a:gd name="connsiteX520" fmla="*/ 306406 w 763267"/>
                <a:gd name="connsiteY520" fmla="*/ 385241 h 478792"/>
                <a:gd name="connsiteX521" fmla="*/ 310748 w 763267"/>
                <a:gd name="connsiteY521" fmla="*/ 384804 h 478792"/>
                <a:gd name="connsiteX522" fmla="*/ 316267 w 763267"/>
                <a:gd name="connsiteY522" fmla="*/ 384804 h 478792"/>
                <a:gd name="connsiteX523" fmla="*/ 322359 w 763267"/>
                <a:gd name="connsiteY523" fmla="*/ 383794 h 478792"/>
                <a:gd name="connsiteX524" fmla="*/ 329022 w 763267"/>
                <a:gd name="connsiteY524" fmla="*/ 383088 h 478792"/>
                <a:gd name="connsiteX525" fmla="*/ 331916 w 763267"/>
                <a:gd name="connsiteY525" fmla="*/ 383088 h 478792"/>
                <a:gd name="connsiteX526" fmla="*/ 335113 w 763267"/>
                <a:gd name="connsiteY526" fmla="*/ 385712 h 478792"/>
                <a:gd name="connsiteX527" fmla="*/ 339455 w 763267"/>
                <a:gd name="connsiteY527" fmla="*/ 387730 h 478792"/>
                <a:gd name="connsiteX528" fmla="*/ 345816 w 763267"/>
                <a:gd name="connsiteY528" fmla="*/ 391801 h 478792"/>
                <a:gd name="connsiteX529" fmla="*/ 349282 w 763267"/>
                <a:gd name="connsiteY529" fmla="*/ 392978 h 478792"/>
                <a:gd name="connsiteX530" fmla="*/ 355946 w 763267"/>
                <a:gd name="connsiteY530" fmla="*/ 398192 h 478792"/>
                <a:gd name="connsiteX531" fmla="*/ 362912 w 763267"/>
                <a:gd name="connsiteY531" fmla="*/ 400513 h 478792"/>
                <a:gd name="connsiteX532" fmla="*/ 364932 w 763267"/>
                <a:gd name="connsiteY532" fmla="*/ 406299 h 478792"/>
                <a:gd name="connsiteX533" fmla="*/ 368398 w 763267"/>
                <a:gd name="connsiteY533" fmla="*/ 408890 h 478792"/>
                <a:gd name="connsiteX534" fmla="*/ 373312 w 763267"/>
                <a:gd name="connsiteY534" fmla="*/ 412960 h 478792"/>
                <a:gd name="connsiteX535" fmla="*/ 375634 w 763267"/>
                <a:gd name="connsiteY535" fmla="*/ 420361 h 478792"/>
                <a:gd name="connsiteX536" fmla="*/ 376946 w 763267"/>
                <a:gd name="connsiteY536" fmla="*/ 422379 h 478792"/>
                <a:gd name="connsiteX537" fmla="*/ 378461 w 763267"/>
                <a:gd name="connsiteY537" fmla="*/ 421942 h 478792"/>
                <a:gd name="connsiteX538" fmla="*/ 381422 w 763267"/>
                <a:gd name="connsiteY538" fmla="*/ 417737 h 478792"/>
                <a:gd name="connsiteX539" fmla="*/ 381422 w 763267"/>
                <a:gd name="connsiteY539" fmla="*/ 415281 h 478792"/>
                <a:gd name="connsiteX540" fmla="*/ 382499 w 763267"/>
                <a:gd name="connsiteY540" fmla="*/ 414272 h 478792"/>
                <a:gd name="connsiteX541" fmla="*/ 384889 w 763267"/>
                <a:gd name="connsiteY541" fmla="*/ 417030 h 478792"/>
                <a:gd name="connsiteX542" fmla="*/ 384889 w 763267"/>
                <a:gd name="connsiteY542" fmla="*/ 418780 h 478792"/>
                <a:gd name="connsiteX543" fmla="*/ 386639 w 763267"/>
                <a:gd name="connsiteY543" fmla="*/ 422413 h 478792"/>
                <a:gd name="connsiteX544" fmla="*/ 388961 w 763267"/>
                <a:gd name="connsiteY544" fmla="*/ 423859 h 478792"/>
                <a:gd name="connsiteX545" fmla="*/ 391855 w 763267"/>
                <a:gd name="connsiteY545" fmla="*/ 423557 h 478792"/>
                <a:gd name="connsiteX546" fmla="*/ 395625 w 763267"/>
                <a:gd name="connsiteY546" fmla="*/ 421404 h 478792"/>
                <a:gd name="connsiteX547" fmla="*/ 397509 w 763267"/>
                <a:gd name="connsiteY547" fmla="*/ 419082 h 478792"/>
                <a:gd name="connsiteX548" fmla="*/ 399832 w 763267"/>
                <a:gd name="connsiteY548" fmla="*/ 416761 h 478792"/>
                <a:gd name="connsiteX549" fmla="*/ 402456 w 763267"/>
                <a:gd name="connsiteY549" fmla="*/ 412119 h 478792"/>
                <a:gd name="connsiteX550" fmla="*/ 404913 w 763267"/>
                <a:gd name="connsiteY550" fmla="*/ 411547 h 478792"/>
                <a:gd name="connsiteX551" fmla="*/ 408683 w 763267"/>
                <a:gd name="connsiteY551" fmla="*/ 409226 h 478792"/>
                <a:gd name="connsiteX552" fmla="*/ 411880 w 763267"/>
                <a:gd name="connsiteY552" fmla="*/ 409226 h 478792"/>
                <a:gd name="connsiteX553" fmla="*/ 416659 w 763267"/>
                <a:gd name="connsiteY553" fmla="*/ 408789 h 478792"/>
                <a:gd name="connsiteX554" fmla="*/ 419116 w 763267"/>
                <a:gd name="connsiteY554" fmla="*/ 410975 h 478792"/>
                <a:gd name="connsiteX555" fmla="*/ 422582 w 763267"/>
                <a:gd name="connsiteY555" fmla="*/ 407780 h 478792"/>
                <a:gd name="connsiteX556" fmla="*/ 424164 w 763267"/>
                <a:gd name="connsiteY556" fmla="*/ 404887 h 478792"/>
                <a:gd name="connsiteX557" fmla="*/ 426183 w 763267"/>
                <a:gd name="connsiteY557" fmla="*/ 401691 h 478792"/>
                <a:gd name="connsiteX558" fmla="*/ 428202 w 763267"/>
                <a:gd name="connsiteY558" fmla="*/ 398663 h 478792"/>
                <a:gd name="connsiteX559" fmla="*/ 430087 w 763267"/>
                <a:gd name="connsiteY559" fmla="*/ 395636 h 478792"/>
                <a:gd name="connsiteX560" fmla="*/ 431971 w 763267"/>
                <a:gd name="connsiteY560" fmla="*/ 393752 h 478792"/>
                <a:gd name="connsiteX561" fmla="*/ 436885 w 763267"/>
                <a:gd name="connsiteY561" fmla="*/ 392608 h 478792"/>
                <a:gd name="connsiteX562" fmla="*/ 440351 w 763267"/>
                <a:gd name="connsiteY562" fmla="*/ 392608 h 478792"/>
                <a:gd name="connsiteX563" fmla="*/ 442539 w 763267"/>
                <a:gd name="connsiteY563" fmla="*/ 392608 h 478792"/>
                <a:gd name="connsiteX564" fmla="*/ 444121 w 763267"/>
                <a:gd name="connsiteY564" fmla="*/ 394627 h 478792"/>
                <a:gd name="connsiteX565" fmla="*/ 444895 w 763267"/>
                <a:gd name="connsiteY565" fmla="*/ 395198 h 478792"/>
                <a:gd name="connsiteX566" fmla="*/ 445703 w 763267"/>
                <a:gd name="connsiteY566" fmla="*/ 398226 h 478792"/>
                <a:gd name="connsiteX567" fmla="*/ 445703 w 763267"/>
                <a:gd name="connsiteY567" fmla="*/ 401422 h 478792"/>
                <a:gd name="connsiteX568" fmla="*/ 445703 w 763267"/>
                <a:gd name="connsiteY568" fmla="*/ 406636 h 478792"/>
                <a:gd name="connsiteX569" fmla="*/ 445703 w 763267"/>
                <a:gd name="connsiteY569" fmla="*/ 408082 h 478792"/>
                <a:gd name="connsiteX570" fmla="*/ 445837 w 763267"/>
                <a:gd name="connsiteY570" fmla="*/ 413162 h 478792"/>
                <a:gd name="connsiteX571" fmla="*/ 445972 w 763267"/>
                <a:gd name="connsiteY571" fmla="*/ 416627 h 478792"/>
                <a:gd name="connsiteX572" fmla="*/ 445433 w 763267"/>
                <a:gd name="connsiteY572" fmla="*/ 420966 h 478792"/>
                <a:gd name="connsiteX573" fmla="*/ 446140 w 763267"/>
                <a:gd name="connsiteY573" fmla="*/ 424734 h 478792"/>
                <a:gd name="connsiteX574" fmla="*/ 448361 w 763267"/>
                <a:gd name="connsiteY574" fmla="*/ 427190 h 478792"/>
                <a:gd name="connsiteX575" fmla="*/ 450246 w 763267"/>
                <a:gd name="connsiteY575" fmla="*/ 429376 h 478792"/>
                <a:gd name="connsiteX576" fmla="*/ 453578 w 763267"/>
                <a:gd name="connsiteY576" fmla="*/ 430554 h 478792"/>
                <a:gd name="connsiteX577" fmla="*/ 455765 w 763267"/>
                <a:gd name="connsiteY577" fmla="*/ 429545 h 478792"/>
                <a:gd name="connsiteX578" fmla="*/ 458087 w 763267"/>
                <a:gd name="connsiteY578" fmla="*/ 427223 h 478792"/>
                <a:gd name="connsiteX579" fmla="*/ 460477 w 763267"/>
                <a:gd name="connsiteY579" fmla="*/ 427795 h 478792"/>
                <a:gd name="connsiteX580" fmla="*/ 461419 w 763267"/>
                <a:gd name="connsiteY580" fmla="*/ 429679 h 478792"/>
                <a:gd name="connsiteX581" fmla="*/ 461419 w 763267"/>
                <a:gd name="connsiteY581" fmla="*/ 432706 h 478792"/>
                <a:gd name="connsiteX582" fmla="*/ 461419 w 763267"/>
                <a:gd name="connsiteY582" fmla="*/ 436171 h 478792"/>
                <a:gd name="connsiteX583" fmla="*/ 464313 w 763267"/>
                <a:gd name="connsiteY583" fmla="*/ 435431 h 478792"/>
                <a:gd name="connsiteX584" fmla="*/ 467342 w 763267"/>
                <a:gd name="connsiteY584" fmla="*/ 432673 h 478792"/>
                <a:gd name="connsiteX585" fmla="*/ 469227 w 763267"/>
                <a:gd name="connsiteY585" fmla="*/ 431361 h 478792"/>
                <a:gd name="connsiteX586" fmla="*/ 471112 w 763267"/>
                <a:gd name="connsiteY586" fmla="*/ 428165 h 478792"/>
                <a:gd name="connsiteX587" fmla="*/ 478516 w 763267"/>
                <a:gd name="connsiteY587" fmla="*/ 422211 h 478792"/>
                <a:gd name="connsiteX588" fmla="*/ 483295 w 763267"/>
                <a:gd name="connsiteY588" fmla="*/ 418578 h 478792"/>
                <a:gd name="connsiteX589" fmla="*/ 485449 w 763267"/>
                <a:gd name="connsiteY589" fmla="*/ 414945 h 478792"/>
                <a:gd name="connsiteX590" fmla="*/ 489218 w 763267"/>
                <a:gd name="connsiteY590" fmla="*/ 410740 h 478792"/>
                <a:gd name="connsiteX591" fmla="*/ 490665 w 763267"/>
                <a:gd name="connsiteY591" fmla="*/ 408722 h 478792"/>
                <a:gd name="connsiteX592" fmla="*/ 492247 w 763267"/>
                <a:gd name="connsiteY592" fmla="*/ 407847 h 478792"/>
                <a:gd name="connsiteX593" fmla="*/ 496723 w 763267"/>
                <a:gd name="connsiteY593" fmla="*/ 404214 h 478792"/>
                <a:gd name="connsiteX594" fmla="*/ 498608 w 763267"/>
                <a:gd name="connsiteY594" fmla="*/ 403474 h 478792"/>
                <a:gd name="connsiteX595" fmla="*/ 501637 w 763267"/>
                <a:gd name="connsiteY595" fmla="*/ 402027 h 478792"/>
                <a:gd name="connsiteX596" fmla="*/ 504531 w 763267"/>
                <a:gd name="connsiteY596" fmla="*/ 401018 h 478792"/>
                <a:gd name="connsiteX597" fmla="*/ 506719 w 763267"/>
                <a:gd name="connsiteY597" fmla="*/ 401153 h 478792"/>
                <a:gd name="connsiteX598" fmla="*/ 508738 w 763267"/>
                <a:gd name="connsiteY598" fmla="*/ 402902 h 478792"/>
                <a:gd name="connsiteX599" fmla="*/ 509444 w 763267"/>
                <a:gd name="connsiteY599" fmla="*/ 403339 h 478792"/>
                <a:gd name="connsiteX600" fmla="*/ 512911 w 763267"/>
                <a:gd name="connsiteY600" fmla="*/ 405660 h 478792"/>
                <a:gd name="connsiteX601" fmla="*/ 515233 w 763267"/>
                <a:gd name="connsiteY601" fmla="*/ 408116 h 478792"/>
                <a:gd name="connsiteX602" fmla="*/ 516680 w 763267"/>
                <a:gd name="connsiteY602" fmla="*/ 408553 h 478792"/>
                <a:gd name="connsiteX603" fmla="*/ 520315 w 763267"/>
                <a:gd name="connsiteY603" fmla="*/ 411884 h 478792"/>
                <a:gd name="connsiteX604" fmla="*/ 522334 w 763267"/>
                <a:gd name="connsiteY604" fmla="*/ 413768 h 478792"/>
                <a:gd name="connsiteX605" fmla="*/ 523950 w 763267"/>
                <a:gd name="connsiteY605" fmla="*/ 415517 h 478792"/>
                <a:gd name="connsiteX606" fmla="*/ 523950 w 763267"/>
                <a:gd name="connsiteY606" fmla="*/ 418712 h 478792"/>
                <a:gd name="connsiteX607" fmla="*/ 522940 w 763267"/>
                <a:gd name="connsiteY607" fmla="*/ 420462 h 478792"/>
                <a:gd name="connsiteX608" fmla="*/ 521493 w 763267"/>
                <a:gd name="connsiteY608" fmla="*/ 421774 h 478792"/>
                <a:gd name="connsiteX609" fmla="*/ 520617 w 763267"/>
                <a:gd name="connsiteY609" fmla="*/ 422648 h 478792"/>
                <a:gd name="connsiteX610" fmla="*/ 520315 w 763267"/>
                <a:gd name="connsiteY610" fmla="*/ 423960 h 478792"/>
                <a:gd name="connsiteX611" fmla="*/ 521762 w 763267"/>
                <a:gd name="connsiteY611" fmla="*/ 425541 h 478792"/>
                <a:gd name="connsiteX612" fmla="*/ 522031 w 763267"/>
                <a:gd name="connsiteY612" fmla="*/ 426988 h 478792"/>
                <a:gd name="connsiteX613" fmla="*/ 525363 w 763267"/>
                <a:gd name="connsiteY613" fmla="*/ 425979 h 478792"/>
                <a:gd name="connsiteX614" fmla="*/ 526810 w 763267"/>
                <a:gd name="connsiteY614" fmla="*/ 426988 h 478792"/>
                <a:gd name="connsiteX615" fmla="*/ 529132 w 763267"/>
                <a:gd name="connsiteY615" fmla="*/ 430453 h 478792"/>
                <a:gd name="connsiteX616" fmla="*/ 529132 w 763267"/>
                <a:gd name="connsiteY616" fmla="*/ 432639 h 478792"/>
                <a:gd name="connsiteX617" fmla="*/ 528560 w 763267"/>
                <a:gd name="connsiteY617" fmla="*/ 434826 h 478792"/>
                <a:gd name="connsiteX618" fmla="*/ 527988 w 763267"/>
                <a:gd name="connsiteY618" fmla="*/ 436272 h 478792"/>
                <a:gd name="connsiteX619" fmla="*/ 527416 w 763267"/>
                <a:gd name="connsiteY619" fmla="*/ 437147 h 478792"/>
                <a:gd name="connsiteX620" fmla="*/ 525094 w 763267"/>
                <a:gd name="connsiteY620" fmla="*/ 439737 h 478792"/>
                <a:gd name="connsiteX621" fmla="*/ 523209 w 763267"/>
                <a:gd name="connsiteY621" fmla="*/ 441924 h 478792"/>
                <a:gd name="connsiteX622" fmla="*/ 520887 w 763267"/>
                <a:gd name="connsiteY622" fmla="*/ 443505 h 478792"/>
                <a:gd name="connsiteX623" fmla="*/ 519137 w 763267"/>
                <a:gd name="connsiteY623" fmla="*/ 445389 h 478792"/>
                <a:gd name="connsiteX624" fmla="*/ 517623 w 763267"/>
                <a:gd name="connsiteY624" fmla="*/ 447138 h 478792"/>
                <a:gd name="connsiteX625" fmla="*/ 516815 w 763267"/>
                <a:gd name="connsiteY625" fmla="*/ 450603 h 478792"/>
                <a:gd name="connsiteX626" fmla="*/ 515940 w 763267"/>
                <a:gd name="connsiteY626" fmla="*/ 453496 h 478792"/>
                <a:gd name="connsiteX627" fmla="*/ 516646 w 763267"/>
                <a:gd name="connsiteY627" fmla="*/ 455682 h 478792"/>
                <a:gd name="connsiteX628" fmla="*/ 520719 w 763267"/>
                <a:gd name="connsiteY628" fmla="*/ 455817 h 478792"/>
                <a:gd name="connsiteX629" fmla="*/ 523916 w 763267"/>
                <a:gd name="connsiteY629" fmla="*/ 456557 h 478792"/>
                <a:gd name="connsiteX630" fmla="*/ 527382 w 763267"/>
                <a:gd name="connsiteY630" fmla="*/ 457129 h 478792"/>
                <a:gd name="connsiteX631" fmla="*/ 526507 w 763267"/>
                <a:gd name="connsiteY631" fmla="*/ 459585 h 478792"/>
                <a:gd name="connsiteX632" fmla="*/ 524050 w 763267"/>
                <a:gd name="connsiteY632" fmla="*/ 460728 h 478792"/>
                <a:gd name="connsiteX633" fmla="*/ 521156 w 763267"/>
                <a:gd name="connsiteY633" fmla="*/ 461872 h 478792"/>
                <a:gd name="connsiteX634" fmla="*/ 519137 w 763267"/>
                <a:gd name="connsiteY634" fmla="*/ 464059 h 478792"/>
                <a:gd name="connsiteX635" fmla="*/ 518565 w 763267"/>
                <a:gd name="connsiteY635" fmla="*/ 466077 h 478792"/>
                <a:gd name="connsiteX636" fmla="*/ 519574 w 763267"/>
                <a:gd name="connsiteY636" fmla="*/ 468970 h 478792"/>
                <a:gd name="connsiteX637" fmla="*/ 521459 w 763267"/>
                <a:gd name="connsiteY637" fmla="*/ 470282 h 478792"/>
                <a:gd name="connsiteX638" fmla="*/ 524488 w 763267"/>
                <a:gd name="connsiteY638" fmla="*/ 473309 h 478792"/>
                <a:gd name="connsiteX639" fmla="*/ 526810 w 763267"/>
                <a:gd name="connsiteY639" fmla="*/ 474184 h 478792"/>
                <a:gd name="connsiteX640" fmla="*/ 529132 w 763267"/>
                <a:gd name="connsiteY640" fmla="*/ 473747 h 478792"/>
                <a:gd name="connsiteX641" fmla="*/ 531757 w 763267"/>
                <a:gd name="connsiteY641" fmla="*/ 472435 h 478792"/>
                <a:gd name="connsiteX642" fmla="*/ 533339 w 763267"/>
                <a:gd name="connsiteY642" fmla="*/ 470854 h 478792"/>
                <a:gd name="connsiteX643" fmla="*/ 534484 w 763267"/>
                <a:gd name="connsiteY643" fmla="*/ 469105 h 478792"/>
                <a:gd name="connsiteX644" fmla="*/ 535998 w 763267"/>
                <a:gd name="connsiteY644" fmla="*/ 468533 h 478792"/>
                <a:gd name="connsiteX645" fmla="*/ 537815 w 763267"/>
                <a:gd name="connsiteY645" fmla="*/ 470988 h 478792"/>
                <a:gd name="connsiteX646" fmla="*/ 537815 w 763267"/>
                <a:gd name="connsiteY646" fmla="*/ 472570 h 478792"/>
                <a:gd name="connsiteX647" fmla="*/ 537815 w 763267"/>
                <a:gd name="connsiteY647" fmla="*/ 475328 h 478792"/>
                <a:gd name="connsiteX648" fmla="*/ 541585 w 763267"/>
                <a:gd name="connsiteY648" fmla="*/ 478793 h 478792"/>
                <a:gd name="connsiteX649" fmla="*/ 543301 w 763267"/>
                <a:gd name="connsiteY649" fmla="*/ 477346 h 478792"/>
                <a:gd name="connsiteX650" fmla="*/ 546936 w 763267"/>
                <a:gd name="connsiteY650" fmla="*/ 477481 h 478792"/>
                <a:gd name="connsiteX651" fmla="*/ 548517 w 763267"/>
                <a:gd name="connsiteY651" fmla="*/ 472401 h 478792"/>
                <a:gd name="connsiteX652" fmla="*/ 551715 w 763267"/>
                <a:gd name="connsiteY652" fmla="*/ 469710 h 478792"/>
                <a:gd name="connsiteX653" fmla="*/ 556493 w 763267"/>
                <a:gd name="connsiteY653" fmla="*/ 465371 h 478792"/>
                <a:gd name="connsiteX654" fmla="*/ 558883 w 763267"/>
                <a:gd name="connsiteY654" fmla="*/ 462108 h 478792"/>
                <a:gd name="connsiteX655" fmla="*/ 561710 w 763267"/>
                <a:gd name="connsiteY655" fmla="*/ 457600 h 478792"/>
                <a:gd name="connsiteX656" fmla="*/ 567801 w 763267"/>
                <a:gd name="connsiteY656" fmla="*/ 457533 h 478792"/>
                <a:gd name="connsiteX657" fmla="*/ 570056 w 763267"/>
                <a:gd name="connsiteY657" fmla="*/ 457600 h 478792"/>
                <a:gd name="connsiteX658" fmla="*/ 570191 w 763267"/>
                <a:gd name="connsiteY658" fmla="*/ 457533 h 478792"/>
                <a:gd name="connsiteX659" fmla="*/ 575609 w 763267"/>
                <a:gd name="connsiteY659" fmla="*/ 456456 h 478792"/>
                <a:gd name="connsiteX660" fmla="*/ 577797 w 763267"/>
                <a:gd name="connsiteY660" fmla="*/ 455144 h 478792"/>
                <a:gd name="connsiteX661" fmla="*/ 577797 w 763267"/>
                <a:gd name="connsiteY661" fmla="*/ 449930 h 478792"/>
                <a:gd name="connsiteX662" fmla="*/ 577797 w 763267"/>
                <a:gd name="connsiteY662" fmla="*/ 447743 h 478792"/>
                <a:gd name="connsiteX663" fmla="*/ 578672 w 763267"/>
                <a:gd name="connsiteY663" fmla="*/ 443841 h 478792"/>
                <a:gd name="connsiteX664" fmla="*/ 582138 w 763267"/>
                <a:gd name="connsiteY664" fmla="*/ 443841 h 478792"/>
                <a:gd name="connsiteX665" fmla="*/ 595196 w 763267"/>
                <a:gd name="connsiteY665" fmla="*/ 443841 h 478792"/>
                <a:gd name="connsiteX666" fmla="*/ 603004 w 763267"/>
                <a:gd name="connsiteY666" fmla="*/ 442092 h 478792"/>
                <a:gd name="connsiteX667" fmla="*/ 606470 w 763267"/>
                <a:gd name="connsiteY667" fmla="*/ 440578 h 478792"/>
                <a:gd name="connsiteX668" fmla="*/ 610374 w 763267"/>
                <a:gd name="connsiteY668" fmla="*/ 436239 h 478792"/>
                <a:gd name="connsiteX669" fmla="*/ 613403 w 763267"/>
                <a:gd name="connsiteY669" fmla="*/ 433413 h 478792"/>
                <a:gd name="connsiteX670" fmla="*/ 623836 w 763267"/>
                <a:gd name="connsiteY670" fmla="*/ 433413 h 478792"/>
                <a:gd name="connsiteX671" fmla="*/ 632519 w 763267"/>
                <a:gd name="connsiteY671" fmla="*/ 433413 h 478792"/>
                <a:gd name="connsiteX672" fmla="*/ 639687 w 763267"/>
                <a:gd name="connsiteY672" fmla="*/ 433413 h 478792"/>
                <a:gd name="connsiteX673" fmla="*/ 644029 w 763267"/>
                <a:gd name="connsiteY673" fmla="*/ 428972 h 478792"/>
                <a:gd name="connsiteX674" fmla="*/ 639687 w 763267"/>
                <a:gd name="connsiteY674" fmla="*/ 421034 h 478792"/>
                <a:gd name="connsiteX675" fmla="*/ 643827 w 763267"/>
                <a:gd name="connsiteY675" fmla="*/ 416896 h 478792"/>
                <a:gd name="connsiteX676" fmla="*/ 645779 w 763267"/>
                <a:gd name="connsiteY676" fmla="*/ 413633 h 478792"/>
                <a:gd name="connsiteX677" fmla="*/ 650558 w 763267"/>
                <a:gd name="connsiteY677" fmla="*/ 409495 h 478792"/>
                <a:gd name="connsiteX678" fmla="*/ 656010 w 763267"/>
                <a:gd name="connsiteY678" fmla="*/ 412960 h 478792"/>
                <a:gd name="connsiteX679" fmla="*/ 663414 w 763267"/>
                <a:gd name="connsiteY679" fmla="*/ 417939 h 478792"/>
                <a:gd name="connsiteX680" fmla="*/ 669943 w 763267"/>
                <a:gd name="connsiteY680" fmla="*/ 414474 h 478792"/>
                <a:gd name="connsiteX681" fmla="*/ 671020 w 763267"/>
                <a:gd name="connsiteY681" fmla="*/ 410134 h 478792"/>
                <a:gd name="connsiteX682" fmla="*/ 674049 w 763267"/>
                <a:gd name="connsiteY682" fmla="*/ 404046 h 478792"/>
                <a:gd name="connsiteX683" fmla="*/ 680578 w 763267"/>
                <a:gd name="connsiteY683" fmla="*/ 401422 h 478792"/>
                <a:gd name="connsiteX684" fmla="*/ 685155 w 763267"/>
                <a:gd name="connsiteY684" fmla="*/ 400110 h 478792"/>
                <a:gd name="connsiteX685" fmla="*/ 688857 w 763267"/>
                <a:gd name="connsiteY685" fmla="*/ 397721 h 478792"/>
                <a:gd name="connsiteX686" fmla="*/ 691684 w 763267"/>
                <a:gd name="connsiteY686" fmla="*/ 393819 h 478792"/>
                <a:gd name="connsiteX687" fmla="*/ 694309 w 763267"/>
                <a:gd name="connsiteY687" fmla="*/ 389042 h 478792"/>
                <a:gd name="connsiteX688" fmla="*/ 694309 w 763267"/>
                <a:gd name="connsiteY688" fmla="*/ 385577 h 478792"/>
                <a:gd name="connsiteX689" fmla="*/ 696597 w 763267"/>
                <a:gd name="connsiteY689" fmla="*/ 381238 h 478792"/>
                <a:gd name="connsiteX690" fmla="*/ 704540 w 763267"/>
                <a:gd name="connsiteY690" fmla="*/ 380801 h 478792"/>
                <a:gd name="connsiteX691" fmla="*/ 710833 w 763267"/>
                <a:gd name="connsiteY691" fmla="*/ 379489 h 478792"/>
                <a:gd name="connsiteX692" fmla="*/ 722343 w 763267"/>
                <a:gd name="connsiteY692" fmla="*/ 379489 h 478792"/>
                <a:gd name="connsiteX693" fmla="*/ 727560 w 763267"/>
                <a:gd name="connsiteY693" fmla="*/ 381541 h 478792"/>
                <a:gd name="connsiteX694" fmla="*/ 730387 w 763267"/>
                <a:gd name="connsiteY694" fmla="*/ 384265 h 478792"/>
                <a:gd name="connsiteX695" fmla="*/ 735165 w 763267"/>
                <a:gd name="connsiteY695" fmla="*/ 391666 h 478792"/>
                <a:gd name="connsiteX696" fmla="*/ 744724 w 763267"/>
                <a:gd name="connsiteY696" fmla="*/ 391666 h 478792"/>
                <a:gd name="connsiteX697" fmla="*/ 748358 w 763267"/>
                <a:gd name="connsiteY697" fmla="*/ 390018 h 478792"/>
                <a:gd name="connsiteX698" fmla="*/ 756099 w 763267"/>
                <a:gd name="connsiteY698" fmla="*/ 386620 h 478792"/>
                <a:gd name="connsiteX699" fmla="*/ 761214 w 763267"/>
                <a:gd name="connsiteY699" fmla="*/ 384602 h 478792"/>
                <a:gd name="connsiteX700" fmla="*/ 763032 w 763267"/>
                <a:gd name="connsiteY700" fmla="*/ 382146 h 478792"/>
                <a:gd name="connsiteX701" fmla="*/ 763267 w 763267"/>
                <a:gd name="connsiteY701" fmla="*/ 383021 h 478792"/>
                <a:gd name="connsiteX702" fmla="*/ 761820 w 763267"/>
                <a:gd name="connsiteY702" fmla="*/ 377672 h 478792"/>
                <a:gd name="connsiteX703" fmla="*/ 761719 w 763267"/>
                <a:gd name="connsiteY703" fmla="*/ 373164 h 47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63267" h="478792">
                  <a:moveTo>
                    <a:pt x="761719" y="373164"/>
                  </a:moveTo>
                  <a:lnTo>
                    <a:pt x="756200" y="364755"/>
                  </a:lnTo>
                  <a:lnTo>
                    <a:pt x="755897" y="359238"/>
                  </a:lnTo>
                  <a:lnTo>
                    <a:pt x="756200" y="353721"/>
                  </a:lnTo>
                  <a:lnTo>
                    <a:pt x="755897" y="348809"/>
                  </a:lnTo>
                  <a:lnTo>
                    <a:pt x="754450" y="343595"/>
                  </a:lnTo>
                  <a:lnTo>
                    <a:pt x="752128" y="337237"/>
                  </a:lnTo>
                  <a:lnTo>
                    <a:pt x="750377" y="333167"/>
                  </a:lnTo>
                  <a:lnTo>
                    <a:pt x="745733" y="325934"/>
                  </a:lnTo>
                  <a:lnTo>
                    <a:pt x="741661" y="323310"/>
                  </a:lnTo>
                  <a:lnTo>
                    <a:pt x="736748" y="321864"/>
                  </a:lnTo>
                  <a:lnTo>
                    <a:pt x="733853" y="318668"/>
                  </a:lnTo>
                  <a:lnTo>
                    <a:pt x="738498" y="314598"/>
                  </a:lnTo>
                  <a:lnTo>
                    <a:pt x="736175" y="307365"/>
                  </a:lnTo>
                  <a:lnTo>
                    <a:pt x="736175" y="302723"/>
                  </a:lnTo>
                  <a:lnTo>
                    <a:pt x="733416" y="299258"/>
                  </a:lnTo>
                  <a:lnTo>
                    <a:pt x="730084" y="295188"/>
                  </a:lnTo>
                  <a:lnTo>
                    <a:pt x="725742" y="289973"/>
                  </a:lnTo>
                  <a:lnTo>
                    <a:pt x="721098" y="283885"/>
                  </a:lnTo>
                  <a:lnTo>
                    <a:pt x="721367" y="277224"/>
                  </a:lnTo>
                  <a:lnTo>
                    <a:pt x="725136" y="274028"/>
                  </a:lnTo>
                  <a:lnTo>
                    <a:pt x="727156" y="268242"/>
                  </a:lnTo>
                  <a:lnTo>
                    <a:pt x="727728" y="262725"/>
                  </a:lnTo>
                  <a:lnTo>
                    <a:pt x="726584" y="257814"/>
                  </a:lnTo>
                  <a:lnTo>
                    <a:pt x="731497" y="257814"/>
                  </a:lnTo>
                  <a:lnTo>
                    <a:pt x="735570" y="254921"/>
                  </a:lnTo>
                  <a:lnTo>
                    <a:pt x="740483" y="250851"/>
                  </a:lnTo>
                  <a:lnTo>
                    <a:pt x="745127" y="247386"/>
                  </a:lnTo>
                  <a:lnTo>
                    <a:pt x="746003" y="244493"/>
                  </a:lnTo>
                  <a:lnTo>
                    <a:pt x="742233" y="242172"/>
                  </a:lnTo>
                  <a:lnTo>
                    <a:pt x="737017" y="242172"/>
                  </a:lnTo>
                  <a:cubicBezTo>
                    <a:pt x="737017" y="242172"/>
                    <a:pt x="737589" y="236520"/>
                    <a:pt x="735872" y="237092"/>
                  </a:cubicBezTo>
                  <a:lnTo>
                    <a:pt x="731800" y="231743"/>
                  </a:lnTo>
                  <a:lnTo>
                    <a:pt x="728334" y="231743"/>
                  </a:lnTo>
                  <a:lnTo>
                    <a:pt x="722242" y="231743"/>
                  </a:lnTo>
                  <a:lnTo>
                    <a:pt x="717901" y="228682"/>
                  </a:lnTo>
                  <a:lnTo>
                    <a:pt x="714131" y="223031"/>
                  </a:lnTo>
                  <a:lnTo>
                    <a:pt x="707468" y="220407"/>
                  </a:lnTo>
                  <a:lnTo>
                    <a:pt x="704843" y="222425"/>
                  </a:lnTo>
                  <a:lnTo>
                    <a:pt x="702218" y="226496"/>
                  </a:lnTo>
                  <a:lnTo>
                    <a:pt x="699458" y="226496"/>
                  </a:lnTo>
                  <a:lnTo>
                    <a:pt x="692660" y="222156"/>
                  </a:lnTo>
                  <a:lnTo>
                    <a:pt x="692660" y="217245"/>
                  </a:lnTo>
                  <a:lnTo>
                    <a:pt x="690506" y="212905"/>
                  </a:lnTo>
                  <a:lnTo>
                    <a:pt x="684852" y="207388"/>
                  </a:lnTo>
                  <a:lnTo>
                    <a:pt x="683102" y="207388"/>
                  </a:lnTo>
                  <a:lnTo>
                    <a:pt x="676707" y="207388"/>
                  </a:lnTo>
                  <a:lnTo>
                    <a:pt x="675833" y="202040"/>
                  </a:lnTo>
                  <a:lnTo>
                    <a:pt x="673510" y="202510"/>
                  </a:lnTo>
                  <a:lnTo>
                    <a:pt x="671760" y="203049"/>
                  </a:lnTo>
                  <a:lnTo>
                    <a:pt x="669270" y="202174"/>
                  </a:lnTo>
                  <a:lnTo>
                    <a:pt x="666544" y="203251"/>
                  </a:lnTo>
                  <a:lnTo>
                    <a:pt x="663078" y="203150"/>
                  </a:lnTo>
                  <a:lnTo>
                    <a:pt x="661429" y="201064"/>
                  </a:lnTo>
                  <a:lnTo>
                    <a:pt x="663078" y="197801"/>
                  </a:lnTo>
                  <a:lnTo>
                    <a:pt x="663078" y="194336"/>
                  </a:lnTo>
                  <a:lnTo>
                    <a:pt x="663078" y="192587"/>
                  </a:lnTo>
                  <a:lnTo>
                    <a:pt x="663078" y="187373"/>
                  </a:lnTo>
                  <a:lnTo>
                    <a:pt x="663078" y="183908"/>
                  </a:lnTo>
                  <a:lnTo>
                    <a:pt x="658601" y="181957"/>
                  </a:lnTo>
                  <a:lnTo>
                    <a:pt x="655808" y="180880"/>
                  </a:lnTo>
                  <a:cubicBezTo>
                    <a:pt x="655808" y="180880"/>
                    <a:pt x="653924" y="182899"/>
                    <a:pt x="653924" y="183134"/>
                  </a:cubicBezTo>
                  <a:cubicBezTo>
                    <a:pt x="653924" y="183369"/>
                    <a:pt x="650962" y="190030"/>
                    <a:pt x="650659" y="190737"/>
                  </a:cubicBezTo>
                  <a:cubicBezTo>
                    <a:pt x="650356" y="191443"/>
                    <a:pt x="646957" y="192991"/>
                    <a:pt x="645880" y="194067"/>
                  </a:cubicBezTo>
                  <a:cubicBezTo>
                    <a:pt x="644803" y="195143"/>
                    <a:pt x="640091" y="195884"/>
                    <a:pt x="639149" y="196388"/>
                  </a:cubicBezTo>
                  <a:cubicBezTo>
                    <a:pt x="638207" y="196893"/>
                    <a:pt x="634000" y="197902"/>
                    <a:pt x="633630" y="197969"/>
                  </a:cubicBezTo>
                  <a:cubicBezTo>
                    <a:pt x="633260" y="198037"/>
                    <a:pt x="630601" y="198272"/>
                    <a:pt x="629490" y="197969"/>
                  </a:cubicBezTo>
                  <a:cubicBezTo>
                    <a:pt x="628413" y="197666"/>
                    <a:pt x="624206" y="195345"/>
                    <a:pt x="623635" y="195076"/>
                  </a:cubicBezTo>
                  <a:cubicBezTo>
                    <a:pt x="623062" y="194807"/>
                    <a:pt x="620000" y="192486"/>
                    <a:pt x="619428" y="192049"/>
                  </a:cubicBezTo>
                  <a:cubicBezTo>
                    <a:pt x="618855" y="191611"/>
                    <a:pt x="614716" y="190165"/>
                    <a:pt x="614144" y="189795"/>
                  </a:cubicBezTo>
                  <a:cubicBezTo>
                    <a:pt x="613572" y="189425"/>
                    <a:pt x="610307" y="185724"/>
                    <a:pt x="610004" y="185085"/>
                  </a:cubicBezTo>
                  <a:cubicBezTo>
                    <a:pt x="609701" y="184446"/>
                    <a:pt x="605595" y="184143"/>
                    <a:pt x="604047" y="184076"/>
                  </a:cubicBezTo>
                  <a:cubicBezTo>
                    <a:pt x="602533" y="184009"/>
                    <a:pt x="601893" y="183571"/>
                    <a:pt x="601018" y="182394"/>
                  </a:cubicBezTo>
                  <a:cubicBezTo>
                    <a:pt x="600143" y="181250"/>
                    <a:pt x="600749" y="180376"/>
                    <a:pt x="600749" y="179871"/>
                  </a:cubicBezTo>
                  <a:cubicBezTo>
                    <a:pt x="600749" y="179366"/>
                    <a:pt x="601389" y="177415"/>
                    <a:pt x="601759" y="177045"/>
                  </a:cubicBezTo>
                  <a:cubicBezTo>
                    <a:pt x="602129" y="176675"/>
                    <a:pt x="602466" y="175733"/>
                    <a:pt x="603206" y="174590"/>
                  </a:cubicBezTo>
                  <a:cubicBezTo>
                    <a:pt x="603946" y="173446"/>
                    <a:pt x="603341" y="172638"/>
                    <a:pt x="603846" y="171764"/>
                  </a:cubicBezTo>
                  <a:cubicBezTo>
                    <a:pt x="604350" y="170889"/>
                    <a:pt x="603778" y="169375"/>
                    <a:pt x="603846" y="169073"/>
                  </a:cubicBezTo>
                  <a:cubicBezTo>
                    <a:pt x="603913" y="168770"/>
                    <a:pt x="602634" y="165305"/>
                    <a:pt x="602634" y="165305"/>
                  </a:cubicBezTo>
                  <a:lnTo>
                    <a:pt x="600009" y="163926"/>
                  </a:lnTo>
                  <a:lnTo>
                    <a:pt x="598057" y="162177"/>
                  </a:lnTo>
                  <a:cubicBezTo>
                    <a:pt x="598057" y="162177"/>
                    <a:pt x="596374" y="162816"/>
                    <a:pt x="594725" y="163758"/>
                  </a:cubicBezTo>
                  <a:cubicBezTo>
                    <a:pt x="593076" y="164700"/>
                    <a:pt x="590653" y="165002"/>
                    <a:pt x="589744" y="165339"/>
                  </a:cubicBezTo>
                  <a:cubicBezTo>
                    <a:pt x="588802" y="165709"/>
                    <a:pt x="583215" y="166348"/>
                    <a:pt x="582004" y="166483"/>
                  </a:cubicBezTo>
                  <a:cubicBezTo>
                    <a:pt x="580759" y="166617"/>
                    <a:pt x="578302" y="165978"/>
                    <a:pt x="577157" y="165473"/>
                  </a:cubicBezTo>
                  <a:cubicBezTo>
                    <a:pt x="576013" y="164969"/>
                    <a:pt x="574835" y="162648"/>
                    <a:pt x="574701" y="162278"/>
                  </a:cubicBezTo>
                  <a:cubicBezTo>
                    <a:pt x="574566" y="161907"/>
                    <a:pt x="571504" y="158947"/>
                    <a:pt x="571369" y="158644"/>
                  </a:cubicBezTo>
                  <a:cubicBezTo>
                    <a:pt x="571234" y="158342"/>
                    <a:pt x="568340" y="156121"/>
                    <a:pt x="567397" y="155179"/>
                  </a:cubicBezTo>
                  <a:cubicBezTo>
                    <a:pt x="566455" y="154238"/>
                    <a:pt x="564638" y="153161"/>
                    <a:pt x="564638" y="153161"/>
                  </a:cubicBezTo>
                  <a:lnTo>
                    <a:pt x="562888" y="152522"/>
                  </a:lnTo>
                  <a:cubicBezTo>
                    <a:pt x="562888" y="152522"/>
                    <a:pt x="557368" y="152589"/>
                    <a:pt x="557099" y="152589"/>
                  </a:cubicBezTo>
                  <a:cubicBezTo>
                    <a:pt x="556796" y="152589"/>
                    <a:pt x="556157" y="153228"/>
                    <a:pt x="555955" y="153397"/>
                  </a:cubicBezTo>
                  <a:cubicBezTo>
                    <a:pt x="555719" y="153531"/>
                    <a:pt x="554643" y="154978"/>
                    <a:pt x="554272" y="155987"/>
                  </a:cubicBezTo>
                  <a:cubicBezTo>
                    <a:pt x="553902" y="156996"/>
                    <a:pt x="552522" y="158611"/>
                    <a:pt x="552522" y="158880"/>
                  </a:cubicBezTo>
                  <a:cubicBezTo>
                    <a:pt x="552522" y="159183"/>
                    <a:pt x="550705" y="160764"/>
                    <a:pt x="550133" y="161134"/>
                  </a:cubicBezTo>
                  <a:cubicBezTo>
                    <a:pt x="549561" y="161504"/>
                    <a:pt x="549123" y="162311"/>
                    <a:pt x="548753" y="162883"/>
                  </a:cubicBezTo>
                  <a:cubicBezTo>
                    <a:pt x="548383" y="163455"/>
                    <a:pt x="547575" y="164397"/>
                    <a:pt x="546733" y="165339"/>
                  </a:cubicBezTo>
                  <a:cubicBezTo>
                    <a:pt x="545858" y="166281"/>
                    <a:pt x="545858" y="166483"/>
                    <a:pt x="545522" y="167592"/>
                  </a:cubicBezTo>
                  <a:cubicBezTo>
                    <a:pt x="545152" y="168669"/>
                    <a:pt x="545152" y="169039"/>
                    <a:pt x="544950" y="170216"/>
                  </a:cubicBezTo>
                  <a:cubicBezTo>
                    <a:pt x="544748" y="171360"/>
                    <a:pt x="544142" y="171360"/>
                    <a:pt x="543705" y="171528"/>
                  </a:cubicBezTo>
                  <a:cubicBezTo>
                    <a:pt x="543267" y="171663"/>
                    <a:pt x="542123" y="172538"/>
                    <a:pt x="542123" y="172538"/>
                  </a:cubicBezTo>
                  <a:lnTo>
                    <a:pt x="539666" y="171327"/>
                  </a:lnTo>
                  <a:lnTo>
                    <a:pt x="537478" y="170250"/>
                  </a:lnTo>
                  <a:lnTo>
                    <a:pt x="536603" y="166550"/>
                  </a:lnTo>
                  <a:lnTo>
                    <a:pt x="539666" y="163085"/>
                  </a:lnTo>
                  <a:cubicBezTo>
                    <a:pt x="539666" y="163085"/>
                    <a:pt x="539666" y="160461"/>
                    <a:pt x="539666" y="159620"/>
                  </a:cubicBezTo>
                  <a:cubicBezTo>
                    <a:pt x="539666" y="158745"/>
                    <a:pt x="539666" y="157232"/>
                    <a:pt x="539666" y="157232"/>
                  </a:cubicBezTo>
                  <a:cubicBezTo>
                    <a:pt x="539666" y="157232"/>
                    <a:pt x="537378" y="158745"/>
                    <a:pt x="536738" y="158745"/>
                  </a:cubicBezTo>
                  <a:cubicBezTo>
                    <a:pt x="536099" y="158745"/>
                    <a:pt x="534685" y="158106"/>
                    <a:pt x="534685" y="158106"/>
                  </a:cubicBezTo>
                  <a:lnTo>
                    <a:pt x="533474" y="156895"/>
                  </a:lnTo>
                  <a:lnTo>
                    <a:pt x="530647" y="153195"/>
                  </a:lnTo>
                  <a:lnTo>
                    <a:pt x="527382" y="151143"/>
                  </a:lnTo>
                  <a:lnTo>
                    <a:pt x="524252" y="149730"/>
                  </a:lnTo>
                  <a:lnTo>
                    <a:pt x="520551" y="144415"/>
                  </a:lnTo>
                  <a:lnTo>
                    <a:pt x="521291" y="141926"/>
                  </a:lnTo>
                  <a:lnTo>
                    <a:pt x="524219" y="137250"/>
                  </a:lnTo>
                  <a:cubicBezTo>
                    <a:pt x="524219" y="137250"/>
                    <a:pt x="521055" y="136173"/>
                    <a:pt x="520315" y="135299"/>
                  </a:cubicBezTo>
                  <a:cubicBezTo>
                    <a:pt x="519541" y="134424"/>
                    <a:pt x="516175" y="131396"/>
                    <a:pt x="515974" y="130623"/>
                  </a:cubicBezTo>
                  <a:cubicBezTo>
                    <a:pt x="515771" y="129849"/>
                    <a:pt x="515872" y="127360"/>
                    <a:pt x="515872" y="127360"/>
                  </a:cubicBezTo>
                  <a:cubicBezTo>
                    <a:pt x="515872" y="127360"/>
                    <a:pt x="516646" y="126283"/>
                    <a:pt x="517387" y="126283"/>
                  </a:cubicBezTo>
                  <a:cubicBezTo>
                    <a:pt x="518127" y="126283"/>
                    <a:pt x="519776" y="125207"/>
                    <a:pt x="519776" y="125207"/>
                  </a:cubicBezTo>
                  <a:lnTo>
                    <a:pt x="522065" y="123155"/>
                  </a:lnTo>
                  <a:lnTo>
                    <a:pt x="522704" y="118479"/>
                  </a:lnTo>
                  <a:lnTo>
                    <a:pt x="517925" y="114577"/>
                  </a:lnTo>
                  <a:lnTo>
                    <a:pt x="516041" y="113063"/>
                  </a:lnTo>
                  <a:lnTo>
                    <a:pt x="515334" y="111011"/>
                  </a:lnTo>
                  <a:lnTo>
                    <a:pt x="515334" y="107546"/>
                  </a:lnTo>
                  <a:lnTo>
                    <a:pt x="515603" y="103846"/>
                  </a:lnTo>
                  <a:cubicBezTo>
                    <a:pt x="515603" y="103846"/>
                    <a:pt x="516209" y="99270"/>
                    <a:pt x="515974" y="97992"/>
                  </a:cubicBezTo>
                  <a:cubicBezTo>
                    <a:pt x="515771" y="96680"/>
                    <a:pt x="515974" y="94527"/>
                    <a:pt x="515974" y="94527"/>
                  </a:cubicBezTo>
                  <a:cubicBezTo>
                    <a:pt x="515974" y="94527"/>
                    <a:pt x="512507" y="92341"/>
                    <a:pt x="511867" y="92341"/>
                  </a:cubicBezTo>
                  <a:cubicBezTo>
                    <a:pt x="511194" y="92341"/>
                    <a:pt x="508603" y="93215"/>
                    <a:pt x="508603" y="93215"/>
                  </a:cubicBezTo>
                  <a:cubicBezTo>
                    <a:pt x="508603" y="93215"/>
                    <a:pt x="506651" y="94729"/>
                    <a:pt x="505978" y="94965"/>
                  </a:cubicBezTo>
                  <a:cubicBezTo>
                    <a:pt x="505339" y="95166"/>
                    <a:pt x="504228" y="96916"/>
                    <a:pt x="504228" y="96916"/>
                  </a:cubicBezTo>
                  <a:cubicBezTo>
                    <a:pt x="504228" y="96916"/>
                    <a:pt x="502916" y="98867"/>
                    <a:pt x="502916" y="99741"/>
                  </a:cubicBezTo>
                  <a:cubicBezTo>
                    <a:pt x="502916" y="100616"/>
                    <a:pt x="500324" y="101928"/>
                    <a:pt x="500324" y="101928"/>
                  </a:cubicBezTo>
                  <a:lnTo>
                    <a:pt x="498372" y="102803"/>
                  </a:lnTo>
                  <a:lnTo>
                    <a:pt x="495343" y="103677"/>
                  </a:lnTo>
                  <a:lnTo>
                    <a:pt x="493391" y="104754"/>
                  </a:lnTo>
                  <a:lnTo>
                    <a:pt x="491641" y="106267"/>
                  </a:lnTo>
                  <a:lnTo>
                    <a:pt x="488814" y="108656"/>
                  </a:lnTo>
                  <a:lnTo>
                    <a:pt x="487501" y="109531"/>
                  </a:lnTo>
                  <a:cubicBezTo>
                    <a:pt x="487501" y="109531"/>
                    <a:pt x="485987" y="109531"/>
                    <a:pt x="484675" y="108891"/>
                  </a:cubicBezTo>
                  <a:cubicBezTo>
                    <a:pt x="483362" y="108252"/>
                    <a:pt x="483160" y="108690"/>
                    <a:pt x="482049" y="108252"/>
                  </a:cubicBezTo>
                  <a:cubicBezTo>
                    <a:pt x="480939" y="107815"/>
                    <a:pt x="480535" y="107176"/>
                    <a:pt x="479223" y="105225"/>
                  </a:cubicBezTo>
                  <a:cubicBezTo>
                    <a:pt x="477910" y="103274"/>
                    <a:pt x="477910" y="104586"/>
                    <a:pt x="477035" y="104148"/>
                  </a:cubicBezTo>
                  <a:cubicBezTo>
                    <a:pt x="476160" y="103711"/>
                    <a:pt x="473535" y="100683"/>
                    <a:pt x="473535" y="100683"/>
                  </a:cubicBezTo>
                  <a:lnTo>
                    <a:pt x="473535" y="98732"/>
                  </a:lnTo>
                  <a:cubicBezTo>
                    <a:pt x="473535" y="98732"/>
                    <a:pt x="474747" y="95469"/>
                    <a:pt x="474747" y="94393"/>
                  </a:cubicBezTo>
                  <a:cubicBezTo>
                    <a:pt x="474747" y="93316"/>
                    <a:pt x="473535" y="92442"/>
                    <a:pt x="473535" y="92442"/>
                  </a:cubicBezTo>
                  <a:lnTo>
                    <a:pt x="468319" y="92004"/>
                  </a:lnTo>
                  <a:lnTo>
                    <a:pt x="468319" y="93955"/>
                  </a:lnTo>
                  <a:lnTo>
                    <a:pt x="465492" y="95705"/>
                  </a:lnTo>
                  <a:cubicBezTo>
                    <a:pt x="465492" y="95705"/>
                    <a:pt x="462867" y="96344"/>
                    <a:pt x="460713" y="96781"/>
                  </a:cubicBezTo>
                  <a:cubicBezTo>
                    <a:pt x="458525" y="97218"/>
                    <a:pt x="457011" y="96344"/>
                    <a:pt x="457011" y="96344"/>
                  </a:cubicBezTo>
                  <a:lnTo>
                    <a:pt x="454621" y="96344"/>
                  </a:lnTo>
                  <a:cubicBezTo>
                    <a:pt x="454621" y="96344"/>
                    <a:pt x="450919" y="96882"/>
                    <a:pt x="450044" y="97319"/>
                  </a:cubicBezTo>
                  <a:cubicBezTo>
                    <a:pt x="449169" y="97757"/>
                    <a:pt x="445501" y="98093"/>
                    <a:pt x="445501" y="98093"/>
                  </a:cubicBezTo>
                  <a:lnTo>
                    <a:pt x="441799" y="98295"/>
                  </a:lnTo>
                  <a:cubicBezTo>
                    <a:pt x="441799" y="98295"/>
                    <a:pt x="437457" y="98093"/>
                    <a:pt x="436582" y="98295"/>
                  </a:cubicBezTo>
                  <a:cubicBezTo>
                    <a:pt x="435707" y="98497"/>
                    <a:pt x="433318" y="99607"/>
                    <a:pt x="433318" y="99607"/>
                  </a:cubicBezTo>
                  <a:lnTo>
                    <a:pt x="425039" y="101793"/>
                  </a:lnTo>
                  <a:lnTo>
                    <a:pt x="420024" y="101356"/>
                  </a:lnTo>
                  <a:lnTo>
                    <a:pt x="409154" y="100044"/>
                  </a:lnTo>
                  <a:lnTo>
                    <a:pt x="406562" y="101558"/>
                  </a:lnTo>
                  <a:lnTo>
                    <a:pt x="399832" y="101558"/>
                  </a:lnTo>
                  <a:lnTo>
                    <a:pt x="393740" y="102769"/>
                  </a:lnTo>
                  <a:cubicBezTo>
                    <a:pt x="393740" y="102769"/>
                    <a:pt x="390913" y="102231"/>
                    <a:pt x="390038" y="102231"/>
                  </a:cubicBezTo>
                  <a:cubicBezTo>
                    <a:pt x="389163" y="102231"/>
                    <a:pt x="388288" y="102668"/>
                    <a:pt x="388288" y="102668"/>
                  </a:cubicBezTo>
                  <a:lnTo>
                    <a:pt x="385225" y="103980"/>
                  </a:lnTo>
                  <a:lnTo>
                    <a:pt x="383273" y="104619"/>
                  </a:lnTo>
                  <a:cubicBezTo>
                    <a:pt x="383273" y="104619"/>
                    <a:pt x="381086" y="105696"/>
                    <a:pt x="380446" y="105696"/>
                  </a:cubicBezTo>
                  <a:cubicBezTo>
                    <a:pt x="379807" y="105696"/>
                    <a:pt x="376980" y="105057"/>
                    <a:pt x="376980" y="105057"/>
                  </a:cubicBezTo>
                  <a:lnTo>
                    <a:pt x="375028" y="105057"/>
                  </a:lnTo>
                  <a:cubicBezTo>
                    <a:pt x="375028" y="105057"/>
                    <a:pt x="372841" y="103644"/>
                    <a:pt x="372638" y="103005"/>
                  </a:cubicBezTo>
                  <a:cubicBezTo>
                    <a:pt x="372403" y="102365"/>
                    <a:pt x="370451" y="101827"/>
                    <a:pt x="369812" y="100515"/>
                  </a:cubicBezTo>
                  <a:cubicBezTo>
                    <a:pt x="369139" y="99203"/>
                    <a:pt x="368499" y="99876"/>
                    <a:pt x="367860" y="99876"/>
                  </a:cubicBezTo>
                  <a:cubicBezTo>
                    <a:pt x="367220" y="99876"/>
                    <a:pt x="365672" y="99876"/>
                    <a:pt x="365032" y="99641"/>
                  </a:cubicBezTo>
                  <a:cubicBezTo>
                    <a:pt x="364393" y="99439"/>
                    <a:pt x="360893" y="98766"/>
                    <a:pt x="360893" y="98766"/>
                  </a:cubicBezTo>
                  <a:lnTo>
                    <a:pt x="357426" y="97017"/>
                  </a:lnTo>
                  <a:lnTo>
                    <a:pt x="354600" y="96142"/>
                  </a:lnTo>
                  <a:lnTo>
                    <a:pt x="352849" y="93316"/>
                  </a:lnTo>
                  <a:lnTo>
                    <a:pt x="350898" y="92004"/>
                  </a:lnTo>
                  <a:lnTo>
                    <a:pt x="348306" y="91365"/>
                  </a:lnTo>
                  <a:cubicBezTo>
                    <a:pt x="348306" y="91365"/>
                    <a:pt x="344368" y="90289"/>
                    <a:pt x="343292" y="90289"/>
                  </a:cubicBezTo>
                  <a:cubicBezTo>
                    <a:pt x="342215" y="90289"/>
                    <a:pt x="341104" y="89650"/>
                    <a:pt x="341104" y="89650"/>
                  </a:cubicBezTo>
                  <a:lnTo>
                    <a:pt x="339791" y="89010"/>
                  </a:lnTo>
                  <a:cubicBezTo>
                    <a:pt x="339791" y="89010"/>
                    <a:pt x="335450" y="88371"/>
                    <a:pt x="335013" y="87698"/>
                  </a:cubicBezTo>
                  <a:cubicBezTo>
                    <a:pt x="334575" y="87059"/>
                    <a:pt x="333061" y="86824"/>
                    <a:pt x="333061" y="86824"/>
                  </a:cubicBezTo>
                  <a:cubicBezTo>
                    <a:pt x="333061" y="86824"/>
                    <a:pt x="331310" y="86824"/>
                    <a:pt x="330234" y="85949"/>
                  </a:cubicBezTo>
                  <a:cubicBezTo>
                    <a:pt x="329157" y="85075"/>
                    <a:pt x="328046" y="84873"/>
                    <a:pt x="328046" y="84873"/>
                  </a:cubicBezTo>
                  <a:lnTo>
                    <a:pt x="326734" y="82922"/>
                  </a:lnTo>
                  <a:lnTo>
                    <a:pt x="324984" y="78347"/>
                  </a:lnTo>
                  <a:cubicBezTo>
                    <a:pt x="324984" y="78347"/>
                    <a:pt x="324109" y="76597"/>
                    <a:pt x="323032" y="74646"/>
                  </a:cubicBezTo>
                  <a:lnTo>
                    <a:pt x="321719" y="74209"/>
                  </a:lnTo>
                  <a:lnTo>
                    <a:pt x="318017" y="74646"/>
                  </a:lnTo>
                  <a:cubicBezTo>
                    <a:pt x="318017" y="74646"/>
                    <a:pt x="316940" y="75958"/>
                    <a:pt x="316065" y="76160"/>
                  </a:cubicBezTo>
                  <a:cubicBezTo>
                    <a:pt x="315190" y="76362"/>
                    <a:pt x="313238" y="75958"/>
                    <a:pt x="312363" y="75521"/>
                  </a:cubicBezTo>
                  <a:cubicBezTo>
                    <a:pt x="311488" y="75083"/>
                    <a:pt x="305834" y="74007"/>
                    <a:pt x="305834" y="74007"/>
                  </a:cubicBezTo>
                  <a:cubicBezTo>
                    <a:pt x="305834" y="74007"/>
                    <a:pt x="302368" y="72695"/>
                    <a:pt x="301493" y="72695"/>
                  </a:cubicBezTo>
                  <a:cubicBezTo>
                    <a:pt x="300618" y="72695"/>
                    <a:pt x="299103" y="70307"/>
                    <a:pt x="299103" y="70307"/>
                  </a:cubicBezTo>
                  <a:lnTo>
                    <a:pt x="297791" y="67918"/>
                  </a:lnTo>
                  <a:lnTo>
                    <a:pt x="296478" y="65294"/>
                  </a:lnTo>
                  <a:lnTo>
                    <a:pt x="294728" y="59879"/>
                  </a:lnTo>
                  <a:lnTo>
                    <a:pt x="292339" y="56178"/>
                  </a:lnTo>
                  <a:lnTo>
                    <a:pt x="286483" y="51401"/>
                  </a:lnTo>
                  <a:lnTo>
                    <a:pt x="278641" y="49652"/>
                  </a:lnTo>
                  <a:lnTo>
                    <a:pt x="276454" y="45952"/>
                  </a:lnTo>
                  <a:lnTo>
                    <a:pt x="275713" y="41377"/>
                  </a:lnTo>
                  <a:lnTo>
                    <a:pt x="276454" y="36701"/>
                  </a:lnTo>
                  <a:cubicBezTo>
                    <a:pt x="276454" y="36701"/>
                    <a:pt x="275276" y="32799"/>
                    <a:pt x="274939" y="32462"/>
                  </a:cubicBezTo>
                  <a:cubicBezTo>
                    <a:pt x="274603" y="32126"/>
                    <a:pt x="270699" y="25734"/>
                    <a:pt x="270261" y="24624"/>
                  </a:cubicBezTo>
                  <a:cubicBezTo>
                    <a:pt x="269824" y="23548"/>
                    <a:pt x="267872" y="18973"/>
                    <a:pt x="267872" y="18973"/>
                  </a:cubicBezTo>
                  <a:lnTo>
                    <a:pt x="265583" y="16483"/>
                  </a:lnTo>
                  <a:cubicBezTo>
                    <a:pt x="265583" y="16483"/>
                    <a:pt x="262958" y="12447"/>
                    <a:pt x="262655" y="11807"/>
                  </a:cubicBezTo>
                  <a:cubicBezTo>
                    <a:pt x="262319" y="11168"/>
                    <a:pt x="260266" y="7232"/>
                    <a:pt x="259626" y="5954"/>
                  </a:cubicBezTo>
                  <a:cubicBezTo>
                    <a:pt x="258987" y="4642"/>
                    <a:pt x="257876" y="2590"/>
                    <a:pt x="257876" y="2590"/>
                  </a:cubicBezTo>
                  <a:cubicBezTo>
                    <a:pt x="257876" y="2590"/>
                    <a:pt x="256900" y="942"/>
                    <a:pt x="256900" y="538"/>
                  </a:cubicBezTo>
                  <a:cubicBezTo>
                    <a:pt x="256900" y="101"/>
                    <a:pt x="254948" y="0"/>
                    <a:pt x="254948" y="0"/>
                  </a:cubicBezTo>
                  <a:cubicBezTo>
                    <a:pt x="254948" y="0"/>
                    <a:pt x="250607" y="2826"/>
                    <a:pt x="249833" y="3902"/>
                  </a:cubicBezTo>
                  <a:cubicBezTo>
                    <a:pt x="249093" y="4979"/>
                    <a:pt x="247342" y="5416"/>
                    <a:pt x="246467" y="6089"/>
                  </a:cubicBezTo>
                  <a:cubicBezTo>
                    <a:pt x="245592" y="6728"/>
                    <a:pt x="243304" y="7401"/>
                    <a:pt x="241890" y="7838"/>
                  </a:cubicBezTo>
                  <a:cubicBezTo>
                    <a:pt x="240477" y="8275"/>
                    <a:pt x="240039" y="9587"/>
                    <a:pt x="239501" y="10125"/>
                  </a:cubicBezTo>
                  <a:cubicBezTo>
                    <a:pt x="238962" y="10664"/>
                    <a:pt x="238087" y="12178"/>
                    <a:pt x="237650" y="12514"/>
                  </a:cubicBezTo>
                  <a:cubicBezTo>
                    <a:pt x="237212" y="12850"/>
                    <a:pt x="235698" y="13826"/>
                    <a:pt x="235261" y="14364"/>
                  </a:cubicBezTo>
                  <a:cubicBezTo>
                    <a:pt x="234823" y="14902"/>
                    <a:pt x="232770" y="16315"/>
                    <a:pt x="232097" y="16551"/>
                  </a:cubicBezTo>
                  <a:cubicBezTo>
                    <a:pt x="231458" y="16786"/>
                    <a:pt x="229707" y="16988"/>
                    <a:pt x="228832" y="16988"/>
                  </a:cubicBezTo>
                  <a:cubicBezTo>
                    <a:pt x="227957" y="16988"/>
                    <a:pt x="226746" y="16887"/>
                    <a:pt x="226746" y="16887"/>
                  </a:cubicBezTo>
                  <a:cubicBezTo>
                    <a:pt x="226746" y="16887"/>
                    <a:pt x="223380" y="16113"/>
                    <a:pt x="223044" y="15911"/>
                  </a:cubicBezTo>
                  <a:cubicBezTo>
                    <a:pt x="222707" y="15710"/>
                    <a:pt x="220318" y="14061"/>
                    <a:pt x="219577" y="13422"/>
                  </a:cubicBezTo>
                  <a:cubicBezTo>
                    <a:pt x="218803" y="12783"/>
                    <a:pt x="217726" y="11471"/>
                    <a:pt x="216751" y="10596"/>
                  </a:cubicBezTo>
                  <a:cubicBezTo>
                    <a:pt x="215774" y="9722"/>
                    <a:pt x="216212" y="8107"/>
                    <a:pt x="216212" y="8107"/>
                  </a:cubicBezTo>
                  <a:lnTo>
                    <a:pt x="216751" y="4945"/>
                  </a:lnTo>
                  <a:lnTo>
                    <a:pt x="215976" y="3095"/>
                  </a:lnTo>
                  <a:lnTo>
                    <a:pt x="213923" y="2119"/>
                  </a:lnTo>
                  <a:lnTo>
                    <a:pt x="211299" y="2321"/>
                  </a:lnTo>
                  <a:lnTo>
                    <a:pt x="208471" y="5920"/>
                  </a:lnTo>
                  <a:cubicBezTo>
                    <a:pt x="208471" y="5920"/>
                    <a:pt x="206183" y="7333"/>
                    <a:pt x="205745" y="7973"/>
                  </a:cubicBezTo>
                  <a:cubicBezTo>
                    <a:pt x="205308" y="8612"/>
                    <a:pt x="199452" y="10596"/>
                    <a:pt x="199452" y="10596"/>
                  </a:cubicBezTo>
                  <a:lnTo>
                    <a:pt x="189255" y="10798"/>
                  </a:lnTo>
                  <a:lnTo>
                    <a:pt x="186630" y="12312"/>
                  </a:lnTo>
                  <a:cubicBezTo>
                    <a:pt x="186630" y="12312"/>
                    <a:pt x="179798" y="13389"/>
                    <a:pt x="178788" y="13725"/>
                  </a:cubicBezTo>
                  <a:cubicBezTo>
                    <a:pt x="177812" y="14061"/>
                    <a:pt x="169903" y="12110"/>
                    <a:pt x="168927" y="12110"/>
                  </a:cubicBezTo>
                  <a:cubicBezTo>
                    <a:pt x="167951" y="12110"/>
                    <a:pt x="160547" y="9722"/>
                    <a:pt x="159470" y="9722"/>
                  </a:cubicBezTo>
                  <a:cubicBezTo>
                    <a:pt x="158393" y="9722"/>
                    <a:pt x="153480" y="7973"/>
                    <a:pt x="152201" y="7771"/>
                  </a:cubicBezTo>
                  <a:cubicBezTo>
                    <a:pt x="150889" y="7569"/>
                    <a:pt x="145470" y="5483"/>
                    <a:pt x="144797" y="5281"/>
                  </a:cubicBezTo>
                  <a:cubicBezTo>
                    <a:pt x="144158" y="5079"/>
                    <a:pt x="139378" y="2792"/>
                    <a:pt x="139378" y="2792"/>
                  </a:cubicBezTo>
                  <a:lnTo>
                    <a:pt x="135138" y="841"/>
                  </a:lnTo>
                  <a:lnTo>
                    <a:pt x="131234" y="841"/>
                  </a:lnTo>
                  <a:cubicBezTo>
                    <a:pt x="131234" y="841"/>
                    <a:pt x="126893" y="2523"/>
                    <a:pt x="126253" y="2960"/>
                  </a:cubicBezTo>
                  <a:cubicBezTo>
                    <a:pt x="125614" y="3397"/>
                    <a:pt x="122787" y="3768"/>
                    <a:pt x="121676" y="4306"/>
                  </a:cubicBezTo>
                  <a:cubicBezTo>
                    <a:pt x="120599" y="4844"/>
                    <a:pt x="117974" y="4306"/>
                    <a:pt x="117335" y="4306"/>
                  </a:cubicBezTo>
                  <a:cubicBezTo>
                    <a:pt x="116695" y="4306"/>
                    <a:pt x="113767" y="5719"/>
                    <a:pt x="112758" y="6257"/>
                  </a:cubicBezTo>
                  <a:cubicBezTo>
                    <a:pt x="111782" y="6795"/>
                    <a:pt x="111883" y="6896"/>
                    <a:pt x="111681" y="7333"/>
                  </a:cubicBezTo>
                  <a:cubicBezTo>
                    <a:pt x="111479" y="7771"/>
                    <a:pt x="109291" y="10496"/>
                    <a:pt x="108955" y="10697"/>
                  </a:cubicBezTo>
                  <a:cubicBezTo>
                    <a:pt x="108618" y="10899"/>
                    <a:pt x="108181" y="13187"/>
                    <a:pt x="108181" y="13624"/>
                  </a:cubicBezTo>
                  <a:cubicBezTo>
                    <a:pt x="108181" y="14061"/>
                    <a:pt x="109056" y="15575"/>
                    <a:pt x="109056" y="15575"/>
                  </a:cubicBezTo>
                  <a:cubicBezTo>
                    <a:pt x="109056" y="15575"/>
                    <a:pt x="117167" y="18771"/>
                    <a:pt x="117739" y="19645"/>
                  </a:cubicBezTo>
                  <a:cubicBezTo>
                    <a:pt x="118311" y="20520"/>
                    <a:pt x="118883" y="19948"/>
                    <a:pt x="121508" y="21126"/>
                  </a:cubicBezTo>
                  <a:cubicBezTo>
                    <a:pt x="124133" y="22303"/>
                    <a:pt x="126422" y="21395"/>
                    <a:pt x="126422" y="21395"/>
                  </a:cubicBezTo>
                  <a:cubicBezTo>
                    <a:pt x="126422" y="21395"/>
                    <a:pt x="129888" y="20823"/>
                    <a:pt x="131335" y="21395"/>
                  </a:cubicBezTo>
                  <a:cubicBezTo>
                    <a:pt x="132782" y="21967"/>
                    <a:pt x="137427" y="24288"/>
                    <a:pt x="137427" y="24288"/>
                  </a:cubicBezTo>
                  <a:lnTo>
                    <a:pt x="137999" y="28930"/>
                  </a:lnTo>
                  <a:lnTo>
                    <a:pt x="138571" y="33841"/>
                  </a:lnTo>
                  <a:cubicBezTo>
                    <a:pt x="138571" y="33841"/>
                    <a:pt x="136552" y="37474"/>
                    <a:pt x="136383" y="37912"/>
                  </a:cubicBezTo>
                  <a:cubicBezTo>
                    <a:pt x="136249" y="38349"/>
                    <a:pt x="136080" y="40368"/>
                    <a:pt x="136080" y="42689"/>
                  </a:cubicBezTo>
                  <a:cubicBezTo>
                    <a:pt x="136080" y="45010"/>
                    <a:pt x="138840" y="45716"/>
                    <a:pt x="141028" y="47768"/>
                  </a:cubicBezTo>
                  <a:cubicBezTo>
                    <a:pt x="143215" y="49787"/>
                    <a:pt x="142475" y="47768"/>
                    <a:pt x="145100" y="47465"/>
                  </a:cubicBezTo>
                  <a:cubicBezTo>
                    <a:pt x="147691" y="47163"/>
                    <a:pt x="147254" y="46894"/>
                    <a:pt x="151898" y="46759"/>
                  </a:cubicBezTo>
                  <a:cubicBezTo>
                    <a:pt x="156542" y="46624"/>
                    <a:pt x="157687" y="47768"/>
                    <a:pt x="160446" y="48205"/>
                  </a:cubicBezTo>
                  <a:cubicBezTo>
                    <a:pt x="163206" y="48643"/>
                    <a:pt x="164519" y="50796"/>
                    <a:pt x="165663" y="51536"/>
                  </a:cubicBezTo>
                  <a:cubicBezTo>
                    <a:pt x="166807" y="52242"/>
                    <a:pt x="171451" y="55573"/>
                    <a:pt x="173336" y="57019"/>
                  </a:cubicBezTo>
                  <a:cubicBezTo>
                    <a:pt x="175221" y="58465"/>
                    <a:pt x="174480" y="60215"/>
                    <a:pt x="174783" y="62670"/>
                  </a:cubicBezTo>
                  <a:cubicBezTo>
                    <a:pt x="175052" y="65126"/>
                    <a:pt x="173908" y="66304"/>
                    <a:pt x="173336" y="67447"/>
                  </a:cubicBezTo>
                  <a:cubicBezTo>
                    <a:pt x="172764" y="68591"/>
                    <a:pt x="171148" y="71484"/>
                    <a:pt x="170442" y="72359"/>
                  </a:cubicBezTo>
                  <a:cubicBezTo>
                    <a:pt x="169735" y="73233"/>
                    <a:pt x="166100" y="74949"/>
                    <a:pt x="164350" y="75554"/>
                  </a:cubicBezTo>
                  <a:cubicBezTo>
                    <a:pt x="162600" y="76126"/>
                    <a:pt x="157990" y="78750"/>
                    <a:pt x="155802" y="77304"/>
                  </a:cubicBezTo>
                  <a:cubicBezTo>
                    <a:pt x="153615" y="75857"/>
                    <a:pt x="151158" y="77304"/>
                    <a:pt x="151158" y="77304"/>
                  </a:cubicBezTo>
                  <a:cubicBezTo>
                    <a:pt x="151158" y="77304"/>
                    <a:pt x="143754" y="79928"/>
                    <a:pt x="142744" y="80197"/>
                  </a:cubicBezTo>
                  <a:cubicBezTo>
                    <a:pt x="141734" y="80500"/>
                    <a:pt x="133624" y="80634"/>
                    <a:pt x="133624" y="80634"/>
                  </a:cubicBezTo>
                  <a:lnTo>
                    <a:pt x="128138" y="77304"/>
                  </a:lnTo>
                  <a:lnTo>
                    <a:pt x="121744" y="77304"/>
                  </a:lnTo>
                  <a:lnTo>
                    <a:pt x="119421" y="80129"/>
                  </a:lnTo>
                  <a:lnTo>
                    <a:pt x="116393" y="81206"/>
                  </a:lnTo>
                  <a:lnTo>
                    <a:pt x="115518" y="91197"/>
                  </a:lnTo>
                  <a:cubicBezTo>
                    <a:pt x="115518" y="91197"/>
                    <a:pt x="115383" y="98598"/>
                    <a:pt x="114811" y="99001"/>
                  </a:cubicBezTo>
                  <a:cubicBezTo>
                    <a:pt x="114239" y="99439"/>
                    <a:pt x="112791" y="101625"/>
                    <a:pt x="111613" y="102769"/>
                  </a:cubicBezTo>
                  <a:cubicBezTo>
                    <a:pt x="110469" y="103913"/>
                    <a:pt x="108147" y="107983"/>
                    <a:pt x="107710" y="109732"/>
                  </a:cubicBezTo>
                  <a:cubicBezTo>
                    <a:pt x="107272" y="111482"/>
                    <a:pt x="107844" y="113803"/>
                    <a:pt x="108282" y="114375"/>
                  </a:cubicBezTo>
                  <a:cubicBezTo>
                    <a:pt x="108719" y="114947"/>
                    <a:pt x="112623" y="119589"/>
                    <a:pt x="113936" y="121170"/>
                  </a:cubicBezTo>
                  <a:cubicBezTo>
                    <a:pt x="115248" y="122751"/>
                    <a:pt x="117268" y="125240"/>
                    <a:pt x="118277" y="125947"/>
                  </a:cubicBezTo>
                  <a:cubicBezTo>
                    <a:pt x="119287" y="126687"/>
                    <a:pt x="120465" y="131295"/>
                    <a:pt x="120465" y="131295"/>
                  </a:cubicBezTo>
                  <a:cubicBezTo>
                    <a:pt x="120465" y="131295"/>
                    <a:pt x="120465" y="138091"/>
                    <a:pt x="120599" y="139537"/>
                  </a:cubicBezTo>
                  <a:cubicBezTo>
                    <a:pt x="120734" y="140984"/>
                    <a:pt x="120162" y="147813"/>
                    <a:pt x="120162" y="148384"/>
                  </a:cubicBezTo>
                  <a:cubicBezTo>
                    <a:pt x="120162" y="148956"/>
                    <a:pt x="119724" y="156054"/>
                    <a:pt x="119724" y="156626"/>
                  </a:cubicBezTo>
                  <a:cubicBezTo>
                    <a:pt x="119724" y="157198"/>
                    <a:pt x="120027" y="163287"/>
                    <a:pt x="120027" y="163287"/>
                  </a:cubicBezTo>
                  <a:cubicBezTo>
                    <a:pt x="120027" y="163287"/>
                    <a:pt x="123359" y="173715"/>
                    <a:pt x="123797" y="174287"/>
                  </a:cubicBezTo>
                  <a:cubicBezTo>
                    <a:pt x="124234" y="174859"/>
                    <a:pt x="124941" y="178492"/>
                    <a:pt x="124941" y="178492"/>
                  </a:cubicBezTo>
                  <a:lnTo>
                    <a:pt x="128340" y="181519"/>
                  </a:lnTo>
                  <a:cubicBezTo>
                    <a:pt x="128340" y="181519"/>
                    <a:pt x="131604" y="183269"/>
                    <a:pt x="132479" y="183269"/>
                  </a:cubicBezTo>
                  <a:cubicBezTo>
                    <a:pt x="133354" y="183269"/>
                    <a:pt x="135071" y="187171"/>
                    <a:pt x="135071" y="187171"/>
                  </a:cubicBezTo>
                  <a:cubicBezTo>
                    <a:pt x="135071" y="187171"/>
                    <a:pt x="132883" y="190636"/>
                    <a:pt x="132244" y="192183"/>
                  </a:cubicBezTo>
                  <a:cubicBezTo>
                    <a:pt x="131604" y="193697"/>
                    <a:pt x="130292" y="197835"/>
                    <a:pt x="130292" y="197835"/>
                  </a:cubicBezTo>
                  <a:lnTo>
                    <a:pt x="135071" y="198911"/>
                  </a:lnTo>
                  <a:lnTo>
                    <a:pt x="145504" y="198911"/>
                  </a:lnTo>
                  <a:lnTo>
                    <a:pt x="147658" y="198911"/>
                  </a:lnTo>
                  <a:lnTo>
                    <a:pt x="148970" y="202275"/>
                  </a:lnTo>
                  <a:lnTo>
                    <a:pt x="154389" y="207590"/>
                  </a:lnTo>
                  <a:cubicBezTo>
                    <a:pt x="154389" y="207590"/>
                    <a:pt x="157653" y="209979"/>
                    <a:pt x="158965" y="210180"/>
                  </a:cubicBezTo>
                  <a:cubicBezTo>
                    <a:pt x="160278" y="210382"/>
                    <a:pt x="165259" y="213006"/>
                    <a:pt x="165259" y="213006"/>
                  </a:cubicBezTo>
                  <a:lnTo>
                    <a:pt x="167648" y="214755"/>
                  </a:lnTo>
                  <a:lnTo>
                    <a:pt x="169836" y="216942"/>
                  </a:lnTo>
                  <a:cubicBezTo>
                    <a:pt x="169836" y="216942"/>
                    <a:pt x="173100" y="221281"/>
                    <a:pt x="173538" y="221921"/>
                  </a:cubicBezTo>
                  <a:cubicBezTo>
                    <a:pt x="173976" y="222560"/>
                    <a:pt x="172461" y="227572"/>
                    <a:pt x="172461" y="227572"/>
                  </a:cubicBezTo>
                  <a:lnTo>
                    <a:pt x="172461" y="230835"/>
                  </a:lnTo>
                  <a:lnTo>
                    <a:pt x="173774" y="234535"/>
                  </a:lnTo>
                  <a:lnTo>
                    <a:pt x="175961" y="239750"/>
                  </a:lnTo>
                  <a:lnTo>
                    <a:pt x="175961" y="241499"/>
                  </a:lnTo>
                  <a:lnTo>
                    <a:pt x="175961" y="243887"/>
                  </a:lnTo>
                  <a:lnTo>
                    <a:pt x="172427" y="245636"/>
                  </a:lnTo>
                  <a:lnTo>
                    <a:pt x="171182" y="248260"/>
                  </a:lnTo>
                  <a:lnTo>
                    <a:pt x="172057" y="251086"/>
                  </a:lnTo>
                  <a:cubicBezTo>
                    <a:pt x="172057" y="251086"/>
                    <a:pt x="172495" y="257175"/>
                    <a:pt x="173807" y="257814"/>
                  </a:cubicBezTo>
                  <a:cubicBezTo>
                    <a:pt x="175120" y="258453"/>
                    <a:pt x="174884" y="263028"/>
                    <a:pt x="175120" y="264105"/>
                  </a:cubicBezTo>
                  <a:cubicBezTo>
                    <a:pt x="175355" y="265181"/>
                    <a:pt x="175120" y="268882"/>
                    <a:pt x="175120" y="268882"/>
                  </a:cubicBezTo>
                  <a:lnTo>
                    <a:pt x="172528" y="274533"/>
                  </a:lnTo>
                  <a:lnTo>
                    <a:pt x="172528" y="277224"/>
                  </a:lnTo>
                  <a:lnTo>
                    <a:pt x="169365" y="281126"/>
                  </a:lnTo>
                  <a:lnTo>
                    <a:pt x="165562" y="282203"/>
                  </a:lnTo>
                  <a:lnTo>
                    <a:pt x="162095" y="281328"/>
                  </a:lnTo>
                  <a:lnTo>
                    <a:pt x="162095" y="278502"/>
                  </a:lnTo>
                  <a:lnTo>
                    <a:pt x="160379" y="274365"/>
                  </a:lnTo>
                  <a:lnTo>
                    <a:pt x="160379" y="271775"/>
                  </a:lnTo>
                  <a:lnTo>
                    <a:pt x="158191" y="271775"/>
                  </a:lnTo>
                  <a:lnTo>
                    <a:pt x="154288" y="273524"/>
                  </a:lnTo>
                  <a:lnTo>
                    <a:pt x="149071" y="273524"/>
                  </a:lnTo>
                  <a:lnTo>
                    <a:pt x="142340" y="273524"/>
                  </a:lnTo>
                  <a:cubicBezTo>
                    <a:pt x="142340" y="273524"/>
                    <a:pt x="135811" y="274937"/>
                    <a:pt x="134970" y="275374"/>
                  </a:cubicBezTo>
                  <a:cubicBezTo>
                    <a:pt x="134095" y="275811"/>
                    <a:pt x="131066" y="278536"/>
                    <a:pt x="131066" y="278536"/>
                  </a:cubicBezTo>
                  <a:lnTo>
                    <a:pt x="128037" y="281160"/>
                  </a:lnTo>
                  <a:lnTo>
                    <a:pt x="125210" y="285298"/>
                  </a:lnTo>
                  <a:cubicBezTo>
                    <a:pt x="125210" y="285298"/>
                    <a:pt x="122820" y="288998"/>
                    <a:pt x="122585" y="289637"/>
                  </a:cubicBezTo>
                  <a:cubicBezTo>
                    <a:pt x="122383" y="290276"/>
                    <a:pt x="121508" y="291824"/>
                    <a:pt x="121508" y="291824"/>
                  </a:cubicBezTo>
                  <a:lnTo>
                    <a:pt x="119556" y="295289"/>
                  </a:lnTo>
                  <a:lnTo>
                    <a:pt x="118244" y="297038"/>
                  </a:lnTo>
                  <a:lnTo>
                    <a:pt x="113229" y="298787"/>
                  </a:lnTo>
                  <a:lnTo>
                    <a:pt x="110200" y="301411"/>
                  </a:lnTo>
                  <a:cubicBezTo>
                    <a:pt x="110200" y="301411"/>
                    <a:pt x="107171" y="303800"/>
                    <a:pt x="106296" y="304237"/>
                  </a:cubicBezTo>
                  <a:cubicBezTo>
                    <a:pt x="105421" y="304674"/>
                    <a:pt x="103032" y="307500"/>
                    <a:pt x="103032" y="307500"/>
                  </a:cubicBezTo>
                  <a:lnTo>
                    <a:pt x="103032" y="312714"/>
                  </a:lnTo>
                  <a:lnTo>
                    <a:pt x="103032" y="318130"/>
                  </a:lnTo>
                  <a:lnTo>
                    <a:pt x="101315" y="323983"/>
                  </a:lnTo>
                  <a:cubicBezTo>
                    <a:pt x="101315" y="323983"/>
                    <a:pt x="98051" y="327448"/>
                    <a:pt x="97176" y="327448"/>
                  </a:cubicBezTo>
                  <a:cubicBezTo>
                    <a:pt x="96301" y="327448"/>
                    <a:pt x="96065" y="324858"/>
                    <a:pt x="96065" y="324858"/>
                  </a:cubicBezTo>
                  <a:lnTo>
                    <a:pt x="96065" y="317895"/>
                  </a:lnTo>
                  <a:lnTo>
                    <a:pt x="96065" y="312680"/>
                  </a:lnTo>
                  <a:lnTo>
                    <a:pt x="96065" y="309215"/>
                  </a:lnTo>
                  <a:lnTo>
                    <a:pt x="96065" y="305750"/>
                  </a:lnTo>
                  <a:lnTo>
                    <a:pt x="92262" y="303127"/>
                  </a:lnTo>
                  <a:lnTo>
                    <a:pt x="89099" y="302252"/>
                  </a:lnTo>
                  <a:lnTo>
                    <a:pt x="89099" y="304439"/>
                  </a:lnTo>
                  <a:lnTo>
                    <a:pt x="87685" y="307062"/>
                  </a:lnTo>
                  <a:cubicBezTo>
                    <a:pt x="87685" y="307062"/>
                    <a:pt x="85195" y="310090"/>
                    <a:pt x="84387" y="310763"/>
                  </a:cubicBezTo>
                  <a:cubicBezTo>
                    <a:pt x="83579" y="311402"/>
                    <a:pt x="81291" y="312512"/>
                    <a:pt x="81291" y="312512"/>
                  </a:cubicBezTo>
                  <a:lnTo>
                    <a:pt x="77824" y="312748"/>
                  </a:lnTo>
                  <a:lnTo>
                    <a:pt x="74762" y="307096"/>
                  </a:lnTo>
                  <a:lnTo>
                    <a:pt x="72170" y="304069"/>
                  </a:lnTo>
                  <a:lnTo>
                    <a:pt x="68031" y="302757"/>
                  </a:lnTo>
                  <a:lnTo>
                    <a:pt x="63891" y="301445"/>
                  </a:lnTo>
                  <a:lnTo>
                    <a:pt x="59314" y="301445"/>
                  </a:lnTo>
                  <a:lnTo>
                    <a:pt x="58237" y="302757"/>
                  </a:lnTo>
                  <a:lnTo>
                    <a:pt x="56723" y="304708"/>
                  </a:lnTo>
                  <a:lnTo>
                    <a:pt x="53458" y="306659"/>
                  </a:lnTo>
                  <a:cubicBezTo>
                    <a:pt x="53458" y="306659"/>
                    <a:pt x="51271" y="307971"/>
                    <a:pt x="50631" y="307971"/>
                  </a:cubicBezTo>
                  <a:cubicBezTo>
                    <a:pt x="49992" y="307971"/>
                    <a:pt x="49554" y="310157"/>
                    <a:pt x="49554" y="310157"/>
                  </a:cubicBezTo>
                  <a:lnTo>
                    <a:pt x="49117" y="312108"/>
                  </a:lnTo>
                  <a:lnTo>
                    <a:pt x="48040" y="313622"/>
                  </a:lnTo>
                  <a:cubicBezTo>
                    <a:pt x="48040" y="313622"/>
                    <a:pt x="46728" y="315573"/>
                    <a:pt x="46324" y="316246"/>
                  </a:cubicBezTo>
                  <a:cubicBezTo>
                    <a:pt x="45886" y="316885"/>
                    <a:pt x="43261" y="316885"/>
                    <a:pt x="43261" y="316885"/>
                  </a:cubicBezTo>
                  <a:lnTo>
                    <a:pt x="40434" y="312748"/>
                  </a:lnTo>
                  <a:lnTo>
                    <a:pt x="34545" y="306221"/>
                  </a:lnTo>
                  <a:lnTo>
                    <a:pt x="29126" y="301445"/>
                  </a:lnTo>
                  <a:lnTo>
                    <a:pt x="27376" y="301445"/>
                  </a:lnTo>
                  <a:lnTo>
                    <a:pt x="24785" y="305784"/>
                  </a:lnTo>
                  <a:lnTo>
                    <a:pt x="24785" y="308812"/>
                  </a:lnTo>
                  <a:lnTo>
                    <a:pt x="24347" y="312277"/>
                  </a:lnTo>
                  <a:cubicBezTo>
                    <a:pt x="24347" y="312277"/>
                    <a:pt x="24549" y="315304"/>
                    <a:pt x="24549" y="316784"/>
                  </a:cubicBezTo>
                  <a:cubicBezTo>
                    <a:pt x="24549" y="318231"/>
                    <a:pt x="18020" y="317726"/>
                    <a:pt x="17145" y="317087"/>
                  </a:cubicBezTo>
                  <a:cubicBezTo>
                    <a:pt x="16270" y="316448"/>
                    <a:pt x="13443" y="317087"/>
                    <a:pt x="13443" y="317087"/>
                  </a:cubicBezTo>
                  <a:lnTo>
                    <a:pt x="11693" y="317087"/>
                  </a:lnTo>
                  <a:lnTo>
                    <a:pt x="8227" y="317087"/>
                  </a:lnTo>
                  <a:lnTo>
                    <a:pt x="4962" y="317087"/>
                  </a:lnTo>
                  <a:lnTo>
                    <a:pt x="3448" y="318836"/>
                  </a:lnTo>
                  <a:lnTo>
                    <a:pt x="2337" y="323613"/>
                  </a:lnTo>
                  <a:lnTo>
                    <a:pt x="3650" y="329265"/>
                  </a:lnTo>
                  <a:lnTo>
                    <a:pt x="6039" y="336665"/>
                  </a:lnTo>
                  <a:lnTo>
                    <a:pt x="11929" y="340130"/>
                  </a:lnTo>
                  <a:lnTo>
                    <a:pt x="14756" y="343831"/>
                  </a:lnTo>
                  <a:lnTo>
                    <a:pt x="15631" y="350996"/>
                  </a:lnTo>
                  <a:cubicBezTo>
                    <a:pt x="15631" y="350996"/>
                    <a:pt x="16708" y="356210"/>
                    <a:pt x="17381" y="357085"/>
                  </a:cubicBezTo>
                  <a:cubicBezTo>
                    <a:pt x="18020" y="357959"/>
                    <a:pt x="16943" y="362501"/>
                    <a:pt x="16943" y="362501"/>
                  </a:cubicBezTo>
                  <a:lnTo>
                    <a:pt x="14554" y="363577"/>
                  </a:lnTo>
                  <a:cubicBezTo>
                    <a:pt x="14554" y="363577"/>
                    <a:pt x="9977" y="365966"/>
                    <a:pt x="9337" y="366403"/>
                  </a:cubicBezTo>
                  <a:cubicBezTo>
                    <a:pt x="8698" y="366840"/>
                    <a:pt x="8260" y="369430"/>
                    <a:pt x="8260" y="369430"/>
                  </a:cubicBezTo>
                  <a:cubicBezTo>
                    <a:pt x="8260" y="369430"/>
                    <a:pt x="11289" y="372021"/>
                    <a:pt x="13039" y="371617"/>
                  </a:cubicBezTo>
                  <a:cubicBezTo>
                    <a:pt x="14789" y="371180"/>
                    <a:pt x="19131" y="374443"/>
                    <a:pt x="19131" y="374443"/>
                  </a:cubicBezTo>
                  <a:cubicBezTo>
                    <a:pt x="19131" y="374443"/>
                    <a:pt x="16304" y="376394"/>
                    <a:pt x="15866" y="377067"/>
                  </a:cubicBezTo>
                  <a:cubicBezTo>
                    <a:pt x="15429" y="377739"/>
                    <a:pt x="15664" y="380330"/>
                    <a:pt x="15664" y="380330"/>
                  </a:cubicBezTo>
                  <a:lnTo>
                    <a:pt x="16102" y="387932"/>
                  </a:lnTo>
                  <a:lnTo>
                    <a:pt x="12635" y="388134"/>
                  </a:lnTo>
                  <a:cubicBezTo>
                    <a:pt x="12635" y="388134"/>
                    <a:pt x="8496" y="384669"/>
                    <a:pt x="6981" y="384669"/>
                  </a:cubicBezTo>
                  <a:cubicBezTo>
                    <a:pt x="5467" y="384669"/>
                    <a:pt x="2405" y="386856"/>
                    <a:pt x="2405" y="386856"/>
                  </a:cubicBezTo>
                  <a:cubicBezTo>
                    <a:pt x="2405" y="386856"/>
                    <a:pt x="-221" y="389446"/>
                    <a:pt x="15" y="389244"/>
                  </a:cubicBezTo>
                  <a:cubicBezTo>
                    <a:pt x="217" y="389042"/>
                    <a:pt x="15" y="394458"/>
                    <a:pt x="15" y="394458"/>
                  </a:cubicBezTo>
                  <a:lnTo>
                    <a:pt x="3279" y="400110"/>
                  </a:lnTo>
                  <a:lnTo>
                    <a:pt x="6746" y="404012"/>
                  </a:lnTo>
                  <a:cubicBezTo>
                    <a:pt x="6746" y="404012"/>
                    <a:pt x="13039" y="403575"/>
                    <a:pt x="13477" y="402935"/>
                  </a:cubicBezTo>
                  <a:cubicBezTo>
                    <a:pt x="13914" y="402296"/>
                    <a:pt x="15429" y="401859"/>
                    <a:pt x="15664" y="401186"/>
                  </a:cubicBezTo>
                  <a:cubicBezTo>
                    <a:pt x="15866" y="400547"/>
                    <a:pt x="17852" y="399672"/>
                    <a:pt x="17852" y="399672"/>
                  </a:cubicBezTo>
                  <a:lnTo>
                    <a:pt x="17852" y="394458"/>
                  </a:lnTo>
                  <a:lnTo>
                    <a:pt x="22092" y="392709"/>
                  </a:lnTo>
                  <a:lnTo>
                    <a:pt x="25256" y="394862"/>
                  </a:lnTo>
                  <a:lnTo>
                    <a:pt x="26568" y="399639"/>
                  </a:lnTo>
                  <a:lnTo>
                    <a:pt x="26568" y="406165"/>
                  </a:lnTo>
                  <a:cubicBezTo>
                    <a:pt x="26568" y="406165"/>
                    <a:pt x="31145" y="408351"/>
                    <a:pt x="32021" y="408553"/>
                  </a:cubicBezTo>
                  <a:cubicBezTo>
                    <a:pt x="32896" y="408755"/>
                    <a:pt x="40502" y="413566"/>
                    <a:pt x="40502" y="413566"/>
                  </a:cubicBezTo>
                  <a:lnTo>
                    <a:pt x="47468" y="419217"/>
                  </a:lnTo>
                  <a:lnTo>
                    <a:pt x="49420" y="422917"/>
                  </a:lnTo>
                  <a:lnTo>
                    <a:pt x="48780" y="427055"/>
                  </a:lnTo>
                  <a:lnTo>
                    <a:pt x="47468" y="432706"/>
                  </a:lnTo>
                  <a:lnTo>
                    <a:pt x="47468" y="435532"/>
                  </a:lnTo>
                  <a:lnTo>
                    <a:pt x="52684" y="439872"/>
                  </a:lnTo>
                  <a:lnTo>
                    <a:pt x="52684" y="441621"/>
                  </a:lnTo>
                  <a:cubicBezTo>
                    <a:pt x="52684" y="441621"/>
                    <a:pt x="51708" y="442698"/>
                    <a:pt x="51271" y="443370"/>
                  </a:cubicBezTo>
                  <a:cubicBezTo>
                    <a:pt x="50833" y="444010"/>
                    <a:pt x="52684" y="448147"/>
                    <a:pt x="52684" y="448147"/>
                  </a:cubicBezTo>
                  <a:lnTo>
                    <a:pt x="57261" y="450737"/>
                  </a:lnTo>
                  <a:lnTo>
                    <a:pt x="64665" y="445523"/>
                  </a:lnTo>
                  <a:cubicBezTo>
                    <a:pt x="64665" y="445523"/>
                    <a:pt x="68805" y="445288"/>
                    <a:pt x="70118" y="446600"/>
                  </a:cubicBezTo>
                  <a:cubicBezTo>
                    <a:pt x="71430" y="447912"/>
                    <a:pt x="71867" y="450939"/>
                    <a:pt x="71867" y="450939"/>
                  </a:cubicBezTo>
                  <a:cubicBezTo>
                    <a:pt x="71867" y="450939"/>
                    <a:pt x="74021" y="456591"/>
                    <a:pt x="73819" y="457230"/>
                  </a:cubicBezTo>
                  <a:cubicBezTo>
                    <a:pt x="73618" y="457869"/>
                    <a:pt x="70118" y="458744"/>
                    <a:pt x="70118" y="458744"/>
                  </a:cubicBezTo>
                  <a:cubicBezTo>
                    <a:pt x="70118" y="458744"/>
                    <a:pt x="70118" y="462646"/>
                    <a:pt x="70118" y="463520"/>
                  </a:cubicBezTo>
                  <a:cubicBezTo>
                    <a:pt x="70118" y="464395"/>
                    <a:pt x="71733" y="468129"/>
                    <a:pt x="71733" y="468129"/>
                  </a:cubicBezTo>
                  <a:lnTo>
                    <a:pt x="78127" y="470988"/>
                  </a:lnTo>
                  <a:lnTo>
                    <a:pt x="84252" y="473680"/>
                  </a:lnTo>
                  <a:lnTo>
                    <a:pt x="85599" y="474016"/>
                  </a:lnTo>
                  <a:lnTo>
                    <a:pt x="85195" y="472637"/>
                  </a:lnTo>
                  <a:cubicBezTo>
                    <a:pt x="85195" y="472637"/>
                    <a:pt x="86070" y="469172"/>
                    <a:pt x="86373" y="467995"/>
                  </a:cubicBezTo>
                  <a:cubicBezTo>
                    <a:pt x="86676" y="466851"/>
                    <a:pt x="87820" y="464227"/>
                    <a:pt x="88392" y="463083"/>
                  </a:cubicBezTo>
                  <a:cubicBezTo>
                    <a:pt x="88964" y="461939"/>
                    <a:pt x="88964" y="459618"/>
                    <a:pt x="90714" y="457566"/>
                  </a:cubicBezTo>
                  <a:cubicBezTo>
                    <a:pt x="92464" y="455548"/>
                    <a:pt x="93305" y="456120"/>
                    <a:pt x="94786" y="453496"/>
                  </a:cubicBezTo>
                  <a:cubicBezTo>
                    <a:pt x="96234" y="450872"/>
                    <a:pt x="97681" y="449425"/>
                    <a:pt x="98253" y="448584"/>
                  </a:cubicBezTo>
                  <a:cubicBezTo>
                    <a:pt x="98825" y="447710"/>
                    <a:pt x="99431" y="446566"/>
                    <a:pt x="99700" y="443068"/>
                  </a:cubicBezTo>
                  <a:cubicBezTo>
                    <a:pt x="100003" y="439603"/>
                    <a:pt x="100844" y="434960"/>
                    <a:pt x="100844" y="434960"/>
                  </a:cubicBezTo>
                  <a:cubicBezTo>
                    <a:pt x="100844" y="434960"/>
                    <a:pt x="101988" y="431765"/>
                    <a:pt x="102863" y="431495"/>
                  </a:cubicBezTo>
                  <a:cubicBezTo>
                    <a:pt x="103738" y="431193"/>
                    <a:pt x="106633" y="430924"/>
                    <a:pt x="108080" y="429477"/>
                  </a:cubicBezTo>
                  <a:cubicBezTo>
                    <a:pt x="109527" y="428031"/>
                    <a:pt x="110974" y="427459"/>
                    <a:pt x="110974" y="426281"/>
                  </a:cubicBezTo>
                  <a:cubicBezTo>
                    <a:pt x="110974" y="425138"/>
                    <a:pt x="112118" y="422211"/>
                    <a:pt x="112118" y="422211"/>
                  </a:cubicBezTo>
                  <a:lnTo>
                    <a:pt x="111243" y="417300"/>
                  </a:lnTo>
                  <a:lnTo>
                    <a:pt x="110941" y="412657"/>
                  </a:lnTo>
                  <a:lnTo>
                    <a:pt x="117907" y="412657"/>
                  </a:lnTo>
                  <a:cubicBezTo>
                    <a:pt x="117907" y="412657"/>
                    <a:pt x="118479" y="415248"/>
                    <a:pt x="119926" y="415248"/>
                  </a:cubicBezTo>
                  <a:cubicBezTo>
                    <a:pt x="121373" y="415248"/>
                    <a:pt x="121373" y="415550"/>
                    <a:pt x="124873" y="415550"/>
                  </a:cubicBezTo>
                  <a:cubicBezTo>
                    <a:pt x="128340" y="415550"/>
                    <a:pt x="126321" y="415853"/>
                    <a:pt x="128340" y="415550"/>
                  </a:cubicBezTo>
                  <a:cubicBezTo>
                    <a:pt x="130359" y="415248"/>
                    <a:pt x="132681" y="412657"/>
                    <a:pt x="132681" y="412657"/>
                  </a:cubicBezTo>
                  <a:cubicBezTo>
                    <a:pt x="132681" y="412657"/>
                    <a:pt x="134128" y="409764"/>
                    <a:pt x="135273" y="409462"/>
                  </a:cubicBezTo>
                  <a:cubicBezTo>
                    <a:pt x="136417" y="409159"/>
                    <a:pt x="138167" y="408015"/>
                    <a:pt x="139042" y="407140"/>
                  </a:cubicBezTo>
                  <a:cubicBezTo>
                    <a:pt x="139917" y="406266"/>
                    <a:pt x="140186" y="405257"/>
                    <a:pt x="141061" y="404685"/>
                  </a:cubicBezTo>
                  <a:cubicBezTo>
                    <a:pt x="141936" y="404113"/>
                    <a:pt x="148028" y="400480"/>
                    <a:pt x="148028" y="400480"/>
                  </a:cubicBezTo>
                  <a:lnTo>
                    <a:pt x="150922" y="400480"/>
                  </a:lnTo>
                  <a:lnTo>
                    <a:pt x="156139" y="400480"/>
                  </a:lnTo>
                  <a:cubicBezTo>
                    <a:pt x="156139" y="400480"/>
                    <a:pt x="158461" y="399605"/>
                    <a:pt x="160211" y="400480"/>
                  </a:cubicBezTo>
                  <a:cubicBezTo>
                    <a:pt x="161961" y="401354"/>
                    <a:pt x="164552" y="401354"/>
                    <a:pt x="165730" y="401354"/>
                  </a:cubicBezTo>
                  <a:cubicBezTo>
                    <a:pt x="166908" y="401354"/>
                    <a:pt x="171249" y="401657"/>
                    <a:pt x="171249" y="401657"/>
                  </a:cubicBezTo>
                  <a:lnTo>
                    <a:pt x="179091" y="402229"/>
                  </a:lnTo>
                  <a:cubicBezTo>
                    <a:pt x="179091" y="402229"/>
                    <a:pt x="180841" y="403676"/>
                    <a:pt x="182860" y="404853"/>
                  </a:cubicBezTo>
                  <a:cubicBezTo>
                    <a:pt x="184880" y="405997"/>
                    <a:pt x="184880" y="405997"/>
                    <a:pt x="184880" y="405997"/>
                  </a:cubicBezTo>
                  <a:cubicBezTo>
                    <a:pt x="184880" y="405997"/>
                    <a:pt x="187471" y="408621"/>
                    <a:pt x="188649" y="408890"/>
                  </a:cubicBezTo>
                  <a:cubicBezTo>
                    <a:pt x="189827" y="409192"/>
                    <a:pt x="191274" y="412086"/>
                    <a:pt x="191274" y="412086"/>
                  </a:cubicBezTo>
                  <a:lnTo>
                    <a:pt x="193899" y="415853"/>
                  </a:lnTo>
                  <a:cubicBezTo>
                    <a:pt x="193899" y="415853"/>
                    <a:pt x="198241" y="418174"/>
                    <a:pt x="199115" y="418174"/>
                  </a:cubicBezTo>
                  <a:cubicBezTo>
                    <a:pt x="199990" y="418174"/>
                    <a:pt x="206654" y="413229"/>
                    <a:pt x="206654" y="413229"/>
                  </a:cubicBezTo>
                  <a:lnTo>
                    <a:pt x="209245" y="408318"/>
                  </a:lnTo>
                  <a:lnTo>
                    <a:pt x="214765" y="405425"/>
                  </a:lnTo>
                  <a:lnTo>
                    <a:pt x="218231" y="403104"/>
                  </a:lnTo>
                  <a:cubicBezTo>
                    <a:pt x="218231" y="403104"/>
                    <a:pt x="221428" y="401186"/>
                    <a:pt x="221428" y="400110"/>
                  </a:cubicBezTo>
                  <a:cubicBezTo>
                    <a:pt x="221428" y="399033"/>
                    <a:pt x="221428" y="396140"/>
                    <a:pt x="221428" y="396140"/>
                  </a:cubicBezTo>
                  <a:lnTo>
                    <a:pt x="219981" y="394391"/>
                  </a:lnTo>
                  <a:lnTo>
                    <a:pt x="218231" y="393214"/>
                  </a:lnTo>
                  <a:lnTo>
                    <a:pt x="215034" y="391767"/>
                  </a:lnTo>
                  <a:lnTo>
                    <a:pt x="211568" y="389446"/>
                  </a:lnTo>
                  <a:cubicBezTo>
                    <a:pt x="211568" y="389446"/>
                    <a:pt x="210423" y="390892"/>
                    <a:pt x="209548" y="389446"/>
                  </a:cubicBezTo>
                  <a:cubicBezTo>
                    <a:pt x="208673" y="387999"/>
                    <a:pt x="207798" y="387697"/>
                    <a:pt x="207226" y="386553"/>
                  </a:cubicBezTo>
                  <a:cubicBezTo>
                    <a:pt x="206654" y="385409"/>
                    <a:pt x="205207" y="383357"/>
                    <a:pt x="205207" y="382482"/>
                  </a:cubicBezTo>
                  <a:cubicBezTo>
                    <a:pt x="205207" y="381608"/>
                    <a:pt x="205510" y="381036"/>
                    <a:pt x="205779" y="379590"/>
                  </a:cubicBezTo>
                  <a:cubicBezTo>
                    <a:pt x="206082" y="378143"/>
                    <a:pt x="206351" y="376697"/>
                    <a:pt x="206082" y="374947"/>
                  </a:cubicBezTo>
                  <a:cubicBezTo>
                    <a:pt x="205779" y="373198"/>
                    <a:pt x="205779" y="370305"/>
                    <a:pt x="205779" y="369161"/>
                  </a:cubicBezTo>
                  <a:cubicBezTo>
                    <a:pt x="205779" y="368017"/>
                    <a:pt x="205779" y="367412"/>
                    <a:pt x="206957" y="367143"/>
                  </a:cubicBezTo>
                  <a:cubicBezTo>
                    <a:pt x="208101" y="366840"/>
                    <a:pt x="211299" y="367143"/>
                    <a:pt x="211299" y="367143"/>
                  </a:cubicBezTo>
                  <a:lnTo>
                    <a:pt x="218837" y="367008"/>
                  </a:lnTo>
                  <a:cubicBezTo>
                    <a:pt x="218837" y="367008"/>
                    <a:pt x="219140" y="367446"/>
                    <a:pt x="220284" y="367008"/>
                  </a:cubicBezTo>
                  <a:cubicBezTo>
                    <a:pt x="221428" y="366571"/>
                    <a:pt x="221159" y="366874"/>
                    <a:pt x="224626" y="367008"/>
                  </a:cubicBezTo>
                  <a:cubicBezTo>
                    <a:pt x="228092" y="367143"/>
                    <a:pt x="228967" y="367580"/>
                    <a:pt x="231289" y="366773"/>
                  </a:cubicBezTo>
                  <a:cubicBezTo>
                    <a:pt x="233611" y="365966"/>
                    <a:pt x="234486" y="365394"/>
                    <a:pt x="235059" y="363644"/>
                  </a:cubicBezTo>
                  <a:cubicBezTo>
                    <a:pt x="235631" y="361895"/>
                    <a:pt x="237078" y="361323"/>
                    <a:pt x="237381" y="360449"/>
                  </a:cubicBezTo>
                  <a:cubicBezTo>
                    <a:pt x="237684" y="359574"/>
                    <a:pt x="240006" y="356984"/>
                    <a:pt x="240006" y="356984"/>
                  </a:cubicBezTo>
                  <a:lnTo>
                    <a:pt x="241453" y="356984"/>
                  </a:lnTo>
                  <a:cubicBezTo>
                    <a:pt x="241453" y="356984"/>
                    <a:pt x="243775" y="357858"/>
                    <a:pt x="244650" y="358430"/>
                  </a:cubicBezTo>
                  <a:cubicBezTo>
                    <a:pt x="245525" y="359002"/>
                    <a:pt x="247847" y="365091"/>
                    <a:pt x="247847" y="365091"/>
                  </a:cubicBezTo>
                  <a:lnTo>
                    <a:pt x="250170" y="370036"/>
                  </a:lnTo>
                  <a:lnTo>
                    <a:pt x="253636" y="372929"/>
                  </a:lnTo>
                  <a:lnTo>
                    <a:pt x="259425" y="371482"/>
                  </a:lnTo>
                  <a:lnTo>
                    <a:pt x="267535" y="369161"/>
                  </a:lnTo>
                  <a:lnTo>
                    <a:pt x="271607" y="367143"/>
                  </a:lnTo>
                  <a:lnTo>
                    <a:pt x="275949" y="370910"/>
                  </a:lnTo>
                  <a:lnTo>
                    <a:pt x="279718" y="372929"/>
                  </a:lnTo>
                  <a:lnTo>
                    <a:pt x="286988" y="376125"/>
                  </a:lnTo>
                  <a:lnTo>
                    <a:pt x="293348" y="377874"/>
                  </a:lnTo>
                  <a:lnTo>
                    <a:pt x="296545" y="379320"/>
                  </a:lnTo>
                  <a:lnTo>
                    <a:pt x="298296" y="382214"/>
                  </a:lnTo>
                  <a:lnTo>
                    <a:pt x="306406" y="385241"/>
                  </a:lnTo>
                  <a:cubicBezTo>
                    <a:pt x="306406" y="385241"/>
                    <a:pt x="309603" y="384804"/>
                    <a:pt x="310748" y="384804"/>
                  </a:cubicBezTo>
                  <a:cubicBezTo>
                    <a:pt x="311892" y="384804"/>
                    <a:pt x="315089" y="384804"/>
                    <a:pt x="316267" y="384804"/>
                  </a:cubicBezTo>
                  <a:cubicBezTo>
                    <a:pt x="317445" y="384804"/>
                    <a:pt x="321484" y="384097"/>
                    <a:pt x="322359" y="383794"/>
                  </a:cubicBezTo>
                  <a:cubicBezTo>
                    <a:pt x="323234" y="383492"/>
                    <a:pt x="327878" y="383088"/>
                    <a:pt x="329022" y="383088"/>
                  </a:cubicBezTo>
                  <a:cubicBezTo>
                    <a:pt x="330166" y="383088"/>
                    <a:pt x="331916" y="383088"/>
                    <a:pt x="331916" y="383088"/>
                  </a:cubicBezTo>
                  <a:lnTo>
                    <a:pt x="335113" y="385712"/>
                  </a:lnTo>
                  <a:cubicBezTo>
                    <a:pt x="335113" y="385712"/>
                    <a:pt x="338580" y="387461"/>
                    <a:pt x="339455" y="387730"/>
                  </a:cubicBezTo>
                  <a:cubicBezTo>
                    <a:pt x="340330" y="388033"/>
                    <a:pt x="345816" y="391801"/>
                    <a:pt x="345816" y="391801"/>
                  </a:cubicBezTo>
                  <a:cubicBezTo>
                    <a:pt x="345816" y="391801"/>
                    <a:pt x="348441" y="392675"/>
                    <a:pt x="349282" y="392978"/>
                  </a:cubicBezTo>
                  <a:cubicBezTo>
                    <a:pt x="350157" y="393247"/>
                    <a:pt x="355946" y="398192"/>
                    <a:pt x="355946" y="398192"/>
                  </a:cubicBezTo>
                  <a:lnTo>
                    <a:pt x="362912" y="400513"/>
                  </a:lnTo>
                  <a:lnTo>
                    <a:pt x="364932" y="406299"/>
                  </a:lnTo>
                  <a:lnTo>
                    <a:pt x="368398" y="408890"/>
                  </a:lnTo>
                  <a:lnTo>
                    <a:pt x="373312" y="412960"/>
                  </a:lnTo>
                  <a:cubicBezTo>
                    <a:pt x="373312" y="412960"/>
                    <a:pt x="376071" y="420361"/>
                    <a:pt x="375634" y="420361"/>
                  </a:cubicBezTo>
                  <a:cubicBezTo>
                    <a:pt x="375196" y="420361"/>
                    <a:pt x="376946" y="422379"/>
                    <a:pt x="376946" y="422379"/>
                  </a:cubicBezTo>
                  <a:cubicBezTo>
                    <a:pt x="376946" y="422379"/>
                    <a:pt x="378023" y="422076"/>
                    <a:pt x="378461" y="421942"/>
                  </a:cubicBezTo>
                  <a:cubicBezTo>
                    <a:pt x="378898" y="421807"/>
                    <a:pt x="381422" y="418309"/>
                    <a:pt x="381422" y="417737"/>
                  </a:cubicBezTo>
                  <a:cubicBezTo>
                    <a:pt x="381422" y="417165"/>
                    <a:pt x="381422" y="415281"/>
                    <a:pt x="381422" y="415281"/>
                  </a:cubicBezTo>
                  <a:cubicBezTo>
                    <a:pt x="381422" y="415281"/>
                    <a:pt x="381927" y="414272"/>
                    <a:pt x="382499" y="414272"/>
                  </a:cubicBezTo>
                  <a:cubicBezTo>
                    <a:pt x="383071" y="414272"/>
                    <a:pt x="384889" y="417030"/>
                    <a:pt x="384889" y="417030"/>
                  </a:cubicBezTo>
                  <a:lnTo>
                    <a:pt x="384889" y="418780"/>
                  </a:lnTo>
                  <a:lnTo>
                    <a:pt x="386639" y="422413"/>
                  </a:lnTo>
                  <a:lnTo>
                    <a:pt x="388961" y="423859"/>
                  </a:lnTo>
                  <a:cubicBezTo>
                    <a:pt x="388961" y="423859"/>
                    <a:pt x="390273" y="424734"/>
                    <a:pt x="391855" y="423557"/>
                  </a:cubicBezTo>
                  <a:cubicBezTo>
                    <a:pt x="393437" y="422413"/>
                    <a:pt x="394918" y="422245"/>
                    <a:pt x="395625" y="421404"/>
                  </a:cubicBezTo>
                  <a:cubicBezTo>
                    <a:pt x="396365" y="420529"/>
                    <a:pt x="397509" y="419082"/>
                    <a:pt x="397509" y="419082"/>
                  </a:cubicBezTo>
                  <a:cubicBezTo>
                    <a:pt x="397509" y="419082"/>
                    <a:pt x="399832" y="417199"/>
                    <a:pt x="399832" y="416761"/>
                  </a:cubicBezTo>
                  <a:cubicBezTo>
                    <a:pt x="399832" y="416324"/>
                    <a:pt x="401985" y="412422"/>
                    <a:pt x="402456" y="412119"/>
                  </a:cubicBezTo>
                  <a:cubicBezTo>
                    <a:pt x="402894" y="411850"/>
                    <a:pt x="404341" y="411985"/>
                    <a:pt x="404913" y="411547"/>
                  </a:cubicBezTo>
                  <a:cubicBezTo>
                    <a:pt x="405485" y="411110"/>
                    <a:pt x="408683" y="409226"/>
                    <a:pt x="408683" y="409226"/>
                  </a:cubicBezTo>
                  <a:lnTo>
                    <a:pt x="411880" y="409226"/>
                  </a:lnTo>
                  <a:cubicBezTo>
                    <a:pt x="411880" y="409226"/>
                    <a:pt x="415784" y="407780"/>
                    <a:pt x="416659" y="408789"/>
                  </a:cubicBezTo>
                  <a:cubicBezTo>
                    <a:pt x="417534" y="409798"/>
                    <a:pt x="418543" y="410807"/>
                    <a:pt x="419116" y="410975"/>
                  </a:cubicBezTo>
                  <a:cubicBezTo>
                    <a:pt x="419687" y="411110"/>
                    <a:pt x="422145" y="407948"/>
                    <a:pt x="422582" y="407780"/>
                  </a:cubicBezTo>
                  <a:cubicBezTo>
                    <a:pt x="423019" y="407645"/>
                    <a:pt x="423894" y="405458"/>
                    <a:pt x="424164" y="404887"/>
                  </a:cubicBezTo>
                  <a:cubicBezTo>
                    <a:pt x="424467" y="404315"/>
                    <a:pt x="426048" y="402128"/>
                    <a:pt x="426183" y="401691"/>
                  </a:cubicBezTo>
                  <a:cubicBezTo>
                    <a:pt x="426318" y="401253"/>
                    <a:pt x="427933" y="399235"/>
                    <a:pt x="428202" y="398663"/>
                  </a:cubicBezTo>
                  <a:cubicBezTo>
                    <a:pt x="428505" y="398091"/>
                    <a:pt x="429346" y="396779"/>
                    <a:pt x="430087" y="395636"/>
                  </a:cubicBezTo>
                  <a:cubicBezTo>
                    <a:pt x="430827" y="394492"/>
                    <a:pt x="430962" y="394189"/>
                    <a:pt x="431971" y="393752"/>
                  </a:cubicBezTo>
                  <a:cubicBezTo>
                    <a:pt x="432981" y="393315"/>
                    <a:pt x="436178" y="392608"/>
                    <a:pt x="436885" y="392608"/>
                  </a:cubicBezTo>
                  <a:cubicBezTo>
                    <a:pt x="437592" y="392608"/>
                    <a:pt x="439780" y="392743"/>
                    <a:pt x="440351" y="392608"/>
                  </a:cubicBezTo>
                  <a:cubicBezTo>
                    <a:pt x="440924" y="392474"/>
                    <a:pt x="442539" y="392608"/>
                    <a:pt x="442539" y="392608"/>
                  </a:cubicBezTo>
                  <a:lnTo>
                    <a:pt x="444121" y="394627"/>
                  </a:lnTo>
                  <a:cubicBezTo>
                    <a:pt x="444121" y="394627"/>
                    <a:pt x="444760" y="394761"/>
                    <a:pt x="444895" y="395198"/>
                  </a:cubicBezTo>
                  <a:cubicBezTo>
                    <a:pt x="445029" y="395636"/>
                    <a:pt x="445703" y="397385"/>
                    <a:pt x="445703" y="398226"/>
                  </a:cubicBezTo>
                  <a:cubicBezTo>
                    <a:pt x="445703" y="399100"/>
                    <a:pt x="445703" y="401422"/>
                    <a:pt x="445703" y="401422"/>
                  </a:cubicBezTo>
                  <a:lnTo>
                    <a:pt x="445703" y="406636"/>
                  </a:lnTo>
                  <a:cubicBezTo>
                    <a:pt x="445703" y="406636"/>
                    <a:pt x="446006" y="407208"/>
                    <a:pt x="445703" y="408082"/>
                  </a:cubicBezTo>
                  <a:cubicBezTo>
                    <a:pt x="445400" y="408957"/>
                    <a:pt x="446241" y="412287"/>
                    <a:pt x="445837" y="413162"/>
                  </a:cubicBezTo>
                  <a:cubicBezTo>
                    <a:pt x="445433" y="414036"/>
                    <a:pt x="446510" y="415920"/>
                    <a:pt x="445972" y="416627"/>
                  </a:cubicBezTo>
                  <a:cubicBezTo>
                    <a:pt x="445433" y="417333"/>
                    <a:pt x="445433" y="420092"/>
                    <a:pt x="445433" y="420966"/>
                  </a:cubicBezTo>
                  <a:cubicBezTo>
                    <a:pt x="445433" y="421841"/>
                    <a:pt x="445232" y="423725"/>
                    <a:pt x="446140" y="424734"/>
                  </a:cubicBezTo>
                  <a:cubicBezTo>
                    <a:pt x="447049" y="425743"/>
                    <a:pt x="448361" y="427190"/>
                    <a:pt x="448361" y="427190"/>
                  </a:cubicBezTo>
                  <a:cubicBezTo>
                    <a:pt x="448361" y="427190"/>
                    <a:pt x="450111" y="428939"/>
                    <a:pt x="450246" y="429376"/>
                  </a:cubicBezTo>
                  <a:cubicBezTo>
                    <a:pt x="450380" y="429813"/>
                    <a:pt x="452703" y="430823"/>
                    <a:pt x="453578" y="430554"/>
                  </a:cubicBezTo>
                  <a:cubicBezTo>
                    <a:pt x="454453" y="430251"/>
                    <a:pt x="455765" y="429545"/>
                    <a:pt x="455765" y="429545"/>
                  </a:cubicBezTo>
                  <a:lnTo>
                    <a:pt x="458087" y="427223"/>
                  </a:lnTo>
                  <a:lnTo>
                    <a:pt x="460477" y="427795"/>
                  </a:lnTo>
                  <a:lnTo>
                    <a:pt x="461419" y="429679"/>
                  </a:lnTo>
                  <a:lnTo>
                    <a:pt x="461419" y="432706"/>
                  </a:lnTo>
                  <a:lnTo>
                    <a:pt x="461419" y="436171"/>
                  </a:lnTo>
                  <a:cubicBezTo>
                    <a:pt x="461419" y="436171"/>
                    <a:pt x="463438" y="435734"/>
                    <a:pt x="464313" y="435431"/>
                  </a:cubicBezTo>
                  <a:cubicBezTo>
                    <a:pt x="465188" y="435129"/>
                    <a:pt x="466939" y="433245"/>
                    <a:pt x="467342" y="432673"/>
                  </a:cubicBezTo>
                  <a:cubicBezTo>
                    <a:pt x="467780" y="432101"/>
                    <a:pt x="468520" y="432673"/>
                    <a:pt x="469227" y="431361"/>
                  </a:cubicBezTo>
                  <a:cubicBezTo>
                    <a:pt x="469934" y="430049"/>
                    <a:pt x="471112" y="428165"/>
                    <a:pt x="471112" y="428165"/>
                  </a:cubicBezTo>
                  <a:cubicBezTo>
                    <a:pt x="471112" y="428165"/>
                    <a:pt x="478078" y="422648"/>
                    <a:pt x="478516" y="422211"/>
                  </a:cubicBezTo>
                  <a:cubicBezTo>
                    <a:pt x="478954" y="421774"/>
                    <a:pt x="483160" y="419015"/>
                    <a:pt x="483295" y="418578"/>
                  </a:cubicBezTo>
                  <a:cubicBezTo>
                    <a:pt x="483429" y="418141"/>
                    <a:pt x="484439" y="415988"/>
                    <a:pt x="485449" y="414945"/>
                  </a:cubicBezTo>
                  <a:cubicBezTo>
                    <a:pt x="486458" y="413936"/>
                    <a:pt x="488646" y="411043"/>
                    <a:pt x="489218" y="410740"/>
                  </a:cubicBezTo>
                  <a:cubicBezTo>
                    <a:pt x="489790" y="410437"/>
                    <a:pt x="490093" y="408856"/>
                    <a:pt x="490665" y="408722"/>
                  </a:cubicBezTo>
                  <a:cubicBezTo>
                    <a:pt x="491237" y="408587"/>
                    <a:pt x="490800" y="408722"/>
                    <a:pt x="492247" y="407847"/>
                  </a:cubicBezTo>
                  <a:cubicBezTo>
                    <a:pt x="493694" y="406972"/>
                    <a:pt x="496723" y="404214"/>
                    <a:pt x="496723" y="404214"/>
                  </a:cubicBezTo>
                  <a:cubicBezTo>
                    <a:pt x="496723" y="404214"/>
                    <a:pt x="498170" y="403642"/>
                    <a:pt x="498608" y="403474"/>
                  </a:cubicBezTo>
                  <a:cubicBezTo>
                    <a:pt x="499045" y="403339"/>
                    <a:pt x="501637" y="402027"/>
                    <a:pt x="501637" y="402027"/>
                  </a:cubicBezTo>
                  <a:lnTo>
                    <a:pt x="504531" y="401018"/>
                  </a:lnTo>
                  <a:lnTo>
                    <a:pt x="506719" y="401153"/>
                  </a:lnTo>
                  <a:lnTo>
                    <a:pt x="508738" y="402902"/>
                  </a:lnTo>
                  <a:cubicBezTo>
                    <a:pt x="508738" y="402902"/>
                    <a:pt x="508872" y="403339"/>
                    <a:pt x="509444" y="403339"/>
                  </a:cubicBezTo>
                  <a:cubicBezTo>
                    <a:pt x="510017" y="403339"/>
                    <a:pt x="512911" y="405660"/>
                    <a:pt x="512911" y="405660"/>
                  </a:cubicBezTo>
                  <a:lnTo>
                    <a:pt x="515233" y="408116"/>
                  </a:lnTo>
                  <a:lnTo>
                    <a:pt x="516680" y="408553"/>
                  </a:lnTo>
                  <a:lnTo>
                    <a:pt x="520315" y="411884"/>
                  </a:lnTo>
                  <a:lnTo>
                    <a:pt x="522334" y="413768"/>
                  </a:lnTo>
                  <a:lnTo>
                    <a:pt x="523950" y="415517"/>
                  </a:lnTo>
                  <a:lnTo>
                    <a:pt x="523950" y="418712"/>
                  </a:lnTo>
                  <a:lnTo>
                    <a:pt x="522940" y="420462"/>
                  </a:lnTo>
                  <a:lnTo>
                    <a:pt x="521493" y="421774"/>
                  </a:lnTo>
                  <a:cubicBezTo>
                    <a:pt x="521493" y="421774"/>
                    <a:pt x="520921" y="422211"/>
                    <a:pt x="520617" y="422648"/>
                  </a:cubicBezTo>
                  <a:cubicBezTo>
                    <a:pt x="520315" y="423086"/>
                    <a:pt x="520315" y="423960"/>
                    <a:pt x="520315" y="423960"/>
                  </a:cubicBezTo>
                  <a:lnTo>
                    <a:pt x="521762" y="425541"/>
                  </a:lnTo>
                  <a:cubicBezTo>
                    <a:pt x="521762" y="425541"/>
                    <a:pt x="521627" y="427291"/>
                    <a:pt x="522031" y="426988"/>
                  </a:cubicBezTo>
                  <a:cubicBezTo>
                    <a:pt x="522469" y="426685"/>
                    <a:pt x="525363" y="425979"/>
                    <a:pt x="525363" y="425979"/>
                  </a:cubicBezTo>
                  <a:lnTo>
                    <a:pt x="526810" y="426988"/>
                  </a:lnTo>
                  <a:lnTo>
                    <a:pt x="529132" y="430453"/>
                  </a:lnTo>
                  <a:lnTo>
                    <a:pt x="529132" y="432639"/>
                  </a:lnTo>
                  <a:lnTo>
                    <a:pt x="528560" y="434826"/>
                  </a:lnTo>
                  <a:lnTo>
                    <a:pt x="527988" y="436272"/>
                  </a:lnTo>
                  <a:lnTo>
                    <a:pt x="527416" y="437147"/>
                  </a:lnTo>
                  <a:lnTo>
                    <a:pt x="525094" y="439737"/>
                  </a:lnTo>
                  <a:lnTo>
                    <a:pt x="523209" y="441924"/>
                  </a:lnTo>
                  <a:lnTo>
                    <a:pt x="520887" y="443505"/>
                  </a:lnTo>
                  <a:lnTo>
                    <a:pt x="519137" y="445389"/>
                  </a:lnTo>
                  <a:lnTo>
                    <a:pt x="517623" y="447138"/>
                  </a:lnTo>
                  <a:lnTo>
                    <a:pt x="516815" y="450603"/>
                  </a:lnTo>
                  <a:lnTo>
                    <a:pt x="515940" y="453496"/>
                  </a:lnTo>
                  <a:cubicBezTo>
                    <a:pt x="515940" y="453496"/>
                    <a:pt x="516074" y="455682"/>
                    <a:pt x="516646" y="455682"/>
                  </a:cubicBezTo>
                  <a:cubicBezTo>
                    <a:pt x="517219" y="455682"/>
                    <a:pt x="520719" y="455817"/>
                    <a:pt x="520719" y="455817"/>
                  </a:cubicBezTo>
                  <a:cubicBezTo>
                    <a:pt x="520719" y="455817"/>
                    <a:pt x="522166" y="456557"/>
                    <a:pt x="523916" y="456557"/>
                  </a:cubicBezTo>
                  <a:cubicBezTo>
                    <a:pt x="525666" y="456557"/>
                    <a:pt x="527382" y="457129"/>
                    <a:pt x="527382" y="457129"/>
                  </a:cubicBezTo>
                  <a:cubicBezTo>
                    <a:pt x="527382" y="457129"/>
                    <a:pt x="527113" y="459585"/>
                    <a:pt x="526507" y="459585"/>
                  </a:cubicBezTo>
                  <a:cubicBezTo>
                    <a:pt x="525935" y="459585"/>
                    <a:pt x="524623" y="460291"/>
                    <a:pt x="524050" y="460728"/>
                  </a:cubicBezTo>
                  <a:cubicBezTo>
                    <a:pt x="523478" y="461166"/>
                    <a:pt x="521863" y="461435"/>
                    <a:pt x="521156" y="461872"/>
                  </a:cubicBezTo>
                  <a:cubicBezTo>
                    <a:pt x="520449" y="462309"/>
                    <a:pt x="519440" y="463184"/>
                    <a:pt x="519137" y="464059"/>
                  </a:cubicBezTo>
                  <a:cubicBezTo>
                    <a:pt x="518834" y="464933"/>
                    <a:pt x="518565" y="465505"/>
                    <a:pt x="518565" y="466077"/>
                  </a:cubicBezTo>
                  <a:cubicBezTo>
                    <a:pt x="518565" y="466649"/>
                    <a:pt x="519574" y="468970"/>
                    <a:pt x="519574" y="468970"/>
                  </a:cubicBezTo>
                  <a:cubicBezTo>
                    <a:pt x="519574" y="468970"/>
                    <a:pt x="521022" y="469845"/>
                    <a:pt x="521459" y="470282"/>
                  </a:cubicBezTo>
                  <a:cubicBezTo>
                    <a:pt x="521896" y="470719"/>
                    <a:pt x="524084" y="472872"/>
                    <a:pt x="524488" y="473309"/>
                  </a:cubicBezTo>
                  <a:cubicBezTo>
                    <a:pt x="524925" y="473747"/>
                    <a:pt x="526373" y="474319"/>
                    <a:pt x="526810" y="474184"/>
                  </a:cubicBezTo>
                  <a:cubicBezTo>
                    <a:pt x="527248" y="474050"/>
                    <a:pt x="529132" y="473747"/>
                    <a:pt x="529132" y="473747"/>
                  </a:cubicBezTo>
                  <a:lnTo>
                    <a:pt x="531757" y="472435"/>
                  </a:lnTo>
                  <a:lnTo>
                    <a:pt x="533339" y="470854"/>
                  </a:lnTo>
                  <a:cubicBezTo>
                    <a:pt x="533339" y="470854"/>
                    <a:pt x="534046" y="469273"/>
                    <a:pt x="534484" y="469105"/>
                  </a:cubicBezTo>
                  <a:cubicBezTo>
                    <a:pt x="534921" y="468970"/>
                    <a:pt x="535998" y="468533"/>
                    <a:pt x="535998" y="468533"/>
                  </a:cubicBezTo>
                  <a:lnTo>
                    <a:pt x="537815" y="470988"/>
                  </a:lnTo>
                  <a:lnTo>
                    <a:pt x="537815" y="472570"/>
                  </a:lnTo>
                  <a:cubicBezTo>
                    <a:pt x="537815" y="472570"/>
                    <a:pt x="536503" y="474319"/>
                    <a:pt x="537815" y="475328"/>
                  </a:cubicBezTo>
                  <a:cubicBezTo>
                    <a:pt x="539128" y="476337"/>
                    <a:pt x="541585" y="478793"/>
                    <a:pt x="541585" y="478793"/>
                  </a:cubicBezTo>
                  <a:lnTo>
                    <a:pt x="543301" y="477346"/>
                  </a:lnTo>
                  <a:lnTo>
                    <a:pt x="546936" y="477481"/>
                  </a:lnTo>
                  <a:lnTo>
                    <a:pt x="548517" y="472401"/>
                  </a:lnTo>
                  <a:lnTo>
                    <a:pt x="551715" y="469710"/>
                  </a:lnTo>
                  <a:cubicBezTo>
                    <a:pt x="551715" y="469710"/>
                    <a:pt x="555181" y="466683"/>
                    <a:pt x="556493" y="465371"/>
                  </a:cubicBezTo>
                  <a:cubicBezTo>
                    <a:pt x="557806" y="464059"/>
                    <a:pt x="558883" y="462108"/>
                    <a:pt x="558883" y="462108"/>
                  </a:cubicBezTo>
                  <a:lnTo>
                    <a:pt x="561710" y="457600"/>
                  </a:lnTo>
                  <a:cubicBezTo>
                    <a:pt x="561710" y="457600"/>
                    <a:pt x="564301" y="457768"/>
                    <a:pt x="567801" y="457533"/>
                  </a:cubicBezTo>
                  <a:cubicBezTo>
                    <a:pt x="570157" y="457398"/>
                    <a:pt x="570124" y="457533"/>
                    <a:pt x="570056" y="457600"/>
                  </a:cubicBezTo>
                  <a:cubicBezTo>
                    <a:pt x="570090" y="457600"/>
                    <a:pt x="570124" y="457566"/>
                    <a:pt x="570191" y="457533"/>
                  </a:cubicBezTo>
                  <a:cubicBezTo>
                    <a:pt x="570830" y="457297"/>
                    <a:pt x="574970" y="456893"/>
                    <a:pt x="575609" y="456456"/>
                  </a:cubicBezTo>
                  <a:cubicBezTo>
                    <a:pt x="576249" y="456019"/>
                    <a:pt x="577797" y="455144"/>
                    <a:pt x="577797" y="455144"/>
                  </a:cubicBezTo>
                  <a:lnTo>
                    <a:pt x="577797" y="449930"/>
                  </a:lnTo>
                  <a:lnTo>
                    <a:pt x="577797" y="447743"/>
                  </a:lnTo>
                  <a:lnTo>
                    <a:pt x="578672" y="443841"/>
                  </a:lnTo>
                  <a:lnTo>
                    <a:pt x="582138" y="443841"/>
                  </a:lnTo>
                  <a:lnTo>
                    <a:pt x="595196" y="443841"/>
                  </a:lnTo>
                  <a:lnTo>
                    <a:pt x="603004" y="442092"/>
                  </a:lnTo>
                  <a:cubicBezTo>
                    <a:pt x="603004" y="442092"/>
                    <a:pt x="605831" y="441016"/>
                    <a:pt x="606470" y="440578"/>
                  </a:cubicBezTo>
                  <a:cubicBezTo>
                    <a:pt x="607110" y="440141"/>
                    <a:pt x="609937" y="437113"/>
                    <a:pt x="610374" y="436239"/>
                  </a:cubicBezTo>
                  <a:cubicBezTo>
                    <a:pt x="610812" y="435364"/>
                    <a:pt x="613403" y="433413"/>
                    <a:pt x="613403" y="433413"/>
                  </a:cubicBezTo>
                  <a:lnTo>
                    <a:pt x="623836" y="433413"/>
                  </a:lnTo>
                  <a:lnTo>
                    <a:pt x="632519" y="433413"/>
                  </a:lnTo>
                  <a:lnTo>
                    <a:pt x="639687" y="433413"/>
                  </a:lnTo>
                  <a:lnTo>
                    <a:pt x="644029" y="428972"/>
                  </a:lnTo>
                  <a:cubicBezTo>
                    <a:pt x="644029" y="428972"/>
                    <a:pt x="639890" y="422346"/>
                    <a:pt x="639687" y="421034"/>
                  </a:cubicBezTo>
                  <a:cubicBezTo>
                    <a:pt x="639486" y="419722"/>
                    <a:pt x="643591" y="417771"/>
                    <a:pt x="643827" y="416896"/>
                  </a:cubicBezTo>
                  <a:cubicBezTo>
                    <a:pt x="644029" y="416021"/>
                    <a:pt x="645779" y="413633"/>
                    <a:pt x="645779" y="413633"/>
                  </a:cubicBezTo>
                  <a:lnTo>
                    <a:pt x="650558" y="409495"/>
                  </a:lnTo>
                  <a:lnTo>
                    <a:pt x="656010" y="412960"/>
                  </a:lnTo>
                  <a:lnTo>
                    <a:pt x="663414" y="417939"/>
                  </a:lnTo>
                  <a:cubicBezTo>
                    <a:pt x="663414" y="417939"/>
                    <a:pt x="669270" y="414911"/>
                    <a:pt x="669943" y="414474"/>
                  </a:cubicBezTo>
                  <a:cubicBezTo>
                    <a:pt x="670583" y="414036"/>
                    <a:pt x="671020" y="410134"/>
                    <a:pt x="671020" y="410134"/>
                  </a:cubicBezTo>
                  <a:lnTo>
                    <a:pt x="674049" y="404046"/>
                  </a:lnTo>
                  <a:lnTo>
                    <a:pt x="680578" y="401422"/>
                  </a:lnTo>
                  <a:lnTo>
                    <a:pt x="685155" y="400110"/>
                  </a:lnTo>
                  <a:lnTo>
                    <a:pt x="688857" y="397721"/>
                  </a:lnTo>
                  <a:lnTo>
                    <a:pt x="691684" y="393819"/>
                  </a:lnTo>
                  <a:lnTo>
                    <a:pt x="694309" y="389042"/>
                  </a:lnTo>
                  <a:lnTo>
                    <a:pt x="694309" y="385577"/>
                  </a:lnTo>
                  <a:lnTo>
                    <a:pt x="696597" y="381238"/>
                  </a:lnTo>
                  <a:lnTo>
                    <a:pt x="704540" y="380801"/>
                  </a:lnTo>
                  <a:lnTo>
                    <a:pt x="710833" y="379489"/>
                  </a:lnTo>
                  <a:lnTo>
                    <a:pt x="722343" y="379489"/>
                  </a:lnTo>
                  <a:lnTo>
                    <a:pt x="727560" y="381541"/>
                  </a:lnTo>
                  <a:lnTo>
                    <a:pt x="730387" y="384265"/>
                  </a:lnTo>
                  <a:lnTo>
                    <a:pt x="735165" y="391666"/>
                  </a:lnTo>
                  <a:lnTo>
                    <a:pt x="744724" y="391666"/>
                  </a:lnTo>
                  <a:lnTo>
                    <a:pt x="748358" y="390018"/>
                  </a:lnTo>
                  <a:lnTo>
                    <a:pt x="756099" y="386620"/>
                  </a:lnTo>
                  <a:lnTo>
                    <a:pt x="761214" y="384602"/>
                  </a:lnTo>
                  <a:lnTo>
                    <a:pt x="763032" y="382146"/>
                  </a:lnTo>
                  <a:lnTo>
                    <a:pt x="763267" y="383021"/>
                  </a:lnTo>
                  <a:lnTo>
                    <a:pt x="761820" y="377672"/>
                  </a:lnTo>
                  <a:lnTo>
                    <a:pt x="761719" y="373164"/>
                  </a:lnTo>
                  <a:close/>
                </a:path>
              </a:pathLst>
            </a:custGeom>
            <a:grpFill/>
            <a:ln w="6350" cap="flat">
              <a:solidFill>
                <a:schemeClr val="bg1"/>
              </a:solidFill>
              <a:prstDash val="solid"/>
              <a:miter/>
            </a:ln>
          </p:spPr>
          <p:txBody>
            <a:bodyPr rtlCol="0" anchor="ctr"/>
            <a:lstStyle/>
            <a:p>
              <a:endParaRPr lang="en-US"/>
            </a:p>
          </p:txBody>
        </p:sp>
        <p:sp>
          <p:nvSpPr>
            <p:cNvPr id="176" name="Freeform 893">
              <a:extLst>
                <a:ext uri="{FF2B5EF4-FFF2-40B4-BE49-F238E27FC236}">
                  <a16:creationId xmlns:a16="http://schemas.microsoft.com/office/drawing/2014/main" id="{54C8B44C-1F95-AC6F-E0E9-9824607ACB5F}"/>
                </a:ext>
              </a:extLst>
            </p:cNvPr>
            <p:cNvSpPr/>
            <p:nvPr/>
          </p:nvSpPr>
          <p:spPr>
            <a:xfrm>
              <a:off x="7073510" y="3140268"/>
              <a:ext cx="468366" cy="490722"/>
            </a:xfrm>
            <a:custGeom>
              <a:avLst/>
              <a:gdLst>
                <a:gd name="connsiteX0" fmla="*/ 821072 w 899217"/>
                <a:gd name="connsiteY0" fmla="*/ 731292 h 942137"/>
                <a:gd name="connsiteX1" fmla="*/ 824269 w 899217"/>
                <a:gd name="connsiteY1" fmla="*/ 727524 h 942137"/>
                <a:gd name="connsiteX2" fmla="*/ 827736 w 899217"/>
                <a:gd name="connsiteY2" fmla="*/ 724934 h 942137"/>
                <a:gd name="connsiteX3" fmla="*/ 831640 w 899217"/>
                <a:gd name="connsiteY3" fmla="*/ 721167 h 942137"/>
                <a:gd name="connsiteX4" fmla="*/ 834534 w 899217"/>
                <a:gd name="connsiteY4" fmla="*/ 716524 h 942137"/>
                <a:gd name="connsiteX5" fmla="*/ 841500 w 899217"/>
                <a:gd name="connsiteY5" fmla="*/ 714203 h 942137"/>
                <a:gd name="connsiteX6" fmla="*/ 842510 w 899217"/>
                <a:gd name="connsiteY6" fmla="*/ 715953 h 942137"/>
                <a:gd name="connsiteX7" fmla="*/ 844529 w 899217"/>
                <a:gd name="connsiteY7" fmla="*/ 715650 h 942137"/>
                <a:gd name="connsiteX8" fmla="*/ 846279 w 899217"/>
                <a:gd name="connsiteY8" fmla="*/ 712757 h 942137"/>
                <a:gd name="connsiteX9" fmla="*/ 844698 w 899217"/>
                <a:gd name="connsiteY9" fmla="*/ 711613 h 942137"/>
                <a:gd name="connsiteX10" fmla="*/ 843250 w 899217"/>
                <a:gd name="connsiteY10" fmla="*/ 709864 h 942137"/>
                <a:gd name="connsiteX11" fmla="*/ 843688 w 899217"/>
                <a:gd name="connsiteY11" fmla="*/ 707543 h 942137"/>
                <a:gd name="connsiteX12" fmla="*/ 845135 w 899217"/>
                <a:gd name="connsiteY12" fmla="*/ 706399 h 942137"/>
                <a:gd name="connsiteX13" fmla="*/ 849039 w 899217"/>
                <a:gd name="connsiteY13" fmla="*/ 705255 h 942137"/>
                <a:gd name="connsiteX14" fmla="*/ 854827 w 899217"/>
                <a:gd name="connsiteY14" fmla="*/ 702497 h 942137"/>
                <a:gd name="connsiteX15" fmla="*/ 859909 w 899217"/>
                <a:gd name="connsiteY15" fmla="*/ 699032 h 942137"/>
                <a:gd name="connsiteX16" fmla="*/ 864116 w 899217"/>
                <a:gd name="connsiteY16" fmla="*/ 696408 h 942137"/>
                <a:gd name="connsiteX17" fmla="*/ 865126 w 899217"/>
                <a:gd name="connsiteY17" fmla="*/ 693078 h 942137"/>
                <a:gd name="connsiteX18" fmla="*/ 866135 w 899217"/>
                <a:gd name="connsiteY18" fmla="*/ 693078 h 942137"/>
                <a:gd name="connsiteX19" fmla="*/ 870208 w 899217"/>
                <a:gd name="connsiteY19" fmla="*/ 694524 h 942137"/>
                <a:gd name="connsiteX20" fmla="*/ 873540 w 899217"/>
                <a:gd name="connsiteY20" fmla="*/ 697282 h 942137"/>
                <a:gd name="connsiteX21" fmla="*/ 875996 w 899217"/>
                <a:gd name="connsiteY21" fmla="*/ 699301 h 942137"/>
                <a:gd name="connsiteX22" fmla="*/ 878891 w 899217"/>
                <a:gd name="connsiteY22" fmla="*/ 700310 h 942137"/>
                <a:gd name="connsiteX23" fmla="*/ 881213 w 899217"/>
                <a:gd name="connsiteY23" fmla="*/ 700613 h 942137"/>
                <a:gd name="connsiteX24" fmla="*/ 885117 w 899217"/>
                <a:gd name="connsiteY24" fmla="*/ 697720 h 942137"/>
                <a:gd name="connsiteX25" fmla="*/ 888751 w 899217"/>
                <a:gd name="connsiteY25" fmla="*/ 693952 h 942137"/>
                <a:gd name="connsiteX26" fmla="*/ 890569 w 899217"/>
                <a:gd name="connsiteY26" fmla="*/ 691934 h 942137"/>
                <a:gd name="connsiteX27" fmla="*/ 891376 w 899217"/>
                <a:gd name="connsiteY27" fmla="*/ 688032 h 942137"/>
                <a:gd name="connsiteX28" fmla="*/ 891376 w 899217"/>
                <a:gd name="connsiteY28" fmla="*/ 685273 h 942137"/>
                <a:gd name="connsiteX29" fmla="*/ 891376 w 899217"/>
                <a:gd name="connsiteY29" fmla="*/ 681203 h 942137"/>
                <a:gd name="connsiteX30" fmla="*/ 891376 w 899217"/>
                <a:gd name="connsiteY30" fmla="*/ 678310 h 942137"/>
                <a:gd name="connsiteX31" fmla="*/ 894843 w 899217"/>
                <a:gd name="connsiteY31" fmla="*/ 675282 h 942137"/>
                <a:gd name="connsiteX32" fmla="*/ 894708 w 899217"/>
                <a:gd name="connsiteY32" fmla="*/ 671212 h 942137"/>
                <a:gd name="connsiteX33" fmla="*/ 894136 w 899217"/>
                <a:gd name="connsiteY33" fmla="*/ 666872 h 942137"/>
                <a:gd name="connsiteX34" fmla="*/ 895146 w 899217"/>
                <a:gd name="connsiteY34" fmla="*/ 663104 h 942137"/>
                <a:gd name="connsiteX35" fmla="*/ 897905 w 899217"/>
                <a:gd name="connsiteY35" fmla="*/ 659203 h 942137"/>
                <a:gd name="connsiteX36" fmla="*/ 899218 w 899217"/>
                <a:gd name="connsiteY36" fmla="*/ 656881 h 942137"/>
                <a:gd name="connsiteX37" fmla="*/ 896021 w 899217"/>
                <a:gd name="connsiteY37" fmla="*/ 654123 h 942137"/>
                <a:gd name="connsiteX38" fmla="*/ 891679 w 899217"/>
                <a:gd name="connsiteY38" fmla="*/ 650658 h 942137"/>
                <a:gd name="connsiteX39" fmla="*/ 889357 w 899217"/>
                <a:gd name="connsiteY39" fmla="*/ 649952 h 942137"/>
                <a:gd name="connsiteX40" fmla="*/ 889054 w 899217"/>
                <a:gd name="connsiteY40" fmla="*/ 647058 h 942137"/>
                <a:gd name="connsiteX41" fmla="*/ 889761 w 899217"/>
                <a:gd name="connsiteY41" fmla="*/ 644603 h 942137"/>
                <a:gd name="connsiteX42" fmla="*/ 890198 w 899217"/>
                <a:gd name="connsiteY42" fmla="*/ 641575 h 942137"/>
                <a:gd name="connsiteX43" fmla="*/ 889323 w 899217"/>
                <a:gd name="connsiteY43" fmla="*/ 639389 h 942137"/>
                <a:gd name="connsiteX44" fmla="*/ 886867 w 899217"/>
                <a:gd name="connsiteY44" fmla="*/ 637942 h 942137"/>
                <a:gd name="connsiteX45" fmla="*/ 883669 w 899217"/>
                <a:gd name="connsiteY45" fmla="*/ 633737 h 942137"/>
                <a:gd name="connsiteX46" fmla="*/ 881919 w 899217"/>
                <a:gd name="connsiteY46" fmla="*/ 629397 h 942137"/>
                <a:gd name="connsiteX47" fmla="*/ 880607 w 899217"/>
                <a:gd name="connsiteY47" fmla="*/ 625933 h 942137"/>
                <a:gd name="connsiteX48" fmla="*/ 876568 w 899217"/>
                <a:gd name="connsiteY48" fmla="*/ 623174 h 942137"/>
                <a:gd name="connsiteX49" fmla="*/ 874549 w 899217"/>
                <a:gd name="connsiteY49" fmla="*/ 623174 h 942137"/>
                <a:gd name="connsiteX50" fmla="*/ 871924 w 899217"/>
                <a:gd name="connsiteY50" fmla="*/ 625361 h 942137"/>
                <a:gd name="connsiteX51" fmla="*/ 868727 w 899217"/>
                <a:gd name="connsiteY51" fmla="*/ 626942 h 942137"/>
                <a:gd name="connsiteX52" fmla="*/ 867717 w 899217"/>
                <a:gd name="connsiteY52" fmla="*/ 629835 h 942137"/>
                <a:gd name="connsiteX53" fmla="*/ 866708 w 899217"/>
                <a:gd name="connsiteY53" fmla="*/ 631854 h 942137"/>
                <a:gd name="connsiteX54" fmla="*/ 865563 w 899217"/>
                <a:gd name="connsiteY54" fmla="*/ 635621 h 942137"/>
                <a:gd name="connsiteX55" fmla="*/ 862938 w 899217"/>
                <a:gd name="connsiteY55" fmla="*/ 636193 h 942137"/>
                <a:gd name="connsiteX56" fmla="*/ 860751 w 899217"/>
                <a:gd name="connsiteY56" fmla="*/ 635486 h 942137"/>
                <a:gd name="connsiteX57" fmla="*/ 858294 w 899217"/>
                <a:gd name="connsiteY57" fmla="*/ 632728 h 942137"/>
                <a:gd name="connsiteX58" fmla="*/ 855534 w 899217"/>
                <a:gd name="connsiteY58" fmla="*/ 632156 h 942137"/>
                <a:gd name="connsiteX59" fmla="*/ 851327 w 899217"/>
                <a:gd name="connsiteY59" fmla="*/ 631854 h 942137"/>
                <a:gd name="connsiteX60" fmla="*/ 847255 w 899217"/>
                <a:gd name="connsiteY60" fmla="*/ 633098 h 942137"/>
                <a:gd name="connsiteX61" fmla="*/ 843486 w 899217"/>
                <a:gd name="connsiteY61" fmla="*/ 634040 h 942137"/>
                <a:gd name="connsiteX62" fmla="*/ 841736 w 899217"/>
                <a:gd name="connsiteY62" fmla="*/ 634040 h 942137"/>
                <a:gd name="connsiteX63" fmla="*/ 839111 w 899217"/>
                <a:gd name="connsiteY63" fmla="*/ 628960 h 942137"/>
                <a:gd name="connsiteX64" fmla="*/ 836789 w 899217"/>
                <a:gd name="connsiteY64" fmla="*/ 627649 h 942137"/>
                <a:gd name="connsiteX65" fmla="*/ 833154 w 899217"/>
                <a:gd name="connsiteY65" fmla="*/ 628792 h 942137"/>
                <a:gd name="connsiteX66" fmla="*/ 830697 w 899217"/>
                <a:gd name="connsiteY66" fmla="*/ 632123 h 942137"/>
                <a:gd name="connsiteX67" fmla="*/ 828072 w 899217"/>
                <a:gd name="connsiteY67" fmla="*/ 634443 h 942137"/>
                <a:gd name="connsiteX68" fmla="*/ 826490 w 899217"/>
                <a:gd name="connsiteY68" fmla="*/ 637202 h 942137"/>
                <a:gd name="connsiteX69" fmla="*/ 824471 w 899217"/>
                <a:gd name="connsiteY69" fmla="*/ 639523 h 942137"/>
                <a:gd name="connsiteX70" fmla="*/ 822149 w 899217"/>
                <a:gd name="connsiteY70" fmla="*/ 637202 h 942137"/>
                <a:gd name="connsiteX71" fmla="*/ 821005 w 899217"/>
                <a:gd name="connsiteY71" fmla="*/ 635890 h 942137"/>
                <a:gd name="connsiteX72" fmla="*/ 817101 w 899217"/>
                <a:gd name="connsiteY72" fmla="*/ 632425 h 942137"/>
                <a:gd name="connsiteX73" fmla="*/ 814509 w 899217"/>
                <a:gd name="connsiteY73" fmla="*/ 630979 h 942137"/>
                <a:gd name="connsiteX74" fmla="*/ 811884 w 899217"/>
                <a:gd name="connsiteY74" fmla="*/ 630609 h 942137"/>
                <a:gd name="connsiteX75" fmla="*/ 807543 w 899217"/>
                <a:gd name="connsiteY75" fmla="*/ 630542 h 942137"/>
                <a:gd name="connsiteX76" fmla="*/ 803471 w 899217"/>
                <a:gd name="connsiteY76" fmla="*/ 630542 h 942137"/>
                <a:gd name="connsiteX77" fmla="*/ 800408 w 899217"/>
                <a:gd name="connsiteY77" fmla="*/ 629532 h 942137"/>
                <a:gd name="connsiteX78" fmla="*/ 797379 w 899217"/>
                <a:gd name="connsiteY78" fmla="*/ 627211 h 942137"/>
                <a:gd name="connsiteX79" fmla="*/ 793980 w 899217"/>
                <a:gd name="connsiteY79" fmla="*/ 624453 h 942137"/>
                <a:gd name="connsiteX80" fmla="*/ 792163 w 899217"/>
                <a:gd name="connsiteY80" fmla="*/ 622703 h 942137"/>
                <a:gd name="connsiteX81" fmla="*/ 792163 w 899217"/>
                <a:gd name="connsiteY81" fmla="*/ 620988 h 942137"/>
                <a:gd name="connsiteX82" fmla="*/ 793913 w 899217"/>
                <a:gd name="connsiteY82" fmla="*/ 619844 h 942137"/>
                <a:gd name="connsiteX83" fmla="*/ 795360 w 899217"/>
                <a:gd name="connsiteY83" fmla="*/ 618263 h 942137"/>
                <a:gd name="connsiteX84" fmla="*/ 796672 w 899217"/>
                <a:gd name="connsiteY84" fmla="*/ 617119 h 942137"/>
                <a:gd name="connsiteX85" fmla="*/ 798557 w 899217"/>
                <a:gd name="connsiteY85" fmla="*/ 616110 h 942137"/>
                <a:gd name="connsiteX86" fmla="*/ 800004 w 899217"/>
                <a:gd name="connsiteY86" fmla="*/ 613352 h 942137"/>
                <a:gd name="connsiteX87" fmla="*/ 800307 w 899217"/>
                <a:gd name="connsiteY87" fmla="*/ 611030 h 942137"/>
                <a:gd name="connsiteX88" fmla="*/ 799297 w 899217"/>
                <a:gd name="connsiteY88" fmla="*/ 608709 h 942137"/>
                <a:gd name="connsiteX89" fmla="*/ 796975 w 899217"/>
                <a:gd name="connsiteY89" fmla="*/ 606960 h 942137"/>
                <a:gd name="connsiteX90" fmla="*/ 797278 w 899217"/>
                <a:gd name="connsiteY90" fmla="*/ 601174 h 942137"/>
                <a:gd name="connsiteX91" fmla="*/ 797985 w 899217"/>
                <a:gd name="connsiteY91" fmla="*/ 597406 h 942137"/>
                <a:gd name="connsiteX92" fmla="*/ 794350 w 899217"/>
                <a:gd name="connsiteY92" fmla="*/ 591889 h 942137"/>
                <a:gd name="connsiteX93" fmla="*/ 789134 w 899217"/>
                <a:gd name="connsiteY93" fmla="*/ 588862 h 942137"/>
                <a:gd name="connsiteX94" fmla="*/ 783480 w 899217"/>
                <a:gd name="connsiteY94" fmla="*/ 586541 h 942137"/>
                <a:gd name="connsiteX95" fmla="*/ 776682 w 899217"/>
                <a:gd name="connsiteY95" fmla="*/ 588122 h 942137"/>
                <a:gd name="connsiteX96" fmla="*/ 772340 w 899217"/>
                <a:gd name="connsiteY96" fmla="*/ 588256 h 942137"/>
                <a:gd name="connsiteX97" fmla="*/ 767864 w 899217"/>
                <a:gd name="connsiteY97" fmla="*/ 589266 h 942137"/>
                <a:gd name="connsiteX98" fmla="*/ 765542 w 899217"/>
                <a:gd name="connsiteY98" fmla="*/ 589131 h 942137"/>
                <a:gd name="connsiteX99" fmla="*/ 762075 w 899217"/>
                <a:gd name="connsiteY99" fmla="*/ 586507 h 942137"/>
                <a:gd name="connsiteX100" fmla="*/ 759450 w 899217"/>
                <a:gd name="connsiteY100" fmla="*/ 585363 h 942137"/>
                <a:gd name="connsiteX101" fmla="*/ 756119 w 899217"/>
                <a:gd name="connsiteY101" fmla="*/ 585363 h 942137"/>
                <a:gd name="connsiteX102" fmla="*/ 752046 w 899217"/>
                <a:gd name="connsiteY102" fmla="*/ 585935 h 942137"/>
                <a:gd name="connsiteX103" fmla="*/ 748075 w 899217"/>
                <a:gd name="connsiteY103" fmla="*/ 588694 h 942137"/>
                <a:gd name="connsiteX104" fmla="*/ 746998 w 899217"/>
                <a:gd name="connsiteY104" fmla="*/ 592764 h 942137"/>
                <a:gd name="connsiteX105" fmla="*/ 746998 w 899217"/>
                <a:gd name="connsiteY105" fmla="*/ 600165 h 942137"/>
                <a:gd name="connsiteX106" fmla="*/ 741041 w 899217"/>
                <a:gd name="connsiteY106" fmla="*/ 599290 h 942137"/>
                <a:gd name="connsiteX107" fmla="*/ 738888 w 899217"/>
                <a:gd name="connsiteY107" fmla="*/ 594648 h 942137"/>
                <a:gd name="connsiteX108" fmla="*/ 735253 w 899217"/>
                <a:gd name="connsiteY108" fmla="*/ 591183 h 942137"/>
                <a:gd name="connsiteX109" fmla="*/ 732056 w 899217"/>
                <a:gd name="connsiteY109" fmla="*/ 588727 h 942137"/>
                <a:gd name="connsiteX110" fmla="*/ 730036 w 899217"/>
                <a:gd name="connsiteY110" fmla="*/ 586104 h 942137"/>
                <a:gd name="connsiteX111" fmla="*/ 727849 w 899217"/>
                <a:gd name="connsiteY111" fmla="*/ 582470 h 942137"/>
                <a:gd name="connsiteX112" fmla="*/ 726671 w 899217"/>
                <a:gd name="connsiteY112" fmla="*/ 578568 h 942137"/>
                <a:gd name="connsiteX113" fmla="*/ 727849 w 899217"/>
                <a:gd name="connsiteY113" fmla="*/ 575675 h 942137"/>
                <a:gd name="connsiteX114" fmla="*/ 726099 w 899217"/>
                <a:gd name="connsiteY114" fmla="*/ 572479 h 942137"/>
                <a:gd name="connsiteX115" fmla="*/ 726099 w 899217"/>
                <a:gd name="connsiteY115" fmla="*/ 570595 h 942137"/>
                <a:gd name="connsiteX116" fmla="*/ 724349 w 899217"/>
                <a:gd name="connsiteY116" fmla="*/ 569149 h 942137"/>
                <a:gd name="connsiteX117" fmla="*/ 724349 w 899217"/>
                <a:gd name="connsiteY117" fmla="*/ 567131 h 942137"/>
                <a:gd name="connsiteX118" fmla="*/ 724988 w 899217"/>
                <a:gd name="connsiteY118" fmla="*/ 564238 h 942137"/>
                <a:gd name="connsiteX119" fmla="*/ 726065 w 899217"/>
                <a:gd name="connsiteY119" fmla="*/ 561647 h 942137"/>
                <a:gd name="connsiteX120" fmla="*/ 726065 w 899217"/>
                <a:gd name="connsiteY120" fmla="*/ 558452 h 942137"/>
                <a:gd name="connsiteX121" fmla="*/ 726772 w 899217"/>
                <a:gd name="connsiteY121" fmla="*/ 556871 h 942137"/>
                <a:gd name="connsiteX122" fmla="*/ 729094 w 899217"/>
                <a:gd name="connsiteY122" fmla="*/ 555424 h 942137"/>
                <a:gd name="connsiteX123" fmla="*/ 730407 w 899217"/>
                <a:gd name="connsiteY123" fmla="*/ 554415 h 942137"/>
                <a:gd name="connsiteX124" fmla="*/ 734546 w 899217"/>
                <a:gd name="connsiteY124" fmla="*/ 552834 h 942137"/>
                <a:gd name="connsiteX125" fmla="*/ 732291 w 899217"/>
                <a:gd name="connsiteY125" fmla="*/ 550075 h 942137"/>
                <a:gd name="connsiteX126" fmla="*/ 732796 w 899217"/>
                <a:gd name="connsiteY126" fmla="*/ 545870 h 942137"/>
                <a:gd name="connsiteX127" fmla="*/ 734546 w 899217"/>
                <a:gd name="connsiteY127" fmla="*/ 540858 h 942137"/>
                <a:gd name="connsiteX128" fmla="*/ 736498 w 899217"/>
                <a:gd name="connsiteY128" fmla="*/ 537595 h 942137"/>
                <a:gd name="connsiteX129" fmla="*/ 741950 w 899217"/>
                <a:gd name="connsiteY129" fmla="*/ 534332 h 942137"/>
                <a:gd name="connsiteX130" fmla="*/ 746089 w 899217"/>
                <a:gd name="connsiteY130" fmla="*/ 530632 h 942137"/>
                <a:gd name="connsiteX131" fmla="*/ 746965 w 899217"/>
                <a:gd name="connsiteY131" fmla="*/ 528041 h 942137"/>
                <a:gd name="connsiteX132" fmla="*/ 747604 w 899217"/>
                <a:gd name="connsiteY132" fmla="*/ 521953 h 942137"/>
                <a:gd name="connsiteX133" fmla="*/ 746291 w 899217"/>
                <a:gd name="connsiteY133" fmla="*/ 520203 h 942137"/>
                <a:gd name="connsiteX134" fmla="*/ 744541 w 899217"/>
                <a:gd name="connsiteY134" fmla="*/ 516940 h 942137"/>
                <a:gd name="connsiteX135" fmla="*/ 741512 w 899217"/>
                <a:gd name="connsiteY135" fmla="*/ 510852 h 942137"/>
                <a:gd name="connsiteX136" fmla="*/ 743902 w 899217"/>
                <a:gd name="connsiteY136" fmla="*/ 509540 h 942137"/>
                <a:gd name="connsiteX137" fmla="*/ 749994 w 899217"/>
                <a:gd name="connsiteY137" fmla="*/ 511726 h 942137"/>
                <a:gd name="connsiteX138" fmla="*/ 753258 w 899217"/>
                <a:gd name="connsiteY138" fmla="*/ 508900 h 942137"/>
                <a:gd name="connsiteX139" fmla="*/ 756085 w 899217"/>
                <a:gd name="connsiteY139" fmla="*/ 507387 h 942137"/>
                <a:gd name="connsiteX140" fmla="*/ 759114 w 899217"/>
                <a:gd name="connsiteY140" fmla="*/ 505436 h 942137"/>
                <a:gd name="connsiteX141" fmla="*/ 761503 w 899217"/>
                <a:gd name="connsiteY141" fmla="*/ 504359 h 942137"/>
                <a:gd name="connsiteX142" fmla="*/ 764768 w 899217"/>
                <a:gd name="connsiteY142" fmla="*/ 500221 h 942137"/>
                <a:gd name="connsiteX143" fmla="*/ 766080 w 899217"/>
                <a:gd name="connsiteY143" fmla="*/ 497396 h 942137"/>
                <a:gd name="connsiteX144" fmla="*/ 766282 w 899217"/>
                <a:gd name="connsiteY144" fmla="*/ 493258 h 942137"/>
                <a:gd name="connsiteX145" fmla="*/ 766484 w 899217"/>
                <a:gd name="connsiteY145" fmla="*/ 490634 h 942137"/>
                <a:gd name="connsiteX146" fmla="*/ 763455 w 899217"/>
                <a:gd name="connsiteY146" fmla="*/ 488044 h 942137"/>
                <a:gd name="connsiteX147" fmla="*/ 757801 w 899217"/>
                <a:gd name="connsiteY147" fmla="*/ 488044 h 942137"/>
                <a:gd name="connsiteX148" fmla="*/ 751710 w 899217"/>
                <a:gd name="connsiteY148" fmla="*/ 489019 h 942137"/>
                <a:gd name="connsiteX149" fmla="*/ 747133 w 899217"/>
                <a:gd name="connsiteY149" fmla="*/ 488683 h 942137"/>
                <a:gd name="connsiteX150" fmla="*/ 746493 w 899217"/>
                <a:gd name="connsiteY150" fmla="*/ 486295 h 942137"/>
                <a:gd name="connsiteX151" fmla="*/ 742589 w 899217"/>
                <a:gd name="connsiteY151" fmla="*/ 480441 h 942137"/>
                <a:gd name="connsiteX152" fmla="*/ 739763 w 899217"/>
                <a:gd name="connsiteY152" fmla="*/ 477414 h 942137"/>
                <a:gd name="connsiteX153" fmla="*/ 738248 w 899217"/>
                <a:gd name="connsiteY153" fmla="*/ 475463 h 942137"/>
                <a:gd name="connsiteX154" fmla="*/ 738686 w 899217"/>
                <a:gd name="connsiteY154" fmla="*/ 470955 h 942137"/>
                <a:gd name="connsiteX155" fmla="*/ 741075 w 899217"/>
                <a:gd name="connsiteY155" fmla="*/ 467658 h 942137"/>
                <a:gd name="connsiteX156" fmla="*/ 740873 w 899217"/>
                <a:gd name="connsiteY156" fmla="*/ 463319 h 942137"/>
                <a:gd name="connsiteX157" fmla="*/ 738248 w 899217"/>
                <a:gd name="connsiteY157" fmla="*/ 461368 h 942137"/>
                <a:gd name="connsiteX158" fmla="*/ 734983 w 899217"/>
                <a:gd name="connsiteY158" fmla="*/ 462242 h 942137"/>
                <a:gd name="connsiteX159" fmla="*/ 732359 w 899217"/>
                <a:gd name="connsiteY159" fmla="*/ 464429 h 942137"/>
                <a:gd name="connsiteX160" fmla="*/ 729330 w 899217"/>
                <a:gd name="connsiteY160" fmla="*/ 465943 h 942137"/>
                <a:gd name="connsiteX161" fmla="*/ 724315 w 899217"/>
                <a:gd name="connsiteY161" fmla="*/ 466582 h 942137"/>
                <a:gd name="connsiteX162" fmla="*/ 726940 w 899217"/>
                <a:gd name="connsiteY162" fmla="*/ 461805 h 942137"/>
                <a:gd name="connsiteX163" fmla="*/ 727579 w 899217"/>
                <a:gd name="connsiteY163" fmla="*/ 455716 h 942137"/>
                <a:gd name="connsiteX164" fmla="*/ 724315 w 899217"/>
                <a:gd name="connsiteY164" fmla="*/ 454404 h 942137"/>
                <a:gd name="connsiteX165" fmla="*/ 721488 w 899217"/>
                <a:gd name="connsiteY165" fmla="*/ 453765 h 942137"/>
                <a:gd name="connsiteX166" fmla="*/ 717786 w 899217"/>
                <a:gd name="connsiteY166" fmla="*/ 448551 h 942137"/>
                <a:gd name="connsiteX167" fmla="*/ 713647 w 899217"/>
                <a:gd name="connsiteY167" fmla="*/ 446162 h 942137"/>
                <a:gd name="connsiteX168" fmla="*/ 713209 w 899217"/>
                <a:gd name="connsiteY168" fmla="*/ 441150 h 942137"/>
                <a:gd name="connsiteX169" fmla="*/ 713849 w 899217"/>
                <a:gd name="connsiteY169" fmla="*/ 439401 h 942137"/>
                <a:gd name="connsiteX170" fmla="*/ 717550 w 899217"/>
                <a:gd name="connsiteY170" fmla="*/ 437013 h 942137"/>
                <a:gd name="connsiteX171" fmla="*/ 720579 w 899217"/>
                <a:gd name="connsiteY171" fmla="*/ 435499 h 942137"/>
                <a:gd name="connsiteX172" fmla="*/ 724281 w 899217"/>
                <a:gd name="connsiteY172" fmla="*/ 435701 h 942137"/>
                <a:gd name="connsiteX173" fmla="*/ 726469 w 899217"/>
                <a:gd name="connsiteY173" fmla="*/ 434187 h 942137"/>
                <a:gd name="connsiteX174" fmla="*/ 727108 w 899217"/>
                <a:gd name="connsiteY174" fmla="*/ 429410 h 942137"/>
                <a:gd name="connsiteX175" fmla="*/ 727748 w 899217"/>
                <a:gd name="connsiteY175" fmla="*/ 424633 h 942137"/>
                <a:gd name="connsiteX176" fmla="*/ 727748 w 899217"/>
                <a:gd name="connsiteY176" fmla="*/ 418107 h 942137"/>
                <a:gd name="connsiteX177" fmla="*/ 727512 w 899217"/>
                <a:gd name="connsiteY177" fmla="*/ 413969 h 942137"/>
                <a:gd name="connsiteX178" fmla="*/ 729262 w 899217"/>
                <a:gd name="connsiteY178" fmla="*/ 410505 h 942137"/>
                <a:gd name="connsiteX179" fmla="*/ 730777 w 899217"/>
                <a:gd name="connsiteY179" fmla="*/ 408553 h 942137"/>
                <a:gd name="connsiteX180" fmla="*/ 731854 w 899217"/>
                <a:gd name="connsiteY180" fmla="*/ 406804 h 942137"/>
                <a:gd name="connsiteX181" fmla="*/ 733368 w 899217"/>
                <a:gd name="connsiteY181" fmla="*/ 404214 h 942137"/>
                <a:gd name="connsiteX182" fmla="*/ 734883 w 899217"/>
                <a:gd name="connsiteY182" fmla="*/ 401825 h 942137"/>
                <a:gd name="connsiteX183" fmla="*/ 736633 w 899217"/>
                <a:gd name="connsiteY183" fmla="*/ 396376 h 942137"/>
                <a:gd name="connsiteX184" fmla="*/ 737070 w 899217"/>
                <a:gd name="connsiteY184" fmla="*/ 391162 h 942137"/>
                <a:gd name="connsiteX185" fmla="*/ 739022 w 899217"/>
                <a:gd name="connsiteY185" fmla="*/ 386587 h 942137"/>
                <a:gd name="connsiteX186" fmla="*/ 741647 w 899217"/>
                <a:gd name="connsiteY186" fmla="*/ 382886 h 942137"/>
                <a:gd name="connsiteX187" fmla="*/ 742724 w 899217"/>
                <a:gd name="connsiteY187" fmla="*/ 380498 h 942137"/>
                <a:gd name="connsiteX188" fmla="*/ 747503 w 899217"/>
                <a:gd name="connsiteY188" fmla="*/ 376966 h 942137"/>
                <a:gd name="connsiteX189" fmla="*/ 748580 w 899217"/>
                <a:gd name="connsiteY189" fmla="*/ 374409 h 942137"/>
                <a:gd name="connsiteX190" fmla="*/ 752921 w 899217"/>
                <a:gd name="connsiteY190" fmla="*/ 368119 h 942137"/>
                <a:gd name="connsiteX191" fmla="*/ 753561 w 899217"/>
                <a:gd name="connsiteY191" fmla="*/ 365730 h 942137"/>
                <a:gd name="connsiteX192" fmla="*/ 754873 w 899217"/>
                <a:gd name="connsiteY192" fmla="*/ 363981 h 942137"/>
                <a:gd name="connsiteX193" fmla="*/ 755950 w 899217"/>
                <a:gd name="connsiteY193" fmla="*/ 358128 h 942137"/>
                <a:gd name="connsiteX194" fmla="*/ 754873 w 899217"/>
                <a:gd name="connsiteY194" fmla="*/ 355537 h 942137"/>
                <a:gd name="connsiteX195" fmla="*/ 750296 w 899217"/>
                <a:gd name="connsiteY195" fmla="*/ 351635 h 942137"/>
                <a:gd name="connsiteX196" fmla="*/ 750296 w 899217"/>
                <a:gd name="connsiteY196" fmla="*/ 344907 h 942137"/>
                <a:gd name="connsiteX197" fmla="*/ 745517 w 899217"/>
                <a:gd name="connsiteY197" fmla="*/ 341005 h 942137"/>
                <a:gd name="connsiteX198" fmla="*/ 743565 w 899217"/>
                <a:gd name="connsiteY198" fmla="*/ 339054 h 942137"/>
                <a:gd name="connsiteX199" fmla="*/ 740099 w 899217"/>
                <a:gd name="connsiteY199" fmla="*/ 337742 h 942137"/>
                <a:gd name="connsiteX200" fmla="*/ 736397 w 899217"/>
                <a:gd name="connsiteY200" fmla="*/ 335993 h 942137"/>
                <a:gd name="connsiteX201" fmla="*/ 736397 w 899217"/>
                <a:gd name="connsiteY201" fmla="*/ 333806 h 942137"/>
                <a:gd name="connsiteX202" fmla="*/ 738147 w 899217"/>
                <a:gd name="connsiteY202" fmla="*/ 332494 h 942137"/>
                <a:gd name="connsiteX203" fmla="*/ 738147 w 899217"/>
                <a:gd name="connsiteY203" fmla="*/ 328794 h 942137"/>
                <a:gd name="connsiteX204" fmla="*/ 737171 w 899217"/>
                <a:gd name="connsiteY204" fmla="*/ 325531 h 942137"/>
                <a:gd name="connsiteX205" fmla="*/ 734883 w 899217"/>
                <a:gd name="connsiteY205" fmla="*/ 323142 h 942137"/>
                <a:gd name="connsiteX206" fmla="*/ 730743 w 899217"/>
                <a:gd name="connsiteY206" fmla="*/ 322066 h 942137"/>
                <a:gd name="connsiteX207" fmla="*/ 728993 w 899217"/>
                <a:gd name="connsiteY207" fmla="*/ 321864 h 942137"/>
                <a:gd name="connsiteX208" fmla="*/ 727041 w 899217"/>
                <a:gd name="connsiteY208" fmla="*/ 323613 h 942137"/>
                <a:gd name="connsiteX209" fmla="*/ 725527 w 899217"/>
                <a:gd name="connsiteY209" fmla="*/ 324252 h 942137"/>
                <a:gd name="connsiteX210" fmla="*/ 724214 w 899217"/>
                <a:gd name="connsiteY210" fmla="*/ 325564 h 942137"/>
                <a:gd name="connsiteX211" fmla="*/ 724214 w 899217"/>
                <a:gd name="connsiteY211" fmla="*/ 326876 h 942137"/>
                <a:gd name="connsiteX212" fmla="*/ 723137 w 899217"/>
                <a:gd name="connsiteY212" fmla="*/ 328827 h 942137"/>
                <a:gd name="connsiteX213" fmla="*/ 722060 w 899217"/>
                <a:gd name="connsiteY213" fmla="*/ 330779 h 942137"/>
                <a:gd name="connsiteX214" fmla="*/ 719469 w 899217"/>
                <a:gd name="connsiteY214" fmla="*/ 333167 h 942137"/>
                <a:gd name="connsiteX215" fmla="*/ 716002 w 899217"/>
                <a:gd name="connsiteY215" fmla="*/ 334681 h 942137"/>
                <a:gd name="connsiteX216" fmla="*/ 714488 w 899217"/>
                <a:gd name="connsiteY216" fmla="*/ 335320 h 942137"/>
                <a:gd name="connsiteX217" fmla="*/ 709911 w 899217"/>
                <a:gd name="connsiteY217" fmla="*/ 335118 h 942137"/>
                <a:gd name="connsiteX218" fmla="*/ 707723 w 899217"/>
                <a:gd name="connsiteY218" fmla="*/ 335118 h 942137"/>
                <a:gd name="connsiteX219" fmla="*/ 702709 w 899217"/>
                <a:gd name="connsiteY219" fmla="*/ 335118 h 942137"/>
                <a:gd name="connsiteX220" fmla="*/ 700319 w 899217"/>
                <a:gd name="connsiteY220" fmla="*/ 334916 h 942137"/>
                <a:gd name="connsiteX221" fmla="*/ 698367 w 899217"/>
                <a:gd name="connsiteY221" fmla="*/ 335118 h 942137"/>
                <a:gd name="connsiteX222" fmla="*/ 697930 w 899217"/>
                <a:gd name="connsiteY222" fmla="*/ 336632 h 942137"/>
                <a:gd name="connsiteX223" fmla="*/ 696180 w 899217"/>
                <a:gd name="connsiteY223" fmla="*/ 338146 h 942137"/>
                <a:gd name="connsiteX224" fmla="*/ 694867 w 899217"/>
                <a:gd name="connsiteY224" fmla="*/ 340332 h 942137"/>
                <a:gd name="connsiteX225" fmla="*/ 693790 w 899217"/>
                <a:gd name="connsiteY225" fmla="*/ 343158 h 942137"/>
                <a:gd name="connsiteX226" fmla="*/ 692040 w 899217"/>
                <a:gd name="connsiteY226" fmla="*/ 343797 h 942137"/>
                <a:gd name="connsiteX227" fmla="*/ 686824 w 899217"/>
                <a:gd name="connsiteY227" fmla="*/ 343797 h 942137"/>
                <a:gd name="connsiteX228" fmla="*/ 683357 w 899217"/>
                <a:gd name="connsiteY228" fmla="*/ 343797 h 942137"/>
                <a:gd name="connsiteX229" fmla="*/ 678578 w 899217"/>
                <a:gd name="connsiteY229" fmla="*/ 343797 h 942137"/>
                <a:gd name="connsiteX230" fmla="*/ 673362 w 899217"/>
                <a:gd name="connsiteY230" fmla="*/ 342922 h 942137"/>
                <a:gd name="connsiteX231" fmla="*/ 669021 w 899217"/>
                <a:gd name="connsiteY231" fmla="*/ 340736 h 942137"/>
                <a:gd name="connsiteX232" fmla="*/ 666631 w 899217"/>
                <a:gd name="connsiteY232" fmla="*/ 337910 h 942137"/>
                <a:gd name="connsiteX233" fmla="*/ 663367 w 899217"/>
                <a:gd name="connsiteY233" fmla="*/ 331821 h 942137"/>
                <a:gd name="connsiteX234" fmla="*/ 660203 w 899217"/>
                <a:gd name="connsiteY234" fmla="*/ 328996 h 942137"/>
                <a:gd name="connsiteX235" fmla="*/ 660001 w 899217"/>
                <a:gd name="connsiteY235" fmla="*/ 326607 h 942137"/>
                <a:gd name="connsiteX236" fmla="*/ 660641 w 899217"/>
                <a:gd name="connsiteY236" fmla="*/ 322705 h 942137"/>
                <a:gd name="connsiteX237" fmla="*/ 660741 w 899217"/>
                <a:gd name="connsiteY237" fmla="*/ 319106 h 942137"/>
                <a:gd name="connsiteX238" fmla="*/ 661179 w 899217"/>
                <a:gd name="connsiteY238" fmla="*/ 315203 h 942137"/>
                <a:gd name="connsiteX239" fmla="*/ 661381 w 899217"/>
                <a:gd name="connsiteY239" fmla="*/ 312916 h 942137"/>
                <a:gd name="connsiteX240" fmla="*/ 662020 w 899217"/>
                <a:gd name="connsiteY240" fmla="*/ 310427 h 942137"/>
                <a:gd name="connsiteX241" fmla="*/ 662895 w 899217"/>
                <a:gd name="connsiteY241" fmla="*/ 309787 h 942137"/>
                <a:gd name="connsiteX242" fmla="*/ 663535 w 899217"/>
                <a:gd name="connsiteY242" fmla="*/ 308812 h 942137"/>
                <a:gd name="connsiteX243" fmla="*/ 664847 w 899217"/>
                <a:gd name="connsiteY243" fmla="*/ 307500 h 942137"/>
                <a:gd name="connsiteX244" fmla="*/ 665924 w 899217"/>
                <a:gd name="connsiteY244" fmla="*/ 305549 h 942137"/>
                <a:gd name="connsiteX245" fmla="*/ 666160 w 899217"/>
                <a:gd name="connsiteY245" fmla="*/ 302622 h 942137"/>
                <a:gd name="connsiteX246" fmla="*/ 665083 w 899217"/>
                <a:gd name="connsiteY246" fmla="*/ 301209 h 942137"/>
                <a:gd name="connsiteX247" fmla="*/ 665083 w 899217"/>
                <a:gd name="connsiteY247" fmla="*/ 299460 h 942137"/>
                <a:gd name="connsiteX248" fmla="*/ 665689 w 899217"/>
                <a:gd name="connsiteY248" fmla="*/ 296971 h 942137"/>
                <a:gd name="connsiteX249" fmla="*/ 666597 w 899217"/>
                <a:gd name="connsiteY249" fmla="*/ 295356 h 942137"/>
                <a:gd name="connsiteX250" fmla="*/ 667136 w 899217"/>
                <a:gd name="connsiteY250" fmla="*/ 292631 h 942137"/>
                <a:gd name="connsiteX251" fmla="*/ 666698 w 899217"/>
                <a:gd name="connsiteY251" fmla="*/ 290243 h 942137"/>
                <a:gd name="connsiteX252" fmla="*/ 665487 w 899217"/>
                <a:gd name="connsiteY252" fmla="*/ 287215 h 942137"/>
                <a:gd name="connsiteX253" fmla="*/ 662222 w 899217"/>
                <a:gd name="connsiteY253" fmla="*/ 285365 h 942137"/>
                <a:gd name="connsiteX254" fmla="*/ 660809 w 899217"/>
                <a:gd name="connsiteY254" fmla="*/ 285567 h 942137"/>
                <a:gd name="connsiteX255" fmla="*/ 659092 w 899217"/>
                <a:gd name="connsiteY255" fmla="*/ 286206 h 942137"/>
                <a:gd name="connsiteX256" fmla="*/ 658217 w 899217"/>
                <a:gd name="connsiteY256" fmla="*/ 287081 h 942137"/>
                <a:gd name="connsiteX257" fmla="*/ 655054 w 899217"/>
                <a:gd name="connsiteY257" fmla="*/ 288595 h 942137"/>
                <a:gd name="connsiteX258" fmla="*/ 652227 w 899217"/>
                <a:gd name="connsiteY258" fmla="*/ 288157 h 942137"/>
                <a:gd name="connsiteX259" fmla="*/ 651150 w 899217"/>
                <a:gd name="connsiteY259" fmla="*/ 284692 h 942137"/>
                <a:gd name="connsiteX260" fmla="*/ 651789 w 899217"/>
                <a:gd name="connsiteY260" fmla="*/ 282943 h 942137"/>
                <a:gd name="connsiteX261" fmla="*/ 656568 w 899217"/>
                <a:gd name="connsiteY261" fmla="*/ 281631 h 942137"/>
                <a:gd name="connsiteX262" fmla="*/ 656770 w 899217"/>
                <a:gd name="connsiteY262" fmla="*/ 280555 h 942137"/>
                <a:gd name="connsiteX263" fmla="*/ 656333 w 899217"/>
                <a:gd name="connsiteY263" fmla="*/ 278603 h 942137"/>
                <a:gd name="connsiteX264" fmla="*/ 656333 w 899217"/>
                <a:gd name="connsiteY264" fmla="*/ 272515 h 942137"/>
                <a:gd name="connsiteX265" fmla="*/ 660573 w 899217"/>
                <a:gd name="connsiteY265" fmla="*/ 271640 h 942137"/>
                <a:gd name="connsiteX266" fmla="*/ 663501 w 899217"/>
                <a:gd name="connsiteY266" fmla="*/ 267301 h 942137"/>
                <a:gd name="connsiteX267" fmla="*/ 668280 w 899217"/>
                <a:gd name="connsiteY267" fmla="*/ 264710 h 942137"/>
                <a:gd name="connsiteX268" fmla="*/ 669357 w 899217"/>
                <a:gd name="connsiteY268" fmla="*/ 262759 h 942137"/>
                <a:gd name="connsiteX269" fmla="*/ 670434 w 899217"/>
                <a:gd name="connsiteY269" fmla="*/ 261246 h 942137"/>
                <a:gd name="connsiteX270" fmla="*/ 673160 w 899217"/>
                <a:gd name="connsiteY270" fmla="*/ 258521 h 942137"/>
                <a:gd name="connsiteX271" fmla="*/ 675112 w 899217"/>
                <a:gd name="connsiteY271" fmla="*/ 257007 h 942137"/>
                <a:gd name="connsiteX272" fmla="*/ 676290 w 899217"/>
                <a:gd name="connsiteY272" fmla="*/ 256031 h 942137"/>
                <a:gd name="connsiteX273" fmla="*/ 678242 w 899217"/>
                <a:gd name="connsiteY273" fmla="*/ 254417 h 942137"/>
                <a:gd name="connsiteX274" fmla="*/ 680093 w 899217"/>
                <a:gd name="connsiteY274" fmla="*/ 251927 h 942137"/>
                <a:gd name="connsiteX275" fmla="*/ 681069 w 899217"/>
                <a:gd name="connsiteY275" fmla="*/ 248664 h 942137"/>
                <a:gd name="connsiteX276" fmla="*/ 683256 w 899217"/>
                <a:gd name="connsiteY276" fmla="*/ 244628 h 942137"/>
                <a:gd name="connsiteX277" fmla="*/ 684233 w 899217"/>
                <a:gd name="connsiteY277" fmla="*/ 241701 h 942137"/>
                <a:gd name="connsiteX278" fmla="*/ 685444 w 899217"/>
                <a:gd name="connsiteY278" fmla="*/ 239649 h 942137"/>
                <a:gd name="connsiteX279" fmla="*/ 686420 w 899217"/>
                <a:gd name="connsiteY279" fmla="*/ 238438 h 942137"/>
                <a:gd name="connsiteX280" fmla="*/ 688372 w 899217"/>
                <a:gd name="connsiteY280" fmla="*/ 238539 h 942137"/>
                <a:gd name="connsiteX281" fmla="*/ 689348 w 899217"/>
                <a:gd name="connsiteY281" fmla="*/ 240389 h 942137"/>
                <a:gd name="connsiteX282" fmla="*/ 689348 w 899217"/>
                <a:gd name="connsiteY282" fmla="*/ 242340 h 942137"/>
                <a:gd name="connsiteX283" fmla="*/ 690391 w 899217"/>
                <a:gd name="connsiteY283" fmla="*/ 242878 h 942137"/>
                <a:gd name="connsiteX284" fmla="*/ 692175 w 899217"/>
                <a:gd name="connsiteY284" fmla="*/ 242676 h 942137"/>
                <a:gd name="connsiteX285" fmla="*/ 694127 w 899217"/>
                <a:gd name="connsiteY285" fmla="*/ 243013 h 942137"/>
                <a:gd name="connsiteX286" fmla="*/ 695978 w 899217"/>
                <a:gd name="connsiteY286" fmla="*/ 244964 h 942137"/>
                <a:gd name="connsiteX287" fmla="*/ 696214 w 899217"/>
                <a:gd name="connsiteY287" fmla="*/ 246141 h 942137"/>
                <a:gd name="connsiteX288" fmla="*/ 698266 w 899217"/>
                <a:gd name="connsiteY288" fmla="*/ 248092 h 942137"/>
                <a:gd name="connsiteX289" fmla="*/ 700656 w 899217"/>
                <a:gd name="connsiteY289" fmla="*/ 251019 h 942137"/>
                <a:gd name="connsiteX290" fmla="*/ 702944 w 899217"/>
                <a:gd name="connsiteY290" fmla="*/ 253845 h 942137"/>
                <a:gd name="connsiteX291" fmla="*/ 706108 w 899217"/>
                <a:gd name="connsiteY291" fmla="*/ 257209 h 942137"/>
                <a:gd name="connsiteX292" fmla="*/ 708598 w 899217"/>
                <a:gd name="connsiteY292" fmla="*/ 259698 h 942137"/>
                <a:gd name="connsiteX293" fmla="*/ 711089 w 899217"/>
                <a:gd name="connsiteY293" fmla="*/ 262087 h 942137"/>
                <a:gd name="connsiteX294" fmla="*/ 714151 w 899217"/>
                <a:gd name="connsiteY294" fmla="*/ 262087 h 942137"/>
                <a:gd name="connsiteX295" fmla="*/ 717517 w 899217"/>
                <a:gd name="connsiteY295" fmla="*/ 260337 h 942137"/>
                <a:gd name="connsiteX296" fmla="*/ 719132 w 899217"/>
                <a:gd name="connsiteY296" fmla="*/ 257848 h 942137"/>
                <a:gd name="connsiteX297" fmla="*/ 722397 w 899217"/>
                <a:gd name="connsiteY297" fmla="*/ 254820 h 942137"/>
                <a:gd name="connsiteX298" fmla="*/ 725661 w 899217"/>
                <a:gd name="connsiteY298" fmla="*/ 252768 h 942137"/>
                <a:gd name="connsiteX299" fmla="*/ 728253 w 899217"/>
                <a:gd name="connsiteY299" fmla="*/ 247554 h 942137"/>
                <a:gd name="connsiteX300" fmla="*/ 729128 w 899217"/>
                <a:gd name="connsiteY300" fmla="*/ 245166 h 942137"/>
                <a:gd name="connsiteX301" fmla="*/ 731416 w 899217"/>
                <a:gd name="connsiteY301" fmla="*/ 242542 h 942137"/>
                <a:gd name="connsiteX302" fmla="*/ 733806 w 899217"/>
                <a:gd name="connsiteY302" fmla="*/ 241465 h 942137"/>
                <a:gd name="connsiteX303" fmla="*/ 737609 w 899217"/>
                <a:gd name="connsiteY303" fmla="*/ 243417 h 942137"/>
                <a:gd name="connsiteX304" fmla="*/ 739897 w 899217"/>
                <a:gd name="connsiteY304" fmla="*/ 245166 h 942137"/>
                <a:gd name="connsiteX305" fmla="*/ 743162 w 899217"/>
                <a:gd name="connsiteY305" fmla="*/ 248530 h 942137"/>
                <a:gd name="connsiteX306" fmla="*/ 743599 w 899217"/>
                <a:gd name="connsiteY306" fmla="*/ 250380 h 942137"/>
                <a:gd name="connsiteX307" fmla="*/ 743263 w 899217"/>
                <a:gd name="connsiteY307" fmla="*/ 252566 h 942137"/>
                <a:gd name="connsiteX308" fmla="*/ 743363 w 899217"/>
                <a:gd name="connsiteY308" fmla="*/ 255729 h 942137"/>
                <a:gd name="connsiteX309" fmla="*/ 745854 w 899217"/>
                <a:gd name="connsiteY309" fmla="*/ 258353 h 942137"/>
                <a:gd name="connsiteX310" fmla="*/ 748041 w 899217"/>
                <a:gd name="connsiteY310" fmla="*/ 259126 h 942137"/>
                <a:gd name="connsiteX311" fmla="*/ 749892 w 899217"/>
                <a:gd name="connsiteY311" fmla="*/ 258689 h 942137"/>
                <a:gd name="connsiteX312" fmla="*/ 753258 w 899217"/>
                <a:gd name="connsiteY312" fmla="*/ 257074 h 942137"/>
                <a:gd name="connsiteX313" fmla="*/ 756287 w 899217"/>
                <a:gd name="connsiteY313" fmla="*/ 256872 h 942137"/>
                <a:gd name="connsiteX314" fmla="*/ 763893 w 899217"/>
                <a:gd name="connsiteY314" fmla="*/ 256536 h 942137"/>
                <a:gd name="connsiteX315" fmla="*/ 769446 w 899217"/>
                <a:gd name="connsiteY315" fmla="*/ 256536 h 942137"/>
                <a:gd name="connsiteX316" fmla="*/ 773484 w 899217"/>
                <a:gd name="connsiteY316" fmla="*/ 258285 h 942137"/>
                <a:gd name="connsiteX317" fmla="*/ 777725 w 899217"/>
                <a:gd name="connsiteY317" fmla="*/ 261313 h 942137"/>
                <a:gd name="connsiteX318" fmla="*/ 780013 w 899217"/>
                <a:gd name="connsiteY318" fmla="*/ 260337 h 942137"/>
                <a:gd name="connsiteX319" fmla="*/ 782840 w 899217"/>
                <a:gd name="connsiteY319" fmla="*/ 257175 h 942137"/>
                <a:gd name="connsiteX320" fmla="*/ 785028 w 899217"/>
                <a:gd name="connsiteY320" fmla="*/ 254248 h 942137"/>
                <a:gd name="connsiteX321" fmla="*/ 788393 w 899217"/>
                <a:gd name="connsiteY321" fmla="*/ 251524 h 942137"/>
                <a:gd name="connsiteX322" fmla="*/ 793273 w 899217"/>
                <a:gd name="connsiteY322" fmla="*/ 249472 h 942137"/>
                <a:gd name="connsiteX323" fmla="*/ 794922 w 899217"/>
                <a:gd name="connsiteY323" fmla="*/ 249034 h 942137"/>
                <a:gd name="connsiteX324" fmla="*/ 799062 w 899217"/>
                <a:gd name="connsiteY324" fmla="*/ 248933 h 942137"/>
                <a:gd name="connsiteX325" fmla="*/ 803302 w 899217"/>
                <a:gd name="connsiteY325" fmla="*/ 248294 h 942137"/>
                <a:gd name="connsiteX326" fmla="*/ 808418 w 899217"/>
                <a:gd name="connsiteY326" fmla="*/ 248294 h 942137"/>
                <a:gd name="connsiteX327" fmla="*/ 812456 w 899217"/>
                <a:gd name="connsiteY327" fmla="*/ 248294 h 942137"/>
                <a:gd name="connsiteX328" fmla="*/ 814745 w 899217"/>
                <a:gd name="connsiteY328" fmla="*/ 248294 h 942137"/>
                <a:gd name="connsiteX329" fmla="*/ 816697 w 899217"/>
                <a:gd name="connsiteY329" fmla="*/ 245906 h 942137"/>
                <a:gd name="connsiteX330" fmla="*/ 818211 w 899217"/>
                <a:gd name="connsiteY330" fmla="*/ 243719 h 942137"/>
                <a:gd name="connsiteX331" fmla="*/ 819827 w 899217"/>
                <a:gd name="connsiteY331" fmla="*/ 242205 h 942137"/>
                <a:gd name="connsiteX332" fmla="*/ 819827 w 899217"/>
                <a:gd name="connsiteY332" fmla="*/ 239817 h 942137"/>
                <a:gd name="connsiteX333" fmla="*/ 818077 w 899217"/>
                <a:gd name="connsiteY333" fmla="*/ 236991 h 942137"/>
                <a:gd name="connsiteX334" fmla="*/ 818077 w 899217"/>
                <a:gd name="connsiteY334" fmla="*/ 235377 h 942137"/>
                <a:gd name="connsiteX335" fmla="*/ 819053 w 899217"/>
                <a:gd name="connsiteY335" fmla="*/ 231777 h 942137"/>
                <a:gd name="connsiteX336" fmla="*/ 821240 w 899217"/>
                <a:gd name="connsiteY336" fmla="*/ 229591 h 942137"/>
                <a:gd name="connsiteX337" fmla="*/ 822990 w 899217"/>
                <a:gd name="connsiteY337" fmla="*/ 227101 h 942137"/>
                <a:gd name="connsiteX338" fmla="*/ 826591 w 899217"/>
                <a:gd name="connsiteY338" fmla="*/ 223737 h 942137"/>
                <a:gd name="connsiteX339" fmla="*/ 826793 w 899217"/>
                <a:gd name="connsiteY339" fmla="*/ 220474 h 942137"/>
                <a:gd name="connsiteX340" fmla="*/ 827231 w 899217"/>
                <a:gd name="connsiteY340" fmla="*/ 217850 h 942137"/>
                <a:gd name="connsiteX341" fmla="*/ 826793 w 899217"/>
                <a:gd name="connsiteY341" fmla="*/ 216673 h 942137"/>
                <a:gd name="connsiteX342" fmla="*/ 823899 w 899217"/>
                <a:gd name="connsiteY342" fmla="*/ 215092 h 942137"/>
                <a:gd name="connsiteX343" fmla="*/ 823764 w 899217"/>
                <a:gd name="connsiteY343" fmla="*/ 213645 h 942137"/>
                <a:gd name="connsiteX344" fmla="*/ 825077 w 899217"/>
                <a:gd name="connsiteY344" fmla="*/ 210181 h 942137"/>
                <a:gd name="connsiteX345" fmla="*/ 829856 w 899217"/>
                <a:gd name="connsiteY345" fmla="*/ 208734 h 942137"/>
                <a:gd name="connsiteX346" fmla="*/ 832043 w 899217"/>
                <a:gd name="connsiteY346" fmla="*/ 207422 h 942137"/>
                <a:gd name="connsiteX347" fmla="*/ 832043 w 899217"/>
                <a:gd name="connsiteY347" fmla="*/ 203957 h 942137"/>
                <a:gd name="connsiteX348" fmla="*/ 832043 w 899217"/>
                <a:gd name="connsiteY348" fmla="*/ 203385 h 942137"/>
                <a:gd name="connsiteX349" fmla="*/ 831168 w 899217"/>
                <a:gd name="connsiteY349" fmla="*/ 201367 h 942137"/>
                <a:gd name="connsiteX350" fmla="*/ 825817 w 899217"/>
                <a:gd name="connsiteY350" fmla="*/ 201367 h 942137"/>
                <a:gd name="connsiteX351" fmla="*/ 822788 w 899217"/>
                <a:gd name="connsiteY351" fmla="*/ 201232 h 942137"/>
                <a:gd name="connsiteX352" fmla="*/ 823091 w 899217"/>
                <a:gd name="connsiteY352" fmla="*/ 198037 h 942137"/>
                <a:gd name="connsiteX353" fmla="*/ 823529 w 899217"/>
                <a:gd name="connsiteY353" fmla="*/ 195278 h 942137"/>
                <a:gd name="connsiteX354" fmla="*/ 825279 w 899217"/>
                <a:gd name="connsiteY354" fmla="*/ 193832 h 942137"/>
                <a:gd name="connsiteX355" fmla="*/ 826860 w 899217"/>
                <a:gd name="connsiteY355" fmla="*/ 191813 h 942137"/>
                <a:gd name="connsiteX356" fmla="*/ 826860 w 899217"/>
                <a:gd name="connsiteY356" fmla="*/ 188920 h 942137"/>
                <a:gd name="connsiteX357" fmla="*/ 826793 w 899217"/>
                <a:gd name="connsiteY357" fmla="*/ 185018 h 942137"/>
                <a:gd name="connsiteX358" fmla="*/ 824134 w 899217"/>
                <a:gd name="connsiteY358" fmla="*/ 182260 h 942137"/>
                <a:gd name="connsiteX359" fmla="*/ 820937 w 899217"/>
                <a:gd name="connsiteY359" fmla="*/ 181385 h 942137"/>
                <a:gd name="connsiteX360" fmla="*/ 818750 w 899217"/>
                <a:gd name="connsiteY360" fmla="*/ 180510 h 942137"/>
                <a:gd name="connsiteX361" fmla="*/ 815856 w 899217"/>
                <a:gd name="connsiteY361" fmla="*/ 179804 h 942137"/>
                <a:gd name="connsiteX362" fmla="*/ 813399 w 899217"/>
                <a:gd name="connsiteY362" fmla="*/ 178189 h 942137"/>
                <a:gd name="connsiteX363" fmla="*/ 810067 w 899217"/>
                <a:gd name="connsiteY363" fmla="*/ 176171 h 942137"/>
                <a:gd name="connsiteX364" fmla="*/ 808620 w 899217"/>
                <a:gd name="connsiteY364" fmla="*/ 174724 h 942137"/>
                <a:gd name="connsiteX365" fmla="*/ 807879 w 899217"/>
                <a:gd name="connsiteY365" fmla="*/ 171259 h 942137"/>
                <a:gd name="connsiteX366" fmla="*/ 807004 w 899217"/>
                <a:gd name="connsiteY366" fmla="*/ 168501 h 942137"/>
                <a:gd name="connsiteX367" fmla="*/ 804413 w 899217"/>
                <a:gd name="connsiteY367" fmla="*/ 165473 h 942137"/>
                <a:gd name="connsiteX368" fmla="*/ 801519 w 899217"/>
                <a:gd name="connsiteY368" fmla="*/ 163724 h 942137"/>
                <a:gd name="connsiteX369" fmla="*/ 799062 w 899217"/>
                <a:gd name="connsiteY369" fmla="*/ 166045 h 942137"/>
                <a:gd name="connsiteX370" fmla="*/ 796874 w 899217"/>
                <a:gd name="connsiteY370" fmla="*/ 168938 h 942137"/>
                <a:gd name="connsiteX371" fmla="*/ 794990 w 899217"/>
                <a:gd name="connsiteY371" fmla="*/ 171394 h 942137"/>
                <a:gd name="connsiteX372" fmla="*/ 794249 w 899217"/>
                <a:gd name="connsiteY372" fmla="*/ 173278 h 942137"/>
                <a:gd name="connsiteX373" fmla="*/ 792667 w 899217"/>
                <a:gd name="connsiteY373" fmla="*/ 175868 h 942137"/>
                <a:gd name="connsiteX374" fmla="*/ 790917 w 899217"/>
                <a:gd name="connsiteY374" fmla="*/ 178458 h 942137"/>
                <a:gd name="connsiteX375" fmla="*/ 790042 w 899217"/>
                <a:gd name="connsiteY375" fmla="*/ 180342 h 942137"/>
                <a:gd name="connsiteX376" fmla="*/ 788158 w 899217"/>
                <a:gd name="connsiteY376" fmla="*/ 182361 h 942137"/>
                <a:gd name="connsiteX377" fmla="*/ 787148 w 899217"/>
                <a:gd name="connsiteY377" fmla="*/ 183942 h 942137"/>
                <a:gd name="connsiteX378" fmla="*/ 786273 w 899217"/>
                <a:gd name="connsiteY378" fmla="*/ 186263 h 942137"/>
                <a:gd name="connsiteX379" fmla="*/ 784691 w 899217"/>
                <a:gd name="connsiteY379" fmla="*/ 188584 h 942137"/>
                <a:gd name="connsiteX380" fmla="*/ 782369 w 899217"/>
                <a:gd name="connsiteY380" fmla="*/ 189156 h 942137"/>
                <a:gd name="connsiteX381" fmla="*/ 780619 w 899217"/>
                <a:gd name="connsiteY381" fmla="*/ 188853 h 942137"/>
                <a:gd name="connsiteX382" fmla="*/ 778297 w 899217"/>
                <a:gd name="connsiteY382" fmla="*/ 187978 h 942137"/>
                <a:gd name="connsiteX383" fmla="*/ 776278 w 899217"/>
                <a:gd name="connsiteY383" fmla="*/ 187978 h 942137"/>
                <a:gd name="connsiteX384" fmla="*/ 774090 w 899217"/>
                <a:gd name="connsiteY384" fmla="*/ 188281 h 942137"/>
                <a:gd name="connsiteX385" fmla="*/ 773653 w 899217"/>
                <a:gd name="connsiteY385" fmla="*/ 190737 h 942137"/>
                <a:gd name="connsiteX386" fmla="*/ 772071 w 899217"/>
                <a:gd name="connsiteY386" fmla="*/ 193764 h 942137"/>
                <a:gd name="connsiteX387" fmla="*/ 766989 w 899217"/>
                <a:gd name="connsiteY387" fmla="*/ 196355 h 942137"/>
                <a:gd name="connsiteX388" fmla="*/ 763354 w 899217"/>
                <a:gd name="connsiteY388" fmla="*/ 195648 h 942137"/>
                <a:gd name="connsiteX389" fmla="*/ 760325 w 899217"/>
                <a:gd name="connsiteY389" fmla="*/ 194504 h 942137"/>
                <a:gd name="connsiteX390" fmla="*/ 755546 w 899217"/>
                <a:gd name="connsiteY390" fmla="*/ 194807 h 942137"/>
                <a:gd name="connsiteX391" fmla="*/ 754099 w 899217"/>
                <a:gd name="connsiteY391" fmla="*/ 195951 h 942137"/>
                <a:gd name="connsiteX392" fmla="*/ 749186 w 899217"/>
                <a:gd name="connsiteY392" fmla="*/ 196523 h 942137"/>
                <a:gd name="connsiteX393" fmla="*/ 746729 w 899217"/>
                <a:gd name="connsiteY393" fmla="*/ 195345 h 942137"/>
                <a:gd name="connsiteX394" fmla="*/ 746594 w 899217"/>
                <a:gd name="connsiteY394" fmla="*/ 193899 h 942137"/>
                <a:gd name="connsiteX395" fmla="*/ 746022 w 899217"/>
                <a:gd name="connsiteY395" fmla="*/ 191881 h 942137"/>
                <a:gd name="connsiteX396" fmla="*/ 744878 w 899217"/>
                <a:gd name="connsiteY396" fmla="*/ 189694 h 942137"/>
                <a:gd name="connsiteX397" fmla="*/ 742556 w 899217"/>
                <a:gd name="connsiteY397" fmla="*/ 186667 h 942137"/>
                <a:gd name="connsiteX398" fmla="*/ 738921 w 899217"/>
                <a:gd name="connsiteY398" fmla="*/ 184783 h 942137"/>
                <a:gd name="connsiteX399" fmla="*/ 736599 w 899217"/>
                <a:gd name="connsiteY399" fmla="*/ 184480 h 942137"/>
                <a:gd name="connsiteX400" fmla="*/ 734142 w 899217"/>
                <a:gd name="connsiteY400" fmla="*/ 182899 h 942137"/>
                <a:gd name="connsiteX401" fmla="*/ 730373 w 899217"/>
                <a:gd name="connsiteY401" fmla="*/ 180006 h 942137"/>
                <a:gd name="connsiteX402" fmla="*/ 730238 w 899217"/>
                <a:gd name="connsiteY402" fmla="*/ 178257 h 942137"/>
                <a:gd name="connsiteX403" fmla="*/ 730373 w 899217"/>
                <a:gd name="connsiteY403" fmla="*/ 175801 h 942137"/>
                <a:gd name="connsiteX404" fmla="*/ 735152 w 899217"/>
                <a:gd name="connsiteY404" fmla="*/ 172336 h 942137"/>
                <a:gd name="connsiteX405" fmla="*/ 737474 w 899217"/>
                <a:gd name="connsiteY405" fmla="*/ 170587 h 942137"/>
                <a:gd name="connsiteX406" fmla="*/ 739931 w 899217"/>
                <a:gd name="connsiteY406" fmla="*/ 169712 h 942137"/>
                <a:gd name="connsiteX407" fmla="*/ 743700 w 899217"/>
                <a:gd name="connsiteY407" fmla="*/ 166382 h 942137"/>
                <a:gd name="connsiteX408" fmla="*/ 743835 w 899217"/>
                <a:gd name="connsiteY408" fmla="*/ 161605 h 942137"/>
                <a:gd name="connsiteX409" fmla="*/ 743094 w 899217"/>
                <a:gd name="connsiteY409" fmla="*/ 159586 h 942137"/>
                <a:gd name="connsiteX410" fmla="*/ 740772 w 899217"/>
                <a:gd name="connsiteY410" fmla="*/ 158712 h 942137"/>
                <a:gd name="connsiteX411" fmla="*/ 738585 w 899217"/>
                <a:gd name="connsiteY411" fmla="*/ 158140 h 942137"/>
                <a:gd name="connsiteX412" fmla="*/ 739022 w 899217"/>
                <a:gd name="connsiteY412" fmla="*/ 156391 h 942137"/>
                <a:gd name="connsiteX413" fmla="*/ 740166 w 899217"/>
                <a:gd name="connsiteY413" fmla="*/ 153363 h 942137"/>
                <a:gd name="connsiteX414" fmla="*/ 742489 w 899217"/>
                <a:gd name="connsiteY414" fmla="*/ 151883 h 942137"/>
                <a:gd name="connsiteX415" fmla="*/ 740974 w 899217"/>
                <a:gd name="connsiteY415" fmla="*/ 147409 h 942137"/>
                <a:gd name="connsiteX416" fmla="*/ 737911 w 899217"/>
                <a:gd name="connsiteY416" fmla="*/ 143372 h 942137"/>
                <a:gd name="connsiteX417" fmla="*/ 735421 w 899217"/>
                <a:gd name="connsiteY417" fmla="*/ 141858 h 942137"/>
                <a:gd name="connsiteX418" fmla="*/ 732056 w 899217"/>
                <a:gd name="connsiteY418" fmla="*/ 141858 h 942137"/>
                <a:gd name="connsiteX419" fmla="*/ 725964 w 899217"/>
                <a:gd name="connsiteY419" fmla="*/ 139134 h 942137"/>
                <a:gd name="connsiteX420" fmla="*/ 724012 w 899217"/>
                <a:gd name="connsiteY420" fmla="*/ 136409 h 942137"/>
                <a:gd name="connsiteX421" fmla="*/ 723810 w 899217"/>
                <a:gd name="connsiteY421" fmla="*/ 134660 h 942137"/>
                <a:gd name="connsiteX422" fmla="*/ 723608 w 899217"/>
                <a:gd name="connsiteY422" fmla="*/ 128806 h 942137"/>
                <a:gd name="connsiteX423" fmla="*/ 723810 w 899217"/>
                <a:gd name="connsiteY423" fmla="*/ 125005 h 942137"/>
                <a:gd name="connsiteX424" fmla="*/ 724786 w 899217"/>
                <a:gd name="connsiteY424" fmla="*/ 123794 h 942137"/>
                <a:gd name="connsiteX425" fmla="*/ 727277 w 899217"/>
                <a:gd name="connsiteY425" fmla="*/ 121607 h 942137"/>
                <a:gd name="connsiteX426" fmla="*/ 729229 w 899217"/>
                <a:gd name="connsiteY426" fmla="*/ 119656 h 942137"/>
                <a:gd name="connsiteX427" fmla="*/ 731416 w 899217"/>
                <a:gd name="connsiteY427" fmla="*/ 117470 h 942137"/>
                <a:gd name="connsiteX428" fmla="*/ 733267 w 899217"/>
                <a:gd name="connsiteY428" fmla="*/ 116057 h 942137"/>
                <a:gd name="connsiteX429" fmla="*/ 735859 w 899217"/>
                <a:gd name="connsiteY429" fmla="*/ 114745 h 942137"/>
                <a:gd name="connsiteX430" fmla="*/ 739325 w 899217"/>
                <a:gd name="connsiteY430" fmla="*/ 114207 h 942137"/>
                <a:gd name="connsiteX431" fmla="*/ 742253 w 899217"/>
                <a:gd name="connsiteY431" fmla="*/ 111919 h 942137"/>
                <a:gd name="connsiteX432" fmla="*/ 743666 w 899217"/>
                <a:gd name="connsiteY432" fmla="*/ 110843 h 942137"/>
                <a:gd name="connsiteX433" fmla="*/ 744306 w 899217"/>
                <a:gd name="connsiteY433" fmla="*/ 106705 h 942137"/>
                <a:gd name="connsiteX434" fmla="*/ 741041 w 899217"/>
                <a:gd name="connsiteY434" fmla="*/ 103442 h 942137"/>
                <a:gd name="connsiteX435" fmla="*/ 736700 w 899217"/>
                <a:gd name="connsiteY435" fmla="*/ 104317 h 942137"/>
                <a:gd name="connsiteX436" fmla="*/ 730508 w 899217"/>
                <a:gd name="connsiteY436" fmla="*/ 104956 h 942137"/>
                <a:gd name="connsiteX437" fmla="*/ 723002 w 899217"/>
                <a:gd name="connsiteY437" fmla="*/ 106369 h 942137"/>
                <a:gd name="connsiteX438" fmla="*/ 718964 w 899217"/>
                <a:gd name="connsiteY438" fmla="*/ 104754 h 942137"/>
                <a:gd name="connsiteX439" fmla="*/ 714623 w 899217"/>
                <a:gd name="connsiteY439" fmla="*/ 102164 h 942137"/>
                <a:gd name="connsiteX440" fmla="*/ 712570 w 899217"/>
                <a:gd name="connsiteY440" fmla="*/ 102164 h 942137"/>
                <a:gd name="connsiteX441" fmla="*/ 710079 w 899217"/>
                <a:gd name="connsiteY441" fmla="*/ 102971 h 942137"/>
                <a:gd name="connsiteX442" fmla="*/ 708565 w 899217"/>
                <a:gd name="connsiteY442" fmla="*/ 105427 h 942137"/>
                <a:gd name="connsiteX443" fmla="*/ 704560 w 899217"/>
                <a:gd name="connsiteY443" fmla="*/ 105629 h 942137"/>
                <a:gd name="connsiteX444" fmla="*/ 701632 w 899217"/>
                <a:gd name="connsiteY444" fmla="*/ 105965 h 942137"/>
                <a:gd name="connsiteX445" fmla="*/ 699007 w 899217"/>
                <a:gd name="connsiteY445" fmla="*/ 105629 h 942137"/>
                <a:gd name="connsiteX446" fmla="*/ 697593 w 899217"/>
                <a:gd name="connsiteY446" fmla="*/ 105629 h 942137"/>
                <a:gd name="connsiteX447" fmla="*/ 693790 w 899217"/>
                <a:gd name="connsiteY447" fmla="*/ 105561 h 942137"/>
                <a:gd name="connsiteX448" fmla="*/ 691401 w 899217"/>
                <a:gd name="connsiteY448" fmla="*/ 104855 h 942137"/>
                <a:gd name="connsiteX449" fmla="*/ 690425 w 899217"/>
                <a:gd name="connsiteY449" fmla="*/ 103543 h 942137"/>
                <a:gd name="connsiteX450" fmla="*/ 688910 w 899217"/>
                <a:gd name="connsiteY450" fmla="*/ 100818 h 942137"/>
                <a:gd name="connsiteX451" fmla="*/ 686622 w 899217"/>
                <a:gd name="connsiteY451" fmla="*/ 100919 h 942137"/>
                <a:gd name="connsiteX452" fmla="*/ 685848 w 899217"/>
                <a:gd name="connsiteY452" fmla="*/ 101020 h 942137"/>
                <a:gd name="connsiteX453" fmla="*/ 684434 w 899217"/>
                <a:gd name="connsiteY453" fmla="*/ 103207 h 942137"/>
                <a:gd name="connsiteX454" fmla="*/ 684098 w 899217"/>
                <a:gd name="connsiteY454" fmla="*/ 105494 h 942137"/>
                <a:gd name="connsiteX455" fmla="*/ 682785 w 899217"/>
                <a:gd name="connsiteY455" fmla="*/ 107983 h 942137"/>
                <a:gd name="connsiteX456" fmla="*/ 682146 w 899217"/>
                <a:gd name="connsiteY456" fmla="*/ 110473 h 942137"/>
                <a:gd name="connsiteX457" fmla="*/ 679958 w 899217"/>
                <a:gd name="connsiteY457" fmla="*/ 114610 h 942137"/>
                <a:gd name="connsiteX458" fmla="*/ 678982 w 899217"/>
                <a:gd name="connsiteY458" fmla="*/ 117201 h 942137"/>
                <a:gd name="connsiteX459" fmla="*/ 679319 w 899217"/>
                <a:gd name="connsiteY459" fmla="*/ 119387 h 942137"/>
                <a:gd name="connsiteX460" fmla="*/ 681271 w 899217"/>
                <a:gd name="connsiteY460" fmla="*/ 121136 h 942137"/>
                <a:gd name="connsiteX461" fmla="*/ 683425 w 899217"/>
                <a:gd name="connsiteY461" fmla="*/ 122448 h 942137"/>
                <a:gd name="connsiteX462" fmla="*/ 684939 w 899217"/>
                <a:gd name="connsiteY462" fmla="*/ 125375 h 942137"/>
                <a:gd name="connsiteX463" fmla="*/ 686588 w 899217"/>
                <a:gd name="connsiteY463" fmla="*/ 128302 h 942137"/>
                <a:gd name="connsiteX464" fmla="*/ 687026 w 899217"/>
                <a:gd name="connsiteY464" fmla="*/ 130926 h 942137"/>
                <a:gd name="connsiteX465" fmla="*/ 686925 w 899217"/>
                <a:gd name="connsiteY465" fmla="*/ 133650 h 942137"/>
                <a:gd name="connsiteX466" fmla="*/ 686689 w 899217"/>
                <a:gd name="connsiteY466" fmla="*/ 137452 h 942137"/>
                <a:gd name="connsiteX467" fmla="*/ 685612 w 899217"/>
                <a:gd name="connsiteY467" fmla="*/ 139840 h 942137"/>
                <a:gd name="connsiteX468" fmla="*/ 684199 w 899217"/>
                <a:gd name="connsiteY468" fmla="*/ 142127 h 942137"/>
                <a:gd name="connsiteX469" fmla="*/ 681809 w 899217"/>
                <a:gd name="connsiteY469" fmla="*/ 144852 h 942137"/>
                <a:gd name="connsiteX470" fmla="*/ 678444 w 899217"/>
                <a:gd name="connsiteY470" fmla="*/ 147779 h 942137"/>
                <a:gd name="connsiteX471" fmla="*/ 674978 w 899217"/>
                <a:gd name="connsiteY471" fmla="*/ 149966 h 942137"/>
                <a:gd name="connsiteX472" fmla="*/ 672487 w 899217"/>
                <a:gd name="connsiteY472" fmla="*/ 149966 h 942137"/>
                <a:gd name="connsiteX473" fmla="*/ 669862 w 899217"/>
                <a:gd name="connsiteY473" fmla="*/ 148990 h 942137"/>
                <a:gd name="connsiteX474" fmla="*/ 669088 w 899217"/>
                <a:gd name="connsiteY474" fmla="*/ 148654 h 942137"/>
                <a:gd name="connsiteX475" fmla="*/ 665285 w 899217"/>
                <a:gd name="connsiteY475" fmla="*/ 145391 h 942137"/>
                <a:gd name="connsiteX476" fmla="*/ 662458 w 899217"/>
                <a:gd name="connsiteY476" fmla="*/ 145592 h 942137"/>
                <a:gd name="connsiteX477" fmla="*/ 661280 w 899217"/>
                <a:gd name="connsiteY477" fmla="*/ 145592 h 942137"/>
                <a:gd name="connsiteX478" fmla="*/ 659194 w 899217"/>
                <a:gd name="connsiteY478" fmla="*/ 147611 h 942137"/>
                <a:gd name="connsiteX479" fmla="*/ 656905 w 899217"/>
                <a:gd name="connsiteY479" fmla="*/ 149192 h 942137"/>
                <a:gd name="connsiteX480" fmla="*/ 656131 w 899217"/>
                <a:gd name="connsiteY480" fmla="*/ 150706 h 942137"/>
                <a:gd name="connsiteX481" fmla="*/ 653304 w 899217"/>
                <a:gd name="connsiteY481" fmla="*/ 152892 h 942137"/>
                <a:gd name="connsiteX482" fmla="*/ 650039 w 899217"/>
                <a:gd name="connsiteY482" fmla="*/ 154843 h 942137"/>
                <a:gd name="connsiteX483" fmla="*/ 648727 w 899217"/>
                <a:gd name="connsiteY483" fmla="*/ 155819 h 942137"/>
                <a:gd name="connsiteX484" fmla="*/ 646236 w 899217"/>
                <a:gd name="connsiteY484" fmla="*/ 157770 h 942137"/>
                <a:gd name="connsiteX485" fmla="*/ 644587 w 899217"/>
                <a:gd name="connsiteY485" fmla="*/ 160259 h 942137"/>
                <a:gd name="connsiteX486" fmla="*/ 643510 w 899217"/>
                <a:gd name="connsiteY486" fmla="*/ 162210 h 942137"/>
                <a:gd name="connsiteX487" fmla="*/ 642736 w 899217"/>
                <a:gd name="connsiteY487" fmla="*/ 163859 h 942137"/>
                <a:gd name="connsiteX488" fmla="*/ 642198 w 899217"/>
                <a:gd name="connsiteY488" fmla="*/ 165709 h 942137"/>
                <a:gd name="connsiteX489" fmla="*/ 642299 w 899217"/>
                <a:gd name="connsiteY489" fmla="*/ 167761 h 942137"/>
                <a:gd name="connsiteX490" fmla="*/ 644150 w 899217"/>
                <a:gd name="connsiteY490" fmla="*/ 169174 h 942137"/>
                <a:gd name="connsiteX491" fmla="*/ 647313 w 899217"/>
                <a:gd name="connsiteY491" fmla="*/ 171663 h 942137"/>
                <a:gd name="connsiteX492" fmla="*/ 649804 w 899217"/>
                <a:gd name="connsiteY492" fmla="*/ 173715 h 942137"/>
                <a:gd name="connsiteX493" fmla="*/ 651554 w 899217"/>
                <a:gd name="connsiteY493" fmla="*/ 174489 h 942137"/>
                <a:gd name="connsiteX494" fmla="*/ 652429 w 899217"/>
                <a:gd name="connsiteY494" fmla="*/ 175027 h 942137"/>
                <a:gd name="connsiteX495" fmla="*/ 654280 w 899217"/>
                <a:gd name="connsiteY495" fmla="*/ 177853 h 942137"/>
                <a:gd name="connsiteX496" fmla="*/ 654179 w 899217"/>
                <a:gd name="connsiteY496" fmla="*/ 178929 h 942137"/>
                <a:gd name="connsiteX497" fmla="*/ 653102 w 899217"/>
                <a:gd name="connsiteY497" fmla="*/ 180342 h 942137"/>
                <a:gd name="connsiteX498" fmla="*/ 650914 w 899217"/>
                <a:gd name="connsiteY498" fmla="*/ 182091 h 942137"/>
                <a:gd name="connsiteX499" fmla="*/ 649938 w 899217"/>
                <a:gd name="connsiteY499" fmla="*/ 183067 h 942137"/>
                <a:gd name="connsiteX500" fmla="*/ 649602 w 899217"/>
                <a:gd name="connsiteY500" fmla="*/ 185657 h 942137"/>
                <a:gd name="connsiteX501" fmla="*/ 649063 w 899217"/>
                <a:gd name="connsiteY501" fmla="*/ 188920 h 942137"/>
                <a:gd name="connsiteX502" fmla="*/ 648188 w 899217"/>
                <a:gd name="connsiteY502" fmla="*/ 191208 h 942137"/>
                <a:gd name="connsiteX503" fmla="*/ 646236 w 899217"/>
                <a:gd name="connsiteY503" fmla="*/ 194572 h 942137"/>
                <a:gd name="connsiteX504" fmla="*/ 642534 w 899217"/>
                <a:gd name="connsiteY504" fmla="*/ 198609 h 942137"/>
                <a:gd name="connsiteX505" fmla="*/ 639505 w 899217"/>
                <a:gd name="connsiteY505" fmla="*/ 200559 h 942137"/>
                <a:gd name="connsiteX506" fmla="*/ 638092 w 899217"/>
                <a:gd name="connsiteY506" fmla="*/ 200997 h 942137"/>
                <a:gd name="connsiteX507" fmla="*/ 636679 w 899217"/>
                <a:gd name="connsiteY507" fmla="*/ 201973 h 942137"/>
                <a:gd name="connsiteX508" fmla="*/ 634491 w 899217"/>
                <a:gd name="connsiteY508" fmla="*/ 203722 h 942137"/>
                <a:gd name="connsiteX509" fmla="*/ 632101 w 899217"/>
                <a:gd name="connsiteY509" fmla="*/ 206211 h 942137"/>
                <a:gd name="connsiteX510" fmla="*/ 630150 w 899217"/>
                <a:gd name="connsiteY510" fmla="*/ 208162 h 942137"/>
                <a:gd name="connsiteX511" fmla="*/ 628635 w 899217"/>
                <a:gd name="connsiteY511" fmla="*/ 210551 h 942137"/>
                <a:gd name="connsiteX512" fmla="*/ 627121 w 899217"/>
                <a:gd name="connsiteY512" fmla="*/ 213141 h 942137"/>
                <a:gd name="connsiteX513" fmla="*/ 624933 w 899217"/>
                <a:gd name="connsiteY513" fmla="*/ 217379 h 942137"/>
                <a:gd name="connsiteX514" fmla="*/ 624058 w 899217"/>
                <a:gd name="connsiteY514" fmla="*/ 218456 h 942137"/>
                <a:gd name="connsiteX515" fmla="*/ 621669 w 899217"/>
                <a:gd name="connsiteY515" fmla="*/ 219095 h 942137"/>
                <a:gd name="connsiteX516" fmla="*/ 619178 w 899217"/>
                <a:gd name="connsiteY516" fmla="*/ 220071 h 942137"/>
                <a:gd name="connsiteX517" fmla="*/ 615914 w 899217"/>
                <a:gd name="connsiteY517" fmla="*/ 222459 h 942137"/>
                <a:gd name="connsiteX518" fmla="*/ 614164 w 899217"/>
                <a:gd name="connsiteY518" fmla="*/ 225184 h 942137"/>
                <a:gd name="connsiteX519" fmla="*/ 610798 w 899217"/>
                <a:gd name="connsiteY519" fmla="*/ 229523 h 942137"/>
                <a:gd name="connsiteX520" fmla="*/ 608308 w 899217"/>
                <a:gd name="connsiteY520" fmla="*/ 232248 h 942137"/>
                <a:gd name="connsiteX521" fmla="*/ 602889 w 899217"/>
                <a:gd name="connsiteY521" fmla="*/ 237227 h 942137"/>
                <a:gd name="connsiteX522" fmla="*/ 599423 w 899217"/>
                <a:gd name="connsiteY522" fmla="*/ 238875 h 942137"/>
                <a:gd name="connsiteX523" fmla="*/ 596798 w 899217"/>
                <a:gd name="connsiteY523" fmla="*/ 243349 h 942137"/>
                <a:gd name="connsiteX524" fmla="*/ 592793 w 899217"/>
                <a:gd name="connsiteY524" fmla="*/ 244527 h 942137"/>
                <a:gd name="connsiteX525" fmla="*/ 591144 w 899217"/>
                <a:gd name="connsiteY525" fmla="*/ 243013 h 942137"/>
                <a:gd name="connsiteX526" fmla="*/ 590370 w 899217"/>
                <a:gd name="connsiteY526" fmla="*/ 239212 h 942137"/>
                <a:gd name="connsiteX527" fmla="*/ 589495 w 899217"/>
                <a:gd name="connsiteY527" fmla="*/ 236285 h 942137"/>
                <a:gd name="connsiteX528" fmla="*/ 587442 w 899217"/>
                <a:gd name="connsiteY528" fmla="*/ 234872 h 942137"/>
                <a:gd name="connsiteX529" fmla="*/ 585793 w 899217"/>
                <a:gd name="connsiteY529" fmla="*/ 235208 h 942137"/>
                <a:gd name="connsiteX530" fmla="*/ 585355 w 899217"/>
                <a:gd name="connsiteY530" fmla="*/ 239111 h 942137"/>
                <a:gd name="connsiteX531" fmla="*/ 585019 w 899217"/>
                <a:gd name="connsiteY531" fmla="*/ 243248 h 942137"/>
                <a:gd name="connsiteX532" fmla="*/ 583168 w 899217"/>
                <a:gd name="connsiteY532" fmla="*/ 245536 h 942137"/>
                <a:gd name="connsiteX533" fmla="*/ 580442 w 899217"/>
                <a:gd name="connsiteY533" fmla="*/ 248025 h 942137"/>
                <a:gd name="connsiteX534" fmla="*/ 578490 w 899217"/>
                <a:gd name="connsiteY534" fmla="*/ 251187 h 942137"/>
                <a:gd name="connsiteX535" fmla="*/ 578490 w 899217"/>
                <a:gd name="connsiteY535" fmla="*/ 253475 h 942137"/>
                <a:gd name="connsiteX536" fmla="*/ 580004 w 899217"/>
                <a:gd name="connsiteY536" fmla="*/ 254349 h 942137"/>
                <a:gd name="connsiteX537" fmla="*/ 582932 w 899217"/>
                <a:gd name="connsiteY537" fmla="*/ 257612 h 942137"/>
                <a:gd name="connsiteX538" fmla="*/ 583134 w 899217"/>
                <a:gd name="connsiteY538" fmla="*/ 259564 h 942137"/>
                <a:gd name="connsiteX539" fmla="*/ 582798 w 899217"/>
                <a:gd name="connsiteY539" fmla="*/ 263365 h 942137"/>
                <a:gd name="connsiteX540" fmla="*/ 584110 w 899217"/>
                <a:gd name="connsiteY540" fmla="*/ 268041 h 942137"/>
                <a:gd name="connsiteX541" fmla="*/ 583235 w 899217"/>
                <a:gd name="connsiteY541" fmla="*/ 273356 h 942137"/>
                <a:gd name="connsiteX542" fmla="*/ 583235 w 899217"/>
                <a:gd name="connsiteY542" fmla="*/ 275408 h 942137"/>
                <a:gd name="connsiteX543" fmla="*/ 582461 w 899217"/>
                <a:gd name="connsiteY543" fmla="*/ 281160 h 942137"/>
                <a:gd name="connsiteX544" fmla="*/ 581485 w 899217"/>
                <a:gd name="connsiteY544" fmla="*/ 285062 h 942137"/>
                <a:gd name="connsiteX545" fmla="*/ 580172 w 899217"/>
                <a:gd name="connsiteY545" fmla="*/ 287787 h 942137"/>
                <a:gd name="connsiteX546" fmla="*/ 577783 w 899217"/>
                <a:gd name="connsiteY546" fmla="*/ 291824 h 942137"/>
                <a:gd name="connsiteX547" fmla="*/ 578321 w 899217"/>
                <a:gd name="connsiteY547" fmla="*/ 296399 h 942137"/>
                <a:gd name="connsiteX548" fmla="*/ 579197 w 899217"/>
                <a:gd name="connsiteY548" fmla="*/ 298350 h 942137"/>
                <a:gd name="connsiteX549" fmla="*/ 581687 w 899217"/>
                <a:gd name="connsiteY549" fmla="*/ 301176 h 942137"/>
                <a:gd name="connsiteX550" fmla="*/ 582461 w 899217"/>
                <a:gd name="connsiteY550" fmla="*/ 303463 h 942137"/>
                <a:gd name="connsiteX551" fmla="*/ 584110 w 899217"/>
                <a:gd name="connsiteY551" fmla="*/ 309552 h 942137"/>
                <a:gd name="connsiteX552" fmla="*/ 583235 w 899217"/>
                <a:gd name="connsiteY552" fmla="*/ 313353 h 942137"/>
                <a:gd name="connsiteX553" fmla="*/ 583235 w 899217"/>
                <a:gd name="connsiteY553" fmla="*/ 319879 h 942137"/>
                <a:gd name="connsiteX554" fmla="*/ 583572 w 899217"/>
                <a:gd name="connsiteY554" fmla="*/ 321629 h 942137"/>
                <a:gd name="connsiteX555" fmla="*/ 585221 w 899217"/>
                <a:gd name="connsiteY555" fmla="*/ 325228 h 942137"/>
                <a:gd name="connsiteX556" fmla="*/ 587273 w 899217"/>
                <a:gd name="connsiteY556" fmla="*/ 328054 h 942137"/>
                <a:gd name="connsiteX557" fmla="*/ 589562 w 899217"/>
                <a:gd name="connsiteY557" fmla="*/ 330880 h 942137"/>
                <a:gd name="connsiteX558" fmla="*/ 591211 w 899217"/>
                <a:gd name="connsiteY558" fmla="*/ 332393 h 942137"/>
                <a:gd name="connsiteX559" fmla="*/ 591211 w 899217"/>
                <a:gd name="connsiteY559" fmla="*/ 334782 h 942137"/>
                <a:gd name="connsiteX560" fmla="*/ 590572 w 899217"/>
                <a:gd name="connsiteY560" fmla="*/ 338045 h 942137"/>
                <a:gd name="connsiteX561" fmla="*/ 589394 w 899217"/>
                <a:gd name="connsiteY561" fmla="*/ 340299 h 942137"/>
                <a:gd name="connsiteX562" fmla="*/ 587004 w 899217"/>
                <a:gd name="connsiteY562" fmla="*/ 340299 h 942137"/>
                <a:gd name="connsiteX563" fmla="*/ 584817 w 899217"/>
                <a:gd name="connsiteY563" fmla="*/ 340534 h 942137"/>
                <a:gd name="connsiteX564" fmla="*/ 582966 w 899217"/>
                <a:gd name="connsiteY564" fmla="*/ 341274 h 942137"/>
                <a:gd name="connsiteX565" fmla="*/ 584649 w 899217"/>
                <a:gd name="connsiteY565" fmla="*/ 344806 h 942137"/>
                <a:gd name="connsiteX566" fmla="*/ 586230 w 899217"/>
                <a:gd name="connsiteY566" fmla="*/ 350525 h 942137"/>
                <a:gd name="connsiteX567" fmla="*/ 585658 w 899217"/>
                <a:gd name="connsiteY567" fmla="*/ 355235 h 942137"/>
                <a:gd name="connsiteX568" fmla="*/ 584076 w 899217"/>
                <a:gd name="connsiteY568" fmla="*/ 358935 h 942137"/>
                <a:gd name="connsiteX569" fmla="*/ 581821 w 899217"/>
                <a:gd name="connsiteY569" fmla="*/ 360684 h 942137"/>
                <a:gd name="connsiteX570" fmla="*/ 578557 w 899217"/>
                <a:gd name="connsiteY570" fmla="*/ 361828 h 942137"/>
                <a:gd name="connsiteX571" fmla="*/ 574283 w 899217"/>
                <a:gd name="connsiteY571" fmla="*/ 361963 h 942137"/>
                <a:gd name="connsiteX572" fmla="*/ 570581 w 899217"/>
                <a:gd name="connsiteY572" fmla="*/ 361963 h 942137"/>
                <a:gd name="connsiteX573" fmla="*/ 567989 w 899217"/>
                <a:gd name="connsiteY573" fmla="*/ 363409 h 942137"/>
                <a:gd name="connsiteX574" fmla="*/ 564220 w 899217"/>
                <a:gd name="connsiteY574" fmla="*/ 364553 h 942137"/>
                <a:gd name="connsiteX575" fmla="*/ 558936 w 899217"/>
                <a:gd name="connsiteY575" fmla="*/ 366067 h 942137"/>
                <a:gd name="connsiteX576" fmla="*/ 555167 w 899217"/>
                <a:gd name="connsiteY576" fmla="*/ 368085 h 942137"/>
                <a:gd name="connsiteX577" fmla="*/ 552845 w 899217"/>
                <a:gd name="connsiteY577" fmla="*/ 369834 h 942137"/>
                <a:gd name="connsiteX578" fmla="*/ 549076 w 899217"/>
                <a:gd name="connsiteY578" fmla="*/ 369834 h 942137"/>
                <a:gd name="connsiteX579" fmla="*/ 545003 w 899217"/>
                <a:gd name="connsiteY579" fmla="*/ 367244 h 942137"/>
                <a:gd name="connsiteX580" fmla="*/ 545003 w 899217"/>
                <a:gd name="connsiteY580" fmla="*/ 364048 h 942137"/>
                <a:gd name="connsiteX581" fmla="*/ 548032 w 899217"/>
                <a:gd name="connsiteY581" fmla="*/ 358262 h 942137"/>
                <a:gd name="connsiteX582" fmla="*/ 546720 w 899217"/>
                <a:gd name="connsiteY582" fmla="*/ 356244 h 942137"/>
                <a:gd name="connsiteX583" fmla="*/ 541806 w 899217"/>
                <a:gd name="connsiteY583" fmla="*/ 357388 h 942137"/>
                <a:gd name="connsiteX584" fmla="*/ 538037 w 899217"/>
                <a:gd name="connsiteY584" fmla="*/ 361155 h 942137"/>
                <a:gd name="connsiteX585" fmla="*/ 532248 w 899217"/>
                <a:gd name="connsiteY585" fmla="*/ 366369 h 942137"/>
                <a:gd name="connsiteX586" fmla="*/ 528479 w 899217"/>
                <a:gd name="connsiteY586" fmla="*/ 369834 h 942137"/>
                <a:gd name="connsiteX587" fmla="*/ 525585 w 899217"/>
                <a:gd name="connsiteY587" fmla="*/ 369834 h 942137"/>
                <a:gd name="connsiteX588" fmla="*/ 520234 w 899217"/>
                <a:gd name="connsiteY588" fmla="*/ 370473 h 942137"/>
                <a:gd name="connsiteX589" fmla="*/ 514714 w 899217"/>
                <a:gd name="connsiteY589" fmla="*/ 371415 h 942137"/>
                <a:gd name="connsiteX590" fmla="*/ 512392 w 899217"/>
                <a:gd name="connsiteY590" fmla="*/ 372559 h 942137"/>
                <a:gd name="connsiteX591" fmla="*/ 510373 w 899217"/>
                <a:gd name="connsiteY591" fmla="*/ 375015 h 942137"/>
                <a:gd name="connsiteX592" fmla="*/ 507916 w 899217"/>
                <a:gd name="connsiteY592" fmla="*/ 376327 h 942137"/>
                <a:gd name="connsiteX593" fmla="*/ 503575 w 899217"/>
                <a:gd name="connsiteY593" fmla="*/ 380532 h 942137"/>
                <a:gd name="connsiteX594" fmla="*/ 498930 w 899217"/>
                <a:gd name="connsiteY594" fmla="*/ 383727 h 942137"/>
                <a:gd name="connsiteX595" fmla="*/ 493411 w 899217"/>
                <a:gd name="connsiteY595" fmla="*/ 383727 h 942137"/>
                <a:gd name="connsiteX596" fmla="*/ 486310 w 899217"/>
                <a:gd name="connsiteY596" fmla="*/ 387428 h 942137"/>
                <a:gd name="connsiteX597" fmla="*/ 481834 w 899217"/>
                <a:gd name="connsiteY597" fmla="*/ 389816 h 942137"/>
                <a:gd name="connsiteX598" fmla="*/ 475305 w 899217"/>
                <a:gd name="connsiteY598" fmla="*/ 392844 h 942137"/>
                <a:gd name="connsiteX599" fmla="*/ 468776 w 899217"/>
                <a:gd name="connsiteY599" fmla="*/ 392272 h 942137"/>
                <a:gd name="connsiteX600" fmla="*/ 465747 w 899217"/>
                <a:gd name="connsiteY600" fmla="*/ 390388 h 942137"/>
                <a:gd name="connsiteX601" fmla="*/ 465309 w 899217"/>
                <a:gd name="connsiteY601" fmla="*/ 386183 h 942137"/>
                <a:gd name="connsiteX602" fmla="*/ 465007 w 899217"/>
                <a:gd name="connsiteY602" fmla="*/ 382853 h 942137"/>
                <a:gd name="connsiteX603" fmla="*/ 465007 w 899217"/>
                <a:gd name="connsiteY603" fmla="*/ 377773 h 942137"/>
                <a:gd name="connsiteX604" fmla="*/ 463862 w 899217"/>
                <a:gd name="connsiteY604" fmla="*/ 375587 h 942137"/>
                <a:gd name="connsiteX605" fmla="*/ 460800 w 899217"/>
                <a:gd name="connsiteY605" fmla="*/ 373265 h 942137"/>
                <a:gd name="connsiteX606" fmla="*/ 459353 w 899217"/>
                <a:gd name="connsiteY606" fmla="*/ 368354 h 942137"/>
                <a:gd name="connsiteX607" fmla="*/ 458780 w 899217"/>
                <a:gd name="connsiteY607" fmla="*/ 363275 h 942137"/>
                <a:gd name="connsiteX608" fmla="*/ 457333 w 899217"/>
                <a:gd name="connsiteY608" fmla="*/ 360651 h 942137"/>
                <a:gd name="connsiteX609" fmla="*/ 455314 w 899217"/>
                <a:gd name="connsiteY609" fmla="*/ 362097 h 942137"/>
                <a:gd name="connsiteX610" fmla="*/ 452857 w 899217"/>
                <a:gd name="connsiteY610" fmla="*/ 363846 h 942137"/>
                <a:gd name="connsiteX611" fmla="*/ 450266 w 899217"/>
                <a:gd name="connsiteY611" fmla="*/ 366302 h 942137"/>
                <a:gd name="connsiteX612" fmla="*/ 445049 w 899217"/>
                <a:gd name="connsiteY612" fmla="*/ 366302 h 942137"/>
                <a:gd name="connsiteX613" fmla="*/ 439968 w 899217"/>
                <a:gd name="connsiteY613" fmla="*/ 363981 h 942137"/>
                <a:gd name="connsiteX614" fmla="*/ 438655 w 899217"/>
                <a:gd name="connsiteY614" fmla="*/ 359070 h 942137"/>
                <a:gd name="connsiteX615" fmla="*/ 439665 w 899217"/>
                <a:gd name="connsiteY615" fmla="*/ 353553 h 942137"/>
                <a:gd name="connsiteX616" fmla="*/ 442862 w 899217"/>
                <a:gd name="connsiteY616" fmla="*/ 353418 h 942137"/>
                <a:gd name="connsiteX617" fmla="*/ 449223 w 899217"/>
                <a:gd name="connsiteY617" fmla="*/ 352106 h 942137"/>
                <a:gd name="connsiteX618" fmla="*/ 451107 w 899217"/>
                <a:gd name="connsiteY618" fmla="*/ 348910 h 942137"/>
                <a:gd name="connsiteX619" fmla="*/ 447203 w 899217"/>
                <a:gd name="connsiteY619" fmla="*/ 342384 h 942137"/>
                <a:gd name="connsiteX620" fmla="*/ 444006 w 899217"/>
                <a:gd name="connsiteY620" fmla="*/ 337608 h 942137"/>
                <a:gd name="connsiteX621" fmla="*/ 443131 w 899217"/>
                <a:gd name="connsiteY621" fmla="*/ 335589 h 942137"/>
                <a:gd name="connsiteX622" fmla="*/ 439799 w 899217"/>
                <a:gd name="connsiteY622" fmla="*/ 332393 h 942137"/>
                <a:gd name="connsiteX623" fmla="*/ 432833 w 899217"/>
                <a:gd name="connsiteY623" fmla="*/ 329198 h 942137"/>
                <a:gd name="connsiteX624" fmla="*/ 426472 w 899217"/>
                <a:gd name="connsiteY624" fmla="*/ 325127 h 942137"/>
                <a:gd name="connsiteX625" fmla="*/ 424722 w 899217"/>
                <a:gd name="connsiteY625" fmla="*/ 320350 h 942137"/>
                <a:gd name="connsiteX626" fmla="*/ 424587 w 899217"/>
                <a:gd name="connsiteY626" fmla="*/ 316717 h 942137"/>
                <a:gd name="connsiteX627" fmla="*/ 426775 w 899217"/>
                <a:gd name="connsiteY627" fmla="*/ 314699 h 942137"/>
                <a:gd name="connsiteX628" fmla="*/ 430847 w 899217"/>
                <a:gd name="connsiteY628" fmla="*/ 313690 h 942137"/>
                <a:gd name="connsiteX629" fmla="*/ 434616 w 899217"/>
                <a:gd name="connsiteY629" fmla="*/ 311503 h 942137"/>
                <a:gd name="connsiteX630" fmla="*/ 436939 w 899217"/>
                <a:gd name="connsiteY630" fmla="*/ 309182 h 942137"/>
                <a:gd name="connsiteX631" fmla="*/ 438251 w 899217"/>
                <a:gd name="connsiteY631" fmla="*/ 306726 h 942137"/>
                <a:gd name="connsiteX632" fmla="*/ 440708 w 899217"/>
                <a:gd name="connsiteY632" fmla="*/ 299326 h 942137"/>
                <a:gd name="connsiteX633" fmla="*/ 438823 w 899217"/>
                <a:gd name="connsiteY633" fmla="*/ 298888 h 942137"/>
                <a:gd name="connsiteX634" fmla="*/ 431419 w 899217"/>
                <a:gd name="connsiteY634" fmla="*/ 303093 h 942137"/>
                <a:gd name="connsiteX635" fmla="*/ 427953 w 899217"/>
                <a:gd name="connsiteY635" fmla="*/ 302353 h 942137"/>
                <a:gd name="connsiteX636" fmla="*/ 427515 w 899217"/>
                <a:gd name="connsiteY636" fmla="*/ 299897 h 942137"/>
                <a:gd name="connsiteX637" fmla="*/ 428390 w 899217"/>
                <a:gd name="connsiteY637" fmla="*/ 297576 h 942137"/>
                <a:gd name="connsiteX638" fmla="*/ 428828 w 899217"/>
                <a:gd name="connsiteY638" fmla="*/ 294112 h 942137"/>
                <a:gd name="connsiteX639" fmla="*/ 428962 w 899217"/>
                <a:gd name="connsiteY639" fmla="*/ 292530 h 942137"/>
                <a:gd name="connsiteX640" fmla="*/ 428087 w 899217"/>
                <a:gd name="connsiteY640" fmla="*/ 286307 h 942137"/>
                <a:gd name="connsiteX641" fmla="*/ 424890 w 899217"/>
                <a:gd name="connsiteY641" fmla="*/ 281967 h 942137"/>
                <a:gd name="connsiteX642" fmla="*/ 422568 w 899217"/>
                <a:gd name="connsiteY642" fmla="*/ 280790 h 942137"/>
                <a:gd name="connsiteX643" fmla="*/ 419808 w 899217"/>
                <a:gd name="connsiteY643" fmla="*/ 279915 h 942137"/>
                <a:gd name="connsiteX644" fmla="*/ 414020 w 899217"/>
                <a:gd name="connsiteY644" fmla="*/ 277729 h 942137"/>
                <a:gd name="connsiteX645" fmla="*/ 411395 w 899217"/>
                <a:gd name="connsiteY645" fmla="*/ 273827 h 942137"/>
                <a:gd name="connsiteX646" fmla="*/ 409005 w 899217"/>
                <a:gd name="connsiteY646" fmla="*/ 269050 h 942137"/>
                <a:gd name="connsiteX647" fmla="*/ 406616 w 899217"/>
                <a:gd name="connsiteY647" fmla="*/ 263096 h 942137"/>
                <a:gd name="connsiteX648" fmla="*/ 405875 w 899217"/>
                <a:gd name="connsiteY648" fmla="*/ 261077 h 942137"/>
                <a:gd name="connsiteX649" fmla="*/ 405875 w 899217"/>
                <a:gd name="connsiteY649" fmla="*/ 258487 h 942137"/>
                <a:gd name="connsiteX650" fmla="*/ 406380 w 899217"/>
                <a:gd name="connsiteY650" fmla="*/ 252533 h 942137"/>
                <a:gd name="connsiteX651" fmla="*/ 406313 w 899217"/>
                <a:gd name="connsiteY651" fmla="*/ 250346 h 942137"/>
                <a:gd name="connsiteX652" fmla="*/ 400524 w 899217"/>
                <a:gd name="connsiteY652" fmla="*/ 247890 h 942137"/>
                <a:gd name="connsiteX653" fmla="*/ 398337 w 899217"/>
                <a:gd name="connsiteY653" fmla="*/ 244560 h 942137"/>
                <a:gd name="connsiteX654" fmla="*/ 396890 w 899217"/>
                <a:gd name="connsiteY654" fmla="*/ 241230 h 942137"/>
                <a:gd name="connsiteX655" fmla="*/ 394298 w 899217"/>
                <a:gd name="connsiteY655" fmla="*/ 229355 h 942137"/>
                <a:gd name="connsiteX656" fmla="*/ 393726 w 899217"/>
                <a:gd name="connsiteY656" fmla="*/ 223838 h 942137"/>
                <a:gd name="connsiteX657" fmla="*/ 392279 w 899217"/>
                <a:gd name="connsiteY657" fmla="*/ 218187 h 942137"/>
                <a:gd name="connsiteX658" fmla="*/ 387635 w 899217"/>
                <a:gd name="connsiteY658" fmla="*/ 218489 h 942137"/>
                <a:gd name="connsiteX659" fmla="*/ 385010 w 899217"/>
                <a:gd name="connsiteY659" fmla="*/ 218489 h 942137"/>
                <a:gd name="connsiteX660" fmla="*/ 380231 w 899217"/>
                <a:gd name="connsiteY660" fmla="*/ 213847 h 942137"/>
                <a:gd name="connsiteX661" fmla="*/ 380533 w 899217"/>
                <a:gd name="connsiteY661" fmla="*/ 209945 h 942137"/>
                <a:gd name="connsiteX662" fmla="*/ 379793 w 899217"/>
                <a:gd name="connsiteY662" fmla="*/ 203722 h 942137"/>
                <a:gd name="connsiteX663" fmla="*/ 379793 w 899217"/>
                <a:gd name="connsiteY663" fmla="*/ 197364 h 942137"/>
                <a:gd name="connsiteX664" fmla="*/ 378918 w 899217"/>
                <a:gd name="connsiteY664" fmla="*/ 194471 h 942137"/>
                <a:gd name="connsiteX665" fmla="*/ 374442 w 899217"/>
                <a:gd name="connsiteY665" fmla="*/ 187945 h 942137"/>
                <a:gd name="connsiteX666" fmla="*/ 371413 w 899217"/>
                <a:gd name="connsiteY666" fmla="*/ 183303 h 942137"/>
                <a:gd name="connsiteX667" fmla="*/ 369226 w 899217"/>
                <a:gd name="connsiteY667" fmla="*/ 177214 h 942137"/>
                <a:gd name="connsiteX668" fmla="*/ 367341 w 899217"/>
                <a:gd name="connsiteY668" fmla="*/ 170688 h 942137"/>
                <a:gd name="connsiteX669" fmla="*/ 366903 w 899217"/>
                <a:gd name="connsiteY669" fmla="*/ 165608 h 942137"/>
                <a:gd name="connsiteX670" fmla="*/ 363706 w 899217"/>
                <a:gd name="connsiteY670" fmla="*/ 162580 h 942137"/>
                <a:gd name="connsiteX671" fmla="*/ 361384 w 899217"/>
                <a:gd name="connsiteY671" fmla="*/ 161706 h 942137"/>
                <a:gd name="connsiteX672" fmla="*/ 358187 w 899217"/>
                <a:gd name="connsiteY672" fmla="*/ 162715 h 942137"/>
                <a:gd name="connsiteX673" fmla="*/ 357043 w 899217"/>
                <a:gd name="connsiteY673" fmla="*/ 163287 h 942137"/>
                <a:gd name="connsiteX674" fmla="*/ 354148 w 899217"/>
                <a:gd name="connsiteY674" fmla="*/ 167795 h 942137"/>
                <a:gd name="connsiteX675" fmla="*/ 349908 w 899217"/>
                <a:gd name="connsiteY675" fmla="*/ 166348 h 942137"/>
                <a:gd name="connsiteX676" fmla="*/ 346105 w 899217"/>
                <a:gd name="connsiteY676" fmla="*/ 164061 h 942137"/>
                <a:gd name="connsiteX677" fmla="*/ 345465 w 899217"/>
                <a:gd name="connsiteY677" fmla="*/ 162210 h 942137"/>
                <a:gd name="connsiteX678" fmla="*/ 343076 w 899217"/>
                <a:gd name="connsiteY678" fmla="*/ 162009 h 942137"/>
                <a:gd name="connsiteX679" fmla="*/ 341763 w 899217"/>
                <a:gd name="connsiteY679" fmla="*/ 162648 h 942137"/>
                <a:gd name="connsiteX680" fmla="*/ 340013 w 899217"/>
                <a:gd name="connsiteY680" fmla="*/ 165272 h 942137"/>
                <a:gd name="connsiteX681" fmla="*/ 336210 w 899217"/>
                <a:gd name="connsiteY681" fmla="*/ 169611 h 942137"/>
                <a:gd name="connsiteX682" fmla="*/ 332307 w 899217"/>
                <a:gd name="connsiteY682" fmla="*/ 170587 h 942137"/>
                <a:gd name="connsiteX683" fmla="*/ 326215 w 899217"/>
                <a:gd name="connsiteY683" fmla="*/ 169948 h 942137"/>
                <a:gd name="connsiteX684" fmla="*/ 321638 w 899217"/>
                <a:gd name="connsiteY684" fmla="*/ 166920 h 942137"/>
                <a:gd name="connsiteX685" fmla="*/ 317297 w 899217"/>
                <a:gd name="connsiteY685" fmla="*/ 160932 h 942137"/>
                <a:gd name="connsiteX686" fmla="*/ 314671 w 899217"/>
                <a:gd name="connsiteY686" fmla="*/ 156155 h 942137"/>
                <a:gd name="connsiteX687" fmla="*/ 312820 w 899217"/>
                <a:gd name="connsiteY687" fmla="*/ 151816 h 942137"/>
                <a:gd name="connsiteX688" fmla="*/ 309994 w 899217"/>
                <a:gd name="connsiteY688" fmla="*/ 147039 h 942137"/>
                <a:gd name="connsiteX689" fmla="*/ 307166 w 899217"/>
                <a:gd name="connsiteY689" fmla="*/ 144112 h 942137"/>
                <a:gd name="connsiteX690" fmla="*/ 304979 w 899217"/>
                <a:gd name="connsiteY690" fmla="*/ 139975 h 942137"/>
                <a:gd name="connsiteX691" fmla="*/ 303902 w 899217"/>
                <a:gd name="connsiteY691" fmla="*/ 136072 h 942137"/>
                <a:gd name="connsiteX692" fmla="*/ 302388 w 899217"/>
                <a:gd name="connsiteY692" fmla="*/ 132036 h 942137"/>
                <a:gd name="connsiteX693" fmla="*/ 302388 w 899217"/>
                <a:gd name="connsiteY693" fmla="*/ 129109 h 942137"/>
                <a:gd name="connsiteX694" fmla="*/ 304239 w 899217"/>
                <a:gd name="connsiteY694" fmla="*/ 128234 h 942137"/>
                <a:gd name="connsiteX695" fmla="*/ 306089 w 899217"/>
                <a:gd name="connsiteY695" fmla="*/ 127797 h 942137"/>
                <a:gd name="connsiteX696" fmla="*/ 311643 w 899217"/>
                <a:gd name="connsiteY696" fmla="*/ 126821 h 942137"/>
                <a:gd name="connsiteX697" fmla="*/ 314234 w 899217"/>
                <a:gd name="connsiteY697" fmla="*/ 126182 h 942137"/>
                <a:gd name="connsiteX698" fmla="*/ 315748 w 899217"/>
                <a:gd name="connsiteY698" fmla="*/ 125409 h 942137"/>
                <a:gd name="connsiteX699" fmla="*/ 317936 w 899217"/>
                <a:gd name="connsiteY699" fmla="*/ 122583 h 942137"/>
                <a:gd name="connsiteX700" fmla="*/ 318710 w 899217"/>
                <a:gd name="connsiteY700" fmla="*/ 120531 h 942137"/>
                <a:gd name="connsiteX701" fmla="*/ 319047 w 899217"/>
                <a:gd name="connsiteY701" fmla="*/ 116730 h 942137"/>
                <a:gd name="connsiteX702" fmla="*/ 318710 w 899217"/>
                <a:gd name="connsiteY702" fmla="*/ 114644 h 942137"/>
                <a:gd name="connsiteX703" fmla="*/ 318071 w 899217"/>
                <a:gd name="connsiteY703" fmla="*/ 113029 h 942137"/>
                <a:gd name="connsiteX704" fmla="*/ 315143 w 899217"/>
                <a:gd name="connsiteY704" fmla="*/ 110977 h 942137"/>
                <a:gd name="connsiteX705" fmla="*/ 313090 w 899217"/>
                <a:gd name="connsiteY705" fmla="*/ 109901 h 942137"/>
                <a:gd name="connsiteX706" fmla="*/ 310061 w 899217"/>
                <a:gd name="connsiteY706" fmla="*/ 105898 h 942137"/>
                <a:gd name="connsiteX707" fmla="*/ 308849 w 899217"/>
                <a:gd name="connsiteY707" fmla="*/ 102096 h 942137"/>
                <a:gd name="connsiteX708" fmla="*/ 308748 w 899217"/>
                <a:gd name="connsiteY708" fmla="*/ 99069 h 942137"/>
                <a:gd name="connsiteX709" fmla="*/ 304844 w 899217"/>
                <a:gd name="connsiteY709" fmla="*/ 92442 h 942137"/>
                <a:gd name="connsiteX710" fmla="*/ 301681 w 899217"/>
                <a:gd name="connsiteY710" fmla="*/ 84402 h 942137"/>
                <a:gd name="connsiteX711" fmla="*/ 300469 w 899217"/>
                <a:gd name="connsiteY711" fmla="*/ 80062 h 942137"/>
                <a:gd name="connsiteX712" fmla="*/ 298517 w 899217"/>
                <a:gd name="connsiteY712" fmla="*/ 77472 h 942137"/>
                <a:gd name="connsiteX713" fmla="*/ 293200 w 899217"/>
                <a:gd name="connsiteY713" fmla="*/ 77808 h 942137"/>
                <a:gd name="connsiteX714" fmla="*/ 289397 w 899217"/>
                <a:gd name="connsiteY714" fmla="*/ 74882 h 942137"/>
                <a:gd name="connsiteX715" fmla="*/ 287445 w 899217"/>
                <a:gd name="connsiteY715" fmla="*/ 71182 h 942137"/>
                <a:gd name="connsiteX716" fmla="*/ 284180 w 899217"/>
                <a:gd name="connsiteY716" fmla="*/ 68019 h 942137"/>
                <a:gd name="connsiteX717" fmla="*/ 282531 w 899217"/>
                <a:gd name="connsiteY717" fmla="*/ 64655 h 942137"/>
                <a:gd name="connsiteX718" fmla="*/ 281555 w 899217"/>
                <a:gd name="connsiteY718" fmla="*/ 62031 h 942137"/>
                <a:gd name="connsiteX719" fmla="*/ 281118 w 899217"/>
                <a:gd name="connsiteY719" fmla="*/ 58028 h 942137"/>
                <a:gd name="connsiteX720" fmla="*/ 281757 w 899217"/>
                <a:gd name="connsiteY720" fmla="*/ 55304 h 942137"/>
                <a:gd name="connsiteX721" fmla="*/ 282969 w 899217"/>
                <a:gd name="connsiteY721" fmla="*/ 52915 h 942137"/>
                <a:gd name="connsiteX722" fmla="*/ 283844 w 899217"/>
                <a:gd name="connsiteY722" fmla="*/ 51502 h 942137"/>
                <a:gd name="connsiteX723" fmla="*/ 281892 w 899217"/>
                <a:gd name="connsiteY723" fmla="*/ 48777 h 942137"/>
                <a:gd name="connsiteX724" fmla="*/ 279940 w 899217"/>
                <a:gd name="connsiteY724" fmla="*/ 48576 h 942137"/>
                <a:gd name="connsiteX725" fmla="*/ 276137 w 899217"/>
                <a:gd name="connsiteY725" fmla="*/ 49013 h 942137"/>
                <a:gd name="connsiteX726" fmla="*/ 274185 w 899217"/>
                <a:gd name="connsiteY726" fmla="*/ 49787 h 942137"/>
                <a:gd name="connsiteX727" fmla="*/ 273209 w 899217"/>
                <a:gd name="connsiteY727" fmla="*/ 50863 h 942137"/>
                <a:gd name="connsiteX728" fmla="*/ 271594 w 899217"/>
                <a:gd name="connsiteY728" fmla="*/ 53252 h 942137"/>
                <a:gd name="connsiteX729" fmla="*/ 270718 w 899217"/>
                <a:gd name="connsiteY729" fmla="*/ 54664 h 942137"/>
                <a:gd name="connsiteX730" fmla="*/ 270382 w 899217"/>
                <a:gd name="connsiteY730" fmla="*/ 58264 h 942137"/>
                <a:gd name="connsiteX731" fmla="*/ 267017 w 899217"/>
                <a:gd name="connsiteY731" fmla="*/ 61426 h 942137"/>
                <a:gd name="connsiteX732" fmla="*/ 265502 w 899217"/>
                <a:gd name="connsiteY732" fmla="*/ 63041 h 942137"/>
                <a:gd name="connsiteX733" fmla="*/ 263988 w 899217"/>
                <a:gd name="connsiteY733" fmla="*/ 67279 h 942137"/>
                <a:gd name="connsiteX734" fmla="*/ 261262 w 899217"/>
                <a:gd name="connsiteY734" fmla="*/ 70980 h 942137"/>
                <a:gd name="connsiteX735" fmla="*/ 259613 w 899217"/>
                <a:gd name="connsiteY735" fmla="*/ 73469 h 942137"/>
                <a:gd name="connsiteX736" fmla="*/ 256886 w 899217"/>
                <a:gd name="connsiteY736" fmla="*/ 76396 h 942137"/>
                <a:gd name="connsiteX737" fmla="*/ 254262 w 899217"/>
                <a:gd name="connsiteY737" fmla="*/ 79020 h 942137"/>
                <a:gd name="connsiteX738" fmla="*/ 252848 w 899217"/>
                <a:gd name="connsiteY738" fmla="*/ 79894 h 942137"/>
                <a:gd name="connsiteX739" fmla="*/ 249482 w 899217"/>
                <a:gd name="connsiteY739" fmla="*/ 80769 h 942137"/>
                <a:gd name="connsiteX740" fmla="*/ 245343 w 899217"/>
                <a:gd name="connsiteY740" fmla="*/ 81004 h 942137"/>
                <a:gd name="connsiteX741" fmla="*/ 242853 w 899217"/>
                <a:gd name="connsiteY741" fmla="*/ 82619 h 942137"/>
                <a:gd name="connsiteX742" fmla="*/ 241978 w 899217"/>
                <a:gd name="connsiteY742" fmla="*/ 84469 h 942137"/>
                <a:gd name="connsiteX743" fmla="*/ 241439 w 899217"/>
                <a:gd name="connsiteY743" fmla="*/ 86656 h 942137"/>
                <a:gd name="connsiteX744" fmla="*/ 240699 w 899217"/>
                <a:gd name="connsiteY744" fmla="*/ 90894 h 942137"/>
                <a:gd name="connsiteX745" fmla="*/ 240699 w 899217"/>
                <a:gd name="connsiteY745" fmla="*/ 93485 h 942137"/>
                <a:gd name="connsiteX746" fmla="*/ 242449 w 899217"/>
                <a:gd name="connsiteY746" fmla="*/ 99573 h 942137"/>
                <a:gd name="connsiteX747" fmla="*/ 242449 w 899217"/>
                <a:gd name="connsiteY747" fmla="*/ 103476 h 942137"/>
                <a:gd name="connsiteX748" fmla="*/ 241574 w 899217"/>
                <a:gd name="connsiteY748" fmla="*/ 111414 h 942137"/>
                <a:gd name="connsiteX749" fmla="*/ 240396 w 899217"/>
                <a:gd name="connsiteY749" fmla="*/ 116090 h 942137"/>
                <a:gd name="connsiteX750" fmla="*/ 234304 w 899217"/>
                <a:gd name="connsiteY750" fmla="*/ 116427 h 942137"/>
                <a:gd name="connsiteX751" fmla="*/ 229424 w 899217"/>
                <a:gd name="connsiteY751" fmla="*/ 110002 h 942137"/>
                <a:gd name="connsiteX752" fmla="*/ 225621 w 899217"/>
                <a:gd name="connsiteY752" fmla="*/ 105561 h 942137"/>
                <a:gd name="connsiteX753" fmla="*/ 220607 w 899217"/>
                <a:gd name="connsiteY753" fmla="*/ 98497 h 942137"/>
                <a:gd name="connsiteX754" fmla="*/ 219092 w 899217"/>
                <a:gd name="connsiteY754" fmla="*/ 89582 h 942137"/>
                <a:gd name="connsiteX755" fmla="*/ 218217 w 899217"/>
                <a:gd name="connsiteY755" fmla="*/ 85142 h 942137"/>
                <a:gd name="connsiteX756" fmla="*/ 218554 w 899217"/>
                <a:gd name="connsiteY756" fmla="*/ 79490 h 942137"/>
                <a:gd name="connsiteX757" fmla="*/ 219092 w 899217"/>
                <a:gd name="connsiteY757" fmla="*/ 76665 h 942137"/>
                <a:gd name="connsiteX758" fmla="*/ 220169 w 899217"/>
                <a:gd name="connsiteY758" fmla="*/ 72763 h 942137"/>
                <a:gd name="connsiteX759" fmla="*/ 219833 w 899217"/>
                <a:gd name="connsiteY759" fmla="*/ 70038 h 942137"/>
                <a:gd name="connsiteX760" fmla="*/ 219833 w 899217"/>
                <a:gd name="connsiteY760" fmla="*/ 62099 h 942137"/>
                <a:gd name="connsiteX761" fmla="*/ 219294 w 899217"/>
                <a:gd name="connsiteY761" fmla="*/ 58836 h 942137"/>
                <a:gd name="connsiteX762" fmla="*/ 218958 w 899217"/>
                <a:gd name="connsiteY762" fmla="*/ 55035 h 942137"/>
                <a:gd name="connsiteX763" fmla="*/ 218083 w 899217"/>
                <a:gd name="connsiteY763" fmla="*/ 50897 h 942137"/>
                <a:gd name="connsiteX764" fmla="*/ 218083 w 899217"/>
                <a:gd name="connsiteY764" fmla="*/ 47297 h 942137"/>
                <a:gd name="connsiteX765" fmla="*/ 220203 w 899217"/>
                <a:gd name="connsiteY765" fmla="*/ 43732 h 942137"/>
                <a:gd name="connsiteX766" fmla="*/ 222323 w 899217"/>
                <a:gd name="connsiteY766" fmla="*/ 37004 h 942137"/>
                <a:gd name="connsiteX767" fmla="*/ 224915 w 899217"/>
                <a:gd name="connsiteY767" fmla="*/ 31251 h 942137"/>
                <a:gd name="connsiteX768" fmla="*/ 226429 w 899217"/>
                <a:gd name="connsiteY768" fmla="*/ 24523 h 942137"/>
                <a:gd name="connsiteX769" fmla="*/ 227304 w 899217"/>
                <a:gd name="connsiteY769" fmla="*/ 21496 h 942137"/>
                <a:gd name="connsiteX770" fmla="*/ 227742 w 899217"/>
                <a:gd name="connsiteY770" fmla="*/ 18872 h 942137"/>
                <a:gd name="connsiteX771" fmla="*/ 227102 w 899217"/>
                <a:gd name="connsiteY771" fmla="*/ 9318 h 942137"/>
                <a:gd name="connsiteX772" fmla="*/ 226766 w 899217"/>
                <a:gd name="connsiteY772" fmla="*/ 5618 h 942137"/>
                <a:gd name="connsiteX773" fmla="*/ 223165 w 899217"/>
                <a:gd name="connsiteY773" fmla="*/ 1379 h 942137"/>
                <a:gd name="connsiteX774" fmla="*/ 221549 w 899217"/>
                <a:gd name="connsiteY774" fmla="*/ 1178 h 942137"/>
                <a:gd name="connsiteX775" fmla="*/ 219496 w 899217"/>
                <a:gd name="connsiteY775" fmla="*/ 538 h 942137"/>
                <a:gd name="connsiteX776" fmla="*/ 215256 w 899217"/>
                <a:gd name="connsiteY776" fmla="*/ 0 h 942137"/>
                <a:gd name="connsiteX777" fmla="*/ 211890 w 899217"/>
                <a:gd name="connsiteY777" fmla="*/ 538 h 942137"/>
                <a:gd name="connsiteX778" fmla="*/ 208525 w 899217"/>
                <a:gd name="connsiteY778" fmla="*/ 2388 h 942137"/>
                <a:gd name="connsiteX779" fmla="*/ 205900 w 899217"/>
                <a:gd name="connsiteY779" fmla="*/ 4037 h 942137"/>
                <a:gd name="connsiteX780" fmla="*/ 205900 w 899217"/>
                <a:gd name="connsiteY780" fmla="*/ 4575 h 942137"/>
                <a:gd name="connsiteX781" fmla="*/ 209602 w 899217"/>
                <a:gd name="connsiteY781" fmla="*/ 9251 h 942137"/>
                <a:gd name="connsiteX782" fmla="*/ 210241 w 899217"/>
                <a:gd name="connsiteY782" fmla="*/ 11000 h 942137"/>
                <a:gd name="connsiteX783" fmla="*/ 208727 w 899217"/>
                <a:gd name="connsiteY783" fmla="*/ 11774 h 942137"/>
                <a:gd name="connsiteX784" fmla="*/ 207414 w 899217"/>
                <a:gd name="connsiteY784" fmla="*/ 13826 h 942137"/>
                <a:gd name="connsiteX785" fmla="*/ 207852 w 899217"/>
                <a:gd name="connsiteY785" fmla="*/ 14701 h 942137"/>
                <a:gd name="connsiteX786" fmla="*/ 209501 w 899217"/>
                <a:gd name="connsiteY786" fmla="*/ 16114 h 942137"/>
                <a:gd name="connsiteX787" fmla="*/ 210140 w 899217"/>
                <a:gd name="connsiteY787" fmla="*/ 17426 h 942137"/>
                <a:gd name="connsiteX788" fmla="*/ 210241 w 899217"/>
                <a:gd name="connsiteY788" fmla="*/ 20049 h 942137"/>
                <a:gd name="connsiteX789" fmla="*/ 209905 w 899217"/>
                <a:gd name="connsiteY789" fmla="*/ 22236 h 942137"/>
                <a:gd name="connsiteX790" fmla="*/ 207414 w 899217"/>
                <a:gd name="connsiteY790" fmla="*/ 22337 h 942137"/>
                <a:gd name="connsiteX791" fmla="*/ 204486 w 899217"/>
                <a:gd name="connsiteY791" fmla="*/ 22438 h 942137"/>
                <a:gd name="connsiteX792" fmla="*/ 203275 w 899217"/>
                <a:gd name="connsiteY792" fmla="*/ 23851 h 942137"/>
                <a:gd name="connsiteX793" fmla="*/ 205227 w 899217"/>
                <a:gd name="connsiteY793" fmla="*/ 26441 h 942137"/>
                <a:gd name="connsiteX794" fmla="*/ 204587 w 899217"/>
                <a:gd name="connsiteY794" fmla="*/ 27517 h 942137"/>
                <a:gd name="connsiteX795" fmla="*/ 201424 w 899217"/>
                <a:gd name="connsiteY795" fmla="*/ 28829 h 942137"/>
                <a:gd name="connsiteX796" fmla="*/ 200549 w 899217"/>
                <a:gd name="connsiteY796" fmla="*/ 31218 h 942137"/>
                <a:gd name="connsiteX797" fmla="*/ 200751 w 899217"/>
                <a:gd name="connsiteY797" fmla="*/ 34144 h 942137"/>
                <a:gd name="connsiteX798" fmla="*/ 200953 w 899217"/>
                <a:gd name="connsiteY798" fmla="*/ 36331 h 942137"/>
                <a:gd name="connsiteX799" fmla="*/ 201929 w 899217"/>
                <a:gd name="connsiteY799" fmla="*/ 39897 h 942137"/>
                <a:gd name="connsiteX800" fmla="*/ 201289 w 899217"/>
                <a:gd name="connsiteY800" fmla="*/ 41209 h 942137"/>
                <a:gd name="connsiteX801" fmla="*/ 199001 w 899217"/>
                <a:gd name="connsiteY801" fmla="*/ 42823 h 942137"/>
                <a:gd name="connsiteX802" fmla="*/ 196308 w 899217"/>
                <a:gd name="connsiteY802" fmla="*/ 43160 h 942137"/>
                <a:gd name="connsiteX803" fmla="*/ 193683 w 899217"/>
                <a:gd name="connsiteY803" fmla="*/ 43160 h 942137"/>
                <a:gd name="connsiteX804" fmla="*/ 192371 w 899217"/>
                <a:gd name="connsiteY804" fmla="*/ 42790 h 942137"/>
                <a:gd name="connsiteX805" fmla="*/ 191058 w 899217"/>
                <a:gd name="connsiteY805" fmla="*/ 42521 h 942137"/>
                <a:gd name="connsiteX806" fmla="*/ 190183 w 899217"/>
                <a:gd name="connsiteY806" fmla="*/ 40569 h 942137"/>
                <a:gd name="connsiteX807" fmla="*/ 190183 w 899217"/>
                <a:gd name="connsiteY807" fmla="*/ 38181 h 942137"/>
                <a:gd name="connsiteX808" fmla="*/ 190284 w 899217"/>
                <a:gd name="connsiteY808" fmla="*/ 35692 h 942137"/>
                <a:gd name="connsiteX809" fmla="*/ 190722 w 899217"/>
                <a:gd name="connsiteY809" fmla="*/ 32092 h 942137"/>
                <a:gd name="connsiteX810" fmla="*/ 191260 w 899217"/>
                <a:gd name="connsiteY810" fmla="*/ 28930 h 942137"/>
                <a:gd name="connsiteX811" fmla="*/ 190284 w 899217"/>
                <a:gd name="connsiteY811" fmla="*/ 23178 h 942137"/>
                <a:gd name="connsiteX812" fmla="*/ 189510 w 899217"/>
                <a:gd name="connsiteY812" fmla="*/ 21597 h 942137"/>
                <a:gd name="connsiteX813" fmla="*/ 185371 w 899217"/>
                <a:gd name="connsiteY813" fmla="*/ 21597 h 942137"/>
                <a:gd name="connsiteX814" fmla="*/ 184159 w 899217"/>
                <a:gd name="connsiteY814" fmla="*/ 24591 h 942137"/>
                <a:gd name="connsiteX815" fmla="*/ 183082 w 899217"/>
                <a:gd name="connsiteY815" fmla="*/ 24490 h 942137"/>
                <a:gd name="connsiteX816" fmla="*/ 182005 w 899217"/>
                <a:gd name="connsiteY816" fmla="*/ 23716 h 942137"/>
                <a:gd name="connsiteX817" fmla="*/ 181231 w 899217"/>
                <a:gd name="connsiteY817" fmla="*/ 21967 h 942137"/>
                <a:gd name="connsiteX818" fmla="*/ 178943 w 899217"/>
                <a:gd name="connsiteY818" fmla="*/ 21967 h 942137"/>
                <a:gd name="connsiteX819" fmla="*/ 177866 w 899217"/>
                <a:gd name="connsiteY819" fmla="*/ 22606 h 942137"/>
                <a:gd name="connsiteX820" fmla="*/ 175240 w 899217"/>
                <a:gd name="connsiteY820" fmla="*/ 24120 h 942137"/>
                <a:gd name="connsiteX821" fmla="*/ 173928 w 899217"/>
                <a:gd name="connsiteY821" fmla="*/ 24994 h 942137"/>
                <a:gd name="connsiteX822" fmla="*/ 173726 w 899217"/>
                <a:gd name="connsiteY822" fmla="*/ 26306 h 942137"/>
                <a:gd name="connsiteX823" fmla="*/ 175342 w 899217"/>
                <a:gd name="connsiteY823" fmla="*/ 29233 h 942137"/>
                <a:gd name="connsiteX824" fmla="*/ 175880 w 899217"/>
                <a:gd name="connsiteY824" fmla="*/ 32496 h 942137"/>
                <a:gd name="connsiteX825" fmla="*/ 175678 w 899217"/>
                <a:gd name="connsiteY825" fmla="*/ 35658 h 942137"/>
                <a:gd name="connsiteX826" fmla="*/ 174702 w 899217"/>
                <a:gd name="connsiteY826" fmla="*/ 37508 h 942137"/>
                <a:gd name="connsiteX827" fmla="*/ 173289 w 899217"/>
                <a:gd name="connsiteY827" fmla="*/ 39897 h 942137"/>
                <a:gd name="connsiteX828" fmla="*/ 171236 w 899217"/>
                <a:gd name="connsiteY828" fmla="*/ 41545 h 942137"/>
                <a:gd name="connsiteX829" fmla="*/ 171337 w 899217"/>
                <a:gd name="connsiteY829" fmla="*/ 43496 h 942137"/>
                <a:gd name="connsiteX830" fmla="*/ 173928 w 899217"/>
                <a:gd name="connsiteY830" fmla="*/ 46759 h 942137"/>
                <a:gd name="connsiteX831" fmla="*/ 174904 w 899217"/>
                <a:gd name="connsiteY831" fmla="*/ 49820 h 942137"/>
                <a:gd name="connsiteX832" fmla="*/ 174904 w 899217"/>
                <a:gd name="connsiteY832" fmla="*/ 52982 h 942137"/>
                <a:gd name="connsiteX833" fmla="*/ 172178 w 899217"/>
                <a:gd name="connsiteY833" fmla="*/ 55270 h 942137"/>
                <a:gd name="connsiteX834" fmla="*/ 170327 w 899217"/>
                <a:gd name="connsiteY834" fmla="*/ 57558 h 942137"/>
                <a:gd name="connsiteX835" fmla="*/ 168139 w 899217"/>
                <a:gd name="connsiteY835" fmla="*/ 59744 h 942137"/>
                <a:gd name="connsiteX836" fmla="*/ 168039 w 899217"/>
                <a:gd name="connsiteY836" fmla="*/ 61594 h 942137"/>
                <a:gd name="connsiteX837" fmla="*/ 167937 w 899217"/>
                <a:gd name="connsiteY837" fmla="*/ 65194 h 942137"/>
                <a:gd name="connsiteX838" fmla="*/ 168375 w 899217"/>
                <a:gd name="connsiteY838" fmla="*/ 68558 h 942137"/>
                <a:gd name="connsiteX839" fmla="*/ 168577 w 899217"/>
                <a:gd name="connsiteY839" fmla="*/ 72359 h 942137"/>
                <a:gd name="connsiteX840" fmla="*/ 168779 w 899217"/>
                <a:gd name="connsiteY840" fmla="*/ 76699 h 942137"/>
                <a:gd name="connsiteX841" fmla="*/ 168981 w 899217"/>
                <a:gd name="connsiteY841" fmla="*/ 78751 h 942137"/>
                <a:gd name="connsiteX842" fmla="*/ 170394 w 899217"/>
                <a:gd name="connsiteY842" fmla="*/ 82013 h 942137"/>
                <a:gd name="connsiteX843" fmla="*/ 171808 w 899217"/>
                <a:gd name="connsiteY843" fmla="*/ 85377 h 942137"/>
                <a:gd name="connsiteX844" fmla="*/ 173558 w 899217"/>
                <a:gd name="connsiteY844" fmla="*/ 89078 h 942137"/>
                <a:gd name="connsiteX845" fmla="*/ 174736 w 899217"/>
                <a:gd name="connsiteY845" fmla="*/ 94931 h 942137"/>
                <a:gd name="connsiteX846" fmla="*/ 174399 w 899217"/>
                <a:gd name="connsiteY846" fmla="*/ 101558 h 942137"/>
                <a:gd name="connsiteX847" fmla="*/ 173962 w 899217"/>
                <a:gd name="connsiteY847" fmla="*/ 103610 h 942137"/>
                <a:gd name="connsiteX848" fmla="*/ 172111 w 899217"/>
                <a:gd name="connsiteY848" fmla="*/ 109060 h 942137"/>
                <a:gd name="connsiteX849" fmla="*/ 170495 w 899217"/>
                <a:gd name="connsiteY849" fmla="*/ 111885 h 942137"/>
                <a:gd name="connsiteX850" fmla="*/ 167668 w 899217"/>
                <a:gd name="connsiteY850" fmla="*/ 114711 h 942137"/>
                <a:gd name="connsiteX851" fmla="*/ 164841 w 899217"/>
                <a:gd name="connsiteY851" fmla="*/ 114610 h 942137"/>
                <a:gd name="connsiteX852" fmla="*/ 163327 w 899217"/>
                <a:gd name="connsiteY852" fmla="*/ 113971 h 942137"/>
                <a:gd name="connsiteX853" fmla="*/ 161476 w 899217"/>
                <a:gd name="connsiteY853" fmla="*/ 112659 h 942137"/>
                <a:gd name="connsiteX854" fmla="*/ 157908 w 899217"/>
                <a:gd name="connsiteY854" fmla="*/ 111011 h 942137"/>
                <a:gd name="connsiteX855" fmla="*/ 154981 w 899217"/>
                <a:gd name="connsiteY855" fmla="*/ 111011 h 942137"/>
                <a:gd name="connsiteX856" fmla="*/ 153029 w 899217"/>
                <a:gd name="connsiteY856" fmla="*/ 111885 h 942137"/>
                <a:gd name="connsiteX857" fmla="*/ 151817 w 899217"/>
                <a:gd name="connsiteY857" fmla="*/ 113399 h 942137"/>
                <a:gd name="connsiteX858" fmla="*/ 150942 w 899217"/>
                <a:gd name="connsiteY858" fmla="*/ 114913 h 942137"/>
                <a:gd name="connsiteX859" fmla="*/ 148552 w 899217"/>
                <a:gd name="connsiteY859" fmla="*/ 116326 h 942137"/>
                <a:gd name="connsiteX860" fmla="*/ 145288 w 899217"/>
                <a:gd name="connsiteY860" fmla="*/ 118176 h 942137"/>
                <a:gd name="connsiteX861" fmla="*/ 142898 w 899217"/>
                <a:gd name="connsiteY861" fmla="*/ 118075 h 942137"/>
                <a:gd name="connsiteX862" fmla="*/ 140846 w 899217"/>
                <a:gd name="connsiteY862" fmla="*/ 116662 h 942137"/>
                <a:gd name="connsiteX863" fmla="*/ 139230 w 899217"/>
                <a:gd name="connsiteY863" fmla="*/ 115687 h 942137"/>
                <a:gd name="connsiteX864" fmla="*/ 138692 w 899217"/>
                <a:gd name="connsiteY864" fmla="*/ 113937 h 942137"/>
                <a:gd name="connsiteX865" fmla="*/ 137918 w 899217"/>
                <a:gd name="connsiteY865" fmla="*/ 111885 h 942137"/>
                <a:gd name="connsiteX866" fmla="*/ 137918 w 899217"/>
                <a:gd name="connsiteY866" fmla="*/ 108286 h 942137"/>
                <a:gd name="connsiteX867" fmla="*/ 138961 w 899217"/>
                <a:gd name="connsiteY867" fmla="*/ 106537 h 942137"/>
                <a:gd name="connsiteX868" fmla="*/ 139129 w 899217"/>
                <a:gd name="connsiteY868" fmla="*/ 103375 h 942137"/>
                <a:gd name="connsiteX869" fmla="*/ 138692 w 899217"/>
                <a:gd name="connsiteY869" fmla="*/ 100448 h 942137"/>
                <a:gd name="connsiteX870" fmla="*/ 138894 w 899217"/>
                <a:gd name="connsiteY870" fmla="*/ 98396 h 942137"/>
                <a:gd name="connsiteX871" fmla="*/ 139870 w 899217"/>
                <a:gd name="connsiteY871" fmla="*/ 95671 h 942137"/>
                <a:gd name="connsiteX872" fmla="*/ 139668 w 899217"/>
                <a:gd name="connsiteY872" fmla="*/ 93518 h 942137"/>
                <a:gd name="connsiteX873" fmla="*/ 138254 w 899217"/>
                <a:gd name="connsiteY873" fmla="*/ 89616 h 942137"/>
                <a:gd name="connsiteX874" fmla="*/ 137480 w 899217"/>
                <a:gd name="connsiteY874" fmla="*/ 87430 h 942137"/>
                <a:gd name="connsiteX875" fmla="*/ 136605 w 899217"/>
                <a:gd name="connsiteY875" fmla="*/ 85579 h 942137"/>
                <a:gd name="connsiteX876" fmla="*/ 134216 w 899217"/>
                <a:gd name="connsiteY876" fmla="*/ 84234 h 942137"/>
                <a:gd name="connsiteX877" fmla="*/ 132466 w 899217"/>
                <a:gd name="connsiteY877" fmla="*/ 84267 h 942137"/>
                <a:gd name="connsiteX878" fmla="*/ 129639 w 899217"/>
                <a:gd name="connsiteY878" fmla="*/ 84267 h 942137"/>
                <a:gd name="connsiteX879" fmla="*/ 126374 w 899217"/>
                <a:gd name="connsiteY879" fmla="*/ 85344 h 942137"/>
                <a:gd name="connsiteX880" fmla="*/ 125398 w 899217"/>
                <a:gd name="connsiteY880" fmla="*/ 86555 h 942137"/>
                <a:gd name="connsiteX881" fmla="*/ 123985 w 899217"/>
                <a:gd name="connsiteY881" fmla="*/ 89280 h 942137"/>
                <a:gd name="connsiteX882" fmla="*/ 123985 w 899217"/>
                <a:gd name="connsiteY882" fmla="*/ 91769 h 942137"/>
                <a:gd name="connsiteX883" fmla="*/ 126441 w 899217"/>
                <a:gd name="connsiteY883" fmla="*/ 94595 h 942137"/>
                <a:gd name="connsiteX884" fmla="*/ 126812 w 899217"/>
                <a:gd name="connsiteY884" fmla="*/ 97757 h 942137"/>
                <a:gd name="connsiteX885" fmla="*/ 127014 w 899217"/>
                <a:gd name="connsiteY885" fmla="*/ 101895 h 942137"/>
                <a:gd name="connsiteX886" fmla="*/ 125263 w 899217"/>
                <a:gd name="connsiteY886" fmla="*/ 104518 h 942137"/>
                <a:gd name="connsiteX887" fmla="*/ 122975 w 899217"/>
                <a:gd name="connsiteY887" fmla="*/ 106032 h 942137"/>
                <a:gd name="connsiteX888" fmla="*/ 120686 w 899217"/>
                <a:gd name="connsiteY888" fmla="*/ 107983 h 942137"/>
                <a:gd name="connsiteX889" fmla="*/ 118095 w 899217"/>
                <a:gd name="connsiteY889" fmla="*/ 109598 h 942137"/>
                <a:gd name="connsiteX890" fmla="*/ 116244 w 899217"/>
                <a:gd name="connsiteY890" fmla="*/ 110473 h 942137"/>
                <a:gd name="connsiteX891" fmla="*/ 114191 w 899217"/>
                <a:gd name="connsiteY891" fmla="*/ 111448 h 942137"/>
                <a:gd name="connsiteX892" fmla="*/ 112004 w 899217"/>
                <a:gd name="connsiteY892" fmla="*/ 112861 h 942137"/>
                <a:gd name="connsiteX893" fmla="*/ 109816 w 899217"/>
                <a:gd name="connsiteY893" fmla="*/ 114812 h 942137"/>
                <a:gd name="connsiteX894" fmla="*/ 108302 w 899217"/>
                <a:gd name="connsiteY894" fmla="*/ 115990 h 942137"/>
                <a:gd name="connsiteX895" fmla="*/ 106249 w 899217"/>
                <a:gd name="connsiteY895" fmla="*/ 118378 h 942137"/>
                <a:gd name="connsiteX896" fmla="*/ 105710 w 899217"/>
                <a:gd name="connsiteY896" fmla="*/ 120430 h 942137"/>
                <a:gd name="connsiteX897" fmla="*/ 104835 w 899217"/>
                <a:gd name="connsiteY897" fmla="*/ 122482 h 942137"/>
                <a:gd name="connsiteX898" fmla="*/ 104499 w 899217"/>
                <a:gd name="connsiteY898" fmla="*/ 124130 h 942137"/>
                <a:gd name="connsiteX899" fmla="*/ 104263 w 899217"/>
                <a:gd name="connsiteY899" fmla="*/ 127292 h 942137"/>
                <a:gd name="connsiteX900" fmla="*/ 104499 w 899217"/>
                <a:gd name="connsiteY900" fmla="*/ 128705 h 942137"/>
                <a:gd name="connsiteX901" fmla="*/ 104835 w 899217"/>
                <a:gd name="connsiteY901" fmla="*/ 130455 h 942137"/>
                <a:gd name="connsiteX902" fmla="*/ 106249 w 899217"/>
                <a:gd name="connsiteY902" fmla="*/ 133381 h 942137"/>
                <a:gd name="connsiteX903" fmla="*/ 107561 w 899217"/>
                <a:gd name="connsiteY903" fmla="*/ 137418 h 942137"/>
                <a:gd name="connsiteX904" fmla="*/ 108537 w 899217"/>
                <a:gd name="connsiteY904" fmla="*/ 139907 h 942137"/>
                <a:gd name="connsiteX905" fmla="*/ 109176 w 899217"/>
                <a:gd name="connsiteY905" fmla="*/ 143709 h 942137"/>
                <a:gd name="connsiteX906" fmla="*/ 110253 w 899217"/>
                <a:gd name="connsiteY906" fmla="*/ 148284 h 942137"/>
                <a:gd name="connsiteX907" fmla="*/ 110455 w 899217"/>
                <a:gd name="connsiteY907" fmla="*/ 152825 h 942137"/>
                <a:gd name="connsiteX908" fmla="*/ 109479 w 899217"/>
                <a:gd name="connsiteY908" fmla="*/ 155449 h 942137"/>
                <a:gd name="connsiteX909" fmla="*/ 108167 w 899217"/>
                <a:gd name="connsiteY909" fmla="*/ 158712 h 942137"/>
                <a:gd name="connsiteX910" fmla="*/ 108369 w 899217"/>
                <a:gd name="connsiteY910" fmla="*/ 162311 h 942137"/>
                <a:gd name="connsiteX911" fmla="*/ 109984 w 899217"/>
                <a:gd name="connsiteY911" fmla="*/ 166752 h 942137"/>
                <a:gd name="connsiteX912" fmla="*/ 112912 w 899217"/>
                <a:gd name="connsiteY912" fmla="*/ 168602 h 942137"/>
                <a:gd name="connsiteX913" fmla="*/ 113552 w 899217"/>
                <a:gd name="connsiteY913" fmla="*/ 171764 h 942137"/>
                <a:gd name="connsiteX914" fmla="*/ 113451 w 899217"/>
                <a:gd name="connsiteY914" fmla="*/ 173715 h 942137"/>
                <a:gd name="connsiteX915" fmla="*/ 113552 w 899217"/>
                <a:gd name="connsiteY915" fmla="*/ 175767 h 942137"/>
                <a:gd name="connsiteX916" fmla="*/ 115302 w 899217"/>
                <a:gd name="connsiteY916" fmla="*/ 179669 h 942137"/>
                <a:gd name="connsiteX917" fmla="*/ 117153 w 899217"/>
                <a:gd name="connsiteY917" fmla="*/ 182394 h 942137"/>
                <a:gd name="connsiteX918" fmla="*/ 120754 w 899217"/>
                <a:gd name="connsiteY918" fmla="*/ 185758 h 942137"/>
                <a:gd name="connsiteX919" fmla="*/ 122807 w 899217"/>
                <a:gd name="connsiteY919" fmla="*/ 187709 h 942137"/>
                <a:gd name="connsiteX920" fmla="*/ 125836 w 899217"/>
                <a:gd name="connsiteY920" fmla="*/ 187911 h 942137"/>
                <a:gd name="connsiteX921" fmla="*/ 128326 w 899217"/>
                <a:gd name="connsiteY921" fmla="*/ 187137 h 942137"/>
                <a:gd name="connsiteX922" fmla="*/ 129201 w 899217"/>
                <a:gd name="connsiteY922" fmla="*/ 185085 h 942137"/>
                <a:gd name="connsiteX923" fmla="*/ 129840 w 899217"/>
                <a:gd name="connsiteY923" fmla="*/ 182260 h 942137"/>
                <a:gd name="connsiteX924" fmla="*/ 131893 w 899217"/>
                <a:gd name="connsiteY924" fmla="*/ 180309 h 942137"/>
                <a:gd name="connsiteX925" fmla="*/ 133744 w 899217"/>
                <a:gd name="connsiteY925" fmla="*/ 180510 h 942137"/>
                <a:gd name="connsiteX926" fmla="*/ 135595 w 899217"/>
                <a:gd name="connsiteY926" fmla="*/ 180948 h 942137"/>
                <a:gd name="connsiteX927" fmla="*/ 136369 w 899217"/>
                <a:gd name="connsiteY927" fmla="*/ 179871 h 942137"/>
                <a:gd name="connsiteX928" fmla="*/ 136706 w 899217"/>
                <a:gd name="connsiteY928" fmla="*/ 178021 h 942137"/>
                <a:gd name="connsiteX929" fmla="*/ 140307 w 899217"/>
                <a:gd name="connsiteY929" fmla="*/ 177247 h 942137"/>
                <a:gd name="connsiteX930" fmla="*/ 141821 w 899217"/>
                <a:gd name="connsiteY930" fmla="*/ 177786 h 942137"/>
                <a:gd name="connsiteX931" fmla="*/ 143672 w 899217"/>
                <a:gd name="connsiteY931" fmla="*/ 179838 h 942137"/>
                <a:gd name="connsiteX932" fmla="*/ 143773 w 899217"/>
                <a:gd name="connsiteY932" fmla="*/ 181150 h 942137"/>
                <a:gd name="connsiteX933" fmla="*/ 144985 w 899217"/>
                <a:gd name="connsiteY933" fmla="*/ 183975 h 942137"/>
                <a:gd name="connsiteX934" fmla="*/ 147375 w 899217"/>
                <a:gd name="connsiteY934" fmla="*/ 183975 h 942137"/>
                <a:gd name="connsiteX935" fmla="*/ 149125 w 899217"/>
                <a:gd name="connsiteY935" fmla="*/ 183975 h 942137"/>
                <a:gd name="connsiteX936" fmla="*/ 149899 w 899217"/>
                <a:gd name="connsiteY936" fmla="*/ 183975 h 942137"/>
                <a:gd name="connsiteX937" fmla="*/ 153264 w 899217"/>
                <a:gd name="connsiteY937" fmla="*/ 185422 h 942137"/>
                <a:gd name="connsiteX938" fmla="*/ 153466 w 899217"/>
                <a:gd name="connsiteY938" fmla="*/ 190030 h 942137"/>
                <a:gd name="connsiteX939" fmla="*/ 153466 w 899217"/>
                <a:gd name="connsiteY939" fmla="*/ 194605 h 942137"/>
                <a:gd name="connsiteX940" fmla="*/ 155216 w 899217"/>
                <a:gd name="connsiteY940" fmla="*/ 206985 h 942137"/>
                <a:gd name="connsiteX941" fmla="*/ 154139 w 899217"/>
                <a:gd name="connsiteY941" fmla="*/ 211560 h 942137"/>
                <a:gd name="connsiteX942" fmla="*/ 151009 w 899217"/>
                <a:gd name="connsiteY942" fmla="*/ 219465 h 942137"/>
                <a:gd name="connsiteX943" fmla="*/ 150437 w 899217"/>
                <a:gd name="connsiteY943" fmla="*/ 224242 h 942137"/>
                <a:gd name="connsiteX944" fmla="*/ 151750 w 899217"/>
                <a:gd name="connsiteY944" fmla="*/ 232652 h 942137"/>
                <a:gd name="connsiteX945" fmla="*/ 152490 w 899217"/>
                <a:gd name="connsiteY945" fmla="*/ 235242 h 942137"/>
                <a:gd name="connsiteX946" fmla="*/ 152355 w 899217"/>
                <a:gd name="connsiteY946" fmla="*/ 243921 h 942137"/>
                <a:gd name="connsiteX947" fmla="*/ 151783 w 899217"/>
                <a:gd name="connsiteY947" fmla="*/ 248832 h 942137"/>
                <a:gd name="connsiteX948" fmla="*/ 151649 w 899217"/>
                <a:gd name="connsiteY948" fmla="*/ 255190 h 942137"/>
                <a:gd name="connsiteX949" fmla="*/ 151783 w 899217"/>
                <a:gd name="connsiteY949" fmla="*/ 259530 h 942137"/>
                <a:gd name="connsiteX950" fmla="*/ 151783 w 899217"/>
                <a:gd name="connsiteY950" fmla="*/ 264441 h 942137"/>
                <a:gd name="connsiteX951" fmla="*/ 151918 w 899217"/>
                <a:gd name="connsiteY951" fmla="*/ 266325 h 942137"/>
                <a:gd name="connsiteX952" fmla="*/ 151480 w 899217"/>
                <a:gd name="connsiteY952" fmla="*/ 270093 h 942137"/>
                <a:gd name="connsiteX953" fmla="*/ 149899 w 899217"/>
                <a:gd name="connsiteY953" fmla="*/ 272683 h 942137"/>
                <a:gd name="connsiteX954" fmla="*/ 148452 w 899217"/>
                <a:gd name="connsiteY954" fmla="*/ 275273 h 942137"/>
                <a:gd name="connsiteX955" fmla="*/ 149461 w 899217"/>
                <a:gd name="connsiteY955" fmla="*/ 279915 h 942137"/>
                <a:gd name="connsiteX956" fmla="*/ 151043 w 899217"/>
                <a:gd name="connsiteY956" fmla="*/ 283246 h 942137"/>
                <a:gd name="connsiteX957" fmla="*/ 151918 w 899217"/>
                <a:gd name="connsiteY957" fmla="*/ 289604 h 942137"/>
                <a:gd name="connsiteX958" fmla="*/ 152658 w 899217"/>
                <a:gd name="connsiteY958" fmla="*/ 299023 h 942137"/>
                <a:gd name="connsiteX959" fmla="*/ 149899 w 899217"/>
                <a:gd name="connsiteY959" fmla="*/ 304674 h 942137"/>
                <a:gd name="connsiteX960" fmla="*/ 148855 w 899217"/>
                <a:gd name="connsiteY960" fmla="*/ 309888 h 942137"/>
                <a:gd name="connsiteX961" fmla="*/ 146028 w 899217"/>
                <a:gd name="connsiteY961" fmla="*/ 312714 h 942137"/>
                <a:gd name="connsiteX962" fmla="*/ 144177 w 899217"/>
                <a:gd name="connsiteY962" fmla="*/ 315876 h 942137"/>
                <a:gd name="connsiteX963" fmla="*/ 144615 w 899217"/>
                <a:gd name="connsiteY963" fmla="*/ 318601 h 942137"/>
                <a:gd name="connsiteX964" fmla="*/ 145793 w 899217"/>
                <a:gd name="connsiteY964" fmla="*/ 321662 h 942137"/>
                <a:gd name="connsiteX965" fmla="*/ 146432 w 899217"/>
                <a:gd name="connsiteY965" fmla="*/ 324387 h 942137"/>
                <a:gd name="connsiteX966" fmla="*/ 144043 w 899217"/>
                <a:gd name="connsiteY966" fmla="*/ 326002 h 942137"/>
                <a:gd name="connsiteX967" fmla="*/ 141552 w 899217"/>
                <a:gd name="connsiteY967" fmla="*/ 328289 h 942137"/>
                <a:gd name="connsiteX968" fmla="*/ 138456 w 899217"/>
                <a:gd name="connsiteY968" fmla="*/ 331115 h 942137"/>
                <a:gd name="connsiteX969" fmla="*/ 136942 w 899217"/>
                <a:gd name="connsiteY969" fmla="*/ 332427 h 942137"/>
                <a:gd name="connsiteX970" fmla="*/ 136302 w 899217"/>
                <a:gd name="connsiteY970" fmla="*/ 333941 h 942137"/>
                <a:gd name="connsiteX971" fmla="*/ 136538 w 899217"/>
                <a:gd name="connsiteY971" fmla="*/ 335623 h 942137"/>
                <a:gd name="connsiteX972" fmla="*/ 138120 w 899217"/>
                <a:gd name="connsiteY972" fmla="*/ 337843 h 942137"/>
                <a:gd name="connsiteX973" fmla="*/ 138759 w 899217"/>
                <a:gd name="connsiteY973" fmla="*/ 338617 h 942137"/>
                <a:gd name="connsiteX974" fmla="*/ 140509 w 899217"/>
                <a:gd name="connsiteY974" fmla="*/ 338617 h 942137"/>
                <a:gd name="connsiteX975" fmla="*/ 141754 w 899217"/>
                <a:gd name="connsiteY975" fmla="*/ 338617 h 942137"/>
                <a:gd name="connsiteX976" fmla="*/ 143370 w 899217"/>
                <a:gd name="connsiteY976" fmla="*/ 341644 h 942137"/>
                <a:gd name="connsiteX977" fmla="*/ 143908 w 899217"/>
                <a:gd name="connsiteY977" fmla="*/ 343831 h 942137"/>
                <a:gd name="connsiteX978" fmla="*/ 144009 w 899217"/>
                <a:gd name="connsiteY978" fmla="*/ 346488 h 942137"/>
                <a:gd name="connsiteX979" fmla="*/ 143908 w 899217"/>
                <a:gd name="connsiteY979" fmla="*/ 348944 h 942137"/>
                <a:gd name="connsiteX980" fmla="*/ 143370 w 899217"/>
                <a:gd name="connsiteY980" fmla="*/ 349650 h 942137"/>
                <a:gd name="connsiteX981" fmla="*/ 141317 w 899217"/>
                <a:gd name="connsiteY981" fmla="*/ 350458 h 942137"/>
                <a:gd name="connsiteX982" fmla="*/ 138591 w 899217"/>
                <a:gd name="connsiteY982" fmla="*/ 350458 h 942137"/>
                <a:gd name="connsiteX983" fmla="*/ 136571 w 899217"/>
                <a:gd name="connsiteY983" fmla="*/ 349650 h 942137"/>
                <a:gd name="connsiteX984" fmla="*/ 135595 w 899217"/>
                <a:gd name="connsiteY984" fmla="*/ 348305 h 942137"/>
                <a:gd name="connsiteX985" fmla="*/ 134788 w 899217"/>
                <a:gd name="connsiteY985" fmla="*/ 346455 h 942137"/>
                <a:gd name="connsiteX986" fmla="*/ 133273 w 899217"/>
                <a:gd name="connsiteY986" fmla="*/ 344672 h 942137"/>
                <a:gd name="connsiteX987" fmla="*/ 131792 w 899217"/>
                <a:gd name="connsiteY987" fmla="*/ 343831 h 942137"/>
                <a:gd name="connsiteX988" fmla="*/ 130042 w 899217"/>
                <a:gd name="connsiteY988" fmla="*/ 343831 h 942137"/>
                <a:gd name="connsiteX989" fmla="*/ 127922 w 899217"/>
                <a:gd name="connsiteY989" fmla="*/ 343831 h 942137"/>
                <a:gd name="connsiteX990" fmla="*/ 125364 w 899217"/>
                <a:gd name="connsiteY990" fmla="*/ 343932 h 942137"/>
                <a:gd name="connsiteX991" fmla="*/ 124994 w 899217"/>
                <a:gd name="connsiteY991" fmla="*/ 344504 h 942137"/>
                <a:gd name="connsiteX992" fmla="*/ 125701 w 899217"/>
                <a:gd name="connsiteY992" fmla="*/ 346791 h 942137"/>
                <a:gd name="connsiteX993" fmla="*/ 126340 w 899217"/>
                <a:gd name="connsiteY993" fmla="*/ 349247 h 942137"/>
                <a:gd name="connsiteX994" fmla="*/ 125802 w 899217"/>
                <a:gd name="connsiteY994" fmla="*/ 350323 h 942137"/>
                <a:gd name="connsiteX995" fmla="*/ 125162 w 899217"/>
                <a:gd name="connsiteY995" fmla="*/ 351131 h 942137"/>
                <a:gd name="connsiteX996" fmla="*/ 124254 w 899217"/>
                <a:gd name="connsiteY996" fmla="*/ 352745 h 942137"/>
                <a:gd name="connsiteX997" fmla="*/ 124254 w 899217"/>
                <a:gd name="connsiteY997" fmla="*/ 355201 h 942137"/>
                <a:gd name="connsiteX998" fmla="*/ 124624 w 899217"/>
                <a:gd name="connsiteY998" fmla="*/ 356345 h 942137"/>
                <a:gd name="connsiteX999" fmla="*/ 126576 w 899217"/>
                <a:gd name="connsiteY999" fmla="*/ 357657 h 942137"/>
                <a:gd name="connsiteX1000" fmla="*/ 129066 w 899217"/>
                <a:gd name="connsiteY1000" fmla="*/ 360819 h 942137"/>
                <a:gd name="connsiteX1001" fmla="*/ 130817 w 899217"/>
                <a:gd name="connsiteY1001" fmla="*/ 362669 h 942137"/>
                <a:gd name="connsiteX1002" fmla="*/ 132230 w 899217"/>
                <a:gd name="connsiteY1002" fmla="*/ 364620 h 942137"/>
                <a:gd name="connsiteX1003" fmla="*/ 134417 w 899217"/>
                <a:gd name="connsiteY1003" fmla="*/ 369094 h 942137"/>
                <a:gd name="connsiteX1004" fmla="*/ 134417 w 899217"/>
                <a:gd name="connsiteY1004" fmla="*/ 372357 h 942137"/>
                <a:gd name="connsiteX1005" fmla="*/ 133442 w 899217"/>
                <a:gd name="connsiteY1005" fmla="*/ 375183 h 942137"/>
                <a:gd name="connsiteX1006" fmla="*/ 132365 w 899217"/>
                <a:gd name="connsiteY1006" fmla="*/ 378782 h 942137"/>
                <a:gd name="connsiteX1007" fmla="*/ 131927 w 899217"/>
                <a:gd name="connsiteY1007" fmla="*/ 380834 h 942137"/>
                <a:gd name="connsiteX1008" fmla="*/ 130413 w 899217"/>
                <a:gd name="connsiteY1008" fmla="*/ 382886 h 942137"/>
                <a:gd name="connsiteX1009" fmla="*/ 125095 w 899217"/>
                <a:gd name="connsiteY1009" fmla="*/ 380935 h 942137"/>
                <a:gd name="connsiteX1010" fmla="*/ 122908 w 899217"/>
                <a:gd name="connsiteY1010" fmla="*/ 379085 h 942137"/>
                <a:gd name="connsiteX1011" fmla="*/ 119643 w 899217"/>
                <a:gd name="connsiteY1011" fmla="*/ 376899 h 942137"/>
                <a:gd name="connsiteX1012" fmla="*/ 116480 w 899217"/>
                <a:gd name="connsiteY1012" fmla="*/ 376899 h 942137"/>
                <a:gd name="connsiteX1013" fmla="*/ 113215 w 899217"/>
                <a:gd name="connsiteY1013" fmla="*/ 378211 h 942137"/>
                <a:gd name="connsiteX1014" fmla="*/ 112239 w 899217"/>
                <a:gd name="connsiteY1014" fmla="*/ 380263 h 942137"/>
                <a:gd name="connsiteX1015" fmla="*/ 111028 w 899217"/>
                <a:gd name="connsiteY1015" fmla="*/ 382752 h 942137"/>
                <a:gd name="connsiteX1016" fmla="*/ 109951 w 899217"/>
                <a:gd name="connsiteY1016" fmla="*/ 386755 h 942137"/>
                <a:gd name="connsiteX1017" fmla="*/ 109614 w 899217"/>
                <a:gd name="connsiteY1017" fmla="*/ 390455 h 942137"/>
                <a:gd name="connsiteX1018" fmla="*/ 104398 w 899217"/>
                <a:gd name="connsiteY1018" fmla="*/ 396544 h 942137"/>
                <a:gd name="connsiteX1019" fmla="*/ 101806 w 899217"/>
                <a:gd name="connsiteY1019" fmla="*/ 399370 h 942137"/>
                <a:gd name="connsiteX1020" fmla="*/ 100393 w 899217"/>
                <a:gd name="connsiteY1020" fmla="*/ 400682 h 942137"/>
                <a:gd name="connsiteX1021" fmla="*/ 98878 w 899217"/>
                <a:gd name="connsiteY1021" fmla="*/ 401994 h 942137"/>
                <a:gd name="connsiteX1022" fmla="*/ 96825 w 899217"/>
                <a:gd name="connsiteY1022" fmla="*/ 403205 h 942137"/>
                <a:gd name="connsiteX1023" fmla="*/ 93561 w 899217"/>
                <a:gd name="connsiteY1023" fmla="*/ 405055 h 942137"/>
                <a:gd name="connsiteX1024" fmla="*/ 91508 w 899217"/>
                <a:gd name="connsiteY1024" fmla="*/ 404618 h 942137"/>
                <a:gd name="connsiteX1025" fmla="*/ 90532 w 899217"/>
                <a:gd name="connsiteY1025" fmla="*/ 404281 h 942137"/>
                <a:gd name="connsiteX1026" fmla="*/ 85753 w 899217"/>
                <a:gd name="connsiteY1026" fmla="*/ 400682 h 942137"/>
                <a:gd name="connsiteX1027" fmla="*/ 83363 w 899217"/>
                <a:gd name="connsiteY1027" fmla="*/ 397755 h 942137"/>
                <a:gd name="connsiteX1028" fmla="*/ 81411 w 899217"/>
                <a:gd name="connsiteY1028" fmla="*/ 397755 h 942137"/>
                <a:gd name="connsiteX1029" fmla="*/ 79224 w 899217"/>
                <a:gd name="connsiteY1029" fmla="*/ 397755 h 942137"/>
                <a:gd name="connsiteX1030" fmla="*/ 77710 w 899217"/>
                <a:gd name="connsiteY1030" fmla="*/ 398832 h 942137"/>
                <a:gd name="connsiteX1031" fmla="*/ 77171 w 899217"/>
                <a:gd name="connsiteY1031" fmla="*/ 400783 h 942137"/>
                <a:gd name="connsiteX1032" fmla="*/ 77508 w 899217"/>
                <a:gd name="connsiteY1032" fmla="*/ 402296 h 942137"/>
                <a:gd name="connsiteX1033" fmla="*/ 79560 w 899217"/>
                <a:gd name="connsiteY1033" fmla="*/ 404348 h 942137"/>
                <a:gd name="connsiteX1034" fmla="*/ 81176 w 899217"/>
                <a:gd name="connsiteY1034" fmla="*/ 407813 h 942137"/>
                <a:gd name="connsiteX1035" fmla="*/ 81411 w 899217"/>
                <a:gd name="connsiteY1035" fmla="*/ 408991 h 942137"/>
                <a:gd name="connsiteX1036" fmla="*/ 79662 w 899217"/>
                <a:gd name="connsiteY1036" fmla="*/ 411615 h 942137"/>
                <a:gd name="connsiteX1037" fmla="*/ 78046 w 899217"/>
                <a:gd name="connsiteY1037" fmla="*/ 411615 h 942137"/>
                <a:gd name="connsiteX1038" fmla="*/ 76532 w 899217"/>
                <a:gd name="connsiteY1038" fmla="*/ 409865 h 942137"/>
                <a:gd name="connsiteX1039" fmla="*/ 74782 w 899217"/>
                <a:gd name="connsiteY1039" fmla="*/ 408991 h 942137"/>
                <a:gd name="connsiteX1040" fmla="*/ 73267 w 899217"/>
                <a:gd name="connsiteY1040" fmla="*/ 410740 h 942137"/>
                <a:gd name="connsiteX1041" fmla="*/ 73065 w 899217"/>
                <a:gd name="connsiteY1041" fmla="*/ 413330 h 942137"/>
                <a:gd name="connsiteX1042" fmla="*/ 73503 w 899217"/>
                <a:gd name="connsiteY1042" fmla="*/ 415618 h 942137"/>
                <a:gd name="connsiteX1043" fmla="*/ 74041 w 899217"/>
                <a:gd name="connsiteY1043" fmla="*/ 416392 h 942137"/>
                <a:gd name="connsiteX1044" fmla="*/ 74142 w 899217"/>
                <a:gd name="connsiteY1044" fmla="*/ 418881 h 942137"/>
                <a:gd name="connsiteX1045" fmla="*/ 74479 w 899217"/>
                <a:gd name="connsiteY1045" fmla="*/ 420294 h 942137"/>
                <a:gd name="connsiteX1046" fmla="*/ 72964 w 899217"/>
                <a:gd name="connsiteY1046" fmla="*/ 422682 h 942137"/>
                <a:gd name="connsiteX1047" fmla="*/ 70373 w 899217"/>
                <a:gd name="connsiteY1047" fmla="*/ 426382 h 942137"/>
                <a:gd name="connsiteX1048" fmla="*/ 66671 w 899217"/>
                <a:gd name="connsiteY1048" fmla="*/ 428132 h 942137"/>
                <a:gd name="connsiteX1049" fmla="*/ 61017 w 899217"/>
                <a:gd name="connsiteY1049" fmla="*/ 431832 h 942137"/>
                <a:gd name="connsiteX1050" fmla="*/ 58426 w 899217"/>
                <a:gd name="connsiteY1050" fmla="*/ 434220 h 942137"/>
                <a:gd name="connsiteX1051" fmla="*/ 56675 w 899217"/>
                <a:gd name="connsiteY1051" fmla="*/ 436172 h 942137"/>
                <a:gd name="connsiteX1052" fmla="*/ 54925 w 899217"/>
                <a:gd name="connsiteY1052" fmla="*/ 439435 h 942137"/>
                <a:gd name="connsiteX1053" fmla="*/ 51223 w 899217"/>
                <a:gd name="connsiteY1053" fmla="*/ 443337 h 942137"/>
                <a:gd name="connsiteX1054" fmla="*/ 47959 w 899217"/>
                <a:gd name="connsiteY1054" fmla="*/ 442900 h 942137"/>
                <a:gd name="connsiteX1055" fmla="*/ 44930 w 899217"/>
                <a:gd name="connsiteY1055" fmla="*/ 439435 h 942137"/>
                <a:gd name="connsiteX1056" fmla="*/ 39714 w 899217"/>
                <a:gd name="connsiteY1056" fmla="*/ 439435 h 942137"/>
                <a:gd name="connsiteX1057" fmla="*/ 36887 w 899217"/>
                <a:gd name="connsiteY1057" fmla="*/ 439435 h 942137"/>
                <a:gd name="connsiteX1058" fmla="*/ 35810 w 899217"/>
                <a:gd name="connsiteY1058" fmla="*/ 440948 h 942137"/>
                <a:gd name="connsiteX1059" fmla="*/ 33622 w 899217"/>
                <a:gd name="connsiteY1059" fmla="*/ 444212 h 942137"/>
                <a:gd name="connsiteX1060" fmla="*/ 30795 w 899217"/>
                <a:gd name="connsiteY1060" fmla="*/ 450065 h 942137"/>
                <a:gd name="connsiteX1061" fmla="*/ 29045 w 899217"/>
                <a:gd name="connsiteY1061" fmla="*/ 453967 h 942137"/>
                <a:gd name="connsiteX1062" fmla="*/ 27093 w 899217"/>
                <a:gd name="connsiteY1062" fmla="*/ 458307 h 942137"/>
                <a:gd name="connsiteX1063" fmla="*/ 25579 w 899217"/>
                <a:gd name="connsiteY1063" fmla="*/ 460897 h 942137"/>
                <a:gd name="connsiteX1064" fmla="*/ 24502 w 899217"/>
                <a:gd name="connsiteY1064" fmla="*/ 463722 h 942137"/>
                <a:gd name="connsiteX1065" fmla="*/ 24939 w 899217"/>
                <a:gd name="connsiteY1065" fmla="*/ 466346 h 942137"/>
                <a:gd name="connsiteX1066" fmla="*/ 24939 w 899217"/>
                <a:gd name="connsiteY1066" fmla="*/ 470921 h 942137"/>
                <a:gd name="connsiteX1067" fmla="*/ 28641 w 899217"/>
                <a:gd name="connsiteY1067" fmla="*/ 477649 h 942137"/>
                <a:gd name="connsiteX1068" fmla="*/ 31670 w 899217"/>
                <a:gd name="connsiteY1068" fmla="*/ 479600 h 942137"/>
                <a:gd name="connsiteX1069" fmla="*/ 29281 w 899217"/>
                <a:gd name="connsiteY1069" fmla="*/ 484175 h 942137"/>
                <a:gd name="connsiteX1070" fmla="*/ 26016 w 899217"/>
                <a:gd name="connsiteY1070" fmla="*/ 484175 h 942137"/>
                <a:gd name="connsiteX1071" fmla="*/ 21035 w 899217"/>
                <a:gd name="connsiteY1071" fmla="*/ 486564 h 942137"/>
                <a:gd name="connsiteX1072" fmla="*/ 17131 w 899217"/>
                <a:gd name="connsiteY1072" fmla="*/ 488078 h 942137"/>
                <a:gd name="connsiteX1073" fmla="*/ 16054 w 899217"/>
                <a:gd name="connsiteY1073" fmla="*/ 488078 h 942137"/>
                <a:gd name="connsiteX1074" fmla="*/ 13026 w 899217"/>
                <a:gd name="connsiteY1074" fmla="*/ 489390 h 942137"/>
                <a:gd name="connsiteX1075" fmla="*/ 11073 w 899217"/>
                <a:gd name="connsiteY1075" fmla="*/ 491340 h 942137"/>
                <a:gd name="connsiteX1076" fmla="*/ 8684 w 899217"/>
                <a:gd name="connsiteY1076" fmla="*/ 493292 h 942137"/>
                <a:gd name="connsiteX1077" fmla="*/ 6497 w 899217"/>
                <a:gd name="connsiteY1077" fmla="*/ 494604 h 942137"/>
                <a:gd name="connsiteX1078" fmla="*/ 3468 w 899217"/>
                <a:gd name="connsiteY1078" fmla="*/ 496790 h 942137"/>
                <a:gd name="connsiteX1079" fmla="*/ 3030 w 899217"/>
                <a:gd name="connsiteY1079" fmla="*/ 498102 h 942137"/>
                <a:gd name="connsiteX1080" fmla="*/ 1280 w 899217"/>
                <a:gd name="connsiteY1080" fmla="*/ 503955 h 942137"/>
                <a:gd name="connsiteX1081" fmla="*/ 1078 w 899217"/>
                <a:gd name="connsiteY1081" fmla="*/ 506781 h 942137"/>
                <a:gd name="connsiteX1082" fmla="*/ 1280 w 899217"/>
                <a:gd name="connsiteY1082" fmla="*/ 510919 h 942137"/>
                <a:gd name="connsiteX1083" fmla="*/ 640 w 899217"/>
                <a:gd name="connsiteY1083" fmla="*/ 513307 h 942137"/>
                <a:gd name="connsiteX1084" fmla="*/ 640 w 899217"/>
                <a:gd name="connsiteY1084" fmla="*/ 519396 h 942137"/>
                <a:gd name="connsiteX1085" fmla="*/ 102 w 899217"/>
                <a:gd name="connsiteY1085" fmla="*/ 521986 h 942137"/>
                <a:gd name="connsiteX1086" fmla="*/ 775 w 899217"/>
                <a:gd name="connsiteY1086" fmla="*/ 523937 h 942137"/>
                <a:gd name="connsiteX1087" fmla="*/ 775 w 899217"/>
                <a:gd name="connsiteY1087" fmla="*/ 529589 h 942137"/>
                <a:gd name="connsiteX1088" fmla="*/ 4982 w 899217"/>
                <a:gd name="connsiteY1088" fmla="*/ 533289 h 942137"/>
                <a:gd name="connsiteX1089" fmla="*/ 12588 w 899217"/>
                <a:gd name="connsiteY1089" fmla="*/ 533289 h 942137"/>
                <a:gd name="connsiteX1090" fmla="*/ 13026 w 899217"/>
                <a:gd name="connsiteY1090" fmla="*/ 536990 h 942137"/>
                <a:gd name="connsiteX1091" fmla="*/ 15213 w 899217"/>
                <a:gd name="connsiteY1091" fmla="*/ 542843 h 942137"/>
                <a:gd name="connsiteX1092" fmla="*/ 14338 w 899217"/>
                <a:gd name="connsiteY1092" fmla="*/ 547182 h 942137"/>
                <a:gd name="connsiteX1093" fmla="*/ 14977 w 899217"/>
                <a:gd name="connsiteY1093" fmla="*/ 551757 h 942137"/>
                <a:gd name="connsiteX1094" fmla="*/ 18444 w 899217"/>
                <a:gd name="connsiteY1094" fmla="*/ 554146 h 942137"/>
                <a:gd name="connsiteX1095" fmla="*/ 22348 w 899217"/>
                <a:gd name="connsiteY1095" fmla="*/ 556097 h 942137"/>
                <a:gd name="connsiteX1096" fmla="*/ 22583 w 899217"/>
                <a:gd name="connsiteY1096" fmla="*/ 558485 h 942137"/>
                <a:gd name="connsiteX1097" fmla="*/ 20194 w 899217"/>
                <a:gd name="connsiteY1097" fmla="*/ 563060 h 942137"/>
                <a:gd name="connsiteX1098" fmla="*/ 17367 w 899217"/>
                <a:gd name="connsiteY1098" fmla="*/ 565886 h 942137"/>
                <a:gd name="connsiteX1099" fmla="*/ 14102 w 899217"/>
                <a:gd name="connsiteY1099" fmla="*/ 566963 h 942137"/>
                <a:gd name="connsiteX1100" fmla="*/ 10636 w 899217"/>
                <a:gd name="connsiteY1100" fmla="*/ 569788 h 942137"/>
                <a:gd name="connsiteX1101" fmla="*/ 8684 w 899217"/>
                <a:gd name="connsiteY1101" fmla="*/ 572412 h 942137"/>
                <a:gd name="connsiteX1102" fmla="*/ 5857 w 899217"/>
                <a:gd name="connsiteY1102" fmla="*/ 575002 h 942137"/>
                <a:gd name="connsiteX1103" fmla="*/ 1078 w 899217"/>
                <a:gd name="connsiteY1103" fmla="*/ 580217 h 942137"/>
                <a:gd name="connsiteX1104" fmla="*/ 1078 w 899217"/>
                <a:gd name="connsiteY1104" fmla="*/ 585868 h 942137"/>
                <a:gd name="connsiteX1105" fmla="*/ 2155 w 899217"/>
                <a:gd name="connsiteY1105" fmla="*/ 588256 h 942137"/>
                <a:gd name="connsiteX1106" fmla="*/ 7371 w 899217"/>
                <a:gd name="connsiteY1106" fmla="*/ 591082 h 942137"/>
                <a:gd name="connsiteX1107" fmla="*/ 15415 w 899217"/>
                <a:gd name="connsiteY1107" fmla="*/ 592394 h 942137"/>
                <a:gd name="connsiteX1108" fmla="*/ 20631 w 899217"/>
                <a:gd name="connsiteY1108" fmla="*/ 592394 h 942137"/>
                <a:gd name="connsiteX1109" fmla="*/ 24098 w 899217"/>
                <a:gd name="connsiteY1109" fmla="*/ 589568 h 942137"/>
                <a:gd name="connsiteX1110" fmla="*/ 28237 w 899217"/>
                <a:gd name="connsiteY1110" fmla="*/ 586945 h 942137"/>
                <a:gd name="connsiteX1111" fmla="*/ 34329 w 899217"/>
                <a:gd name="connsiteY1111" fmla="*/ 585868 h 942137"/>
                <a:gd name="connsiteX1112" fmla="*/ 39343 w 899217"/>
                <a:gd name="connsiteY1112" fmla="*/ 582840 h 942137"/>
                <a:gd name="connsiteX1113" fmla="*/ 48699 w 899217"/>
                <a:gd name="connsiteY1113" fmla="*/ 581091 h 942137"/>
                <a:gd name="connsiteX1114" fmla="*/ 54791 w 899217"/>
                <a:gd name="connsiteY1114" fmla="*/ 577391 h 942137"/>
                <a:gd name="connsiteX1115" fmla="*/ 61522 w 899217"/>
                <a:gd name="connsiteY1115" fmla="*/ 577189 h 942137"/>
                <a:gd name="connsiteX1116" fmla="*/ 69363 w 899217"/>
                <a:gd name="connsiteY1116" fmla="*/ 578064 h 942137"/>
                <a:gd name="connsiteX1117" fmla="*/ 76767 w 899217"/>
                <a:gd name="connsiteY1117" fmla="*/ 578064 h 942137"/>
                <a:gd name="connsiteX1118" fmla="*/ 81546 w 899217"/>
                <a:gd name="connsiteY1118" fmla="*/ 576112 h 942137"/>
                <a:gd name="connsiteX1119" fmla="*/ 86763 w 899217"/>
                <a:gd name="connsiteY1119" fmla="*/ 571537 h 942137"/>
                <a:gd name="connsiteX1120" fmla="*/ 93729 w 899217"/>
                <a:gd name="connsiteY1120" fmla="*/ 569788 h 942137"/>
                <a:gd name="connsiteX1121" fmla="*/ 98946 w 899217"/>
                <a:gd name="connsiteY1121" fmla="*/ 569788 h 942137"/>
                <a:gd name="connsiteX1122" fmla="*/ 100023 w 899217"/>
                <a:gd name="connsiteY1122" fmla="*/ 571639 h 942137"/>
                <a:gd name="connsiteX1123" fmla="*/ 103489 w 899217"/>
                <a:gd name="connsiteY1123" fmla="*/ 576953 h 942137"/>
                <a:gd name="connsiteX1124" fmla="*/ 106955 w 899217"/>
                <a:gd name="connsiteY1124" fmla="*/ 579981 h 942137"/>
                <a:gd name="connsiteX1125" fmla="*/ 111869 w 899217"/>
                <a:gd name="connsiteY1125" fmla="*/ 577593 h 942137"/>
                <a:gd name="connsiteX1126" fmla="*/ 119138 w 899217"/>
                <a:gd name="connsiteY1126" fmla="*/ 574565 h 942137"/>
                <a:gd name="connsiteX1127" fmla="*/ 124792 w 899217"/>
                <a:gd name="connsiteY1127" fmla="*/ 574565 h 942137"/>
                <a:gd name="connsiteX1128" fmla="*/ 128259 w 899217"/>
                <a:gd name="connsiteY1128" fmla="*/ 574565 h 942137"/>
                <a:gd name="connsiteX1129" fmla="*/ 132600 w 899217"/>
                <a:gd name="connsiteY1129" fmla="*/ 576314 h 942137"/>
                <a:gd name="connsiteX1130" fmla="*/ 133240 w 899217"/>
                <a:gd name="connsiteY1130" fmla="*/ 579376 h 942137"/>
                <a:gd name="connsiteX1131" fmla="*/ 130413 w 899217"/>
                <a:gd name="connsiteY1131" fmla="*/ 582639 h 942137"/>
                <a:gd name="connsiteX1132" fmla="*/ 126273 w 899217"/>
                <a:gd name="connsiteY1132" fmla="*/ 587415 h 942137"/>
                <a:gd name="connsiteX1133" fmla="*/ 123244 w 899217"/>
                <a:gd name="connsiteY1133" fmla="*/ 588929 h 942137"/>
                <a:gd name="connsiteX1134" fmla="*/ 119542 w 899217"/>
                <a:gd name="connsiteY1134" fmla="*/ 591519 h 942137"/>
                <a:gd name="connsiteX1135" fmla="*/ 114965 w 899217"/>
                <a:gd name="connsiteY1135" fmla="*/ 593471 h 942137"/>
                <a:gd name="connsiteX1136" fmla="*/ 111835 w 899217"/>
                <a:gd name="connsiteY1136" fmla="*/ 596296 h 942137"/>
                <a:gd name="connsiteX1137" fmla="*/ 111936 w 899217"/>
                <a:gd name="connsiteY1137" fmla="*/ 599997 h 942137"/>
                <a:gd name="connsiteX1138" fmla="*/ 111936 w 899217"/>
                <a:gd name="connsiteY1138" fmla="*/ 608911 h 942137"/>
                <a:gd name="connsiteX1139" fmla="*/ 111936 w 899217"/>
                <a:gd name="connsiteY1139" fmla="*/ 612376 h 942137"/>
                <a:gd name="connsiteX1140" fmla="*/ 114561 w 899217"/>
                <a:gd name="connsiteY1140" fmla="*/ 616716 h 942137"/>
                <a:gd name="connsiteX1141" fmla="*/ 116076 w 899217"/>
                <a:gd name="connsiteY1141" fmla="*/ 616716 h 942137"/>
                <a:gd name="connsiteX1142" fmla="*/ 120215 w 899217"/>
                <a:gd name="connsiteY1142" fmla="*/ 619440 h 942137"/>
                <a:gd name="connsiteX1143" fmla="*/ 123682 w 899217"/>
                <a:gd name="connsiteY1143" fmla="*/ 624554 h 942137"/>
                <a:gd name="connsiteX1144" fmla="*/ 127148 w 899217"/>
                <a:gd name="connsiteY1144" fmla="*/ 627817 h 942137"/>
                <a:gd name="connsiteX1145" fmla="*/ 126509 w 899217"/>
                <a:gd name="connsiteY1145" fmla="*/ 633031 h 942137"/>
                <a:gd name="connsiteX1146" fmla="*/ 125533 w 899217"/>
                <a:gd name="connsiteY1146" fmla="*/ 640734 h 942137"/>
                <a:gd name="connsiteX1147" fmla="*/ 124994 w 899217"/>
                <a:gd name="connsiteY1147" fmla="*/ 642248 h 942137"/>
                <a:gd name="connsiteX1148" fmla="*/ 123581 w 899217"/>
                <a:gd name="connsiteY1148" fmla="*/ 644737 h 942137"/>
                <a:gd name="connsiteX1149" fmla="*/ 122369 w 899217"/>
                <a:gd name="connsiteY1149" fmla="*/ 647126 h 942137"/>
                <a:gd name="connsiteX1150" fmla="*/ 122369 w 899217"/>
                <a:gd name="connsiteY1150" fmla="*/ 650288 h 942137"/>
                <a:gd name="connsiteX1151" fmla="*/ 124052 w 899217"/>
                <a:gd name="connsiteY1151" fmla="*/ 654527 h 942137"/>
                <a:gd name="connsiteX1152" fmla="*/ 126172 w 899217"/>
                <a:gd name="connsiteY1152" fmla="*/ 657891 h 942137"/>
                <a:gd name="connsiteX1153" fmla="*/ 129100 w 899217"/>
                <a:gd name="connsiteY1153" fmla="*/ 660615 h 942137"/>
                <a:gd name="connsiteX1154" fmla="*/ 128663 w 899217"/>
                <a:gd name="connsiteY1154" fmla="*/ 663542 h 942137"/>
                <a:gd name="connsiteX1155" fmla="*/ 125196 w 899217"/>
                <a:gd name="connsiteY1155" fmla="*/ 664517 h 942137"/>
                <a:gd name="connsiteX1156" fmla="*/ 125196 w 899217"/>
                <a:gd name="connsiteY1156" fmla="*/ 666367 h 942137"/>
                <a:gd name="connsiteX1157" fmla="*/ 128461 w 899217"/>
                <a:gd name="connsiteY1157" fmla="*/ 667141 h 942137"/>
                <a:gd name="connsiteX1158" fmla="*/ 133139 w 899217"/>
                <a:gd name="connsiteY1158" fmla="*/ 667141 h 942137"/>
                <a:gd name="connsiteX1159" fmla="*/ 134350 w 899217"/>
                <a:gd name="connsiteY1159" fmla="*/ 668049 h 942137"/>
                <a:gd name="connsiteX1160" fmla="*/ 134115 w 899217"/>
                <a:gd name="connsiteY1160" fmla="*/ 669294 h 942137"/>
                <a:gd name="connsiteX1161" fmla="*/ 133139 w 899217"/>
                <a:gd name="connsiteY1161" fmla="*/ 670808 h 942137"/>
                <a:gd name="connsiteX1162" fmla="*/ 131826 w 899217"/>
                <a:gd name="connsiteY1162" fmla="*/ 672221 h 942137"/>
                <a:gd name="connsiteX1163" fmla="*/ 129975 w 899217"/>
                <a:gd name="connsiteY1163" fmla="*/ 673196 h 942137"/>
                <a:gd name="connsiteX1164" fmla="*/ 127350 w 899217"/>
                <a:gd name="connsiteY1164" fmla="*/ 674811 h 942137"/>
                <a:gd name="connsiteX1165" fmla="*/ 128124 w 899217"/>
                <a:gd name="connsiteY1165" fmla="*/ 676998 h 942137"/>
                <a:gd name="connsiteX1166" fmla="*/ 131052 w 899217"/>
                <a:gd name="connsiteY1166" fmla="*/ 678411 h 942137"/>
                <a:gd name="connsiteX1167" fmla="*/ 131052 w 899217"/>
                <a:gd name="connsiteY1167" fmla="*/ 679924 h 942137"/>
                <a:gd name="connsiteX1168" fmla="*/ 128865 w 899217"/>
                <a:gd name="connsiteY1168" fmla="*/ 680698 h 942137"/>
                <a:gd name="connsiteX1169" fmla="*/ 128091 w 899217"/>
                <a:gd name="connsiteY1169" fmla="*/ 682010 h 942137"/>
                <a:gd name="connsiteX1170" fmla="*/ 126340 w 899217"/>
                <a:gd name="connsiteY1170" fmla="*/ 685038 h 942137"/>
                <a:gd name="connsiteX1171" fmla="*/ 127114 w 899217"/>
                <a:gd name="connsiteY1171" fmla="*/ 687964 h 942137"/>
                <a:gd name="connsiteX1172" fmla="*/ 130715 w 899217"/>
                <a:gd name="connsiteY1172" fmla="*/ 688503 h 942137"/>
                <a:gd name="connsiteX1173" fmla="*/ 137884 w 899217"/>
                <a:gd name="connsiteY1173" fmla="*/ 689579 h 942137"/>
                <a:gd name="connsiteX1174" fmla="*/ 141249 w 899217"/>
                <a:gd name="connsiteY1174" fmla="*/ 692203 h 942137"/>
                <a:gd name="connsiteX1175" fmla="*/ 145288 w 899217"/>
                <a:gd name="connsiteY1175" fmla="*/ 693817 h 942137"/>
                <a:gd name="connsiteX1176" fmla="*/ 151144 w 899217"/>
                <a:gd name="connsiteY1176" fmla="*/ 694793 h 942137"/>
                <a:gd name="connsiteX1177" fmla="*/ 155182 w 899217"/>
                <a:gd name="connsiteY1177" fmla="*/ 696441 h 942137"/>
                <a:gd name="connsiteX1178" fmla="*/ 166255 w 899217"/>
                <a:gd name="connsiteY1178" fmla="*/ 698830 h 942137"/>
                <a:gd name="connsiteX1179" fmla="*/ 168745 w 899217"/>
                <a:gd name="connsiteY1179" fmla="*/ 699469 h 942137"/>
                <a:gd name="connsiteX1180" fmla="*/ 176452 w 899217"/>
                <a:gd name="connsiteY1180" fmla="*/ 701218 h 942137"/>
                <a:gd name="connsiteX1181" fmla="*/ 183856 w 899217"/>
                <a:gd name="connsiteY1181" fmla="*/ 701857 h 942137"/>
                <a:gd name="connsiteX1182" fmla="*/ 189712 w 899217"/>
                <a:gd name="connsiteY1182" fmla="*/ 702497 h 942137"/>
                <a:gd name="connsiteX1183" fmla="*/ 191126 w 899217"/>
                <a:gd name="connsiteY1183" fmla="*/ 705659 h 942137"/>
                <a:gd name="connsiteX1184" fmla="*/ 190149 w 899217"/>
                <a:gd name="connsiteY1184" fmla="*/ 711411 h 942137"/>
                <a:gd name="connsiteX1185" fmla="*/ 190149 w 899217"/>
                <a:gd name="connsiteY1185" fmla="*/ 713699 h 942137"/>
                <a:gd name="connsiteX1186" fmla="*/ 189611 w 899217"/>
                <a:gd name="connsiteY1186" fmla="*/ 717164 h 942137"/>
                <a:gd name="connsiteX1187" fmla="*/ 187996 w 899217"/>
                <a:gd name="connsiteY1187" fmla="*/ 718375 h 942137"/>
                <a:gd name="connsiteX1188" fmla="*/ 184630 w 899217"/>
                <a:gd name="connsiteY1188" fmla="*/ 720662 h 942137"/>
                <a:gd name="connsiteX1189" fmla="*/ 180053 w 899217"/>
                <a:gd name="connsiteY1189" fmla="*/ 722815 h 942137"/>
                <a:gd name="connsiteX1190" fmla="*/ 176452 w 899217"/>
                <a:gd name="connsiteY1190" fmla="*/ 725842 h 942137"/>
                <a:gd name="connsiteX1191" fmla="*/ 172986 w 899217"/>
                <a:gd name="connsiteY1191" fmla="*/ 728668 h 942137"/>
                <a:gd name="connsiteX1192" fmla="*/ 171774 w 899217"/>
                <a:gd name="connsiteY1192" fmla="*/ 730518 h 942137"/>
                <a:gd name="connsiteX1193" fmla="*/ 169587 w 899217"/>
                <a:gd name="connsiteY1193" fmla="*/ 734421 h 942137"/>
                <a:gd name="connsiteX1194" fmla="*/ 168173 w 899217"/>
                <a:gd name="connsiteY1194" fmla="*/ 736910 h 942137"/>
                <a:gd name="connsiteX1195" fmla="*/ 166962 w 899217"/>
                <a:gd name="connsiteY1195" fmla="*/ 740072 h 942137"/>
                <a:gd name="connsiteX1196" fmla="*/ 166086 w 899217"/>
                <a:gd name="connsiteY1196" fmla="*/ 742561 h 942137"/>
                <a:gd name="connsiteX1197" fmla="*/ 165750 w 899217"/>
                <a:gd name="connsiteY1197" fmla="*/ 744613 h 942137"/>
                <a:gd name="connsiteX1198" fmla="*/ 168476 w 899217"/>
                <a:gd name="connsiteY1198" fmla="*/ 747338 h 942137"/>
                <a:gd name="connsiteX1199" fmla="*/ 169014 w 899217"/>
                <a:gd name="connsiteY1199" fmla="*/ 748953 h 942137"/>
                <a:gd name="connsiteX1200" fmla="*/ 169351 w 899217"/>
                <a:gd name="connsiteY1200" fmla="*/ 751341 h 942137"/>
                <a:gd name="connsiteX1201" fmla="*/ 169149 w 899217"/>
                <a:gd name="connsiteY1201" fmla="*/ 753528 h 942137"/>
                <a:gd name="connsiteX1202" fmla="*/ 168072 w 899217"/>
                <a:gd name="connsiteY1202" fmla="*/ 754840 h 942137"/>
                <a:gd name="connsiteX1203" fmla="*/ 167971 w 899217"/>
                <a:gd name="connsiteY1203" fmla="*/ 757464 h 942137"/>
                <a:gd name="connsiteX1204" fmla="*/ 166995 w 899217"/>
                <a:gd name="connsiteY1204" fmla="*/ 761500 h 942137"/>
                <a:gd name="connsiteX1205" fmla="*/ 164808 w 899217"/>
                <a:gd name="connsiteY1205" fmla="*/ 765941 h 942137"/>
                <a:gd name="connsiteX1206" fmla="*/ 162620 w 899217"/>
                <a:gd name="connsiteY1206" fmla="*/ 771592 h 942137"/>
                <a:gd name="connsiteX1207" fmla="*/ 160130 w 899217"/>
                <a:gd name="connsiteY1207" fmla="*/ 773644 h 942137"/>
                <a:gd name="connsiteX1208" fmla="*/ 157538 w 899217"/>
                <a:gd name="connsiteY1208" fmla="*/ 775596 h 942137"/>
                <a:gd name="connsiteX1209" fmla="*/ 155923 w 899217"/>
                <a:gd name="connsiteY1209" fmla="*/ 778085 h 942137"/>
                <a:gd name="connsiteX1210" fmla="*/ 153971 w 899217"/>
                <a:gd name="connsiteY1210" fmla="*/ 780810 h 942137"/>
                <a:gd name="connsiteX1211" fmla="*/ 153668 w 899217"/>
                <a:gd name="connsiteY1211" fmla="*/ 784376 h 942137"/>
                <a:gd name="connsiteX1212" fmla="*/ 153668 w 899217"/>
                <a:gd name="connsiteY1212" fmla="*/ 786562 h 942137"/>
                <a:gd name="connsiteX1213" fmla="*/ 152086 w 899217"/>
                <a:gd name="connsiteY1213" fmla="*/ 788849 h 942137"/>
                <a:gd name="connsiteX1214" fmla="*/ 150605 w 899217"/>
                <a:gd name="connsiteY1214" fmla="*/ 791137 h 942137"/>
                <a:gd name="connsiteX1215" fmla="*/ 147879 w 899217"/>
                <a:gd name="connsiteY1215" fmla="*/ 792886 h 942137"/>
                <a:gd name="connsiteX1216" fmla="*/ 144716 w 899217"/>
                <a:gd name="connsiteY1216" fmla="*/ 795073 h 942137"/>
                <a:gd name="connsiteX1217" fmla="*/ 142596 w 899217"/>
                <a:gd name="connsiteY1217" fmla="*/ 797798 h 942137"/>
                <a:gd name="connsiteX1218" fmla="*/ 142663 w 899217"/>
                <a:gd name="connsiteY1218" fmla="*/ 801263 h 942137"/>
                <a:gd name="connsiteX1219" fmla="*/ 142663 w 899217"/>
                <a:gd name="connsiteY1219" fmla="*/ 803012 h 942137"/>
                <a:gd name="connsiteX1220" fmla="*/ 145826 w 899217"/>
                <a:gd name="connsiteY1220" fmla="*/ 806174 h 942137"/>
                <a:gd name="connsiteX1221" fmla="*/ 150504 w 899217"/>
                <a:gd name="connsiteY1221" fmla="*/ 809202 h 942137"/>
                <a:gd name="connsiteX1222" fmla="*/ 157134 w 899217"/>
                <a:gd name="connsiteY1222" fmla="*/ 809975 h 942137"/>
                <a:gd name="connsiteX1223" fmla="*/ 169519 w 899217"/>
                <a:gd name="connsiteY1223" fmla="*/ 810312 h 942137"/>
                <a:gd name="connsiteX1224" fmla="*/ 177361 w 899217"/>
                <a:gd name="connsiteY1224" fmla="*/ 810850 h 942137"/>
                <a:gd name="connsiteX1225" fmla="*/ 185404 w 899217"/>
                <a:gd name="connsiteY1225" fmla="*/ 811624 h 942137"/>
                <a:gd name="connsiteX1226" fmla="*/ 191159 w 899217"/>
                <a:gd name="connsiteY1226" fmla="*/ 813810 h 942137"/>
                <a:gd name="connsiteX1227" fmla="*/ 195736 w 899217"/>
                <a:gd name="connsiteY1227" fmla="*/ 817813 h 942137"/>
                <a:gd name="connsiteX1228" fmla="*/ 201592 w 899217"/>
                <a:gd name="connsiteY1228" fmla="*/ 819764 h 942137"/>
                <a:gd name="connsiteX1229" fmla="*/ 205496 w 899217"/>
                <a:gd name="connsiteY1229" fmla="*/ 820101 h 942137"/>
                <a:gd name="connsiteX1230" fmla="*/ 207986 w 899217"/>
                <a:gd name="connsiteY1230" fmla="*/ 821715 h 942137"/>
                <a:gd name="connsiteX1231" fmla="*/ 212126 w 899217"/>
                <a:gd name="connsiteY1231" fmla="*/ 824205 h 942137"/>
                <a:gd name="connsiteX1232" fmla="*/ 216467 w 899217"/>
                <a:gd name="connsiteY1232" fmla="*/ 824978 h 942137"/>
                <a:gd name="connsiteX1233" fmla="*/ 220607 w 899217"/>
                <a:gd name="connsiteY1233" fmla="*/ 823566 h 942137"/>
                <a:gd name="connsiteX1234" fmla="*/ 225722 w 899217"/>
                <a:gd name="connsiteY1234" fmla="*/ 823566 h 942137"/>
                <a:gd name="connsiteX1235" fmla="*/ 228987 w 899217"/>
                <a:gd name="connsiteY1235" fmla="*/ 823498 h 942137"/>
                <a:gd name="connsiteX1236" fmla="*/ 230501 w 899217"/>
                <a:gd name="connsiteY1236" fmla="*/ 826021 h 942137"/>
                <a:gd name="connsiteX1237" fmla="*/ 230602 w 899217"/>
                <a:gd name="connsiteY1237" fmla="*/ 828342 h 942137"/>
                <a:gd name="connsiteX1238" fmla="*/ 230064 w 899217"/>
                <a:gd name="connsiteY1238" fmla="*/ 830193 h 942137"/>
                <a:gd name="connsiteX1239" fmla="*/ 228751 w 899217"/>
                <a:gd name="connsiteY1239" fmla="*/ 832144 h 942137"/>
                <a:gd name="connsiteX1240" fmla="*/ 228314 w 899217"/>
                <a:gd name="connsiteY1240" fmla="*/ 832917 h 942137"/>
                <a:gd name="connsiteX1241" fmla="*/ 227001 w 899217"/>
                <a:gd name="connsiteY1241" fmla="*/ 835844 h 942137"/>
                <a:gd name="connsiteX1242" fmla="*/ 226126 w 899217"/>
                <a:gd name="connsiteY1242" fmla="*/ 839208 h 942137"/>
                <a:gd name="connsiteX1243" fmla="*/ 224915 w 899217"/>
                <a:gd name="connsiteY1243" fmla="*/ 841832 h 942137"/>
                <a:gd name="connsiteX1244" fmla="*/ 224915 w 899217"/>
                <a:gd name="connsiteY1244" fmla="*/ 845196 h 942137"/>
                <a:gd name="connsiteX1245" fmla="*/ 224915 w 899217"/>
                <a:gd name="connsiteY1245" fmla="*/ 849233 h 942137"/>
                <a:gd name="connsiteX1246" fmla="*/ 224040 w 899217"/>
                <a:gd name="connsiteY1246" fmla="*/ 853707 h 942137"/>
                <a:gd name="connsiteX1247" fmla="*/ 222189 w 899217"/>
                <a:gd name="connsiteY1247" fmla="*/ 855893 h 942137"/>
                <a:gd name="connsiteX1248" fmla="*/ 222189 w 899217"/>
                <a:gd name="connsiteY1248" fmla="*/ 858080 h 942137"/>
                <a:gd name="connsiteX1249" fmla="*/ 223400 w 899217"/>
                <a:gd name="connsiteY1249" fmla="*/ 860266 h 942137"/>
                <a:gd name="connsiteX1250" fmla="*/ 225891 w 899217"/>
                <a:gd name="connsiteY1250" fmla="*/ 863429 h 942137"/>
                <a:gd name="connsiteX1251" fmla="*/ 226968 w 899217"/>
                <a:gd name="connsiteY1251" fmla="*/ 865279 h 942137"/>
                <a:gd name="connsiteX1252" fmla="*/ 229256 w 899217"/>
                <a:gd name="connsiteY1252" fmla="*/ 867129 h 942137"/>
                <a:gd name="connsiteX1253" fmla="*/ 232857 w 899217"/>
                <a:gd name="connsiteY1253" fmla="*/ 867129 h 942137"/>
                <a:gd name="connsiteX1254" fmla="*/ 234910 w 899217"/>
                <a:gd name="connsiteY1254" fmla="*/ 866961 h 942137"/>
                <a:gd name="connsiteX1255" fmla="*/ 237401 w 899217"/>
                <a:gd name="connsiteY1255" fmla="*/ 866591 h 942137"/>
                <a:gd name="connsiteX1256" fmla="*/ 240227 w 899217"/>
                <a:gd name="connsiteY1256" fmla="*/ 867566 h 942137"/>
                <a:gd name="connsiteX1257" fmla="*/ 241978 w 899217"/>
                <a:gd name="connsiteY1257" fmla="*/ 868979 h 942137"/>
                <a:gd name="connsiteX1258" fmla="*/ 242617 w 899217"/>
                <a:gd name="connsiteY1258" fmla="*/ 870392 h 942137"/>
                <a:gd name="connsiteX1259" fmla="*/ 242819 w 899217"/>
                <a:gd name="connsiteY1259" fmla="*/ 873117 h 942137"/>
                <a:gd name="connsiteX1260" fmla="*/ 242617 w 899217"/>
                <a:gd name="connsiteY1260" fmla="*/ 874328 h 942137"/>
                <a:gd name="connsiteX1261" fmla="*/ 241204 w 899217"/>
                <a:gd name="connsiteY1261" fmla="*/ 877389 h 942137"/>
                <a:gd name="connsiteX1262" fmla="*/ 241338 w 899217"/>
                <a:gd name="connsiteY1262" fmla="*/ 879138 h 942137"/>
                <a:gd name="connsiteX1263" fmla="*/ 241338 w 899217"/>
                <a:gd name="connsiteY1263" fmla="*/ 883377 h 942137"/>
                <a:gd name="connsiteX1264" fmla="*/ 241338 w 899217"/>
                <a:gd name="connsiteY1264" fmla="*/ 885664 h 942137"/>
                <a:gd name="connsiteX1265" fmla="*/ 242213 w 899217"/>
                <a:gd name="connsiteY1265" fmla="*/ 887313 h 942137"/>
                <a:gd name="connsiteX1266" fmla="*/ 244704 w 899217"/>
                <a:gd name="connsiteY1266" fmla="*/ 890576 h 942137"/>
                <a:gd name="connsiteX1267" fmla="*/ 246992 w 899217"/>
                <a:gd name="connsiteY1267" fmla="*/ 890138 h 942137"/>
                <a:gd name="connsiteX1268" fmla="*/ 249382 w 899217"/>
                <a:gd name="connsiteY1268" fmla="*/ 888288 h 942137"/>
                <a:gd name="connsiteX1269" fmla="*/ 253959 w 899217"/>
                <a:gd name="connsiteY1269" fmla="*/ 887851 h 942137"/>
                <a:gd name="connsiteX1270" fmla="*/ 257324 w 899217"/>
                <a:gd name="connsiteY1270" fmla="*/ 889499 h 942137"/>
                <a:gd name="connsiteX1271" fmla="*/ 260589 w 899217"/>
                <a:gd name="connsiteY1271" fmla="*/ 888826 h 942137"/>
                <a:gd name="connsiteX1272" fmla="*/ 262540 w 899217"/>
                <a:gd name="connsiteY1272" fmla="*/ 885025 h 942137"/>
                <a:gd name="connsiteX1273" fmla="*/ 271459 w 899217"/>
                <a:gd name="connsiteY1273" fmla="*/ 884588 h 942137"/>
                <a:gd name="connsiteX1274" fmla="*/ 275700 w 899217"/>
                <a:gd name="connsiteY1274" fmla="*/ 887615 h 942137"/>
                <a:gd name="connsiteX1275" fmla="*/ 281454 w 899217"/>
                <a:gd name="connsiteY1275" fmla="*/ 891753 h 942137"/>
                <a:gd name="connsiteX1276" fmla="*/ 285897 w 899217"/>
                <a:gd name="connsiteY1276" fmla="*/ 892628 h 942137"/>
                <a:gd name="connsiteX1277" fmla="*/ 292089 w 899217"/>
                <a:gd name="connsiteY1277" fmla="*/ 892729 h 942137"/>
                <a:gd name="connsiteX1278" fmla="*/ 299157 w 899217"/>
                <a:gd name="connsiteY1278" fmla="*/ 890239 h 942137"/>
                <a:gd name="connsiteX1279" fmla="*/ 304272 w 899217"/>
                <a:gd name="connsiteY1279" fmla="*/ 886875 h 942137"/>
                <a:gd name="connsiteX1280" fmla="*/ 310902 w 899217"/>
                <a:gd name="connsiteY1280" fmla="*/ 882435 h 942137"/>
                <a:gd name="connsiteX1281" fmla="*/ 319854 w 899217"/>
                <a:gd name="connsiteY1281" fmla="*/ 875270 h 942137"/>
                <a:gd name="connsiteX1282" fmla="*/ 326080 w 899217"/>
                <a:gd name="connsiteY1282" fmla="*/ 871199 h 942137"/>
                <a:gd name="connsiteX1283" fmla="*/ 334191 w 899217"/>
                <a:gd name="connsiteY1283" fmla="*/ 869383 h 942137"/>
                <a:gd name="connsiteX1284" fmla="*/ 340922 w 899217"/>
                <a:gd name="connsiteY1284" fmla="*/ 867936 h 942137"/>
                <a:gd name="connsiteX1285" fmla="*/ 343682 w 899217"/>
                <a:gd name="connsiteY1285" fmla="*/ 864606 h 942137"/>
                <a:gd name="connsiteX1286" fmla="*/ 348091 w 899217"/>
                <a:gd name="connsiteY1286" fmla="*/ 861343 h 942137"/>
                <a:gd name="connsiteX1287" fmla="*/ 352230 w 899217"/>
                <a:gd name="connsiteY1287" fmla="*/ 859325 h 942137"/>
                <a:gd name="connsiteX1288" fmla="*/ 354418 w 899217"/>
                <a:gd name="connsiteY1288" fmla="*/ 859392 h 942137"/>
                <a:gd name="connsiteX1289" fmla="*/ 355865 w 899217"/>
                <a:gd name="connsiteY1289" fmla="*/ 859762 h 942137"/>
                <a:gd name="connsiteX1290" fmla="*/ 356504 w 899217"/>
                <a:gd name="connsiteY1290" fmla="*/ 861646 h 942137"/>
                <a:gd name="connsiteX1291" fmla="*/ 355562 w 899217"/>
                <a:gd name="connsiteY1291" fmla="*/ 864539 h 942137"/>
                <a:gd name="connsiteX1292" fmla="*/ 354552 w 899217"/>
                <a:gd name="connsiteY1292" fmla="*/ 866355 h 942137"/>
                <a:gd name="connsiteX1293" fmla="*/ 353374 w 899217"/>
                <a:gd name="connsiteY1293" fmla="*/ 867230 h 942137"/>
                <a:gd name="connsiteX1294" fmla="*/ 351557 w 899217"/>
                <a:gd name="connsiteY1294" fmla="*/ 869753 h 942137"/>
                <a:gd name="connsiteX1295" fmla="*/ 351119 w 899217"/>
                <a:gd name="connsiteY1295" fmla="*/ 870930 h 942137"/>
                <a:gd name="connsiteX1296" fmla="*/ 352869 w 899217"/>
                <a:gd name="connsiteY1296" fmla="*/ 873319 h 942137"/>
                <a:gd name="connsiteX1297" fmla="*/ 354620 w 899217"/>
                <a:gd name="connsiteY1297" fmla="*/ 874193 h 942137"/>
                <a:gd name="connsiteX1298" fmla="*/ 354047 w 899217"/>
                <a:gd name="connsiteY1298" fmla="*/ 877221 h 942137"/>
                <a:gd name="connsiteX1299" fmla="*/ 351018 w 899217"/>
                <a:gd name="connsiteY1299" fmla="*/ 880114 h 942137"/>
                <a:gd name="connsiteX1300" fmla="*/ 350143 w 899217"/>
                <a:gd name="connsiteY1300" fmla="*/ 883747 h 942137"/>
                <a:gd name="connsiteX1301" fmla="*/ 350143 w 899217"/>
                <a:gd name="connsiteY1301" fmla="*/ 888255 h 942137"/>
                <a:gd name="connsiteX1302" fmla="*/ 354215 w 899217"/>
                <a:gd name="connsiteY1302" fmla="*/ 890273 h 942137"/>
                <a:gd name="connsiteX1303" fmla="*/ 353913 w 899217"/>
                <a:gd name="connsiteY1303" fmla="*/ 892729 h 942137"/>
                <a:gd name="connsiteX1304" fmla="*/ 353038 w 899217"/>
                <a:gd name="connsiteY1304" fmla="*/ 895622 h 942137"/>
                <a:gd name="connsiteX1305" fmla="*/ 350446 w 899217"/>
                <a:gd name="connsiteY1305" fmla="*/ 897808 h 942137"/>
                <a:gd name="connsiteX1306" fmla="*/ 348124 w 899217"/>
                <a:gd name="connsiteY1306" fmla="*/ 899389 h 942137"/>
                <a:gd name="connsiteX1307" fmla="*/ 351153 w 899217"/>
                <a:gd name="connsiteY1307" fmla="*/ 902148 h 942137"/>
                <a:gd name="connsiteX1308" fmla="*/ 353610 w 899217"/>
                <a:gd name="connsiteY1308" fmla="*/ 904604 h 942137"/>
                <a:gd name="connsiteX1309" fmla="*/ 353610 w 899217"/>
                <a:gd name="connsiteY1309" fmla="*/ 908943 h 942137"/>
                <a:gd name="connsiteX1310" fmla="*/ 354990 w 899217"/>
                <a:gd name="connsiteY1310" fmla="*/ 914023 h 942137"/>
                <a:gd name="connsiteX1311" fmla="*/ 355360 w 899217"/>
                <a:gd name="connsiteY1311" fmla="*/ 917925 h 942137"/>
                <a:gd name="connsiteX1312" fmla="*/ 356807 w 899217"/>
                <a:gd name="connsiteY1312" fmla="*/ 925023 h 942137"/>
                <a:gd name="connsiteX1313" fmla="*/ 358557 w 899217"/>
                <a:gd name="connsiteY1313" fmla="*/ 928925 h 942137"/>
                <a:gd name="connsiteX1314" fmla="*/ 362192 w 899217"/>
                <a:gd name="connsiteY1314" fmla="*/ 932255 h 942137"/>
                <a:gd name="connsiteX1315" fmla="*/ 365524 w 899217"/>
                <a:gd name="connsiteY1315" fmla="*/ 932962 h 942137"/>
                <a:gd name="connsiteX1316" fmla="*/ 369427 w 899217"/>
                <a:gd name="connsiteY1316" fmla="*/ 933096 h 942137"/>
                <a:gd name="connsiteX1317" fmla="*/ 372759 w 899217"/>
                <a:gd name="connsiteY1317" fmla="*/ 931650 h 942137"/>
                <a:gd name="connsiteX1318" fmla="*/ 375216 w 899217"/>
                <a:gd name="connsiteY1318" fmla="*/ 928622 h 942137"/>
                <a:gd name="connsiteX1319" fmla="*/ 378851 w 899217"/>
                <a:gd name="connsiteY1319" fmla="*/ 926301 h 942137"/>
                <a:gd name="connsiteX1320" fmla="*/ 384067 w 899217"/>
                <a:gd name="connsiteY1320" fmla="*/ 926301 h 942137"/>
                <a:gd name="connsiteX1321" fmla="*/ 390596 w 899217"/>
                <a:gd name="connsiteY1321" fmla="*/ 926873 h 942137"/>
                <a:gd name="connsiteX1322" fmla="*/ 395947 w 899217"/>
                <a:gd name="connsiteY1322" fmla="*/ 931078 h 942137"/>
                <a:gd name="connsiteX1323" fmla="*/ 399582 w 899217"/>
                <a:gd name="connsiteY1323" fmla="*/ 935552 h 942137"/>
                <a:gd name="connsiteX1324" fmla="*/ 406549 w 899217"/>
                <a:gd name="connsiteY1324" fmla="*/ 941943 h 942137"/>
                <a:gd name="connsiteX1325" fmla="*/ 409140 w 899217"/>
                <a:gd name="connsiteY1325" fmla="*/ 941943 h 942137"/>
                <a:gd name="connsiteX1326" fmla="*/ 410722 w 899217"/>
                <a:gd name="connsiteY1326" fmla="*/ 939488 h 942137"/>
                <a:gd name="connsiteX1327" fmla="*/ 413178 w 899217"/>
                <a:gd name="connsiteY1327" fmla="*/ 937907 h 942137"/>
                <a:gd name="connsiteX1328" fmla="*/ 416207 w 899217"/>
                <a:gd name="connsiteY1328" fmla="*/ 937907 h 942137"/>
                <a:gd name="connsiteX1329" fmla="*/ 418832 w 899217"/>
                <a:gd name="connsiteY1329" fmla="*/ 934577 h 942137"/>
                <a:gd name="connsiteX1330" fmla="*/ 419405 w 899217"/>
                <a:gd name="connsiteY1330" fmla="*/ 931381 h 942137"/>
                <a:gd name="connsiteX1331" fmla="*/ 417520 w 899217"/>
                <a:gd name="connsiteY1331" fmla="*/ 927479 h 942137"/>
                <a:gd name="connsiteX1332" fmla="*/ 414626 w 899217"/>
                <a:gd name="connsiteY1332" fmla="*/ 924585 h 942137"/>
                <a:gd name="connsiteX1333" fmla="*/ 412169 w 899217"/>
                <a:gd name="connsiteY1333" fmla="*/ 922399 h 942137"/>
                <a:gd name="connsiteX1334" fmla="*/ 411731 w 899217"/>
                <a:gd name="connsiteY1334" fmla="*/ 916747 h 942137"/>
                <a:gd name="connsiteX1335" fmla="*/ 411866 w 899217"/>
                <a:gd name="connsiteY1335" fmla="*/ 912105 h 942137"/>
                <a:gd name="connsiteX1336" fmla="*/ 412303 w 899217"/>
                <a:gd name="connsiteY1336" fmla="*/ 906757 h 942137"/>
                <a:gd name="connsiteX1337" fmla="*/ 412606 w 899217"/>
                <a:gd name="connsiteY1337" fmla="*/ 903561 h 942137"/>
                <a:gd name="connsiteX1338" fmla="*/ 413919 w 899217"/>
                <a:gd name="connsiteY1338" fmla="*/ 899221 h 942137"/>
                <a:gd name="connsiteX1339" fmla="*/ 414356 w 899217"/>
                <a:gd name="connsiteY1339" fmla="*/ 895016 h 942137"/>
                <a:gd name="connsiteX1340" fmla="*/ 416376 w 899217"/>
                <a:gd name="connsiteY1340" fmla="*/ 891417 h 942137"/>
                <a:gd name="connsiteX1341" fmla="*/ 419135 w 899217"/>
                <a:gd name="connsiteY1341" fmla="*/ 887649 h 942137"/>
                <a:gd name="connsiteX1342" fmla="*/ 421592 w 899217"/>
                <a:gd name="connsiteY1342" fmla="*/ 885025 h 942137"/>
                <a:gd name="connsiteX1343" fmla="*/ 421155 w 899217"/>
                <a:gd name="connsiteY1343" fmla="*/ 881123 h 942137"/>
                <a:gd name="connsiteX1344" fmla="*/ 419707 w 899217"/>
                <a:gd name="connsiteY1344" fmla="*/ 877793 h 942137"/>
                <a:gd name="connsiteX1345" fmla="*/ 417957 w 899217"/>
                <a:gd name="connsiteY1345" fmla="*/ 875034 h 942137"/>
                <a:gd name="connsiteX1346" fmla="*/ 417957 w 899217"/>
                <a:gd name="connsiteY1346" fmla="*/ 871704 h 942137"/>
                <a:gd name="connsiteX1347" fmla="*/ 415501 w 899217"/>
                <a:gd name="connsiteY1347" fmla="*/ 863731 h 942137"/>
                <a:gd name="connsiteX1348" fmla="*/ 412169 w 899217"/>
                <a:gd name="connsiteY1348" fmla="*/ 856499 h 942137"/>
                <a:gd name="connsiteX1349" fmla="*/ 405068 w 899217"/>
                <a:gd name="connsiteY1349" fmla="*/ 846373 h 942137"/>
                <a:gd name="connsiteX1350" fmla="*/ 404058 w 899217"/>
                <a:gd name="connsiteY1350" fmla="*/ 838569 h 942137"/>
                <a:gd name="connsiteX1351" fmla="*/ 404058 w 899217"/>
                <a:gd name="connsiteY1351" fmla="*/ 834936 h 942137"/>
                <a:gd name="connsiteX1352" fmla="*/ 403351 w 899217"/>
                <a:gd name="connsiteY1352" fmla="*/ 830159 h 942137"/>
                <a:gd name="connsiteX1353" fmla="*/ 401164 w 899217"/>
                <a:gd name="connsiteY1353" fmla="*/ 823633 h 942137"/>
                <a:gd name="connsiteX1354" fmla="*/ 399144 w 899217"/>
                <a:gd name="connsiteY1354" fmla="*/ 819865 h 942137"/>
                <a:gd name="connsiteX1355" fmla="*/ 396822 w 899217"/>
                <a:gd name="connsiteY1355" fmla="*/ 816232 h 942137"/>
                <a:gd name="connsiteX1356" fmla="*/ 402039 w 899217"/>
                <a:gd name="connsiteY1356" fmla="*/ 812902 h 942137"/>
                <a:gd name="connsiteX1357" fmla="*/ 405808 w 899217"/>
                <a:gd name="connsiteY1357" fmla="*/ 810446 h 942137"/>
                <a:gd name="connsiteX1358" fmla="*/ 410150 w 899217"/>
                <a:gd name="connsiteY1358" fmla="*/ 803214 h 942137"/>
                <a:gd name="connsiteX1359" fmla="*/ 409409 w 899217"/>
                <a:gd name="connsiteY1359" fmla="*/ 796688 h 942137"/>
                <a:gd name="connsiteX1360" fmla="*/ 412001 w 899217"/>
                <a:gd name="connsiteY1360" fmla="*/ 790901 h 942137"/>
                <a:gd name="connsiteX1361" fmla="*/ 416476 w 899217"/>
                <a:gd name="connsiteY1361" fmla="*/ 788278 h 942137"/>
                <a:gd name="connsiteX1362" fmla="*/ 420683 w 899217"/>
                <a:gd name="connsiteY1362" fmla="*/ 788849 h 942137"/>
                <a:gd name="connsiteX1363" fmla="*/ 427078 w 899217"/>
                <a:gd name="connsiteY1363" fmla="*/ 794635 h 942137"/>
                <a:gd name="connsiteX1364" fmla="*/ 436770 w 899217"/>
                <a:gd name="connsiteY1364" fmla="*/ 795342 h 942137"/>
                <a:gd name="connsiteX1365" fmla="*/ 450670 w 899217"/>
                <a:gd name="connsiteY1365" fmla="*/ 798975 h 942137"/>
                <a:gd name="connsiteX1366" fmla="*/ 464569 w 899217"/>
                <a:gd name="connsiteY1366" fmla="*/ 803886 h 942137"/>
                <a:gd name="connsiteX1367" fmla="*/ 470357 w 899217"/>
                <a:gd name="connsiteY1367" fmla="*/ 797226 h 942137"/>
                <a:gd name="connsiteX1368" fmla="*/ 476584 w 899217"/>
                <a:gd name="connsiteY1368" fmla="*/ 788984 h 942137"/>
                <a:gd name="connsiteX1369" fmla="*/ 480925 w 899217"/>
                <a:gd name="connsiteY1369" fmla="*/ 778556 h 942137"/>
                <a:gd name="connsiteX1370" fmla="*/ 492368 w 899217"/>
                <a:gd name="connsiteY1370" fmla="*/ 768699 h 942137"/>
                <a:gd name="connsiteX1371" fmla="*/ 496844 w 899217"/>
                <a:gd name="connsiteY1371" fmla="*/ 761299 h 942137"/>
                <a:gd name="connsiteX1372" fmla="*/ 503373 w 899217"/>
                <a:gd name="connsiteY1372" fmla="*/ 762745 h 942137"/>
                <a:gd name="connsiteX1373" fmla="*/ 512224 w 899217"/>
                <a:gd name="connsiteY1373" fmla="*/ 765638 h 942137"/>
                <a:gd name="connsiteX1374" fmla="*/ 517878 w 899217"/>
                <a:gd name="connsiteY1374" fmla="*/ 771727 h 942137"/>
                <a:gd name="connsiteX1375" fmla="*/ 528681 w 899217"/>
                <a:gd name="connsiteY1375" fmla="*/ 778320 h 942137"/>
                <a:gd name="connsiteX1376" fmla="*/ 533460 w 899217"/>
                <a:gd name="connsiteY1376" fmla="*/ 783602 h 942137"/>
                <a:gd name="connsiteX1377" fmla="*/ 538676 w 899217"/>
                <a:gd name="connsiteY1377" fmla="*/ 788109 h 942137"/>
                <a:gd name="connsiteX1378" fmla="*/ 539383 w 899217"/>
                <a:gd name="connsiteY1378" fmla="*/ 792953 h 942137"/>
                <a:gd name="connsiteX1379" fmla="*/ 536994 w 899217"/>
                <a:gd name="connsiteY1379" fmla="*/ 796654 h 942137"/>
                <a:gd name="connsiteX1380" fmla="*/ 541402 w 899217"/>
                <a:gd name="connsiteY1380" fmla="*/ 797730 h 942137"/>
                <a:gd name="connsiteX1381" fmla="*/ 545676 w 899217"/>
                <a:gd name="connsiteY1381" fmla="*/ 802877 h 942137"/>
                <a:gd name="connsiteX1382" fmla="*/ 549479 w 899217"/>
                <a:gd name="connsiteY1382" fmla="*/ 802877 h 942137"/>
                <a:gd name="connsiteX1383" fmla="*/ 554629 w 899217"/>
                <a:gd name="connsiteY1383" fmla="*/ 802406 h 942137"/>
                <a:gd name="connsiteX1384" fmla="*/ 557927 w 899217"/>
                <a:gd name="connsiteY1384" fmla="*/ 800960 h 942137"/>
                <a:gd name="connsiteX1385" fmla="*/ 561932 w 899217"/>
                <a:gd name="connsiteY1385" fmla="*/ 799311 h 942137"/>
                <a:gd name="connsiteX1386" fmla="*/ 567316 w 899217"/>
                <a:gd name="connsiteY1386" fmla="*/ 796553 h 942137"/>
                <a:gd name="connsiteX1387" fmla="*/ 569874 w 899217"/>
                <a:gd name="connsiteY1387" fmla="*/ 794602 h 942137"/>
                <a:gd name="connsiteX1388" fmla="*/ 570682 w 899217"/>
                <a:gd name="connsiteY1388" fmla="*/ 793189 h 942137"/>
                <a:gd name="connsiteX1389" fmla="*/ 570244 w 899217"/>
                <a:gd name="connsiteY1389" fmla="*/ 787537 h 942137"/>
                <a:gd name="connsiteX1390" fmla="*/ 571725 w 899217"/>
                <a:gd name="connsiteY1390" fmla="*/ 783366 h 942137"/>
                <a:gd name="connsiteX1391" fmla="*/ 574754 w 899217"/>
                <a:gd name="connsiteY1391" fmla="*/ 779330 h 942137"/>
                <a:gd name="connsiteX1392" fmla="*/ 579533 w 899217"/>
                <a:gd name="connsiteY1392" fmla="*/ 774216 h 942137"/>
                <a:gd name="connsiteX1393" fmla="*/ 582293 w 899217"/>
                <a:gd name="connsiteY1393" fmla="*/ 771323 h 942137"/>
                <a:gd name="connsiteX1394" fmla="*/ 584682 w 899217"/>
                <a:gd name="connsiteY1394" fmla="*/ 770516 h 942137"/>
                <a:gd name="connsiteX1395" fmla="*/ 587947 w 899217"/>
                <a:gd name="connsiteY1395" fmla="*/ 771323 h 942137"/>
                <a:gd name="connsiteX1396" fmla="*/ 592086 w 899217"/>
                <a:gd name="connsiteY1396" fmla="*/ 775226 h 942137"/>
                <a:gd name="connsiteX1397" fmla="*/ 596091 w 899217"/>
                <a:gd name="connsiteY1397" fmla="*/ 778690 h 942137"/>
                <a:gd name="connsiteX1398" fmla="*/ 598144 w 899217"/>
                <a:gd name="connsiteY1398" fmla="*/ 782155 h 942137"/>
                <a:gd name="connsiteX1399" fmla="*/ 602048 w 899217"/>
                <a:gd name="connsiteY1399" fmla="*/ 787807 h 942137"/>
                <a:gd name="connsiteX1400" fmla="*/ 604707 w 899217"/>
                <a:gd name="connsiteY1400" fmla="*/ 788883 h 942137"/>
                <a:gd name="connsiteX1401" fmla="*/ 607298 w 899217"/>
                <a:gd name="connsiteY1401" fmla="*/ 788883 h 942137"/>
                <a:gd name="connsiteX1402" fmla="*/ 610361 w 899217"/>
                <a:gd name="connsiteY1402" fmla="*/ 787403 h 942137"/>
                <a:gd name="connsiteX1403" fmla="*/ 612649 w 899217"/>
                <a:gd name="connsiteY1403" fmla="*/ 784644 h 942137"/>
                <a:gd name="connsiteX1404" fmla="*/ 616015 w 899217"/>
                <a:gd name="connsiteY1404" fmla="*/ 775831 h 942137"/>
                <a:gd name="connsiteX1405" fmla="*/ 616015 w 899217"/>
                <a:gd name="connsiteY1405" fmla="*/ 770079 h 942137"/>
                <a:gd name="connsiteX1406" fmla="*/ 615039 w 899217"/>
                <a:gd name="connsiteY1406" fmla="*/ 763653 h 942137"/>
                <a:gd name="connsiteX1407" fmla="*/ 615914 w 899217"/>
                <a:gd name="connsiteY1407" fmla="*/ 759314 h 942137"/>
                <a:gd name="connsiteX1408" fmla="*/ 618640 w 899217"/>
                <a:gd name="connsiteY1408" fmla="*/ 758338 h 942137"/>
                <a:gd name="connsiteX1409" fmla="*/ 619851 w 899217"/>
                <a:gd name="connsiteY1409" fmla="*/ 758574 h 942137"/>
                <a:gd name="connsiteX1410" fmla="*/ 624092 w 899217"/>
                <a:gd name="connsiteY1410" fmla="*/ 761736 h 942137"/>
                <a:gd name="connsiteX1411" fmla="*/ 628332 w 899217"/>
                <a:gd name="connsiteY1411" fmla="*/ 766748 h 942137"/>
                <a:gd name="connsiteX1412" fmla="*/ 630284 w 899217"/>
                <a:gd name="connsiteY1412" fmla="*/ 770785 h 942137"/>
                <a:gd name="connsiteX1413" fmla="*/ 633650 w 899217"/>
                <a:gd name="connsiteY1413" fmla="*/ 775360 h 942137"/>
                <a:gd name="connsiteX1414" fmla="*/ 639203 w 899217"/>
                <a:gd name="connsiteY1414" fmla="*/ 779801 h 942137"/>
                <a:gd name="connsiteX1415" fmla="*/ 644857 w 899217"/>
                <a:gd name="connsiteY1415" fmla="*/ 784039 h 942137"/>
                <a:gd name="connsiteX1416" fmla="*/ 650073 w 899217"/>
                <a:gd name="connsiteY1416" fmla="*/ 789690 h 942137"/>
                <a:gd name="connsiteX1417" fmla="*/ 651386 w 899217"/>
                <a:gd name="connsiteY1417" fmla="*/ 793391 h 942137"/>
                <a:gd name="connsiteX1418" fmla="*/ 653573 w 899217"/>
                <a:gd name="connsiteY1418" fmla="*/ 796755 h 942137"/>
                <a:gd name="connsiteX1419" fmla="*/ 658150 w 899217"/>
                <a:gd name="connsiteY1419" fmla="*/ 798067 h 942137"/>
                <a:gd name="connsiteX1420" fmla="*/ 661516 w 899217"/>
                <a:gd name="connsiteY1420" fmla="*/ 798067 h 942137"/>
                <a:gd name="connsiteX1421" fmla="*/ 662828 w 899217"/>
                <a:gd name="connsiteY1421" fmla="*/ 797091 h 942137"/>
                <a:gd name="connsiteX1422" fmla="*/ 664578 w 899217"/>
                <a:gd name="connsiteY1422" fmla="*/ 793492 h 942137"/>
                <a:gd name="connsiteX1423" fmla="*/ 666530 w 899217"/>
                <a:gd name="connsiteY1423" fmla="*/ 788042 h 942137"/>
                <a:gd name="connsiteX1424" fmla="*/ 666530 w 899217"/>
                <a:gd name="connsiteY1424" fmla="*/ 784577 h 942137"/>
                <a:gd name="connsiteX1425" fmla="*/ 666530 w 899217"/>
                <a:gd name="connsiteY1425" fmla="*/ 779363 h 942137"/>
                <a:gd name="connsiteX1426" fmla="*/ 666530 w 899217"/>
                <a:gd name="connsiteY1426" fmla="*/ 775226 h 942137"/>
                <a:gd name="connsiteX1427" fmla="*/ 668213 w 899217"/>
                <a:gd name="connsiteY1427" fmla="*/ 768699 h 942137"/>
                <a:gd name="connsiteX1428" fmla="*/ 672723 w 899217"/>
                <a:gd name="connsiteY1428" fmla="*/ 766210 h 942137"/>
                <a:gd name="connsiteX1429" fmla="*/ 679252 w 899217"/>
                <a:gd name="connsiteY1429" fmla="*/ 766109 h 942137"/>
                <a:gd name="connsiteX1430" fmla="*/ 684367 w 899217"/>
                <a:gd name="connsiteY1430" fmla="*/ 771424 h 942137"/>
                <a:gd name="connsiteX1431" fmla="*/ 685814 w 899217"/>
                <a:gd name="connsiteY1431" fmla="*/ 774519 h 942137"/>
                <a:gd name="connsiteX1432" fmla="*/ 687564 w 899217"/>
                <a:gd name="connsiteY1432" fmla="*/ 780103 h 942137"/>
                <a:gd name="connsiteX1433" fmla="*/ 692713 w 899217"/>
                <a:gd name="connsiteY1433" fmla="*/ 781483 h 942137"/>
                <a:gd name="connsiteX1434" fmla="*/ 697863 w 899217"/>
                <a:gd name="connsiteY1434" fmla="*/ 781483 h 942137"/>
                <a:gd name="connsiteX1435" fmla="*/ 701699 w 899217"/>
                <a:gd name="connsiteY1435" fmla="*/ 778421 h 942137"/>
                <a:gd name="connsiteX1436" fmla="*/ 704964 w 899217"/>
                <a:gd name="connsiteY1436" fmla="*/ 775596 h 942137"/>
                <a:gd name="connsiteX1437" fmla="*/ 705334 w 899217"/>
                <a:gd name="connsiteY1437" fmla="*/ 770953 h 942137"/>
                <a:gd name="connsiteX1438" fmla="*/ 708464 w 899217"/>
                <a:gd name="connsiteY1438" fmla="*/ 767757 h 942137"/>
                <a:gd name="connsiteX1439" fmla="*/ 711223 w 899217"/>
                <a:gd name="connsiteY1439" fmla="*/ 765672 h 942137"/>
                <a:gd name="connsiteX1440" fmla="*/ 714387 w 899217"/>
                <a:gd name="connsiteY1440" fmla="*/ 767186 h 942137"/>
                <a:gd name="connsiteX1441" fmla="*/ 716137 w 899217"/>
                <a:gd name="connsiteY1441" fmla="*/ 768060 h 942137"/>
                <a:gd name="connsiteX1442" fmla="*/ 723104 w 899217"/>
                <a:gd name="connsiteY1442" fmla="*/ 768060 h 942137"/>
                <a:gd name="connsiteX1443" fmla="*/ 727748 w 899217"/>
                <a:gd name="connsiteY1443" fmla="*/ 768060 h 942137"/>
                <a:gd name="connsiteX1444" fmla="*/ 733839 w 899217"/>
                <a:gd name="connsiteY1444" fmla="*/ 766748 h 942137"/>
                <a:gd name="connsiteX1445" fmla="*/ 736162 w 899217"/>
                <a:gd name="connsiteY1445" fmla="*/ 763990 h 942137"/>
                <a:gd name="connsiteX1446" fmla="*/ 742556 w 899217"/>
                <a:gd name="connsiteY1446" fmla="*/ 758776 h 942137"/>
                <a:gd name="connsiteX1447" fmla="*/ 746897 w 899217"/>
                <a:gd name="connsiteY1447" fmla="*/ 758776 h 942137"/>
                <a:gd name="connsiteX1448" fmla="*/ 750094 w 899217"/>
                <a:gd name="connsiteY1448" fmla="*/ 753259 h 942137"/>
                <a:gd name="connsiteX1449" fmla="*/ 750094 w 899217"/>
                <a:gd name="connsiteY1449" fmla="*/ 750366 h 942137"/>
                <a:gd name="connsiteX1450" fmla="*/ 747066 w 899217"/>
                <a:gd name="connsiteY1450" fmla="*/ 746901 h 942137"/>
                <a:gd name="connsiteX1451" fmla="*/ 743734 w 899217"/>
                <a:gd name="connsiteY1451" fmla="*/ 742831 h 942137"/>
                <a:gd name="connsiteX1452" fmla="*/ 742589 w 899217"/>
                <a:gd name="connsiteY1452" fmla="*/ 736473 h 942137"/>
                <a:gd name="connsiteX1453" fmla="*/ 749825 w 899217"/>
                <a:gd name="connsiteY1453" fmla="*/ 734454 h 942137"/>
                <a:gd name="connsiteX1454" fmla="*/ 756186 w 899217"/>
                <a:gd name="connsiteY1454" fmla="*/ 731696 h 942137"/>
                <a:gd name="connsiteX1455" fmla="*/ 762850 w 899217"/>
                <a:gd name="connsiteY1455" fmla="*/ 727491 h 942137"/>
                <a:gd name="connsiteX1456" fmla="*/ 770085 w 899217"/>
                <a:gd name="connsiteY1456" fmla="*/ 722848 h 942137"/>
                <a:gd name="connsiteX1457" fmla="*/ 776480 w 899217"/>
                <a:gd name="connsiteY1457" fmla="*/ 722848 h 942137"/>
                <a:gd name="connsiteX1458" fmla="*/ 782268 w 899217"/>
                <a:gd name="connsiteY1458" fmla="*/ 728634 h 942137"/>
                <a:gd name="connsiteX1459" fmla="*/ 784288 w 899217"/>
                <a:gd name="connsiteY1459" fmla="*/ 722848 h 942137"/>
                <a:gd name="connsiteX1460" fmla="*/ 786038 w 899217"/>
                <a:gd name="connsiteY1460" fmla="*/ 723151 h 942137"/>
                <a:gd name="connsiteX1461" fmla="*/ 791826 w 899217"/>
                <a:gd name="connsiteY1461" fmla="*/ 722008 h 942137"/>
                <a:gd name="connsiteX1462" fmla="*/ 791826 w 899217"/>
                <a:gd name="connsiteY1462" fmla="*/ 713329 h 942137"/>
                <a:gd name="connsiteX1463" fmla="*/ 792802 w 899217"/>
                <a:gd name="connsiteY1463" fmla="*/ 711075 h 942137"/>
                <a:gd name="connsiteX1464" fmla="*/ 797547 w 899217"/>
                <a:gd name="connsiteY1464" fmla="*/ 713766 h 942137"/>
                <a:gd name="connsiteX1465" fmla="*/ 814745 w 899217"/>
                <a:gd name="connsiteY1465" fmla="*/ 733041 h 942137"/>
                <a:gd name="connsiteX1466" fmla="*/ 820130 w 899217"/>
                <a:gd name="connsiteY1466" fmla="*/ 733613 h 942137"/>
                <a:gd name="connsiteX1467" fmla="*/ 821072 w 899217"/>
                <a:gd name="connsiteY1467" fmla="*/ 731292 h 94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Lst>
              <a:rect l="l" t="t" r="r" b="b"/>
              <a:pathLst>
                <a:path w="899217" h="942137">
                  <a:moveTo>
                    <a:pt x="821072" y="731292"/>
                  </a:moveTo>
                  <a:lnTo>
                    <a:pt x="824269" y="727524"/>
                  </a:lnTo>
                  <a:lnTo>
                    <a:pt x="827736" y="724934"/>
                  </a:lnTo>
                  <a:lnTo>
                    <a:pt x="831640" y="721167"/>
                  </a:lnTo>
                  <a:cubicBezTo>
                    <a:pt x="831640" y="721167"/>
                    <a:pt x="833389" y="717096"/>
                    <a:pt x="834534" y="716524"/>
                  </a:cubicBezTo>
                  <a:cubicBezTo>
                    <a:pt x="835678" y="715953"/>
                    <a:pt x="841500" y="714203"/>
                    <a:pt x="841500" y="714203"/>
                  </a:cubicBezTo>
                  <a:lnTo>
                    <a:pt x="842510" y="715953"/>
                  </a:lnTo>
                  <a:cubicBezTo>
                    <a:pt x="842510" y="715953"/>
                    <a:pt x="844092" y="715818"/>
                    <a:pt x="844529" y="715650"/>
                  </a:cubicBezTo>
                  <a:cubicBezTo>
                    <a:pt x="844967" y="715515"/>
                    <a:pt x="846279" y="712757"/>
                    <a:pt x="846279" y="712757"/>
                  </a:cubicBezTo>
                  <a:lnTo>
                    <a:pt x="844698" y="711613"/>
                  </a:lnTo>
                  <a:lnTo>
                    <a:pt x="843250" y="709864"/>
                  </a:lnTo>
                  <a:lnTo>
                    <a:pt x="843688" y="707543"/>
                  </a:lnTo>
                  <a:lnTo>
                    <a:pt x="845135" y="706399"/>
                  </a:lnTo>
                  <a:lnTo>
                    <a:pt x="849039" y="705255"/>
                  </a:lnTo>
                  <a:lnTo>
                    <a:pt x="854827" y="702497"/>
                  </a:lnTo>
                  <a:cubicBezTo>
                    <a:pt x="854827" y="702497"/>
                    <a:pt x="859304" y="699032"/>
                    <a:pt x="859909" y="699032"/>
                  </a:cubicBezTo>
                  <a:cubicBezTo>
                    <a:pt x="860482" y="699032"/>
                    <a:pt x="864116" y="696408"/>
                    <a:pt x="864116" y="696408"/>
                  </a:cubicBezTo>
                  <a:lnTo>
                    <a:pt x="865126" y="693078"/>
                  </a:lnTo>
                  <a:lnTo>
                    <a:pt x="866135" y="693078"/>
                  </a:lnTo>
                  <a:cubicBezTo>
                    <a:pt x="866135" y="693078"/>
                    <a:pt x="869602" y="694087"/>
                    <a:pt x="870208" y="694524"/>
                  </a:cubicBezTo>
                  <a:cubicBezTo>
                    <a:pt x="870780" y="694961"/>
                    <a:pt x="873540" y="697282"/>
                    <a:pt x="873540" y="697282"/>
                  </a:cubicBezTo>
                  <a:cubicBezTo>
                    <a:pt x="873540" y="697282"/>
                    <a:pt x="874852" y="698729"/>
                    <a:pt x="875996" y="699301"/>
                  </a:cubicBezTo>
                  <a:cubicBezTo>
                    <a:pt x="877140" y="699873"/>
                    <a:pt x="878891" y="700310"/>
                    <a:pt x="878891" y="700310"/>
                  </a:cubicBezTo>
                  <a:lnTo>
                    <a:pt x="881213" y="700613"/>
                  </a:lnTo>
                  <a:cubicBezTo>
                    <a:pt x="881213" y="700613"/>
                    <a:pt x="883838" y="698863"/>
                    <a:pt x="885117" y="697720"/>
                  </a:cubicBezTo>
                  <a:cubicBezTo>
                    <a:pt x="886429" y="696576"/>
                    <a:pt x="888011" y="694255"/>
                    <a:pt x="888751" y="693952"/>
                  </a:cubicBezTo>
                  <a:cubicBezTo>
                    <a:pt x="889492" y="693650"/>
                    <a:pt x="890569" y="691934"/>
                    <a:pt x="890569" y="691934"/>
                  </a:cubicBezTo>
                  <a:lnTo>
                    <a:pt x="891376" y="688032"/>
                  </a:lnTo>
                  <a:lnTo>
                    <a:pt x="891376" y="685273"/>
                  </a:lnTo>
                  <a:lnTo>
                    <a:pt x="891376" y="681203"/>
                  </a:lnTo>
                  <a:lnTo>
                    <a:pt x="891376" y="678310"/>
                  </a:lnTo>
                  <a:lnTo>
                    <a:pt x="894843" y="675282"/>
                  </a:lnTo>
                  <a:lnTo>
                    <a:pt x="894708" y="671212"/>
                  </a:lnTo>
                  <a:lnTo>
                    <a:pt x="894136" y="666872"/>
                  </a:lnTo>
                  <a:cubicBezTo>
                    <a:pt x="894136" y="666872"/>
                    <a:pt x="894574" y="663676"/>
                    <a:pt x="895146" y="663104"/>
                  </a:cubicBezTo>
                  <a:cubicBezTo>
                    <a:pt x="895718" y="662533"/>
                    <a:pt x="897905" y="659203"/>
                    <a:pt x="897905" y="659203"/>
                  </a:cubicBezTo>
                  <a:lnTo>
                    <a:pt x="899218" y="656881"/>
                  </a:lnTo>
                  <a:lnTo>
                    <a:pt x="896021" y="654123"/>
                  </a:lnTo>
                  <a:lnTo>
                    <a:pt x="891679" y="650658"/>
                  </a:lnTo>
                  <a:lnTo>
                    <a:pt x="889357" y="649952"/>
                  </a:lnTo>
                  <a:lnTo>
                    <a:pt x="889054" y="647058"/>
                  </a:lnTo>
                  <a:lnTo>
                    <a:pt x="889761" y="644603"/>
                  </a:lnTo>
                  <a:lnTo>
                    <a:pt x="890198" y="641575"/>
                  </a:lnTo>
                  <a:lnTo>
                    <a:pt x="889323" y="639389"/>
                  </a:lnTo>
                  <a:lnTo>
                    <a:pt x="886867" y="637942"/>
                  </a:lnTo>
                  <a:lnTo>
                    <a:pt x="883669" y="633737"/>
                  </a:lnTo>
                  <a:lnTo>
                    <a:pt x="881919" y="629397"/>
                  </a:lnTo>
                  <a:cubicBezTo>
                    <a:pt x="881919" y="629397"/>
                    <a:pt x="882054" y="627077"/>
                    <a:pt x="880607" y="625933"/>
                  </a:cubicBezTo>
                  <a:cubicBezTo>
                    <a:pt x="879160" y="624789"/>
                    <a:pt x="877140" y="623174"/>
                    <a:pt x="876568" y="623174"/>
                  </a:cubicBezTo>
                  <a:cubicBezTo>
                    <a:pt x="875996" y="623174"/>
                    <a:pt x="875256" y="622165"/>
                    <a:pt x="874549" y="623174"/>
                  </a:cubicBezTo>
                  <a:cubicBezTo>
                    <a:pt x="873809" y="624184"/>
                    <a:pt x="871924" y="625361"/>
                    <a:pt x="871924" y="625361"/>
                  </a:cubicBezTo>
                  <a:lnTo>
                    <a:pt x="868727" y="626942"/>
                  </a:lnTo>
                  <a:lnTo>
                    <a:pt x="867717" y="629835"/>
                  </a:lnTo>
                  <a:lnTo>
                    <a:pt x="866708" y="631854"/>
                  </a:lnTo>
                  <a:lnTo>
                    <a:pt x="865563" y="635621"/>
                  </a:lnTo>
                  <a:lnTo>
                    <a:pt x="862938" y="636193"/>
                  </a:lnTo>
                  <a:lnTo>
                    <a:pt x="860751" y="635486"/>
                  </a:lnTo>
                  <a:cubicBezTo>
                    <a:pt x="860751" y="635486"/>
                    <a:pt x="859606" y="632862"/>
                    <a:pt x="858294" y="632728"/>
                  </a:cubicBezTo>
                  <a:cubicBezTo>
                    <a:pt x="856981" y="632594"/>
                    <a:pt x="855534" y="632156"/>
                    <a:pt x="855534" y="632156"/>
                  </a:cubicBezTo>
                  <a:lnTo>
                    <a:pt x="851327" y="631854"/>
                  </a:lnTo>
                  <a:lnTo>
                    <a:pt x="847255" y="633098"/>
                  </a:lnTo>
                  <a:lnTo>
                    <a:pt x="843486" y="634040"/>
                  </a:lnTo>
                  <a:lnTo>
                    <a:pt x="841736" y="634040"/>
                  </a:lnTo>
                  <a:lnTo>
                    <a:pt x="839111" y="628960"/>
                  </a:lnTo>
                  <a:cubicBezTo>
                    <a:pt x="839111" y="628960"/>
                    <a:pt x="837226" y="627817"/>
                    <a:pt x="836789" y="627649"/>
                  </a:cubicBezTo>
                  <a:cubicBezTo>
                    <a:pt x="836351" y="627514"/>
                    <a:pt x="833154" y="628792"/>
                    <a:pt x="833154" y="628792"/>
                  </a:cubicBezTo>
                  <a:cubicBezTo>
                    <a:pt x="833154" y="628792"/>
                    <a:pt x="830832" y="631685"/>
                    <a:pt x="830697" y="632123"/>
                  </a:cubicBezTo>
                  <a:cubicBezTo>
                    <a:pt x="830563" y="632560"/>
                    <a:pt x="828072" y="634443"/>
                    <a:pt x="828072" y="634443"/>
                  </a:cubicBezTo>
                  <a:lnTo>
                    <a:pt x="826490" y="637202"/>
                  </a:lnTo>
                  <a:lnTo>
                    <a:pt x="824471" y="639523"/>
                  </a:lnTo>
                  <a:lnTo>
                    <a:pt x="822149" y="637202"/>
                  </a:lnTo>
                  <a:cubicBezTo>
                    <a:pt x="822149" y="637202"/>
                    <a:pt x="821442" y="636025"/>
                    <a:pt x="821005" y="635890"/>
                  </a:cubicBezTo>
                  <a:cubicBezTo>
                    <a:pt x="820567" y="635755"/>
                    <a:pt x="817101" y="632425"/>
                    <a:pt x="817101" y="632425"/>
                  </a:cubicBezTo>
                  <a:lnTo>
                    <a:pt x="814509" y="630979"/>
                  </a:lnTo>
                  <a:lnTo>
                    <a:pt x="811884" y="630609"/>
                  </a:lnTo>
                  <a:lnTo>
                    <a:pt x="807543" y="630542"/>
                  </a:lnTo>
                  <a:lnTo>
                    <a:pt x="803471" y="630542"/>
                  </a:lnTo>
                  <a:lnTo>
                    <a:pt x="800408" y="629532"/>
                  </a:lnTo>
                  <a:lnTo>
                    <a:pt x="797379" y="627211"/>
                  </a:lnTo>
                  <a:lnTo>
                    <a:pt x="793980" y="624453"/>
                  </a:lnTo>
                  <a:lnTo>
                    <a:pt x="792163" y="622703"/>
                  </a:lnTo>
                  <a:lnTo>
                    <a:pt x="792163" y="620988"/>
                  </a:lnTo>
                  <a:lnTo>
                    <a:pt x="793913" y="619844"/>
                  </a:lnTo>
                  <a:lnTo>
                    <a:pt x="795360" y="618263"/>
                  </a:lnTo>
                  <a:lnTo>
                    <a:pt x="796672" y="617119"/>
                  </a:lnTo>
                  <a:lnTo>
                    <a:pt x="798557" y="616110"/>
                  </a:lnTo>
                  <a:lnTo>
                    <a:pt x="800004" y="613352"/>
                  </a:lnTo>
                  <a:lnTo>
                    <a:pt x="800307" y="611030"/>
                  </a:lnTo>
                  <a:lnTo>
                    <a:pt x="799297" y="608709"/>
                  </a:lnTo>
                  <a:lnTo>
                    <a:pt x="796975" y="606960"/>
                  </a:lnTo>
                  <a:lnTo>
                    <a:pt x="797278" y="601174"/>
                  </a:lnTo>
                  <a:lnTo>
                    <a:pt x="797985" y="597406"/>
                  </a:lnTo>
                  <a:lnTo>
                    <a:pt x="794350" y="591889"/>
                  </a:lnTo>
                  <a:lnTo>
                    <a:pt x="789134" y="588862"/>
                  </a:lnTo>
                  <a:cubicBezTo>
                    <a:pt x="789134" y="588862"/>
                    <a:pt x="783917" y="586843"/>
                    <a:pt x="783480" y="586541"/>
                  </a:cubicBezTo>
                  <a:cubicBezTo>
                    <a:pt x="783042" y="586238"/>
                    <a:pt x="776682" y="588122"/>
                    <a:pt x="776682" y="588122"/>
                  </a:cubicBezTo>
                  <a:lnTo>
                    <a:pt x="772340" y="588256"/>
                  </a:lnTo>
                  <a:cubicBezTo>
                    <a:pt x="772340" y="588256"/>
                    <a:pt x="768436" y="589266"/>
                    <a:pt x="767864" y="589266"/>
                  </a:cubicBezTo>
                  <a:cubicBezTo>
                    <a:pt x="767292" y="589266"/>
                    <a:pt x="766114" y="589703"/>
                    <a:pt x="765542" y="589131"/>
                  </a:cubicBezTo>
                  <a:cubicBezTo>
                    <a:pt x="764970" y="588559"/>
                    <a:pt x="762648" y="586911"/>
                    <a:pt x="762075" y="586507"/>
                  </a:cubicBezTo>
                  <a:cubicBezTo>
                    <a:pt x="761503" y="586104"/>
                    <a:pt x="760191" y="585666"/>
                    <a:pt x="759450" y="585363"/>
                  </a:cubicBezTo>
                  <a:cubicBezTo>
                    <a:pt x="758710" y="585061"/>
                    <a:pt x="758878" y="585666"/>
                    <a:pt x="756119" y="585363"/>
                  </a:cubicBezTo>
                  <a:cubicBezTo>
                    <a:pt x="753359" y="585061"/>
                    <a:pt x="752046" y="585935"/>
                    <a:pt x="752046" y="585935"/>
                  </a:cubicBezTo>
                  <a:lnTo>
                    <a:pt x="748075" y="588694"/>
                  </a:lnTo>
                  <a:lnTo>
                    <a:pt x="746998" y="592764"/>
                  </a:lnTo>
                  <a:lnTo>
                    <a:pt x="746998" y="600165"/>
                  </a:lnTo>
                  <a:lnTo>
                    <a:pt x="741041" y="599290"/>
                  </a:lnTo>
                  <a:lnTo>
                    <a:pt x="738888" y="594648"/>
                  </a:lnTo>
                  <a:lnTo>
                    <a:pt x="735253" y="591183"/>
                  </a:lnTo>
                  <a:lnTo>
                    <a:pt x="732056" y="588727"/>
                  </a:lnTo>
                  <a:cubicBezTo>
                    <a:pt x="732056" y="588727"/>
                    <a:pt x="730171" y="586709"/>
                    <a:pt x="730036" y="586104"/>
                  </a:cubicBezTo>
                  <a:cubicBezTo>
                    <a:pt x="729902" y="585531"/>
                    <a:pt x="727849" y="582470"/>
                    <a:pt x="727849" y="582470"/>
                  </a:cubicBezTo>
                  <a:cubicBezTo>
                    <a:pt x="727849" y="582470"/>
                    <a:pt x="726536" y="579140"/>
                    <a:pt x="726671" y="578568"/>
                  </a:cubicBezTo>
                  <a:cubicBezTo>
                    <a:pt x="726805" y="577996"/>
                    <a:pt x="727849" y="575675"/>
                    <a:pt x="727849" y="575675"/>
                  </a:cubicBezTo>
                  <a:lnTo>
                    <a:pt x="726099" y="572479"/>
                  </a:lnTo>
                  <a:lnTo>
                    <a:pt x="726099" y="570595"/>
                  </a:lnTo>
                  <a:cubicBezTo>
                    <a:pt x="726099" y="570595"/>
                    <a:pt x="724349" y="569586"/>
                    <a:pt x="724349" y="569149"/>
                  </a:cubicBezTo>
                  <a:cubicBezTo>
                    <a:pt x="724349" y="568712"/>
                    <a:pt x="724349" y="567131"/>
                    <a:pt x="724349" y="567131"/>
                  </a:cubicBezTo>
                  <a:cubicBezTo>
                    <a:pt x="724349" y="567131"/>
                    <a:pt x="724853" y="564675"/>
                    <a:pt x="724988" y="564238"/>
                  </a:cubicBezTo>
                  <a:cubicBezTo>
                    <a:pt x="725123" y="563800"/>
                    <a:pt x="726065" y="562219"/>
                    <a:pt x="726065" y="561647"/>
                  </a:cubicBezTo>
                  <a:cubicBezTo>
                    <a:pt x="726065" y="561076"/>
                    <a:pt x="726065" y="558452"/>
                    <a:pt x="726065" y="558452"/>
                  </a:cubicBezTo>
                  <a:lnTo>
                    <a:pt x="726772" y="556871"/>
                  </a:lnTo>
                  <a:cubicBezTo>
                    <a:pt x="726772" y="556871"/>
                    <a:pt x="728656" y="555996"/>
                    <a:pt x="729094" y="555424"/>
                  </a:cubicBezTo>
                  <a:cubicBezTo>
                    <a:pt x="729531" y="554852"/>
                    <a:pt x="729666" y="554987"/>
                    <a:pt x="730407" y="554415"/>
                  </a:cubicBezTo>
                  <a:cubicBezTo>
                    <a:pt x="731113" y="553843"/>
                    <a:pt x="734546" y="552834"/>
                    <a:pt x="734546" y="552834"/>
                  </a:cubicBezTo>
                  <a:lnTo>
                    <a:pt x="732291" y="550075"/>
                  </a:lnTo>
                  <a:lnTo>
                    <a:pt x="732796" y="545870"/>
                  </a:lnTo>
                  <a:cubicBezTo>
                    <a:pt x="732796" y="545870"/>
                    <a:pt x="734108" y="541733"/>
                    <a:pt x="734546" y="540858"/>
                  </a:cubicBezTo>
                  <a:cubicBezTo>
                    <a:pt x="734983" y="539983"/>
                    <a:pt x="735421" y="538470"/>
                    <a:pt x="736498" y="537595"/>
                  </a:cubicBezTo>
                  <a:cubicBezTo>
                    <a:pt x="737575" y="536721"/>
                    <a:pt x="740200" y="535409"/>
                    <a:pt x="741950" y="534332"/>
                  </a:cubicBezTo>
                  <a:cubicBezTo>
                    <a:pt x="743700" y="533256"/>
                    <a:pt x="746089" y="530632"/>
                    <a:pt x="746089" y="530632"/>
                  </a:cubicBezTo>
                  <a:lnTo>
                    <a:pt x="746965" y="528041"/>
                  </a:lnTo>
                  <a:lnTo>
                    <a:pt x="747604" y="521953"/>
                  </a:lnTo>
                  <a:lnTo>
                    <a:pt x="746291" y="520203"/>
                  </a:lnTo>
                  <a:lnTo>
                    <a:pt x="744541" y="516940"/>
                  </a:lnTo>
                  <a:cubicBezTo>
                    <a:pt x="744541" y="516940"/>
                    <a:pt x="741714" y="511928"/>
                    <a:pt x="741512" y="510852"/>
                  </a:cubicBezTo>
                  <a:cubicBezTo>
                    <a:pt x="741311" y="509775"/>
                    <a:pt x="743027" y="509540"/>
                    <a:pt x="743902" y="509540"/>
                  </a:cubicBezTo>
                  <a:cubicBezTo>
                    <a:pt x="744777" y="509540"/>
                    <a:pt x="748243" y="510852"/>
                    <a:pt x="749994" y="511726"/>
                  </a:cubicBezTo>
                  <a:cubicBezTo>
                    <a:pt x="751744" y="512601"/>
                    <a:pt x="753258" y="508900"/>
                    <a:pt x="753258" y="508900"/>
                  </a:cubicBezTo>
                  <a:lnTo>
                    <a:pt x="756085" y="507387"/>
                  </a:lnTo>
                  <a:cubicBezTo>
                    <a:pt x="756085" y="507387"/>
                    <a:pt x="758273" y="506075"/>
                    <a:pt x="759114" y="505436"/>
                  </a:cubicBezTo>
                  <a:cubicBezTo>
                    <a:pt x="759989" y="504796"/>
                    <a:pt x="761503" y="504359"/>
                    <a:pt x="761503" y="504359"/>
                  </a:cubicBezTo>
                  <a:cubicBezTo>
                    <a:pt x="761503" y="504359"/>
                    <a:pt x="763455" y="501332"/>
                    <a:pt x="764768" y="500221"/>
                  </a:cubicBezTo>
                  <a:cubicBezTo>
                    <a:pt x="766080" y="499145"/>
                    <a:pt x="765845" y="498035"/>
                    <a:pt x="766080" y="497396"/>
                  </a:cubicBezTo>
                  <a:cubicBezTo>
                    <a:pt x="766282" y="496757"/>
                    <a:pt x="766282" y="493258"/>
                    <a:pt x="766282" y="493258"/>
                  </a:cubicBezTo>
                  <a:lnTo>
                    <a:pt x="766484" y="490634"/>
                  </a:lnTo>
                  <a:lnTo>
                    <a:pt x="763455" y="488044"/>
                  </a:lnTo>
                  <a:cubicBezTo>
                    <a:pt x="763455" y="488044"/>
                    <a:pt x="758676" y="488044"/>
                    <a:pt x="757801" y="488044"/>
                  </a:cubicBezTo>
                  <a:cubicBezTo>
                    <a:pt x="756926" y="488044"/>
                    <a:pt x="753897" y="488380"/>
                    <a:pt x="751710" y="489019"/>
                  </a:cubicBezTo>
                  <a:cubicBezTo>
                    <a:pt x="749522" y="489659"/>
                    <a:pt x="747133" y="488683"/>
                    <a:pt x="747133" y="488683"/>
                  </a:cubicBezTo>
                  <a:lnTo>
                    <a:pt x="746493" y="486295"/>
                  </a:lnTo>
                  <a:cubicBezTo>
                    <a:pt x="746493" y="486295"/>
                    <a:pt x="743902" y="481955"/>
                    <a:pt x="742589" y="480441"/>
                  </a:cubicBezTo>
                  <a:cubicBezTo>
                    <a:pt x="741277" y="478927"/>
                    <a:pt x="739763" y="477414"/>
                    <a:pt x="739763" y="477414"/>
                  </a:cubicBezTo>
                  <a:lnTo>
                    <a:pt x="738248" y="475463"/>
                  </a:lnTo>
                  <a:lnTo>
                    <a:pt x="738686" y="470955"/>
                  </a:lnTo>
                  <a:cubicBezTo>
                    <a:pt x="738686" y="470955"/>
                    <a:pt x="740637" y="468533"/>
                    <a:pt x="741075" y="467658"/>
                  </a:cubicBezTo>
                  <a:cubicBezTo>
                    <a:pt x="741512" y="466784"/>
                    <a:pt x="740873" y="463319"/>
                    <a:pt x="740873" y="463319"/>
                  </a:cubicBezTo>
                  <a:lnTo>
                    <a:pt x="738248" y="461368"/>
                  </a:lnTo>
                  <a:lnTo>
                    <a:pt x="734983" y="462242"/>
                  </a:lnTo>
                  <a:cubicBezTo>
                    <a:pt x="734983" y="462242"/>
                    <a:pt x="733032" y="464193"/>
                    <a:pt x="732359" y="464429"/>
                  </a:cubicBezTo>
                  <a:cubicBezTo>
                    <a:pt x="731719" y="464631"/>
                    <a:pt x="730171" y="465943"/>
                    <a:pt x="729330" y="465943"/>
                  </a:cubicBezTo>
                  <a:cubicBezTo>
                    <a:pt x="728454" y="465943"/>
                    <a:pt x="723911" y="468567"/>
                    <a:pt x="724315" y="466582"/>
                  </a:cubicBezTo>
                  <a:cubicBezTo>
                    <a:pt x="724753" y="464631"/>
                    <a:pt x="726940" y="461805"/>
                    <a:pt x="726940" y="461805"/>
                  </a:cubicBezTo>
                  <a:lnTo>
                    <a:pt x="727579" y="455716"/>
                  </a:lnTo>
                  <a:lnTo>
                    <a:pt x="724315" y="454404"/>
                  </a:lnTo>
                  <a:cubicBezTo>
                    <a:pt x="724315" y="454404"/>
                    <a:pt x="721690" y="454606"/>
                    <a:pt x="721488" y="453765"/>
                  </a:cubicBezTo>
                  <a:cubicBezTo>
                    <a:pt x="721286" y="452890"/>
                    <a:pt x="717786" y="448551"/>
                    <a:pt x="717786" y="448551"/>
                  </a:cubicBezTo>
                  <a:cubicBezTo>
                    <a:pt x="717786" y="448551"/>
                    <a:pt x="714084" y="446802"/>
                    <a:pt x="713647" y="446162"/>
                  </a:cubicBezTo>
                  <a:cubicBezTo>
                    <a:pt x="713209" y="445523"/>
                    <a:pt x="713209" y="442025"/>
                    <a:pt x="713209" y="441150"/>
                  </a:cubicBezTo>
                  <a:cubicBezTo>
                    <a:pt x="713209" y="440276"/>
                    <a:pt x="713849" y="439401"/>
                    <a:pt x="713849" y="439401"/>
                  </a:cubicBezTo>
                  <a:lnTo>
                    <a:pt x="717550" y="437013"/>
                  </a:lnTo>
                  <a:lnTo>
                    <a:pt x="720579" y="435499"/>
                  </a:lnTo>
                  <a:lnTo>
                    <a:pt x="724281" y="435701"/>
                  </a:lnTo>
                  <a:lnTo>
                    <a:pt x="726469" y="434187"/>
                  </a:lnTo>
                  <a:lnTo>
                    <a:pt x="727108" y="429410"/>
                  </a:lnTo>
                  <a:lnTo>
                    <a:pt x="727748" y="424633"/>
                  </a:lnTo>
                  <a:lnTo>
                    <a:pt x="727748" y="418107"/>
                  </a:lnTo>
                  <a:lnTo>
                    <a:pt x="727512" y="413969"/>
                  </a:lnTo>
                  <a:lnTo>
                    <a:pt x="729262" y="410505"/>
                  </a:lnTo>
                  <a:lnTo>
                    <a:pt x="730777" y="408553"/>
                  </a:lnTo>
                  <a:lnTo>
                    <a:pt x="731854" y="406804"/>
                  </a:lnTo>
                  <a:lnTo>
                    <a:pt x="733368" y="404214"/>
                  </a:lnTo>
                  <a:lnTo>
                    <a:pt x="734883" y="401825"/>
                  </a:lnTo>
                  <a:cubicBezTo>
                    <a:pt x="734883" y="401825"/>
                    <a:pt x="736195" y="398125"/>
                    <a:pt x="736633" y="396376"/>
                  </a:cubicBezTo>
                  <a:cubicBezTo>
                    <a:pt x="737070" y="394627"/>
                    <a:pt x="737070" y="391162"/>
                    <a:pt x="737070" y="391162"/>
                  </a:cubicBezTo>
                  <a:lnTo>
                    <a:pt x="739022" y="386587"/>
                  </a:lnTo>
                  <a:cubicBezTo>
                    <a:pt x="739022" y="386587"/>
                    <a:pt x="740974" y="383761"/>
                    <a:pt x="741647" y="382886"/>
                  </a:cubicBezTo>
                  <a:cubicBezTo>
                    <a:pt x="742287" y="382012"/>
                    <a:pt x="742724" y="380498"/>
                    <a:pt x="742724" y="380498"/>
                  </a:cubicBezTo>
                  <a:cubicBezTo>
                    <a:pt x="742724" y="380498"/>
                    <a:pt x="747066" y="377672"/>
                    <a:pt x="747503" y="376966"/>
                  </a:cubicBezTo>
                  <a:cubicBezTo>
                    <a:pt x="747941" y="376259"/>
                    <a:pt x="748580" y="374409"/>
                    <a:pt x="748580" y="374409"/>
                  </a:cubicBezTo>
                  <a:cubicBezTo>
                    <a:pt x="748580" y="374409"/>
                    <a:pt x="752484" y="368993"/>
                    <a:pt x="752921" y="368119"/>
                  </a:cubicBezTo>
                  <a:cubicBezTo>
                    <a:pt x="753359" y="367244"/>
                    <a:pt x="753561" y="365730"/>
                    <a:pt x="753561" y="365730"/>
                  </a:cubicBezTo>
                  <a:cubicBezTo>
                    <a:pt x="753561" y="365730"/>
                    <a:pt x="753561" y="365730"/>
                    <a:pt x="754873" y="363981"/>
                  </a:cubicBezTo>
                  <a:cubicBezTo>
                    <a:pt x="756186" y="362232"/>
                    <a:pt x="755950" y="358767"/>
                    <a:pt x="755950" y="358128"/>
                  </a:cubicBezTo>
                  <a:cubicBezTo>
                    <a:pt x="755950" y="357488"/>
                    <a:pt x="754873" y="355537"/>
                    <a:pt x="754873" y="355537"/>
                  </a:cubicBezTo>
                  <a:lnTo>
                    <a:pt x="750296" y="351635"/>
                  </a:lnTo>
                  <a:lnTo>
                    <a:pt x="750296" y="344907"/>
                  </a:lnTo>
                  <a:lnTo>
                    <a:pt x="745517" y="341005"/>
                  </a:lnTo>
                  <a:lnTo>
                    <a:pt x="743565" y="339054"/>
                  </a:lnTo>
                  <a:cubicBezTo>
                    <a:pt x="743565" y="339054"/>
                    <a:pt x="741176" y="338415"/>
                    <a:pt x="740099" y="337742"/>
                  </a:cubicBezTo>
                  <a:cubicBezTo>
                    <a:pt x="739022" y="337103"/>
                    <a:pt x="736397" y="335993"/>
                    <a:pt x="736397" y="335993"/>
                  </a:cubicBezTo>
                  <a:lnTo>
                    <a:pt x="736397" y="333806"/>
                  </a:lnTo>
                  <a:lnTo>
                    <a:pt x="738147" y="332494"/>
                  </a:lnTo>
                  <a:lnTo>
                    <a:pt x="738147" y="328794"/>
                  </a:lnTo>
                  <a:cubicBezTo>
                    <a:pt x="738147" y="328794"/>
                    <a:pt x="737373" y="326204"/>
                    <a:pt x="737171" y="325531"/>
                  </a:cubicBezTo>
                  <a:cubicBezTo>
                    <a:pt x="736969" y="324892"/>
                    <a:pt x="734883" y="323142"/>
                    <a:pt x="734883" y="323142"/>
                  </a:cubicBezTo>
                  <a:cubicBezTo>
                    <a:pt x="734883" y="323142"/>
                    <a:pt x="731854" y="322066"/>
                    <a:pt x="730743" y="322066"/>
                  </a:cubicBezTo>
                  <a:cubicBezTo>
                    <a:pt x="729666" y="322066"/>
                    <a:pt x="728993" y="321864"/>
                    <a:pt x="728993" y="321864"/>
                  </a:cubicBezTo>
                  <a:lnTo>
                    <a:pt x="727041" y="323613"/>
                  </a:lnTo>
                  <a:lnTo>
                    <a:pt x="725527" y="324252"/>
                  </a:lnTo>
                  <a:lnTo>
                    <a:pt x="724214" y="325564"/>
                  </a:lnTo>
                  <a:lnTo>
                    <a:pt x="724214" y="326876"/>
                  </a:lnTo>
                  <a:cubicBezTo>
                    <a:pt x="724214" y="326876"/>
                    <a:pt x="723339" y="328188"/>
                    <a:pt x="723137" y="328827"/>
                  </a:cubicBezTo>
                  <a:cubicBezTo>
                    <a:pt x="722935" y="329467"/>
                    <a:pt x="722498" y="330139"/>
                    <a:pt x="722060" y="330779"/>
                  </a:cubicBezTo>
                  <a:cubicBezTo>
                    <a:pt x="721623" y="331418"/>
                    <a:pt x="719469" y="333167"/>
                    <a:pt x="719469" y="333167"/>
                  </a:cubicBezTo>
                  <a:lnTo>
                    <a:pt x="716002" y="334681"/>
                  </a:lnTo>
                  <a:lnTo>
                    <a:pt x="714488" y="335320"/>
                  </a:lnTo>
                  <a:cubicBezTo>
                    <a:pt x="714488" y="335320"/>
                    <a:pt x="710584" y="335320"/>
                    <a:pt x="709911" y="335118"/>
                  </a:cubicBezTo>
                  <a:cubicBezTo>
                    <a:pt x="709271" y="334916"/>
                    <a:pt x="707723" y="335118"/>
                    <a:pt x="707723" y="335118"/>
                  </a:cubicBezTo>
                  <a:cubicBezTo>
                    <a:pt x="707723" y="335118"/>
                    <a:pt x="703584" y="335118"/>
                    <a:pt x="702709" y="335118"/>
                  </a:cubicBezTo>
                  <a:cubicBezTo>
                    <a:pt x="701834" y="335118"/>
                    <a:pt x="700319" y="334916"/>
                    <a:pt x="700319" y="334916"/>
                  </a:cubicBezTo>
                  <a:lnTo>
                    <a:pt x="698367" y="335118"/>
                  </a:lnTo>
                  <a:lnTo>
                    <a:pt x="697930" y="336632"/>
                  </a:lnTo>
                  <a:cubicBezTo>
                    <a:pt x="697930" y="336632"/>
                    <a:pt x="696853" y="337069"/>
                    <a:pt x="696180" y="338146"/>
                  </a:cubicBezTo>
                  <a:cubicBezTo>
                    <a:pt x="695540" y="339222"/>
                    <a:pt x="695103" y="339660"/>
                    <a:pt x="694867" y="340332"/>
                  </a:cubicBezTo>
                  <a:cubicBezTo>
                    <a:pt x="694632" y="340971"/>
                    <a:pt x="694228" y="342283"/>
                    <a:pt x="693790" y="343158"/>
                  </a:cubicBezTo>
                  <a:cubicBezTo>
                    <a:pt x="693353" y="344033"/>
                    <a:pt x="692040" y="343797"/>
                    <a:pt x="692040" y="343797"/>
                  </a:cubicBezTo>
                  <a:lnTo>
                    <a:pt x="686824" y="343797"/>
                  </a:lnTo>
                  <a:lnTo>
                    <a:pt x="683357" y="343797"/>
                  </a:lnTo>
                  <a:lnTo>
                    <a:pt x="678578" y="343797"/>
                  </a:lnTo>
                  <a:lnTo>
                    <a:pt x="673362" y="342922"/>
                  </a:lnTo>
                  <a:lnTo>
                    <a:pt x="669021" y="340736"/>
                  </a:lnTo>
                  <a:lnTo>
                    <a:pt x="666631" y="337910"/>
                  </a:lnTo>
                  <a:lnTo>
                    <a:pt x="663367" y="331821"/>
                  </a:lnTo>
                  <a:lnTo>
                    <a:pt x="660203" y="328996"/>
                  </a:lnTo>
                  <a:lnTo>
                    <a:pt x="660001" y="326607"/>
                  </a:lnTo>
                  <a:cubicBezTo>
                    <a:pt x="660001" y="326607"/>
                    <a:pt x="660641" y="323445"/>
                    <a:pt x="660641" y="322705"/>
                  </a:cubicBezTo>
                  <a:cubicBezTo>
                    <a:pt x="660641" y="321931"/>
                    <a:pt x="660741" y="319106"/>
                    <a:pt x="660741" y="319106"/>
                  </a:cubicBezTo>
                  <a:lnTo>
                    <a:pt x="661179" y="315203"/>
                  </a:lnTo>
                  <a:lnTo>
                    <a:pt x="661381" y="312916"/>
                  </a:lnTo>
                  <a:lnTo>
                    <a:pt x="662020" y="310427"/>
                  </a:lnTo>
                  <a:cubicBezTo>
                    <a:pt x="662020" y="310427"/>
                    <a:pt x="662559" y="309888"/>
                    <a:pt x="662895" y="309787"/>
                  </a:cubicBezTo>
                  <a:cubicBezTo>
                    <a:pt x="663232" y="309686"/>
                    <a:pt x="663535" y="308812"/>
                    <a:pt x="663535" y="308812"/>
                  </a:cubicBezTo>
                  <a:lnTo>
                    <a:pt x="664847" y="307500"/>
                  </a:lnTo>
                  <a:lnTo>
                    <a:pt x="665924" y="305549"/>
                  </a:lnTo>
                  <a:lnTo>
                    <a:pt x="666160" y="302622"/>
                  </a:lnTo>
                  <a:lnTo>
                    <a:pt x="665083" y="301209"/>
                  </a:lnTo>
                  <a:lnTo>
                    <a:pt x="665083" y="299460"/>
                  </a:lnTo>
                  <a:lnTo>
                    <a:pt x="665689" y="296971"/>
                  </a:lnTo>
                  <a:lnTo>
                    <a:pt x="666597" y="295356"/>
                  </a:lnTo>
                  <a:cubicBezTo>
                    <a:pt x="666597" y="295356"/>
                    <a:pt x="667136" y="292968"/>
                    <a:pt x="667136" y="292631"/>
                  </a:cubicBezTo>
                  <a:cubicBezTo>
                    <a:pt x="667136" y="292295"/>
                    <a:pt x="666698" y="290243"/>
                    <a:pt x="666698" y="290243"/>
                  </a:cubicBezTo>
                  <a:lnTo>
                    <a:pt x="665487" y="287215"/>
                  </a:lnTo>
                  <a:lnTo>
                    <a:pt x="662222" y="285365"/>
                  </a:lnTo>
                  <a:lnTo>
                    <a:pt x="660809" y="285567"/>
                  </a:lnTo>
                  <a:cubicBezTo>
                    <a:pt x="660809" y="285567"/>
                    <a:pt x="659631" y="286004"/>
                    <a:pt x="659092" y="286206"/>
                  </a:cubicBezTo>
                  <a:cubicBezTo>
                    <a:pt x="658554" y="286408"/>
                    <a:pt x="658217" y="287081"/>
                    <a:pt x="658217" y="287081"/>
                  </a:cubicBezTo>
                  <a:lnTo>
                    <a:pt x="655054" y="288595"/>
                  </a:lnTo>
                  <a:lnTo>
                    <a:pt x="652227" y="288157"/>
                  </a:lnTo>
                  <a:lnTo>
                    <a:pt x="651150" y="284692"/>
                  </a:lnTo>
                  <a:lnTo>
                    <a:pt x="651789" y="282943"/>
                  </a:lnTo>
                  <a:lnTo>
                    <a:pt x="656568" y="281631"/>
                  </a:lnTo>
                  <a:lnTo>
                    <a:pt x="656770" y="280555"/>
                  </a:lnTo>
                  <a:lnTo>
                    <a:pt x="656333" y="278603"/>
                  </a:lnTo>
                  <a:lnTo>
                    <a:pt x="656333" y="272515"/>
                  </a:lnTo>
                  <a:lnTo>
                    <a:pt x="660573" y="271640"/>
                  </a:lnTo>
                  <a:lnTo>
                    <a:pt x="663501" y="267301"/>
                  </a:lnTo>
                  <a:cubicBezTo>
                    <a:pt x="663501" y="267301"/>
                    <a:pt x="668179" y="265114"/>
                    <a:pt x="668280" y="264710"/>
                  </a:cubicBezTo>
                  <a:cubicBezTo>
                    <a:pt x="668381" y="264273"/>
                    <a:pt x="669357" y="262759"/>
                    <a:pt x="669357" y="262759"/>
                  </a:cubicBezTo>
                  <a:lnTo>
                    <a:pt x="670434" y="261246"/>
                  </a:lnTo>
                  <a:lnTo>
                    <a:pt x="673160" y="258521"/>
                  </a:lnTo>
                  <a:cubicBezTo>
                    <a:pt x="673160" y="258521"/>
                    <a:pt x="674675" y="257209"/>
                    <a:pt x="675112" y="257007"/>
                  </a:cubicBezTo>
                  <a:cubicBezTo>
                    <a:pt x="675550" y="256805"/>
                    <a:pt x="676290" y="256031"/>
                    <a:pt x="676290" y="256031"/>
                  </a:cubicBezTo>
                  <a:lnTo>
                    <a:pt x="678242" y="254417"/>
                  </a:lnTo>
                  <a:lnTo>
                    <a:pt x="680093" y="251927"/>
                  </a:lnTo>
                  <a:cubicBezTo>
                    <a:pt x="680093" y="251927"/>
                    <a:pt x="680968" y="249202"/>
                    <a:pt x="681069" y="248664"/>
                  </a:cubicBezTo>
                  <a:lnTo>
                    <a:pt x="683256" y="244628"/>
                  </a:lnTo>
                  <a:cubicBezTo>
                    <a:pt x="683256" y="244628"/>
                    <a:pt x="684030" y="242340"/>
                    <a:pt x="684233" y="241701"/>
                  </a:cubicBezTo>
                  <a:cubicBezTo>
                    <a:pt x="684434" y="241062"/>
                    <a:pt x="685444" y="239649"/>
                    <a:pt x="685444" y="239649"/>
                  </a:cubicBezTo>
                  <a:cubicBezTo>
                    <a:pt x="685444" y="239649"/>
                    <a:pt x="685781" y="238572"/>
                    <a:pt x="686420" y="238438"/>
                  </a:cubicBezTo>
                  <a:cubicBezTo>
                    <a:pt x="687059" y="238337"/>
                    <a:pt x="688069" y="238438"/>
                    <a:pt x="688372" y="238539"/>
                  </a:cubicBezTo>
                  <a:cubicBezTo>
                    <a:pt x="688708" y="238640"/>
                    <a:pt x="689348" y="240389"/>
                    <a:pt x="689348" y="240389"/>
                  </a:cubicBezTo>
                  <a:lnTo>
                    <a:pt x="689348" y="242340"/>
                  </a:lnTo>
                  <a:lnTo>
                    <a:pt x="690391" y="242878"/>
                  </a:lnTo>
                  <a:cubicBezTo>
                    <a:pt x="690391" y="242878"/>
                    <a:pt x="691771" y="242676"/>
                    <a:pt x="692175" y="242676"/>
                  </a:cubicBezTo>
                  <a:cubicBezTo>
                    <a:pt x="692612" y="242676"/>
                    <a:pt x="694127" y="243013"/>
                    <a:pt x="694127" y="243013"/>
                  </a:cubicBezTo>
                  <a:lnTo>
                    <a:pt x="695978" y="244964"/>
                  </a:lnTo>
                  <a:lnTo>
                    <a:pt x="696214" y="246141"/>
                  </a:lnTo>
                  <a:lnTo>
                    <a:pt x="698266" y="248092"/>
                  </a:lnTo>
                  <a:cubicBezTo>
                    <a:pt x="698266" y="248092"/>
                    <a:pt x="700319" y="250582"/>
                    <a:pt x="700656" y="251019"/>
                  </a:cubicBezTo>
                  <a:cubicBezTo>
                    <a:pt x="700992" y="251456"/>
                    <a:pt x="702271" y="253307"/>
                    <a:pt x="702944" y="253845"/>
                  </a:cubicBezTo>
                  <a:cubicBezTo>
                    <a:pt x="703584" y="254383"/>
                    <a:pt x="705973" y="256771"/>
                    <a:pt x="706108" y="257209"/>
                  </a:cubicBezTo>
                  <a:cubicBezTo>
                    <a:pt x="706209" y="257646"/>
                    <a:pt x="708060" y="259294"/>
                    <a:pt x="708598" y="259698"/>
                  </a:cubicBezTo>
                  <a:cubicBezTo>
                    <a:pt x="709137" y="260135"/>
                    <a:pt x="711089" y="262087"/>
                    <a:pt x="711089" y="262087"/>
                  </a:cubicBezTo>
                  <a:lnTo>
                    <a:pt x="714151" y="262087"/>
                  </a:lnTo>
                  <a:lnTo>
                    <a:pt x="717517" y="260337"/>
                  </a:lnTo>
                  <a:lnTo>
                    <a:pt x="719132" y="257848"/>
                  </a:lnTo>
                  <a:lnTo>
                    <a:pt x="722397" y="254820"/>
                  </a:lnTo>
                  <a:cubicBezTo>
                    <a:pt x="722397" y="254820"/>
                    <a:pt x="725022" y="253206"/>
                    <a:pt x="725661" y="252768"/>
                  </a:cubicBezTo>
                  <a:cubicBezTo>
                    <a:pt x="726301" y="252331"/>
                    <a:pt x="728253" y="247554"/>
                    <a:pt x="728253" y="247554"/>
                  </a:cubicBezTo>
                  <a:cubicBezTo>
                    <a:pt x="728253" y="247554"/>
                    <a:pt x="729027" y="245502"/>
                    <a:pt x="729128" y="245166"/>
                  </a:cubicBezTo>
                  <a:cubicBezTo>
                    <a:pt x="729229" y="244829"/>
                    <a:pt x="731416" y="242542"/>
                    <a:pt x="731416" y="242542"/>
                  </a:cubicBezTo>
                  <a:lnTo>
                    <a:pt x="733806" y="241465"/>
                  </a:lnTo>
                  <a:cubicBezTo>
                    <a:pt x="733806" y="241465"/>
                    <a:pt x="736532" y="243215"/>
                    <a:pt x="737609" y="243417"/>
                  </a:cubicBezTo>
                  <a:cubicBezTo>
                    <a:pt x="738686" y="243618"/>
                    <a:pt x="739897" y="245166"/>
                    <a:pt x="739897" y="245166"/>
                  </a:cubicBezTo>
                  <a:lnTo>
                    <a:pt x="743162" y="248530"/>
                  </a:lnTo>
                  <a:cubicBezTo>
                    <a:pt x="743162" y="248530"/>
                    <a:pt x="743599" y="249943"/>
                    <a:pt x="743599" y="250380"/>
                  </a:cubicBezTo>
                  <a:cubicBezTo>
                    <a:pt x="743599" y="250817"/>
                    <a:pt x="743599" y="251692"/>
                    <a:pt x="743263" y="252566"/>
                  </a:cubicBezTo>
                  <a:cubicBezTo>
                    <a:pt x="742926" y="253441"/>
                    <a:pt x="743263" y="254955"/>
                    <a:pt x="743363" y="255729"/>
                  </a:cubicBezTo>
                  <a:cubicBezTo>
                    <a:pt x="743465" y="256502"/>
                    <a:pt x="744777" y="257141"/>
                    <a:pt x="745854" y="258353"/>
                  </a:cubicBezTo>
                  <a:cubicBezTo>
                    <a:pt x="746931" y="259530"/>
                    <a:pt x="748041" y="259126"/>
                    <a:pt x="748041" y="259126"/>
                  </a:cubicBezTo>
                  <a:lnTo>
                    <a:pt x="749892" y="258689"/>
                  </a:lnTo>
                  <a:lnTo>
                    <a:pt x="753258" y="257074"/>
                  </a:lnTo>
                  <a:lnTo>
                    <a:pt x="756287" y="256872"/>
                  </a:lnTo>
                  <a:cubicBezTo>
                    <a:pt x="756287" y="256872"/>
                    <a:pt x="763018" y="256771"/>
                    <a:pt x="763893" y="256536"/>
                  </a:cubicBezTo>
                  <a:cubicBezTo>
                    <a:pt x="764768" y="256334"/>
                    <a:pt x="769109" y="256536"/>
                    <a:pt x="769446" y="256536"/>
                  </a:cubicBezTo>
                  <a:cubicBezTo>
                    <a:pt x="769782" y="256536"/>
                    <a:pt x="773047" y="258285"/>
                    <a:pt x="773484" y="258285"/>
                  </a:cubicBezTo>
                  <a:cubicBezTo>
                    <a:pt x="773922" y="258285"/>
                    <a:pt x="777725" y="261313"/>
                    <a:pt x="777725" y="261313"/>
                  </a:cubicBezTo>
                  <a:lnTo>
                    <a:pt x="780013" y="260337"/>
                  </a:lnTo>
                  <a:cubicBezTo>
                    <a:pt x="780013" y="260337"/>
                    <a:pt x="781965" y="257612"/>
                    <a:pt x="782840" y="257175"/>
                  </a:cubicBezTo>
                  <a:cubicBezTo>
                    <a:pt x="783715" y="256738"/>
                    <a:pt x="784927" y="254686"/>
                    <a:pt x="785028" y="254248"/>
                  </a:cubicBezTo>
                  <a:cubicBezTo>
                    <a:pt x="785129" y="253811"/>
                    <a:pt x="787518" y="252062"/>
                    <a:pt x="788393" y="251524"/>
                  </a:cubicBezTo>
                  <a:cubicBezTo>
                    <a:pt x="789268" y="250985"/>
                    <a:pt x="793273" y="249472"/>
                    <a:pt x="793273" y="249472"/>
                  </a:cubicBezTo>
                  <a:lnTo>
                    <a:pt x="794922" y="249034"/>
                  </a:lnTo>
                  <a:cubicBezTo>
                    <a:pt x="794922" y="249034"/>
                    <a:pt x="797749" y="248933"/>
                    <a:pt x="799062" y="248933"/>
                  </a:cubicBezTo>
                  <a:cubicBezTo>
                    <a:pt x="800374" y="248933"/>
                    <a:pt x="803302" y="248294"/>
                    <a:pt x="803302" y="248294"/>
                  </a:cubicBezTo>
                  <a:cubicBezTo>
                    <a:pt x="803302" y="248294"/>
                    <a:pt x="806567" y="248294"/>
                    <a:pt x="808418" y="248294"/>
                  </a:cubicBezTo>
                  <a:cubicBezTo>
                    <a:pt x="810269" y="248294"/>
                    <a:pt x="812456" y="248294"/>
                    <a:pt x="812456" y="248294"/>
                  </a:cubicBezTo>
                  <a:cubicBezTo>
                    <a:pt x="812456" y="248294"/>
                    <a:pt x="814408" y="248294"/>
                    <a:pt x="814745" y="248294"/>
                  </a:cubicBezTo>
                  <a:cubicBezTo>
                    <a:pt x="815081" y="248294"/>
                    <a:pt x="816360" y="246242"/>
                    <a:pt x="816697" y="245906"/>
                  </a:cubicBezTo>
                  <a:cubicBezTo>
                    <a:pt x="817033" y="245569"/>
                    <a:pt x="818110" y="244056"/>
                    <a:pt x="818211" y="243719"/>
                  </a:cubicBezTo>
                  <a:cubicBezTo>
                    <a:pt x="818312" y="243383"/>
                    <a:pt x="819827" y="242205"/>
                    <a:pt x="819827" y="242205"/>
                  </a:cubicBezTo>
                  <a:lnTo>
                    <a:pt x="819827" y="239817"/>
                  </a:lnTo>
                  <a:lnTo>
                    <a:pt x="818077" y="236991"/>
                  </a:lnTo>
                  <a:lnTo>
                    <a:pt x="818077" y="235377"/>
                  </a:lnTo>
                  <a:lnTo>
                    <a:pt x="819053" y="231777"/>
                  </a:lnTo>
                  <a:lnTo>
                    <a:pt x="821240" y="229591"/>
                  </a:lnTo>
                  <a:lnTo>
                    <a:pt x="822990" y="227101"/>
                  </a:lnTo>
                  <a:lnTo>
                    <a:pt x="826591" y="223737"/>
                  </a:lnTo>
                  <a:lnTo>
                    <a:pt x="826793" y="220474"/>
                  </a:lnTo>
                  <a:cubicBezTo>
                    <a:pt x="826793" y="220474"/>
                    <a:pt x="827231" y="218456"/>
                    <a:pt x="827231" y="217850"/>
                  </a:cubicBezTo>
                  <a:cubicBezTo>
                    <a:pt x="827231" y="217278"/>
                    <a:pt x="826793" y="216673"/>
                    <a:pt x="826793" y="216673"/>
                  </a:cubicBezTo>
                  <a:cubicBezTo>
                    <a:pt x="826793" y="216673"/>
                    <a:pt x="824471" y="215361"/>
                    <a:pt x="823899" y="215092"/>
                  </a:cubicBezTo>
                  <a:cubicBezTo>
                    <a:pt x="823327" y="214789"/>
                    <a:pt x="823764" y="213645"/>
                    <a:pt x="823764" y="213645"/>
                  </a:cubicBezTo>
                  <a:lnTo>
                    <a:pt x="825077" y="210181"/>
                  </a:lnTo>
                  <a:lnTo>
                    <a:pt x="829856" y="208734"/>
                  </a:lnTo>
                  <a:lnTo>
                    <a:pt x="832043" y="207422"/>
                  </a:lnTo>
                  <a:lnTo>
                    <a:pt x="832043" y="203957"/>
                  </a:lnTo>
                  <a:lnTo>
                    <a:pt x="832043" y="203385"/>
                  </a:lnTo>
                  <a:lnTo>
                    <a:pt x="831168" y="201367"/>
                  </a:lnTo>
                  <a:cubicBezTo>
                    <a:pt x="831168" y="201367"/>
                    <a:pt x="826389" y="201367"/>
                    <a:pt x="825817" y="201367"/>
                  </a:cubicBezTo>
                  <a:cubicBezTo>
                    <a:pt x="825245" y="201367"/>
                    <a:pt x="823360" y="201367"/>
                    <a:pt x="822788" y="201232"/>
                  </a:cubicBezTo>
                  <a:cubicBezTo>
                    <a:pt x="822216" y="201098"/>
                    <a:pt x="823091" y="198037"/>
                    <a:pt x="823091" y="198037"/>
                  </a:cubicBezTo>
                  <a:lnTo>
                    <a:pt x="823529" y="195278"/>
                  </a:lnTo>
                  <a:lnTo>
                    <a:pt x="825279" y="193832"/>
                  </a:lnTo>
                  <a:lnTo>
                    <a:pt x="826860" y="191813"/>
                  </a:lnTo>
                  <a:lnTo>
                    <a:pt x="826860" y="188920"/>
                  </a:lnTo>
                  <a:lnTo>
                    <a:pt x="826793" y="185018"/>
                  </a:lnTo>
                  <a:cubicBezTo>
                    <a:pt x="826793" y="185018"/>
                    <a:pt x="827163" y="183572"/>
                    <a:pt x="824134" y="182260"/>
                  </a:cubicBezTo>
                  <a:cubicBezTo>
                    <a:pt x="821106" y="180948"/>
                    <a:pt x="820937" y="181385"/>
                    <a:pt x="820937" y="181385"/>
                  </a:cubicBezTo>
                  <a:lnTo>
                    <a:pt x="818750" y="180510"/>
                  </a:lnTo>
                  <a:cubicBezTo>
                    <a:pt x="818750" y="180510"/>
                    <a:pt x="816731" y="180510"/>
                    <a:pt x="815856" y="179804"/>
                  </a:cubicBezTo>
                  <a:cubicBezTo>
                    <a:pt x="814980" y="179064"/>
                    <a:pt x="814105" y="178492"/>
                    <a:pt x="813399" y="178189"/>
                  </a:cubicBezTo>
                  <a:cubicBezTo>
                    <a:pt x="812692" y="177886"/>
                    <a:pt x="810942" y="176743"/>
                    <a:pt x="810067" y="176171"/>
                  </a:cubicBezTo>
                  <a:cubicBezTo>
                    <a:pt x="809192" y="175599"/>
                    <a:pt x="808620" y="174724"/>
                    <a:pt x="808620" y="174724"/>
                  </a:cubicBezTo>
                  <a:cubicBezTo>
                    <a:pt x="808620" y="174724"/>
                    <a:pt x="808317" y="172134"/>
                    <a:pt x="807879" y="171259"/>
                  </a:cubicBezTo>
                  <a:cubicBezTo>
                    <a:pt x="807442" y="170385"/>
                    <a:pt x="807004" y="168501"/>
                    <a:pt x="807004" y="168501"/>
                  </a:cubicBezTo>
                  <a:lnTo>
                    <a:pt x="804413" y="165473"/>
                  </a:lnTo>
                  <a:cubicBezTo>
                    <a:pt x="804413" y="165473"/>
                    <a:pt x="801519" y="164599"/>
                    <a:pt x="801519" y="163724"/>
                  </a:cubicBezTo>
                  <a:cubicBezTo>
                    <a:pt x="801519" y="162850"/>
                    <a:pt x="799062" y="166045"/>
                    <a:pt x="799062" y="166045"/>
                  </a:cubicBezTo>
                  <a:cubicBezTo>
                    <a:pt x="799062" y="166045"/>
                    <a:pt x="797177" y="168501"/>
                    <a:pt x="796874" y="168938"/>
                  </a:cubicBezTo>
                  <a:cubicBezTo>
                    <a:pt x="796571" y="169376"/>
                    <a:pt x="794990" y="171394"/>
                    <a:pt x="794990" y="171394"/>
                  </a:cubicBezTo>
                  <a:lnTo>
                    <a:pt x="794249" y="173278"/>
                  </a:lnTo>
                  <a:cubicBezTo>
                    <a:pt x="794249" y="173278"/>
                    <a:pt x="792937" y="175296"/>
                    <a:pt x="792667" y="175868"/>
                  </a:cubicBezTo>
                  <a:cubicBezTo>
                    <a:pt x="792365" y="176440"/>
                    <a:pt x="790917" y="178458"/>
                    <a:pt x="790917" y="178458"/>
                  </a:cubicBezTo>
                  <a:cubicBezTo>
                    <a:pt x="790917" y="178458"/>
                    <a:pt x="790042" y="179905"/>
                    <a:pt x="790042" y="180342"/>
                  </a:cubicBezTo>
                  <a:cubicBezTo>
                    <a:pt x="790042" y="180780"/>
                    <a:pt x="788158" y="182361"/>
                    <a:pt x="788158" y="182361"/>
                  </a:cubicBezTo>
                  <a:lnTo>
                    <a:pt x="787148" y="183942"/>
                  </a:lnTo>
                  <a:cubicBezTo>
                    <a:pt x="787148" y="183942"/>
                    <a:pt x="786408" y="185691"/>
                    <a:pt x="786273" y="186263"/>
                  </a:cubicBezTo>
                  <a:cubicBezTo>
                    <a:pt x="786138" y="186835"/>
                    <a:pt x="785129" y="188281"/>
                    <a:pt x="784691" y="188584"/>
                  </a:cubicBezTo>
                  <a:cubicBezTo>
                    <a:pt x="784254" y="188887"/>
                    <a:pt x="782369" y="189156"/>
                    <a:pt x="782369" y="189156"/>
                  </a:cubicBezTo>
                  <a:lnTo>
                    <a:pt x="780619" y="188853"/>
                  </a:lnTo>
                  <a:cubicBezTo>
                    <a:pt x="780619" y="188853"/>
                    <a:pt x="779037" y="188416"/>
                    <a:pt x="778297" y="187978"/>
                  </a:cubicBezTo>
                  <a:cubicBezTo>
                    <a:pt x="777557" y="187541"/>
                    <a:pt x="776278" y="187978"/>
                    <a:pt x="776278" y="187978"/>
                  </a:cubicBezTo>
                  <a:lnTo>
                    <a:pt x="774090" y="188281"/>
                  </a:lnTo>
                  <a:lnTo>
                    <a:pt x="773653" y="190737"/>
                  </a:lnTo>
                  <a:lnTo>
                    <a:pt x="772071" y="193764"/>
                  </a:lnTo>
                  <a:cubicBezTo>
                    <a:pt x="772071" y="193764"/>
                    <a:pt x="768167" y="196355"/>
                    <a:pt x="766989" y="196355"/>
                  </a:cubicBezTo>
                  <a:cubicBezTo>
                    <a:pt x="765845" y="196355"/>
                    <a:pt x="763792" y="195648"/>
                    <a:pt x="763354" y="195648"/>
                  </a:cubicBezTo>
                  <a:cubicBezTo>
                    <a:pt x="762917" y="195648"/>
                    <a:pt x="760898" y="194504"/>
                    <a:pt x="760325" y="194504"/>
                  </a:cubicBezTo>
                  <a:cubicBezTo>
                    <a:pt x="759753" y="194504"/>
                    <a:pt x="755546" y="194807"/>
                    <a:pt x="755546" y="194807"/>
                  </a:cubicBezTo>
                  <a:lnTo>
                    <a:pt x="754099" y="195951"/>
                  </a:lnTo>
                  <a:lnTo>
                    <a:pt x="749186" y="196523"/>
                  </a:lnTo>
                  <a:lnTo>
                    <a:pt x="746729" y="195345"/>
                  </a:lnTo>
                  <a:lnTo>
                    <a:pt x="746594" y="193899"/>
                  </a:lnTo>
                  <a:lnTo>
                    <a:pt x="746022" y="191881"/>
                  </a:lnTo>
                  <a:lnTo>
                    <a:pt x="744878" y="189694"/>
                  </a:lnTo>
                  <a:lnTo>
                    <a:pt x="742556" y="186667"/>
                  </a:lnTo>
                  <a:lnTo>
                    <a:pt x="738921" y="184783"/>
                  </a:lnTo>
                  <a:lnTo>
                    <a:pt x="736599" y="184480"/>
                  </a:lnTo>
                  <a:lnTo>
                    <a:pt x="734142" y="182899"/>
                  </a:lnTo>
                  <a:cubicBezTo>
                    <a:pt x="734142" y="182899"/>
                    <a:pt x="730945" y="181318"/>
                    <a:pt x="730373" y="180006"/>
                  </a:cubicBezTo>
                  <a:cubicBezTo>
                    <a:pt x="729801" y="178694"/>
                    <a:pt x="730238" y="178862"/>
                    <a:pt x="730238" y="178257"/>
                  </a:cubicBezTo>
                  <a:cubicBezTo>
                    <a:pt x="730238" y="177685"/>
                    <a:pt x="730373" y="175801"/>
                    <a:pt x="730373" y="175801"/>
                  </a:cubicBezTo>
                  <a:lnTo>
                    <a:pt x="735152" y="172336"/>
                  </a:lnTo>
                  <a:cubicBezTo>
                    <a:pt x="735152" y="172336"/>
                    <a:pt x="736464" y="171327"/>
                    <a:pt x="737474" y="170587"/>
                  </a:cubicBezTo>
                  <a:cubicBezTo>
                    <a:pt x="738484" y="169880"/>
                    <a:pt x="739931" y="169712"/>
                    <a:pt x="739931" y="169712"/>
                  </a:cubicBezTo>
                  <a:cubicBezTo>
                    <a:pt x="739931" y="169712"/>
                    <a:pt x="743565" y="166954"/>
                    <a:pt x="743700" y="166382"/>
                  </a:cubicBezTo>
                  <a:cubicBezTo>
                    <a:pt x="743835" y="165810"/>
                    <a:pt x="743835" y="161605"/>
                    <a:pt x="743835" y="161605"/>
                  </a:cubicBezTo>
                  <a:lnTo>
                    <a:pt x="743094" y="159586"/>
                  </a:lnTo>
                  <a:cubicBezTo>
                    <a:pt x="743094" y="159586"/>
                    <a:pt x="740907" y="159149"/>
                    <a:pt x="740772" y="158712"/>
                  </a:cubicBezTo>
                  <a:cubicBezTo>
                    <a:pt x="740637" y="158275"/>
                    <a:pt x="738585" y="158140"/>
                    <a:pt x="738585" y="158140"/>
                  </a:cubicBezTo>
                  <a:lnTo>
                    <a:pt x="739022" y="156391"/>
                  </a:lnTo>
                  <a:lnTo>
                    <a:pt x="740166" y="153363"/>
                  </a:lnTo>
                  <a:cubicBezTo>
                    <a:pt x="740166" y="153363"/>
                    <a:pt x="742589" y="152320"/>
                    <a:pt x="742489" y="151883"/>
                  </a:cubicBezTo>
                  <a:cubicBezTo>
                    <a:pt x="742354" y="151446"/>
                    <a:pt x="740974" y="147409"/>
                    <a:pt x="740974" y="147409"/>
                  </a:cubicBezTo>
                  <a:lnTo>
                    <a:pt x="737911" y="143372"/>
                  </a:lnTo>
                  <a:cubicBezTo>
                    <a:pt x="737911" y="143372"/>
                    <a:pt x="736296" y="142060"/>
                    <a:pt x="735421" y="141858"/>
                  </a:cubicBezTo>
                  <a:cubicBezTo>
                    <a:pt x="734546" y="141623"/>
                    <a:pt x="734008" y="141858"/>
                    <a:pt x="732056" y="141858"/>
                  </a:cubicBezTo>
                  <a:cubicBezTo>
                    <a:pt x="730104" y="141858"/>
                    <a:pt x="726402" y="139134"/>
                    <a:pt x="725964" y="139134"/>
                  </a:cubicBezTo>
                  <a:cubicBezTo>
                    <a:pt x="725527" y="139134"/>
                    <a:pt x="724248" y="137082"/>
                    <a:pt x="724012" y="136409"/>
                  </a:cubicBezTo>
                  <a:cubicBezTo>
                    <a:pt x="723810" y="135770"/>
                    <a:pt x="723810" y="134660"/>
                    <a:pt x="723810" y="134660"/>
                  </a:cubicBezTo>
                  <a:cubicBezTo>
                    <a:pt x="723810" y="134660"/>
                    <a:pt x="723608" y="129244"/>
                    <a:pt x="723608" y="128806"/>
                  </a:cubicBezTo>
                  <a:cubicBezTo>
                    <a:pt x="723608" y="128369"/>
                    <a:pt x="723810" y="125005"/>
                    <a:pt x="723810" y="125005"/>
                  </a:cubicBezTo>
                  <a:lnTo>
                    <a:pt x="724786" y="123794"/>
                  </a:lnTo>
                  <a:cubicBezTo>
                    <a:pt x="724786" y="123794"/>
                    <a:pt x="727075" y="121944"/>
                    <a:pt x="727277" y="121607"/>
                  </a:cubicBezTo>
                  <a:cubicBezTo>
                    <a:pt x="727479" y="121271"/>
                    <a:pt x="729027" y="119993"/>
                    <a:pt x="729229" y="119656"/>
                  </a:cubicBezTo>
                  <a:cubicBezTo>
                    <a:pt x="729431" y="119320"/>
                    <a:pt x="731416" y="117470"/>
                    <a:pt x="731416" y="117470"/>
                  </a:cubicBezTo>
                  <a:lnTo>
                    <a:pt x="733267" y="116057"/>
                  </a:lnTo>
                  <a:lnTo>
                    <a:pt x="735859" y="114745"/>
                  </a:lnTo>
                  <a:cubicBezTo>
                    <a:pt x="735859" y="114745"/>
                    <a:pt x="738686" y="114207"/>
                    <a:pt x="739325" y="114207"/>
                  </a:cubicBezTo>
                  <a:cubicBezTo>
                    <a:pt x="739965" y="114207"/>
                    <a:pt x="742253" y="111919"/>
                    <a:pt x="742253" y="111919"/>
                  </a:cubicBezTo>
                  <a:lnTo>
                    <a:pt x="743666" y="110843"/>
                  </a:lnTo>
                  <a:lnTo>
                    <a:pt x="744306" y="106705"/>
                  </a:lnTo>
                  <a:cubicBezTo>
                    <a:pt x="744306" y="106705"/>
                    <a:pt x="741378" y="103442"/>
                    <a:pt x="741041" y="103442"/>
                  </a:cubicBezTo>
                  <a:cubicBezTo>
                    <a:pt x="740705" y="103442"/>
                    <a:pt x="737676" y="103879"/>
                    <a:pt x="736700" y="104317"/>
                  </a:cubicBezTo>
                  <a:cubicBezTo>
                    <a:pt x="735724" y="104754"/>
                    <a:pt x="730508" y="104956"/>
                    <a:pt x="730508" y="104956"/>
                  </a:cubicBezTo>
                  <a:cubicBezTo>
                    <a:pt x="730508" y="104956"/>
                    <a:pt x="723339" y="106268"/>
                    <a:pt x="723002" y="106369"/>
                  </a:cubicBezTo>
                  <a:cubicBezTo>
                    <a:pt x="722666" y="106470"/>
                    <a:pt x="718964" y="104754"/>
                    <a:pt x="718964" y="104754"/>
                  </a:cubicBezTo>
                  <a:lnTo>
                    <a:pt x="714623" y="102164"/>
                  </a:lnTo>
                  <a:cubicBezTo>
                    <a:pt x="714623" y="102164"/>
                    <a:pt x="713007" y="102164"/>
                    <a:pt x="712570" y="102164"/>
                  </a:cubicBezTo>
                  <a:cubicBezTo>
                    <a:pt x="712132" y="102164"/>
                    <a:pt x="710079" y="102971"/>
                    <a:pt x="710079" y="102971"/>
                  </a:cubicBezTo>
                  <a:cubicBezTo>
                    <a:pt x="710079" y="102971"/>
                    <a:pt x="708867" y="105427"/>
                    <a:pt x="708565" y="105427"/>
                  </a:cubicBezTo>
                  <a:cubicBezTo>
                    <a:pt x="708228" y="105427"/>
                    <a:pt x="705738" y="105629"/>
                    <a:pt x="704560" y="105629"/>
                  </a:cubicBezTo>
                  <a:cubicBezTo>
                    <a:pt x="703348" y="105629"/>
                    <a:pt x="701632" y="105965"/>
                    <a:pt x="701632" y="105965"/>
                  </a:cubicBezTo>
                  <a:lnTo>
                    <a:pt x="699007" y="105629"/>
                  </a:lnTo>
                  <a:lnTo>
                    <a:pt x="697593" y="105629"/>
                  </a:lnTo>
                  <a:cubicBezTo>
                    <a:pt x="697593" y="105629"/>
                    <a:pt x="694228" y="105561"/>
                    <a:pt x="693790" y="105561"/>
                  </a:cubicBezTo>
                  <a:cubicBezTo>
                    <a:pt x="693353" y="105561"/>
                    <a:pt x="691401" y="104855"/>
                    <a:pt x="691401" y="104855"/>
                  </a:cubicBezTo>
                  <a:lnTo>
                    <a:pt x="690425" y="103543"/>
                  </a:lnTo>
                  <a:lnTo>
                    <a:pt x="688910" y="100818"/>
                  </a:lnTo>
                  <a:cubicBezTo>
                    <a:pt x="688910" y="100818"/>
                    <a:pt x="687160" y="100919"/>
                    <a:pt x="686622" y="100919"/>
                  </a:cubicBezTo>
                  <a:cubicBezTo>
                    <a:pt x="686083" y="100919"/>
                    <a:pt x="685848" y="101020"/>
                    <a:pt x="685848" y="101020"/>
                  </a:cubicBezTo>
                  <a:lnTo>
                    <a:pt x="684434" y="103207"/>
                  </a:lnTo>
                  <a:lnTo>
                    <a:pt x="684098" y="105494"/>
                  </a:lnTo>
                  <a:lnTo>
                    <a:pt x="682785" y="107983"/>
                  </a:lnTo>
                  <a:lnTo>
                    <a:pt x="682146" y="110473"/>
                  </a:lnTo>
                  <a:cubicBezTo>
                    <a:pt x="682146" y="110473"/>
                    <a:pt x="682146" y="110473"/>
                    <a:pt x="679958" y="114610"/>
                  </a:cubicBezTo>
                  <a:cubicBezTo>
                    <a:pt x="677771" y="118748"/>
                    <a:pt x="678982" y="116797"/>
                    <a:pt x="678982" y="117201"/>
                  </a:cubicBezTo>
                  <a:cubicBezTo>
                    <a:pt x="678982" y="117638"/>
                    <a:pt x="679184" y="118613"/>
                    <a:pt x="679319" y="119387"/>
                  </a:cubicBezTo>
                  <a:cubicBezTo>
                    <a:pt x="679420" y="120161"/>
                    <a:pt x="680396" y="120262"/>
                    <a:pt x="681271" y="121136"/>
                  </a:cubicBezTo>
                  <a:cubicBezTo>
                    <a:pt x="682146" y="122011"/>
                    <a:pt x="683122" y="122347"/>
                    <a:pt x="683425" y="122448"/>
                  </a:cubicBezTo>
                  <a:cubicBezTo>
                    <a:pt x="683761" y="122549"/>
                    <a:pt x="684401" y="124400"/>
                    <a:pt x="684939" y="125375"/>
                  </a:cubicBezTo>
                  <a:cubicBezTo>
                    <a:pt x="685478" y="126350"/>
                    <a:pt x="686454" y="127999"/>
                    <a:pt x="686588" y="128302"/>
                  </a:cubicBezTo>
                  <a:cubicBezTo>
                    <a:pt x="686689" y="128638"/>
                    <a:pt x="686790" y="129614"/>
                    <a:pt x="687026" y="130926"/>
                  </a:cubicBezTo>
                  <a:cubicBezTo>
                    <a:pt x="687228" y="132237"/>
                    <a:pt x="687026" y="132439"/>
                    <a:pt x="686925" y="133650"/>
                  </a:cubicBezTo>
                  <a:cubicBezTo>
                    <a:pt x="686824" y="134828"/>
                    <a:pt x="686689" y="136678"/>
                    <a:pt x="686689" y="137452"/>
                  </a:cubicBezTo>
                  <a:cubicBezTo>
                    <a:pt x="686689" y="138225"/>
                    <a:pt x="685915" y="138965"/>
                    <a:pt x="685612" y="139840"/>
                  </a:cubicBezTo>
                  <a:cubicBezTo>
                    <a:pt x="685276" y="140715"/>
                    <a:pt x="684737" y="141455"/>
                    <a:pt x="684199" y="142127"/>
                  </a:cubicBezTo>
                  <a:cubicBezTo>
                    <a:pt x="683660" y="142767"/>
                    <a:pt x="682348" y="144415"/>
                    <a:pt x="681809" y="144852"/>
                  </a:cubicBezTo>
                  <a:cubicBezTo>
                    <a:pt x="681271" y="145290"/>
                    <a:pt x="679756" y="146501"/>
                    <a:pt x="678444" y="147779"/>
                  </a:cubicBezTo>
                  <a:cubicBezTo>
                    <a:pt x="677131" y="149091"/>
                    <a:pt x="676256" y="149629"/>
                    <a:pt x="674978" y="149966"/>
                  </a:cubicBezTo>
                  <a:cubicBezTo>
                    <a:pt x="673665" y="150302"/>
                    <a:pt x="672487" y="149966"/>
                    <a:pt x="672487" y="149966"/>
                  </a:cubicBezTo>
                  <a:lnTo>
                    <a:pt x="669862" y="148990"/>
                  </a:lnTo>
                  <a:lnTo>
                    <a:pt x="669088" y="148654"/>
                  </a:lnTo>
                  <a:lnTo>
                    <a:pt x="665285" y="145391"/>
                  </a:lnTo>
                  <a:lnTo>
                    <a:pt x="662458" y="145592"/>
                  </a:lnTo>
                  <a:lnTo>
                    <a:pt x="661280" y="145592"/>
                  </a:lnTo>
                  <a:lnTo>
                    <a:pt x="659194" y="147611"/>
                  </a:lnTo>
                  <a:lnTo>
                    <a:pt x="656905" y="149192"/>
                  </a:lnTo>
                  <a:lnTo>
                    <a:pt x="656131" y="150706"/>
                  </a:lnTo>
                  <a:cubicBezTo>
                    <a:pt x="656131" y="150706"/>
                    <a:pt x="654818" y="151917"/>
                    <a:pt x="653304" y="152892"/>
                  </a:cubicBezTo>
                  <a:cubicBezTo>
                    <a:pt x="651789" y="153868"/>
                    <a:pt x="650813" y="154507"/>
                    <a:pt x="650039" y="154843"/>
                  </a:cubicBezTo>
                  <a:cubicBezTo>
                    <a:pt x="649265" y="155180"/>
                    <a:pt x="648727" y="155819"/>
                    <a:pt x="648727" y="155819"/>
                  </a:cubicBezTo>
                  <a:cubicBezTo>
                    <a:pt x="648727" y="155819"/>
                    <a:pt x="646876" y="157131"/>
                    <a:pt x="646236" y="157770"/>
                  </a:cubicBezTo>
                  <a:cubicBezTo>
                    <a:pt x="645597" y="158409"/>
                    <a:pt x="644823" y="159957"/>
                    <a:pt x="644587" y="160259"/>
                  </a:cubicBezTo>
                  <a:cubicBezTo>
                    <a:pt x="644385" y="160596"/>
                    <a:pt x="643510" y="162210"/>
                    <a:pt x="643510" y="162210"/>
                  </a:cubicBezTo>
                  <a:lnTo>
                    <a:pt x="642736" y="163859"/>
                  </a:lnTo>
                  <a:lnTo>
                    <a:pt x="642198" y="165709"/>
                  </a:lnTo>
                  <a:cubicBezTo>
                    <a:pt x="642198" y="165709"/>
                    <a:pt x="642198" y="167458"/>
                    <a:pt x="642299" y="167761"/>
                  </a:cubicBezTo>
                  <a:cubicBezTo>
                    <a:pt x="642400" y="168097"/>
                    <a:pt x="643073" y="168737"/>
                    <a:pt x="644150" y="169174"/>
                  </a:cubicBezTo>
                  <a:cubicBezTo>
                    <a:pt x="645227" y="169611"/>
                    <a:pt x="646640" y="171327"/>
                    <a:pt x="647313" y="171663"/>
                  </a:cubicBezTo>
                  <a:cubicBezTo>
                    <a:pt x="647953" y="171999"/>
                    <a:pt x="649501" y="173614"/>
                    <a:pt x="649804" y="173715"/>
                  </a:cubicBezTo>
                  <a:cubicBezTo>
                    <a:pt x="650140" y="173816"/>
                    <a:pt x="650780" y="174253"/>
                    <a:pt x="651554" y="174489"/>
                  </a:cubicBezTo>
                  <a:cubicBezTo>
                    <a:pt x="652328" y="174724"/>
                    <a:pt x="652429" y="175027"/>
                    <a:pt x="652429" y="175027"/>
                  </a:cubicBezTo>
                  <a:cubicBezTo>
                    <a:pt x="652429" y="175027"/>
                    <a:pt x="653405" y="176978"/>
                    <a:pt x="654280" y="177853"/>
                  </a:cubicBezTo>
                  <a:cubicBezTo>
                    <a:pt x="655155" y="178727"/>
                    <a:pt x="654179" y="178929"/>
                    <a:pt x="654179" y="178929"/>
                  </a:cubicBezTo>
                  <a:cubicBezTo>
                    <a:pt x="654179" y="178929"/>
                    <a:pt x="653405" y="180006"/>
                    <a:pt x="653102" y="180342"/>
                  </a:cubicBezTo>
                  <a:cubicBezTo>
                    <a:pt x="652765" y="180679"/>
                    <a:pt x="651588" y="181217"/>
                    <a:pt x="650914" y="182091"/>
                  </a:cubicBezTo>
                  <a:cubicBezTo>
                    <a:pt x="650241" y="182966"/>
                    <a:pt x="649938" y="183067"/>
                    <a:pt x="649938" y="183067"/>
                  </a:cubicBezTo>
                  <a:cubicBezTo>
                    <a:pt x="649938" y="183067"/>
                    <a:pt x="649602" y="185355"/>
                    <a:pt x="649602" y="185657"/>
                  </a:cubicBezTo>
                  <a:cubicBezTo>
                    <a:pt x="649602" y="185994"/>
                    <a:pt x="649063" y="188584"/>
                    <a:pt x="649063" y="188920"/>
                  </a:cubicBezTo>
                  <a:cubicBezTo>
                    <a:pt x="649063" y="189257"/>
                    <a:pt x="648188" y="191208"/>
                    <a:pt x="648188" y="191208"/>
                  </a:cubicBezTo>
                  <a:cubicBezTo>
                    <a:pt x="648188" y="191208"/>
                    <a:pt x="646438" y="194235"/>
                    <a:pt x="646236" y="194572"/>
                  </a:cubicBezTo>
                  <a:cubicBezTo>
                    <a:pt x="646001" y="194908"/>
                    <a:pt x="642534" y="198609"/>
                    <a:pt x="642534" y="198609"/>
                  </a:cubicBezTo>
                  <a:lnTo>
                    <a:pt x="639505" y="200559"/>
                  </a:lnTo>
                  <a:lnTo>
                    <a:pt x="638092" y="200997"/>
                  </a:lnTo>
                  <a:lnTo>
                    <a:pt x="636679" y="201973"/>
                  </a:lnTo>
                  <a:cubicBezTo>
                    <a:pt x="636679" y="201973"/>
                    <a:pt x="635029" y="203385"/>
                    <a:pt x="634491" y="203722"/>
                  </a:cubicBezTo>
                  <a:cubicBezTo>
                    <a:pt x="633953" y="204058"/>
                    <a:pt x="632438" y="206110"/>
                    <a:pt x="632101" y="206211"/>
                  </a:cubicBezTo>
                  <a:cubicBezTo>
                    <a:pt x="631765" y="206312"/>
                    <a:pt x="630587" y="207960"/>
                    <a:pt x="630150" y="208162"/>
                  </a:cubicBezTo>
                  <a:cubicBezTo>
                    <a:pt x="629712" y="208398"/>
                    <a:pt x="629275" y="209575"/>
                    <a:pt x="628635" y="210551"/>
                  </a:cubicBezTo>
                  <a:cubicBezTo>
                    <a:pt x="627996" y="211526"/>
                    <a:pt x="627558" y="212603"/>
                    <a:pt x="627121" y="213141"/>
                  </a:cubicBezTo>
                  <a:cubicBezTo>
                    <a:pt x="626683" y="213679"/>
                    <a:pt x="625370" y="216303"/>
                    <a:pt x="624933" y="217379"/>
                  </a:cubicBezTo>
                  <a:cubicBezTo>
                    <a:pt x="624496" y="218456"/>
                    <a:pt x="624058" y="218456"/>
                    <a:pt x="624058" y="218456"/>
                  </a:cubicBezTo>
                  <a:cubicBezTo>
                    <a:pt x="624058" y="218456"/>
                    <a:pt x="622544" y="218994"/>
                    <a:pt x="621669" y="219095"/>
                  </a:cubicBezTo>
                  <a:cubicBezTo>
                    <a:pt x="620794" y="219196"/>
                    <a:pt x="619818" y="219970"/>
                    <a:pt x="619178" y="220071"/>
                  </a:cubicBezTo>
                  <a:cubicBezTo>
                    <a:pt x="618539" y="220171"/>
                    <a:pt x="616351" y="221820"/>
                    <a:pt x="615914" y="222459"/>
                  </a:cubicBezTo>
                  <a:cubicBezTo>
                    <a:pt x="615476" y="223098"/>
                    <a:pt x="614601" y="224511"/>
                    <a:pt x="614164" y="225184"/>
                  </a:cubicBezTo>
                  <a:cubicBezTo>
                    <a:pt x="613726" y="225823"/>
                    <a:pt x="610798" y="229523"/>
                    <a:pt x="610798" y="229523"/>
                  </a:cubicBezTo>
                  <a:lnTo>
                    <a:pt x="608308" y="232248"/>
                  </a:lnTo>
                  <a:lnTo>
                    <a:pt x="602889" y="237227"/>
                  </a:lnTo>
                  <a:lnTo>
                    <a:pt x="599423" y="238875"/>
                  </a:lnTo>
                  <a:cubicBezTo>
                    <a:pt x="599423" y="238875"/>
                    <a:pt x="597134" y="243215"/>
                    <a:pt x="596798" y="243349"/>
                  </a:cubicBezTo>
                  <a:cubicBezTo>
                    <a:pt x="596461" y="243450"/>
                    <a:pt x="593769" y="244527"/>
                    <a:pt x="592793" y="244527"/>
                  </a:cubicBezTo>
                  <a:cubicBezTo>
                    <a:pt x="591817" y="244527"/>
                    <a:pt x="591144" y="243013"/>
                    <a:pt x="591144" y="243013"/>
                  </a:cubicBezTo>
                  <a:cubicBezTo>
                    <a:pt x="591144" y="243013"/>
                    <a:pt x="590605" y="239649"/>
                    <a:pt x="590370" y="239212"/>
                  </a:cubicBezTo>
                  <a:cubicBezTo>
                    <a:pt x="590168" y="238774"/>
                    <a:pt x="589495" y="236285"/>
                    <a:pt x="589495" y="236285"/>
                  </a:cubicBezTo>
                  <a:cubicBezTo>
                    <a:pt x="589495" y="236285"/>
                    <a:pt x="588182" y="234872"/>
                    <a:pt x="587442" y="234872"/>
                  </a:cubicBezTo>
                  <a:cubicBezTo>
                    <a:pt x="586668" y="234872"/>
                    <a:pt x="585793" y="235208"/>
                    <a:pt x="585793" y="235208"/>
                  </a:cubicBezTo>
                  <a:cubicBezTo>
                    <a:pt x="585793" y="235208"/>
                    <a:pt x="585456" y="238673"/>
                    <a:pt x="585355" y="239111"/>
                  </a:cubicBezTo>
                  <a:cubicBezTo>
                    <a:pt x="585254" y="239548"/>
                    <a:pt x="585019" y="243248"/>
                    <a:pt x="585019" y="243248"/>
                  </a:cubicBezTo>
                  <a:lnTo>
                    <a:pt x="583168" y="245536"/>
                  </a:lnTo>
                  <a:lnTo>
                    <a:pt x="580442" y="248025"/>
                  </a:lnTo>
                  <a:cubicBezTo>
                    <a:pt x="580442" y="248025"/>
                    <a:pt x="579365" y="249438"/>
                    <a:pt x="578490" y="251187"/>
                  </a:cubicBezTo>
                  <a:cubicBezTo>
                    <a:pt x="577615" y="252936"/>
                    <a:pt x="578490" y="253475"/>
                    <a:pt x="578490" y="253475"/>
                  </a:cubicBezTo>
                  <a:cubicBezTo>
                    <a:pt x="578490" y="253475"/>
                    <a:pt x="579028" y="254013"/>
                    <a:pt x="580004" y="254349"/>
                  </a:cubicBezTo>
                  <a:cubicBezTo>
                    <a:pt x="580980" y="254686"/>
                    <a:pt x="582495" y="256973"/>
                    <a:pt x="582932" y="257612"/>
                  </a:cubicBezTo>
                  <a:cubicBezTo>
                    <a:pt x="583370" y="258252"/>
                    <a:pt x="583134" y="259564"/>
                    <a:pt x="583134" y="259564"/>
                  </a:cubicBezTo>
                  <a:lnTo>
                    <a:pt x="582798" y="263365"/>
                  </a:lnTo>
                  <a:cubicBezTo>
                    <a:pt x="582798" y="263365"/>
                    <a:pt x="583875" y="267704"/>
                    <a:pt x="584110" y="268041"/>
                  </a:cubicBezTo>
                  <a:cubicBezTo>
                    <a:pt x="584312" y="268377"/>
                    <a:pt x="583235" y="273356"/>
                    <a:pt x="583235" y="273356"/>
                  </a:cubicBezTo>
                  <a:lnTo>
                    <a:pt x="583235" y="275408"/>
                  </a:lnTo>
                  <a:cubicBezTo>
                    <a:pt x="583235" y="275408"/>
                    <a:pt x="582697" y="280723"/>
                    <a:pt x="582461" y="281160"/>
                  </a:cubicBezTo>
                  <a:cubicBezTo>
                    <a:pt x="582225" y="281597"/>
                    <a:pt x="581485" y="285062"/>
                    <a:pt x="581485" y="285062"/>
                  </a:cubicBezTo>
                  <a:cubicBezTo>
                    <a:pt x="581485" y="285062"/>
                    <a:pt x="580408" y="286913"/>
                    <a:pt x="580172" y="287787"/>
                  </a:cubicBezTo>
                  <a:cubicBezTo>
                    <a:pt x="579970" y="288662"/>
                    <a:pt x="577783" y="291387"/>
                    <a:pt x="577783" y="291824"/>
                  </a:cubicBezTo>
                  <a:cubicBezTo>
                    <a:pt x="577783" y="292261"/>
                    <a:pt x="578221" y="296062"/>
                    <a:pt x="578321" y="296399"/>
                  </a:cubicBezTo>
                  <a:cubicBezTo>
                    <a:pt x="578423" y="296735"/>
                    <a:pt x="578759" y="298585"/>
                    <a:pt x="579197" y="298350"/>
                  </a:cubicBezTo>
                  <a:cubicBezTo>
                    <a:pt x="579634" y="298148"/>
                    <a:pt x="581687" y="301176"/>
                    <a:pt x="581687" y="301176"/>
                  </a:cubicBezTo>
                  <a:lnTo>
                    <a:pt x="582461" y="303463"/>
                  </a:lnTo>
                  <a:cubicBezTo>
                    <a:pt x="582461" y="303463"/>
                    <a:pt x="584110" y="309115"/>
                    <a:pt x="584110" y="309552"/>
                  </a:cubicBezTo>
                  <a:cubicBezTo>
                    <a:pt x="584110" y="309989"/>
                    <a:pt x="583235" y="313353"/>
                    <a:pt x="583235" y="313353"/>
                  </a:cubicBezTo>
                  <a:cubicBezTo>
                    <a:pt x="583235" y="313353"/>
                    <a:pt x="583235" y="318769"/>
                    <a:pt x="583235" y="319879"/>
                  </a:cubicBezTo>
                  <a:cubicBezTo>
                    <a:pt x="583235" y="320956"/>
                    <a:pt x="583572" y="321629"/>
                    <a:pt x="583572" y="321629"/>
                  </a:cubicBezTo>
                  <a:cubicBezTo>
                    <a:pt x="583572" y="321629"/>
                    <a:pt x="584884" y="324993"/>
                    <a:pt x="585221" y="325228"/>
                  </a:cubicBezTo>
                  <a:cubicBezTo>
                    <a:pt x="585557" y="325430"/>
                    <a:pt x="586634" y="327415"/>
                    <a:pt x="587273" y="328054"/>
                  </a:cubicBezTo>
                  <a:cubicBezTo>
                    <a:pt x="587913" y="328693"/>
                    <a:pt x="589024" y="330240"/>
                    <a:pt x="589562" y="330880"/>
                  </a:cubicBezTo>
                  <a:cubicBezTo>
                    <a:pt x="590101" y="331519"/>
                    <a:pt x="590875" y="332292"/>
                    <a:pt x="591211" y="332393"/>
                  </a:cubicBezTo>
                  <a:cubicBezTo>
                    <a:pt x="591548" y="332494"/>
                    <a:pt x="591211" y="334344"/>
                    <a:pt x="591211" y="334782"/>
                  </a:cubicBezTo>
                  <a:cubicBezTo>
                    <a:pt x="591211" y="335219"/>
                    <a:pt x="590572" y="337507"/>
                    <a:pt x="590572" y="338045"/>
                  </a:cubicBezTo>
                  <a:cubicBezTo>
                    <a:pt x="590572" y="338583"/>
                    <a:pt x="589394" y="340299"/>
                    <a:pt x="589394" y="340299"/>
                  </a:cubicBezTo>
                  <a:cubicBezTo>
                    <a:pt x="589394" y="340299"/>
                    <a:pt x="587442" y="340299"/>
                    <a:pt x="587004" y="340299"/>
                  </a:cubicBezTo>
                  <a:cubicBezTo>
                    <a:pt x="586567" y="340299"/>
                    <a:pt x="585591" y="340299"/>
                    <a:pt x="584817" y="340534"/>
                  </a:cubicBezTo>
                  <a:cubicBezTo>
                    <a:pt x="584043" y="340736"/>
                    <a:pt x="582966" y="341274"/>
                    <a:pt x="582966" y="341274"/>
                  </a:cubicBezTo>
                  <a:lnTo>
                    <a:pt x="584649" y="344806"/>
                  </a:lnTo>
                  <a:lnTo>
                    <a:pt x="586230" y="350525"/>
                  </a:lnTo>
                  <a:cubicBezTo>
                    <a:pt x="586230" y="350525"/>
                    <a:pt x="585658" y="354865"/>
                    <a:pt x="585658" y="355235"/>
                  </a:cubicBezTo>
                  <a:cubicBezTo>
                    <a:pt x="585658" y="355605"/>
                    <a:pt x="584581" y="357690"/>
                    <a:pt x="584076" y="358935"/>
                  </a:cubicBezTo>
                  <a:cubicBezTo>
                    <a:pt x="583572" y="360180"/>
                    <a:pt x="582057" y="360684"/>
                    <a:pt x="581821" y="360684"/>
                  </a:cubicBezTo>
                  <a:cubicBezTo>
                    <a:pt x="581586" y="360684"/>
                    <a:pt x="579365" y="361761"/>
                    <a:pt x="578557" y="361828"/>
                  </a:cubicBezTo>
                  <a:cubicBezTo>
                    <a:pt x="577749" y="361895"/>
                    <a:pt x="574855" y="361828"/>
                    <a:pt x="574283" y="361963"/>
                  </a:cubicBezTo>
                  <a:cubicBezTo>
                    <a:pt x="573711" y="362097"/>
                    <a:pt x="570581" y="361963"/>
                    <a:pt x="570581" y="361963"/>
                  </a:cubicBezTo>
                  <a:cubicBezTo>
                    <a:pt x="570581" y="361963"/>
                    <a:pt x="568259" y="363409"/>
                    <a:pt x="567989" y="363409"/>
                  </a:cubicBezTo>
                  <a:cubicBezTo>
                    <a:pt x="567687" y="363409"/>
                    <a:pt x="564220" y="364553"/>
                    <a:pt x="564220" y="364553"/>
                  </a:cubicBezTo>
                  <a:lnTo>
                    <a:pt x="558936" y="366067"/>
                  </a:lnTo>
                  <a:lnTo>
                    <a:pt x="555167" y="368085"/>
                  </a:lnTo>
                  <a:lnTo>
                    <a:pt x="552845" y="369834"/>
                  </a:lnTo>
                  <a:lnTo>
                    <a:pt x="549076" y="369834"/>
                  </a:lnTo>
                  <a:lnTo>
                    <a:pt x="545003" y="367244"/>
                  </a:lnTo>
                  <a:lnTo>
                    <a:pt x="545003" y="364048"/>
                  </a:lnTo>
                  <a:cubicBezTo>
                    <a:pt x="545003" y="364048"/>
                    <a:pt x="548032" y="359406"/>
                    <a:pt x="548032" y="358262"/>
                  </a:cubicBezTo>
                  <a:cubicBezTo>
                    <a:pt x="548032" y="357118"/>
                    <a:pt x="546720" y="356244"/>
                    <a:pt x="546720" y="356244"/>
                  </a:cubicBezTo>
                  <a:lnTo>
                    <a:pt x="541806" y="357388"/>
                  </a:lnTo>
                  <a:lnTo>
                    <a:pt x="538037" y="361155"/>
                  </a:lnTo>
                  <a:lnTo>
                    <a:pt x="532248" y="366369"/>
                  </a:lnTo>
                  <a:lnTo>
                    <a:pt x="528479" y="369834"/>
                  </a:lnTo>
                  <a:lnTo>
                    <a:pt x="525585" y="369834"/>
                  </a:lnTo>
                  <a:cubicBezTo>
                    <a:pt x="525585" y="369834"/>
                    <a:pt x="521378" y="370473"/>
                    <a:pt x="520234" y="370473"/>
                  </a:cubicBezTo>
                  <a:cubicBezTo>
                    <a:pt x="519089" y="370473"/>
                    <a:pt x="515589" y="371415"/>
                    <a:pt x="514714" y="371415"/>
                  </a:cubicBezTo>
                  <a:cubicBezTo>
                    <a:pt x="513839" y="371415"/>
                    <a:pt x="512392" y="372559"/>
                    <a:pt x="512392" y="372559"/>
                  </a:cubicBezTo>
                  <a:cubicBezTo>
                    <a:pt x="512392" y="372559"/>
                    <a:pt x="510810" y="374880"/>
                    <a:pt x="510373" y="375015"/>
                  </a:cubicBezTo>
                  <a:cubicBezTo>
                    <a:pt x="509935" y="375149"/>
                    <a:pt x="508488" y="376327"/>
                    <a:pt x="507916" y="376327"/>
                  </a:cubicBezTo>
                  <a:cubicBezTo>
                    <a:pt x="507344" y="376327"/>
                    <a:pt x="504012" y="380397"/>
                    <a:pt x="503575" y="380532"/>
                  </a:cubicBezTo>
                  <a:cubicBezTo>
                    <a:pt x="503137" y="380666"/>
                    <a:pt x="498930" y="383727"/>
                    <a:pt x="498930" y="383727"/>
                  </a:cubicBezTo>
                  <a:lnTo>
                    <a:pt x="493411" y="383727"/>
                  </a:lnTo>
                  <a:cubicBezTo>
                    <a:pt x="493411" y="383727"/>
                    <a:pt x="487454" y="387125"/>
                    <a:pt x="486310" y="387428"/>
                  </a:cubicBezTo>
                  <a:cubicBezTo>
                    <a:pt x="485166" y="387730"/>
                    <a:pt x="482978" y="388941"/>
                    <a:pt x="481834" y="389816"/>
                  </a:cubicBezTo>
                  <a:cubicBezTo>
                    <a:pt x="480689" y="390691"/>
                    <a:pt x="475877" y="392844"/>
                    <a:pt x="475305" y="392844"/>
                  </a:cubicBezTo>
                  <a:cubicBezTo>
                    <a:pt x="474733" y="392844"/>
                    <a:pt x="470829" y="392541"/>
                    <a:pt x="468776" y="392272"/>
                  </a:cubicBezTo>
                  <a:cubicBezTo>
                    <a:pt x="466756" y="391969"/>
                    <a:pt x="465747" y="390388"/>
                    <a:pt x="465747" y="390388"/>
                  </a:cubicBezTo>
                  <a:lnTo>
                    <a:pt x="465309" y="386183"/>
                  </a:lnTo>
                  <a:lnTo>
                    <a:pt x="465007" y="382853"/>
                  </a:lnTo>
                  <a:lnTo>
                    <a:pt x="465007" y="377773"/>
                  </a:lnTo>
                  <a:lnTo>
                    <a:pt x="463862" y="375587"/>
                  </a:lnTo>
                  <a:lnTo>
                    <a:pt x="460800" y="373265"/>
                  </a:lnTo>
                  <a:lnTo>
                    <a:pt x="459353" y="368354"/>
                  </a:lnTo>
                  <a:lnTo>
                    <a:pt x="458780" y="363275"/>
                  </a:lnTo>
                  <a:lnTo>
                    <a:pt x="457333" y="360651"/>
                  </a:lnTo>
                  <a:lnTo>
                    <a:pt x="455314" y="362097"/>
                  </a:lnTo>
                  <a:cubicBezTo>
                    <a:pt x="455314" y="362097"/>
                    <a:pt x="453732" y="363409"/>
                    <a:pt x="452857" y="363846"/>
                  </a:cubicBezTo>
                  <a:cubicBezTo>
                    <a:pt x="451982" y="364284"/>
                    <a:pt x="450266" y="366302"/>
                    <a:pt x="450266" y="366302"/>
                  </a:cubicBezTo>
                  <a:cubicBezTo>
                    <a:pt x="450266" y="366302"/>
                    <a:pt x="445924" y="366302"/>
                    <a:pt x="445049" y="366302"/>
                  </a:cubicBezTo>
                  <a:cubicBezTo>
                    <a:pt x="444174" y="366302"/>
                    <a:pt x="439968" y="363981"/>
                    <a:pt x="439968" y="363981"/>
                  </a:cubicBezTo>
                  <a:lnTo>
                    <a:pt x="438655" y="359070"/>
                  </a:lnTo>
                  <a:lnTo>
                    <a:pt x="439665" y="353553"/>
                  </a:lnTo>
                  <a:lnTo>
                    <a:pt x="442862" y="353418"/>
                  </a:lnTo>
                  <a:lnTo>
                    <a:pt x="449223" y="352106"/>
                  </a:lnTo>
                  <a:lnTo>
                    <a:pt x="451107" y="348910"/>
                  </a:lnTo>
                  <a:lnTo>
                    <a:pt x="447203" y="342384"/>
                  </a:lnTo>
                  <a:lnTo>
                    <a:pt x="444006" y="337608"/>
                  </a:lnTo>
                  <a:lnTo>
                    <a:pt x="443131" y="335589"/>
                  </a:lnTo>
                  <a:lnTo>
                    <a:pt x="439799" y="332393"/>
                  </a:lnTo>
                  <a:lnTo>
                    <a:pt x="432833" y="329198"/>
                  </a:lnTo>
                  <a:lnTo>
                    <a:pt x="426472" y="325127"/>
                  </a:lnTo>
                  <a:cubicBezTo>
                    <a:pt x="426472" y="325127"/>
                    <a:pt x="425025" y="320922"/>
                    <a:pt x="424722" y="320350"/>
                  </a:cubicBezTo>
                  <a:cubicBezTo>
                    <a:pt x="424419" y="319778"/>
                    <a:pt x="424587" y="316717"/>
                    <a:pt x="424587" y="316717"/>
                  </a:cubicBezTo>
                  <a:cubicBezTo>
                    <a:pt x="424587" y="316717"/>
                    <a:pt x="425900" y="315136"/>
                    <a:pt x="426775" y="314699"/>
                  </a:cubicBezTo>
                  <a:cubicBezTo>
                    <a:pt x="427650" y="314262"/>
                    <a:pt x="429972" y="313690"/>
                    <a:pt x="430847" y="313690"/>
                  </a:cubicBezTo>
                  <a:cubicBezTo>
                    <a:pt x="431722" y="313690"/>
                    <a:pt x="434616" y="311503"/>
                    <a:pt x="434616" y="311503"/>
                  </a:cubicBezTo>
                  <a:lnTo>
                    <a:pt x="436939" y="309182"/>
                  </a:lnTo>
                  <a:lnTo>
                    <a:pt x="438251" y="306726"/>
                  </a:lnTo>
                  <a:lnTo>
                    <a:pt x="440708" y="299326"/>
                  </a:lnTo>
                  <a:lnTo>
                    <a:pt x="438823" y="298888"/>
                  </a:lnTo>
                  <a:cubicBezTo>
                    <a:pt x="438823" y="298888"/>
                    <a:pt x="433169" y="303093"/>
                    <a:pt x="431419" y="303093"/>
                  </a:cubicBezTo>
                  <a:cubicBezTo>
                    <a:pt x="429669" y="303093"/>
                    <a:pt x="427953" y="302353"/>
                    <a:pt x="427953" y="302353"/>
                  </a:cubicBezTo>
                  <a:lnTo>
                    <a:pt x="427515" y="299897"/>
                  </a:lnTo>
                  <a:lnTo>
                    <a:pt x="428390" y="297576"/>
                  </a:lnTo>
                  <a:lnTo>
                    <a:pt x="428828" y="294112"/>
                  </a:lnTo>
                  <a:lnTo>
                    <a:pt x="428962" y="292530"/>
                  </a:lnTo>
                  <a:lnTo>
                    <a:pt x="428087" y="286307"/>
                  </a:lnTo>
                  <a:lnTo>
                    <a:pt x="424890" y="281967"/>
                  </a:lnTo>
                  <a:lnTo>
                    <a:pt x="422568" y="280790"/>
                  </a:lnTo>
                  <a:lnTo>
                    <a:pt x="419808" y="279915"/>
                  </a:lnTo>
                  <a:lnTo>
                    <a:pt x="414020" y="277729"/>
                  </a:lnTo>
                  <a:lnTo>
                    <a:pt x="411395" y="273827"/>
                  </a:lnTo>
                  <a:lnTo>
                    <a:pt x="409005" y="269050"/>
                  </a:lnTo>
                  <a:lnTo>
                    <a:pt x="406616" y="263096"/>
                  </a:lnTo>
                  <a:lnTo>
                    <a:pt x="405875" y="261077"/>
                  </a:lnTo>
                  <a:lnTo>
                    <a:pt x="405875" y="258487"/>
                  </a:lnTo>
                  <a:lnTo>
                    <a:pt x="406380" y="252533"/>
                  </a:lnTo>
                  <a:lnTo>
                    <a:pt x="406313" y="250346"/>
                  </a:lnTo>
                  <a:lnTo>
                    <a:pt x="400524" y="247890"/>
                  </a:lnTo>
                  <a:lnTo>
                    <a:pt x="398337" y="244560"/>
                  </a:lnTo>
                  <a:lnTo>
                    <a:pt x="396890" y="241230"/>
                  </a:lnTo>
                  <a:cubicBezTo>
                    <a:pt x="396890" y="241230"/>
                    <a:pt x="394568" y="229927"/>
                    <a:pt x="394298" y="229355"/>
                  </a:cubicBezTo>
                  <a:cubicBezTo>
                    <a:pt x="393995" y="228783"/>
                    <a:pt x="393726" y="223838"/>
                    <a:pt x="393726" y="223838"/>
                  </a:cubicBezTo>
                  <a:lnTo>
                    <a:pt x="392279" y="218187"/>
                  </a:lnTo>
                  <a:lnTo>
                    <a:pt x="387635" y="218489"/>
                  </a:lnTo>
                  <a:cubicBezTo>
                    <a:pt x="387635" y="218489"/>
                    <a:pt x="385750" y="218489"/>
                    <a:pt x="385010" y="218489"/>
                  </a:cubicBezTo>
                  <a:cubicBezTo>
                    <a:pt x="384269" y="218489"/>
                    <a:pt x="380231" y="213847"/>
                    <a:pt x="380231" y="213847"/>
                  </a:cubicBezTo>
                  <a:lnTo>
                    <a:pt x="380533" y="209945"/>
                  </a:lnTo>
                  <a:lnTo>
                    <a:pt x="379793" y="203722"/>
                  </a:lnTo>
                  <a:lnTo>
                    <a:pt x="379793" y="197364"/>
                  </a:lnTo>
                  <a:lnTo>
                    <a:pt x="378918" y="194471"/>
                  </a:lnTo>
                  <a:lnTo>
                    <a:pt x="374442" y="187945"/>
                  </a:lnTo>
                  <a:lnTo>
                    <a:pt x="371413" y="183303"/>
                  </a:lnTo>
                  <a:lnTo>
                    <a:pt x="369226" y="177214"/>
                  </a:lnTo>
                  <a:lnTo>
                    <a:pt x="367341" y="170688"/>
                  </a:lnTo>
                  <a:lnTo>
                    <a:pt x="366903" y="165608"/>
                  </a:lnTo>
                  <a:lnTo>
                    <a:pt x="363706" y="162580"/>
                  </a:lnTo>
                  <a:lnTo>
                    <a:pt x="361384" y="161706"/>
                  </a:lnTo>
                  <a:lnTo>
                    <a:pt x="358187" y="162715"/>
                  </a:lnTo>
                  <a:lnTo>
                    <a:pt x="357043" y="163287"/>
                  </a:lnTo>
                  <a:lnTo>
                    <a:pt x="354148" y="167795"/>
                  </a:lnTo>
                  <a:lnTo>
                    <a:pt x="349908" y="166348"/>
                  </a:lnTo>
                  <a:lnTo>
                    <a:pt x="346105" y="164061"/>
                  </a:lnTo>
                  <a:lnTo>
                    <a:pt x="345465" y="162210"/>
                  </a:lnTo>
                  <a:lnTo>
                    <a:pt x="343076" y="162009"/>
                  </a:lnTo>
                  <a:cubicBezTo>
                    <a:pt x="343076" y="162009"/>
                    <a:pt x="341999" y="162345"/>
                    <a:pt x="341763" y="162648"/>
                  </a:cubicBezTo>
                  <a:cubicBezTo>
                    <a:pt x="341562" y="162984"/>
                    <a:pt x="340350" y="164834"/>
                    <a:pt x="340013" y="165272"/>
                  </a:cubicBezTo>
                  <a:cubicBezTo>
                    <a:pt x="339677" y="165709"/>
                    <a:pt x="336850" y="169308"/>
                    <a:pt x="336210" y="169611"/>
                  </a:cubicBezTo>
                  <a:cubicBezTo>
                    <a:pt x="335571" y="169948"/>
                    <a:pt x="332307" y="170587"/>
                    <a:pt x="332307" y="170587"/>
                  </a:cubicBezTo>
                  <a:lnTo>
                    <a:pt x="326215" y="169948"/>
                  </a:lnTo>
                  <a:lnTo>
                    <a:pt x="321638" y="166920"/>
                  </a:lnTo>
                  <a:lnTo>
                    <a:pt x="317297" y="160932"/>
                  </a:lnTo>
                  <a:lnTo>
                    <a:pt x="314671" y="156155"/>
                  </a:lnTo>
                  <a:lnTo>
                    <a:pt x="312820" y="151816"/>
                  </a:lnTo>
                  <a:cubicBezTo>
                    <a:pt x="312820" y="151816"/>
                    <a:pt x="310869" y="147140"/>
                    <a:pt x="309994" y="147039"/>
                  </a:cubicBezTo>
                  <a:cubicBezTo>
                    <a:pt x="309118" y="146938"/>
                    <a:pt x="307604" y="144449"/>
                    <a:pt x="307166" y="144112"/>
                  </a:cubicBezTo>
                  <a:cubicBezTo>
                    <a:pt x="306729" y="143776"/>
                    <a:pt x="305315" y="140109"/>
                    <a:pt x="304979" y="139975"/>
                  </a:cubicBezTo>
                  <a:cubicBezTo>
                    <a:pt x="304642" y="139874"/>
                    <a:pt x="304743" y="137586"/>
                    <a:pt x="303902" y="136072"/>
                  </a:cubicBezTo>
                  <a:cubicBezTo>
                    <a:pt x="303027" y="134559"/>
                    <a:pt x="302488" y="132473"/>
                    <a:pt x="302388" y="132036"/>
                  </a:cubicBezTo>
                  <a:cubicBezTo>
                    <a:pt x="302286" y="131598"/>
                    <a:pt x="302286" y="129412"/>
                    <a:pt x="302388" y="129109"/>
                  </a:cubicBezTo>
                  <a:cubicBezTo>
                    <a:pt x="302488" y="128773"/>
                    <a:pt x="303801" y="128234"/>
                    <a:pt x="304239" y="128234"/>
                  </a:cubicBezTo>
                  <a:cubicBezTo>
                    <a:pt x="304676" y="128234"/>
                    <a:pt x="306089" y="127797"/>
                    <a:pt x="306089" y="127797"/>
                  </a:cubicBezTo>
                  <a:cubicBezTo>
                    <a:pt x="306089" y="127797"/>
                    <a:pt x="307301" y="127360"/>
                    <a:pt x="311643" y="126821"/>
                  </a:cubicBezTo>
                  <a:cubicBezTo>
                    <a:pt x="315984" y="126283"/>
                    <a:pt x="313931" y="126283"/>
                    <a:pt x="314234" y="126182"/>
                  </a:cubicBezTo>
                  <a:cubicBezTo>
                    <a:pt x="314571" y="126081"/>
                    <a:pt x="315008" y="125745"/>
                    <a:pt x="315748" y="125409"/>
                  </a:cubicBezTo>
                  <a:cubicBezTo>
                    <a:pt x="316523" y="125072"/>
                    <a:pt x="317498" y="123121"/>
                    <a:pt x="317936" y="122583"/>
                  </a:cubicBezTo>
                  <a:cubicBezTo>
                    <a:pt x="318373" y="122045"/>
                    <a:pt x="318474" y="120968"/>
                    <a:pt x="318710" y="120531"/>
                  </a:cubicBezTo>
                  <a:cubicBezTo>
                    <a:pt x="318912" y="120094"/>
                    <a:pt x="319047" y="117167"/>
                    <a:pt x="319047" y="116730"/>
                  </a:cubicBezTo>
                  <a:cubicBezTo>
                    <a:pt x="319047" y="116292"/>
                    <a:pt x="319047" y="115081"/>
                    <a:pt x="318710" y="114644"/>
                  </a:cubicBezTo>
                  <a:cubicBezTo>
                    <a:pt x="318373" y="114207"/>
                    <a:pt x="318071" y="113029"/>
                    <a:pt x="318071" y="113029"/>
                  </a:cubicBezTo>
                  <a:cubicBezTo>
                    <a:pt x="318071" y="113029"/>
                    <a:pt x="315580" y="110977"/>
                    <a:pt x="315143" y="110977"/>
                  </a:cubicBezTo>
                  <a:cubicBezTo>
                    <a:pt x="314705" y="110977"/>
                    <a:pt x="313090" y="109901"/>
                    <a:pt x="313090" y="109901"/>
                  </a:cubicBezTo>
                  <a:lnTo>
                    <a:pt x="310061" y="105898"/>
                  </a:lnTo>
                  <a:lnTo>
                    <a:pt x="308849" y="102096"/>
                  </a:lnTo>
                  <a:lnTo>
                    <a:pt x="308748" y="99069"/>
                  </a:lnTo>
                  <a:lnTo>
                    <a:pt x="304844" y="92442"/>
                  </a:lnTo>
                  <a:lnTo>
                    <a:pt x="301681" y="84402"/>
                  </a:lnTo>
                  <a:lnTo>
                    <a:pt x="300469" y="80062"/>
                  </a:lnTo>
                  <a:lnTo>
                    <a:pt x="298517" y="77472"/>
                  </a:lnTo>
                  <a:cubicBezTo>
                    <a:pt x="298517" y="77472"/>
                    <a:pt x="293637" y="77808"/>
                    <a:pt x="293200" y="77808"/>
                  </a:cubicBezTo>
                  <a:cubicBezTo>
                    <a:pt x="292762" y="77808"/>
                    <a:pt x="289397" y="74882"/>
                    <a:pt x="289397" y="74882"/>
                  </a:cubicBezTo>
                  <a:lnTo>
                    <a:pt x="287445" y="71182"/>
                  </a:lnTo>
                  <a:cubicBezTo>
                    <a:pt x="287445" y="71182"/>
                    <a:pt x="284719" y="68793"/>
                    <a:pt x="284180" y="68019"/>
                  </a:cubicBezTo>
                  <a:cubicBezTo>
                    <a:pt x="283642" y="67246"/>
                    <a:pt x="282969" y="65295"/>
                    <a:pt x="282531" y="64655"/>
                  </a:cubicBezTo>
                  <a:cubicBezTo>
                    <a:pt x="282094" y="64016"/>
                    <a:pt x="281555" y="62031"/>
                    <a:pt x="281555" y="62031"/>
                  </a:cubicBezTo>
                  <a:cubicBezTo>
                    <a:pt x="281555" y="62031"/>
                    <a:pt x="281118" y="58668"/>
                    <a:pt x="281118" y="58028"/>
                  </a:cubicBezTo>
                  <a:cubicBezTo>
                    <a:pt x="281118" y="57389"/>
                    <a:pt x="281757" y="55304"/>
                    <a:pt x="281757" y="55304"/>
                  </a:cubicBezTo>
                  <a:cubicBezTo>
                    <a:pt x="281757" y="55304"/>
                    <a:pt x="282531" y="53554"/>
                    <a:pt x="282969" y="52915"/>
                  </a:cubicBezTo>
                  <a:cubicBezTo>
                    <a:pt x="283406" y="52276"/>
                    <a:pt x="283844" y="51502"/>
                    <a:pt x="283844" y="51502"/>
                  </a:cubicBezTo>
                  <a:cubicBezTo>
                    <a:pt x="283844" y="51502"/>
                    <a:pt x="282228" y="48777"/>
                    <a:pt x="281892" y="48777"/>
                  </a:cubicBezTo>
                  <a:cubicBezTo>
                    <a:pt x="281555" y="48777"/>
                    <a:pt x="279940" y="48576"/>
                    <a:pt x="279940" y="48576"/>
                  </a:cubicBezTo>
                  <a:cubicBezTo>
                    <a:pt x="279940" y="48576"/>
                    <a:pt x="277012" y="49013"/>
                    <a:pt x="276137" y="49013"/>
                  </a:cubicBezTo>
                  <a:cubicBezTo>
                    <a:pt x="275262" y="49013"/>
                    <a:pt x="274521" y="49652"/>
                    <a:pt x="274185" y="49787"/>
                  </a:cubicBezTo>
                  <a:cubicBezTo>
                    <a:pt x="273849" y="49888"/>
                    <a:pt x="273209" y="50863"/>
                    <a:pt x="273209" y="50863"/>
                  </a:cubicBezTo>
                  <a:cubicBezTo>
                    <a:pt x="273209" y="50863"/>
                    <a:pt x="271897" y="52915"/>
                    <a:pt x="271594" y="53252"/>
                  </a:cubicBezTo>
                  <a:cubicBezTo>
                    <a:pt x="271257" y="53588"/>
                    <a:pt x="270718" y="54664"/>
                    <a:pt x="270718" y="54664"/>
                  </a:cubicBezTo>
                  <a:lnTo>
                    <a:pt x="270382" y="58264"/>
                  </a:lnTo>
                  <a:cubicBezTo>
                    <a:pt x="270382" y="58264"/>
                    <a:pt x="267791" y="61292"/>
                    <a:pt x="267017" y="61426"/>
                  </a:cubicBezTo>
                  <a:cubicBezTo>
                    <a:pt x="266243" y="61527"/>
                    <a:pt x="265502" y="63041"/>
                    <a:pt x="265502" y="63041"/>
                  </a:cubicBezTo>
                  <a:cubicBezTo>
                    <a:pt x="265502" y="63041"/>
                    <a:pt x="264291" y="66741"/>
                    <a:pt x="263988" y="67279"/>
                  </a:cubicBezTo>
                  <a:cubicBezTo>
                    <a:pt x="263651" y="67818"/>
                    <a:pt x="261262" y="70980"/>
                    <a:pt x="261262" y="70980"/>
                  </a:cubicBezTo>
                  <a:cubicBezTo>
                    <a:pt x="261262" y="70980"/>
                    <a:pt x="260084" y="72931"/>
                    <a:pt x="259613" y="73469"/>
                  </a:cubicBezTo>
                  <a:cubicBezTo>
                    <a:pt x="259175" y="74007"/>
                    <a:pt x="257223" y="76059"/>
                    <a:pt x="256886" y="76396"/>
                  </a:cubicBezTo>
                  <a:cubicBezTo>
                    <a:pt x="256550" y="76732"/>
                    <a:pt x="255574" y="78145"/>
                    <a:pt x="254262" y="79020"/>
                  </a:cubicBezTo>
                  <a:cubicBezTo>
                    <a:pt x="252949" y="79894"/>
                    <a:pt x="253185" y="79793"/>
                    <a:pt x="252848" y="79894"/>
                  </a:cubicBezTo>
                  <a:cubicBezTo>
                    <a:pt x="252511" y="79995"/>
                    <a:pt x="251334" y="80231"/>
                    <a:pt x="249482" y="80769"/>
                  </a:cubicBezTo>
                  <a:cubicBezTo>
                    <a:pt x="247631" y="81307"/>
                    <a:pt x="245882" y="80769"/>
                    <a:pt x="245343" y="81004"/>
                  </a:cubicBezTo>
                  <a:cubicBezTo>
                    <a:pt x="244805" y="81240"/>
                    <a:pt x="243055" y="82182"/>
                    <a:pt x="242853" y="82619"/>
                  </a:cubicBezTo>
                  <a:cubicBezTo>
                    <a:pt x="242651" y="83056"/>
                    <a:pt x="241978" y="84133"/>
                    <a:pt x="241978" y="84469"/>
                  </a:cubicBezTo>
                  <a:cubicBezTo>
                    <a:pt x="241978" y="84806"/>
                    <a:pt x="241540" y="85781"/>
                    <a:pt x="241439" y="86656"/>
                  </a:cubicBezTo>
                  <a:cubicBezTo>
                    <a:pt x="241338" y="87530"/>
                    <a:pt x="240699" y="90894"/>
                    <a:pt x="240699" y="90894"/>
                  </a:cubicBezTo>
                  <a:cubicBezTo>
                    <a:pt x="240699" y="90894"/>
                    <a:pt x="240699" y="92408"/>
                    <a:pt x="240699" y="93485"/>
                  </a:cubicBezTo>
                  <a:cubicBezTo>
                    <a:pt x="240699" y="94561"/>
                    <a:pt x="242449" y="99573"/>
                    <a:pt x="242449" y="99573"/>
                  </a:cubicBezTo>
                  <a:cubicBezTo>
                    <a:pt x="242449" y="99573"/>
                    <a:pt x="242449" y="102399"/>
                    <a:pt x="242449" y="103476"/>
                  </a:cubicBezTo>
                  <a:cubicBezTo>
                    <a:pt x="242449" y="104552"/>
                    <a:pt x="241574" y="110977"/>
                    <a:pt x="241574" y="111414"/>
                  </a:cubicBezTo>
                  <a:cubicBezTo>
                    <a:pt x="241574" y="111852"/>
                    <a:pt x="240497" y="115653"/>
                    <a:pt x="240396" y="116090"/>
                  </a:cubicBezTo>
                  <a:cubicBezTo>
                    <a:pt x="240295" y="116528"/>
                    <a:pt x="234304" y="116427"/>
                    <a:pt x="234304" y="116427"/>
                  </a:cubicBezTo>
                  <a:lnTo>
                    <a:pt x="229424" y="110002"/>
                  </a:lnTo>
                  <a:lnTo>
                    <a:pt x="225621" y="105561"/>
                  </a:lnTo>
                  <a:lnTo>
                    <a:pt x="220607" y="98497"/>
                  </a:lnTo>
                  <a:lnTo>
                    <a:pt x="219092" y="89582"/>
                  </a:lnTo>
                  <a:lnTo>
                    <a:pt x="218217" y="85142"/>
                  </a:lnTo>
                  <a:lnTo>
                    <a:pt x="218554" y="79490"/>
                  </a:lnTo>
                  <a:lnTo>
                    <a:pt x="219092" y="76665"/>
                  </a:lnTo>
                  <a:lnTo>
                    <a:pt x="220169" y="72763"/>
                  </a:lnTo>
                  <a:lnTo>
                    <a:pt x="219833" y="70038"/>
                  </a:lnTo>
                  <a:lnTo>
                    <a:pt x="219833" y="62099"/>
                  </a:lnTo>
                  <a:lnTo>
                    <a:pt x="219294" y="58836"/>
                  </a:lnTo>
                  <a:lnTo>
                    <a:pt x="218958" y="55035"/>
                  </a:lnTo>
                  <a:lnTo>
                    <a:pt x="218083" y="50897"/>
                  </a:lnTo>
                  <a:lnTo>
                    <a:pt x="218083" y="47297"/>
                  </a:lnTo>
                  <a:lnTo>
                    <a:pt x="220203" y="43732"/>
                  </a:lnTo>
                  <a:lnTo>
                    <a:pt x="222323" y="37004"/>
                  </a:lnTo>
                  <a:lnTo>
                    <a:pt x="224915" y="31251"/>
                  </a:lnTo>
                  <a:lnTo>
                    <a:pt x="226429" y="24523"/>
                  </a:lnTo>
                  <a:lnTo>
                    <a:pt x="227304" y="21496"/>
                  </a:lnTo>
                  <a:lnTo>
                    <a:pt x="227742" y="18872"/>
                  </a:lnTo>
                  <a:lnTo>
                    <a:pt x="227102" y="9318"/>
                  </a:lnTo>
                  <a:lnTo>
                    <a:pt x="226766" y="5618"/>
                  </a:lnTo>
                  <a:cubicBezTo>
                    <a:pt x="226766" y="5618"/>
                    <a:pt x="223602" y="1379"/>
                    <a:pt x="223165" y="1379"/>
                  </a:cubicBezTo>
                  <a:cubicBezTo>
                    <a:pt x="222727" y="1379"/>
                    <a:pt x="221549" y="1178"/>
                    <a:pt x="221549" y="1178"/>
                  </a:cubicBezTo>
                  <a:cubicBezTo>
                    <a:pt x="221549" y="1178"/>
                    <a:pt x="220035" y="639"/>
                    <a:pt x="219496" y="538"/>
                  </a:cubicBezTo>
                  <a:cubicBezTo>
                    <a:pt x="218958" y="437"/>
                    <a:pt x="216333" y="0"/>
                    <a:pt x="215256" y="0"/>
                  </a:cubicBezTo>
                  <a:cubicBezTo>
                    <a:pt x="214179" y="0"/>
                    <a:pt x="213203" y="538"/>
                    <a:pt x="211890" y="538"/>
                  </a:cubicBezTo>
                  <a:cubicBezTo>
                    <a:pt x="210578" y="538"/>
                    <a:pt x="208525" y="2388"/>
                    <a:pt x="208525" y="2388"/>
                  </a:cubicBezTo>
                  <a:lnTo>
                    <a:pt x="205900" y="4037"/>
                  </a:lnTo>
                  <a:lnTo>
                    <a:pt x="205900" y="4575"/>
                  </a:lnTo>
                  <a:lnTo>
                    <a:pt x="209602" y="9251"/>
                  </a:lnTo>
                  <a:cubicBezTo>
                    <a:pt x="209602" y="9251"/>
                    <a:pt x="210578" y="10899"/>
                    <a:pt x="210241" y="11000"/>
                  </a:cubicBezTo>
                  <a:cubicBezTo>
                    <a:pt x="209905" y="11101"/>
                    <a:pt x="209063" y="11539"/>
                    <a:pt x="208727" y="11774"/>
                  </a:cubicBezTo>
                  <a:cubicBezTo>
                    <a:pt x="208390" y="12009"/>
                    <a:pt x="207414" y="13826"/>
                    <a:pt x="207414" y="13826"/>
                  </a:cubicBezTo>
                  <a:lnTo>
                    <a:pt x="207852" y="14701"/>
                  </a:lnTo>
                  <a:lnTo>
                    <a:pt x="209501" y="16114"/>
                  </a:lnTo>
                  <a:lnTo>
                    <a:pt x="210140" y="17426"/>
                  </a:lnTo>
                  <a:cubicBezTo>
                    <a:pt x="210140" y="17426"/>
                    <a:pt x="210241" y="19612"/>
                    <a:pt x="210241" y="20049"/>
                  </a:cubicBezTo>
                  <a:cubicBezTo>
                    <a:pt x="210241" y="20487"/>
                    <a:pt x="209905" y="22236"/>
                    <a:pt x="209905" y="22236"/>
                  </a:cubicBezTo>
                  <a:lnTo>
                    <a:pt x="207414" y="22337"/>
                  </a:lnTo>
                  <a:cubicBezTo>
                    <a:pt x="207414" y="22337"/>
                    <a:pt x="204789" y="22438"/>
                    <a:pt x="204486" y="22438"/>
                  </a:cubicBezTo>
                  <a:cubicBezTo>
                    <a:pt x="204150" y="22438"/>
                    <a:pt x="203275" y="23851"/>
                    <a:pt x="203275" y="23851"/>
                  </a:cubicBezTo>
                  <a:lnTo>
                    <a:pt x="205227" y="26441"/>
                  </a:lnTo>
                  <a:lnTo>
                    <a:pt x="204587" y="27517"/>
                  </a:lnTo>
                  <a:lnTo>
                    <a:pt x="201424" y="28829"/>
                  </a:lnTo>
                  <a:lnTo>
                    <a:pt x="200549" y="31218"/>
                  </a:lnTo>
                  <a:cubicBezTo>
                    <a:pt x="200549" y="31218"/>
                    <a:pt x="200751" y="33707"/>
                    <a:pt x="200751" y="34144"/>
                  </a:cubicBezTo>
                  <a:cubicBezTo>
                    <a:pt x="200751" y="34582"/>
                    <a:pt x="200953" y="36331"/>
                    <a:pt x="200953" y="36331"/>
                  </a:cubicBezTo>
                  <a:lnTo>
                    <a:pt x="201929" y="39897"/>
                  </a:lnTo>
                  <a:cubicBezTo>
                    <a:pt x="201929" y="39897"/>
                    <a:pt x="201727" y="40973"/>
                    <a:pt x="201289" y="41209"/>
                  </a:cubicBezTo>
                  <a:cubicBezTo>
                    <a:pt x="200852" y="41444"/>
                    <a:pt x="199001" y="42823"/>
                    <a:pt x="199001" y="42823"/>
                  </a:cubicBezTo>
                  <a:lnTo>
                    <a:pt x="196308" y="43160"/>
                  </a:lnTo>
                  <a:lnTo>
                    <a:pt x="193683" y="43160"/>
                  </a:lnTo>
                  <a:cubicBezTo>
                    <a:pt x="193683" y="43160"/>
                    <a:pt x="192707" y="42790"/>
                    <a:pt x="192371" y="42790"/>
                  </a:cubicBezTo>
                  <a:cubicBezTo>
                    <a:pt x="192034" y="42790"/>
                    <a:pt x="191058" y="42521"/>
                    <a:pt x="191058" y="42521"/>
                  </a:cubicBezTo>
                  <a:lnTo>
                    <a:pt x="190183" y="40569"/>
                  </a:lnTo>
                  <a:lnTo>
                    <a:pt x="190183" y="38181"/>
                  </a:lnTo>
                  <a:lnTo>
                    <a:pt x="190284" y="35692"/>
                  </a:lnTo>
                  <a:lnTo>
                    <a:pt x="190722" y="32092"/>
                  </a:lnTo>
                  <a:lnTo>
                    <a:pt x="191260" y="28930"/>
                  </a:lnTo>
                  <a:lnTo>
                    <a:pt x="190284" y="23178"/>
                  </a:lnTo>
                  <a:lnTo>
                    <a:pt x="189510" y="21597"/>
                  </a:lnTo>
                  <a:cubicBezTo>
                    <a:pt x="189510" y="21597"/>
                    <a:pt x="186044" y="21428"/>
                    <a:pt x="185371" y="21597"/>
                  </a:cubicBezTo>
                  <a:cubicBezTo>
                    <a:pt x="185371" y="21597"/>
                    <a:pt x="184495" y="24389"/>
                    <a:pt x="184159" y="24591"/>
                  </a:cubicBezTo>
                  <a:cubicBezTo>
                    <a:pt x="183823" y="24792"/>
                    <a:pt x="183082" y="24490"/>
                    <a:pt x="183082" y="24490"/>
                  </a:cubicBezTo>
                  <a:cubicBezTo>
                    <a:pt x="183082" y="24490"/>
                    <a:pt x="183082" y="24490"/>
                    <a:pt x="182005" y="23716"/>
                  </a:cubicBezTo>
                  <a:cubicBezTo>
                    <a:pt x="180928" y="22942"/>
                    <a:pt x="181366" y="22841"/>
                    <a:pt x="181231" y="21967"/>
                  </a:cubicBezTo>
                  <a:cubicBezTo>
                    <a:pt x="181130" y="21092"/>
                    <a:pt x="178943" y="21967"/>
                    <a:pt x="178943" y="21967"/>
                  </a:cubicBezTo>
                  <a:lnTo>
                    <a:pt x="177866" y="22606"/>
                  </a:lnTo>
                  <a:cubicBezTo>
                    <a:pt x="177866" y="22606"/>
                    <a:pt x="175914" y="23918"/>
                    <a:pt x="175240" y="24120"/>
                  </a:cubicBezTo>
                  <a:cubicBezTo>
                    <a:pt x="174601" y="24322"/>
                    <a:pt x="173928" y="24994"/>
                    <a:pt x="173928" y="24994"/>
                  </a:cubicBezTo>
                  <a:lnTo>
                    <a:pt x="173726" y="26306"/>
                  </a:lnTo>
                  <a:cubicBezTo>
                    <a:pt x="173726" y="26306"/>
                    <a:pt x="175039" y="29031"/>
                    <a:pt x="175342" y="29233"/>
                  </a:cubicBezTo>
                  <a:cubicBezTo>
                    <a:pt x="175678" y="29468"/>
                    <a:pt x="175880" y="32059"/>
                    <a:pt x="175880" y="32496"/>
                  </a:cubicBezTo>
                  <a:cubicBezTo>
                    <a:pt x="175880" y="32933"/>
                    <a:pt x="175678" y="35221"/>
                    <a:pt x="175678" y="35658"/>
                  </a:cubicBezTo>
                  <a:cubicBezTo>
                    <a:pt x="175678" y="36095"/>
                    <a:pt x="175039" y="37407"/>
                    <a:pt x="174702" y="37508"/>
                  </a:cubicBezTo>
                  <a:cubicBezTo>
                    <a:pt x="174366" y="37609"/>
                    <a:pt x="173289" y="39897"/>
                    <a:pt x="173289" y="39897"/>
                  </a:cubicBezTo>
                  <a:lnTo>
                    <a:pt x="171236" y="41545"/>
                  </a:lnTo>
                  <a:cubicBezTo>
                    <a:pt x="171236" y="41545"/>
                    <a:pt x="171236" y="43193"/>
                    <a:pt x="171337" y="43496"/>
                  </a:cubicBezTo>
                  <a:cubicBezTo>
                    <a:pt x="171437" y="43833"/>
                    <a:pt x="173928" y="46759"/>
                    <a:pt x="173928" y="46759"/>
                  </a:cubicBezTo>
                  <a:cubicBezTo>
                    <a:pt x="173928" y="46759"/>
                    <a:pt x="174803" y="49047"/>
                    <a:pt x="174904" y="49820"/>
                  </a:cubicBezTo>
                  <a:cubicBezTo>
                    <a:pt x="175005" y="50594"/>
                    <a:pt x="174904" y="52982"/>
                    <a:pt x="174904" y="52982"/>
                  </a:cubicBezTo>
                  <a:lnTo>
                    <a:pt x="172178" y="55270"/>
                  </a:lnTo>
                  <a:lnTo>
                    <a:pt x="170327" y="57558"/>
                  </a:lnTo>
                  <a:cubicBezTo>
                    <a:pt x="170327" y="57558"/>
                    <a:pt x="168274" y="59408"/>
                    <a:pt x="168139" y="59744"/>
                  </a:cubicBezTo>
                  <a:cubicBezTo>
                    <a:pt x="168039" y="60081"/>
                    <a:pt x="168039" y="61258"/>
                    <a:pt x="168039" y="61594"/>
                  </a:cubicBezTo>
                  <a:cubicBezTo>
                    <a:pt x="168039" y="61931"/>
                    <a:pt x="167937" y="64218"/>
                    <a:pt x="167937" y="65194"/>
                  </a:cubicBezTo>
                  <a:cubicBezTo>
                    <a:pt x="167937" y="66169"/>
                    <a:pt x="168375" y="68558"/>
                    <a:pt x="168375" y="68558"/>
                  </a:cubicBezTo>
                  <a:cubicBezTo>
                    <a:pt x="168375" y="68558"/>
                    <a:pt x="168577" y="71282"/>
                    <a:pt x="168577" y="72359"/>
                  </a:cubicBezTo>
                  <a:cubicBezTo>
                    <a:pt x="168577" y="73435"/>
                    <a:pt x="168779" y="75723"/>
                    <a:pt x="168779" y="76699"/>
                  </a:cubicBezTo>
                  <a:cubicBezTo>
                    <a:pt x="168779" y="77674"/>
                    <a:pt x="168981" y="78751"/>
                    <a:pt x="168981" y="78751"/>
                  </a:cubicBezTo>
                  <a:lnTo>
                    <a:pt x="170394" y="82013"/>
                  </a:lnTo>
                  <a:cubicBezTo>
                    <a:pt x="170394" y="82013"/>
                    <a:pt x="171572" y="84940"/>
                    <a:pt x="171808" y="85377"/>
                  </a:cubicBezTo>
                  <a:cubicBezTo>
                    <a:pt x="172043" y="85815"/>
                    <a:pt x="173558" y="89078"/>
                    <a:pt x="173558" y="89078"/>
                  </a:cubicBezTo>
                  <a:lnTo>
                    <a:pt x="174736" y="94931"/>
                  </a:lnTo>
                  <a:lnTo>
                    <a:pt x="174399" y="101558"/>
                  </a:lnTo>
                  <a:lnTo>
                    <a:pt x="173962" y="103610"/>
                  </a:lnTo>
                  <a:cubicBezTo>
                    <a:pt x="173962" y="103610"/>
                    <a:pt x="172212" y="108723"/>
                    <a:pt x="172111" y="109060"/>
                  </a:cubicBezTo>
                  <a:cubicBezTo>
                    <a:pt x="172010" y="109396"/>
                    <a:pt x="170899" y="111785"/>
                    <a:pt x="170495" y="111885"/>
                  </a:cubicBezTo>
                  <a:cubicBezTo>
                    <a:pt x="170058" y="111986"/>
                    <a:pt x="167668" y="114711"/>
                    <a:pt x="167668" y="114711"/>
                  </a:cubicBezTo>
                  <a:lnTo>
                    <a:pt x="164841" y="114610"/>
                  </a:lnTo>
                  <a:lnTo>
                    <a:pt x="163327" y="113971"/>
                  </a:lnTo>
                  <a:lnTo>
                    <a:pt x="161476" y="112659"/>
                  </a:lnTo>
                  <a:lnTo>
                    <a:pt x="157908" y="111011"/>
                  </a:lnTo>
                  <a:lnTo>
                    <a:pt x="154981" y="111011"/>
                  </a:lnTo>
                  <a:lnTo>
                    <a:pt x="153029" y="111885"/>
                  </a:lnTo>
                  <a:lnTo>
                    <a:pt x="151817" y="113399"/>
                  </a:lnTo>
                  <a:lnTo>
                    <a:pt x="150942" y="114913"/>
                  </a:lnTo>
                  <a:lnTo>
                    <a:pt x="148552" y="116326"/>
                  </a:lnTo>
                  <a:lnTo>
                    <a:pt x="145288" y="118176"/>
                  </a:lnTo>
                  <a:lnTo>
                    <a:pt x="142898" y="118075"/>
                  </a:lnTo>
                  <a:lnTo>
                    <a:pt x="140846" y="116662"/>
                  </a:lnTo>
                  <a:lnTo>
                    <a:pt x="139230" y="115687"/>
                  </a:lnTo>
                  <a:lnTo>
                    <a:pt x="138692" y="113937"/>
                  </a:lnTo>
                  <a:lnTo>
                    <a:pt x="137918" y="111885"/>
                  </a:lnTo>
                  <a:lnTo>
                    <a:pt x="137918" y="108286"/>
                  </a:lnTo>
                  <a:lnTo>
                    <a:pt x="138961" y="106537"/>
                  </a:lnTo>
                  <a:cubicBezTo>
                    <a:pt x="138961" y="106537"/>
                    <a:pt x="139567" y="104048"/>
                    <a:pt x="139129" y="103375"/>
                  </a:cubicBezTo>
                  <a:cubicBezTo>
                    <a:pt x="138692" y="102736"/>
                    <a:pt x="138692" y="100448"/>
                    <a:pt x="138692" y="100448"/>
                  </a:cubicBezTo>
                  <a:cubicBezTo>
                    <a:pt x="138692" y="100448"/>
                    <a:pt x="138894" y="98833"/>
                    <a:pt x="138894" y="98396"/>
                  </a:cubicBezTo>
                  <a:cubicBezTo>
                    <a:pt x="138894" y="97959"/>
                    <a:pt x="139870" y="96108"/>
                    <a:pt x="139870" y="95671"/>
                  </a:cubicBezTo>
                  <a:cubicBezTo>
                    <a:pt x="139870" y="95234"/>
                    <a:pt x="139668" y="93518"/>
                    <a:pt x="139668" y="93518"/>
                  </a:cubicBezTo>
                  <a:lnTo>
                    <a:pt x="138254" y="89616"/>
                  </a:lnTo>
                  <a:cubicBezTo>
                    <a:pt x="138254" y="89616"/>
                    <a:pt x="137480" y="87867"/>
                    <a:pt x="137480" y="87430"/>
                  </a:cubicBezTo>
                  <a:cubicBezTo>
                    <a:pt x="137480" y="86992"/>
                    <a:pt x="136605" y="85579"/>
                    <a:pt x="136605" y="85579"/>
                  </a:cubicBezTo>
                  <a:cubicBezTo>
                    <a:pt x="136605" y="85579"/>
                    <a:pt x="134855" y="83830"/>
                    <a:pt x="134216" y="84234"/>
                  </a:cubicBezTo>
                  <a:cubicBezTo>
                    <a:pt x="133576" y="84637"/>
                    <a:pt x="132466" y="84267"/>
                    <a:pt x="132466" y="84267"/>
                  </a:cubicBezTo>
                  <a:cubicBezTo>
                    <a:pt x="132466" y="84267"/>
                    <a:pt x="130278" y="84166"/>
                    <a:pt x="129639" y="84267"/>
                  </a:cubicBezTo>
                  <a:cubicBezTo>
                    <a:pt x="128999" y="84368"/>
                    <a:pt x="126374" y="85344"/>
                    <a:pt x="126374" y="85344"/>
                  </a:cubicBezTo>
                  <a:lnTo>
                    <a:pt x="125398" y="86555"/>
                  </a:lnTo>
                  <a:lnTo>
                    <a:pt x="123985" y="89280"/>
                  </a:lnTo>
                  <a:cubicBezTo>
                    <a:pt x="123985" y="89280"/>
                    <a:pt x="123985" y="91231"/>
                    <a:pt x="123985" y="91769"/>
                  </a:cubicBezTo>
                  <a:cubicBezTo>
                    <a:pt x="123985" y="92307"/>
                    <a:pt x="126105" y="94258"/>
                    <a:pt x="126441" y="94595"/>
                  </a:cubicBezTo>
                  <a:cubicBezTo>
                    <a:pt x="126778" y="94931"/>
                    <a:pt x="126812" y="97757"/>
                    <a:pt x="126812" y="97757"/>
                  </a:cubicBezTo>
                  <a:cubicBezTo>
                    <a:pt x="126812" y="97757"/>
                    <a:pt x="127350" y="101121"/>
                    <a:pt x="127014" y="101895"/>
                  </a:cubicBezTo>
                  <a:cubicBezTo>
                    <a:pt x="126677" y="102668"/>
                    <a:pt x="125701" y="103947"/>
                    <a:pt x="125263" y="104518"/>
                  </a:cubicBezTo>
                  <a:cubicBezTo>
                    <a:pt x="124826" y="105057"/>
                    <a:pt x="123413" y="105830"/>
                    <a:pt x="122975" y="106032"/>
                  </a:cubicBezTo>
                  <a:cubicBezTo>
                    <a:pt x="122537" y="106234"/>
                    <a:pt x="120686" y="107983"/>
                    <a:pt x="120686" y="107983"/>
                  </a:cubicBezTo>
                  <a:cubicBezTo>
                    <a:pt x="120686" y="107983"/>
                    <a:pt x="118499" y="109598"/>
                    <a:pt x="118095" y="109598"/>
                  </a:cubicBezTo>
                  <a:cubicBezTo>
                    <a:pt x="117658" y="109598"/>
                    <a:pt x="116244" y="110473"/>
                    <a:pt x="116244" y="110473"/>
                  </a:cubicBezTo>
                  <a:cubicBezTo>
                    <a:pt x="116244" y="110473"/>
                    <a:pt x="114629" y="111448"/>
                    <a:pt x="114191" y="111448"/>
                  </a:cubicBezTo>
                  <a:cubicBezTo>
                    <a:pt x="113754" y="111448"/>
                    <a:pt x="112340" y="112861"/>
                    <a:pt x="112004" y="112861"/>
                  </a:cubicBezTo>
                  <a:cubicBezTo>
                    <a:pt x="111667" y="112861"/>
                    <a:pt x="109816" y="114812"/>
                    <a:pt x="109816" y="114812"/>
                  </a:cubicBezTo>
                  <a:lnTo>
                    <a:pt x="108302" y="115990"/>
                  </a:lnTo>
                  <a:cubicBezTo>
                    <a:pt x="108302" y="115990"/>
                    <a:pt x="106686" y="118042"/>
                    <a:pt x="106249" y="118378"/>
                  </a:cubicBezTo>
                  <a:cubicBezTo>
                    <a:pt x="105811" y="118714"/>
                    <a:pt x="105710" y="120430"/>
                    <a:pt x="105710" y="120430"/>
                  </a:cubicBezTo>
                  <a:cubicBezTo>
                    <a:pt x="105710" y="120430"/>
                    <a:pt x="105172" y="122045"/>
                    <a:pt x="104835" y="122482"/>
                  </a:cubicBezTo>
                  <a:cubicBezTo>
                    <a:pt x="104499" y="122919"/>
                    <a:pt x="104633" y="123559"/>
                    <a:pt x="104499" y="124130"/>
                  </a:cubicBezTo>
                  <a:cubicBezTo>
                    <a:pt x="104398" y="124668"/>
                    <a:pt x="104263" y="126182"/>
                    <a:pt x="104263" y="127292"/>
                  </a:cubicBezTo>
                  <a:cubicBezTo>
                    <a:pt x="104263" y="128369"/>
                    <a:pt x="104364" y="128369"/>
                    <a:pt x="104499" y="128705"/>
                  </a:cubicBezTo>
                  <a:cubicBezTo>
                    <a:pt x="104600" y="129042"/>
                    <a:pt x="104835" y="130455"/>
                    <a:pt x="104835" y="130455"/>
                  </a:cubicBezTo>
                  <a:cubicBezTo>
                    <a:pt x="104835" y="130455"/>
                    <a:pt x="106047" y="132944"/>
                    <a:pt x="106249" y="133381"/>
                  </a:cubicBezTo>
                  <a:cubicBezTo>
                    <a:pt x="106450" y="133819"/>
                    <a:pt x="107225" y="136308"/>
                    <a:pt x="107561" y="137418"/>
                  </a:cubicBezTo>
                  <a:cubicBezTo>
                    <a:pt x="107898" y="138495"/>
                    <a:pt x="108537" y="139470"/>
                    <a:pt x="108537" y="139907"/>
                  </a:cubicBezTo>
                  <a:cubicBezTo>
                    <a:pt x="108537" y="140345"/>
                    <a:pt x="108975" y="143271"/>
                    <a:pt x="109176" y="143709"/>
                  </a:cubicBezTo>
                  <a:cubicBezTo>
                    <a:pt x="109412" y="144146"/>
                    <a:pt x="109951" y="146736"/>
                    <a:pt x="110253" y="148284"/>
                  </a:cubicBezTo>
                  <a:cubicBezTo>
                    <a:pt x="110590" y="149797"/>
                    <a:pt x="110455" y="151547"/>
                    <a:pt x="110455" y="152825"/>
                  </a:cubicBezTo>
                  <a:cubicBezTo>
                    <a:pt x="110455" y="154137"/>
                    <a:pt x="110018" y="154036"/>
                    <a:pt x="109479" y="155449"/>
                  </a:cubicBezTo>
                  <a:cubicBezTo>
                    <a:pt x="108941" y="156862"/>
                    <a:pt x="108268" y="158375"/>
                    <a:pt x="108167" y="158712"/>
                  </a:cubicBezTo>
                  <a:cubicBezTo>
                    <a:pt x="108066" y="159048"/>
                    <a:pt x="108268" y="161975"/>
                    <a:pt x="108369" y="162311"/>
                  </a:cubicBezTo>
                  <a:cubicBezTo>
                    <a:pt x="108470" y="162648"/>
                    <a:pt x="109984" y="166752"/>
                    <a:pt x="109984" y="166752"/>
                  </a:cubicBezTo>
                  <a:lnTo>
                    <a:pt x="112912" y="168602"/>
                  </a:lnTo>
                  <a:cubicBezTo>
                    <a:pt x="112912" y="168602"/>
                    <a:pt x="113552" y="171428"/>
                    <a:pt x="113552" y="171764"/>
                  </a:cubicBezTo>
                  <a:cubicBezTo>
                    <a:pt x="113552" y="172100"/>
                    <a:pt x="113451" y="173715"/>
                    <a:pt x="113451" y="173715"/>
                  </a:cubicBezTo>
                  <a:cubicBezTo>
                    <a:pt x="113451" y="173715"/>
                    <a:pt x="113451" y="175330"/>
                    <a:pt x="113552" y="175767"/>
                  </a:cubicBezTo>
                  <a:cubicBezTo>
                    <a:pt x="113653" y="176204"/>
                    <a:pt x="115066" y="178795"/>
                    <a:pt x="115302" y="179669"/>
                  </a:cubicBezTo>
                  <a:cubicBezTo>
                    <a:pt x="115537" y="180544"/>
                    <a:pt x="116951" y="182058"/>
                    <a:pt x="117153" y="182394"/>
                  </a:cubicBezTo>
                  <a:cubicBezTo>
                    <a:pt x="117355" y="182731"/>
                    <a:pt x="118667" y="184144"/>
                    <a:pt x="120754" y="185758"/>
                  </a:cubicBezTo>
                  <a:cubicBezTo>
                    <a:pt x="122807" y="187373"/>
                    <a:pt x="122807" y="187709"/>
                    <a:pt x="122807" y="187709"/>
                  </a:cubicBezTo>
                  <a:cubicBezTo>
                    <a:pt x="122807" y="187709"/>
                    <a:pt x="124456" y="188046"/>
                    <a:pt x="125836" y="187911"/>
                  </a:cubicBezTo>
                  <a:cubicBezTo>
                    <a:pt x="127249" y="187810"/>
                    <a:pt x="128225" y="187474"/>
                    <a:pt x="128326" y="187137"/>
                  </a:cubicBezTo>
                  <a:cubicBezTo>
                    <a:pt x="128427" y="186801"/>
                    <a:pt x="128965" y="186061"/>
                    <a:pt x="129201" y="185085"/>
                  </a:cubicBezTo>
                  <a:cubicBezTo>
                    <a:pt x="129403" y="184110"/>
                    <a:pt x="129840" y="182260"/>
                    <a:pt x="129840" y="182260"/>
                  </a:cubicBezTo>
                  <a:lnTo>
                    <a:pt x="131893" y="180309"/>
                  </a:lnTo>
                  <a:cubicBezTo>
                    <a:pt x="131893" y="180309"/>
                    <a:pt x="132970" y="180510"/>
                    <a:pt x="133744" y="180510"/>
                  </a:cubicBezTo>
                  <a:cubicBezTo>
                    <a:pt x="134518" y="180510"/>
                    <a:pt x="135595" y="180948"/>
                    <a:pt x="135595" y="180948"/>
                  </a:cubicBezTo>
                  <a:cubicBezTo>
                    <a:pt x="135595" y="180948"/>
                    <a:pt x="136369" y="180309"/>
                    <a:pt x="136369" y="179871"/>
                  </a:cubicBezTo>
                  <a:cubicBezTo>
                    <a:pt x="136369" y="179434"/>
                    <a:pt x="136706" y="178021"/>
                    <a:pt x="136706" y="178021"/>
                  </a:cubicBezTo>
                  <a:lnTo>
                    <a:pt x="140307" y="177247"/>
                  </a:lnTo>
                  <a:lnTo>
                    <a:pt x="141821" y="177786"/>
                  </a:lnTo>
                  <a:cubicBezTo>
                    <a:pt x="141821" y="177786"/>
                    <a:pt x="143336" y="179434"/>
                    <a:pt x="143672" y="179838"/>
                  </a:cubicBezTo>
                  <a:cubicBezTo>
                    <a:pt x="144009" y="180275"/>
                    <a:pt x="143773" y="181150"/>
                    <a:pt x="143773" y="181150"/>
                  </a:cubicBezTo>
                  <a:cubicBezTo>
                    <a:pt x="143773" y="181150"/>
                    <a:pt x="144211" y="182764"/>
                    <a:pt x="144985" y="183975"/>
                  </a:cubicBezTo>
                  <a:cubicBezTo>
                    <a:pt x="145759" y="185186"/>
                    <a:pt x="147375" y="183975"/>
                    <a:pt x="147375" y="183975"/>
                  </a:cubicBezTo>
                  <a:lnTo>
                    <a:pt x="149125" y="183975"/>
                  </a:lnTo>
                  <a:lnTo>
                    <a:pt x="149899" y="183975"/>
                  </a:lnTo>
                  <a:lnTo>
                    <a:pt x="153264" y="185422"/>
                  </a:lnTo>
                  <a:lnTo>
                    <a:pt x="153466" y="190030"/>
                  </a:lnTo>
                  <a:lnTo>
                    <a:pt x="153466" y="194605"/>
                  </a:lnTo>
                  <a:cubicBezTo>
                    <a:pt x="153466" y="194605"/>
                    <a:pt x="155216" y="206110"/>
                    <a:pt x="155216" y="206985"/>
                  </a:cubicBezTo>
                  <a:cubicBezTo>
                    <a:pt x="155216" y="207859"/>
                    <a:pt x="154139" y="211560"/>
                    <a:pt x="154139" y="211560"/>
                  </a:cubicBezTo>
                  <a:lnTo>
                    <a:pt x="151009" y="219465"/>
                  </a:lnTo>
                  <a:cubicBezTo>
                    <a:pt x="151009" y="219465"/>
                    <a:pt x="150437" y="222930"/>
                    <a:pt x="150437" y="224242"/>
                  </a:cubicBezTo>
                  <a:cubicBezTo>
                    <a:pt x="150437" y="225554"/>
                    <a:pt x="151312" y="232349"/>
                    <a:pt x="151750" y="232652"/>
                  </a:cubicBezTo>
                  <a:cubicBezTo>
                    <a:pt x="152187" y="232921"/>
                    <a:pt x="152490" y="235242"/>
                    <a:pt x="152490" y="235242"/>
                  </a:cubicBezTo>
                  <a:lnTo>
                    <a:pt x="152355" y="243921"/>
                  </a:lnTo>
                  <a:lnTo>
                    <a:pt x="151783" y="248832"/>
                  </a:lnTo>
                  <a:lnTo>
                    <a:pt x="151649" y="255190"/>
                  </a:lnTo>
                  <a:lnTo>
                    <a:pt x="151783" y="259530"/>
                  </a:lnTo>
                  <a:cubicBezTo>
                    <a:pt x="151783" y="259530"/>
                    <a:pt x="151783" y="264038"/>
                    <a:pt x="151783" y="264441"/>
                  </a:cubicBezTo>
                  <a:cubicBezTo>
                    <a:pt x="151783" y="264879"/>
                    <a:pt x="152086" y="265888"/>
                    <a:pt x="151918" y="266325"/>
                  </a:cubicBezTo>
                  <a:cubicBezTo>
                    <a:pt x="151783" y="266762"/>
                    <a:pt x="151480" y="270093"/>
                    <a:pt x="151480" y="270093"/>
                  </a:cubicBezTo>
                  <a:cubicBezTo>
                    <a:pt x="151480" y="270093"/>
                    <a:pt x="150302" y="272279"/>
                    <a:pt x="149899" y="272683"/>
                  </a:cubicBezTo>
                  <a:cubicBezTo>
                    <a:pt x="149495" y="273087"/>
                    <a:pt x="148452" y="275273"/>
                    <a:pt x="148452" y="275273"/>
                  </a:cubicBezTo>
                  <a:cubicBezTo>
                    <a:pt x="148452" y="275273"/>
                    <a:pt x="148754" y="278738"/>
                    <a:pt x="149461" y="279915"/>
                  </a:cubicBezTo>
                  <a:cubicBezTo>
                    <a:pt x="150168" y="281093"/>
                    <a:pt x="151043" y="282674"/>
                    <a:pt x="151043" y="283246"/>
                  </a:cubicBezTo>
                  <a:cubicBezTo>
                    <a:pt x="151043" y="283818"/>
                    <a:pt x="151918" y="289032"/>
                    <a:pt x="151918" y="289604"/>
                  </a:cubicBezTo>
                  <a:cubicBezTo>
                    <a:pt x="151918" y="290176"/>
                    <a:pt x="152658" y="298451"/>
                    <a:pt x="152658" y="299023"/>
                  </a:cubicBezTo>
                  <a:cubicBezTo>
                    <a:pt x="152658" y="299595"/>
                    <a:pt x="149899" y="304674"/>
                    <a:pt x="149899" y="304674"/>
                  </a:cubicBezTo>
                  <a:cubicBezTo>
                    <a:pt x="149899" y="304674"/>
                    <a:pt x="149394" y="309014"/>
                    <a:pt x="148855" y="309888"/>
                  </a:cubicBezTo>
                  <a:cubicBezTo>
                    <a:pt x="148317" y="310763"/>
                    <a:pt x="146264" y="312378"/>
                    <a:pt x="146028" y="312714"/>
                  </a:cubicBezTo>
                  <a:cubicBezTo>
                    <a:pt x="145826" y="313050"/>
                    <a:pt x="144850" y="314564"/>
                    <a:pt x="144177" y="315876"/>
                  </a:cubicBezTo>
                  <a:cubicBezTo>
                    <a:pt x="143538" y="317188"/>
                    <a:pt x="144177" y="317726"/>
                    <a:pt x="144615" y="318601"/>
                  </a:cubicBezTo>
                  <a:cubicBezTo>
                    <a:pt x="145052" y="319476"/>
                    <a:pt x="145490" y="320990"/>
                    <a:pt x="145793" y="321662"/>
                  </a:cubicBezTo>
                  <a:cubicBezTo>
                    <a:pt x="146129" y="322301"/>
                    <a:pt x="146567" y="323849"/>
                    <a:pt x="146432" y="324387"/>
                  </a:cubicBezTo>
                  <a:cubicBezTo>
                    <a:pt x="146331" y="324925"/>
                    <a:pt x="144581" y="325800"/>
                    <a:pt x="144043" y="326002"/>
                  </a:cubicBezTo>
                  <a:cubicBezTo>
                    <a:pt x="143504" y="326237"/>
                    <a:pt x="141552" y="328289"/>
                    <a:pt x="141552" y="328289"/>
                  </a:cubicBezTo>
                  <a:lnTo>
                    <a:pt x="138456" y="331115"/>
                  </a:lnTo>
                  <a:cubicBezTo>
                    <a:pt x="138456" y="331115"/>
                    <a:pt x="137110" y="332360"/>
                    <a:pt x="136942" y="332427"/>
                  </a:cubicBezTo>
                  <a:cubicBezTo>
                    <a:pt x="136773" y="332494"/>
                    <a:pt x="136336" y="333739"/>
                    <a:pt x="136302" y="333941"/>
                  </a:cubicBezTo>
                  <a:cubicBezTo>
                    <a:pt x="136269" y="334143"/>
                    <a:pt x="136538" y="335623"/>
                    <a:pt x="136538" y="335623"/>
                  </a:cubicBezTo>
                  <a:lnTo>
                    <a:pt x="138120" y="337843"/>
                  </a:lnTo>
                  <a:lnTo>
                    <a:pt x="138759" y="338617"/>
                  </a:lnTo>
                  <a:lnTo>
                    <a:pt x="140509" y="338617"/>
                  </a:lnTo>
                  <a:lnTo>
                    <a:pt x="141754" y="338617"/>
                  </a:lnTo>
                  <a:lnTo>
                    <a:pt x="143370" y="341644"/>
                  </a:lnTo>
                  <a:cubicBezTo>
                    <a:pt x="143370" y="341644"/>
                    <a:pt x="143740" y="343461"/>
                    <a:pt x="143908" y="343831"/>
                  </a:cubicBezTo>
                  <a:cubicBezTo>
                    <a:pt x="144076" y="344201"/>
                    <a:pt x="144076" y="345580"/>
                    <a:pt x="144009" y="346488"/>
                  </a:cubicBezTo>
                  <a:cubicBezTo>
                    <a:pt x="143942" y="347397"/>
                    <a:pt x="143908" y="348170"/>
                    <a:pt x="143908" y="348944"/>
                  </a:cubicBezTo>
                  <a:cubicBezTo>
                    <a:pt x="143908" y="349718"/>
                    <a:pt x="143370" y="349650"/>
                    <a:pt x="143370" y="349650"/>
                  </a:cubicBezTo>
                  <a:cubicBezTo>
                    <a:pt x="143370" y="349650"/>
                    <a:pt x="141754" y="350290"/>
                    <a:pt x="141317" y="350458"/>
                  </a:cubicBezTo>
                  <a:cubicBezTo>
                    <a:pt x="140879" y="350626"/>
                    <a:pt x="138826" y="350458"/>
                    <a:pt x="138591" y="350458"/>
                  </a:cubicBezTo>
                  <a:cubicBezTo>
                    <a:pt x="138389" y="350458"/>
                    <a:pt x="136807" y="349819"/>
                    <a:pt x="136571" y="349650"/>
                  </a:cubicBezTo>
                  <a:cubicBezTo>
                    <a:pt x="136369" y="349482"/>
                    <a:pt x="135696" y="348507"/>
                    <a:pt x="135595" y="348305"/>
                  </a:cubicBezTo>
                  <a:cubicBezTo>
                    <a:pt x="135494" y="348103"/>
                    <a:pt x="134788" y="346623"/>
                    <a:pt x="134788" y="346455"/>
                  </a:cubicBezTo>
                  <a:cubicBezTo>
                    <a:pt x="134788" y="346286"/>
                    <a:pt x="133711" y="344975"/>
                    <a:pt x="133273" y="344672"/>
                  </a:cubicBezTo>
                  <a:cubicBezTo>
                    <a:pt x="132836" y="344335"/>
                    <a:pt x="131792" y="343831"/>
                    <a:pt x="131792" y="343831"/>
                  </a:cubicBezTo>
                  <a:lnTo>
                    <a:pt x="130042" y="343831"/>
                  </a:lnTo>
                  <a:lnTo>
                    <a:pt x="127922" y="343831"/>
                  </a:lnTo>
                  <a:cubicBezTo>
                    <a:pt x="127922" y="343831"/>
                    <a:pt x="125701" y="343932"/>
                    <a:pt x="125364" y="343932"/>
                  </a:cubicBezTo>
                  <a:cubicBezTo>
                    <a:pt x="125028" y="343932"/>
                    <a:pt x="124927" y="344268"/>
                    <a:pt x="124994" y="344504"/>
                  </a:cubicBezTo>
                  <a:cubicBezTo>
                    <a:pt x="125062" y="344739"/>
                    <a:pt x="125701" y="346017"/>
                    <a:pt x="125701" y="346791"/>
                  </a:cubicBezTo>
                  <a:cubicBezTo>
                    <a:pt x="125701" y="347565"/>
                    <a:pt x="126340" y="348406"/>
                    <a:pt x="126340" y="349247"/>
                  </a:cubicBezTo>
                  <a:cubicBezTo>
                    <a:pt x="126340" y="350088"/>
                    <a:pt x="125802" y="350323"/>
                    <a:pt x="125802" y="350323"/>
                  </a:cubicBezTo>
                  <a:lnTo>
                    <a:pt x="125162" y="351131"/>
                  </a:lnTo>
                  <a:cubicBezTo>
                    <a:pt x="125162" y="351131"/>
                    <a:pt x="124288" y="352611"/>
                    <a:pt x="124254" y="352745"/>
                  </a:cubicBezTo>
                  <a:cubicBezTo>
                    <a:pt x="124186" y="352914"/>
                    <a:pt x="124254" y="355201"/>
                    <a:pt x="124254" y="355201"/>
                  </a:cubicBezTo>
                  <a:lnTo>
                    <a:pt x="124624" y="356345"/>
                  </a:lnTo>
                  <a:lnTo>
                    <a:pt x="126576" y="357657"/>
                  </a:lnTo>
                  <a:cubicBezTo>
                    <a:pt x="126576" y="357657"/>
                    <a:pt x="128427" y="360482"/>
                    <a:pt x="129066" y="360819"/>
                  </a:cubicBezTo>
                  <a:cubicBezTo>
                    <a:pt x="129706" y="361155"/>
                    <a:pt x="130817" y="362669"/>
                    <a:pt x="130817" y="362669"/>
                  </a:cubicBezTo>
                  <a:lnTo>
                    <a:pt x="132230" y="364620"/>
                  </a:lnTo>
                  <a:lnTo>
                    <a:pt x="134417" y="369094"/>
                  </a:lnTo>
                  <a:cubicBezTo>
                    <a:pt x="134417" y="369094"/>
                    <a:pt x="134417" y="371920"/>
                    <a:pt x="134417" y="372357"/>
                  </a:cubicBezTo>
                  <a:cubicBezTo>
                    <a:pt x="134417" y="372794"/>
                    <a:pt x="133543" y="374847"/>
                    <a:pt x="133442" y="375183"/>
                  </a:cubicBezTo>
                  <a:cubicBezTo>
                    <a:pt x="133341" y="375519"/>
                    <a:pt x="132365" y="378782"/>
                    <a:pt x="132365" y="378782"/>
                  </a:cubicBezTo>
                  <a:lnTo>
                    <a:pt x="131927" y="380834"/>
                  </a:lnTo>
                  <a:lnTo>
                    <a:pt x="130413" y="382886"/>
                  </a:lnTo>
                  <a:cubicBezTo>
                    <a:pt x="130413" y="382886"/>
                    <a:pt x="126071" y="381575"/>
                    <a:pt x="125095" y="380935"/>
                  </a:cubicBezTo>
                  <a:cubicBezTo>
                    <a:pt x="124119" y="380296"/>
                    <a:pt x="122908" y="379085"/>
                    <a:pt x="122908" y="379085"/>
                  </a:cubicBezTo>
                  <a:lnTo>
                    <a:pt x="119643" y="376899"/>
                  </a:lnTo>
                  <a:lnTo>
                    <a:pt x="116480" y="376899"/>
                  </a:lnTo>
                  <a:lnTo>
                    <a:pt x="113215" y="378211"/>
                  </a:lnTo>
                  <a:cubicBezTo>
                    <a:pt x="113215" y="378211"/>
                    <a:pt x="112239" y="379859"/>
                    <a:pt x="112239" y="380263"/>
                  </a:cubicBezTo>
                  <a:cubicBezTo>
                    <a:pt x="112239" y="380700"/>
                    <a:pt x="111028" y="382315"/>
                    <a:pt x="111028" y="382752"/>
                  </a:cubicBezTo>
                  <a:cubicBezTo>
                    <a:pt x="111028" y="383189"/>
                    <a:pt x="109951" y="386755"/>
                    <a:pt x="109951" y="386755"/>
                  </a:cubicBezTo>
                  <a:lnTo>
                    <a:pt x="109614" y="390455"/>
                  </a:lnTo>
                  <a:lnTo>
                    <a:pt x="104398" y="396544"/>
                  </a:lnTo>
                  <a:cubicBezTo>
                    <a:pt x="104398" y="396544"/>
                    <a:pt x="102109" y="399370"/>
                    <a:pt x="101806" y="399370"/>
                  </a:cubicBezTo>
                  <a:cubicBezTo>
                    <a:pt x="101470" y="399370"/>
                    <a:pt x="100729" y="400446"/>
                    <a:pt x="100393" y="400682"/>
                  </a:cubicBezTo>
                  <a:cubicBezTo>
                    <a:pt x="100056" y="400884"/>
                    <a:pt x="99316" y="401994"/>
                    <a:pt x="98878" y="401994"/>
                  </a:cubicBezTo>
                  <a:cubicBezTo>
                    <a:pt x="98441" y="401994"/>
                    <a:pt x="96825" y="403205"/>
                    <a:pt x="96825" y="403205"/>
                  </a:cubicBezTo>
                  <a:cubicBezTo>
                    <a:pt x="96825" y="403205"/>
                    <a:pt x="94234" y="405055"/>
                    <a:pt x="93561" y="405055"/>
                  </a:cubicBezTo>
                  <a:cubicBezTo>
                    <a:pt x="92921" y="405055"/>
                    <a:pt x="91811" y="404718"/>
                    <a:pt x="91508" y="404618"/>
                  </a:cubicBezTo>
                  <a:cubicBezTo>
                    <a:pt x="91171" y="404517"/>
                    <a:pt x="90532" y="404281"/>
                    <a:pt x="90532" y="404281"/>
                  </a:cubicBezTo>
                  <a:lnTo>
                    <a:pt x="85753" y="400682"/>
                  </a:lnTo>
                  <a:cubicBezTo>
                    <a:pt x="85753" y="400682"/>
                    <a:pt x="83801" y="397419"/>
                    <a:pt x="83363" y="397755"/>
                  </a:cubicBezTo>
                  <a:cubicBezTo>
                    <a:pt x="82926" y="398092"/>
                    <a:pt x="81411" y="397755"/>
                    <a:pt x="81411" y="397755"/>
                  </a:cubicBezTo>
                  <a:lnTo>
                    <a:pt x="79224" y="397755"/>
                  </a:lnTo>
                  <a:lnTo>
                    <a:pt x="77710" y="398832"/>
                  </a:lnTo>
                  <a:cubicBezTo>
                    <a:pt x="77710" y="398832"/>
                    <a:pt x="77171" y="400345"/>
                    <a:pt x="77171" y="400783"/>
                  </a:cubicBezTo>
                  <a:cubicBezTo>
                    <a:pt x="77171" y="401220"/>
                    <a:pt x="77508" y="402296"/>
                    <a:pt x="77508" y="402296"/>
                  </a:cubicBezTo>
                  <a:lnTo>
                    <a:pt x="79560" y="404348"/>
                  </a:lnTo>
                  <a:lnTo>
                    <a:pt x="81176" y="407813"/>
                  </a:lnTo>
                  <a:lnTo>
                    <a:pt x="81411" y="408991"/>
                  </a:lnTo>
                  <a:lnTo>
                    <a:pt x="79662" y="411615"/>
                  </a:lnTo>
                  <a:lnTo>
                    <a:pt x="78046" y="411615"/>
                  </a:lnTo>
                  <a:lnTo>
                    <a:pt x="76532" y="409865"/>
                  </a:lnTo>
                  <a:lnTo>
                    <a:pt x="74782" y="408991"/>
                  </a:lnTo>
                  <a:lnTo>
                    <a:pt x="73267" y="410740"/>
                  </a:lnTo>
                  <a:cubicBezTo>
                    <a:pt x="73267" y="410740"/>
                    <a:pt x="73065" y="412254"/>
                    <a:pt x="73065" y="413330"/>
                  </a:cubicBezTo>
                  <a:cubicBezTo>
                    <a:pt x="73065" y="414407"/>
                    <a:pt x="73503" y="415618"/>
                    <a:pt x="73503" y="415618"/>
                  </a:cubicBezTo>
                  <a:lnTo>
                    <a:pt x="74041" y="416392"/>
                  </a:lnTo>
                  <a:lnTo>
                    <a:pt x="74142" y="418881"/>
                  </a:lnTo>
                  <a:lnTo>
                    <a:pt x="74479" y="420294"/>
                  </a:lnTo>
                  <a:lnTo>
                    <a:pt x="72964" y="422682"/>
                  </a:lnTo>
                  <a:lnTo>
                    <a:pt x="70373" y="426382"/>
                  </a:lnTo>
                  <a:cubicBezTo>
                    <a:pt x="70373" y="426382"/>
                    <a:pt x="67310" y="428132"/>
                    <a:pt x="66671" y="428132"/>
                  </a:cubicBezTo>
                  <a:cubicBezTo>
                    <a:pt x="66031" y="428132"/>
                    <a:pt x="61017" y="431832"/>
                    <a:pt x="61017" y="431832"/>
                  </a:cubicBezTo>
                  <a:lnTo>
                    <a:pt x="58426" y="434220"/>
                  </a:lnTo>
                  <a:cubicBezTo>
                    <a:pt x="58426" y="434220"/>
                    <a:pt x="57349" y="435970"/>
                    <a:pt x="56675" y="436172"/>
                  </a:cubicBezTo>
                  <a:cubicBezTo>
                    <a:pt x="56036" y="436407"/>
                    <a:pt x="54925" y="439435"/>
                    <a:pt x="54925" y="439435"/>
                  </a:cubicBezTo>
                  <a:lnTo>
                    <a:pt x="51223" y="443337"/>
                  </a:lnTo>
                  <a:lnTo>
                    <a:pt x="47959" y="442900"/>
                  </a:lnTo>
                  <a:lnTo>
                    <a:pt x="44930" y="439435"/>
                  </a:lnTo>
                  <a:lnTo>
                    <a:pt x="39714" y="439435"/>
                  </a:lnTo>
                  <a:lnTo>
                    <a:pt x="36887" y="439435"/>
                  </a:lnTo>
                  <a:cubicBezTo>
                    <a:pt x="36887" y="439435"/>
                    <a:pt x="36011" y="440309"/>
                    <a:pt x="35810" y="440948"/>
                  </a:cubicBezTo>
                  <a:cubicBezTo>
                    <a:pt x="35608" y="441588"/>
                    <a:pt x="33622" y="444212"/>
                    <a:pt x="33622" y="444212"/>
                  </a:cubicBezTo>
                  <a:lnTo>
                    <a:pt x="30795" y="450065"/>
                  </a:lnTo>
                  <a:lnTo>
                    <a:pt x="29045" y="453967"/>
                  </a:lnTo>
                  <a:lnTo>
                    <a:pt x="27093" y="458307"/>
                  </a:lnTo>
                  <a:lnTo>
                    <a:pt x="25579" y="460897"/>
                  </a:lnTo>
                  <a:lnTo>
                    <a:pt x="24502" y="463722"/>
                  </a:lnTo>
                  <a:lnTo>
                    <a:pt x="24939" y="466346"/>
                  </a:lnTo>
                  <a:cubicBezTo>
                    <a:pt x="24939" y="466346"/>
                    <a:pt x="24939" y="470249"/>
                    <a:pt x="24939" y="470921"/>
                  </a:cubicBezTo>
                  <a:cubicBezTo>
                    <a:pt x="24939" y="471561"/>
                    <a:pt x="26891" y="476775"/>
                    <a:pt x="28641" y="477649"/>
                  </a:cubicBezTo>
                  <a:cubicBezTo>
                    <a:pt x="30391" y="478524"/>
                    <a:pt x="31670" y="479600"/>
                    <a:pt x="31670" y="479600"/>
                  </a:cubicBezTo>
                  <a:cubicBezTo>
                    <a:pt x="31670" y="479600"/>
                    <a:pt x="29920" y="482863"/>
                    <a:pt x="29281" y="484175"/>
                  </a:cubicBezTo>
                  <a:cubicBezTo>
                    <a:pt x="28641" y="485487"/>
                    <a:pt x="26016" y="484175"/>
                    <a:pt x="26016" y="484175"/>
                  </a:cubicBezTo>
                  <a:lnTo>
                    <a:pt x="21035" y="486564"/>
                  </a:lnTo>
                  <a:lnTo>
                    <a:pt x="17131" y="488078"/>
                  </a:lnTo>
                  <a:lnTo>
                    <a:pt x="16054" y="488078"/>
                  </a:lnTo>
                  <a:lnTo>
                    <a:pt x="13026" y="489390"/>
                  </a:lnTo>
                  <a:lnTo>
                    <a:pt x="11073" y="491340"/>
                  </a:lnTo>
                  <a:cubicBezTo>
                    <a:pt x="11073" y="491340"/>
                    <a:pt x="9559" y="493292"/>
                    <a:pt x="8684" y="493292"/>
                  </a:cubicBezTo>
                  <a:cubicBezTo>
                    <a:pt x="7809" y="493292"/>
                    <a:pt x="6497" y="494604"/>
                    <a:pt x="6497" y="494604"/>
                  </a:cubicBezTo>
                  <a:lnTo>
                    <a:pt x="3468" y="496790"/>
                  </a:lnTo>
                  <a:lnTo>
                    <a:pt x="3030" y="498102"/>
                  </a:lnTo>
                  <a:lnTo>
                    <a:pt x="1280" y="503955"/>
                  </a:lnTo>
                  <a:cubicBezTo>
                    <a:pt x="1280" y="503955"/>
                    <a:pt x="1078" y="505907"/>
                    <a:pt x="1078" y="506781"/>
                  </a:cubicBezTo>
                  <a:cubicBezTo>
                    <a:pt x="1078" y="507656"/>
                    <a:pt x="1280" y="510246"/>
                    <a:pt x="1280" y="510919"/>
                  </a:cubicBezTo>
                  <a:cubicBezTo>
                    <a:pt x="1280" y="511558"/>
                    <a:pt x="640" y="513307"/>
                    <a:pt x="640" y="513307"/>
                  </a:cubicBezTo>
                  <a:cubicBezTo>
                    <a:pt x="640" y="513307"/>
                    <a:pt x="640" y="518521"/>
                    <a:pt x="640" y="519396"/>
                  </a:cubicBezTo>
                  <a:cubicBezTo>
                    <a:pt x="640" y="520271"/>
                    <a:pt x="540" y="520708"/>
                    <a:pt x="102" y="521986"/>
                  </a:cubicBezTo>
                  <a:cubicBezTo>
                    <a:pt x="-335" y="523298"/>
                    <a:pt x="775" y="523937"/>
                    <a:pt x="775" y="523937"/>
                  </a:cubicBezTo>
                  <a:cubicBezTo>
                    <a:pt x="775" y="523937"/>
                    <a:pt x="-32" y="527402"/>
                    <a:pt x="775" y="529589"/>
                  </a:cubicBezTo>
                  <a:cubicBezTo>
                    <a:pt x="1583" y="531775"/>
                    <a:pt x="4982" y="533289"/>
                    <a:pt x="4982" y="533289"/>
                  </a:cubicBezTo>
                  <a:cubicBezTo>
                    <a:pt x="4982" y="533289"/>
                    <a:pt x="10838" y="533289"/>
                    <a:pt x="12588" y="533289"/>
                  </a:cubicBezTo>
                  <a:cubicBezTo>
                    <a:pt x="14338" y="533289"/>
                    <a:pt x="13026" y="536990"/>
                    <a:pt x="13026" y="536990"/>
                  </a:cubicBezTo>
                  <a:cubicBezTo>
                    <a:pt x="13026" y="536990"/>
                    <a:pt x="14540" y="542204"/>
                    <a:pt x="15213" y="542843"/>
                  </a:cubicBezTo>
                  <a:cubicBezTo>
                    <a:pt x="15852" y="543482"/>
                    <a:pt x="14338" y="547182"/>
                    <a:pt x="14338" y="547182"/>
                  </a:cubicBezTo>
                  <a:lnTo>
                    <a:pt x="14977" y="551757"/>
                  </a:lnTo>
                  <a:cubicBezTo>
                    <a:pt x="14977" y="551757"/>
                    <a:pt x="17602" y="553271"/>
                    <a:pt x="18444" y="554146"/>
                  </a:cubicBezTo>
                  <a:cubicBezTo>
                    <a:pt x="19319" y="555021"/>
                    <a:pt x="21708" y="555895"/>
                    <a:pt x="22348" y="556097"/>
                  </a:cubicBezTo>
                  <a:cubicBezTo>
                    <a:pt x="22987" y="556332"/>
                    <a:pt x="22583" y="557611"/>
                    <a:pt x="22583" y="558485"/>
                  </a:cubicBezTo>
                  <a:cubicBezTo>
                    <a:pt x="22583" y="559360"/>
                    <a:pt x="22583" y="560672"/>
                    <a:pt x="20194" y="563060"/>
                  </a:cubicBezTo>
                  <a:cubicBezTo>
                    <a:pt x="17804" y="565449"/>
                    <a:pt x="17367" y="565886"/>
                    <a:pt x="17367" y="565886"/>
                  </a:cubicBezTo>
                  <a:cubicBezTo>
                    <a:pt x="17367" y="565886"/>
                    <a:pt x="15852" y="566963"/>
                    <a:pt x="14102" y="566963"/>
                  </a:cubicBezTo>
                  <a:cubicBezTo>
                    <a:pt x="12352" y="566963"/>
                    <a:pt x="11275" y="569351"/>
                    <a:pt x="10636" y="569788"/>
                  </a:cubicBezTo>
                  <a:cubicBezTo>
                    <a:pt x="9997" y="570225"/>
                    <a:pt x="9323" y="572177"/>
                    <a:pt x="8684" y="572412"/>
                  </a:cubicBezTo>
                  <a:cubicBezTo>
                    <a:pt x="8045" y="572614"/>
                    <a:pt x="6497" y="574599"/>
                    <a:pt x="5857" y="575002"/>
                  </a:cubicBezTo>
                  <a:cubicBezTo>
                    <a:pt x="5218" y="575440"/>
                    <a:pt x="1717" y="578905"/>
                    <a:pt x="1078" y="580217"/>
                  </a:cubicBezTo>
                  <a:cubicBezTo>
                    <a:pt x="439" y="581528"/>
                    <a:pt x="1078" y="582605"/>
                    <a:pt x="1078" y="585868"/>
                  </a:cubicBezTo>
                  <a:cubicBezTo>
                    <a:pt x="1078" y="589131"/>
                    <a:pt x="1717" y="587617"/>
                    <a:pt x="2155" y="588256"/>
                  </a:cubicBezTo>
                  <a:cubicBezTo>
                    <a:pt x="2592" y="588895"/>
                    <a:pt x="5857" y="590645"/>
                    <a:pt x="7371" y="591082"/>
                  </a:cubicBezTo>
                  <a:cubicBezTo>
                    <a:pt x="8886" y="591519"/>
                    <a:pt x="15415" y="592394"/>
                    <a:pt x="15415" y="592394"/>
                  </a:cubicBezTo>
                  <a:cubicBezTo>
                    <a:pt x="15415" y="592394"/>
                    <a:pt x="18679" y="592394"/>
                    <a:pt x="20631" y="592394"/>
                  </a:cubicBezTo>
                  <a:cubicBezTo>
                    <a:pt x="22583" y="592394"/>
                    <a:pt x="24098" y="589568"/>
                    <a:pt x="24098" y="589568"/>
                  </a:cubicBezTo>
                  <a:lnTo>
                    <a:pt x="28237" y="586945"/>
                  </a:lnTo>
                  <a:lnTo>
                    <a:pt x="34329" y="585868"/>
                  </a:lnTo>
                  <a:lnTo>
                    <a:pt x="39343" y="582840"/>
                  </a:lnTo>
                  <a:lnTo>
                    <a:pt x="48699" y="581091"/>
                  </a:lnTo>
                  <a:lnTo>
                    <a:pt x="54791" y="577391"/>
                  </a:lnTo>
                  <a:cubicBezTo>
                    <a:pt x="54791" y="577391"/>
                    <a:pt x="60647" y="577189"/>
                    <a:pt x="61522" y="577189"/>
                  </a:cubicBezTo>
                  <a:cubicBezTo>
                    <a:pt x="62397" y="577189"/>
                    <a:pt x="66301" y="578064"/>
                    <a:pt x="69363" y="578064"/>
                  </a:cubicBezTo>
                  <a:cubicBezTo>
                    <a:pt x="72392" y="578064"/>
                    <a:pt x="76094" y="578265"/>
                    <a:pt x="76767" y="578064"/>
                  </a:cubicBezTo>
                  <a:cubicBezTo>
                    <a:pt x="77407" y="577862"/>
                    <a:pt x="81344" y="576987"/>
                    <a:pt x="81546" y="576112"/>
                  </a:cubicBezTo>
                  <a:cubicBezTo>
                    <a:pt x="81782" y="575238"/>
                    <a:pt x="85013" y="572210"/>
                    <a:pt x="86763" y="571537"/>
                  </a:cubicBezTo>
                  <a:cubicBezTo>
                    <a:pt x="88513" y="570898"/>
                    <a:pt x="93729" y="569788"/>
                    <a:pt x="93729" y="569788"/>
                  </a:cubicBezTo>
                  <a:lnTo>
                    <a:pt x="98946" y="569788"/>
                  </a:lnTo>
                  <a:lnTo>
                    <a:pt x="100023" y="571639"/>
                  </a:lnTo>
                  <a:cubicBezTo>
                    <a:pt x="100023" y="571639"/>
                    <a:pt x="102850" y="576314"/>
                    <a:pt x="103489" y="576953"/>
                  </a:cubicBezTo>
                  <a:cubicBezTo>
                    <a:pt x="104128" y="577593"/>
                    <a:pt x="106955" y="579981"/>
                    <a:pt x="106955" y="579981"/>
                  </a:cubicBezTo>
                  <a:lnTo>
                    <a:pt x="111869" y="577593"/>
                  </a:lnTo>
                  <a:cubicBezTo>
                    <a:pt x="111869" y="577593"/>
                    <a:pt x="118061" y="574767"/>
                    <a:pt x="119138" y="574565"/>
                  </a:cubicBezTo>
                  <a:cubicBezTo>
                    <a:pt x="120215" y="574330"/>
                    <a:pt x="122840" y="574330"/>
                    <a:pt x="124792" y="574565"/>
                  </a:cubicBezTo>
                  <a:cubicBezTo>
                    <a:pt x="126744" y="574767"/>
                    <a:pt x="128259" y="574565"/>
                    <a:pt x="128259" y="574565"/>
                  </a:cubicBezTo>
                  <a:cubicBezTo>
                    <a:pt x="128259" y="574565"/>
                    <a:pt x="131961" y="576079"/>
                    <a:pt x="132600" y="576314"/>
                  </a:cubicBezTo>
                  <a:cubicBezTo>
                    <a:pt x="133240" y="576516"/>
                    <a:pt x="133240" y="579376"/>
                    <a:pt x="133240" y="579376"/>
                  </a:cubicBezTo>
                  <a:cubicBezTo>
                    <a:pt x="133240" y="579376"/>
                    <a:pt x="131086" y="582403"/>
                    <a:pt x="130413" y="582639"/>
                  </a:cubicBezTo>
                  <a:cubicBezTo>
                    <a:pt x="129773" y="582840"/>
                    <a:pt x="126273" y="587415"/>
                    <a:pt x="126273" y="587415"/>
                  </a:cubicBezTo>
                  <a:lnTo>
                    <a:pt x="123244" y="588929"/>
                  </a:lnTo>
                  <a:cubicBezTo>
                    <a:pt x="123244" y="588929"/>
                    <a:pt x="120215" y="591318"/>
                    <a:pt x="119542" y="591519"/>
                  </a:cubicBezTo>
                  <a:cubicBezTo>
                    <a:pt x="118903" y="591721"/>
                    <a:pt x="115840" y="593033"/>
                    <a:pt x="114965" y="593471"/>
                  </a:cubicBezTo>
                  <a:cubicBezTo>
                    <a:pt x="114090" y="593908"/>
                    <a:pt x="111835" y="596296"/>
                    <a:pt x="111835" y="596296"/>
                  </a:cubicBezTo>
                  <a:cubicBezTo>
                    <a:pt x="111835" y="596296"/>
                    <a:pt x="112138" y="599122"/>
                    <a:pt x="111936" y="599997"/>
                  </a:cubicBezTo>
                  <a:cubicBezTo>
                    <a:pt x="111734" y="600871"/>
                    <a:pt x="111936" y="608911"/>
                    <a:pt x="111936" y="608911"/>
                  </a:cubicBezTo>
                  <a:lnTo>
                    <a:pt x="111936" y="612376"/>
                  </a:lnTo>
                  <a:lnTo>
                    <a:pt x="114561" y="616716"/>
                  </a:lnTo>
                  <a:lnTo>
                    <a:pt x="116076" y="616716"/>
                  </a:lnTo>
                  <a:lnTo>
                    <a:pt x="120215" y="619440"/>
                  </a:lnTo>
                  <a:cubicBezTo>
                    <a:pt x="120215" y="619440"/>
                    <a:pt x="123042" y="624116"/>
                    <a:pt x="123682" y="624554"/>
                  </a:cubicBezTo>
                  <a:cubicBezTo>
                    <a:pt x="124321" y="624991"/>
                    <a:pt x="126307" y="626942"/>
                    <a:pt x="127148" y="627817"/>
                  </a:cubicBezTo>
                  <a:cubicBezTo>
                    <a:pt x="128023" y="628691"/>
                    <a:pt x="126509" y="633031"/>
                    <a:pt x="126509" y="633031"/>
                  </a:cubicBezTo>
                  <a:cubicBezTo>
                    <a:pt x="126509" y="633031"/>
                    <a:pt x="125634" y="640297"/>
                    <a:pt x="125533" y="640734"/>
                  </a:cubicBezTo>
                  <a:cubicBezTo>
                    <a:pt x="125432" y="641171"/>
                    <a:pt x="124994" y="642248"/>
                    <a:pt x="124994" y="642248"/>
                  </a:cubicBezTo>
                  <a:cubicBezTo>
                    <a:pt x="124994" y="642248"/>
                    <a:pt x="123783" y="644300"/>
                    <a:pt x="123581" y="644737"/>
                  </a:cubicBezTo>
                  <a:cubicBezTo>
                    <a:pt x="123345" y="645175"/>
                    <a:pt x="122369" y="647126"/>
                    <a:pt x="122369" y="647126"/>
                  </a:cubicBezTo>
                  <a:lnTo>
                    <a:pt x="122369" y="650288"/>
                  </a:lnTo>
                  <a:lnTo>
                    <a:pt x="124052" y="654527"/>
                  </a:lnTo>
                  <a:lnTo>
                    <a:pt x="126172" y="657891"/>
                  </a:lnTo>
                  <a:lnTo>
                    <a:pt x="129100" y="660615"/>
                  </a:lnTo>
                  <a:lnTo>
                    <a:pt x="128663" y="663542"/>
                  </a:lnTo>
                  <a:cubicBezTo>
                    <a:pt x="128663" y="663542"/>
                    <a:pt x="125836" y="664416"/>
                    <a:pt x="125196" y="664517"/>
                  </a:cubicBezTo>
                  <a:cubicBezTo>
                    <a:pt x="124557" y="664619"/>
                    <a:pt x="125196" y="666367"/>
                    <a:pt x="125196" y="666367"/>
                  </a:cubicBezTo>
                  <a:lnTo>
                    <a:pt x="128461" y="667141"/>
                  </a:lnTo>
                  <a:lnTo>
                    <a:pt x="133139" y="667141"/>
                  </a:lnTo>
                  <a:lnTo>
                    <a:pt x="134350" y="668049"/>
                  </a:lnTo>
                  <a:lnTo>
                    <a:pt x="134115" y="669294"/>
                  </a:lnTo>
                  <a:cubicBezTo>
                    <a:pt x="134115" y="669294"/>
                    <a:pt x="133341" y="670472"/>
                    <a:pt x="133139" y="670808"/>
                  </a:cubicBezTo>
                  <a:cubicBezTo>
                    <a:pt x="132937" y="671144"/>
                    <a:pt x="131826" y="672221"/>
                    <a:pt x="131826" y="672221"/>
                  </a:cubicBezTo>
                  <a:cubicBezTo>
                    <a:pt x="131826" y="672221"/>
                    <a:pt x="130312" y="673095"/>
                    <a:pt x="129975" y="673196"/>
                  </a:cubicBezTo>
                  <a:cubicBezTo>
                    <a:pt x="129639" y="673297"/>
                    <a:pt x="127788" y="674811"/>
                    <a:pt x="127350" y="674811"/>
                  </a:cubicBezTo>
                  <a:cubicBezTo>
                    <a:pt x="126913" y="674811"/>
                    <a:pt x="127888" y="676661"/>
                    <a:pt x="128124" y="676998"/>
                  </a:cubicBezTo>
                  <a:cubicBezTo>
                    <a:pt x="128326" y="677334"/>
                    <a:pt x="131052" y="678411"/>
                    <a:pt x="131052" y="678411"/>
                  </a:cubicBezTo>
                  <a:lnTo>
                    <a:pt x="131052" y="679924"/>
                  </a:lnTo>
                  <a:lnTo>
                    <a:pt x="128865" y="680698"/>
                  </a:lnTo>
                  <a:cubicBezTo>
                    <a:pt x="128865" y="680698"/>
                    <a:pt x="128225" y="681674"/>
                    <a:pt x="128091" y="682010"/>
                  </a:cubicBezTo>
                  <a:cubicBezTo>
                    <a:pt x="127989" y="682346"/>
                    <a:pt x="126340" y="684634"/>
                    <a:pt x="126340" y="685038"/>
                  </a:cubicBezTo>
                  <a:cubicBezTo>
                    <a:pt x="126340" y="685475"/>
                    <a:pt x="127114" y="687964"/>
                    <a:pt x="127114" y="687964"/>
                  </a:cubicBezTo>
                  <a:lnTo>
                    <a:pt x="130715" y="688503"/>
                  </a:lnTo>
                  <a:lnTo>
                    <a:pt x="137884" y="689579"/>
                  </a:lnTo>
                  <a:lnTo>
                    <a:pt x="141249" y="692203"/>
                  </a:lnTo>
                  <a:lnTo>
                    <a:pt x="145288" y="693817"/>
                  </a:lnTo>
                  <a:lnTo>
                    <a:pt x="151144" y="694793"/>
                  </a:lnTo>
                  <a:lnTo>
                    <a:pt x="155182" y="696441"/>
                  </a:lnTo>
                  <a:lnTo>
                    <a:pt x="166255" y="698830"/>
                  </a:lnTo>
                  <a:lnTo>
                    <a:pt x="168745" y="699469"/>
                  </a:lnTo>
                  <a:cubicBezTo>
                    <a:pt x="168745" y="699469"/>
                    <a:pt x="176015" y="701218"/>
                    <a:pt x="176452" y="701218"/>
                  </a:cubicBezTo>
                  <a:cubicBezTo>
                    <a:pt x="176890" y="701218"/>
                    <a:pt x="182106" y="701656"/>
                    <a:pt x="183856" y="701857"/>
                  </a:cubicBezTo>
                  <a:cubicBezTo>
                    <a:pt x="185606" y="702059"/>
                    <a:pt x="189409" y="702396"/>
                    <a:pt x="189712" y="702497"/>
                  </a:cubicBezTo>
                  <a:cubicBezTo>
                    <a:pt x="190049" y="702597"/>
                    <a:pt x="191024" y="705322"/>
                    <a:pt x="191126" y="705659"/>
                  </a:cubicBezTo>
                  <a:cubicBezTo>
                    <a:pt x="191226" y="705995"/>
                    <a:pt x="190149" y="711411"/>
                    <a:pt x="190149" y="711411"/>
                  </a:cubicBezTo>
                  <a:cubicBezTo>
                    <a:pt x="190149" y="711411"/>
                    <a:pt x="190149" y="713261"/>
                    <a:pt x="190149" y="713699"/>
                  </a:cubicBezTo>
                  <a:cubicBezTo>
                    <a:pt x="190149" y="714136"/>
                    <a:pt x="189611" y="717164"/>
                    <a:pt x="189611" y="717164"/>
                  </a:cubicBezTo>
                  <a:lnTo>
                    <a:pt x="187996" y="718375"/>
                  </a:lnTo>
                  <a:cubicBezTo>
                    <a:pt x="187996" y="718375"/>
                    <a:pt x="185169" y="720326"/>
                    <a:pt x="184630" y="720662"/>
                  </a:cubicBezTo>
                  <a:cubicBezTo>
                    <a:pt x="184092" y="720999"/>
                    <a:pt x="180928" y="722512"/>
                    <a:pt x="180053" y="722815"/>
                  </a:cubicBezTo>
                  <a:cubicBezTo>
                    <a:pt x="179178" y="723151"/>
                    <a:pt x="176452" y="725842"/>
                    <a:pt x="176452" y="725842"/>
                  </a:cubicBezTo>
                  <a:cubicBezTo>
                    <a:pt x="176452" y="725842"/>
                    <a:pt x="173289" y="728466"/>
                    <a:pt x="172986" y="728668"/>
                  </a:cubicBezTo>
                  <a:cubicBezTo>
                    <a:pt x="172649" y="728870"/>
                    <a:pt x="172111" y="730417"/>
                    <a:pt x="171774" y="730518"/>
                  </a:cubicBezTo>
                  <a:cubicBezTo>
                    <a:pt x="171437" y="730619"/>
                    <a:pt x="169822" y="733580"/>
                    <a:pt x="169587" y="734421"/>
                  </a:cubicBezTo>
                  <a:cubicBezTo>
                    <a:pt x="169351" y="735295"/>
                    <a:pt x="168173" y="736910"/>
                    <a:pt x="168173" y="736910"/>
                  </a:cubicBezTo>
                  <a:cubicBezTo>
                    <a:pt x="168173" y="736910"/>
                    <a:pt x="166962" y="739635"/>
                    <a:pt x="166962" y="740072"/>
                  </a:cubicBezTo>
                  <a:cubicBezTo>
                    <a:pt x="166962" y="740509"/>
                    <a:pt x="166086" y="742259"/>
                    <a:pt x="166086" y="742561"/>
                  </a:cubicBezTo>
                  <a:cubicBezTo>
                    <a:pt x="166086" y="742898"/>
                    <a:pt x="165750" y="744613"/>
                    <a:pt x="165750" y="744613"/>
                  </a:cubicBezTo>
                  <a:lnTo>
                    <a:pt x="168476" y="747338"/>
                  </a:lnTo>
                  <a:lnTo>
                    <a:pt x="169014" y="748953"/>
                  </a:lnTo>
                  <a:lnTo>
                    <a:pt x="169351" y="751341"/>
                  </a:lnTo>
                  <a:lnTo>
                    <a:pt x="169149" y="753528"/>
                  </a:lnTo>
                  <a:cubicBezTo>
                    <a:pt x="169149" y="753528"/>
                    <a:pt x="168072" y="754402"/>
                    <a:pt x="168072" y="754840"/>
                  </a:cubicBezTo>
                  <a:cubicBezTo>
                    <a:pt x="168072" y="755277"/>
                    <a:pt x="167971" y="757464"/>
                    <a:pt x="167971" y="757464"/>
                  </a:cubicBezTo>
                  <a:cubicBezTo>
                    <a:pt x="167971" y="757464"/>
                    <a:pt x="166995" y="761063"/>
                    <a:pt x="166995" y="761500"/>
                  </a:cubicBezTo>
                  <a:cubicBezTo>
                    <a:pt x="166995" y="761938"/>
                    <a:pt x="164808" y="765941"/>
                    <a:pt x="164808" y="765941"/>
                  </a:cubicBezTo>
                  <a:lnTo>
                    <a:pt x="162620" y="771592"/>
                  </a:lnTo>
                  <a:cubicBezTo>
                    <a:pt x="162620" y="771592"/>
                    <a:pt x="160668" y="773207"/>
                    <a:pt x="160130" y="773644"/>
                  </a:cubicBezTo>
                  <a:cubicBezTo>
                    <a:pt x="159591" y="774082"/>
                    <a:pt x="157841" y="775495"/>
                    <a:pt x="157538" y="775596"/>
                  </a:cubicBezTo>
                  <a:cubicBezTo>
                    <a:pt x="157202" y="775696"/>
                    <a:pt x="155923" y="778085"/>
                    <a:pt x="155923" y="778085"/>
                  </a:cubicBezTo>
                  <a:lnTo>
                    <a:pt x="153971" y="780810"/>
                  </a:lnTo>
                  <a:lnTo>
                    <a:pt x="153668" y="784376"/>
                  </a:lnTo>
                  <a:lnTo>
                    <a:pt x="153668" y="786562"/>
                  </a:lnTo>
                  <a:lnTo>
                    <a:pt x="152086" y="788849"/>
                  </a:lnTo>
                  <a:lnTo>
                    <a:pt x="150605" y="791137"/>
                  </a:lnTo>
                  <a:lnTo>
                    <a:pt x="147879" y="792886"/>
                  </a:lnTo>
                  <a:lnTo>
                    <a:pt x="144716" y="795073"/>
                  </a:lnTo>
                  <a:lnTo>
                    <a:pt x="142596" y="797798"/>
                  </a:lnTo>
                  <a:cubicBezTo>
                    <a:pt x="142596" y="797798"/>
                    <a:pt x="142427" y="800859"/>
                    <a:pt x="142663" y="801263"/>
                  </a:cubicBezTo>
                  <a:cubicBezTo>
                    <a:pt x="142865" y="801700"/>
                    <a:pt x="142427" y="802675"/>
                    <a:pt x="142663" y="803012"/>
                  </a:cubicBezTo>
                  <a:cubicBezTo>
                    <a:pt x="142865" y="803348"/>
                    <a:pt x="145692" y="805838"/>
                    <a:pt x="145826" y="806174"/>
                  </a:cubicBezTo>
                  <a:cubicBezTo>
                    <a:pt x="145927" y="806510"/>
                    <a:pt x="150269" y="808899"/>
                    <a:pt x="150504" y="809202"/>
                  </a:cubicBezTo>
                  <a:cubicBezTo>
                    <a:pt x="150740" y="809538"/>
                    <a:pt x="157134" y="809975"/>
                    <a:pt x="157134" y="809975"/>
                  </a:cubicBezTo>
                  <a:lnTo>
                    <a:pt x="169519" y="810312"/>
                  </a:lnTo>
                  <a:lnTo>
                    <a:pt x="177361" y="810850"/>
                  </a:lnTo>
                  <a:cubicBezTo>
                    <a:pt x="177361" y="810850"/>
                    <a:pt x="184967" y="811624"/>
                    <a:pt x="185404" y="811624"/>
                  </a:cubicBezTo>
                  <a:cubicBezTo>
                    <a:pt x="185842" y="811624"/>
                    <a:pt x="191159" y="813810"/>
                    <a:pt x="191159" y="813810"/>
                  </a:cubicBezTo>
                  <a:cubicBezTo>
                    <a:pt x="191159" y="813810"/>
                    <a:pt x="195299" y="817510"/>
                    <a:pt x="195736" y="817813"/>
                  </a:cubicBezTo>
                  <a:cubicBezTo>
                    <a:pt x="196174" y="818150"/>
                    <a:pt x="201592" y="819764"/>
                    <a:pt x="201592" y="819764"/>
                  </a:cubicBezTo>
                  <a:lnTo>
                    <a:pt x="205496" y="820101"/>
                  </a:lnTo>
                  <a:cubicBezTo>
                    <a:pt x="205496" y="820101"/>
                    <a:pt x="207684" y="821715"/>
                    <a:pt x="207986" y="821715"/>
                  </a:cubicBezTo>
                  <a:cubicBezTo>
                    <a:pt x="208323" y="821715"/>
                    <a:pt x="211352" y="823666"/>
                    <a:pt x="212126" y="824205"/>
                  </a:cubicBezTo>
                  <a:cubicBezTo>
                    <a:pt x="212900" y="824743"/>
                    <a:pt x="215727" y="825079"/>
                    <a:pt x="216467" y="824978"/>
                  </a:cubicBezTo>
                  <a:cubicBezTo>
                    <a:pt x="217242" y="824878"/>
                    <a:pt x="220607" y="823566"/>
                    <a:pt x="220607" y="823566"/>
                  </a:cubicBezTo>
                  <a:lnTo>
                    <a:pt x="225722" y="823566"/>
                  </a:lnTo>
                  <a:lnTo>
                    <a:pt x="228987" y="823498"/>
                  </a:lnTo>
                  <a:lnTo>
                    <a:pt x="230501" y="826021"/>
                  </a:lnTo>
                  <a:lnTo>
                    <a:pt x="230602" y="828342"/>
                  </a:lnTo>
                  <a:lnTo>
                    <a:pt x="230064" y="830193"/>
                  </a:lnTo>
                  <a:lnTo>
                    <a:pt x="228751" y="832144"/>
                  </a:lnTo>
                  <a:lnTo>
                    <a:pt x="228314" y="832917"/>
                  </a:lnTo>
                  <a:cubicBezTo>
                    <a:pt x="228314" y="832917"/>
                    <a:pt x="227338" y="835407"/>
                    <a:pt x="227001" y="835844"/>
                  </a:cubicBezTo>
                  <a:cubicBezTo>
                    <a:pt x="226665" y="836281"/>
                    <a:pt x="226126" y="839208"/>
                    <a:pt x="226126" y="839208"/>
                  </a:cubicBezTo>
                  <a:lnTo>
                    <a:pt x="224915" y="841832"/>
                  </a:lnTo>
                  <a:lnTo>
                    <a:pt x="224915" y="845196"/>
                  </a:lnTo>
                  <a:lnTo>
                    <a:pt x="224915" y="849233"/>
                  </a:lnTo>
                  <a:cubicBezTo>
                    <a:pt x="224915" y="849233"/>
                    <a:pt x="224376" y="853471"/>
                    <a:pt x="224040" y="853707"/>
                  </a:cubicBezTo>
                  <a:cubicBezTo>
                    <a:pt x="223703" y="853908"/>
                    <a:pt x="223165" y="855019"/>
                    <a:pt x="222189" y="855893"/>
                  </a:cubicBezTo>
                  <a:cubicBezTo>
                    <a:pt x="221213" y="856768"/>
                    <a:pt x="222189" y="858080"/>
                    <a:pt x="222189" y="858080"/>
                  </a:cubicBezTo>
                  <a:lnTo>
                    <a:pt x="223400" y="860266"/>
                  </a:lnTo>
                  <a:lnTo>
                    <a:pt x="225891" y="863429"/>
                  </a:lnTo>
                  <a:cubicBezTo>
                    <a:pt x="225891" y="863429"/>
                    <a:pt x="226530" y="865178"/>
                    <a:pt x="226968" y="865279"/>
                  </a:cubicBezTo>
                  <a:cubicBezTo>
                    <a:pt x="227405" y="865380"/>
                    <a:pt x="229256" y="867129"/>
                    <a:pt x="229256" y="867129"/>
                  </a:cubicBezTo>
                  <a:cubicBezTo>
                    <a:pt x="229256" y="867129"/>
                    <a:pt x="232420" y="867129"/>
                    <a:pt x="232857" y="867129"/>
                  </a:cubicBezTo>
                  <a:cubicBezTo>
                    <a:pt x="233295" y="867129"/>
                    <a:pt x="234910" y="866961"/>
                    <a:pt x="234910" y="866961"/>
                  </a:cubicBezTo>
                  <a:cubicBezTo>
                    <a:pt x="234910" y="866961"/>
                    <a:pt x="236526" y="866591"/>
                    <a:pt x="237401" y="866591"/>
                  </a:cubicBezTo>
                  <a:cubicBezTo>
                    <a:pt x="238276" y="866591"/>
                    <a:pt x="239689" y="867465"/>
                    <a:pt x="240227" y="867566"/>
                  </a:cubicBezTo>
                  <a:cubicBezTo>
                    <a:pt x="240766" y="867667"/>
                    <a:pt x="241540" y="868643"/>
                    <a:pt x="241978" y="868979"/>
                  </a:cubicBezTo>
                  <a:cubicBezTo>
                    <a:pt x="242415" y="869316"/>
                    <a:pt x="242617" y="870392"/>
                    <a:pt x="242617" y="870392"/>
                  </a:cubicBezTo>
                  <a:lnTo>
                    <a:pt x="242819" y="873117"/>
                  </a:lnTo>
                  <a:lnTo>
                    <a:pt x="242617" y="874328"/>
                  </a:lnTo>
                  <a:cubicBezTo>
                    <a:pt x="242617" y="874328"/>
                    <a:pt x="241540" y="876851"/>
                    <a:pt x="241204" y="877389"/>
                  </a:cubicBezTo>
                  <a:cubicBezTo>
                    <a:pt x="240867" y="877927"/>
                    <a:pt x="240901" y="878264"/>
                    <a:pt x="241338" y="879138"/>
                  </a:cubicBezTo>
                  <a:cubicBezTo>
                    <a:pt x="241776" y="880013"/>
                    <a:pt x="240901" y="882401"/>
                    <a:pt x="241338" y="883377"/>
                  </a:cubicBezTo>
                  <a:cubicBezTo>
                    <a:pt x="241776" y="884352"/>
                    <a:pt x="241338" y="884790"/>
                    <a:pt x="241338" y="885664"/>
                  </a:cubicBezTo>
                  <a:cubicBezTo>
                    <a:pt x="241338" y="886539"/>
                    <a:pt x="242213" y="887313"/>
                    <a:pt x="242213" y="887313"/>
                  </a:cubicBezTo>
                  <a:cubicBezTo>
                    <a:pt x="242213" y="887313"/>
                    <a:pt x="243425" y="889701"/>
                    <a:pt x="244704" y="890576"/>
                  </a:cubicBezTo>
                  <a:cubicBezTo>
                    <a:pt x="246016" y="891450"/>
                    <a:pt x="246319" y="890475"/>
                    <a:pt x="246992" y="890138"/>
                  </a:cubicBezTo>
                  <a:cubicBezTo>
                    <a:pt x="247631" y="889802"/>
                    <a:pt x="249382" y="888288"/>
                    <a:pt x="249382" y="888288"/>
                  </a:cubicBezTo>
                  <a:lnTo>
                    <a:pt x="253959" y="887851"/>
                  </a:lnTo>
                  <a:lnTo>
                    <a:pt x="257324" y="889499"/>
                  </a:lnTo>
                  <a:lnTo>
                    <a:pt x="260589" y="888826"/>
                  </a:lnTo>
                  <a:lnTo>
                    <a:pt x="262540" y="885025"/>
                  </a:lnTo>
                  <a:cubicBezTo>
                    <a:pt x="262540" y="885025"/>
                    <a:pt x="269709" y="884386"/>
                    <a:pt x="271459" y="884588"/>
                  </a:cubicBezTo>
                  <a:cubicBezTo>
                    <a:pt x="273209" y="884790"/>
                    <a:pt x="275700" y="887615"/>
                    <a:pt x="275700" y="887615"/>
                  </a:cubicBezTo>
                  <a:cubicBezTo>
                    <a:pt x="275700" y="887615"/>
                    <a:pt x="281017" y="891753"/>
                    <a:pt x="281454" y="891753"/>
                  </a:cubicBezTo>
                  <a:cubicBezTo>
                    <a:pt x="281892" y="891753"/>
                    <a:pt x="285897" y="892628"/>
                    <a:pt x="285897" y="892628"/>
                  </a:cubicBezTo>
                  <a:cubicBezTo>
                    <a:pt x="285897" y="892628"/>
                    <a:pt x="291214" y="892729"/>
                    <a:pt x="292089" y="892729"/>
                  </a:cubicBezTo>
                  <a:cubicBezTo>
                    <a:pt x="292964" y="892729"/>
                    <a:pt x="299157" y="890239"/>
                    <a:pt x="299157" y="890239"/>
                  </a:cubicBezTo>
                  <a:lnTo>
                    <a:pt x="304272" y="886875"/>
                  </a:lnTo>
                  <a:lnTo>
                    <a:pt x="310902" y="882435"/>
                  </a:lnTo>
                  <a:cubicBezTo>
                    <a:pt x="310902" y="882435"/>
                    <a:pt x="319484" y="875539"/>
                    <a:pt x="319854" y="875270"/>
                  </a:cubicBezTo>
                  <a:cubicBezTo>
                    <a:pt x="320224" y="874967"/>
                    <a:pt x="325374" y="871300"/>
                    <a:pt x="326080" y="871199"/>
                  </a:cubicBezTo>
                  <a:cubicBezTo>
                    <a:pt x="326821" y="871132"/>
                    <a:pt x="333484" y="869517"/>
                    <a:pt x="334191" y="869383"/>
                  </a:cubicBezTo>
                  <a:cubicBezTo>
                    <a:pt x="334931" y="869248"/>
                    <a:pt x="340922" y="867936"/>
                    <a:pt x="340922" y="867936"/>
                  </a:cubicBezTo>
                  <a:lnTo>
                    <a:pt x="343682" y="864606"/>
                  </a:lnTo>
                  <a:cubicBezTo>
                    <a:pt x="343682" y="864606"/>
                    <a:pt x="348259" y="861646"/>
                    <a:pt x="348091" y="861343"/>
                  </a:cubicBezTo>
                  <a:cubicBezTo>
                    <a:pt x="347956" y="861040"/>
                    <a:pt x="352230" y="859325"/>
                    <a:pt x="352230" y="859325"/>
                  </a:cubicBezTo>
                  <a:lnTo>
                    <a:pt x="354418" y="859392"/>
                  </a:lnTo>
                  <a:lnTo>
                    <a:pt x="355865" y="859762"/>
                  </a:lnTo>
                  <a:lnTo>
                    <a:pt x="356504" y="861646"/>
                  </a:lnTo>
                  <a:cubicBezTo>
                    <a:pt x="356504" y="861646"/>
                    <a:pt x="355764" y="864404"/>
                    <a:pt x="355562" y="864539"/>
                  </a:cubicBezTo>
                  <a:cubicBezTo>
                    <a:pt x="355360" y="864673"/>
                    <a:pt x="354990" y="865783"/>
                    <a:pt x="354552" y="866355"/>
                  </a:cubicBezTo>
                  <a:cubicBezTo>
                    <a:pt x="354115" y="866927"/>
                    <a:pt x="353374" y="867230"/>
                    <a:pt x="353374" y="867230"/>
                  </a:cubicBezTo>
                  <a:cubicBezTo>
                    <a:pt x="353374" y="867230"/>
                    <a:pt x="351860" y="869181"/>
                    <a:pt x="351557" y="869753"/>
                  </a:cubicBezTo>
                  <a:cubicBezTo>
                    <a:pt x="351254" y="870325"/>
                    <a:pt x="351119" y="870930"/>
                    <a:pt x="351119" y="870930"/>
                  </a:cubicBezTo>
                  <a:lnTo>
                    <a:pt x="352869" y="873319"/>
                  </a:lnTo>
                  <a:lnTo>
                    <a:pt x="354620" y="874193"/>
                  </a:lnTo>
                  <a:lnTo>
                    <a:pt x="354047" y="877221"/>
                  </a:lnTo>
                  <a:cubicBezTo>
                    <a:pt x="354047" y="877221"/>
                    <a:pt x="351288" y="879542"/>
                    <a:pt x="351018" y="880114"/>
                  </a:cubicBezTo>
                  <a:cubicBezTo>
                    <a:pt x="350715" y="880686"/>
                    <a:pt x="350143" y="883747"/>
                    <a:pt x="350143" y="883747"/>
                  </a:cubicBezTo>
                  <a:lnTo>
                    <a:pt x="350143" y="888255"/>
                  </a:lnTo>
                  <a:lnTo>
                    <a:pt x="354215" y="890273"/>
                  </a:lnTo>
                  <a:lnTo>
                    <a:pt x="353913" y="892729"/>
                  </a:lnTo>
                  <a:lnTo>
                    <a:pt x="353038" y="895622"/>
                  </a:lnTo>
                  <a:cubicBezTo>
                    <a:pt x="353038" y="895622"/>
                    <a:pt x="350850" y="897640"/>
                    <a:pt x="350446" y="897808"/>
                  </a:cubicBezTo>
                  <a:cubicBezTo>
                    <a:pt x="350009" y="897943"/>
                    <a:pt x="348124" y="899389"/>
                    <a:pt x="348124" y="899389"/>
                  </a:cubicBezTo>
                  <a:lnTo>
                    <a:pt x="351153" y="902148"/>
                  </a:lnTo>
                  <a:lnTo>
                    <a:pt x="353610" y="904604"/>
                  </a:lnTo>
                  <a:lnTo>
                    <a:pt x="353610" y="908943"/>
                  </a:lnTo>
                  <a:lnTo>
                    <a:pt x="354990" y="914023"/>
                  </a:lnTo>
                  <a:lnTo>
                    <a:pt x="355360" y="917925"/>
                  </a:lnTo>
                  <a:cubicBezTo>
                    <a:pt x="355360" y="917925"/>
                    <a:pt x="356672" y="924451"/>
                    <a:pt x="356807" y="925023"/>
                  </a:cubicBezTo>
                  <a:cubicBezTo>
                    <a:pt x="356942" y="925595"/>
                    <a:pt x="358254" y="928353"/>
                    <a:pt x="358557" y="928925"/>
                  </a:cubicBezTo>
                  <a:cubicBezTo>
                    <a:pt x="358860" y="929497"/>
                    <a:pt x="362192" y="932255"/>
                    <a:pt x="362192" y="932255"/>
                  </a:cubicBezTo>
                  <a:cubicBezTo>
                    <a:pt x="362192" y="932255"/>
                    <a:pt x="364951" y="932962"/>
                    <a:pt x="365524" y="932962"/>
                  </a:cubicBezTo>
                  <a:cubicBezTo>
                    <a:pt x="366096" y="932962"/>
                    <a:pt x="368721" y="933096"/>
                    <a:pt x="369427" y="933096"/>
                  </a:cubicBezTo>
                  <a:cubicBezTo>
                    <a:pt x="370168" y="933096"/>
                    <a:pt x="372759" y="931650"/>
                    <a:pt x="372759" y="931650"/>
                  </a:cubicBezTo>
                  <a:lnTo>
                    <a:pt x="375216" y="928622"/>
                  </a:lnTo>
                  <a:lnTo>
                    <a:pt x="378851" y="926301"/>
                  </a:lnTo>
                  <a:lnTo>
                    <a:pt x="384067" y="926301"/>
                  </a:lnTo>
                  <a:lnTo>
                    <a:pt x="390596" y="926873"/>
                  </a:lnTo>
                  <a:lnTo>
                    <a:pt x="395947" y="931078"/>
                  </a:lnTo>
                  <a:lnTo>
                    <a:pt x="399582" y="935552"/>
                  </a:lnTo>
                  <a:cubicBezTo>
                    <a:pt x="399582" y="935552"/>
                    <a:pt x="405943" y="941506"/>
                    <a:pt x="406549" y="941943"/>
                  </a:cubicBezTo>
                  <a:cubicBezTo>
                    <a:pt x="407121" y="942381"/>
                    <a:pt x="409140" y="941943"/>
                    <a:pt x="409140" y="941943"/>
                  </a:cubicBezTo>
                  <a:lnTo>
                    <a:pt x="410722" y="939488"/>
                  </a:lnTo>
                  <a:lnTo>
                    <a:pt x="413178" y="937907"/>
                  </a:lnTo>
                  <a:cubicBezTo>
                    <a:pt x="413178" y="937907"/>
                    <a:pt x="415501" y="938344"/>
                    <a:pt x="416207" y="937907"/>
                  </a:cubicBezTo>
                  <a:cubicBezTo>
                    <a:pt x="416948" y="937470"/>
                    <a:pt x="418227" y="935317"/>
                    <a:pt x="418832" y="934577"/>
                  </a:cubicBezTo>
                  <a:cubicBezTo>
                    <a:pt x="419405" y="933836"/>
                    <a:pt x="419405" y="931381"/>
                    <a:pt x="419405" y="931381"/>
                  </a:cubicBezTo>
                  <a:lnTo>
                    <a:pt x="417520" y="927479"/>
                  </a:lnTo>
                  <a:lnTo>
                    <a:pt x="414626" y="924585"/>
                  </a:lnTo>
                  <a:lnTo>
                    <a:pt x="412169" y="922399"/>
                  </a:lnTo>
                  <a:lnTo>
                    <a:pt x="411731" y="916747"/>
                  </a:lnTo>
                  <a:cubicBezTo>
                    <a:pt x="411731" y="916747"/>
                    <a:pt x="411866" y="912677"/>
                    <a:pt x="411866" y="912105"/>
                  </a:cubicBezTo>
                  <a:cubicBezTo>
                    <a:pt x="411866" y="911533"/>
                    <a:pt x="412303" y="906757"/>
                    <a:pt x="412303" y="906757"/>
                  </a:cubicBezTo>
                  <a:lnTo>
                    <a:pt x="412606" y="903561"/>
                  </a:lnTo>
                  <a:lnTo>
                    <a:pt x="413919" y="899221"/>
                  </a:lnTo>
                  <a:lnTo>
                    <a:pt x="414356" y="895016"/>
                  </a:lnTo>
                  <a:lnTo>
                    <a:pt x="416376" y="891417"/>
                  </a:lnTo>
                  <a:cubicBezTo>
                    <a:pt x="416376" y="891417"/>
                    <a:pt x="418563" y="888658"/>
                    <a:pt x="419135" y="887649"/>
                  </a:cubicBezTo>
                  <a:cubicBezTo>
                    <a:pt x="419707" y="886640"/>
                    <a:pt x="421592" y="885025"/>
                    <a:pt x="421592" y="885025"/>
                  </a:cubicBezTo>
                  <a:lnTo>
                    <a:pt x="421155" y="881123"/>
                  </a:lnTo>
                  <a:lnTo>
                    <a:pt x="419707" y="877793"/>
                  </a:lnTo>
                  <a:lnTo>
                    <a:pt x="417957" y="875034"/>
                  </a:lnTo>
                  <a:lnTo>
                    <a:pt x="417957" y="871704"/>
                  </a:lnTo>
                  <a:lnTo>
                    <a:pt x="415501" y="863731"/>
                  </a:lnTo>
                  <a:lnTo>
                    <a:pt x="412169" y="856499"/>
                  </a:lnTo>
                  <a:lnTo>
                    <a:pt x="405068" y="846373"/>
                  </a:lnTo>
                  <a:lnTo>
                    <a:pt x="404058" y="838569"/>
                  </a:lnTo>
                  <a:lnTo>
                    <a:pt x="404058" y="834936"/>
                  </a:lnTo>
                  <a:lnTo>
                    <a:pt x="403351" y="830159"/>
                  </a:lnTo>
                  <a:lnTo>
                    <a:pt x="401164" y="823633"/>
                  </a:lnTo>
                  <a:lnTo>
                    <a:pt x="399144" y="819865"/>
                  </a:lnTo>
                  <a:lnTo>
                    <a:pt x="396822" y="816232"/>
                  </a:lnTo>
                  <a:lnTo>
                    <a:pt x="402039" y="812902"/>
                  </a:lnTo>
                  <a:lnTo>
                    <a:pt x="405808" y="810446"/>
                  </a:lnTo>
                  <a:lnTo>
                    <a:pt x="410150" y="803214"/>
                  </a:lnTo>
                  <a:lnTo>
                    <a:pt x="409409" y="796688"/>
                  </a:lnTo>
                  <a:lnTo>
                    <a:pt x="412001" y="790901"/>
                  </a:lnTo>
                  <a:lnTo>
                    <a:pt x="416476" y="788278"/>
                  </a:lnTo>
                  <a:cubicBezTo>
                    <a:pt x="416476" y="788278"/>
                    <a:pt x="420111" y="788715"/>
                    <a:pt x="420683" y="788849"/>
                  </a:cubicBezTo>
                  <a:cubicBezTo>
                    <a:pt x="421256" y="788984"/>
                    <a:pt x="426640" y="794804"/>
                    <a:pt x="427078" y="794635"/>
                  </a:cubicBezTo>
                  <a:cubicBezTo>
                    <a:pt x="427515" y="794501"/>
                    <a:pt x="436198" y="795342"/>
                    <a:pt x="436770" y="795342"/>
                  </a:cubicBezTo>
                  <a:cubicBezTo>
                    <a:pt x="437342" y="795342"/>
                    <a:pt x="448381" y="798807"/>
                    <a:pt x="450670" y="798975"/>
                  </a:cubicBezTo>
                  <a:cubicBezTo>
                    <a:pt x="452992" y="799110"/>
                    <a:pt x="463425" y="803886"/>
                    <a:pt x="464569" y="803886"/>
                  </a:cubicBezTo>
                  <a:cubicBezTo>
                    <a:pt x="465713" y="803886"/>
                    <a:pt x="470357" y="797226"/>
                    <a:pt x="470357" y="797226"/>
                  </a:cubicBezTo>
                  <a:lnTo>
                    <a:pt x="476584" y="788984"/>
                  </a:lnTo>
                  <a:lnTo>
                    <a:pt x="480925" y="778556"/>
                  </a:lnTo>
                  <a:lnTo>
                    <a:pt x="492368" y="768699"/>
                  </a:lnTo>
                  <a:lnTo>
                    <a:pt x="496844" y="761299"/>
                  </a:lnTo>
                  <a:lnTo>
                    <a:pt x="503373" y="762745"/>
                  </a:lnTo>
                  <a:lnTo>
                    <a:pt x="512224" y="765638"/>
                  </a:lnTo>
                  <a:lnTo>
                    <a:pt x="517878" y="771727"/>
                  </a:lnTo>
                  <a:lnTo>
                    <a:pt x="528681" y="778320"/>
                  </a:lnTo>
                  <a:lnTo>
                    <a:pt x="533460" y="783602"/>
                  </a:lnTo>
                  <a:lnTo>
                    <a:pt x="538676" y="788109"/>
                  </a:lnTo>
                  <a:lnTo>
                    <a:pt x="539383" y="792953"/>
                  </a:lnTo>
                  <a:lnTo>
                    <a:pt x="536994" y="796654"/>
                  </a:lnTo>
                  <a:cubicBezTo>
                    <a:pt x="536994" y="796654"/>
                    <a:pt x="541234" y="797663"/>
                    <a:pt x="541402" y="797730"/>
                  </a:cubicBezTo>
                  <a:cubicBezTo>
                    <a:pt x="541571" y="797798"/>
                    <a:pt x="545676" y="802877"/>
                    <a:pt x="545676" y="802877"/>
                  </a:cubicBezTo>
                  <a:lnTo>
                    <a:pt x="549479" y="802877"/>
                  </a:lnTo>
                  <a:lnTo>
                    <a:pt x="554629" y="802406"/>
                  </a:lnTo>
                  <a:lnTo>
                    <a:pt x="557927" y="800960"/>
                  </a:lnTo>
                  <a:lnTo>
                    <a:pt x="561932" y="799311"/>
                  </a:lnTo>
                  <a:lnTo>
                    <a:pt x="567316" y="796553"/>
                  </a:lnTo>
                  <a:lnTo>
                    <a:pt x="569874" y="794602"/>
                  </a:lnTo>
                  <a:lnTo>
                    <a:pt x="570682" y="793189"/>
                  </a:lnTo>
                  <a:lnTo>
                    <a:pt x="570244" y="787537"/>
                  </a:lnTo>
                  <a:lnTo>
                    <a:pt x="571725" y="783366"/>
                  </a:lnTo>
                  <a:lnTo>
                    <a:pt x="574754" y="779330"/>
                  </a:lnTo>
                  <a:lnTo>
                    <a:pt x="579533" y="774216"/>
                  </a:lnTo>
                  <a:cubicBezTo>
                    <a:pt x="579533" y="774216"/>
                    <a:pt x="582124" y="771491"/>
                    <a:pt x="582293" y="771323"/>
                  </a:cubicBezTo>
                  <a:cubicBezTo>
                    <a:pt x="582461" y="771155"/>
                    <a:pt x="584682" y="770516"/>
                    <a:pt x="584682" y="770516"/>
                  </a:cubicBezTo>
                  <a:lnTo>
                    <a:pt x="587947" y="771323"/>
                  </a:lnTo>
                  <a:lnTo>
                    <a:pt x="592086" y="775226"/>
                  </a:lnTo>
                  <a:lnTo>
                    <a:pt x="596091" y="778690"/>
                  </a:lnTo>
                  <a:lnTo>
                    <a:pt x="598144" y="782155"/>
                  </a:lnTo>
                  <a:lnTo>
                    <a:pt x="602048" y="787807"/>
                  </a:lnTo>
                  <a:lnTo>
                    <a:pt x="604707" y="788883"/>
                  </a:lnTo>
                  <a:lnTo>
                    <a:pt x="607298" y="788883"/>
                  </a:lnTo>
                  <a:lnTo>
                    <a:pt x="610361" y="787403"/>
                  </a:lnTo>
                  <a:lnTo>
                    <a:pt x="612649" y="784644"/>
                  </a:lnTo>
                  <a:lnTo>
                    <a:pt x="616015" y="775831"/>
                  </a:lnTo>
                  <a:lnTo>
                    <a:pt x="616015" y="770079"/>
                  </a:lnTo>
                  <a:lnTo>
                    <a:pt x="615039" y="763653"/>
                  </a:lnTo>
                  <a:lnTo>
                    <a:pt x="615914" y="759314"/>
                  </a:lnTo>
                  <a:lnTo>
                    <a:pt x="618640" y="758338"/>
                  </a:lnTo>
                  <a:cubicBezTo>
                    <a:pt x="618640" y="758338"/>
                    <a:pt x="619515" y="758439"/>
                    <a:pt x="619851" y="758574"/>
                  </a:cubicBezTo>
                  <a:cubicBezTo>
                    <a:pt x="620188" y="758675"/>
                    <a:pt x="624092" y="761736"/>
                    <a:pt x="624092" y="761736"/>
                  </a:cubicBezTo>
                  <a:cubicBezTo>
                    <a:pt x="624092" y="761736"/>
                    <a:pt x="627558" y="765537"/>
                    <a:pt x="628332" y="766748"/>
                  </a:cubicBezTo>
                  <a:cubicBezTo>
                    <a:pt x="629106" y="767926"/>
                    <a:pt x="630284" y="770348"/>
                    <a:pt x="630284" y="770785"/>
                  </a:cubicBezTo>
                  <a:cubicBezTo>
                    <a:pt x="630284" y="771222"/>
                    <a:pt x="633650" y="775360"/>
                    <a:pt x="633650" y="775360"/>
                  </a:cubicBezTo>
                  <a:cubicBezTo>
                    <a:pt x="633650" y="775360"/>
                    <a:pt x="638765" y="779700"/>
                    <a:pt x="639203" y="779801"/>
                  </a:cubicBezTo>
                  <a:cubicBezTo>
                    <a:pt x="639640" y="779901"/>
                    <a:pt x="644857" y="784039"/>
                    <a:pt x="644857" y="784039"/>
                  </a:cubicBezTo>
                  <a:lnTo>
                    <a:pt x="650073" y="789690"/>
                  </a:lnTo>
                  <a:cubicBezTo>
                    <a:pt x="650073" y="789690"/>
                    <a:pt x="651386" y="792953"/>
                    <a:pt x="651386" y="793391"/>
                  </a:cubicBezTo>
                  <a:cubicBezTo>
                    <a:pt x="651386" y="793828"/>
                    <a:pt x="653573" y="796755"/>
                    <a:pt x="653573" y="796755"/>
                  </a:cubicBezTo>
                  <a:cubicBezTo>
                    <a:pt x="653573" y="796755"/>
                    <a:pt x="657814" y="798470"/>
                    <a:pt x="658150" y="798067"/>
                  </a:cubicBezTo>
                  <a:cubicBezTo>
                    <a:pt x="658487" y="797629"/>
                    <a:pt x="661179" y="798168"/>
                    <a:pt x="661516" y="798067"/>
                  </a:cubicBezTo>
                  <a:cubicBezTo>
                    <a:pt x="661852" y="797966"/>
                    <a:pt x="662828" y="797091"/>
                    <a:pt x="662828" y="797091"/>
                  </a:cubicBezTo>
                  <a:cubicBezTo>
                    <a:pt x="662828" y="797091"/>
                    <a:pt x="664242" y="793727"/>
                    <a:pt x="664578" y="793492"/>
                  </a:cubicBezTo>
                  <a:cubicBezTo>
                    <a:pt x="664915" y="793256"/>
                    <a:pt x="666530" y="788042"/>
                    <a:pt x="666530" y="788042"/>
                  </a:cubicBezTo>
                  <a:lnTo>
                    <a:pt x="666530" y="784577"/>
                  </a:lnTo>
                  <a:lnTo>
                    <a:pt x="666530" y="779363"/>
                  </a:lnTo>
                  <a:lnTo>
                    <a:pt x="666530" y="775226"/>
                  </a:lnTo>
                  <a:cubicBezTo>
                    <a:pt x="666530" y="775226"/>
                    <a:pt x="668213" y="769238"/>
                    <a:pt x="668213" y="768699"/>
                  </a:cubicBezTo>
                  <a:cubicBezTo>
                    <a:pt x="668213" y="768161"/>
                    <a:pt x="671982" y="766311"/>
                    <a:pt x="672723" y="766210"/>
                  </a:cubicBezTo>
                  <a:cubicBezTo>
                    <a:pt x="673497" y="766109"/>
                    <a:pt x="678814" y="766109"/>
                    <a:pt x="679252" y="766109"/>
                  </a:cubicBezTo>
                  <a:cubicBezTo>
                    <a:pt x="679689" y="766109"/>
                    <a:pt x="684367" y="771424"/>
                    <a:pt x="684367" y="771424"/>
                  </a:cubicBezTo>
                  <a:cubicBezTo>
                    <a:pt x="684367" y="771424"/>
                    <a:pt x="685175" y="773544"/>
                    <a:pt x="685814" y="774519"/>
                  </a:cubicBezTo>
                  <a:cubicBezTo>
                    <a:pt x="686454" y="775461"/>
                    <a:pt x="687497" y="779868"/>
                    <a:pt x="687564" y="780103"/>
                  </a:cubicBezTo>
                  <a:cubicBezTo>
                    <a:pt x="687631" y="780339"/>
                    <a:pt x="690963" y="781415"/>
                    <a:pt x="692713" y="781483"/>
                  </a:cubicBezTo>
                  <a:cubicBezTo>
                    <a:pt x="694463" y="781550"/>
                    <a:pt x="696685" y="781483"/>
                    <a:pt x="697863" y="781483"/>
                  </a:cubicBezTo>
                  <a:cubicBezTo>
                    <a:pt x="699007" y="781483"/>
                    <a:pt x="701699" y="778421"/>
                    <a:pt x="701699" y="778421"/>
                  </a:cubicBezTo>
                  <a:lnTo>
                    <a:pt x="704964" y="775596"/>
                  </a:lnTo>
                  <a:lnTo>
                    <a:pt x="705334" y="770953"/>
                  </a:lnTo>
                  <a:lnTo>
                    <a:pt x="708464" y="767757"/>
                  </a:lnTo>
                  <a:lnTo>
                    <a:pt x="711223" y="765672"/>
                  </a:lnTo>
                  <a:lnTo>
                    <a:pt x="714387" y="767186"/>
                  </a:lnTo>
                  <a:lnTo>
                    <a:pt x="716137" y="768060"/>
                  </a:lnTo>
                  <a:lnTo>
                    <a:pt x="723104" y="768060"/>
                  </a:lnTo>
                  <a:lnTo>
                    <a:pt x="727748" y="768060"/>
                  </a:lnTo>
                  <a:lnTo>
                    <a:pt x="733839" y="766748"/>
                  </a:lnTo>
                  <a:lnTo>
                    <a:pt x="736162" y="763990"/>
                  </a:lnTo>
                  <a:cubicBezTo>
                    <a:pt x="736162" y="763990"/>
                    <a:pt x="741950" y="759919"/>
                    <a:pt x="742556" y="758776"/>
                  </a:cubicBezTo>
                  <a:cubicBezTo>
                    <a:pt x="743128" y="757632"/>
                    <a:pt x="746897" y="758776"/>
                    <a:pt x="746897" y="758776"/>
                  </a:cubicBezTo>
                  <a:lnTo>
                    <a:pt x="750094" y="753259"/>
                  </a:lnTo>
                  <a:lnTo>
                    <a:pt x="750094" y="750366"/>
                  </a:lnTo>
                  <a:lnTo>
                    <a:pt x="747066" y="746901"/>
                  </a:lnTo>
                  <a:lnTo>
                    <a:pt x="743734" y="742831"/>
                  </a:lnTo>
                  <a:lnTo>
                    <a:pt x="742589" y="736473"/>
                  </a:lnTo>
                  <a:lnTo>
                    <a:pt x="749825" y="734454"/>
                  </a:lnTo>
                  <a:lnTo>
                    <a:pt x="756186" y="731696"/>
                  </a:lnTo>
                  <a:lnTo>
                    <a:pt x="762850" y="727491"/>
                  </a:lnTo>
                  <a:lnTo>
                    <a:pt x="770085" y="722848"/>
                  </a:lnTo>
                  <a:lnTo>
                    <a:pt x="776480" y="722848"/>
                  </a:lnTo>
                  <a:lnTo>
                    <a:pt x="782268" y="728634"/>
                  </a:lnTo>
                  <a:lnTo>
                    <a:pt x="784288" y="722848"/>
                  </a:lnTo>
                  <a:lnTo>
                    <a:pt x="786038" y="723151"/>
                  </a:lnTo>
                  <a:lnTo>
                    <a:pt x="791826" y="722008"/>
                  </a:lnTo>
                  <a:lnTo>
                    <a:pt x="791826" y="713329"/>
                  </a:lnTo>
                  <a:lnTo>
                    <a:pt x="792802" y="711075"/>
                  </a:lnTo>
                  <a:lnTo>
                    <a:pt x="797547" y="713766"/>
                  </a:lnTo>
                  <a:lnTo>
                    <a:pt x="814745" y="733041"/>
                  </a:lnTo>
                  <a:lnTo>
                    <a:pt x="820130" y="733613"/>
                  </a:lnTo>
                  <a:lnTo>
                    <a:pt x="821072" y="731292"/>
                  </a:lnTo>
                  <a:close/>
                </a:path>
              </a:pathLst>
            </a:custGeom>
            <a:grpFill/>
            <a:ln w="6350" cap="flat">
              <a:solidFill>
                <a:schemeClr val="bg1"/>
              </a:solidFill>
              <a:prstDash val="solid"/>
              <a:miter/>
            </a:ln>
          </p:spPr>
          <p:txBody>
            <a:bodyPr rtlCol="0" anchor="ctr"/>
            <a:lstStyle/>
            <a:p>
              <a:endParaRPr lang="en-US"/>
            </a:p>
          </p:txBody>
        </p:sp>
        <p:sp>
          <p:nvSpPr>
            <p:cNvPr id="177" name="Freeform 894">
              <a:extLst>
                <a:ext uri="{FF2B5EF4-FFF2-40B4-BE49-F238E27FC236}">
                  <a16:creationId xmlns:a16="http://schemas.microsoft.com/office/drawing/2014/main" id="{9524F189-062D-9578-F3E7-FA6C75A041FF}"/>
                </a:ext>
              </a:extLst>
            </p:cNvPr>
            <p:cNvSpPr/>
            <p:nvPr/>
          </p:nvSpPr>
          <p:spPr>
            <a:xfrm>
              <a:off x="7412913" y="3167111"/>
              <a:ext cx="311268" cy="270392"/>
            </a:xfrm>
            <a:custGeom>
              <a:avLst/>
              <a:gdLst>
                <a:gd name="connsiteX0" fmla="*/ 592758 w 597604"/>
                <a:gd name="connsiteY0" fmla="*/ 357320 h 519126"/>
                <a:gd name="connsiteX1" fmla="*/ 590739 w 597604"/>
                <a:gd name="connsiteY1" fmla="*/ 350660 h 519126"/>
                <a:gd name="connsiteX2" fmla="*/ 583200 w 597604"/>
                <a:gd name="connsiteY2" fmla="*/ 346589 h 519126"/>
                <a:gd name="connsiteX3" fmla="*/ 584344 w 597604"/>
                <a:gd name="connsiteY3" fmla="*/ 342552 h 519126"/>
                <a:gd name="connsiteX4" fmla="*/ 590705 w 597604"/>
                <a:gd name="connsiteY4" fmla="*/ 338348 h 519126"/>
                <a:gd name="connsiteX5" fmla="*/ 587945 w 597604"/>
                <a:gd name="connsiteY5" fmla="*/ 335589 h 519126"/>
                <a:gd name="connsiteX6" fmla="*/ 583167 w 597604"/>
                <a:gd name="connsiteY6" fmla="*/ 335589 h 519126"/>
                <a:gd name="connsiteX7" fmla="*/ 579969 w 597604"/>
                <a:gd name="connsiteY7" fmla="*/ 338785 h 519126"/>
                <a:gd name="connsiteX8" fmla="*/ 577344 w 597604"/>
                <a:gd name="connsiteY8" fmla="*/ 341981 h 519126"/>
                <a:gd name="connsiteX9" fmla="*/ 572431 w 597604"/>
                <a:gd name="connsiteY9" fmla="*/ 338213 h 519126"/>
                <a:gd name="connsiteX10" fmla="*/ 570984 w 597604"/>
                <a:gd name="connsiteY10" fmla="*/ 335623 h 519126"/>
                <a:gd name="connsiteX11" fmla="*/ 570950 w 597604"/>
                <a:gd name="connsiteY11" fmla="*/ 327818 h 519126"/>
                <a:gd name="connsiteX12" fmla="*/ 573306 w 597604"/>
                <a:gd name="connsiteY12" fmla="*/ 322032 h 519126"/>
                <a:gd name="connsiteX13" fmla="*/ 576772 w 597604"/>
                <a:gd name="connsiteY13" fmla="*/ 317121 h 519126"/>
                <a:gd name="connsiteX14" fmla="*/ 579969 w 597604"/>
                <a:gd name="connsiteY14" fmla="*/ 312781 h 519126"/>
                <a:gd name="connsiteX15" fmla="*/ 581820 w 597604"/>
                <a:gd name="connsiteY15" fmla="*/ 306995 h 519126"/>
                <a:gd name="connsiteX16" fmla="*/ 581820 w 597604"/>
                <a:gd name="connsiteY16" fmla="*/ 304102 h 519126"/>
                <a:gd name="connsiteX17" fmla="*/ 577041 w 597604"/>
                <a:gd name="connsiteY17" fmla="*/ 297442 h 519126"/>
                <a:gd name="connsiteX18" fmla="*/ 573272 w 597604"/>
                <a:gd name="connsiteY18" fmla="*/ 294549 h 519126"/>
                <a:gd name="connsiteX19" fmla="*/ 570916 w 597604"/>
                <a:gd name="connsiteY19" fmla="*/ 291925 h 519126"/>
                <a:gd name="connsiteX20" fmla="*/ 574719 w 597604"/>
                <a:gd name="connsiteY20" fmla="*/ 288157 h 519126"/>
                <a:gd name="connsiteX21" fmla="*/ 581787 w 597604"/>
                <a:gd name="connsiteY21" fmla="*/ 284692 h 519126"/>
                <a:gd name="connsiteX22" fmla="*/ 585724 w 597604"/>
                <a:gd name="connsiteY22" fmla="*/ 283549 h 519126"/>
                <a:gd name="connsiteX23" fmla="*/ 589191 w 597604"/>
                <a:gd name="connsiteY23" fmla="*/ 282102 h 519126"/>
                <a:gd name="connsiteX24" fmla="*/ 595854 w 597604"/>
                <a:gd name="connsiteY24" fmla="*/ 277460 h 519126"/>
                <a:gd name="connsiteX25" fmla="*/ 597604 w 597604"/>
                <a:gd name="connsiteY25" fmla="*/ 273389 h 519126"/>
                <a:gd name="connsiteX26" fmla="*/ 594407 w 597604"/>
                <a:gd name="connsiteY26" fmla="*/ 270934 h 519126"/>
                <a:gd name="connsiteX27" fmla="*/ 589763 w 597604"/>
                <a:gd name="connsiteY27" fmla="*/ 269622 h 519126"/>
                <a:gd name="connsiteX28" fmla="*/ 588316 w 597604"/>
                <a:gd name="connsiteY28" fmla="*/ 269622 h 519126"/>
                <a:gd name="connsiteX29" fmla="*/ 588316 w 597604"/>
                <a:gd name="connsiteY29" fmla="*/ 267301 h 519126"/>
                <a:gd name="connsiteX30" fmla="*/ 590066 w 597604"/>
                <a:gd name="connsiteY30" fmla="*/ 263836 h 519126"/>
                <a:gd name="connsiteX31" fmla="*/ 594138 w 597604"/>
                <a:gd name="connsiteY31" fmla="*/ 260943 h 519126"/>
                <a:gd name="connsiteX32" fmla="*/ 595282 w 597604"/>
                <a:gd name="connsiteY32" fmla="*/ 260943 h 519126"/>
                <a:gd name="connsiteX33" fmla="*/ 597604 w 597604"/>
                <a:gd name="connsiteY33" fmla="*/ 257478 h 519126"/>
                <a:gd name="connsiteX34" fmla="*/ 595854 w 597604"/>
                <a:gd name="connsiteY34" fmla="*/ 253138 h 519126"/>
                <a:gd name="connsiteX35" fmla="*/ 591513 w 597604"/>
                <a:gd name="connsiteY35" fmla="*/ 249371 h 519126"/>
                <a:gd name="connsiteX36" fmla="*/ 588046 w 597604"/>
                <a:gd name="connsiteY36" fmla="*/ 245031 h 519126"/>
                <a:gd name="connsiteX37" fmla="*/ 588619 w 597604"/>
                <a:gd name="connsiteY37" fmla="*/ 240254 h 519126"/>
                <a:gd name="connsiteX38" fmla="*/ 582224 w 597604"/>
                <a:gd name="connsiteY38" fmla="*/ 236621 h 519126"/>
                <a:gd name="connsiteX39" fmla="*/ 577883 w 597604"/>
                <a:gd name="connsiteY39" fmla="*/ 236621 h 519126"/>
                <a:gd name="connsiteX40" fmla="*/ 570882 w 597604"/>
                <a:gd name="connsiteY40" fmla="*/ 238371 h 519126"/>
                <a:gd name="connsiteX41" fmla="*/ 568325 w 597604"/>
                <a:gd name="connsiteY41" fmla="*/ 238942 h 519126"/>
                <a:gd name="connsiteX42" fmla="*/ 566003 w 597604"/>
                <a:gd name="connsiteY42" fmla="*/ 242138 h 519126"/>
                <a:gd name="connsiteX43" fmla="*/ 563681 w 597604"/>
                <a:gd name="connsiteY43" fmla="*/ 244459 h 519126"/>
                <a:gd name="connsiteX44" fmla="*/ 559777 w 597604"/>
                <a:gd name="connsiteY44" fmla="*/ 245031 h 519126"/>
                <a:gd name="connsiteX45" fmla="*/ 557892 w 597604"/>
                <a:gd name="connsiteY45" fmla="*/ 242710 h 519126"/>
                <a:gd name="connsiteX46" fmla="*/ 557892 w 597604"/>
                <a:gd name="connsiteY46" fmla="*/ 240961 h 519126"/>
                <a:gd name="connsiteX47" fmla="*/ 554998 w 597604"/>
                <a:gd name="connsiteY47" fmla="*/ 241264 h 519126"/>
                <a:gd name="connsiteX48" fmla="*/ 552103 w 597604"/>
                <a:gd name="connsiteY48" fmla="*/ 242138 h 519126"/>
                <a:gd name="connsiteX49" fmla="*/ 547459 w 597604"/>
                <a:gd name="connsiteY49" fmla="*/ 245334 h 519126"/>
                <a:gd name="connsiteX50" fmla="*/ 540796 w 597604"/>
                <a:gd name="connsiteY50" fmla="*/ 247083 h 519126"/>
                <a:gd name="connsiteX51" fmla="*/ 539045 w 597604"/>
                <a:gd name="connsiteY51" fmla="*/ 247655 h 519126"/>
                <a:gd name="connsiteX52" fmla="*/ 532685 w 597604"/>
                <a:gd name="connsiteY52" fmla="*/ 248799 h 519126"/>
                <a:gd name="connsiteX53" fmla="*/ 524843 w 597604"/>
                <a:gd name="connsiteY53" fmla="*/ 250245 h 519126"/>
                <a:gd name="connsiteX54" fmla="*/ 524843 w 597604"/>
                <a:gd name="connsiteY54" fmla="*/ 246175 h 519126"/>
                <a:gd name="connsiteX55" fmla="*/ 527435 w 597604"/>
                <a:gd name="connsiteY55" fmla="*/ 243282 h 519126"/>
                <a:gd name="connsiteX56" fmla="*/ 530632 w 597604"/>
                <a:gd name="connsiteY56" fmla="*/ 240692 h 519126"/>
                <a:gd name="connsiteX57" fmla="*/ 534704 w 597604"/>
                <a:gd name="connsiteY57" fmla="*/ 236621 h 519126"/>
                <a:gd name="connsiteX58" fmla="*/ 540796 w 597604"/>
                <a:gd name="connsiteY58" fmla="*/ 231104 h 519126"/>
                <a:gd name="connsiteX59" fmla="*/ 541940 w 597604"/>
                <a:gd name="connsiteY59" fmla="*/ 228783 h 519126"/>
                <a:gd name="connsiteX60" fmla="*/ 543690 w 597604"/>
                <a:gd name="connsiteY60" fmla="*/ 226193 h 519126"/>
                <a:gd name="connsiteX61" fmla="*/ 545440 w 597604"/>
                <a:gd name="connsiteY61" fmla="*/ 224746 h 519126"/>
                <a:gd name="connsiteX62" fmla="*/ 550353 w 597604"/>
                <a:gd name="connsiteY62" fmla="*/ 222997 h 519126"/>
                <a:gd name="connsiteX63" fmla="*/ 553248 w 597604"/>
                <a:gd name="connsiteY63" fmla="*/ 221820 h 519126"/>
                <a:gd name="connsiteX64" fmla="*/ 554695 w 597604"/>
                <a:gd name="connsiteY64" fmla="*/ 220373 h 519126"/>
                <a:gd name="connsiteX65" fmla="*/ 554964 w 597604"/>
                <a:gd name="connsiteY65" fmla="*/ 216303 h 519126"/>
                <a:gd name="connsiteX66" fmla="*/ 556411 w 597604"/>
                <a:gd name="connsiteY66" fmla="*/ 211963 h 519126"/>
                <a:gd name="connsiteX67" fmla="*/ 559036 w 597604"/>
                <a:gd name="connsiteY67" fmla="*/ 208499 h 519126"/>
                <a:gd name="connsiteX68" fmla="*/ 561224 w 597604"/>
                <a:gd name="connsiteY68" fmla="*/ 207052 h 519126"/>
                <a:gd name="connsiteX69" fmla="*/ 565733 w 597604"/>
                <a:gd name="connsiteY69" fmla="*/ 207052 h 519126"/>
                <a:gd name="connsiteX70" fmla="*/ 568931 w 597604"/>
                <a:gd name="connsiteY70" fmla="*/ 207052 h 519126"/>
                <a:gd name="connsiteX71" fmla="*/ 573844 w 597604"/>
                <a:gd name="connsiteY71" fmla="*/ 204428 h 519126"/>
                <a:gd name="connsiteX72" fmla="*/ 576469 w 597604"/>
                <a:gd name="connsiteY72" fmla="*/ 202982 h 519126"/>
                <a:gd name="connsiteX73" fmla="*/ 580508 w 597604"/>
                <a:gd name="connsiteY73" fmla="*/ 200661 h 519126"/>
                <a:gd name="connsiteX74" fmla="*/ 585724 w 597604"/>
                <a:gd name="connsiteY74" fmla="*/ 198339 h 519126"/>
                <a:gd name="connsiteX75" fmla="*/ 587441 w 597604"/>
                <a:gd name="connsiteY75" fmla="*/ 196018 h 519126"/>
                <a:gd name="connsiteX76" fmla="*/ 588619 w 597604"/>
                <a:gd name="connsiteY76" fmla="*/ 192822 h 519126"/>
                <a:gd name="connsiteX77" fmla="*/ 588922 w 597604"/>
                <a:gd name="connsiteY77" fmla="*/ 187036 h 519126"/>
                <a:gd name="connsiteX78" fmla="*/ 589224 w 597604"/>
                <a:gd name="connsiteY78" fmla="*/ 181250 h 519126"/>
                <a:gd name="connsiteX79" fmla="*/ 586902 w 597604"/>
                <a:gd name="connsiteY79" fmla="*/ 178055 h 519126"/>
                <a:gd name="connsiteX80" fmla="*/ 582561 w 597604"/>
                <a:gd name="connsiteY80" fmla="*/ 172538 h 519126"/>
                <a:gd name="connsiteX81" fmla="*/ 579969 w 597604"/>
                <a:gd name="connsiteY81" fmla="*/ 170519 h 519126"/>
                <a:gd name="connsiteX82" fmla="*/ 577344 w 597604"/>
                <a:gd name="connsiteY82" fmla="*/ 166180 h 519126"/>
                <a:gd name="connsiteX83" fmla="*/ 575594 w 597604"/>
                <a:gd name="connsiteY83" fmla="*/ 160966 h 519126"/>
                <a:gd name="connsiteX84" fmla="*/ 575897 w 597604"/>
                <a:gd name="connsiteY84" fmla="*/ 154877 h 519126"/>
                <a:gd name="connsiteX85" fmla="*/ 576166 w 597604"/>
                <a:gd name="connsiteY85" fmla="*/ 149966 h 519126"/>
                <a:gd name="connsiteX86" fmla="*/ 573844 w 597604"/>
                <a:gd name="connsiteY86" fmla="*/ 146501 h 519126"/>
                <a:gd name="connsiteX87" fmla="*/ 575291 w 597604"/>
                <a:gd name="connsiteY87" fmla="*/ 142733 h 519126"/>
                <a:gd name="connsiteX88" fmla="*/ 575864 w 597604"/>
                <a:gd name="connsiteY88" fmla="*/ 141589 h 519126"/>
                <a:gd name="connsiteX89" fmla="*/ 577613 w 597604"/>
                <a:gd name="connsiteY89" fmla="*/ 137822 h 519126"/>
                <a:gd name="connsiteX90" fmla="*/ 575594 w 597604"/>
                <a:gd name="connsiteY90" fmla="*/ 131464 h 519126"/>
                <a:gd name="connsiteX91" fmla="*/ 574450 w 597604"/>
                <a:gd name="connsiteY91" fmla="*/ 128268 h 519126"/>
                <a:gd name="connsiteX92" fmla="*/ 577344 w 597604"/>
                <a:gd name="connsiteY92" fmla="*/ 123626 h 519126"/>
                <a:gd name="connsiteX93" fmla="*/ 579094 w 597604"/>
                <a:gd name="connsiteY93" fmla="*/ 119286 h 519126"/>
                <a:gd name="connsiteX94" fmla="*/ 577950 w 597604"/>
                <a:gd name="connsiteY94" fmla="*/ 114947 h 519126"/>
                <a:gd name="connsiteX95" fmla="*/ 577378 w 597604"/>
                <a:gd name="connsiteY95" fmla="*/ 113769 h 519126"/>
                <a:gd name="connsiteX96" fmla="*/ 572734 w 597604"/>
                <a:gd name="connsiteY96" fmla="*/ 110002 h 519126"/>
                <a:gd name="connsiteX97" fmla="*/ 571589 w 597604"/>
                <a:gd name="connsiteY97" fmla="*/ 105359 h 519126"/>
                <a:gd name="connsiteX98" fmla="*/ 570714 w 597604"/>
                <a:gd name="connsiteY98" fmla="*/ 98699 h 519126"/>
                <a:gd name="connsiteX99" fmla="*/ 572161 w 597604"/>
                <a:gd name="connsiteY99" fmla="*/ 93485 h 519126"/>
                <a:gd name="connsiteX100" fmla="*/ 571354 w 597604"/>
                <a:gd name="connsiteY100" fmla="*/ 87833 h 519126"/>
                <a:gd name="connsiteX101" fmla="*/ 571354 w 597604"/>
                <a:gd name="connsiteY101" fmla="*/ 87833 h 519126"/>
                <a:gd name="connsiteX102" fmla="*/ 568594 w 597604"/>
                <a:gd name="connsiteY102" fmla="*/ 87530 h 519126"/>
                <a:gd name="connsiteX103" fmla="*/ 567517 w 597604"/>
                <a:gd name="connsiteY103" fmla="*/ 88842 h 519126"/>
                <a:gd name="connsiteX104" fmla="*/ 564690 w 597604"/>
                <a:gd name="connsiteY104" fmla="*/ 88842 h 519126"/>
                <a:gd name="connsiteX105" fmla="*/ 562738 w 597604"/>
                <a:gd name="connsiteY105" fmla="*/ 90154 h 519126"/>
                <a:gd name="connsiteX106" fmla="*/ 560887 w 597604"/>
                <a:gd name="connsiteY106" fmla="*/ 92980 h 519126"/>
                <a:gd name="connsiteX107" fmla="*/ 559474 w 597604"/>
                <a:gd name="connsiteY107" fmla="*/ 94931 h 519126"/>
                <a:gd name="connsiteX108" fmla="*/ 558969 w 597604"/>
                <a:gd name="connsiteY108" fmla="*/ 97656 h 519126"/>
                <a:gd name="connsiteX109" fmla="*/ 558935 w 597604"/>
                <a:gd name="connsiteY109" fmla="*/ 100044 h 519126"/>
                <a:gd name="connsiteX110" fmla="*/ 558935 w 597604"/>
                <a:gd name="connsiteY110" fmla="*/ 101794 h 519126"/>
                <a:gd name="connsiteX111" fmla="*/ 558935 w 597604"/>
                <a:gd name="connsiteY111" fmla="*/ 103543 h 519126"/>
                <a:gd name="connsiteX112" fmla="*/ 558060 w 597604"/>
                <a:gd name="connsiteY112" fmla="*/ 106369 h 519126"/>
                <a:gd name="connsiteX113" fmla="*/ 557286 w 597604"/>
                <a:gd name="connsiteY113" fmla="*/ 107681 h 519126"/>
                <a:gd name="connsiteX114" fmla="*/ 556209 w 597604"/>
                <a:gd name="connsiteY114" fmla="*/ 109430 h 519126"/>
                <a:gd name="connsiteX115" fmla="*/ 555031 w 597604"/>
                <a:gd name="connsiteY115" fmla="*/ 111919 h 519126"/>
                <a:gd name="connsiteX116" fmla="*/ 554998 w 597604"/>
                <a:gd name="connsiteY116" fmla="*/ 113870 h 519126"/>
                <a:gd name="connsiteX117" fmla="*/ 554998 w 597604"/>
                <a:gd name="connsiteY117" fmla="*/ 116898 h 519126"/>
                <a:gd name="connsiteX118" fmla="*/ 553921 w 597604"/>
                <a:gd name="connsiteY118" fmla="*/ 118748 h 519126"/>
                <a:gd name="connsiteX119" fmla="*/ 552406 w 597604"/>
                <a:gd name="connsiteY119" fmla="*/ 119084 h 519126"/>
                <a:gd name="connsiteX120" fmla="*/ 550454 w 597604"/>
                <a:gd name="connsiteY120" fmla="*/ 118983 h 519126"/>
                <a:gd name="connsiteX121" fmla="*/ 548166 w 597604"/>
                <a:gd name="connsiteY121" fmla="*/ 117772 h 519126"/>
                <a:gd name="connsiteX122" fmla="*/ 546651 w 597604"/>
                <a:gd name="connsiteY122" fmla="*/ 117436 h 519126"/>
                <a:gd name="connsiteX123" fmla="*/ 544901 w 597604"/>
                <a:gd name="connsiteY123" fmla="*/ 120161 h 519126"/>
                <a:gd name="connsiteX124" fmla="*/ 540762 w 597604"/>
                <a:gd name="connsiteY124" fmla="*/ 120161 h 519126"/>
                <a:gd name="connsiteX125" fmla="*/ 538036 w 597604"/>
                <a:gd name="connsiteY125" fmla="*/ 119724 h 519126"/>
                <a:gd name="connsiteX126" fmla="*/ 533930 w 597604"/>
                <a:gd name="connsiteY126" fmla="*/ 116696 h 519126"/>
                <a:gd name="connsiteX127" fmla="*/ 530766 w 597604"/>
                <a:gd name="connsiteY127" fmla="*/ 112895 h 519126"/>
                <a:gd name="connsiteX128" fmla="*/ 528141 w 597604"/>
                <a:gd name="connsiteY128" fmla="*/ 111482 h 519126"/>
                <a:gd name="connsiteX129" fmla="*/ 527064 w 597604"/>
                <a:gd name="connsiteY129" fmla="*/ 112121 h 519126"/>
                <a:gd name="connsiteX130" fmla="*/ 525987 w 597604"/>
                <a:gd name="connsiteY130" fmla="*/ 114308 h 519126"/>
                <a:gd name="connsiteX131" fmla="*/ 522958 w 597604"/>
                <a:gd name="connsiteY131" fmla="*/ 116360 h 519126"/>
                <a:gd name="connsiteX132" fmla="*/ 521242 w 597604"/>
                <a:gd name="connsiteY132" fmla="*/ 115821 h 519126"/>
                <a:gd name="connsiteX133" fmla="*/ 519694 w 597604"/>
                <a:gd name="connsiteY133" fmla="*/ 114072 h 519126"/>
                <a:gd name="connsiteX134" fmla="*/ 519694 w 597604"/>
                <a:gd name="connsiteY134" fmla="*/ 110170 h 519126"/>
                <a:gd name="connsiteX135" fmla="*/ 520805 w 597604"/>
                <a:gd name="connsiteY135" fmla="*/ 106907 h 519126"/>
                <a:gd name="connsiteX136" fmla="*/ 521208 w 597604"/>
                <a:gd name="connsiteY136" fmla="*/ 103307 h 519126"/>
                <a:gd name="connsiteX137" fmla="*/ 521107 w 597604"/>
                <a:gd name="connsiteY137" fmla="*/ 100482 h 519126"/>
                <a:gd name="connsiteX138" fmla="*/ 521107 w 597604"/>
                <a:gd name="connsiteY138" fmla="*/ 95267 h 519126"/>
                <a:gd name="connsiteX139" fmla="*/ 521107 w 597604"/>
                <a:gd name="connsiteY139" fmla="*/ 93216 h 519126"/>
                <a:gd name="connsiteX140" fmla="*/ 520434 w 597604"/>
                <a:gd name="connsiteY140" fmla="*/ 91164 h 519126"/>
                <a:gd name="connsiteX141" fmla="*/ 519122 w 597604"/>
                <a:gd name="connsiteY141" fmla="*/ 88977 h 519126"/>
                <a:gd name="connsiteX142" fmla="*/ 516497 w 597604"/>
                <a:gd name="connsiteY142" fmla="*/ 86689 h 519126"/>
                <a:gd name="connsiteX143" fmla="*/ 514208 w 597604"/>
                <a:gd name="connsiteY143" fmla="*/ 87329 h 519126"/>
                <a:gd name="connsiteX144" fmla="*/ 512357 w 597604"/>
                <a:gd name="connsiteY144" fmla="*/ 88102 h 519126"/>
                <a:gd name="connsiteX145" fmla="*/ 510304 w 597604"/>
                <a:gd name="connsiteY145" fmla="*/ 88977 h 519126"/>
                <a:gd name="connsiteX146" fmla="*/ 509968 w 597604"/>
                <a:gd name="connsiteY146" fmla="*/ 89616 h 519126"/>
                <a:gd name="connsiteX147" fmla="*/ 510069 w 597604"/>
                <a:gd name="connsiteY147" fmla="*/ 92005 h 519126"/>
                <a:gd name="connsiteX148" fmla="*/ 510977 w 597604"/>
                <a:gd name="connsiteY148" fmla="*/ 93855 h 519126"/>
                <a:gd name="connsiteX149" fmla="*/ 510944 w 597604"/>
                <a:gd name="connsiteY149" fmla="*/ 95066 h 519126"/>
                <a:gd name="connsiteX150" fmla="*/ 510944 w 597604"/>
                <a:gd name="connsiteY150" fmla="*/ 98430 h 519126"/>
                <a:gd name="connsiteX151" fmla="*/ 510944 w 597604"/>
                <a:gd name="connsiteY151" fmla="*/ 100482 h 519126"/>
                <a:gd name="connsiteX152" fmla="*/ 509631 w 597604"/>
                <a:gd name="connsiteY152" fmla="*/ 101895 h 519126"/>
                <a:gd name="connsiteX153" fmla="*/ 504415 w 597604"/>
                <a:gd name="connsiteY153" fmla="*/ 101356 h 519126"/>
                <a:gd name="connsiteX154" fmla="*/ 502025 w 597604"/>
                <a:gd name="connsiteY154" fmla="*/ 98295 h 519126"/>
                <a:gd name="connsiteX155" fmla="*/ 502362 w 597604"/>
                <a:gd name="connsiteY155" fmla="*/ 92846 h 519126"/>
                <a:gd name="connsiteX156" fmla="*/ 502025 w 597604"/>
                <a:gd name="connsiteY156" fmla="*/ 89482 h 519126"/>
                <a:gd name="connsiteX157" fmla="*/ 502799 w 597604"/>
                <a:gd name="connsiteY157" fmla="*/ 85781 h 519126"/>
                <a:gd name="connsiteX158" fmla="*/ 503641 w 597604"/>
                <a:gd name="connsiteY158" fmla="*/ 81374 h 519126"/>
                <a:gd name="connsiteX159" fmla="*/ 504583 w 597604"/>
                <a:gd name="connsiteY159" fmla="*/ 79928 h 519126"/>
                <a:gd name="connsiteX160" fmla="*/ 505895 w 597604"/>
                <a:gd name="connsiteY160" fmla="*/ 78044 h 519126"/>
                <a:gd name="connsiteX161" fmla="*/ 507780 w 597604"/>
                <a:gd name="connsiteY161" fmla="*/ 76968 h 519126"/>
                <a:gd name="connsiteX162" fmla="*/ 509530 w 597604"/>
                <a:gd name="connsiteY162" fmla="*/ 74781 h 519126"/>
                <a:gd name="connsiteX163" fmla="*/ 510271 w 597604"/>
                <a:gd name="connsiteY163" fmla="*/ 73469 h 519126"/>
                <a:gd name="connsiteX164" fmla="*/ 510977 w 597604"/>
                <a:gd name="connsiteY164" fmla="*/ 68827 h 519126"/>
                <a:gd name="connsiteX165" fmla="*/ 510977 w 597604"/>
                <a:gd name="connsiteY165" fmla="*/ 65496 h 519126"/>
                <a:gd name="connsiteX166" fmla="*/ 510775 w 597604"/>
                <a:gd name="connsiteY166" fmla="*/ 63175 h 519126"/>
                <a:gd name="connsiteX167" fmla="*/ 507511 w 597604"/>
                <a:gd name="connsiteY167" fmla="*/ 60417 h 519126"/>
                <a:gd name="connsiteX168" fmla="*/ 504549 w 597604"/>
                <a:gd name="connsiteY168" fmla="*/ 59408 h 519126"/>
                <a:gd name="connsiteX169" fmla="*/ 501924 w 597604"/>
                <a:gd name="connsiteY169" fmla="*/ 59038 h 519126"/>
                <a:gd name="connsiteX170" fmla="*/ 500107 w 597604"/>
                <a:gd name="connsiteY170" fmla="*/ 61056 h 519126"/>
                <a:gd name="connsiteX171" fmla="*/ 498929 w 597604"/>
                <a:gd name="connsiteY171" fmla="*/ 63579 h 519126"/>
                <a:gd name="connsiteX172" fmla="*/ 498559 w 597604"/>
                <a:gd name="connsiteY172" fmla="*/ 65530 h 519126"/>
                <a:gd name="connsiteX173" fmla="*/ 498559 w 597604"/>
                <a:gd name="connsiteY173" fmla="*/ 67212 h 519126"/>
                <a:gd name="connsiteX174" fmla="*/ 497549 w 597604"/>
                <a:gd name="connsiteY174" fmla="*/ 69903 h 519126"/>
                <a:gd name="connsiteX175" fmla="*/ 496742 w 597604"/>
                <a:gd name="connsiteY175" fmla="*/ 71652 h 519126"/>
                <a:gd name="connsiteX176" fmla="*/ 495362 w 597604"/>
                <a:gd name="connsiteY176" fmla="*/ 73974 h 519126"/>
                <a:gd name="connsiteX177" fmla="*/ 491727 w 597604"/>
                <a:gd name="connsiteY177" fmla="*/ 73604 h 519126"/>
                <a:gd name="connsiteX178" fmla="*/ 487655 w 597604"/>
                <a:gd name="connsiteY178" fmla="*/ 70778 h 519126"/>
                <a:gd name="connsiteX179" fmla="*/ 483583 w 597604"/>
                <a:gd name="connsiteY179" fmla="*/ 66775 h 519126"/>
                <a:gd name="connsiteX180" fmla="*/ 479881 w 597604"/>
                <a:gd name="connsiteY180" fmla="*/ 63142 h 519126"/>
                <a:gd name="connsiteX181" fmla="*/ 478736 w 597604"/>
                <a:gd name="connsiteY181" fmla="*/ 59811 h 519126"/>
                <a:gd name="connsiteX182" fmla="*/ 479376 w 597604"/>
                <a:gd name="connsiteY182" fmla="*/ 57356 h 519126"/>
                <a:gd name="connsiteX183" fmla="*/ 481563 w 597604"/>
                <a:gd name="connsiteY183" fmla="*/ 55270 h 519126"/>
                <a:gd name="connsiteX184" fmla="*/ 483583 w 597604"/>
                <a:gd name="connsiteY184" fmla="*/ 53016 h 519126"/>
                <a:gd name="connsiteX185" fmla="*/ 482640 w 597604"/>
                <a:gd name="connsiteY185" fmla="*/ 49753 h 519126"/>
                <a:gd name="connsiteX186" fmla="*/ 481261 w 597604"/>
                <a:gd name="connsiteY186" fmla="*/ 47869 h 519126"/>
                <a:gd name="connsiteX187" fmla="*/ 478635 w 597604"/>
                <a:gd name="connsiteY187" fmla="*/ 43025 h 519126"/>
                <a:gd name="connsiteX188" fmla="*/ 477256 w 597604"/>
                <a:gd name="connsiteY188" fmla="*/ 38820 h 519126"/>
                <a:gd name="connsiteX189" fmla="*/ 478332 w 597604"/>
                <a:gd name="connsiteY189" fmla="*/ 37643 h 519126"/>
                <a:gd name="connsiteX190" fmla="*/ 479578 w 597604"/>
                <a:gd name="connsiteY190" fmla="*/ 35759 h 519126"/>
                <a:gd name="connsiteX191" fmla="*/ 479578 w 597604"/>
                <a:gd name="connsiteY191" fmla="*/ 33303 h 519126"/>
                <a:gd name="connsiteX192" fmla="*/ 479409 w 597604"/>
                <a:gd name="connsiteY192" fmla="*/ 30175 h 519126"/>
                <a:gd name="connsiteX193" fmla="*/ 477626 w 597604"/>
                <a:gd name="connsiteY193" fmla="*/ 25533 h 519126"/>
                <a:gd name="connsiteX194" fmla="*/ 477626 w 597604"/>
                <a:gd name="connsiteY194" fmla="*/ 23279 h 519126"/>
                <a:gd name="connsiteX195" fmla="*/ 477188 w 597604"/>
                <a:gd name="connsiteY195" fmla="*/ 20453 h 519126"/>
                <a:gd name="connsiteX196" fmla="*/ 475741 w 597604"/>
                <a:gd name="connsiteY196" fmla="*/ 18132 h 519126"/>
                <a:gd name="connsiteX197" fmla="*/ 473991 w 597604"/>
                <a:gd name="connsiteY197" fmla="*/ 16820 h 519126"/>
                <a:gd name="connsiteX198" fmla="*/ 472039 w 597604"/>
                <a:gd name="connsiteY198" fmla="*/ 16753 h 519126"/>
                <a:gd name="connsiteX199" fmla="*/ 469784 w 597604"/>
                <a:gd name="connsiteY199" fmla="*/ 18132 h 519126"/>
                <a:gd name="connsiteX200" fmla="*/ 467529 w 597604"/>
                <a:gd name="connsiteY200" fmla="*/ 19444 h 519126"/>
                <a:gd name="connsiteX201" fmla="*/ 464198 w 597604"/>
                <a:gd name="connsiteY201" fmla="*/ 19242 h 519126"/>
                <a:gd name="connsiteX202" fmla="*/ 461741 w 597604"/>
                <a:gd name="connsiteY202" fmla="*/ 18872 h 519126"/>
                <a:gd name="connsiteX203" fmla="*/ 458409 w 597604"/>
                <a:gd name="connsiteY203" fmla="*/ 17627 h 519126"/>
                <a:gd name="connsiteX204" fmla="*/ 455649 w 597604"/>
                <a:gd name="connsiteY204" fmla="*/ 16618 h 519126"/>
                <a:gd name="connsiteX205" fmla="*/ 452553 w 597604"/>
                <a:gd name="connsiteY205" fmla="*/ 16753 h 519126"/>
                <a:gd name="connsiteX206" fmla="*/ 450096 w 597604"/>
                <a:gd name="connsiteY206" fmla="*/ 18334 h 519126"/>
                <a:gd name="connsiteX207" fmla="*/ 448144 w 597604"/>
                <a:gd name="connsiteY207" fmla="*/ 20352 h 519126"/>
                <a:gd name="connsiteX208" fmla="*/ 445822 w 597604"/>
                <a:gd name="connsiteY208" fmla="*/ 21597 h 519126"/>
                <a:gd name="connsiteX209" fmla="*/ 440740 w 597604"/>
                <a:gd name="connsiteY209" fmla="*/ 21967 h 519126"/>
                <a:gd name="connsiteX210" fmla="*/ 438822 w 597604"/>
                <a:gd name="connsiteY210" fmla="*/ 24019 h 519126"/>
                <a:gd name="connsiteX211" fmla="*/ 437038 w 597604"/>
                <a:gd name="connsiteY211" fmla="*/ 24826 h 519126"/>
                <a:gd name="connsiteX212" fmla="*/ 435995 w 597604"/>
                <a:gd name="connsiteY212" fmla="*/ 26609 h 519126"/>
                <a:gd name="connsiteX213" fmla="*/ 433505 w 597604"/>
                <a:gd name="connsiteY213" fmla="*/ 28392 h 519126"/>
                <a:gd name="connsiteX214" fmla="*/ 432192 w 597604"/>
                <a:gd name="connsiteY214" fmla="*/ 28493 h 519126"/>
                <a:gd name="connsiteX215" fmla="*/ 429365 w 597604"/>
                <a:gd name="connsiteY215" fmla="*/ 27786 h 519126"/>
                <a:gd name="connsiteX216" fmla="*/ 428221 w 597604"/>
                <a:gd name="connsiteY216" fmla="*/ 27618 h 519126"/>
                <a:gd name="connsiteX217" fmla="*/ 426706 w 597604"/>
                <a:gd name="connsiteY217" fmla="*/ 25869 h 519126"/>
                <a:gd name="connsiteX218" fmla="*/ 426000 w 597604"/>
                <a:gd name="connsiteY218" fmla="*/ 24288 h 519126"/>
                <a:gd name="connsiteX219" fmla="*/ 425360 w 597604"/>
                <a:gd name="connsiteY219" fmla="*/ 22370 h 519126"/>
                <a:gd name="connsiteX220" fmla="*/ 425024 w 597604"/>
                <a:gd name="connsiteY220" fmla="*/ 20789 h 519126"/>
                <a:gd name="connsiteX221" fmla="*/ 425663 w 597604"/>
                <a:gd name="connsiteY221" fmla="*/ 18233 h 519126"/>
                <a:gd name="connsiteX222" fmla="*/ 425663 w 597604"/>
                <a:gd name="connsiteY222" fmla="*/ 17459 h 519126"/>
                <a:gd name="connsiteX223" fmla="*/ 425899 w 597604"/>
                <a:gd name="connsiteY223" fmla="*/ 15777 h 519126"/>
                <a:gd name="connsiteX224" fmla="*/ 426235 w 597604"/>
                <a:gd name="connsiteY224" fmla="*/ 13927 h 519126"/>
                <a:gd name="connsiteX225" fmla="*/ 425663 w 597604"/>
                <a:gd name="connsiteY225" fmla="*/ 11269 h 519126"/>
                <a:gd name="connsiteX226" fmla="*/ 425663 w 597604"/>
                <a:gd name="connsiteY226" fmla="*/ 8982 h 519126"/>
                <a:gd name="connsiteX227" fmla="*/ 424990 w 597604"/>
                <a:gd name="connsiteY227" fmla="*/ 6963 h 519126"/>
                <a:gd name="connsiteX228" fmla="*/ 424317 w 597604"/>
                <a:gd name="connsiteY228" fmla="*/ 4844 h 519126"/>
                <a:gd name="connsiteX229" fmla="*/ 422971 w 597604"/>
                <a:gd name="connsiteY229" fmla="*/ 3768 h 519126"/>
                <a:gd name="connsiteX230" fmla="*/ 420918 w 597604"/>
                <a:gd name="connsiteY230" fmla="*/ 3061 h 519126"/>
                <a:gd name="connsiteX231" fmla="*/ 418360 w 597604"/>
                <a:gd name="connsiteY231" fmla="*/ 3162 h 519126"/>
                <a:gd name="connsiteX232" fmla="*/ 417048 w 597604"/>
                <a:gd name="connsiteY232" fmla="*/ 3667 h 519126"/>
                <a:gd name="connsiteX233" fmla="*/ 415264 w 597604"/>
                <a:gd name="connsiteY233" fmla="*/ 5147 h 519126"/>
                <a:gd name="connsiteX234" fmla="*/ 413110 w 597604"/>
                <a:gd name="connsiteY234" fmla="*/ 6795 h 519126"/>
                <a:gd name="connsiteX235" fmla="*/ 407456 w 597604"/>
                <a:gd name="connsiteY235" fmla="*/ 5214 h 519126"/>
                <a:gd name="connsiteX236" fmla="*/ 405134 w 597604"/>
                <a:gd name="connsiteY236" fmla="*/ 3768 h 519126"/>
                <a:gd name="connsiteX237" fmla="*/ 403821 w 597604"/>
                <a:gd name="connsiteY237" fmla="*/ 2758 h 519126"/>
                <a:gd name="connsiteX238" fmla="*/ 400927 w 597604"/>
                <a:gd name="connsiteY238" fmla="*/ 875 h 519126"/>
                <a:gd name="connsiteX239" fmla="*/ 398739 w 597604"/>
                <a:gd name="connsiteY239" fmla="*/ 0 h 519126"/>
                <a:gd name="connsiteX240" fmla="*/ 396821 w 597604"/>
                <a:gd name="connsiteY240" fmla="*/ 0 h 519126"/>
                <a:gd name="connsiteX241" fmla="*/ 394364 w 597604"/>
                <a:gd name="connsiteY241" fmla="*/ 1884 h 519126"/>
                <a:gd name="connsiteX242" fmla="*/ 392782 w 597604"/>
                <a:gd name="connsiteY242" fmla="*/ 4642 h 519126"/>
                <a:gd name="connsiteX243" fmla="*/ 389148 w 597604"/>
                <a:gd name="connsiteY243" fmla="*/ 7670 h 519126"/>
                <a:gd name="connsiteX244" fmla="*/ 386691 w 597604"/>
                <a:gd name="connsiteY244" fmla="*/ 8679 h 519126"/>
                <a:gd name="connsiteX245" fmla="*/ 386119 w 597604"/>
                <a:gd name="connsiteY245" fmla="*/ 11303 h 519126"/>
                <a:gd name="connsiteX246" fmla="*/ 385244 w 597604"/>
                <a:gd name="connsiteY246" fmla="*/ 16080 h 519126"/>
                <a:gd name="connsiteX247" fmla="*/ 385816 w 597604"/>
                <a:gd name="connsiteY247" fmla="*/ 19982 h 519126"/>
                <a:gd name="connsiteX248" fmla="*/ 385816 w 597604"/>
                <a:gd name="connsiteY248" fmla="*/ 21866 h 519126"/>
                <a:gd name="connsiteX249" fmla="*/ 387196 w 597604"/>
                <a:gd name="connsiteY249" fmla="*/ 24456 h 519126"/>
                <a:gd name="connsiteX250" fmla="*/ 391033 w 597604"/>
                <a:gd name="connsiteY250" fmla="*/ 25331 h 519126"/>
                <a:gd name="connsiteX251" fmla="*/ 392782 w 597604"/>
                <a:gd name="connsiteY251" fmla="*/ 28661 h 519126"/>
                <a:gd name="connsiteX252" fmla="*/ 392782 w 597604"/>
                <a:gd name="connsiteY252" fmla="*/ 32126 h 519126"/>
                <a:gd name="connsiteX253" fmla="*/ 392782 w 597604"/>
                <a:gd name="connsiteY253" fmla="*/ 34312 h 519126"/>
                <a:gd name="connsiteX254" fmla="*/ 391706 w 597604"/>
                <a:gd name="connsiteY254" fmla="*/ 36499 h 519126"/>
                <a:gd name="connsiteX255" fmla="*/ 389585 w 597604"/>
                <a:gd name="connsiteY255" fmla="*/ 38517 h 519126"/>
                <a:gd name="connsiteX256" fmla="*/ 387129 w 597604"/>
                <a:gd name="connsiteY256" fmla="*/ 39829 h 519126"/>
                <a:gd name="connsiteX257" fmla="*/ 384672 w 597604"/>
                <a:gd name="connsiteY257" fmla="*/ 40704 h 519126"/>
                <a:gd name="connsiteX258" fmla="*/ 382215 w 597604"/>
                <a:gd name="connsiteY258" fmla="*/ 41713 h 519126"/>
                <a:gd name="connsiteX259" fmla="*/ 380465 w 597604"/>
                <a:gd name="connsiteY259" fmla="*/ 43160 h 519126"/>
                <a:gd name="connsiteX260" fmla="*/ 379152 w 597604"/>
                <a:gd name="connsiteY260" fmla="*/ 44741 h 519126"/>
                <a:gd name="connsiteX261" fmla="*/ 377133 w 597604"/>
                <a:gd name="connsiteY261" fmla="*/ 47634 h 519126"/>
                <a:gd name="connsiteX262" fmla="*/ 375551 w 597604"/>
                <a:gd name="connsiteY262" fmla="*/ 49652 h 519126"/>
                <a:gd name="connsiteX263" fmla="*/ 373229 w 597604"/>
                <a:gd name="connsiteY263" fmla="*/ 49787 h 519126"/>
                <a:gd name="connsiteX264" fmla="*/ 371917 w 597604"/>
                <a:gd name="connsiteY264" fmla="*/ 49349 h 519126"/>
                <a:gd name="connsiteX265" fmla="*/ 370469 w 597604"/>
                <a:gd name="connsiteY265" fmla="*/ 45279 h 519126"/>
                <a:gd name="connsiteX266" fmla="*/ 370469 w 597604"/>
                <a:gd name="connsiteY266" fmla="*/ 41949 h 519126"/>
                <a:gd name="connsiteX267" fmla="*/ 367272 w 597604"/>
                <a:gd name="connsiteY267" fmla="*/ 37172 h 519126"/>
                <a:gd name="connsiteX268" fmla="*/ 362359 w 597604"/>
                <a:gd name="connsiteY268" fmla="*/ 36432 h 519126"/>
                <a:gd name="connsiteX269" fmla="*/ 357580 w 597604"/>
                <a:gd name="connsiteY269" fmla="*/ 36432 h 519126"/>
                <a:gd name="connsiteX270" fmla="*/ 353810 w 597604"/>
                <a:gd name="connsiteY270" fmla="*/ 37676 h 519126"/>
                <a:gd name="connsiteX271" fmla="*/ 349402 w 597604"/>
                <a:gd name="connsiteY271" fmla="*/ 39056 h 519126"/>
                <a:gd name="connsiteX272" fmla="*/ 348392 w 597604"/>
                <a:gd name="connsiteY272" fmla="*/ 39493 h 519126"/>
                <a:gd name="connsiteX273" fmla="*/ 347753 w 597604"/>
                <a:gd name="connsiteY273" fmla="*/ 41074 h 519126"/>
                <a:gd name="connsiteX274" fmla="*/ 347181 w 597604"/>
                <a:gd name="connsiteY274" fmla="*/ 43597 h 519126"/>
                <a:gd name="connsiteX275" fmla="*/ 346306 w 597604"/>
                <a:gd name="connsiteY275" fmla="*/ 46793 h 519126"/>
                <a:gd name="connsiteX276" fmla="*/ 344926 w 597604"/>
                <a:gd name="connsiteY276" fmla="*/ 48407 h 519126"/>
                <a:gd name="connsiteX277" fmla="*/ 343277 w 597604"/>
                <a:gd name="connsiteY277" fmla="*/ 47533 h 519126"/>
                <a:gd name="connsiteX278" fmla="*/ 339642 w 597604"/>
                <a:gd name="connsiteY278" fmla="*/ 45851 h 519126"/>
                <a:gd name="connsiteX279" fmla="*/ 337690 w 597604"/>
                <a:gd name="connsiteY279" fmla="*/ 45414 h 519126"/>
                <a:gd name="connsiteX280" fmla="*/ 335940 w 597604"/>
                <a:gd name="connsiteY280" fmla="*/ 45986 h 519126"/>
                <a:gd name="connsiteX281" fmla="*/ 333853 w 597604"/>
                <a:gd name="connsiteY281" fmla="*/ 47230 h 519126"/>
                <a:gd name="connsiteX282" fmla="*/ 330387 w 597604"/>
                <a:gd name="connsiteY282" fmla="*/ 49417 h 519126"/>
                <a:gd name="connsiteX283" fmla="*/ 327796 w 597604"/>
                <a:gd name="connsiteY283" fmla="*/ 53117 h 519126"/>
                <a:gd name="connsiteX284" fmla="*/ 329512 w 597604"/>
                <a:gd name="connsiteY284" fmla="*/ 55068 h 519126"/>
                <a:gd name="connsiteX285" fmla="*/ 333147 w 597604"/>
                <a:gd name="connsiteY285" fmla="*/ 58903 h 519126"/>
                <a:gd name="connsiteX286" fmla="*/ 333954 w 597604"/>
                <a:gd name="connsiteY286" fmla="*/ 61729 h 519126"/>
                <a:gd name="connsiteX287" fmla="*/ 333584 w 597604"/>
                <a:gd name="connsiteY287" fmla="*/ 65059 h 519126"/>
                <a:gd name="connsiteX288" fmla="*/ 332204 w 597604"/>
                <a:gd name="connsiteY288" fmla="*/ 66741 h 519126"/>
                <a:gd name="connsiteX289" fmla="*/ 330050 w 597604"/>
                <a:gd name="connsiteY289" fmla="*/ 69264 h 519126"/>
                <a:gd name="connsiteX290" fmla="*/ 326853 w 597604"/>
                <a:gd name="connsiteY290" fmla="*/ 69062 h 519126"/>
                <a:gd name="connsiteX291" fmla="*/ 324094 w 597604"/>
                <a:gd name="connsiteY291" fmla="*/ 67178 h 519126"/>
                <a:gd name="connsiteX292" fmla="*/ 322209 w 597604"/>
                <a:gd name="connsiteY292" fmla="*/ 66236 h 519126"/>
                <a:gd name="connsiteX293" fmla="*/ 320829 w 597604"/>
                <a:gd name="connsiteY293" fmla="*/ 65597 h 519126"/>
                <a:gd name="connsiteX294" fmla="*/ 319887 w 597604"/>
                <a:gd name="connsiteY294" fmla="*/ 66539 h 519126"/>
                <a:gd name="connsiteX295" fmla="*/ 320391 w 597604"/>
                <a:gd name="connsiteY295" fmla="*/ 68793 h 519126"/>
                <a:gd name="connsiteX296" fmla="*/ 320694 w 597604"/>
                <a:gd name="connsiteY296" fmla="*/ 70744 h 519126"/>
                <a:gd name="connsiteX297" fmla="*/ 321805 w 597604"/>
                <a:gd name="connsiteY297" fmla="*/ 72998 h 519126"/>
                <a:gd name="connsiteX298" fmla="*/ 321704 w 597604"/>
                <a:gd name="connsiteY298" fmla="*/ 75387 h 519126"/>
                <a:gd name="connsiteX299" fmla="*/ 321704 w 597604"/>
                <a:gd name="connsiteY299" fmla="*/ 77203 h 519126"/>
                <a:gd name="connsiteX300" fmla="*/ 321603 w 597604"/>
                <a:gd name="connsiteY300" fmla="*/ 79154 h 519126"/>
                <a:gd name="connsiteX301" fmla="*/ 321603 w 597604"/>
                <a:gd name="connsiteY301" fmla="*/ 80971 h 519126"/>
                <a:gd name="connsiteX302" fmla="*/ 320291 w 597604"/>
                <a:gd name="connsiteY302" fmla="*/ 83729 h 519126"/>
                <a:gd name="connsiteX303" fmla="*/ 318642 w 597604"/>
                <a:gd name="connsiteY303" fmla="*/ 85478 h 519126"/>
                <a:gd name="connsiteX304" fmla="*/ 316622 w 597604"/>
                <a:gd name="connsiteY304" fmla="*/ 84604 h 519126"/>
                <a:gd name="connsiteX305" fmla="*/ 316050 w 597604"/>
                <a:gd name="connsiteY305" fmla="*/ 83292 h 519126"/>
                <a:gd name="connsiteX306" fmla="*/ 314603 w 597604"/>
                <a:gd name="connsiteY306" fmla="*/ 79659 h 519126"/>
                <a:gd name="connsiteX307" fmla="*/ 314031 w 597604"/>
                <a:gd name="connsiteY307" fmla="*/ 79087 h 519126"/>
                <a:gd name="connsiteX308" fmla="*/ 310766 w 597604"/>
                <a:gd name="connsiteY308" fmla="*/ 78649 h 519126"/>
                <a:gd name="connsiteX309" fmla="*/ 307939 w 597604"/>
                <a:gd name="connsiteY309" fmla="*/ 78448 h 519126"/>
                <a:gd name="connsiteX310" fmla="*/ 306290 w 597604"/>
                <a:gd name="connsiteY310" fmla="*/ 76127 h 519126"/>
                <a:gd name="connsiteX311" fmla="*/ 306156 w 597604"/>
                <a:gd name="connsiteY311" fmla="*/ 74445 h 519126"/>
                <a:gd name="connsiteX312" fmla="*/ 306526 w 597604"/>
                <a:gd name="connsiteY312" fmla="*/ 73133 h 519126"/>
                <a:gd name="connsiteX313" fmla="*/ 306829 w 597604"/>
                <a:gd name="connsiteY313" fmla="*/ 71989 h 519126"/>
                <a:gd name="connsiteX314" fmla="*/ 307535 w 597604"/>
                <a:gd name="connsiteY314" fmla="*/ 70542 h 519126"/>
                <a:gd name="connsiteX315" fmla="*/ 307973 w 597604"/>
                <a:gd name="connsiteY315" fmla="*/ 69668 h 519126"/>
                <a:gd name="connsiteX316" fmla="*/ 309218 w 597604"/>
                <a:gd name="connsiteY316" fmla="*/ 67717 h 519126"/>
                <a:gd name="connsiteX317" fmla="*/ 310161 w 597604"/>
                <a:gd name="connsiteY317" fmla="*/ 66707 h 519126"/>
                <a:gd name="connsiteX318" fmla="*/ 311036 w 597604"/>
                <a:gd name="connsiteY318" fmla="*/ 65631 h 519126"/>
                <a:gd name="connsiteX319" fmla="*/ 311473 w 597604"/>
                <a:gd name="connsiteY319" fmla="*/ 64252 h 519126"/>
                <a:gd name="connsiteX320" fmla="*/ 311911 w 597604"/>
                <a:gd name="connsiteY320" fmla="*/ 63310 h 519126"/>
                <a:gd name="connsiteX321" fmla="*/ 312415 w 597604"/>
                <a:gd name="connsiteY321" fmla="*/ 62233 h 519126"/>
                <a:gd name="connsiteX322" fmla="*/ 312920 w 597604"/>
                <a:gd name="connsiteY322" fmla="*/ 59980 h 519126"/>
                <a:gd name="connsiteX323" fmla="*/ 312920 w 597604"/>
                <a:gd name="connsiteY323" fmla="*/ 58903 h 519126"/>
                <a:gd name="connsiteX324" fmla="*/ 312718 w 597604"/>
                <a:gd name="connsiteY324" fmla="*/ 56885 h 519126"/>
                <a:gd name="connsiteX325" fmla="*/ 313391 w 597604"/>
                <a:gd name="connsiteY325" fmla="*/ 54934 h 519126"/>
                <a:gd name="connsiteX326" fmla="*/ 311439 w 597604"/>
                <a:gd name="connsiteY326" fmla="*/ 54227 h 519126"/>
                <a:gd name="connsiteX327" fmla="*/ 310632 w 597604"/>
                <a:gd name="connsiteY327" fmla="*/ 54093 h 519126"/>
                <a:gd name="connsiteX328" fmla="*/ 308949 w 597604"/>
                <a:gd name="connsiteY328" fmla="*/ 53958 h 519126"/>
                <a:gd name="connsiteX329" fmla="*/ 305886 w 597604"/>
                <a:gd name="connsiteY329" fmla="*/ 51940 h 519126"/>
                <a:gd name="connsiteX330" fmla="*/ 304742 w 597604"/>
                <a:gd name="connsiteY330" fmla="*/ 49989 h 519126"/>
                <a:gd name="connsiteX331" fmla="*/ 302285 w 597604"/>
                <a:gd name="connsiteY331" fmla="*/ 49114 h 519126"/>
                <a:gd name="connsiteX332" fmla="*/ 301141 w 597604"/>
                <a:gd name="connsiteY332" fmla="*/ 47297 h 519126"/>
                <a:gd name="connsiteX333" fmla="*/ 300232 w 597604"/>
                <a:gd name="connsiteY333" fmla="*/ 46793 h 519126"/>
                <a:gd name="connsiteX334" fmla="*/ 298886 w 597604"/>
                <a:gd name="connsiteY334" fmla="*/ 43160 h 519126"/>
                <a:gd name="connsiteX335" fmla="*/ 297204 w 597604"/>
                <a:gd name="connsiteY335" fmla="*/ 41579 h 519126"/>
                <a:gd name="connsiteX336" fmla="*/ 295958 w 597604"/>
                <a:gd name="connsiteY336" fmla="*/ 40569 h 519126"/>
                <a:gd name="connsiteX337" fmla="*/ 294949 w 597604"/>
                <a:gd name="connsiteY337" fmla="*/ 39325 h 519126"/>
                <a:gd name="connsiteX338" fmla="*/ 292929 w 597604"/>
                <a:gd name="connsiteY338" fmla="*/ 38316 h 519126"/>
                <a:gd name="connsiteX339" fmla="*/ 291920 w 597604"/>
                <a:gd name="connsiteY339" fmla="*/ 38316 h 519126"/>
                <a:gd name="connsiteX340" fmla="*/ 290977 w 597604"/>
                <a:gd name="connsiteY340" fmla="*/ 39829 h 519126"/>
                <a:gd name="connsiteX341" fmla="*/ 290237 w 597604"/>
                <a:gd name="connsiteY341" fmla="*/ 40973 h 519126"/>
                <a:gd name="connsiteX342" fmla="*/ 289968 w 597604"/>
                <a:gd name="connsiteY342" fmla="*/ 43933 h 519126"/>
                <a:gd name="connsiteX343" fmla="*/ 289968 w 597604"/>
                <a:gd name="connsiteY343" fmla="*/ 46187 h 519126"/>
                <a:gd name="connsiteX344" fmla="*/ 291415 w 597604"/>
                <a:gd name="connsiteY344" fmla="*/ 48811 h 519126"/>
                <a:gd name="connsiteX345" fmla="*/ 292795 w 597604"/>
                <a:gd name="connsiteY345" fmla="*/ 50830 h 519126"/>
                <a:gd name="connsiteX346" fmla="*/ 295050 w 597604"/>
                <a:gd name="connsiteY346" fmla="*/ 52646 h 519126"/>
                <a:gd name="connsiteX347" fmla="*/ 296127 w 597604"/>
                <a:gd name="connsiteY347" fmla="*/ 53891 h 519126"/>
                <a:gd name="connsiteX348" fmla="*/ 298449 w 597604"/>
                <a:gd name="connsiteY348" fmla="*/ 55909 h 519126"/>
                <a:gd name="connsiteX349" fmla="*/ 299896 w 597604"/>
                <a:gd name="connsiteY349" fmla="*/ 58735 h 519126"/>
                <a:gd name="connsiteX350" fmla="*/ 300199 w 597604"/>
                <a:gd name="connsiteY350" fmla="*/ 60417 h 519126"/>
                <a:gd name="connsiteX351" fmla="*/ 299627 w 597604"/>
                <a:gd name="connsiteY351" fmla="*/ 62805 h 519126"/>
                <a:gd name="connsiteX352" fmla="*/ 297944 w 597604"/>
                <a:gd name="connsiteY352" fmla="*/ 63747 h 519126"/>
                <a:gd name="connsiteX353" fmla="*/ 297439 w 597604"/>
                <a:gd name="connsiteY353" fmla="*/ 64117 h 519126"/>
                <a:gd name="connsiteX354" fmla="*/ 295117 w 597604"/>
                <a:gd name="connsiteY354" fmla="*/ 65261 h 519126"/>
                <a:gd name="connsiteX355" fmla="*/ 293434 w 597604"/>
                <a:gd name="connsiteY355" fmla="*/ 66405 h 519126"/>
                <a:gd name="connsiteX356" fmla="*/ 292795 w 597604"/>
                <a:gd name="connsiteY356" fmla="*/ 67481 h 519126"/>
                <a:gd name="connsiteX357" fmla="*/ 293165 w 597604"/>
                <a:gd name="connsiteY357" fmla="*/ 68995 h 519126"/>
                <a:gd name="connsiteX358" fmla="*/ 293804 w 597604"/>
                <a:gd name="connsiteY358" fmla="*/ 69432 h 519126"/>
                <a:gd name="connsiteX359" fmla="*/ 294107 w 597604"/>
                <a:gd name="connsiteY359" fmla="*/ 70576 h 519126"/>
                <a:gd name="connsiteX360" fmla="*/ 294107 w 597604"/>
                <a:gd name="connsiteY360" fmla="*/ 71652 h 519126"/>
                <a:gd name="connsiteX361" fmla="*/ 293165 w 597604"/>
                <a:gd name="connsiteY361" fmla="*/ 72729 h 519126"/>
                <a:gd name="connsiteX362" fmla="*/ 292391 w 597604"/>
                <a:gd name="connsiteY362" fmla="*/ 73032 h 519126"/>
                <a:gd name="connsiteX363" fmla="*/ 291213 w 597604"/>
                <a:gd name="connsiteY363" fmla="*/ 73469 h 519126"/>
                <a:gd name="connsiteX364" fmla="*/ 289396 w 597604"/>
                <a:gd name="connsiteY364" fmla="*/ 71585 h 519126"/>
                <a:gd name="connsiteX365" fmla="*/ 288386 w 597604"/>
                <a:gd name="connsiteY365" fmla="*/ 70946 h 519126"/>
                <a:gd name="connsiteX366" fmla="*/ 287511 w 597604"/>
                <a:gd name="connsiteY366" fmla="*/ 70374 h 519126"/>
                <a:gd name="connsiteX367" fmla="*/ 286939 w 597604"/>
                <a:gd name="connsiteY367" fmla="*/ 69802 h 519126"/>
                <a:gd name="connsiteX368" fmla="*/ 285694 w 597604"/>
                <a:gd name="connsiteY368" fmla="*/ 69500 h 519126"/>
                <a:gd name="connsiteX369" fmla="*/ 284751 w 597604"/>
                <a:gd name="connsiteY369" fmla="*/ 69634 h 519126"/>
                <a:gd name="connsiteX370" fmla="*/ 283371 w 597604"/>
                <a:gd name="connsiteY370" fmla="*/ 70879 h 519126"/>
                <a:gd name="connsiteX371" fmla="*/ 283573 w 597604"/>
                <a:gd name="connsiteY371" fmla="*/ 72695 h 519126"/>
                <a:gd name="connsiteX372" fmla="*/ 285155 w 597604"/>
                <a:gd name="connsiteY372" fmla="*/ 74276 h 519126"/>
                <a:gd name="connsiteX373" fmla="*/ 284213 w 597604"/>
                <a:gd name="connsiteY373" fmla="*/ 77102 h 519126"/>
                <a:gd name="connsiteX374" fmla="*/ 282799 w 597604"/>
                <a:gd name="connsiteY374" fmla="*/ 78582 h 519126"/>
                <a:gd name="connsiteX375" fmla="*/ 281049 w 597604"/>
                <a:gd name="connsiteY375" fmla="*/ 78347 h 519126"/>
                <a:gd name="connsiteX376" fmla="*/ 279198 w 597604"/>
                <a:gd name="connsiteY376" fmla="*/ 77708 h 519126"/>
                <a:gd name="connsiteX377" fmla="*/ 277583 w 597604"/>
                <a:gd name="connsiteY377" fmla="*/ 76934 h 519126"/>
                <a:gd name="connsiteX378" fmla="*/ 275732 w 597604"/>
                <a:gd name="connsiteY378" fmla="*/ 75319 h 519126"/>
                <a:gd name="connsiteX379" fmla="*/ 274756 w 597604"/>
                <a:gd name="connsiteY379" fmla="*/ 73705 h 519126"/>
                <a:gd name="connsiteX380" fmla="*/ 273982 w 597604"/>
                <a:gd name="connsiteY380" fmla="*/ 72090 h 519126"/>
                <a:gd name="connsiteX381" fmla="*/ 272804 w 597604"/>
                <a:gd name="connsiteY381" fmla="*/ 70879 h 519126"/>
                <a:gd name="connsiteX382" fmla="*/ 270717 w 597604"/>
                <a:gd name="connsiteY382" fmla="*/ 71215 h 519126"/>
                <a:gd name="connsiteX383" fmla="*/ 269641 w 597604"/>
                <a:gd name="connsiteY383" fmla="*/ 68928 h 519126"/>
                <a:gd name="connsiteX384" fmla="*/ 268866 w 597604"/>
                <a:gd name="connsiteY384" fmla="*/ 67077 h 519126"/>
                <a:gd name="connsiteX385" fmla="*/ 266813 w 597604"/>
                <a:gd name="connsiteY385" fmla="*/ 62940 h 519126"/>
                <a:gd name="connsiteX386" fmla="*/ 264188 w 597604"/>
                <a:gd name="connsiteY386" fmla="*/ 61628 h 519126"/>
                <a:gd name="connsiteX387" fmla="*/ 262775 w 597604"/>
                <a:gd name="connsiteY387" fmla="*/ 61830 h 519126"/>
                <a:gd name="connsiteX388" fmla="*/ 261260 w 597604"/>
                <a:gd name="connsiteY388" fmla="*/ 62166 h 519126"/>
                <a:gd name="connsiteX389" fmla="*/ 258534 w 597604"/>
                <a:gd name="connsiteY389" fmla="*/ 61964 h 519126"/>
                <a:gd name="connsiteX390" fmla="*/ 256044 w 597604"/>
                <a:gd name="connsiteY390" fmla="*/ 59475 h 519126"/>
                <a:gd name="connsiteX391" fmla="*/ 253991 w 597604"/>
                <a:gd name="connsiteY391" fmla="*/ 56750 h 519126"/>
                <a:gd name="connsiteX392" fmla="*/ 250525 w 597604"/>
                <a:gd name="connsiteY392" fmla="*/ 53386 h 519126"/>
                <a:gd name="connsiteX393" fmla="*/ 249212 w 597604"/>
                <a:gd name="connsiteY393" fmla="*/ 50560 h 519126"/>
                <a:gd name="connsiteX394" fmla="*/ 248438 w 597604"/>
                <a:gd name="connsiteY394" fmla="*/ 47836 h 519126"/>
                <a:gd name="connsiteX395" fmla="*/ 245948 w 597604"/>
                <a:gd name="connsiteY395" fmla="*/ 46961 h 519126"/>
                <a:gd name="connsiteX396" fmla="*/ 243895 w 597604"/>
                <a:gd name="connsiteY396" fmla="*/ 46961 h 519126"/>
                <a:gd name="connsiteX397" fmla="*/ 241606 w 597604"/>
                <a:gd name="connsiteY397" fmla="*/ 50392 h 519126"/>
                <a:gd name="connsiteX398" fmla="*/ 239553 w 597604"/>
                <a:gd name="connsiteY398" fmla="*/ 52512 h 519126"/>
                <a:gd name="connsiteX399" fmla="*/ 238140 w 597604"/>
                <a:gd name="connsiteY399" fmla="*/ 54799 h 519126"/>
                <a:gd name="connsiteX400" fmla="*/ 238140 w 597604"/>
                <a:gd name="connsiteY400" fmla="*/ 55976 h 519126"/>
                <a:gd name="connsiteX401" fmla="*/ 238577 w 597604"/>
                <a:gd name="connsiteY401" fmla="*/ 62065 h 519126"/>
                <a:gd name="connsiteX402" fmla="*/ 236962 w 597604"/>
                <a:gd name="connsiteY402" fmla="*/ 64891 h 519126"/>
                <a:gd name="connsiteX403" fmla="*/ 235212 w 597604"/>
                <a:gd name="connsiteY403" fmla="*/ 65227 h 519126"/>
                <a:gd name="connsiteX404" fmla="*/ 231611 w 597604"/>
                <a:gd name="connsiteY404" fmla="*/ 65126 h 519126"/>
                <a:gd name="connsiteX405" fmla="*/ 229423 w 597604"/>
                <a:gd name="connsiteY405" fmla="*/ 64252 h 519126"/>
                <a:gd name="connsiteX406" fmla="*/ 226832 w 597604"/>
                <a:gd name="connsiteY406" fmla="*/ 62637 h 519126"/>
                <a:gd name="connsiteX407" fmla="*/ 223668 w 597604"/>
                <a:gd name="connsiteY407" fmla="*/ 62637 h 519126"/>
                <a:gd name="connsiteX408" fmla="*/ 220639 w 597604"/>
                <a:gd name="connsiteY408" fmla="*/ 63613 h 519126"/>
                <a:gd name="connsiteX409" fmla="*/ 219125 w 597604"/>
                <a:gd name="connsiteY409" fmla="*/ 64487 h 519126"/>
                <a:gd name="connsiteX410" fmla="*/ 217610 w 597604"/>
                <a:gd name="connsiteY410" fmla="*/ 65799 h 519126"/>
                <a:gd name="connsiteX411" fmla="*/ 216735 w 597604"/>
                <a:gd name="connsiteY411" fmla="*/ 66438 h 519126"/>
                <a:gd name="connsiteX412" fmla="*/ 215658 w 597604"/>
                <a:gd name="connsiteY412" fmla="*/ 67515 h 519126"/>
                <a:gd name="connsiteX413" fmla="*/ 212932 w 597604"/>
                <a:gd name="connsiteY413" fmla="*/ 70441 h 519126"/>
                <a:gd name="connsiteX414" fmla="*/ 211755 w 597604"/>
                <a:gd name="connsiteY414" fmla="*/ 71417 h 519126"/>
                <a:gd name="connsiteX415" fmla="*/ 210678 w 597604"/>
                <a:gd name="connsiteY415" fmla="*/ 73604 h 519126"/>
                <a:gd name="connsiteX416" fmla="*/ 209365 w 597604"/>
                <a:gd name="connsiteY416" fmla="*/ 75454 h 519126"/>
                <a:gd name="connsiteX417" fmla="*/ 207615 w 597604"/>
                <a:gd name="connsiteY417" fmla="*/ 77405 h 519126"/>
                <a:gd name="connsiteX418" fmla="*/ 207278 w 597604"/>
                <a:gd name="connsiteY418" fmla="*/ 79692 h 519126"/>
                <a:gd name="connsiteX419" fmla="*/ 208793 w 597604"/>
                <a:gd name="connsiteY419" fmla="*/ 81442 h 519126"/>
                <a:gd name="connsiteX420" fmla="*/ 212057 w 597604"/>
                <a:gd name="connsiteY420" fmla="*/ 84368 h 519126"/>
                <a:gd name="connsiteX421" fmla="*/ 212057 w 597604"/>
                <a:gd name="connsiteY421" fmla="*/ 86858 h 519126"/>
                <a:gd name="connsiteX422" fmla="*/ 211048 w 597604"/>
                <a:gd name="connsiteY422" fmla="*/ 92846 h 519126"/>
                <a:gd name="connsiteX423" fmla="*/ 211115 w 597604"/>
                <a:gd name="connsiteY423" fmla="*/ 96176 h 519126"/>
                <a:gd name="connsiteX424" fmla="*/ 210678 w 597604"/>
                <a:gd name="connsiteY424" fmla="*/ 98934 h 519126"/>
                <a:gd name="connsiteX425" fmla="*/ 212495 w 597604"/>
                <a:gd name="connsiteY425" fmla="*/ 100583 h 519126"/>
                <a:gd name="connsiteX426" fmla="*/ 213235 w 597604"/>
                <a:gd name="connsiteY426" fmla="*/ 102063 h 519126"/>
                <a:gd name="connsiteX427" fmla="*/ 215423 w 597604"/>
                <a:gd name="connsiteY427" fmla="*/ 104249 h 519126"/>
                <a:gd name="connsiteX428" fmla="*/ 217442 w 597604"/>
                <a:gd name="connsiteY428" fmla="*/ 102937 h 519126"/>
                <a:gd name="connsiteX429" fmla="*/ 222356 w 597604"/>
                <a:gd name="connsiteY429" fmla="*/ 100852 h 519126"/>
                <a:gd name="connsiteX430" fmla="*/ 226125 w 597604"/>
                <a:gd name="connsiteY430" fmla="*/ 100919 h 519126"/>
                <a:gd name="connsiteX431" fmla="*/ 226832 w 597604"/>
                <a:gd name="connsiteY431" fmla="*/ 100919 h 519126"/>
                <a:gd name="connsiteX432" fmla="*/ 227707 w 597604"/>
                <a:gd name="connsiteY432" fmla="*/ 102298 h 519126"/>
                <a:gd name="connsiteX433" fmla="*/ 229019 w 597604"/>
                <a:gd name="connsiteY433" fmla="*/ 104115 h 519126"/>
                <a:gd name="connsiteX434" fmla="*/ 231779 w 597604"/>
                <a:gd name="connsiteY434" fmla="*/ 107008 h 519126"/>
                <a:gd name="connsiteX435" fmla="*/ 232789 w 597604"/>
                <a:gd name="connsiteY435" fmla="*/ 111078 h 519126"/>
                <a:gd name="connsiteX436" fmla="*/ 233091 w 597604"/>
                <a:gd name="connsiteY436" fmla="*/ 115855 h 519126"/>
                <a:gd name="connsiteX437" fmla="*/ 234236 w 597604"/>
                <a:gd name="connsiteY437" fmla="*/ 118883 h 519126"/>
                <a:gd name="connsiteX438" fmla="*/ 233226 w 597604"/>
                <a:gd name="connsiteY438" fmla="*/ 121069 h 519126"/>
                <a:gd name="connsiteX439" fmla="*/ 232519 w 597604"/>
                <a:gd name="connsiteY439" fmla="*/ 122650 h 519126"/>
                <a:gd name="connsiteX440" fmla="*/ 232654 w 597604"/>
                <a:gd name="connsiteY440" fmla="*/ 125678 h 519126"/>
                <a:gd name="connsiteX441" fmla="*/ 233798 w 597604"/>
                <a:gd name="connsiteY441" fmla="*/ 126990 h 519126"/>
                <a:gd name="connsiteX442" fmla="*/ 236996 w 597604"/>
                <a:gd name="connsiteY442" fmla="*/ 126990 h 519126"/>
                <a:gd name="connsiteX443" fmla="*/ 242952 w 597604"/>
                <a:gd name="connsiteY443" fmla="*/ 126418 h 519126"/>
                <a:gd name="connsiteX444" fmla="*/ 246419 w 597604"/>
                <a:gd name="connsiteY444" fmla="*/ 125543 h 519126"/>
                <a:gd name="connsiteX445" fmla="*/ 248741 w 597604"/>
                <a:gd name="connsiteY445" fmla="*/ 124097 h 519126"/>
                <a:gd name="connsiteX446" fmla="*/ 250760 w 597604"/>
                <a:gd name="connsiteY446" fmla="*/ 122852 h 519126"/>
                <a:gd name="connsiteX447" fmla="*/ 253587 w 597604"/>
                <a:gd name="connsiteY447" fmla="*/ 121843 h 519126"/>
                <a:gd name="connsiteX448" fmla="*/ 254900 w 597604"/>
                <a:gd name="connsiteY448" fmla="*/ 120329 h 519126"/>
                <a:gd name="connsiteX449" fmla="*/ 256414 w 597604"/>
                <a:gd name="connsiteY449" fmla="*/ 120026 h 519126"/>
                <a:gd name="connsiteX450" fmla="*/ 260554 w 597604"/>
                <a:gd name="connsiteY450" fmla="*/ 120026 h 519126"/>
                <a:gd name="connsiteX451" fmla="*/ 261799 w 597604"/>
                <a:gd name="connsiteY451" fmla="*/ 120363 h 519126"/>
                <a:gd name="connsiteX452" fmla="*/ 263414 w 597604"/>
                <a:gd name="connsiteY452" fmla="*/ 121776 h 519126"/>
                <a:gd name="connsiteX453" fmla="*/ 265568 w 597604"/>
                <a:gd name="connsiteY453" fmla="*/ 121776 h 519126"/>
                <a:gd name="connsiteX454" fmla="*/ 268328 w 597604"/>
                <a:gd name="connsiteY454" fmla="*/ 123222 h 519126"/>
                <a:gd name="connsiteX455" fmla="*/ 270616 w 597604"/>
                <a:gd name="connsiteY455" fmla="*/ 124265 h 519126"/>
                <a:gd name="connsiteX456" fmla="*/ 271592 w 597604"/>
                <a:gd name="connsiteY456" fmla="*/ 126182 h 519126"/>
                <a:gd name="connsiteX457" fmla="*/ 271592 w 597604"/>
                <a:gd name="connsiteY457" fmla="*/ 128302 h 519126"/>
                <a:gd name="connsiteX458" fmla="*/ 271121 w 597604"/>
                <a:gd name="connsiteY458" fmla="*/ 130253 h 519126"/>
                <a:gd name="connsiteX459" fmla="*/ 270313 w 597604"/>
                <a:gd name="connsiteY459" fmla="*/ 131127 h 519126"/>
                <a:gd name="connsiteX460" fmla="*/ 269506 w 597604"/>
                <a:gd name="connsiteY460" fmla="*/ 132540 h 519126"/>
                <a:gd name="connsiteX461" fmla="*/ 269506 w 597604"/>
                <a:gd name="connsiteY461" fmla="*/ 134559 h 519126"/>
                <a:gd name="connsiteX462" fmla="*/ 272333 w 597604"/>
                <a:gd name="connsiteY462" fmla="*/ 136611 h 519126"/>
                <a:gd name="connsiteX463" fmla="*/ 273847 w 597604"/>
                <a:gd name="connsiteY463" fmla="*/ 137654 h 519126"/>
                <a:gd name="connsiteX464" fmla="*/ 274520 w 597604"/>
                <a:gd name="connsiteY464" fmla="*/ 140042 h 519126"/>
                <a:gd name="connsiteX465" fmla="*/ 276472 w 597604"/>
                <a:gd name="connsiteY465" fmla="*/ 141791 h 519126"/>
                <a:gd name="connsiteX466" fmla="*/ 276472 w 597604"/>
                <a:gd name="connsiteY466" fmla="*/ 144180 h 519126"/>
                <a:gd name="connsiteX467" fmla="*/ 276169 w 597604"/>
                <a:gd name="connsiteY467" fmla="*/ 147005 h 519126"/>
                <a:gd name="connsiteX468" fmla="*/ 276035 w 597604"/>
                <a:gd name="connsiteY468" fmla="*/ 150268 h 519126"/>
                <a:gd name="connsiteX469" fmla="*/ 275900 w 597604"/>
                <a:gd name="connsiteY469" fmla="*/ 151580 h 519126"/>
                <a:gd name="connsiteX470" fmla="*/ 275597 w 597604"/>
                <a:gd name="connsiteY470" fmla="*/ 153531 h 519126"/>
                <a:gd name="connsiteX471" fmla="*/ 275597 w 597604"/>
                <a:gd name="connsiteY471" fmla="*/ 155920 h 519126"/>
                <a:gd name="connsiteX472" fmla="*/ 274285 w 597604"/>
                <a:gd name="connsiteY472" fmla="*/ 157433 h 519126"/>
                <a:gd name="connsiteX473" fmla="*/ 272535 w 597604"/>
                <a:gd name="connsiteY473" fmla="*/ 160697 h 519126"/>
                <a:gd name="connsiteX474" fmla="*/ 270583 w 597604"/>
                <a:gd name="connsiteY474" fmla="*/ 163186 h 519126"/>
                <a:gd name="connsiteX475" fmla="*/ 266679 w 597604"/>
                <a:gd name="connsiteY475" fmla="*/ 165036 h 519126"/>
                <a:gd name="connsiteX476" fmla="*/ 263212 w 597604"/>
                <a:gd name="connsiteY476" fmla="*/ 163186 h 519126"/>
                <a:gd name="connsiteX477" fmla="*/ 261025 w 597604"/>
                <a:gd name="connsiteY477" fmla="*/ 158745 h 519126"/>
                <a:gd name="connsiteX478" fmla="*/ 255573 w 597604"/>
                <a:gd name="connsiteY478" fmla="*/ 157433 h 519126"/>
                <a:gd name="connsiteX479" fmla="*/ 255573 w 597604"/>
                <a:gd name="connsiteY479" fmla="*/ 158005 h 519126"/>
                <a:gd name="connsiteX480" fmla="*/ 253082 w 597604"/>
                <a:gd name="connsiteY480" fmla="*/ 161336 h 519126"/>
                <a:gd name="connsiteX481" fmla="*/ 250154 w 597604"/>
                <a:gd name="connsiteY481" fmla="*/ 163455 h 519126"/>
                <a:gd name="connsiteX482" fmla="*/ 238846 w 597604"/>
                <a:gd name="connsiteY482" fmla="*/ 162210 h 519126"/>
                <a:gd name="connsiteX483" fmla="*/ 233832 w 597604"/>
                <a:gd name="connsiteY483" fmla="*/ 161773 h 519126"/>
                <a:gd name="connsiteX484" fmla="*/ 224476 w 597604"/>
                <a:gd name="connsiteY484" fmla="*/ 161773 h 519126"/>
                <a:gd name="connsiteX485" fmla="*/ 222524 w 597604"/>
                <a:gd name="connsiteY485" fmla="*/ 164700 h 519126"/>
                <a:gd name="connsiteX486" fmla="*/ 219933 w 597604"/>
                <a:gd name="connsiteY486" fmla="*/ 168737 h 519126"/>
                <a:gd name="connsiteX487" fmla="*/ 211250 w 597604"/>
                <a:gd name="connsiteY487" fmla="*/ 168737 h 519126"/>
                <a:gd name="connsiteX488" fmla="*/ 207110 w 597604"/>
                <a:gd name="connsiteY488" fmla="*/ 168737 h 519126"/>
                <a:gd name="connsiteX489" fmla="*/ 200514 w 597604"/>
                <a:gd name="connsiteY489" fmla="*/ 165272 h 519126"/>
                <a:gd name="connsiteX490" fmla="*/ 197620 w 597604"/>
                <a:gd name="connsiteY490" fmla="*/ 163825 h 519126"/>
                <a:gd name="connsiteX491" fmla="*/ 195870 w 597604"/>
                <a:gd name="connsiteY491" fmla="*/ 159755 h 519126"/>
                <a:gd name="connsiteX492" fmla="*/ 193547 w 597604"/>
                <a:gd name="connsiteY492" fmla="*/ 158005 h 519126"/>
                <a:gd name="connsiteX493" fmla="*/ 190350 w 597604"/>
                <a:gd name="connsiteY493" fmla="*/ 160024 h 519126"/>
                <a:gd name="connsiteX494" fmla="*/ 185437 w 597604"/>
                <a:gd name="connsiteY494" fmla="*/ 160024 h 519126"/>
                <a:gd name="connsiteX495" fmla="*/ 179917 w 597604"/>
                <a:gd name="connsiteY495" fmla="*/ 165238 h 519126"/>
                <a:gd name="connsiteX496" fmla="*/ 175744 w 597604"/>
                <a:gd name="connsiteY496" fmla="*/ 165238 h 519126"/>
                <a:gd name="connsiteX497" fmla="*/ 176013 w 597604"/>
                <a:gd name="connsiteY497" fmla="*/ 166113 h 519126"/>
                <a:gd name="connsiteX498" fmla="*/ 175576 w 597604"/>
                <a:gd name="connsiteY498" fmla="*/ 168703 h 519126"/>
                <a:gd name="connsiteX499" fmla="*/ 175374 w 597604"/>
                <a:gd name="connsiteY499" fmla="*/ 171966 h 519126"/>
                <a:gd name="connsiteX500" fmla="*/ 171773 w 597604"/>
                <a:gd name="connsiteY500" fmla="*/ 175330 h 519126"/>
                <a:gd name="connsiteX501" fmla="*/ 170023 w 597604"/>
                <a:gd name="connsiteY501" fmla="*/ 177819 h 519126"/>
                <a:gd name="connsiteX502" fmla="*/ 167869 w 597604"/>
                <a:gd name="connsiteY502" fmla="*/ 180006 h 519126"/>
                <a:gd name="connsiteX503" fmla="*/ 166893 w 597604"/>
                <a:gd name="connsiteY503" fmla="*/ 183605 h 519126"/>
                <a:gd name="connsiteX504" fmla="*/ 166893 w 597604"/>
                <a:gd name="connsiteY504" fmla="*/ 185220 h 519126"/>
                <a:gd name="connsiteX505" fmla="*/ 168643 w 597604"/>
                <a:gd name="connsiteY505" fmla="*/ 188046 h 519126"/>
                <a:gd name="connsiteX506" fmla="*/ 168643 w 597604"/>
                <a:gd name="connsiteY506" fmla="*/ 190434 h 519126"/>
                <a:gd name="connsiteX507" fmla="*/ 166994 w 597604"/>
                <a:gd name="connsiteY507" fmla="*/ 191948 h 519126"/>
                <a:gd name="connsiteX508" fmla="*/ 165480 w 597604"/>
                <a:gd name="connsiteY508" fmla="*/ 194134 h 519126"/>
                <a:gd name="connsiteX509" fmla="*/ 163528 w 597604"/>
                <a:gd name="connsiteY509" fmla="*/ 196523 h 519126"/>
                <a:gd name="connsiteX510" fmla="*/ 161239 w 597604"/>
                <a:gd name="connsiteY510" fmla="*/ 196523 h 519126"/>
                <a:gd name="connsiteX511" fmla="*/ 157200 w 597604"/>
                <a:gd name="connsiteY511" fmla="*/ 196523 h 519126"/>
                <a:gd name="connsiteX512" fmla="*/ 152085 w 597604"/>
                <a:gd name="connsiteY512" fmla="*/ 196523 h 519126"/>
                <a:gd name="connsiteX513" fmla="*/ 147845 w 597604"/>
                <a:gd name="connsiteY513" fmla="*/ 197162 h 519126"/>
                <a:gd name="connsiteX514" fmla="*/ 143705 w 597604"/>
                <a:gd name="connsiteY514" fmla="*/ 197263 h 519126"/>
                <a:gd name="connsiteX515" fmla="*/ 142090 w 597604"/>
                <a:gd name="connsiteY515" fmla="*/ 197700 h 519126"/>
                <a:gd name="connsiteX516" fmla="*/ 137210 w 597604"/>
                <a:gd name="connsiteY516" fmla="*/ 199752 h 519126"/>
                <a:gd name="connsiteX517" fmla="*/ 133844 w 597604"/>
                <a:gd name="connsiteY517" fmla="*/ 202477 h 519126"/>
                <a:gd name="connsiteX518" fmla="*/ 131657 w 597604"/>
                <a:gd name="connsiteY518" fmla="*/ 205404 h 519126"/>
                <a:gd name="connsiteX519" fmla="*/ 128830 w 597604"/>
                <a:gd name="connsiteY519" fmla="*/ 208566 h 519126"/>
                <a:gd name="connsiteX520" fmla="*/ 126541 w 597604"/>
                <a:gd name="connsiteY520" fmla="*/ 209541 h 519126"/>
                <a:gd name="connsiteX521" fmla="*/ 122301 w 597604"/>
                <a:gd name="connsiteY521" fmla="*/ 206480 h 519126"/>
                <a:gd name="connsiteX522" fmla="*/ 118296 w 597604"/>
                <a:gd name="connsiteY522" fmla="*/ 204731 h 519126"/>
                <a:gd name="connsiteX523" fmla="*/ 112743 w 597604"/>
                <a:gd name="connsiteY523" fmla="*/ 204731 h 519126"/>
                <a:gd name="connsiteX524" fmla="*/ 105137 w 597604"/>
                <a:gd name="connsiteY524" fmla="*/ 205067 h 519126"/>
                <a:gd name="connsiteX525" fmla="*/ 102108 w 597604"/>
                <a:gd name="connsiteY525" fmla="*/ 205269 h 519126"/>
                <a:gd name="connsiteX526" fmla="*/ 98742 w 597604"/>
                <a:gd name="connsiteY526" fmla="*/ 206884 h 519126"/>
                <a:gd name="connsiteX527" fmla="*/ 96891 w 597604"/>
                <a:gd name="connsiteY527" fmla="*/ 207321 h 519126"/>
                <a:gd name="connsiteX528" fmla="*/ 94704 w 597604"/>
                <a:gd name="connsiteY528" fmla="*/ 206547 h 519126"/>
                <a:gd name="connsiteX529" fmla="*/ 92213 w 597604"/>
                <a:gd name="connsiteY529" fmla="*/ 203923 h 519126"/>
                <a:gd name="connsiteX530" fmla="*/ 92113 w 597604"/>
                <a:gd name="connsiteY530" fmla="*/ 200761 h 519126"/>
                <a:gd name="connsiteX531" fmla="*/ 92449 w 597604"/>
                <a:gd name="connsiteY531" fmla="*/ 198575 h 519126"/>
                <a:gd name="connsiteX532" fmla="*/ 92012 w 597604"/>
                <a:gd name="connsiteY532" fmla="*/ 196725 h 519126"/>
                <a:gd name="connsiteX533" fmla="*/ 88747 w 597604"/>
                <a:gd name="connsiteY533" fmla="*/ 193361 h 519126"/>
                <a:gd name="connsiteX534" fmla="*/ 86459 w 597604"/>
                <a:gd name="connsiteY534" fmla="*/ 191611 h 519126"/>
                <a:gd name="connsiteX535" fmla="*/ 82656 w 597604"/>
                <a:gd name="connsiteY535" fmla="*/ 189660 h 519126"/>
                <a:gd name="connsiteX536" fmla="*/ 80266 w 597604"/>
                <a:gd name="connsiteY536" fmla="*/ 190737 h 519126"/>
                <a:gd name="connsiteX537" fmla="*/ 77978 w 597604"/>
                <a:gd name="connsiteY537" fmla="*/ 193361 h 519126"/>
                <a:gd name="connsiteX538" fmla="*/ 77103 w 597604"/>
                <a:gd name="connsiteY538" fmla="*/ 195749 h 519126"/>
                <a:gd name="connsiteX539" fmla="*/ 74477 w 597604"/>
                <a:gd name="connsiteY539" fmla="*/ 200963 h 519126"/>
                <a:gd name="connsiteX540" fmla="*/ 71213 w 597604"/>
                <a:gd name="connsiteY540" fmla="*/ 203015 h 519126"/>
                <a:gd name="connsiteX541" fmla="*/ 67949 w 597604"/>
                <a:gd name="connsiteY541" fmla="*/ 206043 h 519126"/>
                <a:gd name="connsiteX542" fmla="*/ 66299 w 597604"/>
                <a:gd name="connsiteY542" fmla="*/ 208532 h 519126"/>
                <a:gd name="connsiteX543" fmla="*/ 62934 w 597604"/>
                <a:gd name="connsiteY543" fmla="*/ 210281 h 519126"/>
                <a:gd name="connsiteX544" fmla="*/ 59905 w 597604"/>
                <a:gd name="connsiteY544" fmla="*/ 210281 h 519126"/>
                <a:gd name="connsiteX545" fmla="*/ 57415 w 597604"/>
                <a:gd name="connsiteY545" fmla="*/ 207893 h 519126"/>
                <a:gd name="connsiteX546" fmla="*/ 54924 w 597604"/>
                <a:gd name="connsiteY546" fmla="*/ 205404 h 519126"/>
                <a:gd name="connsiteX547" fmla="*/ 51761 w 597604"/>
                <a:gd name="connsiteY547" fmla="*/ 202040 h 519126"/>
                <a:gd name="connsiteX548" fmla="*/ 49472 w 597604"/>
                <a:gd name="connsiteY548" fmla="*/ 199214 h 519126"/>
                <a:gd name="connsiteX549" fmla="*/ 47083 w 597604"/>
                <a:gd name="connsiteY549" fmla="*/ 196287 h 519126"/>
                <a:gd name="connsiteX550" fmla="*/ 45030 w 597604"/>
                <a:gd name="connsiteY550" fmla="*/ 194336 h 519126"/>
                <a:gd name="connsiteX551" fmla="*/ 44828 w 597604"/>
                <a:gd name="connsiteY551" fmla="*/ 193125 h 519126"/>
                <a:gd name="connsiteX552" fmla="*/ 42977 w 597604"/>
                <a:gd name="connsiteY552" fmla="*/ 191174 h 519126"/>
                <a:gd name="connsiteX553" fmla="*/ 41025 w 597604"/>
                <a:gd name="connsiteY553" fmla="*/ 190838 h 519126"/>
                <a:gd name="connsiteX554" fmla="*/ 39241 w 597604"/>
                <a:gd name="connsiteY554" fmla="*/ 191040 h 519126"/>
                <a:gd name="connsiteX555" fmla="*/ 38232 w 597604"/>
                <a:gd name="connsiteY555" fmla="*/ 190501 h 519126"/>
                <a:gd name="connsiteX556" fmla="*/ 38232 w 597604"/>
                <a:gd name="connsiteY556" fmla="*/ 188550 h 519126"/>
                <a:gd name="connsiteX557" fmla="*/ 37255 w 597604"/>
                <a:gd name="connsiteY557" fmla="*/ 186700 h 519126"/>
                <a:gd name="connsiteX558" fmla="*/ 35304 w 597604"/>
                <a:gd name="connsiteY558" fmla="*/ 186599 h 519126"/>
                <a:gd name="connsiteX559" fmla="*/ 34328 w 597604"/>
                <a:gd name="connsiteY559" fmla="*/ 187810 h 519126"/>
                <a:gd name="connsiteX560" fmla="*/ 33116 w 597604"/>
                <a:gd name="connsiteY560" fmla="*/ 189862 h 519126"/>
                <a:gd name="connsiteX561" fmla="*/ 32140 w 597604"/>
                <a:gd name="connsiteY561" fmla="*/ 192789 h 519126"/>
                <a:gd name="connsiteX562" fmla="*/ 29952 w 597604"/>
                <a:gd name="connsiteY562" fmla="*/ 196826 h 519126"/>
                <a:gd name="connsiteX563" fmla="*/ 28977 w 597604"/>
                <a:gd name="connsiteY563" fmla="*/ 200089 h 519126"/>
                <a:gd name="connsiteX564" fmla="*/ 27126 w 597604"/>
                <a:gd name="connsiteY564" fmla="*/ 202578 h 519126"/>
                <a:gd name="connsiteX565" fmla="*/ 25174 w 597604"/>
                <a:gd name="connsiteY565" fmla="*/ 204193 h 519126"/>
                <a:gd name="connsiteX566" fmla="*/ 23996 w 597604"/>
                <a:gd name="connsiteY566" fmla="*/ 205168 h 519126"/>
                <a:gd name="connsiteX567" fmla="*/ 22044 w 597604"/>
                <a:gd name="connsiteY567" fmla="*/ 206682 h 519126"/>
                <a:gd name="connsiteX568" fmla="*/ 19318 w 597604"/>
                <a:gd name="connsiteY568" fmla="*/ 209407 h 519126"/>
                <a:gd name="connsiteX569" fmla="*/ 18241 w 597604"/>
                <a:gd name="connsiteY569" fmla="*/ 210921 h 519126"/>
                <a:gd name="connsiteX570" fmla="*/ 17164 w 597604"/>
                <a:gd name="connsiteY570" fmla="*/ 212872 h 519126"/>
                <a:gd name="connsiteX571" fmla="*/ 12385 w 597604"/>
                <a:gd name="connsiteY571" fmla="*/ 215495 h 519126"/>
                <a:gd name="connsiteX572" fmla="*/ 9457 w 597604"/>
                <a:gd name="connsiteY572" fmla="*/ 219835 h 519126"/>
                <a:gd name="connsiteX573" fmla="*/ 5216 w 597604"/>
                <a:gd name="connsiteY573" fmla="*/ 220710 h 519126"/>
                <a:gd name="connsiteX574" fmla="*/ 5216 w 597604"/>
                <a:gd name="connsiteY574" fmla="*/ 226799 h 519126"/>
                <a:gd name="connsiteX575" fmla="*/ 5654 w 597604"/>
                <a:gd name="connsiteY575" fmla="*/ 228750 h 519126"/>
                <a:gd name="connsiteX576" fmla="*/ 5418 w 597604"/>
                <a:gd name="connsiteY576" fmla="*/ 229826 h 519126"/>
                <a:gd name="connsiteX577" fmla="*/ 639 w 597604"/>
                <a:gd name="connsiteY577" fmla="*/ 231138 h 519126"/>
                <a:gd name="connsiteX578" fmla="*/ 0 w 597604"/>
                <a:gd name="connsiteY578" fmla="*/ 232887 h 519126"/>
                <a:gd name="connsiteX579" fmla="*/ 1077 w 597604"/>
                <a:gd name="connsiteY579" fmla="*/ 236352 h 519126"/>
                <a:gd name="connsiteX580" fmla="*/ 3904 w 597604"/>
                <a:gd name="connsiteY580" fmla="*/ 236789 h 519126"/>
                <a:gd name="connsiteX581" fmla="*/ 7067 w 597604"/>
                <a:gd name="connsiteY581" fmla="*/ 235276 h 519126"/>
                <a:gd name="connsiteX582" fmla="*/ 7942 w 597604"/>
                <a:gd name="connsiteY582" fmla="*/ 234401 h 519126"/>
                <a:gd name="connsiteX583" fmla="*/ 9692 w 597604"/>
                <a:gd name="connsiteY583" fmla="*/ 233762 h 519126"/>
                <a:gd name="connsiteX584" fmla="*/ 11106 w 597604"/>
                <a:gd name="connsiteY584" fmla="*/ 233526 h 519126"/>
                <a:gd name="connsiteX585" fmla="*/ 14370 w 597604"/>
                <a:gd name="connsiteY585" fmla="*/ 235377 h 519126"/>
                <a:gd name="connsiteX586" fmla="*/ 15582 w 597604"/>
                <a:gd name="connsiteY586" fmla="*/ 238404 h 519126"/>
                <a:gd name="connsiteX587" fmla="*/ 16019 w 597604"/>
                <a:gd name="connsiteY587" fmla="*/ 240793 h 519126"/>
                <a:gd name="connsiteX588" fmla="*/ 15481 w 597604"/>
                <a:gd name="connsiteY588" fmla="*/ 243517 h 519126"/>
                <a:gd name="connsiteX589" fmla="*/ 14572 w 597604"/>
                <a:gd name="connsiteY589" fmla="*/ 245132 h 519126"/>
                <a:gd name="connsiteX590" fmla="*/ 13967 w 597604"/>
                <a:gd name="connsiteY590" fmla="*/ 247622 h 519126"/>
                <a:gd name="connsiteX591" fmla="*/ 13967 w 597604"/>
                <a:gd name="connsiteY591" fmla="*/ 249371 h 519126"/>
                <a:gd name="connsiteX592" fmla="*/ 15043 w 597604"/>
                <a:gd name="connsiteY592" fmla="*/ 250783 h 519126"/>
                <a:gd name="connsiteX593" fmla="*/ 14842 w 597604"/>
                <a:gd name="connsiteY593" fmla="*/ 253710 h 519126"/>
                <a:gd name="connsiteX594" fmla="*/ 13765 w 597604"/>
                <a:gd name="connsiteY594" fmla="*/ 255661 h 519126"/>
                <a:gd name="connsiteX595" fmla="*/ 12452 w 597604"/>
                <a:gd name="connsiteY595" fmla="*/ 256973 h 519126"/>
                <a:gd name="connsiteX596" fmla="*/ 11813 w 597604"/>
                <a:gd name="connsiteY596" fmla="*/ 257949 h 519126"/>
                <a:gd name="connsiteX597" fmla="*/ 10938 w 597604"/>
                <a:gd name="connsiteY597" fmla="*/ 258588 h 519126"/>
                <a:gd name="connsiteX598" fmla="*/ 10265 w 597604"/>
                <a:gd name="connsiteY598" fmla="*/ 261077 h 519126"/>
                <a:gd name="connsiteX599" fmla="*/ 10063 w 597604"/>
                <a:gd name="connsiteY599" fmla="*/ 263365 h 519126"/>
                <a:gd name="connsiteX600" fmla="*/ 9625 w 597604"/>
                <a:gd name="connsiteY600" fmla="*/ 267267 h 519126"/>
                <a:gd name="connsiteX601" fmla="*/ 9524 w 597604"/>
                <a:gd name="connsiteY601" fmla="*/ 270866 h 519126"/>
                <a:gd name="connsiteX602" fmla="*/ 8885 w 597604"/>
                <a:gd name="connsiteY602" fmla="*/ 274769 h 519126"/>
                <a:gd name="connsiteX603" fmla="*/ 9087 w 597604"/>
                <a:gd name="connsiteY603" fmla="*/ 277157 h 519126"/>
                <a:gd name="connsiteX604" fmla="*/ 12250 w 597604"/>
                <a:gd name="connsiteY604" fmla="*/ 279983 h 519126"/>
                <a:gd name="connsiteX605" fmla="*/ 15515 w 597604"/>
                <a:gd name="connsiteY605" fmla="*/ 286072 h 519126"/>
                <a:gd name="connsiteX606" fmla="*/ 17904 w 597604"/>
                <a:gd name="connsiteY606" fmla="*/ 288897 h 519126"/>
                <a:gd name="connsiteX607" fmla="*/ 22246 w 597604"/>
                <a:gd name="connsiteY607" fmla="*/ 291084 h 519126"/>
                <a:gd name="connsiteX608" fmla="*/ 27462 w 597604"/>
                <a:gd name="connsiteY608" fmla="*/ 291959 h 519126"/>
                <a:gd name="connsiteX609" fmla="*/ 32241 w 597604"/>
                <a:gd name="connsiteY609" fmla="*/ 291959 h 519126"/>
                <a:gd name="connsiteX610" fmla="*/ 35707 w 597604"/>
                <a:gd name="connsiteY610" fmla="*/ 291959 h 519126"/>
                <a:gd name="connsiteX611" fmla="*/ 40924 w 597604"/>
                <a:gd name="connsiteY611" fmla="*/ 291959 h 519126"/>
                <a:gd name="connsiteX612" fmla="*/ 42674 w 597604"/>
                <a:gd name="connsiteY612" fmla="*/ 291319 h 519126"/>
                <a:gd name="connsiteX613" fmla="*/ 43751 w 597604"/>
                <a:gd name="connsiteY613" fmla="*/ 288494 h 519126"/>
                <a:gd name="connsiteX614" fmla="*/ 45063 w 597604"/>
                <a:gd name="connsiteY614" fmla="*/ 286307 h 519126"/>
                <a:gd name="connsiteX615" fmla="*/ 46813 w 597604"/>
                <a:gd name="connsiteY615" fmla="*/ 284793 h 519126"/>
                <a:gd name="connsiteX616" fmla="*/ 47251 w 597604"/>
                <a:gd name="connsiteY616" fmla="*/ 283279 h 519126"/>
                <a:gd name="connsiteX617" fmla="*/ 49203 w 597604"/>
                <a:gd name="connsiteY617" fmla="*/ 283044 h 519126"/>
                <a:gd name="connsiteX618" fmla="*/ 51592 w 597604"/>
                <a:gd name="connsiteY618" fmla="*/ 283279 h 519126"/>
                <a:gd name="connsiteX619" fmla="*/ 56607 w 597604"/>
                <a:gd name="connsiteY619" fmla="*/ 283279 h 519126"/>
                <a:gd name="connsiteX620" fmla="*/ 58794 w 597604"/>
                <a:gd name="connsiteY620" fmla="*/ 283279 h 519126"/>
                <a:gd name="connsiteX621" fmla="*/ 63371 w 597604"/>
                <a:gd name="connsiteY621" fmla="*/ 283481 h 519126"/>
                <a:gd name="connsiteX622" fmla="*/ 64886 w 597604"/>
                <a:gd name="connsiteY622" fmla="*/ 282842 h 519126"/>
                <a:gd name="connsiteX623" fmla="*/ 68352 w 597604"/>
                <a:gd name="connsiteY623" fmla="*/ 281328 h 519126"/>
                <a:gd name="connsiteX624" fmla="*/ 70977 w 597604"/>
                <a:gd name="connsiteY624" fmla="*/ 278940 h 519126"/>
                <a:gd name="connsiteX625" fmla="*/ 72054 w 597604"/>
                <a:gd name="connsiteY625" fmla="*/ 276989 h 519126"/>
                <a:gd name="connsiteX626" fmla="*/ 73131 w 597604"/>
                <a:gd name="connsiteY626" fmla="*/ 275038 h 519126"/>
                <a:gd name="connsiteX627" fmla="*/ 73131 w 597604"/>
                <a:gd name="connsiteY627" fmla="*/ 273726 h 519126"/>
                <a:gd name="connsiteX628" fmla="*/ 74444 w 597604"/>
                <a:gd name="connsiteY628" fmla="*/ 272414 h 519126"/>
                <a:gd name="connsiteX629" fmla="*/ 75958 w 597604"/>
                <a:gd name="connsiteY629" fmla="*/ 271775 h 519126"/>
                <a:gd name="connsiteX630" fmla="*/ 77910 w 597604"/>
                <a:gd name="connsiteY630" fmla="*/ 270025 h 519126"/>
                <a:gd name="connsiteX631" fmla="*/ 79660 w 597604"/>
                <a:gd name="connsiteY631" fmla="*/ 270227 h 519126"/>
                <a:gd name="connsiteX632" fmla="*/ 83800 w 597604"/>
                <a:gd name="connsiteY632" fmla="*/ 271304 h 519126"/>
                <a:gd name="connsiteX633" fmla="*/ 86088 w 597604"/>
                <a:gd name="connsiteY633" fmla="*/ 273692 h 519126"/>
                <a:gd name="connsiteX634" fmla="*/ 87064 w 597604"/>
                <a:gd name="connsiteY634" fmla="*/ 276955 h 519126"/>
                <a:gd name="connsiteX635" fmla="*/ 87064 w 597604"/>
                <a:gd name="connsiteY635" fmla="*/ 280655 h 519126"/>
                <a:gd name="connsiteX636" fmla="*/ 85314 w 597604"/>
                <a:gd name="connsiteY636" fmla="*/ 281967 h 519126"/>
                <a:gd name="connsiteX637" fmla="*/ 85314 w 597604"/>
                <a:gd name="connsiteY637" fmla="*/ 284154 h 519126"/>
                <a:gd name="connsiteX638" fmla="*/ 89016 w 597604"/>
                <a:gd name="connsiteY638" fmla="*/ 285903 h 519126"/>
                <a:gd name="connsiteX639" fmla="*/ 92483 w 597604"/>
                <a:gd name="connsiteY639" fmla="*/ 287215 h 519126"/>
                <a:gd name="connsiteX640" fmla="*/ 94435 w 597604"/>
                <a:gd name="connsiteY640" fmla="*/ 289166 h 519126"/>
                <a:gd name="connsiteX641" fmla="*/ 99214 w 597604"/>
                <a:gd name="connsiteY641" fmla="*/ 293068 h 519126"/>
                <a:gd name="connsiteX642" fmla="*/ 99214 w 597604"/>
                <a:gd name="connsiteY642" fmla="*/ 299796 h 519126"/>
                <a:gd name="connsiteX643" fmla="*/ 103791 w 597604"/>
                <a:gd name="connsiteY643" fmla="*/ 303699 h 519126"/>
                <a:gd name="connsiteX644" fmla="*/ 104868 w 597604"/>
                <a:gd name="connsiteY644" fmla="*/ 306289 h 519126"/>
                <a:gd name="connsiteX645" fmla="*/ 103791 w 597604"/>
                <a:gd name="connsiteY645" fmla="*/ 312142 h 519126"/>
                <a:gd name="connsiteX646" fmla="*/ 102478 w 597604"/>
                <a:gd name="connsiteY646" fmla="*/ 313891 h 519126"/>
                <a:gd name="connsiteX647" fmla="*/ 101839 w 597604"/>
                <a:gd name="connsiteY647" fmla="*/ 316280 h 519126"/>
                <a:gd name="connsiteX648" fmla="*/ 97497 w 597604"/>
                <a:gd name="connsiteY648" fmla="*/ 322571 h 519126"/>
                <a:gd name="connsiteX649" fmla="*/ 96420 w 597604"/>
                <a:gd name="connsiteY649" fmla="*/ 325127 h 519126"/>
                <a:gd name="connsiteX650" fmla="*/ 91641 w 597604"/>
                <a:gd name="connsiteY650" fmla="*/ 328659 h 519126"/>
                <a:gd name="connsiteX651" fmla="*/ 90564 w 597604"/>
                <a:gd name="connsiteY651" fmla="*/ 331048 h 519126"/>
                <a:gd name="connsiteX652" fmla="*/ 87939 w 597604"/>
                <a:gd name="connsiteY652" fmla="*/ 334748 h 519126"/>
                <a:gd name="connsiteX653" fmla="*/ 85987 w 597604"/>
                <a:gd name="connsiteY653" fmla="*/ 339323 h 519126"/>
                <a:gd name="connsiteX654" fmla="*/ 85550 w 597604"/>
                <a:gd name="connsiteY654" fmla="*/ 344537 h 519126"/>
                <a:gd name="connsiteX655" fmla="*/ 83800 w 597604"/>
                <a:gd name="connsiteY655" fmla="*/ 349987 h 519126"/>
                <a:gd name="connsiteX656" fmla="*/ 82285 w 597604"/>
                <a:gd name="connsiteY656" fmla="*/ 352375 h 519126"/>
                <a:gd name="connsiteX657" fmla="*/ 80771 w 597604"/>
                <a:gd name="connsiteY657" fmla="*/ 354965 h 519126"/>
                <a:gd name="connsiteX658" fmla="*/ 79694 w 597604"/>
                <a:gd name="connsiteY658" fmla="*/ 356715 h 519126"/>
                <a:gd name="connsiteX659" fmla="*/ 78180 w 597604"/>
                <a:gd name="connsiteY659" fmla="*/ 358666 h 519126"/>
                <a:gd name="connsiteX660" fmla="*/ 76429 w 597604"/>
                <a:gd name="connsiteY660" fmla="*/ 362131 h 519126"/>
                <a:gd name="connsiteX661" fmla="*/ 76665 w 597604"/>
                <a:gd name="connsiteY661" fmla="*/ 366268 h 519126"/>
                <a:gd name="connsiteX662" fmla="*/ 76665 w 597604"/>
                <a:gd name="connsiteY662" fmla="*/ 372794 h 519126"/>
                <a:gd name="connsiteX663" fmla="*/ 76026 w 597604"/>
                <a:gd name="connsiteY663" fmla="*/ 377571 h 519126"/>
                <a:gd name="connsiteX664" fmla="*/ 75386 w 597604"/>
                <a:gd name="connsiteY664" fmla="*/ 382348 h 519126"/>
                <a:gd name="connsiteX665" fmla="*/ 73199 w 597604"/>
                <a:gd name="connsiteY665" fmla="*/ 383862 h 519126"/>
                <a:gd name="connsiteX666" fmla="*/ 69497 w 597604"/>
                <a:gd name="connsiteY666" fmla="*/ 383660 h 519126"/>
                <a:gd name="connsiteX667" fmla="*/ 66434 w 597604"/>
                <a:gd name="connsiteY667" fmla="*/ 385174 h 519126"/>
                <a:gd name="connsiteX668" fmla="*/ 62732 w 597604"/>
                <a:gd name="connsiteY668" fmla="*/ 387562 h 519126"/>
                <a:gd name="connsiteX669" fmla="*/ 62093 w 597604"/>
                <a:gd name="connsiteY669" fmla="*/ 389312 h 519126"/>
                <a:gd name="connsiteX670" fmla="*/ 62530 w 597604"/>
                <a:gd name="connsiteY670" fmla="*/ 394324 h 519126"/>
                <a:gd name="connsiteX671" fmla="*/ 66670 w 597604"/>
                <a:gd name="connsiteY671" fmla="*/ 396712 h 519126"/>
                <a:gd name="connsiteX672" fmla="*/ 70372 w 597604"/>
                <a:gd name="connsiteY672" fmla="*/ 401926 h 519126"/>
                <a:gd name="connsiteX673" fmla="*/ 73199 w 597604"/>
                <a:gd name="connsiteY673" fmla="*/ 402566 h 519126"/>
                <a:gd name="connsiteX674" fmla="*/ 76463 w 597604"/>
                <a:gd name="connsiteY674" fmla="*/ 403877 h 519126"/>
                <a:gd name="connsiteX675" fmla="*/ 75824 w 597604"/>
                <a:gd name="connsiteY675" fmla="*/ 409966 h 519126"/>
                <a:gd name="connsiteX676" fmla="*/ 73199 w 597604"/>
                <a:gd name="connsiteY676" fmla="*/ 414743 h 519126"/>
                <a:gd name="connsiteX677" fmla="*/ 78213 w 597604"/>
                <a:gd name="connsiteY677" fmla="*/ 414104 h 519126"/>
                <a:gd name="connsiteX678" fmla="*/ 81242 w 597604"/>
                <a:gd name="connsiteY678" fmla="*/ 412590 h 519126"/>
                <a:gd name="connsiteX679" fmla="*/ 83867 w 597604"/>
                <a:gd name="connsiteY679" fmla="*/ 410404 h 519126"/>
                <a:gd name="connsiteX680" fmla="*/ 87132 w 597604"/>
                <a:gd name="connsiteY680" fmla="*/ 409529 h 519126"/>
                <a:gd name="connsiteX681" fmla="*/ 89757 w 597604"/>
                <a:gd name="connsiteY681" fmla="*/ 411480 h 519126"/>
                <a:gd name="connsiteX682" fmla="*/ 89992 w 597604"/>
                <a:gd name="connsiteY682" fmla="*/ 415820 h 519126"/>
                <a:gd name="connsiteX683" fmla="*/ 87603 w 597604"/>
                <a:gd name="connsiteY683" fmla="*/ 419116 h 519126"/>
                <a:gd name="connsiteX684" fmla="*/ 87165 w 597604"/>
                <a:gd name="connsiteY684" fmla="*/ 423624 h 519126"/>
                <a:gd name="connsiteX685" fmla="*/ 88680 w 597604"/>
                <a:gd name="connsiteY685" fmla="*/ 425575 h 519126"/>
                <a:gd name="connsiteX686" fmla="*/ 91507 w 597604"/>
                <a:gd name="connsiteY686" fmla="*/ 428603 h 519126"/>
                <a:gd name="connsiteX687" fmla="*/ 95411 w 597604"/>
                <a:gd name="connsiteY687" fmla="*/ 434456 h 519126"/>
                <a:gd name="connsiteX688" fmla="*/ 96050 w 597604"/>
                <a:gd name="connsiteY688" fmla="*/ 436844 h 519126"/>
                <a:gd name="connsiteX689" fmla="*/ 100627 w 597604"/>
                <a:gd name="connsiteY689" fmla="*/ 437181 h 519126"/>
                <a:gd name="connsiteX690" fmla="*/ 106719 w 597604"/>
                <a:gd name="connsiteY690" fmla="*/ 436205 h 519126"/>
                <a:gd name="connsiteX691" fmla="*/ 112372 w 597604"/>
                <a:gd name="connsiteY691" fmla="*/ 436205 h 519126"/>
                <a:gd name="connsiteX692" fmla="*/ 115401 w 597604"/>
                <a:gd name="connsiteY692" fmla="*/ 438795 h 519126"/>
                <a:gd name="connsiteX693" fmla="*/ 115200 w 597604"/>
                <a:gd name="connsiteY693" fmla="*/ 441419 h 519126"/>
                <a:gd name="connsiteX694" fmla="*/ 114964 w 597604"/>
                <a:gd name="connsiteY694" fmla="*/ 445557 h 519126"/>
                <a:gd name="connsiteX695" fmla="*/ 113651 w 597604"/>
                <a:gd name="connsiteY695" fmla="*/ 448383 h 519126"/>
                <a:gd name="connsiteX696" fmla="*/ 110387 w 597604"/>
                <a:gd name="connsiteY696" fmla="*/ 452520 h 519126"/>
                <a:gd name="connsiteX697" fmla="*/ 107997 w 597604"/>
                <a:gd name="connsiteY697" fmla="*/ 453597 h 519126"/>
                <a:gd name="connsiteX698" fmla="*/ 104969 w 597604"/>
                <a:gd name="connsiteY698" fmla="*/ 455548 h 519126"/>
                <a:gd name="connsiteX699" fmla="*/ 102142 w 597604"/>
                <a:gd name="connsiteY699" fmla="*/ 457062 h 519126"/>
                <a:gd name="connsiteX700" fmla="*/ 98877 w 597604"/>
                <a:gd name="connsiteY700" fmla="*/ 459888 h 519126"/>
                <a:gd name="connsiteX701" fmla="*/ 92786 w 597604"/>
                <a:gd name="connsiteY701" fmla="*/ 457701 h 519126"/>
                <a:gd name="connsiteX702" fmla="*/ 90396 w 597604"/>
                <a:gd name="connsiteY702" fmla="*/ 459013 h 519126"/>
                <a:gd name="connsiteX703" fmla="*/ 93425 w 597604"/>
                <a:gd name="connsiteY703" fmla="*/ 465102 h 519126"/>
                <a:gd name="connsiteX704" fmla="*/ 95175 w 597604"/>
                <a:gd name="connsiteY704" fmla="*/ 468365 h 519126"/>
                <a:gd name="connsiteX705" fmla="*/ 96488 w 597604"/>
                <a:gd name="connsiteY705" fmla="*/ 470114 h 519126"/>
                <a:gd name="connsiteX706" fmla="*/ 95848 w 597604"/>
                <a:gd name="connsiteY706" fmla="*/ 476203 h 519126"/>
                <a:gd name="connsiteX707" fmla="*/ 94973 w 597604"/>
                <a:gd name="connsiteY707" fmla="*/ 478793 h 519126"/>
                <a:gd name="connsiteX708" fmla="*/ 90834 w 597604"/>
                <a:gd name="connsiteY708" fmla="*/ 482493 h 519126"/>
                <a:gd name="connsiteX709" fmla="*/ 85382 w 597604"/>
                <a:gd name="connsiteY709" fmla="*/ 485756 h 519126"/>
                <a:gd name="connsiteX710" fmla="*/ 83430 w 597604"/>
                <a:gd name="connsiteY710" fmla="*/ 489019 h 519126"/>
                <a:gd name="connsiteX711" fmla="*/ 81680 w 597604"/>
                <a:gd name="connsiteY711" fmla="*/ 494032 h 519126"/>
                <a:gd name="connsiteX712" fmla="*/ 81175 w 597604"/>
                <a:gd name="connsiteY712" fmla="*/ 498237 h 519126"/>
                <a:gd name="connsiteX713" fmla="*/ 83430 w 597604"/>
                <a:gd name="connsiteY713" fmla="*/ 500995 h 519126"/>
                <a:gd name="connsiteX714" fmla="*/ 85617 w 597604"/>
                <a:gd name="connsiteY714" fmla="*/ 502072 h 519126"/>
                <a:gd name="connsiteX715" fmla="*/ 87569 w 597604"/>
                <a:gd name="connsiteY715" fmla="*/ 504258 h 519126"/>
                <a:gd name="connsiteX716" fmla="*/ 90968 w 597604"/>
                <a:gd name="connsiteY716" fmla="*/ 508598 h 519126"/>
                <a:gd name="connsiteX717" fmla="*/ 93593 w 597604"/>
                <a:gd name="connsiteY717" fmla="*/ 510986 h 519126"/>
                <a:gd name="connsiteX718" fmla="*/ 96790 w 597604"/>
                <a:gd name="connsiteY718" fmla="*/ 513879 h 519126"/>
                <a:gd name="connsiteX719" fmla="*/ 98036 w 597604"/>
                <a:gd name="connsiteY719" fmla="*/ 513946 h 519126"/>
                <a:gd name="connsiteX720" fmla="*/ 100795 w 597604"/>
                <a:gd name="connsiteY720" fmla="*/ 513307 h 519126"/>
                <a:gd name="connsiteX721" fmla="*/ 104127 w 597604"/>
                <a:gd name="connsiteY721" fmla="*/ 511222 h 519126"/>
                <a:gd name="connsiteX722" fmla="*/ 107897 w 597604"/>
                <a:gd name="connsiteY722" fmla="*/ 509775 h 519126"/>
                <a:gd name="connsiteX723" fmla="*/ 110589 w 597604"/>
                <a:gd name="connsiteY723" fmla="*/ 509439 h 519126"/>
                <a:gd name="connsiteX724" fmla="*/ 113281 w 597604"/>
                <a:gd name="connsiteY724" fmla="*/ 509270 h 519126"/>
                <a:gd name="connsiteX725" fmla="*/ 115906 w 597604"/>
                <a:gd name="connsiteY725" fmla="*/ 509270 h 519126"/>
                <a:gd name="connsiteX726" fmla="*/ 117051 w 597604"/>
                <a:gd name="connsiteY726" fmla="*/ 508194 h 519126"/>
                <a:gd name="connsiteX727" fmla="*/ 117757 w 597604"/>
                <a:gd name="connsiteY727" fmla="*/ 504561 h 519126"/>
                <a:gd name="connsiteX728" fmla="*/ 118498 w 597604"/>
                <a:gd name="connsiteY728" fmla="*/ 502374 h 519126"/>
                <a:gd name="connsiteX729" fmla="*/ 119743 w 597604"/>
                <a:gd name="connsiteY729" fmla="*/ 500356 h 519126"/>
                <a:gd name="connsiteX730" fmla="*/ 120988 w 597604"/>
                <a:gd name="connsiteY730" fmla="*/ 498977 h 519126"/>
                <a:gd name="connsiteX731" fmla="*/ 123748 w 597604"/>
                <a:gd name="connsiteY731" fmla="*/ 496723 h 519126"/>
                <a:gd name="connsiteX732" fmla="*/ 125060 w 597604"/>
                <a:gd name="connsiteY732" fmla="*/ 495041 h 519126"/>
                <a:gd name="connsiteX733" fmla="*/ 133171 w 597604"/>
                <a:gd name="connsiteY733" fmla="*/ 487068 h 519126"/>
                <a:gd name="connsiteX734" fmla="*/ 135931 w 597604"/>
                <a:gd name="connsiteY734" fmla="*/ 483301 h 519126"/>
                <a:gd name="connsiteX735" fmla="*/ 135628 w 597604"/>
                <a:gd name="connsiteY735" fmla="*/ 482594 h 519126"/>
                <a:gd name="connsiteX736" fmla="*/ 133474 w 597604"/>
                <a:gd name="connsiteY736" fmla="*/ 480845 h 519126"/>
                <a:gd name="connsiteX737" fmla="*/ 132296 w 597604"/>
                <a:gd name="connsiteY737" fmla="*/ 478524 h 519126"/>
                <a:gd name="connsiteX738" fmla="*/ 134315 w 597604"/>
                <a:gd name="connsiteY738" fmla="*/ 477515 h 519126"/>
                <a:gd name="connsiteX739" fmla="*/ 140541 w 597604"/>
                <a:gd name="connsiteY739" fmla="*/ 475496 h 519126"/>
                <a:gd name="connsiteX740" fmla="*/ 143133 w 597604"/>
                <a:gd name="connsiteY740" fmla="*/ 473478 h 519126"/>
                <a:gd name="connsiteX741" fmla="*/ 146027 w 597604"/>
                <a:gd name="connsiteY741" fmla="*/ 471594 h 519126"/>
                <a:gd name="connsiteX742" fmla="*/ 150671 w 597604"/>
                <a:gd name="connsiteY742" fmla="*/ 467692 h 519126"/>
                <a:gd name="connsiteX743" fmla="*/ 151816 w 597604"/>
                <a:gd name="connsiteY743" fmla="*/ 466548 h 519126"/>
                <a:gd name="connsiteX744" fmla="*/ 155013 w 597604"/>
                <a:gd name="connsiteY744" fmla="*/ 468297 h 519126"/>
                <a:gd name="connsiteX745" fmla="*/ 157470 w 597604"/>
                <a:gd name="connsiteY745" fmla="*/ 470888 h 519126"/>
                <a:gd name="connsiteX746" fmla="*/ 158042 w 597604"/>
                <a:gd name="connsiteY746" fmla="*/ 474353 h 519126"/>
                <a:gd name="connsiteX747" fmla="*/ 157907 w 597604"/>
                <a:gd name="connsiteY747" fmla="*/ 477380 h 519126"/>
                <a:gd name="connsiteX748" fmla="*/ 158042 w 597604"/>
                <a:gd name="connsiteY748" fmla="*/ 480139 h 519126"/>
                <a:gd name="connsiteX749" fmla="*/ 161811 w 597604"/>
                <a:gd name="connsiteY749" fmla="*/ 481148 h 519126"/>
                <a:gd name="connsiteX750" fmla="*/ 167028 w 597604"/>
                <a:gd name="connsiteY750" fmla="*/ 481013 h 519126"/>
                <a:gd name="connsiteX751" fmla="*/ 171807 w 597604"/>
                <a:gd name="connsiteY751" fmla="*/ 479264 h 519126"/>
                <a:gd name="connsiteX752" fmla="*/ 173994 w 597604"/>
                <a:gd name="connsiteY752" fmla="*/ 478120 h 519126"/>
                <a:gd name="connsiteX753" fmla="*/ 178470 w 597604"/>
                <a:gd name="connsiteY753" fmla="*/ 477818 h 519126"/>
                <a:gd name="connsiteX754" fmla="*/ 180052 w 597604"/>
                <a:gd name="connsiteY754" fmla="*/ 479264 h 519126"/>
                <a:gd name="connsiteX755" fmla="*/ 178739 w 597604"/>
                <a:gd name="connsiteY755" fmla="*/ 481888 h 519126"/>
                <a:gd name="connsiteX756" fmla="*/ 177999 w 597604"/>
                <a:gd name="connsiteY756" fmla="*/ 483032 h 519126"/>
                <a:gd name="connsiteX757" fmla="*/ 178436 w 597604"/>
                <a:gd name="connsiteY757" fmla="*/ 486665 h 519126"/>
                <a:gd name="connsiteX758" fmla="*/ 180018 w 597604"/>
                <a:gd name="connsiteY758" fmla="*/ 489423 h 519126"/>
                <a:gd name="connsiteX759" fmla="*/ 183047 w 597604"/>
                <a:gd name="connsiteY759" fmla="*/ 493056 h 519126"/>
                <a:gd name="connsiteX760" fmla="*/ 185067 w 597604"/>
                <a:gd name="connsiteY760" fmla="*/ 495377 h 519126"/>
                <a:gd name="connsiteX761" fmla="*/ 189139 w 597604"/>
                <a:gd name="connsiteY761" fmla="*/ 498136 h 519126"/>
                <a:gd name="connsiteX762" fmla="*/ 194927 w 597604"/>
                <a:gd name="connsiteY762" fmla="*/ 499145 h 519126"/>
                <a:gd name="connsiteX763" fmla="*/ 199134 w 597604"/>
                <a:gd name="connsiteY763" fmla="*/ 499414 h 519126"/>
                <a:gd name="connsiteX764" fmla="*/ 201019 w 597604"/>
                <a:gd name="connsiteY764" fmla="*/ 500289 h 519126"/>
                <a:gd name="connsiteX765" fmla="*/ 207110 w 597604"/>
                <a:gd name="connsiteY765" fmla="*/ 504359 h 519126"/>
                <a:gd name="connsiteX766" fmla="*/ 208423 w 597604"/>
                <a:gd name="connsiteY766" fmla="*/ 505234 h 519126"/>
                <a:gd name="connsiteX767" fmla="*/ 210307 w 597604"/>
                <a:gd name="connsiteY767" fmla="*/ 507824 h 519126"/>
                <a:gd name="connsiteX768" fmla="*/ 211452 w 597604"/>
                <a:gd name="connsiteY768" fmla="*/ 509270 h 519126"/>
                <a:gd name="connsiteX769" fmla="*/ 216533 w 597604"/>
                <a:gd name="connsiteY769" fmla="*/ 509573 h 519126"/>
                <a:gd name="connsiteX770" fmla="*/ 221312 w 597604"/>
                <a:gd name="connsiteY770" fmla="*/ 508699 h 519126"/>
                <a:gd name="connsiteX771" fmla="*/ 224207 w 597604"/>
                <a:gd name="connsiteY771" fmla="*/ 508127 h 519126"/>
                <a:gd name="connsiteX772" fmla="*/ 226226 w 597604"/>
                <a:gd name="connsiteY772" fmla="*/ 508261 h 519126"/>
                <a:gd name="connsiteX773" fmla="*/ 228414 w 597604"/>
                <a:gd name="connsiteY773" fmla="*/ 512904 h 519126"/>
                <a:gd name="connsiteX774" fmla="*/ 229861 w 597604"/>
                <a:gd name="connsiteY774" fmla="*/ 516368 h 519126"/>
                <a:gd name="connsiteX775" fmla="*/ 233630 w 597604"/>
                <a:gd name="connsiteY775" fmla="*/ 518252 h 519126"/>
                <a:gd name="connsiteX776" fmla="*/ 238140 w 597604"/>
                <a:gd name="connsiteY776" fmla="*/ 519127 h 519126"/>
                <a:gd name="connsiteX777" fmla="*/ 243356 w 597604"/>
                <a:gd name="connsiteY777" fmla="*/ 517680 h 519126"/>
                <a:gd name="connsiteX778" fmla="*/ 248573 w 597604"/>
                <a:gd name="connsiteY778" fmla="*/ 510145 h 519126"/>
                <a:gd name="connsiteX779" fmla="*/ 250895 w 597604"/>
                <a:gd name="connsiteY779" fmla="*/ 507387 h 519126"/>
                <a:gd name="connsiteX780" fmla="*/ 254361 w 597604"/>
                <a:gd name="connsiteY780" fmla="*/ 499986 h 519126"/>
                <a:gd name="connsiteX781" fmla="*/ 258433 w 597604"/>
                <a:gd name="connsiteY781" fmla="*/ 497530 h 519126"/>
                <a:gd name="connsiteX782" fmla="*/ 257121 w 597604"/>
                <a:gd name="connsiteY782" fmla="*/ 492013 h 519126"/>
                <a:gd name="connsiteX783" fmla="*/ 253217 w 597604"/>
                <a:gd name="connsiteY783" fmla="*/ 487808 h 519126"/>
                <a:gd name="connsiteX784" fmla="*/ 251770 w 597604"/>
                <a:gd name="connsiteY784" fmla="*/ 486362 h 519126"/>
                <a:gd name="connsiteX785" fmla="*/ 253217 w 597604"/>
                <a:gd name="connsiteY785" fmla="*/ 482594 h 519126"/>
                <a:gd name="connsiteX786" fmla="*/ 255539 w 597604"/>
                <a:gd name="connsiteY786" fmla="*/ 481148 h 519126"/>
                <a:gd name="connsiteX787" fmla="*/ 260318 w 597604"/>
                <a:gd name="connsiteY787" fmla="*/ 480576 h 519126"/>
                <a:gd name="connsiteX788" fmla="*/ 271761 w 597604"/>
                <a:gd name="connsiteY788" fmla="*/ 480273 h 519126"/>
                <a:gd name="connsiteX789" fmla="*/ 275227 w 597604"/>
                <a:gd name="connsiteY789" fmla="*/ 477818 h 519126"/>
                <a:gd name="connsiteX790" fmla="*/ 277549 w 597604"/>
                <a:gd name="connsiteY790" fmla="*/ 475362 h 519126"/>
                <a:gd name="connsiteX791" fmla="*/ 279871 w 597604"/>
                <a:gd name="connsiteY791" fmla="*/ 473915 h 519126"/>
                <a:gd name="connsiteX792" fmla="*/ 285963 w 597604"/>
                <a:gd name="connsiteY792" fmla="*/ 470450 h 519126"/>
                <a:gd name="connsiteX793" fmla="*/ 290607 w 597604"/>
                <a:gd name="connsiteY793" fmla="*/ 468701 h 519126"/>
                <a:gd name="connsiteX794" fmla="*/ 293199 w 597604"/>
                <a:gd name="connsiteY794" fmla="*/ 467692 h 519126"/>
                <a:gd name="connsiteX795" fmla="*/ 296530 w 597604"/>
                <a:gd name="connsiteY795" fmla="*/ 465808 h 519126"/>
                <a:gd name="connsiteX796" fmla="*/ 302184 w 597604"/>
                <a:gd name="connsiteY796" fmla="*/ 462041 h 519126"/>
                <a:gd name="connsiteX797" fmla="*/ 304507 w 597604"/>
                <a:gd name="connsiteY797" fmla="*/ 460291 h 519126"/>
                <a:gd name="connsiteX798" fmla="*/ 308713 w 597604"/>
                <a:gd name="connsiteY798" fmla="*/ 460291 h 519126"/>
                <a:gd name="connsiteX799" fmla="*/ 316824 w 597604"/>
                <a:gd name="connsiteY799" fmla="*/ 459147 h 519126"/>
                <a:gd name="connsiteX800" fmla="*/ 325372 w 597604"/>
                <a:gd name="connsiteY800" fmla="*/ 458407 h 519126"/>
                <a:gd name="connsiteX801" fmla="*/ 327829 w 597604"/>
                <a:gd name="connsiteY801" fmla="*/ 456389 h 519126"/>
                <a:gd name="connsiteX802" fmla="*/ 329276 w 597604"/>
                <a:gd name="connsiteY802" fmla="*/ 455649 h 519126"/>
                <a:gd name="connsiteX803" fmla="*/ 334493 w 597604"/>
                <a:gd name="connsiteY803" fmla="*/ 450569 h 519126"/>
                <a:gd name="connsiteX804" fmla="*/ 336815 w 597604"/>
                <a:gd name="connsiteY804" fmla="*/ 447542 h 519126"/>
                <a:gd name="connsiteX805" fmla="*/ 337252 w 597604"/>
                <a:gd name="connsiteY805" fmla="*/ 443202 h 519126"/>
                <a:gd name="connsiteX806" fmla="*/ 337118 w 597604"/>
                <a:gd name="connsiteY806" fmla="*/ 438728 h 519126"/>
                <a:gd name="connsiteX807" fmla="*/ 335805 w 597604"/>
                <a:gd name="connsiteY807" fmla="*/ 435970 h 519126"/>
                <a:gd name="connsiteX808" fmla="*/ 334055 w 597604"/>
                <a:gd name="connsiteY808" fmla="*/ 431630 h 519126"/>
                <a:gd name="connsiteX809" fmla="*/ 334762 w 597604"/>
                <a:gd name="connsiteY809" fmla="*/ 427291 h 519126"/>
                <a:gd name="connsiteX810" fmla="*/ 339272 w 597604"/>
                <a:gd name="connsiteY810" fmla="*/ 423826 h 519126"/>
                <a:gd name="connsiteX811" fmla="*/ 341897 w 597604"/>
                <a:gd name="connsiteY811" fmla="*/ 420495 h 519126"/>
                <a:gd name="connsiteX812" fmla="*/ 346810 w 597604"/>
                <a:gd name="connsiteY812" fmla="*/ 417165 h 519126"/>
                <a:gd name="connsiteX813" fmla="*/ 353777 w 597604"/>
                <a:gd name="connsiteY813" fmla="*/ 414407 h 519126"/>
                <a:gd name="connsiteX814" fmla="*/ 360306 w 597604"/>
                <a:gd name="connsiteY814" fmla="*/ 414407 h 519126"/>
                <a:gd name="connsiteX815" fmla="*/ 362931 w 597604"/>
                <a:gd name="connsiteY815" fmla="*/ 415147 h 519126"/>
                <a:gd name="connsiteX816" fmla="*/ 366397 w 597604"/>
                <a:gd name="connsiteY816" fmla="*/ 418914 h 519126"/>
                <a:gd name="connsiteX817" fmla="*/ 371311 w 597604"/>
                <a:gd name="connsiteY817" fmla="*/ 424263 h 519126"/>
                <a:gd name="connsiteX818" fmla="*/ 373768 w 597604"/>
                <a:gd name="connsiteY818" fmla="*/ 430184 h 519126"/>
                <a:gd name="connsiteX819" fmla="*/ 374912 w 597604"/>
                <a:gd name="connsiteY819" fmla="*/ 436272 h 519126"/>
                <a:gd name="connsiteX820" fmla="*/ 381878 w 597604"/>
                <a:gd name="connsiteY820" fmla="*/ 441924 h 519126"/>
                <a:gd name="connsiteX821" fmla="*/ 381744 w 597604"/>
                <a:gd name="connsiteY821" fmla="*/ 447878 h 519126"/>
                <a:gd name="connsiteX822" fmla="*/ 384638 w 597604"/>
                <a:gd name="connsiteY822" fmla="*/ 452790 h 519126"/>
                <a:gd name="connsiteX823" fmla="*/ 388273 w 597604"/>
                <a:gd name="connsiteY823" fmla="*/ 453664 h 519126"/>
                <a:gd name="connsiteX824" fmla="*/ 391907 w 597604"/>
                <a:gd name="connsiteY824" fmla="*/ 453227 h 519126"/>
                <a:gd name="connsiteX825" fmla="*/ 394802 w 597604"/>
                <a:gd name="connsiteY825" fmla="*/ 452790 h 519126"/>
                <a:gd name="connsiteX826" fmla="*/ 398706 w 597604"/>
                <a:gd name="connsiteY826" fmla="*/ 450771 h 519126"/>
                <a:gd name="connsiteX827" fmla="*/ 401297 w 597604"/>
                <a:gd name="connsiteY827" fmla="*/ 448013 h 519126"/>
                <a:gd name="connsiteX828" fmla="*/ 402744 w 597604"/>
                <a:gd name="connsiteY828" fmla="*/ 447138 h 519126"/>
                <a:gd name="connsiteX829" fmla="*/ 408398 w 597604"/>
                <a:gd name="connsiteY829" fmla="*/ 449459 h 519126"/>
                <a:gd name="connsiteX830" fmla="*/ 409273 w 597604"/>
                <a:gd name="connsiteY830" fmla="*/ 453361 h 519126"/>
                <a:gd name="connsiteX831" fmla="*/ 410855 w 597604"/>
                <a:gd name="connsiteY831" fmla="*/ 456995 h 519126"/>
                <a:gd name="connsiteX832" fmla="*/ 413446 w 597604"/>
                <a:gd name="connsiteY832" fmla="*/ 460897 h 519126"/>
                <a:gd name="connsiteX833" fmla="*/ 416778 w 597604"/>
                <a:gd name="connsiteY833" fmla="*/ 462209 h 519126"/>
                <a:gd name="connsiteX834" fmla="*/ 421423 w 597604"/>
                <a:gd name="connsiteY834" fmla="*/ 463790 h 519126"/>
                <a:gd name="connsiteX835" fmla="*/ 424620 w 597604"/>
                <a:gd name="connsiteY835" fmla="*/ 464362 h 519126"/>
                <a:gd name="connsiteX836" fmla="*/ 428086 w 597604"/>
                <a:gd name="connsiteY836" fmla="*/ 463655 h 519126"/>
                <a:gd name="connsiteX837" fmla="*/ 434750 w 597604"/>
                <a:gd name="connsiteY837" fmla="*/ 462343 h 519126"/>
                <a:gd name="connsiteX838" fmla="*/ 440538 w 597604"/>
                <a:gd name="connsiteY838" fmla="*/ 461603 h 519126"/>
                <a:gd name="connsiteX839" fmla="*/ 446192 w 597604"/>
                <a:gd name="connsiteY839" fmla="*/ 459719 h 519126"/>
                <a:gd name="connsiteX840" fmla="*/ 449524 w 597604"/>
                <a:gd name="connsiteY840" fmla="*/ 456524 h 519126"/>
                <a:gd name="connsiteX841" fmla="*/ 453428 w 597604"/>
                <a:gd name="connsiteY841" fmla="*/ 453059 h 519126"/>
                <a:gd name="connsiteX842" fmla="*/ 454303 w 597604"/>
                <a:gd name="connsiteY842" fmla="*/ 449426 h 519126"/>
                <a:gd name="connsiteX843" fmla="*/ 453294 w 597604"/>
                <a:gd name="connsiteY843" fmla="*/ 444918 h 519126"/>
                <a:gd name="connsiteX844" fmla="*/ 453159 w 597604"/>
                <a:gd name="connsiteY844" fmla="*/ 441150 h 519126"/>
                <a:gd name="connsiteX845" fmla="*/ 454337 w 597604"/>
                <a:gd name="connsiteY845" fmla="*/ 436071 h 519126"/>
                <a:gd name="connsiteX846" fmla="*/ 455649 w 597604"/>
                <a:gd name="connsiteY846" fmla="*/ 433884 h 519126"/>
                <a:gd name="connsiteX847" fmla="*/ 458846 w 597604"/>
                <a:gd name="connsiteY847" fmla="*/ 429107 h 519126"/>
                <a:gd name="connsiteX848" fmla="*/ 464063 w 597604"/>
                <a:gd name="connsiteY848" fmla="*/ 424600 h 519126"/>
                <a:gd name="connsiteX849" fmla="*/ 471467 w 597604"/>
                <a:gd name="connsiteY849" fmla="*/ 421404 h 519126"/>
                <a:gd name="connsiteX850" fmla="*/ 476381 w 597604"/>
                <a:gd name="connsiteY850" fmla="*/ 424162 h 519126"/>
                <a:gd name="connsiteX851" fmla="*/ 481866 w 597604"/>
                <a:gd name="connsiteY851" fmla="*/ 428064 h 519126"/>
                <a:gd name="connsiteX852" fmla="*/ 487520 w 597604"/>
                <a:gd name="connsiteY852" fmla="*/ 431967 h 519126"/>
                <a:gd name="connsiteX853" fmla="*/ 490280 w 597604"/>
                <a:gd name="connsiteY853" fmla="*/ 434725 h 519126"/>
                <a:gd name="connsiteX854" fmla="*/ 493914 w 597604"/>
                <a:gd name="connsiteY854" fmla="*/ 436609 h 519126"/>
                <a:gd name="connsiteX855" fmla="*/ 494924 w 597604"/>
                <a:gd name="connsiteY855" fmla="*/ 439805 h 519126"/>
                <a:gd name="connsiteX856" fmla="*/ 497381 w 597604"/>
                <a:gd name="connsiteY856" fmla="*/ 443572 h 519126"/>
                <a:gd name="connsiteX857" fmla="*/ 498694 w 597604"/>
                <a:gd name="connsiteY857" fmla="*/ 444144 h 519126"/>
                <a:gd name="connsiteX858" fmla="*/ 501453 w 597604"/>
                <a:gd name="connsiteY858" fmla="*/ 443572 h 519126"/>
                <a:gd name="connsiteX859" fmla="*/ 502328 w 597604"/>
                <a:gd name="connsiteY859" fmla="*/ 440948 h 519126"/>
                <a:gd name="connsiteX860" fmla="*/ 502900 w 597604"/>
                <a:gd name="connsiteY860" fmla="*/ 437181 h 519126"/>
                <a:gd name="connsiteX861" fmla="*/ 502766 w 597604"/>
                <a:gd name="connsiteY861" fmla="*/ 434860 h 519126"/>
                <a:gd name="connsiteX862" fmla="*/ 502766 w 597604"/>
                <a:gd name="connsiteY862" fmla="*/ 431799 h 519126"/>
                <a:gd name="connsiteX863" fmla="*/ 503069 w 597604"/>
                <a:gd name="connsiteY863" fmla="*/ 427594 h 519126"/>
                <a:gd name="connsiteX864" fmla="*/ 504819 w 597604"/>
                <a:gd name="connsiteY864" fmla="*/ 425407 h 519126"/>
                <a:gd name="connsiteX865" fmla="*/ 507006 w 597604"/>
                <a:gd name="connsiteY865" fmla="*/ 423389 h 519126"/>
                <a:gd name="connsiteX866" fmla="*/ 509766 w 597604"/>
                <a:gd name="connsiteY866" fmla="*/ 421067 h 519126"/>
                <a:gd name="connsiteX867" fmla="*/ 509900 w 597604"/>
                <a:gd name="connsiteY867" fmla="*/ 417165 h 519126"/>
                <a:gd name="connsiteX868" fmla="*/ 515252 w 597604"/>
                <a:gd name="connsiteY868" fmla="*/ 411245 h 519126"/>
                <a:gd name="connsiteX869" fmla="*/ 516564 w 597604"/>
                <a:gd name="connsiteY869" fmla="*/ 410505 h 519126"/>
                <a:gd name="connsiteX870" fmla="*/ 518449 w 597604"/>
                <a:gd name="connsiteY870" fmla="*/ 409630 h 519126"/>
                <a:gd name="connsiteX871" fmla="*/ 521343 w 597604"/>
                <a:gd name="connsiteY871" fmla="*/ 410942 h 519126"/>
                <a:gd name="connsiteX872" fmla="*/ 522656 w 597604"/>
                <a:gd name="connsiteY872" fmla="*/ 413398 h 519126"/>
                <a:gd name="connsiteX873" fmla="*/ 522521 w 597604"/>
                <a:gd name="connsiteY873" fmla="*/ 417468 h 519126"/>
                <a:gd name="connsiteX874" fmla="*/ 527165 w 597604"/>
                <a:gd name="connsiteY874" fmla="*/ 421942 h 519126"/>
                <a:gd name="connsiteX875" fmla="*/ 531641 w 597604"/>
                <a:gd name="connsiteY875" fmla="*/ 422077 h 519126"/>
                <a:gd name="connsiteX876" fmla="*/ 536993 w 597604"/>
                <a:gd name="connsiteY876" fmla="*/ 421639 h 519126"/>
                <a:gd name="connsiteX877" fmla="*/ 540896 w 597604"/>
                <a:gd name="connsiteY877" fmla="*/ 417434 h 519126"/>
                <a:gd name="connsiteX878" fmla="*/ 542041 w 597604"/>
                <a:gd name="connsiteY878" fmla="*/ 416863 h 519126"/>
                <a:gd name="connsiteX879" fmla="*/ 543791 w 597604"/>
                <a:gd name="connsiteY879" fmla="*/ 413835 h 519126"/>
                <a:gd name="connsiteX880" fmla="*/ 544935 w 597604"/>
                <a:gd name="connsiteY880" fmla="*/ 409630 h 519126"/>
                <a:gd name="connsiteX881" fmla="*/ 544800 w 597604"/>
                <a:gd name="connsiteY881" fmla="*/ 406602 h 519126"/>
                <a:gd name="connsiteX882" fmla="*/ 543925 w 597604"/>
                <a:gd name="connsiteY882" fmla="*/ 404012 h 519126"/>
                <a:gd name="connsiteX883" fmla="*/ 539719 w 597604"/>
                <a:gd name="connsiteY883" fmla="*/ 403003 h 519126"/>
                <a:gd name="connsiteX884" fmla="*/ 536084 w 597604"/>
                <a:gd name="connsiteY884" fmla="*/ 403877 h 519126"/>
                <a:gd name="connsiteX885" fmla="*/ 534132 w 597604"/>
                <a:gd name="connsiteY885" fmla="*/ 404180 h 519126"/>
                <a:gd name="connsiteX886" fmla="*/ 532314 w 597604"/>
                <a:gd name="connsiteY886" fmla="*/ 403608 h 519126"/>
                <a:gd name="connsiteX887" fmla="*/ 532314 w 597604"/>
                <a:gd name="connsiteY887" fmla="*/ 402296 h 519126"/>
                <a:gd name="connsiteX888" fmla="*/ 533055 w 597604"/>
                <a:gd name="connsiteY888" fmla="*/ 400547 h 519126"/>
                <a:gd name="connsiteX889" fmla="*/ 534502 w 597604"/>
                <a:gd name="connsiteY889" fmla="*/ 399235 h 519126"/>
                <a:gd name="connsiteX890" fmla="*/ 535949 w 597604"/>
                <a:gd name="connsiteY890" fmla="*/ 397923 h 519126"/>
                <a:gd name="connsiteX891" fmla="*/ 537531 w 597604"/>
                <a:gd name="connsiteY891" fmla="*/ 396914 h 519126"/>
                <a:gd name="connsiteX892" fmla="*/ 539685 w 597604"/>
                <a:gd name="connsiteY892" fmla="*/ 395602 h 519126"/>
                <a:gd name="connsiteX893" fmla="*/ 544026 w 597604"/>
                <a:gd name="connsiteY893" fmla="*/ 393281 h 519126"/>
                <a:gd name="connsiteX894" fmla="*/ 545473 w 597604"/>
                <a:gd name="connsiteY894" fmla="*/ 392406 h 519126"/>
                <a:gd name="connsiteX895" fmla="*/ 548233 w 597604"/>
                <a:gd name="connsiteY895" fmla="*/ 390657 h 519126"/>
                <a:gd name="connsiteX896" fmla="*/ 549848 w 597604"/>
                <a:gd name="connsiteY896" fmla="*/ 389782 h 519126"/>
                <a:gd name="connsiteX897" fmla="*/ 551868 w 597604"/>
                <a:gd name="connsiteY897" fmla="*/ 389211 h 519126"/>
                <a:gd name="connsiteX898" fmla="*/ 554055 w 597604"/>
                <a:gd name="connsiteY898" fmla="*/ 389211 h 519126"/>
                <a:gd name="connsiteX899" fmla="*/ 555200 w 597604"/>
                <a:gd name="connsiteY899" fmla="*/ 390085 h 519126"/>
                <a:gd name="connsiteX900" fmla="*/ 555906 w 597604"/>
                <a:gd name="connsiteY900" fmla="*/ 391532 h 519126"/>
                <a:gd name="connsiteX901" fmla="*/ 558094 w 597604"/>
                <a:gd name="connsiteY901" fmla="*/ 394290 h 519126"/>
                <a:gd name="connsiteX902" fmla="*/ 559978 w 597604"/>
                <a:gd name="connsiteY902" fmla="*/ 396174 h 519126"/>
                <a:gd name="connsiteX903" fmla="*/ 561863 w 597604"/>
                <a:gd name="connsiteY903" fmla="*/ 397183 h 519126"/>
                <a:gd name="connsiteX904" fmla="*/ 564185 w 597604"/>
                <a:gd name="connsiteY904" fmla="*/ 397923 h 519126"/>
                <a:gd name="connsiteX905" fmla="*/ 567786 w 597604"/>
                <a:gd name="connsiteY905" fmla="*/ 398361 h 519126"/>
                <a:gd name="connsiteX906" fmla="*/ 571421 w 597604"/>
                <a:gd name="connsiteY906" fmla="*/ 398933 h 519126"/>
                <a:gd name="connsiteX907" fmla="*/ 574450 w 597604"/>
                <a:gd name="connsiteY907" fmla="*/ 398495 h 519126"/>
                <a:gd name="connsiteX908" fmla="*/ 575762 w 597604"/>
                <a:gd name="connsiteY908" fmla="*/ 395737 h 519126"/>
                <a:gd name="connsiteX909" fmla="*/ 576772 w 597604"/>
                <a:gd name="connsiteY909" fmla="*/ 395299 h 519126"/>
                <a:gd name="connsiteX910" fmla="*/ 576638 w 597604"/>
                <a:gd name="connsiteY910" fmla="*/ 393146 h 519126"/>
                <a:gd name="connsiteX911" fmla="*/ 576503 w 597604"/>
                <a:gd name="connsiteY911" fmla="*/ 392137 h 519126"/>
                <a:gd name="connsiteX912" fmla="*/ 574753 w 597604"/>
                <a:gd name="connsiteY912" fmla="*/ 390119 h 519126"/>
                <a:gd name="connsiteX913" fmla="*/ 574450 w 597604"/>
                <a:gd name="connsiteY913" fmla="*/ 389244 h 519126"/>
                <a:gd name="connsiteX914" fmla="*/ 575762 w 597604"/>
                <a:gd name="connsiteY914" fmla="*/ 387360 h 519126"/>
                <a:gd name="connsiteX915" fmla="*/ 578085 w 597604"/>
                <a:gd name="connsiteY915" fmla="*/ 386048 h 519126"/>
                <a:gd name="connsiteX916" fmla="*/ 578657 w 597604"/>
                <a:gd name="connsiteY916" fmla="*/ 384165 h 519126"/>
                <a:gd name="connsiteX917" fmla="*/ 579801 w 597604"/>
                <a:gd name="connsiteY917" fmla="*/ 380969 h 519126"/>
                <a:gd name="connsiteX918" fmla="*/ 581989 w 597604"/>
                <a:gd name="connsiteY918" fmla="*/ 377504 h 519126"/>
                <a:gd name="connsiteX919" fmla="*/ 584883 w 597604"/>
                <a:gd name="connsiteY919" fmla="*/ 374308 h 519126"/>
                <a:gd name="connsiteX920" fmla="*/ 587071 w 597604"/>
                <a:gd name="connsiteY920" fmla="*/ 371550 h 519126"/>
                <a:gd name="connsiteX921" fmla="*/ 587373 w 597604"/>
                <a:gd name="connsiteY921" fmla="*/ 364317 h 519126"/>
                <a:gd name="connsiteX922" fmla="*/ 589696 w 597604"/>
                <a:gd name="connsiteY922" fmla="*/ 363174 h 519126"/>
                <a:gd name="connsiteX923" fmla="*/ 592287 w 597604"/>
                <a:gd name="connsiteY923" fmla="*/ 363174 h 519126"/>
                <a:gd name="connsiteX924" fmla="*/ 593162 w 597604"/>
                <a:gd name="connsiteY924" fmla="*/ 363005 h 519126"/>
                <a:gd name="connsiteX925" fmla="*/ 592758 w 597604"/>
                <a:gd name="connsiteY925" fmla="*/ 357320 h 519126"/>
                <a:gd name="connsiteX926" fmla="*/ 592758 w 597604"/>
                <a:gd name="connsiteY926" fmla="*/ 357320 h 51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Lst>
              <a:rect l="l" t="t" r="r" b="b"/>
              <a:pathLst>
                <a:path w="597604" h="519126">
                  <a:moveTo>
                    <a:pt x="592758" y="357320"/>
                  </a:moveTo>
                  <a:lnTo>
                    <a:pt x="590739" y="350660"/>
                  </a:lnTo>
                  <a:lnTo>
                    <a:pt x="583200" y="346589"/>
                  </a:lnTo>
                  <a:cubicBezTo>
                    <a:pt x="583200" y="346589"/>
                    <a:pt x="584075" y="343393"/>
                    <a:pt x="584344" y="342552"/>
                  </a:cubicBezTo>
                  <a:cubicBezTo>
                    <a:pt x="584647" y="341678"/>
                    <a:pt x="590705" y="338348"/>
                    <a:pt x="590705" y="338348"/>
                  </a:cubicBezTo>
                  <a:lnTo>
                    <a:pt x="587945" y="335589"/>
                  </a:lnTo>
                  <a:lnTo>
                    <a:pt x="583167" y="335589"/>
                  </a:lnTo>
                  <a:lnTo>
                    <a:pt x="579969" y="338785"/>
                  </a:lnTo>
                  <a:cubicBezTo>
                    <a:pt x="579969" y="338785"/>
                    <a:pt x="578219" y="341678"/>
                    <a:pt x="577344" y="341981"/>
                  </a:cubicBezTo>
                  <a:cubicBezTo>
                    <a:pt x="576469" y="342283"/>
                    <a:pt x="572431" y="338213"/>
                    <a:pt x="572431" y="338213"/>
                  </a:cubicBezTo>
                  <a:cubicBezTo>
                    <a:pt x="572431" y="338213"/>
                    <a:pt x="570681" y="338516"/>
                    <a:pt x="570984" y="335623"/>
                  </a:cubicBezTo>
                  <a:cubicBezTo>
                    <a:pt x="571287" y="332730"/>
                    <a:pt x="570950" y="327818"/>
                    <a:pt x="570950" y="327818"/>
                  </a:cubicBezTo>
                  <a:lnTo>
                    <a:pt x="573306" y="322032"/>
                  </a:lnTo>
                  <a:lnTo>
                    <a:pt x="576772" y="317121"/>
                  </a:lnTo>
                  <a:lnTo>
                    <a:pt x="579969" y="312781"/>
                  </a:lnTo>
                  <a:cubicBezTo>
                    <a:pt x="579969" y="312781"/>
                    <a:pt x="582830" y="308139"/>
                    <a:pt x="581820" y="306995"/>
                  </a:cubicBezTo>
                  <a:cubicBezTo>
                    <a:pt x="580811" y="305852"/>
                    <a:pt x="583974" y="305246"/>
                    <a:pt x="581820" y="304102"/>
                  </a:cubicBezTo>
                  <a:cubicBezTo>
                    <a:pt x="579667" y="302959"/>
                    <a:pt x="577041" y="297442"/>
                    <a:pt x="577041" y="297442"/>
                  </a:cubicBezTo>
                  <a:cubicBezTo>
                    <a:pt x="577041" y="297442"/>
                    <a:pt x="574719" y="294851"/>
                    <a:pt x="573272" y="294549"/>
                  </a:cubicBezTo>
                  <a:cubicBezTo>
                    <a:pt x="571825" y="294246"/>
                    <a:pt x="570916" y="291925"/>
                    <a:pt x="570916" y="291925"/>
                  </a:cubicBezTo>
                  <a:lnTo>
                    <a:pt x="574719" y="288157"/>
                  </a:lnTo>
                  <a:lnTo>
                    <a:pt x="581787" y="284692"/>
                  </a:lnTo>
                  <a:lnTo>
                    <a:pt x="585724" y="283549"/>
                  </a:lnTo>
                  <a:cubicBezTo>
                    <a:pt x="585724" y="283549"/>
                    <a:pt x="586599" y="283549"/>
                    <a:pt x="589191" y="282102"/>
                  </a:cubicBezTo>
                  <a:cubicBezTo>
                    <a:pt x="591782" y="280655"/>
                    <a:pt x="595854" y="277460"/>
                    <a:pt x="595854" y="277460"/>
                  </a:cubicBezTo>
                  <a:lnTo>
                    <a:pt x="597604" y="273389"/>
                  </a:lnTo>
                  <a:lnTo>
                    <a:pt x="594407" y="270934"/>
                  </a:lnTo>
                  <a:lnTo>
                    <a:pt x="589763" y="269622"/>
                  </a:lnTo>
                  <a:lnTo>
                    <a:pt x="588316" y="269622"/>
                  </a:lnTo>
                  <a:cubicBezTo>
                    <a:pt x="588316" y="269622"/>
                    <a:pt x="587441" y="269050"/>
                    <a:pt x="588316" y="267301"/>
                  </a:cubicBezTo>
                  <a:cubicBezTo>
                    <a:pt x="589191" y="265551"/>
                    <a:pt x="590066" y="263836"/>
                    <a:pt x="590066" y="263836"/>
                  </a:cubicBezTo>
                  <a:lnTo>
                    <a:pt x="594138" y="260943"/>
                  </a:lnTo>
                  <a:lnTo>
                    <a:pt x="595282" y="260943"/>
                  </a:lnTo>
                  <a:lnTo>
                    <a:pt x="597604" y="257478"/>
                  </a:lnTo>
                  <a:lnTo>
                    <a:pt x="595854" y="253138"/>
                  </a:lnTo>
                  <a:lnTo>
                    <a:pt x="591513" y="249371"/>
                  </a:lnTo>
                  <a:lnTo>
                    <a:pt x="588046" y="245031"/>
                  </a:lnTo>
                  <a:lnTo>
                    <a:pt x="588619" y="240254"/>
                  </a:lnTo>
                  <a:lnTo>
                    <a:pt x="582224" y="236621"/>
                  </a:lnTo>
                  <a:lnTo>
                    <a:pt x="577883" y="236621"/>
                  </a:lnTo>
                  <a:lnTo>
                    <a:pt x="570882" y="238371"/>
                  </a:lnTo>
                  <a:lnTo>
                    <a:pt x="568325" y="238942"/>
                  </a:lnTo>
                  <a:lnTo>
                    <a:pt x="566003" y="242138"/>
                  </a:lnTo>
                  <a:lnTo>
                    <a:pt x="563681" y="244459"/>
                  </a:lnTo>
                  <a:lnTo>
                    <a:pt x="559777" y="245031"/>
                  </a:lnTo>
                  <a:lnTo>
                    <a:pt x="557892" y="242710"/>
                  </a:lnTo>
                  <a:lnTo>
                    <a:pt x="557892" y="240961"/>
                  </a:lnTo>
                  <a:lnTo>
                    <a:pt x="554998" y="241264"/>
                  </a:lnTo>
                  <a:lnTo>
                    <a:pt x="552103" y="242138"/>
                  </a:lnTo>
                  <a:lnTo>
                    <a:pt x="547459" y="245334"/>
                  </a:lnTo>
                  <a:lnTo>
                    <a:pt x="540796" y="247083"/>
                  </a:lnTo>
                  <a:lnTo>
                    <a:pt x="539045" y="247655"/>
                  </a:lnTo>
                  <a:lnTo>
                    <a:pt x="532685" y="248799"/>
                  </a:lnTo>
                  <a:lnTo>
                    <a:pt x="524843" y="250245"/>
                  </a:lnTo>
                  <a:lnTo>
                    <a:pt x="524843" y="246175"/>
                  </a:lnTo>
                  <a:lnTo>
                    <a:pt x="527435" y="243282"/>
                  </a:lnTo>
                  <a:cubicBezTo>
                    <a:pt x="527435" y="243282"/>
                    <a:pt x="529757" y="241835"/>
                    <a:pt x="530632" y="240692"/>
                  </a:cubicBezTo>
                  <a:cubicBezTo>
                    <a:pt x="531507" y="239548"/>
                    <a:pt x="534704" y="236621"/>
                    <a:pt x="534704" y="236621"/>
                  </a:cubicBezTo>
                  <a:lnTo>
                    <a:pt x="540796" y="231104"/>
                  </a:lnTo>
                  <a:lnTo>
                    <a:pt x="541940" y="228783"/>
                  </a:lnTo>
                  <a:lnTo>
                    <a:pt x="543690" y="226193"/>
                  </a:lnTo>
                  <a:cubicBezTo>
                    <a:pt x="543690" y="226193"/>
                    <a:pt x="544262" y="225049"/>
                    <a:pt x="545440" y="224746"/>
                  </a:cubicBezTo>
                  <a:cubicBezTo>
                    <a:pt x="546584" y="224444"/>
                    <a:pt x="550353" y="222997"/>
                    <a:pt x="550353" y="222997"/>
                  </a:cubicBezTo>
                  <a:lnTo>
                    <a:pt x="553248" y="221820"/>
                  </a:lnTo>
                  <a:cubicBezTo>
                    <a:pt x="553248" y="221820"/>
                    <a:pt x="554695" y="221517"/>
                    <a:pt x="554695" y="220373"/>
                  </a:cubicBezTo>
                  <a:cubicBezTo>
                    <a:pt x="554695" y="219230"/>
                    <a:pt x="554964" y="217480"/>
                    <a:pt x="554964" y="216303"/>
                  </a:cubicBezTo>
                  <a:cubicBezTo>
                    <a:pt x="554964" y="215159"/>
                    <a:pt x="555536" y="212838"/>
                    <a:pt x="556411" y="211963"/>
                  </a:cubicBezTo>
                  <a:cubicBezTo>
                    <a:pt x="557286" y="211089"/>
                    <a:pt x="558161" y="208499"/>
                    <a:pt x="559036" y="208499"/>
                  </a:cubicBezTo>
                  <a:cubicBezTo>
                    <a:pt x="559911" y="208499"/>
                    <a:pt x="559339" y="207052"/>
                    <a:pt x="561224" y="207052"/>
                  </a:cubicBezTo>
                  <a:cubicBezTo>
                    <a:pt x="563108" y="207052"/>
                    <a:pt x="565733" y="207052"/>
                    <a:pt x="565733" y="207052"/>
                  </a:cubicBezTo>
                  <a:cubicBezTo>
                    <a:pt x="565733" y="207052"/>
                    <a:pt x="567753" y="207927"/>
                    <a:pt x="568931" y="207052"/>
                  </a:cubicBezTo>
                  <a:cubicBezTo>
                    <a:pt x="570075" y="206177"/>
                    <a:pt x="572700" y="204731"/>
                    <a:pt x="573844" y="204428"/>
                  </a:cubicBezTo>
                  <a:cubicBezTo>
                    <a:pt x="574988" y="204125"/>
                    <a:pt x="574147" y="203553"/>
                    <a:pt x="576469" y="202982"/>
                  </a:cubicBezTo>
                  <a:cubicBezTo>
                    <a:pt x="578791" y="202410"/>
                    <a:pt x="579364" y="200963"/>
                    <a:pt x="580508" y="200661"/>
                  </a:cubicBezTo>
                  <a:cubicBezTo>
                    <a:pt x="581686" y="200358"/>
                    <a:pt x="584849" y="198642"/>
                    <a:pt x="585724" y="198339"/>
                  </a:cubicBezTo>
                  <a:cubicBezTo>
                    <a:pt x="586599" y="198037"/>
                    <a:pt x="587441" y="196018"/>
                    <a:pt x="587441" y="196018"/>
                  </a:cubicBezTo>
                  <a:cubicBezTo>
                    <a:pt x="587441" y="196018"/>
                    <a:pt x="588619" y="195144"/>
                    <a:pt x="588619" y="192822"/>
                  </a:cubicBezTo>
                  <a:cubicBezTo>
                    <a:pt x="588619" y="190501"/>
                    <a:pt x="588922" y="187036"/>
                    <a:pt x="588922" y="187036"/>
                  </a:cubicBezTo>
                  <a:lnTo>
                    <a:pt x="589224" y="181250"/>
                  </a:lnTo>
                  <a:lnTo>
                    <a:pt x="586902" y="178055"/>
                  </a:lnTo>
                  <a:lnTo>
                    <a:pt x="582561" y="172538"/>
                  </a:lnTo>
                  <a:cubicBezTo>
                    <a:pt x="582561" y="172538"/>
                    <a:pt x="580811" y="171663"/>
                    <a:pt x="579969" y="170519"/>
                  </a:cubicBezTo>
                  <a:cubicBezTo>
                    <a:pt x="579094" y="169376"/>
                    <a:pt x="577344" y="167324"/>
                    <a:pt x="577344" y="166180"/>
                  </a:cubicBezTo>
                  <a:cubicBezTo>
                    <a:pt x="577344" y="165036"/>
                    <a:pt x="575594" y="162109"/>
                    <a:pt x="575594" y="160966"/>
                  </a:cubicBezTo>
                  <a:cubicBezTo>
                    <a:pt x="575594" y="159822"/>
                    <a:pt x="575594" y="155751"/>
                    <a:pt x="575897" y="154877"/>
                  </a:cubicBezTo>
                  <a:cubicBezTo>
                    <a:pt x="576166" y="154002"/>
                    <a:pt x="577344" y="151681"/>
                    <a:pt x="576166" y="149966"/>
                  </a:cubicBezTo>
                  <a:cubicBezTo>
                    <a:pt x="575022" y="148216"/>
                    <a:pt x="574147" y="147375"/>
                    <a:pt x="573844" y="146501"/>
                  </a:cubicBezTo>
                  <a:cubicBezTo>
                    <a:pt x="573541" y="145626"/>
                    <a:pt x="574719" y="143910"/>
                    <a:pt x="575291" y="142733"/>
                  </a:cubicBezTo>
                  <a:cubicBezTo>
                    <a:pt x="575864" y="141589"/>
                    <a:pt x="574719" y="143305"/>
                    <a:pt x="575864" y="141589"/>
                  </a:cubicBezTo>
                  <a:cubicBezTo>
                    <a:pt x="577008" y="139840"/>
                    <a:pt x="577613" y="141018"/>
                    <a:pt x="577613" y="137822"/>
                  </a:cubicBezTo>
                  <a:cubicBezTo>
                    <a:pt x="577613" y="134626"/>
                    <a:pt x="576436" y="132305"/>
                    <a:pt x="575594" y="131464"/>
                  </a:cubicBezTo>
                  <a:cubicBezTo>
                    <a:pt x="574719" y="130589"/>
                    <a:pt x="573272" y="130589"/>
                    <a:pt x="574450" y="128268"/>
                  </a:cubicBezTo>
                  <a:cubicBezTo>
                    <a:pt x="575594" y="125947"/>
                    <a:pt x="577344" y="125947"/>
                    <a:pt x="577344" y="123626"/>
                  </a:cubicBezTo>
                  <a:cubicBezTo>
                    <a:pt x="577344" y="121305"/>
                    <a:pt x="579094" y="120430"/>
                    <a:pt x="579094" y="119286"/>
                  </a:cubicBezTo>
                  <a:cubicBezTo>
                    <a:pt x="579094" y="118142"/>
                    <a:pt x="578522" y="116090"/>
                    <a:pt x="577950" y="114947"/>
                  </a:cubicBezTo>
                  <a:cubicBezTo>
                    <a:pt x="577378" y="113769"/>
                    <a:pt x="577378" y="113769"/>
                    <a:pt x="577378" y="113769"/>
                  </a:cubicBezTo>
                  <a:cubicBezTo>
                    <a:pt x="577378" y="113769"/>
                    <a:pt x="573036" y="112895"/>
                    <a:pt x="572734" y="110002"/>
                  </a:cubicBezTo>
                  <a:cubicBezTo>
                    <a:pt x="572464" y="107109"/>
                    <a:pt x="571859" y="107983"/>
                    <a:pt x="571589" y="105359"/>
                  </a:cubicBezTo>
                  <a:cubicBezTo>
                    <a:pt x="571287" y="102736"/>
                    <a:pt x="570445" y="101592"/>
                    <a:pt x="570714" y="98699"/>
                  </a:cubicBezTo>
                  <a:cubicBezTo>
                    <a:pt x="571017" y="95806"/>
                    <a:pt x="572464" y="96378"/>
                    <a:pt x="572161" y="93485"/>
                  </a:cubicBezTo>
                  <a:cubicBezTo>
                    <a:pt x="571926" y="91197"/>
                    <a:pt x="571522" y="88775"/>
                    <a:pt x="571354" y="87833"/>
                  </a:cubicBezTo>
                  <a:lnTo>
                    <a:pt x="571354" y="87833"/>
                  </a:lnTo>
                  <a:lnTo>
                    <a:pt x="568594" y="87530"/>
                  </a:lnTo>
                  <a:lnTo>
                    <a:pt x="567517" y="88842"/>
                  </a:lnTo>
                  <a:lnTo>
                    <a:pt x="564690" y="88842"/>
                  </a:lnTo>
                  <a:lnTo>
                    <a:pt x="562738" y="90154"/>
                  </a:lnTo>
                  <a:cubicBezTo>
                    <a:pt x="562738" y="90154"/>
                    <a:pt x="561325" y="92206"/>
                    <a:pt x="560887" y="92980"/>
                  </a:cubicBezTo>
                  <a:cubicBezTo>
                    <a:pt x="560450" y="93754"/>
                    <a:pt x="559474" y="94931"/>
                    <a:pt x="559474" y="94931"/>
                  </a:cubicBezTo>
                  <a:lnTo>
                    <a:pt x="558969" y="97656"/>
                  </a:lnTo>
                  <a:cubicBezTo>
                    <a:pt x="558969" y="97656"/>
                    <a:pt x="559036" y="99506"/>
                    <a:pt x="558935" y="100044"/>
                  </a:cubicBezTo>
                  <a:cubicBezTo>
                    <a:pt x="558834" y="100583"/>
                    <a:pt x="559036" y="101121"/>
                    <a:pt x="558935" y="101794"/>
                  </a:cubicBezTo>
                  <a:cubicBezTo>
                    <a:pt x="558834" y="102433"/>
                    <a:pt x="558935" y="103543"/>
                    <a:pt x="558935" y="103543"/>
                  </a:cubicBezTo>
                  <a:cubicBezTo>
                    <a:pt x="558935" y="103543"/>
                    <a:pt x="558060" y="106032"/>
                    <a:pt x="558060" y="106369"/>
                  </a:cubicBezTo>
                  <a:cubicBezTo>
                    <a:pt x="558060" y="106705"/>
                    <a:pt x="557286" y="107681"/>
                    <a:pt x="557286" y="107681"/>
                  </a:cubicBezTo>
                  <a:cubicBezTo>
                    <a:pt x="557286" y="107681"/>
                    <a:pt x="556411" y="109093"/>
                    <a:pt x="556209" y="109430"/>
                  </a:cubicBezTo>
                  <a:cubicBezTo>
                    <a:pt x="556007" y="109766"/>
                    <a:pt x="555031" y="111919"/>
                    <a:pt x="555031" y="111919"/>
                  </a:cubicBezTo>
                  <a:cubicBezTo>
                    <a:pt x="555031" y="111919"/>
                    <a:pt x="555132" y="113433"/>
                    <a:pt x="554998" y="113870"/>
                  </a:cubicBezTo>
                  <a:cubicBezTo>
                    <a:pt x="554897" y="114308"/>
                    <a:pt x="555099" y="116494"/>
                    <a:pt x="554998" y="116898"/>
                  </a:cubicBezTo>
                  <a:cubicBezTo>
                    <a:pt x="554897" y="117335"/>
                    <a:pt x="554123" y="118412"/>
                    <a:pt x="553921" y="118748"/>
                  </a:cubicBezTo>
                  <a:cubicBezTo>
                    <a:pt x="553685" y="119084"/>
                    <a:pt x="552844" y="119084"/>
                    <a:pt x="552406" y="119084"/>
                  </a:cubicBezTo>
                  <a:cubicBezTo>
                    <a:pt x="551969" y="119084"/>
                    <a:pt x="550454" y="118983"/>
                    <a:pt x="550454" y="118983"/>
                  </a:cubicBezTo>
                  <a:lnTo>
                    <a:pt x="548166" y="117772"/>
                  </a:lnTo>
                  <a:lnTo>
                    <a:pt x="546651" y="117436"/>
                  </a:lnTo>
                  <a:lnTo>
                    <a:pt x="544901" y="120161"/>
                  </a:lnTo>
                  <a:lnTo>
                    <a:pt x="540762" y="120161"/>
                  </a:lnTo>
                  <a:lnTo>
                    <a:pt x="538036" y="119724"/>
                  </a:lnTo>
                  <a:lnTo>
                    <a:pt x="533930" y="116696"/>
                  </a:lnTo>
                  <a:lnTo>
                    <a:pt x="530766" y="112895"/>
                  </a:lnTo>
                  <a:lnTo>
                    <a:pt x="528141" y="111482"/>
                  </a:lnTo>
                  <a:cubicBezTo>
                    <a:pt x="528141" y="111482"/>
                    <a:pt x="527367" y="112020"/>
                    <a:pt x="527064" y="112121"/>
                  </a:cubicBezTo>
                  <a:cubicBezTo>
                    <a:pt x="526728" y="112222"/>
                    <a:pt x="526425" y="113332"/>
                    <a:pt x="525987" y="114308"/>
                  </a:cubicBezTo>
                  <a:cubicBezTo>
                    <a:pt x="525550" y="115283"/>
                    <a:pt x="524237" y="115720"/>
                    <a:pt x="522958" y="116360"/>
                  </a:cubicBezTo>
                  <a:cubicBezTo>
                    <a:pt x="521646" y="116999"/>
                    <a:pt x="521007" y="116158"/>
                    <a:pt x="521242" y="115821"/>
                  </a:cubicBezTo>
                  <a:cubicBezTo>
                    <a:pt x="521478" y="115485"/>
                    <a:pt x="519694" y="114072"/>
                    <a:pt x="519694" y="114072"/>
                  </a:cubicBezTo>
                  <a:lnTo>
                    <a:pt x="519694" y="110170"/>
                  </a:lnTo>
                  <a:cubicBezTo>
                    <a:pt x="519694" y="110170"/>
                    <a:pt x="520569" y="107344"/>
                    <a:pt x="520805" y="106907"/>
                  </a:cubicBezTo>
                  <a:cubicBezTo>
                    <a:pt x="521040" y="106470"/>
                    <a:pt x="521107" y="104418"/>
                    <a:pt x="521208" y="103307"/>
                  </a:cubicBezTo>
                  <a:cubicBezTo>
                    <a:pt x="521309" y="102231"/>
                    <a:pt x="521107" y="100482"/>
                    <a:pt x="521107" y="100482"/>
                  </a:cubicBezTo>
                  <a:cubicBezTo>
                    <a:pt x="521107" y="100482"/>
                    <a:pt x="521309" y="95907"/>
                    <a:pt x="521107" y="95267"/>
                  </a:cubicBezTo>
                  <a:cubicBezTo>
                    <a:pt x="520872" y="94628"/>
                    <a:pt x="521107" y="93216"/>
                    <a:pt x="521107" y="93216"/>
                  </a:cubicBezTo>
                  <a:lnTo>
                    <a:pt x="520434" y="91164"/>
                  </a:lnTo>
                  <a:lnTo>
                    <a:pt x="519122" y="88977"/>
                  </a:lnTo>
                  <a:lnTo>
                    <a:pt x="516497" y="86689"/>
                  </a:lnTo>
                  <a:lnTo>
                    <a:pt x="514208" y="87329"/>
                  </a:lnTo>
                  <a:cubicBezTo>
                    <a:pt x="514208" y="87329"/>
                    <a:pt x="512694" y="88102"/>
                    <a:pt x="512357" y="88102"/>
                  </a:cubicBezTo>
                  <a:cubicBezTo>
                    <a:pt x="512021" y="88102"/>
                    <a:pt x="510304" y="88977"/>
                    <a:pt x="510304" y="88977"/>
                  </a:cubicBezTo>
                  <a:lnTo>
                    <a:pt x="509968" y="89616"/>
                  </a:lnTo>
                  <a:cubicBezTo>
                    <a:pt x="509968" y="89616"/>
                    <a:pt x="509968" y="91668"/>
                    <a:pt x="510069" y="92005"/>
                  </a:cubicBezTo>
                  <a:cubicBezTo>
                    <a:pt x="510170" y="92341"/>
                    <a:pt x="510607" y="93417"/>
                    <a:pt x="510977" y="93855"/>
                  </a:cubicBezTo>
                  <a:cubicBezTo>
                    <a:pt x="511348" y="94292"/>
                    <a:pt x="510809" y="94729"/>
                    <a:pt x="510944" y="95066"/>
                  </a:cubicBezTo>
                  <a:cubicBezTo>
                    <a:pt x="511045" y="95402"/>
                    <a:pt x="510944" y="98430"/>
                    <a:pt x="510944" y="98430"/>
                  </a:cubicBezTo>
                  <a:lnTo>
                    <a:pt x="510944" y="100482"/>
                  </a:lnTo>
                  <a:cubicBezTo>
                    <a:pt x="510944" y="100482"/>
                    <a:pt x="510069" y="101895"/>
                    <a:pt x="509631" y="101895"/>
                  </a:cubicBezTo>
                  <a:cubicBezTo>
                    <a:pt x="509194" y="101895"/>
                    <a:pt x="504852" y="101457"/>
                    <a:pt x="504415" y="101356"/>
                  </a:cubicBezTo>
                  <a:cubicBezTo>
                    <a:pt x="503977" y="101255"/>
                    <a:pt x="502025" y="98295"/>
                    <a:pt x="502025" y="98295"/>
                  </a:cubicBezTo>
                  <a:lnTo>
                    <a:pt x="502362" y="92846"/>
                  </a:lnTo>
                  <a:lnTo>
                    <a:pt x="502025" y="89482"/>
                  </a:lnTo>
                  <a:lnTo>
                    <a:pt x="502799" y="85781"/>
                  </a:lnTo>
                  <a:lnTo>
                    <a:pt x="503641" y="81374"/>
                  </a:lnTo>
                  <a:lnTo>
                    <a:pt x="504583" y="79928"/>
                  </a:lnTo>
                  <a:cubicBezTo>
                    <a:pt x="504583" y="79928"/>
                    <a:pt x="505593" y="78111"/>
                    <a:pt x="505895" y="78044"/>
                  </a:cubicBezTo>
                  <a:cubicBezTo>
                    <a:pt x="506198" y="77977"/>
                    <a:pt x="507713" y="77169"/>
                    <a:pt x="507780" y="76968"/>
                  </a:cubicBezTo>
                  <a:cubicBezTo>
                    <a:pt x="507848" y="76766"/>
                    <a:pt x="509160" y="75084"/>
                    <a:pt x="509530" y="74781"/>
                  </a:cubicBezTo>
                  <a:cubicBezTo>
                    <a:pt x="509900" y="74478"/>
                    <a:pt x="510271" y="73469"/>
                    <a:pt x="510271" y="73469"/>
                  </a:cubicBezTo>
                  <a:lnTo>
                    <a:pt x="510977" y="68827"/>
                  </a:lnTo>
                  <a:lnTo>
                    <a:pt x="510977" y="65496"/>
                  </a:lnTo>
                  <a:lnTo>
                    <a:pt x="510775" y="63175"/>
                  </a:lnTo>
                  <a:cubicBezTo>
                    <a:pt x="510775" y="63175"/>
                    <a:pt x="507747" y="60585"/>
                    <a:pt x="507511" y="60417"/>
                  </a:cubicBezTo>
                  <a:cubicBezTo>
                    <a:pt x="507309" y="60282"/>
                    <a:pt x="505424" y="59475"/>
                    <a:pt x="504549" y="59408"/>
                  </a:cubicBezTo>
                  <a:cubicBezTo>
                    <a:pt x="503674" y="59340"/>
                    <a:pt x="501924" y="59038"/>
                    <a:pt x="501924" y="59038"/>
                  </a:cubicBezTo>
                  <a:cubicBezTo>
                    <a:pt x="501924" y="59038"/>
                    <a:pt x="500477" y="60551"/>
                    <a:pt x="500107" y="61056"/>
                  </a:cubicBezTo>
                  <a:cubicBezTo>
                    <a:pt x="499737" y="61560"/>
                    <a:pt x="499097" y="62570"/>
                    <a:pt x="498929" y="63579"/>
                  </a:cubicBezTo>
                  <a:cubicBezTo>
                    <a:pt x="498794" y="64588"/>
                    <a:pt x="498559" y="65093"/>
                    <a:pt x="498559" y="65530"/>
                  </a:cubicBezTo>
                  <a:cubicBezTo>
                    <a:pt x="498559" y="65967"/>
                    <a:pt x="498626" y="66977"/>
                    <a:pt x="498559" y="67212"/>
                  </a:cubicBezTo>
                  <a:cubicBezTo>
                    <a:pt x="498492" y="67414"/>
                    <a:pt x="497919" y="69163"/>
                    <a:pt x="497549" y="69903"/>
                  </a:cubicBezTo>
                  <a:cubicBezTo>
                    <a:pt x="497179" y="70643"/>
                    <a:pt x="496977" y="71484"/>
                    <a:pt x="496742" y="71652"/>
                  </a:cubicBezTo>
                  <a:cubicBezTo>
                    <a:pt x="496506" y="71787"/>
                    <a:pt x="495866" y="73974"/>
                    <a:pt x="495362" y="73974"/>
                  </a:cubicBezTo>
                  <a:cubicBezTo>
                    <a:pt x="494857" y="73974"/>
                    <a:pt x="491727" y="73604"/>
                    <a:pt x="491727" y="73604"/>
                  </a:cubicBezTo>
                  <a:lnTo>
                    <a:pt x="487655" y="70778"/>
                  </a:lnTo>
                  <a:lnTo>
                    <a:pt x="483583" y="66775"/>
                  </a:lnTo>
                  <a:lnTo>
                    <a:pt x="479881" y="63142"/>
                  </a:lnTo>
                  <a:lnTo>
                    <a:pt x="478736" y="59811"/>
                  </a:lnTo>
                  <a:lnTo>
                    <a:pt x="479376" y="57356"/>
                  </a:lnTo>
                  <a:lnTo>
                    <a:pt x="481563" y="55270"/>
                  </a:lnTo>
                  <a:lnTo>
                    <a:pt x="483583" y="53016"/>
                  </a:lnTo>
                  <a:lnTo>
                    <a:pt x="482640" y="49753"/>
                  </a:lnTo>
                  <a:lnTo>
                    <a:pt x="481261" y="47869"/>
                  </a:lnTo>
                  <a:lnTo>
                    <a:pt x="478635" y="43025"/>
                  </a:lnTo>
                  <a:cubicBezTo>
                    <a:pt x="478635" y="43025"/>
                    <a:pt x="477256" y="39123"/>
                    <a:pt x="477256" y="38820"/>
                  </a:cubicBezTo>
                  <a:cubicBezTo>
                    <a:pt x="477256" y="38517"/>
                    <a:pt x="477828" y="37811"/>
                    <a:pt x="478332" y="37643"/>
                  </a:cubicBezTo>
                  <a:cubicBezTo>
                    <a:pt x="478837" y="37508"/>
                    <a:pt x="479578" y="35759"/>
                    <a:pt x="479578" y="35759"/>
                  </a:cubicBezTo>
                  <a:cubicBezTo>
                    <a:pt x="479578" y="35759"/>
                    <a:pt x="479578" y="33505"/>
                    <a:pt x="479578" y="33303"/>
                  </a:cubicBezTo>
                  <a:cubicBezTo>
                    <a:pt x="479578" y="33101"/>
                    <a:pt x="479409" y="30478"/>
                    <a:pt x="479409" y="30175"/>
                  </a:cubicBezTo>
                  <a:cubicBezTo>
                    <a:pt x="479409" y="29872"/>
                    <a:pt x="477626" y="25768"/>
                    <a:pt x="477626" y="25533"/>
                  </a:cubicBezTo>
                  <a:cubicBezTo>
                    <a:pt x="477626" y="25331"/>
                    <a:pt x="477693" y="23649"/>
                    <a:pt x="477626" y="23279"/>
                  </a:cubicBezTo>
                  <a:cubicBezTo>
                    <a:pt x="477558" y="22909"/>
                    <a:pt x="477188" y="20756"/>
                    <a:pt x="477188" y="20453"/>
                  </a:cubicBezTo>
                  <a:cubicBezTo>
                    <a:pt x="477188" y="20150"/>
                    <a:pt x="475741" y="18132"/>
                    <a:pt x="475741" y="18132"/>
                  </a:cubicBezTo>
                  <a:cubicBezTo>
                    <a:pt x="475741" y="18132"/>
                    <a:pt x="474294" y="16820"/>
                    <a:pt x="473991" y="16820"/>
                  </a:cubicBezTo>
                  <a:cubicBezTo>
                    <a:pt x="473688" y="16820"/>
                    <a:pt x="472308" y="16753"/>
                    <a:pt x="472039" y="16753"/>
                  </a:cubicBezTo>
                  <a:cubicBezTo>
                    <a:pt x="471736" y="16753"/>
                    <a:pt x="470592" y="17762"/>
                    <a:pt x="469784" y="18132"/>
                  </a:cubicBezTo>
                  <a:cubicBezTo>
                    <a:pt x="468977" y="18502"/>
                    <a:pt x="467967" y="19376"/>
                    <a:pt x="467529" y="19444"/>
                  </a:cubicBezTo>
                  <a:cubicBezTo>
                    <a:pt x="467092" y="19511"/>
                    <a:pt x="465140" y="19242"/>
                    <a:pt x="464198" y="19242"/>
                  </a:cubicBezTo>
                  <a:cubicBezTo>
                    <a:pt x="463255" y="19242"/>
                    <a:pt x="462010" y="18939"/>
                    <a:pt x="461741" y="18872"/>
                  </a:cubicBezTo>
                  <a:cubicBezTo>
                    <a:pt x="461438" y="18805"/>
                    <a:pt x="458914" y="17728"/>
                    <a:pt x="458409" y="17627"/>
                  </a:cubicBezTo>
                  <a:cubicBezTo>
                    <a:pt x="457904" y="17560"/>
                    <a:pt x="455885" y="16618"/>
                    <a:pt x="455649" y="16618"/>
                  </a:cubicBezTo>
                  <a:cubicBezTo>
                    <a:pt x="455447" y="16618"/>
                    <a:pt x="452890" y="16685"/>
                    <a:pt x="452553" y="16753"/>
                  </a:cubicBezTo>
                  <a:cubicBezTo>
                    <a:pt x="452183" y="16820"/>
                    <a:pt x="450601" y="17997"/>
                    <a:pt x="450096" y="18334"/>
                  </a:cubicBezTo>
                  <a:cubicBezTo>
                    <a:pt x="449591" y="18704"/>
                    <a:pt x="448144" y="20352"/>
                    <a:pt x="448144" y="20352"/>
                  </a:cubicBezTo>
                  <a:lnTo>
                    <a:pt x="445822" y="21597"/>
                  </a:lnTo>
                  <a:lnTo>
                    <a:pt x="440740" y="21967"/>
                  </a:lnTo>
                  <a:cubicBezTo>
                    <a:pt x="440740" y="21967"/>
                    <a:pt x="439529" y="23581"/>
                    <a:pt x="438822" y="24019"/>
                  </a:cubicBezTo>
                  <a:cubicBezTo>
                    <a:pt x="438115" y="24456"/>
                    <a:pt x="437240" y="24725"/>
                    <a:pt x="437038" y="24826"/>
                  </a:cubicBezTo>
                  <a:cubicBezTo>
                    <a:pt x="436803" y="24927"/>
                    <a:pt x="436163" y="26037"/>
                    <a:pt x="435995" y="26609"/>
                  </a:cubicBezTo>
                  <a:cubicBezTo>
                    <a:pt x="435827" y="27215"/>
                    <a:pt x="434144" y="28123"/>
                    <a:pt x="433505" y="28392"/>
                  </a:cubicBezTo>
                  <a:cubicBezTo>
                    <a:pt x="432865" y="28661"/>
                    <a:pt x="432192" y="28493"/>
                    <a:pt x="432192" y="28493"/>
                  </a:cubicBezTo>
                  <a:lnTo>
                    <a:pt x="429365" y="27786"/>
                  </a:lnTo>
                  <a:lnTo>
                    <a:pt x="428221" y="27618"/>
                  </a:lnTo>
                  <a:lnTo>
                    <a:pt x="426706" y="25869"/>
                  </a:lnTo>
                  <a:lnTo>
                    <a:pt x="426000" y="24288"/>
                  </a:lnTo>
                  <a:lnTo>
                    <a:pt x="425360" y="22370"/>
                  </a:lnTo>
                  <a:lnTo>
                    <a:pt x="425024" y="20789"/>
                  </a:lnTo>
                  <a:lnTo>
                    <a:pt x="425663" y="18233"/>
                  </a:lnTo>
                  <a:lnTo>
                    <a:pt x="425663" y="17459"/>
                  </a:lnTo>
                  <a:cubicBezTo>
                    <a:pt x="425663" y="17459"/>
                    <a:pt x="425899" y="15945"/>
                    <a:pt x="425899" y="15777"/>
                  </a:cubicBezTo>
                  <a:cubicBezTo>
                    <a:pt x="425899" y="15609"/>
                    <a:pt x="426235" y="14162"/>
                    <a:pt x="426235" y="13927"/>
                  </a:cubicBezTo>
                  <a:cubicBezTo>
                    <a:pt x="426235" y="13691"/>
                    <a:pt x="425663" y="11269"/>
                    <a:pt x="425663" y="11269"/>
                  </a:cubicBezTo>
                  <a:lnTo>
                    <a:pt x="425663" y="8982"/>
                  </a:lnTo>
                  <a:lnTo>
                    <a:pt x="424990" y="6963"/>
                  </a:lnTo>
                  <a:lnTo>
                    <a:pt x="424317" y="4844"/>
                  </a:lnTo>
                  <a:cubicBezTo>
                    <a:pt x="424317" y="4844"/>
                    <a:pt x="423173" y="3869"/>
                    <a:pt x="422971" y="3768"/>
                  </a:cubicBezTo>
                  <a:cubicBezTo>
                    <a:pt x="422735" y="3667"/>
                    <a:pt x="420918" y="3061"/>
                    <a:pt x="420918" y="3061"/>
                  </a:cubicBezTo>
                  <a:cubicBezTo>
                    <a:pt x="420918" y="3061"/>
                    <a:pt x="418528" y="3128"/>
                    <a:pt x="418360" y="3162"/>
                  </a:cubicBezTo>
                  <a:cubicBezTo>
                    <a:pt x="418192" y="3229"/>
                    <a:pt x="417048" y="3667"/>
                    <a:pt x="417048" y="3667"/>
                  </a:cubicBezTo>
                  <a:lnTo>
                    <a:pt x="415264" y="5147"/>
                  </a:lnTo>
                  <a:lnTo>
                    <a:pt x="413110" y="6795"/>
                  </a:lnTo>
                  <a:cubicBezTo>
                    <a:pt x="413110" y="6795"/>
                    <a:pt x="409610" y="5921"/>
                    <a:pt x="407456" y="5214"/>
                  </a:cubicBezTo>
                  <a:cubicBezTo>
                    <a:pt x="405268" y="4508"/>
                    <a:pt x="405437" y="4205"/>
                    <a:pt x="405134" y="3768"/>
                  </a:cubicBezTo>
                  <a:cubicBezTo>
                    <a:pt x="404831" y="3330"/>
                    <a:pt x="404259" y="2893"/>
                    <a:pt x="403821" y="2758"/>
                  </a:cubicBezTo>
                  <a:cubicBezTo>
                    <a:pt x="403384" y="2624"/>
                    <a:pt x="400927" y="875"/>
                    <a:pt x="400927" y="875"/>
                  </a:cubicBezTo>
                  <a:lnTo>
                    <a:pt x="398739" y="0"/>
                  </a:lnTo>
                  <a:lnTo>
                    <a:pt x="396821" y="0"/>
                  </a:lnTo>
                  <a:lnTo>
                    <a:pt x="394364" y="1884"/>
                  </a:lnTo>
                  <a:lnTo>
                    <a:pt x="392782" y="4642"/>
                  </a:lnTo>
                  <a:lnTo>
                    <a:pt x="389148" y="7670"/>
                  </a:lnTo>
                  <a:lnTo>
                    <a:pt x="386691" y="8679"/>
                  </a:lnTo>
                  <a:lnTo>
                    <a:pt x="386119" y="11303"/>
                  </a:lnTo>
                  <a:cubicBezTo>
                    <a:pt x="386119" y="11303"/>
                    <a:pt x="385244" y="15643"/>
                    <a:pt x="385244" y="16080"/>
                  </a:cubicBezTo>
                  <a:cubicBezTo>
                    <a:pt x="385244" y="16517"/>
                    <a:pt x="385816" y="19982"/>
                    <a:pt x="385816" y="19982"/>
                  </a:cubicBezTo>
                  <a:lnTo>
                    <a:pt x="385816" y="21866"/>
                  </a:lnTo>
                  <a:lnTo>
                    <a:pt x="387196" y="24456"/>
                  </a:lnTo>
                  <a:lnTo>
                    <a:pt x="391033" y="25331"/>
                  </a:lnTo>
                  <a:lnTo>
                    <a:pt x="392782" y="28661"/>
                  </a:lnTo>
                  <a:lnTo>
                    <a:pt x="392782" y="32126"/>
                  </a:lnTo>
                  <a:lnTo>
                    <a:pt x="392782" y="34312"/>
                  </a:lnTo>
                  <a:lnTo>
                    <a:pt x="391706" y="36499"/>
                  </a:lnTo>
                  <a:cubicBezTo>
                    <a:pt x="391706" y="36499"/>
                    <a:pt x="390023" y="38383"/>
                    <a:pt x="389585" y="38517"/>
                  </a:cubicBezTo>
                  <a:cubicBezTo>
                    <a:pt x="389148" y="38652"/>
                    <a:pt x="387701" y="39829"/>
                    <a:pt x="387129" y="39829"/>
                  </a:cubicBezTo>
                  <a:cubicBezTo>
                    <a:pt x="386556" y="39829"/>
                    <a:pt x="384672" y="40704"/>
                    <a:pt x="384672" y="40704"/>
                  </a:cubicBezTo>
                  <a:cubicBezTo>
                    <a:pt x="384672" y="40704"/>
                    <a:pt x="382787" y="41713"/>
                    <a:pt x="382215" y="41713"/>
                  </a:cubicBezTo>
                  <a:cubicBezTo>
                    <a:pt x="381643" y="41713"/>
                    <a:pt x="380465" y="43160"/>
                    <a:pt x="380465" y="43160"/>
                  </a:cubicBezTo>
                  <a:cubicBezTo>
                    <a:pt x="380465" y="43160"/>
                    <a:pt x="379758" y="44472"/>
                    <a:pt x="379152" y="44741"/>
                  </a:cubicBezTo>
                  <a:cubicBezTo>
                    <a:pt x="378580" y="45044"/>
                    <a:pt x="377571" y="47197"/>
                    <a:pt x="377133" y="47634"/>
                  </a:cubicBezTo>
                  <a:cubicBezTo>
                    <a:pt x="376696" y="48071"/>
                    <a:pt x="376123" y="49518"/>
                    <a:pt x="375551" y="49652"/>
                  </a:cubicBezTo>
                  <a:cubicBezTo>
                    <a:pt x="374979" y="49787"/>
                    <a:pt x="373229" y="49787"/>
                    <a:pt x="373229" y="49787"/>
                  </a:cubicBezTo>
                  <a:lnTo>
                    <a:pt x="371917" y="49349"/>
                  </a:lnTo>
                  <a:cubicBezTo>
                    <a:pt x="371917" y="49349"/>
                    <a:pt x="371210" y="45716"/>
                    <a:pt x="370469" y="45279"/>
                  </a:cubicBezTo>
                  <a:cubicBezTo>
                    <a:pt x="369763" y="44842"/>
                    <a:pt x="370772" y="42521"/>
                    <a:pt x="370469" y="41949"/>
                  </a:cubicBezTo>
                  <a:cubicBezTo>
                    <a:pt x="370200" y="41377"/>
                    <a:pt x="367272" y="37172"/>
                    <a:pt x="367272" y="37172"/>
                  </a:cubicBezTo>
                  <a:lnTo>
                    <a:pt x="362359" y="36432"/>
                  </a:lnTo>
                  <a:lnTo>
                    <a:pt x="357580" y="36432"/>
                  </a:lnTo>
                  <a:lnTo>
                    <a:pt x="353810" y="37676"/>
                  </a:lnTo>
                  <a:cubicBezTo>
                    <a:pt x="353810" y="37676"/>
                    <a:pt x="350109" y="38854"/>
                    <a:pt x="349402" y="39056"/>
                  </a:cubicBezTo>
                  <a:cubicBezTo>
                    <a:pt x="348661" y="39258"/>
                    <a:pt x="348392" y="39493"/>
                    <a:pt x="348392" y="39493"/>
                  </a:cubicBezTo>
                  <a:cubicBezTo>
                    <a:pt x="348392" y="39493"/>
                    <a:pt x="347753" y="40805"/>
                    <a:pt x="347753" y="41074"/>
                  </a:cubicBezTo>
                  <a:cubicBezTo>
                    <a:pt x="347753" y="41343"/>
                    <a:pt x="347181" y="42655"/>
                    <a:pt x="347181" y="43597"/>
                  </a:cubicBezTo>
                  <a:cubicBezTo>
                    <a:pt x="347181" y="44539"/>
                    <a:pt x="346541" y="46557"/>
                    <a:pt x="346306" y="46793"/>
                  </a:cubicBezTo>
                  <a:cubicBezTo>
                    <a:pt x="346104" y="47028"/>
                    <a:pt x="344926" y="48407"/>
                    <a:pt x="344926" y="48407"/>
                  </a:cubicBezTo>
                  <a:lnTo>
                    <a:pt x="343277" y="47533"/>
                  </a:lnTo>
                  <a:lnTo>
                    <a:pt x="339642" y="45851"/>
                  </a:lnTo>
                  <a:cubicBezTo>
                    <a:pt x="339642" y="45851"/>
                    <a:pt x="337959" y="45414"/>
                    <a:pt x="337690" y="45414"/>
                  </a:cubicBezTo>
                  <a:cubicBezTo>
                    <a:pt x="337387" y="45414"/>
                    <a:pt x="335940" y="45986"/>
                    <a:pt x="335940" y="45986"/>
                  </a:cubicBezTo>
                  <a:cubicBezTo>
                    <a:pt x="335940" y="45986"/>
                    <a:pt x="334055" y="47230"/>
                    <a:pt x="333853" y="47230"/>
                  </a:cubicBezTo>
                  <a:cubicBezTo>
                    <a:pt x="333618" y="47230"/>
                    <a:pt x="331397" y="48609"/>
                    <a:pt x="330387" y="49417"/>
                  </a:cubicBezTo>
                  <a:cubicBezTo>
                    <a:pt x="329377" y="50224"/>
                    <a:pt x="327493" y="51940"/>
                    <a:pt x="327796" y="53117"/>
                  </a:cubicBezTo>
                  <a:cubicBezTo>
                    <a:pt x="328098" y="54261"/>
                    <a:pt x="328671" y="54261"/>
                    <a:pt x="329512" y="55068"/>
                  </a:cubicBezTo>
                  <a:cubicBezTo>
                    <a:pt x="330387" y="55876"/>
                    <a:pt x="330589" y="56380"/>
                    <a:pt x="333147" y="58903"/>
                  </a:cubicBezTo>
                  <a:cubicBezTo>
                    <a:pt x="335671" y="61426"/>
                    <a:pt x="333719" y="60047"/>
                    <a:pt x="333954" y="61729"/>
                  </a:cubicBezTo>
                  <a:cubicBezTo>
                    <a:pt x="334156" y="63377"/>
                    <a:pt x="333954" y="63814"/>
                    <a:pt x="333584" y="65059"/>
                  </a:cubicBezTo>
                  <a:cubicBezTo>
                    <a:pt x="333214" y="66270"/>
                    <a:pt x="332642" y="66136"/>
                    <a:pt x="332204" y="66741"/>
                  </a:cubicBezTo>
                  <a:cubicBezTo>
                    <a:pt x="331767" y="67313"/>
                    <a:pt x="330623" y="68995"/>
                    <a:pt x="330050" y="69264"/>
                  </a:cubicBezTo>
                  <a:cubicBezTo>
                    <a:pt x="329478" y="69567"/>
                    <a:pt x="327358" y="69264"/>
                    <a:pt x="326853" y="69062"/>
                  </a:cubicBezTo>
                  <a:cubicBezTo>
                    <a:pt x="326348" y="68827"/>
                    <a:pt x="324666" y="67683"/>
                    <a:pt x="324094" y="67178"/>
                  </a:cubicBezTo>
                  <a:cubicBezTo>
                    <a:pt x="323521" y="66674"/>
                    <a:pt x="322209" y="66236"/>
                    <a:pt x="322209" y="66236"/>
                  </a:cubicBezTo>
                  <a:cubicBezTo>
                    <a:pt x="322209" y="66236"/>
                    <a:pt x="321065" y="65530"/>
                    <a:pt x="320829" y="65597"/>
                  </a:cubicBezTo>
                  <a:cubicBezTo>
                    <a:pt x="320627" y="65665"/>
                    <a:pt x="319887" y="66539"/>
                    <a:pt x="319887" y="66539"/>
                  </a:cubicBezTo>
                  <a:cubicBezTo>
                    <a:pt x="319887" y="66539"/>
                    <a:pt x="320257" y="68558"/>
                    <a:pt x="320391" y="68793"/>
                  </a:cubicBezTo>
                  <a:cubicBezTo>
                    <a:pt x="320526" y="69029"/>
                    <a:pt x="320694" y="70744"/>
                    <a:pt x="320694" y="70744"/>
                  </a:cubicBezTo>
                  <a:lnTo>
                    <a:pt x="321805" y="72998"/>
                  </a:lnTo>
                  <a:cubicBezTo>
                    <a:pt x="321805" y="72998"/>
                    <a:pt x="321906" y="74579"/>
                    <a:pt x="321704" y="75387"/>
                  </a:cubicBezTo>
                  <a:cubicBezTo>
                    <a:pt x="321502" y="76194"/>
                    <a:pt x="321973" y="76026"/>
                    <a:pt x="321704" y="77203"/>
                  </a:cubicBezTo>
                  <a:cubicBezTo>
                    <a:pt x="321435" y="78347"/>
                    <a:pt x="321401" y="78279"/>
                    <a:pt x="321603" y="79154"/>
                  </a:cubicBezTo>
                  <a:cubicBezTo>
                    <a:pt x="321839" y="80029"/>
                    <a:pt x="321603" y="80533"/>
                    <a:pt x="321603" y="80971"/>
                  </a:cubicBezTo>
                  <a:cubicBezTo>
                    <a:pt x="321603" y="81408"/>
                    <a:pt x="320526" y="82854"/>
                    <a:pt x="320291" y="83729"/>
                  </a:cubicBezTo>
                  <a:cubicBezTo>
                    <a:pt x="320089" y="84604"/>
                    <a:pt x="319214" y="84671"/>
                    <a:pt x="318642" y="85478"/>
                  </a:cubicBezTo>
                  <a:cubicBezTo>
                    <a:pt x="318069" y="86286"/>
                    <a:pt x="316824" y="84839"/>
                    <a:pt x="316622" y="84604"/>
                  </a:cubicBezTo>
                  <a:cubicBezTo>
                    <a:pt x="316387" y="84368"/>
                    <a:pt x="316050" y="83292"/>
                    <a:pt x="316050" y="83292"/>
                  </a:cubicBezTo>
                  <a:lnTo>
                    <a:pt x="314603" y="79659"/>
                  </a:lnTo>
                  <a:lnTo>
                    <a:pt x="314031" y="79087"/>
                  </a:lnTo>
                  <a:cubicBezTo>
                    <a:pt x="314031" y="79087"/>
                    <a:pt x="311709" y="78717"/>
                    <a:pt x="310766" y="78649"/>
                  </a:cubicBezTo>
                  <a:cubicBezTo>
                    <a:pt x="309824" y="78582"/>
                    <a:pt x="308512" y="78448"/>
                    <a:pt x="307939" y="78448"/>
                  </a:cubicBezTo>
                  <a:cubicBezTo>
                    <a:pt x="307367" y="78448"/>
                    <a:pt x="306425" y="76698"/>
                    <a:pt x="306290" y="76127"/>
                  </a:cubicBezTo>
                  <a:cubicBezTo>
                    <a:pt x="306156" y="75555"/>
                    <a:pt x="306156" y="74445"/>
                    <a:pt x="306156" y="74445"/>
                  </a:cubicBezTo>
                  <a:lnTo>
                    <a:pt x="306526" y="73133"/>
                  </a:lnTo>
                  <a:lnTo>
                    <a:pt x="306829" y="71989"/>
                  </a:lnTo>
                  <a:lnTo>
                    <a:pt x="307535" y="70542"/>
                  </a:lnTo>
                  <a:lnTo>
                    <a:pt x="307973" y="69668"/>
                  </a:lnTo>
                  <a:cubicBezTo>
                    <a:pt x="307973" y="69668"/>
                    <a:pt x="308848" y="67986"/>
                    <a:pt x="309218" y="67717"/>
                  </a:cubicBezTo>
                  <a:cubicBezTo>
                    <a:pt x="309588" y="67414"/>
                    <a:pt x="310161" y="66707"/>
                    <a:pt x="310161" y="66707"/>
                  </a:cubicBezTo>
                  <a:lnTo>
                    <a:pt x="311036" y="65631"/>
                  </a:lnTo>
                  <a:lnTo>
                    <a:pt x="311473" y="64252"/>
                  </a:lnTo>
                  <a:lnTo>
                    <a:pt x="311911" y="63310"/>
                  </a:lnTo>
                  <a:lnTo>
                    <a:pt x="312415" y="62233"/>
                  </a:lnTo>
                  <a:lnTo>
                    <a:pt x="312920" y="59980"/>
                  </a:lnTo>
                  <a:lnTo>
                    <a:pt x="312920" y="58903"/>
                  </a:lnTo>
                  <a:lnTo>
                    <a:pt x="312718" y="56885"/>
                  </a:lnTo>
                  <a:lnTo>
                    <a:pt x="313391" y="54934"/>
                  </a:lnTo>
                  <a:lnTo>
                    <a:pt x="311439" y="54227"/>
                  </a:lnTo>
                  <a:lnTo>
                    <a:pt x="310632" y="54093"/>
                  </a:lnTo>
                  <a:lnTo>
                    <a:pt x="308949" y="53958"/>
                  </a:lnTo>
                  <a:lnTo>
                    <a:pt x="305886" y="51940"/>
                  </a:lnTo>
                  <a:lnTo>
                    <a:pt x="304742" y="49989"/>
                  </a:lnTo>
                  <a:lnTo>
                    <a:pt x="302285" y="49114"/>
                  </a:lnTo>
                  <a:lnTo>
                    <a:pt x="301141" y="47297"/>
                  </a:lnTo>
                  <a:lnTo>
                    <a:pt x="300232" y="46793"/>
                  </a:lnTo>
                  <a:cubicBezTo>
                    <a:pt x="300232" y="46793"/>
                    <a:pt x="298886" y="43463"/>
                    <a:pt x="298886" y="43160"/>
                  </a:cubicBezTo>
                  <a:cubicBezTo>
                    <a:pt x="298886" y="42857"/>
                    <a:pt x="297204" y="41579"/>
                    <a:pt x="297204" y="41579"/>
                  </a:cubicBezTo>
                  <a:lnTo>
                    <a:pt x="295958" y="40569"/>
                  </a:lnTo>
                  <a:cubicBezTo>
                    <a:pt x="295958" y="40569"/>
                    <a:pt x="295386" y="39695"/>
                    <a:pt x="294949" y="39325"/>
                  </a:cubicBezTo>
                  <a:cubicBezTo>
                    <a:pt x="294511" y="38955"/>
                    <a:pt x="292929" y="38316"/>
                    <a:pt x="292929" y="38316"/>
                  </a:cubicBezTo>
                  <a:cubicBezTo>
                    <a:pt x="292929" y="38316"/>
                    <a:pt x="292223" y="38316"/>
                    <a:pt x="291920" y="38316"/>
                  </a:cubicBezTo>
                  <a:cubicBezTo>
                    <a:pt x="291617" y="38316"/>
                    <a:pt x="291280" y="39459"/>
                    <a:pt x="290977" y="39829"/>
                  </a:cubicBezTo>
                  <a:cubicBezTo>
                    <a:pt x="290675" y="40199"/>
                    <a:pt x="290473" y="40704"/>
                    <a:pt x="290237" y="40973"/>
                  </a:cubicBezTo>
                  <a:cubicBezTo>
                    <a:pt x="290035" y="41276"/>
                    <a:pt x="289867" y="43059"/>
                    <a:pt x="289968" y="43933"/>
                  </a:cubicBezTo>
                  <a:cubicBezTo>
                    <a:pt x="290035" y="44808"/>
                    <a:pt x="289968" y="45615"/>
                    <a:pt x="289968" y="46187"/>
                  </a:cubicBezTo>
                  <a:cubicBezTo>
                    <a:pt x="289968" y="46759"/>
                    <a:pt x="290977" y="48004"/>
                    <a:pt x="291415" y="48811"/>
                  </a:cubicBezTo>
                  <a:cubicBezTo>
                    <a:pt x="291852" y="49618"/>
                    <a:pt x="291987" y="49686"/>
                    <a:pt x="292795" y="50830"/>
                  </a:cubicBezTo>
                  <a:cubicBezTo>
                    <a:pt x="293603" y="51973"/>
                    <a:pt x="294747" y="52276"/>
                    <a:pt x="295050" y="52646"/>
                  </a:cubicBezTo>
                  <a:cubicBezTo>
                    <a:pt x="295352" y="53016"/>
                    <a:pt x="295487" y="53353"/>
                    <a:pt x="296127" y="53891"/>
                  </a:cubicBezTo>
                  <a:cubicBezTo>
                    <a:pt x="296766" y="54395"/>
                    <a:pt x="297877" y="55035"/>
                    <a:pt x="298449" y="55909"/>
                  </a:cubicBezTo>
                  <a:cubicBezTo>
                    <a:pt x="299021" y="56784"/>
                    <a:pt x="299391" y="57658"/>
                    <a:pt x="299896" y="58735"/>
                  </a:cubicBezTo>
                  <a:cubicBezTo>
                    <a:pt x="300401" y="59811"/>
                    <a:pt x="300199" y="60114"/>
                    <a:pt x="300199" y="60417"/>
                  </a:cubicBezTo>
                  <a:cubicBezTo>
                    <a:pt x="300199" y="60719"/>
                    <a:pt x="299761" y="62233"/>
                    <a:pt x="299627" y="62805"/>
                  </a:cubicBezTo>
                  <a:cubicBezTo>
                    <a:pt x="299492" y="63377"/>
                    <a:pt x="297944" y="63747"/>
                    <a:pt x="297944" y="63747"/>
                  </a:cubicBezTo>
                  <a:lnTo>
                    <a:pt x="297439" y="64117"/>
                  </a:lnTo>
                  <a:lnTo>
                    <a:pt x="295117" y="65261"/>
                  </a:lnTo>
                  <a:cubicBezTo>
                    <a:pt x="295117" y="65261"/>
                    <a:pt x="293535" y="66136"/>
                    <a:pt x="293434" y="66405"/>
                  </a:cubicBezTo>
                  <a:cubicBezTo>
                    <a:pt x="293367" y="66707"/>
                    <a:pt x="292795" y="67212"/>
                    <a:pt x="292795" y="67481"/>
                  </a:cubicBezTo>
                  <a:cubicBezTo>
                    <a:pt x="292795" y="67784"/>
                    <a:pt x="292795" y="68356"/>
                    <a:pt x="293165" y="68995"/>
                  </a:cubicBezTo>
                  <a:cubicBezTo>
                    <a:pt x="293535" y="69634"/>
                    <a:pt x="293804" y="69432"/>
                    <a:pt x="293804" y="69432"/>
                  </a:cubicBezTo>
                  <a:cubicBezTo>
                    <a:pt x="293804" y="69432"/>
                    <a:pt x="294242" y="70172"/>
                    <a:pt x="294107" y="70576"/>
                  </a:cubicBezTo>
                  <a:cubicBezTo>
                    <a:pt x="293973" y="71013"/>
                    <a:pt x="294107" y="71652"/>
                    <a:pt x="294107" y="71652"/>
                  </a:cubicBezTo>
                  <a:lnTo>
                    <a:pt x="293165" y="72729"/>
                  </a:lnTo>
                  <a:cubicBezTo>
                    <a:pt x="293165" y="72729"/>
                    <a:pt x="292660" y="72931"/>
                    <a:pt x="292391" y="73032"/>
                  </a:cubicBezTo>
                  <a:cubicBezTo>
                    <a:pt x="292088" y="73099"/>
                    <a:pt x="291213" y="73469"/>
                    <a:pt x="291213" y="73469"/>
                  </a:cubicBezTo>
                  <a:lnTo>
                    <a:pt x="289396" y="71585"/>
                  </a:lnTo>
                  <a:cubicBezTo>
                    <a:pt x="289396" y="71585"/>
                    <a:pt x="288588" y="70946"/>
                    <a:pt x="288386" y="70946"/>
                  </a:cubicBezTo>
                  <a:cubicBezTo>
                    <a:pt x="288151" y="70946"/>
                    <a:pt x="287511" y="70374"/>
                    <a:pt x="287511" y="70374"/>
                  </a:cubicBezTo>
                  <a:lnTo>
                    <a:pt x="286939" y="69802"/>
                  </a:lnTo>
                  <a:lnTo>
                    <a:pt x="285694" y="69500"/>
                  </a:lnTo>
                  <a:cubicBezTo>
                    <a:pt x="285694" y="69500"/>
                    <a:pt x="284987" y="69567"/>
                    <a:pt x="284751" y="69634"/>
                  </a:cubicBezTo>
                  <a:cubicBezTo>
                    <a:pt x="284549" y="69701"/>
                    <a:pt x="283371" y="70879"/>
                    <a:pt x="283371" y="70879"/>
                  </a:cubicBezTo>
                  <a:cubicBezTo>
                    <a:pt x="283371" y="70879"/>
                    <a:pt x="283069" y="72258"/>
                    <a:pt x="283573" y="72695"/>
                  </a:cubicBezTo>
                  <a:cubicBezTo>
                    <a:pt x="284078" y="73133"/>
                    <a:pt x="285155" y="74276"/>
                    <a:pt x="285155" y="74276"/>
                  </a:cubicBezTo>
                  <a:lnTo>
                    <a:pt x="284213" y="77102"/>
                  </a:lnTo>
                  <a:cubicBezTo>
                    <a:pt x="284213" y="77102"/>
                    <a:pt x="283775" y="78145"/>
                    <a:pt x="282799" y="78582"/>
                  </a:cubicBezTo>
                  <a:cubicBezTo>
                    <a:pt x="281823" y="79019"/>
                    <a:pt x="281049" y="78347"/>
                    <a:pt x="281049" y="78347"/>
                  </a:cubicBezTo>
                  <a:lnTo>
                    <a:pt x="279198" y="77708"/>
                  </a:lnTo>
                  <a:lnTo>
                    <a:pt x="277583" y="76934"/>
                  </a:lnTo>
                  <a:lnTo>
                    <a:pt x="275732" y="75319"/>
                  </a:lnTo>
                  <a:lnTo>
                    <a:pt x="274756" y="73705"/>
                  </a:lnTo>
                  <a:lnTo>
                    <a:pt x="273982" y="72090"/>
                  </a:lnTo>
                  <a:lnTo>
                    <a:pt x="272804" y="70879"/>
                  </a:lnTo>
                  <a:lnTo>
                    <a:pt x="270717" y="71215"/>
                  </a:lnTo>
                  <a:lnTo>
                    <a:pt x="269641" y="68928"/>
                  </a:lnTo>
                  <a:lnTo>
                    <a:pt x="268866" y="67077"/>
                  </a:lnTo>
                  <a:lnTo>
                    <a:pt x="266813" y="62940"/>
                  </a:lnTo>
                  <a:lnTo>
                    <a:pt x="264188" y="61628"/>
                  </a:lnTo>
                  <a:lnTo>
                    <a:pt x="262775" y="61830"/>
                  </a:lnTo>
                  <a:lnTo>
                    <a:pt x="261260" y="62166"/>
                  </a:lnTo>
                  <a:lnTo>
                    <a:pt x="258534" y="61964"/>
                  </a:lnTo>
                  <a:lnTo>
                    <a:pt x="256044" y="59475"/>
                  </a:lnTo>
                  <a:lnTo>
                    <a:pt x="253991" y="56750"/>
                  </a:lnTo>
                  <a:lnTo>
                    <a:pt x="250525" y="53386"/>
                  </a:lnTo>
                  <a:lnTo>
                    <a:pt x="249212" y="50560"/>
                  </a:lnTo>
                  <a:lnTo>
                    <a:pt x="248438" y="47836"/>
                  </a:lnTo>
                  <a:lnTo>
                    <a:pt x="245948" y="46961"/>
                  </a:lnTo>
                  <a:lnTo>
                    <a:pt x="243895" y="46961"/>
                  </a:lnTo>
                  <a:lnTo>
                    <a:pt x="241606" y="50392"/>
                  </a:lnTo>
                  <a:lnTo>
                    <a:pt x="239553" y="52512"/>
                  </a:lnTo>
                  <a:lnTo>
                    <a:pt x="238140" y="54799"/>
                  </a:lnTo>
                  <a:lnTo>
                    <a:pt x="238140" y="55976"/>
                  </a:lnTo>
                  <a:cubicBezTo>
                    <a:pt x="238140" y="55976"/>
                    <a:pt x="238577" y="61628"/>
                    <a:pt x="238577" y="62065"/>
                  </a:cubicBezTo>
                  <a:cubicBezTo>
                    <a:pt x="238577" y="62502"/>
                    <a:pt x="238039" y="63041"/>
                    <a:pt x="236962" y="64891"/>
                  </a:cubicBezTo>
                  <a:cubicBezTo>
                    <a:pt x="235885" y="66741"/>
                    <a:pt x="235649" y="65227"/>
                    <a:pt x="235212" y="65227"/>
                  </a:cubicBezTo>
                  <a:cubicBezTo>
                    <a:pt x="234774" y="65227"/>
                    <a:pt x="232149" y="65227"/>
                    <a:pt x="231611" y="65126"/>
                  </a:cubicBezTo>
                  <a:cubicBezTo>
                    <a:pt x="231072" y="65025"/>
                    <a:pt x="229861" y="64588"/>
                    <a:pt x="229423" y="64252"/>
                  </a:cubicBezTo>
                  <a:cubicBezTo>
                    <a:pt x="228986" y="63915"/>
                    <a:pt x="226832" y="62637"/>
                    <a:pt x="226832" y="62637"/>
                  </a:cubicBezTo>
                  <a:cubicBezTo>
                    <a:pt x="226832" y="62637"/>
                    <a:pt x="224106" y="62637"/>
                    <a:pt x="223668" y="62637"/>
                  </a:cubicBezTo>
                  <a:cubicBezTo>
                    <a:pt x="223231" y="62637"/>
                    <a:pt x="221481" y="63613"/>
                    <a:pt x="220639" y="63613"/>
                  </a:cubicBezTo>
                  <a:cubicBezTo>
                    <a:pt x="219764" y="63613"/>
                    <a:pt x="219125" y="64487"/>
                    <a:pt x="219125" y="64487"/>
                  </a:cubicBezTo>
                  <a:lnTo>
                    <a:pt x="217610" y="65799"/>
                  </a:lnTo>
                  <a:lnTo>
                    <a:pt x="216735" y="66438"/>
                  </a:lnTo>
                  <a:lnTo>
                    <a:pt x="215658" y="67515"/>
                  </a:lnTo>
                  <a:cubicBezTo>
                    <a:pt x="215658" y="67515"/>
                    <a:pt x="213807" y="69903"/>
                    <a:pt x="212932" y="70441"/>
                  </a:cubicBezTo>
                  <a:cubicBezTo>
                    <a:pt x="212057" y="70980"/>
                    <a:pt x="212057" y="71316"/>
                    <a:pt x="211755" y="71417"/>
                  </a:cubicBezTo>
                  <a:cubicBezTo>
                    <a:pt x="211418" y="71518"/>
                    <a:pt x="210678" y="73604"/>
                    <a:pt x="210678" y="73604"/>
                  </a:cubicBezTo>
                  <a:cubicBezTo>
                    <a:pt x="210678" y="73604"/>
                    <a:pt x="209702" y="75353"/>
                    <a:pt x="209365" y="75454"/>
                  </a:cubicBezTo>
                  <a:cubicBezTo>
                    <a:pt x="209029" y="75555"/>
                    <a:pt x="208154" y="76968"/>
                    <a:pt x="207615" y="77405"/>
                  </a:cubicBezTo>
                  <a:cubicBezTo>
                    <a:pt x="207077" y="77842"/>
                    <a:pt x="207278" y="79692"/>
                    <a:pt x="207278" y="79692"/>
                  </a:cubicBezTo>
                  <a:cubicBezTo>
                    <a:pt x="207278" y="79692"/>
                    <a:pt x="208355" y="81105"/>
                    <a:pt x="208793" y="81442"/>
                  </a:cubicBezTo>
                  <a:cubicBezTo>
                    <a:pt x="209230" y="81778"/>
                    <a:pt x="212057" y="84368"/>
                    <a:pt x="212057" y="84368"/>
                  </a:cubicBezTo>
                  <a:lnTo>
                    <a:pt x="212057" y="86858"/>
                  </a:lnTo>
                  <a:lnTo>
                    <a:pt x="211048" y="92846"/>
                  </a:lnTo>
                  <a:cubicBezTo>
                    <a:pt x="211048" y="92846"/>
                    <a:pt x="211115" y="95873"/>
                    <a:pt x="211115" y="96176"/>
                  </a:cubicBezTo>
                  <a:cubicBezTo>
                    <a:pt x="211115" y="96478"/>
                    <a:pt x="210678" y="98934"/>
                    <a:pt x="210678" y="98934"/>
                  </a:cubicBezTo>
                  <a:lnTo>
                    <a:pt x="212495" y="100583"/>
                  </a:lnTo>
                  <a:lnTo>
                    <a:pt x="213235" y="102063"/>
                  </a:lnTo>
                  <a:cubicBezTo>
                    <a:pt x="213235" y="102063"/>
                    <a:pt x="215120" y="103812"/>
                    <a:pt x="215423" y="104249"/>
                  </a:cubicBezTo>
                  <a:cubicBezTo>
                    <a:pt x="215726" y="104687"/>
                    <a:pt x="217442" y="103543"/>
                    <a:pt x="217442" y="102937"/>
                  </a:cubicBezTo>
                  <a:cubicBezTo>
                    <a:pt x="217442" y="102365"/>
                    <a:pt x="220505" y="101491"/>
                    <a:pt x="222356" y="100852"/>
                  </a:cubicBezTo>
                  <a:cubicBezTo>
                    <a:pt x="224240" y="100213"/>
                    <a:pt x="225250" y="101054"/>
                    <a:pt x="226125" y="100919"/>
                  </a:cubicBezTo>
                  <a:cubicBezTo>
                    <a:pt x="227000" y="100784"/>
                    <a:pt x="226832" y="100919"/>
                    <a:pt x="226832" y="100919"/>
                  </a:cubicBezTo>
                  <a:cubicBezTo>
                    <a:pt x="227404" y="100919"/>
                    <a:pt x="227707" y="102298"/>
                    <a:pt x="227707" y="102298"/>
                  </a:cubicBezTo>
                  <a:lnTo>
                    <a:pt x="229019" y="104115"/>
                  </a:lnTo>
                  <a:cubicBezTo>
                    <a:pt x="229019" y="104115"/>
                    <a:pt x="231207" y="106873"/>
                    <a:pt x="231779" y="107008"/>
                  </a:cubicBezTo>
                  <a:cubicBezTo>
                    <a:pt x="232351" y="107142"/>
                    <a:pt x="232654" y="109632"/>
                    <a:pt x="232789" y="111078"/>
                  </a:cubicBezTo>
                  <a:cubicBezTo>
                    <a:pt x="232923" y="112525"/>
                    <a:pt x="232789" y="113096"/>
                    <a:pt x="233091" y="115855"/>
                  </a:cubicBezTo>
                  <a:cubicBezTo>
                    <a:pt x="233394" y="118613"/>
                    <a:pt x="234404" y="118445"/>
                    <a:pt x="234236" y="118883"/>
                  </a:cubicBezTo>
                  <a:cubicBezTo>
                    <a:pt x="234101" y="119320"/>
                    <a:pt x="233226" y="121069"/>
                    <a:pt x="233226" y="121069"/>
                  </a:cubicBezTo>
                  <a:cubicBezTo>
                    <a:pt x="233226" y="121069"/>
                    <a:pt x="232519" y="122213"/>
                    <a:pt x="232519" y="122650"/>
                  </a:cubicBezTo>
                  <a:cubicBezTo>
                    <a:pt x="232519" y="123088"/>
                    <a:pt x="232519" y="125240"/>
                    <a:pt x="232654" y="125678"/>
                  </a:cubicBezTo>
                  <a:cubicBezTo>
                    <a:pt x="232789" y="126115"/>
                    <a:pt x="233798" y="126990"/>
                    <a:pt x="233798" y="126990"/>
                  </a:cubicBezTo>
                  <a:lnTo>
                    <a:pt x="236996" y="126990"/>
                  </a:lnTo>
                  <a:lnTo>
                    <a:pt x="242952" y="126418"/>
                  </a:lnTo>
                  <a:lnTo>
                    <a:pt x="246419" y="125543"/>
                  </a:lnTo>
                  <a:lnTo>
                    <a:pt x="248741" y="124097"/>
                  </a:lnTo>
                  <a:lnTo>
                    <a:pt x="250760" y="122852"/>
                  </a:lnTo>
                  <a:lnTo>
                    <a:pt x="253587" y="121843"/>
                  </a:lnTo>
                  <a:lnTo>
                    <a:pt x="254900" y="120329"/>
                  </a:lnTo>
                  <a:lnTo>
                    <a:pt x="256414" y="120026"/>
                  </a:lnTo>
                  <a:lnTo>
                    <a:pt x="260554" y="120026"/>
                  </a:lnTo>
                  <a:lnTo>
                    <a:pt x="261799" y="120363"/>
                  </a:lnTo>
                  <a:lnTo>
                    <a:pt x="263414" y="121776"/>
                  </a:lnTo>
                  <a:lnTo>
                    <a:pt x="265568" y="121776"/>
                  </a:lnTo>
                  <a:cubicBezTo>
                    <a:pt x="265568" y="121776"/>
                    <a:pt x="267688" y="122381"/>
                    <a:pt x="268328" y="123222"/>
                  </a:cubicBezTo>
                  <a:cubicBezTo>
                    <a:pt x="268967" y="124029"/>
                    <a:pt x="269842" y="123861"/>
                    <a:pt x="270616" y="124265"/>
                  </a:cubicBezTo>
                  <a:cubicBezTo>
                    <a:pt x="271390" y="124702"/>
                    <a:pt x="271491" y="125509"/>
                    <a:pt x="271592" y="126182"/>
                  </a:cubicBezTo>
                  <a:cubicBezTo>
                    <a:pt x="271693" y="126821"/>
                    <a:pt x="271592" y="127259"/>
                    <a:pt x="271592" y="128302"/>
                  </a:cubicBezTo>
                  <a:cubicBezTo>
                    <a:pt x="271592" y="129344"/>
                    <a:pt x="271390" y="129782"/>
                    <a:pt x="271121" y="130253"/>
                  </a:cubicBezTo>
                  <a:cubicBezTo>
                    <a:pt x="270852" y="130724"/>
                    <a:pt x="270515" y="130858"/>
                    <a:pt x="270313" y="131127"/>
                  </a:cubicBezTo>
                  <a:cubicBezTo>
                    <a:pt x="270112" y="131396"/>
                    <a:pt x="269539" y="132305"/>
                    <a:pt x="269506" y="132540"/>
                  </a:cubicBezTo>
                  <a:cubicBezTo>
                    <a:pt x="269439" y="132776"/>
                    <a:pt x="269506" y="134559"/>
                    <a:pt x="269506" y="134559"/>
                  </a:cubicBezTo>
                  <a:lnTo>
                    <a:pt x="272333" y="136611"/>
                  </a:lnTo>
                  <a:lnTo>
                    <a:pt x="273847" y="137654"/>
                  </a:lnTo>
                  <a:cubicBezTo>
                    <a:pt x="273847" y="137654"/>
                    <a:pt x="274285" y="139403"/>
                    <a:pt x="274520" y="140042"/>
                  </a:cubicBezTo>
                  <a:cubicBezTo>
                    <a:pt x="274722" y="140681"/>
                    <a:pt x="276472" y="141791"/>
                    <a:pt x="276472" y="141791"/>
                  </a:cubicBezTo>
                  <a:lnTo>
                    <a:pt x="276472" y="144180"/>
                  </a:lnTo>
                  <a:lnTo>
                    <a:pt x="276169" y="147005"/>
                  </a:lnTo>
                  <a:cubicBezTo>
                    <a:pt x="276169" y="147005"/>
                    <a:pt x="276472" y="148755"/>
                    <a:pt x="276035" y="150268"/>
                  </a:cubicBezTo>
                  <a:cubicBezTo>
                    <a:pt x="275597" y="151782"/>
                    <a:pt x="276035" y="150268"/>
                    <a:pt x="275900" y="151580"/>
                  </a:cubicBezTo>
                  <a:cubicBezTo>
                    <a:pt x="275766" y="152892"/>
                    <a:pt x="274958" y="152892"/>
                    <a:pt x="275597" y="153531"/>
                  </a:cubicBezTo>
                  <a:cubicBezTo>
                    <a:pt x="276237" y="154171"/>
                    <a:pt x="275597" y="155920"/>
                    <a:pt x="275597" y="155920"/>
                  </a:cubicBezTo>
                  <a:cubicBezTo>
                    <a:pt x="275597" y="155920"/>
                    <a:pt x="274722" y="157232"/>
                    <a:pt x="274285" y="157433"/>
                  </a:cubicBezTo>
                  <a:cubicBezTo>
                    <a:pt x="273847" y="157635"/>
                    <a:pt x="273847" y="159385"/>
                    <a:pt x="272535" y="160697"/>
                  </a:cubicBezTo>
                  <a:cubicBezTo>
                    <a:pt x="271222" y="162009"/>
                    <a:pt x="271222" y="162446"/>
                    <a:pt x="270583" y="163186"/>
                  </a:cubicBezTo>
                  <a:cubicBezTo>
                    <a:pt x="269943" y="163926"/>
                    <a:pt x="267520" y="165036"/>
                    <a:pt x="266679" y="165036"/>
                  </a:cubicBezTo>
                  <a:cubicBezTo>
                    <a:pt x="265804" y="165036"/>
                    <a:pt x="263212" y="163186"/>
                    <a:pt x="263212" y="163186"/>
                  </a:cubicBezTo>
                  <a:lnTo>
                    <a:pt x="261025" y="158745"/>
                  </a:lnTo>
                  <a:lnTo>
                    <a:pt x="255573" y="157433"/>
                  </a:lnTo>
                  <a:lnTo>
                    <a:pt x="255573" y="158005"/>
                  </a:lnTo>
                  <a:cubicBezTo>
                    <a:pt x="255573" y="158005"/>
                    <a:pt x="254799" y="158712"/>
                    <a:pt x="253082" y="161336"/>
                  </a:cubicBezTo>
                  <a:cubicBezTo>
                    <a:pt x="251332" y="163960"/>
                    <a:pt x="251029" y="162648"/>
                    <a:pt x="250154" y="163455"/>
                  </a:cubicBezTo>
                  <a:cubicBezTo>
                    <a:pt x="249279" y="164262"/>
                    <a:pt x="238846" y="162210"/>
                    <a:pt x="238846" y="162210"/>
                  </a:cubicBezTo>
                  <a:lnTo>
                    <a:pt x="233832" y="161773"/>
                  </a:lnTo>
                  <a:lnTo>
                    <a:pt x="224476" y="161773"/>
                  </a:lnTo>
                  <a:lnTo>
                    <a:pt x="222524" y="164700"/>
                  </a:lnTo>
                  <a:cubicBezTo>
                    <a:pt x="222524" y="164700"/>
                    <a:pt x="220572" y="168299"/>
                    <a:pt x="219933" y="168737"/>
                  </a:cubicBezTo>
                  <a:cubicBezTo>
                    <a:pt x="219293" y="169174"/>
                    <a:pt x="211250" y="168737"/>
                    <a:pt x="211250" y="168737"/>
                  </a:cubicBezTo>
                  <a:lnTo>
                    <a:pt x="207110" y="168737"/>
                  </a:lnTo>
                  <a:lnTo>
                    <a:pt x="200514" y="165272"/>
                  </a:lnTo>
                  <a:lnTo>
                    <a:pt x="197620" y="163825"/>
                  </a:lnTo>
                  <a:lnTo>
                    <a:pt x="195870" y="159755"/>
                  </a:lnTo>
                  <a:lnTo>
                    <a:pt x="193547" y="158005"/>
                  </a:lnTo>
                  <a:lnTo>
                    <a:pt x="190350" y="160024"/>
                  </a:lnTo>
                  <a:lnTo>
                    <a:pt x="185437" y="160024"/>
                  </a:lnTo>
                  <a:lnTo>
                    <a:pt x="179917" y="165238"/>
                  </a:lnTo>
                  <a:lnTo>
                    <a:pt x="175744" y="165238"/>
                  </a:lnTo>
                  <a:cubicBezTo>
                    <a:pt x="175879" y="165473"/>
                    <a:pt x="176013" y="165776"/>
                    <a:pt x="176013" y="166113"/>
                  </a:cubicBezTo>
                  <a:cubicBezTo>
                    <a:pt x="176013" y="166684"/>
                    <a:pt x="175576" y="168703"/>
                    <a:pt x="175576" y="168703"/>
                  </a:cubicBezTo>
                  <a:lnTo>
                    <a:pt x="175374" y="171966"/>
                  </a:lnTo>
                  <a:lnTo>
                    <a:pt x="171773" y="175330"/>
                  </a:lnTo>
                  <a:lnTo>
                    <a:pt x="170023" y="177819"/>
                  </a:lnTo>
                  <a:lnTo>
                    <a:pt x="167869" y="180006"/>
                  </a:lnTo>
                  <a:lnTo>
                    <a:pt x="166893" y="183605"/>
                  </a:lnTo>
                  <a:lnTo>
                    <a:pt x="166893" y="185220"/>
                  </a:lnTo>
                  <a:lnTo>
                    <a:pt x="168643" y="188046"/>
                  </a:lnTo>
                  <a:lnTo>
                    <a:pt x="168643" y="190434"/>
                  </a:lnTo>
                  <a:cubicBezTo>
                    <a:pt x="168643" y="190434"/>
                    <a:pt x="167129" y="191611"/>
                    <a:pt x="166994" y="191948"/>
                  </a:cubicBezTo>
                  <a:cubicBezTo>
                    <a:pt x="166893" y="192284"/>
                    <a:pt x="165816" y="193798"/>
                    <a:pt x="165480" y="194134"/>
                  </a:cubicBezTo>
                  <a:cubicBezTo>
                    <a:pt x="165143" y="194471"/>
                    <a:pt x="163864" y="196523"/>
                    <a:pt x="163528" y="196523"/>
                  </a:cubicBezTo>
                  <a:cubicBezTo>
                    <a:pt x="163191" y="196523"/>
                    <a:pt x="161239" y="196523"/>
                    <a:pt x="161239" y="196523"/>
                  </a:cubicBezTo>
                  <a:cubicBezTo>
                    <a:pt x="161239" y="196523"/>
                    <a:pt x="159051" y="196523"/>
                    <a:pt x="157200" y="196523"/>
                  </a:cubicBezTo>
                  <a:cubicBezTo>
                    <a:pt x="155349" y="196523"/>
                    <a:pt x="152085" y="196523"/>
                    <a:pt x="152085" y="196523"/>
                  </a:cubicBezTo>
                  <a:cubicBezTo>
                    <a:pt x="152085" y="196523"/>
                    <a:pt x="149157" y="197162"/>
                    <a:pt x="147845" y="197162"/>
                  </a:cubicBezTo>
                  <a:cubicBezTo>
                    <a:pt x="146532" y="197162"/>
                    <a:pt x="143705" y="197263"/>
                    <a:pt x="143705" y="197263"/>
                  </a:cubicBezTo>
                  <a:lnTo>
                    <a:pt x="142090" y="197700"/>
                  </a:lnTo>
                  <a:cubicBezTo>
                    <a:pt x="142090" y="197700"/>
                    <a:pt x="138085" y="199214"/>
                    <a:pt x="137210" y="199752"/>
                  </a:cubicBezTo>
                  <a:cubicBezTo>
                    <a:pt x="136335" y="200291"/>
                    <a:pt x="133945" y="202040"/>
                    <a:pt x="133844" y="202477"/>
                  </a:cubicBezTo>
                  <a:cubicBezTo>
                    <a:pt x="133743" y="202914"/>
                    <a:pt x="132532" y="204966"/>
                    <a:pt x="131657" y="205404"/>
                  </a:cubicBezTo>
                  <a:cubicBezTo>
                    <a:pt x="130782" y="205841"/>
                    <a:pt x="128830" y="208566"/>
                    <a:pt x="128830" y="208566"/>
                  </a:cubicBezTo>
                  <a:lnTo>
                    <a:pt x="126541" y="209541"/>
                  </a:lnTo>
                  <a:cubicBezTo>
                    <a:pt x="126541" y="209541"/>
                    <a:pt x="122738" y="206480"/>
                    <a:pt x="122301" y="206480"/>
                  </a:cubicBezTo>
                  <a:cubicBezTo>
                    <a:pt x="121863" y="206480"/>
                    <a:pt x="118599" y="204731"/>
                    <a:pt x="118296" y="204731"/>
                  </a:cubicBezTo>
                  <a:cubicBezTo>
                    <a:pt x="117959" y="204731"/>
                    <a:pt x="113618" y="204529"/>
                    <a:pt x="112743" y="204731"/>
                  </a:cubicBezTo>
                  <a:cubicBezTo>
                    <a:pt x="111868" y="204966"/>
                    <a:pt x="105137" y="205067"/>
                    <a:pt x="105137" y="205067"/>
                  </a:cubicBezTo>
                  <a:lnTo>
                    <a:pt x="102108" y="205269"/>
                  </a:lnTo>
                  <a:lnTo>
                    <a:pt x="98742" y="206884"/>
                  </a:lnTo>
                  <a:lnTo>
                    <a:pt x="96891" y="207321"/>
                  </a:lnTo>
                  <a:cubicBezTo>
                    <a:pt x="96891" y="207321"/>
                    <a:pt x="95814" y="207758"/>
                    <a:pt x="94704" y="206547"/>
                  </a:cubicBezTo>
                  <a:cubicBezTo>
                    <a:pt x="93627" y="205370"/>
                    <a:pt x="92314" y="204697"/>
                    <a:pt x="92213" y="203923"/>
                  </a:cubicBezTo>
                  <a:cubicBezTo>
                    <a:pt x="92113" y="203150"/>
                    <a:pt x="91776" y="201636"/>
                    <a:pt x="92113" y="200761"/>
                  </a:cubicBezTo>
                  <a:cubicBezTo>
                    <a:pt x="92449" y="199887"/>
                    <a:pt x="92449" y="199012"/>
                    <a:pt x="92449" y="198575"/>
                  </a:cubicBezTo>
                  <a:cubicBezTo>
                    <a:pt x="92449" y="198138"/>
                    <a:pt x="92012" y="196725"/>
                    <a:pt x="92012" y="196725"/>
                  </a:cubicBezTo>
                  <a:lnTo>
                    <a:pt x="88747" y="193361"/>
                  </a:lnTo>
                  <a:cubicBezTo>
                    <a:pt x="88747" y="193361"/>
                    <a:pt x="87535" y="191847"/>
                    <a:pt x="86459" y="191611"/>
                  </a:cubicBezTo>
                  <a:cubicBezTo>
                    <a:pt x="85382" y="191410"/>
                    <a:pt x="82656" y="189660"/>
                    <a:pt x="82656" y="189660"/>
                  </a:cubicBezTo>
                  <a:lnTo>
                    <a:pt x="80266" y="190737"/>
                  </a:lnTo>
                  <a:cubicBezTo>
                    <a:pt x="80266" y="190737"/>
                    <a:pt x="78078" y="193024"/>
                    <a:pt x="77978" y="193361"/>
                  </a:cubicBezTo>
                  <a:cubicBezTo>
                    <a:pt x="77877" y="193697"/>
                    <a:pt x="77103" y="195749"/>
                    <a:pt x="77103" y="195749"/>
                  </a:cubicBezTo>
                  <a:cubicBezTo>
                    <a:pt x="77103" y="195749"/>
                    <a:pt x="75151" y="200526"/>
                    <a:pt x="74477" y="200963"/>
                  </a:cubicBezTo>
                  <a:cubicBezTo>
                    <a:pt x="73838" y="201400"/>
                    <a:pt x="71213" y="203015"/>
                    <a:pt x="71213" y="203015"/>
                  </a:cubicBezTo>
                  <a:lnTo>
                    <a:pt x="67949" y="206043"/>
                  </a:lnTo>
                  <a:lnTo>
                    <a:pt x="66299" y="208532"/>
                  </a:lnTo>
                  <a:lnTo>
                    <a:pt x="62934" y="210281"/>
                  </a:lnTo>
                  <a:lnTo>
                    <a:pt x="59905" y="210281"/>
                  </a:lnTo>
                  <a:cubicBezTo>
                    <a:pt x="59905" y="210281"/>
                    <a:pt x="57953" y="208330"/>
                    <a:pt x="57415" y="207893"/>
                  </a:cubicBezTo>
                  <a:cubicBezTo>
                    <a:pt x="56876" y="207456"/>
                    <a:pt x="55025" y="205841"/>
                    <a:pt x="54924" y="205404"/>
                  </a:cubicBezTo>
                  <a:cubicBezTo>
                    <a:pt x="54823" y="204966"/>
                    <a:pt x="52434" y="202578"/>
                    <a:pt x="51761" y="202040"/>
                  </a:cubicBezTo>
                  <a:cubicBezTo>
                    <a:pt x="51121" y="201501"/>
                    <a:pt x="49809" y="199651"/>
                    <a:pt x="49472" y="199214"/>
                  </a:cubicBezTo>
                  <a:cubicBezTo>
                    <a:pt x="49136" y="198777"/>
                    <a:pt x="47083" y="196287"/>
                    <a:pt x="47083" y="196287"/>
                  </a:cubicBezTo>
                  <a:lnTo>
                    <a:pt x="45030" y="194336"/>
                  </a:lnTo>
                  <a:lnTo>
                    <a:pt x="44828" y="193125"/>
                  </a:lnTo>
                  <a:lnTo>
                    <a:pt x="42977" y="191174"/>
                  </a:lnTo>
                  <a:cubicBezTo>
                    <a:pt x="42977" y="191174"/>
                    <a:pt x="41462" y="190838"/>
                    <a:pt x="41025" y="190838"/>
                  </a:cubicBezTo>
                  <a:cubicBezTo>
                    <a:pt x="40587" y="190838"/>
                    <a:pt x="39241" y="191040"/>
                    <a:pt x="39241" y="191040"/>
                  </a:cubicBezTo>
                  <a:lnTo>
                    <a:pt x="38232" y="190501"/>
                  </a:lnTo>
                  <a:lnTo>
                    <a:pt x="38232" y="188550"/>
                  </a:lnTo>
                  <a:cubicBezTo>
                    <a:pt x="38232" y="188550"/>
                    <a:pt x="37592" y="186801"/>
                    <a:pt x="37255" y="186700"/>
                  </a:cubicBezTo>
                  <a:cubicBezTo>
                    <a:pt x="36919" y="186599"/>
                    <a:pt x="35943" y="186498"/>
                    <a:pt x="35304" y="186599"/>
                  </a:cubicBezTo>
                  <a:cubicBezTo>
                    <a:pt x="34664" y="186700"/>
                    <a:pt x="34328" y="187810"/>
                    <a:pt x="34328" y="187810"/>
                  </a:cubicBezTo>
                  <a:cubicBezTo>
                    <a:pt x="34328" y="187810"/>
                    <a:pt x="33352" y="189223"/>
                    <a:pt x="33116" y="189862"/>
                  </a:cubicBezTo>
                  <a:cubicBezTo>
                    <a:pt x="32914" y="190501"/>
                    <a:pt x="32140" y="192789"/>
                    <a:pt x="32140" y="192789"/>
                  </a:cubicBezTo>
                  <a:lnTo>
                    <a:pt x="29952" y="196826"/>
                  </a:lnTo>
                  <a:cubicBezTo>
                    <a:pt x="29852" y="197364"/>
                    <a:pt x="28977" y="200089"/>
                    <a:pt x="28977" y="200089"/>
                  </a:cubicBezTo>
                  <a:lnTo>
                    <a:pt x="27126" y="202578"/>
                  </a:lnTo>
                  <a:lnTo>
                    <a:pt x="25174" y="204193"/>
                  </a:lnTo>
                  <a:cubicBezTo>
                    <a:pt x="25174" y="204193"/>
                    <a:pt x="24400" y="204966"/>
                    <a:pt x="23996" y="205168"/>
                  </a:cubicBezTo>
                  <a:cubicBezTo>
                    <a:pt x="23558" y="205370"/>
                    <a:pt x="22044" y="206682"/>
                    <a:pt x="22044" y="206682"/>
                  </a:cubicBezTo>
                  <a:lnTo>
                    <a:pt x="19318" y="209407"/>
                  </a:lnTo>
                  <a:lnTo>
                    <a:pt x="18241" y="210921"/>
                  </a:lnTo>
                  <a:cubicBezTo>
                    <a:pt x="18241" y="210921"/>
                    <a:pt x="17265" y="212434"/>
                    <a:pt x="17164" y="212872"/>
                  </a:cubicBezTo>
                  <a:cubicBezTo>
                    <a:pt x="17063" y="213309"/>
                    <a:pt x="12385" y="215495"/>
                    <a:pt x="12385" y="215495"/>
                  </a:cubicBezTo>
                  <a:lnTo>
                    <a:pt x="9457" y="219835"/>
                  </a:lnTo>
                  <a:lnTo>
                    <a:pt x="5216" y="220710"/>
                  </a:lnTo>
                  <a:lnTo>
                    <a:pt x="5216" y="226799"/>
                  </a:lnTo>
                  <a:lnTo>
                    <a:pt x="5654" y="228750"/>
                  </a:lnTo>
                  <a:lnTo>
                    <a:pt x="5418" y="229826"/>
                  </a:lnTo>
                  <a:lnTo>
                    <a:pt x="639" y="231138"/>
                  </a:lnTo>
                  <a:lnTo>
                    <a:pt x="0" y="232887"/>
                  </a:lnTo>
                  <a:lnTo>
                    <a:pt x="1077" y="236352"/>
                  </a:lnTo>
                  <a:lnTo>
                    <a:pt x="3904" y="236789"/>
                  </a:lnTo>
                  <a:lnTo>
                    <a:pt x="7067" y="235276"/>
                  </a:lnTo>
                  <a:cubicBezTo>
                    <a:pt x="7067" y="235276"/>
                    <a:pt x="7404" y="234636"/>
                    <a:pt x="7942" y="234401"/>
                  </a:cubicBezTo>
                  <a:cubicBezTo>
                    <a:pt x="8481" y="234166"/>
                    <a:pt x="9692" y="233762"/>
                    <a:pt x="9692" y="233762"/>
                  </a:cubicBezTo>
                  <a:lnTo>
                    <a:pt x="11106" y="233526"/>
                  </a:lnTo>
                  <a:lnTo>
                    <a:pt x="14370" y="235377"/>
                  </a:lnTo>
                  <a:lnTo>
                    <a:pt x="15582" y="238404"/>
                  </a:lnTo>
                  <a:cubicBezTo>
                    <a:pt x="15582" y="238404"/>
                    <a:pt x="16019" y="240456"/>
                    <a:pt x="16019" y="240793"/>
                  </a:cubicBezTo>
                  <a:cubicBezTo>
                    <a:pt x="16019" y="241129"/>
                    <a:pt x="15481" y="243517"/>
                    <a:pt x="15481" y="243517"/>
                  </a:cubicBezTo>
                  <a:lnTo>
                    <a:pt x="14572" y="245132"/>
                  </a:lnTo>
                  <a:lnTo>
                    <a:pt x="13967" y="247622"/>
                  </a:lnTo>
                  <a:lnTo>
                    <a:pt x="13967" y="249371"/>
                  </a:lnTo>
                  <a:lnTo>
                    <a:pt x="15043" y="250783"/>
                  </a:lnTo>
                  <a:lnTo>
                    <a:pt x="14842" y="253710"/>
                  </a:lnTo>
                  <a:lnTo>
                    <a:pt x="13765" y="255661"/>
                  </a:lnTo>
                  <a:lnTo>
                    <a:pt x="12452" y="256973"/>
                  </a:lnTo>
                  <a:cubicBezTo>
                    <a:pt x="12452" y="256973"/>
                    <a:pt x="12116" y="257848"/>
                    <a:pt x="11813" y="257949"/>
                  </a:cubicBezTo>
                  <a:cubicBezTo>
                    <a:pt x="11476" y="258050"/>
                    <a:pt x="10938" y="258588"/>
                    <a:pt x="10938" y="258588"/>
                  </a:cubicBezTo>
                  <a:lnTo>
                    <a:pt x="10265" y="261077"/>
                  </a:lnTo>
                  <a:lnTo>
                    <a:pt x="10063" y="263365"/>
                  </a:lnTo>
                  <a:lnTo>
                    <a:pt x="9625" y="267267"/>
                  </a:lnTo>
                  <a:cubicBezTo>
                    <a:pt x="9625" y="267267"/>
                    <a:pt x="9524" y="270093"/>
                    <a:pt x="9524" y="270866"/>
                  </a:cubicBezTo>
                  <a:cubicBezTo>
                    <a:pt x="9524" y="271640"/>
                    <a:pt x="8885" y="274769"/>
                    <a:pt x="8885" y="274769"/>
                  </a:cubicBezTo>
                  <a:lnTo>
                    <a:pt x="9087" y="277157"/>
                  </a:lnTo>
                  <a:lnTo>
                    <a:pt x="12250" y="279983"/>
                  </a:lnTo>
                  <a:lnTo>
                    <a:pt x="15515" y="286072"/>
                  </a:lnTo>
                  <a:lnTo>
                    <a:pt x="17904" y="288897"/>
                  </a:lnTo>
                  <a:lnTo>
                    <a:pt x="22246" y="291084"/>
                  </a:lnTo>
                  <a:lnTo>
                    <a:pt x="27462" y="291959"/>
                  </a:lnTo>
                  <a:lnTo>
                    <a:pt x="32241" y="291959"/>
                  </a:lnTo>
                  <a:lnTo>
                    <a:pt x="35707" y="291959"/>
                  </a:lnTo>
                  <a:lnTo>
                    <a:pt x="40924" y="291959"/>
                  </a:lnTo>
                  <a:cubicBezTo>
                    <a:pt x="40924" y="291959"/>
                    <a:pt x="42236" y="292194"/>
                    <a:pt x="42674" y="291319"/>
                  </a:cubicBezTo>
                  <a:cubicBezTo>
                    <a:pt x="43112" y="290445"/>
                    <a:pt x="43549" y="289133"/>
                    <a:pt x="43751" y="288494"/>
                  </a:cubicBezTo>
                  <a:cubicBezTo>
                    <a:pt x="43953" y="287854"/>
                    <a:pt x="44390" y="287417"/>
                    <a:pt x="45063" y="286307"/>
                  </a:cubicBezTo>
                  <a:cubicBezTo>
                    <a:pt x="45703" y="285231"/>
                    <a:pt x="46813" y="284793"/>
                    <a:pt x="46813" y="284793"/>
                  </a:cubicBezTo>
                  <a:lnTo>
                    <a:pt x="47251" y="283279"/>
                  </a:lnTo>
                  <a:lnTo>
                    <a:pt x="49203" y="283044"/>
                  </a:lnTo>
                  <a:cubicBezTo>
                    <a:pt x="49203" y="283044"/>
                    <a:pt x="50717" y="283279"/>
                    <a:pt x="51592" y="283279"/>
                  </a:cubicBezTo>
                  <a:cubicBezTo>
                    <a:pt x="52467" y="283279"/>
                    <a:pt x="56607" y="283279"/>
                    <a:pt x="56607" y="283279"/>
                  </a:cubicBezTo>
                  <a:cubicBezTo>
                    <a:pt x="56607" y="283279"/>
                    <a:pt x="58121" y="283044"/>
                    <a:pt x="58794" y="283279"/>
                  </a:cubicBezTo>
                  <a:cubicBezTo>
                    <a:pt x="59434" y="283481"/>
                    <a:pt x="63371" y="283481"/>
                    <a:pt x="63371" y="283481"/>
                  </a:cubicBezTo>
                  <a:lnTo>
                    <a:pt x="64886" y="282842"/>
                  </a:lnTo>
                  <a:lnTo>
                    <a:pt x="68352" y="281328"/>
                  </a:lnTo>
                  <a:cubicBezTo>
                    <a:pt x="68352" y="281328"/>
                    <a:pt x="70506" y="279579"/>
                    <a:pt x="70977" y="278940"/>
                  </a:cubicBezTo>
                  <a:cubicBezTo>
                    <a:pt x="71415" y="278301"/>
                    <a:pt x="71852" y="277628"/>
                    <a:pt x="72054" y="276989"/>
                  </a:cubicBezTo>
                  <a:cubicBezTo>
                    <a:pt x="72256" y="276350"/>
                    <a:pt x="73131" y="275038"/>
                    <a:pt x="73131" y="275038"/>
                  </a:cubicBezTo>
                  <a:lnTo>
                    <a:pt x="73131" y="273726"/>
                  </a:lnTo>
                  <a:lnTo>
                    <a:pt x="74444" y="272414"/>
                  </a:lnTo>
                  <a:lnTo>
                    <a:pt x="75958" y="271775"/>
                  </a:lnTo>
                  <a:lnTo>
                    <a:pt x="77910" y="270025"/>
                  </a:lnTo>
                  <a:cubicBezTo>
                    <a:pt x="77910" y="270025"/>
                    <a:pt x="78550" y="270227"/>
                    <a:pt x="79660" y="270227"/>
                  </a:cubicBezTo>
                  <a:cubicBezTo>
                    <a:pt x="80737" y="270227"/>
                    <a:pt x="83800" y="271304"/>
                    <a:pt x="83800" y="271304"/>
                  </a:cubicBezTo>
                  <a:cubicBezTo>
                    <a:pt x="83800" y="271304"/>
                    <a:pt x="85853" y="273053"/>
                    <a:pt x="86088" y="273692"/>
                  </a:cubicBezTo>
                  <a:cubicBezTo>
                    <a:pt x="86290" y="274331"/>
                    <a:pt x="87064" y="276955"/>
                    <a:pt x="87064" y="276955"/>
                  </a:cubicBezTo>
                  <a:lnTo>
                    <a:pt x="87064" y="280655"/>
                  </a:lnTo>
                  <a:lnTo>
                    <a:pt x="85314" y="281967"/>
                  </a:lnTo>
                  <a:lnTo>
                    <a:pt x="85314" y="284154"/>
                  </a:lnTo>
                  <a:cubicBezTo>
                    <a:pt x="85314" y="284154"/>
                    <a:pt x="87939" y="285231"/>
                    <a:pt x="89016" y="285903"/>
                  </a:cubicBezTo>
                  <a:cubicBezTo>
                    <a:pt x="90093" y="286542"/>
                    <a:pt x="92483" y="287215"/>
                    <a:pt x="92483" y="287215"/>
                  </a:cubicBezTo>
                  <a:lnTo>
                    <a:pt x="94435" y="289166"/>
                  </a:lnTo>
                  <a:lnTo>
                    <a:pt x="99214" y="293068"/>
                  </a:lnTo>
                  <a:lnTo>
                    <a:pt x="99214" y="299796"/>
                  </a:lnTo>
                  <a:lnTo>
                    <a:pt x="103791" y="303699"/>
                  </a:lnTo>
                  <a:cubicBezTo>
                    <a:pt x="103791" y="303699"/>
                    <a:pt x="104868" y="305650"/>
                    <a:pt x="104868" y="306289"/>
                  </a:cubicBezTo>
                  <a:cubicBezTo>
                    <a:pt x="104868" y="306928"/>
                    <a:pt x="105070" y="310427"/>
                    <a:pt x="103791" y="312142"/>
                  </a:cubicBezTo>
                  <a:cubicBezTo>
                    <a:pt x="102478" y="313891"/>
                    <a:pt x="102478" y="313891"/>
                    <a:pt x="102478" y="313891"/>
                  </a:cubicBezTo>
                  <a:cubicBezTo>
                    <a:pt x="102478" y="313891"/>
                    <a:pt x="102276" y="315405"/>
                    <a:pt x="101839" y="316280"/>
                  </a:cubicBezTo>
                  <a:cubicBezTo>
                    <a:pt x="101401" y="317155"/>
                    <a:pt x="97497" y="322571"/>
                    <a:pt x="97497" y="322571"/>
                  </a:cubicBezTo>
                  <a:cubicBezTo>
                    <a:pt x="97497" y="322571"/>
                    <a:pt x="96858" y="324454"/>
                    <a:pt x="96420" y="325127"/>
                  </a:cubicBezTo>
                  <a:cubicBezTo>
                    <a:pt x="95983" y="325834"/>
                    <a:pt x="91641" y="328659"/>
                    <a:pt x="91641" y="328659"/>
                  </a:cubicBezTo>
                  <a:cubicBezTo>
                    <a:pt x="91641" y="328659"/>
                    <a:pt x="91204" y="330173"/>
                    <a:pt x="90564" y="331048"/>
                  </a:cubicBezTo>
                  <a:cubicBezTo>
                    <a:pt x="89925" y="331922"/>
                    <a:pt x="87939" y="334748"/>
                    <a:pt x="87939" y="334748"/>
                  </a:cubicBezTo>
                  <a:lnTo>
                    <a:pt x="85987" y="339323"/>
                  </a:lnTo>
                  <a:cubicBezTo>
                    <a:pt x="85987" y="339323"/>
                    <a:pt x="85987" y="342788"/>
                    <a:pt x="85550" y="344537"/>
                  </a:cubicBezTo>
                  <a:cubicBezTo>
                    <a:pt x="85112" y="346286"/>
                    <a:pt x="83800" y="349987"/>
                    <a:pt x="83800" y="349987"/>
                  </a:cubicBezTo>
                  <a:lnTo>
                    <a:pt x="82285" y="352375"/>
                  </a:lnTo>
                  <a:lnTo>
                    <a:pt x="80771" y="354965"/>
                  </a:lnTo>
                  <a:lnTo>
                    <a:pt x="79694" y="356715"/>
                  </a:lnTo>
                  <a:lnTo>
                    <a:pt x="78180" y="358666"/>
                  </a:lnTo>
                  <a:lnTo>
                    <a:pt x="76429" y="362131"/>
                  </a:lnTo>
                  <a:lnTo>
                    <a:pt x="76665" y="366268"/>
                  </a:lnTo>
                  <a:lnTo>
                    <a:pt x="76665" y="372794"/>
                  </a:lnTo>
                  <a:lnTo>
                    <a:pt x="76026" y="377571"/>
                  </a:lnTo>
                  <a:lnTo>
                    <a:pt x="75386" y="382348"/>
                  </a:lnTo>
                  <a:lnTo>
                    <a:pt x="73199" y="383862"/>
                  </a:lnTo>
                  <a:lnTo>
                    <a:pt x="69497" y="383660"/>
                  </a:lnTo>
                  <a:lnTo>
                    <a:pt x="66434" y="385174"/>
                  </a:lnTo>
                  <a:lnTo>
                    <a:pt x="62732" y="387562"/>
                  </a:lnTo>
                  <a:cubicBezTo>
                    <a:pt x="62732" y="387562"/>
                    <a:pt x="62093" y="388437"/>
                    <a:pt x="62093" y="389312"/>
                  </a:cubicBezTo>
                  <a:cubicBezTo>
                    <a:pt x="62093" y="390186"/>
                    <a:pt x="62093" y="393651"/>
                    <a:pt x="62530" y="394324"/>
                  </a:cubicBezTo>
                  <a:cubicBezTo>
                    <a:pt x="62968" y="394963"/>
                    <a:pt x="66670" y="396712"/>
                    <a:pt x="66670" y="396712"/>
                  </a:cubicBezTo>
                  <a:cubicBezTo>
                    <a:pt x="66670" y="396712"/>
                    <a:pt x="70136" y="401052"/>
                    <a:pt x="70372" y="401926"/>
                  </a:cubicBezTo>
                  <a:cubicBezTo>
                    <a:pt x="70607" y="402801"/>
                    <a:pt x="73199" y="402566"/>
                    <a:pt x="73199" y="402566"/>
                  </a:cubicBezTo>
                  <a:lnTo>
                    <a:pt x="76463" y="403877"/>
                  </a:lnTo>
                  <a:lnTo>
                    <a:pt x="75824" y="409966"/>
                  </a:lnTo>
                  <a:cubicBezTo>
                    <a:pt x="75824" y="409966"/>
                    <a:pt x="73636" y="412792"/>
                    <a:pt x="73199" y="414743"/>
                  </a:cubicBezTo>
                  <a:cubicBezTo>
                    <a:pt x="72761" y="416694"/>
                    <a:pt x="77338" y="414104"/>
                    <a:pt x="78213" y="414104"/>
                  </a:cubicBezTo>
                  <a:cubicBezTo>
                    <a:pt x="79088" y="414104"/>
                    <a:pt x="80603" y="412792"/>
                    <a:pt x="81242" y="412590"/>
                  </a:cubicBezTo>
                  <a:cubicBezTo>
                    <a:pt x="81881" y="412355"/>
                    <a:pt x="83867" y="410404"/>
                    <a:pt x="83867" y="410404"/>
                  </a:cubicBezTo>
                  <a:lnTo>
                    <a:pt x="87132" y="409529"/>
                  </a:lnTo>
                  <a:lnTo>
                    <a:pt x="89757" y="411480"/>
                  </a:lnTo>
                  <a:cubicBezTo>
                    <a:pt x="89757" y="411480"/>
                    <a:pt x="90396" y="414945"/>
                    <a:pt x="89992" y="415820"/>
                  </a:cubicBezTo>
                  <a:cubicBezTo>
                    <a:pt x="89555" y="416694"/>
                    <a:pt x="87603" y="419116"/>
                    <a:pt x="87603" y="419116"/>
                  </a:cubicBezTo>
                  <a:lnTo>
                    <a:pt x="87165" y="423624"/>
                  </a:lnTo>
                  <a:lnTo>
                    <a:pt x="88680" y="425575"/>
                  </a:lnTo>
                  <a:cubicBezTo>
                    <a:pt x="88680" y="425575"/>
                    <a:pt x="90194" y="427089"/>
                    <a:pt x="91507" y="428603"/>
                  </a:cubicBezTo>
                  <a:cubicBezTo>
                    <a:pt x="92819" y="430117"/>
                    <a:pt x="95411" y="434456"/>
                    <a:pt x="95411" y="434456"/>
                  </a:cubicBezTo>
                  <a:lnTo>
                    <a:pt x="96050" y="436844"/>
                  </a:lnTo>
                  <a:cubicBezTo>
                    <a:pt x="96050" y="436844"/>
                    <a:pt x="98440" y="437820"/>
                    <a:pt x="100627" y="437181"/>
                  </a:cubicBezTo>
                  <a:cubicBezTo>
                    <a:pt x="102781" y="436542"/>
                    <a:pt x="105843" y="436205"/>
                    <a:pt x="106719" y="436205"/>
                  </a:cubicBezTo>
                  <a:cubicBezTo>
                    <a:pt x="107594" y="436205"/>
                    <a:pt x="112372" y="436205"/>
                    <a:pt x="112372" y="436205"/>
                  </a:cubicBezTo>
                  <a:lnTo>
                    <a:pt x="115401" y="438795"/>
                  </a:lnTo>
                  <a:lnTo>
                    <a:pt x="115200" y="441419"/>
                  </a:lnTo>
                  <a:cubicBezTo>
                    <a:pt x="115200" y="441419"/>
                    <a:pt x="115200" y="444884"/>
                    <a:pt x="114964" y="445557"/>
                  </a:cubicBezTo>
                  <a:cubicBezTo>
                    <a:pt x="114728" y="446196"/>
                    <a:pt x="114964" y="447306"/>
                    <a:pt x="113651" y="448383"/>
                  </a:cubicBezTo>
                  <a:cubicBezTo>
                    <a:pt x="112339" y="449459"/>
                    <a:pt x="110387" y="452520"/>
                    <a:pt x="110387" y="452520"/>
                  </a:cubicBezTo>
                  <a:cubicBezTo>
                    <a:pt x="110387" y="452520"/>
                    <a:pt x="108872" y="452958"/>
                    <a:pt x="107997" y="453597"/>
                  </a:cubicBezTo>
                  <a:cubicBezTo>
                    <a:pt x="107122" y="454236"/>
                    <a:pt x="104969" y="455548"/>
                    <a:pt x="104969" y="455548"/>
                  </a:cubicBezTo>
                  <a:lnTo>
                    <a:pt x="102142" y="457062"/>
                  </a:lnTo>
                  <a:cubicBezTo>
                    <a:pt x="102142" y="457062"/>
                    <a:pt x="100627" y="460762"/>
                    <a:pt x="98877" y="459888"/>
                  </a:cubicBezTo>
                  <a:cubicBezTo>
                    <a:pt x="97127" y="459013"/>
                    <a:pt x="93661" y="457701"/>
                    <a:pt x="92786" y="457701"/>
                  </a:cubicBezTo>
                  <a:cubicBezTo>
                    <a:pt x="91911" y="457701"/>
                    <a:pt x="90194" y="457903"/>
                    <a:pt x="90396" y="459013"/>
                  </a:cubicBezTo>
                  <a:cubicBezTo>
                    <a:pt x="90598" y="460089"/>
                    <a:pt x="93425" y="465102"/>
                    <a:pt x="93425" y="465102"/>
                  </a:cubicBezTo>
                  <a:lnTo>
                    <a:pt x="95175" y="468365"/>
                  </a:lnTo>
                  <a:lnTo>
                    <a:pt x="96488" y="470114"/>
                  </a:lnTo>
                  <a:lnTo>
                    <a:pt x="95848" y="476203"/>
                  </a:lnTo>
                  <a:lnTo>
                    <a:pt x="94973" y="478793"/>
                  </a:lnTo>
                  <a:cubicBezTo>
                    <a:pt x="94973" y="478793"/>
                    <a:pt x="92584" y="481417"/>
                    <a:pt x="90834" y="482493"/>
                  </a:cubicBezTo>
                  <a:cubicBezTo>
                    <a:pt x="89084" y="483570"/>
                    <a:pt x="86492" y="484882"/>
                    <a:pt x="85382" y="485756"/>
                  </a:cubicBezTo>
                  <a:cubicBezTo>
                    <a:pt x="84305" y="486631"/>
                    <a:pt x="83867" y="488145"/>
                    <a:pt x="83430" y="489019"/>
                  </a:cubicBezTo>
                  <a:cubicBezTo>
                    <a:pt x="82992" y="489894"/>
                    <a:pt x="81680" y="494032"/>
                    <a:pt x="81680" y="494032"/>
                  </a:cubicBezTo>
                  <a:lnTo>
                    <a:pt x="81175" y="498237"/>
                  </a:lnTo>
                  <a:lnTo>
                    <a:pt x="83430" y="500995"/>
                  </a:lnTo>
                  <a:lnTo>
                    <a:pt x="85617" y="502072"/>
                  </a:lnTo>
                  <a:lnTo>
                    <a:pt x="87569" y="504258"/>
                  </a:lnTo>
                  <a:lnTo>
                    <a:pt x="90968" y="508598"/>
                  </a:lnTo>
                  <a:lnTo>
                    <a:pt x="93593" y="510986"/>
                  </a:lnTo>
                  <a:cubicBezTo>
                    <a:pt x="93593" y="510986"/>
                    <a:pt x="96488" y="513879"/>
                    <a:pt x="96790" y="513879"/>
                  </a:cubicBezTo>
                  <a:cubicBezTo>
                    <a:pt x="97093" y="513879"/>
                    <a:pt x="96723" y="513946"/>
                    <a:pt x="98036" y="513946"/>
                  </a:cubicBezTo>
                  <a:cubicBezTo>
                    <a:pt x="99348" y="513946"/>
                    <a:pt x="100425" y="513576"/>
                    <a:pt x="100795" y="513307"/>
                  </a:cubicBezTo>
                  <a:cubicBezTo>
                    <a:pt x="101166" y="513004"/>
                    <a:pt x="103858" y="511491"/>
                    <a:pt x="104127" y="511222"/>
                  </a:cubicBezTo>
                  <a:cubicBezTo>
                    <a:pt x="104430" y="510919"/>
                    <a:pt x="107392" y="509775"/>
                    <a:pt x="107897" y="509775"/>
                  </a:cubicBezTo>
                  <a:cubicBezTo>
                    <a:pt x="108401" y="509775"/>
                    <a:pt x="109983" y="509607"/>
                    <a:pt x="110589" y="509439"/>
                  </a:cubicBezTo>
                  <a:cubicBezTo>
                    <a:pt x="111161" y="509304"/>
                    <a:pt x="112339" y="509270"/>
                    <a:pt x="113281" y="509270"/>
                  </a:cubicBezTo>
                  <a:cubicBezTo>
                    <a:pt x="114224" y="509270"/>
                    <a:pt x="115906" y="509270"/>
                    <a:pt x="115906" y="509270"/>
                  </a:cubicBezTo>
                  <a:lnTo>
                    <a:pt x="117051" y="508194"/>
                  </a:lnTo>
                  <a:cubicBezTo>
                    <a:pt x="117051" y="508194"/>
                    <a:pt x="117757" y="504931"/>
                    <a:pt x="117757" y="504561"/>
                  </a:cubicBezTo>
                  <a:cubicBezTo>
                    <a:pt x="117757" y="504191"/>
                    <a:pt x="118397" y="502610"/>
                    <a:pt x="118498" y="502374"/>
                  </a:cubicBezTo>
                  <a:cubicBezTo>
                    <a:pt x="118565" y="502139"/>
                    <a:pt x="119743" y="500356"/>
                    <a:pt x="119743" y="500356"/>
                  </a:cubicBezTo>
                  <a:cubicBezTo>
                    <a:pt x="119743" y="500356"/>
                    <a:pt x="120618" y="499280"/>
                    <a:pt x="120988" y="498977"/>
                  </a:cubicBezTo>
                  <a:cubicBezTo>
                    <a:pt x="121358" y="498674"/>
                    <a:pt x="123748" y="496723"/>
                    <a:pt x="123748" y="496723"/>
                  </a:cubicBezTo>
                  <a:lnTo>
                    <a:pt x="125060" y="495041"/>
                  </a:lnTo>
                  <a:lnTo>
                    <a:pt x="133171" y="487068"/>
                  </a:lnTo>
                  <a:lnTo>
                    <a:pt x="135931" y="483301"/>
                  </a:lnTo>
                  <a:lnTo>
                    <a:pt x="135628" y="482594"/>
                  </a:lnTo>
                  <a:lnTo>
                    <a:pt x="133474" y="480845"/>
                  </a:lnTo>
                  <a:lnTo>
                    <a:pt x="132296" y="478524"/>
                  </a:lnTo>
                  <a:cubicBezTo>
                    <a:pt x="132296" y="478524"/>
                    <a:pt x="133036" y="477952"/>
                    <a:pt x="134315" y="477515"/>
                  </a:cubicBezTo>
                  <a:cubicBezTo>
                    <a:pt x="135628" y="477077"/>
                    <a:pt x="140541" y="475496"/>
                    <a:pt x="140541" y="475496"/>
                  </a:cubicBezTo>
                  <a:cubicBezTo>
                    <a:pt x="140541" y="475496"/>
                    <a:pt x="142291" y="473747"/>
                    <a:pt x="143133" y="473478"/>
                  </a:cubicBezTo>
                  <a:cubicBezTo>
                    <a:pt x="144008" y="473175"/>
                    <a:pt x="145590" y="471897"/>
                    <a:pt x="146027" y="471594"/>
                  </a:cubicBezTo>
                  <a:cubicBezTo>
                    <a:pt x="146465" y="471291"/>
                    <a:pt x="150503" y="468129"/>
                    <a:pt x="150671" y="467692"/>
                  </a:cubicBezTo>
                  <a:cubicBezTo>
                    <a:pt x="150806" y="467255"/>
                    <a:pt x="151816" y="466548"/>
                    <a:pt x="151816" y="466548"/>
                  </a:cubicBezTo>
                  <a:lnTo>
                    <a:pt x="155013" y="468297"/>
                  </a:lnTo>
                  <a:lnTo>
                    <a:pt x="157470" y="470888"/>
                  </a:lnTo>
                  <a:lnTo>
                    <a:pt x="158042" y="474353"/>
                  </a:lnTo>
                  <a:lnTo>
                    <a:pt x="157907" y="477380"/>
                  </a:lnTo>
                  <a:lnTo>
                    <a:pt x="158042" y="480139"/>
                  </a:lnTo>
                  <a:cubicBezTo>
                    <a:pt x="158042" y="480139"/>
                    <a:pt x="160936" y="481148"/>
                    <a:pt x="161811" y="481148"/>
                  </a:cubicBezTo>
                  <a:cubicBezTo>
                    <a:pt x="162686" y="481148"/>
                    <a:pt x="165715" y="481148"/>
                    <a:pt x="167028" y="481013"/>
                  </a:cubicBezTo>
                  <a:cubicBezTo>
                    <a:pt x="168340" y="480879"/>
                    <a:pt x="171369" y="479701"/>
                    <a:pt x="171807" y="479264"/>
                  </a:cubicBezTo>
                  <a:cubicBezTo>
                    <a:pt x="172244" y="478827"/>
                    <a:pt x="172984" y="478389"/>
                    <a:pt x="173994" y="478120"/>
                  </a:cubicBezTo>
                  <a:cubicBezTo>
                    <a:pt x="175004" y="477818"/>
                    <a:pt x="178470" y="477818"/>
                    <a:pt x="178470" y="477818"/>
                  </a:cubicBezTo>
                  <a:lnTo>
                    <a:pt x="180052" y="479264"/>
                  </a:lnTo>
                  <a:lnTo>
                    <a:pt x="178739" y="481888"/>
                  </a:lnTo>
                  <a:lnTo>
                    <a:pt x="177999" y="483032"/>
                  </a:lnTo>
                  <a:cubicBezTo>
                    <a:pt x="177999" y="483032"/>
                    <a:pt x="178134" y="486059"/>
                    <a:pt x="178436" y="486665"/>
                  </a:cubicBezTo>
                  <a:cubicBezTo>
                    <a:pt x="178739" y="487237"/>
                    <a:pt x="179446" y="488851"/>
                    <a:pt x="180018" y="489423"/>
                  </a:cubicBezTo>
                  <a:cubicBezTo>
                    <a:pt x="180590" y="489995"/>
                    <a:pt x="183047" y="493056"/>
                    <a:pt x="183047" y="493056"/>
                  </a:cubicBezTo>
                  <a:cubicBezTo>
                    <a:pt x="183047" y="493056"/>
                    <a:pt x="184057" y="494503"/>
                    <a:pt x="185067" y="495377"/>
                  </a:cubicBezTo>
                  <a:cubicBezTo>
                    <a:pt x="186076" y="496252"/>
                    <a:pt x="187961" y="497564"/>
                    <a:pt x="189139" y="498136"/>
                  </a:cubicBezTo>
                  <a:cubicBezTo>
                    <a:pt x="190283" y="498708"/>
                    <a:pt x="193480" y="499145"/>
                    <a:pt x="194927" y="499145"/>
                  </a:cubicBezTo>
                  <a:cubicBezTo>
                    <a:pt x="196374" y="499145"/>
                    <a:pt x="199134" y="499414"/>
                    <a:pt x="199134" y="499414"/>
                  </a:cubicBezTo>
                  <a:cubicBezTo>
                    <a:pt x="199134" y="499414"/>
                    <a:pt x="200144" y="499549"/>
                    <a:pt x="201019" y="500289"/>
                  </a:cubicBezTo>
                  <a:cubicBezTo>
                    <a:pt x="201894" y="501029"/>
                    <a:pt x="207110" y="504359"/>
                    <a:pt x="207110" y="504359"/>
                  </a:cubicBezTo>
                  <a:cubicBezTo>
                    <a:pt x="207110" y="504359"/>
                    <a:pt x="207817" y="504796"/>
                    <a:pt x="208423" y="505234"/>
                  </a:cubicBezTo>
                  <a:cubicBezTo>
                    <a:pt x="208995" y="505671"/>
                    <a:pt x="210307" y="507824"/>
                    <a:pt x="210307" y="507824"/>
                  </a:cubicBezTo>
                  <a:cubicBezTo>
                    <a:pt x="210307" y="507824"/>
                    <a:pt x="210745" y="509270"/>
                    <a:pt x="211452" y="509270"/>
                  </a:cubicBezTo>
                  <a:cubicBezTo>
                    <a:pt x="212158" y="509270"/>
                    <a:pt x="216096" y="509573"/>
                    <a:pt x="216533" y="509573"/>
                  </a:cubicBezTo>
                  <a:cubicBezTo>
                    <a:pt x="216971" y="509573"/>
                    <a:pt x="220740" y="508867"/>
                    <a:pt x="221312" y="508699"/>
                  </a:cubicBezTo>
                  <a:cubicBezTo>
                    <a:pt x="221885" y="508564"/>
                    <a:pt x="224207" y="508127"/>
                    <a:pt x="224207" y="508127"/>
                  </a:cubicBezTo>
                  <a:cubicBezTo>
                    <a:pt x="224207" y="508127"/>
                    <a:pt x="225654" y="507992"/>
                    <a:pt x="226226" y="508261"/>
                  </a:cubicBezTo>
                  <a:cubicBezTo>
                    <a:pt x="226798" y="508531"/>
                    <a:pt x="228414" y="512904"/>
                    <a:pt x="228414" y="512904"/>
                  </a:cubicBezTo>
                  <a:cubicBezTo>
                    <a:pt x="228414" y="512904"/>
                    <a:pt x="229120" y="515662"/>
                    <a:pt x="229861" y="516368"/>
                  </a:cubicBezTo>
                  <a:cubicBezTo>
                    <a:pt x="230601" y="517109"/>
                    <a:pt x="232755" y="517950"/>
                    <a:pt x="233630" y="518252"/>
                  </a:cubicBezTo>
                  <a:cubicBezTo>
                    <a:pt x="234505" y="518555"/>
                    <a:pt x="236962" y="519127"/>
                    <a:pt x="238140" y="519127"/>
                  </a:cubicBezTo>
                  <a:cubicBezTo>
                    <a:pt x="239284" y="519127"/>
                    <a:pt x="242919" y="518252"/>
                    <a:pt x="243356" y="517680"/>
                  </a:cubicBezTo>
                  <a:cubicBezTo>
                    <a:pt x="243794" y="517109"/>
                    <a:pt x="248573" y="510145"/>
                    <a:pt x="248573" y="510145"/>
                  </a:cubicBezTo>
                  <a:lnTo>
                    <a:pt x="250895" y="507387"/>
                  </a:lnTo>
                  <a:lnTo>
                    <a:pt x="254361" y="499986"/>
                  </a:lnTo>
                  <a:cubicBezTo>
                    <a:pt x="254361" y="499986"/>
                    <a:pt x="258433" y="498102"/>
                    <a:pt x="258433" y="497530"/>
                  </a:cubicBezTo>
                  <a:cubicBezTo>
                    <a:pt x="258433" y="496958"/>
                    <a:pt x="258299" y="493897"/>
                    <a:pt x="257121" y="492013"/>
                  </a:cubicBezTo>
                  <a:cubicBezTo>
                    <a:pt x="255977" y="490130"/>
                    <a:pt x="254664" y="489255"/>
                    <a:pt x="253217" y="487808"/>
                  </a:cubicBezTo>
                  <a:cubicBezTo>
                    <a:pt x="251770" y="486362"/>
                    <a:pt x="251904" y="487506"/>
                    <a:pt x="251770" y="486362"/>
                  </a:cubicBezTo>
                  <a:cubicBezTo>
                    <a:pt x="251635" y="485218"/>
                    <a:pt x="252039" y="483603"/>
                    <a:pt x="253217" y="482594"/>
                  </a:cubicBezTo>
                  <a:cubicBezTo>
                    <a:pt x="254395" y="481585"/>
                    <a:pt x="254967" y="481417"/>
                    <a:pt x="255539" y="481148"/>
                  </a:cubicBezTo>
                  <a:cubicBezTo>
                    <a:pt x="256111" y="480845"/>
                    <a:pt x="259443" y="480576"/>
                    <a:pt x="260318" y="480576"/>
                  </a:cubicBezTo>
                  <a:cubicBezTo>
                    <a:pt x="261193" y="480576"/>
                    <a:pt x="271761" y="480273"/>
                    <a:pt x="271761" y="480273"/>
                  </a:cubicBezTo>
                  <a:lnTo>
                    <a:pt x="275227" y="477818"/>
                  </a:lnTo>
                  <a:lnTo>
                    <a:pt x="277549" y="475362"/>
                  </a:lnTo>
                  <a:cubicBezTo>
                    <a:pt x="277549" y="475362"/>
                    <a:pt x="278862" y="474790"/>
                    <a:pt x="279871" y="473915"/>
                  </a:cubicBezTo>
                  <a:cubicBezTo>
                    <a:pt x="280881" y="473041"/>
                    <a:pt x="285088" y="471022"/>
                    <a:pt x="285963" y="470450"/>
                  </a:cubicBezTo>
                  <a:cubicBezTo>
                    <a:pt x="286838" y="469878"/>
                    <a:pt x="290607" y="468701"/>
                    <a:pt x="290607" y="468701"/>
                  </a:cubicBezTo>
                  <a:cubicBezTo>
                    <a:pt x="290607" y="468701"/>
                    <a:pt x="291752" y="467961"/>
                    <a:pt x="293199" y="467692"/>
                  </a:cubicBezTo>
                  <a:cubicBezTo>
                    <a:pt x="294646" y="467389"/>
                    <a:pt x="295386" y="466548"/>
                    <a:pt x="296530" y="465808"/>
                  </a:cubicBezTo>
                  <a:cubicBezTo>
                    <a:pt x="297675" y="465068"/>
                    <a:pt x="301040" y="462612"/>
                    <a:pt x="302184" y="462041"/>
                  </a:cubicBezTo>
                  <a:cubicBezTo>
                    <a:pt x="303329" y="461468"/>
                    <a:pt x="304507" y="460291"/>
                    <a:pt x="304507" y="460291"/>
                  </a:cubicBezTo>
                  <a:cubicBezTo>
                    <a:pt x="304507" y="460291"/>
                    <a:pt x="308276" y="460426"/>
                    <a:pt x="308713" y="460291"/>
                  </a:cubicBezTo>
                  <a:cubicBezTo>
                    <a:pt x="309151" y="460157"/>
                    <a:pt x="316252" y="459282"/>
                    <a:pt x="316824" y="459147"/>
                  </a:cubicBezTo>
                  <a:cubicBezTo>
                    <a:pt x="317396" y="459013"/>
                    <a:pt x="325372" y="458407"/>
                    <a:pt x="325372" y="458407"/>
                  </a:cubicBezTo>
                  <a:lnTo>
                    <a:pt x="327829" y="456389"/>
                  </a:lnTo>
                  <a:cubicBezTo>
                    <a:pt x="327829" y="456389"/>
                    <a:pt x="327829" y="456961"/>
                    <a:pt x="329276" y="455649"/>
                  </a:cubicBezTo>
                  <a:cubicBezTo>
                    <a:pt x="330723" y="454337"/>
                    <a:pt x="333483" y="451444"/>
                    <a:pt x="334493" y="450569"/>
                  </a:cubicBezTo>
                  <a:cubicBezTo>
                    <a:pt x="335503" y="449695"/>
                    <a:pt x="336680" y="448383"/>
                    <a:pt x="336815" y="447542"/>
                  </a:cubicBezTo>
                  <a:cubicBezTo>
                    <a:pt x="336950" y="446667"/>
                    <a:pt x="337252" y="444649"/>
                    <a:pt x="337252" y="443202"/>
                  </a:cubicBezTo>
                  <a:cubicBezTo>
                    <a:pt x="337252" y="441756"/>
                    <a:pt x="337959" y="440747"/>
                    <a:pt x="337118" y="438728"/>
                  </a:cubicBezTo>
                  <a:cubicBezTo>
                    <a:pt x="336243" y="436710"/>
                    <a:pt x="336815" y="437719"/>
                    <a:pt x="335805" y="435970"/>
                  </a:cubicBezTo>
                  <a:cubicBezTo>
                    <a:pt x="334796" y="434220"/>
                    <a:pt x="334055" y="433514"/>
                    <a:pt x="334055" y="431630"/>
                  </a:cubicBezTo>
                  <a:cubicBezTo>
                    <a:pt x="334055" y="429746"/>
                    <a:pt x="333752" y="427728"/>
                    <a:pt x="334762" y="427291"/>
                  </a:cubicBezTo>
                  <a:cubicBezTo>
                    <a:pt x="335772" y="426853"/>
                    <a:pt x="339272" y="423826"/>
                    <a:pt x="339272" y="423826"/>
                  </a:cubicBezTo>
                  <a:lnTo>
                    <a:pt x="341897" y="420495"/>
                  </a:lnTo>
                  <a:lnTo>
                    <a:pt x="346810" y="417165"/>
                  </a:lnTo>
                  <a:cubicBezTo>
                    <a:pt x="346810" y="417165"/>
                    <a:pt x="353339" y="414575"/>
                    <a:pt x="353777" y="414407"/>
                  </a:cubicBezTo>
                  <a:cubicBezTo>
                    <a:pt x="354214" y="414272"/>
                    <a:pt x="359734" y="414541"/>
                    <a:pt x="360306" y="414407"/>
                  </a:cubicBezTo>
                  <a:cubicBezTo>
                    <a:pt x="360878" y="414272"/>
                    <a:pt x="362931" y="415147"/>
                    <a:pt x="362931" y="415147"/>
                  </a:cubicBezTo>
                  <a:cubicBezTo>
                    <a:pt x="362931" y="415147"/>
                    <a:pt x="365691" y="418477"/>
                    <a:pt x="366397" y="418914"/>
                  </a:cubicBezTo>
                  <a:cubicBezTo>
                    <a:pt x="367104" y="419352"/>
                    <a:pt x="370604" y="422985"/>
                    <a:pt x="371311" y="424263"/>
                  </a:cubicBezTo>
                  <a:cubicBezTo>
                    <a:pt x="372018" y="425575"/>
                    <a:pt x="373498" y="429477"/>
                    <a:pt x="373768" y="430184"/>
                  </a:cubicBezTo>
                  <a:cubicBezTo>
                    <a:pt x="374037" y="430924"/>
                    <a:pt x="374340" y="436138"/>
                    <a:pt x="374912" y="436272"/>
                  </a:cubicBezTo>
                  <a:cubicBezTo>
                    <a:pt x="375484" y="436407"/>
                    <a:pt x="381878" y="441924"/>
                    <a:pt x="381878" y="441924"/>
                  </a:cubicBezTo>
                  <a:lnTo>
                    <a:pt x="381744" y="447878"/>
                  </a:lnTo>
                  <a:lnTo>
                    <a:pt x="384638" y="452790"/>
                  </a:lnTo>
                  <a:cubicBezTo>
                    <a:pt x="384638" y="452790"/>
                    <a:pt x="387667" y="453664"/>
                    <a:pt x="388273" y="453664"/>
                  </a:cubicBezTo>
                  <a:cubicBezTo>
                    <a:pt x="388845" y="453664"/>
                    <a:pt x="391907" y="453227"/>
                    <a:pt x="391907" y="453227"/>
                  </a:cubicBezTo>
                  <a:cubicBezTo>
                    <a:pt x="391907" y="453227"/>
                    <a:pt x="393052" y="453361"/>
                    <a:pt x="394802" y="452790"/>
                  </a:cubicBezTo>
                  <a:cubicBezTo>
                    <a:pt x="396552" y="452218"/>
                    <a:pt x="397696" y="451343"/>
                    <a:pt x="398706" y="450771"/>
                  </a:cubicBezTo>
                  <a:cubicBezTo>
                    <a:pt x="399715" y="450199"/>
                    <a:pt x="401297" y="448013"/>
                    <a:pt x="401297" y="448013"/>
                  </a:cubicBezTo>
                  <a:lnTo>
                    <a:pt x="402744" y="447138"/>
                  </a:lnTo>
                  <a:cubicBezTo>
                    <a:pt x="402744" y="447138"/>
                    <a:pt x="408095" y="448887"/>
                    <a:pt x="408398" y="449459"/>
                  </a:cubicBezTo>
                  <a:cubicBezTo>
                    <a:pt x="408701" y="450031"/>
                    <a:pt x="409273" y="453361"/>
                    <a:pt x="409273" y="453361"/>
                  </a:cubicBezTo>
                  <a:lnTo>
                    <a:pt x="410855" y="456995"/>
                  </a:lnTo>
                  <a:cubicBezTo>
                    <a:pt x="410855" y="456995"/>
                    <a:pt x="412740" y="460459"/>
                    <a:pt x="413446" y="460897"/>
                  </a:cubicBezTo>
                  <a:cubicBezTo>
                    <a:pt x="414187" y="461334"/>
                    <a:pt x="415903" y="461771"/>
                    <a:pt x="416778" y="462209"/>
                  </a:cubicBezTo>
                  <a:cubicBezTo>
                    <a:pt x="417653" y="462646"/>
                    <a:pt x="420985" y="463655"/>
                    <a:pt x="421423" y="463790"/>
                  </a:cubicBezTo>
                  <a:cubicBezTo>
                    <a:pt x="421860" y="463924"/>
                    <a:pt x="424182" y="464362"/>
                    <a:pt x="424620" y="464362"/>
                  </a:cubicBezTo>
                  <a:cubicBezTo>
                    <a:pt x="425057" y="464362"/>
                    <a:pt x="426639" y="463924"/>
                    <a:pt x="428086" y="463655"/>
                  </a:cubicBezTo>
                  <a:cubicBezTo>
                    <a:pt x="429533" y="463352"/>
                    <a:pt x="432125" y="462511"/>
                    <a:pt x="434750" y="462343"/>
                  </a:cubicBezTo>
                  <a:cubicBezTo>
                    <a:pt x="437375" y="462209"/>
                    <a:pt x="437375" y="461906"/>
                    <a:pt x="440538" y="461603"/>
                  </a:cubicBezTo>
                  <a:cubicBezTo>
                    <a:pt x="443736" y="461300"/>
                    <a:pt x="445755" y="459854"/>
                    <a:pt x="446192" y="459719"/>
                  </a:cubicBezTo>
                  <a:cubicBezTo>
                    <a:pt x="446630" y="459585"/>
                    <a:pt x="447774" y="457264"/>
                    <a:pt x="449524" y="456524"/>
                  </a:cubicBezTo>
                  <a:cubicBezTo>
                    <a:pt x="451274" y="455817"/>
                    <a:pt x="452991" y="453631"/>
                    <a:pt x="453428" y="453059"/>
                  </a:cubicBezTo>
                  <a:cubicBezTo>
                    <a:pt x="453866" y="452487"/>
                    <a:pt x="454303" y="450468"/>
                    <a:pt x="454303" y="449426"/>
                  </a:cubicBezTo>
                  <a:cubicBezTo>
                    <a:pt x="454303" y="448416"/>
                    <a:pt x="453294" y="444918"/>
                    <a:pt x="453294" y="444918"/>
                  </a:cubicBezTo>
                  <a:cubicBezTo>
                    <a:pt x="453294" y="444918"/>
                    <a:pt x="453159" y="442025"/>
                    <a:pt x="453159" y="441150"/>
                  </a:cubicBezTo>
                  <a:cubicBezTo>
                    <a:pt x="453159" y="440276"/>
                    <a:pt x="454337" y="436071"/>
                    <a:pt x="454337" y="436071"/>
                  </a:cubicBezTo>
                  <a:lnTo>
                    <a:pt x="455649" y="433884"/>
                  </a:lnTo>
                  <a:lnTo>
                    <a:pt x="458846" y="429107"/>
                  </a:lnTo>
                  <a:lnTo>
                    <a:pt x="464063" y="424600"/>
                  </a:lnTo>
                  <a:lnTo>
                    <a:pt x="471467" y="421404"/>
                  </a:lnTo>
                  <a:lnTo>
                    <a:pt x="476381" y="424162"/>
                  </a:lnTo>
                  <a:lnTo>
                    <a:pt x="481866" y="428064"/>
                  </a:lnTo>
                  <a:lnTo>
                    <a:pt x="487520" y="431967"/>
                  </a:lnTo>
                  <a:cubicBezTo>
                    <a:pt x="487520" y="431967"/>
                    <a:pt x="489539" y="434557"/>
                    <a:pt x="490280" y="434725"/>
                  </a:cubicBezTo>
                  <a:cubicBezTo>
                    <a:pt x="490987" y="434860"/>
                    <a:pt x="493914" y="436609"/>
                    <a:pt x="493914" y="436609"/>
                  </a:cubicBezTo>
                  <a:lnTo>
                    <a:pt x="494924" y="439805"/>
                  </a:lnTo>
                  <a:lnTo>
                    <a:pt x="497381" y="443572"/>
                  </a:lnTo>
                  <a:lnTo>
                    <a:pt x="498694" y="444144"/>
                  </a:lnTo>
                  <a:lnTo>
                    <a:pt x="501453" y="443572"/>
                  </a:lnTo>
                  <a:lnTo>
                    <a:pt x="502328" y="440948"/>
                  </a:lnTo>
                  <a:lnTo>
                    <a:pt x="502900" y="437181"/>
                  </a:lnTo>
                  <a:lnTo>
                    <a:pt x="502766" y="434860"/>
                  </a:lnTo>
                  <a:lnTo>
                    <a:pt x="502766" y="431799"/>
                  </a:lnTo>
                  <a:cubicBezTo>
                    <a:pt x="502766" y="431799"/>
                    <a:pt x="502631" y="428165"/>
                    <a:pt x="503069" y="427594"/>
                  </a:cubicBezTo>
                  <a:cubicBezTo>
                    <a:pt x="503506" y="427022"/>
                    <a:pt x="504381" y="426012"/>
                    <a:pt x="504819" y="425407"/>
                  </a:cubicBezTo>
                  <a:cubicBezTo>
                    <a:pt x="505256" y="424835"/>
                    <a:pt x="507006" y="423389"/>
                    <a:pt x="507006" y="423389"/>
                  </a:cubicBezTo>
                  <a:lnTo>
                    <a:pt x="509766" y="421067"/>
                  </a:lnTo>
                  <a:cubicBezTo>
                    <a:pt x="509766" y="421067"/>
                    <a:pt x="509766" y="417737"/>
                    <a:pt x="509900" y="417165"/>
                  </a:cubicBezTo>
                  <a:cubicBezTo>
                    <a:pt x="510035" y="416593"/>
                    <a:pt x="514679" y="411514"/>
                    <a:pt x="515252" y="411245"/>
                  </a:cubicBezTo>
                  <a:cubicBezTo>
                    <a:pt x="515824" y="410942"/>
                    <a:pt x="516564" y="410505"/>
                    <a:pt x="516564" y="410505"/>
                  </a:cubicBezTo>
                  <a:lnTo>
                    <a:pt x="518449" y="409630"/>
                  </a:lnTo>
                  <a:lnTo>
                    <a:pt x="521343" y="410942"/>
                  </a:lnTo>
                  <a:lnTo>
                    <a:pt x="522656" y="413398"/>
                  </a:lnTo>
                  <a:cubicBezTo>
                    <a:pt x="522656" y="413398"/>
                    <a:pt x="522353" y="416593"/>
                    <a:pt x="522521" y="417468"/>
                  </a:cubicBezTo>
                  <a:cubicBezTo>
                    <a:pt x="522656" y="418343"/>
                    <a:pt x="527165" y="421942"/>
                    <a:pt x="527165" y="421942"/>
                  </a:cubicBezTo>
                  <a:cubicBezTo>
                    <a:pt x="527165" y="421942"/>
                    <a:pt x="530800" y="422379"/>
                    <a:pt x="531641" y="422077"/>
                  </a:cubicBezTo>
                  <a:cubicBezTo>
                    <a:pt x="532516" y="421774"/>
                    <a:pt x="536286" y="422648"/>
                    <a:pt x="536993" y="421639"/>
                  </a:cubicBezTo>
                  <a:cubicBezTo>
                    <a:pt x="537699" y="420630"/>
                    <a:pt x="540896" y="417434"/>
                    <a:pt x="540896" y="417434"/>
                  </a:cubicBezTo>
                  <a:cubicBezTo>
                    <a:pt x="540896" y="417434"/>
                    <a:pt x="541603" y="417131"/>
                    <a:pt x="542041" y="416863"/>
                  </a:cubicBezTo>
                  <a:cubicBezTo>
                    <a:pt x="542478" y="416560"/>
                    <a:pt x="543353" y="415281"/>
                    <a:pt x="543791" y="413835"/>
                  </a:cubicBezTo>
                  <a:cubicBezTo>
                    <a:pt x="544228" y="412388"/>
                    <a:pt x="544935" y="409630"/>
                    <a:pt x="544935" y="409630"/>
                  </a:cubicBezTo>
                  <a:lnTo>
                    <a:pt x="544800" y="406602"/>
                  </a:lnTo>
                  <a:cubicBezTo>
                    <a:pt x="544800" y="406602"/>
                    <a:pt x="544531" y="404281"/>
                    <a:pt x="543925" y="404012"/>
                  </a:cubicBezTo>
                  <a:cubicBezTo>
                    <a:pt x="543353" y="403709"/>
                    <a:pt x="540593" y="403003"/>
                    <a:pt x="539719" y="403003"/>
                  </a:cubicBezTo>
                  <a:cubicBezTo>
                    <a:pt x="538843" y="403003"/>
                    <a:pt x="536084" y="403877"/>
                    <a:pt x="536084" y="403877"/>
                  </a:cubicBezTo>
                  <a:lnTo>
                    <a:pt x="534132" y="404180"/>
                  </a:lnTo>
                  <a:lnTo>
                    <a:pt x="532314" y="403608"/>
                  </a:lnTo>
                  <a:lnTo>
                    <a:pt x="532314" y="402296"/>
                  </a:lnTo>
                  <a:cubicBezTo>
                    <a:pt x="532314" y="402296"/>
                    <a:pt x="532617" y="400715"/>
                    <a:pt x="533055" y="400547"/>
                  </a:cubicBezTo>
                  <a:cubicBezTo>
                    <a:pt x="533492" y="400413"/>
                    <a:pt x="534065" y="399672"/>
                    <a:pt x="534502" y="399235"/>
                  </a:cubicBezTo>
                  <a:cubicBezTo>
                    <a:pt x="534939" y="398798"/>
                    <a:pt x="535646" y="398361"/>
                    <a:pt x="535949" y="397923"/>
                  </a:cubicBezTo>
                  <a:cubicBezTo>
                    <a:pt x="536252" y="397486"/>
                    <a:pt x="536959" y="397049"/>
                    <a:pt x="537531" y="396914"/>
                  </a:cubicBezTo>
                  <a:cubicBezTo>
                    <a:pt x="538103" y="396780"/>
                    <a:pt x="539113" y="395905"/>
                    <a:pt x="539685" y="395602"/>
                  </a:cubicBezTo>
                  <a:cubicBezTo>
                    <a:pt x="540257" y="395299"/>
                    <a:pt x="544026" y="393281"/>
                    <a:pt x="544026" y="393281"/>
                  </a:cubicBezTo>
                  <a:cubicBezTo>
                    <a:pt x="544026" y="393281"/>
                    <a:pt x="544598" y="392978"/>
                    <a:pt x="545473" y="392406"/>
                  </a:cubicBezTo>
                  <a:cubicBezTo>
                    <a:pt x="546348" y="391835"/>
                    <a:pt x="547358" y="390960"/>
                    <a:pt x="548233" y="390657"/>
                  </a:cubicBezTo>
                  <a:cubicBezTo>
                    <a:pt x="549108" y="390354"/>
                    <a:pt x="549243" y="390085"/>
                    <a:pt x="549848" y="389782"/>
                  </a:cubicBezTo>
                  <a:cubicBezTo>
                    <a:pt x="550421" y="389480"/>
                    <a:pt x="551430" y="389211"/>
                    <a:pt x="551868" y="389211"/>
                  </a:cubicBezTo>
                  <a:cubicBezTo>
                    <a:pt x="552305" y="389211"/>
                    <a:pt x="554055" y="389211"/>
                    <a:pt x="554055" y="389211"/>
                  </a:cubicBezTo>
                  <a:lnTo>
                    <a:pt x="555200" y="390085"/>
                  </a:lnTo>
                  <a:lnTo>
                    <a:pt x="555906" y="391532"/>
                  </a:lnTo>
                  <a:lnTo>
                    <a:pt x="558094" y="394290"/>
                  </a:lnTo>
                  <a:lnTo>
                    <a:pt x="559978" y="396174"/>
                  </a:lnTo>
                  <a:cubicBezTo>
                    <a:pt x="559978" y="396174"/>
                    <a:pt x="561291" y="397049"/>
                    <a:pt x="561863" y="397183"/>
                  </a:cubicBezTo>
                  <a:cubicBezTo>
                    <a:pt x="562435" y="397318"/>
                    <a:pt x="563007" y="397923"/>
                    <a:pt x="564185" y="397923"/>
                  </a:cubicBezTo>
                  <a:cubicBezTo>
                    <a:pt x="565363" y="397923"/>
                    <a:pt x="566642" y="398058"/>
                    <a:pt x="567786" y="398361"/>
                  </a:cubicBezTo>
                  <a:cubicBezTo>
                    <a:pt x="568964" y="398663"/>
                    <a:pt x="570546" y="398933"/>
                    <a:pt x="571421" y="398933"/>
                  </a:cubicBezTo>
                  <a:cubicBezTo>
                    <a:pt x="572296" y="398933"/>
                    <a:pt x="574450" y="398495"/>
                    <a:pt x="574450" y="398495"/>
                  </a:cubicBezTo>
                  <a:lnTo>
                    <a:pt x="575762" y="395737"/>
                  </a:lnTo>
                  <a:lnTo>
                    <a:pt x="576772" y="395299"/>
                  </a:lnTo>
                  <a:lnTo>
                    <a:pt x="576638" y="393146"/>
                  </a:lnTo>
                  <a:cubicBezTo>
                    <a:pt x="576638" y="393146"/>
                    <a:pt x="577210" y="392272"/>
                    <a:pt x="576503" y="392137"/>
                  </a:cubicBezTo>
                  <a:cubicBezTo>
                    <a:pt x="575762" y="392003"/>
                    <a:pt x="574753" y="390119"/>
                    <a:pt x="574753" y="390119"/>
                  </a:cubicBezTo>
                  <a:cubicBezTo>
                    <a:pt x="574753" y="390119"/>
                    <a:pt x="574450" y="390253"/>
                    <a:pt x="574450" y="389244"/>
                  </a:cubicBezTo>
                  <a:cubicBezTo>
                    <a:pt x="574450" y="388235"/>
                    <a:pt x="575325" y="387360"/>
                    <a:pt x="575762" y="387360"/>
                  </a:cubicBezTo>
                  <a:cubicBezTo>
                    <a:pt x="576200" y="387360"/>
                    <a:pt x="577950" y="386486"/>
                    <a:pt x="578085" y="386048"/>
                  </a:cubicBezTo>
                  <a:cubicBezTo>
                    <a:pt x="578219" y="385611"/>
                    <a:pt x="578522" y="385039"/>
                    <a:pt x="578657" y="384165"/>
                  </a:cubicBezTo>
                  <a:cubicBezTo>
                    <a:pt x="578791" y="383290"/>
                    <a:pt x="579532" y="381574"/>
                    <a:pt x="579801" y="380969"/>
                  </a:cubicBezTo>
                  <a:cubicBezTo>
                    <a:pt x="580070" y="380397"/>
                    <a:pt x="580676" y="378951"/>
                    <a:pt x="581989" y="377504"/>
                  </a:cubicBezTo>
                  <a:cubicBezTo>
                    <a:pt x="583301" y="376058"/>
                    <a:pt x="584311" y="374880"/>
                    <a:pt x="584883" y="374308"/>
                  </a:cubicBezTo>
                  <a:cubicBezTo>
                    <a:pt x="585455" y="373736"/>
                    <a:pt x="587071" y="372727"/>
                    <a:pt x="587071" y="371550"/>
                  </a:cubicBezTo>
                  <a:cubicBezTo>
                    <a:pt x="587071" y="370406"/>
                    <a:pt x="587373" y="364317"/>
                    <a:pt x="587373" y="364317"/>
                  </a:cubicBezTo>
                  <a:lnTo>
                    <a:pt x="589696" y="363174"/>
                  </a:lnTo>
                  <a:cubicBezTo>
                    <a:pt x="589696" y="363174"/>
                    <a:pt x="591715" y="363611"/>
                    <a:pt x="592287" y="363174"/>
                  </a:cubicBezTo>
                  <a:cubicBezTo>
                    <a:pt x="592422" y="363073"/>
                    <a:pt x="592758" y="363039"/>
                    <a:pt x="593162" y="363005"/>
                  </a:cubicBezTo>
                  <a:lnTo>
                    <a:pt x="592758" y="357320"/>
                  </a:lnTo>
                  <a:lnTo>
                    <a:pt x="592758" y="357320"/>
                  </a:lnTo>
                  <a:close/>
                </a:path>
              </a:pathLst>
            </a:custGeom>
            <a:grpFill/>
            <a:ln w="6350" cap="flat">
              <a:solidFill>
                <a:schemeClr val="bg1"/>
              </a:solidFill>
              <a:prstDash val="solid"/>
              <a:miter/>
            </a:ln>
          </p:spPr>
          <p:txBody>
            <a:bodyPr rtlCol="0" anchor="ctr"/>
            <a:lstStyle/>
            <a:p>
              <a:endParaRPr lang="en-US"/>
            </a:p>
          </p:txBody>
        </p:sp>
        <p:sp>
          <p:nvSpPr>
            <p:cNvPr id="178" name="Freeform 895">
              <a:extLst>
                <a:ext uri="{FF2B5EF4-FFF2-40B4-BE49-F238E27FC236}">
                  <a16:creationId xmlns:a16="http://schemas.microsoft.com/office/drawing/2014/main" id="{F3549B2C-F8BE-EB82-E416-0C3DA4EEC9C2}"/>
                </a:ext>
              </a:extLst>
            </p:cNvPr>
            <p:cNvSpPr/>
            <p:nvPr/>
          </p:nvSpPr>
          <p:spPr>
            <a:xfrm>
              <a:off x="7510745" y="2987813"/>
              <a:ext cx="246129" cy="241815"/>
            </a:xfrm>
            <a:custGeom>
              <a:avLst/>
              <a:gdLst>
                <a:gd name="connsiteX0" fmla="*/ 338195 w 472543"/>
                <a:gd name="connsiteY0" fmla="*/ 458407 h 464260"/>
                <a:gd name="connsiteX1" fmla="*/ 339272 w 472543"/>
                <a:gd name="connsiteY1" fmla="*/ 456221 h 464260"/>
                <a:gd name="connsiteX2" fmla="*/ 340349 w 472543"/>
                <a:gd name="connsiteY2" fmla="*/ 455582 h 464260"/>
                <a:gd name="connsiteX3" fmla="*/ 342974 w 472543"/>
                <a:gd name="connsiteY3" fmla="*/ 456994 h 464260"/>
                <a:gd name="connsiteX4" fmla="*/ 346137 w 472543"/>
                <a:gd name="connsiteY4" fmla="*/ 460796 h 464260"/>
                <a:gd name="connsiteX5" fmla="*/ 350277 w 472543"/>
                <a:gd name="connsiteY5" fmla="*/ 463823 h 464260"/>
                <a:gd name="connsiteX6" fmla="*/ 353003 w 472543"/>
                <a:gd name="connsiteY6" fmla="*/ 464260 h 464260"/>
                <a:gd name="connsiteX7" fmla="*/ 357142 w 472543"/>
                <a:gd name="connsiteY7" fmla="*/ 464260 h 464260"/>
                <a:gd name="connsiteX8" fmla="*/ 358892 w 472543"/>
                <a:gd name="connsiteY8" fmla="*/ 461536 h 464260"/>
                <a:gd name="connsiteX9" fmla="*/ 360407 w 472543"/>
                <a:gd name="connsiteY9" fmla="*/ 461872 h 464260"/>
                <a:gd name="connsiteX10" fmla="*/ 362695 w 472543"/>
                <a:gd name="connsiteY10" fmla="*/ 463083 h 464260"/>
                <a:gd name="connsiteX11" fmla="*/ 364647 w 472543"/>
                <a:gd name="connsiteY11" fmla="*/ 463184 h 464260"/>
                <a:gd name="connsiteX12" fmla="*/ 366162 w 472543"/>
                <a:gd name="connsiteY12" fmla="*/ 462848 h 464260"/>
                <a:gd name="connsiteX13" fmla="*/ 367239 w 472543"/>
                <a:gd name="connsiteY13" fmla="*/ 460997 h 464260"/>
                <a:gd name="connsiteX14" fmla="*/ 367239 w 472543"/>
                <a:gd name="connsiteY14" fmla="*/ 457970 h 464260"/>
                <a:gd name="connsiteX15" fmla="*/ 367272 w 472543"/>
                <a:gd name="connsiteY15" fmla="*/ 456019 h 464260"/>
                <a:gd name="connsiteX16" fmla="*/ 368450 w 472543"/>
                <a:gd name="connsiteY16" fmla="*/ 453529 h 464260"/>
                <a:gd name="connsiteX17" fmla="*/ 369527 w 472543"/>
                <a:gd name="connsiteY17" fmla="*/ 451780 h 464260"/>
                <a:gd name="connsiteX18" fmla="*/ 370301 w 472543"/>
                <a:gd name="connsiteY18" fmla="*/ 450468 h 464260"/>
                <a:gd name="connsiteX19" fmla="*/ 371176 w 472543"/>
                <a:gd name="connsiteY19" fmla="*/ 447642 h 464260"/>
                <a:gd name="connsiteX20" fmla="*/ 371176 w 472543"/>
                <a:gd name="connsiteY20" fmla="*/ 445893 h 464260"/>
                <a:gd name="connsiteX21" fmla="*/ 371176 w 472543"/>
                <a:gd name="connsiteY21" fmla="*/ 444144 h 464260"/>
                <a:gd name="connsiteX22" fmla="*/ 371210 w 472543"/>
                <a:gd name="connsiteY22" fmla="*/ 441756 h 464260"/>
                <a:gd name="connsiteX23" fmla="*/ 371715 w 472543"/>
                <a:gd name="connsiteY23" fmla="*/ 439031 h 464260"/>
                <a:gd name="connsiteX24" fmla="*/ 373128 w 472543"/>
                <a:gd name="connsiteY24" fmla="*/ 437080 h 464260"/>
                <a:gd name="connsiteX25" fmla="*/ 374979 w 472543"/>
                <a:gd name="connsiteY25" fmla="*/ 434254 h 464260"/>
                <a:gd name="connsiteX26" fmla="*/ 376931 w 472543"/>
                <a:gd name="connsiteY26" fmla="*/ 432942 h 464260"/>
                <a:gd name="connsiteX27" fmla="*/ 379758 w 472543"/>
                <a:gd name="connsiteY27" fmla="*/ 432942 h 464260"/>
                <a:gd name="connsiteX28" fmla="*/ 380835 w 472543"/>
                <a:gd name="connsiteY28" fmla="*/ 431630 h 464260"/>
                <a:gd name="connsiteX29" fmla="*/ 383595 w 472543"/>
                <a:gd name="connsiteY29" fmla="*/ 431933 h 464260"/>
                <a:gd name="connsiteX30" fmla="*/ 383662 w 472543"/>
                <a:gd name="connsiteY30" fmla="*/ 432336 h 464260"/>
                <a:gd name="connsiteX31" fmla="*/ 383527 w 472543"/>
                <a:gd name="connsiteY31" fmla="*/ 431495 h 464260"/>
                <a:gd name="connsiteX32" fmla="*/ 384100 w 472543"/>
                <a:gd name="connsiteY32" fmla="*/ 427728 h 464260"/>
                <a:gd name="connsiteX33" fmla="*/ 385244 w 472543"/>
                <a:gd name="connsiteY33" fmla="*/ 425407 h 464260"/>
                <a:gd name="connsiteX34" fmla="*/ 385681 w 472543"/>
                <a:gd name="connsiteY34" fmla="*/ 421942 h 464260"/>
                <a:gd name="connsiteX35" fmla="*/ 385816 w 472543"/>
                <a:gd name="connsiteY35" fmla="*/ 418477 h 464260"/>
                <a:gd name="connsiteX36" fmla="*/ 385816 w 472543"/>
                <a:gd name="connsiteY36" fmla="*/ 416459 h 464260"/>
                <a:gd name="connsiteX37" fmla="*/ 383191 w 472543"/>
                <a:gd name="connsiteY37" fmla="*/ 416459 h 464260"/>
                <a:gd name="connsiteX38" fmla="*/ 379422 w 472543"/>
                <a:gd name="connsiteY38" fmla="*/ 415012 h 464260"/>
                <a:gd name="connsiteX39" fmla="*/ 377100 w 472543"/>
                <a:gd name="connsiteY39" fmla="*/ 412119 h 464260"/>
                <a:gd name="connsiteX40" fmla="*/ 377100 w 472543"/>
                <a:gd name="connsiteY40" fmla="*/ 409495 h 464260"/>
                <a:gd name="connsiteX41" fmla="*/ 380566 w 472543"/>
                <a:gd name="connsiteY41" fmla="*/ 408049 h 464260"/>
                <a:gd name="connsiteX42" fmla="*/ 382888 w 472543"/>
                <a:gd name="connsiteY42" fmla="*/ 405728 h 464260"/>
                <a:gd name="connsiteX43" fmla="*/ 385513 w 472543"/>
                <a:gd name="connsiteY43" fmla="*/ 403709 h 464260"/>
                <a:gd name="connsiteX44" fmla="*/ 386085 w 472543"/>
                <a:gd name="connsiteY44" fmla="*/ 400816 h 464260"/>
                <a:gd name="connsiteX45" fmla="*/ 386388 w 472543"/>
                <a:gd name="connsiteY45" fmla="*/ 396477 h 464260"/>
                <a:gd name="connsiteX46" fmla="*/ 384369 w 472543"/>
                <a:gd name="connsiteY46" fmla="*/ 395333 h 464260"/>
                <a:gd name="connsiteX47" fmla="*/ 381172 w 472543"/>
                <a:gd name="connsiteY47" fmla="*/ 392440 h 464260"/>
                <a:gd name="connsiteX48" fmla="*/ 380600 w 472543"/>
                <a:gd name="connsiteY48" fmla="*/ 389244 h 464260"/>
                <a:gd name="connsiteX49" fmla="*/ 380600 w 472543"/>
                <a:gd name="connsiteY49" fmla="*/ 385174 h 464260"/>
                <a:gd name="connsiteX50" fmla="*/ 381172 w 472543"/>
                <a:gd name="connsiteY50" fmla="*/ 382584 h 464260"/>
                <a:gd name="connsiteX51" fmla="*/ 383763 w 472543"/>
                <a:gd name="connsiteY51" fmla="*/ 377941 h 464260"/>
                <a:gd name="connsiteX52" fmla="*/ 387532 w 472543"/>
                <a:gd name="connsiteY52" fmla="*/ 372424 h 464260"/>
                <a:gd name="connsiteX53" fmla="*/ 386960 w 472543"/>
                <a:gd name="connsiteY53" fmla="*/ 365764 h 464260"/>
                <a:gd name="connsiteX54" fmla="*/ 383460 w 472543"/>
                <a:gd name="connsiteY54" fmla="*/ 361693 h 464260"/>
                <a:gd name="connsiteX55" fmla="*/ 382114 w 472543"/>
                <a:gd name="connsiteY55" fmla="*/ 356984 h 464260"/>
                <a:gd name="connsiteX56" fmla="*/ 380768 w 472543"/>
                <a:gd name="connsiteY56" fmla="*/ 356647 h 464260"/>
                <a:gd name="connsiteX57" fmla="*/ 374643 w 472543"/>
                <a:gd name="connsiteY57" fmla="*/ 353956 h 464260"/>
                <a:gd name="connsiteX58" fmla="*/ 368248 w 472543"/>
                <a:gd name="connsiteY58" fmla="*/ 351097 h 464260"/>
                <a:gd name="connsiteX59" fmla="*/ 366633 w 472543"/>
                <a:gd name="connsiteY59" fmla="*/ 346488 h 464260"/>
                <a:gd name="connsiteX60" fmla="*/ 366633 w 472543"/>
                <a:gd name="connsiteY60" fmla="*/ 341711 h 464260"/>
                <a:gd name="connsiteX61" fmla="*/ 370335 w 472543"/>
                <a:gd name="connsiteY61" fmla="*/ 340197 h 464260"/>
                <a:gd name="connsiteX62" fmla="*/ 368383 w 472543"/>
                <a:gd name="connsiteY62" fmla="*/ 333907 h 464260"/>
                <a:gd name="connsiteX63" fmla="*/ 366633 w 472543"/>
                <a:gd name="connsiteY63" fmla="*/ 329567 h 464260"/>
                <a:gd name="connsiteX64" fmla="*/ 361181 w 472543"/>
                <a:gd name="connsiteY64" fmla="*/ 328491 h 464260"/>
                <a:gd name="connsiteX65" fmla="*/ 353777 w 472543"/>
                <a:gd name="connsiteY65" fmla="*/ 333705 h 464260"/>
                <a:gd name="connsiteX66" fmla="*/ 349200 w 472543"/>
                <a:gd name="connsiteY66" fmla="*/ 331115 h 464260"/>
                <a:gd name="connsiteX67" fmla="*/ 347786 w 472543"/>
                <a:gd name="connsiteY67" fmla="*/ 326338 h 464260"/>
                <a:gd name="connsiteX68" fmla="*/ 349200 w 472543"/>
                <a:gd name="connsiteY68" fmla="*/ 324589 h 464260"/>
                <a:gd name="connsiteX69" fmla="*/ 349200 w 472543"/>
                <a:gd name="connsiteY69" fmla="*/ 322839 h 464260"/>
                <a:gd name="connsiteX70" fmla="*/ 343983 w 472543"/>
                <a:gd name="connsiteY70" fmla="*/ 318500 h 464260"/>
                <a:gd name="connsiteX71" fmla="*/ 343983 w 472543"/>
                <a:gd name="connsiteY71" fmla="*/ 315674 h 464260"/>
                <a:gd name="connsiteX72" fmla="*/ 345296 w 472543"/>
                <a:gd name="connsiteY72" fmla="*/ 310023 h 464260"/>
                <a:gd name="connsiteX73" fmla="*/ 345935 w 472543"/>
                <a:gd name="connsiteY73" fmla="*/ 305885 h 464260"/>
                <a:gd name="connsiteX74" fmla="*/ 343983 w 472543"/>
                <a:gd name="connsiteY74" fmla="*/ 302185 h 464260"/>
                <a:gd name="connsiteX75" fmla="*/ 337017 w 472543"/>
                <a:gd name="connsiteY75" fmla="*/ 296533 h 464260"/>
                <a:gd name="connsiteX76" fmla="*/ 328536 w 472543"/>
                <a:gd name="connsiteY76" fmla="*/ 291521 h 464260"/>
                <a:gd name="connsiteX77" fmla="*/ 323084 w 472543"/>
                <a:gd name="connsiteY77" fmla="*/ 289133 h 464260"/>
                <a:gd name="connsiteX78" fmla="*/ 323084 w 472543"/>
                <a:gd name="connsiteY78" fmla="*/ 282606 h 464260"/>
                <a:gd name="connsiteX79" fmla="*/ 321771 w 472543"/>
                <a:gd name="connsiteY79" fmla="*/ 277830 h 464260"/>
                <a:gd name="connsiteX80" fmla="*/ 318608 w 472543"/>
                <a:gd name="connsiteY80" fmla="*/ 275677 h 464260"/>
                <a:gd name="connsiteX81" fmla="*/ 314367 w 472543"/>
                <a:gd name="connsiteY81" fmla="*/ 277426 h 464260"/>
                <a:gd name="connsiteX82" fmla="*/ 314367 w 472543"/>
                <a:gd name="connsiteY82" fmla="*/ 282640 h 464260"/>
                <a:gd name="connsiteX83" fmla="*/ 312180 w 472543"/>
                <a:gd name="connsiteY83" fmla="*/ 284154 h 464260"/>
                <a:gd name="connsiteX84" fmla="*/ 309992 w 472543"/>
                <a:gd name="connsiteY84" fmla="*/ 285903 h 464260"/>
                <a:gd name="connsiteX85" fmla="*/ 303261 w 472543"/>
                <a:gd name="connsiteY85" fmla="*/ 286980 h 464260"/>
                <a:gd name="connsiteX86" fmla="*/ 299795 w 472543"/>
                <a:gd name="connsiteY86" fmla="*/ 283077 h 464260"/>
                <a:gd name="connsiteX87" fmla="*/ 296530 w 472543"/>
                <a:gd name="connsiteY87" fmla="*/ 277426 h 464260"/>
                <a:gd name="connsiteX88" fmla="*/ 296530 w 472543"/>
                <a:gd name="connsiteY88" fmla="*/ 272212 h 464260"/>
                <a:gd name="connsiteX89" fmla="*/ 298920 w 472543"/>
                <a:gd name="connsiteY89" fmla="*/ 269823 h 464260"/>
                <a:gd name="connsiteX90" fmla="*/ 303497 w 472543"/>
                <a:gd name="connsiteY90" fmla="*/ 267637 h 464260"/>
                <a:gd name="connsiteX91" fmla="*/ 309151 w 472543"/>
                <a:gd name="connsiteY91" fmla="*/ 271102 h 464260"/>
                <a:gd name="connsiteX92" fmla="*/ 312617 w 472543"/>
                <a:gd name="connsiteY92" fmla="*/ 270900 h 464260"/>
                <a:gd name="connsiteX93" fmla="*/ 312180 w 472543"/>
                <a:gd name="connsiteY93" fmla="*/ 263297 h 464260"/>
                <a:gd name="connsiteX94" fmla="*/ 312382 w 472543"/>
                <a:gd name="connsiteY94" fmla="*/ 260034 h 464260"/>
                <a:gd name="connsiteX95" fmla="*/ 315646 w 472543"/>
                <a:gd name="connsiteY95" fmla="*/ 257410 h 464260"/>
                <a:gd name="connsiteX96" fmla="*/ 309555 w 472543"/>
                <a:gd name="connsiteY96" fmla="*/ 254585 h 464260"/>
                <a:gd name="connsiteX97" fmla="*/ 304776 w 472543"/>
                <a:gd name="connsiteY97" fmla="*/ 252398 h 464260"/>
                <a:gd name="connsiteX98" fmla="*/ 305853 w 472543"/>
                <a:gd name="connsiteY98" fmla="*/ 249370 h 464260"/>
                <a:gd name="connsiteX99" fmla="*/ 311069 w 472543"/>
                <a:gd name="connsiteY99" fmla="*/ 246545 h 464260"/>
                <a:gd name="connsiteX100" fmla="*/ 313459 w 472543"/>
                <a:gd name="connsiteY100" fmla="*/ 245468 h 464260"/>
                <a:gd name="connsiteX101" fmla="*/ 313896 w 472543"/>
                <a:gd name="connsiteY101" fmla="*/ 240052 h 464260"/>
                <a:gd name="connsiteX102" fmla="*/ 312146 w 472543"/>
                <a:gd name="connsiteY102" fmla="*/ 233964 h 464260"/>
                <a:gd name="connsiteX103" fmla="*/ 311271 w 472543"/>
                <a:gd name="connsiteY103" fmla="*/ 226798 h 464260"/>
                <a:gd name="connsiteX104" fmla="*/ 308444 w 472543"/>
                <a:gd name="connsiteY104" fmla="*/ 223098 h 464260"/>
                <a:gd name="connsiteX105" fmla="*/ 302555 w 472543"/>
                <a:gd name="connsiteY105" fmla="*/ 219633 h 464260"/>
                <a:gd name="connsiteX106" fmla="*/ 300165 w 472543"/>
                <a:gd name="connsiteY106" fmla="*/ 212232 h 464260"/>
                <a:gd name="connsiteX107" fmla="*/ 298853 w 472543"/>
                <a:gd name="connsiteY107" fmla="*/ 206581 h 464260"/>
                <a:gd name="connsiteX108" fmla="*/ 299963 w 472543"/>
                <a:gd name="connsiteY108" fmla="*/ 201804 h 464260"/>
                <a:gd name="connsiteX109" fmla="*/ 301478 w 472543"/>
                <a:gd name="connsiteY109" fmla="*/ 200055 h 464260"/>
                <a:gd name="connsiteX110" fmla="*/ 304742 w 472543"/>
                <a:gd name="connsiteY110" fmla="*/ 200055 h 464260"/>
                <a:gd name="connsiteX111" fmla="*/ 308209 w 472543"/>
                <a:gd name="connsiteY111" fmla="*/ 200055 h 464260"/>
                <a:gd name="connsiteX112" fmla="*/ 309959 w 472543"/>
                <a:gd name="connsiteY112" fmla="*/ 200055 h 464260"/>
                <a:gd name="connsiteX113" fmla="*/ 313661 w 472543"/>
                <a:gd name="connsiteY113" fmla="*/ 200055 h 464260"/>
                <a:gd name="connsiteX114" fmla="*/ 321065 w 472543"/>
                <a:gd name="connsiteY114" fmla="*/ 199752 h 464260"/>
                <a:gd name="connsiteX115" fmla="*/ 320863 w 472543"/>
                <a:gd name="connsiteY115" fmla="*/ 195244 h 464260"/>
                <a:gd name="connsiteX116" fmla="*/ 321300 w 472543"/>
                <a:gd name="connsiteY116" fmla="*/ 191779 h 464260"/>
                <a:gd name="connsiteX117" fmla="*/ 321300 w 472543"/>
                <a:gd name="connsiteY117" fmla="*/ 188752 h 464260"/>
                <a:gd name="connsiteX118" fmla="*/ 323892 w 472543"/>
                <a:gd name="connsiteY118" fmla="*/ 184412 h 464260"/>
                <a:gd name="connsiteX119" fmla="*/ 325642 w 472543"/>
                <a:gd name="connsiteY119" fmla="*/ 184412 h 464260"/>
                <a:gd name="connsiteX120" fmla="*/ 331060 w 472543"/>
                <a:gd name="connsiteY120" fmla="*/ 189189 h 464260"/>
                <a:gd name="connsiteX121" fmla="*/ 336950 w 472543"/>
                <a:gd name="connsiteY121" fmla="*/ 195715 h 464260"/>
                <a:gd name="connsiteX122" fmla="*/ 339777 w 472543"/>
                <a:gd name="connsiteY122" fmla="*/ 199853 h 464260"/>
                <a:gd name="connsiteX123" fmla="*/ 342839 w 472543"/>
                <a:gd name="connsiteY123" fmla="*/ 199214 h 464260"/>
                <a:gd name="connsiteX124" fmla="*/ 344556 w 472543"/>
                <a:gd name="connsiteY124" fmla="*/ 196590 h 464260"/>
                <a:gd name="connsiteX125" fmla="*/ 345632 w 472543"/>
                <a:gd name="connsiteY125" fmla="*/ 195076 h 464260"/>
                <a:gd name="connsiteX126" fmla="*/ 346070 w 472543"/>
                <a:gd name="connsiteY126" fmla="*/ 193125 h 464260"/>
                <a:gd name="connsiteX127" fmla="*/ 347147 w 472543"/>
                <a:gd name="connsiteY127" fmla="*/ 190938 h 464260"/>
                <a:gd name="connsiteX128" fmla="*/ 349974 w 472543"/>
                <a:gd name="connsiteY128" fmla="*/ 189627 h 464260"/>
                <a:gd name="connsiteX129" fmla="*/ 353238 w 472543"/>
                <a:gd name="connsiteY129" fmla="*/ 187675 h 464260"/>
                <a:gd name="connsiteX130" fmla="*/ 354753 w 472543"/>
                <a:gd name="connsiteY130" fmla="*/ 185724 h 464260"/>
                <a:gd name="connsiteX131" fmla="*/ 355830 w 472543"/>
                <a:gd name="connsiteY131" fmla="*/ 184412 h 464260"/>
                <a:gd name="connsiteX132" fmla="*/ 360407 w 472543"/>
                <a:gd name="connsiteY132" fmla="*/ 184412 h 464260"/>
                <a:gd name="connsiteX133" fmla="*/ 364546 w 472543"/>
                <a:gd name="connsiteY133" fmla="*/ 185724 h 464260"/>
                <a:gd name="connsiteX134" fmla="*/ 368686 w 472543"/>
                <a:gd name="connsiteY134" fmla="*/ 187036 h 464260"/>
                <a:gd name="connsiteX135" fmla="*/ 371277 w 472543"/>
                <a:gd name="connsiteY135" fmla="*/ 190064 h 464260"/>
                <a:gd name="connsiteX136" fmla="*/ 374340 w 472543"/>
                <a:gd name="connsiteY136" fmla="*/ 195715 h 464260"/>
                <a:gd name="connsiteX137" fmla="*/ 377806 w 472543"/>
                <a:gd name="connsiteY137" fmla="*/ 195480 h 464260"/>
                <a:gd name="connsiteX138" fmla="*/ 380903 w 472543"/>
                <a:gd name="connsiteY138" fmla="*/ 193731 h 464260"/>
                <a:gd name="connsiteX139" fmla="*/ 384201 w 472543"/>
                <a:gd name="connsiteY139" fmla="*/ 190030 h 464260"/>
                <a:gd name="connsiteX140" fmla="*/ 385614 w 472543"/>
                <a:gd name="connsiteY140" fmla="*/ 187406 h 464260"/>
                <a:gd name="connsiteX141" fmla="*/ 385614 w 472543"/>
                <a:gd name="connsiteY141" fmla="*/ 185220 h 464260"/>
                <a:gd name="connsiteX142" fmla="*/ 388778 w 472543"/>
                <a:gd name="connsiteY142" fmla="*/ 186094 h 464260"/>
                <a:gd name="connsiteX143" fmla="*/ 392581 w 472543"/>
                <a:gd name="connsiteY143" fmla="*/ 188718 h 464260"/>
                <a:gd name="connsiteX144" fmla="*/ 392581 w 472543"/>
                <a:gd name="connsiteY144" fmla="*/ 192183 h 464260"/>
                <a:gd name="connsiteX145" fmla="*/ 392581 w 472543"/>
                <a:gd name="connsiteY145" fmla="*/ 195648 h 464260"/>
                <a:gd name="connsiteX146" fmla="*/ 392581 w 472543"/>
                <a:gd name="connsiteY146" fmla="*/ 200862 h 464260"/>
                <a:gd name="connsiteX147" fmla="*/ 392581 w 472543"/>
                <a:gd name="connsiteY147" fmla="*/ 207826 h 464260"/>
                <a:gd name="connsiteX148" fmla="*/ 393658 w 472543"/>
                <a:gd name="connsiteY148" fmla="*/ 210416 h 464260"/>
                <a:gd name="connsiteX149" fmla="*/ 397797 w 472543"/>
                <a:gd name="connsiteY149" fmla="*/ 206951 h 464260"/>
                <a:gd name="connsiteX150" fmla="*/ 399547 w 472543"/>
                <a:gd name="connsiteY150" fmla="*/ 201098 h 464260"/>
                <a:gd name="connsiteX151" fmla="*/ 399547 w 472543"/>
                <a:gd name="connsiteY151" fmla="*/ 195682 h 464260"/>
                <a:gd name="connsiteX152" fmla="*/ 399547 w 472543"/>
                <a:gd name="connsiteY152" fmla="*/ 190468 h 464260"/>
                <a:gd name="connsiteX153" fmla="*/ 402812 w 472543"/>
                <a:gd name="connsiteY153" fmla="*/ 187204 h 464260"/>
                <a:gd name="connsiteX154" fmla="*/ 406716 w 472543"/>
                <a:gd name="connsiteY154" fmla="*/ 184379 h 464260"/>
                <a:gd name="connsiteX155" fmla="*/ 409745 w 472543"/>
                <a:gd name="connsiteY155" fmla="*/ 181755 h 464260"/>
                <a:gd name="connsiteX156" fmla="*/ 414759 w 472543"/>
                <a:gd name="connsiteY156" fmla="*/ 180006 h 464260"/>
                <a:gd name="connsiteX157" fmla="*/ 416072 w 472543"/>
                <a:gd name="connsiteY157" fmla="*/ 178256 h 464260"/>
                <a:gd name="connsiteX158" fmla="*/ 418023 w 472543"/>
                <a:gd name="connsiteY158" fmla="*/ 174791 h 464260"/>
                <a:gd name="connsiteX159" fmla="*/ 419100 w 472543"/>
                <a:gd name="connsiteY159" fmla="*/ 172605 h 464260"/>
                <a:gd name="connsiteX160" fmla="*/ 421726 w 472543"/>
                <a:gd name="connsiteY160" fmla="*/ 168265 h 464260"/>
                <a:gd name="connsiteX161" fmla="*/ 424552 w 472543"/>
                <a:gd name="connsiteY161" fmla="*/ 164128 h 464260"/>
                <a:gd name="connsiteX162" fmla="*/ 427581 w 472543"/>
                <a:gd name="connsiteY162" fmla="*/ 161504 h 464260"/>
                <a:gd name="connsiteX163" fmla="*/ 431485 w 472543"/>
                <a:gd name="connsiteY163" fmla="*/ 158342 h 464260"/>
                <a:gd name="connsiteX164" fmla="*/ 438889 w 472543"/>
                <a:gd name="connsiteY164" fmla="*/ 156491 h 464260"/>
                <a:gd name="connsiteX165" fmla="*/ 445620 w 472543"/>
                <a:gd name="connsiteY165" fmla="*/ 156491 h 464260"/>
                <a:gd name="connsiteX166" fmla="*/ 450837 w 472543"/>
                <a:gd name="connsiteY166" fmla="*/ 156491 h 464260"/>
                <a:gd name="connsiteX167" fmla="*/ 454741 w 472543"/>
                <a:gd name="connsiteY167" fmla="*/ 154742 h 464260"/>
                <a:gd name="connsiteX168" fmla="*/ 456928 w 472543"/>
                <a:gd name="connsiteY168" fmla="*/ 154742 h 464260"/>
                <a:gd name="connsiteX169" fmla="*/ 456928 w 472543"/>
                <a:gd name="connsiteY169" fmla="*/ 157332 h 464260"/>
                <a:gd name="connsiteX170" fmla="*/ 458645 w 472543"/>
                <a:gd name="connsiteY170" fmla="*/ 161470 h 464260"/>
                <a:gd name="connsiteX171" fmla="*/ 458645 w 472543"/>
                <a:gd name="connsiteY171" fmla="*/ 164296 h 464260"/>
                <a:gd name="connsiteX172" fmla="*/ 462111 w 472543"/>
                <a:gd name="connsiteY172" fmla="*/ 165171 h 464260"/>
                <a:gd name="connsiteX173" fmla="*/ 465914 w 472543"/>
                <a:gd name="connsiteY173" fmla="*/ 164094 h 464260"/>
                <a:gd name="connsiteX174" fmla="*/ 469078 w 472543"/>
                <a:gd name="connsiteY174" fmla="*/ 160192 h 464260"/>
                <a:gd name="connsiteX175" fmla="*/ 469078 w 472543"/>
                <a:gd name="connsiteY175" fmla="*/ 157366 h 464260"/>
                <a:gd name="connsiteX176" fmla="*/ 471703 w 472543"/>
                <a:gd name="connsiteY176" fmla="*/ 151715 h 464260"/>
                <a:gd name="connsiteX177" fmla="*/ 471703 w 472543"/>
                <a:gd name="connsiteY177" fmla="*/ 146938 h 464260"/>
                <a:gd name="connsiteX178" fmla="*/ 470390 w 472543"/>
                <a:gd name="connsiteY178" fmla="*/ 140647 h 464260"/>
                <a:gd name="connsiteX179" fmla="*/ 468640 w 472543"/>
                <a:gd name="connsiteY179" fmla="*/ 133919 h 464260"/>
                <a:gd name="connsiteX180" fmla="*/ 467765 w 472543"/>
                <a:gd name="connsiteY180" fmla="*/ 131094 h 464260"/>
                <a:gd name="connsiteX181" fmla="*/ 469010 w 472543"/>
                <a:gd name="connsiteY181" fmla="*/ 128470 h 464260"/>
                <a:gd name="connsiteX182" fmla="*/ 472544 w 472543"/>
                <a:gd name="connsiteY182" fmla="*/ 126720 h 464260"/>
                <a:gd name="connsiteX183" fmla="*/ 472544 w 472543"/>
                <a:gd name="connsiteY183" fmla="*/ 124332 h 464260"/>
                <a:gd name="connsiteX184" fmla="*/ 472544 w 472543"/>
                <a:gd name="connsiteY184" fmla="*/ 122583 h 464260"/>
                <a:gd name="connsiteX185" fmla="*/ 470356 w 472543"/>
                <a:gd name="connsiteY185" fmla="*/ 117369 h 464260"/>
                <a:gd name="connsiteX186" fmla="*/ 469044 w 472543"/>
                <a:gd name="connsiteY186" fmla="*/ 113668 h 464260"/>
                <a:gd name="connsiteX187" fmla="*/ 469044 w 472543"/>
                <a:gd name="connsiteY187" fmla="*/ 110405 h 464260"/>
                <a:gd name="connsiteX188" fmla="*/ 470121 w 472543"/>
                <a:gd name="connsiteY188" fmla="*/ 104754 h 464260"/>
                <a:gd name="connsiteX189" fmla="*/ 466419 w 472543"/>
                <a:gd name="connsiteY189" fmla="*/ 99741 h 464260"/>
                <a:gd name="connsiteX190" fmla="*/ 464231 w 472543"/>
                <a:gd name="connsiteY190" fmla="*/ 97555 h 464260"/>
                <a:gd name="connsiteX191" fmla="*/ 461842 w 472543"/>
                <a:gd name="connsiteY191" fmla="*/ 95806 h 464260"/>
                <a:gd name="connsiteX192" fmla="*/ 455548 w 472543"/>
                <a:gd name="connsiteY192" fmla="*/ 92980 h 464260"/>
                <a:gd name="connsiteX193" fmla="*/ 450971 w 472543"/>
                <a:gd name="connsiteY193" fmla="*/ 90390 h 464260"/>
                <a:gd name="connsiteX194" fmla="*/ 445553 w 472543"/>
                <a:gd name="connsiteY194" fmla="*/ 85075 h 464260"/>
                <a:gd name="connsiteX195" fmla="*/ 444240 w 472543"/>
                <a:gd name="connsiteY195" fmla="*/ 81711 h 464260"/>
                <a:gd name="connsiteX196" fmla="*/ 442053 w 472543"/>
                <a:gd name="connsiteY196" fmla="*/ 81711 h 464260"/>
                <a:gd name="connsiteX197" fmla="*/ 431620 w 472543"/>
                <a:gd name="connsiteY197" fmla="*/ 81711 h 464260"/>
                <a:gd name="connsiteX198" fmla="*/ 426841 w 472543"/>
                <a:gd name="connsiteY198" fmla="*/ 80634 h 464260"/>
                <a:gd name="connsiteX199" fmla="*/ 428793 w 472543"/>
                <a:gd name="connsiteY199" fmla="*/ 74983 h 464260"/>
                <a:gd name="connsiteX200" fmla="*/ 431620 w 472543"/>
                <a:gd name="connsiteY200" fmla="*/ 69970 h 464260"/>
                <a:gd name="connsiteX201" fmla="*/ 429029 w 472543"/>
                <a:gd name="connsiteY201" fmla="*/ 66068 h 464260"/>
                <a:gd name="connsiteX202" fmla="*/ 424889 w 472543"/>
                <a:gd name="connsiteY202" fmla="*/ 64319 h 464260"/>
                <a:gd name="connsiteX203" fmla="*/ 421490 w 472543"/>
                <a:gd name="connsiteY203" fmla="*/ 61291 h 464260"/>
                <a:gd name="connsiteX204" fmla="*/ 415971 w 472543"/>
                <a:gd name="connsiteY204" fmla="*/ 60854 h 464260"/>
                <a:gd name="connsiteX205" fmla="*/ 412504 w 472543"/>
                <a:gd name="connsiteY205" fmla="*/ 60854 h 464260"/>
                <a:gd name="connsiteX206" fmla="*/ 406413 w 472543"/>
                <a:gd name="connsiteY206" fmla="*/ 60854 h 464260"/>
                <a:gd name="connsiteX207" fmla="*/ 399884 w 472543"/>
                <a:gd name="connsiteY207" fmla="*/ 61493 h 464260"/>
                <a:gd name="connsiteX208" fmla="*/ 396821 w 472543"/>
                <a:gd name="connsiteY208" fmla="*/ 62570 h 464260"/>
                <a:gd name="connsiteX209" fmla="*/ 389720 w 472543"/>
                <a:gd name="connsiteY209" fmla="*/ 62570 h 464260"/>
                <a:gd name="connsiteX210" fmla="*/ 386085 w 472543"/>
                <a:gd name="connsiteY210" fmla="*/ 58365 h 464260"/>
                <a:gd name="connsiteX211" fmla="*/ 384201 w 472543"/>
                <a:gd name="connsiteY211" fmla="*/ 54732 h 464260"/>
                <a:gd name="connsiteX212" fmla="*/ 379253 w 472543"/>
                <a:gd name="connsiteY212" fmla="*/ 50527 h 464260"/>
                <a:gd name="connsiteX213" fmla="*/ 377369 w 472543"/>
                <a:gd name="connsiteY213" fmla="*/ 47062 h 464260"/>
                <a:gd name="connsiteX214" fmla="*/ 376494 w 472543"/>
                <a:gd name="connsiteY214" fmla="*/ 44303 h 464260"/>
                <a:gd name="connsiteX215" fmla="*/ 373027 w 472543"/>
                <a:gd name="connsiteY215" fmla="*/ 41545 h 464260"/>
                <a:gd name="connsiteX216" fmla="*/ 371715 w 472543"/>
                <a:gd name="connsiteY216" fmla="*/ 40233 h 464260"/>
                <a:gd name="connsiteX217" fmla="*/ 368686 w 472543"/>
                <a:gd name="connsiteY217" fmla="*/ 36768 h 464260"/>
                <a:gd name="connsiteX218" fmla="*/ 366667 w 472543"/>
                <a:gd name="connsiteY218" fmla="*/ 35624 h 464260"/>
                <a:gd name="connsiteX219" fmla="*/ 364647 w 472543"/>
                <a:gd name="connsiteY219" fmla="*/ 33303 h 464260"/>
                <a:gd name="connsiteX220" fmla="*/ 363772 w 472543"/>
                <a:gd name="connsiteY220" fmla="*/ 31554 h 464260"/>
                <a:gd name="connsiteX221" fmla="*/ 361181 w 472543"/>
                <a:gd name="connsiteY221" fmla="*/ 30982 h 464260"/>
                <a:gd name="connsiteX222" fmla="*/ 357714 w 472543"/>
                <a:gd name="connsiteY222" fmla="*/ 30847 h 464260"/>
                <a:gd name="connsiteX223" fmla="*/ 354820 w 472543"/>
                <a:gd name="connsiteY223" fmla="*/ 30713 h 464260"/>
                <a:gd name="connsiteX224" fmla="*/ 351354 w 472543"/>
                <a:gd name="connsiteY224" fmla="*/ 28964 h 464260"/>
                <a:gd name="connsiteX225" fmla="*/ 349469 w 472543"/>
                <a:gd name="connsiteY225" fmla="*/ 26945 h 464260"/>
                <a:gd name="connsiteX226" fmla="*/ 346137 w 472543"/>
                <a:gd name="connsiteY226" fmla="*/ 24624 h 464260"/>
                <a:gd name="connsiteX227" fmla="*/ 339777 w 472543"/>
                <a:gd name="connsiteY227" fmla="*/ 20722 h 464260"/>
                <a:gd name="connsiteX228" fmla="*/ 336748 w 472543"/>
                <a:gd name="connsiteY228" fmla="*/ 18535 h 464260"/>
                <a:gd name="connsiteX229" fmla="*/ 333719 w 472543"/>
                <a:gd name="connsiteY229" fmla="*/ 15070 h 464260"/>
                <a:gd name="connsiteX230" fmla="*/ 327055 w 472543"/>
                <a:gd name="connsiteY230" fmla="*/ 11740 h 464260"/>
                <a:gd name="connsiteX231" fmla="*/ 321536 w 472543"/>
                <a:gd name="connsiteY231" fmla="*/ 8713 h 464260"/>
                <a:gd name="connsiteX232" fmla="*/ 318069 w 472543"/>
                <a:gd name="connsiteY232" fmla="*/ 5954 h 464260"/>
                <a:gd name="connsiteX233" fmla="*/ 316117 w 472543"/>
                <a:gd name="connsiteY233" fmla="*/ 2758 h 464260"/>
                <a:gd name="connsiteX234" fmla="*/ 313425 w 472543"/>
                <a:gd name="connsiteY234" fmla="*/ 0 h 464260"/>
                <a:gd name="connsiteX235" fmla="*/ 311675 w 472543"/>
                <a:gd name="connsiteY235" fmla="*/ 0 h 464260"/>
                <a:gd name="connsiteX236" fmla="*/ 306459 w 472543"/>
                <a:gd name="connsiteY236" fmla="*/ 0 h 464260"/>
                <a:gd name="connsiteX237" fmla="*/ 304709 w 472543"/>
                <a:gd name="connsiteY237" fmla="*/ 1682 h 464260"/>
                <a:gd name="connsiteX238" fmla="*/ 302386 w 472543"/>
                <a:gd name="connsiteY238" fmla="*/ 4070 h 464260"/>
                <a:gd name="connsiteX239" fmla="*/ 301949 w 472543"/>
                <a:gd name="connsiteY239" fmla="*/ 5954 h 464260"/>
                <a:gd name="connsiteX240" fmla="*/ 301646 w 472543"/>
                <a:gd name="connsiteY240" fmla="*/ 7703 h 464260"/>
                <a:gd name="connsiteX241" fmla="*/ 301074 w 472543"/>
                <a:gd name="connsiteY241" fmla="*/ 9722 h 464260"/>
                <a:gd name="connsiteX242" fmla="*/ 302386 w 472543"/>
                <a:gd name="connsiteY242" fmla="*/ 11303 h 464260"/>
                <a:gd name="connsiteX243" fmla="*/ 304136 w 472543"/>
                <a:gd name="connsiteY243" fmla="*/ 12312 h 464260"/>
                <a:gd name="connsiteX244" fmla="*/ 306459 w 472543"/>
                <a:gd name="connsiteY244" fmla="*/ 14768 h 464260"/>
                <a:gd name="connsiteX245" fmla="*/ 307603 w 472543"/>
                <a:gd name="connsiteY245" fmla="*/ 14768 h 464260"/>
                <a:gd name="connsiteX246" fmla="*/ 307300 w 472543"/>
                <a:gd name="connsiteY246" fmla="*/ 18233 h 464260"/>
                <a:gd name="connsiteX247" fmla="*/ 307300 w 472543"/>
                <a:gd name="connsiteY247" fmla="*/ 19107 h 464260"/>
                <a:gd name="connsiteX248" fmla="*/ 306425 w 472543"/>
                <a:gd name="connsiteY248" fmla="*/ 20856 h 464260"/>
                <a:gd name="connsiteX249" fmla="*/ 304675 w 472543"/>
                <a:gd name="connsiteY249" fmla="*/ 20856 h 464260"/>
                <a:gd name="connsiteX250" fmla="*/ 303093 w 472543"/>
                <a:gd name="connsiteY250" fmla="*/ 20856 h 464260"/>
                <a:gd name="connsiteX251" fmla="*/ 301646 w 472543"/>
                <a:gd name="connsiteY251" fmla="*/ 21428 h 464260"/>
                <a:gd name="connsiteX252" fmla="*/ 301343 w 472543"/>
                <a:gd name="connsiteY252" fmla="*/ 24187 h 464260"/>
                <a:gd name="connsiteX253" fmla="*/ 300636 w 472543"/>
                <a:gd name="connsiteY253" fmla="*/ 29973 h 464260"/>
                <a:gd name="connsiteX254" fmla="*/ 299055 w 472543"/>
                <a:gd name="connsiteY254" fmla="*/ 30847 h 464260"/>
                <a:gd name="connsiteX255" fmla="*/ 296429 w 472543"/>
                <a:gd name="connsiteY255" fmla="*/ 27214 h 464260"/>
                <a:gd name="connsiteX256" fmla="*/ 291516 w 472543"/>
                <a:gd name="connsiteY256" fmla="*/ 27214 h 464260"/>
                <a:gd name="connsiteX257" fmla="*/ 291651 w 472543"/>
                <a:gd name="connsiteY257" fmla="*/ 28661 h 464260"/>
                <a:gd name="connsiteX258" fmla="*/ 291651 w 472543"/>
                <a:gd name="connsiteY258" fmla="*/ 34581 h 464260"/>
                <a:gd name="connsiteX259" fmla="*/ 291718 w 472543"/>
                <a:gd name="connsiteY259" fmla="*/ 38484 h 464260"/>
                <a:gd name="connsiteX260" fmla="*/ 293098 w 472543"/>
                <a:gd name="connsiteY260" fmla="*/ 39930 h 464260"/>
                <a:gd name="connsiteX261" fmla="*/ 296429 w 472543"/>
                <a:gd name="connsiteY261" fmla="*/ 42386 h 464260"/>
                <a:gd name="connsiteX262" fmla="*/ 297304 w 472543"/>
                <a:gd name="connsiteY262" fmla="*/ 45582 h 464260"/>
                <a:gd name="connsiteX263" fmla="*/ 300939 w 472543"/>
                <a:gd name="connsiteY263" fmla="*/ 47465 h 464260"/>
                <a:gd name="connsiteX264" fmla="*/ 303968 w 472543"/>
                <a:gd name="connsiteY264" fmla="*/ 48912 h 464260"/>
                <a:gd name="connsiteX265" fmla="*/ 310329 w 472543"/>
                <a:gd name="connsiteY265" fmla="*/ 52108 h 464260"/>
                <a:gd name="connsiteX266" fmla="*/ 314401 w 472543"/>
                <a:gd name="connsiteY266" fmla="*/ 55169 h 464260"/>
                <a:gd name="connsiteX267" fmla="*/ 315983 w 472543"/>
                <a:gd name="connsiteY267" fmla="*/ 59811 h 464260"/>
                <a:gd name="connsiteX268" fmla="*/ 315983 w 472543"/>
                <a:gd name="connsiteY268" fmla="*/ 63579 h 464260"/>
                <a:gd name="connsiteX269" fmla="*/ 315983 w 472543"/>
                <a:gd name="connsiteY269" fmla="*/ 65765 h 464260"/>
                <a:gd name="connsiteX270" fmla="*/ 314401 w 472543"/>
                <a:gd name="connsiteY270" fmla="*/ 68221 h 464260"/>
                <a:gd name="connsiteX271" fmla="*/ 312213 w 472543"/>
                <a:gd name="connsiteY271" fmla="*/ 69668 h 464260"/>
                <a:gd name="connsiteX272" fmla="*/ 307872 w 472543"/>
                <a:gd name="connsiteY272" fmla="*/ 71417 h 464260"/>
                <a:gd name="connsiteX273" fmla="*/ 306290 w 472543"/>
                <a:gd name="connsiteY273" fmla="*/ 71417 h 464260"/>
                <a:gd name="connsiteX274" fmla="*/ 302824 w 472543"/>
                <a:gd name="connsiteY274" fmla="*/ 72426 h 464260"/>
                <a:gd name="connsiteX275" fmla="*/ 302117 w 472543"/>
                <a:gd name="connsiteY275" fmla="*/ 73873 h 464260"/>
                <a:gd name="connsiteX276" fmla="*/ 302117 w 472543"/>
                <a:gd name="connsiteY276" fmla="*/ 74882 h 464260"/>
                <a:gd name="connsiteX277" fmla="*/ 301175 w 472543"/>
                <a:gd name="connsiteY277" fmla="*/ 78077 h 464260"/>
                <a:gd name="connsiteX278" fmla="*/ 298213 w 472543"/>
                <a:gd name="connsiteY278" fmla="*/ 81273 h 464260"/>
                <a:gd name="connsiteX279" fmla="*/ 295756 w 472543"/>
                <a:gd name="connsiteY279" fmla="*/ 83729 h 464260"/>
                <a:gd name="connsiteX280" fmla="*/ 291718 w 472543"/>
                <a:gd name="connsiteY280" fmla="*/ 84435 h 464260"/>
                <a:gd name="connsiteX281" fmla="*/ 288958 w 472543"/>
                <a:gd name="connsiteY281" fmla="*/ 84435 h 464260"/>
                <a:gd name="connsiteX282" fmla="*/ 286636 w 472543"/>
                <a:gd name="connsiteY282" fmla="*/ 84435 h 464260"/>
                <a:gd name="connsiteX283" fmla="*/ 284583 w 472543"/>
                <a:gd name="connsiteY283" fmla="*/ 86622 h 464260"/>
                <a:gd name="connsiteX284" fmla="*/ 284448 w 472543"/>
                <a:gd name="connsiteY284" fmla="*/ 88371 h 464260"/>
                <a:gd name="connsiteX285" fmla="*/ 284448 w 472543"/>
                <a:gd name="connsiteY285" fmla="*/ 91130 h 464260"/>
                <a:gd name="connsiteX286" fmla="*/ 284448 w 472543"/>
                <a:gd name="connsiteY286" fmla="*/ 94023 h 464260"/>
                <a:gd name="connsiteX287" fmla="*/ 283304 w 472543"/>
                <a:gd name="connsiteY287" fmla="*/ 97353 h 464260"/>
                <a:gd name="connsiteX288" fmla="*/ 281722 w 472543"/>
                <a:gd name="connsiteY288" fmla="*/ 100683 h 464260"/>
                <a:gd name="connsiteX289" fmla="*/ 280713 w 472543"/>
                <a:gd name="connsiteY289" fmla="*/ 104148 h 464260"/>
                <a:gd name="connsiteX290" fmla="*/ 278256 w 472543"/>
                <a:gd name="connsiteY290" fmla="*/ 107916 h 464260"/>
                <a:gd name="connsiteX291" fmla="*/ 274352 w 472543"/>
                <a:gd name="connsiteY291" fmla="*/ 110102 h 464260"/>
                <a:gd name="connsiteX292" fmla="*/ 269136 w 472543"/>
                <a:gd name="connsiteY292" fmla="*/ 112121 h 464260"/>
                <a:gd name="connsiteX293" fmla="*/ 268126 w 472543"/>
                <a:gd name="connsiteY293" fmla="*/ 115317 h 464260"/>
                <a:gd name="connsiteX294" fmla="*/ 269270 w 472543"/>
                <a:gd name="connsiteY294" fmla="*/ 117200 h 464260"/>
                <a:gd name="connsiteX295" fmla="*/ 272467 w 472543"/>
                <a:gd name="connsiteY295" fmla="*/ 120834 h 464260"/>
                <a:gd name="connsiteX296" fmla="*/ 269439 w 472543"/>
                <a:gd name="connsiteY296" fmla="*/ 124298 h 464260"/>
                <a:gd name="connsiteX297" fmla="*/ 266107 w 472543"/>
                <a:gd name="connsiteY297" fmla="*/ 125879 h 464260"/>
                <a:gd name="connsiteX298" fmla="*/ 264962 w 472543"/>
                <a:gd name="connsiteY298" fmla="*/ 127898 h 464260"/>
                <a:gd name="connsiteX299" fmla="*/ 265535 w 472543"/>
                <a:gd name="connsiteY299" fmla="*/ 130219 h 464260"/>
                <a:gd name="connsiteX300" fmla="*/ 267991 w 472543"/>
                <a:gd name="connsiteY300" fmla="*/ 131968 h 464260"/>
                <a:gd name="connsiteX301" fmla="*/ 265669 w 472543"/>
                <a:gd name="connsiteY301" fmla="*/ 135736 h 464260"/>
                <a:gd name="connsiteX302" fmla="*/ 262640 w 472543"/>
                <a:gd name="connsiteY302" fmla="*/ 138763 h 464260"/>
                <a:gd name="connsiteX303" fmla="*/ 260318 w 472543"/>
                <a:gd name="connsiteY303" fmla="*/ 139638 h 464260"/>
                <a:gd name="connsiteX304" fmla="*/ 257727 w 472543"/>
                <a:gd name="connsiteY304" fmla="*/ 142396 h 464260"/>
                <a:gd name="connsiteX305" fmla="*/ 256583 w 472543"/>
                <a:gd name="connsiteY305" fmla="*/ 145592 h 464260"/>
                <a:gd name="connsiteX306" fmla="*/ 257458 w 472543"/>
                <a:gd name="connsiteY306" fmla="*/ 148923 h 464260"/>
                <a:gd name="connsiteX307" fmla="*/ 260352 w 472543"/>
                <a:gd name="connsiteY307" fmla="*/ 152690 h 464260"/>
                <a:gd name="connsiteX308" fmla="*/ 256448 w 472543"/>
                <a:gd name="connsiteY308" fmla="*/ 157198 h 464260"/>
                <a:gd name="connsiteX309" fmla="*/ 255438 w 472543"/>
                <a:gd name="connsiteY309" fmla="*/ 158644 h 464260"/>
                <a:gd name="connsiteX310" fmla="*/ 253419 w 472543"/>
                <a:gd name="connsiteY310" fmla="*/ 160225 h 464260"/>
                <a:gd name="connsiteX311" fmla="*/ 251837 w 472543"/>
                <a:gd name="connsiteY311" fmla="*/ 160663 h 464260"/>
                <a:gd name="connsiteX312" fmla="*/ 249818 w 472543"/>
                <a:gd name="connsiteY312" fmla="*/ 162412 h 464260"/>
                <a:gd name="connsiteX313" fmla="*/ 247496 w 472543"/>
                <a:gd name="connsiteY313" fmla="*/ 163421 h 464260"/>
                <a:gd name="connsiteX314" fmla="*/ 244904 w 472543"/>
                <a:gd name="connsiteY314" fmla="*/ 163421 h 464260"/>
                <a:gd name="connsiteX315" fmla="*/ 243154 w 472543"/>
                <a:gd name="connsiteY315" fmla="*/ 162412 h 464260"/>
                <a:gd name="connsiteX316" fmla="*/ 240529 w 472543"/>
                <a:gd name="connsiteY316" fmla="*/ 159082 h 464260"/>
                <a:gd name="connsiteX317" fmla="*/ 239822 w 472543"/>
                <a:gd name="connsiteY317" fmla="*/ 156054 h 464260"/>
                <a:gd name="connsiteX318" fmla="*/ 238678 w 472543"/>
                <a:gd name="connsiteY318" fmla="*/ 155617 h 464260"/>
                <a:gd name="connsiteX319" fmla="*/ 236794 w 472543"/>
                <a:gd name="connsiteY319" fmla="*/ 156189 h 464260"/>
                <a:gd name="connsiteX320" fmla="*/ 234034 w 472543"/>
                <a:gd name="connsiteY320" fmla="*/ 158813 h 464260"/>
                <a:gd name="connsiteX321" fmla="*/ 231274 w 472543"/>
                <a:gd name="connsiteY321" fmla="*/ 158947 h 464260"/>
                <a:gd name="connsiteX322" fmla="*/ 228077 w 472543"/>
                <a:gd name="connsiteY322" fmla="*/ 157803 h 464260"/>
                <a:gd name="connsiteX323" fmla="*/ 226630 w 472543"/>
                <a:gd name="connsiteY323" fmla="*/ 156660 h 464260"/>
                <a:gd name="connsiteX324" fmla="*/ 224745 w 472543"/>
                <a:gd name="connsiteY324" fmla="*/ 154776 h 464260"/>
                <a:gd name="connsiteX325" fmla="*/ 221413 w 472543"/>
                <a:gd name="connsiteY325" fmla="*/ 154776 h 464260"/>
                <a:gd name="connsiteX326" fmla="*/ 219663 w 472543"/>
                <a:gd name="connsiteY326" fmla="*/ 154776 h 464260"/>
                <a:gd name="connsiteX327" fmla="*/ 216466 w 472543"/>
                <a:gd name="connsiteY327" fmla="*/ 154776 h 464260"/>
                <a:gd name="connsiteX328" fmla="*/ 215322 w 472543"/>
                <a:gd name="connsiteY328" fmla="*/ 157030 h 464260"/>
                <a:gd name="connsiteX329" fmla="*/ 214178 w 472543"/>
                <a:gd name="connsiteY329" fmla="*/ 158981 h 464260"/>
                <a:gd name="connsiteX330" fmla="*/ 215322 w 472543"/>
                <a:gd name="connsiteY330" fmla="*/ 160865 h 464260"/>
                <a:gd name="connsiteX331" fmla="*/ 215322 w 472543"/>
                <a:gd name="connsiteY331" fmla="*/ 163623 h 464260"/>
                <a:gd name="connsiteX332" fmla="*/ 213370 w 472543"/>
                <a:gd name="connsiteY332" fmla="*/ 165070 h 464260"/>
                <a:gd name="connsiteX333" fmla="*/ 211115 w 472543"/>
                <a:gd name="connsiteY333" fmla="*/ 166651 h 464260"/>
                <a:gd name="connsiteX334" fmla="*/ 209096 w 472543"/>
                <a:gd name="connsiteY334" fmla="*/ 169846 h 464260"/>
                <a:gd name="connsiteX335" fmla="*/ 207952 w 472543"/>
                <a:gd name="connsiteY335" fmla="*/ 172874 h 464260"/>
                <a:gd name="connsiteX336" fmla="*/ 210711 w 472543"/>
                <a:gd name="connsiteY336" fmla="*/ 175195 h 464260"/>
                <a:gd name="connsiteX337" fmla="*/ 213606 w 472543"/>
                <a:gd name="connsiteY337" fmla="*/ 178828 h 464260"/>
                <a:gd name="connsiteX338" fmla="*/ 213606 w 472543"/>
                <a:gd name="connsiteY338" fmla="*/ 181721 h 464260"/>
                <a:gd name="connsiteX339" fmla="*/ 213606 w 472543"/>
                <a:gd name="connsiteY339" fmla="*/ 182865 h 464260"/>
                <a:gd name="connsiteX340" fmla="*/ 211855 w 472543"/>
                <a:gd name="connsiteY340" fmla="*/ 185186 h 464260"/>
                <a:gd name="connsiteX341" fmla="*/ 211855 w 472543"/>
                <a:gd name="connsiteY341" fmla="*/ 186061 h 464260"/>
                <a:gd name="connsiteX342" fmla="*/ 208961 w 472543"/>
                <a:gd name="connsiteY342" fmla="*/ 186061 h 464260"/>
                <a:gd name="connsiteX343" fmla="*/ 207514 w 472543"/>
                <a:gd name="connsiteY343" fmla="*/ 187642 h 464260"/>
                <a:gd name="connsiteX344" fmla="*/ 206201 w 472543"/>
                <a:gd name="connsiteY344" fmla="*/ 190972 h 464260"/>
                <a:gd name="connsiteX345" fmla="*/ 204620 w 472543"/>
                <a:gd name="connsiteY345" fmla="*/ 192856 h 464260"/>
                <a:gd name="connsiteX346" fmla="*/ 203038 w 472543"/>
                <a:gd name="connsiteY346" fmla="*/ 194302 h 464260"/>
                <a:gd name="connsiteX347" fmla="*/ 201019 w 472543"/>
                <a:gd name="connsiteY347" fmla="*/ 198440 h 464260"/>
                <a:gd name="connsiteX348" fmla="*/ 200009 w 472543"/>
                <a:gd name="connsiteY348" fmla="*/ 201266 h 464260"/>
                <a:gd name="connsiteX349" fmla="*/ 198562 w 472543"/>
                <a:gd name="connsiteY349" fmla="*/ 205605 h 464260"/>
                <a:gd name="connsiteX350" fmla="*/ 196980 w 472543"/>
                <a:gd name="connsiteY350" fmla="*/ 208936 h 464260"/>
                <a:gd name="connsiteX351" fmla="*/ 193514 w 472543"/>
                <a:gd name="connsiteY351" fmla="*/ 210954 h 464260"/>
                <a:gd name="connsiteX352" fmla="*/ 190451 w 472543"/>
                <a:gd name="connsiteY352" fmla="*/ 216471 h 464260"/>
                <a:gd name="connsiteX353" fmla="*/ 188701 w 472543"/>
                <a:gd name="connsiteY353" fmla="*/ 222694 h 464260"/>
                <a:gd name="connsiteX354" fmla="*/ 185235 w 472543"/>
                <a:gd name="connsiteY354" fmla="*/ 227034 h 464260"/>
                <a:gd name="connsiteX355" fmla="*/ 183350 w 472543"/>
                <a:gd name="connsiteY355" fmla="*/ 228918 h 464260"/>
                <a:gd name="connsiteX356" fmla="*/ 181465 w 472543"/>
                <a:gd name="connsiteY356" fmla="*/ 231239 h 464260"/>
                <a:gd name="connsiteX357" fmla="*/ 180590 w 472543"/>
                <a:gd name="connsiteY357" fmla="*/ 233829 h 464260"/>
                <a:gd name="connsiteX358" fmla="*/ 180590 w 472543"/>
                <a:gd name="connsiteY358" fmla="*/ 235578 h 464260"/>
                <a:gd name="connsiteX359" fmla="*/ 178638 w 472543"/>
                <a:gd name="connsiteY359" fmla="*/ 239043 h 464260"/>
                <a:gd name="connsiteX360" fmla="*/ 175374 w 472543"/>
                <a:gd name="connsiteY360" fmla="*/ 241802 h 464260"/>
                <a:gd name="connsiteX361" fmla="*/ 170595 w 472543"/>
                <a:gd name="connsiteY361" fmla="*/ 244257 h 464260"/>
                <a:gd name="connsiteX362" fmla="*/ 167263 w 472543"/>
                <a:gd name="connsiteY362" fmla="*/ 245401 h 464260"/>
                <a:gd name="connsiteX363" fmla="*/ 165076 w 472543"/>
                <a:gd name="connsiteY363" fmla="*/ 246410 h 464260"/>
                <a:gd name="connsiteX364" fmla="*/ 162316 w 472543"/>
                <a:gd name="connsiteY364" fmla="*/ 248597 h 464260"/>
                <a:gd name="connsiteX365" fmla="*/ 157234 w 472543"/>
                <a:gd name="connsiteY365" fmla="*/ 248597 h 464260"/>
                <a:gd name="connsiteX366" fmla="*/ 151883 w 472543"/>
                <a:gd name="connsiteY366" fmla="*/ 248597 h 464260"/>
                <a:gd name="connsiteX367" fmla="*/ 148114 w 472543"/>
                <a:gd name="connsiteY367" fmla="*/ 248597 h 464260"/>
                <a:gd name="connsiteX368" fmla="*/ 143200 w 472543"/>
                <a:gd name="connsiteY368" fmla="*/ 248092 h 464260"/>
                <a:gd name="connsiteX369" fmla="*/ 140743 w 472543"/>
                <a:gd name="connsiteY369" fmla="*/ 247588 h 464260"/>
                <a:gd name="connsiteX370" fmla="*/ 135830 w 472543"/>
                <a:gd name="connsiteY370" fmla="*/ 244392 h 464260"/>
                <a:gd name="connsiteX371" fmla="*/ 134955 w 472543"/>
                <a:gd name="connsiteY371" fmla="*/ 241196 h 464260"/>
                <a:gd name="connsiteX372" fmla="*/ 131926 w 472543"/>
                <a:gd name="connsiteY372" fmla="*/ 239010 h 464260"/>
                <a:gd name="connsiteX373" fmla="*/ 131926 w 472543"/>
                <a:gd name="connsiteY373" fmla="*/ 236117 h 464260"/>
                <a:gd name="connsiteX374" fmla="*/ 131421 w 472543"/>
                <a:gd name="connsiteY374" fmla="*/ 231474 h 464260"/>
                <a:gd name="connsiteX375" fmla="*/ 131791 w 472543"/>
                <a:gd name="connsiteY375" fmla="*/ 225688 h 464260"/>
                <a:gd name="connsiteX376" fmla="*/ 131084 w 472543"/>
                <a:gd name="connsiteY376" fmla="*/ 221921 h 464260"/>
                <a:gd name="connsiteX377" fmla="*/ 124555 w 472543"/>
                <a:gd name="connsiteY377" fmla="*/ 217850 h 464260"/>
                <a:gd name="connsiteX378" fmla="*/ 122099 w 472543"/>
                <a:gd name="connsiteY378" fmla="*/ 216538 h 464260"/>
                <a:gd name="connsiteX379" fmla="*/ 120652 w 472543"/>
                <a:gd name="connsiteY379" fmla="*/ 217245 h 464260"/>
                <a:gd name="connsiteX380" fmla="*/ 116310 w 472543"/>
                <a:gd name="connsiteY380" fmla="*/ 217245 h 464260"/>
                <a:gd name="connsiteX381" fmla="*/ 113281 w 472543"/>
                <a:gd name="connsiteY381" fmla="*/ 218052 h 464260"/>
                <a:gd name="connsiteX382" fmla="*/ 112272 w 472543"/>
                <a:gd name="connsiteY382" fmla="*/ 219297 h 464260"/>
                <a:gd name="connsiteX383" fmla="*/ 111094 w 472543"/>
                <a:gd name="connsiteY383" fmla="*/ 221046 h 464260"/>
                <a:gd name="connsiteX384" fmla="*/ 109344 w 472543"/>
                <a:gd name="connsiteY384" fmla="*/ 223636 h 464260"/>
                <a:gd name="connsiteX385" fmla="*/ 108469 w 472543"/>
                <a:gd name="connsiteY385" fmla="*/ 224208 h 464260"/>
                <a:gd name="connsiteX386" fmla="*/ 105271 w 472543"/>
                <a:gd name="connsiteY386" fmla="*/ 224208 h 464260"/>
                <a:gd name="connsiteX387" fmla="*/ 103521 w 472543"/>
                <a:gd name="connsiteY387" fmla="*/ 224141 h 464260"/>
                <a:gd name="connsiteX388" fmla="*/ 102209 w 472543"/>
                <a:gd name="connsiteY388" fmla="*/ 224645 h 464260"/>
                <a:gd name="connsiteX389" fmla="*/ 100762 w 472543"/>
                <a:gd name="connsiteY389" fmla="*/ 226664 h 464260"/>
                <a:gd name="connsiteX390" fmla="*/ 98002 w 472543"/>
                <a:gd name="connsiteY390" fmla="*/ 228245 h 464260"/>
                <a:gd name="connsiteX391" fmla="*/ 95444 w 472543"/>
                <a:gd name="connsiteY391" fmla="*/ 228379 h 464260"/>
                <a:gd name="connsiteX392" fmla="*/ 91069 w 472543"/>
                <a:gd name="connsiteY392" fmla="*/ 228245 h 464260"/>
                <a:gd name="connsiteX393" fmla="*/ 87603 w 472543"/>
                <a:gd name="connsiteY393" fmla="*/ 224915 h 464260"/>
                <a:gd name="connsiteX394" fmla="*/ 85651 w 472543"/>
                <a:gd name="connsiteY394" fmla="*/ 221147 h 464260"/>
                <a:gd name="connsiteX395" fmla="*/ 81747 w 472543"/>
                <a:gd name="connsiteY395" fmla="*/ 217884 h 464260"/>
                <a:gd name="connsiteX396" fmla="*/ 78920 w 472543"/>
                <a:gd name="connsiteY396" fmla="*/ 215495 h 464260"/>
                <a:gd name="connsiteX397" fmla="*/ 75218 w 472543"/>
                <a:gd name="connsiteY397" fmla="*/ 215495 h 464260"/>
                <a:gd name="connsiteX398" fmla="*/ 73030 w 472543"/>
                <a:gd name="connsiteY398" fmla="*/ 212670 h 464260"/>
                <a:gd name="connsiteX399" fmla="*/ 70843 w 472543"/>
                <a:gd name="connsiteY399" fmla="*/ 209407 h 464260"/>
                <a:gd name="connsiteX400" fmla="*/ 67376 w 472543"/>
                <a:gd name="connsiteY400" fmla="*/ 207657 h 464260"/>
                <a:gd name="connsiteX401" fmla="*/ 64987 w 472543"/>
                <a:gd name="connsiteY401" fmla="*/ 206581 h 464260"/>
                <a:gd name="connsiteX402" fmla="*/ 61285 w 472543"/>
                <a:gd name="connsiteY402" fmla="*/ 204394 h 464260"/>
                <a:gd name="connsiteX403" fmla="*/ 57381 w 472543"/>
                <a:gd name="connsiteY403" fmla="*/ 203755 h 464260"/>
                <a:gd name="connsiteX404" fmla="*/ 54116 w 472543"/>
                <a:gd name="connsiteY404" fmla="*/ 200728 h 464260"/>
                <a:gd name="connsiteX405" fmla="*/ 50852 w 472543"/>
                <a:gd name="connsiteY405" fmla="*/ 198339 h 464260"/>
                <a:gd name="connsiteX406" fmla="*/ 47823 w 472543"/>
                <a:gd name="connsiteY406" fmla="*/ 200526 h 464260"/>
                <a:gd name="connsiteX407" fmla="*/ 44996 w 472543"/>
                <a:gd name="connsiteY407" fmla="*/ 204865 h 464260"/>
                <a:gd name="connsiteX408" fmla="*/ 41294 w 472543"/>
                <a:gd name="connsiteY408" fmla="*/ 210079 h 464260"/>
                <a:gd name="connsiteX409" fmla="*/ 38030 w 472543"/>
                <a:gd name="connsiteY409" fmla="*/ 216168 h 464260"/>
                <a:gd name="connsiteX410" fmla="*/ 35842 w 472543"/>
                <a:gd name="connsiteY410" fmla="*/ 216168 h 464260"/>
                <a:gd name="connsiteX411" fmla="*/ 32140 w 472543"/>
                <a:gd name="connsiteY411" fmla="*/ 216168 h 464260"/>
                <a:gd name="connsiteX412" fmla="*/ 29313 w 472543"/>
                <a:gd name="connsiteY412" fmla="*/ 217245 h 464260"/>
                <a:gd name="connsiteX413" fmla="*/ 31938 w 472543"/>
                <a:gd name="connsiteY413" fmla="*/ 221382 h 464260"/>
                <a:gd name="connsiteX414" fmla="*/ 31063 w 472543"/>
                <a:gd name="connsiteY414" fmla="*/ 224645 h 464260"/>
                <a:gd name="connsiteX415" fmla="*/ 26722 w 472543"/>
                <a:gd name="connsiteY415" fmla="*/ 222459 h 464260"/>
                <a:gd name="connsiteX416" fmla="*/ 21943 w 472543"/>
                <a:gd name="connsiteY416" fmla="*/ 222459 h 464260"/>
                <a:gd name="connsiteX417" fmla="*/ 21303 w 472543"/>
                <a:gd name="connsiteY417" fmla="*/ 225621 h 464260"/>
                <a:gd name="connsiteX418" fmla="*/ 21539 w 472543"/>
                <a:gd name="connsiteY418" fmla="*/ 230061 h 464260"/>
                <a:gd name="connsiteX419" fmla="*/ 23928 w 472543"/>
                <a:gd name="connsiteY419" fmla="*/ 234199 h 464260"/>
                <a:gd name="connsiteX420" fmla="*/ 29347 w 472543"/>
                <a:gd name="connsiteY420" fmla="*/ 237462 h 464260"/>
                <a:gd name="connsiteX421" fmla="*/ 35674 w 472543"/>
                <a:gd name="connsiteY421" fmla="*/ 239851 h 464260"/>
                <a:gd name="connsiteX422" fmla="*/ 38299 w 472543"/>
                <a:gd name="connsiteY422" fmla="*/ 244863 h 464260"/>
                <a:gd name="connsiteX423" fmla="*/ 39376 w 472543"/>
                <a:gd name="connsiteY423" fmla="*/ 248328 h 464260"/>
                <a:gd name="connsiteX424" fmla="*/ 38501 w 472543"/>
                <a:gd name="connsiteY424" fmla="*/ 251591 h 464260"/>
                <a:gd name="connsiteX425" fmla="*/ 38063 w 472543"/>
                <a:gd name="connsiteY425" fmla="*/ 254618 h 464260"/>
                <a:gd name="connsiteX426" fmla="*/ 37188 w 472543"/>
                <a:gd name="connsiteY426" fmla="*/ 258521 h 464260"/>
                <a:gd name="connsiteX427" fmla="*/ 35876 w 472543"/>
                <a:gd name="connsiteY427" fmla="*/ 262860 h 464260"/>
                <a:gd name="connsiteX428" fmla="*/ 34563 w 472543"/>
                <a:gd name="connsiteY428" fmla="*/ 265888 h 464260"/>
                <a:gd name="connsiteX429" fmla="*/ 31534 w 472543"/>
                <a:gd name="connsiteY429" fmla="*/ 267637 h 464260"/>
                <a:gd name="connsiteX430" fmla="*/ 28472 w 472543"/>
                <a:gd name="connsiteY430" fmla="*/ 267637 h 464260"/>
                <a:gd name="connsiteX431" fmla="*/ 26082 w 472543"/>
                <a:gd name="connsiteY431" fmla="*/ 267637 h 464260"/>
                <a:gd name="connsiteX432" fmla="*/ 25207 w 472543"/>
                <a:gd name="connsiteY432" fmla="*/ 272111 h 464260"/>
                <a:gd name="connsiteX433" fmla="*/ 23255 w 472543"/>
                <a:gd name="connsiteY433" fmla="*/ 278738 h 464260"/>
                <a:gd name="connsiteX434" fmla="*/ 20428 w 472543"/>
                <a:gd name="connsiteY434" fmla="*/ 281564 h 464260"/>
                <a:gd name="connsiteX435" fmla="*/ 14976 w 472543"/>
                <a:gd name="connsiteY435" fmla="*/ 283313 h 464260"/>
                <a:gd name="connsiteX436" fmla="*/ 9120 w 472543"/>
                <a:gd name="connsiteY436" fmla="*/ 286778 h 464260"/>
                <a:gd name="connsiteX437" fmla="*/ 4139 w 472543"/>
                <a:gd name="connsiteY437" fmla="*/ 292328 h 464260"/>
                <a:gd name="connsiteX438" fmla="*/ 0 w 472543"/>
                <a:gd name="connsiteY438" fmla="*/ 294616 h 464260"/>
                <a:gd name="connsiteX439" fmla="*/ 1312 w 472543"/>
                <a:gd name="connsiteY439" fmla="*/ 299830 h 464260"/>
                <a:gd name="connsiteX440" fmla="*/ 0 w 472543"/>
                <a:gd name="connsiteY440" fmla="*/ 306558 h 464260"/>
                <a:gd name="connsiteX441" fmla="*/ 1077 w 472543"/>
                <a:gd name="connsiteY441" fmla="*/ 309585 h 464260"/>
                <a:gd name="connsiteX442" fmla="*/ 5216 w 472543"/>
                <a:gd name="connsiteY442" fmla="*/ 314800 h 464260"/>
                <a:gd name="connsiteX443" fmla="*/ 6731 w 472543"/>
                <a:gd name="connsiteY443" fmla="*/ 316313 h 464260"/>
                <a:gd name="connsiteX444" fmla="*/ 6293 w 472543"/>
                <a:gd name="connsiteY444" fmla="*/ 318702 h 464260"/>
                <a:gd name="connsiteX445" fmla="*/ 5216 w 472543"/>
                <a:gd name="connsiteY445" fmla="*/ 322839 h 464260"/>
                <a:gd name="connsiteX446" fmla="*/ 7606 w 472543"/>
                <a:gd name="connsiteY446" fmla="*/ 326304 h 464260"/>
                <a:gd name="connsiteX447" fmla="*/ 11072 w 472543"/>
                <a:gd name="connsiteY447" fmla="*/ 329130 h 464260"/>
                <a:gd name="connsiteX448" fmla="*/ 18039 w 472543"/>
                <a:gd name="connsiteY448" fmla="*/ 330207 h 464260"/>
                <a:gd name="connsiteX449" fmla="*/ 21303 w 472543"/>
                <a:gd name="connsiteY449" fmla="*/ 330207 h 464260"/>
                <a:gd name="connsiteX450" fmla="*/ 26520 w 472543"/>
                <a:gd name="connsiteY450" fmla="*/ 327583 h 464260"/>
                <a:gd name="connsiteX451" fmla="*/ 29784 w 472543"/>
                <a:gd name="connsiteY451" fmla="*/ 325833 h 464260"/>
                <a:gd name="connsiteX452" fmla="*/ 35001 w 472543"/>
                <a:gd name="connsiteY452" fmla="*/ 324757 h 464260"/>
                <a:gd name="connsiteX453" fmla="*/ 37188 w 472543"/>
                <a:gd name="connsiteY453" fmla="*/ 329769 h 464260"/>
                <a:gd name="connsiteX454" fmla="*/ 34799 w 472543"/>
                <a:gd name="connsiteY454" fmla="*/ 332595 h 464260"/>
                <a:gd name="connsiteX455" fmla="*/ 34361 w 472543"/>
                <a:gd name="connsiteY455" fmla="*/ 335219 h 464260"/>
                <a:gd name="connsiteX456" fmla="*/ 33924 w 472543"/>
                <a:gd name="connsiteY456" fmla="*/ 338482 h 464260"/>
                <a:gd name="connsiteX457" fmla="*/ 31972 w 472543"/>
                <a:gd name="connsiteY457" fmla="*/ 341106 h 464260"/>
                <a:gd name="connsiteX458" fmla="*/ 30895 w 472543"/>
                <a:gd name="connsiteY458" fmla="*/ 344133 h 464260"/>
                <a:gd name="connsiteX459" fmla="*/ 29818 w 472543"/>
                <a:gd name="connsiteY459" fmla="*/ 346757 h 464260"/>
                <a:gd name="connsiteX460" fmla="*/ 31770 w 472543"/>
                <a:gd name="connsiteY460" fmla="*/ 350458 h 464260"/>
                <a:gd name="connsiteX461" fmla="*/ 34597 w 472543"/>
                <a:gd name="connsiteY461" fmla="*/ 355436 h 464260"/>
                <a:gd name="connsiteX462" fmla="*/ 34597 w 472543"/>
                <a:gd name="connsiteY462" fmla="*/ 360650 h 464260"/>
                <a:gd name="connsiteX463" fmla="*/ 34597 w 472543"/>
                <a:gd name="connsiteY463" fmla="*/ 366167 h 464260"/>
                <a:gd name="connsiteX464" fmla="*/ 39073 w 472543"/>
                <a:gd name="connsiteY464" fmla="*/ 372122 h 464260"/>
                <a:gd name="connsiteX465" fmla="*/ 44155 w 472543"/>
                <a:gd name="connsiteY465" fmla="*/ 372559 h 464260"/>
                <a:gd name="connsiteX466" fmla="*/ 50953 w 472543"/>
                <a:gd name="connsiteY466" fmla="*/ 369969 h 464260"/>
                <a:gd name="connsiteX467" fmla="*/ 58929 w 472543"/>
                <a:gd name="connsiteY467" fmla="*/ 368657 h 464260"/>
                <a:gd name="connsiteX468" fmla="*/ 62261 w 472543"/>
                <a:gd name="connsiteY468" fmla="*/ 370406 h 464260"/>
                <a:gd name="connsiteX469" fmla="*/ 66737 w 472543"/>
                <a:gd name="connsiteY469" fmla="*/ 375620 h 464260"/>
                <a:gd name="connsiteX470" fmla="*/ 72526 w 472543"/>
                <a:gd name="connsiteY470" fmla="*/ 377638 h 464260"/>
                <a:gd name="connsiteX471" fmla="*/ 78482 w 472543"/>
                <a:gd name="connsiteY471" fmla="*/ 376629 h 464260"/>
                <a:gd name="connsiteX472" fmla="*/ 82521 w 472543"/>
                <a:gd name="connsiteY472" fmla="*/ 380834 h 464260"/>
                <a:gd name="connsiteX473" fmla="*/ 84978 w 472543"/>
                <a:gd name="connsiteY473" fmla="*/ 383290 h 464260"/>
                <a:gd name="connsiteX474" fmla="*/ 84978 w 472543"/>
                <a:gd name="connsiteY474" fmla="*/ 387192 h 464260"/>
                <a:gd name="connsiteX475" fmla="*/ 86055 w 472543"/>
                <a:gd name="connsiteY475" fmla="*/ 392541 h 464260"/>
                <a:gd name="connsiteX476" fmla="*/ 88882 w 472543"/>
                <a:gd name="connsiteY476" fmla="*/ 394862 h 464260"/>
                <a:gd name="connsiteX477" fmla="*/ 89757 w 472543"/>
                <a:gd name="connsiteY477" fmla="*/ 399067 h 464260"/>
                <a:gd name="connsiteX478" fmla="*/ 91944 w 472543"/>
                <a:gd name="connsiteY478" fmla="*/ 404146 h 464260"/>
                <a:gd name="connsiteX479" fmla="*/ 91944 w 472543"/>
                <a:gd name="connsiteY479" fmla="*/ 405391 h 464260"/>
                <a:gd name="connsiteX480" fmla="*/ 92550 w 472543"/>
                <a:gd name="connsiteY480" fmla="*/ 408722 h 464260"/>
                <a:gd name="connsiteX481" fmla="*/ 93694 w 472543"/>
                <a:gd name="connsiteY481" fmla="*/ 411110 h 464260"/>
                <a:gd name="connsiteX482" fmla="*/ 93694 w 472543"/>
                <a:gd name="connsiteY482" fmla="*/ 416324 h 464260"/>
                <a:gd name="connsiteX483" fmla="*/ 95848 w 472543"/>
                <a:gd name="connsiteY483" fmla="*/ 421942 h 464260"/>
                <a:gd name="connsiteX484" fmla="*/ 96286 w 472543"/>
                <a:gd name="connsiteY484" fmla="*/ 421269 h 464260"/>
                <a:gd name="connsiteX485" fmla="*/ 97228 w 472543"/>
                <a:gd name="connsiteY485" fmla="*/ 418443 h 464260"/>
                <a:gd name="connsiteX486" fmla="*/ 95646 w 472543"/>
                <a:gd name="connsiteY486" fmla="*/ 416829 h 464260"/>
                <a:gd name="connsiteX487" fmla="*/ 95444 w 472543"/>
                <a:gd name="connsiteY487" fmla="*/ 415012 h 464260"/>
                <a:gd name="connsiteX488" fmla="*/ 96824 w 472543"/>
                <a:gd name="connsiteY488" fmla="*/ 413768 h 464260"/>
                <a:gd name="connsiteX489" fmla="*/ 97767 w 472543"/>
                <a:gd name="connsiteY489" fmla="*/ 413633 h 464260"/>
                <a:gd name="connsiteX490" fmla="*/ 99012 w 472543"/>
                <a:gd name="connsiteY490" fmla="*/ 413936 h 464260"/>
                <a:gd name="connsiteX491" fmla="*/ 99584 w 472543"/>
                <a:gd name="connsiteY491" fmla="*/ 414507 h 464260"/>
                <a:gd name="connsiteX492" fmla="*/ 100459 w 472543"/>
                <a:gd name="connsiteY492" fmla="*/ 415079 h 464260"/>
                <a:gd name="connsiteX493" fmla="*/ 101468 w 472543"/>
                <a:gd name="connsiteY493" fmla="*/ 415718 h 464260"/>
                <a:gd name="connsiteX494" fmla="*/ 103286 w 472543"/>
                <a:gd name="connsiteY494" fmla="*/ 417602 h 464260"/>
                <a:gd name="connsiteX495" fmla="*/ 104464 w 472543"/>
                <a:gd name="connsiteY495" fmla="*/ 417165 h 464260"/>
                <a:gd name="connsiteX496" fmla="*/ 105238 w 472543"/>
                <a:gd name="connsiteY496" fmla="*/ 416862 h 464260"/>
                <a:gd name="connsiteX497" fmla="*/ 106180 w 472543"/>
                <a:gd name="connsiteY497" fmla="*/ 415786 h 464260"/>
                <a:gd name="connsiteX498" fmla="*/ 106180 w 472543"/>
                <a:gd name="connsiteY498" fmla="*/ 414709 h 464260"/>
                <a:gd name="connsiteX499" fmla="*/ 105877 w 472543"/>
                <a:gd name="connsiteY499" fmla="*/ 413566 h 464260"/>
                <a:gd name="connsiteX500" fmla="*/ 105238 w 472543"/>
                <a:gd name="connsiteY500" fmla="*/ 413128 h 464260"/>
                <a:gd name="connsiteX501" fmla="*/ 104868 w 472543"/>
                <a:gd name="connsiteY501" fmla="*/ 411615 h 464260"/>
                <a:gd name="connsiteX502" fmla="*/ 105507 w 472543"/>
                <a:gd name="connsiteY502" fmla="*/ 410538 h 464260"/>
                <a:gd name="connsiteX503" fmla="*/ 107190 w 472543"/>
                <a:gd name="connsiteY503" fmla="*/ 409394 h 464260"/>
                <a:gd name="connsiteX504" fmla="*/ 109512 w 472543"/>
                <a:gd name="connsiteY504" fmla="*/ 408251 h 464260"/>
                <a:gd name="connsiteX505" fmla="*/ 110017 w 472543"/>
                <a:gd name="connsiteY505" fmla="*/ 407881 h 464260"/>
                <a:gd name="connsiteX506" fmla="*/ 111700 w 472543"/>
                <a:gd name="connsiteY506" fmla="*/ 406939 h 464260"/>
                <a:gd name="connsiteX507" fmla="*/ 112272 w 472543"/>
                <a:gd name="connsiteY507" fmla="*/ 404550 h 464260"/>
                <a:gd name="connsiteX508" fmla="*/ 111969 w 472543"/>
                <a:gd name="connsiteY508" fmla="*/ 402868 h 464260"/>
                <a:gd name="connsiteX509" fmla="*/ 110522 w 472543"/>
                <a:gd name="connsiteY509" fmla="*/ 400042 h 464260"/>
                <a:gd name="connsiteX510" fmla="*/ 108199 w 472543"/>
                <a:gd name="connsiteY510" fmla="*/ 398024 h 464260"/>
                <a:gd name="connsiteX511" fmla="*/ 107122 w 472543"/>
                <a:gd name="connsiteY511" fmla="*/ 396779 h 464260"/>
                <a:gd name="connsiteX512" fmla="*/ 104868 w 472543"/>
                <a:gd name="connsiteY512" fmla="*/ 394963 h 464260"/>
                <a:gd name="connsiteX513" fmla="*/ 103488 w 472543"/>
                <a:gd name="connsiteY513" fmla="*/ 392945 h 464260"/>
                <a:gd name="connsiteX514" fmla="*/ 102041 w 472543"/>
                <a:gd name="connsiteY514" fmla="*/ 390321 h 464260"/>
                <a:gd name="connsiteX515" fmla="*/ 102041 w 472543"/>
                <a:gd name="connsiteY515" fmla="*/ 388067 h 464260"/>
                <a:gd name="connsiteX516" fmla="*/ 102310 w 472543"/>
                <a:gd name="connsiteY516" fmla="*/ 385106 h 464260"/>
                <a:gd name="connsiteX517" fmla="*/ 103050 w 472543"/>
                <a:gd name="connsiteY517" fmla="*/ 383963 h 464260"/>
                <a:gd name="connsiteX518" fmla="*/ 103993 w 472543"/>
                <a:gd name="connsiteY518" fmla="*/ 382449 h 464260"/>
                <a:gd name="connsiteX519" fmla="*/ 105002 w 472543"/>
                <a:gd name="connsiteY519" fmla="*/ 382449 h 464260"/>
                <a:gd name="connsiteX520" fmla="*/ 107022 w 472543"/>
                <a:gd name="connsiteY520" fmla="*/ 383458 h 464260"/>
                <a:gd name="connsiteX521" fmla="*/ 108031 w 472543"/>
                <a:gd name="connsiteY521" fmla="*/ 384703 h 464260"/>
                <a:gd name="connsiteX522" fmla="*/ 109276 w 472543"/>
                <a:gd name="connsiteY522" fmla="*/ 385712 h 464260"/>
                <a:gd name="connsiteX523" fmla="*/ 110959 w 472543"/>
                <a:gd name="connsiteY523" fmla="*/ 387293 h 464260"/>
                <a:gd name="connsiteX524" fmla="*/ 112305 w 472543"/>
                <a:gd name="connsiteY524" fmla="*/ 390926 h 464260"/>
                <a:gd name="connsiteX525" fmla="*/ 113214 w 472543"/>
                <a:gd name="connsiteY525" fmla="*/ 391431 h 464260"/>
                <a:gd name="connsiteX526" fmla="*/ 114358 w 472543"/>
                <a:gd name="connsiteY526" fmla="*/ 393247 h 464260"/>
                <a:gd name="connsiteX527" fmla="*/ 116815 w 472543"/>
                <a:gd name="connsiteY527" fmla="*/ 394122 h 464260"/>
                <a:gd name="connsiteX528" fmla="*/ 117959 w 472543"/>
                <a:gd name="connsiteY528" fmla="*/ 396073 h 464260"/>
                <a:gd name="connsiteX529" fmla="*/ 121022 w 472543"/>
                <a:gd name="connsiteY529" fmla="*/ 398091 h 464260"/>
                <a:gd name="connsiteX530" fmla="*/ 122704 w 472543"/>
                <a:gd name="connsiteY530" fmla="*/ 398226 h 464260"/>
                <a:gd name="connsiteX531" fmla="*/ 123512 w 472543"/>
                <a:gd name="connsiteY531" fmla="*/ 398361 h 464260"/>
                <a:gd name="connsiteX532" fmla="*/ 125464 w 472543"/>
                <a:gd name="connsiteY532" fmla="*/ 399100 h 464260"/>
                <a:gd name="connsiteX533" fmla="*/ 124791 w 472543"/>
                <a:gd name="connsiteY533" fmla="*/ 401052 h 464260"/>
                <a:gd name="connsiteX534" fmla="*/ 124993 w 472543"/>
                <a:gd name="connsiteY534" fmla="*/ 403070 h 464260"/>
                <a:gd name="connsiteX535" fmla="*/ 124993 w 472543"/>
                <a:gd name="connsiteY535" fmla="*/ 404146 h 464260"/>
                <a:gd name="connsiteX536" fmla="*/ 124488 w 472543"/>
                <a:gd name="connsiteY536" fmla="*/ 406400 h 464260"/>
                <a:gd name="connsiteX537" fmla="*/ 123983 w 472543"/>
                <a:gd name="connsiteY537" fmla="*/ 407477 h 464260"/>
                <a:gd name="connsiteX538" fmla="*/ 123546 w 472543"/>
                <a:gd name="connsiteY538" fmla="*/ 408419 h 464260"/>
                <a:gd name="connsiteX539" fmla="*/ 123108 w 472543"/>
                <a:gd name="connsiteY539" fmla="*/ 409798 h 464260"/>
                <a:gd name="connsiteX540" fmla="*/ 122233 w 472543"/>
                <a:gd name="connsiteY540" fmla="*/ 410874 h 464260"/>
                <a:gd name="connsiteX541" fmla="*/ 121291 w 472543"/>
                <a:gd name="connsiteY541" fmla="*/ 411884 h 464260"/>
                <a:gd name="connsiteX542" fmla="*/ 120046 w 472543"/>
                <a:gd name="connsiteY542" fmla="*/ 413835 h 464260"/>
                <a:gd name="connsiteX543" fmla="*/ 119608 w 472543"/>
                <a:gd name="connsiteY543" fmla="*/ 414709 h 464260"/>
                <a:gd name="connsiteX544" fmla="*/ 118901 w 472543"/>
                <a:gd name="connsiteY544" fmla="*/ 416156 h 464260"/>
                <a:gd name="connsiteX545" fmla="*/ 118599 w 472543"/>
                <a:gd name="connsiteY545" fmla="*/ 417300 h 464260"/>
                <a:gd name="connsiteX546" fmla="*/ 118229 w 472543"/>
                <a:gd name="connsiteY546" fmla="*/ 418612 h 464260"/>
                <a:gd name="connsiteX547" fmla="*/ 118363 w 472543"/>
                <a:gd name="connsiteY547" fmla="*/ 420294 h 464260"/>
                <a:gd name="connsiteX548" fmla="*/ 120012 w 472543"/>
                <a:gd name="connsiteY548" fmla="*/ 422615 h 464260"/>
                <a:gd name="connsiteX549" fmla="*/ 122839 w 472543"/>
                <a:gd name="connsiteY549" fmla="*/ 422817 h 464260"/>
                <a:gd name="connsiteX550" fmla="*/ 126104 w 472543"/>
                <a:gd name="connsiteY550" fmla="*/ 423254 h 464260"/>
                <a:gd name="connsiteX551" fmla="*/ 126676 w 472543"/>
                <a:gd name="connsiteY551" fmla="*/ 423826 h 464260"/>
                <a:gd name="connsiteX552" fmla="*/ 128123 w 472543"/>
                <a:gd name="connsiteY552" fmla="*/ 427459 h 464260"/>
                <a:gd name="connsiteX553" fmla="*/ 128695 w 472543"/>
                <a:gd name="connsiteY553" fmla="*/ 428771 h 464260"/>
                <a:gd name="connsiteX554" fmla="*/ 130714 w 472543"/>
                <a:gd name="connsiteY554" fmla="*/ 429645 h 464260"/>
                <a:gd name="connsiteX555" fmla="*/ 132363 w 472543"/>
                <a:gd name="connsiteY555" fmla="*/ 427896 h 464260"/>
                <a:gd name="connsiteX556" fmla="*/ 133676 w 472543"/>
                <a:gd name="connsiteY556" fmla="*/ 425138 h 464260"/>
                <a:gd name="connsiteX557" fmla="*/ 133676 w 472543"/>
                <a:gd name="connsiteY557" fmla="*/ 423321 h 464260"/>
                <a:gd name="connsiteX558" fmla="*/ 133777 w 472543"/>
                <a:gd name="connsiteY558" fmla="*/ 421370 h 464260"/>
                <a:gd name="connsiteX559" fmla="*/ 133777 w 472543"/>
                <a:gd name="connsiteY559" fmla="*/ 419553 h 464260"/>
                <a:gd name="connsiteX560" fmla="*/ 133878 w 472543"/>
                <a:gd name="connsiteY560" fmla="*/ 417165 h 464260"/>
                <a:gd name="connsiteX561" fmla="*/ 132767 w 472543"/>
                <a:gd name="connsiteY561" fmla="*/ 414911 h 464260"/>
                <a:gd name="connsiteX562" fmla="*/ 132464 w 472543"/>
                <a:gd name="connsiteY562" fmla="*/ 412960 h 464260"/>
                <a:gd name="connsiteX563" fmla="*/ 131959 w 472543"/>
                <a:gd name="connsiteY563" fmla="*/ 410706 h 464260"/>
                <a:gd name="connsiteX564" fmla="*/ 132902 w 472543"/>
                <a:gd name="connsiteY564" fmla="*/ 409764 h 464260"/>
                <a:gd name="connsiteX565" fmla="*/ 134282 w 472543"/>
                <a:gd name="connsiteY565" fmla="*/ 410404 h 464260"/>
                <a:gd name="connsiteX566" fmla="*/ 136166 w 472543"/>
                <a:gd name="connsiteY566" fmla="*/ 411345 h 464260"/>
                <a:gd name="connsiteX567" fmla="*/ 138926 w 472543"/>
                <a:gd name="connsiteY567" fmla="*/ 413229 h 464260"/>
                <a:gd name="connsiteX568" fmla="*/ 142123 w 472543"/>
                <a:gd name="connsiteY568" fmla="*/ 413431 h 464260"/>
                <a:gd name="connsiteX569" fmla="*/ 144277 w 472543"/>
                <a:gd name="connsiteY569" fmla="*/ 410908 h 464260"/>
                <a:gd name="connsiteX570" fmla="*/ 145657 w 472543"/>
                <a:gd name="connsiteY570" fmla="*/ 409226 h 464260"/>
                <a:gd name="connsiteX571" fmla="*/ 146027 w 472543"/>
                <a:gd name="connsiteY571" fmla="*/ 405896 h 464260"/>
                <a:gd name="connsiteX572" fmla="*/ 145219 w 472543"/>
                <a:gd name="connsiteY572" fmla="*/ 403070 h 464260"/>
                <a:gd name="connsiteX573" fmla="*/ 141585 w 472543"/>
                <a:gd name="connsiteY573" fmla="*/ 399235 h 464260"/>
                <a:gd name="connsiteX574" fmla="*/ 139868 w 472543"/>
                <a:gd name="connsiteY574" fmla="*/ 397284 h 464260"/>
                <a:gd name="connsiteX575" fmla="*/ 142460 w 472543"/>
                <a:gd name="connsiteY575" fmla="*/ 393584 h 464260"/>
                <a:gd name="connsiteX576" fmla="*/ 145926 w 472543"/>
                <a:gd name="connsiteY576" fmla="*/ 391397 h 464260"/>
                <a:gd name="connsiteX577" fmla="*/ 148013 w 472543"/>
                <a:gd name="connsiteY577" fmla="*/ 390152 h 464260"/>
                <a:gd name="connsiteX578" fmla="*/ 149763 w 472543"/>
                <a:gd name="connsiteY578" fmla="*/ 389581 h 464260"/>
                <a:gd name="connsiteX579" fmla="*/ 151715 w 472543"/>
                <a:gd name="connsiteY579" fmla="*/ 390018 h 464260"/>
                <a:gd name="connsiteX580" fmla="*/ 155349 w 472543"/>
                <a:gd name="connsiteY580" fmla="*/ 391700 h 464260"/>
                <a:gd name="connsiteX581" fmla="*/ 156999 w 472543"/>
                <a:gd name="connsiteY581" fmla="*/ 392574 h 464260"/>
                <a:gd name="connsiteX582" fmla="*/ 158378 w 472543"/>
                <a:gd name="connsiteY582" fmla="*/ 390960 h 464260"/>
                <a:gd name="connsiteX583" fmla="*/ 159253 w 472543"/>
                <a:gd name="connsiteY583" fmla="*/ 387764 h 464260"/>
                <a:gd name="connsiteX584" fmla="*/ 159826 w 472543"/>
                <a:gd name="connsiteY584" fmla="*/ 385241 h 464260"/>
                <a:gd name="connsiteX585" fmla="*/ 160465 w 472543"/>
                <a:gd name="connsiteY585" fmla="*/ 383660 h 464260"/>
                <a:gd name="connsiteX586" fmla="*/ 161475 w 472543"/>
                <a:gd name="connsiteY586" fmla="*/ 383223 h 464260"/>
                <a:gd name="connsiteX587" fmla="*/ 165883 w 472543"/>
                <a:gd name="connsiteY587" fmla="*/ 381843 h 464260"/>
                <a:gd name="connsiteX588" fmla="*/ 169653 w 472543"/>
                <a:gd name="connsiteY588" fmla="*/ 380599 h 464260"/>
                <a:gd name="connsiteX589" fmla="*/ 174432 w 472543"/>
                <a:gd name="connsiteY589" fmla="*/ 380599 h 464260"/>
                <a:gd name="connsiteX590" fmla="*/ 179345 w 472543"/>
                <a:gd name="connsiteY590" fmla="*/ 381339 h 464260"/>
                <a:gd name="connsiteX591" fmla="*/ 182542 w 472543"/>
                <a:gd name="connsiteY591" fmla="*/ 386116 h 464260"/>
                <a:gd name="connsiteX592" fmla="*/ 182542 w 472543"/>
                <a:gd name="connsiteY592" fmla="*/ 389446 h 464260"/>
                <a:gd name="connsiteX593" fmla="*/ 183990 w 472543"/>
                <a:gd name="connsiteY593" fmla="*/ 393516 h 464260"/>
                <a:gd name="connsiteX594" fmla="*/ 185302 w 472543"/>
                <a:gd name="connsiteY594" fmla="*/ 393954 h 464260"/>
                <a:gd name="connsiteX595" fmla="*/ 187624 w 472543"/>
                <a:gd name="connsiteY595" fmla="*/ 393819 h 464260"/>
                <a:gd name="connsiteX596" fmla="*/ 189206 w 472543"/>
                <a:gd name="connsiteY596" fmla="*/ 391801 h 464260"/>
                <a:gd name="connsiteX597" fmla="*/ 191225 w 472543"/>
                <a:gd name="connsiteY597" fmla="*/ 388908 h 464260"/>
                <a:gd name="connsiteX598" fmla="*/ 192538 w 472543"/>
                <a:gd name="connsiteY598" fmla="*/ 387327 h 464260"/>
                <a:gd name="connsiteX599" fmla="*/ 194288 w 472543"/>
                <a:gd name="connsiteY599" fmla="*/ 385880 h 464260"/>
                <a:gd name="connsiteX600" fmla="*/ 196745 w 472543"/>
                <a:gd name="connsiteY600" fmla="*/ 384871 h 464260"/>
                <a:gd name="connsiteX601" fmla="*/ 199201 w 472543"/>
                <a:gd name="connsiteY601" fmla="*/ 383996 h 464260"/>
                <a:gd name="connsiteX602" fmla="*/ 201658 w 472543"/>
                <a:gd name="connsiteY602" fmla="*/ 382684 h 464260"/>
                <a:gd name="connsiteX603" fmla="*/ 203745 w 472543"/>
                <a:gd name="connsiteY603" fmla="*/ 380666 h 464260"/>
                <a:gd name="connsiteX604" fmla="*/ 204822 w 472543"/>
                <a:gd name="connsiteY604" fmla="*/ 378479 h 464260"/>
                <a:gd name="connsiteX605" fmla="*/ 204822 w 472543"/>
                <a:gd name="connsiteY605" fmla="*/ 376293 h 464260"/>
                <a:gd name="connsiteX606" fmla="*/ 204822 w 472543"/>
                <a:gd name="connsiteY606" fmla="*/ 372828 h 464260"/>
                <a:gd name="connsiteX607" fmla="*/ 203072 w 472543"/>
                <a:gd name="connsiteY607" fmla="*/ 369498 h 464260"/>
                <a:gd name="connsiteX608" fmla="*/ 199235 w 472543"/>
                <a:gd name="connsiteY608" fmla="*/ 368623 h 464260"/>
                <a:gd name="connsiteX609" fmla="*/ 197855 w 472543"/>
                <a:gd name="connsiteY609" fmla="*/ 366033 h 464260"/>
                <a:gd name="connsiteX610" fmla="*/ 197855 w 472543"/>
                <a:gd name="connsiteY610" fmla="*/ 364149 h 464260"/>
                <a:gd name="connsiteX611" fmla="*/ 197283 w 472543"/>
                <a:gd name="connsiteY611" fmla="*/ 360247 h 464260"/>
                <a:gd name="connsiteX612" fmla="*/ 198158 w 472543"/>
                <a:gd name="connsiteY612" fmla="*/ 355470 h 464260"/>
                <a:gd name="connsiteX613" fmla="*/ 198730 w 472543"/>
                <a:gd name="connsiteY613" fmla="*/ 352846 h 464260"/>
                <a:gd name="connsiteX614" fmla="*/ 201187 w 472543"/>
                <a:gd name="connsiteY614" fmla="*/ 351837 h 464260"/>
                <a:gd name="connsiteX615" fmla="*/ 204822 w 472543"/>
                <a:gd name="connsiteY615" fmla="*/ 348809 h 464260"/>
                <a:gd name="connsiteX616" fmla="*/ 206403 w 472543"/>
                <a:gd name="connsiteY616" fmla="*/ 346051 h 464260"/>
                <a:gd name="connsiteX617" fmla="*/ 208860 w 472543"/>
                <a:gd name="connsiteY617" fmla="*/ 344167 h 464260"/>
                <a:gd name="connsiteX618" fmla="*/ 210880 w 472543"/>
                <a:gd name="connsiteY618" fmla="*/ 344167 h 464260"/>
                <a:gd name="connsiteX619" fmla="*/ 213067 w 472543"/>
                <a:gd name="connsiteY619" fmla="*/ 345042 h 464260"/>
                <a:gd name="connsiteX620" fmla="*/ 215961 w 472543"/>
                <a:gd name="connsiteY620" fmla="*/ 346925 h 464260"/>
                <a:gd name="connsiteX621" fmla="*/ 217274 w 472543"/>
                <a:gd name="connsiteY621" fmla="*/ 347935 h 464260"/>
                <a:gd name="connsiteX622" fmla="*/ 219596 w 472543"/>
                <a:gd name="connsiteY622" fmla="*/ 349381 h 464260"/>
                <a:gd name="connsiteX623" fmla="*/ 225250 w 472543"/>
                <a:gd name="connsiteY623" fmla="*/ 350962 h 464260"/>
                <a:gd name="connsiteX624" fmla="*/ 227404 w 472543"/>
                <a:gd name="connsiteY624" fmla="*/ 349314 h 464260"/>
                <a:gd name="connsiteX625" fmla="*/ 229188 w 472543"/>
                <a:gd name="connsiteY625" fmla="*/ 347834 h 464260"/>
                <a:gd name="connsiteX626" fmla="*/ 230500 w 472543"/>
                <a:gd name="connsiteY626" fmla="*/ 347329 h 464260"/>
                <a:gd name="connsiteX627" fmla="*/ 233058 w 472543"/>
                <a:gd name="connsiteY627" fmla="*/ 347228 h 464260"/>
                <a:gd name="connsiteX628" fmla="*/ 235111 w 472543"/>
                <a:gd name="connsiteY628" fmla="*/ 347935 h 464260"/>
                <a:gd name="connsiteX629" fmla="*/ 236457 w 472543"/>
                <a:gd name="connsiteY629" fmla="*/ 349011 h 464260"/>
                <a:gd name="connsiteX630" fmla="*/ 237130 w 472543"/>
                <a:gd name="connsiteY630" fmla="*/ 351130 h 464260"/>
                <a:gd name="connsiteX631" fmla="*/ 237803 w 472543"/>
                <a:gd name="connsiteY631" fmla="*/ 353149 h 464260"/>
                <a:gd name="connsiteX632" fmla="*/ 237803 w 472543"/>
                <a:gd name="connsiteY632" fmla="*/ 355436 h 464260"/>
                <a:gd name="connsiteX633" fmla="*/ 238409 w 472543"/>
                <a:gd name="connsiteY633" fmla="*/ 358094 h 464260"/>
                <a:gd name="connsiteX634" fmla="*/ 238072 w 472543"/>
                <a:gd name="connsiteY634" fmla="*/ 359944 h 464260"/>
                <a:gd name="connsiteX635" fmla="*/ 237837 w 472543"/>
                <a:gd name="connsiteY635" fmla="*/ 361626 h 464260"/>
                <a:gd name="connsiteX636" fmla="*/ 237837 w 472543"/>
                <a:gd name="connsiteY636" fmla="*/ 362400 h 464260"/>
                <a:gd name="connsiteX637" fmla="*/ 237197 w 472543"/>
                <a:gd name="connsiteY637" fmla="*/ 364956 h 464260"/>
                <a:gd name="connsiteX638" fmla="*/ 237534 w 472543"/>
                <a:gd name="connsiteY638" fmla="*/ 366537 h 464260"/>
                <a:gd name="connsiteX639" fmla="*/ 238173 w 472543"/>
                <a:gd name="connsiteY639" fmla="*/ 368455 h 464260"/>
                <a:gd name="connsiteX640" fmla="*/ 238880 w 472543"/>
                <a:gd name="connsiteY640" fmla="*/ 370036 h 464260"/>
                <a:gd name="connsiteX641" fmla="*/ 240395 w 472543"/>
                <a:gd name="connsiteY641" fmla="*/ 371785 h 464260"/>
                <a:gd name="connsiteX642" fmla="*/ 241539 w 472543"/>
                <a:gd name="connsiteY642" fmla="*/ 371953 h 464260"/>
                <a:gd name="connsiteX643" fmla="*/ 244366 w 472543"/>
                <a:gd name="connsiteY643" fmla="*/ 372660 h 464260"/>
                <a:gd name="connsiteX644" fmla="*/ 245678 w 472543"/>
                <a:gd name="connsiteY644" fmla="*/ 372559 h 464260"/>
                <a:gd name="connsiteX645" fmla="*/ 248169 w 472543"/>
                <a:gd name="connsiteY645" fmla="*/ 370776 h 464260"/>
                <a:gd name="connsiteX646" fmla="*/ 249212 w 472543"/>
                <a:gd name="connsiteY646" fmla="*/ 368993 h 464260"/>
                <a:gd name="connsiteX647" fmla="*/ 250996 w 472543"/>
                <a:gd name="connsiteY647" fmla="*/ 368186 h 464260"/>
                <a:gd name="connsiteX648" fmla="*/ 252914 w 472543"/>
                <a:gd name="connsiteY648" fmla="*/ 366134 h 464260"/>
                <a:gd name="connsiteX649" fmla="*/ 257996 w 472543"/>
                <a:gd name="connsiteY649" fmla="*/ 365764 h 464260"/>
                <a:gd name="connsiteX650" fmla="*/ 260318 w 472543"/>
                <a:gd name="connsiteY650" fmla="*/ 364519 h 464260"/>
                <a:gd name="connsiteX651" fmla="*/ 262270 w 472543"/>
                <a:gd name="connsiteY651" fmla="*/ 362501 h 464260"/>
                <a:gd name="connsiteX652" fmla="*/ 264727 w 472543"/>
                <a:gd name="connsiteY652" fmla="*/ 360920 h 464260"/>
                <a:gd name="connsiteX653" fmla="*/ 267857 w 472543"/>
                <a:gd name="connsiteY653" fmla="*/ 360785 h 464260"/>
                <a:gd name="connsiteX654" fmla="*/ 270616 w 472543"/>
                <a:gd name="connsiteY654" fmla="*/ 361794 h 464260"/>
                <a:gd name="connsiteX655" fmla="*/ 273948 w 472543"/>
                <a:gd name="connsiteY655" fmla="*/ 363039 h 464260"/>
                <a:gd name="connsiteX656" fmla="*/ 276405 w 472543"/>
                <a:gd name="connsiteY656" fmla="*/ 363409 h 464260"/>
                <a:gd name="connsiteX657" fmla="*/ 279737 w 472543"/>
                <a:gd name="connsiteY657" fmla="*/ 363611 h 464260"/>
                <a:gd name="connsiteX658" fmla="*/ 281992 w 472543"/>
                <a:gd name="connsiteY658" fmla="*/ 362299 h 464260"/>
                <a:gd name="connsiteX659" fmla="*/ 284246 w 472543"/>
                <a:gd name="connsiteY659" fmla="*/ 360920 h 464260"/>
                <a:gd name="connsiteX660" fmla="*/ 286198 w 472543"/>
                <a:gd name="connsiteY660" fmla="*/ 360987 h 464260"/>
                <a:gd name="connsiteX661" fmla="*/ 287949 w 472543"/>
                <a:gd name="connsiteY661" fmla="*/ 362299 h 464260"/>
                <a:gd name="connsiteX662" fmla="*/ 289396 w 472543"/>
                <a:gd name="connsiteY662" fmla="*/ 364620 h 464260"/>
                <a:gd name="connsiteX663" fmla="*/ 289833 w 472543"/>
                <a:gd name="connsiteY663" fmla="*/ 367446 h 464260"/>
                <a:gd name="connsiteX664" fmla="*/ 289833 w 472543"/>
                <a:gd name="connsiteY664" fmla="*/ 369699 h 464260"/>
                <a:gd name="connsiteX665" fmla="*/ 291617 w 472543"/>
                <a:gd name="connsiteY665" fmla="*/ 374342 h 464260"/>
                <a:gd name="connsiteX666" fmla="*/ 291785 w 472543"/>
                <a:gd name="connsiteY666" fmla="*/ 377470 h 464260"/>
                <a:gd name="connsiteX667" fmla="*/ 291785 w 472543"/>
                <a:gd name="connsiteY667" fmla="*/ 379926 h 464260"/>
                <a:gd name="connsiteX668" fmla="*/ 290540 w 472543"/>
                <a:gd name="connsiteY668" fmla="*/ 381810 h 464260"/>
                <a:gd name="connsiteX669" fmla="*/ 289429 w 472543"/>
                <a:gd name="connsiteY669" fmla="*/ 382953 h 464260"/>
                <a:gd name="connsiteX670" fmla="*/ 290809 w 472543"/>
                <a:gd name="connsiteY670" fmla="*/ 387158 h 464260"/>
                <a:gd name="connsiteX671" fmla="*/ 293434 w 472543"/>
                <a:gd name="connsiteY671" fmla="*/ 392003 h 464260"/>
                <a:gd name="connsiteX672" fmla="*/ 294814 w 472543"/>
                <a:gd name="connsiteY672" fmla="*/ 393886 h 464260"/>
                <a:gd name="connsiteX673" fmla="*/ 295756 w 472543"/>
                <a:gd name="connsiteY673" fmla="*/ 397150 h 464260"/>
                <a:gd name="connsiteX674" fmla="*/ 293737 w 472543"/>
                <a:gd name="connsiteY674" fmla="*/ 399403 h 464260"/>
                <a:gd name="connsiteX675" fmla="*/ 291550 w 472543"/>
                <a:gd name="connsiteY675" fmla="*/ 401489 h 464260"/>
                <a:gd name="connsiteX676" fmla="*/ 290877 w 472543"/>
                <a:gd name="connsiteY676" fmla="*/ 403945 h 464260"/>
                <a:gd name="connsiteX677" fmla="*/ 292021 w 472543"/>
                <a:gd name="connsiteY677" fmla="*/ 407275 h 464260"/>
                <a:gd name="connsiteX678" fmla="*/ 295723 w 472543"/>
                <a:gd name="connsiteY678" fmla="*/ 410908 h 464260"/>
                <a:gd name="connsiteX679" fmla="*/ 299795 w 472543"/>
                <a:gd name="connsiteY679" fmla="*/ 414911 h 464260"/>
                <a:gd name="connsiteX680" fmla="*/ 303867 w 472543"/>
                <a:gd name="connsiteY680" fmla="*/ 417737 h 464260"/>
                <a:gd name="connsiteX681" fmla="*/ 307502 w 472543"/>
                <a:gd name="connsiteY681" fmla="*/ 418107 h 464260"/>
                <a:gd name="connsiteX682" fmla="*/ 308882 w 472543"/>
                <a:gd name="connsiteY682" fmla="*/ 415786 h 464260"/>
                <a:gd name="connsiteX683" fmla="*/ 309689 w 472543"/>
                <a:gd name="connsiteY683" fmla="*/ 414036 h 464260"/>
                <a:gd name="connsiteX684" fmla="*/ 310699 w 472543"/>
                <a:gd name="connsiteY684" fmla="*/ 411345 h 464260"/>
                <a:gd name="connsiteX685" fmla="*/ 310699 w 472543"/>
                <a:gd name="connsiteY685" fmla="*/ 409663 h 464260"/>
                <a:gd name="connsiteX686" fmla="*/ 311069 w 472543"/>
                <a:gd name="connsiteY686" fmla="*/ 407712 h 464260"/>
                <a:gd name="connsiteX687" fmla="*/ 312213 w 472543"/>
                <a:gd name="connsiteY687" fmla="*/ 405189 h 464260"/>
                <a:gd name="connsiteX688" fmla="*/ 314031 w 472543"/>
                <a:gd name="connsiteY688" fmla="*/ 403171 h 464260"/>
                <a:gd name="connsiteX689" fmla="*/ 316622 w 472543"/>
                <a:gd name="connsiteY689" fmla="*/ 403541 h 464260"/>
                <a:gd name="connsiteX690" fmla="*/ 319584 w 472543"/>
                <a:gd name="connsiteY690" fmla="*/ 404550 h 464260"/>
                <a:gd name="connsiteX691" fmla="*/ 322848 w 472543"/>
                <a:gd name="connsiteY691" fmla="*/ 407309 h 464260"/>
                <a:gd name="connsiteX692" fmla="*/ 323050 w 472543"/>
                <a:gd name="connsiteY692" fmla="*/ 409630 h 464260"/>
                <a:gd name="connsiteX693" fmla="*/ 323050 w 472543"/>
                <a:gd name="connsiteY693" fmla="*/ 412960 h 464260"/>
                <a:gd name="connsiteX694" fmla="*/ 322343 w 472543"/>
                <a:gd name="connsiteY694" fmla="*/ 417602 h 464260"/>
                <a:gd name="connsiteX695" fmla="*/ 321603 w 472543"/>
                <a:gd name="connsiteY695" fmla="*/ 418914 h 464260"/>
                <a:gd name="connsiteX696" fmla="*/ 319853 w 472543"/>
                <a:gd name="connsiteY696" fmla="*/ 421101 h 464260"/>
                <a:gd name="connsiteX697" fmla="*/ 317968 w 472543"/>
                <a:gd name="connsiteY697" fmla="*/ 422177 h 464260"/>
                <a:gd name="connsiteX698" fmla="*/ 316656 w 472543"/>
                <a:gd name="connsiteY698" fmla="*/ 424061 h 464260"/>
                <a:gd name="connsiteX699" fmla="*/ 315714 w 472543"/>
                <a:gd name="connsiteY699" fmla="*/ 425508 h 464260"/>
                <a:gd name="connsiteX700" fmla="*/ 314872 w 472543"/>
                <a:gd name="connsiteY700" fmla="*/ 429914 h 464260"/>
                <a:gd name="connsiteX701" fmla="*/ 314098 w 472543"/>
                <a:gd name="connsiteY701" fmla="*/ 433615 h 464260"/>
                <a:gd name="connsiteX702" fmla="*/ 314435 w 472543"/>
                <a:gd name="connsiteY702" fmla="*/ 436979 h 464260"/>
                <a:gd name="connsiteX703" fmla="*/ 314098 w 472543"/>
                <a:gd name="connsiteY703" fmla="*/ 442428 h 464260"/>
                <a:gd name="connsiteX704" fmla="*/ 316488 w 472543"/>
                <a:gd name="connsiteY704" fmla="*/ 445490 h 464260"/>
                <a:gd name="connsiteX705" fmla="*/ 321704 w 472543"/>
                <a:gd name="connsiteY705" fmla="*/ 446028 h 464260"/>
                <a:gd name="connsiteX706" fmla="*/ 323017 w 472543"/>
                <a:gd name="connsiteY706" fmla="*/ 444615 h 464260"/>
                <a:gd name="connsiteX707" fmla="*/ 323017 w 472543"/>
                <a:gd name="connsiteY707" fmla="*/ 442563 h 464260"/>
                <a:gd name="connsiteX708" fmla="*/ 323017 w 472543"/>
                <a:gd name="connsiteY708" fmla="*/ 439199 h 464260"/>
                <a:gd name="connsiteX709" fmla="*/ 323050 w 472543"/>
                <a:gd name="connsiteY709" fmla="*/ 437988 h 464260"/>
                <a:gd name="connsiteX710" fmla="*/ 322142 w 472543"/>
                <a:gd name="connsiteY710" fmla="*/ 436138 h 464260"/>
                <a:gd name="connsiteX711" fmla="*/ 322041 w 472543"/>
                <a:gd name="connsiteY711" fmla="*/ 433749 h 464260"/>
                <a:gd name="connsiteX712" fmla="*/ 322377 w 472543"/>
                <a:gd name="connsiteY712" fmla="*/ 433110 h 464260"/>
                <a:gd name="connsiteX713" fmla="*/ 324430 w 472543"/>
                <a:gd name="connsiteY713" fmla="*/ 432236 h 464260"/>
                <a:gd name="connsiteX714" fmla="*/ 326281 w 472543"/>
                <a:gd name="connsiteY714" fmla="*/ 431462 h 464260"/>
                <a:gd name="connsiteX715" fmla="*/ 328570 w 472543"/>
                <a:gd name="connsiteY715" fmla="*/ 430823 h 464260"/>
                <a:gd name="connsiteX716" fmla="*/ 331195 w 472543"/>
                <a:gd name="connsiteY716" fmla="*/ 433110 h 464260"/>
                <a:gd name="connsiteX717" fmla="*/ 332507 w 472543"/>
                <a:gd name="connsiteY717" fmla="*/ 435297 h 464260"/>
                <a:gd name="connsiteX718" fmla="*/ 333147 w 472543"/>
                <a:gd name="connsiteY718" fmla="*/ 437349 h 464260"/>
                <a:gd name="connsiteX719" fmla="*/ 333147 w 472543"/>
                <a:gd name="connsiteY719" fmla="*/ 439401 h 464260"/>
                <a:gd name="connsiteX720" fmla="*/ 333147 w 472543"/>
                <a:gd name="connsiteY720" fmla="*/ 444615 h 464260"/>
                <a:gd name="connsiteX721" fmla="*/ 333248 w 472543"/>
                <a:gd name="connsiteY721" fmla="*/ 447441 h 464260"/>
                <a:gd name="connsiteX722" fmla="*/ 332844 w 472543"/>
                <a:gd name="connsiteY722" fmla="*/ 451040 h 464260"/>
                <a:gd name="connsiteX723" fmla="*/ 331733 w 472543"/>
                <a:gd name="connsiteY723" fmla="*/ 454303 h 464260"/>
                <a:gd name="connsiteX724" fmla="*/ 331733 w 472543"/>
                <a:gd name="connsiteY724" fmla="*/ 458205 h 464260"/>
                <a:gd name="connsiteX725" fmla="*/ 333281 w 472543"/>
                <a:gd name="connsiteY725" fmla="*/ 459955 h 464260"/>
                <a:gd name="connsiteX726" fmla="*/ 334998 w 472543"/>
                <a:gd name="connsiteY726" fmla="*/ 460493 h 464260"/>
                <a:gd name="connsiteX727" fmla="*/ 338195 w 472543"/>
                <a:gd name="connsiteY727" fmla="*/ 458407 h 46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Lst>
              <a:rect l="l" t="t" r="r" b="b"/>
              <a:pathLst>
                <a:path w="472543" h="464260">
                  <a:moveTo>
                    <a:pt x="338195" y="458407"/>
                  </a:moveTo>
                  <a:cubicBezTo>
                    <a:pt x="338632" y="457432"/>
                    <a:pt x="338969" y="456355"/>
                    <a:pt x="339272" y="456221"/>
                  </a:cubicBezTo>
                  <a:cubicBezTo>
                    <a:pt x="339608" y="456120"/>
                    <a:pt x="340349" y="455582"/>
                    <a:pt x="340349" y="455582"/>
                  </a:cubicBezTo>
                  <a:lnTo>
                    <a:pt x="342974" y="456994"/>
                  </a:lnTo>
                  <a:lnTo>
                    <a:pt x="346137" y="460796"/>
                  </a:lnTo>
                  <a:lnTo>
                    <a:pt x="350277" y="463823"/>
                  </a:lnTo>
                  <a:lnTo>
                    <a:pt x="353003" y="464260"/>
                  </a:lnTo>
                  <a:lnTo>
                    <a:pt x="357142" y="464260"/>
                  </a:lnTo>
                  <a:lnTo>
                    <a:pt x="358892" y="461536"/>
                  </a:lnTo>
                  <a:lnTo>
                    <a:pt x="360407" y="461872"/>
                  </a:lnTo>
                  <a:lnTo>
                    <a:pt x="362695" y="463083"/>
                  </a:lnTo>
                  <a:cubicBezTo>
                    <a:pt x="362695" y="463083"/>
                    <a:pt x="364210" y="463184"/>
                    <a:pt x="364647" y="463184"/>
                  </a:cubicBezTo>
                  <a:cubicBezTo>
                    <a:pt x="365085" y="463184"/>
                    <a:pt x="365960" y="463184"/>
                    <a:pt x="366162" y="462848"/>
                  </a:cubicBezTo>
                  <a:cubicBezTo>
                    <a:pt x="366364" y="462511"/>
                    <a:pt x="367138" y="461435"/>
                    <a:pt x="367239" y="460997"/>
                  </a:cubicBezTo>
                  <a:cubicBezTo>
                    <a:pt x="367340" y="460560"/>
                    <a:pt x="367138" y="458407"/>
                    <a:pt x="367239" y="457970"/>
                  </a:cubicBezTo>
                  <a:cubicBezTo>
                    <a:pt x="367340" y="457533"/>
                    <a:pt x="367272" y="456019"/>
                    <a:pt x="367272" y="456019"/>
                  </a:cubicBezTo>
                  <a:cubicBezTo>
                    <a:pt x="367272" y="456019"/>
                    <a:pt x="368215" y="453866"/>
                    <a:pt x="368450" y="453529"/>
                  </a:cubicBezTo>
                  <a:cubicBezTo>
                    <a:pt x="368652" y="453193"/>
                    <a:pt x="369527" y="451780"/>
                    <a:pt x="369527" y="451780"/>
                  </a:cubicBezTo>
                  <a:cubicBezTo>
                    <a:pt x="369527" y="451780"/>
                    <a:pt x="370301" y="450805"/>
                    <a:pt x="370301" y="450468"/>
                  </a:cubicBezTo>
                  <a:cubicBezTo>
                    <a:pt x="370301" y="450132"/>
                    <a:pt x="371176" y="447642"/>
                    <a:pt x="371176" y="447642"/>
                  </a:cubicBezTo>
                  <a:cubicBezTo>
                    <a:pt x="371176" y="447642"/>
                    <a:pt x="371075" y="446566"/>
                    <a:pt x="371176" y="445893"/>
                  </a:cubicBezTo>
                  <a:cubicBezTo>
                    <a:pt x="371277" y="445254"/>
                    <a:pt x="371075" y="444682"/>
                    <a:pt x="371176" y="444144"/>
                  </a:cubicBezTo>
                  <a:cubicBezTo>
                    <a:pt x="371277" y="443606"/>
                    <a:pt x="371210" y="441756"/>
                    <a:pt x="371210" y="441756"/>
                  </a:cubicBezTo>
                  <a:lnTo>
                    <a:pt x="371715" y="439031"/>
                  </a:lnTo>
                  <a:cubicBezTo>
                    <a:pt x="371715" y="439031"/>
                    <a:pt x="372691" y="437820"/>
                    <a:pt x="373128" y="437080"/>
                  </a:cubicBezTo>
                  <a:cubicBezTo>
                    <a:pt x="373566" y="436306"/>
                    <a:pt x="374979" y="434254"/>
                    <a:pt x="374979" y="434254"/>
                  </a:cubicBezTo>
                  <a:lnTo>
                    <a:pt x="376931" y="432942"/>
                  </a:lnTo>
                  <a:lnTo>
                    <a:pt x="379758" y="432942"/>
                  </a:lnTo>
                  <a:lnTo>
                    <a:pt x="380835" y="431630"/>
                  </a:lnTo>
                  <a:lnTo>
                    <a:pt x="383595" y="431933"/>
                  </a:lnTo>
                  <a:cubicBezTo>
                    <a:pt x="383629" y="432067"/>
                    <a:pt x="383629" y="432202"/>
                    <a:pt x="383662" y="432336"/>
                  </a:cubicBezTo>
                  <a:cubicBezTo>
                    <a:pt x="383561" y="431832"/>
                    <a:pt x="383527" y="431495"/>
                    <a:pt x="383527" y="431495"/>
                  </a:cubicBezTo>
                  <a:lnTo>
                    <a:pt x="384100" y="427728"/>
                  </a:lnTo>
                  <a:cubicBezTo>
                    <a:pt x="384100" y="427728"/>
                    <a:pt x="384975" y="426584"/>
                    <a:pt x="385244" y="425407"/>
                  </a:cubicBezTo>
                  <a:cubicBezTo>
                    <a:pt x="385547" y="424229"/>
                    <a:pt x="385412" y="423086"/>
                    <a:pt x="385681" y="421942"/>
                  </a:cubicBezTo>
                  <a:cubicBezTo>
                    <a:pt x="385951" y="420798"/>
                    <a:pt x="385816" y="418477"/>
                    <a:pt x="385816" y="418477"/>
                  </a:cubicBezTo>
                  <a:lnTo>
                    <a:pt x="385816" y="416459"/>
                  </a:lnTo>
                  <a:cubicBezTo>
                    <a:pt x="385816" y="416459"/>
                    <a:pt x="384672" y="416761"/>
                    <a:pt x="383191" y="416459"/>
                  </a:cubicBezTo>
                  <a:cubicBezTo>
                    <a:pt x="381710" y="416156"/>
                    <a:pt x="379422" y="415012"/>
                    <a:pt x="379422" y="415012"/>
                  </a:cubicBezTo>
                  <a:cubicBezTo>
                    <a:pt x="379422" y="415012"/>
                    <a:pt x="377100" y="412994"/>
                    <a:pt x="377100" y="412119"/>
                  </a:cubicBezTo>
                  <a:cubicBezTo>
                    <a:pt x="377100" y="411245"/>
                    <a:pt x="377100" y="409495"/>
                    <a:pt x="377100" y="409495"/>
                  </a:cubicBezTo>
                  <a:cubicBezTo>
                    <a:pt x="377100" y="409495"/>
                    <a:pt x="379994" y="409192"/>
                    <a:pt x="380566" y="408049"/>
                  </a:cubicBezTo>
                  <a:cubicBezTo>
                    <a:pt x="381138" y="406871"/>
                    <a:pt x="382013" y="406602"/>
                    <a:pt x="382888" y="405728"/>
                  </a:cubicBezTo>
                  <a:cubicBezTo>
                    <a:pt x="383763" y="404853"/>
                    <a:pt x="385513" y="403709"/>
                    <a:pt x="385513" y="403709"/>
                  </a:cubicBezTo>
                  <a:lnTo>
                    <a:pt x="386085" y="400816"/>
                  </a:lnTo>
                  <a:lnTo>
                    <a:pt x="386388" y="396477"/>
                  </a:lnTo>
                  <a:lnTo>
                    <a:pt x="384369" y="395333"/>
                  </a:lnTo>
                  <a:lnTo>
                    <a:pt x="381172" y="392440"/>
                  </a:lnTo>
                  <a:lnTo>
                    <a:pt x="380600" y="389244"/>
                  </a:lnTo>
                  <a:lnTo>
                    <a:pt x="380600" y="385174"/>
                  </a:lnTo>
                  <a:lnTo>
                    <a:pt x="381172" y="382584"/>
                  </a:lnTo>
                  <a:cubicBezTo>
                    <a:pt x="381172" y="382584"/>
                    <a:pt x="382619" y="379960"/>
                    <a:pt x="383763" y="377941"/>
                  </a:cubicBezTo>
                  <a:cubicBezTo>
                    <a:pt x="384907" y="375923"/>
                    <a:pt x="387532" y="372424"/>
                    <a:pt x="387532" y="372424"/>
                  </a:cubicBezTo>
                  <a:lnTo>
                    <a:pt x="386960" y="365764"/>
                  </a:lnTo>
                  <a:lnTo>
                    <a:pt x="383460" y="361693"/>
                  </a:lnTo>
                  <a:lnTo>
                    <a:pt x="382114" y="356984"/>
                  </a:lnTo>
                  <a:lnTo>
                    <a:pt x="380768" y="356647"/>
                  </a:lnTo>
                  <a:lnTo>
                    <a:pt x="374643" y="353956"/>
                  </a:lnTo>
                  <a:lnTo>
                    <a:pt x="368248" y="351097"/>
                  </a:lnTo>
                  <a:cubicBezTo>
                    <a:pt x="368248" y="351097"/>
                    <a:pt x="366633" y="347363"/>
                    <a:pt x="366633" y="346488"/>
                  </a:cubicBezTo>
                  <a:cubicBezTo>
                    <a:pt x="366633" y="345614"/>
                    <a:pt x="366633" y="341711"/>
                    <a:pt x="366633" y="341711"/>
                  </a:cubicBezTo>
                  <a:cubicBezTo>
                    <a:pt x="366633" y="341711"/>
                    <a:pt x="370099" y="340837"/>
                    <a:pt x="370335" y="340197"/>
                  </a:cubicBezTo>
                  <a:cubicBezTo>
                    <a:pt x="370537" y="339558"/>
                    <a:pt x="368383" y="333907"/>
                    <a:pt x="368383" y="333907"/>
                  </a:cubicBezTo>
                  <a:cubicBezTo>
                    <a:pt x="368383" y="333907"/>
                    <a:pt x="367945" y="330879"/>
                    <a:pt x="366633" y="329567"/>
                  </a:cubicBezTo>
                  <a:cubicBezTo>
                    <a:pt x="365320" y="328255"/>
                    <a:pt x="361181" y="328491"/>
                    <a:pt x="361181" y="328491"/>
                  </a:cubicBezTo>
                  <a:lnTo>
                    <a:pt x="353777" y="333705"/>
                  </a:lnTo>
                  <a:lnTo>
                    <a:pt x="349200" y="331115"/>
                  </a:lnTo>
                  <a:cubicBezTo>
                    <a:pt x="349200" y="331115"/>
                    <a:pt x="347349" y="326977"/>
                    <a:pt x="347786" y="326338"/>
                  </a:cubicBezTo>
                  <a:cubicBezTo>
                    <a:pt x="348224" y="325699"/>
                    <a:pt x="349200" y="324589"/>
                    <a:pt x="349200" y="324589"/>
                  </a:cubicBezTo>
                  <a:lnTo>
                    <a:pt x="349200" y="322839"/>
                  </a:lnTo>
                  <a:lnTo>
                    <a:pt x="343983" y="318500"/>
                  </a:lnTo>
                  <a:lnTo>
                    <a:pt x="343983" y="315674"/>
                  </a:lnTo>
                  <a:lnTo>
                    <a:pt x="345296" y="310023"/>
                  </a:lnTo>
                  <a:lnTo>
                    <a:pt x="345935" y="305885"/>
                  </a:lnTo>
                  <a:lnTo>
                    <a:pt x="343983" y="302185"/>
                  </a:lnTo>
                  <a:lnTo>
                    <a:pt x="337017" y="296533"/>
                  </a:lnTo>
                  <a:cubicBezTo>
                    <a:pt x="337017" y="296533"/>
                    <a:pt x="329411" y="291756"/>
                    <a:pt x="328536" y="291521"/>
                  </a:cubicBezTo>
                  <a:cubicBezTo>
                    <a:pt x="327661" y="291319"/>
                    <a:pt x="323084" y="289133"/>
                    <a:pt x="323084" y="289133"/>
                  </a:cubicBezTo>
                  <a:lnTo>
                    <a:pt x="323084" y="282606"/>
                  </a:lnTo>
                  <a:lnTo>
                    <a:pt x="321771" y="277830"/>
                  </a:lnTo>
                  <a:lnTo>
                    <a:pt x="318608" y="275677"/>
                  </a:lnTo>
                  <a:lnTo>
                    <a:pt x="314367" y="277426"/>
                  </a:lnTo>
                  <a:lnTo>
                    <a:pt x="314367" y="282640"/>
                  </a:lnTo>
                  <a:cubicBezTo>
                    <a:pt x="314367" y="282640"/>
                    <a:pt x="312415" y="283515"/>
                    <a:pt x="312180" y="284154"/>
                  </a:cubicBezTo>
                  <a:cubicBezTo>
                    <a:pt x="311978" y="284793"/>
                    <a:pt x="310430" y="285230"/>
                    <a:pt x="309992" y="285903"/>
                  </a:cubicBezTo>
                  <a:cubicBezTo>
                    <a:pt x="309555" y="286542"/>
                    <a:pt x="303261" y="286980"/>
                    <a:pt x="303261" y="286980"/>
                  </a:cubicBezTo>
                  <a:lnTo>
                    <a:pt x="299795" y="283077"/>
                  </a:lnTo>
                  <a:lnTo>
                    <a:pt x="296530" y="277426"/>
                  </a:lnTo>
                  <a:cubicBezTo>
                    <a:pt x="296530" y="277426"/>
                    <a:pt x="296732" y="271976"/>
                    <a:pt x="296530" y="272212"/>
                  </a:cubicBezTo>
                  <a:cubicBezTo>
                    <a:pt x="296295" y="272414"/>
                    <a:pt x="298920" y="269823"/>
                    <a:pt x="298920" y="269823"/>
                  </a:cubicBezTo>
                  <a:cubicBezTo>
                    <a:pt x="298920" y="269823"/>
                    <a:pt x="301983" y="267637"/>
                    <a:pt x="303497" y="267637"/>
                  </a:cubicBezTo>
                  <a:cubicBezTo>
                    <a:pt x="305011" y="267637"/>
                    <a:pt x="309151" y="271102"/>
                    <a:pt x="309151" y="271102"/>
                  </a:cubicBezTo>
                  <a:lnTo>
                    <a:pt x="312617" y="270900"/>
                  </a:lnTo>
                  <a:lnTo>
                    <a:pt x="312180" y="263297"/>
                  </a:lnTo>
                  <a:cubicBezTo>
                    <a:pt x="312180" y="263297"/>
                    <a:pt x="311978" y="260707"/>
                    <a:pt x="312382" y="260034"/>
                  </a:cubicBezTo>
                  <a:cubicBezTo>
                    <a:pt x="312819" y="259395"/>
                    <a:pt x="315646" y="257410"/>
                    <a:pt x="315646" y="257410"/>
                  </a:cubicBezTo>
                  <a:cubicBezTo>
                    <a:pt x="315646" y="257410"/>
                    <a:pt x="311305" y="254147"/>
                    <a:pt x="309555" y="254585"/>
                  </a:cubicBezTo>
                  <a:cubicBezTo>
                    <a:pt x="307805" y="255022"/>
                    <a:pt x="304776" y="252398"/>
                    <a:pt x="304776" y="252398"/>
                  </a:cubicBezTo>
                  <a:cubicBezTo>
                    <a:pt x="304776" y="252398"/>
                    <a:pt x="305213" y="249774"/>
                    <a:pt x="305853" y="249370"/>
                  </a:cubicBezTo>
                  <a:cubicBezTo>
                    <a:pt x="306492" y="248933"/>
                    <a:pt x="311069" y="246545"/>
                    <a:pt x="311069" y="246545"/>
                  </a:cubicBezTo>
                  <a:lnTo>
                    <a:pt x="313459" y="245468"/>
                  </a:lnTo>
                  <a:cubicBezTo>
                    <a:pt x="313459" y="245468"/>
                    <a:pt x="314536" y="240893"/>
                    <a:pt x="313896" y="240052"/>
                  </a:cubicBezTo>
                  <a:cubicBezTo>
                    <a:pt x="313257" y="239178"/>
                    <a:pt x="312146" y="233964"/>
                    <a:pt x="312146" y="233964"/>
                  </a:cubicBezTo>
                  <a:lnTo>
                    <a:pt x="311271" y="226798"/>
                  </a:lnTo>
                  <a:lnTo>
                    <a:pt x="308444" y="223098"/>
                  </a:lnTo>
                  <a:lnTo>
                    <a:pt x="302555" y="219633"/>
                  </a:lnTo>
                  <a:lnTo>
                    <a:pt x="300165" y="212232"/>
                  </a:lnTo>
                  <a:lnTo>
                    <a:pt x="298853" y="206581"/>
                  </a:lnTo>
                  <a:lnTo>
                    <a:pt x="299963" y="201804"/>
                  </a:lnTo>
                  <a:lnTo>
                    <a:pt x="301478" y="200055"/>
                  </a:lnTo>
                  <a:lnTo>
                    <a:pt x="304742" y="200055"/>
                  </a:lnTo>
                  <a:lnTo>
                    <a:pt x="308209" y="200055"/>
                  </a:lnTo>
                  <a:lnTo>
                    <a:pt x="309959" y="200055"/>
                  </a:lnTo>
                  <a:cubicBezTo>
                    <a:pt x="309959" y="200055"/>
                    <a:pt x="312786" y="199416"/>
                    <a:pt x="313661" y="200055"/>
                  </a:cubicBezTo>
                  <a:cubicBezTo>
                    <a:pt x="314536" y="200694"/>
                    <a:pt x="321065" y="201199"/>
                    <a:pt x="321065" y="199752"/>
                  </a:cubicBezTo>
                  <a:cubicBezTo>
                    <a:pt x="321065" y="198305"/>
                    <a:pt x="320863" y="195244"/>
                    <a:pt x="320863" y="195244"/>
                  </a:cubicBezTo>
                  <a:lnTo>
                    <a:pt x="321300" y="191779"/>
                  </a:lnTo>
                  <a:lnTo>
                    <a:pt x="321300" y="188752"/>
                  </a:lnTo>
                  <a:lnTo>
                    <a:pt x="323892" y="184412"/>
                  </a:lnTo>
                  <a:lnTo>
                    <a:pt x="325642" y="184412"/>
                  </a:lnTo>
                  <a:lnTo>
                    <a:pt x="331060" y="189189"/>
                  </a:lnTo>
                  <a:lnTo>
                    <a:pt x="336950" y="195715"/>
                  </a:lnTo>
                  <a:lnTo>
                    <a:pt x="339777" y="199853"/>
                  </a:lnTo>
                  <a:cubicBezTo>
                    <a:pt x="339777" y="199853"/>
                    <a:pt x="342402" y="199853"/>
                    <a:pt x="342839" y="199214"/>
                  </a:cubicBezTo>
                  <a:cubicBezTo>
                    <a:pt x="343277" y="198575"/>
                    <a:pt x="344556" y="196590"/>
                    <a:pt x="344556" y="196590"/>
                  </a:cubicBezTo>
                  <a:lnTo>
                    <a:pt x="345632" y="195076"/>
                  </a:lnTo>
                  <a:lnTo>
                    <a:pt x="346070" y="193125"/>
                  </a:lnTo>
                  <a:cubicBezTo>
                    <a:pt x="346070" y="193125"/>
                    <a:pt x="346507" y="190938"/>
                    <a:pt x="347147" y="190938"/>
                  </a:cubicBezTo>
                  <a:cubicBezTo>
                    <a:pt x="347786" y="190938"/>
                    <a:pt x="349974" y="189627"/>
                    <a:pt x="349974" y="189627"/>
                  </a:cubicBezTo>
                  <a:lnTo>
                    <a:pt x="353238" y="187675"/>
                  </a:lnTo>
                  <a:lnTo>
                    <a:pt x="354753" y="185724"/>
                  </a:lnTo>
                  <a:lnTo>
                    <a:pt x="355830" y="184412"/>
                  </a:lnTo>
                  <a:lnTo>
                    <a:pt x="360407" y="184412"/>
                  </a:lnTo>
                  <a:lnTo>
                    <a:pt x="364546" y="185724"/>
                  </a:lnTo>
                  <a:lnTo>
                    <a:pt x="368686" y="187036"/>
                  </a:lnTo>
                  <a:lnTo>
                    <a:pt x="371277" y="190064"/>
                  </a:lnTo>
                  <a:lnTo>
                    <a:pt x="374340" y="195715"/>
                  </a:lnTo>
                  <a:lnTo>
                    <a:pt x="377806" y="195480"/>
                  </a:lnTo>
                  <a:cubicBezTo>
                    <a:pt x="377806" y="195480"/>
                    <a:pt x="380128" y="194403"/>
                    <a:pt x="380903" y="193731"/>
                  </a:cubicBezTo>
                  <a:cubicBezTo>
                    <a:pt x="381710" y="193091"/>
                    <a:pt x="384201" y="190030"/>
                    <a:pt x="384201" y="190030"/>
                  </a:cubicBezTo>
                  <a:lnTo>
                    <a:pt x="385614" y="187406"/>
                  </a:lnTo>
                  <a:lnTo>
                    <a:pt x="385614" y="185220"/>
                  </a:lnTo>
                  <a:lnTo>
                    <a:pt x="388778" y="186094"/>
                  </a:lnTo>
                  <a:lnTo>
                    <a:pt x="392581" y="188718"/>
                  </a:lnTo>
                  <a:lnTo>
                    <a:pt x="392581" y="192183"/>
                  </a:lnTo>
                  <a:lnTo>
                    <a:pt x="392581" y="195648"/>
                  </a:lnTo>
                  <a:lnTo>
                    <a:pt x="392581" y="200862"/>
                  </a:lnTo>
                  <a:lnTo>
                    <a:pt x="392581" y="207826"/>
                  </a:lnTo>
                  <a:cubicBezTo>
                    <a:pt x="392581" y="207826"/>
                    <a:pt x="392782" y="210416"/>
                    <a:pt x="393658" y="210416"/>
                  </a:cubicBezTo>
                  <a:cubicBezTo>
                    <a:pt x="394533" y="210416"/>
                    <a:pt x="397797" y="206951"/>
                    <a:pt x="397797" y="206951"/>
                  </a:cubicBezTo>
                  <a:lnTo>
                    <a:pt x="399547" y="201098"/>
                  </a:lnTo>
                  <a:lnTo>
                    <a:pt x="399547" y="195682"/>
                  </a:lnTo>
                  <a:lnTo>
                    <a:pt x="399547" y="190468"/>
                  </a:lnTo>
                  <a:cubicBezTo>
                    <a:pt x="399547" y="190468"/>
                    <a:pt x="401937" y="187642"/>
                    <a:pt x="402812" y="187204"/>
                  </a:cubicBezTo>
                  <a:cubicBezTo>
                    <a:pt x="403687" y="186767"/>
                    <a:pt x="406716" y="184379"/>
                    <a:pt x="406716" y="184379"/>
                  </a:cubicBezTo>
                  <a:lnTo>
                    <a:pt x="409745" y="181755"/>
                  </a:lnTo>
                  <a:lnTo>
                    <a:pt x="414759" y="180006"/>
                  </a:lnTo>
                  <a:lnTo>
                    <a:pt x="416072" y="178256"/>
                  </a:lnTo>
                  <a:lnTo>
                    <a:pt x="418023" y="174791"/>
                  </a:lnTo>
                  <a:cubicBezTo>
                    <a:pt x="418023" y="174791"/>
                    <a:pt x="418898" y="173278"/>
                    <a:pt x="419100" y="172605"/>
                  </a:cubicBezTo>
                  <a:cubicBezTo>
                    <a:pt x="419336" y="171966"/>
                    <a:pt x="421726" y="168265"/>
                    <a:pt x="421726" y="168265"/>
                  </a:cubicBezTo>
                  <a:lnTo>
                    <a:pt x="424552" y="164128"/>
                  </a:lnTo>
                  <a:lnTo>
                    <a:pt x="427581" y="161504"/>
                  </a:lnTo>
                  <a:cubicBezTo>
                    <a:pt x="427581" y="161504"/>
                    <a:pt x="430644" y="158779"/>
                    <a:pt x="431485" y="158342"/>
                  </a:cubicBezTo>
                  <a:cubicBezTo>
                    <a:pt x="432360" y="157904"/>
                    <a:pt x="438889" y="156491"/>
                    <a:pt x="438889" y="156491"/>
                  </a:cubicBezTo>
                  <a:lnTo>
                    <a:pt x="445620" y="156491"/>
                  </a:lnTo>
                  <a:lnTo>
                    <a:pt x="450837" y="156491"/>
                  </a:lnTo>
                  <a:lnTo>
                    <a:pt x="454741" y="154742"/>
                  </a:lnTo>
                  <a:lnTo>
                    <a:pt x="456928" y="154742"/>
                  </a:lnTo>
                  <a:lnTo>
                    <a:pt x="456928" y="157332"/>
                  </a:lnTo>
                  <a:lnTo>
                    <a:pt x="458645" y="161470"/>
                  </a:lnTo>
                  <a:lnTo>
                    <a:pt x="458645" y="164296"/>
                  </a:lnTo>
                  <a:lnTo>
                    <a:pt x="462111" y="165171"/>
                  </a:lnTo>
                  <a:lnTo>
                    <a:pt x="465914" y="164094"/>
                  </a:lnTo>
                  <a:lnTo>
                    <a:pt x="469078" y="160192"/>
                  </a:lnTo>
                  <a:lnTo>
                    <a:pt x="469078" y="157366"/>
                  </a:lnTo>
                  <a:lnTo>
                    <a:pt x="471703" y="151715"/>
                  </a:lnTo>
                  <a:cubicBezTo>
                    <a:pt x="471703" y="151715"/>
                    <a:pt x="471938" y="148014"/>
                    <a:pt x="471703" y="146938"/>
                  </a:cubicBezTo>
                  <a:cubicBezTo>
                    <a:pt x="471467" y="145861"/>
                    <a:pt x="471703" y="141286"/>
                    <a:pt x="470390" y="140647"/>
                  </a:cubicBezTo>
                  <a:cubicBezTo>
                    <a:pt x="469078" y="140008"/>
                    <a:pt x="468640" y="133919"/>
                    <a:pt x="468640" y="133919"/>
                  </a:cubicBezTo>
                  <a:lnTo>
                    <a:pt x="467765" y="131094"/>
                  </a:lnTo>
                  <a:lnTo>
                    <a:pt x="469010" y="128470"/>
                  </a:lnTo>
                  <a:lnTo>
                    <a:pt x="472544" y="126720"/>
                  </a:lnTo>
                  <a:lnTo>
                    <a:pt x="472544" y="124332"/>
                  </a:lnTo>
                  <a:lnTo>
                    <a:pt x="472544" y="122583"/>
                  </a:lnTo>
                  <a:lnTo>
                    <a:pt x="470356" y="117369"/>
                  </a:lnTo>
                  <a:lnTo>
                    <a:pt x="469044" y="113668"/>
                  </a:lnTo>
                  <a:lnTo>
                    <a:pt x="469044" y="110405"/>
                  </a:lnTo>
                  <a:cubicBezTo>
                    <a:pt x="469044" y="110405"/>
                    <a:pt x="470558" y="105393"/>
                    <a:pt x="470121" y="104754"/>
                  </a:cubicBezTo>
                  <a:cubicBezTo>
                    <a:pt x="469683" y="104115"/>
                    <a:pt x="466419" y="99741"/>
                    <a:pt x="466419" y="99741"/>
                  </a:cubicBezTo>
                  <a:lnTo>
                    <a:pt x="464231" y="97555"/>
                  </a:lnTo>
                  <a:lnTo>
                    <a:pt x="461842" y="95806"/>
                  </a:lnTo>
                  <a:cubicBezTo>
                    <a:pt x="461842" y="95806"/>
                    <a:pt x="456827" y="93215"/>
                    <a:pt x="455548" y="92980"/>
                  </a:cubicBezTo>
                  <a:cubicBezTo>
                    <a:pt x="454236" y="92778"/>
                    <a:pt x="450971" y="90390"/>
                    <a:pt x="450971" y="90390"/>
                  </a:cubicBezTo>
                  <a:lnTo>
                    <a:pt x="445553" y="85075"/>
                  </a:lnTo>
                  <a:lnTo>
                    <a:pt x="444240" y="81711"/>
                  </a:lnTo>
                  <a:lnTo>
                    <a:pt x="442053" y="81711"/>
                  </a:lnTo>
                  <a:lnTo>
                    <a:pt x="431620" y="81711"/>
                  </a:lnTo>
                  <a:lnTo>
                    <a:pt x="426841" y="80634"/>
                  </a:lnTo>
                  <a:cubicBezTo>
                    <a:pt x="426841" y="80634"/>
                    <a:pt x="428153" y="76496"/>
                    <a:pt x="428793" y="74983"/>
                  </a:cubicBezTo>
                  <a:cubicBezTo>
                    <a:pt x="429466" y="73469"/>
                    <a:pt x="431620" y="69970"/>
                    <a:pt x="431620" y="69970"/>
                  </a:cubicBezTo>
                  <a:cubicBezTo>
                    <a:pt x="431620" y="69970"/>
                    <a:pt x="429870" y="66068"/>
                    <a:pt x="429029" y="66068"/>
                  </a:cubicBezTo>
                  <a:cubicBezTo>
                    <a:pt x="428153" y="66068"/>
                    <a:pt x="424889" y="64319"/>
                    <a:pt x="424889" y="64319"/>
                  </a:cubicBezTo>
                  <a:lnTo>
                    <a:pt x="421490" y="61291"/>
                  </a:lnTo>
                  <a:lnTo>
                    <a:pt x="415971" y="60854"/>
                  </a:lnTo>
                  <a:lnTo>
                    <a:pt x="412504" y="60854"/>
                  </a:lnTo>
                  <a:lnTo>
                    <a:pt x="406413" y="60854"/>
                  </a:lnTo>
                  <a:lnTo>
                    <a:pt x="399884" y="61493"/>
                  </a:lnTo>
                  <a:lnTo>
                    <a:pt x="396821" y="62570"/>
                  </a:lnTo>
                  <a:lnTo>
                    <a:pt x="389720" y="62570"/>
                  </a:lnTo>
                  <a:lnTo>
                    <a:pt x="386085" y="58365"/>
                  </a:lnTo>
                  <a:lnTo>
                    <a:pt x="384201" y="54732"/>
                  </a:lnTo>
                  <a:cubicBezTo>
                    <a:pt x="384201" y="54732"/>
                    <a:pt x="380297" y="51973"/>
                    <a:pt x="379253" y="50527"/>
                  </a:cubicBezTo>
                  <a:cubicBezTo>
                    <a:pt x="378244" y="49080"/>
                    <a:pt x="377369" y="47062"/>
                    <a:pt x="377369" y="47062"/>
                  </a:cubicBezTo>
                  <a:lnTo>
                    <a:pt x="376494" y="44303"/>
                  </a:lnTo>
                  <a:lnTo>
                    <a:pt x="373027" y="41545"/>
                  </a:lnTo>
                  <a:lnTo>
                    <a:pt x="371715" y="40233"/>
                  </a:lnTo>
                  <a:cubicBezTo>
                    <a:pt x="371715" y="40233"/>
                    <a:pt x="369393" y="37643"/>
                    <a:pt x="368686" y="36768"/>
                  </a:cubicBezTo>
                  <a:cubicBezTo>
                    <a:pt x="367979" y="35893"/>
                    <a:pt x="367239" y="35759"/>
                    <a:pt x="366667" y="35624"/>
                  </a:cubicBezTo>
                  <a:cubicBezTo>
                    <a:pt x="366094" y="35490"/>
                    <a:pt x="364647" y="33303"/>
                    <a:pt x="364647" y="33303"/>
                  </a:cubicBezTo>
                  <a:lnTo>
                    <a:pt x="363772" y="31554"/>
                  </a:lnTo>
                  <a:cubicBezTo>
                    <a:pt x="363772" y="31554"/>
                    <a:pt x="361753" y="30982"/>
                    <a:pt x="361181" y="30982"/>
                  </a:cubicBezTo>
                  <a:cubicBezTo>
                    <a:pt x="360609" y="30982"/>
                    <a:pt x="359296" y="30847"/>
                    <a:pt x="357714" y="30847"/>
                  </a:cubicBezTo>
                  <a:cubicBezTo>
                    <a:pt x="356099" y="30847"/>
                    <a:pt x="354820" y="30713"/>
                    <a:pt x="354820" y="30713"/>
                  </a:cubicBezTo>
                  <a:lnTo>
                    <a:pt x="351354" y="28964"/>
                  </a:lnTo>
                  <a:lnTo>
                    <a:pt x="349469" y="26945"/>
                  </a:lnTo>
                  <a:lnTo>
                    <a:pt x="346137" y="24624"/>
                  </a:lnTo>
                  <a:lnTo>
                    <a:pt x="339777" y="20722"/>
                  </a:lnTo>
                  <a:lnTo>
                    <a:pt x="336748" y="18535"/>
                  </a:lnTo>
                  <a:lnTo>
                    <a:pt x="333719" y="15070"/>
                  </a:lnTo>
                  <a:lnTo>
                    <a:pt x="327055" y="11740"/>
                  </a:lnTo>
                  <a:cubicBezTo>
                    <a:pt x="327055" y="11740"/>
                    <a:pt x="321973" y="8982"/>
                    <a:pt x="321536" y="8713"/>
                  </a:cubicBezTo>
                  <a:cubicBezTo>
                    <a:pt x="321098" y="8410"/>
                    <a:pt x="318069" y="5954"/>
                    <a:pt x="318069" y="5954"/>
                  </a:cubicBezTo>
                  <a:cubicBezTo>
                    <a:pt x="318069" y="5954"/>
                    <a:pt x="315916" y="3196"/>
                    <a:pt x="316117" y="2758"/>
                  </a:cubicBezTo>
                  <a:cubicBezTo>
                    <a:pt x="316319" y="2321"/>
                    <a:pt x="313425" y="0"/>
                    <a:pt x="313425" y="0"/>
                  </a:cubicBezTo>
                  <a:lnTo>
                    <a:pt x="311675" y="0"/>
                  </a:lnTo>
                  <a:lnTo>
                    <a:pt x="306459" y="0"/>
                  </a:lnTo>
                  <a:lnTo>
                    <a:pt x="304709" y="1682"/>
                  </a:lnTo>
                  <a:lnTo>
                    <a:pt x="302386" y="4070"/>
                  </a:lnTo>
                  <a:lnTo>
                    <a:pt x="301949" y="5954"/>
                  </a:lnTo>
                  <a:lnTo>
                    <a:pt x="301646" y="7703"/>
                  </a:lnTo>
                  <a:cubicBezTo>
                    <a:pt x="301646" y="7703"/>
                    <a:pt x="301074" y="9284"/>
                    <a:pt x="301074" y="9722"/>
                  </a:cubicBezTo>
                  <a:cubicBezTo>
                    <a:pt x="301074" y="10159"/>
                    <a:pt x="302386" y="11303"/>
                    <a:pt x="302386" y="11303"/>
                  </a:cubicBezTo>
                  <a:lnTo>
                    <a:pt x="304136" y="12312"/>
                  </a:lnTo>
                  <a:cubicBezTo>
                    <a:pt x="304136" y="12312"/>
                    <a:pt x="306021" y="14330"/>
                    <a:pt x="306459" y="14768"/>
                  </a:cubicBezTo>
                  <a:cubicBezTo>
                    <a:pt x="306896" y="15205"/>
                    <a:pt x="307603" y="14768"/>
                    <a:pt x="307603" y="14768"/>
                  </a:cubicBezTo>
                  <a:lnTo>
                    <a:pt x="307300" y="18233"/>
                  </a:lnTo>
                  <a:lnTo>
                    <a:pt x="307300" y="19107"/>
                  </a:lnTo>
                  <a:lnTo>
                    <a:pt x="306425" y="20856"/>
                  </a:lnTo>
                  <a:lnTo>
                    <a:pt x="304675" y="20856"/>
                  </a:lnTo>
                  <a:lnTo>
                    <a:pt x="303093" y="20856"/>
                  </a:lnTo>
                  <a:cubicBezTo>
                    <a:pt x="303093" y="20856"/>
                    <a:pt x="301781" y="20991"/>
                    <a:pt x="301646" y="21428"/>
                  </a:cubicBezTo>
                  <a:cubicBezTo>
                    <a:pt x="301511" y="21866"/>
                    <a:pt x="301343" y="23615"/>
                    <a:pt x="301343" y="24187"/>
                  </a:cubicBezTo>
                  <a:cubicBezTo>
                    <a:pt x="301343" y="24759"/>
                    <a:pt x="300636" y="29973"/>
                    <a:pt x="300636" y="29973"/>
                  </a:cubicBezTo>
                  <a:lnTo>
                    <a:pt x="299055" y="30847"/>
                  </a:lnTo>
                  <a:cubicBezTo>
                    <a:pt x="299055" y="30847"/>
                    <a:pt x="297304" y="27383"/>
                    <a:pt x="296429" y="27214"/>
                  </a:cubicBezTo>
                  <a:cubicBezTo>
                    <a:pt x="295554" y="27080"/>
                    <a:pt x="291516" y="27214"/>
                    <a:pt x="291516" y="27214"/>
                  </a:cubicBezTo>
                  <a:lnTo>
                    <a:pt x="291651" y="28661"/>
                  </a:lnTo>
                  <a:lnTo>
                    <a:pt x="291651" y="34581"/>
                  </a:lnTo>
                  <a:cubicBezTo>
                    <a:pt x="291651" y="34581"/>
                    <a:pt x="291583" y="37912"/>
                    <a:pt x="291718" y="38484"/>
                  </a:cubicBezTo>
                  <a:cubicBezTo>
                    <a:pt x="291852" y="39056"/>
                    <a:pt x="293098" y="39930"/>
                    <a:pt x="293098" y="39930"/>
                  </a:cubicBezTo>
                  <a:cubicBezTo>
                    <a:pt x="293098" y="39930"/>
                    <a:pt x="295420" y="42251"/>
                    <a:pt x="296429" y="42386"/>
                  </a:cubicBezTo>
                  <a:cubicBezTo>
                    <a:pt x="297439" y="42520"/>
                    <a:pt x="297304" y="45582"/>
                    <a:pt x="297304" y="45582"/>
                  </a:cubicBezTo>
                  <a:lnTo>
                    <a:pt x="300939" y="47465"/>
                  </a:lnTo>
                  <a:lnTo>
                    <a:pt x="303968" y="48912"/>
                  </a:lnTo>
                  <a:lnTo>
                    <a:pt x="310329" y="52108"/>
                  </a:lnTo>
                  <a:lnTo>
                    <a:pt x="314401" y="55169"/>
                  </a:lnTo>
                  <a:lnTo>
                    <a:pt x="315983" y="59811"/>
                  </a:lnTo>
                  <a:cubicBezTo>
                    <a:pt x="315983" y="59811"/>
                    <a:pt x="316117" y="63007"/>
                    <a:pt x="315983" y="63579"/>
                  </a:cubicBezTo>
                  <a:cubicBezTo>
                    <a:pt x="315848" y="64151"/>
                    <a:pt x="315983" y="65765"/>
                    <a:pt x="315983" y="65765"/>
                  </a:cubicBezTo>
                  <a:cubicBezTo>
                    <a:pt x="315983" y="65765"/>
                    <a:pt x="314839" y="68221"/>
                    <a:pt x="314401" y="68221"/>
                  </a:cubicBezTo>
                  <a:cubicBezTo>
                    <a:pt x="313964" y="68221"/>
                    <a:pt x="312651" y="69668"/>
                    <a:pt x="312213" y="69668"/>
                  </a:cubicBezTo>
                  <a:cubicBezTo>
                    <a:pt x="311776" y="69668"/>
                    <a:pt x="308444" y="71249"/>
                    <a:pt x="307872" y="71417"/>
                  </a:cubicBezTo>
                  <a:cubicBezTo>
                    <a:pt x="307300" y="71551"/>
                    <a:pt x="306862" y="71417"/>
                    <a:pt x="306290" y="71417"/>
                  </a:cubicBezTo>
                  <a:cubicBezTo>
                    <a:pt x="305718" y="71417"/>
                    <a:pt x="302824" y="72426"/>
                    <a:pt x="302824" y="72426"/>
                  </a:cubicBezTo>
                  <a:lnTo>
                    <a:pt x="302117" y="73873"/>
                  </a:lnTo>
                  <a:lnTo>
                    <a:pt x="302117" y="74882"/>
                  </a:lnTo>
                  <a:cubicBezTo>
                    <a:pt x="302117" y="74882"/>
                    <a:pt x="301175" y="77506"/>
                    <a:pt x="301175" y="78077"/>
                  </a:cubicBezTo>
                  <a:cubicBezTo>
                    <a:pt x="301175" y="78649"/>
                    <a:pt x="299795" y="80533"/>
                    <a:pt x="298213" y="81273"/>
                  </a:cubicBezTo>
                  <a:cubicBezTo>
                    <a:pt x="296631" y="82013"/>
                    <a:pt x="295756" y="83729"/>
                    <a:pt x="295756" y="83729"/>
                  </a:cubicBezTo>
                  <a:cubicBezTo>
                    <a:pt x="295756" y="83729"/>
                    <a:pt x="292997" y="84301"/>
                    <a:pt x="291718" y="84435"/>
                  </a:cubicBezTo>
                  <a:cubicBezTo>
                    <a:pt x="290405" y="84570"/>
                    <a:pt x="289530" y="84301"/>
                    <a:pt x="288958" y="84435"/>
                  </a:cubicBezTo>
                  <a:cubicBezTo>
                    <a:pt x="288386" y="84570"/>
                    <a:pt x="286636" y="84435"/>
                    <a:pt x="286636" y="84435"/>
                  </a:cubicBezTo>
                  <a:cubicBezTo>
                    <a:pt x="286636" y="84435"/>
                    <a:pt x="285323" y="86185"/>
                    <a:pt x="284583" y="86622"/>
                  </a:cubicBezTo>
                  <a:cubicBezTo>
                    <a:pt x="283843" y="87059"/>
                    <a:pt x="284448" y="88371"/>
                    <a:pt x="284448" y="88371"/>
                  </a:cubicBezTo>
                  <a:cubicBezTo>
                    <a:pt x="284448" y="88371"/>
                    <a:pt x="284751" y="90692"/>
                    <a:pt x="284448" y="91130"/>
                  </a:cubicBezTo>
                  <a:cubicBezTo>
                    <a:pt x="284146" y="91567"/>
                    <a:pt x="284448" y="94023"/>
                    <a:pt x="284448" y="94023"/>
                  </a:cubicBezTo>
                  <a:cubicBezTo>
                    <a:pt x="284448" y="94023"/>
                    <a:pt x="283304" y="96781"/>
                    <a:pt x="283304" y="97353"/>
                  </a:cubicBezTo>
                  <a:cubicBezTo>
                    <a:pt x="283304" y="97925"/>
                    <a:pt x="281722" y="100683"/>
                    <a:pt x="281722" y="100683"/>
                  </a:cubicBezTo>
                  <a:lnTo>
                    <a:pt x="280713" y="104148"/>
                  </a:lnTo>
                  <a:lnTo>
                    <a:pt x="278256" y="107916"/>
                  </a:lnTo>
                  <a:lnTo>
                    <a:pt x="274352" y="110102"/>
                  </a:lnTo>
                  <a:cubicBezTo>
                    <a:pt x="274352" y="110102"/>
                    <a:pt x="269573" y="111986"/>
                    <a:pt x="269136" y="112121"/>
                  </a:cubicBezTo>
                  <a:cubicBezTo>
                    <a:pt x="268698" y="112255"/>
                    <a:pt x="268126" y="115317"/>
                    <a:pt x="268126" y="115317"/>
                  </a:cubicBezTo>
                  <a:lnTo>
                    <a:pt x="269270" y="117200"/>
                  </a:lnTo>
                  <a:lnTo>
                    <a:pt x="272467" y="120834"/>
                  </a:lnTo>
                  <a:lnTo>
                    <a:pt x="269439" y="124298"/>
                  </a:lnTo>
                  <a:lnTo>
                    <a:pt x="266107" y="125879"/>
                  </a:lnTo>
                  <a:lnTo>
                    <a:pt x="264962" y="127898"/>
                  </a:lnTo>
                  <a:lnTo>
                    <a:pt x="265535" y="130219"/>
                  </a:lnTo>
                  <a:lnTo>
                    <a:pt x="267991" y="131968"/>
                  </a:lnTo>
                  <a:cubicBezTo>
                    <a:pt x="267991" y="131968"/>
                    <a:pt x="266241" y="134424"/>
                    <a:pt x="265669" y="135736"/>
                  </a:cubicBezTo>
                  <a:cubicBezTo>
                    <a:pt x="265097" y="137048"/>
                    <a:pt x="262640" y="138763"/>
                    <a:pt x="262640" y="138763"/>
                  </a:cubicBezTo>
                  <a:lnTo>
                    <a:pt x="260318" y="139638"/>
                  </a:lnTo>
                  <a:cubicBezTo>
                    <a:pt x="260318" y="139638"/>
                    <a:pt x="258568" y="141656"/>
                    <a:pt x="257727" y="142396"/>
                  </a:cubicBezTo>
                  <a:cubicBezTo>
                    <a:pt x="256852" y="143137"/>
                    <a:pt x="256717" y="144718"/>
                    <a:pt x="256583" y="145592"/>
                  </a:cubicBezTo>
                  <a:cubicBezTo>
                    <a:pt x="256448" y="146467"/>
                    <a:pt x="257458" y="148923"/>
                    <a:pt x="257458" y="148923"/>
                  </a:cubicBezTo>
                  <a:lnTo>
                    <a:pt x="260352" y="152690"/>
                  </a:lnTo>
                  <a:lnTo>
                    <a:pt x="256448" y="157198"/>
                  </a:lnTo>
                  <a:cubicBezTo>
                    <a:pt x="256448" y="157198"/>
                    <a:pt x="255876" y="158342"/>
                    <a:pt x="255438" y="158644"/>
                  </a:cubicBezTo>
                  <a:cubicBezTo>
                    <a:pt x="255001" y="158947"/>
                    <a:pt x="253856" y="159956"/>
                    <a:pt x="253419" y="160225"/>
                  </a:cubicBezTo>
                  <a:cubicBezTo>
                    <a:pt x="252981" y="160528"/>
                    <a:pt x="251837" y="160663"/>
                    <a:pt x="251837" y="160663"/>
                  </a:cubicBezTo>
                  <a:lnTo>
                    <a:pt x="249818" y="162412"/>
                  </a:lnTo>
                  <a:lnTo>
                    <a:pt x="247496" y="163421"/>
                  </a:lnTo>
                  <a:lnTo>
                    <a:pt x="244904" y="163421"/>
                  </a:lnTo>
                  <a:lnTo>
                    <a:pt x="243154" y="162412"/>
                  </a:lnTo>
                  <a:cubicBezTo>
                    <a:pt x="243154" y="162412"/>
                    <a:pt x="240967" y="159519"/>
                    <a:pt x="240529" y="159082"/>
                  </a:cubicBezTo>
                  <a:cubicBezTo>
                    <a:pt x="240092" y="158644"/>
                    <a:pt x="239822" y="156054"/>
                    <a:pt x="239822" y="156054"/>
                  </a:cubicBezTo>
                  <a:lnTo>
                    <a:pt x="238678" y="155617"/>
                  </a:lnTo>
                  <a:cubicBezTo>
                    <a:pt x="238678" y="155617"/>
                    <a:pt x="237366" y="156189"/>
                    <a:pt x="236794" y="156189"/>
                  </a:cubicBezTo>
                  <a:cubicBezTo>
                    <a:pt x="236222" y="156189"/>
                    <a:pt x="234774" y="158073"/>
                    <a:pt x="234034" y="158813"/>
                  </a:cubicBezTo>
                  <a:cubicBezTo>
                    <a:pt x="233293" y="159519"/>
                    <a:pt x="232015" y="158947"/>
                    <a:pt x="231274" y="158947"/>
                  </a:cubicBezTo>
                  <a:cubicBezTo>
                    <a:pt x="230534" y="158947"/>
                    <a:pt x="228952" y="158375"/>
                    <a:pt x="228077" y="157803"/>
                  </a:cubicBezTo>
                  <a:cubicBezTo>
                    <a:pt x="227202" y="157232"/>
                    <a:pt x="226630" y="156660"/>
                    <a:pt x="226630" y="156660"/>
                  </a:cubicBezTo>
                  <a:cubicBezTo>
                    <a:pt x="226630" y="156660"/>
                    <a:pt x="225620" y="155348"/>
                    <a:pt x="224745" y="154776"/>
                  </a:cubicBezTo>
                  <a:cubicBezTo>
                    <a:pt x="223870" y="154204"/>
                    <a:pt x="221413" y="154776"/>
                    <a:pt x="221413" y="154776"/>
                  </a:cubicBezTo>
                  <a:lnTo>
                    <a:pt x="219663" y="154776"/>
                  </a:lnTo>
                  <a:lnTo>
                    <a:pt x="216466" y="154776"/>
                  </a:lnTo>
                  <a:cubicBezTo>
                    <a:pt x="216466" y="154776"/>
                    <a:pt x="215591" y="156895"/>
                    <a:pt x="215322" y="157030"/>
                  </a:cubicBezTo>
                  <a:cubicBezTo>
                    <a:pt x="215019" y="157164"/>
                    <a:pt x="214581" y="158846"/>
                    <a:pt x="214178" y="158981"/>
                  </a:cubicBezTo>
                  <a:cubicBezTo>
                    <a:pt x="213740" y="159115"/>
                    <a:pt x="215322" y="160865"/>
                    <a:pt x="215322" y="160865"/>
                  </a:cubicBezTo>
                  <a:lnTo>
                    <a:pt x="215322" y="163623"/>
                  </a:lnTo>
                  <a:lnTo>
                    <a:pt x="213370" y="165070"/>
                  </a:lnTo>
                  <a:lnTo>
                    <a:pt x="211115" y="166651"/>
                  </a:lnTo>
                  <a:lnTo>
                    <a:pt x="209096" y="169846"/>
                  </a:lnTo>
                  <a:lnTo>
                    <a:pt x="207952" y="172874"/>
                  </a:lnTo>
                  <a:lnTo>
                    <a:pt x="210711" y="175195"/>
                  </a:lnTo>
                  <a:cubicBezTo>
                    <a:pt x="210711" y="175195"/>
                    <a:pt x="213740" y="178391"/>
                    <a:pt x="213606" y="178828"/>
                  </a:cubicBezTo>
                  <a:cubicBezTo>
                    <a:pt x="213471" y="179266"/>
                    <a:pt x="213606" y="181721"/>
                    <a:pt x="213606" y="181721"/>
                  </a:cubicBezTo>
                  <a:lnTo>
                    <a:pt x="213606" y="182865"/>
                  </a:lnTo>
                  <a:lnTo>
                    <a:pt x="211855" y="185186"/>
                  </a:lnTo>
                  <a:lnTo>
                    <a:pt x="211855" y="186061"/>
                  </a:lnTo>
                  <a:cubicBezTo>
                    <a:pt x="211855" y="186061"/>
                    <a:pt x="210543" y="186061"/>
                    <a:pt x="208961" y="186061"/>
                  </a:cubicBezTo>
                  <a:cubicBezTo>
                    <a:pt x="207380" y="186061"/>
                    <a:pt x="207514" y="187642"/>
                    <a:pt x="207514" y="187642"/>
                  </a:cubicBezTo>
                  <a:lnTo>
                    <a:pt x="206201" y="190972"/>
                  </a:lnTo>
                  <a:cubicBezTo>
                    <a:pt x="206201" y="190972"/>
                    <a:pt x="204754" y="192419"/>
                    <a:pt x="204620" y="192856"/>
                  </a:cubicBezTo>
                  <a:cubicBezTo>
                    <a:pt x="204485" y="193293"/>
                    <a:pt x="203038" y="194302"/>
                    <a:pt x="203038" y="194302"/>
                  </a:cubicBezTo>
                  <a:cubicBezTo>
                    <a:pt x="203038" y="194302"/>
                    <a:pt x="201456" y="197935"/>
                    <a:pt x="201019" y="198440"/>
                  </a:cubicBezTo>
                  <a:cubicBezTo>
                    <a:pt x="200581" y="198945"/>
                    <a:pt x="200009" y="201266"/>
                    <a:pt x="200009" y="201266"/>
                  </a:cubicBezTo>
                  <a:lnTo>
                    <a:pt x="198562" y="205605"/>
                  </a:lnTo>
                  <a:lnTo>
                    <a:pt x="196980" y="208936"/>
                  </a:lnTo>
                  <a:cubicBezTo>
                    <a:pt x="196980" y="208936"/>
                    <a:pt x="194220" y="210954"/>
                    <a:pt x="193514" y="210954"/>
                  </a:cubicBezTo>
                  <a:cubicBezTo>
                    <a:pt x="192773" y="210954"/>
                    <a:pt x="190451" y="216471"/>
                    <a:pt x="190451" y="216471"/>
                  </a:cubicBezTo>
                  <a:lnTo>
                    <a:pt x="188701" y="222694"/>
                  </a:lnTo>
                  <a:lnTo>
                    <a:pt x="185235" y="227034"/>
                  </a:lnTo>
                  <a:lnTo>
                    <a:pt x="183350" y="228918"/>
                  </a:lnTo>
                  <a:lnTo>
                    <a:pt x="181465" y="231239"/>
                  </a:lnTo>
                  <a:lnTo>
                    <a:pt x="180590" y="233829"/>
                  </a:lnTo>
                  <a:lnTo>
                    <a:pt x="180590" y="235578"/>
                  </a:lnTo>
                  <a:cubicBezTo>
                    <a:pt x="180590" y="235578"/>
                    <a:pt x="179076" y="239043"/>
                    <a:pt x="178638" y="239043"/>
                  </a:cubicBezTo>
                  <a:cubicBezTo>
                    <a:pt x="178201" y="239043"/>
                    <a:pt x="175980" y="241633"/>
                    <a:pt x="175374" y="241802"/>
                  </a:cubicBezTo>
                  <a:cubicBezTo>
                    <a:pt x="174802" y="241936"/>
                    <a:pt x="171167" y="244257"/>
                    <a:pt x="170595" y="244257"/>
                  </a:cubicBezTo>
                  <a:cubicBezTo>
                    <a:pt x="170023" y="244257"/>
                    <a:pt x="167263" y="245401"/>
                    <a:pt x="167263" y="245401"/>
                  </a:cubicBezTo>
                  <a:lnTo>
                    <a:pt x="165076" y="246410"/>
                  </a:lnTo>
                  <a:lnTo>
                    <a:pt x="162316" y="248597"/>
                  </a:lnTo>
                  <a:cubicBezTo>
                    <a:pt x="162316" y="248597"/>
                    <a:pt x="158681" y="248597"/>
                    <a:pt x="157234" y="248597"/>
                  </a:cubicBezTo>
                  <a:cubicBezTo>
                    <a:pt x="155787" y="248597"/>
                    <a:pt x="151883" y="248597"/>
                    <a:pt x="151883" y="248597"/>
                  </a:cubicBezTo>
                  <a:cubicBezTo>
                    <a:pt x="151883" y="248597"/>
                    <a:pt x="148686" y="248597"/>
                    <a:pt x="148114" y="248597"/>
                  </a:cubicBezTo>
                  <a:cubicBezTo>
                    <a:pt x="147542" y="248597"/>
                    <a:pt x="144647" y="248395"/>
                    <a:pt x="143200" y="248092"/>
                  </a:cubicBezTo>
                  <a:cubicBezTo>
                    <a:pt x="141753" y="247789"/>
                    <a:pt x="141585" y="247857"/>
                    <a:pt x="140743" y="247588"/>
                  </a:cubicBezTo>
                  <a:cubicBezTo>
                    <a:pt x="139868" y="247285"/>
                    <a:pt x="135830" y="244392"/>
                    <a:pt x="135830" y="244392"/>
                  </a:cubicBezTo>
                  <a:lnTo>
                    <a:pt x="134955" y="241196"/>
                  </a:lnTo>
                  <a:lnTo>
                    <a:pt x="131926" y="239010"/>
                  </a:lnTo>
                  <a:lnTo>
                    <a:pt x="131926" y="236117"/>
                  </a:lnTo>
                  <a:cubicBezTo>
                    <a:pt x="131926" y="236117"/>
                    <a:pt x="131724" y="232080"/>
                    <a:pt x="131421" y="231474"/>
                  </a:cubicBezTo>
                  <a:cubicBezTo>
                    <a:pt x="131118" y="230902"/>
                    <a:pt x="131791" y="225688"/>
                    <a:pt x="131791" y="225688"/>
                  </a:cubicBezTo>
                  <a:lnTo>
                    <a:pt x="131084" y="221921"/>
                  </a:lnTo>
                  <a:cubicBezTo>
                    <a:pt x="131084" y="221921"/>
                    <a:pt x="126003" y="218725"/>
                    <a:pt x="124555" y="217850"/>
                  </a:cubicBezTo>
                  <a:cubicBezTo>
                    <a:pt x="123108" y="216976"/>
                    <a:pt x="122099" y="216538"/>
                    <a:pt x="122099" y="216538"/>
                  </a:cubicBezTo>
                  <a:lnTo>
                    <a:pt x="120652" y="217245"/>
                  </a:lnTo>
                  <a:lnTo>
                    <a:pt x="116310" y="217245"/>
                  </a:lnTo>
                  <a:lnTo>
                    <a:pt x="113281" y="218052"/>
                  </a:lnTo>
                  <a:lnTo>
                    <a:pt x="112272" y="219297"/>
                  </a:lnTo>
                  <a:cubicBezTo>
                    <a:pt x="112272" y="219297"/>
                    <a:pt x="111565" y="220609"/>
                    <a:pt x="111094" y="221046"/>
                  </a:cubicBezTo>
                  <a:cubicBezTo>
                    <a:pt x="110656" y="221483"/>
                    <a:pt x="109344" y="223636"/>
                    <a:pt x="109344" y="223636"/>
                  </a:cubicBezTo>
                  <a:lnTo>
                    <a:pt x="108469" y="224208"/>
                  </a:lnTo>
                  <a:cubicBezTo>
                    <a:pt x="108469" y="224208"/>
                    <a:pt x="105709" y="224208"/>
                    <a:pt x="105271" y="224208"/>
                  </a:cubicBezTo>
                  <a:cubicBezTo>
                    <a:pt x="104834" y="224208"/>
                    <a:pt x="103521" y="224141"/>
                    <a:pt x="103521" y="224141"/>
                  </a:cubicBezTo>
                  <a:lnTo>
                    <a:pt x="102209" y="224645"/>
                  </a:lnTo>
                  <a:lnTo>
                    <a:pt x="100762" y="226664"/>
                  </a:lnTo>
                  <a:cubicBezTo>
                    <a:pt x="100762" y="226664"/>
                    <a:pt x="98440" y="228110"/>
                    <a:pt x="98002" y="228245"/>
                  </a:cubicBezTo>
                  <a:cubicBezTo>
                    <a:pt x="97565" y="228379"/>
                    <a:pt x="95545" y="228379"/>
                    <a:pt x="95444" y="228379"/>
                  </a:cubicBezTo>
                  <a:cubicBezTo>
                    <a:pt x="95343" y="228379"/>
                    <a:pt x="91069" y="228245"/>
                    <a:pt x="91069" y="228245"/>
                  </a:cubicBezTo>
                  <a:lnTo>
                    <a:pt x="87603" y="224915"/>
                  </a:lnTo>
                  <a:lnTo>
                    <a:pt x="85651" y="221147"/>
                  </a:lnTo>
                  <a:lnTo>
                    <a:pt x="81747" y="217884"/>
                  </a:lnTo>
                  <a:lnTo>
                    <a:pt x="78920" y="215495"/>
                  </a:lnTo>
                  <a:lnTo>
                    <a:pt x="75218" y="215495"/>
                  </a:lnTo>
                  <a:lnTo>
                    <a:pt x="73030" y="212670"/>
                  </a:lnTo>
                  <a:lnTo>
                    <a:pt x="70843" y="209407"/>
                  </a:lnTo>
                  <a:lnTo>
                    <a:pt x="67376" y="207657"/>
                  </a:lnTo>
                  <a:lnTo>
                    <a:pt x="64987" y="206581"/>
                  </a:lnTo>
                  <a:cubicBezTo>
                    <a:pt x="64987" y="206581"/>
                    <a:pt x="61958" y="204630"/>
                    <a:pt x="61285" y="204394"/>
                  </a:cubicBezTo>
                  <a:cubicBezTo>
                    <a:pt x="60645" y="204192"/>
                    <a:pt x="57381" y="203755"/>
                    <a:pt x="57381" y="203755"/>
                  </a:cubicBezTo>
                  <a:cubicBezTo>
                    <a:pt x="57381" y="203755"/>
                    <a:pt x="54756" y="200929"/>
                    <a:pt x="54116" y="200728"/>
                  </a:cubicBezTo>
                  <a:cubicBezTo>
                    <a:pt x="53477" y="200492"/>
                    <a:pt x="50852" y="198339"/>
                    <a:pt x="50852" y="198339"/>
                  </a:cubicBezTo>
                  <a:cubicBezTo>
                    <a:pt x="50852" y="198339"/>
                    <a:pt x="48462" y="200526"/>
                    <a:pt x="47823" y="200526"/>
                  </a:cubicBezTo>
                  <a:cubicBezTo>
                    <a:pt x="47184" y="200526"/>
                    <a:pt x="45636" y="203991"/>
                    <a:pt x="44996" y="204865"/>
                  </a:cubicBezTo>
                  <a:cubicBezTo>
                    <a:pt x="44357" y="205740"/>
                    <a:pt x="41294" y="210079"/>
                    <a:pt x="41294" y="210079"/>
                  </a:cubicBezTo>
                  <a:lnTo>
                    <a:pt x="38030" y="216168"/>
                  </a:lnTo>
                  <a:cubicBezTo>
                    <a:pt x="38030" y="216168"/>
                    <a:pt x="36717" y="215731"/>
                    <a:pt x="35842" y="216168"/>
                  </a:cubicBezTo>
                  <a:cubicBezTo>
                    <a:pt x="34967" y="216605"/>
                    <a:pt x="32140" y="216168"/>
                    <a:pt x="32140" y="216168"/>
                  </a:cubicBezTo>
                  <a:lnTo>
                    <a:pt x="29313" y="217245"/>
                  </a:lnTo>
                  <a:lnTo>
                    <a:pt x="31938" y="221382"/>
                  </a:lnTo>
                  <a:lnTo>
                    <a:pt x="31063" y="224645"/>
                  </a:lnTo>
                  <a:lnTo>
                    <a:pt x="26722" y="222459"/>
                  </a:lnTo>
                  <a:lnTo>
                    <a:pt x="21943" y="222459"/>
                  </a:lnTo>
                  <a:lnTo>
                    <a:pt x="21303" y="225621"/>
                  </a:lnTo>
                  <a:lnTo>
                    <a:pt x="21539" y="230061"/>
                  </a:lnTo>
                  <a:cubicBezTo>
                    <a:pt x="21539" y="230061"/>
                    <a:pt x="23289" y="233964"/>
                    <a:pt x="23928" y="234199"/>
                  </a:cubicBezTo>
                  <a:cubicBezTo>
                    <a:pt x="24568" y="234401"/>
                    <a:pt x="26755" y="237025"/>
                    <a:pt x="29347" y="237462"/>
                  </a:cubicBezTo>
                  <a:cubicBezTo>
                    <a:pt x="31972" y="237899"/>
                    <a:pt x="33924" y="238774"/>
                    <a:pt x="35674" y="239851"/>
                  </a:cubicBezTo>
                  <a:cubicBezTo>
                    <a:pt x="37424" y="240927"/>
                    <a:pt x="37626" y="244627"/>
                    <a:pt x="38299" y="244863"/>
                  </a:cubicBezTo>
                  <a:cubicBezTo>
                    <a:pt x="38938" y="245065"/>
                    <a:pt x="38938" y="247453"/>
                    <a:pt x="39376" y="248328"/>
                  </a:cubicBezTo>
                  <a:cubicBezTo>
                    <a:pt x="39813" y="249202"/>
                    <a:pt x="38501" y="250716"/>
                    <a:pt x="38501" y="251591"/>
                  </a:cubicBezTo>
                  <a:cubicBezTo>
                    <a:pt x="38501" y="252465"/>
                    <a:pt x="38063" y="254618"/>
                    <a:pt x="38063" y="254618"/>
                  </a:cubicBezTo>
                  <a:cubicBezTo>
                    <a:pt x="38063" y="254618"/>
                    <a:pt x="37188" y="257646"/>
                    <a:pt x="37188" y="258521"/>
                  </a:cubicBezTo>
                  <a:cubicBezTo>
                    <a:pt x="37188" y="259395"/>
                    <a:pt x="36313" y="262221"/>
                    <a:pt x="35876" y="262860"/>
                  </a:cubicBezTo>
                  <a:cubicBezTo>
                    <a:pt x="35438" y="263499"/>
                    <a:pt x="35236" y="265248"/>
                    <a:pt x="34563" y="265888"/>
                  </a:cubicBezTo>
                  <a:cubicBezTo>
                    <a:pt x="33924" y="266527"/>
                    <a:pt x="33049" y="267401"/>
                    <a:pt x="31534" y="267637"/>
                  </a:cubicBezTo>
                  <a:cubicBezTo>
                    <a:pt x="30020" y="267872"/>
                    <a:pt x="28472" y="267637"/>
                    <a:pt x="28472" y="267637"/>
                  </a:cubicBezTo>
                  <a:lnTo>
                    <a:pt x="26082" y="267637"/>
                  </a:lnTo>
                  <a:cubicBezTo>
                    <a:pt x="26082" y="267637"/>
                    <a:pt x="25207" y="271236"/>
                    <a:pt x="25207" y="272111"/>
                  </a:cubicBezTo>
                  <a:cubicBezTo>
                    <a:pt x="25207" y="272986"/>
                    <a:pt x="23255" y="277863"/>
                    <a:pt x="23255" y="278738"/>
                  </a:cubicBezTo>
                  <a:cubicBezTo>
                    <a:pt x="23255" y="279613"/>
                    <a:pt x="21068" y="281328"/>
                    <a:pt x="20428" y="281564"/>
                  </a:cubicBezTo>
                  <a:cubicBezTo>
                    <a:pt x="19789" y="281799"/>
                    <a:pt x="15414" y="282640"/>
                    <a:pt x="14976" y="283313"/>
                  </a:cubicBezTo>
                  <a:cubicBezTo>
                    <a:pt x="14539" y="283952"/>
                    <a:pt x="9120" y="286778"/>
                    <a:pt x="9120" y="286778"/>
                  </a:cubicBezTo>
                  <a:cubicBezTo>
                    <a:pt x="9120" y="286778"/>
                    <a:pt x="4779" y="292429"/>
                    <a:pt x="4139" y="292328"/>
                  </a:cubicBezTo>
                  <a:cubicBezTo>
                    <a:pt x="3500" y="292227"/>
                    <a:pt x="0" y="294616"/>
                    <a:pt x="0" y="294616"/>
                  </a:cubicBezTo>
                  <a:cubicBezTo>
                    <a:pt x="0" y="294616"/>
                    <a:pt x="1952" y="299628"/>
                    <a:pt x="1312" y="299830"/>
                  </a:cubicBezTo>
                  <a:cubicBezTo>
                    <a:pt x="673" y="300065"/>
                    <a:pt x="0" y="305919"/>
                    <a:pt x="0" y="306558"/>
                  </a:cubicBezTo>
                  <a:cubicBezTo>
                    <a:pt x="0" y="307197"/>
                    <a:pt x="1077" y="309585"/>
                    <a:pt x="1077" y="309585"/>
                  </a:cubicBezTo>
                  <a:lnTo>
                    <a:pt x="5216" y="314800"/>
                  </a:lnTo>
                  <a:lnTo>
                    <a:pt x="6731" y="316313"/>
                  </a:lnTo>
                  <a:lnTo>
                    <a:pt x="6293" y="318702"/>
                  </a:lnTo>
                  <a:lnTo>
                    <a:pt x="5216" y="322839"/>
                  </a:lnTo>
                  <a:lnTo>
                    <a:pt x="7606" y="326304"/>
                  </a:lnTo>
                  <a:lnTo>
                    <a:pt x="11072" y="329130"/>
                  </a:lnTo>
                  <a:lnTo>
                    <a:pt x="18039" y="330207"/>
                  </a:lnTo>
                  <a:lnTo>
                    <a:pt x="21303" y="330207"/>
                  </a:lnTo>
                  <a:cubicBezTo>
                    <a:pt x="21303" y="330207"/>
                    <a:pt x="25880" y="328255"/>
                    <a:pt x="26520" y="327583"/>
                  </a:cubicBezTo>
                  <a:cubicBezTo>
                    <a:pt x="27159" y="326944"/>
                    <a:pt x="29784" y="325833"/>
                    <a:pt x="29784" y="325833"/>
                  </a:cubicBezTo>
                  <a:lnTo>
                    <a:pt x="35001" y="324757"/>
                  </a:lnTo>
                  <a:lnTo>
                    <a:pt x="37188" y="329769"/>
                  </a:lnTo>
                  <a:lnTo>
                    <a:pt x="34799" y="332595"/>
                  </a:lnTo>
                  <a:lnTo>
                    <a:pt x="34361" y="335219"/>
                  </a:lnTo>
                  <a:lnTo>
                    <a:pt x="33924" y="338482"/>
                  </a:lnTo>
                  <a:cubicBezTo>
                    <a:pt x="33924" y="338482"/>
                    <a:pt x="31972" y="340231"/>
                    <a:pt x="31972" y="341106"/>
                  </a:cubicBezTo>
                  <a:cubicBezTo>
                    <a:pt x="31972" y="341980"/>
                    <a:pt x="31097" y="343057"/>
                    <a:pt x="30895" y="344133"/>
                  </a:cubicBezTo>
                  <a:cubicBezTo>
                    <a:pt x="30693" y="345210"/>
                    <a:pt x="29818" y="345883"/>
                    <a:pt x="29818" y="346757"/>
                  </a:cubicBezTo>
                  <a:cubicBezTo>
                    <a:pt x="29818" y="347632"/>
                    <a:pt x="30895" y="349785"/>
                    <a:pt x="31770" y="350458"/>
                  </a:cubicBezTo>
                  <a:cubicBezTo>
                    <a:pt x="32645" y="351097"/>
                    <a:pt x="34597" y="355436"/>
                    <a:pt x="34597" y="355436"/>
                  </a:cubicBezTo>
                  <a:lnTo>
                    <a:pt x="34597" y="360650"/>
                  </a:lnTo>
                  <a:lnTo>
                    <a:pt x="34597" y="366167"/>
                  </a:lnTo>
                  <a:cubicBezTo>
                    <a:pt x="34597" y="366167"/>
                    <a:pt x="38669" y="371953"/>
                    <a:pt x="39073" y="372122"/>
                  </a:cubicBezTo>
                  <a:cubicBezTo>
                    <a:pt x="39510" y="372256"/>
                    <a:pt x="43717" y="372693"/>
                    <a:pt x="44155" y="372559"/>
                  </a:cubicBezTo>
                  <a:cubicBezTo>
                    <a:pt x="44592" y="372424"/>
                    <a:pt x="50953" y="369969"/>
                    <a:pt x="50953" y="369969"/>
                  </a:cubicBezTo>
                  <a:lnTo>
                    <a:pt x="58929" y="368657"/>
                  </a:lnTo>
                  <a:lnTo>
                    <a:pt x="62261" y="370406"/>
                  </a:lnTo>
                  <a:cubicBezTo>
                    <a:pt x="62261" y="370406"/>
                    <a:pt x="65896" y="374308"/>
                    <a:pt x="66737" y="375620"/>
                  </a:cubicBezTo>
                  <a:cubicBezTo>
                    <a:pt x="67612" y="376932"/>
                    <a:pt x="71381" y="377638"/>
                    <a:pt x="72526" y="377638"/>
                  </a:cubicBezTo>
                  <a:cubicBezTo>
                    <a:pt x="73670" y="377638"/>
                    <a:pt x="78482" y="376629"/>
                    <a:pt x="78482" y="376629"/>
                  </a:cubicBezTo>
                  <a:cubicBezTo>
                    <a:pt x="78482" y="376629"/>
                    <a:pt x="81949" y="380834"/>
                    <a:pt x="82521" y="380834"/>
                  </a:cubicBezTo>
                  <a:cubicBezTo>
                    <a:pt x="83093" y="380834"/>
                    <a:pt x="84978" y="383290"/>
                    <a:pt x="84978" y="383290"/>
                  </a:cubicBezTo>
                  <a:lnTo>
                    <a:pt x="84978" y="387192"/>
                  </a:lnTo>
                  <a:lnTo>
                    <a:pt x="86055" y="392541"/>
                  </a:lnTo>
                  <a:lnTo>
                    <a:pt x="88882" y="394862"/>
                  </a:lnTo>
                  <a:cubicBezTo>
                    <a:pt x="88882" y="394862"/>
                    <a:pt x="89757" y="398630"/>
                    <a:pt x="89757" y="399067"/>
                  </a:cubicBezTo>
                  <a:cubicBezTo>
                    <a:pt x="89757" y="399504"/>
                    <a:pt x="91944" y="404146"/>
                    <a:pt x="91944" y="404146"/>
                  </a:cubicBezTo>
                  <a:lnTo>
                    <a:pt x="91944" y="405391"/>
                  </a:lnTo>
                  <a:lnTo>
                    <a:pt x="92550" y="408722"/>
                  </a:lnTo>
                  <a:lnTo>
                    <a:pt x="93694" y="411110"/>
                  </a:lnTo>
                  <a:lnTo>
                    <a:pt x="93694" y="416324"/>
                  </a:lnTo>
                  <a:lnTo>
                    <a:pt x="95848" y="421942"/>
                  </a:lnTo>
                  <a:cubicBezTo>
                    <a:pt x="96151" y="421572"/>
                    <a:pt x="96286" y="421269"/>
                    <a:pt x="96286" y="421269"/>
                  </a:cubicBezTo>
                  <a:lnTo>
                    <a:pt x="97228" y="418443"/>
                  </a:lnTo>
                  <a:cubicBezTo>
                    <a:pt x="97228" y="418443"/>
                    <a:pt x="96151" y="417300"/>
                    <a:pt x="95646" y="416829"/>
                  </a:cubicBezTo>
                  <a:cubicBezTo>
                    <a:pt x="95141" y="416391"/>
                    <a:pt x="95444" y="415012"/>
                    <a:pt x="95444" y="415012"/>
                  </a:cubicBezTo>
                  <a:cubicBezTo>
                    <a:pt x="95444" y="415012"/>
                    <a:pt x="96588" y="413868"/>
                    <a:pt x="96824" y="413768"/>
                  </a:cubicBezTo>
                  <a:cubicBezTo>
                    <a:pt x="97060" y="413700"/>
                    <a:pt x="97767" y="413633"/>
                    <a:pt x="97767" y="413633"/>
                  </a:cubicBezTo>
                  <a:lnTo>
                    <a:pt x="99012" y="413936"/>
                  </a:lnTo>
                  <a:lnTo>
                    <a:pt x="99584" y="414507"/>
                  </a:lnTo>
                  <a:cubicBezTo>
                    <a:pt x="99584" y="414507"/>
                    <a:pt x="100223" y="415079"/>
                    <a:pt x="100459" y="415079"/>
                  </a:cubicBezTo>
                  <a:cubicBezTo>
                    <a:pt x="100661" y="415079"/>
                    <a:pt x="101468" y="415718"/>
                    <a:pt x="101468" y="415718"/>
                  </a:cubicBezTo>
                  <a:lnTo>
                    <a:pt x="103286" y="417602"/>
                  </a:lnTo>
                  <a:cubicBezTo>
                    <a:pt x="103286" y="417602"/>
                    <a:pt x="104161" y="417232"/>
                    <a:pt x="104464" y="417165"/>
                  </a:cubicBezTo>
                  <a:cubicBezTo>
                    <a:pt x="104733" y="417098"/>
                    <a:pt x="105238" y="416862"/>
                    <a:pt x="105238" y="416862"/>
                  </a:cubicBezTo>
                  <a:lnTo>
                    <a:pt x="106180" y="415786"/>
                  </a:lnTo>
                  <a:cubicBezTo>
                    <a:pt x="106180" y="415786"/>
                    <a:pt x="106045" y="415147"/>
                    <a:pt x="106180" y="414709"/>
                  </a:cubicBezTo>
                  <a:cubicBezTo>
                    <a:pt x="106315" y="414272"/>
                    <a:pt x="105877" y="413566"/>
                    <a:pt x="105877" y="413566"/>
                  </a:cubicBezTo>
                  <a:cubicBezTo>
                    <a:pt x="105877" y="413566"/>
                    <a:pt x="105608" y="413768"/>
                    <a:pt x="105238" y="413128"/>
                  </a:cubicBezTo>
                  <a:cubicBezTo>
                    <a:pt x="104868" y="412489"/>
                    <a:pt x="104868" y="411884"/>
                    <a:pt x="104868" y="411615"/>
                  </a:cubicBezTo>
                  <a:cubicBezTo>
                    <a:pt x="104868" y="411345"/>
                    <a:pt x="105440" y="410807"/>
                    <a:pt x="105507" y="410538"/>
                  </a:cubicBezTo>
                  <a:cubicBezTo>
                    <a:pt x="105574" y="410235"/>
                    <a:pt x="107190" y="409394"/>
                    <a:pt x="107190" y="409394"/>
                  </a:cubicBezTo>
                  <a:lnTo>
                    <a:pt x="109512" y="408251"/>
                  </a:lnTo>
                  <a:lnTo>
                    <a:pt x="110017" y="407881"/>
                  </a:lnTo>
                  <a:cubicBezTo>
                    <a:pt x="110017" y="407881"/>
                    <a:pt x="111531" y="407510"/>
                    <a:pt x="111700" y="406939"/>
                  </a:cubicBezTo>
                  <a:cubicBezTo>
                    <a:pt x="111834" y="406367"/>
                    <a:pt x="112272" y="404853"/>
                    <a:pt x="112272" y="404550"/>
                  </a:cubicBezTo>
                  <a:cubicBezTo>
                    <a:pt x="112272" y="404247"/>
                    <a:pt x="112507" y="403978"/>
                    <a:pt x="111969" y="402868"/>
                  </a:cubicBezTo>
                  <a:cubicBezTo>
                    <a:pt x="111464" y="401792"/>
                    <a:pt x="111094" y="400917"/>
                    <a:pt x="110522" y="400042"/>
                  </a:cubicBezTo>
                  <a:cubicBezTo>
                    <a:pt x="109949" y="399168"/>
                    <a:pt x="108839" y="398529"/>
                    <a:pt x="108199" y="398024"/>
                  </a:cubicBezTo>
                  <a:cubicBezTo>
                    <a:pt x="107560" y="397520"/>
                    <a:pt x="107392" y="397150"/>
                    <a:pt x="107122" y="396779"/>
                  </a:cubicBezTo>
                  <a:cubicBezTo>
                    <a:pt x="106820" y="396409"/>
                    <a:pt x="105675" y="396140"/>
                    <a:pt x="104868" y="394963"/>
                  </a:cubicBezTo>
                  <a:cubicBezTo>
                    <a:pt x="104060" y="393819"/>
                    <a:pt x="103925" y="393718"/>
                    <a:pt x="103488" y="392945"/>
                  </a:cubicBezTo>
                  <a:cubicBezTo>
                    <a:pt x="103050" y="392137"/>
                    <a:pt x="102041" y="390926"/>
                    <a:pt x="102041" y="390321"/>
                  </a:cubicBezTo>
                  <a:cubicBezTo>
                    <a:pt x="102041" y="389749"/>
                    <a:pt x="102108" y="388941"/>
                    <a:pt x="102041" y="388067"/>
                  </a:cubicBezTo>
                  <a:cubicBezTo>
                    <a:pt x="101973" y="387192"/>
                    <a:pt x="102108" y="385376"/>
                    <a:pt x="102310" y="385106"/>
                  </a:cubicBezTo>
                  <a:cubicBezTo>
                    <a:pt x="102545" y="384804"/>
                    <a:pt x="102747" y="384299"/>
                    <a:pt x="103050" y="383963"/>
                  </a:cubicBezTo>
                  <a:cubicBezTo>
                    <a:pt x="103353" y="383593"/>
                    <a:pt x="103690" y="382449"/>
                    <a:pt x="103993" y="382449"/>
                  </a:cubicBezTo>
                  <a:cubicBezTo>
                    <a:pt x="104296" y="382449"/>
                    <a:pt x="105002" y="382449"/>
                    <a:pt x="105002" y="382449"/>
                  </a:cubicBezTo>
                  <a:cubicBezTo>
                    <a:pt x="105002" y="382449"/>
                    <a:pt x="106584" y="383088"/>
                    <a:pt x="107022" y="383458"/>
                  </a:cubicBezTo>
                  <a:cubicBezTo>
                    <a:pt x="107459" y="383828"/>
                    <a:pt x="108031" y="384703"/>
                    <a:pt x="108031" y="384703"/>
                  </a:cubicBezTo>
                  <a:lnTo>
                    <a:pt x="109276" y="385712"/>
                  </a:lnTo>
                  <a:cubicBezTo>
                    <a:pt x="109276" y="385712"/>
                    <a:pt x="110959" y="387024"/>
                    <a:pt x="110959" y="387293"/>
                  </a:cubicBezTo>
                  <a:cubicBezTo>
                    <a:pt x="110959" y="387562"/>
                    <a:pt x="112305" y="390926"/>
                    <a:pt x="112305" y="390926"/>
                  </a:cubicBezTo>
                  <a:lnTo>
                    <a:pt x="113214" y="391431"/>
                  </a:lnTo>
                  <a:lnTo>
                    <a:pt x="114358" y="393247"/>
                  </a:lnTo>
                  <a:lnTo>
                    <a:pt x="116815" y="394122"/>
                  </a:lnTo>
                  <a:lnTo>
                    <a:pt x="117959" y="396073"/>
                  </a:lnTo>
                  <a:lnTo>
                    <a:pt x="121022" y="398091"/>
                  </a:lnTo>
                  <a:lnTo>
                    <a:pt x="122704" y="398226"/>
                  </a:lnTo>
                  <a:lnTo>
                    <a:pt x="123512" y="398361"/>
                  </a:lnTo>
                  <a:lnTo>
                    <a:pt x="125464" y="399100"/>
                  </a:lnTo>
                  <a:lnTo>
                    <a:pt x="124791" y="401052"/>
                  </a:lnTo>
                  <a:lnTo>
                    <a:pt x="124993" y="403070"/>
                  </a:lnTo>
                  <a:lnTo>
                    <a:pt x="124993" y="404146"/>
                  </a:lnTo>
                  <a:lnTo>
                    <a:pt x="124488" y="406400"/>
                  </a:lnTo>
                  <a:lnTo>
                    <a:pt x="123983" y="407477"/>
                  </a:lnTo>
                  <a:lnTo>
                    <a:pt x="123546" y="408419"/>
                  </a:lnTo>
                  <a:lnTo>
                    <a:pt x="123108" y="409798"/>
                  </a:lnTo>
                  <a:lnTo>
                    <a:pt x="122233" y="410874"/>
                  </a:lnTo>
                  <a:cubicBezTo>
                    <a:pt x="122233" y="410874"/>
                    <a:pt x="121661" y="411581"/>
                    <a:pt x="121291" y="411884"/>
                  </a:cubicBezTo>
                  <a:cubicBezTo>
                    <a:pt x="120921" y="412186"/>
                    <a:pt x="120046" y="413835"/>
                    <a:pt x="120046" y="413835"/>
                  </a:cubicBezTo>
                  <a:lnTo>
                    <a:pt x="119608" y="414709"/>
                  </a:lnTo>
                  <a:lnTo>
                    <a:pt x="118901" y="416156"/>
                  </a:lnTo>
                  <a:lnTo>
                    <a:pt x="118599" y="417300"/>
                  </a:lnTo>
                  <a:lnTo>
                    <a:pt x="118229" y="418612"/>
                  </a:lnTo>
                  <a:cubicBezTo>
                    <a:pt x="118229" y="418612"/>
                    <a:pt x="118229" y="419688"/>
                    <a:pt x="118363" y="420294"/>
                  </a:cubicBezTo>
                  <a:cubicBezTo>
                    <a:pt x="118498" y="420865"/>
                    <a:pt x="119440" y="422615"/>
                    <a:pt x="120012" y="422615"/>
                  </a:cubicBezTo>
                  <a:cubicBezTo>
                    <a:pt x="120584" y="422615"/>
                    <a:pt x="121897" y="422749"/>
                    <a:pt x="122839" y="422817"/>
                  </a:cubicBezTo>
                  <a:cubicBezTo>
                    <a:pt x="123781" y="422884"/>
                    <a:pt x="126104" y="423254"/>
                    <a:pt x="126104" y="423254"/>
                  </a:cubicBezTo>
                  <a:lnTo>
                    <a:pt x="126676" y="423826"/>
                  </a:lnTo>
                  <a:lnTo>
                    <a:pt x="128123" y="427459"/>
                  </a:lnTo>
                  <a:cubicBezTo>
                    <a:pt x="128123" y="427459"/>
                    <a:pt x="128493" y="428535"/>
                    <a:pt x="128695" y="428771"/>
                  </a:cubicBezTo>
                  <a:cubicBezTo>
                    <a:pt x="128897" y="428972"/>
                    <a:pt x="130142" y="430453"/>
                    <a:pt x="130714" y="429645"/>
                  </a:cubicBezTo>
                  <a:cubicBezTo>
                    <a:pt x="131286" y="428838"/>
                    <a:pt x="132161" y="428771"/>
                    <a:pt x="132363" y="427896"/>
                  </a:cubicBezTo>
                  <a:cubicBezTo>
                    <a:pt x="132599" y="427022"/>
                    <a:pt x="133676" y="425575"/>
                    <a:pt x="133676" y="425138"/>
                  </a:cubicBezTo>
                  <a:cubicBezTo>
                    <a:pt x="133676" y="424700"/>
                    <a:pt x="133912" y="424196"/>
                    <a:pt x="133676" y="423321"/>
                  </a:cubicBezTo>
                  <a:cubicBezTo>
                    <a:pt x="133474" y="422446"/>
                    <a:pt x="133508" y="422514"/>
                    <a:pt x="133777" y="421370"/>
                  </a:cubicBezTo>
                  <a:cubicBezTo>
                    <a:pt x="134046" y="420226"/>
                    <a:pt x="133575" y="420361"/>
                    <a:pt x="133777" y="419553"/>
                  </a:cubicBezTo>
                  <a:cubicBezTo>
                    <a:pt x="133979" y="418746"/>
                    <a:pt x="133878" y="417165"/>
                    <a:pt x="133878" y="417165"/>
                  </a:cubicBezTo>
                  <a:lnTo>
                    <a:pt x="132767" y="414911"/>
                  </a:lnTo>
                  <a:cubicBezTo>
                    <a:pt x="132767" y="414911"/>
                    <a:pt x="132633" y="413162"/>
                    <a:pt x="132464" y="412960"/>
                  </a:cubicBezTo>
                  <a:cubicBezTo>
                    <a:pt x="132330" y="412758"/>
                    <a:pt x="131959" y="410706"/>
                    <a:pt x="131959" y="410706"/>
                  </a:cubicBezTo>
                  <a:cubicBezTo>
                    <a:pt x="131959" y="410706"/>
                    <a:pt x="132700" y="409832"/>
                    <a:pt x="132902" y="409764"/>
                  </a:cubicBezTo>
                  <a:cubicBezTo>
                    <a:pt x="133138" y="409697"/>
                    <a:pt x="134282" y="410404"/>
                    <a:pt x="134282" y="410404"/>
                  </a:cubicBezTo>
                  <a:cubicBezTo>
                    <a:pt x="134282" y="410404"/>
                    <a:pt x="135594" y="410841"/>
                    <a:pt x="136166" y="411345"/>
                  </a:cubicBezTo>
                  <a:cubicBezTo>
                    <a:pt x="136739" y="411850"/>
                    <a:pt x="138421" y="412994"/>
                    <a:pt x="138926" y="413229"/>
                  </a:cubicBezTo>
                  <a:cubicBezTo>
                    <a:pt x="139431" y="413431"/>
                    <a:pt x="141551" y="413734"/>
                    <a:pt x="142123" y="413431"/>
                  </a:cubicBezTo>
                  <a:cubicBezTo>
                    <a:pt x="142695" y="413128"/>
                    <a:pt x="143873" y="411480"/>
                    <a:pt x="144277" y="410908"/>
                  </a:cubicBezTo>
                  <a:cubicBezTo>
                    <a:pt x="144715" y="410336"/>
                    <a:pt x="145287" y="410471"/>
                    <a:pt x="145657" y="409226"/>
                  </a:cubicBezTo>
                  <a:cubicBezTo>
                    <a:pt x="146027" y="407981"/>
                    <a:pt x="146229" y="407578"/>
                    <a:pt x="146027" y="405896"/>
                  </a:cubicBezTo>
                  <a:cubicBezTo>
                    <a:pt x="145825" y="404214"/>
                    <a:pt x="147743" y="405593"/>
                    <a:pt x="145219" y="403070"/>
                  </a:cubicBezTo>
                  <a:cubicBezTo>
                    <a:pt x="142695" y="400547"/>
                    <a:pt x="142460" y="400042"/>
                    <a:pt x="141585" y="399235"/>
                  </a:cubicBezTo>
                  <a:cubicBezTo>
                    <a:pt x="140710" y="398428"/>
                    <a:pt x="140138" y="398428"/>
                    <a:pt x="139868" y="397284"/>
                  </a:cubicBezTo>
                  <a:cubicBezTo>
                    <a:pt x="139565" y="396140"/>
                    <a:pt x="141450" y="394391"/>
                    <a:pt x="142460" y="393584"/>
                  </a:cubicBezTo>
                  <a:cubicBezTo>
                    <a:pt x="143470" y="392776"/>
                    <a:pt x="145724" y="391397"/>
                    <a:pt x="145926" y="391397"/>
                  </a:cubicBezTo>
                  <a:cubicBezTo>
                    <a:pt x="146128" y="391397"/>
                    <a:pt x="148013" y="390152"/>
                    <a:pt x="148013" y="390152"/>
                  </a:cubicBezTo>
                  <a:cubicBezTo>
                    <a:pt x="148013" y="390152"/>
                    <a:pt x="149460" y="389581"/>
                    <a:pt x="149763" y="389581"/>
                  </a:cubicBezTo>
                  <a:cubicBezTo>
                    <a:pt x="150066" y="389581"/>
                    <a:pt x="151715" y="390018"/>
                    <a:pt x="151715" y="390018"/>
                  </a:cubicBezTo>
                  <a:lnTo>
                    <a:pt x="155349" y="391700"/>
                  </a:lnTo>
                  <a:lnTo>
                    <a:pt x="156999" y="392574"/>
                  </a:lnTo>
                  <a:cubicBezTo>
                    <a:pt x="156999" y="392574"/>
                    <a:pt x="158177" y="391195"/>
                    <a:pt x="158378" y="390960"/>
                  </a:cubicBezTo>
                  <a:cubicBezTo>
                    <a:pt x="158580" y="390758"/>
                    <a:pt x="159253" y="388706"/>
                    <a:pt x="159253" y="387764"/>
                  </a:cubicBezTo>
                  <a:cubicBezTo>
                    <a:pt x="159253" y="386822"/>
                    <a:pt x="159826" y="385510"/>
                    <a:pt x="159826" y="385241"/>
                  </a:cubicBezTo>
                  <a:cubicBezTo>
                    <a:pt x="159826" y="384972"/>
                    <a:pt x="160465" y="383660"/>
                    <a:pt x="160465" y="383660"/>
                  </a:cubicBezTo>
                  <a:cubicBezTo>
                    <a:pt x="160465" y="383660"/>
                    <a:pt x="160768" y="383458"/>
                    <a:pt x="161475" y="383223"/>
                  </a:cubicBezTo>
                  <a:cubicBezTo>
                    <a:pt x="162181" y="382987"/>
                    <a:pt x="165883" y="381843"/>
                    <a:pt x="165883" y="381843"/>
                  </a:cubicBezTo>
                  <a:lnTo>
                    <a:pt x="169653" y="380599"/>
                  </a:lnTo>
                  <a:lnTo>
                    <a:pt x="174432" y="380599"/>
                  </a:lnTo>
                  <a:lnTo>
                    <a:pt x="179345" y="381339"/>
                  </a:lnTo>
                  <a:cubicBezTo>
                    <a:pt x="179345" y="381339"/>
                    <a:pt x="182239" y="385544"/>
                    <a:pt x="182542" y="386116"/>
                  </a:cubicBezTo>
                  <a:cubicBezTo>
                    <a:pt x="182845" y="386687"/>
                    <a:pt x="181802" y="389009"/>
                    <a:pt x="182542" y="389446"/>
                  </a:cubicBezTo>
                  <a:cubicBezTo>
                    <a:pt x="183249" y="389883"/>
                    <a:pt x="183990" y="393516"/>
                    <a:pt x="183990" y="393516"/>
                  </a:cubicBezTo>
                  <a:lnTo>
                    <a:pt x="185302" y="393954"/>
                  </a:lnTo>
                  <a:cubicBezTo>
                    <a:pt x="185302" y="393954"/>
                    <a:pt x="187052" y="393954"/>
                    <a:pt x="187624" y="393819"/>
                  </a:cubicBezTo>
                  <a:cubicBezTo>
                    <a:pt x="188196" y="393685"/>
                    <a:pt x="188768" y="392238"/>
                    <a:pt x="189206" y="391801"/>
                  </a:cubicBezTo>
                  <a:cubicBezTo>
                    <a:pt x="189643" y="391363"/>
                    <a:pt x="190653" y="389210"/>
                    <a:pt x="191225" y="388908"/>
                  </a:cubicBezTo>
                  <a:cubicBezTo>
                    <a:pt x="191797" y="388605"/>
                    <a:pt x="192538" y="387327"/>
                    <a:pt x="192538" y="387327"/>
                  </a:cubicBezTo>
                  <a:cubicBezTo>
                    <a:pt x="192538" y="387327"/>
                    <a:pt x="193682" y="385880"/>
                    <a:pt x="194288" y="385880"/>
                  </a:cubicBezTo>
                  <a:cubicBezTo>
                    <a:pt x="194860" y="385880"/>
                    <a:pt x="196745" y="384871"/>
                    <a:pt x="196745" y="384871"/>
                  </a:cubicBezTo>
                  <a:cubicBezTo>
                    <a:pt x="196745" y="384871"/>
                    <a:pt x="198629" y="383996"/>
                    <a:pt x="199201" y="383996"/>
                  </a:cubicBezTo>
                  <a:cubicBezTo>
                    <a:pt x="199774" y="383996"/>
                    <a:pt x="201221" y="382853"/>
                    <a:pt x="201658" y="382684"/>
                  </a:cubicBezTo>
                  <a:cubicBezTo>
                    <a:pt x="202096" y="382550"/>
                    <a:pt x="203745" y="380666"/>
                    <a:pt x="203745" y="380666"/>
                  </a:cubicBezTo>
                  <a:lnTo>
                    <a:pt x="204822" y="378479"/>
                  </a:lnTo>
                  <a:lnTo>
                    <a:pt x="204822" y="376293"/>
                  </a:lnTo>
                  <a:lnTo>
                    <a:pt x="204822" y="372828"/>
                  </a:lnTo>
                  <a:lnTo>
                    <a:pt x="203072" y="369498"/>
                  </a:lnTo>
                  <a:lnTo>
                    <a:pt x="199235" y="368623"/>
                  </a:lnTo>
                  <a:lnTo>
                    <a:pt x="197855" y="366033"/>
                  </a:lnTo>
                  <a:lnTo>
                    <a:pt x="197855" y="364149"/>
                  </a:lnTo>
                  <a:cubicBezTo>
                    <a:pt x="197855" y="364149"/>
                    <a:pt x="197283" y="360684"/>
                    <a:pt x="197283" y="360247"/>
                  </a:cubicBezTo>
                  <a:cubicBezTo>
                    <a:pt x="197283" y="359809"/>
                    <a:pt x="198158" y="355470"/>
                    <a:pt x="198158" y="355470"/>
                  </a:cubicBezTo>
                  <a:lnTo>
                    <a:pt x="198730" y="352846"/>
                  </a:lnTo>
                  <a:lnTo>
                    <a:pt x="201187" y="351837"/>
                  </a:lnTo>
                  <a:lnTo>
                    <a:pt x="204822" y="348809"/>
                  </a:lnTo>
                  <a:lnTo>
                    <a:pt x="206403" y="346051"/>
                  </a:lnTo>
                  <a:lnTo>
                    <a:pt x="208860" y="344167"/>
                  </a:lnTo>
                  <a:lnTo>
                    <a:pt x="210880" y="344167"/>
                  </a:lnTo>
                  <a:lnTo>
                    <a:pt x="213067" y="345042"/>
                  </a:lnTo>
                  <a:cubicBezTo>
                    <a:pt x="213067" y="345042"/>
                    <a:pt x="215524" y="346791"/>
                    <a:pt x="215961" y="346925"/>
                  </a:cubicBezTo>
                  <a:cubicBezTo>
                    <a:pt x="216399" y="347060"/>
                    <a:pt x="216971" y="347497"/>
                    <a:pt x="217274" y="347935"/>
                  </a:cubicBezTo>
                  <a:cubicBezTo>
                    <a:pt x="217577" y="348372"/>
                    <a:pt x="217409" y="348675"/>
                    <a:pt x="219596" y="349381"/>
                  </a:cubicBezTo>
                  <a:cubicBezTo>
                    <a:pt x="221784" y="350121"/>
                    <a:pt x="225250" y="350962"/>
                    <a:pt x="225250" y="350962"/>
                  </a:cubicBezTo>
                  <a:lnTo>
                    <a:pt x="227404" y="349314"/>
                  </a:lnTo>
                  <a:lnTo>
                    <a:pt x="229188" y="347834"/>
                  </a:lnTo>
                  <a:cubicBezTo>
                    <a:pt x="229188" y="347834"/>
                    <a:pt x="230332" y="347396"/>
                    <a:pt x="230500" y="347329"/>
                  </a:cubicBezTo>
                  <a:cubicBezTo>
                    <a:pt x="230668" y="347262"/>
                    <a:pt x="233058" y="347228"/>
                    <a:pt x="233058" y="347228"/>
                  </a:cubicBezTo>
                  <a:cubicBezTo>
                    <a:pt x="233058" y="347228"/>
                    <a:pt x="234909" y="347834"/>
                    <a:pt x="235111" y="347935"/>
                  </a:cubicBezTo>
                  <a:cubicBezTo>
                    <a:pt x="235313" y="348036"/>
                    <a:pt x="236457" y="349011"/>
                    <a:pt x="236457" y="349011"/>
                  </a:cubicBezTo>
                  <a:lnTo>
                    <a:pt x="237130" y="351130"/>
                  </a:lnTo>
                  <a:lnTo>
                    <a:pt x="237803" y="353149"/>
                  </a:lnTo>
                  <a:lnTo>
                    <a:pt x="237803" y="355436"/>
                  </a:lnTo>
                  <a:cubicBezTo>
                    <a:pt x="237803" y="355436"/>
                    <a:pt x="238409" y="357892"/>
                    <a:pt x="238409" y="358094"/>
                  </a:cubicBezTo>
                  <a:cubicBezTo>
                    <a:pt x="238409" y="358296"/>
                    <a:pt x="238072" y="359776"/>
                    <a:pt x="238072" y="359944"/>
                  </a:cubicBezTo>
                  <a:cubicBezTo>
                    <a:pt x="238072" y="360112"/>
                    <a:pt x="237837" y="361626"/>
                    <a:pt x="237837" y="361626"/>
                  </a:cubicBezTo>
                  <a:lnTo>
                    <a:pt x="237837" y="362400"/>
                  </a:lnTo>
                  <a:lnTo>
                    <a:pt x="237197" y="364956"/>
                  </a:lnTo>
                  <a:lnTo>
                    <a:pt x="237534" y="366537"/>
                  </a:lnTo>
                  <a:lnTo>
                    <a:pt x="238173" y="368455"/>
                  </a:lnTo>
                  <a:lnTo>
                    <a:pt x="238880" y="370036"/>
                  </a:lnTo>
                  <a:lnTo>
                    <a:pt x="240395" y="371785"/>
                  </a:lnTo>
                  <a:lnTo>
                    <a:pt x="241539" y="371953"/>
                  </a:lnTo>
                  <a:lnTo>
                    <a:pt x="244366" y="372660"/>
                  </a:lnTo>
                  <a:cubicBezTo>
                    <a:pt x="244366" y="372660"/>
                    <a:pt x="245005" y="372828"/>
                    <a:pt x="245678" y="372559"/>
                  </a:cubicBezTo>
                  <a:cubicBezTo>
                    <a:pt x="246318" y="372290"/>
                    <a:pt x="248034" y="371348"/>
                    <a:pt x="248169" y="370776"/>
                  </a:cubicBezTo>
                  <a:cubicBezTo>
                    <a:pt x="248337" y="370170"/>
                    <a:pt x="248977" y="369094"/>
                    <a:pt x="249212" y="368993"/>
                  </a:cubicBezTo>
                  <a:cubicBezTo>
                    <a:pt x="249414" y="368892"/>
                    <a:pt x="250289" y="368623"/>
                    <a:pt x="250996" y="368186"/>
                  </a:cubicBezTo>
                  <a:cubicBezTo>
                    <a:pt x="251703" y="367748"/>
                    <a:pt x="252914" y="366134"/>
                    <a:pt x="252914" y="366134"/>
                  </a:cubicBezTo>
                  <a:lnTo>
                    <a:pt x="257996" y="365764"/>
                  </a:lnTo>
                  <a:lnTo>
                    <a:pt x="260318" y="364519"/>
                  </a:lnTo>
                  <a:cubicBezTo>
                    <a:pt x="260318" y="364519"/>
                    <a:pt x="261765" y="362837"/>
                    <a:pt x="262270" y="362501"/>
                  </a:cubicBezTo>
                  <a:cubicBezTo>
                    <a:pt x="262775" y="362131"/>
                    <a:pt x="264357" y="360987"/>
                    <a:pt x="264727" y="360920"/>
                  </a:cubicBezTo>
                  <a:cubicBezTo>
                    <a:pt x="265097" y="360852"/>
                    <a:pt x="267621" y="360785"/>
                    <a:pt x="267857" y="360785"/>
                  </a:cubicBezTo>
                  <a:cubicBezTo>
                    <a:pt x="268059" y="360785"/>
                    <a:pt x="270112" y="361727"/>
                    <a:pt x="270616" y="361794"/>
                  </a:cubicBezTo>
                  <a:cubicBezTo>
                    <a:pt x="271121" y="361861"/>
                    <a:pt x="273679" y="362938"/>
                    <a:pt x="273948" y="363039"/>
                  </a:cubicBezTo>
                  <a:cubicBezTo>
                    <a:pt x="274251" y="363106"/>
                    <a:pt x="275463" y="363409"/>
                    <a:pt x="276405" y="363409"/>
                  </a:cubicBezTo>
                  <a:cubicBezTo>
                    <a:pt x="277347" y="363409"/>
                    <a:pt x="279299" y="363712"/>
                    <a:pt x="279737" y="363611"/>
                  </a:cubicBezTo>
                  <a:cubicBezTo>
                    <a:pt x="280174" y="363543"/>
                    <a:pt x="281184" y="362669"/>
                    <a:pt x="281992" y="362299"/>
                  </a:cubicBezTo>
                  <a:cubicBezTo>
                    <a:pt x="282799" y="361929"/>
                    <a:pt x="283944" y="360920"/>
                    <a:pt x="284246" y="360920"/>
                  </a:cubicBezTo>
                  <a:cubicBezTo>
                    <a:pt x="284516" y="360920"/>
                    <a:pt x="285896" y="360987"/>
                    <a:pt x="286198" y="360987"/>
                  </a:cubicBezTo>
                  <a:cubicBezTo>
                    <a:pt x="286468" y="360987"/>
                    <a:pt x="287949" y="362299"/>
                    <a:pt x="287949" y="362299"/>
                  </a:cubicBezTo>
                  <a:cubicBezTo>
                    <a:pt x="287949" y="362299"/>
                    <a:pt x="289396" y="364317"/>
                    <a:pt x="289396" y="364620"/>
                  </a:cubicBezTo>
                  <a:cubicBezTo>
                    <a:pt x="289396" y="364923"/>
                    <a:pt x="289766" y="367076"/>
                    <a:pt x="289833" y="367446"/>
                  </a:cubicBezTo>
                  <a:cubicBezTo>
                    <a:pt x="289900" y="367816"/>
                    <a:pt x="289833" y="369464"/>
                    <a:pt x="289833" y="369699"/>
                  </a:cubicBezTo>
                  <a:cubicBezTo>
                    <a:pt x="289833" y="369901"/>
                    <a:pt x="291617" y="374039"/>
                    <a:pt x="291617" y="374342"/>
                  </a:cubicBezTo>
                  <a:cubicBezTo>
                    <a:pt x="291617" y="374645"/>
                    <a:pt x="291785" y="377235"/>
                    <a:pt x="291785" y="377470"/>
                  </a:cubicBezTo>
                  <a:cubicBezTo>
                    <a:pt x="291785" y="377706"/>
                    <a:pt x="291785" y="379926"/>
                    <a:pt x="291785" y="379926"/>
                  </a:cubicBezTo>
                  <a:cubicBezTo>
                    <a:pt x="291785" y="379926"/>
                    <a:pt x="291045" y="381675"/>
                    <a:pt x="290540" y="381810"/>
                  </a:cubicBezTo>
                  <a:cubicBezTo>
                    <a:pt x="290035" y="381944"/>
                    <a:pt x="289429" y="382684"/>
                    <a:pt x="289429" y="382953"/>
                  </a:cubicBezTo>
                  <a:cubicBezTo>
                    <a:pt x="289429" y="383256"/>
                    <a:pt x="290809" y="387158"/>
                    <a:pt x="290809" y="387158"/>
                  </a:cubicBezTo>
                  <a:lnTo>
                    <a:pt x="293434" y="392003"/>
                  </a:lnTo>
                  <a:lnTo>
                    <a:pt x="294814" y="393886"/>
                  </a:lnTo>
                  <a:lnTo>
                    <a:pt x="295756" y="397150"/>
                  </a:lnTo>
                  <a:lnTo>
                    <a:pt x="293737" y="399403"/>
                  </a:lnTo>
                  <a:lnTo>
                    <a:pt x="291550" y="401489"/>
                  </a:lnTo>
                  <a:lnTo>
                    <a:pt x="290877" y="403945"/>
                  </a:lnTo>
                  <a:lnTo>
                    <a:pt x="292021" y="407275"/>
                  </a:lnTo>
                  <a:lnTo>
                    <a:pt x="295723" y="410908"/>
                  </a:lnTo>
                  <a:lnTo>
                    <a:pt x="299795" y="414911"/>
                  </a:lnTo>
                  <a:lnTo>
                    <a:pt x="303867" y="417737"/>
                  </a:lnTo>
                  <a:cubicBezTo>
                    <a:pt x="303867" y="417737"/>
                    <a:pt x="306997" y="418107"/>
                    <a:pt x="307502" y="418107"/>
                  </a:cubicBezTo>
                  <a:cubicBezTo>
                    <a:pt x="308007" y="418107"/>
                    <a:pt x="308646" y="415920"/>
                    <a:pt x="308882" y="415786"/>
                  </a:cubicBezTo>
                  <a:cubicBezTo>
                    <a:pt x="309084" y="415651"/>
                    <a:pt x="309319" y="414777"/>
                    <a:pt x="309689" y="414036"/>
                  </a:cubicBezTo>
                  <a:cubicBezTo>
                    <a:pt x="310060" y="413297"/>
                    <a:pt x="310632" y="411581"/>
                    <a:pt x="310699" y="411345"/>
                  </a:cubicBezTo>
                  <a:cubicBezTo>
                    <a:pt x="310766" y="411110"/>
                    <a:pt x="310699" y="410101"/>
                    <a:pt x="310699" y="409663"/>
                  </a:cubicBezTo>
                  <a:cubicBezTo>
                    <a:pt x="310699" y="409226"/>
                    <a:pt x="310901" y="408722"/>
                    <a:pt x="311069" y="407712"/>
                  </a:cubicBezTo>
                  <a:cubicBezTo>
                    <a:pt x="311204" y="406703"/>
                    <a:pt x="311877" y="405694"/>
                    <a:pt x="312213" y="405189"/>
                  </a:cubicBezTo>
                  <a:cubicBezTo>
                    <a:pt x="312584" y="404685"/>
                    <a:pt x="314031" y="403171"/>
                    <a:pt x="314031" y="403171"/>
                  </a:cubicBezTo>
                  <a:cubicBezTo>
                    <a:pt x="314031" y="403171"/>
                    <a:pt x="315781" y="403474"/>
                    <a:pt x="316622" y="403541"/>
                  </a:cubicBezTo>
                  <a:cubicBezTo>
                    <a:pt x="317497" y="403608"/>
                    <a:pt x="319382" y="404416"/>
                    <a:pt x="319584" y="404550"/>
                  </a:cubicBezTo>
                  <a:cubicBezTo>
                    <a:pt x="319819" y="404685"/>
                    <a:pt x="322848" y="407309"/>
                    <a:pt x="322848" y="407309"/>
                  </a:cubicBezTo>
                  <a:lnTo>
                    <a:pt x="323050" y="409630"/>
                  </a:lnTo>
                  <a:lnTo>
                    <a:pt x="323050" y="412960"/>
                  </a:lnTo>
                  <a:lnTo>
                    <a:pt x="322343" y="417602"/>
                  </a:lnTo>
                  <a:cubicBezTo>
                    <a:pt x="322343" y="417602"/>
                    <a:pt x="321973" y="418612"/>
                    <a:pt x="321603" y="418914"/>
                  </a:cubicBezTo>
                  <a:cubicBezTo>
                    <a:pt x="321233" y="419217"/>
                    <a:pt x="319920" y="420865"/>
                    <a:pt x="319853" y="421101"/>
                  </a:cubicBezTo>
                  <a:cubicBezTo>
                    <a:pt x="319786" y="421303"/>
                    <a:pt x="318271" y="422110"/>
                    <a:pt x="317968" y="422177"/>
                  </a:cubicBezTo>
                  <a:cubicBezTo>
                    <a:pt x="317665" y="422245"/>
                    <a:pt x="316656" y="424061"/>
                    <a:pt x="316656" y="424061"/>
                  </a:cubicBezTo>
                  <a:lnTo>
                    <a:pt x="315714" y="425508"/>
                  </a:lnTo>
                  <a:lnTo>
                    <a:pt x="314872" y="429914"/>
                  </a:lnTo>
                  <a:lnTo>
                    <a:pt x="314098" y="433615"/>
                  </a:lnTo>
                  <a:lnTo>
                    <a:pt x="314435" y="436979"/>
                  </a:lnTo>
                  <a:lnTo>
                    <a:pt x="314098" y="442428"/>
                  </a:lnTo>
                  <a:cubicBezTo>
                    <a:pt x="314098" y="442428"/>
                    <a:pt x="316050" y="445355"/>
                    <a:pt x="316488" y="445490"/>
                  </a:cubicBezTo>
                  <a:cubicBezTo>
                    <a:pt x="316925" y="445590"/>
                    <a:pt x="321267" y="446028"/>
                    <a:pt x="321704" y="446028"/>
                  </a:cubicBezTo>
                  <a:cubicBezTo>
                    <a:pt x="322142" y="446028"/>
                    <a:pt x="323017" y="444615"/>
                    <a:pt x="323017" y="444615"/>
                  </a:cubicBezTo>
                  <a:lnTo>
                    <a:pt x="323017" y="442563"/>
                  </a:lnTo>
                  <a:cubicBezTo>
                    <a:pt x="323017" y="442563"/>
                    <a:pt x="323117" y="439535"/>
                    <a:pt x="323017" y="439199"/>
                  </a:cubicBezTo>
                  <a:cubicBezTo>
                    <a:pt x="322916" y="438863"/>
                    <a:pt x="323420" y="438425"/>
                    <a:pt x="323050" y="437988"/>
                  </a:cubicBezTo>
                  <a:cubicBezTo>
                    <a:pt x="322680" y="437551"/>
                    <a:pt x="322243" y="436474"/>
                    <a:pt x="322142" y="436138"/>
                  </a:cubicBezTo>
                  <a:cubicBezTo>
                    <a:pt x="322041" y="435801"/>
                    <a:pt x="322041" y="433749"/>
                    <a:pt x="322041" y="433749"/>
                  </a:cubicBezTo>
                  <a:lnTo>
                    <a:pt x="322377" y="433110"/>
                  </a:lnTo>
                  <a:cubicBezTo>
                    <a:pt x="322377" y="433110"/>
                    <a:pt x="324127" y="432236"/>
                    <a:pt x="324430" y="432236"/>
                  </a:cubicBezTo>
                  <a:cubicBezTo>
                    <a:pt x="324767" y="432236"/>
                    <a:pt x="326281" y="431462"/>
                    <a:pt x="326281" y="431462"/>
                  </a:cubicBezTo>
                  <a:lnTo>
                    <a:pt x="328570" y="430823"/>
                  </a:lnTo>
                  <a:lnTo>
                    <a:pt x="331195" y="433110"/>
                  </a:lnTo>
                  <a:lnTo>
                    <a:pt x="332507" y="435297"/>
                  </a:lnTo>
                  <a:lnTo>
                    <a:pt x="333147" y="437349"/>
                  </a:lnTo>
                  <a:cubicBezTo>
                    <a:pt x="333147" y="437349"/>
                    <a:pt x="332911" y="438762"/>
                    <a:pt x="333147" y="439401"/>
                  </a:cubicBezTo>
                  <a:cubicBezTo>
                    <a:pt x="333349" y="440040"/>
                    <a:pt x="333147" y="444615"/>
                    <a:pt x="333147" y="444615"/>
                  </a:cubicBezTo>
                  <a:cubicBezTo>
                    <a:pt x="333147" y="444615"/>
                    <a:pt x="333349" y="446364"/>
                    <a:pt x="333248" y="447441"/>
                  </a:cubicBezTo>
                  <a:cubicBezTo>
                    <a:pt x="333147" y="448517"/>
                    <a:pt x="333079" y="450603"/>
                    <a:pt x="332844" y="451040"/>
                  </a:cubicBezTo>
                  <a:cubicBezTo>
                    <a:pt x="332608" y="451477"/>
                    <a:pt x="331733" y="454303"/>
                    <a:pt x="331733" y="454303"/>
                  </a:cubicBezTo>
                  <a:lnTo>
                    <a:pt x="331733" y="458205"/>
                  </a:lnTo>
                  <a:cubicBezTo>
                    <a:pt x="331733" y="458205"/>
                    <a:pt x="333517" y="459618"/>
                    <a:pt x="333281" y="459955"/>
                  </a:cubicBezTo>
                  <a:cubicBezTo>
                    <a:pt x="333046" y="460291"/>
                    <a:pt x="333685" y="461132"/>
                    <a:pt x="334998" y="460493"/>
                  </a:cubicBezTo>
                  <a:cubicBezTo>
                    <a:pt x="336478" y="459820"/>
                    <a:pt x="337757" y="459383"/>
                    <a:pt x="338195" y="458407"/>
                  </a:cubicBezTo>
                  <a:close/>
                </a:path>
              </a:pathLst>
            </a:custGeom>
            <a:grpFill/>
            <a:ln w="6350" cap="flat">
              <a:solidFill>
                <a:schemeClr val="bg1"/>
              </a:solidFill>
              <a:prstDash val="solid"/>
              <a:miter/>
            </a:ln>
          </p:spPr>
          <p:txBody>
            <a:bodyPr rtlCol="0" anchor="ctr"/>
            <a:lstStyle/>
            <a:p>
              <a:endParaRPr lang="en-US"/>
            </a:p>
          </p:txBody>
        </p:sp>
        <p:grpSp>
          <p:nvGrpSpPr>
            <p:cNvPr id="179" name="Graphic 11">
              <a:extLst>
                <a:ext uri="{FF2B5EF4-FFF2-40B4-BE49-F238E27FC236}">
                  <a16:creationId xmlns:a16="http://schemas.microsoft.com/office/drawing/2014/main" id="{8E3281D4-DAFD-4291-7775-5D30766D5F5A}"/>
                </a:ext>
              </a:extLst>
            </p:cNvPr>
            <p:cNvGrpSpPr/>
            <p:nvPr/>
          </p:nvGrpSpPr>
          <p:grpSpPr>
            <a:xfrm>
              <a:off x="7980671" y="2609627"/>
              <a:ext cx="363191" cy="236874"/>
              <a:chOff x="5630369" y="1818222"/>
              <a:chExt cx="697289" cy="454774"/>
            </a:xfrm>
            <a:grpFill/>
          </p:grpSpPr>
          <p:sp>
            <p:nvSpPr>
              <p:cNvPr id="214" name="Freeform 931">
                <a:extLst>
                  <a:ext uri="{FF2B5EF4-FFF2-40B4-BE49-F238E27FC236}">
                    <a16:creationId xmlns:a16="http://schemas.microsoft.com/office/drawing/2014/main" id="{A6808B62-7336-6F35-68A5-B69FB617B9B3}"/>
                  </a:ext>
                </a:extLst>
              </p:cNvPr>
              <p:cNvSpPr/>
              <p:nvPr/>
            </p:nvSpPr>
            <p:spPr>
              <a:xfrm>
                <a:off x="6126606" y="1832384"/>
                <a:ext cx="18576" cy="21899"/>
              </a:xfrm>
              <a:custGeom>
                <a:avLst/>
                <a:gdLst>
                  <a:gd name="connsiteX0" fmla="*/ 2322 w 18576"/>
                  <a:gd name="connsiteY0" fmla="*/ 13052 h 21899"/>
                  <a:gd name="connsiteX1" fmla="*/ 2793 w 18576"/>
                  <a:gd name="connsiteY1" fmla="*/ 13624 h 21899"/>
                  <a:gd name="connsiteX2" fmla="*/ 9154 w 18576"/>
                  <a:gd name="connsiteY2" fmla="*/ 21899 h 21899"/>
                  <a:gd name="connsiteX3" fmla="*/ 17029 w 18576"/>
                  <a:gd name="connsiteY3" fmla="*/ 17627 h 21899"/>
                  <a:gd name="connsiteX4" fmla="*/ 18577 w 18576"/>
                  <a:gd name="connsiteY4" fmla="*/ 11303 h 21899"/>
                  <a:gd name="connsiteX5" fmla="*/ 18577 w 18576"/>
                  <a:gd name="connsiteY5" fmla="*/ 5517 h 21899"/>
                  <a:gd name="connsiteX6" fmla="*/ 10433 w 18576"/>
                  <a:gd name="connsiteY6" fmla="*/ 1749 h 21899"/>
                  <a:gd name="connsiteX7" fmla="*/ 2322 w 18576"/>
                  <a:gd name="connsiteY7" fmla="*/ 0 h 21899"/>
                  <a:gd name="connsiteX8" fmla="*/ 0 w 18576"/>
                  <a:gd name="connsiteY8" fmla="*/ 5820 h 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6" h="21899">
                    <a:moveTo>
                      <a:pt x="2322" y="13052"/>
                    </a:moveTo>
                    <a:lnTo>
                      <a:pt x="2793" y="13624"/>
                    </a:lnTo>
                    <a:lnTo>
                      <a:pt x="9154" y="21899"/>
                    </a:lnTo>
                    <a:lnTo>
                      <a:pt x="17029" y="17627"/>
                    </a:lnTo>
                    <a:lnTo>
                      <a:pt x="18577" y="11303"/>
                    </a:lnTo>
                    <a:lnTo>
                      <a:pt x="18577" y="5517"/>
                    </a:lnTo>
                    <a:lnTo>
                      <a:pt x="10433" y="1749"/>
                    </a:lnTo>
                    <a:lnTo>
                      <a:pt x="2322" y="0"/>
                    </a:lnTo>
                    <a:lnTo>
                      <a:pt x="0" y="5820"/>
                    </a:lnTo>
                    <a:close/>
                  </a:path>
                </a:pathLst>
              </a:custGeom>
              <a:grpFill/>
              <a:ln w="6350" cap="flat">
                <a:solidFill>
                  <a:schemeClr val="bg1"/>
                </a:solidFill>
                <a:prstDash val="solid"/>
                <a:miter/>
              </a:ln>
            </p:spPr>
            <p:txBody>
              <a:bodyPr rtlCol="0" anchor="ctr"/>
              <a:lstStyle/>
              <a:p>
                <a:endParaRPr lang="en-US"/>
              </a:p>
            </p:txBody>
          </p:sp>
          <p:sp>
            <p:nvSpPr>
              <p:cNvPr id="215" name="Freeform 932">
                <a:extLst>
                  <a:ext uri="{FF2B5EF4-FFF2-40B4-BE49-F238E27FC236}">
                    <a16:creationId xmlns:a16="http://schemas.microsoft.com/office/drawing/2014/main" id="{4D95E627-B3C2-0095-0D1C-84EE5A19E042}"/>
                  </a:ext>
                </a:extLst>
              </p:cNvPr>
              <p:cNvSpPr/>
              <p:nvPr/>
            </p:nvSpPr>
            <p:spPr>
              <a:xfrm>
                <a:off x="6131250" y="1818222"/>
                <a:ext cx="6663" cy="8376"/>
              </a:xfrm>
              <a:custGeom>
                <a:avLst/>
                <a:gdLst>
                  <a:gd name="connsiteX0" fmla="*/ 0 w 6663"/>
                  <a:gd name="connsiteY0" fmla="*/ 8376 h 8376"/>
                  <a:gd name="connsiteX1" fmla="*/ 4375 w 6663"/>
                  <a:gd name="connsiteY1" fmla="*/ 8376 h 8376"/>
                  <a:gd name="connsiteX2" fmla="*/ 6664 w 6663"/>
                  <a:gd name="connsiteY2" fmla="*/ 2893 h 8376"/>
                  <a:gd name="connsiteX3" fmla="*/ 3332 w 6663"/>
                  <a:gd name="connsiteY3" fmla="*/ 0 h 8376"/>
                  <a:gd name="connsiteX4" fmla="*/ 0 w 6663"/>
                  <a:gd name="connsiteY4" fmla="*/ 4171 h 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 h="8376">
                    <a:moveTo>
                      <a:pt x="0" y="8376"/>
                    </a:moveTo>
                    <a:lnTo>
                      <a:pt x="4375" y="8376"/>
                    </a:lnTo>
                    <a:lnTo>
                      <a:pt x="6664" y="2893"/>
                    </a:lnTo>
                    <a:lnTo>
                      <a:pt x="3332" y="0"/>
                    </a:lnTo>
                    <a:lnTo>
                      <a:pt x="0" y="4171"/>
                    </a:lnTo>
                    <a:close/>
                  </a:path>
                </a:pathLst>
              </a:custGeom>
              <a:grpFill/>
              <a:ln w="6350" cap="flat">
                <a:solidFill>
                  <a:schemeClr val="bg1"/>
                </a:solidFill>
                <a:prstDash val="solid"/>
                <a:miter/>
              </a:ln>
            </p:spPr>
            <p:txBody>
              <a:bodyPr rtlCol="0" anchor="ctr"/>
              <a:lstStyle/>
              <a:p>
                <a:endParaRPr lang="en-US"/>
              </a:p>
            </p:txBody>
          </p:sp>
          <p:sp>
            <p:nvSpPr>
              <p:cNvPr id="216" name="Freeform 933">
                <a:extLst>
                  <a:ext uri="{FF2B5EF4-FFF2-40B4-BE49-F238E27FC236}">
                    <a16:creationId xmlns:a16="http://schemas.microsoft.com/office/drawing/2014/main" id="{AB389446-3972-048E-366C-DE5C22EF6461}"/>
                  </a:ext>
                </a:extLst>
              </p:cNvPr>
              <p:cNvSpPr/>
              <p:nvPr/>
            </p:nvSpPr>
            <p:spPr>
              <a:xfrm>
                <a:off x="5630369" y="1836959"/>
                <a:ext cx="697289" cy="436036"/>
              </a:xfrm>
              <a:custGeom>
                <a:avLst/>
                <a:gdLst>
                  <a:gd name="connsiteX0" fmla="*/ 695977 w 697289"/>
                  <a:gd name="connsiteY0" fmla="*/ 49820 h 436036"/>
                  <a:gd name="connsiteX1" fmla="*/ 693688 w 697289"/>
                  <a:gd name="connsiteY1" fmla="*/ 49618 h 436036"/>
                  <a:gd name="connsiteX2" fmla="*/ 689347 w 697289"/>
                  <a:gd name="connsiteY2" fmla="*/ 51368 h 436036"/>
                  <a:gd name="connsiteX3" fmla="*/ 686318 w 697289"/>
                  <a:gd name="connsiteY3" fmla="*/ 52007 h 436036"/>
                  <a:gd name="connsiteX4" fmla="*/ 680025 w 697289"/>
                  <a:gd name="connsiteY4" fmla="*/ 55270 h 436036"/>
                  <a:gd name="connsiteX5" fmla="*/ 675448 w 697289"/>
                  <a:gd name="connsiteY5" fmla="*/ 57221 h 436036"/>
                  <a:gd name="connsiteX6" fmla="*/ 667404 w 697289"/>
                  <a:gd name="connsiteY6" fmla="*/ 58096 h 436036"/>
                  <a:gd name="connsiteX7" fmla="*/ 662625 w 697289"/>
                  <a:gd name="connsiteY7" fmla="*/ 56582 h 436036"/>
                  <a:gd name="connsiteX8" fmla="*/ 662625 w 697289"/>
                  <a:gd name="connsiteY8" fmla="*/ 49618 h 436036"/>
                  <a:gd name="connsiteX9" fmla="*/ 662625 w 697289"/>
                  <a:gd name="connsiteY9" fmla="*/ 44169 h 436036"/>
                  <a:gd name="connsiteX10" fmla="*/ 658721 w 697289"/>
                  <a:gd name="connsiteY10" fmla="*/ 41141 h 436036"/>
                  <a:gd name="connsiteX11" fmla="*/ 655894 w 697289"/>
                  <a:gd name="connsiteY11" fmla="*/ 43765 h 436036"/>
                  <a:gd name="connsiteX12" fmla="*/ 651317 w 697289"/>
                  <a:gd name="connsiteY12" fmla="*/ 45279 h 436036"/>
                  <a:gd name="connsiteX13" fmla="*/ 648928 w 697289"/>
                  <a:gd name="connsiteY13" fmla="*/ 42251 h 436036"/>
                  <a:gd name="connsiteX14" fmla="*/ 647178 w 697289"/>
                  <a:gd name="connsiteY14" fmla="*/ 38988 h 436036"/>
                  <a:gd name="connsiteX15" fmla="*/ 642029 w 697289"/>
                  <a:gd name="connsiteY15" fmla="*/ 39056 h 436036"/>
                  <a:gd name="connsiteX16" fmla="*/ 638057 w 697289"/>
                  <a:gd name="connsiteY16" fmla="*/ 39863 h 436036"/>
                  <a:gd name="connsiteX17" fmla="*/ 633480 w 697289"/>
                  <a:gd name="connsiteY17" fmla="*/ 42251 h 436036"/>
                  <a:gd name="connsiteX18" fmla="*/ 629778 w 697289"/>
                  <a:gd name="connsiteY18" fmla="*/ 44135 h 436036"/>
                  <a:gd name="connsiteX19" fmla="*/ 627086 w 697289"/>
                  <a:gd name="connsiteY19" fmla="*/ 47533 h 436036"/>
                  <a:gd name="connsiteX20" fmla="*/ 624562 w 697289"/>
                  <a:gd name="connsiteY20" fmla="*/ 51738 h 436036"/>
                  <a:gd name="connsiteX21" fmla="*/ 623485 w 697289"/>
                  <a:gd name="connsiteY21" fmla="*/ 53992 h 436036"/>
                  <a:gd name="connsiteX22" fmla="*/ 619345 w 697289"/>
                  <a:gd name="connsiteY22" fmla="*/ 53992 h 436036"/>
                  <a:gd name="connsiteX23" fmla="*/ 614331 w 697289"/>
                  <a:gd name="connsiteY23" fmla="*/ 54631 h 436036"/>
                  <a:gd name="connsiteX24" fmla="*/ 609350 w 697289"/>
                  <a:gd name="connsiteY24" fmla="*/ 55505 h 436036"/>
                  <a:gd name="connsiteX25" fmla="*/ 605446 w 697289"/>
                  <a:gd name="connsiteY25" fmla="*/ 56380 h 436036"/>
                  <a:gd name="connsiteX26" fmla="*/ 601307 w 697289"/>
                  <a:gd name="connsiteY26" fmla="*/ 57457 h 436036"/>
                  <a:gd name="connsiteX27" fmla="*/ 598042 w 697289"/>
                  <a:gd name="connsiteY27" fmla="*/ 58970 h 436036"/>
                  <a:gd name="connsiteX28" fmla="*/ 594138 w 697289"/>
                  <a:gd name="connsiteY28" fmla="*/ 59172 h 436036"/>
                  <a:gd name="connsiteX29" fmla="*/ 588686 w 697289"/>
                  <a:gd name="connsiteY29" fmla="*/ 58533 h 436036"/>
                  <a:gd name="connsiteX30" fmla="*/ 585657 w 697289"/>
                  <a:gd name="connsiteY30" fmla="*/ 55909 h 436036"/>
                  <a:gd name="connsiteX31" fmla="*/ 583469 w 697289"/>
                  <a:gd name="connsiteY31" fmla="*/ 53756 h 436036"/>
                  <a:gd name="connsiteX32" fmla="*/ 581518 w 697289"/>
                  <a:gd name="connsiteY32" fmla="*/ 50930 h 436036"/>
                  <a:gd name="connsiteX33" fmla="*/ 579128 w 697289"/>
                  <a:gd name="connsiteY33" fmla="*/ 47903 h 436036"/>
                  <a:gd name="connsiteX34" fmla="*/ 577378 w 697289"/>
                  <a:gd name="connsiteY34" fmla="*/ 44438 h 436036"/>
                  <a:gd name="connsiteX35" fmla="*/ 577378 w 697289"/>
                  <a:gd name="connsiteY35" fmla="*/ 40973 h 436036"/>
                  <a:gd name="connsiteX36" fmla="*/ 577378 w 697289"/>
                  <a:gd name="connsiteY36" fmla="*/ 37710 h 436036"/>
                  <a:gd name="connsiteX37" fmla="*/ 575662 w 697289"/>
                  <a:gd name="connsiteY37" fmla="*/ 37508 h 436036"/>
                  <a:gd name="connsiteX38" fmla="*/ 573912 w 697289"/>
                  <a:gd name="connsiteY38" fmla="*/ 38147 h 436036"/>
                  <a:gd name="connsiteX39" fmla="*/ 572162 w 697289"/>
                  <a:gd name="connsiteY39" fmla="*/ 40973 h 436036"/>
                  <a:gd name="connsiteX40" fmla="*/ 572162 w 697289"/>
                  <a:gd name="connsiteY40" fmla="*/ 44001 h 436036"/>
                  <a:gd name="connsiteX41" fmla="*/ 571287 w 697289"/>
                  <a:gd name="connsiteY41" fmla="*/ 48777 h 436036"/>
                  <a:gd name="connsiteX42" fmla="*/ 567147 w 697289"/>
                  <a:gd name="connsiteY42" fmla="*/ 48777 h 436036"/>
                  <a:gd name="connsiteX43" fmla="*/ 564959 w 697289"/>
                  <a:gd name="connsiteY43" fmla="*/ 48004 h 436036"/>
                  <a:gd name="connsiteX44" fmla="*/ 560618 w 697289"/>
                  <a:gd name="connsiteY44" fmla="*/ 44842 h 436036"/>
                  <a:gd name="connsiteX45" fmla="*/ 555839 w 697289"/>
                  <a:gd name="connsiteY45" fmla="*/ 44203 h 436036"/>
                  <a:gd name="connsiteX46" fmla="*/ 553652 w 697289"/>
                  <a:gd name="connsiteY46" fmla="*/ 41579 h 436036"/>
                  <a:gd name="connsiteX47" fmla="*/ 554729 w 697289"/>
                  <a:gd name="connsiteY47" fmla="*/ 35725 h 436036"/>
                  <a:gd name="connsiteX48" fmla="*/ 554729 w 697289"/>
                  <a:gd name="connsiteY48" fmla="*/ 33976 h 436036"/>
                  <a:gd name="connsiteX49" fmla="*/ 552878 w 697289"/>
                  <a:gd name="connsiteY49" fmla="*/ 30074 h 436036"/>
                  <a:gd name="connsiteX50" fmla="*/ 549950 w 697289"/>
                  <a:gd name="connsiteY50" fmla="*/ 29637 h 436036"/>
                  <a:gd name="connsiteX51" fmla="*/ 547123 w 697289"/>
                  <a:gd name="connsiteY51" fmla="*/ 29199 h 436036"/>
                  <a:gd name="connsiteX52" fmla="*/ 540829 w 697289"/>
                  <a:gd name="connsiteY52" fmla="*/ 27685 h 436036"/>
                  <a:gd name="connsiteX53" fmla="*/ 536488 w 697289"/>
                  <a:gd name="connsiteY53" fmla="*/ 25095 h 436036"/>
                  <a:gd name="connsiteX54" fmla="*/ 533425 w 697289"/>
                  <a:gd name="connsiteY54" fmla="*/ 22471 h 436036"/>
                  <a:gd name="connsiteX55" fmla="*/ 529084 w 697289"/>
                  <a:gd name="connsiteY55" fmla="*/ 21832 h 436036"/>
                  <a:gd name="connsiteX56" fmla="*/ 524305 w 697289"/>
                  <a:gd name="connsiteY56" fmla="*/ 22068 h 436036"/>
                  <a:gd name="connsiteX57" fmla="*/ 517136 w 697289"/>
                  <a:gd name="connsiteY57" fmla="*/ 24658 h 436036"/>
                  <a:gd name="connsiteX58" fmla="*/ 508218 w 697289"/>
                  <a:gd name="connsiteY58" fmla="*/ 28796 h 436036"/>
                  <a:gd name="connsiteX59" fmla="*/ 503641 w 697289"/>
                  <a:gd name="connsiteY59" fmla="*/ 29435 h 436036"/>
                  <a:gd name="connsiteX60" fmla="*/ 499939 w 697289"/>
                  <a:gd name="connsiteY60" fmla="*/ 30949 h 436036"/>
                  <a:gd name="connsiteX61" fmla="*/ 493208 w 697289"/>
                  <a:gd name="connsiteY61" fmla="*/ 35086 h 436036"/>
                  <a:gd name="connsiteX62" fmla="*/ 489304 w 697289"/>
                  <a:gd name="connsiteY62" fmla="*/ 36600 h 436036"/>
                  <a:gd name="connsiteX63" fmla="*/ 484525 w 697289"/>
                  <a:gd name="connsiteY63" fmla="*/ 38349 h 436036"/>
                  <a:gd name="connsiteX64" fmla="*/ 479948 w 697289"/>
                  <a:gd name="connsiteY64" fmla="*/ 38114 h 436036"/>
                  <a:gd name="connsiteX65" fmla="*/ 475169 w 697289"/>
                  <a:gd name="connsiteY65" fmla="*/ 39190 h 436036"/>
                  <a:gd name="connsiteX66" fmla="*/ 471904 w 697289"/>
                  <a:gd name="connsiteY66" fmla="*/ 42218 h 436036"/>
                  <a:gd name="connsiteX67" fmla="*/ 473857 w 697289"/>
                  <a:gd name="connsiteY67" fmla="*/ 45918 h 436036"/>
                  <a:gd name="connsiteX68" fmla="*/ 477121 w 697289"/>
                  <a:gd name="connsiteY68" fmla="*/ 46793 h 436036"/>
                  <a:gd name="connsiteX69" fmla="*/ 479948 w 697289"/>
                  <a:gd name="connsiteY69" fmla="*/ 49618 h 436036"/>
                  <a:gd name="connsiteX70" fmla="*/ 479948 w 697289"/>
                  <a:gd name="connsiteY70" fmla="*/ 52007 h 436036"/>
                  <a:gd name="connsiteX71" fmla="*/ 476347 w 697289"/>
                  <a:gd name="connsiteY71" fmla="*/ 56784 h 436036"/>
                  <a:gd name="connsiteX72" fmla="*/ 470356 w 697289"/>
                  <a:gd name="connsiteY72" fmla="*/ 64184 h 436036"/>
                  <a:gd name="connsiteX73" fmla="*/ 463390 w 697289"/>
                  <a:gd name="connsiteY73" fmla="*/ 70912 h 436036"/>
                  <a:gd name="connsiteX74" fmla="*/ 456861 w 697289"/>
                  <a:gd name="connsiteY74" fmla="*/ 76564 h 436036"/>
                  <a:gd name="connsiteX75" fmla="*/ 448616 w 697289"/>
                  <a:gd name="connsiteY75" fmla="*/ 77640 h 436036"/>
                  <a:gd name="connsiteX76" fmla="*/ 446664 w 697289"/>
                  <a:gd name="connsiteY76" fmla="*/ 78515 h 436036"/>
                  <a:gd name="connsiteX77" fmla="*/ 444510 w 697289"/>
                  <a:gd name="connsiteY77" fmla="*/ 81980 h 436036"/>
                  <a:gd name="connsiteX78" fmla="*/ 443837 w 697289"/>
                  <a:gd name="connsiteY78" fmla="*/ 85680 h 436036"/>
                  <a:gd name="connsiteX79" fmla="*/ 446024 w 697289"/>
                  <a:gd name="connsiteY79" fmla="*/ 87429 h 436036"/>
                  <a:gd name="connsiteX80" fmla="*/ 448649 w 697289"/>
                  <a:gd name="connsiteY80" fmla="*/ 89616 h 436036"/>
                  <a:gd name="connsiteX81" fmla="*/ 448649 w 697289"/>
                  <a:gd name="connsiteY81" fmla="*/ 92206 h 436036"/>
                  <a:gd name="connsiteX82" fmla="*/ 446798 w 697289"/>
                  <a:gd name="connsiteY82" fmla="*/ 96983 h 436036"/>
                  <a:gd name="connsiteX83" fmla="*/ 443433 w 697289"/>
                  <a:gd name="connsiteY83" fmla="*/ 102197 h 436036"/>
                  <a:gd name="connsiteX84" fmla="*/ 439731 w 697289"/>
                  <a:gd name="connsiteY84" fmla="*/ 106974 h 436036"/>
                  <a:gd name="connsiteX85" fmla="*/ 432764 w 697289"/>
                  <a:gd name="connsiteY85" fmla="*/ 109362 h 436036"/>
                  <a:gd name="connsiteX86" fmla="*/ 426908 w 697289"/>
                  <a:gd name="connsiteY86" fmla="*/ 109564 h 436036"/>
                  <a:gd name="connsiteX87" fmla="*/ 417351 w 697289"/>
                  <a:gd name="connsiteY87" fmla="*/ 109564 h 436036"/>
                  <a:gd name="connsiteX88" fmla="*/ 410182 w 697289"/>
                  <a:gd name="connsiteY88" fmla="*/ 110102 h 436036"/>
                  <a:gd name="connsiteX89" fmla="*/ 403889 w 697289"/>
                  <a:gd name="connsiteY89" fmla="*/ 111953 h 436036"/>
                  <a:gd name="connsiteX90" fmla="*/ 400187 w 697289"/>
                  <a:gd name="connsiteY90" fmla="*/ 112592 h 436036"/>
                  <a:gd name="connsiteX91" fmla="*/ 391066 w 697289"/>
                  <a:gd name="connsiteY91" fmla="*/ 112794 h 436036"/>
                  <a:gd name="connsiteX92" fmla="*/ 384336 w 697289"/>
                  <a:gd name="connsiteY92" fmla="*/ 110843 h 436036"/>
                  <a:gd name="connsiteX93" fmla="*/ 379119 w 697289"/>
                  <a:gd name="connsiteY93" fmla="*/ 108454 h 436036"/>
                  <a:gd name="connsiteX94" fmla="*/ 373902 w 697289"/>
                  <a:gd name="connsiteY94" fmla="*/ 106940 h 436036"/>
                  <a:gd name="connsiteX95" fmla="*/ 373902 w 697289"/>
                  <a:gd name="connsiteY95" fmla="*/ 101087 h 436036"/>
                  <a:gd name="connsiteX96" fmla="*/ 366835 w 697289"/>
                  <a:gd name="connsiteY96" fmla="*/ 96748 h 436036"/>
                  <a:gd name="connsiteX97" fmla="*/ 363234 w 697289"/>
                  <a:gd name="connsiteY97" fmla="*/ 94359 h 436036"/>
                  <a:gd name="connsiteX98" fmla="*/ 355191 w 697289"/>
                  <a:gd name="connsiteY98" fmla="*/ 90894 h 436036"/>
                  <a:gd name="connsiteX99" fmla="*/ 355830 w 697289"/>
                  <a:gd name="connsiteY99" fmla="*/ 87833 h 436036"/>
                  <a:gd name="connsiteX100" fmla="*/ 356469 w 697289"/>
                  <a:gd name="connsiteY100" fmla="*/ 85007 h 436036"/>
                  <a:gd name="connsiteX101" fmla="*/ 362931 w 697289"/>
                  <a:gd name="connsiteY101" fmla="*/ 83191 h 436036"/>
                  <a:gd name="connsiteX102" fmla="*/ 362123 w 697289"/>
                  <a:gd name="connsiteY102" fmla="*/ 77035 h 436036"/>
                  <a:gd name="connsiteX103" fmla="*/ 361686 w 697289"/>
                  <a:gd name="connsiteY103" fmla="*/ 69230 h 436036"/>
                  <a:gd name="connsiteX104" fmla="*/ 361619 w 697289"/>
                  <a:gd name="connsiteY104" fmla="*/ 61998 h 436036"/>
                  <a:gd name="connsiteX105" fmla="*/ 362864 w 697289"/>
                  <a:gd name="connsiteY105" fmla="*/ 57423 h 436036"/>
                  <a:gd name="connsiteX106" fmla="*/ 363941 w 697289"/>
                  <a:gd name="connsiteY106" fmla="*/ 53352 h 436036"/>
                  <a:gd name="connsiteX107" fmla="*/ 367272 w 697289"/>
                  <a:gd name="connsiteY107" fmla="*/ 49955 h 436036"/>
                  <a:gd name="connsiteX108" fmla="*/ 369931 w 697289"/>
                  <a:gd name="connsiteY108" fmla="*/ 46389 h 436036"/>
                  <a:gd name="connsiteX109" fmla="*/ 370470 w 697289"/>
                  <a:gd name="connsiteY109" fmla="*/ 44034 h 436036"/>
                  <a:gd name="connsiteX110" fmla="*/ 368080 w 697289"/>
                  <a:gd name="connsiteY110" fmla="*/ 41410 h 436036"/>
                  <a:gd name="connsiteX111" fmla="*/ 363840 w 697289"/>
                  <a:gd name="connsiteY111" fmla="*/ 39998 h 436036"/>
                  <a:gd name="connsiteX112" fmla="*/ 360138 w 697289"/>
                  <a:gd name="connsiteY112" fmla="*/ 38786 h 436036"/>
                  <a:gd name="connsiteX113" fmla="*/ 359263 w 697289"/>
                  <a:gd name="connsiteY113" fmla="*/ 37575 h 436036"/>
                  <a:gd name="connsiteX114" fmla="*/ 359902 w 697289"/>
                  <a:gd name="connsiteY114" fmla="*/ 33875 h 436036"/>
                  <a:gd name="connsiteX115" fmla="*/ 359902 w 697289"/>
                  <a:gd name="connsiteY115" fmla="*/ 31386 h 436036"/>
                  <a:gd name="connsiteX116" fmla="*/ 361652 w 697289"/>
                  <a:gd name="connsiteY116" fmla="*/ 28661 h 436036"/>
                  <a:gd name="connsiteX117" fmla="*/ 361652 w 697289"/>
                  <a:gd name="connsiteY117" fmla="*/ 23447 h 436036"/>
                  <a:gd name="connsiteX118" fmla="*/ 361652 w 697289"/>
                  <a:gd name="connsiteY118" fmla="*/ 20857 h 436036"/>
                  <a:gd name="connsiteX119" fmla="*/ 360306 w 697289"/>
                  <a:gd name="connsiteY119" fmla="*/ 20083 h 436036"/>
                  <a:gd name="connsiteX120" fmla="*/ 355897 w 697289"/>
                  <a:gd name="connsiteY120" fmla="*/ 17795 h 436036"/>
                  <a:gd name="connsiteX121" fmla="*/ 352431 w 697289"/>
                  <a:gd name="connsiteY121" fmla="*/ 16921 h 436036"/>
                  <a:gd name="connsiteX122" fmla="*/ 350041 w 697289"/>
                  <a:gd name="connsiteY122" fmla="*/ 18132 h 436036"/>
                  <a:gd name="connsiteX123" fmla="*/ 347551 w 697289"/>
                  <a:gd name="connsiteY123" fmla="*/ 18334 h 436036"/>
                  <a:gd name="connsiteX124" fmla="*/ 346037 w 697289"/>
                  <a:gd name="connsiteY124" fmla="*/ 18535 h 436036"/>
                  <a:gd name="connsiteX125" fmla="*/ 347349 w 697289"/>
                  <a:gd name="connsiteY125" fmla="*/ 16046 h 436036"/>
                  <a:gd name="connsiteX126" fmla="*/ 348325 w 697289"/>
                  <a:gd name="connsiteY126" fmla="*/ 14196 h 436036"/>
                  <a:gd name="connsiteX127" fmla="*/ 349301 w 697289"/>
                  <a:gd name="connsiteY127" fmla="*/ 11908 h 436036"/>
                  <a:gd name="connsiteX128" fmla="*/ 347887 w 697289"/>
                  <a:gd name="connsiteY128" fmla="*/ 9285 h 436036"/>
                  <a:gd name="connsiteX129" fmla="*/ 345936 w 697289"/>
                  <a:gd name="connsiteY129" fmla="*/ 7098 h 436036"/>
                  <a:gd name="connsiteX130" fmla="*/ 342570 w 697289"/>
                  <a:gd name="connsiteY130" fmla="*/ 5483 h 436036"/>
                  <a:gd name="connsiteX131" fmla="*/ 340719 w 697289"/>
                  <a:gd name="connsiteY131" fmla="*/ 5248 h 436036"/>
                  <a:gd name="connsiteX132" fmla="*/ 337017 w 697289"/>
                  <a:gd name="connsiteY132" fmla="*/ 5685 h 436036"/>
                  <a:gd name="connsiteX133" fmla="*/ 334964 w 697289"/>
                  <a:gd name="connsiteY133" fmla="*/ 6896 h 436036"/>
                  <a:gd name="connsiteX134" fmla="*/ 332911 w 697289"/>
                  <a:gd name="connsiteY134" fmla="*/ 9621 h 436036"/>
                  <a:gd name="connsiteX135" fmla="*/ 331700 w 697289"/>
                  <a:gd name="connsiteY135" fmla="*/ 11673 h 436036"/>
                  <a:gd name="connsiteX136" fmla="*/ 329411 w 697289"/>
                  <a:gd name="connsiteY136" fmla="*/ 14061 h 436036"/>
                  <a:gd name="connsiteX137" fmla="*/ 327796 w 697289"/>
                  <a:gd name="connsiteY137" fmla="*/ 16113 h 436036"/>
                  <a:gd name="connsiteX138" fmla="*/ 326281 w 697289"/>
                  <a:gd name="connsiteY138" fmla="*/ 17863 h 436036"/>
                  <a:gd name="connsiteX139" fmla="*/ 322041 w 697289"/>
                  <a:gd name="connsiteY139" fmla="*/ 18199 h 436036"/>
                  <a:gd name="connsiteX140" fmla="*/ 318574 w 697289"/>
                  <a:gd name="connsiteY140" fmla="*/ 17560 h 436036"/>
                  <a:gd name="connsiteX141" fmla="*/ 317397 w 697289"/>
                  <a:gd name="connsiteY141" fmla="*/ 15070 h 436036"/>
                  <a:gd name="connsiteX142" fmla="*/ 315882 w 697289"/>
                  <a:gd name="connsiteY142" fmla="*/ 12581 h 436036"/>
                  <a:gd name="connsiteX143" fmla="*/ 307132 w 697289"/>
                  <a:gd name="connsiteY143" fmla="*/ 12649 h 436036"/>
                  <a:gd name="connsiteX144" fmla="*/ 302218 w 697289"/>
                  <a:gd name="connsiteY144" fmla="*/ 12985 h 436036"/>
                  <a:gd name="connsiteX145" fmla="*/ 294646 w 697289"/>
                  <a:gd name="connsiteY145" fmla="*/ 13792 h 436036"/>
                  <a:gd name="connsiteX146" fmla="*/ 291112 w 697289"/>
                  <a:gd name="connsiteY146" fmla="*/ 12043 h 436036"/>
                  <a:gd name="connsiteX147" fmla="*/ 286939 w 697289"/>
                  <a:gd name="connsiteY147" fmla="*/ 10731 h 436036"/>
                  <a:gd name="connsiteX148" fmla="*/ 285055 w 697289"/>
                  <a:gd name="connsiteY148" fmla="*/ 11774 h 436036"/>
                  <a:gd name="connsiteX149" fmla="*/ 283472 w 697289"/>
                  <a:gd name="connsiteY149" fmla="*/ 14229 h 436036"/>
                  <a:gd name="connsiteX150" fmla="*/ 282766 w 697289"/>
                  <a:gd name="connsiteY150" fmla="*/ 18804 h 436036"/>
                  <a:gd name="connsiteX151" fmla="*/ 283472 w 697289"/>
                  <a:gd name="connsiteY151" fmla="*/ 25802 h 436036"/>
                  <a:gd name="connsiteX152" fmla="*/ 280881 w 697289"/>
                  <a:gd name="connsiteY152" fmla="*/ 29535 h 436036"/>
                  <a:gd name="connsiteX153" fmla="*/ 277684 w 697289"/>
                  <a:gd name="connsiteY153" fmla="*/ 33169 h 436036"/>
                  <a:gd name="connsiteX154" fmla="*/ 275732 w 697289"/>
                  <a:gd name="connsiteY154" fmla="*/ 36364 h 436036"/>
                  <a:gd name="connsiteX155" fmla="*/ 273410 w 697289"/>
                  <a:gd name="connsiteY155" fmla="*/ 38820 h 436036"/>
                  <a:gd name="connsiteX156" fmla="*/ 271559 w 697289"/>
                  <a:gd name="connsiteY156" fmla="*/ 37912 h 436036"/>
                  <a:gd name="connsiteX157" fmla="*/ 271794 w 697289"/>
                  <a:gd name="connsiteY157" fmla="*/ 36499 h 436036"/>
                  <a:gd name="connsiteX158" fmla="*/ 273141 w 697289"/>
                  <a:gd name="connsiteY158" fmla="*/ 32429 h 436036"/>
                  <a:gd name="connsiteX159" fmla="*/ 274386 w 697289"/>
                  <a:gd name="connsiteY159" fmla="*/ 29435 h 436036"/>
                  <a:gd name="connsiteX160" fmla="*/ 275362 w 697289"/>
                  <a:gd name="connsiteY160" fmla="*/ 26441 h 436036"/>
                  <a:gd name="connsiteX161" fmla="*/ 275025 w 697289"/>
                  <a:gd name="connsiteY161" fmla="*/ 18031 h 436036"/>
                  <a:gd name="connsiteX162" fmla="*/ 273073 w 697289"/>
                  <a:gd name="connsiteY162" fmla="*/ 14768 h 436036"/>
                  <a:gd name="connsiteX163" fmla="*/ 270011 w 697289"/>
                  <a:gd name="connsiteY163" fmla="*/ 13019 h 436036"/>
                  <a:gd name="connsiteX164" fmla="*/ 268261 w 697289"/>
                  <a:gd name="connsiteY164" fmla="*/ 11942 h 436036"/>
                  <a:gd name="connsiteX165" fmla="*/ 265669 w 697289"/>
                  <a:gd name="connsiteY165" fmla="*/ 12379 h 436036"/>
                  <a:gd name="connsiteX166" fmla="*/ 260251 w 697289"/>
                  <a:gd name="connsiteY166" fmla="*/ 11303 h 436036"/>
                  <a:gd name="connsiteX167" fmla="*/ 259140 w 697289"/>
                  <a:gd name="connsiteY167" fmla="*/ 9554 h 436036"/>
                  <a:gd name="connsiteX168" fmla="*/ 259140 w 697289"/>
                  <a:gd name="connsiteY168" fmla="*/ 4339 h 436036"/>
                  <a:gd name="connsiteX169" fmla="*/ 259140 w 697289"/>
                  <a:gd name="connsiteY169" fmla="*/ 1749 h 436036"/>
                  <a:gd name="connsiteX170" fmla="*/ 256549 w 697289"/>
                  <a:gd name="connsiteY170" fmla="*/ 0 h 436036"/>
                  <a:gd name="connsiteX171" fmla="*/ 253284 w 697289"/>
                  <a:gd name="connsiteY171" fmla="*/ 0 h 436036"/>
                  <a:gd name="connsiteX172" fmla="*/ 252208 w 697289"/>
                  <a:gd name="connsiteY172" fmla="*/ 875 h 436036"/>
                  <a:gd name="connsiteX173" fmla="*/ 252208 w 697289"/>
                  <a:gd name="connsiteY173" fmla="*/ 3128 h 436036"/>
                  <a:gd name="connsiteX174" fmla="*/ 250356 w 697289"/>
                  <a:gd name="connsiteY174" fmla="*/ 7266 h 436036"/>
                  <a:gd name="connsiteX175" fmla="*/ 248741 w 697289"/>
                  <a:gd name="connsiteY175" fmla="*/ 9890 h 436036"/>
                  <a:gd name="connsiteX176" fmla="*/ 246150 w 697289"/>
                  <a:gd name="connsiteY176" fmla="*/ 12278 h 436036"/>
                  <a:gd name="connsiteX177" fmla="*/ 242649 w 697289"/>
                  <a:gd name="connsiteY177" fmla="*/ 12278 h 436036"/>
                  <a:gd name="connsiteX178" fmla="*/ 236356 w 697289"/>
                  <a:gd name="connsiteY178" fmla="*/ 13355 h 436036"/>
                  <a:gd name="connsiteX179" fmla="*/ 231342 w 697289"/>
                  <a:gd name="connsiteY179" fmla="*/ 14869 h 436036"/>
                  <a:gd name="connsiteX180" fmla="*/ 231342 w 697289"/>
                  <a:gd name="connsiteY180" fmla="*/ 23312 h 436036"/>
                  <a:gd name="connsiteX181" fmla="*/ 229390 w 697289"/>
                  <a:gd name="connsiteY181" fmla="*/ 26340 h 436036"/>
                  <a:gd name="connsiteX182" fmla="*/ 227640 w 697289"/>
                  <a:gd name="connsiteY182" fmla="*/ 31991 h 436036"/>
                  <a:gd name="connsiteX183" fmla="*/ 226563 w 697289"/>
                  <a:gd name="connsiteY183" fmla="*/ 36566 h 436036"/>
                  <a:gd name="connsiteX184" fmla="*/ 220707 w 697289"/>
                  <a:gd name="connsiteY184" fmla="*/ 40704 h 436036"/>
                  <a:gd name="connsiteX185" fmla="*/ 213539 w 697289"/>
                  <a:gd name="connsiteY185" fmla="*/ 43967 h 436036"/>
                  <a:gd name="connsiteX186" fmla="*/ 206168 w 697289"/>
                  <a:gd name="connsiteY186" fmla="*/ 45279 h 436036"/>
                  <a:gd name="connsiteX187" fmla="*/ 201591 w 697289"/>
                  <a:gd name="connsiteY187" fmla="*/ 45279 h 436036"/>
                  <a:gd name="connsiteX188" fmla="*/ 191360 w 697289"/>
                  <a:gd name="connsiteY188" fmla="*/ 48979 h 436036"/>
                  <a:gd name="connsiteX189" fmla="*/ 185269 w 697289"/>
                  <a:gd name="connsiteY189" fmla="*/ 48777 h 436036"/>
                  <a:gd name="connsiteX190" fmla="*/ 178302 w 697289"/>
                  <a:gd name="connsiteY190" fmla="*/ 48777 h 436036"/>
                  <a:gd name="connsiteX191" fmla="*/ 170461 w 697289"/>
                  <a:gd name="connsiteY191" fmla="*/ 48777 h 436036"/>
                  <a:gd name="connsiteX192" fmla="*/ 165681 w 697289"/>
                  <a:gd name="connsiteY192" fmla="*/ 51065 h 436036"/>
                  <a:gd name="connsiteX193" fmla="*/ 160263 w 697289"/>
                  <a:gd name="connsiteY193" fmla="*/ 57053 h 436036"/>
                  <a:gd name="connsiteX194" fmla="*/ 156999 w 697289"/>
                  <a:gd name="connsiteY194" fmla="*/ 63343 h 436036"/>
                  <a:gd name="connsiteX195" fmla="*/ 152422 w 697289"/>
                  <a:gd name="connsiteY195" fmla="*/ 70071 h 436036"/>
                  <a:gd name="connsiteX196" fmla="*/ 146196 w 697289"/>
                  <a:gd name="connsiteY196" fmla="*/ 77674 h 436036"/>
                  <a:gd name="connsiteX197" fmla="*/ 137210 w 697289"/>
                  <a:gd name="connsiteY197" fmla="*/ 76160 h 436036"/>
                  <a:gd name="connsiteX198" fmla="*/ 132195 w 697289"/>
                  <a:gd name="connsiteY198" fmla="*/ 74646 h 436036"/>
                  <a:gd name="connsiteX199" fmla="*/ 126541 w 697289"/>
                  <a:gd name="connsiteY199" fmla="*/ 75723 h 436036"/>
                  <a:gd name="connsiteX200" fmla="*/ 116983 w 697289"/>
                  <a:gd name="connsiteY200" fmla="*/ 87665 h 436036"/>
                  <a:gd name="connsiteX201" fmla="*/ 114594 w 697289"/>
                  <a:gd name="connsiteY201" fmla="*/ 91567 h 436036"/>
                  <a:gd name="connsiteX202" fmla="*/ 109377 w 697289"/>
                  <a:gd name="connsiteY202" fmla="*/ 100246 h 436036"/>
                  <a:gd name="connsiteX203" fmla="*/ 105036 w 697289"/>
                  <a:gd name="connsiteY203" fmla="*/ 101558 h 436036"/>
                  <a:gd name="connsiteX204" fmla="*/ 100021 w 697289"/>
                  <a:gd name="connsiteY204" fmla="*/ 103072 h 436036"/>
                  <a:gd name="connsiteX205" fmla="*/ 94805 w 697289"/>
                  <a:gd name="connsiteY205" fmla="*/ 108084 h 436036"/>
                  <a:gd name="connsiteX206" fmla="*/ 92853 w 697289"/>
                  <a:gd name="connsiteY206" fmla="*/ 113298 h 436036"/>
                  <a:gd name="connsiteX207" fmla="*/ 92415 w 697289"/>
                  <a:gd name="connsiteY207" fmla="*/ 118277 h 436036"/>
                  <a:gd name="connsiteX208" fmla="*/ 92180 w 697289"/>
                  <a:gd name="connsiteY208" fmla="*/ 128705 h 436036"/>
                  <a:gd name="connsiteX209" fmla="*/ 89791 w 697289"/>
                  <a:gd name="connsiteY209" fmla="*/ 136106 h 436036"/>
                  <a:gd name="connsiteX210" fmla="*/ 86762 w 697289"/>
                  <a:gd name="connsiteY210" fmla="*/ 141118 h 436036"/>
                  <a:gd name="connsiteX211" fmla="*/ 80872 w 697289"/>
                  <a:gd name="connsiteY211" fmla="*/ 147644 h 436036"/>
                  <a:gd name="connsiteX212" fmla="*/ 75454 w 697289"/>
                  <a:gd name="connsiteY212" fmla="*/ 154608 h 436036"/>
                  <a:gd name="connsiteX213" fmla="*/ 74377 w 697289"/>
                  <a:gd name="connsiteY213" fmla="*/ 162648 h 436036"/>
                  <a:gd name="connsiteX214" fmla="*/ 66771 w 697289"/>
                  <a:gd name="connsiteY214" fmla="*/ 173076 h 436036"/>
                  <a:gd name="connsiteX215" fmla="*/ 63506 w 697289"/>
                  <a:gd name="connsiteY215" fmla="*/ 176339 h 436036"/>
                  <a:gd name="connsiteX216" fmla="*/ 61756 w 697289"/>
                  <a:gd name="connsiteY216" fmla="*/ 177415 h 436036"/>
                  <a:gd name="connsiteX217" fmla="*/ 56540 w 697289"/>
                  <a:gd name="connsiteY217" fmla="*/ 177415 h 436036"/>
                  <a:gd name="connsiteX218" fmla="*/ 50246 w 697289"/>
                  <a:gd name="connsiteY218" fmla="*/ 179703 h 436036"/>
                  <a:gd name="connsiteX219" fmla="*/ 48698 w 697289"/>
                  <a:gd name="connsiteY219" fmla="*/ 181755 h 436036"/>
                  <a:gd name="connsiteX220" fmla="*/ 48698 w 697289"/>
                  <a:gd name="connsiteY220" fmla="*/ 188483 h 436036"/>
                  <a:gd name="connsiteX221" fmla="*/ 47722 w 697289"/>
                  <a:gd name="connsiteY221" fmla="*/ 191510 h 436036"/>
                  <a:gd name="connsiteX222" fmla="*/ 43482 w 697289"/>
                  <a:gd name="connsiteY222" fmla="*/ 194336 h 436036"/>
                  <a:gd name="connsiteX223" fmla="*/ 37828 w 697289"/>
                  <a:gd name="connsiteY223" fmla="*/ 201737 h 436036"/>
                  <a:gd name="connsiteX224" fmla="*/ 37626 w 697289"/>
                  <a:gd name="connsiteY224" fmla="*/ 214352 h 436036"/>
                  <a:gd name="connsiteX225" fmla="*/ 39140 w 697289"/>
                  <a:gd name="connsiteY225" fmla="*/ 222593 h 436036"/>
                  <a:gd name="connsiteX226" fmla="*/ 43044 w 697289"/>
                  <a:gd name="connsiteY226" fmla="*/ 226496 h 436036"/>
                  <a:gd name="connsiteX227" fmla="*/ 49573 w 697289"/>
                  <a:gd name="connsiteY227" fmla="*/ 232383 h 436036"/>
                  <a:gd name="connsiteX228" fmla="*/ 53915 w 697289"/>
                  <a:gd name="connsiteY228" fmla="*/ 239346 h 436036"/>
                  <a:gd name="connsiteX229" fmla="*/ 56742 w 697289"/>
                  <a:gd name="connsiteY229" fmla="*/ 245199 h 436036"/>
                  <a:gd name="connsiteX230" fmla="*/ 56304 w 697289"/>
                  <a:gd name="connsiteY230" fmla="*/ 251725 h 436036"/>
                  <a:gd name="connsiteX231" fmla="*/ 54117 w 697289"/>
                  <a:gd name="connsiteY231" fmla="*/ 258453 h 436036"/>
                  <a:gd name="connsiteX232" fmla="*/ 51929 w 697289"/>
                  <a:gd name="connsiteY232" fmla="*/ 262154 h 436036"/>
                  <a:gd name="connsiteX233" fmla="*/ 48900 w 697289"/>
                  <a:gd name="connsiteY233" fmla="*/ 265417 h 436036"/>
                  <a:gd name="connsiteX234" fmla="*/ 46511 w 697289"/>
                  <a:gd name="connsiteY234" fmla="*/ 271707 h 436036"/>
                  <a:gd name="connsiteX235" fmla="*/ 45198 w 697289"/>
                  <a:gd name="connsiteY235" fmla="*/ 279545 h 436036"/>
                  <a:gd name="connsiteX236" fmla="*/ 46073 w 697289"/>
                  <a:gd name="connsiteY236" fmla="*/ 284759 h 436036"/>
                  <a:gd name="connsiteX237" fmla="*/ 50414 w 697289"/>
                  <a:gd name="connsiteY237" fmla="*/ 287148 h 436036"/>
                  <a:gd name="connsiteX238" fmla="*/ 54487 w 697289"/>
                  <a:gd name="connsiteY238" fmla="*/ 285331 h 436036"/>
                  <a:gd name="connsiteX239" fmla="*/ 55227 w 697289"/>
                  <a:gd name="connsiteY239" fmla="*/ 283145 h 436036"/>
                  <a:gd name="connsiteX240" fmla="*/ 56540 w 697289"/>
                  <a:gd name="connsiteY240" fmla="*/ 282136 h 436036"/>
                  <a:gd name="connsiteX241" fmla="*/ 58424 w 697289"/>
                  <a:gd name="connsiteY241" fmla="*/ 279949 h 436036"/>
                  <a:gd name="connsiteX242" fmla="*/ 59569 w 697289"/>
                  <a:gd name="connsiteY242" fmla="*/ 277931 h 436036"/>
                  <a:gd name="connsiteX243" fmla="*/ 61151 w 697289"/>
                  <a:gd name="connsiteY243" fmla="*/ 277493 h 436036"/>
                  <a:gd name="connsiteX244" fmla="*/ 63035 w 697289"/>
                  <a:gd name="connsiteY244" fmla="*/ 279377 h 436036"/>
                  <a:gd name="connsiteX245" fmla="*/ 67242 w 697289"/>
                  <a:gd name="connsiteY245" fmla="*/ 280824 h 436036"/>
                  <a:gd name="connsiteX246" fmla="*/ 68117 w 697289"/>
                  <a:gd name="connsiteY246" fmla="*/ 279074 h 436036"/>
                  <a:gd name="connsiteX247" fmla="*/ 69564 w 697289"/>
                  <a:gd name="connsiteY247" fmla="*/ 274600 h 436036"/>
                  <a:gd name="connsiteX248" fmla="*/ 70136 w 697289"/>
                  <a:gd name="connsiteY248" fmla="*/ 271707 h 436036"/>
                  <a:gd name="connsiteX249" fmla="*/ 71886 w 697289"/>
                  <a:gd name="connsiteY249" fmla="*/ 269689 h 436036"/>
                  <a:gd name="connsiteX250" fmla="*/ 75487 w 697289"/>
                  <a:gd name="connsiteY250" fmla="*/ 268377 h 436036"/>
                  <a:gd name="connsiteX251" fmla="*/ 79694 w 697289"/>
                  <a:gd name="connsiteY251" fmla="*/ 267368 h 436036"/>
                  <a:gd name="connsiteX252" fmla="*/ 88814 w 697289"/>
                  <a:gd name="connsiteY252" fmla="*/ 265047 h 436036"/>
                  <a:gd name="connsiteX253" fmla="*/ 91574 w 697289"/>
                  <a:gd name="connsiteY253" fmla="*/ 262725 h 436036"/>
                  <a:gd name="connsiteX254" fmla="*/ 95916 w 697289"/>
                  <a:gd name="connsiteY254" fmla="*/ 258252 h 436036"/>
                  <a:gd name="connsiteX255" fmla="*/ 98675 w 697289"/>
                  <a:gd name="connsiteY255" fmla="*/ 257814 h 436036"/>
                  <a:gd name="connsiteX256" fmla="*/ 100997 w 697289"/>
                  <a:gd name="connsiteY256" fmla="*/ 255930 h 436036"/>
                  <a:gd name="connsiteX257" fmla="*/ 103185 w 697289"/>
                  <a:gd name="connsiteY257" fmla="*/ 252903 h 436036"/>
                  <a:gd name="connsiteX258" fmla="*/ 103050 w 697289"/>
                  <a:gd name="connsiteY258" fmla="*/ 249875 h 436036"/>
                  <a:gd name="connsiteX259" fmla="*/ 102849 w 697289"/>
                  <a:gd name="connsiteY259" fmla="*/ 247991 h 436036"/>
                  <a:gd name="connsiteX260" fmla="*/ 106483 w 697289"/>
                  <a:gd name="connsiteY260" fmla="*/ 244425 h 436036"/>
                  <a:gd name="connsiteX261" fmla="*/ 108031 w 697289"/>
                  <a:gd name="connsiteY261" fmla="*/ 245839 h 436036"/>
                  <a:gd name="connsiteX262" fmla="*/ 113046 w 697289"/>
                  <a:gd name="connsiteY262" fmla="*/ 248698 h 436036"/>
                  <a:gd name="connsiteX263" fmla="*/ 113046 w 697289"/>
                  <a:gd name="connsiteY263" fmla="*/ 253037 h 436036"/>
                  <a:gd name="connsiteX264" fmla="*/ 110455 w 697289"/>
                  <a:gd name="connsiteY264" fmla="*/ 259698 h 436036"/>
                  <a:gd name="connsiteX265" fmla="*/ 109882 w 697289"/>
                  <a:gd name="connsiteY265" fmla="*/ 262288 h 436036"/>
                  <a:gd name="connsiteX266" fmla="*/ 108368 w 697289"/>
                  <a:gd name="connsiteY266" fmla="*/ 266762 h 436036"/>
                  <a:gd name="connsiteX267" fmla="*/ 103656 w 697289"/>
                  <a:gd name="connsiteY267" fmla="*/ 269521 h 436036"/>
                  <a:gd name="connsiteX268" fmla="*/ 93089 w 697289"/>
                  <a:gd name="connsiteY268" fmla="*/ 269521 h 436036"/>
                  <a:gd name="connsiteX269" fmla="*/ 90464 w 697289"/>
                  <a:gd name="connsiteY269" fmla="*/ 275038 h 436036"/>
                  <a:gd name="connsiteX270" fmla="*/ 90464 w 697289"/>
                  <a:gd name="connsiteY270" fmla="*/ 283448 h 436036"/>
                  <a:gd name="connsiteX271" fmla="*/ 86122 w 697289"/>
                  <a:gd name="connsiteY271" fmla="*/ 283448 h 436036"/>
                  <a:gd name="connsiteX272" fmla="*/ 81781 w 697289"/>
                  <a:gd name="connsiteY272" fmla="*/ 287215 h 436036"/>
                  <a:gd name="connsiteX273" fmla="*/ 80333 w 697289"/>
                  <a:gd name="connsiteY273" fmla="*/ 290411 h 436036"/>
                  <a:gd name="connsiteX274" fmla="*/ 78314 w 697289"/>
                  <a:gd name="connsiteY274" fmla="*/ 291555 h 436036"/>
                  <a:gd name="connsiteX275" fmla="*/ 75420 w 697289"/>
                  <a:gd name="connsiteY275" fmla="*/ 295625 h 436036"/>
                  <a:gd name="connsiteX276" fmla="*/ 73973 w 697289"/>
                  <a:gd name="connsiteY276" fmla="*/ 295625 h 436036"/>
                  <a:gd name="connsiteX277" fmla="*/ 68117 w 697289"/>
                  <a:gd name="connsiteY277" fmla="*/ 297374 h 436036"/>
                  <a:gd name="connsiteX278" fmla="*/ 63540 w 697289"/>
                  <a:gd name="connsiteY278" fmla="*/ 297374 h 436036"/>
                  <a:gd name="connsiteX279" fmla="*/ 62026 w 697289"/>
                  <a:gd name="connsiteY279" fmla="*/ 299965 h 436036"/>
                  <a:gd name="connsiteX280" fmla="*/ 58862 w 697289"/>
                  <a:gd name="connsiteY280" fmla="*/ 302689 h 436036"/>
                  <a:gd name="connsiteX281" fmla="*/ 56035 w 697289"/>
                  <a:gd name="connsiteY281" fmla="*/ 304439 h 436036"/>
                  <a:gd name="connsiteX282" fmla="*/ 54184 w 697289"/>
                  <a:gd name="connsiteY282" fmla="*/ 306053 h 436036"/>
                  <a:gd name="connsiteX283" fmla="*/ 50718 w 697289"/>
                  <a:gd name="connsiteY283" fmla="*/ 310393 h 436036"/>
                  <a:gd name="connsiteX284" fmla="*/ 46814 w 697289"/>
                  <a:gd name="connsiteY284" fmla="*/ 312546 h 436036"/>
                  <a:gd name="connsiteX285" fmla="*/ 43549 w 697289"/>
                  <a:gd name="connsiteY285" fmla="*/ 313858 h 436036"/>
                  <a:gd name="connsiteX286" fmla="*/ 43549 w 697289"/>
                  <a:gd name="connsiteY286" fmla="*/ 319509 h 436036"/>
                  <a:gd name="connsiteX287" fmla="*/ 45602 w 697289"/>
                  <a:gd name="connsiteY287" fmla="*/ 323210 h 436036"/>
                  <a:gd name="connsiteX288" fmla="*/ 45266 w 697289"/>
                  <a:gd name="connsiteY288" fmla="*/ 325161 h 436036"/>
                  <a:gd name="connsiteX289" fmla="*/ 42674 w 697289"/>
                  <a:gd name="connsiteY289" fmla="*/ 329063 h 436036"/>
                  <a:gd name="connsiteX290" fmla="*/ 37458 w 697289"/>
                  <a:gd name="connsiteY290" fmla="*/ 332090 h 436036"/>
                  <a:gd name="connsiteX291" fmla="*/ 32006 w 697289"/>
                  <a:gd name="connsiteY291" fmla="*/ 332090 h 436036"/>
                  <a:gd name="connsiteX292" fmla="*/ 26991 w 697289"/>
                  <a:gd name="connsiteY292" fmla="*/ 333503 h 436036"/>
                  <a:gd name="connsiteX293" fmla="*/ 23289 w 697289"/>
                  <a:gd name="connsiteY293" fmla="*/ 335555 h 436036"/>
                  <a:gd name="connsiteX294" fmla="*/ 20226 w 697289"/>
                  <a:gd name="connsiteY294" fmla="*/ 338381 h 436036"/>
                  <a:gd name="connsiteX295" fmla="*/ 17837 w 697289"/>
                  <a:gd name="connsiteY295" fmla="*/ 340332 h 436036"/>
                  <a:gd name="connsiteX296" fmla="*/ 15649 w 697289"/>
                  <a:gd name="connsiteY296" fmla="*/ 345109 h 436036"/>
                  <a:gd name="connsiteX297" fmla="*/ 15649 w 697289"/>
                  <a:gd name="connsiteY297" fmla="*/ 349886 h 436036"/>
                  <a:gd name="connsiteX298" fmla="*/ 14774 w 697289"/>
                  <a:gd name="connsiteY298" fmla="*/ 354663 h 436036"/>
                  <a:gd name="connsiteX299" fmla="*/ 11745 w 697289"/>
                  <a:gd name="connsiteY299" fmla="*/ 354663 h 436036"/>
                  <a:gd name="connsiteX300" fmla="*/ 7842 w 697289"/>
                  <a:gd name="connsiteY300" fmla="*/ 359439 h 436036"/>
                  <a:gd name="connsiteX301" fmla="*/ 4139 w 697289"/>
                  <a:gd name="connsiteY301" fmla="*/ 362265 h 436036"/>
                  <a:gd name="connsiteX302" fmla="*/ 1313 w 697289"/>
                  <a:gd name="connsiteY302" fmla="*/ 365091 h 436036"/>
                  <a:gd name="connsiteX303" fmla="*/ 0 w 697289"/>
                  <a:gd name="connsiteY303" fmla="*/ 367681 h 436036"/>
                  <a:gd name="connsiteX304" fmla="*/ 0 w 697289"/>
                  <a:gd name="connsiteY304" fmla="*/ 371146 h 436036"/>
                  <a:gd name="connsiteX305" fmla="*/ 0 w 697289"/>
                  <a:gd name="connsiteY305" fmla="*/ 376596 h 436036"/>
                  <a:gd name="connsiteX306" fmla="*/ 1515 w 697289"/>
                  <a:gd name="connsiteY306" fmla="*/ 380498 h 436036"/>
                  <a:gd name="connsiteX307" fmla="*/ 6092 w 697289"/>
                  <a:gd name="connsiteY307" fmla="*/ 382449 h 436036"/>
                  <a:gd name="connsiteX308" fmla="*/ 14774 w 697289"/>
                  <a:gd name="connsiteY308" fmla="*/ 382449 h 436036"/>
                  <a:gd name="connsiteX309" fmla="*/ 24130 w 697289"/>
                  <a:gd name="connsiteY309" fmla="*/ 382449 h 436036"/>
                  <a:gd name="connsiteX310" fmla="*/ 31299 w 697289"/>
                  <a:gd name="connsiteY310" fmla="*/ 384635 h 436036"/>
                  <a:gd name="connsiteX311" fmla="*/ 36751 w 697289"/>
                  <a:gd name="connsiteY311" fmla="*/ 389614 h 436036"/>
                  <a:gd name="connsiteX312" fmla="*/ 40890 w 697289"/>
                  <a:gd name="connsiteY312" fmla="*/ 396342 h 436036"/>
                  <a:gd name="connsiteX313" fmla="*/ 48294 w 697289"/>
                  <a:gd name="connsiteY313" fmla="*/ 396342 h 436036"/>
                  <a:gd name="connsiteX314" fmla="*/ 54823 w 697289"/>
                  <a:gd name="connsiteY314" fmla="*/ 401321 h 436036"/>
                  <a:gd name="connsiteX315" fmla="*/ 59165 w 697289"/>
                  <a:gd name="connsiteY315" fmla="*/ 405896 h 436036"/>
                  <a:gd name="connsiteX316" fmla="*/ 59165 w 697289"/>
                  <a:gd name="connsiteY316" fmla="*/ 411749 h 436036"/>
                  <a:gd name="connsiteX317" fmla="*/ 60477 w 697289"/>
                  <a:gd name="connsiteY317" fmla="*/ 419991 h 436036"/>
                  <a:gd name="connsiteX318" fmla="*/ 64381 w 697289"/>
                  <a:gd name="connsiteY318" fmla="*/ 425642 h 436036"/>
                  <a:gd name="connsiteX319" fmla="*/ 75689 w 697289"/>
                  <a:gd name="connsiteY319" fmla="*/ 431058 h 436036"/>
                  <a:gd name="connsiteX320" fmla="*/ 84810 w 697289"/>
                  <a:gd name="connsiteY320" fmla="*/ 431058 h 436036"/>
                  <a:gd name="connsiteX321" fmla="*/ 99820 w 697289"/>
                  <a:gd name="connsiteY321" fmla="*/ 429645 h 436036"/>
                  <a:gd name="connsiteX322" fmla="*/ 102646 w 697289"/>
                  <a:gd name="connsiteY322" fmla="*/ 425642 h 436036"/>
                  <a:gd name="connsiteX323" fmla="*/ 108738 w 697289"/>
                  <a:gd name="connsiteY323" fmla="*/ 424129 h 436036"/>
                  <a:gd name="connsiteX324" fmla="*/ 117421 w 697289"/>
                  <a:gd name="connsiteY324" fmla="*/ 424129 h 436036"/>
                  <a:gd name="connsiteX325" fmla="*/ 126541 w 697289"/>
                  <a:gd name="connsiteY325" fmla="*/ 424129 h 436036"/>
                  <a:gd name="connsiteX326" fmla="*/ 132195 w 697289"/>
                  <a:gd name="connsiteY326" fmla="*/ 421942 h 436036"/>
                  <a:gd name="connsiteX327" fmla="*/ 141114 w 697289"/>
                  <a:gd name="connsiteY327" fmla="*/ 418645 h 436036"/>
                  <a:gd name="connsiteX328" fmla="*/ 147272 w 697289"/>
                  <a:gd name="connsiteY328" fmla="*/ 416761 h 436036"/>
                  <a:gd name="connsiteX329" fmla="*/ 148787 w 697289"/>
                  <a:gd name="connsiteY329" fmla="*/ 415786 h 436036"/>
                  <a:gd name="connsiteX330" fmla="*/ 146397 w 697289"/>
                  <a:gd name="connsiteY330" fmla="*/ 413398 h 436036"/>
                  <a:gd name="connsiteX331" fmla="*/ 147845 w 697289"/>
                  <a:gd name="connsiteY331" fmla="*/ 407611 h 436036"/>
                  <a:gd name="connsiteX332" fmla="*/ 147845 w 697289"/>
                  <a:gd name="connsiteY332" fmla="*/ 402397 h 436036"/>
                  <a:gd name="connsiteX333" fmla="*/ 152927 w 697289"/>
                  <a:gd name="connsiteY333" fmla="*/ 393416 h 436036"/>
                  <a:gd name="connsiteX334" fmla="*/ 157705 w 697289"/>
                  <a:gd name="connsiteY334" fmla="*/ 389951 h 436036"/>
                  <a:gd name="connsiteX335" fmla="*/ 163494 w 697289"/>
                  <a:gd name="connsiteY335" fmla="*/ 385308 h 436036"/>
                  <a:gd name="connsiteX336" fmla="*/ 175946 w 697289"/>
                  <a:gd name="connsiteY336" fmla="*/ 384165 h 436036"/>
                  <a:gd name="connsiteX337" fmla="*/ 189273 w 697289"/>
                  <a:gd name="connsiteY337" fmla="*/ 386183 h 436036"/>
                  <a:gd name="connsiteX338" fmla="*/ 198832 w 697289"/>
                  <a:gd name="connsiteY338" fmla="*/ 389076 h 436036"/>
                  <a:gd name="connsiteX339" fmla="*/ 202601 w 697289"/>
                  <a:gd name="connsiteY339" fmla="*/ 391969 h 436036"/>
                  <a:gd name="connsiteX340" fmla="*/ 205798 w 697289"/>
                  <a:gd name="connsiteY340" fmla="*/ 399201 h 436036"/>
                  <a:gd name="connsiteX341" fmla="*/ 210442 w 697289"/>
                  <a:gd name="connsiteY341" fmla="*/ 402397 h 436036"/>
                  <a:gd name="connsiteX342" fmla="*/ 210442 w 697289"/>
                  <a:gd name="connsiteY342" fmla="*/ 411076 h 436036"/>
                  <a:gd name="connsiteX343" fmla="*/ 210442 w 697289"/>
                  <a:gd name="connsiteY343" fmla="*/ 421202 h 436036"/>
                  <a:gd name="connsiteX344" fmla="*/ 216971 w 697289"/>
                  <a:gd name="connsiteY344" fmla="*/ 428434 h 436036"/>
                  <a:gd name="connsiteX345" fmla="*/ 220303 w 697289"/>
                  <a:gd name="connsiteY345" fmla="*/ 430453 h 436036"/>
                  <a:gd name="connsiteX346" fmla="*/ 224644 w 697289"/>
                  <a:gd name="connsiteY346" fmla="*/ 435364 h 436036"/>
                  <a:gd name="connsiteX347" fmla="*/ 230736 w 697289"/>
                  <a:gd name="connsiteY347" fmla="*/ 430453 h 436036"/>
                  <a:gd name="connsiteX348" fmla="*/ 233058 w 697289"/>
                  <a:gd name="connsiteY348" fmla="*/ 426685 h 436036"/>
                  <a:gd name="connsiteX349" fmla="*/ 233058 w 697289"/>
                  <a:gd name="connsiteY349" fmla="*/ 420596 h 436036"/>
                  <a:gd name="connsiteX350" fmla="*/ 240025 w 697289"/>
                  <a:gd name="connsiteY350" fmla="*/ 416896 h 436036"/>
                  <a:gd name="connsiteX351" fmla="*/ 250996 w 697289"/>
                  <a:gd name="connsiteY351" fmla="*/ 424599 h 436036"/>
                  <a:gd name="connsiteX352" fmla="*/ 254159 w 697289"/>
                  <a:gd name="connsiteY352" fmla="*/ 427963 h 436036"/>
                  <a:gd name="connsiteX353" fmla="*/ 259713 w 697289"/>
                  <a:gd name="connsiteY353" fmla="*/ 429040 h 436036"/>
                  <a:gd name="connsiteX354" fmla="*/ 265804 w 697289"/>
                  <a:gd name="connsiteY354" fmla="*/ 427627 h 436036"/>
                  <a:gd name="connsiteX355" fmla="*/ 272232 w 697289"/>
                  <a:gd name="connsiteY355" fmla="*/ 426551 h 436036"/>
                  <a:gd name="connsiteX356" fmla="*/ 277348 w 697289"/>
                  <a:gd name="connsiteY356" fmla="*/ 425676 h 436036"/>
                  <a:gd name="connsiteX357" fmla="*/ 281252 w 697289"/>
                  <a:gd name="connsiteY357" fmla="*/ 420361 h 436036"/>
                  <a:gd name="connsiteX358" fmla="*/ 282766 w 697289"/>
                  <a:gd name="connsiteY358" fmla="*/ 413398 h 436036"/>
                  <a:gd name="connsiteX359" fmla="*/ 283304 w 697289"/>
                  <a:gd name="connsiteY359" fmla="*/ 408722 h 436036"/>
                  <a:gd name="connsiteX360" fmla="*/ 289833 w 697289"/>
                  <a:gd name="connsiteY360" fmla="*/ 404247 h 436036"/>
                  <a:gd name="connsiteX361" fmla="*/ 295050 w 697289"/>
                  <a:gd name="connsiteY361" fmla="*/ 403373 h 436036"/>
                  <a:gd name="connsiteX362" fmla="*/ 301781 w 697289"/>
                  <a:gd name="connsiteY362" fmla="*/ 405862 h 436036"/>
                  <a:gd name="connsiteX363" fmla="*/ 305584 w 697289"/>
                  <a:gd name="connsiteY363" fmla="*/ 408352 h 436036"/>
                  <a:gd name="connsiteX364" fmla="*/ 309387 w 697289"/>
                  <a:gd name="connsiteY364" fmla="*/ 413768 h 436036"/>
                  <a:gd name="connsiteX365" fmla="*/ 310026 w 697289"/>
                  <a:gd name="connsiteY365" fmla="*/ 419419 h 436036"/>
                  <a:gd name="connsiteX366" fmla="*/ 309387 w 697289"/>
                  <a:gd name="connsiteY366" fmla="*/ 424835 h 436036"/>
                  <a:gd name="connsiteX367" fmla="*/ 315814 w 697289"/>
                  <a:gd name="connsiteY367" fmla="*/ 433850 h 436036"/>
                  <a:gd name="connsiteX368" fmla="*/ 322007 w 697289"/>
                  <a:gd name="connsiteY368" fmla="*/ 436037 h 436036"/>
                  <a:gd name="connsiteX369" fmla="*/ 330825 w 697289"/>
                  <a:gd name="connsiteY369" fmla="*/ 433110 h 436036"/>
                  <a:gd name="connsiteX370" fmla="*/ 336378 w 697289"/>
                  <a:gd name="connsiteY370" fmla="*/ 429645 h 436036"/>
                  <a:gd name="connsiteX371" fmla="*/ 341055 w 697289"/>
                  <a:gd name="connsiteY371" fmla="*/ 423220 h 436036"/>
                  <a:gd name="connsiteX372" fmla="*/ 342671 w 697289"/>
                  <a:gd name="connsiteY372" fmla="*/ 418006 h 436036"/>
                  <a:gd name="connsiteX373" fmla="*/ 341055 w 697289"/>
                  <a:gd name="connsiteY373" fmla="*/ 409092 h 436036"/>
                  <a:gd name="connsiteX374" fmla="*/ 342469 w 697289"/>
                  <a:gd name="connsiteY374" fmla="*/ 403776 h 436036"/>
                  <a:gd name="connsiteX375" fmla="*/ 346070 w 697289"/>
                  <a:gd name="connsiteY375" fmla="*/ 396611 h 436036"/>
                  <a:gd name="connsiteX376" fmla="*/ 351623 w 697289"/>
                  <a:gd name="connsiteY376" fmla="*/ 395299 h 436036"/>
                  <a:gd name="connsiteX377" fmla="*/ 362393 w 697289"/>
                  <a:gd name="connsiteY377" fmla="*/ 394660 h 436036"/>
                  <a:gd name="connsiteX378" fmla="*/ 365859 w 697289"/>
                  <a:gd name="connsiteY378" fmla="*/ 392373 h 436036"/>
                  <a:gd name="connsiteX379" fmla="*/ 364008 w 697289"/>
                  <a:gd name="connsiteY379" fmla="*/ 388773 h 436036"/>
                  <a:gd name="connsiteX380" fmla="*/ 364984 w 697289"/>
                  <a:gd name="connsiteY380" fmla="*/ 382785 h 436036"/>
                  <a:gd name="connsiteX381" fmla="*/ 368585 w 697289"/>
                  <a:gd name="connsiteY381" fmla="*/ 378210 h 436036"/>
                  <a:gd name="connsiteX382" fmla="*/ 369898 w 697289"/>
                  <a:gd name="connsiteY382" fmla="*/ 372996 h 436036"/>
                  <a:gd name="connsiteX383" fmla="*/ 370537 w 697289"/>
                  <a:gd name="connsiteY383" fmla="*/ 369195 h 436036"/>
                  <a:gd name="connsiteX384" fmla="*/ 370537 w 697289"/>
                  <a:gd name="connsiteY384" fmla="*/ 363207 h 436036"/>
                  <a:gd name="connsiteX385" fmla="*/ 370907 w 697289"/>
                  <a:gd name="connsiteY385" fmla="*/ 359507 h 436036"/>
                  <a:gd name="connsiteX386" fmla="*/ 373229 w 697289"/>
                  <a:gd name="connsiteY386" fmla="*/ 354057 h 436036"/>
                  <a:gd name="connsiteX387" fmla="*/ 382148 w 697289"/>
                  <a:gd name="connsiteY387" fmla="*/ 353284 h 436036"/>
                  <a:gd name="connsiteX388" fmla="*/ 388239 w 697289"/>
                  <a:gd name="connsiteY388" fmla="*/ 351871 h 436036"/>
                  <a:gd name="connsiteX389" fmla="*/ 394230 w 697289"/>
                  <a:gd name="connsiteY389" fmla="*/ 349045 h 436036"/>
                  <a:gd name="connsiteX390" fmla="*/ 399009 w 697289"/>
                  <a:gd name="connsiteY390" fmla="*/ 345344 h 436036"/>
                  <a:gd name="connsiteX391" fmla="*/ 407927 w 697289"/>
                  <a:gd name="connsiteY391" fmla="*/ 343932 h 436036"/>
                  <a:gd name="connsiteX392" fmla="*/ 417822 w 697289"/>
                  <a:gd name="connsiteY392" fmla="*/ 343932 h 436036"/>
                  <a:gd name="connsiteX393" fmla="*/ 419774 w 697289"/>
                  <a:gd name="connsiteY393" fmla="*/ 345546 h 436036"/>
                  <a:gd name="connsiteX394" fmla="*/ 420312 w 697289"/>
                  <a:gd name="connsiteY394" fmla="*/ 342182 h 436036"/>
                  <a:gd name="connsiteX395" fmla="*/ 421288 w 697289"/>
                  <a:gd name="connsiteY395" fmla="*/ 333941 h 436036"/>
                  <a:gd name="connsiteX396" fmla="*/ 423240 w 697289"/>
                  <a:gd name="connsiteY396" fmla="*/ 327650 h 436036"/>
                  <a:gd name="connsiteX397" fmla="*/ 426504 w 697289"/>
                  <a:gd name="connsiteY397" fmla="*/ 320821 h 436036"/>
                  <a:gd name="connsiteX398" fmla="*/ 433034 w 697289"/>
                  <a:gd name="connsiteY398" fmla="*/ 313757 h 436036"/>
                  <a:gd name="connsiteX399" fmla="*/ 436601 w 697289"/>
                  <a:gd name="connsiteY399" fmla="*/ 310494 h 436036"/>
                  <a:gd name="connsiteX400" fmla="*/ 439091 w 697289"/>
                  <a:gd name="connsiteY400" fmla="*/ 306692 h 436036"/>
                  <a:gd name="connsiteX401" fmla="*/ 439866 w 697289"/>
                  <a:gd name="connsiteY401" fmla="*/ 298316 h 436036"/>
                  <a:gd name="connsiteX402" fmla="*/ 440640 w 697289"/>
                  <a:gd name="connsiteY402" fmla="*/ 290276 h 436036"/>
                  <a:gd name="connsiteX403" fmla="*/ 443130 w 697289"/>
                  <a:gd name="connsiteY403" fmla="*/ 285836 h 436036"/>
                  <a:gd name="connsiteX404" fmla="*/ 446394 w 697289"/>
                  <a:gd name="connsiteY404" fmla="*/ 284759 h 436036"/>
                  <a:gd name="connsiteX405" fmla="*/ 451712 w 697289"/>
                  <a:gd name="connsiteY405" fmla="*/ 284759 h 436036"/>
                  <a:gd name="connsiteX406" fmla="*/ 458342 w 697289"/>
                  <a:gd name="connsiteY406" fmla="*/ 284860 h 436036"/>
                  <a:gd name="connsiteX407" fmla="*/ 465611 w 697289"/>
                  <a:gd name="connsiteY407" fmla="*/ 284860 h 436036"/>
                  <a:gd name="connsiteX408" fmla="*/ 464635 w 697289"/>
                  <a:gd name="connsiteY408" fmla="*/ 278132 h 436036"/>
                  <a:gd name="connsiteX409" fmla="*/ 462683 w 697289"/>
                  <a:gd name="connsiteY409" fmla="*/ 273120 h 436036"/>
                  <a:gd name="connsiteX410" fmla="*/ 462784 w 697289"/>
                  <a:gd name="connsiteY410" fmla="*/ 267368 h 436036"/>
                  <a:gd name="connsiteX411" fmla="*/ 464837 w 697289"/>
                  <a:gd name="connsiteY411" fmla="*/ 267166 h 436036"/>
                  <a:gd name="connsiteX412" fmla="*/ 470155 w 697289"/>
                  <a:gd name="connsiteY412" fmla="*/ 269554 h 436036"/>
                  <a:gd name="connsiteX413" fmla="*/ 474395 w 697289"/>
                  <a:gd name="connsiteY413" fmla="*/ 269453 h 436036"/>
                  <a:gd name="connsiteX414" fmla="*/ 475910 w 697289"/>
                  <a:gd name="connsiteY414" fmla="*/ 265013 h 436036"/>
                  <a:gd name="connsiteX415" fmla="*/ 476011 w 697289"/>
                  <a:gd name="connsiteY415" fmla="*/ 260337 h 436036"/>
                  <a:gd name="connsiteX416" fmla="*/ 473958 w 697289"/>
                  <a:gd name="connsiteY416" fmla="*/ 254686 h 436036"/>
                  <a:gd name="connsiteX417" fmla="*/ 474832 w 697289"/>
                  <a:gd name="connsiteY417" fmla="*/ 250447 h 436036"/>
                  <a:gd name="connsiteX418" fmla="*/ 477861 w 697289"/>
                  <a:gd name="connsiteY418" fmla="*/ 247823 h 436036"/>
                  <a:gd name="connsiteX419" fmla="*/ 480352 w 697289"/>
                  <a:gd name="connsiteY419" fmla="*/ 245233 h 436036"/>
                  <a:gd name="connsiteX420" fmla="*/ 485131 w 697289"/>
                  <a:gd name="connsiteY420" fmla="*/ 245771 h 436036"/>
                  <a:gd name="connsiteX421" fmla="*/ 487958 w 697289"/>
                  <a:gd name="connsiteY421" fmla="*/ 247958 h 436036"/>
                  <a:gd name="connsiteX422" fmla="*/ 490684 w 697289"/>
                  <a:gd name="connsiteY422" fmla="*/ 248294 h 436036"/>
                  <a:gd name="connsiteX423" fmla="*/ 492198 w 697289"/>
                  <a:gd name="connsiteY423" fmla="*/ 246545 h 436036"/>
                  <a:gd name="connsiteX424" fmla="*/ 493275 w 697289"/>
                  <a:gd name="connsiteY424" fmla="*/ 242104 h 436036"/>
                  <a:gd name="connsiteX425" fmla="*/ 493814 w 697289"/>
                  <a:gd name="connsiteY425" fmla="*/ 237563 h 436036"/>
                  <a:gd name="connsiteX426" fmla="*/ 491323 w 697289"/>
                  <a:gd name="connsiteY426" fmla="*/ 236049 h 436036"/>
                  <a:gd name="connsiteX427" fmla="*/ 488294 w 697289"/>
                  <a:gd name="connsiteY427" fmla="*/ 234838 h 436036"/>
                  <a:gd name="connsiteX428" fmla="*/ 486982 w 697289"/>
                  <a:gd name="connsiteY428" fmla="*/ 231474 h 436036"/>
                  <a:gd name="connsiteX429" fmla="*/ 486746 w 697289"/>
                  <a:gd name="connsiteY429" fmla="*/ 226698 h 436036"/>
                  <a:gd name="connsiteX430" fmla="*/ 485871 w 697289"/>
                  <a:gd name="connsiteY430" fmla="*/ 225924 h 436036"/>
                  <a:gd name="connsiteX431" fmla="*/ 483145 w 697289"/>
                  <a:gd name="connsiteY431" fmla="*/ 225722 h 436036"/>
                  <a:gd name="connsiteX432" fmla="*/ 480116 w 697289"/>
                  <a:gd name="connsiteY432" fmla="*/ 224545 h 436036"/>
                  <a:gd name="connsiteX433" fmla="*/ 478366 w 697289"/>
                  <a:gd name="connsiteY433" fmla="*/ 223031 h 436036"/>
                  <a:gd name="connsiteX434" fmla="*/ 477356 w 697289"/>
                  <a:gd name="connsiteY434" fmla="*/ 221517 h 436036"/>
                  <a:gd name="connsiteX435" fmla="*/ 477020 w 697289"/>
                  <a:gd name="connsiteY435" fmla="*/ 220440 h 436036"/>
                  <a:gd name="connsiteX436" fmla="*/ 476381 w 697289"/>
                  <a:gd name="connsiteY436" fmla="*/ 218489 h 436036"/>
                  <a:gd name="connsiteX437" fmla="*/ 474967 w 697289"/>
                  <a:gd name="connsiteY437" fmla="*/ 215462 h 436036"/>
                  <a:gd name="connsiteX438" fmla="*/ 475506 w 697289"/>
                  <a:gd name="connsiteY438" fmla="*/ 212199 h 436036"/>
                  <a:gd name="connsiteX439" fmla="*/ 477121 w 697289"/>
                  <a:gd name="connsiteY439" fmla="*/ 211324 h 436036"/>
                  <a:gd name="connsiteX440" fmla="*/ 480150 w 697289"/>
                  <a:gd name="connsiteY440" fmla="*/ 211526 h 436036"/>
                  <a:gd name="connsiteX441" fmla="*/ 482539 w 697289"/>
                  <a:gd name="connsiteY441" fmla="*/ 214251 h 436036"/>
                  <a:gd name="connsiteX442" fmla="*/ 485131 w 697289"/>
                  <a:gd name="connsiteY442" fmla="*/ 216303 h 436036"/>
                  <a:gd name="connsiteX443" fmla="*/ 488160 w 697289"/>
                  <a:gd name="connsiteY443" fmla="*/ 217177 h 436036"/>
                  <a:gd name="connsiteX444" fmla="*/ 489775 w 697289"/>
                  <a:gd name="connsiteY444" fmla="*/ 216841 h 436036"/>
                  <a:gd name="connsiteX445" fmla="*/ 491424 w 697289"/>
                  <a:gd name="connsiteY445" fmla="*/ 215428 h 436036"/>
                  <a:gd name="connsiteX446" fmla="*/ 491963 w 697289"/>
                  <a:gd name="connsiteY446" fmla="*/ 213578 h 436036"/>
                  <a:gd name="connsiteX447" fmla="*/ 493477 w 697289"/>
                  <a:gd name="connsiteY447" fmla="*/ 211291 h 436036"/>
                  <a:gd name="connsiteX448" fmla="*/ 494352 w 697289"/>
                  <a:gd name="connsiteY448" fmla="*/ 210517 h 436036"/>
                  <a:gd name="connsiteX449" fmla="*/ 497078 w 697289"/>
                  <a:gd name="connsiteY449" fmla="*/ 209440 h 436036"/>
                  <a:gd name="connsiteX450" fmla="*/ 498054 w 697289"/>
                  <a:gd name="connsiteY450" fmla="*/ 211930 h 436036"/>
                  <a:gd name="connsiteX451" fmla="*/ 498155 w 697289"/>
                  <a:gd name="connsiteY451" fmla="*/ 214116 h 436036"/>
                  <a:gd name="connsiteX452" fmla="*/ 498054 w 697289"/>
                  <a:gd name="connsiteY452" fmla="*/ 218456 h 436036"/>
                  <a:gd name="connsiteX453" fmla="*/ 497516 w 697289"/>
                  <a:gd name="connsiteY453" fmla="*/ 221281 h 436036"/>
                  <a:gd name="connsiteX454" fmla="*/ 495766 w 697289"/>
                  <a:gd name="connsiteY454" fmla="*/ 223771 h 436036"/>
                  <a:gd name="connsiteX455" fmla="*/ 495530 w 697289"/>
                  <a:gd name="connsiteY455" fmla="*/ 226698 h 436036"/>
                  <a:gd name="connsiteX456" fmla="*/ 495530 w 697289"/>
                  <a:gd name="connsiteY456" fmla="*/ 230600 h 436036"/>
                  <a:gd name="connsiteX457" fmla="*/ 496506 w 697289"/>
                  <a:gd name="connsiteY457" fmla="*/ 233964 h 436036"/>
                  <a:gd name="connsiteX458" fmla="*/ 501083 w 697289"/>
                  <a:gd name="connsiteY458" fmla="*/ 234838 h 436036"/>
                  <a:gd name="connsiteX459" fmla="*/ 505122 w 697289"/>
                  <a:gd name="connsiteY459" fmla="*/ 234300 h 436036"/>
                  <a:gd name="connsiteX460" fmla="*/ 506199 w 697289"/>
                  <a:gd name="connsiteY460" fmla="*/ 232248 h 436036"/>
                  <a:gd name="connsiteX461" fmla="*/ 509800 w 697289"/>
                  <a:gd name="connsiteY461" fmla="*/ 228548 h 436036"/>
                  <a:gd name="connsiteX462" fmla="*/ 513064 w 697289"/>
                  <a:gd name="connsiteY462" fmla="*/ 225957 h 436036"/>
                  <a:gd name="connsiteX463" fmla="*/ 516228 w 697289"/>
                  <a:gd name="connsiteY463" fmla="*/ 224107 h 436036"/>
                  <a:gd name="connsiteX464" fmla="*/ 519391 w 697289"/>
                  <a:gd name="connsiteY464" fmla="*/ 222694 h 436036"/>
                  <a:gd name="connsiteX465" fmla="*/ 522858 w 697289"/>
                  <a:gd name="connsiteY465" fmla="*/ 222156 h 436036"/>
                  <a:gd name="connsiteX466" fmla="*/ 528074 w 697289"/>
                  <a:gd name="connsiteY466" fmla="*/ 221954 h 436036"/>
                  <a:gd name="connsiteX467" fmla="*/ 531002 w 697289"/>
                  <a:gd name="connsiteY467" fmla="*/ 220205 h 436036"/>
                  <a:gd name="connsiteX468" fmla="*/ 532079 w 697289"/>
                  <a:gd name="connsiteY468" fmla="*/ 217817 h 436036"/>
                  <a:gd name="connsiteX469" fmla="*/ 532516 w 697289"/>
                  <a:gd name="connsiteY469" fmla="*/ 214015 h 436036"/>
                  <a:gd name="connsiteX470" fmla="*/ 531742 w 697289"/>
                  <a:gd name="connsiteY470" fmla="*/ 210315 h 436036"/>
                  <a:gd name="connsiteX471" fmla="*/ 530093 w 697289"/>
                  <a:gd name="connsiteY471" fmla="*/ 203251 h 436036"/>
                  <a:gd name="connsiteX472" fmla="*/ 529017 w 697289"/>
                  <a:gd name="connsiteY472" fmla="*/ 199113 h 436036"/>
                  <a:gd name="connsiteX473" fmla="*/ 526829 w 697289"/>
                  <a:gd name="connsiteY473" fmla="*/ 193663 h 436036"/>
                  <a:gd name="connsiteX474" fmla="*/ 526829 w 697289"/>
                  <a:gd name="connsiteY474" fmla="*/ 184110 h 436036"/>
                  <a:gd name="connsiteX475" fmla="*/ 527704 w 697289"/>
                  <a:gd name="connsiteY475" fmla="*/ 180645 h 436036"/>
                  <a:gd name="connsiteX476" fmla="*/ 532920 w 697289"/>
                  <a:gd name="connsiteY476" fmla="*/ 180645 h 436036"/>
                  <a:gd name="connsiteX477" fmla="*/ 536185 w 697289"/>
                  <a:gd name="connsiteY477" fmla="*/ 183908 h 436036"/>
                  <a:gd name="connsiteX478" fmla="*/ 540089 w 697289"/>
                  <a:gd name="connsiteY478" fmla="*/ 187608 h 436036"/>
                  <a:gd name="connsiteX479" fmla="*/ 543118 w 697289"/>
                  <a:gd name="connsiteY479" fmla="*/ 188920 h 436036"/>
                  <a:gd name="connsiteX480" fmla="*/ 546382 w 697289"/>
                  <a:gd name="connsiteY480" fmla="*/ 190434 h 436036"/>
                  <a:gd name="connsiteX481" fmla="*/ 547257 w 697289"/>
                  <a:gd name="connsiteY481" fmla="*/ 186296 h 436036"/>
                  <a:gd name="connsiteX482" fmla="*/ 545305 w 697289"/>
                  <a:gd name="connsiteY482" fmla="*/ 181721 h 436036"/>
                  <a:gd name="connsiteX483" fmla="*/ 546180 w 697289"/>
                  <a:gd name="connsiteY483" fmla="*/ 176709 h 436036"/>
                  <a:gd name="connsiteX484" fmla="*/ 546618 w 697289"/>
                  <a:gd name="connsiteY484" fmla="*/ 173681 h 436036"/>
                  <a:gd name="connsiteX485" fmla="*/ 548132 w 697289"/>
                  <a:gd name="connsiteY485" fmla="*/ 172168 h 436036"/>
                  <a:gd name="connsiteX486" fmla="*/ 549647 w 697289"/>
                  <a:gd name="connsiteY486" fmla="*/ 169981 h 436036"/>
                  <a:gd name="connsiteX487" fmla="*/ 546820 w 697289"/>
                  <a:gd name="connsiteY487" fmla="*/ 168467 h 436036"/>
                  <a:gd name="connsiteX488" fmla="*/ 541166 w 697289"/>
                  <a:gd name="connsiteY488" fmla="*/ 168467 h 436036"/>
                  <a:gd name="connsiteX489" fmla="*/ 533122 w 697289"/>
                  <a:gd name="connsiteY489" fmla="*/ 168366 h 436036"/>
                  <a:gd name="connsiteX490" fmla="*/ 527704 w 697289"/>
                  <a:gd name="connsiteY490" fmla="*/ 166314 h 436036"/>
                  <a:gd name="connsiteX491" fmla="*/ 525954 w 697289"/>
                  <a:gd name="connsiteY491" fmla="*/ 160461 h 436036"/>
                  <a:gd name="connsiteX492" fmla="*/ 530531 w 697289"/>
                  <a:gd name="connsiteY492" fmla="*/ 156559 h 436036"/>
                  <a:gd name="connsiteX493" fmla="*/ 534670 w 697289"/>
                  <a:gd name="connsiteY493" fmla="*/ 156323 h 436036"/>
                  <a:gd name="connsiteX494" fmla="*/ 538137 w 697289"/>
                  <a:gd name="connsiteY494" fmla="*/ 156323 h 436036"/>
                  <a:gd name="connsiteX495" fmla="*/ 543791 w 697289"/>
                  <a:gd name="connsiteY495" fmla="*/ 157736 h 436036"/>
                  <a:gd name="connsiteX496" fmla="*/ 545541 w 697289"/>
                  <a:gd name="connsiteY496" fmla="*/ 160226 h 436036"/>
                  <a:gd name="connsiteX497" fmla="*/ 551430 w 697289"/>
                  <a:gd name="connsiteY497" fmla="*/ 160427 h 436036"/>
                  <a:gd name="connsiteX498" fmla="*/ 558161 w 697289"/>
                  <a:gd name="connsiteY498" fmla="*/ 155651 h 436036"/>
                  <a:gd name="connsiteX499" fmla="*/ 561628 w 697289"/>
                  <a:gd name="connsiteY499" fmla="*/ 149360 h 436036"/>
                  <a:gd name="connsiteX500" fmla="*/ 568359 w 697289"/>
                  <a:gd name="connsiteY500" fmla="*/ 148485 h 436036"/>
                  <a:gd name="connsiteX501" fmla="*/ 574652 w 697289"/>
                  <a:gd name="connsiteY501" fmla="*/ 147409 h 436036"/>
                  <a:gd name="connsiteX502" fmla="*/ 583571 w 697289"/>
                  <a:gd name="connsiteY502" fmla="*/ 143708 h 436036"/>
                  <a:gd name="connsiteX503" fmla="*/ 589426 w 697289"/>
                  <a:gd name="connsiteY503" fmla="*/ 143271 h 436036"/>
                  <a:gd name="connsiteX504" fmla="*/ 589426 w 697289"/>
                  <a:gd name="connsiteY504" fmla="*/ 137182 h 436036"/>
                  <a:gd name="connsiteX505" fmla="*/ 588013 w 697289"/>
                  <a:gd name="connsiteY505" fmla="*/ 132406 h 436036"/>
                  <a:gd name="connsiteX506" fmla="*/ 589225 w 697289"/>
                  <a:gd name="connsiteY506" fmla="*/ 127191 h 436036"/>
                  <a:gd name="connsiteX507" fmla="*/ 595316 w 697289"/>
                  <a:gd name="connsiteY507" fmla="*/ 127831 h 436036"/>
                  <a:gd name="connsiteX508" fmla="*/ 602047 w 697289"/>
                  <a:gd name="connsiteY508" fmla="*/ 126956 h 436036"/>
                  <a:gd name="connsiteX509" fmla="*/ 599658 w 697289"/>
                  <a:gd name="connsiteY509" fmla="*/ 131733 h 436036"/>
                  <a:gd name="connsiteX510" fmla="*/ 594643 w 697289"/>
                  <a:gd name="connsiteY510" fmla="*/ 134121 h 436036"/>
                  <a:gd name="connsiteX511" fmla="*/ 593330 w 697289"/>
                  <a:gd name="connsiteY511" fmla="*/ 138696 h 436036"/>
                  <a:gd name="connsiteX512" fmla="*/ 597907 w 697289"/>
                  <a:gd name="connsiteY512" fmla="*/ 143473 h 436036"/>
                  <a:gd name="connsiteX513" fmla="*/ 601609 w 697289"/>
                  <a:gd name="connsiteY513" fmla="*/ 144112 h 436036"/>
                  <a:gd name="connsiteX514" fmla="*/ 605513 w 697289"/>
                  <a:gd name="connsiteY514" fmla="*/ 144549 h 436036"/>
                  <a:gd name="connsiteX515" fmla="*/ 608105 w 697289"/>
                  <a:gd name="connsiteY515" fmla="*/ 143675 h 436036"/>
                  <a:gd name="connsiteX516" fmla="*/ 609215 w 697289"/>
                  <a:gd name="connsiteY516" fmla="*/ 141085 h 436036"/>
                  <a:gd name="connsiteX517" fmla="*/ 608340 w 697289"/>
                  <a:gd name="connsiteY517" fmla="*/ 136745 h 436036"/>
                  <a:gd name="connsiteX518" fmla="*/ 610292 w 697289"/>
                  <a:gd name="connsiteY518" fmla="*/ 132607 h 436036"/>
                  <a:gd name="connsiteX519" fmla="*/ 614432 w 697289"/>
                  <a:gd name="connsiteY519" fmla="*/ 128268 h 436036"/>
                  <a:gd name="connsiteX520" fmla="*/ 615946 w 697289"/>
                  <a:gd name="connsiteY520" fmla="*/ 125442 h 436036"/>
                  <a:gd name="connsiteX521" fmla="*/ 619446 w 697289"/>
                  <a:gd name="connsiteY521" fmla="*/ 122415 h 436036"/>
                  <a:gd name="connsiteX522" fmla="*/ 622913 w 697289"/>
                  <a:gd name="connsiteY522" fmla="*/ 120901 h 436036"/>
                  <a:gd name="connsiteX523" fmla="*/ 627490 w 697289"/>
                  <a:gd name="connsiteY523" fmla="*/ 117873 h 436036"/>
                  <a:gd name="connsiteX524" fmla="*/ 629442 w 697289"/>
                  <a:gd name="connsiteY524" fmla="*/ 116124 h 436036"/>
                  <a:gd name="connsiteX525" fmla="*/ 632033 w 697289"/>
                  <a:gd name="connsiteY525" fmla="*/ 112659 h 436036"/>
                  <a:gd name="connsiteX526" fmla="*/ 637485 w 697289"/>
                  <a:gd name="connsiteY526" fmla="*/ 115922 h 436036"/>
                  <a:gd name="connsiteX527" fmla="*/ 644014 w 697289"/>
                  <a:gd name="connsiteY527" fmla="*/ 116999 h 436036"/>
                  <a:gd name="connsiteX528" fmla="*/ 645764 w 697289"/>
                  <a:gd name="connsiteY528" fmla="*/ 116763 h 436036"/>
                  <a:gd name="connsiteX529" fmla="*/ 647952 w 697289"/>
                  <a:gd name="connsiteY529" fmla="*/ 114375 h 436036"/>
                  <a:gd name="connsiteX530" fmla="*/ 650543 w 697289"/>
                  <a:gd name="connsiteY530" fmla="*/ 108723 h 436036"/>
                  <a:gd name="connsiteX531" fmla="*/ 650981 w 697289"/>
                  <a:gd name="connsiteY531" fmla="*/ 102870 h 436036"/>
                  <a:gd name="connsiteX532" fmla="*/ 651418 w 697289"/>
                  <a:gd name="connsiteY532" fmla="*/ 100482 h 436036"/>
                  <a:gd name="connsiteX533" fmla="*/ 655558 w 697289"/>
                  <a:gd name="connsiteY533" fmla="*/ 100280 h 436036"/>
                  <a:gd name="connsiteX534" fmla="*/ 657072 w 697289"/>
                  <a:gd name="connsiteY534" fmla="*/ 105494 h 436036"/>
                  <a:gd name="connsiteX535" fmla="*/ 658149 w 697289"/>
                  <a:gd name="connsiteY535" fmla="*/ 113298 h 436036"/>
                  <a:gd name="connsiteX536" fmla="*/ 659226 w 697289"/>
                  <a:gd name="connsiteY536" fmla="*/ 118075 h 436036"/>
                  <a:gd name="connsiteX537" fmla="*/ 660976 w 697289"/>
                  <a:gd name="connsiteY537" fmla="*/ 124803 h 436036"/>
                  <a:gd name="connsiteX538" fmla="*/ 666832 w 697289"/>
                  <a:gd name="connsiteY538" fmla="*/ 127393 h 436036"/>
                  <a:gd name="connsiteX539" fmla="*/ 672688 w 697289"/>
                  <a:gd name="connsiteY539" fmla="*/ 128268 h 436036"/>
                  <a:gd name="connsiteX540" fmla="*/ 676827 w 697289"/>
                  <a:gd name="connsiteY540" fmla="*/ 125240 h 436036"/>
                  <a:gd name="connsiteX541" fmla="*/ 683356 w 697289"/>
                  <a:gd name="connsiteY541" fmla="*/ 120026 h 436036"/>
                  <a:gd name="connsiteX542" fmla="*/ 685982 w 697289"/>
                  <a:gd name="connsiteY542" fmla="*/ 118277 h 436036"/>
                  <a:gd name="connsiteX543" fmla="*/ 688808 w 697289"/>
                  <a:gd name="connsiteY543" fmla="*/ 115687 h 436036"/>
                  <a:gd name="connsiteX544" fmla="*/ 690323 w 697289"/>
                  <a:gd name="connsiteY544" fmla="*/ 113736 h 436036"/>
                  <a:gd name="connsiteX545" fmla="*/ 690323 w 697289"/>
                  <a:gd name="connsiteY545" fmla="*/ 111112 h 436036"/>
                  <a:gd name="connsiteX546" fmla="*/ 688270 w 697289"/>
                  <a:gd name="connsiteY546" fmla="*/ 107647 h 436036"/>
                  <a:gd name="connsiteX547" fmla="*/ 690323 w 697289"/>
                  <a:gd name="connsiteY547" fmla="*/ 103072 h 436036"/>
                  <a:gd name="connsiteX548" fmla="*/ 692510 w 697289"/>
                  <a:gd name="connsiteY548" fmla="*/ 101760 h 436036"/>
                  <a:gd name="connsiteX549" fmla="*/ 694261 w 697289"/>
                  <a:gd name="connsiteY549" fmla="*/ 98059 h 436036"/>
                  <a:gd name="connsiteX550" fmla="*/ 690559 w 697289"/>
                  <a:gd name="connsiteY550" fmla="*/ 96108 h 436036"/>
                  <a:gd name="connsiteX551" fmla="*/ 687731 w 697289"/>
                  <a:gd name="connsiteY551" fmla="*/ 96748 h 436036"/>
                  <a:gd name="connsiteX552" fmla="*/ 683828 w 697289"/>
                  <a:gd name="connsiteY552" fmla="*/ 98261 h 436036"/>
                  <a:gd name="connsiteX553" fmla="*/ 678813 w 697289"/>
                  <a:gd name="connsiteY553" fmla="*/ 101087 h 436036"/>
                  <a:gd name="connsiteX554" fmla="*/ 675347 w 697289"/>
                  <a:gd name="connsiteY554" fmla="*/ 101087 h 436036"/>
                  <a:gd name="connsiteX555" fmla="*/ 676659 w 697289"/>
                  <a:gd name="connsiteY555" fmla="*/ 98261 h 436036"/>
                  <a:gd name="connsiteX556" fmla="*/ 677097 w 697289"/>
                  <a:gd name="connsiteY556" fmla="*/ 92845 h 436036"/>
                  <a:gd name="connsiteX557" fmla="*/ 677298 w 697289"/>
                  <a:gd name="connsiteY557" fmla="*/ 89145 h 436036"/>
                  <a:gd name="connsiteX558" fmla="*/ 678611 w 697289"/>
                  <a:gd name="connsiteY558" fmla="*/ 87833 h 436036"/>
                  <a:gd name="connsiteX559" fmla="*/ 681000 w 697289"/>
                  <a:gd name="connsiteY559" fmla="*/ 86319 h 436036"/>
                  <a:gd name="connsiteX560" fmla="*/ 683828 w 697289"/>
                  <a:gd name="connsiteY560" fmla="*/ 84806 h 436036"/>
                  <a:gd name="connsiteX561" fmla="*/ 686856 w 697289"/>
                  <a:gd name="connsiteY561" fmla="*/ 80668 h 436036"/>
                  <a:gd name="connsiteX562" fmla="*/ 686856 w 697289"/>
                  <a:gd name="connsiteY562" fmla="*/ 73704 h 436036"/>
                  <a:gd name="connsiteX563" fmla="*/ 688270 w 697289"/>
                  <a:gd name="connsiteY563" fmla="*/ 68053 h 436036"/>
                  <a:gd name="connsiteX564" fmla="*/ 690356 w 697289"/>
                  <a:gd name="connsiteY564" fmla="*/ 65025 h 436036"/>
                  <a:gd name="connsiteX565" fmla="*/ 692948 w 697289"/>
                  <a:gd name="connsiteY565" fmla="*/ 60248 h 436036"/>
                  <a:gd name="connsiteX566" fmla="*/ 696212 w 697289"/>
                  <a:gd name="connsiteY566" fmla="*/ 56346 h 436036"/>
                  <a:gd name="connsiteX567" fmla="*/ 697290 w 697289"/>
                  <a:gd name="connsiteY567" fmla="*/ 54597 h 436036"/>
                  <a:gd name="connsiteX568" fmla="*/ 697290 w 697289"/>
                  <a:gd name="connsiteY568" fmla="*/ 51771 h 436036"/>
                  <a:gd name="connsiteX569" fmla="*/ 695977 w 697289"/>
                  <a:gd name="connsiteY569" fmla="*/ 49820 h 43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697289" h="436036">
                    <a:moveTo>
                      <a:pt x="695977" y="49820"/>
                    </a:moveTo>
                    <a:lnTo>
                      <a:pt x="693688" y="49618"/>
                    </a:lnTo>
                    <a:lnTo>
                      <a:pt x="689347" y="51368"/>
                    </a:lnTo>
                    <a:cubicBezTo>
                      <a:pt x="689347" y="51368"/>
                      <a:pt x="686957" y="51805"/>
                      <a:pt x="686318" y="52007"/>
                    </a:cubicBezTo>
                    <a:cubicBezTo>
                      <a:pt x="685678" y="52209"/>
                      <a:pt x="680025" y="55270"/>
                      <a:pt x="680025" y="55270"/>
                    </a:cubicBezTo>
                    <a:cubicBezTo>
                      <a:pt x="680025" y="55270"/>
                      <a:pt x="676121" y="57221"/>
                      <a:pt x="675448" y="57221"/>
                    </a:cubicBezTo>
                    <a:cubicBezTo>
                      <a:pt x="674808" y="57221"/>
                      <a:pt x="668279" y="58096"/>
                      <a:pt x="667404" y="58096"/>
                    </a:cubicBezTo>
                    <a:cubicBezTo>
                      <a:pt x="666529" y="58096"/>
                      <a:pt x="662625" y="56582"/>
                      <a:pt x="662625" y="56582"/>
                    </a:cubicBezTo>
                    <a:lnTo>
                      <a:pt x="662625" y="49618"/>
                    </a:lnTo>
                    <a:lnTo>
                      <a:pt x="662625" y="44169"/>
                    </a:lnTo>
                    <a:lnTo>
                      <a:pt x="658721" y="41141"/>
                    </a:lnTo>
                    <a:lnTo>
                      <a:pt x="655894" y="43765"/>
                    </a:lnTo>
                    <a:lnTo>
                      <a:pt x="651317" y="45279"/>
                    </a:lnTo>
                    <a:lnTo>
                      <a:pt x="648928" y="42251"/>
                    </a:lnTo>
                    <a:lnTo>
                      <a:pt x="647178" y="38988"/>
                    </a:lnTo>
                    <a:lnTo>
                      <a:pt x="642029" y="39056"/>
                    </a:lnTo>
                    <a:lnTo>
                      <a:pt x="638057" y="39863"/>
                    </a:lnTo>
                    <a:cubicBezTo>
                      <a:pt x="638057" y="39863"/>
                      <a:pt x="633716" y="42184"/>
                      <a:pt x="633480" y="42251"/>
                    </a:cubicBezTo>
                    <a:cubicBezTo>
                      <a:pt x="633278" y="42319"/>
                      <a:pt x="630081" y="44068"/>
                      <a:pt x="629778" y="44135"/>
                    </a:cubicBezTo>
                    <a:cubicBezTo>
                      <a:pt x="629475" y="44203"/>
                      <a:pt x="627086" y="47533"/>
                      <a:pt x="627086" y="47533"/>
                    </a:cubicBezTo>
                    <a:lnTo>
                      <a:pt x="624562" y="51738"/>
                    </a:lnTo>
                    <a:lnTo>
                      <a:pt x="623485" y="53992"/>
                    </a:lnTo>
                    <a:lnTo>
                      <a:pt x="619345" y="53992"/>
                    </a:lnTo>
                    <a:lnTo>
                      <a:pt x="614331" y="54631"/>
                    </a:lnTo>
                    <a:lnTo>
                      <a:pt x="609350" y="55505"/>
                    </a:lnTo>
                    <a:lnTo>
                      <a:pt x="605446" y="56380"/>
                    </a:lnTo>
                    <a:lnTo>
                      <a:pt x="601307" y="57457"/>
                    </a:lnTo>
                    <a:lnTo>
                      <a:pt x="598042" y="58970"/>
                    </a:lnTo>
                    <a:lnTo>
                      <a:pt x="594138" y="59172"/>
                    </a:lnTo>
                    <a:lnTo>
                      <a:pt x="588686" y="58533"/>
                    </a:lnTo>
                    <a:lnTo>
                      <a:pt x="585657" y="55909"/>
                    </a:lnTo>
                    <a:lnTo>
                      <a:pt x="583469" y="53756"/>
                    </a:lnTo>
                    <a:lnTo>
                      <a:pt x="581518" y="50930"/>
                    </a:lnTo>
                    <a:lnTo>
                      <a:pt x="579128" y="47903"/>
                    </a:lnTo>
                    <a:lnTo>
                      <a:pt x="577378" y="44438"/>
                    </a:lnTo>
                    <a:lnTo>
                      <a:pt x="577378" y="40973"/>
                    </a:lnTo>
                    <a:lnTo>
                      <a:pt x="577378" y="37710"/>
                    </a:lnTo>
                    <a:lnTo>
                      <a:pt x="575662" y="37508"/>
                    </a:lnTo>
                    <a:lnTo>
                      <a:pt x="573912" y="38147"/>
                    </a:lnTo>
                    <a:lnTo>
                      <a:pt x="572162" y="40973"/>
                    </a:lnTo>
                    <a:lnTo>
                      <a:pt x="572162" y="44001"/>
                    </a:lnTo>
                    <a:lnTo>
                      <a:pt x="571287" y="48777"/>
                    </a:lnTo>
                    <a:lnTo>
                      <a:pt x="567147" y="48777"/>
                    </a:lnTo>
                    <a:lnTo>
                      <a:pt x="564959" y="48004"/>
                    </a:lnTo>
                    <a:lnTo>
                      <a:pt x="560618" y="44842"/>
                    </a:lnTo>
                    <a:lnTo>
                      <a:pt x="555839" y="44203"/>
                    </a:lnTo>
                    <a:lnTo>
                      <a:pt x="553652" y="41579"/>
                    </a:lnTo>
                    <a:lnTo>
                      <a:pt x="554729" y="35725"/>
                    </a:lnTo>
                    <a:lnTo>
                      <a:pt x="554729" y="33976"/>
                    </a:lnTo>
                    <a:lnTo>
                      <a:pt x="552878" y="30074"/>
                    </a:lnTo>
                    <a:lnTo>
                      <a:pt x="549950" y="29637"/>
                    </a:lnTo>
                    <a:lnTo>
                      <a:pt x="547123" y="29199"/>
                    </a:lnTo>
                    <a:lnTo>
                      <a:pt x="540829" y="27685"/>
                    </a:lnTo>
                    <a:lnTo>
                      <a:pt x="536488" y="25095"/>
                    </a:lnTo>
                    <a:lnTo>
                      <a:pt x="533425" y="22471"/>
                    </a:lnTo>
                    <a:lnTo>
                      <a:pt x="529084" y="21832"/>
                    </a:lnTo>
                    <a:lnTo>
                      <a:pt x="524305" y="22068"/>
                    </a:lnTo>
                    <a:lnTo>
                      <a:pt x="517136" y="24658"/>
                    </a:lnTo>
                    <a:lnTo>
                      <a:pt x="508218" y="28796"/>
                    </a:lnTo>
                    <a:lnTo>
                      <a:pt x="503641" y="29435"/>
                    </a:lnTo>
                    <a:lnTo>
                      <a:pt x="499939" y="30949"/>
                    </a:lnTo>
                    <a:lnTo>
                      <a:pt x="493208" y="35086"/>
                    </a:lnTo>
                    <a:lnTo>
                      <a:pt x="489304" y="36600"/>
                    </a:lnTo>
                    <a:lnTo>
                      <a:pt x="484525" y="38349"/>
                    </a:lnTo>
                    <a:lnTo>
                      <a:pt x="479948" y="38114"/>
                    </a:lnTo>
                    <a:lnTo>
                      <a:pt x="475169" y="39190"/>
                    </a:lnTo>
                    <a:lnTo>
                      <a:pt x="471904" y="42218"/>
                    </a:lnTo>
                    <a:lnTo>
                      <a:pt x="473857" y="45918"/>
                    </a:lnTo>
                    <a:lnTo>
                      <a:pt x="477121" y="46793"/>
                    </a:lnTo>
                    <a:lnTo>
                      <a:pt x="479948" y="49618"/>
                    </a:lnTo>
                    <a:lnTo>
                      <a:pt x="479948" y="52007"/>
                    </a:lnTo>
                    <a:lnTo>
                      <a:pt x="476347" y="56784"/>
                    </a:lnTo>
                    <a:lnTo>
                      <a:pt x="470356" y="64184"/>
                    </a:lnTo>
                    <a:lnTo>
                      <a:pt x="463390" y="70912"/>
                    </a:lnTo>
                    <a:lnTo>
                      <a:pt x="456861" y="76564"/>
                    </a:lnTo>
                    <a:lnTo>
                      <a:pt x="448616" y="77640"/>
                    </a:lnTo>
                    <a:lnTo>
                      <a:pt x="446664" y="78515"/>
                    </a:lnTo>
                    <a:lnTo>
                      <a:pt x="444510" y="81980"/>
                    </a:lnTo>
                    <a:lnTo>
                      <a:pt x="443837" y="85680"/>
                    </a:lnTo>
                    <a:lnTo>
                      <a:pt x="446024" y="87429"/>
                    </a:lnTo>
                    <a:lnTo>
                      <a:pt x="448649" y="89616"/>
                    </a:lnTo>
                    <a:lnTo>
                      <a:pt x="448649" y="92206"/>
                    </a:lnTo>
                    <a:lnTo>
                      <a:pt x="446798" y="96983"/>
                    </a:lnTo>
                    <a:cubicBezTo>
                      <a:pt x="446798" y="96983"/>
                      <a:pt x="443870" y="101558"/>
                      <a:pt x="443433" y="102197"/>
                    </a:cubicBezTo>
                    <a:cubicBezTo>
                      <a:pt x="442995" y="102836"/>
                      <a:pt x="439731" y="106974"/>
                      <a:pt x="439731" y="106974"/>
                    </a:cubicBezTo>
                    <a:cubicBezTo>
                      <a:pt x="439731" y="106974"/>
                      <a:pt x="433639" y="109362"/>
                      <a:pt x="432764" y="109362"/>
                    </a:cubicBezTo>
                    <a:cubicBezTo>
                      <a:pt x="431890" y="109362"/>
                      <a:pt x="426908" y="109564"/>
                      <a:pt x="426908" y="109564"/>
                    </a:cubicBezTo>
                    <a:lnTo>
                      <a:pt x="417351" y="109564"/>
                    </a:lnTo>
                    <a:lnTo>
                      <a:pt x="410182" y="110102"/>
                    </a:lnTo>
                    <a:lnTo>
                      <a:pt x="403889" y="111953"/>
                    </a:lnTo>
                    <a:lnTo>
                      <a:pt x="400187" y="112592"/>
                    </a:lnTo>
                    <a:cubicBezTo>
                      <a:pt x="400187" y="112592"/>
                      <a:pt x="391941" y="113029"/>
                      <a:pt x="391066" y="112794"/>
                    </a:cubicBezTo>
                    <a:cubicBezTo>
                      <a:pt x="390191" y="112592"/>
                      <a:pt x="384336" y="110843"/>
                      <a:pt x="384336" y="110843"/>
                    </a:cubicBezTo>
                    <a:lnTo>
                      <a:pt x="379119" y="108454"/>
                    </a:lnTo>
                    <a:lnTo>
                      <a:pt x="373902" y="106940"/>
                    </a:lnTo>
                    <a:lnTo>
                      <a:pt x="373902" y="101087"/>
                    </a:lnTo>
                    <a:cubicBezTo>
                      <a:pt x="373902" y="101087"/>
                      <a:pt x="367475" y="97185"/>
                      <a:pt x="366835" y="96748"/>
                    </a:cubicBezTo>
                    <a:cubicBezTo>
                      <a:pt x="366196" y="96310"/>
                      <a:pt x="363234" y="94359"/>
                      <a:pt x="363234" y="94359"/>
                    </a:cubicBezTo>
                    <a:cubicBezTo>
                      <a:pt x="363234" y="94359"/>
                      <a:pt x="356066" y="91331"/>
                      <a:pt x="355191" y="90894"/>
                    </a:cubicBezTo>
                    <a:cubicBezTo>
                      <a:pt x="354316" y="90457"/>
                      <a:pt x="355830" y="87833"/>
                      <a:pt x="355830" y="87833"/>
                    </a:cubicBezTo>
                    <a:lnTo>
                      <a:pt x="356469" y="85007"/>
                    </a:lnTo>
                    <a:lnTo>
                      <a:pt x="362931" y="83191"/>
                    </a:lnTo>
                    <a:lnTo>
                      <a:pt x="362123" y="77035"/>
                    </a:lnTo>
                    <a:lnTo>
                      <a:pt x="361686" y="69230"/>
                    </a:lnTo>
                    <a:lnTo>
                      <a:pt x="361619" y="61998"/>
                    </a:lnTo>
                    <a:lnTo>
                      <a:pt x="362864" y="57423"/>
                    </a:lnTo>
                    <a:lnTo>
                      <a:pt x="363941" y="53352"/>
                    </a:lnTo>
                    <a:lnTo>
                      <a:pt x="367272" y="49955"/>
                    </a:lnTo>
                    <a:lnTo>
                      <a:pt x="369931" y="46389"/>
                    </a:lnTo>
                    <a:lnTo>
                      <a:pt x="370470" y="44034"/>
                    </a:lnTo>
                    <a:cubicBezTo>
                      <a:pt x="370470" y="44034"/>
                      <a:pt x="368518" y="41646"/>
                      <a:pt x="368080" y="41410"/>
                    </a:cubicBezTo>
                    <a:cubicBezTo>
                      <a:pt x="367643" y="41209"/>
                      <a:pt x="364176" y="39998"/>
                      <a:pt x="363840" y="39998"/>
                    </a:cubicBezTo>
                    <a:cubicBezTo>
                      <a:pt x="363503" y="39998"/>
                      <a:pt x="360138" y="38786"/>
                      <a:pt x="360138" y="38786"/>
                    </a:cubicBezTo>
                    <a:lnTo>
                      <a:pt x="359263" y="37575"/>
                    </a:lnTo>
                    <a:lnTo>
                      <a:pt x="359902" y="33875"/>
                    </a:lnTo>
                    <a:lnTo>
                      <a:pt x="359902" y="31386"/>
                    </a:lnTo>
                    <a:lnTo>
                      <a:pt x="361652" y="28661"/>
                    </a:lnTo>
                    <a:lnTo>
                      <a:pt x="361652" y="23447"/>
                    </a:lnTo>
                    <a:lnTo>
                      <a:pt x="361652" y="20857"/>
                    </a:lnTo>
                    <a:lnTo>
                      <a:pt x="360306" y="20083"/>
                    </a:lnTo>
                    <a:lnTo>
                      <a:pt x="355897" y="17795"/>
                    </a:lnTo>
                    <a:lnTo>
                      <a:pt x="352431" y="16921"/>
                    </a:lnTo>
                    <a:lnTo>
                      <a:pt x="350041" y="18132"/>
                    </a:lnTo>
                    <a:lnTo>
                      <a:pt x="347551" y="18334"/>
                    </a:lnTo>
                    <a:lnTo>
                      <a:pt x="346037" y="18535"/>
                    </a:lnTo>
                    <a:cubicBezTo>
                      <a:pt x="346037" y="18535"/>
                      <a:pt x="347214" y="16483"/>
                      <a:pt x="347349" y="16046"/>
                    </a:cubicBezTo>
                    <a:cubicBezTo>
                      <a:pt x="347450" y="15609"/>
                      <a:pt x="348325" y="14196"/>
                      <a:pt x="348325" y="14196"/>
                    </a:cubicBezTo>
                    <a:lnTo>
                      <a:pt x="349301" y="11908"/>
                    </a:lnTo>
                    <a:lnTo>
                      <a:pt x="347887" y="9285"/>
                    </a:lnTo>
                    <a:cubicBezTo>
                      <a:pt x="347887" y="9285"/>
                      <a:pt x="346037" y="7434"/>
                      <a:pt x="345936" y="7098"/>
                    </a:cubicBezTo>
                    <a:cubicBezTo>
                      <a:pt x="345835" y="6762"/>
                      <a:pt x="342570" y="5483"/>
                      <a:pt x="342570" y="5483"/>
                    </a:cubicBezTo>
                    <a:lnTo>
                      <a:pt x="340719" y="5248"/>
                    </a:lnTo>
                    <a:lnTo>
                      <a:pt x="337017" y="5685"/>
                    </a:lnTo>
                    <a:cubicBezTo>
                      <a:pt x="337017" y="5685"/>
                      <a:pt x="335806" y="6459"/>
                      <a:pt x="334964" y="6896"/>
                    </a:cubicBezTo>
                    <a:cubicBezTo>
                      <a:pt x="334089" y="7333"/>
                      <a:pt x="332911" y="9621"/>
                      <a:pt x="332911" y="9621"/>
                    </a:cubicBezTo>
                    <a:lnTo>
                      <a:pt x="331700" y="11673"/>
                    </a:lnTo>
                    <a:lnTo>
                      <a:pt x="329411" y="14061"/>
                    </a:lnTo>
                    <a:cubicBezTo>
                      <a:pt x="329411" y="14061"/>
                      <a:pt x="327897" y="15811"/>
                      <a:pt x="327796" y="16113"/>
                    </a:cubicBezTo>
                    <a:cubicBezTo>
                      <a:pt x="327695" y="16450"/>
                      <a:pt x="326281" y="17863"/>
                      <a:pt x="326281" y="17863"/>
                    </a:cubicBezTo>
                    <a:lnTo>
                      <a:pt x="322041" y="18199"/>
                    </a:lnTo>
                    <a:lnTo>
                      <a:pt x="318574" y="17560"/>
                    </a:lnTo>
                    <a:lnTo>
                      <a:pt x="317397" y="15070"/>
                    </a:lnTo>
                    <a:lnTo>
                      <a:pt x="315882" y="12581"/>
                    </a:lnTo>
                    <a:lnTo>
                      <a:pt x="307132" y="12649"/>
                    </a:lnTo>
                    <a:cubicBezTo>
                      <a:pt x="307132" y="12649"/>
                      <a:pt x="302454" y="12850"/>
                      <a:pt x="302218" y="12985"/>
                    </a:cubicBezTo>
                    <a:cubicBezTo>
                      <a:pt x="302016" y="13086"/>
                      <a:pt x="294646" y="13792"/>
                      <a:pt x="294646" y="13792"/>
                    </a:cubicBezTo>
                    <a:cubicBezTo>
                      <a:pt x="294646" y="13792"/>
                      <a:pt x="291281" y="12178"/>
                      <a:pt x="291112" y="12043"/>
                    </a:cubicBezTo>
                    <a:cubicBezTo>
                      <a:pt x="290944" y="11942"/>
                      <a:pt x="286939" y="10731"/>
                      <a:pt x="286939" y="10731"/>
                    </a:cubicBezTo>
                    <a:cubicBezTo>
                      <a:pt x="286939" y="10731"/>
                      <a:pt x="285189" y="11707"/>
                      <a:pt x="285055" y="11774"/>
                    </a:cubicBezTo>
                    <a:cubicBezTo>
                      <a:pt x="284886" y="11841"/>
                      <a:pt x="283472" y="14229"/>
                      <a:pt x="283472" y="14229"/>
                    </a:cubicBezTo>
                    <a:lnTo>
                      <a:pt x="282766" y="18804"/>
                    </a:lnTo>
                    <a:cubicBezTo>
                      <a:pt x="282766" y="18804"/>
                      <a:pt x="283472" y="25600"/>
                      <a:pt x="283472" y="25802"/>
                    </a:cubicBezTo>
                    <a:cubicBezTo>
                      <a:pt x="283472" y="26037"/>
                      <a:pt x="281588" y="28964"/>
                      <a:pt x="280881" y="29535"/>
                    </a:cubicBezTo>
                    <a:cubicBezTo>
                      <a:pt x="280174" y="30141"/>
                      <a:pt x="278256" y="32529"/>
                      <a:pt x="277684" y="33169"/>
                    </a:cubicBezTo>
                    <a:cubicBezTo>
                      <a:pt x="277078" y="33808"/>
                      <a:pt x="275732" y="36364"/>
                      <a:pt x="275732" y="36364"/>
                    </a:cubicBezTo>
                    <a:lnTo>
                      <a:pt x="273410" y="38820"/>
                    </a:lnTo>
                    <a:lnTo>
                      <a:pt x="271559" y="37912"/>
                    </a:lnTo>
                    <a:lnTo>
                      <a:pt x="271794" y="36499"/>
                    </a:lnTo>
                    <a:lnTo>
                      <a:pt x="273141" y="32429"/>
                    </a:lnTo>
                    <a:lnTo>
                      <a:pt x="274386" y="29435"/>
                    </a:lnTo>
                    <a:lnTo>
                      <a:pt x="275362" y="26441"/>
                    </a:lnTo>
                    <a:lnTo>
                      <a:pt x="275025" y="18031"/>
                    </a:lnTo>
                    <a:lnTo>
                      <a:pt x="273073" y="14768"/>
                    </a:lnTo>
                    <a:lnTo>
                      <a:pt x="270011" y="13019"/>
                    </a:lnTo>
                    <a:lnTo>
                      <a:pt x="268261" y="11942"/>
                    </a:lnTo>
                    <a:lnTo>
                      <a:pt x="265669" y="12379"/>
                    </a:lnTo>
                    <a:lnTo>
                      <a:pt x="260251" y="11303"/>
                    </a:lnTo>
                    <a:lnTo>
                      <a:pt x="259140" y="9554"/>
                    </a:lnTo>
                    <a:lnTo>
                      <a:pt x="259140" y="4339"/>
                    </a:lnTo>
                    <a:lnTo>
                      <a:pt x="259140" y="1749"/>
                    </a:lnTo>
                    <a:lnTo>
                      <a:pt x="256549" y="0"/>
                    </a:lnTo>
                    <a:lnTo>
                      <a:pt x="253284" y="0"/>
                    </a:lnTo>
                    <a:lnTo>
                      <a:pt x="252208" y="875"/>
                    </a:lnTo>
                    <a:lnTo>
                      <a:pt x="252208" y="3128"/>
                    </a:lnTo>
                    <a:lnTo>
                      <a:pt x="250356" y="7266"/>
                    </a:lnTo>
                    <a:lnTo>
                      <a:pt x="248741" y="9890"/>
                    </a:lnTo>
                    <a:lnTo>
                      <a:pt x="246150" y="12278"/>
                    </a:lnTo>
                    <a:cubicBezTo>
                      <a:pt x="246150" y="12278"/>
                      <a:pt x="243525" y="12278"/>
                      <a:pt x="242649" y="12278"/>
                    </a:cubicBezTo>
                    <a:cubicBezTo>
                      <a:pt x="241774" y="12278"/>
                      <a:pt x="236356" y="13355"/>
                      <a:pt x="236356" y="13355"/>
                    </a:cubicBezTo>
                    <a:lnTo>
                      <a:pt x="231342" y="14869"/>
                    </a:lnTo>
                    <a:lnTo>
                      <a:pt x="231342" y="23312"/>
                    </a:lnTo>
                    <a:lnTo>
                      <a:pt x="229390" y="26340"/>
                    </a:lnTo>
                    <a:lnTo>
                      <a:pt x="227640" y="31991"/>
                    </a:lnTo>
                    <a:lnTo>
                      <a:pt x="226563" y="36566"/>
                    </a:lnTo>
                    <a:lnTo>
                      <a:pt x="220707" y="40704"/>
                    </a:lnTo>
                    <a:lnTo>
                      <a:pt x="213539" y="43967"/>
                    </a:lnTo>
                    <a:lnTo>
                      <a:pt x="206168" y="45279"/>
                    </a:lnTo>
                    <a:lnTo>
                      <a:pt x="201591" y="45279"/>
                    </a:lnTo>
                    <a:cubicBezTo>
                      <a:pt x="201591" y="45279"/>
                      <a:pt x="193985" y="48542"/>
                      <a:pt x="191360" y="48979"/>
                    </a:cubicBezTo>
                    <a:cubicBezTo>
                      <a:pt x="188735" y="49417"/>
                      <a:pt x="186144" y="48542"/>
                      <a:pt x="185269" y="48777"/>
                    </a:cubicBezTo>
                    <a:cubicBezTo>
                      <a:pt x="184394" y="48979"/>
                      <a:pt x="178302" y="48777"/>
                      <a:pt x="178302" y="48777"/>
                    </a:cubicBezTo>
                    <a:cubicBezTo>
                      <a:pt x="178302" y="48777"/>
                      <a:pt x="175038" y="48777"/>
                      <a:pt x="170461" y="48777"/>
                    </a:cubicBezTo>
                    <a:cubicBezTo>
                      <a:pt x="165884" y="48777"/>
                      <a:pt x="166119" y="50190"/>
                      <a:pt x="165681" y="51065"/>
                    </a:cubicBezTo>
                    <a:cubicBezTo>
                      <a:pt x="165244" y="51940"/>
                      <a:pt x="161778" y="55068"/>
                      <a:pt x="160263" y="57053"/>
                    </a:cubicBezTo>
                    <a:cubicBezTo>
                      <a:pt x="158749" y="59004"/>
                      <a:pt x="157638" y="62502"/>
                      <a:pt x="156999" y="63343"/>
                    </a:cubicBezTo>
                    <a:cubicBezTo>
                      <a:pt x="156359" y="64218"/>
                      <a:pt x="153095" y="69432"/>
                      <a:pt x="152422" y="70071"/>
                    </a:cubicBezTo>
                    <a:cubicBezTo>
                      <a:pt x="151782" y="70711"/>
                      <a:pt x="147407" y="77237"/>
                      <a:pt x="146196" y="77674"/>
                    </a:cubicBezTo>
                    <a:cubicBezTo>
                      <a:pt x="144984" y="78111"/>
                      <a:pt x="137210" y="76160"/>
                      <a:pt x="137210" y="76160"/>
                    </a:cubicBezTo>
                    <a:lnTo>
                      <a:pt x="132195" y="74646"/>
                    </a:lnTo>
                    <a:lnTo>
                      <a:pt x="126541" y="75723"/>
                    </a:lnTo>
                    <a:lnTo>
                      <a:pt x="116983" y="87665"/>
                    </a:lnTo>
                    <a:lnTo>
                      <a:pt x="114594" y="91567"/>
                    </a:lnTo>
                    <a:lnTo>
                      <a:pt x="109377" y="100246"/>
                    </a:lnTo>
                    <a:lnTo>
                      <a:pt x="105036" y="101558"/>
                    </a:lnTo>
                    <a:lnTo>
                      <a:pt x="100021" y="103072"/>
                    </a:lnTo>
                    <a:cubicBezTo>
                      <a:pt x="100021" y="103072"/>
                      <a:pt x="96555" y="106974"/>
                      <a:pt x="94805" y="108084"/>
                    </a:cubicBezTo>
                    <a:cubicBezTo>
                      <a:pt x="93055" y="109161"/>
                      <a:pt x="92853" y="113298"/>
                      <a:pt x="92853" y="113298"/>
                    </a:cubicBezTo>
                    <a:lnTo>
                      <a:pt x="92415" y="118277"/>
                    </a:lnTo>
                    <a:lnTo>
                      <a:pt x="92180" y="128705"/>
                    </a:lnTo>
                    <a:lnTo>
                      <a:pt x="89791" y="136106"/>
                    </a:lnTo>
                    <a:lnTo>
                      <a:pt x="86762" y="141118"/>
                    </a:lnTo>
                    <a:lnTo>
                      <a:pt x="80872" y="147644"/>
                    </a:lnTo>
                    <a:cubicBezTo>
                      <a:pt x="80872" y="147644"/>
                      <a:pt x="75858" y="153733"/>
                      <a:pt x="75454" y="154608"/>
                    </a:cubicBezTo>
                    <a:cubicBezTo>
                      <a:pt x="75016" y="155482"/>
                      <a:pt x="74377" y="162648"/>
                      <a:pt x="74377" y="162648"/>
                    </a:cubicBezTo>
                    <a:lnTo>
                      <a:pt x="66771" y="173076"/>
                    </a:lnTo>
                    <a:lnTo>
                      <a:pt x="63506" y="176339"/>
                    </a:lnTo>
                    <a:lnTo>
                      <a:pt x="61756" y="177415"/>
                    </a:lnTo>
                    <a:lnTo>
                      <a:pt x="56540" y="177415"/>
                    </a:lnTo>
                    <a:cubicBezTo>
                      <a:pt x="56540" y="177415"/>
                      <a:pt x="50886" y="179467"/>
                      <a:pt x="50246" y="179703"/>
                    </a:cubicBezTo>
                    <a:cubicBezTo>
                      <a:pt x="49607" y="179905"/>
                      <a:pt x="48698" y="181755"/>
                      <a:pt x="48698" y="181755"/>
                    </a:cubicBezTo>
                    <a:lnTo>
                      <a:pt x="48698" y="188483"/>
                    </a:lnTo>
                    <a:lnTo>
                      <a:pt x="47722" y="191510"/>
                    </a:lnTo>
                    <a:lnTo>
                      <a:pt x="43482" y="194336"/>
                    </a:lnTo>
                    <a:lnTo>
                      <a:pt x="37828" y="201737"/>
                    </a:lnTo>
                    <a:lnTo>
                      <a:pt x="37626" y="214352"/>
                    </a:lnTo>
                    <a:lnTo>
                      <a:pt x="39140" y="222593"/>
                    </a:lnTo>
                    <a:lnTo>
                      <a:pt x="43044" y="226496"/>
                    </a:lnTo>
                    <a:lnTo>
                      <a:pt x="49573" y="232383"/>
                    </a:lnTo>
                    <a:lnTo>
                      <a:pt x="53915" y="239346"/>
                    </a:lnTo>
                    <a:lnTo>
                      <a:pt x="56742" y="245199"/>
                    </a:lnTo>
                    <a:lnTo>
                      <a:pt x="56304" y="251725"/>
                    </a:lnTo>
                    <a:lnTo>
                      <a:pt x="54117" y="258453"/>
                    </a:lnTo>
                    <a:cubicBezTo>
                      <a:pt x="54117" y="258453"/>
                      <a:pt x="52165" y="261481"/>
                      <a:pt x="51929" y="262154"/>
                    </a:cubicBezTo>
                    <a:cubicBezTo>
                      <a:pt x="51727" y="262793"/>
                      <a:pt x="49539" y="265181"/>
                      <a:pt x="48900" y="265417"/>
                    </a:cubicBezTo>
                    <a:cubicBezTo>
                      <a:pt x="48261" y="265619"/>
                      <a:pt x="46948" y="270833"/>
                      <a:pt x="46511" y="271707"/>
                    </a:cubicBezTo>
                    <a:cubicBezTo>
                      <a:pt x="46073" y="272582"/>
                      <a:pt x="45198" y="278872"/>
                      <a:pt x="45198" y="279545"/>
                    </a:cubicBezTo>
                    <a:cubicBezTo>
                      <a:pt x="45198" y="280184"/>
                      <a:pt x="46073" y="284759"/>
                      <a:pt x="46073" y="284759"/>
                    </a:cubicBezTo>
                    <a:lnTo>
                      <a:pt x="50414" y="287148"/>
                    </a:lnTo>
                    <a:lnTo>
                      <a:pt x="54487" y="285331"/>
                    </a:lnTo>
                    <a:lnTo>
                      <a:pt x="55227" y="283145"/>
                    </a:lnTo>
                    <a:lnTo>
                      <a:pt x="56540" y="282136"/>
                    </a:lnTo>
                    <a:lnTo>
                      <a:pt x="58424" y="279949"/>
                    </a:lnTo>
                    <a:lnTo>
                      <a:pt x="59569" y="277931"/>
                    </a:lnTo>
                    <a:lnTo>
                      <a:pt x="61151" y="277493"/>
                    </a:lnTo>
                    <a:lnTo>
                      <a:pt x="63035" y="279377"/>
                    </a:lnTo>
                    <a:lnTo>
                      <a:pt x="67242" y="280824"/>
                    </a:lnTo>
                    <a:lnTo>
                      <a:pt x="68117" y="279074"/>
                    </a:lnTo>
                    <a:lnTo>
                      <a:pt x="69564" y="274600"/>
                    </a:lnTo>
                    <a:lnTo>
                      <a:pt x="70136" y="271707"/>
                    </a:lnTo>
                    <a:lnTo>
                      <a:pt x="71886" y="269689"/>
                    </a:lnTo>
                    <a:lnTo>
                      <a:pt x="75487" y="268377"/>
                    </a:lnTo>
                    <a:lnTo>
                      <a:pt x="79694" y="267368"/>
                    </a:lnTo>
                    <a:lnTo>
                      <a:pt x="88814" y="265047"/>
                    </a:lnTo>
                    <a:cubicBezTo>
                      <a:pt x="88814" y="265047"/>
                      <a:pt x="90968" y="263028"/>
                      <a:pt x="91574" y="262725"/>
                    </a:cubicBezTo>
                    <a:cubicBezTo>
                      <a:pt x="92146" y="262457"/>
                      <a:pt x="95916" y="258252"/>
                      <a:pt x="95916" y="258252"/>
                    </a:cubicBezTo>
                    <a:cubicBezTo>
                      <a:pt x="95916" y="258252"/>
                      <a:pt x="98238" y="258252"/>
                      <a:pt x="98675" y="257814"/>
                    </a:cubicBezTo>
                    <a:cubicBezTo>
                      <a:pt x="99113" y="257377"/>
                      <a:pt x="100425" y="256233"/>
                      <a:pt x="100997" y="255930"/>
                    </a:cubicBezTo>
                    <a:cubicBezTo>
                      <a:pt x="101570" y="255628"/>
                      <a:pt x="103185" y="252903"/>
                      <a:pt x="103185" y="252903"/>
                    </a:cubicBezTo>
                    <a:lnTo>
                      <a:pt x="103050" y="249875"/>
                    </a:lnTo>
                    <a:lnTo>
                      <a:pt x="102849" y="247991"/>
                    </a:lnTo>
                    <a:lnTo>
                      <a:pt x="106483" y="244425"/>
                    </a:lnTo>
                    <a:lnTo>
                      <a:pt x="108031" y="245839"/>
                    </a:lnTo>
                    <a:lnTo>
                      <a:pt x="113046" y="248698"/>
                    </a:lnTo>
                    <a:lnTo>
                      <a:pt x="113046" y="253037"/>
                    </a:lnTo>
                    <a:lnTo>
                      <a:pt x="110455" y="259698"/>
                    </a:lnTo>
                    <a:lnTo>
                      <a:pt x="109882" y="262288"/>
                    </a:lnTo>
                    <a:lnTo>
                      <a:pt x="108368" y="266762"/>
                    </a:lnTo>
                    <a:lnTo>
                      <a:pt x="103656" y="269521"/>
                    </a:lnTo>
                    <a:lnTo>
                      <a:pt x="93089" y="269521"/>
                    </a:lnTo>
                    <a:lnTo>
                      <a:pt x="90464" y="275038"/>
                    </a:lnTo>
                    <a:lnTo>
                      <a:pt x="90464" y="283448"/>
                    </a:lnTo>
                    <a:lnTo>
                      <a:pt x="86122" y="283448"/>
                    </a:lnTo>
                    <a:lnTo>
                      <a:pt x="81781" y="287215"/>
                    </a:lnTo>
                    <a:lnTo>
                      <a:pt x="80333" y="290411"/>
                    </a:lnTo>
                    <a:lnTo>
                      <a:pt x="78314" y="291555"/>
                    </a:lnTo>
                    <a:lnTo>
                      <a:pt x="75420" y="295625"/>
                    </a:lnTo>
                    <a:lnTo>
                      <a:pt x="73973" y="295625"/>
                    </a:lnTo>
                    <a:lnTo>
                      <a:pt x="68117" y="297374"/>
                    </a:lnTo>
                    <a:lnTo>
                      <a:pt x="63540" y="297374"/>
                    </a:lnTo>
                    <a:lnTo>
                      <a:pt x="62026" y="299965"/>
                    </a:lnTo>
                    <a:lnTo>
                      <a:pt x="58862" y="302689"/>
                    </a:lnTo>
                    <a:lnTo>
                      <a:pt x="56035" y="304439"/>
                    </a:lnTo>
                    <a:lnTo>
                      <a:pt x="54184" y="306053"/>
                    </a:lnTo>
                    <a:cubicBezTo>
                      <a:pt x="54184" y="306053"/>
                      <a:pt x="51559" y="310191"/>
                      <a:pt x="50718" y="310393"/>
                    </a:cubicBezTo>
                    <a:cubicBezTo>
                      <a:pt x="49843" y="310595"/>
                      <a:pt x="46814" y="312546"/>
                      <a:pt x="46814" y="312546"/>
                    </a:cubicBezTo>
                    <a:lnTo>
                      <a:pt x="43549" y="313858"/>
                    </a:lnTo>
                    <a:lnTo>
                      <a:pt x="43549" y="319509"/>
                    </a:lnTo>
                    <a:lnTo>
                      <a:pt x="45602" y="323210"/>
                    </a:lnTo>
                    <a:lnTo>
                      <a:pt x="45266" y="325161"/>
                    </a:lnTo>
                    <a:lnTo>
                      <a:pt x="42674" y="329063"/>
                    </a:lnTo>
                    <a:lnTo>
                      <a:pt x="37458" y="332090"/>
                    </a:lnTo>
                    <a:lnTo>
                      <a:pt x="32006" y="332090"/>
                    </a:lnTo>
                    <a:lnTo>
                      <a:pt x="26991" y="333503"/>
                    </a:lnTo>
                    <a:lnTo>
                      <a:pt x="23289" y="335555"/>
                    </a:lnTo>
                    <a:lnTo>
                      <a:pt x="20226" y="338381"/>
                    </a:lnTo>
                    <a:lnTo>
                      <a:pt x="17837" y="340332"/>
                    </a:lnTo>
                    <a:lnTo>
                      <a:pt x="15649" y="345109"/>
                    </a:lnTo>
                    <a:lnTo>
                      <a:pt x="15649" y="349886"/>
                    </a:lnTo>
                    <a:lnTo>
                      <a:pt x="14774" y="354663"/>
                    </a:lnTo>
                    <a:lnTo>
                      <a:pt x="11745" y="354663"/>
                    </a:lnTo>
                    <a:lnTo>
                      <a:pt x="7842" y="359439"/>
                    </a:lnTo>
                    <a:lnTo>
                      <a:pt x="4139" y="362265"/>
                    </a:lnTo>
                    <a:lnTo>
                      <a:pt x="1313" y="365091"/>
                    </a:lnTo>
                    <a:lnTo>
                      <a:pt x="0" y="367681"/>
                    </a:lnTo>
                    <a:lnTo>
                      <a:pt x="0" y="371146"/>
                    </a:lnTo>
                    <a:lnTo>
                      <a:pt x="0" y="376596"/>
                    </a:lnTo>
                    <a:lnTo>
                      <a:pt x="1515" y="380498"/>
                    </a:lnTo>
                    <a:lnTo>
                      <a:pt x="6092" y="382449"/>
                    </a:lnTo>
                    <a:lnTo>
                      <a:pt x="14774" y="382449"/>
                    </a:lnTo>
                    <a:lnTo>
                      <a:pt x="24130" y="382449"/>
                    </a:lnTo>
                    <a:lnTo>
                      <a:pt x="31299" y="384635"/>
                    </a:lnTo>
                    <a:lnTo>
                      <a:pt x="36751" y="389614"/>
                    </a:lnTo>
                    <a:lnTo>
                      <a:pt x="40890" y="396342"/>
                    </a:lnTo>
                    <a:lnTo>
                      <a:pt x="48294" y="396342"/>
                    </a:lnTo>
                    <a:lnTo>
                      <a:pt x="54823" y="401321"/>
                    </a:lnTo>
                    <a:lnTo>
                      <a:pt x="59165" y="405896"/>
                    </a:lnTo>
                    <a:cubicBezTo>
                      <a:pt x="59165" y="405896"/>
                      <a:pt x="59165" y="411110"/>
                      <a:pt x="59165" y="411749"/>
                    </a:cubicBezTo>
                    <a:cubicBezTo>
                      <a:pt x="59165" y="412388"/>
                      <a:pt x="60477" y="419150"/>
                      <a:pt x="60477" y="419991"/>
                    </a:cubicBezTo>
                    <a:cubicBezTo>
                      <a:pt x="60477" y="420865"/>
                      <a:pt x="64381" y="425642"/>
                      <a:pt x="64381" y="425642"/>
                    </a:cubicBezTo>
                    <a:lnTo>
                      <a:pt x="75689" y="431058"/>
                    </a:lnTo>
                    <a:lnTo>
                      <a:pt x="84810" y="431058"/>
                    </a:lnTo>
                    <a:cubicBezTo>
                      <a:pt x="84810" y="431058"/>
                      <a:pt x="96993" y="430722"/>
                      <a:pt x="99820" y="429645"/>
                    </a:cubicBezTo>
                    <a:cubicBezTo>
                      <a:pt x="102646" y="428569"/>
                      <a:pt x="102646" y="425642"/>
                      <a:pt x="102646" y="425642"/>
                    </a:cubicBezTo>
                    <a:lnTo>
                      <a:pt x="108738" y="424129"/>
                    </a:lnTo>
                    <a:lnTo>
                      <a:pt x="117421" y="424129"/>
                    </a:lnTo>
                    <a:lnTo>
                      <a:pt x="126541" y="424129"/>
                    </a:lnTo>
                    <a:lnTo>
                      <a:pt x="132195" y="421942"/>
                    </a:lnTo>
                    <a:lnTo>
                      <a:pt x="141114" y="418645"/>
                    </a:lnTo>
                    <a:lnTo>
                      <a:pt x="147272" y="416761"/>
                    </a:lnTo>
                    <a:lnTo>
                      <a:pt x="148787" y="415786"/>
                    </a:lnTo>
                    <a:lnTo>
                      <a:pt x="146397" y="413398"/>
                    </a:lnTo>
                    <a:lnTo>
                      <a:pt x="147845" y="407611"/>
                    </a:lnTo>
                    <a:lnTo>
                      <a:pt x="147845" y="402397"/>
                    </a:lnTo>
                    <a:lnTo>
                      <a:pt x="152927" y="393416"/>
                    </a:lnTo>
                    <a:lnTo>
                      <a:pt x="157705" y="389951"/>
                    </a:lnTo>
                    <a:lnTo>
                      <a:pt x="163494" y="385308"/>
                    </a:lnTo>
                    <a:lnTo>
                      <a:pt x="175946" y="384165"/>
                    </a:lnTo>
                    <a:lnTo>
                      <a:pt x="189273" y="386183"/>
                    </a:lnTo>
                    <a:cubicBezTo>
                      <a:pt x="189273" y="386183"/>
                      <a:pt x="197687" y="388504"/>
                      <a:pt x="198832" y="389076"/>
                    </a:cubicBezTo>
                    <a:cubicBezTo>
                      <a:pt x="199976" y="389648"/>
                      <a:pt x="202601" y="391969"/>
                      <a:pt x="202601" y="391969"/>
                    </a:cubicBezTo>
                    <a:lnTo>
                      <a:pt x="205798" y="399201"/>
                    </a:lnTo>
                    <a:lnTo>
                      <a:pt x="210442" y="402397"/>
                    </a:lnTo>
                    <a:lnTo>
                      <a:pt x="210442" y="411076"/>
                    </a:lnTo>
                    <a:lnTo>
                      <a:pt x="210442" y="421202"/>
                    </a:lnTo>
                    <a:lnTo>
                      <a:pt x="216971" y="428434"/>
                    </a:lnTo>
                    <a:lnTo>
                      <a:pt x="220303" y="430453"/>
                    </a:lnTo>
                    <a:lnTo>
                      <a:pt x="224644" y="435364"/>
                    </a:lnTo>
                    <a:lnTo>
                      <a:pt x="230736" y="430453"/>
                    </a:lnTo>
                    <a:lnTo>
                      <a:pt x="233058" y="426685"/>
                    </a:lnTo>
                    <a:lnTo>
                      <a:pt x="233058" y="420596"/>
                    </a:lnTo>
                    <a:lnTo>
                      <a:pt x="240025" y="416896"/>
                    </a:lnTo>
                    <a:lnTo>
                      <a:pt x="250996" y="424599"/>
                    </a:lnTo>
                    <a:cubicBezTo>
                      <a:pt x="250996" y="424599"/>
                      <a:pt x="253823" y="427863"/>
                      <a:pt x="254159" y="427963"/>
                    </a:cubicBezTo>
                    <a:cubicBezTo>
                      <a:pt x="254496" y="428064"/>
                      <a:pt x="259713" y="429040"/>
                      <a:pt x="259713" y="429040"/>
                    </a:cubicBezTo>
                    <a:cubicBezTo>
                      <a:pt x="259713" y="429040"/>
                      <a:pt x="265366" y="427963"/>
                      <a:pt x="265804" y="427627"/>
                    </a:cubicBezTo>
                    <a:cubicBezTo>
                      <a:pt x="266241" y="427291"/>
                      <a:pt x="271794" y="426551"/>
                      <a:pt x="272232" y="426551"/>
                    </a:cubicBezTo>
                    <a:cubicBezTo>
                      <a:pt x="272669" y="426551"/>
                      <a:pt x="277348" y="425676"/>
                      <a:pt x="277348" y="425676"/>
                    </a:cubicBezTo>
                    <a:lnTo>
                      <a:pt x="281252" y="420361"/>
                    </a:lnTo>
                    <a:lnTo>
                      <a:pt x="282766" y="413398"/>
                    </a:lnTo>
                    <a:lnTo>
                      <a:pt x="283304" y="408722"/>
                    </a:lnTo>
                    <a:lnTo>
                      <a:pt x="289833" y="404247"/>
                    </a:lnTo>
                    <a:lnTo>
                      <a:pt x="295050" y="403373"/>
                    </a:lnTo>
                    <a:cubicBezTo>
                      <a:pt x="295050" y="403373"/>
                      <a:pt x="301141" y="405559"/>
                      <a:pt x="301781" y="405862"/>
                    </a:cubicBezTo>
                    <a:cubicBezTo>
                      <a:pt x="302420" y="406199"/>
                      <a:pt x="305584" y="408352"/>
                      <a:pt x="305584" y="408352"/>
                    </a:cubicBezTo>
                    <a:cubicBezTo>
                      <a:pt x="305584" y="408352"/>
                      <a:pt x="309723" y="413229"/>
                      <a:pt x="309387" y="413768"/>
                    </a:cubicBezTo>
                    <a:cubicBezTo>
                      <a:pt x="309050" y="414306"/>
                      <a:pt x="310026" y="418982"/>
                      <a:pt x="310026" y="419419"/>
                    </a:cubicBezTo>
                    <a:cubicBezTo>
                      <a:pt x="310026" y="419856"/>
                      <a:pt x="309387" y="424835"/>
                      <a:pt x="309387" y="424835"/>
                    </a:cubicBezTo>
                    <a:lnTo>
                      <a:pt x="315814" y="433850"/>
                    </a:lnTo>
                    <a:lnTo>
                      <a:pt x="322007" y="436037"/>
                    </a:lnTo>
                    <a:cubicBezTo>
                      <a:pt x="322007" y="436037"/>
                      <a:pt x="330151" y="433312"/>
                      <a:pt x="330825" y="433110"/>
                    </a:cubicBezTo>
                    <a:cubicBezTo>
                      <a:pt x="331498" y="432908"/>
                      <a:pt x="336378" y="429645"/>
                      <a:pt x="336378" y="429645"/>
                    </a:cubicBezTo>
                    <a:cubicBezTo>
                      <a:pt x="336378" y="429645"/>
                      <a:pt x="340820" y="423557"/>
                      <a:pt x="341055" y="423220"/>
                    </a:cubicBezTo>
                    <a:cubicBezTo>
                      <a:pt x="341258" y="422884"/>
                      <a:pt x="342671" y="418006"/>
                      <a:pt x="342671" y="418006"/>
                    </a:cubicBezTo>
                    <a:lnTo>
                      <a:pt x="341055" y="409092"/>
                    </a:lnTo>
                    <a:lnTo>
                      <a:pt x="342469" y="403776"/>
                    </a:lnTo>
                    <a:lnTo>
                      <a:pt x="346070" y="396611"/>
                    </a:lnTo>
                    <a:cubicBezTo>
                      <a:pt x="346070" y="396611"/>
                      <a:pt x="350849" y="395535"/>
                      <a:pt x="351623" y="395299"/>
                    </a:cubicBezTo>
                    <a:cubicBezTo>
                      <a:pt x="352364" y="395064"/>
                      <a:pt x="362393" y="394660"/>
                      <a:pt x="362393" y="394660"/>
                    </a:cubicBezTo>
                    <a:lnTo>
                      <a:pt x="365859" y="392373"/>
                    </a:lnTo>
                    <a:lnTo>
                      <a:pt x="364008" y="388773"/>
                    </a:lnTo>
                    <a:lnTo>
                      <a:pt x="364984" y="382785"/>
                    </a:lnTo>
                    <a:lnTo>
                      <a:pt x="368585" y="378210"/>
                    </a:lnTo>
                    <a:lnTo>
                      <a:pt x="369898" y="372996"/>
                    </a:lnTo>
                    <a:lnTo>
                      <a:pt x="370537" y="369195"/>
                    </a:lnTo>
                    <a:cubicBezTo>
                      <a:pt x="370537" y="369195"/>
                      <a:pt x="370537" y="363644"/>
                      <a:pt x="370537" y="363207"/>
                    </a:cubicBezTo>
                    <a:cubicBezTo>
                      <a:pt x="370537" y="362770"/>
                      <a:pt x="370907" y="359507"/>
                      <a:pt x="370907" y="359507"/>
                    </a:cubicBezTo>
                    <a:lnTo>
                      <a:pt x="373229" y="354057"/>
                    </a:lnTo>
                    <a:cubicBezTo>
                      <a:pt x="373229" y="354057"/>
                      <a:pt x="381710" y="353519"/>
                      <a:pt x="382148" y="353284"/>
                    </a:cubicBezTo>
                    <a:cubicBezTo>
                      <a:pt x="382585" y="353048"/>
                      <a:pt x="388239" y="351871"/>
                      <a:pt x="388239" y="351871"/>
                    </a:cubicBezTo>
                    <a:lnTo>
                      <a:pt x="394230" y="349045"/>
                    </a:lnTo>
                    <a:lnTo>
                      <a:pt x="399009" y="345344"/>
                    </a:lnTo>
                    <a:lnTo>
                      <a:pt x="407927" y="343932"/>
                    </a:lnTo>
                    <a:lnTo>
                      <a:pt x="417822" y="343932"/>
                    </a:lnTo>
                    <a:lnTo>
                      <a:pt x="419774" y="345546"/>
                    </a:lnTo>
                    <a:lnTo>
                      <a:pt x="420312" y="342182"/>
                    </a:lnTo>
                    <a:lnTo>
                      <a:pt x="421288" y="333941"/>
                    </a:lnTo>
                    <a:cubicBezTo>
                      <a:pt x="421288" y="333941"/>
                      <a:pt x="423038" y="328087"/>
                      <a:pt x="423240" y="327650"/>
                    </a:cubicBezTo>
                    <a:cubicBezTo>
                      <a:pt x="423442" y="327213"/>
                      <a:pt x="426504" y="320821"/>
                      <a:pt x="426504" y="320821"/>
                    </a:cubicBezTo>
                    <a:lnTo>
                      <a:pt x="433034" y="313757"/>
                    </a:lnTo>
                    <a:lnTo>
                      <a:pt x="436601" y="310494"/>
                    </a:lnTo>
                    <a:lnTo>
                      <a:pt x="439091" y="306692"/>
                    </a:lnTo>
                    <a:cubicBezTo>
                      <a:pt x="439091" y="306692"/>
                      <a:pt x="439866" y="299628"/>
                      <a:pt x="439866" y="298316"/>
                    </a:cubicBezTo>
                    <a:cubicBezTo>
                      <a:pt x="439866" y="297004"/>
                      <a:pt x="440640" y="290276"/>
                      <a:pt x="440640" y="290276"/>
                    </a:cubicBezTo>
                    <a:cubicBezTo>
                      <a:pt x="440640" y="290276"/>
                      <a:pt x="442693" y="286374"/>
                      <a:pt x="443130" y="285836"/>
                    </a:cubicBezTo>
                    <a:cubicBezTo>
                      <a:pt x="443568" y="285298"/>
                      <a:pt x="445519" y="285298"/>
                      <a:pt x="446394" y="284759"/>
                    </a:cubicBezTo>
                    <a:cubicBezTo>
                      <a:pt x="447269" y="284221"/>
                      <a:pt x="451274" y="284759"/>
                      <a:pt x="451712" y="284759"/>
                    </a:cubicBezTo>
                    <a:cubicBezTo>
                      <a:pt x="452149" y="284759"/>
                      <a:pt x="458342" y="284860"/>
                      <a:pt x="458342" y="284860"/>
                    </a:cubicBezTo>
                    <a:lnTo>
                      <a:pt x="465611" y="284860"/>
                    </a:lnTo>
                    <a:lnTo>
                      <a:pt x="464635" y="278132"/>
                    </a:lnTo>
                    <a:lnTo>
                      <a:pt x="462683" y="273120"/>
                    </a:lnTo>
                    <a:lnTo>
                      <a:pt x="462784" y="267368"/>
                    </a:lnTo>
                    <a:lnTo>
                      <a:pt x="464837" y="267166"/>
                    </a:lnTo>
                    <a:lnTo>
                      <a:pt x="470155" y="269554"/>
                    </a:lnTo>
                    <a:lnTo>
                      <a:pt x="474395" y="269453"/>
                    </a:lnTo>
                    <a:lnTo>
                      <a:pt x="475910" y="265013"/>
                    </a:lnTo>
                    <a:lnTo>
                      <a:pt x="476011" y="260337"/>
                    </a:lnTo>
                    <a:lnTo>
                      <a:pt x="473958" y="254686"/>
                    </a:lnTo>
                    <a:lnTo>
                      <a:pt x="474832" y="250447"/>
                    </a:lnTo>
                    <a:lnTo>
                      <a:pt x="477861" y="247823"/>
                    </a:lnTo>
                    <a:lnTo>
                      <a:pt x="480352" y="245233"/>
                    </a:lnTo>
                    <a:lnTo>
                      <a:pt x="485131" y="245771"/>
                    </a:lnTo>
                    <a:lnTo>
                      <a:pt x="487958" y="247958"/>
                    </a:lnTo>
                    <a:lnTo>
                      <a:pt x="490684" y="248294"/>
                    </a:lnTo>
                    <a:lnTo>
                      <a:pt x="492198" y="246545"/>
                    </a:lnTo>
                    <a:lnTo>
                      <a:pt x="493275" y="242104"/>
                    </a:lnTo>
                    <a:lnTo>
                      <a:pt x="493814" y="237563"/>
                    </a:lnTo>
                    <a:lnTo>
                      <a:pt x="491323" y="236049"/>
                    </a:lnTo>
                    <a:lnTo>
                      <a:pt x="488294" y="234838"/>
                    </a:lnTo>
                    <a:lnTo>
                      <a:pt x="486982" y="231474"/>
                    </a:lnTo>
                    <a:lnTo>
                      <a:pt x="486746" y="226698"/>
                    </a:lnTo>
                    <a:lnTo>
                      <a:pt x="485871" y="225924"/>
                    </a:lnTo>
                    <a:lnTo>
                      <a:pt x="483145" y="225722"/>
                    </a:lnTo>
                    <a:lnTo>
                      <a:pt x="480116" y="224545"/>
                    </a:lnTo>
                    <a:lnTo>
                      <a:pt x="478366" y="223031"/>
                    </a:lnTo>
                    <a:lnTo>
                      <a:pt x="477356" y="221517"/>
                    </a:lnTo>
                    <a:lnTo>
                      <a:pt x="477020" y="220440"/>
                    </a:lnTo>
                    <a:lnTo>
                      <a:pt x="476381" y="218489"/>
                    </a:lnTo>
                    <a:lnTo>
                      <a:pt x="474967" y="215462"/>
                    </a:lnTo>
                    <a:lnTo>
                      <a:pt x="475506" y="212199"/>
                    </a:lnTo>
                    <a:lnTo>
                      <a:pt x="477121" y="211324"/>
                    </a:lnTo>
                    <a:lnTo>
                      <a:pt x="480150" y="211526"/>
                    </a:lnTo>
                    <a:lnTo>
                      <a:pt x="482539" y="214251"/>
                    </a:lnTo>
                    <a:lnTo>
                      <a:pt x="485131" y="216303"/>
                    </a:lnTo>
                    <a:lnTo>
                      <a:pt x="488160" y="217177"/>
                    </a:lnTo>
                    <a:lnTo>
                      <a:pt x="489775" y="216841"/>
                    </a:lnTo>
                    <a:lnTo>
                      <a:pt x="491424" y="215428"/>
                    </a:lnTo>
                    <a:lnTo>
                      <a:pt x="491963" y="213578"/>
                    </a:lnTo>
                    <a:lnTo>
                      <a:pt x="493477" y="211291"/>
                    </a:lnTo>
                    <a:lnTo>
                      <a:pt x="494352" y="210517"/>
                    </a:lnTo>
                    <a:lnTo>
                      <a:pt x="497078" y="209440"/>
                    </a:lnTo>
                    <a:cubicBezTo>
                      <a:pt x="497078" y="209440"/>
                      <a:pt x="497953" y="211492"/>
                      <a:pt x="498054" y="211930"/>
                    </a:cubicBezTo>
                    <a:cubicBezTo>
                      <a:pt x="498155" y="212367"/>
                      <a:pt x="498155" y="214116"/>
                      <a:pt x="498155" y="214116"/>
                    </a:cubicBezTo>
                    <a:cubicBezTo>
                      <a:pt x="498155" y="214116"/>
                      <a:pt x="498256" y="218153"/>
                      <a:pt x="498054" y="218456"/>
                    </a:cubicBezTo>
                    <a:cubicBezTo>
                      <a:pt x="497819" y="218792"/>
                      <a:pt x="497516" y="221281"/>
                      <a:pt x="497516" y="221281"/>
                    </a:cubicBezTo>
                    <a:lnTo>
                      <a:pt x="495766" y="223771"/>
                    </a:lnTo>
                    <a:lnTo>
                      <a:pt x="495530" y="226698"/>
                    </a:lnTo>
                    <a:lnTo>
                      <a:pt x="495530" y="230600"/>
                    </a:lnTo>
                    <a:lnTo>
                      <a:pt x="496506" y="233964"/>
                    </a:lnTo>
                    <a:lnTo>
                      <a:pt x="501083" y="234838"/>
                    </a:lnTo>
                    <a:lnTo>
                      <a:pt x="505122" y="234300"/>
                    </a:lnTo>
                    <a:lnTo>
                      <a:pt x="506199" y="232248"/>
                    </a:lnTo>
                    <a:cubicBezTo>
                      <a:pt x="506199" y="232248"/>
                      <a:pt x="509463" y="228783"/>
                      <a:pt x="509800" y="228548"/>
                    </a:cubicBezTo>
                    <a:cubicBezTo>
                      <a:pt x="510136" y="228312"/>
                      <a:pt x="512627" y="226597"/>
                      <a:pt x="513064" y="225957"/>
                    </a:cubicBezTo>
                    <a:cubicBezTo>
                      <a:pt x="513502" y="225318"/>
                      <a:pt x="516228" y="224107"/>
                      <a:pt x="516228" y="224107"/>
                    </a:cubicBezTo>
                    <a:lnTo>
                      <a:pt x="519391" y="222694"/>
                    </a:lnTo>
                    <a:lnTo>
                      <a:pt x="522858" y="222156"/>
                    </a:lnTo>
                    <a:lnTo>
                      <a:pt x="528074" y="221954"/>
                    </a:lnTo>
                    <a:lnTo>
                      <a:pt x="531002" y="220205"/>
                    </a:lnTo>
                    <a:lnTo>
                      <a:pt x="532079" y="217817"/>
                    </a:lnTo>
                    <a:lnTo>
                      <a:pt x="532516" y="214015"/>
                    </a:lnTo>
                    <a:lnTo>
                      <a:pt x="531742" y="210315"/>
                    </a:lnTo>
                    <a:lnTo>
                      <a:pt x="530093" y="203251"/>
                    </a:lnTo>
                    <a:lnTo>
                      <a:pt x="529017" y="199113"/>
                    </a:lnTo>
                    <a:lnTo>
                      <a:pt x="526829" y="193663"/>
                    </a:lnTo>
                    <a:lnTo>
                      <a:pt x="526829" y="184110"/>
                    </a:lnTo>
                    <a:lnTo>
                      <a:pt x="527704" y="180645"/>
                    </a:lnTo>
                    <a:lnTo>
                      <a:pt x="532920" y="180645"/>
                    </a:lnTo>
                    <a:lnTo>
                      <a:pt x="536185" y="183908"/>
                    </a:lnTo>
                    <a:lnTo>
                      <a:pt x="540089" y="187608"/>
                    </a:lnTo>
                    <a:lnTo>
                      <a:pt x="543118" y="188920"/>
                    </a:lnTo>
                    <a:lnTo>
                      <a:pt x="546382" y="190434"/>
                    </a:lnTo>
                    <a:lnTo>
                      <a:pt x="547257" y="186296"/>
                    </a:lnTo>
                    <a:lnTo>
                      <a:pt x="545305" y="181721"/>
                    </a:lnTo>
                    <a:lnTo>
                      <a:pt x="546180" y="176709"/>
                    </a:lnTo>
                    <a:lnTo>
                      <a:pt x="546618" y="173681"/>
                    </a:lnTo>
                    <a:lnTo>
                      <a:pt x="548132" y="172168"/>
                    </a:lnTo>
                    <a:lnTo>
                      <a:pt x="549647" y="169981"/>
                    </a:lnTo>
                    <a:lnTo>
                      <a:pt x="546820" y="168467"/>
                    </a:lnTo>
                    <a:lnTo>
                      <a:pt x="541166" y="168467"/>
                    </a:lnTo>
                    <a:lnTo>
                      <a:pt x="533122" y="168366"/>
                    </a:lnTo>
                    <a:lnTo>
                      <a:pt x="527704" y="166314"/>
                    </a:lnTo>
                    <a:lnTo>
                      <a:pt x="525954" y="160461"/>
                    </a:lnTo>
                    <a:lnTo>
                      <a:pt x="530531" y="156559"/>
                    </a:lnTo>
                    <a:lnTo>
                      <a:pt x="534670" y="156323"/>
                    </a:lnTo>
                    <a:lnTo>
                      <a:pt x="538137" y="156323"/>
                    </a:lnTo>
                    <a:lnTo>
                      <a:pt x="543791" y="157736"/>
                    </a:lnTo>
                    <a:lnTo>
                      <a:pt x="545541" y="160226"/>
                    </a:lnTo>
                    <a:lnTo>
                      <a:pt x="551430" y="160427"/>
                    </a:lnTo>
                    <a:lnTo>
                      <a:pt x="558161" y="155651"/>
                    </a:lnTo>
                    <a:lnTo>
                      <a:pt x="561628" y="149360"/>
                    </a:lnTo>
                    <a:lnTo>
                      <a:pt x="568359" y="148485"/>
                    </a:lnTo>
                    <a:lnTo>
                      <a:pt x="574652" y="147409"/>
                    </a:lnTo>
                    <a:lnTo>
                      <a:pt x="583571" y="143708"/>
                    </a:lnTo>
                    <a:lnTo>
                      <a:pt x="589426" y="143271"/>
                    </a:lnTo>
                    <a:lnTo>
                      <a:pt x="589426" y="137182"/>
                    </a:lnTo>
                    <a:lnTo>
                      <a:pt x="588013" y="132406"/>
                    </a:lnTo>
                    <a:lnTo>
                      <a:pt x="589225" y="127191"/>
                    </a:lnTo>
                    <a:lnTo>
                      <a:pt x="595316" y="127831"/>
                    </a:lnTo>
                    <a:lnTo>
                      <a:pt x="602047" y="126956"/>
                    </a:lnTo>
                    <a:lnTo>
                      <a:pt x="599658" y="131733"/>
                    </a:lnTo>
                    <a:cubicBezTo>
                      <a:pt x="599658" y="131733"/>
                      <a:pt x="595316" y="134121"/>
                      <a:pt x="594643" y="134121"/>
                    </a:cubicBezTo>
                    <a:cubicBezTo>
                      <a:pt x="594003" y="134121"/>
                      <a:pt x="593330" y="138696"/>
                      <a:pt x="593330" y="138696"/>
                    </a:cubicBezTo>
                    <a:lnTo>
                      <a:pt x="597907" y="143473"/>
                    </a:lnTo>
                    <a:lnTo>
                      <a:pt x="601609" y="144112"/>
                    </a:lnTo>
                    <a:lnTo>
                      <a:pt x="605513" y="144549"/>
                    </a:lnTo>
                    <a:lnTo>
                      <a:pt x="608105" y="143675"/>
                    </a:lnTo>
                    <a:lnTo>
                      <a:pt x="609215" y="141085"/>
                    </a:lnTo>
                    <a:lnTo>
                      <a:pt x="608340" y="136745"/>
                    </a:lnTo>
                    <a:lnTo>
                      <a:pt x="610292" y="132607"/>
                    </a:lnTo>
                    <a:lnTo>
                      <a:pt x="614432" y="128268"/>
                    </a:lnTo>
                    <a:lnTo>
                      <a:pt x="615946" y="125442"/>
                    </a:lnTo>
                    <a:lnTo>
                      <a:pt x="619446" y="122415"/>
                    </a:lnTo>
                    <a:lnTo>
                      <a:pt x="622913" y="120901"/>
                    </a:lnTo>
                    <a:lnTo>
                      <a:pt x="627490" y="117873"/>
                    </a:lnTo>
                    <a:lnTo>
                      <a:pt x="629442" y="116124"/>
                    </a:lnTo>
                    <a:lnTo>
                      <a:pt x="632033" y="112659"/>
                    </a:lnTo>
                    <a:lnTo>
                      <a:pt x="637485" y="115922"/>
                    </a:lnTo>
                    <a:lnTo>
                      <a:pt x="644014" y="116999"/>
                    </a:lnTo>
                    <a:lnTo>
                      <a:pt x="645764" y="116763"/>
                    </a:lnTo>
                    <a:lnTo>
                      <a:pt x="647952" y="114375"/>
                    </a:lnTo>
                    <a:lnTo>
                      <a:pt x="650543" y="108723"/>
                    </a:lnTo>
                    <a:lnTo>
                      <a:pt x="650981" y="102870"/>
                    </a:lnTo>
                    <a:lnTo>
                      <a:pt x="651418" y="100482"/>
                    </a:lnTo>
                    <a:lnTo>
                      <a:pt x="655558" y="100280"/>
                    </a:lnTo>
                    <a:lnTo>
                      <a:pt x="657072" y="105494"/>
                    </a:lnTo>
                    <a:lnTo>
                      <a:pt x="658149" y="113298"/>
                    </a:lnTo>
                    <a:lnTo>
                      <a:pt x="659226" y="118075"/>
                    </a:lnTo>
                    <a:lnTo>
                      <a:pt x="660976" y="124803"/>
                    </a:lnTo>
                    <a:lnTo>
                      <a:pt x="666832" y="127393"/>
                    </a:lnTo>
                    <a:lnTo>
                      <a:pt x="672688" y="128268"/>
                    </a:lnTo>
                    <a:lnTo>
                      <a:pt x="676827" y="125240"/>
                    </a:lnTo>
                    <a:lnTo>
                      <a:pt x="683356" y="120026"/>
                    </a:lnTo>
                    <a:lnTo>
                      <a:pt x="685982" y="118277"/>
                    </a:lnTo>
                    <a:lnTo>
                      <a:pt x="688808" y="115687"/>
                    </a:lnTo>
                    <a:lnTo>
                      <a:pt x="690323" y="113736"/>
                    </a:lnTo>
                    <a:lnTo>
                      <a:pt x="690323" y="111112"/>
                    </a:lnTo>
                    <a:cubicBezTo>
                      <a:pt x="690323" y="111112"/>
                      <a:pt x="688472" y="108286"/>
                      <a:pt x="688270" y="107647"/>
                    </a:cubicBezTo>
                    <a:cubicBezTo>
                      <a:pt x="688034" y="107008"/>
                      <a:pt x="690323" y="103072"/>
                      <a:pt x="690323" y="103072"/>
                    </a:cubicBezTo>
                    <a:lnTo>
                      <a:pt x="692510" y="101760"/>
                    </a:lnTo>
                    <a:lnTo>
                      <a:pt x="694261" y="98059"/>
                    </a:lnTo>
                    <a:lnTo>
                      <a:pt x="690559" y="96108"/>
                    </a:lnTo>
                    <a:lnTo>
                      <a:pt x="687731" y="96748"/>
                    </a:lnTo>
                    <a:lnTo>
                      <a:pt x="683828" y="98261"/>
                    </a:lnTo>
                    <a:cubicBezTo>
                      <a:pt x="683828" y="98261"/>
                      <a:pt x="679688" y="100852"/>
                      <a:pt x="678813" y="101087"/>
                    </a:cubicBezTo>
                    <a:cubicBezTo>
                      <a:pt x="677938" y="101289"/>
                      <a:pt x="675347" y="101087"/>
                      <a:pt x="675347" y="101087"/>
                    </a:cubicBezTo>
                    <a:lnTo>
                      <a:pt x="676659" y="98261"/>
                    </a:lnTo>
                    <a:lnTo>
                      <a:pt x="677097" y="92845"/>
                    </a:lnTo>
                    <a:lnTo>
                      <a:pt x="677298" y="89145"/>
                    </a:lnTo>
                    <a:lnTo>
                      <a:pt x="678611" y="87833"/>
                    </a:lnTo>
                    <a:lnTo>
                      <a:pt x="681000" y="86319"/>
                    </a:lnTo>
                    <a:lnTo>
                      <a:pt x="683828" y="84806"/>
                    </a:lnTo>
                    <a:lnTo>
                      <a:pt x="686856" y="80668"/>
                    </a:lnTo>
                    <a:lnTo>
                      <a:pt x="686856" y="73704"/>
                    </a:lnTo>
                    <a:lnTo>
                      <a:pt x="688270" y="68053"/>
                    </a:lnTo>
                    <a:lnTo>
                      <a:pt x="690356" y="65025"/>
                    </a:lnTo>
                    <a:lnTo>
                      <a:pt x="692948" y="60248"/>
                    </a:lnTo>
                    <a:lnTo>
                      <a:pt x="696212" y="56346"/>
                    </a:lnTo>
                    <a:lnTo>
                      <a:pt x="697290" y="54597"/>
                    </a:lnTo>
                    <a:lnTo>
                      <a:pt x="697290" y="51771"/>
                    </a:lnTo>
                    <a:lnTo>
                      <a:pt x="695977" y="49820"/>
                    </a:lnTo>
                    <a:close/>
                  </a:path>
                </a:pathLst>
              </a:custGeom>
              <a:grpFill/>
              <a:ln w="6350" cap="flat">
                <a:solidFill>
                  <a:schemeClr val="bg1"/>
                </a:solidFill>
                <a:prstDash val="solid"/>
                <a:miter/>
              </a:ln>
            </p:spPr>
            <p:txBody>
              <a:bodyPr rtlCol="0" anchor="ctr"/>
              <a:lstStyle/>
              <a:p>
                <a:endParaRPr lang="en-US"/>
              </a:p>
            </p:txBody>
          </p:sp>
        </p:grpSp>
        <p:sp>
          <p:nvSpPr>
            <p:cNvPr id="180" name="Freeform 897">
              <a:extLst>
                <a:ext uri="{FF2B5EF4-FFF2-40B4-BE49-F238E27FC236}">
                  <a16:creationId xmlns:a16="http://schemas.microsoft.com/office/drawing/2014/main" id="{86A5A15D-1A78-5CE8-38A2-3C48628A08D2}"/>
                </a:ext>
              </a:extLst>
            </p:cNvPr>
            <p:cNvSpPr/>
            <p:nvPr/>
          </p:nvSpPr>
          <p:spPr>
            <a:xfrm>
              <a:off x="7764148" y="2739847"/>
              <a:ext cx="308043" cy="292908"/>
            </a:xfrm>
            <a:custGeom>
              <a:avLst/>
              <a:gdLst>
                <a:gd name="connsiteX0" fmla="*/ 490819 w 591411"/>
                <a:gd name="connsiteY0" fmla="*/ 552430 h 562353"/>
                <a:gd name="connsiteX1" fmla="*/ 491121 w 591411"/>
                <a:gd name="connsiteY1" fmla="*/ 544895 h 562353"/>
                <a:gd name="connsiteX2" fmla="*/ 498088 w 591411"/>
                <a:gd name="connsiteY2" fmla="*/ 532448 h 562353"/>
                <a:gd name="connsiteX3" fmla="*/ 500713 w 591411"/>
                <a:gd name="connsiteY3" fmla="*/ 525485 h 562353"/>
                <a:gd name="connsiteX4" fmla="*/ 506804 w 591411"/>
                <a:gd name="connsiteY4" fmla="*/ 522289 h 562353"/>
                <a:gd name="connsiteX5" fmla="*/ 512896 w 591411"/>
                <a:gd name="connsiteY5" fmla="*/ 520540 h 562353"/>
                <a:gd name="connsiteX6" fmla="*/ 521578 w 591411"/>
                <a:gd name="connsiteY6" fmla="*/ 516772 h 562353"/>
                <a:gd name="connsiteX7" fmla="*/ 527367 w 591411"/>
                <a:gd name="connsiteY7" fmla="*/ 513004 h 562353"/>
                <a:gd name="connsiteX8" fmla="*/ 529387 w 591411"/>
                <a:gd name="connsiteY8" fmla="*/ 510986 h 562353"/>
                <a:gd name="connsiteX9" fmla="*/ 536050 w 591411"/>
                <a:gd name="connsiteY9" fmla="*/ 505469 h 562353"/>
                <a:gd name="connsiteX10" fmla="*/ 535747 w 591411"/>
                <a:gd name="connsiteY10" fmla="*/ 491273 h 562353"/>
                <a:gd name="connsiteX11" fmla="*/ 533425 w 591411"/>
                <a:gd name="connsiteY11" fmla="*/ 468667 h 562353"/>
                <a:gd name="connsiteX12" fmla="*/ 533997 w 591411"/>
                <a:gd name="connsiteY12" fmla="*/ 455043 h 562353"/>
                <a:gd name="connsiteX13" fmla="*/ 532550 w 591411"/>
                <a:gd name="connsiteY13" fmla="*/ 445759 h 562353"/>
                <a:gd name="connsiteX14" fmla="*/ 528209 w 591411"/>
                <a:gd name="connsiteY14" fmla="*/ 436508 h 562353"/>
                <a:gd name="connsiteX15" fmla="*/ 523295 w 591411"/>
                <a:gd name="connsiteY15" fmla="*/ 435633 h 562353"/>
                <a:gd name="connsiteX16" fmla="*/ 517506 w 591411"/>
                <a:gd name="connsiteY16" fmla="*/ 439670 h 562353"/>
                <a:gd name="connsiteX17" fmla="*/ 513165 w 591411"/>
                <a:gd name="connsiteY17" fmla="*/ 443135 h 562353"/>
                <a:gd name="connsiteX18" fmla="*/ 506501 w 591411"/>
                <a:gd name="connsiteY18" fmla="*/ 443135 h 562353"/>
                <a:gd name="connsiteX19" fmla="*/ 498694 w 591411"/>
                <a:gd name="connsiteY19" fmla="*/ 436474 h 562353"/>
                <a:gd name="connsiteX20" fmla="*/ 491155 w 591411"/>
                <a:gd name="connsiteY20" fmla="*/ 434153 h 562353"/>
                <a:gd name="connsiteX21" fmla="*/ 487958 w 591411"/>
                <a:gd name="connsiteY21" fmla="*/ 436171 h 562353"/>
                <a:gd name="connsiteX22" fmla="*/ 476650 w 591411"/>
                <a:gd name="connsiteY22" fmla="*/ 440814 h 562353"/>
                <a:gd name="connsiteX23" fmla="*/ 469683 w 591411"/>
                <a:gd name="connsiteY23" fmla="*/ 435297 h 562353"/>
                <a:gd name="connsiteX24" fmla="*/ 469683 w 591411"/>
                <a:gd name="connsiteY24" fmla="*/ 424869 h 562353"/>
                <a:gd name="connsiteX25" fmla="*/ 463895 w 591411"/>
                <a:gd name="connsiteY25" fmla="*/ 409226 h 562353"/>
                <a:gd name="connsiteX26" fmla="*/ 458981 w 591411"/>
                <a:gd name="connsiteY26" fmla="*/ 396174 h 562353"/>
                <a:gd name="connsiteX27" fmla="*/ 451442 w 591411"/>
                <a:gd name="connsiteY27" fmla="*/ 394156 h 562353"/>
                <a:gd name="connsiteX28" fmla="*/ 437543 w 591411"/>
                <a:gd name="connsiteY28" fmla="*/ 392406 h 562353"/>
                <a:gd name="connsiteX29" fmla="*/ 432630 w 591411"/>
                <a:gd name="connsiteY29" fmla="*/ 386048 h 562353"/>
                <a:gd name="connsiteX30" fmla="*/ 431452 w 591411"/>
                <a:gd name="connsiteY30" fmla="*/ 377369 h 562353"/>
                <a:gd name="connsiteX31" fmla="*/ 430880 w 591411"/>
                <a:gd name="connsiteY31" fmla="*/ 373299 h 562353"/>
                <a:gd name="connsiteX32" fmla="*/ 427682 w 591411"/>
                <a:gd name="connsiteY32" fmla="*/ 366941 h 562353"/>
                <a:gd name="connsiteX33" fmla="*/ 430004 w 591411"/>
                <a:gd name="connsiteY33" fmla="*/ 362602 h 562353"/>
                <a:gd name="connsiteX34" fmla="*/ 434649 w 591411"/>
                <a:gd name="connsiteY34" fmla="*/ 363174 h 562353"/>
                <a:gd name="connsiteX35" fmla="*/ 439293 w 591411"/>
                <a:gd name="connsiteY35" fmla="*/ 368388 h 562353"/>
                <a:gd name="connsiteX36" fmla="*/ 447976 w 591411"/>
                <a:gd name="connsiteY36" fmla="*/ 373299 h 562353"/>
                <a:gd name="connsiteX37" fmla="*/ 458712 w 591411"/>
                <a:gd name="connsiteY37" fmla="*/ 371550 h 562353"/>
                <a:gd name="connsiteX38" fmla="*/ 468270 w 591411"/>
                <a:gd name="connsiteY38" fmla="*/ 362568 h 562353"/>
                <a:gd name="connsiteX39" fmla="*/ 474361 w 591411"/>
                <a:gd name="connsiteY39" fmla="*/ 360550 h 562353"/>
                <a:gd name="connsiteX40" fmla="*/ 476078 w 591411"/>
                <a:gd name="connsiteY40" fmla="*/ 356513 h 562353"/>
                <a:gd name="connsiteX41" fmla="*/ 476953 w 591411"/>
                <a:gd name="connsiteY41" fmla="*/ 349280 h 562353"/>
                <a:gd name="connsiteX42" fmla="*/ 476381 w 591411"/>
                <a:gd name="connsiteY42" fmla="*/ 342317 h 562353"/>
                <a:gd name="connsiteX43" fmla="*/ 475506 w 591411"/>
                <a:gd name="connsiteY43" fmla="*/ 338549 h 562353"/>
                <a:gd name="connsiteX44" fmla="*/ 471433 w 591411"/>
                <a:gd name="connsiteY44" fmla="*/ 332763 h 562353"/>
                <a:gd name="connsiteX45" fmla="*/ 471433 w 591411"/>
                <a:gd name="connsiteY45" fmla="*/ 324084 h 562353"/>
                <a:gd name="connsiteX46" fmla="*/ 475203 w 591411"/>
                <a:gd name="connsiteY46" fmla="*/ 318870 h 562353"/>
                <a:gd name="connsiteX47" fmla="*/ 480991 w 591411"/>
                <a:gd name="connsiteY47" fmla="*/ 312781 h 562353"/>
                <a:gd name="connsiteX48" fmla="*/ 486208 w 591411"/>
                <a:gd name="connsiteY48" fmla="*/ 312781 h 562353"/>
                <a:gd name="connsiteX49" fmla="*/ 495766 w 591411"/>
                <a:gd name="connsiteY49" fmla="*/ 312781 h 562353"/>
                <a:gd name="connsiteX50" fmla="*/ 496068 w 591411"/>
                <a:gd name="connsiteY50" fmla="*/ 306121 h 562353"/>
                <a:gd name="connsiteX51" fmla="*/ 495193 w 591411"/>
                <a:gd name="connsiteY51" fmla="*/ 299157 h 562353"/>
                <a:gd name="connsiteX52" fmla="*/ 492299 w 591411"/>
                <a:gd name="connsiteY52" fmla="*/ 294515 h 562353"/>
                <a:gd name="connsiteX53" fmla="*/ 492299 w 591411"/>
                <a:gd name="connsiteY53" fmla="*/ 290176 h 562353"/>
                <a:gd name="connsiteX54" fmla="*/ 494621 w 591411"/>
                <a:gd name="connsiteY54" fmla="*/ 288729 h 562353"/>
                <a:gd name="connsiteX55" fmla="*/ 496068 w 591411"/>
                <a:gd name="connsiteY55" fmla="*/ 284961 h 562353"/>
                <a:gd name="connsiteX56" fmla="*/ 495193 w 591411"/>
                <a:gd name="connsiteY56" fmla="*/ 279747 h 562353"/>
                <a:gd name="connsiteX57" fmla="*/ 492299 w 591411"/>
                <a:gd name="connsiteY57" fmla="*/ 277157 h 562353"/>
                <a:gd name="connsiteX58" fmla="*/ 492299 w 591411"/>
                <a:gd name="connsiteY58" fmla="*/ 267301 h 562353"/>
                <a:gd name="connsiteX59" fmla="*/ 493746 w 591411"/>
                <a:gd name="connsiteY59" fmla="*/ 260068 h 562353"/>
                <a:gd name="connsiteX60" fmla="*/ 495766 w 591411"/>
                <a:gd name="connsiteY60" fmla="*/ 253105 h 562353"/>
                <a:gd name="connsiteX61" fmla="*/ 503877 w 591411"/>
                <a:gd name="connsiteY61" fmla="*/ 252533 h 562353"/>
                <a:gd name="connsiteX62" fmla="*/ 511987 w 591411"/>
                <a:gd name="connsiteY62" fmla="*/ 255729 h 562353"/>
                <a:gd name="connsiteX63" fmla="*/ 517204 w 591411"/>
                <a:gd name="connsiteY63" fmla="*/ 259193 h 562353"/>
                <a:gd name="connsiteX64" fmla="*/ 525617 w 591411"/>
                <a:gd name="connsiteY64" fmla="*/ 258319 h 562353"/>
                <a:gd name="connsiteX65" fmla="*/ 528814 w 591411"/>
                <a:gd name="connsiteY65" fmla="*/ 262658 h 562353"/>
                <a:gd name="connsiteX66" fmla="*/ 532314 w 591411"/>
                <a:gd name="connsiteY66" fmla="*/ 266998 h 562353"/>
                <a:gd name="connsiteX67" fmla="*/ 538675 w 591411"/>
                <a:gd name="connsiteY67" fmla="*/ 271337 h 562353"/>
                <a:gd name="connsiteX68" fmla="*/ 540694 w 591411"/>
                <a:gd name="connsiteY68" fmla="*/ 276552 h 562353"/>
                <a:gd name="connsiteX69" fmla="*/ 542714 w 591411"/>
                <a:gd name="connsiteY69" fmla="*/ 284961 h 562353"/>
                <a:gd name="connsiteX70" fmla="*/ 545339 w 591411"/>
                <a:gd name="connsiteY70" fmla="*/ 290176 h 562353"/>
                <a:gd name="connsiteX71" fmla="*/ 552305 w 591411"/>
                <a:gd name="connsiteY71" fmla="*/ 290176 h 562353"/>
                <a:gd name="connsiteX72" fmla="*/ 558094 w 591411"/>
                <a:gd name="connsiteY72" fmla="*/ 290176 h 562353"/>
                <a:gd name="connsiteX73" fmla="*/ 563882 w 591411"/>
                <a:gd name="connsiteY73" fmla="*/ 285971 h 562353"/>
                <a:gd name="connsiteX74" fmla="*/ 571421 w 591411"/>
                <a:gd name="connsiteY74" fmla="*/ 281463 h 562353"/>
                <a:gd name="connsiteX75" fmla="*/ 578085 w 591411"/>
                <a:gd name="connsiteY75" fmla="*/ 277393 h 562353"/>
                <a:gd name="connsiteX76" fmla="*/ 581282 w 591411"/>
                <a:gd name="connsiteY76" fmla="*/ 272447 h 562353"/>
                <a:gd name="connsiteX77" fmla="*/ 583604 w 591411"/>
                <a:gd name="connsiteY77" fmla="*/ 269252 h 562353"/>
                <a:gd name="connsiteX78" fmla="*/ 587071 w 591411"/>
                <a:gd name="connsiteY78" fmla="*/ 269252 h 562353"/>
                <a:gd name="connsiteX79" fmla="*/ 591412 w 591411"/>
                <a:gd name="connsiteY79" fmla="*/ 269252 h 562353"/>
                <a:gd name="connsiteX80" fmla="*/ 591412 w 591411"/>
                <a:gd name="connsiteY80" fmla="*/ 266628 h 562353"/>
                <a:gd name="connsiteX81" fmla="*/ 591412 w 591411"/>
                <a:gd name="connsiteY81" fmla="*/ 260842 h 562353"/>
                <a:gd name="connsiteX82" fmla="*/ 585623 w 591411"/>
                <a:gd name="connsiteY82" fmla="*/ 254181 h 562353"/>
                <a:gd name="connsiteX83" fmla="*/ 583604 w 591411"/>
                <a:gd name="connsiteY83" fmla="*/ 248664 h 562353"/>
                <a:gd name="connsiteX84" fmla="*/ 580979 w 591411"/>
                <a:gd name="connsiteY84" fmla="*/ 238808 h 562353"/>
                <a:gd name="connsiteX85" fmla="*/ 580979 w 591411"/>
                <a:gd name="connsiteY85" fmla="*/ 231844 h 562353"/>
                <a:gd name="connsiteX86" fmla="*/ 580979 w 591411"/>
                <a:gd name="connsiteY86" fmla="*/ 226058 h 562353"/>
                <a:gd name="connsiteX87" fmla="*/ 577075 w 591411"/>
                <a:gd name="connsiteY87" fmla="*/ 225486 h 562353"/>
                <a:gd name="connsiteX88" fmla="*/ 570849 w 591411"/>
                <a:gd name="connsiteY88" fmla="*/ 227808 h 562353"/>
                <a:gd name="connsiteX89" fmla="*/ 565329 w 591411"/>
                <a:gd name="connsiteY89" fmla="*/ 230129 h 562353"/>
                <a:gd name="connsiteX90" fmla="*/ 565329 w 591411"/>
                <a:gd name="connsiteY90" fmla="*/ 223165 h 562353"/>
                <a:gd name="connsiteX91" fmla="*/ 552507 w 591411"/>
                <a:gd name="connsiteY91" fmla="*/ 219431 h 562353"/>
                <a:gd name="connsiteX92" fmla="*/ 544329 w 591411"/>
                <a:gd name="connsiteY92" fmla="*/ 210483 h 562353"/>
                <a:gd name="connsiteX93" fmla="*/ 536790 w 591411"/>
                <a:gd name="connsiteY93" fmla="*/ 194067 h 562353"/>
                <a:gd name="connsiteX94" fmla="*/ 536252 w 591411"/>
                <a:gd name="connsiteY94" fmla="*/ 192755 h 562353"/>
                <a:gd name="connsiteX95" fmla="*/ 533156 w 591411"/>
                <a:gd name="connsiteY95" fmla="*/ 192755 h 562353"/>
                <a:gd name="connsiteX96" fmla="*/ 524473 w 591411"/>
                <a:gd name="connsiteY96" fmla="*/ 192755 h 562353"/>
                <a:gd name="connsiteX97" fmla="*/ 518381 w 591411"/>
                <a:gd name="connsiteY97" fmla="*/ 194269 h 562353"/>
                <a:gd name="connsiteX98" fmla="*/ 515555 w 591411"/>
                <a:gd name="connsiteY98" fmla="*/ 198306 h 562353"/>
                <a:gd name="connsiteX99" fmla="*/ 500544 w 591411"/>
                <a:gd name="connsiteY99" fmla="*/ 199718 h 562353"/>
                <a:gd name="connsiteX100" fmla="*/ 491424 w 591411"/>
                <a:gd name="connsiteY100" fmla="*/ 199718 h 562353"/>
                <a:gd name="connsiteX101" fmla="*/ 480116 w 591411"/>
                <a:gd name="connsiteY101" fmla="*/ 194303 h 562353"/>
                <a:gd name="connsiteX102" fmla="*/ 476212 w 591411"/>
                <a:gd name="connsiteY102" fmla="*/ 188651 h 562353"/>
                <a:gd name="connsiteX103" fmla="*/ 474900 w 591411"/>
                <a:gd name="connsiteY103" fmla="*/ 180409 h 562353"/>
                <a:gd name="connsiteX104" fmla="*/ 474900 w 591411"/>
                <a:gd name="connsiteY104" fmla="*/ 174556 h 562353"/>
                <a:gd name="connsiteX105" fmla="*/ 470558 w 591411"/>
                <a:gd name="connsiteY105" fmla="*/ 169981 h 562353"/>
                <a:gd name="connsiteX106" fmla="*/ 464029 w 591411"/>
                <a:gd name="connsiteY106" fmla="*/ 164969 h 562353"/>
                <a:gd name="connsiteX107" fmla="*/ 456625 w 591411"/>
                <a:gd name="connsiteY107" fmla="*/ 164969 h 562353"/>
                <a:gd name="connsiteX108" fmla="*/ 452486 w 591411"/>
                <a:gd name="connsiteY108" fmla="*/ 158241 h 562353"/>
                <a:gd name="connsiteX109" fmla="*/ 447034 w 591411"/>
                <a:gd name="connsiteY109" fmla="*/ 153228 h 562353"/>
                <a:gd name="connsiteX110" fmla="*/ 439865 w 591411"/>
                <a:gd name="connsiteY110" fmla="*/ 151042 h 562353"/>
                <a:gd name="connsiteX111" fmla="*/ 430509 w 591411"/>
                <a:gd name="connsiteY111" fmla="*/ 151042 h 562353"/>
                <a:gd name="connsiteX112" fmla="*/ 421827 w 591411"/>
                <a:gd name="connsiteY112" fmla="*/ 151042 h 562353"/>
                <a:gd name="connsiteX113" fmla="*/ 417249 w 591411"/>
                <a:gd name="connsiteY113" fmla="*/ 149091 h 562353"/>
                <a:gd name="connsiteX114" fmla="*/ 415735 w 591411"/>
                <a:gd name="connsiteY114" fmla="*/ 145189 h 562353"/>
                <a:gd name="connsiteX115" fmla="*/ 415735 w 591411"/>
                <a:gd name="connsiteY115" fmla="*/ 139773 h 562353"/>
                <a:gd name="connsiteX116" fmla="*/ 415735 w 591411"/>
                <a:gd name="connsiteY116" fmla="*/ 136308 h 562353"/>
                <a:gd name="connsiteX117" fmla="*/ 417048 w 591411"/>
                <a:gd name="connsiteY117" fmla="*/ 133718 h 562353"/>
                <a:gd name="connsiteX118" fmla="*/ 419874 w 591411"/>
                <a:gd name="connsiteY118" fmla="*/ 130892 h 562353"/>
                <a:gd name="connsiteX119" fmla="*/ 423576 w 591411"/>
                <a:gd name="connsiteY119" fmla="*/ 128066 h 562353"/>
                <a:gd name="connsiteX120" fmla="*/ 427480 w 591411"/>
                <a:gd name="connsiteY120" fmla="*/ 123289 h 562353"/>
                <a:gd name="connsiteX121" fmla="*/ 430509 w 591411"/>
                <a:gd name="connsiteY121" fmla="*/ 123289 h 562353"/>
                <a:gd name="connsiteX122" fmla="*/ 431384 w 591411"/>
                <a:gd name="connsiteY122" fmla="*/ 118512 h 562353"/>
                <a:gd name="connsiteX123" fmla="*/ 431384 w 591411"/>
                <a:gd name="connsiteY123" fmla="*/ 113736 h 562353"/>
                <a:gd name="connsiteX124" fmla="*/ 433572 w 591411"/>
                <a:gd name="connsiteY124" fmla="*/ 108959 h 562353"/>
                <a:gd name="connsiteX125" fmla="*/ 435961 w 591411"/>
                <a:gd name="connsiteY125" fmla="*/ 107008 h 562353"/>
                <a:gd name="connsiteX126" fmla="*/ 439024 w 591411"/>
                <a:gd name="connsiteY126" fmla="*/ 104182 h 562353"/>
                <a:gd name="connsiteX127" fmla="*/ 442726 w 591411"/>
                <a:gd name="connsiteY127" fmla="*/ 102130 h 562353"/>
                <a:gd name="connsiteX128" fmla="*/ 447740 w 591411"/>
                <a:gd name="connsiteY128" fmla="*/ 100717 h 562353"/>
                <a:gd name="connsiteX129" fmla="*/ 453193 w 591411"/>
                <a:gd name="connsiteY129" fmla="*/ 100717 h 562353"/>
                <a:gd name="connsiteX130" fmla="*/ 458409 w 591411"/>
                <a:gd name="connsiteY130" fmla="*/ 97689 h 562353"/>
                <a:gd name="connsiteX131" fmla="*/ 461000 w 591411"/>
                <a:gd name="connsiteY131" fmla="*/ 93787 h 562353"/>
                <a:gd name="connsiteX132" fmla="*/ 461337 w 591411"/>
                <a:gd name="connsiteY132" fmla="*/ 91836 h 562353"/>
                <a:gd name="connsiteX133" fmla="*/ 459284 w 591411"/>
                <a:gd name="connsiteY133" fmla="*/ 88136 h 562353"/>
                <a:gd name="connsiteX134" fmla="*/ 459284 w 591411"/>
                <a:gd name="connsiteY134" fmla="*/ 82484 h 562353"/>
                <a:gd name="connsiteX135" fmla="*/ 462549 w 591411"/>
                <a:gd name="connsiteY135" fmla="*/ 81172 h 562353"/>
                <a:gd name="connsiteX136" fmla="*/ 466453 w 591411"/>
                <a:gd name="connsiteY136" fmla="*/ 79019 h 562353"/>
                <a:gd name="connsiteX137" fmla="*/ 469919 w 591411"/>
                <a:gd name="connsiteY137" fmla="*/ 74680 h 562353"/>
                <a:gd name="connsiteX138" fmla="*/ 471770 w 591411"/>
                <a:gd name="connsiteY138" fmla="*/ 73065 h 562353"/>
                <a:gd name="connsiteX139" fmla="*/ 474597 w 591411"/>
                <a:gd name="connsiteY139" fmla="*/ 71316 h 562353"/>
                <a:gd name="connsiteX140" fmla="*/ 477761 w 591411"/>
                <a:gd name="connsiteY140" fmla="*/ 68591 h 562353"/>
                <a:gd name="connsiteX141" fmla="*/ 479275 w 591411"/>
                <a:gd name="connsiteY141" fmla="*/ 66001 h 562353"/>
                <a:gd name="connsiteX142" fmla="*/ 483852 w 591411"/>
                <a:gd name="connsiteY142" fmla="*/ 66001 h 562353"/>
                <a:gd name="connsiteX143" fmla="*/ 489741 w 591411"/>
                <a:gd name="connsiteY143" fmla="*/ 64252 h 562353"/>
                <a:gd name="connsiteX144" fmla="*/ 491189 w 591411"/>
                <a:gd name="connsiteY144" fmla="*/ 64252 h 562353"/>
                <a:gd name="connsiteX145" fmla="*/ 494083 w 591411"/>
                <a:gd name="connsiteY145" fmla="*/ 60181 h 562353"/>
                <a:gd name="connsiteX146" fmla="*/ 496102 w 591411"/>
                <a:gd name="connsiteY146" fmla="*/ 59038 h 562353"/>
                <a:gd name="connsiteX147" fmla="*/ 497549 w 591411"/>
                <a:gd name="connsiteY147" fmla="*/ 55842 h 562353"/>
                <a:gd name="connsiteX148" fmla="*/ 501891 w 591411"/>
                <a:gd name="connsiteY148" fmla="*/ 52074 h 562353"/>
                <a:gd name="connsiteX149" fmla="*/ 506232 w 591411"/>
                <a:gd name="connsiteY149" fmla="*/ 52074 h 562353"/>
                <a:gd name="connsiteX150" fmla="*/ 506232 w 591411"/>
                <a:gd name="connsiteY150" fmla="*/ 43664 h 562353"/>
                <a:gd name="connsiteX151" fmla="*/ 508857 w 591411"/>
                <a:gd name="connsiteY151" fmla="*/ 38147 h 562353"/>
                <a:gd name="connsiteX152" fmla="*/ 519425 w 591411"/>
                <a:gd name="connsiteY152" fmla="*/ 38147 h 562353"/>
                <a:gd name="connsiteX153" fmla="*/ 524136 w 591411"/>
                <a:gd name="connsiteY153" fmla="*/ 35389 h 562353"/>
                <a:gd name="connsiteX154" fmla="*/ 525651 w 591411"/>
                <a:gd name="connsiteY154" fmla="*/ 30915 h 562353"/>
                <a:gd name="connsiteX155" fmla="*/ 526223 w 591411"/>
                <a:gd name="connsiteY155" fmla="*/ 28325 h 562353"/>
                <a:gd name="connsiteX156" fmla="*/ 528848 w 591411"/>
                <a:gd name="connsiteY156" fmla="*/ 21664 h 562353"/>
                <a:gd name="connsiteX157" fmla="*/ 528848 w 591411"/>
                <a:gd name="connsiteY157" fmla="*/ 17324 h 562353"/>
                <a:gd name="connsiteX158" fmla="*/ 523833 w 591411"/>
                <a:gd name="connsiteY158" fmla="*/ 14465 h 562353"/>
                <a:gd name="connsiteX159" fmla="*/ 522285 w 591411"/>
                <a:gd name="connsiteY159" fmla="*/ 13052 h 562353"/>
                <a:gd name="connsiteX160" fmla="*/ 518651 w 591411"/>
                <a:gd name="connsiteY160" fmla="*/ 16618 h 562353"/>
                <a:gd name="connsiteX161" fmla="*/ 518853 w 591411"/>
                <a:gd name="connsiteY161" fmla="*/ 18502 h 562353"/>
                <a:gd name="connsiteX162" fmla="*/ 518987 w 591411"/>
                <a:gd name="connsiteY162" fmla="*/ 21529 h 562353"/>
                <a:gd name="connsiteX163" fmla="*/ 516800 w 591411"/>
                <a:gd name="connsiteY163" fmla="*/ 24557 h 562353"/>
                <a:gd name="connsiteX164" fmla="*/ 514477 w 591411"/>
                <a:gd name="connsiteY164" fmla="*/ 26441 h 562353"/>
                <a:gd name="connsiteX165" fmla="*/ 511718 w 591411"/>
                <a:gd name="connsiteY165" fmla="*/ 26878 h 562353"/>
                <a:gd name="connsiteX166" fmla="*/ 507376 w 591411"/>
                <a:gd name="connsiteY166" fmla="*/ 31352 h 562353"/>
                <a:gd name="connsiteX167" fmla="*/ 504617 w 591411"/>
                <a:gd name="connsiteY167" fmla="*/ 33673 h 562353"/>
                <a:gd name="connsiteX168" fmla="*/ 495496 w 591411"/>
                <a:gd name="connsiteY168" fmla="*/ 35994 h 562353"/>
                <a:gd name="connsiteX169" fmla="*/ 491289 w 591411"/>
                <a:gd name="connsiteY169" fmla="*/ 37004 h 562353"/>
                <a:gd name="connsiteX170" fmla="*/ 487655 w 591411"/>
                <a:gd name="connsiteY170" fmla="*/ 38316 h 562353"/>
                <a:gd name="connsiteX171" fmla="*/ 485905 w 591411"/>
                <a:gd name="connsiteY171" fmla="*/ 40334 h 562353"/>
                <a:gd name="connsiteX172" fmla="*/ 485333 w 591411"/>
                <a:gd name="connsiteY172" fmla="*/ 43227 h 562353"/>
                <a:gd name="connsiteX173" fmla="*/ 483885 w 591411"/>
                <a:gd name="connsiteY173" fmla="*/ 47701 h 562353"/>
                <a:gd name="connsiteX174" fmla="*/ 483010 w 591411"/>
                <a:gd name="connsiteY174" fmla="*/ 49450 h 562353"/>
                <a:gd name="connsiteX175" fmla="*/ 478804 w 591411"/>
                <a:gd name="connsiteY175" fmla="*/ 48004 h 562353"/>
                <a:gd name="connsiteX176" fmla="*/ 476919 w 591411"/>
                <a:gd name="connsiteY176" fmla="*/ 46120 h 562353"/>
                <a:gd name="connsiteX177" fmla="*/ 475337 w 591411"/>
                <a:gd name="connsiteY177" fmla="*/ 46557 h 562353"/>
                <a:gd name="connsiteX178" fmla="*/ 474159 w 591411"/>
                <a:gd name="connsiteY178" fmla="*/ 48576 h 562353"/>
                <a:gd name="connsiteX179" fmla="*/ 472275 w 591411"/>
                <a:gd name="connsiteY179" fmla="*/ 50762 h 562353"/>
                <a:gd name="connsiteX180" fmla="*/ 470962 w 591411"/>
                <a:gd name="connsiteY180" fmla="*/ 51771 h 562353"/>
                <a:gd name="connsiteX181" fmla="*/ 470222 w 591411"/>
                <a:gd name="connsiteY181" fmla="*/ 53958 h 562353"/>
                <a:gd name="connsiteX182" fmla="*/ 466149 w 591411"/>
                <a:gd name="connsiteY182" fmla="*/ 55775 h 562353"/>
                <a:gd name="connsiteX183" fmla="*/ 461808 w 591411"/>
                <a:gd name="connsiteY183" fmla="*/ 53386 h 562353"/>
                <a:gd name="connsiteX184" fmla="*/ 460933 w 591411"/>
                <a:gd name="connsiteY184" fmla="*/ 48172 h 562353"/>
                <a:gd name="connsiteX185" fmla="*/ 462246 w 591411"/>
                <a:gd name="connsiteY185" fmla="*/ 40334 h 562353"/>
                <a:gd name="connsiteX186" fmla="*/ 464635 w 591411"/>
                <a:gd name="connsiteY186" fmla="*/ 34043 h 562353"/>
                <a:gd name="connsiteX187" fmla="*/ 459419 w 591411"/>
                <a:gd name="connsiteY187" fmla="*/ 34817 h 562353"/>
                <a:gd name="connsiteX188" fmla="*/ 458207 w 591411"/>
                <a:gd name="connsiteY188" fmla="*/ 34178 h 562353"/>
                <a:gd name="connsiteX189" fmla="*/ 457467 w 591411"/>
                <a:gd name="connsiteY189" fmla="*/ 32126 h 562353"/>
                <a:gd name="connsiteX190" fmla="*/ 457467 w 591411"/>
                <a:gd name="connsiteY190" fmla="*/ 28661 h 562353"/>
                <a:gd name="connsiteX191" fmla="*/ 457467 w 591411"/>
                <a:gd name="connsiteY191" fmla="*/ 25196 h 562353"/>
                <a:gd name="connsiteX192" fmla="*/ 456457 w 591411"/>
                <a:gd name="connsiteY192" fmla="*/ 23178 h 562353"/>
                <a:gd name="connsiteX193" fmla="*/ 454875 w 591411"/>
                <a:gd name="connsiteY193" fmla="*/ 17526 h 562353"/>
                <a:gd name="connsiteX194" fmla="*/ 448784 w 591411"/>
                <a:gd name="connsiteY194" fmla="*/ 13893 h 562353"/>
                <a:gd name="connsiteX195" fmla="*/ 446899 w 591411"/>
                <a:gd name="connsiteY195" fmla="*/ 13590 h 562353"/>
                <a:gd name="connsiteX196" fmla="*/ 444308 w 591411"/>
                <a:gd name="connsiteY196" fmla="*/ 12716 h 562353"/>
                <a:gd name="connsiteX197" fmla="*/ 441986 w 591411"/>
                <a:gd name="connsiteY197" fmla="*/ 11841 h 562353"/>
                <a:gd name="connsiteX198" fmla="*/ 439663 w 591411"/>
                <a:gd name="connsiteY198" fmla="*/ 13288 h 562353"/>
                <a:gd name="connsiteX199" fmla="*/ 437341 w 591411"/>
                <a:gd name="connsiteY199" fmla="*/ 16181 h 562353"/>
                <a:gd name="connsiteX200" fmla="*/ 434885 w 591411"/>
                <a:gd name="connsiteY200" fmla="*/ 18064 h 562353"/>
                <a:gd name="connsiteX201" fmla="*/ 433000 w 591411"/>
                <a:gd name="connsiteY201" fmla="*/ 20251 h 562353"/>
                <a:gd name="connsiteX202" fmla="*/ 431418 w 591411"/>
                <a:gd name="connsiteY202" fmla="*/ 25162 h 562353"/>
                <a:gd name="connsiteX203" fmla="*/ 431418 w 591411"/>
                <a:gd name="connsiteY203" fmla="*/ 26037 h 562353"/>
                <a:gd name="connsiteX204" fmla="*/ 428827 w 591411"/>
                <a:gd name="connsiteY204" fmla="*/ 31251 h 562353"/>
                <a:gd name="connsiteX205" fmla="*/ 424485 w 591411"/>
                <a:gd name="connsiteY205" fmla="*/ 33875 h 562353"/>
                <a:gd name="connsiteX206" fmla="*/ 424485 w 591411"/>
                <a:gd name="connsiteY206" fmla="*/ 30410 h 562353"/>
                <a:gd name="connsiteX207" fmla="*/ 424485 w 591411"/>
                <a:gd name="connsiteY207" fmla="*/ 28089 h 562353"/>
                <a:gd name="connsiteX208" fmla="*/ 421523 w 591411"/>
                <a:gd name="connsiteY208" fmla="*/ 25028 h 562353"/>
                <a:gd name="connsiteX209" fmla="*/ 418562 w 591411"/>
                <a:gd name="connsiteY209" fmla="*/ 22000 h 562353"/>
                <a:gd name="connsiteX210" fmla="*/ 414927 w 591411"/>
                <a:gd name="connsiteY210" fmla="*/ 22740 h 562353"/>
                <a:gd name="connsiteX211" fmla="*/ 410586 w 591411"/>
                <a:gd name="connsiteY211" fmla="*/ 24052 h 562353"/>
                <a:gd name="connsiteX212" fmla="*/ 405941 w 591411"/>
                <a:gd name="connsiteY212" fmla="*/ 23480 h 562353"/>
                <a:gd name="connsiteX213" fmla="*/ 401600 w 591411"/>
                <a:gd name="connsiteY213" fmla="*/ 21159 h 562353"/>
                <a:gd name="connsiteX214" fmla="*/ 399985 w 591411"/>
                <a:gd name="connsiteY214" fmla="*/ 21294 h 562353"/>
                <a:gd name="connsiteX215" fmla="*/ 398235 w 591411"/>
                <a:gd name="connsiteY215" fmla="*/ 22168 h 562353"/>
                <a:gd name="connsiteX216" fmla="*/ 391571 w 591411"/>
                <a:gd name="connsiteY216" fmla="*/ 22875 h 562353"/>
                <a:gd name="connsiteX217" fmla="*/ 389384 w 591411"/>
                <a:gd name="connsiteY217" fmla="*/ 22572 h 562353"/>
                <a:gd name="connsiteX218" fmla="*/ 383427 w 591411"/>
                <a:gd name="connsiteY218" fmla="*/ 20688 h 562353"/>
                <a:gd name="connsiteX219" fmla="*/ 379220 w 591411"/>
                <a:gd name="connsiteY219" fmla="*/ 19107 h 562353"/>
                <a:gd name="connsiteX220" fmla="*/ 374878 w 591411"/>
                <a:gd name="connsiteY220" fmla="*/ 17089 h 562353"/>
                <a:gd name="connsiteX221" fmla="*/ 373128 w 591411"/>
                <a:gd name="connsiteY221" fmla="*/ 14768 h 562353"/>
                <a:gd name="connsiteX222" fmla="*/ 372253 w 591411"/>
                <a:gd name="connsiteY222" fmla="*/ 14465 h 562353"/>
                <a:gd name="connsiteX223" fmla="*/ 368652 w 591411"/>
                <a:gd name="connsiteY223" fmla="*/ 12009 h 562353"/>
                <a:gd name="connsiteX224" fmla="*/ 365758 w 591411"/>
                <a:gd name="connsiteY224" fmla="*/ 11135 h 562353"/>
                <a:gd name="connsiteX225" fmla="*/ 361854 w 591411"/>
                <a:gd name="connsiteY225" fmla="*/ 10395 h 562353"/>
                <a:gd name="connsiteX226" fmla="*/ 358522 w 591411"/>
                <a:gd name="connsiteY226" fmla="*/ 9957 h 562353"/>
                <a:gd name="connsiteX227" fmla="*/ 354753 w 591411"/>
                <a:gd name="connsiteY227" fmla="*/ 9385 h 562353"/>
                <a:gd name="connsiteX228" fmla="*/ 351556 w 591411"/>
                <a:gd name="connsiteY228" fmla="*/ 8376 h 562353"/>
                <a:gd name="connsiteX229" fmla="*/ 349233 w 591411"/>
                <a:gd name="connsiteY229" fmla="*/ 7232 h 562353"/>
                <a:gd name="connsiteX230" fmla="*/ 344455 w 591411"/>
                <a:gd name="connsiteY230" fmla="*/ 6089 h 562353"/>
                <a:gd name="connsiteX231" fmla="*/ 344455 w 591411"/>
                <a:gd name="connsiteY231" fmla="*/ 4205 h 562353"/>
                <a:gd name="connsiteX232" fmla="*/ 343714 w 591411"/>
                <a:gd name="connsiteY232" fmla="*/ 1009 h 562353"/>
                <a:gd name="connsiteX233" fmla="*/ 341830 w 591411"/>
                <a:gd name="connsiteY233" fmla="*/ 0 h 562353"/>
                <a:gd name="connsiteX234" fmla="*/ 340248 w 591411"/>
                <a:gd name="connsiteY234" fmla="*/ 0 h 562353"/>
                <a:gd name="connsiteX235" fmla="*/ 338094 w 591411"/>
                <a:gd name="connsiteY235" fmla="*/ 1413 h 562353"/>
                <a:gd name="connsiteX236" fmla="*/ 335637 w 591411"/>
                <a:gd name="connsiteY236" fmla="*/ 3330 h 562353"/>
                <a:gd name="connsiteX237" fmla="*/ 331868 w 591411"/>
                <a:gd name="connsiteY237" fmla="*/ 4777 h 562353"/>
                <a:gd name="connsiteX238" fmla="*/ 328233 w 591411"/>
                <a:gd name="connsiteY238" fmla="*/ 3902 h 562353"/>
                <a:gd name="connsiteX239" fmla="*/ 324329 w 591411"/>
                <a:gd name="connsiteY239" fmla="*/ 3330 h 562353"/>
                <a:gd name="connsiteX240" fmla="*/ 322714 w 591411"/>
                <a:gd name="connsiteY240" fmla="*/ 1884 h 562353"/>
                <a:gd name="connsiteX241" fmla="*/ 320560 w 591411"/>
                <a:gd name="connsiteY241" fmla="*/ 1884 h 562353"/>
                <a:gd name="connsiteX242" fmla="*/ 317935 w 591411"/>
                <a:gd name="connsiteY242" fmla="*/ 2456 h 562353"/>
                <a:gd name="connsiteX243" fmla="*/ 315915 w 591411"/>
                <a:gd name="connsiteY243" fmla="*/ 3330 h 562353"/>
                <a:gd name="connsiteX244" fmla="*/ 312584 w 591411"/>
                <a:gd name="connsiteY244" fmla="*/ 5080 h 562353"/>
                <a:gd name="connsiteX245" fmla="*/ 309824 w 591411"/>
                <a:gd name="connsiteY245" fmla="*/ 5820 h 562353"/>
                <a:gd name="connsiteX246" fmla="*/ 307064 w 591411"/>
                <a:gd name="connsiteY246" fmla="*/ 6391 h 562353"/>
                <a:gd name="connsiteX247" fmla="*/ 306189 w 591411"/>
                <a:gd name="connsiteY247" fmla="*/ 11303 h 562353"/>
                <a:gd name="connsiteX248" fmla="*/ 306189 w 591411"/>
                <a:gd name="connsiteY248" fmla="*/ 12312 h 562353"/>
                <a:gd name="connsiteX249" fmla="*/ 306627 w 591411"/>
                <a:gd name="connsiteY249" fmla="*/ 14499 h 562353"/>
                <a:gd name="connsiteX250" fmla="*/ 307064 w 591411"/>
                <a:gd name="connsiteY250" fmla="*/ 19141 h 562353"/>
                <a:gd name="connsiteX251" fmla="*/ 305483 w 591411"/>
                <a:gd name="connsiteY251" fmla="*/ 19141 h 562353"/>
                <a:gd name="connsiteX252" fmla="*/ 303901 w 591411"/>
                <a:gd name="connsiteY252" fmla="*/ 20285 h 562353"/>
                <a:gd name="connsiteX253" fmla="*/ 303026 w 591411"/>
                <a:gd name="connsiteY253" fmla="*/ 22034 h 562353"/>
                <a:gd name="connsiteX254" fmla="*/ 304036 w 591411"/>
                <a:gd name="connsiteY254" fmla="*/ 24221 h 562353"/>
                <a:gd name="connsiteX255" fmla="*/ 306223 w 591411"/>
                <a:gd name="connsiteY255" fmla="*/ 25970 h 562353"/>
                <a:gd name="connsiteX256" fmla="*/ 306088 w 591411"/>
                <a:gd name="connsiteY256" fmla="*/ 27282 h 562353"/>
                <a:gd name="connsiteX257" fmla="*/ 304338 w 591411"/>
                <a:gd name="connsiteY257" fmla="*/ 29031 h 562353"/>
                <a:gd name="connsiteX258" fmla="*/ 305651 w 591411"/>
                <a:gd name="connsiteY258" fmla="*/ 30175 h 562353"/>
                <a:gd name="connsiteX259" fmla="*/ 304944 w 591411"/>
                <a:gd name="connsiteY259" fmla="*/ 31487 h 562353"/>
                <a:gd name="connsiteX260" fmla="*/ 303362 w 591411"/>
                <a:gd name="connsiteY260" fmla="*/ 33673 h 562353"/>
                <a:gd name="connsiteX261" fmla="*/ 304944 w 591411"/>
                <a:gd name="connsiteY261" fmla="*/ 36432 h 562353"/>
                <a:gd name="connsiteX262" fmla="*/ 306896 w 591411"/>
                <a:gd name="connsiteY262" fmla="*/ 38618 h 562353"/>
                <a:gd name="connsiteX263" fmla="*/ 307973 w 591411"/>
                <a:gd name="connsiteY263" fmla="*/ 40939 h 562353"/>
                <a:gd name="connsiteX264" fmla="*/ 307973 w 591411"/>
                <a:gd name="connsiteY264" fmla="*/ 43698 h 562353"/>
                <a:gd name="connsiteX265" fmla="*/ 306088 w 591411"/>
                <a:gd name="connsiteY265" fmla="*/ 44573 h 562353"/>
                <a:gd name="connsiteX266" fmla="*/ 304204 w 591411"/>
                <a:gd name="connsiteY266" fmla="*/ 46322 h 562353"/>
                <a:gd name="connsiteX267" fmla="*/ 302757 w 591411"/>
                <a:gd name="connsiteY267" fmla="*/ 49652 h 562353"/>
                <a:gd name="connsiteX268" fmla="*/ 302757 w 591411"/>
                <a:gd name="connsiteY268" fmla="*/ 51536 h 562353"/>
                <a:gd name="connsiteX269" fmla="*/ 304136 w 591411"/>
                <a:gd name="connsiteY269" fmla="*/ 53722 h 562353"/>
                <a:gd name="connsiteX270" fmla="*/ 305381 w 591411"/>
                <a:gd name="connsiteY270" fmla="*/ 56044 h 562353"/>
                <a:gd name="connsiteX271" fmla="*/ 306829 w 591411"/>
                <a:gd name="connsiteY271" fmla="*/ 59071 h 562353"/>
                <a:gd name="connsiteX272" fmla="*/ 306829 w 591411"/>
                <a:gd name="connsiteY272" fmla="*/ 59946 h 562353"/>
                <a:gd name="connsiteX273" fmla="*/ 303800 w 591411"/>
                <a:gd name="connsiteY273" fmla="*/ 60821 h 562353"/>
                <a:gd name="connsiteX274" fmla="*/ 301343 w 591411"/>
                <a:gd name="connsiteY274" fmla="*/ 60955 h 562353"/>
                <a:gd name="connsiteX275" fmla="*/ 298449 w 591411"/>
                <a:gd name="connsiteY275" fmla="*/ 60955 h 562353"/>
                <a:gd name="connsiteX276" fmla="*/ 297439 w 591411"/>
                <a:gd name="connsiteY276" fmla="*/ 60955 h 562353"/>
                <a:gd name="connsiteX277" fmla="*/ 295420 w 591411"/>
                <a:gd name="connsiteY277" fmla="*/ 61830 h 562353"/>
                <a:gd name="connsiteX278" fmla="*/ 295857 w 591411"/>
                <a:gd name="connsiteY278" fmla="*/ 64453 h 562353"/>
                <a:gd name="connsiteX279" fmla="*/ 296430 w 591411"/>
                <a:gd name="connsiteY279" fmla="*/ 66909 h 562353"/>
                <a:gd name="connsiteX280" fmla="*/ 297439 w 591411"/>
                <a:gd name="connsiteY280" fmla="*/ 70811 h 562353"/>
                <a:gd name="connsiteX281" fmla="*/ 298449 w 591411"/>
                <a:gd name="connsiteY281" fmla="*/ 73704 h 562353"/>
                <a:gd name="connsiteX282" fmla="*/ 299324 w 591411"/>
                <a:gd name="connsiteY282" fmla="*/ 77472 h 562353"/>
                <a:gd name="connsiteX283" fmla="*/ 299324 w 591411"/>
                <a:gd name="connsiteY283" fmla="*/ 80365 h 562353"/>
                <a:gd name="connsiteX284" fmla="*/ 296867 w 591411"/>
                <a:gd name="connsiteY284" fmla="*/ 83561 h 562353"/>
                <a:gd name="connsiteX285" fmla="*/ 295420 w 591411"/>
                <a:gd name="connsiteY285" fmla="*/ 86588 h 562353"/>
                <a:gd name="connsiteX286" fmla="*/ 293232 w 591411"/>
                <a:gd name="connsiteY286" fmla="*/ 91063 h 562353"/>
                <a:gd name="connsiteX287" fmla="*/ 291348 w 591411"/>
                <a:gd name="connsiteY287" fmla="*/ 93249 h 562353"/>
                <a:gd name="connsiteX288" fmla="*/ 289598 w 591411"/>
                <a:gd name="connsiteY288" fmla="*/ 95705 h 562353"/>
                <a:gd name="connsiteX289" fmla="*/ 287410 w 591411"/>
                <a:gd name="connsiteY289" fmla="*/ 97589 h 562353"/>
                <a:gd name="connsiteX290" fmla="*/ 284347 w 591411"/>
                <a:gd name="connsiteY290" fmla="*/ 100044 h 562353"/>
                <a:gd name="connsiteX291" fmla="*/ 281016 w 591411"/>
                <a:gd name="connsiteY291" fmla="*/ 102668 h 562353"/>
                <a:gd name="connsiteX292" fmla="*/ 280141 w 591411"/>
                <a:gd name="connsiteY292" fmla="*/ 102668 h 562353"/>
                <a:gd name="connsiteX293" fmla="*/ 280141 w 591411"/>
                <a:gd name="connsiteY293" fmla="*/ 105258 h 562353"/>
                <a:gd name="connsiteX294" fmla="*/ 280141 w 591411"/>
                <a:gd name="connsiteY294" fmla="*/ 105999 h 562353"/>
                <a:gd name="connsiteX295" fmla="*/ 279265 w 591411"/>
                <a:gd name="connsiteY295" fmla="*/ 108454 h 562353"/>
                <a:gd name="connsiteX296" fmla="*/ 276809 w 591411"/>
                <a:gd name="connsiteY296" fmla="*/ 109329 h 562353"/>
                <a:gd name="connsiteX297" fmla="*/ 274924 w 591411"/>
                <a:gd name="connsiteY297" fmla="*/ 108757 h 562353"/>
                <a:gd name="connsiteX298" fmla="*/ 272905 w 591411"/>
                <a:gd name="connsiteY298" fmla="*/ 106738 h 562353"/>
                <a:gd name="connsiteX299" fmla="*/ 269842 w 591411"/>
                <a:gd name="connsiteY299" fmla="*/ 105999 h 562353"/>
                <a:gd name="connsiteX300" fmla="*/ 265198 w 591411"/>
                <a:gd name="connsiteY300" fmla="*/ 106738 h 562353"/>
                <a:gd name="connsiteX301" fmla="*/ 262135 w 591411"/>
                <a:gd name="connsiteY301" fmla="*/ 109329 h 562353"/>
                <a:gd name="connsiteX302" fmla="*/ 260958 w 591411"/>
                <a:gd name="connsiteY302" fmla="*/ 112222 h 562353"/>
                <a:gd name="connsiteX303" fmla="*/ 259207 w 591411"/>
                <a:gd name="connsiteY303" fmla="*/ 113971 h 562353"/>
                <a:gd name="connsiteX304" fmla="*/ 259207 w 591411"/>
                <a:gd name="connsiteY304" fmla="*/ 118008 h 562353"/>
                <a:gd name="connsiteX305" fmla="*/ 255876 w 591411"/>
                <a:gd name="connsiteY305" fmla="*/ 121035 h 562353"/>
                <a:gd name="connsiteX306" fmla="*/ 251534 w 591411"/>
                <a:gd name="connsiteY306" fmla="*/ 120766 h 562353"/>
                <a:gd name="connsiteX307" fmla="*/ 248640 w 591411"/>
                <a:gd name="connsiteY307" fmla="*/ 118882 h 562353"/>
                <a:gd name="connsiteX308" fmla="*/ 247900 w 591411"/>
                <a:gd name="connsiteY308" fmla="*/ 116561 h 562353"/>
                <a:gd name="connsiteX309" fmla="*/ 245443 w 591411"/>
                <a:gd name="connsiteY309" fmla="*/ 116561 h 562353"/>
                <a:gd name="connsiteX310" fmla="*/ 241976 w 591411"/>
                <a:gd name="connsiteY310" fmla="*/ 117436 h 562353"/>
                <a:gd name="connsiteX311" fmla="*/ 237904 w 591411"/>
                <a:gd name="connsiteY311" fmla="*/ 118445 h 562353"/>
                <a:gd name="connsiteX312" fmla="*/ 236592 w 591411"/>
                <a:gd name="connsiteY312" fmla="*/ 119892 h 562353"/>
                <a:gd name="connsiteX313" fmla="*/ 235717 w 591411"/>
                <a:gd name="connsiteY313" fmla="*/ 121035 h 562353"/>
                <a:gd name="connsiteX314" fmla="*/ 234135 w 591411"/>
                <a:gd name="connsiteY314" fmla="*/ 122785 h 562353"/>
                <a:gd name="connsiteX315" fmla="*/ 233125 w 591411"/>
                <a:gd name="connsiteY315" fmla="*/ 124366 h 562353"/>
                <a:gd name="connsiteX316" fmla="*/ 233125 w 591411"/>
                <a:gd name="connsiteY316" fmla="*/ 127831 h 562353"/>
                <a:gd name="connsiteX317" fmla="*/ 233125 w 591411"/>
                <a:gd name="connsiteY317" fmla="*/ 128571 h 562353"/>
                <a:gd name="connsiteX318" fmla="*/ 231442 w 591411"/>
                <a:gd name="connsiteY318" fmla="*/ 130454 h 562353"/>
                <a:gd name="connsiteX319" fmla="*/ 228043 w 591411"/>
                <a:gd name="connsiteY319" fmla="*/ 133348 h 562353"/>
                <a:gd name="connsiteX320" fmla="*/ 223836 w 591411"/>
                <a:gd name="connsiteY320" fmla="*/ 133482 h 562353"/>
                <a:gd name="connsiteX321" fmla="*/ 221817 w 591411"/>
                <a:gd name="connsiteY321" fmla="*/ 131733 h 562353"/>
                <a:gd name="connsiteX322" fmla="*/ 220942 w 591411"/>
                <a:gd name="connsiteY322" fmla="*/ 129849 h 562353"/>
                <a:gd name="connsiteX323" fmla="*/ 220067 w 591411"/>
                <a:gd name="connsiteY323" fmla="*/ 126956 h 562353"/>
                <a:gd name="connsiteX324" fmla="*/ 218351 w 591411"/>
                <a:gd name="connsiteY324" fmla="*/ 126956 h 562353"/>
                <a:gd name="connsiteX325" fmla="*/ 215456 w 591411"/>
                <a:gd name="connsiteY325" fmla="*/ 126956 h 562353"/>
                <a:gd name="connsiteX326" fmla="*/ 214447 w 591411"/>
                <a:gd name="connsiteY326" fmla="*/ 128974 h 562353"/>
                <a:gd name="connsiteX327" fmla="*/ 212865 w 591411"/>
                <a:gd name="connsiteY327" fmla="*/ 131161 h 562353"/>
                <a:gd name="connsiteX328" fmla="*/ 210846 w 591411"/>
                <a:gd name="connsiteY328" fmla="*/ 133179 h 562353"/>
                <a:gd name="connsiteX329" fmla="*/ 207985 w 591411"/>
                <a:gd name="connsiteY329" fmla="*/ 134828 h 562353"/>
                <a:gd name="connsiteX330" fmla="*/ 205057 w 591411"/>
                <a:gd name="connsiteY330" fmla="*/ 133953 h 562353"/>
                <a:gd name="connsiteX331" fmla="*/ 200918 w 591411"/>
                <a:gd name="connsiteY331" fmla="*/ 133045 h 562353"/>
                <a:gd name="connsiteX332" fmla="*/ 196341 w 591411"/>
                <a:gd name="connsiteY332" fmla="*/ 132507 h 562353"/>
                <a:gd name="connsiteX333" fmla="*/ 191124 w 591411"/>
                <a:gd name="connsiteY333" fmla="*/ 132607 h 562353"/>
                <a:gd name="connsiteX334" fmla="*/ 185908 w 591411"/>
                <a:gd name="connsiteY334" fmla="*/ 131968 h 562353"/>
                <a:gd name="connsiteX335" fmla="*/ 178639 w 591411"/>
                <a:gd name="connsiteY335" fmla="*/ 132338 h 562353"/>
                <a:gd name="connsiteX336" fmla="*/ 174735 w 591411"/>
                <a:gd name="connsiteY336" fmla="*/ 131195 h 562353"/>
                <a:gd name="connsiteX337" fmla="*/ 174028 w 591411"/>
                <a:gd name="connsiteY337" fmla="*/ 129883 h 562353"/>
                <a:gd name="connsiteX338" fmla="*/ 170696 w 591411"/>
                <a:gd name="connsiteY338" fmla="*/ 128739 h 562353"/>
                <a:gd name="connsiteX339" fmla="*/ 167364 w 591411"/>
                <a:gd name="connsiteY339" fmla="*/ 127999 h 562353"/>
                <a:gd name="connsiteX340" fmla="*/ 164470 w 591411"/>
                <a:gd name="connsiteY340" fmla="*/ 128739 h 562353"/>
                <a:gd name="connsiteX341" fmla="*/ 161879 w 591411"/>
                <a:gd name="connsiteY341" fmla="*/ 128739 h 562353"/>
                <a:gd name="connsiteX342" fmla="*/ 160566 w 591411"/>
                <a:gd name="connsiteY342" fmla="*/ 129748 h 562353"/>
                <a:gd name="connsiteX343" fmla="*/ 160700 w 591411"/>
                <a:gd name="connsiteY343" fmla="*/ 130623 h 562353"/>
                <a:gd name="connsiteX344" fmla="*/ 160566 w 591411"/>
                <a:gd name="connsiteY344" fmla="*/ 133078 h 562353"/>
                <a:gd name="connsiteX345" fmla="*/ 159388 w 591411"/>
                <a:gd name="connsiteY345" fmla="*/ 134828 h 562353"/>
                <a:gd name="connsiteX346" fmla="*/ 158378 w 591411"/>
                <a:gd name="connsiteY346" fmla="*/ 136577 h 562353"/>
                <a:gd name="connsiteX347" fmla="*/ 158378 w 591411"/>
                <a:gd name="connsiteY347" fmla="*/ 137317 h 562353"/>
                <a:gd name="connsiteX348" fmla="*/ 159018 w 591411"/>
                <a:gd name="connsiteY348" fmla="*/ 139638 h 562353"/>
                <a:gd name="connsiteX349" fmla="*/ 160095 w 591411"/>
                <a:gd name="connsiteY349" fmla="*/ 141522 h 562353"/>
                <a:gd name="connsiteX350" fmla="*/ 160970 w 591411"/>
                <a:gd name="connsiteY350" fmla="*/ 143708 h 562353"/>
                <a:gd name="connsiteX351" fmla="*/ 161845 w 591411"/>
                <a:gd name="connsiteY351" fmla="*/ 147039 h 562353"/>
                <a:gd name="connsiteX352" fmla="*/ 161845 w 591411"/>
                <a:gd name="connsiteY352" fmla="*/ 149663 h 562353"/>
                <a:gd name="connsiteX353" fmla="*/ 160600 w 591411"/>
                <a:gd name="connsiteY353" fmla="*/ 151244 h 562353"/>
                <a:gd name="connsiteX354" fmla="*/ 158345 w 591411"/>
                <a:gd name="connsiteY354" fmla="*/ 151378 h 562353"/>
                <a:gd name="connsiteX355" fmla="*/ 155585 w 591411"/>
                <a:gd name="connsiteY355" fmla="*/ 150235 h 562353"/>
                <a:gd name="connsiteX356" fmla="*/ 152253 w 591411"/>
                <a:gd name="connsiteY356" fmla="*/ 149663 h 562353"/>
                <a:gd name="connsiteX357" fmla="*/ 147171 w 591411"/>
                <a:gd name="connsiteY357" fmla="*/ 149663 h 562353"/>
                <a:gd name="connsiteX358" fmla="*/ 141383 w 591411"/>
                <a:gd name="connsiteY358" fmla="*/ 150975 h 562353"/>
                <a:gd name="connsiteX359" fmla="*/ 137176 w 591411"/>
                <a:gd name="connsiteY359" fmla="*/ 153598 h 562353"/>
                <a:gd name="connsiteX360" fmla="*/ 132969 w 591411"/>
                <a:gd name="connsiteY360" fmla="*/ 158678 h 562353"/>
                <a:gd name="connsiteX361" fmla="*/ 130950 w 591411"/>
                <a:gd name="connsiteY361" fmla="*/ 160427 h 562353"/>
                <a:gd name="connsiteX362" fmla="*/ 128762 w 591411"/>
                <a:gd name="connsiteY362" fmla="*/ 162614 h 562353"/>
                <a:gd name="connsiteX363" fmla="*/ 126003 w 591411"/>
                <a:gd name="connsiteY363" fmla="*/ 165070 h 562353"/>
                <a:gd name="connsiteX364" fmla="*/ 123546 w 591411"/>
                <a:gd name="connsiteY364" fmla="*/ 166819 h 562353"/>
                <a:gd name="connsiteX365" fmla="*/ 122536 w 591411"/>
                <a:gd name="connsiteY365" fmla="*/ 168131 h 562353"/>
                <a:gd name="connsiteX366" fmla="*/ 120517 w 591411"/>
                <a:gd name="connsiteY366" fmla="*/ 169880 h 562353"/>
                <a:gd name="connsiteX367" fmla="*/ 118329 w 591411"/>
                <a:gd name="connsiteY367" fmla="*/ 171461 h 562353"/>
                <a:gd name="connsiteX368" fmla="*/ 118329 w 591411"/>
                <a:gd name="connsiteY368" fmla="*/ 174085 h 562353"/>
                <a:gd name="connsiteX369" fmla="*/ 117959 w 591411"/>
                <a:gd name="connsiteY369" fmla="*/ 176103 h 562353"/>
                <a:gd name="connsiteX370" fmla="*/ 116310 w 591411"/>
                <a:gd name="connsiteY370" fmla="*/ 177685 h 562353"/>
                <a:gd name="connsiteX371" fmla="*/ 113853 w 591411"/>
                <a:gd name="connsiteY371" fmla="*/ 179266 h 562353"/>
                <a:gd name="connsiteX372" fmla="*/ 112709 w 591411"/>
                <a:gd name="connsiteY372" fmla="*/ 180006 h 562353"/>
                <a:gd name="connsiteX373" fmla="*/ 108805 w 591411"/>
                <a:gd name="connsiteY373" fmla="*/ 182764 h 562353"/>
                <a:gd name="connsiteX374" fmla="*/ 108233 w 591411"/>
                <a:gd name="connsiteY374" fmla="*/ 182764 h 562353"/>
                <a:gd name="connsiteX375" fmla="*/ 104026 w 591411"/>
                <a:gd name="connsiteY375" fmla="*/ 183134 h 562353"/>
                <a:gd name="connsiteX376" fmla="*/ 100829 w 591411"/>
                <a:gd name="connsiteY376" fmla="*/ 182764 h 562353"/>
                <a:gd name="connsiteX377" fmla="*/ 99247 w 591411"/>
                <a:gd name="connsiteY377" fmla="*/ 183639 h 562353"/>
                <a:gd name="connsiteX378" fmla="*/ 93593 w 591411"/>
                <a:gd name="connsiteY378" fmla="*/ 185522 h 562353"/>
                <a:gd name="connsiteX379" fmla="*/ 89656 w 591411"/>
                <a:gd name="connsiteY379" fmla="*/ 186229 h 562353"/>
                <a:gd name="connsiteX380" fmla="*/ 81848 w 591411"/>
                <a:gd name="connsiteY380" fmla="*/ 186229 h 562353"/>
                <a:gd name="connsiteX381" fmla="*/ 76934 w 591411"/>
                <a:gd name="connsiteY381" fmla="*/ 186801 h 562353"/>
                <a:gd name="connsiteX382" fmla="*/ 72155 w 591411"/>
                <a:gd name="connsiteY382" fmla="*/ 189391 h 562353"/>
                <a:gd name="connsiteX383" fmla="*/ 68521 w 591411"/>
                <a:gd name="connsiteY383" fmla="*/ 193159 h 562353"/>
                <a:gd name="connsiteX384" fmla="*/ 65189 w 591411"/>
                <a:gd name="connsiteY384" fmla="*/ 194740 h 562353"/>
                <a:gd name="connsiteX385" fmla="*/ 61992 w 591411"/>
                <a:gd name="connsiteY385" fmla="*/ 195884 h 562353"/>
                <a:gd name="connsiteX386" fmla="*/ 59400 w 591411"/>
                <a:gd name="connsiteY386" fmla="*/ 195884 h 562353"/>
                <a:gd name="connsiteX387" fmla="*/ 55463 w 591411"/>
                <a:gd name="connsiteY387" fmla="*/ 195884 h 562353"/>
                <a:gd name="connsiteX388" fmla="*/ 51256 w 591411"/>
                <a:gd name="connsiteY388" fmla="*/ 196590 h 562353"/>
                <a:gd name="connsiteX389" fmla="*/ 49674 w 591411"/>
                <a:gd name="connsiteY389" fmla="*/ 196590 h 562353"/>
                <a:gd name="connsiteX390" fmla="*/ 47487 w 591411"/>
                <a:gd name="connsiteY390" fmla="*/ 200358 h 562353"/>
                <a:gd name="connsiteX391" fmla="*/ 45736 w 591411"/>
                <a:gd name="connsiteY391" fmla="*/ 203116 h 562353"/>
                <a:gd name="connsiteX392" fmla="*/ 42539 w 591411"/>
                <a:gd name="connsiteY392" fmla="*/ 205437 h 562353"/>
                <a:gd name="connsiteX393" fmla="*/ 40217 w 591411"/>
                <a:gd name="connsiteY393" fmla="*/ 207456 h 562353"/>
                <a:gd name="connsiteX394" fmla="*/ 33688 w 591411"/>
                <a:gd name="connsiteY394" fmla="*/ 210315 h 562353"/>
                <a:gd name="connsiteX395" fmla="*/ 28606 w 591411"/>
                <a:gd name="connsiteY395" fmla="*/ 210517 h 562353"/>
                <a:gd name="connsiteX396" fmla="*/ 22077 w 591411"/>
                <a:gd name="connsiteY396" fmla="*/ 210517 h 562353"/>
                <a:gd name="connsiteX397" fmla="*/ 16558 w 591411"/>
                <a:gd name="connsiteY397" fmla="*/ 210517 h 562353"/>
                <a:gd name="connsiteX398" fmla="*/ 11342 w 591411"/>
                <a:gd name="connsiteY398" fmla="*/ 210517 h 562353"/>
                <a:gd name="connsiteX399" fmla="*/ 9591 w 591411"/>
                <a:gd name="connsiteY399" fmla="*/ 210517 h 562353"/>
                <a:gd name="connsiteX400" fmla="*/ 3938 w 591411"/>
                <a:gd name="connsiteY400" fmla="*/ 210517 h 562353"/>
                <a:gd name="connsiteX401" fmla="*/ 740 w 591411"/>
                <a:gd name="connsiteY401" fmla="*/ 212905 h 562353"/>
                <a:gd name="connsiteX402" fmla="*/ 0 w 591411"/>
                <a:gd name="connsiteY402" fmla="*/ 214856 h 562353"/>
                <a:gd name="connsiteX403" fmla="*/ 0 w 591411"/>
                <a:gd name="connsiteY403" fmla="*/ 219633 h 562353"/>
                <a:gd name="connsiteX404" fmla="*/ 1582 w 591411"/>
                <a:gd name="connsiteY404" fmla="*/ 221954 h 562353"/>
                <a:gd name="connsiteX405" fmla="*/ 5216 w 591411"/>
                <a:gd name="connsiteY405" fmla="*/ 226462 h 562353"/>
                <a:gd name="connsiteX406" fmla="*/ 9693 w 591411"/>
                <a:gd name="connsiteY406" fmla="*/ 231104 h 562353"/>
                <a:gd name="connsiteX407" fmla="*/ 11442 w 591411"/>
                <a:gd name="connsiteY407" fmla="*/ 233123 h 562353"/>
                <a:gd name="connsiteX408" fmla="*/ 14774 w 591411"/>
                <a:gd name="connsiteY408" fmla="*/ 236318 h 562353"/>
                <a:gd name="connsiteX409" fmla="*/ 16491 w 591411"/>
                <a:gd name="connsiteY409" fmla="*/ 238505 h 562353"/>
                <a:gd name="connsiteX410" fmla="*/ 15481 w 591411"/>
                <a:gd name="connsiteY410" fmla="*/ 240086 h 562353"/>
                <a:gd name="connsiteX411" fmla="*/ 14774 w 591411"/>
                <a:gd name="connsiteY411" fmla="*/ 241835 h 562353"/>
                <a:gd name="connsiteX412" fmla="*/ 12183 w 591411"/>
                <a:gd name="connsiteY412" fmla="*/ 241835 h 562353"/>
                <a:gd name="connsiteX413" fmla="*/ 8414 w 591411"/>
                <a:gd name="connsiteY413" fmla="*/ 244089 h 562353"/>
                <a:gd name="connsiteX414" fmla="*/ 8414 w 591411"/>
                <a:gd name="connsiteY414" fmla="*/ 245031 h 562353"/>
                <a:gd name="connsiteX415" fmla="*/ 10164 w 591411"/>
                <a:gd name="connsiteY415" fmla="*/ 248227 h 562353"/>
                <a:gd name="connsiteX416" fmla="*/ 12048 w 591411"/>
                <a:gd name="connsiteY416" fmla="*/ 250683 h 562353"/>
                <a:gd name="connsiteX417" fmla="*/ 15683 w 591411"/>
                <a:gd name="connsiteY417" fmla="*/ 252432 h 562353"/>
                <a:gd name="connsiteX418" fmla="*/ 19890 w 591411"/>
                <a:gd name="connsiteY418" fmla="*/ 253576 h 562353"/>
                <a:gd name="connsiteX419" fmla="*/ 24534 w 591411"/>
                <a:gd name="connsiteY419" fmla="*/ 254753 h 562353"/>
                <a:gd name="connsiteX420" fmla="*/ 27428 w 591411"/>
                <a:gd name="connsiteY420" fmla="*/ 256502 h 562353"/>
                <a:gd name="connsiteX421" fmla="*/ 29178 w 591411"/>
                <a:gd name="connsiteY421" fmla="*/ 257814 h 562353"/>
                <a:gd name="connsiteX422" fmla="*/ 31366 w 591411"/>
                <a:gd name="connsiteY422" fmla="*/ 260404 h 562353"/>
                <a:gd name="connsiteX423" fmla="*/ 31231 w 591411"/>
                <a:gd name="connsiteY423" fmla="*/ 261851 h 562353"/>
                <a:gd name="connsiteX424" fmla="*/ 28775 w 591411"/>
                <a:gd name="connsiteY424" fmla="*/ 264878 h 562353"/>
                <a:gd name="connsiteX425" fmla="*/ 25140 w 591411"/>
                <a:gd name="connsiteY425" fmla="*/ 266762 h 562353"/>
                <a:gd name="connsiteX426" fmla="*/ 21371 w 591411"/>
                <a:gd name="connsiteY426" fmla="*/ 270093 h 562353"/>
                <a:gd name="connsiteX427" fmla="*/ 19923 w 591411"/>
                <a:gd name="connsiteY427" fmla="*/ 272986 h 562353"/>
                <a:gd name="connsiteX428" fmla="*/ 20933 w 591411"/>
                <a:gd name="connsiteY428" fmla="*/ 276013 h 562353"/>
                <a:gd name="connsiteX429" fmla="*/ 23525 w 591411"/>
                <a:gd name="connsiteY429" fmla="*/ 278334 h 562353"/>
                <a:gd name="connsiteX430" fmla="*/ 28741 w 591411"/>
                <a:gd name="connsiteY430" fmla="*/ 278334 h 562353"/>
                <a:gd name="connsiteX431" fmla="*/ 32376 w 591411"/>
                <a:gd name="connsiteY431" fmla="*/ 281799 h 562353"/>
                <a:gd name="connsiteX432" fmla="*/ 29044 w 591411"/>
                <a:gd name="connsiteY432" fmla="*/ 285130 h 562353"/>
                <a:gd name="connsiteX433" fmla="*/ 28034 w 591411"/>
                <a:gd name="connsiteY433" fmla="*/ 286139 h 562353"/>
                <a:gd name="connsiteX434" fmla="*/ 26149 w 591411"/>
                <a:gd name="connsiteY434" fmla="*/ 287888 h 562353"/>
                <a:gd name="connsiteX435" fmla="*/ 26149 w 591411"/>
                <a:gd name="connsiteY435" fmla="*/ 290916 h 562353"/>
                <a:gd name="connsiteX436" fmla="*/ 27159 w 591411"/>
                <a:gd name="connsiteY436" fmla="*/ 293237 h 562353"/>
                <a:gd name="connsiteX437" fmla="*/ 29481 w 591411"/>
                <a:gd name="connsiteY437" fmla="*/ 293977 h 562353"/>
                <a:gd name="connsiteX438" fmla="*/ 32241 w 591411"/>
                <a:gd name="connsiteY438" fmla="*/ 293977 h 562353"/>
                <a:gd name="connsiteX439" fmla="*/ 37895 w 591411"/>
                <a:gd name="connsiteY439" fmla="*/ 293977 h 562353"/>
                <a:gd name="connsiteX440" fmla="*/ 39342 w 591411"/>
                <a:gd name="connsiteY440" fmla="*/ 295356 h 562353"/>
                <a:gd name="connsiteX441" fmla="*/ 43549 w 591411"/>
                <a:gd name="connsiteY441" fmla="*/ 299763 h 562353"/>
                <a:gd name="connsiteX442" fmla="*/ 46107 w 591411"/>
                <a:gd name="connsiteY442" fmla="*/ 302656 h 562353"/>
                <a:gd name="connsiteX443" fmla="*/ 46174 w 591411"/>
                <a:gd name="connsiteY443" fmla="*/ 306861 h 562353"/>
                <a:gd name="connsiteX444" fmla="*/ 46174 w 591411"/>
                <a:gd name="connsiteY444" fmla="*/ 311772 h 562353"/>
                <a:gd name="connsiteX445" fmla="*/ 49641 w 591411"/>
                <a:gd name="connsiteY445" fmla="*/ 316549 h 562353"/>
                <a:gd name="connsiteX446" fmla="*/ 52097 w 591411"/>
                <a:gd name="connsiteY446" fmla="*/ 316549 h 562353"/>
                <a:gd name="connsiteX447" fmla="*/ 53612 w 591411"/>
                <a:gd name="connsiteY447" fmla="*/ 318130 h 562353"/>
                <a:gd name="connsiteX448" fmla="*/ 57011 w 591411"/>
                <a:gd name="connsiteY448" fmla="*/ 320451 h 562353"/>
                <a:gd name="connsiteX449" fmla="*/ 61554 w 591411"/>
                <a:gd name="connsiteY449" fmla="*/ 324421 h 562353"/>
                <a:gd name="connsiteX450" fmla="*/ 65828 w 591411"/>
                <a:gd name="connsiteY450" fmla="*/ 327953 h 562353"/>
                <a:gd name="connsiteX451" fmla="*/ 67915 w 591411"/>
                <a:gd name="connsiteY451" fmla="*/ 332225 h 562353"/>
                <a:gd name="connsiteX452" fmla="*/ 68420 w 591411"/>
                <a:gd name="connsiteY452" fmla="*/ 337136 h 562353"/>
                <a:gd name="connsiteX453" fmla="*/ 67848 w 591411"/>
                <a:gd name="connsiteY453" fmla="*/ 339962 h 562353"/>
                <a:gd name="connsiteX454" fmla="*/ 67848 w 591411"/>
                <a:gd name="connsiteY454" fmla="*/ 345378 h 562353"/>
                <a:gd name="connsiteX455" fmla="*/ 67848 w 591411"/>
                <a:gd name="connsiteY455" fmla="*/ 348641 h 562353"/>
                <a:gd name="connsiteX456" fmla="*/ 67848 w 591411"/>
                <a:gd name="connsiteY456" fmla="*/ 352779 h 562353"/>
                <a:gd name="connsiteX457" fmla="*/ 65223 w 591411"/>
                <a:gd name="connsiteY457" fmla="*/ 356513 h 562353"/>
                <a:gd name="connsiteX458" fmla="*/ 62093 w 591411"/>
                <a:gd name="connsiteY458" fmla="*/ 361222 h 562353"/>
                <a:gd name="connsiteX459" fmla="*/ 65021 w 591411"/>
                <a:gd name="connsiteY459" fmla="*/ 359170 h 562353"/>
                <a:gd name="connsiteX460" fmla="*/ 66972 w 591411"/>
                <a:gd name="connsiteY460" fmla="*/ 359709 h 562353"/>
                <a:gd name="connsiteX461" fmla="*/ 67949 w 591411"/>
                <a:gd name="connsiteY461" fmla="*/ 361761 h 562353"/>
                <a:gd name="connsiteX462" fmla="*/ 69665 w 591411"/>
                <a:gd name="connsiteY462" fmla="*/ 365125 h 562353"/>
                <a:gd name="connsiteX463" fmla="*/ 72694 w 591411"/>
                <a:gd name="connsiteY463" fmla="*/ 370978 h 562353"/>
                <a:gd name="connsiteX464" fmla="*/ 75622 w 591411"/>
                <a:gd name="connsiteY464" fmla="*/ 375654 h 562353"/>
                <a:gd name="connsiteX465" fmla="*/ 77910 w 591411"/>
                <a:gd name="connsiteY465" fmla="*/ 378143 h 562353"/>
                <a:gd name="connsiteX466" fmla="*/ 80300 w 591411"/>
                <a:gd name="connsiteY466" fmla="*/ 383794 h 562353"/>
                <a:gd name="connsiteX467" fmla="*/ 84978 w 591411"/>
                <a:gd name="connsiteY467" fmla="*/ 391599 h 562353"/>
                <a:gd name="connsiteX468" fmla="*/ 86492 w 591411"/>
                <a:gd name="connsiteY468" fmla="*/ 395838 h 562353"/>
                <a:gd name="connsiteX469" fmla="*/ 85752 w 591411"/>
                <a:gd name="connsiteY469" fmla="*/ 400513 h 562353"/>
                <a:gd name="connsiteX470" fmla="*/ 86492 w 591411"/>
                <a:gd name="connsiteY470" fmla="*/ 405088 h 562353"/>
                <a:gd name="connsiteX471" fmla="*/ 88680 w 591411"/>
                <a:gd name="connsiteY471" fmla="*/ 408789 h 562353"/>
                <a:gd name="connsiteX472" fmla="*/ 96521 w 591411"/>
                <a:gd name="connsiteY472" fmla="*/ 410538 h 562353"/>
                <a:gd name="connsiteX473" fmla="*/ 102377 w 591411"/>
                <a:gd name="connsiteY473" fmla="*/ 415315 h 562353"/>
                <a:gd name="connsiteX474" fmla="*/ 104767 w 591411"/>
                <a:gd name="connsiteY474" fmla="*/ 419015 h 562353"/>
                <a:gd name="connsiteX475" fmla="*/ 106517 w 591411"/>
                <a:gd name="connsiteY475" fmla="*/ 424431 h 562353"/>
                <a:gd name="connsiteX476" fmla="*/ 107829 w 591411"/>
                <a:gd name="connsiteY476" fmla="*/ 427022 h 562353"/>
                <a:gd name="connsiteX477" fmla="*/ 109142 w 591411"/>
                <a:gd name="connsiteY477" fmla="*/ 429410 h 562353"/>
                <a:gd name="connsiteX478" fmla="*/ 111531 w 591411"/>
                <a:gd name="connsiteY478" fmla="*/ 431798 h 562353"/>
                <a:gd name="connsiteX479" fmla="*/ 115873 w 591411"/>
                <a:gd name="connsiteY479" fmla="*/ 433110 h 562353"/>
                <a:gd name="connsiteX480" fmla="*/ 122402 w 591411"/>
                <a:gd name="connsiteY480" fmla="*/ 434624 h 562353"/>
                <a:gd name="connsiteX481" fmla="*/ 126104 w 591411"/>
                <a:gd name="connsiteY481" fmla="*/ 435263 h 562353"/>
                <a:gd name="connsiteX482" fmla="*/ 128056 w 591411"/>
                <a:gd name="connsiteY482" fmla="*/ 433749 h 562353"/>
                <a:gd name="connsiteX483" fmla="*/ 131758 w 591411"/>
                <a:gd name="connsiteY483" fmla="*/ 433312 h 562353"/>
                <a:gd name="connsiteX484" fmla="*/ 133070 w 591411"/>
                <a:gd name="connsiteY484" fmla="*/ 433749 h 562353"/>
                <a:gd name="connsiteX485" fmla="*/ 135022 w 591411"/>
                <a:gd name="connsiteY485" fmla="*/ 437450 h 562353"/>
                <a:gd name="connsiteX486" fmla="*/ 136772 w 591411"/>
                <a:gd name="connsiteY486" fmla="*/ 442025 h 562353"/>
                <a:gd name="connsiteX487" fmla="*/ 138085 w 591411"/>
                <a:gd name="connsiteY487" fmla="*/ 443976 h 562353"/>
                <a:gd name="connsiteX488" fmla="*/ 140272 w 591411"/>
                <a:gd name="connsiteY488" fmla="*/ 445052 h 562353"/>
                <a:gd name="connsiteX489" fmla="*/ 143099 w 591411"/>
                <a:gd name="connsiteY489" fmla="*/ 445927 h 562353"/>
                <a:gd name="connsiteX490" fmla="*/ 145051 w 591411"/>
                <a:gd name="connsiteY490" fmla="*/ 446802 h 562353"/>
                <a:gd name="connsiteX491" fmla="*/ 149830 w 591411"/>
                <a:gd name="connsiteY491" fmla="*/ 448114 h 562353"/>
                <a:gd name="connsiteX492" fmla="*/ 151143 w 591411"/>
                <a:gd name="connsiteY492" fmla="*/ 448753 h 562353"/>
                <a:gd name="connsiteX493" fmla="*/ 153330 w 591411"/>
                <a:gd name="connsiteY493" fmla="*/ 449392 h 562353"/>
                <a:gd name="connsiteX494" fmla="*/ 158345 w 591411"/>
                <a:gd name="connsiteY494" fmla="*/ 450468 h 562353"/>
                <a:gd name="connsiteX495" fmla="*/ 160936 w 591411"/>
                <a:gd name="connsiteY495" fmla="*/ 451107 h 562353"/>
                <a:gd name="connsiteX496" fmla="*/ 162888 w 591411"/>
                <a:gd name="connsiteY496" fmla="*/ 452419 h 562353"/>
                <a:gd name="connsiteX497" fmla="*/ 164638 w 591411"/>
                <a:gd name="connsiteY497" fmla="*/ 455245 h 562353"/>
                <a:gd name="connsiteX498" fmla="*/ 167465 w 591411"/>
                <a:gd name="connsiteY498" fmla="*/ 456120 h 562353"/>
                <a:gd name="connsiteX499" fmla="*/ 170932 w 591411"/>
                <a:gd name="connsiteY499" fmla="*/ 457869 h 562353"/>
                <a:gd name="connsiteX500" fmla="*/ 175071 w 591411"/>
                <a:gd name="connsiteY500" fmla="*/ 458744 h 562353"/>
                <a:gd name="connsiteX501" fmla="*/ 177898 w 591411"/>
                <a:gd name="connsiteY501" fmla="*/ 458946 h 562353"/>
                <a:gd name="connsiteX502" fmla="*/ 179850 w 591411"/>
                <a:gd name="connsiteY502" fmla="*/ 459585 h 562353"/>
                <a:gd name="connsiteX503" fmla="*/ 182677 w 591411"/>
                <a:gd name="connsiteY503" fmla="*/ 462074 h 562353"/>
                <a:gd name="connsiteX504" fmla="*/ 185066 w 591411"/>
                <a:gd name="connsiteY504" fmla="*/ 464126 h 562353"/>
                <a:gd name="connsiteX505" fmla="*/ 187019 w 591411"/>
                <a:gd name="connsiteY505" fmla="*/ 464126 h 562353"/>
                <a:gd name="connsiteX506" fmla="*/ 190485 w 591411"/>
                <a:gd name="connsiteY506" fmla="*/ 464765 h 562353"/>
                <a:gd name="connsiteX507" fmla="*/ 193312 w 591411"/>
                <a:gd name="connsiteY507" fmla="*/ 463689 h 562353"/>
                <a:gd name="connsiteX508" fmla="*/ 195264 w 591411"/>
                <a:gd name="connsiteY508" fmla="*/ 463049 h 562353"/>
                <a:gd name="connsiteX509" fmla="*/ 198326 w 591411"/>
                <a:gd name="connsiteY509" fmla="*/ 461738 h 562353"/>
                <a:gd name="connsiteX510" fmla="*/ 200077 w 591411"/>
                <a:gd name="connsiteY510" fmla="*/ 461300 h 562353"/>
                <a:gd name="connsiteX511" fmla="*/ 203778 w 591411"/>
                <a:gd name="connsiteY511" fmla="*/ 461838 h 562353"/>
                <a:gd name="connsiteX512" fmla="*/ 209870 w 591411"/>
                <a:gd name="connsiteY512" fmla="*/ 460627 h 562353"/>
                <a:gd name="connsiteX513" fmla="*/ 216601 w 591411"/>
                <a:gd name="connsiteY513" fmla="*/ 460627 h 562353"/>
                <a:gd name="connsiteX514" fmla="*/ 219192 w 591411"/>
                <a:gd name="connsiteY514" fmla="*/ 459114 h 562353"/>
                <a:gd name="connsiteX515" fmla="*/ 230062 w 591411"/>
                <a:gd name="connsiteY515" fmla="*/ 460426 h 562353"/>
                <a:gd name="connsiteX516" fmla="*/ 235077 w 591411"/>
                <a:gd name="connsiteY516" fmla="*/ 460863 h 562353"/>
                <a:gd name="connsiteX517" fmla="*/ 243356 w 591411"/>
                <a:gd name="connsiteY517" fmla="*/ 458676 h 562353"/>
                <a:gd name="connsiteX518" fmla="*/ 246621 w 591411"/>
                <a:gd name="connsiteY518" fmla="*/ 457365 h 562353"/>
                <a:gd name="connsiteX519" fmla="*/ 251837 w 591411"/>
                <a:gd name="connsiteY519" fmla="*/ 457365 h 562353"/>
                <a:gd name="connsiteX520" fmla="*/ 255539 w 591411"/>
                <a:gd name="connsiteY520" fmla="*/ 457163 h 562353"/>
                <a:gd name="connsiteX521" fmla="*/ 260083 w 591411"/>
                <a:gd name="connsiteY521" fmla="*/ 456389 h 562353"/>
                <a:gd name="connsiteX522" fmla="*/ 264659 w 591411"/>
                <a:gd name="connsiteY522" fmla="*/ 455413 h 562353"/>
                <a:gd name="connsiteX523" fmla="*/ 267049 w 591411"/>
                <a:gd name="connsiteY523" fmla="*/ 455413 h 562353"/>
                <a:gd name="connsiteX524" fmla="*/ 270751 w 591411"/>
                <a:gd name="connsiteY524" fmla="*/ 455851 h 562353"/>
                <a:gd name="connsiteX525" fmla="*/ 275530 w 591411"/>
                <a:gd name="connsiteY525" fmla="*/ 454774 h 562353"/>
                <a:gd name="connsiteX526" fmla="*/ 278357 w 591411"/>
                <a:gd name="connsiteY526" fmla="*/ 453025 h 562353"/>
                <a:gd name="connsiteX527" fmla="*/ 278357 w 591411"/>
                <a:gd name="connsiteY527" fmla="*/ 451074 h 562353"/>
                <a:gd name="connsiteX528" fmla="*/ 283573 w 591411"/>
                <a:gd name="connsiteY528" fmla="*/ 451511 h 562353"/>
                <a:gd name="connsiteX529" fmla="*/ 284785 w 591411"/>
                <a:gd name="connsiteY529" fmla="*/ 453462 h 562353"/>
                <a:gd name="connsiteX530" fmla="*/ 283573 w 591411"/>
                <a:gd name="connsiteY530" fmla="*/ 457802 h 562353"/>
                <a:gd name="connsiteX531" fmla="*/ 283573 w 591411"/>
                <a:gd name="connsiteY531" fmla="*/ 459753 h 562353"/>
                <a:gd name="connsiteX532" fmla="*/ 287074 w 591411"/>
                <a:gd name="connsiteY532" fmla="*/ 463218 h 562353"/>
                <a:gd name="connsiteX533" fmla="*/ 289261 w 591411"/>
                <a:gd name="connsiteY533" fmla="*/ 464294 h 562353"/>
                <a:gd name="connsiteX534" fmla="*/ 292088 w 591411"/>
                <a:gd name="connsiteY534" fmla="*/ 467322 h 562353"/>
                <a:gd name="connsiteX535" fmla="*/ 294713 w 591411"/>
                <a:gd name="connsiteY535" fmla="*/ 467961 h 562353"/>
                <a:gd name="connsiteX536" fmla="*/ 297540 w 591411"/>
                <a:gd name="connsiteY536" fmla="*/ 468600 h 562353"/>
                <a:gd name="connsiteX537" fmla="*/ 298853 w 591411"/>
                <a:gd name="connsiteY537" fmla="*/ 467725 h 562353"/>
                <a:gd name="connsiteX538" fmla="*/ 301680 w 591411"/>
                <a:gd name="connsiteY538" fmla="*/ 465337 h 562353"/>
                <a:gd name="connsiteX539" fmla="*/ 303430 w 591411"/>
                <a:gd name="connsiteY539" fmla="*/ 463823 h 562353"/>
                <a:gd name="connsiteX540" fmla="*/ 305381 w 591411"/>
                <a:gd name="connsiteY540" fmla="*/ 462747 h 562353"/>
                <a:gd name="connsiteX541" fmla="*/ 308410 w 591411"/>
                <a:gd name="connsiteY541" fmla="*/ 461872 h 562353"/>
                <a:gd name="connsiteX542" fmla="*/ 310363 w 591411"/>
                <a:gd name="connsiteY542" fmla="*/ 460997 h 562353"/>
                <a:gd name="connsiteX543" fmla="*/ 312954 w 591411"/>
                <a:gd name="connsiteY543" fmla="*/ 458811 h 562353"/>
                <a:gd name="connsiteX544" fmla="*/ 314266 w 591411"/>
                <a:gd name="connsiteY544" fmla="*/ 455985 h 562353"/>
                <a:gd name="connsiteX545" fmla="*/ 316016 w 591411"/>
                <a:gd name="connsiteY545" fmla="*/ 454034 h 562353"/>
                <a:gd name="connsiteX546" fmla="*/ 318642 w 591411"/>
                <a:gd name="connsiteY546" fmla="*/ 452285 h 562353"/>
                <a:gd name="connsiteX547" fmla="*/ 321906 w 591411"/>
                <a:gd name="connsiteY547" fmla="*/ 451410 h 562353"/>
                <a:gd name="connsiteX548" fmla="*/ 326012 w 591411"/>
                <a:gd name="connsiteY548" fmla="*/ 453597 h 562353"/>
                <a:gd name="connsiteX549" fmla="*/ 326012 w 591411"/>
                <a:gd name="connsiteY549" fmla="*/ 457062 h 562353"/>
                <a:gd name="connsiteX550" fmla="*/ 325642 w 591411"/>
                <a:gd name="connsiteY550" fmla="*/ 462915 h 562353"/>
                <a:gd name="connsiteX551" fmla="*/ 325372 w 591411"/>
                <a:gd name="connsiteY551" fmla="*/ 466615 h 562353"/>
                <a:gd name="connsiteX552" fmla="*/ 325372 w 591411"/>
                <a:gd name="connsiteY552" fmla="*/ 470080 h 562353"/>
                <a:gd name="connsiteX553" fmla="*/ 326079 w 591411"/>
                <a:gd name="connsiteY553" fmla="*/ 472132 h 562353"/>
                <a:gd name="connsiteX554" fmla="*/ 327998 w 591411"/>
                <a:gd name="connsiteY554" fmla="*/ 473646 h 562353"/>
                <a:gd name="connsiteX555" fmla="*/ 332776 w 591411"/>
                <a:gd name="connsiteY555" fmla="*/ 477548 h 562353"/>
                <a:gd name="connsiteX556" fmla="*/ 332137 w 591411"/>
                <a:gd name="connsiteY556" fmla="*/ 482224 h 562353"/>
                <a:gd name="connsiteX557" fmla="*/ 329848 w 591411"/>
                <a:gd name="connsiteY557" fmla="*/ 484276 h 562353"/>
                <a:gd name="connsiteX558" fmla="*/ 327459 w 591411"/>
                <a:gd name="connsiteY558" fmla="*/ 485353 h 562353"/>
                <a:gd name="connsiteX559" fmla="*/ 325945 w 591411"/>
                <a:gd name="connsiteY559" fmla="*/ 486429 h 562353"/>
                <a:gd name="connsiteX560" fmla="*/ 326045 w 591411"/>
                <a:gd name="connsiteY560" fmla="*/ 489692 h 562353"/>
                <a:gd name="connsiteX561" fmla="*/ 330387 w 591411"/>
                <a:gd name="connsiteY561" fmla="*/ 494368 h 562353"/>
                <a:gd name="connsiteX562" fmla="*/ 334291 w 591411"/>
                <a:gd name="connsiteY562" fmla="*/ 496319 h 562353"/>
                <a:gd name="connsiteX563" fmla="*/ 331363 w 591411"/>
                <a:gd name="connsiteY563" fmla="*/ 500995 h 562353"/>
                <a:gd name="connsiteX564" fmla="*/ 330589 w 591411"/>
                <a:gd name="connsiteY564" fmla="*/ 503484 h 562353"/>
                <a:gd name="connsiteX565" fmla="*/ 334291 w 591411"/>
                <a:gd name="connsiteY565" fmla="*/ 508799 h 562353"/>
                <a:gd name="connsiteX566" fmla="*/ 337454 w 591411"/>
                <a:gd name="connsiteY566" fmla="*/ 510212 h 562353"/>
                <a:gd name="connsiteX567" fmla="*/ 340719 w 591411"/>
                <a:gd name="connsiteY567" fmla="*/ 512264 h 562353"/>
                <a:gd name="connsiteX568" fmla="*/ 343546 w 591411"/>
                <a:gd name="connsiteY568" fmla="*/ 515965 h 562353"/>
                <a:gd name="connsiteX569" fmla="*/ 344758 w 591411"/>
                <a:gd name="connsiteY569" fmla="*/ 517176 h 562353"/>
                <a:gd name="connsiteX570" fmla="*/ 346810 w 591411"/>
                <a:gd name="connsiteY570" fmla="*/ 517815 h 562353"/>
                <a:gd name="connsiteX571" fmla="*/ 349738 w 591411"/>
                <a:gd name="connsiteY571" fmla="*/ 516301 h 562353"/>
                <a:gd name="connsiteX572" fmla="*/ 349738 w 591411"/>
                <a:gd name="connsiteY572" fmla="*/ 518690 h 562353"/>
                <a:gd name="connsiteX573" fmla="*/ 349738 w 591411"/>
                <a:gd name="connsiteY573" fmla="*/ 522154 h 562353"/>
                <a:gd name="connsiteX574" fmla="*/ 346676 w 591411"/>
                <a:gd name="connsiteY574" fmla="*/ 525619 h 562353"/>
                <a:gd name="connsiteX575" fmla="*/ 347551 w 591411"/>
                <a:gd name="connsiteY575" fmla="*/ 529320 h 562353"/>
                <a:gd name="connsiteX576" fmla="*/ 349738 w 591411"/>
                <a:gd name="connsiteY576" fmla="*/ 530396 h 562353"/>
                <a:gd name="connsiteX577" fmla="*/ 352195 w 591411"/>
                <a:gd name="connsiteY577" fmla="*/ 531641 h 562353"/>
                <a:gd name="connsiteX578" fmla="*/ 353777 w 591411"/>
                <a:gd name="connsiteY578" fmla="*/ 530632 h 562353"/>
                <a:gd name="connsiteX579" fmla="*/ 354988 w 591411"/>
                <a:gd name="connsiteY579" fmla="*/ 529320 h 562353"/>
                <a:gd name="connsiteX580" fmla="*/ 355561 w 591411"/>
                <a:gd name="connsiteY580" fmla="*/ 526729 h 562353"/>
                <a:gd name="connsiteX581" fmla="*/ 356806 w 591411"/>
                <a:gd name="connsiteY581" fmla="*/ 524475 h 562353"/>
                <a:gd name="connsiteX582" fmla="*/ 358825 w 591411"/>
                <a:gd name="connsiteY582" fmla="*/ 522020 h 562353"/>
                <a:gd name="connsiteX583" fmla="*/ 360205 w 591411"/>
                <a:gd name="connsiteY583" fmla="*/ 520271 h 562353"/>
                <a:gd name="connsiteX584" fmla="*/ 362594 w 591411"/>
                <a:gd name="connsiteY584" fmla="*/ 518017 h 562353"/>
                <a:gd name="connsiteX585" fmla="*/ 364344 w 591411"/>
                <a:gd name="connsiteY585" fmla="*/ 515124 h 562353"/>
                <a:gd name="connsiteX586" fmla="*/ 365993 w 591411"/>
                <a:gd name="connsiteY586" fmla="*/ 512533 h 562353"/>
                <a:gd name="connsiteX587" fmla="*/ 367138 w 591411"/>
                <a:gd name="connsiteY587" fmla="*/ 511726 h 562353"/>
                <a:gd name="connsiteX588" fmla="*/ 372926 w 591411"/>
                <a:gd name="connsiteY588" fmla="*/ 511659 h 562353"/>
                <a:gd name="connsiteX589" fmla="*/ 374677 w 591411"/>
                <a:gd name="connsiteY589" fmla="*/ 512298 h 562353"/>
                <a:gd name="connsiteX590" fmla="*/ 377436 w 591411"/>
                <a:gd name="connsiteY590" fmla="*/ 514316 h 562353"/>
                <a:gd name="connsiteX591" fmla="*/ 381407 w 591411"/>
                <a:gd name="connsiteY591" fmla="*/ 517781 h 562353"/>
                <a:gd name="connsiteX592" fmla="*/ 384739 w 591411"/>
                <a:gd name="connsiteY592" fmla="*/ 521414 h 562353"/>
                <a:gd name="connsiteX593" fmla="*/ 387196 w 591411"/>
                <a:gd name="connsiteY593" fmla="*/ 524610 h 562353"/>
                <a:gd name="connsiteX594" fmla="*/ 392042 w 591411"/>
                <a:gd name="connsiteY594" fmla="*/ 525619 h 562353"/>
                <a:gd name="connsiteX595" fmla="*/ 399783 w 591411"/>
                <a:gd name="connsiteY595" fmla="*/ 524475 h 562353"/>
                <a:gd name="connsiteX596" fmla="*/ 404764 w 591411"/>
                <a:gd name="connsiteY596" fmla="*/ 522894 h 562353"/>
                <a:gd name="connsiteX597" fmla="*/ 408095 w 591411"/>
                <a:gd name="connsiteY597" fmla="*/ 521313 h 562353"/>
                <a:gd name="connsiteX598" fmla="*/ 410048 w 591411"/>
                <a:gd name="connsiteY598" fmla="*/ 523063 h 562353"/>
                <a:gd name="connsiteX599" fmla="*/ 412639 w 591411"/>
                <a:gd name="connsiteY599" fmla="*/ 524442 h 562353"/>
                <a:gd name="connsiteX600" fmla="*/ 413884 w 591411"/>
                <a:gd name="connsiteY600" fmla="*/ 528210 h 562353"/>
                <a:gd name="connsiteX601" fmla="*/ 413884 w 591411"/>
                <a:gd name="connsiteY601" fmla="*/ 530901 h 562353"/>
                <a:gd name="connsiteX602" fmla="*/ 413211 w 591411"/>
                <a:gd name="connsiteY602" fmla="*/ 533726 h 562353"/>
                <a:gd name="connsiteX603" fmla="*/ 411764 w 591411"/>
                <a:gd name="connsiteY603" fmla="*/ 536182 h 562353"/>
                <a:gd name="connsiteX604" fmla="*/ 410754 w 591411"/>
                <a:gd name="connsiteY604" fmla="*/ 539008 h 562353"/>
                <a:gd name="connsiteX605" fmla="*/ 411057 w 591411"/>
                <a:gd name="connsiteY605" fmla="*/ 541531 h 562353"/>
                <a:gd name="connsiteX606" fmla="*/ 414086 w 591411"/>
                <a:gd name="connsiteY606" fmla="*/ 543213 h 562353"/>
                <a:gd name="connsiteX607" fmla="*/ 420009 w 591411"/>
                <a:gd name="connsiteY607" fmla="*/ 544222 h 562353"/>
                <a:gd name="connsiteX608" fmla="*/ 424149 w 591411"/>
                <a:gd name="connsiteY608" fmla="*/ 548932 h 562353"/>
                <a:gd name="connsiteX609" fmla="*/ 429433 w 591411"/>
                <a:gd name="connsiteY609" fmla="*/ 551185 h 562353"/>
                <a:gd name="connsiteX610" fmla="*/ 433639 w 591411"/>
                <a:gd name="connsiteY610" fmla="*/ 554213 h 562353"/>
                <a:gd name="connsiteX611" fmla="*/ 439495 w 591411"/>
                <a:gd name="connsiteY611" fmla="*/ 557106 h 562353"/>
                <a:gd name="connsiteX612" fmla="*/ 443635 w 591411"/>
                <a:gd name="connsiteY612" fmla="*/ 557106 h 562353"/>
                <a:gd name="connsiteX613" fmla="*/ 449154 w 591411"/>
                <a:gd name="connsiteY613" fmla="*/ 555525 h 562353"/>
                <a:gd name="connsiteX614" fmla="*/ 455885 w 591411"/>
                <a:gd name="connsiteY614" fmla="*/ 553204 h 562353"/>
                <a:gd name="connsiteX615" fmla="*/ 460664 w 591411"/>
                <a:gd name="connsiteY615" fmla="*/ 549874 h 562353"/>
                <a:gd name="connsiteX616" fmla="*/ 463929 w 591411"/>
                <a:gd name="connsiteY616" fmla="*/ 542271 h 562353"/>
                <a:gd name="connsiteX617" fmla="*/ 465813 w 591411"/>
                <a:gd name="connsiteY617" fmla="*/ 540017 h 562353"/>
                <a:gd name="connsiteX618" fmla="*/ 468606 w 591411"/>
                <a:gd name="connsiteY618" fmla="*/ 541093 h 562353"/>
                <a:gd name="connsiteX619" fmla="*/ 473082 w 591411"/>
                <a:gd name="connsiteY619" fmla="*/ 543045 h 562353"/>
                <a:gd name="connsiteX620" fmla="*/ 473082 w 591411"/>
                <a:gd name="connsiteY620" fmla="*/ 546510 h 562353"/>
                <a:gd name="connsiteX621" fmla="*/ 473082 w 591411"/>
                <a:gd name="connsiteY621" fmla="*/ 551724 h 562353"/>
                <a:gd name="connsiteX622" fmla="*/ 473082 w 591411"/>
                <a:gd name="connsiteY622" fmla="*/ 553473 h 562353"/>
                <a:gd name="connsiteX623" fmla="*/ 473082 w 591411"/>
                <a:gd name="connsiteY623" fmla="*/ 556938 h 562353"/>
                <a:gd name="connsiteX624" fmla="*/ 471433 w 591411"/>
                <a:gd name="connsiteY624" fmla="*/ 560201 h 562353"/>
                <a:gd name="connsiteX625" fmla="*/ 473082 w 591411"/>
                <a:gd name="connsiteY625" fmla="*/ 562253 h 562353"/>
                <a:gd name="connsiteX626" fmla="*/ 476549 w 591411"/>
                <a:gd name="connsiteY626" fmla="*/ 562354 h 562353"/>
                <a:gd name="connsiteX627" fmla="*/ 479275 w 591411"/>
                <a:gd name="connsiteY627" fmla="*/ 561277 h 562353"/>
                <a:gd name="connsiteX628" fmla="*/ 481765 w 591411"/>
                <a:gd name="connsiteY628" fmla="*/ 562152 h 562353"/>
                <a:gd name="connsiteX629" fmla="*/ 483515 w 591411"/>
                <a:gd name="connsiteY629" fmla="*/ 561614 h 562353"/>
                <a:gd name="connsiteX630" fmla="*/ 485837 w 591411"/>
                <a:gd name="connsiteY630" fmla="*/ 561143 h 562353"/>
                <a:gd name="connsiteX631" fmla="*/ 489035 w 591411"/>
                <a:gd name="connsiteY631" fmla="*/ 556366 h 562353"/>
                <a:gd name="connsiteX632" fmla="*/ 490819 w 591411"/>
                <a:gd name="connsiteY632" fmla="*/ 552430 h 56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1411" h="562353">
                  <a:moveTo>
                    <a:pt x="490819" y="552430"/>
                  </a:moveTo>
                  <a:lnTo>
                    <a:pt x="491121" y="544895"/>
                  </a:lnTo>
                  <a:lnTo>
                    <a:pt x="498088" y="532448"/>
                  </a:lnTo>
                  <a:lnTo>
                    <a:pt x="500713" y="525485"/>
                  </a:lnTo>
                  <a:lnTo>
                    <a:pt x="506804" y="522289"/>
                  </a:lnTo>
                  <a:lnTo>
                    <a:pt x="512896" y="520540"/>
                  </a:lnTo>
                  <a:lnTo>
                    <a:pt x="521578" y="516772"/>
                  </a:lnTo>
                  <a:lnTo>
                    <a:pt x="527367" y="513004"/>
                  </a:lnTo>
                  <a:lnTo>
                    <a:pt x="529387" y="510986"/>
                  </a:lnTo>
                  <a:lnTo>
                    <a:pt x="536050" y="505469"/>
                  </a:lnTo>
                  <a:lnTo>
                    <a:pt x="535747" y="491273"/>
                  </a:lnTo>
                  <a:lnTo>
                    <a:pt x="533425" y="468667"/>
                  </a:lnTo>
                  <a:lnTo>
                    <a:pt x="533997" y="455043"/>
                  </a:lnTo>
                  <a:lnTo>
                    <a:pt x="532550" y="445759"/>
                  </a:lnTo>
                  <a:lnTo>
                    <a:pt x="528209" y="436508"/>
                  </a:lnTo>
                  <a:lnTo>
                    <a:pt x="523295" y="435633"/>
                  </a:lnTo>
                  <a:cubicBezTo>
                    <a:pt x="523295" y="435633"/>
                    <a:pt x="518079" y="438829"/>
                    <a:pt x="517506" y="439670"/>
                  </a:cubicBezTo>
                  <a:cubicBezTo>
                    <a:pt x="516935" y="440545"/>
                    <a:pt x="514309" y="444010"/>
                    <a:pt x="513165" y="443135"/>
                  </a:cubicBezTo>
                  <a:cubicBezTo>
                    <a:pt x="512021" y="442260"/>
                    <a:pt x="507646" y="443438"/>
                    <a:pt x="506501" y="443135"/>
                  </a:cubicBezTo>
                  <a:cubicBezTo>
                    <a:pt x="505357" y="442832"/>
                    <a:pt x="498694" y="436474"/>
                    <a:pt x="498694" y="436474"/>
                  </a:cubicBezTo>
                  <a:lnTo>
                    <a:pt x="491155" y="434153"/>
                  </a:lnTo>
                  <a:cubicBezTo>
                    <a:pt x="491155" y="434153"/>
                    <a:pt x="489136" y="435902"/>
                    <a:pt x="487958" y="436171"/>
                  </a:cubicBezTo>
                  <a:cubicBezTo>
                    <a:pt x="486813" y="436474"/>
                    <a:pt x="479275" y="438493"/>
                    <a:pt x="476650" y="440814"/>
                  </a:cubicBezTo>
                  <a:cubicBezTo>
                    <a:pt x="474058" y="443135"/>
                    <a:pt x="469683" y="435297"/>
                    <a:pt x="469683" y="435297"/>
                  </a:cubicBezTo>
                  <a:lnTo>
                    <a:pt x="469683" y="424869"/>
                  </a:lnTo>
                  <a:lnTo>
                    <a:pt x="463895" y="409226"/>
                  </a:lnTo>
                  <a:lnTo>
                    <a:pt x="458981" y="396174"/>
                  </a:lnTo>
                  <a:lnTo>
                    <a:pt x="451442" y="394156"/>
                  </a:lnTo>
                  <a:lnTo>
                    <a:pt x="437543" y="392406"/>
                  </a:lnTo>
                  <a:lnTo>
                    <a:pt x="432630" y="386048"/>
                  </a:lnTo>
                  <a:lnTo>
                    <a:pt x="431452" y="377369"/>
                  </a:lnTo>
                  <a:lnTo>
                    <a:pt x="430880" y="373299"/>
                  </a:lnTo>
                  <a:lnTo>
                    <a:pt x="427682" y="366941"/>
                  </a:lnTo>
                  <a:lnTo>
                    <a:pt x="430004" y="362602"/>
                  </a:lnTo>
                  <a:lnTo>
                    <a:pt x="434649" y="363174"/>
                  </a:lnTo>
                  <a:lnTo>
                    <a:pt x="439293" y="368388"/>
                  </a:lnTo>
                  <a:lnTo>
                    <a:pt x="447976" y="373299"/>
                  </a:lnTo>
                  <a:lnTo>
                    <a:pt x="458712" y="371550"/>
                  </a:lnTo>
                  <a:cubicBezTo>
                    <a:pt x="458712" y="371550"/>
                    <a:pt x="467395" y="362871"/>
                    <a:pt x="468270" y="362568"/>
                  </a:cubicBezTo>
                  <a:cubicBezTo>
                    <a:pt x="469145" y="362265"/>
                    <a:pt x="472914" y="361121"/>
                    <a:pt x="474361" y="360550"/>
                  </a:cubicBezTo>
                  <a:cubicBezTo>
                    <a:pt x="475808" y="359978"/>
                    <a:pt x="476078" y="356513"/>
                    <a:pt x="476078" y="356513"/>
                  </a:cubicBezTo>
                  <a:lnTo>
                    <a:pt x="476953" y="349280"/>
                  </a:lnTo>
                  <a:lnTo>
                    <a:pt x="476381" y="342317"/>
                  </a:lnTo>
                  <a:lnTo>
                    <a:pt x="475506" y="338549"/>
                  </a:lnTo>
                  <a:lnTo>
                    <a:pt x="471433" y="332763"/>
                  </a:lnTo>
                  <a:lnTo>
                    <a:pt x="471433" y="324084"/>
                  </a:lnTo>
                  <a:lnTo>
                    <a:pt x="475203" y="318870"/>
                  </a:lnTo>
                  <a:lnTo>
                    <a:pt x="480991" y="312781"/>
                  </a:lnTo>
                  <a:lnTo>
                    <a:pt x="486208" y="312781"/>
                  </a:lnTo>
                  <a:lnTo>
                    <a:pt x="495766" y="312781"/>
                  </a:lnTo>
                  <a:lnTo>
                    <a:pt x="496068" y="306121"/>
                  </a:lnTo>
                  <a:lnTo>
                    <a:pt x="495193" y="299157"/>
                  </a:lnTo>
                  <a:lnTo>
                    <a:pt x="492299" y="294515"/>
                  </a:lnTo>
                  <a:lnTo>
                    <a:pt x="492299" y="290176"/>
                  </a:lnTo>
                  <a:lnTo>
                    <a:pt x="494621" y="288729"/>
                  </a:lnTo>
                  <a:lnTo>
                    <a:pt x="496068" y="284961"/>
                  </a:lnTo>
                  <a:lnTo>
                    <a:pt x="495193" y="279747"/>
                  </a:lnTo>
                  <a:lnTo>
                    <a:pt x="492299" y="277157"/>
                  </a:lnTo>
                  <a:lnTo>
                    <a:pt x="492299" y="267301"/>
                  </a:lnTo>
                  <a:lnTo>
                    <a:pt x="493746" y="260068"/>
                  </a:lnTo>
                  <a:lnTo>
                    <a:pt x="495766" y="253105"/>
                  </a:lnTo>
                  <a:lnTo>
                    <a:pt x="503877" y="252533"/>
                  </a:lnTo>
                  <a:lnTo>
                    <a:pt x="511987" y="255729"/>
                  </a:lnTo>
                  <a:lnTo>
                    <a:pt x="517204" y="259193"/>
                  </a:lnTo>
                  <a:lnTo>
                    <a:pt x="525617" y="258319"/>
                  </a:lnTo>
                  <a:lnTo>
                    <a:pt x="528814" y="262658"/>
                  </a:lnTo>
                  <a:lnTo>
                    <a:pt x="532314" y="266998"/>
                  </a:lnTo>
                  <a:lnTo>
                    <a:pt x="538675" y="271337"/>
                  </a:lnTo>
                  <a:lnTo>
                    <a:pt x="540694" y="276552"/>
                  </a:lnTo>
                  <a:lnTo>
                    <a:pt x="542714" y="284961"/>
                  </a:lnTo>
                  <a:lnTo>
                    <a:pt x="545339" y="290176"/>
                  </a:lnTo>
                  <a:lnTo>
                    <a:pt x="552305" y="290176"/>
                  </a:lnTo>
                  <a:lnTo>
                    <a:pt x="558094" y="290176"/>
                  </a:lnTo>
                  <a:lnTo>
                    <a:pt x="563882" y="285971"/>
                  </a:lnTo>
                  <a:lnTo>
                    <a:pt x="571421" y="281463"/>
                  </a:lnTo>
                  <a:lnTo>
                    <a:pt x="578085" y="277393"/>
                  </a:lnTo>
                  <a:lnTo>
                    <a:pt x="581282" y="272447"/>
                  </a:lnTo>
                  <a:lnTo>
                    <a:pt x="583604" y="269252"/>
                  </a:lnTo>
                  <a:lnTo>
                    <a:pt x="587071" y="269252"/>
                  </a:lnTo>
                  <a:lnTo>
                    <a:pt x="591412" y="269252"/>
                  </a:lnTo>
                  <a:lnTo>
                    <a:pt x="591412" y="266628"/>
                  </a:lnTo>
                  <a:lnTo>
                    <a:pt x="591412" y="260842"/>
                  </a:lnTo>
                  <a:lnTo>
                    <a:pt x="585623" y="254181"/>
                  </a:lnTo>
                  <a:lnTo>
                    <a:pt x="583604" y="248664"/>
                  </a:lnTo>
                  <a:lnTo>
                    <a:pt x="580979" y="238808"/>
                  </a:lnTo>
                  <a:lnTo>
                    <a:pt x="580979" y="231844"/>
                  </a:lnTo>
                  <a:lnTo>
                    <a:pt x="580979" y="226058"/>
                  </a:lnTo>
                  <a:lnTo>
                    <a:pt x="577075" y="225486"/>
                  </a:lnTo>
                  <a:lnTo>
                    <a:pt x="570849" y="227808"/>
                  </a:lnTo>
                  <a:lnTo>
                    <a:pt x="565329" y="230129"/>
                  </a:lnTo>
                  <a:lnTo>
                    <a:pt x="565329" y="223165"/>
                  </a:lnTo>
                  <a:lnTo>
                    <a:pt x="552507" y="219431"/>
                  </a:lnTo>
                  <a:lnTo>
                    <a:pt x="544329" y="210483"/>
                  </a:lnTo>
                  <a:lnTo>
                    <a:pt x="536790" y="194067"/>
                  </a:lnTo>
                  <a:lnTo>
                    <a:pt x="536252" y="192755"/>
                  </a:lnTo>
                  <a:lnTo>
                    <a:pt x="533156" y="192755"/>
                  </a:lnTo>
                  <a:lnTo>
                    <a:pt x="524473" y="192755"/>
                  </a:lnTo>
                  <a:lnTo>
                    <a:pt x="518381" y="194269"/>
                  </a:lnTo>
                  <a:cubicBezTo>
                    <a:pt x="518381" y="194269"/>
                    <a:pt x="518381" y="197196"/>
                    <a:pt x="515555" y="198306"/>
                  </a:cubicBezTo>
                  <a:cubicBezTo>
                    <a:pt x="512728" y="199382"/>
                    <a:pt x="500544" y="199718"/>
                    <a:pt x="500544" y="199718"/>
                  </a:cubicBezTo>
                  <a:lnTo>
                    <a:pt x="491424" y="199718"/>
                  </a:lnTo>
                  <a:lnTo>
                    <a:pt x="480116" y="194303"/>
                  </a:lnTo>
                  <a:cubicBezTo>
                    <a:pt x="480116" y="194303"/>
                    <a:pt x="476212" y="189526"/>
                    <a:pt x="476212" y="188651"/>
                  </a:cubicBezTo>
                  <a:cubicBezTo>
                    <a:pt x="476212" y="187776"/>
                    <a:pt x="474900" y="181049"/>
                    <a:pt x="474900" y="180409"/>
                  </a:cubicBezTo>
                  <a:cubicBezTo>
                    <a:pt x="474900" y="179770"/>
                    <a:pt x="474900" y="174556"/>
                    <a:pt x="474900" y="174556"/>
                  </a:cubicBezTo>
                  <a:lnTo>
                    <a:pt x="470558" y="169981"/>
                  </a:lnTo>
                  <a:lnTo>
                    <a:pt x="464029" y="164969"/>
                  </a:lnTo>
                  <a:lnTo>
                    <a:pt x="456625" y="164969"/>
                  </a:lnTo>
                  <a:lnTo>
                    <a:pt x="452486" y="158241"/>
                  </a:lnTo>
                  <a:lnTo>
                    <a:pt x="447034" y="153228"/>
                  </a:lnTo>
                  <a:lnTo>
                    <a:pt x="439865" y="151042"/>
                  </a:lnTo>
                  <a:lnTo>
                    <a:pt x="430509" y="151042"/>
                  </a:lnTo>
                  <a:lnTo>
                    <a:pt x="421827" y="151042"/>
                  </a:lnTo>
                  <a:lnTo>
                    <a:pt x="417249" y="149091"/>
                  </a:lnTo>
                  <a:lnTo>
                    <a:pt x="415735" y="145189"/>
                  </a:lnTo>
                  <a:lnTo>
                    <a:pt x="415735" y="139773"/>
                  </a:lnTo>
                  <a:lnTo>
                    <a:pt x="415735" y="136308"/>
                  </a:lnTo>
                  <a:lnTo>
                    <a:pt x="417048" y="133718"/>
                  </a:lnTo>
                  <a:lnTo>
                    <a:pt x="419874" y="130892"/>
                  </a:lnTo>
                  <a:lnTo>
                    <a:pt x="423576" y="128066"/>
                  </a:lnTo>
                  <a:lnTo>
                    <a:pt x="427480" y="123289"/>
                  </a:lnTo>
                  <a:lnTo>
                    <a:pt x="430509" y="123289"/>
                  </a:lnTo>
                  <a:lnTo>
                    <a:pt x="431384" y="118512"/>
                  </a:lnTo>
                  <a:lnTo>
                    <a:pt x="431384" y="113736"/>
                  </a:lnTo>
                  <a:lnTo>
                    <a:pt x="433572" y="108959"/>
                  </a:lnTo>
                  <a:lnTo>
                    <a:pt x="435961" y="107008"/>
                  </a:lnTo>
                  <a:lnTo>
                    <a:pt x="439024" y="104182"/>
                  </a:lnTo>
                  <a:lnTo>
                    <a:pt x="442726" y="102130"/>
                  </a:lnTo>
                  <a:lnTo>
                    <a:pt x="447740" y="100717"/>
                  </a:lnTo>
                  <a:lnTo>
                    <a:pt x="453193" y="100717"/>
                  </a:lnTo>
                  <a:lnTo>
                    <a:pt x="458409" y="97689"/>
                  </a:lnTo>
                  <a:lnTo>
                    <a:pt x="461000" y="93787"/>
                  </a:lnTo>
                  <a:lnTo>
                    <a:pt x="461337" y="91836"/>
                  </a:lnTo>
                  <a:lnTo>
                    <a:pt x="459284" y="88136"/>
                  </a:lnTo>
                  <a:lnTo>
                    <a:pt x="459284" y="82484"/>
                  </a:lnTo>
                  <a:lnTo>
                    <a:pt x="462549" y="81172"/>
                  </a:lnTo>
                  <a:cubicBezTo>
                    <a:pt x="462549" y="81172"/>
                    <a:pt x="465578" y="79221"/>
                    <a:pt x="466453" y="79019"/>
                  </a:cubicBezTo>
                  <a:cubicBezTo>
                    <a:pt x="467327" y="78784"/>
                    <a:pt x="469919" y="74680"/>
                    <a:pt x="469919" y="74680"/>
                  </a:cubicBezTo>
                  <a:lnTo>
                    <a:pt x="471770" y="73065"/>
                  </a:lnTo>
                  <a:lnTo>
                    <a:pt x="474597" y="71316"/>
                  </a:lnTo>
                  <a:lnTo>
                    <a:pt x="477761" y="68591"/>
                  </a:lnTo>
                  <a:lnTo>
                    <a:pt x="479275" y="66001"/>
                  </a:lnTo>
                  <a:lnTo>
                    <a:pt x="483852" y="66001"/>
                  </a:lnTo>
                  <a:lnTo>
                    <a:pt x="489741" y="64252"/>
                  </a:lnTo>
                  <a:lnTo>
                    <a:pt x="491189" y="64252"/>
                  </a:lnTo>
                  <a:lnTo>
                    <a:pt x="494083" y="60181"/>
                  </a:lnTo>
                  <a:lnTo>
                    <a:pt x="496102" y="59038"/>
                  </a:lnTo>
                  <a:lnTo>
                    <a:pt x="497549" y="55842"/>
                  </a:lnTo>
                  <a:lnTo>
                    <a:pt x="501891" y="52074"/>
                  </a:lnTo>
                  <a:lnTo>
                    <a:pt x="506232" y="52074"/>
                  </a:lnTo>
                  <a:lnTo>
                    <a:pt x="506232" y="43664"/>
                  </a:lnTo>
                  <a:lnTo>
                    <a:pt x="508857" y="38147"/>
                  </a:lnTo>
                  <a:lnTo>
                    <a:pt x="519425" y="38147"/>
                  </a:lnTo>
                  <a:lnTo>
                    <a:pt x="524136" y="35389"/>
                  </a:lnTo>
                  <a:lnTo>
                    <a:pt x="525651" y="30915"/>
                  </a:lnTo>
                  <a:lnTo>
                    <a:pt x="526223" y="28325"/>
                  </a:lnTo>
                  <a:lnTo>
                    <a:pt x="528848" y="21664"/>
                  </a:lnTo>
                  <a:lnTo>
                    <a:pt x="528848" y="17324"/>
                  </a:lnTo>
                  <a:lnTo>
                    <a:pt x="523833" y="14465"/>
                  </a:lnTo>
                  <a:lnTo>
                    <a:pt x="522285" y="13052"/>
                  </a:lnTo>
                  <a:lnTo>
                    <a:pt x="518651" y="16618"/>
                  </a:lnTo>
                  <a:lnTo>
                    <a:pt x="518853" y="18502"/>
                  </a:lnTo>
                  <a:lnTo>
                    <a:pt x="518987" y="21529"/>
                  </a:lnTo>
                  <a:cubicBezTo>
                    <a:pt x="518987" y="21529"/>
                    <a:pt x="517405" y="24288"/>
                    <a:pt x="516800" y="24557"/>
                  </a:cubicBezTo>
                  <a:cubicBezTo>
                    <a:pt x="516227" y="24860"/>
                    <a:pt x="514915" y="26003"/>
                    <a:pt x="514477" y="26441"/>
                  </a:cubicBezTo>
                  <a:cubicBezTo>
                    <a:pt x="514040" y="26878"/>
                    <a:pt x="511718" y="26878"/>
                    <a:pt x="511718" y="26878"/>
                  </a:cubicBezTo>
                  <a:cubicBezTo>
                    <a:pt x="511718" y="26878"/>
                    <a:pt x="507949" y="31083"/>
                    <a:pt x="507376" y="31352"/>
                  </a:cubicBezTo>
                  <a:cubicBezTo>
                    <a:pt x="506804" y="31655"/>
                    <a:pt x="504617" y="33673"/>
                    <a:pt x="504617" y="33673"/>
                  </a:cubicBezTo>
                  <a:lnTo>
                    <a:pt x="495496" y="35994"/>
                  </a:lnTo>
                  <a:lnTo>
                    <a:pt x="491289" y="37004"/>
                  </a:lnTo>
                  <a:lnTo>
                    <a:pt x="487655" y="38316"/>
                  </a:lnTo>
                  <a:lnTo>
                    <a:pt x="485905" y="40334"/>
                  </a:lnTo>
                  <a:lnTo>
                    <a:pt x="485333" y="43227"/>
                  </a:lnTo>
                  <a:lnTo>
                    <a:pt x="483885" y="47701"/>
                  </a:lnTo>
                  <a:lnTo>
                    <a:pt x="483010" y="49450"/>
                  </a:lnTo>
                  <a:lnTo>
                    <a:pt x="478804" y="48004"/>
                  </a:lnTo>
                  <a:lnTo>
                    <a:pt x="476919" y="46120"/>
                  </a:lnTo>
                  <a:lnTo>
                    <a:pt x="475337" y="46557"/>
                  </a:lnTo>
                  <a:lnTo>
                    <a:pt x="474159" y="48576"/>
                  </a:lnTo>
                  <a:lnTo>
                    <a:pt x="472275" y="50762"/>
                  </a:lnTo>
                  <a:lnTo>
                    <a:pt x="470962" y="51771"/>
                  </a:lnTo>
                  <a:lnTo>
                    <a:pt x="470222" y="53958"/>
                  </a:lnTo>
                  <a:lnTo>
                    <a:pt x="466149" y="55775"/>
                  </a:lnTo>
                  <a:lnTo>
                    <a:pt x="461808" y="53386"/>
                  </a:lnTo>
                  <a:cubicBezTo>
                    <a:pt x="461808" y="53386"/>
                    <a:pt x="460933" y="48811"/>
                    <a:pt x="460933" y="48172"/>
                  </a:cubicBezTo>
                  <a:cubicBezTo>
                    <a:pt x="460933" y="47533"/>
                    <a:pt x="461808" y="41209"/>
                    <a:pt x="462246" y="40334"/>
                  </a:cubicBezTo>
                  <a:cubicBezTo>
                    <a:pt x="462683" y="39459"/>
                    <a:pt x="463996" y="34245"/>
                    <a:pt x="464635" y="34043"/>
                  </a:cubicBezTo>
                  <a:lnTo>
                    <a:pt x="459419" y="34817"/>
                  </a:lnTo>
                  <a:lnTo>
                    <a:pt x="458207" y="34178"/>
                  </a:lnTo>
                  <a:lnTo>
                    <a:pt x="457467" y="32126"/>
                  </a:lnTo>
                  <a:lnTo>
                    <a:pt x="457467" y="28661"/>
                  </a:lnTo>
                  <a:lnTo>
                    <a:pt x="457467" y="25196"/>
                  </a:lnTo>
                  <a:lnTo>
                    <a:pt x="456457" y="23178"/>
                  </a:lnTo>
                  <a:lnTo>
                    <a:pt x="454875" y="17526"/>
                  </a:lnTo>
                  <a:lnTo>
                    <a:pt x="448784" y="13893"/>
                  </a:lnTo>
                  <a:cubicBezTo>
                    <a:pt x="448784" y="13893"/>
                    <a:pt x="447639" y="13758"/>
                    <a:pt x="446899" y="13590"/>
                  </a:cubicBezTo>
                  <a:cubicBezTo>
                    <a:pt x="446193" y="13456"/>
                    <a:pt x="444711" y="12850"/>
                    <a:pt x="444308" y="12716"/>
                  </a:cubicBezTo>
                  <a:cubicBezTo>
                    <a:pt x="443870" y="12581"/>
                    <a:pt x="441986" y="11841"/>
                    <a:pt x="441986" y="11841"/>
                  </a:cubicBezTo>
                  <a:cubicBezTo>
                    <a:pt x="441986" y="11841"/>
                    <a:pt x="440101" y="13288"/>
                    <a:pt x="439663" y="13288"/>
                  </a:cubicBezTo>
                  <a:cubicBezTo>
                    <a:pt x="439226" y="13288"/>
                    <a:pt x="437644" y="15743"/>
                    <a:pt x="437341" y="16181"/>
                  </a:cubicBezTo>
                  <a:cubicBezTo>
                    <a:pt x="437038" y="16618"/>
                    <a:pt x="435456" y="18064"/>
                    <a:pt x="434885" y="18064"/>
                  </a:cubicBezTo>
                  <a:cubicBezTo>
                    <a:pt x="434312" y="18064"/>
                    <a:pt x="433572" y="19814"/>
                    <a:pt x="433000" y="20251"/>
                  </a:cubicBezTo>
                  <a:cubicBezTo>
                    <a:pt x="432427" y="20688"/>
                    <a:pt x="431418" y="25162"/>
                    <a:pt x="431418" y="25162"/>
                  </a:cubicBezTo>
                  <a:lnTo>
                    <a:pt x="431418" y="26037"/>
                  </a:lnTo>
                  <a:lnTo>
                    <a:pt x="428827" y="31251"/>
                  </a:lnTo>
                  <a:lnTo>
                    <a:pt x="424485" y="33875"/>
                  </a:lnTo>
                  <a:lnTo>
                    <a:pt x="424485" y="30410"/>
                  </a:lnTo>
                  <a:lnTo>
                    <a:pt x="424485" y="28089"/>
                  </a:lnTo>
                  <a:lnTo>
                    <a:pt x="421523" y="25028"/>
                  </a:lnTo>
                  <a:lnTo>
                    <a:pt x="418562" y="22000"/>
                  </a:lnTo>
                  <a:cubicBezTo>
                    <a:pt x="418562" y="22000"/>
                    <a:pt x="415500" y="22740"/>
                    <a:pt x="414927" y="22740"/>
                  </a:cubicBezTo>
                  <a:cubicBezTo>
                    <a:pt x="414355" y="22740"/>
                    <a:pt x="410586" y="24052"/>
                    <a:pt x="410586" y="24052"/>
                  </a:cubicBezTo>
                  <a:lnTo>
                    <a:pt x="405941" y="23480"/>
                  </a:lnTo>
                  <a:cubicBezTo>
                    <a:pt x="405941" y="23480"/>
                    <a:pt x="402038" y="21025"/>
                    <a:pt x="401600" y="21159"/>
                  </a:cubicBezTo>
                  <a:cubicBezTo>
                    <a:pt x="401163" y="21294"/>
                    <a:pt x="399985" y="21294"/>
                    <a:pt x="399985" y="21294"/>
                  </a:cubicBezTo>
                  <a:lnTo>
                    <a:pt x="398235" y="22168"/>
                  </a:lnTo>
                  <a:lnTo>
                    <a:pt x="391571" y="22875"/>
                  </a:lnTo>
                  <a:lnTo>
                    <a:pt x="389384" y="22572"/>
                  </a:lnTo>
                  <a:lnTo>
                    <a:pt x="383427" y="20688"/>
                  </a:lnTo>
                  <a:lnTo>
                    <a:pt x="379220" y="19107"/>
                  </a:lnTo>
                  <a:lnTo>
                    <a:pt x="374878" y="17089"/>
                  </a:lnTo>
                  <a:cubicBezTo>
                    <a:pt x="374878" y="17089"/>
                    <a:pt x="373869" y="15508"/>
                    <a:pt x="373128" y="14768"/>
                  </a:cubicBezTo>
                  <a:cubicBezTo>
                    <a:pt x="372388" y="14028"/>
                    <a:pt x="373128" y="14768"/>
                    <a:pt x="372253" y="14465"/>
                  </a:cubicBezTo>
                  <a:cubicBezTo>
                    <a:pt x="371378" y="14162"/>
                    <a:pt x="368921" y="12447"/>
                    <a:pt x="368652" y="12009"/>
                  </a:cubicBezTo>
                  <a:cubicBezTo>
                    <a:pt x="368349" y="11572"/>
                    <a:pt x="366902" y="11269"/>
                    <a:pt x="365758" y="11135"/>
                  </a:cubicBezTo>
                  <a:cubicBezTo>
                    <a:pt x="364614" y="11000"/>
                    <a:pt x="363301" y="10395"/>
                    <a:pt x="361854" y="10395"/>
                  </a:cubicBezTo>
                  <a:cubicBezTo>
                    <a:pt x="360407" y="10395"/>
                    <a:pt x="359094" y="9957"/>
                    <a:pt x="358522" y="9957"/>
                  </a:cubicBezTo>
                  <a:cubicBezTo>
                    <a:pt x="357950" y="9957"/>
                    <a:pt x="354753" y="9385"/>
                    <a:pt x="354753" y="9385"/>
                  </a:cubicBezTo>
                  <a:cubicBezTo>
                    <a:pt x="354753" y="9385"/>
                    <a:pt x="352161" y="8376"/>
                    <a:pt x="351556" y="8376"/>
                  </a:cubicBezTo>
                  <a:cubicBezTo>
                    <a:pt x="350950" y="8376"/>
                    <a:pt x="349671" y="7367"/>
                    <a:pt x="349233" y="7232"/>
                  </a:cubicBezTo>
                  <a:cubicBezTo>
                    <a:pt x="348796" y="7098"/>
                    <a:pt x="344455" y="6089"/>
                    <a:pt x="344455" y="6089"/>
                  </a:cubicBezTo>
                  <a:lnTo>
                    <a:pt x="344455" y="4205"/>
                  </a:lnTo>
                  <a:cubicBezTo>
                    <a:pt x="344455" y="4205"/>
                    <a:pt x="343882" y="1615"/>
                    <a:pt x="343714" y="1009"/>
                  </a:cubicBezTo>
                  <a:cubicBezTo>
                    <a:pt x="343580" y="437"/>
                    <a:pt x="341830" y="0"/>
                    <a:pt x="341830" y="0"/>
                  </a:cubicBezTo>
                  <a:cubicBezTo>
                    <a:pt x="341830" y="0"/>
                    <a:pt x="340820" y="0"/>
                    <a:pt x="340248" y="0"/>
                  </a:cubicBezTo>
                  <a:cubicBezTo>
                    <a:pt x="339676" y="0"/>
                    <a:pt x="338666" y="875"/>
                    <a:pt x="338094" y="1413"/>
                  </a:cubicBezTo>
                  <a:cubicBezTo>
                    <a:pt x="337522" y="1951"/>
                    <a:pt x="336209" y="2758"/>
                    <a:pt x="335637" y="3330"/>
                  </a:cubicBezTo>
                  <a:cubicBezTo>
                    <a:pt x="335065" y="3902"/>
                    <a:pt x="331868" y="4777"/>
                    <a:pt x="331868" y="4777"/>
                  </a:cubicBezTo>
                  <a:lnTo>
                    <a:pt x="328233" y="3902"/>
                  </a:lnTo>
                  <a:lnTo>
                    <a:pt x="324329" y="3330"/>
                  </a:lnTo>
                  <a:cubicBezTo>
                    <a:pt x="324329" y="3330"/>
                    <a:pt x="323016" y="2590"/>
                    <a:pt x="322714" y="1884"/>
                  </a:cubicBezTo>
                  <a:cubicBezTo>
                    <a:pt x="322445" y="1177"/>
                    <a:pt x="321132" y="1884"/>
                    <a:pt x="320560" y="1884"/>
                  </a:cubicBezTo>
                  <a:cubicBezTo>
                    <a:pt x="319988" y="1884"/>
                    <a:pt x="317935" y="2456"/>
                    <a:pt x="317935" y="2456"/>
                  </a:cubicBezTo>
                  <a:cubicBezTo>
                    <a:pt x="317935" y="2456"/>
                    <a:pt x="316353" y="3196"/>
                    <a:pt x="315915" y="3330"/>
                  </a:cubicBezTo>
                  <a:cubicBezTo>
                    <a:pt x="315478" y="3465"/>
                    <a:pt x="313021" y="4777"/>
                    <a:pt x="312584" y="5080"/>
                  </a:cubicBezTo>
                  <a:cubicBezTo>
                    <a:pt x="312146" y="5382"/>
                    <a:pt x="309824" y="5820"/>
                    <a:pt x="309824" y="5820"/>
                  </a:cubicBezTo>
                  <a:lnTo>
                    <a:pt x="307064" y="6391"/>
                  </a:lnTo>
                  <a:lnTo>
                    <a:pt x="306189" y="11303"/>
                  </a:lnTo>
                  <a:lnTo>
                    <a:pt x="306189" y="12312"/>
                  </a:lnTo>
                  <a:lnTo>
                    <a:pt x="306627" y="14499"/>
                  </a:lnTo>
                  <a:lnTo>
                    <a:pt x="307064" y="19141"/>
                  </a:lnTo>
                  <a:lnTo>
                    <a:pt x="305483" y="19141"/>
                  </a:lnTo>
                  <a:lnTo>
                    <a:pt x="303901" y="20285"/>
                  </a:lnTo>
                  <a:lnTo>
                    <a:pt x="303026" y="22034"/>
                  </a:lnTo>
                  <a:lnTo>
                    <a:pt x="304036" y="24221"/>
                  </a:lnTo>
                  <a:lnTo>
                    <a:pt x="306223" y="25970"/>
                  </a:lnTo>
                  <a:lnTo>
                    <a:pt x="306088" y="27282"/>
                  </a:lnTo>
                  <a:lnTo>
                    <a:pt x="304338" y="29031"/>
                  </a:lnTo>
                  <a:lnTo>
                    <a:pt x="305651" y="30175"/>
                  </a:lnTo>
                  <a:lnTo>
                    <a:pt x="304944" y="31487"/>
                  </a:lnTo>
                  <a:lnTo>
                    <a:pt x="303362" y="33673"/>
                  </a:lnTo>
                  <a:lnTo>
                    <a:pt x="304944" y="36432"/>
                  </a:lnTo>
                  <a:lnTo>
                    <a:pt x="306896" y="38618"/>
                  </a:lnTo>
                  <a:lnTo>
                    <a:pt x="307973" y="40939"/>
                  </a:lnTo>
                  <a:lnTo>
                    <a:pt x="307973" y="43698"/>
                  </a:lnTo>
                  <a:lnTo>
                    <a:pt x="306088" y="44573"/>
                  </a:lnTo>
                  <a:lnTo>
                    <a:pt x="304204" y="46322"/>
                  </a:lnTo>
                  <a:lnTo>
                    <a:pt x="302757" y="49652"/>
                  </a:lnTo>
                  <a:lnTo>
                    <a:pt x="302757" y="51536"/>
                  </a:lnTo>
                  <a:lnTo>
                    <a:pt x="304136" y="53722"/>
                  </a:lnTo>
                  <a:lnTo>
                    <a:pt x="305381" y="56044"/>
                  </a:lnTo>
                  <a:cubicBezTo>
                    <a:pt x="305381" y="56044"/>
                    <a:pt x="307266" y="58499"/>
                    <a:pt x="306829" y="59071"/>
                  </a:cubicBezTo>
                  <a:cubicBezTo>
                    <a:pt x="306391" y="59643"/>
                    <a:pt x="307266" y="59643"/>
                    <a:pt x="306829" y="59946"/>
                  </a:cubicBezTo>
                  <a:cubicBezTo>
                    <a:pt x="306391" y="60248"/>
                    <a:pt x="304810" y="61089"/>
                    <a:pt x="303800" y="60821"/>
                  </a:cubicBezTo>
                  <a:cubicBezTo>
                    <a:pt x="302790" y="60551"/>
                    <a:pt x="301915" y="61224"/>
                    <a:pt x="301343" y="60955"/>
                  </a:cubicBezTo>
                  <a:cubicBezTo>
                    <a:pt x="300771" y="60652"/>
                    <a:pt x="298449" y="60955"/>
                    <a:pt x="298449" y="60955"/>
                  </a:cubicBezTo>
                  <a:lnTo>
                    <a:pt x="297439" y="60955"/>
                  </a:lnTo>
                  <a:lnTo>
                    <a:pt x="295420" y="61830"/>
                  </a:lnTo>
                  <a:cubicBezTo>
                    <a:pt x="295420" y="61830"/>
                    <a:pt x="295689" y="63848"/>
                    <a:pt x="295857" y="64453"/>
                  </a:cubicBezTo>
                  <a:cubicBezTo>
                    <a:pt x="295992" y="65025"/>
                    <a:pt x="296430" y="66909"/>
                    <a:pt x="296430" y="66909"/>
                  </a:cubicBezTo>
                  <a:cubicBezTo>
                    <a:pt x="296430" y="66909"/>
                    <a:pt x="297439" y="70374"/>
                    <a:pt x="297439" y="70811"/>
                  </a:cubicBezTo>
                  <a:cubicBezTo>
                    <a:pt x="297439" y="71249"/>
                    <a:pt x="298449" y="73704"/>
                    <a:pt x="298449" y="73704"/>
                  </a:cubicBezTo>
                  <a:lnTo>
                    <a:pt x="299324" y="77472"/>
                  </a:lnTo>
                  <a:lnTo>
                    <a:pt x="299324" y="80365"/>
                  </a:lnTo>
                  <a:lnTo>
                    <a:pt x="296867" y="83561"/>
                  </a:lnTo>
                  <a:lnTo>
                    <a:pt x="295420" y="86588"/>
                  </a:lnTo>
                  <a:lnTo>
                    <a:pt x="293232" y="91063"/>
                  </a:lnTo>
                  <a:lnTo>
                    <a:pt x="291348" y="93249"/>
                  </a:lnTo>
                  <a:lnTo>
                    <a:pt x="289598" y="95705"/>
                  </a:lnTo>
                  <a:cubicBezTo>
                    <a:pt x="289598" y="95705"/>
                    <a:pt x="288285" y="97151"/>
                    <a:pt x="287410" y="97589"/>
                  </a:cubicBezTo>
                  <a:cubicBezTo>
                    <a:pt x="286535" y="98026"/>
                    <a:pt x="284785" y="99910"/>
                    <a:pt x="284347" y="100044"/>
                  </a:cubicBezTo>
                  <a:cubicBezTo>
                    <a:pt x="283910" y="100179"/>
                    <a:pt x="281016" y="102668"/>
                    <a:pt x="281016" y="102668"/>
                  </a:cubicBezTo>
                  <a:lnTo>
                    <a:pt x="280141" y="102668"/>
                  </a:lnTo>
                  <a:lnTo>
                    <a:pt x="280141" y="105258"/>
                  </a:lnTo>
                  <a:lnTo>
                    <a:pt x="280141" y="105999"/>
                  </a:lnTo>
                  <a:lnTo>
                    <a:pt x="279265" y="108454"/>
                  </a:lnTo>
                  <a:lnTo>
                    <a:pt x="276809" y="109329"/>
                  </a:lnTo>
                  <a:cubicBezTo>
                    <a:pt x="276809" y="109329"/>
                    <a:pt x="275362" y="108891"/>
                    <a:pt x="274924" y="108757"/>
                  </a:cubicBezTo>
                  <a:cubicBezTo>
                    <a:pt x="274487" y="108622"/>
                    <a:pt x="272905" y="106738"/>
                    <a:pt x="272905" y="106738"/>
                  </a:cubicBezTo>
                  <a:lnTo>
                    <a:pt x="269842" y="105999"/>
                  </a:lnTo>
                  <a:lnTo>
                    <a:pt x="265198" y="106738"/>
                  </a:lnTo>
                  <a:cubicBezTo>
                    <a:pt x="265198" y="106738"/>
                    <a:pt x="262741" y="109329"/>
                    <a:pt x="262135" y="109329"/>
                  </a:cubicBezTo>
                  <a:cubicBezTo>
                    <a:pt x="261564" y="109329"/>
                    <a:pt x="261126" y="111650"/>
                    <a:pt x="260958" y="112222"/>
                  </a:cubicBezTo>
                  <a:cubicBezTo>
                    <a:pt x="260823" y="112794"/>
                    <a:pt x="259207" y="113971"/>
                    <a:pt x="259207" y="113971"/>
                  </a:cubicBezTo>
                  <a:lnTo>
                    <a:pt x="259207" y="118008"/>
                  </a:lnTo>
                  <a:lnTo>
                    <a:pt x="255876" y="121035"/>
                  </a:lnTo>
                  <a:lnTo>
                    <a:pt x="251534" y="120766"/>
                  </a:lnTo>
                  <a:lnTo>
                    <a:pt x="248640" y="118882"/>
                  </a:lnTo>
                  <a:lnTo>
                    <a:pt x="247900" y="116561"/>
                  </a:lnTo>
                  <a:lnTo>
                    <a:pt x="245443" y="116561"/>
                  </a:lnTo>
                  <a:lnTo>
                    <a:pt x="241976" y="117436"/>
                  </a:lnTo>
                  <a:lnTo>
                    <a:pt x="237904" y="118445"/>
                  </a:lnTo>
                  <a:lnTo>
                    <a:pt x="236592" y="119892"/>
                  </a:lnTo>
                  <a:lnTo>
                    <a:pt x="235717" y="121035"/>
                  </a:lnTo>
                  <a:lnTo>
                    <a:pt x="234135" y="122785"/>
                  </a:lnTo>
                  <a:lnTo>
                    <a:pt x="233125" y="124366"/>
                  </a:lnTo>
                  <a:lnTo>
                    <a:pt x="233125" y="127831"/>
                  </a:lnTo>
                  <a:lnTo>
                    <a:pt x="233125" y="128571"/>
                  </a:lnTo>
                  <a:cubicBezTo>
                    <a:pt x="233125" y="128571"/>
                    <a:pt x="231880" y="130152"/>
                    <a:pt x="231442" y="130454"/>
                  </a:cubicBezTo>
                  <a:cubicBezTo>
                    <a:pt x="231005" y="130757"/>
                    <a:pt x="228346" y="132776"/>
                    <a:pt x="228043" y="133348"/>
                  </a:cubicBezTo>
                  <a:cubicBezTo>
                    <a:pt x="227740" y="133919"/>
                    <a:pt x="224409" y="133482"/>
                    <a:pt x="223836" y="133482"/>
                  </a:cubicBezTo>
                  <a:cubicBezTo>
                    <a:pt x="223265" y="133482"/>
                    <a:pt x="221817" y="131733"/>
                    <a:pt x="221817" y="131733"/>
                  </a:cubicBezTo>
                  <a:lnTo>
                    <a:pt x="220942" y="129849"/>
                  </a:lnTo>
                  <a:lnTo>
                    <a:pt x="220067" y="126956"/>
                  </a:lnTo>
                  <a:lnTo>
                    <a:pt x="218351" y="126956"/>
                  </a:lnTo>
                  <a:lnTo>
                    <a:pt x="215456" y="126956"/>
                  </a:lnTo>
                  <a:lnTo>
                    <a:pt x="214447" y="128974"/>
                  </a:lnTo>
                  <a:lnTo>
                    <a:pt x="212865" y="131161"/>
                  </a:lnTo>
                  <a:lnTo>
                    <a:pt x="210846" y="133179"/>
                  </a:lnTo>
                  <a:lnTo>
                    <a:pt x="207985" y="134828"/>
                  </a:lnTo>
                  <a:lnTo>
                    <a:pt x="205057" y="133953"/>
                  </a:lnTo>
                  <a:lnTo>
                    <a:pt x="200918" y="133045"/>
                  </a:lnTo>
                  <a:cubicBezTo>
                    <a:pt x="200918" y="133045"/>
                    <a:pt x="196576" y="132507"/>
                    <a:pt x="196341" y="132507"/>
                  </a:cubicBezTo>
                  <a:cubicBezTo>
                    <a:pt x="196105" y="132507"/>
                    <a:pt x="191124" y="132607"/>
                    <a:pt x="191124" y="132607"/>
                  </a:cubicBezTo>
                  <a:lnTo>
                    <a:pt x="185908" y="131968"/>
                  </a:lnTo>
                  <a:lnTo>
                    <a:pt x="178639" y="132338"/>
                  </a:lnTo>
                  <a:lnTo>
                    <a:pt x="174735" y="131195"/>
                  </a:lnTo>
                  <a:lnTo>
                    <a:pt x="174028" y="129883"/>
                  </a:lnTo>
                  <a:lnTo>
                    <a:pt x="170696" y="128739"/>
                  </a:lnTo>
                  <a:lnTo>
                    <a:pt x="167364" y="127999"/>
                  </a:lnTo>
                  <a:lnTo>
                    <a:pt x="164470" y="128739"/>
                  </a:lnTo>
                  <a:lnTo>
                    <a:pt x="161879" y="128739"/>
                  </a:lnTo>
                  <a:lnTo>
                    <a:pt x="160566" y="129748"/>
                  </a:lnTo>
                  <a:lnTo>
                    <a:pt x="160700" y="130623"/>
                  </a:lnTo>
                  <a:lnTo>
                    <a:pt x="160566" y="133078"/>
                  </a:lnTo>
                  <a:lnTo>
                    <a:pt x="159388" y="134828"/>
                  </a:lnTo>
                  <a:lnTo>
                    <a:pt x="158378" y="136577"/>
                  </a:lnTo>
                  <a:lnTo>
                    <a:pt x="158378" y="137317"/>
                  </a:lnTo>
                  <a:lnTo>
                    <a:pt x="159018" y="139638"/>
                  </a:lnTo>
                  <a:lnTo>
                    <a:pt x="160095" y="141522"/>
                  </a:lnTo>
                  <a:lnTo>
                    <a:pt x="160970" y="143708"/>
                  </a:lnTo>
                  <a:lnTo>
                    <a:pt x="161845" y="147039"/>
                  </a:lnTo>
                  <a:lnTo>
                    <a:pt x="161845" y="149663"/>
                  </a:lnTo>
                  <a:lnTo>
                    <a:pt x="160600" y="151244"/>
                  </a:lnTo>
                  <a:lnTo>
                    <a:pt x="158345" y="151378"/>
                  </a:lnTo>
                  <a:lnTo>
                    <a:pt x="155585" y="150235"/>
                  </a:lnTo>
                  <a:lnTo>
                    <a:pt x="152253" y="149663"/>
                  </a:lnTo>
                  <a:lnTo>
                    <a:pt x="147171" y="149663"/>
                  </a:lnTo>
                  <a:lnTo>
                    <a:pt x="141383" y="150975"/>
                  </a:lnTo>
                  <a:lnTo>
                    <a:pt x="137176" y="153598"/>
                  </a:lnTo>
                  <a:lnTo>
                    <a:pt x="132969" y="158678"/>
                  </a:lnTo>
                  <a:lnTo>
                    <a:pt x="130950" y="160427"/>
                  </a:lnTo>
                  <a:cubicBezTo>
                    <a:pt x="130950" y="160427"/>
                    <a:pt x="129200" y="162614"/>
                    <a:pt x="128762" y="162614"/>
                  </a:cubicBezTo>
                  <a:cubicBezTo>
                    <a:pt x="128325" y="162614"/>
                    <a:pt x="126003" y="165070"/>
                    <a:pt x="126003" y="165070"/>
                  </a:cubicBezTo>
                  <a:cubicBezTo>
                    <a:pt x="126003" y="165070"/>
                    <a:pt x="124118" y="166819"/>
                    <a:pt x="123546" y="166819"/>
                  </a:cubicBezTo>
                  <a:cubicBezTo>
                    <a:pt x="122974" y="166819"/>
                    <a:pt x="122536" y="168131"/>
                    <a:pt x="122536" y="168131"/>
                  </a:cubicBezTo>
                  <a:lnTo>
                    <a:pt x="120517" y="169880"/>
                  </a:lnTo>
                  <a:lnTo>
                    <a:pt x="118329" y="171461"/>
                  </a:lnTo>
                  <a:lnTo>
                    <a:pt x="118329" y="174085"/>
                  </a:lnTo>
                  <a:lnTo>
                    <a:pt x="117959" y="176103"/>
                  </a:lnTo>
                  <a:cubicBezTo>
                    <a:pt x="117959" y="176103"/>
                    <a:pt x="116882" y="177550"/>
                    <a:pt x="116310" y="177685"/>
                  </a:cubicBezTo>
                  <a:cubicBezTo>
                    <a:pt x="115738" y="177819"/>
                    <a:pt x="114426" y="178997"/>
                    <a:pt x="113853" y="179266"/>
                  </a:cubicBezTo>
                  <a:cubicBezTo>
                    <a:pt x="113281" y="179568"/>
                    <a:pt x="112709" y="180006"/>
                    <a:pt x="112709" y="180006"/>
                  </a:cubicBezTo>
                  <a:lnTo>
                    <a:pt x="108805" y="182764"/>
                  </a:lnTo>
                  <a:lnTo>
                    <a:pt x="108233" y="182764"/>
                  </a:lnTo>
                  <a:cubicBezTo>
                    <a:pt x="108233" y="182764"/>
                    <a:pt x="104598" y="182831"/>
                    <a:pt x="104026" y="183134"/>
                  </a:cubicBezTo>
                  <a:cubicBezTo>
                    <a:pt x="103454" y="183437"/>
                    <a:pt x="101401" y="182630"/>
                    <a:pt x="100829" y="182764"/>
                  </a:cubicBezTo>
                  <a:cubicBezTo>
                    <a:pt x="100257" y="182899"/>
                    <a:pt x="99819" y="183639"/>
                    <a:pt x="99247" y="183639"/>
                  </a:cubicBezTo>
                  <a:cubicBezTo>
                    <a:pt x="98675" y="183639"/>
                    <a:pt x="95209" y="185388"/>
                    <a:pt x="93593" y="185522"/>
                  </a:cubicBezTo>
                  <a:cubicBezTo>
                    <a:pt x="91978" y="185657"/>
                    <a:pt x="89656" y="186229"/>
                    <a:pt x="89656" y="186229"/>
                  </a:cubicBezTo>
                  <a:cubicBezTo>
                    <a:pt x="89656" y="186229"/>
                    <a:pt x="82285" y="186229"/>
                    <a:pt x="81848" y="186229"/>
                  </a:cubicBezTo>
                  <a:cubicBezTo>
                    <a:pt x="81410" y="186229"/>
                    <a:pt x="76934" y="186801"/>
                    <a:pt x="76934" y="186801"/>
                  </a:cubicBezTo>
                  <a:lnTo>
                    <a:pt x="72155" y="189391"/>
                  </a:lnTo>
                  <a:lnTo>
                    <a:pt x="68521" y="193159"/>
                  </a:lnTo>
                  <a:cubicBezTo>
                    <a:pt x="68521" y="193159"/>
                    <a:pt x="65761" y="194740"/>
                    <a:pt x="65189" y="194740"/>
                  </a:cubicBezTo>
                  <a:cubicBezTo>
                    <a:pt x="64617" y="194740"/>
                    <a:pt x="62429" y="195312"/>
                    <a:pt x="61992" y="195884"/>
                  </a:cubicBezTo>
                  <a:cubicBezTo>
                    <a:pt x="61554" y="196455"/>
                    <a:pt x="59972" y="195581"/>
                    <a:pt x="59400" y="195884"/>
                  </a:cubicBezTo>
                  <a:cubicBezTo>
                    <a:pt x="58828" y="196186"/>
                    <a:pt x="56068" y="195884"/>
                    <a:pt x="55463" y="195884"/>
                  </a:cubicBezTo>
                  <a:cubicBezTo>
                    <a:pt x="54891" y="195884"/>
                    <a:pt x="51828" y="196186"/>
                    <a:pt x="51256" y="196590"/>
                  </a:cubicBezTo>
                  <a:cubicBezTo>
                    <a:pt x="50684" y="197027"/>
                    <a:pt x="50246" y="196590"/>
                    <a:pt x="49674" y="196590"/>
                  </a:cubicBezTo>
                  <a:cubicBezTo>
                    <a:pt x="49102" y="196590"/>
                    <a:pt x="47924" y="199920"/>
                    <a:pt x="47487" y="200358"/>
                  </a:cubicBezTo>
                  <a:cubicBezTo>
                    <a:pt x="47049" y="200795"/>
                    <a:pt x="46174" y="202679"/>
                    <a:pt x="45736" y="203116"/>
                  </a:cubicBezTo>
                  <a:cubicBezTo>
                    <a:pt x="45299" y="203553"/>
                    <a:pt x="42539" y="205437"/>
                    <a:pt x="42539" y="205437"/>
                  </a:cubicBezTo>
                  <a:cubicBezTo>
                    <a:pt x="42539" y="205437"/>
                    <a:pt x="40655" y="207018"/>
                    <a:pt x="40217" y="207456"/>
                  </a:cubicBezTo>
                  <a:cubicBezTo>
                    <a:pt x="39780" y="207893"/>
                    <a:pt x="34563" y="209911"/>
                    <a:pt x="33688" y="210315"/>
                  </a:cubicBezTo>
                  <a:cubicBezTo>
                    <a:pt x="32813" y="210685"/>
                    <a:pt x="28606" y="210517"/>
                    <a:pt x="28606" y="210517"/>
                  </a:cubicBezTo>
                  <a:cubicBezTo>
                    <a:pt x="28606" y="210517"/>
                    <a:pt x="22649" y="210080"/>
                    <a:pt x="22077" y="210517"/>
                  </a:cubicBezTo>
                  <a:cubicBezTo>
                    <a:pt x="21505" y="210954"/>
                    <a:pt x="16558" y="210517"/>
                    <a:pt x="16558" y="210517"/>
                  </a:cubicBezTo>
                  <a:lnTo>
                    <a:pt x="11342" y="210517"/>
                  </a:lnTo>
                  <a:lnTo>
                    <a:pt x="9591" y="210517"/>
                  </a:lnTo>
                  <a:cubicBezTo>
                    <a:pt x="9591" y="210517"/>
                    <a:pt x="4947" y="210517"/>
                    <a:pt x="3938" y="210517"/>
                  </a:cubicBezTo>
                  <a:cubicBezTo>
                    <a:pt x="2928" y="210517"/>
                    <a:pt x="740" y="212905"/>
                    <a:pt x="740" y="212905"/>
                  </a:cubicBezTo>
                  <a:lnTo>
                    <a:pt x="0" y="214856"/>
                  </a:lnTo>
                  <a:cubicBezTo>
                    <a:pt x="0" y="214856"/>
                    <a:pt x="0" y="219061"/>
                    <a:pt x="0" y="219633"/>
                  </a:cubicBezTo>
                  <a:cubicBezTo>
                    <a:pt x="0" y="220205"/>
                    <a:pt x="1582" y="221954"/>
                    <a:pt x="1582" y="221954"/>
                  </a:cubicBezTo>
                  <a:lnTo>
                    <a:pt x="5216" y="226462"/>
                  </a:lnTo>
                  <a:lnTo>
                    <a:pt x="9693" y="231104"/>
                  </a:lnTo>
                  <a:lnTo>
                    <a:pt x="11442" y="233123"/>
                  </a:lnTo>
                  <a:lnTo>
                    <a:pt x="14774" y="236318"/>
                  </a:lnTo>
                  <a:lnTo>
                    <a:pt x="16491" y="238505"/>
                  </a:lnTo>
                  <a:lnTo>
                    <a:pt x="15481" y="240086"/>
                  </a:lnTo>
                  <a:lnTo>
                    <a:pt x="14774" y="241835"/>
                  </a:lnTo>
                  <a:lnTo>
                    <a:pt x="12183" y="241835"/>
                  </a:lnTo>
                  <a:cubicBezTo>
                    <a:pt x="12183" y="241835"/>
                    <a:pt x="9423" y="243921"/>
                    <a:pt x="8414" y="244089"/>
                  </a:cubicBezTo>
                  <a:cubicBezTo>
                    <a:pt x="7404" y="244224"/>
                    <a:pt x="8414" y="245031"/>
                    <a:pt x="8414" y="245031"/>
                  </a:cubicBezTo>
                  <a:lnTo>
                    <a:pt x="10164" y="248227"/>
                  </a:lnTo>
                  <a:lnTo>
                    <a:pt x="12048" y="250683"/>
                  </a:lnTo>
                  <a:cubicBezTo>
                    <a:pt x="12048" y="250683"/>
                    <a:pt x="15077" y="252264"/>
                    <a:pt x="15683" y="252432"/>
                  </a:cubicBezTo>
                  <a:cubicBezTo>
                    <a:pt x="16255" y="252566"/>
                    <a:pt x="19452" y="253306"/>
                    <a:pt x="19890" y="253576"/>
                  </a:cubicBezTo>
                  <a:cubicBezTo>
                    <a:pt x="20327" y="253878"/>
                    <a:pt x="23222" y="254147"/>
                    <a:pt x="24534" y="254753"/>
                  </a:cubicBezTo>
                  <a:cubicBezTo>
                    <a:pt x="25847" y="255325"/>
                    <a:pt x="27428" y="256502"/>
                    <a:pt x="27428" y="256502"/>
                  </a:cubicBezTo>
                  <a:cubicBezTo>
                    <a:pt x="27428" y="256502"/>
                    <a:pt x="28573" y="257511"/>
                    <a:pt x="29178" y="257814"/>
                  </a:cubicBezTo>
                  <a:cubicBezTo>
                    <a:pt x="29751" y="258117"/>
                    <a:pt x="31198" y="259833"/>
                    <a:pt x="31366" y="260404"/>
                  </a:cubicBezTo>
                  <a:cubicBezTo>
                    <a:pt x="31501" y="260976"/>
                    <a:pt x="31231" y="261851"/>
                    <a:pt x="31231" y="261851"/>
                  </a:cubicBezTo>
                  <a:cubicBezTo>
                    <a:pt x="31231" y="261851"/>
                    <a:pt x="29347" y="264609"/>
                    <a:pt x="28775" y="264878"/>
                  </a:cubicBezTo>
                  <a:cubicBezTo>
                    <a:pt x="28203" y="265181"/>
                    <a:pt x="25712" y="266460"/>
                    <a:pt x="25140" y="266762"/>
                  </a:cubicBezTo>
                  <a:cubicBezTo>
                    <a:pt x="24568" y="267065"/>
                    <a:pt x="22380" y="269083"/>
                    <a:pt x="21371" y="270093"/>
                  </a:cubicBezTo>
                  <a:cubicBezTo>
                    <a:pt x="20361" y="271102"/>
                    <a:pt x="19923" y="272414"/>
                    <a:pt x="19923" y="272986"/>
                  </a:cubicBezTo>
                  <a:cubicBezTo>
                    <a:pt x="19923" y="273558"/>
                    <a:pt x="20664" y="275576"/>
                    <a:pt x="20933" y="276013"/>
                  </a:cubicBezTo>
                  <a:cubicBezTo>
                    <a:pt x="21236" y="276451"/>
                    <a:pt x="23525" y="278334"/>
                    <a:pt x="23525" y="278334"/>
                  </a:cubicBezTo>
                  <a:lnTo>
                    <a:pt x="28741" y="278334"/>
                  </a:lnTo>
                  <a:lnTo>
                    <a:pt x="32376" y="281799"/>
                  </a:lnTo>
                  <a:cubicBezTo>
                    <a:pt x="32376" y="281799"/>
                    <a:pt x="29481" y="284995"/>
                    <a:pt x="29044" y="285130"/>
                  </a:cubicBezTo>
                  <a:cubicBezTo>
                    <a:pt x="28606" y="285264"/>
                    <a:pt x="28034" y="286139"/>
                    <a:pt x="28034" y="286139"/>
                  </a:cubicBezTo>
                  <a:lnTo>
                    <a:pt x="26149" y="287888"/>
                  </a:lnTo>
                  <a:lnTo>
                    <a:pt x="26149" y="290916"/>
                  </a:lnTo>
                  <a:lnTo>
                    <a:pt x="27159" y="293237"/>
                  </a:lnTo>
                  <a:cubicBezTo>
                    <a:pt x="27159" y="293237"/>
                    <a:pt x="29044" y="294246"/>
                    <a:pt x="29481" y="293977"/>
                  </a:cubicBezTo>
                  <a:cubicBezTo>
                    <a:pt x="29919" y="293674"/>
                    <a:pt x="32241" y="293977"/>
                    <a:pt x="32241" y="293977"/>
                  </a:cubicBezTo>
                  <a:lnTo>
                    <a:pt x="37895" y="293977"/>
                  </a:lnTo>
                  <a:lnTo>
                    <a:pt x="39342" y="295356"/>
                  </a:lnTo>
                  <a:cubicBezTo>
                    <a:pt x="39342" y="295356"/>
                    <a:pt x="43246" y="299191"/>
                    <a:pt x="43549" y="299763"/>
                  </a:cubicBezTo>
                  <a:cubicBezTo>
                    <a:pt x="43852" y="300335"/>
                    <a:pt x="46107" y="302656"/>
                    <a:pt x="46107" y="302656"/>
                  </a:cubicBezTo>
                  <a:lnTo>
                    <a:pt x="46174" y="306861"/>
                  </a:lnTo>
                  <a:cubicBezTo>
                    <a:pt x="46174" y="306861"/>
                    <a:pt x="46039" y="311200"/>
                    <a:pt x="46174" y="311772"/>
                  </a:cubicBezTo>
                  <a:cubicBezTo>
                    <a:pt x="46309" y="312344"/>
                    <a:pt x="49641" y="316549"/>
                    <a:pt x="49641" y="316549"/>
                  </a:cubicBezTo>
                  <a:lnTo>
                    <a:pt x="52097" y="316549"/>
                  </a:lnTo>
                  <a:lnTo>
                    <a:pt x="53612" y="318130"/>
                  </a:lnTo>
                  <a:cubicBezTo>
                    <a:pt x="53612" y="318130"/>
                    <a:pt x="56943" y="320216"/>
                    <a:pt x="57011" y="320451"/>
                  </a:cubicBezTo>
                  <a:cubicBezTo>
                    <a:pt x="57078" y="320687"/>
                    <a:pt x="61352" y="324286"/>
                    <a:pt x="61554" y="324421"/>
                  </a:cubicBezTo>
                  <a:cubicBezTo>
                    <a:pt x="61790" y="324555"/>
                    <a:pt x="65626" y="327818"/>
                    <a:pt x="65828" y="327953"/>
                  </a:cubicBezTo>
                  <a:cubicBezTo>
                    <a:pt x="66064" y="328087"/>
                    <a:pt x="67848" y="332023"/>
                    <a:pt x="67915" y="332225"/>
                  </a:cubicBezTo>
                  <a:cubicBezTo>
                    <a:pt x="67982" y="332427"/>
                    <a:pt x="68420" y="337136"/>
                    <a:pt x="68420" y="337136"/>
                  </a:cubicBezTo>
                  <a:lnTo>
                    <a:pt x="67848" y="339962"/>
                  </a:lnTo>
                  <a:cubicBezTo>
                    <a:pt x="67848" y="339962"/>
                    <a:pt x="67848" y="345109"/>
                    <a:pt x="67848" y="345378"/>
                  </a:cubicBezTo>
                  <a:cubicBezTo>
                    <a:pt x="67848" y="345681"/>
                    <a:pt x="67848" y="348641"/>
                    <a:pt x="67848" y="348641"/>
                  </a:cubicBezTo>
                  <a:lnTo>
                    <a:pt x="67848" y="352779"/>
                  </a:lnTo>
                  <a:lnTo>
                    <a:pt x="65223" y="356513"/>
                  </a:lnTo>
                  <a:lnTo>
                    <a:pt x="62093" y="361222"/>
                  </a:lnTo>
                  <a:cubicBezTo>
                    <a:pt x="63506" y="360180"/>
                    <a:pt x="65021" y="359170"/>
                    <a:pt x="65021" y="359170"/>
                  </a:cubicBezTo>
                  <a:cubicBezTo>
                    <a:pt x="65021" y="359170"/>
                    <a:pt x="66972" y="359271"/>
                    <a:pt x="66972" y="359709"/>
                  </a:cubicBezTo>
                  <a:cubicBezTo>
                    <a:pt x="66972" y="360146"/>
                    <a:pt x="67949" y="361761"/>
                    <a:pt x="67949" y="361761"/>
                  </a:cubicBezTo>
                  <a:cubicBezTo>
                    <a:pt x="67949" y="361761"/>
                    <a:pt x="69025" y="363846"/>
                    <a:pt x="69665" y="365125"/>
                  </a:cubicBezTo>
                  <a:cubicBezTo>
                    <a:pt x="70304" y="366437"/>
                    <a:pt x="72391" y="370339"/>
                    <a:pt x="72694" y="370978"/>
                  </a:cubicBezTo>
                  <a:cubicBezTo>
                    <a:pt x="73030" y="371617"/>
                    <a:pt x="75622" y="375654"/>
                    <a:pt x="75622" y="375654"/>
                  </a:cubicBezTo>
                  <a:lnTo>
                    <a:pt x="77910" y="378143"/>
                  </a:lnTo>
                  <a:cubicBezTo>
                    <a:pt x="77910" y="378143"/>
                    <a:pt x="79862" y="382718"/>
                    <a:pt x="80300" y="383794"/>
                  </a:cubicBezTo>
                  <a:cubicBezTo>
                    <a:pt x="80737" y="384871"/>
                    <a:pt x="84641" y="391296"/>
                    <a:pt x="84978" y="391599"/>
                  </a:cubicBezTo>
                  <a:cubicBezTo>
                    <a:pt x="85314" y="391935"/>
                    <a:pt x="86492" y="395838"/>
                    <a:pt x="86492" y="395838"/>
                  </a:cubicBezTo>
                  <a:lnTo>
                    <a:pt x="85752" y="400513"/>
                  </a:lnTo>
                  <a:lnTo>
                    <a:pt x="86492" y="405088"/>
                  </a:lnTo>
                  <a:lnTo>
                    <a:pt x="88680" y="408789"/>
                  </a:lnTo>
                  <a:lnTo>
                    <a:pt x="96521" y="410538"/>
                  </a:lnTo>
                  <a:lnTo>
                    <a:pt x="102377" y="415315"/>
                  </a:lnTo>
                  <a:lnTo>
                    <a:pt x="104767" y="419015"/>
                  </a:lnTo>
                  <a:lnTo>
                    <a:pt x="106517" y="424431"/>
                  </a:lnTo>
                  <a:lnTo>
                    <a:pt x="107829" y="427022"/>
                  </a:lnTo>
                  <a:lnTo>
                    <a:pt x="109142" y="429410"/>
                  </a:lnTo>
                  <a:cubicBezTo>
                    <a:pt x="109142" y="429410"/>
                    <a:pt x="110656" y="431798"/>
                    <a:pt x="111531" y="431798"/>
                  </a:cubicBezTo>
                  <a:cubicBezTo>
                    <a:pt x="112406" y="431798"/>
                    <a:pt x="115873" y="433110"/>
                    <a:pt x="115873" y="433110"/>
                  </a:cubicBezTo>
                  <a:cubicBezTo>
                    <a:pt x="115873" y="433110"/>
                    <a:pt x="121527" y="434187"/>
                    <a:pt x="122402" y="434624"/>
                  </a:cubicBezTo>
                  <a:cubicBezTo>
                    <a:pt x="123277" y="435061"/>
                    <a:pt x="125229" y="435499"/>
                    <a:pt x="126104" y="435263"/>
                  </a:cubicBezTo>
                  <a:cubicBezTo>
                    <a:pt x="126979" y="435061"/>
                    <a:pt x="128056" y="433749"/>
                    <a:pt x="128056" y="433749"/>
                  </a:cubicBezTo>
                  <a:lnTo>
                    <a:pt x="131758" y="433312"/>
                  </a:lnTo>
                  <a:lnTo>
                    <a:pt x="133070" y="433749"/>
                  </a:lnTo>
                  <a:cubicBezTo>
                    <a:pt x="134147" y="435701"/>
                    <a:pt x="135022" y="437450"/>
                    <a:pt x="135022" y="437450"/>
                  </a:cubicBezTo>
                  <a:lnTo>
                    <a:pt x="136772" y="442025"/>
                  </a:lnTo>
                  <a:lnTo>
                    <a:pt x="138085" y="443976"/>
                  </a:lnTo>
                  <a:cubicBezTo>
                    <a:pt x="138085" y="443976"/>
                    <a:pt x="139162" y="444178"/>
                    <a:pt x="140272" y="445052"/>
                  </a:cubicBezTo>
                  <a:cubicBezTo>
                    <a:pt x="141349" y="445927"/>
                    <a:pt x="143099" y="445927"/>
                    <a:pt x="143099" y="445927"/>
                  </a:cubicBezTo>
                  <a:cubicBezTo>
                    <a:pt x="143099" y="445927"/>
                    <a:pt x="144614" y="446129"/>
                    <a:pt x="145051" y="446802"/>
                  </a:cubicBezTo>
                  <a:cubicBezTo>
                    <a:pt x="145488" y="447441"/>
                    <a:pt x="149830" y="448114"/>
                    <a:pt x="149830" y="448114"/>
                  </a:cubicBezTo>
                  <a:lnTo>
                    <a:pt x="151143" y="448753"/>
                  </a:lnTo>
                  <a:cubicBezTo>
                    <a:pt x="151143" y="448753"/>
                    <a:pt x="152219" y="449392"/>
                    <a:pt x="153330" y="449392"/>
                  </a:cubicBezTo>
                  <a:cubicBezTo>
                    <a:pt x="154407" y="449392"/>
                    <a:pt x="158345" y="450468"/>
                    <a:pt x="158345" y="450468"/>
                  </a:cubicBezTo>
                  <a:lnTo>
                    <a:pt x="160936" y="451107"/>
                  </a:lnTo>
                  <a:lnTo>
                    <a:pt x="162888" y="452419"/>
                  </a:lnTo>
                  <a:lnTo>
                    <a:pt x="164638" y="455245"/>
                  </a:lnTo>
                  <a:lnTo>
                    <a:pt x="167465" y="456120"/>
                  </a:lnTo>
                  <a:lnTo>
                    <a:pt x="170932" y="457869"/>
                  </a:lnTo>
                  <a:cubicBezTo>
                    <a:pt x="170932" y="457869"/>
                    <a:pt x="174398" y="458508"/>
                    <a:pt x="175071" y="458744"/>
                  </a:cubicBezTo>
                  <a:cubicBezTo>
                    <a:pt x="175711" y="458946"/>
                    <a:pt x="177259" y="458946"/>
                    <a:pt x="177898" y="458946"/>
                  </a:cubicBezTo>
                  <a:cubicBezTo>
                    <a:pt x="178538" y="458946"/>
                    <a:pt x="179210" y="458306"/>
                    <a:pt x="179850" y="459585"/>
                  </a:cubicBezTo>
                  <a:cubicBezTo>
                    <a:pt x="180489" y="460897"/>
                    <a:pt x="182442" y="461435"/>
                    <a:pt x="182677" y="462074"/>
                  </a:cubicBezTo>
                  <a:cubicBezTo>
                    <a:pt x="182879" y="462713"/>
                    <a:pt x="185066" y="464126"/>
                    <a:pt x="185066" y="464126"/>
                  </a:cubicBezTo>
                  <a:lnTo>
                    <a:pt x="187019" y="464126"/>
                  </a:lnTo>
                  <a:cubicBezTo>
                    <a:pt x="187019" y="464126"/>
                    <a:pt x="189845" y="464765"/>
                    <a:pt x="190485" y="464765"/>
                  </a:cubicBezTo>
                  <a:cubicBezTo>
                    <a:pt x="191124" y="464765"/>
                    <a:pt x="193312" y="463689"/>
                    <a:pt x="193312" y="463689"/>
                  </a:cubicBezTo>
                  <a:lnTo>
                    <a:pt x="195264" y="463049"/>
                  </a:lnTo>
                  <a:lnTo>
                    <a:pt x="198326" y="461738"/>
                  </a:lnTo>
                  <a:cubicBezTo>
                    <a:pt x="198326" y="461738"/>
                    <a:pt x="199201" y="461300"/>
                    <a:pt x="200077" y="461300"/>
                  </a:cubicBezTo>
                  <a:cubicBezTo>
                    <a:pt x="200952" y="461300"/>
                    <a:pt x="203778" y="461838"/>
                    <a:pt x="203778" y="461838"/>
                  </a:cubicBezTo>
                  <a:lnTo>
                    <a:pt x="209870" y="460627"/>
                  </a:lnTo>
                  <a:lnTo>
                    <a:pt x="216601" y="460627"/>
                  </a:lnTo>
                  <a:lnTo>
                    <a:pt x="219192" y="459114"/>
                  </a:lnTo>
                  <a:lnTo>
                    <a:pt x="230062" y="460426"/>
                  </a:lnTo>
                  <a:lnTo>
                    <a:pt x="235077" y="460863"/>
                  </a:lnTo>
                  <a:lnTo>
                    <a:pt x="243356" y="458676"/>
                  </a:lnTo>
                  <a:cubicBezTo>
                    <a:pt x="243356" y="458676"/>
                    <a:pt x="245746" y="457600"/>
                    <a:pt x="246621" y="457365"/>
                  </a:cubicBezTo>
                  <a:cubicBezTo>
                    <a:pt x="247496" y="457163"/>
                    <a:pt x="251837" y="457365"/>
                    <a:pt x="251837" y="457365"/>
                  </a:cubicBezTo>
                  <a:lnTo>
                    <a:pt x="255539" y="457163"/>
                  </a:lnTo>
                  <a:cubicBezTo>
                    <a:pt x="255539" y="457163"/>
                    <a:pt x="259241" y="456826"/>
                    <a:pt x="260083" y="456389"/>
                  </a:cubicBezTo>
                  <a:cubicBezTo>
                    <a:pt x="260924" y="455952"/>
                    <a:pt x="264659" y="455413"/>
                    <a:pt x="264659" y="455413"/>
                  </a:cubicBezTo>
                  <a:lnTo>
                    <a:pt x="267049" y="455413"/>
                  </a:lnTo>
                  <a:cubicBezTo>
                    <a:pt x="267049" y="455413"/>
                    <a:pt x="268564" y="456288"/>
                    <a:pt x="270751" y="455851"/>
                  </a:cubicBezTo>
                  <a:cubicBezTo>
                    <a:pt x="272939" y="455413"/>
                    <a:pt x="275530" y="454774"/>
                    <a:pt x="275530" y="454774"/>
                  </a:cubicBezTo>
                  <a:lnTo>
                    <a:pt x="278357" y="453025"/>
                  </a:lnTo>
                  <a:lnTo>
                    <a:pt x="278357" y="451074"/>
                  </a:lnTo>
                  <a:lnTo>
                    <a:pt x="283573" y="451511"/>
                  </a:lnTo>
                  <a:cubicBezTo>
                    <a:pt x="283573" y="451511"/>
                    <a:pt x="284785" y="452386"/>
                    <a:pt x="284785" y="453462"/>
                  </a:cubicBezTo>
                  <a:cubicBezTo>
                    <a:pt x="284785" y="454539"/>
                    <a:pt x="283573" y="457802"/>
                    <a:pt x="283573" y="457802"/>
                  </a:cubicBezTo>
                  <a:lnTo>
                    <a:pt x="283573" y="459753"/>
                  </a:lnTo>
                  <a:cubicBezTo>
                    <a:pt x="283573" y="459753"/>
                    <a:pt x="286198" y="462780"/>
                    <a:pt x="287074" y="463218"/>
                  </a:cubicBezTo>
                  <a:cubicBezTo>
                    <a:pt x="287949" y="463655"/>
                    <a:pt x="287949" y="462343"/>
                    <a:pt x="289261" y="464294"/>
                  </a:cubicBezTo>
                  <a:cubicBezTo>
                    <a:pt x="290574" y="466245"/>
                    <a:pt x="290978" y="466918"/>
                    <a:pt x="292088" y="467322"/>
                  </a:cubicBezTo>
                  <a:cubicBezTo>
                    <a:pt x="293165" y="467759"/>
                    <a:pt x="293401" y="467322"/>
                    <a:pt x="294713" y="467961"/>
                  </a:cubicBezTo>
                  <a:cubicBezTo>
                    <a:pt x="296026" y="468600"/>
                    <a:pt x="297540" y="468600"/>
                    <a:pt x="297540" y="468600"/>
                  </a:cubicBezTo>
                  <a:lnTo>
                    <a:pt x="298853" y="467725"/>
                  </a:lnTo>
                  <a:lnTo>
                    <a:pt x="301680" y="465337"/>
                  </a:lnTo>
                  <a:lnTo>
                    <a:pt x="303430" y="463823"/>
                  </a:lnTo>
                  <a:lnTo>
                    <a:pt x="305381" y="462747"/>
                  </a:lnTo>
                  <a:lnTo>
                    <a:pt x="308410" y="461872"/>
                  </a:lnTo>
                  <a:lnTo>
                    <a:pt x="310363" y="460997"/>
                  </a:lnTo>
                  <a:cubicBezTo>
                    <a:pt x="310363" y="460997"/>
                    <a:pt x="312954" y="459685"/>
                    <a:pt x="312954" y="458811"/>
                  </a:cubicBezTo>
                  <a:cubicBezTo>
                    <a:pt x="312954" y="457936"/>
                    <a:pt x="314266" y="455985"/>
                    <a:pt x="314266" y="455985"/>
                  </a:cubicBezTo>
                  <a:cubicBezTo>
                    <a:pt x="314266" y="455985"/>
                    <a:pt x="315343" y="454236"/>
                    <a:pt x="316016" y="454034"/>
                  </a:cubicBezTo>
                  <a:cubicBezTo>
                    <a:pt x="316690" y="453832"/>
                    <a:pt x="318642" y="452285"/>
                    <a:pt x="318642" y="452285"/>
                  </a:cubicBezTo>
                  <a:cubicBezTo>
                    <a:pt x="318642" y="452285"/>
                    <a:pt x="321267" y="451410"/>
                    <a:pt x="321906" y="451410"/>
                  </a:cubicBezTo>
                  <a:cubicBezTo>
                    <a:pt x="322546" y="451410"/>
                    <a:pt x="326012" y="453597"/>
                    <a:pt x="326012" y="453597"/>
                  </a:cubicBezTo>
                  <a:cubicBezTo>
                    <a:pt x="326012" y="453597"/>
                    <a:pt x="325810" y="455783"/>
                    <a:pt x="326012" y="457062"/>
                  </a:cubicBezTo>
                  <a:cubicBezTo>
                    <a:pt x="326248" y="458374"/>
                    <a:pt x="325642" y="462915"/>
                    <a:pt x="325642" y="462915"/>
                  </a:cubicBezTo>
                  <a:lnTo>
                    <a:pt x="325372" y="466615"/>
                  </a:lnTo>
                  <a:lnTo>
                    <a:pt x="325372" y="470080"/>
                  </a:lnTo>
                  <a:lnTo>
                    <a:pt x="326079" y="472132"/>
                  </a:lnTo>
                  <a:lnTo>
                    <a:pt x="327998" y="473646"/>
                  </a:lnTo>
                  <a:lnTo>
                    <a:pt x="332776" y="477548"/>
                  </a:lnTo>
                  <a:lnTo>
                    <a:pt x="332137" y="482224"/>
                  </a:lnTo>
                  <a:lnTo>
                    <a:pt x="329848" y="484276"/>
                  </a:lnTo>
                  <a:cubicBezTo>
                    <a:pt x="329848" y="484276"/>
                    <a:pt x="328233" y="485353"/>
                    <a:pt x="327459" y="485353"/>
                  </a:cubicBezTo>
                  <a:cubicBezTo>
                    <a:pt x="326685" y="485353"/>
                    <a:pt x="325945" y="486429"/>
                    <a:pt x="325945" y="486429"/>
                  </a:cubicBezTo>
                  <a:cubicBezTo>
                    <a:pt x="325945" y="486429"/>
                    <a:pt x="325844" y="488918"/>
                    <a:pt x="326045" y="489692"/>
                  </a:cubicBezTo>
                  <a:cubicBezTo>
                    <a:pt x="326281" y="490466"/>
                    <a:pt x="329647" y="493493"/>
                    <a:pt x="330387" y="494368"/>
                  </a:cubicBezTo>
                  <a:cubicBezTo>
                    <a:pt x="331161" y="495243"/>
                    <a:pt x="334291" y="496319"/>
                    <a:pt x="334291" y="496319"/>
                  </a:cubicBezTo>
                  <a:lnTo>
                    <a:pt x="331363" y="500995"/>
                  </a:lnTo>
                  <a:lnTo>
                    <a:pt x="330589" y="503484"/>
                  </a:lnTo>
                  <a:lnTo>
                    <a:pt x="334291" y="508799"/>
                  </a:lnTo>
                  <a:lnTo>
                    <a:pt x="337454" y="510212"/>
                  </a:lnTo>
                  <a:lnTo>
                    <a:pt x="340719" y="512264"/>
                  </a:lnTo>
                  <a:lnTo>
                    <a:pt x="343546" y="515965"/>
                  </a:lnTo>
                  <a:lnTo>
                    <a:pt x="344758" y="517176"/>
                  </a:lnTo>
                  <a:cubicBezTo>
                    <a:pt x="344758" y="517176"/>
                    <a:pt x="346171" y="517815"/>
                    <a:pt x="346810" y="517815"/>
                  </a:cubicBezTo>
                  <a:cubicBezTo>
                    <a:pt x="347450" y="517815"/>
                    <a:pt x="349738" y="516301"/>
                    <a:pt x="349738" y="516301"/>
                  </a:cubicBezTo>
                  <a:cubicBezTo>
                    <a:pt x="349738" y="516301"/>
                    <a:pt x="349738" y="517815"/>
                    <a:pt x="349738" y="518690"/>
                  </a:cubicBezTo>
                  <a:cubicBezTo>
                    <a:pt x="349738" y="519564"/>
                    <a:pt x="349738" y="522154"/>
                    <a:pt x="349738" y="522154"/>
                  </a:cubicBezTo>
                  <a:lnTo>
                    <a:pt x="346676" y="525619"/>
                  </a:lnTo>
                  <a:lnTo>
                    <a:pt x="347551" y="529320"/>
                  </a:lnTo>
                  <a:lnTo>
                    <a:pt x="349738" y="530396"/>
                  </a:lnTo>
                  <a:lnTo>
                    <a:pt x="352195" y="531641"/>
                  </a:lnTo>
                  <a:cubicBezTo>
                    <a:pt x="352195" y="531641"/>
                    <a:pt x="353339" y="530766"/>
                    <a:pt x="353777" y="530632"/>
                  </a:cubicBezTo>
                  <a:cubicBezTo>
                    <a:pt x="354214" y="530497"/>
                    <a:pt x="354787" y="530497"/>
                    <a:pt x="354988" y="529320"/>
                  </a:cubicBezTo>
                  <a:cubicBezTo>
                    <a:pt x="355224" y="528176"/>
                    <a:pt x="355224" y="527806"/>
                    <a:pt x="355561" y="526729"/>
                  </a:cubicBezTo>
                  <a:cubicBezTo>
                    <a:pt x="355931" y="525653"/>
                    <a:pt x="355931" y="525417"/>
                    <a:pt x="356806" y="524475"/>
                  </a:cubicBezTo>
                  <a:cubicBezTo>
                    <a:pt x="357681" y="523534"/>
                    <a:pt x="358488" y="522592"/>
                    <a:pt x="358825" y="522020"/>
                  </a:cubicBezTo>
                  <a:cubicBezTo>
                    <a:pt x="359195" y="521448"/>
                    <a:pt x="359633" y="520641"/>
                    <a:pt x="360205" y="520271"/>
                  </a:cubicBezTo>
                  <a:cubicBezTo>
                    <a:pt x="360777" y="519901"/>
                    <a:pt x="362594" y="518320"/>
                    <a:pt x="362594" y="518017"/>
                  </a:cubicBezTo>
                  <a:cubicBezTo>
                    <a:pt x="362594" y="517714"/>
                    <a:pt x="363974" y="516133"/>
                    <a:pt x="364344" y="515124"/>
                  </a:cubicBezTo>
                  <a:cubicBezTo>
                    <a:pt x="364714" y="514115"/>
                    <a:pt x="365792" y="512668"/>
                    <a:pt x="365993" y="512533"/>
                  </a:cubicBezTo>
                  <a:cubicBezTo>
                    <a:pt x="366196" y="512399"/>
                    <a:pt x="366868" y="511726"/>
                    <a:pt x="367138" y="511726"/>
                  </a:cubicBezTo>
                  <a:cubicBezTo>
                    <a:pt x="367441" y="511726"/>
                    <a:pt x="372926" y="511659"/>
                    <a:pt x="372926" y="511659"/>
                  </a:cubicBezTo>
                  <a:lnTo>
                    <a:pt x="374677" y="512298"/>
                  </a:lnTo>
                  <a:cubicBezTo>
                    <a:pt x="374677" y="512298"/>
                    <a:pt x="376494" y="513374"/>
                    <a:pt x="377436" y="514316"/>
                  </a:cubicBezTo>
                  <a:cubicBezTo>
                    <a:pt x="378378" y="515258"/>
                    <a:pt x="381273" y="517512"/>
                    <a:pt x="381407" y="517781"/>
                  </a:cubicBezTo>
                  <a:cubicBezTo>
                    <a:pt x="381542" y="518084"/>
                    <a:pt x="384604" y="521044"/>
                    <a:pt x="384739" y="521414"/>
                  </a:cubicBezTo>
                  <a:cubicBezTo>
                    <a:pt x="384874" y="521784"/>
                    <a:pt x="386052" y="524105"/>
                    <a:pt x="387196" y="524610"/>
                  </a:cubicBezTo>
                  <a:cubicBezTo>
                    <a:pt x="388340" y="525115"/>
                    <a:pt x="390830" y="525787"/>
                    <a:pt x="392042" y="525619"/>
                  </a:cubicBezTo>
                  <a:cubicBezTo>
                    <a:pt x="393287" y="525485"/>
                    <a:pt x="398840" y="524812"/>
                    <a:pt x="399783" y="524475"/>
                  </a:cubicBezTo>
                  <a:cubicBezTo>
                    <a:pt x="400725" y="524105"/>
                    <a:pt x="403114" y="523836"/>
                    <a:pt x="404764" y="522894"/>
                  </a:cubicBezTo>
                  <a:cubicBezTo>
                    <a:pt x="406446" y="521952"/>
                    <a:pt x="408095" y="521313"/>
                    <a:pt x="408095" y="521313"/>
                  </a:cubicBezTo>
                  <a:lnTo>
                    <a:pt x="410048" y="523063"/>
                  </a:lnTo>
                  <a:lnTo>
                    <a:pt x="412639" y="524442"/>
                  </a:lnTo>
                  <a:cubicBezTo>
                    <a:pt x="412639" y="524442"/>
                    <a:pt x="413951" y="527907"/>
                    <a:pt x="413884" y="528210"/>
                  </a:cubicBezTo>
                  <a:cubicBezTo>
                    <a:pt x="413817" y="528512"/>
                    <a:pt x="414389" y="530026"/>
                    <a:pt x="413884" y="530901"/>
                  </a:cubicBezTo>
                  <a:cubicBezTo>
                    <a:pt x="413379" y="531775"/>
                    <a:pt x="413951" y="532583"/>
                    <a:pt x="413211" y="533726"/>
                  </a:cubicBezTo>
                  <a:cubicBezTo>
                    <a:pt x="412504" y="534870"/>
                    <a:pt x="412134" y="535812"/>
                    <a:pt x="411764" y="536182"/>
                  </a:cubicBezTo>
                  <a:cubicBezTo>
                    <a:pt x="411393" y="536552"/>
                    <a:pt x="410754" y="538503"/>
                    <a:pt x="410754" y="539008"/>
                  </a:cubicBezTo>
                  <a:cubicBezTo>
                    <a:pt x="410754" y="539512"/>
                    <a:pt x="410182" y="540387"/>
                    <a:pt x="411057" y="541531"/>
                  </a:cubicBezTo>
                  <a:cubicBezTo>
                    <a:pt x="411932" y="542675"/>
                    <a:pt x="412572" y="543112"/>
                    <a:pt x="414086" y="543213"/>
                  </a:cubicBezTo>
                  <a:cubicBezTo>
                    <a:pt x="415600" y="543280"/>
                    <a:pt x="419740" y="543583"/>
                    <a:pt x="420009" y="544222"/>
                  </a:cubicBezTo>
                  <a:cubicBezTo>
                    <a:pt x="420312" y="544861"/>
                    <a:pt x="423576" y="548562"/>
                    <a:pt x="424149" y="548932"/>
                  </a:cubicBezTo>
                  <a:cubicBezTo>
                    <a:pt x="424721" y="549302"/>
                    <a:pt x="428860" y="550748"/>
                    <a:pt x="429433" y="551185"/>
                  </a:cubicBezTo>
                  <a:cubicBezTo>
                    <a:pt x="430004" y="551623"/>
                    <a:pt x="433067" y="553944"/>
                    <a:pt x="433639" y="554213"/>
                  </a:cubicBezTo>
                  <a:cubicBezTo>
                    <a:pt x="434211" y="554516"/>
                    <a:pt x="438418" y="556837"/>
                    <a:pt x="439495" y="557106"/>
                  </a:cubicBezTo>
                  <a:cubicBezTo>
                    <a:pt x="440572" y="557409"/>
                    <a:pt x="443265" y="557173"/>
                    <a:pt x="443635" y="557106"/>
                  </a:cubicBezTo>
                  <a:cubicBezTo>
                    <a:pt x="444005" y="557039"/>
                    <a:pt x="448212" y="556029"/>
                    <a:pt x="449154" y="555525"/>
                  </a:cubicBezTo>
                  <a:cubicBezTo>
                    <a:pt x="450096" y="555020"/>
                    <a:pt x="454808" y="554280"/>
                    <a:pt x="455885" y="553204"/>
                  </a:cubicBezTo>
                  <a:cubicBezTo>
                    <a:pt x="456962" y="552127"/>
                    <a:pt x="460361" y="550580"/>
                    <a:pt x="460664" y="549874"/>
                  </a:cubicBezTo>
                  <a:cubicBezTo>
                    <a:pt x="460967" y="549167"/>
                    <a:pt x="463929" y="542473"/>
                    <a:pt x="463929" y="542271"/>
                  </a:cubicBezTo>
                  <a:cubicBezTo>
                    <a:pt x="463929" y="542069"/>
                    <a:pt x="465813" y="540017"/>
                    <a:pt x="465813" y="540017"/>
                  </a:cubicBezTo>
                  <a:lnTo>
                    <a:pt x="468606" y="541093"/>
                  </a:lnTo>
                  <a:lnTo>
                    <a:pt x="473082" y="543045"/>
                  </a:lnTo>
                  <a:lnTo>
                    <a:pt x="473082" y="546510"/>
                  </a:lnTo>
                  <a:lnTo>
                    <a:pt x="473082" y="551724"/>
                  </a:lnTo>
                  <a:lnTo>
                    <a:pt x="473082" y="553473"/>
                  </a:lnTo>
                  <a:lnTo>
                    <a:pt x="473082" y="556938"/>
                  </a:lnTo>
                  <a:lnTo>
                    <a:pt x="471433" y="560201"/>
                  </a:lnTo>
                  <a:lnTo>
                    <a:pt x="473082" y="562253"/>
                  </a:lnTo>
                  <a:lnTo>
                    <a:pt x="476549" y="562354"/>
                  </a:lnTo>
                  <a:lnTo>
                    <a:pt x="479275" y="561277"/>
                  </a:lnTo>
                  <a:lnTo>
                    <a:pt x="481765" y="562152"/>
                  </a:lnTo>
                  <a:lnTo>
                    <a:pt x="483515" y="561614"/>
                  </a:lnTo>
                  <a:lnTo>
                    <a:pt x="485837" y="561143"/>
                  </a:lnTo>
                  <a:lnTo>
                    <a:pt x="489035" y="556366"/>
                  </a:lnTo>
                  <a:lnTo>
                    <a:pt x="490819" y="552430"/>
                  </a:lnTo>
                  <a:close/>
                </a:path>
              </a:pathLst>
            </a:custGeom>
            <a:grpFill/>
            <a:ln w="6350" cap="flat">
              <a:solidFill>
                <a:schemeClr val="bg1"/>
              </a:solidFill>
              <a:prstDash val="solid"/>
              <a:miter/>
            </a:ln>
          </p:spPr>
          <p:txBody>
            <a:bodyPr rtlCol="0" anchor="ctr"/>
            <a:lstStyle/>
            <a:p>
              <a:endParaRPr lang="en-US"/>
            </a:p>
          </p:txBody>
        </p:sp>
        <p:sp>
          <p:nvSpPr>
            <p:cNvPr id="181" name="Freeform 898">
              <a:extLst>
                <a:ext uri="{FF2B5EF4-FFF2-40B4-BE49-F238E27FC236}">
                  <a16:creationId xmlns:a16="http://schemas.microsoft.com/office/drawing/2014/main" id="{544B5B73-9D4A-3C04-AD40-FB3DDA45C341}"/>
                </a:ext>
              </a:extLst>
            </p:cNvPr>
            <p:cNvSpPr/>
            <p:nvPr/>
          </p:nvSpPr>
          <p:spPr>
            <a:xfrm>
              <a:off x="7996097" y="2453893"/>
              <a:ext cx="92292" cy="93883"/>
            </a:xfrm>
            <a:custGeom>
              <a:avLst/>
              <a:gdLst>
                <a:gd name="connsiteX0" fmla="*/ 13630 w 177191"/>
                <a:gd name="connsiteY0" fmla="*/ 153133 h 180246"/>
                <a:gd name="connsiteX1" fmla="*/ 14539 w 177191"/>
                <a:gd name="connsiteY1" fmla="*/ 151585 h 180246"/>
                <a:gd name="connsiteX2" fmla="*/ 14909 w 177191"/>
                <a:gd name="connsiteY2" fmla="*/ 149870 h 180246"/>
                <a:gd name="connsiteX3" fmla="*/ 13866 w 177191"/>
                <a:gd name="connsiteY3" fmla="*/ 148255 h 180246"/>
                <a:gd name="connsiteX4" fmla="*/ 10702 w 177191"/>
                <a:gd name="connsiteY4" fmla="*/ 145127 h 180246"/>
                <a:gd name="connsiteX5" fmla="*/ 9221 w 177191"/>
                <a:gd name="connsiteY5" fmla="*/ 142974 h 180246"/>
                <a:gd name="connsiteX6" fmla="*/ 6091 w 177191"/>
                <a:gd name="connsiteY6" fmla="*/ 139677 h 180246"/>
                <a:gd name="connsiteX7" fmla="*/ 3769 w 177191"/>
                <a:gd name="connsiteY7" fmla="*/ 137860 h 180246"/>
                <a:gd name="connsiteX8" fmla="*/ 1514 w 177191"/>
                <a:gd name="connsiteY8" fmla="*/ 135405 h 180246"/>
                <a:gd name="connsiteX9" fmla="*/ 505 w 177191"/>
                <a:gd name="connsiteY9" fmla="*/ 132444 h 180246"/>
                <a:gd name="connsiteX10" fmla="*/ 269 w 177191"/>
                <a:gd name="connsiteY10" fmla="*/ 129854 h 180246"/>
                <a:gd name="connsiteX11" fmla="*/ 0 w 177191"/>
                <a:gd name="connsiteY11" fmla="*/ 126019 h 180246"/>
                <a:gd name="connsiteX12" fmla="*/ 0 w 177191"/>
                <a:gd name="connsiteY12" fmla="*/ 124068 h 180246"/>
                <a:gd name="connsiteX13" fmla="*/ 3601 w 177191"/>
                <a:gd name="connsiteY13" fmla="*/ 123194 h 180246"/>
                <a:gd name="connsiteX14" fmla="*/ 4341 w 177191"/>
                <a:gd name="connsiteY14" fmla="*/ 123194 h 180246"/>
                <a:gd name="connsiteX15" fmla="*/ 6091 w 177191"/>
                <a:gd name="connsiteY15" fmla="*/ 123194 h 180246"/>
                <a:gd name="connsiteX16" fmla="*/ 7841 w 177191"/>
                <a:gd name="connsiteY16" fmla="*/ 123194 h 180246"/>
                <a:gd name="connsiteX17" fmla="*/ 9558 w 177191"/>
                <a:gd name="connsiteY17" fmla="*/ 123194 h 180246"/>
                <a:gd name="connsiteX18" fmla="*/ 10298 w 177191"/>
                <a:gd name="connsiteY18" fmla="*/ 122689 h 180246"/>
                <a:gd name="connsiteX19" fmla="*/ 12250 w 177191"/>
                <a:gd name="connsiteY19" fmla="*/ 121175 h 180246"/>
                <a:gd name="connsiteX20" fmla="*/ 13765 w 177191"/>
                <a:gd name="connsiteY20" fmla="*/ 117912 h 180246"/>
                <a:gd name="connsiteX21" fmla="*/ 16659 w 177191"/>
                <a:gd name="connsiteY21" fmla="*/ 115322 h 180246"/>
                <a:gd name="connsiteX22" fmla="*/ 18476 w 177191"/>
                <a:gd name="connsiteY22" fmla="*/ 114447 h 180246"/>
                <a:gd name="connsiteX23" fmla="*/ 21808 w 177191"/>
                <a:gd name="connsiteY23" fmla="*/ 111756 h 180246"/>
                <a:gd name="connsiteX24" fmla="*/ 23996 w 177191"/>
                <a:gd name="connsiteY24" fmla="*/ 111117 h 180246"/>
                <a:gd name="connsiteX25" fmla="*/ 26318 w 177191"/>
                <a:gd name="connsiteY25" fmla="*/ 111117 h 180246"/>
                <a:gd name="connsiteX26" fmla="*/ 29212 w 177191"/>
                <a:gd name="connsiteY26" fmla="*/ 111083 h 180246"/>
                <a:gd name="connsiteX27" fmla="*/ 31837 w 177191"/>
                <a:gd name="connsiteY27" fmla="*/ 110478 h 180246"/>
                <a:gd name="connsiteX28" fmla="*/ 33722 w 177191"/>
                <a:gd name="connsiteY28" fmla="*/ 109906 h 180246"/>
                <a:gd name="connsiteX29" fmla="*/ 36111 w 177191"/>
                <a:gd name="connsiteY29" fmla="*/ 107955 h 180246"/>
                <a:gd name="connsiteX30" fmla="*/ 36919 w 177191"/>
                <a:gd name="connsiteY30" fmla="*/ 107013 h 180246"/>
                <a:gd name="connsiteX31" fmla="*/ 38299 w 177191"/>
                <a:gd name="connsiteY31" fmla="*/ 105432 h 180246"/>
                <a:gd name="connsiteX32" fmla="*/ 39813 w 177191"/>
                <a:gd name="connsiteY32" fmla="*/ 104490 h 180246"/>
                <a:gd name="connsiteX33" fmla="*/ 42203 w 177191"/>
                <a:gd name="connsiteY33" fmla="*/ 102539 h 180246"/>
                <a:gd name="connsiteX34" fmla="*/ 43717 w 177191"/>
                <a:gd name="connsiteY34" fmla="*/ 101025 h 180246"/>
                <a:gd name="connsiteX35" fmla="*/ 45232 w 177191"/>
                <a:gd name="connsiteY35" fmla="*/ 98704 h 180246"/>
                <a:gd name="connsiteX36" fmla="*/ 45232 w 177191"/>
                <a:gd name="connsiteY36" fmla="*/ 94566 h 180246"/>
                <a:gd name="connsiteX37" fmla="*/ 41900 w 177191"/>
                <a:gd name="connsiteY37" fmla="*/ 91370 h 180246"/>
                <a:gd name="connsiteX38" fmla="*/ 41193 w 177191"/>
                <a:gd name="connsiteY38" fmla="*/ 88107 h 180246"/>
                <a:gd name="connsiteX39" fmla="*/ 37121 w 177191"/>
                <a:gd name="connsiteY39" fmla="*/ 84979 h 180246"/>
                <a:gd name="connsiteX40" fmla="*/ 35674 w 177191"/>
                <a:gd name="connsiteY40" fmla="*/ 84979 h 180246"/>
                <a:gd name="connsiteX41" fmla="*/ 33924 w 177191"/>
                <a:gd name="connsiteY41" fmla="*/ 84979 h 180246"/>
                <a:gd name="connsiteX42" fmla="*/ 31904 w 177191"/>
                <a:gd name="connsiteY42" fmla="*/ 83835 h 180246"/>
                <a:gd name="connsiteX43" fmla="*/ 31029 w 177191"/>
                <a:gd name="connsiteY43" fmla="*/ 82254 h 180246"/>
                <a:gd name="connsiteX44" fmla="*/ 31433 w 177191"/>
                <a:gd name="connsiteY44" fmla="*/ 81043 h 180246"/>
                <a:gd name="connsiteX45" fmla="*/ 30289 w 177191"/>
                <a:gd name="connsiteY45" fmla="*/ 79126 h 180246"/>
                <a:gd name="connsiteX46" fmla="*/ 29481 w 177191"/>
                <a:gd name="connsiteY46" fmla="*/ 77545 h 180246"/>
                <a:gd name="connsiteX47" fmla="*/ 28236 w 177191"/>
                <a:gd name="connsiteY47" fmla="*/ 76771 h 180246"/>
                <a:gd name="connsiteX48" fmla="*/ 25779 w 177191"/>
                <a:gd name="connsiteY48" fmla="*/ 74820 h 180246"/>
                <a:gd name="connsiteX49" fmla="*/ 24669 w 177191"/>
                <a:gd name="connsiteY49" fmla="*/ 72532 h 180246"/>
                <a:gd name="connsiteX50" fmla="*/ 24366 w 177191"/>
                <a:gd name="connsiteY50" fmla="*/ 70783 h 180246"/>
                <a:gd name="connsiteX51" fmla="*/ 24366 w 177191"/>
                <a:gd name="connsiteY51" fmla="*/ 70178 h 180246"/>
                <a:gd name="connsiteX52" fmla="*/ 23996 w 177191"/>
                <a:gd name="connsiteY52" fmla="*/ 68159 h 180246"/>
                <a:gd name="connsiteX53" fmla="*/ 24366 w 177191"/>
                <a:gd name="connsiteY53" fmla="*/ 66847 h 180246"/>
                <a:gd name="connsiteX54" fmla="*/ 25241 w 177191"/>
                <a:gd name="connsiteY54" fmla="*/ 65636 h 180246"/>
                <a:gd name="connsiteX55" fmla="*/ 26991 w 177191"/>
                <a:gd name="connsiteY55" fmla="*/ 64122 h 180246"/>
                <a:gd name="connsiteX56" fmla="*/ 28606 w 177191"/>
                <a:gd name="connsiteY56" fmla="*/ 63685 h 180246"/>
                <a:gd name="connsiteX57" fmla="*/ 29818 w 177191"/>
                <a:gd name="connsiteY57" fmla="*/ 63685 h 180246"/>
                <a:gd name="connsiteX58" fmla="*/ 32039 w 177191"/>
                <a:gd name="connsiteY58" fmla="*/ 62541 h 180246"/>
                <a:gd name="connsiteX59" fmla="*/ 34866 w 177191"/>
                <a:gd name="connsiteY59" fmla="*/ 60523 h 180246"/>
                <a:gd name="connsiteX60" fmla="*/ 35943 w 177191"/>
                <a:gd name="connsiteY60" fmla="*/ 59716 h 180246"/>
                <a:gd name="connsiteX61" fmla="*/ 37188 w 177191"/>
                <a:gd name="connsiteY61" fmla="*/ 59346 h 180246"/>
                <a:gd name="connsiteX62" fmla="*/ 39409 w 177191"/>
                <a:gd name="connsiteY62" fmla="*/ 59346 h 180246"/>
                <a:gd name="connsiteX63" fmla="*/ 41328 w 177191"/>
                <a:gd name="connsiteY63" fmla="*/ 59346 h 180246"/>
                <a:gd name="connsiteX64" fmla="*/ 43212 w 177191"/>
                <a:gd name="connsiteY64" fmla="*/ 59312 h 180246"/>
                <a:gd name="connsiteX65" fmla="*/ 46039 w 177191"/>
                <a:gd name="connsiteY65" fmla="*/ 59278 h 180246"/>
                <a:gd name="connsiteX66" fmla="*/ 47924 w 177191"/>
                <a:gd name="connsiteY66" fmla="*/ 59278 h 180246"/>
                <a:gd name="connsiteX67" fmla="*/ 50112 w 177191"/>
                <a:gd name="connsiteY67" fmla="*/ 59278 h 180246"/>
                <a:gd name="connsiteX68" fmla="*/ 53544 w 177191"/>
                <a:gd name="connsiteY68" fmla="*/ 58471 h 180246"/>
                <a:gd name="connsiteX69" fmla="*/ 54722 w 177191"/>
                <a:gd name="connsiteY69" fmla="*/ 55881 h 180246"/>
                <a:gd name="connsiteX70" fmla="*/ 57011 w 177191"/>
                <a:gd name="connsiteY70" fmla="*/ 52685 h 180246"/>
                <a:gd name="connsiteX71" fmla="*/ 57650 w 177191"/>
                <a:gd name="connsiteY71" fmla="*/ 49691 h 180246"/>
                <a:gd name="connsiteX72" fmla="*/ 58290 w 177191"/>
                <a:gd name="connsiteY72" fmla="*/ 47403 h 180246"/>
                <a:gd name="connsiteX73" fmla="*/ 59939 w 177191"/>
                <a:gd name="connsiteY73" fmla="*/ 45116 h 180246"/>
                <a:gd name="connsiteX74" fmla="*/ 60746 w 177191"/>
                <a:gd name="connsiteY74" fmla="*/ 44140 h 180246"/>
                <a:gd name="connsiteX75" fmla="*/ 62093 w 177191"/>
                <a:gd name="connsiteY75" fmla="*/ 42627 h 180246"/>
                <a:gd name="connsiteX76" fmla="*/ 64011 w 177191"/>
                <a:gd name="connsiteY76" fmla="*/ 40844 h 180246"/>
                <a:gd name="connsiteX77" fmla="*/ 66670 w 177191"/>
                <a:gd name="connsiteY77" fmla="*/ 39935 h 180246"/>
                <a:gd name="connsiteX78" fmla="*/ 68722 w 177191"/>
                <a:gd name="connsiteY78" fmla="*/ 39801 h 180246"/>
                <a:gd name="connsiteX79" fmla="*/ 70405 w 177191"/>
                <a:gd name="connsiteY79" fmla="*/ 39801 h 180246"/>
                <a:gd name="connsiteX80" fmla="*/ 72525 w 177191"/>
                <a:gd name="connsiteY80" fmla="*/ 39465 h 180246"/>
                <a:gd name="connsiteX81" fmla="*/ 74275 w 177191"/>
                <a:gd name="connsiteY81" fmla="*/ 38825 h 180246"/>
                <a:gd name="connsiteX82" fmla="*/ 75689 w 177191"/>
                <a:gd name="connsiteY82" fmla="*/ 37581 h 180246"/>
                <a:gd name="connsiteX83" fmla="*/ 76732 w 177191"/>
                <a:gd name="connsiteY83" fmla="*/ 36538 h 180246"/>
                <a:gd name="connsiteX84" fmla="*/ 78482 w 177191"/>
                <a:gd name="connsiteY84" fmla="*/ 36538 h 180246"/>
                <a:gd name="connsiteX85" fmla="*/ 79290 w 177191"/>
                <a:gd name="connsiteY85" fmla="*/ 37850 h 180246"/>
                <a:gd name="connsiteX86" fmla="*/ 79795 w 177191"/>
                <a:gd name="connsiteY86" fmla="*/ 39027 h 180246"/>
                <a:gd name="connsiteX87" fmla="*/ 82184 w 177191"/>
                <a:gd name="connsiteY87" fmla="*/ 39532 h 180246"/>
                <a:gd name="connsiteX88" fmla="*/ 83968 w 177191"/>
                <a:gd name="connsiteY88" fmla="*/ 39364 h 180246"/>
                <a:gd name="connsiteX89" fmla="*/ 84843 w 177191"/>
                <a:gd name="connsiteY89" fmla="*/ 37850 h 180246"/>
                <a:gd name="connsiteX90" fmla="*/ 83968 w 177191"/>
                <a:gd name="connsiteY90" fmla="*/ 35663 h 180246"/>
                <a:gd name="connsiteX91" fmla="*/ 82184 w 177191"/>
                <a:gd name="connsiteY91" fmla="*/ 34620 h 180246"/>
                <a:gd name="connsiteX92" fmla="*/ 79694 w 177191"/>
                <a:gd name="connsiteY92" fmla="*/ 33207 h 180246"/>
                <a:gd name="connsiteX93" fmla="*/ 76665 w 177191"/>
                <a:gd name="connsiteY93" fmla="*/ 30920 h 180246"/>
                <a:gd name="connsiteX94" fmla="*/ 75588 w 177191"/>
                <a:gd name="connsiteY94" fmla="*/ 28902 h 180246"/>
                <a:gd name="connsiteX95" fmla="*/ 74074 w 177191"/>
                <a:gd name="connsiteY95" fmla="*/ 26614 h 180246"/>
                <a:gd name="connsiteX96" fmla="*/ 72829 w 177191"/>
                <a:gd name="connsiteY96" fmla="*/ 24158 h 180246"/>
                <a:gd name="connsiteX97" fmla="*/ 72559 w 177191"/>
                <a:gd name="connsiteY97" fmla="*/ 22476 h 180246"/>
                <a:gd name="connsiteX98" fmla="*/ 73468 w 177191"/>
                <a:gd name="connsiteY98" fmla="*/ 21333 h 180246"/>
                <a:gd name="connsiteX99" fmla="*/ 75218 w 177191"/>
                <a:gd name="connsiteY99" fmla="*/ 20794 h 180246"/>
                <a:gd name="connsiteX100" fmla="*/ 77372 w 177191"/>
                <a:gd name="connsiteY100" fmla="*/ 21131 h 180246"/>
                <a:gd name="connsiteX101" fmla="*/ 79694 w 177191"/>
                <a:gd name="connsiteY101" fmla="*/ 22443 h 180246"/>
                <a:gd name="connsiteX102" fmla="*/ 80905 w 177191"/>
                <a:gd name="connsiteY102" fmla="*/ 23519 h 180246"/>
                <a:gd name="connsiteX103" fmla="*/ 84338 w 177191"/>
                <a:gd name="connsiteY103" fmla="*/ 24831 h 180246"/>
                <a:gd name="connsiteX104" fmla="*/ 85415 w 177191"/>
                <a:gd name="connsiteY104" fmla="*/ 23755 h 180246"/>
                <a:gd name="connsiteX105" fmla="*/ 84910 w 177191"/>
                <a:gd name="connsiteY105" fmla="*/ 22174 h 180246"/>
                <a:gd name="connsiteX106" fmla="*/ 84742 w 177191"/>
                <a:gd name="connsiteY106" fmla="*/ 20122 h 180246"/>
                <a:gd name="connsiteX107" fmla="*/ 83093 w 177191"/>
                <a:gd name="connsiteY107" fmla="*/ 18171 h 180246"/>
                <a:gd name="connsiteX108" fmla="*/ 81747 w 177191"/>
                <a:gd name="connsiteY108" fmla="*/ 17027 h 180246"/>
                <a:gd name="connsiteX109" fmla="*/ 80771 w 177191"/>
                <a:gd name="connsiteY109" fmla="*/ 15177 h 180246"/>
                <a:gd name="connsiteX110" fmla="*/ 80771 w 177191"/>
                <a:gd name="connsiteY110" fmla="*/ 13764 h 180246"/>
                <a:gd name="connsiteX111" fmla="*/ 82790 w 177191"/>
                <a:gd name="connsiteY111" fmla="*/ 13158 h 180246"/>
                <a:gd name="connsiteX112" fmla="*/ 85415 w 177191"/>
                <a:gd name="connsiteY112" fmla="*/ 12822 h 180246"/>
                <a:gd name="connsiteX113" fmla="*/ 89420 w 177191"/>
                <a:gd name="connsiteY113" fmla="*/ 14067 h 180246"/>
                <a:gd name="connsiteX114" fmla="*/ 92045 w 177191"/>
                <a:gd name="connsiteY114" fmla="*/ 12149 h 180246"/>
                <a:gd name="connsiteX115" fmla="*/ 94435 w 177191"/>
                <a:gd name="connsiteY115" fmla="*/ 10703 h 180246"/>
                <a:gd name="connsiteX116" fmla="*/ 94738 w 177191"/>
                <a:gd name="connsiteY116" fmla="*/ 7574 h 180246"/>
                <a:gd name="connsiteX117" fmla="*/ 94738 w 177191"/>
                <a:gd name="connsiteY117" fmla="*/ 5051 h 180246"/>
                <a:gd name="connsiteX118" fmla="*/ 95814 w 177191"/>
                <a:gd name="connsiteY118" fmla="*/ 3033 h 180246"/>
                <a:gd name="connsiteX119" fmla="*/ 96959 w 177191"/>
                <a:gd name="connsiteY119" fmla="*/ 1351 h 180246"/>
                <a:gd name="connsiteX120" fmla="*/ 99348 w 177191"/>
                <a:gd name="connsiteY120" fmla="*/ 39 h 180246"/>
                <a:gd name="connsiteX121" fmla="*/ 101536 w 177191"/>
                <a:gd name="connsiteY121" fmla="*/ 39 h 180246"/>
                <a:gd name="connsiteX122" fmla="*/ 102848 w 177191"/>
                <a:gd name="connsiteY122" fmla="*/ 543 h 180246"/>
                <a:gd name="connsiteX123" fmla="*/ 103723 w 177191"/>
                <a:gd name="connsiteY123" fmla="*/ 3066 h 180246"/>
                <a:gd name="connsiteX124" fmla="*/ 103723 w 177191"/>
                <a:gd name="connsiteY124" fmla="*/ 6027 h 180246"/>
                <a:gd name="connsiteX125" fmla="*/ 103757 w 177191"/>
                <a:gd name="connsiteY125" fmla="*/ 8482 h 180246"/>
                <a:gd name="connsiteX126" fmla="*/ 103757 w 177191"/>
                <a:gd name="connsiteY126" fmla="*/ 11611 h 180246"/>
                <a:gd name="connsiteX127" fmla="*/ 104161 w 177191"/>
                <a:gd name="connsiteY127" fmla="*/ 13932 h 180246"/>
                <a:gd name="connsiteX128" fmla="*/ 105978 w 177191"/>
                <a:gd name="connsiteY128" fmla="*/ 16825 h 180246"/>
                <a:gd name="connsiteX129" fmla="*/ 107291 w 177191"/>
                <a:gd name="connsiteY129" fmla="*/ 19785 h 180246"/>
                <a:gd name="connsiteX130" fmla="*/ 109680 w 177191"/>
                <a:gd name="connsiteY130" fmla="*/ 22409 h 180246"/>
                <a:gd name="connsiteX131" fmla="*/ 113214 w 177191"/>
                <a:gd name="connsiteY131" fmla="*/ 25100 h 180246"/>
                <a:gd name="connsiteX132" fmla="*/ 117354 w 177191"/>
                <a:gd name="connsiteY132" fmla="*/ 27691 h 180246"/>
                <a:gd name="connsiteX133" fmla="*/ 119507 w 177191"/>
                <a:gd name="connsiteY133" fmla="*/ 29070 h 180246"/>
                <a:gd name="connsiteX134" fmla="*/ 123983 w 177191"/>
                <a:gd name="connsiteY134" fmla="*/ 35091 h 180246"/>
                <a:gd name="connsiteX135" fmla="*/ 127315 w 177191"/>
                <a:gd name="connsiteY135" fmla="*/ 38624 h 180246"/>
                <a:gd name="connsiteX136" fmla="*/ 129839 w 177191"/>
                <a:gd name="connsiteY136" fmla="*/ 41012 h 180246"/>
                <a:gd name="connsiteX137" fmla="*/ 135931 w 177191"/>
                <a:gd name="connsiteY137" fmla="*/ 43535 h 180246"/>
                <a:gd name="connsiteX138" fmla="*/ 142022 w 177191"/>
                <a:gd name="connsiteY138" fmla="*/ 41954 h 180246"/>
                <a:gd name="connsiteX139" fmla="*/ 146667 w 177191"/>
                <a:gd name="connsiteY139" fmla="*/ 41079 h 180246"/>
                <a:gd name="connsiteX140" fmla="*/ 157840 w 177191"/>
                <a:gd name="connsiteY140" fmla="*/ 41449 h 180246"/>
                <a:gd name="connsiteX141" fmla="*/ 161172 w 177191"/>
                <a:gd name="connsiteY141" fmla="*/ 41449 h 180246"/>
                <a:gd name="connsiteX142" fmla="*/ 165379 w 177191"/>
                <a:gd name="connsiteY142" fmla="*/ 43198 h 180246"/>
                <a:gd name="connsiteX143" fmla="*/ 171302 w 177191"/>
                <a:gd name="connsiteY143" fmla="*/ 43198 h 180246"/>
                <a:gd name="connsiteX144" fmla="*/ 174499 w 177191"/>
                <a:gd name="connsiteY144" fmla="*/ 42761 h 180246"/>
                <a:gd name="connsiteX145" fmla="*/ 176383 w 177191"/>
                <a:gd name="connsiteY145" fmla="*/ 45452 h 180246"/>
                <a:gd name="connsiteX146" fmla="*/ 177191 w 177191"/>
                <a:gd name="connsiteY146" fmla="*/ 46966 h 180246"/>
                <a:gd name="connsiteX147" fmla="*/ 176249 w 177191"/>
                <a:gd name="connsiteY147" fmla="*/ 49220 h 180246"/>
                <a:gd name="connsiteX148" fmla="*/ 174667 w 177191"/>
                <a:gd name="connsiteY148" fmla="*/ 50599 h 180246"/>
                <a:gd name="connsiteX149" fmla="*/ 173220 w 177191"/>
                <a:gd name="connsiteY149" fmla="*/ 51037 h 180246"/>
                <a:gd name="connsiteX150" fmla="*/ 171571 w 177191"/>
                <a:gd name="connsiteY150" fmla="*/ 50734 h 180246"/>
                <a:gd name="connsiteX151" fmla="*/ 169855 w 177191"/>
                <a:gd name="connsiteY151" fmla="*/ 50498 h 180246"/>
                <a:gd name="connsiteX152" fmla="*/ 168710 w 177191"/>
                <a:gd name="connsiteY152" fmla="*/ 51373 h 180246"/>
                <a:gd name="connsiteX153" fmla="*/ 168710 w 177191"/>
                <a:gd name="connsiteY153" fmla="*/ 54501 h 180246"/>
                <a:gd name="connsiteX154" fmla="*/ 168912 w 177191"/>
                <a:gd name="connsiteY154" fmla="*/ 55511 h 180246"/>
                <a:gd name="connsiteX155" fmla="*/ 168138 w 177191"/>
                <a:gd name="connsiteY155" fmla="*/ 56957 h 180246"/>
                <a:gd name="connsiteX156" fmla="*/ 165749 w 177191"/>
                <a:gd name="connsiteY156" fmla="*/ 57462 h 180246"/>
                <a:gd name="connsiteX157" fmla="*/ 164066 w 177191"/>
                <a:gd name="connsiteY157" fmla="*/ 56890 h 180246"/>
                <a:gd name="connsiteX158" fmla="*/ 161037 w 177191"/>
                <a:gd name="connsiteY158" fmla="*/ 56587 h 180246"/>
                <a:gd name="connsiteX159" fmla="*/ 158648 w 177191"/>
                <a:gd name="connsiteY159" fmla="*/ 54905 h 180246"/>
                <a:gd name="connsiteX160" fmla="*/ 155181 w 177191"/>
                <a:gd name="connsiteY160" fmla="*/ 55645 h 180246"/>
                <a:gd name="connsiteX161" fmla="*/ 153229 w 177191"/>
                <a:gd name="connsiteY161" fmla="*/ 58538 h 180246"/>
                <a:gd name="connsiteX162" fmla="*/ 150907 w 177191"/>
                <a:gd name="connsiteY162" fmla="*/ 62945 h 180246"/>
                <a:gd name="connsiteX163" fmla="*/ 152287 w 177191"/>
                <a:gd name="connsiteY163" fmla="*/ 65468 h 180246"/>
                <a:gd name="connsiteX164" fmla="*/ 155922 w 177191"/>
                <a:gd name="connsiteY164" fmla="*/ 67924 h 180246"/>
                <a:gd name="connsiteX165" fmla="*/ 155989 w 177191"/>
                <a:gd name="connsiteY165" fmla="*/ 69168 h 180246"/>
                <a:gd name="connsiteX166" fmla="*/ 152926 w 177191"/>
                <a:gd name="connsiteY166" fmla="*/ 71422 h 180246"/>
                <a:gd name="connsiteX167" fmla="*/ 152051 w 177191"/>
                <a:gd name="connsiteY167" fmla="*/ 73811 h 180246"/>
                <a:gd name="connsiteX168" fmla="*/ 152926 w 177191"/>
                <a:gd name="connsiteY168" fmla="*/ 76502 h 180246"/>
                <a:gd name="connsiteX169" fmla="*/ 154945 w 177191"/>
                <a:gd name="connsiteY169" fmla="*/ 78016 h 180246"/>
                <a:gd name="connsiteX170" fmla="*/ 156628 w 177191"/>
                <a:gd name="connsiteY170" fmla="*/ 79597 h 180246"/>
                <a:gd name="connsiteX171" fmla="*/ 156662 w 177191"/>
                <a:gd name="connsiteY171" fmla="*/ 80538 h 180246"/>
                <a:gd name="connsiteX172" fmla="*/ 156561 w 177191"/>
                <a:gd name="connsiteY172" fmla="*/ 81615 h 180246"/>
                <a:gd name="connsiteX173" fmla="*/ 156561 w 177191"/>
                <a:gd name="connsiteY173" fmla="*/ 84003 h 180246"/>
                <a:gd name="connsiteX174" fmla="*/ 157705 w 177191"/>
                <a:gd name="connsiteY174" fmla="*/ 84811 h 180246"/>
                <a:gd name="connsiteX175" fmla="*/ 159388 w 177191"/>
                <a:gd name="connsiteY175" fmla="*/ 86829 h 180246"/>
                <a:gd name="connsiteX176" fmla="*/ 161138 w 177191"/>
                <a:gd name="connsiteY176" fmla="*/ 88276 h 180246"/>
                <a:gd name="connsiteX177" fmla="*/ 162652 w 177191"/>
                <a:gd name="connsiteY177" fmla="*/ 89857 h 180246"/>
                <a:gd name="connsiteX178" fmla="*/ 163696 w 177191"/>
                <a:gd name="connsiteY178" fmla="*/ 92312 h 180246"/>
                <a:gd name="connsiteX179" fmla="*/ 164301 w 177191"/>
                <a:gd name="connsiteY179" fmla="*/ 93927 h 180246"/>
                <a:gd name="connsiteX180" fmla="*/ 164369 w 177191"/>
                <a:gd name="connsiteY180" fmla="*/ 96114 h 180246"/>
                <a:gd name="connsiteX181" fmla="*/ 164436 w 177191"/>
                <a:gd name="connsiteY181" fmla="*/ 98401 h 180246"/>
                <a:gd name="connsiteX182" fmla="*/ 162855 w 177191"/>
                <a:gd name="connsiteY182" fmla="*/ 100689 h 180246"/>
                <a:gd name="connsiteX183" fmla="*/ 160802 w 177191"/>
                <a:gd name="connsiteY183" fmla="*/ 102976 h 180246"/>
                <a:gd name="connsiteX184" fmla="*/ 159152 w 177191"/>
                <a:gd name="connsiteY184" fmla="*/ 104221 h 180246"/>
                <a:gd name="connsiteX185" fmla="*/ 156090 w 177191"/>
                <a:gd name="connsiteY185" fmla="*/ 105835 h 180246"/>
                <a:gd name="connsiteX186" fmla="*/ 154239 w 177191"/>
                <a:gd name="connsiteY186" fmla="*/ 106979 h 180246"/>
                <a:gd name="connsiteX187" fmla="*/ 152825 w 177191"/>
                <a:gd name="connsiteY187" fmla="*/ 107484 h 180246"/>
                <a:gd name="connsiteX188" fmla="*/ 150470 w 177191"/>
                <a:gd name="connsiteY188" fmla="*/ 107484 h 180246"/>
                <a:gd name="connsiteX189" fmla="*/ 148148 w 177191"/>
                <a:gd name="connsiteY189" fmla="*/ 107820 h 180246"/>
                <a:gd name="connsiteX190" fmla="*/ 145253 w 177191"/>
                <a:gd name="connsiteY190" fmla="*/ 107787 h 180246"/>
                <a:gd name="connsiteX191" fmla="*/ 141787 w 177191"/>
                <a:gd name="connsiteY191" fmla="*/ 107080 h 180246"/>
                <a:gd name="connsiteX192" fmla="*/ 137883 w 177191"/>
                <a:gd name="connsiteY192" fmla="*/ 108493 h 180246"/>
                <a:gd name="connsiteX193" fmla="*/ 134282 w 177191"/>
                <a:gd name="connsiteY193" fmla="*/ 109368 h 180246"/>
                <a:gd name="connsiteX194" fmla="*/ 131892 w 177191"/>
                <a:gd name="connsiteY194" fmla="*/ 110141 h 180246"/>
                <a:gd name="connsiteX195" fmla="*/ 128729 w 177191"/>
                <a:gd name="connsiteY195" fmla="*/ 109368 h 180246"/>
                <a:gd name="connsiteX196" fmla="*/ 125901 w 177191"/>
                <a:gd name="connsiteY196" fmla="*/ 107517 h 180246"/>
                <a:gd name="connsiteX197" fmla="*/ 122334 w 177191"/>
                <a:gd name="connsiteY197" fmla="*/ 106643 h 180246"/>
                <a:gd name="connsiteX198" fmla="*/ 117320 w 177191"/>
                <a:gd name="connsiteY198" fmla="*/ 107080 h 180246"/>
                <a:gd name="connsiteX199" fmla="*/ 114493 w 177191"/>
                <a:gd name="connsiteY199" fmla="*/ 111218 h 180246"/>
                <a:gd name="connsiteX200" fmla="*/ 113079 w 177191"/>
                <a:gd name="connsiteY200" fmla="*/ 116096 h 180246"/>
                <a:gd name="connsiteX201" fmla="*/ 113079 w 177191"/>
                <a:gd name="connsiteY201" fmla="*/ 120536 h 180246"/>
                <a:gd name="connsiteX202" fmla="*/ 112305 w 177191"/>
                <a:gd name="connsiteY202" fmla="*/ 126288 h 180246"/>
                <a:gd name="connsiteX203" fmla="*/ 112844 w 177191"/>
                <a:gd name="connsiteY203" fmla="*/ 129652 h 180246"/>
                <a:gd name="connsiteX204" fmla="*/ 116646 w 177191"/>
                <a:gd name="connsiteY204" fmla="*/ 135203 h 180246"/>
                <a:gd name="connsiteX205" fmla="*/ 118262 w 177191"/>
                <a:gd name="connsiteY205" fmla="*/ 138668 h 180246"/>
                <a:gd name="connsiteX206" fmla="*/ 121190 w 177191"/>
                <a:gd name="connsiteY206" fmla="*/ 139038 h 180246"/>
                <a:gd name="connsiteX207" fmla="*/ 124118 w 177191"/>
                <a:gd name="connsiteY207" fmla="*/ 137019 h 180246"/>
                <a:gd name="connsiteX208" fmla="*/ 124320 w 177191"/>
                <a:gd name="connsiteY208" fmla="*/ 137019 h 180246"/>
                <a:gd name="connsiteX209" fmla="*/ 126810 w 177191"/>
                <a:gd name="connsiteY209" fmla="*/ 138971 h 180246"/>
                <a:gd name="connsiteX210" fmla="*/ 129099 w 177191"/>
                <a:gd name="connsiteY210" fmla="*/ 142570 h 180246"/>
                <a:gd name="connsiteX211" fmla="*/ 129638 w 177191"/>
                <a:gd name="connsiteY211" fmla="*/ 144757 h 180246"/>
                <a:gd name="connsiteX212" fmla="*/ 127786 w 177191"/>
                <a:gd name="connsiteY212" fmla="*/ 148760 h 180246"/>
                <a:gd name="connsiteX213" fmla="*/ 127988 w 177191"/>
                <a:gd name="connsiteY213" fmla="*/ 152426 h 180246"/>
                <a:gd name="connsiteX214" fmla="*/ 129402 w 177191"/>
                <a:gd name="connsiteY214" fmla="*/ 153772 h 180246"/>
                <a:gd name="connsiteX215" fmla="*/ 129402 w 177191"/>
                <a:gd name="connsiteY215" fmla="*/ 154647 h 180246"/>
                <a:gd name="connsiteX216" fmla="*/ 126575 w 177191"/>
                <a:gd name="connsiteY216" fmla="*/ 157035 h 180246"/>
                <a:gd name="connsiteX217" fmla="*/ 125161 w 177191"/>
                <a:gd name="connsiteY217" fmla="*/ 158347 h 180246"/>
                <a:gd name="connsiteX218" fmla="*/ 120921 w 177191"/>
                <a:gd name="connsiteY218" fmla="*/ 160735 h 180246"/>
                <a:gd name="connsiteX219" fmla="*/ 118733 w 177191"/>
                <a:gd name="connsiteY219" fmla="*/ 164873 h 180246"/>
                <a:gd name="connsiteX220" fmla="*/ 115570 w 177191"/>
                <a:gd name="connsiteY220" fmla="*/ 164873 h 180246"/>
                <a:gd name="connsiteX221" fmla="*/ 112406 w 177191"/>
                <a:gd name="connsiteY221" fmla="*/ 164873 h 180246"/>
                <a:gd name="connsiteX222" fmla="*/ 108603 w 177191"/>
                <a:gd name="connsiteY222" fmla="*/ 164873 h 180246"/>
                <a:gd name="connsiteX223" fmla="*/ 104363 w 177191"/>
                <a:gd name="connsiteY223" fmla="*/ 160870 h 180246"/>
                <a:gd name="connsiteX224" fmla="*/ 99584 w 177191"/>
                <a:gd name="connsiteY224" fmla="*/ 160197 h 180246"/>
                <a:gd name="connsiteX225" fmla="*/ 98170 w 177191"/>
                <a:gd name="connsiteY225" fmla="*/ 161408 h 180246"/>
                <a:gd name="connsiteX226" fmla="*/ 97497 w 177191"/>
                <a:gd name="connsiteY226" fmla="*/ 162384 h 180246"/>
                <a:gd name="connsiteX227" fmla="*/ 96959 w 177191"/>
                <a:gd name="connsiteY227" fmla="*/ 164234 h 180246"/>
                <a:gd name="connsiteX228" fmla="*/ 96420 w 177191"/>
                <a:gd name="connsiteY228" fmla="*/ 166185 h 180246"/>
                <a:gd name="connsiteX229" fmla="*/ 96521 w 177191"/>
                <a:gd name="connsiteY229" fmla="*/ 168573 h 180246"/>
                <a:gd name="connsiteX230" fmla="*/ 96185 w 177191"/>
                <a:gd name="connsiteY230" fmla="*/ 170424 h 180246"/>
                <a:gd name="connsiteX231" fmla="*/ 95512 w 177191"/>
                <a:gd name="connsiteY231" fmla="*/ 171736 h 180246"/>
                <a:gd name="connsiteX232" fmla="*/ 93997 w 177191"/>
                <a:gd name="connsiteY232" fmla="*/ 173485 h 180246"/>
                <a:gd name="connsiteX233" fmla="*/ 90396 w 177191"/>
                <a:gd name="connsiteY233" fmla="*/ 175133 h 180246"/>
                <a:gd name="connsiteX234" fmla="*/ 87771 w 177191"/>
                <a:gd name="connsiteY234" fmla="*/ 175772 h 180246"/>
                <a:gd name="connsiteX235" fmla="*/ 85382 w 177191"/>
                <a:gd name="connsiteY235" fmla="*/ 176546 h 180246"/>
                <a:gd name="connsiteX236" fmla="*/ 83733 w 177191"/>
                <a:gd name="connsiteY236" fmla="*/ 176546 h 180246"/>
                <a:gd name="connsiteX237" fmla="*/ 81680 w 177191"/>
                <a:gd name="connsiteY237" fmla="*/ 176580 h 180246"/>
                <a:gd name="connsiteX238" fmla="*/ 77439 w 177191"/>
                <a:gd name="connsiteY238" fmla="*/ 173518 h 180246"/>
                <a:gd name="connsiteX239" fmla="*/ 74949 w 177191"/>
                <a:gd name="connsiteY239" fmla="*/ 170491 h 180246"/>
                <a:gd name="connsiteX240" fmla="*/ 72660 w 177191"/>
                <a:gd name="connsiteY240" fmla="*/ 168203 h 180246"/>
                <a:gd name="connsiteX241" fmla="*/ 70271 w 177191"/>
                <a:gd name="connsiteY241" fmla="*/ 168102 h 180246"/>
                <a:gd name="connsiteX242" fmla="*/ 66367 w 177191"/>
                <a:gd name="connsiteY242" fmla="*/ 168203 h 180246"/>
                <a:gd name="connsiteX243" fmla="*/ 63102 w 177191"/>
                <a:gd name="connsiteY243" fmla="*/ 169717 h 180246"/>
                <a:gd name="connsiteX244" fmla="*/ 61251 w 177191"/>
                <a:gd name="connsiteY244" fmla="*/ 171231 h 180246"/>
                <a:gd name="connsiteX245" fmla="*/ 56573 w 177191"/>
                <a:gd name="connsiteY245" fmla="*/ 173619 h 180246"/>
                <a:gd name="connsiteX246" fmla="*/ 52097 w 177191"/>
                <a:gd name="connsiteY246" fmla="*/ 174931 h 180246"/>
                <a:gd name="connsiteX247" fmla="*/ 48294 w 177191"/>
                <a:gd name="connsiteY247" fmla="*/ 175032 h 180246"/>
                <a:gd name="connsiteX248" fmla="*/ 42876 w 177191"/>
                <a:gd name="connsiteY248" fmla="*/ 173619 h 180246"/>
                <a:gd name="connsiteX249" fmla="*/ 40385 w 177191"/>
                <a:gd name="connsiteY249" fmla="*/ 173619 h 180246"/>
                <a:gd name="connsiteX250" fmla="*/ 38097 w 177191"/>
                <a:gd name="connsiteY250" fmla="*/ 175470 h 180246"/>
                <a:gd name="connsiteX251" fmla="*/ 37121 w 177191"/>
                <a:gd name="connsiteY251" fmla="*/ 179607 h 180246"/>
                <a:gd name="connsiteX252" fmla="*/ 35606 w 177191"/>
                <a:gd name="connsiteY252" fmla="*/ 180246 h 180246"/>
                <a:gd name="connsiteX253" fmla="*/ 30827 w 177191"/>
                <a:gd name="connsiteY253" fmla="*/ 179607 h 180246"/>
                <a:gd name="connsiteX254" fmla="*/ 28539 w 177191"/>
                <a:gd name="connsiteY254" fmla="*/ 178194 h 180246"/>
                <a:gd name="connsiteX255" fmla="*/ 25813 w 177191"/>
                <a:gd name="connsiteY255" fmla="*/ 173518 h 180246"/>
                <a:gd name="connsiteX256" fmla="*/ 24938 w 177191"/>
                <a:gd name="connsiteY256" fmla="*/ 170491 h 180246"/>
                <a:gd name="connsiteX257" fmla="*/ 22212 w 177191"/>
                <a:gd name="connsiteY257" fmla="*/ 168540 h 180246"/>
                <a:gd name="connsiteX258" fmla="*/ 18409 w 177191"/>
                <a:gd name="connsiteY258" fmla="*/ 168102 h 180246"/>
                <a:gd name="connsiteX259" fmla="*/ 15481 w 177191"/>
                <a:gd name="connsiteY259" fmla="*/ 167901 h 180246"/>
                <a:gd name="connsiteX260" fmla="*/ 11779 w 177191"/>
                <a:gd name="connsiteY260" fmla="*/ 166589 h 180246"/>
                <a:gd name="connsiteX261" fmla="*/ 11106 w 177191"/>
                <a:gd name="connsiteY261" fmla="*/ 162249 h 180246"/>
                <a:gd name="connsiteX262" fmla="*/ 8515 w 177191"/>
                <a:gd name="connsiteY262" fmla="*/ 161375 h 180246"/>
                <a:gd name="connsiteX263" fmla="*/ 3837 w 177191"/>
                <a:gd name="connsiteY263" fmla="*/ 160500 h 180246"/>
                <a:gd name="connsiteX264" fmla="*/ 3365 w 177191"/>
                <a:gd name="connsiteY264" fmla="*/ 158986 h 180246"/>
                <a:gd name="connsiteX265" fmla="*/ 1548 w 177191"/>
                <a:gd name="connsiteY265" fmla="*/ 155959 h 180246"/>
                <a:gd name="connsiteX266" fmla="*/ 1548 w 177191"/>
                <a:gd name="connsiteY266" fmla="*/ 153671 h 180246"/>
                <a:gd name="connsiteX267" fmla="*/ 2861 w 177191"/>
                <a:gd name="connsiteY267" fmla="*/ 152494 h 180246"/>
                <a:gd name="connsiteX268" fmla="*/ 5788 w 177191"/>
                <a:gd name="connsiteY268" fmla="*/ 152595 h 180246"/>
                <a:gd name="connsiteX269" fmla="*/ 8077 w 177191"/>
                <a:gd name="connsiteY269" fmla="*/ 153469 h 180246"/>
                <a:gd name="connsiteX270" fmla="*/ 9591 w 177191"/>
                <a:gd name="connsiteY270" fmla="*/ 153907 h 180246"/>
                <a:gd name="connsiteX271" fmla="*/ 11981 w 177191"/>
                <a:gd name="connsiteY271" fmla="*/ 154344 h 180246"/>
                <a:gd name="connsiteX272" fmla="*/ 13630 w 177191"/>
                <a:gd name="connsiteY272" fmla="*/ 153133 h 18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77191" h="180246">
                  <a:moveTo>
                    <a:pt x="13630" y="153133"/>
                  </a:moveTo>
                  <a:lnTo>
                    <a:pt x="14539" y="151585"/>
                  </a:lnTo>
                  <a:lnTo>
                    <a:pt x="14909" y="149870"/>
                  </a:lnTo>
                  <a:lnTo>
                    <a:pt x="13866" y="148255"/>
                  </a:lnTo>
                  <a:lnTo>
                    <a:pt x="10702" y="145127"/>
                  </a:lnTo>
                  <a:lnTo>
                    <a:pt x="9221" y="142974"/>
                  </a:lnTo>
                  <a:lnTo>
                    <a:pt x="6091" y="139677"/>
                  </a:lnTo>
                  <a:lnTo>
                    <a:pt x="3769" y="137860"/>
                  </a:lnTo>
                  <a:cubicBezTo>
                    <a:pt x="3769" y="137860"/>
                    <a:pt x="1582" y="135607"/>
                    <a:pt x="1514" y="135405"/>
                  </a:cubicBezTo>
                  <a:cubicBezTo>
                    <a:pt x="1447" y="135203"/>
                    <a:pt x="572" y="132646"/>
                    <a:pt x="505" y="132444"/>
                  </a:cubicBezTo>
                  <a:cubicBezTo>
                    <a:pt x="438" y="132243"/>
                    <a:pt x="269" y="129854"/>
                    <a:pt x="269" y="129854"/>
                  </a:cubicBezTo>
                  <a:lnTo>
                    <a:pt x="0" y="126019"/>
                  </a:lnTo>
                  <a:lnTo>
                    <a:pt x="0" y="124068"/>
                  </a:lnTo>
                  <a:lnTo>
                    <a:pt x="3601" y="123194"/>
                  </a:lnTo>
                  <a:lnTo>
                    <a:pt x="4341" y="123194"/>
                  </a:lnTo>
                  <a:lnTo>
                    <a:pt x="6091" y="123194"/>
                  </a:lnTo>
                  <a:lnTo>
                    <a:pt x="7841" y="123194"/>
                  </a:lnTo>
                  <a:lnTo>
                    <a:pt x="9558" y="123194"/>
                  </a:lnTo>
                  <a:cubicBezTo>
                    <a:pt x="9558" y="123194"/>
                    <a:pt x="9558" y="123261"/>
                    <a:pt x="10298" y="122689"/>
                  </a:cubicBezTo>
                  <a:cubicBezTo>
                    <a:pt x="11039" y="122117"/>
                    <a:pt x="12250" y="121175"/>
                    <a:pt x="12250" y="121175"/>
                  </a:cubicBezTo>
                  <a:lnTo>
                    <a:pt x="13765" y="117912"/>
                  </a:lnTo>
                  <a:lnTo>
                    <a:pt x="16659" y="115322"/>
                  </a:lnTo>
                  <a:cubicBezTo>
                    <a:pt x="16659" y="115322"/>
                    <a:pt x="18039" y="114885"/>
                    <a:pt x="18476" y="114447"/>
                  </a:cubicBezTo>
                  <a:cubicBezTo>
                    <a:pt x="18914" y="114010"/>
                    <a:pt x="21808" y="111756"/>
                    <a:pt x="21808" y="111756"/>
                  </a:cubicBezTo>
                  <a:cubicBezTo>
                    <a:pt x="21808" y="111756"/>
                    <a:pt x="23693" y="111117"/>
                    <a:pt x="23996" y="111117"/>
                  </a:cubicBezTo>
                  <a:cubicBezTo>
                    <a:pt x="24299" y="111117"/>
                    <a:pt x="25510" y="111050"/>
                    <a:pt x="26318" y="111117"/>
                  </a:cubicBezTo>
                  <a:cubicBezTo>
                    <a:pt x="27125" y="111184"/>
                    <a:pt x="28337" y="110982"/>
                    <a:pt x="29212" y="111083"/>
                  </a:cubicBezTo>
                  <a:cubicBezTo>
                    <a:pt x="30087" y="111184"/>
                    <a:pt x="31534" y="110478"/>
                    <a:pt x="31837" y="110478"/>
                  </a:cubicBezTo>
                  <a:cubicBezTo>
                    <a:pt x="32106" y="110478"/>
                    <a:pt x="32981" y="110040"/>
                    <a:pt x="33722" y="109906"/>
                  </a:cubicBezTo>
                  <a:cubicBezTo>
                    <a:pt x="34429" y="109771"/>
                    <a:pt x="36111" y="107955"/>
                    <a:pt x="36111" y="107955"/>
                  </a:cubicBezTo>
                  <a:cubicBezTo>
                    <a:pt x="36111" y="107955"/>
                    <a:pt x="36751" y="107316"/>
                    <a:pt x="36919" y="107013"/>
                  </a:cubicBezTo>
                  <a:cubicBezTo>
                    <a:pt x="37054" y="106744"/>
                    <a:pt x="38063" y="105499"/>
                    <a:pt x="38299" y="105432"/>
                  </a:cubicBezTo>
                  <a:cubicBezTo>
                    <a:pt x="38501" y="105365"/>
                    <a:pt x="39544" y="104490"/>
                    <a:pt x="39813" y="104490"/>
                  </a:cubicBezTo>
                  <a:cubicBezTo>
                    <a:pt x="40082" y="104490"/>
                    <a:pt x="41967" y="102606"/>
                    <a:pt x="42203" y="102539"/>
                  </a:cubicBezTo>
                  <a:cubicBezTo>
                    <a:pt x="42405" y="102471"/>
                    <a:pt x="43448" y="101227"/>
                    <a:pt x="43717" y="101025"/>
                  </a:cubicBezTo>
                  <a:cubicBezTo>
                    <a:pt x="44020" y="100823"/>
                    <a:pt x="45232" y="99007"/>
                    <a:pt x="45232" y="98704"/>
                  </a:cubicBezTo>
                  <a:cubicBezTo>
                    <a:pt x="45232" y="98401"/>
                    <a:pt x="45232" y="94566"/>
                    <a:pt x="45232" y="94566"/>
                  </a:cubicBezTo>
                  <a:lnTo>
                    <a:pt x="41900" y="91370"/>
                  </a:lnTo>
                  <a:lnTo>
                    <a:pt x="41193" y="88107"/>
                  </a:lnTo>
                  <a:lnTo>
                    <a:pt x="37121" y="84979"/>
                  </a:lnTo>
                  <a:lnTo>
                    <a:pt x="35674" y="84979"/>
                  </a:lnTo>
                  <a:lnTo>
                    <a:pt x="33924" y="84979"/>
                  </a:lnTo>
                  <a:lnTo>
                    <a:pt x="31904" y="83835"/>
                  </a:lnTo>
                  <a:lnTo>
                    <a:pt x="31029" y="82254"/>
                  </a:lnTo>
                  <a:lnTo>
                    <a:pt x="31433" y="81043"/>
                  </a:lnTo>
                  <a:lnTo>
                    <a:pt x="30289" y="79126"/>
                  </a:lnTo>
                  <a:lnTo>
                    <a:pt x="29481" y="77545"/>
                  </a:lnTo>
                  <a:lnTo>
                    <a:pt x="28236" y="76771"/>
                  </a:lnTo>
                  <a:cubicBezTo>
                    <a:pt x="28236" y="76771"/>
                    <a:pt x="25914" y="75022"/>
                    <a:pt x="25779" y="74820"/>
                  </a:cubicBezTo>
                  <a:cubicBezTo>
                    <a:pt x="25678" y="74618"/>
                    <a:pt x="24669" y="72532"/>
                    <a:pt x="24669" y="72532"/>
                  </a:cubicBezTo>
                  <a:lnTo>
                    <a:pt x="24366" y="70783"/>
                  </a:lnTo>
                  <a:lnTo>
                    <a:pt x="24366" y="70178"/>
                  </a:lnTo>
                  <a:cubicBezTo>
                    <a:pt x="24366" y="70178"/>
                    <a:pt x="23827" y="68226"/>
                    <a:pt x="23996" y="68159"/>
                  </a:cubicBezTo>
                  <a:cubicBezTo>
                    <a:pt x="24164" y="68092"/>
                    <a:pt x="24366" y="66847"/>
                    <a:pt x="24366" y="66847"/>
                  </a:cubicBezTo>
                  <a:cubicBezTo>
                    <a:pt x="24635" y="66612"/>
                    <a:pt x="25241" y="65636"/>
                    <a:pt x="25241" y="65636"/>
                  </a:cubicBezTo>
                  <a:cubicBezTo>
                    <a:pt x="25241" y="65636"/>
                    <a:pt x="26823" y="64122"/>
                    <a:pt x="26991" y="64122"/>
                  </a:cubicBezTo>
                  <a:cubicBezTo>
                    <a:pt x="27159" y="64122"/>
                    <a:pt x="28404" y="63685"/>
                    <a:pt x="28606" y="63685"/>
                  </a:cubicBezTo>
                  <a:cubicBezTo>
                    <a:pt x="28842" y="63685"/>
                    <a:pt x="29481" y="63786"/>
                    <a:pt x="29818" y="63685"/>
                  </a:cubicBezTo>
                  <a:cubicBezTo>
                    <a:pt x="30154" y="63584"/>
                    <a:pt x="32039" y="62541"/>
                    <a:pt x="32039" y="62541"/>
                  </a:cubicBezTo>
                  <a:lnTo>
                    <a:pt x="34866" y="60523"/>
                  </a:lnTo>
                  <a:lnTo>
                    <a:pt x="35943" y="59716"/>
                  </a:lnTo>
                  <a:cubicBezTo>
                    <a:pt x="35943" y="59716"/>
                    <a:pt x="36986" y="59379"/>
                    <a:pt x="37188" y="59346"/>
                  </a:cubicBezTo>
                  <a:cubicBezTo>
                    <a:pt x="37390" y="59278"/>
                    <a:pt x="39208" y="59514"/>
                    <a:pt x="39409" y="59346"/>
                  </a:cubicBezTo>
                  <a:cubicBezTo>
                    <a:pt x="39612" y="59177"/>
                    <a:pt x="40924" y="59480"/>
                    <a:pt x="41328" y="59346"/>
                  </a:cubicBezTo>
                  <a:cubicBezTo>
                    <a:pt x="41698" y="59177"/>
                    <a:pt x="42674" y="59312"/>
                    <a:pt x="43212" y="59312"/>
                  </a:cubicBezTo>
                  <a:cubicBezTo>
                    <a:pt x="43751" y="59312"/>
                    <a:pt x="45804" y="59245"/>
                    <a:pt x="46039" y="59278"/>
                  </a:cubicBezTo>
                  <a:cubicBezTo>
                    <a:pt x="46241" y="59312"/>
                    <a:pt x="47184" y="59211"/>
                    <a:pt x="47924" y="59278"/>
                  </a:cubicBezTo>
                  <a:cubicBezTo>
                    <a:pt x="48698" y="59312"/>
                    <a:pt x="49573" y="59413"/>
                    <a:pt x="50112" y="59278"/>
                  </a:cubicBezTo>
                  <a:cubicBezTo>
                    <a:pt x="50650" y="59110"/>
                    <a:pt x="53544" y="58471"/>
                    <a:pt x="53544" y="58471"/>
                  </a:cubicBezTo>
                  <a:cubicBezTo>
                    <a:pt x="53544" y="58471"/>
                    <a:pt x="54419" y="55914"/>
                    <a:pt x="54722" y="55881"/>
                  </a:cubicBezTo>
                  <a:cubicBezTo>
                    <a:pt x="55059" y="55813"/>
                    <a:pt x="57011" y="52685"/>
                    <a:pt x="57011" y="52685"/>
                  </a:cubicBezTo>
                  <a:cubicBezTo>
                    <a:pt x="57011" y="52685"/>
                    <a:pt x="57650" y="49859"/>
                    <a:pt x="57650" y="49691"/>
                  </a:cubicBezTo>
                  <a:cubicBezTo>
                    <a:pt x="57650" y="49523"/>
                    <a:pt x="58290" y="47403"/>
                    <a:pt x="58290" y="47403"/>
                  </a:cubicBezTo>
                  <a:lnTo>
                    <a:pt x="59939" y="45116"/>
                  </a:lnTo>
                  <a:lnTo>
                    <a:pt x="60746" y="44140"/>
                  </a:lnTo>
                  <a:lnTo>
                    <a:pt x="62093" y="42627"/>
                  </a:lnTo>
                  <a:cubicBezTo>
                    <a:pt x="62093" y="42627"/>
                    <a:pt x="63775" y="40945"/>
                    <a:pt x="64011" y="40844"/>
                  </a:cubicBezTo>
                  <a:cubicBezTo>
                    <a:pt x="64213" y="40743"/>
                    <a:pt x="66670" y="39935"/>
                    <a:pt x="66670" y="39935"/>
                  </a:cubicBezTo>
                  <a:cubicBezTo>
                    <a:pt x="66670" y="39935"/>
                    <a:pt x="68420" y="39801"/>
                    <a:pt x="68722" y="39801"/>
                  </a:cubicBezTo>
                  <a:cubicBezTo>
                    <a:pt x="69026" y="39801"/>
                    <a:pt x="70405" y="39801"/>
                    <a:pt x="70405" y="39801"/>
                  </a:cubicBezTo>
                  <a:lnTo>
                    <a:pt x="72525" y="39465"/>
                  </a:lnTo>
                  <a:lnTo>
                    <a:pt x="74275" y="38825"/>
                  </a:lnTo>
                  <a:cubicBezTo>
                    <a:pt x="74275" y="38825"/>
                    <a:pt x="75487" y="37581"/>
                    <a:pt x="75689" y="37581"/>
                  </a:cubicBezTo>
                  <a:cubicBezTo>
                    <a:pt x="75891" y="37581"/>
                    <a:pt x="76732" y="36538"/>
                    <a:pt x="76732" y="36538"/>
                  </a:cubicBezTo>
                  <a:cubicBezTo>
                    <a:pt x="76732" y="36538"/>
                    <a:pt x="78247" y="36605"/>
                    <a:pt x="78482" y="36538"/>
                  </a:cubicBezTo>
                  <a:cubicBezTo>
                    <a:pt x="78684" y="36471"/>
                    <a:pt x="79290" y="37850"/>
                    <a:pt x="79290" y="37850"/>
                  </a:cubicBezTo>
                  <a:lnTo>
                    <a:pt x="79795" y="39027"/>
                  </a:lnTo>
                  <a:cubicBezTo>
                    <a:pt x="79795" y="39027"/>
                    <a:pt x="81814" y="39532"/>
                    <a:pt x="82184" y="39532"/>
                  </a:cubicBezTo>
                  <a:cubicBezTo>
                    <a:pt x="82555" y="39532"/>
                    <a:pt x="83968" y="39364"/>
                    <a:pt x="83968" y="39364"/>
                  </a:cubicBezTo>
                  <a:cubicBezTo>
                    <a:pt x="83968" y="39364"/>
                    <a:pt x="84843" y="38018"/>
                    <a:pt x="84843" y="37850"/>
                  </a:cubicBezTo>
                  <a:cubicBezTo>
                    <a:pt x="84843" y="37682"/>
                    <a:pt x="84136" y="35798"/>
                    <a:pt x="83968" y="35663"/>
                  </a:cubicBezTo>
                  <a:cubicBezTo>
                    <a:pt x="83800" y="35562"/>
                    <a:pt x="82353" y="34755"/>
                    <a:pt x="82184" y="34620"/>
                  </a:cubicBezTo>
                  <a:cubicBezTo>
                    <a:pt x="82016" y="34519"/>
                    <a:pt x="79694" y="33207"/>
                    <a:pt x="79694" y="33207"/>
                  </a:cubicBezTo>
                  <a:lnTo>
                    <a:pt x="76665" y="30920"/>
                  </a:lnTo>
                  <a:cubicBezTo>
                    <a:pt x="76665" y="30920"/>
                    <a:pt x="75756" y="29003"/>
                    <a:pt x="75588" y="28902"/>
                  </a:cubicBezTo>
                  <a:cubicBezTo>
                    <a:pt x="75420" y="28801"/>
                    <a:pt x="74174" y="26782"/>
                    <a:pt x="74074" y="26614"/>
                  </a:cubicBezTo>
                  <a:cubicBezTo>
                    <a:pt x="73973" y="26446"/>
                    <a:pt x="72829" y="24394"/>
                    <a:pt x="72829" y="24158"/>
                  </a:cubicBezTo>
                  <a:cubicBezTo>
                    <a:pt x="72829" y="23957"/>
                    <a:pt x="72559" y="22476"/>
                    <a:pt x="72559" y="22476"/>
                  </a:cubicBezTo>
                  <a:cubicBezTo>
                    <a:pt x="72559" y="22476"/>
                    <a:pt x="73333" y="21333"/>
                    <a:pt x="73468" y="21333"/>
                  </a:cubicBezTo>
                  <a:cubicBezTo>
                    <a:pt x="73603" y="21333"/>
                    <a:pt x="75218" y="20794"/>
                    <a:pt x="75218" y="20794"/>
                  </a:cubicBezTo>
                  <a:lnTo>
                    <a:pt x="77372" y="21131"/>
                  </a:lnTo>
                  <a:lnTo>
                    <a:pt x="79694" y="22443"/>
                  </a:lnTo>
                  <a:lnTo>
                    <a:pt x="80905" y="23519"/>
                  </a:lnTo>
                  <a:cubicBezTo>
                    <a:pt x="80905" y="23519"/>
                    <a:pt x="84103" y="24831"/>
                    <a:pt x="84338" y="24831"/>
                  </a:cubicBezTo>
                  <a:cubicBezTo>
                    <a:pt x="84574" y="24831"/>
                    <a:pt x="85550" y="24394"/>
                    <a:pt x="85415" y="23755"/>
                  </a:cubicBezTo>
                  <a:cubicBezTo>
                    <a:pt x="85314" y="23116"/>
                    <a:pt x="84978" y="22342"/>
                    <a:pt x="84910" y="22174"/>
                  </a:cubicBezTo>
                  <a:cubicBezTo>
                    <a:pt x="84843" y="22006"/>
                    <a:pt x="84843" y="20290"/>
                    <a:pt x="84742" y="20122"/>
                  </a:cubicBezTo>
                  <a:cubicBezTo>
                    <a:pt x="84641" y="19953"/>
                    <a:pt x="83093" y="18171"/>
                    <a:pt x="83093" y="18171"/>
                  </a:cubicBezTo>
                  <a:lnTo>
                    <a:pt x="81747" y="17027"/>
                  </a:lnTo>
                  <a:cubicBezTo>
                    <a:pt x="81747" y="17027"/>
                    <a:pt x="80771" y="15715"/>
                    <a:pt x="80771" y="15177"/>
                  </a:cubicBezTo>
                  <a:cubicBezTo>
                    <a:pt x="80771" y="14638"/>
                    <a:pt x="80401" y="13831"/>
                    <a:pt x="80771" y="13764"/>
                  </a:cubicBezTo>
                  <a:cubicBezTo>
                    <a:pt x="81141" y="13697"/>
                    <a:pt x="82117" y="13326"/>
                    <a:pt x="82790" y="13158"/>
                  </a:cubicBezTo>
                  <a:cubicBezTo>
                    <a:pt x="83463" y="12990"/>
                    <a:pt x="84978" y="12822"/>
                    <a:pt x="85415" y="12822"/>
                  </a:cubicBezTo>
                  <a:cubicBezTo>
                    <a:pt x="85853" y="12822"/>
                    <a:pt x="89420" y="14067"/>
                    <a:pt x="89420" y="14067"/>
                  </a:cubicBezTo>
                  <a:cubicBezTo>
                    <a:pt x="89420" y="14067"/>
                    <a:pt x="91843" y="12082"/>
                    <a:pt x="92045" y="12149"/>
                  </a:cubicBezTo>
                  <a:cubicBezTo>
                    <a:pt x="92247" y="12216"/>
                    <a:pt x="94064" y="11140"/>
                    <a:pt x="94435" y="10703"/>
                  </a:cubicBezTo>
                  <a:cubicBezTo>
                    <a:pt x="94805" y="10265"/>
                    <a:pt x="94637" y="8516"/>
                    <a:pt x="94738" y="7574"/>
                  </a:cubicBezTo>
                  <a:cubicBezTo>
                    <a:pt x="94805" y="6632"/>
                    <a:pt x="94603" y="5690"/>
                    <a:pt x="94738" y="5051"/>
                  </a:cubicBezTo>
                  <a:cubicBezTo>
                    <a:pt x="94872" y="4412"/>
                    <a:pt x="95444" y="3470"/>
                    <a:pt x="95814" y="3033"/>
                  </a:cubicBezTo>
                  <a:cubicBezTo>
                    <a:pt x="96185" y="2595"/>
                    <a:pt x="96690" y="1586"/>
                    <a:pt x="96959" y="1351"/>
                  </a:cubicBezTo>
                  <a:cubicBezTo>
                    <a:pt x="97262" y="1115"/>
                    <a:pt x="99079" y="207"/>
                    <a:pt x="99348" y="39"/>
                  </a:cubicBezTo>
                  <a:cubicBezTo>
                    <a:pt x="99651" y="-96"/>
                    <a:pt x="100930" y="173"/>
                    <a:pt x="101536" y="39"/>
                  </a:cubicBezTo>
                  <a:cubicBezTo>
                    <a:pt x="102108" y="-96"/>
                    <a:pt x="102545" y="342"/>
                    <a:pt x="102848" y="543"/>
                  </a:cubicBezTo>
                  <a:cubicBezTo>
                    <a:pt x="103118" y="745"/>
                    <a:pt x="103589" y="1990"/>
                    <a:pt x="103723" y="3066"/>
                  </a:cubicBezTo>
                  <a:cubicBezTo>
                    <a:pt x="103858" y="4143"/>
                    <a:pt x="103589" y="4950"/>
                    <a:pt x="103723" y="6027"/>
                  </a:cubicBezTo>
                  <a:cubicBezTo>
                    <a:pt x="103858" y="7103"/>
                    <a:pt x="103589" y="8045"/>
                    <a:pt x="103757" y="8482"/>
                  </a:cubicBezTo>
                  <a:cubicBezTo>
                    <a:pt x="103925" y="8920"/>
                    <a:pt x="103757" y="11611"/>
                    <a:pt x="103757" y="11611"/>
                  </a:cubicBezTo>
                  <a:cubicBezTo>
                    <a:pt x="103757" y="11611"/>
                    <a:pt x="103286" y="13057"/>
                    <a:pt x="104161" y="13932"/>
                  </a:cubicBezTo>
                  <a:cubicBezTo>
                    <a:pt x="105036" y="14807"/>
                    <a:pt x="105675" y="16388"/>
                    <a:pt x="105978" y="16825"/>
                  </a:cubicBezTo>
                  <a:cubicBezTo>
                    <a:pt x="106281" y="17262"/>
                    <a:pt x="107055" y="19718"/>
                    <a:pt x="107291" y="19785"/>
                  </a:cubicBezTo>
                  <a:cubicBezTo>
                    <a:pt x="107526" y="19853"/>
                    <a:pt x="108738" y="22039"/>
                    <a:pt x="109680" y="22409"/>
                  </a:cubicBezTo>
                  <a:cubicBezTo>
                    <a:pt x="110623" y="22779"/>
                    <a:pt x="111565" y="24226"/>
                    <a:pt x="113214" y="25100"/>
                  </a:cubicBezTo>
                  <a:cubicBezTo>
                    <a:pt x="114863" y="25975"/>
                    <a:pt x="117354" y="27691"/>
                    <a:pt x="117354" y="27691"/>
                  </a:cubicBezTo>
                  <a:lnTo>
                    <a:pt x="119507" y="29070"/>
                  </a:lnTo>
                  <a:lnTo>
                    <a:pt x="123983" y="35091"/>
                  </a:lnTo>
                  <a:lnTo>
                    <a:pt x="127315" y="38624"/>
                  </a:lnTo>
                  <a:lnTo>
                    <a:pt x="129839" y="41012"/>
                  </a:lnTo>
                  <a:lnTo>
                    <a:pt x="135931" y="43535"/>
                  </a:lnTo>
                  <a:cubicBezTo>
                    <a:pt x="135931" y="43535"/>
                    <a:pt x="141585" y="42088"/>
                    <a:pt x="142022" y="41954"/>
                  </a:cubicBezTo>
                  <a:cubicBezTo>
                    <a:pt x="142460" y="41819"/>
                    <a:pt x="146667" y="41079"/>
                    <a:pt x="146667" y="41079"/>
                  </a:cubicBezTo>
                  <a:lnTo>
                    <a:pt x="157840" y="41449"/>
                  </a:lnTo>
                  <a:lnTo>
                    <a:pt x="161172" y="41449"/>
                  </a:lnTo>
                  <a:lnTo>
                    <a:pt x="165379" y="43198"/>
                  </a:lnTo>
                  <a:lnTo>
                    <a:pt x="171302" y="43198"/>
                  </a:lnTo>
                  <a:cubicBezTo>
                    <a:pt x="171302" y="43198"/>
                    <a:pt x="173893" y="42627"/>
                    <a:pt x="174499" y="42761"/>
                  </a:cubicBezTo>
                  <a:cubicBezTo>
                    <a:pt x="175071" y="42896"/>
                    <a:pt x="176383" y="45452"/>
                    <a:pt x="176383" y="45452"/>
                  </a:cubicBezTo>
                  <a:lnTo>
                    <a:pt x="177191" y="46966"/>
                  </a:lnTo>
                  <a:lnTo>
                    <a:pt x="176249" y="49220"/>
                  </a:lnTo>
                  <a:lnTo>
                    <a:pt x="174667" y="50599"/>
                  </a:lnTo>
                  <a:lnTo>
                    <a:pt x="173220" y="51037"/>
                  </a:lnTo>
                  <a:lnTo>
                    <a:pt x="171571" y="50734"/>
                  </a:lnTo>
                  <a:lnTo>
                    <a:pt x="169855" y="50498"/>
                  </a:lnTo>
                  <a:lnTo>
                    <a:pt x="168710" y="51373"/>
                  </a:lnTo>
                  <a:lnTo>
                    <a:pt x="168710" y="54501"/>
                  </a:lnTo>
                  <a:lnTo>
                    <a:pt x="168912" y="55511"/>
                  </a:lnTo>
                  <a:lnTo>
                    <a:pt x="168138" y="56957"/>
                  </a:lnTo>
                  <a:lnTo>
                    <a:pt x="165749" y="57462"/>
                  </a:lnTo>
                  <a:cubicBezTo>
                    <a:pt x="165749" y="57462"/>
                    <a:pt x="164739" y="56890"/>
                    <a:pt x="164066" y="56890"/>
                  </a:cubicBezTo>
                  <a:cubicBezTo>
                    <a:pt x="163393" y="56890"/>
                    <a:pt x="161306" y="56587"/>
                    <a:pt x="161037" y="56587"/>
                  </a:cubicBezTo>
                  <a:cubicBezTo>
                    <a:pt x="160734" y="56587"/>
                    <a:pt x="158917" y="55006"/>
                    <a:pt x="158648" y="54905"/>
                  </a:cubicBezTo>
                  <a:cubicBezTo>
                    <a:pt x="158378" y="54838"/>
                    <a:pt x="155181" y="55645"/>
                    <a:pt x="155181" y="55645"/>
                  </a:cubicBezTo>
                  <a:cubicBezTo>
                    <a:pt x="155181" y="55645"/>
                    <a:pt x="153431" y="58034"/>
                    <a:pt x="153229" y="58538"/>
                  </a:cubicBezTo>
                  <a:cubicBezTo>
                    <a:pt x="153027" y="59043"/>
                    <a:pt x="150907" y="62945"/>
                    <a:pt x="150907" y="62945"/>
                  </a:cubicBezTo>
                  <a:lnTo>
                    <a:pt x="152287" y="65468"/>
                  </a:lnTo>
                  <a:lnTo>
                    <a:pt x="155922" y="67924"/>
                  </a:lnTo>
                  <a:lnTo>
                    <a:pt x="155989" y="69168"/>
                  </a:lnTo>
                  <a:lnTo>
                    <a:pt x="152926" y="71422"/>
                  </a:lnTo>
                  <a:lnTo>
                    <a:pt x="152051" y="73811"/>
                  </a:lnTo>
                  <a:cubicBezTo>
                    <a:pt x="152051" y="73811"/>
                    <a:pt x="152421" y="76064"/>
                    <a:pt x="152926" y="76502"/>
                  </a:cubicBezTo>
                  <a:cubicBezTo>
                    <a:pt x="153431" y="76939"/>
                    <a:pt x="154441" y="77578"/>
                    <a:pt x="154945" y="78016"/>
                  </a:cubicBezTo>
                  <a:cubicBezTo>
                    <a:pt x="155450" y="78453"/>
                    <a:pt x="156393" y="79529"/>
                    <a:pt x="156628" y="79597"/>
                  </a:cubicBezTo>
                  <a:cubicBezTo>
                    <a:pt x="156864" y="79664"/>
                    <a:pt x="156662" y="80538"/>
                    <a:pt x="156662" y="80538"/>
                  </a:cubicBezTo>
                  <a:cubicBezTo>
                    <a:pt x="156662" y="80538"/>
                    <a:pt x="156561" y="81346"/>
                    <a:pt x="156561" y="81615"/>
                  </a:cubicBezTo>
                  <a:cubicBezTo>
                    <a:pt x="156561" y="81918"/>
                    <a:pt x="156561" y="84003"/>
                    <a:pt x="156561" y="84003"/>
                  </a:cubicBezTo>
                  <a:lnTo>
                    <a:pt x="157705" y="84811"/>
                  </a:lnTo>
                  <a:cubicBezTo>
                    <a:pt x="157705" y="84811"/>
                    <a:pt x="159152" y="86560"/>
                    <a:pt x="159388" y="86829"/>
                  </a:cubicBezTo>
                  <a:cubicBezTo>
                    <a:pt x="159590" y="87132"/>
                    <a:pt x="160633" y="87771"/>
                    <a:pt x="161138" y="88276"/>
                  </a:cubicBezTo>
                  <a:cubicBezTo>
                    <a:pt x="161643" y="88780"/>
                    <a:pt x="161777" y="89150"/>
                    <a:pt x="162652" y="89857"/>
                  </a:cubicBezTo>
                  <a:cubicBezTo>
                    <a:pt x="163528" y="90597"/>
                    <a:pt x="163696" y="92312"/>
                    <a:pt x="163696" y="92312"/>
                  </a:cubicBezTo>
                  <a:lnTo>
                    <a:pt x="164301" y="93927"/>
                  </a:lnTo>
                  <a:lnTo>
                    <a:pt x="164369" y="96114"/>
                  </a:lnTo>
                  <a:lnTo>
                    <a:pt x="164436" y="98401"/>
                  </a:lnTo>
                  <a:cubicBezTo>
                    <a:pt x="164436" y="98401"/>
                    <a:pt x="163023" y="100621"/>
                    <a:pt x="162855" y="100689"/>
                  </a:cubicBezTo>
                  <a:cubicBezTo>
                    <a:pt x="162686" y="100756"/>
                    <a:pt x="160802" y="102976"/>
                    <a:pt x="160802" y="102976"/>
                  </a:cubicBezTo>
                  <a:cubicBezTo>
                    <a:pt x="160802" y="102976"/>
                    <a:pt x="159321" y="104120"/>
                    <a:pt x="159152" y="104221"/>
                  </a:cubicBezTo>
                  <a:cubicBezTo>
                    <a:pt x="158984" y="104322"/>
                    <a:pt x="156426" y="105701"/>
                    <a:pt x="156090" y="105835"/>
                  </a:cubicBezTo>
                  <a:cubicBezTo>
                    <a:pt x="155787" y="106004"/>
                    <a:pt x="154475" y="106912"/>
                    <a:pt x="154239" y="106979"/>
                  </a:cubicBezTo>
                  <a:cubicBezTo>
                    <a:pt x="154037" y="107047"/>
                    <a:pt x="153027" y="107484"/>
                    <a:pt x="152825" y="107484"/>
                  </a:cubicBezTo>
                  <a:cubicBezTo>
                    <a:pt x="152623" y="107484"/>
                    <a:pt x="150470" y="107484"/>
                    <a:pt x="150470" y="107484"/>
                  </a:cubicBezTo>
                  <a:cubicBezTo>
                    <a:pt x="150470" y="107484"/>
                    <a:pt x="148955" y="107820"/>
                    <a:pt x="148148" y="107820"/>
                  </a:cubicBezTo>
                  <a:cubicBezTo>
                    <a:pt x="147340" y="107820"/>
                    <a:pt x="145489" y="107787"/>
                    <a:pt x="145253" y="107787"/>
                  </a:cubicBezTo>
                  <a:cubicBezTo>
                    <a:pt x="145051" y="107787"/>
                    <a:pt x="141787" y="107080"/>
                    <a:pt x="141787" y="107080"/>
                  </a:cubicBezTo>
                  <a:lnTo>
                    <a:pt x="137883" y="108493"/>
                  </a:lnTo>
                  <a:lnTo>
                    <a:pt x="134282" y="109368"/>
                  </a:lnTo>
                  <a:lnTo>
                    <a:pt x="131892" y="110141"/>
                  </a:lnTo>
                  <a:lnTo>
                    <a:pt x="128729" y="109368"/>
                  </a:lnTo>
                  <a:lnTo>
                    <a:pt x="125901" y="107517"/>
                  </a:lnTo>
                  <a:lnTo>
                    <a:pt x="122334" y="106643"/>
                  </a:lnTo>
                  <a:lnTo>
                    <a:pt x="117320" y="107080"/>
                  </a:lnTo>
                  <a:lnTo>
                    <a:pt x="114493" y="111218"/>
                  </a:lnTo>
                  <a:lnTo>
                    <a:pt x="113079" y="116096"/>
                  </a:lnTo>
                  <a:lnTo>
                    <a:pt x="113079" y="120536"/>
                  </a:lnTo>
                  <a:lnTo>
                    <a:pt x="112305" y="126288"/>
                  </a:lnTo>
                  <a:lnTo>
                    <a:pt x="112844" y="129652"/>
                  </a:lnTo>
                  <a:lnTo>
                    <a:pt x="116646" y="135203"/>
                  </a:lnTo>
                  <a:lnTo>
                    <a:pt x="118262" y="138668"/>
                  </a:lnTo>
                  <a:lnTo>
                    <a:pt x="121190" y="139038"/>
                  </a:lnTo>
                  <a:lnTo>
                    <a:pt x="124118" y="137019"/>
                  </a:lnTo>
                  <a:lnTo>
                    <a:pt x="124320" y="137019"/>
                  </a:lnTo>
                  <a:lnTo>
                    <a:pt x="126810" y="138971"/>
                  </a:lnTo>
                  <a:lnTo>
                    <a:pt x="129099" y="142570"/>
                  </a:lnTo>
                  <a:lnTo>
                    <a:pt x="129638" y="144757"/>
                  </a:lnTo>
                  <a:lnTo>
                    <a:pt x="127786" y="148760"/>
                  </a:lnTo>
                  <a:lnTo>
                    <a:pt x="127988" y="152426"/>
                  </a:lnTo>
                  <a:lnTo>
                    <a:pt x="129402" y="153772"/>
                  </a:lnTo>
                  <a:cubicBezTo>
                    <a:pt x="129402" y="153772"/>
                    <a:pt x="129503" y="154310"/>
                    <a:pt x="129402" y="154647"/>
                  </a:cubicBezTo>
                  <a:cubicBezTo>
                    <a:pt x="129301" y="154983"/>
                    <a:pt x="126575" y="157035"/>
                    <a:pt x="126575" y="157035"/>
                  </a:cubicBezTo>
                  <a:cubicBezTo>
                    <a:pt x="126575" y="157035"/>
                    <a:pt x="125599" y="158347"/>
                    <a:pt x="125161" y="158347"/>
                  </a:cubicBezTo>
                  <a:cubicBezTo>
                    <a:pt x="124724" y="158347"/>
                    <a:pt x="120921" y="160735"/>
                    <a:pt x="120921" y="160735"/>
                  </a:cubicBezTo>
                  <a:lnTo>
                    <a:pt x="118733" y="164873"/>
                  </a:lnTo>
                  <a:lnTo>
                    <a:pt x="115570" y="164873"/>
                  </a:lnTo>
                  <a:lnTo>
                    <a:pt x="112406" y="164873"/>
                  </a:lnTo>
                  <a:lnTo>
                    <a:pt x="108603" y="164873"/>
                  </a:lnTo>
                  <a:lnTo>
                    <a:pt x="104363" y="160870"/>
                  </a:lnTo>
                  <a:lnTo>
                    <a:pt x="99584" y="160197"/>
                  </a:lnTo>
                  <a:lnTo>
                    <a:pt x="98170" y="161408"/>
                  </a:lnTo>
                  <a:lnTo>
                    <a:pt x="97497" y="162384"/>
                  </a:lnTo>
                  <a:cubicBezTo>
                    <a:pt x="97497" y="162384"/>
                    <a:pt x="96959" y="163797"/>
                    <a:pt x="96959" y="164234"/>
                  </a:cubicBezTo>
                  <a:cubicBezTo>
                    <a:pt x="96959" y="164671"/>
                    <a:pt x="96420" y="166185"/>
                    <a:pt x="96420" y="166185"/>
                  </a:cubicBezTo>
                  <a:lnTo>
                    <a:pt x="96521" y="168573"/>
                  </a:lnTo>
                  <a:lnTo>
                    <a:pt x="96185" y="170424"/>
                  </a:lnTo>
                  <a:cubicBezTo>
                    <a:pt x="96185" y="170424"/>
                    <a:pt x="95747" y="171399"/>
                    <a:pt x="95512" y="171736"/>
                  </a:cubicBezTo>
                  <a:cubicBezTo>
                    <a:pt x="95276" y="172072"/>
                    <a:pt x="94334" y="173148"/>
                    <a:pt x="93997" y="173485"/>
                  </a:cubicBezTo>
                  <a:cubicBezTo>
                    <a:pt x="93661" y="173821"/>
                    <a:pt x="90396" y="175133"/>
                    <a:pt x="90396" y="175133"/>
                  </a:cubicBezTo>
                  <a:lnTo>
                    <a:pt x="87771" y="175772"/>
                  </a:lnTo>
                  <a:cubicBezTo>
                    <a:pt x="87771" y="175772"/>
                    <a:pt x="86021" y="176411"/>
                    <a:pt x="85382" y="176546"/>
                  </a:cubicBezTo>
                  <a:cubicBezTo>
                    <a:pt x="84742" y="176647"/>
                    <a:pt x="84170" y="176445"/>
                    <a:pt x="83733" y="176546"/>
                  </a:cubicBezTo>
                  <a:cubicBezTo>
                    <a:pt x="83295" y="176647"/>
                    <a:pt x="82555" y="176714"/>
                    <a:pt x="81680" y="176580"/>
                  </a:cubicBezTo>
                  <a:cubicBezTo>
                    <a:pt x="80805" y="176445"/>
                    <a:pt x="78651" y="174595"/>
                    <a:pt x="77439" y="173518"/>
                  </a:cubicBezTo>
                  <a:cubicBezTo>
                    <a:pt x="76228" y="172442"/>
                    <a:pt x="75824" y="171029"/>
                    <a:pt x="74949" y="170491"/>
                  </a:cubicBezTo>
                  <a:cubicBezTo>
                    <a:pt x="74074" y="169953"/>
                    <a:pt x="72660" y="168203"/>
                    <a:pt x="72660" y="168203"/>
                  </a:cubicBezTo>
                  <a:cubicBezTo>
                    <a:pt x="72660" y="168203"/>
                    <a:pt x="70708" y="168102"/>
                    <a:pt x="70271" y="168102"/>
                  </a:cubicBezTo>
                  <a:cubicBezTo>
                    <a:pt x="69833" y="168102"/>
                    <a:pt x="66670" y="168203"/>
                    <a:pt x="66367" y="168203"/>
                  </a:cubicBezTo>
                  <a:cubicBezTo>
                    <a:pt x="66030" y="168203"/>
                    <a:pt x="63102" y="169717"/>
                    <a:pt x="63102" y="169717"/>
                  </a:cubicBezTo>
                  <a:lnTo>
                    <a:pt x="61251" y="171231"/>
                  </a:lnTo>
                  <a:lnTo>
                    <a:pt x="56573" y="173619"/>
                  </a:lnTo>
                  <a:lnTo>
                    <a:pt x="52097" y="174931"/>
                  </a:lnTo>
                  <a:cubicBezTo>
                    <a:pt x="52097" y="174931"/>
                    <a:pt x="48732" y="175032"/>
                    <a:pt x="48294" y="175032"/>
                  </a:cubicBezTo>
                  <a:cubicBezTo>
                    <a:pt x="47857" y="175032"/>
                    <a:pt x="43953" y="173619"/>
                    <a:pt x="42876" y="173619"/>
                  </a:cubicBezTo>
                  <a:cubicBezTo>
                    <a:pt x="41765" y="173619"/>
                    <a:pt x="40688" y="173081"/>
                    <a:pt x="40385" y="173619"/>
                  </a:cubicBezTo>
                  <a:cubicBezTo>
                    <a:pt x="40049" y="174158"/>
                    <a:pt x="38770" y="175032"/>
                    <a:pt x="38097" y="175470"/>
                  </a:cubicBezTo>
                  <a:cubicBezTo>
                    <a:pt x="37458" y="175907"/>
                    <a:pt x="37121" y="179607"/>
                    <a:pt x="37121" y="179607"/>
                  </a:cubicBezTo>
                  <a:lnTo>
                    <a:pt x="35606" y="180246"/>
                  </a:lnTo>
                  <a:lnTo>
                    <a:pt x="30827" y="179607"/>
                  </a:lnTo>
                  <a:cubicBezTo>
                    <a:pt x="30827" y="179607"/>
                    <a:pt x="29515" y="179069"/>
                    <a:pt x="28539" y="178194"/>
                  </a:cubicBezTo>
                  <a:cubicBezTo>
                    <a:pt x="27563" y="177320"/>
                    <a:pt x="26150" y="173619"/>
                    <a:pt x="25813" y="173518"/>
                  </a:cubicBezTo>
                  <a:cubicBezTo>
                    <a:pt x="25476" y="173418"/>
                    <a:pt x="25275" y="170794"/>
                    <a:pt x="24938" y="170491"/>
                  </a:cubicBezTo>
                  <a:cubicBezTo>
                    <a:pt x="24601" y="170155"/>
                    <a:pt x="22212" y="168540"/>
                    <a:pt x="22212" y="168540"/>
                  </a:cubicBezTo>
                  <a:cubicBezTo>
                    <a:pt x="22212" y="168540"/>
                    <a:pt x="19385" y="167766"/>
                    <a:pt x="18409" y="168102"/>
                  </a:cubicBezTo>
                  <a:cubicBezTo>
                    <a:pt x="17433" y="168439"/>
                    <a:pt x="16794" y="168102"/>
                    <a:pt x="15481" y="167901"/>
                  </a:cubicBezTo>
                  <a:cubicBezTo>
                    <a:pt x="14168" y="167699"/>
                    <a:pt x="11880" y="166925"/>
                    <a:pt x="11779" y="166589"/>
                  </a:cubicBezTo>
                  <a:cubicBezTo>
                    <a:pt x="11678" y="166252"/>
                    <a:pt x="11106" y="162249"/>
                    <a:pt x="11106" y="162249"/>
                  </a:cubicBezTo>
                  <a:lnTo>
                    <a:pt x="8515" y="161375"/>
                  </a:lnTo>
                  <a:lnTo>
                    <a:pt x="3837" y="160500"/>
                  </a:lnTo>
                  <a:cubicBezTo>
                    <a:pt x="3837" y="160500"/>
                    <a:pt x="3365" y="159423"/>
                    <a:pt x="3365" y="158986"/>
                  </a:cubicBezTo>
                  <a:cubicBezTo>
                    <a:pt x="3365" y="158549"/>
                    <a:pt x="1548" y="156396"/>
                    <a:pt x="1548" y="155959"/>
                  </a:cubicBezTo>
                  <a:cubicBezTo>
                    <a:pt x="1548" y="155521"/>
                    <a:pt x="1548" y="153671"/>
                    <a:pt x="1548" y="153671"/>
                  </a:cubicBezTo>
                  <a:lnTo>
                    <a:pt x="2861" y="152494"/>
                  </a:lnTo>
                  <a:lnTo>
                    <a:pt x="5788" y="152595"/>
                  </a:lnTo>
                  <a:lnTo>
                    <a:pt x="8077" y="153469"/>
                  </a:lnTo>
                  <a:lnTo>
                    <a:pt x="9591" y="153907"/>
                  </a:lnTo>
                  <a:lnTo>
                    <a:pt x="11981" y="154344"/>
                  </a:lnTo>
                  <a:lnTo>
                    <a:pt x="13630" y="153133"/>
                  </a:lnTo>
                  <a:close/>
                </a:path>
              </a:pathLst>
            </a:custGeom>
            <a:grpFill/>
            <a:ln w="6350" cap="flat">
              <a:solidFill>
                <a:schemeClr val="bg1"/>
              </a:solidFill>
              <a:prstDash val="solid"/>
              <a:miter/>
            </a:ln>
          </p:spPr>
          <p:txBody>
            <a:bodyPr rtlCol="0" anchor="ctr"/>
            <a:lstStyle/>
            <a:p>
              <a:endParaRPr lang="en-US"/>
            </a:p>
          </p:txBody>
        </p:sp>
        <p:sp>
          <p:nvSpPr>
            <p:cNvPr id="182" name="Freeform 899">
              <a:extLst>
                <a:ext uri="{FF2B5EF4-FFF2-40B4-BE49-F238E27FC236}">
                  <a16:creationId xmlns:a16="http://schemas.microsoft.com/office/drawing/2014/main" id="{2EE37C09-8C6A-7222-61D9-77A24A73D124}"/>
                </a:ext>
              </a:extLst>
            </p:cNvPr>
            <p:cNvSpPr/>
            <p:nvPr/>
          </p:nvSpPr>
          <p:spPr>
            <a:xfrm>
              <a:off x="8056766" y="2500048"/>
              <a:ext cx="62564" cy="100947"/>
            </a:xfrm>
            <a:custGeom>
              <a:avLst/>
              <a:gdLst>
                <a:gd name="connsiteX0" fmla="*/ 118565 w 120116"/>
                <a:gd name="connsiteY0" fmla="*/ 112087 h 193807"/>
                <a:gd name="connsiteX1" fmla="*/ 120012 w 120116"/>
                <a:gd name="connsiteY1" fmla="*/ 108656 h 193807"/>
                <a:gd name="connsiteX2" fmla="*/ 120012 w 120116"/>
                <a:gd name="connsiteY2" fmla="*/ 104888 h 193807"/>
                <a:gd name="connsiteX3" fmla="*/ 120012 w 120116"/>
                <a:gd name="connsiteY3" fmla="*/ 102399 h 193807"/>
                <a:gd name="connsiteX4" fmla="*/ 118161 w 120116"/>
                <a:gd name="connsiteY4" fmla="*/ 100112 h 193807"/>
                <a:gd name="connsiteX5" fmla="*/ 116209 w 120116"/>
                <a:gd name="connsiteY5" fmla="*/ 98800 h 193807"/>
                <a:gd name="connsiteX6" fmla="*/ 113921 w 120116"/>
                <a:gd name="connsiteY6" fmla="*/ 98800 h 193807"/>
                <a:gd name="connsiteX7" fmla="*/ 113921 w 120116"/>
                <a:gd name="connsiteY7" fmla="*/ 97151 h 193807"/>
                <a:gd name="connsiteX8" fmla="*/ 113921 w 120116"/>
                <a:gd name="connsiteY8" fmla="*/ 95301 h 193807"/>
                <a:gd name="connsiteX9" fmla="*/ 110656 w 120116"/>
                <a:gd name="connsiteY9" fmla="*/ 94527 h 193807"/>
                <a:gd name="connsiteX10" fmla="*/ 108502 w 120116"/>
                <a:gd name="connsiteY10" fmla="*/ 95738 h 193807"/>
                <a:gd name="connsiteX11" fmla="*/ 105675 w 120116"/>
                <a:gd name="connsiteY11" fmla="*/ 96277 h 193807"/>
                <a:gd name="connsiteX12" fmla="*/ 102646 w 120116"/>
                <a:gd name="connsiteY12" fmla="*/ 95301 h 193807"/>
                <a:gd name="connsiteX13" fmla="*/ 102646 w 120116"/>
                <a:gd name="connsiteY13" fmla="*/ 90962 h 193807"/>
                <a:gd name="connsiteX14" fmla="*/ 104598 w 120116"/>
                <a:gd name="connsiteY14" fmla="*/ 89448 h 193807"/>
                <a:gd name="connsiteX15" fmla="*/ 105137 w 120116"/>
                <a:gd name="connsiteY15" fmla="*/ 87396 h 193807"/>
                <a:gd name="connsiteX16" fmla="*/ 106012 w 120116"/>
                <a:gd name="connsiteY16" fmla="*/ 85445 h 193807"/>
                <a:gd name="connsiteX17" fmla="*/ 105103 w 120116"/>
                <a:gd name="connsiteY17" fmla="*/ 83292 h 193807"/>
                <a:gd name="connsiteX18" fmla="*/ 105978 w 120116"/>
                <a:gd name="connsiteY18" fmla="*/ 80971 h 193807"/>
                <a:gd name="connsiteX19" fmla="*/ 106281 w 120116"/>
                <a:gd name="connsiteY19" fmla="*/ 76497 h 193807"/>
                <a:gd name="connsiteX20" fmla="*/ 104093 w 120116"/>
                <a:gd name="connsiteY20" fmla="*/ 73604 h 193807"/>
                <a:gd name="connsiteX21" fmla="*/ 102646 w 120116"/>
                <a:gd name="connsiteY21" fmla="*/ 71417 h 193807"/>
                <a:gd name="connsiteX22" fmla="*/ 95848 w 120116"/>
                <a:gd name="connsiteY22" fmla="*/ 69971 h 193807"/>
                <a:gd name="connsiteX23" fmla="*/ 91776 w 120116"/>
                <a:gd name="connsiteY23" fmla="*/ 70711 h 193807"/>
                <a:gd name="connsiteX24" fmla="*/ 88141 w 120116"/>
                <a:gd name="connsiteY24" fmla="*/ 74478 h 193807"/>
                <a:gd name="connsiteX25" fmla="*/ 85247 w 120116"/>
                <a:gd name="connsiteY25" fmla="*/ 76799 h 193807"/>
                <a:gd name="connsiteX26" fmla="*/ 85247 w 120116"/>
                <a:gd name="connsiteY26" fmla="*/ 78818 h 193807"/>
                <a:gd name="connsiteX27" fmla="*/ 83497 w 120116"/>
                <a:gd name="connsiteY27" fmla="*/ 79120 h 193807"/>
                <a:gd name="connsiteX28" fmla="*/ 81377 w 120116"/>
                <a:gd name="connsiteY28" fmla="*/ 77977 h 193807"/>
                <a:gd name="connsiteX29" fmla="*/ 79997 w 120116"/>
                <a:gd name="connsiteY29" fmla="*/ 75521 h 193807"/>
                <a:gd name="connsiteX30" fmla="*/ 79997 w 120116"/>
                <a:gd name="connsiteY30" fmla="*/ 70172 h 193807"/>
                <a:gd name="connsiteX31" fmla="*/ 80704 w 120116"/>
                <a:gd name="connsiteY31" fmla="*/ 70038 h 193807"/>
                <a:gd name="connsiteX32" fmla="*/ 81276 w 120116"/>
                <a:gd name="connsiteY32" fmla="*/ 66573 h 193807"/>
                <a:gd name="connsiteX33" fmla="*/ 80704 w 120116"/>
                <a:gd name="connsiteY33" fmla="*/ 63814 h 193807"/>
                <a:gd name="connsiteX34" fmla="*/ 75858 w 120116"/>
                <a:gd name="connsiteY34" fmla="*/ 63814 h 193807"/>
                <a:gd name="connsiteX35" fmla="*/ 74780 w 120116"/>
                <a:gd name="connsiteY35" fmla="*/ 60181 h 193807"/>
                <a:gd name="connsiteX36" fmla="*/ 74780 w 120116"/>
                <a:gd name="connsiteY36" fmla="*/ 56279 h 193807"/>
                <a:gd name="connsiteX37" fmla="*/ 71314 w 120116"/>
                <a:gd name="connsiteY37" fmla="*/ 52579 h 193807"/>
                <a:gd name="connsiteX38" fmla="*/ 71314 w 120116"/>
                <a:gd name="connsiteY38" fmla="*/ 51065 h 193807"/>
                <a:gd name="connsiteX39" fmla="*/ 71314 w 120116"/>
                <a:gd name="connsiteY39" fmla="*/ 45851 h 193807"/>
                <a:gd name="connsiteX40" fmla="*/ 69127 w 120116"/>
                <a:gd name="connsiteY40" fmla="*/ 44102 h 193807"/>
                <a:gd name="connsiteX41" fmla="*/ 67174 w 120116"/>
                <a:gd name="connsiteY41" fmla="*/ 41713 h 193807"/>
                <a:gd name="connsiteX42" fmla="*/ 67174 w 120116"/>
                <a:gd name="connsiteY42" fmla="*/ 39964 h 193807"/>
                <a:gd name="connsiteX43" fmla="*/ 67545 w 120116"/>
                <a:gd name="connsiteY43" fmla="*/ 36701 h 193807"/>
                <a:gd name="connsiteX44" fmla="*/ 67814 w 120116"/>
                <a:gd name="connsiteY44" fmla="*/ 35019 h 193807"/>
                <a:gd name="connsiteX45" fmla="*/ 67814 w 120116"/>
                <a:gd name="connsiteY45" fmla="*/ 33640 h 193807"/>
                <a:gd name="connsiteX46" fmla="*/ 67747 w 120116"/>
                <a:gd name="connsiteY46" fmla="*/ 32496 h 193807"/>
                <a:gd name="connsiteX47" fmla="*/ 68689 w 120116"/>
                <a:gd name="connsiteY47" fmla="*/ 31722 h 193807"/>
                <a:gd name="connsiteX48" fmla="*/ 69934 w 120116"/>
                <a:gd name="connsiteY48" fmla="*/ 31016 h 193807"/>
                <a:gd name="connsiteX49" fmla="*/ 70439 w 120116"/>
                <a:gd name="connsiteY49" fmla="*/ 31016 h 193807"/>
                <a:gd name="connsiteX50" fmla="*/ 71751 w 120116"/>
                <a:gd name="connsiteY50" fmla="*/ 31756 h 193807"/>
                <a:gd name="connsiteX51" fmla="*/ 73569 w 120116"/>
                <a:gd name="connsiteY51" fmla="*/ 33068 h 193807"/>
                <a:gd name="connsiteX52" fmla="*/ 74444 w 120116"/>
                <a:gd name="connsiteY52" fmla="*/ 33707 h 193807"/>
                <a:gd name="connsiteX53" fmla="*/ 76194 w 120116"/>
                <a:gd name="connsiteY53" fmla="*/ 34212 h 193807"/>
                <a:gd name="connsiteX54" fmla="*/ 78078 w 120116"/>
                <a:gd name="connsiteY54" fmla="*/ 34952 h 193807"/>
                <a:gd name="connsiteX55" fmla="*/ 80771 w 120116"/>
                <a:gd name="connsiteY55" fmla="*/ 34817 h 193807"/>
                <a:gd name="connsiteX56" fmla="*/ 81848 w 120116"/>
                <a:gd name="connsiteY56" fmla="*/ 33808 h 193807"/>
                <a:gd name="connsiteX57" fmla="*/ 82420 w 120116"/>
                <a:gd name="connsiteY57" fmla="*/ 32664 h 193807"/>
                <a:gd name="connsiteX58" fmla="*/ 84304 w 120116"/>
                <a:gd name="connsiteY58" fmla="*/ 32799 h 193807"/>
                <a:gd name="connsiteX59" fmla="*/ 86122 w 120116"/>
                <a:gd name="connsiteY59" fmla="*/ 32799 h 193807"/>
                <a:gd name="connsiteX60" fmla="*/ 87502 w 120116"/>
                <a:gd name="connsiteY60" fmla="*/ 33371 h 193807"/>
                <a:gd name="connsiteX61" fmla="*/ 87872 w 120116"/>
                <a:gd name="connsiteY61" fmla="*/ 34750 h 193807"/>
                <a:gd name="connsiteX62" fmla="*/ 90060 w 120116"/>
                <a:gd name="connsiteY62" fmla="*/ 34952 h 193807"/>
                <a:gd name="connsiteX63" fmla="*/ 91136 w 120116"/>
                <a:gd name="connsiteY63" fmla="*/ 34245 h 193807"/>
                <a:gd name="connsiteX64" fmla="*/ 91810 w 120116"/>
                <a:gd name="connsiteY64" fmla="*/ 33539 h 193807"/>
                <a:gd name="connsiteX65" fmla="*/ 92584 w 120116"/>
                <a:gd name="connsiteY65" fmla="*/ 31890 h 193807"/>
                <a:gd name="connsiteX66" fmla="*/ 91944 w 120116"/>
                <a:gd name="connsiteY66" fmla="*/ 29670 h 193807"/>
                <a:gd name="connsiteX67" fmla="*/ 90194 w 120116"/>
                <a:gd name="connsiteY67" fmla="*/ 28594 h 193807"/>
                <a:gd name="connsiteX68" fmla="*/ 88612 w 120116"/>
                <a:gd name="connsiteY68" fmla="*/ 27719 h 193807"/>
                <a:gd name="connsiteX69" fmla="*/ 87906 w 120116"/>
                <a:gd name="connsiteY69" fmla="*/ 26407 h 193807"/>
                <a:gd name="connsiteX70" fmla="*/ 88545 w 120116"/>
                <a:gd name="connsiteY70" fmla="*/ 25062 h 193807"/>
                <a:gd name="connsiteX71" fmla="*/ 89622 w 120116"/>
                <a:gd name="connsiteY71" fmla="*/ 23884 h 193807"/>
                <a:gd name="connsiteX72" fmla="*/ 88848 w 120116"/>
                <a:gd name="connsiteY72" fmla="*/ 22808 h 193807"/>
                <a:gd name="connsiteX73" fmla="*/ 85684 w 120116"/>
                <a:gd name="connsiteY73" fmla="*/ 22370 h 193807"/>
                <a:gd name="connsiteX74" fmla="*/ 84372 w 120116"/>
                <a:gd name="connsiteY74" fmla="*/ 22370 h 193807"/>
                <a:gd name="connsiteX75" fmla="*/ 81511 w 120116"/>
                <a:gd name="connsiteY75" fmla="*/ 20688 h 193807"/>
                <a:gd name="connsiteX76" fmla="*/ 82218 w 120116"/>
                <a:gd name="connsiteY76" fmla="*/ 19040 h 193807"/>
                <a:gd name="connsiteX77" fmla="*/ 84843 w 120116"/>
                <a:gd name="connsiteY77" fmla="*/ 17257 h 193807"/>
                <a:gd name="connsiteX78" fmla="*/ 87939 w 120116"/>
                <a:gd name="connsiteY78" fmla="*/ 16887 h 193807"/>
                <a:gd name="connsiteX79" fmla="*/ 88478 w 120116"/>
                <a:gd name="connsiteY79" fmla="*/ 11942 h 193807"/>
                <a:gd name="connsiteX80" fmla="*/ 87872 w 120116"/>
                <a:gd name="connsiteY80" fmla="*/ 9890 h 193807"/>
                <a:gd name="connsiteX81" fmla="*/ 85920 w 120116"/>
                <a:gd name="connsiteY81" fmla="*/ 8208 h 193807"/>
                <a:gd name="connsiteX82" fmla="*/ 81242 w 120116"/>
                <a:gd name="connsiteY82" fmla="*/ 8208 h 193807"/>
                <a:gd name="connsiteX83" fmla="*/ 78348 w 120116"/>
                <a:gd name="connsiteY83" fmla="*/ 11471 h 193807"/>
                <a:gd name="connsiteX84" fmla="*/ 76598 w 120116"/>
                <a:gd name="connsiteY84" fmla="*/ 12009 h 193807"/>
                <a:gd name="connsiteX85" fmla="*/ 73535 w 120116"/>
                <a:gd name="connsiteY85" fmla="*/ 9688 h 193807"/>
                <a:gd name="connsiteX86" fmla="*/ 71785 w 120116"/>
                <a:gd name="connsiteY86" fmla="*/ 5281 h 193807"/>
                <a:gd name="connsiteX87" fmla="*/ 69227 w 120116"/>
                <a:gd name="connsiteY87" fmla="*/ 3936 h 193807"/>
                <a:gd name="connsiteX88" fmla="*/ 67814 w 120116"/>
                <a:gd name="connsiteY88" fmla="*/ 2624 h 193807"/>
                <a:gd name="connsiteX89" fmla="*/ 60646 w 120116"/>
                <a:gd name="connsiteY89" fmla="*/ 0 h 193807"/>
                <a:gd name="connsiteX90" fmla="*/ 56742 w 120116"/>
                <a:gd name="connsiteY90" fmla="*/ 3162 h 193807"/>
                <a:gd name="connsiteX91" fmla="*/ 52165 w 120116"/>
                <a:gd name="connsiteY91" fmla="*/ 5450 h 193807"/>
                <a:gd name="connsiteX92" fmla="*/ 52165 w 120116"/>
                <a:gd name="connsiteY92" fmla="*/ 9486 h 193807"/>
                <a:gd name="connsiteX93" fmla="*/ 49539 w 120116"/>
                <a:gd name="connsiteY93" fmla="*/ 13086 h 193807"/>
                <a:gd name="connsiteX94" fmla="*/ 46948 w 120116"/>
                <a:gd name="connsiteY94" fmla="*/ 15811 h 193807"/>
                <a:gd name="connsiteX95" fmla="*/ 45299 w 120116"/>
                <a:gd name="connsiteY95" fmla="*/ 17997 h 193807"/>
                <a:gd name="connsiteX96" fmla="*/ 42910 w 120116"/>
                <a:gd name="connsiteY96" fmla="*/ 18973 h 193807"/>
                <a:gd name="connsiteX97" fmla="*/ 42203 w 120116"/>
                <a:gd name="connsiteY97" fmla="*/ 20049 h 193807"/>
                <a:gd name="connsiteX98" fmla="*/ 41698 w 120116"/>
                <a:gd name="connsiteY98" fmla="*/ 22101 h 193807"/>
                <a:gd name="connsiteX99" fmla="*/ 41698 w 120116"/>
                <a:gd name="connsiteY99" fmla="*/ 23279 h 193807"/>
                <a:gd name="connsiteX100" fmla="*/ 40621 w 120116"/>
                <a:gd name="connsiteY100" fmla="*/ 26542 h 193807"/>
                <a:gd name="connsiteX101" fmla="*/ 39107 w 120116"/>
                <a:gd name="connsiteY101" fmla="*/ 27181 h 193807"/>
                <a:gd name="connsiteX102" fmla="*/ 35068 w 120116"/>
                <a:gd name="connsiteY102" fmla="*/ 27282 h 193807"/>
                <a:gd name="connsiteX103" fmla="*/ 33655 w 120116"/>
                <a:gd name="connsiteY103" fmla="*/ 29132 h 193807"/>
                <a:gd name="connsiteX104" fmla="*/ 32780 w 120116"/>
                <a:gd name="connsiteY104" fmla="*/ 33808 h 193807"/>
                <a:gd name="connsiteX105" fmla="*/ 32140 w 120116"/>
                <a:gd name="connsiteY105" fmla="*/ 37710 h 193807"/>
                <a:gd name="connsiteX106" fmla="*/ 33991 w 120116"/>
                <a:gd name="connsiteY106" fmla="*/ 43799 h 193807"/>
                <a:gd name="connsiteX107" fmla="*/ 34967 w 120116"/>
                <a:gd name="connsiteY107" fmla="*/ 47062 h 193807"/>
                <a:gd name="connsiteX108" fmla="*/ 38770 w 120116"/>
                <a:gd name="connsiteY108" fmla="*/ 47936 h 193807"/>
                <a:gd name="connsiteX109" fmla="*/ 40722 w 120116"/>
                <a:gd name="connsiteY109" fmla="*/ 48710 h 193807"/>
                <a:gd name="connsiteX110" fmla="*/ 42573 w 120116"/>
                <a:gd name="connsiteY110" fmla="*/ 51334 h 193807"/>
                <a:gd name="connsiteX111" fmla="*/ 42674 w 120116"/>
                <a:gd name="connsiteY111" fmla="*/ 53487 h 193807"/>
                <a:gd name="connsiteX112" fmla="*/ 40722 w 120116"/>
                <a:gd name="connsiteY112" fmla="*/ 54900 h 193807"/>
                <a:gd name="connsiteX113" fmla="*/ 37659 w 120116"/>
                <a:gd name="connsiteY113" fmla="*/ 55236 h 193807"/>
                <a:gd name="connsiteX114" fmla="*/ 35606 w 120116"/>
                <a:gd name="connsiteY114" fmla="*/ 56178 h 193807"/>
                <a:gd name="connsiteX115" fmla="*/ 33318 w 120116"/>
                <a:gd name="connsiteY115" fmla="*/ 59038 h 193807"/>
                <a:gd name="connsiteX116" fmla="*/ 31265 w 120116"/>
                <a:gd name="connsiteY116" fmla="*/ 61863 h 193807"/>
                <a:gd name="connsiteX117" fmla="*/ 34731 w 120116"/>
                <a:gd name="connsiteY117" fmla="*/ 63613 h 193807"/>
                <a:gd name="connsiteX118" fmla="*/ 37996 w 120116"/>
                <a:gd name="connsiteY118" fmla="*/ 64050 h 193807"/>
                <a:gd name="connsiteX119" fmla="*/ 39409 w 120116"/>
                <a:gd name="connsiteY119" fmla="*/ 65463 h 193807"/>
                <a:gd name="connsiteX120" fmla="*/ 40284 w 120116"/>
                <a:gd name="connsiteY120" fmla="*/ 69163 h 193807"/>
                <a:gd name="connsiteX121" fmla="*/ 39308 w 120116"/>
                <a:gd name="connsiteY121" fmla="*/ 73402 h 193807"/>
                <a:gd name="connsiteX122" fmla="*/ 38434 w 120116"/>
                <a:gd name="connsiteY122" fmla="*/ 76328 h 193807"/>
                <a:gd name="connsiteX123" fmla="*/ 35505 w 120116"/>
                <a:gd name="connsiteY123" fmla="*/ 77539 h 193807"/>
                <a:gd name="connsiteX124" fmla="*/ 32477 w 120116"/>
                <a:gd name="connsiteY124" fmla="*/ 76127 h 193807"/>
                <a:gd name="connsiteX125" fmla="*/ 29111 w 120116"/>
                <a:gd name="connsiteY125" fmla="*/ 73536 h 193807"/>
                <a:gd name="connsiteX126" fmla="*/ 25510 w 120116"/>
                <a:gd name="connsiteY126" fmla="*/ 73738 h 193807"/>
                <a:gd name="connsiteX127" fmla="*/ 21371 w 120116"/>
                <a:gd name="connsiteY127" fmla="*/ 72325 h 193807"/>
                <a:gd name="connsiteX128" fmla="*/ 20294 w 120116"/>
                <a:gd name="connsiteY128" fmla="*/ 70912 h 193807"/>
                <a:gd name="connsiteX129" fmla="*/ 20832 w 120116"/>
                <a:gd name="connsiteY129" fmla="*/ 68860 h 193807"/>
                <a:gd name="connsiteX130" fmla="*/ 22010 w 120116"/>
                <a:gd name="connsiteY130" fmla="*/ 67111 h 193807"/>
                <a:gd name="connsiteX131" fmla="*/ 22683 w 120116"/>
                <a:gd name="connsiteY131" fmla="*/ 64487 h 193807"/>
                <a:gd name="connsiteX132" fmla="*/ 22952 w 120116"/>
                <a:gd name="connsiteY132" fmla="*/ 62301 h 193807"/>
                <a:gd name="connsiteX133" fmla="*/ 22649 w 120116"/>
                <a:gd name="connsiteY133" fmla="*/ 60921 h 193807"/>
                <a:gd name="connsiteX134" fmla="*/ 21169 w 120116"/>
                <a:gd name="connsiteY134" fmla="*/ 59879 h 193807"/>
                <a:gd name="connsiteX135" fmla="*/ 19890 w 120116"/>
                <a:gd name="connsiteY135" fmla="*/ 58937 h 193807"/>
                <a:gd name="connsiteX136" fmla="*/ 18241 w 120116"/>
                <a:gd name="connsiteY136" fmla="*/ 58937 h 193807"/>
                <a:gd name="connsiteX137" fmla="*/ 16760 w 120116"/>
                <a:gd name="connsiteY137" fmla="*/ 59374 h 193807"/>
                <a:gd name="connsiteX138" fmla="*/ 15851 w 120116"/>
                <a:gd name="connsiteY138" fmla="*/ 59879 h 193807"/>
                <a:gd name="connsiteX139" fmla="*/ 15851 w 120116"/>
                <a:gd name="connsiteY139" fmla="*/ 61157 h 193807"/>
                <a:gd name="connsiteX140" fmla="*/ 16020 w 120116"/>
                <a:gd name="connsiteY140" fmla="*/ 62435 h 193807"/>
                <a:gd name="connsiteX141" fmla="*/ 15986 w 120116"/>
                <a:gd name="connsiteY141" fmla="*/ 63545 h 193807"/>
                <a:gd name="connsiteX142" fmla="*/ 15817 w 120116"/>
                <a:gd name="connsiteY142" fmla="*/ 65160 h 193807"/>
                <a:gd name="connsiteX143" fmla="*/ 15817 w 120116"/>
                <a:gd name="connsiteY143" fmla="*/ 66943 h 193807"/>
                <a:gd name="connsiteX144" fmla="*/ 15111 w 120116"/>
                <a:gd name="connsiteY144" fmla="*/ 69130 h 193807"/>
                <a:gd name="connsiteX145" fmla="*/ 14067 w 120116"/>
                <a:gd name="connsiteY145" fmla="*/ 70744 h 193807"/>
                <a:gd name="connsiteX146" fmla="*/ 12486 w 120116"/>
                <a:gd name="connsiteY146" fmla="*/ 73099 h 193807"/>
                <a:gd name="connsiteX147" fmla="*/ 10534 w 120116"/>
                <a:gd name="connsiteY147" fmla="*/ 74344 h 193807"/>
                <a:gd name="connsiteX148" fmla="*/ 8649 w 120116"/>
                <a:gd name="connsiteY148" fmla="*/ 77539 h 193807"/>
                <a:gd name="connsiteX149" fmla="*/ 7438 w 120116"/>
                <a:gd name="connsiteY149" fmla="*/ 79726 h 193807"/>
                <a:gd name="connsiteX150" fmla="*/ 6933 w 120116"/>
                <a:gd name="connsiteY150" fmla="*/ 83191 h 193807"/>
                <a:gd name="connsiteX151" fmla="*/ 6933 w 120116"/>
                <a:gd name="connsiteY151" fmla="*/ 85848 h 193807"/>
                <a:gd name="connsiteX152" fmla="*/ 6933 w 120116"/>
                <a:gd name="connsiteY152" fmla="*/ 88136 h 193807"/>
                <a:gd name="connsiteX153" fmla="*/ 8077 w 120116"/>
                <a:gd name="connsiteY153" fmla="*/ 90322 h 193807"/>
                <a:gd name="connsiteX154" fmla="*/ 10096 w 120116"/>
                <a:gd name="connsiteY154" fmla="*/ 93249 h 193807"/>
                <a:gd name="connsiteX155" fmla="*/ 10635 w 120116"/>
                <a:gd name="connsiteY155" fmla="*/ 97925 h 193807"/>
                <a:gd name="connsiteX156" fmla="*/ 6798 w 120116"/>
                <a:gd name="connsiteY156" fmla="*/ 101524 h 193807"/>
                <a:gd name="connsiteX157" fmla="*/ 4543 w 120116"/>
                <a:gd name="connsiteY157" fmla="*/ 103913 h 193807"/>
                <a:gd name="connsiteX158" fmla="*/ 4543 w 120116"/>
                <a:gd name="connsiteY158" fmla="*/ 107378 h 193807"/>
                <a:gd name="connsiteX159" fmla="*/ 10197 w 120116"/>
                <a:gd name="connsiteY159" fmla="*/ 111078 h 193807"/>
                <a:gd name="connsiteX160" fmla="*/ 12385 w 120116"/>
                <a:gd name="connsiteY160" fmla="*/ 114240 h 193807"/>
                <a:gd name="connsiteX161" fmla="*/ 11207 w 120116"/>
                <a:gd name="connsiteY161" fmla="*/ 117705 h 193807"/>
                <a:gd name="connsiteX162" fmla="*/ 9457 w 120116"/>
                <a:gd name="connsiteY162" fmla="*/ 120766 h 193807"/>
                <a:gd name="connsiteX163" fmla="*/ 9894 w 120116"/>
                <a:gd name="connsiteY163" fmla="*/ 124769 h 193807"/>
                <a:gd name="connsiteX164" fmla="*/ 13697 w 120116"/>
                <a:gd name="connsiteY164" fmla="*/ 128470 h 193807"/>
                <a:gd name="connsiteX165" fmla="*/ 19789 w 120116"/>
                <a:gd name="connsiteY165" fmla="*/ 131497 h 193807"/>
                <a:gd name="connsiteX166" fmla="*/ 22717 w 120116"/>
                <a:gd name="connsiteY166" fmla="*/ 132675 h 193807"/>
                <a:gd name="connsiteX167" fmla="*/ 23491 w 120116"/>
                <a:gd name="connsiteY167" fmla="*/ 134962 h 193807"/>
                <a:gd name="connsiteX168" fmla="*/ 20866 w 120116"/>
                <a:gd name="connsiteY168" fmla="*/ 137687 h 193807"/>
                <a:gd name="connsiteX169" fmla="*/ 17938 w 120116"/>
                <a:gd name="connsiteY169" fmla="*/ 139874 h 193807"/>
                <a:gd name="connsiteX170" fmla="*/ 14337 w 120116"/>
                <a:gd name="connsiteY170" fmla="*/ 142060 h 193807"/>
                <a:gd name="connsiteX171" fmla="*/ 11207 w 120116"/>
                <a:gd name="connsiteY171" fmla="*/ 144348 h 193807"/>
                <a:gd name="connsiteX172" fmla="*/ 6630 w 120116"/>
                <a:gd name="connsiteY172" fmla="*/ 145760 h 193807"/>
                <a:gd name="connsiteX173" fmla="*/ 1582 w 120116"/>
                <a:gd name="connsiteY173" fmla="*/ 149360 h 193807"/>
                <a:gd name="connsiteX174" fmla="*/ 0 w 120116"/>
                <a:gd name="connsiteY174" fmla="*/ 151311 h 193807"/>
                <a:gd name="connsiteX175" fmla="*/ 0 w 120116"/>
                <a:gd name="connsiteY175" fmla="*/ 157164 h 193807"/>
                <a:gd name="connsiteX176" fmla="*/ 774 w 120116"/>
                <a:gd name="connsiteY176" fmla="*/ 161168 h 193807"/>
                <a:gd name="connsiteX177" fmla="*/ 1414 w 120116"/>
                <a:gd name="connsiteY177" fmla="*/ 166920 h 193807"/>
                <a:gd name="connsiteX178" fmla="*/ 3500 w 120116"/>
                <a:gd name="connsiteY178" fmla="*/ 170721 h 193807"/>
                <a:gd name="connsiteX179" fmla="*/ 6966 w 120116"/>
                <a:gd name="connsiteY179" fmla="*/ 173984 h 193807"/>
                <a:gd name="connsiteX180" fmla="*/ 9693 w 120116"/>
                <a:gd name="connsiteY180" fmla="*/ 175935 h 193807"/>
                <a:gd name="connsiteX181" fmla="*/ 15683 w 120116"/>
                <a:gd name="connsiteY181" fmla="*/ 180813 h 193807"/>
                <a:gd name="connsiteX182" fmla="*/ 18510 w 120116"/>
                <a:gd name="connsiteY182" fmla="*/ 182327 h 193807"/>
                <a:gd name="connsiteX183" fmla="*/ 21774 w 120116"/>
                <a:gd name="connsiteY183" fmla="*/ 182327 h 193807"/>
                <a:gd name="connsiteX184" fmla="*/ 26991 w 120116"/>
                <a:gd name="connsiteY184" fmla="*/ 182327 h 193807"/>
                <a:gd name="connsiteX185" fmla="*/ 30121 w 120116"/>
                <a:gd name="connsiteY185" fmla="*/ 181553 h 193807"/>
                <a:gd name="connsiteX186" fmla="*/ 31837 w 120116"/>
                <a:gd name="connsiteY186" fmla="*/ 180578 h 193807"/>
                <a:gd name="connsiteX187" fmla="*/ 33150 w 120116"/>
                <a:gd name="connsiteY187" fmla="*/ 179938 h 193807"/>
                <a:gd name="connsiteX188" fmla="*/ 33890 w 120116"/>
                <a:gd name="connsiteY188" fmla="*/ 179837 h 193807"/>
                <a:gd name="connsiteX189" fmla="*/ 36179 w 120116"/>
                <a:gd name="connsiteY189" fmla="*/ 181721 h 193807"/>
                <a:gd name="connsiteX190" fmla="*/ 36616 w 120116"/>
                <a:gd name="connsiteY190" fmla="*/ 183134 h 193807"/>
                <a:gd name="connsiteX191" fmla="*/ 36616 w 120116"/>
                <a:gd name="connsiteY191" fmla="*/ 184951 h 193807"/>
                <a:gd name="connsiteX192" fmla="*/ 36616 w 120116"/>
                <a:gd name="connsiteY192" fmla="*/ 186633 h 193807"/>
                <a:gd name="connsiteX193" fmla="*/ 36616 w 120116"/>
                <a:gd name="connsiteY193" fmla="*/ 186700 h 193807"/>
                <a:gd name="connsiteX194" fmla="*/ 35910 w 120116"/>
                <a:gd name="connsiteY194" fmla="*/ 188584 h 193807"/>
                <a:gd name="connsiteX195" fmla="*/ 36751 w 120116"/>
                <a:gd name="connsiteY195" fmla="*/ 189593 h 193807"/>
                <a:gd name="connsiteX196" fmla="*/ 37861 w 120116"/>
                <a:gd name="connsiteY196" fmla="*/ 190098 h 193807"/>
                <a:gd name="connsiteX197" fmla="*/ 41025 w 120116"/>
                <a:gd name="connsiteY197" fmla="*/ 191443 h 193807"/>
                <a:gd name="connsiteX198" fmla="*/ 42506 w 120116"/>
                <a:gd name="connsiteY198" fmla="*/ 190501 h 193807"/>
                <a:gd name="connsiteX199" fmla="*/ 46746 w 120116"/>
                <a:gd name="connsiteY199" fmla="*/ 189189 h 193807"/>
                <a:gd name="connsiteX200" fmla="*/ 47386 w 120116"/>
                <a:gd name="connsiteY200" fmla="*/ 188113 h 193807"/>
                <a:gd name="connsiteX201" fmla="*/ 48597 w 120116"/>
                <a:gd name="connsiteY201" fmla="*/ 186364 h 193807"/>
                <a:gd name="connsiteX202" fmla="*/ 50886 w 120116"/>
                <a:gd name="connsiteY202" fmla="*/ 186162 h 193807"/>
                <a:gd name="connsiteX203" fmla="*/ 52939 w 120116"/>
                <a:gd name="connsiteY203" fmla="*/ 187676 h 193807"/>
                <a:gd name="connsiteX204" fmla="*/ 53275 w 120116"/>
                <a:gd name="connsiteY204" fmla="*/ 189728 h 193807"/>
                <a:gd name="connsiteX205" fmla="*/ 51424 w 120116"/>
                <a:gd name="connsiteY205" fmla="*/ 191443 h 193807"/>
                <a:gd name="connsiteX206" fmla="*/ 49708 w 120116"/>
                <a:gd name="connsiteY206" fmla="*/ 192352 h 193807"/>
                <a:gd name="connsiteX207" fmla="*/ 49809 w 120116"/>
                <a:gd name="connsiteY207" fmla="*/ 193125 h 193807"/>
                <a:gd name="connsiteX208" fmla="*/ 51896 w 120116"/>
                <a:gd name="connsiteY208" fmla="*/ 193764 h 193807"/>
                <a:gd name="connsiteX209" fmla="*/ 55496 w 120116"/>
                <a:gd name="connsiteY209" fmla="*/ 193764 h 193807"/>
                <a:gd name="connsiteX210" fmla="*/ 57886 w 120116"/>
                <a:gd name="connsiteY210" fmla="*/ 193798 h 193807"/>
                <a:gd name="connsiteX211" fmla="*/ 60208 w 120116"/>
                <a:gd name="connsiteY211" fmla="*/ 192991 h 193807"/>
                <a:gd name="connsiteX212" fmla="*/ 61790 w 120116"/>
                <a:gd name="connsiteY212" fmla="*/ 190905 h 193807"/>
                <a:gd name="connsiteX213" fmla="*/ 63001 w 120116"/>
                <a:gd name="connsiteY213" fmla="*/ 190367 h 193807"/>
                <a:gd name="connsiteX214" fmla="*/ 67040 w 120116"/>
                <a:gd name="connsiteY214" fmla="*/ 192318 h 193807"/>
                <a:gd name="connsiteX215" fmla="*/ 68655 w 120116"/>
                <a:gd name="connsiteY215" fmla="*/ 191679 h 193807"/>
                <a:gd name="connsiteX216" fmla="*/ 71819 w 120116"/>
                <a:gd name="connsiteY216" fmla="*/ 189929 h 193807"/>
                <a:gd name="connsiteX217" fmla="*/ 75958 w 120116"/>
                <a:gd name="connsiteY217" fmla="*/ 188315 h 193807"/>
                <a:gd name="connsiteX218" fmla="*/ 77708 w 120116"/>
                <a:gd name="connsiteY218" fmla="*/ 187978 h 193807"/>
                <a:gd name="connsiteX219" fmla="*/ 80872 w 120116"/>
                <a:gd name="connsiteY219" fmla="*/ 185590 h 193807"/>
                <a:gd name="connsiteX220" fmla="*/ 82117 w 120116"/>
                <a:gd name="connsiteY220" fmla="*/ 182562 h 193807"/>
                <a:gd name="connsiteX221" fmla="*/ 81949 w 120116"/>
                <a:gd name="connsiteY221" fmla="*/ 179400 h 193807"/>
                <a:gd name="connsiteX222" fmla="*/ 81949 w 120116"/>
                <a:gd name="connsiteY222" fmla="*/ 177987 h 193807"/>
                <a:gd name="connsiteX223" fmla="*/ 82723 w 120116"/>
                <a:gd name="connsiteY223" fmla="*/ 175162 h 193807"/>
                <a:gd name="connsiteX224" fmla="*/ 83699 w 120116"/>
                <a:gd name="connsiteY224" fmla="*/ 173412 h 193807"/>
                <a:gd name="connsiteX225" fmla="*/ 83699 w 120116"/>
                <a:gd name="connsiteY225" fmla="*/ 171024 h 193807"/>
                <a:gd name="connsiteX226" fmla="*/ 83261 w 120116"/>
                <a:gd name="connsiteY226" fmla="*/ 168736 h 193807"/>
                <a:gd name="connsiteX227" fmla="*/ 83059 w 120116"/>
                <a:gd name="connsiteY227" fmla="*/ 165372 h 193807"/>
                <a:gd name="connsiteX228" fmla="*/ 82824 w 120116"/>
                <a:gd name="connsiteY228" fmla="*/ 163085 h 193807"/>
                <a:gd name="connsiteX229" fmla="*/ 82824 w 120116"/>
                <a:gd name="connsiteY229" fmla="*/ 161571 h 193807"/>
                <a:gd name="connsiteX230" fmla="*/ 83261 w 120116"/>
                <a:gd name="connsiteY230" fmla="*/ 160360 h 193807"/>
                <a:gd name="connsiteX231" fmla="*/ 84136 w 120116"/>
                <a:gd name="connsiteY231" fmla="*/ 158611 h 193807"/>
                <a:gd name="connsiteX232" fmla="*/ 84776 w 120116"/>
                <a:gd name="connsiteY232" fmla="*/ 156761 h 193807"/>
                <a:gd name="connsiteX233" fmla="*/ 84877 w 120116"/>
                <a:gd name="connsiteY233" fmla="*/ 155247 h 193807"/>
                <a:gd name="connsiteX234" fmla="*/ 85651 w 120116"/>
                <a:gd name="connsiteY234" fmla="*/ 154372 h 193807"/>
                <a:gd name="connsiteX235" fmla="*/ 86526 w 120116"/>
                <a:gd name="connsiteY235" fmla="*/ 153733 h 193807"/>
                <a:gd name="connsiteX236" fmla="*/ 87838 w 120116"/>
                <a:gd name="connsiteY236" fmla="*/ 152859 h 193807"/>
                <a:gd name="connsiteX237" fmla="*/ 88916 w 120116"/>
                <a:gd name="connsiteY237" fmla="*/ 151984 h 193807"/>
                <a:gd name="connsiteX238" fmla="*/ 89891 w 120116"/>
                <a:gd name="connsiteY238" fmla="*/ 150672 h 193807"/>
                <a:gd name="connsiteX239" fmla="*/ 90665 w 120116"/>
                <a:gd name="connsiteY239" fmla="*/ 150033 h 193807"/>
                <a:gd name="connsiteX240" fmla="*/ 91877 w 120116"/>
                <a:gd name="connsiteY240" fmla="*/ 148620 h 193807"/>
                <a:gd name="connsiteX241" fmla="*/ 93627 w 120116"/>
                <a:gd name="connsiteY241" fmla="*/ 147207 h 193807"/>
                <a:gd name="connsiteX242" fmla="*/ 94165 w 120116"/>
                <a:gd name="connsiteY242" fmla="*/ 146770 h 193807"/>
                <a:gd name="connsiteX243" fmla="*/ 94939 w 120116"/>
                <a:gd name="connsiteY243" fmla="*/ 145996 h 193807"/>
                <a:gd name="connsiteX244" fmla="*/ 95713 w 120116"/>
                <a:gd name="connsiteY244" fmla="*/ 145660 h 193807"/>
                <a:gd name="connsiteX245" fmla="*/ 96151 w 120116"/>
                <a:gd name="connsiteY245" fmla="*/ 143877 h 193807"/>
                <a:gd name="connsiteX246" fmla="*/ 95916 w 120116"/>
                <a:gd name="connsiteY246" fmla="*/ 142363 h 193807"/>
                <a:gd name="connsiteX247" fmla="*/ 95916 w 120116"/>
                <a:gd name="connsiteY247" fmla="*/ 139705 h 193807"/>
                <a:gd name="connsiteX248" fmla="*/ 96420 w 120116"/>
                <a:gd name="connsiteY248" fmla="*/ 138259 h 193807"/>
                <a:gd name="connsiteX249" fmla="*/ 95512 w 120116"/>
                <a:gd name="connsiteY249" fmla="*/ 136577 h 193807"/>
                <a:gd name="connsiteX250" fmla="*/ 94165 w 120116"/>
                <a:gd name="connsiteY250" fmla="*/ 135568 h 193807"/>
                <a:gd name="connsiteX251" fmla="*/ 94165 w 120116"/>
                <a:gd name="connsiteY251" fmla="*/ 134491 h 193807"/>
                <a:gd name="connsiteX252" fmla="*/ 94165 w 120116"/>
                <a:gd name="connsiteY252" fmla="*/ 131531 h 193807"/>
                <a:gd name="connsiteX253" fmla="*/ 94165 w 120116"/>
                <a:gd name="connsiteY253" fmla="*/ 129277 h 193807"/>
                <a:gd name="connsiteX254" fmla="*/ 94165 w 120116"/>
                <a:gd name="connsiteY254" fmla="*/ 125812 h 193807"/>
                <a:gd name="connsiteX255" fmla="*/ 94939 w 120116"/>
                <a:gd name="connsiteY255" fmla="*/ 124938 h 193807"/>
                <a:gd name="connsiteX256" fmla="*/ 95882 w 120116"/>
                <a:gd name="connsiteY256" fmla="*/ 124366 h 193807"/>
                <a:gd name="connsiteX257" fmla="*/ 99079 w 120116"/>
                <a:gd name="connsiteY257" fmla="*/ 122919 h 193807"/>
                <a:gd name="connsiteX258" fmla="*/ 100223 w 120116"/>
                <a:gd name="connsiteY258" fmla="*/ 122112 h 193807"/>
                <a:gd name="connsiteX259" fmla="*/ 103353 w 120116"/>
                <a:gd name="connsiteY259" fmla="*/ 121372 h 193807"/>
                <a:gd name="connsiteX260" fmla="*/ 106382 w 120116"/>
                <a:gd name="connsiteY260" fmla="*/ 119623 h 193807"/>
                <a:gd name="connsiteX261" fmla="*/ 107964 w 120116"/>
                <a:gd name="connsiteY261" fmla="*/ 120194 h 193807"/>
                <a:gd name="connsiteX262" fmla="*/ 110151 w 120116"/>
                <a:gd name="connsiteY262" fmla="*/ 117066 h 193807"/>
                <a:gd name="connsiteX263" fmla="*/ 111599 w 120116"/>
                <a:gd name="connsiteY263" fmla="*/ 114879 h 193807"/>
                <a:gd name="connsiteX264" fmla="*/ 116007 w 120116"/>
                <a:gd name="connsiteY264" fmla="*/ 114308 h 193807"/>
                <a:gd name="connsiteX265" fmla="*/ 118026 w 120116"/>
                <a:gd name="connsiteY265" fmla="*/ 113063 h 193807"/>
                <a:gd name="connsiteX266" fmla="*/ 118565 w 120116"/>
                <a:gd name="connsiteY266" fmla="*/ 112087 h 19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20116" h="193807">
                  <a:moveTo>
                    <a:pt x="118565" y="112087"/>
                  </a:moveTo>
                  <a:lnTo>
                    <a:pt x="120012" y="108656"/>
                  </a:lnTo>
                  <a:lnTo>
                    <a:pt x="120012" y="104888"/>
                  </a:lnTo>
                  <a:cubicBezTo>
                    <a:pt x="120012" y="104888"/>
                    <a:pt x="120248" y="102702"/>
                    <a:pt x="120012" y="102399"/>
                  </a:cubicBezTo>
                  <a:cubicBezTo>
                    <a:pt x="119810" y="102063"/>
                    <a:pt x="118161" y="100112"/>
                    <a:pt x="118161" y="100112"/>
                  </a:cubicBezTo>
                  <a:lnTo>
                    <a:pt x="116209" y="98800"/>
                  </a:lnTo>
                  <a:lnTo>
                    <a:pt x="113921" y="98800"/>
                  </a:lnTo>
                  <a:cubicBezTo>
                    <a:pt x="113921" y="98800"/>
                    <a:pt x="114358" y="98161"/>
                    <a:pt x="113921" y="97151"/>
                  </a:cubicBezTo>
                  <a:cubicBezTo>
                    <a:pt x="113483" y="96176"/>
                    <a:pt x="114695" y="95738"/>
                    <a:pt x="113921" y="95301"/>
                  </a:cubicBezTo>
                  <a:cubicBezTo>
                    <a:pt x="113147" y="94864"/>
                    <a:pt x="110892" y="94225"/>
                    <a:pt x="110656" y="94527"/>
                  </a:cubicBezTo>
                  <a:cubicBezTo>
                    <a:pt x="110454" y="94864"/>
                    <a:pt x="109243" y="95402"/>
                    <a:pt x="108502" y="95738"/>
                  </a:cubicBezTo>
                  <a:cubicBezTo>
                    <a:pt x="107728" y="96075"/>
                    <a:pt x="106113" y="95940"/>
                    <a:pt x="105675" y="96277"/>
                  </a:cubicBezTo>
                  <a:cubicBezTo>
                    <a:pt x="105238" y="96613"/>
                    <a:pt x="102646" y="96176"/>
                    <a:pt x="102646" y="95301"/>
                  </a:cubicBezTo>
                  <a:cubicBezTo>
                    <a:pt x="102646" y="94426"/>
                    <a:pt x="102646" y="90962"/>
                    <a:pt x="102646" y="90962"/>
                  </a:cubicBezTo>
                  <a:lnTo>
                    <a:pt x="104598" y="89448"/>
                  </a:lnTo>
                  <a:cubicBezTo>
                    <a:pt x="104598" y="89448"/>
                    <a:pt x="105036" y="87699"/>
                    <a:pt x="105137" y="87396"/>
                  </a:cubicBezTo>
                  <a:cubicBezTo>
                    <a:pt x="105238" y="87059"/>
                    <a:pt x="106012" y="85445"/>
                    <a:pt x="106012" y="85445"/>
                  </a:cubicBezTo>
                  <a:lnTo>
                    <a:pt x="105103" y="83292"/>
                  </a:lnTo>
                  <a:lnTo>
                    <a:pt x="105978" y="80971"/>
                  </a:lnTo>
                  <a:lnTo>
                    <a:pt x="106281" y="76497"/>
                  </a:lnTo>
                  <a:lnTo>
                    <a:pt x="104093" y="73604"/>
                  </a:lnTo>
                  <a:lnTo>
                    <a:pt x="102646" y="71417"/>
                  </a:lnTo>
                  <a:lnTo>
                    <a:pt x="95848" y="69971"/>
                  </a:lnTo>
                  <a:lnTo>
                    <a:pt x="91776" y="70711"/>
                  </a:lnTo>
                  <a:cubicBezTo>
                    <a:pt x="91776" y="70711"/>
                    <a:pt x="88579" y="74344"/>
                    <a:pt x="88141" y="74478"/>
                  </a:cubicBezTo>
                  <a:cubicBezTo>
                    <a:pt x="87704" y="74613"/>
                    <a:pt x="85247" y="76799"/>
                    <a:pt x="85247" y="76799"/>
                  </a:cubicBezTo>
                  <a:lnTo>
                    <a:pt x="85247" y="78818"/>
                  </a:lnTo>
                  <a:cubicBezTo>
                    <a:pt x="85247" y="78818"/>
                    <a:pt x="84238" y="79827"/>
                    <a:pt x="83497" y="79120"/>
                  </a:cubicBezTo>
                  <a:cubicBezTo>
                    <a:pt x="82757" y="78414"/>
                    <a:pt x="81814" y="78414"/>
                    <a:pt x="81377" y="77977"/>
                  </a:cubicBezTo>
                  <a:cubicBezTo>
                    <a:pt x="80939" y="77539"/>
                    <a:pt x="79997" y="77237"/>
                    <a:pt x="79997" y="75521"/>
                  </a:cubicBezTo>
                  <a:cubicBezTo>
                    <a:pt x="79997" y="73772"/>
                    <a:pt x="79997" y="70172"/>
                    <a:pt x="79997" y="70172"/>
                  </a:cubicBezTo>
                  <a:lnTo>
                    <a:pt x="80704" y="70038"/>
                  </a:lnTo>
                  <a:cubicBezTo>
                    <a:pt x="80704" y="70038"/>
                    <a:pt x="81276" y="67010"/>
                    <a:pt x="81276" y="66573"/>
                  </a:cubicBezTo>
                  <a:cubicBezTo>
                    <a:pt x="81276" y="66136"/>
                    <a:pt x="81713" y="63983"/>
                    <a:pt x="80704" y="63814"/>
                  </a:cubicBezTo>
                  <a:cubicBezTo>
                    <a:pt x="79694" y="63680"/>
                    <a:pt x="75858" y="63814"/>
                    <a:pt x="75858" y="63814"/>
                  </a:cubicBezTo>
                  <a:lnTo>
                    <a:pt x="74780" y="60181"/>
                  </a:lnTo>
                  <a:lnTo>
                    <a:pt x="74780" y="56279"/>
                  </a:lnTo>
                  <a:lnTo>
                    <a:pt x="71314" y="52579"/>
                  </a:lnTo>
                  <a:lnTo>
                    <a:pt x="71314" y="51065"/>
                  </a:lnTo>
                  <a:lnTo>
                    <a:pt x="71314" y="45851"/>
                  </a:lnTo>
                  <a:lnTo>
                    <a:pt x="69127" y="44102"/>
                  </a:lnTo>
                  <a:lnTo>
                    <a:pt x="67174" y="41713"/>
                  </a:lnTo>
                  <a:cubicBezTo>
                    <a:pt x="67174" y="41713"/>
                    <a:pt x="67377" y="40839"/>
                    <a:pt x="67174" y="39964"/>
                  </a:cubicBezTo>
                  <a:cubicBezTo>
                    <a:pt x="66939" y="39089"/>
                    <a:pt x="67545" y="36701"/>
                    <a:pt x="67545" y="36701"/>
                  </a:cubicBezTo>
                  <a:lnTo>
                    <a:pt x="67814" y="35019"/>
                  </a:lnTo>
                  <a:lnTo>
                    <a:pt x="67814" y="33640"/>
                  </a:lnTo>
                  <a:lnTo>
                    <a:pt x="67747" y="32496"/>
                  </a:lnTo>
                  <a:lnTo>
                    <a:pt x="68689" y="31722"/>
                  </a:lnTo>
                  <a:lnTo>
                    <a:pt x="69934" y="31016"/>
                  </a:lnTo>
                  <a:lnTo>
                    <a:pt x="70439" y="31016"/>
                  </a:lnTo>
                  <a:lnTo>
                    <a:pt x="71751" y="31756"/>
                  </a:lnTo>
                  <a:cubicBezTo>
                    <a:pt x="71751" y="31756"/>
                    <a:pt x="73367" y="33000"/>
                    <a:pt x="73569" y="33068"/>
                  </a:cubicBezTo>
                  <a:cubicBezTo>
                    <a:pt x="73804" y="33135"/>
                    <a:pt x="74444" y="33707"/>
                    <a:pt x="74444" y="33707"/>
                  </a:cubicBezTo>
                  <a:lnTo>
                    <a:pt x="76194" y="34212"/>
                  </a:lnTo>
                  <a:lnTo>
                    <a:pt x="78078" y="34952"/>
                  </a:lnTo>
                  <a:cubicBezTo>
                    <a:pt x="78078" y="34952"/>
                    <a:pt x="80333" y="35086"/>
                    <a:pt x="80771" y="34817"/>
                  </a:cubicBezTo>
                  <a:cubicBezTo>
                    <a:pt x="81209" y="34514"/>
                    <a:pt x="81579" y="33875"/>
                    <a:pt x="81848" y="33808"/>
                  </a:cubicBezTo>
                  <a:cubicBezTo>
                    <a:pt x="82151" y="33741"/>
                    <a:pt x="82218" y="32664"/>
                    <a:pt x="82420" y="32664"/>
                  </a:cubicBezTo>
                  <a:cubicBezTo>
                    <a:pt x="82655" y="32664"/>
                    <a:pt x="84304" y="32799"/>
                    <a:pt x="84304" y="32799"/>
                  </a:cubicBezTo>
                  <a:lnTo>
                    <a:pt x="86122" y="32799"/>
                  </a:lnTo>
                  <a:lnTo>
                    <a:pt x="87502" y="33371"/>
                  </a:lnTo>
                  <a:lnTo>
                    <a:pt x="87872" y="34750"/>
                  </a:lnTo>
                  <a:lnTo>
                    <a:pt x="90060" y="34952"/>
                  </a:lnTo>
                  <a:lnTo>
                    <a:pt x="91136" y="34245"/>
                  </a:lnTo>
                  <a:cubicBezTo>
                    <a:pt x="91136" y="34245"/>
                    <a:pt x="91742" y="33707"/>
                    <a:pt x="91810" y="33539"/>
                  </a:cubicBezTo>
                  <a:cubicBezTo>
                    <a:pt x="91877" y="33371"/>
                    <a:pt x="92584" y="32328"/>
                    <a:pt x="92584" y="31890"/>
                  </a:cubicBezTo>
                  <a:cubicBezTo>
                    <a:pt x="92584" y="31453"/>
                    <a:pt x="91944" y="29670"/>
                    <a:pt x="91944" y="29670"/>
                  </a:cubicBezTo>
                  <a:lnTo>
                    <a:pt x="90194" y="28594"/>
                  </a:lnTo>
                  <a:cubicBezTo>
                    <a:pt x="90194" y="28594"/>
                    <a:pt x="88612" y="27887"/>
                    <a:pt x="88612" y="27719"/>
                  </a:cubicBezTo>
                  <a:cubicBezTo>
                    <a:pt x="88612" y="27551"/>
                    <a:pt x="87973" y="26643"/>
                    <a:pt x="87906" y="26407"/>
                  </a:cubicBezTo>
                  <a:cubicBezTo>
                    <a:pt x="87838" y="26205"/>
                    <a:pt x="88377" y="25263"/>
                    <a:pt x="88545" y="25062"/>
                  </a:cubicBezTo>
                  <a:cubicBezTo>
                    <a:pt x="88713" y="24860"/>
                    <a:pt x="89622" y="23884"/>
                    <a:pt x="89622" y="23884"/>
                  </a:cubicBezTo>
                  <a:lnTo>
                    <a:pt x="88848" y="22808"/>
                  </a:lnTo>
                  <a:lnTo>
                    <a:pt x="85684" y="22370"/>
                  </a:lnTo>
                  <a:lnTo>
                    <a:pt x="84372" y="22370"/>
                  </a:lnTo>
                  <a:lnTo>
                    <a:pt x="81511" y="20688"/>
                  </a:lnTo>
                  <a:cubicBezTo>
                    <a:pt x="81511" y="20688"/>
                    <a:pt x="81949" y="19343"/>
                    <a:pt x="82218" y="19040"/>
                  </a:cubicBezTo>
                  <a:cubicBezTo>
                    <a:pt x="82487" y="18771"/>
                    <a:pt x="84574" y="17358"/>
                    <a:pt x="84843" y="17257"/>
                  </a:cubicBezTo>
                  <a:cubicBezTo>
                    <a:pt x="85113" y="17156"/>
                    <a:pt x="87939" y="16887"/>
                    <a:pt x="87939" y="16887"/>
                  </a:cubicBezTo>
                  <a:lnTo>
                    <a:pt x="88478" y="11942"/>
                  </a:lnTo>
                  <a:lnTo>
                    <a:pt x="87872" y="9890"/>
                  </a:lnTo>
                  <a:lnTo>
                    <a:pt x="85920" y="8208"/>
                  </a:lnTo>
                  <a:cubicBezTo>
                    <a:pt x="85920" y="8208"/>
                    <a:pt x="81612" y="8006"/>
                    <a:pt x="81242" y="8208"/>
                  </a:cubicBezTo>
                  <a:cubicBezTo>
                    <a:pt x="80872" y="8410"/>
                    <a:pt x="78785" y="11135"/>
                    <a:pt x="78348" y="11471"/>
                  </a:cubicBezTo>
                  <a:cubicBezTo>
                    <a:pt x="77910" y="11808"/>
                    <a:pt x="77910" y="12447"/>
                    <a:pt x="76598" y="12009"/>
                  </a:cubicBezTo>
                  <a:cubicBezTo>
                    <a:pt x="75285" y="11572"/>
                    <a:pt x="73973" y="10697"/>
                    <a:pt x="73535" y="9688"/>
                  </a:cubicBezTo>
                  <a:cubicBezTo>
                    <a:pt x="73098" y="8645"/>
                    <a:pt x="72021" y="5719"/>
                    <a:pt x="71785" y="5281"/>
                  </a:cubicBezTo>
                  <a:cubicBezTo>
                    <a:pt x="71550" y="4844"/>
                    <a:pt x="69227" y="3936"/>
                    <a:pt x="69227" y="3936"/>
                  </a:cubicBezTo>
                  <a:cubicBezTo>
                    <a:pt x="69227" y="3936"/>
                    <a:pt x="68252" y="2725"/>
                    <a:pt x="67814" y="2624"/>
                  </a:cubicBezTo>
                  <a:cubicBezTo>
                    <a:pt x="67377" y="2523"/>
                    <a:pt x="60646" y="0"/>
                    <a:pt x="60646" y="0"/>
                  </a:cubicBezTo>
                  <a:cubicBezTo>
                    <a:pt x="60646" y="0"/>
                    <a:pt x="58054" y="3028"/>
                    <a:pt x="56742" y="3162"/>
                  </a:cubicBezTo>
                  <a:cubicBezTo>
                    <a:pt x="55429" y="3263"/>
                    <a:pt x="52400" y="5012"/>
                    <a:pt x="52165" y="5450"/>
                  </a:cubicBezTo>
                  <a:cubicBezTo>
                    <a:pt x="51962" y="5887"/>
                    <a:pt x="52165" y="9486"/>
                    <a:pt x="52165" y="9486"/>
                  </a:cubicBezTo>
                  <a:lnTo>
                    <a:pt x="49539" y="13086"/>
                  </a:lnTo>
                  <a:lnTo>
                    <a:pt x="46948" y="15811"/>
                  </a:lnTo>
                  <a:lnTo>
                    <a:pt x="45299" y="17997"/>
                  </a:lnTo>
                  <a:lnTo>
                    <a:pt x="42910" y="18973"/>
                  </a:lnTo>
                  <a:lnTo>
                    <a:pt x="42203" y="20049"/>
                  </a:lnTo>
                  <a:lnTo>
                    <a:pt x="41698" y="22101"/>
                  </a:lnTo>
                  <a:lnTo>
                    <a:pt x="41698" y="23279"/>
                  </a:lnTo>
                  <a:lnTo>
                    <a:pt x="40621" y="26542"/>
                  </a:lnTo>
                  <a:cubicBezTo>
                    <a:pt x="40621" y="26542"/>
                    <a:pt x="40083" y="27080"/>
                    <a:pt x="39107" y="27181"/>
                  </a:cubicBezTo>
                  <a:cubicBezTo>
                    <a:pt x="38130" y="27282"/>
                    <a:pt x="35405" y="27181"/>
                    <a:pt x="35068" y="27282"/>
                  </a:cubicBezTo>
                  <a:cubicBezTo>
                    <a:pt x="34731" y="27383"/>
                    <a:pt x="33655" y="29132"/>
                    <a:pt x="33655" y="29132"/>
                  </a:cubicBezTo>
                  <a:lnTo>
                    <a:pt x="32780" y="33808"/>
                  </a:lnTo>
                  <a:lnTo>
                    <a:pt x="32140" y="37710"/>
                  </a:lnTo>
                  <a:lnTo>
                    <a:pt x="33991" y="43799"/>
                  </a:lnTo>
                  <a:lnTo>
                    <a:pt x="34967" y="47062"/>
                  </a:lnTo>
                  <a:lnTo>
                    <a:pt x="38770" y="47936"/>
                  </a:lnTo>
                  <a:cubicBezTo>
                    <a:pt x="38770" y="47936"/>
                    <a:pt x="40284" y="48475"/>
                    <a:pt x="40722" y="48710"/>
                  </a:cubicBezTo>
                  <a:cubicBezTo>
                    <a:pt x="41159" y="48912"/>
                    <a:pt x="42573" y="51334"/>
                    <a:pt x="42573" y="51334"/>
                  </a:cubicBezTo>
                  <a:lnTo>
                    <a:pt x="42674" y="53487"/>
                  </a:lnTo>
                  <a:lnTo>
                    <a:pt x="40722" y="54900"/>
                  </a:lnTo>
                  <a:cubicBezTo>
                    <a:pt x="40722" y="54900"/>
                    <a:pt x="37996" y="54900"/>
                    <a:pt x="37659" y="55236"/>
                  </a:cubicBezTo>
                  <a:cubicBezTo>
                    <a:pt x="37323" y="55573"/>
                    <a:pt x="35606" y="56178"/>
                    <a:pt x="35606" y="56178"/>
                  </a:cubicBezTo>
                  <a:lnTo>
                    <a:pt x="33318" y="59038"/>
                  </a:lnTo>
                  <a:lnTo>
                    <a:pt x="31265" y="61863"/>
                  </a:lnTo>
                  <a:lnTo>
                    <a:pt x="34731" y="63613"/>
                  </a:lnTo>
                  <a:lnTo>
                    <a:pt x="37996" y="64050"/>
                  </a:lnTo>
                  <a:cubicBezTo>
                    <a:pt x="37996" y="64050"/>
                    <a:pt x="39073" y="65227"/>
                    <a:pt x="39409" y="65463"/>
                  </a:cubicBezTo>
                  <a:cubicBezTo>
                    <a:pt x="39746" y="65665"/>
                    <a:pt x="40284" y="69163"/>
                    <a:pt x="40284" y="69163"/>
                  </a:cubicBezTo>
                  <a:lnTo>
                    <a:pt x="39308" y="73402"/>
                  </a:lnTo>
                  <a:lnTo>
                    <a:pt x="38434" y="76328"/>
                  </a:lnTo>
                  <a:cubicBezTo>
                    <a:pt x="38434" y="76328"/>
                    <a:pt x="35943" y="77539"/>
                    <a:pt x="35505" y="77539"/>
                  </a:cubicBezTo>
                  <a:cubicBezTo>
                    <a:pt x="35068" y="77539"/>
                    <a:pt x="32914" y="76227"/>
                    <a:pt x="32477" y="76127"/>
                  </a:cubicBezTo>
                  <a:cubicBezTo>
                    <a:pt x="32039" y="76026"/>
                    <a:pt x="29111" y="73536"/>
                    <a:pt x="29111" y="73536"/>
                  </a:cubicBezTo>
                  <a:lnTo>
                    <a:pt x="25510" y="73738"/>
                  </a:lnTo>
                  <a:lnTo>
                    <a:pt x="21371" y="72325"/>
                  </a:lnTo>
                  <a:cubicBezTo>
                    <a:pt x="21371" y="72325"/>
                    <a:pt x="20394" y="71350"/>
                    <a:pt x="20294" y="70912"/>
                  </a:cubicBezTo>
                  <a:cubicBezTo>
                    <a:pt x="20193" y="70475"/>
                    <a:pt x="20394" y="69163"/>
                    <a:pt x="20832" y="68860"/>
                  </a:cubicBezTo>
                  <a:cubicBezTo>
                    <a:pt x="21270" y="68524"/>
                    <a:pt x="21707" y="68322"/>
                    <a:pt x="22010" y="67111"/>
                  </a:cubicBezTo>
                  <a:cubicBezTo>
                    <a:pt x="22347" y="65900"/>
                    <a:pt x="22683" y="64925"/>
                    <a:pt x="22683" y="64487"/>
                  </a:cubicBezTo>
                  <a:cubicBezTo>
                    <a:pt x="22683" y="64050"/>
                    <a:pt x="22952" y="62301"/>
                    <a:pt x="22952" y="62301"/>
                  </a:cubicBezTo>
                  <a:cubicBezTo>
                    <a:pt x="22952" y="62301"/>
                    <a:pt x="22683" y="60989"/>
                    <a:pt x="22649" y="60921"/>
                  </a:cubicBezTo>
                  <a:cubicBezTo>
                    <a:pt x="22616" y="60854"/>
                    <a:pt x="21270" y="59912"/>
                    <a:pt x="21169" y="59879"/>
                  </a:cubicBezTo>
                  <a:cubicBezTo>
                    <a:pt x="21068" y="59845"/>
                    <a:pt x="19957" y="58937"/>
                    <a:pt x="19890" y="58937"/>
                  </a:cubicBezTo>
                  <a:cubicBezTo>
                    <a:pt x="19823" y="58937"/>
                    <a:pt x="18241" y="58937"/>
                    <a:pt x="18241" y="58937"/>
                  </a:cubicBezTo>
                  <a:cubicBezTo>
                    <a:pt x="18241" y="58937"/>
                    <a:pt x="16861" y="59374"/>
                    <a:pt x="16760" y="59374"/>
                  </a:cubicBezTo>
                  <a:cubicBezTo>
                    <a:pt x="16659" y="59374"/>
                    <a:pt x="15851" y="59879"/>
                    <a:pt x="15851" y="59879"/>
                  </a:cubicBezTo>
                  <a:cubicBezTo>
                    <a:pt x="15851" y="59879"/>
                    <a:pt x="15817" y="61056"/>
                    <a:pt x="15851" y="61157"/>
                  </a:cubicBezTo>
                  <a:cubicBezTo>
                    <a:pt x="15919" y="61258"/>
                    <a:pt x="16020" y="62435"/>
                    <a:pt x="16020" y="62435"/>
                  </a:cubicBezTo>
                  <a:cubicBezTo>
                    <a:pt x="16020" y="62435"/>
                    <a:pt x="15986" y="63343"/>
                    <a:pt x="15986" y="63545"/>
                  </a:cubicBezTo>
                  <a:cubicBezTo>
                    <a:pt x="15986" y="63781"/>
                    <a:pt x="15817" y="65160"/>
                    <a:pt x="15817" y="65160"/>
                  </a:cubicBezTo>
                  <a:cubicBezTo>
                    <a:pt x="15817" y="65160"/>
                    <a:pt x="15817" y="66741"/>
                    <a:pt x="15817" y="66943"/>
                  </a:cubicBezTo>
                  <a:cubicBezTo>
                    <a:pt x="15817" y="67145"/>
                    <a:pt x="15145" y="68995"/>
                    <a:pt x="15111" y="69130"/>
                  </a:cubicBezTo>
                  <a:cubicBezTo>
                    <a:pt x="15077" y="69230"/>
                    <a:pt x="14067" y="70744"/>
                    <a:pt x="14067" y="70744"/>
                  </a:cubicBezTo>
                  <a:lnTo>
                    <a:pt x="12486" y="73099"/>
                  </a:lnTo>
                  <a:lnTo>
                    <a:pt x="10534" y="74344"/>
                  </a:lnTo>
                  <a:lnTo>
                    <a:pt x="8649" y="77539"/>
                  </a:lnTo>
                  <a:cubicBezTo>
                    <a:pt x="8649" y="77539"/>
                    <a:pt x="7572" y="79322"/>
                    <a:pt x="7438" y="79726"/>
                  </a:cubicBezTo>
                  <a:cubicBezTo>
                    <a:pt x="7270" y="80096"/>
                    <a:pt x="6933" y="83191"/>
                    <a:pt x="6933" y="83191"/>
                  </a:cubicBezTo>
                  <a:lnTo>
                    <a:pt x="6933" y="85848"/>
                  </a:lnTo>
                  <a:cubicBezTo>
                    <a:pt x="6933" y="85848"/>
                    <a:pt x="6596" y="87799"/>
                    <a:pt x="6933" y="88136"/>
                  </a:cubicBezTo>
                  <a:cubicBezTo>
                    <a:pt x="7270" y="88472"/>
                    <a:pt x="8077" y="90322"/>
                    <a:pt x="8077" y="90322"/>
                  </a:cubicBezTo>
                  <a:lnTo>
                    <a:pt x="10096" y="93249"/>
                  </a:lnTo>
                  <a:cubicBezTo>
                    <a:pt x="10096" y="93249"/>
                    <a:pt x="10635" y="97488"/>
                    <a:pt x="10635" y="97925"/>
                  </a:cubicBezTo>
                  <a:cubicBezTo>
                    <a:pt x="10635" y="98362"/>
                    <a:pt x="7101" y="101289"/>
                    <a:pt x="6798" y="101524"/>
                  </a:cubicBezTo>
                  <a:cubicBezTo>
                    <a:pt x="6495" y="101726"/>
                    <a:pt x="4779" y="103375"/>
                    <a:pt x="4543" y="103913"/>
                  </a:cubicBezTo>
                  <a:cubicBezTo>
                    <a:pt x="4342" y="104451"/>
                    <a:pt x="3029" y="106739"/>
                    <a:pt x="4543" y="107378"/>
                  </a:cubicBezTo>
                  <a:cubicBezTo>
                    <a:pt x="6058" y="108017"/>
                    <a:pt x="9760" y="111078"/>
                    <a:pt x="10197" y="111078"/>
                  </a:cubicBezTo>
                  <a:cubicBezTo>
                    <a:pt x="10635" y="111078"/>
                    <a:pt x="12385" y="114240"/>
                    <a:pt x="12385" y="114240"/>
                  </a:cubicBezTo>
                  <a:cubicBezTo>
                    <a:pt x="12385" y="114240"/>
                    <a:pt x="11745" y="117268"/>
                    <a:pt x="11207" y="117705"/>
                  </a:cubicBezTo>
                  <a:cubicBezTo>
                    <a:pt x="10669" y="118142"/>
                    <a:pt x="9894" y="120093"/>
                    <a:pt x="9457" y="120766"/>
                  </a:cubicBezTo>
                  <a:cubicBezTo>
                    <a:pt x="9019" y="121405"/>
                    <a:pt x="9255" y="124130"/>
                    <a:pt x="9894" y="124769"/>
                  </a:cubicBezTo>
                  <a:cubicBezTo>
                    <a:pt x="10534" y="125409"/>
                    <a:pt x="13361" y="128133"/>
                    <a:pt x="13697" y="128470"/>
                  </a:cubicBezTo>
                  <a:cubicBezTo>
                    <a:pt x="14034" y="128806"/>
                    <a:pt x="19116" y="131397"/>
                    <a:pt x="19789" y="131497"/>
                  </a:cubicBezTo>
                  <a:cubicBezTo>
                    <a:pt x="20428" y="131598"/>
                    <a:pt x="22717" y="132675"/>
                    <a:pt x="22717" y="132675"/>
                  </a:cubicBezTo>
                  <a:lnTo>
                    <a:pt x="23491" y="134962"/>
                  </a:lnTo>
                  <a:cubicBezTo>
                    <a:pt x="23491" y="134962"/>
                    <a:pt x="21202" y="137351"/>
                    <a:pt x="20866" y="137687"/>
                  </a:cubicBezTo>
                  <a:cubicBezTo>
                    <a:pt x="20529" y="138023"/>
                    <a:pt x="18274" y="139537"/>
                    <a:pt x="17938" y="139874"/>
                  </a:cubicBezTo>
                  <a:cubicBezTo>
                    <a:pt x="17601" y="140210"/>
                    <a:pt x="15010" y="141287"/>
                    <a:pt x="14337" y="142060"/>
                  </a:cubicBezTo>
                  <a:cubicBezTo>
                    <a:pt x="13697" y="142834"/>
                    <a:pt x="12385" y="143810"/>
                    <a:pt x="11207" y="144348"/>
                  </a:cubicBezTo>
                  <a:cubicBezTo>
                    <a:pt x="9995" y="144886"/>
                    <a:pt x="6630" y="145760"/>
                    <a:pt x="6630" y="145760"/>
                  </a:cubicBezTo>
                  <a:lnTo>
                    <a:pt x="1582" y="149360"/>
                  </a:lnTo>
                  <a:lnTo>
                    <a:pt x="0" y="151311"/>
                  </a:lnTo>
                  <a:lnTo>
                    <a:pt x="0" y="157164"/>
                  </a:lnTo>
                  <a:cubicBezTo>
                    <a:pt x="0" y="157164"/>
                    <a:pt x="774" y="160764"/>
                    <a:pt x="774" y="161168"/>
                  </a:cubicBezTo>
                  <a:cubicBezTo>
                    <a:pt x="774" y="161605"/>
                    <a:pt x="1414" y="166382"/>
                    <a:pt x="1414" y="166920"/>
                  </a:cubicBezTo>
                  <a:cubicBezTo>
                    <a:pt x="1414" y="167458"/>
                    <a:pt x="3500" y="170721"/>
                    <a:pt x="3500" y="170721"/>
                  </a:cubicBezTo>
                  <a:cubicBezTo>
                    <a:pt x="3500" y="170721"/>
                    <a:pt x="6529" y="173648"/>
                    <a:pt x="6966" y="173984"/>
                  </a:cubicBezTo>
                  <a:cubicBezTo>
                    <a:pt x="7404" y="174321"/>
                    <a:pt x="8716" y="175397"/>
                    <a:pt x="9693" y="175935"/>
                  </a:cubicBezTo>
                  <a:cubicBezTo>
                    <a:pt x="10669" y="176473"/>
                    <a:pt x="15346" y="180510"/>
                    <a:pt x="15683" y="180813"/>
                  </a:cubicBezTo>
                  <a:cubicBezTo>
                    <a:pt x="16020" y="181149"/>
                    <a:pt x="17433" y="182327"/>
                    <a:pt x="18510" y="182327"/>
                  </a:cubicBezTo>
                  <a:cubicBezTo>
                    <a:pt x="19587" y="182327"/>
                    <a:pt x="21774" y="182327"/>
                    <a:pt x="21774" y="182327"/>
                  </a:cubicBezTo>
                  <a:cubicBezTo>
                    <a:pt x="21774" y="182327"/>
                    <a:pt x="25039" y="182428"/>
                    <a:pt x="26991" y="182327"/>
                  </a:cubicBezTo>
                  <a:cubicBezTo>
                    <a:pt x="28943" y="182226"/>
                    <a:pt x="30121" y="181553"/>
                    <a:pt x="30121" y="181553"/>
                  </a:cubicBezTo>
                  <a:lnTo>
                    <a:pt x="31837" y="180578"/>
                  </a:lnTo>
                  <a:cubicBezTo>
                    <a:pt x="31837" y="180578"/>
                    <a:pt x="32914" y="180006"/>
                    <a:pt x="33150" y="179938"/>
                  </a:cubicBezTo>
                  <a:cubicBezTo>
                    <a:pt x="33385" y="179871"/>
                    <a:pt x="33587" y="179770"/>
                    <a:pt x="33890" y="179837"/>
                  </a:cubicBezTo>
                  <a:cubicBezTo>
                    <a:pt x="34159" y="179905"/>
                    <a:pt x="36179" y="181721"/>
                    <a:pt x="36179" y="181721"/>
                  </a:cubicBezTo>
                  <a:lnTo>
                    <a:pt x="36616" y="183134"/>
                  </a:lnTo>
                  <a:lnTo>
                    <a:pt x="36616" y="184951"/>
                  </a:lnTo>
                  <a:lnTo>
                    <a:pt x="36616" y="186633"/>
                  </a:lnTo>
                  <a:lnTo>
                    <a:pt x="36616" y="186700"/>
                  </a:lnTo>
                  <a:cubicBezTo>
                    <a:pt x="36616" y="186700"/>
                    <a:pt x="35910" y="188449"/>
                    <a:pt x="35910" y="188584"/>
                  </a:cubicBezTo>
                  <a:cubicBezTo>
                    <a:pt x="35910" y="188718"/>
                    <a:pt x="36111" y="189391"/>
                    <a:pt x="36751" y="189593"/>
                  </a:cubicBezTo>
                  <a:cubicBezTo>
                    <a:pt x="37357" y="189795"/>
                    <a:pt x="35842" y="189290"/>
                    <a:pt x="37861" y="190098"/>
                  </a:cubicBezTo>
                  <a:cubicBezTo>
                    <a:pt x="39881" y="190905"/>
                    <a:pt x="41025" y="191443"/>
                    <a:pt x="41025" y="191443"/>
                  </a:cubicBezTo>
                  <a:lnTo>
                    <a:pt x="42506" y="190501"/>
                  </a:lnTo>
                  <a:lnTo>
                    <a:pt x="46746" y="189189"/>
                  </a:lnTo>
                  <a:lnTo>
                    <a:pt x="47386" y="188113"/>
                  </a:lnTo>
                  <a:cubicBezTo>
                    <a:pt x="47386" y="188113"/>
                    <a:pt x="48126" y="186364"/>
                    <a:pt x="48597" y="186364"/>
                  </a:cubicBezTo>
                  <a:cubicBezTo>
                    <a:pt x="49035" y="186364"/>
                    <a:pt x="50886" y="186162"/>
                    <a:pt x="50886" y="186162"/>
                  </a:cubicBezTo>
                  <a:lnTo>
                    <a:pt x="52939" y="187676"/>
                  </a:lnTo>
                  <a:cubicBezTo>
                    <a:pt x="52939" y="187676"/>
                    <a:pt x="53477" y="189425"/>
                    <a:pt x="53275" y="189728"/>
                  </a:cubicBezTo>
                  <a:cubicBezTo>
                    <a:pt x="53040" y="190064"/>
                    <a:pt x="51862" y="191611"/>
                    <a:pt x="51424" y="191443"/>
                  </a:cubicBezTo>
                  <a:cubicBezTo>
                    <a:pt x="50987" y="191275"/>
                    <a:pt x="49708" y="192352"/>
                    <a:pt x="49708" y="192352"/>
                  </a:cubicBezTo>
                  <a:cubicBezTo>
                    <a:pt x="49708" y="192352"/>
                    <a:pt x="49472" y="193125"/>
                    <a:pt x="49809" y="193125"/>
                  </a:cubicBezTo>
                  <a:cubicBezTo>
                    <a:pt x="50145" y="193125"/>
                    <a:pt x="50482" y="193899"/>
                    <a:pt x="51896" y="193764"/>
                  </a:cubicBezTo>
                  <a:cubicBezTo>
                    <a:pt x="53309" y="193664"/>
                    <a:pt x="55025" y="193899"/>
                    <a:pt x="55496" y="193764"/>
                  </a:cubicBezTo>
                  <a:cubicBezTo>
                    <a:pt x="55934" y="193630"/>
                    <a:pt x="57886" y="193798"/>
                    <a:pt x="57886" y="193798"/>
                  </a:cubicBezTo>
                  <a:lnTo>
                    <a:pt x="60208" y="192991"/>
                  </a:lnTo>
                  <a:cubicBezTo>
                    <a:pt x="60208" y="192991"/>
                    <a:pt x="61487" y="191241"/>
                    <a:pt x="61790" y="190905"/>
                  </a:cubicBezTo>
                  <a:cubicBezTo>
                    <a:pt x="62126" y="190569"/>
                    <a:pt x="62665" y="190468"/>
                    <a:pt x="63001" y="190367"/>
                  </a:cubicBezTo>
                  <a:cubicBezTo>
                    <a:pt x="63338" y="190266"/>
                    <a:pt x="67040" y="192318"/>
                    <a:pt x="67040" y="192318"/>
                  </a:cubicBezTo>
                  <a:cubicBezTo>
                    <a:pt x="67040" y="192318"/>
                    <a:pt x="68016" y="191881"/>
                    <a:pt x="68655" y="191679"/>
                  </a:cubicBezTo>
                  <a:cubicBezTo>
                    <a:pt x="69295" y="191477"/>
                    <a:pt x="71381" y="190030"/>
                    <a:pt x="71819" y="189929"/>
                  </a:cubicBezTo>
                  <a:cubicBezTo>
                    <a:pt x="72256" y="189829"/>
                    <a:pt x="75521" y="188315"/>
                    <a:pt x="75958" y="188315"/>
                  </a:cubicBezTo>
                  <a:cubicBezTo>
                    <a:pt x="76396" y="188315"/>
                    <a:pt x="77708" y="187978"/>
                    <a:pt x="77708" y="187978"/>
                  </a:cubicBezTo>
                  <a:lnTo>
                    <a:pt x="80872" y="185590"/>
                  </a:lnTo>
                  <a:lnTo>
                    <a:pt x="82117" y="182562"/>
                  </a:lnTo>
                  <a:lnTo>
                    <a:pt x="81949" y="179400"/>
                  </a:lnTo>
                  <a:lnTo>
                    <a:pt x="81949" y="177987"/>
                  </a:lnTo>
                  <a:cubicBezTo>
                    <a:pt x="81949" y="177987"/>
                    <a:pt x="82285" y="175397"/>
                    <a:pt x="82723" y="175162"/>
                  </a:cubicBezTo>
                  <a:cubicBezTo>
                    <a:pt x="83160" y="174960"/>
                    <a:pt x="83699" y="173412"/>
                    <a:pt x="83699" y="173412"/>
                  </a:cubicBezTo>
                  <a:lnTo>
                    <a:pt x="83699" y="171024"/>
                  </a:lnTo>
                  <a:lnTo>
                    <a:pt x="83261" y="168736"/>
                  </a:lnTo>
                  <a:lnTo>
                    <a:pt x="83059" y="165372"/>
                  </a:lnTo>
                  <a:lnTo>
                    <a:pt x="82824" y="163085"/>
                  </a:lnTo>
                  <a:cubicBezTo>
                    <a:pt x="82824" y="163085"/>
                    <a:pt x="82723" y="161908"/>
                    <a:pt x="82824" y="161571"/>
                  </a:cubicBezTo>
                  <a:cubicBezTo>
                    <a:pt x="82925" y="161235"/>
                    <a:pt x="82925" y="160932"/>
                    <a:pt x="83261" y="160360"/>
                  </a:cubicBezTo>
                  <a:cubicBezTo>
                    <a:pt x="83598" y="159822"/>
                    <a:pt x="84136" y="158611"/>
                    <a:pt x="84136" y="158611"/>
                  </a:cubicBezTo>
                  <a:lnTo>
                    <a:pt x="84776" y="156761"/>
                  </a:lnTo>
                  <a:lnTo>
                    <a:pt x="84877" y="155247"/>
                  </a:lnTo>
                  <a:lnTo>
                    <a:pt x="85651" y="154372"/>
                  </a:lnTo>
                  <a:lnTo>
                    <a:pt x="86526" y="153733"/>
                  </a:lnTo>
                  <a:lnTo>
                    <a:pt x="87838" y="152859"/>
                  </a:lnTo>
                  <a:lnTo>
                    <a:pt x="88916" y="151984"/>
                  </a:lnTo>
                  <a:lnTo>
                    <a:pt x="89891" y="150672"/>
                  </a:lnTo>
                  <a:lnTo>
                    <a:pt x="90665" y="150033"/>
                  </a:lnTo>
                  <a:cubicBezTo>
                    <a:pt x="90665" y="150033"/>
                    <a:pt x="91540" y="148721"/>
                    <a:pt x="91877" y="148620"/>
                  </a:cubicBezTo>
                  <a:cubicBezTo>
                    <a:pt x="92214" y="148519"/>
                    <a:pt x="93627" y="147207"/>
                    <a:pt x="93627" y="147207"/>
                  </a:cubicBezTo>
                  <a:lnTo>
                    <a:pt x="94165" y="146770"/>
                  </a:lnTo>
                  <a:lnTo>
                    <a:pt x="94939" y="145996"/>
                  </a:lnTo>
                  <a:lnTo>
                    <a:pt x="95713" y="145660"/>
                  </a:lnTo>
                  <a:lnTo>
                    <a:pt x="96151" y="143877"/>
                  </a:lnTo>
                  <a:lnTo>
                    <a:pt x="95916" y="142363"/>
                  </a:lnTo>
                  <a:lnTo>
                    <a:pt x="95916" y="139705"/>
                  </a:lnTo>
                  <a:lnTo>
                    <a:pt x="96420" y="138259"/>
                  </a:lnTo>
                  <a:lnTo>
                    <a:pt x="95512" y="136577"/>
                  </a:lnTo>
                  <a:lnTo>
                    <a:pt x="94165" y="135568"/>
                  </a:lnTo>
                  <a:lnTo>
                    <a:pt x="94165" y="134491"/>
                  </a:lnTo>
                  <a:lnTo>
                    <a:pt x="94165" y="131531"/>
                  </a:lnTo>
                  <a:lnTo>
                    <a:pt x="94165" y="129277"/>
                  </a:lnTo>
                  <a:lnTo>
                    <a:pt x="94165" y="125812"/>
                  </a:lnTo>
                  <a:lnTo>
                    <a:pt x="94939" y="124938"/>
                  </a:lnTo>
                  <a:lnTo>
                    <a:pt x="95882" y="124366"/>
                  </a:lnTo>
                  <a:lnTo>
                    <a:pt x="99079" y="122919"/>
                  </a:lnTo>
                  <a:cubicBezTo>
                    <a:pt x="99079" y="122919"/>
                    <a:pt x="99954" y="122213"/>
                    <a:pt x="100223" y="122112"/>
                  </a:cubicBezTo>
                  <a:cubicBezTo>
                    <a:pt x="100526" y="122045"/>
                    <a:pt x="103353" y="121372"/>
                    <a:pt x="103353" y="121372"/>
                  </a:cubicBezTo>
                  <a:lnTo>
                    <a:pt x="106382" y="119623"/>
                  </a:lnTo>
                  <a:lnTo>
                    <a:pt x="107964" y="120194"/>
                  </a:lnTo>
                  <a:lnTo>
                    <a:pt x="110151" y="117066"/>
                  </a:lnTo>
                  <a:lnTo>
                    <a:pt x="111599" y="114879"/>
                  </a:lnTo>
                  <a:lnTo>
                    <a:pt x="116007" y="114308"/>
                  </a:lnTo>
                  <a:lnTo>
                    <a:pt x="118026" y="113063"/>
                  </a:lnTo>
                  <a:lnTo>
                    <a:pt x="118565" y="112087"/>
                  </a:lnTo>
                  <a:close/>
                </a:path>
              </a:pathLst>
            </a:custGeom>
            <a:grpFill/>
            <a:ln w="6350" cap="flat">
              <a:solidFill>
                <a:schemeClr val="bg1"/>
              </a:solidFill>
              <a:prstDash val="solid"/>
              <a:miter/>
            </a:ln>
          </p:spPr>
          <p:txBody>
            <a:bodyPr rtlCol="0" anchor="ctr"/>
            <a:lstStyle/>
            <a:p>
              <a:endParaRPr lang="en-US"/>
            </a:p>
          </p:txBody>
        </p:sp>
        <p:sp>
          <p:nvSpPr>
            <p:cNvPr id="183" name="Freeform 900">
              <a:extLst>
                <a:ext uri="{FF2B5EF4-FFF2-40B4-BE49-F238E27FC236}">
                  <a16:creationId xmlns:a16="http://schemas.microsoft.com/office/drawing/2014/main" id="{60490632-5E25-C221-E07F-0B0793694CA4}"/>
                </a:ext>
              </a:extLst>
            </p:cNvPr>
            <p:cNvSpPr/>
            <p:nvPr/>
          </p:nvSpPr>
          <p:spPr>
            <a:xfrm>
              <a:off x="7910632" y="2362503"/>
              <a:ext cx="286439" cy="395672"/>
            </a:xfrm>
            <a:custGeom>
              <a:avLst/>
              <a:gdLst>
                <a:gd name="connsiteX0" fmla="*/ 547410 w 549933"/>
                <a:gd name="connsiteY0" fmla="*/ 270059 h 759650"/>
                <a:gd name="connsiteX1" fmla="*/ 544078 w 549933"/>
                <a:gd name="connsiteY1" fmla="*/ 266729 h 759650"/>
                <a:gd name="connsiteX2" fmla="*/ 542328 w 549933"/>
                <a:gd name="connsiteY2" fmla="*/ 262591 h 759650"/>
                <a:gd name="connsiteX3" fmla="*/ 542462 w 549933"/>
                <a:gd name="connsiteY3" fmla="*/ 256872 h 759650"/>
                <a:gd name="connsiteX4" fmla="*/ 542328 w 549933"/>
                <a:gd name="connsiteY4" fmla="*/ 256872 h 759650"/>
                <a:gd name="connsiteX5" fmla="*/ 535361 w 549933"/>
                <a:gd name="connsiteY5" fmla="*/ 254282 h 759650"/>
                <a:gd name="connsiteX6" fmla="*/ 530717 w 549933"/>
                <a:gd name="connsiteY6" fmla="*/ 250952 h 759650"/>
                <a:gd name="connsiteX7" fmla="*/ 523885 w 549933"/>
                <a:gd name="connsiteY7" fmla="*/ 247184 h 759650"/>
                <a:gd name="connsiteX8" fmla="*/ 522505 w 549933"/>
                <a:gd name="connsiteY8" fmla="*/ 243282 h 759650"/>
                <a:gd name="connsiteX9" fmla="*/ 522303 w 549933"/>
                <a:gd name="connsiteY9" fmla="*/ 239380 h 759650"/>
                <a:gd name="connsiteX10" fmla="*/ 522303 w 549933"/>
                <a:gd name="connsiteY10" fmla="*/ 233425 h 759650"/>
                <a:gd name="connsiteX11" fmla="*/ 522000 w 549933"/>
                <a:gd name="connsiteY11" fmla="*/ 229221 h 759650"/>
                <a:gd name="connsiteX12" fmla="*/ 519241 w 549933"/>
                <a:gd name="connsiteY12" fmla="*/ 225016 h 759650"/>
                <a:gd name="connsiteX13" fmla="*/ 514462 w 549933"/>
                <a:gd name="connsiteY13" fmla="*/ 220541 h 759650"/>
                <a:gd name="connsiteX14" fmla="*/ 510390 w 549933"/>
                <a:gd name="connsiteY14" fmla="*/ 218220 h 759650"/>
                <a:gd name="connsiteX15" fmla="*/ 505913 w 549933"/>
                <a:gd name="connsiteY15" fmla="*/ 218220 h 759650"/>
                <a:gd name="connsiteX16" fmla="*/ 501404 w 549933"/>
                <a:gd name="connsiteY16" fmla="*/ 219600 h 759650"/>
                <a:gd name="connsiteX17" fmla="*/ 500091 w 549933"/>
                <a:gd name="connsiteY17" fmla="*/ 220407 h 759650"/>
                <a:gd name="connsiteX18" fmla="*/ 497029 w 549933"/>
                <a:gd name="connsiteY18" fmla="*/ 220407 h 759650"/>
                <a:gd name="connsiteX19" fmla="*/ 490803 w 549933"/>
                <a:gd name="connsiteY19" fmla="*/ 219700 h 759650"/>
                <a:gd name="connsiteX20" fmla="*/ 488177 w 549933"/>
                <a:gd name="connsiteY20" fmla="*/ 219129 h 759650"/>
                <a:gd name="connsiteX21" fmla="*/ 486293 w 549933"/>
                <a:gd name="connsiteY21" fmla="*/ 214655 h 759650"/>
                <a:gd name="connsiteX22" fmla="*/ 482961 w 549933"/>
                <a:gd name="connsiteY22" fmla="*/ 209642 h 759650"/>
                <a:gd name="connsiteX23" fmla="*/ 482524 w 549933"/>
                <a:gd name="connsiteY23" fmla="*/ 204798 h 759650"/>
                <a:gd name="connsiteX24" fmla="*/ 477879 w 549933"/>
                <a:gd name="connsiteY24" fmla="*/ 204798 h 759650"/>
                <a:gd name="connsiteX25" fmla="*/ 473403 w 549933"/>
                <a:gd name="connsiteY25" fmla="*/ 205538 h 759650"/>
                <a:gd name="connsiteX26" fmla="*/ 469937 w 549933"/>
                <a:gd name="connsiteY26" fmla="*/ 204092 h 759650"/>
                <a:gd name="connsiteX27" fmla="*/ 465461 w 549933"/>
                <a:gd name="connsiteY27" fmla="*/ 200459 h 759650"/>
                <a:gd name="connsiteX28" fmla="*/ 458663 w 549933"/>
                <a:gd name="connsiteY28" fmla="*/ 196422 h 759650"/>
                <a:gd name="connsiteX29" fmla="*/ 453715 w 549933"/>
                <a:gd name="connsiteY29" fmla="*/ 191645 h 759650"/>
                <a:gd name="connsiteX30" fmla="*/ 450383 w 549933"/>
                <a:gd name="connsiteY30" fmla="*/ 188012 h 759650"/>
                <a:gd name="connsiteX31" fmla="*/ 451696 w 549933"/>
                <a:gd name="connsiteY31" fmla="*/ 182798 h 759650"/>
                <a:gd name="connsiteX32" fmla="*/ 458932 w 549933"/>
                <a:gd name="connsiteY32" fmla="*/ 175431 h 759650"/>
                <a:gd name="connsiteX33" fmla="*/ 461119 w 549933"/>
                <a:gd name="connsiteY33" fmla="*/ 173412 h 759650"/>
                <a:gd name="connsiteX34" fmla="*/ 462870 w 549933"/>
                <a:gd name="connsiteY34" fmla="*/ 170957 h 759650"/>
                <a:gd name="connsiteX35" fmla="*/ 463576 w 549933"/>
                <a:gd name="connsiteY35" fmla="*/ 168636 h 759650"/>
                <a:gd name="connsiteX36" fmla="*/ 459537 w 549933"/>
                <a:gd name="connsiteY36" fmla="*/ 166617 h 759650"/>
                <a:gd name="connsiteX37" fmla="*/ 457788 w 549933"/>
                <a:gd name="connsiteY37" fmla="*/ 165171 h 759650"/>
                <a:gd name="connsiteX38" fmla="*/ 459235 w 549933"/>
                <a:gd name="connsiteY38" fmla="*/ 161975 h 759650"/>
                <a:gd name="connsiteX39" fmla="*/ 463307 w 549933"/>
                <a:gd name="connsiteY39" fmla="*/ 159654 h 759650"/>
                <a:gd name="connsiteX40" fmla="*/ 466201 w 549933"/>
                <a:gd name="connsiteY40" fmla="*/ 157770 h 759650"/>
                <a:gd name="connsiteX41" fmla="*/ 471990 w 549933"/>
                <a:gd name="connsiteY41" fmla="*/ 155583 h 759650"/>
                <a:gd name="connsiteX42" fmla="*/ 476634 w 549933"/>
                <a:gd name="connsiteY42" fmla="*/ 150941 h 759650"/>
                <a:gd name="connsiteX43" fmla="*/ 478822 w 549933"/>
                <a:gd name="connsiteY43" fmla="*/ 146871 h 759650"/>
                <a:gd name="connsiteX44" fmla="*/ 478822 w 549933"/>
                <a:gd name="connsiteY44" fmla="*/ 143103 h 759650"/>
                <a:gd name="connsiteX45" fmla="*/ 479394 w 549933"/>
                <a:gd name="connsiteY45" fmla="*/ 139033 h 759650"/>
                <a:gd name="connsiteX46" fmla="*/ 482288 w 549933"/>
                <a:gd name="connsiteY46" fmla="*/ 136846 h 759650"/>
                <a:gd name="connsiteX47" fmla="*/ 485048 w 549933"/>
                <a:gd name="connsiteY47" fmla="*/ 136274 h 759650"/>
                <a:gd name="connsiteX48" fmla="*/ 488380 w 549933"/>
                <a:gd name="connsiteY48" fmla="*/ 134256 h 759650"/>
                <a:gd name="connsiteX49" fmla="*/ 488514 w 549933"/>
                <a:gd name="connsiteY49" fmla="*/ 131060 h 759650"/>
                <a:gd name="connsiteX50" fmla="*/ 481985 w 549933"/>
                <a:gd name="connsiteY50" fmla="*/ 131060 h 759650"/>
                <a:gd name="connsiteX51" fmla="*/ 478351 w 549933"/>
                <a:gd name="connsiteY51" fmla="*/ 131026 h 759650"/>
                <a:gd name="connsiteX52" fmla="*/ 475456 w 549933"/>
                <a:gd name="connsiteY52" fmla="*/ 132641 h 759650"/>
                <a:gd name="connsiteX53" fmla="*/ 470812 w 549933"/>
                <a:gd name="connsiteY53" fmla="*/ 134828 h 759650"/>
                <a:gd name="connsiteX54" fmla="*/ 465595 w 549933"/>
                <a:gd name="connsiteY54" fmla="*/ 135568 h 759650"/>
                <a:gd name="connsiteX55" fmla="*/ 463273 w 549933"/>
                <a:gd name="connsiteY55" fmla="*/ 134828 h 759650"/>
                <a:gd name="connsiteX56" fmla="*/ 461086 w 549933"/>
                <a:gd name="connsiteY56" fmla="*/ 132809 h 759650"/>
                <a:gd name="connsiteX57" fmla="*/ 458191 w 549933"/>
                <a:gd name="connsiteY57" fmla="*/ 133381 h 759650"/>
                <a:gd name="connsiteX58" fmla="*/ 456172 w 549933"/>
                <a:gd name="connsiteY58" fmla="*/ 135971 h 759650"/>
                <a:gd name="connsiteX59" fmla="*/ 454153 w 549933"/>
                <a:gd name="connsiteY59" fmla="*/ 137418 h 759650"/>
                <a:gd name="connsiteX60" fmla="*/ 449812 w 549933"/>
                <a:gd name="connsiteY60" fmla="*/ 134390 h 759650"/>
                <a:gd name="connsiteX61" fmla="*/ 447186 w 549933"/>
                <a:gd name="connsiteY61" fmla="*/ 132372 h 759650"/>
                <a:gd name="connsiteX62" fmla="*/ 444426 w 549933"/>
                <a:gd name="connsiteY62" fmla="*/ 130926 h 759650"/>
                <a:gd name="connsiteX63" fmla="*/ 439648 w 549933"/>
                <a:gd name="connsiteY63" fmla="*/ 133247 h 759650"/>
                <a:gd name="connsiteX64" fmla="*/ 434296 w 549933"/>
                <a:gd name="connsiteY64" fmla="*/ 134121 h 759650"/>
                <a:gd name="connsiteX65" fmla="*/ 431268 w 549933"/>
                <a:gd name="connsiteY65" fmla="*/ 134861 h 759650"/>
                <a:gd name="connsiteX66" fmla="*/ 429686 w 549933"/>
                <a:gd name="connsiteY66" fmla="*/ 132103 h 759650"/>
                <a:gd name="connsiteX67" fmla="*/ 427499 w 549933"/>
                <a:gd name="connsiteY67" fmla="*/ 132237 h 759650"/>
                <a:gd name="connsiteX68" fmla="*/ 423594 w 549933"/>
                <a:gd name="connsiteY68" fmla="*/ 129479 h 759650"/>
                <a:gd name="connsiteX69" fmla="*/ 421575 w 549933"/>
                <a:gd name="connsiteY69" fmla="*/ 131935 h 759650"/>
                <a:gd name="connsiteX70" fmla="*/ 419825 w 549933"/>
                <a:gd name="connsiteY70" fmla="*/ 135130 h 759650"/>
                <a:gd name="connsiteX71" fmla="*/ 417065 w 549933"/>
                <a:gd name="connsiteY71" fmla="*/ 136712 h 759650"/>
                <a:gd name="connsiteX72" fmla="*/ 414037 w 549933"/>
                <a:gd name="connsiteY72" fmla="*/ 137452 h 759650"/>
                <a:gd name="connsiteX73" fmla="*/ 411714 w 549933"/>
                <a:gd name="connsiteY73" fmla="*/ 138595 h 759650"/>
                <a:gd name="connsiteX74" fmla="*/ 406195 w 549933"/>
                <a:gd name="connsiteY74" fmla="*/ 135265 h 759650"/>
                <a:gd name="connsiteX75" fmla="*/ 404445 w 549933"/>
                <a:gd name="connsiteY75" fmla="*/ 134559 h 759650"/>
                <a:gd name="connsiteX76" fmla="*/ 403873 w 549933"/>
                <a:gd name="connsiteY76" fmla="*/ 130926 h 759650"/>
                <a:gd name="connsiteX77" fmla="*/ 402291 w 549933"/>
                <a:gd name="connsiteY77" fmla="*/ 126855 h 759650"/>
                <a:gd name="connsiteX78" fmla="*/ 401147 w 549933"/>
                <a:gd name="connsiteY78" fmla="*/ 124534 h 759650"/>
                <a:gd name="connsiteX79" fmla="*/ 400272 w 549933"/>
                <a:gd name="connsiteY79" fmla="*/ 122516 h 759650"/>
                <a:gd name="connsiteX80" fmla="*/ 400709 w 549933"/>
                <a:gd name="connsiteY80" fmla="*/ 120766 h 759650"/>
                <a:gd name="connsiteX81" fmla="*/ 402291 w 549933"/>
                <a:gd name="connsiteY81" fmla="*/ 118748 h 759650"/>
                <a:gd name="connsiteX82" fmla="*/ 402291 w 549933"/>
                <a:gd name="connsiteY82" fmla="*/ 113534 h 759650"/>
                <a:gd name="connsiteX83" fmla="*/ 401416 w 549933"/>
                <a:gd name="connsiteY83" fmla="*/ 112659 h 759650"/>
                <a:gd name="connsiteX84" fmla="*/ 394315 w 549933"/>
                <a:gd name="connsiteY84" fmla="*/ 111650 h 759650"/>
                <a:gd name="connsiteX85" fmla="*/ 393137 w 549933"/>
                <a:gd name="connsiteY85" fmla="*/ 108622 h 759650"/>
                <a:gd name="connsiteX86" fmla="*/ 396772 w 549933"/>
                <a:gd name="connsiteY86" fmla="*/ 106604 h 759650"/>
                <a:gd name="connsiteX87" fmla="*/ 393878 w 549933"/>
                <a:gd name="connsiteY87" fmla="*/ 103139 h 759650"/>
                <a:gd name="connsiteX88" fmla="*/ 390545 w 549933"/>
                <a:gd name="connsiteY88" fmla="*/ 102264 h 759650"/>
                <a:gd name="connsiteX89" fmla="*/ 389401 w 549933"/>
                <a:gd name="connsiteY89" fmla="*/ 100515 h 759650"/>
                <a:gd name="connsiteX90" fmla="*/ 386945 w 549933"/>
                <a:gd name="connsiteY90" fmla="*/ 96748 h 759650"/>
                <a:gd name="connsiteX91" fmla="*/ 385800 w 549933"/>
                <a:gd name="connsiteY91" fmla="*/ 93855 h 759650"/>
                <a:gd name="connsiteX92" fmla="*/ 385800 w 549933"/>
                <a:gd name="connsiteY92" fmla="*/ 91668 h 759650"/>
                <a:gd name="connsiteX93" fmla="*/ 387820 w 549933"/>
                <a:gd name="connsiteY93" fmla="*/ 87699 h 759650"/>
                <a:gd name="connsiteX94" fmla="*/ 388695 w 549933"/>
                <a:gd name="connsiteY94" fmla="*/ 86622 h 759650"/>
                <a:gd name="connsiteX95" fmla="*/ 389267 w 549933"/>
                <a:gd name="connsiteY95" fmla="*/ 86622 h 759650"/>
                <a:gd name="connsiteX96" fmla="*/ 390849 w 549933"/>
                <a:gd name="connsiteY96" fmla="*/ 86622 h 759650"/>
                <a:gd name="connsiteX97" fmla="*/ 394046 w 549933"/>
                <a:gd name="connsiteY97" fmla="*/ 87497 h 759650"/>
                <a:gd name="connsiteX98" fmla="*/ 397243 w 549933"/>
                <a:gd name="connsiteY98" fmla="*/ 89818 h 759650"/>
                <a:gd name="connsiteX99" fmla="*/ 400440 w 549933"/>
                <a:gd name="connsiteY99" fmla="*/ 91130 h 759650"/>
                <a:gd name="connsiteX100" fmla="*/ 403637 w 549933"/>
                <a:gd name="connsiteY100" fmla="*/ 87497 h 759650"/>
                <a:gd name="connsiteX101" fmla="*/ 402931 w 549933"/>
                <a:gd name="connsiteY101" fmla="*/ 81845 h 759650"/>
                <a:gd name="connsiteX102" fmla="*/ 400474 w 549933"/>
                <a:gd name="connsiteY102" fmla="*/ 78212 h 759650"/>
                <a:gd name="connsiteX103" fmla="*/ 399599 w 549933"/>
                <a:gd name="connsiteY103" fmla="*/ 74747 h 759650"/>
                <a:gd name="connsiteX104" fmla="*/ 396267 w 549933"/>
                <a:gd name="connsiteY104" fmla="*/ 71417 h 759650"/>
                <a:gd name="connsiteX105" fmla="*/ 396839 w 549933"/>
                <a:gd name="connsiteY105" fmla="*/ 69533 h 759650"/>
                <a:gd name="connsiteX106" fmla="*/ 400305 w 549933"/>
                <a:gd name="connsiteY106" fmla="*/ 66640 h 759650"/>
                <a:gd name="connsiteX107" fmla="*/ 400878 w 549933"/>
                <a:gd name="connsiteY107" fmla="*/ 64050 h 759650"/>
                <a:gd name="connsiteX108" fmla="*/ 396536 w 549933"/>
                <a:gd name="connsiteY108" fmla="*/ 63310 h 759650"/>
                <a:gd name="connsiteX109" fmla="*/ 394079 w 549933"/>
                <a:gd name="connsiteY109" fmla="*/ 61729 h 759650"/>
                <a:gd name="connsiteX110" fmla="*/ 395661 w 549933"/>
                <a:gd name="connsiteY110" fmla="*/ 59408 h 759650"/>
                <a:gd name="connsiteX111" fmla="*/ 396233 w 549933"/>
                <a:gd name="connsiteY111" fmla="*/ 57658 h 759650"/>
                <a:gd name="connsiteX112" fmla="*/ 395527 w 549933"/>
                <a:gd name="connsiteY112" fmla="*/ 55337 h 759650"/>
                <a:gd name="connsiteX113" fmla="*/ 394517 w 549933"/>
                <a:gd name="connsiteY113" fmla="*/ 55337 h 759650"/>
                <a:gd name="connsiteX114" fmla="*/ 391757 w 549933"/>
                <a:gd name="connsiteY114" fmla="*/ 53588 h 759650"/>
                <a:gd name="connsiteX115" fmla="*/ 389570 w 549933"/>
                <a:gd name="connsiteY115" fmla="*/ 54328 h 759650"/>
                <a:gd name="connsiteX116" fmla="*/ 388392 w 549933"/>
                <a:gd name="connsiteY116" fmla="*/ 56212 h 759650"/>
                <a:gd name="connsiteX117" fmla="*/ 387247 w 549933"/>
                <a:gd name="connsiteY117" fmla="*/ 58096 h 759650"/>
                <a:gd name="connsiteX118" fmla="*/ 385598 w 549933"/>
                <a:gd name="connsiteY118" fmla="*/ 59542 h 759650"/>
                <a:gd name="connsiteX119" fmla="*/ 383781 w 549933"/>
                <a:gd name="connsiteY119" fmla="*/ 59408 h 759650"/>
                <a:gd name="connsiteX120" fmla="*/ 382569 w 549933"/>
                <a:gd name="connsiteY120" fmla="*/ 57961 h 759650"/>
                <a:gd name="connsiteX121" fmla="*/ 381459 w 549933"/>
                <a:gd name="connsiteY121" fmla="*/ 56515 h 759650"/>
                <a:gd name="connsiteX122" fmla="*/ 381459 w 549933"/>
                <a:gd name="connsiteY122" fmla="*/ 54496 h 759650"/>
                <a:gd name="connsiteX123" fmla="*/ 384252 w 549933"/>
                <a:gd name="connsiteY123" fmla="*/ 53285 h 759650"/>
                <a:gd name="connsiteX124" fmla="*/ 383579 w 549933"/>
                <a:gd name="connsiteY124" fmla="*/ 51603 h 759650"/>
                <a:gd name="connsiteX125" fmla="*/ 382873 w 549933"/>
                <a:gd name="connsiteY125" fmla="*/ 50426 h 759650"/>
                <a:gd name="connsiteX126" fmla="*/ 380012 w 549933"/>
                <a:gd name="connsiteY126" fmla="*/ 48307 h 759650"/>
                <a:gd name="connsiteX127" fmla="*/ 377892 w 549933"/>
                <a:gd name="connsiteY127" fmla="*/ 49719 h 759650"/>
                <a:gd name="connsiteX128" fmla="*/ 377252 w 549933"/>
                <a:gd name="connsiteY128" fmla="*/ 49349 h 759650"/>
                <a:gd name="connsiteX129" fmla="*/ 377252 w 549933"/>
                <a:gd name="connsiteY129" fmla="*/ 46692 h 759650"/>
                <a:gd name="connsiteX130" fmla="*/ 377858 w 549933"/>
                <a:gd name="connsiteY130" fmla="*/ 44842 h 759650"/>
                <a:gd name="connsiteX131" fmla="*/ 377185 w 549933"/>
                <a:gd name="connsiteY131" fmla="*/ 43698 h 759650"/>
                <a:gd name="connsiteX132" fmla="*/ 372844 w 549933"/>
                <a:gd name="connsiteY132" fmla="*/ 40939 h 759650"/>
                <a:gd name="connsiteX133" fmla="*/ 371430 w 549933"/>
                <a:gd name="connsiteY133" fmla="*/ 37845 h 759650"/>
                <a:gd name="connsiteX134" fmla="*/ 370622 w 549933"/>
                <a:gd name="connsiteY134" fmla="*/ 35086 h 759650"/>
                <a:gd name="connsiteX135" fmla="*/ 372877 w 549933"/>
                <a:gd name="connsiteY135" fmla="*/ 32563 h 759650"/>
                <a:gd name="connsiteX136" fmla="*/ 373146 w 549933"/>
                <a:gd name="connsiteY136" fmla="*/ 32193 h 759650"/>
                <a:gd name="connsiteX137" fmla="*/ 374593 w 549933"/>
                <a:gd name="connsiteY137" fmla="*/ 30040 h 759650"/>
                <a:gd name="connsiteX138" fmla="*/ 374089 w 549933"/>
                <a:gd name="connsiteY138" fmla="*/ 27652 h 759650"/>
                <a:gd name="connsiteX139" fmla="*/ 372844 w 549933"/>
                <a:gd name="connsiteY139" fmla="*/ 26071 h 759650"/>
                <a:gd name="connsiteX140" fmla="*/ 371598 w 549933"/>
                <a:gd name="connsiteY140" fmla="*/ 24389 h 759650"/>
                <a:gd name="connsiteX141" fmla="*/ 370589 w 549933"/>
                <a:gd name="connsiteY141" fmla="*/ 22068 h 759650"/>
                <a:gd name="connsiteX142" fmla="*/ 369915 w 549933"/>
                <a:gd name="connsiteY142" fmla="*/ 20184 h 759650"/>
                <a:gd name="connsiteX143" fmla="*/ 367458 w 549933"/>
                <a:gd name="connsiteY143" fmla="*/ 18300 h 759650"/>
                <a:gd name="connsiteX144" fmla="*/ 362949 w 549933"/>
                <a:gd name="connsiteY144" fmla="*/ 13893 h 759650"/>
                <a:gd name="connsiteX145" fmla="*/ 357093 w 549933"/>
                <a:gd name="connsiteY145" fmla="*/ 10630 h 759650"/>
                <a:gd name="connsiteX146" fmla="*/ 355780 w 549933"/>
                <a:gd name="connsiteY146" fmla="*/ 7165 h 759650"/>
                <a:gd name="connsiteX147" fmla="*/ 355780 w 549933"/>
                <a:gd name="connsiteY147" fmla="*/ 5214 h 759650"/>
                <a:gd name="connsiteX148" fmla="*/ 352516 w 549933"/>
                <a:gd name="connsiteY148" fmla="*/ 1749 h 759650"/>
                <a:gd name="connsiteX149" fmla="*/ 347098 w 549933"/>
                <a:gd name="connsiteY149" fmla="*/ 0 h 759650"/>
                <a:gd name="connsiteX150" fmla="*/ 343900 w 549933"/>
                <a:gd name="connsiteY150" fmla="*/ 639 h 759650"/>
                <a:gd name="connsiteX151" fmla="*/ 340266 w 549933"/>
                <a:gd name="connsiteY151" fmla="*/ 1379 h 759650"/>
                <a:gd name="connsiteX152" fmla="*/ 337506 w 549933"/>
                <a:gd name="connsiteY152" fmla="*/ 2388 h 759650"/>
                <a:gd name="connsiteX153" fmla="*/ 335487 w 549933"/>
                <a:gd name="connsiteY153" fmla="*/ 5147 h 759650"/>
                <a:gd name="connsiteX154" fmla="*/ 333333 w 549933"/>
                <a:gd name="connsiteY154" fmla="*/ 6896 h 759650"/>
                <a:gd name="connsiteX155" fmla="*/ 329833 w 549933"/>
                <a:gd name="connsiteY155" fmla="*/ 5887 h 759650"/>
                <a:gd name="connsiteX156" fmla="*/ 327814 w 549933"/>
                <a:gd name="connsiteY156" fmla="*/ 4440 h 759650"/>
                <a:gd name="connsiteX157" fmla="*/ 326939 w 549933"/>
                <a:gd name="connsiteY157" fmla="*/ 3869 h 759650"/>
                <a:gd name="connsiteX158" fmla="*/ 323910 w 549933"/>
                <a:gd name="connsiteY158" fmla="*/ 4306 h 759650"/>
                <a:gd name="connsiteX159" fmla="*/ 322462 w 549933"/>
                <a:gd name="connsiteY159" fmla="*/ 6627 h 759650"/>
                <a:gd name="connsiteX160" fmla="*/ 321587 w 549933"/>
                <a:gd name="connsiteY160" fmla="*/ 8343 h 759650"/>
                <a:gd name="connsiteX161" fmla="*/ 320578 w 549933"/>
                <a:gd name="connsiteY161" fmla="*/ 10664 h 759650"/>
                <a:gd name="connsiteX162" fmla="*/ 320578 w 549933"/>
                <a:gd name="connsiteY162" fmla="*/ 12850 h 759650"/>
                <a:gd name="connsiteX163" fmla="*/ 317684 w 549933"/>
                <a:gd name="connsiteY163" fmla="*/ 16046 h 759650"/>
                <a:gd name="connsiteX164" fmla="*/ 316943 w 549933"/>
                <a:gd name="connsiteY164" fmla="*/ 16551 h 759650"/>
                <a:gd name="connsiteX165" fmla="*/ 314318 w 549933"/>
                <a:gd name="connsiteY165" fmla="*/ 17190 h 759650"/>
                <a:gd name="connsiteX166" fmla="*/ 310986 w 549933"/>
                <a:gd name="connsiteY166" fmla="*/ 17190 h 759650"/>
                <a:gd name="connsiteX167" fmla="*/ 309236 w 549933"/>
                <a:gd name="connsiteY167" fmla="*/ 16315 h 759650"/>
                <a:gd name="connsiteX168" fmla="*/ 305601 w 549933"/>
                <a:gd name="connsiteY168" fmla="*/ 14297 h 759650"/>
                <a:gd name="connsiteX169" fmla="*/ 304020 w 549933"/>
                <a:gd name="connsiteY169" fmla="*/ 13288 h 759650"/>
                <a:gd name="connsiteX170" fmla="*/ 300688 w 549933"/>
                <a:gd name="connsiteY170" fmla="*/ 15172 h 759650"/>
                <a:gd name="connsiteX171" fmla="*/ 299375 w 549933"/>
                <a:gd name="connsiteY171" fmla="*/ 17358 h 759650"/>
                <a:gd name="connsiteX172" fmla="*/ 295741 w 549933"/>
                <a:gd name="connsiteY172" fmla="*/ 17661 h 759650"/>
                <a:gd name="connsiteX173" fmla="*/ 290390 w 549933"/>
                <a:gd name="connsiteY173" fmla="*/ 17358 h 759650"/>
                <a:gd name="connsiteX174" fmla="*/ 287495 w 549933"/>
                <a:gd name="connsiteY174" fmla="*/ 17493 h 759650"/>
                <a:gd name="connsiteX175" fmla="*/ 283861 w 549933"/>
                <a:gd name="connsiteY175" fmla="*/ 18636 h 759650"/>
                <a:gd name="connsiteX176" fmla="*/ 280966 w 549933"/>
                <a:gd name="connsiteY176" fmla="*/ 19343 h 759650"/>
                <a:gd name="connsiteX177" fmla="*/ 278510 w 549933"/>
                <a:gd name="connsiteY177" fmla="*/ 20083 h 759650"/>
                <a:gd name="connsiteX178" fmla="*/ 278577 w 549933"/>
                <a:gd name="connsiteY178" fmla="*/ 24422 h 759650"/>
                <a:gd name="connsiteX179" fmla="*/ 271846 w 549933"/>
                <a:gd name="connsiteY179" fmla="*/ 25566 h 759650"/>
                <a:gd name="connsiteX180" fmla="*/ 271846 w 549933"/>
                <a:gd name="connsiteY180" fmla="*/ 28459 h 759650"/>
                <a:gd name="connsiteX181" fmla="*/ 272855 w 549933"/>
                <a:gd name="connsiteY181" fmla="*/ 29468 h 759650"/>
                <a:gd name="connsiteX182" fmla="*/ 273731 w 549933"/>
                <a:gd name="connsiteY182" fmla="*/ 31218 h 759650"/>
                <a:gd name="connsiteX183" fmla="*/ 274168 w 549933"/>
                <a:gd name="connsiteY183" fmla="*/ 32967 h 759650"/>
                <a:gd name="connsiteX184" fmla="*/ 274875 w 549933"/>
                <a:gd name="connsiteY184" fmla="*/ 34716 h 759650"/>
                <a:gd name="connsiteX185" fmla="*/ 275178 w 549933"/>
                <a:gd name="connsiteY185" fmla="*/ 37912 h 759650"/>
                <a:gd name="connsiteX186" fmla="*/ 275312 w 549933"/>
                <a:gd name="connsiteY186" fmla="*/ 39796 h 759650"/>
                <a:gd name="connsiteX187" fmla="*/ 277332 w 549933"/>
                <a:gd name="connsiteY187" fmla="*/ 44001 h 759650"/>
                <a:gd name="connsiteX188" fmla="*/ 276187 w 549933"/>
                <a:gd name="connsiteY188" fmla="*/ 47768 h 759650"/>
                <a:gd name="connsiteX189" fmla="*/ 273293 w 549933"/>
                <a:gd name="connsiteY189" fmla="*/ 48475 h 759650"/>
                <a:gd name="connsiteX190" fmla="*/ 267067 w 549933"/>
                <a:gd name="connsiteY190" fmla="*/ 50224 h 759650"/>
                <a:gd name="connsiteX191" fmla="*/ 270096 w 549933"/>
                <a:gd name="connsiteY191" fmla="*/ 55304 h 759650"/>
                <a:gd name="connsiteX192" fmla="*/ 274000 w 549933"/>
                <a:gd name="connsiteY192" fmla="*/ 57187 h 759650"/>
                <a:gd name="connsiteX193" fmla="*/ 276154 w 549933"/>
                <a:gd name="connsiteY193" fmla="*/ 58499 h 759650"/>
                <a:gd name="connsiteX194" fmla="*/ 277163 w 549933"/>
                <a:gd name="connsiteY194" fmla="*/ 60383 h 759650"/>
                <a:gd name="connsiteX195" fmla="*/ 276591 w 549933"/>
                <a:gd name="connsiteY195" fmla="*/ 62704 h 759650"/>
                <a:gd name="connsiteX196" fmla="*/ 275716 w 549933"/>
                <a:gd name="connsiteY196" fmla="*/ 66775 h 759650"/>
                <a:gd name="connsiteX197" fmla="*/ 275009 w 549933"/>
                <a:gd name="connsiteY197" fmla="*/ 70845 h 759650"/>
                <a:gd name="connsiteX198" fmla="*/ 274000 w 549933"/>
                <a:gd name="connsiteY198" fmla="*/ 72662 h 759650"/>
                <a:gd name="connsiteX199" fmla="*/ 271980 w 549933"/>
                <a:gd name="connsiteY199" fmla="*/ 72863 h 759650"/>
                <a:gd name="connsiteX200" fmla="*/ 269221 w 549933"/>
                <a:gd name="connsiteY200" fmla="*/ 72863 h 759650"/>
                <a:gd name="connsiteX201" fmla="*/ 266327 w 549933"/>
                <a:gd name="connsiteY201" fmla="*/ 73166 h 759650"/>
                <a:gd name="connsiteX202" fmla="*/ 264745 w 549933"/>
                <a:gd name="connsiteY202" fmla="*/ 74747 h 759650"/>
                <a:gd name="connsiteX203" fmla="*/ 263735 w 549933"/>
                <a:gd name="connsiteY203" fmla="*/ 79255 h 759650"/>
                <a:gd name="connsiteX204" fmla="*/ 262591 w 549933"/>
                <a:gd name="connsiteY204" fmla="*/ 80399 h 759650"/>
                <a:gd name="connsiteX205" fmla="*/ 256802 w 549933"/>
                <a:gd name="connsiteY205" fmla="*/ 80836 h 759650"/>
                <a:gd name="connsiteX206" fmla="*/ 251014 w 549933"/>
                <a:gd name="connsiteY206" fmla="*/ 81139 h 759650"/>
                <a:gd name="connsiteX207" fmla="*/ 247513 w 549933"/>
                <a:gd name="connsiteY207" fmla="*/ 79827 h 759650"/>
                <a:gd name="connsiteX208" fmla="*/ 244451 w 549933"/>
                <a:gd name="connsiteY208" fmla="*/ 76564 h 759650"/>
                <a:gd name="connsiteX209" fmla="*/ 242869 w 549933"/>
                <a:gd name="connsiteY209" fmla="*/ 74613 h 759650"/>
                <a:gd name="connsiteX210" fmla="*/ 239672 w 549933"/>
                <a:gd name="connsiteY210" fmla="*/ 74613 h 759650"/>
                <a:gd name="connsiteX211" fmla="*/ 238225 w 549933"/>
                <a:gd name="connsiteY211" fmla="*/ 77808 h 759650"/>
                <a:gd name="connsiteX212" fmla="*/ 235465 w 549933"/>
                <a:gd name="connsiteY212" fmla="*/ 78549 h 759650"/>
                <a:gd name="connsiteX213" fmla="*/ 235768 w 549933"/>
                <a:gd name="connsiteY213" fmla="*/ 76227 h 759650"/>
                <a:gd name="connsiteX214" fmla="*/ 237081 w 549933"/>
                <a:gd name="connsiteY214" fmla="*/ 74646 h 759650"/>
                <a:gd name="connsiteX215" fmla="*/ 237081 w 549933"/>
                <a:gd name="connsiteY215" fmla="*/ 72056 h 759650"/>
                <a:gd name="connsiteX216" fmla="*/ 233884 w 549933"/>
                <a:gd name="connsiteY216" fmla="*/ 71047 h 759650"/>
                <a:gd name="connsiteX217" fmla="*/ 230855 w 549933"/>
                <a:gd name="connsiteY217" fmla="*/ 72191 h 759650"/>
                <a:gd name="connsiteX218" fmla="*/ 228835 w 549933"/>
                <a:gd name="connsiteY218" fmla="*/ 74075 h 759650"/>
                <a:gd name="connsiteX219" fmla="*/ 226648 w 549933"/>
                <a:gd name="connsiteY219" fmla="*/ 77270 h 759650"/>
                <a:gd name="connsiteX220" fmla="*/ 226648 w 549933"/>
                <a:gd name="connsiteY220" fmla="*/ 79020 h 759650"/>
                <a:gd name="connsiteX221" fmla="*/ 224898 w 549933"/>
                <a:gd name="connsiteY221" fmla="*/ 81038 h 759650"/>
                <a:gd name="connsiteX222" fmla="*/ 224898 w 549933"/>
                <a:gd name="connsiteY222" fmla="*/ 82484 h 759650"/>
                <a:gd name="connsiteX223" fmla="*/ 221970 w 549933"/>
                <a:gd name="connsiteY223" fmla="*/ 85411 h 759650"/>
                <a:gd name="connsiteX224" fmla="*/ 220220 w 549933"/>
                <a:gd name="connsiteY224" fmla="*/ 87362 h 759650"/>
                <a:gd name="connsiteX225" fmla="*/ 217830 w 549933"/>
                <a:gd name="connsiteY225" fmla="*/ 89011 h 759650"/>
                <a:gd name="connsiteX226" fmla="*/ 216080 w 549933"/>
                <a:gd name="connsiteY226" fmla="*/ 89784 h 759650"/>
                <a:gd name="connsiteX227" fmla="*/ 213792 w 549933"/>
                <a:gd name="connsiteY227" fmla="*/ 90659 h 759650"/>
                <a:gd name="connsiteX228" fmla="*/ 212277 w 549933"/>
                <a:gd name="connsiteY228" fmla="*/ 91197 h 759650"/>
                <a:gd name="connsiteX229" fmla="*/ 210662 w 549933"/>
                <a:gd name="connsiteY229" fmla="*/ 92711 h 759650"/>
                <a:gd name="connsiteX230" fmla="*/ 209248 w 549933"/>
                <a:gd name="connsiteY230" fmla="*/ 95436 h 759650"/>
                <a:gd name="connsiteX231" fmla="*/ 209248 w 549933"/>
                <a:gd name="connsiteY231" fmla="*/ 98161 h 759650"/>
                <a:gd name="connsiteX232" fmla="*/ 209248 w 549933"/>
                <a:gd name="connsiteY232" fmla="*/ 101625 h 759650"/>
                <a:gd name="connsiteX233" fmla="*/ 205345 w 549933"/>
                <a:gd name="connsiteY233" fmla="*/ 99674 h 759650"/>
                <a:gd name="connsiteX234" fmla="*/ 203830 w 549933"/>
                <a:gd name="connsiteY234" fmla="*/ 97387 h 759650"/>
                <a:gd name="connsiteX235" fmla="*/ 202753 w 549933"/>
                <a:gd name="connsiteY235" fmla="*/ 90659 h 759650"/>
                <a:gd name="connsiteX236" fmla="*/ 201542 w 549933"/>
                <a:gd name="connsiteY236" fmla="*/ 88472 h 759650"/>
                <a:gd name="connsiteX237" fmla="*/ 198916 w 549933"/>
                <a:gd name="connsiteY237" fmla="*/ 86858 h 759650"/>
                <a:gd name="connsiteX238" fmla="*/ 196527 w 549933"/>
                <a:gd name="connsiteY238" fmla="*/ 84267 h 759650"/>
                <a:gd name="connsiteX239" fmla="*/ 193902 w 549933"/>
                <a:gd name="connsiteY239" fmla="*/ 82215 h 759650"/>
                <a:gd name="connsiteX240" fmla="*/ 189661 w 549933"/>
                <a:gd name="connsiteY240" fmla="*/ 83090 h 759650"/>
                <a:gd name="connsiteX241" fmla="*/ 188248 w 549933"/>
                <a:gd name="connsiteY241" fmla="*/ 83628 h 759650"/>
                <a:gd name="connsiteX242" fmla="*/ 185219 w 549933"/>
                <a:gd name="connsiteY242" fmla="*/ 85680 h 759650"/>
                <a:gd name="connsiteX243" fmla="*/ 181517 w 549933"/>
                <a:gd name="connsiteY243" fmla="*/ 88741 h 759650"/>
                <a:gd name="connsiteX244" fmla="*/ 173036 w 549933"/>
                <a:gd name="connsiteY244" fmla="*/ 95570 h 759650"/>
                <a:gd name="connsiteX245" fmla="*/ 169771 w 549933"/>
                <a:gd name="connsiteY245" fmla="*/ 98295 h 759650"/>
                <a:gd name="connsiteX246" fmla="*/ 161627 w 549933"/>
                <a:gd name="connsiteY246" fmla="*/ 103610 h 759650"/>
                <a:gd name="connsiteX247" fmla="*/ 158800 w 549933"/>
                <a:gd name="connsiteY247" fmla="*/ 105561 h 759650"/>
                <a:gd name="connsiteX248" fmla="*/ 157387 w 549933"/>
                <a:gd name="connsiteY248" fmla="*/ 108286 h 759650"/>
                <a:gd name="connsiteX249" fmla="*/ 155637 w 549933"/>
                <a:gd name="connsiteY249" fmla="*/ 110473 h 759650"/>
                <a:gd name="connsiteX250" fmla="*/ 148805 w 549933"/>
                <a:gd name="connsiteY250" fmla="*/ 106469 h 759650"/>
                <a:gd name="connsiteX251" fmla="*/ 146853 w 549933"/>
                <a:gd name="connsiteY251" fmla="*/ 106469 h 759650"/>
                <a:gd name="connsiteX252" fmla="*/ 144026 w 549933"/>
                <a:gd name="connsiteY252" fmla="*/ 109194 h 759650"/>
                <a:gd name="connsiteX253" fmla="*/ 143252 w 549933"/>
                <a:gd name="connsiteY253" fmla="*/ 112255 h 759650"/>
                <a:gd name="connsiteX254" fmla="*/ 146954 w 549933"/>
                <a:gd name="connsiteY254" fmla="*/ 116696 h 759650"/>
                <a:gd name="connsiteX255" fmla="*/ 149882 w 549933"/>
                <a:gd name="connsiteY255" fmla="*/ 118748 h 759650"/>
                <a:gd name="connsiteX256" fmla="*/ 151733 w 549933"/>
                <a:gd name="connsiteY256" fmla="*/ 120497 h 759650"/>
                <a:gd name="connsiteX257" fmla="*/ 151632 w 549933"/>
                <a:gd name="connsiteY257" fmla="*/ 122011 h 759650"/>
                <a:gd name="connsiteX258" fmla="*/ 150016 w 549933"/>
                <a:gd name="connsiteY258" fmla="*/ 123760 h 759650"/>
                <a:gd name="connsiteX259" fmla="*/ 145002 w 549933"/>
                <a:gd name="connsiteY259" fmla="*/ 123962 h 759650"/>
                <a:gd name="connsiteX260" fmla="*/ 142713 w 549933"/>
                <a:gd name="connsiteY260" fmla="*/ 124063 h 759650"/>
                <a:gd name="connsiteX261" fmla="*/ 137800 w 549933"/>
                <a:gd name="connsiteY261" fmla="*/ 123827 h 759650"/>
                <a:gd name="connsiteX262" fmla="*/ 133761 w 549933"/>
                <a:gd name="connsiteY262" fmla="*/ 123727 h 759650"/>
                <a:gd name="connsiteX263" fmla="*/ 130295 w 549933"/>
                <a:gd name="connsiteY263" fmla="*/ 120901 h 759650"/>
                <a:gd name="connsiteX264" fmla="*/ 126155 w 549933"/>
                <a:gd name="connsiteY264" fmla="*/ 121675 h 759650"/>
                <a:gd name="connsiteX265" fmla="*/ 123867 w 549933"/>
                <a:gd name="connsiteY265" fmla="*/ 124399 h 759650"/>
                <a:gd name="connsiteX266" fmla="*/ 120939 w 549933"/>
                <a:gd name="connsiteY266" fmla="*/ 125375 h 759650"/>
                <a:gd name="connsiteX267" fmla="*/ 117674 w 549933"/>
                <a:gd name="connsiteY267" fmla="*/ 124837 h 759650"/>
                <a:gd name="connsiteX268" fmla="*/ 115285 w 549933"/>
                <a:gd name="connsiteY268" fmla="*/ 124063 h 759650"/>
                <a:gd name="connsiteX269" fmla="*/ 112021 w 549933"/>
                <a:gd name="connsiteY269" fmla="*/ 125139 h 759650"/>
                <a:gd name="connsiteX270" fmla="*/ 110371 w 549933"/>
                <a:gd name="connsiteY270" fmla="*/ 126451 h 759650"/>
                <a:gd name="connsiteX271" fmla="*/ 105155 w 549933"/>
                <a:gd name="connsiteY271" fmla="*/ 126889 h 759650"/>
                <a:gd name="connsiteX272" fmla="*/ 105155 w 549933"/>
                <a:gd name="connsiteY272" fmla="*/ 126014 h 759650"/>
                <a:gd name="connsiteX273" fmla="*/ 107208 w 549933"/>
                <a:gd name="connsiteY273" fmla="*/ 124164 h 759650"/>
                <a:gd name="connsiteX274" fmla="*/ 108284 w 549933"/>
                <a:gd name="connsiteY274" fmla="*/ 122415 h 759650"/>
                <a:gd name="connsiteX275" fmla="*/ 109059 w 549933"/>
                <a:gd name="connsiteY275" fmla="*/ 119690 h 759650"/>
                <a:gd name="connsiteX276" fmla="*/ 109496 w 549933"/>
                <a:gd name="connsiteY276" fmla="*/ 115889 h 759650"/>
                <a:gd name="connsiteX277" fmla="*/ 108857 w 549933"/>
                <a:gd name="connsiteY277" fmla="*/ 113265 h 759650"/>
                <a:gd name="connsiteX278" fmla="*/ 107881 w 549933"/>
                <a:gd name="connsiteY278" fmla="*/ 111213 h 759650"/>
                <a:gd name="connsiteX279" fmla="*/ 107107 w 549933"/>
                <a:gd name="connsiteY279" fmla="*/ 108723 h 759650"/>
                <a:gd name="connsiteX280" fmla="*/ 107544 w 549933"/>
                <a:gd name="connsiteY280" fmla="*/ 106234 h 759650"/>
                <a:gd name="connsiteX281" fmla="*/ 108857 w 549933"/>
                <a:gd name="connsiteY281" fmla="*/ 104922 h 759650"/>
                <a:gd name="connsiteX282" fmla="*/ 109934 w 549933"/>
                <a:gd name="connsiteY282" fmla="*/ 103509 h 759650"/>
                <a:gd name="connsiteX283" fmla="*/ 109395 w 549933"/>
                <a:gd name="connsiteY283" fmla="*/ 100347 h 759650"/>
                <a:gd name="connsiteX284" fmla="*/ 110809 w 549933"/>
                <a:gd name="connsiteY284" fmla="*/ 97757 h 759650"/>
                <a:gd name="connsiteX285" fmla="*/ 111785 w 549933"/>
                <a:gd name="connsiteY285" fmla="*/ 96546 h 759650"/>
                <a:gd name="connsiteX286" fmla="*/ 111145 w 549933"/>
                <a:gd name="connsiteY286" fmla="*/ 89280 h 759650"/>
                <a:gd name="connsiteX287" fmla="*/ 112222 w 549933"/>
                <a:gd name="connsiteY287" fmla="*/ 86117 h 759650"/>
                <a:gd name="connsiteX288" fmla="*/ 106905 w 549933"/>
                <a:gd name="connsiteY288" fmla="*/ 80802 h 759650"/>
                <a:gd name="connsiteX289" fmla="*/ 105592 w 549933"/>
                <a:gd name="connsiteY289" fmla="*/ 78750 h 759650"/>
                <a:gd name="connsiteX290" fmla="*/ 103640 w 549933"/>
                <a:gd name="connsiteY290" fmla="*/ 76160 h 759650"/>
                <a:gd name="connsiteX291" fmla="*/ 106467 w 549933"/>
                <a:gd name="connsiteY291" fmla="*/ 73772 h 759650"/>
                <a:gd name="connsiteX292" fmla="*/ 107342 w 549933"/>
                <a:gd name="connsiteY292" fmla="*/ 72258 h 759650"/>
                <a:gd name="connsiteX293" fmla="*/ 105390 w 549933"/>
                <a:gd name="connsiteY293" fmla="*/ 68019 h 759650"/>
                <a:gd name="connsiteX294" fmla="*/ 103539 w 549933"/>
                <a:gd name="connsiteY294" fmla="*/ 66169 h 759650"/>
                <a:gd name="connsiteX295" fmla="*/ 102126 w 549933"/>
                <a:gd name="connsiteY295" fmla="*/ 62570 h 759650"/>
                <a:gd name="connsiteX296" fmla="*/ 98760 w 549933"/>
                <a:gd name="connsiteY296" fmla="*/ 62570 h 759650"/>
                <a:gd name="connsiteX297" fmla="*/ 97986 w 549933"/>
                <a:gd name="connsiteY297" fmla="*/ 63343 h 759650"/>
                <a:gd name="connsiteX298" fmla="*/ 96573 w 549933"/>
                <a:gd name="connsiteY298" fmla="*/ 66270 h 759650"/>
                <a:gd name="connsiteX299" fmla="*/ 95496 w 549933"/>
                <a:gd name="connsiteY299" fmla="*/ 67683 h 759650"/>
                <a:gd name="connsiteX300" fmla="*/ 93308 w 549933"/>
                <a:gd name="connsiteY300" fmla="*/ 68558 h 759650"/>
                <a:gd name="connsiteX301" fmla="*/ 90683 w 549933"/>
                <a:gd name="connsiteY301" fmla="*/ 68019 h 759650"/>
                <a:gd name="connsiteX302" fmla="*/ 90044 w 549933"/>
                <a:gd name="connsiteY302" fmla="*/ 65194 h 759650"/>
                <a:gd name="connsiteX303" fmla="*/ 87654 w 549933"/>
                <a:gd name="connsiteY303" fmla="*/ 63444 h 759650"/>
                <a:gd name="connsiteX304" fmla="*/ 85467 w 549933"/>
                <a:gd name="connsiteY304" fmla="*/ 66371 h 759650"/>
                <a:gd name="connsiteX305" fmla="*/ 84491 w 549933"/>
                <a:gd name="connsiteY305" fmla="*/ 67784 h 759650"/>
                <a:gd name="connsiteX306" fmla="*/ 82000 w 549933"/>
                <a:gd name="connsiteY306" fmla="*/ 65833 h 759650"/>
                <a:gd name="connsiteX307" fmla="*/ 81024 w 549933"/>
                <a:gd name="connsiteY307" fmla="*/ 64319 h 759650"/>
                <a:gd name="connsiteX308" fmla="*/ 79611 w 549933"/>
                <a:gd name="connsiteY308" fmla="*/ 64117 h 759650"/>
                <a:gd name="connsiteX309" fmla="*/ 76683 w 549933"/>
                <a:gd name="connsiteY309" fmla="*/ 64756 h 759650"/>
                <a:gd name="connsiteX310" fmla="*/ 75707 w 549933"/>
                <a:gd name="connsiteY310" fmla="*/ 66808 h 759650"/>
                <a:gd name="connsiteX311" fmla="*/ 75168 w 549933"/>
                <a:gd name="connsiteY311" fmla="*/ 68995 h 759650"/>
                <a:gd name="connsiteX312" fmla="*/ 74092 w 549933"/>
                <a:gd name="connsiteY312" fmla="*/ 70744 h 759650"/>
                <a:gd name="connsiteX313" fmla="*/ 71803 w 549933"/>
                <a:gd name="connsiteY313" fmla="*/ 71619 h 759650"/>
                <a:gd name="connsiteX314" fmla="*/ 70053 w 549933"/>
                <a:gd name="connsiteY314" fmla="*/ 72931 h 759650"/>
                <a:gd name="connsiteX315" fmla="*/ 70053 w 549933"/>
                <a:gd name="connsiteY315" fmla="*/ 75656 h 759650"/>
                <a:gd name="connsiteX316" fmla="*/ 71467 w 549933"/>
                <a:gd name="connsiteY316" fmla="*/ 77708 h 759650"/>
                <a:gd name="connsiteX317" fmla="*/ 72106 w 549933"/>
                <a:gd name="connsiteY317" fmla="*/ 78919 h 759650"/>
                <a:gd name="connsiteX318" fmla="*/ 73418 w 549933"/>
                <a:gd name="connsiteY318" fmla="*/ 79894 h 759650"/>
                <a:gd name="connsiteX319" fmla="*/ 74395 w 549933"/>
                <a:gd name="connsiteY319" fmla="*/ 81744 h 759650"/>
                <a:gd name="connsiteX320" fmla="*/ 74192 w 549933"/>
                <a:gd name="connsiteY320" fmla="*/ 84234 h 759650"/>
                <a:gd name="connsiteX321" fmla="*/ 73856 w 549933"/>
                <a:gd name="connsiteY321" fmla="*/ 85310 h 759650"/>
                <a:gd name="connsiteX322" fmla="*/ 72543 w 549933"/>
                <a:gd name="connsiteY322" fmla="*/ 86824 h 759650"/>
                <a:gd name="connsiteX323" fmla="*/ 71029 w 549933"/>
                <a:gd name="connsiteY323" fmla="*/ 87026 h 759650"/>
                <a:gd name="connsiteX324" fmla="*/ 67765 w 549933"/>
                <a:gd name="connsiteY324" fmla="*/ 86925 h 759650"/>
                <a:gd name="connsiteX325" fmla="*/ 64937 w 549933"/>
                <a:gd name="connsiteY325" fmla="*/ 87026 h 759650"/>
                <a:gd name="connsiteX326" fmla="*/ 61134 w 549933"/>
                <a:gd name="connsiteY326" fmla="*/ 87261 h 759650"/>
                <a:gd name="connsiteX327" fmla="*/ 58409 w 549933"/>
                <a:gd name="connsiteY327" fmla="*/ 88136 h 759650"/>
                <a:gd name="connsiteX328" fmla="*/ 55918 w 549933"/>
                <a:gd name="connsiteY328" fmla="*/ 89347 h 759650"/>
                <a:gd name="connsiteX329" fmla="*/ 53731 w 549933"/>
                <a:gd name="connsiteY329" fmla="*/ 92173 h 759650"/>
                <a:gd name="connsiteX330" fmla="*/ 51678 w 549933"/>
                <a:gd name="connsiteY330" fmla="*/ 94561 h 759650"/>
                <a:gd name="connsiteX331" fmla="*/ 49826 w 549933"/>
                <a:gd name="connsiteY331" fmla="*/ 97488 h 759650"/>
                <a:gd name="connsiteX332" fmla="*/ 48177 w 549933"/>
                <a:gd name="connsiteY332" fmla="*/ 101087 h 759650"/>
                <a:gd name="connsiteX333" fmla="*/ 48581 w 549933"/>
                <a:gd name="connsiteY333" fmla="*/ 104115 h 759650"/>
                <a:gd name="connsiteX334" fmla="*/ 47403 w 549933"/>
                <a:gd name="connsiteY334" fmla="*/ 106503 h 759650"/>
                <a:gd name="connsiteX335" fmla="*/ 47403 w 549933"/>
                <a:gd name="connsiteY335" fmla="*/ 108656 h 759650"/>
                <a:gd name="connsiteX336" fmla="*/ 48951 w 549933"/>
                <a:gd name="connsiteY336" fmla="*/ 110708 h 759650"/>
                <a:gd name="connsiteX337" fmla="*/ 48548 w 549933"/>
                <a:gd name="connsiteY337" fmla="*/ 112289 h 759650"/>
                <a:gd name="connsiteX338" fmla="*/ 47807 w 549933"/>
                <a:gd name="connsiteY338" fmla="*/ 114577 h 759650"/>
                <a:gd name="connsiteX339" fmla="*/ 48884 w 549933"/>
                <a:gd name="connsiteY339" fmla="*/ 117571 h 759650"/>
                <a:gd name="connsiteX340" fmla="*/ 49557 w 549933"/>
                <a:gd name="connsiteY340" fmla="*/ 119959 h 759650"/>
                <a:gd name="connsiteX341" fmla="*/ 50534 w 549933"/>
                <a:gd name="connsiteY341" fmla="*/ 124097 h 759650"/>
                <a:gd name="connsiteX342" fmla="*/ 50735 w 549933"/>
                <a:gd name="connsiteY342" fmla="*/ 126552 h 759650"/>
                <a:gd name="connsiteX343" fmla="*/ 51173 w 549933"/>
                <a:gd name="connsiteY343" fmla="*/ 130791 h 759650"/>
                <a:gd name="connsiteX344" fmla="*/ 52048 w 549933"/>
                <a:gd name="connsiteY344" fmla="*/ 133886 h 759650"/>
                <a:gd name="connsiteX345" fmla="*/ 51139 w 549933"/>
                <a:gd name="connsiteY345" fmla="*/ 135097 h 759650"/>
                <a:gd name="connsiteX346" fmla="*/ 48481 w 549933"/>
                <a:gd name="connsiteY346" fmla="*/ 134760 h 759650"/>
                <a:gd name="connsiteX347" fmla="*/ 44678 w 549933"/>
                <a:gd name="connsiteY347" fmla="*/ 132305 h 759650"/>
                <a:gd name="connsiteX348" fmla="*/ 39831 w 549933"/>
                <a:gd name="connsiteY348" fmla="*/ 134088 h 759650"/>
                <a:gd name="connsiteX349" fmla="*/ 34413 w 549933"/>
                <a:gd name="connsiteY349" fmla="*/ 133448 h 759650"/>
                <a:gd name="connsiteX350" fmla="*/ 31788 w 549933"/>
                <a:gd name="connsiteY350" fmla="*/ 134962 h 759650"/>
                <a:gd name="connsiteX351" fmla="*/ 28321 w 549933"/>
                <a:gd name="connsiteY351" fmla="*/ 137788 h 759650"/>
                <a:gd name="connsiteX352" fmla="*/ 22432 w 549933"/>
                <a:gd name="connsiteY352" fmla="*/ 143439 h 759650"/>
                <a:gd name="connsiteX353" fmla="*/ 21119 w 549933"/>
                <a:gd name="connsiteY353" fmla="*/ 145626 h 759650"/>
                <a:gd name="connsiteX354" fmla="*/ 20042 w 549933"/>
                <a:gd name="connsiteY354" fmla="*/ 148014 h 759650"/>
                <a:gd name="connsiteX355" fmla="*/ 21792 w 549933"/>
                <a:gd name="connsiteY355" fmla="*/ 150201 h 759650"/>
                <a:gd name="connsiteX356" fmla="*/ 22869 w 549933"/>
                <a:gd name="connsiteY356" fmla="*/ 150840 h 759650"/>
                <a:gd name="connsiteX357" fmla="*/ 26773 w 549933"/>
                <a:gd name="connsiteY357" fmla="*/ 151042 h 759650"/>
                <a:gd name="connsiteX358" fmla="*/ 29937 w 549933"/>
                <a:gd name="connsiteY358" fmla="*/ 152556 h 759650"/>
                <a:gd name="connsiteX359" fmla="*/ 31788 w 549933"/>
                <a:gd name="connsiteY359" fmla="*/ 156054 h 759650"/>
                <a:gd name="connsiteX360" fmla="*/ 31788 w 549933"/>
                <a:gd name="connsiteY360" fmla="*/ 160831 h 759650"/>
                <a:gd name="connsiteX361" fmla="*/ 28961 w 549933"/>
                <a:gd name="connsiteY361" fmla="*/ 162345 h 759650"/>
                <a:gd name="connsiteX362" fmla="*/ 29836 w 549933"/>
                <a:gd name="connsiteY362" fmla="*/ 166045 h 759650"/>
                <a:gd name="connsiteX363" fmla="*/ 31586 w 549933"/>
                <a:gd name="connsiteY363" fmla="*/ 166281 h 759650"/>
                <a:gd name="connsiteX364" fmla="*/ 34211 w 549933"/>
                <a:gd name="connsiteY364" fmla="*/ 166483 h 759650"/>
                <a:gd name="connsiteX365" fmla="*/ 35826 w 549933"/>
                <a:gd name="connsiteY365" fmla="*/ 167795 h 759650"/>
                <a:gd name="connsiteX366" fmla="*/ 37038 w 549933"/>
                <a:gd name="connsiteY366" fmla="*/ 170385 h 759650"/>
                <a:gd name="connsiteX367" fmla="*/ 37038 w 549933"/>
                <a:gd name="connsiteY367" fmla="*/ 173009 h 759650"/>
                <a:gd name="connsiteX368" fmla="*/ 34009 w 549933"/>
                <a:gd name="connsiteY368" fmla="*/ 175868 h 759650"/>
                <a:gd name="connsiteX369" fmla="*/ 31821 w 549933"/>
                <a:gd name="connsiteY369" fmla="*/ 177146 h 759650"/>
                <a:gd name="connsiteX370" fmla="*/ 28557 w 549933"/>
                <a:gd name="connsiteY370" fmla="*/ 178223 h 759650"/>
                <a:gd name="connsiteX371" fmla="*/ 27480 w 549933"/>
                <a:gd name="connsiteY371" fmla="*/ 178862 h 759650"/>
                <a:gd name="connsiteX372" fmla="*/ 25090 w 549933"/>
                <a:gd name="connsiteY372" fmla="*/ 180174 h 759650"/>
                <a:gd name="connsiteX373" fmla="*/ 23576 w 549933"/>
                <a:gd name="connsiteY373" fmla="*/ 182125 h 759650"/>
                <a:gd name="connsiteX374" fmla="*/ 21759 w 549933"/>
                <a:gd name="connsiteY374" fmla="*/ 185758 h 759650"/>
                <a:gd name="connsiteX375" fmla="*/ 21389 w 549933"/>
                <a:gd name="connsiteY375" fmla="*/ 187945 h 759650"/>
                <a:gd name="connsiteX376" fmla="*/ 21389 w 549933"/>
                <a:gd name="connsiteY376" fmla="*/ 190400 h 759650"/>
                <a:gd name="connsiteX377" fmla="*/ 23273 w 549933"/>
                <a:gd name="connsiteY377" fmla="*/ 190972 h 759650"/>
                <a:gd name="connsiteX378" fmla="*/ 26033 w 549933"/>
                <a:gd name="connsiteY378" fmla="*/ 192419 h 759650"/>
                <a:gd name="connsiteX379" fmla="*/ 27615 w 549933"/>
                <a:gd name="connsiteY379" fmla="*/ 193428 h 759650"/>
                <a:gd name="connsiteX380" fmla="*/ 28490 w 549933"/>
                <a:gd name="connsiteY380" fmla="*/ 194605 h 759650"/>
                <a:gd name="connsiteX381" fmla="*/ 29365 w 549933"/>
                <a:gd name="connsiteY381" fmla="*/ 196926 h 759650"/>
                <a:gd name="connsiteX382" fmla="*/ 31250 w 549933"/>
                <a:gd name="connsiteY382" fmla="*/ 198945 h 759650"/>
                <a:gd name="connsiteX383" fmla="*/ 34413 w 549933"/>
                <a:gd name="connsiteY383" fmla="*/ 201703 h 759650"/>
                <a:gd name="connsiteX384" fmla="*/ 37139 w 549933"/>
                <a:gd name="connsiteY384" fmla="*/ 205605 h 759650"/>
                <a:gd name="connsiteX385" fmla="*/ 40067 w 549933"/>
                <a:gd name="connsiteY385" fmla="*/ 209743 h 759650"/>
                <a:gd name="connsiteX386" fmla="*/ 41043 w 549933"/>
                <a:gd name="connsiteY386" fmla="*/ 213107 h 759650"/>
                <a:gd name="connsiteX387" fmla="*/ 42120 w 549933"/>
                <a:gd name="connsiteY387" fmla="*/ 217009 h 759650"/>
                <a:gd name="connsiteX388" fmla="*/ 43634 w 549933"/>
                <a:gd name="connsiteY388" fmla="*/ 221450 h 759650"/>
                <a:gd name="connsiteX389" fmla="*/ 45148 w 549933"/>
                <a:gd name="connsiteY389" fmla="*/ 223838 h 759650"/>
                <a:gd name="connsiteX390" fmla="*/ 46125 w 549933"/>
                <a:gd name="connsiteY390" fmla="*/ 227539 h 759650"/>
                <a:gd name="connsiteX391" fmla="*/ 46865 w 549933"/>
                <a:gd name="connsiteY391" fmla="*/ 229927 h 759650"/>
                <a:gd name="connsiteX392" fmla="*/ 50466 w 549933"/>
                <a:gd name="connsiteY392" fmla="*/ 232954 h 759650"/>
                <a:gd name="connsiteX393" fmla="*/ 53832 w 549933"/>
                <a:gd name="connsiteY393" fmla="*/ 235780 h 759650"/>
                <a:gd name="connsiteX394" fmla="*/ 56658 w 549933"/>
                <a:gd name="connsiteY394" fmla="*/ 237832 h 759650"/>
                <a:gd name="connsiteX395" fmla="*/ 60024 w 549933"/>
                <a:gd name="connsiteY395" fmla="*/ 241297 h 759650"/>
                <a:gd name="connsiteX396" fmla="*/ 61101 w 549933"/>
                <a:gd name="connsiteY396" fmla="*/ 244022 h 759650"/>
                <a:gd name="connsiteX397" fmla="*/ 61438 w 549933"/>
                <a:gd name="connsiteY397" fmla="*/ 245973 h 759650"/>
                <a:gd name="connsiteX398" fmla="*/ 61438 w 549933"/>
                <a:gd name="connsiteY398" fmla="*/ 248698 h 759650"/>
                <a:gd name="connsiteX399" fmla="*/ 62077 w 549933"/>
                <a:gd name="connsiteY399" fmla="*/ 251860 h 759650"/>
                <a:gd name="connsiteX400" fmla="*/ 62615 w 549933"/>
                <a:gd name="connsiteY400" fmla="*/ 257612 h 759650"/>
                <a:gd name="connsiteX401" fmla="*/ 63692 w 549933"/>
                <a:gd name="connsiteY401" fmla="*/ 262187 h 759650"/>
                <a:gd name="connsiteX402" fmla="*/ 62481 w 549933"/>
                <a:gd name="connsiteY402" fmla="*/ 265955 h 759650"/>
                <a:gd name="connsiteX403" fmla="*/ 64433 w 549933"/>
                <a:gd name="connsiteY403" fmla="*/ 269891 h 759650"/>
                <a:gd name="connsiteX404" fmla="*/ 66721 w 549933"/>
                <a:gd name="connsiteY404" fmla="*/ 269655 h 759650"/>
                <a:gd name="connsiteX405" fmla="*/ 69447 w 549933"/>
                <a:gd name="connsiteY405" fmla="*/ 269756 h 759650"/>
                <a:gd name="connsiteX406" fmla="*/ 74226 w 549933"/>
                <a:gd name="connsiteY406" fmla="*/ 270294 h 759650"/>
                <a:gd name="connsiteX407" fmla="*/ 76952 w 549933"/>
                <a:gd name="connsiteY407" fmla="*/ 271001 h 759650"/>
                <a:gd name="connsiteX408" fmla="*/ 80755 w 549933"/>
                <a:gd name="connsiteY408" fmla="*/ 271169 h 759650"/>
                <a:gd name="connsiteX409" fmla="*/ 81294 w 549933"/>
                <a:gd name="connsiteY409" fmla="*/ 271169 h 759650"/>
                <a:gd name="connsiteX410" fmla="*/ 82707 w 549933"/>
                <a:gd name="connsiteY410" fmla="*/ 273221 h 759650"/>
                <a:gd name="connsiteX411" fmla="*/ 82472 w 549933"/>
                <a:gd name="connsiteY411" fmla="*/ 273995 h 759650"/>
                <a:gd name="connsiteX412" fmla="*/ 79308 w 549933"/>
                <a:gd name="connsiteY412" fmla="*/ 275071 h 759650"/>
                <a:gd name="connsiteX413" fmla="*/ 77558 w 549933"/>
                <a:gd name="connsiteY413" fmla="*/ 277561 h 759650"/>
                <a:gd name="connsiteX414" fmla="*/ 75371 w 549933"/>
                <a:gd name="connsiteY414" fmla="*/ 278536 h 759650"/>
                <a:gd name="connsiteX415" fmla="*/ 72981 w 549933"/>
                <a:gd name="connsiteY415" fmla="*/ 279747 h 759650"/>
                <a:gd name="connsiteX416" fmla="*/ 65139 w 549933"/>
                <a:gd name="connsiteY416" fmla="*/ 283347 h 759650"/>
                <a:gd name="connsiteX417" fmla="*/ 57534 w 549933"/>
                <a:gd name="connsiteY417" fmla="*/ 284423 h 759650"/>
                <a:gd name="connsiteX418" fmla="*/ 55346 w 549933"/>
                <a:gd name="connsiteY418" fmla="*/ 285836 h 759650"/>
                <a:gd name="connsiteX419" fmla="*/ 51846 w 549933"/>
                <a:gd name="connsiteY419" fmla="*/ 288561 h 759650"/>
                <a:gd name="connsiteX420" fmla="*/ 42928 w 549933"/>
                <a:gd name="connsiteY420" fmla="*/ 288561 h 759650"/>
                <a:gd name="connsiteX421" fmla="*/ 43567 w 549933"/>
                <a:gd name="connsiteY421" fmla="*/ 294010 h 759650"/>
                <a:gd name="connsiteX422" fmla="*/ 44004 w 549933"/>
                <a:gd name="connsiteY422" fmla="*/ 298585 h 759650"/>
                <a:gd name="connsiteX423" fmla="*/ 42692 w 549933"/>
                <a:gd name="connsiteY423" fmla="*/ 299662 h 759650"/>
                <a:gd name="connsiteX424" fmla="*/ 38351 w 549933"/>
                <a:gd name="connsiteY424" fmla="*/ 299023 h 759650"/>
                <a:gd name="connsiteX425" fmla="*/ 35725 w 549933"/>
                <a:gd name="connsiteY425" fmla="*/ 298585 h 759650"/>
                <a:gd name="connsiteX426" fmla="*/ 33774 w 549933"/>
                <a:gd name="connsiteY426" fmla="*/ 299897 h 759650"/>
                <a:gd name="connsiteX427" fmla="*/ 31586 w 549933"/>
                <a:gd name="connsiteY427" fmla="*/ 305986 h 759650"/>
                <a:gd name="connsiteX428" fmla="*/ 32899 w 549933"/>
                <a:gd name="connsiteY428" fmla="*/ 310763 h 759650"/>
                <a:gd name="connsiteX429" fmla="*/ 37038 w 549933"/>
                <a:gd name="connsiteY429" fmla="*/ 314026 h 759650"/>
                <a:gd name="connsiteX430" fmla="*/ 40505 w 549933"/>
                <a:gd name="connsiteY430" fmla="*/ 314665 h 759650"/>
                <a:gd name="connsiteX431" fmla="*/ 42894 w 549933"/>
                <a:gd name="connsiteY431" fmla="*/ 314665 h 759650"/>
                <a:gd name="connsiteX432" fmla="*/ 44644 w 549933"/>
                <a:gd name="connsiteY432" fmla="*/ 316616 h 759650"/>
                <a:gd name="connsiteX433" fmla="*/ 45721 w 549933"/>
                <a:gd name="connsiteY433" fmla="*/ 318366 h 759650"/>
                <a:gd name="connsiteX434" fmla="*/ 51610 w 549933"/>
                <a:gd name="connsiteY434" fmla="*/ 320956 h 759650"/>
                <a:gd name="connsiteX435" fmla="*/ 55952 w 549933"/>
                <a:gd name="connsiteY435" fmla="*/ 322470 h 759650"/>
                <a:gd name="connsiteX436" fmla="*/ 62043 w 549933"/>
                <a:gd name="connsiteY436" fmla="*/ 322907 h 759650"/>
                <a:gd name="connsiteX437" fmla="*/ 65947 w 549933"/>
                <a:gd name="connsiteY437" fmla="*/ 323445 h 759650"/>
                <a:gd name="connsiteX438" fmla="*/ 70962 w 549933"/>
                <a:gd name="connsiteY438" fmla="*/ 323344 h 759650"/>
                <a:gd name="connsiteX439" fmla="*/ 74226 w 549933"/>
                <a:gd name="connsiteY439" fmla="*/ 323344 h 759650"/>
                <a:gd name="connsiteX440" fmla="*/ 75303 w 549933"/>
                <a:gd name="connsiteY440" fmla="*/ 323781 h 759650"/>
                <a:gd name="connsiteX441" fmla="*/ 76178 w 549933"/>
                <a:gd name="connsiteY441" fmla="*/ 325531 h 759650"/>
                <a:gd name="connsiteX442" fmla="*/ 78130 w 549933"/>
                <a:gd name="connsiteY442" fmla="*/ 328357 h 759650"/>
                <a:gd name="connsiteX443" fmla="*/ 77895 w 549933"/>
                <a:gd name="connsiteY443" fmla="*/ 331182 h 759650"/>
                <a:gd name="connsiteX444" fmla="*/ 76818 w 549933"/>
                <a:gd name="connsiteY444" fmla="*/ 334008 h 759650"/>
                <a:gd name="connsiteX445" fmla="*/ 76178 w 549933"/>
                <a:gd name="connsiteY445" fmla="*/ 334883 h 759650"/>
                <a:gd name="connsiteX446" fmla="*/ 73991 w 549933"/>
                <a:gd name="connsiteY446" fmla="*/ 338785 h 759650"/>
                <a:gd name="connsiteX447" fmla="*/ 73856 w 549933"/>
                <a:gd name="connsiteY447" fmla="*/ 340299 h 759650"/>
                <a:gd name="connsiteX448" fmla="*/ 75101 w 549933"/>
                <a:gd name="connsiteY448" fmla="*/ 343326 h 759650"/>
                <a:gd name="connsiteX449" fmla="*/ 75101 w 549933"/>
                <a:gd name="connsiteY449" fmla="*/ 346791 h 759650"/>
                <a:gd name="connsiteX450" fmla="*/ 76246 w 549933"/>
                <a:gd name="connsiteY450" fmla="*/ 348103 h 759650"/>
                <a:gd name="connsiteX451" fmla="*/ 77390 w 549933"/>
                <a:gd name="connsiteY451" fmla="*/ 350727 h 759650"/>
                <a:gd name="connsiteX452" fmla="*/ 81159 w 549933"/>
                <a:gd name="connsiteY452" fmla="*/ 352308 h 759650"/>
                <a:gd name="connsiteX453" fmla="*/ 82472 w 549933"/>
                <a:gd name="connsiteY453" fmla="*/ 352443 h 759650"/>
                <a:gd name="connsiteX454" fmla="*/ 83784 w 549933"/>
                <a:gd name="connsiteY454" fmla="*/ 354326 h 759650"/>
                <a:gd name="connsiteX455" fmla="*/ 85803 w 549933"/>
                <a:gd name="connsiteY455" fmla="*/ 356647 h 759650"/>
                <a:gd name="connsiteX456" fmla="*/ 86106 w 549933"/>
                <a:gd name="connsiteY456" fmla="*/ 358834 h 759650"/>
                <a:gd name="connsiteX457" fmla="*/ 86981 w 549933"/>
                <a:gd name="connsiteY457" fmla="*/ 362030 h 759650"/>
                <a:gd name="connsiteX458" fmla="*/ 86409 w 549933"/>
                <a:gd name="connsiteY458" fmla="*/ 366369 h 759650"/>
                <a:gd name="connsiteX459" fmla="*/ 86275 w 549933"/>
                <a:gd name="connsiteY459" fmla="*/ 367984 h 759650"/>
                <a:gd name="connsiteX460" fmla="*/ 85265 w 549933"/>
                <a:gd name="connsiteY460" fmla="*/ 370574 h 759650"/>
                <a:gd name="connsiteX461" fmla="*/ 83515 w 549933"/>
                <a:gd name="connsiteY461" fmla="*/ 376091 h 759650"/>
                <a:gd name="connsiteX462" fmla="*/ 82068 w 549933"/>
                <a:gd name="connsiteY462" fmla="*/ 376966 h 759650"/>
                <a:gd name="connsiteX463" fmla="*/ 79611 w 549933"/>
                <a:gd name="connsiteY463" fmla="*/ 377975 h 759650"/>
                <a:gd name="connsiteX464" fmla="*/ 79174 w 549933"/>
                <a:gd name="connsiteY464" fmla="*/ 380733 h 759650"/>
                <a:gd name="connsiteX465" fmla="*/ 80486 w 549933"/>
                <a:gd name="connsiteY465" fmla="*/ 383357 h 759650"/>
                <a:gd name="connsiteX466" fmla="*/ 81058 w 549933"/>
                <a:gd name="connsiteY466" fmla="*/ 385376 h 759650"/>
                <a:gd name="connsiteX467" fmla="*/ 80351 w 549933"/>
                <a:gd name="connsiteY467" fmla="*/ 387260 h 759650"/>
                <a:gd name="connsiteX468" fmla="*/ 78332 w 549933"/>
                <a:gd name="connsiteY468" fmla="*/ 388571 h 759650"/>
                <a:gd name="connsiteX469" fmla="*/ 77625 w 549933"/>
                <a:gd name="connsiteY469" fmla="*/ 389143 h 759650"/>
                <a:gd name="connsiteX470" fmla="*/ 79207 w 549933"/>
                <a:gd name="connsiteY470" fmla="*/ 393214 h 759650"/>
                <a:gd name="connsiteX471" fmla="*/ 80890 w 549933"/>
                <a:gd name="connsiteY471" fmla="*/ 397116 h 759650"/>
                <a:gd name="connsiteX472" fmla="*/ 83851 w 549933"/>
                <a:gd name="connsiteY472" fmla="*/ 400581 h 759650"/>
                <a:gd name="connsiteX473" fmla="*/ 83851 w 549933"/>
                <a:gd name="connsiteY473" fmla="*/ 402397 h 759650"/>
                <a:gd name="connsiteX474" fmla="*/ 82102 w 549933"/>
                <a:gd name="connsiteY474" fmla="*/ 402498 h 759650"/>
                <a:gd name="connsiteX475" fmla="*/ 77625 w 549933"/>
                <a:gd name="connsiteY475" fmla="*/ 404651 h 759650"/>
                <a:gd name="connsiteX476" fmla="*/ 75168 w 549933"/>
                <a:gd name="connsiteY476" fmla="*/ 405660 h 759650"/>
                <a:gd name="connsiteX477" fmla="*/ 71264 w 549933"/>
                <a:gd name="connsiteY477" fmla="*/ 407847 h 759650"/>
                <a:gd name="connsiteX478" fmla="*/ 68236 w 549933"/>
                <a:gd name="connsiteY478" fmla="*/ 411043 h 759650"/>
                <a:gd name="connsiteX479" fmla="*/ 65644 w 549933"/>
                <a:gd name="connsiteY479" fmla="*/ 413061 h 759650"/>
                <a:gd name="connsiteX480" fmla="*/ 62009 w 549933"/>
                <a:gd name="connsiteY480" fmla="*/ 414070 h 759650"/>
                <a:gd name="connsiteX481" fmla="*/ 59250 w 549933"/>
                <a:gd name="connsiteY481" fmla="*/ 417098 h 759650"/>
                <a:gd name="connsiteX482" fmla="*/ 56793 w 549933"/>
                <a:gd name="connsiteY482" fmla="*/ 417098 h 759650"/>
                <a:gd name="connsiteX483" fmla="*/ 50702 w 549933"/>
                <a:gd name="connsiteY483" fmla="*/ 410874 h 759650"/>
                <a:gd name="connsiteX484" fmla="*/ 47067 w 549933"/>
                <a:gd name="connsiteY484" fmla="*/ 407679 h 759650"/>
                <a:gd name="connsiteX485" fmla="*/ 42995 w 549933"/>
                <a:gd name="connsiteY485" fmla="*/ 407242 h 759650"/>
                <a:gd name="connsiteX486" fmla="*/ 38956 w 549933"/>
                <a:gd name="connsiteY486" fmla="*/ 409697 h 759650"/>
                <a:gd name="connsiteX487" fmla="*/ 33740 w 549933"/>
                <a:gd name="connsiteY487" fmla="*/ 413162 h 759650"/>
                <a:gd name="connsiteX488" fmla="*/ 32999 w 549933"/>
                <a:gd name="connsiteY488" fmla="*/ 415483 h 759650"/>
                <a:gd name="connsiteX489" fmla="*/ 31148 w 549933"/>
                <a:gd name="connsiteY489" fmla="*/ 416526 h 759650"/>
                <a:gd name="connsiteX490" fmla="*/ 30408 w 549933"/>
                <a:gd name="connsiteY490" fmla="*/ 416930 h 759650"/>
                <a:gd name="connsiteX491" fmla="*/ 26638 w 549933"/>
                <a:gd name="connsiteY491" fmla="*/ 418040 h 759650"/>
                <a:gd name="connsiteX492" fmla="*/ 25461 w 549933"/>
                <a:gd name="connsiteY492" fmla="*/ 420697 h 759650"/>
                <a:gd name="connsiteX493" fmla="*/ 21691 w 549933"/>
                <a:gd name="connsiteY493" fmla="*/ 424465 h 759650"/>
                <a:gd name="connsiteX494" fmla="*/ 19235 w 549933"/>
                <a:gd name="connsiteY494" fmla="*/ 426921 h 759650"/>
                <a:gd name="connsiteX495" fmla="*/ 19975 w 549933"/>
                <a:gd name="connsiteY495" fmla="*/ 430116 h 759650"/>
                <a:gd name="connsiteX496" fmla="*/ 22163 w 549933"/>
                <a:gd name="connsiteY496" fmla="*/ 433447 h 759650"/>
                <a:gd name="connsiteX497" fmla="*/ 24485 w 549933"/>
                <a:gd name="connsiteY497" fmla="*/ 436340 h 759650"/>
                <a:gd name="connsiteX498" fmla="*/ 27244 w 549933"/>
                <a:gd name="connsiteY498" fmla="*/ 438964 h 759650"/>
                <a:gd name="connsiteX499" fmla="*/ 30004 w 549933"/>
                <a:gd name="connsiteY499" fmla="*/ 442731 h 759650"/>
                <a:gd name="connsiteX500" fmla="*/ 30307 w 549933"/>
                <a:gd name="connsiteY500" fmla="*/ 445052 h 759650"/>
                <a:gd name="connsiteX501" fmla="*/ 29432 w 549933"/>
                <a:gd name="connsiteY501" fmla="*/ 448248 h 759650"/>
                <a:gd name="connsiteX502" fmla="*/ 28288 w 549933"/>
                <a:gd name="connsiteY502" fmla="*/ 453462 h 759650"/>
                <a:gd name="connsiteX503" fmla="*/ 24215 w 549933"/>
                <a:gd name="connsiteY503" fmla="*/ 456355 h 759650"/>
                <a:gd name="connsiteX504" fmla="*/ 18562 w 549933"/>
                <a:gd name="connsiteY504" fmla="*/ 459551 h 759650"/>
                <a:gd name="connsiteX505" fmla="*/ 17552 w 549933"/>
                <a:gd name="connsiteY505" fmla="*/ 462444 h 759650"/>
                <a:gd name="connsiteX506" fmla="*/ 16812 w 549933"/>
                <a:gd name="connsiteY506" fmla="*/ 464463 h 759650"/>
                <a:gd name="connsiteX507" fmla="*/ 12335 w 549933"/>
                <a:gd name="connsiteY507" fmla="*/ 465606 h 759650"/>
                <a:gd name="connsiteX508" fmla="*/ 9441 w 549933"/>
                <a:gd name="connsiteY508" fmla="*/ 466615 h 759650"/>
                <a:gd name="connsiteX509" fmla="*/ 4797 w 549933"/>
                <a:gd name="connsiteY509" fmla="*/ 469340 h 759650"/>
                <a:gd name="connsiteX510" fmla="*/ 2980 w 549933"/>
                <a:gd name="connsiteY510" fmla="*/ 472233 h 759650"/>
                <a:gd name="connsiteX511" fmla="*/ 2172 w 549933"/>
                <a:gd name="connsiteY511" fmla="*/ 476304 h 759650"/>
                <a:gd name="connsiteX512" fmla="*/ 2172 w 549933"/>
                <a:gd name="connsiteY512" fmla="*/ 480643 h 759650"/>
                <a:gd name="connsiteX513" fmla="*/ 2912 w 549933"/>
                <a:gd name="connsiteY513" fmla="*/ 486732 h 759650"/>
                <a:gd name="connsiteX514" fmla="*/ 3787 w 549933"/>
                <a:gd name="connsiteY514" fmla="*/ 490769 h 759650"/>
                <a:gd name="connsiteX515" fmla="*/ 4056 w 549933"/>
                <a:gd name="connsiteY515" fmla="*/ 493527 h 759650"/>
                <a:gd name="connsiteX516" fmla="*/ 3047 w 549933"/>
                <a:gd name="connsiteY516" fmla="*/ 496555 h 759650"/>
                <a:gd name="connsiteX517" fmla="*/ 18 w 549933"/>
                <a:gd name="connsiteY517" fmla="*/ 500322 h 759650"/>
                <a:gd name="connsiteX518" fmla="*/ 3350 w 549933"/>
                <a:gd name="connsiteY518" fmla="*/ 505234 h 759650"/>
                <a:gd name="connsiteX519" fmla="*/ 4662 w 549933"/>
                <a:gd name="connsiteY519" fmla="*/ 508261 h 759650"/>
                <a:gd name="connsiteX520" fmla="*/ 7994 w 549933"/>
                <a:gd name="connsiteY520" fmla="*/ 510448 h 759650"/>
                <a:gd name="connsiteX521" fmla="*/ 11191 w 549933"/>
                <a:gd name="connsiteY521" fmla="*/ 512769 h 759650"/>
                <a:gd name="connsiteX522" fmla="*/ 14826 w 549933"/>
                <a:gd name="connsiteY522" fmla="*/ 513778 h 759650"/>
                <a:gd name="connsiteX523" fmla="*/ 18158 w 549933"/>
                <a:gd name="connsiteY523" fmla="*/ 512769 h 759650"/>
                <a:gd name="connsiteX524" fmla="*/ 18730 w 549933"/>
                <a:gd name="connsiteY524" fmla="*/ 512769 h 759650"/>
                <a:gd name="connsiteX525" fmla="*/ 21624 w 549933"/>
                <a:gd name="connsiteY525" fmla="*/ 512971 h 759650"/>
                <a:gd name="connsiteX526" fmla="*/ 25696 w 549933"/>
                <a:gd name="connsiteY526" fmla="*/ 517983 h 759650"/>
                <a:gd name="connsiteX527" fmla="*/ 29163 w 549933"/>
                <a:gd name="connsiteY527" fmla="*/ 517983 h 759650"/>
                <a:gd name="connsiteX528" fmla="*/ 31653 w 549933"/>
                <a:gd name="connsiteY528" fmla="*/ 517445 h 759650"/>
                <a:gd name="connsiteX529" fmla="*/ 33504 w 549933"/>
                <a:gd name="connsiteY529" fmla="*/ 517983 h 759650"/>
                <a:gd name="connsiteX530" fmla="*/ 33504 w 549933"/>
                <a:gd name="connsiteY530" fmla="*/ 520607 h 759650"/>
                <a:gd name="connsiteX531" fmla="*/ 33067 w 549933"/>
                <a:gd name="connsiteY531" fmla="*/ 523870 h 759650"/>
                <a:gd name="connsiteX532" fmla="*/ 32427 w 549933"/>
                <a:gd name="connsiteY532" fmla="*/ 525485 h 759650"/>
                <a:gd name="connsiteX533" fmla="*/ 31889 w 549933"/>
                <a:gd name="connsiteY533" fmla="*/ 528109 h 759650"/>
                <a:gd name="connsiteX534" fmla="*/ 31990 w 549933"/>
                <a:gd name="connsiteY534" fmla="*/ 530834 h 759650"/>
                <a:gd name="connsiteX535" fmla="*/ 34278 w 549933"/>
                <a:gd name="connsiteY535" fmla="*/ 534298 h 759650"/>
                <a:gd name="connsiteX536" fmla="*/ 36836 w 549933"/>
                <a:gd name="connsiteY536" fmla="*/ 536350 h 759650"/>
                <a:gd name="connsiteX537" fmla="*/ 37004 w 549933"/>
                <a:gd name="connsiteY537" fmla="*/ 539513 h 759650"/>
                <a:gd name="connsiteX538" fmla="*/ 37004 w 549933"/>
                <a:gd name="connsiteY538" fmla="*/ 543213 h 759650"/>
                <a:gd name="connsiteX539" fmla="*/ 38418 w 549933"/>
                <a:gd name="connsiteY539" fmla="*/ 545601 h 759650"/>
                <a:gd name="connsiteX540" fmla="*/ 40605 w 549933"/>
                <a:gd name="connsiteY540" fmla="*/ 548091 h 759650"/>
                <a:gd name="connsiteX541" fmla="*/ 42456 w 549933"/>
                <a:gd name="connsiteY541" fmla="*/ 550143 h 759650"/>
                <a:gd name="connsiteX542" fmla="*/ 43870 w 549933"/>
                <a:gd name="connsiteY542" fmla="*/ 551656 h 759650"/>
                <a:gd name="connsiteX543" fmla="*/ 46057 w 549933"/>
                <a:gd name="connsiteY543" fmla="*/ 553944 h 759650"/>
                <a:gd name="connsiteX544" fmla="*/ 48346 w 549933"/>
                <a:gd name="connsiteY544" fmla="*/ 557207 h 759650"/>
                <a:gd name="connsiteX545" fmla="*/ 48682 w 549933"/>
                <a:gd name="connsiteY545" fmla="*/ 559495 h 759650"/>
                <a:gd name="connsiteX546" fmla="*/ 49658 w 549933"/>
                <a:gd name="connsiteY546" fmla="*/ 560806 h 759650"/>
                <a:gd name="connsiteX547" fmla="*/ 49355 w 549933"/>
                <a:gd name="connsiteY547" fmla="*/ 563060 h 759650"/>
                <a:gd name="connsiteX548" fmla="*/ 49490 w 549933"/>
                <a:gd name="connsiteY548" fmla="*/ 565314 h 759650"/>
                <a:gd name="connsiteX549" fmla="*/ 52384 w 549933"/>
                <a:gd name="connsiteY549" fmla="*/ 566693 h 759650"/>
                <a:gd name="connsiteX550" fmla="*/ 53529 w 549933"/>
                <a:gd name="connsiteY550" fmla="*/ 566693 h 759650"/>
                <a:gd name="connsiteX551" fmla="*/ 56423 w 549933"/>
                <a:gd name="connsiteY551" fmla="*/ 568443 h 759650"/>
                <a:gd name="connsiteX552" fmla="*/ 59183 w 549933"/>
                <a:gd name="connsiteY552" fmla="*/ 570461 h 759650"/>
                <a:gd name="connsiteX553" fmla="*/ 61505 w 549933"/>
                <a:gd name="connsiteY553" fmla="*/ 573219 h 759650"/>
                <a:gd name="connsiteX554" fmla="*/ 61505 w 549933"/>
                <a:gd name="connsiteY554" fmla="*/ 575238 h 759650"/>
                <a:gd name="connsiteX555" fmla="*/ 60933 w 549933"/>
                <a:gd name="connsiteY555" fmla="*/ 578131 h 759650"/>
                <a:gd name="connsiteX556" fmla="*/ 60360 w 549933"/>
                <a:gd name="connsiteY556" fmla="*/ 581327 h 759650"/>
                <a:gd name="connsiteX557" fmla="*/ 59048 w 549933"/>
                <a:gd name="connsiteY557" fmla="*/ 587113 h 759650"/>
                <a:gd name="connsiteX558" fmla="*/ 56726 w 549933"/>
                <a:gd name="connsiteY558" fmla="*/ 590746 h 759650"/>
                <a:gd name="connsiteX559" fmla="*/ 55144 w 549933"/>
                <a:gd name="connsiteY559" fmla="*/ 595253 h 759650"/>
                <a:gd name="connsiteX560" fmla="*/ 53832 w 549933"/>
                <a:gd name="connsiteY560" fmla="*/ 598146 h 759650"/>
                <a:gd name="connsiteX561" fmla="*/ 51644 w 549933"/>
                <a:gd name="connsiteY561" fmla="*/ 599593 h 759650"/>
                <a:gd name="connsiteX562" fmla="*/ 49187 w 549933"/>
                <a:gd name="connsiteY562" fmla="*/ 602183 h 759650"/>
                <a:gd name="connsiteX563" fmla="*/ 46158 w 549933"/>
                <a:gd name="connsiteY563" fmla="*/ 604504 h 759650"/>
                <a:gd name="connsiteX564" fmla="*/ 44139 w 549933"/>
                <a:gd name="connsiteY564" fmla="*/ 607532 h 759650"/>
                <a:gd name="connsiteX565" fmla="*/ 44442 w 549933"/>
                <a:gd name="connsiteY565" fmla="*/ 610559 h 759650"/>
                <a:gd name="connsiteX566" fmla="*/ 48514 w 549933"/>
                <a:gd name="connsiteY566" fmla="*/ 614462 h 759650"/>
                <a:gd name="connsiteX567" fmla="*/ 46932 w 549933"/>
                <a:gd name="connsiteY567" fmla="*/ 616648 h 759650"/>
                <a:gd name="connsiteX568" fmla="*/ 43029 w 549933"/>
                <a:gd name="connsiteY568" fmla="*/ 618532 h 759650"/>
                <a:gd name="connsiteX569" fmla="*/ 38822 w 549933"/>
                <a:gd name="connsiteY569" fmla="*/ 622602 h 759650"/>
                <a:gd name="connsiteX570" fmla="*/ 36870 w 549933"/>
                <a:gd name="connsiteY570" fmla="*/ 628187 h 759650"/>
                <a:gd name="connsiteX571" fmla="*/ 34043 w 549933"/>
                <a:gd name="connsiteY571" fmla="*/ 633401 h 759650"/>
                <a:gd name="connsiteX572" fmla="*/ 30341 w 549933"/>
                <a:gd name="connsiteY572" fmla="*/ 637303 h 759650"/>
                <a:gd name="connsiteX573" fmla="*/ 28826 w 549933"/>
                <a:gd name="connsiteY573" fmla="*/ 641003 h 759650"/>
                <a:gd name="connsiteX574" fmla="*/ 28624 w 549933"/>
                <a:gd name="connsiteY574" fmla="*/ 646419 h 759650"/>
                <a:gd name="connsiteX575" fmla="*/ 29264 w 549933"/>
                <a:gd name="connsiteY575" fmla="*/ 652071 h 759650"/>
                <a:gd name="connsiteX576" fmla="*/ 31653 w 549933"/>
                <a:gd name="connsiteY576" fmla="*/ 653585 h 759650"/>
                <a:gd name="connsiteX577" fmla="*/ 29701 w 549933"/>
                <a:gd name="connsiteY577" fmla="*/ 659673 h 759650"/>
                <a:gd name="connsiteX578" fmla="*/ 30576 w 549933"/>
                <a:gd name="connsiteY578" fmla="*/ 664248 h 759650"/>
                <a:gd name="connsiteX579" fmla="*/ 30341 w 549933"/>
                <a:gd name="connsiteY579" fmla="*/ 667074 h 759650"/>
                <a:gd name="connsiteX580" fmla="*/ 28591 w 549933"/>
                <a:gd name="connsiteY580" fmla="*/ 667074 h 759650"/>
                <a:gd name="connsiteX581" fmla="*/ 25966 w 549933"/>
                <a:gd name="connsiteY581" fmla="*/ 667074 h 759650"/>
                <a:gd name="connsiteX582" fmla="*/ 22061 w 549933"/>
                <a:gd name="connsiteY582" fmla="*/ 668386 h 759650"/>
                <a:gd name="connsiteX583" fmla="*/ 17720 w 549933"/>
                <a:gd name="connsiteY583" fmla="*/ 669462 h 759650"/>
                <a:gd name="connsiteX584" fmla="*/ 18360 w 549933"/>
                <a:gd name="connsiteY584" fmla="*/ 672053 h 759650"/>
                <a:gd name="connsiteX585" fmla="*/ 19437 w 549933"/>
                <a:gd name="connsiteY585" fmla="*/ 674004 h 759650"/>
                <a:gd name="connsiteX586" fmla="*/ 16609 w 549933"/>
                <a:gd name="connsiteY586" fmla="*/ 677906 h 759650"/>
                <a:gd name="connsiteX587" fmla="*/ 11831 w 549933"/>
                <a:gd name="connsiteY587" fmla="*/ 677906 h 759650"/>
                <a:gd name="connsiteX588" fmla="*/ 8566 w 549933"/>
                <a:gd name="connsiteY588" fmla="*/ 680294 h 759650"/>
                <a:gd name="connsiteX589" fmla="*/ 4427 w 549933"/>
                <a:gd name="connsiteY589" fmla="*/ 682044 h 759650"/>
                <a:gd name="connsiteX590" fmla="*/ 3787 w 549933"/>
                <a:gd name="connsiteY590" fmla="*/ 685508 h 759650"/>
                <a:gd name="connsiteX591" fmla="*/ 9643 w 549933"/>
                <a:gd name="connsiteY591" fmla="*/ 688973 h 759650"/>
                <a:gd name="connsiteX592" fmla="*/ 9879 w 549933"/>
                <a:gd name="connsiteY592" fmla="*/ 690050 h 759650"/>
                <a:gd name="connsiteX593" fmla="*/ 4225 w 549933"/>
                <a:gd name="connsiteY593" fmla="*/ 692001 h 759650"/>
                <a:gd name="connsiteX594" fmla="*/ 4864 w 549933"/>
                <a:gd name="connsiteY594" fmla="*/ 695264 h 759650"/>
                <a:gd name="connsiteX595" fmla="*/ 8768 w 549933"/>
                <a:gd name="connsiteY595" fmla="*/ 698964 h 759650"/>
                <a:gd name="connsiteX596" fmla="*/ 12470 w 549933"/>
                <a:gd name="connsiteY596" fmla="*/ 703304 h 759650"/>
                <a:gd name="connsiteX597" fmla="*/ 14422 w 549933"/>
                <a:gd name="connsiteY597" fmla="*/ 705490 h 759650"/>
                <a:gd name="connsiteX598" fmla="*/ 14422 w 549933"/>
                <a:gd name="connsiteY598" fmla="*/ 709393 h 759650"/>
                <a:gd name="connsiteX599" fmla="*/ 14422 w 549933"/>
                <a:gd name="connsiteY599" fmla="*/ 713530 h 759650"/>
                <a:gd name="connsiteX600" fmla="*/ 19201 w 549933"/>
                <a:gd name="connsiteY600" fmla="*/ 717668 h 759650"/>
                <a:gd name="connsiteX601" fmla="*/ 26369 w 549933"/>
                <a:gd name="connsiteY601" fmla="*/ 723319 h 759650"/>
                <a:gd name="connsiteX602" fmla="*/ 30946 w 549933"/>
                <a:gd name="connsiteY602" fmla="*/ 724833 h 759650"/>
                <a:gd name="connsiteX603" fmla="*/ 31250 w 549933"/>
                <a:gd name="connsiteY603" fmla="*/ 729913 h 759650"/>
                <a:gd name="connsiteX604" fmla="*/ 34581 w 549933"/>
                <a:gd name="connsiteY604" fmla="*/ 728164 h 759650"/>
                <a:gd name="connsiteX605" fmla="*/ 36600 w 549933"/>
                <a:gd name="connsiteY605" fmla="*/ 727289 h 759650"/>
                <a:gd name="connsiteX606" fmla="*/ 39226 w 549933"/>
                <a:gd name="connsiteY606" fmla="*/ 726717 h 759650"/>
                <a:gd name="connsiteX607" fmla="*/ 41379 w 549933"/>
                <a:gd name="connsiteY607" fmla="*/ 726717 h 759650"/>
                <a:gd name="connsiteX608" fmla="*/ 42995 w 549933"/>
                <a:gd name="connsiteY608" fmla="*/ 728164 h 759650"/>
                <a:gd name="connsiteX609" fmla="*/ 46899 w 549933"/>
                <a:gd name="connsiteY609" fmla="*/ 728736 h 759650"/>
                <a:gd name="connsiteX610" fmla="*/ 50534 w 549933"/>
                <a:gd name="connsiteY610" fmla="*/ 729610 h 759650"/>
                <a:gd name="connsiteX611" fmla="*/ 54303 w 549933"/>
                <a:gd name="connsiteY611" fmla="*/ 728164 h 759650"/>
                <a:gd name="connsiteX612" fmla="*/ 56760 w 549933"/>
                <a:gd name="connsiteY612" fmla="*/ 726246 h 759650"/>
                <a:gd name="connsiteX613" fmla="*/ 58913 w 549933"/>
                <a:gd name="connsiteY613" fmla="*/ 724833 h 759650"/>
                <a:gd name="connsiteX614" fmla="*/ 60495 w 549933"/>
                <a:gd name="connsiteY614" fmla="*/ 724833 h 759650"/>
                <a:gd name="connsiteX615" fmla="*/ 62380 w 549933"/>
                <a:gd name="connsiteY615" fmla="*/ 725842 h 759650"/>
                <a:gd name="connsiteX616" fmla="*/ 63120 w 549933"/>
                <a:gd name="connsiteY616" fmla="*/ 729038 h 759650"/>
                <a:gd name="connsiteX617" fmla="*/ 63120 w 549933"/>
                <a:gd name="connsiteY617" fmla="*/ 730922 h 759650"/>
                <a:gd name="connsiteX618" fmla="*/ 67899 w 549933"/>
                <a:gd name="connsiteY618" fmla="*/ 732066 h 759650"/>
                <a:gd name="connsiteX619" fmla="*/ 70221 w 549933"/>
                <a:gd name="connsiteY619" fmla="*/ 733209 h 759650"/>
                <a:gd name="connsiteX620" fmla="*/ 73418 w 549933"/>
                <a:gd name="connsiteY620" fmla="*/ 734219 h 759650"/>
                <a:gd name="connsiteX621" fmla="*/ 77188 w 549933"/>
                <a:gd name="connsiteY621" fmla="*/ 734791 h 759650"/>
                <a:gd name="connsiteX622" fmla="*/ 80519 w 549933"/>
                <a:gd name="connsiteY622" fmla="*/ 735228 h 759650"/>
                <a:gd name="connsiteX623" fmla="*/ 84424 w 549933"/>
                <a:gd name="connsiteY623" fmla="*/ 735968 h 759650"/>
                <a:gd name="connsiteX624" fmla="*/ 87318 w 549933"/>
                <a:gd name="connsiteY624" fmla="*/ 736843 h 759650"/>
                <a:gd name="connsiteX625" fmla="*/ 90919 w 549933"/>
                <a:gd name="connsiteY625" fmla="*/ 739298 h 759650"/>
                <a:gd name="connsiteX626" fmla="*/ 91794 w 549933"/>
                <a:gd name="connsiteY626" fmla="*/ 739601 h 759650"/>
                <a:gd name="connsiteX627" fmla="*/ 93544 w 549933"/>
                <a:gd name="connsiteY627" fmla="*/ 741922 h 759650"/>
                <a:gd name="connsiteX628" fmla="*/ 97885 w 549933"/>
                <a:gd name="connsiteY628" fmla="*/ 743941 h 759650"/>
                <a:gd name="connsiteX629" fmla="*/ 102092 w 549933"/>
                <a:gd name="connsiteY629" fmla="*/ 745522 h 759650"/>
                <a:gd name="connsiteX630" fmla="*/ 108049 w 549933"/>
                <a:gd name="connsiteY630" fmla="*/ 747405 h 759650"/>
                <a:gd name="connsiteX631" fmla="*/ 110237 w 549933"/>
                <a:gd name="connsiteY631" fmla="*/ 747708 h 759650"/>
                <a:gd name="connsiteX632" fmla="*/ 116900 w 549933"/>
                <a:gd name="connsiteY632" fmla="*/ 747002 h 759650"/>
                <a:gd name="connsiteX633" fmla="*/ 118650 w 549933"/>
                <a:gd name="connsiteY633" fmla="*/ 746127 h 759650"/>
                <a:gd name="connsiteX634" fmla="*/ 120266 w 549933"/>
                <a:gd name="connsiteY634" fmla="*/ 745992 h 759650"/>
                <a:gd name="connsiteX635" fmla="*/ 124607 w 549933"/>
                <a:gd name="connsiteY635" fmla="*/ 748314 h 759650"/>
                <a:gd name="connsiteX636" fmla="*/ 129252 w 549933"/>
                <a:gd name="connsiteY636" fmla="*/ 748886 h 759650"/>
                <a:gd name="connsiteX637" fmla="*/ 133593 w 549933"/>
                <a:gd name="connsiteY637" fmla="*/ 747574 h 759650"/>
                <a:gd name="connsiteX638" fmla="*/ 137228 w 549933"/>
                <a:gd name="connsiteY638" fmla="*/ 746833 h 759650"/>
                <a:gd name="connsiteX639" fmla="*/ 140189 w 549933"/>
                <a:gd name="connsiteY639" fmla="*/ 749861 h 759650"/>
                <a:gd name="connsiteX640" fmla="*/ 143151 w 549933"/>
                <a:gd name="connsiteY640" fmla="*/ 752922 h 759650"/>
                <a:gd name="connsiteX641" fmla="*/ 143151 w 549933"/>
                <a:gd name="connsiteY641" fmla="*/ 755243 h 759650"/>
                <a:gd name="connsiteX642" fmla="*/ 143151 w 549933"/>
                <a:gd name="connsiteY642" fmla="*/ 758708 h 759650"/>
                <a:gd name="connsiteX643" fmla="*/ 147492 w 549933"/>
                <a:gd name="connsiteY643" fmla="*/ 756084 h 759650"/>
                <a:gd name="connsiteX644" fmla="*/ 150084 w 549933"/>
                <a:gd name="connsiteY644" fmla="*/ 750870 h 759650"/>
                <a:gd name="connsiteX645" fmla="*/ 150084 w 549933"/>
                <a:gd name="connsiteY645" fmla="*/ 749996 h 759650"/>
                <a:gd name="connsiteX646" fmla="*/ 151665 w 549933"/>
                <a:gd name="connsiteY646" fmla="*/ 745084 h 759650"/>
                <a:gd name="connsiteX647" fmla="*/ 153550 w 549933"/>
                <a:gd name="connsiteY647" fmla="*/ 742898 h 759650"/>
                <a:gd name="connsiteX648" fmla="*/ 156007 w 549933"/>
                <a:gd name="connsiteY648" fmla="*/ 741014 h 759650"/>
                <a:gd name="connsiteX649" fmla="*/ 158329 w 549933"/>
                <a:gd name="connsiteY649" fmla="*/ 738121 h 759650"/>
                <a:gd name="connsiteX650" fmla="*/ 160651 w 549933"/>
                <a:gd name="connsiteY650" fmla="*/ 736674 h 759650"/>
                <a:gd name="connsiteX651" fmla="*/ 162973 w 549933"/>
                <a:gd name="connsiteY651" fmla="*/ 737549 h 759650"/>
                <a:gd name="connsiteX652" fmla="*/ 165565 w 549933"/>
                <a:gd name="connsiteY652" fmla="*/ 738424 h 759650"/>
                <a:gd name="connsiteX653" fmla="*/ 167450 w 549933"/>
                <a:gd name="connsiteY653" fmla="*/ 738726 h 759650"/>
                <a:gd name="connsiteX654" fmla="*/ 173541 w 549933"/>
                <a:gd name="connsiteY654" fmla="*/ 742360 h 759650"/>
                <a:gd name="connsiteX655" fmla="*/ 175123 w 549933"/>
                <a:gd name="connsiteY655" fmla="*/ 748011 h 759650"/>
                <a:gd name="connsiteX656" fmla="*/ 176132 w 549933"/>
                <a:gd name="connsiteY656" fmla="*/ 750029 h 759650"/>
                <a:gd name="connsiteX657" fmla="*/ 176132 w 549933"/>
                <a:gd name="connsiteY657" fmla="*/ 753494 h 759650"/>
                <a:gd name="connsiteX658" fmla="*/ 176132 w 549933"/>
                <a:gd name="connsiteY658" fmla="*/ 756959 h 759650"/>
                <a:gd name="connsiteX659" fmla="*/ 176873 w 549933"/>
                <a:gd name="connsiteY659" fmla="*/ 759011 h 759650"/>
                <a:gd name="connsiteX660" fmla="*/ 178084 w 549933"/>
                <a:gd name="connsiteY660" fmla="*/ 759650 h 759650"/>
                <a:gd name="connsiteX661" fmla="*/ 183301 w 549933"/>
                <a:gd name="connsiteY661" fmla="*/ 758877 h 759650"/>
                <a:gd name="connsiteX662" fmla="*/ 186330 w 549933"/>
                <a:gd name="connsiteY662" fmla="*/ 755614 h 759650"/>
                <a:gd name="connsiteX663" fmla="*/ 188517 w 549933"/>
                <a:gd name="connsiteY663" fmla="*/ 751913 h 759650"/>
                <a:gd name="connsiteX664" fmla="*/ 190705 w 549933"/>
                <a:gd name="connsiteY664" fmla="*/ 745185 h 759650"/>
                <a:gd name="connsiteX665" fmla="*/ 191142 w 549933"/>
                <a:gd name="connsiteY665" fmla="*/ 738659 h 759650"/>
                <a:gd name="connsiteX666" fmla="*/ 188315 w 549933"/>
                <a:gd name="connsiteY666" fmla="*/ 732806 h 759650"/>
                <a:gd name="connsiteX667" fmla="*/ 183974 w 549933"/>
                <a:gd name="connsiteY667" fmla="*/ 725842 h 759650"/>
                <a:gd name="connsiteX668" fmla="*/ 177445 w 549933"/>
                <a:gd name="connsiteY668" fmla="*/ 719989 h 759650"/>
                <a:gd name="connsiteX669" fmla="*/ 173541 w 549933"/>
                <a:gd name="connsiteY669" fmla="*/ 716087 h 759650"/>
                <a:gd name="connsiteX670" fmla="*/ 172026 w 549933"/>
                <a:gd name="connsiteY670" fmla="*/ 707845 h 759650"/>
                <a:gd name="connsiteX671" fmla="*/ 172228 w 549933"/>
                <a:gd name="connsiteY671" fmla="*/ 695230 h 759650"/>
                <a:gd name="connsiteX672" fmla="*/ 177882 w 549933"/>
                <a:gd name="connsiteY672" fmla="*/ 687830 h 759650"/>
                <a:gd name="connsiteX673" fmla="*/ 182123 w 549933"/>
                <a:gd name="connsiteY673" fmla="*/ 685004 h 759650"/>
                <a:gd name="connsiteX674" fmla="*/ 183099 w 549933"/>
                <a:gd name="connsiteY674" fmla="*/ 681976 h 759650"/>
                <a:gd name="connsiteX675" fmla="*/ 183099 w 549933"/>
                <a:gd name="connsiteY675" fmla="*/ 675248 h 759650"/>
                <a:gd name="connsiteX676" fmla="*/ 184613 w 549933"/>
                <a:gd name="connsiteY676" fmla="*/ 673196 h 759650"/>
                <a:gd name="connsiteX677" fmla="*/ 190907 w 549933"/>
                <a:gd name="connsiteY677" fmla="*/ 670909 h 759650"/>
                <a:gd name="connsiteX678" fmla="*/ 196123 w 549933"/>
                <a:gd name="connsiteY678" fmla="*/ 670909 h 759650"/>
                <a:gd name="connsiteX679" fmla="*/ 197873 w 549933"/>
                <a:gd name="connsiteY679" fmla="*/ 669833 h 759650"/>
                <a:gd name="connsiteX680" fmla="*/ 201138 w 549933"/>
                <a:gd name="connsiteY680" fmla="*/ 666569 h 759650"/>
                <a:gd name="connsiteX681" fmla="*/ 208744 w 549933"/>
                <a:gd name="connsiteY681" fmla="*/ 656141 h 759650"/>
                <a:gd name="connsiteX682" fmla="*/ 209821 w 549933"/>
                <a:gd name="connsiteY682" fmla="*/ 648101 h 759650"/>
                <a:gd name="connsiteX683" fmla="*/ 215273 w 549933"/>
                <a:gd name="connsiteY683" fmla="*/ 641138 h 759650"/>
                <a:gd name="connsiteX684" fmla="*/ 221128 w 549933"/>
                <a:gd name="connsiteY684" fmla="*/ 634612 h 759650"/>
                <a:gd name="connsiteX685" fmla="*/ 224157 w 549933"/>
                <a:gd name="connsiteY685" fmla="*/ 629633 h 759650"/>
                <a:gd name="connsiteX686" fmla="*/ 226547 w 549933"/>
                <a:gd name="connsiteY686" fmla="*/ 622232 h 759650"/>
                <a:gd name="connsiteX687" fmla="*/ 226783 w 549933"/>
                <a:gd name="connsiteY687" fmla="*/ 611804 h 759650"/>
                <a:gd name="connsiteX688" fmla="*/ 227220 w 549933"/>
                <a:gd name="connsiteY688" fmla="*/ 606825 h 759650"/>
                <a:gd name="connsiteX689" fmla="*/ 229172 w 549933"/>
                <a:gd name="connsiteY689" fmla="*/ 601611 h 759650"/>
                <a:gd name="connsiteX690" fmla="*/ 234389 w 549933"/>
                <a:gd name="connsiteY690" fmla="*/ 596633 h 759650"/>
                <a:gd name="connsiteX691" fmla="*/ 239403 w 549933"/>
                <a:gd name="connsiteY691" fmla="*/ 595119 h 759650"/>
                <a:gd name="connsiteX692" fmla="*/ 243744 w 549933"/>
                <a:gd name="connsiteY692" fmla="*/ 593807 h 759650"/>
                <a:gd name="connsiteX693" fmla="*/ 248961 w 549933"/>
                <a:gd name="connsiteY693" fmla="*/ 585128 h 759650"/>
                <a:gd name="connsiteX694" fmla="*/ 251350 w 549933"/>
                <a:gd name="connsiteY694" fmla="*/ 581226 h 759650"/>
                <a:gd name="connsiteX695" fmla="*/ 260908 w 549933"/>
                <a:gd name="connsiteY695" fmla="*/ 569284 h 759650"/>
                <a:gd name="connsiteX696" fmla="*/ 266562 w 549933"/>
                <a:gd name="connsiteY696" fmla="*/ 568207 h 759650"/>
                <a:gd name="connsiteX697" fmla="*/ 271577 w 549933"/>
                <a:gd name="connsiteY697" fmla="*/ 569721 h 759650"/>
                <a:gd name="connsiteX698" fmla="*/ 280563 w 549933"/>
                <a:gd name="connsiteY698" fmla="*/ 571235 h 759650"/>
                <a:gd name="connsiteX699" fmla="*/ 286789 w 549933"/>
                <a:gd name="connsiteY699" fmla="*/ 563632 h 759650"/>
                <a:gd name="connsiteX700" fmla="*/ 291332 w 549933"/>
                <a:gd name="connsiteY700" fmla="*/ 556904 h 759650"/>
                <a:gd name="connsiteX701" fmla="*/ 294597 w 549933"/>
                <a:gd name="connsiteY701" fmla="*/ 550614 h 759650"/>
                <a:gd name="connsiteX702" fmla="*/ 300015 w 549933"/>
                <a:gd name="connsiteY702" fmla="*/ 544626 h 759650"/>
                <a:gd name="connsiteX703" fmla="*/ 304794 w 549933"/>
                <a:gd name="connsiteY703" fmla="*/ 542338 h 759650"/>
                <a:gd name="connsiteX704" fmla="*/ 312635 w 549933"/>
                <a:gd name="connsiteY704" fmla="*/ 542338 h 759650"/>
                <a:gd name="connsiteX705" fmla="*/ 319602 w 549933"/>
                <a:gd name="connsiteY705" fmla="*/ 542338 h 759650"/>
                <a:gd name="connsiteX706" fmla="*/ 325693 w 549933"/>
                <a:gd name="connsiteY706" fmla="*/ 542540 h 759650"/>
                <a:gd name="connsiteX707" fmla="*/ 335924 w 549933"/>
                <a:gd name="connsiteY707" fmla="*/ 538840 h 759650"/>
                <a:gd name="connsiteX708" fmla="*/ 340501 w 549933"/>
                <a:gd name="connsiteY708" fmla="*/ 538840 h 759650"/>
                <a:gd name="connsiteX709" fmla="*/ 347872 w 549933"/>
                <a:gd name="connsiteY709" fmla="*/ 537528 h 759650"/>
                <a:gd name="connsiteX710" fmla="*/ 355040 w 549933"/>
                <a:gd name="connsiteY710" fmla="*/ 534265 h 759650"/>
                <a:gd name="connsiteX711" fmla="*/ 360896 w 549933"/>
                <a:gd name="connsiteY711" fmla="*/ 530127 h 759650"/>
                <a:gd name="connsiteX712" fmla="*/ 361973 w 549933"/>
                <a:gd name="connsiteY712" fmla="*/ 525552 h 759650"/>
                <a:gd name="connsiteX713" fmla="*/ 363723 w 549933"/>
                <a:gd name="connsiteY713" fmla="*/ 519901 h 759650"/>
                <a:gd name="connsiteX714" fmla="*/ 365675 w 549933"/>
                <a:gd name="connsiteY714" fmla="*/ 516873 h 759650"/>
                <a:gd name="connsiteX715" fmla="*/ 365675 w 549933"/>
                <a:gd name="connsiteY715" fmla="*/ 508396 h 759650"/>
                <a:gd name="connsiteX716" fmla="*/ 370690 w 549933"/>
                <a:gd name="connsiteY716" fmla="*/ 506882 h 759650"/>
                <a:gd name="connsiteX717" fmla="*/ 376983 w 549933"/>
                <a:gd name="connsiteY717" fmla="*/ 505806 h 759650"/>
                <a:gd name="connsiteX718" fmla="*/ 380483 w 549933"/>
                <a:gd name="connsiteY718" fmla="*/ 505806 h 759650"/>
                <a:gd name="connsiteX719" fmla="*/ 383074 w 549933"/>
                <a:gd name="connsiteY719" fmla="*/ 503417 h 759650"/>
                <a:gd name="connsiteX720" fmla="*/ 384690 w 549933"/>
                <a:gd name="connsiteY720" fmla="*/ 500793 h 759650"/>
                <a:gd name="connsiteX721" fmla="*/ 386541 w 549933"/>
                <a:gd name="connsiteY721" fmla="*/ 496656 h 759650"/>
                <a:gd name="connsiteX722" fmla="*/ 386541 w 549933"/>
                <a:gd name="connsiteY722" fmla="*/ 494469 h 759650"/>
                <a:gd name="connsiteX723" fmla="*/ 387618 w 549933"/>
                <a:gd name="connsiteY723" fmla="*/ 493594 h 759650"/>
                <a:gd name="connsiteX724" fmla="*/ 383041 w 549933"/>
                <a:gd name="connsiteY724" fmla="*/ 485790 h 759650"/>
                <a:gd name="connsiteX725" fmla="*/ 378464 w 549933"/>
                <a:gd name="connsiteY725" fmla="*/ 481451 h 759650"/>
                <a:gd name="connsiteX726" fmla="*/ 373887 w 549933"/>
                <a:gd name="connsiteY726" fmla="*/ 473209 h 759650"/>
                <a:gd name="connsiteX727" fmla="*/ 367795 w 549933"/>
                <a:gd name="connsiteY727" fmla="*/ 464092 h 759650"/>
                <a:gd name="connsiteX728" fmla="*/ 364430 w 549933"/>
                <a:gd name="connsiteY728" fmla="*/ 459517 h 759650"/>
                <a:gd name="connsiteX729" fmla="*/ 360391 w 549933"/>
                <a:gd name="connsiteY729" fmla="*/ 456490 h 759650"/>
                <a:gd name="connsiteX730" fmla="*/ 360391 w 549933"/>
                <a:gd name="connsiteY730" fmla="*/ 450468 h 759650"/>
                <a:gd name="connsiteX731" fmla="*/ 357901 w 549933"/>
                <a:gd name="connsiteY731" fmla="*/ 452352 h 759650"/>
                <a:gd name="connsiteX732" fmla="*/ 356151 w 549933"/>
                <a:gd name="connsiteY732" fmla="*/ 452689 h 759650"/>
                <a:gd name="connsiteX733" fmla="*/ 352011 w 549933"/>
                <a:gd name="connsiteY733" fmla="*/ 454337 h 759650"/>
                <a:gd name="connsiteX734" fmla="*/ 348848 w 549933"/>
                <a:gd name="connsiteY734" fmla="*/ 456086 h 759650"/>
                <a:gd name="connsiteX735" fmla="*/ 347198 w 549933"/>
                <a:gd name="connsiteY735" fmla="*/ 456725 h 759650"/>
                <a:gd name="connsiteX736" fmla="*/ 343194 w 549933"/>
                <a:gd name="connsiteY736" fmla="*/ 454774 h 759650"/>
                <a:gd name="connsiteX737" fmla="*/ 341982 w 549933"/>
                <a:gd name="connsiteY737" fmla="*/ 455312 h 759650"/>
                <a:gd name="connsiteX738" fmla="*/ 340400 w 549933"/>
                <a:gd name="connsiteY738" fmla="*/ 457398 h 759650"/>
                <a:gd name="connsiteX739" fmla="*/ 338078 w 549933"/>
                <a:gd name="connsiteY739" fmla="*/ 458205 h 759650"/>
                <a:gd name="connsiteX740" fmla="*/ 335689 w 549933"/>
                <a:gd name="connsiteY740" fmla="*/ 458172 h 759650"/>
                <a:gd name="connsiteX741" fmla="*/ 332121 w 549933"/>
                <a:gd name="connsiteY741" fmla="*/ 458172 h 759650"/>
                <a:gd name="connsiteX742" fmla="*/ 330035 w 549933"/>
                <a:gd name="connsiteY742" fmla="*/ 457533 h 759650"/>
                <a:gd name="connsiteX743" fmla="*/ 329934 w 549933"/>
                <a:gd name="connsiteY743" fmla="*/ 456759 h 759650"/>
                <a:gd name="connsiteX744" fmla="*/ 331684 w 549933"/>
                <a:gd name="connsiteY744" fmla="*/ 455851 h 759650"/>
                <a:gd name="connsiteX745" fmla="*/ 333535 w 549933"/>
                <a:gd name="connsiteY745" fmla="*/ 454135 h 759650"/>
                <a:gd name="connsiteX746" fmla="*/ 333198 w 549933"/>
                <a:gd name="connsiteY746" fmla="*/ 452083 h 759650"/>
                <a:gd name="connsiteX747" fmla="*/ 331145 w 549933"/>
                <a:gd name="connsiteY747" fmla="*/ 450569 h 759650"/>
                <a:gd name="connsiteX748" fmla="*/ 328857 w 549933"/>
                <a:gd name="connsiteY748" fmla="*/ 450771 h 759650"/>
                <a:gd name="connsiteX749" fmla="*/ 327645 w 549933"/>
                <a:gd name="connsiteY749" fmla="*/ 452520 h 759650"/>
                <a:gd name="connsiteX750" fmla="*/ 327006 w 549933"/>
                <a:gd name="connsiteY750" fmla="*/ 453597 h 759650"/>
                <a:gd name="connsiteX751" fmla="*/ 322765 w 549933"/>
                <a:gd name="connsiteY751" fmla="*/ 454909 h 759650"/>
                <a:gd name="connsiteX752" fmla="*/ 321284 w 549933"/>
                <a:gd name="connsiteY752" fmla="*/ 455851 h 759650"/>
                <a:gd name="connsiteX753" fmla="*/ 318121 w 549933"/>
                <a:gd name="connsiteY753" fmla="*/ 454505 h 759650"/>
                <a:gd name="connsiteX754" fmla="*/ 317010 w 549933"/>
                <a:gd name="connsiteY754" fmla="*/ 454000 h 759650"/>
                <a:gd name="connsiteX755" fmla="*/ 316169 w 549933"/>
                <a:gd name="connsiteY755" fmla="*/ 452991 h 759650"/>
                <a:gd name="connsiteX756" fmla="*/ 316909 w 549933"/>
                <a:gd name="connsiteY756" fmla="*/ 451108 h 759650"/>
                <a:gd name="connsiteX757" fmla="*/ 316909 w 549933"/>
                <a:gd name="connsiteY757" fmla="*/ 451040 h 759650"/>
                <a:gd name="connsiteX758" fmla="*/ 316909 w 549933"/>
                <a:gd name="connsiteY758" fmla="*/ 449358 h 759650"/>
                <a:gd name="connsiteX759" fmla="*/ 316909 w 549933"/>
                <a:gd name="connsiteY759" fmla="*/ 447542 h 759650"/>
                <a:gd name="connsiteX760" fmla="*/ 316472 w 549933"/>
                <a:gd name="connsiteY760" fmla="*/ 446129 h 759650"/>
                <a:gd name="connsiteX761" fmla="*/ 314183 w 549933"/>
                <a:gd name="connsiteY761" fmla="*/ 444245 h 759650"/>
                <a:gd name="connsiteX762" fmla="*/ 313443 w 549933"/>
                <a:gd name="connsiteY762" fmla="*/ 444346 h 759650"/>
                <a:gd name="connsiteX763" fmla="*/ 312131 w 549933"/>
                <a:gd name="connsiteY763" fmla="*/ 444985 h 759650"/>
                <a:gd name="connsiteX764" fmla="*/ 310414 w 549933"/>
                <a:gd name="connsiteY764" fmla="*/ 445961 h 759650"/>
                <a:gd name="connsiteX765" fmla="*/ 307318 w 549933"/>
                <a:gd name="connsiteY765" fmla="*/ 446734 h 759650"/>
                <a:gd name="connsiteX766" fmla="*/ 302102 w 549933"/>
                <a:gd name="connsiteY766" fmla="*/ 446734 h 759650"/>
                <a:gd name="connsiteX767" fmla="*/ 298837 w 549933"/>
                <a:gd name="connsiteY767" fmla="*/ 446734 h 759650"/>
                <a:gd name="connsiteX768" fmla="*/ 296010 w 549933"/>
                <a:gd name="connsiteY768" fmla="*/ 445221 h 759650"/>
                <a:gd name="connsiteX769" fmla="*/ 290019 w 549933"/>
                <a:gd name="connsiteY769" fmla="*/ 440343 h 759650"/>
                <a:gd name="connsiteX770" fmla="*/ 287293 w 549933"/>
                <a:gd name="connsiteY770" fmla="*/ 438392 h 759650"/>
                <a:gd name="connsiteX771" fmla="*/ 283827 w 549933"/>
                <a:gd name="connsiteY771" fmla="*/ 435129 h 759650"/>
                <a:gd name="connsiteX772" fmla="*/ 281740 w 549933"/>
                <a:gd name="connsiteY772" fmla="*/ 431327 h 759650"/>
                <a:gd name="connsiteX773" fmla="*/ 281101 w 549933"/>
                <a:gd name="connsiteY773" fmla="*/ 425575 h 759650"/>
                <a:gd name="connsiteX774" fmla="*/ 280360 w 549933"/>
                <a:gd name="connsiteY774" fmla="*/ 421572 h 759650"/>
                <a:gd name="connsiteX775" fmla="*/ 280360 w 549933"/>
                <a:gd name="connsiteY775" fmla="*/ 415719 h 759650"/>
                <a:gd name="connsiteX776" fmla="*/ 281942 w 549933"/>
                <a:gd name="connsiteY776" fmla="*/ 413768 h 759650"/>
                <a:gd name="connsiteX777" fmla="*/ 286991 w 549933"/>
                <a:gd name="connsiteY777" fmla="*/ 410168 h 759650"/>
                <a:gd name="connsiteX778" fmla="*/ 291568 w 549933"/>
                <a:gd name="connsiteY778" fmla="*/ 408755 h 759650"/>
                <a:gd name="connsiteX779" fmla="*/ 294731 w 549933"/>
                <a:gd name="connsiteY779" fmla="*/ 406468 h 759650"/>
                <a:gd name="connsiteX780" fmla="*/ 298332 w 549933"/>
                <a:gd name="connsiteY780" fmla="*/ 404281 h 759650"/>
                <a:gd name="connsiteX781" fmla="*/ 301260 w 549933"/>
                <a:gd name="connsiteY781" fmla="*/ 402095 h 759650"/>
                <a:gd name="connsiteX782" fmla="*/ 303885 w 549933"/>
                <a:gd name="connsiteY782" fmla="*/ 399370 h 759650"/>
                <a:gd name="connsiteX783" fmla="*/ 303111 w 549933"/>
                <a:gd name="connsiteY783" fmla="*/ 397082 h 759650"/>
                <a:gd name="connsiteX784" fmla="*/ 300183 w 549933"/>
                <a:gd name="connsiteY784" fmla="*/ 395871 h 759650"/>
                <a:gd name="connsiteX785" fmla="*/ 294092 w 549933"/>
                <a:gd name="connsiteY785" fmla="*/ 392844 h 759650"/>
                <a:gd name="connsiteX786" fmla="*/ 290289 w 549933"/>
                <a:gd name="connsiteY786" fmla="*/ 389143 h 759650"/>
                <a:gd name="connsiteX787" fmla="*/ 289851 w 549933"/>
                <a:gd name="connsiteY787" fmla="*/ 385107 h 759650"/>
                <a:gd name="connsiteX788" fmla="*/ 291601 w 549933"/>
                <a:gd name="connsiteY788" fmla="*/ 382079 h 759650"/>
                <a:gd name="connsiteX789" fmla="*/ 292779 w 549933"/>
                <a:gd name="connsiteY789" fmla="*/ 378614 h 759650"/>
                <a:gd name="connsiteX790" fmla="*/ 290625 w 549933"/>
                <a:gd name="connsiteY790" fmla="*/ 375452 h 759650"/>
                <a:gd name="connsiteX791" fmla="*/ 284971 w 549933"/>
                <a:gd name="connsiteY791" fmla="*/ 371752 h 759650"/>
                <a:gd name="connsiteX792" fmla="*/ 284971 w 549933"/>
                <a:gd name="connsiteY792" fmla="*/ 368287 h 759650"/>
                <a:gd name="connsiteX793" fmla="*/ 287226 w 549933"/>
                <a:gd name="connsiteY793" fmla="*/ 365898 h 759650"/>
                <a:gd name="connsiteX794" fmla="*/ 291063 w 549933"/>
                <a:gd name="connsiteY794" fmla="*/ 362299 h 759650"/>
                <a:gd name="connsiteX795" fmla="*/ 290524 w 549933"/>
                <a:gd name="connsiteY795" fmla="*/ 357623 h 759650"/>
                <a:gd name="connsiteX796" fmla="*/ 288505 w 549933"/>
                <a:gd name="connsiteY796" fmla="*/ 354696 h 759650"/>
                <a:gd name="connsiteX797" fmla="*/ 287361 w 549933"/>
                <a:gd name="connsiteY797" fmla="*/ 352510 h 759650"/>
                <a:gd name="connsiteX798" fmla="*/ 287361 w 549933"/>
                <a:gd name="connsiteY798" fmla="*/ 350222 h 759650"/>
                <a:gd name="connsiteX799" fmla="*/ 287361 w 549933"/>
                <a:gd name="connsiteY799" fmla="*/ 347565 h 759650"/>
                <a:gd name="connsiteX800" fmla="*/ 287866 w 549933"/>
                <a:gd name="connsiteY800" fmla="*/ 344100 h 759650"/>
                <a:gd name="connsiteX801" fmla="*/ 289077 w 549933"/>
                <a:gd name="connsiteY801" fmla="*/ 341913 h 759650"/>
                <a:gd name="connsiteX802" fmla="*/ 290962 w 549933"/>
                <a:gd name="connsiteY802" fmla="*/ 338717 h 759650"/>
                <a:gd name="connsiteX803" fmla="*/ 292914 w 549933"/>
                <a:gd name="connsiteY803" fmla="*/ 337473 h 759650"/>
                <a:gd name="connsiteX804" fmla="*/ 294496 w 549933"/>
                <a:gd name="connsiteY804" fmla="*/ 335118 h 759650"/>
                <a:gd name="connsiteX805" fmla="*/ 295539 w 549933"/>
                <a:gd name="connsiteY805" fmla="*/ 333503 h 759650"/>
                <a:gd name="connsiteX806" fmla="*/ 296246 w 549933"/>
                <a:gd name="connsiteY806" fmla="*/ 331317 h 759650"/>
                <a:gd name="connsiteX807" fmla="*/ 296246 w 549933"/>
                <a:gd name="connsiteY807" fmla="*/ 329534 h 759650"/>
                <a:gd name="connsiteX808" fmla="*/ 296414 w 549933"/>
                <a:gd name="connsiteY808" fmla="*/ 327919 h 759650"/>
                <a:gd name="connsiteX809" fmla="*/ 296447 w 549933"/>
                <a:gd name="connsiteY809" fmla="*/ 326809 h 759650"/>
                <a:gd name="connsiteX810" fmla="*/ 296279 w 549933"/>
                <a:gd name="connsiteY810" fmla="*/ 325531 h 759650"/>
                <a:gd name="connsiteX811" fmla="*/ 296279 w 549933"/>
                <a:gd name="connsiteY811" fmla="*/ 324252 h 759650"/>
                <a:gd name="connsiteX812" fmla="*/ 297188 w 549933"/>
                <a:gd name="connsiteY812" fmla="*/ 323748 h 759650"/>
                <a:gd name="connsiteX813" fmla="*/ 298635 w 549933"/>
                <a:gd name="connsiteY813" fmla="*/ 323311 h 759650"/>
                <a:gd name="connsiteX814" fmla="*/ 300284 w 549933"/>
                <a:gd name="connsiteY814" fmla="*/ 323311 h 759650"/>
                <a:gd name="connsiteX815" fmla="*/ 301563 w 549933"/>
                <a:gd name="connsiteY815" fmla="*/ 324252 h 759650"/>
                <a:gd name="connsiteX816" fmla="*/ 303044 w 549933"/>
                <a:gd name="connsiteY816" fmla="*/ 325295 h 759650"/>
                <a:gd name="connsiteX817" fmla="*/ 303347 w 549933"/>
                <a:gd name="connsiteY817" fmla="*/ 326675 h 759650"/>
                <a:gd name="connsiteX818" fmla="*/ 303077 w 549933"/>
                <a:gd name="connsiteY818" fmla="*/ 328861 h 759650"/>
                <a:gd name="connsiteX819" fmla="*/ 302438 w 549933"/>
                <a:gd name="connsiteY819" fmla="*/ 331485 h 759650"/>
                <a:gd name="connsiteX820" fmla="*/ 301226 w 549933"/>
                <a:gd name="connsiteY820" fmla="*/ 333234 h 759650"/>
                <a:gd name="connsiteX821" fmla="*/ 300688 w 549933"/>
                <a:gd name="connsiteY821" fmla="*/ 335320 h 759650"/>
                <a:gd name="connsiteX822" fmla="*/ 301765 w 549933"/>
                <a:gd name="connsiteY822" fmla="*/ 336733 h 759650"/>
                <a:gd name="connsiteX823" fmla="*/ 305905 w 549933"/>
                <a:gd name="connsiteY823" fmla="*/ 338146 h 759650"/>
                <a:gd name="connsiteX824" fmla="*/ 309505 w 549933"/>
                <a:gd name="connsiteY824" fmla="*/ 337944 h 759650"/>
                <a:gd name="connsiteX825" fmla="*/ 312871 w 549933"/>
                <a:gd name="connsiteY825" fmla="*/ 340534 h 759650"/>
                <a:gd name="connsiteX826" fmla="*/ 315900 w 549933"/>
                <a:gd name="connsiteY826" fmla="*/ 341947 h 759650"/>
                <a:gd name="connsiteX827" fmla="*/ 318828 w 549933"/>
                <a:gd name="connsiteY827" fmla="*/ 340736 h 759650"/>
                <a:gd name="connsiteX828" fmla="*/ 319703 w 549933"/>
                <a:gd name="connsiteY828" fmla="*/ 337809 h 759650"/>
                <a:gd name="connsiteX829" fmla="*/ 320679 w 549933"/>
                <a:gd name="connsiteY829" fmla="*/ 333571 h 759650"/>
                <a:gd name="connsiteX830" fmla="*/ 319804 w 549933"/>
                <a:gd name="connsiteY830" fmla="*/ 329870 h 759650"/>
                <a:gd name="connsiteX831" fmla="*/ 318390 w 549933"/>
                <a:gd name="connsiteY831" fmla="*/ 328457 h 759650"/>
                <a:gd name="connsiteX832" fmla="*/ 315126 w 549933"/>
                <a:gd name="connsiteY832" fmla="*/ 328020 h 759650"/>
                <a:gd name="connsiteX833" fmla="*/ 311659 w 549933"/>
                <a:gd name="connsiteY833" fmla="*/ 326271 h 759650"/>
                <a:gd name="connsiteX834" fmla="*/ 313712 w 549933"/>
                <a:gd name="connsiteY834" fmla="*/ 323445 h 759650"/>
                <a:gd name="connsiteX835" fmla="*/ 316001 w 549933"/>
                <a:gd name="connsiteY835" fmla="*/ 320586 h 759650"/>
                <a:gd name="connsiteX836" fmla="*/ 318054 w 549933"/>
                <a:gd name="connsiteY836" fmla="*/ 319644 h 759650"/>
                <a:gd name="connsiteX837" fmla="*/ 321116 w 549933"/>
                <a:gd name="connsiteY837" fmla="*/ 319307 h 759650"/>
                <a:gd name="connsiteX838" fmla="*/ 323068 w 549933"/>
                <a:gd name="connsiteY838" fmla="*/ 317895 h 759650"/>
                <a:gd name="connsiteX839" fmla="*/ 322967 w 549933"/>
                <a:gd name="connsiteY839" fmla="*/ 315708 h 759650"/>
                <a:gd name="connsiteX840" fmla="*/ 321116 w 549933"/>
                <a:gd name="connsiteY840" fmla="*/ 313118 h 759650"/>
                <a:gd name="connsiteX841" fmla="*/ 319164 w 549933"/>
                <a:gd name="connsiteY841" fmla="*/ 312344 h 759650"/>
                <a:gd name="connsiteX842" fmla="*/ 315361 w 549933"/>
                <a:gd name="connsiteY842" fmla="*/ 311469 h 759650"/>
                <a:gd name="connsiteX843" fmla="*/ 314385 w 549933"/>
                <a:gd name="connsiteY843" fmla="*/ 308206 h 759650"/>
                <a:gd name="connsiteX844" fmla="*/ 312534 w 549933"/>
                <a:gd name="connsiteY844" fmla="*/ 302118 h 759650"/>
                <a:gd name="connsiteX845" fmla="*/ 313174 w 549933"/>
                <a:gd name="connsiteY845" fmla="*/ 298215 h 759650"/>
                <a:gd name="connsiteX846" fmla="*/ 314049 w 549933"/>
                <a:gd name="connsiteY846" fmla="*/ 293539 h 759650"/>
                <a:gd name="connsiteX847" fmla="*/ 315462 w 549933"/>
                <a:gd name="connsiteY847" fmla="*/ 291689 h 759650"/>
                <a:gd name="connsiteX848" fmla="*/ 319501 w 549933"/>
                <a:gd name="connsiteY848" fmla="*/ 291588 h 759650"/>
                <a:gd name="connsiteX849" fmla="*/ 321015 w 549933"/>
                <a:gd name="connsiteY849" fmla="*/ 290949 h 759650"/>
                <a:gd name="connsiteX850" fmla="*/ 322092 w 549933"/>
                <a:gd name="connsiteY850" fmla="*/ 287720 h 759650"/>
                <a:gd name="connsiteX851" fmla="*/ 322092 w 549933"/>
                <a:gd name="connsiteY851" fmla="*/ 286509 h 759650"/>
                <a:gd name="connsiteX852" fmla="*/ 322597 w 549933"/>
                <a:gd name="connsiteY852" fmla="*/ 284457 h 759650"/>
                <a:gd name="connsiteX853" fmla="*/ 323304 w 549933"/>
                <a:gd name="connsiteY853" fmla="*/ 283380 h 759650"/>
                <a:gd name="connsiteX854" fmla="*/ 325693 w 549933"/>
                <a:gd name="connsiteY854" fmla="*/ 282405 h 759650"/>
                <a:gd name="connsiteX855" fmla="*/ 327342 w 549933"/>
                <a:gd name="connsiteY855" fmla="*/ 280218 h 759650"/>
                <a:gd name="connsiteX856" fmla="*/ 329934 w 549933"/>
                <a:gd name="connsiteY856" fmla="*/ 277493 h 759650"/>
                <a:gd name="connsiteX857" fmla="*/ 332559 w 549933"/>
                <a:gd name="connsiteY857" fmla="*/ 273894 h 759650"/>
                <a:gd name="connsiteX858" fmla="*/ 332559 w 549933"/>
                <a:gd name="connsiteY858" fmla="*/ 269857 h 759650"/>
                <a:gd name="connsiteX859" fmla="*/ 337136 w 549933"/>
                <a:gd name="connsiteY859" fmla="*/ 267570 h 759650"/>
                <a:gd name="connsiteX860" fmla="*/ 341040 w 549933"/>
                <a:gd name="connsiteY860" fmla="*/ 264408 h 759650"/>
                <a:gd name="connsiteX861" fmla="*/ 348208 w 549933"/>
                <a:gd name="connsiteY861" fmla="*/ 266998 h 759650"/>
                <a:gd name="connsiteX862" fmla="*/ 349622 w 549933"/>
                <a:gd name="connsiteY862" fmla="*/ 268310 h 759650"/>
                <a:gd name="connsiteX863" fmla="*/ 352180 w 549933"/>
                <a:gd name="connsiteY863" fmla="*/ 269655 h 759650"/>
                <a:gd name="connsiteX864" fmla="*/ 353929 w 549933"/>
                <a:gd name="connsiteY864" fmla="*/ 274062 h 759650"/>
                <a:gd name="connsiteX865" fmla="*/ 356992 w 549933"/>
                <a:gd name="connsiteY865" fmla="*/ 276383 h 759650"/>
                <a:gd name="connsiteX866" fmla="*/ 358742 w 549933"/>
                <a:gd name="connsiteY866" fmla="*/ 275845 h 759650"/>
                <a:gd name="connsiteX867" fmla="*/ 361603 w 549933"/>
                <a:gd name="connsiteY867" fmla="*/ 272582 h 759650"/>
                <a:gd name="connsiteX868" fmla="*/ 366281 w 549933"/>
                <a:gd name="connsiteY868" fmla="*/ 272582 h 759650"/>
                <a:gd name="connsiteX869" fmla="*/ 368232 w 549933"/>
                <a:gd name="connsiteY869" fmla="*/ 274264 h 759650"/>
                <a:gd name="connsiteX870" fmla="*/ 368838 w 549933"/>
                <a:gd name="connsiteY870" fmla="*/ 276316 h 759650"/>
                <a:gd name="connsiteX871" fmla="*/ 368300 w 549933"/>
                <a:gd name="connsiteY871" fmla="*/ 281261 h 759650"/>
                <a:gd name="connsiteX872" fmla="*/ 365204 w 549933"/>
                <a:gd name="connsiteY872" fmla="*/ 281631 h 759650"/>
                <a:gd name="connsiteX873" fmla="*/ 362579 w 549933"/>
                <a:gd name="connsiteY873" fmla="*/ 283414 h 759650"/>
                <a:gd name="connsiteX874" fmla="*/ 361872 w 549933"/>
                <a:gd name="connsiteY874" fmla="*/ 285029 h 759650"/>
                <a:gd name="connsiteX875" fmla="*/ 364733 w 549933"/>
                <a:gd name="connsiteY875" fmla="*/ 286711 h 759650"/>
                <a:gd name="connsiteX876" fmla="*/ 366045 w 549933"/>
                <a:gd name="connsiteY876" fmla="*/ 286711 h 759650"/>
                <a:gd name="connsiteX877" fmla="*/ 369209 w 549933"/>
                <a:gd name="connsiteY877" fmla="*/ 287148 h 759650"/>
                <a:gd name="connsiteX878" fmla="*/ 369983 w 549933"/>
                <a:gd name="connsiteY878" fmla="*/ 288224 h 759650"/>
                <a:gd name="connsiteX879" fmla="*/ 368906 w 549933"/>
                <a:gd name="connsiteY879" fmla="*/ 289402 h 759650"/>
                <a:gd name="connsiteX880" fmla="*/ 368266 w 549933"/>
                <a:gd name="connsiteY880" fmla="*/ 290747 h 759650"/>
                <a:gd name="connsiteX881" fmla="*/ 368973 w 549933"/>
                <a:gd name="connsiteY881" fmla="*/ 292059 h 759650"/>
                <a:gd name="connsiteX882" fmla="*/ 370555 w 549933"/>
                <a:gd name="connsiteY882" fmla="*/ 292934 h 759650"/>
                <a:gd name="connsiteX883" fmla="*/ 372305 w 549933"/>
                <a:gd name="connsiteY883" fmla="*/ 294010 h 759650"/>
                <a:gd name="connsiteX884" fmla="*/ 372944 w 549933"/>
                <a:gd name="connsiteY884" fmla="*/ 296231 h 759650"/>
                <a:gd name="connsiteX885" fmla="*/ 372170 w 549933"/>
                <a:gd name="connsiteY885" fmla="*/ 297879 h 759650"/>
                <a:gd name="connsiteX886" fmla="*/ 371497 w 549933"/>
                <a:gd name="connsiteY886" fmla="*/ 298585 h 759650"/>
                <a:gd name="connsiteX887" fmla="*/ 370420 w 549933"/>
                <a:gd name="connsiteY887" fmla="*/ 299292 h 759650"/>
                <a:gd name="connsiteX888" fmla="*/ 368232 w 549933"/>
                <a:gd name="connsiteY888" fmla="*/ 299090 h 759650"/>
                <a:gd name="connsiteX889" fmla="*/ 367862 w 549933"/>
                <a:gd name="connsiteY889" fmla="*/ 297711 h 759650"/>
                <a:gd name="connsiteX890" fmla="*/ 366483 w 549933"/>
                <a:gd name="connsiteY890" fmla="*/ 297139 h 759650"/>
                <a:gd name="connsiteX891" fmla="*/ 364665 w 549933"/>
                <a:gd name="connsiteY891" fmla="*/ 297139 h 759650"/>
                <a:gd name="connsiteX892" fmla="*/ 362780 w 549933"/>
                <a:gd name="connsiteY892" fmla="*/ 297004 h 759650"/>
                <a:gd name="connsiteX893" fmla="*/ 362209 w 549933"/>
                <a:gd name="connsiteY893" fmla="*/ 298148 h 759650"/>
                <a:gd name="connsiteX894" fmla="*/ 361131 w 549933"/>
                <a:gd name="connsiteY894" fmla="*/ 299157 h 759650"/>
                <a:gd name="connsiteX895" fmla="*/ 358439 w 549933"/>
                <a:gd name="connsiteY895" fmla="*/ 299292 h 759650"/>
                <a:gd name="connsiteX896" fmla="*/ 356554 w 549933"/>
                <a:gd name="connsiteY896" fmla="*/ 298552 h 759650"/>
                <a:gd name="connsiteX897" fmla="*/ 354804 w 549933"/>
                <a:gd name="connsiteY897" fmla="*/ 298047 h 759650"/>
                <a:gd name="connsiteX898" fmla="*/ 353929 w 549933"/>
                <a:gd name="connsiteY898" fmla="*/ 297408 h 759650"/>
                <a:gd name="connsiteX899" fmla="*/ 352112 w 549933"/>
                <a:gd name="connsiteY899" fmla="*/ 296096 h 759650"/>
                <a:gd name="connsiteX900" fmla="*/ 350800 w 549933"/>
                <a:gd name="connsiteY900" fmla="*/ 295356 h 759650"/>
                <a:gd name="connsiteX901" fmla="*/ 350295 w 549933"/>
                <a:gd name="connsiteY901" fmla="*/ 295356 h 759650"/>
                <a:gd name="connsiteX902" fmla="*/ 349050 w 549933"/>
                <a:gd name="connsiteY902" fmla="*/ 296062 h 759650"/>
                <a:gd name="connsiteX903" fmla="*/ 348107 w 549933"/>
                <a:gd name="connsiteY903" fmla="*/ 296836 h 759650"/>
                <a:gd name="connsiteX904" fmla="*/ 348174 w 549933"/>
                <a:gd name="connsiteY904" fmla="*/ 297980 h 759650"/>
                <a:gd name="connsiteX905" fmla="*/ 348174 w 549933"/>
                <a:gd name="connsiteY905" fmla="*/ 299359 h 759650"/>
                <a:gd name="connsiteX906" fmla="*/ 347905 w 549933"/>
                <a:gd name="connsiteY906" fmla="*/ 301041 h 759650"/>
                <a:gd name="connsiteX907" fmla="*/ 347535 w 549933"/>
                <a:gd name="connsiteY907" fmla="*/ 304304 h 759650"/>
                <a:gd name="connsiteX908" fmla="*/ 347535 w 549933"/>
                <a:gd name="connsiteY908" fmla="*/ 306053 h 759650"/>
                <a:gd name="connsiteX909" fmla="*/ 349487 w 549933"/>
                <a:gd name="connsiteY909" fmla="*/ 308442 h 759650"/>
                <a:gd name="connsiteX910" fmla="*/ 351675 w 549933"/>
                <a:gd name="connsiteY910" fmla="*/ 310191 h 759650"/>
                <a:gd name="connsiteX911" fmla="*/ 351675 w 549933"/>
                <a:gd name="connsiteY911" fmla="*/ 315405 h 759650"/>
                <a:gd name="connsiteX912" fmla="*/ 351675 w 549933"/>
                <a:gd name="connsiteY912" fmla="*/ 316919 h 759650"/>
                <a:gd name="connsiteX913" fmla="*/ 355141 w 549933"/>
                <a:gd name="connsiteY913" fmla="*/ 320619 h 759650"/>
                <a:gd name="connsiteX914" fmla="*/ 355141 w 549933"/>
                <a:gd name="connsiteY914" fmla="*/ 324522 h 759650"/>
                <a:gd name="connsiteX915" fmla="*/ 356218 w 549933"/>
                <a:gd name="connsiteY915" fmla="*/ 328155 h 759650"/>
                <a:gd name="connsiteX916" fmla="*/ 361064 w 549933"/>
                <a:gd name="connsiteY916" fmla="*/ 328155 h 759650"/>
                <a:gd name="connsiteX917" fmla="*/ 361636 w 549933"/>
                <a:gd name="connsiteY917" fmla="*/ 330913 h 759650"/>
                <a:gd name="connsiteX918" fmla="*/ 361064 w 549933"/>
                <a:gd name="connsiteY918" fmla="*/ 334378 h 759650"/>
                <a:gd name="connsiteX919" fmla="*/ 360357 w 549933"/>
                <a:gd name="connsiteY919" fmla="*/ 334513 h 759650"/>
                <a:gd name="connsiteX920" fmla="*/ 360357 w 549933"/>
                <a:gd name="connsiteY920" fmla="*/ 339861 h 759650"/>
                <a:gd name="connsiteX921" fmla="*/ 361737 w 549933"/>
                <a:gd name="connsiteY921" fmla="*/ 342317 h 759650"/>
                <a:gd name="connsiteX922" fmla="*/ 363858 w 549933"/>
                <a:gd name="connsiteY922" fmla="*/ 343461 h 759650"/>
                <a:gd name="connsiteX923" fmla="*/ 365608 w 549933"/>
                <a:gd name="connsiteY923" fmla="*/ 343158 h 759650"/>
                <a:gd name="connsiteX924" fmla="*/ 365608 w 549933"/>
                <a:gd name="connsiteY924" fmla="*/ 341140 h 759650"/>
                <a:gd name="connsiteX925" fmla="*/ 368502 w 549933"/>
                <a:gd name="connsiteY925" fmla="*/ 338818 h 759650"/>
                <a:gd name="connsiteX926" fmla="*/ 372137 w 549933"/>
                <a:gd name="connsiteY926" fmla="*/ 335051 h 759650"/>
                <a:gd name="connsiteX927" fmla="*/ 376209 w 549933"/>
                <a:gd name="connsiteY927" fmla="*/ 334344 h 759650"/>
                <a:gd name="connsiteX928" fmla="*/ 383007 w 549933"/>
                <a:gd name="connsiteY928" fmla="*/ 335791 h 759650"/>
                <a:gd name="connsiteX929" fmla="*/ 384454 w 549933"/>
                <a:gd name="connsiteY929" fmla="*/ 337977 h 759650"/>
                <a:gd name="connsiteX930" fmla="*/ 386642 w 549933"/>
                <a:gd name="connsiteY930" fmla="*/ 340870 h 759650"/>
                <a:gd name="connsiteX931" fmla="*/ 386339 w 549933"/>
                <a:gd name="connsiteY931" fmla="*/ 345345 h 759650"/>
                <a:gd name="connsiteX932" fmla="*/ 385464 w 549933"/>
                <a:gd name="connsiteY932" fmla="*/ 347666 h 759650"/>
                <a:gd name="connsiteX933" fmla="*/ 386372 w 549933"/>
                <a:gd name="connsiteY933" fmla="*/ 349819 h 759650"/>
                <a:gd name="connsiteX934" fmla="*/ 385497 w 549933"/>
                <a:gd name="connsiteY934" fmla="*/ 351770 h 759650"/>
                <a:gd name="connsiteX935" fmla="*/ 384959 w 549933"/>
                <a:gd name="connsiteY935" fmla="*/ 353822 h 759650"/>
                <a:gd name="connsiteX936" fmla="*/ 383007 w 549933"/>
                <a:gd name="connsiteY936" fmla="*/ 355335 h 759650"/>
                <a:gd name="connsiteX937" fmla="*/ 383007 w 549933"/>
                <a:gd name="connsiteY937" fmla="*/ 359675 h 759650"/>
                <a:gd name="connsiteX938" fmla="*/ 386036 w 549933"/>
                <a:gd name="connsiteY938" fmla="*/ 360651 h 759650"/>
                <a:gd name="connsiteX939" fmla="*/ 388863 w 549933"/>
                <a:gd name="connsiteY939" fmla="*/ 360112 h 759650"/>
                <a:gd name="connsiteX940" fmla="*/ 391017 w 549933"/>
                <a:gd name="connsiteY940" fmla="*/ 358901 h 759650"/>
                <a:gd name="connsiteX941" fmla="*/ 394281 w 549933"/>
                <a:gd name="connsiteY941" fmla="*/ 359675 h 759650"/>
                <a:gd name="connsiteX942" fmla="*/ 394281 w 549933"/>
                <a:gd name="connsiteY942" fmla="*/ 361525 h 759650"/>
                <a:gd name="connsiteX943" fmla="*/ 394281 w 549933"/>
                <a:gd name="connsiteY943" fmla="*/ 363174 h 759650"/>
                <a:gd name="connsiteX944" fmla="*/ 396570 w 549933"/>
                <a:gd name="connsiteY944" fmla="*/ 363174 h 759650"/>
                <a:gd name="connsiteX945" fmla="*/ 398522 w 549933"/>
                <a:gd name="connsiteY945" fmla="*/ 364485 h 759650"/>
                <a:gd name="connsiteX946" fmla="*/ 400373 w 549933"/>
                <a:gd name="connsiteY946" fmla="*/ 366773 h 759650"/>
                <a:gd name="connsiteX947" fmla="*/ 400373 w 549933"/>
                <a:gd name="connsiteY947" fmla="*/ 369262 h 759650"/>
                <a:gd name="connsiteX948" fmla="*/ 400373 w 549933"/>
                <a:gd name="connsiteY948" fmla="*/ 373030 h 759650"/>
                <a:gd name="connsiteX949" fmla="*/ 398926 w 549933"/>
                <a:gd name="connsiteY949" fmla="*/ 376461 h 759650"/>
                <a:gd name="connsiteX950" fmla="*/ 398219 w 549933"/>
                <a:gd name="connsiteY950" fmla="*/ 377470 h 759650"/>
                <a:gd name="connsiteX951" fmla="*/ 396200 w 549933"/>
                <a:gd name="connsiteY951" fmla="*/ 378715 h 759650"/>
                <a:gd name="connsiteX952" fmla="*/ 391757 w 549933"/>
                <a:gd name="connsiteY952" fmla="*/ 379287 h 759650"/>
                <a:gd name="connsiteX953" fmla="*/ 390310 w 549933"/>
                <a:gd name="connsiteY953" fmla="*/ 381473 h 759650"/>
                <a:gd name="connsiteX954" fmla="*/ 389940 w 549933"/>
                <a:gd name="connsiteY954" fmla="*/ 382012 h 759650"/>
                <a:gd name="connsiteX955" fmla="*/ 395459 w 549933"/>
                <a:gd name="connsiteY955" fmla="*/ 382718 h 759650"/>
                <a:gd name="connsiteX956" fmla="*/ 401551 w 549933"/>
                <a:gd name="connsiteY956" fmla="*/ 377134 h 759650"/>
                <a:gd name="connsiteX957" fmla="*/ 406464 w 549933"/>
                <a:gd name="connsiteY957" fmla="*/ 377134 h 759650"/>
                <a:gd name="connsiteX958" fmla="*/ 410099 w 549933"/>
                <a:gd name="connsiteY958" fmla="*/ 381339 h 759650"/>
                <a:gd name="connsiteX959" fmla="*/ 411412 w 549933"/>
                <a:gd name="connsiteY959" fmla="*/ 389446 h 759650"/>
                <a:gd name="connsiteX960" fmla="*/ 417368 w 549933"/>
                <a:gd name="connsiteY960" fmla="*/ 394223 h 759650"/>
                <a:gd name="connsiteX961" fmla="*/ 423022 w 549933"/>
                <a:gd name="connsiteY961" fmla="*/ 395972 h 759650"/>
                <a:gd name="connsiteX962" fmla="*/ 427499 w 549933"/>
                <a:gd name="connsiteY962" fmla="*/ 394828 h 759650"/>
                <a:gd name="connsiteX963" fmla="*/ 430830 w 549933"/>
                <a:gd name="connsiteY963" fmla="*/ 393079 h 759650"/>
                <a:gd name="connsiteX964" fmla="*/ 434902 w 549933"/>
                <a:gd name="connsiteY964" fmla="*/ 388874 h 759650"/>
                <a:gd name="connsiteX965" fmla="*/ 438672 w 549933"/>
                <a:gd name="connsiteY965" fmla="*/ 385409 h 759650"/>
                <a:gd name="connsiteX966" fmla="*/ 442306 w 549933"/>
                <a:gd name="connsiteY966" fmla="*/ 383525 h 759650"/>
                <a:gd name="connsiteX967" fmla="*/ 447658 w 549933"/>
                <a:gd name="connsiteY967" fmla="*/ 380195 h 759650"/>
                <a:gd name="connsiteX968" fmla="*/ 454893 w 549933"/>
                <a:gd name="connsiteY968" fmla="*/ 380498 h 759650"/>
                <a:gd name="connsiteX969" fmla="*/ 463004 w 549933"/>
                <a:gd name="connsiteY969" fmla="*/ 380632 h 759650"/>
                <a:gd name="connsiteX970" fmla="*/ 467345 w 549933"/>
                <a:gd name="connsiteY970" fmla="*/ 380632 h 759650"/>
                <a:gd name="connsiteX971" fmla="*/ 470980 w 549933"/>
                <a:gd name="connsiteY971" fmla="*/ 378311 h 759650"/>
                <a:gd name="connsiteX972" fmla="*/ 473673 w 549933"/>
                <a:gd name="connsiteY972" fmla="*/ 377874 h 759650"/>
                <a:gd name="connsiteX973" fmla="*/ 475187 w 549933"/>
                <a:gd name="connsiteY973" fmla="*/ 380632 h 759650"/>
                <a:gd name="connsiteX974" fmla="*/ 475187 w 549933"/>
                <a:gd name="connsiteY974" fmla="*/ 383223 h 759650"/>
                <a:gd name="connsiteX975" fmla="*/ 473571 w 549933"/>
                <a:gd name="connsiteY975" fmla="*/ 384669 h 759650"/>
                <a:gd name="connsiteX976" fmla="*/ 475187 w 549933"/>
                <a:gd name="connsiteY976" fmla="*/ 385107 h 759650"/>
                <a:gd name="connsiteX977" fmla="*/ 478384 w 549933"/>
                <a:gd name="connsiteY977" fmla="*/ 384535 h 759650"/>
                <a:gd name="connsiteX978" fmla="*/ 480269 w 549933"/>
                <a:gd name="connsiteY978" fmla="*/ 381507 h 759650"/>
                <a:gd name="connsiteX979" fmla="*/ 481278 w 549933"/>
                <a:gd name="connsiteY979" fmla="*/ 379186 h 759650"/>
                <a:gd name="connsiteX980" fmla="*/ 482288 w 549933"/>
                <a:gd name="connsiteY980" fmla="*/ 377168 h 759650"/>
                <a:gd name="connsiteX981" fmla="*/ 483163 w 549933"/>
                <a:gd name="connsiteY981" fmla="*/ 375149 h 759650"/>
                <a:gd name="connsiteX982" fmla="*/ 484307 w 549933"/>
                <a:gd name="connsiteY982" fmla="*/ 372828 h 759650"/>
                <a:gd name="connsiteX983" fmla="*/ 485317 w 549933"/>
                <a:gd name="connsiteY983" fmla="*/ 370070 h 759650"/>
                <a:gd name="connsiteX984" fmla="*/ 485889 w 549933"/>
                <a:gd name="connsiteY984" fmla="*/ 367311 h 759650"/>
                <a:gd name="connsiteX985" fmla="*/ 486764 w 549933"/>
                <a:gd name="connsiteY985" fmla="*/ 365293 h 759650"/>
                <a:gd name="connsiteX986" fmla="*/ 488514 w 549933"/>
                <a:gd name="connsiteY986" fmla="*/ 363846 h 759650"/>
                <a:gd name="connsiteX987" fmla="*/ 491274 w 549933"/>
                <a:gd name="connsiteY987" fmla="*/ 359372 h 759650"/>
                <a:gd name="connsiteX988" fmla="*/ 493024 w 549933"/>
                <a:gd name="connsiteY988" fmla="*/ 356008 h 759650"/>
                <a:gd name="connsiteX989" fmla="*/ 493966 w 549933"/>
                <a:gd name="connsiteY989" fmla="*/ 353586 h 759650"/>
                <a:gd name="connsiteX990" fmla="*/ 496053 w 549933"/>
                <a:gd name="connsiteY990" fmla="*/ 349516 h 759650"/>
                <a:gd name="connsiteX991" fmla="*/ 496053 w 549933"/>
                <a:gd name="connsiteY991" fmla="*/ 346757 h 759650"/>
                <a:gd name="connsiteX992" fmla="*/ 496928 w 549933"/>
                <a:gd name="connsiteY992" fmla="*/ 341409 h 759650"/>
                <a:gd name="connsiteX993" fmla="*/ 495918 w 549933"/>
                <a:gd name="connsiteY993" fmla="*/ 335892 h 759650"/>
                <a:gd name="connsiteX994" fmla="*/ 493293 w 549933"/>
                <a:gd name="connsiteY994" fmla="*/ 332999 h 759650"/>
                <a:gd name="connsiteX995" fmla="*/ 492553 w 549933"/>
                <a:gd name="connsiteY995" fmla="*/ 330106 h 759650"/>
                <a:gd name="connsiteX996" fmla="*/ 494875 w 549933"/>
                <a:gd name="connsiteY996" fmla="*/ 327919 h 759650"/>
                <a:gd name="connsiteX997" fmla="*/ 499519 w 549933"/>
                <a:gd name="connsiteY997" fmla="*/ 324454 h 759650"/>
                <a:gd name="connsiteX998" fmla="*/ 501707 w 549933"/>
                <a:gd name="connsiteY998" fmla="*/ 320384 h 759650"/>
                <a:gd name="connsiteX999" fmla="*/ 502582 w 549933"/>
                <a:gd name="connsiteY999" fmla="*/ 316347 h 759650"/>
                <a:gd name="connsiteX1000" fmla="*/ 504601 w 549933"/>
                <a:gd name="connsiteY1000" fmla="*/ 313454 h 759650"/>
                <a:gd name="connsiteX1001" fmla="*/ 506755 w 549933"/>
                <a:gd name="connsiteY1001" fmla="*/ 311268 h 759650"/>
                <a:gd name="connsiteX1002" fmla="*/ 509212 w 549933"/>
                <a:gd name="connsiteY1002" fmla="*/ 309081 h 759650"/>
                <a:gd name="connsiteX1003" fmla="*/ 512409 w 549933"/>
                <a:gd name="connsiteY1003" fmla="*/ 307769 h 759650"/>
                <a:gd name="connsiteX1004" fmla="*/ 515034 w 549933"/>
                <a:gd name="connsiteY1004" fmla="*/ 302858 h 759650"/>
                <a:gd name="connsiteX1005" fmla="*/ 517221 w 549933"/>
                <a:gd name="connsiteY1005" fmla="*/ 300099 h 759650"/>
                <a:gd name="connsiteX1006" fmla="*/ 520688 w 549933"/>
                <a:gd name="connsiteY1006" fmla="*/ 295020 h 759650"/>
                <a:gd name="connsiteX1007" fmla="*/ 523448 w 549933"/>
                <a:gd name="connsiteY1007" fmla="*/ 293573 h 759650"/>
                <a:gd name="connsiteX1008" fmla="*/ 526780 w 549933"/>
                <a:gd name="connsiteY1008" fmla="*/ 291992 h 759650"/>
                <a:gd name="connsiteX1009" fmla="*/ 529404 w 549933"/>
                <a:gd name="connsiteY1009" fmla="*/ 290983 h 759650"/>
                <a:gd name="connsiteX1010" fmla="*/ 533881 w 549933"/>
                <a:gd name="connsiteY1010" fmla="*/ 287653 h 759650"/>
                <a:gd name="connsiteX1011" fmla="*/ 539232 w 549933"/>
                <a:gd name="connsiteY1011" fmla="*/ 285197 h 759650"/>
                <a:gd name="connsiteX1012" fmla="*/ 543136 w 549933"/>
                <a:gd name="connsiteY1012" fmla="*/ 280992 h 759650"/>
                <a:gd name="connsiteX1013" fmla="*/ 547847 w 549933"/>
                <a:gd name="connsiteY1013" fmla="*/ 277796 h 759650"/>
                <a:gd name="connsiteX1014" fmla="*/ 549934 w 549933"/>
                <a:gd name="connsiteY1014" fmla="*/ 276484 h 759650"/>
                <a:gd name="connsiteX1015" fmla="*/ 549934 w 549933"/>
                <a:gd name="connsiteY1015" fmla="*/ 273726 h 759650"/>
                <a:gd name="connsiteX1016" fmla="*/ 547410 w 549933"/>
                <a:gd name="connsiteY1016" fmla="*/ 270059 h 759650"/>
                <a:gd name="connsiteX1017" fmla="*/ 340299 w 549933"/>
                <a:gd name="connsiteY1017" fmla="*/ 224645 h 759650"/>
                <a:gd name="connsiteX1018" fmla="*/ 338718 w 549933"/>
                <a:gd name="connsiteY1018" fmla="*/ 226025 h 759650"/>
                <a:gd name="connsiteX1019" fmla="*/ 337270 w 549933"/>
                <a:gd name="connsiteY1019" fmla="*/ 226462 h 759650"/>
                <a:gd name="connsiteX1020" fmla="*/ 335621 w 549933"/>
                <a:gd name="connsiteY1020" fmla="*/ 226159 h 759650"/>
                <a:gd name="connsiteX1021" fmla="*/ 333905 w 549933"/>
                <a:gd name="connsiteY1021" fmla="*/ 225957 h 759650"/>
                <a:gd name="connsiteX1022" fmla="*/ 332761 w 549933"/>
                <a:gd name="connsiteY1022" fmla="*/ 226832 h 759650"/>
                <a:gd name="connsiteX1023" fmla="*/ 332761 w 549933"/>
                <a:gd name="connsiteY1023" fmla="*/ 229961 h 759650"/>
                <a:gd name="connsiteX1024" fmla="*/ 332963 w 549933"/>
                <a:gd name="connsiteY1024" fmla="*/ 230970 h 759650"/>
                <a:gd name="connsiteX1025" fmla="*/ 332189 w 549933"/>
                <a:gd name="connsiteY1025" fmla="*/ 232416 h 759650"/>
                <a:gd name="connsiteX1026" fmla="*/ 329799 w 549933"/>
                <a:gd name="connsiteY1026" fmla="*/ 232921 h 759650"/>
                <a:gd name="connsiteX1027" fmla="*/ 328116 w 549933"/>
                <a:gd name="connsiteY1027" fmla="*/ 232349 h 759650"/>
                <a:gd name="connsiteX1028" fmla="*/ 325087 w 549933"/>
                <a:gd name="connsiteY1028" fmla="*/ 232046 h 759650"/>
                <a:gd name="connsiteX1029" fmla="*/ 322698 w 549933"/>
                <a:gd name="connsiteY1029" fmla="*/ 230364 h 759650"/>
                <a:gd name="connsiteX1030" fmla="*/ 319232 w 549933"/>
                <a:gd name="connsiteY1030" fmla="*/ 231104 h 759650"/>
                <a:gd name="connsiteX1031" fmla="*/ 317280 w 549933"/>
                <a:gd name="connsiteY1031" fmla="*/ 233997 h 759650"/>
                <a:gd name="connsiteX1032" fmla="*/ 314957 w 549933"/>
                <a:gd name="connsiteY1032" fmla="*/ 238404 h 759650"/>
                <a:gd name="connsiteX1033" fmla="*/ 316337 w 549933"/>
                <a:gd name="connsiteY1033" fmla="*/ 240927 h 759650"/>
                <a:gd name="connsiteX1034" fmla="*/ 319972 w 549933"/>
                <a:gd name="connsiteY1034" fmla="*/ 243383 h 759650"/>
                <a:gd name="connsiteX1035" fmla="*/ 320039 w 549933"/>
                <a:gd name="connsiteY1035" fmla="*/ 244627 h 759650"/>
                <a:gd name="connsiteX1036" fmla="*/ 316977 w 549933"/>
                <a:gd name="connsiteY1036" fmla="*/ 246881 h 759650"/>
                <a:gd name="connsiteX1037" fmla="*/ 316102 w 549933"/>
                <a:gd name="connsiteY1037" fmla="*/ 249270 h 759650"/>
                <a:gd name="connsiteX1038" fmla="*/ 316977 w 549933"/>
                <a:gd name="connsiteY1038" fmla="*/ 251961 h 759650"/>
                <a:gd name="connsiteX1039" fmla="*/ 318996 w 549933"/>
                <a:gd name="connsiteY1039" fmla="*/ 253475 h 759650"/>
                <a:gd name="connsiteX1040" fmla="*/ 320679 w 549933"/>
                <a:gd name="connsiteY1040" fmla="*/ 255056 h 759650"/>
                <a:gd name="connsiteX1041" fmla="*/ 320712 w 549933"/>
                <a:gd name="connsiteY1041" fmla="*/ 255998 h 759650"/>
                <a:gd name="connsiteX1042" fmla="*/ 320612 w 549933"/>
                <a:gd name="connsiteY1042" fmla="*/ 257074 h 759650"/>
                <a:gd name="connsiteX1043" fmla="*/ 320612 w 549933"/>
                <a:gd name="connsiteY1043" fmla="*/ 259463 h 759650"/>
                <a:gd name="connsiteX1044" fmla="*/ 321756 w 549933"/>
                <a:gd name="connsiteY1044" fmla="*/ 260270 h 759650"/>
                <a:gd name="connsiteX1045" fmla="*/ 323438 w 549933"/>
                <a:gd name="connsiteY1045" fmla="*/ 262288 h 759650"/>
                <a:gd name="connsiteX1046" fmla="*/ 325189 w 549933"/>
                <a:gd name="connsiteY1046" fmla="*/ 263735 h 759650"/>
                <a:gd name="connsiteX1047" fmla="*/ 326703 w 549933"/>
                <a:gd name="connsiteY1047" fmla="*/ 265316 h 759650"/>
                <a:gd name="connsiteX1048" fmla="*/ 327746 w 549933"/>
                <a:gd name="connsiteY1048" fmla="*/ 267772 h 759650"/>
                <a:gd name="connsiteX1049" fmla="*/ 328352 w 549933"/>
                <a:gd name="connsiteY1049" fmla="*/ 269386 h 759650"/>
                <a:gd name="connsiteX1050" fmla="*/ 328419 w 549933"/>
                <a:gd name="connsiteY1050" fmla="*/ 271573 h 759650"/>
                <a:gd name="connsiteX1051" fmla="*/ 328487 w 549933"/>
                <a:gd name="connsiteY1051" fmla="*/ 273860 h 759650"/>
                <a:gd name="connsiteX1052" fmla="*/ 326905 w 549933"/>
                <a:gd name="connsiteY1052" fmla="*/ 276148 h 759650"/>
                <a:gd name="connsiteX1053" fmla="*/ 324852 w 549933"/>
                <a:gd name="connsiteY1053" fmla="*/ 278435 h 759650"/>
                <a:gd name="connsiteX1054" fmla="*/ 323203 w 549933"/>
                <a:gd name="connsiteY1054" fmla="*/ 279680 h 759650"/>
                <a:gd name="connsiteX1055" fmla="*/ 320140 w 549933"/>
                <a:gd name="connsiteY1055" fmla="*/ 281295 h 759650"/>
                <a:gd name="connsiteX1056" fmla="*/ 318289 w 549933"/>
                <a:gd name="connsiteY1056" fmla="*/ 282438 h 759650"/>
                <a:gd name="connsiteX1057" fmla="*/ 316876 w 549933"/>
                <a:gd name="connsiteY1057" fmla="*/ 282943 h 759650"/>
                <a:gd name="connsiteX1058" fmla="*/ 314520 w 549933"/>
                <a:gd name="connsiteY1058" fmla="*/ 282943 h 759650"/>
                <a:gd name="connsiteX1059" fmla="*/ 312198 w 549933"/>
                <a:gd name="connsiteY1059" fmla="*/ 283279 h 759650"/>
                <a:gd name="connsiteX1060" fmla="*/ 309304 w 549933"/>
                <a:gd name="connsiteY1060" fmla="*/ 283246 h 759650"/>
                <a:gd name="connsiteX1061" fmla="*/ 305837 w 549933"/>
                <a:gd name="connsiteY1061" fmla="*/ 282539 h 759650"/>
                <a:gd name="connsiteX1062" fmla="*/ 301933 w 549933"/>
                <a:gd name="connsiteY1062" fmla="*/ 283952 h 759650"/>
                <a:gd name="connsiteX1063" fmla="*/ 298332 w 549933"/>
                <a:gd name="connsiteY1063" fmla="*/ 284827 h 759650"/>
                <a:gd name="connsiteX1064" fmla="*/ 295942 w 549933"/>
                <a:gd name="connsiteY1064" fmla="*/ 285600 h 759650"/>
                <a:gd name="connsiteX1065" fmla="*/ 292779 w 549933"/>
                <a:gd name="connsiteY1065" fmla="*/ 284827 h 759650"/>
                <a:gd name="connsiteX1066" fmla="*/ 289952 w 549933"/>
                <a:gd name="connsiteY1066" fmla="*/ 282977 h 759650"/>
                <a:gd name="connsiteX1067" fmla="*/ 286385 w 549933"/>
                <a:gd name="connsiteY1067" fmla="*/ 282102 h 759650"/>
                <a:gd name="connsiteX1068" fmla="*/ 281370 w 549933"/>
                <a:gd name="connsiteY1068" fmla="*/ 282539 h 759650"/>
                <a:gd name="connsiteX1069" fmla="*/ 278543 w 549933"/>
                <a:gd name="connsiteY1069" fmla="*/ 286677 h 759650"/>
                <a:gd name="connsiteX1070" fmla="*/ 277130 w 549933"/>
                <a:gd name="connsiteY1070" fmla="*/ 291555 h 759650"/>
                <a:gd name="connsiteX1071" fmla="*/ 277130 w 549933"/>
                <a:gd name="connsiteY1071" fmla="*/ 295995 h 759650"/>
                <a:gd name="connsiteX1072" fmla="*/ 276356 w 549933"/>
                <a:gd name="connsiteY1072" fmla="*/ 301748 h 759650"/>
                <a:gd name="connsiteX1073" fmla="*/ 276894 w 549933"/>
                <a:gd name="connsiteY1073" fmla="*/ 305112 h 759650"/>
                <a:gd name="connsiteX1074" fmla="*/ 280697 w 549933"/>
                <a:gd name="connsiteY1074" fmla="*/ 310662 h 759650"/>
                <a:gd name="connsiteX1075" fmla="*/ 282313 w 549933"/>
                <a:gd name="connsiteY1075" fmla="*/ 314127 h 759650"/>
                <a:gd name="connsiteX1076" fmla="*/ 285241 w 549933"/>
                <a:gd name="connsiteY1076" fmla="*/ 314497 h 759650"/>
                <a:gd name="connsiteX1077" fmla="*/ 288168 w 549933"/>
                <a:gd name="connsiteY1077" fmla="*/ 312479 h 759650"/>
                <a:gd name="connsiteX1078" fmla="*/ 288370 w 549933"/>
                <a:gd name="connsiteY1078" fmla="*/ 312479 h 759650"/>
                <a:gd name="connsiteX1079" fmla="*/ 290861 w 549933"/>
                <a:gd name="connsiteY1079" fmla="*/ 314430 h 759650"/>
                <a:gd name="connsiteX1080" fmla="*/ 293149 w 549933"/>
                <a:gd name="connsiteY1080" fmla="*/ 318029 h 759650"/>
                <a:gd name="connsiteX1081" fmla="*/ 293688 w 549933"/>
                <a:gd name="connsiteY1081" fmla="*/ 320216 h 759650"/>
                <a:gd name="connsiteX1082" fmla="*/ 291837 w 549933"/>
                <a:gd name="connsiteY1082" fmla="*/ 324219 h 759650"/>
                <a:gd name="connsiteX1083" fmla="*/ 292039 w 549933"/>
                <a:gd name="connsiteY1083" fmla="*/ 327886 h 759650"/>
                <a:gd name="connsiteX1084" fmla="*/ 293452 w 549933"/>
                <a:gd name="connsiteY1084" fmla="*/ 329231 h 759650"/>
                <a:gd name="connsiteX1085" fmla="*/ 293452 w 549933"/>
                <a:gd name="connsiteY1085" fmla="*/ 330106 h 759650"/>
                <a:gd name="connsiteX1086" fmla="*/ 290625 w 549933"/>
                <a:gd name="connsiteY1086" fmla="*/ 332494 h 759650"/>
                <a:gd name="connsiteX1087" fmla="*/ 289212 w 549933"/>
                <a:gd name="connsiteY1087" fmla="*/ 333806 h 759650"/>
                <a:gd name="connsiteX1088" fmla="*/ 284971 w 549933"/>
                <a:gd name="connsiteY1088" fmla="*/ 336195 h 759650"/>
                <a:gd name="connsiteX1089" fmla="*/ 282784 w 549933"/>
                <a:gd name="connsiteY1089" fmla="*/ 340332 h 759650"/>
                <a:gd name="connsiteX1090" fmla="*/ 279620 w 549933"/>
                <a:gd name="connsiteY1090" fmla="*/ 340332 h 759650"/>
                <a:gd name="connsiteX1091" fmla="*/ 276457 w 549933"/>
                <a:gd name="connsiteY1091" fmla="*/ 340332 h 759650"/>
                <a:gd name="connsiteX1092" fmla="*/ 272654 w 549933"/>
                <a:gd name="connsiteY1092" fmla="*/ 340332 h 759650"/>
                <a:gd name="connsiteX1093" fmla="*/ 268413 w 549933"/>
                <a:gd name="connsiteY1093" fmla="*/ 336329 h 759650"/>
                <a:gd name="connsiteX1094" fmla="*/ 263634 w 549933"/>
                <a:gd name="connsiteY1094" fmla="*/ 335656 h 759650"/>
                <a:gd name="connsiteX1095" fmla="*/ 262221 w 549933"/>
                <a:gd name="connsiteY1095" fmla="*/ 336867 h 759650"/>
                <a:gd name="connsiteX1096" fmla="*/ 261548 w 549933"/>
                <a:gd name="connsiteY1096" fmla="*/ 337843 h 759650"/>
                <a:gd name="connsiteX1097" fmla="*/ 261009 w 549933"/>
                <a:gd name="connsiteY1097" fmla="*/ 339693 h 759650"/>
                <a:gd name="connsiteX1098" fmla="*/ 260471 w 549933"/>
                <a:gd name="connsiteY1098" fmla="*/ 341644 h 759650"/>
                <a:gd name="connsiteX1099" fmla="*/ 260571 w 549933"/>
                <a:gd name="connsiteY1099" fmla="*/ 344033 h 759650"/>
                <a:gd name="connsiteX1100" fmla="*/ 260235 w 549933"/>
                <a:gd name="connsiteY1100" fmla="*/ 345883 h 759650"/>
                <a:gd name="connsiteX1101" fmla="*/ 259562 w 549933"/>
                <a:gd name="connsiteY1101" fmla="*/ 347195 h 759650"/>
                <a:gd name="connsiteX1102" fmla="*/ 258047 w 549933"/>
                <a:gd name="connsiteY1102" fmla="*/ 348944 h 759650"/>
                <a:gd name="connsiteX1103" fmla="*/ 254447 w 549933"/>
                <a:gd name="connsiteY1103" fmla="*/ 350592 h 759650"/>
                <a:gd name="connsiteX1104" fmla="*/ 251821 w 549933"/>
                <a:gd name="connsiteY1104" fmla="*/ 351231 h 759650"/>
                <a:gd name="connsiteX1105" fmla="*/ 249432 w 549933"/>
                <a:gd name="connsiteY1105" fmla="*/ 352005 h 759650"/>
                <a:gd name="connsiteX1106" fmla="*/ 247783 w 549933"/>
                <a:gd name="connsiteY1106" fmla="*/ 352005 h 759650"/>
                <a:gd name="connsiteX1107" fmla="*/ 245730 w 549933"/>
                <a:gd name="connsiteY1107" fmla="*/ 352039 h 759650"/>
                <a:gd name="connsiteX1108" fmla="*/ 241490 w 549933"/>
                <a:gd name="connsiteY1108" fmla="*/ 348978 h 759650"/>
                <a:gd name="connsiteX1109" fmla="*/ 238999 w 549933"/>
                <a:gd name="connsiteY1109" fmla="*/ 345950 h 759650"/>
                <a:gd name="connsiteX1110" fmla="*/ 236710 w 549933"/>
                <a:gd name="connsiteY1110" fmla="*/ 343663 h 759650"/>
                <a:gd name="connsiteX1111" fmla="*/ 234321 w 549933"/>
                <a:gd name="connsiteY1111" fmla="*/ 343562 h 759650"/>
                <a:gd name="connsiteX1112" fmla="*/ 230417 w 549933"/>
                <a:gd name="connsiteY1112" fmla="*/ 343663 h 759650"/>
                <a:gd name="connsiteX1113" fmla="*/ 227153 w 549933"/>
                <a:gd name="connsiteY1113" fmla="*/ 345176 h 759650"/>
                <a:gd name="connsiteX1114" fmla="*/ 225302 w 549933"/>
                <a:gd name="connsiteY1114" fmla="*/ 346690 h 759650"/>
                <a:gd name="connsiteX1115" fmla="*/ 220624 w 549933"/>
                <a:gd name="connsiteY1115" fmla="*/ 349079 h 759650"/>
                <a:gd name="connsiteX1116" fmla="*/ 216148 w 549933"/>
                <a:gd name="connsiteY1116" fmla="*/ 350390 h 759650"/>
                <a:gd name="connsiteX1117" fmla="*/ 212345 w 549933"/>
                <a:gd name="connsiteY1117" fmla="*/ 350491 h 759650"/>
                <a:gd name="connsiteX1118" fmla="*/ 206926 w 549933"/>
                <a:gd name="connsiteY1118" fmla="*/ 349079 h 759650"/>
                <a:gd name="connsiteX1119" fmla="*/ 204436 w 549933"/>
                <a:gd name="connsiteY1119" fmla="*/ 349079 h 759650"/>
                <a:gd name="connsiteX1120" fmla="*/ 202147 w 549933"/>
                <a:gd name="connsiteY1120" fmla="*/ 350929 h 759650"/>
                <a:gd name="connsiteX1121" fmla="*/ 201171 w 549933"/>
                <a:gd name="connsiteY1121" fmla="*/ 355066 h 759650"/>
                <a:gd name="connsiteX1122" fmla="*/ 199657 w 549933"/>
                <a:gd name="connsiteY1122" fmla="*/ 355706 h 759650"/>
                <a:gd name="connsiteX1123" fmla="*/ 194878 w 549933"/>
                <a:gd name="connsiteY1123" fmla="*/ 355066 h 759650"/>
                <a:gd name="connsiteX1124" fmla="*/ 192589 w 549933"/>
                <a:gd name="connsiteY1124" fmla="*/ 353654 h 759650"/>
                <a:gd name="connsiteX1125" fmla="*/ 189863 w 549933"/>
                <a:gd name="connsiteY1125" fmla="*/ 348978 h 759650"/>
                <a:gd name="connsiteX1126" fmla="*/ 188989 w 549933"/>
                <a:gd name="connsiteY1126" fmla="*/ 345950 h 759650"/>
                <a:gd name="connsiteX1127" fmla="*/ 186262 w 549933"/>
                <a:gd name="connsiteY1127" fmla="*/ 343999 h 759650"/>
                <a:gd name="connsiteX1128" fmla="*/ 182459 w 549933"/>
                <a:gd name="connsiteY1128" fmla="*/ 343562 h 759650"/>
                <a:gd name="connsiteX1129" fmla="*/ 179531 w 549933"/>
                <a:gd name="connsiteY1129" fmla="*/ 343360 h 759650"/>
                <a:gd name="connsiteX1130" fmla="*/ 175829 w 549933"/>
                <a:gd name="connsiteY1130" fmla="*/ 342048 h 759650"/>
                <a:gd name="connsiteX1131" fmla="*/ 175156 w 549933"/>
                <a:gd name="connsiteY1131" fmla="*/ 337708 h 759650"/>
                <a:gd name="connsiteX1132" fmla="*/ 172565 w 549933"/>
                <a:gd name="connsiteY1132" fmla="*/ 336834 h 759650"/>
                <a:gd name="connsiteX1133" fmla="*/ 167887 w 549933"/>
                <a:gd name="connsiteY1133" fmla="*/ 335959 h 759650"/>
                <a:gd name="connsiteX1134" fmla="*/ 167416 w 549933"/>
                <a:gd name="connsiteY1134" fmla="*/ 334445 h 759650"/>
                <a:gd name="connsiteX1135" fmla="*/ 165598 w 549933"/>
                <a:gd name="connsiteY1135" fmla="*/ 331418 h 759650"/>
                <a:gd name="connsiteX1136" fmla="*/ 165598 w 549933"/>
                <a:gd name="connsiteY1136" fmla="*/ 329130 h 759650"/>
                <a:gd name="connsiteX1137" fmla="*/ 166911 w 549933"/>
                <a:gd name="connsiteY1137" fmla="*/ 327953 h 759650"/>
                <a:gd name="connsiteX1138" fmla="*/ 169839 w 549933"/>
                <a:gd name="connsiteY1138" fmla="*/ 328054 h 759650"/>
                <a:gd name="connsiteX1139" fmla="*/ 172128 w 549933"/>
                <a:gd name="connsiteY1139" fmla="*/ 328928 h 759650"/>
                <a:gd name="connsiteX1140" fmla="*/ 173642 w 549933"/>
                <a:gd name="connsiteY1140" fmla="*/ 329366 h 759650"/>
                <a:gd name="connsiteX1141" fmla="*/ 176031 w 549933"/>
                <a:gd name="connsiteY1141" fmla="*/ 329803 h 759650"/>
                <a:gd name="connsiteX1142" fmla="*/ 177479 w 549933"/>
                <a:gd name="connsiteY1142" fmla="*/ 328727 h 759650"/>
                <a:gd name="connsiteX1143" fmla="*/ 178387 w 549933"/>
                <a:gd name="connsiteY1143" fmla="*/ 327179 h 759650"/>
                <a:gd name="connsiteX1144" fmla="*/ 178791 w 549933"/>
                <a:gd name="connsiteY1144" fmla="*/ 325463 h 759650"/>
                <a:gd name="connsiteX1145" fmla="*/ 177748 w 549933"/>
                <a:gd name="connsiteY1145" fmla="*/ 323849 h 759650"/>
                <a:gd name="connsiteX1146" fmla="*/ 174584 w 549933"/>
                <a:gd name="connsiteY1146" fmla="*/ 320720 h 759650"/>
                <a:gd name="connsiteX1147" fmla="*/ 173103 w 549933"/>
                <a:gd name="connsiteY1147" fmla="*/ 318567 h 759650"/>
                <a:gd name="connsiteX1148" fmla="*/ 169974 w 549933"/>
                <a:gd name="connsiteY1148" fmla="*/ 315271 h 759650"/>
                <a:gd name="connsiteX1149" fmla="*/ 167651 w 549933"/>
                <a:gd name="connsiteY1149" fmla="*/ 313454 h 759650"/>
                <a:gd name="connsiteX1150" fmla="*/ 165397 w 549933"/>
                <a:gd name="connsiteY1150" fmla="*/ 310998 h 759650"/>
                <a:gd name="connsiteX1151" fmla="*/ 164387 w 549933"/>
                <a:gd name="connsiteY1151" fmla="*/ 308038 h 759650"/>
                <a:gd name="connsiteX1152" fmla="*/ 164151 w 549933"/>
                <a:gd name="connsiteY1152" fmla="*/ 305448 h 759650"/>
                <a:gd name="connsiteX1153" fmla="*/ 163882 w 549933"/>
                <a:gd name="connsiteY1153" fmla="*/ 301613 h 759650"/>
                <a:gd name="connsiteX1154" fmla="*/ 163882 w 549933"/>
                <a:gd name="connsiteY1154" fmla="*/ 299662 h 759650"/>
                <a:gd name="connsiteX1155" fmla="*/ 167517 w 549933"/>
                <a:gd name="connsiteY1155" fmla="*/ 298787 h 759650"/>
                <a:gd name="connsiteX1156" fmla="*/ 168257 w 549933"/>
                <a:gd name="connsiteY1156" fmla="*/ 298787 h 759650"/>
                <a:gd name="connsiteX1157" fmla="*/ 170007 w 549933"/>
                <a:gd name="connsiteY1157" fmla="*/ 298787 h 759650"/>
                <a:gd name="connsiteX1158" fmla="*/ 171757 w 549933"/>
                <a:gd name="connsiteY1158" fmla="*/ 298787 h 759650"/>
                <a:gd name="connsiteX1159" fmla="*/ 173473 w 549933"/>
                <a:gd name="connsiteY1159" fmla="*/ 298787 h 759650"/>
                <a:gd name="connsiteX1160" fmla="*/ 174214 w 549933"/>
                <a:gd name="connsiteY1160" fmla="*/ 298283 h 759650"/>
                <a:gd name="connsiteX1161" fmla="*/ 176166 w 549933"/>
                <a:gd name="connsiteY1161" fmla="*/ 296769 h 759650"/>
                <a:gd name="connsiteX1162" fmla="*/ 177680 w 549933"/>
                <a:gd name="connsiteY1162" fmla="*/ 293506 h 759650"/>
                <a:gd name="connsiteX1163" fmla="*/ 180575 w 549933"/>
                <a:gd name="connsiteY1163" fmla="*/ 290916 h 759650"/>
                <a:gd name="connsiteX1164" fmla="*/ 182392 w 549933"/>
                <a:gd name="connsiteY1164" fmla="*/ 290041 h 759650"/>
                <a:gd name="connsiteX1165" fmla="*/ 185724 w 549933"/>
                <a:gd name="connsiteY1165" fmla="*/ 287350 h 759650"/>
                <a:gd name="connsiteX1166" fmla="*/ 187911 w 549933"/>
                <a:gd name="connsiteY1166" fmla="*/ 286711 h 759650"/>
                <a:gd name="connsiteX1167" fmla="*/ 190234 w 549933"/>
                <a:gd name="connsiteY1167" fmla="*/ 286711 h 759650"/>
                <a:gd name="connsiteX1168" fmla="*/ 193128 w 549933"/>
                <a:gd name="connsiteY1168" fmla="*/ 286677 h 759650"/>
                <a:gd name="connsiteX1169" fmla="*/ 195753 w 549933"/>
                <a:gd name="connsiteY1169" fmla="*/ 286071 h 759650"/>
                <a:gd name="connsiteX1170" fmla="*/ 197638 w 549933"/>
                <a:gd name="connsiteY1170" fmla="*/ 285500 h 759650"/>
                <a:gd name="connsiteX1171" fmla="*/ 200027 w 549933"/>
                <a:gd name="connsiteY1171" fmla="*/ 283549 h 759650"/>
                <a:gd name="connsiteX1172" fmla="*/ 200835 w 549933"/>
                <a:gd name="connsiteY1172" fmla="*/ 282607 h 759650"/>
                <a:gd name="connsiteX1173" fmla="*/ 202215 w 549933"/>
                <a:gd name="connsiteY1173" fmla="*/ 281026 h 759650"/>
                <a:gd name="connsiteX1174" fmla="*/ 203729 w 549933"/>
                <a:gd name="connsiteY1174" fmla="*/ 280084 h 759650"/>
                <a:gd name="connsiteX1175" fmla="*/ 206119 w 549933"/>
                <a:gd name="connsiteY1175" fmla="*/ 278133 h 759650"/>
                <a:gd name="connsiteX1176" fmla="*/ 207633 w 549933"/>
                <a:gd name="connsiteY1176" fmla="*/ 276619 h 759650"/>
                <a:gd name="connsiteX1177" fmla="*/ 209148 w 549933"/>
                <a:gd name="connsiteY1177" fmla="*/ 274298 h 759650"/>
                <a:gd name="connsiteX1178" fmla="*/ 209148 w 549933"/>
                <a:gd name="connsiteY1178" fmla="*/ 270160 h 759650"/>
                <a:gd name="connsiteX1179" fmla="*/ 205816 w 549933"/>
                <a:gd name="connsiteY1179" fmla="*/ 266964 h 759650"/>
                <a:gd name="connsiteX1180" fmla="*/ 205109 w 549933"/>
                <a:gd name="connsiteY1180" fmla="*/ 263701 h 759650"/>
                <a:gd name="connsiteX1181" fmla="*/ 201037 w 549933"/>
                <a:gd name="connsiteY1181" fmla="*/ 260573 h 759650"/>
                <a:gd name="connsiteX1182" fmla="*/ 199589 w 549933"/>
                <a:gd name="connsiteY1182" fmla="*/ 260573 h 759650"/>
                <a:gd name="connsiteX1183" fmla="*/ 197840 w 549933"/>
                <a:gd name="connsiteY1183" fmla="*/ 260573 h 759650"/>
                <a:gd name="connsiteX1184" fmla="*/ 195820 w 549933"/>
                <a:gd name="connsiteY1184" fmla="*/ 259429 h 759650"/>
                <a:gd name="connsiteX1185" fmla="*/ 194945 w 549933"/>
                <a:gd name="connsiteY1185" fmla="*/ 257848 h 759650"/>
                <a:gd name="connsiteX1186" fmla="*/ 195349 w 549933"/>
                <a:gd name="connsiteY1186" fmla="*/ 256637 h 759650"/>
                <a:gd name="connsiteX1187" fmla="*/ 194205 w 549933"/>
                <a:gd name="connsiteY1187" fmla="*/ 254719 h 759650"/>
                <a:gd name="connsiteX1188" fmla="*/ 193397 w 549933"/>
                <a:gd name="connsiteY1188" fmla="*/ 253138 h 759650"/>
                <a:gd name="connsiteX1189" fmla="*/ 192152 w 549933"/>
                <a:gd name="connsiteY1189" fmla="*/ 252365 h 759650"/>
                <a:gd name="connsiteX1190" fmla="*/ 189695 w 549933"/>
                <a:gd name="connsiteY1190" fmla="*/ 250413 h 759650"/>
                <a:gd name="connsiteX1191" fmla="*/ 188585 w 549933"/>
                <a:gd name="connsiteY1191" fmla="*/ 248126 h 759650"/>
                <a:gd name="connsiteX1192" fmla="*/ 188282 w 549933"/>
                <a:gd name="connsiteY1192" fmla="*/ 246377 h 759650"/>
                <a:gd name="connsiteX1193" fmla="*/ 188282 w 549933"/>
                <a:gd name="connsiteY1193" fmla="*/ 245771 h 759650"/>
                <a:gd name="connsiteX1194" fmla="*/ 187911 w 549933"/>
                <a:gd name="connsiteY1194" fmla="*/ 243753 h 759650"/>
                <a:gd name="connsiteX1195" fmla="*/ 188282 w 549933"/>
                <a:gd name="connsiteY1195" fmla="*/ 242441 h 759650"/>
                <a:gd name="connsiteX1196" fmla="*/ 189157 w 549933"/>
                <a:gd name="connsiteY1196" fmla="*/ 241230 h 759650"/>
                <a:gd name="connsiteX1197" fmla="*/ 190907 w 549933"/>
                <a:gd name="connsiteY1197" fmla="*/ 239716 h 759650"/>
                <a:gd name="connsiteX1198" fmla="*/ 192522 w 549933"/>
                <a:gd name="connsiteY1198" fmla="*/ 239279 h 759650"/>
                <a:gd name="connsiteX1199" fmla="*/ 193734 w 549933"/>
                <a:gd name="connsiteY1199" fmla="*/ 239279 h 759650"/>
                <a:gd name="connsiteX1200" fmla="*/ 195955 w 549933"/>
                <a:gd name="connsiteY1200" fmla="*/ 238135 h 759650"/>
                <a:gd name="connsiteX1201" fmla="*/ 198782 w 549933"/>
                <a:gd name="connsiteY1201" fmla="*/ 236117 h 759650"/>
                <a:gd name="connsiteX1202" fmla="*/ 199859 w 549933"/>
                <a:gd name="connsiteY1202" fmla="*/ 235309 h 759650"/>
                <a:gd name="connsiteX1203" fmla="*/ 201104 w 549933"/>
                <a:gd name="connsiteY1203" fmla="*/ 234939 h 759650"/>
                <a:gd name="connsiteX1204" fmla="*/ 203325 w 549933"/>
                <a:gd name="connsiteY1204" fmla="*/ 234939 h 759650"/>
                <a:gd name="connsiteX1205" fmla="*/ 205244 w 549933"/>
                <a:gd name="connsiteY1205" fmla="*/ 234939 h 759650"/>
                <a:gd name="connsiteX1206" fmla="*/ 207128 w 549933"/>
                <a:gd name="connsiteY1206" fmla="*/ 234906 h 759650"/>
                <a:gd name="connsiteX1207" fmla="*/ 209955 w 549933"/>
                <a:gd name="connsiteY1207" fmla="*/ 234872 h 759650"/>
                <a:gd name="connsiteX1208" fmla="*/ 211840 w 549933"/>
                <a:gd name="connsiteY1208" fmla="*/ 234872 h 759650"/>
                <a:gd name="connsiteX1209" fmla="*/ 214027 w 549933"/>
                <a:gd name="connsiteY1209" fmla="*/ 234872 h 759650"/>
                <a:gd name="connsiteX1210" fmla="*/ 217460 w 549933"/>
                <a:gd name="connsiteY1210" fmla="*/ 234065 h 759650"/>
                <a:gd name="connsiteX1211" fmla="*/ 218638 w 549933"/>
                <a:gd name="connsiteY1211" fmla="*/ 231474 h 759650"/>
                <a:gd name="connsiteX1212" fmla="*/ 220927 w 549933"/>
                <a:gd name="connsiteY1212" fmla="*/ 228279 h 759650"/>
                <a:gd name="connsiteX1213" fmla="*/ 221566 w 549933"/>
                <a:gd name="connsiteY1213" fmla="*/ 225285 h 759650"/>
                <a:gd name="connsiteX1214" fmla="*/ 222206 w 549933"/>
                <a:gd name="connsiteY1214" fmla="*/ 222997 h 759650"/>
                <a:gd name="connsiteX1215" fmla="*/ 223855 w 549933"/>
                <a:gd name="connsiteY1215" fmla="*/ 220710 h 759650"/>
                <a:gd name="connsiteX1216" fmla="*/ 224662 w 549933"/>
                <a:gd name="connsiteY1216" fmla="*/ 219734 h 759650"/>
                <a:gd name="connsiteX1217" fmla="*/ 226009 w 549933"/>
                <a:gd name="connsiteY1217" fmla="*/ 218220 h 759650"/>
                <a:gd name="connsiteX1218" fmla="*/ 227927 w 549933"/>
                <a:gd name="connsiteY1218" fmla="*/ 216437 h 759650"/>
                <a:gd name="connsiteX1219" fmla="*/ 230586 w 549933"/>
                <a:gd name="connsiteY1219" fmla="*/ 215529 h 759650"/>
                <a:gd name="connsiteX1220" fmla="*/ 232638 w 549933"/>
                <a:gd name="connsiteY1220" fmla="*/ 215395 h 759650"/>
                <a:gd name="connsiteX1221" fmla="*/ 234321 w 549933"/>
                <a:gd name="connsiteY1221" fmla="*/ 215395 h 759650"/>
                <a:gd name="connsiteX1222" fmla="*/ 236441 w 549933"/>
                <a:gd name="connsiteY1222" fmla="*/ 215058 h 759650"/>
                <a:gd name="connsiteX1223" fmla="*/ 238192 w 549933"/>
                <a:gd name="connsiteY1223" fmla="*/ 214419 h 759650"/>
                <a:gd name="connsiteX1224" fmla="*/ 239605 w 549933"/>
                <a:gd name="connsiteY1224" fmla="*/ 213174 h 759650"/>
                <a:gd name="connsiteX1225" fmla="*/ 240648 w 549933"/>
                <a:gd name="connsiteY1225" fmla="*/ 212132 h 759650"/>
                <a:gd name="connsiteX1226" fmla="*/ 242398 w 549933"/>
                <a:gd name="connsiteY1226" fmla="*/ 212132 h 759650"/>
                <a:gd name="connsiteX1227" fmla="*/ 243206 w 549933"/>
                <a:gd name="connsiteY1227" fmla="*/ 213444 h 759650"/>
                <a:gd name="connsiteX1228" fmla="*/ 243710 w 549933"/>
                <a:gd name="connsiteY1228" fmla="*/ 214621 h 759650"/>
                <a:gd name="connsiteX1229" fmla="*/ 246100 w 549933"/>
                <a:gd name="connsiteY1229" fmla="*/ 215126 h 759650"/>
                <a:gd name="connsiteX1230" fmla="*/ 247884 w 549933"/>
                <a:gd name="connsiteY1230" fmla="*/ 214957 h 759650"/>
                <a:gd name="connsiteX1231" fmla="*/ 248759 w 549933"/>
                <a:gd name="connsiteY1231" fmla="*/ 213444 h 759650"/>
                <a:gd name="connsiteX1232" fmla="*/ 247884 w 549933"/>
                <a:gd name="connsiteY1232" fmla="*/ 211257 h 759650"/>
                <a:gd name="connsiteX1233" fmla="*/ 246100 w 549933"/>
                <a:gd name="connsiteY1233" fmla="*/ 210214 h 759650"/>
                <a:gd name="connsiteX1234" fmla="*/ 243610 w 549933"/>
                <a:gd name="connsiteY1234" fmla="*/ 208801 h 759650"/>
                <a:gd name="connsiteX1235" fmla="*/ 240581 w 549933"/>
                <a:gd name="connsiteY1235" fmla="*/ 206514 h 759650"/>
                <a:gd name="connsiteX1236" fmla="*/ 239504 w 549933"/>
                <a:gd name="connsiteY1236" fmla="*/ 204495 h 759650"/>
                <a:gd name="connsiteX1237" fmla="*/ 237989 w 549933"/>
                <a:gd name="connsiteY1237" fmla="*/ 202208 h 759650"/>
                <a:gd name="connsiteX1238" fmla="*/ 236744 w 549933"/>
                <a:gd name="connsiteY1238" fmla="*/ 199752 h 759650"/>
                <a:gd name="connsiteX1239" fmla="*/ 236475 w 549933"/>
                <a:gd name="connsiteY1239" fmla="*/ 198070 h 759650"/>
                <a:gd name="connsiteX1240" fmla="*/ 237384 w 549933"/>
                <a:gd name="connsiteY1240" fmla="*/ 196926 h 759650"/>
                <a:gd name="connsiteX1241" fmla="*/ 239134 w 549933"/>
                <a:gd name="connsiteY1241" fmla="*/ 196388 h 759650"/>
                <a:gd name="connsiteX1242" fmla="*/ 241287 w 549933"/>
                <a:gd name="connsiteY1242" fmla="*/ 196725 h 759650"/>
                <a:gd name="connsiteX1243" fmla="*/ 243610 w 549933"/>
                <a:gd name="connsiteY1243" fmla="*/ 198037 h 759650"/>
                <a:gd name="connsiteX1244" fmla="*/ 244821 w 549933"/>
                <a:gd name="connsiteY1244" fmla="*/ 199113 h 759650"/>
                <a:gd name="connsiteX1245" fmla="*/ 248254 w 549933"/>
                <a:gd name="connsiteY1245" fmla="*/ 200425 h 759650"/>
                <a:gd name="connsiteX1246" fmla="*/ 249331 w 549933"/>
                <a:gd name="connsiteY1246" fmla="*/ 199349 h 759650"/>
                <a:gd name="connsiteX1247" fmla="*/ 248826 w 549933"/>
                <a:gd name="connsiteY1247" fmla="*/ 197767 h 759650"/>
                <a:gd name="connsiteX1248" fmla="*/ 248658 w 549933"/>
                <a:gd name="connsiteY1248" fmla="*/ 195715 h 759650"/>
                <a:gd name="connsiteX1249" fmla="*/ 247009 w 549933"/>
                <a:gd name="connsiteY1249" fmla="*/ 193764 h 759650"/>
                <a:gd name="connsiteX1250" fmla="*/ 245663 w 549933"/>
                <a:gd name="connsiteY1250" fmla="*/ 192621 h 759650"/>
                <a:gd name="connsiteX1251" fmla="*/ 244687 w 549933"/>
                <a:gd name="connsiteY1251" fmla="*/ 190770 h 759650"/>
                <a:gd name="connsiteX1252" fmla="*/ 244687 w 549933"/>
                <a:gd name="connsiteY1252" fmla="*/ 189358 h 759650"/>
                <a:gd name="connsiteX1253" fmla="*/ 246706 w 549933"/>
                <a:gd name="connsiteY1253" fmla="*/ 188752 h 759650"/>
                <a:gd name="connsiteX1254" fmla="*/ 249331 w 549933"/>
                <a:gd name="connsiteY1254" fmla="*/ 188416 h 759650"/>
                <a:gd name="connsiteX1255" fmla="*/ 253336 w 549933"/>
                <a:gd name="connsiteY1255" fmla="*/ 189660 h 759650"/>
                <a:gd name="connsiteX1256" fmla="*/ 255961 w 549933"/>
                <a:gd name="connsiteY1256" fmla="*/ 187743 h 759650"/>
                <a:gd name="connsiteX1257" fmla="*/ 258351 w 549933"/>
                <a:gd name="connsiteY1257" fmla="*/ 186296 h 759650"/>
                <a:gd name="connsiteX1258" fmla="*/ 258653 w 549933"/>
                <a:gd name="connsiteY1258" fmla="*/ 183168 h 759650"/>
                <a:gd name="connsiteX1259" fmla="*/ 258653 w 549933"/>
                <a:gd name="connsiteY1259" fmla="*/ 180645 h 759650"/>
                <a:gd name="connsiteX1260" fmla="*/ 259730 w 549933"/>
                <a:gd name="connsiteY1260" fmla="*/ 178626 h 759650"/>
                <a:gd name="connsiteX1261" fmla="*/ 260875 w 549933"/>
                <a:gd name="connsiteY1261" fmla="*/ 176945 h 759650"/>
                <a:gd name="connsiteX1262" fmla="*/ 263264 w 549933"/>
                <a:gd name="connsiteY1262" fmla="*/ 175633 h 759650"/>
                <a:gd name="connsiteX1263" fmla="*/ 265452 w 549933"/>
                <a:gd name="connsiteY1263" fmla="*/ 175633 h 759650"/>
                <a:gd name="connsiteX1264" fmla="*/ 266764 w 549933"/>
                <a:gd name="connsiteY1264" fmla="*/ 176137 h 759650"/>
                <a:gd name="connsiteX1265" fmla="*/ 267639 w 549933"/>
                <a:gd name="connsiteY1265" fmla="*/ 178660 h 759650"/>
                <a:gd name="connsiteX1266" fmla="*/ 267639 w 549933"/>
                <a:gd name="connsiteY1266" fmla="*/ 181620 h 759650"/>
                <a:gd name="connsiteX1267" fmla="*/ 267673 w 549933"/>
                <a:gd name="connsiteY1267" fmla="*/ 184076 h 759650"/>
                <a:gd name="connsiteX1268" fmla="*/ 267673 w 549933"/>
                <a:gd name="connsiteY1268" fmla="*/ 187205 h 759650"/>
                <a:gd name="connsiteX1269" fmla="*/ 268077 w 549933"/>
                <a:gd name="connsiteY1269" fmla="*/ 189526 h 759650"/>
                <a:gd name="connsiteX1270" fmla="*/ 269894 w 549933"/>
                <a:gd name="connsiteY1270" fmla="*/ 192419 h 759650"/>
                <a:gd name="connsiteX1271" fmla="*/ 271206 w 549933"/>
                <a:gd name="connsiteY1271" fmla="*/ 195379 h 759650"/>
                <a:gd name="connsiteX1272" fmla="*/ 273596 w 549933"/>
                <a:gd name="connsiteY1272" fmla="*/ 198003 h 759650"/>
                <a:gd name="connsiteX1273" fmla="*/ 277130 w 549933"/>
                <a:gd name="connsiteY1273" fmla="*/ 200694 h 759650"/>
                <a:gd name="connsiteX1274" fmla="*/ 281269 w 549933"/>
                <a:gd name="connsiteY1274" fmla="*/ 203284 h 759650"/>
                <a:gd name="connsiteX1275" fmla="*/ 283423 w 549933"/>
                <a:gd name="connsiteY1275" fmla="*/ 204664 h 759650"/>
                <a:gd name="connsiteX1276" fmla="*/ 287899 w 549933"/>
                <a:gd name="connsiteY1276" fmla="*/ 210685 h 759650"/>
                <a:gd name="connsiteX1277" fmla="*/ 291231 w 549933"/>
                <a:gd name="connsiteY1277" fmla="*/ 214217 h 759650"/>
                <a:gd name="connsiteX1278" fmla="*/ 293755 w 549933"/>
                <a:gd name="connsiteY1278" fmla="*/ 216606 h 759650"/>
                <a:gd name="connsiteX1279" fmla="*/ 299847 w 549933"/>
                <a:gd name="connsiteY1279" fmla="*/ 219129 h 759650"/>
                <a:gd name="connsiteX1280" fmla="*/ 305938 w 549933"/>
                <a:gd name="connsiteY1280" fmla="*/ 217548 h 759650"/>
                <a:gd name="connsiteX1281" fmla="*/ 310583 w 549933"/>
                <a:gd name="connsiteY1281" fmla="*/ 216673 h 759650"/>
                <a:gd name="connsiteX1282" fmla="*/ 321756 w 549933"/>
                <a:gd name="connsiteY1282" fmla="*/ 217043 h 759650"/>
                <a:gd name="connsiteX1283" fmla="*/ 325087 w 549933"/>
                <a:gd name="connsiteY1283" fmla="*/ 217043 h 759650"/>
                <a:gd name="connsiteX1284" fmla="*/ 329294 w 549933"/>
                <a:gd name="connsiteY1284" fmla="*/ 218792 h 759650"/>
                <a:gd name="connsiteX1285" fmla="*/ 335218 w 549933"/>
                <a:gd name="connsiteY1285" fmla="*/ 218792 h 759650"/>
                <a:gd name="connsiteX1286" fmla="*/ 338415 w 549933"/>
                <a:gd name="connsiteY1286" fmla="*/ 218355 h 759650"/>
                <a:gd name="connsiteX1287" fmla="*/ 340299 w 549933"/>
                <a:gd name="connsiteY1287" fmla="*/ 221046 h 759650"/>
                <a:gd name="connsiteX1288" fmla="*/ 341107 w 549933"/>
                <a:gd name="connsiteY1288" fmla="*/ 222560 h 759650"/>
                <a:gd name="connsiteX1289" fmla="*/ 340299 w 549933"/>
                <a:gd name="connsiteY1289" fmla="*/ 224645 h 75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Lst>
              <a:rect l="l" t="t" r="r" b="b"/>
              <a:pathLst>
                <a:path w="549933" h="759650">
                  <a:moveTo>
                    <a:pt x="547410" y="270059"/>
                  </a:moveTo>
                  <a:lnTo>
                    <a:pt x="544078" y="266729"/>
                  </a:lnTo>
                  <a:lnTo>
                    <a:pt x="542328" y="262591"/>
                  </a:lnTo>
                  <a:lnTo>
                    <a:pt x="542462" y="256872"/>
                  </a:lnTo>
                  <a:lnTo>
                    <a:pt x="542328" y="256872"/>
                  </a:lnTo>
                  <a:lnTo>
                    <a:pt x="535361" y="254282"/>
                  </a:lnTo>
                  <a:cubicBezTo>
                    <a:pt x="535361" y="254282"/>
                    <a:pt x="531457" y="251389"/>
                    <a:pt x="530717" y="250952"/>
                  </a:cubicBezTo>
                  <a:cubicBezTo>
                    <a:pt x="529977" y="250514"/>
                    <a:pt x="523885" y="247184"/>
                    <a:pt x="523885" y="247184"/>
                  </a:cubicBezTo>
                  <a:cubicBezTo>
                    <a:pt x="523885" y="247184"/>
                    <a:pt x="522640" y="243854"/>
                    <a:pt x="522505" y="243282"/>
                  </a:cubicBezTo>
                  <a:cubicBezTo>
                    <a:pt x="522371" y="242710"/>
                    <a:pt x="522303" y="241398"/>
                    <a:pt x="522303" y="239380"/>
                  </a:cubicBezTo>
                  <a:cubicBezTo>
                    <a:pt x="522303" y="237361"/>
                    <a:pt x="522303" y="233425"/>
                    <a:pt x="522303" y="233425"/>
                  </a:cubicBezTo>
                  <a:lnTo>
                    <a:pt x="522000" y="229221"/>
                  </a:lnTo>
                  <a:cubicBezTo>
                    <a:pt x="522000" y="229221"/>
                    <a:pt x="519678" y="225318"/>
                    <a:pt x="519241" y="225016"/>
                  </a:cubicBezTo>
                  <a:cubicBezTo>
                    <a:pt x="518803" y="224713"/>
                    <a:pt x="515034" y="220676"/>
                    <a:pt x="514462" y="220541"/>
                  </a:cubicBezTo>
                  <a:cubicBezTo>
                    <a:pt x="513890" y="220407"/>
                    <a:pt x="510390" y="218220"/>
                    <a:pt x="510390" y="218220"/>
                  </a:cubicBezTo>
                  <a:cubicBezTo>
                    <a:pt x="510390" y="218220"/>
                    <a:pt x="507058" y="218086"/>
                    <a:pt x="505913" y="218220"/>
                  </a:cubicBezTo>
                  <a:cubicBezTo>
                    <a:pt x="504736" y="218355"/>
                    <a:pt x="501404" y="219600"/>
                    <a:pt x="501404" y="219600"/>
                  </a:cubicBezTo>
                  <a:lnTo>
                    <a:pt x="500091" y="220407"/>
                  </a:lnTo>
                  <a:lnTo>
                    <a:pt x="497029" y="220407"/>
                  </a:lnTo>
                  <a:cubicBezTo>
                    <a:pt x="497029" y="220407"/>
                    <a:pt x="491678" y="219700"/>
                    <a:pt x="490803" y="219700"/>
                  </a:cubicBezTo>
                  <a:cubicBezTo>
                    <a:pt x="489928" y="219700"/>
                    <a:pt x="488177" y="219129"/>
                    <a:pt x="488177" y="219129"/>
                  </a:cubicBezTo>
                  <a:cubicBezTo>
                    <a:pt x="488177" y="219129"/>
                    <a:pt x="486731" y="215495"/>
                    <a:pt x="486293" y="214655"/>
                  </a:cubicBezTo>
                  <a:cubicBezTo>
                    <a:pt x="485855" y="213780"/>
                    <a:pt x="482961" y="209642"/>
                    <a:pt x="482961" y="209642"/>
                  </a:cubicBezTo>
                  <a:lnTo>
                    <a:pt x="482524" y="204798"/>
                  </a:lnTo>
                  <a:lnTo>
                    <a:pt x="477879" y="204798"/>
                  </a:lnTo>
                  <a:lnTo>
                    <a:pt x="473403" y="205538"/>
                  </a:lnTo>
                  <a:lnTo>
                    <a:pt x="469937" y="204092"/>
                  </a:lnTo>
                  <a:cubicBezTo>
                    <a:pt x="469937" y="204092"/>
                    <a:pt x="466874" y="201333"/>
                    <a:pt x="465461" y="200459"/>
                  </a:cubicBezTo>
                  <a:cubicBezTo>
                    <a:pt x="464047" y="199584"/>
                    <a:pt x="458797" y="196826"/>
                    <a:pt x="458663" y="196422"/>
                  </a:cubicBezTo>
                  <a:cubicBezTo>
                    <a:pt x="458528" y="195985"/>
                    <a:pt x="453715" y="191645"/>
                    <a:pt x="453715" y="191645"/>
                  </a:cubicBezTo>
                  <a:lnTo>
                    <a:pt x="450383" y="188012"/>
                  </a:lnTo>
                  <a:cubicBezTo>
                    <a:pt x="450383" y="188012"/>
                    <a:pt x="451258" y="183235"/>
                    <a:pt x="451696" y="182798"/>
                  </a:cubicBezTo>
                  <a:cubicBezTo>
                    <a:pt x="452134" y="182361"/>
                    <a:pt x="458932" y="175431"/>
                    <a:pt x="458932" y="175431"/>
                  </a:cubicBezTo>
                  <a:cubicBezTo>
                    <a:pt x="458932" y="175431"/>
                    <a:pt x="460682" y="173412"/>
                    <a:pt x="461119" y="173412"/>
                  </a:cubicBezTo>
                  <a:cubicBezTo>
                    <a:pt x="461557" y="173412"/>
                    <a:pt x="462870" y="170957"/>
                    <a:pt x="462870" y="170957"/>
                  </a:cubicBezTo>
                  <a:lnTo>
                    <a:pt x="463576" y="168636"/>
                  </a:lnTo>
                  <a:lnTo>
                    <a:pt x="459537" y="166617"/>
                  </a:lnTo>
                  <a:cubicBezTo>
                    <a:pt x="459537" y="166617"/>
                    <a:pt x="457788" y="165608"/>
                    <a:pt x="457788" y="165171"/>
                  </a:cubicBezTo>
                  <a:cubicBezTo>
                    <a:pt x="457788" y="164733"/>
                    <a:pt x="458494" y="162143"/>
                    <a:pt x="459235" y="161975"/>
                  </a:cubicBezTo>
                  <a:cubicBezTo>
                    <a:pt x="459941" y="161840"/>
                    <a:pt x="462870" y="159788"/>
                    <a:pt x="463307" y="159654"/>
                  </a:cubicBezTo>
                  <a:cubicBezTo>
                    <a:pt x="463744" y="159519"/>
                    <a:pt x="464451" y="158073"/>
                    <a:pt x="466201" y="157770"/>
                  </a:cubicBezTo>
                  <a:cubicBezTo>
                    <a:pt x="467951" y="157467"/>
                    <a:pt x="471418" y="155752"/>
                    <a:pt x="471990" y="155583"/>
                  </a:cubicBezTo>
                  <a:cubicBezTo>
                    <a:pt x="472562" y="155449"/>
                    <a:pt x="476634" y="150941"/>
                    <a:pt x="476634" y="150941"/>
                  </a:cubicBezTo>
                  <a:lnTo>
                    <a:pt x="478822" y="146871"/>
                  </a:lnTo>
                  <a:lnTo>
                    <a:pt x="478822" y="143103"/>
                  </a:lnTo>
                  <a:cubicBezTo>
                    <a:pt x="478822" y="143103"/>
                    <a:pt x="478956" y="139907"/>
                    <a:pt x="479394" y="139033"/>
                  </a:cubicBezTo>
                  <a:cubicBezTo>
                    <a:pt x="479831" y="138158"/>
                    <a:pt x="481144" y="137149"/>
                    <a:pt x="482288" y="136846"/>
                  </a:cubicBezTo>
                  <a:cubicBezTo>
                    <a:pt x="483432" y="136543"/>
                    <a:pt x="483600" y="136712"/>
                    <a:pt x="485048" y="136274"/>
                  </a:cubicBezTo>
                  <a:cubicBezTo>
                    <a:pt x="486495" y="135837"/>
                    <a:pt x="488245" y="134828"/>
                    <a:pt x="488380" y="134256"/>
                  </a:cubicBezTo>
                  <a:cubicBezTo>
                    <a:pt x="488514" y="133684"/>
                    <a:pt x="489086" y="131228"/>
                    <a:pt x="488514" y="131060"/>
                  </a:cubicBezTo>
                  <a:cubicBezTo>
                    <a:pt x="487942" y="130926"/>
                    <a:pt x="482995" y="131363"/>
                    <a:pt x="481985" y="131060"/>
                  </a:cubicBezTo>
                  <a:cubicBezTo>
                    <a:pt x="480975" y="130757"/>
                    <a:pt x="478351" y="131026"/>
                    <a:pt x="478351" y="131026"/>
                  </a:cubicBezTo>
                  <a:lnTo>
                    <a:pt x="475456" y="132641"/>
                  </a:lnTo>
                  <a:lnTo>
                    <a:pt x="470812" y="134828"/>
                  </a:lnTo>
                  <a:lnTo>
                    <a:pt x="465595" y="135568"/>
                  </a:lnTo>
                  <a:lnTo>
                    <a:pt x="463273" y="134828"/>
                  </a:lnTo>
                  <a:lnTo>
                    <a:pt x="461086" y="132809"/>
                  </a:lnTo>
                  <a:cubicBezTo>
                    <a:pt x="461086" y="132809"/>
                    <a:pt x="458898" y="133112"/>
                    <a:pt x="458191" y="133381"/>
                  </a:cubicBezTo>
                  <a:cubicBezTo>
                    <a:pt x="457484" y="133684"/>
                    <a:pt x="456172" y="135971"/>
                    <a:pt x="456172" y="135971"/>
                  </a:cubicBezTo>
                  <a:cubicBezTo>
                    <a:pt x="456172" y="135971"/>
                    <a:pt x="454590" y="137283"/>
                    <a:pt x="454153" y="137418"/>
                  </a:cubicBezTo>
                  <a:cubicBezTo>
                    <a:pt x="453715" y="137553"/>
                    <a:pt x="450686" y="134962"/>
                    <a:pt x="449812" y="134390"/>
                  </a:cubicBezTo>
                  <a:cubicBezTo>
                    <a:pt x="448936" y="133818"/>
                    <a:pt x="447792" y="132641"/>
                    <a:pt x="447186" y="132372"/>
                  </a:cubicBezTo>
                  <a:cubicBezTo>
                    <a:pt x="446614" y="132069"/>
                    <a:pt x="444426" y="130926"/>
                    <a:pt x="444426" y="130926"/>
                  </a:cubicBezTo>
                  <a:lnTo>
                    <a:pt x="439648" y="133247"/>
                  </a:lnTo>
                  <a:lnTo>
                    <a:pt x="434296" y="134121"/>
                  </a:lnTo>
                  <a:cubicBezTo>
                    <a:pt x="434296" y="134121"/>
                    <a:pt x="431402" y="135299"/>
                    <a:pt x="431268" y="134861"/>
                  </a:cubicBezTo>
                  <a:cubicBezTo>
                    <a:pt x="431133" y="134424"/>
                    <a:pt x="429686" y="132103"/>
                    <a:pt x="429686" y="132103"/>
                  </a:cubicBezTo>
                  <a:lnTo>
                    <a:pt x="427499" y="132237"/>
                  </a:lnTo>
                  <a:cubicBezTo>
                    <a:pt x="427499" y="132237"/>
                    <a:pt x="424032" y="129614"/>
                    <a:pt x="423594" y="129479"/>
                  </a:cubicBezTo>
                  <a:cubicBezTo>
                    <a:pt x="423157" y="129344"/>
                    <a:pt x="421710" y="131363"/>
                    <a:pt x="421575" y="131935"/>
                  </a:cubicBezTo>
                  <a:cubicBezTo>
                    <a:pt x="421441" y="132507"/>
                    <a:pt x="419825" y="135130"/>
                    <a:pt x="419825" y="135130"/>
                  </a:cubicBezTo>
                  <a:cubicBezTo>
                    <a:pt x="419825" y="135130"/>
                    <a:pt x="418513" y="136274"/>
                    <a:pt x="417065" y="136712"/>
                  </a:cubicBezTo>
                  <a:cubicBezTo>
                    <a:pt x="415618" y="137149"/>
                    <a:pt x="414037" y="137452"/>
                    <a:pt x="414037" y="137452"/>
                  </a:cubicBezTo>
                  <a:lnTo>
                    <a:pt x="411714" y="138595"/>
                  </a:lnTo>
                  <a:cubicBezTo>
                    <a:pt x="411714" y="138595"/>
                    <a:pt x="406801" y="135400"/>
                    <a:pt x="406195" y="135265"/>
                  </a:cubicBezTo>
                  <a:cubicBezTo>
                    <a:pt x="405623" y="135130"/>
                    <a:pt x="404748" y="135130"/>
                    <a:pt x="404445" y="134559"/>
                  </a:cubicBezTo>
                  <a:cubicBezTo>
                    <a:pt x="404176" y="133987"/>
                    <a:pt x="403873" y="130926"/>
                    <a:pt x="403873" y="130926"/>
                  </a:cubicBezTo>
                  <a:lnTo>
                    <a:pt x="402291" y="126855"/>
                  </a:lnTo>
                  <a:cubicBezTo>
                    <a:pt x="402291" y="126855"/>
                    <a:pt x="401147" y="124971"/>
                    <a:pt x="401147" y="124534"/>
                  </a:cubicBezTo>
                  <a:cubicBezTo>
                    <a:pt x="401147" y="124097"/>
                    <a:pt x="400272" y="122953"/>
                    <a:pt x="400272" y="122516"/>
                  </a:cubicBezTo>
                  <a:cubicBezTo>
                    <a:pt x="400272" y="122078"/>
                    <a:pt x="399834" y="121372"/>
                    <a:pt x="400709" y="120766"/>
                  </a:cubicBezTo>
                  <a:cubicBezTo>
                    <a:pt x="401584" y="120194"/>
                    <a:pt x="402291" y="119320"/>
                    <a:pt x="402291" y="118748"/>
                  </a:cubicBezTo>
                  <a:cubicBezTo>
                    <a:pt x="402291" y="118176"/>
                    <a:pt x="402291" y="113534"/>
                    <a:pt x="402291" y="113534"/>
                  </a:cubicBezTo>
                  <a:lnTo>
                    <a:pt x="401416" y="112659"/>
                  </a:lnTo>
                  <a:lnTo>
                    <a:pt x="394315" y="111650"/>
                  </a:lnTo>
                  <a:lnTo>
                    <a:pt x="393137" y="108622"/>
                  </a:lnTo>
                  <a:lnTo>
                    <a:pt x="396772" y="106604"/>
                  </a:lnTo>
                  <a:cubicBezTo>
                    <a:pt x="396772" y="106604"/>
                    <a:pt x="394450" y="103408"/>
                    <a:pt x="393878" y="103139"/>
                  </a:cubicBezTo>
                  <a:cubicBezTo>
                    <a:pt x="393305" y="102836"/>
                    <a:pt x="390983" y="102567"/>
                    <a:pt x="390545" y="102264"/>
                  </a:cubicBezTo>
                  <a:cubicBezTo>
                    <a:pt x="390108" y="101962"/>
                    <a:pt x="389805" y="101121"/>
                    <a:pt x="389401" y="100515"/>
                  </a:cubicBezTo>
                  <a:cubicBezTo>
                    <a:pt x="388964" y="99943"/>
                    <a:pt x="387214" y="97622"/>
                    <a:pt x="386945" y="96748"/>
                  </a:cubicBezTo>
                  <a:cubicBezTo>
                    <a:pt x="386676" y="95873"/>
                    <a:pt x="385800" y="93855"/>
                    <a:pt x="385800" y="93855"/>
                  </a:cubicBezTo>
                  <a:cubicBezTo>
                    <a:pt x="385800" y="93855"/>
                    <a:pt x="385363" y="92274"/>
                    <a:pt x="385800" y="91668"/>
                  </a:cubicBezTo>
                  <a:cubicBezTo>
                    <a:pt x="386238" y="91096"/>
                    <a:pt x="387820" y="87699"/>
                    <a:pt x="387820" y="87699"/>
                  </a:cubicBezTo>
                  <a:lnTo>
                    <a:pt x="388695" y="86622"/>
                  </a:lnTo>
                  <a:lnTo>
                    <a:pt x="389267" y="86622"/>
                  </a:lnTo>
                  <a:cubicBezTo>
                    <a:pt x="389267" y="86622"/>
                    <a:pt x="388964" y="86185"/>
                    <a:pt x="390849" y="86622"/>
                  </a:cubicBezTo>
                  <a:cubicBezTo>
                    <a:pt x="392733" y="87059"/>
                    <a:pt x="394046" y="87497"/>
                    <a:pt x="394046" y="87497"/>
                  </a:cubicBezTo>
                  <a:cubicBezTo>
                    <a:pt x="394046" y="87497"/>
                    <a:pt x="396940" y="89246"/>
                    <a:pt x="397243" y="89818"/>
                  </a:cubicBezTo>
                  <a:cubicBezTo>
                    <a:pt x="397546" y="90390"/>
                    <a:pt x="398690" y="91836"/>
                    <a:pt x="400440" y="91130"/>
                  </a:cubicBezTo>
                  <a:cubicBezTo>
                    <a:pt x="402190" y="90423"/>
                    <a:pt x="403637" y="87497"/>
                    <a:pt x="403637" y="87497"/>
                  </a:cubicBezTo>
                  <a:cubicBezTo>
                    <a:pt x="403637" y="87497"/>
                    <a:pt x="403503" y="82854"/>
                    <a:pt x="402931" y="81845"/>
                  </a:cubicBezTo>
                  <a:cubicBezTo>
                    <a:pt x="402358" y="80836"/>
                    <a:pt x="400474" y="78212"/>
                    <a:pt x="400474" y="78212"/>
                  </a:cubicBezTo>
                  <a:lnTo>
                    <a:pt x="399599" y="74747"/>
                  </a:lnTo>
                  <a:lnTo>
                    <a:pt x="396267" y="71417"/>
                  </a:lnTo>
                  <a:cubicBezTo>
                    <a:pt x="396267" y="71417"/>
                    <a:pt x="395829" y="70408"/>
                    <a:pt x="396839" y="69533"/>
                  </a:cubicBezTo>
                  <a:cubicBezTo>
                    <a:pt x="397849" y="68659"/>
                    <a:pt x="399868" y="66640"/>
                    <a:pt x="400305" y="66640"/>
                  </a:cubicBezTo>
                  <a:cubicBezTo>
                    <a:pt x="400743" y="66640"/>
                    <a:pt x="401887" y="64050"/>
                    <a:pt x="400878" y="64050"/>
                  </a:cubicBezTo>
                  <a:cubicBezTo>
                    <a:pt x="399868" y="64050"/>
                    <a:pt x="396536" y="63310"/>
                    <a:pt x="396536" y="63310"/>
                  </a:cubicBezTo>
                  <a:cubicBezTo>
                    <a:pt x="396536" y="63310"/>
                    <a:pt x="394214" y="62570"/>
                    <a:pt x="394079" y="61729"/>
                  </a:cubicBezTo>
                  <a:cubicBezTo>
                    <a:pt x="393945" y="60854"/>
                    <a:pt x="395661" y="59408"/>
                    <a:pt x="395661" y="59408"/>
                  </a:cubicBezTo>
                  <a:lnTo>
                    <a:pt x="396233" y="57658"/>
                  </a:lnTo>
                  <a:lnTo>
                    <a:pt x="395527" y="55337"/>
                  </a:lnTo>
                  <a:lnTo>
                    <a:pt x="394517" y="55337"/>
                  </a:lnTo>
                  <a:cubicBezTo>
                    <a:pt x="394517" y="55337"/>
                    <a:pt x="392363" y="53588"/>
                    <a:pt x="391757" y="53588"/>
                  </a:cubicBezTo>
                  <a:cubicBezTo>
                    <a:pt x="391185" y="53588"/>
                    <a:pt x="390007" y="54025"/>
                    <a:pt x="389570" y="54328"/>
                  </a:cubicBezTo>
                  <a:cubicBezTo>
                    <a:pt x="389132" y="54631"/>
                    <a:pt x="388695" y="55640"/>
                    <a:pt x="388392" y="56212"/>
                  </a:cubicBezTo>
                  <a:cubicBezTo>
                    <a:pt x="388122" y="56784"/>
                    <a:pt x="387247" y="58096"/>
                    <a:pt x="387247" y="58096"/>
                  </a:cubicBezTo>
                  <a:cubicBezTo>
                    <a:pt x="387247" y="58096"/>
                    <a:pt x="385699" y="59542"/>
                    <a:pt x="385598" y="59542"/>
                  </a:cubicBezTo>
                  <a:cubicBezTo>
                    <a:pt x="385497" y="59542"/>
                    <a:pt x="383781" y="59408"/>
                    <a:pt x="383781" y="59408"/>
                  </a:cubicBezTo>
                  <a:cubicBezTo>
                    <a:pt x="383781" y="59408"/>
                    <a:pt x="382839" y="58533"/>
                    <a:pt x="382569" y="57961"/>
                  </a:cubicBezTo>
                  <a:cubicBezTo>
                    <a:pt x="382267" y="57389"/>
                    <a:pt x="381459" y="56515"/>
                    <a:pt x="381459" y="56515"/>
                  </a:cubicBezTo>
                  <a:lnTo>
                    <a:pt x="381459" y="54496"/>
                  </a:lnTo>
                  <a:lnTo>
                    <a:pt x="384252" y="53285"/>
                  </a:lnTo>
                  <a:lnTo>
                    <a:pt x="383579" y="51603"/>
                  </a:lnTo>
                  <a:lnTo>
                    <a:pt x="382873" y="50426"/>
                  </a:lnTo>
                  <a:lnTo>
                    <a:pt x="380012" y="48307"/>
                  </a:lnTo>
                  <a:lnTo>
                    <a:pt x="377892" y="49719"/>
                  </a:lnTo>
                  <a:cubicBezTo>
                    <a:pt x="377892" y="49719"/>
                    <a:pt x="377252" y="49484"/>
                    <a:pt x="377252" y="49349"/>
                  </a:cubicBezTo>
                  <a:cubicBezTo>
                    <a:pt x="377252" y="49181"/>
                    <a:pt x="377084" y="47163"/>
                    <a:pt x="377252" y="46692"/>
                  </a:cubicBezTo>
                  <a:cubicBezTo>
                    <a:pt x="377420" y="46187"/>
                    <a:pt x="377858" y="44842"/>
                    <a:pt x="377858" y="44842"/>
                  </a:cubicBezTo>
                  <a:cubicBezTo>
                    <a:pt x="377858" y="44842"/>
                    <a:pt x="377286" y="43799"/>
                    <a:pt x="377185" y="43698"/>
                  </a:cubicBezTo>
                  <a:cubicBezTo>
                    <a:pt x="377084" y="43597"/>
                    <a:pt x="372844" y="40939"/>
                    <a:pt x="372844" y="40939"/>
                  </a:cubicBezTo>
                  <a:lnTo>
                    <a:pt x="371430" y="37845"/>
                  </a:lnTo>
                  <a:cubicBezTo>
                    <a:pt x="371430" y="37845"/>
                    <a:pt x="370622" y="35389"/>
                    <a:pt x="370622" y="35086"/>
                  </a:cubicBezTo>
                  <a:cubicBezTo>
                    <a:pt x="370622" y="34783"/>
                    <a:pt x="372877" y="32563"/>
                    <a:pt x="372877" y="32563"/>
                  </a:cubicBezTo>
                  <a:lnTo>
                    <a:pt x="373146" y="32193"/>
                  </a:lnTo>
                  <a:lnTo>
                    <a:pt x="374593" y="30040"/>
                  </a:lnTo>
                  <a:lnTo>
                    <a:pt x="374089" y="27652"/>
                  </a:lnTo>
                  <a:cubicBezTo>
                    <a:pt x="374089" y="27652"/>
                    <a:pt x="372910" y="26273"/>
                    <a:pt x="372844" y="26071"/>
                  </a:cubicBezTo>
                  <a:cubicBezTo>
                    <a:pt x="372776" y="25835"/>
                    <a:pt x="371598" y="24389"/>
                    <a:pt x="371598" y="24389"/>
                  </a:cubicBezTo>
                  <a:cubicBezTo>
                    <a:pt x="371598" y="24389"/>
                    <a:pt x="370521" y="22370"/>
                    <a:pt x="370589" y="22068"/>
                  </a:cubicBezTo>
                  <a:cubicBezTo>
                    <a:pt x="370656" y="21765"/>
                    <a:pt x="369915" y="20184"/>
                    <a:pt x="369915" y="20184"/>
                  </a:cubicBezTo>
                  <a:lnTo>
                    <a:pt x="367458" y="18300"/>
                  </a:lnTo>
                  <a:lnTo>
                    <a:pt x="362949" y="13893"/>
                  </a:lnTo>
                  <a:lnTo>
                    <a:pt x="357093" y="10630"/>
                  </a:lnTo>
                  <a:lnTo>
                    <a:pt x="355780" y="7165"/>
                  </a:lnTo>
                  <a:cubicBezTo>
                    <a:pt x="355780" y="7165"/>
                    <a:pt x="356420" y="5416"/>
                    <a:pt x="355780" y="5214"/>
                  </a:cubicBezTo>
                  <a:cubicBezTo>
                    <a:pt x="355141" y="5012"/>
                    <a:pt x="352516" y="1749"/>
                    <a:pt x="352516" y="1749"/>
                  </a:cubicBezTo>
                  <a:lnTo>
                    <a:pt x="347098" y="0"/>
                  </a:lnTo>
                  <a:lnTo>
                    <a:pt x="343900" y="639"/>
                  </a:lnTo>
                  <a:lnTo>
                    <a:pt x="340266" y="1379"/>
                  </a:lnTo>
                  <a:lnTo>
                    <a:pt x="337506" y="2388"/>
                  </a:lnTo>
                  <a:lnTo>
                    <a:pt x="335487" y="5147"/>
                  </a:lnTo>
                  <a:cubicBezTo>
                    <a:pt x="335487" y="5147"/>
                    <a:pt x="333737" y="6728"/>
                    <a:pt x="333333" y="6896"/>
                  </a:cubicBezTo>
                  <a:cubicBezTo>
                    <a:pt x="332895" y="7031"/>
                    <a:pt x="329833" y="5887"/>
                    <a:pt x="329833" y="5887"/>
                  </a:cubicBezTo>
                  <a:lnTo>
                    <a:pt x="327814" y="4440"/>
                  </a:lnTo>
                  <a:cubicBezTo>
                    <a:pt x="327814" y="4440"/>
                    <a:pt x="327814" y="4003"/>
                    <a:pt x="326939" y="3869"/>
                  </a:cubicBezTo>
                  <a:cubicBezTo>
                    <a:pt x="326064" y="3734"/>
                    <a:pt x="324313" y="3869"/>
                    <a:pt x="323910" y="4306"/>
                  </a:cubicBezTo>
                  <a:cubicBezTo>
                    <a:pt x="323472" y="4743"/>
                    <a:pt x="322732" y="6055"/>
                    <a:pt x="322462" y="6627"/>
                  </a:cubicBezTo>
                  <a:cubicBezTo>
                    <a:pt x="322193" y="7199"/>
                    <a:pt x="321587" y="8343"/>
                    <a:pt x="321587" y="8343"/>
                  </a:cubicBezTo>
                  <a:lnTo>
                    <a:pt x="320578" y="10664"/>
                  </a:lnTo>
                  <a:lnTo>
                    <a:pt x="320578" y="12850"/>
                  </a:lnTo>
                  <a:lnTo>
                    <a:pt x="317684" y="16046"/>
                  </a:lnTo>
                  <a:cubicBezTo>
                    <a:pt x="317684" y="16046"/>
                    <a:pt x="318559" y="16248"/>
                    <a:pt x="316943" y="16551"/>
                  </a:cubicBezTo>
                  <a:cubicBezTo>
                    <a:pt x="315361" y="16853"/>
                    <a:pt x="314318" y="17190"/>
                    <a:pt x="314318" y="17190"/>
                  </a:cubicBezTo>
                  <a:lnTo>
                    <a:pt x="310986" y="17190"/>
                  </a:lnTo>
                  <a:lnTo>
                    <a:pt x="309236" y="16315"/>
                  </a:lnTo>
                  <a:lnTo>
                    <a:pt x="305601" y="14297"/>
                  </a:lnTo>
                  <a:cubicBezTo>
                    <a:pt x="305601" y="14297"/>
                    <a:pt x="304592" y="13288"/>
                    <a:pt x="304020" y="13288"/>
                  </a:cubicBezTo>
                  <a:cubicBezTo>
                    <a:pt x="303447" y="13288"/>
                    <a:pt x="300688" y="15172"/>
                    <a:pt x="300688" y="15172"/>
                  </a:cubicBezTo>
                  <a:lnTo>
                    <a:pt x="299375" y="17358"/>
                  </a:lnTo>
                  <a:cubicBezTo>
                    <a:pt x="299375" y="17358"/>
                    <a:pt x="297356" y="17661"/>
                    <a:pt x="295741" y="17661"/>
                  </a:cubicBezTo>
                  <a:cubicBezTo>
                    <a:pt x="294159" y="17661"/>
                    <a:pt x="290390" y="17358"/>
                    <a:pt x="290390" y="17358"/>
                  </a:cubicBezTo>
                  <a:cubicBezTo>
                    <a:pt x="290390" y="17358"/>
                    <a:pt x="288067" y="17223"/>
                    <a:pt x="287495" y="17493"/>
                  </a:cubicBezTo>
                  <a:cubicBezTo>
                    <a:pt x="286923" y="17762"/>
                    <a:pt x="283861" y="18636"/>
                    <a:pt x="283861" y="18636"/>
                  </a:cubicBezTo>
                  <a:cubicBezTo>
                    <a:pt x="283861" y="18636"/>
                    <a:pt x="281539" y="19074"/>
                    <a:pt x="280966" y="19343"/>
                  </a:cubicBezTo>
                  <a:cubicBezTo>
                    <a:pt x="280394" y="19646"/>
                    <a:pt x="278779" y="19646"/>
                    <a:pt x="278510" y="20083"/>
                  </a:cubicBezTo>
                  <a:cubicBezTo>
                    <a:pt x="278206" y="20520"/>
                    <a:pt x="279317" y="24288"/>
                    <a:pt x="278577" y="24422"/>
                  </a:cubicBezTo>
                  <a:cubicBezTo>
                    <a:pt x="277870" y="24557"/>
                    <a:pt x="271846" y="25566"/>
                    <a:pt x="271846" y="25566"/>
                  </a:cubicBezTo>
                  <a:lnTo>
                    <a:pt x="271846" y="28459"/>
                  </a:lnTo>
                  <a:lnTo>
                    <a:pt x="272855" y="29468"/>
                  </a:lnTo>
                  <a:cubicBezTo>
                    <a:pt x="272855" y="29468"/>
                    <a:pt x="273563" y="30646"/>
                    <a:pt x="273731" y="31218"/>
                  </a:cubicBezTo>
                  <a:cubicBezTo>
                    <a:pt x="273865" y="31789"/>
                    <a:pt x="274168" y="32967"/>
                    <a:pt x="274168" y="32967"/>
                  </a:cubicBezTo>
                  <a:lnTo>
                    <a:pt x="274875" y="34716"/>
                  </a:lnTo>
                  <a:lnTo>
                    <a:pt x="275178" y="37912"/>
                  </a:lnTo>
                  <a:lnTo>
                    <a:pt x="275312" y="39796"/>
                  </a:lnTo>
                  <a:lnTo>
                    <a:pt x="277332" y="44001"/>
                  </a:lnTo>
                  <a:lnTo>
                    <a:pt x="276187" y="47768"/>
                  </a:lnTo>
                  <a:cubicBezTo>
                    <a:pt x="276187" y="47768"/>
                    <a:pt x="274740" y="48071"/>
                    <a:pt x="273293" y="48475"/>
                  </a:cubicBezTo>
                  <a:cubicBezTo>
                    <a:pt x="271846" y="48912"/>
                    <a:pt x="267067" y="50224"/>
                    <a:pt x="267067" y="50224"/>
                  </a:cubicBezTo>
                  <a:cubicBezTo>
                    <a:pt x="267067" y="51973"/>
                    <a:pt x="270096" y="55304"/>
                    <a:pt x="270096" y="55304"/>
                  </a:cubicBezTo>
                  <a:lnTo>
                    <a:pt x="274000" y="57187"/>
                  </a:lnTo>
                  <a:lnTo>
                    <a:pt x="276154" y="58499"/>
                  </a:lnTo>
                  <a:lnTo>
                    <a:pt x="277163" y="60383"/>
                  </a:lnTo>
                  <a:lnTo>
                    <a:pt x="276591" y="62704"/>
                  </a:lnTo>
                  <a:cubicBezTo>
                    <a:pt x="276591" y="62704"/>
                    <a:pt x="275716" y="66169"/>
                    <a:pt x="275716" y="66775"/>
                  </a:cubicBezTo>
                  <a:cubicBezTo>
                    <a:pt x="275716" y="67347"/>
                    <a:pt x="275144" y="70408"/>
                    <a:pt x="275009" y="70845"/>
                  </a:cubicBezTo>
                  <a:cubicBezTo>
                    <a:pt x="274875" y="71282"/>
                    <a:pt x="274437" y="72493"/>
                    <a:pt x="274000" y="72662"/>
                  </a:cubicBezTo>
                  <a:cubicBezTo>
                    <a:pt x="273563" y="72796"/>
                    <a:pt x="272553" y="72863"/>
                    <a:pt x="271980" y="72863"/>
                  </a:cubicBezTo>
                  <a:cubicBezTo>
                    <a:pt x="271409" y="72863"/>
                    <a:pt x="269221" y="72863"/>
                    <a:pt x="269221" y="72863"/>
                  </a:cubicBezTo>
                  <a:lnTo>
                    <a:pt x="266327" y="73166"/>
                  </a:lnTo>
                  <a:cubicBezTo>
                    <a:pt x="266327" y="73166"/>
                    <a:pt x="265182" y="73301"/>
                    <a:pt x="264745" y="74747"/>
                  </a:cubicBezTo>
                  <a:cubicBezTo>
                    <a:pt x="264308" y="76194"/>
                    <a:pt x="264038" y="78649"/>
                    <a:pt x="263735" y="79255"/>
                  </a:cubicBezTo>
                  <a:cubicBezTo>
                    <a:pt x="263432" y="79827"/>
                    <a:pt x="263163" y="80130"/>
                    <a:pt x="262591" y="80399"/>
                  </a:cubicBezTo>
                  <a:cubicBezTo>
                    <a:pt x="262019" y="80702"/>
                    <a:pt x="256802" y="80836"/>
                    <a:pt x="256802" y="80836"/>
                  </a:cubicBezTo>
                  <a:cubicBezTo>
                    <a:pt x="256802" y="80836"/>
                    <a:pt x="252023" y="81139"/>
                    <a:pt x="251014" y="81139"/>
                  </a:cubicBezTo>
                  <a:cubicBezTo>
                    <a:pt x="250004" y="81139"/>
                    <a:pt x="247513" y="79827"/>
                    <a:pt x="247513" y="79827"/>
                  </a:cubicBezTo>
                  <a:lnTo>
                    <a:pt x="244451" y="76564"/>
                  </a:lnTo>
                  <a:lnTo>
                    <a:pt x="242869" y="74613"/>
                  </a:lnTo>
                  <a:lnTo>
                    <a:pt x="239672" y="74613"/>
                  </a:lnTo>
                  <a:lnTo>
                    <a:pt x="238225" y="77808"/>
                  </a:lnTo>
                  <a:cubicBezTo>
                    <a:pt x="238225" y="77808"/>
                    <a:pt x="235768" y="78952"/>
                    <a:pt x="235465" y="78549"/>
                  </a:cubicBezTo>
                  <a:cubicBezTo>
                    <a:pt x="235196" y="78111"/>
                    <a:pt x="235465" y="76799"/>
                    <a:pt x="235768" y="76227"/>
                  </a:cubicBezTo>
                  <a:cubicBezTo>
                    <a:pt x="236071" y="75656"/>
                    <a:pt x="237081" y="75353"/>
                    <a:pt x="237081" y="74646"/>
                  </a:cubicBezTo>
                  <a:cubicBezTo>
                    <a:pt x="237081" y="73906"/>
                    <a:pt x="237081" y="72056"/>
                    <a:pt x="237081" y="72056"/>
                  </a:cubicBezTo>
                  <a:cubicBezTo>
                    <a:pt x="237081" y="72056"/>
                    <a:pt x="234624" y="71047"/>
                    <a:pt x="233884" y="71047"/>
                  </a:cubicBezTo>
                  <a:cubicBezTo>
                    <a:pt x="233143" y="71047"/>
                    <a:pt x="230855" y="72191"/>
                    <a:pt x="230855" y="72191"/>
                  </a:cubicBezTo>
                  <a:lnTo>
                    <a:pt x="228835" y="74075"/>
                  </a:lnTo>
                  <a:lnTo>
                    <a:pt x="226648" y="77270"/>
                  </a:lnTo>
                  <a:lnTo>
                    <a:pt x="226648" y="79020"/>
                  </a:lnTo>
                  <a:lnTo>
                    <a:pt x="224898" y="81038"/>
                  </a:lnTo>
                  <a:lnTo>
                    <a:pt x="224898" y="82484"/>
                  </a:lnTo>
                  <a:lnTo>
                    <a:pt x="221970" y="85411"/>
                  </a:lnTo>
                  <a:lnTo>
                    <a:pt x="220220" y="87362"/>
                  </a:lnTo>
                  <a:lnTo>
                    <a:pt x="217830" y="89011"/>
                  </a:lnTo>
                  <a:lnTo>
                    <a:pt x="216080" y="89784"/>
                  </a:lnTo>
                  <a:cubicBezTo>
                    <a:pt x="216080" y="89784"/>
                    <a:pt x="214229" y="90558"/>
                    <a:pt x="213792" y="90659"/>
                  </a:cubicBezTo>
                  <a:cubicBezTo>
                    <a:pt x="213354" y="90760"/>
                    <a:pt x="212277" y="91197"/>
                    <a:pt x="212277" y="91197"/>
                  </a:cubicBezTo>
                  <a:lnTo>
                    <a:pt x="210662" y="92711"/>
                  </a:lnTo>
                  <a:lnTo>
                    <a:pt x="209248" y="95436"/>
                  </a:lnTo>
                  <a:lnTo>
                    <a:pt x="209248" y="98161"/>
                  </a:lnTo>
                  <a:lnTo>
                    <a:pt x="209248" y="101625"/>
                  </a:lnTo>
                  <a:cubicBezTo>
                    <a:pt x="208474" y="101962"/>
                    <a:pt x="206320" y="100986"/>
                    <a:pt x="205345" y="99674"/>
                  </a:cubicBezTo>
                  <a:cubicBezTo>
                    <a:pt x="204368" y="98362"/>
                    <a:pt x="203830" y="97723"/>
                    <a:pt x="203830" y="97387"/>
                  </a:cubicBezTo>
                  <a:cubicBezTo>
                    <a:pt x="203830" y="97050"/>
                    <a:pt x="202753" y="90659"/>
                    <a:pt x="202753" y="90659"/>
                  </a:cubicBezTo>
                  <a:lnTo>
                    <a:pt x="201542" y="88472"/>
                  </a:lnTo>
                  <a:lnTo>
                    <a:pt x="198916" y="86858"/>
                  </a:lnTo>
                  <a:lnTo>
                    <a:pt x="196527" y="84267"/>
                  </a:lnTo>
                  <a:cubicBezTo>
                    <a:pt x="196527" y="84267"/>
                    <a:pt x="195215" y="82215"/>
                    <a:pt x="193902" y="82215"/>
                  </a:cubicBezTo>
                  <a:cubicBezTo>
                    <a:pt x="192589" y="82215"/>
                    <a:pt x="189661" y="83090"/>
                    <a:pt x="189661" y="83090"/>
                  </a:cubicBezTo>
                  <a:cubicBezTo>
                    <a:pt x="189661" y="83090"/>
                    <a:pt x="188484" y="83292"/>
                    <a:pt x="188248" y="83628"/>
                  </a:cubicBezTo>
                  <a:cubicBezTo>
                    <a:pt x="188046" y="83965"/>
                    <a:pt x="185522" y="85478"/>
                    <a:pt x="185219" y="85680"/>
                  </a:cubicBezTo>
                  <a:cubicBezTo>
                    <a:pt x="184882" y="85916"/>
                    <a:pt x="181618" y="88405"/>
                    <a:pt x="181517" y="88741"/>
                  </a:cubicBezTo>
                  <a:cubicBezTo>
                    <a:pt x="181383" y="89078"/>
                    <a:pt x="173036" y="95570"/>
                    <a:pt x="173036" y="95570"/>
                  </a:cubicBezTo>
                  <a:lnTo>
                    <a:pt x="169771" y="98295"/>
                  </a:lnTo>
                  <a:lnTo>
                    <a:pt x="161627" y="103610"/>
                  </a:lnTo>
                  <a:lnTo>
                    <a:pt x="158800" y="105561"/>
                  </a:lnTo>
                  <a:lnTo>
                    <a:pt x="157387" y="108286"/>
                  </a:lnTo>
                  <a:cubicBezTo>
                    <a:pt x="157387" y="108286"/>
                    <a:pt x="160315" y="111650"/>
                    <a:pt x="155637" y="110473"/>
                  </a:cubicBezTo>
                  <a:cubicBezTo>
                    <a:pt x="150959" y="109295"/>
                    <a:pt x="148805" y="106469"/>
                    <a:pt x="148805" y="106469"/>
                  </a:cubicBezTo>
                  <a:cubicBezTo>
                    <a:pt x="148805" y="106469"/>
                    <a:pt x="148166" y="106032"/>
                    <a:pt x="146853" y="106469"/>
                  </a:cubicBezTo>
                  <a:cubicBezTo>
                    <a:pt x="145540" y="106907"/>
                    <a:pt x="144261" y="108757"/>
                    <a:pt x="144026" y="109194"/>
                  </a:cubicBezTo>
                  <a:cubicBezTo>
                    <a:pt x="143790" y="109632"/>
                    <a:pt x="143050" y="111818"/>
                    <a:pt x="143252" y="112255"/>
                  </a:cubicBezTo>
                  <a:cubicBezTo>
                    <a:pt x="143454" y="112693"/>
                    <a:pt x="146516" y="116393"/>
                    <a:pt x="146954" y="116696"/>
                  </a:cubicBezTo>
                  <a:cubicBezTo>
                    <a:pt x="147391" y="117032"/>
                    <a:pt x="149882" y="118748"/>
                    <a:pt x="149882" y="118748"/>
                  </a:cubicBezTo>
                  <a:lnTo>
                    <a:pt x="151733" y="120497"/>
                  </a:lnTo>
                  <a:cubicBezTo>
                    <a:pt x="151733" y="120497"/>
                    <a:pt x="151935" y="121372"/>
                    <a:pt x="151632" y="122011"/>
                  </a:cubicBezTo>
                  <a:cubicBezTo>
                    <a:pt x="151295" y="122650"/>
                    <a:pt x="151867" y="123525"/>
                    <a:pt x="150016" y="123760"/>
                  </a:cubicBezTo>
                  <a:cubicBezTo>
                    <a:pt x="148166" y="123962"/>
                    <a:pt x="146415" y="123962"/>
                    <a:pt x="145002" y="123962"/>
                  </a:cubicBezTo>
                  <a:cubicBezTo>
                    <a:pt x="143588" y="123962"/>
                    <a:pt x="145540" y="123962"/>
                    <a:pt x="142713" y="124063"/>
                  </a:cubicBezTo>
                  <a:cubicBezTo>
                    <a:pt x="139886" y="124164"/>
                    <a:pt x="139011" y="123827"/>
                    <a:pt x="137800" y="123827"/>
                  </a:cubicBezTo>
                  <a:cubicBezTo>
                    <a:pt x="136588" y="123827"/>
                    <a:pt x="135208" y="123727"/>
                    <a:pt x="133761" y="123727"/>
                  </a:cubicBezTo>
                  <a:cubicBezTo>
                    <a:pt x="132348" y="123727"/>
                    <a:pt x="132011" y="120901"/>
                    <a:pt x="130295" y="120901"/>
                  </a:cubicBezTo>
                  <a:cubicBezTo>
                    <a:pt x="128545" y="120901"/>
                    <a:pt x="127030" y="121103"/>
                    <a:pt x="126155" y="121675"/>
                  </a:cubicBezTo>
                  <a:cubicBezTo>
                    <a:pt x="125280" y="122213"/>
                    <a:pt x="124203" y="123861"/>
                    <a:pt x="123867" y="124399"/>
                  </a:cubicBezTo>
                  <a:cubicBezTo>
                    <a:pt x="123530" y="124938"/>
                    <a:pt x="122891" y="125375"/>
                    <a:pt x="120939" y="125375"/>
                  </a:cubicBezTo>
                  <a:cubicBezTo>
                    <a:pt x="118987" y="125375"/>
                    <a:pt x="117674" y="124837"/>
                    <a:pt x="117674" y="124837"/>
                  </a:cubicBezTo>
                  <a:lnTo>
                    <a:pt x="115285" y="124063"/>
                  </a:lnTo>
                  <a:lnTo>
                    <a:pt x="112021" y="125139"/>
                  </a:lnTo>
                  <a:lnTo>
                    <a:pt x="110371" y="126451"/>
                  </a:lnTo>
                  <a:lnTo>
                    <a:pt x="105155" y="126889"/>
                  </a:lnTo>
                  <a:cubicBezTo>
                    <a:pt x="105155" y="126889"/>
                    <a:pt x="103943" y="126350"/>
                    <a:pt x="105155" y="126014"/>
                  </a:cubicBezTo>
                  <a:cubicBezTo>
                    <a:pt x="106366" y="125678"/>
                    <a:pt x="107107" y="124601"/>
                    <a:pt x="107208" y="124164"/>
                  </a:cubicBezTo>
                  <a:cubicBezTo>
                    <a:pt x="107309" y="123727"/>
                    <a:pt x="108184" y="122852"/>
                    <a:pt x="108284" y="122415"/>
                  </a:cubicBezTo>
                  <a:cubicBezTo>
                    <a:pt x="108386" y="121977"/>
                    <a:pt x="109059" y="120127"/>
                    <a:pt x="109059" y="119690"/>
                  </a:cubicBezTo>
                  <a:cubicBezTo>
                    <a:pt x="109059" y="119253"/>
                    <a:pt x="109496" y="116326"/>
                    <a:pt x="109496" y="115889"/>
                  </a:cubicBezTo>
                  <a:cubicBezTo>
                    <a:pt x="109496" y="115451"/>
                    <a:pt x="108857" y="113265"/>
                    <a:pt x="108857" y="113265"/>
                  </a:cubicBezTo>
                  <a:cubicBezTo>
                    <a:pt x="108857" y="113265"/>
                    <a:pt x="107982" y="111515"/>
                    <a:pt x="107881" y="111213"/>
                  </a:cubicBezTo>
                  <a:cubicBezTo>
                    <a:pt x="107780" y="110876"/>
                    <a:pt x="107107" y="109026"/>
                    <a:pt x="107107" y="108723"/>
                  </a:cubicBezTo>
                  <a:cubicBezTo>
                    <a:pt x="107107" y="108387"/>
                    <a:pt x="107544" y="106234"/>
                    <a:pt x="107544" y="106234"/>
                  </a:cubicBezTo>
                  <a:cubicBezTo>
                    <a:pt x="107544" y="106234"/>
                    <a:pt x="108520" y="105023"/>
                    <a:pt x="108857" y="104922"/>
                  </a:cubicBezTo>
                  <a:cubicBezTo>
                    <a:pt x="109193" y="104821"/>
                    <a:pt x="109934" y="103509"/>
                    <a:pt x="109934" y="103509"/>
                  </a:cubicBezTo>
                  <a:cubicBezTo>
                    <a:pt x="109934" y="103509"/>
                    <a:pt x="109395" y="100684"/>
                    <a:pt x="109395" y="100347"/>
                  </a:cubicBezTo>
                  <a:cubicBezTo>
                    <a:pt x="109395" y="100011"/>
                    <a:pt x="110809" y="97757"/>
                    <a:pt x="110809" y="97757"/>
                  </a:cubicBezTo>
                  <a:lnTo>
                    <a:pt x="111785" y="96546"/>
                  </a:lnTo>
                  <a:lnTo>
                    <a:pt x="111145" y="89280"/>
                  </a:lnTo>
                  <a:cubicBezTo>
                    <a:pt x="111145" y="89280"/>
                    <a:pt x="112559" y="86353"/>
                    <a:pt x="112222" y="86117"/>
                  </a:cubicBezTo>
                  <a:cubicBezTo>
                    <a:pt x="111886" y="85882"/>
                    <a:pt x="106905" y="80802"/>
                    <a:pt x="106905" y="80802"/>
                  </a:cubicBezTo>
                  <a:cubicBezTo>
                    <a:pt x="106905" y="80802"/>
                    <a:pt x="105693" y="79188"/>
                    <a:pt x="105592" y="78750"/>
                  </a:cubicBezTo>
                  <a:cubicBezTo>
                    <a:pt x="105491" y="78313"/>
                    <a:pt x="103001" y="77338"/>
                    <a:pt x="103640" y="76160"/>
                  </a:cubicBezTo>
                  <a:cubicBezTo>
                    <a:pt x="104280" y="74983"/>
                    <a:pt x="106467" y="73772"/>
                    <a:pt x="106467" y="73772"/>
                  </a:cubicBezTo>
                  <a:cubicBezTo>
                    <a:pt x="106467" y="73772"/>
                    <a:pt x="108318" y="73974"/>
                    <a:pt x="107342" y="72258"/>
                  </a:cubicBezTo>
                  <a:cubicBezTo>
                    <a:pt x="106366" y="70509"/>
                    <a:pt x="106164" y="68120"/>
                    <a:pt x="105390" y="68019"/>
                  </a:cubicBezTo>
                  <a:cubicBezTo>
                    <a:pt x="104650" y="67918"/>
                    <a:pt x="103741" y="67582"/>
                    <a:pt x="103539" y="66169"/>
                  </a:cubicBezTo>
                  <a:cubicBezTo>
                    <a:pt x="103337" y="64756"/>
                    <a:pt x="103203" y="62570"/>
                    <a:pt x="102126" y="62570"/>
                  </a:cubicBezTo>
                  <a:cubicBezTo>
                    <a:pt x="101049" y="62570"/>
                    <a:pt x="98760" y="62570"/>
                    <a:pt x="98760" y="62570"/>
                  </a:cubicBezTo>
                  <a:lnTo>
                    <a:pt x="97986" y="63343"/>
                  </a:lnTo>
                  <a:lnTo>
                    <a:pt x="96573" y="66270"/>
                  </a:lnTo>
                  <a:lnTo>
                    <a:pt x="95496" y="67683"/>
                  </a:lnTo>
                  <a:lnTo>
                    <a:pt x="93308" y="68558"/>
                  </a:lnTo>
                  <a:lnTo>
                    <a:pt x="90683" y="68019"/>
                  </a:lnTo>
                  <a:lnTo>
                    <a:pt x="90044" y="65194"/>
                  </a:lnTo>
                  <a:lnTo>
                    <a:pt x="87654" y="63444"/>
                  </a:lnTo>
                  <a:lnTo>
                    <a:pt x="85467" y="66371"/>
                  </a:lnTo>
                  <a:lnTo>
                    <a:pt x="84491" y="67784"/>
                  </a:lnTo>
                  <a:lnTo>
                    <a:pt x="82000" y="65833"/>
                  </a:lnTo>
                  <a:cubicBezTo>
                    <a:pt x="82000" y="65833"/>
                    <a:pt x="81361" y="64319"/>
                    <a:pt x="81024" y="64319"/>
                  </a:cubicBezTo>
                  <a:cubicBezTo>
                    <a:pt x="80688" y="64319"/>
                    <a:pt x="80049" y="64117"/>
                    <a:pt x="79611" y="64117"/>
                  </a:cubicBezTo>
                  <a:cubicBezTo>
                    <a:pt x="79174" y="64117"/>
                    <a:pt x="76784" y="64319"/>
                    <a:pt x="76683" y="64756"/>
                  </a:cubicBezTo>
                  <a:cubicBezTo>
                    <a:pt x="76582" y="65194"/>
                    <a:pt x="75707" y="66808"/>
                    <a:pt x="75707" y="66808"/>
                  </a:cubicBezTo>
                  <a:lnTo>
                    <a:pt x="75168" y="68995"/>
                  </a:lnTo>
                  <a:lnTo>
                    <a:pt x="74092" y="70744"/>
                  </a:lnTo>
                  <a:cubicBezTo>
                    <a:pt x="74092" y="70744"/>
                    <a:pt x="72140" y="71282"/>
                    <a:pt x="71803" y="71619"/>
                  </a:cubicBezTo>
                  <a:cubicBezTo>
                    <a:pt x="71500" y="71955"/>
                    <a:pt x="70053" y="72931"/>
                    <a:pt x="70053" y="72931"/>
                  </a:cubicBezTo>
                  <a:lnTo>
                    <a:pt x="70053" y="75656"/>
                  </a:lnTo>
                  <a:lnTo>
                    <a:pt x="71467" y="77708"/>
                  </a:lnTo>
                  <a:lnTo>
                    <a:pt x="72106" y="78919"/>
                  </a:lnTo>
                  <a:cubicBezTo>
                    <a:pt x="72106" y="78919"/>
                    <a:pt x="73082" y="79120"/>
                    <a:pt x="73418" y="79894"/>
                  </a:cubicBezTo>
                  <a:cubicBezTo>
                    <a:pt x="73755" y="80668"/>
                    <a:pt x="74395" y="81744"/>
                    <a:pt x="74395" y="81744"/>
                  </a:cubicBezTo>
                  <a:lnTo>
                    <a:pt x="74192" y="84234"/>
                  </a:lnTo>
                  <a:lnTo>
                    <a:pt x="73856" y="85310"/>
                  </a:lnTo>
                  <a:cubicBezTo>
                    <a:pt x="73856" y="85310"/>
                    <a:pt x="72981" y="86723"/>
                    <a:pt x="72543" y="86824"/>
                  </a:cubicBezTo>
                  <a:cubicBezTo>
                    <a:pt x="72106" y="86925"/>
                    <a:pt x="71467" y="87026"/>
                    <a:pt x="71029" y="87026"/>
                  </a:cubicBezTo>
                  <a:cubicBezTo>
                    <a:pt x="70592" y="87026"/>
                    <a:pt x="68202" y="86925"/>
                    <a:pt x="67765" y="86925"/>
                  </a:cubicBezTo>
                  <a:cubicBezTo>
                    <a:pt x="67327" y="86925"/>
                    <a:pt x="65812" y="86824"/>
                    <a:pt x="64937" y="87026"/>
                  </a:cubicBezTo>
                  <a:cubicBezTo>
                    <a:pt x="64063" y="87261"/>
                    <a:pt x="61909" y="86925"/>
                    <a:pt x="61134" y="87261"/>
                  </a:cubicBezTo>
                  <a:cubicBezTo>
                    <a:pt x="60360" y="87598"/>
                    <a:pt x="58745" y="88035"/>
                    <a:pt x="58409" y="88136"/>
                  </a:cubicBezTo>
                  <a:cubicBezTo>
                    <a:pt x="58072" y="88237"/>
                    <a:pt x="56457" y="88910"/>
                    <a:pt x="55918" y="89347"/>
                  </a:cubicBezTo>
                  <a:cubicBezTo>
                    <a:pt x="55380" y="89784"/>
                    <a:pt x="53731" y="92173"/>
                    <a:pt x="53731" y="92173"/>
                  </a:cubicBezTo>
                  <a:cubicBezTo>
                    <a:pt x="53731" y="92173"/>
                    <a:pt x="51678" y="94225"/>
                    <a:pt x="51678" y="94561"/>
                  </a:cubicBezTo>
                  <a:cubicBezTo>
                    <a:pt x="51678" y="94897"/>
                    <a:pt x="49826" y="97488"/>
                    <a:pt x="49826" y="97488"/>
                  </a:cubicBezTo>
                  <a:lnTo>
                    <a:pt x="48177" y="101087"/>
                  </a:lnTo>
                  <a:lnTo>
                    <a:pt x="48581" y="104115"/>
                  </a:lnTo>
                  <a:lnTo>
                    <a:pt x="47403" y="106503"/>
                  </a:lnTo>
                  <a:lnTo>
                    <a:pt x="47403" y="108656"/>
                  </a:lnTo>
                  <a:lnTo>
                    <a:pt x="48951" y="110708"/>
                  </a:lnTo>
                  <a:lnTo>
                    <a:pt x="48548" y="112289"/>
                  </a:lnTo>
                  <a:cubicBezTo>
                    <a:pt x="48548" y="112289"/>
                    <a:pt x="47807" y="114341"/>
                    <a:pt x="47807" y="114577"/>
                  </a:cubicBezTo>
                  <a:cubicBezTo>
                    <a:pt x="47807" y="114778"/>
                    <a:pt x="48884" y="117571"/>
                    <a:pt x="48884" y="117571"/>
                  </a:cubicBezTo>
                  <a:lnTo>
                    <a:pt x="49557" y="119959"/>
                  </a:lnTo>
                  <a:cubicBezTo>
                    <a:pt x="49557" y="119959"/>
                    <a:pt x="50534" y="123861"/>
                    <a:pt x="50534" y="124097"/>
                  </a:cubicBezTo>
                  <a:cubicBezTo>
                    <a:pt x="50534" y="124298"/>
                    <a:pt x="50702" y="126317"/>
                    <a:pt x="50735" y="126552"/>
                  </a:cubicBezTo>
                  <a:cubicBezTo>
                    <a:pt x="50803" y="126754"/>
                    <a:pt x="51173" y="130791"/>
                    <a:pt x="51173" y="130791"/>
                  </a:cubicBezTo>
                  <a:lnTo>
                    <a:pt x="52048" y="133886"/>
                  </a:lnTo>
                  <a:cubicBezTo>
                    <a:pt x="52048" y="133886"/>
                    <a:pt x="51980" y="134962"/>
                    <a:pt x="51139" y="135097"/>
                  </a:cubicBezTo>
                  <a:cubicBezTo>
                    <a:pt x="50264" y="135198"/>
                    <a:pt x="49288" y="134996"/>
                    <a:pt x="48481" y="134760"/>
                  </a:cubicBezTo>
                  <a:cubicBezTo>
                    <a:pt x="47673" y="134525"/>
                    <a:pt x="44846" y="132372"/>
                    <a:pt x="44678" y="132305"/>
                  </a:cubicBezTo>
                  <a:cubicBezTo>
                    <a:pt x="44509" y="132237"/>
                    <a:pt x="39831" y="134088"/>
                    <a:pt x="39831" y="134088"/>
                  </a:cubicBezTo>
                  <a:lnTo>
                    <a:pt x="34413" y="133448"/>
                  </a:lnTo>
                  <a:lnTo>
                    <a:pt x="31788" y="134962"/>
                  </a:lnTo>
                  <a:lnTo>
                    <a:pt x="28321" y="137788"/>
                  </a:lnTo>
                  <a:lnTo>
                    <a:pt x="22432" y="143439"/>
                  </a:lnTo>
                  <a:lnTo>
                    <a:pt x="21119" y="145626"/>
                  </a:lnTo>
                  <a:lnTo>
                    <a:pt x="20042" y="148014"/>
                  </a:lnTo>
                  <a:lnTo>
                    <a:pt x="21792" y="150201"/>
                  </a:lnTo>
                  <a:lnTo>
                    <a:pt x="22869" y="150840"/>
                  </a:lnTo>
                  <a:lnTo>
                    <a:pt x="26773" y="151042"/>
                  </a:lnTo>
                  <a:lnTo>
                    <a:pt x="29937" y="152556"/>
                  </a:lnTo>
                  <a:lnTo>
                    <a:pt x="31788" y="156054"/>
                  </a:lnTo>
                  <a:lnTo>
                    <a:pt x="31788" y="160831"/>
                  </a:lnTo>
                  <a:lnTo>
                    <a:pt x="28961" y="162345"/>
                  </a:lnTo>
                  <a:lnTo>
                    <a:pt x="29836" y="166045"/>
                  </a:lnTo>
                  <a:lnTo>
                    <a:pt x="31586" y="166281"/>
                  </a:lnTo>
                  <a:lnTo>
                    <a:pt x="34211" y="166483"/>
                  </a:lnTo>
                  <a:lnTo>
                    <a:pt x="35826" y="167795"/>
                  </a:lnTo>
                  <a:lnTo>
                    <a:pt x="37038" y="170385"/>
                  </a:lnTo>
                  <a:lnTo>
                    <a:pt x="37038" y="173009"/>
                  </a:lnTo>
                  <a:lnTo>
                    <a:pt x="34009" y="175868"/>
                  </a:lnTo>
                  <a:cubicBezTo>
                    <a:pt x="34009" y="175868"/>
                    <a:pt x="33134" y="176911"/>
                    <a:pt x="31821" y="177146"/>
                  </a:cubicBezTo>
                  <a:cubicBezTo>
                    <a:pt x="30509" y="177348"/>
                    <a:pt x="29634" y="177584"/>
                    <a:pt x="28557" y="178223"/>
                  </a:cubicBezTo>
                  <a:cubicBezTo>
                    <a:pt x="27480" y="178862"/>
                    <a:pt x="27480" y="178862"/>
                    <a:pt x="27480" y="178862"/>
                  </a:cubicBezTo>
                  <a:lnTo>
                    <a:pt x="25090" y="180174"/>
                  </a:lnTo>
                  <a:cubicBezTo>
                    <a:pt x="25090" y="180174"/>
                    <a:pt x="23576" y="181486"/>
                    <a:pt x="23576" y="182125"/>
                  </a:cubicBezTo>
                  <a:cubicBezTo>
                    <a:pt x="23576" y="182764"/>
                    <a:pt x="21759" y="185758"/>
                    <a:pt x="21759" y="185758"/>
                  </a:cubicBezTo>
                  <a:lnTo>
                    <a:pt x="21389" y="187945"/>
                  </a:lnTo>
                  <a:lnTo>
                    <a:pt x="21389" y="190400"/>
                  </a:lnTo>
                  <a:lnTo>
                    <a:pt x="23273" y="190972"/>
                  </a:lnTo>
                  <a:lnTo>
                    <a:pt x="26033" y="192419"/>
                  </a:lnTo>
                  <a:lnTo>
                    <a:pt x="27615" y="193428"/>
                  </a:lnTo>
                  <a:lnTo>
                    <a:pt x="28490" y="194605"/>
                  </a:lnTo>
                  <a:lnTo>
                    <a:pt x="29365" y="196926"/>
                  </a:lnTo>
                  <a:cubicBezTo>
                    <a:pt x="29365" y="196926"/>
                    <a:pt x="31081" y="198508"/>
                    <a:pt x="31250" y="198945"/>
                  </a:cubicBezTo>
                  <a:cubicBezTo>
                    <a:pt x="31384" y="199382"/>
                    <a:pt x="33841" y="201569"/>
                    <a:pt x="34413" y="201703"/>
                  </a:cubicBezTo>
                  <a:cubicBezTo>
                    <a:pt x="34985" y="201838"/>
                    <a:pt x="37139" y="205605"/>
                    <a:pt x="37139" y="205605"/>
                  </a:cubicBezTo>
                  <a:lnTo>
                    <a:pt x="40067" y="209743"/>
                  </a:lnTo>
                  <a:lnTo>
                    <a:pt x="41043" y="213107"/>
                  </a:lnTo>
                  <a:lnTo>
                    <a:pt x="42120" y="217009"/>
                  </a:lnTo>
                  <a:lnTo>
                    <a:pt x="43634" y="221450"/>
                  </a:lnTo>
                  <a:lnTo>
                    <a:pt x="45148" y="223838"/>
                  </a:lnTo>
                  <a:lnTo>
                    <a:pt x="46125" y="227539"/>
                  </a:lnTo>
                  <a:lnTo>
                    <a:pt x="46865" y="229927"/>
                  </a:lnTo>
                  <a:lnTo>
                    <a:pt x="50466" y="232954"/>
                  </a:lnTo>
                  <a:cubicBezTo>
                    <a:pt x="50466" y="232954"/>
                    <a:pt x="52957" y="235141"/>
                    <a:pt x="53832" y="235780"/>
                  </a:cubicBezTo>
                  <a:cubicBezTo>
                    <a:pt x="54707" y="236419"/>
                    <a:pt x="56322" y="237630"/>
                    <a:pt x="56658" y="237832"/>
                  </a:cubicBezTo>
                  <a:cubicBezTo>
                    <a:pt x="56995" y="238034"/>
                    <a:pt x="59923" y="240994"/>
                    <a:pt x="60024" y="241297"/>
                  </a:cubicBezTo>
                  <a:cubicBezTo>
                    <a:pt x="60125" y="241634"/>
                    <a:pt x="61000" y="243686"/>
                    <a:pt x="61101" y="244022"/>
                  </a:cubicBezTo>
                  <a:cubicBezTo>
                    <a:pt x="61202" y="244358"/>
                    <a:pt x="61539" y="245536"/>
                    <a:pt x="61438" y="245973"/>
                  </a:cubicBezTo>
                  <a:cubicBezTo>
                    <a:pt x="61337" y="246410"/>
                    <a:pt x="61438" y="247588"/>
                    <a:pt x="61438" y="248698"/>
                  </a:cubicBezTo>
                  <a:cubicBezTo>
                    <a:pt x="61438" y="249774"/>
                    <a:pt x="62077" y="251860"/>
                    <a:pt x="62077" y="251860"/>
                  </a:cubicBezTo>
                  <a:lnTo>
                    <a:pt x="62615" y="257612"/>
                  </a:lnTo>
                  <a:lnTo>
                    <a:pt x="63692" y="262187"/>
                  </a:lnTo>
                  <a:lnTo>
                    <a:pt x="62481" y="265955"/>
                  </a:lnTo>
                  <a:lnTo>
                    <a:pt x="64433" y="269891"/>
                  </a:lnTo>
                  <a:cubicBezTo>
                    <a:pt x="64433" y="269891"/>
                    <a:pt x="65846" y="269454"/>
                    <a:pt x="66721" y="269655"/>
                  </a:cubicBezTo>
                  <a:cubicBezTo>
                    <a:pt x="67596" y="269891"/>
                    <a:pt x="69447" y="269756"/>
                    <a:pt x="69447" y="269756"/>
                  </a:cubicBezTo>
                  <a:lnTo>
                    <a:pt x="74226" y="270294"/>
                  </a:lnTo>
                  <a:cubicBezTo>
                    <a:pt x="74226" y="270294"/>
                    <a:pt x="76515" y="271001"/>
                    <a:pt x="76952" y="271001"/>
                  </a:cubicBezTo>
                  <a:cubicBezTo>
                    <a:pt x="77390" y="271001"/>
                    <a:pt x="79880" y="271169"/>
                    <a:pt x="80755" y="271169"/>
                  </a:cubicBezTo>
                  <a:cubicBezTo>
                    <a:pt x="81058" y="271169"/>
                    <a:pt x="81226" y="271169"/>
                    <a:pt x="81294" y="271169"/>
                  </a:cubicBezTo>
                  <a:lnTo>
                    <a:pt x="82707" y="273221"/>
                  </a:lnTo>
                  <a:lnTo>
                    <a:pt x="82472" y="273995"/>
                  </a:lnTo>
                  <a:lnTo>
                    <a:pt x="79308" y="275071"/>
                  </a:lnTo>
                  <a:cubicBezTo>
                    <a:pt x="79308" y="275071"/>
                    <a:pt x="78332" y="277359"/>
                    <a:pt x="77558" y="277561"/>
                  </a:cubicBezTo>
                  <a:cubicBezTo>
                    <a:pt x="76784" y="277762"/>
                    <a:pt x="76246" y="278099"/>
                    <a:pt x="75371" y="278536"/>
                  </a:cubicBezTo>
                  <a:cubicBezTo>
                    <a:pt x="74496" y="278974"/>
                    <a:pt x="72981" y="279747"/>
                    <a:pt x="72981" y="279747"/>
                  </a:cubicBezTo>
                  <a:lnTo>
                    <a:pt x="65139" y="283347"/>
                  </a:lnTo>
                  <a:lnTo>
                    <a:pt x="57534" y="284423"/>
                  </a:lnTo>
                  <a:lnTo>
                    <a:pt x="55346" y="285836"/>
                  </a:lnTo>
                  <a:lnTo>
                    <a:pt x="51846" y="288561"/>
                  </a:lnTo>
                  <a:lnTo>
                    <a:pt x="42928" y="288561"/>
                  </a:lnTo>
                  <a:lnTo>
                    <a:pt x="43567" y="294010"/>
                  </a:lnTo>
                  <a:lnTo>
                    <a:pt x="44004" y="298585"/>
                  </a:lnTo>
                  <a:cubicBezTo>
                    <a:pt x="44004" y="298585"/>
                    <a:pt x="44879" y="299662"/>
                    <a:pt x="42692" y="299662"/>
                  </a:cubicBezTo>
                  <a:cubicBezTo>
                    <a:pt x="40505" y="299662"/>
                    <a:pt x="38351" y="299023"/>
                    <a:pt x="38351" y="299023"/>
                  </a:cubicBezTo>
                  <a:lnTo>
                    <a:pt x="35725" y="298585"/>
                  </a:lnTo>
                  <a:cubicBezTo>
                    <a:pt x="35725" y="298585"/>
                    <a:pt x="34413" y="299023"/>
                    <a:pt x="33774" y="299897"/>
                  </a:cubicBezTo>
                  <a:cubicBezTo>
                    <a:pt x="33134" y="300772"/>
                    <a:pt x="31586" y="305986"/>
                    <a:pt x="31586" y="305986"/>
                  </a:cubicBezTo>
                  <a:cubicBezTo>
                    <a:pt x="31586" y="305986"/>
                    <a:pt x="32259" y="310124"/>
                    <a:pt x="32899" y="310763"/>
                  </a:cubicBezTo>
                  <a:cubicBezTo>
                    <a:pt x="33538" y="311402"/>
                    <a:pt x="36163" y="313791"/>
                    <a:pt x="37038" y="314026"/>
                  </a:cubicBezTo>
                  <a:cubicBezTo>
                    <a:pt x="37913" y="314228"/>
                    <a:pt x="39865" y="314665"/>
                    <a:pt x="40505" y="314665"/>
                  </a:cubicBezTo>
                  <a:cubicBezTo>
                    <a:pt x="41144" y="314665"/>
                    <a:pt x="42894" y="314665"/>
                    <a:pt x="42894" y="314665"/>
                  </a:cubicBezTo>
                  <a:lnTo>
                    <a:pt x="44644" y="316616"/>
                  </a:lnTo>
                  <a:cubicBezTo>
                    <a:pt x="44644" y="316616"/>
                    <a:pt x="45081" y="317928"/>
                    <a:pt x="45721" y="318366"/>
                  </a:cubicBezTo>
                  <a:cubicBezTo>
                    <a:pt x="46360" y="318803"/>
                    <a:pt x="51610" y="320956"/>
                    <a:pt x="51610" y="320956"/>
                  </a:cubicBezTo>
                  <a:cubicBezTo>
                    <a:pt x="51610" y="320956"/>
                    <a:pt x="54437" y="322470"/>
                    <a:pt x="55952" y="322470"/>
                  </a:cubicBezTo>
                  <a:cubicBezTo>
                    <a:pt x="57500" y="322470"/>
                    <a:pt x="62043" y="322907"/>
                    <a:pt x="62043" y="322907"/>
                  </a:cubicBezTo>
                  <a:lnTo>
                    <a:pt x="65947" y="323445"/>
                  </a:lnTo>
                  <a:lnTo>
                    <a:pt x="70962" y="323344"/>
                  </a:lnTo>
                  <a:lnTo>
                    <a:pt x="74226" y="323344"/>
                  </a:lnTo>
                  <a:cubicBezTo>
                    <a:pt x="74226" y="323344"/>
                    <a:pt x="74664" y="323142"/>
                    <a:pt x="75303" y="323781"/>
                  </a:cubicBezTo>
                  <a:cubicBezTo>
                    <a:pt x="75942" y="324421"/>
                    <a:pt x="76178" y="325531"/>
                    <a:pt x="76178" y="325531"/>
                  </a:cubicBezTo>
                  <a:lnTo>
                    <a:pt x="78130" y="328357"/>
                  </a:lnTo>
                  <a:cubicBezTo>
                    <a:pt x="78130" y="328357"/>
                    <a:pt x="78130" y="330308"/>
                    <a:pt x="77895" y="331182"/>
                  </a:cubicBezTo>
                  <a:cubicBezTo>
                    <a:pt x="77693" y="332057"/>
                    <a:pt x="77457" y="333133"/>
                    <a:pt x="76818" y="334008"/>
                  </a:cubicBezTo>
                  <a:cubicBezTo>
                    <a:pt x="76178" y="334883"/>
                    <a:pt x="77457" y="333571"/>
                    <a:pt x="76178" y="334883"/>
                  </a:cubicBezTo>
                  <a:cubicBezTo>
                    <a:pt x="74866" y="336195"/>
                    <a:pt x="73991" y="338785"/>
                    <a:pt x="73991" y="338785"/>
                  </a:cubicBezTo>
                  <a:lnTo>
                    <a:pt x="73856" y="340299"/>
                  </a:lnTo>
                  <a:lnTo>
                    <a:pt x="75101" y="343326"/>
                  </a:lnTo>
                  <a:lnTo>
                    <a:pt x="75101" y="346791"/>
                  </a:lnTo>
                  <a:lnTo>
                    <a:pt x="76246" y="348103"/>
                  </a:lnTo>
                  <a:lnTo>
                    <a:pt x="77390" y="350727"/>
                  </a:lnTo>
                  <a:lnTo>
                    <a:pt x="81159" y="352308"/>
                  </a:lnTo>
                  <a:lnTo>
                    <a:pt x="82472" y="352443"/>
                  </a:lnTo>
                  <a:cubicBezTo>
                    <a:pt x="82472" y="352443"/>
                    <a:pt x="83481" y="353754"/>
                    <a:pt x="83784" y="354326"/>
                  </a:cubicBezTo>
                  <a:cubicBezTo>
                    <a:pt x="84087" y="354898"/>
                    <a:pt x="85803" y="356647"/>
                    <a:pt x="85803" y="356647"/>
                  </a:cubicBezTo>
                  <a:lnTo>
                    <a:pt x="86106" y="358834"/>
                  </a:lnTo>
                  <a:lnTo>
                    <a:pt x="86981" y="362030"/>
                  </a:lnTo>
                  <a:lnTo>
                    <a:pt x="86409" y="366369"/>
                  </a:lnTo>
                  <a:lnTo>
                    <a:pt x="86275" y="367984"/>
                  </a:lnTo>
                  <a:lnTo>
                    <a:pt x="85265" y="370574"/>
                  </a:lnTo>
                  <a:lnTo>
                    <a:pt x="83515" y="376091"/>
                  </a:lnTo>
                  <a:lnTo>
                    <a:pt x="82068" y="376966"/>
                  </a:lnTo>
                  <a:lnTo>
                    <a:pt x="79611" y="377975"/>
                  </a:lnTo>
                  <a:cubicBezTo>
                    <a:pt x="79611" y="377975"/>
                    <a:pt x="79174" y="379993"/>
                    <a:pt x="79174" y="380733"/>
                  </a:cubicBezTo>
                  <a:cubicBezTo>
                    <a:pt x="79174" y="381440"/>
                    <a:pt x="80486" y="383357"/>
                    <a:pt x="80486" y="383357"/>
                  </a:cubicBezTo>
                  <a:cubicBezTo>
                    <a:pt x="80486" y="383357"/>
                    <a:pt x="81226" y="384938"/>
                    <a:pt x="81058" y="385376"/>
                  </a:cubicBezTo>
                  <a:cubicBezTo>
                    <a:pt x="80923" y="385813"/>
                    <a:pt x="80755" y="387125"/>
                    <a:pt x="80351" y="387260"/>
                  </a:cubicBezTo>
                  <a:cubicBezTo>
                    <a:pt x="79914" y="387394"/>
                    <a:pt x="78904" y="388571"/>
                    <a:pt x="78332" y="388571"/>
                  </a:cubicBezTo>
                  <a:cubicBezTo>
                    <a:pt x="77760" y="388571"/>
                    <a:pt x="77760" y="388437"/>
                    <a:pt x="77625" y="389143"/>
                  </a:cubicBezTo>
                  <a:cubicBezTo>
                    <a:pt x="77457" y="389850"/>
                    <a:pt x="78635" y="392339"/>
                    <a:pt x="79207" y="393214"/>
                  </a:cubicBezTo>
                  <a:cubicBezTo>
                    <a:pt x="79779" y="394088"/>
                    <a:pt x="80890" y="396544"/>
                    <a:pt x="80890" y="397116"/>
                  </a:cubicBezTo>
                  <a:cubicBezTo>
                    <a:pt x="80890" y="397688"/>
                    <a:pt x="83851" y="400581"/>
                    <a:pt x="83851" y="400581"/>
                  </a:cubicBezTo>
                  <a:lnTo>
                    <a:pt x="83851" y="402397"/>
                  </a:lnTo>
                  <a:cubicBezTo>
                    <a:pt x="83818" y="402296"/>
                    <a:pt x="83515" y="402196"/>
                    <a:pt x="82102" y="402498"/>
                  </a:cubicBezTo>
                  <a:cubicBezTo>
                    <a:pt x="80082" y="402936"/>
                    <a:pt x="78467" y="404248"/>
                    <a:pt x="77625" y="404651"/>
                  </a:cubicBezTo>
                  <a:cubicBezTo>
                    <a:pt x="76750" y="405089"/>
                    <a:pt x="76885" y="404954"/>
                    <a:pt x="75168" y="405660"/>
                  </a:cubicBezTo>
                  <a:cubicBezTo>
                    <a:pt x="73418" y="406401"/>
                    <a:pt x="72847" y="406804"/>
                    <a:pt x="71264" y="407847"/>
                  </a:cubicBezTo>
                  <a:cubicBezTo>
                    <a:pt x="69683" y="408856"/>
                    <a:pt x="68808" y="410605"/>
                    <a:pt x="68236" y="411043"/>
                  </a:cubicBezTo>
                  <a:cubicBezTo>
                    <a:pt x="67664" y="411480"/>
                    <a:pt x="65644" y="413061"/>
                    <a:pt x="65644" y="413061"/>
                  </a:cubicBezTo>
                  <a:cubicBezTo>
                    <a:pt x="65644" y="413061"/>
                    <a:pt x="62750" y="412927"/>
                    <a:pt x="62009" y="414070"/>
                  </a:cubicBezTo>
                  <a:cubicBezTo>
                    <a:pt x="61269" y="415248"/>
                    <a:pt x="60260" y="417098"/>
                    <a:pt x="59250" y="417098"/>
                  </a:cubicBezTo>
                  <a:cubicBezTo>
                    <a:pt x="58240" y="417098"/>
                    <a:pt x="58947" y="419284"/>
                    <a:pt x="56793" y="417098"/>
                  </a:cubicBezTo>
                  <a:cubicBezTo>
                    <a:pt x="54639" y="414911"/>
                    <a:pt x="52721" y="411749"/>
                    <a:pt x="50702" y="410874"/>
                  </a:cubicBezTo>
                  <a:cubicBezTo>
                    <a:pt x="48682" y="410000"/>
                    <a:pt x="48514" y="407981"/>
                    <a:pt x="47067" y="407679"/>
                  </a:cubicBezTo>
                  <a:cubicBezTo>
                    <a:pt x="45620" y="407376"/>
                    <a:pt x="42995" y="407242"/>
                    <a:pt x="42995" y="407242"/>
                  </a:cubicBezTo>
                  <a:lnTo>
                    <a:pt x="38956" y="409697"/>
                  </a:lnTo>
                  <a:lnTo>
                    <a:pt x="33740" y="413162"/>
                  </a:lnTo>
                  <a:lnTo>
                    <a:pt x="32999" y="415483"/>
                  </a:lnTo>
                  <a:lnTo>
                    <a:pt x="31148" y="416526"/>
                  </a:lnTo>
                  <a:lnTo>
                    <a:pt x="30408" y="416930"/>
                  </a:lnTo>
                  <a:lnTo>
                    <a:pt x="26638" y="418040"/>
                  </a:lnTo>
                  <a:lnTo>
                    <a:pt x="25461" y="420697"/>
                  </a:lnTo>
                  <a:lnTo>
                    <a:pt x="21691" y="424465"/>
                  </a:lnTo>
                  <a:lnTo>
                    <a:pt x="19235" y="426921"/>
                  </a:lnTo>
                  <a:lnTo>
                    <a:pt x="19975" y="430116"/>
                  </a:lnTo>
                  <a:lnTo>
                    <a:pt x="22163" y="433447"/>
                  </a:lnTo>
                  <a:lnTo>
                    <a:pt x="24485" y="436340"/>
                  </a:lnTo>
                  <a:lnTo>
                    <a:pt x="27244" y="438964"/>
                  </a:lnTo>
                  <a:lnTo>
                    <a:pt x="30004" y="442731"/>
                  </a:lnTo>
                  <a:lnTo>
                    <a:pt x="30307" y="445052"/>
                  </a:lnTo>
                  <a:cubicBezTo>
                    <a:pt x="30307" y="445052"/>
                    <a:pt x="29567" y="447643"/>
                    <a:pt x="29432" y="448248"/>
                  </a:cubicBezTo>
                  <a:cubicBezTo>
                    <a:pt x="29297" y="448820"/>
                    <a:pt x="28288" y="453462"/>
                    <a:pt x="28288" y="453462"/>
                  </a:cubicBezTo>
                  <a:lnTo>
                    <a:pt x="24215" y="456355"/>
                  </a:lnTo>
                  <a:lnTo>
                    <a:pt x="18562" y="459551"/>
                  </a:lnTo>
                  <a:lnTo>
                    <a:pt x="17552" y="462444"/>
                  </a:lnTo>
                  <a:cubicBezTo>
                    <a:pt x="17552" y="462444"/>
                    <a:pt x="16980" y="464025"/>
                    <a:pt x="16812" y="464463"/>
                  </a:cubicBezTo>
                  <a:cubicBezTo>
                    <a:pt x="16677" y="464900"/>
                    <a:pt x="12335" y="465606"/>
                    <a:pt x="12335" y="465606"/>
                  </a:cubicBezTo>
                  <a:cubicBezTo>
                    <a:pt x="12335" y="465606"/>
                    <a:pt x="9879" y="466313"/>
                    <a:pt x="9441" y="466615"/>
                  </a:cubicBezTo>
                  <a:cubicBezTo>
                    <a:pt x="9003" y="466918"/>
                    <a:pt x="4797" y="469340"/>
                    <a:pt x="4797" y="469340"/>
                  </a:cubicBezTo>
                  <a:lnTo>
                    <a:pt x="2980" y="472233"/>
                  </a:lnTo>
                  <a:lnTo>
                    <a:pt x="2172" y="476304"/>
                  </a:lnTo>
                  <a:lnTo>
                    <a:pt x="2172" y="480643"/>
                  </a:lnTo>
                  <a:cubicBezTo>
                    <a:pt x="2172" y="480643"/>
                    <a:pt x="2912" y="486160"/>
                    <a:pt x="2912" y="486732"/>
                  </a:cubicBezTo>
                  <a:cubicBezTo>
                    <a:pt x="2912" y="487304"/>
                    <a:pt x="3787" y="490769"/>
                    <a:pt x="3787" y="490769"/>
                  </a:cubicBezTo>
                  <a:cubicBezTo>
                    <a:pt x="3787" y="490769"/>
                    <a:pt x="4056" y="492955"/>
                    <a:pt x="4056" y="493527"/>
                  </a:cubicBezTo>
                  <a:cubicBezTo>
                    <a:pt x="4056" y="494099"/>
                    <a:pt x="4359" y="495276"/>
                    <a:pt x="3047" y="496555"/>
                  </a:cubicBezTo>
                  <a:cubicBezTo>
                    <a:pt x="1734" y="497867"/>
                    <a:pt x="287" y="499751"/>
                    <a:pt x="18" y="500322"/>
                  </a:cubicBezTo>
                  <a:cubicBezTo>
                    <a:pt x="-285" y="500894"/>
                    <a:pt x="3350" y="505234"/>
                    <a:pt x="3350" y="505234"/>
                  </a:cubicBezTo>
                  <a:lnTo>
                    <a:pt x="4662" y="508261"/>
                  </a:lnTo>
                  <a:cubicBezTo>
                    <a:pt x="4662" y="508261"/>
                    <a:pt x="7557" y="510145"/>
                    <a:pt x="7994" y="510448"/>
                  </a:cubicBezTo>
                  <a:cubicBezTo>
                    <a:pt x="8432" y="510751"/>
                    <a:pt x="11191" y="512769"/>
                    <a:pt x="11191" y="512769"/>
                  </a:cubicBezTo>
                  <a:cubicBezTo>
                    <a:pt x="11191" y="512769"/>
                    <a:pt x="14220" y="513913"/>
                    <a:pt x="14826" y="513778"/>
                  </a:cubicBezTo>
                  <a:cubicBezTo>
                    <a:pt x="15398" y="513644"/>
                    <a:pt x="18158" y="512769"/>
                    <a:pt x="18158" y="512769"/>
                  </a:cubicBezTo>
                  <a:lnTo>
                    <a:pt x="18730" y="512769"/>
                  </a:lnTo>
                  <a:cubicBezTo>
                    <a:pt x="18730" y="512769"/>
                    <a:pt x="21186" y="512836"/>
                    <a:pt x="21624" y="512971"/>
                  </a:cubicBezTo>
                  <a:cubicBezTo>
                    <a:pt x="22061" y="513105"/>
                    <a:pt x="25696" y="517983"/>
                    <a:pt x="25696" y="517983"/>
                  </a:cubicBezTo>
                  <a:lnTo>
                    <a:pt x="29163" y="517983"/>
                  </a:lnTo>
                  <a:lnTo>
                    <a:pt x="31653" y="517445"/>
                  </a:lnTo>
                  <a:lnTo>
                    <a:pt x="33504" y="517983"/>
                  </a:lnTo>
                  <a:lnTo>
                    <a:pt x="33504" y="520607"/>
                  </a:lnTo>
                  <a:lnTo>
                    <a:pt x="33067" y="523870"/>
                  </a:lnTo>
                  <a:lnTo>
                    <a:pt x="32427" y="525485"/>
                  </a:lnTo>
                  <a:cubicBezTo>
                    <a:pt x="32427" y="525485"/>
                    <a:pt x="31889" y="527537"/>
                    <a:pt x="31889" y="528109"/>
                  </a:cubicBezTo>
                  <a:cubicBezTo>
                    <a:pt x="31889" y="528647"/>
                    <a:pt x="31451" y="529623"/>
                    <a:pt x="31990" y="530834"/>
                  </a:cubicBezTo>
                  <a:cubicBezTo>
                    <a:pt x="32528" y="532044"/>
                    <a:pt x="33740" y="533861"/>
                    <a:pt x="34278" y="534298"/>
                  </a:cubicBezTo>
                  <a:cubicBezTo>
                    <a:pt x="34817" y="534736"/>
                    <a:pt x="36702" y="536048"/>
                    <a:pt x="36836" y="536350"/>
                  </a:cubicBezTo>
                  <a:cubicBezTo>
                    <a:pt x="36937" y="536687"/>
                    <a:pt x="37004" y="539075"/>
                    <a:pt x="37004" y="539513"/>
                  </a:cubicBezTo>
                  <a:cubicBezTo>
                    <a:pt x="37004" y="539950"/>
                    <a:pt x="37004" y="543213"/>
                    <a:pt x="37004" y="543213"/>
                  </a:cubicBezTo>
                  <a:lnTo>
                    <a:pt x="38418" y="545601"/>
                  </a:lnTo>
                  <a:lnTo>
                    <a:pt x="40605" y="548091"/>
                  </a:lnTo>
                  <a:cubicBezTo>
                    <a:pt x="40605" y="548091"/>
                    <a:pt x="42120" y="549941"/>
                    <a:pt x="42456" y="550143"/>
                  </a:cubicBezTo>
                  <a:cubicBezTo>
                    <a:pt x="42793" y="550344"/>
                    <a:pt x="43870" y="551656"/>
                    <a:pt x="43870" y="551656"/>
                  </a:cubicBezTo>
                  <a:lnTo>
                    <a:pt x="46057" y="553944"/>
                  </a:lnTo>
                  <a:lnTo>
                    <a:pt x="48346" y="557207"/>
                  </a:lnTo>
                  <a:cubicBezTo>
                    <a:pt x="48346" y="557207"/>
                    <a:pt x="48447" y="558956"/>
                    <a:pt x="48682" y="559495"/>
                  </a:cubicBezTo>
                  <a:cubicBezTo>
                    <a:pt x="48884" y="560033"/>
                    <a:pt x="49658" y="560806"/>
                    <a:pt x="49658" y="560806"/>
                  </a:cubicBezTo>
                  <a:lnTo>
                    <a:pt x="49355" y="563060"/>
                  </a:lnTo>
                  <a:lnTo>
                    <a:pt x="49490" y="565314"/>
                  </a:lnTo>
                  <a:lnTo>
                    <a:pt x="52384" y="566693"/>
                  </a:lnTo>
                  <a:lnTo>
                    <a:pt x="53529" y="566693"/>
                  </a:lnTo>
                  <a:lnTo>
                    <a:pt x="56423" y="568443"/>
                  </a:lnTo>
                  <a:cubicBezTo>
                    <a:pt x="56423" y="568443"/>
                    <a:pt x="58745" y="570192"/>
                    <a:pt x="59183" y="570461"/>
                  </a:cubicBezTo>
                  <a:cubicBezTo>
                    <a:pt x="59620" y="570764"/>
                    <a:pt x="61505" y="573219"/>
                    <a:pt x="61505" y="573219"/>
                  </a:cubicBezTo>
                  <a:cubicBezTo>
                    <a:pt x="61505" y="573219"/>
                    <a:pt x="61639" y="574801"/>
                    <a:pt x="61505" y="575238"/>
                  </a:cubicBezTo>
                  <a:cubicBezTo>
                    <a:pt x="61370" y="575675"/>
                    <a:pt x="60933" y="577424"/>
                    <a:pt x="60933" y="578131"/>
                  </a:cubicBezTo>
                  <a:cubicBezTo>
                    <a:pt x="60933" y="578871"/>
                    <a:pt x="60664" y="579443"/>
                    <a:pt x="60360" y="581327"/>
                  </a:cubicBezTo>
                  <a:cubicBezTo>
                    <a:pt x="60058" y="583210"/>
                    <a:pt x="59351" y="586541"/>
                    <a:pt x="59048" y="587113"/>
                  </a:cubicBezTo>
                  <a:cubicBezTo>
                    <a:pt x="58745" y="587684"/>
                    <a:pt x="56726" y="590746"/>
                    <a:pt x="56726" y="590746"/>
                  </a:cubicBezTo>
                  <a:lnTo>
                    <a:pt x="55144" y="595253"/>
                  </a:lnTo>
                  <a:cubicBezTo>
                    <a:pt x="55144" y="595253"/>
                    <a:pt x="54437" y="597709"/>
                    <a:pt x="53832" y="598146"/>
                  </a:cubicBezTo>
                  <a:cubicBezTo>
                    <a:pt x="53259" y="598584"/>
                    <a:pt x="52822" y="598853"/>
                    <a:pt x="51644" y="599593"/>
                  </a:cubicBezTo>
                  <a:cubicBezTo>
                    <a:pt x="50500" y="600299"/>
                    <a:pt x="49760" y="602049"/>
                    <a:pt x="49187" y="602183"/>
                  </a:cubicBezTo>
                  <a:cubicBezTo>
                    <a:pt x="48615" y="602318"/>
                    <a:pt x="47168" y="603764"/>
                    <a:pt x="46158" y="604504"/>
                  </a:cubicBezTo>
                  <a:cubicBezTo>
                    <a:pt x="45148" y="605211"/>
                    <a:pt x="44408" y="606657"/>
                    <a:pt x="44139" y="607532"/>
                  </a:cubicBezTo>
                  <a:cubicBezTo>
                    <a:pt x="43870" y="608407"/>
                    <a:pt x="44442" y="610559"/>
                    <a:pt x="44442" y="610559"/>
                  </a:cubicBezTo>
                  <a:lnTo>
                    <a:pt x="48514" y="614462"/>
                  </a:lnTo>
                  <a:cubicBezTo>
                    <a:pt x="48514" y="614462"/>
                    <a:pt x="47505" y="616345"/>
                    <a:pt x="46932" y="616648"/>
                  </a:cubicBezTo>
                  <a:cubicBezTo>
                    <a:pt x="46360" y="616951"/>
                    <a:pt x="44173" y="618397"/>
                    <a:pt x="43029" y="618532"/>
                  </a:cubicBezTo>
                  <a:cubicBezTo>
                    <a:pt x="41850" y="618667"/>
                    <a:pt x="38822" y="622602"/>
                    <a:pt x="38822" y="622602"/>
                  </a:cubicBezTo>
                  <a:lnTo>
                    <a:pt x="36870" y="628187"/>
                  </a:lnTo>
                  <a:lnTo>
                    <a:pt x="34043" y="633401"/>
                  </a:lnTo>
                  <a:lnTo>
                    <a:pt x="30341" y="637303"/>
                  </a:lnTo>
                  <a:lnTo>
                    <a:pt x="28826" y="641003"/>
                  </a:lnTo>
                  <a:lnTo>
                    <a:pt x="28624" y="646419"/>
                  </a:lnTo>
                  <a:lnTo>
                    <a:pt x="29264" y="652071"/>
                  </a:lnTo>
                  <a:lnTo>
                    <a:pt x="31653" y="653585"/>
                  </a:lnTo>
                  <a:lnTo>
                    <a:pt x="29701" y="659673"/>
                  </a:lnTo>
                  <a:lnTo>
                    <a:pt x="30576" y="664248"/>
                  </a:lnTo>
                  <a:lnTo>
                    <a:pt x="30341" y="667074"/>
                  </a:lnTo>
                  <a:cubicBezTo>
                    <a:pt x="30341" y="667074"/>
                    <a:pt x="29903" y="666872"/>
                    <a:pt x="28591" y="667074"/>
                  </a:cubicBezTo>
                  <a:cubicBezTo>
                    <a:pt x="27278" y="667310"/>
                    <a:pt x="26841" y="666872"/>
                    <a:pt x="25966" y="667074"/>
                  </a:cubicBezTo>
                  <a:cubicBezTo>
                    <a:pt x="25090" y="667310"/>
                    <a:pt x="22061" y="668386"/>
                    <a:pt x="22061" y="668386"/>
                  </a:cubicBezTo>
                  <a:lnTo>
                    <a:pt x="17720" y="669462"/>
                  </a:lnTo>
                  <a:lnTo>
                    <a:pt x="18360" y="672053"/>
                  </a:lnTo>
                  <a:lnTo>
                    <a:pt x="19437" y="674004"/>
                  </a:lnTo>
                  <a:lnTo>
                    <a:pt x="16609" y="677906"/>
                  </a:lnTo>
                  <a:lnTo>
                    <a:pt x="11831" y="677906"/>
                  </a:lnTo>
                  <a:lnTo>
                    <a:pt x="8566" y="680294"/>
                  </a:lnTo>
                  <a:lnTo>
                    <a:pt x="4427" y="682044"/>
                  </a:lnTo>
                  <a:lnTo>
                    <a:pt x="3787" y="685508"/>
                  </a:lnTo>
                  <a:lnTo>
                    <a:pt x="9643" y="688973"/>
                  </a:lnTo>
                  <a:cubicBezTo>
                    <a:pt x="9643" y="688973"/>
                    <a:pt x="13345" y="689613"/>
                    <a:pt x="9879" y="690050"/>
                  </a:cubicBezTo>
                  <a:cubicBezTo>
                    <a:pt x="6412" y="690487"/>
                    <a:pt x="4225" y="692001"/>
                    <a:pt x="4225" y="692001"/>
                  </a:cubicBezTo>
                  <a:cubicBezTo>
                    <a:pt x="4225" y="692001"/>
                    <a:pt x="3585" y="694188"/>
                    <a:pt x="4864" y="695264"/>
                  </a:cubicBezTo>
                  <a:cubicBezTo>
                    <a:pt x="6177" y="696341"/>
                    <a:pt x="7893" y="698292"/>
                    <a:pt x="8768" y="698964"/>
                  </a:cubicBezTo>
                  <a:cubicBezTo>
                    <a:pt x="9643" y="699603"/>
                    <a:pt x="12470" y="703304"/>
                    <a:pt x="12470" y="703304"/>
                  </a:cubicBezTo>
                  <a:lnTo>
                    <a:pt x="14422" y="705490"/>
                  </a:lnTo>
                  <a:cubicBezTo>
                    <a:pt x="14422" y="705490"/>
                    <a:pt x="14658" y="708518"/>
                    <a:pt x="14422" y="709393"/>
                  </a:cubicBezTo>
                  <a:cubicBezTo>
                    <a:pt x="14220" y="710267"/>
                    <a:pt x="14422" y="713530"/>
                    <a:pt x="14422" y="713530"/>
                  </a:cubicBezTo>
                  <a:lnTo>
                    <a:pt x="19201" y="717668"/>
                  </a:lnTo>
                  <a:cubicBezTo>
                    <a:pt x="19201" y="717668"/>
                    <a:pt x="25057" y="722680"/>
                    <a:pt x="26369" y="723319"/>
                  </a:cubicBezTo>
                  <a:cubicBezTo>
                    <a:pt x="27682" y="723959"/>
                    <a:pt x="30946" y="724833"/>
                    <a:pt x="30946" y="724833"/>
                  </a:cubicBezTo>
                  <a:lnTo>
                    <a:pt x="31250" y="729913"/>
                  </a:lnTo>
                  <a:cubicBezTo>
                    <a:pt x="31687" y="729610"/>
                    <a:pt x="34144" y="728332"/>
                    <a:pt x="34581" y="728164"/>
                  </a:cubicBezTo>
                  <a:cubicBezTo>
                    <a:pt x="35019" y="728029"/>
                    <a:pt x="36600" y="727289"/>
                    <a:pt x="36600" y="727289"/>
                  </a:cubicBezTo>
                  <a:cubicBezTo>
                    <a:pt x="36600" y="727289"/>
                    <a:pt x="38620" y="726717"/>
                    <a:pt x="39226" y="726717"/>
                  </a:cubicBezTo>
                  <a:cubicBezTo>
                    <a:pt x="39797" y="726717"/>
                    <a:pt x="41110" y="725977"/>
                    <a:pt x="41379" y="726717"/>
                  </a:cubicBezTo>
                  <a:cubicBezTo>
                    <a:pt x="41682" y="727424"/>
                    <a:pt x="42995" y="728164"/>
                    <a:pt x="42995" y="728164"/>
                  </a:cubicBezTo>
                  <a:lnTo>
                    <a:pt x="46899" y="728736"/>
                  </a:lnTo>
                  <a:lnTo>
                    <a:pt x="50534" y="729610"/>
                  </a:lnTo>
                  <a:cubicBezTo>
                    <a:pt x="50534" y="729610"/>
                    <a:pt x="53731" y="728736"/>
                    <a:pt x="54303" y="728164"/>
                  </a:cubicBezTo>
                  <a:cubicBezTo>
                    <a:pt x="54875" y="727592"/>
                    <a:pt x="56187" y="726784"/>
                    <a:pt x="56760" y="726246"/>
                  </a:cubicBezTo>
                  <a:cubicBezTo>
                    <a:pt x="57332" y="725708"/>
                    <a:pt x="58341" y="724833"/>
                    <a:pt x="58913" y="724833"/>
                  </a:cubicBezTo>
                  <a:cubicBezTo>
                    <a:pt x="59485" y="724833"/>
                    <a:pt x="60495" y="724833"/>
                    <a:pt x="60495" y="724833"/>
                  </a:cubicBezTo>
                  <a:cubicBezTo>
                    <a:pt x="60495" y="724833"/>
                    <a:pt x="62245" y="725271"/>
                    <a:pt x="62380" y="725842"/>
                  </a:cubicBezTo>
                  <a:cubicBezTo>
                    <a:pt x="62514" y="726414"/>
                    <a:pt x="63120" y="729038"/>
                    <a:pt x="63120" y="729038"/>
                  </a:cubicBezTo>
                  <a:lnTo>
                    <a:pt x="63120" y="730922"/>
                  </a:lnTo>
                  <a:cubicBezTo>
                    <a:pt x="63120" y="730922"/>
                    <a:pt x="67461" y="731931"/>
                    <a:pt x="67899" y="732066"/>
                  </a:cubicBezTo>
                  <a:cubicBezTo>
                    <a:pt x="68337" y="732200"/>
                    <a:pt x="69649" y="733209"/>
                    <a:pt x="70221" y="733209"/>
                  </a:cubicBezTo>
                  <a:cubicBezTo>
                    <a:pt x="70794" y="733209"/>
                    <a:pt x="73418" y="734219"/>
                    <a:pt x="73418" y="734219"/>
                  </a:cubicBezTo>
                  <a:cubicBezTo>
                    <a:pt x="73418" y="734219"/>
                    <a:pt x="76616" y="734791"/>
                    <a:pt x="77188" y="734791"/>
                  </a:cubicBezTo>
                  <a:cubicBezTo>
                    <a:pt x="77760" y="734791"/>
                    <a:pt x="79073" y="735228"/>
                    <a:pt x="80519" y="735228"/>
                  </a:cubicBezTo>
                  <a:cubicBezTo>
                    <a:pt x="81967" y="735228"/>
                    <a:pt x="83279" y="735800"/>
                    <a:pt x="84424" y="735968"/>
                  </a:cubicBezTo>
                  <a:cubicBezTo>
                    <a:pt x="85601" y="736103"/>
                    <a:pt x="87049" y="736405"/>
                    <a:pt x="87318" y="736843"/>
                  </a:cubicBezTo>
                  <a:cubicBezTo>
                    <a:pt x="87587" y="737280"/>
                    <a:pt x="90078" y="739029"/>
                    <a:pt x="90919" y="739298"/>
                  </a:cubicBezTo>
                  <a:cubicBezTo>
                    <a:pt x="91794" y="739601"/>
                    <a:pt x="91053" y="738861"/>
                    <a:pt x="91794" y="739601"/>
                  </a:cubicBezTo>
                  <a:cubicBezTo>
                    <a:pt x="92534" y="740308"/>
                    <a:pt x="93544" y="741922"/>
                    <a:pt x="93544" y="741922"/>
                  </a:cubicBezTo>
                  <a:lnTo>
                    <a:pt x="97885" y="743941"/>
                  </a:lnTo>
                  <a:lnTo>
                    <a:pt x="102092" y="745522"/>
                  </a:lnTo>
                  <a:lnTo>
                    <a:pt x="108049" y="747405"/>
                  </a:lnTo>
                  <a:lnTo>
                    <a:pt x="110237" y="747708"/>
                  </a:lnTo>
                  <a:lnTo>
                    <a:pt x="116900" y="747002"/>
                  </a:lnTo>
                  <a:lnTo>
                    <a:pt x="118650" y="746127"/>
                  </a:lnTo>
                  <a:cubicBezTo>
                    <a:pt x="118650" y="746127"/>
                    <a:pt x="119828" y="746127"/>
                    <a:pt x="120266" y="745992"/>
                  </a:cubicBezTo>
                  <a:cubicBezTo>
                    <a:pt x="120703" y="745858"/>
                    <a:pt x="124607" y="748314"/>
                    <a:pt x="124607" y="748314"/>
                  </a:cubicBezTo>
                  <a:lnTo>
                    <a:pt x="129252" y="748886"/>
                  </a:lnTo>
                  <a:cubicBezTo>
                    <a:pt x="129252" y="748886"/>
                    <a:pt x="133021" y="747574"/>
                    <a:pt x="133593" y="747574"/>
                  </a:cubicBezTo>
                  <a:cubicBezTo>
                    <a:pt x="134165" y="747574"/>
                    <a:pt x="137228" y="746833"/>
                    <a:pt x="137228" y="746833"/>
                  </a:cubicBezTo>
                  <a:lnTo>
                    <a:pt x="140189" y="749861"/>
                  </a:lnTo>
                  <a:lnTo>
                    <a:pt x="143151" y="752922"/>
                  </a:lnTo>
                  <a:lnTo>
                    <a:pt x="143151" y="755243"/>
                  </a:lnTo>
                  <a:lnTo>
                    <a:pt x="143151" y="758708"/>
                  </a:lnTo>
                  <a:lnTo>
                    <a:pt x="147492" y="756084"/>
                  </a:lnTo>
                  <a:lnTo>
                    <a:pt x="150084" y="750870"/>
                  </a:lnTo>
                  <a:lnTo>
                    <a:pt x="150084" y="749996"/>
                  </a:lnTo>
                  <a:cubicBezTo>
                    <a:pt x="150084" y="749996"/>
                    <a:pt x="151093" y="745522"/>
                    <a:pt x="151665" y="745084"/>
                  </a:cubicBezTo>
                  <a:cubicBezTo>
                    <a:pt x="152238" y="744647"/>
                    <a:pt x="152978" y="742898"/>
                    <a:pt x="153550" y="742898"/>
                  </a:cubicBezTo>
                  <a:cubicBezTo>
                    <a:pt x="154122" y="742898"/>
                    <a:pt x="155738" y="741451"/>
                    <a:pt x="156007" y="741014"/>
                  </a:cubicBezTo>
                  <a:cubicBezTo>
                    <a:pt x="156276" y="740577"/>
                    <a:pt x="157891" y="738121"/>
                    <a:pt x="158329" y="738121"/>
                  </a:cubicBezTo>
                  <a:cubicBezTo>
                    <a:pt x="158766" y="738121"/>
                    <a:pt x="160651" y="736674"/>
                    <a:pt x="160651" y="736674"/>
                  </a:cubicBezTo>
                  <a:cubicBezTo>
                    <a:pt x="160651" y="736674"/>
                    <a:pt x="162536" y="737414"/>
                    <a:pt x="162973" y="737549"/>
                  </a:cubicBezTo>
                  <a:cubicBezTo>
                    <a:pt x="163411" y="737684"/>
                    <a:pt x="164858" y="738289"/>
                    <a:pt x="165565" y="738424"/>
                  </a:cubicBezTo>
                  <a:cubicBezTo>
                    <a:pt x="166305" y="738558"/>
                    <a:pt x="167450" y="738726"/>
                    <a:pt x="167450" y="738726"/>
                  </a:cubicBezTo>
                  <a:lnTo>
                    <a:pt x="173541" y="742360"/>
                  </a:lnTo>
                  <a:lnTo>
                    <a:pt x="175123" y="748011"/>
                  </a:lnTo>
                  <a:lnTo>
                    <a:pt x="176132" y="750029"/>
                  </a:lnTo>
                  <a:lnTo>
                    <a:pt x="176132" y="753494"/>
                  </a:lnTo>
                  <a:lnTo>
                    <a:pt x="176132" y="756959"/>
                  </a:lnTo>
                  <a:lnTo>
                    <a:pt x="176873" y="759011"/>
                  </a:lnTo>
                  <a:lnTo>
                    <a:pt x="178084" y="759650"/>
                  </a:lnTo>
                  <a:lnTo>
                    <a:pt x="183301" y="758877"/>
                  </a:lnTo>
                  <a:cubicBezTo>
                    <a:pt x="183974" y="758675"/>
                    <a:pt x="186128" y="756253"/>
                    <a:pt x="186330" y="755614"/>
                  </a:cubicBezTo>
                  <a:cubicBezTo>
                    <a:pt x="186565" y="754974"/>
                    <a:pt x="188517" y="751913"/>
                    <a:pt x="188517" y="751913"/>
                  </a:cubicBezTo>
                  <a:lnTo>
                    <a:pt x="190705" y="745185"/>
                  </a:lnTo>
                  <a:lnTo>
                    <a:pt x="191142" y="738659"/>
                  </a:lnTo>
                  <a:lnTo>
                    <a:pt x="188315" y="732806"/>
                  </a:lnTo>
                  <a:lnTo>
                    <a:pt x="183974" y="725842"/>
                  </a:lnTo>
                  <a:lnTo>
                    <a:pt x="177445" y="719989"/>
                  </a:lnTo>
                  <a:lnTo>
                    <a:pt x="173541" y="716087"/>
                  </a:lnTo>
                  <a:lnTo>
                    <a:pt x="172026" y="707845"/>
                  </a:lnTo>
                  <a:lnTo>
                    <a:pt x="172228" y="695230"/>
                  </a:lnTo>
                  <a:lnTo>
                    <a:pt x="177882" y="687830"/>
                  </a:lnTo>
                  <a:lnTo>
                    <a:pt x="182123" y="685004"/>
                  </a:lnTo>
                  <a:lnTo>
                    <a:pt x="183099" y="681976"/>
                  </a:lnTo>
                  <a:lnTo>
                    <a:pt x="183099" y="675248"/>
                  </a:lnTo>
                  <a:cubicBezTo>
                    <a:pt x="183099" y="675248"/>
                    <a:pt x="183974" y="673398"/>
                    <a:pt x="184613" y="673196"/>
                  </a:cubicBezTo>
                  <a:cubicBezTo>
                    <a:pt x="185253" y="672995"/>
                    <a:pt x="190907" y="670909"/>
                    <a:pt x="190907" y="670909"/>
                  </a:cubicBezTo>
                  <a:lnTo>
                    <a:pt x="196123" y="670909"/>
                  </a:lnTo>
                  <a:lnTo>
                    <a:pt x="197873" y="669833"/>
                  </a:lnTo>
                  <a:lnTo>
                    <a:pt x="201138" y="666569"/>
                  </a:lnTo>
                  <a:lnTo>
                    <a:pt x="208744" y="656141"/>
                  </a:lnTo>
                  <a:cubicBezTo>
                    <a:pt x="208744" y="656141"/>
                    <a:pt x="209383" y="648976"/>
                    <a:pt x="209821" y="648101"/>
                  </a:cubicBezTo>
                  <a:cubicBezTo>
                    <a:pt x="210258" y="647227"/>
                    <a:pt x="215273" y="641138"/>
                    <a:pt x="215273" y="641138"/>
                  </a:cubicBezTo>
                  <a:lnTo>
                    <a:pt x="221128" y="634612"/>
                  </a:lnTo>
                  <a:lnTo>
                    <a:pt x="224157" y="629633"/>
                  </a:lnTo>
                  <a:lnTo>
                    <a:pt x="226547" y="622232"/>
                  </a:lnTo>
                  <a:lnTo>
                    <a:pt x="226783" y="611804"/>
                  </a:lnTo>
                  <a:lnTo>
                    <a:pt x="227220" y="606825"/>
                  </a:lnTo>
                  <a:cubicBezTo>
                    <a:pt x="227220" y="606825"/>
                    <a:pt x="227455" y="602688"/>
                    <a:pt x="229172" y="601611"/>
                  </a:cubicBezTo>
                  <a:cubicBezTo>
                    <a:pt x="230922" y="600535"/>
                    <a:pt x="234389" y="596633"/>
                    <a:pt x="234389" y="596633"/>
                  </a:cubicBezTo>
                  <a:lnTo>
                    <a:pt x="239403" y="595119"/>
                  </a:lnTo>
                  <a:lnTo>
                    <a:pt x="243744" y="593807"/>
                  </a:lnTo>
                  <a:lnTo>
                    <a:pt x="248961" y="585128"/>
                  </a:lnTo>
                  <a:lnTo>
                    <a:pt x="251350" y="581226"/>
                  </a:lnTo>
                  <a:lnTo>
                    <a:pt x="260908" y="569284"/>
                  </a:lnTo>
                  <a:lnTo>
                    <a:pt x="266562" y="568207"/>
                  </a:lnTo>
                  <a:lnTo>
                    <a:pt x="271577" y="569721"/>
                  </a:lnTo>
                  <a:cubicBezTo>
                    <a:pt x="271577" y="569721"/>
                    <a:pt x="279317" y="571672"/>
                    <a:pt x="280563" y="571235"/>
                  </a:cubicBezTo>
                  <a:cubicBezTo>
                    <a:pt x="281808" y="570797"/>
                    <a:pt x="286149" y="564271"/>
                    <a:pt x="286789" y="563632"/>
                  </a:cubicBezTo>
                  <a:cubicBezTo>
                    <a:pt x="287428" y="562993"/>
                    <a:pt x="290693" y="557779"/>
                    <a:pt x="291332" y="556904"/>
                  </a:cubicBezTo>
                  <a:cubicBezTo>
                    <a:pt x="292005" y="556030"/>
                    <a:pt x="293082" y="552565"/>
                    <a:pt x="294597" y="550614"/>
                  </a:cubicBezTo>
                  <a:cubicBezTo>
                    <a:pt x="296111" y="548662"/>
                    <a:pt x="299611" y="545500"/>
                    <a:pt x="300015" y="544626"/>
                  </a:cubicBezTo>
                  <a:cubicBezTo>
                    <a:pt x="300452" y="543751"/>
                    <a:pt x="300217" y="542338"/>
                    <a:pt x="304794" y="542338"/>
                  </a:cubicBezTo>
                  <a:cubicBezTo>
                    <a:pt x="309371" y="542338"/>
                    <a:pt x="312635" y="542338"/>
                    <a:pt x="312635" y="542338"/>
                  </a:cubicBezTo>
                  <a:cubicBezTo>
                    <a:pt x="312635" y="542338"/>
                    <a:pt x="318727" y="542540"/>
                    <a:pt x="319602" y="542338"/>
                  </a:cubicBezTo>
                  <a:cubicBezTo>
                    <a:pt x="320477" y="542103"/>
                    <a:pt x="323068" y="542977"/>
                    <a:pt x="325693" y="542540"/>
                  </a:cubicBezTo>
                  <a:cubicBezTo>
                    <a:pt x="328284" y="542103"/>
                    <a:pt x="335924" y="538840"/>
                    <a:pt x="335924" y="538840"/>
                  </a:cubicBezTo>
                  <a:lnTo>
                    <a:pt x="340501" y="538840"/>
                  </a:lnTo>
                  <a:lnTo>
                    <a:pt x="347872" y="537528"/>
                  </a:lnTo>
                  <a:lnTo>
                    <a:pt x="355040" y="534265"/>
                  </a:lnTo>
                  <a:lnTo>
                    <a:pt x="360896" y="530127"/>
                  </a:lnTo>
                  <a:lnTo>
                    <a:pt x="361973" y="525552"/>
                  </a:lnTo>
                  <a:lnTo>
                    <a:pt x="363723" y="519901"/>
                  </a:lnTo>
                  <a:lnTo>
                    <a:pt x="365675" y="516873"/>
                  </a:lnTo>
                  <a:lnTo>
                    <a:pt x="365675" y="508396"/>
                  </a:lnTo>
                  <a:lnTo>
                    <a:pt x="370690" y="506882"/>
                  </a:lnTo>
                  <a:cubicBezTo>
                    <a:pt x="370690" y="506882"/>
                    <a:pt x="376108" y="505806"/>
                    <a:pt x="376983" y="505806"/>
                  </a:cubicBezTo>
                  <a:cubicBezTo>
                    <a:pt x="377858" y="505806"/>
                    <a:pt x="380483" y="505806"/>
                    <a:pt x="380483" y="505806"/>
                  </a:cubicBezTo>
                  <a:lnTo>
                    <a:pt x="383074" y="503417"/>
                  </a:lnTo>
                  <a:lnTo>
                    <a:pt x="384690" y="500793"/>
                  </a:lnTo>
                  <a:lnTo>
                    <a:pt x="386541" y="496656"/>
                  </a:lnTo>
                  <a:lnTo>
                    <a:pt x="386541" y="494469"/>
                  </a:lnTo>
                  <a:lnTo>
                    <a:pt x="387618" y="493594"/>
                  </a:lnTo>
                  <a:lnTo>
                    <a:pt x="383041" y="485790"/>
                  </a:lnTo>
                  <a:lnTo>
                    <a:pt x="378464" y="481451"/>
                  </a:lnTo>
                  <a:lnTo>
                    <a:pt x="373887" y="473209"/>
                  </a:lnTo>
                  <a:lnTo>
                    <a:pt x="367795" y="464092"/>
                  </a:lnTo>
                  <a:lnTo>
                    <a:pt x="364430" y="459517"/>
                  </a:lnTo>
                  <a:cubicBezTo>
                    <a:pt x="364430" y="459517"/>
                    <a:pt x="360391" y="457331"/>
                    <a:pt x="360391" y="456490"/>
                  </a:cubicBezTo>
                  <a:cubicBezTo>
                    <a:pt x="360391" y="455851"/>
                    <a:pt x="360391" y="452319"/>
                    <a:pt x="360391" y="450468"/>
                  </a:cubicBezTo>
                  <a:lnTo>
                    <a:pt x="357901" y="452352"/>
                  </a:lnTo>
                  <a:cubicBezTo>
                    <a:pt x="357901" y="452352"/>
                    <a:pt x="356588" y="452689"/>
                    <a:pt x="356151" y="452689"/>
                  </a:cubicBezTo>
                  <a:cubicBezTo>
                    <a:pt x="355713" y="452689"/>
                    <a:pt x="352449" y="454202"/>
                    <a:pt x="352011" y="454337"/>
                  </a:cubicBezTo>
                  <a:cubicBezTo>
                    <a:pt x="351574" y="454438"/>
                    <a:pt x="349521" y="455851"/>
                    <a:pt x="348848" y="456086"/>
                  </a:cubicBezTo>
                  <a:cubicBezTo>
                    <a:pt x="348174" y="456288"/>
                    <a:pt x="347198" y="456725"/>
                    <a:pt x="347198" y="456725"/>
                  </a:cubicBezTo>
                  <a:cubicBezTo>
                    <a:pt x="347198" y="456725"/>
                    <a:pt x="343496" y="454673"/>
                    <a:pt x="343194" y="454774"/>
                  </a:cubicBezTo>
                  <a:cubicBezTo>
                    <a:pt x="342857" y="454875"/>
                    <a:pt x="342319" y="454976"/>
                    <a:pt x="341982" y="455312"/>
                  </a:cubicBezTo>
                  <a:cubicBezTo>
                    <a:pt x="341646" y="455649"/>
                    <a:pt x="340400" y="457398"/>
                    <a:pt x="340400" y="457398"/>
                  </a:cubicBezTo>
                  <a:lnTo>
                    <a:pt x="338078" y="458205"/>
                  </a:lnTo>
                  <a:cubicBezTo>
                    <a:pt x="338078" y="458205"/>
                    <a:pt x="336126" y="458037"/>
                    <a:pt x="335689" y="458172"/>
                  </a:cubicBezTo>
                  <a:cubicBezTo>
                    <a:pt x="335251" y="458273"/>
                    <a:pt x="333501" y="458037"/>
                    <a:pt x="332121" y="458172"/>
                  </a:cubicBezTo>
                  <a:cubicBezTo>
                    <a:pt x="330708" y="458273"/>
                    <a:pt x="330371" y="457533"/>
                    <a:pt x="330035" y="457533"/>
                  </a:cubicBezTo>
                  <a:cubicBezTo>
                    <a:pt x="329698" y="457533"/>
                    <a:pt x="329934" y="456759"/>
                    <a:pt x="329934" y="456759"/>
                  </a:cubicBezTo>
                  <a:cubicBezTo>
                    <a:pt x="329934" y="456759"/>
                    <a:pt x="331246" y="455682"/>
                    <a:pt x="331684" y="455851"/>
                  </a:cubicBezTo>
                  <a:cubicBezTo>
                    <a:pt x="332121" y="456019"/>
                    <a:pt x="333299" y="454471"/>
                    <a:pt x="333535" y="454135"/>
                  </a:cubicBezTo>
                  <a:cubicBezTo>
                    <a:pt x="333737" y="453799"/>
                    <a:pt x="333198" y="452083"/>
                    <a:pt x="333198" y="452083"/>
                  </a:cubicBezTo>
                  <a:lnTo>
                    <a:pt x="331145" y="450569"/>
                  </a:lnTo>
                  <a:cubicBezTo>
                    <a:pt x="331145" y="450569"/>
                    <a:pt x="329294" y="450771"/>
                    <a:pt x="328857" y="450771"/>
                  </a:cubicBezTo>
                  <a:cubicBezTo>
                    <a:pt x="328419" y="450771"/>
                    <a:pt x="327645" y="452520"/>
                    <a:pt x="327645" y="452520"/>
                  </a:cubicBezTo>
                  <a:lnTo>
                    <a:pt x="327006" y="453597"/>
                  </a:lnTo>
                  <a:lnTo>
                    <a:pt x="322765" y="454909"/>
                  </a:lnTo>
                  <a:lnTo>
                    <a:pt x="321284" y="455851"/>
                  </a:lnTo>
                  <a:cubicBezTo>
                    <a:pt x="321284" y="455851"/>
                    <a:pt x="320174" y="455312"/>
                    <a:pt x="318121" y="454505"/>
                  </a:cubicBezTo>
                  <a:cubicBezTo>
                    <a:pt x="316102" y="453698"/>
                    <a:pt x="317616" y="454202"/>
                    <a:pt x="317010" y="454000"/>
                  </a:cubicBezTo>
                  <a:cubicBezTo>
                    <a:pt x="316405" y="453799"/>
                    <a:pt x="316169" y="453126"/>
                    <a:pt x="316169" y="452991"/>
                  </a:cubicBezTo>
                  <a:cubicBezTo>
                    <a:pt x="316169" y="452857"/>
                    <a:pt x="316909" y="451108"/>
                    <a:pt x="316909" y="451108"/>
                  </a:cubicBezTo>
                  <a:lnTo>
                    <a:pt x="316909" y="451040"/>
                  </a:lnTo>
                  <a:lnTo>
                    <a:pt x="316909" y="449358"/>
                  </a:lnTo>
                  <a:lnTo>
                    <a:pt x="316909" y="447542"/>
                  </a:lnTo>
                  <a:lnTo>
                    <a:pt x="316472" y="446129"/>
                  </a:lnTo>
                  <a:cubicBezTo>
                    <a:pt x="316472" y="446129"/>
                    <a:pt x="314486" y="444312"/>
                    <a:pt x="314183" y="444245"/>
                  </a:cubicBezTo>
                  <a:cubicBezTo>
                    <a:pt x="313881" y="444178"/>
                    <a:pt x="313679" y="444279"/>
                    <a:pt x="313443" y="444346"/>
                  </a:cubicBezTo>
                  <a:cubicBezTo>
                    <a:pt x="313241" y="444413"/>
                    <a:pt x="312131" y="444985"/>
                    <a:pt x="312131" y="444985"/>
                  </a:cubicBezTo>
                  <a:lnTo>
                    <a:pt x="310414" y="445961"/>
                  </a:lnTo>
                  <a:cubicBezTo>
                    <a:pt x="310414" y="445961"/>
                    <a:pt x="309270" y="446600"/>
                    <a:pt x="307318" y="446734"/>
                  </a:cubicBezTo>
                  <a:cubicBezTo>
                    <a:pt x="305366" y="446835"/>
                    <a:pt x="302102" y="446734"/>
                    <a:pt x="302102" y="446734"/>
                  </a:cubicBezTo>
                  <a:cubicBezTo>
                    <a:pt x="302102" y="446734"/>
                    <a:pt x="299914" y="446734"/>
                    <a:pt x="298837" y="446734"/>
                  </a:cubicBezTo>
                  <a:cubicBezTo>
                    <a:pt x="297760" y="446734"/>
                    <a:pt x="296313" y="445523"/>
                    <a:pt x="296010" y="445221"/>
                  </a:cubicBezTo>
                  <a:cubicBezTo>
                    <a:pt x="295673" y="444884"/>
                    <a:pt x="290995" y="440881"/>
                    <a:pt x="290019" y="440343"/>
                  </a:cubicBezTo>
                  <a:cubicBezTo>
                    <a:pt x="289044" y="439805"/>
                    <a:pt x="287731" y="438728"/>
                    <a:pt x="287293" y="438392"/>
                  </a:cubicBezTo>
                  <a:cubicBezTo>
                    <a:pt x="286856" y="438055"/>
                    <a:pt x="283827" y="435129"/>
                    <a:pt x="283827" y="435129"/>
                  </a:cubicBezTo>
                  <a:cubicBezTo>
                    <a:pt x="283827" y="435129"/>
                    <a:pt x="281740" y="431866"/>
                    <a:pt x="281740" y="431327"/>
                  </a:cubicBezTo>
                  <a:cubicBezTo>
                    <a:pt x="281740" y="430789"/>
                    <a:pt x="281101" y="426012"/>
                    <a:pt x="281101" y="425575"/>
                  </a:cubicBezTo>
                  <a:cubicBezTo>
                    <a:pt x="281101" y="425138"/>
                    <a:pt x="280360" y="421572"/>
                    <a:pt x="280360" y="421572"/>
                  </a:cubicBezTo>
                  <a:lnTo>
                    <a:pt x="280360" y="415719"/>
                  </a:lnTo>
                  <a:lnTo>
                    <a:pt x="281942" y="413768"/>
                  </a:lnTo>
                  <a:lnTo>
                    <a:pt x="286991" y="410168"/>
                  </a:lnTo>
                  <a:cubicBezTo>
                    <a:pt x="286991" y="410168"/>
                    <a:pt x="290356" y="409293"/>
                    <a:pt x="291568" y="408755"/>
                  </a:cubicBezTo>
                  <a:cubicBezTo>
                    <a:pt x="292745" y="408217"/>
                    <a:pt x="294058" y="407242"/>
                    <a:pt x="294731" y="406468"/>
                  </a:cubicBezTo>
                  <a:cubicBezTo>
                    <a:pt x="295371" y="405694"/>
                    <a:pt x="297995" y="404618"/>
                    <a:pt x="298332" y="404281"/>
                  </a:cubicBezTo>
                  <a:cubicBezTo>
                    <a:pt x="298669" y="403945"/>
                    <a:pt x="300923" y="402431"/>
                    <a:pt x="301260" y="402095"/>
                  </a:cubicBezTo>
                  <a:cubicBezTo>
                    <a:pt x="301597" y="401758"/>
                    <a:pt x="303885" y="399370"/>
                    <a:pt x="303885" y="399370"/>
                  </a:cubicBezTo>
                  <a:lnTo>
                    <a:pt x="303111" y="397082"/>
                  </a:lnTo>
                  <a:cubicBezTo>
                    <a:pt x="303111" y="397082"/>
                    <a:pt x="300823" y="396006"/>
                    <a:pt x="300183" y="395871"/>
                  </a:cubicBezTo>
                  <a:cubicBezTo>
                    <a:pt x="299544" y="395770"/>
                    <a:pt x="294428" y="393147"/>
                    <a:pt x="294092" y="392844"/>
                  </a:cubicBezTo>
                  <a:cubicBezTo>
                    <a:pt x="293755" y="392507"/>
                    <a:pt x="290928" y="389783"/>
                    <a:pt x="290289" y="389143"/>
                  </a:cubicBezTo>
                  <a:cubicBezTo>
                    <a:pt x="289649" y="388504"/>
                    <a:pt x="289414" y="385779"/>
                    <a:pt x="289851" y="385107"/>
                  </a:cubicBezTo>
                  <a:cubicBezTo>
                    <a:pt x="290289" y="384467"/>
                    <a:pt x="291029" y="382516"/>
                    <a:pt x="291601" y="382079"/>
                  </a:cubicBezTo>
                  <a:cubicBezTo>
                    <a:pt x="292139" y="381642"/>
                    <a:pt x="292779" y="378614"/>
                    <a:pt x="292779" y="378614"/>
                  </a:cubicBezTo>
                  <a:cubicBezTo>
                    <a:pt x="292779" y="378614"/>
                    <a:pt x="291029" y="375452"/>
                    <a:pt x="290625" y="375452"/>
                  </a:cubicBezTo>
                  <a:cubicBezTo>
                    <a:pt x="290188" y="375452"/>
                    <a:pt x="286486" y="372424"/>
                    <a:pt x="284971" y="371752"/>
                  </a:cubicBezTo>
                  <a:cubicBezTo>
                    <a:pt x="283457" y="371112"/>
                    <a:pt x="284769" y="368825"/>
                    <a:pt x="284971" y="368287"/>
                  </a:cubicBezTo>
                  <a:cubicBezTo>
                    <a:pt x="285207" y="367749"/>
                    <a:pt x="286923" y="366134"/>
                    <a:pt x="287226" y="365898"/>
                  </a:cubicBezTo>
                  <a:cubicBezTo>
                    <a:pt x="287495" y="365663"/>
                    <a:pt x="291063" y="362736"/>
                    <a:pt x="291063" y="362299"/>
                  </a:cubicBezTo>
                  <a:cubicBezTo>
                    <a:pt x="291063" y="361862"/>
                    <a:pt x="290524" y="357623"/>
                    <a:pt x="290524" y="357623"/>
                  </a:cubicBezTo>
                  <a:lnTo>
                    <a:pt x="288505" y="354696"/>
                  </a:lnTo>
                  <a:cubicBezTo>
                    <a:pt x="288505" y="354696"/>
                    <a:pt x="287697" y="352846"/>
                    <a:pt x="287361" y="352510"/>
                  </a:cubicBezTo>
                  <a:cubicBezTo>
                    <a:pt x="287024" y="352173"/>
                    <a:pt x="287361" y="350222"/>
                    <a:pt x="287361" y="350222"/>
                  </a:cubicBezTo>
                  <a:lnTo>
                    <a:pt x="287361" y="347565"/>
                  </a:lnTo>
                  <a:cubicBezTo>
                    <a:pt x="287361" y="347565"/>
                    <a:pt x="287697" y="344470"/>
                    <a:pt x="287866" y="344100"/>
                  </a:cubicBezTo>
                  <a:cubicBezTo>
                    <a:pt x="288034" y="343730"/>
                    <a:pt x="289077" y="341913"/>
                    <a:pt x="289077" y="341913"/>
                  </a:cubicBezTo>
                  <a:lnTo>
                    <a:pt x="290962" y="338717"/>
                  </a:lnTo>
                  <a:lnTo>
                    <a:pt x="292914" y="337473"/>
                  </a:lnTo>
                  <a:lnTo>
                    <a:pt x="294496" y="335118"/>
                  </a:lnTo>
                  <a:cubicBezTo>
                    <a:pt x="294496" y="335118"/>
                    <a:pt x="295505" y="333604"/>
                    <a:pt x="295539" y="333503"/>
                  </a:cubicBezTo>
                  <a:cubicBezTo>
                    <a:pt x="295572" y="333402"/>
                    <a:pt x="296246" y="331552"/>
                    <a:pt x="296246" y="331317"/>
                  </a:cubicBezTo>
                  <a:cubicBezTo>
                    <a:pt x="296246" y="331115"/>
                    <a:pt x="296246" y="329534"/>
                    <a:pt x="296246" y="329534"/>
                  </a:cubicBezTo>
                  <a:cubicBezTo>
                    <a:pt x="296246" y="329534"/>
                    <a:pt x="296414" y="328121"/>
                    <a:pt x="296414" y="327919"/>
                  </a:cubicBezTo>
                  <a:cubicBezTo>
                    <a:pt x="296414" y="327717"/>
                    <a:pt x="296447" y="326809"/>
                    <a:pt x="296447" y="326809"/>
                  </a:cubicBezTo>
                  <a:cubicBezTo>
                    <a:pt x="296447" y="326809"/>
                    <a:pt x="296346" y="325632"/>
                    <a:pt x="296279" y="325531"/>
                  </a:cubicBezTo>
                  <a:cubicBezTo>
                    <a:pt x="296246" y="325430"/>
                    <a:pt x="296279" y="324252"/>
                    <a:pt x="296279" y="324252"/>
                  </a:cubicBezTo>
                  <a:cubicBezTo>
                    <a:pt x="296279" y="324252"/>
                    <a:pt x="297087" y="323748"/>
                    <a:pt x="297188" y="323748"/>
                  </a:cubicBezTo>
                  <a:cubicBezTo>
                    <a:pt x="297255" y="323748"/>
                    <a:pt x="298635" y="323311"/>
                    <a:pt x="298635" y="323311"/>
                  </a:cubicBezTo>
                  <a:cubicBezTo>
                    <a:pt x="298635" y="323311"/>
                    <a:pt x="300217" y="323311"/>
                    <a:pt x="300284" y="323311"/>
                  </a:cubicBezTo>
                  <a:cubicBezTo>
                    <a:pt x="300351" y="323311"/>
                    <a:pt x="301462" y="324219"/>
                    <a:pt x="301563" y="324252"/>
                  </a:cubicBezTo>
                  <a:cubicBezTo>
                    <a:pt x="301664" y="324286"/>
                    <a:pt x="303044" y="325194"/>
                    <a:pt x="303044" y="325295"/>
                  </a:cubicBezTo>
                  <a:cubicBezTo>
                    <a:pt x="303077" y="325363"/>
                    <a:pt x="303347" y="326675"/>
                    <a:pt x="303347" y="326675"/>
                  </a:cubicBezTo>
                  <a:cubicBezTo>
                    <a:pt x="303347" y="326675"/>
                    <a:pt x="303077" y="328424"/>
                    <a:pt x="303077" y="328861"/>
                  </a:cubicBezTo>
                  <a:cubicBezTo>
                    <a:pt x="303077" y="329298"/>
                    <a:pt x="302741" y="330274"/>
                    <a:pt x="302438" y="331485"/>
                  </a:cubicBezTo>
                  <a:cubicBezTo>
                    <a:pt x="302102" y="332696"/>
                    <a:pt x="301698" y="332898"/>
                    <a:pt x="301226" y="333234"/>
                  </a:cubicBezTo>
                  <a:cubicBezTo>
                    <a:pt x="300789" y="333571"/>
                    <a:pt x="300587" y="334883"/>
                    <a:pt x="300688" y="335320"/>
                  </a:cubicBezTo>
                  <a:cubicBezTo>
                    <a:pt x="300789" y="335757"/>
                    <a:pt x="301765" y="336733"/>
                    <a:pt x="301765" y="336733"/>
                  </a:cubicBezTo>
                  <a:lnTo>
                    <a:pt x="305905" y="338146"/>
                  </a:lnTo>
                  <a:lnTo>
                    <a:pt x="309505" y="337944"/>
                  </a:lnTo>
                  <a:cubicBezTo>
                    <a:pt x="309505" y="337944"/>
                    <a:pt x="312433" y="340433"/>
                    <a:pt x="312871" y="340534"/>
                  </a:cubicBezTo>
                  <a:cubicBezTo>
                    <a:pt x="313308" y="340635"/>
                    <a:pt x="315496" y="341947"/>
                    <a:pt x="315900" y="341947"/>
                  </a:cubicBezTo>
                  <a:cubicBezTo>
                    <a:pt x="316337" y="341947"/>
                    <a:pt x="318828" y="340736"/>
                    <a:pt x="318828" y="340736"/>
                  </a:cubicBezTo>
                  <a:lnTo>
                    <a:pt x="319703" y="337809"/>
                  </a:lnTo>
                  <a:lnTo>
                    <a:pt x="320679" y="333571"/>
                  </a:lnTo>
                  <a:cubicBezTo>
                    <a:pt x="320679" y="333571"/>
                    <a:pt x="320140" y="330106"/>
                    <a:pt x="319804" y="329870"/>
                  </a:cubicBezTo>
                  <a:cubicBezTo>
                    <a:pt x="319467" y="329635"/>
                    <a:pt x="318390" y="328457"/>
                    <a:pt x="318390" y="328457"/>
                  </a:cubicBezTo>
                  <a:lnTo>
                    <a:pt x="315126" y="328020"/>
                  </a:lnTo>
                  <a:lnTo>
                    <a:pt x="311659" y="326271"/>
                  </a:lnTo>
                  <a:lnTo>
                    <a:pt x="313712" y="323445"/>
                  </a:lnTo>
                  <a:lnTo>
                    <a:pt x="316001" y="320586"/>
                  </a:lnTo>
                  <a:cubicBezTo>
                    <a:pt x="316001" y="320586"/>
                    <a:pt x="317717" y="319947"/>
                    <a:pt x="318054" y="319644"/>
                  </a:cubicBezTo>
                  <a:cubicBezTo>
                    <a:pt x="318390" y="319307"/>
                    <a:pt x="321116" y="319307"/>
                    <a:pt x="321116" y="319307"/>
                  </a:cubicBezTo>
                  <a:lnTo>
                    <a:pt x="323068" y="317895"/>
                  </a:lnTo>
                  <a:lnTo>
                    <a:pt x="322967" y="315708"/>
                  </a:lnTo>
                  <a:cubicBezTo>
                    <a:pt x="322967" y="315708"/>
                    <a:pt x="321554" y="313320"/>
                    <a:pt x="321116" y="313118"/>
                  </a:cubicBezTo>
                  <a:cubicBezTo>
                    <a:pt x="320679" y="312882"/>
                    <a:pt x="319164" y="312344"/>
                    <a:pt x="319164" y="312344"/>
                  </a:cubicBezTo>
                  <a:lnTo>
                    <a:pt x="315361" y="311469"/>
                  </a:lnTo>
                  <a:lnTo>
                    <a:pt x="314385" y="308206"/>
                  </a:lnTo>
                  <a:lnTo>
                    <a:pt x="312534" y="302118"/>
                  </a:lnTo>
                  <a:lnTo>
                    <a:pt x="313174" y="298215"/>
                  </a:lnTo>
                  <a:lnTo>
                    <a:pt x="314049" y="293539"/>
                  </a:lnTo>
                  <a:cubicBezTo>
                    <a:pt x="314049" y="293539"/>
                    <a:pt x="315126" y="291790"/>
                    <a:pt x="315462" y="291689"/>
                  </a:cubicBezTo>
                  <a:cubicBezTo>
                    <a:pt x="315799" y="291588"/>
                    <a:pt x="318491" y="291689"/>
                    <a:pt x="319501" y="291588"/>
                  </a:cubicBezTo>
                  <a:cubicBezTo>
                    <a:pt x="320477" y="291487"/>
                    <a:pt x="321015" y="290949"/>
                    <a:pt x="321015" y="290949"/>
                  </a:cubicBezTo>
                  <a:lnTo>
                    <a:pt x="322092" y="287720"/>
                  </a:lnTo>
                  <a:lnTo>
                    <a:pt x="322092" y="286509"/>
                  </a:lnTo>
                  <a:lnTo>
                    <a:pt x="322597" y="284457"/>
                  </a:lnTo>
                  <a:lnTo>
                    <a:pt x="323304" y="283380"/>
                  </a:lnTo>
                  <a:lnTo>
                    <a:pt x="325693" y="282405"/>
                  </a:lnTo>
                  <a:lnTo>
                    <a:pt x="327342" y="280218"/>
                  </a:lnTo>
                  <a:lnTo>
                    <a:pt x="329934" y="277493"/>
                  </a:lnTo>
                  <a:lnTo>
                    <a:pt x="332559" y="273894"/>
                  </a:lnTo>
                  <a:cubicBezTo>
                    <a:pt x="332559" y="273894"/>
                    <a:pt x="332357" y="270294"/>
                    <a:pt x="332559" y="269857"/>
                  </a:cubicBezTo>
                  <a:cubicBezTo>
                    <a:pt x="332761" y="269420"/>
                    <a:pt x="335823" y="267671"/>
                    <a:pt x="337136" y="267570"/>
                  </a:cubicBezTo>
                  <a:cubicBezTo>
                    <a:pt x="338448" y="267469"/>
                    <a:pt x="341040" y="264408"/>
                    <a:pt x="341040" y="264408"/>
                  </a:cubicBezTo>
                  <a:cubicBezTo>
                    <a:pt x="341040" y="264408"/>
                    <a:pt x="347771" y="266897"/>
                    <a:pt x="348208" y="266998"/>
                  </a:cubicBezTo>
                  <a:cubicBezTo>
                    <a:pt x="348646" y="267099"/>
                    <a:pt x="349622" y="268310"/>
                    <a:pt x="349622" y="268310"/>
                  </a:cubicBezTo>
                  <a:cubicBezTo>
                    <a:pt x="349622" y="268310"/>
                    <a:pt x="351977" y="269252"/>
                    <a:pt x="352180" y="269655"/>
                  </a:cubicBezTo>
                  <a:cubicBezTo>
                    <a:pt x="352381" y="270093"/>
                    <a:pt x="353492" y="273019"/>
                    <a:pt x="353929" y="274062"/>
                  </a:cubicBezTo>
                  <a:cubicBezTo>
                    <a:pt x="354367" y="275105"/>
                    <a:pt x="355679" y="275980"/>
                    <a:pt x="356992" y="276383"/>
                  </a:cubicBezTo>
                  <a:cubicBezTo>
                    <a:pt x="358305" y="276821"/>
                    <a:pt x="358305" y="276181"/>
                    <a:pt x="358742" y="275845"/>
                  </a:cubicBezTo>
                  <a:cubicBezTo>
                    <a:pt x="359180" y="275509"/>
                    <a:pt x="361232" y="272817"/>
                    <a:pt x="361603" y="272582"/>
                  </a:cubicBezTo>
                  <a:cubicBezTo>
                    <a:pt x="361973" y="272380"/>
                    <a:pt x="366281" y="272582"/>
                    <a:pt x="366281" y="272582"/>
                  </a:cubicBezTo>
                  <a:lnTo>
                    <a:pt x="368232" y="274264"/>
                  </a:lnTo>
                  <a:lnTo>
                    <a:pt x="368838" y="276316"/>
                  </a:lnTo>
                  <a:lnTo>
                    <a:pt x="368300" y="281261"/>
                  </a:lnTo>
                  <a:cubicBezTo>
                    <a:pt x="368300" y="281261"/>
                    <a:pt x="365473" y="281530"/>
                    <a:pt x="365204" y="281631"/>
                  </a:cubicBezTo>
                  <a:cubicBezTo>
                    <a:pt x="364934" y="281732"/>
                    <a:pt x="362881" y="283145"/>
                    <a:pt x="362579" y="283414"/>
                  </a:cubicBezTo>
                  <a:cubicBezTo>
                    <a:pt x="362310" y="283683"/>
                    <a:pt x="361872" y="285029"/>
                    <a:pt x="361872" y="285029"/>
                  </a:cubicBezTo>
                  <a:lnTo>
                    <a:pt x="364733" y="286711"/>
                  </a:lnTo>
                  <a:lnTo>
                    <a:pt x="366045" y="286711"/>
                  </a:lnTo>
                  <a:lnTo>
                    <a:pt x="369209" y="287148"/>
                  </a:lnTo>
                  <a:lnTo>
                    <a:pt x="369983" y="288224"/>
                  </a:lnTo>
                  <a:cubicBezTo>
                    <a:pt x="369983" y="288224"/>
                    <a:pt x="369074" y="289200"/>
                    <a:pt x="368906" y="289402"/>
                  </a:cubicBezTo>
                  <a:cubicBezTo>
                    <a:pt x="368737" y="289637"/>
                    <a:pt x="368199" y="290546"/>
                    <a:pt x="368266" y="290747"/>
                  </a:cubicBezTo>
                  <a:cubicBezTo>
                    <a:pt x="368334" y="290983"/>
                    <a:pt x="368973" y="291891"/>
                    <a:pt x="368973" y="292059"/>
                  </a:cubicBezTo>
                  <a:cubicBezTo>
                    <a:pt x="368973" y="292227"/>
                    <a:pt x="370555" y="292934"/>
                    <a:pt x="370555" y="292934"/>
                  </a:cubicBezTo>
                  <a:lnTo>
                    <a:pt x="372305" y="294010"/>
                  </a:lnTo>
                  <a:cubicBezTo>
                    <a:pt x="372305" y="294010"/>
                    <a:pt x="372944" y="295793"/>
                    <a:pt x="372944" y="296231"/>
                  </a:cubicBezTo>
                  <a:cubicBezTo>
                    <a:pt x="372944" y="296668"/>
                    <a:pt x="372238" y="297711"/>
                    <a:pt x="372170" y="297879"/>
                  </a:cubicBezTo>
                  <a:cubicBezTo>
                    <a:pt x="372103" y="298047"/>
                    <a:pt x="371497" y="298585"/>
                    <a:pt x="371497" y="298585"/>
                  </a:cubicBezTo>
                  <a:lnTo>
                    <a:pt x="370420" y="299292"/>
                  </a:lnTo>
                  <a:lnTo>
                    <a:pt x="368232" y="299090"/>
                  </a:lnTo>
                  <a:lnTo>
                    <a:pt x="367862" y="297711"/>
                  </a:lnTo>
                  <a:lnTo>
                    <a:pt x="366483" y="297139"/>
                  </a:lnTo>
                  <a:lnTo>
                    <a:pt x="364665" y="297139"/>
                  </a:lnTo>
                  <a:cubicBezTo>
                    <a:pt x="364665" y="297139"/>
                    <a:pt x="362983" y="297004"/>
                    <a:pt x="362780" y="297004"/>
                  </a:cubicBezTo>
                  <a:cubicBezTo>
                    <a:pt x="362579" y="297004"/>
                    <a:pt x="362511" y="298081"/>
                    <a:pt x="362209" y="298148"/>
                  </a:cubicBezTo>
                  <a:cubicBezTo>
                    <a:pt x="361906" y="298215"/>
                    <a:pt x="361569" y="298888"/>
                    <a:pt x="361131" y="299157"/>
                  </a:cubicBezTo>
                  <a:cubicBezTo>
                    <a:pt x="360694" y="299426"/>
                    <a:pt x="358439" y="299292"/>
                    <a:pt x="358439" y="299292"/>
                  </a:cubicBezTo>
                  <a:lnTo>
                    <a:pt x="356554" y="298552"/>
                  </a:lnTo>
                  <a:lnTo>
                    <a:pt x="354804" y="298047"/>
                  </a:lnTo>
                  <a:cubicBezTo>
                    <a:pt x="354804" y="298047"/>
                    <a:pt x="354165" y="297475"/>
                    <a:pt x="353929" y="297408"/>
                  </a:cubicBezTo>
                  <a:cubicBezTo>
                    <a:pt x="353728" y="297341"/>
                    <a:pt x="352112" y="296096"/>
                    <a:pt x="352112" y="296096"/>
                  </a:cubicBezTo>
                  <a:lnTo>
                    <a:pt x="350800" y="295356"/>
                  </a:lnTo>
                  <a:lnTo>
                    <a:pt x="350295" y="295356"/>
                  </a:lnTo>
                  <a:lnTo>
                    <a:pt x="349050" y="296062"/>
                  </a:lnTo>
                  <a:lnTo>
                    <a:pt x="348107" y="296836"/>
                  </a:lnTo>
                  <a:lnTo>
                    <a:pt x="348174" y="297980"/>
                  </a:lnTo>
                  <a:lnTo>
                    <a:pt x="348174" y="299359"/>
                  </a:lnTo>
                  <a:lnTo>
                    <a:pt x="347905" y="301041"/>
                  </a:lnTo>
                  <a:cubicBezTo>
                    <a:pt x="347905" y="301041"/>
                    <a:pt x="347299" y="303430"/>
                    <a:pt x="347535" y="304304"/>
                  </a:cubicBezTo>
                  <a:cubicBezTo>
                    <a:pt x="347737" y="305179"/>
                    <a:pt x="347535" y="306053"/>
                    <a:pt x="347535" y="306053"/>
                  </a:cubicBezTo>
                  <a:lnTo>
                    <a:pt x="349487" y="308442"/>
                  </a:lnTo>
                  <a:lnTo>
                    <a:pt x="351675" y="310191"/>
                  </a:lnTo>
                  <a:lnTo>
                    <a:pt x="351675" y="315405"/>
                  </a:lnTo>
                  <a:lnTo>
                    <a:pt x="351675" y="316919"/>
                  </a:lnTo>
                  <a:lnTo>
                    <a:pt x="355141" y="320619"/>
                  </a:lnTo>
                  <a:lnTo>
                    <a:pt x="355141" y="324522"/>
                  </a:lnTo>
                  <a:lnTo>
                    <a:pt x="356218" y="328155"/>
                  </a:lnTo>
                  <a:cubicBezTo>
                    <a:pt x="356218" y="328155"/>
                    <a:pt x="360055" y="328020"/>
                    <a:pt x="361064" y="328155"/>
                  </a:cubicBezTo>
                  <a:cubicBezTo>
                    <a:pt x="362074" y="328289"/>
                    <a:pt x="361636" y="330476"/>
                    <a:pt x="361636" y="330913"/>
                  </a:cubicBezTo>
                  <a:cubicBezTo>
                    <a:pt x="361636" y="331350"/>
                    <a:pt x="361064" y="334378"/>
                    <a:pt x="361064" y="334378"/>
                  </a:cubicBezTo>
                  <a:lnTo>
                    <a:pt x="360357" y="334513"/>
                  </a:lnTo>
                  <a:cubicBezTo>
                    <a:pt x="360357" y="334513"/>
                    <a:pt x="360357" y="338146"/>
                    <a:pt x="360357" y="339861"/>
                  </a:cubicBezTo>
                  <a:cubicBezTo>
                    <a:pt x="360357" y="341611"/>
                    <a:pt x="361300" y="341880"/>
                    <a:pt x="361737" y="342317"/>
                  </a:cubicBezTo>
                  <a:cubicBezTo>
                    <a:pt x="362175" y="342754"/>
                    <a:pt x="363117" y="342754"/>
                    <a:pt x="363858" y="343461"/>
                  </a:cubicBezTo>
                  <a:cubicBezTo>
                    <a:pt x="364564" y="344201"/>
                    <a:pt x="365608" y="343158"/>
                    <a:pt x="365608" y="343158"/>
                  </a:cubicBezTo>
                  <a:lnTo>
                    <a:pt x="365608" y="341140"/>
                  </a:lnTo>
                  <a:cubicBezTo>
                    <a:pt x="365608" y="341140"/>
                    <a:pt x="368064" y="338953"/>
                    <a:pt x="368502" y="338818"/>
                  </a:cubicBezTo>
                  <a:cubicBezTo>
                    <a:pt x="368939" y="338684"/>
                    <a:pt x="372137" y="335051"/>
                    <a:pt x="372137" y="335051"/>
                  </a:cubicBezTo>
                  <a:lnTo>
                    <a:pt x="376209" y="334344"/>
                  </a:lnTo>
                  <a:lnTo>
                    <a:pt x="383007" y="335791"/>
                  </a:lnTo>
                  <a:lnTo>
                    <a:pt x="384454" y="337977"/>
                  </a:lnTo>
                  <a:lnTo>
                    <a:pt x="386642" y="340870"/>
                  </a:lnTo>
                  <a:lnTo>
                    <a:pt x="386339" y="345345"/>
                  </a:lnTo>
                  <a:lnTo>
                    <a:pt x="385464" y="347666"/>
                  </a:lnTo>
                  <a:lnTo>
                    <a:pt x="386372" y="349819"/>
                  </a:lnTo>
                  <a:cubicBezTo>
                    <a:pt x="386372" y="349819"/>
                    <a:pt x="385598" y="351433"/>
                    <a:pt x="385497" y="351770"/>
                  </a:cubicBezTo>
                  <a:cubicBezTo>
                    <a:pt x="385397" y="352106"/>
                    <a:pt x="384959" y="353822"/>
                    <a:pt x="384959" y="353822"/>
                  </a:cubicBezTo>
                  <a:lnTo>
                    <a:pt x="383007" y="355335"/>
                  </a:lnTo>
                  <a:cubicBezTo>
                    <a:pt x="383007" y="355335"/>
                    <a:pt x="383007" y="358800"/>
                    <a:pt x="383007" y="359675"/>
                  </a:cubicBezTo>
                  <a:cubicBezTo>
                    <a:pt x="383007" y="360550"/>
                    <a:pt x="385632" y="360987"/>
                    <a:pt x="386036" y="360651"/>
                  </a:cubicBezTo>
                  <a:cubicBezTo>
                    <a:pt x="386473" y="360314"/>
                    <a:pt x="388122" y="360415"/>
                    <a:pt x="388863" y="360112"/>
                  </a:cubicBezTo>
                  <a:cubicBezTo>
                    <a:pt x="389637" y="359776"/>
                    <a:pt x="390815" y="359238"/>
                    <a:pt x="391017" y="358901"/>
                  </a:cubicBezTo>
                  <a:cubicBezTo>
                    <a:pt x="391252" y="358565"/>
                    <a:pt x="393507" y="359238"/>
                    <a:pt x="394281" y="359675"/>
                  </a:cubicBezTo>
                  <a:cubicBezTo>
                    <a:pt x="395055" y="360112"/>
                    <a:pt x="393844" y="360550"/>
                    <a:pt x="394281" y="361525"/>
                  </a:cubicBezTo>
                  <a:cubicBezTo>
                    <a:pt x="394719" y="362501"/>
                    <a:pt x="394281" y="363174"/>
                    <a:pt x="394281" y="363174"/>
                  </a:cubicBezTo>
                  <a:lnTo>
                    <a:pt x="396570" y="363174"/>
                  </a:lnTo>
                  <a:lnTo>
                    <a:pt x="398522" y="364485"/>
                  </a:lnTo>
                  <a:cubicBezTo>
                    <a:pt x="398522" y="364485"/>
                    <a:pt x="400171" y="366437"/>
                    <a:pt x="400373" y="366773"/>
                  </a:cubicBezTo>
                  <a:cubicBezTo>
                    <a:pt x="400575" y="367109"/>
                    <a:pt x="400373" y="369262"/>
                    <a:pt x="400373" y="369262"/>
                  </a:cubicBezTo>
                  <a:lnTo>
                    <a:pt x="400373" y="373030"/>
                  </a:lnTo>
                  <a:lnTo>
                    <a:pt x="398926" y="376461"/>
                  </a:lnTo>
                  <a:lnTo>
                    <a:pt x="398219" y="377470"/>
                  </a:lnTo>
                  <a:lnTo>
                    <a:pt x="396200" y="378715"/>
                  </a:lnTo>
                  <a:lnTo>
                    <a:pt x="391757" y="379287"/>
                  </a:lnTo>
                  <a:lnTo>
                    <a:pt x="390310" y="381473"/>
                  </a:lnTo>
                  <a:lnTo>
                    <a:pt x="389940" y="382012"/>
                  </a:lnTo>
                  <a:lnTo>
                    <a:pt x="395459" y="382718"/>
                  </a:lnTo>
                  <a:lnTo>
                    <a:pt x="401551" y="377134"/>
                  </a:lnTo>
                  <a:lnTo>
                    <a:pt x="406464" y="377134"/>
                  </a:lnTo>
                  <a:lnTo>
                    <a:pt x="410099" y="381339"/>
                  </a:lnTo>
                  <a:cubicBezTo>
                    <a:pt x="410099" y="381339"/>
                    <a:pt x="410974" y="389009"/>
                    <a:pt x="411412" y="389446"/>
                  </a:cubicBezTo>
                  <a:cubicBezTo>
                    <a:pt x="411849" y="389883"/>
                    <a:pt x="416056" y="394088"/>
                    <a:pt x="417368" y="394223"/>
                  </a:cubicBezTo>
                  <a:cubicBezTo>
                    <a:pt x="418681" y="394357"/>
                    <a:pt x="423022" y="395972"/>
                    <a:pt x="423022" y="395972"/>
                  </a:cubicBezTo>
                  <a:lnTo>
                    <a:pt x="427499" y="394828"/>
                  </a:lnTo>
                  <a:cubicBezTo>
                    <a:pt x="427499" y="394828"/>
                    <a:pt x="430393" y="393247"/>
                    <a:pt x="430830" y="393079"/>
                  </a:cubicBezTo>
                  <a:cubicBezTo>
                    <a:pt x="431268" y="392945"/>
                    <a:pt x="434902" y="388874"/>
                    <a:pt x="434902" y="388874"/>
                  </a:cubicBezTo>
                  <a:cubicBezTo>
                    <a:pt x="434902" y="388874"/>
                    <a:pt x="438099" y="385409"/>
                    <a:pt x="438672" y="385409"/>
                  </a:cubicBezTo>
                  <a:cubicBezTo>
                    <a:pt x="439244" y="385409"/>
                    <a:pt x="441263" y="383828"/>
                    <a:pt x="442306" y="383525"/>
                  </a:cubicBezTo>
                  <a:cubicBezTo>
                    <a:pt x="443316" y="383223"/>
                    <a:pt x="447658" y="380195"/>
                    <a:pt x="447658" y="380195"/>
                  </a:cubicBezTo>
                  <a:cubicBezTo>
                    <a:pt x="447658" y="380195"/>
                    <a:pt x="454321" y="380498"/>
                    <a:pt x="454893" y="380498"/>
                  </a:cubicBezTo>
                  <a:cubicBezTo>
                    <a:pt x="455465" y="380498"/>
                    <a:pt x="462432" y="380632"/>
                    <a:pt x="463004" y="380632"/>
                  </a:cubicBezTo>
                  <a:cubicBezTo>
                    <a:pt x="463576" y="380632"/>
                    <a:pt x="467345" y="380632"/>
                    <a:pt x="467345" y="380632"/>
                  </a:cubicBezTo>
                  <a:cubicBezTo>
                    <a:pt x="467345" y="380632"/>
                    <a:pt x="470542" y="378614"/>
                    <a:pt x="470980" y="378311"/>
                  </a:cubicBezTo>
                  <a:cubicBezTo>
                    <a:pt x="471418" y="378009"/>
                    <a:pt x="472663" y="377874"/>
                    <a:pt x="473673" y="377874"/>
                  </a:cubicBezTo>
                  <a:cubicBezTo>
                    <a:pt x="474682" y="377874"/>
                    <a:pt x="475187" y="380632"/>
                    <a:pt x="475187" y="380632"/>
                  </a:cubicBezTo>
                  <a:lnTo>
                    <a:pt x="475187" y="383223"/>
                  </a:lnTo>
                  <a:lnTo>
                    <a:pt x="473571" y="384669"/>
                  </a:lnTo>
                  <a:lnTo>
                    <a:pt x="475187" y="385107"/>
                  </a:lnTo>
                  <a:cubicBezTo>
                    <a:pt x="475187" y="385107"/>
                    <a:pt x="477947" y="384972"/>
                    <a:pt x="478384" y="384535"/>
                  </a:cubicBezTo>
                  <a:cubicBezTo>
                    <a:pt x="478822" y="384097"/>
                    <a:pt x="479966" y="381911"/>
                    <a:pt x="480269" y="381507"/>
                  </a:cubicBezTo>
                  <a:cubicBezTo>
                    <a:pt x="480538" y="381070"/>
                    <a:pt x="481144" y="379623"/>
                    <a:pt x="481278" y="379186"/>
                  </a:cubicBezTo>
                  <a:cubicBezTo>
                    <a:pt x="481413" y="378749"/>
                    <a:pt x="481985" y="378177"/>
                    <a:pt x="482288" y="377168"/>
                  </a:cubicBezTo>
                  <a:cubicBezTo>
                    <a:pt x="482557" y="376158"/>
                    <a:pt x="483163" y="375149"/>
                    <a:pt x="483163" y="375149"/>
                  </a:cubicBezTo>
                  <a:cubicBezTo>
                    <a:pt x="483163" y="375149"/>
                    <a:pt x="484173" y="373265"/>
                    <a:pt x="484307" y="372828"/>
                  </a:cubicBezTo>
                  <a:cubicBezTo>
                    <a:pt x="484442" y="372391"/>
                    <a:pt x="485317" y="370070"/>
                    <a:pt x="485317" y="370070"/>
                  </a:cubicBezTo>
                  <a:lnTo>
                    <a:pt x="485889" y="367311"/>
                  </a:lnTo>
                  <a:cubicBezTo>
                    <a:pt x="485889" y="367311"/>
                    <a:pt x="486327" y="365730"/>
                    <a:pt x="486764" y="365293"/>
                  </a:cubicBezTo>
                  <a:cubicBezTo>
                    <a:pt x="487202" y="364856"/>
                    <a:pt x="488077" y="364284"/>
                    <a:pt x="488514" y="363846"/>
                  </a:cubicBezTo>
                  <a:cubicBezTo>
                    <a:pt x="488952" y="363409"/>
                    <a:pt x="491274" y="359372"/>
                    <a:pt x="491274" y="359372"/>
                  </a:cubicBezTo>
                  <a:lnTo>
                    <a:pt x="493024" y="356008"/>
                  </a:lnTo>
                  <a:lnTo>
                    <a:pt x="493966" y="353586"/>
                  </a:lnTo>
                  <a:lnTo>
                    <a:pt x="496053" y="349516"/>
                  </a:lnTo>
                  <a:lnTo>
                    <a:pt x="496053" y="346757"/>
                  </a:lnTo>
                  <a:lnTo>
                    <a:pt x="496928" y="341409"/>
                  </a:lnTo>
                  <a:lnTo>
                    <a:pt x="495918" y="335892"/>
                  </a:lnTo>
                  <a:lnTo>
                    <a:pt x="493293" y="332999"/>
                  </a:lnTo>
                  <a:lnTo>
                    <a:pt x="492553" y="330106"/>
                  </a:lnTo>
                  <a:lnTo>
                    <a:pt x="494875" y="327919"/>
                  </a:lnTo>
                  <a:lnTo>
                    <a:pt x="499519" y="324454"/>
                  </a:lnTo>
                  <a:lnTo>
                    <a:pt x="501707" y="320384"/>
                  </a:lnTo>
                  <a:lnTo>
                    <a:pt x="502582" y="316347"/>
                  </a:lnTo>
                  <a:lnTo>
                    <a:pt x="504601" y="313454"/>
                  </a:lnTo>
                  <a:cubicBezTo>
                    <a:pt x="504601" y="313454"/>
                    <a:pt x="506183" y="311268"/>
                    <a:pt x="506755" y="311268"/>
                  </a:cubicBezTo>
                  <a:cubicBezTo>
                    <a:pt x="507327" y="311268"/>
                    <a:pt x="509212" y="309081"/>
                    <a:pt x="509212" y="309081"/>
                  </a:cubicBezTo>
                  <a:cubicBezTo>
                    <a:pt x="509212" y="309081"/>
                    <a:pt x="511837" y="308072"/>
                    <a:pt x="512409" y="307769"/>
                  </a:cubicBezTo>
                  <a:cubicBezTo>
                    <a:pt x="512981" y="307466"/>
                    <a:pt x="514428" y="302858"/>
                    <a:pt x="515034" y="302858"/>
                  </a:cubicBezTo>
                  <a:cubicBezTo>
                    <a:pt x="515606" y="302858"/>
                    <a:pt x="516784" y="300402"/>
                    <a:pt x="517221" y="300099"/>
                  </a:cubicBezTo>
                  <a:cubicBezTo>
                    <a:pt x="517659" y="299796"/>
                    <a:pt x="520688" y="295020"/>
                    <a:pt x="520688" y="295020"/>
                  </a:cubicBezTo>
                  <a:cubicBezTo>
                    <a:pt x="520688" y="295020"/>
                    <a:pt x="522876" y="293573"/>
                    <a:pt x="523448" y="293573"/>
                  </a:cubicBezTo>
                  <a:cubicBezTo>
                    <a:pt x="524020" y="293573"/>
                    <a:pt x="526780" y="291992"/>
                    <a:pt x="526780" y="291992"/>
                  </a:cubicBezTo>
                  <a:cubicBezTo>
                    <a:pt x="526780" y="291992"/>
                    <a:pt x="528967" y="290983"/>
                    <a:pt x="529404" y="290983"/>
                  </a:cubicBezTo>
                  <a:cubicBezTo>
                    <a:pt x="529842" y="290983"/>
                    <a:pt x="533881" y="287653"/>
                    <a:pt x="533881" y="287653"/>
                  </a:cubicBezTo>
                  <a:cubicBezTo>
                    <a:pt x="533881" y="287653"/>
                    <a:pt x="538794" y="285197"/>
                    <a:pt x="539232" y="285197"/>
                  </a:cubicBezTo>
                  <a:cubicBezTo>
                    <a:pt x="539669" y="285197"/>
                    <a:pt x="542563" y="281126"/>
                    <a:pt x="543136" y="280992"/>
                  </a:cubicBezTo>
                  <a:cubicBezTo>
                    <a:pt x="543708" y="280857"/>
                    <a:pt x="547847" y="277796"/>
                    <a:pt x="547847" y="277796"/>
                  </a:cubicBezTo>
                  <a:lnTo>
                    <a:pt x="549934" y="276484"/>
                  </a:lnTo>
                  <a:lnTo>
                    <a:pt x="549934" y="273726"/>
                  </a:lnTo>
                  <a:lnTo>
                    <a:pt x="547410" y="270059"/>
                  </a:lnTo>
                  <a:close/>
                  <a:moveTo>
                    <a:pt x="340299" y="224645"/>
                  </a:moveTo>
                  <a:lnTo>
                    <a:pt x="338718" y="226025"/>
                  </a:lnTo>
                  <a:lnTo>
                    <a:pt x="337270" y="226462"/>
                  </a:lnTo>
                  <a:lnTo>
                    <a:pt x="335621" y="226159"/>
                  </a:lnTo>
                  <a:lnTo>
                    <a:pt x="333905" y="225957"/>
                  </a:lnTo>
                  <a:lnTo>
                    <a:pt x="332761" y="226832"/>
                  </a:lnTo>
                  <a:lnTo>
                    <a:pt x="332761" y="229961"/>
                  </a:lnTo>
                  <a:lnTo>
                    <a:pt x="332963" y="230970"/>
                  </a:lnTo>
                  <a:lnTo>
                    <a:pt x="332189" y="232416"/>
                  </a:lnTo>
                  <a:lnTo>
                    <a:pt x="329799" y="232921"/>
                  </a:lnTo>
                  <a:cubicBezTo>
                    <a:pt x="329799" y="232921"/>
                    <a:pt x="328789" y="232349"/>
                    <a:pt x="328116" y="232349"/>
                  </a:cubicBezTo>
                  <a:cubicBezTo>
                    <a:pt x="327443" y="232349"/>
                    <a:pt x="325357" y="232046"/>
                    <a:pt x="325087" y="232046"/>
                  </a:cubicBezTo>
                  <a:cubicBezTo>
                    <a:pt x="324785" y="232046"/>
                    <a:pt x="322967" y="230465"/>
                    <a:pt x="322698" y="230364"/>
                  </a:cubicBezTo>
                  <a:cubicBezTo>
                    <a:pt x="322429" y="230297"/>
                    <a:pt x="319232" y="231104"/>
                    <a:pt x="319232" y="231104"/>
                  </a:cubicBezTo>
                  <a:cubicBezTo>
                    <a:pt x="319232" y="231104"/>
                    <a:pt x="317481" y="233493"/>
                    <a:pt x="317280" y="233997"/>
                  </a:cubicBezTo>
                  <a:cubicBezTo>
                    <a:pt x="317078" y="234502"/>
                    <a:pt x="314957" y="238404"/>
                    <a:pt x="314957" y="238404"/>
                  </a:cubicBezTo>
                  <a:lnTo>
                    <a:pt x="316337" y="240927"/>
                  </a:lnTo>
                  <a:lnTo>
                    <a:pt x="319972" y="243383"/>
                  </a:lnTo>
                  <a:lnTo>
                    <a:pt x="320039" y="244627"/>
                  </a:lnTo>
                  <a:lnTo>
                    <a:pt x="316977" y="246881"/>
                  </a:lnTo>
                  <a:lnTo>
                    <a:pt x="316102" y="249270"/>
                  </a:lnTo>
                  <a:cubicBezTo>
                    <a:pt x="316102" y="249270"/>
                    <a:pt x="316472" y="251524"/>
                    <a:pt x="316977" y="251961"/>
                  </a:cubicBezTo>
                  <a:cubicBezTo>
                    <a:pt x="317481" y="252398"/>
                    <a:pt x="318491" y="253037"/>
                    <a:pt x="318996" y="253475"/>
                  </a:cubicBezTo>
                  <a:cubicBezTo>
                    <a:pt x="319501" y="253912"/>
                    <a:pt x="320443" y="254988"/>
                    <a:pt x="320679" y="255056"/>
                  </a:cubicBezTo>
                  <a:cubicBezTo>
                    <a:pt x="320914" y="255123"/>
                    <a:pt x="320712" y="255998"/>
                    <a:pt x="320712" y="255998"/>
                  </a:cubicBezTo>
                  <a:cubicBezTo>
                    <a:pt x="320712" y="255998"/>
                    <a:pt x="320612" y="256805"/>
                    <a:pt x="320612" y="257074"/>
                  </a:cubicBezTo>
                  <a:cubicBezTo>
                    <a:pt x="320612" y="257377"/>
                    <a:pt x="320612" y="259463"/>
                    <a:pt x="320612" y="259463"/>
                  </a:cubicBezTo>
                  <a:lnTo>
                    <a:pt x="321756" y="260270"/>
                  </a:lnTo>
                  <a:cubicBezTo>
                    <a:pt x="321756" y="260270"/>
                    <a:pt x="323203" y="262019"/>
                    <a:pt x="323438" y="262288"/>
                  </a:cubicBezTo>
                  <a:cubicBezTo>
                    <a:pt x="323640" y="262591"/>
                    <a:pt x="324684" y="263230"/>
                    <a:pt x="325189" y="263735"/>
                  </a:cubicBezTo>
                  <a:cubicBezTo>
                    <a:pt x="325693" y="264239"/>
                    <a:pt x="325828" y="264609"/>
                    <a:pt x="326703" y="265316"/>
                  </a:cubicBezTo>
                  <a:cubicBezTo>
                    <a:pt x="327578" y="266056"/>
                    <a:pt x="327746" y="267772"/>
                    <a:pt x="327746" y="267772"/>
                  </a:cubicBezTo>
                  <a:lnTo>
                    <a:pt x="328352" y="269386"/>
                  </a:lnTo>
                  <a:lnTo>
                    <a:pt x="328419" y="271573"/>
                  </a:lnTo>
                  <a:lnTo>
                    <a:pt x="328487" y="273860"/>
                  </a:lnTo>
                  <a:cubicBezTo>
                    <a:pt x="328487" y="273860"/>
                    <a:pt x="327073" y="276081"/>
                    <a:pt x="326905" y="276148"/>
                  </a:cubicBezTo>
                  <a:cubicBezTo>
                    <a:pt x="326737" y="276215"/>
                    <a:pt x="324852" y="278435"/>
                    <a:pt x="324852" y="278435"/>
                  </a:cubicBezTo>
                  <a:cubicBezTo>
                    <a:pt x="324852" y="278435"/>
                    <a:pt x="323371" y="279579"/>
                    <a:pt x="323203" y="279680"/>
                  </a:cubicBezTo>
                  <a:cubicBezTo>
                    <a:pt x="323035" y="279781"/>
                    <a:pt x="320477" y="281160"/>
                    <a:pt x="320140" y="281295"/>
                  </a:cubicBezTo>
                  <a:cubicBezTo>
                    <a:pt x="319838" y="281463"/>
                    <a:pt x="318525" y="282371"/>
                    <a:pt x="318289" y="282438"/>
                  </a:cubicBezTo>
                  <a:cubicBezTo>
                    <a:pt x="318087" y="282506"/>
                    <a:pt x="317078" y="282943"/>
                    <a:pt x="316876" y="282943"/>
                  </a:cubicBezTo>
                  <a:cubicBezTo>
                    <a:pt x="316674" y="282943"/>
                    <a:pt x="314520" y="282943"/>
                    <a:pt x="314520" y="282943"/>
                  </a:cubicBezTo>
                  <a:cubicBezTo>
                    <a:pt x="314520" y="282943"/>
                    <a:pt x="313006" y="283279"/>
                    <a:pt x="312198" y="283279"/>
                  </a:cubicBezTo>
                  <a:cubicBezTo>
                    <a:pt x="311390" y="283279"/>
                    <a:pt x="309539" y="283246"/>
                    <a:pt x="309304" y="283246"/>
                  </a:cubicBezTo>
                  <a:cubicBezTo>
                    <a:pt x="309102" y="283246"/>
                    <a:pt x="305837" y="282539"/>
                    <a:pt x="305837" y="282539"/>
                  </a:cubicBezTo>
                  <a:lnTo>
                    <a:pt x="301933" y="283952"/>
                  </a:lnTo>
                  <a:lnTo>
                    <a:pt x="298332" y="284827"/>
                  </a:lnTo>
                  <a:lnTo>
                    <a:pt x="295942" y="285600"/>
                  </a:lnTo>
                  <a:lnTo>
                    <a:pt x="292779" y="284827"/>
                  </a:lnTo>
                  <a:lnTo>
                    <a:pt x="289952" y="282977"/>
                  </a:lnTo>
                  <a:lnTo>
                    <a:pt x="286385" y="282102"/>
                  </a:lnTo>
                  <a:lnTo>
                    <a:pt x="281370" y="282539"/>
                  </a:lnTo>
                  <a:lnTo>
                    <a:pt x="278543" y="286677"/>
                  </a:lnTo>
                  <a:lnTo>
                    <a:pt x="277130" y="291555"/>
                  </a:lnTo>
                  <a:lnTo>
                    <a:pt x="277130" y="295995"/>
                  </a:lnTo>
                  <a:lnTo>
                    <a:pt x="276356" y="301748"/>
                  </a:lnTo>
                  <a:lnTo>
                    <a:pt x="276894" y="305112"/>
                  </a:lnTo>
                  <a:lnTo>
                    <a:pt x="280697" y="310662"/>
                  </a:lnTo>
                  <a:lnTo>
                    <a:pt x="282313" y="314127"/>
                  </a:lnTo>
                  <a:lnTo>
                    <a:pt x="285241" y="314497"/>
                  </a:lnTo>
                  <a:lnTo>
                    <a:pt x="288168" y="312479"/>
                  </a:lnTo>
                  <a:lnTo>
                    <a:pt x="288370" y="312479"/>
                  </a:lnTo>
                  <a:lnTo>
                    <a:pt x="290861" y="314430"/>
                  </a:lnTo>
                  <a:lnTo>
                    <a:pt x="293149" y="318029"/>
                  </a:lnTo>
                  <a:lnTo>
                    <a:pt x="293688" y="320216"/>
                  </a:lnTo>
                  <a:lnTo>
                    <a:pt x="291837" y="324219"/>
                  </a:lnTo>
                  <a:lnTo>
                    <a:pt x="292039" y="327886"/>
                  </a:lnTo>
                  <a:lnTo>
                    <a:pt x="293452" y="329231"/>
                  </a:lnTo>
                  <a:cubicBezTo>
                    <a:pt x="293452" y="329231"/>
                    <a:pt x="293553" y="329769"/>
                    <a:pt x="293452" y="330106"/>
                  </a:cubicBezTo>
                  <a:cubicBezTo>
                    <a:pt x="293351" y="330442"/>
                    <a:pt x="290625" y="332494"/>
                    <a:pt x="290625" y="332494"/>
                  </a:cubicBezTo>
                  <a:cubicBezTo>
                    <a:pt x="290625" y="332494"/>
                    <a:pt x="289649" y="333806"/>
                    <a:pt x="289212" y="333806"/>
                  </a:cubicBezTo>
                  <a:cubicBezTo>
                    <a:pt x="288774" y="333806"/>
                    <a:pt x="284971" y="336195"/>
                    <a:pt x="284971" y="336195"/>
                  </a:cubicBezTo>
                  <a:lnTo>
                    <a:pt x="282784" y="340332"/>
                  </a:lnTo>
                  <a:lnTo>
                    <a:pt x="279620" y="340332"/>
                  </a:lnTo>
                  <a:lnTo>
                    <a:pt x="276457" y="340332"/>
                  </a:lnTo>
                  <a:lnTo>
                    <a:pt x="272654" y="340332"/>
                  </a:lnTo>
                  <a:lnTo>
                    <a:pt x="268413" y="336329"/>
                  </a:lnTo>
                  <a:lnTo>
                    <a:pt x="263634" y="335656"/>
                  </a:lnTo>
                  <a:lnTo>
                    <a:pt x="262221" y="336867"/>
                  </a:lnTo>
                  <a:lnTo>
                    <a:pt x="261548" y="337843"/>
                  </a:lnTo>
                  <a:cubicBezTo>
                    <a:pt x="261548" y="337843"/>
                    <a:pt x="261009" y="339256"/>
                    <a:pt x="261009" y="339693"/>
                  </a:cubicBezTo>
                  <a:cubicBezTo>
                    <a:pt x="261009" y="340130"/>
                    <a:pt x="260471" y="341644"/>
                    <a:pt x="260471" y="341644"/>
                  </a:cubicBezTo>
                  <a:lnTo>
                    <a:pt x="260571" y="344033"/>
                  </a:lnTo>
                  <a:lnTo>
                    <a:pt x="260235" y="345883"/>
                  </a:lnTo>
                  <a:cubicBezTo>
                    <a:pt x="260235" y="345883"/>
                    <a:pt x="259797" y="346858"/>
                    <a:pt x="259562" y="347195"/>
                  </a:cubicBezTo>
                  <a:cubicBezTo>
                    <a:pt x="259326" y="347531"/>
                    <a:pt x="258384" y="348608"/>
                    <a:pt x="258047" y="348944"/>
                  </a:cubicBezTo>
                  <a:cubicBezTo>
                    <a:pt x="257711" y="349280"/>
                    <a:pt x="254447" y="350592"/>
                    <a:pt x="254447" y="350592"/>
                  </a:cubicBezTo>
                  <a:lnTo>
                    <a:pt x="251821" y="351231"/>
                  </a:lnTo>
                  <a:cubicBezTo>
                    <a:pt x="251821" y="351231"/>
                    <a:pt x="250071" y="351871"/>
                    <a:pt x="249432" y="352005"/>
                  </a:cubicBezTo>
                  <a:cubicBezTo>
                    <a:pt x="248792" y="352106"/>
                    <a:pt x="248221" y="351904"/>
                    <a:pt x="247783" y="352005"/>
                  </a:cubicBezTo>
                  <a:cubicBezTo>
                    <a:pt x="247345" y="352106"/>
                    <a:pt x="246605" y="352173"/>
                    <a:pt x="245730" y="352039"/>
                  </a:cubicBezTo>
                  <a:cubicBezTo>
                    <a:pt x="244855" y="351904"/>
                    <a:pt x="242701" y="350054"/>
                    <a:pt x="241490" y="348978"/>
                  </a:cubicBezTo>
                  <a:cubicBezTo>
                    <a:pt x="240278" y="347901"/>
                    <a:pt x="239874" y="346488"/>
                    <a:pt x="238999" y="345950"/>
                  </a:cubicBezTo>
                  <a:cubicBezTo>
                    <a:pt x="238124" y="345412"/>
                    <a:pt x="236710" y="343663"/>
                    <a:pt x="236710" y="343663"/>
                  </a:cubicBezTo>
                  <a:cubicBezTo>
                    <a:pt x="236710" y="343663"/>
                    <a:pt x="234759" y="343562"/>
                    <a:pt x="234321" y="343562"/>
                  </a:cubicBezTo>
                  <a:cubicBezTo>
                    <a:pt x="233884" y="343562"/>
                    <a:pt x="230720" y="343663"/>
                    <a:pt x="230417" y="343663"/>
                  </a:cubicBezTo>
                  <a:cubicBezTo>
                    <a:pt x="230081" y="343663"/>
                    <a:pt x="227153" y="345176"/>
                    <a:pt x="227153" y="345176"/>
                  </a:cubicBezTo>
                  <a:lnTo>
                    <a:pt x="225302" y="346690"/>
                  </a:lnTo>
                  <a:lnTo>
                    <a:pt x="220624" y="349079"/>
                  </a:lnTo>
                  <a:lnTo>
                    <a:pt x="216148" y="350390"/>
                  </a:lnTo>
                  <a:cubicBezTo>
                    <a:pt x="216148" y="350390"/>
                    <a:pt x="212782" y="350491"/>
                    <a:pt x="212345" y="350491"/>
                  </a:cubicBezTo>
                  <a:cubicBezTo>
                    <a:pt x="211907" y="350491"/>
                    <a:pt x="208003" y="349079"/>
                    <a:pt x="206926" y="349079"/>
                  </a:cubicBezTo>
                  <a:cubicBezTo>
                    <a:pt x="205816" y="349079"/>
                    <a:pt x="204739" y="348540"/>
                    <a:pt x="204436" y="349079"/>
                  </a:cubicBezTo>
                  <a:cubicBezTo>
                    <a:pt x="204099" y="349617"/>
                    <a:pt x="202821" y="350491"/>
                    <a:pt x="202147" y="350929"/>
                  </a:cubicBezTo>
                  <a:cubicBezTo>
                    <a:pt x="201508" y="351366"/>
                    <a:pt x="201171" y="355066"/>
                    <a:pt x="201171" y="355066"/>
                  </a:cubicBezTo>
                  <a:lnTo>
                    <a:pt x="199657" y="355706"/>
                  </a:lnTo>
                  <a:lnTo>
                    <a:pt x="194878" y="355066"/>
                  </a:lnTo>
                  <a:cubicBezTo>
                    <a:pt x="194878" y="355066"/>
                    <a:pt x="193565" y="354528"/>
                    <a:pt x="192589" y="353654"/>
                  </a:cubicBezTo>
                  <a:cubicBezTo>
                    <a:pt x="191613" y="352779"/>
                    <a:pt x="190200" y="349079"/>
                    <a:pt x="189863" y="348978"/>
                  </a:cubicBezTo>
                  <a:cubicBezTo>
                    <a:pt x="189527" y="348877"/>
                    <a:pt x="189325" y="346253"/>
                    <a:pt x="188989" y="345950"/>
                  </a:cubicBezTo>
                  <a:cubicBezTo>
                    <a:pt x="188652" y="345614"/>
                    <a:pt x="186262" y="343999"/>
                    <a:pt x="186262" y="343999"/>
                  </a:cubicBezTo>
                  <a:cubicBezTo>
                    <a:pt x="186262" y="343999"/>
                    <a:pt x="183435" y="343225"/>
                    <a:pt x="182459" y="343562"/>
                  </a:cubicBezTo>
                  <a:cubicBezTo>
                    <a:pt x="181483" y="343898"/>
                    <a:pt x="180844" y="343562"/>
                    <a:pt x="179531" y="343360"/>
                  </a:cubicBezTo>
                  <a:cubicBezTo>
                    <a:pt x="178219" y="343158"/>
                    <a:pt x="175931" y="342384"/>
                    <a:pt x="175829" y="342048"/>
                  </a:cubicBezTo>
                  <a:cubicBezTo>
                    <a:pt x="175728" y="341711"/>
                    <a:pt x="175156" y="337708"/>
                    <a:pt x="175156" y="337708"/>
                  </a:cubicBezTo>
                  <a:lnTo>
                    <a:pt x="172565" y="336834"/>
                  </a:lnTo>
                  <a:lnTo>
                    <a:pt x="167887" y="335959"/>
                  </a:lnTo>
                  <a:cubicBezTo>
                    <a:pt x="167887" y="335959"/>
                    <a:pt x="167416" y="334883"/>
                    <a:pt x="167416" y="334445"/>
                  </a:cubicBezTo>
                  <a:cubicBezTo>
                    <a:pt x="167416" y="334008"/>
                    <a:pt x="165598" y="331855"/>
                    <a:pt x="165598" y="331418"/>
                  </a:cubicBezTo>
                  <a:cubicBezTo>
                    <a:pt x="165598" y="330980"/>
                    <a:pt x="165598" y="329130"/>
                    <a:pt x="165598" y="329130"/>
                  </a:cubicBezTo>
                  <a:lnTo>
                    <a:pt x="166911" y="327953"/>
                  </a:lnTo>
                  <a:lnTo>
                    <a:pt x="169839" y="328054"/>
                  </a:lnTo>
                  <a:lnTo>
                    <a:pt x="172128" y="328928"/>
                  </a:lnTo>
                  <a:lnTo>
                    <a:pt x="173642" y="329366"/>
                  </a:lnTo>
                  <a:lnTo>
                    <a:pt x="176031" y="329803"/>
                  </a:lnTo>
                  <a:lnTo>
                    <a:pt x="177479" y="328727"/>
                  </a:lnTo>
                  <a:lnTo>
                    <a:pt x="178387" y="327179"/>
                  </a:lnTo>
                  <a:lnTo>
                    <a:pt x="178791" y="325463"/>
                  </a:lnTo>
                  <a:lnTo>
                    <a:pt x="177748" y="323849"/>
                  </a:lnTo>
                  <a:lnTo>
                    <a:pt x="174584" y="320720"/>
                  </a:lnTo>
                  <a:lnTo>
                    <a:pt x="173103" y="318567"/>
                  </a:lnTo>
                  <a:lnTo>
                    <a:pt x="169974" y="315271"/>
                  </a:lnTo>
                  <a:lnTo>
                    <a:pt x="167651" y="313454"/>
                  </a:lnTo>
                  <a:cubicBezTo>
                    <a:pt x="167651" y="313454"/>
                    <a:pt x="165464" y="311200"/>
                    <a:pt x="165397" y="310998"/>
                  </a:cubicBezTo>
                  <a:cubicBezTo>
                    <a:pt x="165329" y="310797"/>
                    <a:pt x="164454" y="308240"/>
                    <a:pt x="164387" y="308038"/>
                  </a:cubicBezTo>
                  <a:cubicBezTo>
                    <a:pt x="164319" y="307836"/>
                    <a:pt x="164151" y="305448"/>
                    <a:pt x="164151" y="305448"/>
                  </a:cubicBezTo>
                  <a:lnTo>
                    <a:pt x="163882" y="301613"/>
                  </a:lnTo>
                  <a:lnTo>
                    <a:pt x="163882" y="299662"/>
                  </a:lnTo>
                  <a:lnTo>
                    <a:pt x="167517" y="298787"/>
                  </a:lnTo>
                  <a:lnTo>
                    <a:pt x="168257" y="298787"/>
                  </a:lnTo>
                  <a:lnTo>
                    <a:pt x="170007" y="298787"/>
                  </a:lnTo>
                  <a:lnTo>
                    <a:pt x="171757" y="298787"/>
                  </a:lnTo>
                  <a:lnTo>
                    <a:pt x="173473" y="298787"/>
                  </a:lnTo>
                  <a:cubicBezTo>
                    <a:pt x="173473" y="298787"/>
                    <a:pt x="173473" y="298855"/>
                    <a:pt x="174214" y="298283"/>
                  </a:cubicBezTo>
                  <a:cubicBezTo>
                    <a:pt x="174954" y="297711"/>
                    <a:pt x="176166" y="296769"/>
                    <a:pt x="176166" y="296769"/>
                  </a:cubicBezTo>
                  <a:lnTo>
                    <a:pt x="177680" y="293506"/>
                  </a:lnTo>
                  <a:lnTo>
                    <a:pt x="180575" y="290916"/>
                  </a:lnTo>
                  <a:cubicBezTo>
                    <a:pt x="180575" y="290916"/>
                    <a:pt x="181954" y="290478"/>
                    <a:pt x="182392" y="290041"/>
                  </a:cubicBezTo>
                  <a:cubicBezTo>
                    <a:pt x="182829" y="289604"/>
                    <a:pt x="185724" y="287350"/>
                    <a:pt x="185724" y="287350"/>
                  </a:cubicBezTo>
                  <a:cubicBezTo>
                    <a:pt x="185724" y="287350"/>
                    <a:pt x="187609" y="286711"/>
                    <a:pt x="187911" y="286711"/>
                  </a:cubicBezTo>
                  <a:cubicBezTo>
                    <a:pt x="188214" y="286711"/>
                    <a:pt x="189426" y="286643"/>
                    <a:pt x="190234" y="286711"/>
                  </a:cubicBezTo>
                  <a:cubicBezTo>
                    <a:pt x="191041" y="286778"/>
                    <a:pt x="192253" y="286576"/>
                    <a:pt x="193128" y="286677"/>
                  </a:cubicBezTo>
                  <a:cubicBezTo>
                    <a:pt x="194003" y="286778"/>
                    <a:pt x="195450" y="286071"/>
                    <a:pt x="195753" y="286071"/>
                  </a:cubicBezTo>
                  <a:cubicBezTo>
                    <a:pt x="196022" y="286071"/>
                    <a:pt x="196897" y="285634"/>
                    <a:pt x="197638" y="285500"/>
                  </a:cubicBezTo>
                  <a:cubicBezTo>
                    <a:pt x="198344" y="285365"/>
                    <a:pt x="200027" y="283549"/>
                    <a:pt x="200027" y="283549"/>
                  </a:cubicBezTo>
                  <a:cubicBezTo>
                    <a:pt x="200027" y="283549"/>
                    <a:pt x="200667" y="282909"/>
                    <a:pt x="200835" y="282607"/>
                  </a:cubicBezTo>
                  <a:cubicBezTo>
                    <a:pt x="200969" y="282338"/>
                    <a:pt x="201979" y="281093"/>
                    <a:pt x="202215" y="281026"/>
                  </a:cubicBezTo>
                  <a:cubicBezTo>
                    <a:pt x="202417" y="280958"/>
                    <a:pt x="203460" y="280084"/>
                    <a:pt x="203729" y="280084"/>
                  </a:cubicBezTo>
                  <a:cubicBezTo>
                    <a:pt x="203998" y="280084"/>
                    <a:pt x="205883" y="278200"/>
                    <a:pt x="206119" y="278133"/>
                  </a:cubicBezTo>
                  <a:cubicBezTo>
                    <a:pt x="206320" y="278065"/>
                    <a:pt x="207364" y="276821"/>
                    <a:pt x="207633" y="276619"/>
                  </a:cubicBezTo>
                  <a:cubicBezTo>
                    <a:pt x="207936" y="276417"/>
                    <a:pt x="209148" y="274600"/>
                    <a:pt x="209148" y="274298"/>
                  </a:cubicBezTo>
                  <a:cubicBezTo>
                    <a:pt x="209148" y="273995"/>
                    <a:pt x="209148" y="270160"/>
                    <a:pt x="209148" y="270160"/>
                  </a:cubicBezTo>
                  <a:lnTo>
                    <a:pt x="205816" y="266964"/>
                  </a:lnTo>
                  <a:lnTo>
                    <a:pt x="205109" y="263701"/>
                  </a:lnTo>
                  <a:lnTo>
                    <a:pt x="201037" y="260573"/>
                  </a:lnTo>
                  <a:lnTo>
                    <a:pt x="199589" y="260573"/>
                  </a:lnTo>
                  <a:lnTo>
                    <a:pt x="197840" y="260573"/>
                  </a:lnTo>
                  <a:lnTo>
                    <a:pt x="195820" y="259429"/>
                  </a:lnTo>
                  <a:lnTo>
                    <a:pt x="194945" y="257848"/>
                  </a:lnTo>
                  <a:lnTo>
                    <a:pt x="195349" y="256637"/>
                  </a:lnTo>
                  <a:lnTo>
                    <a:pt x="194205" y="254719"/>
                  </a:lnTo>
                  <a:lnTo>
                    <a:pt x="193397" y="253138"/>
                  </a:lnTo>
                  <a:lnTo>
                    <a:pt x="192152" y="252365"/>
                  </a:lnTo>
                  <a:cubicBezTo>
                    <a:pt x="192152" y="252365"/>
                    <a:pt x="189830" y="250615"/>
                    <a:pt x="189695" y="250413"/>
                  </a:cubicBezTo>
                  <a:cubicBezTo>
                    <a:pt x="189594" y="250212"/>
                    <a:pt x="188585" y="248126"/>
                    <a:pt x="188585" y="248126"/>
                  </a:cubicBezTo>
                  <a:lnTo>
                    <a:pt x="188282" y="246377"/>
                  </a:lnTo>
                  <a:lnTo>
                    <a:pt x="188282" y="245771"/>
                  </a:lnTo>
                  <a:cubicBezTo>
                    <a:pt x="188282" y="245771"/>
                    <a:pt x="187743" y="243820"/>
                    <a:pt x="187911" y="243753"/>
                  </a:cubicBezTo>
                  <a:cubicBezTo>
                    <a:pt x="188080" y="243686"/>
                    <a:pt x="188282" y="242441"/>
                    <a:pt x="188282" y="242441"/>
                  </a:cubicBezTo>
                  <a:cubicBezTo>
                    <a:pt x="188551" y="242205"/>
                    <a:pt x="189157" y="241230"/>
                    <a:pt x="189157" y="241230"/>
                  </a:cubicBezTo>
                  <a:cubicBezTo>
                    <a:pt x="189157" y="241230"/>
                    <a:pt x="190738" y="239716"/>
                    <a:pt x="190907" y="239716"/>
                  </a:cubicBezTo>
                  <a:cubicBezTo>
                    <a:pt x="191075" y="239716"/>
                    <a:pt x="192320" y="239279"/>
                    <a:pt x="192522" y="239279"/>
                  </a:cubicBezTo>
                  <a:cubicBezTo>
                    <a:pt x="192758" y="239279"/>
                    <a:pt x="193397" y="239380"/>
                    <a:pt x="193734" y="239279"/>
                  </a:cubicBezTo>
                  <a:cubicBezTo>
                    <a:pt x="194070" y="239178"/>
                    <a:pt x="195955" y="238135"/>
                    <a:pt x="195955" y="238135"/>
                  </a:cubicBezTo>
                  <a:lnTo>
                    <a:pt x="198782" y="236117"/>
                  </a:lnTo>
                  <a:lnTo>
                    <a:pt x="199859" y="235309"/>
                  </a:lnTo>
                  <a:cubicBezTo>
                    <a:pt x="199859" y="235309"/>
                    <a:pt x="200902" y="234973"/>
                    <a:pt x="201104" y="234939"/>
                  </a:cubicBezTo>
                  <a:cubicBezTo>
                    <a:pt x="201306" y="234872"/>
                    <a:pt x="203123" y="235107"/>
                    <a:pt x="203325" y="234939"/>
                  </a:cubicBezTo>
                  <a:cubicBezTo>
                    <a:pt x="203527" y="234771"/>
                    <a:pt x="204840" y="235074"/>
                    <a:pt x="205244" y="234939"/>
                  </a:cubicBezTo>
                  <a:cubicBezTo>
                    <a:pt x="205614" y="234771"/>
                    <a:pt x="206590" y="234906"/>
                    <a:pt x="207128" y="234906"/>
                  </a:cubicBezTo>
                  <a:cubicBezTo>
                    <a:pt x="207667" y="234906"/>
                    <a:pt x="209719" y="234838"/>
                    <a:pt x="209955" y="234872"/>
                  </a:cubicBezTo>
                  <a:cubicBezTo>
                    <a:pt x="210157" y="234906"/>
                    <a:pt x="211099" y="234805"/>
                    <a:pt x="211840" y="234872"/>
                  </a:cubicBezTo>
                  <a:cubicBezTo>
                    <a:pt x="212614" y="234906"/>
                    <a:pt x="213489" y="235007"/>
                    <a:pt x="214027" y="234872"/>
                  </a:cubicBezTo>
                  <a:cubicBezTo>
                    <a:pt x="214566" y="234704"/>
                    <a:pt x="217460" y="234065"/>
                    <a:pt x="217460" y="234065"/>
                  </a:cubicBezTo>
                  <a:cubicBezTo>
                    <a:pt x="217460" y="234065"/>
                    <a:pt x="218335" y="231508"/>
                    <a:pt x="218638" y="231474"/>
                  </a:cubicBezTo>
                  <a:cubicBezTo>
                    <a:pt x="218974" y="231407"/>
                    <a:pt x="220927" y="228279"/>
                    <a:pt x="220927" y="228279"/>
                  </a:cubicBezTo>
                  <a:cubicBezTo>
                    <a:pt x="220927" y="228279"/>
                    <a:pt x="221566" y="225453"/>
                    <a:pt x="221566" y="225285"/>
                  </a:cubicBezTo>
                  <a:cubicBezTo>
                    <a:pt x="221566" y="225116"/>
                    <a:pt x="222206" y="222997"/>
                    <a:pt x="222206" y="222997"/>
                  </a:cubicBezTo>
                  <a:lnTo>
                    <a:pt x="223855" y="220710"/>
                  </a:lnTo>
                  <a:lnTo>
                    <a:pt x="224662" y="219734"/>
                  </a:lnTo>
                  <a:lnTo>
                    <a:pt x="226009" y="218220"/>
                  </a:lnTo>
                  <a:cubicBezTo>
                    <a:pt x="226009" y="218220"/>
                    <a:pt x="227691" y="216538"/>
                    <a:pt x="227927" y="216437"/>
                  </a:cubicBezTo>
                  <a:cubicBezTo>
                    <a:pt x="228129" y="216336"/>
                    <a:pt x="230586" y="215529"/>
                    <a:pt x="230586" y="215529"/>
                  </a:cubicBezTo>
                  <a:cubicBezTo>
                    <a:pt x="230586" y="215529"/>
                    <a:pt x="232336" y="215395"/>
                    <a:pt x="232638" y="215395"/>
                  </a:cubicBezTo>
                  <a:cubicBezTo>
                    <a:pt x="232941" y="215395"/>
                    <a:pt x="234321" y="215395"/>
                    <a:pt x="234321" y="215395"/>
                  </a:cubicBezTo>
                  <a:lnTo>
                    <a:pt x="236441" y="215058"/>
                  </a:lnTo>
                  <a:lnTo>
                    <a:pt x="238192" y="214419"/>
                  </a:lnTo>
                  <a:cubicBezTo>
                    <a:pt x="238192" y="214419"/>
                    <a:pt x="239403" y="213174"/>
                    <a:pt x="239605" y="213174"/>
                  </a:cubicBezTo>
                  <a:cubicBezTo>
                    <a:pt x="239807" y="213174"/>
                    <a:pt x="240648" y="212132"/>
                    <a:pt x="240648" y="212132"/>
                  </a:cubicBezTo>
                  <a:cubicBezTo>
                    <a:pt x="240648" y="212132"/>
                    <a:pt x="242163" y="212199"/>
                    <a:pt x="242398" y="212132"/>
                  </a:cubicBezTo>
                  <a:cubicBezTo>
                    <a:pt x="242600" y="212064"/>
                    <a:pt x="243206" y="213444"/>
                    <a:pt x="243206" y="213444"/>
                  </a:cubicBezTo>
                  <a:lnTo>
                    <a:pt x="243710" y="214621"/>
                  </a:lnTo>
                  <a:cubicBezTo>
                    <a:pt x="243710" y="214621"/>
                    <a:pt x="245730" y="215126"/>
                    <a:pt x="246100" y="215126"/>
                  </a:cubicBezTo>
                  <a:cubicBezTo>
                    <a:pt x="246470" y="215126"/>
                    <a:pt x="247884" y="214957"/>
                    <a:pt x="247884" y="214957"/>
                  </a:cubicBezTo>
                  <a:cubicBezTo>
                    <a:pt x="247884" y="214957"/>
                    <a:pt x="248759" y="213612"/>
                    <a:pt x="248759" y="213444"/>
                  </a:cubicBezTo>
                  <a:cubicBezTo>
                    <a:pt x="248759" y="213275"/>
                    <a:pt x="248052" y="211391"/>
                    <a:pt x="247884" y="211257"/>
                  </a:cubicBezTo>
                  <a:cubicBezTo>
                    <a:pt x="247716" y="211156"/>
                    <a:pt x="246268" y="210349"/>
                    <a:pt x="246100" y="210214"/>
                  </a:cubicBezTo>
                  <a:cubicBezTo>
                    <a:pt x="245932" y="210113"/>
                    <a:pt x="243610" y="208801"/>
                    <a:pt x="243610" y="208801"/>
                  </a:cubicBezTo>
                  <a:lnTo>
                    <a:pt x="240581" y="206514"/>
                  </a:lnTo>
                  <a:cubicBezTo>
                    <a:pt x="240581" y="206514"/>
                    <a:pt x="239672" y="204596"/>
                    <a:pt x="239504" y="204495"/>
                  </a:cubicBezTo>
                  <a:cubicBezTo>
                    <a:pt x="239336" y="204394"/>
                    <a:pt x="238090" y="202376"/>
                    <a:pt x="237989" y="202208"/>
                  </a:cubicBezTo>
                  <a:cubicBezTo>
                    <a:pt x="237888" y="202040"/>
                    <a:pt x="236744" y="199988"/>
                    <a:pt x="236744" y="199752"/>
                  </a:cubicBezTo>
                  <a:cubicBezTo>
                    <a:pt x="236744" y="199550"/>
                    <a:pt x="236475" y="198070"/>
                    <a:pt x="236475" y="198070"/>
                  </a:cubicBezTo>
                  <a:cubicBezTo>
                    <a:pt x="236475" y="198070"/>
                    <a:pt x="237249" y="196926"/>
                    <a:pt x="237384" y="196926"/>
                  </a:cubicBezTo>
                  <a:cubicBezTo>
                    <a:pt x="237518" y="196926"/>
                    <a:pt x="239134" y="196388"/>
                    <a:pt x="239134" y="196388"/>
                  </a:cubicBezTo>
                  <a:lnTo>
                    <a:pt x="241287" y="196725"/>
                  </a:lnTo>
                  <a:lnTo>
                    <a:pt x="243610" y="198037"/>
                  </a:lnTo>
                  <a:lnTo>
                    <a:pt x="244821" y="199113"/>
                  </a:lnTo>
                  <a:cubicBezTo>
                    <a:pt x="244821" y="199113"/>
                    <a:pt x="248018" y="200425"/>
                    <a:pt x="248254" y="200425"/>
                  </a:cubicBezTo>
                  <a:cubicBezTo>
                    <a:pt x="248490" y="200425"/>
                    <a:pt x="249466" y="199988"/>
                    <a:pt x="249331" y="199349"/>
                  </a:cubicBezTo>
                  <a:cubicBezTo>
                    <a:pt x="249230" y="198709"/>
                    <a:pt x="248893" y="197936"/>
                    <a:pt x="248826" y="197767"/>
                  </a:cubicBezTo>
                  <a:cubicBezTo>
                    <a:pt x="248759" y="197599"/>
                    <a:pt x="248759" y="195884"/>
                    <a:pt x="248658" y="195715"/>
                  </a:cubicBezTo>
                  <a:cubicBezTo>
                    <a:pt x="248557" y="195547"/>
                    <a:pt x="247009" y="193764"/>
                    <a:pt x="247009" y="193764"/>
                  </a:cubicBezTo>
                  <a:lnTo>
                    <a:pt x="245663" y="192621"/>
                  </a:lnTo>
                  <a:cubicBezTo>
                    <a:pt x="245663" y="192621"/>
                    <a:pt x="244687" y="191309"/>
                    <a:pt x="244687" y="190770"/>
                  </a:cubicBezTo>
                  <a:cubicBezTo>
                    <a:pt x="244687" y="190232"/>
                    <a:pt x="244316" y="189425"/>
                    <a:pt x="244687" y="189358"/>
                  </a:cubicBezTo>
                  <a:cubicBezTo>
                    <a:pt x="245057" y="189290"/>
                    <a:pt x="246033" y="188920"/>
                    <a:pt x="246706" y="188752"/>
                  </a:cubicBezTo>
                  <a:cubicBezTo>
                    <a:pt x="247379" y="188584"/>
                    <a:pt x="248893" y="188416"/>
                    <a:pt x="249331" y="188416"/>
                  </a:cubicBezTo>
                  <a:cubicBezTo>
                    <a:pt x="249768" y="188416"/>
                    <a:pt x="253336" y="189660"/>
                    <a:pt x="253336" y="189660"/>
                  </a:cubicBezTo>
                  <a:cubicBezTo>
                    <a:pt x="253336" y="189660"/>
                    <a:pt x="255759" y="187676"/>
                    <a:pt x="255961" y="187743"/>
                  </a:cubicBezTo>
                  <a:cubicBezTo>
                    <a:pt x="256163" y="187810"/>
                    <a:pt x="257980" y="186734"/>
                    <a:pt x="258351" y="186296"/>
                  </a:cubicBezTo>
                  <a:cubicBezTo>
                    <a:pt x="258721" y="185859"/>
                    <a:pt x="258552" y="184110"/>
                    <a:pt x="258653" y="183168"/>
                  </a:cubicBezTo>
                  <a:cubicBezTo>
                    <a:pt x="258721" y="182226"/>
                    <a:pt x="258519" y="181284"/>
                    <a:pt x="258653" y="180645"/>
                  </a:cubicBezTo>
                  <a:cubicBezTo>
                    <a:pt x="258788" y="180006"/>
                    <a:pt x="259360" y="179064"/>
                    <a:pt x="259730" y="178626"/>
                  </a:cubicBezTo>
                  <a:cubicBezTo>
                    <a:pt x="260101" y="178189"/>
                    <a:pt x="260605" y="177180"/>
                    <a:pt x="260875" y="176945"/>
                  </a:cubicBezTo>
                  <a:cubicBezTo>
                    <a:pt x="261177" y="176709"/>
                    <a:pt x="262995" y="175801"/>
                    <a:pt x="263264" y="175633"/>
                  </a:cubicBezTo>
                  <a:cubicBezTo>
                    <a:pt x="263567" y="175498"/>
                    <a:pt x="264846" y="175767"/>
                    <a:pt x="265452" y="175633"/>
                  </a:cubicBezTo>
                  <a:cubicBezTo>
                    <a:pt x="266024" y="175498"/>
                    <a:pt x="266461" y="175935"/>
                    <a:pt x="266764" y="176137"/>
                  </a:cubicBezTo>
                  <a:cubicBezTo>
                    <a:pt x="267033" y="176339"/>
                    <a:pt x="267505" y="177584"/>
                    <a:pt x="267639" y="178660"/>
                  </a:cubicBezTo>
                  <a:cubicBezTo>
                    <a:pt x="267774" y="179737"/>
                    <a:pt x="267505" y="180544"/>
                    <a:pt x="267639" y="181620"/>
                  </a:cubicBezTo>
                  <a:cubicBezTo>
                    <a:pt x="267774" y="182697"/>
                    <a:pt x="267505" y="183639"/>
                    <a:pt x="267673" y="184076"/>
                  </a:cubicBezTo>
                  <a:cubicBezTo>
                    <a:pt x="267841" y="184513"/>
                    <a:pt x="267673" y="187205"/>
                    <a:pt x="267673" y="187205"/>
                  </a:cubicBezTo>
                  <a:cubicBezTo>
                    <a:pt x="267673" y="187205"/>
                    <a:pt x="267202" y="188651"/>
                    <a:pt x="268077" y="189526"/>
                  </a:cubicBezTo>
                  <a:cubicBezTo>
                    <a:pt x="268951" y="190400"/>
                    <a:pt x="269591" y="191981"/>
                    <a:pt x="269894" y="192419"/>
                  </a:cubicBezTo>
                  <a:cubicBezTo>
                    <a:pt x="270197" y="192856"/>
                    <a:pt x="270971" y="195312"/>
                    <a:pt x="271206" y="195379"/>
                  </a:cubicBezTo>
                  <a:cubicBezTo>
                    <a:pt x="271442" y="195446"/>
                    <a:pt x="272654" y="197633"/>
                    <a:pt x="273596" y="198003"/>
                  </a:cubicBezTo>
                  <a:cubicBezTo>
                    <a:pt x="274538" y="198373"/>
                    <a:pt x="275481" y="199819"/>
                    <a:pt x="277130" y="200694"/>
                  </a:cubicBezTo>
                  <a:cubicBezTo>
                    <a:pt x="278779" y="201569"/>
                    <a:pt x="281269" y="203284"/>
                    <a:pt x="281269" y="203284"/>
                  </a:cubicBezTo>
                  <a:lnTo>
                    <a:pt x="283423" y="204664"/>
                  </a:lnTo>
                  <a:lnTo>
                    <a:pt x="287899" y="210685"/>
                  </a:lnTo>
                  <a:lnTo>
                    <a:pt x="291231" y="214217"/>
                  </a:lnTo>
                  <a:lnTo>
                    <a:pt x="293755" y="216606"/>
                  </a:lnTo>
                  <a:lnTo>
                    <a:pt x="299847" y="219129"/>
                  </a:lnTo>
                  <a:cubicBezTo>
                    <a:pt x="299847" y="219129"/>
                    <a:pt x="305501" y="217682"/>
                    <a:pt x="305938" y="217548"/>
                  </a:cubicBezTo>
                  <a:cubicBezTo>
                    <a:pt x="306376" y="217413"/>
                    <a:pt x="310583" y="216673"/>
                    <a:pt x="310583" y="216673"/>
                  </a:cubicBezTo>
                  <a:lnTo>
                    <a:pt x="321756" y="217043"/>
                  </a:lnTo>
                  <a:lnTo>
                    <a:pt x="325087" y="217043"/>
                  </a:lnTo>
                  <a:lnTo>
                    <a:pt x="329294" y="218792"/>
                  </a:lnTo>
                  <a:lnTo>
                    <a:pt x="335218" y="218792"/>
                  </a:lnTo>
                  <a:cubicBezTo>
                    <a:pt x="335218" y="218792"/>
                    <a:pt x="337809" y="218220"/>
                    <a:pt x="338415" y="218355"/>
                  </a:cubicBezTo>
                  <a:cubicBezTo>
                    <a:pt x="338987" y="218489"/>
                    <a:pt x="340299" y="221046"/>
                    <a:pt x="340299" y="221046"/>
                  </a:cubicBezTo>
                  <a:lnTo>
                    <a:pt x="341107" y="222560"/>
                  </a:lnTo>
                  <a:lnTo>
                    <a:pt x="340299" y="224645"/>
                  </a:lnTo>
                  <a:close/>
                </a:path>
              </a:pathLst>
            </a:custGeom>
            <a:grpFill/>
            <a:ln w="6350" cap="flat">
              <a:solidFill>
                <a:schemeClr val="bg1"/>
              </a:solidFill>
              <a:prstDash val="solid"/>
              <a:miter/>
            </a:ln>
          </p:spPr>
          <p:txBody>
            <a:bodyPr rtlCol="0" anchor="ctr"/>
            <a:lstStyle/>
            <a:p>
              <a:endParaRPr lang="en-US"/>
            </a:p>
          </p:txBody>
        </p:sp>
        <p:grpSp>
          <p:nvGrpSpPr>
            <p:cNvPr id="184" name="Graphic 11">
              <a:extLst>
                <a:ext uri="{FF2B5EF4-FFF2-40B4-BE49-F238E27FC236}">
                  <a16:creationId xmlns:a16="http://schemas.microsoft.com/office/drawing/2014/main" id="{13FFFD54-24EE-0371-4FF3-F938587AAEA8}"/>
                </a:ext>
              </a:extLst>
            </p:cNvPr>
            <p:cNvGrpSpPr/>
            <p:nvPr/>
          </p:nvGrpSpPr>
          <p:grpSpPr>
            <a:xfrm>
              <a:off x="8145184" y="2281729"/>
              <a:ext cx="310509" cy="293378"/>
              <a:chOff x="5946217" y="1188690"/>
              <a:chExt cx="596146" cy="563255"/>
            </a:xfrm>
            <a:grpFill/>
          </p:grpSpPr>
          <p:sp>
            <p:nvSpPr>
              <p:cNvPr id="206" name="Freeform 923">
                <a:extLst>
                  <a:ext uri="{FF2B5EF4-FFF2-40B4-BE49-F238E27FC236}">
                    <a16:creationId xmlns:a16="http://schemas.microsoft.com/office/drawing/2014/main" id="{30CBAB8D-E71B-0B2D-E226-DDC3878228FD}"/>
                  </a:ext>
                </a:extLst>
              </p:cNvPr>
              <p:cNvSpPr/>
              <p:nvPr/>
            </p:nvSpPr>
            <p:spPr>
              <a:xfrm>
                <a:off x="5946217" y="1188690"/>
                <a:ext cx="596146" cy="563255"/>
              </a:xfrm>
              <a:custGeom>
                <a:avLst/>
                <a:gdLst>
                  <a:gd name="connsiteX0" fmla="*/ 595888 w 596146"/>
                  <a:gd name="connsiteY0" fmla="*/ 241734 h 563255"/>
                  <a:gd name="connsiteX1" fmla="*/ 594003 w 596146"/>
                  <a:gd name="connsiteY1" fmla="*/ 238101 h 563255"/>
                  <a:gd name="connsiteX2" fmla="*/ 590672 w 596146"/>
                  <a:gd name="connsiteY2" fmla="*/ 233762 h 563255"/>
                  <a:gd name="connsiteX3" fmla="*/ 586330 w 596146"/>
                  <a:gd name="connsiteY3" fmla="*/ 228413 h 563255"/>
                  <a:gd name="connsiteX4" fmla="*/ 585186 w 596146"/>
                  <a:gd name="connsiteY4" fmla="*/ 228110 h 563255"/>
                  <a:gd name="connsiteX5" fmla="*/ 582729 w 596146"/>
                  <a:gd name="connsiteY5" fmla="*/ 228245 h 563255"/>
                  <a:gd name="connsiteX6" fmla="*/ 579263 w 596146"/>
                  <a:gd name="connsiteY6" fmla="*/ 226933 h 563255"/>
                  <a:gd name="connsiteX7" fmla="*/ 578119 w 596146"/>
                  <a:gd name="connsiteY7" fmla="*/ 226798 h 563255"/>
                  <a:gd name="connsiteX8" fmla="*/ 578119 w 596146"/>
                  <a:gd name="connsiteY8" fmla="*/ 223468 h 563255"/>
                  <a:gd name="connsiteX9" fmla="*/ 576301 w 596146"/>
                  <a:gd name="connsiteY9" fmla="*/ 220878 h 563255"/>
                  <a:gd name="connsiteX10" fmla="*/ 573777 w 596146"/>
                  <a:gd name="connsiteY10" fmla="*/ 218994 h 563255"/>
                  <a:gd name="connsiteX11" fmla="*/ 571455 w 596146"/>
                  <a:gd name="connsiteY11" fmla="*/ 215966 h 563255"/>
                  <a:gd name="connsiteX12" fmla="*/ 570142 w 596146"/>
                  <a:gd name="connsiteY12" fmla="*/ 212199 h 563255"/>
                  <a:gd name="connsiteX13" fmla="*/ 569267 w 596146"/>
                  <a:gd name="connsiteY13" fmla="*/ 208431 h 563255"/>
                  <a:gd name="connsiteX14" fmla="*/ 566373 w 596146"/>
                  <a:gd name="connsiteY14" fmla="*/ 202780 h 563255"/>
                  <a:gd name="connsiteX15" fmla="*/ 563041 w 596146"/>
                  <a:gd name="connsiteY15" fmla="*/ 197263 h 563255"/>
                  <a:gd name="connsiteX16" fmla="*/ 561897 w 596146"/>
                  <a:gd name="connsiteY16" fmla="*/ 194942 h 563255"/>
                  <a:gd name="connsiteX17" fmla="*/ 561897 w 596146"/>
                  <a:gd name="connsiteY17" fmla="*/ 192486 h 563255"/>
                  <a:gd name="connsiteX18" fmla="*/ 561156 w 596146"/>
                  <a:gd name="connsiteY18" fmla="*/ 189862 h 563255"/>
                  <a:gd name="connsiteX19" fmla="*/ 559710 w 596146"/>
                  <a:gd name="connsiteY19" fmla="*/ 186094 h 563255"/>
                  <a:gd name="connsiteX20" fmla="*/ 558128 w 596146"/>
                  <a:gd name="connsiteY20" fmla="*/ 184211 h 563255"/>
                  <a:gd name="connsiteX21" fmla="*/ 554661 w 596146"/>
                  <a:gd name="connsiteY21" fmla="*/ 184211 h 563255"/>
                  <a:gd name="connsiteX22" fmla="*/ 550455 w 596146"/>
                  <a:gd name="connsiteY22" fmla="*/ 184413 h 563255"/>
                  <a:gd name="connsiteX23" fmla="*/ 545541 w 596146"/>
                  <a:gd name="connsiteY23" fmla="*/ 183908 h 563255"/>
                  <a:gd name="connsiteX24" fmla="*/ 543959 w 596146"/>
                  <a:gd name="connsiteY24" fmla="*/ 182024 h 563255"/>
                  <a:gd name="connsiteX25" fmla="*/ 543959 w 596146"/>
                  <a:gd name="connsiteY25" fmla="*/ 179871 h 563255"/>
                  <a:gd name="connsiteX26" fmla="*/ 544666 w 596146"/>
                  <a:gd name="connsiteY26" fmla="*/ 177987 h 563255"/>
                  <a:gd name="connsiteX27" fmla="*/ 546551 w 596146"/>
                  <a:gd name="connsiteY27" fmla="*/ 174354 h 563255"/>
                  <a:gd name="connsiteX28" fmla="*/ 548435 w 596146"/>
                  <a:gd name="connsiteY28" fmla="*/ 171024 h 563255"/>
                  <a:gd name="connsiteX29" fmla="*/ 548873 w 596146"/>
                  <a:gd name="connsiteY29" fmla="*/ 168266 h 563255"/>
                  <a:gd name="connsiteX30" fmla="*/ 546853 w 596146"/>
                  <a:gd name="connsiteY30" fmla="*/ 164801 h 563255"/>
                  <a:gd name="connsiteX31" fmla="*/ 543387 w 596146"/>
                  <a:gd name="connsiteY31" fmla="*/ 163051 h 563255"/>
                  <a:gd name="connsiteX32" fmla="*/ 541502 w 596146"/>
                  <a:gd name="connsiteY32" fmla="*/ 161908 h 563255"/>
                  <a:gd name="connsiteX33" fmla="*/ 538036 w 596146"/>
                  <a:gd name="connsiteY33" fmla="*/ 161605 h 563255"/>
                  <a:gd name="connsiteX34" fmla="*/ 536892 w 596146"/>
                  <a:gd name="connsiteY34" fmla="*/ 158712 h 563255"/>
                  <a:gd name="connsiteX35" fmla="*/ 538541 w 596146"/>
                  <a:gd name="connsiteY35" fmla="*/ 156021 h 563255"/>
                  <a:gd name="connsiteX36" fmla="*/ 541435 w 596146"/>
                  <a:gd name="connsiteY36" fmla="*/ 153498 h 563255"/>
                  <a:gd name="connsiteX37" fmla="*/ 545272 w 596146"/>
                  <a:gd name="connsiteY37" fmla="*/ 150975 h 563255"/>
                  <a:gd name="connsiteX38" fmla="*/ 547224 w 596146"/>
                  <a:gd name="connsiteY38" fmla="*/ 147712 h 563255"/>
                  <a:gd name="connsiteX39" fmla="*/ 548637 w 596146"/>
                  <a:gd name="connsiteY39" fmla="*/ 143339 h 563255"/>
                  <a:gd name="connsiteX40" fmla="*/ 549613 w 596146"/>
                  <a:gd name="connsiteY40" fmla="*/ 141757 h 563255"/>
                  <a:gd name="connsiteX41" fmla="*/ 550421 w 596146"/>
                  <a:gd name="connsiteY41" fmla="*/ 140345 h 563255"/>
                  <a:gd name="connsiteX42" fmla="*/ 552104 w 596146"/>
                  <a:gd name="connsiteY42" fmla="*/ 137822 h 563255"/>
                  <a:gd name="connsiteX43" fmla="*/ 553046 w 596146"/>
                  <a:gd name="connsiteY43" fmla="*/ 136510 h 563255"/>
                  <a:gd name="connsiteX44" fmla="*/ 553484 w 596146"/>
                  <a:gd name="connsiteY44" fmla="*/ 135400 h 563255"/>
                  <a:gd name="connsiteX45" fmla="*/ 553080 w 596146"/>
                  <a:gd name="connsiteY45" fmla="*/ 134088 h 563255"/>
                  <a:gd name="connsiteX46" fmla="*/ 551161 w 596146"/>
                  <a:gd name="connsiteY46" fmla="*/ 132910 h 563255"/>
                  <a:gd name="connsiteX47" fmla="*/ 549512 w 596146"/>
                  <a:gd name="connsiteY47" fmla="*/ 132473 h 563255"/>
                  <a:gd name="connsiteX48" fmla="*/ 547055 w 596146"/>
                  <a:gd name="connsiteY48" fmla="*/ 133146 h 563255"/>
                  <a:gd name="connsiteX49" fmla="*/ 546349 w 596146"/>
                  <a:gd name="connsiteY49" fmla="*/ 133684 h 563255"/>
                  <a:gd name="connsiteX50" fmla="*/ 545440 w 596146"/>
                  <a:gd name="connsiteY50" fmla="*/ 134323 h 563255"/>
                  <a:gd name="connsiteX51" fmla="*/ 543488 w 596146"/>
                  <a:gd name="connsiteY51" fmla="*/ 135164 h 563255"/>
                  <a:gd name="connsiteX52" fmla="*/ 541132 w 596146"/>
                  <a:gd name="connsiteY52" fmla="*/ 135702 h 563255"/>
                  <a:gd name="connsiteX53" fmla="*/ 539988 w 596146"/>
                  <a:gd name="connsiteY53" fmla="*/ 134895 h 563255"/>
                  <a:gd name="connsiteX54" fmla="*/ 538541 w 596146"/>
                  <a:gd name="connsiteY54" fmla="*/ 133785 h 563255"/>
                  <a:gd name="connsiteX55" fmla="*/ 537094 w 596146"/>
                  <a:gd name="connsiteY55" fmla="*/ 133146 h 563255"/>
                  <a:gd name="connsiteX56" fmla="*/ 535613 w 596146"/>
                  <a:gd name="connsiteY56" fmla="*/ 131935 h 563255"/>
                  <a:gd name="connsiteX57" fmla="*/ 534368 w 596146"/>
                  <a:gd name="connsiteY57" fmla="*/ 131430 h 563255"/>
                  <a:gd name="connsiteX58" fmla="*/ 532921 w 596146"/>
                  <a:gd name="connsiteY58" fmla="*/ 129479 h 563255"/>
                  <a:gd name="connsiteX59" fmla="*/ 532921 w 596146"/>
                  <a:gd name="connsiteY59" fmla="*/ 127662 h 563255"/>
                  <a:gd name="connsiteX60" fmla="*/ 533459 w 596146"/>
                  <a:gd name="connsiteY60" fmla="*/ 125207 h 563255"/>
                  <a:gd name="connsiteX61" fmla="*/ 534536 w 596146"/>
                  <a:gd name="connsiteY61" fmla="*/ 124130 h 563255"/>
                  <a:gd name="connsiteX62" fmla="*/ 534805 w 596146"/>
                  <a:gd name="connsiteY62" fmla="*/ 121876 h 563255"/>
                  <a:gd name="connsiteX63" fmla="*/ 533459 w 596146"/>
                  <a:gd name="connsiteY63" fmla="*/ 119892 h 563255"/>
                  <a:gd name="connsiteX64" fmla="*/ 532617 w 596146"/>
                  <a:gd name="connsiteY64" fmla="*/ 118916 h 563255"/>
                  <a:gd name="connsiteX65" fmla="*/ 531171 w 596146"/>
                  <a:gd name="connsiteY65" fmla="*/ 117604 h 563255"/>
                  <a:gd name="connsiteX66" fmla="*/ 530228 w 596146"/>
                  <a:gd name="connsiteY66" fmla="*/ 117604 h 563255"/>
                  <a:gd name="connsiteX67" fmla="*/ 528142 w 596146"/>
                  <a:gd name="connsiteY67" fmla="*/ 118243 h 563255"/>
                  <a:gd name="connsiteX68" fmla="*/ 525315 w 596146"/>
                  <a:gd name="connsiteY68" fmla="*/ 118311 h 563255"/>
                  <a:gd name="connsiteX69" fmla="*/ 522690 w 596146"/>
                  <a:gd name="connsiteY69" fmla="*/ 116292 h 563255"/>
                  <a:gd name="connsiteX70" fmla="*/ 522690 w 596146"/>
                  <a:gd name="connsiteY70" fmla="*/ 114274 h 563255"/>
                  <a:gd name="connsiteX71" fmla="*/ 522252 w 596146"/>
                  <a:gd name="connsiteY71" fmla="*/ 111953 h 563255"/>
                  <a:gd name="connsiteX72" fmla="*/ 519358 w 596146"/>
                  <a:gd name="connsiteY72" fmla="*/ 108622 h 563255"/>
                  <a:gd name="connsiteX73" fmla="*/ 518651 w 596146"/>
                  <a:gd name="connsiteY73" fmla="*/ 105528 h 563255"/>
                  <a:gd name="connsiteX74" fmla="*/ 515185 w 596146"/>
                  <a:gd name="connsiteY74" fmla="*/ 101121 h 563255"/>
                  <a:gd name="connsiteX75" fmla="*/ 516766 w 596146"/>
                  <a:gd name="connsiteY75" fmla="*/ 98531 h 563255"/>
                  <a:gd name="connsiteX76" fmla="*/ 519391 w 596146"/>
                  <a:gd name="connsiteY76" fmla="*/ 93014 h 563255"/>
                  <a:gd name="connsiteX77" fmla="*/ 518684 w 596146"/>
                  <a:gd name="connsiteY77" fmla="*/ 91130 h 563255"/>
                  <a:gd name="connsiteX78" fmla="*/ 516160 w 596146"/>
                  <a:gd name="connsiteY78" fmla="*/ 87429 h 563255"/>
                  <a:gd name="connsiteX79" fmla="*/ 513333 w 596146"/>
                  <a:gd name="connsiteY79" fmla="*/ 86353 h 563255"/>
                  <a:gd name="connsiteX80" fmla="*/ 510372 w 596146"/>
                  <a:gd name="connsiteY80" fmla="*/ 87799 h 563255"/>
                  <a:gd name="connsiteX81" fmla="*/ 506367 w 596146"/>
                  <a:gd name="connsiteY81" fmla="*/ 88371 h 563255"/>
                  <a:gd name="connsiteX82" fmla="*/ 502598 w 596146"/>
                  <a:gd name="connsiteY82" fmla="*/ 84604 h 563255"/>
                  <a:gd name="connsiteX83" fmla="*/ 502362 w 596146"/>
                  <a:gd name="connsiteY83" fmla="*/ 82081 h 563255"/>
                  <a:gd name="connsiteX84" fmla="*/ 503002 w 596146"/>
                  <a:gd name="connsiteY84" fmla="*/ 78750 h 563255"/>
                  <a:gd name="connsiteX85" fmla="*/ 503809 w 596146"/>
                  <a:gd name="connsiteY85" fmla="*/ 77237 h 563255"/>
                  <a:gd name="connsiteX86" fmla="*/ 503372 w 596146"/>
                  <a:gd name="connsiteY86" fmla="*/ 75656 h 563255"/>
                  <a:gd name="connsiteX87" fmla="*/ 503372 w 596146"/>
                  <a:gd name="connsiteY87" fmla="*/ 72191 h 563255"/>
                  <a:gd name="connsiteX88" fmla="*/ 502160 w 596146"/>
                  <a:gd name="connsiteY88" fmla="*/ 70240 h 563255"/>
                  <a:gd name="connsiteX89" fmla="*/ 498525 w 596146"/>
                  <a:gd name="connsiteY89" fmla="*/ 69735 h 563255"/>
                  <a:gd name="connsiteX90" fmla="*/ 494117 w 596146"/>
                  <a:gd name="connsiteY90" fmla="*/ 70172 h 563255"/>
                  <a:gd name="connsiteX91" fmla="*/ 491492 w 596146"/>
                  <a:gd name="connsiteY91" fmla="*/ 69365 h 563255"/>
                  <a:gd name="connsiteX92" fmla="*/ 488968 w 596146"/>
                  <a:gd name="connsiteY92" fmla="*/ 64790 h 563255"/>
                  <a:gd name="connsiteX93" fmla="*/ 489035 w 596146"/>
                  <a:gd name="connsiteY93" fmla="*/ 61392 h 563255"/>
                  <a:gd name="connsiteX94" fmla="*/ 489540 w 596146"/>
                  <a:gd name="connsiteY94" fmla="*/ 56111 h 563255"/>
                  <a:gd name="connsiteX95" fmla="*/ 490112 w 596146"/>
                  <a:gd name="connsiteY95" fmla="*/ 51839 h 563255"/>
                  <a:gd name="connsiteX96" fmla="*/ 490549 w 596146"/>
                  <a:gd name="connsiteY96" fmla="*/ 49955 h 563255"/>
                  <a:gd name="connsiteX97" fmla="*/ 491997 w 596146"/>
                  <a:gd name="connsiteY97" fmla="*/ 44808 h 563255"/>
                  <a:gd name="connsiteX98" fmla="*/ 492636 w 596146"/>
                  <a:gd name="connsiteY98" fmla="*/ 42992 h 563255"/>
                  <a:gd name="connsiteX99" fmla="*/ 493343 w 596146"/>
                  <a:gd name="connsiteY99" fmla="*/ 40166 h 563255"/>
                  <a:gd name="connsiteX100" fmla="*/ 495362 w 596146"/>
                  <a:gd name="connsiteY100" fmla="*/ 38787 h 563255"/>
                  <a:gd name="connsiteX101" fmla="*/ 497751 w 596146"/>
                  <a:gd name="connsiteY101" fmla="*/ 37037 h 563255"/>
                  <a:gd name="connsiteX102" fmla="*/ 499131 w 596146"/>
                  <a:gd name="connsiteY102" fmla="*/ 34649 h 563255"/>
                  <a:gd name="connsiteX103" fmla="*/ 497886 w 596146"/>
                  <a:gd name="connsiteY103" fmla="*/ 31621 h 563255"/>
                  <a:gd name="connsiteX104" fmla="*/ 495362 w 596146"/>
                  <a:gd name="connsiteY104" fmla="*/ 28358 h 563255"/>
                  <a:gd name="connsiteX105" fmla="*/ 492905 w 596146"/>
                  <a:gd name="connsiteY105" fmla="*/ 28056 h 563255"/>
                  <a:gd name="connsiteX106" fmla="*/ 489338 w 596146"/>
                  <a:gd name="connsiteY106" fmla="*/ 28796 h 563255"/>
                  <a:gd name="connsiteX107" fmla="*/ 485501 w 596146"/>
                  <a:gd name="connsiteY107" fmla="*/ 31117 h 563255"/>
                  <a:gd name="connsiteX108" fmla="*/ 483213 w 596146"/>
                  <a:gd name="connsiteY108" fmla="*/ 32328 h 563255"/>
                  <a:gd name="connsiteX109" fmla="*/ 482068 w 596146"/>
                  <a:gd name="connsiteY109" fmla="*/ 33673 h 563255"/>
                  <a:gd name="connsiteX110" fmla="*/ 479174 w 596146"/>
                  <a:gd name="connsiteY110" fmla="*/ 36499 h 563255"/>
                  <a:gd name="connsiteX111" fmla="*/ 477458 w 596146"/>
                  <a:gd name="connsiteY111" fmla="*/ 38719 h 563255"/>
                  <a:gd name="connsiteX112" fmla="*/ 474732 w 596146"/>
                  <a:gd name="connsiteY112" fmla="*/ 41040 h 563255"/>
                  <a:gd name="connsiteX113" fmla="*/ 471299 w 596146"/>
                  <a:gd name="connsiteY113" fmla="*/ 42992 h 563255"/>
                  <a:gd name="connsiteX114" fmla="*/ 469616 w 596146"/>
                  <a:gd name="connsiteY114" fmla="*/ 43631 h 563255"/>
                  <a:gd name="connsiteX115" fmla="*/ 469246 w 596146"/>
                  <a:gd name="connsiteY115" fmla="*/ 44943 h 563255"/>
                  <a:gd name="connsiteX116" fmla="*/ 470660 w 596146"/>
                  <a:gd name="connsiteY116" fmla="*/ 46726 h 563255"/>
                  <a:gd name="connsiteX117" fmla="*/ 471299 w 596146"/>
                  <a:gd name="connsiteY117" fmla="*/ 48071 h 563255"/>
                  <a:gd name="connsiteX118" fmla="*/ 470861 w 596146"/>
                  <a:gd name="connsiteY118" fmla="*/ 49753 h 563255"/>
                  <a:gd name="connsiteX119" fmla="*/ 469111 w 596146"/>
                  <a:gd name="connsiteY119" fmla="*/ 51334 h 563255"/>
                  <a:gd name="connsiteX120" fmla="*/ 468304 w 596146"/>
                  <a:gd name="connsiteY120" fmla="*/ 53622 h 563255"/>
                  <a:gd name="connsiteX121" fmla="*/ 467530 w 596146"/>
                  <a:gd name="connsiteY121" fmla="*/ 56010 h 563255"/>
                  <a:gd name="connsiteX122" fmla="*/ 466991 w 596146"/>
                  <a:gd name="connsiteY122" fmla="*/ 57793 h 563255"/>
                  <a:gd name="connsiteX123" fmla="*/ 465510 w 596146"/>
                  <a:gd name="connsiteY123" fmla="*/ 60181 h 563255"/>
                  <a:gd name="connsiteX124" fmla="*/ 464265 w 596146"/>
                  <a:gd name="connsiteY124" fmla="*/ 62637 h 563255"/>
                  <a:gd name="connsiteX125" fmla="*/ 462515 w 596146"/>
                  <a:gd name="connsiteY125" fmla="*/ 67145 h 563255"/>
                  <a:gd name="connsiteX126" fmla="*/ 458813 w 596146"/>
                  <a:gd name="connsiteY126" fmla="*/ 66707 h 563255"/>
                  <a:gd name="connsiteX127" fmla="*/ 456087 w 596146"/>
                  <a:gd name="connsiteY127" fmla="*/ 66506 h 563255"/>
                  <a:gd name="connsiteX128" fmla="*/ 454337 w 596146"/>
                  <a:gd name="connsiteY128" fmla="*/ 66169 h 563255"/>
                  <a:gd name="connsiteX129" fmla="*/ 451948 w 596146"/>
                  <a:gd name="connsiteY129" fmla="*/ 62906 h 563255"/>
                  <a:gd name="connsiteX130" fmla="*/ 453159 w 596146"/>
                  <a:gd name="connsiteY130" fmla="*/ 61931 h 563255"/>
                  <a:gd name="connsiteX131" fmla="*/ 453799 w 596146"/>
                  <a:gd name="connsiteY131" fmla="*/ 59105 h 563255"/>
                  <a:gd name="connsiteX132" fmla="*/ 453159 w 596146"/>
                  <a:gd name="connsiteY132" fmla="*/ 55842 h 563255"/>
                  <a:gd name="connsiteX133" fmla="*/ 451544 w 596146"/>
                  <a:gd name="connsiteY133" fmla="*/ 54429 h 563255"/>
                  <a:gd name="connsiteX134" fmla="*/ 451005 w 596146"/>
                  <a:gd name="connsiteY134" fmla="*/ 51603 h 563255"/>
                  <a:gd name="connsiteX135" fmla="*/ 451645 w 596146"/>
                  <a:gd name="connsiteY135" fmla="*/ 50089 h 563255"/>
                  <a:gd name="connsiteX136" fmla="*/ 453159 w 596146"/>
                  <a:gd name="connsiteY136" fmla="*/ 46490 h 563255"/>
                  <a:gd name="connsiteX137" fmla="*/ 452385 w 596146"/>
                  <a:gd name="connsiteY137" fmla="*/ 43328 h 563255"/>
                  <a:gd name="connsiteX138" fmla="*/ 450770 w 596146"/>
                  <a:gd name="connsiteY138" fmla="*/ 41040 h 563255"/>
                  <a:gd name="connsiteX139" fmla="*/ 447943 w 596146"/>
                  <a:gd name="connsiteY139" fmla="*/ 41242 h 563255"/>
                  <a:gd name="connsiteX140" fmla="*/ 445015 w 596146"/>
                  <a:gd name="connsiteY140" fmla="*/ 38753 h 563255"/>
                  <a:gd name="connsiteX141" fmla="*/ 442827 w 596146"/>
                  <a:gd name="connsiteY141" fmla="*/ 35591 h 563255"/>
                  <a:gd name="connsiteX142" fmla="*/ 442188 w 596146"/>
                  <a:gd name="connsiteY142" fmla="*/ 33539 h 563255"/>
                  <a:gd name="connsiteX143" fmla="*/ 440875 w 596146"/>
                  <a:gd name="connsiteY143" fmla="*/ 29738 h 563255"/>
                  <a:gd name="connsiteX144" fmla="*/ 439260 w 596146"/>
                  <a:gd name="connsiteY144" fmla="*/ 29637 h 563255"/>
                  <a:gd name="connsiteX145" fmla="*/ 434380 w 596146"/>
                  <a:gd name="connsiteY145" fmla="*/ 28762 h 563255"/>
                  <a:gd name="connsiteX146" fmla="*/ 433404 w 596146"/>
                  <a:gd name="connsiteY146" fmla="*/ 27349 h 563255"/>
                  <a:gd name="connsiteX147" fmla="*/ 432865 w 596146"/>
                  <a:gd name="connsiteY147" fmla="*/ 26071 h 563255"/>
                  <a:gd name="connsiteX148" fmla="*/ 431890 w 596146"/>
                  <a:gd name="connsiteY148" fmla="*/ 26071 h 563255"/>
                  <a:gd name="connsiteX149" fmla="*/ 429399 w 596146"/>
                  <a:gd name="connsiteY149" fmla="*/ 25802 h 563255"/>
                  <a:gd name="connsiteX150" fmla="*/ 426909 w 596146"/>
                  <a:gd name="connsiteY150" fmla="*/ 24321 h 563255"/>
                  <a:gd name="connsiteX151" fmla="*/ 424418 w 596146"/>
                  <a:gd name="connsiteY151" fmla="*/ 22135 h 563255"/>
                  <a:gd name="connsiteX152" fmla="*/ 422130 w 596146"/>
                  <a:gd name="connsiteY152" fmla="*/ 21361 h 563255"/>
                  <a:gd name="connsiteX153" fmla="*/ 418865 w 596146"/>
                  <a:gd name="connsiteY153" fmla="*/ 22337 h 563255"/>
                  <a:gd name="connsiteX154" fmla="*/ 415029 w 596146"/>
                  <a:gd name="connsiteY154" fmla="*/ 20789 h 563255"/>
                  <a:gd name="connsiteX155" fmla="*/ 413245 w 596146"/>
                  <a:gd name="connsiteY155" fmla="*/ 20352 h 563255"/>
                  <a:gd name="connsiteX156" fmla="*/ 409173 w 596146"/>
                  <a:gd name="connsiteY156" fmla="*/ 17997 h 563255"/>
                  <a:gd name="connsiteX157" fmla="*/ 407153 w 596146"/>
                  <a:gd name="connsiteY157" fmla="*/ 16181 h 563255"/>
                  <a:gd name="connsiteX158" fmla="*/ 405740 w 596146"/>
                  <a:gd name="connsiteY158" fmla="*/ 15945 h 563255"/>
                  <a:gd name="connsiteX159" fmla="*/ 403350 w 596146"/>
                  <a:gd name="connsiteY159" fmla="*/ 15710 h 563255"/>
                  <a:gd name="connsiteX160" fmla="*/ 402139 w 596146"/>
                  <a:gd name="connsiteY160" fmla="*/ 14331 h 563255"/>
                  <a:gd name="connsiteX161" fmla="*/ 402475 w 596146"/>
                  <a:gd name="connsiteY161" fmla="*/ 12985 h 563255"/>
                  <a:gd name="connsiteX162" fmla="*/ 402475 w 596146"/>
                  <a:gd name="connsiteY162" fmla="*/ 11404 h 563255"/>
                  <a:gd name="connsiteX163" fmla="*/ 399918 w 596146"/>
                  <a:gd name="connsiteY163" fmla="*/ 9789 h 563255"/>
                  <a:gd name="connsiteX164" fmla="*/ 397965 w 596146"/>
                  <a:gd name="connsiteY164" fmla="*/ 7737 h 563255"/>
                  <a:gd name="connsiteX165" fmla="*/ 397225 w 596146"/>
                  <a:gd name="connsiteY165" fmla="*/ 6089 h 563255"/>
                  <a:gd name="connsiteX166" fmla="*/ 397225 w 596146"/>
                  <a:gd name="connsiteY166" fmla="*/ 4541 h 563255"/>
                  <a:gd name="connsiteX167" fmla="*/ 396316 w 596146"/>
                  <a:gd name="connsiteY167" fmla="*/ 2355 h 563255"/>
                  <a:gd name="connsiteX168" fmla="*/ 394634 w 596146"/>
                  <a:gd name="connsiteY168" fmla="*/ 0 h 563255"/>
                  <a:gd name="connsiteX169" fmla="*/ 391840 w 596146"/>
                  <a:gd name="connsiteY169" fmla="*/ 0 h 563255"/>
                  <a:gd name="connsiteX170" fmla="*/ 389821 w 596146"/>
                  <a:gd name="connsiteY170" fmla="*/ 807 h 563255"/>
                  <a:gd name="connsiteX171" fmla="*/ 388475 w 596146"/>
                  <a:gd name="connsiteY171" fmla="*/ 2288 h 563255"/>
                  <a:gd name="connsiteX172" fmla="*/ 389215 w 596146"/>
                  <a:gd name="connsiteY172" fmla="*/ 3734 h 563255"/>
                  <a:gd name="connsiteX173" fmla="*/ 389788 w 596146"/>
                  <a:gd name="connsiteY173" fmla="*/ 6257 h 563255"/>
                  <a:gd name="connsiteX174" fmla="*/ 389518 w 596146"/>
                  <a:gd name="connsiteY174" fmla="*/ 8982 h 563255"/>
                  <a:gd name="connsiteX175" fmla="*/ 386927 w 596146"/>
                  <a:gd name="connsiteY175" fmla="*/ 9688 h 563255"/>
                  <a:gd name="connsiteX176" fmla="*/ 384302 w 596146"/>
                  <a:gd name="connsiteY176" fmla="*/ 11875 h 563255"/>
                  <a:gd name="connsiteX177" fmla="*/ 383864 w 596146"/>
                  <a:gd name="connsiteY177" fmla="*/ 12951 h 563255"/>
                  <a:gd name="connsiteX178" fmla="*/ 384807 w 596146"/>
                  <a:gd name="connsiteY178" fmla="*/ 15037 h 563255"/>
                  <a:gd name="connsiteX179" fmla="*/ 385682 w 596146"/>
                  <a:gd name="connsiteY179" fmla="*/ 17224 h 563255"/>
                  <a:gd name="connsiteX180" fmla="*/ 385985 w 596146"/>
                  <a:gd name="connsiteY180" fmla="*/ 20857 h 563255"/>
                  <a:gd name="connsiteX181" fmla="*/ 386422 w 596146"/>
                  <a:gd name="connsiteY181" fmla="*/ 23615 h 563255"/>
                  <a:gd name="connsiteX182" fmla="*/ 389518 w 596146"/>
                  <a:gd name="connsiteY182" fmla="*/ 25566 h 563255"/>
                  <a:gd name="connsiteX183" fmla="*/ 387835 w 596146"/>
                  <a:gd name="connsiteY183" fmla="*/ 29334 h 563255"/>
                  <a:gd name="connsiteX184" fmla="*/ 383191 w 596146"/>
                  <a:gd name="connsiteY184" fmla="*/ 31083 h 563255"/>
                  <a:gd name="connsiteX185" fmla="*/ 383057 w 596146"/>
                  <a:gd name="connsiteY185" fmla="*/ 33976 h 563255"/>
                  <a:gd name="connsiteX186" fmla="*/ 383258 w 596146"/>
                  <a:gd name="connsiteY186" fmla="*/ 39123 h 563255"/>
                  <a:gd name="connsiteX187" fmla="*/ 383258 w 596146"/>
                  <a:gd name="connsiteY187" fmla="*/ 41747 h 563255"/>
                  <a:gd name="connsiteX188" fmla="*/ 383258 w 596146"/>
                  <a:gd name="connsiteY188" fmla="*/ 44337 h 563255"/>
                  <a:gd name="connsiteX189" fmla="*/ 383258 w 596146"/>
                  <a:gd name="connsiteY189" fmla="*/ 48105 h 563255"/>
                  <a:gd name="connsiteX190" fmla="*/ 383595 w 596146"/>
                  <a:gd name="connsiteY190" fmla="*/ 52512 h 563255"/>
                  <a:gd name="connsiteX191" fmla="*/ 382182 w 596146"/>
                  <a:gd name="connsiteY191" fmla="*/ 55842 h 563255"/>
                  <a:gd name="connsiteX192" fmla="*/ 380869 w 596146"/>
                  <a:gd name="connsiteY192" fmla="*/ 57625 h 563255"/>
                  <a:gd name="connsiteX193" fmla="*/ 378917 w 596146"/>
                  <a:gd name="connsiteY193" fmla="*/ 59239 h 563255"/>
                  <a:gd name="connsiteX194" fmla="*/ 375787 w 596146"/>
                  <a:gd name="connsiteY194" fmla="*/ 60181 h 563255"/>
                  <a:gd name="connsiteX195" fmla="*/ 374475 w 596146"/>
                  <a:gd name="connsiteY195" fmla="*/ 58163 h 563255"/>
                  <a:gd name="connsiteX196" fmla="*/ 369898 w 596146"/>
                  <a:gd name="connsiteY196" fmla="*/ 57658 h 563255"/>
                  <a:gd name="connsiteX197" fmla="*/ 368148 w 596146"/>
                  <a:gd name="connsiteY197" fmla="*/ 57658 h 563255"/>
                  <a:gd name="connsiteX198" fmla="*/ 362056 w 596146"/>
                  <a:gd name="connsiteY198" fmla="*/ 59038 h 563255"/>
                  <a:gd name="connsiteX199" fmla="*/ 357647 w 596146"/>
                  <a:gd name="connsiteY199" fmla="*/ 60854 h 563255"/>
                  <a:gd name="connsiteX200" fmla="*/ 351926 w 596146"/>
                  <a:gd name="connsiteY200" fmla="*/ 63478 h 563255"/>
                  <a:gd name="connsiteX201" fmla="*/ 351926 w 596146"/>
                  <a:gd name="connsiteY201" fmla="*/ 65059 h 563255"/>
                  <a:gd name="connsiteX202" fmla="*/ 349570 w 596146"/>
                  <a:gd name="connsiteY202" fmla="*/ 68019 h 563255"/>
                  <a:gd name="connsiteX203" fmla="*/ 347282 w 596146"/>
                  <a:gd name="connsiteY203" fmla="*/ 71989 h 563255"/>
                  <a:gd name="connsiteX204" fmla="*/ 346777 w 596146"/>
                  <a:gd name="connsiteY204" fmla="*/ 74310 h 563255"/>
                  <a:gd name="connsiteX205" fmla="*/ 347652 w 596146"/>
                  <a:gd name="connsiteY205" fmla="*/ 75824 h 563255"/>
                  <a:gd name="connsiteX206" fmla="*/ 349099 w 596146"/>
                  <a:gd name="connsiteY206" fmla="*/ 77708 h 563255"/>
                  <a:gd name="connsiteX207" fmla="*/ 349671 w 596146"/>
                  <a:gd name="connsiteY207" fmla="*/ 79087 h 563255"/>
                  <a:gd name="connsiteX208" fmla="*/ 352128 w 596146"/>
                  <a:gd name="connsiteY208" fmla="*/ 81610 h 563255"/>
                  <a:gd name="connsiteX209" fmla="*/ 353138 w 596146"/>
                  <a:gd name="connsiteY209" fmla="*/ 82754 h 563255"/>
                  <a:gd name="connsiteX210" fmla="*/ 352263 w 596146"/>
                  <a:gd name="connsiteY210" fmla="*/ 86286 h 563255"/>
                  <a:gd name="connsiteX211" fmla="*/ 348998 w 596146"/>
                  <a:gd name="connsiteY211" fmla="*/ 86286 h 563255"/>
                  <a:gd name="connsiteX212" fmla="*/ 346609 w 596146"/>
                  <a:gd name="connsiteY212" fmla="*/ 86588 h 563255"/>
                  <a:gd name="connsiteX213" fmla="*/ 345296 w 596146"/>
                  <a:gd name="connsiteY213" fmla="*/ 88170 h 563255"/>
                  <a:gd name="connsiteX214" fmla="*/ 344354 w 596146"/>
                  <a:gd name="connsiteY214" fmla="*/ 90928 h 563255"/>
                  <a:gd name="connsiteX215" fmla="*/ 342402 w 596146"/>
                  <a:gd name="connsiteY215" fmla="*/ 91735 h 563255"/>
                  <a:gd name="connsiteX216" fmla="*/ 340585 w 596146"/>
                  <a:gd name="connsiteY216" fmla="*/ 92105 h 563255"/>
                  <a:gd name="connsiteX217" fmla="*/ 338128 w 596146"/>
                  <a:gd name="connsiteY217" fmla="*/ 92105 h 563255"/>
                  <a:gd name="connsiteX218" fmla="*/ 335806 w 596146"/>
                  <a:gd name="connsiteY218" fmla="*/ 91836 h 563255"/>
                  <a:gd name="connsiteX219" fmla="*/ 332979 w 596146"/>
                  <a:gd name="connsiteY219" fmla="*/ 91433 h 563255"/>
                  <a:gd name="connsiteX220" fmla="*/ 329209 w 596146"/>
                  <a:gd name="connsiteY220" fmla="*/ 91500 h 563255"/>
                  <a:gd name="connsiteX221" fmla="*/ 327560 w 596146"/>
                  <a:gd name="connsiteY221" fmla="*/ 92307 h 563255"/>
                  <a:gd name="connsiteX222" fmla="*/ 325911 w 596146"/>
                  <a:gd name="connsiteY222" fmla="*/ 93316 h 563255"/>
                  <a:gd name="connsiteX223" fmla="*/ 325104 w 596146"/>
                  <a:gd name="connsiteY223" fmla="*/ 94763 h 563255"/>
                  <a:gd name="connsiteX224" fmla="*/ 325810 w 596146"/>
                  <a:gd name="connsiteY224" fmla="*/ 96445 h 563255"/>
                  <a:gd name="connsiteX225" fmla="*/ 325810 w 596146"/>
                  <a:gd name="connsiteY225" fmla="*/ 99405 h 563255"/>
                  <a:gd name="connsiteX226" fmla="*/ 323791 w 596146"/>
                  <a:gd name="connsiteY226" fmla="*/ 100213 h 563255"/>
                  <a:gd name="connsiteX227" fmla="*/ 321906 w 596146"/>
                  <a:gd name="connsiteY227" fmla="*/ 100347 h 563255"/>
                  <a:gd name="connsiteX228" fmla="*/ 319012 w 596146"/>
                  <a:gd name="connsiteY228" fmla="*/ 99170 h 563255"/>
                  <a:gd name="connsiteX229" fmla="*/ 319517 w 596146"/>
                  <a:gd name="connsiteY229" fmla="*/ 97353 h 563255"/>
                  <a:gd name="connsiteX230" fmla="*/ 320022 w 596146"/>
                  <a:gd name="connsiteY230" fmla="*/ 96209 h 563255"/>
                  <a:gd name="connsiteX231" fmla="*/ 317329 w 596146"/>
                  <a:gd name="connsiteY231" fmla="*/ 93249 h 563255"/>
                  <a:gd name="connsiteX232" fmla="*/ 315949 w 596146"/>
                  <a:gd name="connsiteY232" fmla="*/ 92105 h 563255"/>
                  <a:gd name="connsiteX233" fmla="*/ 313122 w 596146"/>
                  <a:gd name="connsiteY233" fmla="*/ 92038 h 563255"/>
                  <a:gd name="connsiteX234" fmla="*/ 310363 w 596146"/>
                  <a:gd name="connsiteY234" fmla="*/ 92475 h 563255"/>
                  <a:gd name="connsiteX235" fmla="*/ 306391 w 596146"/>
                  <a:gd name="connsiteY235" fmla="*/ 93552 h 563255"/>
                  <a:gd name="connsiteX236" fmla="*/ 305752 w 596146"/>
                  <a:gd name="connsiteY236" fmla="*/ 93047 h 563255"/>
                  <a:gd name="connsiteX237" fmla="*/ 302555 w 596146"/>
                  <a:gd name="connsiteY237" fmla="*/ 91870 h 563255"/>
                  <a:gd name="connsiteX238" fmla="*/ 300805 w 596146"/>
                  <a:gd name="connsiteY238" fmla="*/ 90995 h 563255"/>
                  <a:gd name="connsiteX239" fmla="*/ 298213 w 596146"/>
                  <a:gd name="connsiteY239" fmla="*/ 89616 h 563255"/>
                  <a:gd name="connsiteX240" fmla="*/ 297035 w 596146"/>
                  <a:gd name="connsiteY240" fmla="*/ 89919 h 563255"/>
                  <a:gd name="connsiteX241" fmla="*/ 294276 w 596146"/>
                  <a:gd name="connsiteY241" fmla="*/ 90793 h 563255"/>
                  <a:gd name="connsiteX242" fmla="*/ 292391 w 596146"/>
                  <a:gd name="connsiteY242" fmla="*/ 90861 h 563255"/>
                  <a:gd name="connsiteX243" fmla="*/ 288487 w 596146"/>
                  <a:gd name="connsiteY243" fmla="*/ 89212 h 563255"/>
                  <a:gd name="connsiteX244" fmla="*/ 287175 w 596146"/>
                  <a:gd name="connsiteY244" fmla="*/ 88640 h 563255"/>
                  <a:gd name="connsiteX245" fmla="*/ 286670 w 596146"/>
                  <a:gd name="connsiteY245" fmla="*/ 88640 h 563255"/>
                  <a:gd name="connsiteX246" fmla="*/ 283406 w 596146"/>
                  <a:gd name="connsiteY246" fmla="*/ 88640 h 563255"/>
                  <a:gd name="connsiteX247" fmla="*/ 282026 w 596146"/>
                  <a:gd name="connsiteY247" fmla="*/ 88910 h 563255"/>
                  <a:gd name="connsiteX248" fmla="*/ 280511 w 596146"/>
                  <a:gd name="connsiteY248" fmla="*/ 90121 h 563255"/>
                  <a:gd name="connsiteX249" fmla="*/ 278862 w 596146"/>
                  <a:gd name="connsiteY249" fmla="*/ 91298 h 563255"/>
                  <a:gd name="connsiteX250" fmla="*/ 278862 w 596146"/>
                  <a:gd name="connsiteY250" fmla="*/ 92946 h 563255"/>
                  <a:gd name="connsiteX251" fmla="*/ 280141 w 596146"/>
                  <a:gd name="connsiteY251" fmla="*/ 94763 h 563255"/>
                  <a:gd name="connsiteX252" fmla="*/ 282497 w 596146"/>
                  <a:gd name="connsiteY252" fmla="*/ 95705 h 563255"/>
                  <a:gd name="connsiteX253" fmla="*/ 285055 w 596146"/>
                  <a:gd name="connsiteY253" fmla="*/ 95940 h 563255"/>
                  <a:gd name="connsiteX254" fmla="*/ 287377 w 596146"/>
                  <a:gd name="connsiteY254" fmla="*/ 95873 h 563255"/>
                  <a:gd name="connsiteX255" fmla="*/ 289329 w 596146"/>
                  <a:gd name="connsiteY255" fmla="*/ 94797 h 563255"/>
                  <a:gd name="connsiteX256" fmla="*/ 289329 w 596146"/>
                  <a:gd name="connsiteY256" fmla="*/ 98261 h 563255"/>
                  <a:gd name="connsiteX257" fmla="*/ 289329 w 596146"/>
                  <a:gd name="connsiteY257" fmla="*/ 101524 h 563255"/>
                  <a:gd name="connsiteX258" fmla="*/ 286064 w 596146"/>
                  <a:gd name="connsiteY258" fmla="*/ 103778 h 563255"/>
                  <a:gd name="connsiteX259" fmla="*/ 284112 w 596146"/>
                  <a:gd name="connsiteY259" fmla="*/ 108118 h 563255"/>
                  <a:gd name="connsiteX260" fmla="*/ 280478 w 596146"/>
                  <a:gd name="connsiteY260" fmla="*/ 109867 h 563255"/>
                  <a:gd name="connsiteX261" fmla="*/ 276338 w 596146"/>
                  <a:gd name="connsiteY261" fmla="*/ 108992 h 563255"/>
                  <a:gd name="connsiteX262" fmla="*/ 272198 w 596146"/>
                  <a:gd name="connsiteY262" fmla="*/ 108051 h 563255"/>
                  <a:gd name="connsiteX263" fmla="*/ 267554 w 596146"/>
                  <a:gd name="connsiteY263" fmla="*/ 107613 h 563255"/>
                  <a:gd name="connsiteX264" fmla="*/ 262977 w 596146"/>
                  <a:gd name="connsiteY264" fmla="*/ 107546 h 563255"/>
                  <a:gd name="connsiteX265" fmla="*/ 258770 w 596146"/>
                  <a:gd name="connsiteY265" fmla="*/ 107243 h 563255"/>
                  <a:gd name="connsiteX266" fmla="*/ 256078 w 596146"/>
                  <a:gd name="connsiteY266" fmla="*/ 107243 h 563255"/>
                  <a:gd name="connsiteX267" fmla="*/ 251064 w 596146"/>
                  <a:gd name="connsiteY267" fmla="*/ 107546 h 563255"/>
                  <a:gd name="connsiteX268" fmla="*/ 249313 w 596146"/>
                  <a:gd name="connsiteY268" fmla="*/ 108421 h 563255"/>
                  <a:gd name="connsiteX269" fmla="*/ 247631 w 596146"/>
                  <a:gd name="connsiteY269" fmla="*/ 111011 h 563255"/>
                  <a:gd name="connsiteX270" fmla="*/ 246116 w 596146"/>
                  <a:gd name="connsiteY270" fmla="*/ 113534 h 563255"/>
                  <a:gd name="connsiteX271" fmla="*/ 244501 w 596146"/>
                  <a:gd name="connsiteY271" fmla="*/ 116360 h 563255"/>
                  <a:gd name="connsiteX272" fmla="*/ 243996 w 596146"/>
                  <a:gd name="connsiteY272" fmla="*/ 122583 h 563255"/>
                  <a:gd name="connsiteX273" fmla="*/ 243996 w 596146"/>
                  <a:gd name="connsiteY273" fmla="*/ 124601 h 563255"/>
                  <a:gd name="connsiteX274" fmla="*/ 242044 w 596146"/>
                  <a:gd name="connsiteY274" fmla="*/ 127999 h 563255"/>
                  <a:gd name="connsiteX275" fmla="*/ 239520 w 596146"/>
                  <a:gd name="connsiteY275" fmla="*/ 130387 h 563255"/>
                  <a:gd name="connsiteX276" fmla="*/ 237938 w 596146"/>
                  <a:gd name="connsiteY276" fmla="*/ 130387 h 563255"/>
                  <a:gd name="connsiteX277" fmla="*/ 234472 w 596146"/>
                  <a:gd name="connsiteY277" fmla="*/ 130387 h 563255"/>
                  <a:gd name="connsiteX278" fmla="*/ 232520 w 596146"/>
                  <a:gd name="connsiteY278" fmla="*/ 130993 h 563255"/>
                  <a:gd name="connsiteX279" fmla="*/ 231645 w 596146"/>
                  <a:gd name="connsiteY279" fmla="*/ 133415 h 563255"/>
                  <a:gd name="connsiteX280" fmla="*/ 232082 w 596146"/>
                  <a:gd name="connsiteY280" fmla="*/ 135938 h 563255"/>
                  <a:gd name="connsiteX281" fmla="*/ 229322 w 596146"/>
                  <a:gd name="connsiteY281" fmla="*/ 140008 h 563255"/>
                  <a:gd name="connsiteX282" fmla="*/ 225755 w 596146"/>
                  <a:gd name="connsiteY282" fmla="*/ 140075 h 563255"/>
                  <a:gd name="connsiteX283" fmla="*/ 223736 w 596146"/>
                  <a:gd name="connsiteY283" fmla="*/ 138999 h 563255"/>
                  <a:gd name="connsiteX284" fmla="*/ 223164 w 596146"/>
                  <a:gd name="connsiteY284" fmla="*/ 136476 h 563255"/>
                  <a:gd name="connsiteX285" fmla="*/ 223164 w 596146"/>
                  <a:gd name="connsiteY285" fmla="*/ 133953 h 563255"/>
                  <a:gd name="connsiteX286" fmla="*/ 220673 w 596146"/>
                  <a:gd name="connsiteY286" fmla="*/ 131800 h 563255"/>
                  <a:gd name="connsiteX287" fmla="*/ 219125 w 596146"/>
                  <a:gd name="connsiteY287" fmla="*/ 132305 h 563255"/>
                  <a:gd name="connsiteX288" fmla="*/ 216870 w 596146"/>
                  <a:gd name="connsiteY288" fmla="*/ 135198 h 563255"/>
                  <a:gd name="connsiteX289" fmla="*/ 213606 w 596146"/>
                  <a:gd name="connsiteY289" fmla="*/ 137586 h 563255"/>
                  <a:gd name="connsiteX290" fmla="*/ 210543 w 596146"/>
                  <a:gd name="connsiteY290" fmla="*/ 137149 h 563255"/>
                  <a:gd name="connsiteX291" fmla="*/ 204822 w 596146"/>
                  <a:gd name="connsiteY291" fmla="*/ 137653 h 563255"/>
                  <a:gd name="connsiteX292" fmla="*/ 200817 w 596146"/>
                  <a:gd name="connsiteY292" fmla="*/ 140109 h 563255"/>
                  <a:gd name="connsiteX293" fmla="*/ 199000 w 596146"/>
                  <a:gd name="connsiteY293" fmla="*/ 142935 h 563255"/>
                  <a:gd name="connsiteX294" fmla="*/ 195971 w 596146"/>
                  <a:gd name="connsiteY294" fmla="*/ 146265 h 563255"/>
                  <a:gd name="connsiteX295" fmla="*/ 193211 w 596146"/>
                  <a:gd name="connsiteY295" fmla="*/ 150975 h 563255"/>
                  <a:gd name="connsiteX296" fmla="*/ 191629 w 596146"/>
                  <a:gd name="connsiteY296" fmla="*/ 153363 h 563255"/>
                  <a:gd name="connsiteX297" fmla="*/ 189004 w 596146"/>
                  <a:gd name="connsiteY297" fmla="*/ 156122 h 563255"/>
                  <a:gd name="connsiteX298" fmla="*/ 184158 w 596146"/>
                  <a:gd name="connsiteY298" fmla="*/ 160898 h 563255"/>
                  <a:gd name="connsiteX299" fmla="*/ 180759 w 596146"/>
                  <a:gd name="connsiteY299" fmla="*/ 164868 h 563255"/>
                  <a:gd name="connsiteX300" fmla="*/ 178807 w 596146"/>
                  <a:gd name="connsiteY300" fmla="*/ 167559 h 563255"/>
                  <a:gd name="connsiteX301" fmla="*/ 175240 w 596146"/>
                  <a:gd name="connsiteY301" fmla="*/ 167929 h 563255"/>
                  <a:gd name="connsiteX302" fmla="*/ 173557 w 596146"/>
                  <a:gd name="connsiteY302" fmla="*/ 167795 h 563255"/>
                  <a:gd name="connsiteX303" fmla="*/ 171369 w 596146"/>
                  <a:gd name="connsiteY303" fmla="*/ 165911 h 563255"/>
                  <a:gd name="connsiteX304" fmla="*/ 169114 w 596146"/>
                  <a:gd name="connsiteY304" fmla="*/ 165171 h 563255"/>
                  <a:gd name="connsiteX305" fmla="*/ 168307 w 596146"/>
                  <a:gd name="connsiteY305" fmla="*/ 165238 h 563255"/>
                  <a:gd name="connsiteX306" fmla="*/ 166792 w 596146"/>
                  <a:gd name="connsiteY306" fmla="*/ 167189 h 563255"/>
                  <a:gd name="connsiteX307" fmla="*/ 164470 w 596146"/>
                  <a:gd name="connsiteY307" fmla="*/ 167626 h 563255"/>
                  <a:gd name="connsiteX308" fmla="*/ 163090 w 596146"/>
                  <a:gd name="connsiteY308" fmla="*/ 166886 h 563255"/>
                  <a:gd name="connsiteX309" fmla="*/ 161273 w 596146"/>
                  <a:gd name="connsiteY309" fmla="*/ 166886 h 563255"/>
                  <a:gd name="connsiteX310" fmla="*/ 159960 w 596146"/>
                  <a:gd name="connsiteY310" fmla="*/ 168299 h 563255"/>
                  <a:gd name="connsiteX311" fmla="*/ 158311 w 596146"/>
                  <a:gd name="connsiteY311" fmla="*/ 169880 h 563255"/>
                  <a:gd name="connsiteX312" fmla="*/ 155181 w 596146"/>
                  <a:gd name="connsiteY312" fmla="*/ 172134 h 563255"/>
                  <a:gd name="connsiteX313" fmla="*/ 150840 w 596146"/>
                  <a:gd name="connsiteY313" fmla="*/ 172874 h 563255"/>
                  <a:gd name="connsiteX314" fmla="*/ 148383 w 596146"/>
                  <a:gd name="connsiteY314" fmla="*/ 173244 h 563255"/>
                  <a:gd name="connsiteX315" fmla="*/ 146801 w 596146"/>
                  <a:gd name="connsiteY315" fmla="*/ 175935 h 563255"/>
                  <a:gd name="connsiteX316" fmla="*/ 145489 w 596146"/>
                  <a:gd name="connsiteY316" fmla="*/ 177685 h 563255"/>
                  <a:gd name="connsiteX317" fmla="*/ 144614 w 596146"/>
                  <a:gd name="connsiteY317" fmla="*/ 179703 h 563255"/>
                  <a:gd name="connsiteX318" fmla="*/ 143672 w 596146"/>
                  <a:gd name="connsiteY318" fmla="*/ 180948 h 563255"/>
                  <a:gd name="connsiteX319" fmla="*/ 141854 w 596146"/>
                  <a:gd name="connsiteY319" fmla="*/ 182024 h 563255"/>
                  <a:gd name="connsiteX320" fmla="*/ 139330 w 596146"/>
                  <a:gd name="connsiteY320" fmla="*/ 182966 h 563255"/>
                  <a:gd name="connsiteX321" fmla="*/ 137446 w 596146"/>
                  <a:gd name="connsiteY321" fmla="*/ 182831 h 563255"/>
                  <a:gd name="connsiteX322" fmla="*/ 135763 w 596146"/>
                  <a:gd name="connsiteY322" fmla="*/ 182764 h 563255"/>
                  <a:gd name="connsiteX323" fmla="*/ 132869 w 596146"/>
                  <a:gd name="connsiteY323" fmla="*/ 184211 h 563255"/>
                  <a:gd name="connsiteX324" fmla="*/ 132061 w 596146"/>
                  <a:gd name="connsiteY324" fmla="*/ 185018 h 563255"/>
                  <a:gd name="connsiteX325" fmla="*/ 131085 w 596146"/>
                  <a:gd name="connsiteY325" fmla="*/ 187339 h 563255"/>
                  <a:gd name="connsiteX326" fmla="*/ 130378 w 596146"/>
                  <a:gd name="connsiteY326" fmla="*/ 189088 h 563255"/>
                  <a:gd name="connsiteX327" fmla="*/ 131051 w 596146"/>
                  <a:gd name="connsiteY327" fmla="*/ 192217 h 563255"/>
                  <a:gd name="connsiteX328" fmla="*/ 131051 w 596146"/>
                  <a:gd name="connsiteY328" fmla="*/ 196926 h 563255"/>
                  <a:gd name="connsiteX329" fmla="*/ 130378 w 596146"/>
                  <a:gd name="connsiteY329" fmla="*/ 201131 h 563255"/>
                  <a:gd name="connsiteX330" fmla="*/ 128224 w 596146"/>
                  <a:gd name="connsiteY330" fmla="*/ 203520 h 563255"/>
                  <a:gd name="connsiteX331" fmla="*/ 125969 w 596146"/>
                  <a:gd name="connsiteY331" fmla="*/ 203823 h 563255"/>
                  <a:gd name="connsiteX332" fmla="*/ 123815 w 596146"/>
                  <a:gd name="connsiteY332" fmla="*/ 203183 h 563255"/>
                  <a:gd name="connsiteX333" fmla="*/ 120484 w 596146"/>
                  <a:gd name="connsiteY333" fmla="*/ 201804 h 563255"/>
                  <a:gd name="connsiteX334" fmla="*/ 117287 w 596146"/>
                  <a:gd name="connsiteY334" fmla="*/ 203486 h 563255"/>
                  <a:gd name="connsiteX335" fmla="*/ 115974 w 596146"/>
                  <a:gd name="connsiteY335" fmla="*/ 207321 h 563255"/>
                  <a:gd name="connsiteX336" fmla="*/ 114022 w 596146"/>
                  <a:gd name="connsiteY336" fmla="*/ 208902 h 563255"/>
                  <a:gd name="connsiteX337" fmla="*/ 112642 w 596146"/>
                  <a:gd name="connsiteY337" fmla="*/ 210719 h 563255"/>
                  <a:gd name="connsiteX338" fmla="*/ 109950 w 596146"/>
                  <a:gd name="connsiteY338" fmla="*/ 212973 h 563255"/>
                  <a:gd name="connsiteX339" fmla="*/ 108334 w 596146"/>
                  <a:gd name="connsiteY339" fmla="*/ 214991 h 563255"/>
                  <a:gd name="connsiteX340" fmla="*/ 107863 w 596146"/>
                  <a:gd name="connsiteY340" fmla="*/ 216942 h 563255"/>
                  <a:gd name="connsiteX341" fmla="*/ 107661 w 596146"/>
                  <a:gd name="connsiteY341" fmla="*/ 220071 h 563255"/>
                  <a:gd name="connsiteX342" fmla="*/ 108233 w 596146"/>
                  <a:gd name="connsiteY342" fmla="*/ 223468 h 563255"/>
                  <a:gd name="connsiteX343" fmla="*/ 108233 w 596146"/>
                  <a:gd name="connsiteY343" fmla="*/ 225655 h 563255"/>
                  <a:gd name="connsiteX344" fmla="*/ 106147 w 596146"/>
                  <a:gd name="connsiteY344" fmla="*/ 227471 h 563255"/>
                  <a:gd name="connsiteX345" fmla="*/ 104699 w 596146"/>
                  <a:gd name="connsiteY345" fmla="*/ 228783 h 563255"/>
                  <a:gd name="connsiteX346" fmla="*/ 103555 w 596146"/>
                  <a:gd name="connsiteY346" fmla="*/ 230465 h 563255"/>
                  <a:gd name="connsiteX347" fmla="*/ 106147 w 596146"/>
                  <a:gd name="connsiteY347" fmla="*/ 234031 h 563255"/>
                  <a:gd name="connsiteX348" fmla="*/ 105844 w 596146"/>
                  <a:gd name="connsiteY348" fmla="*/ 237126 h 563255"/>
                  <a:gd name="connsiteX349" fmla="*/ 103522 w 596146"/>
                  <a:gd name="connsiteY349" fmla="*/ 240019 h 563255"/>
                  <a:gd name="connsiteX350" fmla="*/ 98608 w 596146"/>
                  <a:gd name="connsiteY350" fmla="*/ 239783 h 563255"/>
                  <a:gd name="connsiteX351" fmla="*/ 96151 w 596146"/>
                  <a:gd name="connsiteY351" fmla="*/ 237462 h 563255"/>
                  <a:gd name="connsiteX352" fmla="*/ 96151 w 596146"/>
                  <a:gd name="connsiteY352" fmla="*/ 234065 h 563255"/>
                  <a:gd name="connsiteX353" fmla="*/ 94401 w 596146"/>
                  <a:gd name="connsiteY353" fmla="*/ 228783 h 563255"/>
                  <a:gd name="connsiteX354" fmla="*/ 94401 w 596146"/>
                  <a:gd name="connsiteY354" fmla="*/ 225318 h 563255"/>
                  <a:gd name="connsiteX355" fmla="*/ 94401 w 596146"/>
                  <a:gd name="connsiteY355" fmla="*/ 223872 h 563255"/>
                  <a:gd name="connsiteX356" fmla="*/ 94233 w 596146"/>
                  <a:gd name="connsiteY356" fmla="*/ 221046 h 563255"/>
                  <a:gd name="connsiteX357" fmla="*/ 93896 w 596146"/>
                  <a:gd name="connsiteY357" fmla="*/ 216774 h 563255"/>
                  <a:gd name="connsiteX358" fmla="*/ 89050 w 596146"/>
                  <a:gd name="connsiteY358" fmla="*/ 211492 h 563255"/>
                  <a:gd name="connsiteX359" fmla="*/ 83127 w 596146"/>
                  <a:gd name="connsiteY359" fmla="*/ 204596 h 563255"/>
                  <a:gd name="connsiteX360" fmla="*/ 80233 w 596146"/>
                  <a:gd name="connsiteY360" fmla="*/ 200896 h 563255"/>
                  <a:gd name="connsiteX361" fmla="*/ 80233 w 596146"/>
                  <a:gd name="connsiteY361" fmla="*/ 199382 h 563255"/>
                  <a:gd name="connsiteX362" fmla="*/ 77170 w 596146"/>
                  <a:gd name="connsiteY362" fmla="*/ 197936 h 563255"/>
                  <a:gd name="connsiteX363" fmla="*/ 75151 w 596146"/>
                  <a:gd name="connsiteY363" fmla="*/ 195110 h 563255"/>
                  <a:gd name="connsiteX364" fmla="*/ 74781 w 596146"/>
                  <a:gd name="connsiteY364" fmla="*/ 190400 h 563255"/>
                  <a:gd name="connsiteX365" fmla="*/ 75420 w 596146"/>
                  <a:gd name="connsiteY365" fmla="*/ 188449 h 563255"/>
                  <a:gd name="connsiteX366" fmla="*/ 76867 w 596146"/>
                  <a:gd name="connsiteY366" fmla="*/ 186565 h 563255"/>
                  <a:gd name="connsiteX367" fmla="*/ 77136 w 596146"/>
                  <a:gd name="connsiteY367" fmla="*/ 184110 h 563255"/>
                  <a:gd name="connsiteX368" fmla="*/ 75185 w 596146"/>
                  <a:gd name="connsiteY368" fmla="*/ 182663 h 563255"/>
                  <a:gd name="connsiteX369" fmla="*/ 70675 w 596146"/>
                  <a:gd name="connsiteY369" fmla="*/ 182226 h 563255"/>
                  <a:gd name="connsiteX370" fmla="*/ 66266 w 596146"/>
                  <a:gd name="connsiteY370" fmla="*/ 182798 h 563255"/>
                  <a:gd name="connsiteX371" fmla="*/ 63574 w 596146"/>
                  <a:gd name="connsiteY371" fmla="*/ 182932 h 563255"/>
                  <a:gd name="connsiteX372" fmla="*/ 62934 w 596146"/>
                  <a:gd name="connsiteY372" fmla="*/ 183134 h 563255"/>
                  <a:gd name="connsiteX373" fmla="*/ 61857 w 596146"/>
                  <a:gd name="connsiteY373" fmla="*/ 183269 h 563255"/>
                  <a:gd name="connsiteX374" fmla="*/ 60713 w 596146"/>
                  <a:gd name="connsiteY374" fmla="*/ 184648 h 563255"/>
                  <a:gd name="connsiteX375" fmla="*/ 59636 w 596146"/>
                  <a:gd name="connsiteY375" fmla="*/ 183572 h 563255"/>
                  <a:gd name="connsiteX376" fmla="*/ 59636 w 596146"/>
                  <a:gd name="connsiteY376" fmla="*/ 180880 h 563255"/>
                  <a:gd name="connsiteX377" fmla="*/ 58525 w 596146"/>
                  <a:gd name="connsiteY377" fmla="*/ 179501 h 563255"/>
                  <a:gd name="connsiteX378" fmla="*/ 55968 w 596146"/>
                  <a:gd name="connsiteY378" fmla="*/ 179636 h 563255"/>
                  <a:gd name="connsiteX379" fmla="*/ 53780 w 596146"/>
                  <a:gd name="connsiteY379" fmla="*/ 178458 h 563255"/>
                  <a:gd name="connsiteX380" fmla="*/ 54083 w 596146"/>
                  <a:gd name="connsiteY380" fmla="*/ 176945 h 563255"/>
                  <a:gd name="connsiteX381" fmla="*/ 54352 w 596146"/>
                  <a:gd name="connsiteY381" fmla="*/ 175935 h 563255"/>
                  <a:gd name="connsiteX382" fmla="*/ 53545 w 596146"/>
                  <a:gd name="connsiteY382" fmla="*/ 174052 h 563255"/>
                  <a:gd name="connsiteX383" fmla="*/ 51593 w 596146"/>
                  <a:gd name="connsiteY383" fmla="*/ 171461 h 563255"/>
                  <a:gd name="connsiteX384" fmla="*/ 49708 w 596146"/>
                  <a:gd name="connsiteY384" fmla="*/ 167122 h 563255"/>
                  <a:gd name="connsiteX385" fmla="*/ 48463 w 596146"/>
                  <a:gd name="connsiteY385" fmla="*/ 164935 h 563255"/>
                  <a:gd name="connsiteX386" fmla="*/ 46376 w 596146"/>
                  <a:gd name="connsiteY386" fmla="*/ 164061 h 563255"/>
                  <a:gd name="connsiteX387" fmla="*/ 45198 w 596146"/>
                  <a:gd name="connsiteY387" fmla="*/ 163758 h 563255"/>
                  <a:gd name="connsiteX388" fmla="*/ 44761 w 596146"/>
                  <a:gd name="connsiteY388" fmla="*/ 166146 h 563255"/>
                  <a:gd name="connsiteX389" fmla="*/ 42237 w 596146"/>
                  <a:gd name="connsiteY389" fmla="*/ 167895 h 563255"/>
                  <a:gd name="connsiteX390" fmla="*/ 42237 w 596146"/>
                  <a:gd name="connsiteY390" fmla="*/ 169275 h 563255"/>
                  <a:gd name="connsiteX391" fmla="*/ 41093 w 596146"/>
                  <a:gd name="connsiteY391" fmla="*/ 170889 h 563255"/>
                  <a:gd name="connsiteX392" fmla="*/ 39645 w 596146"/>
                  <a:gd name="connsiteY392" fmla="*/ 172269 h 563255"/>
                  <a:gd name="connsiteX393" fmla="*/ 37121 w 596146"/>
                  <a:gd name="connsiteY393" fmla="*/ 172269 h 563255"/>
                  <a:gd name="connsiteX394" fmla="*/ 35169 w 596146"/>
                  <a:gd name="connsiteY394" fmla="*/ 172908 h 563255"/>
                  <a:gd name="connsiteX395" fmla="*/ 34328 w 596146"/>
                  <a:gd name="connsiteY395" fmla="*/ 174152 h 563255"/>
                  <a:gd name="connsiteX396" fmla="*/ 34429 w 596146"/>
                  <a:gd name="connsiteY396" fmla="*/ 175734 h 563255"/>
                  <a:gd name="connsiteX397" fmla="*/ 32679 w 596146"/>
                  <a:gd name="connsiteY397" fmla="*/ 175734 h 563255"/>
                  <a:gd name="connsiteX398" fmla="*/ 30659 w 596146"/>
                  <a:gd name="connsiteY398" fmla="*/ 175734 h 563255"/>
                  <a:gd name="connsiteX399" fmla="*/ 29515 w 596146"/>
                  <a:gd name="connsiteY399" fmla="*/ 178593 h 563255"/>
                  <a:gd name="connsiteX400" fmla="*/ 28674 w 596146"/>
                  <a:gd name="connsiteY400" fmla="*/ 181250 h 563255"/>
                  <a:gd name="connsiteX401" fmla="*/ 27462 w 596146"/>
                  <a:gd name="connsiteY401" fmla="*/ 182663 h 563255"/>
                  <a:gd name="connsiteX402" fmla="*/ 25847 w 596146"/>
                  <a:gd name="connsiteY402" fmla="*/ 184076 h 563255"/>
                  <a:gd name="connsiteX403" fmla="*/ 25308 w 596146"/>
                  <a:gd name="connsiteY403" fmla="*/ 186027 h 563255"/>
                  <a:gd name="connsiteX404" fmla="*/ 24669 w 596146"/>
                  <a:gd name="connsiteY404" fmla="*/ 187877 h 563255"/>
                  <a:gd name="connsiteX405" fmla="*/ 25645 w 596146"/>
                  <a:gd name="connsiteY405" fmla="*/ 190602 h 563255"/>
                  <a:gd name="connsiteX406" fmla="*/ 27496 w 596146"/>
                  <a:gd name="connsiteY406" fmla="*/ 191914 h 563255"/>
                  <a:gd name="connsiteX407" fmla="*/ 29246 w 596146"/>
                  <a:gd name="connsiteY407" fmla="*/ 192553 h 563255"/>
                  <a:gd name="connsiteX408" fmla="*/ 32948 w 596146"/>
                  <a:gd name="connsiteY408" fmla="*/ 193529 h 563255"/>
                  <a:gd name="connsiteX409" fmla="*/ 32847 w 596146"/>
                  <a:gd name="connsiteY409" fmla="*/ 194706 h 563255"/>
                  <a:gd name="connsiteX410" fmla="*/ 32645 w 596146"/>
                  <a:gd name="connsiteY410" fmla="*/ 196355 h 563255"/>
                  <a:gd name="connsiteX411" fmla="*/ 34496 w 596146"/>
                  <a:gd name="connsiteY411" fmla="*/ 198306 h 563255"/>
                  <a:gd name="connsiteX412" fmla="*/ 35910 w 596146"/>
                  <a:gd name="connsiteY412" fmla="*/ 198306 h 563255"/>
                  <a:gd name="connsiteX413" fmla="*/ 38501 w 596146"/>
                  <a:gd name="connsiteY413" fmla="*/ 199281 h 563255"/>
                  <a:gd name="connsiteX414" fmla="*/ 40789 w 596146"/>
                  <a:gd name="connsiteY414" fmla="*/ 200492 h 563255"/>
                  <a:gd name="connsiteX415" fmla="*/ 39578 w 596146"/>
                  <a:gd name="connsiteY415" fmla="*/ 203318 h 563255"/>
                  <a:gd name="connsiteX416" fmla="*/ 37087 w 596146"/>
                  <a:gd name="connsiteY416" fmla="*/ 207994 h 563255"/>
                  <a:gd name="connsiteX417" fmla="*/ 35506 w 596146"/>
                  <a:gd name="connsiteY417" fmla="*/ 212603 h 563255"/>
                  <a:gd name="connsiteX418" fmla="*/ 33621 w 596146"/>
                  <a:gd name="connsiteY418" fmla="*/ 216572 h 563255"/>
                  <a:gd name="connsiteX419" fmla="*/ 33621 w 596146"/>
                  <a:gd name="connsiteY419" fmla="*/ 219330 h 563255"/>
                  <a:gd name="connsiteX420" fmla="*/ 33688 w 596146"/>
                  <a:gd name="connsiteY420" fmla="*/ 224040 h 563255"/>
                  <a:gd name="connsiteX421" fmla="*/ 32679 w 596146"/>
                  <a:gd name="connsiteY421" fmla="*/ 226126 h 563255"/>
                  <a:gd name="connsiteX422" fmla="*/ 31871 w 596146"/>
                  <a:gd name="connsiteY422" fmla="*/ 228716 h 563255"/>
                  <a:gd name="connsiteX423" fmla="*/ 31871 w 596146"/>
                  <a:gd name="connsiteY423" fmla="*/ 231272 h 563255"/>
                  <a:gd name="connsiteX424" fmla="*/ 33722 w 596146"/>
                  <a:gd name="connsiteY424" fmla="*/ 233560 h 563255"/>
                  <a:gd name="connsiteX425" fmla="*/ 34362 w 596146"/>
                  <a:gd name="connsiteY425" fmla="*/ 237630 h 563255"/>
                  <a:gd name="connsiteX426" fmla="*/ 34866 w 596146"/>
                  <a:gd name="connsiteY426" fmla="*/ 246208 h 563255"/>
                  <a:gd name="connsiteX427" fmla="*/ 36381 w 596146"/>
                  <a:gd name="connsiteY427" fmla="*/ 248126 h 563255"/>
                  <a:gd name="connsiteX428" fmla="*/ 40789 w 596146"/>
                  <a:gd name="connsiteY428" fmla="*/ 251759 h 563255"/>
                  <a:gd name="connsiteX429" fmla="*/ 40419 w 596146"/>
                  <a:gd name="connsiteY429" fmla="*/ 254349 h 563255"/>
                  <a:gd name="connsiteX430" fmla="*/ 38838 w 596146"/>
                  <a:gd name="connsiteY430" fmla="*/ 256502 h 563255"/>
                  <a:gd name="connsiteX431" fmla="*/ 39174 w 596146"/>
                  <a:gd name="connsiteY431" fmla="*/ 260102 h 563255"/>
                  <a:gd name="connsiteX432" fmla="*/ 44054 w 596146"/>
                  <a:gd name="connsiteY432" fmla="*/ 263466 h 563255"/>
                  <a:gd name="connsiteX433" fmla="*/ 44054 w 596146"/>
                  <a:gd name="connsiteY433" fmla="*/ 268142 h 563255"/>
                  <a:gd name="connsiteX434" fmla="*/ 42977 w 596146"/>
                  <a:gd name="connsiteY434" fmla="*/ 271741 h 563255"/>
                  <a:gd name="connsiteX435" fmla="*/ 40655 w 596146"/>
                  <a:gd name="connsiteY435" fmla="*/ 275879 h 563255"/>
                  <a:gd name="connsiteX436" fmla="*/ 38871 w 596146"/>
                  <a:gd name="connsiteY436" fmla="*/ 279142 h 563255"/>
                  <a:gd name="connsiteX437" fmla="*/ 38871 w 596146"/>
                  <a:gd name="connsiteY437" fmla="*/ 286105 h 563255"/>
                  <a:gd name="connsiteX438" fmla="*/ 38333 w 596146"/>
                  <a:gd name="connsiteY438" fmla="*/ 286475 h 563255"/>
                  <a:gd name="connsiteX439" fmla="*/ 37996 w 596146"/>
                  <a:gd name="connsiteY439" fmla="*/ 289435 h 563255"/>
                  <a:gd name="connsiteX440" fmla="*/ 34664 w 596146"/>
                  <a:gd name="connsiteY440" fmla="*/ 291454 h 563255"/>
                  <a:gd name="connsiteX441" fmla="*/ 31905 w 596146"/>
                  <a:gd name="connsiteY441" fmla="*/ 292026 h 563255"/>
                  <a:gd name="connsiteX442" fmla="*/ 29010 w 596146"/>
                  <a:gd name="connsiteY442" fmla="*/ 294212 h 563255"/>
                  <a:gd name="connsiteX443" fmla="*/ 28438 w 596146"/>
                  <a:gd name="connsiteY443" fmla="*/ 298283 h 563255"/>
                  <a:gd name="connsiteX444" fmla="*/ 28438 w 596146"/>
                  <a:gd name="connsiteY444" fmla="*/ 302050 h 563255"/>
                  <a:gd name="connsiteX445" fmla="*/ 26251 w 596146"/>
                  <a:gd name="connsiteY445" fmla="*/ 306121 h 563255"/>
                  <a:gd name="connsiteX446" fmla="*/ 21606 w 596146"/>
                  <a:gd name="connsiteY446" fmla="*/ 310763 h 563255"/>
                  <a:gd name="connsiteX447" fmla="*/ 15818 w 596146"/>
                  <a:gd name="connsiteY447" fmla="*/ 312950 h 563255"/>
                  <a:gd name="connsiteX448" fmla="*/ 12924 w 596146"/>
                  <a:gd name="connsiteY448" fmla="*/ 314833 h 563255"/>
                  <a:gd name="connsiteX449" fmla="*/ 8851 w 596146"/>
                  <a:gd name="connsiteY449" fmla="*/ 317155 h 563255"/>
                  <a:gd name="connsiteX450" fmla="*/ 7404 w 596146"/>
                  <a:gd name="connsiteY450" fmla="*/ 320350 h 563255"/>
                  <a:gd name="connsiteX451" fmla="*/ 9154 w 596146"/>
                  <a:gd name="connsiteY451" fmla="*/ 321797 h 563255"/>
                  <a:gd name="connsiteX452" fmla="*/ 13193 w 596146"/>
                  <a:gd name="connsiteY452" fmla="*/ 323815 h 563255"/>
                  <a:gd name="connsiteX453" fmla="*/ 12486 w 596146"/>
                  <a:gd name="connsiteY453" fmla="*/ 326136 h 563255"/>
                  <a:gd name="connsiteX454" fmla="*/ 10736 w 596146"/>
                  <a:gd name="connsiteY454" fmla="*/ 328592 h 563255"/>
                  <a:gd name="connsiteX455" fmla="*/ 8548 w 596146"/>
                  <a:gd name="connsiteY455" fmla="*/ 330610 h 563255"/>
                  <a:gd name="connsiteX456" fmla="*/ 1313 w 596146"/>
                  <a:gd name="connsiteY456" fmla="*/ 337977 h 563255"/>
                  <a:gd name="connsiteX457" fmla="*/ 0 w 596146"/>
                  <a:gd name="connsiteY457" fmla="*/ 343192 h 563255"/>
                  <a:gd name="connsiteX458" fmla="*/ 3332 w 596146"/>
                  <a:gd name="connsiteY458" fmla="*/ 346825 h 563255"/>
                  <a:gd name="connsiteX459" fmla="*/ 8279 w 596146"/>
                  <a:gd name="connsiteY459" fmla="*/ 351602 h 563255"/>
                  <a:gd name="connsiteX460" fmla="*/ 15078 w 596146"/>
                  <a:gd name="connsiteY460" fmla="*/ 355638 h 563255"/>
                  <a:gd name="connsiteX461" fmla="*/ 19554 w 596146"/>
                  <a:gd name="connsiteY461" fmla="*/ 359271 h 563255"/>
                  <a:gd name="connsiteX462" fmla="*/ 23020 w 596146"/>
                  <a:gd name="connsiteY462" fmla="*/ 360718 h 563255"/>
                  <a:gd name="connsiteX463" fmla="*/ 27496 w 596146"/>
                  <a:gd name="connsiteY463" fmla="*/ 359978 h 563255"/>
                  <a:gd name="connsiteX464" fmla="*/ 32140 w 596146"/>
                  <a:gd name="connsiteY464" fmla="*/ 359978 h 563255"/>
                  <a:gd name="connsiteX465" fmla="*/ 32578 w 596146"/>
                  <a:gd name="connsiteY465" fmla="*/ 364822 h 563255"/>
                  <a:gd name="connsiteX466" fmla="*/ 35910 w 596146"/>
                  <a:gd name="connsiteY466" fmla="*/ 369801 h 563255"/>
                  <a:gd name="connsiteX467" fmla="*/ 37794 w 596146"/>
                  <a:gd name="connsiteY467" fmla="*/ 374275 h 563255"/>
                  <a:gd name="connsiteX468" fmla="*/ 40419 w 596146"/>
                  <a:gd name="connsiteY468" fmla="*/ 374847 h 563255"/>
                  <a:gd name="connsiteX469" fmla="*/ 46645 w 596146"/>
                  <a:gd name="connsiteY469" fmla="*/ 375553 h 563255"/>
                  <a:gd name="connsiteX470" fmla="*/ 49708 w 596146"/>
                  <a:gd name="connsiteY470" fmla="*/ 375553 h 563255"/>
                  <a:gd name="connsiteX471" fmla="*/ 51020 w 596146"/>
                  <a:gd name="connsiteY471" fmla="*/ 374746 h 563255"/>
                  <a:gd name="connsiteX472" fmla="*/ 55530 w 596146"/>
                  <a:gd name="connsiteY472" fmla="*/ 373366 h 563255"/>
                  <a:gd name="connsiteX473" fmla="*/ 60006 w 596146"/>
                  <a:gd name="connsiteY473" fmla="*/ 373366 h 563255"/>
                  <a:gd name="connsiteX474" fmla="*/ 64078 w 596146"/>
                  <a:gd name="connsiteY474" fmla="*/ 375688 h 563255"/>
                  <a:gd name="connsiteX475" fmla="*/ 68858 w 596146"/>
                  <a:gd name="connsiteY475" fmla="*/ 380195 h 563255"/>
                  <a:gd name="connsiteX476" fmla="*/ 71617 w 596146"/>
                  <a:gd name="connsiteY476" fmla="*/ 384400 h 563255"/>
                  <a:gd name="connsiteX477" fmla="*/ 71920 w 596146"/>
                  <a:gd name="connsiteY477" fmla="*/ 388605 h 563255"/>
                  <a:gd name="connsiteX478" fmla="*/ 71920 w 596146"/>
                  <a:gd name="connsiteY478" fmla="*/ 394559 h 563255"/>
                  <a:gd name="connsiteX479" fmla="*/ 72122 w 596146"/>
                  <a:gd name="connsiteY479" fmla="*/ 398462 h 563255"/>
                  <a:gd name="connsiteX480" fmla="*/ 73502 w 596146"/>
                  <a:gd name="connsiteY480" fmla="*/ 402364 h 563255"/>
                  <a:gd name="connsiteX481" fmla="*/ 80333 w 596146"/>
                  <a:gd name="connsiteY481" fmla="*/ 406131 h 563255"/>
                  <a:gd name="connsiteX482" fmla="*/ 84978 w 596146"/>
                  <a:gd name="connsiteY482" fmla="*/ 409462 h 563255"/>
                  <a:gd name="connsiteX483" fmla="*/ 91945 w 596146"/>
                  <a:gd name="connsiteY483" fmla="*/ 412086 h 563255"/>
                  <a:gd name="connsiteX484" fmla="*/ 92079 w 596146"/>
                  <a:gd name="connsiteY484" fmla="*/ 412086 h 563255"/>
                  <a:gd name="connsiteX485" fmla="*/ 91945 w 596146"/>
                  <a:gd name="connsiteY485" fmla="*/ 417804 h 563255"/>
                  <a:gd name="connsiteX486" fmla="*/ 93695 w 596146"/>
                  <a:gd name="connsiteY486" fmla="*/ 421942 h 563255"/>
                  <a:gd name="connsiteX487" fmla="*/ 97026 w 596146"/>
                  <a:gd name="connsiteY487" fmla="*/ 425272 h 563255"/>
                  <a:gd name="connsiteX488" fmla="*/ 99786 w 596146"/>
                  <a:gd name="connsiteY488" fmla="*/ 428603 h 563255"/>
                  <a:gd name="connsiteX489" fmla="*/ 99786 w 596146"/>
                  <a:gd name="connsiteY489" fmla="*/ 431361 h 563255"/>
                  <a:gd name="connsiteX490" fmla="*/ 102142 w 596146"/>
                  <a:gd name="connsiteY490" fmla="*/ 429040 h 563255"/>
                  <a:gd name="connsiteX491" fmla="*/ 104363 w 596146"/>
                  <a:gd name="connsiteY491" fmla="*/ 428367 h 563255"/>
                  <a:gd name="connsiteX492" fmla="*/ 107695 w 596146"/>
                  <a:gd name="connsiteY492" fmla="*/ 424700 h 563255"/>
                  <a:gd name="connsiteX493" fmla="*/ 111363 w 596146"/>
                  <a:gd name="connsiteY493" fmla="*/ 423187 h 563255"/>
                  <a:gd name="connsiteX494" fmla="*/ 114897 w 596146"/>
                  <a:gd name="connsiteY494" fmla="*/ 420529 h 563255"/>
                  <a:gd name="connsiteX495" fmla="*/ 118801 w 596146"/>
                  <a:gd name="connsiteY495" fmla="*/ 416896 h 563255"/>
                  <a:gd name="connsiteX496" fmla="*/ 122234 w 596146"/>
                  <a:gd name="connsiteY496" fmla="*/ 413969 h 563255"/>
                  <a:gd name="connsiteX497" fmla="*/ 125094 w 596146"/>
                  <a:gd name="connsiteY497" fmla="*/ 412187 h 563255"/>
                  <a:gd name="connsiteX498" fmla="*/ 128359 w 596146"/>
                  <a:gd name="connsiteY498" fmla="*/ 411917 h 563255"/>
                  <a:gd name="connsiteX499" fmla="*/ 131960 w 596146"/>
                  <a:gd name="connsiteY499" fmla="*/ 411985 h 563255"/>
                  <a:gd name="connsiteX500" fmla="*/ 134787 w 596146"/>
                  <a:gd name="connsiteY500" fmla="*/ 409697 h 563255"/>
                  <a:gd name="connsiteX501" fmla="*/ 136638 w 596146"/>
                  <a:gd name="connsiteY501" fmla="*/ 408116 h 563255"/>
                  <a:gd name="connsiteX502" fmla="*/ 140945 w 596146"/>
                  <a:gd name="connsiteY502" fmla="*/ 405728 h 563255"/>
                  <a:gd name="connsiteX503" fmla="*/ 144109 w 596146"/>
                  <a:gd name="connsiteY503" fmla="*/ 403541 h 563255"/>
                  <a:gd name="connsiteX504" fmla="*/ 147205 w 596146"/>
                  <a:gd name="connsiteY504" fmla="*/ 402296 h 563255"/>
                  <a:gd name="connsiteX505" fmla="*/ 150974 w 596146"/>
                  <a:gd name="connsiteY505" fmla="*/ 399033 h 563255"/>
                  <a:gd name="connsiteX506" fmla="*/ 151849 w 596146"/>
                  <a:gd name="connsiteY506" fmla="*/ 393954 h 563255"/>
                  <a:gd name="connsiteX507" fmla="*/ 158513 w 596146"/>
                  <a:gd name="connsiteY507" fmla="*/ 388000 h 563255"/>
                  <a:gd name="connsiteX508" fmla="*/ 158513 w 596146"/>
                  <a:gd name="connsiteY508" fmla="*/ 384535 h 563255"/>
                  <a:gd name="connsiteX509" fmla="*/ 158210 w 596146"/>
                  <a:gd name="connsiteY509" fmla="*/ 383223 h 563255"/>
                  <a:gd name="connsiteX510" fmla="*/ 157403 w 596146"/>
                  <a:gd name="connsiteY510" fmla="*/ 379691 h 563255"/>
                  <a:gd name="connsiteX511" fmla="*/ 157705 w 596146"/>
                  <a:gd name="connsiteY511" fmla="*/ 376865 h 563255"/>
                  <a:gd name="connsiteX512" fmla="*/ 159590 w 596146"/>
                  <a:gd name="connsiteY512" fmla="*/ 373602 h 563255"/>
                  <a:gd name="connsiteX513" fmla="*/ 161172 w 596146"/>
                  <a:gd name="connsiteY513" fmla="*/ 370843 h 563255"/>
                  <a:gd name="connsiteX514" fmla="*/ 163932 w 596146"/>
                  <a:gd name="connsiteY514" fmla="*/ 369094 h 563255"/>
                  <a:gd name="connsiteX515" fmla="*/ 166456 w 596146"/>
                  <a:gd name="connsiteY515" fmla="*/ 370978 h 563255"/>
                  <a:gd name="connsiteX516" fmla="*/ 167398 w 596146"/>
                  <a:gd name="connsiteY516" fmla="*/ 375250 h 563255"/>
                  <a:gd name="connsiteX517" fmla="*/ 170965 w 596146"/>
                  <a:gd name="connsiteY517" fmla="*/ 375452 h 563255"/>
                  <a:gd name="connsiteX518" fmla="*/ 171167 w 596146"/>
                  <a:gd name="connsiteY518" fmla="*/ 371920 h 563255"/>
                  <a:gd name="connsiteX519" fmla="*/ 171100 w 596146"/>
                  <a:gd name="connsiteY519" fmla="*/ 368455 h 563255"/>
                  <a:gd name="connsiteX520" fmla="*/ 171235 w 596146"/>
                  <a:gd name="connsiteY520" fmla="*/ 365932 h 563255"/>
                  <a:gd name="connsiteX521" fmla="*/ 170427 w 596146"/>
                  <a:gd name="connsiteY521" fmla="*/ 362904 h 563255"/>
                  <a:gd name="connsiteX522" fmla="*/ 171672 w 596146"/>
                  <a:gd name="connsiteY522" fmla="*/ 358834 h 563255"/>
                  <a:gd name="connsiteX523" fmla="*/ 173994 w 596146"/>
                  <a:gd name="connsiteY523" fmla="*/ 356008 h 563255"/>
                  <a:gd name="connsiteX524" fmla="*/ 177057 w 596146"/>
                  <a:gd name="connsiteY524" fmla="*/ 353485 h 563255"/>
                  <a:gd name="connsiteX525" fmla="*/ 180322 w 596146"/>
                  <a:gd name="connsiteY525" fmla="*/ 350290 h 563255"/>
                  <a:gd name="connsiteX526" fmla="*/ 185168 w 596146"/>
                  <a:gd name="connsiteY526" fmla="*/ 346455 h 563255"/>
                  <a:gd name="connsiteX527" fmla="*/ 188062 w 596146"/>
                  <a:gd name="connsiteY527" fmla="*/ 344705 h 563255"/>
                  <a:gd name="connsiteX528" fmla="*/ 189206 w 596146"/>
                  <a:gd name="connsiteY528" fmla="*/ 342081 h 563255"/>
                  <a:gd name="connsiteX529" fmla="*/ 190889 w 596146"/>
                  <a:gd name="connsiteY529" fmla="*/ 340063 h 563255"/>
                  <a:gd name="connsiteX530" fmla="*/ 190620 w 596146"/>
                  <a:gd name="connsiteY530" fmla="*/ 337305 h 563255"/>
                  <a:gd name="connsiteX531" fmla="*/ 189105 w 596146"/>
                  <a:gd name="connsiteY531" fmla="*/ 336666 h 563255"/>
                  <a:gd name="connsiteX532" fmla="*/ 187153 w 596146"/>
                  <a:gd name="connsiteY532" fmla="*/ 334479 h 563255"/>
                  <a:gd name="connsiteX533" fmla="*/ 185403 w 596146"/>
                  <a:gd name="connsiteY533" fmla="*/ 331283 h 563255"/>
                  <a:gd name="connsiteX534" fmla="*/ 186649 w 596146"/>
                  <a:gd name="connsiteY534" fmla="*/ 329837 h 563255"/>
                  <a:gd name="connsiteX535" fmla="*/ 189913 w 596146"/>
                  <a:gd name="connsiteY535" fmla="*/ 327751 h 563255"/>
                  <a:gd name="connsiteX536" fmla="*/ 192740 w 596146"/>
                  <a:gd name="connsiteY536" fmla="*/ 324993 h 563255"/>
                  <a:gd name="connsiteX537" fmla="*/ 195264 w 596146"/>
                  <a:gd name="connsiteY537" fmla="*/ 322739 h 563255"/>
                  <a:gd name="connsiteX538" fmla="*/ 197519 w 596146"/>
                  <a:gd name="connsiteY538" fmla="*/ 319711 h 563255"/>
                  <a:gd name="connsiteX539" fmla="*/ 199168 w 596146"/>
                  <a:gd name="connsiteY539" fmla="*/ 317895 h 563255"/>
                  <a:gd name="connsiteX540" fmla="*/ 201052 w 596146"/>
                  <a:gd name="connsiteY540" fmla="*/ 316314 h 563255"/>
                  <a:gd name="connsiteX541" fmla="*/ 204889 w 596146"/>
                  <a:gd name="connsiteY541" fmla="*/ 315944 h 563255"/>
                  <a:gd name="connsiteX542" fmla="*/ 208356 w 596146"/>
                  <a:gd name="connsiteY542" fmla="*/ 316751 h 563255"/>
                  <a:gd name="connsiteX543" fmla="*/ 216702 w 596146"/>
                  <a:gd name="connsiteY543" fmla="*/ 315876 h 563255"/>
                  <a:gd name="connsiteX544" fmla="*/ 221111 w 596146"/>
                  <a:gd name="connsiteY544" fmla="*/ 315944 h 563255"/>
                  <a:gd name="connsiteX545" fmla="*/ 226193 w 596146"/>
                  <a:gd name="connsiteY545" fmla="*/ 315574 h 563255"/>
                  <a:gd name="connsiteX546" fmla="*/ 232654 w 596146"/>
                  <a:gd name="connsiteY546" fmla="*/ 314497 h 563255"/>
                  <a:gd name="connsiteX547" fmla="*/ 241337 w 596146"/>
                  <a:gd name="connsiteY547" fmla="*/ 314699 h 563255"/>
                  <a:gd name="connsiteX548" fmla="*/ 245780 w 596146"/>
                  <a:gd name="connsiteY548" fmla="*/ 313757 h 563255"/>
                  <a:gd name="connsiteX549" fmla="*/ 248539 w 596146"/>
                  <a:gd name="connsiteY549" fmla="*/ 313051 h 563255"/>
                  <a:gd name="connsiteX550" fmla="*/ 249852 w 596146"/>
                  <a:gd name="connsiteY550" fmla="*/ 313051 h 563255"/>
                  <a:gd name="connsiteX551" fmla="*/ 252376 w 596146"/>
                  <a:gd name="connsiteY551" fmla="*/ 312680 h 563255"/>
                  <a:gd name="connsiteX552" fmla="*/ 254765 w 596146"/>
                  <a:gd name="connsiteY552" fmla="*/ 311671 h 563255"/>
                  <a:gd name="connsiteX553" fmla="*/ 255708 w 596146"/>
                  <a:gd name="connsiteY553" fmla="*/ 310359 h 563255"/>
                  <a:gd name="connsiteX554" fmla="*/ 256011 w 596146"/>
                  <a:gd name="connsiteY554" fmla="*/ 309350 h 563255"/>
                  <a:gd name="connsiteX555" fmla="*/ 256212 w 596146"/>
                  <a:gd name="connsiteY555" fmla="*/ 307399 h 563255"/>
                  <a:gd name="connsiteX556" fmla="*/ 256011 w 596146"/>
                  <a:gd name="connsiteY556" fmla="*/ 304641 h 563255"/>
                  <a:gd name="connsiteX557" fmla="*/ 256313 w 596146"/>
                  <a:gd name="connsiteY557" fmla="*/ 301378 h 563255"/>
                  <a:gd name="connsiteX558" fmla="*/ 256179 w 596146"/>
                  <a:gd name="connsiteY558" fmla="*/ 298922 h 563255"/>
                  <a:gd name="connsiteX559" fmla="*/ 255977 w 596146"/>
                  <a:gd name="connsiteY559" fmla="*/ 297240 h 563255"/>
                  <a:gd name="connsiteX560" fmla="*/ 256549 w 596146"/>
                  <a:gd name="connsiteY560" fmla="*/ 296231 h 563255"/>
                  <a:gd name="connsiteX561" fmla="*/ 257559 w 596146"/>
                  <a:gd name="connsiteY561" fmla="*/ 295726 h 563255"/>
                  <a:gd name="connsiteX562" fmla="*/ 260756 w 596146"/>
                  <a:gd name="connsiteY562" fmla="*/ 295659 h 563255"/>
                  <a:gd name="connsiteX563" fmla="*/ 261900 w 596146"/>
                  <a:gd name="connsiteY563" fmla="*/ 295659 h 563255"/>
                  <a:gd name="connsiteX564" fmla="*/ 263852 w 596146"/>
                  <a:gd name="connsiteY564" fmla="*/ 296264 h 563255"/>
                  <a:gd name="connsiteX565" fmla="*/ 266376 w 596146"/>
                  <a:gd name="connsiteY565" fmla="*/ 298619 h 563255"/>
                  <a:gd name="connsiteX566" fmla="*/ 266948 w 596146"/>
                  <a:gd name="connsiteY566" fmla="*/ 300873 h 563255"/>
                  <a:gd name="connsiteX567" fmla="*/ 266679 w 596146"/>
                  <a:gd name="connsiteY567" fmla="*/ 303833 h 563255"/>
                  <a:gd name="connsiteX568" fmla="*/ 268496 w 596146"/>
                  <a:gd name="connsiteY568" fmla="*/ 307164 h 563255"/>
                  <a:gd name="connsiteX569" fmla="*/ 271189 w 596146"/>
                  <a:gd name="connsiteY569" fmla="*/ 309047 h 563255"/>
                  <a:gd name="connsiteX570" fmla="*/ 271626 w 596146"/>
                  <a:gd name="connsiteY570" fmla="*/ 312512 h 563255"/>
                  <a:gd name="connsiteX571" fmla="*/ 272434 w 596146"/>
                  <a:gd name="connsiteY571" fmla="*/ 316415 h 563255"/>
                  <a:gd name="connsiteX572" fmla="*/ 273309 w 596146"/>
                  <a:gd name="connsiteY572" fmla="*/ 320249 h 563255"/>
                  <a:gd name="connsiteX573" fmla="*/ 276069 w 596146"/>
                  <a:gd name="connsiteY573" fmla="*/ 322840 h 563255"/>
                  <a:gd name="connsiteX574" fmla="*/ 279199 w 596146"/>
                  <a:gd name="connsiteY574" fmla="*/ 325598 h 563255"/>
                  <a:gd name="connsiteX575" fmla="*/ 281857 w 596146"/>
                  <a:gd name="connsiteY575" fmla="*/ 328558 h 563255"/>
                  <a:gd name="connsiteX576" fmla="*/ 286064 w 596146"/>
                  <a:gd name="connsiteY576" fmla="*/ 331586 h 563255"/>
                  <a:gd name="connsiteX577" fmla="*/ 288151 w 596146"/>
                  <a:gd name="connsiteY577" fmla="*/ 333604 h 563255"/>
                  <a:gd name="connsiteX578" fmla="*/ 292661 w 596146"/>
                  <a:gd name="connsiteY578" fmla="*/ 336295 h 563255"/>
                  <a:gd name="connsiteX579" fmla="*/ 297944 w 596146"/>
                  <a:gd name="connsiteY579" fmla="*/ 339424 h 563255"/>
                  <a:gd name="connsiteX580" fmla="*/ 299088 w 596146"/>
                  <a:gd name="connsiteY580" fmla="*/ 345143 h 563255"/>
                  <a:gd name="connsiteX581" fmla="*/ 300670 w 596146"/>
                  <a:gd name="connsiteY581" fmla="*/ 346387 h 563255"/>
                  <a:gd name="connsiteX582" fmla="*/ 302858 w 596146"/>
                  <a:gd name="connsiteY582" fmla="*/ 348271 h 563255"/>
                  <a:gd name="connsiteX583" fmla="*/ 302925 w 596146"/>
                  <a:gd name="connsiteY583" fmla="*/ 350155 h 563255"/>
                  <a:gd name="connsiteX584" fmla="*/ 302992 w 596146"/>
                  <a:gd name="connsiteY584" fmla="*/ 352543 h 563255"/>
                  <a:gd name="connsiteX585" fmla="*/ 302185 w 596146"/>
                  <a:gd name="connsiteY585" fmla="*/ 355941 h 563255"/>
                  <a:gd name="connsiteX586" fmla="*/ 300939 w 596146"/>
                  <a:gd name="connsiteY586" fmla="*/ 357623 h 563255"/>
                  <a:gd name="connsiteX587" fmla="*/ 299863 w 596146"/>
                  <a:gd name="connsiteY587" fmla="*/ 359507 h 563255"/>
                  <a:gd name="connsiteX588" fmla="*/ 297978 w 596146"/>
                  <a:gd name="connsiteY588" fmla="*/ 362635 h 563255"/>
                  <a:gd name="connsiteX589" fmla="*/ 296530 w 596146"/>
                  <a:gd name="connsiteY589" fmla="*/ 364956 h 563255"/>
                  <a:gd name="connsiteX590" fmla="*/ 295084 w 596146"/>
                  <a:gd name="connsiteY590" fmla="*/ 366538 h 563255"/>
                  <a:gd name="connsiteX591" fmla="*/ 293838 w 596146"/>
                  <a:gd name="connsiteY591" fmla="*/ 368220 h 563255"/>
                  <a:gd name="connsiteX592" fmla="*/ 293704 w 596146"/>
                  <a:gd name="connsiteY592" fmla="*/ 371348 h 563255"/>
                  <a:gd name="connsiteX593" fmla="*/ 294209 w 596146"/>
                  <a:gd name="connsiteY593" fmla="*/ 373736 h 563255"/>
                  <a:gd name="connsiteX594" fmla="*/ 295016 w 596146"/>
                  <a:gd name="connsiteY594" fmla="*/ 377269 h 563255"/>
                  <a:gd name="connsiteX595" fmla="*/ 293435 w 596146"/>
                  <a:gd name="connsiteY595" fmla="*/ 380834 h 563255"/>
                  <a:gd name="connsiteX596" fmla="*/ 292997 w 596146"/>
                  <a:gd name="connsiteY596" fmla="*/ 383929 h 563255"/>
                  <a:gd name="connsiteX597" fmla="*/ 291853 w 596146"/>
                  <a:gd name="connsiteY597" fmla="*/ 386183 h 563255"/>
                  <a:gd name="connsiteX598" fmla="*/ 290540 w 596146"/>
                  <a:gd name="connsiteY598" fmla="*/ 389076 h 563255"/>
                  <a:gd name="connsiteX599" fmla="*/ 288790 w 596146"/>
                  <a:gd name="connsiteY599" fmla="*/ 390153 h 563255"/>
                  <a:gd name="connsiteX600" fmla="*/ 287275 w 596146"/>
                  <a:gd name="connsiteY600" fmla="*/ 391666 h 563255"/>
                  <a:gd name="connsiteX601" fmla="*/ 285256 w 596146"/>
                  <a:gd name="connsiteY601" fmla="*/ 393752 h 563255"/>
                  <a:gd name="connsiteX602" fmla="*/ 283877 w 596146"/>
                  <a:gd name="connsiteY602" fmla="*/ 395198 h 563255"/>
                  <a:gd name="connsiteX603" fmla="*/ 281285 w 596146"/>
                  <a:gd name="connsiteY603" fmla="*/ 396006 h 563255"/>
                  <a:gd name="connsiteX604" fmla="*/ 279333 w 596146"/>
                  <a:gd name="connsiteY604" fmla="*/ 397452 h 563255"/>
                  <a:gd name="connsiteX605" fmla="*/ 278694 w 596146"/>
                  <a:gd name="connsiteY605" fmla="*/ 399403 h 563255"/>
                  <a:gd name="connsiteX606" fmla="*/ 277381 w 596146"/>
                  <a:gd name="connsiteY606" fmla="*/ 403238 h 563255"/>
                  <a:gd name="connsiteX607" fmla="*/ 276136 w 596146"/>
                  <a:gd name="connsiteY607" fmla="*/ 405997 h 563255"/>
                  <a:gd name="connsiteX608" fmla="*/ 274554 w 596146"/>
                  <a:gd name="connsiteY608" fmla="*/ 408183 h 563255"/>
                  <a:gd name="connsiteX609" fmla="*/ 273040 w 596146"/>
                  <a:gd name="connsiteY609" fmla="*/ 410269 h 563255"/>
                  <a:gd name="connsiteX610" fmla="*/ 271223 w 596146"/>
                  <a:gd name="connsiteY610" fmla="*/ 413162 h 563255"/>
                  <a:gd name="connsiteX611" fmla="*/ 269910 w 596146"/>
                  <a:gd name="connsiteY611" fmla="*/ 417300 h 563255"/>
                  <a:gd name="connsiteX612" fmla="*/ 267655 w 596146"/>
                  <a:gd name="connsiteY612" fmla="*/ 419755 h 563255"/>
                  <a:gd name="connsiteX613" fmla="*/ 267083 w 596146"/>
                  <a:gd name="connsiteY613" fmla="*/ 420832 h 563255"/>
                  <a:gd name="connsiteX614" fmla="*/ 264828 w 596146"/>
                  <a:gd name="connsiteY614" fmla="*/ 423960 h 563255"/>
                  <a:gd name="connsiteX615" fmla="*/ 263246 w 596146"/>
                  <a:gd name="connsiteY615" fmla="*/ 425777 h 563255"/>
                  <a:gd name="connsiteX616" fmla="*/ 260150 w 596146"/>
                  <a:gd name="connsiteY616" fmla="*/ 427795 h 563255"/>
                  <a:gd name="connsiteX617" fmla="*/ 257693 w 596146"/>
                  <a:gd name="connsiteY617" fmla="*/ 428939 h 563255"/>
                  <a:gd name="connsiteX618" fmla="*/ 254496 w 596146"/>
                  <a:gd name="connsiteY618" fmla="*/ 429578 h 563255"/>
                  <a:gd name="connsiteX619" fmla="*/ 253049 w 596146"/>
                  <a:gd name="connsiteY619" fmla="*/ 429881 h 563255"/>
                  <a:gd name="connsiteX620" fmla="*/ 251097 w 596146"/>
                  <a:gd name="connsiteY620" fmla="*/ 430587 h 563255"/>
                  <a:gd name="connsiteX621" fmla="*/ 248405 w 596146"/>
                  <a:gd name="connsiteY621" fmla="*/ 431832 h 563255"/>
                  <a:gd name="connsiteX622" fmla="*/ 246385 w 596146"/>
                  <a:gd name="connsiteY622" fmla="*/ 432774 h 563255"/>
                  <a:gd name="connsiteX623" fmla="*/ 244501 w 596146"/>
                  <a:gd name="connsiteY623" fmla="*/ 434355 h 563255"/>
                  <a:gd name="connsiteX624" fmla="*/ 241674 w 596146"/>
                  <a:gd name="connsiteY624" fmla="*/ 436239 h 563255"/>
                  <a:gd name="connsiteX625" fmla="*/ 239587 w 596146"/>
                  <a:gd name="connsiteY625" fmla="*/ 438123 h 563255"/>
                  <a:gd name="connsiteX626" fmla="*/ 238780 w 596146"/>
                  <a:gd name="connsiteY626" fmla="*/ 440309 h 563255"/>
                  <a:gd name="connsiteX627" fmla="*/ 240092 w 596146"/>
                  <a:gd name="connsiteY627" fmla="*/ 445153 h 563255"/>
                  <a:gd name="connsiteX628" fmla="*/ 241775 w 596146"/>
                  <a:gd name="connsiteY628" fmla="*/ 446533 h 563255"/>
                  <a:gd name="connsiteX629" fmla="*/ 243222 w 596146"/>
                  <a:gd name="connsiteY629" fmla="*/ 448114 h 563255"/>
                  <a:gd name="connsiteX630" fmla="*/ 244232 w 596146"/>
                  <a:gd name="connsiteY630" fmla="*/ 449190 h 563255"/>
                  <a:gd name="connsiteX631" fmla="*/ 244299 w 596146"/>
                  <a:gd name="connsiteY631" fmla="*/ 451141 h 563255"/>
                  <a:gd name="connsiteX632" fmla="*/ 244299 w 596146"/>
                  <a:gd name="connsiteY632" fmla="*/ 453328 h 563255"/>
                  <a:gd name="connsiteX633" fmla="*/ 244770 w 596146"/>
                  <a:gd name="connsiteY633" fmla="*/ 455212 h 563255"/>
                  <a:gd name="connsiteX634" fmla="*/ 246453 w 596146"/>
                  <a:gd name="connsiteY634" fmla="*/ 457297 h 563255"/>
                  <a:gd name="connsiteX635" fmla="*/ 247765 w 596146"/>
                  <a:gd name="connsiteY635" fmla="*/ 459820 h 563255"/>
                  <a:gd name="connsiteX636" fmla="*/ 247765 w 596146"/>
                  <a:gd name="connsiteY636" fmla="*/ 463453 h 563255"/>
                  <a:gd name="connsiteX637" fmla="*/ 247765 w 596146"/>
                  <a:gd name="connsiteY637" fmla="*/ 466784 h 563255"/>
                  <a:gd name="connsiteX638" fmla="*/ 247765 w 596146"/>
                  <a:gd name="connsiteY638" fmla="*/ 470686 h 563255"/>
                  <a:gd name="connsiteX639" fmla="*/ 247025 w 596146"/>
                  <a:gd name="connsiteY639" fmla="*/ 473646 h 563255"/>
                  <a:gd name="connsiteX640" fmla="*/ 245813 w 596146"/>
                  <a:gd name="connsiteY640" fmla="*/ 476035 h 563255"/>
                  <a:gd name="connsiteX641" fmla="*/ 245678 w 596146"/>
                  <a:gd name="connsiteY641" fmla="*/ 478860 h 563255"/>
                  <a:gd name="connsiteX642" fmla="*/ 246049 w 596146"/>
                  <a:gd name="connsiteY642" fmla="*/ 480677 h 563255"/>
                  <a:gd name="connsiteX643" fmla="*/ 246049 w 596146"/>
                  <a:gd name="connsiteY643" fmla="*/ 481921 h 563255"/>
                  <a:gd name="connsiteX644" fmla="*/ 246957 w 596146"/>
                  <a:gd name="connsiteY644" fmla="*/ 483570 h 563255"/>
                  <a:gd name="connsiteX645" fmla="*/ 248438 w 596146"/>
                  <a:gd name="connsiteY645" fmla="*/ 485252 h 563255"/>
                  <a:gd name="connsiteX646" fmla="*/ 250255 w 596146"/>
                  <a:gd name="connsiteY646" fmla="*/ 486833 h 563255"/>
                  <a:gd name="connsiteX647" fmla="*/ 254092 w 596146"/>
                  <a:gd name="connsiteY647" fmla="*/ 487573 h 563255"/>
                  <a:gd name="connsiteX648" fmla="*/ 255775 w 596146"/>
                  <a:gd name="connsiteY648" fmla="*/ 489019 h 563255"/>
                  <a:gd name="connsiteX649" fmla="*/ 258299 w 596146"/>
                  <a:gd name="connsiteY649" fmla="*/ 488717 h 563255"/>
                  <a:gd name="connsiteX650" fmla="*/ 260251 w 596146"/>
                  <a:gd name="connsiteY650" fmla="*/ 488279 h 563255"/>
                  <a:gd name="connsiteX651" fmla="*/ 262943 w 596146"/>
                  <a:gd name="connsiteY651" fmla="*/ 487842 h 563255"/>
                  <a:gd name="connsiteX652" fmla="*/ 265333 w 596146"/>
                  <a:gd name="connsiteY652" fmla="*/ 486463 h 563255"/>
                  <a:gd name="connsiteX653" fmla="*/ 267217 w 596146"/>
                  <a:gd name="connsiteY653" fmla="*/ 485454 h 563255"/>
                  <a:gd name="connsiteX654" fmla="*/ 269472 w 596146"/>
                  <a:gd name="connsiteY654" fmla="*/ 483637 h 563255"/>
                  <a:gd name="connsiteX655" fmla="*/ 271155 w 596146"/>
                  <a:gd name="connsiteY655" fmla="*/ 482998 h 563255"/>
                  <a:gd name="connsiteX656" fmla="*/ 275362 w 596146"/>
                  <a:gd name="connsiteY656" fmla="*/ 482359 h 563255"/>
                  <a:gd name="connsiteX657" fmla="*/ 277179 w 596146"/>
                  <a:gd name="connsiteY657" fmla="*/ 480845 h 563255"/>
                  <a:gd name="connsiteX658" fmla="*/ 279569 w 596146"/>
                  <a:gd name="connsiteY658" fmla="*/ 479028 h 563255"/>
                  <a:gd name="connsiteX659" fmla="*/ 283406 w 596146"/>
                  <a:gd name="connsiteY659" fmla="*/ 478087 h 563255"/>
                  <a:gd name="connsiteX660" fmla="*/ 285492 w 596146"/>
                  <a:gd name="connsiteY660" fmla="*/ 479028 h 563255"/>
                  <a:gd name="connsiteX661" fmla="*/ 285930 w 596146"/>
                  <a:gd name="connsiteY661" fmla="*/ 479668 h 563255"/>
                  <a:gd name="connsiteX662" fmla="*/ 286367 w 596146"/>
                  <a:gd name="connsiteY662" fmla="*/ 480744 h 563255"/>
                  <a:gd name="connsiteX663" fmla="*/ 284415 w 596146"/>
                  <a:gd name="connsiteY663" fmla="*/ 482762 h 563255"/>
                  <a:gd name="connsiteX664" fmla="*/ 281453 w 596146"/>
                  <a:gd name="connsiteY664" fmla="*/ 484007 h 563255"/>
                  <a:gd name="connsiteX665" fmla="*/ 279636 w 596146"/>
                  <a:gd name="connsiteY665" fmla="*/ 485386 h 563255"/>
                  <a:gd name="connsiteX666" fmla="*/ 276607 w 596146"/>
                  <a:gd name="connsiteY666" fmla="*/ 486093 h 563255"/>
                  <a:gd name="connsiteX667" fmla="*/ 274521 w 596146"/>
                  <a:gd name="connsiteY667" fmla="*/ 487539 h 563255"/>
                  <a:gd name="connsiteX668" fmla="*/ 273343 w 596146"/>
                  <a:gd name="connsiteY668" fmla="*/ 488548 h 563255"/>
                  <a:gd name="connsiteX669" fmla="*/ 271694 w 596146"/>
                  <a:gd name="connsiteY669" fmla="*/ 488750 h 563255"/>
                  <a:gd name="connsiteX670" fmla="*/ 269001 w 596146"/>
                  <a:gd name="connsiteY670" fmla="*/ 490130 h 563255"/>
                  <a:gd name="connsiteX671" fmla="*/ 270516 w 596146"/>
                  <a:gd name="connsiteY671" fmla="*/ 492215 h 563255"/>
                  <a:gd name="connsiteX672" fmla="*/ 269641 w 596146"/>
                  <a:gd name="connsiteY672" fmla="*/ 494032 h 563255"/>
                  <a:gd name="connsiteX673" fmla="*/ 268261 w 596146"/>
                  <a:gd name="connsiteY673" fmla="*/ 495714 h 563255"/>
                  <a:gd name="connsiteX674" fmla="*/ 264996 w 596146"/>
                  <a:gd name="connsiteY674" fmla="*/ 496857 h 563255"/>
                  <a:gd name="connsiteX675" fmla="*/ 261664 w 596146"/>
                  <a:gd name="connsiteY675" fmla="*/ 497160 h 563255"/>
                  <a:gd name="connsiteX676" fmla="*/ 259847 w 596146"/>
                  <a:gd name="connsiteY676" fmla="*/ 498472 h 563255"/>
                  <a:gd name="connsiteX677" fmla="*/ 258131 w 596146"/>
                  <a:gd name="connsiteY677" fmla="*/ 499919 h 563255"/>
                  <a:gd name="connsiteX678" fmla="*/ 257121 w 596146"/>
                  <a:gd name="connsiteY678" fmla="*/ 501365 h 563255"/>
                  <a:gd name="connsiteX679" fmla="*/ 256549 w 596146"/>
                  <a:gd name="connsiteY679" fmla="*/ 504056 h 563255"/>
                  <a:gd name="connsiteX680" fmla="*/ 257693 w 596146"/>
                  <a:gd name="connsiteY680" fmla="*/ 507387 h 563255"/>
                  <a:gd name="connsiteX681" fmla="*/ 258939 w 596146"/>
                  <a:gd name="connsiteY681" fmla="*/ 509338 h 563255"/>
                  <a:gd name="connsiteX682" fmla="*/ 262136 w 596146"/>
                  <a:gd name="connsiteY682" fmla="*/ 509540 h 563255"/>
                  <a:gd name="connsiteX683" fmla="*/ 264155 w 596146"/>
                  <a:gd name="connsiteY683" fmla="*/ 509910 h 563255"/>
                  <a:gd name="connsiteX684" fmla="*/ 266040 w 596146"/>
                  <a:gd name="connsiteY684" fmla="*/ 510717 h 563255"/>
                  <a:gd name="connsiteX685" fmla="*/ 266982 w 596146"/>
                  <a:gd name="connsiteY685" fmla="*/ 512534 h 563255"/>
                  <a:gd name="connsiteX686" fmla="*/ 267420 w 596146"/>
                  <a:gd name="connsiteY686" fmla="*/ 513341 h 563255"/>
                  <a:gd name="connsiteX687" fmla="*/ 266915 w 596146"/>
                  <a:gd name="connsiteY687" fmla="*/ 514283 h 563255"/>
                  <a:gd name="connsiteX688" fmla="*/ 266612 w 596146"/>
                  <a:gd name="connsiteY688" fmla="*/ 514787 h 563255"/>
                  <a:gd name="connsiteX689" fmla="*/ 264222 w 596146"/>
                  <a:gd name="connsiteY689" fmla="*/ 518118 h 563255"/>
                  <a:gd name="connsiteX690" fmla="*/ 261765 w 596146"/>
                  <a:gd name="connsiteY690" fmla="*/ 520641 h 563255"/>
                  <a:gd name="connsiteX691" fmla="*/ 259814 w 596146"/>
                  <a:gd name="connsiteY691" fmla="*/ 521650 h 563255"/>
                  <a:gd name="connsiteX692" fmla="*/ 257929 w 596146"/>
                  <a:gd name="connsiteY692" fmla="*/ 522592 h 563255"/>
                  <a:gd name="connsiteX693" fmla="*/ 256347 w 596146"/>
                  <a:gd name="connsiteY693" fmla="*/ 523164 h 563255"/>
                  <a:gd name="connsiteX694" fmla="*/ 253823 w 596146"/>
                  <a:gd name="connsiteY694" fmla="*/ 523534 h 563255"/>
                  <a:gd name="connsiteX695" fmla="*/ 251804 w 596146"/>
                  <a:gd name="connsiteY695" fmla="*/ 523466 h 563255"/>
                  <a:gd name="connsiteX696" fmla="*/ 249616 w 596146"/>
                  <a:gd name="connsiteY696" fmla="*/ 523096 h 563255"/>
                  <a:gd name="connsiteX697" fmla="*/ 247025 w 596146"/>
                  <a:gd name="connsiteY697" fmla="*/ 523231 h 563255"/>
                  <a:gd name="connsiteX698" fmla="*/ 242683 w 596146"/>
                  <a:gd name="connsiteY698" fmla="*/ 523231 h 563255"/>
                  <a:gd name="connsiteX699" fmla="*/ 240866 w 596146"/>
                  <a:gd name="connsiteY699" fmla="*/ 523668 h 563255"/>
                  <a:gd name="connsiteX700" fmla="*/ 238476 w 596146"/>
                  <a:gd name="connsiteY700" fmla="*/ 525115 h 563255"/>
                  <a:gd name="connsiteX701" fmla="*/ 239621 w 596146"/>
                  <a:gd name="connsiteY701" fmla="*/ 527503 h 563255"/>
                  <a:gd name="connsiteX702" fmla="*/ 241371 w 596146"/>
                  <a:gd name="connsiteY702" fmla="*/ 530699 h 563255"/>
                  <a:gd name="connsiteX703" fmla="*/ 241304 w 596146"/>
                  <a:gd name="connsiteY703" fmla="*/ 531641 h 563255"/>
                  <a:gd name="connsiteX704" fmla="*/ 241000 w 596146"/>
                  <a:gd name="connsiteY704" fmla="*/ 534668 h 563255"/>
                  <a:gd name="connsiteX705" fmla="*/ 235852 w 596146"/>
                  <a:gd name="connsiteY705" fmla="*/ 537124 h 563255"/>
                  <a:gd name="connsiteX706" fmla="*/ 233597 w 596146"/>
                  <a:gd name="connsiteY706" fmla="*/ 537763 h 563255"/>
                  <a:gd name="connsiteX707" fmla="*/ 231779 w 596146"/>
                  <a:gd name="connsiteY707" fmla="*/ 539344 h 563255"/>
                  <a:gd name="connsiteX708" fmla="*/ 228582 w 596146"/>
                  <a:gd name="connsiteY708" fmla="*/ 539714 h 563255"/>
                  <a:gd name="connsiteX709" fmla="*/ 225957 w 596146"/>
                  <a:gd name="connsiteY709" fmla="*/ 539916 h 563255"/>
                  <a:gd name="connsiteX710" fmla="*/ 224813 w 596146"/>
                  <a:gd name="connsiteY710" fmla="*/ 540353 h 563255"/>
                  <a:gd name="connsiteX711" fmla="*/ 222053 w 596146"/>
                  <a:gd name="connsiteY711" fmla="*/ 541598 h 563255"/>
                  <a:gd name="connsiteX712" fmla="*/ 221683 w 596146"/>
                  <a:gd name="connsiteY712" fmla="*/ 541968 h 563255"/>
                  <a:gd name="connsiteX713" fmla="*/ 221481 w 596146"/>
                  <a:gd name="connsiteY713" fmla="*/ 544928 h 563255"/>
                  <a:gd name="connsiteX714" fmla="*/ 221784 w 596146"/>
                  <a:gd name="connsiteY714" fmla="*/ 546678 h 563255"/>
                  <a:gd name="connsiteX715" fmla="*/ 221784 w 596146"/>
                  <a:gd name="connsiteY715" fmla="*/ 548124 h 563255"/>
                  <a:gd name="connsiteX716" fmla="*/ 224005 w 596146"/>
                  <a:gd name="connsiteY716" fmla="*/ 550748 h 563255"/>
                  <a:gd name="connsiteX717" fmla="*/ 223669 w 596146"/>
                  <a:gd name="connsiteY717" fmla="*/ 552430 h 563255"/>
                  <a:gd name="connsiteX718" fmla="*/ 222154 w 596146"/>
                  <a:gd name="connsiteY718" fmla="*/ 554448 h 563255"/>
                  <a:gd name="connsiteX719" fmla="*/ 223096 w 596146"/>
                  <a:gd name="connsiteY719" fmla="*/ 556635 h 563255"/>
                  <a:gd name="connsiteX720" fmla="*/ 225553 w 596146"/>
                  <a:gd name="connsiteY720" fmla="*/ 558519 h 563255"/>
                  <a:gd name="connsiteX721" fmla="*/ 227000 w 596146"/>
                  <a:gd name="connsiteY721" fmla="*/ 562085 h 563255"/>
                  <a:gd name="connsiteX722" fmla="*/ 228952 w 596146"/>
                  <a:gd name="connsiteY722" fmla="*/ 563228 h 563255"/>
                  <a:gd name="connsiteX723" fmla="*/ 232049 w 596146"/>
                  <a:gd name="connsiteY723" fmla="*/ 563228 h 563255"/>
                  <a:gd name="connsiteX724" fmla="*/ 235751 w 596146"/>
                  <a:gd name="connsiteY724" fmla="*/ 560975 h 563255"/>
                  <a:gd name="connsiteX725" fmla="*/ 238443 w 596146"/>
                  <a:gd name="connsiteY725" fmla="*/ 559158 h 563255"/>
                  <a:gd name="connsiteX726" fmla="*/ 243289 w 596146"/>
                  <a:gd name="connsiteY726" fmla="*/ 554146 h 563255"/>
                  <a:gd name="connsiteX727" fmla="*/ 244602 w 596146"/>
                  <a:gd name="connsiteY727" fmla="*/ 551825 h 563255"/>
                  <a:gd name="connsiteX728" fmla="*/ 248068 w 596146"/>
                  <a:gd name="connsiteY728" fmla="*/ 550950 h 563255"/>
                  <a:gd name="connsiteX729" fmla="*/ 252107 w 596146"/>
                  <a:gd name="connsiteY729" fmla="*/ 550210 h 563255"/>
                  <a:gd name="connsiteX730" fmla="*/ 257559 w 596146"/>
                  <a:gd name="connsiteY730" fmla="*/ 548057 h 563255"/>
                  <a:gd name="connsiteX731" fmla="*/ 263414 w 596146"/>
                  <a:gd name="connsiteY731" fmla="*/ 546981 h 563255"/>
                  <a:gd name="connsiteX732" fmla="*/ 267319 w 596146"/>
                  <a:gd name="connsiteY732" fmla="*/ 545837 h 563255"/>
                  <a:gd name="connsiteX733" fmla="*/ 273982 w 596146"/>
                  <a:gd name="connsiteY733" fmla="*/ 543314 h 563255"/>
                  <a:gd name="connsiteX734" fmla="*/ 275732 w 596146"/>
                  <a:gd name="connsiteY734" fmla="*/ 542809 h 563255"/>
                  <a:gd name="connsiteX735" fmla="*/ 277112 w 596146"/>
                  <a:gd name="connsiteY735" fmla="*/ 542809 h 563255"/>
                  <a:gd name="connsiteX736" fmla="*/ 279064 w 596146"/>
                  <a:gd name="connsiteY736" fmla="*/ 542439 h 563255"/>
                  <a:gd name="connsiteX737" fmla="*/ 279771 w 596146"/>
                  <a:gd name="connsiteY737" fmla="*/ 541800 h 563255"/>
                  <a:gd name="connsiteX738" fmla="*/ 279703 w 596146"/>
                  <a:gd name="connsiteY738" fmla="*/ 540723 h 563255"/>
                  <a:gd name="connsiteX739" fmla="*/ 279771 w 596146"/>
                  <a:gd name="connsiteY739" fmla="*/ 538638 h 563255"/>
                  <a:gd name="connsiteX740" fmla="*/ 278256 w 596146"/>
                  <a:gd name="connsiteY740" fmla="*/ 537326 h 563255"/>
                  <a:gd name="connsiteX741" fmla="*/ 276304 w 596146"/>
                  <a:gd name="connsiteY741" fmla="*/ 536451 h 563255"/>
                  <a:gd name="connsiteX742" fmla="*/ 273847 w 596146"/>
                  <a:gd name="connsiteY742" fmla="*/ 535139 h 563255"/>
                  <a:gd name="connsiteX743" fmla="*/ 272333 w 596146"/>
                  <a:gd name="connsiteY743" fmla="*/ 532549 h 563255"/>
                  <a:gd name="connsiteX744" fmla="*/ 272535 w 596146"/>
                  <a:gd name="connsiteY744" fmla="*/ 529858 h 563255"/>
                  <a:gd name="connsiteX745" fmla="*/ 272737 w 596146"/>
                  <a:gd name="connsiteY745" fmla="*/ 528041 h 563255"/>
                  <a:gd name="connsiteX746" fmla="*/ 274117 w 596146"/>
                  <a:gd name="connsiteY746" fmla="*/ 526729 h 563255"/>
                  <a:gd name="connsiteX747" fmla="*/ 274689 w 596146"/>
                  <a:gd name="connsiteY747" fmla="*/ 525720 h 563255"/>
                  <a:gd name="connsiteX748" fmla="*/ 276708 w 596146"/>
                  <a:gd name="connsiteY748" fmla="*/ 526158 h 563255"/>
                  <a:gd name="connsiteX749" fmla="*/ 278795 w 596146"/>
                  <a:gd name="connsiteY749" fmla="*/ 527234 h 563255"/>
                  <a:gd name="connsiteX750" fmla="*/ 281622 w 596146"/>
                  <a:gd name="connsiteY750" fmla="*/ 530194 h 563255"/>
                  <a:gd name="connsiteX751" fmla="*/ 282127 w 596146"/>
                  <a:gd name="connsiteY751" fmla="*/ 531876 h 563255"/>
                  <a:gd name="connsiteX752" fmla="*/ 286905 w 596146"/>
                  <a:gd name="connsiteY752" fmla="*/ 533693 h 563255"/>
                  <a:gd name="connsiteX753" fmla="*/ 289429 w 596146"/>
                  <a:gd name="connsiteY753" fmla="*/ 533693 h 563255"/>
                  <a:gd name="connsiteX754" fmla="*/ 289564 w 596146"/>
                  <a:gd name="connsiteY754" fmla="*/ 531304 h 563255"/>
                  <a:gd name="connsiteX755" fmla="*/ 288925 w 596146"/>
                  <a:gd name="connsiteY755" fmla="*/ 528916 h 563255"/>
                  <a:gd name="connsiteX756" fmla="*/ 289934 w 596146"/>
                  <a:gd name="connsiteY756" fmla="*/ 526729 h 563255"/>
                  <a:gd name="connsiteX757" fmla="*/ 290507 w 596146"/>
                  <a:gd name="connsiteY757" fmla="*/ 524274 h 563255"/>
                  <a:gd name="connsiteX758" fmla="*/ 291954 w 596146"/>
                  <a:gd name="connsiteY758" fmla="*/ 522962 h 563255"/>
                  <a:gd name="connsiteX759" fmla="*/ 294141 w 596146"/>
                  <a:gd name="connsiteY759" fmla="*/ 521818 h 563255"/>
                  <a:gd name="connsiteX760" fmla="*/ 296464 w 596146"/>
                  <a:gd name="connsiteY760" fmla="*/ 521818 h 563255"/>
                  <a:gd name="connsiteX761" fmla="*/ 297776 w 596146"/>
                  <a:gd name="connsiteY761" fmla="*/ 520943 h 563255"/>
                  <a:gd name="connsiteX762" fmla="*/ 298213 w 596146"/>
                  <a:gd name="connsiteY762" fmla="*/ 520372 h 563255"/>
                  <a:gd name="connsiteX763" fmla="*/ 298651 w 596146"/>
                  <a:gd name="connsiteY763" fmla="*/ 518050 h 563255"/>
                  <a:gd name="connsiteX764" fmla="*/ 299661 w 596146"/>
                  <a:gd name="connsiteY764" fmla="*/ 515157 h 563255"/>
                  <a:gd name="connsiteX765" fmla="*/ 301848 w 596146"/>
                  <a:gd name="connsiteY765" fmla="*/ 513274 h 563255"/>
                  <a:gd name="connsiteX766" fmla="*/ 305180 w 596146"/>
                  <a:gd name="connsiteY766" fmla="*/ 511087 h 563255"/>
                  <a:gd name="connsiteX767" fmla="*/ 307939 w 596146"/>
                  <a:gd name="connsiteY767" fmla="*/ 510078 h 563255"/>
                  <a:gd name="connsiteX768" fmla="*/ 308209 w 596146"/>
                  <a:gd name="connsiteY768" fmla="*/ 507891 h 563255"/>
                  <a:gd name="connsiteX769" fmla="*/ 306930 w 596146"/>
                  <a:gd name="connsiteY769" fmla="*/ 504426 h 563255"/>
                  <a:gd name="connsiteX770" fmla="*/ 305045 w 596146"/>
                  <a:gd name="connsiteY770" fmla="*/ 504426 h 563255"/>
                  <a:gd name="connsiteX771" fmla="*/ 305045 w 596146"/>
                  <a:gd name="connsiteY771" fmla="*/ 501533 h 563255"/>
                  <a:gd name="connsiteX772" fmla="*/ 306055 w 596146"/>
                  <a:gd name="connsiteY772" fmla="*/ 499347 h 563255"/>
                  <a:gd name="connsiteX773" fmla="*/ 306930 w 596146"/>
                  <a:gd name="connsiteY773" fmla="*/ 497026 h 563255"/>
                  <a:gd name="connsiteX774" fmla="*/ 310598 w 596146"/>
                  <a:gd name="connsiteY774" fmla="*/ 493998 h 563255"/>
                  <a:gd name="connsiteX775" fmla="*/ 311709 w 596146"/>
                  <a:gd name="connsiteY775" fmla="*/ 492686 h 563255"/>
                  <a:gd name="connsiteX776" fmla="*/ 315613 w 596146"/>
                  <a:gd name="connsiteY776" fmla="*/ 490937 h 563255"/>
                  <a:gd name="connsiteX777" fmla="*/ 316623 w 596146"/>
                  <a:gd name="connsiteY777" fmla="*/ 488481 h 563255"/>
                  <a:gd name="connsiteX778" fmla="*/ 320089 w 596146"/>
                  <a:gd name="connsiteY778" fmla="*/ 487472 h 563255"/>
                  <a:gd name="connsiteX779" fmla="*/ 322849 w 596146"/>
                  <a:gd name="connsiteY779" fmla="*/ 485285 h 563255"/>
                  <a:gd name="connsiteX780" fmla="*/ 323421 w 596146"/>
                  <a:gd name="connsiteY780" fmla="*/ 482258 h 563255"/>
                  <a:gd name="connsiteX781" fmla="*/ 323858 w 596146"/>
                  <a:gd name="connsiteY781" fmla="*/ 480239 h 563255"/>
                  <a:gd name="connsiteX782" fmla="*/ 327493 w 596146"/>
                  <a:gd name="connsiteY782" fmla="*/ 478356 h 563255"/>
                  <a:gd name="connsiteX783" fmla="*/ 333584 w 596146"/>
                  <a:gd name="connsiteY783" fmla="*/ 475025 h 563255"/>
                  <a:gd name="connsiteX784" fmla="*/ 339238 w 596146"/>
                  <a:gd name="connsiteY784" fmla="*/ 469946 h 563255"/>
                  <a:gd name="connsiteX785" fmla="*/ 345330 w 596146"/>
                  <a:gd name="connsiteY785" fmla="*/ 464597 h 563255"/>
                  <a:gd name="connsiteX786" fmla="*/ 352936 w 596146"/>
                  <a:gd name="connsiteY786" fmla="*/ 458306 h 563255"/>
                  <a:gd name="connsiteX787" fmla="*/ 356638 w 596146"/>
                  <a:gd name="connsiteY787" fmla="*/ 456355 h 563255"/>
                  <a:gd name="connsiteX788" fmla="*/ 360474 w 596146"/>
                  <a:gd name="connsiteY788" fmla="*/ 452958 h 563255"/>
                  <a:gd name="connsiteX789" fmla="*/ 362662 w 596146"/>
                  <a:gd name="connsiteY789" fmla="*/ 450569 h 563255"/>
                  <a:gd name="connsiteX790" fmla="*/ 366128 w 596146"/>
                  <a:gd name="connsiteY790" fmla="*/ 448551 h 563255"/>
                  <a:gd name="connsiteX791" fmla="*/ 368518 w 596146"/>
                  <a:gd name="connsiteY791" fmla="*/ 447811 h 563255"/>
                  <a:gd name="connsiteX792" fmla="*/ 370335 w 596146"/>
                  <a:gd name="connsiteY792" fmla="*/ 446869 h 563255"/>
                  <a:gd name="connsiteX793" fmla="*/ 372523 w 596146"/>
                  <a:gd name="connsiteY793" fmla="*/ 444918 h 563255"/>
                  <a:gd name="connsiteX794" fmla="*/ 374542 w 596146"/>
                  <a:gd name="connsiteY794" fmla="*/ 442899 h 563255"/>
                  <a:gd name="connsiteX795" fmla="*/ 376561 w 596146"/>
                  <a:gd name="connsiteY795" fmla="*/ 442092 h 563255"/>
                  <a:gd name="connsiteX796" fmla="*/ 379826 w 596146"/>
                  <a:gd name="connsiteY796" fmla="*/ 441789 h 563255"/>
                  <a:gd name="connsiteX797" fmla="*/ 382585 w 596146"/>
                  <a:gd name="connsiteY797" fmla="*/ 439838 h 563255"/>
                  <a:gd name="connsiteX798" fmla="*/ 385917 w 596146"/>
                  <a:gd name="connsiteY798" fmla="*/ 439838 h 563255"/>
                  <a:gd name="connsiteX799" fmla="*/ 389518 w 596146"/>
                  <a:gd name="connsiteY799" fmla="*/ 439838 h 563255"/>
                  <a:gd name="connsiteX800" fmla="*/ 393153 w 596146"/>
                  <a:gd name="connsiteY800" fmla="*/ 439838 h 563255"/>
                  <a:gd name="connsiteX801" fmla="*/ 395038 w 596146"/>
                  <a:gd name="connsiteY801" fmla="*/ 438257 h 563255"/>
                  <a:gd name="connsiteX802" fmla="*/ 396788 w 596146"/>
                  <a:gd name="connsiteY802" fmla="*/ 436373 h 563255"/>
                  <a:gd name="connsiteX803" fmla="*/ 396350 w 596146"/>
                  <a:gd name="connsiteY803" fmla="*/ 434490 h 563255"/>
                  <a:gd name="connsiteX804" fmla="*/ 395475 w 596146"/>
                  <a:gd name="connsiteY804" fmla="*/ 432034 h 563255"/>
                  <a:gd name="connsiteX805" fmla="*/ 393725 w 596146"/>
                  <a:gd name="connsiteY805" fmla="*/ 430285 h 563255"/>
                  <a:gd name="connsiteX806" fmla="*/ 393860 w 596146"/>
                  <a:gd name="connsiteY806" fmla="*/ 425508 h 563255"/>
                  <a:gd name="connsiteX807" fmla="*/ 398639 w 596146"/>
                  <a:gd name="connsiteY807" fmla="*/ 424768 h 563255"/>
                  <a:gd name="connsiteX808" fmla="*/ 401971 w 596146"/>
                  <a:gd name="connsiteY808" fmla="*/ 423187 h 563255"/>
                  <a:gd name="connsiteX809" fmla="*/ 405168 w 596146"/>
                  <a:gd name="connsiteY809" fmla="*/ 424196 h 563255"/>
                  <a:gd name="connsiteX810" fmla="*/ 407355 w 596146"/>
                  <a:gd name="connsiteY810" fmla="*/ 424196 h 563255"/>
                  <a:gd name="connsiteX811" fmla="*/ 409105 w 596146"/>
                  <a:gd name="connsiteY811" fmla="*/ 425508 h 563255"/>
                  <a:gd name="connsiteX812" fmla="*/ 413009 w 596146"/>
                  <a:gd name="connsiteY812" fmla="*/ 425070 h 563255"/>
                  <a:gd name="connsiteX813" fmla="*/ 416644 w 596146"/>
                  <a:gd name="connsiteY813" fmla="*/ 425070 h 563255"/>
                  <a:gd name="connsiteX814" fmla="*/ 420144 w 596146"/>
                  <a:gd name="connsiteY814" fmla="*/ 422615 h 563255"/>
                  <a:gd name="connsiteX815" fmla="*/ 422466 w 596146"/>
                  <a:gd name="connsiteY815" fmla="*/ 419991 h 563255"/>
                  <a:gd name="connsiteX816" fmla="*/ 424485 w 596146"/>
                  <a:gd name="connsiteY816" fmla="*/ 418544 h 563255"/>
                  <a:gd name="connsiteX817" fmla="*/ 425933 w 596146"/>
                  <a:gd name="connsiteY817" fmla="*/ 416526 h 563255"/>
                  <a:gd name="connsiteX818" fmla="*/ 427817 w 596146"/>
                  <a:gd name="connsiteY818" fmla="*/ 414945 h 563255"/>
                  <a:gd name="connsiteX819" fmla="*/ 429264 w 596146"/>
                  <a:gd name="connsiteY819" fmla="*/ 412052 h 563255"/>
                  <a:gd name="connsiteX820" fmla="*/ 431452 w 596146"/>
                  <a:gd name="connsiteY820" fmla="*/ 411749 h 563255"/>
                  <a:gd name="connsiteX821" fmla="*/ 433034 w 596146"/>
                  <a:gd name="connsiteY821" fmla="*/ 411615 h 563255"/>
                  <a:gd name="connsiteX822" fmla="*/ 436938 w 596146"/>
                  <a:gd name="connsiteY822" fmla="*/ 412187 h 563255"/>
                  <a:gd name="connsiteX823" fmla="*/ 438082 w 596146"/>
                  <a:gd name="connsiteY823" fmla="*/ 413498 h 563255"/>
                  <a:gd name="connsiteX824" fmla="*/ 441716 w 596146"/>
                  <a:gd name="connsiteY824" fmla="*/ 415517 h 563255"/>
                  <a:gd name="connsiteX825" fmla="*/ 445183 w 596146"/>
                  <a:gd name="connsiteY825" fmla="*/ 415517 h 563255"/>
                  <a:gd name="connsiteX826" fmla="*/ 448683 w 596146"/>
                  <a:gd name="connsiteY826" fmla="*/ 413768 h 563255"/>
                  <a:gd name="connsiteX827" fmla="*/ 454203 w 596146"/>
                  <a:gd name="connsiteY827" fmla="*/ 413768 h 563255"/>
                  <a:gd name="connsiteX828" fmla="*/ 459116 w 596146"/>
                  <a:gd name="connsiteY828" fmla="*/ 412018 h 563255"/>
                  <a:gd name="connsiteX829" fmla="*/ 463323 w 596146"/>
                  <a:gd name="connsiteY829" fmla="*/ 412018 h 563255"/>
                  <a:gd name="connsiteX830" fmla="*/ 464333 w 596146"/>
                  <a:gd name="connsiteY830" fmla="*/ 412018 h 563255"/>
                  <a:gd name="connsiteX831" fmla="*/ 468674 w 596146"/>
                  <a:gd name="connsiteY831" fmla="*/ 412018 h 563255"/>
                  <a:gd name="connsiteX832" fmla="*/ 470559 w 596146"/>
                  <a:gd name="connsiteY832" fmla="*/ 410706 h 563255"/>
                  <a:gd name="connsiteX833" fmla="*/ 472006 w 596146"/>
                  <a:gd name="connsiteY833" fmla="*/ 409260 h 563255"/>
                  <a:gd name="connsiteX834" fmla="*/ 473015 w 596146"/>
                  <a:gd name="connsiteY834" fmla="*/ 408385 h 563255"/>
                  <a:gd name="connsiteX835" fmla="*/ 475337 w 596146"/>
                  <a:gd name="connsiteY835" fmla="*/ 406939 h 563255"/>
                  <a:gd name="connsiteX836" fmla="*/ 476347 w 596146"/>
                  <a:gd name="connsiteY836" fmla="*/ 405795 h 563255"/>
                  <a:gd name="connsiteX837" fmla="*/ 476482 w 596146"/>
                  <a:gd name="connsiteY837" fmla="*/ 404483 h 563255"/>
                  <a:gd name="connsiteX838" fmla="*/ 475607 w 596146"/>
                  <a:gd name="connsiteY838" fmla="*/ 402465 h 563255"/>
                  <a:gd name="connsiteX839" fmla="*/ 475607 w 596146"/>
                  <a:gd name="connsiteY839" fmla="*/ 399841 h 563255"/>
                  <a:gd name="connsiteX840" fmla="*/ 476246 w 596146"/>
                  <a:gd name="connsiteY840" fmla="*/ 397654 h 563255"/>
                  <a:gd name="connsiteX841" fmla="*/ 477188 w 596146"/>
                  <a:gd name="connsiteY841" fmla="*/ 396073 h 563255"/>
                  <a:gd name="connsiteX842" fmla="*/ 478198 w 596146"/>
                  <a:gd name="connsiteY842" fmla="*/ 394627 h 563255"/>
                  <a:gd name="connsiteX843" fmla="*/ 480789 w 596146"/>
                  <a:gd name="connsiteY843" fmla="*/ 394627 h 563255"/>
                  <a:gd name="connsiteX844" fmla="*/ 482539 w 596146"/>
                  <a:gd name="connsiteY844" fmla="*/ 393752 h 563255"/>
                  <a:gd name="connsiteX845" fmla="*/ 482539 w 596146"/>
                  <a:gd name="connsiteY845" fmla="*/ 392003 h 563255"/>
                  <a:gd name="connsiteX846" fmla="*/ 482843 w 596146"/>
                  <a:gd name="connsiteY846" fmla="*/ 389682 h 563255"/>
                  <a:gd name="connsiteX847" fmla="*/ 482539 w 596146"/>
                  <a:gd name="connsiteY847" fmla="*/ 386654 h 563255"/>
                  <a:gd name="connsiteX848" fmla="*/ 480958 w 596146"/>
                  <a:gd name="connsiteY848" fmla="*/ 383458 h 563255"/>
                  <a:gd name="connsiteX849" fmla="*/ 480520 w 596146"/>
                  <a:gd name="connsiteY849" fmla="*/ 379825 h 563255"/>
                  <a:gd name="connsiteX850" fmla="*/ 480655 w 596146"/>
                  <a:gd name="connsiteY850" fmla="*/ 377201 h 563255"/>
                  <a:gd name="connsiteX851" fmla="*/ 481227 w 596146"/>
                  <a:gd name="connsiteY851" fmla="*/ 373434 h 563255"/>
                  <a:gd name="connsiteX852" fmla="*/ 484693 w 596146"/>
                  <a:gd name="connsiteY852" fmla="*/ 370406 h 563255"/>
                  <a:gd name="connsiteX853" fmla="*/ 490650 w 596146"/>
                  <a:gd name="connsiteY853" fmla="*/ 367648 h 563255"/>
                  <a:gd name="connsiteX854" fmla="*/ 492669 w 596146"/>
                  <a:gd name="connsiteY854" fmla="*/ 364183 h 563255"/>
                  <a:gd name="connsiteX855" fmla="*/ 496439 w 596146"/>
                  <a:gd name="connsiteY855" fmla="*/ 360852 h 563255"/>
                  <a:gd name="connsiteX856" fmla="*/ 496742 w 596146"/>
                  <a:gd name="connsiteY856" fmla="*/ 358094 h 563255"/>
                  <a:gd name="connsiteX857" fmla="*/ 499804 w 596146"/>
                  <a:gd name="connsiteY857" fmla="*/ 353519 h 563255"/>
                  <a:gd name="connsiteX858" fmla="*/ 501891 w 596146"/>
                  <a:gd name="connsiteY858" fmla="*/ 350054 h 563255"/>
                  <a:gd name="connsiteX859" fmla="*/ 503910 w 596146"/>
                  <a:gd name="connsiteY859" fmla="*/ 348641 h 563255"/>
                  <a:gd name="connsiteX860" fmla="*/ 505862 w 596146"/>
                  <a:gd name="connsiteY860" fmla="*/ 346522 h 563255"/>
                  <a:gd name="connsiteX861" fmla="*/ 508858 w 596146"/>
                  <a:gd name="connsiteY861" fmla="*/ 343326 h 563255"/>
                  <a:gd name="connsiteX862" fmla="*/ 512559 w 596146"/>
                  <a:gd name="connsiteY862" fmla="*/ 339861 h 563255"/>
                  <a:gd name="connsiteX863" fmla="*/ 516026 w 596146"/>
                  <a:gd name="connsiteY863" fmla="*/ 337910 h 563255"/>
                  <a:gd name="connsiteX864" fmla="*/ 520603 w 596146"/>
                  <a:gd name="connsiteY864" fmla="*/ 335724 h 563255"/>
                  <a:gd name="connsiteX865" fmla="*/ 524069 w 596146"/>
                  <a:gd name="connsiteY865" fmla="*/ 333974 h 563255"/>
                  <a:gd name="connsiteX866" fmla="*/ 526257 w 596146"/>
                  <a:gd name="connsiteY866" fmla="*/ 332023 h 563255"/>
                  <a:gd name="connsiteX867" fmla="*/ 527569 w 596146"/>
                  <a:gd name="connsiteY867" fmla="*/ 330947 h 563255"/>
                  <a:gd name="connsiteX868" fmla="*/ 531271 w 596146"/>
                  <a:gd name="connsiteY868" fmla="*/ 327246 h 563255"/>
                  <a:gd name="connsiteX869" fmla="*/ 535175 w 596146"/>
                  <a:gd name="connsiteY869" fmla="*/ 323546 h 563255"/>
                  <a:gd name="connsiteX870" fmla="*/ 536925 w 596146"/>
                  <a:gd name="connsiteY870" fmla="*/ 319207 h 563255"/>
                  <a:gd name="connsiteX871" fmla="*/ 541704 w 596146"/>
                  <a:gd name="connsiteY871" fmla="*/ 316179 h 563255"/>
                  <a:gd name="connsiteX872" fmla="*/ 544531 w 596146"/>
                  <a:gd name="connsiteY872" fmla="*/ 313151 h 563255"/>
                  <a:gd name="connsiteX873" fmla="*/ 547796 w 596146"/>
                  <a:gd name="connsiteY873" fmla="*/ 309451 h 563255"/>
                  <a:gd name="connsiteX874" fmla="*/ 551060 w 596146"/>
                  <a:gd name="connsiteY874" fmla="*/ 309451 h 563255"/>
                  <a:gd name="connsiteX875" fmla="*/ 554762 w 596146"/>
                  <a:gd name="connsiteY875" fmla="*/ 307702 h 563255"/>
                  <a:gd name="connsiteX876" fmla="*/ 559541 w 596146"/>
                  <a:gd name="connsiteY876" fmla="*/ 307702 h 563255"/>
                  <a:gd name="connsiteX877" fmla="*/ 563445 w 596146"/>
                  <a:gd name="connsiteY877" fmla="*/ 306625 h 563255"/>
                  <a:gd name="connsiteX878" fmla="*/ 566070 w 596146"/>
                  <a:gd name="connsiteY878" fmla="*/ 305112 h 563255"/>
                  <a:gd name="connsiteX879" fmla="*/ 567383 w 596146"/>
                  <a:gd name="connsiteY879" fmla="*/ 301848 h 563255"/>
                  <a:gd name="connsiteX880" fmla="*/ 569335 w 596146"/>
                  <a:gd name="connsiteY880" fmla="*/ 296399 h 563255"/>
                  <a:gd name="connsiteX881" fmla="*/ 575628 w 596146"/>
                  <a:gd name="connsiteY881" fmla="*/ 293371 h 563255"/>
                  <a:gd name="connsiteX882" fmla="*/ 582729 w 596146"/>
                  <a:gd name="connsiteY882" fmla="*/ 286912 h 563255"/>
                  <a:gd name="connsiteX883" fmla="*/ 584479 w 596146"/>
                  <a:gd name="connsiteY883" fmla="*/ 283515 h 563255"/>
                  <a:gd name="connsiteX884" fmla="*/ 587441 w 596146"/>
                  <a:gd name="connsiteY884" fmla="*/ 280891 h 563255"/>
                  <a:gd name="connsiteX885" fmla="*/ 590066 w 596146"/>
                  <a:gd name="connsiteY885" fmla="*/ 277998 h 563255"/>
                  <a:gd name="connsiteX886" fmla="*/ 591883 w 596146"/>
                  <a:gd name="connsiteY886" fmla="*/ 274802 h 563255"/>
                  <a:gd name="connsiteX887" fmla="*/ 592018 w 596146"/>
                  <a:gd name="connsiteY887" fmla="*/ 273995 h 563255"/>
                  <a:gd name="connsiteX888" fmla="*/ 591951 w 596146"/>
                  <a:gd name="connsiteY888" fmla="*/ 272313 h 563255"/>
                  <a:gd name="connsiteX889" fmla="*/ 591580 w 596146"/>
                  <a:gd name="connsiteY889" fmla="*/ 269487 h 563255"/>
                  <a:gd name="connsiteX890" fmla="*/ 590705 w 596146"/>
                  <a:gd name="connsiteY890" fmla="*/ 267906 h 563255"/>
                  <a:gd name="connsiteX891" fmla="*/ 588686 w 596146"/>
                  <a:gd name="connsiteY891" fmla="*/ 267839 h 563255"/>
                  <a:gd name="connsiteX892" fmla="*/ 587104 w 596146"/>
                  <a:gd name="connsiteY892" fmla="*/ 269353 h 563255"/>
                  <a:gd name="connsiteX893" fmla="*/ 585085 w 596146"/>
                  <a:gd name="connsiteY893" fmla="*/ 271236 h 563255"/>
                  <a:gd name="connsiteX894" fmla="*/ 581820 w 596146"/>
                  <a:gd name="connsiteY894" fmla="*/ 271035 h 563255"/>
                  <a:gd name="connsiteX895" fmla="*/ 581619 w 596146"/>
                  <a:gd name="connsiteY895" fmla="*/ 269016 h 563255"/>
                  <a:gd name="connsiteX896" fmla="*/ 582763 w 596146"/>
                  <a:gd name="connsiteY896" fmla="*/ 267570 h 563255"/>
                  <a:gd name="connsiteX897" fmla="*/ 584513 w 596146"/>
                  <a:gd name="connsiteY897" fmla="*/ 265383 h 563255"/>
                  <a:gd name="connsiteX898" fmla="*/ 586532 w 596146"/>
                  <a:gd name="connsiteY898" fmla="*/ 263802 h 563255"/>
                  <a:gd name="connsiteX899" fmla="*/ 588720 w 596146"/>
                  <a:gd name="connsiteY899" fmla="*/ 261616 h 563255"/>
                  <a:gd name="connsiteX900" fmla="*/ 588720 w 596146"/>
                  <a:gd name="connsiteY900" fmla="*/ 259160 h 563255"/>
                  <a:gd name="connsiteX901" fmla="*/ 589157 w 596146"/>
                  <a:gd name="connsiteY901" fmla="*/ 256401 h 563255"/>
                  <a:gd name="connsiteX902" fmla="*/ 589595 w 596146"/>
                  <a:gd name="connsiteY902" fmla="*/ 254517 h 563255"/>
                  <a:gd name="connsiteX903" fmla="*/ 590470 w 596146"/>
                  <a:gd name="connsiteY903" fmla="*/ 251187 h 563255"/>
                  <a:gd name="connsiteX904" fmla="*/ 590470 w 596146"/>
                  <a:gd name="connsiteY904" fmla="*/ 248160 h 563255"/>
                  <a:gd name="connsiteX905" fmla="*/ 590672 w 596146"/>
                  <a:gd name="connsiteY905" fmla="*/ 246713 h 563255"/>
                  <a:gd name="connsiteX906" fmla="*/ 593196 w 596146"/>
                  <a:gd name="connsiteY906" fmla="*/ 245704 h 563255"/>
                  <a:gd name="connsiteX907" fmla="*/ 596090 w 596146"/>
                  <a:gd name="connsiteY907" fmla="*/ 243955 h 563255"/>
                  <a:gd name="connsiteX908" fmla="*/ 595888 w 596146"/>
                  <a:gd name="connsiteY908" fmla="*/ 241734 h 56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Lst>
                <a:rect l="l" t="t" r="r" b="b"/>
                <a:pathLst>
                  <a:path w="596146" h="563255">
                    <a:moveTo>
                      <a:pt x="595888" y="241734"/>
                    </a:moveTo>
                    <a:lnTo>
                      <a:pt x="594003" y="238101"/>
                    </a:lnTo>
                    <a:lnTo>
                      <a:pt x="590672" y="233762"/>
                    </a:lnTo>
                    <a:lnTo>
                      <a:pt x="586330" y="228413"/>
                    </a:lnTo>
                    <a:lnTo>
                      <a:pt x="585186" y="228110"/>
                    </a:lnTo>
                    <a:cubicBezTo>
                      <a:pt x="585186" y="228110"/>
                      <a:pt x="583301" y="228245"/>
                      <a:pt x="582729" y="228245"/>
                    </a:cubicBezTo>
                    <a:cubicBezTo>
                      <a:pt x="582157" y="228245"/>
                      <a:pt x="579263" y="226933"/>
                      <a:pt x="579263" y="226933"/>
                    </a:cubicBezTo>
                    <a:lnTo>
                      <a:pt x="578119" y="226798"/>
                    </a:lnTo>
                    <a:lnTo>
                      <a:pt x="578119" y="223468"/>
                    </a:lnTo>
                    <a:lnTo>
                      <a:pt x="576301" y="220878"/>
                    </a:lnTo>
                    <a:lnTo>
                      <a:pt x="573777" y="218994"/>
                    </a:lnTo>
                    <a:lnTo>
                      <a:pt x="571455" y="215966"/>
                    </a:lnTo>
                    <a:lnTo>
                      <a:pt x="570142" y="212199"/>
                    </a:lnTo>
                    <a:lnTo>
                      <a:pt x="569267" y="208431"/>
                    </a:lnTo>
                    <a:lnTo>
                      <a:pt x="566373" y="202780"/>
                    </a:lnTo>
                    <a:cubicBezTo>
                      <a:pt x="566373" y="202780"/>
                      <a:pt x="563176" y="197868"/>
                      <a:pt x="563041" y="197263"/>
                    </a:cubicBezTo>
                    <a:cubicBezTo>
                      <a:pt x="562907" y="196691"/>
                      <a:pt x="562469" y="195514"/>
                      <a:pt x="561897" y="194942"/>
                    </a:cubicBezTo>
                    <a:cubicBezTo>
                      <a:pt x="561325" y="194370"/>
                      <a:pt x="562032" y="192923"/>
                      <a:pt x="561897" y="192486"/>
                    </a:cubicBezTo>
                    <a:cubicBezTo>
                      <a:pt x="561762" y="192049"/>
                      <a:pt x="561594" y="190299"/>
                      <a:pt x="561156" y="189862"/>
                    </a:cubicBezTo>
                    <a:cubicBezTo>
                      <a:pt x="560719" y="189425"/>
                      <a:pt x="559710" y="186094"/>
                      <a:pt x="559710" y="186094"/>
                    </a:cubicBezTo>
                    <a:lnTo>
                      <a:pt x="558128" y="184211"/>
                    </a:lnTo>
                    <a:cubicBezTo>
                      <a:pt x="558128" y="184211"/>
                      <a:pt x="555234" y="184211"/>
                      <a:pt x="554661" y="184211"/>
                    </a:cubicBezTo>
                    <a:cubicBezTo>
                      <a:pt x="554089" y="184211"/>
                      <a:pt x="552911" y="184413"/>
                      <a:pt x="550455" y="184413"/>
                    </a:cubicBezTo>
                    <a:cubicBezTo>
                      <a:pt x="547998" y="184413"/>
                      <a:pt x="546820" y="183908"/>
                      <a:pt x="545541" y="183908"/>
                    </a:cubicBezTo>
                    <a:cubicBezTo>
                      <a:pt x="544262" y="183908"/>
                      <a:pt x="544094" y="183033"/>
                      <a:pt x="543959" y="182024"/>
                    </a:cubicBezTo>
                    <a:cubicBezTo>
                      <a:pt x="543825" y="181015"/>
                      <a:pt x="543959" y="179871"/>
                      <a:pt x="543959" y="179871"/>
                    </a:cubicBezTo>
                    <a:lnTo>
                      <a:pt x="544666" y="177987"/>
                    </a:lnTo>
                    <a:lnTo>
                      <a:pt x="546551" y="174354"/>
                    </a:lnTo>
                    <a:lnTo>
                      <a:pt x="548435" y="171024"/>
                    </a:lnTo>
                    <a:lnTo>
                      <a:pt x="548873" y="168266"/>
                    </a:lnTo>
                    <a:lnTo>
                      <a:pt x="546853" y="164801"/>
                    </a:lnTo>
                    <a:lnTo>
                      <a:pt x="543387" y="163051"/>
                    </a:lnTo>
                    <a:lnTo>
                      <a:pt x="541502" y="161908"/>
                    </a:lnTo>
                    <a:lnTo>
                      <a:pt x="538036" y="161605"/>
                    </a:lnTo>
                    <a:lnTo>
                      <a:pt x="536892" y="158712"/>
                    </a:lnTo>
                    <a:lnTo>
                      <a:pt x="538541" y="156021"/>
                    </a:lnTo>
                    <a:lnTo>
                      <a:pt x="541435" y="153498"/>
                    </a:lnTo>
                    <a:lnTo>
                      <a:pt x="545272" y="150975"/>
                    </a:lnTo>
                    <a:lnTo>
                      <a:pt x="547224" y="147712"/>
                    </a:lnTo>
                    <a:lnTo>
                      <a:pt x="548637" y="143339"/>
                    </a:lnTo>
                    <a:cubicBezTo>
                      <a:pt x="548637" y="143339"/>
                      <a:pt x="549613" y="141858"/>
                      <a:pt x="549613" y="141757"/>
                    </a:cubicBezTo>
                    <a:cubicBezTo>
                      <a:pt x="549613" y="141657"/>
                      <a:pt x="550320" y="140378"/>
                      <a:pt x="550421" y="140345"/>
                    </a:cubicBezTo>
                    <a:cubicBezTo>
                      <a:pt x="550522" y="140311"/>
                      <a:pt x="551935" y="138091"/>
                      <a:pt x="552104" y="137822"/>
                    </a:cubicBezTo>
                    <a:cubicBezTo>
                      <a:pt x="552305" y="137519"/>
                      <a:pt x="552911" y="136745"/>
                      <a:pt x="553046" y="136510"/>
                    </a:cubicBezTo>
                    <a:cubicBezTo>
                      <a:pt x="553180" y="136274"/>
                      <a:pt x="553484" y="135400"/>
                      <a:pt x="553484" y="135400"/>
                    </a:cubicBezTo>
                    <a:lnTo>
                      <a:pt x="553080" y="134088"/>
                    </a:lnTo>
                    <a:cubicBezTo>
                      <a:pt x="553080" y="134088"/>
                      <a:pt x="551599" y="132944"/>
                      <a:pt x="551161" y="132910"/>
                    </a:cubicBezTo>
                    <a:cubicBezTo>
                      <a:pt x="550724" y="132877"/>
                      <a:pt x="549781" y="132473"/>
                      <a:pt x="549512" y="132473"/>
                    </a:cubicBezTo>
                    <a:cubicBezTo>
                      <a:pt x="549277" y="132473"/>
                      <a:pt x="547055" y="133146"/>
                      <a:pt x="547055" y="133146"/>
                    </a:cubicBezTo>
                    <a:cubicBezTo>
                      <a:pt x="547055" y="133146"/>
                      <a:pt x="546584" y="133583"/>
                      <a:pt x="546349" y="133684"/>
                    </a:cubicBezTo>
                    <a:cubicBezTo>
                      <a:pt x="546147" y="133785"/>
                      <a:pt x="545675" y="134189"/>
                      <a:pt x="545440" y="134323"/>
                    </a:cubicBezTo>
                    <a:cubicBezTo>
                      <a:pt x="545204" y="134458"/>
                      <a:pt x="544127" y="134895"/>
                      <a:pt x="543488" y="135164"/>
                    </a:cubicBezTo>
                    <a:cubicBezTo>
                      <a:pt x="542849" y="135433"/>
                      <a:pt x="542209" y="135534"/>
                      <a:pt x="541132" y="135702"/>
                    </a:cubicBezTo>
                    <a:cubicBezTo>
                      <a:pt x="540055" y="135904"/>
                      <a:pt x="539988" y="134895"/>
                      <a:pt x="539988" y="134895"/>
                    </a:cubicBezTo>
                    <a:lnTo>
                      <a:pt x="538541" y="133785"/>
                    </a:lnTo>
                    <a:lnTo>
                      <a:pt x="537094" y="133146"/>
                    </a:lnTo>
                    <a:cubicBezTo>
                      <a:pt x="537094" y="133146"/>
                      <a:pt x="535748" y="131935"/>
                      <a:pt x="535613" y="131935"/>
                    </a:cubicBezTo>
                    <a:cubicBezTo>
                      <a:pt x="535478" y="131935"/>
                      <a:pt x="534469" y="131531"/>
                      <a:pt x="534368" y="131430"/>
                    </a:cubicBezTo>
                    <a:cubicBezTo>
                      <a:pt x="534300" y="131329"/>
                      <a:pt x="532921" y="129479"/>
                      <a:pt x="532921" y="129479"/>
                    </a:cubicBezTo>
                    <a:lnTo>
                      <a:pt x="532921" y="127662"/>
                    </a:lnTo>
                    <a:lnTo>
                      <a:pt x="533459" y="125207"/>
                    </a:lnTo>
                    <a:lnTo>
                      <a:pt x="534536" y="124130"/>
                    </a:lnTo>
                    <a:lnTo>
                      <a:pt x="534805" y="121876"/>
                    </a:lnTo>
                    <a:lnTo>
                      <a:pt x="533459" y="119892"/>
                    </a:lnTo>
                    <a:lnTo>
                      <a:pt x="532617" y="118916"/>
                    </a:lnTo>
                    <a:cubicBezTo>
                      <a:pt x="532617" y="118916"/>
                      <a:pt x="531507" y="117739"/>
                      <a:pt x="531171" y="117604"/>
                    </a:cubicBezTo>
                    <a:cubicBezTo>
                      <a:pt x="530800" y="117470"/>
                      <a:pt x="530430" y="117604"/>
                      <a:pt x="530228" y="117604"/>
                    </a:cubicBezTo>
                    <a:cubicBezTo>
                      <a:pt x="530026" y="117604"/>
                      <a:pt x="528646" y="118176"/>
                      <a:pt x="528142" y="118243"/>
                    </a:cubicBezTo>
                    <a:cubicBezTo>
                      <a:pt x="527637" y="118311"/>
                      <a:pt x="526627" y="118311"/>
                      <a:pt x="525315" y="118311"/>
                    </a:cubicBezTo>
                    <a:cubicBezTo>
                      <a:pt x="524002" y="118311"/>
                      <a:pt x="522487" y="116494"/>
                      <a:pt x="522690" y="116292"/>
                    </a:cubicBezTo>
                    <a:cubicBezTo>
                      <a:pt x="522891" y="116090"/>
                      <a:pt x="522690" y="114274"/>
                      <a:pt x="522690" y="114274"/>
                    </a:cubicBezTo>
                    <a:lnTo>
                      <a:pt x="522252" y="111953"/>
                    </a:lnTo>
                    <a:lnTo>
                      <a:pt x="519358" y="108622"/>
                    </a:lnTo>
                    <a:lnTo>
                      <a:pt x="518651" y="105528"/>
                    </a:lnTo>
                    <a:cubicBezTo>
                      <a:pt x="518651" y="105528"/>
                      <a:pt x="515117" y="101625"/>
                      <a:pt x="515185" y="101121"/>
                    </a:cubicBezTo>
                    <a:cubicBezTo>
                      <a:pt x="515252" y="100616"/>
                      <a:pt x="516430" y="99102"/>
                      <a:pt x="516766" y="98531"/>
                    </a:cubicBezTo>
                    <a:cubicBezTo>
                      <a:pt x="517136" y="97959"/>
                      <a:pt x="519391" y="93014"/>
                      <a:pt x="519391" y="93014"/>
                    </a:cubicBezTo>
                    <a:lnTo>
                      <a:pt x="518684" y="91130"/>
                    </a:lnTo>
                    <a:cubicBezTo>
                      <a:pt x="518684" y="91130"/>
                      <a:pt x="516598" y="88001"/>
                      <a:pt x="516160" y="87429"/>
                    </a:cubicBezTo>
                    <a:cubicBezTo>
                      <a:pt x="515723" y="86858"/>
                      <a:pt x="513333" y="86353"/>
                      <a:pt x="513333" y="86353"/>
                    </a:cubicBezTo>
                    <a:cubicBezTo>
                      <a:pt x="513333" y="86353"/>
                      <a:pt x="511146" y="87732"/>
                      <a:pt x="510372" y="87799"/>
                    </a:cubicBezTo>
                    <a:cubicBezTo>
                      <a:pt x="509564" y="87867"/>
                      <a:pt x="507680" y="88472"/>
                      <a:pt x="506367" y="88371"/>
                    </a:cubicBezTo>
                    <a:cubicBezTo>
                      <a:pt x="505055" y="88304"/>
                      <a:pt x="503102" y="85176"/>
                      <a:pt x="502598" y="84604"/>
                    </a:cubicBezTo>
                    <a:cubicBezTo>
                      <a:pt x="502093" y="84032"/>
                      <a:pt x="502362" y="82518"/>
                      <a:pt x="502362" y="82081"/>
                    </a:cubicBezTo>
                    <a:cubicBezTo>
                      <a:pt x="502362" y="81643"/>
                      <a:pt x="503002" y="78750"/>
                      <a:pt x="503002" y="78750"/>
                    </a:cubicBezTo>
                    <a:lnTo>
                      <a:pt x="503809" y="77237"/>
                    </a:lnTo>
                    <a:lnTo>
                      <a:pt x="503372" y="75656"/>
                    </a:lnTo>
                    <a:lnTo>
                      <a:pt x="503372" y="72191"/>
                    </a:lnTo>
                    <a:cubicBezTo>
                      <a:pt x="503372" y="72191"/>
                      <a:pt x="502429" y="70240"/>
                      <a:pt x="502160" y="70240"/>
                    </a:cubicBezTo>
                    <a:cubicBezTo>
                      <a:pt x="501891" y="70240"/>
                      <a:pt x="498525" y="69735"/>
                      <a:pt x="498525" y="69735"/>
                    </a:cubicBezTo>
                    <a:lnTo>
                      <a:pt x="494117" y="70172"/>
                    </a:lnTo>
                    <a:lnTo>
                      <a:pt x="491492" y="69365"/>
                    </a:lnTo>
                    <a:cubicBezTo>
                      <a:pt x="491492" y="69365"/>
                      <a:pt x="489102" y="65160"/>
                      <a:pt x="488968" y="64790"/>
                    </a:cubicBezTo>
                    <a:cubicBezTo>
                      <a:pt x="488833" y="64420"/>
                      <a:pt x="489035" y="61392"/>
                      <a:pt x="489035" y="61392"/>
                    </a:cubicBezTo>
                    <a:cubicBezTo>
                      <a:pt x="489035" y="61392"/>
                      <a:pt x="489540" y="56481"/>
                      <a:pt x="489540" y="56111"/>
                    </a:cubicBezTo>
                    <a:cubicBezTo>
                      <a:pt x="489540" y="55741"/>
                      <a:pt x="490112" y="51839"/>
                      <a:pt x="490112" y="51839"/>
                    </a:cubicBezTo>
                    <a:lnTo>
                      <a:pt x="490549" y="49955"/>
                    </a:lnTo>
                    <a:lnTo>
                      <a:pt x="491997" y="44808"/>
                    </a:lnTo>
                    <a:cubicBezTo>
                      <a:pt x="491997" y="44808"/>
                      <a:pt x="492568" y="43227"/>
                      <a:pt x="492636" y="42992"/>
                    </a:cubicBezTo>
                    <a:cubicBezTo>
                      <a:pt x="492703" y="42756"/>
                      <a:pt x="493343" y="40166"/>
                      <a:pt x="493343" y="40166"/>
                    </a:cubicBezTo>
                    <a:cubicBezTo>
                      <a:pt x="493343" y="40166"/>
                      <a:pt x="495093" y="39157"/>
                      <a:pt x="495362" y="38787"/>
                    </a:cubicBezTo>
                    <a:cubicBezTo>
                      <a:pt x="495665" y="38417"/>
                      <a:pt x="497751" y="37037"/>
                      <a:pt x="497751" y="37037"/>
                    </a:cubicBezTo>
                    <a:lnTo>
                      <a:pt x="499131" y="34649"/>
                    </a:lnTo>
                    <a:lnTo>
                      <a:pt x="497886" y="31621"/>
                    </a:lnTo>
                    <a:lnTo>
                      <a:pt x="495362" y="28358"/>
                    </a:lnTo>
                    <a:lnTo>
                      <a:pt x="492905" y="28056"/>
                    </a:lnTo>
                    <a:lnTo>
                      <a:pt x="489338" y="28796"/>
                    </a:lnTo>
                    <a:lnTo>
                      <a:pt x="485501" y="31117"/>
                    </a:lnTo>
                    <a:lnTo>
                      <a:pt x="483213" y="32328"/>
                    </a:lnTo>
                    <a:cubicBezTo>
                      <a:pt x="483213" y="32328"/>
                      <a:pt x="482338" y="33572"/>
                      <a:pt x="482068" y="33673"/>
                    </a:cubicBezTo>
                    <a:cubicBezTo>
                      <a:pt x="481799" y="33774"/>
                      <a:pt x="479174" y="36499"/>
                      <a:pt x="479174" y="36499"/>
                    </a:cubicBezTo>
                    <a:cubicBezTo>
                      <a:pt x="479174" y="36499"/>
                      <a:pt x="477491" y="38517"/>
                      <a:pt x="477458" y="38719"/>
                    </a:cubicBezTo>
                    <a:cubicBezTo>
                      <a:pt x="477391" y="38921"/>
                      <a:pt x="474732" y="41040"/>
                      <a:pt x="474732" y="41040"/>
                    </a:cubicBezTo>
                    <a:lnTo>
                      <a:pt x="471299" y="42992"/>
                    </a:lnTo>
                    <a:cubicBezTo>
                      <a:pt x="471299" y="42992"/>
                      <a:pt x="469953" y="43362"/>
                      <a:pt x="469616" y="43631"/>
                    </a:cubicBezTo>
                    <a:cubicBezTo>
                      <a:pt x="469280" y="43900"/>
                      <a:pt x="469280" y="44606"/>
                      <a:pt x="469246" y="44943"/>
                    </a:cubicBezTo>
                    <a:cubicBezTo>
                      <a:pt x="469179" y="45279"/>
                      <a:pt x="470155" y="46389"/>
                      <a:pt x="470660" y="46726"/>
                    </a:cubicBezTo>
                    <a:cubicBezTo>
                      <a:pt x="471164" y="47062"/>
                      <a:pt x="471299" y="48071"/>
                      <a:pt x="471299" y="48071"/>
                    </a:cubicBezTo>
                    <a:lnTo>
                      <a:pt x="470861" y="49753"/>
                    </a:lnTo>
                    <a:cubicBezTo>
                      <a:pt x="470861" y="49753"/>
                      <a:pt x="469280" y="51267"/>
                      <a:pt x="469111" y="51334"/>
                    </a:cubicBezTo>
                    <a:cubicBezTo>
                      <a:pt x="468943" y="51401"/>
                      <a:pt x="468304" y="53252"/>
                      <a:pt x="468304" y="53622"/>
                    </a:cubicBezTo>
                    <a:cubicBezTo>
                      <a:pt x="468304" y="53992"/>
                      <a:pt x="467530" y="55741"/>
                      <a:pt x="467530" y="56010"/>
                    </a:cubicBezTo>
                    <a:cubicBezTo>
                      <a:pt x="467530" y="56279"/>
                      <a:pt x="466991" y="57793"/>
                      <a:pt x="466991" y="57793"/>
                    </a:cubicBezTo>
                    <a:cubicBezTo>
                      <a:pt x="466991" y="57793"/>
                      <a:pt x="465578" y="59980"/>
                      <a:pt x="465510" y="60181"/>
                    </a:cubicBezTo>
                    <a:cubicBezTo>
                      <a:pt x="465477" y="60417"/>
                      <a:pt x="464265" y="62637"/>
                      <a:pt x="464265" y="62637"/>
                    </a:cubicBezTo>
                    <a:cubicBezTo>
                      <a:pt x="464265" y="62637"/>
                      <a:pt x="463390" y="66808"/>
                      <a:pt x="462515" y="67145"/>
                    </a:cubicBezTo>
                    <a:cubicBezTo>
                      <a:pt x="461640" y="67481"/>
                      <a:pt x="460462" y="67044"/>
                      <a:pt x="458813" y="66707"/>
                    </a:cubicBezTo>
                    <a:cubicBezTo>
                      <a:pt x="457198" y="66371"/>
                      <a:pt x="457198" y="67044"/>
                      <a:pt x="456087" y="66506"/>
                    </a:cubicBezTo>
                    <a:cubicBezTo>
                      <a:pt x="455010" y="65967"/>
                      <a:pt x="454774" y="66506"/>
                      <a:pt x="454337" y="66169"/>
                    </a:cubicBezTo>
                    <a:cubicBezTo>
                      <a:pt x="453899" y="65833"/>
                      <a:pt x="451948" y="62906"/>
                      <a:pt x="451948" y="62906"/>
                    </a:cubicBezTo>
                    <a:lnTo>
                      <a:pt x="453159" y="61931"/>
                    </a:lnTo>
                    <a:lnTo>
                      <a:pt x="453799" y="59105"/>
                    </a:lnTo>
                    <a:lnTo>
                      <a:pt x="453159" y="55842"/>
                    </a:lnTo>
                    <a:cubicBezTo>
                      <a:pt x="453159" y="55842"/>
                      <a:pt x="451948" y="54967"/>
                      <a:pt x="451544" y="54429"/>
                    </a:cubicBezTo>
                    <a:cubicBezTo>
                      <a:pt x="451106" y="53891"/>
                      <a:pt x="451005" y="52242"/>
                      <a:pt x="451005" y="51603"/>
                    </a:cubicBezTo>
                    <a:cubicBezTo>
                      <a:pt x="451005" y="50964"/>
                      <a:pt x="451645" y="50089"/>
                      <a:pt x="451645" y="50089"/>
                    </a:cubicBezTo>
                    <a:lnTo>
                      <a:pt x="453159" y="46490"/>
                    </a:lnTo>
                    <a:cubicBezTo>
                      <a:pt x="453159" y="46490"/>
                      <a:pt x="452520" y="43664"/>
                      <a:pt x="452385" y="43328"/>
                    </a:cubicBezTo>
                    <a:cubicBezTo>
                      <a:pt x="452284" y="42992"/>
                      <a:pt x="450770" y="41040"/>
                      <a:pt x="450770" y="41040"/>
                    </a:cubicBezTo>
                    <a:lnTo>
                      <a:pt x="447943" y="41242"/>
                    </a:lnTo>
                    <a:lnTo>
                      <a:pt x="445015" y="38753"/>
                    </a:lnTo>
                    <a:lnTo>
                      <a:pt x="442827" y="35591"/>
                    </a:lnTo>
                    <a:lnTo>
                      <a:pt x="442188" y="33539"/>
                    </a:lnTo>
                    <a:lnTo>
                      <a:pt x="440875" y="29738"/>
                    </a:lnTo>
                    <a:lnTo>
                      <a:pt x="439260" y="29637"/>
                    </a:lnTo>
                    <a:cubicBezTo>
                      <a:pt x="439260" y="29637"/>
                      <a:pt x="434683" y="28997"/>
                      <a:pt x="434380" y="28762"/>
                    </a:cubicBezTo>
                    <a:cubicBezTo>
                      <a:pt x="434043" y="28526"/>
                      <a:pt x="433404" y="27349"/>
                      <a:pt x="433404" y="27349"/>
                    </a:cubicBezTo>
                    <a:lnTo>
                      <a:pt x="432865" y="26071"/>
                    </a:lnTo>
                    <a:lnTo>
                      <a:pt x="431890" y="26071"/>
                    </a:lnTo>
                    <a:lnTo>
                      <a:pt x="429399" y="25802"/>
                    </a:lnTo>
                    <a:lnTo>
                      <a:pt x="426909" y="24321"/>
                    </a:lnTo>
                    <a:lnTo>
                      <a:pt x="424418" y="22135"/>
                    </a:lnTo>
                    <a:lnTo>
                      <a:pt x="422130" y="21361"/>
                    </a:lnTo>
                    <a:lnTo>
                      <a:pt x="418865" y="22337"/>
                    </a:lnTo>
                    <a:lnTo>
                      <a:pt x="415029" y="20789"/>
                    </a:lnTo>
                    <a:lnTo>
                      <a:pt x="413245" y="20352"/>
                    </a:lnTo>
                    <a:cubicBezTo>
                      <a:pt x="413245" y="20352"/>
                      <a:pt x="409307" y="18065"/>
                      <a:pt x="409173" y="17997"/>
                    </a:cubicBezTo>
                    <a:cubicBezTo>
                      <a:pt x="409072" y="17930"/>
                      <a:pt x="407591" y="16551"/>
                      <a:pt x="407153" y="16181"/>
                    </a:cubicBezTo>
                    <a:cubicBezTo>
                      <a:pt x="406716" y="15811"/>
                      <a:pt x="406211" y="16113"/>
                      <a:pt x="405740" y="15945"/>
                    </a:cubicBezTo>
                    <a:cubicBezTo>
                      <a:pt x="405269" y="15811"/>
                      <a:pt x="403620" y="15777"/>
                      <a:pt x="403350" y="15710"/>
                    </a:cubicBezTo>
                    <a:cubicBezTo>
                      <a:pt x="403115" y="15643"/>
                      <a:pt x="402172" y="14431"/>
                      <a:pt x="402139" y="14331"/>
                    </a:cubicBezTo>
                    <a:cubicBezTo>
                      <a:pt x="402105" y="14230"/>
                      <a:pt x="402475" y="12985"/>
                      <a:pt x="402475" y="12985"/>
                    </a:cubicBezTo>
                    <a:lnTo>
                      <a:pt x="402475" y="11404"/>
                    </a:lnTo>
                    <a:cubicBezTo>
                      <a:pt x="402475" y="11404"/>
                      <a:pt x="400018" y="9890"/>
                      <a:pt x="399918" y="9789"/>
                    </a:cubicBezTo>
                    <a:cubicBezTo>
                      <a:pt x="399817" y="9688"/>
                      <a:pt x="397965" y="7737"/>
                      <a:pt x="397965" y="7737"/>
                    </a:cubicBezTo>
                    <a:lnTo>
                      <a:pt x="397225" y="6089"/>
                    </a:lnTo>
                    <a:lnTo>
                      <a:pt x="397225" y="4541"/>
                    </a:lnTo>
                    <a:lnTo>
                      <a:pt x="396316" y="2355"/>
                    </a:lnTo>
                    <a:lnTo>
                      <a:pt x="394634" y="0"/>
                    </a:lnTo>
                    <a:lnTo>
                      <a:pt x="391840" y="0"/>
                    </a:lnTo>
                    <a:lnTo>
                      <a:pt x="389821" y="807"/>
                    </a:lnTo>
                    <a:lnTo>
                      <a:pt x="388475" y="2288"/>
                    </a:lnTo>
                    <a:cubicBezTo>
                      <a:pt x="388475" y="2288"/>
                      <a:pt x="389148" y="3633"/>
                      <a:pt x="389215" y="3734"/>
                    </a:cubicBezTo>
                    <a:cubicBezTo>
                      <a:pt x="389283" y="3835"/>
                      <a:pt x="389788" y="6257"/>
                      <a:pt x="389788" y="6257"/>
                    </a:cubicBezTo>
                    <a:lnTo>
                      <a:pt x="389518" y="8982"/>
                    </a:lnTo>
                    <a:cubicBezTo>
                      <a:pt x="389518" y="8982"/>
                      <a:pt x="387264" y="9688"/>
                      <a:pt x="386927" y="9688"/>
                    </a:cubicBezTo>
                    <a:cubicBezTo>
                      <a:pt x="386590" y="9688"/>
                      <a:pt x="384302" y="11875"/>
                      <a:pt x="384302" y="11875"/>
                    </a:cubicBezTo>
                    <a:lnTo>
                      <a:pt x="383864" y="12951"/>
                    </a:lnTo>
                    <a:cubicBezTo>
                      <a:pt x="383864" y="12951"/>
                      <a:pt x="384672" y="14835"/>
                      <a:pt x="384807" y="15037"/>
                    </a:cubicBezTo>
                    <a:cubicBezTo>
                      <a:pt x="384941" y="15272"/>
                      <a:pt x="385682" y="17224"/>
                      <a:pt x="385682" y="17224"/>
                    </a:cubicBezTo>
                    <a:lnTo>
                      <a:pt x="385985" y="20857"/>
                    </a:lnTo>
                    <a:lnTo>
                      <a:pt x="386422" y="23615"/>
                    </a:lnTo>
                    <a:lnTo>
                      <a:pt x="389518" y="25566"/>
                    </a:lnTo>
                    <a:lnTo>
                      <a:pt x="387835" y="29334"/>
                    </a:lnTo>
                    <a:lnTo>
                      <a:pt x="383191" y="31083"/>
                    </a:lnTo>
                    <a:lnTo>
                      <a:pt x="383057" y="33976"/>
                    </a:lnTo>
                    <a:lnTo>
                      <a:pt x="383258" y="39123"/>
                    </a:lnTo>
                    <a:lnTo>
                      <a:pt x="383258" y="41747"/>
                    </a:lnTo>
                    <a:lnTo>
                      <a:pt x="383258" y="44337"/>
                    </a:lnTo>
                    <a:cubicBezTo>
                      <a:pt x="383258" y="44337"/>
                      <a:pt x="383258" y="47802"/>
                      <a:pt x="383258" y="48105"/>
                    </a:cubicBezTo>
                    <a:cubicBezTo>
                      <a:pt x="383258" y="48407"/>
                      <a:pt x="383528" y="51872"/>
                      <a:pt x="383595" y="52512"/>
                    </a:cubicBezTo>
                    <a:cubicBezTo>
                      <a:pt x="383662" y="53151"/>
                      <a:pt x="382182" y="55842"/>
                      <a:pt x="382182" y="55842"/>
                    </a:cubicBezTo>
                    <a:cubicBezTo>
                      <a:pt x="382182" y="55842"/>
                      <a:pt x="381104" y="57591"/>
                      <a:pt x="380869" y="57625"/>
                    </a:cubicBezTo>
                    <a:cubicBezTo>
                      <a:pt x="380667" y="57658"/>
                      <a:pt x="379422" y="59105"/>
                      <a:pt x="378917" y="59239"/>
                    </a:cubicBezTo>
                    <a:cubicBezTo>
                      <a:pt x="378412" y="59374"/>
                      <a:pt x="375787" y="60181"/>
                      <a:pt x="375787" y="60181"/>
                    </a:cubicBezTo>
                    <a:cubicBezTo>
                      <a:pt x="375787" y="60181"/>
                      <a:pt x="374710" y="58230"/>
                      <a:pt x="374475" y="58163"/>
                    </a:cubicBezTo>
                    <a:cubicBezTo>
                      <a:pt x="374273" y="58096"/>
                      <a:pt x="370133" y="57524"/>
                      <a:pt x="369898" y="57658"/>
                    </a:cubicBezTo>
                    <a:cubicBezTo>
                      <a:pt x="369662" y="57793"/>
                      <a:pt x="368148" y="57658"/>
                      <a:pt x="368148" y="57658"/>
                    </a:cubicBezTo>
                    <a:lnTo>
                      <a:pt x="362056" y="59038"/>
                    </a:lnTo>
                    <a:lnTo>
                      <a:pt x="357647" y="60854"/>
                    </a:lnTo>
                    <a:lnTo>
                      <a:pt x="351926" y="63478"/>
                    </a:lnTo>
                    <a:cubicBezTo>
                      <a:pt x="351926" y="63478"/>
                      <a:pt x="351926" y="64790"/>
                      <a:pt x="351926" y="65059"/>
                    </a:cubicBezTo>
                    <a:cubicBezTo>
                      <a:pt x="351926" y="65362"/>
                      <a:pt x="350008" y="67448"/>
                      <a:pt x="349570" y="68019"/>
                    </a:cubicBezTo>
                    <a:cubicBezTo>
                      <a:pt x="349133" y="68591"/>
                      <a:pt x="348224" y="71282"/>
                      <a:pt x="347282" y="71989"/>
                    </a:cubicBezTo>
                    <a:cubicBezTo>
                      <a:pt x="346339" y="72729"/>
                      <a:pt x="346710" y="73873"/>
                      <a:pt x="346777" y="74310"/>
                    </a:cubicBezTo>
                    <a:cubicBezTo>
                      <a:pt x="346844" y="74747"/>
                      <a:pt x="347417" y="75487"/>
                      <a:pt x="347652" y="75824"/>
                    </a:cubicBezTo>
                    <a:cubicBezTo>
                      <a:pt x="347854" y="76194"/>
                      <a:pt x="349099" y="77708"/>
                      <a:pt x="349099" y="77708"/>
                    </a:cubicBezTo>
                    <a:lnTo>
                      <a:pt x="349671" y="79087"/>
                    </a:lnTo>
                    <a:lnTo>
                      <a:pt x="352128" y="81610"/>
                    </a:lnTo>
                    <a:lnTo>
                      <a:pt x="353138" y="82754"/>
                    </a:lnTo>
                    <a:cubicBezTo>
                      <a:pt x="353138" y="82754"/>
                      <a:pt x="352633" y="85949"/>
                      <a:pt x="352263" y="86286"/>
                    </a:cubicBezTo>
                    <a:cubicBezTo>
                      <a:pt x="351893" y="86656"/>
                      <a:pt x="348998" y="86286"/>
                      <a:pt x="348998" y="86286"/>
                    </a:cubicBezTo>
                    <a:lnTo>
                      <a:pt x="346609" y="86588"/>
                    </a:lnTo>
                    <a:cubicBezTo>
                      <a:pt x="346609" y="86588"/>
                      <a:pt x="345532" y="87968"/>
                      <a:pt x="345296" y="88170"/>
                    </a:cubicBezTo>
                    <a:cubicBezTo>
                      <a:pt x="345094" y="88405"/>
                      <a:pt x="344354" y="90928"/>
                      <a:pt x="344354" y="90928"/>
                    </a:cubicBezTo>
                    <a:lnTo>
                      <a:pt x="342402" y="91735"/>
                    </a:lnTo>
                    <a:lnTo>
                      <a:pt x="340585" y="92105"/>
                    </a:lnTo>
                    <a:cubicBezTo>
                      <a:pt x="340585" y="92105"/>
                      <a:pt x="338700" y="92105"/>
                      <a:pt x="338128" y="92105"/>
                    </a:cubicBezTo>
                    <a:cubicBezTo>
                      <a:pt x="337556" y="92105"/>
                      <a:pt x="336815" y="91836"/>
                      <a:pt x="335806" y="91836"/>
                    </a:cubicBezTo>
                    <a:cubicBezTo>
                      <a:pt x="334796" y="91836"/>
                      <a:pt x="333719" y="91365"/>
                      <a:pt x="332979" y="91433"/>
                    </a:cubicBezTo>
                    <a:cubicBezTo>
                      <a:pt x="332238" y="91500"/>
                      <a:pt x="329411" y="91433"/>
                      <a:pt x="329209" y="91500"/>
                    </a:cubicBezTo>
                    <a:cubicBezTo>
                      <a:pt x="329007" y="91567"/>
                      <a:pt x="327762" y="92307"/>
                      <a:pt x="327560" y="92307"/>
                    </a:cubicBezTo>
                    <a:cubicBezTo>
                      <a:pt x="327325" y="92307"/>
                      <a:pt x="326382" y="93182"/>
                      <a:pt x="325911" y="93316"/>
                    </a:cubicBezTo>
                    <a:cubicBezTo>
                      <a:pt x="325440" y="93451"/>
                      <a:pt x="325104" y="94763"/>
                      <a:pt x="325104" y="94763"/>
                    </a:cubicBezTo>
                    <a:cubicBezTo>
                      <a:pt x="325104" y="94763"/>
                      <a:pt x="325608" y="96209"/>
                      <a:pt x="325810" y="96445"/>
                    </a:cubicBezTo>
                    <a:cubicBezTo>
                      <a:pt x="326012" y="96647"/>
                      <a:pt x="325810" y="99136"/>
                      <a:pt x="325810" y="99405"/>
                    </a:cubicBezTo>
                    <a:cubicBezTo>
                      <a:pt x="325810" y="99708"/>
                      <a:pt x="325003" y="100112"/>
                      <a:pt x="323791" y="100213"/>
                    </a:cubicBezTo>
                    <a:cubicBezTo>
                      <a:pt x="322546" y="100280"/>
                      <a:pt x="322209" y="100347"/>
                      <a:pt x="321906" y="100347"/>
                    </a:cubicBezTo>
                    <a:cubicBezTo>
                      <a:pt x="321603" y="100347"/>
                      <a:pt x="319584" y="99472"/>
                      <a:pt x="319012" y="99170"/>
                    </a:cubicBezTo>
                    <a:cubicBezTo>
                      <a:pt x="318440" y="98867"/>
                      <a:pt x="319382" y="97790"/>
                      <a:pt x="319517" y="97353"/>
                    </a:cubicBezTo>
                    <a:cubicBezTo>
                      <a:pt x="319652" y="96916"/>
                      <a:pt x="320022" y="96209"/>
                      <a:pt x="320022" y="96209"/>
                    </a:cubicBezTo>
                    <a:lnTo>
                      <a:pt x="317329" y="93249"/>
                    </a:lnTo>
                    <a:lnTo>
                      <a:pt x="315949" y="92105"/>
                    </a:lnTo>
                    <a:lnTo>
                      <a:pt x="313122" y="92038"/>
                    </a:lnTo>
                    <a:lnTo>
                      <a:pt x="310363" y="92475"/>
                    </a:lnTo>
                    <a:lnTo>
                      <a:pt x="306391" y="93552"/>
                    </a:lnTo>
                    <a:lnTo>
                      <a:pt x="305752" y="93047"/>
                    </a:lnTo>
                    <a:lnTo>
                      <a:pt x="302555" y="91870"/>
                    </a:lnTo>
                    <a:lnTo>
                      <a:pt x="300805" y="90995"/>
                    </a:lnTo>
                    <a:cubicBezTo>
                      <a:pt x="300805" y="90995"/>
                      <a:pt x="298415" y="89616"/>
                      <a:pt x="298213" y="89616"/>
                    </a:cubicBezTo>
                    <a:cubicBezTo>
                      <a:pt x="298011" y="89616"/>
                      <a:pt x="297339" y="89751"/>
                      <a:pt x="297035" y="89919"/>
                    </a:cubicBezTo>
                    <a:cubicBezTo>
                      <a:pt x="296733" y="90053"/>
                      <a:pt x="294848" y="90491"/>
                      <a:pt x="294276" y="90793"/>
                    </a:cubicBezTo>
                    <a:cubicBezTo>
                      <a:pt x="293704" y="91096"/>
                      <a:pt x="292391" y="90861"/>
                      <a:pt x="292391" y="90861"/>
                    </a:cubicBezTo>
                    <a:lnTo>
                      <a:pt x="288487" y="89212"/>
                    </a:lnTo>
                    <a:cubicBezTo>
                      <a:pt x="288487" y="89212"/>
                      <a:pt x="287343" y="88708"/>
                      <a:pt x="287175" y="88640"/>
                    </a:cubicBezTo>
                    <a:cubicBezTo>
                      <a:pt x="287040" y="88573"/>
                      <a:pt x="286670" y="88640"/>
                      <a:pt x="286670" y="88640"/>
                    </a:cubicBezTo>
                    <a:cubicBezTo>
                      <a:pt x="286670" y="88640"/>
                      <a:pt x="283641" y="88640"/>
                      <a:pt x="283406" y="88640"/>
                    </a:cubicBezTo>
                    <a:cubicBezTo>
                      <a:pt x="283170" y="88640"/>
                      <a:pt x="282026" y="88910"/>
                      <a:pt x="282026" y="88910"/>
                    </a:cubicBezTo>
                    <a:cubicBezTo>
                      <a:pt x="282026" y="88910"/>
                      <a:pt x="280713" y="90020"/>
                      <a:pt x="280511" y="90121"/>
                    </a:cubicBezTo>
                    <a:cubicBezTo>
                      <a:pt x="280309" y="90188"/>
                      <a:pt x="278862" y="91298"/>
                      <a:pt x="278862" y="91298"/>
                    </a:cubicBezTo>
                    <a:cubicBezTo>
                      <a:pt x="278862" y="91298"/>
                      <a:pt x="278862" y="92677"/>
                      <a:pt x="278862" y="92946"/>
                    </a:cubicBezTo>
                    <a:cubicBezTo>
                      <a:pt x="278862" y="93249"/>
                      <a:pt x="280141" y="94258"/>
                      <a:pt x="280141" y="94763"/>
                    </a:cubicBezTo>
                    <a:cubicBezTo>
                      <a:pt x="280141" y="95267"/>
                      <a:pt x="282295" y="95638"/>
                      <a:pt x="282497" y="95705"/>
                    </a:cubicBezTo>
                    <a:cubicBezTo>
                      <a:pt x="282698" y="95772"/>
                      <a:pt x="284449" y="95940"/>
                      <a:pt x="285055" y="95940"/>
                    </a:cubicBezTo>
                    <a:cubicBezTo>
                      <a:pt x="285626" y="95940"/>
                      <a:pt x="287377" y="95873"/>
                      <a:pt x="287377" y="95873"/>
                    </a:cubicBezTo>
                    <a:lnTo>
                      <a:pt x="289329" y="94797"/>
                    </a:lnTo>
                    <a:lnTo>
                      <a:pt x="289329" y="98261"/>
                    </a:lnTo>
                    <a:lnTo>
                      <a:pt x="289329" y="101524"/>
                    </a:lnTo>
                    <a:lnTo>
                      <a:pt x="286064" y="103778"/>
                    </a:lnTo>
                    <a:cubicBezTo>
                      <a:pt x="286064" y="103778"/>
                      <a:pt x="284112" y="107815"/>
                      <a:pt x="284112" y="108118"/>
                    </a:cubicBezTo>
                    <a:cubicBezTo>
                      <a:pt x="284112" y="108421"/>
                      <a:pt x="281790" y="109699"/>
                      <a:pt x="280478" y="109867"/>
                    </a:cubicBezTo>
                    <a:cubicBezTo>
                      <a:pt x="279165" y="110002"/>
                      <a:pt x="276338" y="108992"/>
                      <a:pt x="276338" y="108992"/>
                    </a:cubicBezTo>
                    <a:lnTo>
                      <a:pt x="272198" y="108051"/>
                    </a:lnTo>
                    <a:lnTo>
                      <a:pt x="267554" y="107613"/>
                    </a:lnTo>
                    <a:lnTo>
                      <a:pt x="262977" y="107546"/>
                    </a:lnTo>
                    <a:cubicBezTo>
                      <a:pt x="262977" y="107546"/>
                      <a:pt x="259073" y="106974"/>
                      <a:pt x="258770" y="107243"/>
                    </a:cubicBezTo>
                    <a:cubicBezTo>
                      <a:pt x="258501" y="107546"/>
                      <a:pt x="256078" y="107243"/>
                      <a:pt x="256078" y="107243"/>
                    </a:cubicBezTo>
                    <a:lnTo>
                      <a:pt x="251064" y="107546"/>
                    </a:lnTo>
                    <a:lnTo>
                      <a:pt x="249313" y="108421"/>
                    </a:lnTo>
                    <a:lnTo>
                      <a:pt x="247631" y="111011"/>
                    </a:lnTo>
                    <a:cubicBezTo>
                      <a:pt x="247631" y="111011"/>
                      <a:pt x="246251" y="113265"/>
                      <a:pt x="246116" y="113534"/>
                    </a:cubicBezTo>
                    <a:cubicBezTo>
                      <a:pt x="245982" y="113837"/>
                      <a:pt x="244501" y="116360"/>
                      <a:pt x="244501" y="116360"/>
                    </a:cubicBezTo>
                    <a:lnTo>
                      <a:pt x="243996" y="122583"/>
                    </a:lnTo>
                    <a:cubicBezTo>
                      <a:pt x="243996" y="122583"/>
                      <a:pt x="243996" y="124332"/>
                      <a:pt x="243996" y="124601"/>
                    </a:cubicBezTo>
                    <a:cubicBezTo>
                      <a:pt x="243996" y="124904"/>
                      <a:pt x="242246" y="127360"/>
                      <a:pt x="242044" y="127999"/>
                    </a:cubicBezTo>
                    <a:cubicBezTo>
                      <a:pt x="241809" y="128638"/>
                      <a:pt x="239890" y="130017"/>
                      <a:pt x="239520" y="130387"/>
                    </a:cubicBezTo>
                    <a:cubicBezTo>
                      <a:pt x="239150" y="130757"/>
                      <a:pt x="237938" y="130387"/>
                      <a:pt x="237938" y="130387"/>
                    </a:cubicBezTo>
                    <a:lnTo>
                      <a:pt x="234472" y="130387"/>
                    </a:lnTo>
                    <a:lnTo>
                      <a:pt x="232520" y="130993"/>
                    </a:lnTo>
                    <a:lnTo>
                      <a:pt x="231645" y="133415"/>
                    </a:lnTo>
                    <a:lnTo>
                      <a:pt x="232082" y="135938"/>
                    </a:lnTo>
                    <a:cubicBezTo>
                      <a:pt x="232082" y="135938"/>
                      <a:pt x="229626" y="139840"/>
                      <a:pt x="229322" y="140008"/>
                    </a:cubicBezTo>
                    <a:cubicBezTo>
                      <a:pt x="229020" y="140143"/>
                      <a:pt x="226563" y="140210"/>
                      <a:pt x="225755" y="140075"/>
                    </a:cubicBezTo>
                    <a:cubicBezTo>
                      <a:pt x="224948" y="139941"/>
                      <a:pt x="223736" y="138999"/>
                      <a:pt x="223736" y="138999"/>
                    </a:cubicBezTo>
                    <a:lnTo>
                      <a:pt x="223164" y="136476"/>
                    </a:lnTo>
                    <a:lnTo>
                      <a:pt x="223164" y="133953"/>
                    </a:lnTo>
                    <a:cubicBezTo>
                      <a:pt x="223164" y="133953"/>
                      <a:pt x="220942" y="131800"/>
                      <a:pt x="220673" y="131800"/>
                    </a:cubicBezTo>
                    <a:cubicBezTo>
                      <a:pt x="220371" y="131800"/>
                      <a:pt x="219125" y="132305"/>
                      <a:pt x="219125" y="132305"/>
                    </a:cubicBezTo>
                    <a:lnTo>
                      <a:pt x="216870" y="135198"/>
                    </a:lnTo>
                    <a:lnTo>
                      <a:pt x="213606" y="137586"/>
                    </a:lnTo>
                    <a:cubicBezTo>
                      <a:pt x="213606" y="137586"/>
                      <a:pt x="210779" y="137082"/>
                      <a:pt x="210543" y="137149"/>
                    </a:cubicBezTo>
                    <a:cubicBezTo>
                      <a:pt x="210341" y="137216"/>
                      <a:pt x="204822" y="137653"/>
                      <a:pt x="204822" y="137653"/>
                    </a:cubicBezTo>
                    <a:lnTo>
                      <a:pt x="200817" y="140109"/>
                    </a:lnTo>
                    <a:lnTo>
                      <a:pt x="199000" y="142935"/>
                    </a:lnTo>
                    <a:lnTo>
                      <a:pt x="195971" y="146265"/>
                    </a:lnTo>
                    <a:lnTo>
                      <a:pt x="193211" y="150975"/>
                    </a:lnTo>
                    <a:lnTo>
                      <a:pt x="191629" y="153363"/>
                    </a:lnTo>
                    <a:lnTo>
                      <a:pt x="189004" y="156122"/>
                    </a:lnTo>
                    <a:lnTo>
                      <a:pt x="184158" y="160898"/>
                    </a:lnTo>
                    <a:lnTo>
                      <a:pt x="180759" y="164868"/>
                    </a:lnTo>
                    <a:lnTo>
                      <a:pt x="178807" y="167559"/>
                    </a:lnTo>
                    <a:cubicBezTo>
                      <a:pt x="178807" y="167559"/>
                      <a:pt x="175542" y="167929"/>
                      <a:pt x="175240" y="167929"/>
                    </a:cubicBezTo>
                    <a:cubicBezTo>
                      <a:pt x="174970" y="167929"/>
                      <a:pt x="173557" y="167795"/>
                      <a:pt x="173557" y="167795"/>
                    </a:cubicBezTo>
                    <a:lnTo>
                      <a:pt x="171369" y="165911"/>
                    </a:lnTo>
                    <a:lnTo>
                      <a:pt x="169114" y="165171"/>
                    </a:lnTo>
                    <a:lnTo>
                      <a:pt x="168307" y="165238"/>
                    </a:lnTo>
                    <a:lnTo>
                      <a:pt x="166792" y="167189"/>
                    </a:lnTo>
                    <a:lnTo>
                      <a:pt x="164470" y="167626"/>
                    </a:lnTo>
                    <a:lnTo>
                      <a:pt x="163090" y="166886"/>
                    </a:lnTo>
                    <a:lnTo>
                      <a:pt x="161273" y="166886"/>
                    </a:lnTo>
                    <a:lnTo>
                      <a:pt x="159960" y="168299"/>
                    </a:lnTo>
                    <a:lnTo>
                      <a:pt x="158311" y="169880"/>
                    </a:lnTo>
                    <a:lnTo>
                      <a:pt x="155181" y="172134"/>
                    </a:lnTo>
                    <a:lnTo>
                      <a:pt x="150840" y="172874"/>
                    </a:lnTo>
                    <a:lnTo>
                      <a:pt x="148383" y="173244"/>
                    </a:lnTo>
                    <a:lnTo>
                      <a:pt x="146801" y="175935"/>
                    </a:lnTo>
                    <a:lnTo>
                      <a:pt x="145489" y="177685"/>
                    </a:lnTo>
                    <a:cubicBezTo>
                      <a:pt x="145489" y="177685"/>
                      <a:pt x="144681" y="179266"/>
                      <a:pt x="144614" y="179703"/>
                    </a:cubicBezTo>
                    <a:cubicBezTo>
                      <a:pt x="144547" y="180140"/>
                      <a:pt x="143806" y="180510"/>
                      <a:pt x="143672" y="180948"/>
                    </a:cubicBezTo>
                    <a:cubicBezTo>
                      <a:pt x="143537" y="181385"/>
                      <a:pt x="142157" y="182024"/>
                      <a:pt x="141854" y="182024"/>
                    </a:cubicBezTo>
                    <a:cubicBezTo>
                      <a:pt x="141551" y="182024"/>
                      <a:pt x="139667" y="182831"/>
                      <a:pt x="139330" y="182966"/>
                    </a:cubicBezTo>
                    <a:cubicBezTo>
                      <a:pt x="138960" y="183101"/>
                      <a:pt x="137446" y="182831"/>
                      <a:pt x="137446" y="182831"/>
                    </a:cubicBezTo>
                    <a:lnTo>
                      <a:pt x="135763" y="182764"/>
                    </a:lnTo>
                    <a:lnTo>
                      <a:pt x="132869" y="184211"/>
                    </a:lnTo>
                    <a:cubicBezTo>
                      <a:pt x="132869" y="184211"/>
                      <a:pt x="132296" y="184783"/>
                      <a:pt x="132061" y="185018"/>
                    </a:cubicBezTo>
                    <a:cubicBezTo>
                      <a:pt x="131859" y="185253"/>
                      <a:pt x="131051" y="186767"/>
                      <a:pt x="131085" y="187339"/>
                    </a:cubicBezTo>
                    <a:cubicBezTo>
                      <a:pt x="131119" y="187911"/>
                      <a:pt x="130378" y="189088"/>
                      <a:pt x="130378" y="189088"/>
                    </a:cubicBezTo>
                    <a:lnTo>
                      <a:pt x="131051" y="192217"/>
                    </a:lnTo>
                    <a:cubicBezTo>
                      <a:pt x="131051" y="192217"/>
                      <a:pt x="131119" y="195850"/>
                      <a:pt x="131051" y="196926"/>
                    </a:cubicBezTo>
                    <a:cubicBezTo>
                      <a:pt x="130984" y="198003"/>
                      <a:pt x="130479" y="200829"/>
                      <a:pt x="130378" y="201131"/>
                    </a:cubicBezTo>
                    <a:cubicBezTo>
                      <a:pt x="130311" y="201434"/>
                      <a:pt x="128493" y="203150"/>
                      <a:pt x="128224" y="203520"/>
                    </a:cubicBezTo>
                    <a:cubicBezTo>
                      <a:pt x="127921" y="203890"/>
                      <a:pt x="127080" y="203722"/>
                      <a:pt x="125969" y="203823"/>
                    </a:cubicBezTo>
                    <a:cubicBezTo>
                      <a:pt x="124892" y="203890"/>
                      <a:pt x="123815" y="203183"/>
                      <a:pt x="123815" y="203183"/>
                    </a:cubicBezTo>
                    <a:cubicBezTo>
                      <a:pt x="123815" y="203183"/>
                      <a:pt x="120753" y="201804"/>
                      <a:pt x="120484" y="201804"/>
                    </a:cubicBezTo>
                    <a:cubicBezTo>
                      <a:pt x="120181" y="201804"/>
                      <a:pt x="117287" y="203486"/>
                      <a:pt x="117287" y="203486"/>
                    </a:cubicBezTo>
                    <a:lnTo>
                      <a:pt x="115974" y="207321"/>
                    </a:lnTo>
                    <a:cubicBezTo>
                      <a:pt x="115974" y="207321"/>
                      <a:pt x="114224" y="208835"/>
                      <a:pt x="114022" y="208902"/>
                    </a:cubicBezTo>
                    <a:cubicBezTo>
                      <a:pt x="113820" y="208969"/>
                      <a:pt x="112878" y="210483"/>
                      <a:pt x="112642" y="210719"/>
                    </a:cubicBezTo>
                    <a:cubicBezTo>
                      <a:pt x="112406" y="210921"/>
                      <a:pt x="110623" y="212468"/>
                      <a:pt x="109950" y="212973"/>
                    </a:cubicBezTo>
                    <a:cubicBezTo>
                      <a:pt x="109310" y="213477"/>
                      <a:pt x="108502" y="214722"/>
                      <a:pt x="108334" y="214991"/>
                    </a:cubicBezTo>
                    <a:cubicBezTo>
                      <a:pt x="108166" y="215294"/>
                      <a:pt x="107998" y="216438"/>
                      <a:pt x="107863" y="216942"/>
                    </a:cubicBezTo>
                    <a:cubicBezTo>
                      <a:pt x="107728" y="217447"/>
                      <a:pt x="107728" y="219129"/>
                      <a:pt x="107661" y="220071"/>
                    </a:cubicBezTo>
                    <a:cubicBezTo>
                      <a:pt x="107594" y="221012"/>
                      <a:pt x="108099" y="222762"/>
                      <a:pt x="108233" y="223468"/>
                    </a:cubicBezTo>
                    <a:cubicBezTo>
                      <a:pt x="108368" y="224175"/>
                      <a:pt x="108368" y="225352"/>
                      <a:pt x="108233" y="225655"/>
                    </a:cubicBezTo>
                    <a:cubicBezTo>
                      <a:pt x="108099" y="225957"/>
                      <a:pt x="106652" y="227236"/>
                      <a:pt x="106147" y="227471"/>
                    </a:cubicBezTo>
                    <a:cubicBezTo>
                      <a:pt x="105642" y="227707"/>
                      <a:pt x="104901" y="228480"/>
                      <a:pt x="104699" y="228783"/>
                    </a:cubicBezTo>
                    <a:cubicBezTo>
                      <a:pt x="104464" y="229086"/>
                      <a:pt x="103555" y="230465"/>
                      <a:pt x="103555" y="230465"/>
                    </a:cubicBezTo>
                    <a:cubicBezTo>
                      <a:pt x="103555" y="230465"/>
                      <a:pt x="106147" y="233728"/>
                      <a:pt x="106147" y="234031"/>
                    </a:cubicBezTo>
                    <a:cubicBezTo>
                      <a:pt x="106147" y="234300"/>
                      <a:pt x="105844" y="236722"/>
                      <a:pt x="105844" y="237126"/>
                    </a:cubicBezTo>
                    <a:cubicBezTo>
                      <a:pt x="105844" y="237563"/>
                      <a:pt x="103825" y="239817"/>
                      <a:pt x="103522" y="240019"/>
                    </a:cubicBezTo>
                    <a:cubicBezTo>
                      <a:pt x="103219" y="240221"/>
                      <a:pt x="98810" y="239783"/>
                      <a:pt x="98608" y="239783"/>
                    </a:cubicBezTo>
                    <a:cubicBezTo>
                      <a:pt x="98373" y="239783"/>
                      <a:pt x="96151" y="237462"/>
                      <a:pt x="96151" y="237462"/>
                    </a:cubicBezTo>
                    <a:lnTo>
                      <a:pt x="96151" y="234065"/>
                    </a:lnTo>
                    <a:lnTo>
                      <a:pt x="94401" y="228783"/>
                    </a:lnTo>
                    <a:lnTo>
                      <a:pt x="94401" y="225318"/>
                    </a:lnTo>
                    <a:lnTo>
                      <a:pt x="94401" y="223872"/>
                    </a:lnTo>
                    <a:lnTo>
                      <a:pt x="94233" y="221046"/>
                    </a:lnTo>
                    <a:lnTo>
                      <a:pt x="93896" y="216774"/>
                    </a:lnTo>
                    <a:lnTo>
                      <a:pt x="89050" y="211492"/>
                    </a:lnTo>
                    <a:lnTo>
                      <a:pt x="83127" y="204596"/>
                    </a:lnTo>
                    <a:cubicBezTo>
                      <a:pt x="83127" y="204596"/>
                      <a:pt x="79997" y="201131"/>
                      <a:pt x="80233" y="200896"/>
                    </a:cubicBezTo>
                    <a:cubicBezTo>
                      <a:pt x="80435" y="200694"/>
                      <a:pt x="80233" y="199382"/>
                      <a:pt x="80233" y="199382"/>
                    </a:cubicBezTo>
                    <a:lnTo>
                      <a:pt x="77170" y="197936"/>
                    </a:lnTo>
                    <a:lnTo>
                      <a:pt x="75151" y="195110"/>
                    </a:lnTo>
                    <a:lnTo>
                      <a:pt x="74781" y="190400"/>
                    </a:lnTo>
                    <a:lnTo>
                      <a:pt x="75420" y="188449"/>
                    </a:lnTo>
                    <a:lnTo>
                      <a:pt x="76867" y="186565"/>
                    </a:lnTo>
                    <a:lnTo>
                      <a:pt x="77136" y="184110"/>
                    </a:lnTo>
                    <a:lnTo>
                      <a:pt x="75185" y="182663"/>
                    </a:lnTo>
                    <a:lnTo>
                      <a:pt x="70675" y="182226"/>
                    </a:lnTo>
                    <a:lnTo>
                      <a:pt x="66266" y="182798"/>
                    </a:lnTo>
                    <a:cubicBezTo>
                      <a:pt x="66266" y="182798"/>
                      <a:pt x="63877" y="182932"/>
                      <a:pt x="63574" y="182932"/>
                    </a:cubicBezTo>
                    <a:cubicBezTo>
                      <a:pt x="63271" y="182932"/>
                      <a:pt x="62934" y="183134"/>
                      <a:pt x="62934" y="183134"/>
                    </a:cubicBezTo>
                    <a:lnTo>
                      <a:pt x="61857" y="183269"/>
                    </a:lnTo>
                    <a:lnTo>
                      <a:pt x="60713" y="184648"/>
                    </a:lnTo>
                    <a:lnTo>
                      <a:pt x="59636" y="183572"/>
                    </a:lnTo>
                    <a:lnTo>
                      <a:pt x="59636" y="180880"/>
                    </a:lnTo>
                    <a:lnTo>
                      <a:pt x="58525" y="179501"/>
                    </a:lnTo>
                    <a:lnTo>
                      <a:pt x="55968" y="179636"/>
                    </a:lnTo>
                    <a:lnTo>
                      <a:pt x="53780" y="178458"/>
                    </a:lnTo>
                    <a:lnTo>
                      <a:pt x="54083" y="176945"/>
                    </a:lnTo>
                    <a:lnTo>
                      <a:pt x="54352" y="175935"/>
                    </a:lnTo>
                    <a:lnTo>
                      <a:pt x="53545" y="174052"/>
                    </a:lnTo>
                    <a:lnTo>
                      <a:pt x="51593" y="171461"/>
                    </a:lnTo>
                    <a:lnTo>
                      <a:pt x="49708" y="167122"/>
                    </a:lnTo>
                    <a:lnTo>
                      <a:pt x="48463" y="164935"/>
                    </a:lnTo>
                    <a:lnTo>
                      <a:pt x="46376" y="164061"/>
                    </a:lnTo>
                    <a:lnTo>
                      <a:pt x="45198" y="163758"/>
                    </a:lnTo>
                    <a:lnTo>
                      <a:pt x="44761" y="166146"/>
                    </a:lnTo>
                    <a:lnTo>
                      <a:pt x="42237" y="167895"/>
                    </a:lnTo>
                    <a:lnTo>
                      <a:pt x="42237" y="169275"/>
                    </a:lnTo>
                    <a:cubicBezTo>
                      <a:pt x="42237" y="169275"/>
                      <a:pt x="41362" y="170788"/>
                      <a:pt x="41093" y="170889"/>
                    </a:cubicBezTo>
                    <a:cubicBezTo>
                      <a:pt x="40823" y="170957"/>
                      <a:pt x="39645" y="172269"/>
                      <a:pt x="39645" y="172269"/>
                    </a:cubicBezTo>
                    <a:lnTo>
                      <a:pt x="37121" y="172269"/>
                    </a:lnTo>
                    <a:lnTo>
                      <a:pt x="35169" y="172908"/>
                    </a:lnTo>
                    <a:lnTo>
                      <a:pt x="34328" y="174152"/>
                    </a:lnTo>
                    <a:lnTo>
                      <a:pt x="34429" y="175734"/>
                    </a:lnTo>
                    <a:lnTo>
                      <a:pt x="32679" y="175734"/>
                    </a:lnTo>
                    <a:lnTo>
                      <a:pt x="30659" y="175734"/>
                    </a:lnTo>
                    <a:lnTo>
                      <a:pt x="29515" y="178593"/>
                    </a:lnTo>
                    <a:lnTo>
                      <a:pt x="28674" y="181250"/>
                    </a:lnTo>
                    <a:lnTo>
                      <a:pt x="27462" y="182663"/>
                    </a:lnTo>
                    <a:lnTo>
                      <a:pt x="25847" y="184076"/>
                    </a:lnTo>
                    <a:lnTo>
                      <a:pt x="25308" y="186027"/>
                    </a:lnTo>
                    <a:lnTo>
                      <a:pt x="24669" y="187877"/>
                    </a:lnTo>
                    <a:cubicBezTo>
                      <a:pt x="24669" y="187877"/>
                      <a:pt x="24904" y="189728"/>
                      <a:pt x="25645" y="190602"/>
                    </a:cubicBezTo>
                    <a:cubicBezTo>
                      <a:pt x="26419" y="191477"/>
                      <a:pt x="27496" y="191914"/>
                      <a:pt x="27496" y="191914"/>
                    </a:cubicBezTo>
                    <a:lnTo>
                      <a:pt x="29246" y="192553"/>
                    </a:lnTo>
                    <a:lnTo>
                      <a:pt x="32948" y="193529"/>
                    </a:lnTo>
                    <a:lnTo>
                      <a:pt x="32847" y="194706"/>
                    </a:lnTo>
                    <a:cubicBezTo>
                      <a:pt x="32847" y="194706"/>
                      <a:pt x="32645" y="195581"/>
                      <a:pt x="32645" y="196355"/>
                    </a:cubicBezTo>
                    <a:cubicBezTo>
                      <a:pt x="32645" y="197128"/>
                      <a:pt x="34496" y="198306"/>
                      <a:pt x="34496" y="198306"/>
                    </a:cubicBezTo>
                    <a:cubicBezTo>
                      <a:pt x="34496" y="198306"/>
                      <a:pt x="35472" y="198306"/>
                      <a:pt x="35910" y="198306"/>
                    </a:cubicBezTo>
                    <a:cubicBezTo>
                      <a:pt x="36347" y="198306"/>
                      <a:pt x="38501" y="199281"/>
                      <a:pt x="38501" y="199281"/>
                    </a:cubicBezTo>
                    <a:lnTo>
                      <a:pt x="40789" y="200492"/>
                    </a:lnTo>
                    <a:lnTo>
                      <a:pt x="39578" y="203318"/>
                    </a:lnTo>
                    <a:lnTo>
                      <a:pt x="37087" y="207994"/>
                    </a:lnTo>
                    <a:lnTo>
                      <a:pt x="35506" y="212603"/>
                    </a:lnTo>
                    <a:lnTo>
                      <a:pt x="33621" y="216572"/>
                    </a:lnTo>
                    <a:cubicBezTo>
                      <a:pt x="33621" y="216572"/>
                      <a:pt x="33621" y="219129"/>
                      <a:pt x="33621" y="219330"/>
                    </a:cubicBezTo>
                    <a:cubicBezTo>
                      <a:pt x="33621" y="219532"/>
                      <a:pt x="33688" y="223838"/>
                      <a:pt x="33688" y="224040"/>
                    </a:cubicBezTo>
                    <a:cubicBezTo>
                      <a:pt x="33688" y="224242"/>
                      <a:pt x="32679" y="226126"/>
                      <a:pt x="32679" y="226126"/>
                    </a:cubicBezTo>
                    <a:lnTo>
                      <a:pt x="31871" y="228716"/>
                    </a:lnTo>
                    <a:lnTo>
                      <a:pt x="31871" y="231272"/>
                    </a:lnTo>
                    <a:cubicBezTo>
                      <a:pt x="31871" y="231272"/>
                      <a:pt x="33621" y="233392"/>
                      <a:pt x="33722" y="233560"/>
                    </a:cubicBezTo>
                    <a:cubicBezTo>
                      <a:pt x="33823" y="233728"/>
                      <a:pt x="34362" y="237630"/>
                      <a:pt x="34362" y="237630"/>
                    </a:cubicBezTo>
                    <a:lnTo>
                      <a:pt x="34866" y="246208"/>
                    </a:lnTo>
                    <a:lnTo>
                      <a:pt x="36381" y="248126"/>
                    </a:lnTo>
                    <a:cubicBezTo>
                      <a:pt x="36381" y="248126"/>
                      <a:pt x="40083" y="251053"/>
                      <a:pt x="40789" y="251759"/>
                    </a:cubicBezTo>
                    <a:cubicBezTo>
                      <a:pt x="41496" y="252466"/>
                      <a:pt x="40419" y="254349"/>
                      <a:pt x="40419" y="254349"/>
                    </a:cubicBezTo>
                    <a:cubicBezTo>
                      <a:pt x="40419" y="254349"/>
                      <a:pt x="39275" y="256401"/>
                      <a:pt x="38838" y="256502"/>
                    </a:cubicBezTo>
                    <a:cubicBezTo>
                      <a:pt x="38400" y="256603"/>
                      <a:pt x="39174" y="260102"/>
                      <a:pt x="39174" y="260102"/>
                    </a:cubicBezTo>
                    <a:lnTo>
                      <a:pt x="44054" y="263466"/>
                    </a:lnTo>
                    <a:cubicBezTo>
                      <a:pt x="44054" y="263466"/>
                      <a:pt x="44054" y="267940"/>
                      <a:pt x="44054" y="268142"/>
                    </a:cubicBezTo>
                    <a:cubicBezTo>
                      <a:pt x="44054" y="268377"/>
                      <a:pt x="42977" y="271741"/>
                      <a:pt x="42977" y="271741"/>
                    </a:cubicBezTo>
                    <a:cubicBezTo>
                      <a:pt x="42977" y="271741"/>
                      <a:pt x="40756" y="275711"/>
                      <a:pt x="40655" y="275879"/>
                    </a:cubicBezTo>
                    <a:cubicBezTo>
                      <a:pt x="40554" y="276047"/>
                      <a:pt x="38871" y="279142"/>
                      <a:pt x="38871" y="279142"/>
                    </a:cubicBezTo>
                    <a:lnTo>
                      <a:pt x="38871" y="286105"/>
                    </a:lnTo>
                    <a:lnTo>
                      <a:pt x="38333" y="286475"/>
                    </a:lnTo>
                    <a:cubicBezTo>
                      <a:pt x="38568" y="287114"/>
                      <a:pt x="38131" y="288965"/>
                      <a:pt x="37996" y="289435"/>
                    </a:cubicBezTo>
                    <a:cubicBezTo>
                      <a:pt x="37861" y="290007"/>
                      <a:pt x="36112" y="291017"/>
                      <a:pt x="34664" y="291454"/>
                    </a:cubicBezTo>
                    <a:cubicBezTo>
                      <a:pt x="33217" y="291891"/>
                      <a:pt x="33083" y="291757"/>
                      <a:pt x="31905" y="292026"/>
                    </a:cubicBezTo>
                    <a:cubicBezTo>
                      <a:pt x="30727" y="292329"/>
                      <a:pt x="29448" y="293338"/>
                      <a:pt x="29010" y="294212"/>
                    </a:cubicBezTo>
                    <a:cubicBezTo>
                      <a:pt x="28573" y="295087"/>
                      <a:pt x="28438" y="298283"/>
                      <a:pt x="28438" y="298283"/>
                    </a:cubicBezTo>
                    <a:lnTo>
                      <a:pt x="28438" y="302050"/>
                    </a:lnTo>
                    <a:lnTo>
                      <a:pt x="26251" y="306121"/>
                    </a:lnTo>
                    <a:cubicBezTo>
                      <a:pt x="26251" y="306121"/>
                      <a:pt x="22179" y="310628"/>
                      <a:pt x="21606" y="310763"/>
                    </a:cubicBezTo>
                    <a:cubicBezTo>
                      <a:pt x="21034" y="310898"/>
                      <a:pt x="17534" y="312647"/>
                      <a:pt x="15818" y="312950"/>
                    </a:cubicBezTo>
                    <a:cubicBezTo>
                      <a:pt x="14068" y="313252"/>
                      <a:pt x="13361" y="314699"/>
                      <a:pt x="12924" y="314833"/>
                    </a:cubicBezTo>
                    <a:cubicBezTo>
                      <a:pt x="12486" y="314968"/>
                      <a:pt x="9592" y="317020"/>
                      <a:pt x="8851" y="317155"/>
                    </a:cubicBezTo>
                    <a:cubicBezTo>
                      <a:pt x="8145" y="317289"/>
                      <a:pt x="7404" y="319913"/>
                      <a:pt x="7404" y="320350"/>
                    </a:cubicBezTo>
                    <a:cubicBezTo>
                      <a:pt x="7404" y="320788"/>
                      <a:pt x="9154" y="321797"/>
                      <a:pt x="9154" y="321797"/>
                    </a:cubicBezTo>
                    <a:lnTo>
                      <a:pt x="13193" y="323815"/>
                    </a:lnTo>
                    <a:lnTo>
                      <a:pt x="12486" y="326136"/>
                    </a:lnTo>
                    <a:cubicBezTo>
                      <a:pt x="12486" y="326136"/>
                      <a:pt x="11174" y="328592"/>
                      <a:pt x="10736" y="328592"/>
                    </a:cubicBezTo>
                    <a:cubicBezTo>
                      <a:pt x="10298" y="328592"/>
                      <a:pt x="8548" y="330610"/>
                      <a:pt x="8548" y="330610"/>
                    </a:cubicBezTo>
                    <a:cubicBezTo>
                      <a:pt x="8548" y="330610"/>
                      <a:pt x="1750" y="337574"/>
                      <a:pt x="1313" y="337977"/>
                    </a:cubicBezTo>
                    <a:cubicBezTo>
                      <a:pt x="875" y="338415"/>
                      <a:pt x="0" y="343192"/>
                      <a:pt x="0" y="343192"/>
                    </a:cubicBezTo>
                    <a:lnTo>
                      <a:pt x="3332" y="346825"/>
                    </a:lnTo>
                    <a:cubicBezTo>
                      <a:pt x="3332" y="346825"/>
                      <a:pt x="8111" y="351164"/>
                      <a:pt x="8279" y="351602"/>
                    </a:cubicBezTo>
                    <a:cubicBezTo>
                      <a:pt x="8414" y="352039"/>
                      <a:pt x="13630" y="354797"/>
                      <a:pt x="15078" y="355638"/>
                    </a:cubicBezTo>
                    <a:cubicBezTo>
                      <a:pt x="16525" y="356479"/>
                      <a:pt x="19554" y="359271"/>
                      <a:pt x="19554" y="359271"/>
                    </a:cubicBezTo>
                    <a:lnTo>
                      <a:pt x="23020" y="360718"/>
                    </a:lnTo>
                    <a:lnTo>
                      <a:pt x="27496" y="359978"/>
                    </a:lnTo>
                    <a:lnTo>
                      <a:pt x="32140" y="359978"/>
                    </a:lnTo>
                    <a:lnTo>
                      <a:pt x="32578" y="364822"/>
                    </a:lnTo>
                    <a:cubicBezTo>
                      <a:pt x="32578" y="364822"/>
                      <a:pt x="35472" y="368960"/>
                      <a:pt x="35910" y="369801"/>
                    </a:cubicBezTo>
                    <a:cubicBezTo>
                      <a:pt x="36347" y="370675"/>
                      <a:pt x="37794" y="374275"/>
                      <a:pt x="37794" y="374275"/>
                    </a:cubicBezTo>
                    <a:cubicBezTo>
                      <a:pt x="37794" y="374275"/>
                      <a:pt x="39544" y="374847"/>
                      <a:pt x="40419" y="374847"/>
                    </a:cubicBezTo>
                    <a:cubicBezTo>
                      <a:pt x="41294" y="374847"/>
                      <a:pt x="46645" y="375553"/>
                      <a:pt x="46645" y="375553"/>
                    </a:cubicBezTo>
                    <a:lnTo>
                      <a:pt x="49708" y="375553"/>
                    </a:lnTo>
                    <a:lnTo>
                      <a:pt x="51020" y="374746"/>
                    </a:lnTo>
                    <a:cubicBezTo>
                      <a:pt x="51020" y="374746"/>
                      <a:pt x="54352" y="373501"/>
                      <a:pt x="55530" y="373366"/>
                    </a:cubicBezTo>
                    <a:cubicBezTo>
                      <a:pt x="56675" y="373232"/>
                      <a:pt x="60006" y="373366"/>
                      <a:pt x="60006" y="373366"/>
                    </a:cubicBezTo>
                    <a:cubicBezTo>
                      <a:pt x="60006" y="373366"/>
                      <a:pt x="63472" y="375553"/>
                      <a:pt x="64078" y="375688"/>
                    </a:cubicBezTo>
                    <a:cubicBezTo>
                      <a:pt x="64651" y="375822"/>
                      <a:pt x="68420" y="379892"/>
                      <a:pt x="68858" y="380195"/>
                    </a:cubicBezTo>
                    <a:cubicBezTo>
                      <a:pt x="69295" y="380498"/>
                      <a:pt x="71617" y="384400"/>
                      <a:pt x="71617" y="384400"/>
                    </a:cubicBezTo>
                    <a:lnTo>
                      <a:pt x="71920" y="388605"/>
                    </a:lnTo>
                    <a:cubicBezTo>
                      <a:pt x="71920" y="388605"/>
                      <a:pt x="71920" y="392507"/>
                      <a:pt x="71920" y="394559"/>
                    </a:cubicBezTo>
                    <a:cubicBezTo>
                      <a:pt x="71920" y="396578"/>
                      <a:pt x="71987" y="397890"/>
                      <a:pt x="72122" y="398462"/>
                    </a:cubicBezTo>
                    <a:cubicBezTo>
                      <a:pt x="72257" y="399033"/>
                      <a:pt x="73502" y="402364"/>
                      <a:pt x="73502" y="402364"/>
                    </a:cubicBezTo>
                    <a:cubicBezTo>
                      <a:pt x="73502" y="402364"/>
                      <a:pt x="79593" y="405694"/>
                      <a:pt x="80333" y="406131"/>
                    </a:cubicBezTo>
                    <a:cubicBezTo>
                      <a:pt x="81040" y="406569"/>
                      <a:pt x="84978" y="409462"/>
                      <a:pt x="84978" y="409462"/>
                    </a:cubicBezTo>
                    <a:lnTo>
                      <a:pt x="91945" y="412086"/>
                    </a:lnTo>
                    <a:lnTo>
                      <a:pt x="92079" y="412086"/>
                    </a:lnTo>
                    <a:lnTo>
                      <a:pt x="91945" y="417804"/>
                    </a:lnTo>
                    <a:lnTo>
                      <a:pt x="93695" y="421942"/>
                    </a:lnTo>
                    <a:lnTo>
                      <a:pt x="97026" y="425272"/>
                    </a:lnTo>
                    <a:lnTo>
                      <a:pt x="99786" y="428603"/>
                    </a:lnTo>
                    <a:lnTo>
                      <a:pt x="99786" y="431361"/>
                    </a:lnTo>
                    <a:lnTo>
                      <a:pt x="102142" y="429040"/>
                    </a:lnTo>
                    <a:lnTo>
                      <a:pt x="104363" y="428367"/>
                    </a:lnTo>
                    <a:lnTo>
                      <a:pt x="107695" y="424700"/>
                    </a:lnTo>
                    <a:lnTo>
                      <a:pt x="111363" y="423187"/>
                    </a:lnTo>
                    <a:lnTo>
                      <a:pt x="114897" y="420529"/>
                    </a:lnTo>
                    <a:cubicBezTo>
                      <a:pt x="114897" y="420529"/>
                      <a:pt x="118498" y="416997"/>
                      <a:pt x="118801" y="416896"/>
                    </a:cubicBezTo>
                    <a:cubicBezTo>
                      <a:pt x="119137" y="416795"/>
                      <a:pt x="121190" y="414609"/>
                      <a:pt x="122234" y="413969"/>
                    </a:cubicBezTo>
                    <a:cubicBezTo>
                      <a:pt x="123277" y="413330"/>
                      <a:pt x="124455" y="412355"/>
                      <a:pt x="125094" y="412187"/>
                    </a:cubicBezTo>
                    <a:cubicBezTo>
                      <a:pt x="125733" y="412018"/>
                      <a:pt x="127181" y="411951"/>
                      <a:pt x="128359" y="411917"/>
                    </a:cubicBezTo>
                    <a:cubicBezTo>
                      <a:pt x="129536" y="411850"/>
                      <a:pt x="131960" y="411985"/>
                      <a:pt x="131960" y="411985"/>
                    </a:cubicBezTo>
                    <a:lnTo>
                      <a:pt x="134787" y="409697"/>
                    </a:lnTo>
                    <a:lnTo>
                      <a:pt x="136638" y="408116"/>
                    </a:lnTo>
                    <a:lnTo>
                      <a:pt x="140945" y="405728"/>
                    </a:lnTo>
                    <a:lnTo>
                      <a:pt x="144109" y="403541"/>
                    </a:lnTo>
                    <a:lnTo>
                      <a:pt x="147205" y="402296"/>
                    </a:lnTo>
                    <a:lnTo>
                      <a:pt x="150974" y="399033"/>
                    </a:lnTo>
                    <a:cubicBezTo>
                      <a:pt x="150974" y="399033"/>
                      <a:pt x="151849" y="394156"/>
                      <a:pt x="151849" y="393954"/>
                    </a:cubicBezTo>
                    <a:cubicBezTo>
                      <a:pt x="151849" y="393752"/>
                      <a:pt x="158513" y="388370"/>
                      <a:pt x="158513" y="388000"/>
                    </a:cubicBezTo>
                    <a:cubicBezTo>
                      <a:pt x="158513" y="387630"/>
                      <a:pt x="158648" y="384737"/>
                      <a:pt x="158513" y="384535"/>
                    </a:cubicBezTo>
                    <a:cubicBezTo>
                      <a:pt x="158379" y="384333"/>
                      <a:pt x="158210" y="383223"/>
                      <a:pt x="158210" y="383223"/>
                    </a:cubicBezTo>
                    <a:lnTo>
                      <a:pt x="157403" y="379691"/>
                    </a:lnTo>
                    <a:cubicBezTo>
                      <a:pt x="157403" y="379691"/>
                      <a:pt x="157537" y="377168"/>
                      <a:pt x="157705" y="376865"/>
                    </a:cubicBezTo>
                    <a:cubicBezTo>
                      <a:pt x="157840" y="376562"/>
                      <a:pt x="159590" y="373602"/>
                      <a:pt x="159590" y="373602"/>
                    </a:cubicBezTo>
                    <a:lnTo>
                      <a:pt x="161172" y="370843"/>
                    </a:lnTo>
                    <a:cubicBezTo>
                      <a:pt x="161172" y="370843"/>
                      <a:pt x="163191" y="369397"/>
                      <a:pt x="163932" y="369094"/>
                    </a:cubicBezTo>
                    <a:cubicBezTo>
                      <a:pt x="164638" y="368791"/>
                      <a:pt x="166254" y="370911"/>
                      <a:pt x="166456" y="370978"/>
                    </a:cubicBezTo>
                    <a:cubicBezTo>
                      <a:pt x="166658" y="371045"/>
                      <a:pt x="167398" y="375250"/>
                      <a:pt x="167398" y="375250"/>
                    </a:cubicBezTo>
                    <a:lnTo>
                      <a:pt x="170965" y="375452"/>
                    </a:lnTo>
                    <a:lnTo>
                      <a:pt x="171167" y="371920"/>
                    </a:lnTo>
                    <a:lnTo>
                      <a:pt x="171100" y="368455"/>
                    </a:lnTo>
                    <a:lnTo>
                      <a:pt x="171235" y="365932"/>
                    </a:lnTo>
                    <a:lnTo>
                      <a:pt x="170427" y="362904"/>
                    </a:lnTo>
                    <a:lnTo>
                      <a:pt x="171672" y="358834"/>
                    </a:lnTo>
                    <a:lnTo>
                      <a:pt x="173994" y="356008"/>
                    </a:lnTo>
                    <a:lnTo>
                      <a:pt x="177057" y="353485"/>
                    </a:lnTo>
                    <a:lnTo>
                      <a:pt x="180322" y="350290"/>
                    </a:lnTo>
                    <a:lnTo>
                      <a:pt x="185168" y="346455"/>
                    </a:lnTo>
                    <a:lnTo>
                      <a:pt x="188062" y="344705"/>
                    </a:lnTo>
                    <a:lnTo>
                      <a:pt x="189206" y="342081"/>
                    </a:lnTo>
                    <a:lnTo>
                      <a:pt x="190889" y="340063"/>
                    </a:lnTo>
                    <a:cubicBezTo>
                      <a:pt x="190889" y="340063"/>
                      <a:pt x="190956" y="337305"/>
                      <a:pt x="190620" y="337305"/>
                    </a:cubicBezTo>
                    <a:cubicBezTo>
                      <a:pt x="190283" y="337305"/>
                      <a:pt x="189374" y="336666"/>
                      <a:pt x="189105" y="336666"/>
                    </a:cubicBezTo>
                    <a:cubicBezTo>
                      <a:pt x="188803" y="336666"/>
                      <a:pt x="187153" y="334479"/>
                      <a:pt x="187153" y="334479"/>
                    </a:cubicBezTo>
                    <a:cubicBezTo>
                      <a:pt x="187153" y="334479"/>
                      <a:pt x="185403" y="331889"/>
                      <a:pt x="185403" y="331283"/>
                    </a:cubicBezTo>
                    <a:cubicBezTo>
                      <a:pt x="185403" y="330678"/>
                      <a:pt x="186649" y="329837"/>
                      <a:pt x="186649" y="329837"/>
                    </a:cubicBezTo>
                    <a:cubicBezTo>
                      <a:pt x="186649" y="329837"/>
                      <a:pt x="189475" y="327886"/>
                      <a:pt x="189913" y="327751"/>
                    </a:cubicBezTo>
                    <a:cubicBezTo>
                      <a:pt x="190351" y="327616"/>
                      <a:pt x="192606" y="325295"/>
                      <a:pt x="192740" y="324993"/>
                    </a:cubicBezTo>
                    <a:cubicBezTo>
                      <a:pt x="192875" y="324690"/>
                      <a:pt x="195264" y="322739"/>
                      <a:pt x="195264" y="322739"/>
                    </a:cubicBezTo>
                    <a:cubicBezTo>
                      <a:pt x="195264" y="322739"/>
                      <a:pt x="197317" y="320048"/>
                      <a:pt x="197519" y="319711"/>
                    </a:cubicBezTo>
                    <a:cubicBezTo>
                      <a:pt x="197721" y="319341"/>
                      <a:pt x="198663" y="318130"/>
                      <a:pt x="199168" y="317895"/>
                    </a:cubicBezTo>
                    <a:cubicBezTo>
                      <a:pt x="199673" y="317659"/>
                      <a:pt x="201052" y="316314"/>
                      <a:pt x="201052" y="316314"/>
                    </a:cubicBezTo>
                    <a:cubicBezTo>
                      <a:pt x="201052" y="316314"/>
                      <a:pt x="203947" y="315809"/>
                      <a:pt x="204889" y="315944"/>
                    </a:cubicBezTo>
                    <a:cubicBezTo>
                      <a:pt x="205832" y="316078"/>
                      <a:pt x="208087" y="316751"/>
                      <a:pt x="208356" y="316751"/>
                    </a:cubicBezTo>
                    <a:cubicBezTo>
                      <a:pt x="208625" y="316751"/>
                      <a:pt x="216702" y="315876"/>
                      <a:pt x="216702" y="315876"/>
                    </a:cubicBezTo>
                    <a:cubicBezTo>
                      <a:pt x="216702" y="315876"/>
                      <a:pt x="220841" y="315944"/>
                      <a:pt x="221111" y="315944"/>
                    </a:cubicBezTo>
                    <a:cubicBezTo>
                      <a:pt x="221414" y="315944"/>
                      <a:pt x="225755" y="315574"/>
                      <a:pt x="226193" y="315574"/>
                    </a:cubicBezTo>
                    <a:cubicBezTo>
                      <a:pt x="226630" y="315574"/>
                      <a:pt x="232654" y="314497"/>
                      <a:pt x="232654" y="314497"/>
                    </a:cubicBezTo>
                    <a:cubicBezTo>
                      <a:pt x="232654" y="314497"/>
                      <a:pt x="241068" y="314699"/>
                      <a:pt x="241337" y="314699"/>
                    </a:cubicBezTo>
                    <a:cubicBezTo>
                      <a:pt x="241640" y="314699"/>
                      <a:pt x="245780" y="313757"/>
                      <a:pt x="245780" y="313757"/>
                    </a:cubicBezTo>
                    <a:lnTo>
                      <a:pt x="248539" y="313051"/>
                    </a:lnTo>
                    <a:lnTo>
                      <a:pt x="249852" y="313051"/>
                    </a:lnTo>
                    <a:lnTo>
                      <a:pt x="252376" y="312680"/>
                    </a:lnTo>
                    <a:cubicBezTo>
                      <a:pt x="252376" y="312680"/>
                      <a:pt x="254563" y="311806"/>
                      <a:pt x="254765" y="311671"/>
                    </a:cubicBezTo>
                    <a:cubicBezTo>
                      <a:pt x="254967" y="311537"/>
                      <a:pt x="255708" y="310359"/>
                      <a:pt x="255708" y="310359"/>
                    </a:cubicBezTo>
                    <a:lnTo>
                      <a:pt x="256011" y="309350"/>
                    </a:lnTo>
                    <a:lnTo>
                      <a:pt x="256212" y="307399"/>
                    </a:lnTo>
                    <a:lnTo>
                      <a:pt x="256011" y="304641"/>
                    </a:lnTo>
                    <a:lnTo>
                      <a:pt x="256313" y="301378"/>
                    </a:lnTo>
                    <a:lnTo>
                      <a:pt x="256179" y="298922"/>
                    </a:lnTo>
                    <a:lnTo>
                      <a:pt x="255977" y="297240"/>
                    </a:lnTo>
                    <a:lnTo>
                      <a:pt x="256549" y="296231"/>
                    </a:lnTo>
                    <a:lnTo>
                      <a:pt x="257559" y="295726"/>
                    </a:lnTo>
                    <a:lnTo>
                      <a:pt x="260756" y="295659"/>
                    </a:lnTo>
                    <a:lnTo>
                      <a:pt x="261900" y="295659"/>
                    </a:lnTo>
                    <a:lnTo>
                      <a:pt x="263852" y="296264"/>
                    </a:lnTo>
                    <a:cubicBezTo>
                      <a:pt x="263852" y="296264"/>
                      <a:pt x="266040" y="298249"/>
                      <a:pt x="266376" y="298619"/>
                    </a:cubicBezTo>
                    <a:cubicBezTo>
                      <a:pt x="266746" y="298989"/>
                      <a:pt x="267116" y="300436"/>
                      <a:pt x="266948" y="300873"/>
                    </a:cubicBezTo>
                    <a:cubicBezTo>
                      <a:pt x="266814" y="301310"/>
                      <a:pt x="266679" y="303497"/>
                      <a:pt x="266679" y="303833"/>
                    </a:cubicBezTo>
                    <a:cubicBezTo>
                      <a:pt x="266679" y="304203"/>
                      <a:pt x="268261" y="307096"/>
                      <a:pt x="268496" y="307164"/>
                    </a:cubicBezTo>
                    <a:cubicBezTo>
                      <a:pt x="268698" y="307231"/>
                      <a:pt x="271189" y="309047"/>
                      <a:pt x="271189" y="309047"/>
                    </a:cubicBezTo>
                    <a:lnTo>
                      <a:pt x="271626" y="312512"/>
                    </a:lnTo>
                    <a:lnTo>
                      <a:pt x="272434" y="316415"/>
                    </a:lnTo>
                    <a:cubicBezTo>
                      <a:pt x="272434" y="316415"/>
                      <a:pt x="273309" y="319947"/>
                      <a:pt x="273309" y="320249"/>
                    </a:cubicBezTo>
                    <a:cubicBezTo>
                      <a:pt x="273309" y="320552"/>
                      <a:pt x="275766" y="322638"/>
                      <a:pt x="276069" y="322840"/>
                    </a:cubicBezTo>
                    <a:cubicBezTo>
                      <a:pt x="276371" y="323075"/>
                      <a:pt x="279030" y="325295"/>
                      <a:pt x="279199" y="325598"/>
                    </a:cubicBezTo>
                    <a:cubicBezTo>
                      <a:pt x="279333" y="325901"/>
                      <a:pt x="281857" y="328558"/>
                      <a:pt x="281857" y="328558"/>
                    </a:cubicBezTo>
                    <a:lnTo>
                      <a:pt x="286064" y="331586"/>
                    </a:lnTo>
                    <a:lnTo>
                      <a:pt x="288151" y="333604"/>
                    </a:lnTo>
                    <a:cubicBezTo>
                      <a:pt x="288151" y="333604"/>
                      <a:pt x="292425" y="336060"/>
                      <a:pt x="292661" y="336295"/>
                    </a:cubicBezTo>
                    <a:cubicBezTo>
                      <a:pt x="292862" y="336497"/>
                      <a:pt x="297944" y="339424"/>
                      <a:pt x="297944" y="339424"/>
                    </a:cubicBezTo>
                    <a:cubicBezTo>
                      <a:pt x="297944" y="339424"/>
                      <a:pt x="298887" y="345008"/>
                      <a:pt x="299088" y="345143"/>
                    </a:cubicBezTo>
                    <a:cubicBezTo>
                      <a:pt x="299290" y="345277"/>
                      <a:pt x="300670" y="346387"/>
                      <a:pt x="300670" y="346387"/>
                    </a:cubicBezTo>
                    <a:lnTo>
                      <a:pt x="302858" y="348271"/>
                    </a:lnTo>
                    <a:cubicBezTo>
                      <a:pt x="302858" y="348271"/>
                      <a:pt x="302925" y="349886"/>
                      <a:pt x="302925" y="350155"/>
                    </a:cubicBezTo>
                    <a:cubicBezTo>
                      <a:pt x="302925" y="350458"/>
                      <a:pt x="302992" y="352543"/>
                      <a:pt x="302992" y="352543"/>
                    </a:cubicBezTo>
                    <a:lnTo>
                      <a:pt x="302185" y="355941"/>
                    </a:lnTo>
                    <a:lnTo>
                      <a:pt x="300939" y="357623"/>
                    </a:lnTo>
                    <a:lnTo>
                      <a:pt x="299863" y="359507"/>
                    </a:lnTo>
                    <a:lnTo>
                      <a:pt x="297978" y="362635"/>
                    </a:lnTo>
                    <a:lnTo>
                      <a:pt x="296530" y="364956"/>
                    </a:lnTo>
                    <a:lnTo>
                      <a:pt x="295084" y="366538"/>
                    </a:lnTo>
                    <a:lnTo>
                      <a:pt x="293838" y="368220"/>
                    </a:lnTo>
                    <a:cubicBezTo>
                      <a:pt x="293838" y="368220"/>
                      <a:pt x="293704" y="371045"/>
                      <a:pt x="293704" y="371348"/>
                    </a:cubicBezTo>
                    <a:cubicBezTo>
                      <a:pt x="293704" y="371651"/>
                      <a:pt x="294209" y="373736"/>
                      <a:pt x="294209" y="373736"/>
                    </a:cubicBezTo>
                    <a:lnTo>
                      <a:pt x="295016" y="377269"/>
                    </a:lnTo>
                    <a:lnTo>
                      <a:pt x="293435" y="380834"/>
                    </a:lnTo>
                    <a:cubicBezTo>
                      <a:pt x="293435" y="380834"/>
                      <a:pt x="293064" y="383727"/>
                      <a:pt x="292997" y="383929"/>
                    </a:cubicBezTo>
                    <a:cubicBezTo>
                      <a:pt x="292930" y="384165"/>
                      <a:pt x="291853" y="386183"/>
                      <a:pt x="291853" y="386183"/>
                    </a:cubicBezTo>
                    <a:lnTo>
                      <a:pt x="290540" y="389076"/>
                    </a:lnTo>
                    <a:cubicBezTo>
                      <a:pt x="290540" y="389076"/>
                      <a:pt x="289530" y="389883"/>
                      <a:pt x="288790" y="390153"/>
                    </a:cubicBezTo>
                    <a:cubicBezTo>
                      <a:pt x="288084" y="390455"/>
                      <a:pt x="287275" y="391666"/>
                      <a:pt x="287275" y="391666"/>
                    </a:cubicBezTo>
                    <a:lnTo>
                      <a:pt x="285256" y="393752"/>
                    </a:lnTo>
                    <a:cubicBezTo>
                      <a:pt x="285256" y="393752"/>
                      <a:pt x="284112" y="394997"/>
                      <a:pt x="283877" y="395198"/>
                    </a:cubicBezTo>
                    <a:cubicBezTo>
                      <a:pt x="283641" y="395434"/>
                      <a:pt x="281285" y="396006"/>
                      <a:pt x="281285" y="396006"/>
                    </a:cubicBezTo>
                    <a:lnTo>
                      <a:pt x="279333" y="397452"/>
                    </a:lnTo>
                    <a:lnTo>
                      <a:pt x="278694" y="399403"/>
                    </a:lnTo>
                    <a:cubicBezTo>
                      <a:pt x="278694" y="399403"/>
                      <a:pt x="277449" y="402969"/>
                      <a:pt x="277381" y="403238"/>
                    </a:cubicBezTo>
                    <a:cubicBezTo>
                      <a:pt x="277314" y="403541"/>
                      <a:pt x="276136" y="405997"/>
                      <a:pt x="276136" y="405997"/>
                    </a:cubicBezTo>
                    <a:lnTo>
                      <a:pt x="274554" y="408183"/>
                    </a:lnTo>
                    <a:lnTo>
                      <a:pt x="273040" y="410269"/>
                    </a:lnTo>
                    <a:lnTo>
                      <a:pt x="271223" y="413162"/>
                    </a:lnTo>
                    <a:lnTo>
                      <a:pt x="269910" y="417300"/>
                    </a:lnTo>
                    <a:lnTo>
                      <a:pt x="267655" y="419755"/>
                    </a:lnTo>
                    <a:lnTo>
                      <a:pt x="267083" y="420832"/>
                    </a:lnTo>
                    <a:cubicBezTo>
                      <a:pt x="267083" y="420832"/>
                      <a:pt x="265131" y="423792"/>
                      <a:pt x="264828" y="423960"/>
                    </a:cubicBezTo>
                    <a:cubicBezTo>
                      <a:pt x="264525" y="424095"/>
                      <a:pt x="263751" y="425340"/>
                      <a:pt x="263246" y="425777"/>
                    </a:cubicBezTo>
                    <a:cubicBezTo>
                      <a:pt x="262742" y="426214"/>
                      <a:pt x="260722" y="427526"/>
                      <a:pt x="260150" y="427795"/>
                    </a:cubicBezTo>
                    <a:cubicBezTo>
                      <a:pt x="259578" y="428098"/>
                      <a:pt x="257962" y="428939"/>
                      <a:pt x="257693" y="428939"/>
                    </a:cubicBezTo>
                    <a:cubicBezTo>
                      <a:pt x="257424" y="428939"/>
                      <a:pt x="254933" y="429444"/>
                      <a:pt x="254496" y="429578"/>
                    </a:cubicBezTo>
                    <a:cubicBezTo>
                      <a:pt x="254058" y="429713"/>
                      <a:pt x="253284" y="429780"/>
                      <a:pt x="253049" y="429881"/>
                    </a:cubicBezTo>
                    <a:cubicBezTo>
                      <a:pt x="252847" y="429948"/>
                      <a:pt x="251097" y="430587"/>
                      <a:pt x="251097" y="430587"/>
                    </a:cubicBezTo>
                    <a:cubicBezTo>
                      <a:pt x="251097" y="430587"/>
                      <a:pt x="249212" y="431731"/>
                      <a:pt x="248405" y="431832"/>
                    </a:cubicBezTo>
                    <a:cubicBezTo>
                      <a:pt x="247597" y="431899"/>
                      <a:pt x="246385" y="432774"/>
                      <a:pt x="246385" y="432774"/>
                    </a:cubicBezTo>
                    <a:cubicBezTo>
                      <a:pt x="246385" y="432774"/>
                      <a:pt x="245073" y="433850"/>
                      <a:pt x="244501" y="434355"/>
                    </a:cubicBezTo>
                    <a:cubicBezTo>
                      <a:pt x="243929" y="434860"/>
                      <a:pt x="242044" y="435802"/>
                      <a:pt x="241674" y="436239"/>
                    </a:cubicBezTo>
                    <a:cubicBezTo>
                      <a:pt x="241304" y="436676"/>
                      <a:pt x="239587" y="438123"/>
                      <a:pt x="239587" y="438123"/>
                    </a:cubicBezTo>
                    <a:lnTo>
                      <a:pt x="238780" y="440309"/>
                    </a:lnTo>
                    <a:lnTo>
                      <a:pt x="240092" y="445153"/>
                    </a:lnTo>
                    <a:lnTo>
                      <a:pt x="241775" y="446533"/>
                    </a:lnTo>
                    <a:cubicBezTo>
                      <a:pt x="241775" y="446533"/>
                      <a:pt x="243087" y="447676"/>
                      <a:pt x="243222" y="448114"/>
                    </a:cubicBezTo>
                    <a:cubicBezTo>
                      <a:pt x="243356" y="448551"/>
                      <a:pt x="244232" y="449190"/>
                      <a:pt x="244232" y="449190"/>
                    </a:cubicBezTo>
                    <a:lnTo>
                      <a:pt x="244299" y="451141"/>
                    </a:lnTo>
                    <a:lnTo>
                      <a:pt x="244299" y="453328"/>
                    </a:lnTo>
                    <a:lnTo>
                      <a:pt x="244770" y="455212"/>
                    </a:lnTo>
                    <a:lnTo>
                      <a:pt x="246453" y="457297"/>
                    </a:lnTo>
                    <a:lnTo>
                      <a:pt x="247765" y="459820"/>
                    </a:lnTo>
                    <a:lnTo>
                      <a:pt x="247765" y="463453"/>
                    </a:lnTo>
                    <a:lnTo>
                      <a:pt x="247765" y="466784"/>
                    </a:lnTo>
                    <a:lnTo>
                      <a:pt x="247765" y="470686"/>
                    </a:lnTo>
                    <a:lnTo>
                      <a:pt x="247025" y="473646"/>
                    </a:lnTo>
                    <a:cubicBezTo>
                      <a:pt x="247025" y="473646"/>
                      <a:pt x="245813" y="475732"/>
                      <a:pt x="245813" y="476035"/>
                    </a:cubicBezTo>
                    <a:cubicBezTo>
                      <a:pt x="245813" y="476337"/>
                      <a:pt x="245678" y="478860"/>
                      <a:pt x="245678" y="478860"/>
                    </a:cubicBezTo>
                    <a:lnTo>
                      <a:pt x="246049" y="480677"/>
                    </a:lnTo>
                    <a:lnTo>
                      <a:pt x="246049" y="481921"/>
                    </a:lnTo>
                    <a:lnTo>
                      <a:pt x="246957" y="483570"/>
                    </a:lnTo>
                    <a:lnTo>
                      <a:pt x="248438" y="485252"/>
                    </a:lnTo>
                    <a:lnTo>
                      <a:pt x="250255" y="486833"/>
                    </a:lnTo>
                    <a:cubicBezTo>
                      <a:pt x="250255" y="486833"/>
                      <a:pt x="253890" y="487472"/>
                      <a:pt x="254092" y="487573"/>
                    </a:cubicBezTo>
                    <a:cubicBezTo>
                      <a:pt x="254294" y="487640"/>
                      <a:pt x="255102" y="488952"/>
                      <a:pt x="255775" y="489019"/>
                    </a:cubicBezTo>
                    <a:cubicBezTo>
                      <a:pt x="256414" y="489087"/>
                      <a:pt x="257794" y="488952"/>
                      <a:pt x="258299" y="488717"/>
                    </a:cubicBezTo>
                    <a:cubicBezTo>
                      <a:pt x="258804" y="488515"/>
                      <a:pt x="260251" y="488279"/>
                      <a:pt x="260251" y="488279"/>
                    </a:cubicBezTo>
                    <a:lnTo>
                      <a:pt x="262943" y="487842"/>
                    </a:lnTo>
                    <a:lnTo>
                      <a:pt x="265333" y="486463"/>
                    </a:lnTo>
                    <a:lnTo>
                      <a:pt x="267217" y="485454"/>
                    </a:lnTo>
                    <a:lnTo>
                      <a:pt x="269472" y="483637"/>
                    </a:lnTo>
                    <a:lnTo>
                      <a:pt x="271155" y="482998"/>
                    </a:lnTo>
                    <a:lnTo>
                      <a:pt x="275362" y="482359"/>
                    </a:lnTo>
                    <a:lnTo>
                      <a:pt x="277179" y="480845"/>
                    </a:lnTo>
                    <a:lnTo>
                      <a:pt x="279569" y="479028"/>
                    </a:lnTo>
                    <a:cubicBezTo>
                      <a:pt x="279569" y="479028"/>
                      <a:pt x="283102" y="478154"/>
                      <a:pt x="283406" y="478087"/>
                    </a:cubicBezTo>
                    <a:cubicBezTo>
                      <a:pt x="283708" y="478019"/>
                      <a:pt x="285492" y="479028"/>
                      <a:pt x="285492" y="479028"/>
                    </a:cubicBezTo>
                    <a:lnTo>
                      <a:pt x="285930" y="479668"/>
                    </a:lnTo>
                    <a:lnTo>
                      <a:pt x="286367" y="480744"/>
                    </a:lnTo>
                    <a:cubicBezTo>
                      <a:pt x="286367" y="480744"/>
                      <a:pt x="284617" y="482561"/>
                      <a:pt x="284415" y="482762"/>
                    </a:cubicBezTo>
                    <a:cubicBezTo>
                      <a:pt x="284213" y="482964"/>
                      <a:pt x="281723" y="484007"/>
                      <a:pt x="281453" y="484007"/>
                    </a:cubicBezTo>
                    <a:cubicBezTo>
                      <a:pt x="281151" y="484007"/>
                      <a:pt x="279838" y="485319"/>
                      <a:pt x="279636" y="485386"/>
                    </a:cubicBezTo>
                    <a:cubicBezTo>
                      <a:pt x="279434" y="485454"/>
                      <a:pt x="276809" y="486025"/>
                      <a:pt x="276607" y="486093"/>
                    </a:cubicBezTo>
                    <a:cubicBezTo>
                      <a:pt x="276405" y="486160"/>
                      <a:pt x="274521" y="487539"/>
                      <a:pt x="274521" y="487539"/>
                    </a:cubicBezTo>
                    <a:lnTo>
                      <a:pt x="273343" y="488548"/>
                    </a:lnTo>
                    <a:lnTo>
                      <a:pt x="271694" y="488750"/>
                    </a:lnTo>
                    <a:lnTo>
                      <a:pt x="269001" y="490130"/>
                    </a:lnTo>
                    <a:lnTo>
                      <a:pt x="270516" y="492215"/>
                    </a:lnTo>
                    <a:lnTo>
                      <a:pt x="269641" y="494032"/>
                    </a:lnTo>
                    <a:lnTo>
                      <a:pt x="268261" y="495714"/>
                    </a:lnTo>
                    <a:cubicBezTo>
                      <a:pt x="268261" y="495714"/>
                      <a:pt x="265299" y="496857"/>
                      <a:pt x="264996" y="496857"/>
                    </a:cubicBezTo>
                    <a:cubicBezTo>
                      <a:pt x="264727" y="496857"/>
                      <a:pt x="261900" y="497160"/>
                      <a:pt x="261664" y="497160"/>
                    </a:cubicBezTo>
                    <a:cubicBezTo>
                      <a:pt x="261429" y="497160"/>
                      <a:pt x="259847" y="498472"/>
                      <a:pt x="259847" y="498472"/>
                    </a:cubicBezTo>
                    <a:lnTo>
                      <a:pt x="258131" y="499919"/>
                    </a:lnTo>
                    <a:lnTo>
                      <a:pt x="257121" y="501365"/>
                    </a:lnTo>
                    <a:lnTo>
                      <a:pt x="256549" y="504056"/>
                    </a:lnTo>
                    <a:lnTo>
                      <a:pt x="257693" y="507387"/>
                    </a:lnTo>
                    <a:lnTo>
                      <a:pt x="258939" y="509338"/>
                    </a:lnTo>
                    <a:cubicBezTo>
                      <a:pt x="258939" y="509338"/>
                      <a:pt x="261833" y="509540"/>
                      <a:pt x="262136" y="509540"/>
                    </a:cubicBezTo>
                    <a:cubicBezTo>
                      <a:pt x="262439" y="509540"/>
                      <a:pt x="264155" y="509910"/>
                      <a:pt x="264155" y="509910"/>
                    </a:cubicBezTo>
                    <a:lnTo>
                      <a:pt x="266040" y="510717"/>
                    </a:lnTo>
                    <a:lnTo>
                      <a:pt x="266982" y="512534"/>
                    </a:lnTo>
                    <a:lnTo>
                      <a:pt x="267420" y="513341"/>
                    </a:lnTo>
                    <a:lnTo>
                      <a:pt x="266915" y="514283"/>
                    </a:lnTo>
                    <a:lnTo>
                      <a:pt x="266612" y="514787"/>
                    </a:lnTo>
                    <a:cubicBezTo>
                      <a:pt x="266612" y="514787"/>
                      <a:pt x="264660" y="517815"/>
                      <a:pt x="264222" y="518118"/>
                    </a:cubicBezTo>
                    <a:cubicBezTo>
                      <a:pt x="263785" y="518420"/>
                      <a:pt x="261968" y="520641"/>
                      <a:pt x="261765" y="520641"/>
                    </a:cubicBezTo>
                    <a:cubicBezTo>
                      <a:pt x="261564" y="520641"/>
                      <a:pt x="260083" y="521650"/>
                      <a:pt x="259814" y="521650"/>
                    </a:cubicBezTo>
                    <a:cubicBezTo>
                      <a:pt x="259510" y="521650"/>
                      <a:pt x="257929" y="522592"/>
                      <a:pt x="257929" y="522592"/>
                    </a:cubicBezTo>
                    <a:lnTo>
                      <a:pt x="256347" y="523164"/>
                    </a:lnTo>
                    <a:lnTo>
                      <a:pt x="253823" y="523534"/>
                    </a:lnTo>
                    <a:cubicBezTo>
                      <a:pt x="253823" y="523534"/>
                      <a:pt x="252140" y="523534"/>
                      <a:pt x="251804" y="523466"/>
                    </a:cubicBezTo>
                    <a:cubicBezTo>
                      <a:pt x="251434" y="523399"/>
                      <a:pt x="249616" y="523096"/>
                      <a:pt x="249616" y="523096"/>
                    </a:cubicBezTo>
                    <a:lnTo>
                      <a:pt x="247025" y="523231"/>
                    </a:lnTo>
                    <a:lnTo>
                      <a:pt x="242683" y="523231"/>
                    </a:lnTo>
                    <a:lnTo>
                      <a:pt x="240866" y="523668"/>
                    </a:lnTo>
                    <a:lnTo>
                      <a:pt x="238476" y="525115"/>
                    </a:lnTo>
                    <a:lnTo>
                      <a:pt x="239621" y="527503"/>
                    </a:lnTo>
                    <a:lnTo>
                      <a:pt x="241371" y="530699"/>
                    </a:lnTo>
                    <a:lnTo>
                      <a:pt x="241304" y="531641"/>
                    </a:lnTo>
                    <a:lnTo>
                      <a:pt x="241000" y="534668"/>
                    </a:lnTo>
                    <a:lnTo>
                      <a:pt x="235852" y="537124"/>
                    </a:lnTo>
                    <a:lnTo>
                      <a:pt x="233597" y="537763"/>
                    </a:lnTo>
                    <a:lnTo>
                      <a:pt x="231779" y="539344"/>
                    </a:lnTo>
                    <a:lnTo>
                      <a:pt x="228582" y="539714"/>
                    </a:lnTo>
                    <a:lnTo>
                      <a:pt x="225957" y="539916"/>
                    </a:lnTo>
                    <a:lnTo>
                      <a:pt x="224813" y="540353"/>
                    </a:lnTo>
                    <a:cubicBezTo>
                      <a:pt x="224813" y="540353"/>
                      <a:pt x="222356" y="541598"/>
                      <a:pt x="222053" y="541598"/>
                    </a:cubicBezTo>
                    <a:cubicBezTo>
                      <a:pt x="221784" y="541598"/>
                      <a:pt x="221683" y="541968"/>
                      <a:pt x="221683" y="541968"/>
                    </a:cubicBezTo>
                    <a:cubicBezTo>
                      <a:pt x="221683" y="541968"/>
                      <a:pt x="221481" y="544491"/>
                      <a:pt x="221481" y="544928"/>
                    </a:cubicBezTo>
                    <a:cubicBezTo>
                      <a:pt x="221481" y="545366"/>
                      <a:pt x="221784" y="546678"/>
                      <a:pt x="221784" y="546678"/>
                    </a:cubicBezTo>
                    <a:lnTo>
                      <a:pt x="221784" y="548124"/>
                    </a:lnTo>
                    <a:cubicBezTo>
                      <a:pt x="221784" y="548124"/>
                      <a:pt x="223837" y="550445"/>
                      <a:pt x="224005" y="550748"/>
                    </a:cubicBezTo>
                    <a:cubicBezTo>
                      <a:pt x="224140" y="551051"/>
                      <a:pt x="223669" y="552430"/>
                      <a:pt x="223669" y="552430"/>
                    </a:cubicBezTo>
                    <a:cubicBezTo>
                      <a:pt x="223669" y="552430"/>
                      <a:pt x="222356" y="554179"/>
                      <a:pt x="222154" y="554448"/>
                    </a:cubicBezTo>
                    <a:cubicBezTo>
                      <a:pt x="221919" y="554718"/>
                      <a:pt x="222861" y="556467"/>
                      <a:pt x="223096" y="556635"/>
                    </a:cubicBezTo>
                    <a:cubicBezTo>
                      <a:pt x="223332" y="556770"/>
                      <a:pt x="225553" y="558519"/>
                      <a:pt x="225553" y="558519"/>
                    </a:cubicBezTo>
                    <a:lnTo>
                      <a:pt x="227000" y="562085"/>
                    </a:lnTo>
                    <a:cubicBezTo>
                      <a:pt x="227000" y="562085"/>
                      <a:pt x="228649" y="563464"/>
                      <a:pt x="228952" y="563228"/>
                    </a:cubicBezTo>
                    <a:cubicBezTo>
                      <a:pt x="229255" y="563027"/>
                      <a:pt x="232049" y="563228"/>
                      <a:pt x="232049" y="563228"/>
                    </a:cubicBezTo>
                    <a:lnTo>
                      <a:pt x="235751" y="560975"/>
                    </a:lnTo>
                    <a:cubicBezTo>
                      <a:pt x="235751" y="560975"/>
                      <a:pt x="238342" y="559394"/>
                      <a:pt x="238443" y="559158"/>
                    </a:cubicBezTo>
                    <a:cubicBezTo>
                      <a:pt x="238510" y="558956"/>
                      <a:pt x="243289" y="554146"/>
                      <a:pt x="243289" y="554146"/>
                    </a:cubicBezTo>
                    <a:lnTo>
                      <a:pt x="244602" y="551825"/>
                    </a:lnTo>
                    <a:cubicBezTo>
                      <a:pt x="244602" y="551825"/>
                      <a:pt x="247866" y="551017"/>
                      <a:pt x="248068" y="550950"/>
                    </a:cubicBezTo>
                    <a:cubicBezTo>
                      <a:pt x="248270" y="550883"/>
                      <a:pt x="252107" y="550210"/>
                      <a:pt x="252107" y="550210"/>
                    </a:cubicBezTo>
                    <a:lnTo>
                      <a:pt x="257559" y="548057"/>
                    </a:lnTo>
                    <a:lnTo>
                      <a:pt x="263414" y="546981"/>
                    </a:lnTo>
                    <a:lnTo>
                      <a:pt x="267319" y="545837"/>
                    </a:lnTo>
                    <a:lnTo>
                      <a:pt x="273982" y="543314"/>
                    </a:lnTo>
                    <a:cubicBezTo>
                      <a:pt x="273982" y="543314"/>
                      <a:pt x="274857" y="543314"/>
                      <a:pt x="275732" y="542809"/>
                    </a:cubicBezTo>
                    <a:cubicBezTo>
                      <a:pt x="276607" y="542305"/>
                      <a:pt x="276809" y="542944"/>
                      <a:pt x="277112" y="542809"/>
                    </a:cubicBezTo>
                    <a:cubicBezTo>
                      <a:pt x="277415" y="542675"/>
                      <a:pt x="278862" y="542675"/>
                      <a:pt x="279064" y="542439"/>
                    </a:cubicBezTo>
                    <a:cubicBezTo>
                      <a:pt x="279299" y="542237"/>
                      <a:pt x="279771" y="541800"/>
                      <a:pt x="279771" y="541800"/>
                    </a:cubicBezTo>
                    <a:lnTo>
                      <a:pt x="279703" y="540723"/>
                    </a:lnTo>
                    <a:lnTo>
                      <a:pt x="279771" y="538638"/>
                    </a:lnTo>
                    <a:cubicBezTo>
                      <a:pt x="279771" y="538638"/>
                      <a:pt x="278761" y="537629"/>
                      <a:pt x="278256" y="537326"/>
                    </a:cubicBezTo>
                    <a:cubicBezTo>
                      <a:pt x="277751" y="537023"/>
                      <a:pt x="276304" y="536451"/>
                      <a:pt x="276304" y="536451"/>
                    </a:cubicBezTo>
                    <a:lnTo>
                      <a:pt x="273847" y="535139"/>
                    </a:lnTo>
                    <a:lnTo>
                      <a:pt x="272333" y="532549"/>
                    </a:lnTo>
                    <a:lnTo>
                      <a:pt x="272535" y="529858"/>
                    </a:lnTo>
                    <a:lnTo>
                      <a:pt x="272737" y="528041"/>
                    </a:lnTo>
                    <a:lnTo>
                      <a:pt x="274117" y="526729"/>
                    </a:lnTo>
                    <a:lnTo>
                      <a:pt x="274689" y="525720"/>
                    </a:lnTo>
                    <a:lnTo>
                      <a:pt x="276708" y="526158"/>
                    </a:lnTo>
                    <a:lnTo>
                      <a:pt x="278795" y="527234"/>
                    </a:lnTo>
                    <a:lnTo>
                      <a:pt x="281622" y="530194"/>
                    </a:lnTo>
                    <a:lnTo>
                      <a:pt x="282127" y="531876"/>
                    </a:lnTo>
                    <a:lnTo>
                      <a:pt x="286905" y="533693"/>
                    </a:lnTo>
                    <a:lnTo>
                      <a:pt x="289429" y="533693"/>
                    </a:lnTo>
                    <a:lnTo>
                      <a:pt x="289564" y="531304"/>
                    </a:lnTo>
                    <a:lnTo>
                      <a:pt x="288925" y="528916"/>
                    </a:lnTo>
                    <a:lnTo>
                      <a:pt x="289934" y="526729"/>
                    </a:lnTo>
                    <a:lnTo>
                      <a:pt x="290507" y="524274"/>
                    </a:lnTo>
                    <a:cubicBezTo>
                      <a:pt x="290507" y="524274"/>
                      <a:pt x="291516" y="523130"/>
                      <a:pt x="291954" y="522962"/>
                    </a:cubicBezTo>
                    <a:cubicBezTo>
                      <a:pt x="292391" y="522827"/>
                      <a:pt x="294141" y="521818"/>
                      <a:pt x="294141" y="521818"/>
                    </a:cubicBezTo>
                    <a:cubicBezTo>
                      <a:pt x="294141" y="521818"/>
                      <a:pt x="295588" y="522255"/>
                      <a:pt x="296464" y="521818"/>
                    </a:cubicBezTo>
                    <a:cubicBezTo>
                      <a:pt x="297339" y="521381"/>
                      <a:pt x="297776" y="520943"/>
                      <a:pt x="297776" y="520943"/>
                    </a:cubicBezTo>
                    <a:lnTo>
                      <a:pt x="298213" y="520372"/>
                    </a:lnTo>
                    <a:cubicBezTo>
                      <a:pt x="298213" y="520372"/>
                      <a:pt x="298651" y="518622"/>
                      <a:pt x="298651" y="518050"/>
                    </a:cubicBezTo>
                    <a:cubicBezTo>
                      <a:pt x="298651" y="517479"/>
                      <a:pt x="299661" y="515157"/>
                      <a:pt x="299661" y="515157"/>
                    </a:cubicBezTo>
                    <a:lnTo>
                      <a:pt x="301848" y="513274"/>
                    </a:lnTo>
                    <a:cubicBezTo>
                      <a:pt x="301848" y="513274"/>
                      <a:pt x="304742" y="511390"/>
                      <a:pt x="305180" y="511087"/>
                    </a:cubicBezTo>
                    <a:cubicBezTo>
                      <a:pt x="305617" y="510784"/>
                      <a:pt x="307939" y="510078"/>
                      <a:pt x="307939" y="510078"/>
                    </a:cubicBezTo>
                    <a:cubicBezTo>
                      <a:pt x="307939" y="510078"/>
                      <a:pt x="308209" y="508934"/>
                      <a:pt x="308209" y="507891"/>
                    </a:cubicBezTo>
                    <a:cubicBezTo>
                      <a:pt x="308209" y="506882"/>
                      <a:pt x="306930" y="504426"/>
                      <a:pt x="306930" y="504426"/>
                    </a:cubicBezTo>
                    <a:cubicBezTo>
                      <a:pt x="306930" y="504426"/>
                      <a:pt x="305483" y="504561"/>
                      <a:pt x="305045" y="504426"/>
                    </a:cubicBezTo>
                    <a:cubicBezTo>
                      <a:pt x="304608" y="504292"/>
                      <a:pt x="304911" y="502105"/>
                      <a:pt x="305045" y="501533"/>
                    </a:cubicBezTo>
                    <a:cubicBezTo>
                      <a:pt x="305180" y="500961"/>
                      <a:pt x="306055" y="499347"/>
                      <a:pt x="306055" y="499347"/>
                    </a:cubicBezTo>
                    <a:lnTo>
                      <a:pt x="306930" y="497026"/>
                    </a:lnTo>
                    <a:lnTo>
                      <a:pt x="310598" y="493998"/>
                    </a:lnTo>
                    <a:lnTo>
                      <a:pt x="311709" y="492686"/>
                    </a:lnTo>
                    <a:cubicBezTo>
                      <a:pt x="311709" y="492686"/>
                      <a:pt x="315040" y="490937"/>
                      <a:pt x="315613" y="490937"/>
                    </a:cubicBezTo>
                    <a:cubicBezTo>
                      <a:pt x="316185" y="490937"/>
                      <a:pt x="316623" y="488481"/>
                      <a:pt x="316623" y="488481"/>
                    </a:cubicBezTo>
                    <a:lnTo>
                      <a:pt x="320089" y="487472"/>
                    </a:lnTo>
                    <a:lnTo>
                      <a:pt x="322849" y="485285"/>
                    </a:lnTo>
                    <a:lnTo>
                      <a:pt x="323421" y="482258"/>
                    </a:lnTo>
                    <a:lnTo>
                      <a:pt x="323858" y="480239"/>
                    </a:lnTo>
                    <a:lnTo>
                      <a:pt x="327493" y="478356"/>
                    </a:lnTo>
                    <a:cubicBezTo>
                      <a:pt x="327493" y="478356"/>
                      <a:pt x="333147" y="475160"/>
                      <a:pt x="333584" y="475025"/>
                    </a:cubicBezTo>
                    <a:cubicBezTo>
                      <a:pt x="334022" y="474891"/>
                      <a:pt x="339238" y="469946"/>
                      <a:pt x="339238" y="469946"/>
                    </a:cubicBezTo>
                    <a:lnTo>
                      <a:pt x="345330" y="464597"/>
                    </a:lnTo>
                    <a:lnTo>
                      <a:pt x="352936" y="458306"/>
                    </a:lnTo>
                    <a:lnTo>
                      <a:pt x="356638" y="456355"/>
                    </a:lnTo>
                    <a:cubicBezTo>
                      <a:pt x="356638" y="456355"/>
                      <a:pt x="360407" y="453261"/>
                      <a:pt x="360474" y="452958"/>
                    </a:cubicBezTo>
                    <a:cubicBezTo>
                      <a:pt x="360542" y="452655"/>
                      <a:pt x="362224" y="450939"/>
                      <a:pt x="362662" y="450569"/>
                    </a:cubicBezTo>
                    <a:cubicBezTo>
                      <a:pt x="363099" y="450199"/>
                      <a:pt x="365623" y="448988"/>
                      <a:pt x="366128" y="448551"/>
                    </a:cubicBezTo>
                    <a:cubicBezTo>
                      <a:pt x="366633" y="448114"/>
                      <a:pt x="368215" y="447912"/>
                      <a:pt x="368518" y="447811"/>
                    </a:cubicBezTo>
                    <a:cubicBezTo>
                      <a:pt x="368787" y="447744"/>
                      <a:pt x="370335" y="446869"/>
                      <a:pt x="370335" y="446869"/>
                    </a:cubicBezTo>
                    <a:lnTo>
                      <a:pt x="372523" y="444918"/>
                    </a:lnTo>
                    <a:lnTo>
                      <a:pt x="374542" y="442899"/>
                    </a:lnTo>
                    <a:lnTo>
                      <a:pt x="376561" y="442092"/>
                    </a:lnTo>
                    <a:lnTo>
                      <a:pt x="379826" y="441789"/>
                    </a:lnTo>
                    <a:lnTo>
                      <a:pt x="382585" y="439838"/>
                    </a:lnTo>
                    <a:lnTo>
                      <a:pt x="385917" y="439838"/>
                    </a:lnTo>
                    <a:lnTo>
                      <a:pt x="389518" y="439838"/>
                    </a:lnTo>
                    <a:lnTo>
                      <a:pt x="393153" y="439838"/>
                    </a:lnTo>
                    <a:lnTo>
                      <a:pt x="395038" y="438257"/>
                    </a:lnTo>
                    <a:lnTo>
                      <a:pt x="396788" y="436373"/>
                    </a:lnTo>
                    <a:lnTo>
                      <a:pt x="396350" y="434490"/>
                    </a:lnTo>
                    <a:lnTo>
                      <a:pt x="395475" y="432034"/>
                    </a:lnTo>
                    <a:lnTo>
                      <a:pt x="393725" y="430285"/>
                    </a:lnTo>
                    <a:lnTo>
                      <a:pt x="393860" y="425508"/>
                    </a:lnTo>
                    <a:lnTo>
                      <a:pt x="398639" y="424768"/>
                    </a:lnTo>
                    <a:lnTo>
                      <a:pt x="401971" y="423187"/>
                    </a:lnTo>
                    <a:lnTo>
                      <a:pt x="405168" y="424196"/>
                    </a:lnTo>
                    <a:lnTo>
                      <a:pt x="407355" y="424196"/>
                    </a:lnTo>
                    <a:lnTo>
                      <a:pt x="409105" y="425508"/>
                    </a:lnTo>
                    <a:cubicBezTo>
                      <a:pt x="409105" y="425508"/>
                      <a:pt x="412302" y="425373"/>
                      <a:pt x="413009" y="425070"/>
                    </a:cubicBezTo>
                    <a:cubicBezTo>
                      <a:pt x="413750" y="424768"/>
                      <a:pt x="416644" y="425070"/>
                      <a:pt x="416644" y="425070"/>
                    </a:cubicBezTo>
                    <a:lnTo>
                      <a:pt x="420144" y="422615"/>
                    </a:lnTo>
                    <a:lnTo>
                      <a:pt x="422466" y="419991"/>
                    </a:lnTo>
                    <a:lnTo>
                      <a:pt x="424485" y="418544"/>
                    </a:lnTo>
                    <a:lnTo>
                      <a:pt x="425933" y="416526"/>
                    </a:lnTo>
                    <a:lnTo>
                      <a:pt x="427817" y="414945"/>
                    </a:lnTo>
                    <a:lnTo>
                      <a:pt x="429264" y="412052"/>
                    </a:lnTo>
                    <a:cubicBezTo>
                      <a:pt x="429264" y="412052"/>
                      <a:pt x="430712" y="411917"/>
                      <a:pt x="431452" y="411749"/>
                    </a:cubicBezTo>
                    <a:cubicBezTo>
                      <a:pt x="432159" y="411615"/>
                      <a:pt x="433034" y="411615"/>
                      <a:pt x="433034" y="411615"/>
                    </a:cubicBezTo>
                    <a:lnTo>
                      <a:pt x="436938" y="412187"/>
                    </a:lnTo>
                    <a:lnTo>
                      <a:pt x="438082" y="413498"/>
                    </a:lnTo>
                    <a:lnTo>
                      <a:pt x="441716" y="415517"/>
                    </a:lnTo>
                    <a:lnTo>
                      <a:pt x="445183" y="415517"/>
                    </a:lnTo>
                    <a:lnTo>
                      <a:pt x="448683" y="413768"/>
                    </a:lnTo>
                    <a:lnTo>
                      <a:pt x="454203" y="413768"/>
                    </a:lnTo>
                    <a:lnTo>
                      <a:pt x="459116" y="412018"/>
                    </a:lnTo>
                    <a:lnTo>
                      <a:pt x="463323" y="412018"/>
                    </a:lnTo>
                    <a:lnTo>
                      <a:pt x="464333" y="412018"/>
                    </a:lnTo>
                    <a:lnTo>
                      <a:pt x="468674" y="412018"/>
                    </a:lnTo>
                    <a:cubicBezTo>
                      <a:pt x="468674" y="412018"/>
                      <a:pt x="469986" y="411009"/>
                      <a:pt x="470559" y="410706"/>
                    </a:cubicBezTo>
                    <a:cubicBezTo>
                      <a:pt x="471130" y="410437"/>
                      <a:pt x="472006" y="409260"/>
                      <a:pt x="472006" y="409260"/>
                    </a:cubicBezTo>
                    <a:lnTo>
                      <a:pt x="473015" y="408385"/>
                    </a:lnTo>
                    <a:cubicBezTo>
                      <a:pt x="473015" y="408385"/>
                      <a:pt x="474597" y="407511"/>
                      <a:pt x="475337" y="406939"/>
                    </a:cubicBezTo>
                    <a:cubicBezTo>
                      <a:pt x="476044" y="406367"/>
                      <a:pt x="476347" y="405795"/>
                      <a:pt x="476347" y="405795"/>
                    </a:cubicBezTo>
                    <a:lnTo>
                      <a:pt x="476482" y="404483"/>
                    </a:lnTo>
                    <a:lnTo>
                      <a:pt x="475607" y="402465"/>
                    </a:lnTo>
                    <a:lnTo>
                      <a:pt x="475607" y="399841"/>
                    </a:lnTo>
                    <a:lnTo>
                      <a:pt x="476246" y="397654"/>
                    </a:lnTo>
                    <a:lnTo>
                      <a:pt x="477188" y="396073"/>
                    </a:lnTo>
                    <a:lnTo>
                      <a:pt x="478198" y="394627"/>
                    </a:lnTo>
                    <a:lnTo>
                      <a:pt x="480789" y="394627"/>
                    </a:lnTo>
                    <a:lnTo>
                      <a:pt x="482539" y="393752"/>
                    </a:lnTo>
                    <a:lnTo>
                      <a:pt x="482539" y="392003"/>
                    </a:lnTo>
                    <a:lnTo>
                      <a:pt x="482843" y="389682"/>
                    </a:lnTo>
                    <a:lnTo>
                      <a:pt x="482539" y="386654"/>
                    </a:lnTo>
                    <a:lnTo>
                      <a:pt x="480958" y="383458"/>
                    </a:lnTo>
                    <a:lnTo>
                      <a:pt x="480520" y="379825"/>
                    </a:lnTo>
                    <a:lnTo>
                      <a:pt x="480655" y="377201"/>
                    </a:lnTo>
                    <a:lnTo>
                      <a:pt x="481227" y="373434"/>
                    </a:lnTo>
                    <a:lnTo>
                      <a:pt x="484693" y="370406"/>
                    </a:lnTo>
                    <a:cubicBezTo>
                      <a:pt x="484693" y="370406"/>
                      <a:pt x="489607" y="368220"/>
                      <a:pt x="490650" y="367648"/>
                    </a:cubicBezTo>
                    <a:cubicBezTo>
                      <a:pt x="491660" y="367076"/>
                      <a:pt x="492669" y="364183"/>
                      <a:pt x="492669" y="364183"/>
                    </a:cubicBezTo>
                    <a:lnTo>
                      <a:pt x="496439" y="360852"/>
                    </a:lnTo>
                    <a:lnTo>
                      <a:pt x="496742" y="358094"/>
                    </a:lnTo>
                    <a:lnTo>
                      <a:pt x="499804" y="353519"/>
                    </a:lnTo>
                    <a:lnTo>
                      <a:pt x="501891" y="350054"/>
                    </a:lnTo>
                    <a:lnTo>
                      <a:pt x="503910" y="348641"/>
                    </a:lnTo>
                    <a:lnTo>
                      <a:pt x="505862" y="346522"/>
                    </a:lnTo>
                    <a:lnTo>
                      <a:pt x="508858" y="343326"/>
                    </a:lnTo>
                    <a:lnTo>
                      <a:pt x="512559" y="339861"/>
                    </a:lnTo>
                    <a:lnTo>
                      <a:pt x="516026" y="337910"/>
                    </a:lnTo>
                    <a:lnTo>
                      <a:pt x="520603" y="335724"/>
                    </a:lnTo>
                    <a:lnTo>
                      <a:pt x="524069" y="333974"/>
                    </a:lnTo>
                    <a:lnTo>
                      <a:pt x="526257" y="332023"/>
                    </a:lnTo>
                    <a:lnTo>
                      <a:pt x="527569" y="330947"/>
                    </a:lnTo>
                    <a:lnTo>
                      <a:pt x="531271" y="327246"/>
                    </a:lnTo>
                    <a:lnTo>
                      <a:pt x="535175" y="323546"/>
                    </a:lnTo>
                    <a:lnTo>
                      <a:pt x="536925" y="319207"/>
                    </a:lnTo>
                    <a:lnTo>
                      <a:pt x="541704" y="316179"/>
                    </a:lnTo>
                    <a:lnTo>
                      <a:pt x="544531" y="313151"/>
                    </a:lnTo>
                    <a:lnTo>
                      <a:pt x="547796" y="309451"/>
                    </a:lnTo>
                    <a:lnTo>
                      <a:pt x="551060" y="309451"/>
                    </a:lnTo>
                    <a:lnTo>
                      <a:pt x="554762" y="307702"/>
                    </a:lnTo>
                    <a:lnTo>
                      <a:pt x="559541" y="307702"/>
                    </a:lnTo>
                    <a:lnTo>
                      <a:pt x="563445" y="306625"/>
                    </a:lnTo>
                    <a:lnTo>
                      <a:pt x="566070" y="305112"/>
                    </a:lnTo>
                    <a:lnTo>
                      <a:pt x="567383" y="301848"/>
                    </a:lnTo>
                    <a:lnTo>
                      <a:pt x="569335" y="296399"/>
                    </a:lnTo>
                    <a:lnTo>
                      <a:pt x="575628" y="293371"/>
                    </a:lnTo>
                    <a:lnTo>
                      <a:pt x="582729" y="286912"/>
                    </a:lnTo>
                    <a:lnTo>
                      <a:pt x="584479" y="283515"/>
                    </a:lnTo>
                    <a:lnTo>
                      <a:pt x="587441" y="280891"/>
                    </a:lnTo>
                    <a:cubicBezTo>
                      <a:pt x="587441" y="280891"/>
                      <a:pt x="589898" y="278301"/>
                      <a:pt x="590066" y="277998"/>
                    </a:cubicBezTo>
                    <a:cubicBezTo>
                      <a:pt x="590200" y="277695"/>
                      <a:pt x="591883" y="274802"/>
                      <a:pt x="591883" y="274802"/>
                    </a:cubicBezTo>
                    <a:lnTo>
                      <a:pt x="592018" y="273995"/>
                    </a:lnTo>
                    <a:lnTo>
                      <a:pt x="591951" y="272313"/>
                    </a:lnTo>
                    <a:cubicBezTo>
                      <a:pt x="591951" y="272313"/>
                      <a:pt x="591951" y="269992"/>
                      <a:pt x="591580" y="269487"/>
                    </a:cubicBezTo>
                    <a:cubicBezTo>
                      <a:pt x="591210" y="268983"/>
                      <a:pt x="590705" y="267906"/>
                      <a:pt x="590705" y="267906"/>
                    </a:cubicBezTo>
                    <a:cubicBezTo>
                      <a:pt x="590705" y="267906"/>
                      <a:pt x="588888" y="267704"/>
                      <a:pt x="588686" y="267839"/>
                    </a:cubicBezTo>
                    <a:cubicBezTo>
                      <a:pt x="588451" y="267973"/>
                      <a:pt x="587542" y="268915"/>
                      <a:pt x="587104" y="269353"/>
                    </a:cubicBezTo>
                    <a:cubicBezTo>
                      <a:pt x="586667" y="269790"/>
                      <a:pt x="585422" y="271236"/>
                      <a:pt x="585085" y="271236"/>
                    </a:cubicBezTo>
                    <a:cubicBezTo>
                      <a:pt x="584715" y="271236"/>
                      <a:pt x="582124" y="271035"/>
                      <a:pt x="581820" y="271035"/>
                    </a:cubicBezTo>
                    <a:cubicBezTo>
                      <a:pt x="581551" y="271035"/>
                      <a:pt x="581619" y="269016"/>
                      <a:pt x="581619" y="269016"/>
                    </a:cubicBezTo>
                    <a:lnTo>
                      <a:pt x="582763" y="267570"/>
                    </a:lnTo>
                    <a:cubicBezTo>
                      <a:pt x="582763" y="267570"/>
                      <a:pt x="584345" y="265820"/>
                      <a:pt x="584513" y="265383"/>
                    </a:cubicBezTo>
                    <a:cubicBezTo>
                      <a:pt x="584648" y="264946"/>
                      <a:pt x="586532" y="263802"/>
                      <a:pt x="586532" y="263802"/>
                    </a:cubicBezTo>
                    <a:lnTo>
                      <a:pt x="588720" y="261616"/>
                    </a:lnTo>
                    <a:lnTo>
                      <a:pt x="588720" y="259160"/>
                    </a:lnTo>
                    <a:cubicBezTo>
                      <a:pt x="588720" y="259160"/>
                      <a:pt x="589157" y="256973"/>
                      <a:pt x="589157" y="256401"/>
                    </a:cubicBezTo>
                    <a:cubicBezTo>
                      <a:pt x="589157" y="255829"/>
                      <a:pt x="589595" y="254517"/>
                      <a:pt x="589595" y="254517"/>
                    </a:cubicBezTo>
                    <a:lnTo>
                      <a:pt x="590470" y="251187"/>
                    </a:lnTo>
                    <a:lnTo>
                      <a:pt x="590470" y="248160"/>
                    </a:lnTo>
                    <a:lnTo>
                      <a:pt x="590672" y="246713"/>
                    </a:lnTo>
                    <a:lnTo>
                      <a:pt x="593196" y="245704"/>
                    </a:lnTo>
                    <a:cubicBezTo>
                      <a:pt x="593196" y="245704"/>
                      <a:pt x="595652" y="244392"/>
                      <a:pt x="596090" y="243955"/>
                    </a:cubicBezTo>
                    <a:cubicBezTo>
                      <a:pt x="596292" y="243484"/>
                      <a:pt x="595888" y="241734"/>
                      <a:pt x="595888" y="241734"/>
                    </a:cubicBezTo>
                    <a:close/>
                  </a:path>
                </a:pathLst>
              </a:custGeom>
              <a:grpFill/>
              <a:ln w="6350" cap="flat">
                <a:solidFill>
                  <a:schemeClr val="bg1"/>
                </a:solidFill>
                <a:prstDash val="solid"/>
                <a:miter/>
              </a:ln>
            </p:spPr>
            <p:txBody>
              <a:bodyPr rtlCol="0" anchor="ctr"/>
              <a:lstStyle/>
              <a:p>
                <a:endParaRPr lang="en-US"/>
              </a:p>
            </p:txBody>
          </p:sp>
          <p:sp>
            <p:nvSpPr>
              <p:cNvPr id="207" name="Freeform 924">
                <a:extLst>
                  <a:ext uri="{FF2B5EF4-FFF2-40B4-BE49-F238E27FC236}">
                    <a16:creationId xmlns:a16="http://schemas.microsoft.com/office/drawing/2014/main" id="{2EF62CB4-73F3-1612-A726-5BBB81415164}"/>
                  </a:ext>
                </a:extLst>
              </p:cNvPr>
              <p:cNvSpPr/>
              <p:nvPr/>
            </p:nvSpPr>
            <p:spPr>
              <a:xfrm>
                <a:off x="6164299" y="1651739"/>
                <a:ext cx="17365" cy="17122"/>
              </a:xfrm>
              <a:custGeom>
                <a:avLst/>
                <a:gdLst>
                  <a:gd name="connsiteX0" fmla="*/ 0 w 17365"/>
                  <a:gd name="connsiteY0" fmla="*/ 7132 h 17122"/>
                  <a:gd name="connsiteX1" fmla="*/ 0 w 17365"/>
                  <a:gd name="connsiteY1" fmla="*/ 12346 h 17122"/>
                  <a:gd name="connsiteX2" fmla="*/ 539 w 17365"/>
                  <a:gd name="connsiteY2" fmla="*/ 16248 h 17122"/>
                  <a:gd name="connsiteX3" fmla="*/ 4005 w 17365"/>
                  <a:gd name="connsiteY3" fmla="*/ 17123 h 17122"/>
                  <a:gd name="connsiteX4" fmla="*/ 9020 w 17365"/>
                  <a:gd name="connsiteY4" fmla="*/ 15508 h 17122"/>
                  <a:gd name="connsiteX5" fmla="*/ 10971 w 17365"/>
                  <a:gd name="connsiteY5" fmla="*/ 14633 h 17122"/>
                  <a:gd name="connsiteX6" fmla="*/ 14135 w 17365"/>
                  <a:gd name="connsiteY6" fmla="*/ 13456 h 17122"/>
                  <a:gd name="connsiteX7" fmla="*/ 15649 w 17365"/>
                  <a:gd name="connsiteY7" fmla="*/ 12144 h 17122"/>
                  <a:gd name="connsiteX8" fmla="*/ 16390 w 17365"/>
                  <a:gd name="connsiteY8" fmla="*/ 11067 h 17122"/>
                  <a:gd name="connsiteX9" fmla="*/ 16928 w 17365"/>
                  <a:gd name="connsiteY9" fmla="*/ 8343 h 17122"/>
                  <a:gd name="connsiteX10" fmla="*/ 17366 w 17365"/>
                  <a:gd name="connsiteY10" fmla="*/ 7132 h 17122"/>
                  <a:gd name="connsiteX11" fmla="*/ 17366 w 17365"/>
                  <a:gd name="connsiteY11" fmla="*/ 3667 h 17122"/>
                  <a:gd name="connsiteX12" fmla="*/ 17366 w 17365"/>
                  <a:gd name="connsiteY12" fmla="*/ 1076 h 17122"/>
                  <a:gd name="connsiteX13" fmla="*/ 16491 w 17365"/>
                  <a:gd name="connsiteY13" fmla="*/ 1076 h 17122"/>
                  <a:gd name="connsiteX14" fmla="*/ 13125 w 17365"/>
                  <a:gd name="connsiteY14" fmla="*/ 0 h 17122"/>
                  <a:gd name="connsiteX15" fmla="*/ 11813 w 17365"/>
                  <a:gd name="connsiteY15" fmla="*/ 1413 h 17122"/>
                  <a:gd name="connsiteX16" fmla="*/ 10938 w 17365"/>
                  <a:gd name="connsiteY16" fmla="*/ 3801 h 17122"/>
                  <a:gd name="connsiteX17" fmla="*/ 8649 w 17365"/>
                  <a:gd name="connsiteY17" fmla="*/ 4339 h 17122"/>
                  <a:gd name="connsiteX18" fmla="*/ 4611 w 17365"/>
                  <a:gd name="connsiteY18" fmla="*/ 4777 h 17122"/>
                  <a:gd name="connsiteX19" fmla="*/ 2221 w 17365"/>
                  <a:gd name="connsiteY19" fmla="*/ 5551 h 17122"/>
                  <a:gd name="connsiteX20" fmla="*/ 0 w 17365"/>
                  <a:gd name="connsiteY20" fmla="*/ 7132 h 1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365" h="17122">
                    <a:moveTo>
                      <a:pt x="0" y="7132"/>
                    </a:moveTo>
                    <a:lnTo>
                      <a:pt x="0" y="12346"/>
                    </a:lnTo>
                    <a:lnTo>
                      <a:pt x="539" y="16248"/>
                    </a:lnTo>
                    <a:lnTo>
                      <a:pt x="4005" y="17123"/>
                    </a:lnTo>
                    <a:lnTo>
                      <a:pt x="9020" y="15508"/>
                    </a:lnTo>
                    <a:cubicBezTo>
                      <a:pt x="9020" y="15508"/>
                      <a:pt x="10669" y="14633"/>
                      <a:pt x="10971" y="14633"/>
                    </a:cubicBezTo>
                    <a:cubicBezTo>
                      <a:pt x="11308" y="14633"/>
                      <a:pt x="14135" y="13456"/>
                      <a:pt x="14135" y="13456"/>
                    </a:cubicBezTo>
                    <a:lnTo>
                      <a:pt x="15649" y="12144"/>
                    </a:lnTo>
                    <a:lnTo>
                      <a:pt x="16390" y="11067"/>
                    </a:lnTo>
                    <a:lnTo>
                      <a:pt x="16928" y="8343"/>
                    </a:lnTo>
                    <a:lnTo>
                      <a:pt x="17366" y="7132"/>
                    </a:lnTo>
                    <a:lnTo>
                      <a:pt x="17366" y="3667"/>
                    </a:lnTo>
                    <a:lnTo>
                      <a:pt x="17366" y="1076"/>
                    </a:lnTo>
                    <a:lnTo>
                      <a:pt x="16491" y="1076"/>
                    </a:lnTo>
                    <a:lnTo>
                      <a:pt x="13125" y="0"/>
                    </a:lnTo>
                    <a:lnTo>
                      <a:pt x="11813" y="1413"/>
                    </a:lnTo>
                    <a:lnTo>
                      <a:pt x="10938" y="3801"/>
                    </a:lnTo>
                    <a:lnTo>
                      <a:pt x="8649" y="4339"/>
                    </a:lnTo>
                    <a:lnTo>
                      <a:pt x="4611" y="4777"/>
                    </a:lnTo>
                    <a:lnTo>
                      <a:pt x="2221" y="5551"/>
                    </a:lnTo>
                    <a:lnTo>
                      <a:pt x="0" y="7132"/>
                    </a:lnTo>
                    <a:close/>
                  </a:path>
                </a:pathLst>
              </a:custGeom>
              <a:grpFill/>
              <a:ln w="6350" cap="flat">
                <a:solidFill>
                  <a:schemeClr val="bg1"/>
                </a:solidFill>
                <a:prstDash val="solid"/>
                <a:miter/>
              </a:ln>
            </p:spPr>
            <p:txBody>
              <a:bodyPr rtlCol="0" anchor="ctr"/>
              <a:lstStyle/>
              <a:p>
                <a:endParaRPr lang="en-US"/>
              </a:p>
            </p:txBody>
          </p:sp>
          <p:sp>
            <p:nvSpPr>
              <p:cNvPr id="208" name="Freeform 925">
                <a:extLst>
                  <a:ext uri="{FF2B5EF4-FFF2-40B4-BE49-F238E27FC236}">
                    <a16:creationId xmlns:a16="http://schemas.microsoft.com/office/drawing/2014/main" id="{11CC7DE1-E539-00A6-09E5-FBD7EA1AAB6B}"/>
                  </a:ext>
                </a:extLst>
              </p:cNvPr>
              <p:cNvSpPr/>
              <p:nvPr/>
            </p:nvSpPr>
            <p:spPr>
              <a:xfrm>
                <a:off x="6167462" y="1670174"/>
                <a:ext cx="17063" cy="11605"/>
              </a:xfrm>
              <a:custGeom>
                <a:avLst/>
                <a:gdLst>
                  <a:gd name="connsiteX0" fmla="*/ 2491 w 17063"/>
                  <a:gd name="connsiteY0" fmla="*/ 2220 h 11605"/>
                  <a:gd name="connsiteX1" fmla="*/ 4544 w 17063"/>
                  <a:gd name="connsiteY1" fmla="*/ 0 h 11605"/>
                  <a:gd name="connsiteX2" fmla="*/ 8145 w 17063"/>
                  <a:gd name="connsiteY2" fmla="*/ 0 h 11605"/>
                  <a:gd name="connsiteX3" fmla="*/ 11611 w 17063"/>
                  <a:gd name="connsiteY3" fmla="*/ 0 h 11605"/>
                  <a:gd name="connsiteX4" fmla="*/ 14236 w 17063"/>
                  <a:gd name="connsiteY4" fmla="*/ 2590 h 11605"/>
                  <a:gd name="connsiteX5" fmla="*/ 15313 w 17063"/>
                  <a:gd name="connsiteY5" fmla="*/ 5416 h 11605"/>
                  <a:gd name="connsiteX6" fmla="*/ 15953 w 17063"/>
                  <a:gd name="connsiteY6" fmla="*/ 7804 h 11605"/>
                  <a:gd name="connsiteX7" fmla="*/ 17063 w 17063"/>
                  <a:gd name="connsiteY7" fmla="*/ 8612 h 11605"/>
                  <a:gd name="connsiteX8" fmla="*/ 14236 w 17063"/>
                  <a:gd name="connsiteY8" fmla="*/ 10428 h 11605"/>
                  <a:gd name="connsiteX9" fmla="*/ 11611 w 17063"/>
                  <a:gd name="connsiteY9" fmla="*/ 10428 h 11605"/>
                  <a:gd name="connsiteX10" fmla="*/ 6630 w 17063"/>
                  <a:gd name="connsiteY10" fmla="*/ 11606 h 11605"/>
                  <a:gd name="connsiteX11" fmla="*/ 1515 w 17063"/>
                  <a:gd name="connsiteY11" fmla="*/ 10327 h 11605"/>
                  <a:gd name="connsiteX12" fmla="*/ 0 w 17063"/>
                  <a:gd name="connsiteY12" fmla="*/ 8040 h 11605"/>
                  <a:gd name="connsiteX13" fmla="*/ 539 w 17063"/>
                  <a:gd name="connsiteY13" fmla="*/ 5820 h 11605"/>
                  <a:gd name="connsiteX14" fmla="*/ 976 w 17063"/>
                  <a:gd name="connsiteY14" fmla="*/ 3364 h 1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63" h="11605">
                    <a:moveTo>
                      <a:pt x="2491" y="2220"/>
                    </a:moveTo>
                    <a:lnTo>
                      <a:pt x="4544" y="0"/>
                    </a:lnTo>
                    <a:lnTo>
                      <a:pt x="8145" y="0"/>
                    </a:lnTo>
                    <a:lnTo>
                      <a:pt x="11611" y="0"/>
                    </a:lnTo>
                    <a:lnTo>
                      <a:pt x="14236" y="2590"/>
                    </a:lnTo>
                    <a:lnTo>
                      <a:pt x="15313" y="5416"/>
                    </a:lnTo>
                    <a:lnTo>
                      <a:pt x="15953" y="7804"/>
                    </a:lnTo>
                    <a:lnTo>
                      <a:pt x="17063" y="8612"/>
                    </a:lnTo>
                    <a:lnTo>
                      <a:pt x="14236" y="10428"/>
                    </a:lnTo>
                    <a:lnTo>
                      <a:pt x="11611" y="10428"/>
                    </a:lnTo>
                    <a:lnTo>
                      <a:pt x="6630" y="11606"/>
                    </a:lnTo>
                    <a:lnTo>
                      <a:pt x="1515" y="10327"/>
                    </a:lnTo>
                    <a:lnTo>
                      <a:pt x="0" y="8040"/>
                    </a:lnTo>
                    <a:lnTo>
                      <a:pt x="539" y="5820"/>
                    </a:lnTo>
                    <a:lnTo>
                      <a:pt x="976" y="3364"/>
                    </a:lnTo>
                    <a:close/>
                  </a:path>
                </a:pathLst>
              </a:custGeom>
              <a:grpFill/>
              <a:ln w="6350" cap="flat">
                <a:solidFill>
                  <a:schemeClr val="bg1"/>
                </a:solidFill>
                <a:prstDash val="solid"/>
                <a:miter/>
              </a:ln>
            </p:spPr>
            <p:txBody>
              <a:bodyPr rtlCol="0" anchor="ctr"/>
              <a:lstStyle/>
              <a:p>
                <a:endParaRPr lang="en-US"/>
              </a:p>
            </p:txBody>
          </p:sp>
          <p:sp>
            <p:nvSpPr>
              <p:cNvPr id="209" name="Freeform 926">
                <a:extLst>
                  <a:ext uri="{FF2B5EF4-FFF2-40B4-BE49-F238E27FC236}">
                    <a16:creationId xmlns:a16="http://schemas.microsoft.com/office/drawing/2014/main" id="{E085676A-F398-2DB8-4542-828CA0D48C8E}"/>
                  </a:ext>
                </a:extLst>
              </p:cNvPr>
              <p:cNvSpPr/>
              <p:nvPr/>
            </p:nvSpPr>
            <p:spPr>
              <a:xfrm>
                <a:off x="6286094" y="1672596"/>
                <a:ext cx="8649" cy="10226"/>
              </a:xfrm>
              <a:custGeom>
                <a:avLst/>
                <a:gdLst>
                  <a:gd name="connsiteX0" fmla="*/ 942 w 8649"/>
                  <a:gd name="connsiteY0" fmla="*/ 6190 h 10226"/>
                  <a:gd name="connsiteX1" fmla="*/ 3702 w 8649"/>
                  <a:gd name="connsiteY1" fmla="*/ 7569 h 10226"/>
                  <a:gd name="connsiteX2" fmla="*/ 6698 w 8649"/>
                  <a:gd name="connsiteY2" fmla="*/ 8612 h 10226"/>
                  <a:gd name="connsiteX3" fmla="*/ 7034 w 8649"/>
                  <a:gd name="connsiteY3" fmla="*/ 10226 h 10226"/>
                  <a:gd name="connsiteX4" fmla="*/ 8010 w 8649"/>
                  <a:gd name="connsiteY4" fmla="*/ 8477 h 10226"/>
                  <a:gd name="connsiteX5" fmla="*/ 8649 w 8649"/>
                  <a:gd name="connsiteY5" fmla="*/ 5652 h 10226"/>
                  <a:gd name="connsiteX6" fmla="*/ 8649 w 8649"/>
                  <a:gd name="connsiteY6" fmla="*/ 3633 h 10226"/>
                  <a:gd name="connsiteX7" fmla="*/ 7000 w 8649"/>
                  <a:gd name="connsiteY7" fmla="*/ 370 h 10226"/>
                  <a:gd name="connsiteX8" fmla="*/ 5318 w 8649"/>
                  <a:gd name="connsiteY8" fmla="*/ 0 h 10226"/>
                  <a:gd name="connsiteX9" fmla="*/ 3837 w 8649"/>
                  <a:gd name="connsiteY9" fmla="*/ 606 h 10226"/>
                  <a:gd name="connsiteX10" fmla="*/ 371 w 8649"/>
                  <a:gd name="connsiteY10" fmla="*/ 2018 h 10226"/>
                  <a:gd name="connsiteX11" fmla="*/ 0 w 8649"/>
                  <a:gd name="connsiteY11" fmla="*/ 4777 h 10226"/>
                  <a:gd name="connsiteX12" fmla="*/ 942 w 8649"/>
                  <a:gd name="connsiteY12" fmla="*/ 6190 h 1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9" h="10226">
                    <a:moveTo>
                      <a:pt x="942" y="6190"/>
                    </a:moveTo>
                    <a:lnTo>
                      <a:pt x="3702" y="7569"/>
                    </a:lnTo>
                    <a:lnTo>
                      <a:pt x="6698" y="8612"/>
                    </a:lnTo>
                    <a:cubicBezTo>
                      <a:pt x="6698" y="8612"/>
                      <a:pt x="6899" y="10193"/>
                      <a:pt x="7034" y="10226"/>
                    </a:cubicBezTo>
                    <a:cubicBezTo>
                      <a:pt x="7168" y="10260"/>
                      <a:pt x="8010" y="8477"/>
                      <a:pt x="8010" y="8477"/>
                    </a:cubicBezTo>
                    <a:lnTo>
                      <a:pt x="8649" y="5652"/>
                    </a:lnTo>
                    <a:lnTo>
                      <a:pt x="8649" y="3633"/>
                    </a:lnTo>
                    <a:lnTo>
                      <a:pt x="7000" y="370"/>
                    </a:lnTo>
                    <a:lnTo>
                      <a:pt x="5318" y="0"/>
                    </a:lnTo>
                    <a:lnTo>
                      <a:pt x="3837" y="606"/>
                    </a:lnTo>
                    <a:lnTo>
                      <a:pt x="371" y="2018"/>
                    </a:lnTo>
                    <a:lnTo>
                      <a:pt x="0" y="4777"/>
                    </a:lnTo>
                    <a:lnTo>
                      <a:pt x="942" y="6190"/>
                    </a:lnTo>
                    <a:close/>
                  </a:path>
                </a:pathLst>
              </a:custGeom>
              <a:grpFill/>
              <a:ln w="6350" cap="flat">
                <a:solidFill>
                  <a:schemeClr val="bg1"/>
                </a:solidFill>
                <a:prstDash val="solid"/>
                <a:miter/>
              </a:ln>
            </p:spPr>
            <p:txBody>
              <a:bodyPr rtlCol="0" anchor="ctr"/>
              <a:lstStyle/>
              <a:p>
                <a:endParaRPr lang="en-US"/>
              </a:p>
            </p:txBody>
          </p:sp>
          <p:sp>
            <p:nvSpPr>
              <p:cNvPr id="210" name="Freeform 927">
                <a:extLst>
                  <a:ext uri="{FF2B5EF4-FFF2-40B4-BE49-F238E27FC236}">
                    <a16:creationId xmlns:a16="http://schemas.microsoft.com/office/drawing/2014/main" id="{6B3498C8-905D-1311-9916-840894A33484}"/>
                  </a:ext>
                </a:extLst>
              </p:cNvPr>
              <p:cNvSpPr/>
              <p:nvPr/>
            </p:nvSpPr>
            <p:spPr>
              <a:xfrm>
                <a:off x="6301677" y="1678853"/>
                <a:ext cx="8985" cy="5752"/>
              </a:xfrm>
              <a:custGeom>
                <a:avLst/>
                <a:gdLst>
                  <a:gd name="connsiteX0" fmla="*/ 0 w 8985"/>
                  <a:gd name="connsiteY0" fmla="*/ 1783 h 5752"/>
                  <a:gd name="connsiteX1" fmla="*/ 1515 w 8985"/>
                  <a:gd name="connsiteY1" fmla="*/ 0 h 5752"/>
                  <a:gd name="connsiteX2" fmla="*/ 4342 w 8985"/>
                  <a:gd name="connsiteY2" fmla="*/ 0 h 5752"/>
                  <a:gd name="connsiteX3" fmla="*/ 7337 w 8985"/>
                  <a:gd name="connsiteY3" fmla="*/ 908 h 5752"/>
                  <a:gd name="connsiteX4" fmla="*/ 8986 w 8985"/>
                  <a:gd name="connsiteY4" fmla="*/ 1783 h 5752"/>
                  <a:gd name="connsiteX5" fmla="*/ 8145 w 8985"/>
                  <a:gd name="connsiteY5" fmla="*/ 4339 h 5752"/>
                  <a:gd name="connsiteX6" fmla="*/ 5385 w 8985"/>
                  <a:gd name="connsiteY6" fmla="*/ 5752 h 5752"/>
                  <a:gd name="connsiteX7" fmla="*/ 2053 w 8985"/>
                  <a:gd name="connsiteY7" fmla="*/ 4844 h 5752"/>
                  <a:gd name="connsiteX8" fmla="*/ 0 w 8985"/>
                  <a:gd name="connsiteY8" fmla="*/ 3263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85" h="5752">
                    <a:moveTo>
                      <a:pt x="0" y="1783"/>
                    </a:moveTo>
                    <a:lnTo>
                      <a:pt x="1515" y="0"/>
                    </a:lnTo>
                    <a:lnTo>
                      <a:pt x="4342" y="0"/>
                    </a:lnTo>
                    <a:lnTo>
                      <a:pt x="7337" y="908"/>
                    </a:lnTo>
                    <a:lnTo>
                      <a:pt x="8986" y="1783"/>
                    </a:lnTo>
                    <a:lnTo>
                      <a:pt x="8145" y="4339"/>
                    </a:lnTo>
                    <a:lnTo>
                      <a:pt x="5385" y="5752"/>
                    </a:lnTo>
                    <a:lnTo>
                      <a:pt x="2053" y="4844"/>
                    </a:lnTo>
                    <a:lnTo>
                      <a:pt x="0" y="3263"/>
                    </a:lnTo>
                    <a:close/>
                  </a:path>
                </a:pathLst>
              </a:custGeom>
              <a:grpFill/>
              <a:ln w="6350" cap="flat">
                <a:solidFill>
                  <a:schemeClr val="bg1"/>
                </a:solidFill>
                <a:prstDash val="solid"/>
                <a:miter/>
              </a:ln>
            </p:spPr>
            <p:txBody>
              <a:bodyPr rtlCol="0" anchor="ctr"/>
              <a:lstStyle/>
              <a:p>
                <a:endParaRPr lang="en-US"/>
              </a:p>
            </p:txBody>
          </p:sp>
          <p:sp>
            <p:nvSpPr>
              <p:cNvPr id="211" name="Freeform 928">
                <a:extLst>
                  <a:ext uri="{FF2B5EF4-FFF2-40B4-BE49-F238E27FC236}">
                    <a16:creationId xmlns:a16="http://schemas.microsoft.com/office/drawing/2014/main" id="{6F52CE9A-EE31-862D-A456-C557650667A2}"/>
                  </a:ext>
                </a:extLst>
              </p:cNvPr>
              <p:cNvSpPr/>
              <p:nvPr/>
            </p:nvSpPr>
            <p:spPr>
              <a:xfrm>
                <a:off x="6306859" y="1701459"/>
                <a:ext cx="5754" cy="7064"/>
              </a:xfrm>
              <a:custGeom>
                <a:avLst/>
                <a:gdLst>
                  <a:gd name="connsiteX0" fmla="*/ 572 w 5754"/>
                  <a:gd name="connsiteY0" fmla="*/ 2052 h 7064"/>
                  <a:gd name="connsiteX1" fmla="*/ 2221 w 5754"/>
                  <a:gd name="connsiteY1" fmla="*/ 0 h 7064"/>
                  <a:gd name="connsiteX2" fmla="*/ 4375 w 5754"/>
                  <a:gd name="connsiteY2" fmla="*/ 0 h 7064"/>
                  <a:gd name="connsiteX3" fmla="*/ 5486 w 5754"/>
                  <a:gd name="connsiteY3" fmla="*/ 3667 h 7064"/>
                  <a:gd name="connsiteX4" fmla="*/ 5755 w 5754"/>
                  <a:gd name="connsiteY4" fmla="*/ 5988 h 7064"/>
                  <a:gd name="connsiteX5" fmla="*/ 4409 w 5754"/>
                  <a:gd name="connsiteY5" fmla="*/ 7064 h 7064"/>
                  <a:gd name="connsiteX6" fmla="*/ 2154 w 5754"/>
                  <a:gd name="connsiteY6" fmla="*/ 6694 h 7064"/>
                  <a:gd name="connsiteX7" fmla="*/ 572 w 5754"/>
                  <a:gd name="connsiteY7" fmla="*/ 4777 h 7064"/>
                  <a:gd name="connsiteX8" fmla="*/ 0 w 5754"/>
                  <a:gd name="connsiteY8" fmla="*/ 2960 h 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4" h="7064">
                    <a:moveTo>
                      <a:pt x="572" y="2052"/>
                    </a:moveTo>
                    <a:lnTo>
                      <a:pt x="2221" y="0"/>
                    </a:lnTo>
                    <a:lnTo>
                      <a:pt x="4375" y="0"/>
                    </a:lnTo>
                    <a:lnTo>
                      <a:pt x="5486" y="3667"/>
                    </a:lnTo>
                    <a:lnTo>
                      <a:pt x="5755" y="5988"/>
                    </a:lnTo>
                    <a:lnTo>
                      <a:pt x="4409" y="7064"/>
                    </a:lnTo>
                    <a:lnTo>
                      <a:pt x="2154" y="6694"/>
                    </a:lnTo>
                    <a:lnTo>
                      <a:pt x="572" y="4777"/>
                    </a:lnTo>
                    <a:lnTo>
                      <a:pt x="0" y="2960"/>
                    </a:lnTo>
                    <a:close/>
                  </a:path>
                </a:pathLst>
              </a:custGeom>
              <a:grpFill/>
              <a:ln w="6350" cap="flat">
                <a:solidFill>
                  <a:schemeClr val="bg1"/>
                </a:solidFill>
                <a:prstDash val="solid"/>
                <a:miter/>
              </a:ln>
            </p:spPr>
            <p:txBody>
              <a:bodyPr rtlCol="0" anchor="ctr"/>
              <a:lstStyle/>
              <a:p>
                <a:endParaRPr lang="en-US"/>
              </a:p>
            </p:txBody>
          </p:sp>
          <p:sp>
            <p:nvSpPr>
              <p:cNvPr id="212" name="Freeform 929">
                <a:extLst>
                  <a:ext uri="{FF2B5EF4-FFF2-40B4-BE49-F238E27FC236}">
                    <a16:creationId xmlns:a16="http://schemas.microsoft.com/office/drawing/2014/main" id="{5BC0396E-B12C-6757-8DEC-E6D5793EF2E8}"/>
                  </a:ext>
                </a:extLst>
              </p:cNvPr>
              <p:cNvSpPr/>
              <p:nvPr/>
            </p:nvSpPr>
            <p:spPr>
              <a:xfrm>
                <a:off x="6345259" y="1691972"/>
                <a:ext cx="5081" cy="6727"/>
              </a:xfrm>
              <a:custGeom>
                <a:avLst/>
                <a:gdLst>
                  <a:gd name="connsiteX0" fmla="*/ 34 w 5081"/>
                  <a:gd name="connsiteY0" fmla="*/ 5416 h 6727"/>
                  <a:gd name="connsiteX1" fmla="*/ 0 w 5081"/>
                  <a:gd name="connsiteY1" fmla="*/ 1547 h 6727"/>
                  <a:gd name="connsiteX2" fmla="*/ 1986 w 5081"/>
                  <a:gd name="connsiteY2" fmla="*/ 0 h 6727"/>
                  <a:gd name="connsiteX3" fmla="*/ 4139 w 5081"/>
                  <a:gd name="connsiteY3" fmla="*/ 774 h 6727"/>
                  <a:gd name="connsiteX4" fmla="*/ 5082 w 5081"/>
                  <a:gd name="connsiteY4" fmla="*/ 3028 h 6727"/>
                  <a:gd name="connsiteX5" fmla="*/ 5082 w 5081"/>
                  <a:gd name="connsiteY5" fmla="*/ 5113 h 6727"/>
                  <a:gd name="connsiteX6" fmla="*/ 3197 w 5081"/>
                  <a:gd name="connsiteY6" fmla="*/ 6526 h 6727"/>
                  <a:gd name="connsiteX7" fmla="*/ 1952 w 5081"/>
                  <a:gd name="connsiteY7" fmla="*/ 6728 h 6727"/>
                  <a:gd name="connsiteX8" fmla="*/ 34 w 5081"/>
                  <a:gd name="connsiteY8" fmla="*/ 5416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1" h="6727">
                    <a:moveTo>
                      <a:pt x="34" y="5416"/>
                    </a:moveTo>
                    <a:cubicBezTo>
                      <a:pt x="67" y="5349"/>
                      <a:pt x="0" y="1547"/>
                      <a:pt x="0" y="1547"/>
                    </a:cubicBezTo>
                    <a:lnTo>
                      <a:pt x="1986" y="0"/>
                    </a:lnTo>
                    <a:lnTo>
                      <a:pt x="4139" y="774"/>
                    </a:lnTo>
                    <a:lnTo>
                      <a:pt x="5082" y="3028"/>
                    </a:lnTo>
                    <a:lnTo>
                      <a:pt x="5082" y="5113"/>
                    </a:lnTo>
                    <a:lnTo>
                      <a:pt x="3197" y="6526"/>
                    </a:lnTo>
                    <a:lnTo>
                      <a:pt x="1952" y="6728"/>
                    </a:lnTo>
                    <a:lnTo>
                      <a:pt x="34" y="5416"/>
                    </a:lnTo>
                    <a:close/>
                  </a:path>
                </a:pathLst>
              </a:custGeom>
              <a:grpFill/>
              <a:ln w="6350" cap="flat">
                <a:solidFill>
                  <a:schemeClr val="bg1"/>
                </a:solidFill>
                <a:prstDash val="solid"/>
                <a:miter/>
              </a:ln>
            </p:spPr>
            <p:txBody>
              <a:bodyPr rtlCol="0" anchor="ctr"/>
              <a:lstStyle/>
              <a:p>
                <a:endParaRPr lang="en-US"/>
              </a:p>
            </p:txBody>
          </p:sp>
          <p:sp>
            <p:nvSpPr>
              <p:cNvPr id="213" name="Freeform 930">
                <a:extLst>
                  <a:ext uri="{FF2B5EF4-FFF2-40B4-BE49-F238E27FC236}">
                    <a16:creationId xmlns:a16="http://schemas.microsoft.com/office/drawing/2014/main" id="{F4CFE39B-302F-49F2-D948-4847FB317A16}"/>
                  </a:ext>
                </a:extLst>
              </p:cNvPr>
              <p:cNvSpPr/>
              <p:nvPr/>
            </p:nvSpPr>
            <p:spPr>
              <a:xfrm>
                <a:off x="6200713" y="1506315"/>
                <a:ext cx="3702" cy="7669"/>
              </a:xfrm>
              <a:custGeom>
                <a:avLst/>
                <a:gdLst>
                  <a:gd name="connsiteX0" fmla="*/ 2221 w 3702"/>
                  <a:gd name="connsiteY0" fmla="*/ 7670 h 7669"/>
                  <a:gd name="connsiteX1" fmla="*/ 0 w 3702"/>
                  <a:gd name="connsiteY1" fmla="*/ 4979 h 7669"/>
                  <a:gd name="connsiteX2" fmla="*/ 337 w 3702"/>
                  <a:gd name="connsiteY2" fmla="*/ 1951 h 7669"/>
                  <a:gd name="connsiteX3" fmla="*/ 1481 w 3702"/>
                  <a:gd name="connsiteY3" fmla="*/ 0 h 7669"/>
                  <a:gd name="connsiteX4" fmla="*/ 3568 w 3702"/>
                  <a:gd name="connsiteY4" fmla="*/ 1379 h 7669"/>
                  <a:gd name="connsiteX5" fmla="*/ 3702 w 3702"/>
                  <a:gd name="connsiteY5" fmla="*/ 3835 h 7669"/>
                  <a:gd name="connsiteX6" fmla="*/ 3467 w 3702"/>
                  <a:gd name="connsiteY6" fmla="*/ 6055 h 7669"/>
                  <a:gd name="connsiteX7" fmla="*/ 2221 w 3702"/>
                  <a:gd name="connsiteY7" fmla="*/ 7670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2" h="7669">
                    <a:moveTo>
                      <a:pt x="2221" y="7670"/>
                    </a:moveTo>
                    <a:lnTo>
                      <a:pt x="0" y="4979"/>
                    </a:lnTo>
                    <a:lnTo>
                      <a:pt x="337" y="1951"/>
                    </a:lnTo>
                    <a:lnTo>
                      <a:pt x="1481" y="0"/>
                    </a:lnTo>
                    <a:lnTo>
                      <a:pt x="3568" y="1379"/>
                    </a:lnTo>
                    <a:cubicBezTo>
                      <a:pt x="3568" y="1379"/>
                      <a:pt x="3702" y="3633"/>
                      <a:pt x="3702" y="3835"/>
                    </a:cubicBezTo>
                    <a:cubicBezTo>
                      <a:pt x="3702" y="4037"/>
                      <a:pt x="3467" y="6055"/>
                      <a:pt x="3467" y="6055"/>
                    </a:cubicBezTo>
                    <a:lnTo>
                      <a:pt x="2221" y="7670"/>
                    </a:lnTo>
                    <a:close/>
                  </a:path>
                </a:pathLst>
              </a:custGeom>
              <a:grpFill/>
              <a:ln w="6350" cap="flat">
                <a:solidFill>
                  <a:schemeClr val="bg1"/>
                </a:solidFill>
                <a:prstDash val="solid"/>
                <a:miter/>
              </a:ln>
            </p:spPr>
            <p:txBody>
              <a:bodyPr rtlCol="0" anchor="ctr"/>
              <a:lstStyle/>
              <a:p>
                <a:endParaRPr lang="en-US"/>
              </a:p>
            </p:txBody>
          </p:sp>
        </p:grpSp>
        <p:sp>
          <p:nvSpPr>
            <p:cNvPr id="185" name="Freeform 902">
              <a:extLst>
                <a:ext uri="{FF2B5EF4-FFF2-40B4-BE49-F238E27FC236}">
                  <a16:creationId xmlns:a16="http://schemas.microsoft.com/office/drawing/2014/main" id="{4A6DC52C-ACBD-4329-6A1C-8CDE54AEF4E9}"/>
                </a:ext>
              </a:extLst>
            </p:cNvPr>
            <p:cNvSpPr/>
            <p:nvPr/>
          </p:nvSpPr>
          <p:spPr>
            <a:xfrm>
              <a:off x="8243874" y="2118568"/>
              <a:ext cx="427891" cy="307468"/>
            </a:xfrm>
            <a:custGeom>
              <a:avLst/>
              <a:gdLst>
                <a:gd name="connsiteX0" fmla="*/ 816292 w 821508"/>
                <a:gd name="connsiteY0" fmla="*/ 265451 h 590308"/>
                <a:gd name="connsiteX1" fmla="*/ 817604 w 821508"/>
                <a:gd name="connsiteY1" fmla="*/ 263702 h 590308"/>
                <a:gd name="connsiteX2" fmla="*/ 819186 w 821508"/>
                <a:gd name="connsiteY2" fmla="*/ 262625 h 590308"/>
                <a:gd name="connsiteX3" fmla="*/ 820566 w 821508"/>
                <a:gd name="connsiteY3" fmla="*/ 261683 h 590308"/>
                <a:gd name="connsiteX4" fmla="*/ 821508 w 821508"/>
                <a:gd name="connsiteY4" fmla="*/ 258925 h 590308"/>
                <a:gd name="connsiteX5" fmla="*/ 821138 w 821508"/>
                <a:gd name="connsiteY5" fmla="*/ 256671 h 590308"/>
                <a:gd name="connsiteX6" fmla="*/ 819691 w 821508"/>
                <a:gd name="connsiteY6" fmla="*/ 254148 h 590308"/>
                <a:gd name="connsiteX7" fmla="*/ 818109 w 821508"/>
                <a:gd name="connsiteY7" fmla="*/ 252197 h 590308"/>
                <a:gd name="connsiteX8" fmla="*/ 816797 w 821508"/>
                <a:gd name="connsiteY8" fmla="*/ 250818 h 590308"/>
                <a:gd name="connsiteX9" fmla="*/ 816730 w 821508"/>
                <a:gd name="connsiteY9" fmla="*/ 248429 h 590308"/>
                <a:gd name="connsiteX10" fmla="*/ 817739 w 821508"/>
                <a:gd name="connsiteY10" fmla="*/ 246545 h 590308"/>
                <a:gd name="connsiteX11" fmla="*/ 819691 w 821508"/>
                <a:gd name="connsiteY11" fmla="*/ 245233 h 590308"/>
                <a:gd name="connsiteX12" fmla="*/ 820499 w 821508"/>
                <a:gd name="connsiteY12" fmla="*/ 244359 h 590308"/>
                <a:gd name="connsiteX13" fmla="*/ 819927 w 821508"/>
                <a:gd name="connsiteY13" fmla="*/ 242778 h 590308"/>
                <a:gd name="connsiteX14" fmla="*/ 818547 w 821508"/>
                <a:gd name="connsiteY14" fmla="*/ 241768 h 590308"/>
                <a:gd name="connsiteX15" fmla="*/ 818614 w 821508"/>
                <a:gd name="connsiteY15" fmla="*/ 237698 h 590308"/>
                <a:gd name="connsiteX16" fmla="*/ 817672 w 821508"/>
                <a:gd name="connsiteY16" fmla="*/ 235108 h 590308"/>
                <a:gd name="connsiteX17" fmla="*/ 816730 w 821508"/>
                <a:gd name="connsiteY17" fmla="*/ 231979 h 590308"/>
                <a:gd name="connsiteX18" fmla="*/ 817672 w 821508"/>
                <a:gd name="connsiteY18" fmla="*/ 229389 h 590308"/>
                <a:gd name="connsiteX19" fmla="*/ 817739 w 821508"/>
                <a:gd name="connsiteY19" fmla="*/ 227001 h 590308"/>
                <a:gd name="connsiteX20" fmla="*/ 817941 w 821508"/>
                <a:gd name="connsiteY20" fmla="*/ 223098 h 590308"/>
                <a:gd name="connsiteX21" fmla="*/ 817133 w 821508"/>
                <a:gd name="connsiteY21" fmla="*/ 221719 h 590308"/>
                <a:gd name="connsiteX22" fmla="*/ 815686 w 821508"/>
                <a:gd name="connsiteY22" fmla="*/ 220845 h 590308"/>
                <a:gd name="connsiteX23" fmla="*/ 812220 w 821508"/>
                <a:gd name="connsiteY23" fmla="*/ 219465 h 590308"/>
                <a:gd name="connsiteX24" fmla="*/ 810200 w 821508"/>
                <a:gd name="connsiteY24" fmla="*/ 218153 h 590308"/>
                <a:gd name="connsiteX25" fmla="*/ 808114 w 821508"/>
                <a:gd name="connsiteY25" fmla="*/ 216842 h 590308"/>
                <a:gd name="connsiteX26" fmla="*/ 805590 w 821508"/>
                <a:gd name="connsiteY26" fmla="*/ 216404 h 590308"/>
                <a:gd name="connsiteX27" fmla="*/ 803268 w 821508"/>
                <a:gd name="connsiteY27" fmla="*/ 215900 h 590308"/>
                <a:gd name="connsiteX28" fmla="*/ 801618 w 821508"/>
                <a:gd name="connsiteY28" fmla="*/ 215900 h 590308"/>
                <a:gd name="connsiteX29" fmla="*/ 800104 w 821508"/>
                <a:gd name="connsiteY29" fmla="*/ 215193 h 590308"/>
                <a:gd name="connsiteX30" fmla="*/ 798152 w 821508"/>
                <a:gd name="connsiteY30" fmla="*/ 216068 h 590308"/>
                <a:gd name="connsiteX31" fmla="*/ 796267 w 821508"/>
                <a:gd name="connsiteY31" fmla="*/ 217582 h 590308"/>
                <a:gd name="connsiteX32" fmla="*/ 795191 w 821508"/>
                <a:gd name="connsiteY32" fmla="*/ 218961 h 590308"/>
                <a:gd name="connsiteX33" fmla="*/ 793945 w 821508"/>
                <a:gd name="connsiteY33" fmla="*/ 220407 h 590308"/>
                <a:gd name="connsiteX34" fmla="*/ 792936 w 821508"/>
                <a:gd name="connsiteY34" fmla="*/ 222224 h 590308"/>
                <a:gd name="connsiteX35" fmla="*/ 791489 w 821508"/>
                <a:gd name="connsiteY35" fmla="*/ 222661 h 590308"/>
                <a:gd name="connsiteX36" fmla="*/ 790479 w 821508"/>
                <a:gd name="connsiteY36" fmla="*/ 223166 h 590308"/>
                <a:gd name="connsiteX37" fmla="*/ 788965 w 821508"/>
                <a:gd name="connsiteY37" fmla="*/ 223098 h 590308"/>
                <a:gd name="connsiteX38" fmla="*/ 787585 w 821508"/>
                <a:gd name="connsiteY38" fmla="*/ 222897 h 590308"/>
                <a:gd name="connsiteX39" fmla="*/ 786003 w 821508"/>
                <a:gd name="connsiteY39" fmla="*/ 222897 h 590308"/>
                <a:gd name="connsiteX40" fmla="*/ 783983 w 821508"/>
                <a:gd name="connsiteY40" fmla="*/ 222392 h 590308"/>
                <a:gd name="connsiteX41" fmla="*/ 781964 w 821508"/>
                <a:gd name="connsiteY41" fmla="*/ 220576 h 590308"/>
                <a:gd name="connsiteX42" fmla="*/ 777185 w 821508"/>
                <a:gd name="connsiteY42" fmla="*/ 217312 h 590308"/>
                <a:gd name="connsiteX43" fmla="*/ 772339 w 821508"/>
                <a:gd name="connsiteY43" fmla="*/ 213915 h 590308"/>
                <a:gd name="connsiteX44" fmla="*/ 768502 w 821508"/>
                <a:gd name="connsiteY44" fmla="*/ 212098 h 590308"/>
                <a:gd name="connsiteX45" fmla="*/ 763084 w 821508"/>
                <a:gd name="connsiteY45" fmla="*/ 210215 h 590308"/>
                <a:gd name="connsiteX46" fmla="*/ 759820 w 821508"/>
                <a:gd name="connsiteY46" fmla="*/ 209273 h 590308"/>
                <a:gd name="connsiteX47" fmla="*/ 754906 w 821508"/>
                <a:gd name="connsiteY47" fmla="*/ 208465 h 590308"/>
                <a:gd name="connsiteX48" fmla="*/ 751945 w 821508"/>
                <a:gd name="connsiteY48" fmla="*/ 208095 h 590308"/>
                <a:gd name="connsiteX49" fmla="*/ 748377 w 821508"/>
                <a:gd name="connsiteY49" fmla="*/ 206346 h 590308"/>
                <a:gd name="connsiteX50" fmla="*/ 744372 w 821508"/>
                <a:gd name="connsiteY50" fmla="*/ 201704 h 590308"/>
                <a:gd name="connsiteX51" fmla="*/ 741612 w 821508"/>
                <a:gd name="connsiteY51" fmla="*/ 198441 h 590308"/>
                <a:gd name="connsiteX52" fmla="*/ 740367 w 821508"/>
                <a:gd name="connsiteY52" fmla="*/ 196355 h 590308"/>
                <a:gd name="connsiteX53" fmla="*/ 739795 w 821508"/>
                <a:gd name="connsiteY53" fmla="*/ 192520 h 590308"/>
                <a:gd name="connsiteX54" fmla="*/ 738718 w 821508"/>
                <a:gd name="connsiteY54" fmla="*/ 188752 h 590308"/>
                <a:gd name="connsiteX55" fmla="*/ 736699 w 821508"/>
                <a:gd name="connsiteY55" fmla="*/ 185927 h 590308"/>
                <a:gd name="connsiteX56" fmla="*/ 734949 w 821508"/>
                <a:gd name="connsiteY56" fmla="*/ 182529 h 590308"/>
                <a:gd name="connsiteX57" fmla="*/ 735454 w 821508"/>
                <a:gd name="connsiteY57" fmla="*/ 180073 h 590308"/>
                <a:gd name="connsiteX58" fmla="*/ 736396 w 821508"/>
                <a:gd name="connsiteY58" fmla="*/ 177180 h 590308"/>
                <a:gd name="connsiteX59" fmla="*/ 736530 w 821508"/>
                <a:gd name="connsiteY59" fmla="*/ 174927 h 590308"/>
                <a:gd name="connsiteX60" fmla="*/ 736598 w 821508"/>
                <a:gd name="connsiteY60" fmla="*/ 172168 h 590308"/>
                <a:gd name="connsiteX61" fmla="*/ 736901 w 821508"/>
                <a:gd name="connsiteY61" fmla="*/ 170789 h 590308"/>
                <a:gd name="connsiteX62" fmla="*/ 737406 w 821508"/>
                <a:gd name="connsiteY62" fmla="*/ 169275 h 590308"/>
                <a:gd name="connsiteX63" fmla="*/ 734949 w 821508"/>
                <a:gd name="connsiteY63" fmla="*/ 167829 h 590308"/>
                <a:gd name="connsiteX64" fmla="*/ 731314 w 821508"/>
                <a:gd name="connsiteY64" fmla="*/ 167829 h 590308"/>
                <a:gd name="connsiteX65" fmla="*/ 729295 w 821508"/>
                <a:gd name="connsiteY65" fmla="*/ 168266 h 590308"/>
                <a:gd name="connsiteX66" fmla="*/ 727107 w 821508"/>
                <a:gd name="connsiteY66" fmla="*/ 169006 h 590308"/>
                <a:gd name="connsiteX67" fmla="*/ 725155 w 821508"/>
                <a:gd name="connsiteY67" fmla="*/ 171394 h 590308"/>
                <a:gd name="connsiteX68" fmla="*/ 723775 w 821508"/>
                <a:gd name="connsiteY68" fmla="*/ 174153 h 590308"/>
                <a:gd name="connsiteX69" fmla="*/ 722766 w 821508"/>
                <a:gd name="connsiteY69" fmla="*/ 176474 h 590308"/>
                <a:gd name="connsiteX70" fmla="*/ 721319 w 821508"/>
                <a:gd name="connsiteY70" fmla="*/ 178661 h 590308"/>
                <a:gd name="connsiteX71" fmla="*/ 719636 w 821508"/>
                <a:gd name="connsiteY71" fmla="*/ 180679 h 590308"/>
                <a:gd name="connsiteX72" fmla="*/ 719064 w 821508"/>
                <a:gd name="connsiteY72" fmla="*/ 182260 h 590308"/>
                <a:gd name="connsiteX73" fmla="*/ 717751 w 821508"/>
                <a:gd name="connsiteY73" fmla="*/ 184648 h 590308"/>
                <a:gd name="connsiteX74" fmla="*/ 717549 w 821508"/>
                <a:gd name="connsiteY74" fmla="*/ 186229 h 590308"/>
                <a:gd name="connsiteX75" fmla="*/ 716742 w 821508"/>
                <a:gd name="connsiteY75" fmla="*/ 189358 h 590308"/>
                <a:gd name="connsiteX76" fmla="*/ 715799 w 821508"/>
                <a:gd name="connsiteY76" fmla="*/ 192049 h 590308"/>
                <a:gd name="connsiteX77" fmla="*/ 714790 w 821508"/>
                <a:gd name="connsiteY77" fmla="*/ 194808 h 590308"/>
                <a:gd name="connsiteX78" fmla="*/ 713208 w 821508"/>
                <a:gd name="connsiteY78" fmla="*/ 195514 h 590308"/>
                <a:gd name="connsiteX79" fmla="*/ 711121 w 821508"/>
                <a:gd name="connsiteY79" fmla="*/ 194808 h 590308"/>
                <a:gd name="connsiteX80" fmla="*/ 710112 w 821508"/>
                <a:gd name="connsiteY80" fmla="*/ 192486 h 590308"/>
                <a:gd name="connsiteX81" fmla="*/ 709237 w 821508"/>
                <a:gd name="connsiteY81" fmla="*/ 189156 h 590308"/>
                <a:gd name="connsiteX82" fmla="*/ 707487 w 821508"/>
                <a:gd name="connsiteY82" fmla="*/ 186263 h 590308"/>
                <a:gd name="connsiteX83" fmla="*/ 706780 w 821508"/>
                <a:gd name="connsiteY83" fmla="*/ 182798 h 590308"/>
                <a:gd name="connsiteX84" fmla="*/ 706073 w 821508"/>
                <a:gd name="connsiteY84" fmla="*/ 180847 h 590308"/>
                <a:gd name="connsiteX85" fmla="*/ 704188 w 821508"/>
                <a:gd name="connsiteY85" fmla="*/ 178156 h 590308"/>
                <a:gd name="connsiteX86" fmla="*/ 702438 w 821508"/>
                <a:gd name="connsiteY86" fmla="*/ 175835 h 590308"/>
                <a:gd name="connsiteX87" fmla="*/ 700419 w 821508"/>
                <a:gd name="connsiteY87" fmla="*/ 174826 h 590308"/>
                <a:gd name="connsiteX88" fmla="*/ 697727 w 821508"/>
                <a:gd name="connsiteY88" fmla="*/ 175196 h 590308"/>
                <a:gd name="connsiteX89" fmla="*/ 695775 w 821508"/>
                <a:gd name="connsiteY89" fmla="*/ 175936 h 590308"/>
                <a:gd name="connsiteX90" fmla="*/ 691063 w 821508"/>
                <a:gd name="connsiteY90" fmla="*/ 178694 h 590308"/>
                <a:gd name="connsiteX91" fmla="*/ 688741 w 821508"/>
                <a:gd name="connsiteY91" fmla="*/ 181150 h 590308"/>
                <a:gd name="connsiteX92" fmla="*/ 686991 w 821508"/>
                <a:gd name="connsiteY92" fmla="*/ 183673 h 590308"/>
                <a:gd name="connsiteX93" fmla="*/ 686924 w 821508"/>
                <a:gd name="connsiteY93" fmla="*/ 186364 h 590308"/>
                <a:gd name="connsiteX94" fmla="*/ 687462 w 821508"/>
                <a:gd name="connsiteY94" fmla="*/ 188954 h 590308"/>
                <a:gd name="connsiteX95" fmla="*/ 689515 w 821508"/>
                <a:gd name="connsiteY95" fmla="*/ 190973 h 590308"/>
                <a:gd name="connsiteX96" fmla="*/ 689515 w 821508"/>
                <a:gd name="connsiteY96" fmla="*/ 192486 h 590308"/>
                <a:gd name="connsiteX97" fmla="*/ 687630 w 821508"/>
                <a:gd name="connsiteY97" fmla="*/ 193563 h 590308"/>
                <a:gd name="connsiteX98" fmla="*/ 684366 w 821508"/>
                <a:gd name="connsiteY98" fmla="*/ 195951 h 590308"/>
                <a:gd name="connsiteX99" fmla="*/ 681674 w 821508"/>
                <a:gd name="connsiteY99" fmla="*/ 196691 h 590308"/>
                <a:gd name="connsiteX100" fmla="*/ 677332 w 821508"/>
                <a:gd name="connsiteY100" fmla="*/ 196826 h 590308"/>
                <a:gd name="connsiteX101" fmla="*/ 673698 w 821508"/>
                <a:gd name="connsiteY101" fmla="*/ 196893 h 590308"/>
                <a:gd name="connsiteX102" fmla="*/ 668784 w 821508"/>
                <a:gd name="connsiteY102" fmla="*/ 199282 h 590308"/>
                <a:gd name="connsiteX103" fmla="*/ 662625 w 821508"/>
                <a:gd name="connsiteY103" fmla="*/ 200964 h 590308"/>
                <a:gd name="connsiteX104" fmla="*/ 660370 w 821508"/>
                <a:gd name="connsiteY104" fmla="*/ 202915 h 590308"/>
                <a:gd name="connsiteX105" fmla="*/ 658486 w 821508"/>
                <a:gd name="connsiteY105" fmla="*/ 206178 h 590308"/>
                <a:gd name="connsiteX106" fmla="*/ 655962 w 821508"/>
                <a:gd name="connsiteY106" fmla="*/ 209508 h 590308"/>
                <a:gd name="connsiteX107" fmla="*/ 654380 w 821508"/>
                <a:gd name="connsiteY107" fmla="*/ 210013 h 590308"/>
                <a:gd name="connsiteX108" fmla="*/ 649163 w 821508"/>
                <a:gd name="connsiteY108" fmla="*/ 209878 h 590308"/>
                <a:gd name="connsiteX109" fmla="*/ 647985 w 821508"/>
                <a:gd name="connsiteY109" fmla="*/ 210887 h 590308"/>
                <a:gd name="connsiteX110" fmla="*/ 647043 w 821508"/>
                <a:gd name="connsiteY110" fmla="*/ 214352 h 590308"/>
                <a:gd name="connsiteX111" fmla="*/ 646101 w 821508"/>
                <a:gd name="connsiteY111" fmla="*/ 218423 h 590308"/>
                <a:gd name="connsiteX112" fmla="*/ 647312 w 821508"/>
                <a:gd name="connsiteY112" fmla="*/ 223334 h 590308"/>
                <a:gd name="connsiteX113" fmla="*/ 649197 w 821508"/>
                <a:gd name="connsiteY113" fmla="*/ 228750 h 590308"/>
                <a:gd name="connsiteX114" fmla="*/ 650274 w 821508"/>
                <a:gd name="connsiteY114" fmla="*/ 232215 h 590308"/>
                <a:gd name="connsiteX115" fmla="*/ 649836 w 821508"/>
                <a:gd name="connsiteY115" fmla="*/ 234603 h 590308"/>
                <a:gd name="connsiteX116" fmla="*/ 647649 w 821508"/>
                <a:gd name="connsiteY116" fmla="*/ 235343 h 590308"/>
                <a:gd name="connsiteX117" fmla="*/ 643307 w 821508"/>
                <a:gd name="connsiteY117" fmla="*/ 236588 h 590308"/>
                <a:gd name="connsiteX118" fmla="*/ 640783 w 821508"/>
                <a:gd name="connsiteY118" fmla="*/ 237160 h 590308"/>
                <a:gd name="connsiteX119" fmla="*/ 639202 w 821508"/>
                <a:gd name="connsiteY119" fmla="*/ 238304 h 590308"/>
                <a:gd name="connsiteX120" fmla="*/ 636879 w 821508"/>
                <a:gd name="connsiteY120" fmla="*/ 239750 h 590308"/>
                <a:gd name="connsiteX121" fmla="*/ 634927 w 821508"/>
                <a:gd name="connsiteY121" fmla="*/ 241567 h 590308"/>
                <a:gd name="connsiteX122" fmla="*/ 632908 w 821508"/>
                <a:gd name="connsiteY122" fmla="*/ 242643 h 590308"/>
                <a:gd name="connsiteX123" fmla="*/ 628432 w 821508"/>
                <a:gd name="connsiteY123" fmla="*/ 242206 h 590308"/>
                <a:gd name="connsiteX124" fmla="*/ 625235 w 821508"/>
                <a:gd name="connsiteY124" fmla="*/ 241567 h 590308"/>
                <a:gd name="connsiteX125" fmla="*/ 622475 w 821508"/>
                <a:gd name="connsiteY125" fmla="*/ 239616 h 590308"/>
                <a:gd name="connsiteX126" fmla="*/ 618942 w 821508"/>
                <a:gd name="connsiteY126" fmla="*/ 237429 h 590308"/>
                <a:gd name="connsiteX127" fmla="*/ 615980 w 821508"/>
                <a:gd name="connsiteY127" fmla="*/ 234906 h 590308"/>
                <a:gd name="connsiteX128" fmla="*/ 613725 w 821508"/>
                <a:gd name="connsiteY128" fmla="*/ 230634 h 590308"/>
                <a:gd name="connsiteX129" fmla="*/ 611638 w 821508"/>
                <a:gd name="connsiteY129" fmla="*/ 226866 h 590308"/>
                <a:gd name="connsiteX130" fmla="*/ 609013 w 821508"/>
                <a:gd name="connsiteY130" fmla="*/ 222897 h 590308"/>
                <a:gd name="connsiteX131" fmla="*/ 602047 w 821508"/>
                <a:gd name="connsiteY131" fmla="*/ 217111 h 590308"/>
                <a:gd name="connsiteX132" fmla="*/ 597638 w 821508"/>
                <a:gd name="connsiteY132" fmla="*/ 212838 h 590308"/>
                <a:gd name="connsiteX133" fmla="*/ 595451 w 821508"/>
                <a:gd name="connsiteY133" fmla="*/ 207052 h 590308"/>
                <a:gd name="connsiteX134" fmla="*/ 592691 w 821508"/>
                <a:gd name="connsiteY134" fmla="*/ 203352 h 590308"/>
                <a:gd name="connsiteX135" fmla="*/ 587979 w 821508"/>
                <a:gd name="connsiteY135" fmla="*/ 199517 h 590308"/>
                <a:gd name="connsiteX136" fmla="*/ 584075 w 821508"/>
                <a:gd name="connsiteY136" fmla="*/ 195682 h 590308"/>
                <a:gd name="connsiteX137" fmla="*/ 581248 w 821508"/>
                <a:gd name="connsiteY137" fmla="*/ 191780 h 590308"/>
                <a:gd name="connsiteX138" fmla="*/ 579061 w 821508"/>
                <a:gd name="connsiteY138" fmla="*/ 188080 h 590308"/>
                <a:gd name="connsiteX139" fmla="*/ 577916 w 821508"/>
                <a:gd name="connsiteY139" fmla="*/ 184379 h 590308"/>
                <a:gd name="connsiteX140" fmla="*/ 575157 w 821508"/>
                <a:gd name="connsiteY140" fmla="*/ 177349 h 590308"/>
                <a:gd name="connsiteX141" fmla="*/ 573642 w 821508"/>
                <a:gd name="connsiteY141" fmla="*/ 172134 h 590308"/>
                <a:gd name="connsiteX142" fmla="*/ 573003 w 821508"/>
                <a:gd name="connsiteY142" fmla="*/ 165608 h 590308"/>
                <a:gd name="connsiteX143" fmla="*/ 572868 w 821508"/>
                <a:gd name="connsiteY143" fmla="*/ 159587 h 590308"/>
                <a:gd name="connsiteX144" fmla="*/ 572498 w 821508"/>
                <a:gd name="connsiteY144" fmla="*/ 156828 h 590308"/>
                <a:gd name="connsiteX145" fmla="*/ 570849 w 821508"/>
                <a:gd name="connsiteY145" fmla="*/ 154070 h 590308"/>
                <a:gd name="connsiteX146" fmla="*/ 568661 w 821508"/>
                <a:gd name="connsiteY146" fmla="*/ 150941 h 590308"/>
                <a:gd name="connsiteX147" fmla="*/ 565195 w 821508"/>
                <a:gd name="connsiteY147" fmla="*/ 148755 h 590308"/>
                <a:gd name="connsiteX148" fmla="*/ 561359 w 821508"/>
                <a:gd name="connsiteY148" fmla="*/ 148116 h 590308"/>
                <a:gd name="connsiteX149" fmla="*/ 558229 w 821508"/>
                <a:gd name="connsiteY149" fmla="*/ 148116 h 590308"/>
                <a:gd name="connsiteX150" fmla="*/ 556277 w 821508"/>
                <a:gd name="connsiteY150" fmla="*/ 150134 h 590308"/>
                <a:gd name="connsiteX151" fmla="*/ 554762 w 821508"/>
                <a:gd name="connsiteY151" fmla="*/ 153599 h 590308"/>
                <a:gd name="connsiteX152" fmla="*/ 554325 w 821508"/>
                <a:gd name="connsiteY152" fmla="*/ 157064 h 590308"/>
                <a:gd name="connsiteX153" fmla="*/ 553517 w 821508"/>
                <a:gd name="connsiteY153" fmla="*/ 161773 h 590308"/>
                <a:gd name="connsiteX154" fmla="*/ 551262 w 821508"/>
                <a:gd name="connsiteY154" fmla="*/ 164599 h 590308"/>
                <a:gd name="connsiteX155" fmla="*/ 547493 w 821508"/>
                <a:gd name="connsiteY155" fmla="*/ 166988 h 590308"/>
                <a:gd name="connsiteX156" fmla="*/ 544901 w 821508"/>
                <a:gd name="connsiteY156" fmla="*/ 167290 h 590308"/>
                <a:gd name="connsiteX157" fmla="*/ 540257 w 821508"/>
                <a:gd name="connsiteY157" fmla="*/ 166550 h 590308"/>
                <a:gd name="connsiteX158" fmla="*/ 538002 w 821508"/>
                <a:gd name="connsiteY158" fmla="*/ 168501 h 590308"/>
                <a:gd name="connsiteX159" fmla="*/ 538204 w 821508"/>
                <a:gd name="connsiteY159" fmla="*/ 172134 h 590308"/>
                <a:gd name="connsiteX160" fmla="*/ 540728 w 821508"/>
                <a:gd name="connsiteY160" fmla="*/ 175835 h 590308"/>
                <a:gd name="connsiteX161" fmla="*/ 541805 w 821508"/>
                <a:gd name="connsiteY161" fmla="*/ 178728 h 590308"/>
                <a:gd name="connsiteX162" fmla="*/ 543118 w 821508"/>
                <a:gd name="connsiteY162" fmla="*/ 181318 h 590308"/>
                <a:gd name="connsiteX163" fmla="*/ 543690 w 821508"/>
                <a:gd name="connsiteY163" fmla="*/ 185018 h 590308"/>
                <a:gd name="connsiteX164" fmla="*/ 540122 w 821508"/>
                <a:gd name="connsiteY164" fmla="*/ 192856 h 590308"/>
                <a:gd name="connsiteX165" fmla="*/ 535243 w 821508"/>
                <a:gd name="connsiteY165" fmla="*/ 199484 h 590308"/>
                <a:gd name="connsiteX166" fmla="*/ 529690 w 821508"/>
                <a:gd name="connsiteY166" fmla="*/ 198071 h 590308"/>
                <a:gd name="connsiteX167" fmla="*/ 527838 w 821508"/>
                <a:gd name="connsiteY167" fmla="*/ 200022 h 590308"/>
                <a:gd name="connsiteX168" fmla="*/ 525651 w 821508"/>
                <a:gd name="connsiteY168" fmla="*/ 201233 h 590308"/>
                <a:gd name="connsiteX169" fmla="*/ 523362 w 821508"/>
                <a:gd name="connsiteY169" fmla="*/ 201334 h 590308"/>
                <a:gd name="connsiteX170" fmla="*/ 519559 w 821508"/>
                <a:gd name="connsiteY170" fmla="*/ 197633 h 590308"/>
                <a:gd name="connsiteX171" fmla="*/ 519795 w 821508"/>
                <a:gd name="connsiteY171" fmla="*/ 195581 h 590308"/>
                <a:gd name="connsiteX172" fmla="*/ 520771 w 821508"/>
                <a:gd name="connsiteY172" fmla="*/ 190905 h 590308"/>
                <a:gd name="connsiteX173" fmla="*/ 520569 w 821508"/>
                <a:gd name="connsiteY173" fmla="*/ 187340 h 590308"/>
                <a:gd name="connsiteX174" fmla="*/ 518180 w 821508"/>
                <a:gd name="connsiteY174" fmla="*/ 186700 h 590308"/>
                <a:gd name="connsiteX175" fmla="*/ 515252 w 821508"/>
                <a:gd name="connsiteY175" fmla="*/ 187474 h 590308"/>
                <a:gd name="connsiteX176" fmla="*/ 513603 w 821508"/>
                <a:gd name="connsiteY176" fmla="*/ 189762 h 590308"/>
                <a:gd name="connsiteX177" fmla="*/ 509362 w 821508"/>
                <a:gd name="connsiteY177" fmla="*/ 190199 h 590308"/>
                <a:gd name="connsiteX178" fmla="*/ 508285 w 821508"/>
                <a:gd name="connsiteY178" fmla="*/ 187037 h 590308"/>
                <a:gd name="connsiteX179" fmla="*/ 503843 w 821508"/>
                <a:gd name="connsiteY179" fmla="*/ 181184 h 590308"/>
                <a:gd name="connsiteX180" fmla="*/ 502867 w 821508"/>
                <a:gd name="connsiteY180" fmla="*/ 178156 h 590308"/>
                <a:gd name="connsiteX181" fmla="*/ 500141 w 821508"/>
                <a:gd name="connsiteY181" fmla="*/ 174792 h 590308"/>
                <a:gd name="connsiteX182" fmla="*/ 495362 w 821508"/>
                <a:gd name="connsiteY182" fmla="*/ 171193 h 590308"/>
                <a:gd name="connsiteX183" fmla="*/ 492535 w 821508"/>
                <a:gd name="connsiteY183" fmla="*/ 167829 h 590308"/>
                <a:gd name="connsiteX184" fmla="*/ 492905 w 821508"/>
                <a:gd name="connsiteY184" fmla="*/ 165036 h 590308"/>
                <a:gd name="connsiteX185" fmla="*/ 492165 w 821508"/>
                <a:gd name="connsiteY185" fmla="*/ 163725 h 590308"/>
                <a:gd name="connsiteX186" fmla="*/ 490583 w 821508"/>
                <a:gd name="connsiteY186" fmla="*/ 162278 h 590308"/>
                <a:gd name="connsiteX187" fmla="*/ 489573 w 821508"/>
                <a:gd name="connsiteY187" fmla="*/ 161269 h 590308"/>
                <a:gd name="connsiteX188" fmla="*/ 488126 w 821508"/>
                <a:gd name="connsiteY188" fmla="*/ 159183 h 590308"/>
                <a:gd name="connsiteX189" fmla="*/ 487857 w 821508"/>
                <a:gd name="connsiteY189" fmla="*/ 158039 h 590308"/>
                <a:gd name="connsiteX190" fmla="*/ 488093 w 821508"/>
                <a:gd name="connsiteY190" fmla="*/ 156727 h 590308"/>
                <a:gd name="connsiteX191" fmla="*/ 488900 w 821508"/>
                <a:gd name="connsiteY191" fmla="*/ 155651 h 590308"/>
                <a:gd name="connsiteX192" fmla="*/ 490347 w 821508"/>
                <a:gd name="connsiteY192" fmla="*/ 155348 h 590308"/>
                <a:gd name="connsiteX193" fmla="*/ 491592 w 821508"/>
                <a:gd name="connsiteY193" fmla="*/ 154844 h 590308"/>
                <a:gd name="connsiteX194" fmla="*/ 492232 w 821508"/>
                <a:gd name="connsiteY194" fmla="*/ 154541 h 590308"/>
                <a:gd name="connsiteX195" fmla="*/ 494184 w 821508"/>
                <a:gd name="connsiteY195" fmla="*/ 154339 h 590308"/>
                <a:gd name="connsiteX196" fmla="*/ 494689 w 821508"/>
                <a:gd name="connsiteY196" fmla="*/ 153195 h 590308"/>
                <a:gd name="connsiteX197" fmla="*/ 494991 w 821508"/>
                <a:gd name="connsiteY197" fmla="*/ 151883 h 590308"/>
                <a:gd name="connsiteX198" fmla="*/ 495866 w 821508"/>
                <a:gd name="connsiteY198" fmla="*/ 151244 h 590308"/>
                <a:gd name="connsiteX199" fmla="*/ 497751 w 821508"/>
                <a:gd name="connsiteY199" fmla="*/ 152556 h 590308"/>
                <a:gd name="connsiteX200" fmla="*/ 500141 w 821508"/>
                <a:gd name="connsiteY200" fmla="*/ 152489 h 590308"/>
                <a:gd name="connsiteX201" fmla="*/ 501453 w 821508"/>
                <a:gd name="connsiteY201" fmla="*/ 149293 h 590308"/>
                <a:gd name="connsiteX202" fmla="*/ 498559 w 821508"/>
                <a:gd name="connsiteY202" fmla="*/ 147544 h 590308"/>
                <a:gd name="connsiteX203" fmla="*/ 494285 w 821508"/>
                <a:gd name="connsiteY203" fmla="*/ 146467 h 590308"/>
                <a:gd name="connsiteX204" fmla="*/ 490448 w 821508"/>
                <a:gd name="connsiteY204" fmla="*/ 146467 h 590308"/>
                <a:gd name="connsiteX205" fmla="*/ 486814 w 821508"/>
                <a:gd name="connsiteY205" fmla="*/ 144584 h 590308"/>
                <a:gd name="connsiteX206" fmla="*/ 482842 w 821508"/>
                <a:gd name="connsiteY206" fmla="*/ 144079 h 590308"/>
                <a:gd name="connsiteX207" fmla="*/ 479713 w 821508"/>
                <a:gd name="connsiteY207" fmla="*/ 144079 h 590308"/>
                <a:gd name="connsiteX208" fmla="*/ 476582 w 821508"/>
                <a:gd name="connsiteY208" fmla="*/ 144651 h 590308"/>
                <a:gd name="connsiteX209" fmla="*/ 472611 w 821508"/>
                <a:gd name="connsiteY209" fmla="*/ 144348 h 590308"/>
                <a:gd name="connsiteX210" fmla="*/ 470424 w 821508"/>
                <a:gd name="connsiteY210" fmla="*/ 144853 h 590308"/>
                <a:gd name="connsiteX211" fmla="*/ 469347 w 821508"/>
                <a:gd name="connsiteY211" fmla="*/ 146367 h 590308"/>
                <a:gd name="connsiteX212" fmla="*/ 468606 w 821508"/>
                <a:gd name="connsiteY212" fmla="*/ 146804 h 590308"/>
                <a:gd name="connsiteX213" fmla="*/ 465039 w 821508"/>
                <a:gd name="connsiteY213" fmla="*/ 145425 h 590308"/>
                <a:gd name="connsiteX214" fmla="*/ 464231 w 821508"/>
                <a:gd name="connsiteY214" fmla="*/ 143944 h 590308"/>
                <a:gd name="connsiteX215" fmla="*/ 461606 w 821508"/>
                <a:gd name="connsiteY215" fmla="*/ 144819 h 590308"/>
                <a:gd name="connsiteX216" fmla="*/ 460024 w 821508"/>
                <a:gd name="connsiteY216" fmla="*/ 147712 h 590308"/>
                <a:gd name="connsiteX217" fmla="*/ 458375 w 821508"/>
                <a:gd name="connsiteY217" fmla="*/ 148519 h 590308"/>
                <a:gd name="connsiteX218" fmla="*/ 457298 w 821508"/>
                <a:gd name="connsiteY218" fmla="*/ 150841 h 590308"/>
                <a:gd name="connsiteX219" fmla="*/ 454774 w 821508"/>
                <a:gd name="connsiteY219" fmla="*/ 152657 h 590308"/>
                <a:gd name="connsiteX220" fmla="*/ 451443 w 821508"/>
                <a:gd name="connsiteY220" fmla="*/ 150403 h 590308"/>
                <a:gd name="connsiteX221" fmla="*/ 450803 w 821508"/>
                <a:gd name="connsiteY221" fmla="*/ 148149 h 590308"/>
                <a:gd name="connsiteX222" fmla="*/ 451308 w 821508"/>
                <a:gd name="connsiteY222" fmla="*/ 145963 h 590308"/>
                <a:gd name="connsiteX223" fmla="*/ 451308 w 821508"/>
                <a:gd name="connsiteY223" fmla="*/ 143776 h 590308"/>
                <a:gd name="connsiteX224" fmla="*/ 451240 w 821508"/>
                <a:gd name="connsiteY224" fmla="*/ 141321 h 590308"/>
                <a:gd name="connsiteX225" fmla="*/ 449154 w 821508"/>
                <a:gd name="connsiteY225" fmla="*/ 138495 h 590308"/>
                <a:gd name="connsiteX226" fmla="*/ 445957 w 821508"/>
                <a:gd name="connsiteY226" fmla="*/ 131464 h 590308"/>
                <a:gd name="connsiteX227" fmla="*/ 445452 w 821508"/>
                <a:gd name="connsiteY227" fmla="*/ 128638 h 590308"/>
                <a:gd name="connsiteX228" fmla="*/ 446394 w 821508"/>
                <a:gd name="connsiteY228" fmla="*/ 124501 h 590308"/>
                <a:gd name="connsiteX229" fmla="*/ 447774 w 821508"/>
                <a:gd name="connsiteY229" fmla="*/ 122920 h 590308"/>
                <a:gd name="connsiteX230" fmla="*/ 450029 w 821508"/>
                <a:gd name="connsiteY230" fmla="*/ 120296 h 590308"/>
                <a:gd name="connsiteX231" fmla="*/ 453226 w 821508"/>
                <a:gd name="connsiteY231" fmla="*/ 118210 h 590308"/>
                <a:gd name="connsiteX232" fmla="*/ 454673 w 821508"/>
                <a:gd name="connsiteY232" fmla="*/ 115754 h 590308"/>
                <a:gd name="connsiteX233" fmla="*/ 452419 w 821508"/>
                <a:gd name="connsiteY233" fmla="*/ 113299 h 590308"/>
                <a:gd name="connsiteX234" fmla="*/ 448649 w 821508"/>
                <a:gd name="connsiteY234" fmla="*/ 110843 h 590308"/>
                <a:gd name="connsiteX235" fmla="*/ 445688 w 821508"/>
                <a:gd name="connsiteY235" fmla="*/ 108589 h 590308"/>
                <a:gd name="connsiteX236" fmla="*/ 442423 w 821508"/>
                <a:gd name="connsiteY236" fmla="*/ 105898 h 590308"/>
                <a:gd name="connsiteX237" fmla="*/ 439461 w 821508"/>
                <a:gd name="connsiteY237" fmla="*/ 100247 h 590308"/>
                <a:gd name="connsiteX238" fmla="*/ 440404 w 821508"/>
                <a:gd name="connsiteY238" fmla="*/ 97051 h 590308"/>
                <a:gd name="connsiteX239" fmla="*/ 438216 w 821508"/>
                <a:gd name="connsiteY239" fmla="*/ 93283 h 590308"/>
                <a:gd name="connsiteX240" fmla="*/ 435087 w 821508"/>
                <a:gd name="connsiteY240" fmla="*/ 91837 h 590308"/>
                <a:gd name="connsiteX241" fmla="*/ 432697 w 821508"/>
                <a:gd name="connsiteY241" fmla="*/ 92341 h 590308"/>
                <a:gd name="connsiteX242" fmla="*/ 430375 w 821508"/>
                <a:gd name="connsiteY242" fmla="*/ 94662 h 590308"/>
                <a:gd name="connsiteX243" fmla="*/ 428120 w 821508"/>
                <a:gd name="connsiteY243" fmla="*/ 95604 h 590308"/>
                <a:gd name="connsiteX244" fmla="*/ 427043 w 821508"/>
                <a:gd name="connsiteY244" fmla="*/ 95537 h 590308"/>
                <a:gd name="connsiteX245" fmla="*/ 421826 w 821508"/>
                <a:gd name="connsiteY245" fmla="*/ 93519 h 590308"/>
                <a:gd name="connsiteX246" fmla="*/ 419740 w 821508"/>
                <a:gd name="connsiteY246" fmla="*/ 93149 h 590308"/>
                <a:gd name="connsiteX247" fmla="*/ 417048 w 821508"/>
                <a:gd name="connsiteY247" fmla="*/ 92274 h 590308"/>
                <a:gd name="connsiteX248" fmla="*/ 416173 w 821508"/>
                <a:gd name="connsiteY248" fmla="*/ 90895 h 590308"/>
                <a:gd name="connsiteX249" fmla="*/ 414557 w 821508"/>
                <a:gd name="connsiteY249" fmla="*/ 89280 h 590308"/>
                <a:gd name="connsiteX250" fmla="*/ 412740 w 821508"/>
                <a:gd name="connsiteY250" fmla="*/ 87800 h 590308"/>
                <a:gd name="connsiteX251" fmla="*/ 410788 w 821508"/>
                <a:gd name="connsiteY251" fmla="*/ 87262 h 590308"/>
                <a:gd name="connsiteX252" fmla="*/ 408701 w 821508"/>
                <a:gd name="connsiteY252" fmla="*/ 87262 h 590308"/>
                <a:gd name="connsiteX253" fmla="*/ 404999 w 821508"/>
                <a:gd name="connsiteY253" fmla="*/ 87262 h 590308"/>
                <a:gd name="connsiteX254" fmla="*/ 401735 w 821508"/>
                <a:gd name="connsiteY254" fmla="*/ 87262 h 590308"/>
                <a:gd name="connsiteX255" fmla="*/ 399480 w 821508"/>
                <a:gd name="connsiteY255" fmla="*/ 90020 h 590308"/>
                <a:gd name="connsiteX256" fmla="*/ 392076 w 821508"/>
                <a:gd name="connsiteY256" fmla="*/ 94225 h 590308"/>
                <a:gd name="connsiteX257" fmla="*/ 385984 w 821508"/>
                <a:gd name="connsiteY257" fmla="*/ 98060 h 590308"/>
                <a:gd name="connsiteX258" fmla="*/ 382148 w 821508"/>
                <a:gd name="connsiteY258" fmla="*/ 101323 h 590308"/>
                <a:gd name="connsiteX259" fmla="*/ 378614 w 821508"/>
                <a:gd name="connsiteY259" fmla="*/ 103207 h 590308"/>
                <a:gd name="connsiteX260" fmla="*/ 374407 w 821508"/>
                <a:gd name="connsiteY260" fmla="*/ 104452 h 590308"/>
                <a:gd name="connsiteX261" fmla="*/ 369628 w 821508"/>
                <a:gd name="connsiteY261" fmla="*/ 104452 h 590308"/>
                <a:gd name="connsiteX262" fmla="*/ 364984 w 821508"/>
                <a:gd name="connsiteY262" fmla="*/ 103812 h 590308"/>
                <a:gd name="connsiteX263" fmla="*/ 358388 w 821508"/>
                <a:gd name="connsiteY263" fmla="*/ 102803 h 590308"/>
                <a:gd name="connsiteX264" fmla="*/ 348325 w 821508"/>
                <a:gd name="connsiteY264" fmla="*/ 100280 h 590308"/>
                <a:gd name="connsiteX265" fmla="*/ 341089 w 821508"/>
                <a:gd name="connsiteY265" fmla="*/ 95436 h 590308"/>
                <a:gd name="connsiteX266" fmla="*/ 336310 w 821508"/>
                <a:gd name="connsiteY266" fmla="*/ 91298 h 590308"/>
                <a:gd name="connsiteX267" fmla="*/ 333113 w 821508"/>
                <a:gd name="connsiteY267" fmla="*/ 87968 h 590308"/>
                <a:gd name="connsiteX268" fmla="*/ 330589 w 821508"/>
                <a:gd name="connsiteY268" fmla="*/ 84940 h 590308"/>
                <a:gd name="connsiteX269" fmla="*/ 330219 w 821508"/>
                <a:gd name="connsiteY269" fmla="*/ 79289 h 590308"/>
                <a:gd name="connsiteX270" fmla="*/ 329714 w 821508"/>
                <a:gd name="connsiteY270" fmla="*/ 75084 h 590308"/>
                <a:gd name="connsiteX271" fmla="*/ 330791 w 821508"/>
                <a:gd name="connsiteY271" fmla="*/ 69803 h 590308"/>
                <a:gd name="connsiteX272" fmla="*/ 331868 w 821508"/>
                <a:gd name="connsiteY272" fmla="*/ 67852 h 590308"/>
                <a:gd name="connsiteX273" fmla="*/ 331733 w 821508"/>
                <a:gd name="connsiteY273" fmla="*/ 65934 h 590308"/>
                <a:gd name="connsiteX274" fmla="*/ 329714 w 821508"/>
                <a:gd name="connsiteY274" fmla="*/ 64723 h 590308"/>
                <a:gd name="connsiteX275" fmla="*/ 326954 w 821508"/>
                <a:gd name="connsiteY275" fmla="*/ 64723 h 590308"/>
                <a:gd name="connsiteX276" fmla="*/ 324363 w 821508"/>
                <a:gd name="connsiteY276" fmla="*/ 65228 h 590308"/>
                <a:gd name="connsiteX277" fmla="*/ 320459 w 821508"/>
                <a:gd name="connsiteY277" fmla="*/ 66304 h 590308"/>
                <a:gd name="connsiteX278" fmla="*/ 317430 w 821508"/>
                <a:gd name="connsiteY278" fmla="*/ 67885 h 590308"/>
                <a:gd name="connsiteX279" fmla="*/ 314738 w 821508"/>
                <a:gd name="connsiteY279" fmla="*/ 69264 h 590308"/>
                <a:gd name="connsiteX280" fmla="*/ 311608 w 821508"/>
                <a:gd name="connsiteY280" fmla="*/ 73234 h 590308"/>
                <a:gd name="connsiteX281" fmla="*/ 309656 w 821508"/>
                <a:gd name="connsiteY281" fmla="*/ 76934 h 590308"/>
                <a:gd name="connsiteX282" fmla="*/ 306324 w 821508"/>
                <a:gd name="connsiteY282" fmla="*/ 79121 h 590308"/>
                <a:gd name="connsiteX283" fmla="*/ 302622 w 821508"/>
                <a:gd name="connsiteY283" fmla="*/ 82586 h 590308"/>
                <a:gd name="connsiteX284" fmla="*/ 299661 w 821508"/>
                <a:gd name="connsiteY284" fmla="*/ 83662 h 590308"/>
                <a:gd name="connsiteX285" fmla="*/ 294747 w 821508"/>
                <a:gd name="connsiteY285" fmla="*/ 85546 h 590308"/>
                <a:gd name="connsiteX286" fmla="*/ 291348 w 821508"/>
                <a:gd name="connsiteY286" fmla="*/ 85849 h 590308"/>
                <a:gd name="connsiteX287" fmla="*/ 288453 w 821508"/>
                <a:gd name="connsiteY287" fmla="*/ 86555 h 590308"/>
                <a:gd name="connsiteX288" fmla="*/ 285054 w 821508"/>
                <a:gd name="connsiteY288" fmla="*/ 87564 h 590308"/>
                <a:gd name="connsiteX289" fmla="*/ 281655 w 821508"/>
                <a:gd name="connsiteY289" fmla="*/ 87699 h 590308"/>
                <a:gd name="connsiteX290" fmla="*/ 279939 w 821508"/>
                <a:gd name="connsiteY290" fmla="*/ 85882 h 590308"/>
                <a:gd name="connsiteX291" fmla="*/ 278256 w 821508"/>
                <a:gd name="connsiteY291" fmla="*/ 82855 h 590308"/>
                <a:gd name="connsiteX292" fmla="*/ 276944 w 821508"/>
                <a:gd name="connsiteY292" fmla="*/ 80096 h 590308"/>
                <a:gd name="connsiteX293" fmla="*/ 276506 w 821508"/>
                <a:gd name="connsiteY293" fmla="*/ 76766 h 590308"/>
                <a:gd name="connsiteX294" fmla="*/ 275194 w 821508"/>
                <a:gd name="connsiteY294" fmla="*/ 75252 h 590308"/>
                <a:gd name="connsiteX295" fmla="*/ 271727 w 821508"/>
                <a:gd name="connsiteY295" fmla="*/ 74109 h 590308"/>
                <a:gd name="connsiteX296" fmla="*/ 268833 w 821508"/>
                <a:gd name="connsiteY296" fmla="*/ 71855 h 590308"/>
                <a:gd name="connsiteX297" fmla="*/ 265804 w 821508"/>
                <a:gd name="connsiteY297" fmla="*/ 69971 h 590308"/>
                <a:gd name="connsiteX298" fmla="*/ 264559 w 821508"/>
                <a:gd name="connsiteY298" fmla="*/ 69399 h 590308"/>
                <a:gd name="connsiteX299" fmla="*/ 262977 w 821508"/>
                <a:gd name="connsiteY299" fmla="*/ 69332 h 590308"/>
                <a:gd name="connsiteX300" fmla="*/ 261395 w 821508"/>
                <a:gd name="connsiteY300" fmla="*/ 70576 h 590308"/>
                <a:gd name="connsiteX301" fmla="*/ 260385 w 821508"/>
                <a:gd name="connsiteY301" fmla="*/ 73099 h 590308"/>
                <a:gd name="connsiteX302" fmla="*/ 260823 w 821508"/>
                <a:gd name="connsiteY302" fmla="*/ 76060 h 590308"/>
                <a:gd name="connsiteX303" fmla="*/ 261765 w 821508"/>
                <a:gd name="connsiteY303" fmla="*/ 79087 h 590308"/>
                <a:gd name="connsiteX304" fmla="*/ 261563 w 821508"/>
                <a:gd name="connsiteY304" fmla="*/ 82922 h 590308"/>
                <a:gd name="connsiteX305" fmla="*/ 259309 w 821508"/>
                <a:gd name="connsiteY305" fmla="*/ 83662 h 590308"/>
                <a:gd name="connsiteX306" fmla="*/ 257054 w 821508"/>
                <a:gd name="connsiteY306" fmla="*/ 83898 h 590308"/>
                <a:gd name="connsiteX307" fmla="*/ 253352 w 821508"/>
                <a:gd name="connsiteY307" fmla="*/ 83595 h 590308"/>
                <a:gd name="connsiteX308" fmla="*/ 249010 w 821508"/>
                <a:gd name="connsiteY308" fmla="*/ 82956 h 590308"/>
                <a:gd name="connsiteX309" fmla="*/ 245544 w 821508"/>
                <a:gd name="connsiteY309" fmla="*/ 83259 h 590308"/>
                <a:gd name="connsiteX310" fmla="*/ 241135 w 821508"/>
                <a:gd name="connsiteY310" fmla="*/ 86791 h 590308"/>
                <a:gd name="connsiteX311" fmla="*/ 238005 w 821508"/>
                <a:gd name="connsiteY311" fmla="*/ 89549 h 590308"/>
                <a:gd name="connsiteX312" fmla="*/ 236322 w 821508"/>
                <a:gd name="connsiteY312" fmla="*/ 90491 h 590308"/>
                <a:gd name="connsiteX313" fmla="*/ 234303 w 821508"/>
                <a:gd name="connsiteY313" fmla="*/ 90928 h 590308"/>
                <a:gd name="connsiteX314" fmla="*/ 229962 w 821508"/>
                <a:gd name="connsiteY314" fmla="*/ 88977 h 590308"/>
                <a:gd name="connsiteX315" fmla="*/ 225822 w 821508"/>
                <a:gd name="connsiteY315" fmla="*/ 86017 h 590308"/>
                <a:gd name="connsiteX316" fmla="*/ 222356 w 821508"/>
                <a:gd name="connsiteY316" fmla="*/ 83326 h 590308"/>
                <a:gd name="connsiteX317" fmla="*/ 218788 w 821508"/>
                <a:gd name="connsiteY317" fmla="*/ 79760 h 590308"/>
                <a:gd name="connsiteX318" fmla="*/ 211620 w 821508"/>
                <a:gd name="connsiteY318" fmla="*/ 79625 h 590308"/>
                <a:gd name="connsiteX319" fmla="*/ 207649 w 821508"/>
                <a:gd name="connsiteY319" fmla="*/ 76060 h 590308"/>
                <a:gd name="connsiteX320" fmla="*/ 207077 w 821508"/>
                <a:gd name="connsiteY320" fmla="*/ 74613 h 590308"/>
                <a:gd name="connsiteX321" fmla="*/ 203038 w 821508"/>
                <a:gd name="connsiteY321" fmla="*/ 71922 h 590308"/>
                <a:gd name="connsiteX322" fmla="*/ 200076 w 821508"/>
                <a:gd name="connsiteY322" fmla="*/ 70913 h 590308"/>
                <a:gd name="connsiteX323" fmla="*/ 198562 w 821508"/>
                <a:gd name="connsiteY323" fmla="*/ 69769 h 590308"/>
                <a:gd name="connsiteX324" fmla="*/ 197485 w 821508"/>
                <a:gd name="connsiteY324" fmla="*/ 66809 h 590308"/>
                <a:gd name="connsiteX325" fmla="*/ 194658 w 821508"/>
                <a:gd name="connsiteY325" fmla="*/ 63983 h 590308"/>
                <a:gd name="connsiteX326" fmla="*/ 192134 w 821508"/>
                <a:gd name="connsiteY326" fmla="*/ 62469 h 590308"/>
                <a:gd name="connsiteX327" fmla="*/ 188937 w 821508"/>
                <a:gd name="connsiteY327" fmla="*/ 59845 h 590308"/>
                <a:gd name="connsiteX328" fmla="*/ 187624 w 821508"/>
                <a:gd name="connsiteY328" fmla="*/ 57827 h 590308"/>
                <a:gd name="connsiteX329" fmla="*/ 188197 w 821508"/>
                <a:gd name="connsiteY329" fmla="*/ 54564 h 590308"/>
                <a:gd name="connsiteX330" fmla="*/ 189273 w 821508"/>
                <a:gd name="connsiteY330" fmla="*/ 48475 h 590308"/>
                <a:gd name="connsiteX331" fmla="*/ 188567 w 821508"/>
                <a:gd name="connsiteY331" fmla="*/ 45212 h 590308"/>
                <a:gd name="connsiteX332" fmla="*/ 186244 w 821508"/>
                <a:gd name="connsiteY332" fmla="*/ 44338 h 590308"/>
                <a:gd name="connsiteX333" fmla="*/ 183047 w 821508"/>
                <a:gd name="connsiteY333" fmla="*/ 41512 h 590308"/>
                <a:gd name="connsiteX334" fmla="*/ 181903 w 821508"/>
                <a:gd name="connsiteY334" fmla="*/ 39123 h 590308"/>
                <a:gd name="connsiteX335" fmla="*/ 181903 w 821508"/>
                <a:gd name="connsiteY335" fmla="*/ 37441 h 590308"/>
                <a:gd name="connsiteX336" fmla="*/ 184494 w 821508"/>
                <a:gd name="connsiteY336" fmla="*/ 34414 h 590308"/>
                <a:gd name="connsiteX337" fmla="*/ 186514 w 821508"/>
                <a:gd name="connsiteY337" fmla="*/ 32900 h 590308"/>
                <a:gd name="connsiteX338" fmla="*/ 187389 w 821508"/>
                <a:gd name="connsiteY338" fmla="*/ 31319 h 590308"/>
                <a:gd name="connsiteX339" fmla="*/ 187322 w 821508"/>
                <a:gd name="connsiteY339" fmla="*/ 29233 h 590308"/>
                <a:gd name="connsiteX340" fmla="*/ 185739 w 821508"/>
                <a:gd name="connsiteY340" fmla="*/ 26542 h 590308"/>
                <a:gd name="connsiteX341" fmla="*/ 184293 w 821508"/>
                <a:gd name="connsiteY341" fmla="*/ 25600 h 590308"/>
                <a:gd name="connsiteX342" fmla="*/ 182273 w 821508"/>
                <a:gd name="connsiteY342" fmla="*/ 22842 h 590308"/>
                <a:gd name="connsiteX343" fmla="*/ 181768 w 821508"/>
                <a:gd name="connsiteY343" fmla="*/ 21025 h 590308"/>
                <a:gd name="connsiteX344" fmla="*/ 180658 w 821508"/>
                <a:gd name="connsiteY344" fmla="*/ 15744 h 590308"/>
                <a:gd name="connsiteX345" fmla="*/ 178908 w 821508"/>
                <a:gd name="connsiteY345" fmla="*/ 13658 h 590308"/>
                <a:gd name="connsiteX346" fmla="*/ 177595 w 821508"/>
                <a:gd name="connsiteY346" fmla="*/ 11707 h 590308"/>
                <a:gd name="connsiteX347" fmla="*/ 178841 w 821508"/>
                <a:gd name="connsiteY347" fmla="*/ 9184 h 590308"/>
                <a:gd name="connsiteX348" fmla="*/ 181466 w 821508"/>
                <a:gd name="connsiteY348" fmla="*/ 6998 h 590308"/>
                <a:gd name="connsiteX349" fmla="*/ 181667 w 821508"/>
                <a:gd name="connsiteY349" fmla="*/ 4912 h 590308"/>
                <a:gd name="connsiteX350" fmla="*/ 180523 w 821508"/>
                <a:gd name="connsiteY350" fmla="*/ 1851 h 590308"/>
                <a:gd name="connsiteX351" fmla="*/ 177629 w 821508"/>
                <a:gd name="connsiteY351" fmla="*/ 404 h 590308"/>
                <a:gd name="connsiteX352" fmla="*/ 173490 w 821508"/>
                <a:gd name="connsiteY352" fmla="*/ 404 h 590308"/>
                <a:gd name="connsiteX353" fmla="*/ 170461 w 821508"/>
                <a:gd name="connsiteY353" fmla="*/ 2490 h 590308"/>
                <a:gd name="connsiteX354" fmla="*/ 168508 w 821508"/>
                <a:gd name="connsiteY354" fmla="*/ 2793 h 590308"/>
                <a:gd name="connsiteX355" fmla="*/ 166489 w 821508"/>
                <a:gd name="connsiteY355" fmla="*/ 3533 h 590308"/>
                <a:gd name="connsiteX356" fmla="*/ 163898 w 821508"/>
                <a:gd name="connsiteY356" fmla="*/ 4542 h 590308"/>
                <a:gd name="connsiteX357" fmla="*/ 160936 w 821508"/>
                <a:gd name="connsiteY357" fmla="*/ 5046 h 590308"/>
                <a:gd name="connsiteX358" fmla="*/ 159052 w 821508"/>
                <a:gd name="connsiteY358" fmla="*/ 5181 h 590308"/>
                <a:gd name="connsiteX359" fmla="*/ 157100 w 821508"/>
                <a:gd name="connsiteY359" fmla="*/ 5753 h 590308"/>
                <a:gd name="connsiteX360" fmla="*/ 155215 w 821508"/>
                <a:gd name="connsiteY360" fmla="*/ 6829 h 590308"/>
                <a:gd name="connsiteX361" fmla="*/ 153633 w 821508"/>
                <a:gd name="connsiteY361" fmla="*/ 8646 h 590308"/>
                <a:gd name="connsiteX362" fmla="*/ 151446 w 821508"/>
                <a:gd name="connsiteY362" fmla="*/ 10328 h 590308"/>
                <a:gd name="connsiteX363" fmla="*/ 150066 w 821508"/>
                <a:gd name="connsiteY363" fmla="*/ 11135 h 590308"/>
                <a:gd name="connsiteX364" fmla="*/ 148551 w 821508"/>
                <a:gd name="connsiteY364" fmla="*/ 12582 h 590308"/>
                <a:gd name="connsiteX365" fmla="*/ 146667 w 821508"/>
                <a:gd name="connsiteY365" fmla="*/ 13456 h 590308"/>
                <a:gd name="connsiteX366" fmla="*/ 143840 w 821508"/>
                <a:gd name="connsiteY366" fmla="*/ 12750 h 590308"/>
                <a:gd name="connsiteX367" fmla="*/ 142258 w 821508"/>
                <a:gd name="connsiteY367" fmla="*/ 11303 h 590308"/>
                <a:gd name="connsiteX368" fmla="*/ 141383 w 821508"/>
                <a:gd name="connsiteY368" fmla="*/ 8478 h 590308"/>
                <a:gd name="connsiteX369" fmla="*/ 138623 w 821508"/>
                <a:gd name="connsiteY369" fmla="*/ 9924 h 590308"/>
                <a:gd name="connsiteX370" fmla="*/ 136368 w 821508"/>
                <a:gd name="connsiteY370" fmla="*/ 11068 h 590308"/>
                <a:gd name="connsiteX371" fmla="*/ 134349 w 821508"/>
                <a:gd name="connsiteY371" fmla="*/ 12144 h 590308"/>
                <a:gd name="connsiteX372" fmla="*/ 132835 w 821508"/>
                <a:gd name="connsiteY372" fmla="*/ 13725 h 590308"/>
                <a:gd name="connsiteX373" fmla="*/ 131690 w 821508"/>
                <a:gd name="connsiteY373" fmla="*/ 14667 h 590308"/>
                <a:gd name="connsiteX374" fmla="*/ 129099 w 821508"/>
                <a:gd name="connsiteY374" fmla="*/ 14869 h 590308"/>
                <a:gd name="connsiteX375" fmla="*/ 126474 w 821508"/>
                <a:gd name="connsiteY375" fmla="*/ 14936 h 590308"/>
                <a:gd name="connsiteX376" fmla="*/ 120753 w 821508"/>
                <a:gd name="connsiteY376" fmla="*/ 14365 h 590308"/>
                <a:gd name="connsiteX377" fmla="*/ 115334 w 821508"/>
                <a:gd name="connsiteY377" fmla="*/ 14297 h 590308"/>
                <a:gd name="connsiteX378" fmla="*/ 111565 w 821508"/>
                <a:gd name="connsiteY378" fmla="*/ 14297 h 590308"/>
                <a:gd name="connsiteX379" fmla="*/ 107829 w 821508"/>
                <a:gd name="connsiteY379" fmla="*/ 14869 h 590308"/>
                <a:gd name="connsiteX380" fmla="*/ 107223 w 821508"/>
                <a:gd name="connsiteY380" fmla="*/ 17258 h 590308"/>
                <a:gd name="connsiteX381" fmla="*/ 107223 w 821508"/>
                <a:gd name="connsiteY381" fmla="*/ 20386 h 590308"/>
                <a:gd name="connsiteX382" fmla="*/ 107796 w 821508"/>
                <a:gd name="connsiteY382" fmla="*/ 21631 h 590308"/>
                <a:gd name="connsiteX383" fmla="*/ 107223 w 821508"/>
                <a:gd name="connsiteY383" fmla="*/ 26475 h 590308"/>
                <a:gd name="connsiteX384" fmla="*/ 107223 w 821508"/>
                <a:gd name="connsiteY384" fmla="*/ 28561 h 590308"/>
                <a:gd name="connsiteX385" fmla="*/ 107223 w 821508"/>
                <a:gd name="connsiteY385" fmla="*/ 31184 h 590308"/>
                <a:gd name="connsiteX386" fmla="*/ 105843 w 821508"/>
                <a:gd name="connsiteY386" fmla="*/ 32564 h 590308"/>
                <a:gd name="connsiteX387" fmla="*/ 103589 w 821508"/>
                <a:gd name="connsiteY387" fmla="*/ 33943 h 590308"/>
                <a:gd name="connsiteX388" fmla="*/ 101502 w 821508"/>
                <a:gd name="connsiteY388" fmla="*/ 34313 h 590308"/>
                <a:gd name="connsiteX389" fmla="*/ 96791 w 821508"/>
                <a:gd name="connsiteY389" fmla="*/ 35558 h 590308"/>
                <a:gd name="connsiteX390" fmla="*/ 91742 w 821508"/>
                <a:gd name="connsiteY390" fmla="*/ 35120 h 590308"/>
                <a:gd name="connsiteX391" fmla="*/ 89218 w 821508"/>
                <a:gd name="connsiteY391" fmla="*/ 35692 h 590308"/>
                <a:gd name="connsiteX392" fmla="*/ 87267 w 821508"/>
                <a:gd name="connsiteY392" fmla="*/ 36331 h 590308"/>
                <a:gd name="connsiteX393" fmla="*/ 82622 w 821508"/>
                <a:gd name="connsiteY393" fmla="*/ 37206 h 590308"/>
                <a:gd name="connsiteX394" fmla="*/ 81478 w 821508"/>
                <a:gd name="connsiteY394" fmla="*/ 39594 h 590308"/>
                <a:gd name="connsiteX395" fmla="*/ 81107 w 821508"/>
                <a:gd name="connsiteY395" fmla="*/ 43497 h 590308"/>
                <a:gd name="connsiteX396" fmla="*/ 83632 w 821508"/>
                <a:gd name="connsiteY396" fmla="*/ 47634 h 590308"/>
                <a:gd name="connsiteX397" fmla="*/ 85516 w 821508"/>
                <a:gd name="connsiteY397" fmla="*/ 49720 h 590308"/>
                <a:gd name="connsiteX398" fmla="*/ 88108 w 821508"/>
                <a:gd name="connsiteY398" fmla="*/ 54732 h 590308"/>
                <a:gd name="connsiteX399" fmla="*/ 88747 w 821508"/>
                <a:gd name="connsiteY399" fmla="*/ 57995 h 590308"/>
                <a:gd name="connsiteX400" fmla="*/ 89386 w 821508"/>
                <a:gd name="connsiteY400" fmla="*/ 60821 h 590308"/>
                <a:gd name="connsiteX401" fmla="*/ 90060 w 821508"/>
                <a:gd name="connsiteY401" fmla="*/ 67852 h 590308"/>
                <a:gd name="connsiteX402" fmla="*/ 89791 w 821508"/>
                <a:gd name="connsiteY402" fmla="*/ 70745 h 590308"/>
                <a:gd name="connsiteX403" fmla="*/ 89791 w 821508"/>
                <a:gd name="connsiteY403" fmla="*/ 74310 h 590308"/>
                <a:gd name="connsiteX404" fmla="*/ 88545 w 821508"/>
                <a:gd name="connsiteY404" fmla="*/ 75757 h 590308"/>
                <a:gd name="connsiteX405" fmla="*/ 86862 w 821508"/>
                <a:gd name="connsiteY405" fmla="*/ 77708 h 590308"/>
                <a:gd name="connsiteX406" fmla="*/ 85348 w 821508"/>
                <a:gd name="connsiteY406" fmla="*/ 81476 h 590308"/>
                <a:gd name="connsiteX407" fmla="*/ 85045 w 821508"/>
                <a:gd name="connsiteY407" fmla="*/ 83359 h 590308"/>
                <a:gd name="connsiteX408" fmla="*/ 82588 w 821508"/>
                <a:gd name="connsiteY408" fmla="*/ 84369 h 590308"/>
                <a:gd name="connsiteX409" fmla="*/ 80401 w 821508"/>
                <a:gd name="connsiteY409" fmla="*/ 83662 h 590308"/>
                <a:gd name="connsiteX410" fmla="*/ 78516 w 821508"/>
                <a:gd name="connsiteY410" fmla="*/ 81274 h 590308"/>
                <a:gd name="connsiteX411" fmla="*/ 77776 w 821508"/>
                <a:gd name="connsiteY411" fmla="*/ 79154 h 590308"/>
                <a:gd name="connsiteX412" fmla="*/ 76699 w 821508"/>
                <a:gd name="connsiteY412" fmla="*/ 77641 h 590308"/>
                <a:gd name="connsiteX413" fmla="*/ 76329 w 821508"/>
                <a:gd name="connsiteY413" fmla="*/ 74445 h 590308"/>
                <a:gd name="connsiteX414" fmla="*/ 75016 w 821508"/>
                <a:gd name="connsiteY414" fmla="*/ 72359 h 590308"/>
                <a:gd name="connsiteX415" fmla="*/ 72997 w 821508"/>
                <a:gd name="connsiteY415" fmla="*/ 71989 h 590308"/>
                <a:gd name="connsiteX416" fmla="*/ 71852 w 821508"/>
                <a:gd name="connsiteY416" fmla="*/ 72729 h 590308"/>
                <a:gd name="connsiteX417" fmla="*/ 71045 w 821508"/>
                <a:gd name="connsiteY417" fmla="*/ 74109 h 590308"/>
                <a:gd name="connsiteX418" fmla="*/ 68790 w 821508"/>
                <a:gd name="connsiteY418" fmla="*/ 74109 h 590308"/>
                <a:gd name="connsiteX419" fmla="*/ 66973 w 821508"/>
                <a:gd name="connsiteY419" fmla="*/ 71855 h 590308"/>
                <a:gd name="connsiteX420" fmla="*/ 65155 w 821508"/>
                <a:gd name="connsiteY420" fmla="*/ 69836 h 590308"/>
                <a:gd name="connsiteX421" fmla="*/ 64650 w 821508"/>
                <a:gd name="connsiteY421" fmla="*/ 67381 h 590308"/>
                <a:gd name="connsiteX422" fmla="*/ 63775 w 821508"/>
                <a:gd name="connsiteY422" fmla="*/ 64925 h 590308"/>
                <a:gd name="connsiteX423" fmla="*/ 62093 w 821508"/>
                <a:gd name="connsiteY423" fmla="*/ 62671 h 590308"/>
                <a:gd name="connsiteX424" fmla="*/ 61151 w 821508"/>
                <a:gd name="connsiteY424" fmla="*/ 61157 h 590308"/>
                <a:gd name="connsiteX425" fmla="*/ 59400 w 821508"/>
                <a:gd name="connsiteY425" fmla="*/ 59711 h 590308"/>
                <a:gd name="connsiteX426" fmla="*/ 57650 w 821508"/>
                <a:gd name="connsiteY426" fmla="*/ 59273 h 590308"/>
                <a:gd name="connsiteX427" fmla="*/ 56641 w 821508"/>
                <a:gd name="connsiteY427" fmla="*/ 59273 h 590308"/>
                <a:gd name="connsiteX428" fmla="*/ 54386 w 821508"/>
                <a:gd name="connsiteY428" fmla="*/ 60922 h 590308"/>
                <a:gd name="connsiteX429" fmla="*/ 53309 w 821508"/>
                <a:gd name="connsiteY429" fmla="*/ 62604 h 590308"/>
                <a:gd name="connsiteX430" fmla="*/ 51626 w 821508"/>
                <a:gd name="connsiteY430" fmla="*/ 64858 h 590308"/>
                <a:gd name="connsiteX431" fmla="*/ 50414 w 821508"/>
                <a:gd name="connsiteY431" fmla="*/ 66741 h 590308"/>
                <a:gd name="connsiteX432" fmla="*/ 48833 w 821508"/>
                <a:gd name="connsiteY432" fmla="*/ 69769 h 590308"/>
                <a:gd name="connsiteX433" fmla="*/ 46006 w 821508"/>
                <a:gd name="connsiteY433" fmla="*/ 71787 h 590308"/>
                <a:gd name="connsiteX434" fmla="*/ 43818 w 821508"/>
                <a:gd name="connsiteY434" fmla="*/ 72157 h 590308"/>
                <a:gd name="connsiteX435" fmla="*/ 40688 w 821508"/>
                <a:gd name="connsiteY435" fmla="*/ 69836 h 590308"/>
                <a:gd name="connsiteX436" fmla="*/ 40318 w 821508"/>
                <a:gd name="connsiteY436" fmla="*/ 67953 h 590308"/>
                <a:gd name="connsiteX437" fmla="*/ 37491 w 821508"/>
                <a:gd name="connsiteY437" fmla="*/ 65631 h 590308"/>
                <a:gd name="connsiteX438" fmla="*/ 36616 w 821508"/>
                <a:gd name="connsiteY438" fmla="*/ 64555 h 590308"/>
                <a:gd name="connsiteX439" fmla="*/ 35102 w 821508"/>
                <a:gd name="connsiteY439" fmla="*/ 62671 h 590308"/>
                <a:gd name="connsiteX440" fmla="*/ 32712 w 821508"/>
                <a:gd name="connsiteY440" fmla="*/ 63748 h 590308"/>
                <a:gd name="connsiteX441" fmla="*/ 30693 w 821508"/>
                <a:gd name="connsiteY441" fmla="*/ 64185 h 590308"/>
                <a:gd name="connsiteX442" fmla="*/ 29448 w 821508"/>
                <a:gd name="connsiteY442" fmla="*/ 61796 h 590308"/>
                <a:gd name="connsiteX443" fmla="*/ 27698 w 821508"/>
                <a:gd name="connsiteY443" fmla="*/ 59543 h 590308"/>
                <a:gd name="connsiteX444" fmla="*/ 25106 w 821508"/>
                <a:gd name="connsiteY444" fmla="*/ 56280 h 590308"/>
                <a:gd name="connsiteX445" fmla="*/ 22717 w 821508"/>
                <a:gd name="connsiteY445" fmla="*/ 54261 h 590308"/>
                <a:gd name="connsiteX446" fmla="*/ 19385 w 821508"/>
                <a:gd name="connsiteY446" fmla="*/ 52445 h 590308"/>
                <a:gd name="connsiteX447" fmla="*/ 16794 w 821508"/>
                <a:gd name="connsiteY447" fmla="*/ 51940 h 590308"/>
                <a:gd name="connsiteX448" fmla="*/ 14101 w 821508"/>
                <a:gd name="connsiteY448" fmla="*/ 51503 h 590308"/>
                <a:gd name="connsiteX449" fmla="*/ 11476 w 821508"/>
                <a:gd name="connsiteY449" fmla="*/ 52142 h 590308"/>
                <a:gd name="connsiteX450" fmla="*/ 10029 w 821508"/>
                <a:gd name="connsiteY450" fmla="*/ 52276 h 590308"/>
                <a:gd name="connsiteX451" fmla="*/ 5687 w 821508"/>
                <a:gd name="connsiteY451" fmla="*/ 53017 h 590308"/>
                <a:gd name="connsiteX452" fmla="*/ 2154 w 821508"/>
                <a:gd name="connsiteY452" fmla="*/ 54396 h 590308"/>
                <a:gd name="connsiteX453" fmla="*/ 1346 w 821508"/>
                <a:gd name="connsiteY453" fmla="*/ 57659 h 590308"/>
                <a:gd name="connsiteX454" fmla="*/ 6058 w 821508"/>
                <a:gd name="connsiteY454" fmla="*/ 60350 h 590308"/>
                <a:gd name="connsiteX455" fmla="*/ 8750 w 821508"/>
                <a:gd name="connsiteY455" fmla="*/ 62738 h 590308"/>
                <a:gd name="connsiteX456" fmla="*/ 9020 w 821508"/>
                <a:gd name="connsiteY456" fmla="*/ 64824 h 590308"/>
                <a:gd name="connsiteX457" fmla="*/ 9457 w 821508"/>
                <a:gd name="connsiteY457" fmla="*/ 67448 h 590308"/>
                <a:gd name="connsiteX458" fmla="*/ 9591 w 821508"/>
                <a:gd name="connsiteY458" fmla="*/ 69769 h 590308"/>
                <a:gd name="connsiteX459" fmla="*/ 9524 w 821508"/>
                <a:gd name="connsiteY459" fmla="*/ 72460 h 590308"/>
                <a:gd name="connsiteX460" fmla="*/ 8851 w 821508"/>
                <a:gd name="connsiteY460" fmla="*/ 73974 h 590308"/>
                <a:gd name="connsiteX461" fmla="*/ 7976 w 821508"/>
                <a:gd name="connsiteY461" fmla="*/ 75286 h 590308"/>
                <a:gd name="connsiteX462" fmla="*/ 6529 w 821508"/>
                <a:gd name="connsiteY462" fmla="*/ 76228 h 590308"/>
                <a:gd name="connsiteX463" fmla="*/ 4644 w 821508"/>
                <a:gd name="connsiteY463" fmla="*/ 77607 h 590308"/>
                <a:gd name="connsiteX464" fmla="*/ 2759 w 821508"/>
                <a:gd name="connsiteY464" fmla="*/ 78986 h 590308"/>
                <a:gd name="connsiteX465" fmla="*/ 942 w 821508"/>
                <a:gd name="connsiteY465" fmla="*/ 80870 h 590308"/>
                <a:gd name="connsiteX466" fmla="*/ 0 w 821508"/>
                <a:gd name="connsiteY466" fmla="*/ 82317 h 590308"/>
                <a:gd name="connsiteX467" fmla="*/ 740 w 821508"/>
                <a:gd name="connsiteY467" fmla="*/ 85950 h 590308"/>
                <a:gd name="connsiteX468" fmla="*/ 1750 w 821508"/>
                <a:gd name="connsiteY468" fmla="*/ 88136 h 590308"/>
                <a:gd name="connsiteX469" fmla="*/ 4644 w 821508"/>
                <a:gd name="connsiteY469" fmla="*/ 89280 h 590308"/>
                <a:gd name="connsiteX470" fmla="*/ 7539 w 821508"/>
                <a:gd name="connsiteY470" fmla="*/ 90424 h 590308"/>
                <a:gd name="connsiteX471" fmla="*/ 12250 w 821508"/>
                <a:gd name="connsiteY471" fmla="*/ 90357 h 590308"/>
                <a:gd name="connsiteX472" fmla="*/ 15582 w 821508"/>
                <a:gd name="connsiteY472" fmla="*/ 88170 h 590308"/>
                <a:gd name="connsiteX473" fmla="*/ 15952 w 821508"/>
                <a:gd name="connsiteY473" fmla="*/ 86488 h 590308"/>
                <a:gd name="connsiteX474" fmla="*/ 19957 w 821508"/>
                <a:gd name="connsiteY474" fmla="*/ 84840 h 590308"/>
                <a:gd name="connsiteX475" fmla="*/ 23289 w 821508"/>
                <a:gd name="connsiteY475" fmla="*/ 86656 h 590308"/>
                <a:gd name="connsiteX476" fmla="*/ 26924 w 821508"/>
                <a:gd name="connsiteY476" fmla="*/ 89415 h 590308"/>
                <a:gd name="connsiteX477" fmla="*/ 27125 w 821508"/>
                <a:gd name="connsiteY477" fmla="*/ 92240 h 590308"/>
                <a:gd name="connsiteX478" fmla="*/ 27193 w 821508"/>
                <a:gd name="connsiteY478" fmla="*/ 94326 h 590308"/>
                <a:gd name="connsiteX479" fmla="*/ 24299 w 821508"/>
                <a:gd name="connsiteY479" fmla="*/ 99170 h 590308"/>
                <a:gd name="connsiteX480" fmla="*/ 21539 w 821508"/>
                <a:gd name="connsiteY480" fmla="*/ 101491 h 590308"/>
                <a:gd name="connsiteX481" fmla="*/ 22616 w 821508"/>
                <a:gd name="connsiteY481" fmla="*/ 104620 h 590308"/>
                <a:gd name="connsiteX482" fmla="*/ 24871 w 821508"/>
                <a:gd name="connsiteY482" fmla="*/ 105124 h 590308"/>
                <a:gd name="connsiteX483" fmla="*/ 28640 w 821508"/>
                <a:gd name="connsiteY483" fmla="*/ 105932 h 590308"/>
                <a:gd name="connsiteX484" fmla="*/ 32107 w 821508"/>
                <a:gd name="connsiteY484" fmla="*/ 107950 h 590308"/>
                <a:gd name="connsiteX485" fmla="*/ 35640 w 821508"/>
                <a:gd name="connsiteY485" fmla="*/ 110406 h 590308"/>
                <a:gd name="connsiteX486" fmla="*/ 37895 w 821508"/>
                <a:gd name="connsiteY486" fmla="*/ 111987 h 590308"/>
                <a:gd name="connsiteX487" fmla="*/ 41866 w 821508"/>
                <a:gd name="connsiteY487" fmla="*/ 114375 h 590308"/>
                <a:gd name="connsiteX488" fmla="*/ 44828 w 821508"/>
                <a:gd name="connsiteY488" fmla="*/ 117840 h 590308"/>
                <a:gd name="connsiteX489" fmla="*/ 46578 w 821508"/>
                <a:gd name="connsiteY489" fmla="*/ 120229 h 590308"/>
                <a:gd name="connsiteX490" fmla="*/ 45131 w 821508"/>
                <a:gd name="connsiteY490" fmla="*/ 121810 h 590308"/>
                <a:gd name="connsiteX491" fmla="*/ 41159 w 821508"/>
                <a:gd name="connsiteY491" fmla="*/ 123256 h 590308"/>
                <a:gd name="connsiteX492" fmla="*/ 39342 w 821508"/>
                <a:gd name="connsiteY492" fmla="*/ 124265 h 590308"/>
                <a:gd name="connsiteX493" fmla="*/ 38400 w 821508"/>
                <a:gd name="connsiteY493" fmla="*/ 125947 h 590308"/>
                <a:gd name="connsiteX494" fmla="*/ 44121 w 821508"/>
                <a:gd name="connsiteY494" fmla="*/ 128706 h 590308"/>
                <a:gd name="connsiteX495" fmla="*/ 45064 w 821508"/>
                <a:gd name="connsiteY495" fmla="*/ 128773 h 590308"/>
                <a:gd name="connsiteX496" fmla="*/ 48429 w 821508"/>
                <a:gd name="connsiteY496" fmla="*/ 131229 h 590308"/>
                <a:gd name="connsiteX497" fmla="*/ 51357 w 821508"/>
                <a:gd name="connsiteY497" fmla="*/ 136241 h 590308"/>
                <a:gd name="connsiteX498" fmla="*/ 51357 w 821508"/>
                <a:gd name="connsiteY498" fmla="*/ 136880 h 590308"/>
                <a:gd name="connsiteX499" fmla="*/ 47789 w 821508"/>
                <a:gd name="connsiteY499" fmla="*/ 140278 h 590308"/>
                <a:gd name="connsiteX500" fmla="*/ 44592 w 821508"/>
                <a:gd name="connsiteY500" fmla="*/ 141724 h 590308"/>
                <a:gd name="connsiteX501" fmla="*/ 43516 w 821508"/>
                <a:gd name="connsiteY501" fmla="*/ 142969 h 590308"/>
                <a:gd name="connsiteX502" fmla="*/ 42506 w 821508"/>
                <a:gd name="connsiteY502" fmla="*/ 147107 h 590308"/>
                <a:gd name="connsiteX503" fmla="*/ 42741 w 821508"/>
                <a:gd name="connsiteY503" fmla="*/ 154272 h 590308"/>
                <a:gd name="connsiteX504" fmla="*/ 39914 w 821508"/>
                <a:gd name="connsiteY504" fmla="*/ 155281 h 590308"/>
                <a:gd name="connsiteX505" fmla="*/ 42876 w 821508"/>
                <a:gd name="connsiteY505" fmla="*/ 159116 h 590308"/>
                <a:gd name="connsiteX506" fmla="*/ 43953 w 821508"/>
                <a:gd name="connsiteY506" fmla="*/ 161874 h 590308"/>
                <a:gd name="connsiteX507" fmla="*/ 42876 w 821508"/>
                <a:gd name="connsiteY507" fmla="*/ 165507 h 590308"/>
                <a:gd name="connsiteX508" fmla="*/ 40284 w 821508"/>
                <a:gd name="connsiteY508" fmla="*/ 168199 h 590308"/>
                <a:gd name="connsiteX509" fmla="*/ 39713 w 821508"/>
                <a:gd name="connsiteY509" fmla="*/ 171596 h 590308"/>
                <a:gd name="connsiteX510" fmla="*/ 39140 w 821508"/>
                <a:gd name="connsiteY510" fmla="*/ 175566 h 590308"/>
                <a:gd name="connsiteX511" fmla="*/ 39847 w 821508"/>
                <a:gd name="connsiteY511" fmla="*/ 178257 h 590308"/>
                <a:gd name="connsiteX512" fmla="*/ 40217 w 821508"/>
                <a:gd name="connsiteY512" fmla="*/ 184917 h 590308"/>
                <a:gd name="connsiteX513" fmla="*/ 41025 w 821508"/>
                <a:gd name="connsiteY513" fmla="*/ 187743 h 590308"/>
                <a:gd name="connsiteX514" fmla="*/ 46241 w 821508"/>
                <a:gd name="connsiteY514" fmla="*/ 187878 h 590308"/>
                <a:gd name="connsiteX515" fmla="*/ 46376 w 821508"/>
                <a:gd name="connsiteY515" fmla="*/ 190401 h 590308"/>
                <a:gd name="connsiteX516" fmla="*/ 45232 w 821508"/>
                <a:gd name="connsiteY516" fmla="*/ 194168 h 590308"/>
                <a:gd name="connsiteX517" fmla="*/ 43616 w 821508"/>
                <a:gd name="connsiteY517" fmla="*/ 198239 h 590308"/>
                <a:gd name="connsiteX518" fmla="*/ 43414 w 821508"/>
                <a:gd name="connsiteY518" fmla="*/ 201502 h 590308"/>
                <a:gd name="connsiteX519" fmla="*/ 42977 w 821508"/>
                <a:gd name="connsiteY519" fmla="*/ 204832 h 590308"/>
                <a:gd name="connsiteX520" fmla="*/ 43347 w 821508"/>
                <a:gd name="connsiteY520" fmla="*/ 206918 h 590308"/>
                <a:gd name="connsiteX521" fmla="*/ 46174 w 821508"/>
                <a:gd name="connsiteY521" fmla="*/ 209374 h 590308"/>
                <a:gd name="connsiteX522" fmla="*/ 50953 w 821508"/>
                <a:gd name="connsiteY522" fmla="*/ 212132 h 590308"/>
                <a:gd name="connsiteX523" fmla="*/ 55093 w 821508"/>
                <a:gd name="connsiteY523" fmla="*/ 215597 h 590308"/>
                <a:gd name="connsiteX524" fmla="*/ 59501 w 821508"/>
                <a:gd name="connsiteY524" fmla="*/ 220878 h 590308"/>
                <a:gd name="connsiteX525" fmla="*/ 62833 w 821508"/>
                <a:gd name="connsiteY525" fmla="*/ 223469 h 590308"/>
                <a:gd name="connsiteX526" fmla="*/ 66165 w 821508"/>
                <a:gd name="connsiteY526" fmla="*/ 225420 h 590308"/>
                <a:gd name="connsiteX527" fmla="*/ 66603 w 821508"/>
                <a:gd name="connsiteY527" fmla="*/ 227808 h 590308"/>
                <a:gd name="connsiteX528" fmla="*/ 66232 w 821508"/>
                <a:gd name="connsiteY528" fmla="*/ 230836 h 590308"/>
                <a:gd name="connsiteX529" fmla="*/ 65862 w 821508"/>
                <a:gd name="connsiteY529" fmla="*/ 233022 h 590308"/>
                <a:gd name="connsiteX530" fmla="*/ 65290 w 821508"/>
                <a:gd name="connsiteY530" fmla="*/ 234906 h 590308"/>
                <a:gd name="connsiteX531" fmla="*/ 64617 w 821508"/>
                <a:gd name="connsiteY531" fmla="*/ 237530 h 590308"/>
                <a:gd name="connsiteX532" fmla="*/ 63540 w 821508"/>
                <a:gd name="connsiteY532" fmla="*/ 238472 h 590308"/>
                <a:gd name="connsiteX533" fmla="*/ 63102 w 821508"/>
                <a:gd name="connsiteY533" fmla="*/ 240356 h 590308"/>
                <a:gd name="connsiteX534" fmla="*/ 63304 w 821508"/>
                <a:gd name="connsiteY534" fmla="*/ 242980 h 590308"/>
                <a:gd name="connsiteX535" fmla="*/ 64011 w 821508"/>
                <a:gd name="connsiteY535" fmla="*/ 244796 h 590308"/>
                <a:gd name="connsiteX536" fmla="*/ 65761 w 821508"/>
                <a:gd name="connsiteY536" fmla="*/ 246478 h 590308"/>
                <a:gd name="connsiteX537" fmla="*/ 67713 w 821508"/>
                <a:gd name="connsiteY537" fmla="*/ 247925 h 590308"/>
                <a:gd name="connsiteX538" fmla="*/ 70675 w 821508"/>
                <a:gd name="connsiteY538" fmla="*/ 249506 h 590308"/>
                <a:gd name="connsiteX539" fmla="*/ 74141 w 821508"/>
                <a:gd name="connsiteY539" fmla="*/ 249876 h 590308"/>
                <a:gd name="connsiteX540" fmla="*/ 77776 w 821508"/>
                <a:gd name="connsiteY540" fmla="*/ 249876 h 590308"/>
                <a:gd name="connsiteX541" fmla="*/ 82117 w 821508"/>
                <a:gd name="connsiteY541" fmla="*/ 249304 h 590308"/>
                <a:gd name="connsiteX542" fmla="*/ 85887 w 821508"/>
                <a:gd name="connsiteY542" fmla="*/ 247218 h 590308"/>
                <a:gd name="connsiteX543" fmla="*/ 89925 w 821508"/>
                <a:gd name="connsiteY543" fmla="*/ 244830 h 590308"/>
                <a:gd name="connsiteX544" fmla="*/ 93055 w 821508"/>
                <a:gd name="connsiteY544" fmla="*/ 242307 h 590308"/>
                <a:gd name="connsiteX545" fmla="*/ 96319 w 821508"/>
                <a:gd name="connsiteY545" fmla="*/ 237967 h 590308"/>
                <a:gd name="connsiteX546" fmla="*/ 98271 w 821508"/>
                <a:gd name="connsiteY546" fmla="*/ 234704 h 590308"/>
                <a:gd name="connsiteX547" fmla="*/ 105305 w 821508"/>
                <a:gd name="connsiteY547" fmla="*/ 228245 h 590308"/>
                <a:gd name="connsiteX548" fmla="*/ 109579 w 821508"/>
                <a:gd name="connsiteY548" fmla="*/ 222796 h 590308"/>
                <a:gd name="connsiteX549" fmla="*/ 114796 w 821508"/>
                <a:gd name="connsiteY549" fmla="*/ 219028 h 590308"/>
                <a:gd name="connsiteX550" fmla="*/ 119003 w 821508"/>
                <a:gd name="connsiteY550" fmla="*/ 214823 h 590308"/>
                <a:gd name="connsiteX551" fmla="*/ 120685 w 821508"/>
                <a:gd name="connsiteY551" fmla="*/ 211257 h 590308"/>
                <a:gd name="connsiteX552" fmla="*/ 124017 w 821508"/>
                <a:gd name="connsiteY552" fmla="*/ 209575 h 590308"/>
                <a:gd name="connsiteX553" fmla="*/ 127416 w 821508"/>
                <a:gd name="connsiteY553" fmla="*/ 208263 h 590308"/>
                <a:gd name="connsiteX554" fmla="*/ 129166 w 821508"/>
                <a:gd name="connsiteY554" fmla="*/ 206514 h 590308"/>
                <a:gd name="connsiteX555" fmla="*/ 131118 w 821508"/>
                <a:gd name="connsiteY555" fmla="*/ 205707 h 590308"/>
                <a:gd name="connsiteX556" fmla="*/ 134012 w 821508"/>
                <a:gd name="connsiteY556" fmla="*/ 206279 h 590308"/>
                <a:gd name="connsiteX557" fmla="*/ 136536 w 821508"/>
                <a:gd name="connsiteY557" fmla="*/ 208533 h 590308"/>
                <a:gd name="connsiteX558" fmla="*/ 136772 w 821508"/>
                <a:gd name="connsiteY558" fmla="*/ 209844 h 590308"/>
                <a:gd name="connsiteX559" fmla="*/ 136705 w 821508"/>
                <a:gd name="connsiteY559" fmla="*/ 212300 h 590308"/>
                <a:gd name="connsiteX560" fmla="*/ 135628 w 821508"/>
                <a:gd name="connsiteY560" fmla="*/ 214621 h 590308"/>
                <a:gd name="connsiteX561" fmla="*/ 134988 w 821508"/>
                <a:gd name="connsiteY561" fmla="*/ 216438 h 590308"/>
                <a:gd name="connsiteX562" fmla="*/ 134484 w 821508"/>
                <a:gd name="connsiteY562" fmla="*/ 218322 h 590308"/>
                <a:gd name="connsiteX563" fmla="*/ 134282 w 821508"/>
                <a:gd name="connsiteY563" fmla="*/ 220710 h 590308"/>
                <a:gd name="connsiteX564" fmla="*/ 134416 w 821508"/>
                <a:gd name="connsiteY564" fmla="*/ 222964 h 590308"/>
                <a:gd name="connsiteX565" fmla="*/ 134787 w 821508"/>
                <a:gd name="connsiteY565" fmla="*/ 225151 h 590308"/>
                <a:gd name="connsiteX566" fmla="*/ 135729 w 821508"/>
                <a:gd name="connsiteY566" fmla="*/ 226967 h 590308"/>
                <a:gd name="connsiteX567" fmla="*/ 137243 w 821508"/>
                <a:gd name="connsiteY567" fmla="*/ 228548 h 590308"/>
                <a:gd name="connsiteX568" fmla="*/ 139431 w 821508"/>
                <a:gd name="connsiteY568" fmla="*/ 231441 h 590308"/>
                <a:gd name="connsiteX569" fmla="*/ 143402 w 821508"/>
                <a:gd name="connsiteY569" fmla="*/ 234570 h 590308"/>
                <a:gd name="connsiteX570" fmla="*/ 145657 w 821508"/>
                <a:gd name="connsiteY570" fmla="*/ 236521 h 590308"/>
                <a:gd name="connsiteX571" fmla="*/ 147845 w 821508"/>
                <a:gd name="connsiteY571" fmla="*/ 238707 h 590308"/>
                <a:gd name="connsiteX572" fmla="*/ 151042 w 821508"/>
                <a:gd name="connsiteY572" fmla="*/ 241970 h 590308"/>
                <a:gd name="connsiteX573" fmla="*/ 154441 w 821508"/>
                <a:gd name="connsiteY573" fmla="*/ 243854 h 590308"/>
                <a:gd name="connsiteX574" fmla="*/ 157571 w 821508"/>
                <a:gd name="connsiteY574" fmla="*/ 247992 h 590308"/>
                <a:gd name="connsiteX575" fmla="*/ 158278 w 821508"/>
                <a:gd name="connsiteY575" fmla="*/ 251524 h 590308"/>
                <a:gd name="connsiteX576" fmla="*/ 157907 w 821508"/>
                <a:gd name="connsiteY576" fmla="*/ 255056 h 590308"/>
                <a:gd name="connsiteX577" fmla="*/ 157470 w 821508"/>
                <a:gd name="connsiteY577" fmla="*/ 258824 h 590308"/>
                <a:gd name="connsiteX578" fmla="*/ 158244 w 821508"/>
                <a:gd name="connsiteY578" fmla="*/ 263298 h 590308"/>
                <a:gd name="connsiteX579" fmla="*/ 158446 w 821508"/>
                <a:gd name="connsiteY579" fmla="*/ 266998 h 590308"/>
                <a:gd name="connsiteX580" fmla="*/ 162484 w 821508"/>
                <a:gd name="connsiteY580" fmla="*/ 270699 h 590308"/>
                <a:gd name="connsiteX581" fmla="*/ 166489 w 821508"/>
                <a:gd name="connsiteY581" fmla="*/ 273962 h 590308"/>
                <a:gd name="connsiteX582" fmla="*/ 167566 w 821508"/>
                <a:gd name="connsiteY582" fmla="*/ 274500 h 590308"/>
                <a:gd name="connsiteX583" fmla="*/ 168542 w 821508"/>
                <a:gd name="connsiteY583" fmla="*/ 277965 h 590308"/>
                <a:gd name="connsiteX584" fmla="*/ 168879 w 821508"/>
                <a:gd name="connsiteY584" fmla="*/ 280790 h 590308"/>
                <a:gd name="connsiteX585" fmla="*/ 168778 w 821508"/>
                <a:gd name="connsiteY585" fmla="*/ 283280 h 590308"/>
                <a:gd name="connsiteX586" fmla="*/ 168677 w 821508"/>
                <a:gd name="connsiteY586" fmla="*/ 288494 h 590308"/>
                <a:gd name="connsiteX587" fmla="*/ 168778 w 821508"/>
                <a:gd name="connsiteY587" fmla="*/ 290109 h 590308"/>
                <a:gd name="connsiteX588" fmla="*/ 170730 w 821508"/>
                <a:gd name="connsiteY588" fmla="*/ 293372 h 590308"/>
                <a:gd name="connsiteX589" fmla="*/ 175744 w 821508"/>
                <a:gd name="connsiteY589" fmla="*/ 295659 h 590308"/>
                <a:gd name="connsiteX590" fmla="*/ 177797 w 821508"/>
                <a:gd name="connsiteY590" fmla="*/ 296298 h 590308"/>
                <a:gd name="connsiteX591" fmla="*/ 179884 w 821508"/>
                <a:gd name="connsiteY591" fmla="*/ 298586 h 590308"/>
                <a:gd name="connsiteX592" fmla="*/ 180523 w 821508"/>
                <a:gd name="connsiteY592" fmla="*/ 301176 h 590308"/>
                <a:gd name="connsiteX593" fmla="*/ 180187 w 821508"/>
                <a:gd name="connsiteY593" fmla="*/ 303565 h 590308"/>
                <a:gd name="connsiteX594" fmla="*/ 179412 w 821508"/>
                <a:gd name="connsiteY594" fmla="*/ 305415 h 590308"/>
                <a:gd name="connsiteX595" fmla="*/ 177461 w 821508"/>
                <a:gd name="connsiteY595" fmla="*/ 309014 h 590308"/>
                <a:gd name="connsiteX596" fmla="*/ 174095 w 821508"/>
                <a:gd name="connsiteY596" fmla="*/ 311201 h 590308"/>
                <a:gd name="connsiteX597" fmla="*/ 171706 w 821508"/>
                <a:gd name="connsiteY597" fmla="*/ 312715 h 590308"/>
                <a:gd name="connsiteX598" fmla="*/ 169417 w 821508"/>
                <a:gd name="connsiteY598" fmla="*/ 313253 h 590308"/>
                <a:gd name="connsiteX599" fmla="*/ 166489 w 821508"/>
                <a:gd name="connsiteY599" fmla="*/ 313791 h 590308"/>
                <a:gd name="connsiteX600" fmla="*/ 165177 w 821508"/>
                <a:gd name="connsiteY600" fmla="*/ 314767 h 590308"/>
                <a:gd name="connsiteX601" fmla="*/ 162888 w 821508"/>
                <a:gd name="connsiteY601" fmla="*/ 315540 h 590308"/>
                <a:gd name="connsiteX602" fmla="*/ 161576 w 821508"/>
                <a:gd name="connsiteY602" fmla="*/ 317828 h 590308"/>
                <a:gd name="connsiteX603" fmla="*/ 160936 w 821508"/>
                <a:gd name="connsiteY603" fmla="*/ 319779 h 590308"/>
                <a:gd name="connsiteX604" fmla="*/ 161710 w 821508"/>
                <a:gd name="connsiteY604" fmla="*/ 321831 h 590308"/>
                <a:gd name="connsiteX605" fmla="*/ 163763 w 821508"/>
                <a:gd name="connsiteY605" fmla="*/ 323782 h 590308"/>
                <a:gd name="connsiteX606" fmla="*/ 166254 w 821508"/>
                <a:gd name="connsiteY606" fmla="*/ 324421 h 590308"/>
                <a:gd name="connsiteX607" fmla="*/ 170595 w 821508"/>
                <a:gd name="connsiteY607" fmla="*/ 325060 h 590308"/>
                <a:gd name="connsiteX608" fmla="*/ 171470 w 821508"/>
                <a:gd name="connsiteY608" fmla="*/ 326372 h 590308"/>
                <a:gd name="connsiteX609" fmla="*/ 172547 w 821508"/>
                <a:gd name="connsiteY609" fmla="*/ 327449 h 590308"/>
                <a:gd name="connsiteX610" fmla="*/ 175038 w 821508"/>
                <a:gd name="connsiteY610" fmla="*/ 329501 h 590308"/>
                <a:gd name="connsiteX611" fmla="*/ 177864 w 821508"/>
                <a:gd name="connsiteY611" fmla="*/ 330140 h 590308"/>
                <a:gd name="connsiteX612" fmla="*/ 180153 w 821508"/>
                <a:gd name="connsiteY612" fmla="*/ 330779 h 590308"/>
                <a:gd name="connsiteX613" fmla="*/ 180927 w 821508"/>
                <a:gd name="connsiteY613" fmla="*/ 327415 h 590308"/>
                <a:gd name="connsiteX614" fmla="*/ 178841 w 821508"/>
                <a:gd name="connsiteY614" fmla="*/ 325128 h 590308"/>
                <a:gd name="connsiteX615" fmla="*/ 179278 w 821508"/>
                <a:gd name="connsiteY615" fmla="*/ 323816 h 590308"/>
                <a:gd name="connsiteX616" fmla="*/ 182206 w 821508"/>
                <a:gd name="connsiteY616" fmla="*/ 323916 h 590308"/>
                <a:gd name="connsiteX617" fmla="*/ 183619 w 821508"/>
                <a:gd name="connsiteY617" fmla="*/ 324993 h 590308"/>
                <a:gd name="connsiteX618" fmla="*/ 185134 w 821508"/>
                <a:gd name="connsiteY618" fmla="*/ 327381 h 590308"/>
                <a:gd name="connsiteX619" fmla="*/ 187961 w 821508"/>
                <a:gd name="connsiteY619" fmla="*/ 328088 h 590308"/>
                <a:gd name="connsiteX620" fmla="*/ 190249 w 821508"/>
                <a:gd name="connsiteY620" fmla="*/ 327045 h 590308"/>
                <a:gd name="connsiteX621" fmla="*/ 193076 w 821508"/>
                <a:gd name="connsiteY621" fmla="*/ 327045 h 590308"/>
                <a:gd name="connsiteX622" fmla="*/ 194524 w 821508"/>
                <a:gd name="connsiteY622" fmla="*/ 326103 h 590308"/>
                <a:gd name="connsiteX623" fmla="*/ 194961 w 821508"/>
                <a:gd name="connsiteY623" fmla="*/ 325027 h 590308"/>
                <a:gd name="connsiteX624" fmla="*/ 197586 w 821508"/>
                <a:gd name="connsiteY624" fmla="*/ 322840 h 590308"/>
                <a:gd name="connsiteX625" fmla="*/ 200177 w 821508"/>
                <a:gd name="connsiteY625" fmla="*/ 322134 h 590308"/>
                <a:gd name="connsiteX626" fmla="*/ 200446 w 821508"/>
                <a:gd name="connsiteY626" fmla="*/ 319409 h 590308"/>
                <a:gd name="connsiteX627" fmla="*/ 199875 w 821508"/>
                <a:gd name="connsiteY627" fmla="*/ 316886 h 590308"/>
                <a:gd name="connsiteX628" fmla="*/ 199101 w 821508"/>
                <a:gd name="connsiteY628" fmla="*/ 315439 h 590308"/>
                <a:gd name="connsiteX629" fmla="*/ 200446 w 821508"/>
                <a:gd name="connsiteY629" fmla="*/ 313959 h 590308"/>
                <a:gd name="connsiteX630" fmla="*/ 202466 w 821508"/>
                <a:gd name="connsiteY630" fmla="*/ 313152 h 590308"/>
                <a:gd name="connsiteX631" fmla="*/ 205259 w 821508"/>
                <a:gd name="connsiteY631" fmla="*/ 313152 h 590308"/>
                <a:gd name="connsiteX632" fmla="*/ 206942 w 821508"/>
                <a:gd name="connsiteY632" fmla="*/ 315507 h 590308"/>
                <a:gd name="connsiteX633" fmla="*/ 207851 w 821508"/>
                <a:gd name="connsiteY633" fmla="*/ 317693 h 590308"/>
                <a:gd name="connsiteX634" fmla="*/ 207851 w 821508"/>
                <a:gd name="connsiteY634" fmla="*/ 319241 h 590308"/>
                <a:gd name="connsiteX635" fmla="*/ 208591 w 821508"/>
                <a:gd name="connsiteY635" fmla="*/ 320889 h 590308"/>
                <a:gd name="connsiteX636" fmla="*/ 210543 w 821508"/>
                <a:gd name="connsiteY636" fmla="*/ 322975 h 590308"/>
                <a:gd name="connsiteX637" fmla="*/ 213101 w 821508"/>
                <a:gd name="connsiteY637" fmla="*/ 324589 h 590308"/>
                <a:gd name="connsiteX638" fmla="*/ 213101 w 821508"/>
                <a:gd name="connsiteY638" fmla="*/ 326170 h 590308"/>
                <a:gd name="connsiteX639" fmla="*/ 212764 w 821508"/>
                <a:gd name="connsiteY639" fmla="*/ 327516 h 590308"/>
                <a:gd name="connsiteX640" fmla="*/ 213976 w 821508"/>
                <a:gd name="connsiteY640" fmla="*/ 328895 h 590308"/>
                <a:gd name="connsiteX641" fmla="*/ 216365 w 821508"/>
                <a:gd name="connsiteY641" fmla="*/ 329164 h 590308"/>
                <a:gd name="connsiteX642" fmla="*/ 217779 w 821508"/>
                <a:gd name="connsiteY642" fmla="*/ 329366 h 590308"/>
                <a:gd name="connsiteX643" fmla="*/ 219798 w 821508"/>
                <a:gd name="connsiteY643" fmla="*/ 331183 h 590308"/>
                <a:gd name="connsiteX644" fmla="*/ 223870 w 821508"/>
                <a:gd name="connsiteY644" fmla="*/ 333537 h 590308"/>
                <a:gd name="connsiteX645" fmla="*/ 225654 w 821508"/>
                <a:gd name="connsiteY645" fmla="*/ 333975 h 590308"/>
                <a:gd name="connsiteX646" fmla="*/ 229490 w 821508"/>
                <a:gd name="connsiteY646" fmla="*/ 335522 h 590308"/>
                <a:gd name="connsiteX647" fmla="*/ 232755 w 821508"/>
                <a:gd name="connsiteY647" fmla="*/ 334547 h 590308"/>
                <a:gd name="connsiteX648" fmla="*/ 235043 w 821508"/>
                <a:gd name="connsiteY648" fmla="*/ 335320 h 590308"/>
                <a:gd name="connsiteX649" fmla="*/ 237534 w 821508"/>
                <a:gd name="connsiteY649" fmla="*/ 337507 h 590308"/>
                <a:gd name="connsiteX650" fmla="*/ 240024 w 821508"/>
                <a:gd name="connsiteY650" fmla="*/ 338987 h 590308"/>
                <a:gd name="connsiteX651" fmla="*/ 242515 w 821508"/>
                <a:gd name="connsiteY651" fmla="*/ 339256 h 590308"/>
                <a:gd name="connsiteX652" fmla="*/ 243491 w 821508"/>
                <a:gd name="connsiteY652" fmla="*/ 339256 h 590308"/>
                <a:gd name="connsiteX653" fmla="*/ 244029 w 821508"/>
                <a:gd name="connsiteY653" fmla="*/ 340568 h 590308"/>
                <a:gd name="connsiteX654" fmla="*/ 245006 w 821508"/>
                <a:gd name="connsiteY654" fmla="*/ 341981 h 590308"/>
                <a:gd name="connsiteX655" fmla="*/ 249885 w 821508"/>
                <a:gd name="connsiteY655" fmla="*/ 342856 h 590308"/>
                <a:gd name="connsiteX656" fmla="*/ 251534 w 821508"/>
                <a:gd name="connsiteY656" fmla="*/ 342957 h 590308"/>
                <a:gd name="connsiteX657" fmla="*/ 252847 w 821508"/>
                <a:gd name="connsiteY657" fmla="*/ 346758 h 590308"/>
                <a:gd name="connsiteX658" fmla="*/ 253486 w 821508"/>
                <a:gd name="connsiteY658" fmla="*/ 348843 h 590308"/>
                <a:gd name="connsiteX659" fmla="*/ 255674 w 821508"/>
                <a:gd name="connsiteY659" fmla="*/ 352006 h 590308"/>
                <a:gd name="connsiteX660" fmla="*/ 258602 w 821508"/>
                <a:gd name="connsiteY660" fmla="*/ 354495 h 590308"/>
                <a:gd name="connsiteX661" fmla="*/ 261429 w 821508"/>
                <a:gd name="connsiteY661" fmla="*/ 354293 h 590308"/>
                <a:gd name="connsiteX662" fmla="*/ 263078 w 821508"/>
                <a:gd name="connsiteY662" fmla="*/ 356581 h 590308"/>
                <a:gd name="connsiteX663" fmla="*/ 263852 w 821508"/>
                <a:gd name="connsiteY663" fmla="*/ 359743 h 590308"/>
                <a:gd name="connsiteX664" fmla="*/ 262337 w 821508"/>
                <a:gd name="connsiteY664" fmla="*/ 363342 h 590308"/>
                <a:gd name="connsiteX665" fmla="*/ 261698 w 821508"/>
                <a:gd name="connsiteY665" fmla="*/ 364856 h 590308"/>
                <a:gd name="connsiteX666" fmla="*/ 262237 w 821508"/>
                <a:gd name="connsiteY666" fmla="*/ 367682 h 590308"/>
                <a:gd name="connsiteX667" fmla="*/ 263852 w 821508"/>
                <a:gd name="connsiteY667" fmla="*/ 369094 h 590308"/>
                <a:gd name="connsiteX668" fmla="*/ 264491 w 821508"/>
                <a:gd name="connsiteY668" fmla="*/ 372358 h 590308"/>
                <a:gd name="connsiteX669" fmla="*/ 263852 w 821508"/>
                <a:gd name="connsiteY669" fmla="*/ 375183 h 590308"/>
                <a:gd name="connsiteX670" fmla="*/ 262674 w 821508"/>
                <a:gd name="connsiteY670" fmla="*/ 376159 h 590308"/>
                <a:gd name="connsiteX671" fmla="*/ 265064 w 821508"/>
                <a:gd name="connsiteY671" fmla="*/ 379422 h 590308"/>
                <a:gd name="connsiteX672" fmla="*/ 266814 w 821508"/>
                <a:gd name="connsiteY672" fmla="*/ 379758 h 590308"/>
                <a:gd name="connsiteX673" fmla="*/ 269539 w 821508"/>
                <a:gd name="connsiteY673" fmla="*/ 379960 h 590308"/>
                <a:gd name="connsiteX674" fmla="*/ 273241 w 821508"/>
                <a:gd name="connsiteY674" fmla="*/ 380397 h 590308"/>
                <a:gd name="connsiteX675" fmla="*/ 274991 w 821508"/>
                <a:gd name="connsiteY675" fmla="*/ 375890 h 590308"/>
                <a:gd name="connsiteX676" fmla="*/ 276237 w 821508"/>
                <a:gd name="connsiteY676" fmla="*/ 373434 h 590308"/>
                <a:gd name="connsiteX677" fmla="*/ 277718 w 821508"/>
                <a:gd name="connsiteY677" fmla="*/ 371046 h 590308"/>
                <a:gd name="connsiteX678" fmla="*/ 278256 w 821508"/>
                <a:gd name="connsiteY678" fmla="*/ 369263 h 590308"/>
                <a:gd name="connsiteX679" fmla="*/ 279030 w 821508"/>
                <a:gd name="connsiteY679" fmla="*/ 366874 h 590308"/>
                <a:gd name="connsiteX680" fmla="*/ 279838 w 821508"/>
                <a:gd name="connsiteY680" fmla="*/ 364587 h 590308"/>
                <a:gd name="connsiteX681" fmla="*/ 281588 w 821508"/>
                <a:gd name="connsiteY681" fmla="*/ 363006 h 590308"/>
                <a:gd name="connsiteX682" fmla="*/ 282026 w 821508"/>
                <a:gd name="connsiteY682" fmla="*/ 361324 h 590308"/>
                <a:gd name="connsiteX683" fmla="*/ 281352 w 821508"/>
                <a:gd name="connsiteY683" fmla="*/ 359978 h 590308"/>
                <a:gd name="connsiteX684" fmla="*/ 279939 w 821508"/>
                <a:gd name="connsiteY684" fmla="*/ 358195 h 590308"/>
                <a:gd name="connsiteX685" fmla="*/ 280309 w 821508"/>
                <a:gd name="connsiteY685" fmla="*/ 356883 h 590308"/>
                <a:gd name="connsiteX686" fmla="*/ 281992 w 821508"/>
                <a:gd name="connsiteY686" fmla="*/ 356244 h 590308"/>
                <a:gd name="connsiteX687" fmla="*/ 285424 w 821508"/>
                <a:gd name="connsiteY687" fmla="*/ 354293 h 590308"/>
                <a:gd name="connsiteX688" fmla="*/ 288151 w 821508"/>
                <a:gd name="connsiteY688" fmla="*/ 351972 h 590308"/>
                <a:gd name="connsiteX689" fmla="*/ 289901 w 821508"/>
                <a:gd name="connsiteY689" fmla="*/ 349752 h 590308"/>
                <a:gd name="connsiteX690" fmla="*/ 292795 w 821508"/>
                <a:gd name="connsiteY690" fmla="*/ 346926 h 590308"/>
                <a:gd name="connsiteX691" fmla="*/ 293939 w 821508"/>
                <a:gd name="connsiteY691" fmla="*/ 345580 h 590308"/>
                <a:gd name="connsiteX692" fmla="*/ 296228 w 821508"/>
                <a:gd name="connsiteY692" fmla="*/ 344369 h 590308"/>
                <a:gd name="connsiteX693" fmla="*/ 300064 w 821508"/>
                <a:gd name="connsiteY693" fmla="*/ 342048 h 590308"/>
                <a:gd name="connsiteX694" fmla="*/ 303632 w 821508"/>
                <a:gd name="connsiteY694" fmla="*/ 341308 h 590308"/>
                <a:gd name="connsiteX695" fmla="*/ 306088 w 821508"/>
                <a:gd name="connsiteY695" fmla="*/ 341611 h 590308"/>
                <a:gd name="connsiteX696" fmla="*/ 308612 w 821508"/>
                <a:gd name="connsiteY696" fmla="*/ 344874 h 590308"/>
                <a:gd name="connsiteX697" fmla="*/ 309858 w 821508"/>
                <a:gd name="connsiteY697" fmla="*/ 347902 h 590308"/>
                <a:gd name="connsiteX698" fmla="*/ 308478 w 821508"/>
                <a:gd name="connsiteY698" fmla="*/ 350290 h 590308"/>
                <a:gd name="connsiteX699" fmla="*/ 306088 w 821508"/>
                <a:gd name="connsiteY699" fmla="*/ 352039 h 590308"/>
                <a:gd name="connsiteX700" fmla="*/ 304069 w 821508"/>
                <a:gd name="connsiteY700" fmla="*/ 353418 h 590308"/>
                <a:gd name="connsiteX701" fmla="*/ 303362 w 821508"/>
                <a:gd name="connsiteY701" fmla="*/ 356244 h 590308"/>
                <a:gd name="connsiteX702" fmla="*/ 302689 w 821508"/>
                <a:gd name="connsiteY702" fmla="*/ 358061 h 590308"/>
                <a:gd name="connsiteX703" fmla="*/ 301242 w 821508"/>
                <a:gd name="connsiteY703" fmla="*/ 363208 h 590308"/>
                <a:gd name="connsiteX704" fmla="*/ 300805 w 821508"/>
                <a:gd name="connsiteY704" fmla="*/ 365091 h 590308"/>
                <a:gd name="connsiteX705" fmla="*/ 300232 w 821508"/>
                <a:gd name="connsiteY705" fmla="*/ 369364 h 590308"/>
                <a:gd name="connsiteX706" fmla="*/ 299728 w 821508"/>
                <a:gd name="connsiteY706" fmla="*/ 374645 h 590308"/>
                <a:gd name="connsiteX707" fmla="*/ 299661 w 821508"/>
                <a:gd name="connsiteY707" fmla="*/ 378043 h 590308"/>
                <a:gd name="connsiteX708" fmla="*/ 302185 w 821508"/>
                <a:gd name="connsiteY708" fmla="*/ 382618 h 590308"/>
                <a:gd name="connsiteX709" fmla="*/ 304776 w 821508"/>
                <a:gd name="connsiteY709" fmla="*/ 383425 h 590308"/>
                <a:gd name="connsiteX710" fmla="*/ 309185 w 821508"/>
                <a:gd name="connsiteY710" fmla="*/ 382988 h 590308"/>
                <a:gd name="connsiteX711" fmla="*/ 312819 w 821508"/>
                <a:gd name="connsiteY711" fmla="*/ 383492 h 590308"/>
                <a:gd name="connsiteX712" fmla="*/ 314031 w 821508"/>
                <a:gd name="connsiteY712" fmla="*/ 385443 h 590308"/>
                <a:gd name="connsiteX713" fmla="*/ 314031 w 821508"/>
                <a:gd name="connsiteY713" fmla="*/ 388908 h 590308"/>
                <a:gd name="connsiteX714" fmla="*/ 314468 w 821508"/>
                <a:gd name="connsiteY714" fmla="*/ 390489 h 590308"/>
                <a:gd name="connsiteX715" fmla="*/ 313661 w 821508"/>
                <a:gd name="connsiteY715" fmla="*/ 392003 h 590308"/>
                <a:gd name="connsiteX716" fmla="*/ 313021 w 821508"/>
                <a:gd name="connsiteY716" fmla="*/ 395333 h 590308"/>
                <a:gd name="connsiteX717" fmla="*/ 313223 w 821508"/>
                <a:gd name="connsiteY717" fmla="*/ 397856 h 590308"/>
                <a:gd name="connsiteX718" fmla="*/ 316992 w 821508"/>
                <a:gd name="connsiteY718" fmla="*/ 401624 h 590308"/>
                <a:gd name="connsiteX719" fmla="*/ 320964 w 821508"/>
                <a:gd name="connsiteY719" fmla="*/ 401052 h 590308"/>
                <a:gd name="connsiteX720" fmla="*/ 323925 w 821508"/>
                <a:gd name="connsiteY720" fmla="*/ 399606 h 590308"/>
                <a:gd name="connsiteX721" fmla="*/ 326752 w 821508"/>
                <a:gd name="connsiteY721" fmla="*/ 400682 h 590308"/>
                <a:gd name="connsiteX722" fmla="*/ 329276 w 821508"/>
                <a:gd name="connsiteY722" fmla="*/ 404383 h 590308"/>
                <a:gd name="connsiteX723" fmla="*/ 330017 w 821508"/>
                <a:gd name="connsiteY723" fmla="*/ 406266 h 590308"/>
                <a:gd name="connsiteX724" fmla="*/ 327392 w 821508"/>
                <a:gd name="connsiteY724" fmla="*/ 411783 h 590308"/>
                <a:gd name="connsiteX725" fmla="*/ 325810 w 821508"/>
                <a:gd name="connsiteY725" fmla="*/ 414407 h 590308"/>
                <a:gd name="connsiteX726" fmla="*/ 329276 w 821508"/>
                <a:gd name="connsiteY726" fmla="*/ 418814 h 590308"/>
                <a:gd name="connsiteX727" fmla="*/ 330017 w 821508"/>
                <a:gd name="connsiteY727" fmla="*/ 421942 h 590308"/>
                <a:gd name="connsiteX728" fmla="*/ 332911 w 821508"/>
                <a:gd name="connsiteY728" fmla="*/ 425273 h 590308"/>
                <a:gd name="connsiteX729" fmla="*/ 333349 w 821508"/>
                <a:gd name="connsiteY729" fmla="*/ 427594 h 590308"/>
                <a:gd name="connsiteX730" fmla="*/ 333349 w 821508"/>
                <a:gd name="connsiteY730" fmla="*/ 429612 h 590308"/>
                <a:gd name="connsiteX731" fmla="*/ 335974 w 821508"/>
                <a:gd name="connsiteY731" fmla="*/ 431631 h 590308"/>
                <a:gd name="connsiteX732" fmla="*/ 338801 w 821508"/>
                <a:gd name="connsiteY732" fmla="*/ 431563 h 590308"/>
                <a:gd name="connsiteX733" fmla="*/ 340887 w 821508"/>
                <a:gd name="connsiteY733" fmla="*/ 430924 h 590308"/>
                <a:gd name="connsiteX734" fmla="*/ 341829 w 821508"/>
                <a:gd name="connsiteY734" fmla="*/ 430924 h 590308"/>
                <a:gd name="connsiteX735" fmla="*/ 343277 w 821508"/>
                <a:gd name="connsiteY735" fmla="*/ 432236 h 590308"/>
                <a:gd name="connsiteX736" fmla="*/ 344118 w 821508"/>
                <a:gd name="connsiteY736" fmla="*/ 433212 h 590308"/>
                <a:gd name="connsiteX737" fmla="*/ 345464 w 821508"/>
                <a:gd name="connsiteY737" fmla="*/ 435196 h 590308"/>
                <a:gd name="connsiteX738" fmla="*/ 345195 w 821508"/>
                <a:gd name="connsiteY738" fmla="*/ 437450 h 590308"/>
                <a:gd name="connsiteX739" fmla="*/ 344118 w 821508"/>
                <a:gd name="connsiteY739" fmla="*/ 438527 h 590308"/>
                <a:gd name="connsiteX740" fmla="*/ 343580 w 821508"/>
                <a:gd name="connsiteY740" fmla="*/ 440982 h 590308"/>
                <a:gd name="connsiteX741" fmla="*/ 343580 w 821508"/>
                <a:gd name="connsiteY741" fmla="*/ 442799 h 590308"/>
                <a:gd name="connsiteX742" fmla="*/ 345027 w 821508"/>
                <a:gd name="connsiteY742" fmla="*/ 444750 h 590308"/>
                <a:gd name="connsiteX743" fmla="*/ 346272 w 821508"/>
                <a:gd name="connsiteY743" fmla="*/ 445255 h 590308"/>
                <a:gd name="connsiteX744" fmla="*/ 347753 w 821508"/>
                <a:gd name="connsiteY744" fmla="*/ 446466 h 590308"/>
                <a:gd name="connsiteX745" fmla="*/ 349200 w 821508"/>
                <a:gd name="connsiteY745" fmla="*/ 447105 h 590308"/>
                <a:gd name="connsiteX746" fmla="*/ 350647 w 821508"/>
                <a:gd name="connsiteY746" fmla="*/ 448215 h 590308"/>
                <a:gd name="connsiteX747" fmla="*/ 351791 w 821508"/>
                <a:gd name="connsiteY747" fmla="*/ 449022 h 590308"/>
                <a:gd name="connsiteX748" fmla="*/ 354147 w 821508"/>
                <a:gd name="connsiteY748" fmla="*/ 448484 h 590308"/>
                <a:gd name="connsiteX749" fmla="*/ 356099 w 821508"/>
                <a:gd name="connsiteY749" fmla="*/ 447643 h 590308"/>
                <a:gd name="connsiteX750" fmla="*/ 357008 w 821508"/>
                <a:gd name="connsiteY750" fmla="*/ 447004 h 590308"/>
                <a:gd name="connsiteX751" fmla="*/ 357715 w 821508"/>
                <a:gd name="connsiteY751" fmla="*/ 446466 h 590308"/>
                <a:gd name="connsiteX752" fmla="*/ 360171 w 821508"/>
                <a:gd name="connsiteY752" fmla="*/ 445793 h 590308"/>
                <a:gd name="connsiteX753" fmla="*/ 361787 w 821508"/>
                <a:gd name="connsiteY753" fmla="*/ 446230 h 590308"/>
                <a:gd name="connsiteX754" fmla="*/ 363705 w 821508"/>
                <a:gd name="connsiteY754" fmla="*/ 447441 h 590308"/>
                <a:gd name="connsiteX755" fmla="*/ 364109 w 821508"/>
                <a:gd name="connsiteY755" fmla="*/ 448753 h 590308"/>
                <a:gd name="connsiteX756" fmla="*/ 363671 w 821508"/>
                <a:gd name="connsiteY756" fmla="*/ 449863 h 590308"/>
                <a:gd name="connsiteX757" fmla="*/ 362729 w 821508"/>
                <a:gd name="connsiteY757" fmla="*/ 451175 h 590308"/>
                <a:gd name="connsiteX758" fmla="*/ 361013 w 821508"/>
                <a:gd name="connsiteY758" fmla="*/ 453698 h 590308"/>
                <a:gd name="connsiteX759" fmla="*/ 360205 w 821508"/>
                <a:gd name="connsiteY759" fmla="*/ 455111 h 590308"/>
                <a:gd name="connsiteX760" fmla="*/ 359229 w 821508"/>
                <a:gd name="connsiteY760" fmla="*/ 456726 h 590308"/>
                <a:gd name="connsiteX761" fmla="*/ 357815 w 821508"/>
                <a:gd name="connsiteY761" fmla="*/ 461099 h 590308"/>
                <a:gd name="connsiteX762" fmla="*/ 355864 w 821508"/>
                <a:gd name="connsiteY762" fmla="*/ 464362 h 590308"/>
                <a:gd name="connsiteX763" fmla="*/ 352027 w 821508"/>
                <a:gd name="connsiteY763" fmla="*/ 466885 h 590308"/>
                <a:gd name="connsiteX764" fmla="*/ 349133 w 821508"/>
                <a:gd name="connsiteY764" fmla="*/ 469408 h 590308"/>
                <a:gd name="connsiteX765" fmla="*/ 347450 w 821508"/>
                <a:gd name="connsiteY765" fmla="*/ 472099 h 590308"/>
                <a:gd name="connsiteX766" fmla="*/ 348594 w 821508"/>
                <a:gd name="connsiteY766" fmla="*/ 474992 h 590308"/>
                <a:gd name="connsiteX767" fmla="*/ 352061 w 821508"/>
                <a:gd name="connsiteY767" fmla="*/ 475295 h 590308"/>
                <a:gd name="connsiteX768" fmla="*/ 353945 w 821508"/>
                <a:gd name="connsiteY768" fmla="*/ 476439 h 590308"/>
                <a:gd name="connsiteX769" fmla="*/ 357412 w 821508"/>
                <a:gd name="connsiteY769" fmla="*/ 478188 h 590308"/>
                <a:gd name="connsiteX770" fmla="*/ 359431 w 821508"/>
                <a:gd name="connsiteY770" fmla="*/ 481653 h 590308"/>
                <a:gd name="connsiteX771" fmla="*/ 358994 w 821508"/>
                <a:gd name="connsiteY771" fmla="*/ 484411 h 590308"/>
                <a:gd name="connsiteX772" fmla="*/ 357109 w 821508"/>
                <a:gd name="connsiteY772" fmla="*/ 487742 h 590308"/>
                <a:gd name="connsiteX773" fmla="*/ 355224 w 821508"/>
                <a:gd name="connsiteY773" fmla="*/ 491375 h 590308"/>
                <a:gd name="connsiteX774" fmla="*/ 354484 w 821508"/>
                <a:gd name="connsiteY774" fmla="*/ 493258 h 590308"/>
                <a:gd name="connsiteX775" fmla="*/ 354484 w 821508"/>
                <a:gd name="connsiteY775" fmla="*/ 495445 h 590308"/>
                <a:gd name="connsiteX776" fmla="*/ 356066 w 821508"/>
                <a:gd name="connsiteY776" fmla="*/ 497329 h 590308"/>
                <a:gd name="connsiteX777" fmla="*/ 360979 w 821508"/>
                <a:gd name="connsiteY777" fmla="*/ 497833 h 590308"/>
                <a:gd name="connsiteX778" fmla="*/ 365186 w 821508"/>
                <a:gd name="connsiteY778" fmla="*/ 497632 h 590308"/>
                <a:gd name="connsiteX779" fmla="*/ 368652 w 821508"/>
                <a:gd name="connsiteY779" fmla="*/ 497632 h 590308"/>
                <a:gd name="connsiteX780" fmla="*/ 370234 w 821508"/>
                <a:gd name="connsiteY780" fmla="*/ 499515 h 590308"/>
                <a:gd name="connsiteX781" fmla="*/ 371681 w 821508"/>
                <a:gd name="connsiteY781" fmla="*/ 503283 h 590308"/>
                <a:gd name="connsiteX782" fmla="*/ 372422 w 821508"/>
                <a:gd name="connsiteY782" fmla="*/ 505907 h 590308"/>
                <a:gd name="connsiteX783" fmla="*/ 372422 w 821508"/>
                <a:gd name="connsiteY783" fmla="*/ 508363 h 590308"/>
                <a:gd name="connsiteX784" fmla="*/ 373566 w 821508"/>
                <a:gd name="connsiteY784" fmla="*/ 510684 h 590308"/>
                <a:gd name="connsiteX785" fmla="*/ 376898 w 821508"/>
                <a:gd name="connsiteY785" fmla="*/ 516201 h 590308"/>
                <a:gd name="connsiteX786" fmla="*/ 379792 w 821508"/>
                <a:gd name="connsiteY786" fmla="*/ 521852 h 590308"/>
                <a:gd name="connsiteX787" fmla="*/ 380667 w 821508"/>
                <a:gd name="connsiteY787" fmla="*/ 525620 h 590308"/>
                <a:gd name="connsiteX788" fmla="*/ 381980 w 821508"/>
                <a:gd name="connsiteY788" fmla="*/ 529387 h 590308"/>
                <a:gd name="connsiteX789" fmla="*/ 384301 w 821508"/>
                <a:gd name="connsiteY789" fmla="*/ 532415 h 590308"/>
                <a:gd name="connsiteX790" fmla="*/ 386826 w 821508"/>
                <a:gd name="connsiteY790" fmla="*/ 534299 h 590308"/>
                <a:gd name="connsiteX791" fmla="*/ 388643 w 821508"/>
                <a:gd name="connsiteY791" fmla="*/ 536923 h 590308"/>
                <a:gd name="connsiteX792" fmla="*/ 388643 w 821508"/>
                <a:gd name="connsiteY792" fmla="*/ 540253 h 590308"/>
                <a:gd name="connsiteX793" fmla="*/ 389787 w 821508"/>
                <a:gd name="connsiteY793" fmla="*/ 540388 h 590308"/>
                <a:gd name="connsiteX794" fmla="*/ 393254 w 821508"/>
                <a:gd name="connsiteY794" fmla="*/ 541699 h 590308"/>
                <a:gd name="connsiteX795" fmla="*/ 395710 w 821508"/>
                <a:gd name="connsiteY795" fmla="*/ 541565 h 590308"/>
                <a:gd name="connsiteX796" fmla="*/ 396855 w 821508"/>
                <a:gd name="connsiteY796" fmla="*/ 541868 h 590308"/>
                <a:gd name="connsiteX797" fmla="*/ 401196 w 821508"/>
                <a:gd name="connsiteY797" fmla="*/ 547216 h 590308"/>
                <a:gd name="connsiteX798" fmla="*/ 404528 w 821508"/>
                <a:gd name="connsiteY798" fmla="*/ 551556 h 590308"/>
                <a:gd name="connsiteX799" fmla="*/ 406413 w 821508"/>
                <a:gd name="connsiteY799" fmla="*/ 555189 h 590308"/>
                <a:gd name="connsiteX800" fmla="*/ 406413 w 821508"/>
                <a:gd name="connsiteY800" fmla="*/ 557376 h 590308"/>
                <a:gd name="connsiteX801" fmla="*/ 403519 w 821508"/>
                <a:gd name="connsiteY801" fmla="*/ 559125 h 590308"/>
                <a:gd name="connsiteX802" fmla="*/ 400994 w 821508"/>
                <a:gd name="connsiteY802" fmla="*/ 560134 h 590308"/>
                <a:gd name="connsiteX803" fmla="*/ 400792 w 821508"/>
                <a:gd name="connsiteY803" fmla="*/ 561580 h 590308"/>
                <a:gd name="connsiteX804" fmla="*/ 400792 w 821508"/>
                <a:gd name="connsiteY804" fmla="*/ 564642 h 590308"/>
                <a:gd name="connsiteX805" fmla="*/ 399917 w 821508"/>
                <a:gd name="connsiteY805" fmla="*/ 567972 h 590308"/>
                <a:gd name="connsiteX806" fmla="*/ 399480 w 821508"/>
                <a:gd name="connsiteY806" fmla="*/ 569856 h 590308"/>
                <a:gd name="connsiteX807" fmla="*/ 399042 w 821508"/>
                <a:gd name="connsiteY807" fmla="*/ 572614 h 590308"/>
                <a:gd name="connsiteX808" fmla="*/ 399042 w 821508"/>
                <a:gd name="connsiteY808" fmla="*/ 575070 h 590308"/>
                <a:gd name="connsiteX809" fmla="*/ 396855 w 821508"/>
                <a:gd name="connsiteY809" fmla="*/ 577257 h 590308"/>
                <a:gd name="connsiteX810" fmla="*/ 394835 w 821508"/>
                <a:gd name="connsiteY810" fmla="*/ 578838 h 590308"/>
                <a:gd name="connsiteX811" fmla="*/ 393086 w 821508"/>
                <a:gd name="connsiteY811" fmla="*/ 581024 h 590308"/>
                <a:gd name="connsiteX812" fmla="*/ 391941 w 821508"/>
                <a:gd name="connsiteY812" fmla="*/ 582471 h 590308"/>
                <a:gd name="connsiteX813" fmla="*/ 392143 w 821508"/>
                <a:gd name="connsiteY813" fmla="*/ 584489 h 590308"/>
                <a:gd name="connsiteX814" fmla="*/ 395408 w 821508"/>
                <a:gd name="connsiteY814" fmla="*/ 584691 h 590308"/>
                <a:gd name="connsiteX815" fmla="*/ 397427 w 821508"/>
                <a:gd name="connsiteY815" fmla="*/ 582807 h 590308"/>
                <a:gd name="connsiteX816" fmla="*/ 399009 w 821508"/>
                <a:gd name="connsiteY816" fmla="*/ 581293 h 590308"/>
                <a:gd name="connsiteX817" fmla="*/ 401028 w 821508"/>
                <a:gd name="connsiteY817" fmla="*/ 581361 h 590308"/>
                <a:gd name="connsiteX818" fmla="*/ 401903 w 821508"/>
                <a:gd name="connsiteY818" fmla="*/ 582942 h 590308"/>
                <a:gd name="connsiteX819" fmla="*/ 402273 w 821508"/>
                <a:gd name="connsiteY819" fmla="*/ 585767 h 590308"/>
                <a:gd name="connsiteX820" fmla="*/ 402341 w 821508"/>
                <a:gd name="connsiteY820" fmla="*/ 587449 h 590308"/>
                <a:gd name="connsiteX821" fmla="*/ 402206 w 821508"/>
                <a:gd name="connsiteY821" fmla="*/ 588257 h 590308"/>
                <a:gd name="connsiteX822" fmla="*/ 401028 w 821508"/>
                <a:gd name="connsiteY822" fmla="*/ 590309 h 590308"/>
                <a:gd name="connsiteX823" fmla="*/ 403014 w 821508"/>
                <a:gd name="connsiteY823" fmla="*/ 590073 h 590308"/>
                <a:gd name="connsiteX824" fmla="*/ 408230 w 821508"/>
                <a:gd name="connsiteY824" fmla="*/ 587214 h 590308"/>
                <a:gd name="connsiteX825" fmla="*/ 412975 w 821508"/>
                <a:gd name="connsiteY825" fmla="*/ 585364 h 590308"/>
                <a:gd name="connsiteX826" fmla="*/ 418932 w 821508"/>
                <a:gd name="connsiteY826" fmla="*/ 583615 h 590308"/>
                <a:gd name="connsiteX827" fmla="*/ 423779 w 821508"/>
                <a:gd name="connsiteY827" fmla="*/ 578939 h 590308"/>
                <a:gd name="connsiteX828" fmla="*/ 426572 w 821508"/>
                <a:gd name="connsiteY828" fmla="*/ 573489 h 590308"/>
                <a:gd name="connsiteX829" fmla="*/ 427548 w 821508"/>
                <a:gd name="connsiteY829" fmla="*/ 568039 h 590308"/>
                <a:gd name="connsiteX830" fmla="*/ 428995 w 821508"/>
                <a:gd name="connsiteY830" fmla="*/ 562421 h 590308"/>
                <a:gd name="connsiteX831" fmla="*/ 432360 w 821508"/>
                <a:gd name="connsiteY831" fmla="*/ 558654 h 590308"/>
                <a:gd name="connsiteX832" fmla="*/ 435759 w 821508"/>
                <a:gd name="connsiteY832" fmla="*/ 555391 h 590308"/>
                <a:gd name="connsiteX833" fmla="*/ 438923 w 821508"/>
                <a:gd name="connsiteY833" fmla="*/ 552632 h 590308"/>
                <a:gd name="connsiteX834" fmla="*/ 443702 w 821508"/>
                <a:gd name="connsiteY834" fmla="*/ 548192 h 590308"/>
                <a:gd name="connsiteX835" fmla="*/ 445654 w 821508"/>
                <a:gd name="connsiteY835" fmla="*/ 543886 h 590308"/>
                <a:gd name="connsiteX836" fmla="*/ 447741 w 821508"/>
                <a:gd name="connsiteY836" fmla="*/ 540522 h 590308"/>
                <a:gd name="connsiteX837" fmla="*/ 447741 w 821508"/>
                <a:gd name="connsiteY837" fmla="*/ 535106 h 590308"/>
                <a:gd name="connsiteX838" fmla="*/ 447135 w 821508"/>
                <a:gd name="connsiteY838" fmla="*/ 532785 h 590308"/>
                <a:gd name="connsiteX839" fmla="*/ 448077 w 821508"/>
                <a:gd name="connsiteY839" fmla="*/ 530834 h 590308"/>
                <a:gd name="connsiteX840" fmla="*/ 451173 w 821508"/>
                <a:gd name="connsiteY840" fmla="*/ 529051 h 590308"/>
                <a:gd name="connsiteX841" fmla="*/ 453832 w 821508"/>
                <a:gd name="connsiteY841" fmla="*/ 529051 h 590308"/>
                <a:gd name="connsiteX842" fmla="*/ 457871 w 821508"/>
                <a:gd name="connsiteY842" fmla="*/ 526057 h 590308"/>
                <a:gd name="connsiteX843" fmla="*/ 460428 w 821508"/>
                <a:gd name="connsiteY843" fmla="*/ 524140 h 590308"/>
                <a:gd name="connsiteX844" fmla="*/ 460428 w 821508"/>
                <a:gd name="connsiteY844" fmla="*/ 521247 h 590308"/>
                <a:gd name="connsiteX845" fmla="*/ 460428 w 821508"/>
                <a:gd name="connsiteY845" fmla="*/ 519295 h 590308"/>
                <a:gd name="connsiteX846" fmla="*/ 458948 w 821508"/>
                <a:gd name="connsiteY846" fmla="*/ 517714 h 590308"/>
                <a:gd name="connsiteX847" fmla="*/ 458476 w 821508"/>
                <a:gd name="connsiteY847" fmla="*/ 514889 h 590308"/>
                <a:gd name="connsiteX848" fmla="*/ 459015 w 821508"/>
                <a:gd name="connsiteY848" fmla="*/ 511256 h 590308"/>
                <a:gd name="connsiteX849" fmla="*/ 459722 w 821508"/>
                <a:gd name="connsiteY849" fmla="*/ 505873 h 590308"/>
                <a:gd name="connsiteX850" fmla="*/ 460462 w 821508"/>
                <a:gd name="connsiteY850" fmla="*/ 501096 h 590308"/>
                <a:gd name="connsiteX851" fmla="*/ 460462 w 821508"/>
                <a:gd name="connsiteY851" fmla="*/ 497295 h 590308"/>
                <a:gd name="connsiteX852" fmla="*/ 463727 w 821508"/>
                <a:gd name="connsiteY852" fmla="*/ 491106 h 590308"/>
                <a:gd name="connsiteX853" fmla="*/ 465476 w 821508"/>
                <a:gd name="connsiteY853" fmla="*/ 488717 h 590308"/>
                <a:gd name="connsiteX854" fmla="*/ 472308 w 821508"/>
                <a:gd name="connsiteY854" fmla="*/ 483301 h 590308"/>
                <a:gd name="connsiteX855" fmla="*/ 476111 w 821508"/>
                <a:gd name="connsiteY855" fmla="*/ 479702 h 590308"/>
                <a:gd name="connsiteX856" fmla="*/ 479914 w 821508"/>
                <a:gd name="connsiteY856" fmla="*/ 476943 h 590308"/>
                <a:gd name="connsiteX857" fmla="*/ 484054 w 821508"/>
                <a:gd name="connsiteY857" fmla="*/ 475160 h 590308"/>
                <a:gd name="connsiteX858" fmla="*/ 488597 w 821508"/>
                <a:gd name="connsiteY858" fmla="*/ 475160 h 590308"/>
                <a:gd name="connsiteX859" fmla="*/ 492198 w 821508"/>
                <a:gd name="connsiteY859" fmla="*/ 475934 h 590308"/>
                <a:gd name="connsiteX860" fmla="*/ 494319 w 821508"/>
                <a:gd name="connsiteY860" fmla="*/ 478760 h 590308"/>
                <a:gd name="connsiteX861" fmla="*/ 496439 w 821508"/>
                <a:gd name="connsiteY861" fmla="*/ 480946 h 590308"/>
                <a:gd name="connsiteX862" fmla="*/ 496439 w 821508"/>
                <a:gd name="connsiteY862" fmla="*/ 483032 h 590308"/>
                <a:gd name="connsiteX863" fmla="*/ 496439 w 821508"/>
                <a:gd name="connsiteY863" fmla="*/ 484781 h 590308"/>
                <a:gd name="connsiteX864" fmla="*/ 496977 w 821508"/>
                <a:gd name="connsiteY864" fmla="*/ 487170 h 590308"/>
                <a:gd name="connsiteX865" fmla="*/ 500343 w 821508"/>
                <a:gd name="connsiteY865" fmla="*/ 487809 h 590308"/>
                <a:gd name="connsiteX866" fmla="*/ 502093 w 821508"/>
                <a:gd name="connsiteY866" fmla="*/ 489323 h 590308"/>
                <a:gd name="connsiteX867" fmla="*/ 505694 w 821508"/>
                <a:gd name="connsiteY867" fmla="*/ 490836 h 590308"/>
                <a:gd name="connsiteX868" fmla="*/ 506905 w 821508"/>
                <a:gd name="connsiteY868" fmla="*/ 491711 h 590308"/>
                <a:gd name="connsiteX869" fmla="*/ 506905 w 821508"/>
                <a:gd name="connsiteY869" fmla="*/ 495176 h 590308"/>
                <a:gd name="connsiteX870" fmla="*/ 506266 w 821508"/>
                <a:gd name="connsiteY870" fmla="*/ 496252 h 590308"/>
                <a:gd name="connsiteX871" fmla="*/ 506367 w 821508"/>
                <a:gd name="connsiteY871" fmla="*/ 498002 h 590308"/>
                <a:gd name="connsiteX872" fmla="*/ 506905 w 821508"/>
                <a:gd name="connsiteY872" fmla="*/ 498977 h 590308"/>
                <a:gd name="connsiteX873" fmla="*/ 509396 w 821508"/>
                <a:gd name="connsiteY873" fmla="*/ 500625 h 590308"/>
                <a:gd name="connsiteX874" fmla="*/ 512761 w 821508"/>
                <a:gd name="connsiteY874" fmla="*/ 502038 h 590308"/>
                <a:gd name="connsiteX875" fmla="*/ 515252 w 821508"/>
                <a:gd name="connsiteY875" fmla="*/ 501601 h 590308"/>
                <a:gd name="connsiteX876" fmla="*/ 517843 w 821508"/>
                <a:gd name="connsiteY876" fmla="*/ 501803 h 590308"/>
                <a:gd name="connsiteX877" fmla="*/ 525550 w 821508"/>
                <a:gd name="connsiteY877" fmla="*/ 502678 h 590308"/>
                <a:gd name="connsiteX878" fmla="*/ 536959 w 821508"/>
                <a:gd name="connsiteY878" fmla="*/ 502038 h 590308"/>
                <a:gd name="connsiteX879" fmla="*/ 541974 w 821508"/>
                <a:gd name="connsiteY879" fmla="*/ 503216 h 590308"/>
                <a:gd name="connsiteX880" fmla="*/ 544262 w 821508"/>
                <a:gd name="connsiteY880" fmla="*/ 505840 h 590308"/>
                <a:gd name="connsiteX881" fmla="*/ 550791 w 821508"/>
                <a:gd name="connsiteY881" fmla="*/ 507252 h 590308"/>
                <a:gd name="connsiteX882" fmla="*/ 556882 w 821508"/>
                <a:gd name="connsiteY882" fmla="*/ 507791 h 590308"/>
                <a:gd name="connsiteX883" fmla="*/ 563512 w 821508"/>
                <a:gd name="connsiteY883" fmla="*/ 506815 h 590308"/>
                <a:gd name="connsiteX884" fmla="*/ 567315 w 821508"/>
                <a:gd name="connsiteY884" fmla="*/ 504965 h 590308"/>
                <a:gd name="connsiteX885" fmla="*/ 571556 w 821508"/>
                <a:gd name="connsiteY885" fmla="*/ 503552 h 590308"/>
                <a:gd name="connsiteX886" fmla="*/ 576234 w 821508"/>
                <a:gd name="connsiteY886" fmla="*/ 501601 h 590308"/>
                <a:gd name="connsiteX887" fmla="*/ 579936 w 821508"/>
                <a:gd name="connsiteY887" fmla="*/ 500827 h 590308"/>
                <a:gd name="connsiteX888" fmla="*/ 582662 w 821508"/>
                <a:gd name="connsiteY888" fmla="*/ 501029 h 590308"/>
                <a:gd name="connsiteX889" fmla="*/ 589931 w 821508"/>
                <a:gd name="connsiteY889" fmla="*/ 501265 h 590308"/>
                <a:gd name="connsiteX890" fmla="*/ 596460 w 821508"/>
                <a:gd name="connsiteY890" fmla="*/ 501265 h 590308"/>
                <a:gd name="connsiteX891" fmla="*/ 598210 w 821508"/>
                <a:gd name="connsiteY891" fmla="*/ 500289 h 590308"/>
                <a:gd name="connsiteX892" fmla="*/ 601677 w 821508"/>
                <a:gd name="connsiteY892" fmla="*/ 497262 h 590308"/>
                <a:gd name="connsiteX893" fmla="*/ 602451 w 821508"/>
                <a:gd name="connsiteY893" fmla="*/ 495849 h 590308"/>
                <a:gd name="connsiteX894" fmla="*/ 605480 w 821508"/>
                <a:gd name="connsiteY894" fmla="*/ 490836 h 590308"/>
                <a:gd name="connsiteX895" fmla="*/ 608643 w 821508"/>
                <a:gd name="connsiteY895" fmla="*/ 486699 h 590308"/>
                <a:gd name="connsiteX896" fmla="*/ 609518 w 821508"/>
                <a:gd name="connsiteY896" fmla="*/ 479971 h 590308"/>
                <a:gd name="connsiteX897" fmla="*/ 609518 w 821508"/>
                <a:gd name="connsiteY897" fmla="*/ 472570 h 590308"/>
                <a:gd name="connsiteX898" fmla="*/ 606355 w 821508"/>
                <a:gd name="connsiteY898" fmla="*/ 468971 h 590308"/>
                <a:gd name="connsiteX899" fmla="*/ 601777 w 821508"/>
                <a:gd name="connsiteY899" fmla="*/ 465708 h 590308"/>
                <a:gd name="connsiteX900" fmla="*/ 596898 w 821508"/>
                <a:gd name="connsiteY900" fmla="*/ 463420 h 590308"/>
                <a:gd name="connsiteX901" fmla="*/ 593431 w 821508"/>
                <a:gd name="connsiteY901" fmla="*/ 461906 h 590308"/>
                <a:gd name="connsiteX902" fmla="*/ 590705 w 821508"/>
                <a:gd name="connsiteY902" fmla="*/ 458542 h 590308"/>
                <a:gd name="connsiteX903" fmla="*/ 587878 w 821508"/>
                <a:gd name="connsiteY903" fmla="*/ 455279 h 590308"/>
                <a:gd name="connsiteX904" fmla="*/ 588215 w 821508"/>
                <a:gd name="connsiteY904" fmla="*/ 450704 h 590308"/>
                <a:gd name="connsiteX905" fmla="*/ 588753 w 821508"/>
                <a:gd name="connsiteY905" fmla="*/ 447441 h 590308"/>
                <a:gd name="connsiteX906" fmla="*/ 584176 w 821508"/>
                <a:gd name="connsiteY906" fmla="*/ 444178 h 590308"/>
                <a:gd name="connsiteX907" fmla="*/ 583436 w 821508"/>
                <a:gd name="connsiteY907" fmla="*/ 438325 h 590308"/>
                <a:gd name="connsiteX908" fmla="*/ 583537 w 821508"/>
                <a:gd name="connsiteY908" fmla="*/ 434725 h 590308"/>
                <a:gd name="connsiteX909" fmla="*/ 585825 w 821508"/>
                <a:gd name="connsiteY909" fmla="*/ 432505 h 590308"/>
                <a:gd name="connsiteX910" fmla="*/ 589628 w 821508"/>
                <a:gd name="connsiteY910" fmla="*/ 431900 h 590308"/>
                <a:gd name="connsiteX911" fmla="*/ 592960 w 821508"/>
                <a:gd name="connsiteY911" fmla="*/ 430117 h 590308"/>
                <a:gd name="connsiteX912" fmla="*/ 598951 w 821508"/>
                <a:gd name="connsiteY912" fmla="*/ 430319 h 590308"/>
                <a:gd name="connsiteX913" fmla="*/ 602518 w 821508"/>
                <a:gd name="connsiteY913" fmla="*/ 429982 h 590308"/>
                <a:gd name="connsiteX914" fmla="*/ 606893 w 821508"/>
                <a:gd name="connsiteY914" fmla="*/ 429982 h 590308"/>
                <a:gd name="connsiteX915" fmla="*/ 607802 w 821508"/>
                <a:gd name="connsiteY915" fmla="*/ 431462 h 590308"/>
                <a:gd name="connsiteX916" fmla="*/ 609484 w 821508"/>
                <a:gd name="connsiteY916" fmla="*/ 433683 h 590308"/>
                <a:gd name="connsiteX917" fmla="*/ 612379 w 821508"/>
                <a:gd name="connsiteY917" fmla="*/ 433514 h 590308"/>
                <a:gd name="connsiteX918" fmla="*/ 614768 w 821508"/>
                <a:gd name="connsiteY918" fmla="*/ 430420 h 590308"/>
                <a:gd name="connsiteX919" fmla="*/ 617797 w 821508"/>
                <a:gd name="connsiteY919" fmla="*/ 427594 h 590308"/>
                <a:gd name="connsiteX920" fmla="*/ 621432 w 821508"/>
                <a:gd name="connsiteY920" fmla="*/ 423523 h 590308"/>
                <a:gd name="connsiteX921" fmla="*/ 626884 w 821508"/>
                <a:gd name="connsiteY921" fmla="*/ 420563 h 590308"/>
                <a:gd name="connsiteX922" fmla="*/ 629980 w 821508"/>
                <a:gd name="connsiteY922" fmla="*/ 418747 h 590308"/>
                <a:gd name="connsiteX923" fmla="*/ 635937 w 821508"/>
                <a:gd name="connsiteY923" fmla="*/ 417805 h 590308"/>
                <a:gd name="connsiteX924" fmla="*/ 641658 w 821508"/>
                <a:gd name="connsiteY924" fmla="*/ 417805 h 590308"/>
                <a:gd name="connsiteX925" fmla="*/ 648052 w 821508"/>
                <a:gd name="connsiteY925" fmla="*/ 416425 h 590308"/>
                <a:gd name="connsiteX926" fmla="*/ 652630 w 821508"/>
                <a:gd name="connsiteY926" fmla="*/ 415046 h 590308"/>
                <a:gd name="connsiteX927" fmla="*/ 656399 w 821508"/>
                <a:gd name="connsiteY927" fmla="*/ 412221 h 590308"/>
                <a:gd name="connsiteX928" fmla="*/ 660976 w 821508"/>
                <a:gd name="connsiteY928" fmla="*/ 406872 h 590308"/>
                <a:gd name="connsiteX929" fmla="*/ 663938 w 821508"/>
                <a:gd name="connsiteY929" fmla="*/ 403407 h 590308"/>
                <a:gd name="connsiteX930" fmla="*/ 668178 w 821508"/>
                <a:gd name="connsiteY930" fmla="*/ 399337 h 590308"/>
                <a:gd name="connsiteX931" fmla="*/ 670399 w 821508"/>
                <a:gd name="connsiteY931" fmla="*/ 392306 h 590308"/>
                <a:gd name="connsiteX932" fmla="*/ 670399 w 821508"/>
                <a:gd name="connsiteY932" fmla="*/ 387394 h 590308"/>
                <a:gd name="connsiteX933" fmla="*/ 670399 w 821508"/>
                <a:gd name="connsiteY933" fmla="*/ 383257 h 590308"/>
                <a:gd name="connsiteX934" fmla="*/ 670399 w 821508"/>
                <a:gd name="connsiteY934" fmla="*/ 378682 h 590308"/>
                <a:gd name="connsiteX935" fmla="*/ 672452 w 821508"/>
                <a:gd name="connsiteY935" fmla="*/ 375217 h 590308"/>
                <a:gd name="connsiteX936" fmla="*/ 675649 w 821508"/>
                <a:gd name="connsiteY936" fmla="*/ 371147 h 590308"/>
                <a:gd name="connsiteX937" fmla="*/ 677164 w 821508"/>
                <a:gd name="connsiteY937" fmla="*/ 369128 h 590308"/>
                <a:gd name="connsiteX938" fmla="*/ 679351 w 821508"/>
                <a:gd name="connsiteY938" fmla="*/ 366942 h 590308"/>
                <a:gd name="connsiteX939" fmla="*/ 682044 w 821508"/>
                <a:gd name="connsiteY939" fmla="*/ 365293 h 590308"/>
                <a:gd name="connsiteX940" fmla="*/ 682750 w 821508"/>
                <a:gd name="connsiteY940" fmla="*/ 364486 h 590308"/>
                <a:gd name="connsiteX941" fmla="*/ 685006 w 821508"/>
                <a:gd name="connsiteY941" fmla="*/ 363914 h 590308"/>
                <a:gd name="connsiteX942" fmla="*/ 686957 w 821508"/>
                <a:gd name="connsiteY942" fmla="*/ 363914 h 590308"/>
                <a:gd name="connsiteX943" fmla="*/ 689414 w 821508"/>
                <a:gd name="connsiteY943" fmla="*/ 366101 h 590308"/>
                <a:gd name="connsiteX944" fmla="*/ 691501 w 821508"/>
                <a:gd name="connsiteY944" fmla="*/ 369633 h 590308"/>
                <a:gd name="connsiteX945" fmla="*/ 692073 w 821508"/>
                <a:gd name="connsiteY945" fmla="*/ 371819 h 590308"/>
                <a:gd name="connsiteX946" fmla="*/ 694159 w 821508"/>
                <a:gd name="connsiteY946" fmla="*/ 372189 h 590308"/>
                <a:gd name="connsiteX947" fmla="*/ 696919 w 821508"/>
                <a:gd name="connsiteY947" fmla="*/ 371180 h 590308"/>
                <a:gd name="connsiteX948" fmla="*/ 698063 w 821508"/>
                <a:gd name="connsiteY948" fmla="*/ 369094 h 590308"/>
                <a:gd name="connsiteX949" fmla="*/ 699208 w 821508"/>
                <a:gd name="connsiteY949" fmla="*/ 363948 h 590308"/>
                <a:gd name="connsiteX950" fmla="*/ 700015 w 821508"/>
                <a:gd name="connsiteY950" fmla="*/ 361257 h 590308"/>
                <a:gd name="connsiteX951" fmla="*/ 701900 w 821508"/>
                <a:gd name="connsiteY951" fmla="*/ 359373 h 590308"/>
                <a:gd name="connsiteX952" fmla="*/ 705097 w 821508"/>
                <a:gd name="connsiteY952" fmla="*/ 357859 h 590308"/>
                <a:gd name="connsiteX953" fmla="*/ 708227 w 821508"/>
                <a:gd name="connsiteY953" fmla="*/ 356177 h 590308"/>
                <a:gd name="connsiteX954" fmla="*/ 709742 w 821508"/>
                <a:gd name="connsiteY954" fmla="*/ 355302 h 590308"/>
                <a:gd name="connsiteX955" fmla="*/ 712434 w 821508"/>
                <a:gd name="connsiteY955" fmla="*/ 353351 h 590308"/>
                <a:gd name="connsiteX956" fmla="*/ 713679 w 821508"/>
                <a:gd name="connsiteY956" fmla="*/ 351400 h 590308"/>
                <a:gd name="connsiteX957" fmla="*/ 713679 w 821508"/>
                <a:gd name="connsiteY957" fmla="*/ 349079 h 590308"/>
                <a:gd name="connsiteX958" fmla="*/ 713477 w 821508"/>
                <a:gd name="connsiteY958" fmla="*/ 340467 h 590308"/>
                <a:gd name="connsiteX959" fmla="*/ 713881 w 821508"/>
                <a:gd name="connsiteY959" fmla="*/ 333235 h 590308"/>
                <a:gd name="connsiteX960" fmla="*/ 713881 w 821508"/>
                <a:gd name="connsiteY960" fmla="*/ 324825 h 590308"/>
                <a:gd name="connsiteX961" fmla="*/ 715631 w 821508"/>
                <a:gd name="connsiteY961" fmla="*/ 315708 h 590308"/>
                <a:gd name="connsiteX962" fmla="*/ 715631 w 821508"/>
                <a:gd name="connsiteY962" fmla="*/ 310932 h 590308"/>
                <a:gd name="connsiteX963" fmla="*/ 714251 w 821508"/>
                <a:gd name="connsiteY963" fmla="*/ 306794 h 590308"/>
                <a:gd name="connsiteX964" fmla="*/ 712602 w 821508"/>
                <a:gd name="connsiteY964" fmla="*/ 303598 h 590308"/>
                <a:gd name="connsiteX965" fmla="*/ 713174 w 821508"/>
                <a:gd name="connsiteY965" fmla="*/ 301277 h 590308"/>
                <a:gd name="connsiteX966" fmla="*/ 714857 w 821508"/>
                <a:gd name="connsiteY966" fmla="*/ 298889 h 590308"/>
                <a:gd name="connsiteX967" fmla="*/ 715934 w 821508"/>
                <a:gd name="connsiteY967" fmla="*/ 297005 h 590308"/>
                <a:gd name="connsiteX968" fmla="*/ 718963 w 821508"/>
                <a:gd name="connsiteY968" fmla="*/ 294616 h 590308"/>
                <a:gd name="connsiteX969" fmla="*/ 720545 w 821508"/>
                <a:gd name="connsiteY969" fmla="*/ 293977 h 590308"/>
                <a:gd name="connsiteX970" fmla="*/ 722429 w 821508"/>
                <a:gd name="connsiteY970" fmla="*/ 293607 h 590308"/>
                <a:gd name="connsiteX971" fmla="*/ 723876 w 821508"/>
                <a:gd name="connsiteY971" fmla="*/ 293338 h 590308"/>
                <a:gd name="connsiteX972" fmla="*/ 726131 w 821508"/>
                <a:gd name="connsiteY972" fmla="*/ 292665 h 590308"/>
                <a:gd name="connsiteX973" fmla="*/ 728655 w 821508"/>
                <a:gd name="connsiteY973" fmla="*/ 292665 h 590308"/>
                <a:gd name="connsiteX974" fmla="*/ 731718 w 821508"/>
                <a:gd name="connsiteY974" fmla="*/ 294616 h 590308"/>
                <a:gd name="connsiteX975" fmla="*/ 735050 w 821508"/>
                <a:gd name="connsiteY975" fmla="*/ 298586 h 590308"/>
                <a:gd name="connsiteX976" fmla="*/ 738752 w 821508"/>
                <a:gd name="connsiteY976" fmla="*/ 299898 h 590308"/>
                <a:gd name="connsiteX977" fmla="*/ 743968 w 821508"/>
                <a:gd name="connsiteY977" fmla="*/ 300201 h 590308"/>
                <a:gd name="connsiteX978" fmla="*/ 745483 w 821508"/>
                <a:gd name="connsiteY978" fmla="*/ 300402 h 590308"/>
                <a:gd name="connsiteX979" fmla="*/ 746930 w 821508"/>
                <a:gd name="connsiteY979" fmla="*/ 302589 h 590308"/>
                <a:gd name="connsiteX980" fmla="*/ 746930 w 821508"/>
                <a:gd name="connsiteY980" fmla="*/ 305717 h 590308"/>
                <a:gd name="connsiteX981" fmla="*/ 745988 w 821508"/>
                <a:gd name="connsiteY981" fmla="*/ 309485 h 590308"/>
                <a:gd name="connsiteX982" fmla="*/ 746930 w 821508"/>
                <a:gd name="connsiteY982" fmla="*/ 312748 h 590308"/>
                <a:gd name="connsiteX983" fmla="*/ 746189 w 821508"/>
                <a:gd name="connsiteY983" fmla="*/ 315944 h 590308"/>
                <a:gd name="connsiteX984" fmla="*/ 746324 w 821508"/>
                <a:gd name="connsiteY984" fmla="*/ 319140 h 590308"/>
                <a:gd name="connsiteX985" fmla="*/ 750800 w 821508"/>
                <a:gd name="connsiteY985" fmla="*/ 321730 h 590308"/>
                <a:gd name="connsiteX986" fmla="*/ 757194 w 821508"/>
                <a:gd name="connsiteY986" fmla="*/ 327381 h 590308"/>
                <a:gd name="connsiteX987" fmla="*/ 762175 w 821508"/>
                <a:gd name="connsiteY987" fmla="*/ 332360 h 590308"/>
                <a:gd name="connsiteX988" fmla="*/ 766820 w 821508"/>
                <a:gd name="connsiteY988" fmla="*/ 336128 h 590308"/>
                <a:gd name="connsiteX989" fmla="*/ 769276 w 821508"/>
                <a:gd name="connsiteY989" fmla="*/ 337440 h 590308"/>
                <a:gd name="connsiteX990" fmla="*/ 774695 w 821508"/>
                <a:gd name="connsiteY990" fmla="*/ 338314 h 590308"/>
                <a:gd name="connsiteX991" fmla="*/ 774695 w 821508"/>
                <a:gd name="connsiteY991" fmla="*/ 335287 h 590308"/>
                <a:gd name="connsiteX992" fmla="*/ 772844 w 821508"/>
                <a:gd name="connsiteY992" fmla="*/ 331687 h 590308"/>
                <a:gd name="connsiteX993" fmla="*/ 772507 w 821508"/>
                <a:gd name="connsiteY993" fmla="*/ 329063 h 590308"/>
                <a:gd name="connsiteX994" fmla="*/ 772709 w 821508"/>
                <a:gd name="connsiteY994" fmla="*/ 327415 h 590308"/>
                <a:gd name="connsiteX995" fmla="*/ 773887 w 821508"/>
                <a:gd name="connsiteY995" fmla="*/ 326540 h 590308"/>
                <a:gd name="connsiteX996" fmla="*/ 774661 w 821508"/>
                <a:gd name="connsiteY996" fmla="*/ 326439 h 590308"/>
                <a:gd name="connsiteX997" fmla="*/ 776849 w 821508"/>
                <a:gd name="connsiteY997" fmla="*/ 326776 h 590308"/>
                <a:gd name="connsiteX998" fmla="*/ 778700 w 821508"/>
                <a:gd name="connsiteY998" fmla="*/ 329938 h 590308"/>
                <a:gd name="connsiteX999" fmla="*/ 779844 w 821508"/>
                <a:gd name="connsiteY999" fmla="*/ 333638 h 590308"/>
                <a:gd name="connsiteX1000" fmla="*/ 782604 w 821508"/>
                <a:gd name="connsiteY1000" fmla="*/ 338079 h 590308"/>
                <a:gd name="connsiteX1001" fmla="*/ 784455 w 821508"/>
                <a:gd name="connsiteY1001" fmla="*/ 341678 h 590308"/>
                <a:gd name="connsiteX1002" fmla="*/ 786104 w 821508"/>
                <a:gd name="connsiteY1002" fmla="*/ 344706 h 590308"/>
                <a:gd name="connsiteX1003" fmla="*/ 788594 w 821508"/>
                <a:gd name="connsiteY1003" fmla="*/ 347868 h 590308"/>
                <a:gd name="connsiteX1004" fmla="*/ 788594 w 821508"/>
                <a:gd name="connsiteY1004" fmla="*/ 350895 h 590308"/>
                <a:gd name="connsiteX1005" fmla="*/ 793373 w 821508"/>
                <a:gd name="connsiteY1005" fmla="*/ 354091 h 590308"/>
                <a:gd name="connsiteX1006" fmla="*/ 795965 w 821508"/>
                <a:gd name="connsiteY1006" fmla="*/ 353351 h 590308"/>
                <a:gd name="connsiteX1007" fmla="*/ 797984 w 821508"/>
                <a:gd name="connsiteY1007" fmla="*/ 352914 h 590308"/>
                <a:gd name="connsiteX1008" fmla="*/ 800171 w 821508"/>
                <a:gd name="connsiteY1008" fmla="*/ 354091 h 590308"/>
                <a:gd name="connsiteX1009" fmla="*/ 801114 w 821508"/>
                <a:gd name="connsiteY1009" fmla="*/ 357186 h 590308"/>
                <a:gd name="connsiteX1010" fmla="*/ 802729 w 821508"/>
                <a:gd name="connsiteY1010" fmla="*/ 357388 h 590308"/>
                <a:gd name="connsiteX1011" fmla="*/ 804681 w 821508"/>
                <a:gd name="connsiteY1011" fmla="*/ 356143 h 590308"/>
                <a:gd name="connsiteX1012" fmla="*/ 804681 w 821508"/>
                <a:gd name="connsiteY1012" fmla="*/ 353385 h 590308"/>
                <a:gd name="connsiteX1013" fmla="*/ 802594 w 821508"/>
                <a:gd name="connsiteY1013" fmla="*/ 351804 h 590308"/>
                <a:gd name="connsiteX1014" fmla="*/ 801518 w 821508"/>
                <a:gd name="connsiteY1014" fmla="*/ 350492 h 590308"/>
                <a:gd name="connsiteX1015" fmla="*/ 800710 w 821508"/>
                <a:gd name="connsiteY1015" fmla="*/ 349348 h 590308"/>
                <a:gd name="connsiteX1016" fmla="*/ 798690 w 821508"/>
                <a:gd name="connsiteY1016" fmla="*/ 348339 h 590308"/>
                <a:gd name="connsiteX1017" fmla="*/ 796671 w 821508"/>
                <a:gd name="connsiteY1017" fmla="*/ 347464 h 590308"/>
                <a:gd name="connsiteX1018" fmla="*/ 795662 w 821508"/>
                <a:gd name="connsiteY1018" fmla="*/ 345580 h 590308"/>
                <a:gd name="connsiteX1019" fmla="*/ 793777 w 821508"/>
                <a:gd name="connsiteY1019" fmla="*/ 342116 h 590308"/>
                <a:gd name="connsiteX1020" fmla="*/ 792128 w 821508"/>
                <a:gd name="connsiteY1020" fmla="*/ 340097 h 590308"/>
                <a:gd name="connsiteX1021" fmla="*/ 791253 w 821508"/>
                <a:gd name="connsiteY1021" fmla="*/ 337911 h 590308"/>
                <a:gd name="connsiteX1022" fmla="*/ 789435 w 821508"/>
                <a:gd name="connsiteY1022" fmla="*/ 335085 h 590308"/>
                <a:gd name="connsiteX1023" fmla="*/ 788123 w 821508"/>
                <a:gd name="connsiteY1023" fmla="*/ 331250 h 590308"/>
                <a:gd name="connsiteX1024" fmla="*/ 787988 w 821508"/>
                <a:gd name="connsiteY1024" fmla="*/ 328794 h 590308"/>
                <a:gd name="connsiteX1025" fmla="*/ 788224 w 821508"/>
                <a:gd name="connsiteY1025" fmla="*/ 327146 h 590308"/>
                <a:gd name="connsiteX1026" fmla="*/ 788156 w 821508"/>
                <a:gd name="connsiteY1026" fmla="*/ 324959 h 590308"/>
                <a:gd name="connsiteX1027" fmla="*/ 784017 w 821508"/>
                <a:gd name="connsiteY1027" fmla="*/ 322773 h 590308"/>
                <a:gd name="connsiteX1028" fmla="*/ 782267 w 821508"/>
                <a:gd name="connsiteY1028" fmla="*/ 322134 h 590308"/>
                <a:gd name="connsiteX1029" fmla="*/ 781325 w 821508"/>
                <a:gd name="connsiteY1029" fmla="*/ 320048 h 590308"/>
                <a:gd name="connsiteX1030" fmla="*/ 781762 w 821508"/>
                <a:gd name="connsiteY1030" fmla="*/ 317222 h 590308"/>
                <a:gd name="connsiteX1031" fmla="*/ 781459 w 821508"/>
                <a:gd name="connsiteY1031" fmla="*/ 315843 h 590308"/>
                <a:gd name="connsiteX1032" fmla="*/ 777690 w 821508"/>
                <a:gd name="connsiteY1032" fmla="*/ 315776 h 590308"/>
                <a:gd name="connsiteX1033" fmla="*/ 775503 w 821508"/>
                <a:gd name="connsiteY1033" fmla="*/ 317660 h 590308"/>
                <a:gd name="connsiteX1034" fmla="*/ 773113 w 821508"/>
                <a:gd name="connsiteY1034" fmla="*/ 318231 h 590308"/>
                <a:gd name="connsiteX1035" fmla="*/ 770589 w 821508"/>
                <a:gd name="connsiteY1035" fmla="*/ 315338 h 590308"/>
                <a:gd name="connsiteX1036" fmla="*/ 771397 w 821508"/>
                <a:gd name="connsiteY1036" fmla="*/ 311705 h 590308"/>
                <a:gd name="connsiteX1037" fmla="*/ 775402 w 821508"/>
                <a:gd name="connsiteY1037" fmla="*/ 308510 h 590308"/>
                <a:gd name="connsiteX1038" fmla="*/ 776781 w 821508"/>
                <a:gd name="connsiteY1038" fmla="*/ 307433 h 590308"/>
                <a:gd name="connsiteX1039" fmla="*/ 783445 w 821508"/>
                <a:gd name="connsiteY1039" fmla="*/ 302959 h 590308"/>
                <a:gd name="connsiteX1040" fmla="*/ 787719 w 821508"/>
                <a:gd name="connsiteY1040" fmla="*/ 299259 h 590308"/>
                <a:gd name="connsiteX1041" fmla="*/ 790614 w 821508"/>
                <a:gd name="connsiteY1041" fmla="*/ 297375 h 590308"/>
                <a:gd name="connsiteX1042" fmla="*/ 796907 w 821508"/>
                <a:gd name="connsiteY1042" fmla="*/ 294179 h 590308"/>
                <a:gd name="connsiteX1043" fmla="*/ 799666 w 821508"/>
                <a:gd name="connsiteY1043" fmla="*/ 293237 h 590308"/>
                <a:gd name="connsiteX1044" fmla="*/ 802797 w 821508"/>
                <a:gd name="connsiteY1044" fmla="*/ 293103 h 590308"/>
                <a:gd name="connsiteX1045" fmla="*/ 806566 w 821508"/>
                <a:gd name="connsiteY1045" fmla="*/ 292228 h 590308"/>
                <a:gd name="connsiteX1046" fmla="*/ 808013 w 821508"/>
                <a:gd name="connsiteY1046" fmla="*/ 289335 h 590308"/>
                <a:gd name="connsiteX1047" fmla="*/ 808450 w 821508"/>
                <a:gd name="connsiteY1047" fmla="*/ 287518 h 590308"/>
                <a:gd name="connsiteX1048" fmla="*/ 811782 w 821508"/>
                <a:gd name="connsiteY1048" fmla="*/ 286879 h 590308"/>
                <a:gd name="connsiteX1049" fmla="*/ 814037 w 821508"/>
                <a:gd name="connsiteY1049" fmla="*/ 285433 h 590308"/>
                <a:gd name="connsiteX1050" fmla="*/ 816730 w 821508"/>
                <a:gd name="connsiteY1050" fmla="*/ 283414 h 590308"/>
                <a:gd name="connsiteX1051" fmla="*/ 819254 w 821508"/>
                <a:gd name="connsiteY1051" fmla="*/ 282035 h 590308"/>
                <a:gd name="connsiteX1052" fmla="*/ 819960 w 821508"/>
                <a:gd name="connsiteY1052" fmla="*/ 280790 h 590308"/>
                <a:gd name="connsiteX1053" fmla="*/ 819960 w 821508"/>
                <a:gd name="connsiteY1053" fmla="*/ 279647 h 590308"/>
                <a:gd name="connsiteX1054" fmla="*/ 818816 w 821508"/>
                <a:gd name="connsiteY1054" fmla="*/ 275946 h 590308"/>
                <a:gd name="connsiteX1055" fmla="*/ 817504 w 821508"/>
                <a:gd name="connsiteY1055" fmla="*/ 272986 h 590308"/>
                <a:gd name="connsiteX1056" fmla="*/ 814609 w 821508"/>
                <a:gd name="connsiteY1056" fmla="*/ 270968 h 590308"/>
                <a:gd name="connsiteX1057" fmla="*/ 814744 w 821508"/>
                <a:gd name="connsiteY1057" fmla="*/ 268882 h 590308"/>
                <a:gd name="connsiteX1058" fmla="*/ 816292 w 821508"/>
                <a:gd name="connsiteY1058" fmla="*/ 265451 h 59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Lst>
              <a:rect l="l" t="t" r="r" b="b"/>
              <a:pathLst>
                <a:path w="821508" h="590308">
                  <a:moveTo>
                    <a:pt x="816292" y="265451"/>
                  </a:moveTo>
                  <a:cubicBezTo>
                    <a:pt x="816561" y="265316"/>
                    <a:pt x="817369" y="263802"/>
                    <a:pt x="817604" y="263702"/>
                  </a:cubicBezTo>
                  <a:cubicBezTo>
                    <a:pt x="817806" y="263634"/>
                    <a:pt x="818681" y="262827"/>
                    <a:pt x="819186" y="262625"/>
                  </a:cubicBezTo>
                  <a:cubicBezTo>
                    <a:pt x="819691" y="262423"/>
                    <a:pt x="820566" y="261683"/>
                    <a:pt x="820566" y="261683"/>
                  </a:cubicBezTo>
                  <a:lnTo>
                    <a:pt x="821508" y="258925"/>
                  </a:lnTo>
                  <a:lnTo>
                    <a:pt x="821138" y="256671"/>
                  </a:lnTo>
                  <a:lnTo>
                    <a:pt x="819691" y="254148"/>
                  </a:lnTo>
                  <a:cubicBezTo>
                    <a:pt x="819691" y="254148"/>
                    <a:pt x="818176" y="252399"/>
                    <a:pt x="818109" y="252197"/>
                  </a:cubicBezTo>
                  <a:cubicBezTo>
                    <a:pt x="818042" y="251961"/>
                    <a:pt x="816797" y="250818"/>
                    <a:pt x="816797" y="250818"/>
                  </a:cubicBezTo>
                  <a:lnTo>
                    <a:pt x="816730" y="248429"/>
                  </a:lnTo>
                  <a:cubicBezTo>
                    <a:pt x="816730" y="248429"/>
                    <a:pt x="817100" y="246747"/>
                    <a:pt x="817739" y="246545"/>
                  </a:cubicBezTo>
                  <a:cubicBezTo>
                    <a:pt x="818379" y="246343"/>
                    <a:pt x="819388" y="245301"/>
                    <a:pt x="819691" y="245233"/>
                  </a:cubicBezTo>
                  <a:cubicBezTo>
                    <a:pt x="819994" y="245166"/>
                    <a:pt x="820499" y="244359"/>
                    <a:pt x="820499" y="244359"/>
                  </a:cubicBezTo>
                  <a:cubicBezTo>
                    <a:pt x="820499" y="244359"/>
                    <a:pt x="820196" y="242778"/>
                    <a:pt x="819927" y="242778"/>
                  </a:cubicBezTo>
                  <a:cubicBezTo>
                    <a:pt x="819624" y="242778"/>
                    <a:pt x="818547" y="241768"/>
                    <a:pt x="818547" y="241768"/>
                  </a:cubicBezTo>
                  <a:lnTo>
                    <a:pt x="818614" y="237698"/>
                  </a:lnTo>
                  <a:lnTo>
                    <a:pt x="817672" y="235108"/>
                  </a:lnTo>
                  <a:cubicBezTo>
                    <a:pt x="817672" y="235108"/>
                    <a:pt x="816730" y="232282"/>
                    <a:pt x="816730" y="231979"/>
                  </a:cubicBezTo>
                  <a:cubicBezTo>
                    <a:pt x="816730" y="231677"/>
                    <a:pt x="817672" y="229389"/>
                    <a:pt x="817672" y="229389"/>
                  </a:cubicBezTo>
                  <a:cubicBezTo>
                    <a:pt x="817672" y="229389"/>
                    <a:pt x="817739" y="227203"/>
                    <a:pt x="817739" y="227001"/>
                  </a:cubicBezTo>
                  <a:cubicBezTo>
                    <a:pt x="817739" y="226799"/>
                    <a:pt x="817941" y="223098"/>
                    <a:pt x="817941" y="223098"/>
                  </a:cubicBezTo>
                  <a:lnTo>
                    <a:pt x="817133" y="221719"/>
                  </a:lnTo>
                  <a:lnTo>
                    <a:pt x="815686" y="220845"/>
                  </a:lnTo>
                  <a:lnTo>
                    <a:pt x="812220" y="219465"/>
                  </a:lnTo>
                  <a:lnTo>
                    <a:pt x="810200" y="218153"/>
                  </a:lnTo>
                  <a:cubicBezTo>
                    <a:pt x="810200" y="218153"/>
                    <a:pt x="808619" y="216842"/>
                    <a:pt x="808114" y="216842"/>
                  </a:cubicBezTo>
                  <a:cubicBezTo>
                    <a:pt x="807609" y="216842"/>
                    <a:pt x="805590" y="216404"/>
                    <a:pt x="805590" y="216404"/>
                  </a:cubicBezTo>
                  <a:lnTo>
                    <a:pt x="803268" y="215900"/>
                  </a:lnTo>
                  <a:lnTo>
                    <a:pt x="801618" y="215900"/>
                  </a:lnTo>
                  <a:lnTo>
                    <a:pt x="800104" y="215193"/>
                  </a:lnTo>
                  <a:cubicBezTo>
                    <a:pt x="800104" y="215193"/>
                    <a:pt x="798791" y="215698"/>
                    <a:pt x="798152" y="216068"/>
                  </a:cubicBezTo>
                  <a:cubicBezTo>
                    <a:pt x="797513" y="216438"/>
                    <a:pt x="796402" y="217312"/>
                    <a:pt x="796267" y="217582"/>
                  </a:cubicBezTo>
                  <a:cubicBezTo>
                    <a:pt x="796133" y="217884"/>
                    <a:pt x="795258" y="218658"/>
                    <a:pt x="795191" y="218961"/>
                  </a:cubicBezTo>
                  <a:cubicBezTo>
                    <a:pt x="795123" y="219264"/>
                    <a:pt x="793945" y="220407"/>
                    <a:pt x="793945" y="220407"/>
                  </a:cubicBezTo>
                  <a:lnTo>
                    <a:pt x="792936" y="222224"/>
                  </a:lnTo>
                  <a:cubicBezTo>
                    <a:pt x="792936" y="222224"/>
                    <a:pt x="791993" y="222224"/>
                    <a:pt x="791489" y="222661"/>
                  </a:cubicBezTo>
                  <a:cubicBezTo>
                    <a:pt x="790984" y="223098"/>
                    <a:pt x="790748" y="223166"/>
                    <a:pt x="790479" y="223166"/>
                  </a:cubicBezTo>
                  <a:cubicBezTo>
                    <a:pt x="790176" y="223166"/>
                    <a:pt x="788965" y="223098"/>
                    <a:pt x="788965" y="223098"/>
                  </a:cubicBezTo>
                  <a:lnTo>
                    <a:pt x="787585" y="222897"/>
                  </a:lnTo>
                  <a:lnTo>
                    <a:pt x="786003" y="222897"/>
                  </a:lnTo>
                  <a:lnTo>
                    <a:pt x="783983" y="222392"/>
                  </a:lnTo>
                  <a:cubicBezTo>
                    <a:pt x="783983" y="222392"/>
                    <a:pt x="782234" y="220710"/>
                    <a:pt x="781964" y="220576"/>
                  </a:cubicBezTo>
                  <a:cubicBezTo>
                    <a:pt x="781661" y="220441"/>
                    <a:pt x="777387" y="217514"/>
                    <a:pt x="777185" y="217312"/>
                  </a:cubicBezTo>
                  <a:cubicBezTo>
                    <a:pt x="776950" y="217077"/>
                    <a:pt x="772339" y="213915"/>
                    <a:pt x="772339" y="213915"/>
                  </a:cubicBezTo>
                  <a:lnTo>
                    <a:pt x="768502" y="212098"/>
                  </a:lnTo>
                  <a:lnTo>
                    <a:pt x="763084" y="210215"/>
                  </a:lnTo>
                  <a:lnTo>
                    <a:pt x="759820" y="209273"/>
                  </a:lnTo>
                  <a:cubicBezTo>
                    <a:pt x="759820" y="209273"/>
                    <a:pt x="755411" y="208465"/>
                    <a:pt x="754906" y="208465"/>
                  </a:cubicBezTo>
                  <a:cubicBezTo>
                    <a:pt x="754401" y="208465"/>
                    <a:pt x="751945" y="208095"/>
                    <a:pt x="751945" y="208095"/>
                  </a:cubicBezTo>
                  <a:cubicBezTo>
                    <a:pt x="751945" y="208095"/>
                    <a:pt x="749252" y="207523"/>
                    <a:pt x="748377" y="206346"/>
                  </a:cubicBezTo>
                  <a:cubicBezTo>
                    <a:pt x="747502" y="205202"/>
                    <a:pt x="744540" y="202074"/>
                    <a:pt x="744372" y="201704"/>
                  </a:cubicBezTo>
                  <a:cubicBezTo>
                    <a:pt x="744237" y="201334"/>
                    <a:pt x="741612" y="198441"/>
                    <a:pt x="741612" y="198441"/>
                  </a:cubicBezTo>
                  <a:cubicBezTo>
                    <a:pt x="741612" y="198441"/>
                    <a:pt x="740468" y="197129"/>
                    <a:pt x="740367" y="196355"/>
                  </a:cubicBezTo>
                  <a:cubicBezTo>
                    <a:pt x="740300" y="195548"/>
                    <a:pt x="739795" y="192823"/>
                    <a:pt x="739795" y="192520"/>
                  </a:cubicBezTo>
                  <a:cubicBezTo>
                    <a:pt x="739795" y="192217"/>
                    <a:pt x="738785" y="189055"/>
                    <a:pt x="738718" y="188752"/>
                  </a:cubicBezTo>
                  <a:cubicBezTo>
                    <a:pt x="738651" y="188450"/>
                    <a:pt x="736968" y="186667"/>
                    <a:pt x="736699" y="185927"/>
                  </a:cubicBezTo>
                  <a:cubicBezTo>
                    <a:pt x="736429" y="185187"/>
                    <a:pt x="735016" y="182731"/>
                    <a:pt x="734949" y="182529"/>
                  </a:cubicBezTo>
                  <a:cubicBezTo>
                    <a:pt x="734881" y="182327"/>
                    <a:pt x="735218" y="180780"/>
                    <a:pt x="735454" y="180073"/>
                  </a:cubicBezTo>
                  <a:cubicBezTo>
                    <a:pt x="735655" y="179333"/>
                    <a:pt x="736329" y="177685"/>
                    <a:pt x="736396" y="177180"/>
                  </a:cubicBezTo>
                  <a:cubicBezTo>
                    <a:pt x="736463" y="176676"/>
                    <a:pt x="736463" y="175162"/>
                    <a:pt x="736530" y="174927"/>
                  </a:cubicBezTo>
                  <a:cubicBezTo>
                    <a:pt x="736598" y="174725"/>
                    <a:pt x="736598" y="172471"/>
                    <a:pt x="736598" y="172168"/>
                  </a:cubicBezTo>
                  <a:cubicBezTo>
                    <a:pt x="736598" y="171865"/>
                    <a:pt x="736901" y="170789"/>
                    <a:pt x="736901" y="170789"/>
                  </a:cubicBezTo>
                  <a:lnTo>
                    <a:pt x="737406" y="169275"/>
                  </a:lnTo>
                  <a:cubicBezTo>
                    <a:pt x="737406" y="169275"/>
                    <a:pt x="736968" y="167829"/>
                    <a:pt x="734949" y="167829"/>
                  </a:cubicBezTo>
                  <a:cubicBezTo>
                    <a:pt x="732930" y="167829"/>
                    <a:pt x="731819" y="167627"/>
                    <a:pt x="731314" y="167829"/>
                  </a:cubicBezTo>
                  <a:cubicBezTo>
                    <a:pt x="730809" y="168030"/>
                    <a:pt x="729867" y="167829"/>
                    <a:pt x="729295" y="168266"/>
                  </a:cubicBezTo>
                  <a:cubicBezTo>
                    <a:pt x="728723" y="168703"/>
                    <a:pt x="727713" y="168266"/>
                    <a:pt x="727107" y="169006"/>
                  </a:cubicBezTo>
                  <a:cubicBezTo>
                    <a:pt x="726535" y="169746"/>
                    <a:pt x="725458" y="170822"/>
                    <a:pt x="725155" y="171394"/>
                  </a:cubicBezTo>
                  <a:cubicBezTo>
                    <a:pt x="724886" y="171966"/>
                    <a:pt x="724011" y="173076"/>
                    <a:pt x="723775" y="174153"/>
                  </a:cubicBezTo>
                  <a:cubicBezTo>
                    <a:pt x="723540" y="175229"/>
                    <a:pt x="723338" y="175734"/>
                    <a:pt x="722766" y="176474"/>
                  </a:cubicBezTo>
                  <a:cubicBezTo>
                    <a:pt x="722194" y="177214"/>
                    <a:pt x="721891" y="177853"/>
                    <a:pt x="721319" y="178661"/>
                  </a:cubicBezTo>
                  <a:cubicBezTo>
                    <a:pt x="720747" y="179468"/>
                    <a:pt x="719804" y="180343"/>
                    <a:pt x="719636" y="180679"/>
                  </a:cubicBezTo>
                  <a:cubicBezTo>
                    <a:pt x="719501" y="181049"/>
                    <a:pt x="719568" y="181419"/>
                    <a:pt x="719064" y="182260"/>
                  </a:cubicBezTo>
                  <a:cubicBezTo>
                    <a:pt x="718559" y="183135"/>
                    <a:pt x="717684" y="184447"/>
                    <a:pt x="717751" y="184648"/>
                  </a:cubicBezTo>
                  <a:cubicBezTo>
                    <a:pt x="717819" y="184850"/>
                    <a:pt x="717886" y="185658"/>
                    <a:pt x="717549" y="186229"/>
                  </a:cubicBezTo>
                  <a:cubicBezTo>
                    <a:pt x="717179" y="186801"/>
                    <a:pt x="717179" y="188618"/>
                    <a:pt x="716742" y="189358"/>
                  </a:cubicBezTo>
                  <a:cubicBezTo>
                    <a:pt x="716304" y="190098"/>
                    <a:pt x="716170" y="191679"/>
                    <a:pt x="715799" y="192049"/>
                  </a:cubicBezTo>
                  <a:cubicBezTo>
                    <a:pt x="715429" y="192419"/>
                    <a:pt x="715295" y="194303"/>
                    <a:pt x="714790" y="194808"/>
                  </a:cubicBezTo>
                  <a:cubicBezTo>
                    <a:pt x="714285" y="195312"/>
                    <a:pt x="713410" y="195312"/>
                    <a:pt x="713208" y="195514"/>
                  </a:cubicBezTo>
                  <a:cubicBezTo>
                    <a:pt x="712972" y="195716"/>
                    <a:pt x="711121" y="195447"/>
                    <a:pt x="711121" y="194808"/>
                  </a:cubicBezTo>
                  <a:cubicBezTo>
                    <a:pt x="711121" y="194168"/>
                    <a:pt x="710112" y="193563"/>
                    <a:pt x="710112" y="192486"/>
                  </a:cubicBezTo>
                  <a:cubicBezTo>
                    <a:pt x="710112" y="191410"/>
                    <a:pt x="709304" y="189358"/>
                    <a:pt x="709237" y="189156"/>
                  </a:cubicBezTo>
                  <a:cubicBezTo>
                    <a:pt x="709169" y="188954"/>
                    <a:pt x="707588" y="186532"/>
                    <a:pt x="707487" y="186263"/>
                  </a:cubicBezTo>
                  <a:cubicBezTo>
                    <a:pt x="707419" y="185960"/>
                    <a:pt x="706814" y="183067"/>
                    <a:pt x="706780" y="182798"/>
                  </a:cubicBezTo>
                  <a:cubicBezTo>
                    <a:pt x="706713" y="182495"/>
                    <a:pt x="706477" y="182226"/>
                    <a:pt x="706073" y="180847"/>
                  </a:cubicBezTo>
                  <a:cubicBezTo>
                    <a:pt x="705636" y="179468"/>
                    <a:pt x="704188" y="178156"/>
                    <a:pt x="704188" y="178156"/>
                  </a:cubicBezTo>
                  <a:lnTo>
                    <a:pt x="702438" y="175835"/>
                  </a:lnTo>
                  <a:lnTo>
                    <a:pt x="700419" y="174826"/>
                  </a:lnTo>
                  <a:lnTo>
                    <a:pt x="697727" y="175196"/>
                  </a:lnTo>
                  <a:lnTo>
                    <a:pt x="695775" y="175936"/>
                  </a:lnTo>
                  <a:lnTo>
                    <a:pt x="691063" y="178694"/>
                  </a:lnTo>
                  <a:cubicBezTo>
                    <a:pt x="691063" y="178694"/>
                    <a:pt x="688875" y="180948"/>
                    <a:pt x="688741" y="181150"/>
                  </a:cubicBezTo>
                  <a:cubicBezTo>
                    <a:pt x="688606" y="181352"/>
                    <a:pt x="687092" y="183404"/>
                    <a:pt x="686991" y="183673"/>
                  </a:cubicBezTo>
                  <a:cubicBezTo>
                    <a:pt x="686924" y="183976"/>
                    <a:pt x="686924" y="186364"/>
                    <a:pt x="686924" y="186364"/>
                  </a:cubicBezTo>
                  <a:lnTo>
                    <a:pt x="687462" y="188954"/>
                  </a:lnTo>
                  <a:lnTo>
                    <a:pt x="689515" y="190973"/>
                  </a:lnTo>
                  <a:lnTo>
                    <a:pt x="689515" y="192486"/>
                  </a:lnTo>
                  <a:cubicBezTo>
                    <a:pt x="689515" y="192486"/>
                    <a:pt x="688270" y="193058"/>
                    <a:pt x="687630" y="193563"/>
                  </a:cubicBezTo>
                  <a:cubicBezTo>
                    <a:pt x="686991" y="194067"/>
                    <a:pt x="684366" y="195951"/>
                    <a:pt x="684366" y="195951"/>
                  </a:cubicBezTo>
                  <a:cubicBezTo>
                    <a:pt x="684366" y="195951"/>
                    <a:pt x="681977" y="196590"/>
                    <a:pt x="681674" y="196691"/>
                  </a:cubicBezTo>
                  <a:cubicBezTo>
                    <a:pt x="681371" y="196759"/>
                    <a:pt x="677837" y="196826"/>
                    <a:pt x="677332" y="196826"/>
                  </a:cubicBezTo>
                  <a:cubicBezTo>
                    <a:pt x="676827" y="196826"/>
                    <a:pt x="674000" y="196523"/>
                    <a:pt x="673698" y="196893"/>
                  </a:cubicBezTo>
                  <a:cubicBezTo>
                    <a:pt x="673428" y="197263"/>
                    <a:pt x="668784" y="199282"/>
                    <a:pt x="668784" y="199282"/>
                  </a:cubicBezTo>
                  <a:lnTo>
                    <a:pt x="662625" y="200964"/>
                  </a:lnTo>
                  <a:lnTo>
                    <a:pt x="660370" y="202915"/>
                  </a:lnTo>
                  <a:lnTo>
                    <a:pt x="658486" y="206178"/>
                  </a:lnTo>
                  <a:lnTo>
                    <a:pt x="655962" y="209508"/>
                  </a:lnTo>
                  <a:cubicBezTo>
                    <a:pt x="655962" y="209508"/>
                    <a:pt x="654649" y="209945"/>
                    <a:pt x="654380" y="210013"/>
                  </a:cubicBezTo>
                  <a:cubicBezTo>
                    <a:pt x="654110" y="210080"/>
                    <a:pt x="649163" y="209878"/>
                    <a:pt x="649163" y="209878"/>
                  </a:cubicBezTo>
                  <a:lnTo>
                    <a:pt x="647985" y="210887"/>
                  </a:lnTo>
                  <a:cubicBezTo>
                    <a:pt x="647985" y="210887"/>
                    <a:pt x="647178" y="214016"/>
                    <a:pt x="647043" y="214352"/>
                  </a:cubicBezTo>
                  <a:cubicBezTo>
                    <a:pt x="646908" y="214722"/>
                    <a:pt x="645865" y="217884"/>
                    <a:pt x="646101" y="218423"/>
                  </a:cubicBezTo>
                  <a:cubicBezTo>
                    <a:pt x="646303" y="218927"/>
                    <a:pt x="647312" y="223334"/>
                    <a:pt x="647312" y="223334"/>
                  </a:cubicBezTo>
                  <a:lnTo>
                    <a:pt x="649197" y="228750"/>
                  </a:lnTo>
                  <a:cubicBezTo>
                    <a:pt x="649197" y="228750"/>
                    <a:pt x="650274" y="231946"/>
                    <a:pt x="650274" y="232215"/>
                  </a:cubicBezTo>
                  <a:cubicBezTo>
                    <a:pt x="650274" y="232518"/>
                    <a:pt x="649836" y="234603"/>
                    <a:pt x="649836" y="234603"/>
                  </a:cubicBezTo>
                  <a:cubicBezTo>
                    <a:pt x="649836" y="234603"/>
                    <a:pt x="648120" y="235108"/>
                    <a:pt x="647649" y="235343"/>
                  </a:cubicBezTo>
                  <a:cubicBezTo>
                    <a:pt x="647211" y="235545"/>
                    <a:pt x="643812" y="236487"/>
                    <a:pt x="643307" y="236588"/>
                  </a:cubicBezTo>
                  <a:cubicBezTo>
                    <a:pt x="642803" y="236655"/>
                    <a:pt x="641120" y="236790"/>
                    <a:pt x="640783" y="237160"/>
                  </a:cubicBezTo>
                  <a:cubicBezTo>
                    <a:pt x="640413" y="237530"/>
                    <a:pt x="639706" y="237967"/>
                    <a:pt x="639202" y="238304"/>
                  </a:cubicBezTo>
                  <a:cubicBezTo>
                    <a:pt x="638697" y="238640"/>
                    <a:pt x="636879" y="239750"/>
                    <a:pt x="636879" y="239750"/>
                  </a:cubicBezTo>
                  <a:cubicBezTo>
                    <a:pt x="636879" y="239750"/>
                    <a:pt x="635062" y="241331"/>
                    <a:pt x="634927" y="241567"/>
                  </a:cubicBezTo>
                  <a:cubicBezTo>
                    <a:pt x="634793" y="241768"/>
                    <a:pt x="633682" y="242643"/>
                    <a:pt x="632908" y="242643"/>
                  </a:cubicBezTo>
                  <a:cubicBezTo>
                    <a:pt x="632100" y="242643"/>
                    <a:pt x="629273" y="242206"/>
                    <a:pt x="628432" y="242206"/>
                  </a:cubicBezTo>
                  <a:cubicBezTo>
                    <a:pt x="627557" y="242206"/>
                    <a:pt x="625740" y="241701"/>
                    <a:pt x="625235" y="241567"/>
                  </a:cubicBezTo>
                  <a:cubicBezTo>
                    <a:pt x="624730" y="241432"/>
                    <a:pt x="622475" y="239616"/>
                    <a:pt x="622475" y="239616"/>
                  </a:cubicBezTo>
                  <a:lnTo>
                    <a:pt x="618942" y="237429"/>
                  </a:lnTo>
                  <a:cubicBezTo>
                    <a:pt x="618942" y="237429"/>
                    <a:pt x="616619" y="236050"/>
                    <a:pt x="615980" y="234906"/>
                  </a:cubicBezTo>
                  <a:cubicBezTo>
                    <a:pt x="615340" y="233762"/>
                    <a:pt x="614230" y="231778"/>
                    <a:pt x="613725" y="230634"/>
                  </a:cubicBezTo>
                  <a:cubicBezTo>
                    <a:pt x="613220" y="229456"/>
                    <a:pt x="611706" y="227068"/>
                    <a:pt x="611638" y="226866"/>
                  </a:cubicBezTo>
                  <a:cubicBezTo>
                    <a:pt x="611537" y="226664"/>
                    <a:pt x="609013" y="222897"/>
                    <a:pt x="609013" y="222897"/>
                  </a:cubicBezTo>
                  <a:lnTo>
                    <a:pt x="602047" y="217111"/>
                  </a:lnTo>
                  <a:lnTo>
                    <a:pt x="597638" y="212838"/>
                  </a:lnTo>
                  <a:lnTo>
                    <a:pt x="595451" y="207052"/>
                  </a:lnTo>
                  <a:lnTo>
                    <a:pt x="592691" y="203352"/>
                  </a:lnTo>
                  <a:lnTo>
                    <a:pt x="587979" y="199517"/>
                  </a:lnTo>
                  <a:lnTo>
                    <a:pt x="584075" y="195682"/>
                  </a:lnTo>
                  <a:cubicBezTo>
                    <a:pt x="584075" y="195682"/>
                    <a:pt x="581551" y="192049"/>
                    <a:pt x="581248" y="191780"/>
                  </a:cubicBezTo>
                  <a:cubicBezTo>
                    <a:pt x="580945" y="191477"/>
                    <a:pt x="579061" y="188080"/>
                    <a:pt x="579061" y="188080"/>
                  </a:cubicBezTo>
                  <a:lnTo>
                    <a:pt x="577916" y="184379"/>
                  </a:lnTo>
                  <a:lnTo>
                    <a:pt x="575157" y="177349"/>
                  </a:lnTo>
                  <a:lnTo>
                    <a:pt x="573642" y="172134"/>
                  </a:lnTo>
                  <a:lnTo>
                    <a:pt x="573003" y="165608"/>
                  </a:lnTo>
                  <a:lnTo>
                    <a:pt x="572868" y="159587"/>
                  </a:lnTo>
                  <a:lnTo>
                    <a:pt x="572498" y="156828"/>
                  </a:lnTo>
                  <a:lnTo>
                    <a:pt x="570849" y="154070"/>
                  </a:lnTo>
                  <a:lnTo>
                    <a:pt x="568661" y="150941"/>
                  </a:lnTo>
                  <a:lnTo>
                    <a:pt x="565195" y="148755"/>
                  </a:lnTo>
                  <a:cubicBezTo>
                    <a:pt x="565195" y="148755"/>
                    <a:pt x="562099" y="148116"/>
                    <a:pt x="561359" y="148116"/>
                  </a:cubicBezTo>
                  <a:cubicBezTo>
                    <a:pt x="560652" y="148116"/>
                    <a:pt x="558229" y="148116"/>
                    <a:pt x="558229" y="148116"/>
                  </a:cubicBezTo>
                  <a:cubicBezTo>
                    <a:pt x="558229" y="148116"/>
                    <a:pt x="556411" y="149259"/>
                    <a:pt x="556277" y="150134"/>
                  </a:cubicBezTo>
                  <a:cubicBezTo>
                    <a:pt x="556142" y="151009"/>
                    <a:pt x="554829" y="153229"/>
                    <a:pt x="554762" y="153599"/>
                  </a:cubicBezTo>
                  <a:cubicBezTo>
                    <a:pt x="554695" y="153969"/>
                    <a:pt x="554190" y="156795"/>
                    <a:pt x="554325" y="157064"/>
                  </a:cubicBezTo>
                  <a:cubicBezTo>
                    <a:pt x="554459" y="157367"/>
                    <a:pt x="553517" y="161773"/>
                    <a:pt x="553517" y="161773"/>
                  </a:cubicBezTo>
                  <a:cubicBezTo>
                    <a:pt x="553517" y="161773"/>
                    <a:pt x="551498" y="164532"/>
                    <a:pt x="551262" y="164599"/>
                  </a:cubicBezTo>
                  <a:cubicBezTo>
                    <a:pt x="551060" y="164666"/>
                    <a:pt x="547493" y="166988"/>
                    <a:pt x="547493" y="166988"/>
                  </a:cubicBezTo>
                  <a:lnTo>
                    <a:pt x="544901" y="167290"/>
                  </a:lnTo>
                  <a:cubicBezTo>
                    <a:pt x="544901" y="167290"/>
                    <a:pt x="540560" y="166281"/>
                    <a:pt x="540257" y="166550"/>
                  </a:cubicBezTo>
                  <a:cubicBezTo>
                    <a:pt x="539988" y="166853"/>
                    <a:pt x="538171" y="167795"/>
                    <a:pt x="538002" y="168501"/>
                  </a:cubicBezTo>
                  <a:cubicBezTo>
                    <a:pt x="537867" y="169208"/>
                    <a:pt x="538069" y="171697"/>
                    <a:pt x="538204" y="172134"/>
                  </a:cubicBezTo>
                  <a:cubicBezTo>
                    <a:pt x="538339" y="172572"/>
                    <a:pt x="540594" y="175599"/>
                    <a:pt x="540728" y="175835"/>
                  </a:cubicBezTo>
                  <a:cubicBezTo>
                    <a:pt x="540863" y="176037"/>
                    <a:pt x="541233" y="177920"/>
                    <a:pt x="541805" y="178728"/>
                  </a:cubicBezTo>
                  <a:cubicBezTo>
                    <a:pt x="542377" y="179535"/>
                    <a:pt x="543185" y="180746"/>
                    <a:pt x="543118" y="181318"/>
                  </a:cubicBezTo>
                  <a:cubicBezTo>
                    <a:pt x="543050" y="181890"/>
                    <a:pt x="543824" y="184783"/>
                    <a:pt x="543690" y="185018"/>
                  </a:cubicBezTo>
                  <a:cubicBezTo>
                    <a:pt x="543555" y="185254"/>
                    <a:pt x="540122" y="192856"/>
                    <a:pt x="540122" y="192856"/>
                  </a:cubicBezTo>
                  <a:lnTo>
                    <a:pt x="535243" y="199484"/>
                  </a:lnTo>
                  <a:lnTo>
                    <a:pt x="529690" y="198071"/>
                  </a:lnTo>
                  <a:cubicBezTo>
                    <a:pt x="529690" y="198071"/>
                    <a:pt x="528175" y="199921"/>
                    <a:pt x="527838" y="200022"/>
                  </a:cubicBezTo>
                  <a:cubicBezTo>
                    <a:pt x="527502" y="200123"/>
                    <a:pt x="525988" y="201098"/>
                    <a:pt x="525651" y="201233"/>
                  </a:cubicBezTo>
                  <a:cubicBezTo>
                    <a:pt x="525348" y="201334"/>
                    <a:pt x="524339" y="202107"/>
                    <a:pt x="523362" y="201334"/>
                  </a:cubicBezTo>
                  <a:cubicBezTo>
                    <a:pt x="522386" y="200560"/>
                    <a:pt x="519559" y="197633"/>
                    <a:pt x="519559" y="197633"/>
                  </a:cubicBezTo>
                  <a:cubicBezTo>
                    <a:pt x="519559" y="197633"/>
                    <a:pt x="519357" y="196658"/>
                    <a:pt x="519795" y="195581"/>
                  </a:cubicBezTo>
                  <a:cubicBezTo>
                    <a:pt x="520232" y="194505"/>
                    <a:pt x="520670" y="193092"/>
                    <a:pt x="520771" y="190905"/>
                  </a:cubicBezTo>
                  <a:cubicBezTo>
                    <a:pt x="520872" y="188719"/>
                    <a:pt x="520569" y="187340"/>
                    <a:pt x="520569" y="187340"/>
                  </a:cubicBezTo>
                  <a:cubicBezTo>
                    <a:pt x="520569" y="187340"/>
                    <a:pt x="518516" y="186566"/>
                    <a:pt x="518180" y="186700"/>
                  </a:cubicBezTo>
                  <a:cubicBezTo>
                    <a:pt x="517843" y="186801"/>
                    <a:pt x="515554" y="186936"/>
                    <a:pt x="515252" y="187474"/>
                  </a:cubicBezTo>
                  <a:cubicBezTo>
                    <a:pt x="514915" y="188012"/>
                    <a:pt x="514814" y="189324"/>
                    <a:pt x="513603" y="189762"/>
                  </a:cubicBezTo>
                  <a:cubicBezTo>
                    <a:pt x="512391" y="190199"/>
                    <a:pt x="509800" y="191612"/>
                    <a:pt x="509362" y="190199"/>
                  </a:cubicBezTo>
                  <a:cubicBezTo>
                    <a:pt x="508924" y="188786"/>
                    <a:pt x="508386" y="187373"/>
                    <a:pt x="508285" y="187037"/>
                  </a:cubicBezTo>
                  <a:cubicBezTo>
                    <a:pt x="508184" y="186700"/>
                    <a:pt x="504146" y="182159"/>
                    <a:pt x="503843" y="181184"/>
                  </a:cubicBezTo>
                  <a:cubicBezTo>
                    <a:pt x="503506" y="180208"/>
                    <a:pt x="503304" y="178997"/>
                    <a:pt x="502867" y="178156"/>
                  </a:cubicBezTo>
                  <a:cubicBezTo>
                    <a:pt x="502429" y="177281"/>
                    <a:pt x="501453" y="175532"/>
                    <a:pt x="500141" y="174792"/>
                  </a:cubicBezTo>
                  <a:cubicBezTo>
                    <a:pt x="498828" y="174018"/>
                    <a:pt x="495362" y="171193"/>
                    <a:pt x="495362" y="171193"/>
                  </a:cubicBezTo>
                  <a:cubicBezTo>
                    <a:pt x="495362" y="171193"/>
                    <a:pt x="493073" y="168367"/>
                    <a:pt x="492535" y="167829"/>
                  </a:cubicBezTo>
                  <a:cubicBezTo>
                    <a:pt x="491996" y="167290"/>
                    <a:pt x="492905" y="165036"/>
                    <a:pt x="492905" y="165036"/>
                  </a:cubicBezTo>
                  <a:lnTo>
                    <a:pt x="492165" y="163725"/>
                  </a:lnTo>
                  <a:lnTo>
                    <a:pt x="490583" y="162278"/>
                  </a:lnTo>
                  <a:lnTo>
                    <a:pt x="489573" y="161269"/>
                  </a:lnTo>
                  <a:lnTo>
                    <a:pt x="488126" y="159183"/>
                  </a:lnTo>
                  <a:lnTo>
                    <a:pt x="487857" y="158039"/>
                  </a:lnTo>
                  <a:lnTo>
                    <a:pt x="488093" y="156727"/>
                  </a:lnTo>
                  <a:cubicBezTo>
                    <a:pt x="488093" y="156727"/>
                    <a:pt x="488160" y="155786"/>
                    <a:pt x="488900" y="155651"/>
                  </a:cubicBezTo>
                  <a:cubicBezTo>
                    <a:pt x="489607" y="155516"/>
                    <a:pt x="490347" y="155348"/>
                    <a:pt x="490347" y="155348"/>
                  </a:cubicBezTo>
                  <a:lnTo>
                    <a:pt x="491592" y="154844"/>
                  </a:lnTo>
                  <a:cubicBezTo>
                    <a:pt x="491592" y="154844"/>
                    <a:pt x="491391" y="154541"/>
                    <a:pt x="492232" y="154541"/>
                  </a:cubicBezTo>
                  <a:cubicBezTo>
                    <a:pt x="493107" y="154541"/>
                    <a:pt x="494184" y="154339"/>
                    <a:pt x="494184" y="154339"/>
                  </a:cubicBezTo>
                  <a:lnTo>
                    <a:pt x="494689" y="153195"/>
                  </a:lnTo>
                  <a:cubicBezTo>
                    <a:pt x="494689" y="153195"/>
                    <a:pt x="494891" y="152186"/>
                    <a:pt x="494991" y="151883"/>
                  </a:cubicBezTo>
                  <a:cubicBezTo>
                    <a:pt x="495059" y="151581"/>
                    <a:pt x="495429" y="150874"/>
                    <a:pt x="495866" y="151244"/>
                  </a:cubicBezTo>
                  <a:cubicBezTo>
                    <a:pt x="496304" y="151614"/>
                    <a:pt x="497011" y="152388"/>
                    <a:pt x="497751" y="152556"/>
                  </a:cubicBezTo>
                  <a:cubicBezTo>
                    <a:pt x="498492" y="152691"/>
                    <a:pt x="499872" y="152422"/>
                    <a:pt x="500141" y="152489"/>
                  </a:cubicBezTo>
                  <a:cubicBezTo>
                    <a:pt x="500443" y="152556"/>
                    <a:pt x="501453" y="149293"/>
                    <a:pt x="501453" y="149293"/>
                  </a:cubicBezTo>
                  <a:lnTo>
                    <a:pt x="498559" y="147544"/>
                  </a:lnTo>
                  <a:lnTo>
                    <a:pt x="494285" y="146467"/>
                  </a:lnTo>
                  <a:lnTo>
                    <a:pt x="490448" y="146467"/>
                  </a:lnTo>
                  <a:cubicBezTo>
                    <a:pt x="490448" y="146467"/>
                    <a:pt x="487116" y="144651"/>
                    <a:pt x="486814" y="144584"/>
                  </a:cubicBezTo>
                  <a:cubicBezTo>
                    <a:pt x="486510" y="144516"/>
                    <a:pt x="483616" y="144012"/>
                    <a:pt x="482842" y="144079"/>
                  </a:cubicBezTo>
                  <a:cubicBezTo>
                    <a:pt x="482035" y="144146"/>
                    <a:pt x="480015" y="143844"/>
                    <a:pt x="479713" y="144079"/>
                  </a:cubicBezTo>
                  <a:cubicBezTo>
                    <a:pt x="479409" y="144315"/>
                    <a:pt x="477458" y="144651"/>
                    <a:pt x="476582" y="144651"/>
                  </a:cubicBezTo>
                  <a:cubicBezTo>
                    <a:pt x="475707" y="144651"/>
                    <a:pt x="472813" y="144348"/>
                    <a:pt x="472611" y="144348"/>
                  </a:cubicBezTo>
                  <a:cubicBezTo>
                    <a:pt x="472409" y="144348"/>
                    <a:pt x="470659" y="144651"/>
                    <a:pt x="470424" y="144853"/>
                  </a:cubicBezTo>
                  <a:cubicBezTo>
                    <a:pt x="470222" y="145055"/>
                    <a:pt x="469347" y="146097"/>
                    <a:pt x="469347" y="146367"/>
                  </a:cubicBezTo>
                  <a:cubicBezTo>
                    <a:pt x="469347" y="146669"/>
                    <a:pt x="468909" y="146804"/>
                    <a:pt x="468606" y="146804"/>
                  </a:cubicBezTo>
                  <a:cubicBezTo>
                    <a:pt x="468304" y="146804"/>
                    <a:pt x="465207" y="145862"/>
                    <a:pt x="465039" y="145425"/>
                  </a:cubicBezTo>
                  <a:cubicBezTo>
                    <a:pt x="464904" y="144987"/>
                    <a:pt x="465476" y="143877"/>
                    <a:pt x="464231" y="143944"/>
                  </a:cubicBezTo>
                  <a:cubicBezTo>
                    <a:pt x="462986" y="144045"/>
                    <a:pt x="461977" y="144617"/>
                    <a:pt x="461606" y="144819"/>
                  </a:cubicBezTo>
                  <a:cubicBezTo>
                    <a:pt x="461236" y="145021"/>
                    <a:pt x="460226" y="147510"/>
                    <a:pt x="460024" y="147712"/>
                  </a:cubicBezTo>
                  <a:cubicBezTo>
                    <a:pt x="459823" y="147914"/>
                    <a:pt x="458375" y="148519"/>
                    <a:pt x="458375" y="148519"/>
                  </a:cubicBezTo>
                  <a:cubicBezTo>
                    <a:pt x="458375" y="148519"/>
                    <a:pt x="457669" y="150706"/>
                    <a:pt x="457298" y="150841"/>
                  </a:cubicBezTo>
                  <a:cubicBezTo>
                    <a:pt x="456928" y="150975"/>
                    <a:pt x="455043" y="152590"/>
                    <a:pt x="454774" y="152657"/>
                  </a:cubicBezTo>
                  <a:cubicBezTo>
                    <a:pt x="454472" y="152724"/>
                    <a:pt x="452116" y="151648"/>
                    <a:pt x="451443" y="150403"/>
                  </a:cubicBezTo>
                  <a:cubicBezTo>
                    <a:pt x="450803" y="149159"/>
                    <a:pt x="450568" y="149327"/>
                    <a:pt x="450803" y="148149"/>
                  </a:cubicBezTo>
                  <a:cubicBezTo>
                    <a:pt x="451039" y="147006"/>
                    <a:pt x="451308" y="146838"/>
                    <a:pt x="451308" y="145963"/>
                  </a:cubicBezTo>
                  <a:cubicBezTo>
                    <a:pt x="451308" y="145088"/>
                    <a:pt x="451308" y="143776"/>
                    <a:pt x="451308" y="143776"/>
                  </a:cubicBezTo>
                  <a:cubicBezTo>
                    <a:pt x="451308" y="143776"/>
                    <a:pt x="451375" y="141522"/>
                    <a:pt x="451240" y="141321"/>
                  </a:cubicBezTo>
                  <a:cubicBezTo>
                    <a:pt x="451106" y="141119"/>
                    <a:pt x="449154" y="138495"/>
                    <a:pt x="449154" y="138495"/>
                  </a:cubicBezTo>
                  <a:lnTo>
                    <a:pt x="445957" y="131464"/>
                  </a:lnTo>
                  <a:cubicBezTo>
                    <a:pt x="445957" y="131464"/>
                    <a:pt x="445385" y="128874"/>
                    <a:pt x="445452" y="128638"/>
                  </a:cubicBezTo>
                  <a:cubicBezTo>
                    <a:pt x="445519" y="128437"/>
                    <a:pt x="446024" y="125005"/>
                    <a:pt x="446394" y="124501"/>
                  </a:cubicBezTo>
                  <a:cubicBezTo>
                    <a:pt x="446765" y="123996"/>
                    <a:pt x="447471" y="123189"/>
                    <a:pt x="447774" y="122920"/>
                  </a:cubicBezTo>
                  <a:cubicBezTo>
                    <a:pt x="448077" y="122617"/>
                    <a:pt x="449794" y="120397"/>
                    <a:pt x="450029" y="120296"/>
                  </a:cubicBezTo>
                  <a:cubicBezTo>
                    <a:pt x="450231" y="120229"/>
                    <a:pt x="453226" y="118210"/>
                    <a:pt x="453226" y="118210"/>
                  </a:cubicBezTo>
                  <a:cubicBezTo>
                    <a:pt x="453226" y="118210"/>
                    <a:pt x="454673" y="115956"/>
                    <a:pt x="454673" y="115754"/>
                  </a:cubicBezTo>
                  <a:cubicBezTo>
                    <a:pt x="454673" y="115553"/>
                    <a:pt x="453058" y="113803"/>
                    <a:pt x="452419" y="113299"/>
                  </a:cubicBezTo>
                  <a:cubicBezTo>
                    <a:pt x="451745" y="112794"/>
                    <a:pt x="449020" y="110910"/>
                    <a:pt x="448649" y="110843"/>
                  </a:cubicBezTo>
                  <a:cubicBezTo>
                    <a:pt x="448279" y="110776"/>
                    <a:pt x="445957" y="108724"/>
                    <a:pt x="445688" y="108589"/>
                  </a:cubicBezTo>
                  <a:cubicBezTo>
                    <a:pt x="445418" y="108455"/>
                    <a:pt x="442423" y="105898"/>
                    <a:pt x="442423" y="105898"/>
                  </a:cubicBezTo>
                  <a:lnTo>
                    <a:pt x="439461" y="100247"/>
                  </a:lnTo>
                  <a:lnTo>
                    <a:pt x="440404" y="97051"/>
                  </a:lnTo>
                  <a:cubicBezTo>
                    <a:pt x="440404" y="97051"/>
                    <a:pt x="438822" y="93283"/>
                    <a:pt x="438216" y="93283"/>
                  </a:cubicBezTo>
                  <a:cubicBezTo>
                    <a:pt x="437644" y="93283"/>
                    <a:pt x="435457" y="91837"/>
                    <a:pt x="435087" y="91837"/>
                  </a:cubicBezTo>
                  <a:cubicBezTo>
                    <a:pt x="434716" y="91837"/>
                    <a:pt x="432697" y="92341"/>
                    <a:pt x="432697" y="92341"/>
                  </a:cubicBezTo>
                  <a:cubicBezTo>
                    <a:pt x="432697" y="92341"/>
                    <a:pt x="430442" y="94427"/>
                    <a:pt x="430375" y="94662"/>
                  </a:cubicBezTo>
                  <a:cubicBezTo>
                    <a:pt x="430307" y="94898"/>
                    <a:pt x="428120" y="95604"/>
                    <a:pt x="428120" y="95604"/>
                  </a:cubicBezTo>
                  <a:cubicBezTo>
                    <a:pt x="428120" y="95604"/>
                    <a:pt x="427380" y="95604"/>
                    <a:pt x="427043" y="95537"/>
                  </a:cubicBezTo>
                  <a:cubicBezTo>
                    <a:pt x="426673" y="95470"/>
                    <a:pt x="421826" y="93519"/>
                    <a:pt x="421826" y="93519"/>
                  </a:cubicBezTo>
                  <a:cubicBezTo>
                    <a:pt x="421826" y="93519"/>
                    <a:pt x="421019" y="93384"/>
                    <a:pt x="419740" y="93149"/>
                  </a:cubicBezTo>
                  <a:cubicBezTo>
                    <a:pt x="418427" y="92947"/>
                    <a:pt x="417283" y="92408"/>
                    <a:pt x="417048" y="92274"/>
                  </a:cubicBezTo>
                  <a:cubicBezTo>
                    <a:pt x="416846" y="92139"/>
                    <a:pt x="416475" y="91265"/>
                    <a:pt x="416173" y="90895"/>
                  </a:cubicBezTo>
                  <a:cubicBezTo>
                    <a:pt x="415869" y="90525"/>
                    <a:pt x="414860" y="89516"/>
                    <a:pt x="414557" y="89280"/>
                  </a:cubicBezTo>
                  <a:cubicBezTo>
                    <a:pt x="414288" y="89078"/>
                    <a:pt x="413043" y="87867"/>
                    <a:pt x="412740" y="87800"/>
                  </a:cubicBezTo>
                  <a:cubicBezTo>
                    <a:pt x="412470" y="87733"/>
                    <a:pt x="411091" y="87262"/>
                    <a:pt x="410788" y="87262"/>
                  </a:cubicBezTo>
                  <a:cubicBezTo>
                    <a:pt x="410519" y="87262"/>
                    <a:pt x="408701" y="87262"/>
                    <a:pt x="408701" y="87262"/>
                  </a:cubicBezTo>
                  <a:cubicBezTo>
                    <a:pt x="408701" y="87262"/>
                    <a:pt x="405807" y="87262"/>
                    <a:pt x="404999" y="87262"/>
                  </a:cubicBezTo>
                  <a:cubicBezTo>
                    <a:pt x="404191" y="87262"/>
                    <a:pt x="401735" y="87262"/>
                    <a:pt x="401735" y="87262"/>
                  </a:cubicBezTo>
                  <a:lnTo>
                    <a:pt x="399480" y="90020"/>
                  </a:lnTo>
                  <a:lnTo>
                    <a:pt x="392076" y="94225"/>
                  </a:lnTo>
                  <a:lnTo>
                    <a:pt x="385984" y="98060"/>
                  </a:lnTo>
                  <a:cubicBezTo>
                    <a:pt x="385984" y="98060"/>
                    <a:pt x="382350" y="101323"/>
                    <a:pt x="382148" y="101323"/>
                  </a:cubicBezTo>
                  <a:cubicBezTo>
                    <a:pt x="381946" y="101323"/>
                    <a:pt x="378883" y="103207"/>
                    <a:pt x="378614" y="103207"/>
                  </a:cubicBezTo>
                  <a:cubicBezTo>
                    <a:pt x="378345" y="103207"/>
                    <a:pt x="374407" y="104452"/>
                    <a:pt x="374407" y="104452"/>
                  </a:cubicBezTo>
                  <a:cubicBezTo>
                    <a:pt x="374407" y="104452"/>
                    <a:pt x="370200" y="104384"/>
                    <a:pt x="369628" y="104452"/>
                  </a:cubicBezTo>
                  <a:cubicBezTo>
                    <a:pt x="369056" y="104519"/>
                    <a:pt x="365287" y="103812"/>
                    <a:pt x="364984" y="103812"/>
                  </a:cubicBezTo>
                  <a:cubicBezTo>
                    <a:pt x="364715" y="103812"/>
                    <a:pt x="358388" y="102803"/>
                    <a:pt x="358388" y="102803"/>
                  </a:cubicBezTo>
                  <a:lnTo>
                    <a:pt x="348325" y="100280"/>
                  </a:lnTo>
                  <a:lnTo>
                    <a:pt x="341089" y="95436"/>
                  </a:lnTo>
                  <a:lnTo>
                    <a:pt x="336310" y="91298"/>
                  </a:lnTo>
                  <a:cubicBezTo>
                    <a:pt x="336310" y="91298"/>
                    <a:pt x="333416" y="88170"/>
                    <a:pt x="333113" y="87968"/>
                  </a:cubicBezTo>
                  <a:cubicBezTo>
                    <a:pt x="332810" y="87733"/>
                    <a:pt x="330488" y="85142"/>
                    <a:pt x="330589" y="84940"/>
                  </a:cubicBezTo>
                  <a:cubicBezTo>
                    <a:pt x="330656" y="84739"/>
                    <a:pt x="330219" y="79289"/>
                    <a:pt x="330219" y="79289"/>
                  </a:cubicBezTo>
                  <a:lnTo>
                    <a:pt x="329714" y="75084"/>
                  </a:lnTo>
                  <a:lnTo>
                    <a:pt x="330791" y="69803"/>
                  </a:lnTo>
                  <a:lnTo>
                    <a:pt x="331868" y="67852"/>
                  </a:lnTo>
                  <a:lnTo>
                    <a:pt x="331733" y="65934"/>
                  </a:lnTo>
                  <a:cubicBezTo>
                    <a:pt x="331733" y="65934"/>
                    <a:pt x="330219" y="64723"/>
                    <a:pt x="329714" y="64723"/>
                  </a:cubicBezTo>
                  <a:cubicBezTo>
                    <a:pt x="329209" y="64723"/>
                    <a:pt x="326954" y="64723"/>
                    <a:pt x="326954" y="64723"/>
                  </a:cubicBezTo>
                  <a:cubicBezTo>
                    <a:pt x="326954" y="64723"/>
                    <a:pt x="325642" y="65093"/>
                    <a:pt x="324363" y="65228"/>
                  </a:cubicBezTo>
                  <a:cubicBezTo>
                    <a:pt x="323050" y="65362"/>
                    <a:pt x="321166" y="65968"/>
                    <a:pt x="320459" y="66304"/>
                  </a:cubicBezTo>
                  <a:cubicBezTo>
                    <a:pt x="319752" y="66674"/>
                    <a:pt x="317767" y="67616"/>
                    <a:pt x="317430" y="67885"/>
                  </a:cubicBezTo>
                  <a:cubicBezTo>
                    <a:pt x="317060" y="68188"/>
                    <a:pt x="315108" y="68760"/>
                    <a:pt x="314738" y="69264"/>
                  </a:cubicBezTo>
                  <a:cubicBezTo>
                    <a:pt x="314368" y="69769"/>
                    <a:pt x="311709" y="72965"/>
                    <a:pt x="311608" y="73234"/>
                  </a:cubicBezTo>
                  <a:cubicBezTo>
                    <a:pt x="311540" y="73537"/>
                    <a:pt x="309656" y="76934"/>
                    <a:pt x="309656" y="76934"/>
                  </a:cubicBezTo>
                  <a:lnTo>
                    <a:pt x="306324" y="79121"/>
                  </a:lnTo>
                  <a:lnTo>
                    <a:pt x="302622" y="82586"/>
                  </a:lnTo>
                  <a:cubicBezTo>
                    <a:pt x="302622" y="82586"/>
                    <a:pt x="300031" y="83662"/>
                    <a:pt x="299661" y="83662"/>
                  </a:cubicBezTo>
                  <a:cubicBezTo>
                    <a:pt x="299290" y="83662"/>
                    <a:pt x="294747" y="85546"/>
                    <a:pt x="294747" y="85546"/>
                  </a:cubicBezTo>
                  <a:lnTo>
                    <a:pt x="291348" y="85849"/>
                  </a:lnTo>
                  <a:cubicBezTo>
                    <a:pt x="291348" y="85849"/>
                    <a:pt x="288655" y="86488"/>
                    <a:pt x="288453" y="86555"/>
                  </a:cubicBezTo>
                  <a:cubicBezTo>
                    <a:pt x="288252" y="86622"/>
                    <a:pt x="285829" y="87363"/>
                    <a:pt x="285054" y="87564"/>
                  </a:cubicBezTo>
                  <a:cubicBezTo>
                    <a:pt x="284246" y="87766"/>
                    <a:pt x="281655" y="87699"/>
                    <a:pt x="281655" y="87699"/>
                  </a:cubicBezTo>
                  <a:cubicBezTo>
                    <a:pt x="281655" y="87699"/>
                    <a:pt x="280073" y="86118"/>
                    <a:pt x="279939" y="85882"/>
                  </a:cubicBezTo>
                  <a:cubicBezTo>
                    <a:pt x="279804" y="85681"/>
                    <a:pt x="278626" y="83797"/>
                    <a:pt x="278256" y="82855"/>
                  </a:cubicBezTo>
                  <a:cubicBezTo>
                    <a:pt x="277886" y="81913"/>
                    <a:pt x="277246" y="81341"/>
                    <a:pt x="276944" y="80096"/>
                  </a:cubicBezTo>
                  <a:cubicBezTo>
                    <a:pt x="276641" y="78852"/>
                    <a:pt x="276506" y="76766"/>
                    <a:pt x="276506" y="76766"/>
                  </a:cubicBezTo>
                  <a:cubicBezTo>
                    <a:pt x="276506" y="76766"/>
                    <a:pt x="275496" y="75252"/>
                    <a:pt x="275194" y="75252"/>
                  </a:cubicBezTo>
                  <a:cubicBezTo>
                    <a:pt x="274891" y="75252"/>
                    <a:pt x="271996" y="74109"/>
                    <a:pt x="271727" y="74109"/>
                  </a:cubicBezTo>
                  <a:cubicBezTo>
                    <a:pt x="271424" y="74109"/>
                    <a:pt x="269035" y="72023"/>
                    <a:pt x="268833" y="71855"/>
                  </a:cubicBezTo>
                  <a:cubicBezTo>
                    <a:pt x="268631" y="71720"/>
                    <a:pt x="265804" y="69971"/>
                    <a:pt x="265804" y="69971"/>
                  </a:cubicBezTo>
                  <a:cubicBezTo>
                    <a:pt x="265804" y="69971"/>
                    <a:pt x="264861" y="69466"/>
                    <a:pt x="264559" y="69399"/>
                  </a:cubicBezTo>
                  <a:cubicBezTo>
                    <a:pt x="264256" y="69332"/>
                    <a:pt x="263246" y="69096"/>
                    <a:pt x="262977" y="69332"/>
                  </a:cubicBezTo>
                  <a:cubicBezTo>
                    <a:pt x="262674" y="69534"/>
                    <a:pt x="261664" y="69971"/>
                    <a:pt x="261395" y="70576"/>
                  </a:cubicBezTo>
                  <a:cubicBezTo>
                    <a:pt x="261092" y="71148"/>
                    <a:pt x="260453" y="72090"/>
                    <a:pt x="260385" y="73099"/>
                  </a:cubicBezTo>
                  <a:cubicBezTo>
                    <a:pt x="260318" y="74109"/>
                    <a:pt x="260688" y="75353"/>
                    <a:pt x="260823" y="76060"/>
                  </a:cubicBezTo>
                  <a:cubicBezTo>
                    <a:pt x="260958" y="76800"/>
                    <a:pt x="261765" y="79087"/>
                    <a:pt x="261765" y="79087"/>
                  </a:cubicBezTo>
                  <a:lnTo>
                    <a:pt x="261563" y="82922"/>
                  </a:lnTo>
                  <a:lnTo>
                    <a:pt x="259309" y="83662"/>
                  </a:lnTo>
                  <a:lnTo>
                    <a:pt x="257054" y="83898"/>
                  </a:lnTo>
                  <a:cubicBezTo>
                    <a:pt x="257054" y="83898"/>
                    <a:pt x="254294" y="83662"/>
                    <a:pt x="253352" y="83595"/>
                  </a:cubicBezTo>
                  <a:cubicBezTo>
                    <a:pt x="252409" y="83528"/>
                    <a:pt x="249212" y="82956"/>
                    <a:pt x="249010" y="82956"/>
                  </a:cubicBezTo>
                  <a:cubicBezTo>
                    <a:pt x="248809" y="82956"/>
                    <a:pt x="246688" y="82451"/>
                    <a:pt x="245544" y="83259"/>
                  </a:cubicBezTo>
                  <a:cubicBezTo>
                    <a:pt x="244400" y="84066"/>
                    <a:pt x="242145" y="85950"/>
                    <a:pt x="241135" y="86791"/>
                  </a:cubicBezTo>
                  <a:cubicBezTo>
                    <a:pt x="240125" y="87665"/>
                    <a:pt x="238174" y="89314"/>
                    <a:pt x="238005" y="89549"/>
                  </a:cubicBezTo>
                  <a:cubicBezTo>
                    <a:pt x="237871" y="89785"/>
                    <a:pt x="236928" y="90188"/>
                    <a:pt x="236322" y="90491"/>
                  </a:cubicBezTo>
                  <a:cubicBezTo>
                    <a:pt x="235751" y="90794"/>
                    <a:pt x="236322" y="91668"/>
                    <a:pt x="234303" y="90928"/>
                  </a:cubicBezTo>
                  <a:cubicBezTo>
                    <a:pt x="232284" y="90188"/>
                    <a:pt x="231981" y="90289"/>
                    <a:pt x="229962" y="88977"/>
                  </a:cubicBezTo>
                  <a:cubicBezTo>
                    <a:pt x="227942" y="87665"/>
                    <a:pt x="226260" y="86387"/>
                    <a:pt x="225822" y="86017"/>
                  </a:cubicBezTo>
                  <a:cubicBezTo>
                    <a:pt x="225385" y="85647"/>
                    <a:pt x="223635" y="84268"/>
                    <a:pt x="222356" y="83326"/>
                  </a:cubicBezTo>
                  <a:cubicBezTo>
                    <a:pt x="221043" y="82384"/>
                    <a:pt x="219024" y="79928"/>
                    <a:pt x="218788" y="79760"/>
                  </a:cubicBezTo>
                  <a:cubicBezTo>
                    <a:pt x="218586" y="79625"/>
                    <a:pt x="211620" y="79625"/>
                    <a:pt x="211620" y="79625"/>
                  </a:cubicBezTo>
                  <a:cubicBezTo>
                    <a:pt x="211620" y="79625"/>
                    <a:pt x="207918" y="76497"/>
                    <a:pt x="207649" y="76060"/>
                  </a:cubicBezTo>
                  <a:cubicBezTo>
                    <a:pt x="207380" y="75622"/>
                    <a:pt x="207211" y="74916"/>
                    <a:pt x="207077" y="74613"/>
                  </a:cubicBezTo>
                  <a:cubicBezTo>
                    <a:pt x="206942" y="74310"/>
                    <a:pt x="203240" y="71922"/>
                    <a:pt x="203038" y="71922"/>
                  </a:cubicBezTo>
                  <a:cubicBezTo>
                    <a:pt x="202803" y="71922"/>
                    <a:pt x="200076" y="70913"/>
                    <a:pt x="200076" y="70913"/>
                  </a:cubicBezTo>
                  <a:cubicBezTo>
                    <a:pt x="200076" y="70913"/>
                    <a:pt x="198562" y="69971"/>
                    <a:pt x="198562" y="69769"/>
                  </a:cubicBezTo>
                  <a:cubicBezTo>
                    <a:pt x="198562" y="69534"/>
                    <a:pt x="198495" y="67751"/>
                    <a:pt x="197485" y="66809"/>
                  </a:cubicBezTo>
                  <a:cubicBezTo>
                    <a:pt x="196475" y="65867"/>
                    <a:pt x="195971" y="64622"/>
                    <a:pt x="194658" y="63983"/>
                  </a:cubicBezTo>
                  <a:cubicBezTo>
                    <a:pt x="193345" y="63344"/>
                    <a:pt x="192336" y="62738"/>
                    <a:pt x="192134" y="62469"/>
                  </a:cubicBezTo>
                  <a:cubicBezTo>
                    <a:pt x="191898" y="62166"/>
                    <a:pt x="189240" y="60148"/>
                    <a:pt x="188937" y="59845"/>
                  </a:cubicBezTo>
                  <a:cubicBezTo>
                    <a:pt x="188634" y="59543"/>
                    <a:pt x="187624" y="58533"/>
                    <a:pt x="187624" y="57827"/>
                  </a:cubicBezTo>
                  <a:cubicBezTo>
                    <a:pt x="187624" y="57121"/>
                    <a:pt x="187557" y="55068"/>
                    <a:pt x="188197" y="54564"/>
                  </a:cubicBezTo>
                  <a:cubicBezTo>
                    <a:pt x="188836" y="54059"/>
                    <a:pt x="189273" y="48475"/>
                    <a:pt x="189273" y="48475"/>
                  </a:cubicBezTo>
                  <a:cubicBezTo>
                    <a:pt x="189273" y="48475"/>
                    <a:pt x="188768" y="45380"/>
                    <a:pt x="188567" y="45212"/>
                  </a:cubicBezTo>
                  <a:cubicBezTo>
                    <a:pt x="188365" y="45078"/>
                    <a:pt x="186244" y="44338"/>
                    <a:pt x="186244" y="44338"/>
                  </a:cubicBezTo>
                  <a:cubicBezTo>
                    <a:pt x="186244" y="44338"/>
                    <a:pt x="183283" y="41747"/>
                    <a:pt x="183047" y="41512"/>
                  </a:cubicBezTo>
                  <a:cubicBezTo>
                    <a:pt x="182845" y="41310"/>
                    <a:pt x="181903" y="39359"/>
                    <a:pt x="181903" y="39123"/>
                  </a:cubicBezTo>
                  <a:cubicBezTo>
                    <a:pt x="181903" y="38888"/>
                    <a:pt x="181600" y="37744"/>
                    <a:pt x="181903" y="37441"/>
                  </a:cubicBezTo>
                  <a:cubicBezTo>
                    <a:pt x="182206" y="37139"/>
                    <a:pt x="184158" y="34986"/>
                    <a:pt x="184494" y="34414"/>
                  </a:cubicBezTo>
                  <a:cubicBezTo>
                    <a:pt x="184865" y="33842"/>
                    <a:pt x="186143" y="33337"/>
                    <a:pt x="186514" y="32900"/>
                  </a:cubicBezTo>
                  <a:cubicBezTo>
                    <a:pt x="186884" y="32463"/>
                    <a:pt x="187389" y="31588"/>
                    <a:pt x="187389" y="31319"/>
                  </a:cubicBezTo>
                  <a:cubicBezTo>
                    <a:pt x="187389" y="31016"/>
                    <a:pt x="187389" y="29502"/>
                    <a:pt x="187322" y="29233"/>
                  </a:cubicBezTo>
                  <a:cubicBezTo>
                    <a:pt x="187254" y="28931"/>
                    <a:pt x="186076" y="26710"/>
                    <a:pt x="185739" y="26542"/>
                  </a:cubicBezTo>
                  <a:cubicBezTo>
                    <a:pt x="185369" y="26408"/>
                    <a:pt x="184595" y="25735"/>
                    <a:pt x="184293" y="25600"/>
                  </a:cubicBezTo>
                  <a:cubicBezTo>
                    <a:pt x="183990" y="25466"/>
                    <a:pt x="182273" y="23144"/>
                    <a:pt x="182273" y="22842"/>
                  </a:cubicBezTo>
                  <a:cubicBezTo>
                    <a:pt x="182273" y="22539"/>
                    <a:pt x="181802" y="21328"/>
                    <a:pt x="181768" y="21025"/>
                  </a:cubicBezTo>
                  <a:cubicBezTo>
                    <a:pt x="181735" y="20722"/>
                    <a:pt x="180658" y="15744"/>
                    <a:pt x="180658" y="15744"/>
                  </a:cubicBezTo>
                  <a:lnTo>
                    <a:pt x="178908" y="13658"/>
                  </a:lnTo>
                  <a:cubicBezTo>
                    <a:pt x="178908" y="13658"/>
                    <a:pt x="177595" y="11909"/>
                    <a:pt x="177595" y="11707"/>
                  </a:cubicBezTo>
                  <a:cubicBezTo>
                    <a:pt x="177595" y="11472"/>
                    <a:pt x="178033" y="9588"/>
                    <a:pt x="178841" y="9184"/>
                  </a:cubicBezTo>
                  <a:cubicBezTo>
                    <a:pt x="179648" y="8747"/>
                    <a:pt x="181230" y="7805"/>
                    <a:pt x="181466" y="6998"/>
                  </a:cubicBezTo>
                  <a:cubicBezTo>
                    <a:pt x="181667" y="6190"/>
                    <a:pt x="181768" y="5316"/>
                    <a:pt x="181667" y="4912"/>
                  </a:cubicBezTo>
                  <a:cubicBezTo>
                    <a:pt x="181600" y="4475"/>
                    <a:pt x="181398" y="2153"/>
                    <a:pt x="180523" y="1851"/>
                  </a:cubicBezTo>
                  <a:cubicBezTo>
                    <a:pt x="179648" y="1548"/>
                    <a:pt x="179446" y="471"/>
                    <a:pt x="177629" y="404"/>
                  </a:cubicBezTo>
                  <a:cubicBezTo>
                    <a:pt x="175812" y="337"/>
                    <a:pt x="174297" y="-470"/>
                    <a:pt x="173490" y="404"/>
                  </a:cubicBezTo>
                  <a:cubicBezTo>
                    <a:pt x="172681" y="1279"/>
                    <a:pt x="170662" y="2153"/>
                    <a:pt x="170461" y="2490"/>
                  </a:cubicBezTo>
                  <a:cubicBezTo>
                    <a:pt x="170258" y="2860"/>
                    <a:pt x="169081" y="2490"/>
                    <a:pt x="168508" y="2793"/>
                  </a:cubicBezTo>
                  <a:cubicBezTo>
                    <a:pt x="167936" y="3095"/>
                    <a:pt x="167499" y="3095"/>
                    <a:pt x="166489" y="3533"/>
                  </a:cubicBezTo>
                  <a:cubicBezTo>
                    <a:pt x="165480" y="3970"/>
                    <a:pt x="164672" y="4172"/>
                    <a:pt x="163898" y="4542"/>
                  </a:cubicBezTo>
                  <a:cubicBezTo>
                    <a:pt x="163090" y="4912"/>
                    <a:pt x="161441" y="4979"/>
                    <a:pt x="160936" y="5046"/>
                  </a:cubicBezTo>
                  <a:cubicBezTo>
                    <a:pt x="160432" y="5114"/>
                    <a:pt x="159052" y="5181"/>
                    <a:pt x="159052" y="5181"/>
                  </a:cubicBezTo>
                  <a:cubicBezTo>
                    <a:pt x="159052" y="5181"/>
                    <a:pt x="157301" y="5383"/>
                    <a:pt x="157100" y="5753"/>
                  </a:cubicBezTo>
                  <a:cubicBezTo>
                    <a:pt x="156864" y="6123"/>
                    <a:pt x="155854" y="6325"/>
                    <a:pt x="155215" y="6829"/>
                  </a:cubicBezTo>
                  <a:cubicBezTo>
                    <a:pt x="154576" y="7334"/>
                    <a:pt x="154340" y="8074"/>
                    <a:pt x="153633" y="8646"/>
                  </a:cubicBezTo>
                  <a:cubicBezTo>
                    <a:pt x="152893" y="9218"/>
                    <a:pt x="151547" y="10092"/>
                    <a:pt x="151446" y="10328"/>
                  </a:cubicBezTo>
                  <a:cubicBezTo>
                    <a:pt x="151378" y="10563"/>
                    <a:pt x="150571" y="10765"/>
                    <a:pt x="150066" y="11135"/>
                  </a:cubicBezTo>
                  <a:cubicBezTo>
                    <a:pt x="149561" y="11505"/>
                    <a:pt x="148753" y="12447"/>
                    <a:pt x="148551" y="12582"/>
                  </a:cubicBezTo>
                  <a:cubicBezTo>
                    <a:pt x="148349" y="12716"/>
                    <a:pt x="146667" y="13456"/>
                    <a:pt x="146667" y="13456"/>
                  </a:cubicBezTo>
                  <a:lnTo>
                    <a:pt x="143840" y="12750"/>
                  </a:lnTo>
                  <a:cubicBezTo>
                    <a:pt x="143840" y="12750"/>
                    <a:pt x="142460" y="12111"/>
                    <a:pt x="142258" y="11303"/>
                  </a:cubicBezTo>
                  <a:cubicBezTo>
                    <a:pt x="142056" y="10496"/>
                    <a:pt x="141618" y="8478"/>
                    <a:pt x="141383" y="8478"/>
                  </a:cubicBezTo>
                  <a:cubicBezTo>
                    <a:pt x="141181" y="8478"/>
                    <a:pt x="138623" y="9924"/>
                    <a:pt x="138623" y="9924"/>
                  </a:cubicBezTo>
                  <a:cubicBezTo>
                    <a:pt x="138623" y="9924"/>
                    <a:pt x="136604" y="10799"/>
                    <a:pt x="136368" y="11068"/>
                  </a:cubicBezTo>
                  <a:cubicBezTo>
                    <a:pt x="136133" y="11371"/>
                    <a:pt x="134349" y="12144"/>
                    <a:pt x="134349" y="12144"/>
                  </a:cubicBezTo>
                  <a:lnTo>
                    <a:pt x="132835" y="13725"/>
                  </a:lnTo>
                  <a:cubicBezTo>
                    <a:pt x="132835" y="13725"/>
                    <a:pt x="132195" y="14466"/>
                    <a:pt x="131690" y="14667"/>
                  </a:cubicBezTo>
                  <a:cubicBezTo>
                    <a:pt x="131185" y="14869"/>
                    <a:pt x="130008" y="14802"/>
                    <a:pt x="129099" y="14869"/>
                  </a:cubicBezTo>
                  <a:cubicBezTo>
                    <a:pt x="128157" y="14936"/>
                    <a:pt x="126777" y="14936"/>
                    <a:pt x="126474" y="14936"/>
                  </a:cubicBezTo>
                  <a:cubicBezTo>
                    <a:pt x="126171" y="14936"/>
                    <a:pt x="120753" y="14365"/>
                    <a:pt x="120753" y="14365"/>
                  </a:cubicBezTo>
                  <a:lnTo>
                    <a:pt x="115334" y="14297"/>
                  </a:lnTo>
                  <a:lnTo>
                    <a:pt x="111565" y="14297"/>
                  </a:lnTo>
                  <a:lnTo>
                    <a:pt x="107829" y="14869"/>
                  </a:lnTo>
                  <a:lnTo>
                    <a:pt x="107223" y="17258"/>
                  </a:lnTo>
                  <a:lnTo>
                    <a:pt x="107223" y="20386"/>
                  </a:lnTo>
                  <a:cubicBezTo>
                    <a:pt x="107223" y="20386"/>
                    <a:pt x="107796" y="21328"/>
                    <a:pt x="107796" y="21631"/>
                  </a:cubicBezTo>
                  <a:cubicBezTo>
                    <a:pt x="107796" y="21934"/>
                    <a:pt x="107156" y="26206"/>
                    <a:pt x="107223" y="26475"/>
                  </a:cubicBezTo>
                  <a:cubicBezTo>
                    <a:pt x="107291" y="26778"/>
                    <a:pt x="107223" y="28561"/>
                    <a:pt x="107223" y="28561"/>
                  </a:cubicBezTo>
                  <a:cubicBezTo>
                    <a:pt x="107223" y="28561"/>
                    <a:pt x="107358" y="31084"/>
                    <a:pt x="107223" y="31184"/>
                  </a:cubicBezTo>
                  <a:cubicBezTo>
                    <a:pt x="107089" y="31252"/>
                    <a:pt x="105843" y="32564"/>
                    <a:pt x="105843" y="32564"/>
                  </a:cubicBezTo>
                  <a:lnTo>
                    <a:pt x="103589" y="33943"/>
                  </a:lnTo>
                  <a:lnTo>
                    <a:pt x="101502" y="34313"/>
                  </a:lnTo>
                  <a:lnTo>
                    <a:pt x="96791" y="35558"/>
                  </a:lnTo>
                  <a:lnTo>
                    <a:pt x="91742" y="35120"/>
                  </a:lnTo>
                  <a:lnTo>
                    <a:pt x="89218" y="35692"/>
                  </a:lnTo>
                  <a:lnTo>
                    <a:pt x="87267" y="36331"/>
                  </a:lnTo>
                  <a:lnTo>
                    <a:pt x="82622" y="37206"/>
                  </a:lnTo>
                  <a:lnTo>
                    <a:pt x="81478" y="39594"/>
                  </a:lnTo>
                  <a:cubicBezTo>
                    <a:pt x="81478" y="39594"/>
                    <a:pt x="80973" y="43227"/>
                    <a:pt x="81107" y="43497"/>
                  </a:cubicBezTo>
                  <a:cubicBezTo>
                    <a:pt x="81242" y="43799"/>
                    <a:pt x="83060" y="47130"/>
                    <a:pt x="83632" y="47634"/>
                  </a:cubicBezTo>
                  <a:cubicBezTo>
                    <a:pt x="84204" y="48139"/>
                    <a:pt x="85516" y="49720"/>
                    <a:pt x="85516" y="49720"/>
                  </a:cubicBezTo>
                  <a:cubicBezTo>
                    <a:pt x="85516" y="49720"/>
                    <a:pt x="87906" y="54497"/>
                    <a:pt x="88108" y="54732"/>
                  </a:cubicBezTo>
                  <a:cubicBezTo>
                    <a:pt x="88310" y="54934"/>
                    <a:pt x="88747" y="57995"/>
                    <a:pt x="88747" y="57995"/>
                  </a:cubicBezTo>
                  <a:cubicBezTo>
                    <a:pt x="88747" y="57995"/>
                    <a:pt x="89386" y="60518"/>
                    <a:pt x="89386" y="60821"/>
                  </a:cubicBezTo>
                  <a:cubicBezTo>
                    <a:pt x="89386" y="61124"/>
                    <a:pt x="90060" y="67852"/>
                    <a:pt x="90060" y="67852"/>
                  </a:cubicBezTo>
                  <a:lnTo>
                    <a:pt x="89791" y="70745"/>
                  </a:lnTo>
                  <a:lnTo>
                    <a:pt x="89791" y="74310"/>
                  </a:lnTo>
                  <a:lnTo>
                    <a:pt x="88545" y="75757"/>
                  </a:lnTo>
                  <a:lnTo>
                    <a:pt x="86862" y="77708"/>
                  </a:lnTo>
                  <a:lnTo>
                    <a:pt x="85348" y="81476"/>
                  </a:lnTo>
                  <a:lnTo>
                    <a:pt x="85045" y="83359"/>
                  </a:lnTo>
                  <a:lnTo>
                    <a:pt x="82588" y="84369"/>
                  </a:lnTo>
                  <a:cubicBezTo>
                    <a:pt x="82588" y="84369"/>
                    <a:pt x="80704" y="83999"/>
                    <a:pt x="80401" y="83662"/>
                  </a:cubicBezTo>
                  <a:cubicBezTo>
                    <a:pt x="80098" y="83292"/>
                    <a:pt x="78516" y="81577"/>
                    <a:pt x="78516" y="81274"/>
                  </a:cubicBezTo>
                  <a:cubicBezTo>
                    <a:pt x="78516" y="80971"/>
                    <a:pt x="78012" y="79525"/>
                    <a:pt x="77776" y="79154"/>
                  </a:cubicBezTo>
                  <a:cubicBezTo>
                    <a:pt x="77574" y="78784"/>
                    <a:pt x="76699" y="77641"/>
                    <a:pt x="76699" y="77641"/>
                  </a:cubicBezTo>
                  <a:cubicBezTo>
                    <a:pt x="76699" y="77641"/>
                    <a:pt x="76429" y="74748"/>
                    <a:pt x="76329" y="74445"/>
                  </a:cubicBezTo>
                  <a:cubicBezTo>
                    <a:pt x="76261" y="74142"/>
                    <a:pt x="75016" y="72359"/>
                    <a:pt x="75016" y="72359"/>
                  </a:cubicBezTo>
                  <a:lnTo>
                    <a:pt x="72997" y="71989"/>
                  </a:lnTo>
                  <a:lnTo>
                    <a:pt x="71852" y="72729"/>
                  </a:lnTo>
                  <a:cubicBezTo>
                    <a:pt x="71852" y="72729"/>
                    <a:pt x="71281" y="73974"/>
                    <a:pt x="71045" y="74109"/>
                  </a:cubicBezTo>
                  <a:cubicBezTo>
                    <a:pt x="70843" y="74243"/>
                    <a:pt x="68790" y="74109"/>
                    <a:pt x="68790" y="74109"/>
                  </a:cubicBezTo>
                  <a:cubicBezTo>
                    <a:pt x="68790" y="74109"/>
                    <a:pt x="67107" y="72157"/>
                    <a:pt x="66973" y="71855"/>
                  </a:cubicBezTo>
                  <a:cubicBezTo>
                    <a:pt x="66838" y="71552"/>
                    <a:pt x="65290" y="70274"/>
                    <a:pt x="65155" y="69836"/>
                  </a:cubicBezTo>
                  <a:cubicBezTo>
                    <a:pt x="65020" y="69399"/>
                    <a:pt x="64718" y="68154"/>
                    <a:pt x="64650" y="67381"/>
                  </a:cubicBezTo>
                  <a:cubicBezTo>
                    <a:pt x="64583" y="66573"/>
                    <a:pt x="63910" y="65228"/>
                    <a:pt x="63775" y="64925"/>
                  </a:cubicBezTo>
                  <a:cubicBezTo>
                    <a:pt x="63641" y="64622"/>
                    <a:pt x="62093" y="62671"/>
                    <a:pt x="62093" y="62671"/>
                  </a:cubicBezTo>
                  <a:cubicBezTo>
                    <a:pt x="62093" y="62671"/>
                    <a:pt x="61588" y="61527"/>
                    <a:pt x="61151" y="61157"/>
                  </a:cubicBezTo>
                  <a:cubicBezTo>
                    <a:pt x="60713" y="60787"/>
                    <a:pt x="59400" y="59711"/>
                    <a:pt x="59400" y="59711"/>
                  </a:cubicBezTo>
                  <a:lnTo>
                    <a:pt x="57650" y="59273"/>
                  </a:lnTo>
                  <a:cubicBezTo>
                    <a:pt x="57650" y="59273"/>
                    <a:pt x="56843" y="59206"/>
                    <a:pt x="56641" y="59273"/>
                  </a:cubicBezTo>
                  <a:cubicBezTo>
                    <a:pt x="56439" y="59341"/>
                    <a:pt x="54386" y="60922"/>
                    <a:pt x="54386" y="60922"/>
                  </a:cubicBezTo>
                  <a:cubicBezTo>
                    <a:pt x="54386" y="60922"/>
                    <a:pt x="53443" y="62066"/>
                    <a:pt x="53309" y="62604"/>
                  </a:cubicBezTo>
                  <a:cubicBezTo>
                    <a:pt x="53174" y="63108"/>
                    <a:pt x="51996" y="63983"/>
                    <a:pt x="51626" y="64858"/>
                  </a:cubicBezTo>
                  <a:cubicBezTo>
                    <a:pt x="51256" y="65732"/>
                    <a:pt x="50414" y="66540"/>
                    <a:pt x="50414" y="66741"/>
                  </a:cubicBezTo>
                  <a:cubicBezTo>
                    <a:pt x="50414" y="66943"/>
                    <a:pt x="48833" y="69769"/>
                    <a:pt x="48833" y="69769"/>
                  </a:cubicBezTo>
                  <a:cubicBezTo>
                    <a:pt x="48833" y="69769"/>
                    <a:pt x="46241" y="71653"/>
                    <a:pt x="46006" y="71787"/>
                  </a:cubicBezTo>
                  <a:cubicBezTo>
                    <a:pt x="45804" y="71922"/>
                    <a:pt x="43818" y="72157"/>
                    <a:pt x="43818" y="72157"/>
                  </a:cubicBezTo>
                  <a:cubicBezTo>
                    <a:pt x="43818" y="72157"/>
                    <a:pt x="40789" y="70072"/>
                    <a:pt x="40688" y="69836"/>
                  </a:cubicBezTo>
                  <a:cubicBezTo>
                    <a:pt x="40621" y="69601"/>
                    <a:pt x="41328" y="69197"/>
                    <a:pt x="40318" y="67953"/>
                  </a:cubicBezTo>
                  <a:cubicBezTo>
                    <a:pt x="39309" y="66708"/>
                    <a:pt x="37491" y="65631"/>
                    <a:pt x="37491" y="65631"/>
                  </a:cubicBezTo>
                  <a:cubicBezTo>
                    <a:pt x="37491" y="65631"/>
                    <a:pt x="36919" y="64824"/>
                    <a:pt x="36616" y="64555"/>
                  </a:cubicBezTo>
                  <a:cubicBezTo>
                    <a:pt x="36313" y="64252"/>
                    <a:pt x="35102" y="62671"/>
                    <a:pt x="35102" y="62671"/>
                  </a:cubicBezTo>
                  <a:cubicBezTo>
                    <a:pt x="35102" y="62671"/>
                    <a:pt x="32914" y="63310"/>
                    <a:pt x="32712" y="63748"/>
                  </a:cubicBezTo>
                  <a:cubicBezTo>
                    <a:pt x="32510" y="64185"/>
                    <a:pt x="30693" y="64185"/>
                    <a:pt x="30693" y="64185"/>
                  </a:cubicBezTo>
                  <a:cubicBezTo>
                    <a:pt x="30693" y="64185"/>
                    <a:pt x="29751" y="62166"/>
                    <a:pt x="29448" y="61796"/>
                  </a:cubicBezTo>
                  <a:cubicBezTo>
                    <a:pt x="29179" y="61426"/>
                    <a:pt x="28000" y="59980"/>
                    <a:pt x="27698" y="59543"/>
                  </a:cubicBezTo>
                  <a:cubicBezTo>
                    <a:pt x="27395" y="59105"/>
                    <a:pt x="25106" y="56280"/>
                    <a:pt x="25106" y="56280"/>
                  </a:cubicBezTo>
                  <a:lnTo>
                    <a:pt x="22717" y="54261"/>
                  </a:lnTo>
                  <a:lnTo>
                    <a:pt x="19385" y="52445"/>
                  </a:lnTo>
                  <a:lnTo>
                    <a:pt x="16794" y="51940"/>
                  </a:lnTo>
                  <a:cubicBezTo>
                    <a:pt x="16794" y="51940"/>
                    <a:pt x="14337" y="51503"/>
                    <a:pt x="14101" y="51503"/>
                  </a:cubicBezTo>
                  <a:cubicBezTo>
                    <a:pt x="13866" y="51503"/>
                    <a:pt x="11476" y="52142"/>
                    <a:pt x="11476" y="52142"/>
                  </a:cubicBezTo>
                  <a:cubicBezTo>
                    <a:pt x="11476" y="52142"/>
                    <a:pt x="10837" y="52007"/>
                    <a:pt x="10029" y="52276"/>
                  </a:cubicBezTo>
                  <a:cubicBezTo>
                    <a:pt x="9221" y="52579"/>
                    <a:pt x="5957" y="52916"/>
                    <a:pt x="5687" y="53017"/>
                  </a:cubicBezTo>
                  <a:cubicBezTo>
                    <a:pt x="5385" y="53084"/>
                    <a:pt x="2221" y="54093"/>
                    <a:pt x="2154" y="54396"/>
                  </a:cubicBezTo>
                  <a:cubicBezTo>
                    <a:pt x="2087" y="54698"/>
                    <a:pt x="1279" y="57221"/>
                    <a:pt x="1346" y="57659"/>
                  </a:cubicBezTo>
                  <a:cubicBezTo>
                    <a:pt x="1414" y="58096"/>
                    <a:pt x="6058" y="60350"/>
                    <a:pt x="6058" y="60350"/>
                  </a:cubicBezTo>
                  <a:lnTo>
                    <a:pt x="8750" y="62738"/>
                  </a:lnTo>
                  <a:lnTo>
                    <a:pt x="9020" y="64824"/>
                  </a:lnTo>
                  <a:lnTo>
                    <a:pt x="9457" y="67448"/>
                  </a:lnTo>
                  <a:lnTo>
                    <a:pt x="9591" y="69769"/>
                  </a:lnTo>
                  <a:cubicBezTo>
                    <a:pt x="9591" y="69769"/>
                    <a:pt x="9524" y="72023"/>
                    <a:pt x="9524" y="72460"/>
                  </a:cubicBezTo>
                  <a:cubicBezTo>
                    <a:pt x="9524" y="72898"/>
                    <a:pt x="9087" y="73772"/>
                    <a:pt x="8851" y="73974"/>
                  </a:cubicBezTo>
                  <a:cubicBezTo>
                    <a:pt x="8649" y="74176"/>
                    <a:pt x="8346" y="75050"/>
                    <a:pt x="7976" y="75286"/>
                  </a:cubicBezTo>
                  <a:cubicBezTo>
                    <a:pt x="7606" y="75488"/>
                    <a:pt x="6596" y="75925"/>
                    <a:pt x="6529" y="76228"/>
                  </a:cubicBezTo>
                  <a:cubicBezTo>
                    <a:pt x="6462" y="76531"/>
                    <a:pt x="5452" y="76968"/>
                    <a:pt x="4644" y="77607"/>
                  </a:cubicBezTo>
                  <a:cubicBezTo>
                    <a:pt x="3837" y="78246"/>
                    <a:pt x="3332" y="78482"/>
                    <a:pt x="2759" y="78986"/>
                  </a:cubicBezTo>
                  <a:cubicBezTo>
                    <a:pt x="2188" y="79491"/>
                    <a:pt x="1380" y="80298"/>
                    <a:pt x="942" y="80870"/>
                  </a:cubicBezTo>
                  <a:cubicBezTo>
                    <a:pt x="505" y="81442"/>
                    <a:pt x="0" y="81745"/>
                    <a:pt x="0" y="82317"/>
                  </a:cubicBezTo>
                  <a:cubicBezTo>
                    <a:pt x="0" y="82889"/>
                    <a:pt x="370" y="85277"/>
                    <a:pt x="740" y="85950"/>
                  </a:cubicBezTo>
                  <a:cubicBezTo>
                    <a:pt x="1110" y="86589"/>
                    <a:pt x="673" y="87766"/>
                    <a:pt x="1750" y="88136"/>
                  </a:cubicBezTo>
                  <a:cubicBezTo>
                    <a:pt x="2827" y="88506"/>
                    <a:pt x="4005" y="88876"/>
                    <a:pt x="4644" y="89280"/>
                  </a:cubicBezTo>
                  <a:cubicBezTo>
                    <a:pt x="5284" y="89717"/>
                    <a:pt x="6899" y="90222"/>
                    <a:pt x="7539" y="90424"/>
                  </a:cubicBezTo>
                  <a:cubicBezTo>
                    <a:pt x="8178" y="90659"/>
                    <a:pt x="10736" y="91298"/>
                    <a:pt x="12250" y="90357"/>
                  </a:cubicBezTo>
                  <a:cubicBezTo>
                    <a:pt x="13765" y="89415"/>
                    <a:pt x="15380" y="88607"/>
                    <a:pt x="15582" y="88170"/>
                  </a:cubicBezTo>
                  <a:cubicBezTo>
                    <a:pt x="15784" y="87733"/>
                    <a:pt x="15885" y="86791"/>
                    <a:pt x="15952" y="86488"/>
                  </a:cubicBezTo>
                  <a:cubicBezTo>
                    <a:pt x="16020" y="86185"/>
                    <a:pt x="19284" y="84840"/>
                    <a:pt x="19957" y="84840"/>
                  </a:cubicBezTo>
                  <a:cubicBezTo>
                    <a:pt x="20597" y="84840"/>
                    <a:pt x="22852" y="86589"/>
                    <a:pt x="23289" y="86656"/>
                  </a:cubicBezTo>
                  <a:cubicBezTo>
                    <a:pt x="23727" y="86723"/>
                    <a:pt x="26554" y="88910"/>
                    <a:pt x="26924" y="89415"/>
                  </a:cubicBezTo>
                  <a:cubicBezTo>
                    <a:pt x="27294" y="89919"/>
                    <a:pt x="27058" y="91534"/>
                    <a:pt x="27125" y="92240"/>
                  </a:cubicBezTo>
                  <a:cubicBezTo>
                    <a:pt x="27193" y="92980"/>
                    <a:pt x="27193" y="94326"/>
                    <a:pt x="27193" y="94326"/>
                  </a:cubicBezTo>
                  <a:lnTo>
                    <a:pt x="24299" y="99170"/>
                  </a:lnTo>
                  <a:lnTo>
                    <a:pt x="21539" y="101491"/>
                  </a:lnTo>
                  <a:lnTo>
                    <a:pt x="22616" y="104620"/>
                  </a:lnTo>
                  <a:lnTo>
                    <a:pt x="24871" y="105124"/>
                  </a:lnTo>
                  <a:lnTo>
                    <a:pt x="28640" y="105932"/>
                  </a:lnTo>
                  <a:cubicBezTo>
                    <a:pt x="28640" y="105932"/>
                    <a:pt x="31736" y="107748"/>
                    <a:pt x="32107" y="107950"/>
                  </a:cubicBezTo>
                  <a:cubicBezTo>
                    <a:pt x="32477" y="108185"/>
                    <a:pt x="35506" y="110204"/>
                    <a:pt x="35640" y="110406"/>
                  </a:cubicBezTo>
                  <a:cubicBezTo>
                    <a:pt x="35775" y="110641"/>
                    <a:pt x="37895" y="111987"/>
                    <a:pt x="37895" y="111987"/>
                  </a:cubicBezTo>
                  <a:cubicBezTo>
                    <a:pt x="37895" y="111987"/>
                    <a:pt x="41530" y="114005"/>
                    <a:pt x="41866" y="114375"/>
                  </a:cubicBezTo>
                  <a:cubicBezTo>
                    <a:pt x="42237" y="114745"/>
                    <a:pt x="44323" y="117335"/>
                    <a:pt x="44828" y="117840"/>
                  </a:cubicBezTo>
                  <a:cubicBezTo>
                    <a:pt x="45333" y="118345"/>
                    <a:pt x="47083" y="119589"/>
                    <a:pt x="46578" y="120229"/>
                  </a:cubicBezTo>
                  <a:cubicBezTo>
                    <a:pt x="46073" y="120868"/>
                    <a:pt x="46073" y="121238"/>
                    <a:pt x="45131" y="121810"/>
                  </a:cubicBezTo>
                  <a:cubicBezTo>
                    <a:pt x="44188" y="122381"/>
                    <a:pt x="42001" y="122886"/>
                    <a:pt x="41159" y="123256"/>
                  </a:cubicBezTo>
                  <a:cubicBezTo>
                    <a:pt x="40284" y="123626"/>
                    <a:pt x="39914" y="123626"/>
                    <a:pt x="39342" y="124265"/>
                  </a:cubicBezTo>
                  <a:cubicBezTo>
                    <a:pt x="38770" y="124904"/>
                    <a:pt x="38097" y="125274"/>
                    <a:pt x="38400" y="125947"/>
                  </a:cubicBezTo>
                  <a:cubicBezTo>
                    <a:pt x="38703" y="126586"/>
                    <a:pt x="44121" y="128706"/>
                    <a:pt x="44121" y="128706"/>
                  </a:cubicBezTo>
                  <a:lnTo>
                    <a:pt x="45064" y="128773"/>
                  </a:lnTo>
                  <a:lnTo>
                    <a:pt x="48429" y="131229"/>
                  </a:lnTo>
                  <a:lnTo>
                    <a:pt x="51357" y="136241"/>
                  </a:lnTo>
                  <a:lnTo>
                    <a:pt x="51357" y="136880"/>
                  </a:lnTo>
                  <a:cubicBezTo>
                    <a:pt x="51357" y="136880"/>
                    <a:pt x="48159" y="140076"/>
                    <a:pt x="47789" y="140278"/>
                  </a:cubicBezTo>
                  <a:cubicBezTo>
                    <a:pt x="47419" y="140480"/>
                    <a:pt x="44592" y="141724"/>
                    <a:pt x="44592" y="141724"/>
                  </a:cubicBezTo>
                  <a:cubicBezTo>
                    <a:pt x="44592" y="141724"/>
                    <a:pt x="43650" y="142229"/>
                    <a:pt x="43516" y="142969"/>
                  </a:cubicBezTo>
                  <a:cubicBezTo>
                    <a:pt x="43381" y="143709"/>
                    <a:pt x="42506" y="147107"/>
                    <a:pt x="42506" y="147107"/>
                  </a:cubicBezTo>
                  <a:lnTo>
                    <a:pt x="42741" y="154272"/>
                  </a:lnTo>
                  <a:lnTo>
                    <a:pt x="39914" y="155281"/>
                  </a:lnTo>
                  <a:lnTo>
                    <a:pt x="42876" y="159116"/>
                  </a:lnTo>
                  <a:cubicBezTo>
                    <a:pt x="42876" y="159116"/>
                    <a:pt x="44054" y="161437"/>
                    <a:pt x="43953" y="161874"/>
                  </a:cubicBezTo>
                  <a:cubicBezTo>
                    <a:pt x="43886" y="162312"/>
                    <a:pt x="42876" y="165507"/>
                    <a:pt x="42876" y="165507"/>
                  </a:cubicBezTo>
                  <a:cubicBezTo>
                    <a:pt x="42876" y="165507"/>
                    <a:pt x="40487" y="167526"/>
                    <a:pt x="40284" y="168199"/>
                  </a:cubicBezTo>
                  <a:cubicBezTo>
                    <a:pt x="40049" y="168838"/>
                    <a:pt x="39713" y="171596"/>
                    <a:pt x="39713" y="171596"/>
                  </a:cubicBezTo>
                  <a:lnTo>
                    <a:pt x="39140" y="175566"/>
                  </a:lnTo>
                  <a:lnTo>
                    <a:pt x="39847" y="178257"/>
                  </a:lnTo>
                  <a:lnTo>
                    <a:pt x="40217" y="184917"/>
                  </a:lnTo>
                  <a:lnTo>
                    <a:pt x="41025" y="187743"/>
                  </a:lnTo>
                  <a:lnTo>
                    <a:pt x="46241" y="187878"/>
                  </a:lnTo>
                  <a:cubicBezTo>
                    <a:pt x="46241" y="187878"/>
                    <a:pt x="46612" y="189963"/>
                    <a:pt x="46376" y="190401"/>
                  </a:cubicBezTo>
                  <a:cubicBezTo>
                    <a:pt x="46174" y="190838"/>
                    <a:pt x="45434" y="193428"/>
                    <a:pt x="45232" y="194168"/>
                  </a:cubicBezTo>
                  <a:cubicBezTo>
                    <a:pt x="44996" y="194908"/>
                    <a:pt x="43684" y="197431"/>
                    <a:pt x="43616" y="198239"/>
                  </a:cubicBezTo>
                  <a:cubicBezTo>
                    <a:pt x="43549" y="199046"/>
                    <a:pt x="43549" y="200694"/>
                    <a:pt x="43414" y="201502"/>
                  </a:cubicBezTo>
                  <a:cubicBezTo>
                    <a:pt x="43280" y="202309"/>
                    <a:pt x="42977" y="204092"/>
                    <a:pt x="42977" y="204832"/>
                  </a:cubicBezTo>
                  <a:cubicBezTo>
                    <a:pt x="42977" y="205572"/>
                    <a:pt x="42674" y="205909"/>
                    <a:pt x="43347" y="206918"/>
                  </a:cubicBezTo>
                  <a:cubicBezTo>
                    <a:pt x="43986" y="207927"/>
                    <a:pt x="46174" y="209374"/>
                    <a:pt x="46174" y="209374"/>
                  </a:cubicBezTo>
                  <a:cubicBezTo>
                    <a:pt x="46174" y="209374"/>
                    <a:pt x="50751" y="212065"/>
                    <a:pt x="50953" y="212132"/>
                  </a:cubicBezTo>
                  <a:cubicBezTo>
                    <a:pt x="51155" y="212199"/>
                    <a:pt x="54420" y="215160"/>
                    <a:pt x="55093" y="215597"/>
                  </a:cubicBezTo>
                  <a:cubicBezTo>
                    <a:pt x="55732" y="216034"/>
                    <a:pt x="59501" y="220878"/>
                    <a:pt x="59501" y="220878"/>
                  </a:cubicBezTo>
                  <a:lnTo>
                    <a:pt x="62833" y="223469"/>
                  </a:lnTo>
                  <a:lnTo>
                    <a:pt x="66165" y="225420"/>
                  </a:lnTo>
                  <a:cubicBezTo>
                    <a:pt x="66165" y="225420"/>
                    <a:pt x="66670" y="227236"/>
                    <a:pt x="66603" y="227808"/>
                  </a:cubicBezTo>
                  <a:cubicBezTo>
                    <a:pt x="66535" y="228380"/>
                    <a:pt x="66299" y="230331"/>
                    <a:pt x="66232" y="230836"/>
                  </a:cubicBezTo>
                  <a:cubicBezTo>
                    <a:pt x="66165" y="231340"/>
                    <a:pt x="66064" y="232349"/>
                    <a:pt x="65862" y="233022"/>
                  </a:cubicBezTo>
                  <a:cubicBezTo>
                    <a:pt x="65660" y="233661"/>
                    <a:pt x="65290" y="234536"/>
                    <a:pt x="65290" y="234906"/>
                  </a:cubicBezTo>
                  <a:cubicBezTo>
                    <a:pt x="65290" y="235276"/>
                    <a:pt x="64617" y="237530"/>
                    <a:pt x="64617" y="237530"/>
                  </a:cubicBezTo>
                  <a:cubicBezTo>
                    <a:pt x="64617" y="237530"/>
                    <a:pt x="63540" y="238035"/>
                    <a:pt x="63540" y="238472"/>
                  </a:cubicBezTo>
                  <a:cubicBezTo>
                    <a:pt x="63540" y="238909"/>
                    <a:pt x="63035" y="239716"/>
                    <a:pt x="63102" y="240356"/>
                  </a:cubicBezTo>
                  <a:cubicBezTo>
                    <a:pt x="63170" y="240995"/>
                    <a:pt x="63035" y="242172"/>
                    <a:pt x="63304" y="242980"/>
                  </a:cubicBezTo>
                  <a:cubicBezTo>
                    <a:pt x="63607" y="243787"/>
                    <a:pt x="63809" y="244662"/>
                    <a:pt x="64011" y="244796"/>
                  </a:cubicBezTo>
                  <a:cubicBezTo>
                    <a:pt x="64213" y="244931"/>
                    <a:pt x="65525" y="246310"/>
                    <a:pt x="65761" y="246478"/>
                  </a:cubicBezTo>
                  <a:cubicBezTo>
                    <a:pt x="65963" y="246613"/>
                    <a:pt x="67141" y="247487"/>
                    <a:pt x="67713" y="247925"/>
                  </a:cubicBezTo>
                  <a:cubicBezTo>
                    <a:pt x="68285" y="248362"/>
                    <a:pt x="69968" y="249438"/>
                    <a:pt x="70675" y="249506"/>
                  </a:cubicBezTo>
                  <a:cubicBezTo>
                    <a:pt x="71415" y="249573"/>
                    <a:pt x="73199" y="249707"/>
                    <a:pt x="74141" y="249876"/>
                  </a:cubicBezTo>
                  <a:cubicBezTo>
                    <a:pt x="75083" y="250010"/>
                    <a:pt x="75790" y="249876"/>
                    <a:pt x="77776" y="249876"/>
                  </a:cubicBezTo>
                  <a:cubicBezTo>
                    <a:pt x="79728" y="249876"/>
                    <a:pt x="80670" y="249808"/>
                    <a:pt x="82117" y="249304"/>
                  </a:cubicBezTo>
                  <a:cubicBezTo>
                    <a:pt x="83564" y="248799"/>
                    <a:pt x="85247" y="247353"/>
                    <a:pt x="85887" y="247218"/>
                  </a:cubicBezTo>
                  <a:cubicBezTo>
                    <a:pt x="86526" y="247084"/>
                    <a:pt x="89286" y="245570"/>
                    <a:pt x="89925" y="244830"/>
                  </a:cubicBezTo>
                  <a:cubicBezTo>
                    <a:pt x="90565" y="244123"/>
                    <a:pt x="92617" y="242576"/>
                    <a:pt x="93055" y="242307"/>
                  </a:cubicBezTo>
                  <a:cubicBezTo>
                    <a:pt x="93493" y="242038"/>
                    <a:pt x="96319" y="237967"/>
                    <a:pt x="96319" y="237967"/>
                  </a:cubicBezTo>
                  <a:lnTo>
                    <a:pt x="98271" y="234704"/>
                  </a:lnTo>
                  <a:cubicBezTo>
                    <a:pt x="98271" y="234704"/>
                    <a:pt x="105171" y="228481"/>
                    <a:pt x="105305" y="228245"/>
                  </a:cubicBezTo>
                  <a:cubicBezTo>
                    <a:pt x="105440" y="228044"/>
                    <a:pt x="109579" y="222796"/>
                    <a:pt x="109579" y="222796"/>
                  </a:cubicBezTo>
                  <a:lnTo>
                    <a:pt x="114796" y="219028"/>
                  </a:lnTo>
                  <a:lnTo>
                    <a:pt x="119003" y="214823"/>
                  </a:lnTo>
                  <a:cubicBezTo>
                    <a:pt x="119003" y="214823"/>
                    <a:pt x="120180" y="211627"/>
                    <a:pt x="120685" y="211257"/>
                  </a:cubicBezTo>
                  <a:cubicBezTo>
                    <a:pt x="121190" y="210887"/>
                    <a:pt x="124017" y="209575"/>
                    <a:pt x="124017" y="209575"/>
                  </a:cubicBezTo>
                  <a:cubicBezTo>
                    <a:pt x="124017" y="209575"/>
                    <a:pt x="127147" y="208263"/>
                    <a:pt x="127416" y="208263"/>
                  </a:cubicBezTo>
                  <a:cubicBezTo>
                    <a:pt x="127685" y="208263"/>
                    <a:pt x="129166" y="206514"/>
                    <a:pt x="129166" y="206514"/>
                  </a:cubicBezTo>
                  <a:lnTo>
                    <a:pt x="131118" y="205707"/>
                  </a:lnTo>
                  <a:lnTo>
                    <a:pt x="134012" y="206279"/>
                  </a:lnTo>
                  <a:lnTo>
                    <a:pt x="136536" y="208533"/>
                  </a:lnTo>
                  <a:cubicBezTo>
                    <a:pt x="136536" y="208533"/>
                    <a:pt x="136772" y="209542"/>
                    <a:pt x="136772" y="209844"/>
                  </a:cubicBezTo>
                  <a:cubicBezTo>
                    <a:pt x="136772" y="210147"/>
                    <a:pt x="136907" y="211728"/>
                    <a:pt x="136705" y="212300"/>
                  </a:cubicBezTo>
                  <a:cubicBezTo>
                    <a:pt x="136503" y="212872"/>
                    <a:pt x="135695" y="214319"/>
                    <a:pt x="135628" y="214621"/>
                  </a:cubicBezTo>
                  <a:cubicBezTo>
                    <a:pt x="135561" y="214924"/>
                    <a:pt x="135191" y="215832"/>
                    <a:pt x="134988" y="216438"/>
                  </a:cubicBezTo>
                  <a:cubicBezTo>
                    <a:pt x="134787" y="217010"/>
                    <a:pt x="134618" y="217514"/>
                    <a:pt x="134484" y="218322"/>
                  </a:cubicBezTo>
                  <a:cubicBezTo>
                    <a:pt x="134349" y="219129"/>
                    <a:pt x="134282" y="220138"/>
                    <a:pt x="134282" y="220710"/>
                  </a:cubicBezTo>
                  <a:cubicBezTo>
                    <a:pt x="134282" y="221282"/>
                    <a:pt x="134282" y="222392"/>
                    <a:pt x="134416" y="222964"/>
                  </a:cubicBezTo>
                  <a:cubicBezTo>
                    <a:pt x="134551" y="223536"/>
                    <a:pt x="134551" y="224713"/>
                    <a:pt x="134787" y="225151"/>
                  </a:cubicBezTo>
                  <a:cubicBezTo>
                    <a:pt x="134988" y="225588"/>
                    <a:pt x="135729" y="226967"/>
                    <a:pt x="135729" y="226967"/>
                  </a:cubicBezTo>
                  <a:cubicBezTo>
                    <a:pt x="135729" y="226967"/>
                    <a:pt x="136873" y="227909"/>
                    <a:pt x="137243" y="228548"/>
                  </a:cubicBezTo>
                  <a:cubicBezTo>
                    <a:pt x="137614" y="229187"/>
                    <a:pt x="137984" y="229927"/>
                    <a:pt x="139431" y="231441"/>
                  </a:cubicBezTo>
                  <a:cubicBezTo>
                    <a:pt x="140878" y="232955"/>
                    <a:pt x="143066" y="234334"/>
                    <a:pt x="143402" y="234570"/>
                  </a:cubicBezTo>
                  <a:cubicBezTo>
                    <a:pt x="143772" y="234771"/>
                    <a:pt x="145657" y="236521"/>
                    <a:pt x="145657" y="236521"/>
                  </a:cubicBezTo>
                  <a:lnTo>
                    <a:pt x="147845" y="238707"/>
                  </a:lnTo>
                  <a:lnTo>
                    <a:pt x="151042" y="241970"/>
                  </a:lnTo>
                  <a:lnTo>
                    <a:pt x="154441" y="243854"/>
                  </a:lnTo>
                  <a:lnTo>
                    <a:pt x="157571" y="247992"/>
                  </a:lnTo>
                  <a:lnTo>
                    <a:pt x="158278" y="251524"/>
                  </a:lnTo>
                  <a:lnTo>
                    <a:pt x="157907" y="255056"/>
                  </a:lnTo>
                  <a:lnTo>
                    <a:pt x="157470" y="258824"/>
                  </a:lnTo>
                  <a:lnTo>
                    <a:pt x="158244" y="263298"/>
                  </a:lnTo>
                  <a:lnTo>
                    <a:pt x="158446" y="266998"/>
                  </a:lnTo>
                  <a:lnTo>
                    <a:pt x="162484" y="270699"/>
                  </a:lnTo>
                  <a:lnTo>
                    <a:pt x="166489" y="273962"/>
                  </a:lnTo>
                  <a:lnTo>
                    <a:pt x="167566" y="274500"/>
                  </a:lnTo>
                  <a:lnTo>
                    <a:pt x="168542" y="277965"/>
                  </a:lnTo>
                  <a:cubicBezTo>
                    <a:pt x="168542" y="277965"/>
                    <a:pt x="168879" y="280353"/>
                    <a:pt x="168879" y="280790"/>
                  </a:cubicBezTo>
                  <a:cubicBezTo>
                    <a:pt x="168879" y="281228"/>
                    <a:pt x="168778" y="283280"/>
                    <a:pt x="168778" y="283280"/>
                  </a:cubicBezTo>
                  <a:lnTo>
                    <a:pt x="168677" y="288494"/>
                  </a:lnTo>
                  <a:lnTo>
                    <a:pt x="168778" y="290109"/>
                  </a:lnTo>
                  <a:lnTo>
                    <a:pt x="170730" y="293372"/>
                  </a:lnTo>
                  <a:lnTo>
                    <a:pt x="175744" y="295659"/>
                  </a:lnTo>
                  <a:cubicBezTo>
                    <a:pt x="175744" y="295659"/>
                    <a:pt x="177359" y="295895"/>
                    <a:pt x="177797" y="296298"/>
                  </a:cubicBezTo>
                  <a:cubicBezTo>
                    <a:pt x="178235" y="296736"/>
                    <a:pt x="179446" y="297947"/>
                    <a:pt x="179884" y="298586"/>
                  </a:cubicBezTo>
                  <a:cubicBezTo>
                    <a:pt x="180321" y="299225"/>
                    <a:pt x="180321" y="300739"/>
                    <a:pt x="180523" y="301176"/>
                  </a:cubicBezTo>
                  <a:cubicBezTo>
                    <a:pt x="180759" y="301613"/>
                    <a:pt x="180321" y="303026"/>
                    <a:pt x="180187" y="303565"/>
                  </a:cubicBezTo>
                  <a:cubicBezTo>
                    <a:pt x="180086" y="304103"/>
                    <a:pt x="180287" y="303901"/>
                    <a:pt x="179412" y="305415"/>
                  </a:cubicBezTo>
                  <a:cubicBezTo>
                    <a:pt x="178538" y="306929"/>
                    <a:pt x="178874" y="308039"/>
                    <a:pt x="177461" y="309014"/>
                  </a:cubicBezTo>
                  <a:cubicBezTo>
                    <a:pt x="176047" y="309990"/>
                    <a:pt x="175408" y="310629"/>
                    <a:pt x="174095" y="311201"/>
                  </a:cubicBezTo>
                  <a:cubicBezTo>
                    <a:pt x="172783" y="311739"/>
                    <a:pt x="172244" y="312277"/>
                    <a:pt x="171706" y="312715"/>
                  </a:cubicBezTo>
                  <a:cubicBezTo>
                    <a:pt x="171167" y="313152"/>
                    <a:pt x="170393" y="312815"/>
                    <a:pt x="169417" y="313253"/>
                  </a:cubicBezTo>
                  <a:cubicBezTo>
                    <a:pt x="168441" y="313690"/>
                    <a:pt x="167229" y="313354"/>
                    <a:pt x="166489" y="313791"/>
                  </a:cubicBezTo>
                  <a:cubicBezTo>
                    <a:pt x="165715" y="314228"/>
                    <a:pt x="165177" y="314767"/>
                    <a:pt x="165177" y="314767"/>
                  </a:cubicBezTo>
                  <a:lnTo>
                    <a:pt x="162888" y="315540"/>
                  </a:lnTo>
                  <a:lnTo>
                    <a:pt x="161576" y="317828"/>
                  </a:lnTo>
                  <a:lnTo>
                    <a:pt x="160936" y="319779"/>
                  </a:lnTo>
                  <a:lnTo>
                    <a:pt x="161710" y="321831"/>
                  </a:lnTo>
                  <a:lnTo>
                    <a:pt x="163763" y="323782"/>
                  </a:lnTo>
                  <a:lnTo>
                    <a:pt x="166254" y="324421"/>
                  </a:lnTo>
                  <a:lnTo>
                    <a:pt x="170595" y="325060"/>
                  </a:lnTo>
                  <a:lnTo>
                    <a:pt x="171470" y="326372"/>
                  </a:lnTo>
                  <a:lnTo>
                    <a:pt x="172547" y="327449"/>
                  </a:lnTo>
                  <a:lnTo>
                    <a:pt x="175038" y="329501"/>
                  </a:lnTo>
                  <a:lnTo>
                    <a:pt x="177864" y="330140"/>
                  </a:lnTo>
                  <a:lnTo>
                    <a:pt x="180153" y="330779"/>
                  </a:lnTo>
                  <a:lnTo>
                    <a:pt x="180927" y="327415"/>
                  </a:lnTo>
                  <a:lnTo>
                    <a:pt x="178841" y="325128"/>
                  </a:lnTo>
                  <a:lnTo>
                    <a:pt x="179278" y="323816"/>
                  </a:lnTo>
                  <a:lnTo>
                    <a:pt x="182206" y="323916"/>
                  </a:lnTo>
                  <a:lnTo>
                    <a:pt x="183619" y="324993"/>
                  </a:lnTo>
                  <a:lnTo>
                    <a:pt x="185134" y="327381"/>
                  </a:lnTo>
                  <a:lnTo>
                    <a:pt x="187961" y="328088"/>
                  </a:lnTo>
                  <a:lnTo>
                    <a:pt x="190249" y="327045"/>
                  </a:lnTo>
                  <a:lnTo>
                    <a:pt x="193076" y="327045"/>
                  </a:lnTo>
                  <a:lnTo>
                    <a:pt x="194524" y="326103"/>
                  </a:lnTo>
                  <a:lnTo>
                    <a:pt x="194961" y="325027"/>
                  </a:lnTo>
                  <a:cubicBezTo>
                    <a:pt x="194961" y="325027"/>
                    <a:pt x="197216" y="322840"/>
                    <a:pt x="197586" y="322840"/>
                  </a:cubicBezTo>
                  <a:cubicBezTo>
                    <a:pt x="197956" y="322840"/>
                    <a:pt x="200177" y="322134"/>
                    <a:pt x="200177" y="322134"/>
                  </a:cubicBezTo>
                  <a:lnTo>
                    <a:pt x="200446" y="319409"/>
                  </a:lnTo>
                  <a:cubicBezTo>
                    <a:pt x="200446" y="319409"/>
                    <a:pt x="199942" y="316987"/>
                    <a:pt x="199875" y="316886"/>
                  </a:cubicBezTo>
                  <a:cubicBezTo>
                    <a:pt x="199807" y="316785"/>
                    <a:pt x="199101" y="315439"/>
                    <a:pt x="199101" y="315439"/>
                  </a:cubicBezTo>
                  <a:lnTo>
                    <a:pt x="200446" y="313959"/>
                  </a:lnTo>
                  <a:lnTo>
                    <a:pt x="202466" y="313152"/>
                  </a:lnTo>
                  <a:lnTo>
                    <a:pt x="205259" y="313152"/>
                  </a:lnTo>
                  <a:lnTo>
                    <a:pt x="206942" y="315507"/>
                  </a:lnTo>
                  <a:lnTo>
                    <a:pt x="207851" y="317693"/>
                  </a:lnTo>
                  <a:lnTo>
                    <a:pt x="207851" y="319241"/>
                  </a:lnTo>
                  <a:lnTo>
                    <a:pt x="208591" y="320889"/>
                  </a:lnTo>
                  <a:cubicBezTo>
                    <a:pt x="208591" y="320889"/>
                    <a:pt x="210409" y="322840"/>
                    <a:pt x="210543" y="322975"/>
                  </a:cubicBezTo>
                  <a:cubicBezTo>
                    <a:pt x="210644" y="323076"/>
                    <a:pt x="213101" y="324589"/>
                    <a:pt x="213101" y="324589"/>
                  </a:cubicBezTo>
                  <a:lnTo>
                    <a:pt x="213101" y="326170"/>
                  </a:lnTo>
                  <a:cubicBezTo>
                    <a:pt x="213101" y="326170"/>
                    <a:pt x="212730" y="327415"/>
                    <a:pt x="212764" y="327516"/>
                  </a:cubicBezTo>
                  <a:cubicBezTo>
                    <a:pt x="212798" y="327617"/>
                    <a:pt x="213740" y="328828"/>
                    <a:pt x="213976" y="328895"/>
                  </a:cubicBezTo>
                  <a:cubicBezTo>
                    <a:pt x="214245" y="328962"/>
                    <a:pt x="215894" y="328996"/>
                    <a:pt x="216365" y="329164"/>
                  </a:cubicBezTo>
                  <a:cubicBezTo>
                    <a:pt x="216837" y="329299"/>
                    <a:pt x="217341" y="329030"/>
                    <a:pt x="217779" y="329366"/>
                  </a:cubicBezTo>
                  <a:cubicBezTo>
                    <a:pt x="218216" y="329736"/>
                    <a:pt x="219697" y="331115"/>
                    <a:pt x="219798" y="331183"/>
                  </a:cubicBezTo>
                  <a:cubicBezTo>
                    <a:pt x="219899" y="331250"/>
                    <a:pt x="223870" y="333537"/>
                    <a:pt x="223870" y="333537"/>
                  </a:cubicBezTo>
                  <a:lnTo>
                    <a:pt x="225654" y="333975"/>
                  </a:lnTo>
                  <a:lnTo>
                    <a:pt x="229490" y="335522"/>
                  </a:lnTo>
                  <a:lnTo>
                    <a:pt x="232755" y="334547"/>
                  </a:lnTo>
                  <a:lnTo>
                    <a:pt x="235043" y="335320"/>
                  </a:lnTo>
                  <a:lnTo>
                    <a:pt x="237534" y="337507"/>
                  </a:lnTo>
                  <a:lnTo>
                    <a:pt x="240024" y="338987"/>
                  </a:lnTo>
                  <a:lnTo>
                    <a:pt x="242515" y="339256"/>
                  </a:lnTo>
                  <a:lnTo>
                    <a:pt x="243491" y="339256"/>
                  </a:lnTo>
                  <a:lnTo>
                    <a:pt x="244029" y="340568"/>
                  </a:lnTo>
                  <a:cubicBezTo>
                    <a:pt x="244029" y="340568"/>
                    <a:pt x="244702" y="341779"/>
                    <a:pt x="245006" y="341981"/>
                  </a:cubicBezTo>
                  <a:cubicBezTo>
                    <a:pt x="245342" y="342183"/>
                    <a:pt x="249885" y="342856"/>
                    <a:pt x="249885" y="342856"/>
                  </a:cubicBezTo>
                  <a:lnTo>
                    <a:pt x="251534" y="342957"/>
                  </a:lnTo>
                  <a:lnTo>
                    <a:pt x="252847" y="346758"/>
                  </a:lnTo>
                  <a:lnTo>
                    <a:pt x="253486" y="348843"/>
                  </a:lnTo>
                  <a:lnTo>
                    <a:pt x="255674" y="352006"/>
                  </a:lnTo>
                  <a:lnTo>
                    <a:pt x="258602" y="354495"/>
                  </a:lnTo>
                  <a:lnTo>
                    <a:pt x="261429" y="354293"/>
                  </a:lnTo>
                  <a:cubicBezTo>
                    <a:pt x="261429" y="354293"/>
                    <a:pt x="262943" y="356244"/>
                    <a:pt x="263078" y="356581"/>
                  </a:cubicBezTo>
                  <a:cubicBezTo>
                    <a:pt x="263179" y="356917"/>
                    <a:pt x="263852" y="359743"/>
                    <a:pt x="263852" y="359743"/>
                  </a:cubicBezTo>
                  <a:lnTo>
                    <a:pt x="262337" y="363342"/>
                  </a:lnTo>
                  <a:cubicBezTo>
                    <a:pt x="262337" y="363342"/>
                    <a:pt x="261698" y="364217"/>
                    <a:pt x="261698" y="364856"/>
                  </a:cubicBezTo>
                  <a:cubicBezTo>
                    <a:pt x="261698" y="365495"/>
                    <a:pt x="261799" y="367143"/>
                    <a:pt x="262237" y="367682"/>
                  </a:cubicBezTo>
                  <a:cubicBezTo>
                    <a:pt x="262674" y="368220"/>
                    <a:pt x="263852" y="369094"/>
                    <a:pt x="263852" y="369094"/>
                  </a:cubicBezTo>
                  <a:lnTo>
                    <a:pt x="264491" y="372358"/>
                  </a:lnTo>
                  <a:lnTo>
                    <a:pt x="263852" y="375183"/>
                  </a:lnTo>
                  <a:lnTo>
                    <a:pt x="262674" y="376159"/>
                  </a:lnTo>
                  <a:cubicBezTo>
                    <a:pt x="262674" y="376159"/>
                    <a:pt x="264626" y="379085"/>
                    <a:pt x="265064" y="379422"/>
                  </a:cubicBezTo>
                  <a:cubicBezTo>
                    <a:pt x="265501" y="379758"/>
                    <a:pt x="265703" y="379220"/>
                    <a:pt x="266814" y="379758"/>
                  </a:cubicBezTo>
                  <a:cubicBezTo>
                    <a:pt x="267890" y="380297"/>
                    <a:pt x="267890" y="379657"/>
                    <a:pt x="269539" y="379960"/>
                  </a:cubicBezTo>
                  <a:cubicBezTo>
                    <a:pt x="271155" y="380297"/>
                    <a:pt x="272367" y="380734"/>
                    <a:pt x="273241" y="380397"/>
                  </a:cubicBezTo>
                  <a:cubicBezTo>
                    <a:pt x="274116" y="380061"/>
                    <a:pt x="274991" y="375890"/>
                    <a:pt x="274991" y="375890"/>
                  </a:cubicBezTo>
                  <a:cubicBezTo>
                    <a:pt x="274991" y="375890"/>
                    <a:pt x="276169" y="373670"/>
                    <a:pt x="276237" y="373434"/>
                  </a:cubicBezTo>
                  <a:cubicBezTo>
                    <a:pt x="276304" y="373232"/>
                    <a:pt x="277718" y="371046"/>
                    <a:pt x="277718" y="371046"/>
                  </a:cubicBezTo>
                  <a:cubicBezTo>
                    <a:pt x="277718" y="371046"/>
                    <a:pt x="278256" y="369532"/>
                    <a:pt x="278256" y="369263"/>
                  </a:cubicBezTo>
                  <a:cubicBezTo>
                    <a:pt x="278256" y="368994"/>
                    <a:pt x="279030" y="367244"/>
                    <a:pt x="279030" y="366874"/>
                  </a:cubicBezTo>
                  <a:cubicBezTo>
                    <a:pt x="279030" y="366504"/>
                    <a:pt x="279670" y="364654"/>
                    <a:pt x="279838" y="364587"/>
                  </a:cubicBezTo>
                  <a:cubicBezTo>
                    <a:pt x="280006" y="364520"/>
                    <a:pt x="281588" y="363006"/>
                    <a:pt x="281588" y="363006"/>
                  </a:cubicBezTo>
                  <a:lnTo>
                    <a:pt x="282026" y="361324"/>
                  </a:lnTo>
                  <a:cubicBezTo>
                    <a:pt x="282026" y="361324"/>
                    <a:pt x="281857" y="360281"/>
                    <a:pt x="281352" y="359978"/>
                  </a:cubicBezTo>
                  <a:cubicBezTo>
                    <a:pt x="280881" y="359642"/>
                    <a:pt x="279905" y="358532"/>
                    <a:pt x="279939" y="358195"/>
                  </a:cubicBezTo>
                  <a:cubicBezTo>
                    <a:pt x="279972" y="357859"/>
                    <a:pt x="279972" y="357152"/>
                    <a:pt x="280309" y="356883"/>
                  </a:cubicBezTo>
                  <a:cubicBezTo>
                    <a:pt x="280646" y="356614"/>
                    <a:pt x="281992" y="356244"/>
                    <a:pt x="281992" y="356244"/>
                  </a:cubicBezTo>
                  <a:lnTo>
                    <a:pt x="285424" y="354293"/>
                  </a:lnTo>
                  <a:cubicBezTo>
                    <a:pt x="285424" y="354293"/>
                    <a:pt x="288083" y="352174"/>
                    <a:pt x="288151" y="351972"/>
                  </a:cubicBezTo>
                  <a:cubicBezTo>
                    <a:pt x="288218" y="351770"/>
                    <a:pt x="289901" y="349752"/>
                    <a:pt x="289901" y="349752"/>
                  </a:cubicBezTo>
                  <a:cubicBezTo>
                    <a:pt x="289901" y="349752"/>
                    <a:pt x="292526" y="347027"/>
                    <a:pt x="292795" y="346926"/>
                  </a:cubicBezTo>
                  <a:cubicBezTo>
                    <a:pt x="293064" y="346825"/>
                    <a:pt x="293939" y="345580"/>
                    <a:pt x="293939" y="345580"/>
                  </a:cubicBezTo>
                  <a:lnTo>
                    <a:pt x="296228" y="344369"/>
                  </a:lnTo>
                  <a:lnTo>
                    <a:pt x="300064" y="342048"/>
                  </a:lnTo>
                  <a:lnTo>
                    <a:pt x="303632" y="341308"/>
                  </a:lnTo>
                  <a:lnTo>
                    <a:pt x="306088" y="341611"/>
                  </a:lnTo>
                  <a:lnTo>
                    <a:pt x="308612" y="344874"/>
                  </a:lnTo>
                  <a:lnTo>
                    <a:pt x="309858" y="347902"/>
                  </a:lnTo>
                  <a:lnTo>
                    <a:pt x="308478" y="350290"/>
                  </a:lnTo>
                  <a:cubicBezTo>
                    <a:pt x="308478" y="350290"/>
                    <a:pt x="306391" y="351669"/>
                    <a:pt x="306088" y="352039"/>
                  </a:cubicBezTo>
                  <a:cubicBezTo>
                    <a:pt x="305785" y="352409"/>
                    <a:pt x="304069" y="353418"/>
                    <a:pt x="304069" y="353418"/>
                  </a:cubicBezTo>
                  <a:cubicBezTo>
                    <a:pt x="304069" y="353418"/>
                    <a:pt x="303396" y="356009"/>
                    <a:pt x="303362" y="356244"/>
                  </a:cubicBezTo>
                  <a:cubicBezTo>
                    <a:pt x="303295" y="356480"/>
                    <a:pt x="302689" y="358061"/>
                    <a:pt x="302689" y="358061"/>
                  </a:cubicBezTo>
                  <a:lnTo>
                    <a:pt x="301242" y="363208"/>
                  </a:lnTo>
                  <a:lnTo>
                    <a:pt x="300805" y="365091"/>
                  </a:lnTo>
                  <a:cubicBezTo>
                    <a:pt x="300805" y="365091"/>
                    <a:pt x="300232" y="368994"/>
                    <a:pt x="300232" y="369364"/>
                  </a:cubicBezTo>
                  <a:cubicBezTo>
                    <a:pt x="300232" y="369734"/>
                    <a:pt x="299728" y="374645"/>
                    <a:pt x="299728" y="374645"/>
                  </a:cubicBezTo>
                  <a:cubicBezTo>
                    <a:pt x="299728" y="374645"/>
                    <a:pt x="299526" y="377673"/>
                    <a:pt x="299661" y="378043"/>
                  </a:cubicBezTo>
                  <a:cubicBezTo>
                    <a:pt x="299795" y="378413"/>
                    <a:pt x="302185" y="382618"/>
                    <a:pt x="302185" y="382618"/>
                  </a:cubicBezTo>
                  <a:lnTo>
                    <a:pt x="304776" y="383425"/>
                  </a:lnTo>
                  <a:lnTo>
                    <a:pt x="309185" y="382988"/>
                  </a:lnTo>
                  <a:cubicBezTo>
                    <a:pt x="309185" y="382988"/>
                    <a:pt x="312516" y="383492"/>
                    <a:pt x="312819" y="383492"/>
                  </a:cubicBezTo>
                  <a:cubicBezTo>
                    <a:pt x="313089" y="383492"/>
                    <a:pt x="314031" y="385443"/>
                    <a:pt x="314031" y="385443"/>
                  </a:cubicBezTo>
                  <a:lnTo>
                    <a:pt x="314031" y="388908"/>
                  </a:lnTo>
                  <a:lnTo>
                    <a:pt x="314468" y="390489"/>
                  </a:lnTo>
                  <a:lnTo>
                    <a:pt x="313661" y="392003"/>
                  </a:lnTo>
                  <a:cubicBezTo>
                    <a:pt x="313661" y="392003"/>
                    <a:pt x="313021" y="394896"/>
                    <a:pt x="313021" y="395333"/>
                  </a:cubicBezTo>
                  <a:cubicBezTo>
                    <a:pt x="313021" y="395771"/>
                    <a:pt x="312752" y="397285"/>
                    <a:pt x="313223" y="397856"/>
                  </a:cubicBezTo>
                  <a:cubicBezTo>
                    <a:pt x="313728" y="398428"/>
                    <a:pt x="315680" y="401557"/>
                    <a:pt x="316992" y="401624"/>
                  </a:cubicBezTo>
                  <a:cubicBezTo>
                    <a:pt x="318305" y="401691"/>
                    <a:pt x="320190" y="401119"/>
                    <a:pt x="320964" y="401052"/>
                  </a:cubicBezTo>
                  <a:cubicBezTo>
                    <a:pt x="321771" y="400985"/>
                    <a:pt x="323925" y="399606"/>
                    <a:pt x="323925" y="399606"/>
                  </a:cubicBezTo>
                  <a:cubicBezTo>
                    <a:pt x="323925" y="399606"/>
                    <a:pt x="326315" y="400110"/>
                    <a:pt x="326752" y="400682"/>
                  </a:cubicBezTo>
                  <a:cubicBezTo>
                    <a:pt x="327190" y="401254"/>
                    <a:pt x="329276" y="404383"/>
                    <a:pt x="329276" y="404383"/>
                  </a:cubicBezTo>
                  <a:lnTo>
                    <a:pt x="330017" y="406266"/>
                  </a:lnTo>
                  <a:cubicBezTo>
                    <a:pt x="330017" y="406266"/>
                    <a:pt x="327762" y="411178"/>
                    <a:pt x="327392" y="411783"/>
                  </a:cubicBezTo>
                  <a:cubicBezTo>
                    <a:pt x="327022" y="412355"/>
                    <a:pt x="325877" y="413869"/>
                    <a:pt x="325810" y="414407"/>
                  </a:cubicBezTo>
                  <a:cubicBezTo>
                    <a:pt x="325743" y="414912"/>
                    <a:pt x="329276" y="418814"/>
                    <a:pt x="329276" y="418814"/>
                  </a:cubicBezTo>
                  <a:lnTo>
                    <a:pt x="330017" y="421942"/>
                  </a:lnTo>
                  <a:lnTo>
                    <a:pt x="332911" y="425273"/>
                  </a:lnTo>
                  <a:lnTo>
                    <a:pt x="333349" y="427594"/>
                  </a:lnTo>
                  <a:cubicBezTo>
                    <a:pt x="333349" y="427594"/>
                    <a:pt x="333551" y="429410"/>
                    <a:pt x="333349" y="429612"/>
                  </a:cubicBezTo>
                  <a:cubicBezTo>
                    <a:pt x="333147" y="429848"/>
                    <a:pt x="334661" y="431631"/>
                    <a:pt x="335974" y="431631"/>
                  </a:cubicBezTo>
                  <a:cubicBezTo>
                    <a:pt x="337286" y="431631"/>
                    <a:pt x="338296" y="431631"/>
                    <a:pt x="338801" y="431563"/>
                  </a:cubicBezTo>
                  <a:cubicBezTo>
                    <a:pt x="339305" y="431496"/>
                    <a:pt x="340685" y="430924"/>
                    <a:pt x="340887" y="430924"/>
                  </a:cubicBezTo>
                  <a:cubicBezTo>
                    <a:pt x="341089" y="430924"/>
                    <a:pt x="341459" y="430790"/>
                    <a:pt x="341829" y="430924"/>
                  </a:cubicBezTo>
                  <a:cubicBezTo>
                    <a:pt x="342200" y="431059"/>
                    <a:pt x="343277" y="432236"/>
                    <a:pt x="343277" y="432236"/>
                  </a:cubicBezTo>
                  <a:lnTo>
                    <a:pt x="344118" y="433212"/>
                  </a:lnTo>
                  <a:lnTo>
                    <a:pt x="345464" y="435196"/>
                  </a:lnTo>
                  <a:lnTo>
                    <a:pt x="345195" y="437450"/>
                  </a:lnTo>
                  <a:lnTo>
                    <a:pt x="344118" y="438527"/>
                  </a:lnTo>
                  <a:lnTo>
                    <a:pt x="343580" y="440982"/>
                  </a:lnTo>
                  <a:lnTo>
                    <a:pt x="343580" y="442799"/>
                  </a:lnTo>
                  <a:cubicBezTo>
                    <a:pt x="343580" y="442799"/>
                    <a:pt x="344959" y="444649"/>
                    <a:pt x="345027" y="444750"/>
                  </a:cubicBezTo>
                  <a:cubicBezTo>
                    <a:pt x="345094" y="444851"/>
                    <a:pt x="346104" y="445255"/>
                    <a:pt x="346272" y="445255"/>
                  </a:cubicBezTo>
                  <a:cubicBezTo>
                    <a:pt x="346440" y="445255"/>
                    <a:pt x="347753" y="446466"/>
                    <a:pt x="347753" y="446466"/>
                  </a:cubicBezTo>
                  <a:lnTo>
                    <a:pt x="349200" y="447105"/>
                  </a:lnTo>
                  <a:lnTo>
                    <a:pt x="350647" y="448215"/>
                  </a:lnTo>
                  <a:cubicBezTo>
                    <a:pt x="350647" y="448215"/>
                    <a:pt x="350714" y="449190"/>
                    <a:pt x="351791" y="449022"/>
                  </a:cubicBezTo>
                  <a:cubicBezTo>
                    <a:pt x="352868" y="448820"/>
                    <a:pt x="353508" y="448720"/>
                    <a:pt x="354147" y="448484"/>
                  </a:cubicBezTo>
                  <a:cubicBezTo>
                    <a:pt x="354787" y="448215"/>
                    <a:pt x="355897" y="447778"/>
                    <a:pt x="356099" y="447643"/>
                  </a:cubicBezTo>
                  <a:cubicBezTo>
                    <a:pt x="356301" y="447508"/>
                    <a:pt x="356806" y="447105"/>
                    <a:pt x="357008" y="447004"/>
                  </a:cubicBezTo>
                  <a:cubicBezTo>
                    <a:pt x="357210" y="446903"/>
                    <a:pt x="357715" y="446466"/>
                    <a:pt x="357715" y="446466"/>
                  </a:cubicBezTo>
                  <a:cubicBezTo>
                    <a:pt x="357715" y="446466"/>
                    <a:pt x="359936" y="445793"/>
                    <a:pt x="360171" y="445793"/>
                  </a:cubicBezTo>
                  <a:cubicBezTo>
                    <a:pt x="360440" y="445793"/>
                    <a:pt x="361383" y="446197"/>
                    <a:pt x="361787" y="446230"/>
                  </a:cubicBezTo>
                  <a:cubicBezTo>
                    <a:pt x="362224" y="446264"/>
                    <a:pt x="363705" y="447441"/>
                    <a:pt x="363705" y="447441"/>
                  </a:cubicBezTo>
                  <a:lnTo>
                    <a:pt x="364109" y="448753"/>
                  </a:lnTo>
                  <a:cubicBezTo>
                    <a:pt x="364109" y="448753"/>
                    <a:pt x="363840" y="449661"/>
                    <a:pt x="363671" y="449863"/>
                  </a:cubicBezTo>
                  <a:cubicBezTo>
                    <a:pt x="363537" y="450065"/>
                    <a:pt x="362897" y="450872"/>
                    <a:pt x="362729" y="451175"/>
                  </a:cubicBezTo>
                  <a:cubicBezTo>
                    <a:pt x="362561" y="451444"/>
                    <a:pt x="361147" y="453665"/>
                    <a:pt x="361013" y="453698"/>
                  </a:cubicBezTo>
                  <a:cubicBezTo>
                    <a:pt x="360912" y="453732"/>
                    <a:pt x="360205" y="455010"/>
                    <a:pt x="360205" y="455111"/>
                  </a:cubicBezTo>
                  <a:cubicBezTo>
                    <a:pt x="360205" y="455212"/>
                    <a:pt x="359229" y="456726"/>
                    <a:pt x="359229" y="456726"/>
                  </a:cubicBezTo>
                  <a:lnTo>
                    <a:pt x="357815" y="461099"/>
                  </a:lnTo>
                  <a:lnTo>
                    <a:pt x="355864" y="464362"/>
                  </a:lnTo>
                  <a:lnTo>
                    <a:pt x="352027" y="466885"/>
                  </a:lnTo>
                  <a:lnTo>
                    <a:pt x="349133" y="469408"/>
                  </a:lnTo>
                  <a:lnTo>
                    <a:pt x="347450" y="472099"/>
                  </a:lnTo>
                  <a:lnTo>
                    <a:pt x="348594" y="474992"/>
                  </a:lnTo>
                  <a:lnTo>
                    <a:pt x="352061" y="475295"/>
                  </a:lnTo>
                  <a:lnTo>
                    <a:pt x="353945" y="476439"/>
                  </a:lnTo>
                  <a:lnTo>
                    <a:pt x="357412" y="478188"/>
                  </a:lnTo>
                  <a:lnTo>
                    <a:pt x="359431" y="481653"/>
                  </a:lnTo>
                  <a:lnTo>
                    <a:pt x="358994" y="484411"/>
                  </a:lnTo>
                  <a:lnTo>
                    <a:pt x="357109" y="487742"/>
                  </a:lnTo>
                  <a:lnTo>
                    <a:pt x="355224" y="491375"/>
                  </a:lnTo>
                  <a:lnTo>
                    <a:pt x="354484" y="493258"/>
                  </a:lnTo>
                  <a:cubicBezTo>
                    <a:pt x="354484" y="493258"/>
                    <a:pt x="354349" y="494402"/>
                    <a:pt x="354484" y="495445"/>
                  </a:cubicBezTo>
                  <a:cubicBezTo>
                    <a:pt x="354618" y="496454"/>
                    <a:pt x="354787" y="497329"/>
                    <a:pt x="356066" y="497329"/>
                  </a:cubicBezTo>
                  <a:cubicBezTo>
                    <a:pt x="357345" y="497329"/>
                    <a:pt x="358522" y="497833"/>
                    <a:pt x="360979" y="497833"/>
                  </a:cubicBezTo>
                  <a:cubicBezTo>
                    <a:pt x="363436" y="497833"/>
                    <a:pt x="364614" y="497632"/>
                    <a:pt x="365186" y="497632"/>
                  </a:cubicBezTo>
                  <a:cubicBezTo>
                    <a:pt x="365758" y="497632"/>
                    <a:pt x="368652" y="497632"/>
                    <a:pt x="368652" y="497632"/>
                  </a:cubicBezTo>
                  <a:lnTo>
                    <a:pt x="370234" y="499515"/>
                  </a:lnTo>
                  <a:cubicBezTo>
                    <a:pt x="370234" y="499515"/>
                    <a:pt x="371243" y="502846"/>
                    <a:pt x="371681" y="503283"/>
                  </a:cubicBezTo>
                  <a:cubicBezTo>
                    <a:pt x="372119" y="503720"/>
                    <a:pt x="372253" y="505470"/>
                    <a:pt x="372422" y="505907"/>
                  </a:cubicBezTo>
                  <a:cubicBezTo>
                    <a:pt x="372556" y="506344"/>
                    <a:pt x="371849" y="507791"/>
                    <a:pt x="372422" y="508363"/>
                  </a:cubicBezTo>
                  <a:cubicBezTo>
                    <a:pt x="372994" y="508934"/>
                    <a:pt x="373431" y="510112"/>
                    <a:pt x="373566" y="510684"/>
                  </a:cubicBezTo>
                  <a:cubicBezTo>
                    <a:pt x="373701" y="511256"/>
                    <a:pt x="376898" y="516201"/>
                    <a:pt x="376898" y="516201"/>
                  </a:cubicBezTo>
                  <a:lnTo>
                    <a:pt x="379792" y="521852"/>
                  </a:lnTo>
                  <a:lnTo>
                    <a:pt x="380667" y="525620"/>
                  </a:lnTo>
                  <a:lnTo>
                    <a:pt x="381980" y="529387"/>
                  </a:lnTo>
                  <a:lnTo>
                    <a:pt x="384301" y="532415"/>
                  </a:lnTo>
                  <a:lnTo>
                    <a:pt x="386826" y="534299"/>
                  </a:lnTo>
                  <a:lnTo>
                    <a:pt x="388643" y="536923"/>
                  </a:lnTo>
                  <a:lnTo>
                    <a:pt x="388643" y="540253"/>
                  </a:lnTo>
                  <a:lnTo>
                    <a:pt x="389787" y="540388"/>
                  </a:lnTo>
                  <a:cubicBezTo>
                    <a:pt x="389787" y="540388"/>
                    <a:pt x="392682" y="541699"/>
                    <a:pt x="393254" y="541699"/>
                  </a:cubicBezTo>
                  <a:cubicBezTo>
                    <a:pt x="393826" y="541699"/>
                    <a:pt x="395710" y="541565"/>
                    <a:pt x="395710" y="541565"/>
                  </a:cubicBezTo>
                  <a:lnTo>
                    <a:pt x="396855" y="541868"/>
                  </a:lnTo>
                  <a:lnTo>
                    <a:pt x="401196" y="547216"/>
                  </a:lnTo>
                  <a:lnTo>
                    <a:pt x="404528" y="551556"/>
                  </a:lnTo>
                  <a:lnTo>
                    <a:pt x="406413" y="555189"/>
                  </a:lnTo>
                  <a:cubicBezTo>
                    <a:pt x="406413" y="555189"/>
                    <a:pt x="406850" y="556938"/>
                    <a:pt x="406413" y="557376"/>
                  </a:cubicBezTo>
                  <a:cubicBezTo>
                    <a:pt x="405975" y="557813"/>
                    <a:pt x="403519" y="559125"/>
                    <a:pt x="403519" y="559125"/>
                  </a:cubicBezTo>
                  <a:lnTo>
                    <a:pt x="400994" y="560134"/>
                  </a:lnTo>
                  <a:lnTo>
                    <a:pt x="400792" y="561580"/>
                  </a:lnTo>
                  <a:lnTo>
                    <a:pt x="400792" y="564642"/>
                  </a:lnTo>
                  <a:lnTo>
                    <a:pt x="399917" y="567972"/>
                  </a:lnTo>
                  <a:cubicBezTo>
                    <a:pt x="399917" y="567972"/>
                    <a:pt x="399480" y="569284"/>
                    <a:pt x="399480" y="569856"/>
                  </a:cubicBezTo>
                  <a:cubicBezTo>
                    <a:pt x="399480" y="570428"/>
                    <a:pt x="399042" y="572614"/>
                    <a:pt x="399042" y="572614"/>
                  </a:cubicBezTo>
                  <a:lnTo>
                    <a:pt x="399042" y="575070"/>
                  </a:lnTo>
                  <a:lnTo>
                    <a:pt x="396855" y="577257"/>
                  </a:lnTo>
                  <a:cubicBezTo>
                    <a:pt x="396855" y="577257"/>
                    <a:pt x="394970" y="578400"/>
                    <a:pt x="394835" y="578838"/>
                  </a:cubicBezTo>
                  <a:cubicBezTo>
                    <a:pt x="394701" y="579275"/>
                    <a:pt x="393086" y="581024"/>
                    <a:pt x="393086" y="581024"/>
                  </a:cubicBezTo>
                  <a:lnTo>
                    <a:pt x="391941" y="582471"/>
                  </a:lnTo>
                  <a:cubicBezTo>
                    <a:pt x="391941" y="582471"/>
                    <a:pt x="391874" y="584489"/>
                    <a:pt x="392143" y="584489"/>
                  </a:cubicBezTo>
                  <a:cubicBezTo>
                    <a:pt x="392412" y="584489"/>
                    <a:pt x="395038" y="584691"/>
                    <a:pt x="395408" y="584691"/>
                  </a:cubicBezTo>
                  <a:cubicBezTo>
                    <a:pt x="395778" y="584691"/>
                    <a:pt x="396989" y="583244"/>
                    <a:pt x="397427" y="582807"/>
                  </a:cubicBezTo>
                  <a:cubicBezTo>
                    <a:pt x="397864" y="582370"/>
                    <a:pt x="398807" y="581428"/>
                    <a:pt x="399009" y="581293"/>
                  </a:cubicBezTo>
                  <a:cubicBezTo>
                    <a:pt x="399244" y="581159"/>
                    <a:pt x="401028" y="581361"/>
                    <a:pt x="401028" y="581361"/>
                  </a:cubicBezTo>
                  <a:cubicBezTo>
                    <a:pt x="401028" y="581361"/>
                    <a:pt x="401533" y="582437"/>
                    <a:pt x="401903" y="582942"/>
                  </a:cubicBezTo>
                  <a:cubicBezTo>
                    <a:pt x="402273" y="583446"/>
                    <a:pt x="402273" y="585767"/>
                    <a:pt x="402273" y="585767"/>
                  </a:cubicBezTo>
                  <a:lnTo>
                    <a:pt x="402341" y="587449"/>
                  </a:lnTo>
                  <a:lnTo>
                    <a:pt x="402206" y="588257"/>
                  </a:lnTo>
                  <a:cubicBezTo>
                    <a:pt x="402206" y="588257"/>
                    <a:pt x="401533" y="589401"/>
                    <a:pt x="401028" y="590309"/>
                  </a:cubicBezTo>
                  <a:lnTo>
                    <a:pt x="403014" y="590073"/>
                  </a:lnTo>
                  <a:lnTo>
                    <a:pt x="408230" y="587214"/>
                  </a:lnTo>
                  <a:lnTo>
                    <a:pt x="412975" y="585364"/>
                  </a:lnTo>
                  <a:lnTo>
                    <a:pt x="418932" y="583615"/>
                  </a:lnTo>
                  <a:lnTo>
                    <a:pt x="423779" y="578939"/>
                  </a:lnTo>
                  <a:lnTo>
                    <a:pt x="426572" y="573489"/>
                  </a:lnTo>
                  <a:lnTo>
                    <a:pt x="427548" y="568039"/>
                  </a:lnTo>
                  <a:lnTo>
                    <a:pt x="428995" y="562421"/>
                  </a:lnTo>
                  <a:lnTo>
                    <a:pt x="432360" y="558654"/>
                  </a:lnTo>
                  <a:lnTo>
                    <a:pt x="435759" y="555391"/>
                  </a:lnTo>
                  <a:lnTo>
                    <a:pt x="438923" y="552632"/>
                  </a:lnTo>
                  <a:lnTo>
                    <a:pt x="443702" y="548192"/>
                  </a:lnTo>
                  <a:cubicBezTo>
                    <a:pt x="443702" y="548192"/>
                    <a:pt x="445486" y="544054"/>
                    <a:pt x="445654" y="543886"/>
                  </a:cubicBezTo>
                  <a:cubicBezTo>
                    <a:pt x="445822" y="543718"/>
                    <a:pt x="447741" y="540522"/>
                    <a:pt x="447741" y="540522"/>
                  </a:cubicBezTo>
                  <a:lnTo>
                    <a:pt x="447741" y="535106"/>
                  </a:lnTo>
                  <a:cubicBezTo>
                    <a:pt x="447741" y="535106"/>
                    <a:pt x="447135" y="532987"/>
                    <a:pt x="447135" y="532785"/>
                  </a:cubicBezTo>
                  <a:cubicBezTo>
                    <a:pt x="447135" y="532549"/>
                    <a:pt x="447909" y="530935"/>
                    <a:pt x="448077" y="530834"/>
                  </a:cubicBezTo>
                  <a:cubicBezTo>
                    <a:pt x="448245" y="530733"/>
                    <a:pt x="451173" y="529051"/>
                    <a:pt x="451173" y="529051"/>
                  </a:cubicBezTo>
                  <a:lnTo>
                    <a:pt x="453832" y="529051"/>
                  </a:lnTo>
                  <a:cubicBezTo>
                    <a:pt x="453832" y="529051"/>
                    <a:pt x="457265" y="526225"/>
                    <a:pt x="457871" y="526057"/>
                  </a:cubicBezTo>
                  <a:cubicBezTo>
                    <a:pt x="458476" y="525889"/>
                    <a:pt x="460428" y="524140"/>
                    <a:pt x="460428" y="524140"/>
                  </a:cubicBezTo>
                  <a:cubicBezTo>
                    <a:pt x="460428" y="524140"/>
                    <a:pt x="460327" y="521650"/>
                    <a:pt x="460428" y="521247"/>
                  </a:cubicBezTo>
                  <a:cubicBezTo>
                    <a:pt x="460529" y="520877"/>
                    <a:pt x="460428" y="519295"/>
                    <a:pt x="460428" y="519295"/>
                  </a:cubicBezTo>
                  <a:lnTo>
                    <a:pt x="458948" y="517714"/>
                  </a:lnTo>
                  <a:lnTo>
                    <a:pt x="458476" y="514889"/>
                  </a:lnTo>
                  <a:lnTo>
                    <a:pt x="459015" y="511256"/>
                  </a:lnTo>
                  <a:lnTo>
                    <a:pt x="459722" y="505873"/>
                  </a:lnTo>
                  <a:lnTo>
                    <a:pt x="460462" y="501096"/>
                  </a:lnTo>
                  <a:cubicBezTo>
                    <a:pt x="460462" y="501096"/>
                    <a:pt x="460125" y="497833"/>
                    <a:pt x="460462" y="497295"/>
                  </a:cubicBezTo>
                  <a:cubicBezTo>
                    <a:pt x="460799" y="496757"/>
                    <a:pt x="463727" y="491106"/>
                    <a:pt x="463727" y="491106"/>
                  </a:cubicBezTo>
                  <a:lnTo>
                    <a:pt x="465476" y="488717"/>
                  </a:lnTo>
                  <a:lnTo>
                    <a:pt x="472308" y="483301"/>
                  </a:lnTo>
                  <a:lnTo>
                    <a:pt x="476111" y="479702"/>
                  </a:lnTo>
                  <a:lnTo>
                    <a:pt x="479914" y="476943"/>
                  </a:lnTo>
                  <a:lnTo>
                    <a:pt x="484054" y="475160"/>
                  </a:lnTo>
                  <a:lnTo>
                    <a:pt x="488597" y="475160"/>
                  </a:lnTo>
                  <a:lnTo>
                    <a:pt x="492198" y="475934"/>
                  </a:lnTo>
                  <a:lnTo>
                    <a:pt x="494319" y="478760"/>
                  </a:lnTo>
                  <a:lnTo>
                    <a:pt x="496439" y="480946"/>
                  </a:lnTo>
                  <a:lnTo>
                    <a:pt x="496439" y="483032"/>
                  </a:lnTo>
                  <a:lnTo>
                    <a:pt x="496439" y="484781"/>
                  </a:lnTo>
                  <a:lnTo>
                    <a:pt x="496977" y="487170"/>
                  </a:lnTo>
                  <a:lnTo>
                    <a:pt x="500343" y="487809"/>
                  </a:lnTo>
                  <a:lnTo>
                    <a:pt x="502093" y="489323"/>
                  </a:lnTo>
                  <a:lnTo>
                    <a:pt x="505694" y="490836"/>
                  </a:lnTo>
                  <a:lnTo>
                    <a:pt x="506905" y="491711"/>
                  </a:lnTo>
                  <a:lnTo>
                    <a:pt x="506905" y="495176"/>
                  </a:lnTo>
                  <a:lnTo>
                    <a:pt x="506266" y="496252"/>
                  </a:lnTo>
                  <a:lnTo>
                    <a:pt x="506367" y="498002"/>
                  </a:lnTo>
                  <a:cubicBezTo>
                    <a:pt x="506367" y="498002"/>
                    <a:pt x="506266" y="498540"/>
                    <a:pt x="506905" y="498977"/>
                  </a:cubicBezTo>
                  <a:cubicBezTo>
                    <a:pt x="507545" y="499415"/>
                    <a:pt x="509396" y="500625"/>
                    <a:pt x="509396" y="500625"/>
                  </a:cubicBezTo>
                  <a:lnTo>
                    <a:pt x="512761" y="502038"/>
                  </a:lnTo>
                  <a:lnTo>
                    <a:pt x="515252" y="501601"/>
                  </a:lnTo>
                  <a:cubicBezTo>
                    <a:pt x="515252" y="501601"/>
                    <a:pt x="516429" y="501803"/>
                    <a:pt x="517843" y="501803"/>
                  </a:cubicBezTo>
                  <a:cubicBezTo>
                    <a:pt x="519257" y="501803"/>
                    <a:pt x="525550" y="502678"/>
                    <a:pt x="525550" y="502678"/>
                  </a:cubicBezTo>
                  <a:lnTo>
                    <a:pt x="536959" y="502038"/>
                  </a:lnTo>
                  <a:lnTo>
                    <a:pt x="541974" y="503216"/>
                  </a:lnTo>
                  <a:lnTo>
                    <a:pt x="544262" y="505840"/>
                  </a:lnTo>
                  <a:cubicBezTo>
                    <a:pt x="544262" y="505840"/>
                    <a:pt x="550353" y="507252"/>
                    <a:pt x="550791" y="507252"/>
                  </a:cubicBezTo>
                  <a:cubicBezTo>
                    <a:pt x="551229" y="507252"/>
                    <a:pt x="556882" y="507791"/>
                    <a:pt x="556882" y="507791"/>
                  </a:cubicBezTo>
                  <a:lnTo>
                    <a:pt x="563512" y="506815"/>
                  </a:lnTo>
                  <a:lnTo>
                    <a:pt x="567315" y="504965"/>
                  </a:lnTo>
                  <a:lnTo>
                    <a:pt x="571556" y="503552"/>
                  </a:lnTo>
                  <a:lnTo>
                    <a:pt x="576234" y="501601"/>
                  </a:lnTo>
                  <a:lnTo>
                    <a:pt x="579936" y="500827"/>
                  </a:lnTo>
                  <a:lnTo>
                    <a:pt x="582662" y="501029"/>
                  </a:lnTo>
                  <a:lnTo>
                    <a:pt x="589931" y="501265"/>
                  </a:lnTo>
                  <a:lnTo>
                    <a:pt x="596460" y="501265"/>
                  </a:lnTo>
                  <a:lnTo>
                    <a:pt x="598210" y="500289"/>
                  </a:lnTo>
                  <a:lnTo>
                    <a:pt x="601677" y="497262"/>
                  </a:lnTo>
                  <a:lnTo>
                    <a:pt x="602451" y="495849"/>
                  </a:lnTo>
                  <a:lnTo>
                    <a:pt x="605480" y="490836"/>
                  </a:lnTo>
                  <a:lnTo>
                    <a:pt x="608643" y="486699"/>
                  </a:lnTo>
                  <a:lnTo>
                    <a:pt x="609518" y="479971"/>
                  </a:lnTo>
                  <a:lnTo>
                    <a:pt x="609518" y="472570"/>
                  </a:lnTo>
                  <a:lnTo>
                    <a:pt x="606355" y="468971"/>
                  </a:lnTo>
                  <a:lnTo>
                    <a:pt x="601777" y="465708"/>
                  </a:lnTo>
                  <a:lnTo>
                    <a:pt x="596898" y="463420"/>
                  </a:lnTo>
                  <a:cubicBezTo>
                    <a:pt x="596898" y="463420"/>
                    <a:pt x="593532" y="462344"/>
                    <a:pt x="593431" y="461906"/>
                  </a:cubicBezTo>
                  <a:cubicBezTo>
                    <a:pt x="593330" y="461469"/>
                    <a:pt x="590806" y="458879"/>
                    <a:pt x="590705" y="458542"/>
                  </a:cubicBezTo>
                  <a:cubicBezTo>
                    <a:pt x="590604" y="458206"/>
                    <a:pt x="587878" y="455279"/>
                    <a:pt x="587878" y="455279"/>
                  </a:cubicBezTo>
                  <a:lnTo>
                    <a:pt x="588215" y="450704"/>
                  </a:lnTo>
                  <a:lnTo>
                    <a:pt x="588753" y="447441"/>
                  </a:lnTo>
                  <a:lnTo>
                    <a:pt x="584176" y="444178"/>
                  </a:lnTo>
                  <a:lnTo>
                    <a:pt x="583436" y="438325"/>
                  </a:lnTo>
                  <a:cubicBezTo>
                    <a:pt x="583436" y="438325"/>
                    <a:pt x="583200" y="435062"/>
                    <a:pt x="583537" y="434725"/>
                  </a:cubicBezTo>
                  <a:cubicBezTo>
                    <a:pt x="583873" y="434389"/>
                    <a:pt x="585825" y="432505"/>
                    <a:pt x="585825" y="432505"/>
                  </a:cubicBezTo>
                  <a:lnTo>
                    <a:pt x="589628" y="431900"/>
                  </a:lnTo>
                  <a:lnTo>
                    <a:pt x="592960" y="430117"/>
                  </a:lnTo>
                  <a:lnTo>
                    <a:pt x="598951" y="430319"/>
                  </a:lnTo>
                  <a:lnTo>
                    <a:pt x="602518" y="429982"/>
                  </a:lnTo>
                  <a:lnTo>
                    <a:pt x="606893" y="429982"/>
                  </a:lnTo>
                  <a:lnTo>
                    <a:pt x="607802" y="431462"/>
                  </a:lnTo>
                  <a:lnTo>
                    <a:pt x="609484" y="433683"/>
                  </a:lnTo>
                  <a:cubicBezTo>
                    <a:pt x="609484" y="433683"/>
                    <a:pt x="612278" y="433683"/>
                    <a:pt x="612379" y="433514"/>
                  </a:cubicBezTo>
                  <a:cubicBezTo>
                    <a:pt x="612480" y="433346"/>
                    <a:pt x="614600" y="430487"/>
                    <a:pt x="614768" y="430420"/>
                  </a:cubicBezTo>
                  <a:cubicBezTo>
                    <a:pt x="614936" y="430352"/>
                    <a:pt x="617797" y="427594"/>
                    <a:pt x="617797" y="427594"/>
                  </a:cubicBezTo>
                  <a:lnTo>
                    <a:pt x="621432" y="423523"/>
                  </a:lnTo>
                  <a:lnTo>
                    <a:pt x="626884" y="420563"/>
                  </a:lnTo>
                  <a:lnTo>
                    <a:pt x="629980" y="418747"/>
                  </a:lnTo>
                  <a:lnTo>
                    <a:pt x="635937" y="417805"/>
                  </a:lnTo>
                  <a:lnTo>
                    <a:pt x="641658" y="417805"/>
                  </a:lnTo>
                  <a:lnTo>
                    <a:pt x="648052" y="416425"/>
                  </a:lnTo>
                  <a:lnTo>
                    <a:pt x="652630" y="415046"/>
                  </a:lnTo>
                  <a:lnTo>
                    <a:pt x="656399" y="412221"/>
                  </a:lnTo>
                  <a:lnTo>
                    <a:pt x="660976" y="406872"/>
                  </a:lnTo>
                  <a:cubicBezTo>
                    <a:pt x="660976" y="406872"/>
                    <a:pt x="663668" y="403474"/>
                    <a:pt x="663938" y="403407"/>
                  </a:cubicBezTo>
                  <a:cubicBezTo>
                    <a:pt x="664207" y="403340"/>
                    <a:pt x="668178" y="399337"/>
                    <a:pt x="668178" y="399337"/>
                  </a:cubicBezTo>
                  <a:lnTo>
                    <a:pt x="670399" y="392306"/>
                  </a:lnTo>
                  <a:lnTo>
                    <a:pt x="670399" y="387394"/>
                  </a:lnTo>
                  <a:lnTo>
                    <a:pt x="670399" y="383257"/>
                  </a:lnTo>
                  <a:lnTo>
                    <a:pt x="670399" y="378682"/>
                  </a:lnTo>
                  <a:cubicBezTo>
                    <a:pt x="670399" y="378682"/>
                    <a:pt x="672217" y="375284"/>
                    <a:pt x="672452" y="375217"/>
                  </a:cubicBezTo>
                  <a:cubicBezTo>
                    <a:pt x="672654" y="375150"/>
                    <a:pt x="675649" y="371147"/>
                    <a:pt x="675649" y="371147"/>
                  </a:cubicBezTo>
                  <a:lnTo>
                    <a:pt x="677164" y="369128"/>
                  </a:lnTo>
                  <a:lnTo>
                    <a:pt x="679351" y="366942"/>
                  </a:lnTo>
                  <a:lnTo>
                    <a:pt x="682044" y="365293"/>
                  </a:lnTo>
                  <a:lnTo>
                    <a:pt x="682750" y="364486"/>
                  </a:lnTo>
                  <a:lnTo>
                    <a:pt x="685006" y="363914"/>
                  </a:lnTo>
                  <a:lnTo>
                    <a:pt x="686957" y="363914"/>
                  </a:lnTo>
                  <a:cubicBezTo>
                    <a:pt x="686957" y="363914"/>
                    <a:pt x="689145" y="365798"/>
                    <a:pt x="689414" y="366101"/>
                  </a:cubicBezTo>
                  <a:cubicBezTo>
                    <a:pt x="689717" y="366403"/>
                    <a:pt x="691501" y="369633"/>
                    <a:pt x="691501" y="369633"/>
                  </a:cubicBezTo>
                  <a:lnTo>
                    <a:pt x="692073" y="371819"/>
                  </a:lnTo>
                  <a:lnTo>
                    <a:pt x="694159" y="372189"/>
                  </a:lnTo>
                  <a:lnTo>
                    <a:pt x="696919" y="371180"/>
                  </a:lnTo>
                  <a:lnTo>
                    <a:pt x="698063" y="369094"/>
                  </a:lnTo>
                  <a:lnTo>
                    <a:pt x="699208" y="363948"/>
                  </a:lnTo>
                  <a:lnTo>
                    <a:pt x="700015" y="361257"/>
                  </a:lnTo>
                  <a:cubicBezTo>
                    <a:pt x="700015" y="361257"/>
                    <a:pt x="701530" y="359507"/>
                    <a:pt x="701900" y="359373"/>
                  </a:cubicBezTo>
                  <a:cubicBezTo>
                    <a:pt x="702270" y="359238"/>
                    <a:pt x="705097" y="357859"/>
                    <a:pt x="705097" y="357859"/>
                  </a:cubicBezTo>
                  <a:cubicBezTo>
                    <a:pt x="705097" y="357859"/>
                    <a:pt x="707722" y="356412"/>
                    <a:pt x="708227" y="356177"/>
                  </a:cubicBezTo>
                  <a:cubicBezTo>
                    <a:pt x="708732" y="355975"/>
                    <a:pt x="709539" y="355302"/>
                    <a:pt x="709742" y="355302"/>
                  </a:cubicBezTo>
                  <a:cubicBezTo>
                    <a:pt x="709943" y="355302"/>
                    <a:pt x="712131" y="353688"/>
                    <a:pt x="712434" y="353351"/>
                  </a:cubicBezTo>
                  <a:cubicBezTo>
                    <a:pt x="712703" y="352981"/>
                    <a:pt x="713612" y="351636"/>
                    <a:pt x="713679" y="351400"/>
                  </a:cubicBezTo>
                  <a:cubicBezTo>
                    <a:pt x="713746" y="351198"/>
                    <a:pt x="713679" y="349079"/>
                    <a:pt x="713679" y="349079"/>
                  </a:cubicBezTo>
                  <a:lnTo>
                    <a:pt x="713477" y="340467"/>
                  </a:lnTo>
                  <a:lnTo>
                    <a:pt x="713881" y="333235"/>
                  </a:lnTo>
                  <a:lnTo>
                    <a:pt x="713881" y="324825"/>
                  </a:lnTo>
                  <a:lnTo>
                    <a:pt x="715631" y="315708"/>
                  </a:lnTo>
                  <a:lnTo>
                    <a:pt x="715631" y="310932"/>
                  </a:lnTo>
                  <a:cubicBezTo>
                    <a:pt x="715631" y="310932"/>
                    <a:pt x="714319" y="307669"/>
                    <a:pt x="714251" y="306794"/>
                  </a:cubicBezTo>
                  <a:cubicBezTo>
                    <a:pt x="714184" y="305919"/>
                    <a:pt x="712669" y="303834"/>
                    <a:pt x="712602" y="303598"/>
                  </a:cubicBezTo>
                  <a:cubicBezTo>
                    <a:pt x="712535" y="303396"/>
                    <a:pt x="713174" y="301580"/>
                    <a:pt x="713174" y="301277"/>
                  </a:cubicBezTo>
                  <a:cubicBezTo>
                    <a:pt x="713174" y="300974"/>
                    <a:pt x="714689" y="299090"/>
                    <a:pt x="714857" y="298889"/>
                  </a:cubicBezTo>
                  <a:cubicBezTo>
                    <a:pt x="714991" y="298687"/>
                    <a:pt x="715934" y="297005"/>
                    <a:pt x="715934" y="297005"/>
                  </a:cubicBezTo>
                  <a:lnTo>
                    <a:pt x="718963" y="294616"/>
                  </a:lnTo>
                  <a:cubicBezTo>
                    <a:pt x="718963" y="294616"/>
                    <a:pt x="720275" y="293977"/>
                    <a:pt x="720545" y="293977"/>
                  </a:cubicBezTo>
                  <a:cubicBezTo>
                    <a:pt x="720847" y="293977"/>
                    <a:pt x="722126" y="293775"/>
                    <a:pt x="722429" y="293607"/>
                  </a:cubicBezTo>
                  <a:cubicBezTo>
                    <a:pt x="722698" y="293473"/>
                    <a:pt x="723876" y="293338"/>
                    <a:pt x="723876" y="293338"/>
                  </a:cubicBezTo>
                  <a:cubicBezTo>
                    <a:pt x="723876" y="293338"/>
                    <a:pt x="725761" y="292665"/>
                    <a:pt x="726131" y="292665"/>
                  </a:cubicBezTo>
                  <a:cubicBezTo>
                    <a:pt x="726501" y="292665"/>
                    <a:pt x="728655" y="292665"/>
                    <a:pt x="728655" y="292665"/>
                  </a:cubicBezTo>
                  <a:lnTo>
                    <a:pt x="731718" y="294616"/>
                  </a:lnTo>
                  <a:lnTo>
                    <a:pt x="735050" y="298586"/>
                  </a:lnTo>
                  <a:cubicBezTo>
                    <a:pt x="735050" y="298586"/>
                    <a:pt x="738449" y="299898"/>
                    <a:pt x="738752" y="299898"/>
                  </a:cubicBezTo>
                  <a:cubicBezTo>
                    <a:pt x="739021" y="299898"/>
                    <a:pt x="743968" y="300201"/>
                    <a:pt x="743968" y="300201"/>
                  </a:cubicBezTo>
                  <a:cubicBezTo>
                    <a:pt x="743968" y="300201"/>
                    <a:pt x="745281" y="300335"/>
                    <a:pt x="745483" y="300402"/>
                  </a:cubicBezTo>
                  <a:cubicBezTo>
                    <a:pt x="745684" y="300470"/>
                    <a:pt x="746930" y="302589"/>
                    <a:pt x="746930" y="302589"/>
                  </a:cubicBezTo>
                  <a:lnTo>
                    <a:pt x="746930" y="305717"/>
                  </a:lnTo>
                  <a:lnTo>
                    <a:pt x="745988" y="309485"/>
                  </a:lnTo>
                  <a:lnTo>
                    <a:pt x="746930" y="312748"/>
                  </a:lnTo>
                  <a:cubicBezTo>
                    <a:pt x="746930" y="312748"/>
                    <a:pt x="746358" y="315641"/>
                    <a:pt x="746189" y="315944"/>
                  </a:cubicBezTo>
                  <a:cubicBezTo>
                    <a:pt x="746055" y="316247"/>
                    <a:pt x="746324" y="319140"/>
                    <a:pt x="746324" y="319140"/>
                  </a:cubicBezTo>
                  <a:cubicBezTo>
                    <a:pt x="746324" y="319140"/>
                    <a:pt x="750531" y="321730"/>
                    <a:pt x="750800" y="321730"/>
                  </a:cubicBezTo>
                  <a:cubicBezTo>
                    <a:pt x="751103" y="321730"/>
                    <a:pt x="757194" y="327381"/>
                    <a:pt x="757194" y="327381"/>
                  </a:cubicBezTo>
                  <a:lnTo>
                    <a:pt x="762175" y="332360"/>
                  </a:lnTo>
                  <a:lnTo>
                    <a:pt x="766820" y="336128"/>
                  </a:lnTo>
                  <a:lnTo>
                    <a:pt x="769276" y="337440"/>
                  </a:lnTo>
                  <a:lnTo>
                    <a:pt x="774695" y="338314"/>
                  </a:lnTo>
                  <a:lnTo>
                    <a:pt x="774695" y="335287"/>
                  </a:lnTo>
                  <a:lnTo>
                    <a:pt x="772844" y="331687"/>
                  </a:lnTo>
                  <a:lnTo>
                    <a:pt x="772507" y="329063"/>
                  </a:lnTo>
                  <a:lnTo>
                    <a:pt x="772709" y="327415"/>
                  </a:lnTo>
                  <a:lnTo>
                    <a:pt x="773887" y="326540"/>
                  </a:lnTo>
                  <a:lnTo>
                    <a:pt x="774661" y="326439"/>
                  </a:lnTo>
                  <a:lnTo>
                    <a:pt x="776849" y="326776"/>
                  </a:lnTo>
                  <a:lnTo>
                    <a:pt x="778700" y="329938"/>
                  </a:lnTo>
                  <a:lnTo>
                    <a:pt x="779844" y="333638"/>
                  </a:lnTo>
                  <a:lnTo>
                    <a:pt x="782604" y="338079"/>
                  </a:lnTo>
                  <a:lnTo>
                    <a:pt x="784455" y="341678"/>
                  </a:lnTo>
                  <a:lnTo>
                    <a:pt x="786104" y="344706"/>
                  </a:lnTo>
                  <a:lnTo>
                    <a:pt x="788594" y="347868"/>
                  </a:lnTo>
                  <a:lnTo>
                    <a:pt x="788594" y="350895"/>
                  </a:lnTo>
                  <a:cubicBezTo>
                    <a:pt x="788594" y="350895"/>
                    <a:pt x="792801" y="354091"/>
                    <a:pt x="793373" y="354091"/>
                  </a:cubicBezTo>
                  <a:cubicBezTo>
                    <a:pt x="793945" y="354091"/>
                    <a:pt x="795965" y="353351"/>
                    <a:pt x="795965" y="353351"/>
                  </a:cubicBezTo>
                  <a:cubicBezTo>
                    <a:pt x="795965" y="353351"/>
                    <a:pt x="797647" y="352914"/>
                    <a:pt x="797984" y="352914"/>
                  </a:cubicBezTo>
                  <a:cubicBezTo>
                    <a:pt x="798354" y="352914"/>
                    <a:pt x="800171" y="354091"/>
                    <a:pt x="800171" y="354091"/>
                  </a:cubicBezTo>
                  <a:cubicBezTo>
                    <a:pt x="800171" y="354091"/>
                    <a:pt x="800811" y="357186"/>
                    <a:pt x="801114" y="357186"/>
                  </a:cubicBezTo>
                  <a:cubicBezTo>
                    <a:pt x="801417" y="357186"/>
                    <a:pt x="801989" y="357489"/>
                    <a:pt x="802729" y="357388"/>
                  </a:cubicBezTo>
                  <a:cubicBezTo>
                    <a:pt x="803436" y="357321"/>
                    <a:pt x="804614" y="356816"/>
                    <a:pt x="804681" y="356143"/>
                  </a:cubicBezTo>
                  <a:cubicBezTo>
                    <a:pt x="804748" y="355504"/>
                    <a:pt x="805623" y="354125"/>
                    <a:pt x="804681" y="353385"/>
                  </a:cubicBezTo>
                  <a:cubicBezTo>
                    <a:pt x="803739" y="352645"/>
                    <a:pt x="802797" y="351871"/>
                    <a:pt x="802594" y="351804"/>
                  </a:cubicBezTo>
                  <a:cubicBezTo>
                    <a:pt x="802393" y="351736"/>
                    <a:pt x="801518" y="350492"/>
                    <a:pt x="801518" y="350492"/>
                  </a:cubicBezTo>
                  <a:lnTo>
                    <a:pt x="800710" y="349348"/>
                  </a:lnTo>
                  <a:lnTo>
                    <a:pt x="798690" y="348339"/>
                  </a:lnTo>
                  <a:lnTo>
                    <a:pt x="796671" y="347464"/>
                  </a:lnTo>
                  <a:cubicBezTo>
                    <a:pt x="796671" y="347464"/>
                    <a:pt x="796032" y="346758"/>
                    <a:pt x="795662" y="345580"/>
                  </a:cubicBezTo>
                  <a:cubicBezTo>
                    <a:pt x="795291" y="344403"/>
                    <a:pt x="793945" y="342317"/>
                    <a:pt x="793777" y="342116"/>
                  </a:cubicBezTo>
                  <a:cubicBezTo>
                    <a:pt x="793642" y="341880"/>
                    <a:pt x="792128" y="340097"/>
                    <a:pt x="792128" y="340097"/>
                  </a:cubicBezTo>
                  <a:cubicBezTo>
                    <a:pt x="792128" y="340097"/>
                    <a:pt x="791320" y="338213"/>
                    <a:pt x="791253" y="337911"/>
                  </a:cubicBezTo>
                  <a:cubicBezTo>
                    <a:pt x="791185" y="337608"/>
                    <a:pt x="789435" y="335085"/>
                    <a:pt x="789435" y="335085"/>
                  </a:cubicBezTo>
                  <a:cubicBezTo>
                    <a:pt x="789435" y="335085"/>
                    <a:pt x="788123" y="331519"/>
                    <a:pt x="788123" y="331250"/>
                  </a:cubicBezTo>
                  <a:cubicBezTo>
                    <a:pt x="788123" y="330947"/>
                    <a:pt x="787988" y="328794"/>
                    <a:pt x="787988" y="328794"/>
                  </a:cubicBezTo>
                  <a:cubicBezTo>
                    <a:pt x="787988" y="328794"/>
                    <a:pt x="788224" y="327852"/>
                    <a:pt x="788224" y="327146"/>
                  </a:cubicBezTo>
                  <a:cubicBezTo>
                    <a:pt x="788224" y="326406"/>
                    <a:pt x="788594" y="325329"/>
                    <a:pt x="788156" y="324959"/>
                  </a:cubicBezTo>
                  <a:cubicBezTo>
                    <a:pt x="787719" y="324589"/>
                    <a:pt x="784455" y="322773"/>
                    <a:pt x="784017" y="322773"/>
                  </a:cubicBezTo>
                  <a:cubicBezTo>
                    <a:pt x="783579" y="322773"/>
                    <a:pt x="782267" y="322134"/>
                    <a:pt x="782267" y="322134"/>
                  </a:cubicBezTo>
                  <a:cubicBezTo>
                    <a:pt x="782267" y="322134"/>
                    <a:pt x="781123" y="320620"/>
                    <a:pt x="781325" y="320048"/>
                  </a:cubicBezTo>
                  <a:cubicBezTo>
                    <a:pt x="781560" y="319476"/>
                    <a:pt x="781762" y="317222"/>
                    <a:pt x="781762" y="317222"/>
                  </a:cubicBezTo>
                  <a:cubicBezTo>
                    <a:pt x="781762" y="317222"/>
                    <a:pt x="782200" y="316011"/>
                    <a:pt x="781459" y="315843"/>
                  </a:cubicBezTo>
                  <a:cubicBezTo>
                    <a:pt x="780719" y="315708"/>
                    <a:pt x="778195" y="315406"/>
                    <a:pt x="777690" y="315776"/>
                  </a:cubicBezTo>
                  <a:cubicBezTo>
                    <a:pt x="777185" y="316146"/>
                    <a:pt x="775738" y="317592"/>
                    <a:pt x="775503" y="317660"/>
                  </a:cubicBezTo>
                  <a:cubicBezTo>
                    <a:pt x="775301" y="317727"/>
                    <a:pt x="773988" y="318669"/>
                    <a:pt x="773113" y="318231"/>
                  </a:cubicBezTo>
                  <a:cubicBezTo>
                    <a:pt x="772238" y="317794"/>
                    <a:pt x="770353" y="316045"/>
                    <a:pt x="770589" y="315338"/>
                  </a:cubicBezTo>
                  <a:cubicBezTo>
                    <a:pt x="770791" y="314598"/>
                    <a:pt x="771161" y="311941"/>
                    <a:pt x="771397" y="311705"/>
                  </a:cubicBezTo>
                  <a:cubicBezTo>
                    <a:pt x="771632" y="311503"/>
                    <a:pt x="775402" y="308510"/>
                    <a:pt x="775402" y="308510"/>
                  </a:cubicBezTo>
                  <a:lnTo>
                    <a:pt x="776781" y="307433"/>
                  </a:lnTo>
                  <a:lnTo>
                    <a:pt x="783445" y="302959"/>
                  </a:lnTo>
                  <a:lnTo>
                    <a:pt x="787719" y="299259"/>
                  </a:lnTo>
                  <a:lnTo>
                    <a:pt x="790614" y="297375"/>
                  </a:lnTo>
                  <a:lnTo>
                    <a:pt x="796907" y="294179"/>
                  </a:lnTo>
                  <a:lnTo>
                    <a:pt x="799666" y="293237"/>
                  </a:lnTo>
                  <a:lnTo>
                    <a:pt x="802797" y="293103"/>
                  </a:lnTo>
                  <a:cubicBezTo>
                    <a:pt x="802797" y="293103"/>
                    <a:pt x="806431" y="292531"/>
                    <a:pt x="806566" y="292228"/>
                  </a:cubicBezTo>
                  <a:cubicBezTo>
                    <a:pt x="806700" y="291925"/>
                    <a:pt x="808013" y="289335"/>
                    <a:pt x="808013" y="289335"/>
                  </a:cubicBezTo>
                  <a:cubicBezTo>
                    <a:pt x="808013" y="289335"/>
                    <a:pt x="808249" y="287586"/>
                    <a:pt x="808450" y="287518"/>
                  </a:cubicBezTo>
                  <a:cubicBezTo>
                    <a:pt x="808652" y="287451"/>
                    <a:pt x="810907" y="287216"/>
                    <a:pt x="811782" y="286879"/>
                  </a:cubicBezTo>
                  <a:cubicBezTo>
                    <a:pt x="812657" y="286509"/>
                    <a:pt x="813667" y="285803"/>
                    <a:pt x="814037" y="285433"/>
                  </a:cubicBezTo>
                  <a:cubicBezTo>
                    <a:pt x="814407" y="285063"/>
                    <a:pt x="816225" y="283616"/>
                    <a:pt x="816730" y="283414"/>
                  </a:cubicBezTo>
                  <a:cubicBezTo>
                    <a:pt x="817234" y="283213"/>
                    <a:pt x="819254" y="282035"/>
                    <a:pt x="819254" y="282035"/>
                  </a:cubicBezTo>
                  <a:lnTo>
                    <a:pt x="819960" y="280790"/>
                  </a:lnTo>
                  <a:lnTo>
                    <a:pt x="819960" y="279647"/>
                  </a:lnTo>
                  <a:cubicBezTo>
                    <a:pt x="819960" y="279647"/>
                    <a:pt x="818816" y="276249"/>
                    <a:pt x="818816" y="275946"/>
                  </a:cubicBezTo>
                  <a:cubicBezTo>
                    <a:pt x="818816" y="275644"/>
                    <a:pt x="817504" y="272986"/>
                    <a:pt x="817504" y="272986"/>
                  </a:cubicBezTo>
                  <a:lnTo>
                    <a:pt x="814609" y="270968"/>
                  </a:lnTo>
                  <a:lnTo>
                    <a:pt x="814744" y="268882"/>
                  </a:lnTo>
                  <a:cubicBezTo>
                    <a:pt x="814609" y="268546"/>
                    <a:pt x="815989" y="265585"/>
                    <a:pt x="816292" y="265451"/>
                  </a:cubicBezTo>
                  <a:close/>
                </a:path>
              </a:pathLst>
            </a:custGeom>
            <a:grpFill/>
            <a:ln w="6350" cap="flat">
              <a:solidFill>
                <a:schemeClr val="bg1"/>
              </a:solidFill>
              <a:prstDash val="solid"/>
              <a:miter/>
            </a:ln>
          </p:spPr>
          <p:txBody>
            <a:bodyPr rtlCol="0" anchor="ctr"/>
            <a:lstStyle/>
            <a:p>
              <a:endParaRPr lang="en-US"/>
            </a:p>
          </p:txBody>
        </p:sp>
        <p:sp>
          <p:nvSpPr>
            <p:cNvPr id="186" name="Freeform 903">
              <a:extLst>
                <a:ext uri="{FF2B5EF4-FFF2-40B4-BE49-F238E27FC236}">
                  <a16:creationId xmlns:a16="http://schemas.microsoft.com/office/drawing/2014/main" id="{92765DB1-7ADE-6879-36C1-B2BB96B29FA4}"/>
                </a:ext>
              </a:extLst>
            </p:cNvPr>
            <p:cNvSpPr/>
            <p:nvPr/>
          </p:nvSpPr>
          <p:spPr>
            <a:xfrm>
              <a:off x="8185600" y="1718655"/>
              <a:ext cx="577811" cy="526277"/>
            </a:xfrm>
            <a:custGeom>
              <a:avLst/>
              <a:gdLst>
                <a:gd name="connsiteX0" fmla="*/ 1109167 w 1109339"/>
                <a:gd name="connsiteY0" fmla="*/ 386721 h 1010399"/>
                <a:gd name="connsiteX1" fmla="*/ 1109066 w 1109339"/>
                <a:gd name="connsiteY1" fmla="*/ 385577 h 1010399"/>
                <a:gd name="connsiteX2" fmla="*/ 1109066 w 1109339"/>
                <a:gd name="connsiteY2" fmla="*/ 384871 h 1010399"/>
                <a:gd name="connsiteX3" fmla="*/ 1108359 w 1109339"/>
                <a:gd name="connsiteY3" fmla="*/ 383391 h 1010399"/>
                <a:gd name="connsiteX4" fmla="*/ 1106508 w 1109339"/>
                <a:gd name="connsiteY4" fmla="*/ 383761 h 1010399"/>
                <a:gd name="connsiteX5" fmla="*/ 1105263 w 1109339"/>
                <a:gd name="connsiteY5" fmla="*/ 384636 h 1010399"/>
                <a:gd name="connsiteX6" fmla="*/ 1104926 w 1109339"/>
                <a:gd name="connsiteY6" fmla="*/ 385779 h 1010399"/>
                <a:gd name="connsiteX7" fmla="*/ 1104051 w 1109339"/>
                <a:gd name="connsiteY7" fmla="*/ 387630 h 1010399"/>
                <a:gd name="connsiteX8" fmla="*/ 1102133 w 1109339"/>
                <a:gd name="connsiteY8" fmla="*/ 388403 h 1010399"/>
                <a:gd name="connsiteX9" fmla="*/ 1099912 w 1109339"/>
                <a:gd name="connsiteY9" fmla="*/ 388841 h 1010399"/>
                <a:gd name="connsiteX10" fmla="*/ 1097691 w 1109339"/>
                <a:gd name="connsiteY10" fmla="*/ 389917 h 1010399"/>
                <a:gd name="connsiteX11" fmla="*/ 1095301 w 1109339"/>
                <a:gd name="connsiteY11" fmla="*/ 390455 h 1010399"/>
                <a:gd name="connsiteX12" fmla="*/ 1091060 w 1109339"/>
                <a:gd name="connsiteY12" fmla="*/ 391397 h 1010399"/>
                <a:gd name="connsiteX13" fmla="*/ 1082142 w 1109339"/>
                <a:gd name="connsiteY13" fmla="*/ 391128 h 1010399"/>
                <a:gd name="connsiteX14" fmla="*/ 1076387 w 1109339"/>
                <a:gd name="connsiteY14" fmla="*/ 391397 h 1010399"/>
                <a:gd name="connsiteX15" fmla="*/ 1071642 w 1109339"/>
                <a:gd name="connsiteY15" fmla="*/ 392474 h 1010399"/>
                <a:gd name="connsiteX16" fmla="*/ 1065921 w 1109339"/>
                <a:gd name="connsiteY16" fmla="*/ 396712 h 1010399"/>
                <a:gd name="connsiteX17" fmla="*/ 1061041 w 1109339"/>
                <a:gd name="connsiteY17" fmla="*/ 398832 h 1010399"/>
                <a:gd name="connsiteX18" fmla="*/ 1048252 w 1109339"/>
                <a:gd name="connsiteY18" fmla="*/ 405122 h 1010399"/>
                <a:gd name="connsiteX19" fmla="*/ 1041689 w 1109339"/>
                <a:gd name="connsiteY19" fmla="*/ 410605 h 1010399"/>
                <a:gd name="connsiteX20" fmla="*/ 1032569 w 1109339"/>
                <a:gd name="connsiteY20" fmla="*/ 415281 h 1010399"/>
                <a:gd name="connsiteX21" fmla="*/ 1011434 w 1109339"/>
                <a:gd name="connsiteY21" fmla="*/ 432236 h 1010399"/>
                <a:gd name="connsiteX22" fmla="*/ 1001977 w 1109339"/>
                <a:gd name="connsiteY22" fmla="*/ 439401 h 1010399"/>
                <a:gd name="connsiteX23" fmla="*/ 990467 w 1109339"/>
                <a:gd name="connsiteY23" fmla="*/ 441588 h 1010399"/>
                <a:gd name="connsiteX24" fmla="*/ 978721 w 1109339"/>
                <a:gd name="connsiteY24" fmla="*/ 445927 h 1010399"/>
                <a:gd name="connsiteX25" fmla="*/ 971115 w 1109339"/>
                <a:gd name="connsiteY25" fmla="*/ 453328 h 1010399"/>
                <a:gd name="connsiteX26" fmla="*/ 963712 w 1109339"/>
                <a:gd name="connsiteY26" fmla="*/ 460056 h 1010399"/>
                <a:gd name="connsiteX27" fmla="*/ 955668 w 1109339"/>
                <a:gd name="connsiteY27" fmla="*/ 467120 h 1010399"/>
                <a:gd name="connsiteX28" fmla="*/ 951428 w 1109339"/>
                <a:gd name="connsiteY28" fmla="*/ 475160 h 1010399"/>
                <a:gd name="connsiteX29" fmla="*/ 945673 w 1109339"/>
                <a:gd name="connsiteY29" fmla="*/ 477885 h 1010399"/>
                <a:gd name="connsiteX30" fmla="*/ 942980 w 1109339"/>
                <a:gd name="connsiteY30" fmla="*/ 477885 h 1010399"/>
                <a:gd name="connsiteX31" fmla="*/ 940355 w 1109339"/>
                <a:gd name="connsiteY31" fmla="*/ 479836 h 1010399"/>
                <a:gd name="connsiteX32" fmla="*/ 939480 w 1109339"/>
                <a:gd name="connsiteY32" fmla="*/ 486463 h 1010399"/>
                <a:gd name="connsiteX33" fmla="*/ 939918 w 1109339"/>
                <a:gd name="connsiteY33" fmla="*/ 492753 h 1010399"/>
                <a:gd name="connsiteX34" fmla="*/ 940120 w 1109339"/>
                <a:gd name="connsiteY34" fmla="*/ 494604 h 1010399"/>
                <a:gd name="connsiteX35" fmla="*/ 939346 w 1109339"/>
                <a:gd name="connsiteY35" fmla="*/ 497766 h 1010399"/>
                <a:gd name="connsiteX36" fmla="*/ 937293 w 1109339"/>
                <a:gd name="connsiteY36" fmla="*/ 498977 h 1010399"/>
                <a:gd name="connsiteX37" fmla="*/ 935543 w 1109339"/>
                <a:gd name="connsiteY37" fmla="*/ 500289 h 1010399"/>
                <a:gd name="connsiteX38" fmla="*/ 930865 w 1109339"/>
                <a:gd name="connsiteY38" fmla="*/ 500726 h 1010399"/>
                <a:gd name="connsiteX39" fmla="*/ 919658 w 1109339"/>
                <a:gd name="connsiteY39" fmla="*/ 500928 h 1010399"/>
                <a:gd name="connsiteX40" fmla="*/ 913364 w 1109339"/>
                <a:gd name="connsiteY40" fmla="*/ 506377 h 1010399"/>
                <a:gd name="connsiteX41" fmla="*/ 906297 w 1109339"/>
                <a:gd name="connsiteY41" fmla="*/ 510179 h 1010399"/>
                <a:gd name="connsiteX42" fmla="*/ 902494 w 1109339"/>
                <a:gd name="connsiteY42" fmla="*/ 512668 h 1010399"/>
                <a:gd name="connsiteX43" fmla="*/ 896402 w 1109339"/>
                <a:gd name="connsiteY43" fmla="*/ 514451 h 1010399"/>
                <a:gd name="connsiteX44" fmla="*/ 890648 w 1109339"/>
                <a:gd name="connsiteY44" fmla="*/ 516133 h 1010399"/>
                <a:gd name="connsiteX45" fmla="*/ 880315 w 1109339"/>
                <a:gd name="connsiteY45" fmla="*/ 516133 h 1010399"/>
                <a:gd name="connsiteX46" fmla="*/ 857834 w 1109339"/>
                <a:gd name="connsiteY46" fmla="*/ 516772 h 1010399"/>
                <a:gd name="connsiteX47" fmla="*/ 852416 w 1109339"/>
                <a:gd name="connsiteY47" fmla="*/ 517108 h 1010399"/>
                <a:gd name="connsiteX48" fmla="*/ 847402 w 1109339"/>
                <a:gd name="connsiteY48" fmla="*/ 518757 h 1010399"/>
                <a:gd name="connsiteX49" fmla="*/ 841646 w 1109339"/>
                <a:gd name="connsiteY49" fmla="*/ 521919 h 1010399"/>
                <a:gd name="connsiteX50" fmla="*/ 835555 w 1109339"/>
                <a:gd name="connsiteY50" fmla="*/ 522558 h 1010399"/>
                <a:gd name="connsiteX51" fmla="*/ 829463 w 1109339"/>
                <a:gd name="connsiteY51" fmla="*/ 524509 h 1010399"/>
                <a:gd name="connsiteX52" fmla="*/ 824348 w 1109339"/>
                <a:gd name="connsiteY52" fmla="*/ 526359 h 1010399"/>
                <a:gd name="connsiteX53" fmla="*/ 817819 w 1109339"/>
                <a:gd name="connsiteY53" fmla="*/ 526696 h 1010399"/>
                <a:gd name="connsiteX54" fmla="*/ 813242 w 1109339"/>
                <a:gd name="connsiteY54" fmla="*/ 525485 h 1010399"/>
                <a:gd name="connsiteX55" fmla="*/ 807790 w 1109339"/>
                <a:gd name="connsiteY55" fmla="*/ 517108 h 1010399"/>
                <a:gd name="connsiteX56" fmla="*/ 803785 w 1109339"/>
                <a:gd name="connsiteY56" fmla="*/ 509607 h 1010399"/>
                <a:gd name="connsiteX57" fmla="*/ 798468 w 1109339"/>
                <a:gd name="connsiteY57" fmla="*/ 505368 h 1010399"/>
                <a:gd name="connsiteX58" fmla="*/ 796078 w 1109339"/>
                <a:gd name="connsiteY58" fmla="*/ 503619 h 1010399"/>
                <a:gd name="connsiteX59" fmla="*/ 790963 w 1109339"/>
                <a:gd name="connsiteY59" fmla="*/ 500894 h 1010399"/>
                <a:gd name="connsiteX60" fmla="*/ 787429 w 1109339"/>
                <a:gd name="connsiteY60" fmla="*/ 498169 h 1010399"/>
                <a:gd name="connsiteX61" fmla="*/ 782044 w 1109339"/>
                <a:gd name="connsiteY61" fmla="*/ 494368 h 1010399"/>
                <a:gd name="connsiteX62" fmla="*/ 782044 w 1109339"/>
                <a:gd name="connsiteY62" fmla="*/ 490903 h 1010399"/>
                <a:gd name="connsiteX63" fmla="*/ 782044 w 1109339"/>
                <a:gd name="connsiteY63" fmla="*/ 485689 h 1010399"/>
                <a:gd name="connsiteX64" fmla="*/ 782044 w 1109339"/>
                <a:gd name="connsiteY64" fmla="*/ 483940 h 1010399"/>
                <a:gd name="connsiteX65" fmla="*/ 784332 w 1109339"/>
                <a:gd name="connsiteY65" fmla="*/ 477952 h 1010399"/>
                <a:gd name="connsiteX66" fmla="*/ 785746 w 1109339"/>
                <a:gd name="connsiteY66" fmla="*/ 475227 h 1010399"/>
                <a:gd name="connsiteX67" fmla="*/ 787059 w 1109339"/>
                <a:gd name="connsiteY67" fmla="*/ 470787 h 1010399"/>
                <a:gd name="connsiteX68" fmla="*/ 786823 w 1109339"/>
                <a:gd name="connsiteY68" fmla="*/ 466010 h 1010399"/>
                <a:gd name="connsiteX69" fmla="*/ 786621 w 1109339"/>
                <a:gd name="connsiteY69" fmla="*/ 461435 h 1010399"/>
                <a:gd name="connsiteX70" fmla="*/ 786285 w 1109339"/>
                <a:gd name="connsiteY70" fmla="*/ 456557 h 1010399"/>
                <a:gd name="connsiteX71" fmla="*/ 784332 w 1109339"/>
                <a:gd name="connsiteY71" fmla="*/ 449056 h 1010399"/>
                <a:gd name="connsiteX72" fmla="*/ 780765 w 1109339"/>
                <a:gd name="connsiteY72" fmla="*/ 444817 h 1010399"/>
                <a:gd name="connsiteX73" fmla="*/ 776323 w 1109339"/>
                <a:gd name="connsiteY73" fmla="*/ 443068 h 1010399"/>
                <a:gd name="connsiteX74" fmla="*/ 772621 w 1109339"/>
                <a:gd name="connsiteY74" fmla="*/ 442832 h 1010399"/>
                <a:gd name="connsiteX75" fmla="*/ 766193 w 1109339"/>
                <a:gd name="connsiteY75" fmla="*/ 442496 h 1010399"/>
                <a:gd name="connsiteX76" fmla="*/ 763265 w 1109339"/>
                <a:gd name="connsiteY76" fmla="*/ 440982 h 1010399"/>
                <a:gd name="connsiteX77" fmla="*/ 761616 w 1109339"/>
                <a:gd name="connsiteY77" fmla="*/ 437517 h 1010399"/>
                <a:gd name="connsiteX78" fmla="*/ 760674 w 1109339"/>
                <a:gd name="connsiteY78" fmla="*/ 434456 h 1010399"/>
                <a:gd name="connsiteX79" fmla="*/ 759428 w 1109339"/>
                <a:gd name="connsiteY79" fmla="*/ 430756 h 1010399"/>
                <a:gd name="connsiteX80" fmla="*/ 759428 w 1109339"/>
                <a:gd name="connsiteY80" fmla="*/ 428266 h 1010399"/>
                <a:gd name="connsiteX81" fmla="*/ 762457 w 1109339"/>
                <a:gd name="connsiteY81" fmla="*/ 424364 h 1010399"/>
                <a:gd name="connsiteX82" fmla="*/ 763770 w 1109339"/>
                <a:gd name="connsiteY82" fmla="*/ 420226 h 1010399"/>
                <a:gd name="connsiteX83" fmla="*/ 767236 w 1109339"/>
                <a:gd name="connsiteY83" fmla="*/ 417502 h 1010399"/>
                <a:gd name="connsiteX84" fmla="*/ 770400 w 1109339"/>
                <a:gd name="connsiteY84" fmla="*/ 414474 h 1010399"/>
                <a:gd name="connsiteX85" fmla="*/ 773126 w 1109339"/>
                <a:gd name="connsiteY85" fmla="*/ 411446 h 1010399"/>
                <a:gd name="connsiteX86" fmla="*/ 773563 w 1109339"/>
                <a:gd name="connsiteY86" fmla="*/ 408856 h 1010399"/>
                <a:gd name="connsiteX87" fmla="*/ 773227 w 1109339"/>
                <a:gd name="connsiteY87" fmla="*/ 407208 h 1010399"/>
                <a:gd name="connsiteX88" fmla="*/ 771275 w 1109339"/>
                <a:gd name="connsiteY88" fmla="*/ 406333 h 1010399"/>
                <a:gd name="connsiteX89" fmla="*/ 767909 w 1109339"/>
                <a:gd name="connsiteY89" fmla="*/ 405257 h 1010399"/>
                <a:gd name="connsiteX90" fmla="*/ 766731 w 1109339"/>
                <a:gd name="connsiteY90" fmla="*/ 404920 h 1010399"/>
                <a:gd name="connsiteX91" fmla="*/ 761077 w 1109339"/>
                <a:gd name="connsiteY91" fmla="*/ 405459 h 1010399"/>
                <a:gd name="connsiteX92" fmla="*/ 758452 w 1109339"/>
                <a:gd name="connsiteY92" fmla="*/ 405896 h 1010399"/>
                <a:gd name="connsiteX93" fmla="*/ 753337 w 1109339"/>
                <a:gd name="connsiteY93" fmla="*/ 406871 h 1010399"/>
                <a:gd name="connsiteX94" fmla="*/ 749231 w 1109339"/>
                <a:gd name="connsiteY94" fmla="*/ 407073 h 1010399"/>
                <a:gd name="connsiteX95" fmla="*/ 742601 w 1109339"/>
                <a:gd name="connsiteY95" fmla="*/ 408385 h 1010399"/>
                <a:gd name="connsiteX96" fmla="*/ 739572 w 1109339"/>
                <a:gd name="connsiteY96" fmla="*/ 409428 h 1010399"/>
                <a:gd name="connsiteX97" fmla="*/ 736106 w 1109339"/>
                <a:gd name="connsiteY97" fmla="*/ 410034 h 1010399"/>
                <a:gd name="connsiteX98" fmla="*/ 732538 w 1109339"/>
                <a:gd name="connsiteY98" fmla="*/ 410034 h 1010399"/>
                <a:gd name="connsiteX99" fmla="*/ 727759 w 1109339"/>
                <a:gd name="connsiteY99" fmla="*/ 409933 h 1010399"/>
                <a:gd name="connsiteX100" fmla="*/ 722206 w 1109339"/>
                <a:gd name="connsiteY100" fmla="*/ 408520 h 1010399"/>
                <a:gd name="connsiteX101" fmla="*/ 718504 w 1109339"/>
                <a:gd name="connsiteY101" fmla="*/ 405492 h 1010399"/>
                <a:gd name="connsiteX102" fmla="*/ 714701 w 1109339"/>
                <a:gd name="connsiteY102" fmla="*/ 403440 h 1010399"/>
                <a:gd name="connsiteX103" fmla="*/ 711672 w 1109339"/>
                <a:gd name="connsiteY103" fmla="*/ 400076 h 1010399"/>
                <a:gd name="connsiteX104" fmla="*/ 704941 w 1109339"/>
                <a:gd name="connsiteY104" fmla="*/ 394963 h 1010399"/>
                <a:gd name="connsiteX105" fmla="*/ 699187 w 1109339"/>
                <a:gd name="connsiteY105" fmla="*/ 389749 h 1010399"/>
                <a:gd name="connsiteX106" fmla="*/ 695720 w 1109339"/>
                <a:gd name="connsiteY106" fmla="*/ 387360 h 1010399"/>
                <a:gd name="connsiteX107" fmla="*/ 691480 w 1109339"/>
                <a:gd name="connsiteY107" fmla="*/ 383391 h 1010399"/>
                <a:gd name="connsiteX108" fmla="*/ 686364 w 1109339"/>
                <a:gd name="connsiteY108" fmla="*/ 379657 h 1010399"/>
                <a:gd name="connsiteX109" fmla="*/ 681787 w 1109339"/>
                <a:gd name="connsiteY109" fmla="*/ 378782 h 1010399"/>
                <a:gd name="connsiteX110" fmla="*/ 677008 w 1109339"/>
                <a:gd name="connsiteY110" fmla="*/ 377908 h 1010399"/>
                <a:gd name="connsiteX111" fmla="*/ 674282 w 1109339"/>
                <a:gd name="connsiteY111" fmla="*/ 376831 h 1010399"/>
                <a:gd name="connsiteX112" fmla="*/ 673071 w 1109339"/>
                <a:gd name="connsiteY112" fmla="*/ 374645 h 1010399"/>
                <a:gd name="connsiteX113" fmla="*/ 672532 w 1109339"/>
                <a:gd name="connsiteY113" fmla="*/ 371718 h 1010399"/>
                <a:gd name="connsiteX114" fmla="*/ 672532 w 1109339"/>
                <a:gd name="connsiteY114" fmla="*/ 369229 h 1010399"/>
                <a:gd name="connsiteX115" fmla="*/ 672532 w 1109339"/>
                <a:gd name="connsiteY115" fmla="*/ 367479 h 1010399"/>
                <a:gd name="connsiteX116" fmla="*/ 670917 w 1109339"/>
                <a:gd name="connsiteY116" fmla="*/ 364015 h 1010399"/>
                <a:gd name="connsiteX117" fmla="*/ 667888 w 1109339"/>
                <a:gd name="connsiteY117" fmla="*/ 361424 h 1010399"/>
                <a:gd name="connsiteX118" fmla="*/ 664724 w 1109339"/>
                <a:gd name="connsiteY118" fmla="*/ 361424 h 1010399"/>
                <a:gd name="connsiteX119" fmla="*/ 663008 w 1109339"/>
                <a:gd name="connsiteY119" fmla="*/ 361424 h 1010399"/>
                <a:gd name="connsiteX120" fmla="*/ 661258 w 1109339"/>
                <a:gd name="connsiteY120" fmla="*/ 361424 h 1010399"/>
                <a:gd name="connsiteX121" fmla="*/ 658767 w 1109339"/>
                <a:gd name="connsiteY121" fmla="*/ 364889 h 1010399"/>
                <a:gd name="connsiteX122" fmla="*/ 658767 w 1109339"/>
                <a:gd name="connsiteY122" fmla="*/ 366739 h 1010399"/>
                <a:gd name="connsiteX123" fmla="*/ 653450 w 1109339"/>
                <a:gd name="connsiteY123" fmla="*/ 369027 h 1010399"/>
                <a:gd name="connsiteX124" fmla="*/ 649008 w 1109339"/>
                <a:gd name="connsiteY124" fmla="*/ 372189 h 1010399"/>
                <a:gd name="connsiteX125" fmla="*/ 645844 w 1109339"/>
                <a:gd name="connsiteY125" fmla="*/ 373501 h 1010399"/>
                <a:gd name="connsiteX126" fmla="*/ 641267 w 1109339"/>
                <a:gd name="connsiteY126" fmla="*/ 373602 h 1010399"/>
                <a:gd name="connsiteX127" fmla="*/ 638676 w 1109339"/>
                <a:gd name="connsiteY127" fmla="*/ 373602 h 1010399"/>
                <a:gd name="connsiteX128" fmla="*/ 634772 w 1109339"/>
                <a:gd name="connsiteY128" fmla="*/ 374241 h 1010399"/>
                <a:gd name="connsiteX129" fmla="*/ 631070 w 1109339"/>
                <a:gd name="connsiteY129" fmla="*/ 373804 h 1010399"/>
                <a:gd name="connsiteX130" fmla="*/ 624103 w 1109339"/>
                <a:gd name="connsiteY130" fmla="*/ 370978 h 1010399"/>
                <a:gd name="connsiteX131" fmla="*/ 622050 w 1109339"/>
                <a:gd name="connsiteY131" fmla="*/ 369767 h 1010399"/>
                <a:gd name="connsiteX132" fmla="*/ 618786 w 1109339"/>
                <a:gd name="connsiteY132" fmla="*/ 367917 h 1010399"/>
                <a:gd name="connsiteX133" fmla="*/ 613031 w 1109339"/>
                <a:gd name="connsiteY133" fmla="*/ 368354 h 1010399"/>
                <a:gd name="connsiteX134" fmla="*/ 607377 w 1109339"/>
                <a:gd name="connsiteY134" fmla="*/ 368354 h 1010399"/>
                <a:gd name="connsiteX135" fmla="*/ 604112 w 1109339"/>
                <a:gd name="connsiteY135" fmla="*/ 366167 h 1010399"/>
                <a:gd name="connsiteX136" fmla="*/ 601925 w 1109339"/>
                <a:gd name="connsiteY136" fmla="*/ 361391 h 1010399"/>
                <a:gd name="connsiteX137" fmla="*/ 601252 w 1109339"/>
                <a:gd name="connsiteY137" fmla="*/ 358228 h 1010399"/>
                <a:gd name="connsiteX138" fmla="*/ 597785 w 1109339"/>
                <a:gd name="connsiteY138" fmla="*/ 355235 h 1010399"/>
                <a:gd name="connsiteX139" fmla="*/ 595295 w 1109339"/>
                <a:gd name="connsiteY139" fmla="*/ 354427 h 1010399"/>
                <a:gd name="connsiteX140" fmla="*/ 589977 w 1109339"/>
                <a:gd name="connsiteY140" fmla="*/ 354427 h 1010399"/>
                <a:gd name="connsiteX141" fmla="*/ 587487 w 1109339"/>
                <a:gd name="connsiteY141" fmla="*/ 353889 h 1010399"/>
                <a:gd name="connsiteX142" fmla="*/ 584121 w 1109339"/>
                <a:gd name="connsiteY142" fmla="*/ 355403 h 1010399"/>
                <a:gd name="connsiteX143" fmla="*/ 581093 w 1109339"/>
                <a:gd name="connsiteY143" fmla="*/ 357690 h 1010399"/>
                <a:gd name="connsiteX144" fmla="*/ 577391 w 1109339"/>
                <a:gd name="connsiteY144" fmla="*/ 360953 h 1010399"/>
                <a:gd name="connsiteX145" fmla="*/ 575102 w 1109339"/>
                <a:gd name="connsiteY145" fmla="*/ 363005 h 1010399"/>
                <a:gd name="connsiteX146" fmla="*/ 572915 w 1109339"/>
                <a:gd name="connsiteY146" fmla="*/ 363241 h 1010399"/>
                <a:gd name="connsiteX147" fmla="*/ 569886 w 1109339"/>
                <a:gd name="connsiteY147" fmla="*/ 363779 h 1010399"/>
                <a:gd name="connsiteX148" fmla="*/ 567833 w 1109339"/>
                <a:gd name="connsiteY148" fmla="*/ 363981 h 1010399"/>
                <a:gd name="connsiteX149" fmla="*/ 566318 w 1109339"/>
                <a:gd name="connsiteY149" fmla="*/ 364183 h 1010399"/>
                <a:gd name="connsiteX150" fmla="*/ 560765 w 1109339"/>
                <a:gd name="connsiteY150" fmla="*/ 364822 h 1010399"/>
                <a:gd name="connsiteX151" fmla="*/ 558712 w 1109339"/>
                <a:gd name="connsiteY151" fmla="*/ 364822 h 1010399"/>
                <a:gd name="connsiteX152" fmla="*/ 552520 w 1109339"/>
                <a:gd name="connsiteY152" fmla="*/ 364822 h 1010399"/>
                <a:gd name="connsiteX153" fmla="*/ 540573 w 1109339"/>
                <a:gd name="connsiteY153" fmla="*/ 364822 h 1010399"/>
                <a:gd name="connsiteX154" fmla="*/ 536130 w 1109339"/>
                <a:gd name="connsiteY154" fmla="*/ 364822 h 1010399"/>
                <a:gd name="connsiteX155" fmla="*/ 530914 w 1109339"/>
                <a:gd name="connsiteY155" fmla="*/ 363745 h 1010399"/>
                <a:gd name="connsiteX156" fmla="*/ 527312 w 1109339"/>
                <a:gd name="connsiteY156" fmla="*/ 362333 h 1010399"/>
                <a:gd name="connsiteX157" fmla="*/ 523308 w 1109339"/>
                <a:gd name="connsiteY157" fmla="*/ 361559 h 1010399"/>
                <a:gd name="connsiteX158" fmla="*/ 518293 w 1109339"/>
                <a:gd name="connsiteY158" fmla="*/ 358531 h 1010399"/>
                <a:gd name="connsiteX159" fmla="*/ 514053 w 1109339"/>
                <a:gd name="connsiteY159" fmla="*/ 352779 h 1010399"/>
                <a:gd name="connsiteX160" fmla="*/ 513077 w 1109339"/>
                <a:gd name="connsiteY160" fmla="*/ 350390 h 1010399"/>
                <a:gd name="connsiteX161" fmla="*/ 509274 w 1109339"/>
                <a:gd name="connsiteY161" fmla="*/ 346926 h 1010399"/>
                <a:gd name="connsiteX162" fmla="*/ 505370 w 1109339"/>
                <a:gd name="connsiteY162" fmla="*/ 344302 h 1010399"/>
                <a:gd name="connsiteX163" fmla="*/ 505101 w 1109339"/>
                <a:gd name="connsiteY163" fmla="*/ 342014 h 1010399"/>
                <a:gd name="connsiteX164" fmla="*/ 503956 w 1109339"/>
                <a:gd name="connsiteY164" fmla="*/ 338751 h 1010399"/>
                <a:gd name="connsiteX165" fmla="*/ 503956 w 1109339"/>
                <a:gd name="connsiteY165" fmla="*/ 332662 h 1010399"/>
                <a:gd name="connsiteX166" fmla="*/ 501567 w 1109339"/>
                <a:gd name="connsiteY166" fmla="*/ 325161 h 1010399"/>
                <a:gd name="connsiteX167" fmla="*/ 503081 w 1109339"/>
                <a:gd name="connsiteY167" fmla="*/ 308644 h 1010399"/>
                <a:gd name="connsiteX168" fmla="*/ 500356 w 1109339"/>
                <a:gd name="connsiteY168" fmla="*/ 305616 h 1010399"/>
                <a:gd name="connsiteX169" fmla="*/ 496350 w 1109339"/>
                <a:gd name="connsiteY169" fmla="*/ 301916 h 1010399"/>
                <a:gd name="connsiteX170" fmla="*/ 493422 w 1109339"/>
                <a:gd name="connsiteY170" fmla="*/ 298888 h 1010399"/>
                <a:gd name="connsiteX171" fmla="*/ 490158 w 1109339"/>
                <a:gd name="connsiteY171" fmla="*/ 297038 h 1010399"/>
                <a:gd name="connsiteX172" fmla="*/ 487230 w 1109339"/>
                <a:gd name="connsiteY172" fmla="*/ 292598 h 1010399"/>
                <a:gd name="connsiteX173" fmla="*/ 483259 w 1109339"/>
                <a:gd name="connsiteY173" fmla="*/ 287821 h 1010399"/>
                <a:gd name="connsiteX174" fmla="*/ 481341 w 1109339"/>
                <a:gd name="connsiteY174" fmla="*/ 279579 h 1010399"/>
                <a:gd name="connsiteX175" fmla="*/ 481341 w 1109339"/>
                <a:gd name="connsiteY175" fmla="*/ 273625 h 1010399"/>
                <a:gd name="connsiteX176" fmla="*/ 479692 w 1109339"/>
                <a:gd name="connsiteY176" fmla="*/ 267200 h 1010399"/>
                <a:gd name="connsiteX177" fmla="*/ 478951 w 1109339"/>
                <a:gd name="connsiteY177" fmla="*/ 261784 h 1010399"/>
                <a:gd name="connsiteX178" fmla="*/ 477437 w 1109339"/>
                <a:gd name="connsiteY178" fmla="*/ 253845 h 1010399"/>
                <a:gd name="connsiteX179" fmla="*/ 472961 w 1109339"/>
                <a:gd name="connsiteY179" fmla="*/ 246814 h 1010399"/>
                <a:gd name="connsiteX180" fmla="*/ 469326 w 1109339"/>
                <a:gd name="connsiteY180" fmla="*/ 242340 h 1010399"/>
                <a:gd name="connsiteX181" fmla="*/ 463672 w 1109339"/>
                <a:gd name="connsiteY181" fmla="*/ 236386 h 1010399"/>
                <a:gd name="connsiteX182" fmla="*/ 458724 w 1109339"/>
                <a:gd name="connsiteY182" fmla="*/ 231306 h 1010399"/>
                <a:gd name="connsiteX183" fmla="*/ 451489 w 1109339"/>
                <a:gd name="connsiteY183" fmla="*/ 224915 h 1010399"/>
                <a:gd name="connsiteX184" fmla="*/ 447147 w 1109339"/>
                <a:gd name="connsiteY184" fmla="*/ 220272 h 1010399"/>
                <a:gd name="connsiteX185" fmla="*/ 441359 w 1109339"/>
                <a:gd name="connsiteY185" fmla="*/ 216370 h 1010399"/>
                <a:gd name="connsiteX186" fmla="*/ 441359 w 1109339"/>
                <a:gd name="connsiteY186" fmla="*/ 214486 h 1010399"/>
                <a:gd name="connsiteX187" fmla="*/ 439609 w 1109339"/>
                <a:gd name="connsiteY187" fmla="*/ 210281 h 1010399"/>
                <a:gd name="connsiteX188" fmla="*/ 439609 w 1109339"/>
                <a:gd name="connsiteY188" fmla="*/ 205807 h 1010399"/>
                <a:gd name="connsiteX189" fmla="*/ 440349 w 1109339"/>
                <a:gd name="connsiteY189" fmla="*/ 203049 h 1010399"/>
                <a:gd name="connsiteX190" fmla="*/ 443547 w 1109339"/>
                <a:gd name="connsiteY190" fmla="*/ 200593 h 1010399"/>
                <a:gd name="connsiteX191" fmla="*/ 444859 w 1109339"/>
                <a:gd name="connsiteY191" fmla="*/ 197397 h 1010399"/>
                <a:gd name="connsiteX192" fmla="*/ 445734 w 1109339"/>
                <a:gd name="connsiteY192" fmla="*/ 193933 h 1010399"/>
                <a:gd name="connsiteX193" fmla="*/ 445027 w 1109339"/>
                <a:gd name="connsiteY193" fmla="*/ 189963 h 1010399"/>
                <a:gd name="connsiteX194" fmla="*/ 443143 w 1109339"/>
                <a:gd name="connsiteY194" fmla="*/ 185825 h 1010399"/>
                <a:gd name="connsiteX195" fmla="*/ 440518 w 1109339"/>
                <a:gd name="connsiteY195" fmla="*/ 185825 h 1010399"/>
                <a:gd name="connsiteX196" fmla="*/ 438633 w 1109339"/>
                <a:gd name="connsiteY196" fmla="*/ 184816 h 1010399"/>
                <a:gd name="connsiteX197" fmla="*/ 437051 w 1109339"/>
                <a:gd name="connsiteY197" fmla="*/ 188012 h 1010399"/>
                <a:gd name="connsiteX198" fmla="*/ 436176 w 1109339"/>
                <a:gd name="connsiteY198" fmla="*/ 191342 h 1010399"/>
                <a:gd name="connsiteX199" fmla="*/ 436176 w 1109339"/>
                <a:gd name="connsiteY199" fmla="*/ 193663 h 1010399"/>
                <a:gd name="connsiteX200" fmla="*/ 435166 w 1109339"/>
                <a:gd name="connsiteY200" fmla="*/ 196287 h 1010399"/>
                <a:gd name="connsiteX201" fmla="*/ 433854 w 1109339"/>
                <a:gd name="connsiteY201" fmla="*/ 198440 h 1010399"/>
                <a:gd name="connsiteX202" fmla="*/ 432407 w 1109339"/>
                <a:gd name="connsiteY202" fmla="*/ 200761 h 1010399"/>
                <a:gd name="connsiteX203" fmla="*/ 431263 w 1109339"/>
                <a:gd name="connsiteY203" fmla="*/ 201199 h 1010399"/>
                <a:gd name="connsiteX204" fmla="*/ 427796 w 1109339"/>
                <a:gd name="connsiteY204" fmla="*/ 200189 h 1010399"/>
                <a:gd name="connsiteX205" fmla="*/ 426416 w 1109339"/>
                <a:gd name="connsiteY205" fmla="*/ 198306 h 1010399"/>
                <a:gd name="connsiteX206" fmla="*/ 425777 w 1109339"/>
                <a:gd name="connsiteY206" fmla="*/ 195413 h 1010399"/>
                <a:gd name="connsiteX207" fmla="*/ 425777 w 1109339"/>
                <a:gd name="connsiteY207" fmla="*/ 190199 h 1010399"/>
                <a:gd name="connsiteX208" fmla="*/ 423118 w 1109339"/>
                <a:gd name="connsiteY208" fmla="*/ 186868 h 1010399"/>
                <a:gd name="connsiteX209" fmla="*/ 420594 w 1109339"/>
                <a:gd name="connsiteY209" fmla="*/ 181654 h 1010399"/>
                <a:gd name="connsiteX210" fmla="*/ 420594 w 1109339"/>
                <a:gd name="connsiteY210" fmla="*/ 178021 h 1010399"/>
                <a:gd name="connsiteX211" fmla="*/ 422613 w 1109339"/>
                <a:gd name="connsiteY211" fmla="*/ 173379 h 1010399"/>
                <a:gd name="connsiteX212" fmla="*/ 421738 w 1109339"/>
                <a:gd name="connsiteY212" fmla="*/ 170486 h 1010399"/>
                <a:gd name="connsiteX213" fmla="*/ 418406 w 1109339"/>
                <a:gd name="connsiteY213" fmla="*/ 167290 h 1010399"/>
                <a:gd name="connsiteX214" fmla="*/ 415647 w 1109339"/>
                <a:gd name="connsiteY214" fmla="*/ 163825 h 1010399"/>
                <a:gd name="connsiteX215" fmla="*/ 411743 w 1109339"/>
                <a:gd name="connsiteY215" fmla="*/ 160797 h 1010399"/>
                <a:gd name="connsiteX216" fmla="*/ 410161 w 1109339"/>
                <a:gd name="connsiteY216" fmla="*/ 159048 h 1010399"/>
                <a:gd name="connsiteX217" fmla="*/ 410161 w 1109339"/>
                <a:gd name="connsiteY217" fmla="*/ 155415 h 1010399"/>
                <a:gd name="connsiteX218" fmla="*/ 410161 w 1109339"/>
                <a:gd name="connsiteY218" fmla="*/ 153666 h 1010399"/>
                <a:gd name="connsiteX219" fmla="*/ 405517 w 1109339"/>
                <a:gd name="connsiteY219" fmla="*/ 149764 h 1010399"/>
                <a:gd name="connsiteX220" fmla="*/ 398113 w 1109339"/>
                <a:gd name="connsiteY220" fmla="*/ 144852 h 1010399"/>
                <a:gd name="connsiteX221" fmla="*/ 394915 w 1109339"/>
                <a:gd name="connsiteY221" fmla="*/ 141825 h 1010399"/>
                <a:gd name="connsiteX222" fmla="*/ 389396 w 1109339"/>
                <a:gd name="connsiteY222" fmla="*/ 136913 h 1010399"/>
                <a:gd name="connsiteX223" fmla="*/ 384920 w 1109339"/>
                <a:gd name="connsiteY223" fmla="*/ 132136 h 1010399"/>
                <a:gd name="connsiteX224" fmla="*/ 384348 w 1109339"/>
                <a:gd name="connsiteY224" fmla="*/ 126788 h 1010399"/>
                <a:gd name="connsiteX225" fmla="*/ 384348 w 1109339"/>
                <a:gd name="connsiteY225" fmla="*/ 122448 h 1010399"/>
                <a:gd name="connsiteX226" fmla="*/ 385660 w 1109339"/>
                <a:gd name="connsiteY226" fmla="*/ 120127 h 1010399"/>
                <a:gd name="connsiteX227" fmla="*/ 388286 w 1109339"/>
                <a:gd name="connsiteY227" fmla="*/ 116797 h 1010399"/>
                <a:gd name="connsiteX228" fmla="*/ 389430 w 1109339"/>
                <a:gd name="connsiteY228" fmla="*/ 115048 h 1010399"/>
                <a:gd name="connsiteX229" fmla="*/ 388992 w 1109339"/>
                <a:gd name="connsiteY229" fmla="*/ 112726 h 1010399"/>
                <a:gd name="connsiteX230" fmla="*/ 387680 w 1109339"/>
                <a:gd name="connsiteY230" fmla="*/ 109632 h 1010399"/>
                <a:gd name="connsiteX231" fmla="*/ 385391 w 1109339"/>
                <a:gd name="connsiteY231" fmla="*/ 107647 h 1010399"/>
                <a:gd name="connsiteX232" fmla="*/ 379603 w 1109339"/>
                <a:gd name="connsiteY232" fmla="*/ 107647 h 1010399"/>
                <a:gd name="connsiteX233" fmla="*/ 374386 w 1109339"/>
                <a:gd name="connsiteY233" fmla="*/ 107647 h 1010399"/>
                <a:gd name="connsiteX234" fmla="*/ 372636 w 1109339"/>
                <a:gd name="connsiteY234" fmla="*/ 107647 h 1010399"/>
                <a:gd name="connsiteX235" fmla="*/ 371761 w 1109339"/>
                <a:gd name="connsiteY235" fmla="*/ 106638 h 1010399"/>
                <a:gd name="connsiteX236" fmla="*/ 371761 w 1109339"/>
                <a:gd name="connsiteY236" fmla="*/ 103879 h 1010399"/>
                <a:gd name="connsiteX237" fmla="*/ 371761 w 1109339"/>
                <a:gd name="connsiteY237" fmla="*/ 101424 h 1010399"/>
                <a:gd name="connsiteX238" fmla="*/ 372771 w 1109339"/>
                <a:gd name="connsiteY238" fmla="*/ 99540 h 1010399"/>
                <a:gd name="connsiteX239" fmla="*/ 374790 w 1109339"/>
                <a:gd name="connsiteY239" fmla="*/ 97656 h 1010399"/>
                <a:gd name="connsiteX240" fmla="*/ 375968 w 1109339"/>
                <a:gd name="connsiteY240" fmla="*/ 94628 h 1010399"/>
                <a:gd name="connsiteX241" fmla="*/ 376237 w 1109339"/>
                <a:gd name="connsiteY241" fmla="*/ 92173 h 1010399"/>
                <a:gd name="connsiteX242" fmla="*/ 376809 w 1109339"/>
                <a:gd name="connsiteY242" fmla="*/ 88102 h 1010399"/>
                <a:gd name="connsiteX243" fmla="*/ 374925 w 1109339"/>
                <a:gd name="connsiteY243" fmla="*/ 84906 h 1010399"/>
                <a:gd name="connsiteX244" fmla="*/ 371627 w 1109339"/>
                <a:gd name="connsiteY244" fmla="*/ 83023 h 1010399"/>
                <a:gd name="connsiteX245" fmla="*/ 368564 w 1109339"/>
                <a:gd name="connsiteY245" fmla="*/ 82283 h 1010399"/>
                <a:gd name="connsiteX246" fmla="*/ 361901 w 1109339"/>
                <a:gd name="connsiteY246" fmla="*/ 77640 h 1010399"/>
                <a:gd name="connsiteX247" fmla="*/ 357256 w 1109339"/>
                <a:gd name="connsiteY247" fmla="*/ 73166 h 1010399"/>
                <a:gd name="connsiteX248" fmla="*/ 354934 w 1109339"/>
                <a:gd name="connsiteY248" fmla="*/ 70912 h 1010399"/>
                <a:gd name="connsiteX249" fmla="*/ 352477 w 1109339"/>
                <a:gd name="connsiteY249" fmla="*/ 69399 h 1010399"/>
                <a:gd name="connsiteX250" fmla="*/ 350020 w 1109339"/>
                <a:gd name="connsiteY250" fmla="*/ 69399 h 1010399"/>
                <a:gd name="connsiteX251" fmla="*/ 346689 w 1109339"/>
                <a:gd name="connsiteY251" fmla="*/ 68019 h 1010399"/>
                <a:gd name="connsiteX252" fmla="*/ 341338 w 1109339"/>
                <a:gd name="connsiteY252" fmla="*/ 67649 h 1010399"/>
                <a:gd name="connsiteX253" fmla="*/ 341338 w 1109339"/>
                <a:gd name="connsiteY253" fmla="*/ 67649 h 1010399"/>
                <a:gd name="connsiteX254" fmla="*/ 339890 w 1109339"/>
                <a:gd name="connsiteY254" fmla="*/ 64319 h 1010399"/>
                <a:gd name="connsiteX255" fmla="*/ 340765 w 1109339"/>
                <a:gd name="connsiteY255" fmla="*/ 62301 h 1010399"/>
                <a:gd name="connsiteX256" fmla="*/ 342515 w 1109339"/>
                <a:gd name="connsiteY256" fmla="*/ 60417 h 1010399"/>
                <a:gd name="connsiteX257" fmla="*/ 344400 w 1109339"/>
                <a:gd name="connsiteY257" fmla="*/ 58836 h 1010399"/>
                <a:gd name="connsiteX258" fmla="*/ 346857 w 1109339"/>
                <a:gd name="connsiteY258" fmla="*/ 57389 h 1010399"/>
                <a:gd name="connsiteX259" fmla="*/ 347429 w 1109339"/>
                <a:gd name="connsiteY259" fmla="*/ 54496 h 1010399"/>
                <a:gd name="connsiteX260" fmla="*/ 345410 w 1109339"/>
                <a:gd name="connsiteY260" fmla="*/ 52915 h 1010399"/>
                <a:gd name="connsiteX261" fmla="*/ 342953 w 1109339"/>
                <a:gd name="connsiteY261" fmla="*/ 52209 h 1010399"/>
                <a:gd name="connsiteX262" fmla="*/ 339924 w 1109339"/>
                <a:gd name="connsiteY262" fmla="*/ 50628 h 1010399"/>
                <a:gd name="connsiteX263" fmla="*/ 338914 w 1109339"/>
                <a:gd name="connsiteY263" fmla="*/ 48878 h 1010399"/>
                <a:gd name="connsiteX264" fmla="*/ 336323 w 1109339"/>
                <a:gd name="connsiteY264" fmla="*/ 46692 h 1010399"/>
                <a:gd name="connsiteX265" fmla="*/ 334304 w 1109339"/>
                <a:gd name="connsiteY265" fmla="*/ 45380 h 1010399"/>
                <a:gd name="connsiteX266" fmla="*/ 331409 w 1109339"/>
                <a:gd name="connsiteY266" fmla="*/ 44001 h 1010399"/>
                <a:gd name="connsiteX267" fmla="*/ 328078 w 1109339"/>
                <a:gd name="connsiteY267" fmla="*/ 43361 h 1010399"/>
                <a:gd name="connsiteX268" fmla="*/ 325756 w 1109339"/>
                <a:gd name="connsiteY268" fmla="*/ 43361 h 1010399"/>
                <a:gd name="connsiteX269" fmla="*/ 318217 w 1109339"/>
                <a:gd name="connsiteY269" fmla="*/ 42352 h 1010399"/>
                <a:gd name="connsiteX270" fmla="*/ 311856 w 1109339"/>
                <a:gd name="connsiteY270" fmla="*/ 41343 h 1010399"/>
                <a:gd name="connsiteX271" fmla="*/ 309534 w 1109339"/>
                <a:gd name="connsiteY271" fmla="*/ 37710 h 1010399"/>
                <a:gd name="connsiteX272" fmla="*/ 308524 w 1109339"/>
                <a:gd name="connsiteY272" fmla="*/ 31924 h 1010399"/>
                <a:gd name="connsiteX273" fmla="*/ 304620 w 1109339"/>
                <a:gd name="connsiteY273" fmla="*/ 27854 h 1010399"/>
                <a:gd name="connsiteX274" fmla="*/ 300144 w 1109339"/>
                <a:gd name="connsiteY274" fmla="*/ 25768 h 1010399"/>
                <a:gd name="connsiteX275" fmla="*/ 294625 w 1109339"/>
                <a:gd name="connsiteY275" fmla="*/ 24254 h 1010399"/>
                <a:gd name="connsiteX276" fmla="*/ 290990 w 1109339"/>
                <a:gd name="connsiteY276" fmla="*/ 24254 h 1010399"/>
                <a:gd name="connsiteX277" fmla="*/ 287793 w 1109339"/>
                <a:gd name="connsiteY277" fmla="*/ 23615 h 1010399"/>
                <a:gd name="connsiteX278" fmla="*/ 280254 w 1109339"/>
                <a:gd name="connsiteY278" fmla="*/ 20789 h 1010399"/>
                <a:gd name="connsiteX279" fmla="*/ 277057 w 1109339"/>
                <a:gd name="connsiteY279" fmla="*/ 20789 h 1010399"/>
                <a:gd name="connsiteX280" fmla="*/ 275038 w 1109339"/>
                <a:gd name="connsiteY280" fmla="*/ 19040 h 1010399"/>
                <a:gd name="connsiteX281" fmla="*/ 272144 w 1109339"/>
                <a:gd name="connsiteY281" fmla="*/ 18031 h 1010399"/>
                <a:gd name="connsiteX282" fmla="*/ 267937 w 1109339"/>
                <a:gd name="connsiteY282" fmla="*/ 16450 h 1010399"/>
                <a:gd name="connsiteX283" fmla="*/ 265177 w 1109339"/>
                <a:gd name="connsiteY283" fmla="*/ 18199 h 1010399"/>
                <a:gd name="connsiteX284" fmla="*/ 261105 w 1109339"/>
                <a:gd name="connsiteY284" fmla="*/ 19343 h 1010399"/>
                <a:gd name="connsiteX285" fmla="*/ 257201 w 1109339"/>
                <a:gd name="connsiteY285" fmla="*/ 22673 h 1010399"/>
                <a:gd name="connsiteX286" fmla="*/ 254610 w 1109339"/>
                <a:gd name="connsiteY286" fmla="*/ 24422 h 1010399"/>
                <a:gd name="connsiteX287" fmla="*/ 251715 w 1109339"/>
                <a:gd name="connsiteY287" fmla="*/ 25734 h 1010399"/>
                <a:gd name="connsiteX288" fmla="*/ 249258 w 1109339"/>
                <a:gd name="connsiteY288" fmla="*/ 26744 h 1010399"/>
                <a:gd name="connsiteX289" fmla="*/ 243907 w 1109339"/>
                <a:gd name="connsiteY289" fmla="*/ 27484 h 1010399"/>
                <a:gd name="connsiteX290" fmla="*/ 241720 w 1109339"/>
                <a:gd name="connsiteY290" fmla="*/ 26744 h 1010399"/>
                <a:gd name="connsiteX291" fmla="*/ 236806 w 1109339"/>
                <a:gd name="connsiteY291" fmla="*/ 24422 h 1010399"/>
                <a:gd name="connsiteX292" fmla="*/ 233475 w 1109339"/>
                <a:gd name="connsiteY292" fmla="*/ 23110 h 1010399"/>
                <a:gd name="connsiteX293" fmla="*/ 230883 w 1109339"/>
                <a:gd name="connsiteY293" fmla="*/ 22976 h 1010399"/>
                <a:gd name="connsiteX294" fmla="*/ 225364 w 1109339"/>
                <a:gd name="connsiteY294" fmla="*/ 22673 h 1010399"/>
                <a:gd name="connsiteX295" fmla="*/ 221897 w 1109339"/>
                <a:gd name="connsiteY295" fmla="*/ 24120 h 1010399"/>
                <a:gd name="connsiteX296" fmla="*/ 217690 w 1109339"/>
                <a:gd name="connsiteY296" fmla="*/ 23985 h 1010399"/>
                <a:gd name="connsiteX297" fmla="*/ 215066 w 1109339"/>
                <a:gd name="connsiteY297" fmla="*/ 19780 h 1010399"/>
                <a:gd name="connsiteX298" fmla="*/ 213315 w 1109339"/>
                <a:gd name="connsiteY298" fmla="*/ 14431 h 1010399"/>
                <a:gd name="connsiteX299" fmla="*/ 210556 w 1109339"/>
                <a:gd name="connsiteY299" fmla="*/ 12615 h 1010399"/>
                <a:gd name="connsiteX300" fmla="*/ 207224 w 1109339"/>
                <a:gd name="connsiteY300" fmla="*/ 10361 h 1010399"/>
                <a:gd name="connsiteX301" fmla="*/ 202310 w 1109339"/>
                <a:gd name="connsiteY301" fmla="*/ 10361 h 1010399"/>
                <a:gd name="connsiteX302" fmla="*/ 197834 w 1109339"/>
                <a:gd name="connsiteY302" fmla="*/ 9789 h 1010399"/>
                <a:gd name="connsiteX303" fmla="*/ 187267 w 1109339"/>
                <a:gd name="connsiteY303" fmla="*/ 8645 h 1010399"/>
                <a:gd name="connsiteX304" fmla="*/ 184944 w 1109339"/>
                <a:gd name="connsiteY304" fmla="*/ 8645 h 1010399"/>
                <a:gd name="connsiteX305" fmla="*/ 177272 w 1109339"/>
                <a:gd name="connsiteY305" fmla="*/ 7064 h 1010399"/>
                <a:gd name="connsiteX306" fmla="*/ 174814 w 1109339"/>
                <a:gd name="connsiteY306" fmla="*/ 4037 h 1010399"/>
                <a:gd name="connsiteX307" fmla="*/ 172930 w 1109339"/>
                <a:gd name="connsiteY307" fmla="*/ 1716 h 1010399"/>
                <a:gd name="connsiteX308" fmla="*/ 170036 w 1109339"/>
                <a:gd name="connsiteY308" fmla="*/ 572 h 1010399"/>
                <a:gd name="connsiteX309" fmla="*/ 164684 w 1109339"/>
                <a:gd name="connsiteY309" fmla="*/ 0 h 1010399"/>
                <a:gd name="connsiteX310" fmla="*/ 158896 w 1109339"/>
                <a:gd name="connsiteY310" fmla="*/ 0 h 1010399"/>
                <a:gd name="connsiteX311" fmla="*/ 145434 w 1109339"/>
                <a:gd name="connsiteY311" fmla="*/ 0 h 1010399"/>
                <a:gd name="connsiteX312" fmla="*/ 141530 w 1109339"/>
                <a:gd name="connsiteY312" fmla="*/ 0 h 1010399"/>
                <a:gd name="connsiteX313" fmla="*/ 136314 w 1109339"/>
                <a:gd name="connsiteY313" fmla="*/ 0 h 1010399"/>
                <a:gd name="connsiteX314" fmla="*/ 129347 w 1109339"/>
                <a:gd name="connsiteY314" fmla="*/ 0 h 1010399"/>
                <a:gd name="connsiteX315" fmla="*/ 118174 w 1109339"/>
                <a:gd name="connsiteY315" fmla="*/ 1009 h 1010399"/>
                <a:gd name="connsiteX316" fmla="*/ 115280 w 1109339"/>
                <a:gd name="connsiteY316" fmla="*/ 3633 h 1010399"/>
                <a:gd name="connsiteX317" fmla="*/ 110501 w 1109339"/>
                <a:gd name="connsiteY317" fmla="*/ 7535 h 1010399"/>
                <a:gd name="connsiteX318" fmla="*/ 103265 w 1109339"/>
                <a:gd name="connsiteY318" fmla="*/ 10294 h 1010399"/>
                <a:gd name="connsiteX319" fmla="*/ 98620 w 1109339"/>
                <a:gd name="connsiteY319" fmla="*/ 12884 h 1010399"/>
                <a:gd name="connsiteX320" fmla="*/ 89770 w 1109339"/>
                <a:gd name="connsiteY320" fmla="*/ 12009 h 1010399"/>
                <a:gd name="connsiteX321" fmla="*/ 82534 w 1109339"/>
                <a:gd name="connsiteY321" fmla="*/ 9823 h 1010399"/>
                <a:gd name="connsiteX322" fmla="*/ 76880 w 1109339"/>
                <a:gd name="connsiteY322" fmla="*/ 9957 h 1010399"/>
                <a:gd name="connsiteX323" fmla="*/ 71798 w 1109339"/>
                <a:gd name="connsiteY323" fmla="*/ 10832 h 1010399"/>
                <a:gd name="connsiteX324" fmla="*/ 70485 w 1109339"/>
                <a:gd name="connsiteY324" fmla="*/ 12850 h 1010399"/>
                <a:gd name="connsiteX325" fmla="*/ 69476 w 1109339"/>
                <a:gd name="connsiteY325" fmla="*/ 13994 h 1010399"/>
                <a:gd name="connsiteX326" fmla="*/ 66447 w 1109339"/>
                <a:gd name="connsiteY326" fmla="*/ 15003 h 1010399"/>
                <a:gd name="connsiteX327" fmla="*/ 62408 w 1109339"/>
                <a:gd name="connsiteY327" fmla="*/ 16753 h 1010399"/>
                <a:gd name="connsiteX328" fmla="*/ 55004 w 1109339"/>
                <a:gd name="connsiteY328" fmla="*/ 16887 h 1010399"/>
                <a:gd name="connsiteX329" fmla="*/ 51235 w 1109339"/>
                <a:gd name="connsiteY329" fmla="*/ 17459 h 1010399"/>
                <a:gd name="connsiteX330" fmla="*/ 50225 w 1109339"/>
                <a:gd name="connsiteY330" fmla="*/ 18905 h 1010399"/>
                <a:gd name="connsiteX331" fmla="*/ 46456 w 1109339"/>
                <a:gd name="connsiteY331" fmla="*/ 20789 h 1010399"/>
                <a:gd name="connsiteX332" fmla="*/ 44706 w 1109339"/>
                <a:gd name="connsiteY332" fmla="*/ 22539 h 1010399"/>
                <a:gd name="connsiteX333" fmla="*/ 41677 w 1109339"/>
                <a:gd name="connsiteY333" fmla="*/ 23548 h 1010399"/>
                <a:gd name="connsiteX334" fmla="*/ 36764 w 1109339"/>
                <a:gd name="connsiteY334" fmla="*/ 23413 h 1010399"/>
                <a:gd name="connsiteX335" fmla="*/ 34441 w 1109339"/>
                <a:gd name="connsiteY335" fmla="*/ 21967 h 1010399"/>
                <a:gd name="connsiteX336" fmla="*/ 29797 w 1109339"/>
                <a:gd name="connsiteY336" fmla="*/ 19948 h 1010399"/>
                <a:gd name="connsiteX337" fmla="*/ 27643 w 1109339"/>
                <a:gd name="connsiteY337" fmla="*/ 20957 h 1010399"/>
                <a:gd name="connsiteX338" fmla="*/ 22258 w 1109339"/>
                <a:gd name="connsiteY338" fmla="*/ 26744 h 1010399"/>
                <a:gd name="connsiteX339" fmla="*/ 20677 w 1109339"/>
                <a:gd name="connsiteY339" fmla="*/ 28055 h 1010399"/>
                <a:gd name="connsiteX340" fmla="*/ 17782 w 1109339"/>
                <a:gd name="connsiteY340" fmla="*/ 30511 h 1010399"/>
                <a:gd name="connsiteX341" fmla="*/ 14585 w 1109339"/>
                <a:gd name="connsiteY341" fmla="*/ 32832 h 1010399"/>
                <a:gd name="connsiteX342" fmla="*/ 13710 w 1109339"/>
                <a:gd name="connsiteY342" fmla="*/ 34716 h 1010399"/>
                <a:gd name="connsiteX343" fmla="*/ 13710 w 1109339"/>
                <a:gd name="connsiteY343" fmla="*/ 39056 h 1010399"/>
                <a:gd name="connsiteX344" fmla="*/ 17412 w 1109339"/>
                <a:gd name="connsiteY344" fmla="*/ 43092 h 1010399"/>
                <a:gd name="connsiteX345" fmla="*/ 23167 w 1109339"/>
                <a:gd name="connsiteY345" fmla="*/ 47768 h 1010399"/>
                <a:gd name="connsiteX346" fmla="*/ 26869 w 1109339"/>
                <a:gd name="connsiteY346" fmla="*/ 52781 h 1010399"/>
                <a:gd name="connsiteX347" fmla="*/ 31446 w 1109339"/>
                <a:gd name="connsiteY347" fmla="*/ 56582 h 1010399"/>
                <a:gd name="connsiteX348" fmla="*/ 35249 w 1109339"/>
                <a:gd name="connsiteY348" fmla="*/ 60383 h 1010399"/>
                <a:gd name="connsiteX349" fmla="*/ 36124 w 1109339"/>
                <a:gd name="connsiteY349" fmla="*/ 62334 h 1010399"/>
                <a:gd name="connsiteX350" fmla="*/ 37975 w 1109339"/>
                <a:gd name="connsiteY350" fmla="*/ 64824 h 1010399"/>
                <a:gd name="connsiteX351" fmla="*/ 37672 w 1109339"/>
                <a:gd name="connsiteY351" fmla="*/ 67010 h 1010399"/>
                <a:gd name="connsiteX352" fmla="*/ 34408 w 1109339"/>
                <a:gd name="connsiteY352" fmla="*/ 69399 h 1010399"/>
                <a:gd name="connsiteX353" fmla="*/ 30403 w 1109339"/>
                <a:gd name="connsiteY353" fmla="*/ 71148 h 1010399"/>
                <a:gd name="connsiteX354" fmla="*/ 28653 w 1109339"/>
                <a:gd name="connsiteY354" fmla="*/ 72022 h 1010399"/>
                <a:gd name="connsiteX355" fmla="*/ 26802 w 1109339"/>
                <a:gd name="connsiteY355" fmla="*/ 73637 h 1010399"/>
                <a:gd name="connsiteX356" fmla="*/ 27576 w 1109339"/>
                <a:gd name="connsiteY356" fmla="*/ 78515 h 1010399"/>
                <a:gd name="connsiteX357" fmla="*/ 28451 w 1109339"/>
                <a:gd name="connsiteY357" fmla="*/ 79591 h 1010399"/>
                <a:gd name="connsiteX358" fmla="*/ 28114 w 1109339"/>
                <a:gd name="connsiteY358" fmla="*/ 82854 h 1010399"/>
                <a:gd name="connsiteX359" fmla="*/ 26903 w 1109339"/>
                <a:gd name="connsiteY359" fmla="*/ 85882 h 1010399"/>
                <a:gd name="connsiteX360" fmla="*/ 25691 w 1109339"/>
                <a:gd name="connsiteY360" fmla="*/ 88169 h 1010399"/>
                <a:gd name="connsiteX361" fmla="*/ 24278 w 1109339"/>
                <a:gd name="connsiteY361" fmla="*/ 90793 h 1010399"/>
                <a:gd name="connsiteX362" fmla="*/ 21013 w 1109339"/>
                <a:gd name="connsiteY362" fmla="*/ 93384 h 1010399"/>
                <a:gd name="connsiteX363" fmla="*/ 19936 w 1109339"/>
                <a:gd name="connsiteY363" fmla="*/ 96008 h 1010399"/>
                <a:gd name="connsiteX364" fmla="*/ 18422 w 1109339"/>
                <a:gd name="connsiteY364" fmla="*/ 98060 h 1010399"/>
                <a:gd name="connsiteX365" fmla="*/ 14383 w 1109339"/>
                <a:gd name="connsiteY365" fmla="*/ 101087 h 1010399"/>
                <a:gd name="connsiteX366" fmla="*/ 9941 w 1109339"/>
                <a:gd name="connsiteY366" fmla="*/ 102735 h 1010399"/>
                <a:gd name="connsiteX367" fmla="*/ 8426 w 1109339"/>
                <a:gd name="connsiteY367" fmla="*/ 105326 h 1010399"/>
                <a:gd name="connsiteX368" fmla="*/ 10614 w 1109339"/>
                <a:gd name="connsiteY368" fmla="*/ 106402 h 1010399"/>
                <a:gd name="connsiteX369" fmla="*/ 11253 w 1109339"/>
                <a:gd name="connsiteY369" fmla="*/ 108151 h 1010399"/>
                <a:gd name="connsiteX370" fmla="*/ 10614 w 1109339"/>
                <a:gd name="connsiteY370" fmla="*/ 109228 h 1010399"/>
                <a:gd name="connsiteX371" fmla="*/ 7013 w 1109339"/>
                <a:gd name="connsiteY371" fmla="*/ 113466 h 1010399"/>
                <a:gd name="connsiteX372" fmla="*/ 4623 w 1109339"/>
                <a:gd name="connsiteY372" fmla="*/ 114980 h 1010399"/>
                <a:gd name="connsiteX373" fmla="*/ 1258 w 1109339"/>
                <a:gd name="connsiteY373" fmla="*/ 116494 h 1010399"/>
                <a:gd name="connsiteX374" fmla="*/ 1258 w 1109339"/>
                <a:gd name="connsiteY374" fmla="*/ 117907 h 1010399"/>
                <a:gd name="connsiteX375" fmla="*/ 80 w 1109339"/>
                <a:gd name="connsiteY375" fmla="*/ 123659 h 1010399"/>
                <a:gd name="connsiteX376" fmla="*/ 1258 w 1109339"/>
                <a:gd name="connsiteY376" fmla="*/ 124433 h 1010399"/>
                <a:gd name="connsiteX377" fmla="*/ 6710 w 1109339"/>
                <a:gd name="connsiteY377" fmla="*/ 122381 h 1010399"/>
                <a:gd name="connsiteX378" fmla="*/ 8999 w 1109339"/>
                <a:gd name="connsiteY378" fmla="*/ 121944 h 1010399"/>
                <a:gd name="connsiteX379" fmla="*/ 12162 w 1109339"/>
                <a:gd name="connsiteY379" fmla="*/ 121742 h 1010399"/>
                <a:gd name="connsiteX380" fmla="*/ 15090 w 1109339"/>
                <a:gd name="connsiteY380" fmla="*/ 124568 h 1010399"/>
                <a:gd name="connsiteX381" fmla="*/ 16604 w 1109339"/>
                <a:gd name="connsiteY381" fmla="*/ 126956 h 1010399"/>
                <a:gd name="connsiteX382" fmla="*/ 18455 w 1109339"/>
                <a:gd name="connsiteY382" fmla="*/ 127730 h 1010399"/>
                <a:gd name="connsiteX383" fmla="*/ 22797 w 1109339"/>
                <a:gd name="connsiteY383" fmla="*/ 130993 h 1010399"/>
                <a:gd name="connsiteX384" fmla="*/ 28552 w 1109339"/>
                <a:gd name="connsiteY384" fmla="*/ 130454 h 1010399"/>
                <a:gd name="connsiteX385" fmla="*/ 30302 w 1109339"/>
                <a:gd name="connsiteY385" fmla="*/ 129143 h 1010399"/>
                <a:gd name="connsiteX386" fmla="*/ 33667 w 1109339"/>
                <a:gd name="connsiteY386" fmla="*/ 128268 h 1010399"/>
                <a:gd name="connsiteX387" fmla="*/ 38009 w 1109339"/>
                <a:gd name="connsiteY387" fmla="*/ 128032 h 1010399"/>
                <a:gd name="connsiteX388" fmla="*/ 40937 w 1109339"/>
                <a:gd name="connsiteY388" fmla="*/ 129681 h 1010399"/>
                <a:gd name="connsiteX389" fmla="*/ 41374 w 1109339"/>
                <a:gd name="connsiteY389" fmla="*/ 133045 h 1010399"/>
                <a:gd name="connsiteX390" fmla="*/ 41475 w 1109339"/>
                <a:gd name="connsiteY390" fmla="*/ 135770 h 1010399"/>
                <a:gd name="connsiteX391" fmla="*/ 42249 w 1109339"/>
                <a:gd name="connsiteY391" fmla="*/ 137822 h 1010399"/>
                <a:gd name="connsiteX392" fmla="*/ 44302 w 1109339"/>
                <a:gd name="connsiteY392" fmla="*/ 140647 h 1010399"/>
                <a:gd name="connsiteX393" fmla="*/ 46153 w 1109339"/>
                <a:gd name="connsiteY393" fmla="*/ 141858 h 1010399"/>
                <a:gd name="connsiteX394" fmla="*/ 48004 w 1109339"/>
                <a:gd name="connsiteY394" fmla="*/ 143709 h 1010399"/>
                <a:gd name="connsiteX395" fmla="*/ 50629 w 1109339"/>
                <a:gd name="connsiteY395" fmla="*/ 144785 h 1010399"/>
                <a:gd name="connsiteX396" fmla="*/ 53120 w 1109339"/>
                <a:gd name="connsiteY396" fmla="*/ 144449 h 1010399"/>
                <a:gd name="connsiteX397" fmla="*/ 56283 w 1109339"/>
                <a:gd name="connsiteY397" fmla="*/ 144112 h 1010399"/>
                <a:gd name="connsiteX398" fmla="*/ 57697 w 1109339"/>
                <a:gd name="connsiteY398" fmla="*/ 143473 h 1010399"/>
                <a:gd name="connsiteX399" fmla="*/ 60423 w 1109339"/>
                <a:gd name="connsiteY399" fmla="*/ 141522 h 1010399"/>
                <a:gd name="connsiteX400" fmla="*/ 61298 w 1109339"/>
                <a:gd name="connsiteY400" fmla="*/ 139907 h 1010399"/>
                <a:gd name="connsiteX401" fmla="*/ 58908 w 1109339"/>
                <a:gd name="connsiteY401" fmla="*/ 135568 h 1010399"/>
                <a:gd name="connsiteX402" fmla="*/ 60995 w 1109339"/>
                <a:gd name="connsiteY402" fmla="*/ 134592 h 1010399"/>
                <a:gd name="connsiteX403" fmla="*/ 63048 w 1109339"/>
                <a:gd name="connsiteY403" fmla="*/ 134155 h 1010399"/>
                <a:gd name="connsiteX404" fmla="*/ 64461 w 1109339"/>
                <a:gd name="connsiteY404" fmla="*/ 132977 h 1010399"/>
                <a:gd name="connsiteX405" fmla="*/ 65538 w 1109339"/>
                <a:gd name="connsiteY405" fmla="*/ 130253 h 1010399"/>
                <a:gd name="connsiteX406" fmla="*/ 66514 w 1109339"/>
                <a:gd name="connsiteY406" fmla="*/ 126653 h 1010399"/>
                <a:gd name="connsiteX407" fmla="*/ 67153 w 1109339"/>
                <a:gd name="connsiteY407" fmla="*/ 125139 h 1010399"/>
                <a:gd name="connsiteX408" fmla="*/ 68567 w 1109339"/>
                <a:gd name="connsiteY408" fmla="*/ 122415 h 1010399"/>
                <a:gd name="connsiteX409" fmla="*/ 69543 w 1109339"/>
                <a:gd name="connsiteY409" fmla="*/ 119589 h 1010399"/>
                <a:gd name="connsiteX410" fmla="*/ 70855 w 1109339"/>
                <a:gd name="connsiteY410" fmla="*/ 116326 h 1010399"/>
                <a:gd name="connsiteX411" fmla="*/ 72909 w 1109339"/>
                <a:gd name="connsiteY411" fmla="*/ 115989 h 1010399"/>
                <a:gd name="connsiteX412" fmla="*/ 73985 w 1109339"/>
                <a:gd name="connsiteY412" fmla="*/ 116528 h 1010399"/>
                <a:gd name="connsiteX413" fmla="*/ 76375 w 1109339"/>
                <a:gd name="connsiteY413" fmla="*/ 118714 h 1010399"/>
                <a:gd name="connsiteX414" fmla="*/ 79101 w 1109339"/>
                <a:gd name="connsiteY414" fmla="*/ 120665 h 1010399"/>
                <a:gd name="connsiteX415" fmla="*/ 81827 w 1109339"/>
                <a:gd name="connsiteY415" fmla="*/ 121439 h 1010399"/>
                <a:gd name="connsiteX416" fmla="*/ 83476 w 1109339"/>
                <a:gd name="connsiteY416" fmla="*/ 122650 h 1010399"/>
                <a:gd name="connsiteX417" fmla="*/ 84553 w 1109339"/>
                <a:gd name="connsiteY417" fmla="*/ 124938 h 1010399"/>
                <a:gd name="connsiteX418" fmla="*/ 85630 w 1109339"/>
                <a:gd name="connsiteY418" fmla="*/ 127124 h 1010399"/>
                <a:gd name="connsiteX419" fmla="*/ 87683 w 1109339"/>
                <a:gd name="connsiteY419" fmla="*/ 129614 h 1010399"/>
                <a:gd name="connsiteX420" fmla="*/ 88659 w 1109339"/>
                <a:gd name="connsiteY420" fmla="*/ 130825 h 1010399"/>
                <a:gd name="connsiteX421" fmla="*/ 89870 w 1109339"/>
                <a:gd name="connsiteY421" fmla="*/ 133112 h 1010399"/>
                <a:gd name="connsiteX422" fmla="*/ 90846 w 1109339"/>
                <a:gd name="connsiteY422" fmla="*/ 134424 h 1010399"/>
                <a:gd name="connsiteX423" fmla="*/ 91587 w 1109339"/>
                <a:gd name="connsiteY423" fmla="*/ 136476 h 1010399"/>
                <a:gd name="connsiteX424" fmla="*/ 91688 w 1109339"/>
                <a:gd name="connsiteY424" fmla="*/ 138326 h 1010399"/>
                <a:gd name="connsiteX425" fmla="*/ 93640 w 1109339"/>
                <a:gd name="connsiteY425" fmla="*/ 140277 h 1010399"/>
                <a:gd name="connsiteX426" fmla="*/ 96029 w 1109339"/>
                <a:gd name="connsiteY426" fmla="*/ 140176 h 1010399"/>
                <a:gd name="connsiteX427" fmla="*/ 98957 w 1109339"/>
                <a:gd name="connsiteY427" fmla="*/ 140715 h 1010399"/>
                <a:gd name="connsiteX428" fmla="*/ 103198 w 1109339"/>
                <a:gd name="connsiteY428" fmla="*/ 138663 h 1010399"/>
                <a:gd name="connsiteX429" fmla="*/ 104947 w 1109339"/>
                <a:gd name="connsiteY429" fmla="*/ 136375 h 1010399"/>
                <a:gd name="connsiteX430" fmla="*/ 107236 w 1109339"/>
                <a:gd name="connsiteY430" fmla="*/ 136711 h 1010399"/>
                <a:gd name="connsiteX431" fmla="*/ 111578 w 1109339"/>
                <a:gd name="connsiteY431" fmla="*/ 136913 h 1010399"/>
                <a:gd name="connsiteX432" fmla="*/ 116996 w 1109339"/>
                <a:gd name="connsiteY432" fmla="*/ 138427 h 1010399"/>
                <a:gd name="connsiteX433" fmla="*/ 119486 w 1109339"/>
                <a:gd name="connsiteY433" fmla="*/ 139941 h 1010399"/>
                <a:gd name="connsiteX434" fmla="*/ 120260 w 1109339"/>
                <a:gd name="connsiteY434" fmla="*/ 141152 h 1010399"/>
                <a:gd name="connsiteX435" fmla="*/ 119924 w 1109339"/>
                <a:gd name="connsiteY435" fmla="*/ 142228 h 1010399"/>
                <a:gd name="connsiteX436" fmla="*/ 116660 w 1109339"/>
                <a:gd name="connsiteY436" fmla="*/ 143843 h 1010399"/>
                <a:gd name="connsiteX437" fmla="*/ 114909 w 1109339"/>
                <a:gd name="connsiteY437" fmla="*/ 145693 h 1010399"/>
                <a:gd name="connsiteX438" fmla="*/ 111443 w 1109339"/>
                <a:gd name="connsiteY438" fmla="*/ 147543 h 1010399"/>
                <a:gd name="connsiteX439" fmla="*/ 110366 w 1109339"/>
                <a:gd name="connsiteY439" fmla="*/ 150806 h 1010399"/>
                <a:gd name="connsiteX440" fmla="*/ 110568 w 1109339"/>
                <a:gd name="connsiteY440" fmla="*/ 154507 h 1010399"/>
                <a:gd name="connsiteX441" fmla="*/ 111645 w 1109339"/>
                <a:gd name="connsiteY441" fmla="*/ 155045 h 1010399"/>
                <a:gd name="connsiteX442" fmla="*/ 114573 w 1109339"/>
                <a:gd name="connsiteY442" fmla="*/ 159284 h 1010399"/>
                <a:gd name="connsiteX443" fmla="*/ 115986 w 1109339"/>
                <a:gd name="connsiteY443" fmla="*/ 161773 h 1010399"/>
                <a:gd name="connsiteX444" fmla="*/ 116962 w 1109339"/>
                <a:gd name="connsiteY444" fmla="*/ 165036 h 1010399"/>
                <a:gd name="connsiteX445" fmla="*/ 117501 w 1109339"/>
                <a:gd name="connsiteY445" fmla="*/ 168299 h 1010399"/>
                <a:gd name="connsiteX446" fmla="*/ 117837 w 1109339"/>
                <a:gd name="connsiteY446" fmla="*/ 171764 h 1010399"/>
                <a:gd name="connsiteX447" fmla="*/ 119688 w 1109339"/>
                <a:gd name="connsiteY447" fmla="*/ 174590 h 1010399"/>
                <a:gd name="connsiteX448" fmla="*/ 122515 w 1109339"/>
                <a:gd name="connsiteY448" fmla="*/ 177954 h 1010399"/>
                <a:gd name="connsiteX449" fmla="*/ 123929 w 1109339"/>
                <a:gd name="connsiteY449" fmla="*/ 180981 h 1010399"/>
                <a:gd name="connsiteX450" fmla="*/ 123592 w 1109339"/>
                <a:gd name="connsiteY450" fmla="*/ 183269 h 1010399"/>
                <a:gd name="connsiteX451" fmla="*/ 123929 w 1109339"/>
                <a:gd name="connsiteY451" fmla="*/ 187709 h 1010399"/>
                <a:gd name="connsiteX452" fmla="*/ 126318 w 1109339"/>
                <a:gd name="connsiteY452" fmla="*/ 190871 h 1010399"/>
                <a:gd name="connsiteX453" fmla="*/ 129818 w 1109339"/>
                <a:gd name="connsiteY453" fmla="*/ 193798 h 1010399"/>
                <a:gd name="connsiteX454" fmla="*/ 132309 w 1109339"/>
                <a:gd name="connsiteY454" fmla="*/ 195749 h 1010399"/>
                <a:gd name="connsiteX455" fmla="*/ 132208 w 1109339"/>
                <a:gd name="connsiteY455" fmla="*/ 198339 h 1010399"/>
                <a:gd name="connsiteX456" fmla="*/ 136549 w 1109339"/>
                <a:gd name="connsiteY456" fmla="*/ 203789 h 1010399"/>
                <a:gd name="connsiteX457" fmla="*/ 139578 w 1109339"/>
                <a:gd name="connsiteY457" fmla="*/ 206278 h 1010399"/>
                <a:gd name="connsiteX458" fmla="*/ 140083 w 1109339"/>
                <a:gd name="connsiteY458" fmla="*/ 216168 h 1010399"/>
                <a:gd name="connsiteX459" fmla="*/ 138939 w 1109339"/>
                <a:gd name="connsiteY459" fmla="*/ 221181 h 1010399"/>
                <a:gd name="connsiteX460" fmla="*/ 138939 w 1109339"/>
                <a:gd name="connsiteY460" fmla="*/ 226832 h 1010399"/>
                <a:gd name="connsiteX461" fmla="*/ 139376 w 1109339"/>
                <a:gd name="connsiteY461" fmla="*/ 228447 h 1010399"/>
                <a:gd name="connsiteX462" fmla="*/ 145232 w 1109339"/>
                <a:gd name="connsiteY462" fmla="*/ 229658 h 1010399"/>
                <a:gd name="connsiteX463" fmla="*/ 146444 w 1109339"/>
                <a:gd name="connsiteY463" fmla="*/ 229658 h 1010399"/>
                <a:gd name="connsiteX464" fmla="*/ 149170 w 1109339"/>
                <a:gd name="connsiteY464" fmla="*/ 233022 h 1010399"/>
                <a:gd name="connsiteX465" fmla="*/ 149170 w 1109339"/>
                <a:gd name="connsiteY465" fmla="*/ 234872 h 1010399"/>
                <a:gd name="connsiteX466" fmla="*/ 154723 w 1109339"/>
                <a:gd name="connsiteY466" fmla="*/ 234435 h 1010399"/>
                <a:gd name="connsiteX467" fmla="*/ 154723 w 1109339"/>
                <a:gd name="connsiteY467" fmla="*/ 239312 h 1010399"/>
                <a:gd name="connsiteX468" fmla="*/ 160814 w 1109339"/>
                <a:gd name="connsiteY468" fmla="*/ 236588 h 1010399"/>
                <a:gd name="connsiteX469" fmla="*/ 164617 w 1109339"/>
                <a:gd name="connsiteY469" fmla="*/ 236218 h 1010399"/>
                <a:gd name="connsiteX470" fmla="*/ 168959 w 1109339"/>
                <a:gd name="connsiteY470" fmla="*/ 240120 h 1010399"/>
                <a:gd name="connsiteX471" fmla="*/ 171146 w 1109339"/>
                <a:gd name="connsiteY471" fmla="*/ 243585 h 1010399"/>
                <a:gd name="connsiteX472" fmla="*/ 177675 w 1109339"/>
                <a:gd name="connsiteY472" fmla="*/ 237933 h 1010399"/>
                <a:gd name="connsiteX473" fmla="*/ 178988 w 1109339"/>
                <a:gd name="connsiteY473" fmla="*/ 235175 h 1010399"/>
                <a:gd name="connsiteX474" fmla="*/ 184473 w 1109339"/>
                <a:gd name="connsiteY474" fmla="*/ 231710 h 1010399"/>
                <a:gd name="connsiteX475" fmla="*/ 187671 w 1109339"/>
                <a:gd name="connsiteY475" fmla="*/ 227942 h 1010399"/>
                <a:gd name="connsiteX476" fmla="*/ 188983 w 1109339"/>
                <a:gd name="connsiteY476" fmla="*/ 224612 h 1010399"/>
                <a:gd name="connsiteX477" fmla="*/ 193493 w 1109339"/>
                <a:gd name="connsiteY477" fmla="*/ 222728 h 1010399"/>
                <a:gd name="connsiteX478" fmla="*/ 192753 w 1109339"/>
                <a:gd name="connsiteY478" fmla="*/ 219532 h 1010399"/>
                <a:gd name="connsiteX479" fmla="*/ 192315 w 1109339"/>
                <a:gd name="connsiteY479" fmla="*/ 215058 h 1010399"/>
                <a:gd name="connsiteX480" fmla="*/ 194637 w 1109339"/>
                <a:gd name="connsiteY480" fmla="*/ 214318 h 1010399"/>
                <a:gd name="connsiteX481" fmla="*/ 197969 w 1109339"/>
                <a:gd name="connsiteY481" fmla="*/ 218220 h 1010399"/>
                <a:gd name="connsiteX482" fmla="*/ 202176 w 1109339"/>
                <a:gd name="connsiteY482" fmla="*/ 221551 h 1010399"/>
                <a:gd name="connsiteX483" fmla="*/ 206382 w 1109339"/>
                <a:gd name="connsiteY483" fmla="*/ 224006 h 1010399"/>
                <a:gd name="connsiteX484" fmla="*/ 209849 w 1109339"/>
                <a:gd name="connsiteY484" fmla="*/ 224578 h 1010399"/>
                <a:gd name="connsiteX485" fmla="*/ 216512 w 1109339"/>
                <a:gd name="connsiteY485" fmla="*/ 225318 h 1010399"/>
                <a:gd name="connsiteX486" fmla="*/ 218969 w 1109339"/>
                <a:gd name="connsiteY486" fmla="*/ 226193 h 1010399"/>
                <a:gd name="connsiteX487" fmla="*/ 223042 w 1109339"/>
                <a:gd name="connsiteY487" fmla="*/ 226193 h 1010399"/>
                <a:gd name="connsiteX488" fmla="*/ 224186 w 1109339"/>
                <a:gd name="connsiteY488" fmla="*/ 229086 h 1010399"/>
                <a:gd name="connsiteX489" fmla="*/ 228393 w 1109339"/>
                <a:gd name="connsiteY489" fmla="*/ 228951 h 1010399"/>
                <a:gd name="connsiteX490" fmla="*/ 230278 w 1109339"/>
                <a:gd name="connsiteY490" fmla="*/ 226361 h 1010399"/>
                <a:gd name="connsiteX491" fmla="*/ 230849 w 1109339"/>
                <a:gd name="connsiteY491" fmla="*/ 223165 h 1010399"/>
                <a:gd name="connsiteX492" fmla="*/ 231724 w 1109339"/>
                <a:gd name="connsiteY492" fmla="*/ 221147 h 1010399"/>
                <a:gd name="connsiteX493" fmla="*/ 235359 w 1109339"/>
                <a:gd name="connsiteY493" fmla="*/ 220003 h 1010399"/>
                <a:gd name="connsiteX494" fmla="*/ 242157 w 1109339"/>
                <a:gd name="connsiteY494" fmla="*/ 220743 h 1010399"/>
                <a:gd name="connsiteX495" fmla="*/ 241888 w 1109339"/>
                <a:gd name="connsiteY495" fmla="*/ 222627 h 1010399"/>
                <a:gd name="connsiteX496" fmla="*/ 241585 w 1109339"/>
                <a:gd name="connsiteY496" fmla="*/ 224645 h 1010399"/>
                <a:gd name="connsiteX497" fmla="*/ 245657 w 1109339"/>
                <a:gd name="connsiteY497" fmla="*/ 225217 h 1010399"/>
                <a:gd name="connsiteX498" fmla="*/ 247542 w 1109339"/>
                <a:gd name="connsiteY498" fmla="*/ 224780 h 1010399"/>
                <a:gd name="connsiteX499" fmla="*/ 250437 w 1109339"/>
                <a:gd name="connsiteY499" fmla="*/ 222190 h 1010399"/>
                <a:gd name="connsiteX500" fmla="*/ 252456 w 1109339"/>
                <a:gd name="connsiteY500" fmla="*/ 224208 h 1010399"/>
                <a:gd name="connsiteX501" fmla="*/ 255485 w 1109339"/>
                <a:gd name="connsiteY501" fmla="*/ 217985 h 1010399"/>
                <a:gd name="connsiteX502" fmla="*/ 255485 w 1109339"/>
                <a:gd name="connsiteY502" fmla="*/ 216370 h 1010399"/>
                <a:gd name="connsiteX503" fmla="*/ 256629 w 1109339"/>
                <a:gd name="connsiteY503" fmla="*/ 211459 h 1010399"/>
                <a:gd name="connsiteX504" fmla="*/ 259658 w 1109339"/>
                <a:gd name="connsiteY504" fmla="*/ 211156 h 1010399"/>
                <a:gd name="connsiteX505" fmla="*/ 263865 w 1109339"/>
                <a:gd name="connsiteY505" fmla="*/ 212602 h 1010399"/>
                <a:gd name="connsiteX506" fmla="*/ 266624 w 1109339"/>
                <a:gd name="connsiteY506" fmla="*/ 214621 h 1010399"/>
                <a:gd name="connsiteX507" fmla="*/ 269384 w 1109339"/>
                <a:gd name="connsiteY507" fmla="*/ 216942 h 1010399"/>
                <a:gd name="connsiteX508" fmla="*/ 272413 w 1109339"/>
                <a:gd name="connsiteY508" fmla="*/ 218254 h 1010399"/>
                <a:gd name="connsiteX509" fmla="*/ 274163 w 1109339"/>
                <a:gd name="connsiteY509" fmla="*/ 215495 h 1010399"/>
                <a:gd name="connsiteX510" fmla="*/ 274196 w 1109339"/>
                <a:gd name="connsiteY510" fmla="*/ 213578 h 1010399"/>
                <a:gd name="connsiteX511" fmla="*/ 274432 w 1109339"/>
                <a:gd name="connsiteY511" fmla="*/ 211156 h 1010399"/>
                <a:gd name="connsiteX512" fmla="*/ 276889 w 1109339"/>
                <a:gd name="connsiteY512" fmla="*/ 208263 h 1010399"/>
                <a:gd name="connsiteX513" fmla="*/ 284999 w 1109339"/>
                <a:gd name="connsiteY513" fmla="*/ 204798 h 1010399"/>
                <a:gd name="connsiteX514" fmla="*/ 287759 w 1109339"/>
                <a:gd name="connsiteY514" fmla="*/ 199719 h 1010399"/>
                <a:gd name="connsiteX515" fmla="*/ 284697 w 1109339"/>
                <a:gd name="connsiteY515" fmla="*/ 194504 h 1010399"/>
                <a:gd name="connsiteX516" fmla="*/ 286312 w 1109339"/>
                <a:gd name="connsiteY516" fmla="*/ 192486 h 1010399"/>
                <a:gd name="connsiteX517" fmla="*/ 290654 w 1109339"/>
                <a:gd name="connsiteY517" fmla="*/ 192486 h 1010399"/>
                <a:gd name="connsiteX518" fmla="*/ 292909 w 1109339"/>
                <a:gd name="connsiteY518" fmla="*/ 195076 h 1010399"/>
                <a:gd name="connsiteX519" fmla="*/ 295433 w 1109339"/>
                <a:gd name="connsiteY519" fmla="*/ 192755 h 1010399"/>
                <a:gd name="connsiteX520" fmla="*/ 295433 w 1109339"/>
                <a:gd name="connsiteY520" fmla="*/ 188550 h 1010399"/>
                <a:gd name="connsiteX521" fmla="*/ 294558 w 1109339"/>
                <a:gd name="connsiteY521" fmla="*/ 187844 h 1010399"/>
                <a:gd name="connsiteX522" fmla="*/ 294827 w 1109339"/>
                <a:gd name="connsiteY522" fmla="*/ 184513 h 1010399"/>
                <a:gd name="connsiteX523" fmla="*/ 295567 w 1109339"/>
                <a:gd name="connsiteY523" fmla="*/ 182630 h 1010399"/>
                <a:gd name="connsiteX524" fmla="*/ 295567 w 1109339"/>
                <a:gd name="connsiteY524" fmla="*/ 177987 h 1010399"/>
                <a:gd name="connsiteX525" fmla="*/ 296274 w 1109339"/>
                <a:gd name="connsiteY525" fmla="*/ 175397 h 1010399"/>
                <a:gd name="connsiteX526" fmla="*/ 294827 w 1109339"/>
                <a:gd name="connsiteY526" fmla="*/ 173379 h 1010399"/>
                <a:gd name="connsiteX527" fmla="*/ 294389 w 1109339"/>
                <a:gd name="connsiteY527" fmla="*/ 171058 h 1010399"/>
                <a:gd name="connsiteX528" fmla="*/ 295567 w 1109339"/>
                <a:gd name="connsiteY528" fmla="*/ 169611 h 1010399"/>
                <a:gd name="connsiteX529" fmla="*/ 299202 w 1109339"/>
                <a:gd name="connsiteY529" fmla="*/ 169746 h 1010399"/>
                <a:gd name="connsiteX530" fmla="*/ 302264 w 1109339"/>
                <a:gd name="connsiteY530" fmla="*/ 171764 h 1010399"/>
                <a:gd name="connsiteX531" fmla="*/ 301827 w 1109339"/>
                <a:gd name="connsiteY531" fmla="*/ 175229 h 1010399"/>
                <a:gd name="connsiteX532" fmla="*/ 301255 w 1109339"/>
                <a:gd name="connsiteY532" fmla="*/ 178425 h 1010399"/>
                <a:gd name="connsiteX533" fmla="*/ 303274 w 1109339"/>
                <a:gd name="connsiteY533" fmla="*/ 180006 h 1010399"/>
                <a:gd name="connsiteX534" fmla="*/ 306606 w 1109339"/>
                <a:gd name="connsiteY534" fmla="*/ 178626 h 1010399"/>
                <a:gd name="connsiteX535" fmla="*/ 309063 w 1109339"/>
                <a:gd name="connsiteY535" fmla="*/ 177247 h 1010399"/>
                <a:gd name="connsiteX536" fmla="*/ 310173 w 1109339"/>
                <a:gd name="connsiteY536" fmla="*/ 177247 h 1010399"/>
                <a:gd name="connsiteX537" fmla="*/ 315390 w 1109339"/>
                <a:gd name="connsiteY537" fmla="*/ 178391 h 1010399"/>
                <a:gd name="connsiteX538" fmla="*/ 318721 w 1109339"/>
                <a:gd name="connsiteY538" fmla="*/ 180275 h 1010399"/>
                <a:gd name="connsiteX539" fmla="*/ 321178 w 1109339"/>
                <a:gd name="connsiteY539" fmla="*/ 182024 h 1010399"/>
                <a:gd name="connsiteX540" fmla="*/ 324376 w 1109339"/>
                <a:gd name="connsiteY540" fmla="*/ 183605 h 1010399"/>
                <a:gd name="connsiteX541" fmla="*/ 326395 w 1109339"/>
                <a:gd name="connsiteY541" fmla="*/ 184749 h 1010399"/>
                <a:gd name="connsiteX542" fmla="*/ 328145 w 1109339"/>
                <a:gd name="connsiteY542" fmla="*/ 186767 h 1010399"/>
                <a:gd name="connsiteX543" fmla="*/ 329457 w 1109339"/>
                <a:gd name="connsiteY543" fmla="*/ 189358 h 1010399"/>
                <a:gd name="connsiteX544" fmla="*/ 330198 w 1109339"/>
                <a:gd name="connsiteY544" fmla="*/ 190064 h 1010399"/>
                <a:gd name="connsiteX545" fmla="*/ 333227 w 1109339"/>
                <a:gd name="connsiteY545" fmla="*/ 192385 h 1010399"/>
                <a:gd name="connsiteX546" fmla="*/ 334808 w 1109339"/>
                <a:gd name="connsiteY546" fmla="*/ 193697 h 1010399"/>
                <a:gd name="connsiteX547" fmla="*/ 335381 w 1109339"/>
                <a:gd name="connsiteY547" fmla="*/ 197767 h 1010399"/>
                <a:gd name="connsiteX548" fmla="*/ 338275 w 1109339"/>
                <a:gd name="connsiteY548" fmla="*/ 200795 h 1010399"/>
                <a:gd name="connsiteX549" fmla="*/ 341607 w 1109339"/>
                <a:gd name="connsiteY549" fmla="*/ 201939 h 1010399"/>
                <a:gd name="connsiteX550" fmla="*/ 345511 w 1109339"/>
                <a:gd name="connsiteY550" fmla="*/ 203385 h 1010399"/>
                <a:gd name="connsiteX551" fmla="*/ 349280 w 1109339"/>
                <a:gd name="connsiteY551" fmla="*/ 208465 h 1010399"/>
                <a:gd name="connsiteX552" fmla="*/ 351367 w 1109339"/>
                <a:gd name="connsiteY552" fmla="*/ 211492 h 1010399"/>
                <a:gd name="connsiteX553" fmla="*/ 352746 w 1109339"/>
                <a:gd name="connsiteY553" fmla="*/ 213073 h 1010399"/>
                <a:gd name="connsiteX554" fmla="*/ 352746 w 1109339"/>
                <a:gd name="connsiteY554" fmla="*/ 216269 h 1010399"/>
                <a:gd name="connsiteX555" fmla="*/ 352443 w 1109339"/>
                <a:gd name="connsiteY555" fmla="*/ 218456 h 1010399"/>
                <a:gd name="connsiteX556" fmla="*/ 354193 w 1109339"/>
                <a:gd name="connsiteY556" fmla="*/ 220474 h 1010399"/>
                <a:gd name="connsiteX557" fmla="*/ 356381 w 1109339"/>
                <a:gd name="connsiteY557" fmla="*/ 220609 h 1010399"/>
                <a:gd name="connsiteX558" fmla="*/ 359578 w 1109339"/>
                <a:gd name="connsiteY558" fmla="*/ 221181 h 1010399"/>
                <a:gd name="connsiteX559" fmla="*/ 362035 w 1109339"/>
                <a:gd name="connsiteY559" fmla="*/ 224074 h 1010399"/>
                <a:gd name="connsiteX560" fmla="*/ 362776 w 1109339"/>
                <a:gd name="connsiteY560" fmla="*/ 227101 h 1010399"/>
                <a:gd name="connsiteX561" fmla="*/ 364222 w 1109339"/>
                <a:gd name="connsiteY561" fmla="*/ 229120 h 1010399"/>
                <a:gd name="connsiteX562" fmla="*/ 367689 w 1109339"/>
                <a:gd name="connsiteY562" fmla="*/ 228548 h 1010399"/>
                <a:gd name="connsiteX563" fmla="*/ 370011 w 1109339"/>
                <a:gd name="connsiteY563" fmla="*/ 227976 h 1010399"/>
                <a:gd name="connsiteX564" fmla="*/ 372031 w 1109339"/>
                <a:gd name="connsiteY564" fmla="*/ 227673 h 1010399"/>
                <a:gd name="connsiteX565" fmla="*/ 373780 w 1109339"/>
                <a:gd name="connsiteY565" fmla="*/ 229254 h 1010399"/>
                <a:gd name="connsiteX566" fmla="*/ 375665 w 1109339"/>
                <a:gd name="connsiteY566" fmla="*/ 231272 h 1010399"/>
                <a:gd name="connsiteX567" fmla="*/ 375665 w 1109339"/>
                <a:gd name="connsiteY567" fmla="*/ 234166 h 1010399"/>
                <a:gd name="connsiteX568" fmla="*/ 374353 w 1109339"/>
                <a:gd name="connsiteY568" fmla="*/ 236352 h 1010399"/>
                <a:gd name="connsiteX569" fmla="*/ 373780 w 1109339"/>
                <a:gd name="connsiteY569" fmla="*/ 239245 h 1010399"/>
                <a:gd name="connsiteX570" fmla="*/ 374521 w 1109339"/>
                <a:gd name="connsiteY570" fmla="*/ 242138 h 1010399"/>
                <a:gd name="connsiteX571" fmla="*/ 376271 w 1109339"/>
                <a:gd name="connsiteY571" fmla="*/ 244594 h 1010399"/>
                <a:gd name="connsiteX572" fmla="*/ 376574 w 1109339"/>
                <a:gd name="connsiteY572" fmla="*/ 247621 h 1010399"/>
                <a:gd name="connsiteX573" fmla="*/ 374689 w 1109339"/>
                <a:gd name="connsiteY573" fmla="*/ 250514 h 1010399"/>
                <a:gd name="connsiteX574" fmla="*/ 372939 w 1109339"/>
                <a:gd name="connsiteY574" fmla="*/ 252701 h 1010399"/>
                <a:gd name="connsiteX575" fmla="*/ 370617 w 1109339"/>
                <a:gd name="connsiteY575" fmla="*/ 254719 h 1010399"/>
                <a:gd name="connsiteX576" fmla="*/ 368295 w 1109339"/>
                <a:gd name="connsiteY576" fmla="*/ 256031 h 1010399"/>
                <a:gd name="connsiteX577" fmla="*/ 365670 w 1109339"/>
                <a:gd name="connsiteY577" fmla="*/ 257040 h 1010399"/>
                <a:gd name="connsiteX578" fmla="*/ 364088 w 1109339"/>
                <a:gd name="connsiteY578" fmla="*/ 259799 h 1010399"/>
                <a:gd name="connsiteX579" fmla="*/ 363785 w 1109339"/>
                <a:gd name="connsiteY579" fmla="*/ 261380 h 1010399"/>
                <a:gd name="connsiteX580" fmla="*/ 358703 w 1109339"/>
                <a:gd name="connsiteY580" fmla="*/ 263264 h 1010399"/>
                <a:gd name="connsiteX581" fmla="*/ 357391 w 1109339"/>
                <a:gd name="connsiteY581" fmla="*/ 265719 h 1010399"/>
                <a:gd name="connsiteX582" fmla="*/ 359275 w 1109339"/>
                <a:gd name="connsiteY582" fmla="*/ 269487 h 1010399"/>
                <a:gd name="connsiteX583" fmla="*/ 361867 w 1109339"/>
                <a:gd name="connsiteY583" fmla="*/ 273255 h 1010399"/>
                <a:gd name="connsiteX584" fmla="*/ 363011 w 1109339"/>
                <a:gd name="connsiteY584" fmla="*/ 275845 h 1010399"/>
                <a:gd name="connsiteX585" fmla="*/ 363583 w 1109339"/>
                <a:gd name="connsiteY585" fmla="*/ 277863 h 1010399"/>
                <a:gd name="connsiteX586" fmla="*/ 364458 w 1109339"/>
                <a:gd name="connsiteY586" fmla="*/ 282775 h 1010399"/>
                <a:gd name="connsiteX587" fmla="*/ 364155 w 1109339"/>
                <a:gd name="connsiteY587" fmla="*/ 289873 h 1010399"/>
                <a:gd name="connsiteX588" fmla="*/ 361261 w 1109339"/>
                <a:gd name="connsiteY588" fmla="*/ 293943 h 1010399"/>
                <a:gd name="connsiteX589" fmla="*/ 358636 w 1109339"/>
                <a:gd name="connsiteY589" fmla="*/ 297408 h 1010399"/>
                <a:gd name="connsiteX590" fmla="*/ 353285 w 1109339"/>
                <a:gd name="connsiteY590" fmla="*/ 300301 h 1010399"/>
                <a:gd name="connsiteX591" fmla="*/ 350963 w 1109339"/>
                <a:gd name="connsiteY591" fmla="*/ 301176 h 1010399"/>
                <a:gd name="connsiteX592" fmla="*/ 346621 w 1109339"/>
                <a:gd name="connsiteY592" fmla="*/ 301882 h 1010399"/>
                <a:gd name="connsiteX593" fmla="*/ 345881 w 1109339"/>
                <a:gd name="connsiteY593" fmla="*/ 306962 h 1010399"/>
                <a:gd name="connsiteX594" fmla="*/ 346015 w 1109339"/>
                <a:gd name="connsiteY594" fmla="*/ 310864 h 1010399"/>
                <a:gd name="connsiteX595" fmla="*/ 344568 w 1109339"/>
                <a:gd name="connsiteY595" fmla="*/ 317222 h 1010399"/>
                <a:gd name="connsiteX596" fmla="*/ 343693 w 1109339"/>
                <a:gd name="connsiteY596" fmla="*/ 323008 h 1010399"/>
                <a:gd name="connsiteX597" fmla="*/ 342953 w 1109339"/>
                <a:gd name="connsiteY597" fmla="*/ 324892 h 1010399"/>
                <a:gd name="connsiteX598" fmla="*/ 340059 w 1109339"/>
                <a:gd name="connsiteY598" fmla="*/ 332292 h 1010399"/>
                <a:gd name="connsiteX599" fmla="*/ 337030 w 1109339"/>
                <a:gd name="connsiteY599" fmla="*/ 335757 h 1010399"/>
                <a:gd name="connsiteX600" fmla="*/ 334135 w 1109339"/>
                <a:gd name="connsiteY600" fmla="*/ 338078 h 1010399"/>
                <a:gd name="connsiteX601" fmla="*/ 332991 w 1109339"/>
                <a:gd name="connsiteY601" fmla="*/ 341846 h 1010399"/>
                <a:gd name="connsiteX602" fmla="*/ 333563 w 1109339"/>
                <a:gd name="connsiteY602" fmla="*/ 346354 h 1010399"/>
                <a:gd name="connsiteX603" fmla="*/ 334270 w 1109339"/>
                <a:gd name="connsiteY603" fmla="*/ 349549 h 1010399"/>
                <a:gd name="connsiteX604" fmla="*/ 331678 w 1109339"/>
                <a:gd name="connsiteY604" fmla="*/ 353754 h 1010399"/>
                <a:gd name="connsiteX605" fmla="*/ 330231 w 1109339"/>
                <a:gd name="connsiteY605" fmla="*/ 356647 h 1010399"/>
                <a:gd name="connsiteX606" fmla="*/ 328919 w 1109339"/>
                <a:gd name="connsiteY606" fmla="*/ 361155 h 1010399"/>
                <a:gd name="connsiteX607" fmla="*/ 328784 w 1109339"/>
                <a:gd name="connsiteY607" fmla="*/ 365629 h 1010399"/>
                <a:gd name="connsiteX608" fmla="*/ 331376 w 1109339"/>
                <a:gd name="connsiteY608" fmla="*/ 373871 h 1010399"/>
                <a:gd name="connsiteX609" fmla="*/ 331948 w 1109339"/>
                <a:gd name="connsiteY609" fmla="*/ 378345 h 1010399"/>
                <a:gd name="connsiteX610" fmla="*/ 334405 w 1109339"/>
                <a:gd name="connsiteY610" fmla="*/ 382684 h 1010399"/>
                <a:gd name="connsiteX611" fmla="*/ 334270 w 1109339"/>
                <a:gd name="connsiteY611" fmla="*/ 385443 h 1010399"/>
                <a:gd name="connsiteX612" fmla="*/ 331510 w 1109339"/>
                <a:gd name="connsiteY612" fmla="*/ 389211 h 1010399"/>
                <a:gd name="connsiteX613" fmla="*/ 329323 w 1109339"/>
                <a:gd name="connsiteY613" fmla="*/ 390792 h 1010399"/>
                <a:gd name="connsiteX614" fmla="*/ 328448 w 1109339"/>
                <a:gd name="connsiteY614" fmla="*/ 393247 h 1010399"/>
                <a:gd name="connsiteX615" fmla="*/ 330333 w 1109339"/>
                <a:gd name="connsiteY615" fmla="*/ 397721 h 1010399"/>
                <a:gd name="connsiteX616" fmla="*/ 333530 w 1109339"/>
                <a:gd name="connsiteY616" fmla="*/ 401489 h 1010399"/>
                <a:gd name="connsiteX617" fmla="*/ 338309 w 1109339"/>
                <a:gd name="connsiteY617" fmla="*/ 405829 h 1010399"/>
                <a:gd name="connsiteX618" fmla="*/ 339890 w 1109339"/>
                <a:gd name="connsiteY618" fmla="*/ 409159 h 1010399"/>
                <a:gd name="connsiteX619" fmla="*/ 340328 w 1109339"/>
                <a:gd name="connsiteY619" fmla="*/ 410336 h 1010399"/>
                <a:gd name="connsiteX620" fmla="*/ 339015 w 1109339"/>
                <a:gd name="connsiteY620" fmla="*/ 412355 h 1010399"/>
                <a:gd name="connsiteX621" fmla="*/ 340463 w 1109339"/>
                <a:gd name="connsiteY621" fmla="*/ 415550 h 1010399"/>
                <a:gd name="connsiteX622" fmla="*/ 342212 w 1109339"/>
                <a:gd name="connsiteY622" fmla="*/ 418174 h 1010399"/>
                <a:gd name="connsiteX623" fmla="*/ 342078 w 1109339"/>
                <a:gd name="connsiteY623" fmla="*/ 421202 h 1010399"/>
                <a:gd name="connsiteX624" fmla="*/ 341640 w 1109339"/>
                <a:gd name="connsiteY624" fmla="*/ 424970 h 1010399"/>
                <a:gd name="connsiteX625" fmla="*/ 341203 w 1109339"/>
                <a:gd name="connsiteY625" fmla="*/ 428603 h 1010399"/>
                <a:gd name="connsiteX626" fmla="*/ 343525 w 1109339"/>
                <a:gd name="connsiteY626" fmla="*/ 434119 h 1010399"/>
                <a:gd name="connsiteX627" fmla="*/ 341068 w 1109339"/>
                <a:gd name="connsiteY627" fmla="*/ 439771 h 1010399"/>
                <a:gd name="connsiteX628" fmla="*/ 338309 w 1109339"/>
                <a:gd name="connsiteY628" fmla="*/ 445557 h 1010399"/>
                <a:gd name="connsiteX629" fmla="*/ 335280 w 1109339"/>
                <a:gd name="connsiteY629" fmla="*/ 448450 h 1010399"/>
                <a:gd name="connsiteX630" fmla="*/ 331510 w 1109339"/>
                <a:gd name="connsiteY630" fmla="*/ 449022 h 1010399"/>
                <a:gd name="connsiteX631" fmla="*/ 327169 w 1109339"/>
                <a:gd name="connsiteY631" fmla="*/ 446701 h 1010399"/>
                <a:gd name="connsiteX632" fmla="*/ 323534 w 1109339"/>
                <a:gd name="connsiteY632" fmla="*/ 443942 h 1010399"/>
                <a:gd name="connsiteX633" fmla="*/ 319462 w 1109339"/>
                <a:gd name="connsiteY633" fmla="*/ 443505 h 1010399"/>
                <a:gd name="connsiteX634" fmla="*/ 314952 w 1109339"/>
                <a:gd name="connsiteY634" fmla="*/ 444817 h 1010399"/>
                <a:gd name="connsiteX635" fmla="*/ 310039 w 1109339"/>
                <a:gd name="connsiteY635" fmla="*/ 448147 h 1010399"/>
                <a:gd name="connsiteX636" fmla="*/ 308457 w 1109339"/>
                <a:gd name="connsiteY636" fmla="*/ 454101 h 1010399"/>
                <a:gd name="connsiteX637" fmla="*/ 308457 w 1109339"/>
                <a:gd name="connsiteY637" fmla="*/ 457566 h 1010399"/>
                <a:gd name="connsiteX638" fmla="*/ 311049 w 1109339"/>
                <a:gd name="connsiteY638" fmla="*/ 460762 h 1010399"/>
                <a:gd name="connsiteX639" fmla="*/ 312361 w 1109339"/>
                <a:gd name="connsiteY639" fmla="*/ 464092 h 1010399"/>
                <a:gd name="connsiteX640" fmla="*/ 311486 w 1109339"/>
                <a:gd name="connsiteY640" fmla="*/ 467557 h 1010399"/>
                <a:gd name="connsiteX641" fmla="*/ 310341 w 1109339"/>
                <a:gd name="connsiteY641" fmla="*/ 470585 h 1010399"/>
                <a:gd name="connsiteX642" fmla="*/ 309601 w 1109339"/>
                <a:gd name="connsiteY642" fmla="*/ 473781 h 1010399"/>
                <a:gd name="connsiteX643" fmla="*/ 309029 w 1109339"/>
                <a:gd name="connsiteY643" fmla="*/ 474790 h 1010399"/>
                <a:gd name="connsiteX644" fmla="*/ 305697 w 1109339"/>
                <a:gd name="connsiteY644" fmla="*/ 477111 h 1010399"/>
                <a:gd name="connsiteX645" fmla="*/ 303678 w 1109339"/>
                <a:gd name="connsiteY645" fmla="*/ 479735 h 1010399"/>
                <a:gd name="connsiteX646" fmla="*/ 303240 w 1109339"/>
                <a:gd name="connsiteY646" fmla="*/ 482191 h 1010399"/>
                <a:gd name="connsiteX647" fmla="*/ 302668 w 1109339"/>
                <a:gd name="connsiteY647" fmla="*/ 487707 h 1010399"/>
                <a:gd name="connsiteX648" fmla="*/ 302365 w 1109339"/>
                <a:gd name="connsiteY648" fmla="*/ 491912 h 1010399"/>
                <a:gd name="connsiteX649" fmla="*/ 303240 w 1109339"/>
                <a:gd name="connsiteY649" fmla="*/ 496555 h 1010399"/>
                <a:gd name="connsiteX650" fmla="*/ 304418 w 1109339"/>
                <a:gd name="connsiteY650" fmla="*/ 502643 h 1010399"/>
                <a:gd name="connsiteX651" fmla="*/ 303543 w 1109339"/>
                <a:gd name="connsiteY651" fmla="*/ 510044 h 1010399"/>
                <a:gd name="connsiteX652" fmla="*/ 301356 w 1109339"/>
                <a:gd name="connsiteY652" fmla="*/ 511356 h 1010399"/>
                <a:gd name="connsiteX653" fmla="*/ 298461 w 1109339"/>
                <a:gd name="connsiteY653" fmla="*/ 515258 h 1010399"/>
                <a:gd name="connsiteX654" fmla="*/ 298327 w 1109339"/>
                <a:gd name="connsiteY654" fmla="*/ 517142 h 1010399"/>
                <a:gd name="connsiteX655" fmla="*/ 298764 w 1109339"/>
                <a:gd name="connsiteY655" fmla="*/ 519732 h 1010399"/>
                <a:gd name="connsiteX656" fmla="*/ 299067 w 1109339"/>
                <a:gd name="connsiteY656" fmla="*/ 522760 h 1010399"/>
                <a:gd name="connsiteX657" fmla="*/ 298630 w 1109339"/>
                <a:gd name="connsiteY657" fmla="*/ 524947 h 1010399"/>
                <a:gd name="connsiteX658" fmla="*/ 298361 w 1109339"/>
                <a:gd name="connsiteY658" fmla="*/ 532347 h 1010399"/>
                <a:gd name="connsiteX659" fmla="*/ 299942 w 1109339"/>
                <a:gd name="connsiteY659" fmla="*/ 535240 h 1010399"/>
                <a:gd name="connsiteX660" fmla="*/ 301086 w 1109339"/>
                <a:gd name="connsiteY660" fmla="*/ 539714 h 1010399"/>
                <a:gd name="connsiteX661" fmla="*/ 302702 w 1109339"/>
                <a:gd name="connsiteY661" fmla="*/ 542473 h 1010399"/>
                <a:gd name="connsiteX662" fmla="*/ 306034 w 1109339"/>
                <a:gd name="connsiteY662" fmla="*/ 543213 h 1010399"/>
                <a:gd name="connsiteX663" fmla="*/ 304889 w 1109339"/>
                <a:gd name="connsiteY663" fmla="*/ 545971 h 1010399"/>
                <a:gd name="connsiteX664" fmla="*/ 301860 w 1109339"/>
                <a:gd name="connsiteY664" fmla="*/ 547721 h 1010399"/>
                <a:gd name="connsiteX665" fmla="*/ 301995 w 1109339"/>
                <a:gd name="connsiteY665" fmla="*/ 551051 h 1010399"/>
                <a:gd name="connsiteX666" fmla="*/ 304014 w 1109339"/>
                <a:gd name="connsiteY666" fmla="*/ 554684 h 1010399"/>
                <a:gd name="connsiteX667" fmla="*/ 305024 w 1109339"/>
                <a:gd name="connsiteY667" fmla="*/ 557442 h 1010399"/>
                <a:gd name="connsiteX668" fmla="*/ 304587 w 1109339"/>
                <a:gd name="connsiteY668" fmla="*/ 561210 h 1010399"/>
                <a:gd name="connsiteX669" fmla="*/ 304587 w 1109339"/>
                <a:gd name="connsiteY669" fmla="*/ 564978 h 1010399"/>
                <a:gd name="connsiteX670" fmla="*/ 304721 w 1109339"/>
                <a:gd name="connsiteY670" fmla="*/ 568880 h 1010399"/>
                <a:gd name="connsiteX671" fmla="*/ 304014 w 1109339"/>
                <a:gd name="connsiteY671" fmla="*/ 572076 h 1010399"/>
                <a:gd name="connsiteX672" fmla="*/ 301120 w 1109339"/>
                <a:gd name="connsiteY672" fmla="*/ 570764 h 1010399"/>
                <a:gd name="connsiteX673" fmla="*/ 299808 w 1109339"/>
                <a:gd name="connsiteY673" fmla="*/ 568308 h 1010399"/>
                <a:gd name="connsiteX674" fmla="*/ 298226 w 1109339"/>
                <a:gd name="connsiteY674" fmla="*/ 565280 h 1010399"/>
                <a:gd name="connsiteX675" fmla="*/ 297082 w 1109339"/>
                <a:gd name="connsiteY675" fmla="*/ 562387 h 1010399"/>
                <a:gd name="connsiteX676" fmla="*/ 296207 w 1109339"/>
                <a:gd name="connsiteY676" fmla="*/ 560369 h 1010399"/>
                <a:gd name="connsiteX677" fmla="*/ 296072 w 1109339"/>
                <a:gd name="connsiteY677" fmla="*/ 558485 h 1010399"/>
                <a:gd name="connsiteX678" fmla="*/ 297082 w 1109339"/>
                <a:gd name="connsiteY678" fmla="*/ 557341 h 1010399"/>
                <a:gd name="connsiteX679" fmla="*/ 297216 w 1109339"/>
                <a:gd name="connsiteY679" fmla="*/ 554314 h 1010399"/>
                <a:gd name="connsiteX680" fmla="*/ 295332 w 1109339"/>
                <a:gd name="connsiteY680" fmla="*/ 553002 h 1010399"/>
                <a:gd name="connsiteX681" fmla="*/ 293750 w 1109339"/>
                <a:gd name="connsiteY681" fmla="*/ 551825 h 1010399"/>
                <a:gd name="connsiteX682" fmla="*/ 291293 w 1109339"/>
                <a:gd name="connsiteY682" fmla="*/ 551118 h 1010399"/>
                <a:gd name="connsiteX683" fmla="*/ 288399 w 1109339"/>
                <a:gd name="connsiteY683" fmla="*/ 548662 h 1010399"/>
                <a:gd name="connsiteX684" fmla="*/ 286379 w 1109339"/>
                <a:gd name="connsiteY684" fmla="*/ 545904 h 1010399"/>
                <a:gd name="connsiteX685" fmla="*/ 283754 w 1109339"/>
                <a:gd name="connsiteY685" fmla="*/ 543011 h 1010399"/>
                <a:gd name="connsiteX686" fmla="*/ 283182 w 1109339"/>
                <a:gd name="connsiteY686" fmla="*/ 541699 h 1010399"/>
                <a:gd name="connsiteX687" fmla="*/ 283048 w 1109339"/>
                <a:gd name="connsiteY687" fmla="*/ 537931 h 1010399"/>
                <a:gd name="connsiteX688" fmla="*/ 282779 w 1109339"/>
                <a:gd name="connsiteY688" fmla="*/ 536350 h 1010399"/>
                <a:gd name="connsiteX689" fmla="*/ 283216 w 1109339"/>
                <a:gd name="connsiteY689" fmla="*/ 534467 h 1010399"/>
                <a:gd name="connsiteX690" fmla="*/ 283654 w 1109339"/>
                <a:gd name="connsiteY690" fmla="*/ 532885 h 1010399"/>
                <a:gd name="connsiteX691" fmla="*/ 284225 w 1109339"/>
                <a:gd name="connsiteY691" fmla="*/ 529858 h 1010399"/>
                <a:gd name="connsiteX692" fmla="*/ 283788 w 1109339"/>
                <a:gd name="connsiteY692" fmla="*/ 526225 h 1010399"/>
                <a:gd name="connsiteX693" fmla="*/ 281466 w 1109339"/>
                <a:gd name="connsiteY693" fmla="*/ 524476 h 1010399"/>
                <a:gd name="connsiteX694" fmla="*/ 279447 w 1109339"/>
                <a:gd name="connsiteY694" fmla="*/ 521448 h 1010399"/>
                <a:gd name="connsiteX695" fmla="*/ 275678 w 1109339"/>
                <a:gd name="connsiteY695" fmla="*/ 516974 h 1010399"/>
                <a:gd name="connsiteX696" fmla="*/ 273086 w 1109339"/>
                <a:gd name="connsiteY696" fmla="*/ 519732 h 1010399"/>
                <a:gd name="connsiteX697" fmla="*/ 271639 w 1109339"/>
                <a:gd name="connsiteY697" fmla="*/ 522928 h 1010399"/>
                <a:gd name="connsiteX698" fmla="*/ 271504 w 1109339"/>
                <a:gd name="connsiteY698" fmla="*/ 526393 h 1010399"/>
                <a:gd name="connsiteX699" fmla="*/ 272951 w 1109339"/>
                <a:gd name="connsiteY699" fmla="*/ 529723 h 1010399"/>
                <a:gd name="connsiteX700" fmla="*/ 272514 w 1109339"/>
                <a:gd name="connsiteY700" fmla="*/ 531035 h 1010399"/>
                <a:gd name="connsiteX701" fmla="*/ 271201 w 1109339"/>
                <a:gd name="connsiteY701" fmla="*/ 534097 h 1010399"/>
                <a:gd name="connsiteX702" fmla="*/ 269620 w 1109339"/>
                <a:gd name="connsiteY702" fmla="*/ 535543 h 1010399"/>
                <a:gd name="connsiteX703" fmla="*/ 266725 w 1109339"/>
                <a:gd name="connsiteY703" fmla="*/ 536418 h 1010399"/>
                <a:gd name="connsiteX704" fmla="*/ 263965 w 1109339"/>
                <a:gd name="connsiteY704" fmla="*/ 538167 h 1010399"/>
                <a:gd name="connsiteX705" fmla="*/ 260499 w 1109339"/>
                <a:gd name="connsiteY705" fmla="*/ 540185 h 1010399"/>
                <a:gd name="connsiteX706" fmla="*/ 259792 w 1109339"/>
                <a:gd name="connsiteY706" fmla="*/ 542069 h 1010399"/>
                <a:gd name="connsiteX707" fmla="*/ 259220 w 1109339"/>
                <a:gd name="connsiteY707" fmla="*/ 545534 h 1010399"/>
                <a:gd name="connsiteX708" fmla="*/ 258480 w 1109339"/>
                <a:gd name="connsiteY708" fmla="*/ 546678 h 1010399"/>
                <a:gd name="connsiteX709" fmla="*/ 256595 w 1109339"/>
                <a:gd name="connsiteY709" fmla="*/ 549436 h 1010399"/>
                <a:gd name="connsiteX710" fmla="*/ 253701 w 1109339"/>
                <a:gd name="connsiteY710" fmla="*/ 550883 h 1010399"/>
                <a:gd name="connsiteX711" fmla="*/ 248922 w 1109339"/>
                <a:gd name="connsiteY711" fmla="*/ 554078 h 1010399"/>
                <a:gd name="connsiteX712" fmla="*/ 246734 w 1109339"/>
                <a:gd name="connsiteY712" fmla="*/ 558115 h 1010399"/>
                <a:gd name="connsiteX713" fmla="*/ 244581 w 1109339"/>
                <a:gd name="connsiteY713" fmla="*/ 561143 h 1010399"/>
                <a:gd name="connsiteX714" fmla="*/ 240811 w 1109339"/>
                <a:gd name="connsiteY714" fmla="*/ 565920 h 1010399"/>
                <a:gd name="connsiteX715" fmla="*/ 241686 w 1109339"/>
                <a:gd name="connsiteY715" fmla="*/ 569115 h 1010399"/>
                <a:gd name="connsiteX716" fmla="*/ 240542 w 1109339"/>
                <a:gd name="connsiteY716" fmla="*/ 571571 h 1010399"/>
                <a:gd name="connsiteX717" fmla="*/ 238085 w 1109339"/>
                <a:gd name="connsiteY717" fmla="*/ 575776 h 1010399"/>
                <a:gd name="connsiteX718" fmla="*/ 237075 w 1109339"/>
                <a:gd name="connsiteY718" fmla="*/ 577525 h 1010399"/>
                <a:gd name="connsiteX719" fmla="*/ 235326 w 1109339"/>
                <a:gd name="connsiteY719" fmla="*/ 579712 h 1010399"/>
                <a:gd name="connsiteX720" fmla="*/ 231994 w 1109339"/>
                <a:gd name="connsiteY720" fmla="*/ 583345 h 1010399"/>
                <a:gd name="connsiteX721" fmla="*/ 228359 w 1109339"/>
                <a:gd name="connsiteY721" fmla="*/ 586541 h 1010399"/>
                <a:gd name="connsiteX722" fmla="*/ 225330 w 1109339"/>
                <a:gd name="connsiteY722" fmla="*/ 588559 h 1010399"/>
                <a:gd name="connsiteX723" fmla="*/ 223311 w 1109339"/>
                <a:gd name="connsiteY723" fmla="*/ 589434 h 1010399"/>
                <a:gd name="connsiteX724" fmla="*/ 220551 w 1109339"/>
                <a:gd name="connsiteY724" fmla="*/ 590443 h 1010399"/>
                <a:gd name="connsiteX725" fmla="*/ 216210 w 1109339"/>
                <a:gd name="connsiteY725" fmla="*/ 592327 h 1010399"/>
                <a:gd name="connsiteX726" fmla="*/ 214460 w 1109339"/>
                <a:gd name="connsiteY726" fmla="*/ 594076 h 1010399"/>
                <a:gd name="connsiteX727" fmla="*/ 213585 w 1109339"/>
                <a:gd name="connsiteY727" fmla="*/ 597272 h 1010399"/>
                <a:gd name="connsiteX728" fmla="*/ 212878 w 1109339"/>
                <a:gd name="connsiteY728" fmla="*/ 598718 h 1010399"/>
                <a:gd name="connsiteX729" fmla="*/ 212306 w 1109339"/>
                <a:gd name="connsiteY729" fmla="*/ 601611 h 1010399"/>
                <a:gd name="connsiteX730" fmla="*/ 210993 w 1109339"/>
                <a:gd name="connsiteY730" fmla="*/ 605244 h 1010399"/>
                <a:gd name="connsiteX731" fmla="*/ 210724 w 1109339"/>
                <a:gd name="connsiteY731" fmla="*/ 605951 h 1010399"/>
                <a:gd name="connsiteX732" fmla="*/ 210286 w 1109339"/>
                <a:gd name="connsiteY732" fmla="*/ 609416 h 1010399"/>
                <a:gd name="connsiteX733" fmla="*/ 209714 w 1109339"/>
                <a:gd name="connsiteY733" fmla="*/ 611871 h 1010399"/>
                <a:gd name="connsiteX734" fmla="*/ 207123 w 1109339"/>
                <a:gd name="connsiteY734" fmla="*/ 613755 h 1010399"/>
                <a:gd name="connsiteX735" fmla="*/ 204532 w 1109339"/>
                <a:gd name="connsiteY735" fmla="*/ 614058 h 1010399"/>
                <a:gd name="connsiteX736" fmla="*/ 201334 w 1109339"/>
                <a:gd name="connsiteY736" fmla="*/ 613486 h 1010399"/>
                <a:gd name="connsiteX737" fmla="*/ 197868 w 1109339"/>
                <a:gd name="connsiteY737" fmla="*/ 615370 h 1010399"/>
                <a:gd name="connsiteX738" fmla="*/ 195243 w 1109339"/>
                <a:gd name="connsiteY738" fmla="*/ 619003 h 1010399"/>
                <a:gd name="connsiteX739" fmla="*/ 191339 w 1109339"/>
                <a:gd name="connsiteY739" fmla="*/ 621627 h 1010399"/>
                <a:gd name="connsiteX740" fmla="*/ 188310 w 1109339"/>
                <a:gd name="connsiteY740" fmla="*/ 623813 h 1010399"/>
                <a:gd name="connsiteX741" fmla="*/ 185416 w 1109339"/>
                <a:gd name="connsiteY741" fmla="*/ 626572 h 1010399"/>
                <a:gd name="connsiteX742" fmla="*/ 181209 w 1109339"/>
                <a:gd name="connsiteY742" fmla="*/ 629768 h 1010399"/>
                <a:gd name="connsiteX743" fmla="*/ 175420 w 1109339"/>
                <a:gd name="connsiteY743" fmla="*/ 634679 h 1010399"/>
                <a:gd name="connsiteX744" fmla="*/ 170338 w 1109339"/>
                <a:gd name="connsiteY744" fmla="*/ 638749 h 1010399"/>
                <a:gd name="connsiteX745" fmla="*/ 166872 w 1109339"/>
                <a:gd name="connsiteY745" fmla="*/ 642382 h 1010399"/>
                <a:gd name="connsiteX746" fmla="*/ 160646 w 1109339"/>
                <a:gd name="connsiteY746" fmla="*/ 647597 h 1010399"/>
                <a:gd name="connsiteX747" fmla="*/ 156002 w 1109339"/>
                <a:gd name="connsiteY747" fmla="*/ 649480 h 1010399"/>
                <a:gd name="connsiteX748" fmla="*/ 155429 w 1109339"/>
                <a:gd name="connsiteY748" fmla="*/ 653820 h 1010399"/>
                <a:gd name="connsiteX749" fmla="*/ 155867 w 1109339"/>
                <a:gd name="connsiteY749" fmla="*/ 657285 h 1010399"/>
                <a:gd name="connsiteX750" fmla="*/ 154723 w 1109339"/>
                <a:gd name="connsiteY750" fmla="*/ 662062 h 1010399"/>
                <a:gd name="connsiteX751" fmla="*/ 152973 w 1109339"/>
                <a:gd name="connsiteY751" fmla="*/ 666401 h 1010399"/>
                <a:gd name="connsiteX752" fmla="*/ 152838 w 1109339"/>
                <a:gd name="connsiteY752" fmla="*/ 667108 h 1010399"/>
                <a:gd name="connsiteX753" fmla="*/ 151694 w 1109339"/>
                <a:gd name="connsiteY753" fmla="*/ 671010 h 1010399"/>
                <a:gd name="connsiteX754" fmla="*/ 151559 w 1109339"/>
                <a:gd name="connsiteY754" fmla="*/ 674777 h 1010399"/>
                <a:gd name="connsiteX755" fmla="*/ 152569 w 1109339"/>
                <a:gd name="connsiteY755" fmla="*/ 677805 h 1010399"/>
                <a:gd name="connsiteX756" fmla="*/ 153881 w 1109339"/>
                <a:gd name="connsiteY756" fmla="*/ 680833 h 1010399"/>
                <a:gd name="connsiteX757" fmla="*/ 160545 w 1109339"/>
                <a:gd name="connsiteY757" fmla="*/ 687056 h 1010399"/>
                <a:gd name="connsiteX758" fmla="*/ 162430 w 1109339"/>
                <a:gd name="connsiteY758" fmla="*/ 689512 h 1010399"/>
                <a:gd name="connsiteX759" fmla="*/ 169262 w 1109339"/>
                <a:gd name="connsiteY759" fmla="*/ 691833 h 1010399"/>
                <a:gd name="connsiteX760" fmla="*/ 174613 w 1109339"/>
                <a:gd name="connsiteY760" fmla="*/ 691530 h 1010399"/>
                <a:gd name="connsiteX761" fmla="*/ 178517 w 1109339"/>
                <a:gd name="connsiteY761" fmla="*/ 692842 h 1010399"/>
                <a:gd name="connsiteX762" fmla="*/ 180670 w 1109339"/>
                <a:gd name="connsiteY762" fmla="*/ 695163 h 1010399"/>
                <a:gd name="connsiteX763" fmla="*/ 187469 w 1109339"/>
                <a:gd name="connsiteY763" fmla="*/ 695600 h 1010399"/>
                <a:gd name="connsiteX764" fmla="*/ 190800 w 1109339"/>
                <a:gd name="connsiteY764" fmla="*/ 697787 h 1010399"/>
                <a:gd name="connsiteX765" fmla="*/ 187031 w 1109339"/>
                <a:gd name="connsiteY765" fmla="*/ 701420 h 1010399"/>
                <a:gd name="connsiteX766" fmla="*/ 185012 w 1109339"/>
                <a:gd name="connsiteY766" fmla="*/ 702867 h 1010399"/>
                <a:gd name="connsiteX767" fmla="*/ 183262 w 1109339"/>
                <a:gd name="connsiteY767" fmla="*/ 705760 h 1010399"/>
                <a:gd name="connsiteX768" fmla="*/ 182387 w 1109339"/>
                <a:gd name="connsiteY768" fmla="*/ 709662 h 1010399"/>
                <a:gd name="connsiteX769" fmla="*/ 184406 w 1109339"/>
                <a:gd name="connsiteY769" fmla="*/ 712992 h 1010399"/>
                <a:gd name="connsiteX770" fmla="*/ 191642 w 1109339"/>
                <a:gd name="connsiteY770" fmla="*/ 713127 h 1010399"/>
                <a:gd name="connsiteX771" fmla="*/ 192954 w 1109339"/>
                <a:gd name="connsiteY771" fmla="*/ 712555 h 1010399"/>
                <a:gd name="connsiteX772" fmla="*/ 193964 w 1109339"/>
                <a:gd name="connsiteY772" fmla="*/ 712858 h 1010399"/>
                <a:gd name="connsiteX773" fmla="*/ 194973 w 1109339"/>
                <a:gd name="connsiteY773" fmla="*/ 715044 h 1010399"/>
                <a:gd name="connsiteX774" fmla="*/ 194536 w 1109339"/>
                <a:gd name="connsiteY774" fmla="*/ 717937 h 1010399"/>
                <a:gd name="connsiteX775" fmla="*/ 194402 w 1109339"/>
                <a:gd name="connsiteY775" fmla="*/ 719821 h 1010399"/>
                <a:gd name="connsiteX776" fmla="*/ 196858 w 1109339"/>
                <a:gd name="connsiteY776" fmla="*/ 720830 h 1010399"/>
                <a:gd name="connsiteX777" fmla="*/ 197868 w 1109339"/>
                <a:gd name="connsiteY777" fmla="*/ 722277 h 1010399"/>
                <a:gd name="connsiteX778" fmla="*/ 199180 w 1109339"/>
                <a:gd name="connsiteY778" fmla="*/ 725304 h 1010399"/>
                <a:gd name="connsiteX779" fmla="*/ 199483 w 1109339"/>
                <a:gd name="connsiteY779" fmla="*/ 727760 h 1010399"/>
                <a:gd name="connsiteX780" fmla="*/ 200796 w 1109339"/>
                <a:gd name="connsiteY780" fmla="*/ 729341 h 1010399"/>
                <a:gd name="connsiteX781" fmla="*/ 203825 w 1109339"/>
                <a:gd name="connsiteY781" fmla="*/ 730518 h 1010399"/>
                <a:gd name="connsiteX782" fmla="*/ 210623 w 1109339"/>
                <a:gd name="connsiteY782" fmla="*/ 730216 h 1010399"/>
                <a:gd name="connsiteX783" fmla="*/ 213248 w 1109339"/>
                <a:gd name="connsiteY783" fmla="*/ 729913 h 1010399"/>
                <a:gd name="connsiteX784" fmla="*/ 217590 w 1109339"/>
                <a:gd name="connsiteY784" fmla="*/ 729341 h 1010399"/>
                <a:gd name="connsiteX785" fmla="*/ 217892 w 1109339"/>
                <a:gd name="connsiteY785" fmla="*/ 727154 h 1010399"/>
                <a:gd name="connsiteX786" fmla="*/ 220518 w 1109339"/>
                <a:gd name="connsiteY786" fmla="*/ 724127 h 1010399"/>
                <a:gd name="connsiteX787" fmla="*/ 219070 w 1109339"/>
                <a:gd name="connsiteY787" fmla="*/ 720225 h 1010399"/>
                <a:gd name="connsiteX788" fmla="*/ 219070 w 1109339"/>
                <a:gd name="connsiteY788" fmla="*/ 716894 h 1010399"/>
                <a:gd name="connsiteX789" fmla="*/ 220955 w 1109339"/>
                <a:gd name="connsiteY789" fmla="*/ 714640 h 1010399"/>
                <a:gd name="connsiteX790" fmla="*/ 223715 w 1109339"/>
                <a:gd name="connsiteY790" fmla="*/ 714270 h 1010399"/>
                <a:gd name="connsiteX791" fmla="*/ 226912 w 1109339"/>
                <a:gd name="connsiteY791" fmla="*/ 714270 h 1010399"/>
                <a:gd name="connsiteX792" fmla="*/ 229974 w 1109339"/>
                <a:gd name="connsiteY792" fmla="*/ 714136 h 1010399"/>
                <a:gd name="connsiteX793" fmla="*/ 230984 w 1109339"/>
                <a:gd name="connsiteY793" fmla="*/ 713261 h 1010399"/>
                <a:gd name="connsiteX794" fmla="*/ 232128 w 1109339"/>
                <a:gd name="connsiteY794" fmla="*/ 710368 h 1010399"/>
                <a:gd name="connsiteX795" fmla="*/ 233138 w 1109339"/>
                <a:gd name="connsiteY795" fmla="*/ 707038 h 1010399"/>
                <a:gd name="connsiteX796" fmla="*/ 232431 w 1109339"/>
                <a:gd name="connsiteY796" fmla="*/ 706735 h 1010399"/>
                <a:gd name="connsiteX797" fmla="*/ 228662 w 1109339"/>
                <a:gd name="connsiteY797" fmla="*/ 703270 h 1010399"/>
                <a:gd name="connsiteX798" fmla="*/ 228965 w 1109339"/>
                <a:gd name="connsiteY798" fmla="*/ 701252 h 1010399"/>
                <a:gd name="connsiteX799" fmla="*/ 231152 w 1109339"/>
                <a:gd name="connsiteY799" fmla="*/ 699671 h 1010399"/>
                <a:gd name="connsiteX800" fmla="*/ 234047 w 1109339"/>
                <a:gd name="connsiteY800" fmla="*/ 699805 h 1010399"/>
                <a:gd name="connsiteX801" fmla="*/ 236806 w 1109339"/>
                <a:gd name="connsiteY801" fmla="*/ 700377 h 1010399"/>
                <a:gd name="connsiteX802" fmla="*/ 238994 w 1109339"/>
                <a:gd name="connsiteY802" fmla="*/ 700949 h 1010399"/>
                <a:gd name="connsiteX803" fmla="*/ 241753 w 1109339"/>
                <a:gd name="connsiteY803" fmla="*/ 702530 h 1010399"/>
                <a:gd name="connsiteX804" fmla="*/ 241753 w 1109339"/>
                <a:gd name="connsiteY804" fmla="*/ 708182 h 1010399"/>
                <a:gd name="connsiteX805" fmla="*/ 240744 w 1109339"/>
                <a:gd name="connsiteY805" fmla="*/ 711075 h 1010399"/>
                <a:gd name="connsiteX806" fmla="*/ 240475 w 1109339"/>
                <a:gd name="connsiteY806" fmla="*/ 713833 h 1010399"/>
                <a:gd name="connsiteX807" fmla="*/ 244951 w 1109339"/>
                <a:gd name="connsiteY807" fmla="*/ 716592 h 1010399"/>
                <a:gd name="connsiteX808" fmla="*/ 247710 w 1109339"/>
                <a:gd name="connsiteY808" fmla="*/ 715448 h 1010399"/>
                <a:gd name="connsiteX809" fmla="*/ 248585 w 1109339"/>
                <a:gd name="connsiteY809" fmla="*/ 712252 h 1010399"/>
                <a:gd name="connsiteX810" fmla="*/ 248854 w 1109339"/>
                <a:gd name="connsiteY810" fmla="*/ 709359 h 1010399"/>
                <a:gd name="connsiteX811" fmla="*/ 251312 w 1109339"/>
                <a:gd name="connsiteY811" fmla="*/ 707610 h 1010399"/>
                <a:gd name="connsiteX812" fmla="*/ 253768 w 1109339"/>
                <a:gd name="connsiteY812" fmla="*/ 709494 h 1010399"/>
                <a:gd name="connsiteX813" fmla="*/ 254071 w 1109339"/>
                <a:gd name="connsiteY813" fmla="*/ 713127 h 1010399"/>
                <a:gd name="connsiteX814" fmla="*/ 253061 w 1109339"/>
                <a:gd name="connsiteY814" fmla="*/ 716020 h 1010399"/>
                <a:gd name="connsiteX815" fmla="*/ 252052 w 1109339"/>
                <a:gd name="connsiteY815" fmla="*/ 719350 h 1010399"/>
                <a:gd name="connsiteX816" fmla="*/ 252927 w 1109339"/>
                <a:gd name="connsiteY816" fmla="*/ 719922 h 1010399"/>
                <a:gd name="connsiteX817" fmla="*/ 253499 w 1109339"/>
                <a:gd name="connsiteY817" fmla="*/ 722108 h 1010399"/>
                <a:gd name="connsiteX818" fmla="*/ 253364 w 1109339"/>
                <a:gd name="connsiteY818" fmla="*/ 723689 h 1010399"/>
                <a:gd name="connsiteX819" fmla="*/ 252657 w 1109339"/>
                <a:gd name="connsiteY819" fmla="*/ 725136 h 1010399"/>
                <a:gd name="connsiteX820" fmla="*/ 249629 w 1109339"/>
                <a:gd name="connsiteY820" fmla="*/ 727457 h 1010399"/>
                <a:gd name="connsiteX821" fmla="*/ 247004 w 1109339"/>
                <a:gd name="connsiteY821" fmla="*/ 730653 h 1010399"/>
                <a:gd name="connsiteX822" fmla="*/ 245859 w 1109339"/>
                <a:gd name="connsiteY822" fmla="*/ 731225 h 1010399"/>
                <a:gd name="connsiteX823" fmla="*/ 242090 w 1109339"/>
                <a:gd name="connsiteY823" fmla="*/ 731662 h 1010399"/>
                <a:gd name="connsiteX824" fmla="*/ 240643 w 1109339"/>
                <a:gd name="connsiteY824" fmla="*/ 732234 h 1010399"/>
                <a:gd name="connsiteX825" fmla="*/ 238758 w 1109339"/>
                <a:gd name="connsiteY825" fmla="*/ 733243 h 1010399"/>
                <a:gd name="connsiteX826" fmla="*/ 235561 w 1109339"/>
                <a:gd name="connsiteY826" fmla="*/ 734690 h 1010399"/>
                <a:gd name="connsiteX827" fmla="*/ 233676 w 1109339"/>
                <a:gd name="connsiteY827" fmla="*/ 736708 h 1010399"/>
                <a:gd name="connsiteX828" fmla="*/ 231489 w 1109339"/>
                <a:gd name="connsiteY828" fmla="*/ 738457 h 1010399"/>
                <a:gd name="connsiteX829" fmla="*/ 229301 w 1109339"/>
                <a:gd name="connsiteY829" fmla="*/ 740778 h 1010399"/>
                <a:gd name="connsiteX830" fmla="*/ 228426 w 1109339"/>
                <a:gd name="connsiteY830" fmla="*/ 743671 h 1010399"/>
                <a:gd name="connsiteX831" fmla="*/ 226845 w 1109339"/>
                <a:gd name="connsiteY831" fmla="*/ 744546 h 1010399"/>
                <a:gd name="connsiteX832" fmla="*/ 224522 w 1109339"/>
                <a:gd name="connsiteY832" fmla="*/ 742090 h 1010399"/>
                <a:gd name="connsiteX833" fmla="*/ 220753 w 1109339"/>
                <a:gd name="connsiteY833" fmla="*/ 739769 h 1010399"/>
                <a:gd name="connsiteX834" fmla="*/ 217286 w 1109339"/>
                <a:gd name="connsiteY834" fmla="*/ 741956 h 1010399"/>
                <a:gd name="connsiteX835" fmla="*/ 213955 w 1109339"/>
                <a:gd name="connsiteY835" fmla="*/ 742830 h 1010399"/>
                <a:gd name="connsiteX836" fmla="*/ 210185 w 1109339"/>
                <a:gd name="connsiteY836" fmla="*/ 743840 h 1010399"/>
                <a:gd name="connsiteX837" fmla="*/ 208301 w 1109339"/>
                <a:gd name="connsiteY837" fmla="*/ 747473 h 1010399"/>
                <a:gd name="connsiteX838" fmla="*/ 207729 w 1109339"/>
                <a:gd name="connsiteY838" fmla="*/ 750938 h 1010399"/>
                <a:gd name="connsiteX839" fmla="*/ 207998 w 1109339"/>
                <a:gd name="connsiteY839" fmla="*/ 754571 h 1010399"/>
                <a:gd name="connsiteX840" fmla="*/ 208435 w 1109339"/>
                <a:gd name="connsiteY840" fmla="*/ 760794 h 1010399"/>
                <a:gd name="connsiteX841" fmla="*/ 209614 w 1109339"/>
                <a:gd name="connsiteY841" fmla="*/ 763687 h 1010399"/>
                <a:gd name="connsiteX842" fmla="*/ 213080 w 1109339"/>
                <a:gd name="connsiteY842" fmla="*/ 767757 h 1010399"/>
                <a:gd name="connsiteX843" fmla="*/ 214089 w 1109339"/>
                <a:gd name="connsiteY843" fmla="*/ 769305 h 1010399"/>
                <a:gd name="connsiteX844" fmla="*/ 216849 w 1109339"/>
                <a:gd name="connsiteY844" fmla="*/ 774956 h 1010399"/>
                <a:gd name="connsiteX845" fmla="*/ 219440 w 1109339"/>
                <a:gd name="connsiteY845" fmla="*/ 778589 h 1010399"/>
                <a:gd name="connsiteX846" fmla="*/ 219777 w 1109339"/>
                <a:gd name="connsiteY846" fmla="*/ 782660 h 1010399"/>
                <a:gd name="connsiteX847" fmla="*/ 223513 w 1109339"/>
                <a:gd name="connsiteY847" fmla="*/ 782088 h 1010399"/>
                <a:gd name="connsiteX848" fmla="*/ 227282 w 1109339"/>
                <a:gd name="connsiteY848" fmla="*/ 782088 h 1010399"/>
                <a:gd name="connsiteX849" fmla="*/ 232701 w 1109339"/>
                <a:gd name="connsiteY849" fmla="*/ 782155 h 1010399"/>
                <a:gd name="connsiteX850" fmla="*/ 238422 w 1109339"/>
                <a:gd name="connsiteY850" fmla="*/ 782727 h 1010399"/>
                <a:gd name="connsiteX851" fmla="*/ 241047 w 1109339"/>
                <a:gd name="connsiteY851" fmla="*/ 782660 h 1010399"/>
                <a:gd name="connsiteX852" fmla="*/ 243638 w 1109339"/>
                <a:gd name="connsiteY852" fmla="*/ 782458 h 1010399"/>
                <a:gd name="connsiteX853" fmla="*/ 244782 w 1109339"/>
                <a:gd name="connsiteY853" fmla="*/ 781516 h 1010399"/>
                <a:gd name="connsiteX854" fmla="*/ 246297 w 1109339"/>
                <a:gd name="connsiteY854" fmla="*/ 779935 h 1010399"/>
                <a:gd name="connsiteX855" fmla="*/ 248316 w 1109339"/>
                <a:gd name="connsiteY855" fmla="*/ 778858 h 1010399"/>
                <a:gd name="connsiteX856" fmla="*/ 250571 w 1109339"/>
                <a:gd name="connsiteY856" fmla="*/ 777715 h 1010399"/>
                <a:gd name="connsiteX857" fmla="*/ 253331 w 1109339"/>
                <a:gd name="connsiteY857" fmla="*/ 776268 h 1010399"/>
                <a:gd name="connsiteX858" fmla="*/ 254206 w 1109339"/>
                <a:gd name="connsiteY858" fmla="*/ 779094 h 1010399"/>
                <a:gd name="connsiteX859" fmla="*/ 255788 w 1109339"/>
                <a:gd name="connsiteY859" fmla="*/ 780540 h 1010399"/>
                <a:gd name="connsiteX860" fmla="*/ 258614 w 1109339"/>
                <a:gd name="connsiteY860" fmla="*/ 781281 h 1010399"/>
                <a:gd name="connsiteX861" fmla="*/ 260499 w 1109339"/>
                <a:gd name="connsiteY861" fmla="*/ 780406 h 1010399"/>
                <a:gd name="connsiteX862" fmla="*/ 262014 w 1109339"/>
                <a:gd name="connsiteY862" fmla="*/ 778959 h 1010399"/>
                <a:gd name="connsiteX863" fmla="*/ 263394 w 1109339"/>
                <a:gd name="connsiteY863" fmla="*/ 778152 h 1010399"/>
                <a:gd name="connsiteX864" fmla="*/ 265581 w 1109339"/>
                <a:gd name="connsiteY864" fmla="*/ 776470 h 1010399"/>
                <a:gd name="connsiteX865" fmla="*/ 267163 w 1109339"/>
                <a:gd name="connsiteY865" fmla="*/ 774654 h 1010399"/>
                <a:gd name="connsiteX866" fmla="*/ 269047 w 1109339"/>
                <a:gd name="connsiteY866" fmla="*/ 773577 h 1010399"/>
                <a:gd name="connsiteX867" fmla="*/ 270999 w 1109339"/>
                <a:gd name="connsiteY867" fmla="*/ 773005 h 1010399"/>
                <a:gd name="connsiteX868" fmla="*/ 272884 w 1109339"/>
                <a:gd name="connsiteY868" fmla="*/ 772871 h 1010399"/>
                <a:gd name="connsiteX869" fmla="*/ 275846 w 1109339"/>
                <a:gd name="connsiteY869" fmla="*/ 772366 h 1010399"/>
                <a:gd name="connsiteX870" fmla="*/ 278437 w 1109339"/>
                <a:gd name="connsiteY870" fmla="*/ 771357 h 1010399"/>
                <a:gd name="connsiteX871" fmla="*/ 280456 w 1109339"/>
                <a:gd name="connsiteY871" fmla="*/ 770650 h 1010399"/>
                <a:gd name="connsiteX872" fmla="*/ 282408 w 1109339"/>
                <a:gd name="connsiteY872" fmla="*/ 770348 h 1010399"/>
                <a:gd name="connsiteX873" fmla="*/ 285437 w 1109339"/>
                <a:gd name="connsiteY873" fmla="*/ 768262 h 1010399"/>
                <a:gd name="connsiteX874" fmla="*/ 289577 w 1109339"/>
                <a:gd name="connsiteY874" fmla="*/ 768262 h 1010399"/>
                <a:gd name="connsiteX875" fmla="*/ 292471 w 1109339"/>
                <a:gd name="connsiteY875" fmla="*/ 769708 h 1010399"/>
                <a:gd name="connsiteX876" fmla="*/ 293615 w 1109339"/>
                <a:gd name="connsiteY876" fmla="*/ 772736 h 1010399"/>
                <a:gd name="connsiteX877" fmla="*/ 293413 w 1109339"/>
                <a:gd name="connsiteY877" fmla="*/ 774822 h 1010399"/>
                <a:gd name="connsiteX878" fmla="*/ 290788 w 1109339"/>
                <a:gd name="connsiteY878" fmla="*/ 777008 h 1010399"/>
                <a:gd name="connsiteX879" fmla="*/ 289543 w 1109339"/>
                <a:gd name="connsiteY879" fmla="*/ 779531 h 1010399"/>
                <a:gd name="connsiteX880" fmla="*/ 290856 w 1109339"/>
                <a:gd name="connsiteY880" fmla="*/ 781482 h 1010399"/>
                <a:gd name="connsiteX881" fmla="*/ 292605 w 1109339"/>
                <a:gd name="connsiteY881" fmla="*/ 783568 h 1010399"/>
                <a:gd name="connsiteX882" fmla="*/ 293716 w 1109339"/>
                <a:gd name="connsiteY882" fmla="*/ 788849 h 1010399"/>
                <a:gd name="connsiteX883" fmla="*/ 294221 w 1109339"/>
                <a:gd name="connsiteY883" fmla="*/ 790666 h 1010399"/>
                <a:gd name="connsiteX884" fmla="*/ 296240 w 1109339"/>
                <a:gd name="connsiteY884" fmla="*/ 793424 h 1010399"/>
                <a:gd name="connsiteX885" fmla="*/ 297687 w 1109339"/>
                <a:gd name="connsiteY885" fmla="*/ 794366 h 1010399"/>
                <a:gd name="connsiteX886" fmla="*/ 299269 w 1109339"/>
                <a:gd name="connsiteY886" fmla="*/ 797058 h 1010399"/>
                <a:gd name="connsiteX887" fmla="*/ 299336 w 1109339"/>
                <a:gd name="connsiteY887" fmla="*/ 799143 h 1010399"/>
                <a:gd name="connsiteX888" fmla="*/ 298461 w 1109339"/>
                <a:gd name="connsiteY888" fmla="*/ 800724 h 1010399"/>
                <a:gd name="connsiteX889" fmla="*/ 296442 w 1109339"/>
                <a:gd name="connsiteY889" fmla="*/ 802238 h 1010399"/>
                <a:gd name="connsiteX890" fmla="*/ 293851 w 1109339"/>
                <a:gd name="connsiteY890" fmla="*/ 805266 h 1010399"/>
                <a:gd name="connsiteX891" fmla="*/ 293851 w 1109339"/>
                <a:gd name="connsiteY891" fmla="*/ 806914 h 1010399"/>
                <a:gd name="connsiteX892" fmla="*/ 294995 w 1109339"/>
                <a:gd name="connsiteY892" fmla="*/ 809302 h 1010399"/>
                <a:gd name="connsiteX893" fmla="*/ 298192 w 1109339"/>
                <a:gd name="connsiteY893" fmla="*/ 812128 h 1010399"/>
                <a:gd name="connsiteX894" fmla="*/ 300515 w 1109339"/>
                <a:gd name="connsiteY894" fmla="*/ 813003 h 1010399"/>
                <a:gd name="connsiteX895" fmla="*/ 301221 w 1109339"/>
                <a:gd name="connsiteY895" fmla="*/ 816266 h 1010399"/>
                <a:gd name="connsiteX896" fmla="*/ 300144 w 1109339"/>
                <a:gd name="connsiteY896" fmla="*/ 822354 h 1010399"/>
                <a:gd name="connsiteX897" fmla="*/ 299572 w 1109339"/>
                <a:gd name="connsiteY897" fmla="*/ 825618 h 1010399"/>
                <a:gd name="connsiteX898" fmla="*/ 300885 w 1109339"/>
                <a:gd name="connsiteY898" fmla="*/ 827636 h 1010399"/>
                <a:gd name="connsiteX899" fmla="*/ 304082 w 1109339"/>
                <a:gd name="connsiteY899" fmla="*/ 830226 h 1010399"/>
                <a:gd name="connsiteX900" fmla="*/ 306606 w 1109339"/>
                <a:gd name="connsiteY900" fmla="*/ 831740 h 1010399"/>
                <a:gd name="connsiteX901" fmla="*/ 309433 w 1109339"/>
                <a:gd name="connsiteY901" fmla="*/ 834566 h 1010399"/>
                <a:gd name="connsiteX902" fmla="*/ 310510 w 1109339"/>
                <a:gd name="connsiteY902" fmla="*/ 837526 h 1010399"/>
                <a:gd name="connsiteX903" fmla="*/ 312024 w 1109339"/>
                <a:gd name="connsiteY903" fmla="*/ 838670 h 1010399"/>
                <a:gd name="connsiteX904" fmla="*/ 314986 w 1109339"/>
                <a:gd name="connsiteY904" fmla="*/ 839679 h 1010399"/>
                <a:gd name="connsiteX905" fmla="*/ 319025 w 1109339"/>
                <a:gd name="connsiteY905" fmla="*/ 842370 h 1010399"/>
                <a:gd name="connsiteX906" fmla="*/ 319596 w 1109339"/>
                <a:gd name="connsiteY906" fmla="*/ 843817 h 1010399"/>
                <a:gd name="connsiteX907" fmla="*/ 323568 w 1109339"/>
                <a:gd name="connsiteY907" fmla="*/ 847382 h 1010399"/>
                <a:gd name="connsiteX908" fmla="*/ 330736 w 1109339"/>
                <a:gd name="connsiteY908" fmla="*/ 847517 h 1010399"/>
                <a:gd name="connsiteX909" fmla="*/ 334304 w 1109339"/>
                <a:gd name="connsiteY909" fmla="*/ 851049 h 1010399"/>
                <a:gd name="connsiteX910" fmla="*/ 337770 w 1109339"/>
                <a:gd name="connsiteY910" fmla="*/ 853740 h 1010399"/>
                <a:gd name="connsiteX911" fmla="*/ 341909 w 1109339"/>
                <a:gd name="connsiteY911" fmla="*/ 856701 h 1010399"/>
                <a:gd name="connsiteX912" fmla="*/ 346251 w 1109339"/>
                <a:gd name="connsiteY912" fmla="*/ 858652 h 1010399"/>
                <a:gd name="connsiteX913" fmla="*/ 348270 w 1109339"/>
                <a:gd name="connsiteY913" fmla="*/ 858214 h 1010399"/>
                <a:gd name="connsiteX914" fmla="*/ 349953 w 1109339"/>
                <a:gd name="connsiteY914" fmla="*/ 857272 h 1010399"/>
                <a:gd name="connsiteX915" fmla="*/ 353083 w 1109339"/>
                <a:gd name="connsiteY915" fmla="*/ 854514 h 1010399"/>
                <a:gd name="connsiteX916" fmla="*/ 357492 w 1109339"/>
                <a:gd name="connsiteY916" fmla="*/ 850982 h 1010399"/>
                <a:gd name="connsiteX917" fmla="*/ 360958 w 1109339"/>
                <a:gd name="connsiteY917" fmla="*/ 850679 h 1010399"/>
                <a:gd name="connsiteX918" fmla="*/ 365300 w 1109339"/>
                <a:gd name="connsiteY918" fmla="*/ 851318 h 1010399"/>
                <a:gd name="connsiteX919" fmla="*/ 369002 w 1109339"/>
                <a:gd name="connsiteY919" fmla="*/ 851621 h 1010399"/>
                <a:gd name="connsiteX920" fmla="*/ 371256 w 1109339"/>
                <a:gd name="connsiteY920" fmla="*/ 851419 h 1010399"/>
                <a:gd name="connsiteX921" fmla="*/ 373511 w 1109339"/>
                <a:gd name="connsiteY921" fmla="*/ 850679 h 1010399"/>
                <a:gd name="connsiteX922" fmla="*/ 373713 w 1109339"/>
                <a:gd name="connsiteY922" fmla="*/ 846844 h 1010399"/>
                <a:gd name="connsiteX923" fmla="*/ 372771 w 1109339"/>
                <a:gd name="connsiteY923" fmla="*/ 843817 h 1010399"/>
                <a:gd name="connsiteX924" fmla="*/ 372333 w 1109339"/>
                <a:gd name="connsiteY924" fmla="*/ 840856 h 1010399"/>
                <a:gd name="connsiteX925" fmla="*/ 373343 w 1109339"/>
                <a:gd name="connsiteY925" fmla="*/ 838333 h 1010399"/>
                <a:gd name="connsiteX926" fmla="*/ 374925 w 1109339"/>
                <a:gd name="connsiteY926" fmla="*/ 837089 h 1010399"/>
                <a:gd name="connsiteX927" fmla="*/ 376506 w 1109339"/>
                <a:gd name="connsiteY927" fmla="*/ 837156 h 1010399"/>
                <a:gd name="connsiteX928" fmla="*/ 377752 w 1109339"/>
                <a:gd name="connsiteY928" fmla="*/ 837728 h 1010399"/>
                <a:gd name="connsiteX929" fmla="*/ 380781 w 1109339"/>
                <a:gd name="connsiteY929" fmla="*/ 839612 h 1010399"/>
                <a:gd name="connsiteX930" fmla="*/ 383675 w 1109339"/>
                <a:gd name="connsiteY930" fmla="*/ 841866 h 1010399"/>
                <a:gd name="connsiteX931" fmla="*/ 387141 w 1109339"/>
                <a:gd name="connsiteY931" fmla="*/ 843009 h 1010399"/>
                <a:gd name="connsiteX932" fmla="*/ 388454 w 1109339"/>
                <a:gd name="connsiteY932" fmla="*/ 844523 h 1010399"/>
                <a:gd name="connsiteX933" fmla="*/ 388891 w 1109339"/>
                <a:gd name="connsiteY933" fmla="*/ 847853 h 1010399"/>
                <a:gd name="connsiteX934" fmla="*/ 390204 w 1109339"/>
                <a:gd name="connsiteY934" fmla="*/ 850612 h 1010399"/>
                <a:gd name="connsiteX935" fmla="*/ 391886 w 1109339"/>
                <a:gd name="connsiteY935" fmla="*/ 853639 h 1010399"/>
                <a:gd name="connsiteX936" fmla="*/ 393603 w 1109339"/>
                <a:gd name="connsiteY936" fmla="*/ 855456 h 1010399"/>
                <a:gd name="connsiteX937" fmla="*/ 397002 w 1109339"/>
                <a:gd name="connsiteY937" fmla="*/ 855321 h 1010399"/>
                <a:gd name="connsiteX938" fmla="*/ 400401 w 1109339"/>
                <a:gd name="connsiteY938" fmla="*/ 854312 h 1010399"/>
                <a:gd name="connsiteX939" fmla="*/ 403295 w 1109339"/>
                <a:gd name="connsiteY939" fmla="*/ 853572 h 1010399"/>
                <a:gd name="connsiteX940" fmla="*/ 406695 w 1109339"/>
                <a:gd name="connsiteY940" fmla="*/ 853269 h 1010399"/>
                <a:gd name="connsiteX941" fmla="*/ 411608 w 1109339"/>
                <a:gd name="connsiteY941" fmla="*/ 851386 h 1010399"/>
                <a:gd name="connsiteX942" fmla="*/ 414570 w 1109339"/>
                <a:gd name="connsiteY942" fmla="*/ 850309 h 1010399"/>
                <a:gd name="connsiteX943" fmla="*/ 418272 w 1109339"/>
                <a:gd name="connsiteY943" fmla="*/ 846844 h 1010399"/>
                <a:gd name="connsiteX944" fmla="*/ 421604 w 1109339"/>
                <a:gd name="connsiteY944" fmla="*/ 844658 h 1010399"/>
                <a:gd name="connsiteX945" fmla="*/ 423556 w 1109339"/>
                <a:gd name="connsiteY945" fmla="*/ 840957 h 1010399"/>
                <a:gd name="connsiteX946" fmla="*/ 426686 w 1109339"/>
                <a:gd name="connsiteY946" fmla="*/ 836988 h 1010399"/>
                <a:gd name="connsiteX947" fmla="*/ 429378 w 1109339"/>
                <a:gd name="connsiteY947" fmla="*/ 835609 h 1010399"/>
                <a:gd name="connsiteX948" fmla="*/ 432407 w 1109339"/>
                <a:gd name="connsiteY948" fmla="*/ 834027 h 1010399"/>
                <a:gd name="connsiteX949" fmla="*/ 436311 w 1109339"/>
                <a:gd name="connsiteY949" fmla="*/ 832951 h 1010399"/>
                <a:gd name="connsiteX950" fmla="*/ 438902 w 1109339"/>
                <a:gd name="connsiteY950" fmla="*/ 832446 h 1010399"/>
                <a:gd name="connsiteX951" fmla="*/ 441662 w 1109339"/>
                <a:gd name="connsiteY951" fmla="*/ 832446 h 1010399"/>
                <a:gd name="connsiteX952" fmla="*/ 443681 w 1109339"/>
                <a:gd name="connsiteY952" fmla="*/ 833657 h 1010399"/>
                <a:gd name="connsiteX953" fmla="*/ 443816 w 1109339"/>
                <a:gd name="connsiteY953" fmla="*/ 835575 h 1010399"/>
                <a:gd name="connsiteX954" fmla="*/ 442738 w 1109339"/>
                <a:gd name="connsiteY954" fmla="*/ 837526 h 1010399"/>
                <a:gd name="connsiteX955" fmla="*/ 441662 w 1109339"/>
                <a:gd name="connsiteY955" fmla="*/ 842807 h 1010399"/>
                <a:gd name="connsiteX956" fmla="*/ 442167 w 1109339"/>
                <a:gd name="connsiteY956" fmla="*/ 847012 h 1010399"/>
                <a:gd name="connsiteX957" fmla="*/ 442537 w 1109339"/>
                <a:gd name="connsiteY957" fmla="*/ 852664 h 1010399"/>
                <a:gd name="connsiteX958" fmla="*/ 445061 w 1109339"/>
                <a:gd name="connsiteY958" fmla="*/ 855725 h 1010399"/>
                <a:gd name="connsiteX959" fmla="*/ 448258 w 1109339"/>
                <a:gd name="connsiteY959" fmla="*/ 859055 h 1010399"/>
                <a:gd name="connsiteX960" fmla="*/ 453037 w 1109339"/>
                <a:gd name="connsiteY960" fmla="*/ 863193 h 1010399"/>
                <a:gd name="connsiteX961" fmla="*/ 460273 w 1109339"/>
                <a:gd name="connsiteY961" fmla="*/ 868037 h 1010399"/>
                <a:gd name="connsiteX962" fmla="*/ 470335 w 1109339"/>
                <a:gd name="connsiteY962" fmla="*/ 870560 h 1010399"/>
                <a:gd name="connsiteX963" fmla="*/ 476932 w 1109339"/>
                <a:gd name="connsiteY963" fmla="*/ 871569 h 1010399"/>
                <a:gd name="connsiteX964" fmla="*/ 481576 w 1109339"/>
                <a:gd name="connsiteY964" fmla="*/ 872208 h 1010399"/>
                <a:gd name="connsiteX965" fmla="*/ 486355 w 1109339"/>
                <a:gd name="connsiteY965" fmla="*/ 872208 h 1010399"/>
                <a:gd name="connsiteX966" fmla="*/ 490562 w 1109339"/>
                <a:gd name="connsiteY966" fmla="*/ 870964 h 1010399"/>
                <a:gd name="connsiteX967" fmla="*/ 494095 w 1109339"/>
                <a:gd name="connsiteY967" fmla="*/ 869080 h 1010399"/>
                <a:gd name="connsiteX968" fmla="*/ 497932 w 1109339"/>
                <a:gd name="connsiteY968" fmla="*/ 865817 h 1010399"/>
                <a:gd name="connsiteX969" fmla="*/ 504024 w 1109339"/>
                <a:gd name="connsiteY969" fmla="*/ 861982 h 1010399"/>
                <a:gd name="connsiteX970" fmla="*/ 511428 w 1109339"/>
                <a:gd name="connsiteY970" fmla="*/ 857777 h 1010399"/>
                <a:gd name="connsiteX971" fmla="*/ 513683 w 1109339"/>
                <a:gd name="connsiteY971" fmla="*/ 855019 h 1010399"/>
                <a:gd name="connsiteX972" fmla="*/ 516947 w 1109339"/>
                <a:gd name="connsiteY972" fmla="*/ 855019 h 1010399"/>
                <a:gd name="connsiteX973" fmla="*/ 520649 w 1109339"/>
                <a:gd name="connsiteY973" fmla="*/ 855019 h 1010399"/>
                <a:gd name="connsiteX974" fmla="*/ 522735 w 1109339"/>
                <a:gd name="connsiteY974" fmla="*/ 855019 h 1010399"/>
                <a:gd name="connsiteX975" fmla="*/ 524688 w 1109339"/>
                <a:gd name="connsiteY975" fmla="*/ 855557 h 1010399"/>
                <a:gd name="connsiteX976" fmla="*/ 526505 w 1109339"/>
                <a:gd name="connsiteY976" fmla="*/ 857037 h 1010399"/>
                <a:gd name="connsiteX977" fmla="*/ 528121 w 1109339"/>
                <a:gd name="connsiteY977" fmla="*/ 858652 h 1010399"/>
                <a:gd name="connsiteX978" fmla="*/ 528995 w 1109339"/>
                <a:gd name="connsiteY978" fmla="*/ 860031 h 1010399"/>
                <a:gd name="connsiteX979" fmla="*/ 531688 w 1109339"/>
                <a:gd name="connsiteY979" fmla="*/ 860906 h 1010399"/>
                <a:gd name="connsiteX980" fmla="*/ 533774 w 1109339"/>
                <a:gd name="connsiteY980" fmla="*/ 861276 h 1010399"/>
                <a:gd name="connsiteX981" fmla="*/ 538991 w 1109339"/>
                <a:gd name="connsiteY981" fmla="*/ 863294 h 1010399"/>
                <a:gd name="connsiteX982" fmla="*/ 540068 w 1109339"/>
                <a:gd name="connsiteY982" fmla="*/ 863361 h 1010399"/>
                <a:gd name="connsiteX983" fmla="*/ 542323 w 1109339"/>
                <a:gd name="connsiteY983" fmla="*/ 862419 h 1010399"/>
                <a:gd name="connsiteX984" fmla="*/ 544645 w 1109339"/>
                <a:gd name="connsiteY984" fmla="*/ 860098 h 1010399"/>
                <a:gd name="connsiteX985" fmla="*/ 547034 w 1109339"/>
                <a:gd name="connsiteY985" fmla="*/ 859594 h 1010399"/>
                <a:gd name="connsiteX986" fmla="*/ 550164 w 1109339"/>
                <a:gd name="connsiteY986" fmla="*/ 861040 h 1010399"/>
                <a:gd name="connsiteX987" fmla="*/ 552352 w 1109339"/>
                <a:gd name="connsiteY987" fmla="*/ 864808 h 1010399"/>
                <a:gd name="connsiteX988" fmla="*/ 551409 w 1109339"/>
                <a:gd name="connsiteY988" fmla="*/ 868003 h 1010399"/>
                <a:gd name="connsiteX989" fmla="*/ 554371 w 1109339"/>
                <a:gd name="connsiteY989" fmla="*/ 873655 h 1010399"/>
                <a:gd name="connsiteX990" fmla="*/ 557635 w 1109339"/>
                <a:gd name="connsiteY990" fmla="*/ 876346 h 1010399"/>
                <a:gd name="connsiteX991" fmla="*/ 560597 w 1109339"/>
                <a:gd name="connsiteY991" fmla="*/ 878600 h 1010399"/>
                <a:gd name="connsiteX992" fmla="*/ 564366 w 1109339"/>
                <a:gd name="connsiteY992" fmla="*/ 881056 h 1010399"/>
                <a:gd name="connsiteX993" fmla="*/ 566621 w 1109339"/>
                <a:gd name="connsiteY993" fmla="*/ 883511 h 1010399"/>
                <a:gd name="connsiteX994" fmla="*/ 565174 w 1109339"/>
                <a:gd name="connsiteY994" fmla="*/ 885967 h 1010399"/>
                <a:gd name="connsiteX995" fmla="*/ 561977 w 1109339"/>
                <a:gd name="connsiteY995" fmla="*/ 888053 h 1010399"/>
                <a:gd name="connsiteX996" fmla="*/ 559722 w 1109339"/>
                <a:gd name="connsiteY996" fmla="*/ 890677 h 1010399"/>
                <a:gd name="connsiteX997" fmla="*/ 558342 w 1109339"/>
                <a:gd name="connsiteY997" fmla="*/ 892258 h 1010399"/>
                <a:gd name="connsiteX998" fmla="*/ 557400 w 1109339"/>
                <a:gd name="connsiteY998" fmla="*/ 896395 h 1010399"/>
                <a:gd name="connsiteX999" fmla="*/ 557905 w 1109339"/>
                <a:gd name="connsiteY999" fmla="*/ 899221 h 1010399"/>
                <a:gd name="connsiteX1000" fmla="*/ 561102 w 1109339"/>
                <a:gd name="connsiteY1000" fmla="*/ 906252 h 1010399"/>
                <a:gd name="connsiteX1001" fmla="*/ 563188 w 1109339"/>
                <a:gd name="connsiteY1001" fmla="*/ 909077 h 1010399"/>
                <a:gd name="connsiteX1002" fmla="*/ 563256 w 1109339"/>
                <a:gd name="connsiteY1002" fmla="*/ 911533 h 1010399"/>
                <a:gd name="connsiteX1003" fmla="*/ 563256 w 1109339"/>
                <a:gd name="connsiteY1003" fmla="*/ 913720 h 1010399"/>
                <a:gd name="connsiteX1004" fmla="*/ 562751 w 1109339"/>
                <a:gd name="connsiteY1004" fmla="*/ 915906 h 1010399"/>
                <a:gd name="connsiteX1005" fmla="*/ 563391 w 1109339"/>
                <a:gd name="connsiteY1005" fmla="*/ 918160 h 1010399"/>
                <a:gd name="connsiteX1006" fmla="*/ 566722 w 1109339"/>
                <a:gd name="connsiteY1006" fmla="*/ 920414 h 1010399"/>
                <a:gd name="connsiteX1007" fmla="*/ 569246 w 1109339"/>
                <a:gd name="connsiteY1007" fmla="*/ 918598 h 1010399"/>
                <a:gd name="connsiteX1008" fmla="*/ 570323 w 1109339"/>
                <a:gd name="connsiteY1008" fmla="*/ 916276 h 1010399"/>
                <a:gd name="connsiteX1009" fmla="*/ 571972 w 1109339"/>
                <a:gd name="connsiteY1009" fmla="*/ 915469 h 1010399"/>
                <a:gd name="connsiteX1010" fmla="*/ 573554 w 1109339"/>
                <a:gd name="connsiteY1010" fmla="*/ 912576 h 1010399"/>
                <a:gd name="connsiteX1011" fmla="*/ 576179 w 1109339"/>
                <a:gd name="connsiteY1011" fmla="*/ 911701 h 1010399"/>
                <a:gd name="connsiteX1012" fmla="*/ 576987 w 1109339"/>
                <a:gd name="connsiteY1012" fmla="*/ 913182 h 1010399"/>
                <a:gd name="connsiteX1013" fmla="*/ 580554 w 1109339"/>
                <a:gd name="connsiteY1013" fmla="*/ 914561 h 1010399"/>
                <a:gd name="connsiteX1014" fmla="*/ 581295 w 1109339"/>
                <a:gd name="connsiteY1014" fmla="*/ 914123 h 1010399"/>
                <a:gd name="connsiteX1015" fmla="*/ 582372 w 1109339"/>
                <a:gd name="connsiteY1015" fmla="*/ 912610 h 1010399"/>
                <a:gd name="connsiteX1016" fmla="*/ 584559 w 1109339"/>
                <a:gd name="connsiteY1016" fmla="*/ 912105 h 1010399"/>
                <a:gd name="connsiteX1017" fmla="*/ 588530 w 1109339"/>
                <a:gd name="connsiteY1017" fmla="*/ 912408 h 1010399"/>
                <a:gd name="connsiteX1018" fmla="*/ 591660 w 1109339"/>
                <a:gd name="connsiteY1018" fmla="*/ 911836 h 1010399"/>
                <a:gd name="connsiteX1019" fmla="*/ 594790 w 1109339"/>
                <a:gd name="connsiteY1019" fmla="*/ 911836 h 1010399"/>
                <a:gd name="connsiteX1020" fmla="*/ 598761 w 1109339"/>
                <a:gd name="connsiteY1020" fmla="*/ 912341 h 1010399"/>
                <a:gd name="connsiteX1021" fmla="*/ 602396 w 1109339"/>
                <a:gd name="connsiteY1021" fmla="*/ 914224 h 1010399"/>
                <a:gd name="connsiteX1022" fmla="*/ 606233 w 1109339"/>
                <a:gd name="connsiteY1022" fmla="*/ 914224 h 1010399"/>
                <a:gd name="connsiteX1023" fmla="*/ 610507 w 1109339"/>
                <a:gd name="connsiteY1023" fmla="*/ 915301 h 1010399"/>
                <a:gd name="connsiteX1024" fmla="*/ 613401 w 1109339"/>
                <a:gd name="connsiteY1024" fmla="*/ 917050 h 1010399"/>
                <a:gd name="connsiteX1025" fmla="*/ 612089 w 1109339"/>
                <a:gd name="connsiteY1025" fmla="*/ 920246 h 1010399"/>
                <a:gd name="connsiteX1026" fmla="*/ 609699 w 1109339"/>
                <a:gd name="connsiteY1026" fmla="*/ 920313 h 1010399"/>
                <a:gd name="connsiteX1027" fmla="*/ 607814 w 1109339"/>
                <a:gd name="connsiteY1027" fmla="*/ 919001 h 1010399"/>
                <a:gd name="connsiteX1028" fmla="*/ 606939 w 1109339"/>
                <a:gd name="connsiteY1028" fmla="*/ 919640 h 1010399"/>
                <a:gd name="connsiteX1029" fmla="*/ 606637 w 1109339"/>
                <a:gd name="connsiteY1029" fmla="*/ 920952 h 1010399"/>
                <a:gd name="connsiteX1030" fmla="*/ 606132 w 1109339"/>
                <a:gd name="connsiteY1030" fmla="*/ 922096 h 1010399"/>
                <a:gd name="connsiteX1031" fmla="*/ 604180 w 1109339"/>
                <a:gd name="connsiteY1031" fmla="*/ 922298 h 1010399"/>
                <a:gd name="connsiteX1032" fmla="*/ 603540 w 1109339"/>
                <a:gd name="connsiteY1032" fmla="*/ 922601 h 1010399"/>
                <a:gd name="connsiteX1033" fmla="*/ 602295 w 1109339"/>
                <a:gd name="connsiteY1033" fmla="*/ 923105 h 1010399"/>
                <a:gd name="connsiteX1034" fmla="*/ 600848 w 1109339"/>
                <a:gd name="connsiteY1034" fmla="*/ 923408 h 1010399"/>
                <a:gd name="connsiteX1035" fmla="*/ 600040 w 1109339"/>
                <a:gd name="connsiteY1035" fmla="*/ 924484 h 1010399"/>
                <a:gd name="connsiteX1036" fmla="*/ 599838 w 1109339"/>
                <a:gd name="connsiteY1036" fmla="*/ 925796 h 1010399"/>
                <a:gd name="connsiteX1037" fmla="*/ 600141 w 1109339"/>
                <a:gd name="connsiteY1037" fmla="*/ 926940 h 1010399"/>
                <a:gd name="connsiteX1038" fmla="*/ 601588 w 1109339"/>
                <a:gd name="connsiteY1038" fmla="*/ 929026 h 1010399"/>
                <a:gd name="connsiteX1039" fmla="*/ 602598 w 1109339"/>
                <a:gd name="connsiteY1039" fmla="*/ 930035 h 1010399"/>
                <a:gd name="connsiteX1040" fmla="*/ 604180 w 1109339"/>
                <a:gd name="connsiteY1040" fmla="*/ 931481 h 1010399"/>
                <a:gd name="connsiteX1041" fmla="*/ 604920 w 1109339"/>
                <a:gd name="connsiteY1041" fmla="*/ 932793 h 1010399"/>
                <a:gd name="connsiteX1042" fmla="*/ 604550 w 1109339"/>
                <a:gd name="connsiteY1042" fmla="*/ 935586 h 1010399"/>
                <a:gd name="connsiteX1043" fmla="*/ 607377 w 1109339"/>
                <a:gd name="connsiteY1043" fmla="*/ 938949 h 1010399"/>
                <a:gd name="connsiteX1044" fmla="*/ 612156 w 1109339"/>
                <a:gd name="connsiteY1044" fmla="*/ 942549 h 1010399"/>
                <a:gd name="connsiteX1045" fmla="*/ 614882 w 1109339"/>
                <a:gd name="connsiteY1045" fmla="*/ 945913 h 1010399"/>
                <a:gd name="connsiteX1046" fmla="*/ 615858 w 1109339"/>
                <a:gd name="connsiteY1046" fmla="*/ 948940 h 1010399"/>
                <a:gd name="connsiteX1047" fmla="*/ 620334 w 1109339"/>
                <a:gd name="connsiteY1047" fmla="*/ 954794 h 1010399"/>
                <a:gd name="connsiteX1048" fmla="*/ 621411 w 1109339"/>
                <a:gd name="connsiteY1048" fmla="*/ 957956 h 1010399"/>
                <a:gd name="connsiteX1049" fmla="*/ 625651 w 1109339"/>
                <a:gd name="connsiteY1049" fmla="*/ 957519 h 1010399"/>
                <a:gd name="connsiteX1050" fmla="*/ 627267 w 1109339"/>
                <a:gd name="connsiteY1050" fmla="*/ 955231 h 1010399"/>
                <a:gd name="connsiteX1051" fmla="*/ 630195 w 1109339"/>
                <a:gd name="connsiteY1051" fmla="*/ 954457 h 1010399"/>
                <a:gd name="connsiteX1052" fmla="*/ 632584 w 1109339"/>
                <a:gd name="connsiteY1052" fmla="*/ 955097 h 1010399"/>
                <a:gd name="connsiteX1053" fmla="*/ 632786 w 1109339"/>
                <a:gd name="connsiteY1053" fmla="*/ 958662 h 1010399"/>
                <a:gd name="connsiteX1054" fmla="*/ 631810 w 1109339"/>
                <a:gd name="connsiteY1054" fmla="*/ 963338 h 1010399"/>
                <a:gd name="connsiteX1055" fmla="*/ 631608 w 1109339"/>
                <a:gd name="connsiteY1055" fmla="*/ 965390 h 1010399"/>
                <a:gd name="connsiteX1056" fmla="*/ 635411 w 1109339"/>
                <a:gd name="connsiteY1056" fmla="*/ 969091 h 1010399"/>
                <a:gd name="connsiteX1057" fmla="*/ 637700 w 1109339"/>
                <a:gd name="connsiteY1057" fmla="*/ 968990 h 1010399"/>
                <a:gd name="connsiteX1058" fmla="*/ 639887 w 1109339"/>
                <a:gd name="connsiteY1058" fmla="*/ 967779 h 1010399"/>
                <a:gd name="connsiteX1059" fmla="*/ 641738 w 1109339"/>
                <a:gd name="connsiteY1059" fmla="*/ 965828 h 1010399"/>
                <a:gd name="connsiteX1060" fmla="*/ 647291 w 1109339"/>
                <a:gd name="connsiteY1060" fmla="*/ 967240 h 1010399"/>
                <a:gd name="connsiteX1061" fmla="*/ 652171 w 1109339"/>
                <a:gd name="connsiteY1061" fmla="*/ 960613 h 1010399"/>
                <a:gd name="connsiteX1062" fmla="*/ 655705 w 1109339"/>
                <a:gd name="connsiteY1062" fmla="*/ 952775 h 1010399"/>
                <a:gd name="connsiteX1063" fmla="*/ 655133 w 1109339"/>
                <a:gd name="connsiteY1063" fmla="*/ 949075 h 1010399"/>
                <a:gd name="connsiteX1064" fmla="*/ 653820 w 1109339"/>
                <a:gd name="connsiteY1064" fmla="*/ 946485 h 1010399"/>
                <a:gd name="connsiteX1065" fmla="*/ 652743 w 1109339"/>
                <a:gd name="connsiteY1065" fmla="*/ 943592 h 1010399"/>
                <a:gd name="connsiteX1066" fmla="*/ 650219 w 1109339"/>
                <a:gd name="connsiteY1066" fmla="*/ 939891 h 1010399"/>
                <a:gd name="connsiteX1067" fmla="*/ 649984 w 1109339"/>
                <a:gd name="connsiteY1067" fmla="*/ 936258 h 1010399"/>
                <a:gd name="connsiteX1068" fmla="*/ 652238 w 1109339"/>
                <a:gd name="connsiteY1068" fmla="*/ 934307 h 1010399"/>
                <a:gd name="connsiteX1069" fmla="*/ 656883 w 1109339"/>
                <a:gd name="connsiteY1069" fmla="*/ 935047 h 1010399"/>
                <a:gd name="connsiteX1070" fmla="*/ 659474 w 1109339"/>
                <a:gd name="connsiteY1070" fmla="*/ 934745 h 1010399"/>
                <a:gd name="connsiteX1071" fmla="*/ 663243 w 1109339"/>
                <a:gd name="connsiteY1071" fmla="*/ 932356 h 1010399"/>
                <a:gd name="connsiteX1072" fmla="*/ 665498 w 1109339"/>
                <a:gd name="connsiteY1072" fmla="*/ 929530 h 1010399"/>
                <a:gd name="connsiteX1073" fmla="*/ 666306 w 1109339"/>
                <a:gd name="connsiteY1073" fmla="*/ 924821 h 1010399"/>
                <a:gd name="connsiteX1074" fmla="*/ 666744 w 1109339"/>
                <a:gd name="connsiteY1074" fmla="*/ 921356 h 1010399"/>
                <a:gd name="connsiteX1075" fmla="*/ 668258 w 1109339"/>
                <a:gd name="connsiteY1075" fmla="*/ 917891 h 1010399"/>
                <a:gd name="connsiteX1076" fmla="*/ 670210 w 1109339"/>
                <a:gd name="connsiteY1076" fmla="*/ 915873 h 1010399"/>
                <a:gd name="connsiteX1077" fmla="*/ 673340 w 1109339"/>
                <a:gd name="connsiteY1077" fmla="*/ 915873 h 1010399"/>
                <a:gd name="connsiteX1078" fmla="*/ 677176 w 1109339"/>
                <a:gd name="connsiteY1078" fmla="*/ 916512 h 1010399"/>
                <a:gd name="connsiteX1079" fmla="*/ 680643 w 1109339"/>
                <a:gd name="connsiteY1079" fmla="*/ 918698 h 1010399"/>
                <a:gd name="connsiteX1080" fmla="*/ 682831 w 1109339"/>
                <a:gd name="connsiteY1080" fmla="*/ 921827 h 1010399"/>
                <a:gd name="connsiteX1081" fmla="*/ 684480 w 1109339"/>
                <a:gd name="connsiteY1081" fmla="*/ 924585 h 1010399"/>
                <a:gd name="connsiteX1082" fmla="*/ 684850 w 1109339"/>
                <a:gd name="connsiteY1082" fmla="*/ 927344 h 1010399"/>
                <a:gd name="connsiteX1083" fmla="*/ 684985 w 1109339"/>
                <a:gd name="connsiteY1083" fmla="*/ 933365 h 1010399"/>
                <a:gd name="connsiteX1084" fmla="*/ 685624 w 1109339"/>
                <a:gd name="connsiteY1084" fmla="*/ 939891 h 1010399"/>
                <a:gd name="connsiteX1085" fmla="*/ 687138 w 1109339"/>
                <a:gd name="connsiteY1085" fmla="*/ 945106 h 1010399"/>
                <a:gd name="connsiteX1086" fmla="*/ 689898 w 1109339"/>
                <a:gd name="connsiteY1086" fmla="*/ 952136 h 1010399"/>
                <a:gd name="connsiteX1087" fmla="*/ 691042 w 1109339"/>
                <a:gd name="connsiteY1087" fmla="*/ 955837 h 1010399"/>
                <a:gd name="connsiteX1088" fmla="*/ 693230 w 1109339"/>
                <a:gd name="connsiteY1088" fmla="*/ 959537 h 1010399"/>
                <a:gd name="connsiteX1089" fmla="*/ 696057 w 1109339"/>
                <a:gd name="connsiteY1089" fmla="*/ 963439 h 1010399"/>
                <a:gd name="connsiteX1090" fmla="*/ 699961 w 1109339"/>
                <a:gd name="connsiteY1090" fmla="*/ 967274 h 1010399"/>
                <a:gd name="connsiteX1091" fmla="*/ 704672 w 1109339"/>
                <a:gd name="connsiteY1091" fmla="*/ 971109 h 1010399"/>
                <a:gd name="connsiteX1092" fmla="*/ 707432 w 1109339"/>
                <a:gd name="connsiteY1092" fmla="*/ 974809 h 1010399"/>
                <a:gd name="connsiteX1093" fmla="*/ 709619 w 1109339"/>
                <a:gd name="connsiteY1093" fmla="*/ 980595 h 1010399"/>
                <a:gd name="connsiteX1094" fmla="*/ 714028 w 1109339"/>
                <a:gd name="connsiteY1094" fmla="*/ 984868 h 1010399"/>
                <a:gd name="connsiteX1095" fmla="*/ 720995 w 1109339"/>
                <a:gd name="connsiteY1095" fmla="*/ 990654 h 1010399"/>
                <a:gd name="connsiteX1096" fmla="*/ 723620 w 1109339"/>
                <a:gd name="connsiteY1096" fmla="*/ 994623 h 1010399"/>
                <a:gd name="connsiteX1097" fmla="*/ 725706 w 1109339"/>
                <a:gd name="connsiteY1097" fmla="*/ 998391 h 1010399"/>
                <a:gd name="connsiteX1098" fmla="*/ 727961 w 1109339"/>
                <a:gd name="connsiteY1098" fmla="*/ 1002663 h 1010399"/>
                <a:gd name="connsiteX1099" fmla="*/ 730923 w 1109339"/>
                <a:gd name="connsiteY1099" fmla="*/ 1005186 h 1010399"/>
                <a:gd name="connsiteX1100" fmla="*/ 734457 w 1109339"/>
                <a:gd name="connsiteY1100" fmla="*/ 1007372 h 1010399"/>
                <a:gd name="connsiteX1101" fmla="*/ 737216 w 1109339"/>
                <a:gd name="connsiteY1101" fmla="*/ 1009324 h 1010399"/>
                <a:gd name="connsiteX1102" fmla="*/ 740414 w 1109339"/>
                <a:gd name="connsiteY1102" fmla="*/ 1009963 h 1010399"/>
                <a:gd name="connsiteX1103" fmla="*/ 744889 w 1109339"/>
                <a:gd name="connsiteY1103" fmla="*/ 1010400 h 1010399"/>
                <a:gd name="connsiteX1104" fmla="*/ 746909 w 1109339"/>
                <a:gd name="connsiteY1104" fmla="*/ 1009324 h 1010399"/>
                <a:gd name="connsiteX1105" fmla="*/ 748861 w 1109339"/>
                <a:gd name="connsiteY1105" fmla="*/ 1007507 h 1010399"/>
                <a:gd name="connsiteX1106" fmla="*/ 751183 w 1109339"/>
                <a:gd name="connsiteY1106" fmla="*/ 1006061 h 1010399"/>
                <a:gd name="connsiteX1107" fmla="*/ 752765 w 1109339"/>
                <a:gd name="connsiteY1107" fmla="*/ 1004917 h 1010399"/>
                <a:gd name="connsiteX1108" fmla="*/ 755289 w 1109339"/>
                <a:gd name="connsiteY1108" fmla="*/ 1004345 h 1010399"/>
                <a:gd name="connsiteX1109" fmla="*/ 759630 w 1109339"/>
                <a:gd name="connsiteY1109" fmla="*/ 1003100 h 1010399"/>
                <a:gd name="connsiteX1110" fmla="*/ 761818 w 1109339"/>
                <a:gd name="connsiteY1110" fmla="*/ 1002394 h 1010399"/>
                <a:gd name="connsiteX1111" fmla="*/ 762255 w 1109339"/>
                <a:gd name="connsiteY1111" fmla="*/ 1000005 h 1010399"/>
                <a:gd name="connsiteX1112" fmla="*/ 761179 w 1109339"/>
                <a:gd name="connsiteY1112" fmla="*/ 996541 h 1010399"/>
                <a:gd name="connsiteX1113" fmla="*/ 759294 w 1109339"/>
                <a:gd name="connsiteY1113" fmla="*/ 991125 h 1010399"/>
                <a:gd name="connsiteX1114" fmla="*/ 758082 w 1109339"/>
                <a:gd name="connsiteY1114" fmla="*/ 986213 h 1010399"/>
                <a:gd name="connsiteX1115" fmla="*/ 759025 w 1109339"/>
                <a:gd name="connsiteY1115" fmla="*/ 982143 h 1010399"/>
                <a:gd name="connsiteX1116" fmla="*/ 759967 w 1109339"/>
                <a:gd name="connsiteY1116" fmla="*/ 978678 h 1010399"/>
                <a:gd name="connsiteX1117" fmla="*/ 761145 w 1109339"/>
                <a:gd name="connsiteY1117" fmla="*/ 977669 h 1010399"/>
                <a:gd name="connsiteX1118" fmla="*/ 766361 w 1109339"/>
                <a:gd name="connsiteY1118" fmla="*/ 977803 h 1010399"/>
                <a:gd name="connsiteX1119" fmla="*/ 767943 w 1109339"/>
                <a:gd name="connsiteY1119" fmla="*/ 977299 h 1010399"/>
                <a:gd name="connsiteX1120" fmla="*/ 770467 w 1109339"/>
                <a:gd name="connsiteY1120" fmla="*/ 973968 h 1010399"/>
                <a:gd name="connsiteX1121" fmla="*/ 772352 w 1109339"/>
                <a:gd name="connsiteY1121" fmla="*/ 970705 h 1010399"/>
                <a:gd name="connsiteX1122" fmla="*/ 774607 w 1109339"/>
                <a:gd name="connsiteY1122" fmla="*/ 968754 h 1010399"/>
                <a:gd name="connsiteX1123" fmla="*/ 780765 w 1109339"/>
                <a:gd name="connsiteY1123" fmla="*/ 967072 h 1010399"/>
                <a:gd name="connsiteX1124" fmla="*/ 785679 w 1109339"/>
                <a:gd name="connsiteY1124" fmla="*/ 964684 h 1010399"/>
                <a:gd name="connsiteX1125" fmla="*/ 789314 w 1109339"/>
                <a:gd name="connsiteY1125" fmla="*/ 964617 h 1010399"/>
                <a:gd name="connsiteX1126" fmla="*/ 793655 w 1109339"/>
                <a:gd name="connsiteY1126" fmla="*/ 964482 h 1010399"/>
                <a:gd name="connsiteX1127" fmla="*/ 796347 w 1109339"/>
                <a:gd name="connsiteY1127" fmla="*/ 963742 h 1010399"/>
                <a:gd name="connsiteX1128" fmla="*/ 799612 w 1109339"/>
                <a:gd name="connsiteY1128" fmla="*/ 961353 h 1010399"/>
                <a:gd name="connsiteX1129" fmla="*/ 801497 w 1109339"/>
                <a:gd name="connsiteY1129" fmla="*/ 960277 h 1010399"/>
                <a:gd name="connsiteX1130" fmla="*/ 801497 w 1109339"/>
                <a:gd name="connsiteY1130" fmla="*/ 958763 h 1010399"/>
                <a:gd name="connsiteX1131" fmla="*/ 799444 w 1109339"/>
                <a:gd name="connsiteY1131" fmla="*/ 956745 h 1010399"/>
                <a:gd name="connsiteX1132" fmla="*/ 798905 w 1109339"/>
                <a:gd name="connsiteY1132" fmla="*/ 954155 h 1010399"/>
                <a:gd name="connsiteX1133" fmla="*/ 798973 w 1109339"/>
                <a:gd name="connsiteY1133" fmla="*/ 951463 h 1010399"/>
                <a:gd name="connsiteX1134" fmla="*/ 800723 w 1109339"/>
                <a:gd name="connsiteY1134" fmla="*/ 948940 h 1010399"/>
                <a:gd name="connsiteX1135" fmla="*/ 803045 w 1109339"/>
                <a:gd name="connsiteY1135" fmla="*/ 946485 h 1010399"/>
                <a:gd name="connsiteX1136" fmla="*/ 807756 w 1109339"/>
                <a:gd name="connsiteY1136" fmla="*/ 943726 h 1010399"/>
                <a:gd name="connsiteX1137" fmla="*/ 809708 w 1109339"/>
                <a:gd name="connsiteY1137" fmla="*/ 942986 h 1010399"/>
                <a:gd name="connsiteX1138" fmla="*/ 812401 w 1109339"/>
                <a:gd name="connsiteY1138" fmla="*/ 942616 h 1010399"/>
                <a:gd name="connsiteX1139" fmla="*/ 814420 w 1109339"/>
                <a:gd name="connsiteY1139" fmla="*/ 943625 h 1010399"/>
                <a:gd name="connsiteX1140" fmla="*/ 816170 w 1109339"/>
                <a:gd name="connsiteY1140" fmla="*/ 945947 h 1010399"/>
                <a:gd name="connsiteX1141" fmla="*/ 818054 w 1109339"/>
                <a:gd name="connsiteY1141" fmla="*/ 948604 h 1010399"/>
                <a:gd name="connsiteX1142" fmla="*/ 818761 w 1109339"/>
                <a:gd name="connsiteY1142" fmla="*/ 950555 h 1010399"/>
                <a:gd name="connsiteX1143" fmla="*/ 819468 w 1109339"/>
                <a:gd name="connsiteY1143" fmla="*/ 954020 h 1010399"/>
                <a:gd name="connsiteX1144" fmla="*/ 821218 w 1109339"/>
                <a:gd name="connsiteY1144" fmla="*/ 956913 h 1010399"/>
                <a:gd name="connsiteX1145" fmla="*/ 822093 w 1109339"/>
                <a:gd name="connsiteY1145" fmla="*/ 960243 h 1010399"/>
                <a:gd name="connsiteX1146" fmla="*/ 823103 w 1109339"/>
                <a:gd name="connsiteY1146" fmla="*/ 962565 h 1010399"/>
                <a:gd name="connsiteX1147" fmla="*/ 825189 w 1109339"/>
                <a:gd name="connsiteY1147" fmla="*/ 963305 h 1010399"/>
                <a:gd name="connsiteX1148" fmla="*/ 826771 w 1109339"/>
                <a:gd name="connsiteY1148" fmla="*/ 962565 h 1010399"/>
                <a:gd name="connsiteX1149" fmla="*/ 827781 w 1109339"/>
                <a:gd name="connsiteY1149" fmla="*/ 959806 h 1010399"/>
                <a:gd name="connsiteX1150" fmla="*/ 828723 w 1109339"/>
                <a:gd name="connsiteY1150" fmla="*/ 957115 h 1010399"/>
                <a:gd name="connsiteX1151" fmla="*/ 829531 w 1109339"/>
                <a:gd name="connsiteY1151" fmla="*/ 953986 h 1010399"/>
                <a:gd name="connsiteX1152" fmla="*/ 829733 w 1109339"/>
                <a:gd name="connsiteY1152" fmla="*/ 952405 h 1010399"/>
                <a:gd name="connsiteX1153" fmla="*/ 831045 w 1109339"/>
                <a:gd name="connsiteY1153" fmla="*/ 950017 h 1010399"/>
                <a:gd name="connsiteX1154" fmla="*/ 831617 w 1109339"/>
                <a:gd name="connsiteY1154" fmla="*/ 948436 h 1010399"/>
                <a:gd name="connsiteX1155" fmla="*/ 833300 w 1109339"/>
                <a:gd name="connsiteY1155" fmla="*/ 946417 h 1010399"/>
                <a:gd name="connsiteX1156" fmla="*/ 834747 w 1109339"/>
                <a:gd name="connsiteY1156" fmla="*/ 944231 h 1010399"/>
                <a:gd name="connsiteX1157" fmla="*/ 835757 w 1109339"/>
                <a:gd name="connsiteY1157" fmla="*/ 941910 h 1010399"/>
                <a:gd name="connsiteX1158" fmla="*/ 837137 w 1109339"/>
                <a:gd name="connsiteY1158" fmla="*/ 939151 h 1010399"/>
                <a:gd name="connsiteX1159" fmla="*/ 839089 w 1109339"/>
                <a:gd name="connsiteY1159" fmla="*/ 936763 h 1010399"/>
                <a:gd name="connsiteX1160" fmla="*/ 841276 w 1109339"/>
                <a:gd name="connsiteY1160" fmla="*/ 936023 h 1010399"/>
                <a:gd name="connsiteX1161" fmla="*/ 843295 w 1109339"/>
                <a:gd name="connsiteY1161" fmla="*/ 935586 h 1010399"/>
                <a:gd name="connsiteX1162" fmla="*/ 846930 w 1109339"/>
                <a:gd name="connsiteY1162" fmla="*/ 935586 h 1010399"/>
                <a:gd name="connsiteX1163" fmla="*/ 849387 w 1109339"/>
                <a:gd name="connsiteY1163" fmla="*/ 937032 h 1010399"/>
                <a:gd name="connsiteX1164" fmla="*/ 848882 w 1109339"/>
                <a:gd name="connsiteY1164" fmla="*/ 938546 h 1010399"/>
                <a:gd name="connsiteX1165" fmla="*/ 848579 w 1109339"/>
                <a:gd name="connsiteY1165" fmla="*/ 939925 h 1010399"/>
                <a:gd name="connsiteX1166" fmla="*/ 848512 w 1109339"/>
                <a:gd name="connsiteY1166" fmla="*/ 942684 h 1010399"/>
                <a:gd name="connsiteX1167" fmla="*/ 848377 w 1109339"/>
                <a:gd name="connsiteY1167" fmla="*/ 944937 h 1010399"/>
                <a:gd name="connsiteX1168" fmla="*/ 847435 w 1109339"/>
                <a:gd name="connsiteY1168" fmla="*/ 947830 h 1010399"/>
                <a:gd name="connsiteX1169" fmla="*/ 846930 w 1109339"/>
                <a:gd name="connsiteY1169" fmla="*/ 950286 h 1010399"/>
                <a:gd name="connsiteX1170" fmla="*/ 848680 w 1109339"/>
                <a:gd name="connsiteY1170" fmla="*/ 953684 h 1010399"/>
                <a:gd name="connsiteX1171" fmla="*/ 850700 w 1109339"/>
                <a:gd name="connsiteY1171" fmla="*/ 956509 h 1010399"/>
                <a:gd name="connsiteX1172" fmla="*/ 851776 w 1109339"/>
                <a:gd name="connsiteY1172" fmla="*/ 960277 h 1010399"/>
                <a:gd name="connsiteX1173" fmla="*/ 852349 w 1109339"/>
                <a:gd name="connsiteY1173" fmla="*/ 964112 h 1010399"/>
                <a:gd name="connsiteX1174" fmla="*/ 853560 w 1109339"/>
                <a:gd name="connsiteY1174" fmla="*/ 966198 h 1010399"/>
                <a:gd name="connsiteX1175" fmla="*/ 856320 w 1109339"/>
                <a:gd name="connsiteY1175" fmla="*/ 969461 h 1010399"/>
                <a:gd name="connsiteX1176" fmla="*/ 860325 w 1109339"/>
                <a:gd name="connsiteY1176" fmla="*/ 974103 h 1010399"/>
                <a:gd name="connsiteX1177" fmla="*/ 863892 w 1109339"/>
                <a:gd name="connsiteY1177" fmla="*/ 975852 h 1010399"/>
                <a:gd name="connsiteX1178" fmla="*/ 866854 w 1109339"/>
                <a:gd name="connsiteY1178" fmla="*/ 976222 h 1010399"/>
                <a:gd name="connsiteX1179" fmla="*/ 871767 w 1109339"/>
                <a:gd name="connsiteY1179" fmla="*/ 977030 h 1010399"/>
                <a:gd name="connsiteX1180" fmla="*/ 875032 w 1109339"/>
                <a:gd name="connsiteY1180" fmla="*/ 977971 h 1010399"/>
                <a:gd name="connsiteX1181" fmla="*/ 880450 w 1109339"/>
                <a:gd name="connsiteY1181" fmla="*/ 979855 h 1010399"/>
                <a:gd name="connsiteX1182" fmla="*/ 884287 w 1109339"/>
                <a:gd name="connsiteY1182" fmla="*/ 981672 h 1010399"/>
                <a:gd name="connsiteX1183" fmla="*/ 889133 w 1109339"/>
                <a:gd name="connsiteY1183" fmla="*/ 985069 h 1010399"/>
                <a:gd name="connsiteX1184" fmla="*/ 893912 w 1109339"/>
                <a:gd name="connsiteY1184" fmla="*/ 988332 h 1010399"/>
                <a:gd name="connsiteX1185" fmla="*/ 895931 w 1109339"/>
                <a:gd name="connsiteY1185" fmla="*/ 990149 h 1010399"/>
                <a:gd name="connsiteX1186" fmla="*/ 897950 w 1109339"/>
                <a:gd name="connsiteY1186" fmla="*/ 990654 h 1010399"/>
                <a:gd name="connsiteX1187" fmla="*/ 899532 w 1109339"/>
                <a:gd name="connsiteY1187" fmla="*/ 990654 h 1010399"/>
                <a:gd name="connsiteX1188" fmla="*/ 900912 w 1109339"/>
                <a:gd name="connsiteY1188" fmla="*/ 990855 h 1010399"/>
                <a:gd name="connsiteX1189" fmla="*/ 902427 w 1109339"/>
                <a:gd name="connsiteY1189" fmla="*/ 990923 h 1010399"/>
                <a:gd name="connsiteX1190" fmla="*/ 903436 w 1109339"/>
                <a:gd name="connsiteY1190" fmla="*/ 990418 h 1010399"/>
                <a:gd name="connsiteX1191" fmla="*/ 904883 w 1109339"/>
                <a:gd name="connsiteY1191" fmla="*/ 989981 h 1010399"/>
                <a:gd name="connsiteX1192" fmla="*/ 905893 w 1109339"/>
                <a:gd name="connsiteY1192" fmla="*/ 988164 h 1010399"/>
                <a:gd name="connsiteX1193" fmla="*/ 907138 w 1109339"/>
                <a:gd name="connsiteY1193" fmla="*/ 986718 h 1010399"/>
                <a:gd name="connsiteX1194" fmla="*/ 908215 w 1109339"/>
                <a:gd name="connsiteY1194" fmla="*/ 985339 h 1010399"/>
                <a:gd name="connsiteX1195" fmla="*/ 910100 w 1109339"/>
                <a:gd name="connsiteY1195" fmla="*/ 983825 h 1010399"/>
                <a:gd name="connsiteX1196" fmla="*/ 912052 w 1109339"/>
                <a:gd name="connsiteY1196" fmla="*/ 982950 h 1010399"/>
                <a:gd name="connsiteX1197" fmla="*/ 913566 w 1109339"/>
                <a:gd name="connsiteY1197" fmla="*/ 983690 h 1010399"/>
                <a:gd name="connsiteX1198" fmla="*/ 915215 w 1109339"/>
                <a:gd name="connsiteY1198" fmla="*/ 983690 h 1010399"/>
                <a:gd name="connsiteX1199" fmla="*/ 917538 w 1109339"/>
                <a:gd name="connsiteY1199" fmla="*/ 984195 h 1010399"/>
                <a:gd name="connsiteX1200" fmla="*/ 920062 w 1109339"/>
                <a:gd name="connsiteY1200" fmla="*/ 984632 h 1010399"/>
                <a:gd name="connsiteX1201" fmla="*/ 922148 w 1109339"/>
                <a:gd name="connsiteY1201" fmla="*/ 985944 h 1010399"/>
                <a:gd name="connsiteX1202" fmla="*/ 924167 w 1109339"/>
                <a:gd name="connsiteY1202" fmla="*/ 987256 h 1010399"/>
                <a:gd name="connsiteX1203" fmla="*/ 927634 w 1109339"/>
                <a:gd name="connsiteY1203" fmla="*/ 988635 h 1010399"/>
                <a:gd name="connsiteX1204" fmla="*/ 928273 w 1109339"/>
                <a:gd name="connsiteY1204" fmla="*/ 989039 h 1010399"/>
                <a:gd name="connsiteX1205" fmla="*/ 928273 w 1109339"/>
                <a:gd name="connsiteY1205" fmla="*/ 986314 h 1010399"/>
                <a:gd name="connsiteX1206" fmla="*/ 925076 w 1109339"/>
                <a:gd name="connsiteY1206" fmla="*/ 979351 h 1010399"/>
                <a:gd name="connsiteX1207" fmla="*/ 921442 w 1109339"/>
                <a:gd name="connsiteY1207" fmla="*/ 973396 h 1010399"/>
                <a:gd name="connsiteX1208" fmla="*/ 919557 w 1109339"/>
                <a:gd name="connsiteY1208" fmla="*/ 970066 h 1010399"/>
                <a:gd name="connsiteX1209" fmla="*/ 919557 w 1109339"/>
                <a:gd name="connsiteY1209" fmla="*/ 965424 h 1010399"/>
                <a:gd name="connsiteX1210" fmla="*/ 921307 w 1109339"/>
                <a:gd name="connsiteY1210" fmla="*/ 961219 h 1010399"/>
                <a:gd name="connsiteX1211" fmla="*/ 923898 w 1109339"/>
                <a:gd name="connsiteY1211" fmla="*/ 955567 h 1010399"/>
                <a:gd name="connsiteX1212" fmla="*/ 923191 w 1109339"/>
                <a:gd name="connsiteY1212" fmla="*/ 949176 h 1010399"/>
                <a:gd name="connsiteX1213" fmla="*/ 918413 w 1109339"/>
                <a:gd name="connsiteY1213" fmla="*/ 945274 h 1010399"/>
                <a:gd name="connsiteX1214" fmla="*/ 921610 w 1109339"/>
                <a:gd name="connsiteY1214" fmla="*/ 941237 h 1010399"/>
                <a:gd name="connsiteX1215" fmla="*/ 920600 w 1109339"/>
                <a:gd name="connsiteY1215" fmla="*/ 928622 h 1010399"/>
                <a:gd name="connsiteX1216" fmla="*/ 919456 w 1109339"/>
                <a:gd name="connsiteY1216" fmla="*/ 916310 h 1010399"/>
                <a:gd name="connsiteX1217" fmla="*/ 916561 w 1109339"/>
                <a:gd name="connsiteY1217" fmla="*/ 909515 h 1010399"/>
                <a:gd name="connsiteX1218" fmla="*/ 916561 w 1109339"/>
                <a:gd name="connsiteY1218" fmla="*/ 905747 h 1010399"/>
                <a:gd name="connsiteX1219" fmla="*/ 916427 w 1109339"/>
                <a:gd name="connsiteY1219" fmla="*/ 901677 h 1010399"/>
                <a:gd name="connsiteX1220" fmla="*/ 911917 w 1109339"/>
                <a:gd name="connsiteY1220" fmla="*/ 899356 h 1010399"/>
                <a:gd name="connsiteX1221" fmla="*/ 909158 w 1109339"/>
                <a:gd name="connsiteY1221" fmla="*/ 896160 h 1010399"/>
                <a:gd name="connsiteX1222" fmla="*/ 909158 w 1109339"/>
                <a:gd name="connsiteY1222" fmla="*/ 888927 h 1010399"/>
                <a:gd name="connsiteX1223" fmla="*/ 904076 w 1109339"/>
                <a:gd name="connsiteY1223" fmla="*/ 881089 h 1010399"/>
                <a:gd name="connsiteX1224" fmla="*/ 899734 w 1109339"/>
                <a:gd name="connsiteY1224" fmla="*/ 873991 h 1010399"/>
                <a:gd name="connsiteX1225" fmla="*/ 897715 w 1109339"/>
                <a:gd name="connsiteY1225" fmla="*/ 866456 h 1010399"/>
                <a:gd name="connsiteX1226" fmla="*/ 893508 w 1109339"/>
                <a:gd name="connsiteY1226" fmla="*/ 861545 h 1010399"/>
                <a:gd name="connsiteX1227" fmla="*/ 893508 w 1109339"/>
                <a:gd name="connsiteY1227" fmla="*/ 857643 h 1010399"/>
                <a:gd name="connsiteX1228" fmla="*/ 890479 w 1109339"/>
                <a:gd name="connsiteY1228" fmla="*/ 854884 h 1010399"/>
                <a:gd name="connsiteX1229" fmla="*/ 886575 w 1109339"/>
                <a:gd name="connsiteY1229" fmla="*/ 851554 h 1010399"/>
                <a:gd name="connsiteX1230" fmla="*/ 880619 w 1109339"/>
                <a:gd name="connsiteY1230" fmla="*/ 846205 h 1010399"/>
                <a:gd name="connsiteX1231" fmla="*/ 876984 w 1109339"/>
                <a:gd name="connsiteY1231" fmla="*/ 840554 h 1010399"/>
                <a:gd name="connsiteX1232" fmla="*/ 878296 w 1109339"/>
                <a:gd name="connsiteY1232" fmla="*/ 837661 h 1010399"/>
                <a:gd name="connsiteX1233" fmla="*/ 882941 w 1109339"/>
                <a:gd name="connsiteY1233" fmla="*/ 833321 h 1010399"/>
                <a:gd name="connsiteX1234" fmla="*/ 886272 w 1109339"/>
                <a:gd name="connsiteY1234" fmla="*/ 830428 h 1010399"/>
                <a:gd name="connsiteX1235" fmla="*/ 888729 w 1109339"/>
                <a:gd name="connsiteY1235" fmla="*/ 830428 h 1010399"/>
                <a:gd name="connsiteX1236" fmla="*/ 894518 w 1109339"/>
                <a:gd name="connsiteY1236" fmla="*/ 832177 h 1010399"/>
                <a:gd name="connsiteX1237" fmla="*/ 901484 w 1109339"/>
                <a:gd name="connsiteY1237" fmla="*/ 829150 h 1010399"/>
                <a:gd name="connsiteX1238" fmla="*/ 901619 w 1109339"/>
                <a:gd name="connsiteY1238" fmla="*/ 826257 h 1010399"/>
                <a:gd name="connsiteX1239" fmla="*/ 900037 w 1109339"/>
                <a:gd name="connsiteY1239" fmla="*/ 823061 h 1010399"/>
                <a:gd name="connsiteX1240" fmla="*/ 905085 w 1109339"/>
                <a:gd name="connsiteY1240" fmla="*/ 820874 h 1010399"/>
                <a:gd name="connsiteX1241" fmla="*/ 907710 w 1109339"/>
                <a:gd name="connsiteY1241" fmla="*/ 822186 h 1010399"/>
                <a:gd name="connsiteX1242" fmla="*/ 910167 w 1109339"/>
                <a:gd name="connsiteY1242" fmla="*/ 819428 h 1010399"/>
                <a:gd name="connsiteX1243" fmla="*/ 915686 w 1109339"/>
                <a:gd name="connsiteY1243" fmla="*/ 814079 h 1010399"/>
                <a:gd name="connsiteX1244" fmla="*/ 919759 w 1109339"/>
                <a:gd name="connsiteY1244" fmla="*/ 806544 h 1010399"/>
                <a:gd name="connsiteX1245" fmla="*/ 925413 w 1109339"/>
                <a:gd name="connsiteY1245" fmla="*/ 800455 h 1010399"/>
                <a:gd name="connsiteX1246" fmla="*/ 924538 w 1109339"/>
                <a:gd name="connsiteY1246" fmla="*/ 791911 h 1010399"/>
                <a:gd name="connsiteX1247" fmla="*/ 930057 w 1109339"/>
                <a:gd name="connsiteY1247" fmla="*/ 791911 h 1010399"/>
                <a:gd name="connsiteX1248" fmla="*/ 933759 w 1109339"/>
                <a:gd name="connsiteY1248" fmla="*/ 791339 h 1010399"/>
                <a:gd name="connsiteX1249" fmla="*/ 935274 w 1109339"/>
                <a:gd name="connsiteY1249" fmla="*/ 785553 h 1010399"/>
                <a:gd name="connsiteX1250" fmla="*/ 935274 w 1109339"/>
                <a:gd name="connsiteY1250" fmla="*/ 781213 h 1010399"/>
                <a:gd name="connsiteX1251" fmla="*/ 936149 w 1109339"/>
                <a:gd name="connsiteY1251" fmla="*/ 778085 h 1010399"/>
                <a:gd name="connsiteX1252" fmla="*/ 938168 w 1109339"/>
                <a:gd name="connsiteY1252" fmla="*/ 776840 h 1010399"/>
                <a:gd name="connsiteX1253" fmla="*/ 939615 w 1109339"/>
                <a:gd name="connsiteY1253" fmla="*/ 776840 h 1010399"/>
                <a:gd name="connsiteX1254" fmla="*/ 943519 w 1109339"/>
                <a:gd name="connsiteY1254" fmla="*/ 777715 h 1010399"/>
                <a:gd name="connsiteX1255" fmla="*/ 950486 w 1109339"/>
                <a:gd name="connsiteY1255" fmla="*/ 778724 h 1010399"/>
                <a:gd name="connsiteX1256" fmla="*/ 958596 w 1109339"/>
                <a:gd name="connsiteY1256" fmla="*/ 781920 h 1010399"/>
                <a:gd name="connsiteX1257" fmla="*/ 964553 w 1109339"/>
                <a:gd name="connsiteY1257" fmla="*/ 781348 h 1010399"/>
                <a:gd name="connsiteX1258" fmla="*/ 1011804 w 1109339"/>
                <a:gd name="connsiteY1258" fmla="*/ 783803 h 1010399"/>
                <a:gd name="connsiteX1259" fmla="*/ 1028328 w 1109339"/>
                <a:gd name="connsiteY1259" fmla="*/ 783803 h 1010399"/>
                <a:gd name="connsiteX1260" fmla="*/ 1040781 w 1109339"/>
                <a:gd name="connsiteY1260" fmla="*/ 778287 h 1010399"/>
                <a:gd name="connsiteX1261" fmla="*/ 1045425 w 1109339"/>
                <a:gd name="connsiteY1261" fmla="*/ 771929 h 1010399"/>
                <a:gd name="connsiteX1262" fmla="*/ 1046569 w 1109339"/>
                <a:gd name="connsiteY1262" fmla="*/ 767757 h 1010399"/>
                <a:gd name="connsiteX1263" fmla="*/ 1046569 w 1109339"/>
                <a:gd name="connsiteY1263" fmla="*/ 763822 h 1010399"/>
                <a:gd name="connsiteX1264" fmla="*/ 1044819 w 1109339"/>
                <a:gd name="connsiteY1264" fmla="*/ 761231 h 1010399"/>
                <a:gd name="connsiteX1265" fmla="*/ 1043069 w 1109339"/>
                <a:gd name="connsiteY1265" fmla="*/ 758910 h 1010399"/>
                <a:gd name="connsiteX1266" fmla="*/ 1040612 w 1109339"/>
                <a:gd name="connsiteY1266" fmla="*/ 757531 h 1010399"/>
                <a:gd name="connsiteX1267" fmla="*/ 1040208 w 1109339"/>
                <a:gd name="connsiteY1267" fmla="*/ 754705 h 1010399"/>
                <a:gd name="connsiteX1268" fmla="*/ 1039603 w 1109339"/>
                <a:gd name="connsiteY1268" fmla="*/ 750366 h 1010399"/>
                <a:gd name="connsiteX1269" fmla="*/ 1039603 w 1109339"/>
                <a:gd name="connsiteY1269" fmla="*/ 748179 h 1010399"/>
                <a:gd name="connsiteX1270" fmla="*/ 1041555 w 1109339"/>
                <a:gd name="connsiteY1270" fmla="*/ 745051 h 1010399"/>
                <a:gd name="connsiteX1271" fmla="*/ 1042800 w 1109339"/>
                <a:gd name="connsiteY1271" fmla="*/ 742090 h 1010399"/>
                <a:gd name="connsiteX1272" fmla="*/ 1043944 w 1109339"/>
                <a:gd name="connsiteY1272" fmla="*/ 736439 h 1010399"/>
                <a:gd name="connsiteX1273" fmla="*/ 1045089 w 1109339"/>
                <a:gd name="connsiteY1273" fmla="*/ 730350 h 1010399"/>
                <a:gd name="connsiteX1274" fmla="*/ 1047276 w 1109339"/>
                <a:gd name="connsiteY1274" fmla="*/ 724699 h 1010399"/>
                <a:gd name="connsiteX1275" fmla="*/ 1051920 w 1109339"/>
                <a:gd name="connsiteY1275" fmla="*/ 720359 h 1010399"/>
                <a:gd name="connsiteX1276" fmla="*/ 1056699 w 1109339"/>
                <a:gd name="connsiteY1276" fmla="*/ 716592 h 1010399"/>
                <a:gd name="connsiteX1277" fmla="*/ 1057709 w 1109339"/>
                <a:gd name="connsiteY1277" fmla="*/ 707307 h 1010399"/>
                <a:gd name="connsiteX1278" fmla="*/ 1055959 w 1109339"/>
                <a:gd name="connsiteY1278" fmla="*/ 690083 h 1010399"/>
                <a:gd name="connsiteX1279" fmla="*/ 1059089 w 1109339"/>
                <a:gd name="connsiteY1279" fmla="*/ 684432 h 1010399"/>
                <a:gd name="connsiteX1280" fmla="*/ 1061344 w 1109339"/>
                <a:gd name="connsiteY1280" fmla="*/ 680530 h 1010399"/>
                <a:gd name="connsiteX1281" fmla="*/ 1064474 w 1109339"/>
                <a:gd name="connsiteY1281" fmla="*/ 676392 h 1010399"/>
                <a:gd name="connsiteX1282" fmla="*/ 1067132 w 1109339"/>
                <a:gd name="connsiteY1282" fmla="*/ 672423 h 1010399"/>
                <a:gd name="connsiteX1283" fmla="*/ 1068848 w 1109339"/>
                <a:gd name="connsiteY1283" fmla="*/ 670673 h 1010399"/>
                <a:gd name="connsiteX1284" fmla="*/ 1070901 w 1109339"/>
                <a:gd name="connsiteY1284" fmla="*/ 668857 h 1010399"/>
                <a:gd name="connsiteX1285" fmla="*/ 1070901 w 1109339"/>
                <a:gd name="connsiteY1285" fmla="*/ 666468 h 1010399"/>
                <a:gd name="connsiteX1286" fmla="*/ 1068579 w 1109339"/>
                <a:gd name="connsiteY1286" fmla="*/ 658193 h 1010399"/>
                <a:gd name="connsiteX1287" fmla="*/ 1068512 w 1109339"/>
                <a:gd name="connsiteY1287" fmla="*/ 651667 h 1010399"/>
                <a:gd name="connsiteX1288" fmla="*/ 1068950 w 1109339"/>
                <a:gd name="connsiteY1288" fmla="*/ 645814 h 1010399"/>
                <a:gd name="connsiteX1289" fmla="*/ 1072416 w 1109339"/>
                <a:gd name="connsiteY1289" fmla="*/ 641407 h 1010399"/>
                <a:gd name="connsiteX1290" fmla="*/ 1077935 w 1109339"/>
                <a:gd name="connsiteY1290" fmla="*/ 635688 h 1010399"/>
                <a:gd name="connsiteX1291" fmla="*/ 1079820 w 1109339"/>
                <a:gd name="connsiteY1291" fmla="*/ 632862 h 1010399"/>
                <a:gd name="connsiteX1292" fmla="*/ 1079517 w 1109339"/>
                <a:gd name="connsiteY1292" fmla="*/ 627278 h 1010399"/>
                <a:gd name="connsiteX1293" fmla="*/ 1077060 w 1109339"/>
                <a:gd name="connsiteY1293" fmla="*/ 623006 h 1010399"/>
                <a:gd name="connsiteX1294" fmla="*/ 1072012 w 1109339"/>
                <a:gd name="connsiteY1294" fmla="*/ 615841 h 1010399"/>
                <a:gd name="connsiteX1295" fmla="*/ 1073392 w 1109339"/>
                <a:gd name="connsiteY1295" fmla="*/ 609079 h 1010399"/>
                <a:gd name="connsiteX1296" fmla="*/ 1074738 w 1109339"/>
                <a:gd name="connsiteY1296" fmla="*/ 603293 h 1010399"/>
                <a:gd name="connsiteX1297" fmla="*/ 1079281 w 1109339"/>
                <a:gd name="connsiteY1297" fmla="*/ 599828 h 1010399"/>
                <a:gd name="connsiteX1298" fmla="*/ 1080426 w 1109339"/>
                <a:gd name="connsiteY1298" fmla="*/ 596027 h 1010399"/>
                <a:gd name="connsiteX1299" fmla="*/ 1079887 w 1109339"/>
                <a:gd name="connsiteY1299" fmla="*/ 586473 h 1010399"/>
                <a:gd name="connsiteX1300" fmla="*/ 1078743 w 1109339"/>
                <a:gd name="connsiteY1300" fmla="*/ 584657 h 1010399"/>
                <a:gd name="connsiteX1301" fmla="*/ 1077767 w 1109339"/>
                <a:gd name="connsiteY1301" fmla="*/ 580250 h 1010399"/>
                <a:gd name="connsiteX1302" fmla="*/ 1076051 w 1109339"/>
                <a:gd name="connsiteY1302" fmla="*/ 575036 h 1010399"/>
                <a:gd name="connsiteX1303" fmla="*/ 1076556 w 1109339"/>
                <a:gd name="connsiteY1303" fmla="*/ 570293 h 1010399"/>
                <a:gd name="connsiteX1304" fmla="*/ 1076724 w 1109339"/>
                <a:gd name="connsiteY1304" fmla="*/ 564339 h 1010399"/>
                <a:gd name="connsiteX1305" fmla="*/ 1077060 w 1109339"/>
                <a:gd name="connsiteY1305" fmla="*/ 556400 h 1010399"/>
                <a:gd name="connsiteX1306" fmla="*/ 1076892 w 1109339"/>
                <a:gd name="connsiteY1306" fmla="*/ 546106 h 1010399"/>
                <a:gd name="connsiteX1307" fmla="*/ 1079382 w 1109339"/>
                <a:gd name="connsiteY1307" fmla="*/ 540656 h 1010399"/>
                <a:gd name="connsiteX1308" fmla="*/ 1081772 w 1109339"/>
                <a:gd name="connsiteY1308" fmla="*/ 535644 h 1010399"/>
                <a:gd name="connsiteX1309" fmla="*/ 1083084 w 1109339"/>
                <a:gd name="connsiteY1309" fmla="*/ 528243 h 1010399"/>
                <a:gd name="connsiteX1310" fmla="*/ 1083084 w 1109339"/>
                <a:gd name="connsiteY1310" fmla="*/ 523904 h 1010399"/>
                <a:gd name="connsiteX1311" fmla="*/ 1080257 w 1109339"/>
                <a:gd name="connsiteY1311" fmla="*/ 519228 h 1010399"/>
                <a:gd name="connsiteX1312" fmla="*/ 1079382 w 1109339"/>
                <a:gd name="connsiteY1312" fmla="*/ 516503 h 1010399"/>
                <a:gd name="connsiteX1313" fmla="*/ 1078743 w 1109339"/>
                <a:gd name="connsiteY1313" fmla="*/ 510650 h 1010399"/>
                <a:gd name="connsiteX1314" fmla="*/ 1079382 w 1109339"/>
                <a:gd name="connsiteY1314" fmla="*/ 507488 h 1010399"/>
                <a:gd name="connsiteX1315" fmla="*/ 1081873 w 1109339"/>
                <a:gd name="connsiteY1315" fmla="*/ 504325 h 1010399"/>
                <a:gd name="connsiteX1316" fmla="*/ 1087729 w 1109339"/>
                <a:gd name="connsiteY1316" fmla="*/ 499448 h 1010399"/>
                <a:gd name="connsiteX1317" fmla="*/ 1097623 w 1109339"/>
                <a:gd name="connsiteY1317" fmla="*/ 491744 h 1010399"/>
                <a:gd name="connsiteX1318" fmla="*/ 1100551 w 1109339"/>
                <a:gd name="connsiteY1318" fmla="*/ 487169 h 1010399"/>
                <a:gd name="connsiteX1319" fmla="*/ 1104623 w 1109339"/>
                <a:gd name="connsiteY1319" fmla="*/ 481955 h 1010399"/>
                <a:gd name="connsiteX1320" fmla="*/ 1107383 w 1109339"/>
                <a:gd name="connsiteY1320" fmla="*/ 477279 h 1010399"/>
                <a:gd name="connsiteX1321" fmla="*/ 1107383 w 1109339"/>
                <a:gd name="connsiteY1321" fmla="*/ 470013 h 1010399"/>
                <a:gd name="connsiteX1322" fmla="*/ 1108460 w 1109339"/>
                <a:gd name="connsiteY1322" fmla="*/ 462175 h 1010399"/>
                <a:gd name="connsiteX1323" fmla="*/ 1107787 w 1109339"/>
                <a:gd name="connsiteY1323" fmla="*/ 452823 h 1010399"/>
                <a:gd name="connsiteX1324" fmla="*/ 1106171 w 1109339"/>
                <a:gd name="connsiteY1324" fmla="*/ 448484 h 1010399"/>
                <a:gd name="connsiteX1325" fmla="*/ 1099104 w 1109339"/>
                <a:gd name="connsiteY1325" fmla="*/ 445759 h 1010399"/>
                <a:gd name="connsiteX1326" fmla="*/ 1096042 w 1109339"/>
                <a:gd name="connsiteY1326" fmla="*/ 444783 h 1010399"/>
                <a:gd name="connsiteX1327" fmla="*/ 1092575 w 1109339"/>
                <a:gd name="connsiteY1327" fmla="*/ 444783 h 1010399"/>
                <a:gd name="connsiteX1328" fmla="*/ 1088772 w 1109339"/>
                <a:gd name="connsiteY1328" fmla="*/ 441857 h 1010399"/>
                <a:gd name="connsiteX1329" fmla="*/ 1086483 w 1109339"/>
                <a:gd name="connsiteY1329" fmla="*/ 439569 h 1010399"/>
                <a:gd name="connsiteX1330" fmla="*/ 1085508 w 1109339"/>
                <a:gd name="connsiteY1330" fmla="*/ 437181 h 1010399"/>
                <a:gd name="connsiteX1331" fmla="*/ 1086719 w 1109339"/>
                <a:gd name="connsiteY1331" fmla="*/ 432740 h 1010399"/>
                <a:gd name="connsiteX1332" fmla="*/ 1087493 w 1109339"/>
                <a:gd name="connsiteY1332" fmla="*/ 426113 h 1010399"/>
                <a:gd name="connsiteX1333" fmla="*/ 1088536 w 1109339"/>
                <a:gd name="connsiteY1333" fmla="*/ 421875 h 1010399"/>
                <a:gd name="connsiteX1334" fmla="*/ 1091734 w 1109339"/>
                <a:gd name="connsiteY1334" fmla="*/ 418713 h 1010399"/>
                <a:gd name="connsiteX1335" fmla="*/ 1091734 w 1109339"/>
                <a:gd name="connsiteY1335" fmla="*/ 414373 h 1010399"/>
                <a:gd name="connsiteX1336" fmla="*/ 1089546 w 1109339"/>
                <a:gd name="connsiteY1336" fmla="*/ 408822 h 1010399"/>
                <a:gd name="connsiteX1337" fmla="*/ 1090522 w 1109339"/>
                <a:gd name="connsiteY1337" fmla="*/ 405660 h 1010399"/>
                <a:gd name="connsiteX1338" fmla="*/ 1093988 w 1109339"/>
                <a:gd name="connsiteY1338" fmla="*/ 401422 h 1010399"/>
                <a:gd name="connsiteX1339" fmla="*/ 1098465 w 1109339"/>
                <a:gd name="connsiteY1339" fmla="*/ 399672 h 1010399"/>
                <a:gd name="connsiteX1340" fmla="*/ 1104321 w 1109339"/>
                <a:gd name="connsiteY1340" fmla="*/ 393920 h 1010399"/>
                <a:gd name="connsiteX1341" fmla="*/ 1107787 w 1109339"/>
                <a:gd name="connsiteY1341" fmla="*/ 390455 h 1010399"/>
                <a:gd name="connsiteX1342" fmla="*/ 1109301 w 1109339"/>
                <a:gd name="connsiteY1342" fmla="*/ 389143 h 1010399"/>
                <a:gd name="connsiteX1343" fmla="*/ 1109167 w 1109339"/>
                <a:gd name="connsiteY1343" fmla="*/ 386721 h 101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109339" h="1010399">
                  <a:moveTo>
                    <a:pt x="1109167" y="386721"/>
                  </a:moveTo>
                  <a:lnTo>
                    <a:pt x="1109066" y="385577"/>
                  </a:lnTo>
                  <a:lnTo>
                    <a:pt x="1109066" y="384871"/>
                  </a:lnTo>
                  <a:lnTo>
                    <a:pt x="1108359" y="383391"/>
                  </a:lnTo>
                  <a:lnTo>
                    <a:pt x="1106508" y="383761"/>
                  </a:lnTo>
                  <a:lnTo>
                    <a:pt x="1105263" y="384636"/>
                  </a:lnTo>
                  <a:lnTo>
                    <a:pt x="1104926" y="385779"/>
                  </a:lnTo>
                  <a:lnTo>
                    <a:pt x="1104051" y="387630"/>
                  </a:lnTo>
                  <a:lnTo>
                    <a:pt x="1102133" y="388403"/>
                  </a:lnTo>
                  <a:lnTo>
                    <a:pt x="1099912" y="388841"/>
                  </a:lnTo>
                  <a:lnTo>
                    <a:pt x="1097691" y="389917"/>
                  </a:lnTo>
                  <a:cubicBezTo>
                    <a:pt x="1097691" y="389917"/>
                    <a:pt x="1095671" y="390455"/>
                    <a:pt x="1095301" y="390455"/>
                  </a:cubicBezTo>
                  <a:cubicBezTo>
                    <a:pt x="1094931" y="390455"/>
                    <a:pt x="1091263" y="391397"/>
                    <a:pt x="1091060" y="391397"/>
                  </a:cubicBezTo>
                  <a:cubicBezTo>
                    <a:pt x="1090825" y="391397"/>
                    <a:pt x="1082142" y="391128"/>
                    <a:pt x="1082142" y="391128"/>
                  </a:cubicBezTo>
                  <a:lnTo>
                    <a:pt x="1076387" y="391397"/>
                  </a:lnTo>
                  <a:lnTo>
                    <a:pt x="1071642" y="392474"/>
                  </a:lnTo>
                  <a:lnTo>
                    <a:pt x="1065921" y="396712"/>
                  </a:lnTo>
                  <a:lnTo>
                    <a:pt x="1061041" y="398832"/>
                  </a:lnTo>
                  <a:lnTo>
                    <a:pt x="1048252" y="405122"/>
                  </a:lnTo>
                  <a:cubicBezTo>
                    <a:pt x="1048252" y="405122"/>
                    <a:pt x="1041992" y="410504"/>
                    <a:pt x="1041689" y="410605"/>
                  </a:cubicBezTo>
                  <a:cubicBezTo>
                    <a:pt x="1041353" y="410706"/>
                    <a:pt x="1032569" y="415281"/>
                    <a:pt x="1032569" y="415281"/>
                  </a:cubicBezTo>
                  <a:lnTo>
                    <a:pt x="1011434" y="432236"/>
                  </a:lnTo>
                  <a:cubicBezTo>
                    <a:pt x="1011434" y="432236"/>
                    <a:pt x="1002313" y="439199"/>
                    <a:pt x="1001977" y="439401"/>
                  </a:cubicBezTo>
                  <a:cubicBezTo>
                    <a:pt x="1001640" y="439603"/>
                    <a:pt x="991208" y="441150"/>
                    <a:pt x="990467" y="441588"/>
                  </a:cubicBezTo>
                  <a:cubicBezTo>
                    <a:pt x="989693" y="442025"/>
                    <a:pt x="980471" y="445725"/>
                    <a:pt x="978721" y="445927"/>
                  </a:cubicBezTo>
                  <a:cubicBezTo>
                    <a:pt x="976972" y="446129"/>
                    <a:pt x="971115" y="452991"/>
                    <a:pt x="971115" y="453328"/>
                  </a:cubicBezTo>
                  <a:cubicBezTo>
                    <a:pt x="971115" y="453664"/>
                    <a:pt x="964048" y="459955"/>
                    <a:pt x="963712" y="460056"/>
                  </a:cubicBezTo>
                  <a:cubicBezTo>
                    <a:pt x="963375" y="460157"/>
                    <a:pt x="955870" y="466784"/>
                    <a:pt x="955668" y="467120"/>
                  </a:cubicBezTo>
                  <a:cubicBezTo>
                    <a:pt x="955466" y="467456"/>
                    <a:pt x="951428" y="475160"/>
                    <a:pt x="951428" y="475160"/>
                  </a:cubicBezTo>
                  <a:lnTo>
                    <a:pt x="945673" y="477885"/>
                  </a:lnTo>
                  <a:lnTo>
                    <a:pt x="942980" y="477885"/>
                  </a:lnTo>
                  <a:lnTo>
                    <a:pt x="940355" y="479836"/>
                  </a:lnTo>
                  <a:lnTo>
                    <a:pt x="939480" y="486463"/>
                  </a:lnTo>
                  <a:lnTo>
                    <a:pt x="939918" y="492753"/>
                  </a:lnTo>
                  <a:lnTo>
                    <a:pt x="940120" y="494604"/>
                  </a:lnTo>
                  <a:lnTo>
                    <a:pt x="939346" y="497766"/>
                  </a:lnTo>
                  <a:lnTo>
                    <a:pt x="937293" y="498977"/>
                  </a:lnTo>
                  <a:lnTo>
                    <a:pt x="935543" y="500289"/>
                  </a:lnTo>
                  <a:lnTo>
                    <a:pt x="930865" y="500726"/>
                  </a:lnTo>
                  <a:lnTo>
                    <a:pt x="919658" y="500928"/>
                  </a:lnTo>
                  <a:lnTo>
                    <a:pt x="913364" y="506377"/>
                  </a:lnTo>
                  <a:lnTo>
                    <a:pt x="906297" y="510179"/>
                  </a:lnTo>
                  <a:lnTo>
                    <a:pt x="902494" y="512668"/>
                  </a:lnTo>
                  <a:lnTo>
                    <a:pt x="896402" y="514451"/>
                  </a:lnTo>
                  <a:lnTo>
                    <a:pt x="890648" y="516133"/>
                  </a:lnTo>
                  <a:lnTo>
                    <a:pt x="880315" y="516133"/>
                  </a:lnTo>
                  <a:lnTo>
                    <a:pt x="857834" y="516772"/>
                  </a:lnTo>
                  <a:lnTo>
                    <a:pt x="852416" y="517108"/>
                  </a:lnTo>
                  <a:lnTo>
                    <a:pt x="847402" y="518757"/>
                  </a:lnTo>
                  <a:cubicBezTo>
                    <a:pt x="847402" y="518757"/>
                    <a:pt x="842084" y="521784"/>
                    <a:pt x="841646" y="521919"/>
                  </a:cubicBezTo>
                  <a:cubicBezTo>
                    <a:pt x="841209" y="522020"/>
                    <a:pt x="835555" y="522558"/>
                    <a:pt x="835555" y="522558"/>
                  </a:cubicBezTo>
                  <a:lnTo>
                    <a:pt x="829463" y="524509"/>
                  </a:lnTo>
                  <a:lnTo>
                    <a:pt x="824348" y="526359"/>
                  </a:lnTo>
                  <a:lnTo>
                    <a:pt x="817819" y="526696"/>
                  </a:lnTo>
                  <a:lnTo>
                    <a:pt x="813242" y="525485"/>
                  </a:lnTo>
                  <a:lnTo>
                    <a:pt x="807790" y="517108"/>
                  </a:lnTo>
                  <a:lnTo>
                    <a:pt x="803785" y="509607"/>
                  </a:lnTo>
                  <a:lnTo>
                    <a:pt x="798468" y="505368"/>
                  </a:lnTo>
                  <a:cubicBezTo>
                    <a:pt x="798468" y="505368"/>
                    <a:pt x="796516" y="503854"/>
                    <a:pt x="796078" y="503619"/>
                  </a:cubicBezTo>
                  <a:cubicBezTo>
                    <a:pt x="795641" y="503417"/>
                    <a:pt x="790963" y="500894"/>
                    <a:pt x="790963" y="500894"/>
                  </a:cubicBezTo>
                  <a:cubicBezTo>
                    <a:pt x="790963" y="500894"/>
                    <a:pt x="787967" y="498506"/>
                    <a:pt x="787429" y="498169"/>
                  </a:cubicBezTo>
                  <a:cubicBezTo>
                    <a:pt x="786890" y="497833"/>
                    <a:pt x="782044" y="494368"/>
                    <a:pt x="782044" y="494368"/>
                  </a:cubicBezTo>
                  <a:lnTo>
                    <a:pt x="782044" y="490903"/>
                  </a:lnTo>
                  <a:lnTo>
                    <a:pt x="782044" y="485689"/>
                  </a:lnTo>
                  <a:lnTo>
                    <a:pt x="782044" y="483940"/>
                  </a:lnTo>
                  <a:lnTo>
                    <a:pt x="784332" y="477952"/>
                  </a:lnTo>
                  <a:lnTo>
                    <a:pt x="785746" y="475227"/>
                  </a:lnTo>
                  <a:lnTo>
                    <a:pt x="787059" y="470787"/>
                  </a:lnTo>
                  <a:cubicBezTo>
                    <a:pt x="787059" y="470787"/>
                    <a:pt x="786823" y="466346"/>
                    <a:pt x="786823" y="466010"/>
                  </a:cubicBezTo>
                  <a:cubicBezTo>
                    <a:pt x="786823" y="465673"/>
                    <a:pt x="786621" y="461435"/>
                    <a:pt x="786621" y="461435"/>
                  </a:cubicBezTo>
                  <a:cubicBezTo>
                    <a:pt x="786621" y="461435"/>
                    <a:pt x="786285" y="456994"/>
                    <a:pt x="786285" y="456557"/>
                  </a:cubicBezTo>
                  <a:cubicBezTo>
                    <a:pt x="786285" y="456120"/>
                    <a:pt x="784568" y="449392"/>
                    <a:pt x="784332" y="449056"/>
                  </a:cubicBezTo>
                  <a:cubicBezTo>
                    <a:pt x="784131" y="448719"/>
                    <a:pt x="781169" y="444817"/>
                    <a:pt x="780765" y="444817"/>
                  </a:cubicBezTo>
                  <a:cubicBezTo>
                    <a:pt x="780328" y="444817"/>
                    <a:pt x="776323" y="443068"/>
                    <a:pt x="776323" y="443068"/>
                  </a:cubicBezTo>
                  <a:lnTo>
                    <a:pt x="772621" y="442832"/>
                  </a:lnTo>
                  <a:lnTo>
                    <a:pt x="766193" y="442496"/>
                  </a:lnTo>
                  <a:cubicBezTo>
                    <a:pt x="766193" y="442496"/>
                    <a:pt x="763366" y="441285"/>
                    <a:pt x="763265" y="440982"/>
                  </a:cubicBezTo>
                  <a:cubicBezTo>
                    <a:pt x="763164" y="440646"/>
                    <a:pt x="761616" y="437517"/>
                    <a:pt x="761616" y="437517"/>
                  </a:cubicBezTo>
                  <a:lnTo>
                    <a:pt x="760674" y="434456"/>
                  </a:lnTo>
                  <a:lnTo>
                    <a:pt x="759428" y="430756"/>
                  </a:lnTo>
                  <a:lnTo>
                    <a:pt x="759428" y="428266"/>
                  </a:lnTo>
                  <a:lnTo>
                    <a:pt x="762457" y="424364"/>
                  </a:lnTo>
                  <a:lnTo>
                    <a:pt x="763770" y="420226"/>
                  </a:lnTo>
                  <a:lnTo>
                    <a:pt x="767236" y="417502"/>
                  </a:lnTo>
                  <a:lnTo>
                    <a:pt x="770400" y="414474"/>
                  </a:lnTo>
                  <a:lnTo>
                    <a:pt x="773126" y="411446"/>
                  </a:lnTo>
                  <a:lnTo>
                    <a:pt x="773563" y="408856"/>
                  </a:lnTo>
                  <a:lnTo>
                    <a:pt x="773227" y="407208"/>
                  </a:lnTo>
                  <a:lnTo>
                    <a:pt x="771275" y="406333"/>
                  </a:lnTo>
                  <a:lnTo>
                    <a:pt x="767909" y="405257"/>
                  </a:lnTo>
                  <a:cubicBezTo>
                    <a:pt x="767909" y="405257"/>
                    <a:pt x="767135" y="404920"/>
                    <a:pt x="766731" y="404920"/>
                  </a:cubicBezTo>
                  <a:cubicBezTo>
                    <a:pt x="766294" y="404920"/>
                    <a:pt x="761077" y="405459"/>
                    <a:pt x="761077" y="405459"/>
                  </a:cubicBezTo>
                  <a:lnTo>
                    <a:pt x="758452" y="405896"/>
                  </a:lnTo>
                  <a:lnTo>
                    <a:pt x="753337" y="406871"/>
                  </a:lnTo>
                  <a:lnTo>
                    <a:pt x="749231" y="407073"/>
                  </a:lnTo>
                  <a:lnTo>
                    <a:pt x="742601" y="408385"/>
                  </a:lnTo>
                  <a:lnTo>
                    <a:pt x="739572" y="409428"/>
                  </a:lnTo>
                  <a:lnTo>
                    <a:pt x="736106" y="410034"/>
                  </a:lnTo>
                  <a:lnTo>
                    <a:pt x="732538" y="410034"/>
                  </a:lnTo>
                  <a:lnTo>
                    <a:pt x="727759" y="409933"/>
                  </a:lnTo>
                  <a:lnTo>
                    <a:pt x="722206" y="408520"/>
                  </a:lnTo>
                  <a:lnTo>
                    <a:pt x="718504" y="405492"/>
                  </a:lnTo>
                  <a:lnTo>
                    <a:pt x="714701" y="403440"/>
                  </a:lnTo>
                  <a:lnTo>
                    <a:pt x="711672" y="400076"/>
                  </a:lnTo>
                  <a:lnTo>
                    <a:pt x="704941" y="394963"/>
                  </a:lnTo>
                  <a:lnTo>
                    <a:pt x="699187" y="389749"/>
                  </a:lnTo>
                  <a:lnTo>
                    <a:pt x="695720" y="387360"/>
                  </a:lnTo>
                  <a:lnTo>
                    <a:pt x="691480" y="383391"/>
                  </a:lnTo>
                  <a:lnTo>
                    <a:pt x="686364" y="379657"/>
                  </a:lnTo>
                  <a:lnTo>
                    <a:pt x="681787" y="378782"/>
                  </a:lnTo>
                  <a:cubicBezTo>
                    <a:pt x="681787" y="378782"/>
                    <a:pt x="677446" y="377908"/>
                    <a:pt x="677008" y="377908"/>
                  </a:cubicBezTo>
                  <a:cubicBezTo>
                    <a:pt x="676571" y="377908"/>
                    <a:pt x="674282" y="376831"/>
                    <a:pt x="674282" y="376831"/>
                  </a:cubicBezTo>
                  <a:lnTo>
                    <a:pt x="673071" y="374645"/>
                  </a:lnTo>
                  <a:lnTo>
                    <a:pt x="672532" y="371718"/>
                  </a:lnTo>
                  <a:lnTo>
                    <a:pt x="672532" y="369229"/>
                  </a:lnTo>
                  <a:lnTo>
                    <a:pt x="672532" y="367479"/>
                  </a:lnTo>
                  <a:lnTo>
                    <a:pt x="670917" y="364015"/>
                  </a:lnTo>
                  <a:lnTo>
                    <a:pt x="667888" y="361424"/>
                  </a:lnTo>
                  <a:lnTo>
                    <a:pt x="664724" y="361424"/>
                  </a:lnTo>
                  <a:lnTo>
                    <a:pt x="663008" y="361424"/>
                  </a:lnTo>
                  <a:lnTo>
                    <a:pt x="661258" y="361424"/>
                  </a:lnTo>
                  <a:cubicBezTo>
                    <a:pt x="661258" y="361424"/>
                    <a:pt x="658532" y="364452"/>
                    <a:pt x="658767" y="364889"/>
                  </a:cubicBezTo>
                  <a:cubicBezTo>
                    <a:pt x="658969" y="365326"/>
                    <a:pt x="658767" y="366739"/>
                    <a:pt x="658767" y="366739"/>
                  </a:cubicBezTo>
                  <a:lnTo>
                    <a:pt x="653450" y="369027"/>
                  </a:lnTo>
                  <a:lnTo>
                    <a:pt x="649008" y="372189"/>
                  </a:lnTo>
                  <a:lnTo>
                    <a:pt x="645844" y="373501"/>
                  </a:lnTo>
                  <a:lnTo>
                    <a:pt x="641267" y="373602"/>
                  </a:lnTo>
                  <a:lnTo>
                    <a:pt x="638676" y="373602"/>
                  </a:lnTo>
                  <a:cubicBezTo>
                    <a:pt x="638676" y="373602"/>
                    <a:pt x="636084" y="374241"/>
                    <a:pt x="634772" y="374241"/>
                  </a:cubicBezTo>
                  <a:cubicBezTo>
                    <a:pt x="633459" y="374241"/>
                    <a:pt x="632719" y="374241"/>
                    <a:pt x="631070" y="373804"/>
                  </a:cubicBezTo>
                  <a:cubicBezTo>
                    <a:pt x="629454" y="373366"/>
                    <a:pt x="624103" y="370978"/>
                    <a:pt x="624103" y="370978"/>
                  </a:cubicBezTo>
                  <a:lnTo>
                    <a:pt x="622050" y="369767"/>
                  </a:lnTo>
                  <a:lnTo>
                    <a:pt x="618786" y="367917"/>
                  </a:lnTo>
                  <a:lnTo>
                    <a:pt x="613031" y="368354"/>
                  </a:lnTo>
                  <a:lnTo>
                    <a:pt x="607377" y="368354"/>
                  </a:lnTo>
                  <a:lnTo>
                    <a:pt x="604112" y="366167"/>
                  </a:lnTo>
                  <a:lnTo>
                    <a:pt x="601925" y="361391"/>
                  </a:lnTo>
                  <a:lnTo>
                    <a:pt x="601252" y="358228"/>
                  </a:lnTo>
                  <a:lnTo>
                    <a:pt x="597785" y="355235"/>
                  </a:lnTo>
                  <a:lnTo>
                    <a:pt x="595295" y="354427"/>
                  </a:lnTo>
                  <a:lnTo>
                    <a:pt x="589977" y="354427"/>
                  </a:lnTo>
                  <a:cubicBezTo>
                    <a:pt x="589977" y="354427"/>
                    <a:pt x="588025" y="353553"/>
                    <a:pt x="587487" y="353889"/>
                  </a:cubicBezTo>
                  <a:cubicBezTo>
                    <a:pt x="586949" y="354225"/>
                    <a:pt x="584121" y="355403"/>
                    <a:pt x="584121" y="355403"/>
                  </a:cubicBezTo>
                  <a:cubicBezTo>
                    <a:pt x="584121" y="355403"/>
                    <a:pt x="581193" y="357354"/>
                    <a:pt x="581093" y="357690"/>
                  </a:cubicBezTo>
                  <a:cubicBezTo>
                    <a:pt x="580992" y="358027"/>
                    <a:pt x="577828" y="360415"/>
                    <a:pt x="577391" y="360953"/>
                  </a:cubicBezTo>
                  <a:cubicBezTo>
                    <a:pt x="576953" y="361492"/>
                    <a:pt x="575102" y="363005"/>
                    <a:pt x="575102" y="363005"/>
                  </a:cubicBezTo>
                  <a:lnTo>
                    <a:pt x="572915" y="363241"/>
                  </a:lnTo>
                  <a:lnTo>
                    <a:pt x="569886" y="363779"/>
                  </a:lnTo>
                  <a:lnTo>
                    <a:pt x="567833" y="363981"/>
                  </a:lnTo>
                  <a:cubicBezTo>
                    <a:pt x="567833" y="363981"/>
                    <a:pt x="567294" y="363981"/>
                    <a:pt x="566318" y="364183"/>
                  </a:cubicBezTo>
                  <a:cubicBezTo>
                    <a:pt x="565342" y="364418"/>
                    <a:pt x="560765" y="364822"/>
                    <a:pt x="560765" y="364822"/>
                  </a:cubicBezTo>
                  <a:lnTo>
                    <a:pt x="558712" y="364822"/>
                  </a:lnTo>
                  <a:lnTo>
                    <a:pt x="552520" y="364822"/>
                  </a:lnTo>
                  <a:lnTo>
                    <a:pt x="540573" y="364822"/>
                  </a:lnTo>
                  <a:lnTo>
                    <a:pt x="536130" y="364822"/>
                  </a:lnTo>
                  <a:lnTo>
                    <a:pt x="530914" y="363745"/>
                  </a:lnTo>
                  <a:cubicBezTo>
                    <a:pt x="530914" y="363745"/>
                    <a:pt x="529063" y="362669"/>
                    <a:pt x="527312" y="362333"/>
                  </a:cubicBezTo>
                  <a:cubicBezTo>
                    <a:pt x="525563" y="361996"/>
                    <a:pt x="523712" y="361794"/>
                    <a:pt x="523308" y="361559"/>
                  </a:cubicBezTo>
                  <a:cubicBezTo>
                    <a:pt x="522870" y="361357"/>
                    <a:pt x="518293" y="358531"/>
                    <a:pt x="518293" y="358531"/>
                  </a:cubicBezTo>
                  <a:lnTo>
                    <a:pt x="514053" y="352779"/>
                  </a:lnTo>
                  <a:cubicBezTo>
                    <a:pt x="514053" y="352779"/>
                    <a:pt x="513514" y="350727"/>
                    <a:pt x="513077" y="350390"/>
                  </a:cubicBezTo>
                  <a:cubicBezTo>
                    <a:pt x="512639" y="350054"/>
                    <a:pt x="509274" y="346926"/>
                    <a:pt x="509274" y="346926"/>
                  </a:cubicBezTo>
                  <a:lnTo>
                    <a:pt x="505370" y="344302"/>
                  </a:lnTo>
                  <a:cubicBezTo>
                    <a:pt x="505370" y="344302"/>
                    <a:pt x="505101" y="342451"/>
                    <a:pt x="505101" y="342014"/>
                  </a:cubicBezTo>
                  <a:cubicBezTo>
                    <a:pt x="505101" y="341577"/>
                    <a:pt x="503956" y="339188"/>
                    <a:pt x="503956" y="338751"/>
                  </a:cubicBezTo>
                  <a:cubicBezTo>
                    <a:pt x="503956" y="338314"/>
                    <a:pt x="503956" y="332662"/>
                    <a:pt x="503956" y="332662"/>
                  </a:cubicBezTo>
                  <a:lnTo>
                    <a:pt x="501567" y="325161"/>
                  </a:lnTo>
                  <a:lnTo>
                    <a:pt x="503081" y="308644"/>
                  </a:lnTo>
                  <a:lnTo>
                    <a:pt x="500356" y="305616"/>
                  </a:lnTo>
                  <a:cubicBezTo>
                    <a:pt x="500356" y="305616"/>
                    <a:pt x="496754" y="302252"/>
                    <a:pt x="496350" y="301916"/>
                  </a:cubicBezTo>
                  <a:cubicBezTo>
                    <a:pt x="495913" y="301579"/>
                    <a:pt x="494163" y="299292"/>
                    <a:pt x="493422" y="298888"/>
                  </a:cubicBezTo>
                  <a:cubicBezTo>
                    <a:pt x="492682" y="298484"/>
                    <a:pt x="490158" y="297038"/>
                    <a:pt x="490158" y="297038"/>
                  </a:cubicBezTo>
                  <a:lnTo>
                    <a:pt x="487230" y="292598"/>
                  </a:lnTo>
                  <a:lnTo>
                    <a:pt x="483259" y="287821"/>
                  </a:lnTo>
                  <a:lnTo>
                    <a:pt x="481341" y="279579"/>
                  </a:lnTo>
                  <a:lnTo>
                    <a:pt x="481341" y="273625"/>
                  </a:lnTo>
                  <a:lnTo>
                    <a:pt x="479692" y="267200"/>
                  </a:lnTo>
                  <a:lnTo>
                    <a:pt x="478951" y="261784"/>
                  </a:lnTo>
                  <a:lnTo>
                    <a:pt x="477437" y="253845"/>
                  </a:lnTo>
                  <a:lnTo>
                    <a:pt x="472961" y="246814"/>
                  </a:lnTo>
                  <a:lnTo>
                    <a:pt x="469326" y="242340"/>
                  </a:lnTo>
                  <a:lnTo>
                    <a:pt x="463672" y="236386"/>
                  </a:lnTo>
                  <a:lnTo>
                    <a:pt x="458724" y="231306"/>
                  </a:lnTo>
                  <a:lnTo>
                    <a:pt x="451489" y="224915"/>
                  </a:lnTo>
                  <a:lnTo>
                    <a:pt x="447147" y="220272"/>
                  </a:lnTo>
                  <a:lnTo>
                    <a:pt x="441359" y="216370"/>
                  </a:lnTo>
                  <a:lnTo>
                    <a:pt x="441359" y="214486"/>
                  </a:lnTo>
                  <a:lnTo>
                    <a:pt x="439609" y="210281"/>
                  </a:lnTo>
                  <a:lnTo>
                    <a:pt x="439609" y="205807"/>
                  </a:lnTo>
                  <a:lnTo>
                    <a:pt x="440349" y="203049"/>
                  </a:lnTo>
                  <a:lnTo>
                    <a:pt x="443547" y="200593"/>
                  </a:lnTo>
                  <a:lnTo>
                    <a:pt x="444859" y="197397"/>
                  </a:lnTo>
                  <a:lnTo>
                    <a:pt x="445734" y="193933"/>
                  </a:lnTo>
                  <a:lnTo>
                    <a:pt x="445027" y="189963"/>
                  </a:lnTo>
                  <a:cubicBezTo>
                    <a:pt x="445027" y="189963"/>
                    <a:pt x="443715" y="185825"/>
                    <a:pt x="443143" y="185825"/>
                  </a:cubicBezTo>
                  <a:cubicBezTo>
                    <a:pt x="442570" y="185825"/>
                    <a:pt x="440518" y="185825"/>
                    <a:pt x="440518" y="185825"/>
                  </a:cubicBezTo>
                  <a:cubicBezTo>
                    <a:pt x="440518" y="185825"/>
                    <a:pt x="439070" y="184244"/>
                    <a:pt x="438633" y="184816"/>
                  </a:cubicBezTo>
                  <a:cubicBezTo>
                    <a:pt x="438195" y="185388"/>
                    <a:pt x="437051" y="188012"/>
                    <a:pt x="437051" y="188012"/>
                  </a:cubicBezTo>
                  <a:lnTo>
                    <a:pt x="436176" y="191342"/>
                  </a:lnTo>
                  <a:lnTo>
                    <a:pt x="436176" y="193663"/>
                  </a:lnTo>
                  <a:lnTo>
                    <a:pt x="435166" y="196287"/>
                  </a:lnTo>
                  <a:cubicBezTo>
                    <a:pt x="435166" y="196287"/>
                    <a:pt x="434157" y="197734"/>
                    <a:pt x="433854" y="198440"/>
                  </a:cubicBezTo>
                  <a:cubicBezTo>
                    <a:pt x="433551" y="199180"/>
                    <a:pt x="432407" y="200761"/>
                    <a:pt x="432407" y="200761"/>
                  </a:cubicBezTo>
                  <a:cubicBezTo>
                    <a:pt x="432407" y="200761"/>
                    <a:pt x="431834" y="201333"/>
                    <a:pt x="431263" y="201199"/>
                  </a:cubicBezTo>
                  <a:cubicBezTo>
                    <a:pt x="430690" y="201064"/>
                    <a:pt x="427796" y="200189"/>
                    <a:pt x="427796" y="200189"/>
                  </a:cubicBezTo>
                  <a:lnTo>
                    <a:pt x="426416" y="198306"/>
                  </a:lnTo>
                  <a:lnTo>
                    <a:pt x="425777" y="195413"/>
                  </a:lnTo>
                  <a:lnTo>
                    <a:pt x="425777" y="190199"/>
                  </a:lnTo>
                  <a:lnTo>
                    <a:pt x="423118" y="186868"/>
                  </a:lnTo>
                  <a:lnTo>
                    <a:pt x="420594" y="181654"/>
                  </a:lnTo>
                  <a:lnTo>
                    <a:pt x="420594" y="178021"/>
                  </a:lnTo>
                  <a:lnTo>
                    <a:pt x="422613" y="173379"/>
                  </a:lnTo>
                  <a:lnTo>
                    <a:pt x="421738" y="170486"/>
                  </a:lnTo>
                  <a:lnTo>
                    <a:pt x="418406" y="167290"/>
                  </a:lnTo>
                  <a:lnTo>
                    <a:pt x="415647" y="163825"/>
                  </a:lnTo>
                  <a:lnTo>
                    <a:pt x="411743" y="160797"/>
                  </a:lnTo>
                  <a:lnTo>
                    <a:pt x="410161" y="159048"/>
                  </a:lnTo>
                  <a:lnTo>
                    <a:pt x="410161" y="155415"/>
                  </a:lnTo>
                  <a:lnTo>
                    <a:pt x="410161" y="153666"/>
                  </a:lnTo>
                  <a:lnTo>
                    <a:pt x="405517" y="149764"/>
                  </a:lnTo>
                  <a:lnTo>
                    <a:pt x="398113" y="144852"/>
                  </a:lnTo>
                  <a:lnTo>
                    <a:pt x="394915" y="141825"/>
                  </a:lnTo>
                  <a:lnTo>
                    <a:pt x="389396" y="136913"/>
                  </a:lnTo>
                  <a:lnTo>
                    <a:pt x="384920" y="132136"/>
                  </a:lnTo>
                  <a:lnTo>
                    <a:pt x="384348" y="126788"/>
                  </a:lnTo>
                  <a:cubicBezTo>
                    <a:pt x="384348" y="126788"/>
                    <a:pt x="383910" y="122886"/>
                    <a:pt x="384348" y="122448"/>
                  </a:cubicBezTo>
                  <a:cubicBezTo>
                    <a:pt x="384785" y="122011"/>
                    <a:pt x="384920" y="120867"/>
                    <a:pt x="385660" y="120127"/>
                  </a:cubicBezTo>
                  <a:cubicBezTo>
                    <a:pt x="386401" y="119387"/>
                    <a:pt x="388286" y="116797"/>
                    <a:pt x="388286" y="116797"/>
                  </a:cubicBezTo>
                  <a:lnTo>
                    <a:pt x="389430" y="115048"/>
                  </a:lnTo>
                  <a:lnTo>
                    <a:pt x="388992" y="112726"/>
                  </a:lnTo>
                  <a:lnTo>
                    <a:pt x="387680" y="109632"/>
                  </a:lnTo>
                  <a:lnTo>
                    <a:pt x="385391" y="107647"/>
                  </a:lnTo>
                  <a:lnTo>
                    <a:pt x="379603" y="107647"/>
                  </a:lnTo>
                  <a:lnTo>
                    <a:pt x="374386" y="107647"/>
                  </a:lnTo>
                  <a:lnTo>
                    <a:pt x="372636" y="107647"/>
                  </a:lnTo>
                  <a:lnTo>
                    <a:pt x="371761" y="106638"/>
                  </a:lnTo>
                  <a:cubicBezTo>
                    <a:pt x="371761" y="106638"/>
                    <a:pt x="372064" y="104317"/>
                    <a:pt x="371761" y="103879"/>
                  </a:cubicBezTo>
                  <a:cubicBezTo>
                    <a:pt x="371458" y="103442"/>
                    <a:pt x="371761" y="101424"/>
                    <a:pt x="371761" y="101424"/>
                  </a:cubicBezTo>
                  <a:cubicBezTo>
                    <a:pt x="371761" y="101424"/>
                    <a:pt x="371761" y="99977"/>
                    <a:pt x="372771" y="99540"/>
                  </a:cubicBezTo>
                  <a:cubicBezTo>
                    <a:pt x="373780" y="99102"/>
                    <a:pt x="374790" y="97656"/>
                    <a:pt x="374790" y="97656"/>
                  </a:cubicBezTo>
                  <a:lnTo>
                    <a:pt x="375968" y="94628"/>
                  </a:lnTo>
                  <a:lnTo>
                    <a:pt x="376237" y="92173"/>
                  </a:lnTo>
                  <a:lnTo>
                    <a:pt x="376809" y="88102"/>
                  </a:lnTo>
                  <a:lnTo>
                    <a:pt x="374925" y="84906"/>
                  </a:lnTo>
                  <a:lnTo>
                    <a:pt x="371627" y="83023"/>
                  </a:lnTo>
                  <a:lnTo>
                    <a:pt x="368564" y="82283"/>
                  </a:lnTo>
                  <a:lnTo>
                    <a:pt x="361901" y="77640"/>
                  </a:lnTo>
                  <a:lnTo>
                    <a:pt x="357256" y="73166"/>
                  </a:lnTo>
                  <a:lnTo>
                    <a:pt x="354934" y="70912"/>
                  </a:lnTo>
                  <a:lnTo>
                    <a:pt x="352477" y="69399"/>
                  </a:lnTo>
                  <a:lnTo>
                    <a:pt x="350020" y="69399"/>
                  </a:lnTo>
                  <a:lnTo>
                    <a:pt x="346689" y="68019"/>
                  </a:lnTo>
                  <a:lnTo>
                    <a:pt x="341338" y="67649"/>
                  </a:lnTo>
                  <a:lnTo>
                    <a:pt x="341338" y="67649"/>
                  </a:lnTo>
                  <a:lnTo>
                    <a:pt x="339890" y="64319"/>
                  </a:lnTo>
                  <a:lnTo>
                    <a:pt x="340765" y="62301"/>
                  </a:lnTo>
                  <a:lnTo>
                    <a:pt x="342515" y="60417"/>
                  </a:lnTo>
                  <a:cubicBezTo>
                    <a:pt x="342515" y="60417"/>
                    <a:pt x="343962" y="59105"/>
                    <a:pt x="344400" y="58836"/>
                  </a:cubicBezTo>
                  <a:cubicBezTo>
                    <a:pt x="344837" y="58533"/>
                    <a:pt x="346857" y="57389"/>
                    <a:pt x="346857" y="57389"/>
                  </a:cubicBezTo>
                  <a:lnTo>
                    <a:pt x="347429" y="54496"/>
                  </a:lnTo>
                  <a:lnTo>
                    <a:pt x="345410" y="52915"/>
                  </a:lnTo>
                  <a:lnTo>
                    <a:pt x="342953" y="52209"/>
                  </a:lnTo>
                  <a:lnTo>
                    <a:pt x="339924" y="50628"/>
                  </a:lnTo>
                  <a:lnTo>
                    <a:pt x="338914" y="48878"/>
                  </a:lnTo>
                  <a:lnTo>
                    <a:pt x="336323" y="46692"/>
                  </a:lnTo>
                  <a:lnTo>
                    <a:pt x="334304" y="45380"/>
                  </a:lnTo>
                  <a:cubicBezTo>
                    <a:pt x="334304" y="45380"/>
                    <a:pt x="331982" y="44001"/>
                    <a:pt x="331409" y="44001"/>
                  </a:cubicBezTo>
                  <a:cubicBezTo>
                    <a:pt x="330837" y="44001"/>
                    <a:pt x="328078" y="43361"/>
                    <a:pt x="328078" y="43361"/>
                  </a:cubicBezTo>
                  <a:lnTo>
                    <a:pt x="325756" y="43361"/>
                  </a:lnTo>
                  <a:lnTo>
                    <a:pt x="318217" y="42352"/>
                  </a:lnTo>
                  <a:lnTo>
                    <a:pt x="311856" y="41343"/>
                  </a:lnTo>
                  <a:lnTo>
                    <a:pt x="309534" y="37710"/>
                  </a:lnTo>
                  <a:lnTo>
                    <a:pt x="308524" y="31924"/>
                  </a:lnTo>
                  <a:lnTo>
                    <a:pt x="304620" y="27854"/>
                  </a:lnTo>
                  <a:lnTo>
                    <a:pt x="300144" y="25768"/>
                  </a:lnTo>
                  <a:lnTo>
                    <a:pt x="294625" y="24254"/>
                  </a:lnTo>
                  <a:lnTo>
                    <a:pt x="290990" y="24254"/>
                  </a:lnTo>
                  <a:cubicBezTo>
                    <a:pt x="290990" y="24254"/>
                    <a:pt x="288231" y="23750"/>
                    <a:pt x="287793" y="23615"/>
                  </a:cubicBezTo>
                  <a:cubicBezTo>
                    <a:pt x="287356" y="23480"/>
                    <a:pt x="280254" y="20789"/>
                    <a:pt x="280254" y="20789"/>
                  </a:cubicBezTo>
                  <a:lnTo>
                    <a:pt x="277057" y="20789"/>
                  </a:lnTo>
                  <a:lnTo>
                    <a:pt x="275038" y="19040"/>
                  </a:lnTo>
                  <a:lnTo>
                    <a:pt x="272144" y="18031"/>
                  </a:lnTo>
                  <a:lnTo>
                    <a:pt x="267937" y="16450"/>
                  </a:lnTo>
                  <a:lnTo>
                    <a:pt x="265177" y="18199"/>
                  </a:lnTo>
                  <a:lnTo>
                    <a:pt x="261105" y="19343"/>
                  </a:lnTo>
                  <a:lnTo>
                    <a:pt x="257201" y="22673"/>
                  </a:lnTo>
                  <a:lnTo>
                    <a:pt x="254610" y="24422"/>
                  </a:lnTo>
                  <a:lnTo>
                    <a:pt x="251715" y="25734"/>
                  </a:lnTo>
                  <a:lnTo>
                    <a:pt x="249258" y="26744"/>
                  </a:lnTo>
                  <a:lnTo>
                    <a:pt x="243907" y="27484"/>
                  </a:lnTo>
                  <a:lnTo>
                    <a:pt x="241720" y="26744"/>
                  </a:lnTo>
                  <a:lnTo>
                    <a:pt x="236806" y="24422"/>
                  </a:lnTo>
                  <a:lnTo>
                    <a:pt x="233475" y="23110"/>
                  </a:lnTo>
                  <a:lnTo>
                    <a:pt x="230883" y="22976"/>
                  </a:lnTo>
                  <a:lnTo>
                    <a:pt x="225364" y="22673"/>
                  </a:lnTo>
                  <a:cubicBezTo>
                    <a:pt x="225364" y="22673"/>
                    <a:pt x="222907" y="23682"/>
                    <a:pt x="221897" y="24120"/>
                  </a:cubicBezTo>
                  <a:cubicBezTo>
                    <a:pt x="220888" y="24557"/>
                    <a:pt x="217690" y="23985"/>
                    <a:pt x="217690" y="23985"/>
                  </a:cubicBezTo>
                  <a:lnTo>
                    <a:pt x="215066" y="19780"/>
                  </a:lnTo>
                  <a:lnTo>
                    <a:pt x="213315" y="14431"/>
                  </a:lnTo>
                  <a:cubicBezTo>
                    <a:pt x="213315" y="14431"/>
                    <a:pt x="210859" y="13187"/>
                    <a:pt x="210556" y="12615"/>
                  </a:cubicBezTo>
                  <a:cubicBezTo>
                    <a:pt x="210253" y="12043"/>
                    <a:pt x="207224" y="10361"/>
                    <a:pt x="207224" y="10361"/>
                  </a:cubicBezTo>
                  <a:lnTo>
                    <a:pt x="202310" y="10361"/>
                  </a:lnTo>
                  <a:lnTo>
                    <a:pt x="197834" y="9789"/>
                  </a:lnTo>
                  <a:lnTo>
                    <a:pt x="187267" y="8645"/>
                  </a:lnTo>
                  <a:lnTo>
                    <a:pt x="184944" y="8645"/>
                  </a:lnTo>
                  <a:lnTo>
                    <a:pt x="177272" y="7064"/>
                  </a:lnTo>
                  <a:lnTo>
                    <a:pt x="174814" y="4037"/>
                  </a:lnTo>
                  <a:lnTo>
                    <a:pt x="172930" y="1716"/>
                  </a:lnTo>
                  <a:lnTo>
                    <a:pt x="170036" y="572"/>
                  </a:lnTo>
                  <a:cubicBezTo>
                    <a:pt x="170036" y="572"/>
                    <a:pt x="166132" y="0"/>
                    <a:pt x="164684" y="0"/>
                  </a:cubicBezTo>
                  <a:cubicBezTo>
                    <a:pt x="163237" y="0"/>
                    <a:pt x="158896" y="0"/>
                    <a:pt x="158896" y="0"/>
                  </a:cubicBezTo>
                  <a:lnTo>
                    <a:pt x="145434" y="0"/>
                  </a:lnTo>
                  <a:lnTo>
                    <a:pt x="141530" y="0"/>
                  </a:lnTo>
                  <a:lnTo>
                    <a:pt x="136314" y="0"/>
                  </a:lnTo>
                  <a:lnTo>
                    <a:pt x="129347" y="0"/>
                  </a:lnTo>
                  <a:lnTo>
                    <a:pt x="118174" y="1009"/>
                  </a:lnTo>
                  <a:lnTo>
                    <a:pt x="115280" y="3633"/>
                  </a:lnTo>
                  <a:lnTo>
                    <a:pt x="110501" y="7535"/>
                  </a:lnTo>
                  <a:lnTo>
                    <a:pt x="103265" y="10294"/>
                  </a:lnTo>
                  <a:cubicBezTo>
                    <a:pt x="103265" y="10294"/>
                    <a:pt x="99058" y="12749"/>
                    <a:pt x="98620" y="12884"/>
                  </a:cubicBezTo>
                  <a:cubicBezTo>
                    <a:pt x="98183" y="13019"/>
                    <a:pt x="89770" y="12009"/>
                    <a:pt x="89770" y="12009"/>
                  </a:cubicBezTo>
                  <a:lnTo>
                    <a:pt x="82534" y="9823"/>
                  </a:lnTo>
                  <a:lnTo>
                    <a:pt x="76880" y="9957"/>
                  </a:lnTo>
                  <a:lnTo>
                    <a:pt x="71798" y="10832"/>
                  </a:lnTo>
                  <a:lnTo>
                    <a:pt x="70485" y="12850"/>
                  </a:lnTo>
                  <a:lnTo>
                    <a:pt x="69476" y="13994"/>
                  </a:lnTo>
                  <a:lnTo>
                    <a:pt x="66447" y="15003"/>
                  </a:lnTo>
                  <a:lnTo>
                    <a:pt x="62408" y="16753"/>
                  </a:lnTo>
                  <a:lnTo>
                    <a:pt x="55004" y="16887"/>
                  </a:lnTo>
                  <a:lnTo>
                    <a:pt x="51235" y="17459"/>
                  </a:lnTo>
                  <a:lnTo>
                    <a:pt x="50225" y="18905"/>
                  </a:lnTo>
                  <a:cubicBezTo>
                    <a:pt x="50225" y="18905"/>
                    <a:pt x="46893" y="20487"/>
                    <a:pt x="46456" y="20789"/>
                  </a:cubicBezTo>
                  <a:cubicBezTo>
                    <a:pt x="46019" y="21092"/>
                    <a:pt x="44706" y="22539"/>
                    <a:pt x="44706" y="22539"/>
                  </a:cubicBezTo>
                  <a:lnTo>
                    <a:pt x="41677" y="23548"/>
                  </a:lnTo>
                  <a:lnTo>
                    <a:pt x="36764" y="23413"/>
                  </a:lnTo>
                  <a:cubicBezTo>
                    <a:pt x="36764" y="23413"/>
                    <a:pt x="35014" y="21967"/>
                    <a:pt x="34441" y="21967"/>
                  </a:cubicBezTo>
                  <a:cubicBezTo>
                    <a:pt x="33869" y="21967"/>
                    <a:pt x="29797" y="19948"/>
                    <a:pt x="29797" y="19948"/>
                  </a:cubicBezTo>
                  <a:cubicBezTo>
                    <a:pt x="29797" y="19948"/>
                    <a:pt x="29359" y="19376"/>
                    <a:pt x="27643" y="20957"/>
                  </a:cubicBezTo>
                  <a:cubicBezTo>
                    <a:pt x="25893" y="22539"/>
                    <a:pt x="22258" y="26744"/>
                    <a:pt x="22258" y="26744"/>
                  </a:cubicBezTo>
                  <a:cubicBezTo>
                    <a:pt x="22258" y="26744"/>
                    <a:pt x="20946" y="27181"/>
                    <a:pt x="20677" y="28055"/>
                  </a:cubicBezTo>
                  <a:cubicBezTo>
                    <a:pt x="20373" y="28930"/>
                    <a:pt x="18220" y="30242"/>
                    <a:pt x="17782" y="30511"/>
                  </a:cubicBezTo>
                  <a:cubicBezTo>
                    <a:pt x="17345" y="30814"/>
                    <a:pt x="14585" y="32832"/>
                    <a:pt x="14585" y="32832"/>
                  </a:cubicBezTo>
                  <a:lnTo>
                    <a:pt x="13710" y="34716"/>
                  </a:lnTo>
                  <a:lnTo>
                    <a:pt x="13710" y="39056"/>
                  </a:lnTo>
                  <a:lnTo>
                    <a:pt x="17412" y="43092"/>
                  </a:lnTo>
                  <a:lnTo>
                    <a:pt x="23167" y="47768"/>
                  </a:lnTo>
                  <a:lnTo>
                    <a:pt x="26869" y="52781"/>
                  </a:lnTo>
                  <a:lnTo>
                    <a:pt x="31446" y="56582"/>
                  </a:lnTo>
                  <a:lnTo>
                    <a:pt x="35249" y="60383"/>
                  </a:lnTo>
                  <a:lnTo>
                    <a:pt x="36124" y="62334"/>
                  </a:lnTo>
                  <a:lnTo>
                    <a:pt x="37975" y="64824"/>
                  </a:lnTo>
                  <a:lnTo>
                    <a:pt x="37672" y="67010"/>
                  </a:lnTo>
                  <a:lnTo>
                    <a:pt x="34408" y="69399"/>
                  </a:lnTo>
                  <a:lnTo>
                    <a:pt x="30403" y="71148"/>
                  </a:lnTo>
                  <a:cubicBezTo>
                    <a:pt x="30403" y="71148"/>
                    <a:pt x="29090" y="71585"/>
                    <a:pt x="28653" y="72022"/>
                  </a:cubicBezTo>
                  <a:cubicBezTo>
                    <a:pt x="28215" y="72460"/>
                    <a:pt x="26802" y="73637"/>
                    <a:pt x="26802" y="73637"/>
                  </a:cubicBezTo>
                  <a:lnTo>
                    <a:pt x="27576" y="78515"/>
                  </a:lnTo>
                  <a:lnTo>
                    <a:pt x="28451" y="79591"/>
                  </a:lnTo>
                  <a:lnTo>
                    <a:pt x="28114" y="82854"/>
                  </a:lnTo>
                  <a:lnTo>
                    <a:pt x="26903" y="85882"/>
                  </a:lnTo>
                  <a:cubicBezTo>
                    <a:pt x="26903" y="85882"/>
                    <a:pt x="25927" y="87833"/>
                    <a:pt x="25691" y="88169"/>
                  </a:cubicBezTo>
                  <a:cubicBezTo>
                    <a:pt x="25489" y="88506"/>
                    <a:pt x="24715" y="90356"/>
                    <a:pt x="24278" y="90793"/>
                  </a:cubicBezTo>
                  <a:cubicBezTo>
                    <a:pt x="23840" y="91231"/>
                    <a:pt x="21013" y="93384"/>
                    <a:pt x="21013" y="93384"/>
                  </a:cubicBezTo>
                  <a:lnTo>
                    <a:pt x="19936" y="96008"/>
                  </a:lnTo>
                  <a:lnTo>
                    <a:pt x="18422" y="98060"/>
                  </a:lnTo>
                  <a:lnTo>
                    <a:pt x="14383" y="101087"/>
                  </a:lnTo>
                  <a:lnTo>
                    <a:pt x="9941" y="102735"/>
                  </a:lnTo>
                  <a:lnTo>
                    <a:pt x="8426" y="105326"/>
                  </a:lnTo>
                  <a:lnTo>
                    <a:pt x="10614" y="106402"/>
                  </a:lnTo>
                  <a:lnTo>
                    <a:pt x="11253" y="108151"/>
                  </a:lnTo>
                  <a:lnTo>
                    <a:pt x="10614" y="109228"/>
                  </a:lnTo>
                  <a:cubicBezTo>
                    <a:pt x="10614" y="109228"/>
                    <a:pt x="7147" y="112827"/>
                    <a:pt x="7013" y="113466"/>
                  </a:cubicBezTo>
                  <a:cubicBezTo>
                    <a:pt x="6912" y="114106"/>
                    <a:pt x="5061" y="114678"/>
                    <a:pt x="4623" y="114980"/>
                  </a:cubicBezTo>
                  <a:cubicBezTo>
                    <a:pt x="4186" y="115317"/>
                    <a:pt x="1258" y="116494"/>
                    <a:pt x="1258" y="116494"/>
                  </a:cubicBezTo>
                  <a:cubicBezTo>
                    <a:pt x="1258" y="116494"/>
                    <a:pt x="1493" y="117571"/>
                    <a:pt x="1258" y="117907"/>
                  </a:cubicBezTo>
                  <a:cubicBezTo>
                    <a:pt x="1056" y="118243"/>
                    <a:pt x="80" y="123659"/>
                    <a:pt x="80" y="123659"/>
                  </a:cubicBezTo>
                  <a:cubicBezTo>
                    <a:pt x="80" y="123659"/>
                    <a:pt x="-459" y="124433"/>
                    <a:pt x="1258" y="124433"/>
                  </a:cubicBezTo>
                  <a:cubicBezTo>
                    <a:pt x="3008" y="124433"/>
                    <a:pt x="6037" y="122583"/>
                    <a:pt x="6710" y="122381"/>
                  </a:cubicBezTo>
                  <a:cubicBezTo>
                    <a:pt x="7349" y="122179"/>
                    <a:pt x="7686" y="121944"/>
                    <a:pt x="8999" y="121944"/>
                  </a:cubicBezTo>
                  <a:cubicBezTo>
                    <a:pt x="10311" y="121944"/>
                    <a:pt x="11724" y="121607"/>
                    <a:pt x="12162" y="121742"/>
                  </a:cubicBezTo>
                  <a:cubicBezTo>
                    <a:pt x="12599" y="121843"/>
                    <a:pt x="15090" y="124568"/>
                    <a:pt x="15090" y="124568"/>
                  </a:cubicBezTo>
                  <a:lnTo>
                    <a:pt x="16604" y="126956"/>
                  </a:lnTo>
                  <a:lnTo>
                    <a:pt x="18455" y="127730"/>
                  </a:lnTo>
                  <a:lnTo>
                    <a:pt x="22797" y="130993"/>
                  </a:lnTo>
                  <a:lnTo>
                    <a:pt x="28552" y="130454"/>
                  </a:lnTo>
                  <a:lnTo>
                    <a:pt x="30302" y="129143"/>
                  </a:lnTo>
                  <a:cubicBezTo>
                    <a:pt x="30302" y="129143"/>
                    <a:pt x="33365" y="128268"/>
                    <a:pt x="33667" y="128268"/>
                  </a:cubicBezTo>
                  <a:cubicBezTo>
                    <a:pt x="34004" y="128268"/>
                    <a:pt x="37033" y="127831"/>
                    <a:pt x="38009" y="128032"/>
                  </a:cubicBezTo>
                  <a:cubicBezTo>
                    <a:pt x="38985" y="128268"/>
                    <a:pt x="40937" y="129681"/>
                    <a:pt x="40937" y="129681"/>
                  </a:cubicBezTo>
                  <a:lnTo>
                    <a:pt x="41374" y="133045"/>
                  </a:lnTo>
                  <a:lnTo>
                    <a:pt x="41475" y="135770"/>
                  </a:lnTo>
                  <a:lnTo>
                    <a:pt x="42249" y="137822"/>
                  </a:lnTo>
                  <a:lnTo>
                    <a:pt x="44302" y="140647"/>
                  </a:lnTo>
                  <a:lnTo>
                    <a:pt x="46153" y="141858"/>
                  </a:lnTo>
                  <a:lnTo>
                    <a:pt x="48004" y="143709"/>
                  </a:lnTo>
                  <a:cubicBezTo>
                    <a:pt x="48004" y="143709"/>
                    <a:pt x="50292" y="144785"/>
                    <a:pt x="50629" y="144785"/>
                  </a:cubicBezTo>
                  <a:cubicBezTo>
                    <a:pt x="50966" y="144785"/>
                    <a:pt x="53120" y="144449"/>
                    <a:pt x="53120" y="144449"/>
                  </a:cubicBezTo>
                  <a:lnTo>
                    <a:pt x="56283" y="144112"/>
                  </a:lnTo>
                  <a:cubicBezTo>
                    <a:pt x="56283" y="144112"/>
                    <a:pt x="57158" y="144011"/>
                    <a:pt x="57697" y="143473"/>
                  </a:cubicBezTo>
                  <a:cubicBezTo>
                    <a:pt x="58235" y="142935"/>
                    <a:pt x="60423" y="141825"/>
                    <a:pt x="60423" y="141522"/>
                  </a:cubicBezTo>
                  <a:cubicBezTo>
                    <a:pt x="60423" y="141186"/>
                    <a:pt x="61298" y="139907"/>
                    <a:pt x="61298" y="139907"/>
                  </a:cubicBezTo>
                  <a:lnTo>
                    <a:pt x="58908" y="135568"/>
                  </a:lnTo>
                  <a:cubicBezTo>
                    <a:pt x="58908" y="135568"/>
                    <a:pt x="60557" y="134592"/>
                    <a:pt x="60995" y="134592"/>
                  </a:cubicBezTo>
                  <a:cubicBezTo>
                    <a:pt x="61432" y="134592"/>
                    <a:pt x="62610" y="134155"/>
                    <a:pt x="63048" y="134155"/>
                  </a:cubicBezTo>
                  <a:cubicBezTo>
                    <a:pt x="63485" y="134155"/>
                    <a:pt x="64461" y="132977"/>
                    <a:pt x="64461" y="132977"/>
                  </a:cubicBezTo>
                  <a:cubicBezTo>
                    <a:pt x="64461" y="132977"/>
                    <a:pt x="65202" y="131026"/>
                    <a:pt x="65538" y="130253"/>
                  </a:cubicBezTo>
                  <a:cubicBezTo>
                    <a:pt x="65875" y="129479"/>
                    <a:pt x="66514" y="126653"/>
                    <a:pt x="66514" y="126653"/>
                  </a:cubicBezTo>
                  <a:lnTo>
                    <a:pt x="67153" y="125139"/>
                  </a:lnTo>
                  <a:cubicBezTo>
                    <a:pt x="67153" y="125139"/>
                    <a:pt x="68365" y="122852"/>
                    <a:pt x="68567" y="122415"/>
                  </a:cubicBezTo>
                  <a:cubicBezTo>
                    <a:pt x="68802" y="121977"/>
                    <a:pt x="69206" y="119824"/>
                    <a:pt x="69543" y="119589"/>
                  </a:cubicBezTo>
                  <a:cubicBezTo>
                    <a:pt x="69880" y="119353"/>
                    <a:pt x="70855" y="116326"/>
                    <a:pt x="70855" y="116326"/>
                  </a:cubicBezTo>
                  <a:lnTo>
                    <a:pt x="72909" y="115989"/>
                  </a:lnTo>
                  <a:cubicBezTo>
                    <a:pt x="72909" y="115989"/>
                    <a:pt x="73144" y="115889"/>
                    <a:pt x="73985" y="116528"/>
                  </a:cubicBezTo>
                  <a:cubicBezTo>
                    <a:pt x="74860" y="117167"/>
                    <a:pt x="76038" y="118378"/>
                    <a:pt x="76375" y="118714"/>
                  </a:cubicBezTo>
                  <a:cubicBezTo>
                    <a:pt x="76712" y="119051"/>
                    <a:pt x="77889" y="120363"/>
                    <a:pt x="79101" y="120665"/>
                  </a:cubicBezTo>
                  <a:cubicBezTo>
                    <a:pt x="80312" y="121002"/>
                    <a:pt x="81490" y="121305"/>
                    <a:pt x="81827" y="121439"/>
                  </a:cubicBezTo>
                  <a:cubicBezTo>
                    <a:pt x="82164" y="121540"/>
                    <a:pt x="83039" y="121977"/>
                    <a:pt x="83476" y="122650"/>
                  </a:cubicBezTo>
                  <a:cubicBezTo>
                    <a:pt x="83913" y="123289"/>
                    <a:pt x="84115" y="123962"/>
                    <a:pt x="84553" y="124938"/>
                  </a:cubicBezTo>
                  <a:cubicBezTo>
                    <a:pt x="84991" y="125913"/>
                    <a:pt x="84889" y="126149"/>
                    <a:pt x="85630" y="127124"/>
                  </a:cubicBezTo>
                  <a:cubicBezTo>
                    <a:pt x="86404" y="128100"/>
                    <a:pt x="87380" y="129075"/>
                    <a:pt x="87683" y="129614"/>
                  </a:cubicBezTo>
                  <a:cubicBezTo>
                    <a:pt x="88020" y="130152"/>
                    <a:pt x="88221" y="129950"/>
                    <a:pt x="88659" y="130825"/>
                  </a:cubicBezTo>
                  <a:cubicBezTo>
                    <a:pt x="89096" y="131699"/>
                    <a:pt x="89870" y="133112"/>
                    <a:pt x="89870" y="133112"/>
                  </a:cubicBezTo>
                  <a:cubicBezTo>
                    <a:pt x="89870" y="133112"/>
                    <a:pt x="90644" y="133314"/>
                    <a:pt x="90846" y="134424"/>
                  </a:cubicBezTo>
                  <a:cubicBezTo>
                    <a:pt x="91048" y="135500"/>
                    <a:pt x="91587" y="135837"/>
                    <a:pt x="91587" y="136476"/>
                  </a:cubicBezTo>
                  <a:cubicBezTo>
                    <a:pt x="91587" y="137115"/>
                    <a:pt x="91250" y="137687"/>
                    <a:pt x="91688" y="138326"/>
                  </a:cubicBezTo>
                  <a:cubicBezTo>
                    <a:pt x="92125" y="138965"/>
                    <a:pt x="93202" y="140075"/>
                    <a:pt x="93640" y="140277"/>
                  </a:cubicBezTo>
                  <a:cubicBezTo>
                    <a:pt x="94077" y="140479"/>
                    <a:pt x="95390" y="139739"/>
                    <a:pt x="96029" y="140176"/>
                  </a:cubicBezTo>
                  <a:cubicBezTo>
                    <a:pt x="96669" y="140614"/>
                    <a:pt x="97342" y="140816"/>
                    <a:pt x="98957" y="140715"/>
                  </a:cubicBezTo>
                  <a:cubicBezTo>
                    <a:pt x="100573" y="140614"/>
                    <a:pt x="102760" y="138965"/>
                    <a:pt x="103198" y="138663"/>
                  </a:cubicBezTo>
                  <a:cubicBezTo>
                    <a:pt x="103635" y="138326"/>
                    <a:pt x="104611" y="136274"/>
                    <a:pt x="104947" y="136375"/>
                  </a:cubicBezTo>
                  <a:cubicBezTo>
                    <a:pt x="105284" y="136476"/>
                    <a:pt x="105722" y="136476"/>
                    <a:pt x="107236" y="136711"/>
                  </a:cubicBezTo>
                  <a:cubicBezTo>
                    <a:pt x="108750" y="136913"/>
                    <a:pt x="109727" y="136375"/>
                    <a:pt x="111578" y="136913"/>
                  </a:cubicBezTo>
                  <a:cubicBezTo>
                    <a:pt x="113428" y="137452"/>
                    <a:pt x="116457" y="137788"/>
                    <a:pt x="116996" y="138427"/>
                  </a:cubicBezTo>
                  <a:cubicBezTo>
                    <a:pt x="117535" y="139066"/>
                    <a:pt x="119049" y="139403"/>
                    <a:pt x="119486" y="139941"/>
                  </a:cubicBezTo>
                  <a:cubicBezTo>
                    <a:pt x="119924" y="140479"/>
                    <a:pt x="120260" y="140715"/>
                    <a:pt x="120260" y="141152"/>
                  </a:cubicBezTo>
                  <a:cubicBezTo>
                    <a:pt x="120260" y="141589"/>
                    <a:pt x="120260" y="142027"/>
                    <a:pt x="119924" y="142228"/>
                  </a:cubicBezTo>
                  <a:cubicBezTo>
                    <a:pt x="119588" y="142430"/>
                    <a:pt x="116660" y="143843"/>
                    <a:pt x="116660" y="143843"/>
                  </a:cubicBezTo>
                  <a:lnTo>
                    <a:pt x="114909" y="145693"/>
                  </a:lnTo>
                  <a:lnTo>
                    <a:pt x="111443" y="147543"/>
                  </a:lnTo>
                  <a:lnTo>
                    <a:pt x="110366" y="150806"/>
                  </a:lnTo>
                  <a:lnTo>
                    <a:pt x="110568" y="154507"/>
                  </a:lnTo>
                  <a:lnTo>
                    <a:pt x="111645" y="155045"/>
                  </a:lnTo>
                  <a:lnTo>
                    <a:pt x="114573" y="159284"/>
                  </a:lnTo>
                  <a:cubicBezTo>
                    <a:pt x="114573" y="159284"/>
                    <a:pt x="115785" y="161134"/>
                    <a:pt x="115986" y="161773"/>
                  </a:cubicBezTo>
                  <a:cubicBezTo>
                    <a:pt x="116222" y="162412"/>
                    <a:pt x="116760" y="164397"/>
                    <a:pt x="116962" y="165036"/>
                  </a:cubicBezTo>
                  <a:cubicBezTo>
                    <a:pt x="117198" y="165675"/>
                    <a:pt x="117299" y="167424"/>
                    <a:pt x="117501" y="168299"/>
                  </a:cubicBezTo>
                  <a:cubicBezTo>
                    <a:pt x="117703" y="169174"/>
                    <a:pt x="117837" y="171764"/>
                    <a:pt x="117837" y="171764"/>
                  </a:cubicBezTo>
                  <a:lnTo>
                    <a:pt x="119688" y="174590"/>
                  </a:lnTo>
                  <a:lnTo>
                    <a:pt x="122515" y="177954"/>
                  </a:lnTo>
                  <a:lnTo>
                    <a:pt x="123929" y="180981"/>
                  </a:lnTo>
                  <a:lnTo>
                    <a:pt x="123592" y="183269"/>
                  </a:lnTo>
                  <a:lnTo>
                    <a:pt x="123929" y="187709"/>
                  </a:lnTo>
                  <a:lnTo>
                    <a:pt x="126318" y="190871"/>
                  </a:lnTo>
                  <a:cubicBezTo>
                    <a:pt x="126318" y="190871"/>
                    <a:pt x="129482" y="193798"/>
                    <a:pt x="129818" y="193798"/>
                  </a:cubicBezTo>
                  <a:cubicBezTo>
                    <a:pt x="130155" y="193798"/>
                    <a:pt x="132309" y="195749"/>
                    <a:pt x="132309" y="195749"/>
                  </a:cubicBezTo>
                  <a:lnTo>
                    <a:pt x="132208" y="198339"/>
                  </a:lnTo>
                  <a:cubicBezTo>
                    <a:pt x="132208" y="198339"/>
                    <a:pt x="136112" y="203553"/>
                    <a:pt x="136549" y="203789"/>
                  </a:cubicBezTo>
                  <a:cubicBezTo>
                    <a:pt x="136987" y="203991"/>
                    <a:pt x="139578" y="206278"/>
                    <a:pt x="139578" y="206278"/>
                  </a:cubicBezTo>
                  <a:lnTo>
                    <a:pt x="140083" y="216168"/>
                  </a:lnTo>
                  <a:cubicBezTo>
                    <a:pt x="140083" y="216168"/>
                    <a:pt x="138939" y="220844"/>
                    <a:pt x="138939" y="221181"/>
                  </a:cubicBezTo>
                  <a:cubicBezTo>
                    <a:pt x="138939" y="221517"/>
                    <a:pt x="138939" y="226832"/>
                    <a:pt x="138939" y="226832"/>
                  </a:cubicBezTo>
                  <a:cubicBezTo>
                    <a:pt x="138939" y="226832"/>
                    <a:pt x="138737" y="228245"/>
                    <a:pt x="139376" y="228447"/>
                  </a:cubicBezTo>
                  <a:cubicBezTo>
                    <a:pt x="140049" y="228649"/>
                    <a:pt x="144795" y="229658"/>
                    <a:pt x="145232" y="229658"/>
                  </a:cubicBezTo>
                  <a:cubicBezTo>
                    <a:pt x="145670" y="229658"/>
                    <a:pt x="145569" y="229456"/>
                    <a:pt x="146444" y="229658"/>
                  </a:cubicBezTo>
                  <a:cubicBezTo>
                    <a:pt x="147319" y="229860"/>
                    <a:pt x="149170" y="233022"/>
                    <a:pt x="149170" y="233022"/>
                  </a:cubicBezTo>
                  <a:cubicBezTo>
                    <a:pt x="149170" y="233022"/>
                    <a:pt x="148295" y="234435"/>
                    <a:pt x="149170" y="234872"/>
                  </a:cubicBezTo>
                  <a:cubicBezTo>
                    <a:pt x="150045" y="235309"/>
                    <a:pt x="154723" y="234435"/>
                    <a:pt x="154723" y="234435"/>
                  </a:cubicBezTo>
                  <a:cubicBezTo>
                    <a:pt x="154723" y="234435"/>
                    <a:pt x="153747" y="239447"/>
                    <a:pt x="154723" y="239312"/>
                  </a:cubicBezTo>
                  <a:cubicBezTo>
                    <a:pt x="155699" y="239211"/>
                    <a:pt x="160814" y="236588"/>
                    <a:pt x="160814" y="236588"/>
                  </a:cubicBezTo>
                  <a:lnTo>
                    <a:pt x="164617" y="236218"/>
                  </a:lnTo>
                  <a:lnTo>
                    <a:pt x="168959" y="240120"/>
                  </a:lnTo>
                  <a:lnTo>
                    <a:pt x="171146" y="243585"/>
                  </a:lnTo>
                  <a:cubicBezTo>
                    <a:pt x="171146" y="243585"/>
                    <a:pt x="177507" y="238370"/>
                    <a:pt x="177675" y="237933"/>
                  </a:cubicBezTo>
                  <a:cubicBezTo>
                    <a:pt x="177810" y="237496"/>
                    <a:pt x="178988" y="235175"/>
                    <a:pt x="178988" y="235175"/>
                  </a:cubicBezTo>
                  <a:lnTo>
                    <a:pt x="184473" y="231710"/>
                  </a:lnTo>
                  <a:lnTo>
                    <a:pt x="187671" y="227942"/>
                  </a:lnTo>
                  <a:lnTo>
                    <a:pt x="188983" y="224612"/>
                  </a:lnTo>
                  <a:lnTo>
                    <a:pt x="193493" y="222728"/>
                  </a:lnTo>
                  <a:cubicBezTo>
                    <a:pt x="193493" y="222728"/>
                    <a:pt x="193190" y="219835"/>
                    <a:pt x="192753" y="219532"/>
                  </a:cubicBezTo>
                  <a:cubicBezTo>
                    <a:pt x="192315" y="219229"/>
                    <a:pt x="192315" y="215058"/>
                    <a:pt x="192315" y="215058"/>
                  </a:cubicBezTo>
                  <a:cubicBezTo>
                    <a:pt x="192315" y="215058"/>
                    <a:pt x="193897" y="214049"/>
                    <a:pt x="194637" y="214318"/>
                  </a:cubicBezTo>
                  <a:cubicBezTo>
                    <a:pt x="195344" y="214621"/>
                    <a:pt x="197969" y="218220"/>
                    <a:pt x="197969" y="218220"/>
                  </a:cubicBezTo>
                  <a:lnTo>
                    <a:pt x="202176" y="221551"/>
                  </a:lnTo>
                  <a:lnTo>
                    <a:pt x="206382" y="224006"/>
                  </a:lnTo>
                  <a:lnTo>
                    <a:pt x="209849" y="224578"/>
                  </a:lnTo>
                  <a:lnTo>
                    <a:pt x="216512" y="225318"/>
                  </a:lnTo>
                  <a:cubicBezTo>
                    <a:pt x="216512" y="225318"/>
                    <a:pt x="218263" y="226193"/>
                    <a:pt x="218969" y="226193"/>
                  </a:cubicBezTo>
                  <a:cubicBezTo>
                    <a:pt x="219710" y="226193"/>
                    <a:pt x="222738" y="225621"/>
                    <a:pt x="223042" y="226193"/>
                  </a:cubicBezTo>
                  <a:cubicBezTo>
                    <a:pt x="223344" y="226765"/>
                    <a:pt x="223042" y="228817"/>
                    <a:pt x="224186" y="229086"/>
                  </a:cubicBezTo>
                  <a:cubicBezTo>
                    <a:pt x="225330" y="229389"/>
                    <a:pt x="227820" y="229792"/>
                    <a:pt x="228393" y="228951"/>
                  </a:cubicBezTo>
                  <a:cubicBezTo>
                    <a:pt x="228965" y="228077"/>
                    <a:pt x="230278" y="227505"/>
                    <a:pt x="230278" y="226361"/>
                  </a:cubicBezTo>
                  <a:cubicBezTo>
                    <a:pt x="230278" y="225184"/>
                    <a:pt x="230580" y="223603"/>
                    <a:pt x="230849" y="223165"/>
                  </a:cubicBezTo>
                  <a:cubicBezTo>
                    <a:pt x="231119" y="222728"/>
                    <a:pt x="231724" y="221147"/>
                    <a:pt x="231724" y="221147"/>
                  </a:cubicBezTo>
                  <a:cubicBezTo>
                    <a:pt x="231724" y="221147"/>
                    <a:pt x="234753" y="220003"/>
                    <a:pt x="235359" y="220003"/>
                  </a:cubicBezTo>
                  <a:cubicBezTo>
                    <a:pt x="235931" y="220003"/>
                    <a:pt x="242157" y="220743"/>
                    <a:pt x="242157" y="220743"/>
                  </a:cubicBezTo>
                  <a:lnTo>
                    <a:pt x="241888" y="222627"/>
                  </a:lnTo>
                  <a:lnTo>
                    <a:pt x="241585" y="224645"/>
                  </a:lnTo>
                  <a:lnTo>
                    <a:pt x="245657" y="225217"/>
                  </a:lnTo>
                  <a:cubicBezTo>
                    <a:pt x="245657" y="225217"/>
                    <a:pt x="246802" y="225083"/>
                    <a:pt x="247542" y="224780"/>
                  </a:cubicBezTo>
                  <a:cubicBezTo>
                    <a:pt x="248249" y="224477"/>
                    <a:pt x="250437" y="222190"/>
                    <a:pt x="250437" y="222190"/>
                  </a:cubicBezTo>
                  <a:lnTo>
                    <a:pt x="252456" y="224208"/>
                  </a:lnTo>
                  <a:lnTo>
                    <a:pt x="255485" y="217985"/>
                  </a:lnTo>
                  <a:lnTo>
                    <a:pt x="255485" y="216370"/>
                  </a:lnTo>
                  <a:lnTo>
                    <a:pt x="256629" y="211459"/>
                  </a:lnTo>
                  <a:cubicBezTo>
                    <a:pt x="256629" y="211459"/>
                    <a:pt x="258513" y="211156"/>
                    <a:pt x="259658" y="211156"/>
                  </a:cubicBezTo>
                  <a:cubicBezTo>
                    <a:pt x="260836" y="211156"/>
                    <a:pt x="263865" y="212602"/>
                    <a:pt x="263865" y="212602"/>
                  </a:cubicBezTo>
                  <a:cubicBezTo>
                    <a:pt x="263865" y="212602"/>
                    <a:pt x="266321" y="214184"/>
                    <a:pt x="266624" y="214621"/>
                  </a:cubicBezTo>
                  <a:cubicBezTo>
                    <a:pt x="266927" y="215058"/>
                    <a:pt x="268509" y="216370"/>
                    <a:pt x="269384" y="216942"/>
                  </a:cubicBezTo>
                  <a:cubicBezTo>
                    <a:pt x="270259" y="217514"/>
                    <a:pt x="271841" y="218691"/>
                    <a:pt x="272413" y="218254"/>
                  </a:cubicBezTo>
                  <a:cubicBezTo>
                    <a:pt x="272985" y="217817"/>
                    <a:pt x="274163" y="218254"/>
                    <a:pt x="274163" y="215495"/>
                  </a:cubicBezTo>
                  <a:cubicBezTo>
                    <a:pt x="274163" y="214789"/>
                    <a:pt x="274196" y="214116"/>
                    <a:pt x="274196" y="213578"/>
                  </a:cubicBezTo>
                  <a:cubicBezTo>
                    <a:pt x="274264" y="212031"/>
                    <a:pt x="274432" y="211156"/>
                    <a:pt x="274432" y="211156"/>
                  </a:cubicBezTo>
                  <a:lnTo>
                    <a:pt x="276889" y="208263"/>
                  </a:lnTo>
                  <a:lnTo>
                    <a:pt x="284999" y="204798"/>
                  </a:lnTo>
                  <a:lnTo>
                    <a:pt x="287759" y="199719"/>
                  </a:lnTo>
                  <a:lnTo>
                    <a:pt x="284697" y="194504"/>
                  </a:lnTo>
                  <a:cubicBezTo>
                    <a:pt x="284697" y="194504"/>
                    <a:pt x="285841" y="192621"/>
                    <a:pt x="286312" y="192486"/>
                  </a:cubicBezTo>
                  <a:cubicBezTo>
                    <a:pt x="286750" y="192351"/>
                    <a:pt x="289947" y="191477"/>
                    <a:pt x="290654" y="192486"/>
                  </a:cubicBezTo>
                  <a:cubicBezTo>
                    <a:pt x="291360" y="193495"/>
                    <a:pt x="291730" y="195379"/>
                    <a:pt x="292909" y="195076"/>
                  </a:cubicBezTo>
                  <a:cubicBezTo>
                    <a:pt x="294086" y="194773"/>
                    <a:pt x="295433" y="194639"/>
                    <a:pt x="295433" y="192755"/>
                  </a:cubicBezTo>
                  <a:cubicBezTo>
                    <a:pt x="295433" y="190871"/>
                    <a:pt x="295433" y="188550"/>
                    <a:pt x="295433" y="188550"/>
                  </a:cubicBezTo>
                  <a:cubicBezTo>
                    <a:pt x="295433" y="188550"/>
                    <a:pt x="294558" y="188416"/>
                    <a:pt x="294558" y="187844"/>
                  </a:cubicBezTo>
                  <a:cubicBezTo>
                    <a:pt x="294558" y="187272"/>
                    <a:pt x="294423" y="185523"/>
                    <a:pt x="294827" y="184513"/>
                  </a:cubicBezTo>
                  <a:cubicBezTo>
                    <a:pt x="295264" y="183504"/>
                    <a:pt x="295567" y="184379"/>
                    <a:pt x="295567" y="182630"/>
                  </a:cubicBezTo>
                  <a:cubicBezTo>
                    <a:pt x="295567" y="180880"/>
                    <a:pt x="295433" y="178559"/>
                    <a:pt x="295567" y="177987"/>
                  </a:cubicBezTo>
                  <a:cubicBezTo>
                    <a:pt x="295702" y="177415"/>
                    <a:pt x="296274" y="175397"/>
                    <a:pt x="296274" y="175397"/>
                  </a:cubicBezTo>
                  <a:cubicBezTo>
                    <a:pt x="296274" y="175397"/>
                    <a:pt x="294962" y="173816"/>
                    <a:pt x="294827" y="173379"/>
                  </a:cubicBezTo>
                  <a:cubicBezTo>
                    <a:pt x="294692" y="172941"/>
                    <a:pt x="294254" y="171495"/>
                    <a:pt x="294389" y="171058"/>
                  </a:cubicBezTo>
                  <a:cubicBezTo>
                    <a:pt x="294524" y="170620"/>
                    <a:pt x="294524" y="169611"/>
                    <a:pt x="295567" y="169611"/>
                  </a:cubicBezTo>
                  <a:cubicBezTo>
                    <a:pt x="296611" y="169611"/>
                    <a:pt x="299202" y="169746"/>
                    <a:pt x="299202" y="169746"/>
                  </a:cubicBezTo>
                  <a:cubicBezTo>
                    <a:pt x="299202" y="169746"/>
                    <a:pt x="302096" y="171327"/>
                    <a:pt x="302264" y="171764"/>
                  </a:cubicBezTo>
                  <a:cubicBezTo>
                    <a:pt x="302399" y="172201"/>
                    <a:pt x="302130" y="174522"/>
                    <a:pt x="301827" y="175229"/>
                  </a:cubicBezTo>
                  <a:cubicBezTo>
                    <a:pt x="301524" y="175969"/>
                    <a:pt x="301255" y="177853"/>
                    <a:pt x="301255" y="178425"/>
                  </a:cubicBezTo>
                  <a:cubicBezTo>
                    <a:pt x="301255" y="178996"/>
                    <a:pt x="303274" y="180006"/>
                    <a:pt x="303274" y="180006"/>
                  </a:cubicBezTo>
                  <a:lnTo>
                    <a:pt x="306606" y="178626"/>
                  </a:lnTo>
                  <a:lnTo>
                    <a:pt x="309063" y="177247"/>
                  </a:lnTo>
                  <a:lnTo>
                    <a:pt x="310173" y="177247"/>
                  </a:lnTo>
                  <a:lnTo>
                    <a:pt x="315390" y="178391"/>
                  </a:lnTo>
                  <a:lnTo>
                    <a:pt x="318721" y="180275"/>
                  </a:lnTo>
                  <a:cubicBezTo>
                    <a:pt x="318721" y="180275"/>
                    <a:pt x="320741" y="181721"/>
                    <a:pt x="321178" y="182024"/>
                  </a:cubicBezTo>
                  <a:cubicBezTo>
                    <a:pt x="321616" y="182327"/>
                    <a:pt x="323803" y="183471"/>
                    <a:pt x="324376" y="183605"/>
                  </a:cubicBezTo>
                  <a:cubicBezTo>
                    <a:pt x="324947" y="183740"/>
                    <a:pt x="326126" y="184345"/>
                    <a:pt x="326395" y="184749"/>
                  </a:cubicBezTo>
                  <a:cubicBezTo>
                    <a:pt x="326698" y="185186"/>
                    <a:pt x="328145" y="186767"/>
                    <a:pt x="328145" y="186767"/>
                  </a:cubicBezTo>
                  <a:cubicBezTo>
                    <a:pt x="328145" y="186767"/>
                    <a:pt x="328717" y="188651"/>
                    <a:pt x="329457" y="189358"/>
                  </a:cubicBezTo>
                  <a:cubicBezTo>
                    <a:pt x="330198" y="190064"/>
                    <a:pt x="330198" y="190064"/>
                    <a:pt x="330198" y="190064"/>
                  </a:cubicBezTo>
                  <a:cubicBezTo>
                    <a:pt x="330198" y="190064"/>
                    <a:pt x="332823" y="191948"/>
                    <a:pt x="333227" y="192385"/>
                  </a:cubicBezTo>
                  <a:cubicBezTo>
                    <a:pt x="333664" y="192822"/>
                    <a:pt x="334808" y="193697"/>
                    <a:pt x="334808" y="193697"/>
                  </a:cubicBezTo>
                  <a:lnTo>
                    <a:pt x="335381" y="197767"/>
                  </a:lnTo>
                  <a:lnTo>
                    <a:pt x="338275" y="200795"/>
                  </a:lnTo>
                  <a:lnTo>
                    <a:pt x="341607" y="201939"/>
                  </a:lnTo>
                  <a:lnTo>
                    <a:pt x="345511" y="203385"/>
                  </a:lnTo>
                  <a:lnTo>
                    <a:pt x="349280" y="208465"/>
                  </a:lnTo>
                  <a:lnTo>
                    <a:pt x="351367" y="211492"/>
                  </a:lnTo>
                  <a:lnTo>
                    <a:pt x="352746" y="213073"/>
                  </a:lnTo>
                  <a:lnTo>
                    <a:pt x="352746" y="216269"/>
                  </a:lnTo>
                  <a:cubicBezTo>
                    <a:pt x="352746" y="216269"/>
                    <a:pt x="351871" y="217144"/>
                    <a:pt x="352443" y="218456"/>
                  </a:cubicBezTo>
                  <a:cubicBezTo>
                    <a:pt x="353016" y="219768"/>
                    <a:pt x="353756" y="220340"/>
                    <a:pt x="354193" y="220474"/>
                  </a:cubicBezTo>
                  <a:cubicBezTo>
                    <a:pt x="354631" y="220609"/>
                    <a:pt x="355069" y="220609"/>
                    <a:pt x="356381" y="220609"/>
                  </a:cubicBezTo>
                  <a:cubicBezTo>
                    <a:pt x="357694" y="220609"/>
                    <a:pt x="357559" y="219431"/>
                    <a:pt x="359578" y="221181"/>
                  </a:cubicBezTo>
                  <a:cubicBezTo>
                    <a:pt x="361597" y="222930"/>
                    <a:pt x="361901" y="223636"/>
                    <a:pt x="362035" y="224074"/>
                  </a:cubicBezTo>
                  <a:cubicBezTo>
                    <a:pt x="362170" y="224511"/>
                    <a:pt x="362472" y="225655"/>
                    <a:pt x="362776" y="227101"/>
                  </a:cubicBezTo>
                  <a:cubicBezTo>
                    <a:pt x="363045" y="228548"/>
                    <a:pt x="363650" y="229120"/>
                    <a:pt x="364222" y="229120"/>
                  </a:cubicBezTo>
                  <a:cubicBezTo>
                    <a:pt x="364795" y="229120"/>
                    <a:pt x="367285" y="228682"/>
                    <a:pt x="367689" y="228548"/>
                  </a:cubicBezTo>
                  <a:cubicBezTo>
                    <a:pt x="368127" y="228413"/>
                    <a:pt x="370011" y="227976"/>
                    <a:pt x="370011" y="227976"/>
                  </a:cubicBezTo>
                  <a:cubicBezTo>
                    <a:pt x="370011" y="227976"/>
                    <a:pt x="371593" y="227841"/>
                    <a:pt x="372031" y="227673"/>
                  </a:cubicBezTo>
                  <a:cubicBezTo>
                    <a:pt x="372468" y="227538"/>
                    <a:pt x="373478" y="228413"/>
                    <a:pt x="373780" y="229254"/>
                  </a:cubicBezTo>
                  <a:cubicBezTo>
                    <a:pt x="374083" y="230129"/>
                    <a:pt x="375665" y="230129"/>
                    <a:pt x="375665" y="231272"/>
                  </a:cubicBezTo>
                  <a:cubicBezTo>
                    <a:pt x="375665" y="232416"/>
                    <a:pt x="375800" y="233156"/>
                    <a:pt x="375665" y="234166"/>
                  </a:cubicBezTo>
                  <a:cubicBezTo>
                    <a:pt x="375530" y="235175"/>
                    <a:pt x="374353" y="236352"/>
                    <a:pt x="374353" y="236352"/>
                  </a:cubicBezTo>
                  <a:cubicBezTo>
                    <a:pt x="374353" y="236352"/>
                    <a:pt x="373915" y="238539"/>
                    <a:pt x="373780" y="239245"/>
                  </a:cubicBezTo>
                  <a:cubicBezTo>
                    <a:pt x="373646" y="239985"/>
                    <a:pt x="373915" y="241566"/>
                    <a:pt x="374521" y="242138"/>
                  </a:cubicBezTo>
                  <a:cubicBezTo>
                    <a:pt x="375093" y="242710"/>
                    <a:pt x="376271" y="244022"/>
                    <a:pt x="376271" y="244594"/>
                  </a:cubicBezTo>
                  <a:cubicBezTo>
                    <a:pt x="376271" y="245166"/>
                    <a:pt x="376708" y="246343"/>
                    <a:pt x="376574" y="247621"/>
                  </a:cubicBezTo>
                  <a:cubicBezTo>
                    <a:pt x="376439" y="248933"/>
                    <a:pt x="375564" y="250077"/>
                    <a:pt x="374689" y="250514"/>
                  </a:cubicBezTo>
                  <a:cubicBezTo>
                    <a:pt x="373814" y="250952"/>
                    <a:pt x="372939" y="252701"/>
                    <a:pt x="372939" y="252701"/>
                  </a:cubicBezTo>
                  <a:cubicBezTo>
                    <a:pt x="372939" y="252701"/>
                    <a:pt x="371189" y="254282"/>
                    <a:pt x="370617" y="254719"/>
                  </a:cubicBezTo>
                  <a:cubicBezTo>
                    <a:pt x="370045" y="255157"/>
                    <a:pt x="369002" y="255728"/>
                    <a:pt x="368295" y="256031"/>
                  </a:cubicBezTo>
                  <a:cubicBezTo>
                    <a:pt x="367588" y="256334"/>
                    <a:pt x="366107" y="256603"/>
                    <a:pt x="365670" y="257040"/>
                  </a:cubicBezTo>
                  <a:cubicBezTo>
                    <a:pt x="365232" y="257478"/>
                    <a:pt x="364088" y="259799"/>
                    <a:pt x="364088" y="259799"/>
                  </a:cubicBezTo>
                  <a:cubicBezTo>
                    <a:pt x="364088" y="259799"/>
                    <a:pt x="366545" y="259933"/>
                    <a:pt x="363785" y="261380"/>
                  </a:cubicBezTo>
                  <a:cubicBezTo>
                    <a:pt x="361025" y="262826"/>
                    <a:pt x="359713" y="262961"/>
                    <a:pt x="358703" y="263264"/>
                  </a:cubicBezTo>
                  <a:cubicBezTo>
                    <a:pt x="357694" y="263533"/>
                    <a:pt x="357391" y="265148"/>
                    <a:pt x="357391" y="265719"/>
                  </a:cubicBezTo>
                  <a:cubicBezTo>
                    <a:pt x="357391" y="266291"/>
                    <a:pt x="358973" y="269050"/>
                    <a:pt x="359275" y="269487"/>
                  </a:cubicBezTo>
                  <a:cubicBezTo>
                    <a:pt x="359578" y="269924"/>
                    <a:pt x="361867" y="272683"/>
                    <a:pt x="361867" y="273255"/>
                  </a:cubicBezTo>
                  <a:cubicBezTo>
                    <a:pt x="361867" y="273827"/>
                    <a:pt x="362742" y="275273"/>
                    <a:pt x="363011" y="275845"/>
                  </a:cubicBezTo>
                  <a:cubicBezTo>
                    <a:pt x="363314" y="276417"/>
                    <a:pt x="363583" y="277863"/>
                    <a:pt x="363583" y="277863"/>
                  </a:cubicBezTo>
                  <a:lnTo>
                    <a:pt x="364458" y="282775"/>
                  </a:lnTo>
                  <a:lnTo>
                    <a:pt x="364155" y="289873"/>
                  </a:lnTo>
                  <a:cubicBezTo>
                    <a:pt x="364155" y="289873"/>
                    <a:pt x="361698" y="293338"/>
                    <a:pt x="361261" y="293943"/>
                  </a:cubicBezTo>
                  <a:cubicBezTo>
                    <a:pt x="360823" y="294515"/>
                    <a:pt x="358636" y="297408"/>
                    <a:pt x="358636" y="297408"/>
                  </a:cubicBezTo>
                  <a:cubicBezTo>
                    <a:pt x="358636" y="297408"/>
                    <a:pt x="354126" y="300032"/>
                    <a:pt x="353285" y="300301"/>
                  </a:cubicBezTo>
                  <a:cubicBezTo>
                    <a:pt x="352410" y="300604"/>
                    <a:pt x="352275" y="300604"/>
                    <a:pt x="350963" y="301176"/>
                  </a:cubicBezTo>
                  <a:cubicBezTo>
                    <a:pt x="349650" y="301748"/>
                    <a:pt x="346621" y="301882"/>
                    <a:pt x="346621" y="301882"/>
                  </a:cubicBezTo>
                  <a:cubicBezTo>
                    <a:pt x="346621" y="301882"/>
                    <a:pt x="345746" y="306524"/>
                    <a:pt x="345881" y="306962"/>
                  </a:cubicBezTo>
                  <a:cubicBezTo>
                    <a:pt x="346015" y="307399"/>
                    <a:pt x="346318" y="309552"/>
                    <a:pt x="346015" y="310864"/>
                  </a:cubicBezTo>
                  <a:cubicBezTo>
                    <a:pt x="345712" y="312176"/>
                    <a:pt x="344837" y="315775"/>
                    <a:pt x="344568" y="317222"/>
                  </a:cubicBezTo>
                  <a:cubicBezTo>
                    <a:pt x="344299" y="318668"/>
                    <a:pt x="343693" y="323008"/>
                    <a:pt x="343693" y="323008"/>
                  </a:cubicBezTo>
                  <a:cubicBezTo>
                    <a:pt x="343693" y="323008"/>
                    <a:pt x="343256" y="324017"/>
                    <a:pt x="342953" y="324892"/>
                  </a:cubicBezTo>
                  <a:cubicBezTo>
                    <a:pt x="342683" y="325766"/>
                    <a:pt x="340193" y="331687"/>
                    <a:pt x="340059" y="332292"/>
                  </a:cubicBezTo>
                  <a:cubicBezTo>
                    <a:pt x="339924" y="332864"/>
                    <a:pt x="337871" y="335051"/>
                    <a:pt x="337030" y="335757"/>
                  </a:cubicBezTo>
                  <a:cubicBezTo>
                    <a:pt x="336155" y="336497"/>
                    <a:pt x="334135" y="338078"/>
                    <a:pt x="334135" y="338078"/>
                  </a:cubicBezTo>
                  <a:lnTo>
                    <a:pt x="332991" y="341846"/>
                  </a:lnTo>
                  <a:lnTo>
                    <a:pt x="333563" y="346354"/>
                  </a:lnTo>
                  <a:cubicBezTo>
                    <a:pt x="333563" y="346354"/>
                    <a:pt x="334876" y="349112"/>
                    <a:pt x="334270" y="349549"/>
                  </a:cubicBezTo>
                  <a:cubicBezTo>
                    <a:pt x="333698" y="349987"/>
                    <a:pt x="331813" y="353317"/>
                    <a:pt x="331678" y="353754"/>
                  </a:cubicBezTo>
                  <a:cubicBezTo>
                    <a:pt x="331544" y="354192"/>
                    <a:pt x="330804" y="355335"/>
                    <a:pt x="330231" y="356647"/>
                  </a:cubicBezTo>
                  <a:cubicBezTo>
                    <a:pt x="329659" y="357959"/>
                    <a:pt x="329087" y="359978"/>
                    <a:pt x="328919" y="361155"/>
                  </a:cubicBezTo>
                  <a:cubicBezTo>
                    <a:pt x="328784" y="362299"/>
                    <a:pt x="328481" y="364048"/>
                    <a:pt x="328784" y="365629"/>
                  </a:cubicBezTo>
                  <a:cubicBezTo>
                    <a:pt x="329054" y="367210"/>
                    <a:pt x="331376" y="373871"/>
                    <a:pt x="331376" y="373871"/>
                  </a:cubicBezTo>
                  <a:lnTo>
                    <a:pt x="331948" y="378345"/>
                  </a:lnTo>
                  <a:lnTo>
                    <a:pt x="334405" y="382684"/>
                  </a:lnTo>
                  <a:lnTo>
                    <a:pt x="334270" y="385443"/>
                  </a:lnTo>
                  <a:lnTo>
                    <a:pt x="331510" y="389211"/>
                  </a:lnTo>
                  <a:lnTo>
                    <a:pt x="329323" y="390792"/>
                  </a:lnTo>
                  <a:lnTo>
                    <a:pt x="328448" y="393247"/>
                  </a:lnTo>
                  <a:lnTo>
                    <a:pt x="330333" y="397721"/>
                  </a:lnTo>
                  <a:lnTo>
                    <a:pt x="333530" y="401489"/>
                  </a:lnTo>
                  <a:lnTo>
                    <a:pt x="338309" y="405829"/>
                  </a:lnTo>
                  <a:lnTo>
                    <a:pt x="339890" y="409159"/>
                  </a:lnTo>
                  <a:lnTo>
                    <a:pt x="340328" y="410336"/>
                  </a:lnTo>
                  <a:lnTo>
                    <a:pt x="339015" y="412355"/>
                  </a:lnTo>
                  <a:lnTo>
                    <a:pt x="340463" y="415550"/>
                  </a:lnTo>
                  <a:lnTo>
                    <a:pt x="342212" y="418174"/>
                  </a:lnTo>
                  <a:lnTo>
                    <a:pt x="342078" y="421202"/>
                  </a:lnTo>
                  <a:lnTo>
                    <a:pt x="341640" y="424970"/>
                  </a:lnTo>
                  <a:cubicBezTo>
                    <a:pt x="341640" y="424970"/>
                    <a:pt x="341203" y="428031"/>
                    <a:pt x="341203" y="428603"/>
                  </a:cubicBezTo>
                  <a:cubicBezTo>
                    <a:pt x="341203" y="429174"/>
                    <a:pt x="343525" y="434119"/>
                    <a:pt x="343525" y="434119"/>
                  </a:cubicBezTo>
                  <a:lnTo>
                    <a:pt x="341068" y="439771"/>
                  </a:lnTo>
                  <a:lnTo>
                    <a:pt x="338309" y="445557"/>
                  </a:lnTo>
                  <a:lnTo>
                    <a:pt x="335280" y="448450"/>
                  </a:lnTo>
                  <a:cubicBezTo>
                    <a:pt x="335280" y="448450"/>
                    <a:pt x="331948" y="449022"/>
                    <a:pt x="331510" y="449022"/>
                  </a:cubicBezTo>
                  <a:cubicBezTo>
                    <a:pt x="331073" y="449022"/>
                    <a:pt x="328313" y="447575"/>
                    <a:pt x="327169" y="446701"/>
                  </a:cubicBezTo>
                  <a:cubicBezTo>
                    <a:pt x="326025" y="445826"/>
                    <a:pt x="324544" y="443942"/>
                    <a:pt x="323534" y="443942"/>
                  </a:cubicBezTo>
                  <a:cubicBezTo>
                    <a:pt x="322524" y="443942"/>
                    <a:pt x="320034" y="443505"/>
                    <a:pt x="319462" y="443505"/>
                  </a:cubicBezTo>
                  <a:cubicBezTo>
                    <a:pt x="318890" y="443505"/>
                    <a:pt x="316433" y="443942"/>
                    <a:pt x="314952" y="444817"/>
                  </a:cubicBezTo>
                  <a:cubicBezTo>
                    <a:pt x="313505" y="445692"/>
                    <a:pt x="310476" y="447844"/>
                    <a:pt x="310039" y="448147"/>
                  </a:cubicBezTo>
                  <a:cubicBezTo>
                    <a:pt x="309601" y="448450"/>
                    <a:pt x="308895" y="453227"/>
                    <a:pt x="308457" y="454101"/>
                  </a:cubicBezTo>
                  <a:cubicBezTo>
                    <a:pt x="308020" y="454976"/>
                    <a:pt x="308457" y="457566"/>
                    <a:pt x="308457" y="457566"/>
                  </a:cubicBezTo>
                  <a:lnTo>
                    <a:pt x="311049" y="460762"/>
                  </a:lnTo>
                  <a:lnTo>
                    <a:pt x="312361" y="464092"/>
                  </a:lnTo>
                  <a:lnTo>
                    <a:pt x="311486" y="467557"/>
                  </a:lnTo>
                  <a:lnTo>
                    <a:pt x="310341" y="470585"/>
                  </a:lnTo>
                  <a:lnTo>
                    <a:pt x="309601" y="473781"/>
                  </a:lnTo>
                  <a:cubicBezTo>
                    <a:pt x="309601" y="473781"/>
                    <a:pt x="310173" y="474352"/>
                    <a:pt x="309029" y="474790"/>
                  </a:cubicBezTo>
                  <a:cubicBezTo>
                    <a:pt x="307885" y="475227"/>
                    <a:pt x="306000" y="476674"/>
                    <a:pt x="305697" y="477111"/>
                  </a:cubicBezTo>
                  <a:cubicBezTo>
                    <a:pt x="305394" y="477548"/>
                    <a:pt x="303678" y="479735"/>
                    <a:pt x="303678" y="479735"/>
                  </a:cubicBezTo>
                  <a:cubicBezTo>
                    <a:pt x="303678" y="479735"/>
                    <a:pt x="303240" y="481619"/>
                    <a:pt x="303240" y="482191"/>
                  </a:cubicBezTo>
                  <a:cubicBezTo>
                    <a:pt x="303240" y="482762"/>
                    <a:pt x="302668" y="487707"/>
                    <a:pt x="302668" y="487707"/>
                  </a:cubicBezTo>
                  <a:lnTo>
                    <a:pt x="302365" y="491912"/>
                  </a:lnTo>
                  <a:lnTo>
                    <a:pt x="303240" y="496555"/>
                  </a:lnTo>
                  <a:lnTo>
                    <a:pt x="304418" y="502643"/>
                  </a:lnTo>
                  <a:cubicBezTo>
                    <a:pt x="304418" y="502643"/>
                    <a:pt x="303678" y="509607"/>
                    <a:pt x="303543" y="510044"/>
                  </a:cubicBezTo>
                  <a:cubicBezTo>
                    <a:pt x="303409" y="510481"/>
                    <a:pt x="301356" y="511356"/>
                    <a:pt x="301356" y="511356"/>
                  </a:cubicBezTo>
                  <a:lnTo>
                    <a:pt x="298461" y="515258"/>
                  </a:lnTo>
                  <a:lnTo>
                    <a:pt x="298327" y="517142"/>
                  </a:lnTo>
                  <a:lnTo>
                    <a:pt x="298764" y="519732"/>
                  </a:lnTo>
                  <a:lnTo>
                    <a:pt x="299067" y="522760"/>
                  </a:lnTo>
                  <a:cubicBezTo>
                    <a:pt x="299067" y="522760"/>
                    <a:pt x="298630" y="522323"/>
                    <a:pt x="298630" y="524947"/>
                  </a:cubicBezTo>
                  <a:cubicBezTo>
                    <a:pt x="298630" y="527570"/>
                    <a:pt x="298361" y="532347"/>
                    <a:pt x="298361" y="532347"/>
                  </a:cubicBezTo>
                  <a:cubicBezTo>
                    <a:pt x="298361" y="532347"/>
                    <a:pt x="299808" y="534366"/>
                    <a:pt x="299942" y="535240"/>
                  </a:cubicBezTo>
                  <a:cubicBezTo>
                    <a:pt x="300077" y="536115"/>
                    <a:pt x="300817" y="538571"/>
                    <a:pt x="301086" y="539714"/>
                  </a:cubicBezTo>
                  <a:cubicBezTo>
                    <a:pt x="301389" y="540892"/>
                    <a:pt x="302702" y="542473"/>
                    <a:pt x="302702" y="542473"/>
                  </a:cubicBezTo>
                  <a:lnTo>
                    <a:pt x="306034" y="543213"/>
                  </a:lnTo>
                  <a:cubicBezTo>
                    <a:pt x="306034" y="543213"/>
                    <a:pt x="305731" y="545534"/>
                    <a:pt x="304889" y="545971"/>
                  </a:cubicBezTo>
                  <a:cubicBezTo>
                    <a:pt x="304014" y="546409"/>
                    <a:pt x="301860" y="547721"/>
                    <a:pt x="301860" y="547721"/>
                  </a:cubicBezTo>
                  <a:lnTo>
                    <a:pt x="301995" y="551051"/>
                  </a:lnTo>
                  <a:lnTo>
                    <a:pt x="304014" y="554684"/>
                  </a:lnTo>
                  <a:lnTo>
                    <a:pt x="305024" y="557442"/>
                  </a:lnTo>
                  <a:lnTo>
                    <a:pt x="304587" y="561210"/>
                  </a:lnTo>
                  <a:cubicBezTo>
                    <a:pt x="304587" y="561210"/>
                    <a:pt x="304452" y="563968"/>
                    <a:pt x="304587" y="564978"/>
                  </a:cubicBezTo>
                  <a:cubicBezTo>
                    <a:pt x="304721" y="565987"/>
                    <a:pt x="304721" y="566996"/>
                    <a:pt x="304721" y="568880"/>
                  </a:cubicBezTo>
                  <a:cubicBezTo>
                    <a:pt x="304721" y="570764"/>
                    <a:pt x="304991" y="572076"/>
                    <a:pt x="304014" y="572076"/>
                  </a:cubicBezTo>
                  <a:cubicBezTo>
                    <a:pt x="303005" y="572076"/>
                    <a:pt x="301389" y="571638"/>
                    <a:pt x="301120" y="570764"/>
                  </a:cubicBezTo>
                  <a:cubicBezTo>
                    <a:pt x="300851" y="569889"/>
                    <a:pt x="300683" y="570057"/>
                    <a:pt x="299808" y="568308"/>
                  </a:cubicBezTo>
                  <a:cubicBezTo>
                    <a:pt x="298933" y="566559"/>
                    <a:pt x="298798" y="565987"/>
                    <a:pt x="298226" y="565280"/>
                  </a:cubicBezTo>
                  <a:cubicBezTo>
                    <a:pt x="297654" y="564540"/>
                    <a:pt x="297486" y="563262"/>
                    <a:pt x="297082" y="562387"/>
                  </a:cubicBezTo>
                  <a:cubicBezTo>
                    <a:pt x="296644" y="561513"/>
                    <a:pt x="296341" y="560941"/>
                    <a:pt x="296207" y="560369"/>
                  </a:cubicBezTo>
                  <a:cubicBezTo>
                    <a:pt x="296072" y="559797"/>
                    <a:pt x="296072" y="558485"/>
                    <a:pt x="296072" y="558485"/>
                  </a:cubicBezTo>
                  <a:lnTo>
                    <a:pt x="297082" y="557341"/>
                  </a:lnTo>
                  <a:lnTo>
                    <a:pt x="297216" y="554314"/>
                  </a:lnTo>
                  <a:lnTo>
                    <a:pt x="295332" y="553002"/>
                  </a:lnTo>
                  <a:cubicBezTo>
                    <a:pt x="295332" y="553002"/>
                    <a:pt x="295197" y="552127"/>
                    <a:pt x="293750" y="551825"/>
                  </a:cubicBezTo>
                  <a:cubicBezTo>
                    <a:pt x="292303" y="551522"/>
                    <a:pt x="292605" y="552396"/>
                    <a:pt x="291293" y="551118"/>
                  </a:cubicBezTo>
                  <a:cubicBezTo>
                    <a:pt x="289981" y="549806"/>
                    <a:pt x="288836" y="549234"/>
                    <a:pt x="288399" y="548662"/>
                  </a:cubicBezTo>
                  <a:cubicBezTo>
                    <a:pt x="287961" y="548091"/>
                    <a:pt x="286817" y="546476"/>
                    <a:pt x="286379" y="545904"/>
                  </a:cubicBezTo>
                  <a:cubicBezTo>
                    <a:pt x="285942" y="545332"/>
                    <a:pt x="284057" y="543583"/>
                    <a:pt x="283754" y="543011"/>
                  </a:cubicBezTo>
                  <a:cubicBezTo>
                    <a:pt x="283485" y="542439"/>
                    <a:pt x="283317" y="542271"/>
                    <a:pt x="283182" y="541699"/>
                  </a:cubicBezTo>
                  <a:cubicBezTo>
                    <a:pt x="283048" y="541127"/>
                    <a:pt x="283048" y="537931"/>
                    <a:pt x="283048" y="537931"/>
                  </a:cubicBezTo>
                  <a:cubicBezTo>
                    <a:pt x="283048" y="537931"/>
                    <a:pt x="282610" y="536922"/>
                    <a:pt x="282779" y="536350"/>
                  </a:cubicBezTo>
                  <a:cubicBezTo>
                    <a:pt x="282913" y="535778"/>
                    <a:pt x="283216" y="534467"/>
                    <a:pt x="283216" y="534467"/>
                  </a:cubicBezTo>
                  <a:lnTo>
                    <a:pt x="283654" y="532885"/>
                  </a:lnTo>
                  <a:lnTo>
                    <a:pt x="284225" y="529858"/>
                  </a:lnTo>
                  <a:lnTo>
                    <a:pt x="283788" y="526225"/>
                  </a:lnTo>
                  <a:cubicBezTo>
                    <a:pt x="283788" y="526225"/>
                    <a:pt x="281601" y="524913"/>
                    <a:pt x="281466" y="524476"/>
                  </a:cubicBezTo>
                  <a:cubicBezTo>
                    <a:pt x="281331" y="524038"/>
                    <a:pt x="280456" y="522020"/>
                    <a:pt x="279447" y="521448"/>
                  </a:cubicBezTo>
                  <a:cubicBezTo>
                    <a:pt x="278437" y="520876"/>
                    <a:pt x="275678" y="516974"/>
                    <a:pt x="275678" y="516974"/>
                  </a:cubicBezTo>
                  <a:lnTo>
                    <a:pt x="273086" y="519732"/>
                  </a:lnTo>
                  <a:lnTo>
                    <a:pt x="271639" y="522928"/>
                  </a:lnTo>
                  <a:lnTo>
                    <a:pt x="271504" y="526393"/>
                  </a:lnTo>
                  <a:lnTo>
                    <a:pt x="272951" y="529723"/>
                  </a:lnTo>
                  <a:lnTo>
                    <a:pt x="272514" y="531035"/>
                  </a:lnTo>
                  <a:lnTo>
                    <a:pt x="271201" y="534097"/>
                  </a:lnTo>
                  <a:lnTo>
                    <a:pt x="269620" y="535543"/>
                  </a:lnTo>
                  <a:cubicBezTo>
                    <a:pt x="269620" y="535543"/>
                    <a:pt x="267869" y="535980"/>
                    <a:pt x="266725" y="536418"/>
                  </a:cubicBezTo>
                  <a:cubicBezTo>
                    <a:pt x="265581" y="536855"/>
                    <a:pt x="264706" y="537730"/>
                    <a:pt x="263965" y="538167"/>
                  </a:cubicBezTo>
                  <a:cubicBezTo>
                    <a:pt x="263259" y="538604"/>
                    <a:pt x="260499" y="540185"/>
                    <a:pt x="260499" y="540185"/>
                  </a:cubicBezTo>
                  <a:cubicBezTo>
                    <a:pt x="260499" y="540185"/>
                    <a:pt x="259792" y="541497"/>
                    <a:pt x="259792" y="542069"/>
                  </a:cubicBezTo>
                  <a:cubicBezTo>
                    <a:pt x="259792" y="542574"/>
                    <a:pt x="259355" y="544962"/>
                    <a:pt x="259220" y="545534"/>
                  </a:cubicBezTo>
                  <a:cubicBezTo>
                    <a:pt x="259187" y="545534"/>
                    <a:pt x="259018" y="545736"/>
                    <a:pt x="258480" y="546678"/>
                  </a:cubicBezTo>
                  <a:cubicBezTo>
                    <a:pt x="257470" y="548427"/>
                    <a:pt x="257470" y="548999"/>
                    <a:pt x="256595" y="549436"/>
                  </a:cubicBezTo>
                  <a:cubicBezTo>
                    <a:pt x="255720" y="549874"/>
                    <a:pt x="253701" y="550883"/>
                    <a:pt x="253701" y="550883"/>
                  </a:cubicBezTo>
                  <a:lnTo>
                    <a:pt x="248922" y="554078"/>
                  </a:lnTo>
                  <a:lnTo>
                    <a:pt x="246734" y="558115"/>
                  </a:lnTo>
                  <a:lnTo>
                    <a:pt x="244581" y="561143"/>
                  </a:lnTo>
                  <a:lnTo>
                    <a:pt x="240811" y="565920"/>
                  </a:lnTo>
                  <a:lnTo>
                    <a:pt x="241686" y="569115"/>
                  </a:lnTo>
                  <a:cubicBezTo>
                    <a:pt x="241686" y="569115"/>
                    <a:pt x="241114" y="570427"/>
                    <a:pt x="240542" y="571571"/>
                  </a:cubicBezTo>
                  <a:cubicBezTo>
                    <a:pt x="239970" y="572715"/>
                    <a:pt x="238085" y="575776"/>
                    <a:pt x="238085" y="575776"/>
                  </a:cubicBezTo>
                  <a:cubicBezTo>
                    <a:pt x="238085" y="575776"/>
                    <a:pt x="237210" y="577088"/>
                    <a:pt x="237075" y="577525"/>
                  </a:cubicBezTo>
                  <a:cubicBezTo>
                    <a:pt x="236941" y="577963"/>
                    <a:pt x="235763" y="579409"/>
                    <a:pt x="235326" y="579712"/>
                  </a:cubicBezTo>
                  <a:cubicBezTo>
                    <a:pt x="234888" y="580015"/>
                    <a:pt x="232701" y="583042"/>
                    <a:pt x="231994" y="583345"/>
                  </a:cubicBezTo>
                  <a:cubicBezTo>
                    <a:pt x="231253" y="583648"/>
                    <a:pt x="228359" y="586541"/>
                    <a:pt x="228359" y="586541"/>
                  </a:cubicBezTo>
                  <a:lnTo>
                    <a:pt x="225330" y="588559"/>
                  </a:lnTo>
                  <a:cubicBezTo>
                    <a:pt x="225330" y="588559"/>
                    <a:pt x="224186" y="588862"/>
                    <a:pt x="223311" y="589434"/>
                  </a:cubicBezTo>
                  <a:cubicBezTo>
                    <a:pt x="222436" y="590006"/>
                    <a:pt x="222301" y="589703"/>
                    <a:pt x="220551" y="590443"/>
                  </a:cubicBezTo>
                  <a:cubicBezTo>
                    <a:pt x="218801" y="591183"/>
                    <a:pt x="217085" y="591889"/>
                    <a:pt x="216210" y="592327"/>
                  </a:cubicBezTo>
                  <a:cubicBezTo>
                    <a:pt x="215335" y="592764"/>
                    <a:pt x="214460" y="593470"/>
                    <a:pt x="214460" y="594076"/>
                  </a:cubicBezTo>
                  <a:cubicBezTo>
                    <a:pt x="214460" y="594648"/>
                    <a:pt x="213585" y="597272"/>
                    <a:pt x="213585" y="597272"/>
                  </a:cubicBezTo>
                  <a:lnTo>
                    <a:pt x="212878" y="598718"/>
                  </a:lnTo>
                  <a:cubicBezTo>
                    <a:pt x="212878" y="598718"/>
                    <a:pt x="212306" y="600905"/>
                    <a:pt x="212306" y="601611"/>
                  </a:cubicBezTo>
                  <a:cubicBezTo>
                    <a:pt x="212306" y="602351"/>
                    <a:pt x="210993" y="605244"/>
                    <a:pt x="210993" y="605244"/>
                  </a:cubicBezTo>
                  <a:lnTo>
                    <a:pt x="210724" y="605951"/>
                  </a:lnTo>
                  <a:cubicBezTo>
                    <a:pt x="210724" y="605951"/>
                    <a:pt x="210421" y="609012"/>
                    <a:pt x="210286" y="609416"/>
                  </a:cubicBezTo>
                  <a:cubicBezTo>
                    <a:pt x="210152" y="609853"/>
                    <a:pt x="210589" y="611299"/>
                    <a:pt x="209714" y="611871"/>
                  </a:cubicBezTo>
                  <a:cubicBezTo>
                    <a:pt x="208839" y="612443"/>
                    <a:pt x="207527" y="613621"/>
                    <a:pt x="207123" y="613755"/>
                  </a:cubicBezTo>
                  <a:cubicBezTo>
                    <a:pt x="206686" y="613890"/>
                    <a:pt x="205676" y="614058"/>
                    <a:pt x="204532" y="614058"/>
                  </a:cubicBezTo>
                  <a:cubicBezTo>
                    <a:pt x="203387" y="614058"/>
                    <a:pt x="201334" y="613486"/>
                    <a:pt x="201334" y="613486"/>
                  </a:cubicBezTo>
                  <a:cubicBezTo>
                    <a:pt x="201334" y="613486"/>
                    <a:pt x="198306" y="614933"/>
                    <a:pt x="197868" y="615370"/>
                  </a:cubicBezTo>
                  <a:cubicBezTo>
                    <a:pt x="197431" y="615807"/>
                    <a:pt x="195849" y="618835"/>
                    <a:pt x="195243" y="619003"/>
                  </a:cubicBezTo>
                  <a:cubicBezTo>
                    <a:pt x="194671" y="619138"/>
                    <a:pt x="191339" y="621627"/>
                    <a:pt x="191339" y="621627"/>
                  </a:cubicBezTo>
                  <a:cubicBezTo>
                    <a:pt x="191339" y="621627"/>
                    <a:pt x="189185" y="623376"/>
                    <a:pt x="188310" y="623813"/>
                  </a:cubicBezTo>
                  <a:cubicBezTo>
                    <a:pt x="187435" y="624251"/>
                    <a:pt x="185718" y="626135"/>
                    <a:pt x="185416" y="626572"/>
                  </a:cubicBezTo>
                  <a:cubicBezTo>
                    <a:pt x="185147" y="627009"/>
                    <a:pt x="181646" y="629599"/>
                    <a:pt x="181209" y="629768"/>
                  </a:cubicBezTo>
                  <a:cubicBezTo>
                    <a:pt x="180771" y="629902"/>
                    <a:pt x="175993" y="634107"/>
                    <a:pt x="175420" y="634679"/>
                  </a:cubicBezTo>
                  <a:cubicBezTo>
                    <a:pt x="174848" y="635251"/>
                    <a:pt x="171079" y="638312"/>
                    <a:pt x="170338" y="638749"/>
                  </a:cubicBezTo>
                  <a:cubicBezTo>
                    <a:pt x="169598" y="639187"/>
                    <a:pt x="166872" y="642382"/>
                    <a:pt x="166872" y="642382"/>
                  </a:cubicBezTo>
                  <a:cubicBezTo>
                    <a:pt x="166872" y="642382"/>
                    <a:pt x="161521" y="647159"/>
                    <a:pt x="160646" y="647597"/>
                  </a:cubicBezTo>
                  <a:cubicBezTo>
                    <a:pt x="159771" y="648034"/>
                    <a:pt x="156304" y="648909"/>
                    <a:pt x="156002" y="649480"/>
                  </a:cubicBezTo>
                  <a:cubicBezTo>
                    <a:pt x="155699" y="650052"/>
                    <a:pt x="155429" y="653820"/>
                    <a:pt x="155429" y="653820"/>
                  </a:cubicBezTo>
                  <a:cubicBezTo>
                    <a:pt x="155429" y="653820"/>
                    <a:pt x="155867" y="656713"/>
                    <a:pt x="155867" y="657285"/>
                  </a:cubicBezTo>
                  <a:cubicBezTo>
                    <a:pt x="155867" y="657857"/>
                    <a:pt x="155160" y="661624"/>
                    <a:pt x="154723" y="662062"/>
                  </a:cubicBezTo>
                  <a:cubicBezTo>
                    <a:pt x="154285" y="662499"/>
                    <a:pt x="152973" y="666401"/>
                    <a:pt x="152973" y="666401"/>
                  </a:cubicBezTo>
                  <a:lnTo>
                    <a:pt x="152838" y="667108"/>
                  </a:lnTo>
                  <a:cubicBezTo>
                    <a:pt x="152838" y="667108"/>
                    <a:pt x="151828" y="670438"/>
                    <a:pt x="151694" y="671010"/>
                  </a:cubicBezTo>
                  <a:cubicBezTo>
                    <a:pt x="151559" y="671582"/>
                    <a:pt x="151256" y="674037"/>
                    <a:pt x="151559" y="674777"/>
                  </a:cubicBezTo>
                  <a:cubicBezTo>
                    <a:pt x="151828" y="675484"/>
                    <a:pt x="152131" y="677536"/>
                    <a:pt x="152569" y="677805"/>
                  </a:cubicBezTo>
                  <a:cubicBezTo>
                    <a:pt x="153006" y="678108"/>
                    <a:pt x="153006" y="678949"/>
                    <a:pt x="153881" y="680833"/>
                  </a:cubicBezTo>
                  <a:cubicBezTo>
                    <a:pt x="154756" y="682716"/>
                    <a:pt x="160545" y="686484"/>
                    <a:pt x="160545" y="687056"/>
                  </a:cubicBezTo>
                  <a:cubicBezTo>
                    <a:pt x="160545" y="687628"/>
                    <a:pt x="162430" y="689512"/>
                    <a:pt x="162430" y="689512"/>
                  </a:cubicBezTo>
                  <a:lnTo>
                    <a:pt x="169262" y="691833"/>
                  </a:lnTo>
                  <a:lnTo>
                    <a:pt x="174613" y="691530"/>
                  </a:lnTo>
                  <a:lnTo>
                    <a:pt x="178517" y="692842"/>
                  </a:lnTo>
                  <a:lnTo>
                    <a:pt x="180670" y="695163"/>
                  </a:lnTo>
                  <a:lnTo>
                    <a:pt x="187469" y="695600"/>
                  </a:lnTo>
                  <a:cubicBezTo>
                    <a:pt x="187469" y="695600"/>
                    <a:pt x="190800" y="697181"/>
                    <a:pt x="190800" y="697787"/>
                  </a:cubicBezTo>
                  <a:cubicBezTo>
                    <a:pt x="190800" y="698359"/>
                    <a:pt x="187603" y="701420"/>
                    <a:pt x="187031" y="701420"/>
                  </a:cubicBezTo>
                  <a:cubicBezTo>
                    <a:pt x="186459" y="701420"/>
                    <a:pt x="185012" y="702867"/>
                    <a:pt x="185012" y="702867"/>
                  </a:cubicBezTo>
                  <a:lnTo>
                    <a:pt x="183262" y="705760"/>
                  </a:lnTo>
                  <a:lnTo>
                    <a:pt x="182387" y="709662"/>
                  </a:lnTo>
                  <a:lnTo>
                    <a:pt x="184406" y="712992"/>
                  </a:lnTo>
                  <a:lnTo>
                    <a:pt x="191642" y="713127"/>
                  </a:lnTo>
                  <a:lnTo>
                    <a:pt x="192954" y="712555"/>
                  </a:lnTo>
                  <a:lnTo>
                    <a:pt x="193964" y="712858"/>
                  </a:lnTo>
                  <a:cubicBezTo>
                    <a:pt x="193964" y="712858"/>
                    <a:pt x="194973" y="714607"/>
                    <a:pt x="194973" y="715044"/>
                  </a:cubicBezTo>
                  <a:cubicBezTo>
                    <a:pt x="194973" y="715481"/>
                    <a:pt x="194536" y="717937"/>
                    <a:pt x="194536" y="717937"/>
                  </a:cubicBezTo>
                  <a:lnTo>
                    <a:pt x="194402" y="719821"/>
                  </a:lnTo>
                  <a:lnTo>
                    <a:pt x="196858" y="720830"/>
                  </a:lnTo>
                  <a:lnTo>
                    <a:pt x="197868" y="722277"/>
                  </a:lnTo>
                  <a:lnTo>
                    <a:pt x="199180" y="725304"/>
                  </a:lnTo>
                  <a:cubicBezTo>
                    <a:pt x="199180" y="725304"/>
                    <a:pt x="199046" y="727625"/>
                    <a:pt x="199483" y="727760"/>
                  </a:cubicBezTo>
                  <a:cubicBezTo>
                    <a:pt x="199921" y="727894"/>
                    <a:pt x="199921" y="728769"/>
                    <a:pt x="200796" y="729341"/>
                  </a:cubicBezTo>
                  <a:cubicBezTo>
                    <a:pt x="201671" y="729913"/>
                    <a:pt x="202243" y="730216"/>
                    <a:pt x="203825" y="730518"/>
                  </a:cubicBezTo>
                  <a:cubicBezTo>
                    <a:pt x="205407" y="730821"/>
                    <a:pt x="210623" y="730216"/>
                    <a:pt x="210623" y="730216"/>
                  </a:cubicBezTo>
                  <a:cubicBezTo>
                    <a:pt x="210623" y="730216"/>
                    <a:pt x="211633" y="730081"/>
                    <a:pt x="213248" y="729913"/>
                  </a:cubicBezTo>
                  <a:cubicBezTo>
                    <a:pt x="214830" y="729778"/>
                    <a:pt x="216445" y="729610"/>
                    <a:pt x="217590" y="729341"/>
                  </a:cubicBezTo>
                  <a:cubicBezTo>
                    <a:pt x="218734" y="729072"/>
                    <a:pt x="217892" y="727154"/>
                    <a:pt x="217892" y="727154"/>
                  </a:cubicBezTo>
                  <a:lnTo>
                    <a:pt x="220518" y="724127"/>
                  </a:lnTo>
                  <a:lnTo>
                    <a:pt x="219070" y="720225"/>
                  </a:lnTo>
                  <a:lnTo>
                    <a:pt x="219070" y="716894"/>
                  </a:lnTo>
                  <a:lnTo>
                    <a:pt x="220955" y="714640"/>
                  </a:lnTo>
                  <a:lnTo>
                    <a:pt x="223715" y="714270"/>
                  </a:lnTo>
                  <a:lnTo>
                    <a:pt x="226912" y="714270"/>
                  </a:lnTo>
                  <a:lnTo>
                    <a:pt x="229974" y="714136"/>
                  </a:lnTo>
                  <a:cubicBezTo>
                    <a:pt x="229974" y="714136"/>
                    <a:pt x="230984" y="713699"/>
                    <a:pt x="230984" y="713261"/>
                  </a:cubicBezTo>
                  <a:cubicBezTo>
                    <a:pt x="230984" y="712824"/>
                    <a:pt x="232128" y="711815"/>
                    <a:pt x="232128" y="710368"/>
                  </a:cubicBezTo>
                  <a:cubicBezTo>
                    <a:pt x="232128" y="708922"/>
                    <a:pt x="233138" y="707038"/>
                    <a:pt x="233138" y="707038"/>
                  </a:cubicBezTo>
                  <a:cubicBezTo>
                    <a:pt x="233138" y="707038"/>
                    <a:pt x="233138" y="706735"/>
                    <a:pt x="232431" y="706735"/>
                  </a:cubicBezTo>
                  <a:cubicBezTo>
                    <a:pt x="231724" y="706735"/>
                    <a:pt x="228662" y="703270"/>
                    <a:pt x="228662" y="703270"/>
                  </a:cubicBezTo>
                  <a:cubicBezTo>
                    <a:pt x="228662" y="703270"/>
                    <a:pt x="228224" y="701958"/>
                    <a:pt x="228965" y="701252"/>
                  </a:cubicBezTo>
                  <a:cubicBezTo>
                    <a:pt x="229672" y="700545"/>
                    <a:pt x="231152" y="699671"/>
                    <a:pt x="231152" y="699671"/>
                  </a:cubicBezTo>
                  <a:lnTo>
                    <a:pt x="234047" y="699805"/>
                  </a:lnTo>
                  <a:lnTo>
                    <a:pt x="236806" y="700377"/>
                  </a:lnTo>
                  <a:lnTo>
                    <a:pt x="238994" y="700949"/>
                  </a:lnTo>
                  <a:lnTo>
                    <a:pt x="241753" y="702530"/>
                  </a:lnTo>
                  <a:lnTo>
                    <a:pt x="241753" y="708182"/>
                  </a:lnTo>
                  <a:lnTo>
                    <a:pt x="240744" y="711075"/>
                  </a:lnTo>
                  <a:lnTo>
                    <a:pt x="240475" y="713833"/>
                  </a:lnTo>
                  <a:cubicBezTo>
                    <a:pt x="240475" y="713833"/>
                    <a:pt x="244109" y="716423"/>
                    <a:pt x="244951" y="716592"/>
                  </a:cubicBezTo>
                  <a:cubicBezTo>
                    <a:pt x="245826" y="716726"/>
                    <a:pt x="247408" y="716020"/>
                    <a:pt x="247710" y="715448"/>
                  </a:cubicBezTo>
                  <a:cubicBezTo>
                    <a:pt x="248013" y="714876"/>
                    <a:pt x="248585" y="714136"/>
                    <a:pt x="248585" y="712252"/>
                  </a:cubicBezTo>
                  <a:cubicBezTo>
                    <a:pt x="248585" y="710368"/>
                    <a:pt x="248854" y="709359"/>
                    <a:pt x="248854" y="709359"/>
                  </a:cubicBezTo>
                  <a:lnTo>
                    <a:pt x="251312" y="707610"/>
                  </a:lnTo>
                  <a:lnTo>
                    <a:pt x="253768" y="709494"/>
                  </a:lnTo>
                  <a:lnTo>
                    <a:pt x="254071" y="713127"/>
                  </a:lnTo>
                  <a:lnTo>
                    <a:pt x="253061" y="716020"/>
                  </a:lnTo>
                  <a:lnTo>
                    <a:pt x="252052" y="719350"/>
                  </a:lnTo>
                  <a:lnTo>
                    <a:pt x="252927" y="719922"/>
                  </a:lnTo>
                  <a:lnTo>
                    <a:pt x="253499" y="722108"/>
                  </a:lnTo>
                  <a:lnTo>
                    <a:pt x="253364" y="723689"/>
                  </a:lnTo>
                  <a:lnTo>
                    <a:pt x="252657" y="725136"/>
                  </a:lnTo>
                  <a:lnTo>
                    <a:pt x="249629" y="727457"/>
                  </a:lnTo>
                  <a:lnTo>
                    <a:pt x="247004" y="730653"/>
                  </a:lnTo>
                  <a:lnTo>
                    <a:pt x="245859" y="731225"/>
                  </a:lnTo>
                  <a:lnTo>
                    <a:pt x="242090" y="731662"/>
                  </a:lnTo>
                  <a:lnTo>
                    <a:pt x="240643" y="732234"/>
                  </a:lnTo>
                  <a:lnTo>
                    <a:pt x="238758" y="733243"/>
                  </a:lnTo>
                  <a:cubicBezTo>
                    <a:pt x="238758" y="733243"/>
                    <a:pt x="235730" y="734252"/>
                    <a:pt x="235561" y="734690"/>
                  </a:cubicBezTo>
                  <a:cubicBezTo>
                    <a:pt x="235426" y="735127"/>
                    <a:pt x="233676" y="736708"/>
                    <a:pt x="233676" y="736708"/>
                  </a:cubicBezTo>
                  <a:cubicBezTo>
                    <a:pt x="233676" y="736708"/>
                    <a:pt x="231489" y="738020"/>
                    <a:pt x="231489" y="738457"/>
                  </a:cubicBezTo>
                  <a:cubicBezTo>
                    <a:pt x="231489" y="738895"/>
                    <a:pt x="229739" y="740476"/>
                    <a:pt x="229301" y="740778"/>
                  </a:cubicBezTo>
                  <a:cubicBezTo>
                    <a:pt x="228864" y="741081"/>
                    <a:pt x="228864" y="743100"/>
                    <a:pt x="228426" y="743671"/>
                  </a:cubicBezTo>
                  <a:cubicBezTo>
                    <a:pt x="227989" y="744243"/>
                    <a:pt x="227417" y="744546"/>
                    <a:pt x="226845" y="744546"/>
                  </a:cubicBezTo>
                  <a:cubicBezTo>
                    <a:pt x="226272" y="744546"/>
                    <a:pt x="225835" y="742797"/>
                    <a:pt x="224522" y="742090"/>
                  </a:cubicBezTo>
                  <a:cubicBezTo>
                    <a:pt x="223210" y="741384"/>
                    <a:pt x="221628" y="739063"/>
                    <a:pt x="220753" y="739769"/>
                  </a:cubicBezTo>
                  <a:cubicBezTo>
                    <a:pt x="219878" y="740476"/>
                    <a:pt x="217286" y="741956"/>
                    <a:pt x="217286" y="741956"/>
                  </a:cubicBezTo>
                  <a:cubicBezTo>
                    <a:pt x="217286" y="741956"/>
                    <a:pt x="215099" y="742528"/>
                    <a:pt x="213955" y="742830"/>
                  </a:cubicBezTo>
                  <a:cubicBezTo>
                    <a:pt x="212811" y="743133"/>
                    <a:pt x="210489" y="743268"/>
                    <a:pt x="210185" y="743840"/>
                  </a:cubicBezTo>
                  <a:cubicBezTo>
                    <a:pt x="209883" y="744411"/>
                    <a:pt x="208301" y="746161"/>
                    <a:pt x="208301" y="747473"/>
                  </a:cubicBezTo>
                  <a:cubicBezTo>
                    <a:pt x="208301" y="748785"/>
                    <a:pt x="207729" y="750938"/>
                    <a:pt x="207729" y="750938"/>
                  </a:cubicBezTo>
                  <a:cubicBezTo>
                    <a:pt x="207729" y="750938"/>
                    <a:pt x="207998" y="753965"/>
                    <a:pt x="207998" y="754571"/>
                  </a:cubicBezTo>
                  <a:cubicBezTo>
                    <a:pt x="207998" y="755176"/>
                    <a:pt x="208435" y="760222"/>
                    <a:pt x="208435" y="760794"/>
                  </a:cubicBezTo>
                  <a:cubicBezTo>
                    <a:pt x="208435" y="761366"/>
                    <a:pt x="209614" y="763687"/>
                    <a:pt x="209614" y="763687"/>
                  </a:cubicBezTo>
                  <a:lnTo>
                    <a:pt x="213080" y="767757"/>
                  </a:lnTo>
                  <a:lnTo>
                    <a:pt x="214089" y="769305"/>
                  </a:lnTo>
                  <a:lnTo>
                    <a:pt x="216849" y="774956"/>
                  </a:lnTo>
                  <a:lnTo>
                    <a:pt x="219440" y="778589"/>
                  </a:lnTo>
                  <a:lnTo>
                    <a:pt x="219777" y="782660"/>
                  </a:lnTo>
                  <a:lnTo>
                    <a:pt x="223513" y="782088"/>
                  </a:lnTo>
                  <a:lnTo>
                    <a:pt x="227282" y="782088"/>
                  </a:lnTo>
                  <a:lnTo>
                    <a:pt x="232701" y="782155"/>
                  </a:lnTo>
                  <a:cubicBezTo>
                    <a:pt x="232701" y="782155"/>
                    <a:pt x="238153" y="782727"/>
                    <a:pt x="238422" y="782727"/>
                  </a:cubicBezTo>
                  <a:cubicBezTo>
                    <a:pt x="238691" y="782727"/>
                    <a:pt x="240104" y="782727"/>
                    <a:pt x="241047" y="782660"/>
                  </a:cubicBezTo>
                  <a:cubicBezTo>
                    <a:pt x="241989" y="782593"/>
                    <a:pt x="243133" y="782660"/>
                    <a:pt x="243638" y="782458"/>
                  </a:cubicBezTo>
                  <a:cubicBezTo>
                    <a:pt x="244143" y="782256"/>
                    <a:pt x="244782" y="781516"/>
                    <a:pt x="244782" y="781516"/>
                  </a:cubicBezTo>
                  <a:lnTo>
                    <a:pt x="246297" y="779935"/>
                  </a:lnTo>
                  <a:cubicBezTo>
                    <a:pt x="246297" y="779935"/>
                    <a:pt x="248114" y="779128"/>
                    <a:pt x="248316" y="778858"/>
                  </a:cubicBezTo>
                  <a:cubicBezTo>
                    <a:pt x="248552" y="778556"/>
                    <a:pt x="250571" y="777715"/>
                    <a:pt x="250571" y="777715"/>
                  </a:cubicBezTo>
                  <a:cubicBezTo>
                    <a:pt x="250571" y="777715"/>
                    <a:pt x="253095" y="776268"/>
                    <a:pt x="253331" y="776268"/>
                  </a:cubicBezTo>
                  <a:cubicBezTo>
                    <a:pt x="253566" y="776268"/>
                    <a:pt x="253970" y="778287"/>
                    <a:pt x="254206" y="779094"/>
                  </a:cubicBezTo>
                  <a:cubicBezTo>
                    <a:pt x="254441" y="779901"/>
                    <a:pt x="255788" y="780540"/>
                    <a:pt x="255788" y="780540"/>
                  </a:cubicBezTo>
                  <a:lnTo>
                    <a:pt x="258614" y="781281"/>
                  </a:lnTo>
                  <a:cubicBezTo>
                    <a:pt x="258614" y="781281"/>
                    <a:pt x="260297" y="780540"/>
                    <a:pt x="260499" y="780406"/>
                  </a:cubicBezTo>
                  <a:cubicBezTo>
                    <a:pt x="260701" y="780271"/>
                    <a:pt x="261509" y="779329"/>
                    <a:pt x="262014" y="778959"/>
                  </a:cubicBezTo>
                  <a:cubicBezTo>
                    <a:pt x="262518" y="778589"/>
                    <a:pt x="263326" y="778388"/>
                    <a:pt x="263394" y="778152"/>
                  </a:cubicBezTo>
                  <a:cubicBezTo>
                    <a:pt x="263461" y="777950"/>
                    <a:pt x="264840" y="777076"/>
                    <a:pt x="265581" y="776470"/>
                  </a:cubicBezTo>
                  <a:cubicBezTo>
                    <a:pt x="266321" y="775898"/>
                    <a:pt x="266523" y="775158"/>
                    <a:pt x="267163" y="774654"/>
                  </a:cubicBezTo>
                  <a:cubicBezTo>
                    <a:pt x="267802" y="774149"/>
                    <a:pt x="268846" y="773947"/>
                    <a:pt x="269047" y="773577"/>
                  </a:cubicBezTo>
                  <a:cubicBezTo>
                    <a:pt x="269249" y="773207"/>
                    <a:pt x="270999" y="773005"/>
                    <a:pt x="270999" y="773005"/>
                  </a:cubicBezTo>
                  <a:cubicBezTo>
                    <a:pt x="270999" y="773005"/>
                    <a:pt x="272379" y="772938"/>
                    <a:pt x="272884" y="772871"/>
                  </a:cubicBezTo>
                  <a:cubicBezTo>
                    <a:pt x="273389" y="772803"/>
                    <a:pt x="275072" y="772736"/>
                    <a:pt x="275846" y="772366"/>
                  </a:cubicBezTo>
                  <a:cubicBezTo>
                    <a:pt x="276653" y="771996"/>
                    <a:pt x="277427" y="771794"/>
                    <a:pt x="278437" y="771357"/>
                  </a:cubicBezTo>
                  <a:cubicBezTo>
                    <a:pt x="279447" y="770920"/>
                    <a:pt x="279884" y="770920"/>
                    <a:pt x="280456" y="770650"/>
                  </a:cubicBezTo>
                  <a:cubicBezTo>
                    <a:pt x="281028" y="770348"/>
                    <a:pt x="282206" y="770718"/>
                    <a:pt x="282408" y="770348"/>
                  </a:cubicBezTo>
                  <a:cubicBezTo>
                    <a:pt x="282610" y="769978"/>
                    <a:pt x="284663" y="769103"/>
                    <a:pt x="285437" y="768262"/>
                  </a:cubicBezTo>
                  <a:cubicBezTo>
                    <a:pt x="286245" y="767387"/>
                    <a:pt x="287759" y="768195"/>
                    <a:pt x="289577" y="768262"/>
                  </a:cubicBezTo>
                  <a:cubicBezTo>
                    <a:pt x="291394" y="768329"/>
                    <a:pt x="291596" y="769406"/>
                    <a:pt x="292471" y="769708"/>
                  </a:cubicBezTo>
                  <a:cubicBezTo>
                    <a:pt x="293346" y="770011"/>
                    <a:pt x="293548" y="772332"/>
                    <a:pt x="293615" y="772736"/>
                  </a:cubicBezTo>
                  <a:cubicBezTo>
                    <a:pt x="293683" y="773173"/>
                    <a:pt x="293615" y="774048"/>
                    <a:pt x="293413" y="774822"/>
                  </a:cubicBezTo>
                  <a:cubicBezTo>
                    <a:pt x="293211" y="775629"/>
                    <a:pt x="291596" y="776571"/>
                    <a:pt x="290788" y="777008"/>
                  </a:cubicBezTo>
                  <a:cubicBezTo>
                    <a:pt x="289981" y="777446"/>
                    <a:pt x="289543" y="779329"/>
                    <a:pt x="289543" y="779531"/>
                  </a:cubicBezTo>
                  <a:cubicBezTo>
                    <a:pt x="289543" y="779733"/>
                    <a:pt x="290856" y="781482"/>
                    <a:pt x="290856" y="781482"/>
                  </a:cubicBezTo>
                  <a:lnTo>
                    <a:pt x="292605" y="783568"/>
                  </a:lnTo>
                  <a:cubicBezTo>
                    <a:pt x="292605" y="783568"/>
                    <a:pt x="293683" y="788580"/>
                    <a:pt x="293716" y="788849"/>
                  </a:cubicBezTo>
                  <a:cubicBezTo>
                    <a:pt x="293716" y="789152"/>
                    <a:pt x="294221" y="790363"/>
                    <a:pt x="294221" y="790666"/>
                  </a:cubicBezTo>
                  <a:cubicBezTo>
                    <a:pt x="294221" y="790969"/>
                    <a:pt x="295971" y="793256"/>
                    <a:pt x="296240" y="793424"/>
                  </a:cubicBezTo>
                  <a:cubicBezTo>
                    <a:pt x="296543" y="793559"/>
                    <a:pt x="297317" y="794232"/>
                    <a:pt x="297687" y="794366"/>
                  </a:cubicBezTo>
                  <a:cubicBezTo>
                    <a:pt x="298057" y="794501"/>
                    <a:pt x="299202" y="796755"/>
                    <a:pt x="299269" y="797058"/>
                  </a:cubicBezTo>
                  <a:cubicBezTo>
                    <a:pt x="299336" y="797360"/>
                    <a:pt x="299336" y="798874"/>
                    <a:pt x="299336" y="799143"/>
                  </a:cubicBezTo>
                  <a:cubicBezTo>
                    <a:pt x="299336" y="799446"/>
                    <a:pt x="298832" y="800287"/>
                    <a:pt x="298461" y="800724"/>
                  </a:cubicBezTo>
                  <a:cubicBezTo>
                    <a:pt x="298091" y="801162"/>
                    <a:pt x="296779" y="801666"/>
                    <a:pt x="296442" y="802238"/>
                  </a:cubicBezTo>
                  <a:cubicBezTo>
                    <a:pt x="296072" y="802810"/>
                    <a:pt x="294120" y="804996"/>
                    <a:pt x="293851" y="805266"/>
                  </a:cubicBezTo>
                  <a:cubicBezTo>
                    <a:pt x="293548" y="805568"/>
                    <a:pt x="293851" y="806712"/>
                    <a:pt x="293851" y="806914"/>
                  </a:cubicBezTo>
                  <a:cubicBezTo>
                    <a:pt x="293851" y="807116"/>
                    <a:pt x="294793" y="809100"/>
                    <a:pt x="294995" y="809302"/>
                  </a:cubicBezTo>
                  <a:cubicBezTo>
                    <a:pt x="295231" y="809538"/>
                    <a:pt x="298192" y="812128"/>
                    <a:pt x="298192" y="812128"/>
                  </a:cubicBezTo>
                  <a:cubicBezTo>
                    <a:pt x="298192" y="812128"/>
                    <a:pt x="300279" y="812868"/>
                    <a:pt x="300515" y="813003"/>
                  </a:cubicBezTo>
                  <a:cubicBezTo>
                    <a:pt x="300750" y="813137"/>
                    <a:pt x="301221" y="816266"/>
                    <a:pt x="301221" y="816266"/>
                  </a:cubicBezTo>
                  <a:cubicBezTo>
                    <a:pt x="301221" y="816266"/>
                    <a:pt x="300784" y="821850"/>
                    <a:pt x="300144" y="822354"/>
                  </a:cubicBezTo>
                  <a:cubicBezTo>
                    <a:pt x="299505" y="822859"/>
                    <a:pt x="299572" y="824877"/>
                    <a:pt x="299572" y="825618"/>
                  </a:cubicBezTo>
                  <a:cubicBezTo>
                    <a:pt x="299572" y="826358"/>
                    <a:pt x="300582" y="827367"/>
                    <a:pt x="300885" y="827636"/>
                  </a:cubicBezTo>
                  <a:cubicBezTo>
                    <a:pt x="301188" y="827939"/>
                    <a:pt x="303846" y="829957"/>
                    <a:pt x="304082" y="830226"/>
                  </a:cubicBezTo>
                  <a:cubicBezTo>
                    <a:pt x="304284" y="830529"/>
                    <a:pt x="305327" y="831101"/>
                    <a:pt x="306606" y="831740"/>
                  </a:cubicBezTo>
                  <a:cubicBezTo>
                    <a:pt x="307918" y="832379"/>
                    <a:pt x="308423" y="833624"/>
                    <a:pt x="309433" y="834566"/>
                  </a:cubicBezTo>
                  <a:cubicBezTo>
                    <a:pt x="310443" y="835508"/>
                    <a:pt x="310510" y="837324"/>
                    <a:pt x="310510" y="837526"/>
                  </a:cubicBezTo>
                  <a:cubicBezTo>
                    <a:pt x="310510" y="837728"/>
                    <a:pt x="312024" y="838670"/>
                    <a:pt x="312024" y="838670"/>
                  </a:cubicBezTo>
                  <a:cubicBezTo>
                    <a:pt x="312024" y="838670"/>
                    <a:pt x="314784" y="839679"/>
                    <a:pt x="314986" y="839679"/>
                  </a:cubicBezTo>
                  <a:cubicBezTo>
                    <a:pt x="315188" y="839679"/>
                    <a:pt x="318890" y="842067"/>
                    <a:pt x="319025" y="842370"/>
                  </a:cubicBezTo>
                  <a:cubicBezTo>
                    <a:pt x="319159" y="842673"/>
                    <a:pt x="319327" y="843379"/>
                    <a:pt x="319596" y="843817"/>
                  </a:cubicBezTo>
                  <a:cubicBezTo>
                    <a:pt x="319899" y="844254"/>
                    <a:pt x="323568" y="847382"/>
                    <a:pt x="323568" y="847382"/>
                  </a:cubicBezTo>
                  <a:cubicBezTo>
                    <a:pt x="323568" y="847382"/>
                    <a:pt x="330534" y="847382"/>
                    <a:pt x="330736" y="847517"/>
                  </a:cubicBezTo>
                  <a:cubicBezTo>
                    <a:pt x="330938" y="847652"/>
                    <a:pt x="332991" y="850107"/>
                    <a:pt x="334304" y="851049"/>
                  </a:cubicBezTo>
                  <a:cubicBezTo>
                    <a:pt x="335616" y="851991"/>
                    <a:pt x="337366" y="853370"/>
                    <a:pt x="337770" y="853740"/>
                  </a:cubicBezTo>
                  <a:cubicBezTo>
                    <a:pt x="338208" y="854110"/>
                    <a:pt x="339857" y="855422"/>
                    <a:pt x="341909" y="856701"/>
                  </a:cubicBezTo>
                  <a:cubicBezTo>
                    <a:pt x="343929" y="858013"/>
                    <a:pt x="344232" y="857945"/>
                    <a:pt x="346251" y="858652"/>
                  </a:cubicBezTo>
                  <a:cubicBezTo>
                    <a:pt x="348270" y="859392"/>
                    <a:pt x="347698" y="858517"/>
                    <a:pt x="348270" y="858214"/>
                  </a:cubicBezTo>
                  <a:cubicBezTo>
                    <a:pt x="348843" y="857912"/>
                    <a:pt x="349785" y="857508"/>
                    <a:pt x="349953" y="857272"/>
                  </a:cubicBezTo>
                  <a:cubicBezTo>
                    <a:pt x="350088" y="857071"/>
                    <a:pt x="352040" y="855389"/>
                    <a:pt x="353083" y="854514"/>
                  </a:cubicBezTo>
                  <a:cubicBezTo>
                    <a:pt x="354092" y="853639"/>
                    <a:pt x="356347" y="851756"/>
                    <a:pt x="357492" y="850982"/>
                  </a:cubicBezTo>
                  <a:cubicBezTo>
                    <a:pt x="358669" y="850175"/>
                    <a:pt x="360756" y="850679"/>
                    <a:pt x="360958" y="850679"/>
                  </a:cubicBezTo>
                  <a:cubicBezTo>
                    <a:pt x="361193" y="850679"/>
                    <a:pt x="364357" y="851251"/>
                    <a:pt x="365300" y="851318"/>
                  </a:cubicBezTo>
                  <a:cubicBezTo>
                    <a:pt x="366242" y="851386"/>
                    <a:pt x="369002" y="851621"/>
                    <a:pt x="369002" y="851621"/>
                  </a:cubicBezTo>
                  <a:lnTo>
                    <a:pt x="371256" y="851419"/>
                  </a:lnTo>
                  <a:lnTo>
                    <a:pt x="373511" y="850679"/>
                  </a:lnTo>
                  <a:lnTo>
                    <a:pt x="373713" y="846844"/>
                  </a:lnTo>
                  <a:cubicBezTo>
                    <a:pt x="373713" y="846844"/>
                    <a:pt x="372905" y="844523"/>
                    <a:pt x="372771" y="843817"/>
                  </a:cubicBezTo>
                  <a:cubicBezTo>
                    <a:pt x="372636" y="843077"/>
                    <a:pt x="372266" y="841866"/>
                    <a:pt x="372333" y="840856"/>
                  </a:cubicBezTo>
                  <a:cubicBezTo>
                    <a:pt x="372401" y="839847"/>
                    <a:pt x="373040" y="838905"/>
                    <a:pt x="373343" y="838333"/>
                  </a:cubicBezTo>
                  <a:cubicBezTo>
                    <a:pt x="373646" y="837761"/>
                    <a:pt x="374655" y="837324"/>
                    <a:pt x="374925" y="837089"/>
                  </a:cubicBezTo>
                  <a:cubicBezTo>
                    <a:pt x="375194" y="836887"/>
                    <a:pt x="376237" y="837089"/>
                    <a:pt x="376506" y="837156"/>
                  </a:cubicBezTo>
                  <a:cubicBezTo>
                    <a:pt x="376776" y="837223"/>
                    <a:pt x="377752" y="837728"/>
                    <a:pt x="377752" y="837728"/>
                  </a:cubicBezTo>
                  <a:cubicBezTo>
                    <a:pt x="377752" y="837728"/>
                    <a:pt x="380579" y="839477"/>
                    <a:pt x="380781" y="839612"/>
                  </a:cubicBezTo>
                  <a:cubicBezTo>
                    <a:pt x="381016" y="839746"/>
                    <a:pt x="383406" y="841866"/>
                    <a:pt x="383675" y="841866"/>
                  </a:cubicBezTo>
                  <a:cubicBezTo>
                    <a:pt x="383978" y="841866"/>
                    <a:pt x="386872" y="843009"/>
                    <a:pt x="387141" y="843009"/>
                  </a:cubicBezTo>
                  <a:cubicBezTo>
                    <a:pt x="387411" y="843009"/>
                    <a:pt x="388454" y="844523"/>
                    <a:pt x="388454" y="844523"/>
                  </a:cubicBezTo>
                  <a:cubicBezTo>
                    <a:pt x="388454" y="844523"/>
                    <a:pt x="388588" y="846609"/>
                    <a:pt x="388891" y="847853"/>
                  </a:cubicBezTo>
                  <a:cubicBezTo>
                    <a:pt x="389161" y="849098"/>
                    <a:pt x="389834" y="849670"/>
                    <a:pt x="390204" y="850612"/>
                  </a:cubicBezTo>
                  <a:cubicBezTo>
                    <a:pt x="390574" y="851554"/>
                    <a:pt x="391718" y="853438"/>
                    <a:pt x="391886" y="853639"/>
                  </a:cubicBezTo>
                  <a:cubicBezTo>
                    <a:pt x="392021" y="853841"/>
                    <a:pt x="393603" y="855456"/>
                    <a:pt x="393603" y="855456"/>
                  </a:cubicBezTo>
                  <a:cubicBezTo>
                    <a:pt x="393603" y="855456"/>
                    <a:pt x="396228" y="855523"/>
                    <a:pt x="397002" y="855321"/>
                  </a:cubicBezTo>
                  <a:cubicBezTo>
                    <a:pt x="397810" y="855086"/>
                    <a:pt x="400199" y="854379"/>
                    <a:pt x="400401" y="854312"/>
                  </a:cubicBezTo>
                  <a:cubicBezTo>
                    <a:pt x="400603" y="854245"/>
                    <a:pt x="403295" y="853572"/>
                    <a:pt x="403295" y="853572"/>
                  </a:cubicBezTo>
                  <a:lnTo>
                    <a:pt x="406695" y="853269"/>
                  </a:lnTo>
                  <a:cubicBezTo>
                    <a:pt x="406695" y="853269"/>
                    <a:pt x="411272" y="851386"/>
                    <a:pt x="411608" y="851386"/>
                  </a:cubicBezTo>
                  <a:cubicBezTo>
                    <a:pt x="411979" y="851386"/>
                    <a:pt x="414570" y="850309"/>
                    <a:pt x="414570" y="850309"/>
                  </a:cubicBezTo>
                  <a:lnTo>
                    <a:pt x="418272" y="846844"/>
                  </a:lnTo>
                  <a:lnTo>
                    <a:pt x="421604" y="844658"/>
                  </a:lnTo>
                  <a:cubicBezTo>
                    <a:pt x="421604" y="844658"/>
                    <a:pt x="423488" y="841260"/>
                    <a:pt x="423556" y="840957"/>
                  </a:cubicBezTo>
                  <a:cubicBezTo>
                    <a:pt x="423623" y="840654"/>
                    <a:pt x="426315" y="837492"/>
                    <a:pt x="426686" y="836988"/>
                  </a:cubicBezTo>
                  <a:cubicBezTo>
                    <a:pt x="427056" y="836483"/>
                    <a:pt x="429008" y="835911"/>
                    <a:pt x="429378" y="835609"/>
                  </a:cubicBezTo>
                  <a:cubicBezTo>
                    <a:pt x="429748" y="835306"/>
                    <a:pt x="431700" y="834364"/>
                    <a:pt x="432407" y="834027"/>
                  </a:cubicBezTo>
                  <a:cubicBezTo>
                    <a:pt x="433147" y="833657"/>
                    <a:pt x="435032" y="833086"/>
                    <a:pt x="436311" y="832951"/>
                  </a:cubicBezTo>
                  <a:cubicBezTo>
                    <a:pt x="437623" y="832816"/>
                    <a:pt x="438902" y="832446"/>
                    <a:pt x="438902" y="832446"/>
                  </a:cubicBezTo>
                  <a:cubicBezTo>
                    <a:pt x="438902" y="832446"/>
                    <a:pt x="441157" y="832446"/>
                    <a:pt x="441662" y="832446"/>
                  </a:cubicBezTo>
                  <a:cubicBezTo>
                    <a:pt x="442167" y="832446"/>
                    <a:pt x="443681" y="833657"/>
                    <a:pt x="443681" y="833657"/>
                  </a:cubicBezTo>
                  <a:lnTo>
                    <a:pt x="443816" y="835575"/>
                  </a:lnTo>
                  <a:lnTo>
                    <a:pt x="442738" y="837526"/>
                  </a:lnTo>
                  <a:lnTo>
                    <a:pt x="441662" y="842807"/>
                  </a:lnTo>
                  <a:lnTo>
                    <a:pt x="442167" y="847012"/>
                  </a:lnTo>
                  <a:cubicBezTo>
                    <a:pt x="442167" y="847012"/>
                    <a:pt x="442604" y="852462"/>
                    <a:pt x="442537" y="852664"/>
                  </a:cubicBezTo>
                  <a:cubicBezTo>
                    <a:pt x="442469" y="852899"/>
                    <a:pt x="444792" y="855490"/>
                    <a:pt x="445061" y="855725"/>
                  </a:cubicBezTo>
                  <a:cubicBezTo>
                    <a:pt x="445364" y="855927"/>
                    <a:pt x="448258" y="859055"/>
                    <a:pt x="448258" y="859055"/>
                  </a:cubicBezTo>
                  <a:lnTo>
                    <a:pt x="453037" y="863193"/>
                  </a:lnTo>
                  <a:lnTo>
                    <a:pt x="460273" y="868037"/>
                  </a:lnTo>
                  <a:lnTo>
                    <a:pt x="470335" y="870560"/>
                  </a:lnTo>
                  <a:cubicBezTo>
                    <a:pt x="470335" y="870560"/>
                    <a:pt x="476629" y="871569"/>
                    <a:pt x="476932" y="871569"/>
                  </a:cubicBezTo>
                  <a:cubicBezTo>
                    <a:pt x="477234" y="871569"/>
                    <a:pt x="481004" y="872309"/>
                    <a:pt x="481576" y="872208"/>
                  </a:cubicBezTo>
                  <a:cubicBezTo>
                    <a:pt x="482148" y="872141"/>
                    <a:pt x="486355" y="872208"/>
                    <a:pt x="486355" y="872208"/>
                  </a:cubicBezTo>
                  <a:cubicBezTo>
                    <a:pt x="486355" y="872208"/>
                    <a:pt x="490259" y="870964"/>
                    <a:pt x="490562" y="870964"/>
                  </a:cubicBezTo>
                  <a:cubicBezTo>
                    <a:pt x="490865" y="870964"/>
                    <a:pt x="493894" y="869080"/>
                    <a:pt x="494095" y="869080"/>
                  </a:cubicBezTo>
                  <a:cubicBezTo>
                    <a:pt x="494298" y="869080"/>
                    <a:pt x="497932" y="865817"/>
                    <a:pt x="497932" y="865817"/>
                  </a:cubicBezTo>
                  <a:lnTo>
                    <a:pt x="504024" y="861982"/>
                  </a:lnTo>
                  <a:lnTo>
                    <a:pt x="511428" y="857777"/>
                  </a:lnTo>
                  <a:lnTo>
                    <a:pt x="513683" y="855019"/>
                  </a:lnTo>
                  <a:cubicBezTo>
                    <a:pt x="513683" y="855019"/>
                    <a:pt x="516139" y="855019"/>
                    <a:pt x="516947" y="855019"/>
                  </a:cubicBezTo>
                  <a:cubicBezTo>
                    <a:pt x="517755" y="855019"/>
                    <a:pt x="520649" y="855019"/>
                    <a:pt x="520649" y="855019"/>
                  </a:cubicBezTo>
                  <a:cubicBezTo>
                    <a:pt x="520649" y="855019"/>
                    <a:pt x="522466" y="855019"/>
                    <a:pt x="522735" y="855019"/>
                  </a:cubicBezTo>
                  <a:cubicBezTo>
                    <a:pt x="523039" y="855019"/>
                    <a:pt x="524418" y="855490"/>
                    <a:pt x="524688" y="855557"/>
                  </a:cubicBezTo>
                  <a:cubicBezTo>
                    <a:pt x="524991" y="855624"/>
                    <a:pt x="526202" y="856835"/>
                    <a:pt x="526505" y="857037"/>
                  </a:cubicBezTo>
                  <a:cubicBezTo>
                    <a:pt x="526808" y="857239"/>
                    <a:pt x="527817" y="858282"/>
                    <a:pt x="528121" y="858652"/>
                  </a:cubicBezTo>
                  <a:cubicBezTo>
                    <a:pt x="528390" y="859022"/>
                    <a:pt x="528760" y="859896"/>
                    <a:pt x="528995" y="860031"/>
                  </a:cubicBezTo>
                  <a:cubicBezTo>
                    <a:pt x="529231" y="860166"/>
                    <a:pt x="530375" y="860670"/>
                    <a:pt x="531688" y="860906"/>
                  </a:cubicBezTo>
                  <a:cubicBezTo>
                    <a:pt x="533000" y="861141"/>
                    <a:pt x="533774" y="861276"/>
                    <a:pt x="533774" y="861276"/>
                  </a:cubicBezTo>
                  <a:cubicBezTo>
                    <a:pt x="533774" y="861276"/>
                    <a:pt x="538654" y="863227"/>
                    <a:pt x="538991" y="863294"/>
                  </a:cubicBezTo>
                  <a:cubicBezTo>
                    <a:pt x="539361" y="863361"/>
                    <a:pt x="540068" y="863361"/>
                    <a:pt x="540068" y="863361"/>
                  </a:cubicBezTo>
                  <a:cubicBezTo>
                    <a:pt x="540068" y="863361"/>
                    <a:pt x="542222" y="862621"/>
                    <a:pt x="542323" y="862419"/>
                  </a:cubicBezTo>
                  <a:cubicBezTo>
                    <a:pt x="542390" y="862217"/>
                    <a:pt x="544645" y="860098"/>
                    <a:pt x="544645" y="860098"/>
                  </a:cubicBezTo>
                  <a:cubicBezTo>
                    <a:pt x="544645" y="860098"/>
                    <a:pt x="546664" y="859594"/>
                    <a:pt x="547034" y="859594"/>
                  </a:cubicBezTo>
                  <a:cubicBezTo>
                    <a:pt x="547405" y="859594"/>
                    <a:pt x="549559" y="861040"/>
                    <a:pt x="550164" y="861040"/>
                  </a:cubicBezTo>
                  <a:cubicBezTo>
                    <a:pt x="550736" y="861040"/>
                    <a:pt x="552352" y="864808"/>
                    <a:pt x="552352" y="864808"/>
                  </a:cubicBezTo>
                  <a:lnTo>
                    <a:pt x="551409" y="868003"/>
                  </a:lnTo>
                  <a:lnTo>
                    <a:pt x="554371" y="873655"/>
                  </a:lnTo>
                  <a:cubicBezTo>
                    <a:pt x="554371" y="873655"/>
                    <a:pt x="557333" y="876178"/>
                    <a:pt x="557635" y="876346"/>
                  </a:cubicBezTo>
                  <a:cubicBezTo>
                    <a:pt x="557938" y="876481"/>
                    <a:pt x="560227" y="878533"/>
                    <a:pt x="560597" y="878600"/>
                  </a:cubicBezTo>
                  <a:cubicBezTo>
                    <a:pt x="560967" y="878667"/>
                    <a:pt x="563693" y="880551"/>
                    <a:pt x="564366" y="881056"/>
                  </a:cubicBezTo>
                  <a:cubicBezTo>
                    <a:pt x="565006" y="881560"/>
                    <a:pt x="566621" y="883309"/>
                    <a:pt x="566621" y="883511"/>
                  </a:cubicBezTo>
                  <a:cubicBezTo>
                    <a:pt x="566621" y="883713"/>
                    <a:pt x="565174" y="885967"/>
                    <a:pt x="565174" y="885967"/>
                  </a:cubicBezTo>
                  <a:cubicBezTo>
                    <a:pt x="565174" y="885967"/>
                    <a:pt x="562212" y="887985"/>
                    <a:pt x="561977" y="888053"/>
                  </a:cubicBezTo>
                  <a:cubicBezTo>
                    <a:pt x="561775" y="888120"/>
                    <a:pt x="560025" y="890374"/>
                    <a:pt x="559722" y="890677"/>
                  </a:cubicBezTo>
                  <a:cubicBezTo>
                    <a:pt x="559453" y="890979"/>
                    <a:pt x="558712" y="891753"/>
                    <a:pt x="558342" y="892258"/>
                  </a:cubicBezTo>
                  <a:cubicBezTo>
                    <a:pt x="557972" y="892762"/>
                    <a:pt x="557467" y="896160"/>
                    <a:pt x="557400" y="896395"/>
                  </a:cubicBezTo>
                  <a:cubicBezTo>
                    <a:pt x="557333" y="896597"/>
                    <a:pt x="557905" y="899221"/>
                    <a:pt x="557905" y="899221"/>
                  </a:cubicBezTo>
                  <a:lnTo>
                    <a:pt x="561102" y="906252"/>
                  </a:lnTo>
                  <a:cubicBezTo>
                    <a:pt x="561102" y="906252"/>
                    <a:pt x="563054" y="908842"/>
                    <a:pt x="563188" y="909077"/>
                  </a:cubicBezTo>
                  <a:cubicBezTo>
                    <a:pt x="563323" y="909279"/>
                    <a:pt x="563256" y="911533"/>
                    <a:pt x="563256" y="911533"/>
                  </a:cubicBezTo>
                  <a:cubicBezTo>
                    <a:pt x="563256" y="911533"/>
                    <a:pt x="563256" y="912845"/>
                    <a:pt x="563256" y="913720"/>
                  </a:cubicBezTo>
                  <a:cubicBezTo>
                    <a:pt x="563256" y="914594"/>
                    <a:pt x="562987" y="914729"/>
                    <a:pt x="562751" y="915906"/>
                  </a:cubicBezTo>
                  <a:cubicBezTo>
                    <a:pt x="562549" y="917050"/>
                    <a:pt x="562751" y="916916"/>
                    <a:pt x="563391" y="918160"/>
                  </a:cubicBezTo>
                  <a:cubicBezTo>
                    <a:pt x="564030" y="919405"/>
                    <a:pt x="566419" y="920481"/>
                    <a:pt x="566722" y="920414"/>
                  </a:cubicBezTo>
                  <a:cubicBezTo>
                    <a:pt x="567025" y="920347"/>
                    <a:pt x="568910" y="918766"/>
                    <a:pt x="569246" y="918598"/>
                  </a:cubicBezTo>
                  <a:cubicBezTo>
                    <a:pt x="569617" y="918463"/>
                    <a:pt x="570323" y="916276"/>
                    <a:pt x="570323" y="916276"/>
                  </a:cubicBezTo>
                  <a:cubicBezTo>
                    <a:pt x="570323" y="916276"/>
                    <a:pt x="571770" y="915704"/>
                    <a:pt x="571972" y="915469"/>
                  </a:cubicBezTo>
                  <a:cubicBezTo>
                    <a:pt x="572174" y="915234"/>
                    <a:pt x="573217" y="912778"/>
                    <a:pt x="573554" y="912576"/>
                  </a:cubicBezTo>
                  <a:cubicBezTo>
                    <a:pt x="573924" y="912341"/>
                    <a:pt x="574934" y="911769"/>
                    <a:pt x="576179" y="911701"/>
                  </a:cubicBezTo>
                  <a:cubicBezTo>
                    <a:pt x="577424" y="911600"/>
                    <a:pt x="576819" y="912744"/>
                    <a:pt x="576987" y="913182"/>
                  </a:cubicBezTo>
                  <a:cubicBezTo>
                    <a:pt x="577121" y="913619"/>
                    <a:pt x="580251" y="914561"/>
                    <a:pt x="580554" y="914561"/>
                  </a:cubicBezTo>
                  <a:cubicBezTo>
                    <a:pt x="580823" y="914561"/>
                    <a:pt x="581295" y="914426"/>
                    <a:pt x="581295" y="914123"/>
                  </a:cubicBezTo>
                  <a:cubicBezTo>
                    <a:pt x="581295" y="913821"/>
                    <a:pt x="582170" y="912812"/>
                    <a:pt x="582372" y="912610"/>
                  </a:cubicBezTo>
                  <a:cubicBezTo>
                    <a:pt x="582607" y="912374"/>
                    <a:pt x="584324" y="912105"/>
                    <a:pt x="584559" y="912105"/>
                  </a:cubicBezTo>
                  <a:cubicBezTo>
                    <a:pt x="584795" y="912105"/>
                    <a:pt x="587655" y="912408"/>
                    <a:pt x="588530" y="912408"/>
                  </a:cubicBezTo>
                  <a:cubicBezTo>
                    <a:pt x="589405" y="912408"/>
                    <a:pt x="591357" y="912038"/>
                    <a:pt x="591660" y="911836"/>
                  </a:cubicBezTo>
                  <a:cubicBezTo>
                    <a:pt x="591963" y="911600"/>
                    <a:pt x="593982" y="911903"/>
                    <a:pt x="594790" y="911836"/>
                  </a:cubicBezTo>
                  <a:cubicBezTo>
                    <a:pt x="595598" y="911769"/>
                    <a:pt x="598492" y="912273"/>
                    <a:pt x="598761" y="912341"/>
                  </a:cubicBezTo>
                  <a:cubicBezTo>
                    <a:pt x="599064" y="912408"/>
                    <a:pt x="602396" y="914224"/>
                    <a:pt x="602396" y="914224"/>
                  </a:cubicBezTo>
                  <a:lnTo>
                    <a:pt x="606233" y="914224"/>
                  </a:lnTo>
                  <a:lnTo>
                    <a:pt x="610507" y="915301"/>
                  </a:lnTo>
                  <a:lnTo>
                    <a:pt x="613401" y="917050"/>
                  </a:lnTo>
                  <a:cubicBezTo>
                    <a:pt x="613401" y="917050"/>
                    <a:pt x="612391" y="920313"/>
                    <a:pt x="612089" y="920246"/>
                  </a:cubicBezTo>
                  <a:cubicBezTo>
                    <a:pt x="611786" y="920179"/>
                    <a:pt x="610406" y="920448"/>
                    <a:pt x="609699" y="920313"/>
                  </a:cubicBezTo>
                  <a:cubicBezTo>
                    <a:pt x="608959" y="920179"/>
                    <a:pt x="608252" y="919371"/>
                    <a:pt x="607814" y="919001"/>
                  </a:cubicBezTo>
                  <a:cubicBezTo>
                    <a:pt x="607377" y="918631"/>
                    <a:pt x="607007" y="919371"/>
                    <a:pt x="606939" y="919640"/>
                  </a:cubicBezTo>
                  <a:cubicBezTo>
                    <a:pt x="606872" y="919943"/>
                    <a:pt x="606637" y="920952"/>
                    <a:pt x="606637" y="920952"/>
                  </a:cubicBezTo>
                  <a:lnTo>
                    <a:pt x="606132" y="922096"/>
                  </a:lnTo>
                  <a:cubicBezTo>
                    <a:pt x="606132" y="922096"/>
                    <a:pt x="605055" y="922298"/>
                    <a:pt x="604180" y="922298"/>
                  </a:cubicBezTo>
                  <a:cubicBezTo>
                    <a:pt x="603305" y="922298"/>
                    <a:pt x="603540" y="922601"/>
                    <a:pt x="603540" y="922601"/>
                  </a:cubicBezTo>
                  <a:lnTo>
                    <a:pt x="602295" y="923105"/>
                  </a:lnTo>
                  <a:cubicBezTo>
                    <a:pt x="602295" y="923105"/>
                    <a:pt x="601588" y="923240"/>
                    <a:pt x="600848" y="923408"/>
                  </a:cubicBezTo>
                  <a:cubicBezTo>
                    <a:pt x="600141" y="923543"/>
                    <a:pt x="600040" y="924484"/>
                    <a:pt x="600040" y="924484"/>
                  </a:cubicBezTo>
                  <a:lnTo>
                    <a:pt x="599838" y="925796"/>
                  </a:lnTo>
                  <a:lnTo>
                    <a:pt x="600141" y="926940"/>
                  </a:lnTo>
                  <a:lnTo>
                    <a:pt x="601588" y="929026"/>
                  </a:lnTo>
                  <a:lnTo>
                    <a:pt x="602598" y="930035"/>
                  </a:lnTo>
                  <a:lnTo>
                    <a:pt x="604180" y="931481"/>
                  </a:lnTo>
                  <a:lnTo>
                    <a:pt x="604920" y="932793"/>
                  </a:lnTo>
                  <a:cubicBezTo>
                    <a:pt x="604920" y="932793"/>
                    <a:pt x="604011" y="935047"/>
                    <a:pt x="604550" y="935586"/>
                  </a:cubicBezTo>
                  <a:cubicBezTo>
                    <a:pt x="605089" y="936124"/>
                    <a:pt x="607377" y="938949"/>
                    <a:pt x="607377" y="938949"/>
                  </a:cubicBezTo>
                  <a:cubicBezTo>
                    <a:pt x="607377" y="938949"/>
                    <a:pt x="610843" y="941775"/>
                    <a:pt x="612156" y="942549"/>
                  </a:cubicBezTo>
                  <a:cubicBezTo>
                    <a:pt x="613469" y="943323"/>
                    <a:pt x="614444" y="945038"/>
                    <a:pt x="614882" y="945913"/>
                  </a:cubicBezTo>
                  <a:cubicBezTo>
                    <a:pt x="615319" y="946788"/>
                    <a:pt x="615555" y="947965"/>
                    <a:pt x="615858" y="948940"/>
                  </a:cubicBezTo>
                  <a:cubicBezTo>
                    <a:pt x="616194" y="949916"/>
                    <a:pt x="620199" y="954491"/>
                    <a:pt x="620334" y="954794"/>
                  </a:cubicBezTo>
                  <a:cubicBezTo>
                    <a:pt x="620435" y="955130"/>
                    <a:pt x="620973" y="956543"/>
                    <a:pt x="621411" y="957956"/>
                  </a:cubicBezTo>
                  <a:cubicBezTo>
                    <a:pt x="621848" y="959369"/>
                    <a:pt x="624473" y="957956"/>
                    <a:pt x="625651" y="957519"/>
                  </a:cubicBezTo>
                  <a:cubicBezTo>
                    <a:pt x="626829" y="957081"/>
                    <a:pt x="626964" y="955769"/>
                    <a:pt x="627267" y="955231"/>
                  </a:cubicBezTo>
                  <a:cubicBezTo>
                    <a:pt x="627603" y="954693"/>
                    <a:pt x="629892" y="954592"/>
                    <a:pt x="630195" y="954457"/>
                  </a:cubicBezTo>
                  <a:cubicBezTo>
                    <a:pt x="630531" y="954356"/>
                    <a:pt x="632584" y="955097"/>
                    <a:pt x="632584" y="955097"/>
                  </a:cubicBezTo>
                  <a:cubicBezTo>
                    <a:pt x="632584" y="955097"/>
                    <a:pt x="632921" y="956509"/>
                    <a:pt x="632786" y="958662"/>
                  </a:cubicBezTo>
                  <a:cubicBezTo>
                    <a:pt x="632685" y="960849"/>
                    <a:pt x="632248" y="962262"/>
                    <a:pt x="631810" y="963338"/>
                  </a:cubicBezTo>
                  <a:cubicBezTo>
                    <a:pt x="631373" y="964415"/>
                    <a:pt x="631608" y="965390"/>
                    <a:pt x="631608" y="965390"/>
                  </a:cubicBezTo>
                  <a:cubicBezTo>
                    <a:pt x="631608" y="965390"/>
                    <a:pt x="634435" y="968317"/>
                    <a:pt x="635411" y="969091"/>
                  </a:cubicBezTo>
                  <a:cubicBezTo>
                    <a:pt x="636387" y="969864"/>
                    <a:pt x="637363" y="969091"/>
                    <a:pt x="637700" y="968990"/>
                  </a:cubicBezTo>
                  <a:cubicBezTo>
                    <a:pt x="638036" y="968889"/>
                    <a:pt x="639551" y="967913"/>
                    <a:pt x="639887" y="967779"/>
                  </a:cubicBezTo>
                  <a:cubicBezTo>
                    <a:pt x="640190" y="967678"/>
                    <a:pt x="641738" y="965828"/>
                    <a:pt x="641738" y="965828"/>
                  </a:cubicBezTo>
                  <a:lnTo>
                    <a:pt x="647291" y="967240"/>
                  </a:lnTo>
                  <a:lnTo>
                    <a:pt x="652171" y="960613"/>
                  </a:lnTo>
                  <a:cubicBezTo>
                    <a:pt x="652171" y="960613"/>
                    <a:pt x="655570" y="953011"/>
                    <a:pt x="655705" y="952775"/>
                  </a:cubicBezTo>
                  <a:cubicBezTo>
                    <a:pt x="655840" y="952574"/>
                    <a:pt x="655032" y="949647"/>
                    <a:pt x="655133" y="949075"/>
                  </a:cubicBezTo>
                  <a:cubicBezTo>
                    <a:pt x="655200" y="948503"/>
                    <a:pt x="654426" y="947258"/>
                    <a:pt x="653820" y="946485"/>
                  </a:cubicBezTo>
                  <a:cubicBezTo>
                    <a:pt x="653248" y="945677"/>
                    <a:pt x="652878" y="943794"/>
                    <a:pt x="652743" y="943592"/>
                  </a:cubicBezTo>
                  <a:cubicBezTo>
                    <a:pt x="652609" y="943390"/>
                    <a:pt x="650354" y="940329"/>
                    <a:pt x="650219" y="939891"/>
                  </a:cubicBezTo>
                  <a:cubicBezTo>
                    <a:pt x="650085" y="939454"/>
                    <a:pt x="649849" y="936998"/>
                    <a:pt x="649984" y="936258"/>
                  </a:cubicBezTo>
                  <a:cubicBezTo>
                    <a:pt x="650118" y="935552"/>
                    <a:pt x="651935" y="934610"/>
                    <a:pt x="652238" y="934307"/>
                  </a:cubicBezTo>
                  <a:cubicBezTo>
                    <a:pt x="652541" y="934004"/>
                    <a:pt x="656883" y="935047"/>
                    <a:pt x="656883" y="935047"/>
                  </a:cubicBezTo>
                  <a:lnTo>
                    <a:pt x="659474" y="934745"/>
                  </a:lnTo>
                  <a:cubicBezTo>
                    <a:pt x="659474" y="934745"/>
                    <a:pt x="663042" y="932423"/>
                    <a:pt x="663243" y="932356"/>
                  </a:cubicBezTo>
                  <a:cubicBezTo>
                    <a:pt x="663446" y="932289"/>
                    <a:pt x="665498" y="929530"/>
                    <a:pt x="665498" y="929530"/>
                  </a:cubicBezTo>
                  <a:cubicBezTo>
                    <a:pt x="665498" y="929530"/>
                    <a:pt x="666441" y="925124"/>
                    <a:pt x="666306" y="924821"/>
                  </a:cubicBezTo>
                  <a:cubicBezTo>
                    <a:pt x="666171" y="924518"/>
                    <a:pt x="666676" y="921692"/>
                    <a:pt x="666744" y="921356"/>
                  </a:cubicBezTo>
                  <a:cubicBezTo>
                    <a:pt x="666811" y="920986"/>
                    <a:pt x="668124" y="918732"/>
                    <a:pt x="668258" y="917891"/>
                  </a:cubicBezTo>
                  <a:cubicBezTo>
                    <a:pt x="668393" y="917016"/>
                    <a:pt x="670210" y="915873"/>
                    <a:pt x="670210" y="915873"/>
                  </a:cubicBezTo>
                  <a:cubicBezTo>
                    <a:pt x="670210" y="915873"/>
                    <a:pt x="672599" y="915873"/>
                    <a:pt x="673340" y="915873"/>
                  </a:cubicBezTo>
                  <a:cubicBezTo>
                    <a:pt x="674080" y="915873"/>
                    <a:pt x="677176" y="916512"/>
                    <a:pt x="677176" y="916512"/>
                  </a:cubicBezTo>
                  <a:lnTo>
                    <a:pt x="680643" y="918698"/>
                  </a:lnTo>
                  <a:lnTo>
                    <a:pt x="682831" y="921827"/>
                  </a:lnTo>
                  <a:lnTo>
                    <a:pt x="684480" y="924585"/>
                  </a:lnTo>
                  <a:lnTo>
                    <a:pt x="684850" y="927344"/>
                  </a:lnTo>
                  <a:lnTo>
                    <a:pt x="684985" y="933365"/>
                  </a:lnTo>
                  <a:lnTo>
                    <a:pt x="685624" y="939891"/>
                  </a:lnTo>
                  <a:lnTo>
                    <a:pt x="687138" y="945106"/>
                  </a:lnTo>
                  <a:lnTo>
                    <a:pt x="689898" y="952136"/>
                  </a:lnTo>
                  <a:lnTo>
                    <a:pt x="691042" y="955837"/>
                  </a:lnTo>
                  <a:cubicBezTo>
                    <a:pt x="691042" y="955837"/>
                    <a:pt x="692927" y="959234"/>
                    <a:pt x="693230" y="959537"/>
                  </a:cubicBezTo>
                  <a:cubicBezTo>
                    <a:pt x="693533" y="959840"/>
                    <a:pt x="696057" y="963439"/>
                    <a:pt x="696057" y="963439"/>
                  </a:cubicBezTo>
                  <a:lnTo>
                    <a:pt x="699961" y="967274"/>
                  </a:lnTo>
                  <a:lnTo>
                    <a:pt x="704672" y="971109"/>
                  </a:lnTo>
                  <a:lnTo>
                    <a:pt x="707432" y="974809"/>
                  </a:lnTo>
                  <a:lnTo>
                    <a:pt x="709619" y="980595"/>
                  </a:lnTo>
                  <a:lnTo>
                    <a:pt x="714028" y="984868"/>
                  </a:lnTo>
                  <a:lnTo>
                    <a:pt x="720995" y="990654"/>
                  </a:lnTo>
                  <a:cubicBezTo>
                    <a:pt x="720995" y="990654"/>
                    <a:pt x="723519" y="994421"/>
                    <a:pt x="723620" y="994623"/>
                  </a:cubicBezTo>
                  <a:cubicBezTo>
                    <a:pt x="723687" y="994825"/>
                    <a:pt x="725202" y="997247"/>
                    <a:pt x="725706" y="998391"/>
                  </a:cubicBezTo>
                  <a:cubicBezTo>
                    <a:pt x="726211" y="999534"/>
                    <a:pt x="727288" y="1001486"/>
                    <a:pt x="727961" y="1002663"/>
                  </a:cubicBezTo>
                  <a:cubicBezTo>
                    <a:pt x="728601" y="1003807"/>
                    <a:pt x="730923" y="1005186"/>
                    <a:pt x="730923" y="1005186"/>
                  </a:cubicBezTo>
                  <a:lnTo>
                    <a:pt x="734457" y="1007372"/>
                  </a:lnTo>
                  <a:cubicBezTo>
                    <a:pt x="734457" y="1007372"/>
                    <a:pt x="736712" y="1009189"/>
                    <a:pt x="737216" y="1009324"/>
                  </a:cubicBezTo>
                  <a:cubicBezTo>
                    <a:pt x="737721" y="1009458"/>
                    <a:pt x="739538" y="1009963"/>
                    <a:pt x="740414" y="1009963"/>
                  </a:cubicBezTo>
                  <a:cubicBezTo>
                    <a:pt x="741289" y="1009963"/>
                    <a:pt x="744115" y="1010400"/>
                    <a:pt x="744889" y="1010400"/>
                  </a:cubicBezTo>
                  <a:cubicBezTo>
                    <a:pt x="745697" y="1010400"/>
                    <a:pt x="746774" y="1009525"/>
                    <a:pt x="746909" y="1009324"/>
                  </a:cubicBezTo>
                  <a:cubicBezTo>
                    <a:pt x="747043" y="1009088"/>
                    <a:pt x="748861" y="1007507"/>
                    <a:pt x="748861" y="1007507"/>
                  </a:cubicBezTo>
                  <a:cubicBezTo>
                    <a:pt x="748861" y="1007507"/>
                    <a:pt x="750678" y="1006431"/>
                    <a:pt x="751183" y="1006061"/>
                  </a:cubicBezTo>
                  <a:cubicBezTo>
                    <a:pt x="751688" y="1005690"/>
                    <a:pt x="752428" y="1005253"/>
                    <a:pt x="752765" y="1004917"/>
                  </a:cubicBezTo>
                  <a:cubicBezTo>
                    <a:pt x="753135" y="1004547"/>
                    <a:pt x="754784" y="1004412"/>
                    <a:pt x="755289" y="1004345"/>
                  </a:cubicBezTo>
                  <a:cubicBezTo>
                    <a:pt x="755793" y="1004278"/>
                    <a:pt x="759193" y="1003336"/>
                    <a:pt x="759630" y="1003100"/>
                  </a:cubicBezTo>
                  <a:cubicBezTo>
                    <a:pt x="760068" y="1002898"/>
                    <a:pt x="761818" y="1002394"/>
                    <a:pt x="761818" y="1002394"/>
                  </a:cubicBezTo>
                  <a:cubicBezTo>
                    <a:pt x="761818" y="1002394"/>
                    <a:pt x="762255" y="1000275"/>
                    <a:pt x="762255" y="1000005"/>
                  </a:cubicBezTo>
                  <a:cubicBezTo>
                    <a:pt x="762255" y="999703"/>
                    <a:pt x="761179" y="996541"/>
                    <a:pt x="761179" y="996541"/>
                  </a:cubicBezTo>
                  <a:lnTo>
                    <a:pt x="759294" y="991125"/>
                  </a:lnTo>
                  <a:cubicBezTo>
                    <a:pt x="759294" y="991125"/>
                    <a:pt x="758284" y="986718"/>
                    <a:pt x="758082" y="986213"/>
                  </a:cubicBezTo>
                  <a:cubicBezTo>
                    <a:pt x="757846" y="985709"/>
                    <a:pt x="758890" y="982513"/>
                    <a:pt x="759025" y="982143"/>
                  </a:cubicBezTo>
                  <a:cubicBezTo>
                    <a:pt x="759159" y="981773"/>
                    <a:pt x="759967" y="978678"/>
                    <a:pt x="759967" y="978678"/>
                  </a:cubicBezTo>
                  <a:lnTo>
                    <a:pt x="761145" y="977669"/>
                  </a:lnTo>
                  <a:cubicBezTo>
                    <a:pt x="761145" y="977669"/>
                    <a:pt x="766058" y="977871"/>
                    <a:pt x="766361" y="977803"/>
                  </a:cubicBezTo>
                  <a:cubicBezTo>
                    <a:pt x="766664" y="977736"/>
                    <a:pt x="767943" y="977299"/>
                    <a:pt x="767943" y="977299"/>
                  </a:cubicBezTo>
                  <a:lnTo>
                    <a:pt x="770467" y="973968"/>
                  </a:lnTo>
                  <a:lnTo>
                    <a:pt x="772352" y="970705"/>
                  </a:lnTo>
                  <a:lnTo>
                    <a:pt x="774607" y="968754"/>
                  </a:lnTo>
                  <a:lnTo>
                    <a:pt x="780765" y="967072"/>
                  </a:lnTo>
                  <a:cubicBezTo>
                    <a:pt x="780765" y="967072"/>
                    <a:pt x="785410" y="965054"/>
                    <a:pt x="785679" y="964684"/>
                  </a:cubicBezTo>
                  <a:cubicBezTo>
                    <a:pt x="785948" y="964314"/>
                    <a:pt x="788809" y="964617"/>
                    <a:pt x="789314" y="964617"/>
                  </a:cubicBezTo>
                  <a:cubicBezTo>
                    <a:pt x="789818" y="964617"/>
                    <a:pt x="793386" y="964549"/>
                    <a:pt x="793655" y="964482"/>
                  </a:cubicBezTo>
                  <a:cubicBezTo>
                    <a:pt x="793958" y="964415"/>
                    <a:pt x="796347" y="963742"/>
                    <a:pt x="796347" y="963742"/>
                  </a:cubicBezTo>
                  <a:cubicBezTo>
                    <a:pt x="796347" y="963742"/>
                    <a:pt x="798973" y="961858"/>
                    <a:pt x="799612" y="961353"/>
                  </a:cubicBezTo>
                  <a:cubicBezTo>
                    <a:pt x="800251" y="960849"/>
                    <a:pt x="801497" y="960277"/>
                    <a:pt x="801497" y="960277"/>
                  </a:cubicBezTo>
                  <a:lnTo>
                    <a:pt x="801497" y="958763"/>
                  </a:lnTo>
                  <a:lnTo>
                    <a:pt x="799444" y="956745"/>
                  </a:lnTo>
                  <a:lnTo>
                    <a:pt x="798905" y="954155"/>
                  </a:lnTo>
                  <a:cubicBezTo>
                    <a:pt x="798905" y="954155"/>
                    <a:pt x="798905" y="951766"/>
                    <a:pt x="798973" y="951463"/>
                  </a:cubicBezTo>
                  <a:cubicBezTo>
                    <a:pt x="799040" y="951161"/>
                    <a:pt x="800588" y="949142"/>
                    <a:pt x="800723" y="948940"/>
                  </a:cubicBezTo>
                  <a:cubicBezTo>
                    <a:pt x="800857" y="948739"/>
                    <a:pt x="803045" y="946485"/>
                    <a:pt x="803045" y="946485"/>
                  </a:cubicBezTo>
                  <a:lnTo>
                    <a:pt x="807756" y="943726"/>
                  </a:lnTo>
                  <a:lnTo>
                    <a:pt x="809708" y="942986"/>
                  </a:lnTo>
                  <a:lnTo>
                    <a:pt x="812401" y="942616"/>
                  </a:lnTo>
                  <a:lnTo>
                    <a:pt x="814420" y="943625"/>
                  </a:lnTo>
                  <a:lnTo>
                    <a:pt x="816170" y="945947"/>
                  </a:lnTo>
                  <a:cubicBezTo>
                    <a:pt x="816170" y="945947"/>
                    <a:pt x="817617" y="947258"/>
                    <a:pt x="818054" y="948604"/>
                  </a:cubicBezTo>
                  <a:cubicBezTo>
                    <a:pt x="818492" y="949983"/>
                    <a:pt x="818694" y="950286"/>
                    <a:pt x="818761" y="950555"/>
                  </a:cubicBezTo>
                  <a:cubicBezTo>
                    <a:pt x="818828" y="950858"/>
                    <a:pt x="819401" y="953751"/>
                    <a:pt x="819468" y="954020"/>
                  </a:cubicBezTo>
                  <a:cubicBezTo>
                    <a:pt x="819535" y="954323"/>
                    <a:pt x="821151" y="956711"/>
                    <a:pt x="821218" y="956913"/>
                  </a:cubicBezTo>
                  <a:cubicBezTo>
                    <a:pt x="821286" y="957115"/>
                    <a:pt x="822093" y="959167"/>
                    <a:pt x="822093" y="960243"/>
                  </a:cubicBezTo>
                  <a:cubicBezTo>
                    <a:pt x="822093" y="961320"/>
                    <a:pt x="823103" y="961892"/>
                    <a:pt x="823103" y="962565"/>
                  </a:cubicBezTo>
                  <a:cubicBezTo>
                    <a:pt x="823103" y="963204"/>
                    <a:pt x="824987" y="963506"/>
                    <a:pt x="825189" y="963305"/>
                  </a:cubicBezTo>
                  <a:cubicBezTo>
                    <a:pt x="825391" y="963103"/>
                    <a:pt x="826266" y="963103"/>
                    <a:pt x="826771" y="962565"/>
                  </a:cubicBezTo>
                  <a:cubicBezTo>
                    <a:pt x="827276" y="962060"/>
                    <a:pt x="827411" y="960176"/>
                    <a:pt x="827781" y="959806"/>
                  </a:cubicBezTo>
                  <a:cubicBezTo>
                    <a:pt x="828151" y="959436"/>
                    <a:pt x="828286" y="957855"/>
                    <a:pt x="828723" y="957115"/>
                  </a:cubicBezTo>
                  <a:cubicBezTo>
                    <a:pt x="829161" y="956375"/>
                    <a:pt x="829161" y="954592"/>
                    <a:pt x="829531" y="953986"/>
                  </a:cubicBezTo>
                  <a:cubicBezTo>
                    <a:pt x="829901" y="953415"/>
                    <a:pt x="829800" y="952607"/>
                    <a:pt x="829733" y="952405"/>
                  </a:cubicBezTo>
                  <a:cubicBezTo>
                    <a:pt x="829666" y="952170"/>
                    <a:pt x="830541" y="950892"/>
                    <a:pt x="831045" y="950017"/>
                  </a:cubicBezTo>
                  <a:cubicBezTo>
                    <a:pt x="831550" y="949142"/>
                    <a:pt x="831483" y="948772"/>
                    <a:pt x="831617" y="948436"/>
                  </a:cubicBezTo>
                  <a:cubicBezTo>
                    <a:pt x="831752" y="948066"/>
                    <a:pt x="832695" y="947191"/>
                    <a:pt x="833300" y="946417"/>
                  </a:cubicBezTo>
                  <a:cubicBezTo>
                    <a:pt x="833872" y="945610"/>
                    <a:pt x="834175" y="944971"/>
                    <a:pt x="834747" y="944231"/>
                  </a:cubicBezTo>
                  <a:cubicBezTo>
                    <a:pt x="835319" y="943491"/>
                    <a:pt x="835555" y="942986"/>
                    <a:pt x="835757" y="941910"/>
                  </a:cubicBezTo>
                  <a:cubicBezTo>
                    <a:pt x="835959" y="940833"/>
                    <a:pt x="836834" y="939723"/>
                    <a:pt x="837137" y="939151"/>
                  </a:cubicBezTo>
                  <a:cubicBezTo>
                    <a:pt x="837440" y="938579"/>
                    <a:pt x="838517" y="937469"/>
                    <a:pt x="839089" y="936763"/>
                  </a:cubicBezTo>
                  <a:cubicBezTo>
                    <a:pt x="839661" y="936023"/>
                    <a:pt x="840671" y="936460"/>
                    <a:pt x="841276" y="936023"/>
                  </a:cubicBezTo>
                  <a:cubicBezTo>
                    <a:pt x="841848" y="935586"/>
                    <a:pt x="842791" y="935821"/>
                    <a:pt x="843295" y="935586"/>
                  </a:cubicBezTo>
                  <a:cubicBezTo>
                    <a:pt x="843800" y="935350"/>
                    <a:pt x="844877" y="935586"/>
                    <a:pt x="846930" y="935586"/>
                  </a:cubicBezTo>
                  <a:cubicBezTo>
                    <a:pt x="848950" y="935586"/>
                    <a:pt x="849387" y="937032"/>
                    <a:pt x="849387" y="937032"/>
                  </a:cubicBezTo>
                  <a:lnTo>
                    <a:pt x="848882" y="938546"/>
                  </a:lnTo>
                  <a:cubicBezTo>
                    <a:pt x="848882" y="938546"/>
                    <a:pt x="848579" y="939622"/>
                    <a:pt x="848579" y="939925"/>
                  </a:cubicBezTo>
                  <a:cubicBezTo>
                    <a:pt x="848579" y="940228"/>
                    <a:pt x="848579" y="942448"/>
                    <a:pt x="848512" y="942684"/>
                  </a:cubicBezTo>
                  <a:cubicBezTo>
                    <a:pt x="848445" y="942919"/>
                    <a:pt x="848445" y="944433"/>
                    <a:pt x="848377" y="944937"/>
                  </a:cubicBezTo>
                  <a:cubicBezTo>
                    <a:pt x="848310" y="945442"/>
                    <a:pt x="847637" y="947090"/>
                    <a:pt x="847435" y="947830"/>
                  </a:cubicBezTo>
                  <a:cubicBezTo>
                    <a:pt x="847199" y="948537"/>
                    <a:pt x="846863" y="950084"/>
                    <a:pt x="846930" y="950286"/>
                  </a:cubicBezTo>
                  <a:cubicBezTo>
                    <a:pt x="846998" y="950488"/>
                    <a:pt x="848377" y="952977"/>
                    <a:pt x="848680" y="953684"/>
                  </a:cubicBezTo>
                  <a:cubicBezTo>
                    <a:pt x="848983" y="954390"/>
                    <a:pt x="850632" y="956207"/>
                    <a:pt x="850700" y="956509"/>
                  </a:cubicBezTo>
                  <a:cubicBezTo>
                    <a:pt x="850767" y="956812"/>
                    <a:pt x="851776" y="959974"/>
                    <a:pt x="851776" y="960277"/>
                  </a:cubicBezTo>
                  <a:cubicBezTo>
                    <a:pt x="851776" y="960580"/>
                    <a:pt x="852281" y="963305"/>
                    <a:pt x="852349" y="964112"/>
                  </a:cubicBezTo>
                  <a:cubicBezTo>
                    <a:pt x="852416" y="964919"/>
                    <a:pt x="853560" y="966198"/>
                    <a:pt x="853560" y="966198"/>
                  </a:cubicBezTo>
                  <a:cubicBezTo>
                    <a:pt x="853560" y="966198"/>
                    <a:pt x="856185" y="969091"/>
                    <a:pt x="856320" y="969461"/>
                  </a:cubicBezTo>
                  <a:cubicBezTo>
                    <a:pt x="856454" y="969831"/>
                    <a:pt x="859450" y="972926"/>
                    <a:pt x="860325" y="974103"/>
                  </a:cubicBezTo>
                  <a:cubicBezTo>
                    <a:pt x="861200" y="975247"/>
                    <a:pt x="863892" y="975852"/>
                    <a:pt x="863892" y="975852"/>
                  </a:cubicBezTo>
                  <a:cubicBezTo>
                    <a:pt x="863892" y="975852"/>
                    <a:pt x="866349" y="976222"/>
                    <a:pt x="866854" y="976222"/>
                  </a:cubicBezTo>
                  <a:cubicBezTo>
                    <a:pt x="867358" y="976222"/>
                    <a:pt x="871767" y="977030"/>
                    <a:pt x="871767" y="977030"/>
                  </a:cubicBezTo>
                  <a:lnTo>
                    <a:pt x="875032" y="977971"/>
                  </a:lnTo>
                  <a:lnTo>
                    <a:pt x="880450" y="979855"/>
                  </a:lnTo>
                  <a:lnTo>
                    <a:pt x="884287" y="981672"/>
                  </a:lnTo>
                  <a:cubicBezTo>
                    <a:pt x="884287" y="981672"/>
                    <a:pt x="888931" y="984868"/>
                    <a:pt x="889133" y="985069"/>
                  </a:cubicBezTo>
                  <a:cubicBezTo>
                    <a:pt x="889335" y="985271"/>
                    <a:pt x="893609" y="988198"/>
                    <a:pt x="893912" y="988332"/>
                  </a:cubicBezTo>
                  <a:cubicBezTo>
                    <a:pt x="894215" y="988467"/>
                    <a:pt x="895931" y="990149"/>
                    <a:pt x="895931" y="990149"/>
                  </a:cubicBezTo>
                  <a:lnTo>
                    <a:pt x="897950" y="990654"/>
                  </a:lnTo>
                  <a:lnTo>
                    <a:pt x="899532" y="990654"/>
                  </a:lnTo>
                  <a:lnTo>
                    <a:pt x="900912" y="990855"/>
                  </a:lnTo>
                  <a:cubicBezTo>
                    <a:pt x="900912" y="990855"/>
                    <a:pt x="902157" y="990923"/>
                    <a:pt x="902427" y="990923"/>
                  </a:cubicBezTo>
                  <a:cubicBezTo>
                    <a:pt x="902696" y="990923"/>
                    <a:pt x="902932" y="990855"/>
                    <a:pt x="903436" y="990418"/>
                  </a:cubicBezTo>
                  <a:cubicBezTo>
                    <a:pt x="903941" y="989981"/>
                    <a:pt x="904883" y="989981"/>
                    <a:pt x="904883" y="989981"/>
                  </a:cubicBezTo>
                  <a:lnTo>
                    <a:pt x="905893" y="988164"/>
                  </a:lnTo>
                  <a:cubicBezTo>
                    <a:pt x="905893" y="988164"/>
                    <a:pt x="907037" y="987021"/>
                    <a:pt x="907138" y="986718"/>
                  </a:cubicBezTo>
                  <a:cubicBezTo>
                    <a:pt x="907205" y="986415"/>
                    <a:pt x="908080" y="985641"/>
                    <a:pt x="908215" y="985339"/>
                  </a:cubicBezTo>
                  <a:cubicBezTo>
                    <a:pt x="908350" y="985036"/>
                    <a:pt x="909460" y="984195"/>
                    <a:pt x="910100" y="983825"/>
                  </a:cubicBezTo>
                  <a:cubicBezTo>
                    <a:pt x="910739" y="983455"/>
                    <a:pt x="912052" y="982950"/>
                    <a:pt x="912052" y="982950"/>
                  </a:cubicBezTo>
                  <a:lnTo>
                    <a:pt x="913566" y="983690"/>
                  </a:lnTo>
                  <a:lnTo>
                    <a:pt x="915215" y="983690"/>
                  </a:lnTo>
                  <a:lnTo>
                    <a:pt x="917538" y="984195"/>
                  </a:lnTo>
                  <a:cubicBezTo>
                    <a:pt x="917538" y="984195"/>
                    <a:pt x="919557" y="984632"/>
                    <a:pt x="920062" y="984632"/>
                  </a:cubicBezTo>
                  <a:cubicBezTo>
                    <a:pt x="920567" y="984632"/>
                    <a:pt x="922148" y="985944"/>
                    <a:pt x="922148" y="985944"/>
                  </a:cubicBezTo>
                  <a:lnTo>
                    <a:pt x="924167" y="987256"/>
                  </a:lnTo>
                  <a:lnTo>
                    <a:pt x="927634" y="988635"/>
                  </a:lnTo>
                  <a:lnTo>
                    <a:pt x="928273" y="989039"/>
                  </a:lnTo>
                  <a:lnTo>
                    <a:pt x="928273" y="986314"/>
                  </a:lnTo>
                  <a:lnTo>
                    <a:pt x="925076" y="979351"/>
                  </a:lnTo>
                  <a:lnTo>
                    <a:pt x="921442" y="973396"/>
                  </a:lnTo>
                  <a:cubicBezTo>
                    <a:pt x="921442" y="973396"/>
                    <a:pt x="919557" y="970638"/>
                    <a:pt x="919557" y="970066"/>
                  </a:cubicBezTo>
                  <a:cubicBezTo>
                    <a:pt x="919557" y="969494"/>
                    <a:pt x="919557" y="965424"/>
                    <a:pt x="919557" y="965424"/>
                  </a:cubicBezTo>
                  <a:lnTo>
                    <a:pt x="921307" y="961219"/>
                  </a:lnTo>
                  <a:lnTo>
                    <a:pt x="923898" y="955567"/>
                  </a:lnTo>
                  <a:lnTo>
                    <a:pt x="923191" y="949176"/>
                  </a:lnTo>
                  <a:lnTo>
                    <a:pt x="918413" y="945274"/>
                  </a:lnTo>
                  <a:lnTo>
                    <a:pt x="921610" y="941237"/>
                  </a:lnTo>
                  <a:lnTo>
                    <a:pt x="920600" y="928622"/>
                  </a:lnTo>
                  <a:lnTo>
                    <a:pt x="919456" y="916310"/>
                  </a:lnTo>
                  <a:cubicBezTo>
                    <a:pt x="919456" y="916310"/>
                    <a:pt x="916831" y="909952"/>
                    <a:pt x="916561" y="909515"/>
                  </a:cubicBezTo>
                  <a:cubicBezTo>
                    <a:pt x="916259" y="909077"/>
                    <a:pt x="916561" y="905747"/>
                    <a:pt x="916561" y="905747"/>
                  </a:cubicBezTo>
                  <a:lnTo>
                    <a:pt x="916427" y="901677"/>
                  </a:lnTo>
                  <a:lnTo>
                    <a:pt x="911917" y="899356"/>
                  </a:lnTo>
                  <a:lnTo>
                    <a:pt x="909158" y="896160"/>
                  </a:lnTo>
                  <a:lnTo>
                    <a:pt x="909158" y="888927"/>
                  </a:lnTo>
                  <a:lnTo>
                    <a:pt x="904076" y="881089"/>
                  </a:lnTo>
                  <a:lnTo>
                    <a:pt x="899734" y="873991"/>
                  </a:lnTo>
                  <a:lnTo>
                    <a:pt x="897715" y="866456"/>
                  </a:lnTo>
                  <a:cubicBezTo>
                    <a:pt x="897715" y="866456"/>
                    <a:pt x="893508" y="862117"/>
                    <a:pt x="893508" y="861545"/>
                  </a:cubicBezTo>
                  <a:cubicBezTo>
                    <a:pt x="893508" y="860973"/>
                    <a:pt x="893508" y="857643"/>
                    <a:pt x="893508" y="857643"/>
                  </a:cubicBezTo>
                  <a:lnTo>
                    <a:pt x="890479" y="854884"/>
                  </a:lnTo>
                  <a:cubicBezTo>
                    <a:pt x="890479" y="854884"/>
                    <a:pt x="887282" y="851857"/>
                    <a:pt x="886575" y="851554"/>
                  </a:cubicBezTo>
                  <a:cubicBezTo>
                    <a:pt x="885835" y="851251"/>
                    <a:pt x="881224" y="846777"/>
                    <a:pt x="880619" y="846205"/>
                  </a:cubicBezTo>
                  <a:cubicBezTo>
                    <a:pt x="880046" y="845633"/>
                    <a:pt x="876984" y="840554"/>
                    <a:pt x="876984" y="840554"/>
                  </a:cubicBezTo>
                  <a:lnTo>
                    <a:pt x="878296" y="837661"/>
                  </a:lnTo>
                  <a:cubicBezTo>
                    <a:pt x="878296" y="837661"/>
                    <a:pt x="882368" y="833893"/>
                    <a:pt x="882941" y="833321"/>
                  </a:cubicBezTo>
                  <a:cubicBezTo>
                    <a:pt x="883513" y="832749"/>
                    <a:pt x="885566" y="830697"/>
                    <a:pt x="886272" y="830428"/>
                  </a:cubicBezTo>
                  <a:cubicBezTo>
                    <a:pt x="887013" y="830125"/>
                    <a:pt x="888729" y="830428"/>
                    <a:pt x="888729" y="830428"/>
                  </a:cubicBezTo>
                  <a:lnTo>
                    <a:pt x="894518" y="832177"/>
                  </a:lnTo>
                  <a:lnTo>
                    <a:pt x="901484" y="829150"/>
                  </a:lnTo>
                  <a:lnTo>
                    <a:pt x="901619" y="826257"/>
                  </a:lnTo>
                  <a:lnTo>
                    <a:pt x="900037" y="823061"/>
                  </a:lnTo>
                  <a:lnTo>
                    <a:pt x="905085" y="820874"/>
                  </a:lnTo>
                  <a:lnTo>
                    <a:pt x="907710" y="822186"/>
                  </a:lnTo>
                  <a:lnTo>
                    <a:pt x="910167" y="819428"/>
                  </a:lnTo>
                  <a:lnTo>
                    <a:pt x="915686" y="814079"/>
                  </a:lnTo>
                  <a:lnTo>
                    <a:pt x="919759" y="806544"/>
                  </a:lnTo>
                  <a:lnTo>
                    <a:pt x="925413" y="800455"/>
                  </a:lnTo>
                  <a:lnTo>
                    <a:pt x="924538" y="791911"/>
                  </a:lnTo>
                  <a:cubicBezTo>
                    <a:pt x="924538" y="791911"/>
                    <a:pt x="929451" y="792348"/>
                    <a:pt x="930057" y="791911"/>
                  </a:cubicBezTo>
                  <a:cubicBezTo>
                    <a:pt x="930629" y="791473"/>
                    <a:pt x="933759" y="791339"/>
                    <a:pt x="933759" y="791339"/>
                  </a:cubicBezTo>
                  <a:cubicBezTo>
                    <a:pt x="933759" y="791339"/>
                    <a:pt x="935274" y="786259"/>
                    <a:pt x="935274" y="785553"/>
                  </a:cubicBezTo>
                  <a:cubicBezTo>
                    <a:pt x="935274" y="784846"/>
                    <a:pt x="935274" y="781213"/>
                    <a:pt x="935274" y="781213"/>
                  </a:cubicBezTo>
                  <a:lnTo>
                    <a:pt x="936149" y="778085"/>
                  </a:lnTo>
                  <a:lnTo>
                    <a:pt x="938168" y="776840"/>
                  </a:lnTo>
                  <a:lnTo>
                    <a:pt x="939615" y="776840"/>
                  </a:lnTo>
                  <a:cubicBezTo>
                    <a:pt x="939615" y="776840"/>
                    <a:pt x="942947" y="777715"/>
                    <a:pt x="943519" y="777715"/>
                  </a:cubicBezTo>
                  <a:cubicBezTo>
                    <a:pt x="944091" y="777715"/>
                    <a:pt x="950486" y="778724"/>
                    <a:pt x="950486" y="778724"/>
                  </a:cubicBezTo>
                  <a:cubicBezTo>
                    <a:pt x="950486" y="778724"/>
                    <a:pt x="958158" y="781920"/>
                    <a:pt x="958596" y="781920"/>
                  </a:cubicBezTo>
                  <a:cubicBezTo>
                    <a:pt x="959034" y="781920"/>
                    <a:pt x="963510" y="781348"/>
                    <a:pt x="964553" y="781348"/>
                  </a:cubicBezTo>
                  <a:cubicBezTo>
                    <a:pt x="965596" y="781348"/>
                    <a:pt x="1011804" y="783803"/>
                    <a:pt x="1011804" y="783803"/>
                  </a:cubicBezTo>
                  <a:lnTo>
                    <a:pt x="1028328" y="783803"/>
                  </a:lnTo>
                  <a:lnTo>
                    <a:pt x="1040781" y="778287"/>
                  </a:lnTo>
                  <a:lnTo>
                    <a:pt x="1045425" y="771929"/>
                  </a:lnTo>
                  <a:lnTo>
                    <a:pt x="1046569" y="767757"/>
                  </a:lnTo>
                  <a:lnTo>
                    <a:pt x="1046569" y="763822"/>
                  </a:lnTo>
                  <a:lnTo>
                    <a:pt x="1044819" y="761231"/>
                  </a:lnTo>
                  <a:lnTo>
                    <a:pt x="1043069" y="758910"/>
                  </a:lnTo>
                  <a:lnTo>
                    <a:pt x="1040612" y="757531"/>
                  </a:lnTo>
                  <a:lnTo>
                    <a:pt x="1040208" y="754705"/>
                  </a:lnTo>
                  <a:lnTo>
                    <a:pt x="1039603" y="750366"/>
                  </a:lnTo>
                  <a:lnTo>
                    <a:pt x="1039603" y="748179"/>
                  </a:lnTo>
                  <a:lnTo>
                    <a:pt x="1041555" y="745051"/>
                  </a:lnTo>
                  <a:lnTo>
                    <a:pt x="1042800" y="742090"/>
                  </a:lnTo>
                  <a:lnTo>
                    <a:pt x="1043944" y="736439"/>
                  </a:lnTo>
                  <a:lnTo>
                    <a:pt x="1045089" y="730350"/>
                  </a:lnTo>
                  <a:cubicBezTo>
                    <a:pt x="1045089" y="730350"/>
                    <a:pt x="1046973" y="725136"/>
                    <a:pt x="1047276" y="724699"/>
                  </a:cubicBezTo>
                  <a:cubicBezTo>
                    <a:pt x="1047579" y="724261"/>
                    <a:pt x="1051920" y="720359"/>
                    <a:pt x="1051920" y="720359"/>
                  </a:cubicBezTo>
                  <a:lnTo>
                    <a:pt x="1056699" y="716592"/>
                  </a:lnTo>
                  <a:lnTo>
                    <a:pt x="1057709" y="707307"/>
                  </a:lnTo>
                  <a:lnTo>
                    <a:pt x="1055959" y="690083"/>
                  </a:lnTo>
                  <a:lnTo>
                    <a:pt x="1059089" y="684432"/>
                  </a:lnTo>
                  <a:lnTo>
                    <a:pt x="1061344" y="680530"/>
                  </a:lnTo>
                  <a:lnTo>
                    <a:pt x="1064474" y="676392"/>
                  </a:lnTo>
                  <a:lnTo>
                    <a:pt x="1067132" y="672423"/>
                  </a:lnTo>
                  <a:lnTo>
                    <a:pt x="1068848" y="670673"/>
                  </a:lnTo>
                  <a:lnTo>
                    <a:pt x="1070901" y="668857"/>
                  </a:lnTo>
                  <a:lnTo>
                    <a:pt x="1070901" y="666468"/>
                  </a:lnTo>
                  <a:lnTo>
                    <a:pt x="1068579" y="658193"/>
                  </a:lnTo>
                  <a:cubicBezTo>
                    <a:pt x="1068579" y="658193"/>
                    <a:pt x="1068512" y="651970"/>
                    <a:pt x="1068512" y="651667"/>
                  </a:cubicBezTo>
                  <a:cubicBezTo>
                    <a:pt x="1068512" y="651364"/>
                    <a:pt x="1068882" y="646083"/>
                    <a:pt x="1068950" y="645814"/>
                  </a:cubicBezTo>
                  <a:cubicBezTo>
                    <a:pt x="1069017" y="645511"/>
                    <a:pt x="1072416" y="641407"/>
                    <a:pt x="1072416" y="641407"/>
                  </a:cubicBezTo>
                  <a:lnTo>
                    <a:pt x="1077935" y="635688"/>
                  </a:lnTo>
                  <a:lnTo>
                    <a:pt x="1079820" y="632862"/>
                  </a:lnTo>
                  <a:lnTo>
                    <a:pt x="1079517" y="627278"/>
                  </a:lnTo>
                  <a:lnTo>
                    <a:pt x="1077060" y="623006"/>
                  </a:lnTo>
                  <a:lnTo>
                    <a:pt x="1072012" y="615841"/>
                  </a:lnTo>
                  <a:lnTo>
                    <a:pt x="1073392" y="609079"/>
                  </a:lnTo>
                  <a:cubicBezTo>
                    <a:pt x="1073392" y="609079"/>
                    <a:pt x="1074603" y="603361"/>
                    <a:pt x="1074738" y="603293"/>
                  </a:cubicBezTo>
                  <a:cubicBezTo>
                    <a:pt x="1074873" y="603226"/>
                    <a:pt x="1079281" y="599828"/>
                    <a:pt x="1079281" y="599828"/>
                  </a:cubicBezTo>
                  <a:lnTo>
                    <a:pt x="1080426" y="596027"/>
                  </a:lnTo>
                  <a:lnTo>
                    <a:pt x="1079887" y="586473"/>
                  </a:lnTo>
                  <a:cubicBezTo>
                    <a:pt x="1079887" y="586473"/>
                    <a:pt x="1078911" y="584859"/>
                    <a:pt x="1078743" y="584657"/>
                  </a:cubicBezTo>
                  <a:cubicBezTo>
                    <a:pt x="1078608" y="584489"/>
                    <a:pt x="1077767" y="580385"/>
                    <a:pt x="1077767" y="580250"/>
                  </a:cubicBezTo>
                  <a:cubicBezTo>
                    <a:pt x="1077767" y="580116"/>
                    <a:pt x="1076051" y="575036"/>
                    <a:pt x="1076051" y="575036"/>
                  </a:cubicBezTo>
                  <a:lnTo>
                    <a:pt x="1076556" y="570293"/>
                  </a:lnTo>
                  <a:lnTo>
                    <a:pt x="1076724" y="564339"/>
                  </a:lnTo>
                  <a:lnTo>
                    <a:pt x="1077060" y="556400"/>
                  </a:lnTo>
                  <a:lnTo>
                    <a:pt x="1076892" y="546106"/>
                  </a:lnTo>
                  <a:lnTo>
                    <a:pt x="1079382" y="540656"/>
                  </a:lnTo>
                  <a:lnTo>
                    <a:pt x="1081772" y="535644"/>
                  </a:lnTo>
                  <a:lnTo>
                    <a:pt x="1083084" y="528243"/>
                  </a:lnTo>
                  <a:lnTo>
                    <a:pt x="1083084" y="523904"/>
                  </a:lnTo>
                  <a:lnTo>
                    <a:pt x="1080257" y="519228"/>
                  </a:lnTo>
                  <a:lnTo>
                    <a:pt x="1079382" y="516503"/>
                  </a:lnTo>
                  <a:lnTo>
                    <a:pt x="1078743" y="510650"/>
                  </a:lnTo>
                  <a:cubicBezTo>
                    <a:pt x="1078743" y="510650"/>
                    <a:pt x="1079382" y="507925"/>
                    <a:pt x="1079382" y="507488"/>
                  </a:cubicBezTo>
                  <a:cubicBezTo>
                    <a:pt x="1079382" y="507050"/>
                    <a:pt x="1081671" y="504662"/>
                    <a:pt x="1081873" y="504325"/>
                  </a:cubicBezTo>
                  <a:cubicBezTo>
                    <a:pt x="1082075" y="503989"/>
                    <a:pt x="1087729" y="499448"/>
                    <a:pt x="1087729" y="499448"/>
                  </a:cubicBezTo>
                  <a:lnTo>
                    <a:pt x="1097623" y="491744"/>
                  </a:lnTo>
                  <a:lnTo>
                    <a:pt x="1100551" y="487169"/>
                  </a:lnTo>
                  <a:lnTo>
                    <a:pt x="1104623" y="481955"/>
                  </a:lnTo>
                  <a:lnTo>
                    <a:pt x="1107383" y="477279"/>
                  </a:lnTo>
                  <a:lnTo>
                    <a:pt x="1107383" y="470013"/>
                  </a:lnTo>
                  <a:lnTo>
                    <a:pt x="1108460" y="462175"/>
                  </a:lnTo>
                  <a:lnTo>
                    <a:pt x="1107787" y="452823"/>
                  </a:lnTo>
                  <a:lnTo>
                    <a:pt x="1106171" y="448484"/>
                  </a:lnTo>
                  <a:lnTo>
                    <a:pt x="1099104" y="445759"/>
                  </a:lnTo>
                  <a:lnTo>
                    <a:pt x="1096042" y="444783"/>
                  </a:lnTo>
                  <a:lnTo>
                    <a:pt x="1092575" y="444783"/>
                  </a:lnTo>
                  <a:lnTo>
                    <a:pt x="1088772" y="441857"/>
                  </a:lnTo>
                  <a:lnTo>
                    <a:pt x="1086483" y="439569"/>
                  </a:lnTo>
                  <a:lnTo>
                    <a:pt x="1085508" y="437181"/>
                  </a:lnTo>
                  <a:lnTo>
                    <a:pt x="1086719" y="432740"/>
                  </a:lnTo>
                  <a:lnTo>
                    <a:pt x="1087493" y="426113"/>
                  </a:lnTo>
                  <a:lnTo>
                    <a:pt x="1088536" y="421875"/>
                  </a:lnTo>
                  <a:lnTo>
                    <a:pt x="1091734" y="418713"/>
                  </a:lnTo>
                  <a:lnTo>
                    <a:pt x="1091734" y="414373"/>
                  </a:lnTo>
                  <a:lnTo>
                    <a:pt x="1089546" y="408822"/>
                  </a:lnTo>
                  <a:lnTo>
                    <a:pt x="1090522" y="405660"/>
                  </a:lnTo>
                  <a:lnTo>
                    <a:pt x="1093988" y="401422"/>
                  </a:lnTo>
                  <a:lnTo>
                    <a:pt x="1098465" y="399672"/>
                  </a:lnTo>
                  <a:lnTo>
                    <a:pt x="1104321" y="393920"/>
                  </a:lnTo>
                  <a:lnTo>
                    <a:pt x="1107787" y="390455"/>
                  </a:lnTo>
                  <a:cubicBezTo>
                    <a:pt x="1107787" y="390455"/>
                    <a:pt x="1109200" y="390455"/>
                    <a:pt x="1109301" y="389143"/>
                  </a:cubicBezTo>
                  <a:cubicBezTo>
                    <a:pt x="1109436" y="387932"/>
                    <a:pt x="1109167" y="386721"/>
                    <a:pt x="1109167" y="386721"/>
                  </a:cubicBezTo>
                  <a:close/>
                </a:path>
              </a:pathLst>
            </a:custGeom>
            <a:grpFill/>
            <a:ln w="6350" cap="flat">
              <a:solidFill>
                <a:schemeClr val="bg1"/>
              </a:solidFill>
              <a:prstDash val="solid"/>
              <a:miter/>
            </a:ln>
          </p:spPr>
          <p:txBody>
            <a:bodyPr rtlCol="0" anchor="ctr"/>
            <a:lstStyle/>
            <a:p>
              <a:endParaRPr lang="en-US"/>
            </a:p>
          </p:txBody>
        </p:sp>
        <p:sp>
          <p:nvSpPr>
            <p:cNvPr id="187" name="Freeform 904">
              <a:extLst>
                <a:ext uri="{FF2B5EF4-FFF2-40B4-BE49-F238E27FC236}">
                  <a16:creationId xmlns:a16="http://schemas.microsoft.com/office/drawing/2014/main" id="{5AF885FB-E393-B602-2013-0C2EDD9B22B4}"/>
                </a:ext>
              </a:extLst>
            </p:cNvPr>
            <p:cNvSpPr/>
            <p:nvPr/>
          </p:nvSpPr>
          <p:spPr>
            <a:xfrm>
              <a:off x="7761032" y="2478268"/>
              <a:ext cx="194993" cy="371230"/>
            </a:xfrm>
            <a:custGeom>
              <a:avLst/>
              <a:gdLst>
                <a:gd name="connsiteX0" fmla="*/ 313721 w 374366"/>
                <a:gd name="connsiteY0" fmla="*/ 500659 h 712723"/>
                <a:gd name="connsiteX1" fmla="*/ 306552 w 374366"/>
                <a:gd name="connsiteY1" fmla="*/ 495007 h 712723"/>
                <a:gd name="connsiteX2" fmla="*/ 301773 w 374366"/>
                <a:gd name="connsiteY2" fmla="*/ 490870 h 712723"/>
                <a:gd name="connsiteX3" fmla="*/ 301773 w 374366"/>
                <a:gd name="connsiteY3" fmla="*/ 486732 h 712723"/>
                <a:gd name="connsiteX4" fmla="*/ 301773 w 374366"/>
                <a:gd name="connsiteY4" fmla="*/ 482830 h 712723"/>
                <a:gd name="connsiteX5" fmla="*/ 299821 w 374366"/>
                <a:gd name="connsiteY5" fmla="*/ 480643 h 712723"/>
                <a:gd name="connsiteX6" fmla="*/ 296119 w 374366"/>
                <a:gd name="connsiteY6" fmla="*/ 476304 h 712723"/>
                <a:gd name="connsiteX7" fmla="*/ 292215 w 374366"/>
                <a:gd name="connsiteY7" fmla="*/ 472603 h 712723"/>
                <a:gd name="connsiteX8" fmla="*/ 291576 w 374366"/>
                <a:gd name="connsiteY8" fmla="*/ 469340 h 712723"/>
                <a:gd name="connsiteX9" fmla="*/ 297230 w 374366"/>
                <a:gd name="connsiteY9" fmla="*/ 467389 h 712723"/>
                <a:gd name="connsiteX10" fmla="*/ 296994 w 374366"/>
                <a:gd name="connsiteY10" fmla="*/ 466313 h 712723"/>
                <a:gd name="connsiteX11" fmla="*/ 291138 w 374366"/>
                <a:gd name="connsiteY11" fmla="*/ 462848 h 712723"/>
                <a:gd name="connsiteX12" fmla="*/ 291778 w 374366"/>
                <a:gd name="connsiteY12" fmla="*/ 459383 h 712723"/>
                <a:gd name="connsiteX13" fmla="*/ 295917 w 374366"/>
                <a:gd name="connsiteY13" fmla="*/ 457634 h 712723"/>
                <a:gd name="connsiteX14" fmla="*/ 299182 w 374366"/>
                <a:gd name="connsiteY14" fmla="*/ 455245 h 712723"/>
                <a:gd name="connsiteX15" fmla="*/ 303961 w 374366"/>
                <a:gd name="connsiteY15" fmla="*/ 455245 h 712723"/>
                <a:gd name="connsiteX16" fmla="*/ 306788 w 374366"/>
                <a:gd name="connsiteY16" fmla="*/ 451343 h 712723"/>
                <a:gd name="connsiteX17" fmla="*/ 305711 w 374366"/>
                <a:gd name="connsiteY17" fmla="*/ 449392 h 712723"/>
                <a:gd name="connsiteX18" fmla="*/ 305071 w 374366"/>
                <a:gd name="connsiteY18" fmla="*/ 446802 h 712723"/>
                <a:gd name="connsiteX19" fmla="*/ 309413 w 374366"/>
                <a:gd name="connsiteY19" fmla="*/ 445725 h 712723"/>
                <a:gd name="connsiteX20" fmla="*/ 313317 w 374366"/>
                <a:gd name="connsiteY20" fmla="*/ 444413 h 712723"/>
                <a:gd name="connsiteX21" fmla="*/ 315942 w 374366"/>
                <a:gd name="connsiteY21" fmla="*/ 444413 h 712723"/>
                <a:gd name="connsiteX22" fmla="*/ 317692 w 374366"/>
                <a:gd name="connsiteY22" fmla="*/ 444413 h 712723"/>
                <a:gd name="connsiteX23" fmla="*/ 317927 w 374366"/>
                <a:gd name="connsiteY23" fmla="*/ 441587 h 712723"/>
                <a:gd name="connsiteX24" fmla="*/ 317052 w 374366"/>
                <a:gd name="connsiteY24" fmla="*/ 437013 h 712723"/>
                <a:gd name="connsiteX25" fmla="*/ 319004 w 374366"/>
                <a:gd name="connsiteY25" fmla="*/ 430924 h 712723"/>
                <a:gd name="connsiteX26" fmla="*/ 316615 w 374366"/>
                <a:gd name="connsiteY26" fmla="*/ 429410 h 712723"/>
                <a:gd name="connsiteX27" fmla="*/ 315975 w 374366"/>
                <a:gd name="connsiteY27" fmla="*/ 423758 h 712723"/>
                <a:gd name="connsiteX28" fmla="*/ 316177 w 374366"/>
                <a:gd name="connsiteY28" fmla="*/ 418343 h 712723"/>
                <a:gd name="connsiteX29" fmla="*/ 317692 w 374366"/>
                <a:gd name="connsiteY29" fmla="*/ 414642 h 712723"/>
                <a:gd name="connsiteX30" fmla="*/ 321394 w 374366"/>
                <a:gd name="connsiteY30" fmla="*/ 410740 h 712723"/>
                <a:gd name="connsiteX31" fmla="*/ 324221 w 374366"/>
                <a:gd name="connsiteY31" fmla="*/ 405526 h 712723"/>
                <a:gd name="connsiteX32" fmla="*/ 326173 w 374366"/>
                <a:gd name="connsiteY32" fmla="*/ 399942 h 712723"/>
                <a:gd name="connsiteX33" fmla="*/ 330380 w 374366"/>
                <a:gd name="connsiteY33" fmla="*/ 395871 h 712723"/>
                <a:gd name="connsiteX34" fmla="*/ 334284 w 374366"/>
                <a:gd name="connsiteY34" fmla="*/ 393987 h 712723"/>
                <a:gd name="connsiteX35" fmla="*/ 335865 w 374366"/>
                <a:gd name="connsiteY35" fmla="*/ 391835 h 712723"/>
                <a:gd name="connsiteX36" fmla="*/ 331793 w 374366"/>
                <a:gd name="connsiteY36" fmla="*/ 387932 h 712723"/>
                <a:gd name="connsiteX37" fmla="*/ 331490 w 374366"/>
                <a:gd name="connsiteY37" fmla="*/ 384905 h 712723"/>
                <a:gd name="connsiteX38" fmla="*/ 333510 w 374366"/>
                <a:gd name="connsiteY38" fmla="*/ 381877 h 712723"/>
                <a:gd name="connsiteX39" fmla="*/ 336539 w 374366"/>
                <a:gd name="connsiteY39" fmla="*/ 379556 h 712723"/>
                <a:gd name="connsiteX40" fmla="*/ 338995 w 374366"/>
                <a:gd name="connsiteY40" fmla="*/ 376932 h 712723"/>
                <a:gd name="connsiteX41" fmla="*/ 341183 w 374366"/>
                <a:gd name="connsiteY41" fmla="*/ 375486 h 712723"/>
                <a:gd name="connsiteX42" fmla="*/ 342495 w 374366"/>
                <a:gd name="connsiteY42" fmla="*/ 372593 h 712723"/>
                <a:gd name="connsiteX43" fmla="*/ 344077 w 374366"/>
                <a:gd name="connsiteY43" fmla="*/ 368119 h 712723"/>
                <a:gd name="connsiteX44" fmla="*/ 346399 w 374366"/>
                <a:gd name="connsiteY44" fmla="*/ 364485 h 712723"/>
                <a:gd name="connsiteX45" fmla="*/ 347712 w 374366"/>
                <a:gd name="connsiteY45" fmla="*/ 358699 h 712723"/>
                <a:gd name="connsiteX46" fmla="*/ 348284 w 374366"/>
                <a:gd name="connsiteY46" fmla="*/ 355504 h 712723"/>
                <a:gd name="connsiteX47" fmla="*/ 348856 w 374366"/>
                <a:gd name="connsiteY47" fmla="*/ 352611 h 712723"/>
                <a:gd name="connsiteX48" fmla="*/ 348856 w 374366"/>
                <a:gd name="connsiteY48" fmla="*/ 350592 h 712723"/>
                <a:gd name="connsiteX49" fmla="*/ 346534 w 374366"/>
                <a:gd name="connsiteY49" fmla="*/ 347834 h 712723"/>
                <a:gd name="connsiteX50" fmla="*/ 343774 w 374366"/>
                <a:gd name="connsiteY50" fmla="*/ 345816 h 712723"/>
                <a:gd name="connsiteX51" fmla="*/ 340880 w 374366"/>
                <a:gd name="connsiteY51" fmla="*/ 344066 h 712723"/>
                <a:gd name="connsiteX52" fmla="*/ 339736 w 374366"/>
                <a:gd name="connsiteY52" fmla="*/ 344066 h 712723"/>
                <a:gd name="connsiteX53" fmla="*/ 336841 w 374366"/>
                <a:gd name="connsiteY53" fmla="*/ 342687 h 712723"/>
                <a:gd name="connsiteX54" fmla="*/ 336707 w 374366"/>
                <a:gd name="connsiteY54" fmla="*/ 340433 h 712723"/>
                <a:gd name="connsiteX55" fmla="*/ 336976 w 374366"/>
                <a:gd name="connsiteY55" fmla="*/ 338179 h 712723"/>
                <a:gd name="connsiteX56" fmla="*/ 336000 w 374366"/>
                <a:gd name="connsiteY56" fmla="*/ 336867 h 712723"/>
                <a:gd name="connsiteX57" fmla="*/ 335697 w 374366"/>
                <a:gd name="connsiteY57" fmla="*/ 334580 h 712723"/>
                <a:gd name="connsiteX58" fmla="*/ 333409 w 374366"/>
                <a:gd name="connsiteY58" fmla="*/ 331317 h 712723"/>
                <a:gd name="connsiteX59" fmla="*/ 331221 w 374366"/>
                <a:gd name="connsiteY59" fmla="*/ 329029 h 712723"/>
                <a:gd name="connsiteX60" fmla="*/ 329808 w 374366"/>
                <a:gd name="connsiteY60" fmla="*/ 327516 h 712723"/>
                <a:gd name="connsiteX61" fmla="*/ 327956 w 374366"/>
                <a:gd name="connsiteY61" fmla="*/ 325464 h 712723"/>
                <a:gd name="connsiteX62" fmla="*/ 325803 w 374366"/>
                <a:gd name="connsiteY62" fmla="*/ 322974 h 712723"/>
                <a:gd name="connsiteX63" fmla="*/ 324389 w 374366"/>
                <a:gd name="connsiteY63" fmla="*/ 320586 h 712723"/>
                <a:gd name="connsiteX64" fmla="*/ 324389 w 374366"/>
                <a:gd name="connsiteY64" fmla="*/ 316885 h 712723"/>
                <a:gd name="connsiteX65" fmla="*/ 324221 w 374366"/>
                <a:gd name="connsiteY65" fmla="*/ 313723 h 712723"/>
                <a:gd name="connsiteX66" fmla="*/ 321663 w 374366"/>
                <a:gd name="connsiteY66" fmla="*/ 311671 h 712723"/>
                <a:gd name="connsiteX67" fmla="*/ 319374 w 374366"/>
                <a:gd name="connsiteY67" fmla="*/ 308206 h 712723"/>
                <a:gd name="connsiteX68" fmla="*/ 319274 w 374366"/>
                <a:gd name="connsiteY68" fmla="*/ 305482 h 712723"/>
                <a:gd name="connsiteX69" fmla="*/ 319812 w 374366"/>
                <a:gd name="connsiteY69" fmla="*/ 302858 h 712723"/>
                <a:gd name="connsiteX70" fmla="*/ 320452 w 374366"/>
                <a:gd name="connsiteY70" fmla="*/ 301243 h 712723"/>
                <a:gd name="connsiteX71" fmla="*/ 320889 w 374366"/>
                <a:gd name="connsiteY71" fmla="*/ 297980 h 712723"/>
                <a:gd name="connsiteX72" fmla="*/ 320889 w 374366"/>
                <a:gd name="connsiteY72" fmla="*/ 295390 h 712723"/>
                <a:gd name="connsiteX73" fmla="*/ 319038 w 374366"/>
                <a:gd name="connsiteY73" fmla="*/ 294851 h 712723"/>
                <a:gd name="connsiteX74" fmla="*/ 316548 w 374366"/>
                <a:gd name="connsiteY74" fmla="*/ 295390 h 712723"/>
                <a:gd name="connsiteX75" fmla="*/ 313081 w 374366"/>
                <a:gd name="connsiteY75" fmla="*/ 295390 h 712723"/>
                <a:gd name="connsiteX76" fmla="*/ 309009 w 374366"/>
                <a:gd name="connsiteY76" fmla="*/ 290377 h 712723"/>
                <a:gd name="connsiteX77" fmla="*/ 306115 w 374366"/>
                <a:gd name="connsiteY77" fmla="*/ 290175 h 712723"/>
                <a:gd name="connsiteX78" fmla="*/ 305542 w 374366"/>
                <a:gd name="connsiteY78" fmla="*/ 290175 h 712723"/>
                <a:gd name="connsiteX79" fmla="*/ 302211 w 374366"/>
                <a:gd name="connsiteY79" fmla="*/ 291185 h 712723"/>
                <a:gd name="connsiteX80" fmla="*/ 298576 w 374366"/>
                <a:gd name="connsiteY80" fmla="*/ 290175 h 712723"/>
                <a:gd name="connsiteX81" fmla="*/ 295379 w 374366"/>
                <a:gd name="connsiteY81" fmla="*/ 287854 h 712723"/>
                <a:gd name="connsiteX82" fmla="*/ 292047 w 374366"/>
                <a:gd name="connsiteY82" fmla="*/ 285668 h 712723"/>
                <a:gd name="connsiteX83" fmla="*/ 290734 w 374366"/>
                <a:gd name="connsiteY83" fmla="*/ 282640 h 712723"/>
                <a:gd name="connsiteX84" fmla="*/ 287403 w 374366"/>
                <a:gd name="connsiteY84" fmla="*/ 277729 h 712723"/>
                <a:gd name="connsiteX85" fmla="*/ 290432 w 374366"/>
                <a:gd name="connsiteY85" fmla="*/ 273961 h 712723"/>
                <a:gd name="connsiteX86" fmla="*/ 291441 w 374366"/>
                <a:gd name="connsiteY86" fmla="*/ 270934 h 712723"/>
                <a:gd name="connsiteX87" fmla="*/ 291172 w 374366"/>
                <a:gd name="connsiteY87" fmla="*/ 268175 h 712723"/>
                <a:gd name="connsiteX88" fmla="*/ 290297 w 374366"/>
                <a:gd name="connsiteY88" fmla="*/ 264105 h 712723"/>
                <a:gd name="connsiteX89" fmla="*/ 289556 w 374366"/>
                <a:gd name="connsiteY89" fmla="*/ 258016 h 712723"/>
                <a:gd name="connsiteX90" fmla="*/ 289556 w 374366"/>
                <a:gd name="connsiteY90" fmla="*/ 253676 h 712723"/>
                <a:gd name="connsiteX91" fmla="*/ 290364 w 374366"/>
                <a:gd name="connsiteY91" fmla="*/ 249606 h 712723"/>
                <a:gd name="connsiteX92" fmla="*/ 292182 w 374366"/>
                <a:gd name="connsiteY92" fmla="*/ 246713 h 712723"/>
                <a:gd name="connsiteX93" fmla="*/ 296826 w 374366"/>
                <a:gd name="connsiteY93" fmla="*/ 243955 h 712723"/>
                <a:gd name="connsiteX94" fmla="*/ 299720 w 374366"/>
                <a:gd name="connsiteY94" fmla="*/ 242945 h 712723"/>
                <a:gd name="connsiteX95" fmla="*/ 304196 w 374366"/>
                <a:gd name="connsiteY95" fmla="*/ 241802 h 712723"/>
                <a:gd name="connsiteX96" fmla="*/ 304937 w 374366"/>
                <a:gd name="connsiteY96" fmla="*/ 239783 h 712723"/>
                <a:gd name="connsiteX97" fmla="*/ 305946 w 374366"/>
                <a:gd name="connsiteY97" fmla="*/ 236890 h 712723"/>
                <a:gd name="connsiteX98" fmla="*/ 311600 w 374366"/>
                <a:gd name="connsiteY98" fmla="*/ 233695 h 712723"/>
                <a:gd name="connsiteX99" fmla="*/ 315672 w 374366"/>
                <a:gd name="connsiteY99" fmla="*/ 230802 h 712723"/>
                <a:gd name="connsiteX100" fmla="*/ 316817 w 374366"/>
                <a:gd name="connsiteY100" fmla="*/ 225587 h 712723"/>
                <a:gd name="connsiteX101" fmla="*/ 317692 w 374366"/>
                <a:gd name="connsiteY101" fmla="*/ 222392 h 712723"/>
                <a:gd name="connsiteX102" fmla="*/ 317389 w 374366"/>
                <a:gd name="connsiteY102" fmla="*/ 220071 h 712723"/>
                <a:gd name="connsiteX103" fmla="*/ 314629 w 374366"/>
                <a:gd name="connsiteY103" fmla="*/ 216303 h 712723"/>
                <a:gd name="connsiteX104" fmla="*/ 311869 w 374366"/>
                <a:gd name="connsiteY104" fmla="*/ 213713 h 712723"/>
                <a:gd name="connsiteX105" fmla="*/ 309548 w 374366"/>
                <a:gd name="connsiteY105" fmla="*/ 210820 h 712723"/>
                <a:gd name="connsiteX106" fmla="*/ 307360 w 374366"/>
                <a:gd name="connsiteY106" fmla="*/ 207489 h 712723"/>
                <a:gd name="connsiteX107" fmla="*/ 306620 w 374366"/>
                <a:gd name="connsiteY107" fmla="*/ 204294 h 712723"/>
                <a:gd name="connsiteX108" fmla="*/ 309076 w 374366"/>
                <a:gd name="connsiteY108" fmla="*/ 201838 h 712723"/>
                <a:gd name="connsiteX109" fmla="*/ 312846 w 374366"/>
                <a:gd name="connsiteY109" fmla="*/ 198070 h 712723"/>
                <a:gd name="connsiteX110" fmla="*/ 314023 w 374366"/>
                <a:gd name="connsiteY110" fmla="*/ 195413 h 712723"/>
                <a:gd name="connsiteX111" fmla="*/ 317793 w 374366"/>
                <a:gd name="connsiteY111" fmla="*/ 194302 h 712723"/>
                <a:gd name="connsiteX112" fmla="*/ 318533 w 374366"/>
                <a:gd name="connsiteY112" fmla="*/ 193899 h 712723"/>
                <a:gd name="connsiteX113" fmla="*/ 320384 w 374366"/>
                <a:gd name="connsiteY113" fmla="*/ 192856 h 712723"/>
                <a:gd name="connsiteX114" fmla="*/ 321125 w 374366"/>
                <a:gd name="connsiteY114" fmla="*/ 190535 h 712723"/>
                <a:gd name="connsiteX115" fmla="*/ 326341 w 374366"/>
                <a:gd name="connsiteY115" fmla="*/ 187070 h 712723"/>
                <a:gd name="connsiteX116" fmla="*/ 330380 w 374366"/>
                <a:gd name="connsiteY116" fmla="*/ 184614 h 712723"/>
                <a:gd name="connsiteX117" fmla="*/ 334452 w 374366"/>
                <a:gd name="connsiteY117" fmla="*/ 185052 h 712723"/>
                <a:gd name="connsiteX118" fmla="*/ 338087 w 374366"/>
                <a:gd name="connsiteY118" fmla="*/ 188247 h 712723"/>
                <a:gd name="connsiteX119" fmla="*/ 344178 w 374366"/>
                <a:gd name="connsiteY119" fmla="*/ 194471 h 712723"/>
                <a:gd name="connsiteX120" fmla="*/ 346635 w 374366"/>
                <a:gd name="connsiteY120" fmla="*/ 194471 h 712723"/>
                <a:gd name="connsiteX121" fmla="*/ 349394 w 374366"/>
                <a:gd name="connsiteY121" fmla="*/ 191443 h 712723"/>
                <a:gd name="connsiteX122" fmla="*/ 353029 w 374366"/>
                <a:gd name="connsiteY122" fmla="*/ 190434 h 712723"/>
                <a:gd name="connsiteX123" fmla="*/ 355620 w 374366"/>
                <a:gd name="connsiteY123" fmla="*/ 188416 h 712723"/>
                <a:gd name="connsiteX124" fmla="*/ 358649 w 374366"/>
                <a:gd name="connsiteY124" fmla="*/ 185220 h 712723"/>
                <a:gd name="connsiteX125" fmla="*/ 362553 w 374366"/>
                <a:gd name="connsiteY125" fmla="*/ 183033 h 712723"/>
                <a:gd name="connsiteX126" fmla="*/ 365010 w 374366"/>
                <a:gd name="connsiteY126" fmla="*/ 182024 h 712723"/>
                <a:gd name="connsiteX127" fmla="*/ 369486 w 374366"/>
                <a:gd name="connsiteY127" fmla="*/ 179837 h 712723"/>
                <a:gd name="connsiteX128" fmla="*/ 371236 w 374366"/>
                <a:gd name="connsiteY128" fmla="*/ 179737 h 712723"/>
                <a:gd name="connsiteX129" fmla="*/ 371236 w 374366"/>
                <a:gd name="connsiteY129" fmla="*/ 177954 h 712723"/>
                <a:gd name="connsiteX130" fmla="*/ 368275 w 374366"/>
                <a:gd name="connsiteY130" fmla="*/ 174489 h 712723"/>
                <a:gd name="connsiteX131" fmla="*/ 366592 w 374366"/>
                <a:gd name="connsiteY131" fmla="*/ 170587 h 712723"/>
                <a:gd name="connsiteX132" fmla="*/ 365010 w 374366"/>
                <a:gd name="connsiteY132" fmla="*/ 166516 h 712723"/>
                <a:gd name="connsiteX133" fmla="*/ 365717 w 374366"/>
                <a:gd name="connsiteY133" fmla="*/ 165944 h 712723"/>
                <a:gd name="connsiteX134" fmla="*/ 367736 w 374366"/>
                <a:gd name="connsiteY134" fmla="*/ 164632 h 712723"/>
                <a:gd name="connsiteX135" fmla="*/ 368443 w 374366"/>
                <a:gd name="connsiteY135" fmla="*/ 162748 h 712723"/>
                <a:gd name="connsiteX136" fmla="*/ 367871 w 374366"/>
                <a:gd name="connsiteY136" fmla="*/ 160730 h 712723"/>
                <a:gd name="connsiteX137" fmla="*/ 366558 w 374366"/>
                <a:gd name="connsiteY137" fmla="*/ 158106 h 712723"/>
                <a:gd name="connsiteX138" fmla="*/ 366996 w 374366"/>
                <a:gd name="connsiteY138" fmla="*/ 155348 h 712723"/>
                <a:gd name="connsiteX139" fmla="*/ 369452 w 374366"/>
                <a:gd name="connsiteY139" fmla="*/ 154339 h 712723"/>
                <a:gd name="connsiteX140" fmla="*/ 370900 w 374366"/>
                <a:gd name="connsiteY140" fmla="*/ 153464 h 712723"/>
                <a:gd name="connsiteX141" fmla="*/ 372650 w 374366"/>
                <a:gd name="connsiteY141" fmla="*/ 147947 h 712723"/>
                <a:gd name="connsiteX142" fmla="*/ 373659 w 374366"/>
                <a:gd name="connsiteY142" fmla="*/ 145357 h 712723"/>
                <a:gd name="connsiteX143" fmla="*/ 373794 w 374366"/>
                <a:gd name="connsiteY143" fmla="*/ 143776 h 712723"/>
                <a:gd name="connsiteX144" fmla="*/ 374366 w 374366"/>
                <a:gd name="connsiteY144" fmla="*/ 139436 h 712723"/>
                <a:gd name="connsiteX145" fmla="*/ 373491 w 374366"/>
                <a:gd name="connsiteY145" fmla="*/ 136241 h 712723"/>
                <a:gd name="connsiteX146" fmla="*/ 373188 w 374366"/>
                <a:gd name="connsiteY146" fmla="*/ 134054 h 712723"/>
                <a:gd name="connsiteX147" fmla="*/ 371169 w 374366"/>
                <a:gd name="connsiteY147" fmla="*/ 131733 h 712723"/>
                <a:gd name="connsiteX148" fmla="*/ 369856 w 374366"/>
                <a:gd name="connsiteY148" fmla="*/ 129849 h 712723"/>
                <a:gd name="connsiteX149" fmla="*/ 368544 w 374366"/>
                <a:gd name="connsiteY149" fmla="*/ 129714 h 712723"/>
                <a:gd name="connsiteX150" fmla="*/ 364774 w 374366"/>
                <a:gd name="connsiteY150" fmla="*/ 128133 h 712723"/>
                <a:gd name="connsiteX151" fmla="*/ 363630 w 374366"/>
                <a:gd name="connsiteY151" fmla="*/ 125509 h 712723"/>
                <a:gd name="connsiteX152" fmla="*/ 362486 w 374366"/>
                <a:gd name="connsiteY152" fmla="*/ 124198 h 712723"/>
                <a:gd name="connsiteX153" fmla="*/ 362486 w 374366"/>
                <a:gd name="connsiteY153" fmla="*/ 120733 h 712723"/>
                <a:gd name="connsiteX154" fmla="*/ 361241 w 374366"/>
                <a:gd name="connsiteY154" fmla="*/ 117705 h 712723"/>
                <a:gd name="connsiteX155" fmla="*/ 361376 w 374366"/>
                <a:gd name="connsiteY155" fmla="*/ 116191 h 712723"/>
                <a:gd name="connsiteX156" fmla="*/ 363563 w 374366"/>
                <a:gd name="connsiteY156" fmla="*/ 112289 h 712723"/>
                <a:gd name="connsiteX157" fmla="*/ 364203 w 374366"/>
                <a:gd name="connsiteY157" fmla="*/ 111414 h 712723"/>
                <a:gd name="connsiteX158" fmla="*/ 365279 w 374366"/>
                <a:gd name="connsiteY158" fmla="*/ 108589 h 712723"/>
                <a:gd name="connsiteX159" fmla="*/ 365515 w 374366"/>
                <a:gd name="connsiteY159" fmla="*/ 105763 h 712723"/>
                <a:gd name="connsiteX160" fmla="*/ 363563 w 374366"/>
                <a:gd name="connsiteY160" fmla="*/ 102937 h 712723"/>
                <a:gd name="connsiteX161" fmla="*/ 362688 w 374366"/>
                <a:gd name="connsiteY161" fmla="*/ 101188 h 712723"/>
                <a:gd name="connsiteX162" fmla="*/ 361611 w 374366"/>
                <a:gd name="connsiteY162" fmla="*/ 100751 h 712723"/>
                <a:gd name="connsiteX163" fmla="*/ 358347 w 374366"/>
                <a:gd name="connsiteY163" fmla="*/ 100751 h 712723"/>
                <a:gd name="connsiteX164" fmla="*/ 353332 w 374366"/>
                <a:gd name="connsiteY164" fmla="*/ 100852 h 712723"/>
                <a:gd name="connsiteX165" fmla="*/ 349428 w 374366"/>
                <a:gd name="connsiteY165" fmla="*/ 100313 h 712723"/>
                <a:gd name="connsiteX166" fmla="*/ 343336 w 374366"/>
                <a:gd name="connsiteY166" fmla="*/ 99876 h 712723"/>
                <a:gd name="connsiteX167" fmla="*/ 338995 w 374366"/>
                <a:gd name="connsiteY167" fmla="*/ 98362 h 712723"/>
                <a:gd name="connsiteX168" fmla="*/ 333106 w 374366"/>
                <a:gd name="connsiteY168" fmla="*/ 95738 h 712723"/>
                <a:gd name="connsiteX169" fmla="*/ 332029 w 374366"/>
                <a:gd name="connsiteY169" fmla="*/ 93989 h 712723"/>
                <a:gd name="connsiteX170" fmla="*/ 330278 w 374366"/>
                <a:gd name="connsiteY170" fmla="*/ 92038 h 712723"/>
                <a:gd name="connsiteX171" fmla="*/ 327889 w 374366"/>
                <a:gd name="connsiteY171" fmla="*/ 92038 h 712723"/>
                <a:gd name="connsiteX172" fmla="*/ 324423 w 374366"/>
                <a:gd name="connsiteY172" fmla="*/ 91399 h 712723"/>
                <a:gd name="connsiteX173" fmla="*/ 320283 w 374366"/>
                <a:gd name="connsiteY173" fmla="*/ 88136 h 712723"/>
                <a:gd name="connsiteX174" fmla="*/ 318971 w 374366"/>
                <a:gd name="connsiteY174" fmla="*/ 83359 h 712723"/>
                <a:gd name="connsiteX175" fmla="*/ 321158 w 374366"/>
                <a:gd name="connsiteY175" fmla="*/ 77270 h 712723"/>
                <a:gd name="connsiteX176" fmla="*/ 323110 w 374366"/>
                <a:gd name="connsiteY176" fmla="*/ 75958 h 712723"/>
                <a:gd name="connsiteX177" fmla="*/ 325735 w 374366"/>
                <a:gd name="connsiteY177" fmla="*/ 76396 h 712723"/>
                <a:gd name="connsiteX178" fmla="*/ 330077 w 374366"/>
                <a:gd name="connsiteY178" fmla="*/ 77035 h 712723"/>
                <a:gd name="connsiteX179" fmla="*/ 331389 w 374366"/>
                <a:gd name="connsiteY179" fmla="*/ 75958 h 712723"/>
                <a:gd name="connsiteX180" fmla="*/ 330952 w 374366"/>
                <a:gd name="connsiteY180" fmla="*/ 71383 h 712723"/>
                <a:gd name="connsiteX181" fmla="*/ 330312 w 374366"/>
                <a:gd name="connsiteY181" fmla="*/ 65934 h 712723"/>
                <a:gd name="connsiteX182" fmla="*/ 339231 w 374366"/>
                <a:gd name="connsiteY182" fmla="*/ 65934 h 712723"/>
                <a:gd name="connsiteX183" fmla="*/ 342697 w 374366"/>
                <a:gd name="connsiteY183" fmla="*/ 63209 h 712723"/>
                <a:gd name="connsiteX184" fmla="*/ 344885 w 374366"/>
                <a:gd name="connsiteY184" fmla="*/ 61796 h 712723"/>
                <a:gd name="connsiteX185" fmla="*/ 352491 w 374366"/>
                <a:gd name="connsiteY185" fmla="*/ 60719 h 712723"/>
                <a:gd name="connsiteX186" fmla="*/ 360332 w 374366"/>
                <a:gd name="connsiteY186" fmla="*/ 57120 h 712723"/>
                <a:gd name="connsiteX187" fmla="*/ 362722 w 374366"/>
                <a:gd name="connsiteY187" fmla="*/ 55909 h 712723"/>
                <a:gd name="connsiteX188" fmla="*/ 364909 w 374366"/>
                <a:gd name="connsiteY188" fmla="*/ 54933 h 712723"/>
                <a:gd name="connsiteX189" fmla="*/ 366659 w 374366"/>
                <a:gd name="connsiteY189" fmla="*/ 52444 h 712723"/>
                <a:gd name="connsiteX190" fmla="*/ 369823 w 374366"/>
                <a:gd name="connsiteY190" fmla="*/ 51368 h 712723"/>
                <a:gd name="connsiteX191" fmla="*/ 370058 w 374366"/>
                <a:gd name="connsiteY191" fmla="*/ 50594 h 712723"/>
                <a:gd name="connsiteX192" fmla="*/ 368645 w 374366"/>
                <a:gd name="connsiteY192" fmla="*/ 48542 h 712723"/>
                <a:gd name="connsiteX193" fmla="*/ 368107 w 374366"/>
                <a:gd name="connsiteY193" fmla="*/ 48542 h 712723"/>
                <a:gd name="connsiteX194" fmla="*/ 364304 w 374366"/>
                <a:gd name="connsiteY194" fmla="*/ 48374 h 712723"/>
                <a:gd name="connsiteX195" fmla="*/ 361577 w 374366"/>
                <a:gd name="connsiteY195" fmla="*/ 47667 h 712723"/>
                <a:gd name="connsiteX196" fmla="*/ 356798 w 374366"/>
                <a:gd name="connsiteY196" fmla="*/ 47129 h 712723"/>
                <a:gd name="connsiteX197" fmla="*/ 354072 w 374366"/>
                <a:gd name="connsiteY197" fmla="*/ 47028 h 712723"/>
                <a:gd name="connsiteX198" fmla="*/ 351784 w 374366"/>
                <a:gd name="connsiteY198" fmla="*/ 47230 h 712723"/>
                <a:gd name="connsiteX199" fmla="*/ 349832 w 374366"/>
                <a:gd name="connsiteY199" fmla="*/ 43261 h 712723"/>
                <a:gd name="connsiteX200" fmla="*/ 351043 w 374366"/>
                <a:gd name="connsiteY200" fmla="*/ 39493 h 712723"/>
                <a:gd name="connsiteX201" fmla="*/ 349967 w 374366"/>
                <a:gd name="connsiteY201" fmla="*/ 34918 h 712723"/>
                <a:gd name="connsiteX202" fmla="*/ 349428 w 374366"/>
                <a:gd name="connsiteY202" fmla="*/ 29166 h 712723"/>
                <a:gd name="connsiteX203" fmla="*/ 348788 w 374366"/>
                <a:gd name="connsiteY203" fmla="*/ 26003 h 712723"/>
                <a:gd name="connsiteX204" fmla="*/ 348788 w 374366"/>
                <a:gd name="connsiteY204" fmla="*/ 23279 h 712723"/>
                <a:gd name="connsiteX205" fmla="*/ 348452 w 374366"/>
                <a:gd name="connsiteY205" fmla="*/ 21328 h 712723"/>
                <a:gd name="connsiteX206" fmla="*/ 347342 w 374366"/>
                <a:gd name="connsiteY206" fmla="*/ 18603 h 712723"/>
                <a:gd name="connsiteX207" fmla="*/ 343976 w 374366"/>
                <a:gd name="connsiteY207" fmla="*/ 15138 h 712723"/>
                <a:gd name="connsiteX208" fmla="*/ 341149 w 374366"/>
                <a:gd name="connsiteY208" fmla="*/ 13086 h 712723"/>
                <a:gd name="connsiteX209" fmla="*/ 337784 w 374366"/>
                <a:gd name="connsiteY209" fmla="*/ 10260 h 712723"/>
                <a:gd name="connsiteX210" fmla="*/ 334183 w 374366"/>
                <a:gd name="connsiteY210" fmla="*/ 7233 h 712723"/>
                <a:gd name="connsiteX211" fmla="*/ 333409 w 374366"/>
                <a:gd name="connsiteY211" fmla="*/ 4844 h 712723"/>
                <a:gd name="connsiteX212" fmla="*/ 332432 w 374366"/>
                <a:gd name="connsiteY212" fmla="*/ 1144 h 712723"/>
                <a:gd name="connsiteX213" fmla="*/ 331692 w 374366"/>
                <a:gd name="connsiteY213" fmla="*/ 0 h 712723"/>
                <a:gd name="connsiteX214" fmla="*/ 329908 w 374366"/>
                <a:gd name="connsiteY214" fmla="*/ 34 h 712723"/>
                <a:gd name="connsiteX215" fmla="*/ 328764 w 374366"/>
                <a:gd name="connsiteY215" fmla="*/ 1446 h 712723"/>
                <a:gd name="connsiteX216" fmla="*/ 326610 w 374366"/>
                <a:gd name="connsiteY216" fmla="*/ 3061 h 712723"/>
                <a:gd name="connsiteX217" fmla="*/ 326005 w 374366"/>
                <a:gd name="connsiteY217" fmla="*/ 5450 h 712723"/>
                <a:gd name="connsiteX218" fmla="*/ 326005 w 374366"/>
                <a:gd name="connsiteY218" fmla="*/ 11101 h 712723"/>
                <a:gd name="connsiteX219" fmla="*/ 326005 w 374366"/>
                <a:gd name="connsiteY219" fmla="*/ 14566 h 712723"/>
                <a:gd name="connsiteX220" fmla="*/ 326005 w 374366"/>
                <a:gd name="connsiteY220" fmla="*/ 19780 h 712723"/>
                <a:gd name="connsiteX221" fmla="*/ 322908 w 374366"/>
                <a:gd name="connsiteY221" fmla="*/ 20655 h 712723"/>
                <a:gd name="connsiteX222" fmla="*/ 320788 w 374366"/>
                <a:gd name="connsiteY222" fmla="*/ 22068 h 712723"/>
                <a:gd name="connsiteX223" fmla="*/ 320788 w 374366"/>
                <a:gd name="connsiteY223" fmla="*/ 26744 h 712723"/>
                <a:gd name="connsiteX224" fmla="*/ 318298 w 374366"/>
                <a:gd name="connsiteY224" fmla="*/ 30208 h 712723"/>
                <a:gd name="connsiteX225" fmla="*/ 312980 w 374366"/>
                <a:gd name="connsiteY225" fmla="*/ 30747 h 712723"/>
                <a:gd name="connsiteX226" fmla="*/ 310153 w 374366"/>
                <a:gd name="connsiteY226" fmla="*/ 28997 h 712723"/>
                <a:gd name="connsiteX227" fmla="*/ 307225 w 374366"/>
                <a:gd name="connsiteY227" fmla="*/ 26172 h 712723"/>
                <a:gd name="connsiteX228" fmla="*/ 305273 w 374366"/>
                <a:gd name="connsiteY228" fmla="*/ 25835 h 712723"/>
                <a:gd name="connsiteX229" fmla="*/ 303086 w 374366"/>
                <a:gd name="connsiteY229" fmla="*/ 27349 h 712723"/>
                <a:gd name="connsiteX230" fmla="*/ 301773 w 374366"/>
                <a:gd name="connsiteY230" fmla="*/ 31386 h 712723"/>
                <a:gd name="connsiteX231" fmla="*/ 298307 w 374366"/>
                <a:gd name="connsiteY231" fmla="*/ 35288 h 712723"/>
                <a:gd name="connsiteX232" fmla="*/ 295716 w 374366"/>
                <a:gd name="connsiteY232" fmla="*/ 38215 h 712723"/>
                <a:gd name="connsiteX233" fmla="*/ 293864 w 374366"/>
                <a:gd name="connsiteY233" fmla="*/ 41915 h 712723"/>
                <a:gd name="connsiteX234" fmla="*/ 291677 w 374366"/>
                <a:gd name="connsiteY234" fmla="*/ 46692 h 712723"/>
                <a:gd name="connsiteX235" fmla="*/ 287336 w 374366"/>
                <a:gd name="connsiteY235" fmla="*/ 48643 h 712723"/>
                <a:gd name="connsiteX236" fmla="*/ 284643 w 374366"/>
                <a:gd name="connsiteY236" fmla="*/ 51233 h 712723"/>
                <a:gd name="connsiteX237" fmla="*/ 281917 w 374366"/>
                <a:gd name="connsiteY237" fmla="*/ 52646 h 712723"/>
                <a:gd name="connsiteX238" fmla="*/ 277037 w 374366"/>
                <a:gd name="connsiteY238" fmla="*/ 53184 h 712723"/>
                <a:gd name="connsiteX239" fmla="*/ 270744 w 374366"/>
                <a:gd name="connsiteY239" fmla="*/ 50796 h 712723"/>
                <a:gd name="connsiteX240" fmla="*/ 263441 w 374366"/>
                <a:gd name="connsiteY240" fmla="*/ 47095 h 712723"/>
                <a:gd name="connsiteX241" fmla="*/ 260950 w 374366"/>
                <a:gd name="connsiteY241" fmla="*/ 43933 h 712723"/>
                <a:gd name="connsiteX242" fmla="*/ 256710 w 374366"/>
                <a:gd name="connsiteY242" fmla="*/ 40569 h 712723"/>
                <a:gd name="connsiteX243" fmla="*/ 252234 w 374366"/>
                <a:gd name="connsiteY243" fmla="*/ 38820 h 712723"/>
                <a:gd name="connsiteX244" fmla="*/ 245940 w 374366"/>
                <a:gd name="connsiteY244" fmla="*/ 39594 h 712723"/>
                <a:gd name="connsiteX245" fmla="*/ 242676 w 374366"/>
                <a:gd name="connsiteY245" fmla="*/ 42756 h 712723"/>
                <a:gd name="connsiteX246" fmla="*/ 239209 w 374366"/>
                <a:gd name="connsiteY246" fmla="*/ 46221 h 712723"/>
                <a:gd name="connsiteX247" fmla="*/ 237560 w 374366"/>
                <a:gd name="connsiteY247" fmla="*/ 48845 h 712723"/>
                <a:gd name="connsiteX248" fmla="*/ 233421 w 374366"/>
                <a:gd name="connsiteY248" fmla="*/ 57086 h 712723"/>
                <a:gd name="connsiteX249" fmla="*/ 230055 w 374366"/>
                <a:gd name="connsiteY249" fmla="*/ 61661 h 712723"/>
                <a:gd name="connsiteX250" fmla="*/ 226353 w 374366"/>
                <a:gd name="connsiteY250" fmla="*/ 66236 h 712723"/>
                <a:gd name="connsiteX251" fmla="*/ 222551 w 374366"/>
                <a:gd name="connsiteY251" fmla="*/ 69499 h 712723"/>
                <a:gd name="connsiteX252" fmla="*/ 217973 w 374366"/>
                <a:gd name="connsiteY252" fmla="*/ 70038 h 712723"/>
                <a:gd name="connsiteX253" fmla="*/ 213060 w 374366"/>
                <a:gd name="connsiteY253" fmla="*/ 68625 h 712723"/>
                <a:gd name="connsiteX254" fmla="*/ 206430 w 374366"/>
                <a:gd name="connsiteY254" fmla="*/ 63411 h 712723"/>
                <a:gd name="connsiteX255" fmla="*/ 199901 w 374366"/>
                <a:gd name="connsiteY255" fmla="*/ 58297 h 712723"/>
                <a:gd name="connsiteX256" fmla="*/ 195223 w 374366"/>
                <a:gd name="connsiteY256" fmla="*/ 55371 h 712723"/>
                <a:gd name="connsiteX257" fmla="*/ 189030 w 374366"/>
                <a:gd name="connsiteY257" fmla="*/ 55135 h 712723"/>
                <a:gd name="connsiteX258" fmla="*/ 182838 w 374366"/>
                <a:gd name="connsiteY258" fmla="*/ 56010 h 712723"/>
                <a:gd name="connsiteX259" fmla="*/ 176309 w 374366"/>
                <a:gd name="connsiteY259" fmla="*/ 61762 h 712723"/>
                <a:gd name="connsiteX260" fmla="*/ 169241 w 374366"/>
                <a:gd name="connsiteY260" fmla="*/ 67515 h 712723"/>
                <a:gd name="connsiteX261" fmla="*/ 163823 w 374366"/>
                <a:gd name="connsiteY261" fmla="*/ 77068 h 712723"/>
                <a:gd name="connsiteX262" fmla="*/ 159381 w 374366"/>
                <a:gd name="connsiteY262" fmla="*/ 84032 h 712723"/>
                <a:gd name="connsiteX263" fmla="*/ 156655 w 374366"/>
                <a:gd name="connsiteY263" fmla="*/ 90222 h 712723"/>
                <a:gd name="connsiteX264" fmla="*/ 152078 w 374366"/>
                <a:gd name="connsiteY264" fmla="*/ 96310 h 712723"/>
                <a:gd name="connsiteX265" fmla="*/ 150328 w 374366"/>
                <a:gd name="connsiteY265" fmla="*/ 104552 h 712723"/>
                <a:gd name="connsiteX266" fmla="*/ 150328 w 374366"/>
                <a:gd name="connsiteY266" fmla="*/ 108353 h 712723"/>
                <a:gd name="connsiteX267" fmla="*/ 149789 w 374366"/>
                <a:gd name="connsiteY267" fmla="*/ 116595 h 712723"/>
                <a:gd name="connsiteX268" fmla="*/ 148712 w 374366"/>
                <a:gd name="connsiteY268" fmla="*/ 122785 h 712723"/>
                <a:gd name="connsiteX269" fmla="*/ 146525 w 374366"/>
                <a:gd name="connsiteY269" fmla="*/ 125846 h 712723"/>
                <a:gd name="connsiteX270" fmla="*/ 143159 w 374366"/>
                <a:gd name="connsiteY270" fmla="*/ 131161 h 712723"/>
                <a:gd name="connsiteX271" fmla="*/ 137505 w 374366"/>
                <a:gd name="connsiteY271" fmla="*/ 132372 h 712723"/>
                <a:gd name="connsiteX272" fmla="*/ 123168 w 374366"/>
                <a:gd name="connsiteY272" fmla="*/ 132069 h 712723"/>
                <a:gd name="connsiteX273" fmla="*/ 112533 w 374366"/>
                <a:gd name="connsiteY273" fmla="*/ 131834 h 712723"/>
                <a:gd name="connsiteX274" fmla="*/ 106038 w 374366"/>
                <a:gd name="connsiteY274" fmla="*/ 131834 h 712723"/>
                <a:gd name="connsiteX275" fmla="*/ 102235 w 374366"/>
                <a:gd name="connsiteY275" fmla="*/ 132406 h 712723"/>
                <a:gd name="connsiteX276" fmla="*/ 97557 w 374366"/>
                <a:gd name="connsiteY276" fmla="*/ 133045 h 712723"/>
                <a:gd name="connsiteX277" fmla="*/ 100384 w 374366"/>
                <a:gd name="connsiteY277" fmla="*/ 137384 h 712723"/>
                <a:gd name="connsiteX278" fmla="*/ 102033 w 374366"/>
                <a:gd name="connsiteY278" fmla="*/ 138360 h 712723"/>
                <a:gd name="connsiteX279" fmla="*/ 104524 w 374366"/>
                <a:gd name="connsiteY279" fmla="*/ 139436 h 712723"/>
                <a:gd name="connsiteX280" fmla="*/ 104860 w 374366"/>
                <a:gd name="connsiteY280" fmla="*/ 141387 h 712723"/>
                <a:gd name="connsiteX281" fmla="*/ 104322 w 374366"/>
                <a:gd name="connsiteY281" fmla="*/ 144314 h 712723"/>
                <a:gd name="connsiteX282" fmla="*/ 103009 w 374366"/>
                <a:gd name="connsiteY282" fmla="*/ 147140 h 712723"/>
                <a:gd name="connsiteX283" fmla="*/ 101360 w 374366"/>
                <a:gd name="connsiteY283" fmla="*/ 149528 h 712723"/>
                <a:gd name="connsiteX284" fmla="*/ 98870 w 374366"/>
                <a:gd name="connsiteY284" fmla="*/ 151816 h 712723"/>
                <a:gd name="connsiteX285" fmla="*/ 95942 w 374366"/>
                <a:gd name="connsiteY285" fmla="*/ 153868 h 712723"/>
                <a:gd name="connsiteX286" fmla="*/ 95201 w 374366"/>
                <a:gd name="connsiteY286" fmla="*/ 155819 h 712723"/>
                <a:gd name="connsiteX287" fmla="*/ 95201 w 374366"/>
                <a:gd name="connsiteY287" fmla="*/ 158645 h 712723"/>
                <a:gd name="connsiteX288" fmla="*/ 92576 w 374366"/>
                <a:gd name="connsiteY288" fmla="*/ 160596 h 712723"/>
                <a:gd name="connsiteX289" fmla="*/ 87158 w 374366"/>
                <a:gd name="connsiteY289" fmla="*/ 161907 h 712723"/>
                <a:gd name="connsiteX290" fmla="*/ 83456 w 374366"/>
                <a:gd name="connsiteY290" fmla="*/ 161907 h 712723"/>
                <a:gd name="connsiteX291" fmla="*/ 79552 w 374366"/>
                <a:gd name="connsiteY291" fmla="*/ 161571 h 712723"/>
                <a:gd name="connsiteX292" fmla="*/ 76388 w 374366"/>
                <a:gd name="connsiteY292" fmla="*/ 163758 h 712723"/>
                <a:gd name="connsiteX293" fmla="*/ 77903 w 374366"/>
                <a:gd name="connsiteY293" fmla="*/ 168871 h 712723"/>
                <a:gd name="connsiteX294" fmla="*/ 82345 w 374366"/>
                <a:gd name="connsiteY294" fmla="*/ 170284 h 712723"/>
                <a:gd name="connsiteX295" fmla="*/ 85273 w 374366"/>
                <a:gd name="connsiteY295" fmla="*/ 173211 h 712723"/>
                <a:gd name="connsiteX296" fmla="*/ 87898 w 374366"/>
                <a:gd name="connsiteY296" fmla="*/ 174085 h 712723"/>
                <a:gd name="connsiteX297" fmla="*/ 88336 w 374366"/>
                <a:gd name="connsiteY297" fmla="*/ 175834 h 712723"/>
                <a:gd name="connsiteX298" fmla="*/ 81067 w 374366"/>
                <a:gd name="connsiteY298" fmla="*/ 181822 h 712723"/>
                <a:gd name="connsiteX299" fmla="*/ 80292 w 374366"/>
                <a:gd name="connsiteY299" fmla="*/ 188550 h 712723"/>
                <a:gd name="connsiteX300" fmla="*/ 80191 w 374366"/>
                <a:gd name="connsiteY300" fmla="*/ 192150 h 712723"/>
                <a:gd name="connsiteX301" fmla="*/ 79114 w 374366"/>
                <a:gd name="connsiteY301" fmla="*/ 196926 h 712723"/>
                <a:gd name="connsiteX302" fmla="*/ 77162 w 374366"/>
                <a:gd name="connsiteY302" fmla="*/ 201165 h 712723"/>
                <a:gd name="connsiteX303" fmla="*/ 74638 w 374366"/>
                <a:gd name="connsiteY303" fmla="*/ 203654 h 712723"/>
                <a:gd name="connsiteX304" fmla="*/ 71374 w 374366"/>
                <a:gd name="connsiteY304" fmla="*/ 205942 h 712723"/>
                <a:gd name="connsiteX305" fmla="*/ 69523 w 374366"/>
                <a:gd name="connsiteY305" fmla="*/ 207691 h 712723"/>
                <a:gd name="connsiteX306" fmla="*/ 67032 w 374366"/>
                <a:gd name="connsiteY306" fmla="*/ 208465 h 712723"/>
                <a:gd name="connsiteX307" fmla="*/ 64643 w 374366"/>
                <a:gd name="connsiteY307" fmla="*/ 210752 h 712723"/>
                <a:gd name="connsiteX308" fmla="*/ 64643 w 374366"/>
                <a:gd name="connsiteY308" fmla="*/ 214789 h 712723"/>
                <a:gd name="connsiteX309" fmla="*/ 66393 w 374366"/>
                <a:gd name="connsiteY309" fmla="*/ 218254 h 712723"/>
                <a:gd name="connsiteX310" fmla="*/ 65956 w 374366"/>
                <a:gd name="connsiteY310" fmla="*/ 222291 h 712723"/>
                <a:gd name="connsiteX311" fmla="*/ 64744 w 374366"/>
                <a:gd name="connsiteY311" fmla="*/ 225453 h 712723"/>
                <a:gd name="connsiteX312" fmla="*/ 63465 w 374366"/>
                <a:gd name="connsiteY312" fmla="*/ 227942 h 712723"/>
                <a:gd name="connsiteX313" fmla="*/ 63465 w 374366"/>
                <a:gd name="connsiteY313" fmla="*/ 230129 h 712723"/>
                <a:gd name="connsiteX314" fmla="*/ 61614 w 374366"/>
                <a:gd name="connsiteY314" fmla="*/ 234367 h 712723"/>
                <a:gd name="connsiteX315" fmla="*/ 59763 w 374366"/>
                <a:gd name="connsiteY315" fmla="*/ 237193 h 712723"/>
                <a:gd name="connsiteX316" fmla="*/ 57475 w 374366"/>
                <a:gd name="connsiteY316" fmla="*/ 239817 h 712723"/>
                <a:gd name="connsiteX317" fmla="*/ 56499 w 374366"/>
                <a:gd name="connsiteY317" fmla="*/ 242407 h 712723"/>
                <a:gd name="connsiteX318" fmla="*/ 56499 w 374366"/>
                <a:gd name="connsiteY318" fmla="*/ 245771 h 712723"/>
                <a:gd name="connsiteX319" fmla="*/ 56499 w 374366"/>
                <a:gd name="connsiteY319" fmla="*/ 249236 h 712723"/>
                <a:gd name="connsiteX320" fmla="*/ 55624 w 374366"/>
                <a:gd name="connsiteY320" fmla="*/ 252499 h 712723"/>
                <a:gd name="connsiteX321" fmla="*/ 55893 w 374366"/>
                <a:gd name="connsiteY321" fmla="*/ 255224 h 712723"/>
                <a:gd name="connsiteX322" fmla="*/ 54749 w 374366"/>
                <a:gd name="connsiteY322" fmla="*/ 259900 h 712723"/>
                <a:gd name="connsiteX323" fmla="*/ 54749 w 374366"/>
                <a:gd name="connsiteY323" fmla="*/ 264879 h 712723"/>
                <a:gd name="connsiteX324" fmla="*/ 53772 w 374366"/>
                <a:gd name="connsiteY324" fmla="*/ 267704 h 712723"/>
                <a:gd name="connsiteX325" fmla="*/ 51484 w 374366"/>
                <a:gd name="connsiteY325" fmla="*/ 269218 h 712723"/>
                <a:gd name="connsiteX326" fmla="*/ 48018 w 374366"/>
                <a:gd name="connsiteY326" fmla="*/ 270093 h 712723"/>
                <a:gd name="connsiteX327" fmla="*/ 45090 w 374366"/>
                <a:gd name="connsiteY327" fmla="*/ 271606 h 712723"/>
                <a:gd name="connsiteX328" fmla="*/ 43037 w 374366"/>
                <a:gd name="connsiteY328" fmla="*/ 275307 h 712723"/>
                <a:gd name="connsiteX329" fmla="*/ 41623 w 374366"/>
                <a:gd name="connsiteY329" fmla="*/ 277897 h 712723"/>
                <a:gd name="connsiteX330" fmla="*/ 40109 w 374366"/>
                <a:gd name="connsiteY330" fmla="*/ 281497 h 712723"/>
                <a:gd name="connsiteX331" fmla="*/ 37921 w 374366"/>
                <a:gd name="connsiteY331" fmla="*/ 284221 h 712723"/>
                <a:gd name="connsiteX332" fmla="*/ 33344 w 374366"/>
                <a:gd name="connsiteY332" fmla="*/ 286408 h 712723"/>
                <a:gd name="connsiteX333" fmla="*/ 31157 w 374366"/>
                <a:gd name="connsiteY333" fmla="*/ 287720 h 712723"/>
                <a:gd name="connsiteX334" fmla="*/ 29205 w 374366"/>
                <a:gd name="connsiteY334" fmla="*/ 290983 h 712723"/>
                <a:gd name="connsiteX335" fmla="*/ 24426 w 374366"/>
                <a:gd name="connsiteY335" fmla="*/ 295322 h 712723"/>
                <a:gd name="connsiteX336" fmla="*/ 23214 w 374366"/>
                <a:gd name="connsiteY336" fmla="*/ 299460 h 712723"/>
                <a:gd name="connsiteX337" fmla="*/ 22137 w 374366"/>
                <a:gd name="connsiteY337" fmla="*/ 301848 h 712723"/>
                <a:gd name="connsiteX338" fmla="*/ 19950 w 374366"/>
                <a:gd name="connsiteY338" fmla="*/ 304876 h 712723"/>
                <a:gd name="connsiteX339" fmla="*/ 19950 w 374366"/>
                <a:gd name="connsiteY339" fmla="*/ 308341 h 712723"/>
                <a:gd name="connsiteX340" fmla="*/ 22238 w 374366"/>
                <a:gd name="connsiteY340" fmla="*/ 309956 h 712723"/>
                <a:gd name="connsiteX341" fmla="*/ 22575 w 374366"/>
                <a:gd name="connsiteY341" fmla="*/ 312781 h 712723"/>
                <a:gd name="connsiteX342" fmla="*/ 20724 w 374366"/>
                <a:gd name="connsiteY342" fmla="*/ 315069 h 712723"/>
                <a:gd name="connsiteX343" fmla="*/ 19950 w 374366"/>
                <a:gd name="connsiteY343" fmla="*/ 318332 h 712723"/>
                <a:gd name="connsiteX344" fmla="*/ 19950 w 374366"/>
                <a:gd name="connsiteY344" fmla="*/ 320485 h 712723"/>
                <a:gd name="connsiteX345" fmla="*/ 19950 w 374366"/>
                <a:gd name="connsiteY345" fmla="*/ 321797 h 712723"/>
                <a:gd name="connsiteX346" fmla="*/ 18873 w 374366"/>
                <a:gd name="connsiteY346" fmla="*/ 324084 h 712723"/>
                <a:gd name="connsiteX347" fmla="*/ 20926 w 374366"/>
                <a:gd name="connsiteY347" fmla="*/ 326910 h 712723"/>
                <a:gd name="connsiteX348" fmla="*/ 23416 w 374366"/>
                <a:gd name="connsiteY348" fmla="*/ 328525 h 712723"/>
                <a:gd name="connsiteX349" fmla="*/ 25705 w 374366"/>
                <a:gd name="connsiteY349" fmla="*/ 330039 h 712723"/>
                <a:gd name="connsiteX350" fmla="*/ 28733 w 374366"/>
                <a:gd name="connsiteY350" fmla="*/ 333402 h 712723"/>
                <a:gd name="connsiteX351" fmla="*/ 30147 w 374366"/>
                <a:gd name="connsiteY351" fmla="*/ 334815 h 712723"/>
                <a:gd name="connsiteX352" fmla="*/ 32267 w 374366"/>
                <a:gd name="connsiteY352" fmla="*/ 337540 h 712723"/>
                <a:gd name="connsiteX353" fmla="*/ 33849 w 374366"/>
                <a:gd name="connsiteY353" fmla="*/ 340366 h 712723"/>
                <a:gd name="connsiteX354" fmla="*/ 33849 w 374366"/>
                <a:gd name="connsiteY354" fmla="*/ 343091 h 712723"/>
                <a:gd name="connsiteX355" fmla="*/ 34186 w 374366"/>
                <a:gd name="connsiteY355" fmla="*/ 344705 h 712723"/>
                <a:gd name="connsiteX356" fmla="*/ 36912 w 374366"/>
                <a:gd name="connsiteY356" fmla="*/ 345580 h 712723"/>
                <a:gd name="connsiteX357" fmla="*/ 38224 w 374366"/>
                <a:gd name="connsiteY357" fmla="*/ 346354 h 712723"/>
                <a:gd name="connsiteX358" fmla="*/ 39200 w 374366"/>
                <a:gd name="connsiteY358" fmla="*/ 347666 h 712723"/>
                <a:gd name="connsiteX359" fmla="*/ 41590 w 374366"/>
                <a:gd name="connsiteY359" fmla="*/ 348877 h 712723"/>
                <a:gd name="connsiteX360" fmla="*/ 44517 w 374366"/>
                <a:gd name="connsiteY360" fmla="*/ 351265 h 712723"/>
                <a:gd name="connsiteX361" fmla="*/ 44316 w 374366"/>
                <a:gd name="connsiteY361" fmla="*/ 352342 h 712723"/>
                <a:gd name="connsiteX362" fmla="*/ 42566 w 374366"/>
                <a:gd name="connsiteY362" fmla="*/ 353754 h 712723"/>
                <a:gd name="connsiteX363" fmla="*/ 41253 w 374366"/>
                <a:gd name="connsiteY363" fmla="*/ 354528 h 712723"/>
                <a:gd name="connsiteX364" fmla="*/ 40816 w 374366"/>
                <a:gd name="connsiteY364" fmla="*/ 357623 h 712723"/>
                <a:gd name="connsiteX365" fmla="*/ 40816 w 374366"/>
                <a:gd name="connsiteY365" fmla="*/ 358767 h 712723"/>
                <a:gd name="connsiteX366" fmla="*/ 44585 w 374366"/>
                <a:gd name="connsiteY366" fmla="*/ 360079 h 712723"/>
                <a:gd name="connsiteX367" fmla="*/ 47345 w 374366"/>
                <a:gd name="connsiteY367" fmla="*/ 361525 h 712723"/>
                <a:gd name="connsiteX368" fmla="*/ 46167 w 374366"/>
                <a:gd name="connsiteY368" fmla="*/ 363543 h 712723"/>
                <a:gd name="connsiteX369" fmla="*/ 44585 w 374366"/>
                <a:gd name="connsiteY369" fmla="*/ 365730 h 712723"/>
                <a:gd name="connsiteX370" fmla="*/ 44013 w 374366"/>
                <a:gd name="connsiteY370" fmla="*/ 368320 h 712723"/>
                <a:gd name="connsiteX371" fmla="*/ 47479 w 374366"/>
                <a:gd name="connsiteY371" fmla="*/ 372525 h 712723"/>
                <a:gd name="connsiteX372" fmla="*/ 46739 w 374366"/>
                <a:gd name="connsiteY372" fmla="*/ 376865 h 712723"/>
                <a:gd name="connsiteX373" fmla="*/ 45292 w 374366"/>
                <a:gd name="connsiteY373" fmla="*/ 379320 h 712723"/>
                <a:gd name="connsiteX374" fmla="*/ 42397 w 374366"/>
                <a:gd name="connsiteY374" fmla="*/ 381642 h 712723"/>
                <a:gd name="connsiteX375" fmla="*/ 39368 w 374366"/>
                <a:gd name="connsiteY375" fmla="*/ 382214 h 712723"/>
                <a:gd name="connsiteX376" fmla="*/ 36339 w 374366"/>
                <a:gd name="connsiteY376" fmla="*/ 386284 h 712723"/>
                <a:gd name="connsiteX377" fmla="*/ 33277 w 374366"/>
                <a:gd name="connsiteY377" fmla="*/ 388302 h 712723"/>
                <a:gd name="connsiteX378" fmla="*/ 33008 w 374366"/>
                <a:gd name="connsiteY378" fmla="*/ 390892 h 712723"/>
                <a:gd name="connsiteX379" fmla="*/ 35902 w 374366"/>
                <a:gd name="connsiteY379" fmla="*/ 395972 h 712723"/>
                <a:gd name="connsiteX380" fmla="*/ 37921 w 374366"/>
                <a:gd name="connsiteY380" fmla="*/ 397587 h 712723"/>
                <a:gd name="connsiteX381" fmla="*/ 38224 w 374366"/>
                <a:gd name="connsiteY381" fmla="*/ 402061 h 712723"/>
                <a:gd name="connsiteX382" fmla="*/ 37349 w 374366"/>
                <a:gd name="connsiteY382" fmla="*/ 404819 h 712723"/>
                <a:gd name="connsiteX383" fmla="*/ 34724 w 374366"/>
                <a:gd name="connsiteY383" fmla="*/ 407275 h 712723"/>
                <a:gd name="connsiteX384" fmla="*/ 32839 w 374366"/>
                <a:gd name="connsiteY384" fmla="*/ 411345 h 712723"/>
                <a:gd name="connsiteX385" fmla="*/ 26310 w 374366"/>
                <a:gd name="connsiteY385" fmla="*/ 416257 h 712723"/>
                <a:gd name="connsiteX386" fmla="*/ 22979 w 374366"/>
                <a:gd name="connsiteY386" fmla="*/ 421606 h 712723"/>
                <a:gd name="connsiteX387" fmla="*/ 20522 w 374366"/>
                <a:gd name="connsiteY387" fmla="*/ 425945 h 712723"/>
                <a:gd name="connsiteX388" fmla="*/ 19007 w 374366"/>
                <a:gd name="connsiteY388" fmla="*/ 428973 h 712723"/>
                <a:gd name="connsiteX389" fmla="*/ 14733 w 374366"/>
                <a:gd name="connsiteY389" fmla="*/ 430419 h 712723"/>
                <a:gd name="connsiteX390" fmla="*/ 14733 w 374366"/>
                <a:gd name="connsiteY390" fmla="*/ 433447 h 712723"/>
                <a:gd name="connsiteX391" fmla="*/ 15743 w 374366"/>
                <a:gd name="connsiteY391" fmla="*/ 434019 h 712723"/>
                <a:gd name="connsiteX392" fmla="*/ 16180 w 374366"/>
                <a:gd name="connsiteY392" fmla="*/ 436205 h 712723"/>
                <a:gd name="connsiteX393" fmla="*/ 14733 w 374366"/>
                <a:gd name="connsiteY393" fmla="*/ 437954 h 712723"/>
                <a:gd name="connsiteX394" fmla="*/ 11031 w 374366"/>
                <a:gd name="connsiteY394" fmla="*/ 438526 h 712723"/>
                <a:gd name="connsiteX395" fmla="*/ 9517 w 374366"/>
                <a:gd name="connsiteY395" fmla="*/ 440410 h 712723"/>
                <a:gd name="connsiteX396" fmla="*/ 9517 w 374366"/>
                <a:gd name="connsiteY396" fmla="*/ 443875 h 712723"/>
                <a:gd name="connsiteX397" fmla="*/ 10392 w 374366"/>
                <a:gd name="connsiteY397" fmla="*/ 448955 h 712723"/>
                <a:gd name="connsiteX398" fmla="*/ 11704 w 374366"/>
                <a:gd name="connsiteY398" fmla="*/ 451713 h 712723"/>
                <a:gd name="connsiteX399" fmla="*/ 10560 w 374366"/>
                <a:gd name="connsiteY399" fmla="*/ 453159 h 712723"/>
                <a:gd name="connsiteX400" fmla="*/ 11704 w 374366"/>
                <a:gd name="connsiteY400" fmla="*/ 454909 h 712723"/>
                <a:gd name="connsiteX401" fmla="*/ 12714 w 374366"/>
                <a:gd name="connsiteY401" fmla="*/ 456221 h 712723"/>
                <a:gd name="connsiteX402" fmla="*/ 13421 w 374366"/>
                <a:gd name="connsiteY402" fmla="*/ 458239 h 712723"/>
                <a:gd name="connsiteX403" fmla="*/ 11839 w 374366"/>
                <a:gd name="connsiteY403" fmla="*/ 460426 h 712723"/>
                <a:gd name="connsiteX404" fmla="*/ 9517 w 374366"/>
                <a:gd name="connsiteY404" fmla="*/ 461435 h 712723"/>
                <a:gd name="connsiteX405" fmla="*/ 9517 w 374366"/>
                <a:gd name="connsiteY405" fmla="*/ 463016 h 712723"/>
                <a:gd name="connsiteX406" fmla="*/ 11974 w 374366"/>
                <a:gd name="connsiteY406" fmla="*/ 463016 h 712723"/>
                <a:gd name="connsiteX407" fmla="*/ 13858 w 374366"/>
                <a:gd name="connsiteY407" fmla="*/ 465909 h 712723"/>
                <a:gd name="connsiteX408" fmla="*/ 15608 w 374366"/>
                <a:gd name="connsiteY408" fmla="*/ 465909 h 712723"/>
                <a:gd name="connsiteX409" fmla="*/ 15743 w 374366"/>
                <a:gd name="connsiteY409" fmla="*/ 468667 h 712723"/>
                <a:gd name="connsiteX410" fmla="*/ 15036 w 374366"/>
                <a:gd name="connsiteY410" fmla="*/ 470988 h 712723"/>
                <a:gd name="connsiteX411" fmla="*/ 14026 w 374366"/>
                <a:gd name="connsiteY411" fmla="*/ 472872 h 712723"/>
                <a:gd name="connsiteX412" fmla="*/ 12209 w 374366"/>
                <a:gd name="connsiteY412" fmla="*/ 474016 h 712723"/>
                <a:gd name="connsiteX413" fmla="*/ 11267 w 374366"/>
                <a:gd name="connsiteY413" fmla="*/ 475765 h 712723"/>
                <a:gd name="connsiteX414" fmla="*/ 11267 w 374366"/>
                <a:gd name="connsiteY414" fmla="*/ 476909 h 712723"/>
                <a:gd name="connsiteX415" fmla="*/ 13152 w 374366"/>
                <a:gd name="connsiteY415" fmla="*/ 478356 h 712723"/>
                <a:gd name="connsiteX416" fmla="*/ 15036 w 374366"/>
                <a:gd name="connsiteY416" fmla="*/ 480811 h 712723"/>
                <a:gd name="connsiteX417" fmla="*/ 17628 w 374366"/>
                <a:gd name="connsiteY417" fmla="*/ 484713 h 712723"/>
                <a:gd name="connsiteX418" fmla="*/ 18940 w 374366"/>
                <a:gd name="connsiteY418" fmla="*/ 488178 h 712723"/>
                <a:gd name="connsiteX419" fmla="*/ 19950 w 374366"/>
                <a:gd name="connsiteY419" fmla="*/ 489759 h 712723"/>
                <a:gd name="connsiteX420" fmla="*/ 19950 w 374366"/>
                <a:gd name="connsiteY420" fmla="*/ 492518 h 712723"/>
                <a:gd name="connsiteX421" fmla="*/ 19075 w 374366"/>
                <a:gd name="connsiteY421" fmla="*/ 494839 h 712723"/>
                <a:gd name="connsiteX422" fmla="*/ 18368 w 374366"/>
                <a:gd name="connsiteY422" fmla="*/ 497598 h 712723"/>
                <a:gd name="connsiteX423" fmla="*/ 17358 w 374366"/>
                <a:gd name="connsiteY423" fmla="*/ 499481 h 712723"/>
                <a:gd name="connsiteX424" fmla="*/ 16786 w 374366"/>
                <a:gd name="connsiteY424" fmla="*/ 502072 h 712723"/>
                <a:gd name="connsiteX425" fmla="*/ 16652 w 374366"/>
                <a:gd name="connsiteY425" fmla="*/ 503518 h 712723"/>
                <a:gd name="connsiteX426" fmla="*/ 17392 w 374366"/>
                <a:gd name="connsiteY426" fmla="*/ 505402 h 712723"/>
                <a:gd name="connsiteX427" fmla="*/ 17964 w 374366"/>
                <a:gd name="connsiteY427" fmla="*/ 508598 h 712723"/>
                <a:gd name="connsiteX428" fmla="*/ 18267 w 374366"/>
                <a:gd name="connsiteY428" fmla="*/ 512365 h 712723"/>
                <a:gd name="connsiteX429" fmla="*/ 18570 w 374366"/>
                <a:gd name="connsiteY429" fmla="*/ 515998 h 712723"/>
                <a:gd name="connsiteX430" fmla="*/ 18132 w 374366"/>
                <a:gd name="connsiteY430" fmla="*/ 519901 h 712723"/>
                <a:gd name="connsiteX431" fmla="*/ 17695 w 374366"/>
                <a:gd name="connsiteY431" fmla="*/ 525552 h 712723"/>
                <a:gd name="connsiteX432" fmla="*/ 16820 w 374366"/>
                <a:gd name="connsiteY432" fmla="*/ 527436 h 712723"/>
                <a:gd name="connsiteX433" fmla="*/ 16248 w 374366"/>
                <a:gd name="connsiteY433" fmla="*/ 530766 h 712723"/>
                <a:gd name="connsiteX434" fmla="*/ 16685 w 374366"/>
                <a:gd name="connsiteY434" fmla="*/ 535980 h 712723"/>
                <a:gd name="connsiteX435" fmla="*/ 16954 w 374366"/>
                <a:gd name="connsiteY435" fmla="*/ 541632 h 712723"/>
                <a:gd name="connsiteX436" fmla="*/ 18974 w 374366"/>
                <a:gd name="connsiteY436" fmla="*/ 544962 h 712723"/>
                <a:gd name="connsiteX437" fmla="*/ 20555 w 374366"/>
                <a:gd name="connsiteY437" fmla="*/ 548595 h 712723"/>
                <a:gd name="connsiteX438" fmla="*/ 21700 w 374366"/>
                <a:gd name="connsiteY438" fmla="*/ 553944 h 712723"/>
                <a:gd name="connsiteX439" fmla="*/ 20825 w 374366"/>
                <a:gd name="connsiteY439" fmla="*/ 558283 h 712723"/>
                <a:gd name="connsiteX440" fmla="*/ 21397 w 374366"/>
                <a:gd name="connsiteY440" fmla="*/ 565381 h 712723"/>
                <a:gd name="connsiteX441" fmla="*/ 26479 w 374366"/>
                <a:gd name="connsiteY441" fmla="*/ 571739 h 712723"/>
                <a:gd name="connsiteX442" fmla="*/ 28801 w 374366"/>
                <a:gd name="connsiteY442" fmla="*/ 574498 h 712723"/>
                <a:gd name="connsiteX443" fmla="*/ 30383 w 374366"/>
                <a:gd name="connsiteY443" fmla="*/ 582302 h 712723"/>
                <a:gd name="connsiteX444" fmla="*/ 30383 w 374366"/>
                <a:gd name="connsiteY444" fmla="*/ 586373 h 712723"/>
                <a:gd name="connsiteX445" fmla="*/ 31392 w 374366"/>
                <a:gd name="connsiteY445" fmla="*/ 591015 h 712723"/>
                <a:gd name="connsiteX446" fmla="*/ 30820 w 374366"/>
                <a:gd name="connsiteY446" fmla="*/ 596666 h 712723"/>
                <a:gd name="connsiteX447" fmla="*/ 29070 w 374366"/>
                <a:gd name="connsiteY447" fmla="*/ 600871 h 712723"/>
                <a:gd name="connsiteX448" fmla="*/ 27623 w 374366"/>
                <a:gd name="connsiteY448" fmla="*/ 605951 h 712723"/>
                <a:gd name="connsiteX449" fmla="*/ 25738 w 374366"/>
                <a:gd name="connsiteY449" fmla="*/ 609718 h 712723"/>
                <a:gd name="connsiteX450" fmla="*/ 23147 w 374366"/>
                <a:gd name="connsiteY450" fmla="*/ 613923 h 712723"/>
                <a:gd name="connsiteX451" fmla="*/ 22575 w 374366"/>
                <a:gd name="connsiteY451" fmla="*/ 619878 h 712723"/>
                <a:gd name="connsiteX452" fmla="*/ 18233 w 374366"/>
                <a:gd name="connsiteY452" fmla="*/ 625092 h 712723"/>
                <a:gd name="connsiteX453" fmla="*/ 14901 w 374366"/>
                <a:gd name="connsiteY453" fmla="*/ 629869 h 712723"/>
                <a:gd name="connsiteX454" fmla="*/ 12714 w 374366"/>
                <a:gd name="connsiteY454" fmla="*/ 633199 h 712723"/>
                <a:gd name="connsiteX455" fmla="*/ 9517 w 374366"/>
                <a:gd name="connsiteY455" fmla="*/ 637101 h 712723"/>
                <a:gd name="connsiteX456" fmla="*/ 7767 w 374366"/>
                <a:gd name="connsiteY456" fmla="*/ 639994 h 712723"/>
                <a:gd name="connsiteX457" fmla="*/ 7767 w 374366"/>
                <a:gd name="connsiteY457" fmla="*/ 645511 h 712723"/>
                <a:gd name="connsiteX458" fmla="*/ 7767 w 374366"/>
                <a:gd name="connsiteY458" fmla="*/ 649413 h 712723"/>
                <a:gd name="connsiteX459" fmla="*/ 7767 w 374366"/>
                <a:gd name="connsiteY459" fmla="*/ 654762 h 712723"/>
                <a:gd name="connsiteX460" fmla="*/ 6757 w 374366"/>
                <a:gd name="connsiteY460" fmla="*/ 657218 h 712723"/>
                <a:gd name="connsiteX461" fmla="*/ 6017 w 374366"/>
                <a:gd name="connsiteY461" fmla="*/ 660851 h 712723"/>
                <a:gd name="connsiteX462" fmla="*/ 3695 w 374366"/>
                <a:gd name="connsiteY462" fmla="*/ 664753 h 712723"/>
                <a:gd name="connsiteX463" fmla="*/ 1877 w 374366"/>
                <a:gd name="connsiteY463" fmla="*/ 668083 h 712723"/>
                <a:gd name="connsiteX464" fmla="*/ 800 w 374366"/>
                <a:gd name="connsiteY464" fmla="*/ 672154 h 712723"/>
                <a:gd name="connsiteX465" fmla="*/ 800 w 374366"/>
                <a:gd name="connsiteY465" fmla="*/ 680261 h 712723"/>
                <a:gd name="connsiteX466" fmla="*/ 1810 w 374366"/>
                <a:gd name="connsiteY466" fmla="*/ 682851 h 712723"/>
                <a:gd name="connsiteX467" fmla="*/ 194 w 374366"/>
                <a:gd name="connsiteY467" fmla="*/ 689814 h 712723"/>
                <a:gd name="connsiteX468" fmla="*/ 194 w 374366"/>
                <a:gd name="connsiteY468" fmla="*/ 700680 h 712723"/>
                <a:gd name="connsiteX469" fmla="*/ 935 w 374366"/>
                <a:gd name="connsiteY469" fmla="*/ 706634 h 712723"/>
                <a:gd name="connsiteX470" fmla="*/ 2820 w 374366"/>
                <a:gd name="connsiteY470" fmla="*/ 710267 h 712723"/>
                <a:gd name="connsiteX471" fmla="*/ 9147 w 374366"/>
                <a:gd name="connsiteY471" fmla="*/ 712723 h 712723"/>
                <a:gd name="connsiteX472" fmla="*/ 9147 w 374366"/>
                <a:gd name="connsiteY472" fmla="*/ 712723 h 712723"/>
                <a:gd name="connsiteX473" fmla="*/ 9921 w 374366"/>
                <a:gd name="connsiteY473" fmla="*/ 712420 h 712723"/>
                <a:gd name="connsiteX474" fmla="*/ 15575 w 374366"/>
                <a:gd name="connsiteY474" fmla="*/ 712420 h 712723"/>
                <a:gd name="connsiteX475" fmla="*/ 17325 w 374366"/>
                <a:gd name="connsiteY475" fmla="*/ 712420 h 712723"/>
                <a:gd name="connsiteX476" fmla="*/ 22541 w 374366"/>
                <a:gd name="connsiteY476" fmla="*/ 712420 h 712723"/>
                <a:gd name="connsiteX477" fmla="*/ 28061 w 374366"/>
                <a:gd name="connsiteY477" fmla="*/ 712420 h 712723"/>
                <a:gd name="connsiteX478" fmla="*/ 34590 w 374366"/>
                <a:gd name="connsiteY478" fmla="*/ 712420 h 712723"/>
                <a:gd name="connsiteX479" fmla="*/ 39671 w 374366"/>
                <a:gd name="connsiteY479" fmla="*/ 712218 h 712723"/>
                <a:gd name="connsiteX480" fmla="*/ 46200 w 374366"/>
                <a:gd name="connsiteY480" fmla="*/ 709359 h 712723"/>
                <a:gd name="connsiteX481" fmla="*/ 48522 w 374366"/>
                <a:gd name="connsiteY481" fmla="*/ 707341 h 712723"/>
                <a:gd name="connsiteX482" fmla="*/ 51720 w 374366"/>
                <a:gd name="connsiteY482" fmla="*/ 705019 h 712723"/>
                <a:gd name="connsiteX483" fmla="*/ 53470 w 374366"/>
                <a:gd name="connsiteY483" fmla="*/ 702261 h 712723"/>
                <a:gd name="connsiteX484" fmla="*/ 55657 w 374366"/>
                <a:gd name="connsiteY484" fmla="*/ 698493 h 712723"/>
                <a:gd name="connsiteX485" fmla="*/ 57239 w 374366"/>
                <a:gd name="connsiteY485" fmla="*/ 698493 h 712723"/>
                <a:gd name="connsiteX486" fmla="*/ 61446 w 374366"/>
                <a:gd name="connsiteY486" fmla="*/ 697787 h 712723"/>
                <a:gd name="connsiteX487" fmla="*/ 65383 w 374366"/>
                <a:gd name="connsiteY487" fmla="*/ 697787 h 712723"/>
                <a:gd name="connsiteX488" fmla="*/ 67975 w 374366"/>
                <a:gd name="connsiteY488" fmla="*/ 697787 h 712723"/>
                <a:gd name="connsiteX489" fmla="*/ 71172 w 374366"/>
                <a:gd name="connsiteY489" fmla="*/ 696643 h 712723"/>
                <a:gd name="connsiteX490" fmla="*/ 74504 w 374366"/>
                <a:gd name="connsiteY490" fmla="*/ 695062 h 712723"/>
                <a:gd name="connsiteX491" fmla="*/ 78139 w 374366"/>
                <a:gd name="connsiteY491" fmla="*/ 691295 h 712723"/>
                <a:gd name="connsiteX492" fmla="*/ 82917 w 374366"/>
                <a:gd name="connsiteY492" fmla="*/ 688704 h 712723"/>
                <a:gd name="connsiteX493" fmla="*/ 87831 w 374366"/>
                <a:gd name="connsiteY493" fmla="*/ 688132 h 712723"/>
                <a:gd name="connsiteX494" fmla="*/ 95639 w 374366"/>
                <a:gd name="connsiteY494" fmla="*/ 688132 h 712723"/>
                <a:gd name="connsiteX495" fmla="*/ 99577 w 374366"/>
                <a:gd name="connsiteY495" fmla="*/ 687426 h 712723"/>
                <a:gd name="connsiteX496" fmla="*/ 105230 w 374366"/>
                <a:gd name="connsiteY496" fmla="*/ 685542 h 712723"/>
                <a:gd name="connsiteX497" fmla="*/ 106812 w 374366"/>
                <a:gd name="connsiteY497" fmla="*/ 684667 h 712723"/>
                <a:gd name="connsiteX498" fmla="*/ 110009 w 374366"/>
                <a:gd name="connsiteY498" fmla="*/ 685037 h 712723"/>
                <a:gd name="connsiteX499" fmla="*/ 114216 w 374366"/>
                <a:gd name="connsiteY499" fmla="*/ 684667 h 712723"/>
                <a:gd name="connsiteX500" fmla="*/ 114788 w 374366"/>
                <a:gd name="connsiteY500" fmla="*/ 684667 h 712723"/>
                <a:gd name="connsiteX501" fmla="*/ 118692 w 374366"/>
                <a:gd name="connsiteY501" fmla="*/ 681909 h 712723"/>
                <a:gd name="connsiteX502" fmla="*/ 119836 w 374366"/>
                <a:gd name="connsiteY502" fmla="*/ 681169 h 712723"/>
                <a:gd name="connsiteX503" fmla="*/ 122293 w 374366"/>
                <a:gd name="connsiteY503" fmla="*/ 679588 h 712723"/>
                <a:gd name="connsiteX504" fmla="*/ 123942 w 374366"/>
                <a:gd name="connsiteY504" fmla="*/ 678007 h 712723"/>
                <a:gd name="connsiteX505" fmla="*/ 124313 w 374366"/>
                <a:gd name="connsiteY505" fmla="*/ 675988 h 712723"/>
                <a:gd name="connsiteX506" fmla="*/ 124313 w 374366"/>
                <a:gd name="connsiteY506" fmla="*/ 673365 h 712723"/>
                <a:gd name="connsiteX507" fmla="*/ 126500 w 374366"/>
                <a:gd name="connsiteY507" fmla="*/ 671783 h 712723"/>
                <a:gd name="connsiteX508" fmla="*/ 128519 w 374366"/>
                <a:gd name="connsiteY508" fmla="*/ 670034 h 712723"/>
                <a:gd name="connsiteX509" fmla="*/ 129529 w 374366"/>
                <a:gd name="connsiteY509" fmla="*/ 668722 h 712723"/>
                <a:gd name="connsiteX510" fmla="*/ 131986 w 374366"/>
                <a:gd name="connsiteY510" fmla="*/ 666973 h 712723"/>
                <a:gd name="connsiteX511" fmla="*/ 134745 w 374366"/>
                <a:gd name="connsiteY511" fmla="*/ 664517 h 712723"/>
                <a:gd name="connsiteX512" fmla="*/ 136933 w 374366"/>
                <a:gd name="connsiteY512" fmla="*/ 662331 h 712723"/>
                <a:gd name="connsiteX513" fmla="*/ 138952 w 374366"/>
                <a:gd name="connsiteY513" fmla="*/ 660582 h 712723"/>
                <a:gd name="connsiteX514" fmla="*/ 143159 w 374366"/>
                <a:gd name="connsiteY514" fmla="*/ 655502 h 712723"/>
                <a:gd name="connsiteX515" fmla="*/ 147366 w 374366"/>
                <a:gd name="connsiteY515" fmla="*/ 652878 h 712723"/>
                <a:gd name="connsiteX516" fmla="*/ 153154 w 374366"/>
                <a:gd name="connsiteY516" fmla="*/ 651566 h 712723"/>
                <a:gd name="connsiteX517" fmla="*/ 158236 w 374366"/>
                <a:gd name="connsiteY517" fmla="*/ 651566 h 712723"/>
                <a:gd name="connsiteX518" fmla="*/ 161568 w 374366"/>
                <a:gd name="connsiteY518" fmla="*/ 652138 h 712723"/>
                <a:gd name="connsiteX519" fmla="*/ 164328 w 374366"/>
                <a:gd name="connsiteY519" fmla="*/ 653282 h 712723"/>
                <a:gd name="connsiteX520" fmla="*/ 166583 w 374366"/>
                <a:gd name="connsiteY520" fmla="*/ 653147 h 712723"/>
                <a:gd name="connsiteX521" fmla="*/ 167828 w 374366"/>
                <a:gd name="connsiteY521" fmla="*/ 651566 h 712723"/>
                <a:gd name="connsiteX522" fmla="*/ 167828 w 374366"/>
                <a:gd name="connsiteY522" fmla="*/ 648942 h 712723"/>
                <a:gd name="connsiteX523" fmla="*/ 166953 w 374366"/>
                <a:gd name="connsiteY523" fmla="*/ 645612 h 712723"/>
                <a:gd name="connsiteX524" fmla="*/ 166078 w 374366"/>
                <a:gd name="connsiteY524" fmla="*/ 643425 h 712723"/>
                <a:gd name="connsiteX525" fmla="*/ 165001 w 374366"/>
                <a:gd name="connsiteY525" fmla="*/ 641541 h 712723"/>
                <a:gd name="connsiteX526" fmla="*/ 164362 w 374366"/>
                <a:gd name="connsiteY526" fmla="*/ 639220 h 712723"/>
                <a:gd name="connsiteX527" fmla="*/ 164362 w 374366"/>
                <a:gd name="connsiteY527" fmla="*/ 638480 h 712723"/>
                <a:gd name="connsiteX528" fmla="*/ 165371 w 374366"/>
                <a:gd name="connsiteY528" fmla="*/ 636731 h 712723"/>
                <a:gd name="connsiteX529" fmla="*/ 166549 w 374366"/>
                <a:gd name="connsiteY529" fmla="*/ 634982 h 712723"/>
                <a:gd name="connsiteX530" fmla="*/ 166684 w 374366"/>
                <a:gd name="connsiteY530" fmla="*/ 632526 h 712723"/>
                <a:gd name="connsiteX531" fmla="*/ 166549 w 374366"/>
                <a:gd name="connsiteY531" fmla="*/ 631651 h 712723"/>
                <a:gd name="connsiteX532" fmla="*/ 167862 w 374366"/>
                <a:gd name="connsiteY532" fmla="*/ 630642 h 712723"/>
                <a:gd name="connsiteX533" fmla="*/ 170453 w 374366"/>
                <a:gd name="connsiteY533" fmla="*/ 630642 h 712723"/>
                <a:gd name="connsiteX534" fmla="*/ 173347 w 374366"/>
                <a:gd name="connsiteY534" fmla="*/ 629902 h 712723"/>
                <a:gd name="connsiteX535" fmla="*/ 176679 w 374366"/>
                <a:gd name="connsiteY535" fmla="*/ 630642 h 712723"/>
                <a:gd name="connsiteX536" fmla="*/ 180011 w 374366"/>
                <a:gd name="connsiteY536" fmla="*/ 631786 h 712723"/>
                <a:gd name="connsiteX537" fmla="*/ 180718 w 374366"/>
                <a:gd name="connsiteY537" fmla="*/ 633098 h 712723"/>
                <a:gd name="connsiteX538" fmla="*/ 184622 w 374366"/>
                <a:gd name="connsiteY538" fmla="*/ 634242 h 712723"/>
                <a:gd name="connsiteX539" fmla="*/ 191891 w 374366"/>
                <a:gd name="connsiteY539" fmla="*/ 633872 h 712723"/>
                <a:gd name="connsiteX540" fmla="*/ 197107 w 374366"/>
                <a:gd name="connsiteY540" fmla="*/ 634511 h 712723"/>
                <a:gd name="connsiteX541" fmla="*/ 202324 w 374366"/>
                <a:gd name="connsiteY541" fmla="*/ 634410 h 712723"/>
                <a:gd name="connsiteX542" fmla="*/ 206901 w 374366"/>
                <a:gd name="connsiteY542" fmla="*/ 634948 h 712723"/>
                <a:gd name="connsiteX543" fmla="*/ 211040 w 374366"/>
                <a:gd name="connsiteY543" fmla="*/ 635856 h 712723"/>
                <a:gd name="connsiteX544" fmla="*/ 213968 w 374366"/>
                <a:gd name="connsiteY544" fmla="*/ 636731 h 712723"/>
                <a:gd name="connsiteX545" fmla="*/ 216829 w 374366"/>
                <a:gd name="connsiteY545" fmla="*/ 635083 h 712723"/>
                <a:gd name="connsiteX546" fmla="*/ 218848 w 374366"/>
                <a:gd name="connsiteY546" fmla="*/ 633064 h 712723"/>
                <a:gd name="connsiteX547" fmla="*/ 220430 w 374366"/>
                <a:gd name="connsiteY547" fmla="*/ 630878 h 712723"/>
                <a:gd name="connsiteX548" fmla="*/ 221440 w 374366"/>
                <a:gd name="connsiteY548" fmla="*/ 628859 h 712723"/>
                <a:gd name="connsiteX549" fmla="*/ 224334 w 374366"/>
                <a:gd name="connsiteY549" fmla="*/ 628859 h 712723"/>
                <a:gd name="connsiteX550" fmla="*/ 226050 w 374366"/>
                <a:gd name="connsiteY550" fmla="*/ 628859 h 712723"/>
                <a:gd name="connsiteX551" fmla="*/ 226925 w 374366"/>
                <a:gd name="connsiteY551" fmla="*/ 631752 h 712723"/>
                <a:gd name="connsiteX552" fmla="*/ 227800 w 374366"/>
                <a:gd name="connsiteY552" fmla="*/ 633636 h 712723"/>
                <a:gd name="connsiteX553" fmla="*/ 229820 w 374366"/>
                <a:gd name="connsiteY553" fmla="*/ 635385 h 712723"/>
                <a:gd name="connsiteX554" fmla="*/ 234026 w 374366"/>
                <a:gd name="connsiteY554" fmla="*/ 635251 h 712723"/>
                <a:gd name="connsiteX555" fmla="*/ 237426 w 374366"/>
                <a:gd name="connsiteY555" fmla="*/ 632358 h 712723"/>
                <a:gd name="connsiteX556" fmla="*/ 239108 w 374366"/>
                <a:gd name="connsiteY556" fmla="*/ 630474 h 712723"/>
                <a:gd name="connsiteX557" fmla="*/ 239108 w 374366"/>
                <a:gd name="connsiteY557" fmla="*/ 629734 h 712723"/>
                <a:gd name="connsiteX558" fmla="*/ 239108 w 374366"/>
                <a:gd name="connsiteY558" fmla="*/ 626269 h 712723"/>
                <a:gd name="connsiteX559" fmla="*/ 240118 w 374366"/>
                <a:gd name="connsiteY559" fmla="*/ 624688 h 712723"/>
                <a:gd name="connsiteX560" fmla="*/ 241700 w 374366"/>
                <a:gd name="connsiteY560" fmla="*/ 622939 h 712723"/>
                <a:gd name="connsiteX561" fmla="*/ 242575 w 374366"/>
                <a:gd name="connsiteY561" fmla="*/ 621795 h 712723"/>
                <a:gd name="connsiteX562" fmla="*/ 243887 w 374366"/>
                <a:gd name="connsiteY562" fmla="*/ 620349 h 712723"/>
                <a:gd name="connsiteX563" fmla="*/ 247959 w 374366"/>
                <a:gd name="connsiteY563" fmla="*/ 619339 h 712723"/>
                <a:gd name="connsiteX564" fmla="*/ 251426 w 374366"/>
                <a:gd name="connsiteY564" fmla="*/ 618465 h 712723"/>
                <a:gd name="connsiteX565" fmla="*/ 253883 w 374366"/>
                <a:gd name="connsiteY565" fmla="*/ 618465 h 712723"/>
                <a:gd name="connsiteX566" fmla="*/ 254623 w 374366"/>
                <a:gd name="connsiteY566" fmla="*/ 620786 h 712723"/>
                <a:gd name="connsiteX567" fmla="*/ 257517 w 374366"/>
                <a:gd name="connsiteY567" fmla="*/ 622670 h 712723"/>
                <a:gd name="connsiteX568" fmla="*/ 261859 w 374366"/>
                <a:gd name="connsiteY568" fmla="*/ 622939 h 712723"/>
                <a:gd name="connsiteX569" fmla="*/ 265191 w 374366"/>
                <a:gd name="connsiteY569" fmla="*/ 619911 h 712723"/>
                <a:gd name="connsiteX570" fmla="*/ 265191 w 374366"/>
                <a:gd name="connsiteY570" fmla="*/ 615874 h 712723"/>
                <a:gd name="connsiteX571" fmla="*/ 266941 w 374366"/>
                <a:gd name="connsiteY571" fmla="*/ 614125 h 712723"/>
                <a:gd name="connsiteX572" fmla="*/ 268119 w 374366"/>
                <a:gd name="connsiteY572" fmla="*/ 611232 h 712723"/>
                <a:gd name="connsiteX573" fmla="*/ 271181 w 374366"/>
                <a:gd name="connsiteY573" fmla="*/ 608642 h 712723"/>
                <a:gd name="connsiteX574" fmla="*/ 275826 w 374366"/>
                <a:gd name="connsiteY574" fmla="*/ 607902 h 712723"/>
                <a:gd name="connsiteX575" fmla="*/ 278888 w 374366"/>
                <a:gd name="connsiteY575" fmla="*/ 608642 h 712723"/>
                <a:gd name="connsiteX576" fmla="*/ 280907 w 374366"/>
                <a:gd name="connsiteY576" fmla="*/ 610660 h 712723"/>
                <a:gd name="connsiteX577" fmla="*/ 282792 w 374366"/>
                <a:gd name="connsiteY577" fmla="*/ 611232 h 712723"/>
                <a:gd name="connsiteX578" fmla="*/ 285249 w 374366"/>
                <a:gd name="connsiteY578" fmla="*/ 610357 h 712723"/>
                <a:gd name="connsiteX579" fmla="*/ 286124 w 374366"/>
                <a:gd name="connsiteY579" fmla="*/ 607902 h 712723"/>
                <a:gd name="connsiteX580" fmla="*/ 286124 w 374366"/>
                <a:gd name="connsiteY580" fmla="*/ 607162 h 712723"/>
                <a:gd name="connsiteX581" fmla="*/ 286124 w 374366"/>
                <a:gd name="connsiteY581" fmla="*/ 604572 h 712723"/>
                <a:gd name="connsiteX582" fmla="*/ 286999 w 374366"/>
                <a:gd name="connsiteY582" fmla="*/ 604572 h 712723"/>
                <a:gd name="connsiteX583" fmla="*/ 290330 w 374366"/>
                <a:gd name="connsiteY583" fmla="*/ 601948 h 712723"/>
                <a:gd name="connsiteX584" fmla="*/ 293393 w 374366"/>
                <a:gd name="connsiteY584" fmla="*/ 599492 h 712723"/>
                <a:gd name="connsiteX585" fmla="*/ 295581 w 374366"/>
                <a:gd name="connsiteY585" fmla="*/ 597608 h 712723"/>
                <a:gd name="connsiteX586" fmla="*/ 297331 w 374366"/>
                <a:gd name="connsiteY586" fmla="*/ 595152 h 712723"/>
                <a:gd name="connsiteX587" fmla="*/ 299215 w 374366"/>
                <a:gd name="connsiteY587" fmla="*/ 592966 h 712723"/>
                <a:gd name="connsiteX588" fmla="*/ 301403 w 374366"/>
                <a:gd name="connsiteY588" fmla="*/ 588492 h 712723"/>
                <a:gd name="connsiteX589" fmla="*/ 302850 w 374366"/>
                <a:gd name="connsiteY589" fmla="*/ 585464 h 712723"/>
                <a:gd name="connsiteX590" fmla="*/ 305307 w 374366"/>
                <a:gd name="connsiteY590" fmla="*/ 582268 h 712723"/>
                <a:gd name="connsiteX591" fmla="*/ 305307 w 374366"/>
                <a:gd name="connsiteY591" fmla="*/ 579375 h 712723"/>
                <a:gd name="connsiteX592" fmla="*/ 304432 w 374366"/>
                <a:gd name="connsiteY592" fmla="*/ 575608 h 712723"/>
                <a:gd name="connsiteX593" fmla="*/ 303422 w 374366"/>
                <a:gd name="connsiteY593" fmla="*/ 572715 h 712723"/>
                <a:gd name="connsiteX594" fmla="*/ 302413 w 374366"/>
                <a:gd name="connsiteY594" fmla="*/ 568813 h 712723"/>
                <a:gd name="connsiteX595" fmla="*/ 301840 w 374366"/>
                <a:gd name="connsiteY595" fmla="*/ 566357 h 712723"/>
                <a:gd name="connsiteX596" fmla="*/ 301403 w 374366"/>
                <a:gd name="connsiteY596" fmla="*/ 563733 h 712723"/>
                <a:gd name="connsiteX597" fmla="*/ 303422 w 374366"/>
                <a:gd name="connsiteY597" fmla="*/ 562858 h 712723"/>
                <a:gd name="connsiteX598" fmla="*/ 304432 w 374366"/>
                <a:gd name="connsiteY598" fmla="*/ 562858 h 712723"/>
                <a:gd name="connsiteX599" fmla="*/ 307326 w 374366"/>
                <a:gd name="connsiteY599" fmla="*/ 562858 h 712723"/>
                <a:gd name="connsiteX600" fmla="*/ 309783 w 374366"/>
                <a:gd name="connsiteY600" fmla="*/ 562724 h 712723"/>
                <a:gd name="connsiteX601" fmla="*/ 312812 w 374366"/>
                <a:gd name="connsiteY601" fmla="*/ 561849 h 712723"/>
                <a:gd name="connsiteX602" fmla="*/ 312812 w 374366"/>
                <a:gd name="connsiteY602" fmla="*/ 560974 h 712723"/>
                <a:gd name="connsiteX603" fmla="*/ 311365 w 374366"/>
                <a:gd name="connsiteY603" fmla="*/ 557947 h 712723"/>
                <a:gd name="connsiteX604" fmla="*/ 310119 w 374366"/>
                <a:gd name="connsiteY604" fmla="*/ 555626 h 712723"/>
                <a:gd name="connsiteX605" fmla="*/ 308740 w 374366"/>
                <a:gd name="connsiteY605" fmla="*/ 553439 h 712723"/>
                <a:gd name="connsiteX606" fmla="*/ 308740 w 374366"/>
                <a:gd name="connsiteY606" fmla="*/ 551555 h 712723"/>
                <a:gd name="connsiteX607" fmla="*/ 310187 w 374366"/>
                <a:gd name="connsiteY607" fmla="*/ 548225 h 712723"/>
                <a:gd name="connsiteX608" fmla="*/ 312072 w 374366"/>
                <a:gd name="connsiteY608" fmla="*/ 546476 h 712723"/>
                <a:gd name="connsiteX609" fmla="*/ 313956 w 374366"/>
                <a:gd name="connsiteY609" fmla="*/ 545601 h 712723"/>
                <a:gd name="connsiteX610" fmla="*/ 313956 w 374366"/>
                <a:gd name="connsiteY610" fmla="*/ 542843 h 712723"/>
                <a:gd name="connsiteX611" fmla="*/ 312879 w 374366"/>
                <a:gd name="connsiteY611" fmla="*/ 540522 h 712723"/>
                <a:gd name="connsiteX612" fmla="*/ 310927 w 374366"/>
                <a:gd name="connsiteY612" fmla="*/ 538335 h 712723"/>
                <a:gd name="connsiteX613" fmla="*/ 309345 w 374366"/>
                <a:gd name="connsiteY613" fmla="*/ 535577 h 712723"/>
                <a:gd name="connsiteX614" fmla="*/ 310927 w 374366"/>
                <a:gd name="connsiteY614" fmla="*/ 533390 h 712723"/>
                <a:gd name="connsiteX615" fmla="*/ 311634 w 374366"/>
                <a:gd name="connsiteY615" fmla="*/ 532078 h 712723"/>
                <a:gd name="connsiteX616" fmla="*/ 310322 w 374366"/>
                <a:gd name="connsiteY616" fmla="*/ 530934 h 712723"/>
                <a:gd name="connsiteX617" fmla="*/ 312072 w 374366"/>
                <a:gd name="connsiteY617" fmla="*/ 529185 h 712723"/>
                <a:gd name="connsiteX618" fmla="*/ 312206 w 374366"/>
                <a:gd name="connsiteY618" fmla="*/ 527873 h 712723"/>
                <a:gd name="connsiteX619" fmla="*/ 310019 w 374366"/>
                <a:gd name="connsiteY619" fmla="*/ 526124 h 712723"/>
                <a:gd name="connsiteX620" fmla="*/ 309009 w 374366"/>
                <a:gd name="connsiteY620" fmla="*/ 523937 h 712723"/>
                <a:gd name="connsiteX621" fmla="*/ 309884 w 374366"/>
                <a:gd name="connsiteY621" fmla="*/ 522188 h 712723"/>
                <a:gd name="connsiteX622" fmla="*/ 311466 w 374366"/>
                <a:gd name="connsiteY622" fmla="*/ 521044 h 712723"/>
                <a:gd name="connsiteX623" fmla="*/ 313047 w 374366"/>
                <a:gd name="connsiteY623" fmla="*/ 521044 h 712723"/>
                <a:gd name="connsiteX624" fmla="*/ 312610 w 374366"/>
                <a:gd name="connsiteY624" fmla="*/ 516402 h 712723"/>
                <a:gd name="connsiteX625" fmla="*/ 312172 w 374366"/>
                <a:gd name="connsiteY625" fmla="*/ 514216 h 712723"/>
                <a:gd name="connsiteX626" fmla="*/ 312172 w 374366"/>
                <a:gd name="connsiteY626" fmla="*/ 513206 h 712723"/>
                <a:gd name="connsiteX627" fmla="*/ 313047 w 374366"/>
                <a:gd name="connsiteY627" fmla="*/ 508295 h 712723"/>
                <a:gd name="connsiteX628" fmla="*/ 315807 w 374366"/>
                <a:gd name="connsiteY628" fmla="*/ 507723 h 712723"/>
                <a:gd name="connsiteX629" fmla="*/ 318567 w 374366"/>
                <a:gd name="connsiteY629" fmla="*/ 506983 h 712723"/>
                <a:gd name="connsiteX630" fmla="*/ 318264 w 374366"/>
                <a:gd name="connsiteY630" fmla="*/ 501903 h 712723"/>
                <a:gd name="connsiteX631" fmla="*/ 313721 w 374366"/>
                <a:gd name="connsiteY631" fmla="*/ 500659 h 71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374366" h="712723">
                  <a:moveTo>
                    <a:pt x="313721" y="500659"/>
                  </a:moveTo>
                  <a:cubicBezTo>
                    <a:pt x="312408" y="500019"/>
                    <a:pt x="306552" y="495007"/>
                    <a:pt x="306552" y="495007"/>
                  </a:cubicBezTo>
                  <a:lnTo>
                    <a:pt x="301773" y="490870"/>
                  </a:lnTo>
                  <a:cubicBezTo>
                    <a:pt x="301773" y="490870"/>
                    <a:pt x="301571" y="487606"/>
                    <a:pt x="301773" y="486732"/>
                  </a:cubicBezTo>
                  <a:cubicBezTo>
                    <a:pt x="302009" y="485857"/>
                    <a:pt x="301773" y="482830"/>
                    <a:pt x="301773" y="482830"/>
                  </a:cubicBezTo>
                  <a:lnTo>
                    <a:pt x="299821" y="480643"/>
                  </a:lnTo>
                  <a:cubicBezTo>
                    <a:pt x="299821" y="480643"/>
                    <a:pt x="296994" y="476943"/>
                    <a:pt x="296119" y="476304"/>
                  </a:cubicBezTo>
                  <a:cubicBezTo>
                    <a:pt x="295244" y="475664"/>
                    <a:pt x="293494" y="473680"/>
                    <a:pt x="292215" y="472603"/>
                  </a:cubicBezTo>
                  <a:cubicBezTo>
                    <a:pt x="290903" y="471527"/>
                    <a:pt x="291576" y="469340"/>
                    <a:pt x="291576" y="469340"/>
                  </a:cubicBezTo>
                  <a:cubicBezTo>
                    <a:pt x="291576" y="469340"/>
                    <a:pt x="293730" y="467826"/>
                    <a:pt x="297230" y="467389"/>
                  </a:cubicBezTo>
                  <a:cubicBezTo>
                    <a:pt x="300696" y="466952"/>
                    <a:pt x="296994" y="466313"/>
                    <a:pt x="296994" y="466313"/>
                  </a:cubicBezTo>
                  <a:lnTo>
                    <a:pt x="291138" y="462848"/>
                  </a:lnTo>
                  <a:lnTo>
                    <a:pt x="291778" y="459383"/>
                  </a:lnTo>
                  <a:lnTo>
                    <a:pt x="295917" y="457634"/>
                  </a:lnTo>
                  <a:lnTo>
                    <a:pt x="299182" y="455245"/>
                  </a:lnTo>
                  <a:lnTo>
                    <a:pt x="303961" y="455245"/>
                  </a:lnTo>
                  <a:lnTo>
                    <a:pt x="306788" y="451343"/>
                  </a:lnTo>
                  <a:lnTo>
                    <a:pt x="305711" y="449392"/>
                  </a:lnTo>
                  <a:lnTo>
                    <a:pt x="305071" y="446802"/>
                  </a:lnTo>
                  <a:lnTo>
                    <a:pt x="309413" y="445725"/>
                  </a:lnTo>
                  <a:cubicBezTo>
                    <a:pt x="309413" y="445725"/>
                    <a:pt x="312442" y="444649"/>
                    <a:pt x="313317" y="444413"/>
                  </a:cubicBezTo>
                  <a:cubicBezTo>
                    <a:pt x="314192" y="444211"/>
                    <a:pt x="314629" y="444649"/>
                    <a:pt x="315942" y="444413"/>
                  </a:cubicBezTo>
                  <a:cubicBezTo>
                    <a:pt x="317254" y="444211"/>
                    <a:pt x="317692" y="444413"/>
                    <a:pt x="317692" y="444413"/>
                  </a:cubicBezTo>
                  <a:lnTo>
                    <a:pt x="317927" y="441587"/>
                  </a:lnTo>
                  <a:lnTo>
                    <a:pt x="317052" y="437013"/>
                  </a:lnTo>
                  <a:lnTo>
                    <a:pt x="319004" y="430924"/>
                  </a:lnTo>
                  <a:lnTo>
                    <a:pt x="316615" y="429410"/>
                  </a:lnTo>
                  <a:lnTo>
                    <a:pt x="315975" y="423758"/>
                  </a:lnTo>
                  <a:lnTo>
                    <a:pt x="316177" y="418343"/>
                  </a:lnTo>
                  <a:lnTo>
                    <a:pt x="317692" y="414642"/>
                  </a:lnTo>
                  <a:lnTo>
                    <a:pt x="321394" y="410740"/>
                  </a:lnTo>
                  <a:lnTo>
                    <a:pt x="324221" y="405526"/>
                  </a:lnTo>
                  <a:lnTo>
                    <a:pt x="326173" y="399942"/>
                  </a:lnTo>
                  <a:cubicBezTo>
                    <a:pt x="326173" y="399942"/>
                    <a:pt x="329202" y="396039"/>
                    <a:pt x="330380" y="395871"/>
                  </a:cubicBezTo>
                  <a:cubicBezTo>
                    <a:pt x="331524" y="395737"/>
                    <a:pt x="333711" y="394290"/>
                    <a:pt x="334284" y="393987"/>
                  </a:cubicBezTo>
                  <a:cubicBezTo>
                    <a:pt x="334856" y="393685"/>
                    <a:pt x="335865" y="391835"/>
                    <a:pt x="335865" y="391835"/>
                  </a:cubicBezTo>
                  <a:lnTo>
                    <a:pt x="331793" y="387932"/>
                  </a:lnTo>
                  <a:cubicBezTo>
                    <a:pt x="331793" y="387932"/>
                    <a:pt x="331221" y="385746"/>
                    <a:pt x="331490" y="384905"/>
                  </a:cubicBezTo>
                  <a:cubicBezTo>
                    <a:pt x="331793" y="384030"/>
                    <a:pt x="332500" y="382584"/>
                    <a:pt x="333510" y="381877"/>
                  </a:cubicBezTo>
                  <a:cubicBezTo>
                    <a:pt x="334519" y="381137"/>
                    <a:pt x="335966" y="379691"/>
                    <a:pt x="336539" y="379556"/>
                  </a:cubicBezTo>
                  <a:cubicBezTo>
                    <a:pt x="337110" y="379421"/>
                    <a:pt x="337851" y="377672"/>
                    <a:pt x="338995" y="376932"/>
                  </a:cubicBezTo>
                  <a:cubicBezTo>
                    <a:pt x="340139" y="376226"/>
                    <a:pt x="340577" y="375923"/>
                    <a:pt x="341183" y="375486"/>
                  </a:cubicBezTo>
                  <a:cubicBezTo>
                    <a:pt x="341755" y="375048"/>
                    <a:pt x="342495" y="372593"/>
                    <a:pt x="342495" y="372593"/>
                  </a:cubicBezTo>
                  <a:lnTo>
                    <a:pt x="344077" y="368119"/>
                  </a:lnTo>
                  <a:cubicBezTo>
                    <a:pt x="344077" y="368119"/>
                    <a:pt x="346096" y="365091"/>
                    <a:pt x="346399" y="364485"/>
                  </a:cubicBezTo>
                  <a:cubicBezTo>
                    <a:pt x="346702" y="363914"/>
                    <a:pt x="347409" y="360583"/>
                    <a:pt x="347712" y="358699"/>
                  </a:cubicBezTo>
                  <a:cubicBezTo>
                    <a:pt x="348014" y="356816"/>
                    <a:pt x="348284" y="356244"/>
                    <a:pt x="348284" y="355504"/>
                  </a:cubicBezTo>
                  <a:cubicBezTo>
                    <a:pt x="348284" y="354764"/>
                    <a:pt x="348722" y="353048"/>
                    <a:pt x="348856" y="352611"/>
                  </a:cubicBezTo>
                  <a:cubicBezTo>
                    <a:pt x="348991" y="352173"/>
                    <a:pt x="348856" y="350592"/>
                    <a:pt x="348856" y="350592"/>
                  </a:cubicBezTo>
                  <a:cubicBezTo>
                    <a:pt x="348856" y="350592"/>
                    <a:pt x="346971" y="348137"/>
                    <a:pt x="346534" y="347834"/>
                  </a:cubicBezTo>
                  <a:cubicBezTo>
                    <a:pt x="346096" y="347565"/>
                    <a:pt x="343774" y="345816"/>
                    <a:pt x="343774" y="345816"/>
                  </a:cubicBezTo>
                  <a:lnTo>
                    <a:pt x="340880" y="344066"/>
                  </a:lnTo>
                  <a:lnTo>
                    <a:pt x="339736" y="344066"/>
                  </a:lnTo>
                  <a:lnTo>
                    <a:pt x="336841" y="342687"/>
                  </a:lnTo>
                  <a:lnTo>
                    <a:pt x="336707" y="340433"/>
                  </a:lnTo>
                  <a:lnTo>
                    <a:pt x="336976" y="338179"/>
                  </a:lnTo>
                  <a:cubicBezTo>
                    <a:pt x="336976" y="338179"/>
                    <a:pt x="336202" y="337406"/>
                    <a:pt x="336000" y="336867"/>
                  </a:cubicBezTo>
                  <a:cubicBezTo>
                    <a:pt x="335798" y="336329"/>
                    <a:pt x="335697" y="334580"/>
                    <a:pt x="335697" y="334580"/>
                  </a:cubicBezTo>
                  <a:lnTo>
                    <a:pt x="333409" y="331317"/>
                  </a:lnTo>
                  <a:lnTo>
                    <a:pt x="331221" y="329029"/>
                  </a:lnTo>
                  <a:cubicBezTo>
                    <a:pt x="331221" y="329029"/>
                    <a:pt x="330144" y="327717"/>
                    <a:pt x="329808" y="327516"/>
                  </a:cubicBezTo>
                  <a:cubicBezTo>
                    <a:pt x="329471" y="327314"/>
                    <a:pt x="327956" y="325464"/>
                    <a:pt x="327956" y="325464"/>
                  </a:cubicBezTo>
                  <a:lnTo>
                    <a:pt x="325803" y="322974"/>
                  </a:lnTo>
                  <a:lnTo>
                    <a:pt x="324389" y="320586"/>
                  </a:lnTo>
                  <a:cubicBezTo>
                    <a:pt x="324389" y="320586"/>
                    <a:pt x="324389" y="317323"/>
                    <a:pt x="324389" y="316885"/>
                  </a:cubicBezTo>
                  <a:cubicBezTo>
                    <a:pt x="324389" y="316448"/>
                    <a:pt x="324322" y="314060"/>
                    <a:pt x="324221" y="313723"/>
                  </a:cubicBezTo>
                  <a:cubicBezTo>
                    <a:pt x="324120" y="313387"/>
                    <a:pt x="322202" y="312075"/>
                    <a:pt x="321663" y="311671"/>
                  </a:cubicBezTo>
                  <a:cubicBezTo>
                    <a:pt x="321125" y="311234"/>
                    <a:pt x="319913" y="309384"/>
                    <a:pt x="319374" y="308206"/>
                  </a:cubicBezTo>
                  <a:cubicBezTo>
                    <a:pt x="318836" y="307029"/>
                    <a:pt x="319274" y="306020"/>
                    <a:pt x="319274" y="305482"/>
                  </a:cubicBezTo>
                  <a:cubicBezTo>
                    <a:pt x="319274" y="304943"/>
                    <a:pt x="319812" y="302858"/>
                    <a:pt x="319812" y="302858"/>
                  </a:cubicBezTo>
                  <a:lnTo>
                    <a:pt x="320452" y="301243"/>
                  </a:lnTo>
                  <a:lnTo>
                    <a:pt x="320889" y="297980"/>
                  </a:lnTo>
                  <a:lnTo>
                    <a:pt x="320889" y="295390"/>
                  </a:lnTo>
                  <a:lnTo>
                    <a:pt x="319038" y="294851"/>
                  </a:lnTo>
                  <a:lnTo>
                    <a:pt x="316548" y="295390"/>
                  </a:lnTo>
                  <a:lnTo>
                    <a:pt x="313081" y="295390"/>
                  </a:lnTo>
                  <a:cubicBezTo>
                    <a:pt x="313081" y="295390"/>
                    <a:pt x="309446" y="290546"/>
                    <a:pt x="309009" y="290377"/>
                  </a:cubicBezTo>
                  <a:cubicBezTo>
                    <a:pt x="308571" y="290243"/>
                    <a:pt x="306115" y="290175"/>
                    <a:pt x="306115" y="290175"/>
                  </a:cubicBezTo>
                  <a:lnTo>
                    <a:pt x="305542" y="290175"/>
                  </a:lnTo>
                  <a:cubicBezTo>
                    <a:pt x="305542" y="290175"/>
                    <a:pt x="302783" y="291050"/>
                    <a:pt x="302211" y="291185"/>
                  </a:cubicBezTo>
                  <a:cubicBezTo>
                    <a:pt x="301639" y="291319"/>
                    <a:pt x="298576" y="290175"/>
                    <a:pt x="298576" y="290175"/>
                  </a:cubicBezTo>
                  <a:cubicBezTo>
                    <a:pt x="298576" y="290175"/>
                    <a:pt x="295816" y="288157"/>
                    <a:pt x="295379" y="287854"/>
                  </a:cubicBezTo>
                  <a:cubicBezTo>
                    <a:pt x="294941" y="287552"/>
                    <a:pt x="292047" y="285668"/>
                    <a:pt x="292047" y="285668"/>
                  </a:cubicBezTo>
                  <a:lnTo>
                    <a:pt x="290734" y="282640"/>
                  </a:lnTo>
                  <a:cubicBezTo>
                    <a:pt x="290734" y="282640"/>
                    <a:pt x="287100" y="278301"/>
                    <a:pt x="287403" y="277729"/>
                  </a:cubicBezTo>
                  <a:cubicBezTo>
                    <a:pt x="287706" y="277157"/>
                    <a:pt x="289153" y="275273"/>
                    <a:pt x="290432" y="273961"/>
                  </a:cubicBezTo>
                  <a:cubicBezTo>
                    <a:pt x="291744" y="272649"/>
                    <a:pt x="291441" y="271505"/>
                    <a:pt x="291441" y="270934"/>
                  </a:cubicBezTo>
                  <a:cubicBezTo>
                    <a:pt x="291441" y="270362"/>
                    <a:pt x="291172" y="268175"/>
                    <a:pt x="291172" y="268175"/>
                  </a:cubicBezTo>
                  <a:cubicBezTo>
                    <a:pt x="291172" y="268175"/>
                    <a:pt x="290297" y="264710"/>
                    <a:pt x="290297" y="264105"/>
                  </a:cubicBezTo>
                  <a:cubicBezTo>
                    <a:pt x="290297" y="263533"/>
                    <a:pt x="289556" y="258016"/>
                    <a:pt x="289556" y="258016"/>
                  </a:cubicBezTo>
                  <a:lnTo>
                    <a:pt x="289556" y="253676"/>
                  </a:lnTo>
                  <a:lnTo>
                    <a:pt x="290364" y="249606"/>
                  </a:lnTo>
                  <a:lnTo>
                    <a:pt x="292182" y="246713"/>
                  </a:lnTo>
                  <a:cubicBezTo>
                    <a:pt x="292182" y="246713"/>
                    <a:pt x="296388" y="244257"/>
                    <a:pt x="296826" y="243955"/>
                  </a:cubicBezTo>
                  <a:cubicBezTo>
                    <a:pt x="297264" y="243652"/>
                    <a:pt x="299720" y="242945"/>
                    <a:pt x="299720" y="242945"/>
                  </a:cubicBezTo>
                  <a:cubicBezTo>
                    <a:pt x="299720" y="242945"/>
                    <a:pt x="304062" y="242239"/>
                    <a:pt x="304196" y="241802"/>
                  </a:cubicBezTo>
                  <a:cubicBezTo>
                    <a:pt x="304331" y="241364"/>
                    <a:pt x="304937" y="239783"/>
                    <a:pt x="304937" y="239783"/>
                  </a:cubicBezTo>
                  <a:lnTo>
                    <a:pt x="305946" y="236890"/>
                  </a:lnTo>
                  <a:lnTo>
                    <a:pt x="311600" y="233695"/>
                  </a:lnTo>
                  <a:lnTo>
                    <a:pt x="315672" y="230802"/>
                  </a:lnTo>
                  <a:cubicBezTo>
                    <a:pt x="315672" y="230802"/>
                    <a:pt x="316682" y="226159"/>
                    <a:pt x="316817" y="225587"/>
                  </a:cubicBezTo>
                  <a:cubicBezTo>
                    <a:pt x="316951" y="225015"/>
                    <a:pt x="317692" y="222392"/>
                    <a:pt x="317692" y="222392"/>
                  </a:cubicBezTo>
                  <a:lnTo>
                    <a:pt x="317389" y="220071"/>
                  </a:lnTo>
                  <a:lnTo>
                    <a:pt x="314629" y="216303"/>
                  </a:lnTo>
                  <a:lnTo>
                    <a:pt x="311869" y="213713"/>
                  </a:lnTo>
                  <a:lnTo>
                    <a:pt x="309548" y="210820"/>
                  </a:lnTo>
                  <a:lnTo>
                    <a:pt x="307360" y="207489"/>
                  </a:lnTo>
                  <a:lnTo>
                    <a:pt x="306620" y="204294"/>
                  </a:lnTo>
                  <a:lnTo>
                    <a:pt x="309076" y="201838"/>
                  </a:lnTo>
                  <a:lnTo>
                    <a:pt x="312846" y="198070"/>
                  </a:lnTo>
                  <a:lnTo>
                    <a:pt x="314023" y="195413"/>
                  </a:lnTo>
                  <a:lnTo>
                    <a:pt x="317793" y="194302"/>
                  </a:lnTo>
                  <a:lnTo>
                    <a:pt x="318533" y="193899"/>
                  </a:lnTo>
                  <a:lnTo>
                    <a:pt x="320384" y="192856"/>
                  </a:lnTo>
                  <a:lnTo>
                    <a:pt x="321125" y="190535"/>
                  </a:lnTo>
                  <a:lnTo>
                    <a:pt x="326341" y="187070"/>
                  </a:lnTo>
                  <a:lnTo>
                    <a:pt x="330380" y="184614"/>
                  </a:lnTo>
                  <a:cubicBezTo>
                    <a:pt x="330380" y="184614"/>
                    <a:pt x="333005" y="184749"/>
                    <a:pt x="334452" y="185052"/>
                  </a:cubicBezTo>
                  <a:cubicBezTo>
                    <a:pt x="335899" y="185354"/>
                    <a:pt x="336034" y="187373"/>
                    <a:pt x="338087" y="188247"/>
                  </a:cubicBezTo>
                  <a:cubicBezTo>
                    <a:pt x="340106" y="189122"/>
                    <a:pt x="341991" y="192318"/>
                    <a:pt x="344178" y="194471"/>
                  </a:cubicBezTo>
                  <a:cubicBezTo>
                    <a:pt x="346365" y="196657"/>
                    <a:pt x="345625" y="194471"/>
                    <a:pt x="346635" y="194471"/>
                  </a:cubicBezTo>
                  <a:cubicBezTo>
                    <a:pt x="347644" y="194471"/>
                    <a:pt x="348654" y="192587"/>
                    <a:pt x="349394" y="191443"/>
                  </a:cubicBezTo>
                  <a:cubicBezTo>
                    <a:pt x="350135" y="190299"/>
                    <a:pt x="353029" y="190434"/>
                    <a:pt x="353029" y="190434"/>
                  </a:cubicBezTo>
                  <a:cubicBezTo>
                    <a:pt x="353029" y="190434"/>
                    <a:pt x="355049" y="188853"/>
                    <a:pt x="355620" y="188416"/>
                  </a:cubicBezTo>
                  <a:cubicBezTo>
                    <a:pt x="356193" y="187978"/>
                    <a:pt x="357068" y="186229"/>
                    <a:pt x="358649" y="185220"/>
                  </a:cubicBezTo>
                  <a:cubicBezTo>
                    <a:pt x="360265" y="184211"/>
                    <a:pt x="360837" y="183773"/>
                    <a:pt x="362553" y="183033"/>
                  </a:cubicBezTo>
                  <a:cubicBezTo>
                    <a:pt x="364304" y="182293"/>
                    <a:pt x="364169" y="182461"/>
                    <a:pt x="365010" y="182024"/>
                  </a:cubicBezTo>
                  <a:cubicBezTo>
                    <a:pt x="365885" y="181587"/>
                    <a:pt x="367467" y="180275"/>
                    <a:pt x="369486" y="179837"/>
                  </a:cubicBezTo>
                  <a:cubicBezTo>
                    <a:pt x="370900" y="179535"/>
                    <a:pt x="371169" y="179636"/>
                    <a:pt x="371236" y="179737"/>
                  </a:cubicBezTo>
                  <a:lnTo>
                    <a:pt x="371236" y="177954"/>
                  </a:lnTo>
                  <a:cubicBezTo>
                    <a:pt x="371236" y="177954"/>
                    <a:pt x="368275" y="175061"/>
                    <a:pt x="368275" y="174489"/>
                  </a:cubicBezTo>
                  <a:cubicBezTo>
                    <a:pt x="368275" y="173917"/>
                    <a:pt x="367198" y="171461"/>
                    <a:pt x="366592" y="170587"/>
                  </a:cubicBezTo>
                  <a:cubicBezTo>
                    <a:pt x="366020" y="169712"/>
                    <a:pt x="364842" y="167256"/>
                    <a:pt x="365010" y="166516"/>
                  </a:cubicBezTo>
                  <a:cubicBezTo>
                    <a:pt x="365145" y="165810"/>
                    <a:pt x="365145" y="165944"/>
                    <a:pt x="365717" y="165944"/>
                  </a:cubicBezTo>
                  <a:cubicBezTo>
                    <a:pt x="366289" y="165944"/>
                    <a:pt x="367298" y="164801"/>
                    <a:pt x="367736" y="164632"/>
                  </a:cubicBezTo>
                  <a:cubicBezTo>
                    <a:pt x="368174" y="164498"/>
                    <a:pt x="368308" y="163186"/>
                    <a:pt x="368443" y="162748"/>
                  </a:cubicBezTo>
                  <a:cubicBezTo>
                    <a:pt x="368577" y="162311"/>
                    <a:pt x="367871" y="160730"/>
                    <a:pt x="367871" y="160730"/>
                  </a:cubicBezTo>
                  <a:cubicBezTo>
                    <a:pt x="367871" y="160730"/>
                    <a:pt x="366558" y="158846"/>
                    <a:pt x="366558" y="158106"/>
                  </a:cubicBezTo>
                  <a:cubicBezTo>
                    <a:pt x="366558" y="157366"/>
                    <a:pt x="366996" y="155348"/>
                    <a:pt x="366996" y="155348"/>
                  </a:cubicBezTo>
                  <a:lnTo>
                    <a:pt x="369452" y="154339"/>
                  </a:lnTo>
                  <a:lnTo>
                    <a:pt x="370900" y="153464"/>
                  </a:lnTo>
                  <a:lnTo>
                    <a:pt x="372650" y="147947"/>
                  </a:lnTo>
                  <a:lnTo>
                    <a:pt x="373659" y="145357"/>
                  </a:lnTo>
                  <a:lnTo>
                    <a:pt x="373794" y="143776"/>
                  </a:lnTo>
                  <a:lnTo>
                    <a:pt x="374366" y="139436"/>
                  </a:lnTo>
                  <a:lnTo>
                    <a:pt x="373491" y="136241"/>
                  </a:lnTo>
                  <a:lnTo>
                    <a:pt x="373188" y="134054"/>
                  </a:lnTo>
                  <a:cubicBezTo>
                    <a:pt x="373188" y="134054"/>
                    <a:pt x="371438" y="132305"/>
                    <a:pt x="371169" y="131733"/>
                  </a:cubicBezTo>
                  <a:cubicBezTo>
                    <a:pt x="370866" y="131161"/>
                    <a:pt x="369856" y="129849"/>
                    <a:pt x="369856" y="129849"/>
                  </a:cubicBezTo>
                  <a:lnTo>
                    <a:pt x="368544" y="129714"/>
                  </a:lnTo>
                  <a:lnTo>
                    <a:pt x="364774" y="128133"/>
                  </a:lnTo>
                  <a:lnTo>
                    <a:pt x="363630" y="125509"/>
                  </a:lnTo>
                  <a:lnTo>
                    <a:pt x="362486" y="124198"/>
                  </a:lnTo>
                  <a:lnTo>
                    <a:pt x="362486" y="120733"/>
                  </a:lnTo>
                  <a:lnTo>
                    <a:pt x="361241" y="117705"/>
                  </a:lnTo>
                  <a:lnTo>
                    <a:pt x="361376" y="116191"/>
                  </a:lnTo>
                  <a:cubicBezTo>
                    <a:pt x="361376" y="116191"/>
                    <a:pt x="362250" y="113601"/>
                    <a:pt x="363563" y="112289"/>
                  </a:cubicBezTo>
                  <a:cubicBezTo>
                    <a:pt x="364875" y="110977"/>
                    <a:pt x="363563" y="112289"/>
                    <a:pt x="364203" y="111414"/>
                  </a:cubicBezTo>
                  <a:cubicBezTo>
                    <a:pt x="364842" y="110540"/>
                    <a:pt x="365078" y="109463"/>
                    <a:pt x="365279" y="108589"/>
                  </a:cubicBezTo>
                  <a:cubicBezTo>
                    <a:pt x="365515" y="107714"/>
                    <a:pt x="365515" y="105763"/>
                    <a:pt x="365515" y="105763"/>
                  </a:cubicBezTo>
                  <a:lnTo>
                    <a:pt x="363563" y="102937"/>
                  </a:lnTo>
                  <a:cubicBezTo>
                    <a:pt x="363563" y="102937"/>
                    <a:pt x="363361" y="101861"/>
                    <a:pt x="362688" y="101188"/>
                  </a:cubicBezTo>
                  <a:cubicBezTo>
                    <a:pt x="362049" y="100549"/>
                    <a:pt x="361611" y="100751"/>
                    <a:pt x="361611" y="100751"/>
                  </a:cubicBezTo>
                  <a:lnTo>
                    <a:pt x="358347" y="100751"/>
                  </a:lnTo>
                  <a:lnTo>
                    <a:pt x="353332" y="100852"/>
                  </a:lnTo>
                  <a:lnTo>
                    <a:pt x="349428" y="100313"/>
                  </a:lnTo>
                  <a:cubicBezTo>
                    <a:pt x="349428" y="100313"/>
                    <a:pt x="344885" y="99876"/>
                    <a:pt x="343336" y="99876"/>
                  </a:cubicBezTo>
                  <a:cubicBezTo>
                    <a:pt x="341822" y="99876"/>
                    <a:pt x="338995" y="98362"/>
                    <a:pt x="338995" y="98362"/>
                  </a:cubicBezTo>
                  <a:cubicBezTo>
                    <a:pt x="338995" y="98362"/>
                    <a:pt x="333779" y="96176"/>
                    <a:pt x="333106" y="95738"/>
                  </a:cubicBezTo>
                  <a:cubicBezTo>
                    <a:pt x="332466" y="95301"/>
                    <a:pt x="332029" y="93989"/>
                    <a:pt x="332029" y="93989"/>
                  </a:cubicBezTo>
                  <a:lnTo>
                    <a:pt x="330278" y="92038"/>
                  </a:lnTo>
                  <a:cubicBezTo>
                    <a:pt x="330278" y="92038"/>
                    <a:pt x="328529" y="92038"/>
                    <a:pt x="327889" y="92038"/>
                  </a:cubicBezTo>
                  <a:cubicBezTo>
                    <a:pt x="327216" y="92038"/>
                    <a:pt x="325264" y="91601"/>
                    <a:pt x="324423" y="91399"/>
                  </a:cubicBezTo>
                  <a:cubicBezTo>
                    <a:pt x="323548" y="91197"/>
                    <a:pt x="320956" y="88775"/>
                    <a:pt x="320283" y="88136"/>
                  </a:cubicBezTo>
                  <a:cubicBezTo>
                    <a:pt x="319644" y="87497"/>
                    <a:pt x="318971" y="83359"/>
                    <a:pt x="318971" y="83359"/>
                  </a:cubicBezTo>
                  <a:cubicBezTo>
                    <a:pt x="318971" y="83359"/>
                    <a:pt x="320519" y="78145"/>
                    <a:pt x="321158" y="77270"/>
                  </a:cubicBezTo>
                  <a:cubicBezTo>
                    <a:pt x="321798" y="76396"/>
                    <a:pt x="323110" y="75958"/>
                    <a:pt x="323110" y="75958"/>
                  </a:cubicBezTo>
                  <a:lnTo>
                    <a:pt x="325735" y="76396"/>
                  </a:lnTo>
                  <a:cubicBezTo>
                    <a:pt x="325735" y="76396"/>
                    <a:pt x="327923" y="77035"/>
                    <a:pt x="330077" y="77035"/>
                  </a:cubicBezTo>
                  <a:cubicBezTo>
                    <a:pt x="332231" y="77035"/>
                    <a:pt x="331389" y="75958"/>
                    <a:pt x="331389" y="75958"/>
                  </a:cubicBezTo>
                  <a:lnTo>
                    <a:pt x="330952" y="71383"/>
                  </a:lnTo>
                  <a:lnTo>
                    <a:pt x="330312" y="65934"/>
                  </a:lnTo>
                  <a:lnTo>
                    <a:pt x="339231" y="65934"/>
                  </a:lnTo>
                  <a:lnTo>
                    <a:pt x="342697" y="63209"/>
                  </a:lnTo>
                  <a:lnTo>
                    <a:pt x="344885" y="61796"/>
                  </a:lnTo>
                  <a:lnTo>
                    <a:pt x="352491" y="60719"/>
                  </a:lnTo>
                  <a:lnTo>
                    <a:pt x="360332" y="57120"/>
                  </a:lnTo>
                  <a:cubicBezTo>
                    <a:pt x="360332" y="57120"/>
                    <a:pt x="361846" y="56346"/>
                    <a:pt x="362722" y="55909"/>
                  </a:cubicBezTo>
                  <a:cubicBezTo>
                    <a:pt x="363597" y="55472"/>
                    <a:pt x="364135" y="55135"/>
                    <a:pt x="364909" y="54933"/>
                  </a:cubicBezTo>
                  <a:cubicBezTo>
                    <a:pt x="365683" y="54732"/>
                    <a:pt x="366659" y="52444"/>
                    <a:pt x="366659" y="52444"/>
                  </a:cubicBezTo>
                  <a:lnTo>
                    <a:pt x="369823" y="51368"/>
                  </a:lnTo>
                  <a:lnTo>
                    <a:pt x="370058" y="50594"/>
                  </a:lnTo>
                  <a:lnTo>
                    <a:pt x="368645" y="48542"/>
                  </a:lnTo>
                  <a:cubicBezTo>
                    <a:pt x="368577" y="48542"/>
                    <a:pt x="368409" y="48542"/>
                    <a:pt x="368107" y="48542"/>
                  </a:cubicBezTo>
                  <a:cubicBezTo>
                    <a:pt x="367232" y="48542"/>
                    <a:pt x="364741" y="48374"/>
                    <a:pt x="364304" y="48374"/>
                  </a:cubicBezTo>
                  <a:cubicBezTo>
                    <a:pt x="363866" y="48374"/>
                    <a:pt x="361577" y="47667"/>
                    <a:pt x="361577" y="47667"/>
                  </a:cubicBezTo>
                  <a:lnTo>
                    <a:pt x="356798" y="47129"/>
                  </a:lnTo>
                  <a:cubicBezTo>
                    <a:pt x="356798" y="47129"/>
                    <a:pt x="354948" y="47230"/>
                    <a:pt x="354072" y="47028"/>
                  </a:cubicBezTo>
                  <a:cubicBezTo>
                    <a:pt x="353197" y="46826"/>
                    <a:pt x="351784" y="47230"/>
                    <a:pt x="351784" y="47230"/>
                  </a:cubicBezTo>
                  <a:lnTo>
                    <a:pt x="349832" y="43261"/>
                  </a:lnTo>
                  <a:lnTo>
                    <a:pt x="351043" y="39493"/>
                  </a:lnTo>
                  <a:lnTo>
                    <a:pt x="349967" y="34918"/>
                  </a:lnTo>
                  <a:lnTo>
                    <a:pt x="349428" y="29166"/>
                  </a:lnTo>
                  <a:cubicBezTo>
                    <a:pt x="349428" y="29166"/>
                    <a:pt x="348788" y="27114"/>
                    <a:pt x="348788" y="26003"/>
                  </a:cubicBezTo>
                  <a:cubicBezTo>
                    <a:pt x="348788" y="24927"/>
                    <a:pt x="348688" y="23716"/>
                    <a:pt x="348788" y="23279"/>
                  </a:cubicBezTo>
                  <a:cubicBezTo>
                    <a:pt x="348890" y="22841"/>
                    <a:pt x="348587" y="21630"/>
                    <a:pt x="348452" y="21328"/>
                  </a:cubicBezTo>
                  <a:cubicBezTo>
                    <a:pt x="348318" y="20991"/>
                    <a:pt x="347476" y="18939"/>
                    <a:pt x="347342" y="18603"/>
                  </a:cubicBezTo>
                  <a:cubicBezTo>
                    <a:pt x="347240" y="18266"/>
                    <a:pt x="344313" y="15340"/>
                    <a:pt x="343976" y="15138"/>
                  </a:cubicBezTo>
                  <a:cubicBezTo>
                    <a:pt x="343640" y="14936"/>
                    <a:pt x="342024" y="13725"/>
                    <a:pt x="341149" y="13086"/>
                  </a:cubicBezTo>
                  <a:cubicBezTo>
                    <a:pt x="340274" y="12447"/>
                    <a:pt x="337784" y="10260"/>
                    <a:pt x="337784" y="10260"/>
                  </a:cubicBezTo>
                  <a:lnTo>
                    <a:pt x="334183" y="7233"/>
                  </a:lnTo>
                  <a:lnTo>
                    <a:pt x="333409" y="4844"/>
                  </a:lnTo>
                  <a:lnTo>
                    <a:pt x="332432" y="1144"/>
                  </a:lnTo>
                  <a:lnTo>
                    <a:pt x="331692" y="0"/>
                  </a:lnTo>
                  <a:lnTo>
                    <a:pt x="329908" y="34"/>
                  </a:lnTo>
                  <a:lnTo>
                    <a:pt x="328764" y="1446"/>
                  </a:lnTo>
                  <a:lnTo>
                    <a:pt x="326610" y="3061"/>
                  </a:lnTo>
                  <a:lnTo>
                    <a:pt x="326005" y="5450"/>
                  </a:lnTo>
                  <a:lnTo>
                    <a:pt x="326005" y="11101"/>
                  </a:lnTo>
                  <a:lnTo>
                    <a:pt x="326005" y="14566"/>
                  </a:lnTo>
                  <a:lnTo>
                    <a:pt x="326005" y="19780"/>
                  </a:lnTo>
                  <a:lnTo>
                    <a:pt x="322908" y="20655"/>
                  </a:lnTo>
                  <a:lnTo>
                    <a:pt x="320788" y="22068"/>
                  </a:lnTo>
                  <a:lnTo>
                    <a:pt x="320788" y="26744"/>
                  </a:lnTo>
                  <a:cubicBezTo>
                    <a:pt x="320788" y="26744"/>
                    <a:pt x="318701" y="30108"/>
                    <a:pt x="318298" y="30208"/>
                  </a:cubicBezTo>
                  <a:cubicBezTo>
                    <a:pt x="317860" y="30309"/>
                    <a:pt x="312980" y="30747"/>
                    <a:pt x="312980" y="30747"/>
                  </a:cubicBezTo>
                  <a:cubicBezTo>
                    <a:pt x="312980" y="30747"/>
                    <a:pt x="310490" y="29132"/>
                    <a:pt x="310153" y="28997"/>
                  </a:cubicBezTo>
                  <a:cubicBezTo>
                    <a:pt x="309817" y="28896"/>
                    <a:pt x="307225" y="26172"/>
                    <a:pt x="307225" y="26172"/>
                  </a:cubicBezTo>
                  <a:lnTo>
                    <a:pt x="305273" y="25835"/>
                  </a:lnTo>
                  <a:lnTo>
                    <a:pt x="303086" y="27349"/>
                  </a:lnTo>
                  <a:lnTo>
                    <a:pt x="301773" y="31386"/>
                  </a:lnTo>
                  <a:lnTo>
                    <a:pt x="298307" y="35288"/>
                  </a:lnTo>
                  <a:lnTo>
                    <a:pt x="295716" y="38215"/>
                  </a:lnTo>
                  <a:lnTo>
                    <a:pt x="293864" y="41915"/>
                  </a:lnTo>
                  <a:cubicBezTo>
                    <a:pt x="293864" y="41915"/>
                    <a:pt x="292451" y="46591"/>
                    <a:pt x="291677" y="46692"/>
                  </a:cubicBezTo>
                  <a:cubicBezTo>
                    <a:pt x="290936" y="46793"/>
                    <a:pt x="287336" y="48643"/>
                    <a:pt x="287336" y="48643"/>
                  </a:cubicBezTo>
                  <a:lnTo>
                    <a:pt x="284643" y="51233"/>
                  </a:lnTo>
                  <a:lnTo>
                    <a:pt x="281917" y="52646"/>
                  </a:lnTo>
                  <a:lnTo>
                    <a:pt x="277037" y="53184"/>
                  </a:lnTo>
                  <a:cubicBezTo>
                    <a:pt x="277037" y="53184"/>
                    <a:pt x="271181" y="51132"/>
                    <a:pt x="270744" y="50796"/>
                  </a:cubicBezTo>
                  <a:cubicBezTo>
                    <a:pt x="270306" y="50459"/>
                    <a:pt x="263441" y="47095"/>
                    <a:pt x="263441" y="47095"/>
                  </a:cubicBezTo>
                  <a:lnTo>
                    <a:pt x="260950" y="43933"/>
                  </a:lnTo>
                  <a:lnTo>
                    <a:pt x="256710" y="40569"/>
                  </a:lnTo>
                  <a:lnTo>
                    <a:pt x="252234" y="38820"/>
                  </a:lnTo>
                  <a:lnTo>
                    <a:pt x="245940" y="39594"/>
                  </a:lnTo>
                  <a:cubicBezTo>
                    <a:pt x="245940" y="39594"/>
                    <a:pt x="243450" y="41646"/>
                    <a:pt x="242676" y="42756"/>
                  </a:cubicBezTo>
                  <a:cubicBezTo>
                    <a:pt x="241902" y="43832"/>
                    <a:pt x="239209" y="46221"/>
                    <a:pt x="239209" y="46221"/>
                  </a:cubicBezTo>
                  <a:lnTo>
                    <a:pt x="237560" y="48845"/>
                  </a:lnTo>
                  <a:lnTo>
                    <a:pt x="233421" y="57086"/>
                  </a:lnTo>
                  <a:lnTo>
                    <a:pt x="230055" y="61661"/>
                  </a:lnTo>
                  <a:lnTo>
                    <a:pt x="226353" y="66236"/>
                  </a:lnTo>
                  <a:lnTo>
                    <a:pt x="222551" y="69499"/>
                  </a:lnTo>
                  <a:lnTo>
                    <a:pt x="217973" y="70038"/>
                  </a:lnTo>
                  <a:lnTo>
                    <a:pt x="213060" y="68625"/>
                  </a:lnTo>
                  <a:cubicBezTo>
                    <a:pt x="213060" y="68625"/>
                    <a:pt x="206867" y="63512"/>
                    <a:pt x="206430" y="63411"/>
                  </a:cubicBezTo>
                  <a:cubicBezTo>
                    <a:pt x="205992" y="63310"/>
                    <a:pt x="199901" y="58297"/>
                    <a:pt x="199901" y="58297"/>
                  </a:cubicBezTo>
                  <a:cubicBezTo>
                    <a:pt x="199901" y="58297"/>
                    <a:pt x="195559" y="55371"/>
                    <a:pt x="195223" y="55371"/>
                  </a:cubicBezTo>
                  <a:cubicBezTo>
                    <a:pt x="194886" y="55371"/>
                    <a:pt x="189030" y="55135"/>
                    <a:pt x="189030" y="55135"/>
                  </a:cubicBezTo>
                  <a:lnTo>
                    <a:pt x="182838" y="56010"/>
                  </a:lnTo>
                  <a:lnTo>
                    <a:pt x="176309" y="61762"/>
                  </a:lnTo>
                  <a:lnTo>
                    <a:pt x="169241" y="67515"/>
                  </a:lnTo>
                  <a:lnTo>
                    <a:pt x="163823" y="77068"/>
                  </a:lnTo>
                  <a:lnTo>
                    <a:pt x="159381" y="84032"/>
                  </a:lnTo>
                  <a:lnTo>
                    <a:pt x="156655" y="90222"/>
                  </a:lnTo>
                  <a:lnTo>
                    <a:pt x="152078" y="96310"/>
                  </a:lnTo>
                  <a:lnTo>
                    <a:pt x="150328" y="104552"/>
                  </a:lnTo>
                  <a:lnTo>
                    <a:pt x="150328" y="108353"/>
                  </a:lnTo>
                  <a:lnTo>
                    <a:pt x="149789" y="116595"/>
                  </a:lnTo>
                  <a:lnTo>
                    <a:pt x="148712" y="122785"/>
                  </a:lnTo>
                  <a:lnTo>
                    <a:pt x="146525" y="125846"/>
                  </a:lnTo>
                  <a:lnTo>
                    <a:pt x="143159" y="131161"/>
                  </a:lnTo>
                  <a:cubicBezTo>
                    <a:pt x="143159" y="131161"/>
                    <a:pt x="137943" y="132237"/>
                    <a:pt x="137505" y="132372"/>
                  </a:cubicBezTo>
                  <a:cubicBezTo>
                    <a:pt x="137068" y="132473"/>
                    <a:pt x="123168" y="132069"/>
                    <a:pt x="123168" y="132069"/>
                  </a:cubicBezTo>
                  <a:lnTo>
                    <a:pt x="112533" y="131834"/>
                  </a:lnTo>
                  <a:lnTo>
                    <a:pt x="106038" y="131834"/>
                  </a:lnTo>
                  <a:lnTo>
                    <a:pt x="102235" y="132406"/>
                  </a:lnTo>
                  <a:cubicBezTo>
                    <a:pt x="102235" y="132406"/>
                    <a:pt x="97658" y="132708"/>
                    <a:pt x="97557" y="133045"/>
                  </a:cubicBezTo>
                  <a:cubicBezTo>
                    <a:pt x="97456" y="133381"/>
                    <a:pt x="100384" y="137384"/>
                    <a:pt x="100384" y="137384"/>
                  </a:cubicBezTo>
                  <a:lnTo>
                    <a:pt x="102033" y="138360"/>
                  </a:lnTo>
                  <a:lnTo>
                    <a:pt x="104524" y="139436"/>
                  </a:lnTo>
                  <a:cubicBezTo>
                    <a:pt x="104524" y="139436"/>
                    <a:pt x="104860" y="141085"/>
                    <a:pt x="104860" y="141387"/>
                  </a:cubicBezTo>
                  <a:cubicBezTo>
                    <a:pt x="104860" y="141724"/>
                    <a:pt x="104423" y="144011"/>
                    <a:pt x="104322" y="144314"/>
                  </a:cubicBezTo>
                  <a:cubicBezTo>
                    <a:pt x="104221" y="144650"/>
                    <a:pt x="103009" y="146803"/>
                    <a:pt x="103009" y="147140"/>
                  </a:cubicBezTo>
                  <a:cubicBezTo>
                    <a:pt x="103009" y="147476"/>
                    <a:pt x="101360" y="149528"/>
                    <a:pt x="101360" y="149528"/>
                  </a:cubicBezTo>
                  <a:cubicBezTo>
                    <a:pt x="101360" y="149528"/>
                    <a:pt x="99509" y="151580"/>
                    <a:pt x="98870" y="151816"/>
                  </a:cubicBezTo>
                  <a:cubicBezTo>
                    <a:pt x="98230" y="152051"/>
                    <a:pt x="95942" y="153868"/>
                    <a:pt x="95942" y="153868"/>
                  </a:cubicBezTo>
                  <a:cubicBezTo>
                    <a:pt x="95942" y="153868"/>
                    <a:pt x="95201" y="155516"/>
                    <a:pt x="95201" y="155819"/>
                  </a:cubicBezTo>
                  <a:cubicBezTo>
                    <a:pt x="95201" y="156155"/>
                    <a:pt x="95639" y="158308"/>
                    <a:pt x="95201" y="158645"/>
                  </a:cubicBezTo>
                  <a:cubicBezTo>
                    <a:pt x="94764" y="158981"/>
                    <a:pt x="94326" y="159957"/>
                    <a:pt x="92576" y="160596"/>
                  </a:cubicBezTo>
                  <a:cubicBezTo>
                    <a:pt x="90826" y="161235"/>
                    <a:pt x="88437" y="161807"/>
                    <a:pt x="87158" y="161907"/>
                  </a:cubicBezTo>
                  <a:cubicBezTo>
                    <a:pt x="85845" y="162008"/>
                    <a:pt x="85408" y="162109"/>
                    <a:pt x="83456" y="161907"/>
                  </a:cubicBezTo>
                  <a:cubicBezTo>
                    <a:pt x="81504" y="161706"/>
                    <a:pt x="80292" y="161571"/>
                    <a:pt x="79552" y="161571"/>
                  </a:cubicBezTo>
                  <a:cubicBezTo>
                    <a:pt x="78778" y="161571"/>
                    <a:pt x="76388" y="163320"/>
                    <a:pt x="76388" y="163758"/>
                  </a:cubicBezTo>
                  <a:cubicBezTo>
                    <a:pt x="76388" y="164195"/>
                    <a:pt x="75951" y="167996"/>
                    <a:pt x="77903" y="168871"/>
                  </a:cubicBezTo>
                  <a:cubicBezTo>
                    <a:pt x="79855" y="169746"/>
                    <a:pt x="81908" y="170082"/>
                    <a:pt x="82345" y="170284"/>
                  </a:cubicBezTo>
                  <a:cubicBezTo>
                    <a:pt x="82783" y="170486"/>
                    <a:pt x="84398" y="172773"/>
                    <a:pt x="85273" y="173211"/>
                  </a:cubicBezTo>
                  <a:cubicBezTo>
                    <a:pt x="86148" y="173648"/>
                    <a:pt x="87225" y="174085"/>
                    <a:pt x="87898" y="174085"/>
                  </a:cubicBezTo>
                  <a:cubicBezTo>
                    <a:pt x="88538" y="174085"/>
                    <a:pt x="95269" y="172235"/>
                    <a:pt x="88336" y="175834"/>
                  </a:cubicBezTo>
                  <a:cubicBezTo>
                    <a:pt x="81369" y="179434"/>
                    <a:pt x="81067" y="181822"/>
                    <a:pt x="81067" y="181822"/>
                  </a:cubicBezTo>
                  <a:lnTo>
                    <a:pt x="80292" y="188550"/>
                  </a:lnTo>
                  <a:cubicBezTo>
                    <a:pt x="80292" y="188550"/>
                    <a:pt x="80191" y="191712"/>
                    <a:pt x="80191" y="192150"/>
                  </a:cubicBezTo>
                  <a:cubicBezTo>
                    <a:pt x="80191" y="192587"/>
                    <a:pt x="79114" y="196926"/>
                    <a:pt x="79114" y="196926"/>
                  </a:cubicBezTo>
                  <a:lnTo>
                    <a:pt x="77162" y="201165"/>
                  </a:lnTo>
                  <a:lnTo>
                    <a:pt x="74638" y="203654"/>
                  </a:lnTo>
                  <a:lnTo>
                    <a:pt x="71374" y="205942"/>
                  </a:lnTo>
                  <a:lnTo>
                    <a:pt x="69523" y="207691"/>
                  </a:lnTo>
                  <a:lnTo>
                    <a:pt x="67032" y="208465"/>
                  </a:lnTo>
                  <a:cubicBezTo>
                    <a:pt x="67032" y="208465"/>
                    <a:pt x="64643" y="210315"/>
                    <a:pt x="64643" y="210752"/>
                  </a:cubicBezTo>
                  <a:cubicBezTo>
                    <a:pt x="64643" y="211190"/>
                    <a:pt x="64879" y="214116"/>
                    <a:pt x="64643" y="214789"/>
                  </a:cubicBezTo>
                  <a:cubicBezTo>
                    <a:pt x="64441" y="215428"/>
                    <a:pt x="66393" y="218254"/>
                    <a:pt x="66393" y="218254"/>
                  </a:cubicBezTo>
                  <a:cubicBezTo>
                    <a:pt x="66393" y="218254"/>
                    <a:pt x="65956" y="221954"/>
                    <a:pt x="65956" y="222291"/>
                  </a:cubicBezTo>
                  <a:cubicBezTo>
                    <a:pt x="65956" y="222627"/>
                    <a:pt x="64744" y="225453"/>
                    <a:pt x="64744" y="225453"/>
                  </a:cubicBezTo>
                  <a:lnTo>
                    <a:pt x="63465" y="227942"/>
                  </a:lnTo>
                  <a:lnTo>
                    <a:pt x="63465" y="230129"/>
                  </a:lnTo>
                  <a:cubicBezTo>
                    <a:pt x="63465" y="230129"/>
                    <a:pt x="61850" y="234031"/>
                    <a:pt x="61614" y="234367"/>
                  </a:cubicBezTo>
                  <a:cubicBezTo>
                    <a:pt x="61412" y="234704"/>
                    <a:pt x="60436" y="236419"/>
                    <a:pt x="59763" y="237193"/>
                  </a:cubicBezTo>
                  <a:cubicBezTo>
                    <a:pt x="59090" y="237967"/>
                    <a:pt x="57811" y="239480"/>
                    <a:pt x="57475" y="239817"/>
                  </a:cubicBezTo>
                  <a:cubicBezTo>
                    <a:pt x="57138" y="240153"/>
                    <a:pt x="56499" y="241869"/>
                    <a:pt x="56499" y="242407"/>
                  </a:cubicBezTo>
                  <a:cubicBezTo>
                    <a:pt x="56499" y="242945"/>
                    <a:pt x="56499" y="245771"/>
                    <a:pt x="56499" y="245771"/>
                  </a:cubicBezTo>
                  <a:lnTo>
                    <a:pt x="56499" y="249236"/>
                  </a:lnTo>
                  <a:cubicBezTo>
                    <a:pt x="56499" y="249236"/>
                    <a:pt x="55725" y="252163"/>
                    <a:pt x="55624" y="252499"/>
                  </a:cubicBezTo>
                  <a:cubicBezTo>
                    <a:pt x="55523" y="252836"/>
                    <a:pt x="55893" y="255224"/>
                    <a:pt x="55893" y="255224"/>
                  </a:cubicBezTo>
                  <a:lnTo>
                    <a:pt x="54749" y="259900"/>
                  </a:lnTo>
                  <a:lnTo>
                    <a:pt x="54749" y="264879"/>
                  </a:lnTo>
                  <a:lnTo>
                    <a:pt x="53772" y="267704"/>
                  </a:lnTo>
                  <a:lnTo>
                    <a:pt x="51484" y="269218"/>
                  </a:lnTo>
                  <a:lnTo>
                    <a:pt x="48018" y="270093"/>
                  </a:lnTo>
                  <a:lnTo>
                    <a:pt x="45090" y="271606"/>
                  </a:lnTo>
                  <a:lnTo>
                    <a:pt x="43037" y="275307"/>
                  </a:lnTo>
                  <a:cubicBezTo>
                    <a:pt x="43037" y="275307"/>
                    <a:pt x="41724" y="277594"/>
                    <a:pt x="41623" y="277897"/>
                  </a:cubicBezTo>
                  <a:cubicBezTo>
                    <a:pt x="41522" y="278233"/>
                    <a:pt x="40109" y="281497"/>
                    <a:pt x="40109" y="281497"/>
                  </a:cubicBezTo>
                  <a:lnTo>
                    <a:pt x="37921" y="284221"/>
                  </a:lnTo>
                  <a:lnTo>
                    <a:pt x="33344" y="286408"/>
                  </a:lnTo>
                  <a:lnTo>
                    <a:pt x="31157" y="287720"/>
                  </a:lnTo>
                  <a:lnTo>
                    <a:pt x="29205" y="290983"/>
                  </a:lnTo>
                  <a:lnTo>
                    <a:pt x="24426" y="295322"/>
                  </a:lnTo>
                  <a:lnTo>
                    <a:pt x="23214" y="299460"/>
                  </a:lnTo>
                  <a:cubicBezTo>
                    <a:pt x="23214" y="299460"/>
                    <a:pt x="22339" y="301411"/>
                    <a:pt x="22137" y="301848"/>
                  </a:cubicBezTo>
                  <a:cubicBezTo>
                    <a:pt x="21935" y="302286"/>
                    <a:pt x="19950" y="304876"/>
                    <a:pt x="19950" y="304876"/>
                  </a:cubicBezTo>
                  <a:lnTo>
                    <a:pt x="19950" y="308341"/>
                  </a:lnTo>
                  <a:cubicBezTo>
                    <a:pt x="19950" y="308341"/>
                    <a:pt x="22003" y="309115"/>
                    <a:pt x="22238" y="309956"/>
                  </a:cubicBezTo>
                  <a:cubicBezTo>
                    <a:pt x="22474" y="310830"/>
                    <a:pt x="22878" y="312781"/>
                    <a:pt x="22575" y="312781"/>
                  </a:cubicBezTo>
                  <a:cubicBezTo>
                    <a:pt x="22238" y="312781"/>
                    <a:pt x="20724" y="314632"/>
                    <a:pt x="20724" y="315069"/>
                  </a:cubicBezTo>
                  <a:cubicBezTo>
                    <a:pt x="20724" y="315506"/>
                    <a:pt x="19950" y="318332"/>
                    <a:pt x="19950" y="318332"/>
                  </a:cubicBezTo>
                  <a:lnTo>
                    <a:pt x="19950" y="320485"/>
                  </a:lnTo>
                  <a:cubicBezTo>
                    <a:pt x="19950" y="320485"/>
                    <a:pt x="20589" y="321158"/>
                    <a:pt x="19950" y="321797"/>
                  </a:cubicBezTo>
                  <a:cubicBezTo>
                    <a:pt x="19310" y="322436"/>
                    <a:pt x="18873" y="323748"/>
                    <a:pt x="18873" y="324084"/>
                  </a:cubicBezTo>
                  <a:cubicBezTo>
                    <a:pt x="18873" y="324421"/>
                    <a:pt x="20522" y="326574"/>
                    <a:pt x="20926" y="326910"/>
                  </a:cubicBezTo>
                  <a:cubicBezTo>
                    <a:pt x="21363" y="327246"/>
                    <a:pt x="23012" y="328424"/>
                    <a:pt x="23416" y="328525"/>
                  </a:cubicBezTo>
                  <a:cubicBezTo>
                    <a:pt x="23854" y="328626"/>
                    <a:pt x="25032" y="329500"/>
                    <a:pt x="25705" y="330039"/>
                  </a:cubicBezTo>
                  <a:cubicBezTo>
                    <a:pt x="26344" y="330577"/>
                    <a:pt x="28733" y="333402"/>
                    <a:pt x="28733" y="333402"/>
                  </a:cubicBezTo>
                  <a:cubicBezTo>
                    <a:pt x="28733" y="333402"/>
                    <a:pt x="29710" y="334613"/>
                    <a:pt x="30147" y="334815"/>
                  </a:cubicBezTo>
                  <a:cubicBezTo>
                    <a:pt x="30585" y="335017"/>
                    <a:pt x="32267" y="337540"/>
                    <a:pt x="32267" y="337540"/>
                  </a:cubicBezTo>
                  <a:lnTo>
                    <a:pt x="33849" y="340366"/>
                  </a:lnTo>
                  <a:lnTo>
                    <a:pt x="33849" y="343091"/>
                  </a:lnTo>
                  <a:lnTo>
                    <a:pt x="34186" y="344705"/>
                  </a:lnTo>
                  <a:lnTo>
                    <a:pt x="36912" y="345580"/>
                  </a:lnTo>
                  <a:lnTo>
                    <a:pt x="38224" y="346354"/>
                  </a:lnTo>
                  <a:cubicBezTo>
                    <a:pt x="38224" y="346354"/>
                    <a:pt x="38864" y="347329"/>
                    <a:pt x="39200" y="347666"/>
                  </a:cubicBezTo>
                  <a:cubicBezTo>
                    <a:pt x="39537" y="348002"/>
                    <a:pt x="41590" y="348877"/>
                    <a:pt x="41590" y="348877"/>
                  </a:cubicBezTo>
                  <a:lnTo>
                    <a:pt x="44517" y="351265"/>
                  </a:lnTo>
                  <a:cubicBezTo>
                    <a:pt x="44517" y="351265"/>
                    <a:pt x="44517" y="352039"/>
                    <a:pt x="44316" y="352342"/>
                  </a:cubicBezTo>
                  <a:cubicBezTo>
                    <a:pt x="44080" y="352678"/>
                    <a:pt x="43003" y="353519"/>
                    <a:pt x="42566" y="353754"/>
                  </a:cubicBezTo>
                  <a:cubicBezTo>
                    <a:pt x="42128" y="353956"/>
                    <a:pt x="41253" y="354528"/>
                    <a:pt x="41253" y="354528"/>
                  </a:cubicBezTo>
                  <a:lnTo>
                    <a:pt x="40816" y="357623"/>
                  </a:lnTo>
                  <a:lnTo>
                    <a:pt x="40816" y="358767"/>
                  </a:lnTo>
                  <a:lnTo>
                    <a:pt x="44585" y="360079"/>
                  </a:lnTo>
                  <a:lnTo>
                    <a:pt x="47345" y="361525"/>
                  </a:lnTo>
                  <a:lnTo>
                    <a:pt x="46167" y="363543"/>
                  </a:lnTo>
                  <a:lnTo>
                    <a:pt x="44585" y="365730"/>
                  </a:lnTo>
                  <a:lnTo>
                    <a:pt x="44013" y="368320"/>
                  </a:lnTo>
                  <a:lnTo>
                    <a:pt x="47479" y="372525"/>
                  </a:lnTo>
                  <a:lnTo>
                    <a:pt x="46739" y="376865"/>
                  </a:lnTo>
                  <a:cubicBezTo>
                    <a:pt x="46739" y="376865"/>
                    <a:pt x="46739" y="377874"/>
                    <a:pt x="45292" y="379320"/>
                  </a:cubicBezTo>
                  <a:cubicBezTo>
                    <a:pt x="43845" y="380767"/>
                    <a:pt x="42397" y="381642"/>
                    <a:pt x="42397" y="381642"/>
                  </a:cubicBezTo>
                  <a:cubicBezTo>
                    <a:pt x="42397" y="381642"/>
                    <a:pt x="40816" y="380767"/>
                    <a:pt x="39368" y="382214"/>
                  </a:cubicBezTo>
                  <a:cubicBezTo>
                    <a:pt x="37921" y="383660"/>
                    <a:pt x="36339" y="386284"/>
                    <a:pt x="36339" y="386284"/>
                  </a:cubicBezTo>
                  <a:lnTo>
                    <a:pt x="33277" y="388302"/>
                  </a:lnTo>
                  <a:cubicBezTo>
                    <a:pt x="33277" y="388302"/>
                    <a:pt x="33008" y="389883"/>
                    <a:pt x="33008" y="390892"/>
                  </a:cubicBezTo>
                  <a:cubicBezTo>
                    <a:pt x="33008" y="391902"/>
                    <a:pt x="35902" y="395972"/>
                    <a:pt x="35902" y="395972"/>
                  </a:cubicBezTo>
                  <a:lnTo>
                    <a:pt x="37921" y="397587"/>
                  </a:lnTo>
                  <a:lnTo>
                    <a:pt x="38224" y="402061"/>
                  </a:lnTo>
                  <a:lnTo>
                    <a:pt x="37349" y="404819"/>
                  </a:lnTo>
                  <a:cubicBezTo>
                    <a:pt x="37349" y="404819"/>
                    <a:pt x="35027" y="406838"/>
                    <a:pt x="34724" y="407275"/>
                  </a:cubicBezTo>
                  <a:cubicBezTo>
                    <a:pt x="34421" y="407712"/>
                    <a:pt x="32839" y="410908"/>
                    <a:pt x="32839" y="411345"/>
                  </a:cubicBezTo>
                  <a:cubicBezTo>
                    <a:pt x="32839" y="411783"/>
                    <a:pt x="26310" y="416257"/>
                    <a:pt x="26310" y="416257"/>
                  </a:cubicBezTo>
                  <a:lnTo>
                    <a:pt x="22979" y="421606"/>
                  </a:lnTo>
                  <a:cubicBezTo>
                    <a:pt x="22979" y="421606"/>
                    <a:pt x="20791" y="425508"/>
                    <a:pt x="20522" y="425945"/>
                  </a:cubicBezTo>
                  <a:cubicBezTo>
                    <a:pt x="20219" y="426382"/>
                    <a:pt x="19007" y="428973"/>
                    <a:pt x="19007" y="428973"/>
                  </a:cubicBezTo>
                  <a:lnTo>
                    <a:pt x="14733" y="430419"/>
                  </a:lnTo>
                  <a:lnTo>
                    <a:pt x="14733" y="433447"/>
                  </a:lnTo>
                  <a:lnTo>
                    <a:pt x="15743" y="434019"/>
                  </a:lnTo>
                  <a:lnTo>
                    <a:pt x="16180" y="436205"/>
                  </a:lnTo>
                  <a:lnTo>
                    <a:pt x="14733" y="437954"/>
                  </a:lnTo>
                  <a:lnTo>
                    <a:pt x="11031" y="438526"/>
                  </a:lnTo>
                  <a:lnTo>
                    <a:pt x="9517" y="440410"/>
                  </a:lnTo>
                  <a:lnTo>
                    <a:pt x="9517" y="443875"/>
                  </a:lnTo>
                  <a:lnTo>
                    <a:pt x="10392" y="448955"/>
                  </a:lnTo>
                  <a:lnTo>
                    <a:pt x="11704" y="451713"/>
                  </a:lnTo>
                  <a:lnTo>
                    <a:pt x="10560" y="453159"/>
                  </a:lnTo>
                  <a:lnTo>
                    <a:pt x="11704" y="454909"/>
                  </a:lnTo>
                  <a:cubicBezTo>
                    <a:pt x="11704" y="454909"/>
                    <a:pt x="12714" y="455649"/>
                    <a:pt x="12714" y="456221"/>
                  </a:cubicBezTo>
                  <a:cubicBezTo>
                    <a:pt x="12714" y="456793"/>
                    <a:pt x="13421" y="458239"/>
                    <a:pt x="13421" y="458239"/>
                  </a:cubicBezTo>
                  <a:lnTo>
                    <a:pt x="11839" y="460426"/>
                  </a:lnTo>
                  <a:lnTo>
                    <a:pt x="9517" y="461435"/>
                  </a:lnTo>
                  <a:lnTo>
                    <a:pt x="9517" y="463016"/>
                  </a:lnTo>
                  <a:cubicBezTo>
                    <a:pt x="9517" y="463016"/>
                    <a:pt x="11839" y="462007"/>
                    <a:pt x="11974" y="463016"/>
                  </a:cubicBezTo>
                  <a:cubicBezTo>
                    <a:pt x="12108" y="464025"/>
                    <a:pt x="13858" y="465909"/>
                    <a:pt x="13858" y="465909"/>
                  </a:cubicBezTo>
                  <a:cubicBezTo>
                    <a:pt x="13858" y="465909"/>
                    <a:pt x="15474" y="465337"/>
                    <a:pt x="15608" y="465909"/>
                  </a:cubicBezTo>
                  <a:cubicBezTo>
                    <a:pt x="15743" y="466481"/>
                    <a:pt x="15743" y="468230"/>
                    <a:pt x="15743" y="468667"/>
                  </a:cubicBezTo>
                  <a:cubicBezTo>
                    <a:pt x="15743" y="469105"/>
                    <a:pt x="15036" y="470988"/>
                    <a:pt x="15036" y="470988"/>
                  </a:cubicBezTo>
                  <a:lnTo>
                    <a:pt x="14026" y="472872"/>
                  </a:lnTo>
                  <a:lnTo>
                    <a:pt x="12209" y="474016"/>
                  </a:lnTo>
                  <a:lnTo>
                    <a:pt x="11267" y="475765"/>
                  </a:lnTo>
                  <a:lnTo>
                    <a:pt x="11267" y="476909"/>
                  </a:lnTo>
                  <a:cubicBezTo>
                    <a:pt x="11267" y="476909"/>
                    <a:pt x="13017" y="477918"/>
                    <a:pt x="13152" y="478356"/>
                  </a:cubicBezTo>
                  <a:cubicBezTo>
                    <a:pt x="13286" y="478793"/>
                    <a:pt x="15036" y="480811"/>
                    <a:pt x="15036" y="480811"/>
                  </a:cubicBezTo>
                  <a:lnTo>
                    <a:pt x="17628" y="484713"/>
                  </a:lnTo>
                  <a:lnTo>
                    <a:pt x="18940" y="488178"/>
                  </a:lnTo>
                  <a:lnTo>
                    <a:pt x="19950" y="489759"/>
                  </a:lnTo>
                  <a:lnTo>
                    <a:pt x="19950" y="492518"/>
                  </a:lnTo>
                  <a:cubicBezTo>
                    <a:pt x="19950" y="492518"/>
                    <a:pt x="19243" y="494267"/>
                    <a:pt x="19075" y="494839"/>
                  </a:cubicBezTo>
                  <a:cubicBezTo>
                    <a:pt x="18940" y="495411"/>
                    <a:pt x="18368" y="497598"/>
                    <a:pt x="18368" y="497598"/>
                  </a:cubicBezTo>
                  <a:cubicBezTo>
                    <a:pt x="18368" y="497598"/>
                    <a:pt x="17796" y="499178"/>
                    <a:pt x="17358" y="499481"/>
                  </a:cubicBezTo>
                  <a:cubicBezTo>
                    <a:pt x="16921" y="499784"/>
                    <a:pt x="17055" y="501937"/>
                    <a:pt x="16786" y="502072"/>
                  </a:cubicBezTo>
                  <a:cubicBezTo>
                    <a:pt x="16517" y="502206"/>
                    <a:pt x="16517" y="503081"/>
                    <a:pt x="16652" y="503518"/>
                  </a:cubicBezTo>
                  <a:cubicBezTo>
                    <a:pt x="16786" y="503955"/>
                    <a:pt x="17392" y="505402"/>
                    <a:pt x="17392" y="505402"/>
                  </a:cubicBezTo>
                  <a:cubicBezTo>
                    <a:pt x="17392" y="505402"/>
                    <a:pt x="17964" y="508160"/>
                    <a:pt x="17964" y="508598"/>
                  </a:cubicBezTo>
                  <a:cubicBezTo>
                    <a:pt x="17964" y="509035"/>
                    <a:pt x="18267" y="512365"/>
                    <a:pt x="18267" y="512365"/>
                  </a:cubicBezTo>
                  <a:lnTo>
                    <a:pt x="18570" y="515998"/>
                  </a:lnTo>
                  <a:lnTo>
                    <a:pt x="18132" y="519901"/>
                  </a:lnTo>
                  <a:lnTo>
                    <a:pt x="17695" y="525552"/>
                  </a:lnTo>
                  <a:lnTo>
                    <a:pt x="16820" y="527436"/>
                  </a:lnTo>
                  <a:lnTo>
                    <a:pt x="16248" y="530766"/>
                  </a:lnTo>
                  <a:lnTo>
                    <a:pt x="16685" y="535980"/>
                  </a:lnTo>
                  <a:lnTo>
                    <a:pt x="16954" y="541632"/>
                  </a:lnTo>
                  <a:lnTo>
                    <a:pt x="18974" y="544962"/>
                  </a:lnTo>
                  <a:lnTo>
                    <a:pt x="20555" y="548595"/>
                  </a:lnTo>
                  <a:lnTo>
                    <a:pt x="21700" y="553944"/>
                  </a:lnTo>
                  <a:lnTo>
                    <a:pt x="20825" y="558283"/>
                  </a:lnTo>
                  <a:lnTo>
                    <a:pt x="21397" y="565381"/>
                  </a:lnTo>
                  <a:lnTo>
                    <a:pt x="26479" y="571739"/>
                  </a:lnTo>
                  <a:lnTo>
                    <a:pt x="28801" y="574498"/>
                  </a:lnTo>
                  <a:lnTo>
                    <a:pt x="30383" y="582302"/>
                  </a:lnTo>
                  <a:lnTo>
                    <a:pt x="30383" y="586373"/>
                  </a:lnTo>
                  <a:lnTo>
                    <a:pt x="31392" y="591015"/>
                  </a:lnTo>
                  <a:cubicBezTo>
                    <a:pt x="31392" y="591015"/>
                    <a:pt x="30820" y="595792"/>
                    <a:pt x="30820" y="596666"/>
                  </a:cubicBezTo>
                  <a:cubicBezTo>
                    <a:pt x="30820" y="597541"/>
                    <a:pt x="29070" y="600871"/>
                    <a:pt x="29070" y="600871"/>
                  </a:cubicBezTo>
                  <a:cubicBezTo>
                    <a:pt x="29070" y="600871"/>
                    <a:pt x="27926" y="604773"/>
                    <a:pt x="27623" y="605951"/>
                  </a:cubicBezTo>
                  <a:cubicBezTo>
                    <a:pt x="27320" y="607095"/>
                    <a:pt x="26310" y="609146"/>
                    <a:pt x="25738" y="609718"/>
                  </a:cubicBezTo>
                  <a:cubicBezTo>
                    <a:pt x="25166" y="610290"/>
                    <a:pt x="23147" y="613351"/>
                    <a:pt x="23147" y="613923"/>
                  </a:cubicBezTo>
                  <a:cubicBezTo>
                    <a:pt x="23147" y="614495"/>
                    <a:pt x="22575" y="619878"/>
                    <a:pt x="22575" y="619878"/>
                  </a:cubicBezTo>
                  <a:cubicBezTo>
                    <a:pt x="22575" y="619878"/>
                    <a:pt x="18536" y="624654"/>
                    <a:pt x="18233" y="625092"/>
                  </a:cubicBezTo>
                  <a:cubicBezTo>
                    <a:pt x="17930" y="625529"/>
                    <a:pt x="15474" y="628994"/>
                    <a:pt x="14901" y="629869"/>
                  </a:cubicBezTo>
                  <a:cubicBezTo>
                    <a:pt x="14329" y="630743"/>
                    <a:pt x="12882" y="632627"/>
                    <a:pt x="12714" y="633199"/>
                  </a:cubicBezTo>
                  <a:cubicBezTo>
                    <a:pt x="12579" y="633771"/>
                    <a:pt x="9685" y="636832"/>
                    <a:pt x="9517" y="637101"/>
                  </a:cubicBezTo>
                  <a:cubicBezTo>
                    <a:pt x="9382" y="637404"/>
                    <a:pt x="7767" y="639120"/>
                    <a:pt x="7767" y="639994"/>
                  </a:cubicBezTo>
                  <a:cubicBezTo>
                    <a:pt x="7767" y="640869"/>
                    <a:pt x="7767" y="645511"/>
                    <a:pt x="7767" y="645511"/>
                  </a:cubicBezTo>
                  <a:cubicBezTo>
                    <a:pt x="7767" y="645511"/>
                    <a:pt x="7901" y="648269"/>
                    <a:pt x="7767" y="649413"/>
                  </a:cubicBezTo>
                  <a:cubicBezTo>
                    <a:pt x="7632" y="650557"/>
                    <a:pt x="7767" y="654762"/>
                    <a:pt x="7767" y="654762"/>
                  </a:cubicBezTo>
                  <a:cubicBezTo>
                    <a:pt x="7767" y="654762"/>
                    <a:pt x="6892" y="656780"/>
                    <a:pt x="6757" y="657218"/>
                  </a:cubicBezTo>
                  <a:cubicBezTo>
                    <a:pt x="6623" y="657655"/>
                    <a:pt x="6185" y="660245"/>
                    <a:pt x="6017" y="660851"/>
                  </a:cubicBezTo>
                  <a:cubicBezTo>
                    <a:pt x="5882" y="661423"/>
                    <a:pt x="3695" y="664753"/>
                    <a:pt x="3695" y="664753"/>
                  </a:cubicBezTo>
                  <a:cubicBezTo>
                    <a:pt x="3695" y="664753"/>
                    <a:pt x="2180" y="667377"/>
                    <a:pt x="1877" y="668083"/>
                  </a:cubicBezTo>
                  <a:cubicBezTo>
                    <a:pt x="1608" y="668823"/>
                    <a:pt x="800" y="670539"/>
                    <a:pt x="800" y="672154"/>
                  </a:cubicBezTo>
                  <a:cubicBezTo>
                    <a:pt x="800" y="673735"/>
                    <a:pt x="800" y="680261"/>
                    <a:pt x="800" y="680261"/>
                  </a:cubicBezTo>
                  <a:lnTo>
                    <a:pt x="1810" y="682851"/>
                  </a:lnTo>
                  <a:lnTo>
                    <a:pt x="194" y="689814"/>
                  </a:lnTo>
                  <a:cubicBezTo>
                    <a:pt x="194" y="689814"/>
                    <a:pt x="-243" y="700108"/>
                    <a:pt x="194" y="700680"/>
                  </a:cubicBezTo>
                  <a:cubicBezTo>
                    <a:pt x="632" y="701252"/>
                    <a:pt x="632" y="705894"/>
                    <a:pt x="935" y="706634"/>
                  </a:cubicBezTo>
                  <a:cubicBezTo>
                    <a:pt x="1238" y="707341"/>
                    <a:pt x="2820" y="710267"/>
                    <a:pt x="2820" y="710267"/>
                  </a:cubicBezTo>
                  <a:lnTo>
                    <a:pt x="9147" y="712723"/>
                  </a:lnTo>
                  <a:lnTo>
                    <a:pt x="9147" y="712723"/>
                  </a:lnTo>
                  <a:cubicBezTo>
                    <a:pt x="9416" y="712555"/>
                    <a:pt x="9685" y="712420"/>
                    <a:pt x="9921" y="712420"/>
                  </a:cubicBezTo>
                  <a:cubicBezTo>
                    <a:pt x="10930" y="712420"/>
                    <a:pt x="15575" y="712420"/>
                    <a:pt x="15575" y="712420"/>
                  </a:cubicBezTo>
                  <a:lnTo>
                    <a:pt x="17325" y="712420"/>
                  </a:lnTo>
                  <a:lnTo>
                    <a:pt x="22541" y="712420"/>
                  </a:lnTo>
                  <a:cubicBezTo>
                    <a:pt x="22541" y="712420"/>
                    <a:pt x="27455" y="712858"/>
                    <a:pt x="28061" y="712420"/>
                  </a:cubicBezTo>
                  <a:cubicBezTo>
                    <a:pt x="28633" y="711983"/>
                    <a:pt x="34590" y="712420"/>
                    <a:pt x="34590" y="712420"/>
                  </a:cubicBezTo>
                  <a:cubicBezTo>
                    <a:pt x="34590" y="712420"/>
                    <a:pt x="38796" y="712622"/>
                    <a:pt x="39671" y="712218"/>
                  </a:cubicBezTo>
                  <a:cubicBezTo>
                    <a:pt x="40546" y="711848"/>
                    <a:pt x="45763" y="709796"/>
                    <a:pt x="46200" y="709359"/>
                  </a:cubicBezTo>
                  <a:cubicBezTo>
                    <a:pt x="46638" y="708922"/>
                    <a:pt x="48522" y="707341"/>
                    <a:pt x="48522" y="707341"/>
                  </a:cubicBezTo>
                  <a:cubicBezTo>
                    <a:pt x="48522" y="707341"/>
                    <a:pt x="51282" y="705457"/>
                    <a:pt x="51720" y="705019"/>
                  </a:cubicBezTo>
                  <a:cubicBezTo>
                    <a:pt x="52157" y="704582"/>
                    <a:pt x="53032" y="702698"/>
                    <a:pt x="53470" y="702261"/>
                  </a:cubicBezTo>
                  <a:cubicBezTo>
                    <a:pt x="53907" y="701824"/>
                    <a:pt x="55051" y="698493"/>
                    <a:pt x="55657" y="698493"/>
                  </a:cubicBezTo>
                  <a:cubicBezTo>
                    <a:pt x="56229" y="698493"/>
                    <a:pt x="56667" y="698931"/>
                    <a:pt x="57239" y="698493"/>
                  </a:cubicBezTo>
                  <a:cubicBezTo>
                    <a:pt x="57811" y="698056"/>
                    <a:pt x="60874" y="697787"/>
                    <a:pt x="61446" y="697787"/>
                  </a:cubicBezTo>
                  <a:cubicBezTo>
                    <a:pt x="62018" y="697787"/>
                    <a:pt x="64778" y="698090"/>
                    <a:pt x="65383" y="697787"/>
                  </a:cubicBezTo>
                  <a:cubicBezTo>
                    <a:pt x="65956" y="697484"/>
                    <a:pt x="67571" y="698359"/>
                    <a:pt x="67975" y="697787"/>
                  </a:cubicBezTo>
                  <a:cubicBezTo>
                    <a:pt x="68412" y="697215"/>
                    <a:pt x="70600" y="696643"/>
                    <a:pt x="71172" y="696643"/>
                  </a:cubicBezTo>
                  <a:cubicBezTo>
                    <a:pt x="71744" y="696643"/>
                    <a:pt x="74504" y="695062"/>
                    <a:pt x="74504" y="695062"/>
                  </a:cubicBezTo>
                  <a:lnTo>
                    <a:pt x="78139" y="691295"/>
                  </a:lnTo>
                  <a:lnTo>
                    <a:pt x="82917" y="688704"/>
                  </a:lnTo>
                  <a:cubicBezTo>
                    <a:pt x="82917" y="688704"/>
                    <a:pt x="87427" y="688132"/>
                    <a:pt x="87831" y="688132"/>
                  </a:cubicBezTo>
                  <a:cubicBezTo>
                    <a:pt x="88268" y="688132"/>
                    <a:pt x="95639" y="688132"/>
                    <a:pt x="95639" y="688132"/>
                  </a:cubicBezTo>
                  <a:cubicBezTo>
                    <a:pt x="95639" y="688132"/>
                    <a:pt x="97961" y="687560"/>
                    <a:pt x="99577" y="687426"/>
                  </a:cubicBezTo>
                  <a:cubicBezTo>
                    <a:pt x="101158" y="687291"/>
                    <a:pt x="104625" y="685542"/>
                    <a:pt x="105230" y="685542"/>
                  </a:cubicBezTo>
                  <a:cubicBezTo>
                    <a:pt x="105803" y="685542"/>
                    <a:pt x="106240" y="684802"/>
                    <a:pt x="106812" y="684667"/>
                  </a:cubicBezTo>
                  <a:cubicBezTo>
                    <a:pt x="107384" y="684533"/>
                    <a:pt x="109404" y="685307"/>
                    <a:pt x="110009" y="685037"/>
                  </a:cubicBezTo>
                  <a:cubicBezTo>
                    <a:pt x="110581" y="684735"/>
                    <a:pt x="114216" y="684667"/>
                    <a:pt x="114216" y="684667"/>
                  </a:cubicBezTo>
                  <a:lnTo>
                    <a:pt x="114788" y="684667"/>
                  </a:lnTo>
                  <a:lnTo>
                    <a:pt x="118692" y="681909"/>
                  </a:lnTo>
                  <a:cubicBezTo>
                    <a:pt x="118692" y="681909"/>
                    <a:pt x="119264" y="681472"/>
                    <a:pt x="119836" y="681169"/>
                  </a:cubicBezTo>
                  <a:cubicBezTo>
                    <a:pt x="120409" y="680866"/>
                    <a:pt x="121721" y="679723"/>
                    <a:pt x="122293" y="679588"/>
                  </a:cubicBezTo>
                  <a:cubicBezTo>
                    <a:pt x="122865" y="679453"/>
                    <a:pt x="123942" y="678007"/>
                    <a:pt x="123942" y="678007"/>
                  </a:cubicBezTo>
                  <a:lnTo>
                    <a:pt x="124313" y="675988"/>
                  </a:lnTo>
                  <a:lnTo>
                    <a:pt x="124313" y="673365"/>
                  </a:lnTo>
                  <a:lnTo>
                    <a:pt x="126500" y="671783"/>
                  </a:lnTo>
                  <a:lnTo>
                    <a:pt x="128519" y="670034"/>
                  </a:lnTo>
                  <a:cubicBezTo>
                    <a:pt x="128519" y="670034"/>
                    <a:pt x="128957" y="668722"/>
                    <a:pt x="129529" y="668722"/>
                  </a:cubicBezTo>
                  <a:cubicBezTo>
                    <a:pt x="130101" y="668722"/>
                    <a:pt x="131986" y="666973"/>
                    <a:pt x="131986" y="666973"/>
                  </a:cubicBezTo>
                  <a:cubicBezTo>
                    <a:pt x="131986" y="666973"/>
                    <a:pt x="134308" y="664517"/>
                    <a:pt x="134745" y="664517"/>
                  </a:cubicBezTo>
                  <a:cubicBezTo>
                    <a:pt x="135183" y="664517"/>
                    <a:pt x="136933" y="662331"/>
                    <a:pt x="136933" y="662331"/>
                  </a:cubicBezTo>
                  <a:lnTo>
                    <a:pt x="138952" y="660582"/>
                  </a:lnTo>
                  <a:lnTo>
                    <a:pt x="143159" y="655502"/>
                  </a:lnTo>
                  <a:lnTo>
                    <a:pt x="147366" y="652878"/>
                  </a:lnTo>
                  <a:lnTo>
                    <a:pt x="153154" y="651566"/>
                  </a:lnTo>
                  <a:lnTo>
                    <a:pt x="158236" y="651566"/>
                  </a:lnTo>
                  <a:lnTo>
                    <a:pt x="161568" y="652138"/>
                  </a:lnTo>
                  <a:lnTo>
                    <a:pt x="164328" y="653282"/>
                  </a:lnTo>
                  <a:lnTo>
                    <a:pt x="166583" y="653147"/>
                  </a:lnTo>
                  <a:lnTo>
                    <a:pt x="167828" y="651566"/>
                  </a:lnTo>
                  <a:lnTo>
                    <a:pt x="167828" y="648942"/>
                  </a:lnTo>
                  <a:lnTo>
                    <a:pt x="166953" y="645612"/>
                  </a:lnTo>
                  <a:lnTo>
                    <a:pt x="166078" y="643425"/>
                  </a:lnTo>
                  <a:lnTo>
                    <a:pt x="165001" y="641541"/>
                  </a:lnTo>
                  <a:lnTo>
                    <a:pt x="164362" y="639220"/>
                  </a:lnTo>
                  <a:lnTo>
                    <a:pt x="164362" y="638480"/>
                  </a:lnTo>
                  <a:lnTo>
                    <a:pt x="165371" y="636731"/>
                  </a:lnTo>
                  <a:lnTo>
                    <a:pt x="166549" y="634982"/>
                  </a:lnTo>
                  <a:lnTo>
                    <a:pt x="166684" y="632526"/>
                  </a:lnTo>
                  <a:lnTo>
                    <a:pt x="166549" y="631651"/>
                  </a:lnTo>
                  <a:lnTo>
                    <a:pt x="167862" y="630642"/>
                  </a:lnTo>
                  <a:lnTo>
                    <a:pt x="170453" y="630642"/>
                  </a:lnTo>
                  <a:lnTo>
                    <a:pt x="173347" y="629902"/>
                  </a:lnTo>
                  <a:lnTo>
                    <a:pt x="176679" y="630642"/>
                  </a:lnTo>
                  <a:lnTo>
                    <a:pt x="180011" y="631786"/>
                  </a:lnTo>
                  <a:lnTo>
                    <a:pt x="180718" y="633098"/>
                  </a:lnTo>
                  <a:lnTo>
                    <a:pt x="184622" y="634242"/>
                  </a:lnTo>
                  <a:lnTo>
                    <a:pt x="191891" y="633872"/>
                  </a:lnTo>
                  <a:lnTo>
                    <a:pt x="197107" y="634511"/>
                  </a:lnTo>
                  <a:cubicBezTo>
                    <a:pt x="197107" y="634511"/>
                    <a:pt x="202122" y="634410"/>
                    <a:pt x="202324" y="634410"/>
                  </a:cubicBezTo>
                  <a:cubicBezTo>
                    <a:pt x="202526" y="634410"/>
                    <a:pt x="206901" y="634948"/>
                    <a:pt x="206901" y="634948"/>
                  </a:cubicBezTo>
                  <a:lnTo>
                    <a:pt x="211040" y="635856"/>
                  </a:lnTo>
                  <a:lnTo>
                    <a:pt x="213968" y="636731"/>
                  </a:lnTo>
                  <a:lnTo>
                    <a:pt x="216829" y="635083"/>
                  </a:lnTo>
                  <a:lnTo>
                    <a:pt x="218848" y="633064"/>
                  </a:lnTo>
                  <a:lnTo>
                    <a:pt x="220430" y="630878"/>
                  </a:lnTo>
                  <a:lnTo>
                    <a:pt x="221440" y="628859"/>
                  </a:lnTo>
                  <a:lnTo>
                    <a:pt x="224334" y="628859"/>
                  </a:lnTo>
                  <a:lnTo>
                    <a:pt x="226050" y="628859"/>
                  </a:lnTo>
                  <a:lnTo>
                    <a:pt x="226925" y="631752"/>
                  </a:lnTo>
                  <a:lnTo>
                    <a:pt x="227800" y="633636"/>
                  </a:lnTo>
                  <a:cubicBezTo>
                    <a:pt x="227800" y="633636"/>
                    <a:pt x="229248" y="635385"/>
                    <a:pt x="229820" y="635385"/>
                  </a:cubicBezTo>
                  <a:cubicBezTo>
                    <a:pt x="230392" y="635385"/>
                    <a:pt x="233724" y="635823"/>
                    <a:pt x="234026" y="635251"/>
                  </a:cubicBezTo>
                  <a:cubicBezTo>
                    <a:pt x="234330" y="634679"/>
                    <a:pt x="236988" y="632661"/>
                    <a:pt x="237426" y="632358"/>
                  </a:cubicBezTo>
                  <a:cubicBezTo>
                    <a:pt x="237863" y="632055"/>
                    <a:pt x="239108" y="630474"/>
                    <a:pt x="239108" y="630474"/>
                  </a:cubicBezTo>
                  <a:lnTo>
                    <a:pt x="239108" y="629734"/>
                  </a:lnTo>
                  <a:lnTo>
                    <a:pt x="239108" y="626269"/>
                  </a:lnTo>
                  <a:lnTo>
                    <a:pt x="240118" y="624688"/>
                  </a:lnTo>
                  <a:lnTo>
                    <a:pt x="241700" y="622939"/>
                  </a:lnTo>
                  <a:lnTo>
                    <a:pt x="242575" y="621795"/>
                  </a:lnTo>
                  <a:lnTo>
                    <a:pt x="243887" y="620349"/>
                  </a:lnTo>
                  <a:lnTo>
                    <a:pt x="247959" y="619339"/>
                  </a:lnTo>
                  <a:lnTo>
                    <a:pt x="251426" y="618465"/>
                  </a:lnTo>
                  <a:lnTo>
                    <a:pt x="253883" y="618465"/>
                  </a:lnTo>
                  <a:lnTo>
                    <a:pt x="254623" y="620786"/>
                  </a:lnTo>
                  <a:lnTo>
                    <a:pt x="257517" y="622670"/>
                  </a:lnTo>
                  <a:lnTo>
                    <a:pt x="261859" y="622939"/>
                  </a:lnTo>
                  <a:lnTo>
                    <a:pt x="265191" y="619911"/>
                  </a:lnTo>
                  <a:lnTo>
                    <a:pt x="265191" y="615874"/>
                  </a:lnTo>
                  <a:cubicBezTo>
                    <a:pt x="265191" y="615874"/>
                    <a:pt x="266806" y="614731"/>
                    <a:pt x="266941" y="614125"/>
                  </a:cubicBezTo>
                  <a:cubicBezTo>
                    <a:pt x="267075" y="613553"/>
                    <a:pt x="267513" y="611232"/>
                    <a:pt x="268119" y="611232"/>
                  </a:cubicBezTo>
                  <a:cubicBezTo>
                    <a:pt x="268691" y="611232"/>
                    <a:pt x="271181" y="608642"/>
                    <a:pt x="271181" y="608642"/>
                  </a:cubicBezTo>
                  <a:lnTo>
                    <a:pt x="275826" y="607902"/>
                  </a:lnTo>
                  <a:lnTo>
                    <a:pt x="278888" y="608642"/>
                  </a:lnTo>
                  <a:cubicBezTo>
                    <a:pt x="278888" y="608642"/>
                    <a:pt x="280470" y="610526"/>
                    <a:pt x="280907" y="610660"/>
                  </a:cubicBezTo>
                  <a:cubicBezTo>
                    <a:pt x="281345" y="610795"/>
                    <a:pt x="282792" y="611232"/>
                    <a:pt x="282792" y="611232"/>
                  </a:cubicBezTo>
                  <a:lnTo>
                    <a:pt x="285249" y="610357"/>
                  </a:lnTo>
                  <a:lnTo>
                    <a:pt x="286124" y="607902"/>
                  </a:lnTo>
                  <a:lnTo>
                    <a:pt x="286124" y="607162"/>
                  </a:lnTo>
                  <a:lnTo>
                    <a:pt x="286124" y="604572"/>
                  </a:lnTo>
                  <a:lnTo>
                    <a:pt x="286999" y="604572"/>
                  </a:lnTo>
                  <a:cubicBezTo>
                    <a:pt x="286999" y="604572"/>
                    <a:pt x="289893" y="602116"/>
                    <a:pt x="290330" y="601948"/>
                  </a:cubicBezTo>
                  <a:cubicBezTo>
                    <a:pt x="290768" y="601813"/>
                    <a:pt x="292518" y="599929"/>
                    <a:pt x="293393" y="599492"/>
                  </a:cubicBezTo>
                  <a:cubicBezTo>
                    <a:pt x="294268" y="599055"/>
                    <a:pt x="295581" y="597608"/>
                    <a:pt x="295581" y="597608"/>
                  </a:cubicBezTo>
                  <a:lnTo>
                    <a:pt x="297331" y="595152"/>
                  </a:lnTo>
                  <a:lnTo>
                    <a:pt x="299215" y="592966"/>
                  </a:lnTo>
                  <a:lnTo>
                    <a:pt x="301403" y="588492"/>
                  </a:lnTo>
                  <a:lnTo>
                    <a:pt x="302850" y="585464"/>
                  </a:lnTo>
                  <a:lnTo>
                    <a:pt x="305307" y="582268"/>
                  </a:lnTo>
                  <a:lnTo>
                    <a:pt x="305307" y="579375"/>
                  </a:lnTo>
                  <a:lnTo>
                    <a:pt x="304432" y="575608"/>
                  </a:lnTo>
                  <a:cubicBezTo>
                    <a:pt x="304432" y="575608"/>
                    <a:pt x="303422" y="573152"/>
                    <a:pt x="303422" y="572715"/>
                  </a:cubicBezTo>
                  <a:cubicBezTo>
                    <a:pt x="303422" y="572278"/>
                    <a:pt x="302413" y="568813"/>
                    <a:pt x="302413" y="568813"/>
                  </a:cubicBezTo>
                  <a:cubicBezTo>
                    <a:pt x="302413" y="568813"/>
                    <a:pt x="301975" y="566929"/>
                    <a:pt x="301840" y="566357"/>
                  </a:cubicBezTo>
                  <a:cubicBezTo>
                    <a:pt x="301706" y="565785"/>
                    <a:pt x="301403" y="563733"/>
                    <a:pt x="301403" y="563733"/>
                  </a:cubicBezTo>
                  <a:lnTo>
                    <a:pt x="303422" y="562858"/>
                  </a:lnTo>
                  <a:lnTo>
                    <a:pt x="304432" y="562858"/>
                  </a:lnTo>
                  <a:cubicBezTo>
                    <a:pt x="304432" y="562858"/>
                    <a:pt x="306754" y="562556"/>
                    <a:pt x="307326" y="562858"/>
                  </a:cubicBezTo>
                  <a:cubicBezTo>
                    <a:pt x="307898" y="563161"/>
                    <a:pt x="308774" y="562455"/>
                    <a:pt x="309783" y="562724"/>
                  </a:cubicBezTo>
                  <a:cubicBezTo>
                    <a:pt x="310793" y="562993"/>
                    <a:pt x="312408" y="562118"/>
                    <a:pt x="312812" y="561849"/>
                  </a:cubicBezTo>
                  <a:cubicBezTo>
                    <a:pt x="313249" y="561547"/>
                    <a:pt x="312374" y="561547"/>
                    <a:pt x="312812" y="560974"/>
                  </a:cubicBezTo>
                  <a:cubicBezTo>
                    <a:pt x="313249" y="560403"/>
                    <a:pt x="311365" y="557947"/>
                    <a:pt x="311365" y="557947"/>
                  </a:cubicBezTo>
                  <a:lnTo>
                    <a:pt x="310119" y="555626"/>
                  </a:lnTo>
                  <a:lnTo>
                    <a:pt x="308740" y="553439"/>
                  </a:lnTo>
                  <a:lnTo>
                    <a:pt x="308740" y="551555"/>
                  </a:lnTo>
                  <a:lnTo>
                    <a:pt x="310187" y="548225"/>
                  </a:lnTo>
                  <a:lnTo>
                    <a:pt x="312072" y="546476"/>
                  </a:lnTo>
                  <a:lnTo>
                    <a:pt x="313956" y="545601"/>
                  </a:lnTo>
                  <a:lnTo>
                    <a:pt x="313956" y="542843"/>
                  </a:lnTo>
                  <a:lnTo>
                    <a:pt x="312879" y="540522"/>
                  </a:lnTo>
                  <a:lnTo>
                    <a:pt x="310927" y="538335"/>
                  </a:lnTo>
                  <a:lnTo>
                    <a:pt x="309345" y="535577"/>
                  </a:lnTo>
                  <a:lnTo>
                    <a:pt x="310927" y="533390"/>
                  </a:lnTo>
                  <a:lnTo>
                    <a:pt x="311634" y="532078"/>
                  </a:lnTo>
                  <a:lnTo>
                    <a:pt x="310322" y="530934"/>
                  </a:lnTo>
                  <a:lnTo>
                    <a:pt x="312072" y="529185"/>
                  </a:lnTo>
                  <a:lnTo>
                    <a:pt x="312206" y="527873"/>
                  </a:lnTo>
                  <a:lnTo>
                    <a:pt x="310019" y="526124"/>
                  </a:lnTo>
                  <a:lnTo>
                    <a:pt x="309009" y="523937"/>
                  </a:lnTo>
                  <a:lnTo>
                    <a:pt x="309884" y="522188"/>
                  </a:lnTo>
                  <a:lnTo>
                    <a:pt x="311466" y="521044"/>
                  </a:lnTo>
                  <a:lnTo>
                    <a:pt x="313047" y="521044"/>
                  </a:lnTo>
                  <a:lnTo>
                    <a:pt x="312610" y="516402"/>
                  </a:lnTo>
                  <a:lnTo>
                    <a:pt x="312172" y="514216"/>
                  </a:lnTo>
                  <a:lnTo>
                    <a:pt x="312172" y="513206"/>
                  </a:lnTo>
                  <a:lnTo>
                    <a:pt x="313047" y="508295"/>
                  </a:lnTo>
                  <a:lnTo>
                    <a:pt x="315807" y="507723"/>
                  </a:lnTo>
                  <a:cubicBezTo>
                    <a:pt x="315807" y="507723"/>
                    <a:pt x="318129" y="507286"/>
                    <a:pt x="318567" y="506983"/>
                  </a:cubicBezTo>
                  <a:lnTo>
                    <a:pt x="318264" y="501903"/>
                  </a:lnTo>
                  <a:cubicBezTo>
                    <a:pt x="318264" y="502206"/>
                    <a:pt x="315033" y="501331"/>
                    <a:pt x="313721" y="500659"/>
                  </a:cubicBezTo>
                  <a:close/>
                </a:path>
              </a:pathLst>
            </a:custGeom>
            <a:grpFill/>
            <a:ln w="6350" cap="flat">
              <a:solidFill>
                <a:schemeClr val="bg1"/>
              </a:solidFill>
              <a:prstDash val="solid"/>
              <a:miter/>
            </a:ln>
          </p:spPr>
          <p:txBody>
            <a:bodyPr rtlCol="0" anchor="ctr"/>
            <a:lstStyle/>
            <a:p>
              <a:endParaRPr lang="en-US"/>
            </a:p>
          </p:txBody>
        </p:sp>
        <p:sp>
          <p:nvSpPr>
            <p:cNvPr id="188" name="Freeform 905">
              <a:extLst>
                <a:ext uri="{FF2B5EF4-FFF2-40B4-BE49-F238E27FC236}">
                  <a16:creationId xmlns:a16="http://schemas.microsoft.com/office/drawing/2014/main" id="{F328A24D-E732-7D14-EDD0-0E463CB8E85A}"/>
                </a:ext>
              </a:extLst>
            </p:cNvPr>
            <p:cNvSpPr/>
            <p:nvPr/>
          </p:nvSpPr>
          <p:spPr>
            <a:xfrm>
              <a:off x="7521508" y="2550228"/>
              <a:ext cx="287196" cy="470349"/>
            </a:xfrm>
            <a:custGeom>
              <a:avLst/>
              <a:gdLst>
                <a:gd name="connsiteX0" fmla="*/ 547829 w 551389"/>
                <a:gd name="connsiteY0" fmla="*/ 36062 h 903022"/>
                <a:gd name="connsiteX1" fmla="*/ 545238 w 551389"/>
                <a:gd name="connsiteY1" fmla="*/ 35187 h 903022"/>
                <a:gd name="connsiteX2" fmla="*/ 542310 w 551389"/>
                <a:gd name="connsiteY2" fmla="*/ 32260 h 903022"/>
                <a:gd name="connsiteX3" fmla="*/ 537868 w 551389"/>
                <a:gd name="connsiteY3" fmla="*/ 30848 h 903022"/>
                <a:gd name="connsiteX4" fmla="*/ 536353 w 551389"/>
                <a:gd name="connsiteY4" fmla="*/ 25734 h 903022"/>
                <a:gd name="connsiteX5" fmla="*/ 539517 w 551389"/>
                <a:gd name="connsiteY5" fmla="*/ 23548 h 903022"/>
                <a:gd name="connsiteX6" fmla="*/ 541906 w 551389"/>
                <a:gd name="connsiteY6" fmla="*/ 23716 h 903022"/>
                <a:gd name="connsiteX7" fmla="*/ 541334 w 551389"/>
                <a:gd name="connsiteY7" fmla="*/ 23009 h 903022"/>
                <a:gd name="connsiteX8" fmla="*/ 542546 w 551389"/>
                <a:gd name="connsiteY8" fmla="*/ 20150 h 903022"/>
                <a:gd name="connsiteX9" fmla="*/ 542546 w 551389"/>
                <a:gd name="connsiteY9" fmla="*/ 16382 h 903022"/>
                <a:gd name="connsiteX10" fmla="*/ 534704 w 551389"/>
                <a:gd name="connsiteY10" fmla="*/ 16382 h 903022"/>
                <a:gd name="connsiteX11" fmla="*/ 533829 w 551389"/>
                <a:gd name="connsiteY11" fmla="*/ 12043 h 903022"/>
                <a:gd name="connsiteX12" fmla="*/ 533829 w 551389"/>
                <a:gd name="connsiteY12" fmla="*/ 8578 h 903022"/>
                <a:gd name="connsiteX13" fmla="*/ 536017 w 551389"/>
                <a:gd name="connsiteY13" fmla="*/ 6392 h 903022"/>
                <a:gd name="connsiteX14" fmla="*/ 537464 w 551389"/>
                <a:gd name="connsiteY14" fmla="*/ 3499 h 903022"/>
                <a:gd name="connsiteX15" fmla="*/ 537161 w 551389"/>
                <a:gd name="connsiteY15" fmla="*/ 1749 h 903022"/>
                <a:gd name="connsiteX16" fmla="*/ 535276 w 551389"/>
                <a:gd name="connsiteY16" fmla="*/ 875 h 903022"/>
                <a:gd name="connsiteX17" fmla="*/ 533829 w 551389"/>
                <a:gd name="connsiteY17" fmla="*/ 0 h 903022"/>
                <a:gd name="connsiteX18" fmla="*/ 530363 w 551389"/>
                <a:gd name="connsiteY18" fmla="*/ 1144 h 903022"/>
                <a:gd name="connsiteX19" fmla="*/ 526156 w 551389"/>
                <a:gd name="connsiteY19" fmla="*/ 4340 h 903022"/>
                <a:gd name="connsiteX20" fmla="*/ 521814 w 551389"/>
                <a:gd name="connsiteY20" fmla="*/ 7233 h 903022"/>
                <a:gd name="connsiteX21" fmla="*/ 513973 w 551389"/>
                <a:gd name="connsiteY21" fmla="*/ 12884 h 903022"/>
                <a:gd name="connsiteX22" fmla="*/ 509631 w 551389"/>
                <a:gd name="connsiteY22" fmla="*/ 17358 h 903022"/>
                <a:gd name="connsiteX23" fmla="*/ 504852 w 551389"/>
                <a:gd name="connsiteY23" fmla="*/ 22572 h 903022"/>
                <a:gd name="connsiteX24" fmla="*/ 503170 w 551389"/>
                <a:gd name="connsiteY24" fmla="*/ 27214 h 903022"/>
                <a:gd name="connsiteX25" fmla="*/ 500780 w 551389"/>
                <a:gd name="connsiteY25" fmla="*/ 30107 h 903022"/>
                <a:gd name="connsiteX26" fmla="*/ 500780 w 551389"/>
                <a:gd name="connsiteY26" fmla="*/ 32866 h 903022"/>
                <a:gd name="connsiteX27" fmla="*/ 498189 w 551389"/>
                <a:gd name="connsiteY27" fmla="*/ 34615 h 903022"/>
                <a:gd name="connsiteX28" fmla="*/ 496876 w 551389"/>
                <a:gd name="connsiteY28" fmla="*/ 37205 h 903022"/>
                <a:gd name="connsiteX29" fmla="*/ 495429 w 551389"/>
                <a:gd name="connsiteY29" fmla="*/ 37205 h 903022"/>
                <a:gd name="connsiteX30" fmla="*/ 490347 w 551389"/>
                <a:gd name="connsiteY30" fmla="*/ 32563 h 903022"/>
                <a:gd name="connsiteX31" fmla="*/ 485568 w 551389"/>
                <a:gd name="connsiteY31" fmla="*/ 31117 h 903022"/>
                <a:gd name="connsiteX32" fmla="*/ 482674 w 551389"/>
                <a:gd name="connsiteY32" fmla="*/ 29367 h 903022"/>
                <a:gd name="connsiteX33" fmla="*/ 480352 w 551389"/>
                <a:gd name="connsiteY33" fmla="*/ 28661 h 903022"/>
                <a:gd name="connsiteX34" fmla="*/ 477761 w 551389"/>
                <a:gd name="connsiteY34" fmla="*/ 28795 h 903022"/>
                <a:gd name="connsiteX35" fmla="*/ 474126 w 551389"/>
                <a:gd name="connsiteY35" fmla="*/ 29939 h 903022"/>
                <a:gd name="connsiteX36" fmla="*/ 474126 w 551389"/>
                <a:gd name="connsiteY36" fmla="*/ 33404 h 903022"/>
                <a:gd name="connsiteX37" fmla="*/ 471972 w 551389"/>
                <a:gd name="connsiteY37" fmla="*/ 34716 h 903022"/>
                <a:gd name="connsiteX38" fmla="*/ 468203 w 551389"/>
                <a:gd name="connsiteY38" fmla="*/ 30377 h 903022"/>
                <a:gd name="connsiteX39" fmla="*/ 464871 w 551389"/>
                <a:gd name="connsiteY39" fmla="*/ 27618 h 903022"/>
                <a:gd name="connsiteX40" fmla="*/ 461775 w 551389"/>
                <a:gd name="connsiteY40" fmla="*/ 23279 h 903022"/>
                <a:gd name="connsiteX41" fmla="*/ 460799 w 551389"/>
                <a:gd name="connsiteY41" fmla="*/ 20823 h 903022"/>
                <a:gd name="connsiteX42" fmla="*/ 460799 w 551389"/>
                <a:gd name="connsiteY42" fmla="*/ 17190 h 903022"/>
                <a:gd name="connsiteX43" fmla="*/ 457601 w 551389"/>
                <a:gd name="connsiteY43" fmla="*/ 15676 h 903022"/>
                <a:gd name="connsiteX44" fmla="*/ 453092 w 551389"/>
                <a:gd name="connsiteY44" fmla="*/ 16315 h 903022"/>
                <a:gd name="connsiteX45" fmla="*/ 449457 w 551389"/>
                <a:gd name="connsiteY45" fmla="*/ 16315 h 903022"/>
                <a:gd name="connsiteX46" fmla="*/ 444678 w 551389"/>
                <a:gd name="connsiteY46" fmla="*/ 16450 h 903022"/>
                <a:gd name="connsiteX47" fmla="*/ 440606 w 551389"/>
                <a:gd name="connsiteY47" fmla="*/ 19343 h 903022"/>
                <a:gd name="connsiteX48" fmla="*/ 444678 w 551389"/>
                <a:gd name="connsiteY48" fmla="*/ 22976 h 903022"/>
                <a:gd name="connsiteX49" fmla="*/ 448885 w 551389"/>
                <a:gd name="connsiteY49" fmla="*/ 27046 h 903022"/>
                <a:gd name="connsiteX50" fmla="*/ 453664 w 551389"/>
                <a:gd name="connsiteY50" fmla="*/ 28795 h 903022"/>
                <a:gd name="connsiteX51" fmla="*/ 451779 w 551389"/>
                <a:gd name="connsiteY51" fmla="*/ 31554 h 903022"/>
                <a:gd name="connsiteX52" fmla="*/ 449020 w 551389"/>
                <a:gd name="connsiteY52" fmla="*/ 34010 h 903022"/>
                <a:gd name="connsiteX53" fmla="*/ 447438 w 551389"/>
                <a:gd name="connsiteY53" fmla="*/ 35591 h 903022"/>
                <a:gd name="connsiteX54" fmla="*/ 443366 w 551389"/>
                <a:gd name="connsiteY54" fmla="*/ 38181 h 903022"/>
                <a:gd name="connsiteX55" fmla="*/ 439462 w 551389"/>
                <a:gd name="connsiteY55" fmla="*/ 40065 h 903022"/>
                <a:gd name="connsiteX56" fmla="*/ 435389 w 551389"/>
                <a:gd name="connsiteY56" fmla="*/ 43261 h 903022"/>
                <a:gd name="connsiteX57" fmla="*/ 431485 w 551389"/>
                <a:gd name="connsiteY57" fmla="*/ 44572 h 903022"/>
                <a:gd name="connsiteX58" fmla="*/ 426269 w 551389"/>
                <a:gd name="connsiteY58" fmla="*/ 49921 h 903022"/>
                <a:gd name="connsiteX59" fmla="*/ 423206 w 551389"/>
                <a:gd name="connsiteY59" fmla="*/ 53689 h 903022"/>
                <a:gd name="connsiteX60" fmla="*/ 418427 w 551389"/>
                <a:gd name="connsiteY60" fmla="*/ 56582 h 903022"/>
                <a:gd name="connsiteX61" fmla="*/ 413480 w 551389"/>
                <a:gd name="connsiteY61" fmla="*/ 58466 h 903022"/>
                <a:gd name="connsiteX62" fmla="*/ 407389 w 551389"/>
                <a:gd name="connsiteY62" fmla="*/ 60047 h 903022"/>
                <a:gd name="connsiteX63" fmla="*/ 405807 w 551389"/>
                <a:gd name="connsiteY63" fmla="*/ 63512 h 903022"/>
                <a:gd name="connsiteX64" fmla="*/ 404225 w 551389"/>
                <a:gd name="connsiteY64" fmla="*/ 68154 h 903022"/>
                <a:gd name="connsiteX65" fmla="*/ 403855 w 551389"/>
                <a:gd name="connsiteY65" fmla="*/ 72359 h 903022"/>
                <a:gd name="connsiteX66" fmla="*/ 403350 w 551389"/>
                <a:gd name="connsiteY66" fmla="*/ 77573 h 903022"/>
                <a:gd name="connsiteX67" fmla="*/ 403350 w 551389"/>
                <a:gd name="connsiteY67" fmla="*/ 81475 h 903022"/>
                <a:gd name="connsiteX68" fmla="*/ 400456 w 551389"/>
                <a:gd name="connsiteY68" fmla="*/ 83796 h 903022"/>
                <a:gd name="connsiteX69" fmla="*/ 398571 w 551389"/>
                <a:gd name="connsiteY69" fmla="*/ 87867 h 903022"/>
                <a:gd name="connsiteX70" fmla="*/ 393490 w 551389"/>
                <a:gd name="connsiteY70" fmla="*/ 89313 h 903022"/>
                <a:gd name="connsiteX71" fmla="*/ 388576 w 551389"/>
                <a:gd name="connsiteY71" fmla="*/ 89313 h 903022"/>
                <a:gd name="connsiteX72" fmla="*/ 384941 w 551389"/>
                <a:gd name="connsiteY72" fmla="*/ 86555 h 903022"/>
                <a:gd name="connsiteX73" fmla="*/ 381744 w 551389"/>
                <a:gd name="connsiteY73" fmla="*/ 88439 h 903022"/>
                <a:gd name="connsiteX74" fmla="*/ 379052 w 551389"/>
                <a:gd name="connsiteY74" fmla="*/ 93653 h 903022"/>
                <a:gd name="connsiteX75" fmla="*/ 377234 w 551389"/>
                <a:gd name="connsiteY75" fmla="*/ 97690 h 903022"/>
                <a:gd name="connsiteX76" fmla="*/ 377234 w 551389"/>
                <a:gd name="connsiteY76" fmla="*/ 102332 h 903022"/>
                <a:gd name="connsiteX77" fmla="*/ 376494 w 551389"/>
                <a:gd name="connsiteY77" fmla="*/ 105965 h 903022"/>
                <a:gd name="connsiteX78" fmla="*/ 378109 w 551389"/>
                <a:gd name="connsiteY78" fmla="*/ 109295 h 903022"/>
                <a:gd name="connsiteX79" fmla="*/ 378681 w 551389"/>
                <a:gd name="connsiteY79" fmla="*/ 111751 h 903022"/>
                <a:gd name="connsiteX80" fmla="*/ 374475 w 551389"/>
                <a:gd name="connsiteY80" fmla="*/ 112491 h 903022"/>
                <a:gd name="connsiteX81" fmla="*/ 370840 w 551389"/>
                <a:gd name="connsiteY81" fmla="*/ 113366 h 903022"/>
                <a:gd name="connsiteX82" fmla="*/ 368383 w 551389"/>
                <a:gd name="connsiteY82" fmla="*/ 116124 h 903022"/>
                <a:gd name="connsiteX83" fmla="*/ 364748 w 551389"/>
                <a:gd name="connsiteY83" fmla="*/ 117436 h 903022"/>
                <a:gd name="connsiteX84" fmla="*/ 361854 w 551389"/>
                <a:gd name="connsiteY84" fmla="*/ 122650 h 903022"/>
                <a:gd name="connsiteX85" fmla="*/ 357647 w 551389"/>
                <a:gd name="connsiteY85" fmla="*/ 126283 h 903022"/>
                <a:gd name="connsiteX86" fmla="*/ 355628 w 551389"/>
                <a:gd name="connsiteY86" fmla="*/ 127292 h 903022"/>
                <a:gd name="connsiteX87" fmla="*/ 351556 w 551389"/>
                <a:gd name="connsiteY87" fmla="*/ 129311 h 903022"/>
                <a:gd name="connsiteX88" fmla="*/ 346777 w 551389"/>
                <a:gd name="connsiteY88" fmla="*/ 129311 h 903022"/>
                <a:gd name="connsiteX89" fmla="*/ 345195 w 551389"/>
                <a:gd name="connsiteY89" fmla="*/ 132776 h 903022"/>
                <a:gd name="connsiteX90" fmla="*/ 342435 w 551389"/>
                <a:gd name="connsiteY90" fmla="*/ 135669 h 903022"/>
                <a:gd name="connsiteX91" fmla="*/ 343075 w 551389"/>
                <a:gd name="connsiteY91" fmla="*/ 140176 h 903022"/>
                <a:gd name="connsiteX92" fmla="*/ 338935 w 551389"/>
                <a:gd name="connsiteY92" fmla="*/ 144516 h 903022"/>
                <a:gd name="connsiteX93" fmla="*/ 338935 w 551389"/>
                <a:gd name="connsiteY93" fmla="*/ 147543 h 903022"/>
                <a:gd name="connsiteX94" fmla="*/ 338935 w 551389"/>
                <a:gd name="connsiteY94" fmla="*/ 149360 h 903022"/>
                <a:gd name="connsiteX95" fmla="*/ 338935 w 551389"/>
                <a:gd name="connsiteY95" fmla="*/ 154574 h 903022"/>
                <a:gd name="connsiteX96" fmla="*/ 337926 w 551389"/>
                <a:gd name="connsiteY96" fmla="*/ 160528 h 903022"/>
                <a:gd name="connsiteX97" fmla="*/ 339810 w 551389"/>
                <a:gd name="connsiteY97" fmla="*/ 163859 h 903022"/>
                <a:gd name="connsiteX98" fmla="*/ 342873 w 551389"/>
                <a:gd name="connsiteY98" fmla="*/ 166617 h 903022"/>
                <a:gd name="connsiteX99" fmla="*/ 345633 w 551389"/>
                <a:gd name="connsiteY99" fmla="*/ 166617 h 903022"/>
                <a:gd name="connsiteX100" fmla="*/ 349537 w 551389"/>
                <a:gd name="connsiteY100" fmla="*/ 170385 h 903022"/>
                <a:gd name="connsiteX101" fmla="*/ 351287 w 551389"/>
                <a:gd name="connsiteY101" fmla="*/ 173850 h 903022"/>
                <a:gd name="connsiteX102" fmla="*/ 351590 w 551389"/>
                <a:gd name="connsiteY102" fmla="*/ 176877 h 903022"/>
                <a:gd name="connsiteX103" fmla="*/ 351455 w 551389"/>
                <a:gd name="connsiteY103" fmla="*/ 179770 h 903022"/>
                <a:gd name="connsiteX104" fmla="*/ 350142 w 551389"/>
                <a:gd name="connsiteY104" fmla="*/ 182226 h 903022"/>
                <a:gd name="connsiteX105" fmla="*/ 348392 w 551389"/>
                <a:gd name="connsiteY105" fmla="*/ 185994 h 903022"/>
                <a:gd name="connsiteX106" fmla="*/ 347517 w 551389"/>
                <a:gd name="connsiteY106" fmla="*/ 188449 h 903022"/>
                <a:gd name="connsiteX107" fmla="*/ 346642 w 551389"/>
                <a:gd name="connsiteY107" fmla="*/ 190636 h 903022"/>
                <a:gd name="connsiteX108" fmla="*/ 344051 w 551389"/>
                <a:gd name="connsiteY108" fmla="*/ 190636 h 903022"/>
                <a:gd name="connsiteX109" fmla="*/ 339137 w 551389"/>
                <a:gd name="connsiteY109" fmla="*/ 190737 h 903022"/>
                <a:gd name="connsiteX110" fmla="*/ 337993 w 551389"/>
                <a:gd name="connsiteY110" fmla="*/ 189189 h 903022"/>
                <a:gd name="connsiteX111" fmla="*/ 337118 w 551389"/>
                <a:gd name="connsiteY111" fmla="*/ 184715 h 903022"/>
                <a:gd name="connsiteX112" fmla="*/ 333921 w 551389"/>
                <a:gd name="connsiteY112" fmla="*/ 182394 h 903022"/>
                <a:gd name="connsiteX113" fmla="*/ 332777 w 551389"/>
                <a:gd name="connsiteY113" fmla="*/ 178761 h 903022"/>
                <a:gd name="connsiteX114" fmla="*/ 331262 w 551389"/>
                <a:gd name="connsiteY114" fmla="*/ 178324 h 903022"/>
                <a:gd name="connsiteX115" fmla="*/ 328570 w 551389"/>
                <a:gd name="connsiteY115" fmla="*/ 178626 h 903022"/>
                <a:gd name="connsiteX116" fmla="*/ 328570 w 551389"/>
                <a:gd name="connsiteY116" fmla="*/ 180645 h 903022"/>
                <a:gd name="connsiteX117" fmla="*/ 326820 w 551389"/>
                <a:gd name="connsiteY117" fmla="*/ 183841 h 903022"/>
                <a:gd name="connsiteX118" fmla="*/ 326820 w 551389"/>
                <a:gd name="connsiteY118" fmla="*/ 185859 h 903022"/>
                <a:gd name="connsiteX119" fmla="*/ 326820 w 551389"/>
                <a:gd name="connsiteY119" fmla="*/ 187608 h 903022"/>
                <a:gd name="connsiteX120" fmla="*/ 325070 w 551389"/>
                <a:gd name="connsiteY120" fmla="*/ 190232 h 903022"/>
                <a:gd name="connsiteX121" fmla="*/ 325070 w 551389"/>
                <a:gd name="connsiteY121" fmla="*/ 192856 h 903022"/>
                <a:gd name="connsiteX122" fmla="*/ 325070 w 551389"/>
                <a:gd name="connsiteY122" fmla="*/ 198070 h 903022"/>
                <a:gd name="connsiteX123" fmla="*/ 325507 w 551389"/>
                <a:gd name="connsiteY123" fmla="*/ 200391 h 903022"/>
                <a:gd name="connsiteX124" fmla="*/ 325070 w 551389"/>
                <a:gd name="connsiteY124" fmla="*/ 203284 h 903022"/>
                <a:gd name="connsiteX125" fmla="*/ 325070 w 551389"/>
                <a:gd name="connsiteY125" fmla="*/ 206749 h 903022"/>
                <a:gd name="connsiteX126" fmla="*/ 325070 w 551389"/>
                <a:gd name="connsiteY126" fmla="*/ 209373 h 903022"/>
                <a:gd name="connsiteX127" fmla="*/ 326820 w 551389"/>
                <a:gd name="connsiteY127" fmla="*/ 211997 h 903022"/>
                <a:gd name="connsiteX128" fmla="*/ 328839 w 551389"/>
                <a:gd name="connsiteY128" fmla="*/ 212872 h 903022"/>
                <a:gd name="connsiteX129" fmla="*/ 331027 w 551389"/>
                <a:gd name="connsiteY129" fmla="*/ 214890 h 903022"/>
                <a:gd name="connsiteX130" fmla="*/ 331464 w 551389"/>
                <a:gd name="connsiteY130" fmla="*/ 217211 h 903022"/>
                <a:gd name="connsiteX131" fmla="*/ 330724 w 551389"/>
                <a:gd name="connsiteY131" fmla="*/ 219667 h 903022"/>
                <a:gd name="connsiteX132" fmla="*/ 327695 w 551389"/>
                <a:gd name="connsiteY132" fmla="*/ 219667 h 903022"/>
                <a:gd name="connsiteX133" fmla="*/ 325070 w 551389"/>
                <a:gd name="connsiteY133" fmla="*/ 220811 h 903022"/>
                <a:gd name="connsiteX134" fmla="*/ 321031 w 551389"/>
                <a:gd name="connsiteY134" fmla="*/ 220811 h 903022"/>
                <a:gd name="connsiteX135" fmla="*/ 313358 w 551389"/>
                <a:gd name="connsiteY135" fmla="*/ 221517 h 903022"/>
                <a:gd name="connsiteX136" fmla="*/ 302050 w 551389"/>
                <a:gd name="connsiteY136" fmla="*/ 218254 h 903022"/>
                <a:gd name="connsiteX137" fmla="*/ 297910 w 551389"/>
                <a:gd name="connsiteY137" fmla="*/ 219330 h 903022"/>
                <a:gd name="connsiteX138" fmla="*/ 292896 w 551389"/>
                <a:gd name="connsiteY138" fmla="*/ 223233 h 903022"/>
                <a:gd name="connsiteX139" fmla="*/ 285929 w 551389"/>
                <a:gd name="connsiteY139" fmla="*/ 223233 h 903022"/>
                <a:gd name="connsiteX140" fmla="*/ 282564 w 551389"/>
                <a:gd name="connsiteY140" fmla="*/ 220912 h 903022"/>
                <a:gd name="connsiteX141" fmla="*/ 279400 w 551389"/>
                <a:gd name="connsiteY141" fmla="*/ 218018 h 903022"/>
                <a:gd name="connsiteX142" fmla="*/ 275497 w 551389"/>
                <a:gd name="connsiteY142" fmla="*/ 218018 h 903022"/>
                <a:gd name="connsiteX143" fmla="*/ 271929 w 551389"/>
                <a:gd name="connsiteY143" fmla="*/ 218355 h 903022"/>
                <a:gd name="connsiteX144" fmla="*/ 270617 w 551389"/>
                <a:gd name="connsiteY144" fmla="*/ 221282 h 903022"/>
                <a:gd name="connsiteX145" fmla="*/ 264188 w 551389"/>
                <a:gd name="connsiteY145" fmla="*/ 219667 h 903022"/>
                <a:gd name="connsiteX146" fmla="*/ 261462 w 551389"/>
                <a:gd name="connsiteY146" fmla="*/ 215866 h 903022"/>
                <a:gd name="connsiteX147" fmla="*/ 258434 w 551389"/>
                <a:gd name="connsiteY147" fmla="*/ 208364 h 903022"/>
                <a:gd name="connsiteX148" fmla="*/ 255842 w 551389"/>
                <a:gd name="connsiteY148" fmla="*/ 203150 h 903022"/>
                <a:gd name="connsiteX149" fmla="*/ 252140 w 551389"/>
                <a:gd name="connsiteY149" fmla="*/ 201199 h 903022"/>
                <a:gd name="connsiteX150" fmla="*/ 251602 w 551389"/>
                <a:gd name="connsiteY150" fmla="*/ 198171 h 903022"/>
                <a:gd name="connsiteX151" fmla="*/ 247159 w 551389"/>
                <a:gd name="connsiteY151" fmla="*/ 199147 h 903022"/>
                <a:gd name="connsiteX152" fmla="*/ 240731 w 551389"/>
                <a:gd name="connsiteY152" fmla="*/ 198171 h 903022"/>
                <a:gd name="connsiteX153" fmla="*/ 234303 w 551389"/>
                <a:gd name="connsiteY153" fmla="*/ 196422 h 903022"/>
                <a:gd name="connsiteX154" fmla="*/ 228414 w 551389"/>
                <a:gd name="connsiteY154" fmla="*/ 194235 h 903022"/>
                <a:gd name="connsiteX155" fmla="*/ 224274 w 551389"/>
                <a:gd name="connsiteY155" fmla="*/ 195312 h 903022"/>
                <a:gd name="connsiteX156" fmla="*/ 223298 w 551389"/>
                <a:gd name="connsiteY156" fmla="*/ 199214 h 903022"/>
                <a:gd name="connsiteX157" fmla="*/ 223298 w 551389"/>
                <a:gd name="connsiteY157" fmla="*/ 201602 h 903022"/>
                <a:gd name="connsiteX158" fmla="*/ 222322 w 551389"/>
                <a:gd name="connsiteY158" fmla="*/ 203890 h 903022"/>
                <a:gd name="connsiteX159" fmla="*/ 220034 w 551389"/>
                <a:gd name="connsiteY159" fmla="*/ 205303 h 903022"/>
                <a:gd name="connsiteX160" fmla="*/ 216029 w 551389"/>
                <a:gd name="connsiteY160" fmla="*/ 206076 h 903022"/>
                <a:gd name="connsiteX161" fmla="*/ 213101 w 551389"/>
                <a:gd name="connsiteY161" fmla="*/ 208465 h 903022"/>
                <a:gd name="connsiteX162" fmla="*/ 208086 w 551389"/>
                <a:gd name="connsiteY162" fmla="*/ 211089 h 903022"/>
                <a:gd name="connsiteX163" fmla="*/ 206471 w 551389"/>
                <a:gd name="connsiteY163" fmla="*/ 213275 h 903022"/>
                <a:gd name="connsiteX164" fmla="*/ 201692 w 551389"/>
                <a:gd name="connsiteY164" fmla="*/ 213713 h 903022"/>
                <a:gd name="connsiteX165" fmla="*/ 199841 w 551389"/>
                <a:gd name="connsiteY165" fmla="*/ 218489 h 903022"/>
                <a:gd name="connsiteX166" fmla="*/ 197351 w 551389"/>
                <a:gd name="connsiteY166" fmla="*/ 223804 h 903022"/>
                <a:gd name="connsiteX167" fmla="*/ 193346 w 551389"/>
                <a:gd name="connsiteY167" fmla="*/ 228480 h 903022"/>
                <a:gd name="connsiteX168" fmla="*/ 193346 w 551389"/>
                <a:gd name="connsiteY168" fmla="*/ 231844 h 903022"/>
                <a:gd name="connsiteX169" fmla="*/ 195668 w 551389"/>
                <a:gd name="connsiteY169" fmla="*/ 234704 h 903022"/>
                <a:gd name="connsiteX170" fmla="*/ 194658 w 551389"/>
                <a:gd name="connsiteY170" fmla="*/ 238337 h 903022"/>
                <a:gd name="connsiteX171" fmla="*/ 190451 w 551389"/>
                <a:gd name="connsiteY171" fmla="*/ 242676 h 903022"/>
                <a:gd name="connsiteX172" fmla="*/ 187254 w 551389"/>
                <a:gd name="connsiteY172" fmla="*/ 246747 h 903022"/>
                <a:gd name="connsiteX173" fmla="*/ 186379 w 551389"/>
                <a:gd name="connsiteY173" fmla="*/ 249943 h 903022"/>
                <a:gd name="connsiteX174" fmla="*/ 188331 w 551389"/>
                <a:gd name="connsiteY174" fmla="*/ 251322 h 903022"/>
                <a:gd name="connsiteX175" fmla="*/ 188634 w 551389"/>
                <a:gd name="connsiteY175" fmla="*/ 252566 h 903022"/>
                <a:gd name="connsiteX176" fmla="*/ 187187 w 551389"/>
                <a:gd name="connsiteY176" fmla="*/ 255257 h 903022"/>
                <a:gd name="connsiteX177" fmla="*/ 184494 w 551389"/>
                <a:gd name="connsiteY177" fmla="*/ 256637 h 903022"/>
                <a:gd name="connsiteX178" fmla="*/ 185369 w 551389"/>
                <a:gd name="connsiteY178" fmla="*/ 259833 h 903022"/>
                <a:gd name="connsiteX179" fmla="*/ 188567 w 551389"/>
                <a:gd name="connsiteY179" fmla="*/ 259833 h 903022"/>
                <a:gd name="connsiteX180" fmla="*/ 188769 w 551389"/>
                <a:gd name="connsiteY180" fmla="*/ 261716 h 903022"/>
                <a:gd name="connsiteX181" fmla="*/ 187826 w 551389"/>
                <a:gd name="connsiteY181" fmla="*/ 264105 h 903022"/>
                <a:gd name="connsiteX182" fmla="*/ 186749 w 551389"/>
                <a:gd name="connsiteY182" fmla="*/ 265989 h 903022"/>
                <a:gd name="connsiteX183" fmla="*/ 186615 w 551389"/>
                <a:gd name="connsiteY183" fmla="*/ 267872 h 903022"/>
                <a:gd name="connsiteX184" fmla="*/ 187860 w 551389"/>
                <a:gd name="connsiteY184" fmla="*/ 270261 h 903022"/>
                <a:gd name="connsiteX185" fmla="*/ 189610 w 551389"/>
                <a:gd name="connsiteY185" fmla="*/ 271203 h 903022"/>
                <a:gd name="connsiteX186" fmla="*/ 191798 w 551389"/>
                <a:gd name="connsiteY186" fmla="*/ 272447 h 903022"/>
                <a:gd name="connsiteX187" fmla="*/ 194322 w 551389"/>
                <a:gd name="connsiteY187" fmla="*/ 274634 h 903022"/>
                <a:gd name="connsiteX188" fmla="*/ 195398 w 551389"/>
                <a:gd name="connsiteY188" fmla="*/ 275576 h 903022"/>
                <a:gd name="connsiteX189" fmla="*/ 195701 w 551389"/>
                <a:gd name="connsiteY189" fmla="*/ 276821 h 903022"/>
                <a:gd name="connsiteX190" fmla="*/ 195500 w 551389"/>
                <a:gd name="connsiteY190" fmla="*/ 278032 h 903022"/>
                <a:gd name="connsiteX191" fmla="*/ 193749 w 551389"/>
                <a:gd name="connsiteY191" fmla="*/ 279478 h 903022"/>
                <a:gd name="connsiteX192" fmla="*/ 191798 w 551389"/>
                <a:gd name="connsiteY192" fmla="*/ 281867 h 903022"/>
                <a:gd name="connsiteX193" fmla="*/ 190889 w 551389"/>
                <a:gd name="connsiteY193" fmla="*/ 285937 h 903022"/>
                <a:gd name="connsiteX194" fmla="*/ 191225 w 551389"/>
                <a:gd name="connsiteY194" fmla="*/ 289637 h 903022"/>
                <a:gd name="connsiteX195" fmla="*/ 191225 w 551389"/>
                <a:gd name="connsiteY195" fmla="*/ 292026 h 903022"/>
                <a:gd name="connsiteX196" fmla="*/ 190519 w 551389"/>
                <a:gd name="connsiteY196" fmla="*/ 295659 h 903022"/>
                <a:gd name="connsiteX197" fmla="*/ 190081 w 551389"/>
                <a:gd name="connsiteY197" fmla="*/ 298283 h 903022"/>
                <a:gd name="connsiteX198" fmla="*/ 189274 w 551389"/>
                <a:gd name="connsiteY198" fmla="*/ 300167 h 903022"/>
                <a:gd name="connsiteX199" fmla="*/ 189644 w 551389"/>
                <a:gd name="connsiteY199" fmla="*/ 303127 h 903022"/>
                <a:gd name="connsiteX200" fmla="*/ 190586 w 551389"/>
                <a:gd name="connsiteY200" fmla="*/ 304640 h 903022"/>
                <a:gd name="connsiteX201" fmla="*/ 192908 w 551389"/>
                <a:gd name="connsiteY201" fmla="*/ 306020 h 903022"/>
                <a:gd name="connsiteX202" fmla="*/ 197115 w 551389"/>
                <a:gd name="connsiteY202" fmla="*/ 306659 h 903022"/>
                <a:gd name="connsiteX203" fmla="*/ 201255 w 551389"/>
                <a:gd name="connsiteY203" fmla="*/ 305751 h 903022"/>
                <a:gd name="connsiteX204" fmla="*/ 202500 w 551389"/>
                <a:gd name="connsiteY204" fmla="*/ 305044 h 903022"/>
                <a:gd name="connsiteX205" fmla="*/ 206033 w 551389"/>
                <a:gd name="connsiteY205" fmla="*/ 305044 h 903022"/>
                <a:gd name="connsiteX206" fmla="*/ 206942 w 551389"/>
                <a:gd name="connsiteY206" fmla="*/ 308610 h 903022"/>
                <a:gd name="connsiteX207" fmla="*/ 207413 w 551389"/>
                <a:gd name="connsiteY207" fmla="*/ 308745 h 903022"/>
                <a:gd name="connsiteX208" fmla="*/ 209803 w 551389"/>
                <a:gd name="connsiteY208" fmla="*/ 309686 h 903022"/>
                <a:gd name="connsiteX209" fmla="*/ 210240 w 551389"/>
                <a:gd name="connsiteY209" fmla="*/ 312580 h 903022"/>
                <a:gd name="connsiteX210" fmla="*/ 210543 w 551389"/>
                <a:gd name="connsiteY210" fmla="*/ 316650 h 903022"/>
                <a:gd name="connsiteX211" fmla="*/ 214312 w 551389"/>
                <a:gd name="connsiteY211" fmla="*/ 317659 h 903022"/>
                <a:gd name="connsiteX212" fmla="*/ 219091 w 551389"/>
                <a:gd name="connsiteY212" fmla="*/ 316078 h 903022"/>
                <a:gd name="connsiteX213" fmla="*/ 220236 w 551389"/>
                <a:gd name="connsiteY213" fmla="*/ 313689 h 903022"/>
                <a:gd name="connsiteX214" fmla="*/ 221683 w 551389"/>
                <a:gd name="connsiteY214" fmla="*/ 311806 h 903022"/>
                <a:gd name="connsiteX215" fmla="*/ 222322 w 551389"/>
                <a:gd name="connsiteY215" fmla="*/ 311234 h 903022"/>
                <a:gd name="connsiteX216" fmla="*/ 226731 w 551389"/>
                <a:gd name="connsiteY216" fmla="*/ 314262 h 903022"/>
                <a:gd name="connsiteX217" fmla="*/ 227875 w 551389"/>
                <a:gd name="connsiteY217" fmla="*/ 315708 h 903022"/>
                <a:gd name="connsiteX218" fmla="*/ 229827 w 551389"/>
                <a:gd name="connsiteY218" fmla="*/ 315910 h 903022"/>
                <a:gd name="connsiteX219" fmla="*/ 231274 w 551389"/>
                <a:gd name="connsiteY219" fmla="*/ 315338 h 903022"/>
                <a:gd name="connsiteX220" fmla="*/ 232351 w 551389"/>
                <a:gd name="connsiteY220" fmla="*/ 314530 h 903022"/>
                <a:gd name="connsiteX221" fmla="*/ 236928 w 551389"/>
                <a:gd name="connsiteY221" fmla="*/ 315775 h 903022"/>
                <a:gd name="connsiteX222" fmla="*/ 241068 w 551389"/>
                <a:gd name="connsiteY222" fmla="*/ 317659 h 903022"/>
                <a:gd name="connsiteX223" fmla="*/ 243525 w 551389"/>
                <a:gd name="connsiteY223" fmla="*/ 319745 h 903022"/>
                <a:gd name="connsiteX224" fmla="*/ 245847 w 551389"/>
                <a:gd name="connsiteY224" fmla="*/ 323008 h 903022"/>
                <a:gd name="connsiteX225" fmla="*/ 247159 w 551389"/>
                <a:gd name="connsiteY225" fmla="*/ 325598 h 903022"/>
                <a:gd name="connsiteX226" fmla="*/ 248977 w 551389"/>
                <a:gd name="connsiteY226" fmla="*/ 329736 h 903022"/>
                <a:gd name="connsiteX227" fmla="*/ 248034 w 551389"/>
                <a:gd name="connsiteY227" fmla="*/ 333436 h 903022"/>
                <a:gd name="connsiteX228" fmla="*/ 251232 w 551389"/>
                <a:gd name="connsiteY228" fmla="*/ 337641 h 903022"/>
                <a:gd name="connsiteX229" fmla="*/ 253385 w 551389"/>
                <a:gd name="connsiteY229" fmla="*/ 336329 h 903022"/>
                <a:gd name="connsiteX230" fmla="*/ 254261 w 551389"/>
                <a:gd name="connsiteY230" fmla="*/ 335320 h 903022"/>
                <a:gd name="connsiteX231" fmla="*/ 256852 w 551389"/>
                <a:gd name="connsiteY231" fmla="*/ 338347 h 903022"/>
                <a:gd name="connsiteX232" fmla="*/ 261496 w 551389"/>
                <a:gd name="connsiteY232" fmla="*/ 342687 h 903022"/>
                <a:gd name="connsiteX233" fmla="*/ 263818 w 551389"/>
                <a:gd name="connsiteY233" fmla="*/ 345008 h 903022"/>
                <a:gd name="connsiteX234" fmla="*/ 266107 w 551389"/>
                <a:gd name="connsiteY234" fmla="*/ 348338 h 903022"/>
                <a:gd name="connsiteX235" fmla="*/ 268025 w 551389"/>
                <a:gd name="connsiteY235" fmla="*/ 347968 h 903022"/>
                <a:gd name="connsiteX236" fmla="*/ 269001 w 551389"/>
                <a:gd name="connsiteY236" fmla="*/ 345513 h 903022"/>
                <a:gd name="connsiteX237" fmla="*/ 269977 w 551389"/>
                <a:gd name="connsiteY237" fmla="*/ 344537 h 903022"/>
                <a:gd name="connsiteX238" fmla="*/ 271391 w 551389"/>
                <a:gd name="connsiteY238" fmla="*/ 342855 h 903022"/>
                <a:gd name="connsiteX239" fmla="*/ 273713 w 551389"/>
                <a:gd name="connsiteY239" fmla="*/ 342788 h 903022"/>
                <a:gd name="connsiteX240" fmla="*/ 276271 w 551389"/>
                <a:gd name="connsiteY240" fmla="*/ 343696 h 903022"/>
                <a:gd name="connsiteX241" fmla="*/ 278458 w 551389"/>
                <a:gd name="connsiteY241" fmla="*/ 345647 h 903022"/>
                <a:gd name="connsiteX242" fmla="*/ 279804 w 551389"/>
                <a:gd name="connsiteY242" fmla="*/ 347262 h 903022"/>
                <a:gd name="connsiteX243" fmla="*/ 281992 w 551389"/>
                <a:gd name="connsiteY243" fmla="*/ 349617 h 903022"/>
                <a:gd name="connsiteX244" fmla="*/ 284213 w 551389"/>
                <a:gd name="connsiteY244" fmla="*/ 351803 h 903022"/>
                <a:gd name="connsiteX245" fmla="*/ 286401 w 551389"/>
                <a:gd name="connsiteY245" fmla="*/ 353721 h 903022"/>
                <a:gd name="connsiteX246" fmla="*/ 291146 w 551389"/>
                <a:gd name="connsiteY246" fmla="*/ 356715 h 903022"/>
                <a:gd name="connsiteX247" fmla="*/ 292997 w 551389"/>
                <a:gd name="connsiteY247" fmla="*/ 360112 h 903022"/>
                <a:gd name="connsiteX248" fmla="*/ 295756 w 551389"/>
                <a:gd name="connsiteY248" fmla="*/ 361189 h 903022"/>
                <a:gd name="connsiteX249" fmla="*/ 298954 w 551389"/>
                <a:gd name="connsiteY249" fmla="*/ 360752 h 903022"/>
                <a:gd name="connsiteX250" fmla="*/ 301074 w 551389"/>
                <a:gd name="connsiteY250" fmla="*/ 360179 h 903022"/>
                <a:gd name="connsiteX251" fmla="*/ 306593 w 551389"/>
                <a:gd name="connsiteY251" fmla="*/ 360886 h 903022"/>
                <a:gd name="connsiteX252" fmla="*/ 309791 w 551389"/>
                <a:gd name="connsiteY252" fmla="*/ 361828 h 903022"/>
                <a:gd name="connsiteX253" fmla="*/ 312247 w 551389"/>
                <a:gd name="connsiteY253" fmla="*/ 363779 h 903022"/>
                <a:gd name="connsiteX254" fmla="*/ 315512 w 551389"/>
                <a:gd name="connsiteY254" fmla="*/ 366907 h 903022"/>
                <a:gd name="connsiteX255" fmla="*/ 316050 w 551389"/>
                <a:gd name="connsiteY255" fmla="*/ 367984 h 903022"/>
                <a:gd name="connsiteX256" fmla="*/ 316522 w 551389"/>
                <a:gd name="connsiteY256" fmla="*/ 371449 h 903022"/>
                <a:gd name="connsiteX257" fmla="*/ 316522 w 551389"/>
                <a:gd name="connsiteY257" fmla="*/ 373703 h 903022"/>
                <a:gd name="connsiteX258" fmla="*/ 316387 w 551389"/>
                <a:gd name="connsiteY258" fmla="*/ 375587 h 903022"/>
                <a:gd name="connsiteX259" fmla="*/ 315815 w 551389"/>
                <a:gd name="connsiteY259" fmla="*/ 377033 h 903022"/>
                <a:gd name="connsiteX260" fmla="*/ 314502 w 551389"/>
                <a:gd name="connsiteY260" fmla="*/ 378849 h 903022"/>
                <a:gd name="connsiteX261" fmla="*/ 312617 w 551389"/>
                <a:gd name="connsiteY261" fmla="*/ 379489 h 903022"/>
                <a:gd name="connsiteX262" fmla="*/ 311238 w 551389"/>
                <a:gd name="connsiteY262" fmla="*/ 381137 h 903022"/>
                <a:gd name="connsiteX263" fmla="*/ 310598 w 551389"/>
                <a:gd name="connsiteY263" fmla="*/ 382584 h 903022"/>
                <a:gd name="connsiteX264" fmla="*/ 310228 w 551389"/>
                <a:gd name="connsiteY264" fmla="*/ 384770 h 903022"/>
                <a:gd name="connsiteX265" fmla="*/ 311810 w 551389"/>
                <a:gd name="connsiteY265" fmla="*/ 386957 h 903022"/>
                <a:gd name="connsiteX266" fmla="*/ 313324 w 551389"/>
                <a:gd name="connsiteY266" fmla="*/ 388605 h 903022"/>
                <a:gd name="connsiteX267" fmla="*/ 314670 w 551389"/>
                <a:gd name="connsiteY267" fmla="*/ 395097 h 903022"/>
                <a:gd name="connsiteX268" fmla="*/ 314872 w 551389"/>
                <a:gd name="connsiteY268" fmla="*/ 398697 h 903022"/>
                <a:gd name="connsiteX269" fmla="*/ 314771 w 551389"/>
                <a:gd name="connsiteY269" fmla="*/ 402162 h 903022"/>
                <a:gd name="connsiteX270" fmla="*/ 317161 w 551389"/>
                <a:gd name="connsiteY270" fmla="*/ 405425 h 903022"/>
                <a:gd name="connsiteX271" fmla="*/ 317935 w 551389"/>
                <a:gd name="connsiteY271" fmla="*/ 407477 h 903022"/>
                <a:gd name="connsiteX272" fmla="*/ 318271 w 551389"/>
                <a:gd name="connsiteY272" fmla="*/ 410202 h 903022"/>
                <a:gd name="connsiteX273" fmla="*/ 317296 w 551389"/>
                <a:gd name="connsiteY273" fmla="*/ 412691 h 903022"/>
                <a:gd name="connsiteX274" fmla="*/ 315781 w 551389"/>
                <a:gd name="connsiteY274" fmla="*/ 415954 h 903022"/>
                <a:gd name="connsiteX275" fmla="*/ 314031 w 551389"/>
                <a:gd name="connsiteY275" fmla="*/ 416728 h 903022"/>
                <a:gd name="connsiteX276" fmla="*/ 311305 w 551389"/>
                <a:gd name="connsiteY276" fmla="*/ 416728 h 903022"/>
                <a:gd name="connsiteX277" fmla="*/ 306964 w 551389"/>
                <a:gd name="connsiteY277" fmla="*/ 416728 h 903022"/>
                <a:gd name="connsiteX278" fmla="*/ 303800 w 551389"/>
                <a:gd name="connsiteY278" fmla="*/ 417502 h 903022"/>
                <a:gd name="connsiteX279" fmla="*/ 301747 w 551389"/>
                <a:gd name="connsiteY279" fmla="*/ 418813 h 903022"/>
                <a:gd name="connsiteX280" fmla="*/ 300098 w 551389"/>
                <a:gd name="connsiteY280" fmla="*/ 419789 h 903022"/>
                <a:gd name="connsiteX281" fmla="*/ 298348 w 551389"/>
                <a:gd name="connsiteY281" fmla="*/ 421101 h 903022"/>
                <a:gd name="connsiteX282" fmla="*/ 297910 w 551389"/>
                <a:gd name="connsiteY282" fmla="*/ 423388 h 903022"/>
                <a:gd name="connsiteX283" fmla="*/ 297675 w 551389"/>
                <a:gd name="connsiteY283" fmla="*/ 426416 h 903022"/>
                <a:gd name="connsiteX284" fmla="*/ 297439 w 551389"/>
                <a:gd name="connsiteY284" fmla="*/ 430318 h 903022"/>
                <a:gd name="connsiteX285" fmla="*/ 297338 w 551389"/>
                <a:gd name="connsiteY285" fmla="*/ 433346 h 903022"/>
                <a:gd name="connsiteX286" fmla="*/ 297540 w 551389"/>
                <a:gd name="connsiteY286" fmla="*/ 435398 h 903022"/>
                <a:gd name="connsiteX287" fmla="*/ 297877 w 551389"/>
                <a:gd name="connsiteY287" fmla="*/ 440275 h 903022"/>
                <a:gd name="connsiteX288" fmla="*/ 297641 w 551389"/>
                <a:gd name="connsiteY288" fmla="*/ 444413 h 903022"/>
                <a:gd name="connsiteX289" fmla="*/ 299055 w 551389"/>
                <a:gd name="connsiteY289" fmla="*/ 449156 h 903022"/>
                <a:gd name="connsiteX290" fmla="*/ 300199 w 551389"/>
                <a:gd name="connsiteY290" fmla="*/ 455077 h 903022"/>
                <a:gd name="connsiteX291" fmla="*/ 304978 w 551389"/>
                <a:gd name="connsiteY291" fmla="*/ 461031 h 903022"/>
                <a:gd name="connsiteX292" fmla="*/ 307300 w 551389"/>
                <a:gd name="connsiteY292" fmla="*/ 463352 h 903022"/>
                <a:gd name="connsiteX293" fmla="*/ 309319 w 551389"/>
                <a:gd name="connsiteY293" fmla="*/ 466817 h 903022"/>
                <a:gd name="connsiteX294" fmla="*/ 308175 w 551389"/>
                <a:gd name="connsiteY294" fmla="*/ 468398 h 903022"/>
                <a:gd name="connsiteX295" fmla="*/ 305113 w 551389"/>
                <a:gd name="connsiteY295" fmla="*/ 468398 h 903022"/>
                <a:gd name="connsiteX296" fmla="*/ 302353 w 551389"/>
                <a:gd name="connsiteY296" fmla="*/ 471594 h 903022"/>
                <a:gd name="connsiteX297" fmla="*/ 302487 w 551389"/>
                <a:gd name="connsiteY297" fmla="*/ 475059 h 903022"/>
                <a:gd name="connsiteX298" fmla="*/ 301040 w 551389"/>
                <a:gd name="connsiteY298" fmla="*/ 480139 h 903022"/>
                <a:gd name="connsiteX299" fmla="*/ 302218 w 551389"/>
                <a:gd name="connsiteY299" fmla="*/ 483771 h 903022"/>
                <a:gd name="connsiteX300" fmla="*/ 303531 w 551389"/>
                <a:gd name="connsiteY300" fmla="*/ 488851 h 903022"/>
                <a:gd name="connsiteX301" fmla="*/ 301209 w 551389"/>
                <a:gd name="connsiteY301" fmla="*/ 492181 h 903022"/>
                <a:gd name="connsiteX302" fmla="*/ 294242 w 551389"/>
                <a:gd name="connsiteY302" fmla="*/ 492181 h 903022"/>
                <a:gd name="connsiteX303" fmla="*/ 289901 w 551389"/>
                <a:gd name="connsiteY303" fmla="*/ 490163 h 903022"/>
                <a:gd name="connsiteX304" fmla="*/ 287141 w 551389"/>
                <a:gd name="connsiteY304" fmla="*/ 490735 h 903022"/>
                <a:gd name="connsiteX305" fmla="*/ 282497 w 551389"/>
                <a:gd name="connsiteY305" fmla="*/ 492383 h 903022"/>
                <a:gd name="connsiteX306" fmla="*/ 277280 w 551389"/>
                <a:gd name="connsiteY306" fmla="*/ 491610 h 903022"/>
                <a:gd name="connsiteX307" fmla="*/ 273645 w 551389"/>
                <a:gd name="connsiteY307" fmla="*/ 488279 h 903022"/>
                <a:gd name="connsiteX308" fmla="*/ 270179 w 551389"/>
                <a:gd name="connsiteY308" fmla="*/ 487842 h 903022"/>
                <a:gd name="connsiteX309" fmla="*/ 264390 w 551389"/>
                <a:gd name="connsiteY309" fmla="*/ 486530 h 903022"/>
                <a:gd name="connsiteX310" fmla="*/ 261059 w 551389"/>
                <a:gd name="connsiteY310" fmla="*/ 489558 h 903022"/>
                <a:gd name="connsiteX311" fmla="*/ 259477 w 551389"/>
                <a:gd name="connsiteY311" fmla="*/ 492350 h 903022"/>
                <a:gd name="connsiteX312" fmla="*/ 255270 w 551389"/>
                <a:gd name="connsiteY312" fmla="*/ 493897 h 903022"/>
                <a:gd name="connsiteX313" fmla="*/ 251366 w 551389"/>
                <a:gd name="connsiteY313" fmla="*/ 495916 h 903022"/>
                <a:gd name="connsiteX314" fmla="*/ 248909 w 551389"/>
                <a:gd name="connsiteY314" fmla="*/ 497934 h 903022"/>
                <a:gd name="connsiteX315" fmla="*/ 245578 w 551389"/>
                <a:gd name="connsiteY315" fmla="*/ 496050 h 903022"/>
                <a:gd name="connsiteX316" fmla="*/ 241236 w 551389"/>
                <a:gd name="connsiteY316" fmla="*/ 493157 h 903022"/>
                <a:gd name="connsiteX317" fmla="*/ 233260 w 551389"/>
                <a:gd name="connsiteY317" fmla="*/ 491845 h 903022"/>
                <a:gd name="connsiteX318" fmla="*/ 229053 w 551389"/>
                <a:gd name="connsiteY318" fmla="*/ 488515 h 903022"/>
                <a:gd name="connsiteX319" fmla="*/ 224409 w 551389"/>
                <a:gd name="connsiteY319" fmla="*/ 485184 h 903022"/>
                <a:gd name="connsiteX320" fmla="*/ 222221 w 551389"/>
                <a:gd name="connsiteY320" fmla="*/ 486496 h 903022"/>
                <a:gd name="connsiteX321" fmla="*/ 222356 w 551389"/>
                <a:gd name="connsiteY321" fmla="*/ 489961 h 903022"/>
                <a:gd name="connsiteX322" fmla="*/ 224106 w 551389"/>
                <a:gd name="connsiteY322" fmla="*/ 493594 h 903022"/>
                <a:gd name="connsiteX323" fmla="*/ 224409 w 551389"/>
                <a:gd name="connsiteY323" fmla="*/ 497934 h 903022"/>
                <a:gd name="connsiteX324" fmla="*/ 223837 w 551389"/>
                <a:gd name="connsiteY324" fmla="*/ 500255 h 903022"/>
                <a:gd name="connsiteX325" fmla="*/ 219765 w 551389"/>
                <a:gd name="connsiteY325" fmla="*/ 499111 h 903022"/>
                <a:gd name="connsiteX326" fmla="*/ 215692 w 551389"/>
                <a:gd name="connsiteY326" fmla="*/ 497362 h 903022"/>
                <a:gd name="connsiteX327" fmla="*/ 215558 w 551389"/>
                <a:gd name="connsiteY327" fmla="*/ 501701 h 903022"/>
                <a:gd name="connsiteX328" fmla="*/ 217308 w 551389"/>
                <a:gd name="connsiteY328" fmla="*/ 505906 h 903022"/>
                <a:gd name="connsiteX329" fmla="*/ 221817 w 551389"/>
                <a:gd name="connsiteY329" fmla="*/ 509809 h 903022"/>
                <a:gd name="connsiteX330" fmla="*/ 224409 w 551389"/>
                <a:gd name="connsiteY330" fmla="*/ 511255 h 903022"/>
                <a:gd name="connsiteX331" fmla="*/ 226563 w 551389"/>
                <a:gd name="connsiteY331" fmla="*/ 513442 h 903022"/>
                <a:gd name="connsiteX332" fmla="*/ 228313 w 551389"/>
                <a:gd name="connsiteY332" fmla="*/ 517209 h 903022"/>
                <a:gd name="connsiteX333" fmla="*/ 231342 w 551389"/>
                <a:gd name="connsiteY333" fmla="*/ 519665 h 903022"/>
                <a:gd name="connsiteX334" fmla="*/ 236558 w 551389"/>
                <a:gd name="connsiteY334" fmla="*/ 518084 h 903022"/>
                <a:gd name="connsiteX335" fmla="*/ 238005 w 551389"/>
                <a:gd name="connsiteY335" fmla="*/ 514619 h 903022"/>
                <a:gd name="connsiteX336" fmla="*/ 243053 w 551389"/>
                <a:gd name="connsiteY336" fmla="*/ 519699 h 903022"/>
                <a:gd name="connsiteX337" fmla="*/ 242784 w 551389"/>
                <a:gd name="connsiteY337" fmla="*/ 521583 h 903022"/>
                <a:gd name="connsiteX338" fmla="*/ 240597 w 551389"/>
                <a:gd name="connsiteY338" fmla="*/ 522592 h 903022"/>
                <a:gd name="connsiteX339" fmla="*/ 236525 w 551389"/>
                <a:gd name="connsiteY339" fmla="*/ 524778 h 903022"/>
                <a:gd name="connsiteX340" fmla="*/ 231443 w 551389"/>
                <a:gd name="connsiteY340" fmla="*/ 525788 h 903022"/>
                <a:gd name="connsiteX341" fmla="*/ 227101 w 551389"/>
                <a:gd name="connsiteY341" fmla="*/ 527234 h 903022"/>
                <a:gd name="connsiteX342" fmla="*/ 223029 w 551389"/>
                <a:gd name="connsiteY342" fmla="*/ 527234 h 903022"/>
                <a:gd name="connsiteX343" fmla="*/ 219832 w 551389"/>
                <a:gd name="connsiteY343" fmla="*/ 529555 h 903022"/>
                <a:gd name="connsiteX344" fmla="*/ 216130 w 551389"/>
                <a:gd name="connsiteY344" fmla="*/ 531136 h 903022"/>
                <a:gd name="connsiteX345" fmla="*/ 213740 w 551389"/>
                <a:gd name="connsiteY345" fmla="*/ 528815 h 903022"/>
                <a:gd name="connsiteX346" fmla="*/ 213740 w 551389"/>
                <a:gd name="connsiteY346" fmla="*/ 526629 h 903022"/>
                <a:gd name="connsiteX347" fmla="*/ 210409 w 551389"/>
                <a:gd name="connsiteY347" fmla="*/ 524610 h 903022"/>
                <a:gd name="connsiteX348" fmla="*/ 207380 w 551389"/>
                <a:gd name="connsiteY348" fmla="*/ 524913 h 903022"/>
                <a:gd name="connsiteX349" fmla="*/ 207110 w 551389"/>
                <a:gd name="connsiteY349" fmla="*/ 528681 h 903022"/>
                <a:gd name="connsiteX350" fmla="*/ 206235 w 551389"/>
                <a:gd name="connsiteY350" fmla="*/ 531708 h 903022"/>
                <a:gd name="connsiteX351" fmla="*/ 203038 w 551389"/>
                <a:gd name="connsiteY351" fmla="*/ 534466 h 903022"/>
                <a:gd name="connsiteX352" fmla="*/ 197519 w 551389"/>
                <a:gd name="connsiteY352" fmla="*/ 534466 h 903022"/>
                <a:gd name="connsiteX353" fmla="*/ 193480 w 551389"/>
                <a:gd name="connsiteY353" fmla="*/ 535207 h 903022"/>
                <a:gd name="connsiteX354" fmla="*/ 187692 w 551389"/>
                <a:gd name="connsiteY354" fmla="*/ 531573 h 903022"/>
                <a:gd name="connsiteX355" fmla="*/ 185067 w 551389"/>
                <a:gd name="connsiteY355" fmla="*/ 529118 h 903022"/>
                <a:gd name="connsiteX356" fmla="*/ 181432 w 551389"/>
                <a:gd name="connsiteY356" fmla="*/ 529824 h 903022"/>
                <a:gd name="connsiteX357" fmla="*/ 180422 w 551389"/>
                <a:gd name="connsiteY357" fmla="*/ 535173 h 903022"/>
                <a:gd name="connsiteX358" fmla="*/ 179413 w 551389"/>
                <a:gd name="connsiteY358" fmla="*/ 537931 h 903022"/>
                <a:gd name="connsiteX359" fmla="*/ 175509 w 551389"/>
                <a:gd name="connsiteY359" fmla="*/ 537057 h 903022"/>
                <a:gd name="connsiteX360" fmla="*/ 170158 w 551389"/>
                <a:gd name="connsiteY360" fmla="*/ 533424 h 903022"/>
                <a:gd name="connsiteX361" fmla="*/ 165951 w 551389"/>
                <a:gd name="connsiteY361" fmla="*/ 528344 h 903022"/>
                <a:gd name="connsiteX362" fmla="*/ 164066 w 551389"/>
                <a:gd name="connsiteY362" fmla="*/ 524005 h 903022"/>
                <a:gd name="connsiteX363" fmla="*/ 167398 w 551389"/>
                <a:gd name="connsiteY363" fmla="*/ 521549 h 903022"/>
                <a:gd name="connsiteX364" fmla="*/ 163494 w 551389"/>
                <a:gd name="connsiteY364" fmla="*/ 517916 h 903022"/>
                <a:gd name="connsiteX365" fmla="*/ 158143 w 551389"/>
                <a:gd name="connsiteY365" fmla="*/ 515292 h 903022"/>
                <a:gd name="connsiteX366" fmla="*/ 154374 w 551389"/>
                <a:gd name="connsiteY366" fmla="*/ 511087 h 903022"/>
                <a:gd name="connsiteX367" fmla="*/ 147272 w 551389"/>
                <a:gd name="connsiteY367" fmla="*/ 510650 h 903022"/>
                <a:gd name="connsiteX368" fmla="*/ 139868 w 551389"/>
                <a:gd name="connsiteY368" fmla="*/ 510952 h 903022"/>
                <a:gd name="connsiteX369" fmla="*/ 137277 w 551389"/>
                <a:gd name="connsiteY369" fmla="*/ 513139 h 903022"/>
                <a:gd name="connsiteX370" fmla="*/ 133508 w 551389"/>
                <a:gd name="connsiteY370" fmla="*/ 514451 h 903022"/>
                <a:gd name="connsiteX371" fmla="*/ 127551 w 551389"/>
                <a:gd name="connsiteY371" fmla="*/ 512130 h 903022"/>
                <a:gd name="connsiteX372" fmla="*/ 121628 w 551389"/>
                <a:gd name="connsiteY372" fmla="*/ 513576 h 903022"/>
                <a:gd name="connsiteX373" fmla="*/ 112339 w 551389"/>
                <a:gd name="connsiteY373" fmla="*/ 513711 h 903022"/>
                <a:gd name="connsiteX374" fmla="*/ 111262 w 551389"/>
                <a:gd name="connsiteY374" fmla="*/ 515897 h 903022"/>
                <a:gd name="connsiteX375" fmla="*/ 109445 w 551389"/>
                <a:gd name="connsiteY375" fmla="*/ 521246 h 903022"/>
                <a:gd name="connsiteX376" fmla="*/ 109445 w 551389"/>
                <a:gd name="connsiteY376" fmla="*/ 524879 h 903022"/>
                <a:gd name="connsiteX377" fmla="*/ 110185 w 551389"/>
                <a:gd name="connsiteY377" fmla="*/ 530531 h 903022"/>
                <a:gd name="connsiteX378" fmla="*/ 111498 w 551389"/>
                <a:gd name="connsiteY378" fmla="*/ 532549 h 903022"/>
                <a:gd name="connsiteX379" fmla="*/ 114695 w 551389"/>
                <a:gd name="connsiteY379" fmla="*/ 536619 h 903022"/>
                <a:gd name="connsiteX380" fmla="*/ 115873 w 551389"/>
                <a:gd name="connsiteY380" fmla="*/ 537931 h 903022"/>
                <a:gd name="connsiteX381" fmla="*/ 116445 w 551389"/>
                <a:gd name="connsiteY381" fmla="*/ 540555 h 903022"/>
                <a:gd name="connsiteX382" fmla="*/ 116580 w 551389"/>
                <a:gd name="connsiteY382" fmla="*/ 542136 h 903022"/>
                <a:gd name="connsiteX383" fmla="*/ 116142 w 551389"/>
                <a:gd name="connsiteY383" fmla="*/ 544895 h 903022"/>
                <a:gd name="connsiteX384" fmla="*/ 116007 w 551389"/>
                <a:gd name="connsiteY384" fmla="*/ 546476 h 903022"/>
                <a:gd name="connsiteX385" fmla="*/ 115132 w 551389"/>
                <a:gd name="connsiteY385" fmla="*/ 547620 h 903022"/>
                <a:gd name="connsiteX386" fmla="*/ 112676 w 551389"/>
                <a:gd name="connsiteY386" fmla="*/ 548360 h 903022"/>
                <a:gd name="connsiteX387" fmla="*/ 109478 w 551389"/>
                <a:gd name="connsiteY387" fmla="*/ 548360 h 903022"/>
                <a:gd name="connsiteX388" fmla="*/ 106887 w 551389"/>
                <a:gd name="connsiteY388" fmla="*/ 548360 h 903022"/>
                <a:gd name="connsiteX389" fmla="*/ 104430 w 551389"/>
                <a:gd name="connsiteY389" fmla="*/ 549806 h 903022"/>
                <a:gd name="connsiteX390" fmla="*/ 102983 w 551389"/>
                <a:gd name="connsiteY390" fmla="*/ 551387 h 903022"/>
                <a:gd name="connsiteX391" fmla="*/ 102243 w 551389"/>
                <a:gd name="connsiteY391" fmla="*/ 552262 h 903022"/>
                <a:gd name="connsiteX392" fmla="*/ 100661 w 551389"/>
                <a:gd name="connsiteY392" fmla="*/ 554718 h 903022"/>
                <a:gd name="connsiteX393" fmla="*/ 99920 w 551389"/>
                <a:gd name="connsiteY393" fmla="*/ 556467 h 903022"/>
                <a:gd name="connsiteX394" fmla="*/ 98036 w 551389"/>
                <a:gd name="connsiteY394" fmla="*/ 559225 h 903022"/>
                <a:gd name="connsiteX395" fmla="*/ 97296 w 551389"/>
                <a:gd name="connsiteY395" fmla="*/ 562421 h 903022"/>
                <a:gd name="connsiteX396" fmla="*/ 97296 w 551389"/>
                <a:gd name="connsiteY396" fmla="*/ 564877 h 903022"/>
                <a:gd name="connsiteX397" fmla="*/ 97296 w 551389"/>
                <a:gd name="connsiteY397" fmla="*/ 568342 h 903022"/>
                <a:gd name="connsiteX398" fmla="*/ 96420 w 551389"/>
                <a:gd name="connsiteY398" fmla="*/ 571235 h 903022"/>
                <a:gd name="connsiteX399" fmla="*/ 97161 w 551389"/>
                <a:gd name="connsiteY399" fmla="*/ 574430 h 903022"/>
                <a:gd name="connsiteX400" fmla="*/ 99483 w 551389"/>
                <a:gd name="connsiteY400" fmla="*/ 576617 h 903022"/>
                <a:gd name="connsiteX401" fmla="*/ 101671 w 551389"/>
                <a:gd name="connsiteY401" fmla="*/ 576617 h 903022"/>
                <a:gd name="connsiteX402" fmla="*/ 103690 w 551389"/>
                <a:gd name="connsiteY402" fmla="*/ 575305 h 903022"/>
                <a:gd name="connsiteX403" fmla="*/ 106887 w 551389"/>
                <a:gd name="connsiteY403" fmla="*/ 576684 h 903022"/>
                <a:gd name="connsiteX404" fmla="*/ 109781 w 551389"/>
                <a:gd name="connsiteY404" fmla="*/ 579073 h 903022"/>
                <a:gd name="connsiteX405" fmla="*/ 113551 w 551389"/>
                <a:gd name="connsiteY405" fmla="*/ 580822 h 903022"/>
                <a:gd name="connsiteX406" fmla="*/ 116310 w 551389"/>
                <a:gd name="connsiteY406" fmla="*/ 582403 h 903022"/>
                <a:gd name="connsiteX407" fmla="*/ 118330 w 551389"/>
                <a:gd name="connsiteY407" fmla="*/ 587045 h 903022"/>
                <a:gd name="connsiteX408" fmla="*/ 122099 w 551389"/>
                <a:gd name="connsiteY408" fmla="*/ 591822 h 903022"/>
                <a:gd name="connsiteX409" fmla="*/ 124286 w 551389"/>
                <a:gd name="connsiteY409" fmla="*/ 593269 h 903022"/>
                <a:gd name="connsiteX410" fmla="*/ 126036 w 551389"/>
                <a:gd name="connsiteY410" fmla="*/ 595186 h 903022"/>
                <a:gd name="connsiteX411" fmla="*/ 128964 w 551389"/>
                <a:gd name="connsiteY411" fmla="*/ 597675 h 903022"/>
                <a:gd name="connsiteX412" fmla="*/ 128729 w 551389"/>
                <a:gd name="connsiteY412" fmla="*/ 600703 h 903022"/>
                <a:gd name="connsiteX413" fmla="*/ 127753 w 551389"/>
                <a:gd name="connsiteY413" fmla="*/ 602822 h 903022"/>
                <a:gd name="connsiteX414" fmla="*/ 125565 w 551389"/>
                <a:gd name="connsiteY414" fmla="*/ 603966 h 903022"/>
                <a:gd name="connsiteX415" fmla="*/ 122536 w 551389"/>
                <a:gd name="connsiteY415" fmla="*/ 603966 h 903022"/>
                <a:gd name="connsiteX416" fmla="*/ 117320 w 551389"/>
                <a:gd name="connsiteY416" fmla="*/ 603966 h 903022"/>
                <a:gd name="connsiteX417" fmla="*/ 115368 w 551389"/>
                <a:gd name="connsiteY417" fmla="*/ 605043 h 903022"/>
                <a:gd name="connsiteX418" fmla="*/ 112103 w 551389"/>
                <a:gd name="connsiteY418" fmla="*/ 606556 h 903022"/>
                <a:gd name="connsiteX419" fmla="*/ 110690 w 551389"/>
                <a:gd name="connsiteY419" fmla="*/ 607633 h 903022"/>
                <a:gd name="connsiteX420" fmla="*/ 107762 w 551389"/>
                <a:gd name="connsiteY420" fmla="*/ 609247 h 903022"/>
                <a:gd name="connsiteX421" fmla="*/ 107762 w 551389"/>
                <a:gd name="connsiteY421" fmla="*/ 611737 h 903022"/>
                <a:gd name="connsiteX422" fmla="*/ 109613 w 551389"/>
                <a:gd name="connsiteY422" fmla="*/ 612376 h 903022"/>
                <a:gd name="connsiteX423" fmla="*/ 114055 w 551389"/>
                <a:gd name="connsiteY423" fmla="*/ 613452 h 903022"/>
                <a:gd name="connsiteX424" fmla="*/ 117656 w 551389"/>
                <a:gd name="connsiteY424" fmla="*/ 615067 h 903022"/>
                <a:gd name="connsiteX425" fmla="*/ 119507 w 551389"/>
                <a:gd name="connsiteY425" fmla="*/ 616480 h 903022"/>
                <a:gd name="connsiteX426" fmla="*/ 120820 w 551389"/>
                <a:gd name="connsiteY426" fmla="*/ 618969 h 903022"/>
                <a:gd name="connsiteX427" fmla="*/ 120181 w 551389"/>
                <a:gd name="connsiteY427" fmla="*/ 621257 h 903022"/>
                <a:gd name="connsiteX428" fmla="*/ 116277 w 551389"/>
                <a:gd name="connsiteY428" fmla="*/ 622031 h 903022"/>
                <a:gd name="connsiteX429" fmla="*/ 112373 w 551389"/>
                <a:gd name="connsiteY429" fmla="*/ 622031 h 903022"/>
                <a:gd name="connsiteX430" fmla="*/ 110522 w 551389"/>
                <a:gd name="connsiteY430" fmla="*/ 623443 h 903022"/>
                <a:gd name="connsiteX431" fmla="*/ 109108 w 551389"/>
                <a:gd name="connsiteY431" fmla="*/ 625394 h 903022"/>
                <a:gd name="connsiteX432" fmla="*/ 106079 w 551389"/>
                <a:gd name="connsiteY432" fmla="*/ 628994 h 903022"/>
                <a:gd name="connsiteX433" fmla="*/ 103791 w 551389"/>
                <a:gd name="connsiteY433" fmla="*/ 631618 h 903022"/>
                <a:gd name="connsiteX434" fmla="*/ 101300 w 551389"/>
                <a:gd name="connsiteY434" fmla="*/ 633670 h 903022"/>
                <a:gd name="connsiteX435" fmla="*/ 100863 w 551389"/>
                <a:gd name="connsiteY435" fmla="*/ 637706 h 903022"/>
                <a:gd name="connsiteX436" fmla="*/ 100863 w 551389"/>
                <a:gd name="connsiteY436" fmla="*/ 642921 h 903022"/>
                <a:gd name="connsiteX437" fmla="*/ 102815 w 551389"/>
                <a:gd name="connsiteY437" fmla="*/ 648909 h 903022"/>
                <a:gd name="connsiteX438" fmla="*/ 104868 w 551389"/>
                <a:gd name="connsiteY438" fmla="*/ 651734 h 903022"/>
                <a:gd name="connsiteX439" fmla="*/ 105945 w 551389"/>
                <a:gd name="connsiteY439" fmla="*/ 652609 h 903022"/>
                <a:gd name="connsiteX440" fmla="*/ 106820 w 551389"/>
                <a:gd name="connsiteY440" fmla="*/ 655098 h 903022"/>
                <a:gd name="connsiteX441" fmla="*/ 106046 w 551389"/>
                <a:gd name="connsiteY441" fmla="*/ 658899 h 903022"/>
                <a:gd name="connsiteX442" fmla="*/ 106046 w 551389"/>
                <a:gd name="connsiteY442" fmla="*/ 662163 h 903022"/>
                <a:gd name="connsiteX443" fmla="*/ 106921 w 551389"/>
                <a:gd name="connsiteY443" fmla="*/ 664988 h 903022"/>
                <a:gd name="connsiteX444" fmla="*/ 108772 w 551389"/>
                <a:gd name="connsiteY444" fmla="*/ 666300 h 903022"/>
                <a:gd name="connsiteX445" fmla="*/ 108435 w 551389"/>
                <a:gd name="connsiteY445" fmla="*/ 667713 h 903022"/>
                <a:gd name="connsiteX446" fmla="*/ 106382 w 551389"/>
                <a:gd name="connsiteY446" fmla="*/ 671952 h 903022"/>
                <a:gd name="connsiteX447" fmla="*/ 109310 w 551389"/>
                <a:gd name="connsiteY447" fmla="*/ 673465 h 903022"/>
                <a:gd name="connsiteX448" fmla="*/ 114089 w 551389"/>
                <a:gd name="connsiteY448" fmla="*/ 673028 h 903022"/>
                <a:gd name="connsiteX449" fmla="*/ 116378 w 551389"/>
                <a:gd name="connsiteY449" fmla="*/ 675316 h 903022"/>
                <a:gd name="connsiteX450" fmla="*/ 117017 w 551389"/>
                <a:gd name="connsiteY450" fmla="*/ 679655 h 903022"/>
                <a:gd name="connsiteX451" fmla="*/ 115806 w 551389"/>
                <a:gd name="connsiteY451" fmla="*/ 683995 h 903022"/>
                <a:gd name="connsiteX452" fmla="*/ 113854 w 551389"/>
                <a:gd name="connsiteY452" fmla="*/ 687258 h 903022"/>
                <a:gd name="connsiteX453" fmla="*/ 112204 w 551389"/>
                <a:gd name="connsiteY453" fmla="*/ 689444 h 903022"/>
                <a:gd name="connsiteX454" fmla="*/ 111430 w 551389"/>
                <a:gd name="connsiteY454" fmla="*/ 690083 h 903022"/>
                <a:gd name="connsiteX455" fmla="*/ 108839 w 551389"/>
                <a:gd name="connsiteY455" fmla="*/ 691160 h 903022"/>
                <a:gd name="connsiteX456" fmla="*/ 105474 w 551389"/>
                <a:gd name="connsiteY456" fmla="*/ 689848 h 903022"/>
                <a:gd name="connsiteX457" fmla="*/ 103421 w 551389"/>
                <a:gd name="connsiteY457" fmla="*/ 687460 h 903022"/>
                <a:gd name="connsiteX458" fmla="*/ 102546 w 551389"/>
                <a:gd name="connsiteY458" fmla="*/ 686686 h 903022"/>
                <a:gd name="connsiteX459" fmla="*/ 102007 w 551389"/>
                <a:gd name="connsiteY459" fmla="*/ 683759 h 903022"/>
                <a:gd name="connsiteX460" fmla="*/ 101805 w 551389"/>
                <a:gd name="connsiteY460" fmla="*/ 681270 h 903022"/>
                <a:gd name="connsiteX461" fmla="*/ 101570 w 551389"/>
                <a:gd name="connsiteY461" fmla="*/ 680193 h 903022"/>
                <a:gd name="connsiteX462" fmla="*/ 101031 w 551389"/>
                <a:gd name="connsiteY462" fmla="*/ 677704 h 903022"/>
                <a:gd name="connsiteX463" fmla="*/ 98843 w 551389"/>
                <a:gd name="connsiteY463" fmla="*/ 676729 h 903022"/>
                <a:gd name="connsiteX464" fmla="*/ 96993 w 551389"/>
                <a:gd name="connsiteY464" fmla="*/ 678141 h 903022"/>
                <a:gd name="connsiteX465" fmla="*/ 95243 w 551389"/>
                <a:gd name="connsiteY465" fmla="*/ 680193 h 903022"/>
                <a:gd name="connsiteX466" fmla="*/ 93627 w 551389"/>
                <a:gd name="connsiteY466" fmla="*/ 682044 h 903022"/>
                <a:gd name="connsiteX467" fmla="*/ 91137 w 551389"/>
                <a:gd name="connsiteY467" fmla="*/ 682683 h 903022"/>
                <a:gd name="connsiteX468" fmla="*/ 89050 w 551389"/>
                <a:gd name="connsiteY468" fmla="*/ 681808 h 903022"/>
                <a:gd name="connsiteX469" fmla="*/ 86122 w 551389"/>
                <a:gd name="connsiteY469" fmla="*/ 681169 h 903022"/>
                <a:gd name="connsiteX470" fmla="*/ 83632 w 551389"/>
                <a:gd name="connsiteY470" fmla="*/ 681505 h 903022"/>
                <a:gd name="connsiteX471" fmla="*/ 81007 w 551389"/>
                <a:gd name="connsiteY471" fmla="*/ 683154 h 903022"/>
                <a:gd name="connsiteX472" fmla="*/ 80031 w 551389"/>
                <a:gd name="connsiteY472" fmla="*/ 684230 h 903022"/>
                <a:gd name="connsiteX473" fmla="*/ 75151 w 551389"/>
                <a:gd name="connsiteY473" fmla="*/ 682178 h 903022"/>
                <a:gd name="connsiteX474" fmla="*/ 73098 w 551389"/>
                <a:gd name="connsiteY474" fmla="*/ 679790 h 903022"/>
                <a:gd name="connsiteX475" fmla="*/ 70910 w 551389"/>
                <a:gd name="connsiteY475" fmla="*/ 677940 h 903022"/>
                <a:gd name="connsiteX476" fmla="*/ 69059 w 551389"/>
                <a:gd name="connsiteY476" fmla="*/ 675450 h 903022"/>
                <a:gd name="connsiteX477" fmla="*/ 65155 w 551389"/>
                <a:gd name="connsiteY477" fmla="*/ 675248 h 903022"/>
                <a:gd name="connsiteX478" fmla="*/ 63641 w 551389"/>
                <a:gd name="connsiteY478" fmla="*/ 676560 h 903022"/>
                <a:gd name="connsiteX479" fmla="*/ 61352 w 551389"/>
                <a:gd name="connsiteY479" fmla="*/ 679050 h 903022"/>
                <a:gd name="connsiteX480" fmla="*/ 59400 w 551389"/>
                <a:gd name="connsiteY480" fmla="*/ 681102 h 903022"/>
                <a:gd name="connsiteX481" fmla="*/ 56237 w 551389"/>
                <a:gd name="connsiteY481" fmla="*/ 682716 h 903022"/>
                <a:gd name="connsiteX482" fmla="*/ 51559 w 551389"/>
                <a:gd name="connsiteY482" fmla="*/ 684566 h 903022"/>
                <a:gd name="connsiteX483" fmla="*/ 50044 w 551389"/>
                <a:gd name="connsiteY483" fmla="*/ 686417 h 903022"/>
                <a:gd name="connsiteX484" fmla="*/ 48833 w 551389"/>
                <a:gd name="connsiteY484" fmla="*/ 689680 h 903022"/>
                <a:gd name="connsiteX485" fmla="*/ 47857 w 551389"/>
                <a:gd name="connsiteY485" fmla="*/ 693380 h 903022"/>
                <a:gd name="connsiteX486" fmla="*/ 46881 w 551389"/>
                <a:gd name="connsiteY486" fmla="*/ 697518 h 903022"/>
                <a:gd name="connsiteX487" fmla="*/ 46881 w 551389"/>
                <a:gd name="connsiteY487" fmla="*/ 702160 h 903022"/>
                <a:gd name="connsiteX488" fmla="*/ 43717 w 551389"/>
                <a:gd name="connsiteY488" fmla="*/ 703035 h 903022"/>
                <a:gd name="connsiteX489" fmla="*/ 38164 w 551389"/>
                <a:gd name="connsiteY489" fmla="*/ 705322 h 903022"/>
                <a:gd name="connsiteX490" fmla="*/ 35775 w 551389"/>
                <a:gd name="connsiteY490" fmla="*/ 706399 h 903022"/>
                <a:gd name="connsiteX491" fmla="*/ 35236 w 551389"/>
                <a:gd name="connsiteY491" fmla="*/ 709124 h 903022"/>
                <a:gd name="connsiteX492" fmla="*/ 35236 w 551389"/>
                <a:gd name="connsiteY492" fmla="*/ 712488 h 903022"/>
                <a:gd name="connsiteX493" fmla="*/ 36010 w 551389"/>
                <a:gd name="connsiteY493" fmla="*/ 715111 h 903022"/>
                <a:gd name="connsiteX494" fmla="*/ 40352 w 551389"/>
                <a:gd name="connsiteY494" fmla="*/ 717062 h 903022"/>
                <a:gd name="connsiteX495" fmla="*/ 42539 w 551389"/>
                <a:gd name="connsiteY495" fmla="*/ 717601 h 903022"/>
                <a:gd name="connsiteX496" fmla="*/ 46443 w 551389"/>
                <a:gd name="connsiteY496" fmla="*/ 717601 h 903022"/>
                <a:gd name="connsiteX497" fmla="*/ 49809 w 551389"/>
                <a:gd name="connsiteY497" fmla="*/ 719787 h 903022"/>
                <a:gd name="connsiteX498" fmla="*/ 52535 w 551389"/>
                <a:gd name="connsiteY498" fmla="*/ 720931 h 903022"/>
                <a:gd name="connsiteX499" fmla="*/ 53174 w 551389"/>
                <a:gd name="connsiteY499" fmla="*/ 722176 h 903022"/>
                <a:gd name="connsiteX500" fmla="*/ 54722 w 551389"/>
                <a:gd name="connsiteY500" fmla="*/ 722176 h 903022"/>
                <a:gd name="connsiteX501" fmla="*/ 57448 w 551389"/>
                <a:gd name="connsiteY501" fmla="*/ 721301 h 903022"/>
                <a:gd name="connsiteX502" fmla="*/ 58761 w 551389"/>
                <a:gd name="connsiteY502" fmla="*/ 721301 h 903022"/>
                <a:gd name="connsiteX503" fmla="*/ 62564 w 551389"/>
                <a:gd name="connsiteY503" fmla="*/ 722176 h 903022"/>
                <a:gd name="connsiteX504" fmla="*/ 64314 w 551389"/>
                <a:gd name="connsiteY504" fmla="*/ 725237 h 903022"/>
                <a:gd name="connsiteX505" fmla="*/ 63775 w 551389"/>
                <a:gd name="connsiteY505" fmla="*/ 727188 h 903022"/>
                <a:gd name="connsiteX506" fmla="*/ 60949 w 551389"/>
                <a:gd name="connsiteY506" fmla="*/ 727726 h 903022"/>
                <a:gd name="connsiteX507" fmla="*/ 58896 w 551389"/>
                <a:gd name="connsiteY507" fmla="*/ 727087 h 903022"/>
                <a:gd name="connsiteX508" fmla="*/ 56708 w 551389"/>
                <a:gd name="connsiteY508" fmla="*/ 727087 h 903022"/>
                <a:gd name="connsiteX509" fmla="*/ 53982 w 551389"/>
                <a:gd name="connsiteY509" fmla="*/ 728500 h 903022"/>
                <a:gd name="connsiteX510" fmla="*/ 52804 w 551389"/>
                <a:gd name="connsiteY510" fmla="*/ 729576 h 903022"/>
                <a:gd name="connsiteX511" fmla="*/ 52367 w 551389"/>
                <a:gd name="connsiteY511" fmla="*/ 732503 h 903022"/>
                <a:gd name="connsiteX512" fmla="*/ 52266 w 551389"/>
                <a:gd name="connsiteY512" fmla="*/ 736102 h 903022"/>
                <a:gd name="connsiteX513" fmla="*/ 52905 w 551389"/>
                <a:gd name="connsiteY513" fmla="*/ 742191 h 903022"/>
                <a:gd name="connsiteX514" fmla="*/ 52468 w 551389"/>
                <a:gd name="connsiteY514" fmla="*/ 743806 h 903022"/>
                <a:gd name="connsiteX515" fmla="*/ 51694 w 551389"/>
                <a:gd name="connsiteY515" fmla="*/ 747271 h 903022"/>
                <a:gd name="connsiteX516" fmla="*/ 51256 w 551389"/>
                <a:gd name="connsiteY516" fmla="*/ 748684 h 903022"/>
                <a:gd name="connsiteX517" fmla="*/ 44290 w 551389"/>
                <a:gd name="connsiteY517" fmla="*/ 753461 h 903022"/>
                <a:gd name="connsiteX518" fmla="*/ 37323 w 551389"/>
                <a:gd name="connsiteY518" fmla="*/ 754537 h 903022"/>
                <a:gd name="connsiteX519" fmla="*/ 31905 w 551389"/>
                <a:gd name="connsiteY519" fmla="*/ 758877 h 903022"/>
                <a:gd name="connsiteX520" fmla="*/ 26688 w 551389"/>
                <a:gd name="connsiteY520" fmla="*/ 761063 h 903022"/>
                <a:gd name="connsiteX521" fmla="*/ 19957 w 551389"/>
                <a:gd name="connsiteY521" fmla="*/ 756724 h 903022"/>
                <a:gd name="connsiteX522" fmla="*/ 13226 w 551389"/>
                <a:gd name="connsiteY522" fmla="*/ 759112 h 903022"/>
                <a:gd name="connsiteX523" fmla="*/ 11476 w 551389"/>
                <a:gd name="connsiteY523" fmla="*/ 756084 h 903022"/>
                <a:gd name="connsiteX524" fmla="*/ 8010 w 551389"/>
                <a:gd name="connsiteY524" fmla="*/ 755210 h 903022"/>
                <a:gd name="connsiteX525" fmla="*/ 2591 w 551389"/>
                <a:gd name="connsiteY525" fmla="*/ 755210 h 903022"/>
                <a:gd name="connsiteX526" fmla="*/ 0 w 551389"/>
                <a:gd name="connsiteY526" fmla="*/ 758473 h 903022"/>
                <a:gd name="connsiteX527" fmla="*/ 0 w 551389"/>
                <a:gd name="connsiteY527" fmla="*/ 763014 h 903022"/>
                <a:gd name="connsiteX528" fmla="*/ 0 w 551389"/>
                <a:gd name="connsiteY528" fmla="*/ 766479 h 903022"/>
                <a:gd name="connsiteX529" fmla="*/ 0 w 551389"/>
                <a:gd name="connsiteY529" fmla="*/ 769944 h 903022"/>
                <a:gd name="connsiteX530" fmla="*/ 2188 w 551389"/>
                <a:gd name="connsiteY530" fmla="*/ 772568 h 903022"/>
                <a:gd name="connsiteX531" fmla="*/ 7842 w 551389"/>
                <a:gd name="connsiteY531" fmla="*/ 772568 h 903022"/>
                <a:gd name="connsiteX532" fmla="*/ 10904 w 551389"/>
                <a:gd name="connsiteY532" fmla="*/ 775393 h 903022"/>
                <a:gd name="connsiteX533" fmla="*/ 14371 w 551389"/>
                <a:gd name="connsiteY533" fmla="*/ 779531 h 903022"/>
                <a:gd name="connsiteX534" fmla="*/ 18510 w 551389"/>
                <a:gd name="connsiteY534" fmla="*/ 779531 h 903022"/>
                <a:gd name="connsiteX535" fmla="*/ 23525 w 551389"/>
                <a:gd name="connsiteY535" fmla="*/ 779531 h 903022"/>
                <a:gd name="connsiteX536" fmla="*/ 28102 w 551389"/>
                <a:gd name="connsiteY536" fmla="*/ 778455 h 903022"/>
                <a:gd name="connsiteX537" fmla="*/ 33116 w 551389"/>
                <a:gd name="connsiteY537" fmla="*/ 775629 h 903022"/>
                <a:gd name="connsiteX538" fmla="*/ 36818 w 551389"/>
                <a:gd name="connsiteY538" fmla="*/ 773443 h 903022"/>
                <a:gd name="connsiteX539" fmla="*/ 39006 w 551389"/>
                <a:gd name="connsiteY539" fmla="*/ 771054 h 903022"/>
                <a:gd name="connsiteX540" fmla="*/ 40756 w 551389"/>
                <a:gd name="connsiteY540" fmla="*/ 769103 h 903022"/>
                <a:gd name="connsiteX541" fmla="*/ 42506 w 551389"/>
                <a:gd name="connsiteY541" fmla="*/ 766715 h 903022"/>
                <a:gd name="connsiteX542" fmla="*/ 45770 w 551389"/>
                <a:gd name="connsiteY542" fmla="*/ 768464 h 903022"/>
                <a:gd name="connsiteX543" fmla="*/ 47722 w 551389"/>
                <a:gd name="connsiteY543" fmla="*/ 768901 h 903022"/>
                <a:gd name="connsiteX544" fmla="*/ 50549 w 551389"/>
                <a:gd name="connsiteY544" fmla="*/ 767152 h 903022"/>
                <a:gd name="connsiteX545" fmla="*/ 57953 w 551389"/>
                <a:gd name="connsiteY545" fmla="*/ 765840 h 903022"/>
                <a:gd name="connsiteX546" fmla="*/ 60545 w 551389"/>
                <a:gd name="connsiteY546" fmla="*/ 766277 h 903022"/>
                <a:gd name="connsiteX547" fmla="*/ 67175 w 551389"/>
                <a:gd name="connsiteY547" fmla="*/ 766815 h 903022"/>
                <a:gd name="connsiteX548" fmla="*/ 68487 w 551389"/>
                <a:gd name="connsiteY548" fmla="*/ 768329 h 903022"/>
                <a:gd name="connsiteX549" fmla="*/ 69026 w 551389"/>
                <a:gd name="connsiteY549" fmla="*/ 771256 h 903022"/>
                <a:gd name="connsiteX550" fmla="*/ 68050 w 551389"/>
                <a:gd name="connsiteY550" fmla="*/ 772332 h 903022"/>
                <a:gd name="connsiteX551" fmla="*/ 65761 w 551389"/>
                <a:gd name="connsiteY551" fmla="*/ 773745 h 903022"/>
                <a:gd name="connsiteX552" fmla="*/ 64785 w 551389"/>
                <a:gd name="connsiteY552" fmla="*/ 775797 h 903022"/>
                <a:gd name="connsiteX553" fmla="*/ 64886 w 551389"/>
                <a:gd name="connsiteY553" fmla="*/ 778825 h 903022"/>
                <a:gd name="connsiteX554" fmla="*/ 66064 w 551389"/>
                <a:gd name="connsiteY554" fmla="*/ 779834 h 903022"/>
                <a:gd name="connsiteX555" fmla="*/ 69329 w 551389"/>
                <a:gd name="connsiteY555" fmla="*/ 781112 h 903022"/>
                <a:gd name="connsiteX556" fmla="*/ 73232 w 551389"/>
                <a:gd name="connsiteY556" fmla="*/ 782424 h 903022"/>
                <a:gd name="connsiteX557" fmla="*/ 76261 w 551389"/>
                <a:gd name="connsiteY557" fmla="*/ 783837 h 903022"/>
                <a:gd name="connsiteX558" fmla="*/ 78112 w 551389"/>
                <a:gd name="connsiteY558" fmla="*/ 785048 h 903022"/>
                <a:gd name="connsiteX559" fmla="*/ 82454 w 551389"/>
                <a:gd name="connsiteY559" fmla="*/ 787336 h 903022"/>
                <a:gd name="connsiteX560" fmla="*/ 85617 w 551389"/>
                <a:gd name="connsiteY560" fmla="*/ 788210 h 903022"/>
                <a:gd name="connsiteX561" fmla="*/ 88781 w 551389"/>
                <a:gd name="connsiteY561" fmla="*/ 788210 h 903022"/>
                <a:gd name="connsiteX562" fmla="*/ 92920 w 551389"/>
                <a:gd name="connsiteY562" fmla="*/ 791372 h 903022"/>
                <a:gd name="connsiteX563" fmla="*/ 94132 w 551389"/>
                <a:gd name="connsiteY563" fmla="*/ 793424 h 903022"/>
                <a:gd name="connsiteX564" fmla="*/ 96622 w 551389"/>
                <a:gd name="connsiteY564" fmla="*/ 793424 h 903022"/>
                <a:gd name="connsiteX565" fmla="*/ 97699 w 551389"/>
                <a:gd name="connsiteY565" fmla="*/ 792348 h 903022"/>
                <a:gd name="connsiteX566" fmla="*/ 100425 w 551389"/>
                <a:gd name="connsiteY566" fmla="*/ 791473 h 903022"/>
                <a:gd name="connsiteX567" fmla="*/ 102613 w 551389"/>
                <a:gd name="connsiteY567" fmla="*/ 789960 h 903022"/>
                <a:gd name="connsiteX568" fmla="*/ 104363 w 551389"/>
                <a:gd name="connsiteY568" fmla="*/ 789320 h 903022"/>
                <a:gd name="connsiteX569" fmla="*/ 105877 w 551389"/>
                <a:gd name="connsiteY569" fmla="*/ 787134 h 903022"/>
                <a:gd name="connsiteX570" fmla="*/ 108166 w 551389"/>
                <a:gd name="connsiteY570" fmla="*/ 785183 h 903022"/>
                <a:gd name="connsiteX571" fmla="*/ 111329 w 551389"/>
                <a:gd name="connsiteY571" fmla="*/ 784544 h 903022"/>
                <a:gd name="connsiteX572" fmla="*/ 113820 w 551389"/>
                <a:gd name="connsiteY572" fmla="*/ 784005 h 903022"/>
                <a:gd name="connsiteX573" fmla="*/ 115233 w 551389"/>
                <a:gd name="connsiteY573" fmla="*/ 783568 h 903022"/>
                <a:gd name="connsiteX574" fmla="*/ 117522 w 551389"/>
                <a:gd name="connsiteY574" fmla="*/ 781920 h 903022"/>
                <a:gd name="connsiteX575" fmla="*/ 120113 w 551389"/>
                <a:gd name="connsiteY575" fmla="*/ 780709 h 903022"/>
                <a:gd name="connsiteX576" fmla="*/ 122065 w 551389"/>
                <a:gd name="connsiteY576" fmla="*/ 779498 h 903022"/>
                <a:gd name="connsiteX577" fmla="*/ 124017 w 551389"/>
                <a:gd name="connsiteY577" fmla="*/ 780137 h 903022"/>
                <a:gd name="connsiteX578" fmla="*/ 127046 w 551389"/>
                <a:gd name="connsiteY578" fmla="*/ 781348 h 903022"/>
                <a:gd name="connsiteX579" fmla="*/ 128561 w 551389"/>
                <a:gd name="connsiteY579" fmla="*/ 784611 h 903022"/>
                <a:gd name="connsiteX580" fmla="*/ 129772 w 551389"/>
                <a:gd name="connsiteY580" fmla="*/ 785923 h 903022"/>
                <a:gd name="connsiteX581" fmla="*/ 132936 w 551389"/>
                <a:gd name="connsiteY581" fmla="*/ 786259 h 903022"/>
                <a:gd name="connsiteX582" fmla="*/ 135426 w 551389"/>
                <a:gd name="connsiteY582" fmla="*/ 786360 h 903022"/>
                <a:gd name="connsiteX583" fmla="*/ 139330 w 551389"/>
                <a:gd name="connsiteY583" fmla="*/ 787134 h 903022"/>
                <a:gd name="connsiteX584" fmla="*/ 142258 w 551389"/>
                <a:gd name="connsiteY584" fmla="*/ 787033 h 903022"/>
                <a:gd name="connsiteX585" fmla="*/ 144109 w 551389"/>
                <a:gd name="connsiteY585" fmla="*/ 786596 h 903022"/>
                <a:gd name="connsiteX586" fmla="*/ 146162 w 551389"/>
                <a:gd name="connsiteY586" fmla="*/ 786495 h 903022"/>
                <a:gd name="connsiteX587" fmla="*/ 147676 w 551389"/>
                <a:gd name="connsiteY587" fmla="*/ 786293 h 903022"/>
                <a:gd name="connsiteX588" fmla="*/ 149864 w 551389"/>
                <a:gd name="connsiteY588" fmla="*/ 785956 h 903022"/>
                <a:gd name="connsiteX589" fmla="*/ 151042 w 551389"/>
                <a:gd name="connsiteY589" fmla="*/ 784443 h 903022"/>
                <a:gd name="connsiteX590" fmla="*/ 154306 w 551389"/>
                <a:gd name="connsiteY590" fmla="*/ 783030 h 903022"/>
                <a:gd name="connsiteX591" fmla="*/ 157470 w 551389"/>
                <a:gd name="connsiteY591" fmla="*/ 783131 h 903022"/>
                <a:gd name="connsiteX592" fmla="*/ 159085 w 551389"/>
                <a:gd name="connsiteY592" fmla="*/ 784005 h 903022"/>
                <a:gd name="connsiteX593" fmla="*/ 160499 w 551389"/>
                <a:gd name="connsiteY593" fmla="*/ 786057 h 903022"/>
                <a:gd name="connsiteX594" fmla="*/ 159960 w 551389"/>
                <a:gd name="connsiteY594" fmla="*/ 789220 h 903022"/>
                <a:gd name="connsiteX595" fmla="*/ 158446 w 551389"/>
                <a:gd name="connsiteY595" fmla="*/ 790834 h 903022"/>
                <a:gd name="connsiteX596" fmla="*/ 158109 w 551389"/>
                <a:gd name="connsiteY596" fmla="*/ 794635 h 903022"/>
                <a:gd name="connsiteX597" fmla="*/ 156359 w 551389"/>
                <a:gd name="connsiteY597" fmla="*/ 796048 h 903022"/>
                <a:gd name="connsiteX598" fmla="*/ 155383 w 551389"/>
                <a:gd name="connsiteY598" fmla="*/ 798235 h 903022"/>
                <a:gd name="connsiteX599" fmla="*/ 154508 w 551389"/>
                <a:gd name="connsiteY599" fmla="*/ 800287 h 903022"/>
                <a:gd name="connsiteX600" fmla="*/ 154407 w 551389"/>
                <a:gd name="connsiteY600" fmla="*/ 803113 h 903022"/>
                <a:gd name="connsiteX601" fmla="*/ 156696 w 551389"/>
                <a:gd name="connsiteY601" fmla="*/ 806140 h 903022"/>
                <a:gd name="connsiteX602" fmla="*/ 158984 w 551389"/>
                <a:gd name="connsiteY602" fmla="*/ 807217 h 903022"/>
                <a:gd name="connsiteX603" fmla="*/ 164201 w 551389"/>
                <a:gd name="connsiteY603" fmla="*/ 809807 h 903022"/>
                <a:gd name="connsiteX604" fmla="*/ 164975 w 551389"/>
                <a:gd name="connsiteY604" fmla="*/ 811993 h 903022"/>
                <a:gd name="connsiteX605" fmla="*/ 165177 w 551389"/>
                <a:gd name="connsiteY605" fmla="*/ 815055 h 903022"/>
                <a:gd name="connsiteX606" fmla="*/ 167465 w 551389"/>
                <a:gd name="connsiteY606" fmla="*/ 817107 h 903022"/>
                <a:gd name="connsiteX607" fmla="*/ 170057 w 551389"/>
                <a:gd name="connsiteY607" fmla="*/ 817645 h 903022"/>
                <a:gd name="connsiteX608" fmla="*/ 173321 w 551389"/>
                <a:gd name="connsiteY608" fmla="*/ 818183 h 903022"/>
                <a:gd name="connsiteX609" fmla="*/ 174836 w 551389"/>
                <a:gd name="connsiteY609" fmla="*/ 818183 h 903022"/>
                <a:gd name="connsiteX610" fmla="*/ 175980 w 551389"/>
                <a:gd name="connsiteY610" fmla="*/ 816232 h 903022"/>
                <a:gd name="connsiteX611" fmla="*/ 175711 w 551389"/>
                <a:gd name="connsiteY611" fmla="*/ 814382 h 903022"/>
                <a:gd name="connsiteX612" fmla="*/ 175711 w 551389"/>
                <a:gd name="connsiteY612" fmla="*/ 811657 h 903022"/>
                <a:gd name="connsiteX613" fmla="*/ 176788 w 551389"/>
                <a:gd name="connsiteY613" fmla="*/ 810883 h 903022"/>
                <a:gd name="connsiteX614" fmla="*/ 177528 w 551389"/>
                <a:gd name="connsiteY614" fmla="*/ 809571 h 903022"/>
                <a:gd name="connsiteX615" fmla="*/ 179278 w 551389"/>
                <a:gd name="connsiteY615" fmla="*/ 808596 h 903022"/>
                <a:gd name="connsiteX616" fmla="*/ 180591 w 551389"/>
                <a:gd name="connsiteY616" fmla="*/ 806308 h 903022"/>
                <a:gd name="connsiteX617" fmla="*/ 181567 w 551389"/>
                <a:gd name="connsiteY617" fmla="*/ 805232 h 903022"/>
                <a:gd name="connsiteX618" fmla="*/ 185807 w 551389"/>
                <a:gd name="connsiteY618" fmla="*/ 805131 h 903022"/>
                <a:gd name="connsiteX619" fmla="*/ 189172 w 551389"/>
                <a:gd name="connsiteY619" fmla="*/ 805131 h 903022"/>
                <a:gd name="connsiteX620" fmla="*/ 190485 w 551389"/>
                <a:gd name="connsiteY620" fmla="*/ 808192 h 903022"/>
                <a:gd name="connsiteX621" fmla="*/ 190048 w 551389"/>
                <a:gd name="connsiteY621" fmla="*/ 810480 h 903022"/>
                <a:gd name="connsiteX622" fmla="*/ 188297 w 551389"/>
                <a:gd name="connsiteY622" fmla="*/ 812431 h 903022"/>
                <a:gd name="connsiteX623" fmla="*/ 187860 w 551389"/>
                <a:gd name="connsiteY623" fmla="*/ 816333 h 903022"/>
                <a:gd name="connsiteX624" fmla="*/ 188398 w 551389"/>
                <a:gd name="connsiteY624" fmla="*/ 817309 h 903022"/>
                <a:gd name="connsiteX625" fmla="*/ 189374 w 551389"/>
                <a:gd name="connsiteY625" fmla="*/ 818183 h 903022"/>
                <a:gd name="connsiteX626" fmla="*/ 190249 w 551389"/>
                <a:gd name="connsiteY626" fmla="*/ 819394 h 903022"/>
                <a:gd name="connsiteX627" fmla="*/ 191663 w 551389"/>
                <a:gd name="connsiteY627" fmla="*/ 822422 h 903022"/>
                <a:gd name="connsiteX628" fmla="*/ 193413 w 551389"/>
                <a:gd name="connsiteY628" fmla="*/ 824709 h 903022"/>
                <a:gd name="connsiteX629" fmla="*/ 195668 w 551389"/>
                <a:gd name="connsiteY629" fmla="*/ 824709 h 903022"/>
                <a:gd name="connsiteX630" fmla="*/ 199134 w 551389"/>
                <a:gd name="connsiteY630" fmla="*/ 824709 h 903022"/>
                <a:gd name="connsiteX631" fmla="*/ 201961 w 551389"/>
                <a:gd name="connsiteY631" fmla="*/ 823734 h 903022"/>
                <a:gd name="connsiteX632" fmla="*/ 203375 w 551389"/>
                <a:gd name="connsiteY632" fmla="*/ 821244 h 903022"/>
                <a:gd name="connsiteX633" fmla="*/ 206740 w 551389"/>
                <a:gd name="connsiteY633" fmla="*/ 820807 h 903022"/>
                <a:gd name="connsiteX634" fmla="*/ 210779 w 551389"/>
                <a:gd name="connsiteY634" fmla="*/ 820908 h 903022"/>
                <a:gd name="connsiteX635" fmla="*/ 213505 w 551389"/>
                <a:gd name="connsiteY635" fmla="*/ 822119 h 903022"/>
                <a:gd name="connsiteX636" fmla="*/ 215793 w 551389"/>
                <a:gd name="connsiteY636" fmla="*/ 823868 h 903022"/>
                <a:gd name="connsiteX637" fmla="*/ 215793 w 551389"/>
                <a:gd name="connsiteY637" fmla="*/ 825281 h 903022"/>
                <a:gd name="connsiteX638" fmla="*/ 218620 w 551389"/>
                <a:gd name="connsiteY638" fmla="*/ 827569 h 903022"/>
                <a:gd name="connsiteX639" fmla="*/ 218721 w 551389"/>
                <a:gd name="connsiteY639" fmla="*/ 830731 h 903022"/>
                <a:gd name="connsiteX640" fmla="*/ 219361 w 551389"/>
                <a:gd name="connsiteY640" fmla="*/ 832480 h 903022"/>
                <a:gd name="connsiteX641" fmla="*/ 219260 w 551389"/>
                <a:gd name="connsiteY641" fmla="*/ 834667 h 903022"/>
                <a:gd name="connsiteX642" fmla="*/ 219798 w 551389"/>
                <a:gd name="connsiteY642" fmla="*/ 837593 h 903022"/>
                <a:gd name="connsiteX643" fmla="*/ 224375 w 551389"/>
                <a:gd name="connsiteY643" fmla="*/ 839544 h 903022"/>
                <a:gd name="connsiteX644" fmla="*/ 227303 w 551389"/>
                <a:gd name="connsiteY644" fmla="*/ 840419 h 903022"/>
                <a:gd name="connsiteX645" fmla="*/ 228818 w 551389"/>
                <a:gd name="connsiteY645" fmla="*/ 843043 h 903022"/>
                <a:gd name="connsiteX646" fmla="*/ 231106 w 551389"/>
                <a:gd name="connsiteY646" fmla="*/ 844456 h 903022"/>
                <a:gd name="connsiteX647" fmla="*/ 232822 w 551389"/>
                <a:gd name="connsiteY647" fmla="*/ 846945 h 903022"/>
                <a:gd name="connsiteX648" fmla="*/ 235010 w 551389"/>
                <a:gd name="connsiteY648" fmla="*/ 850208 h 903022"/>
                <a:gd name="connsiteX649" fmla="*/ 237063 w 551389"/>
                <a:gd name="connsiteY649" fmla="*/ 852395 h 903022"/>
                <a:gd name="connsiteX650" fmla="*/ 239351 w 551389"/>
                <a:gd name="connsiteY650" fmla="*/ 852395 h 903022"/>
                <a:gd name="connsiteX651" fmla="*/ 241303 w 551389"/>
                <a:gd name="connsiteY651" fmla="*/ 850881 h 903022"/>
                <a:gd name="connsiteX652" fmla="*/ 243053 w 551389"/>
                <a:gd name="connsiteY652" fmla="*/ 848829 h 903022"/>
                <a:gd name="connsiteX653" fmla="*/ 243390 w 551389"/>
                <a:gd name="connsiteY653" fmla="*/ 846003 h 903022"/>
                <a:gd name="connsiteX654" fmla="*/ 243289 w 551389"/>
                <a:gd name="connsiteY654" fmla="*/ 844052 h 903022"/>
                <a:gd name="connsiteX655" fmla="*/ 244501 w 551389"/>
                <a:gd name="connsiteY655" fmla="*/ 841563 h 903022"/>
                <a:gd name="connsiteX656" fmla="*/ 246150 w 551389"/>
                <a:gd name="connsiteY656" fmla="*/ 840486 h 903022"/>
                <a:gd name="connsiteX657" fmla="*/ 248438 w 551389"/>
                <a:gd name="connsiteY657" fmla="*/ 839612 h 903022"/>
                <a:gd name="connsiteX658" fmla="*/ 250054 w 551389"/>
                <a:gd name="connsiteY658" fmla="*/ 839712 h 903022"/>
                <a:gd name="connsiteX659" fmla="*/ 252342 w 551389"/>
                <a:gd name="connsiteY659" fmla="*/ 839712 h 903022"/>
                <a:gd name="connsiteX660" fmla="*/ 255169 w 551389"/>
                <a:gd name="connsiteY660" fmla="*/ 840486 h 903022"/>
                <a:gd name="connsiteX661" fmla="*/ 256919 w 551389"/>
                <a:gd name="connsiteY661" fmla="*/ 840486 h 903022"/>
                <a:gd name="connsiteX662" fmla="*/ 259746 w 551389"/>
                <a:gd name="connsiteY662" fmla="*/ 839612 h 903022"/>
                <a:gd name="connsiteX663" fmla="*/ 261362 w 551389"/>
                <a:gd name="connsiteY663" fmla="*/ 839174 h 903022"/>
                <a:gd name="connsiteX664" fmla="*/ 263213 w 551389"/>
                <a:gd name="connsiteY664" fmla="*/ 838838 h 903022"/>
                <a:gd name="connsiteX665" fmla="*/ 265165 w 551389"/>
                <a:gd name="connsiteY665" fmla="*/ 837862 h 903022"/>
                <a:gd name="connsiteX666" fmla="*/ 266814 w 551389"/>
                <a:gd name="connsiteY666" fmla="*/ 836651 h 903022"/>
                <a:gd name="connsiteX667" fmla="*/ 268126 w 551389"/>
                <a:gd name="connsiteY667" fmla="*/ 835777 h 903022"/>
                <a:gd name="connsiteX668" fmla="*/ 269540 w 551389"/>
                <a:gd name="connsiteY668" fmla="*/ 835777 h 903022"/>
                <a:gd name="connsiteX669" fmla="*/ 271391 w 551389"/>
                <a:gd name="connsiteY669" fmla="*/ 836853 h 903022"/>
                <a:gd name="connsiteX670" fmla="*/ 273141 w 551389"/>
                <a:gd name="connsiteY670" fmla="*/ 838602 h 903022"/>
                <a:gd name="connsiteX671" fmla="*/ 274655 w 551389"/>
                <a:gd name="connsiteY671" fmla="*/ 840453 h 903022"/>
                <a:gd name="connsiteX672" fmla="*/ 276169 w 551389"/>
                <a:gd name="connsiteY672" fmla="*/ 840453 h 903022"/>
                <a:gd name="connsiteX673" fmla="*/ 278997 w 551389"/>
                <a:gd name="connsiteY673" fmla="*/ 840453 h 903022"/>
                <a:gd name="connsiteX674" fmla="*/ 286165 w 551389"/>
                <a:gd name="connsiteY674" fmla="*/ 840453 h 903022"/>
                <a:gd name="connsiteX675" fmla="*/ 291348 w 551389"/>
                <a:gd name="connsiteY675" fmla="*/ 840453 h 903022"/>
                <a:gd name="connsiteX676" fmla="*/ 293098 w 551389"/>
                <a:gd name="connsiteY676" fmla="*/ 840453 h 903022"/>
                <a:gd name="connsiteX677" fmla="*/ 295790 w 551389"/>
                <a:gd name="connsiteY677" fmla="*/ 843211 h 903022"/>
                <a:gd name="connsiteX678" fmla="*/ 297742 w 551389"/>
                <a:gd name="connsiteY678" fmla="*/ 846407 h 903022"/>
                <a:gd name="connsiteX679" fmla="*/ 301209 w 551389"/>
                <a:gd name="connsiteY679" fmla="*/ 849165 h 903022"/>
                <a:gd name="connsiteX680" fmla="*/ 306728 w 551389"/>
                <a:gd name="connsiteY680" fmla="*/ 852193 h 903022"/>
                <a:gd name="connsiteX681" fmla="*/ 313391 w 551389"/>
                <a:gd name="connsiteY681" fmla="*/ 855523 h 903022"/>
                <a:gd name="connsiteX682" fmla="*/ 316420 w 551389"/>
                <a:gd name="connsiteY682" fmla="*/ 858988 h 903022"/>
                <a:gd name="connsiteX683" fmla="*/ 319449 w 551389"/>
                <a:gd name="connsiteY683" fmla="*/ 861175 h 903022"/>
                <a:gd name="connsiteX684" fmla="*/ 325810 w 551389"/>
                <a:gd name="connsiteY684" fmla="*/ 865077 h 903022"/>
                <a:gd name="connsiteX685" fmla="*/ 329142 w 551389"/>
                <a:gd name="connsiteY685" fmla="*/ 867398 h 903022"/>
                <a:gd name="connsiteX686" fmla="*/ 331027 w 551389"/>
                <a:gd name="connsiteY686" fmla="*/ 869416 h 903022"/>
                <a:gd name="connsiteX687" fmla="*/ 334493 w 551389"/>
                <a:gd name="connsiteY687" fmla="*/ 871166 h 903022"/>
                <a:gd name="connsiteX688" fmla="*/ 337387 w 551389"/>
                <a:gd name="connsiteY688" fmla="*/ 871300 h 903022"/>
                <a:gd name="connsiteX689" fmla="*/ 340854 w 551389"/>
                <a:gd name="connsiteY689" fmla="*/ 871435 h 903022"/>
                <a:gd name="connsiteX690" fmla="*/ 343445 w 551389"/>
                <a:gd name="connsiteY690" fmla="*/ 872007 h 903022"/>
                <a:gd name="connsiteX691" fmla="*/ 344320 w 551389"/>
                <a:gd name="connsiteY691" fmla="*/ 873756 h 903022"/>
                <a:gd name="connsiteX692" fmla="*/ 346339 w 551389"/>
                <a:gd name="connsiteY692" fmla="*/ 876077 h 903022"/>
                <a:gd name="connsiteX693" fmla="*/ 348359 w 551389"/>
                <a:gd name="connsiteY693" fmla="*/ 877221 h 903022"/>
                <a:gd name="connsiteX694" fmla="*/ 351388 w 551389"/>
                <a:gd name="connsiteY694" fmla="*/ 880686 h 903022"/>
                <a:gd name="connsiteX695" fmla="*/ 352700 w 551389"/>
                <a:gd name="connsiteY695" fmla="*/ 881997 h 903022"/>
                <a:gd name="connsiteX696" fmla="*/ 356167 w 551389"/>
                <a:gd name="connsiteY696" fmla="*/ 884756 h 903022"/>
                <a:gd name="connsiteX697" fmla="*/ 357042 w 551389"/>
                <a:gd name="connsiteY697" fmla="*/ 887514 h 903022"/>
                <a:gd name="connsiteX698" fmla="*/ 358926 w 551389"/>
                <a:gd name="connsiteY698" fmla="*/ 890979 h 903022"/>
                <a:gd name="connsiteX699" fmla="*/ 363873 w 551389"/>
                <a:gd name="connsiteY699" fmla="*/ 895184 h 903022"/>
                <a:gd name="connsiteX700" fmla="*/ 365758 w 551389"/>
                <a:gd name="connsiteY700" fmla="*/ 898817 h 903022"/>
                <a:gd name="connsiteX701" fmla="*/ 369393 w 551389"/>
                <a:gd name="connsiteY701" fmla="*/ 903022 h 903022"/>
                <a:gd name="connsiteX702" fmla="*/ 376494 w 551389"/>
                <a:gd name="connsiteY702" fmla="*/ 903022 h 903022"/>
                <a:gd name="connsiteX703" fmla="*/ 379556 w 551389"/>
                <a:gd name="connsiteY703" fmla="*/ 901946 h 903022"/>
                <a:gd name="connsiteX704" fmla="*/ 386085 w 551389"/>
                <a:gd name="connsiteY704" fmla="*/ 901307 h 903022"/>
                <a:gd name="connsiteX705" fmla="*/ 392177 w 551389"/>
                <a:gd name="connsiteY705" fmla="*/ 901307 h 903022"/>
                <a:gd name="connsiteX706" fmla="*/ 395643 w 551389"/>
                <a:gd name="connsiteY706" fmla="*/ 901307 h 903022"/>
                <a:gd name="connsiteX707" fmla="*/ 401163 w 551389"/>
                <a:gd name="connsiteY707" fmla="*/ 901744 h 903022"/>
                <a:gd name="connsiteX708" fmla="*/ 400019 w 551389"/>
                <a:gd name="connsiteY708" fmla="*/ 897539 h 903022"/>
                <a:gd name="connsiteX709" fmla="*/ 396249 w 551389"/>
                <a:gd name="connsiteY709" fmla="*/ 886539 h 903022"/>
                <a:gd name="connsiteX710" fmla="*/ 395946 w 551389"/>
                <a:gd name="connsiteY710" fmla="*/ 879878 h 903022"/>
                <a:gd name="connsiteX711" fmla="*/ 396384 w 551389"/>
                <a:gd name="connsiteY711" fmla="*/ 871603 h 903022"/>
                <a:gd name="connsiteX712" fmla="*/ 396821 w 551389"/>
                <a:gd name="connsiteY712" fmla="*/ 862756 h 903022"/>
                <a:gd name="connsiteX713" fmla="*/ 396687 w 551389"/>
                <a:gd name="connsiteY713" fmla="*/ 854514 h 903022"/>
                <a:gd name="connsiteX714" fmla="*/ 394499 w 551389"/>
                <a:gd name="connsiteY714" fmla="*/ 849165 h 903022"/>
                <a:gd name="connsiteX715" fmla="*/ 390158 w 551389"/>
                <a:gd name="connsiteY715" fmla="*/ 844388 h 903022"/>
                <a:gd name="connsiteX716" fmla="*/ 384504 w 551389"/>
                <a:gd name="connsiteY716" fmla="*/ 837593 h 903022"/>
                <a:gd name="connsiteX717" fmla="*/ 383932 w 551389"/>
                <a:gd name="connsiteY717" fmla="*/ 832951 h 903022"/>
                <a:gd name="connsiteX718" fmla="*/ 387836 w 551389"/>
                <a:gd name="connsiteY718" fmla="*/ 825988 h 903022"/>
                <a:gd name="connsiteX719" fmla="*/ 391033 w 551389"/>
                <a:gd name="connsiteY719" fmla="*/ 822220 h 903022"/>
                <a:gd name="connsiteX720" fmla="*/ 391739 w 551389"/>
                <a:gd name="connsiteY720" fmla="*/ 814382 h 903022"/>
                <a:gd name="connsiteX721" fmla="*/ 392614 w 551389"/>
                <a:gd name="connsiteY721" fmla="*/ 804391 h 903022"/>
                <a:gd name="connsiteX722" fmla="*/ 395643 w 551389"/>
                <a:gd name="connsiteY722" fmla="*/ 803315 h 903022"/>
                <a:gd name="connsiteX723" fmla="*/ 397965 w 551389"/>
                <a:gd name="connsiteY723" fmla="*/ 800489 h 903022"/>
                <a:gd name="connsiteX724" fmla="*/ 404360 w 551389"/>
                <a:gd name="connsiteY724" fmla="*/ 800489 h 903022"/>
                <a:gd name="connsiteX725" fmla="*/ 409879 w 551389"/>
                <a:gd name="connsiteY725" fmla="*/ 803819 h 903022"/>
                <a:gd name="connsiteX726" fmla="*/ 419000 w 551389"/>
                <a:gd name="connsiteY726" fmla="*/ 803382 h 903022"/>
                <a:gd name="connsiteX727" fmla="*/ 427413 w 551389"/>
                <a:gd name="connsiteY727" fmla="*/ 800489 h 903022"/>
                <a:gd name="connsiteX728" fmla="*/ 432058 w 551389"/>
                <a:gd name="connsiteY728" fmla="*/ 800489 h 903022"/>
                <a:gd name="connsiteX729" fmla="*/ 440606 w 551389"/>
                <a:gd name="connsiteY729" fmla="*/ 798739 h 903022"/>
                <a:gd name="connsiteX730" fmla="*/ 446697 w 551389"/>
                <a:gd name="connsiteY730" fmla="*/ 795544 h 903022"/>
                <a:gd name="connsiteX731" fmla="*/ 449592 w 551389"/>
                <a:gd name="connsiteY731" fmla="*/ 790632 h 903022"/>
                <a:gd name="connsiteX732" fmla="*/ 451039 w 551389"/>
                <a:gd name="connsiteY732" fmla="*/ 785856 h 903022"/>
                <a:gd name="connsiteX733" fmla="*/ 449592 w 551389"/>
                <a:gd name="connsiteY733" fmla="*/ 780204 h 903022"/>
                <a:gd name="connsiteX734" fmla="*/ 441918 w 551389"/>
                <a:gd name="connsiteY734" fmla="*/ 774687 h 903022"/>
                <a:gd name="connsiteX735" fmla="*/ 436702 w 551389"/>
                <a:gd name="connsiteY735" fmla="*/ 771357 h 903022"/>
                <a:gd name="connsiteX736" fmla="*/ 428154 w 551389"/>
                <a:gd name="connsiteY736" fmla="*/ 769910 h 903022"/>
                <a:gd name="connsiteX737" fmla="*/ 421355 w 551389"/>
                <a:gd name="connsiteY737" fmla="*/ 770617 h 903022"/>
                <a:gd name="connsiteX738" fmla="*/ 417283 w 551389"/>
                <a:gd name="connsiteY738" fmla="*/ 770920 h 903022"/>
                <a:gd name="connsiteX739" fmla="*/ 412370 w 551389"/>
                <a:gd name="connsiteY739" fmla="*/ 765840 h 903022"/>
                <a:gd name="connsiteX740" fmla="*/ 412672 w 551389"/>
                <a:gd name="connsiteY740" fmla="*/ 761063 h 903022"/>
                <a:gd name="connsiteX741" fmla="*/ 414860 w 551389"/>
                <a:gd name="connsiteY741" fmla="*/ 756993 h 903022"/>
                <a:gd name="connsiteX742" fmla="*/ 414288 w 551389"/>
                <a:gd name="connsiteY742" fmla="*/ 752081 h 903022"/>
                <a:gd name="connsiteX743" fmla="*/ 413716 w 551389"/>
                <a:gd name="connsiteY743" fmla="*/ 747439 h 903022"/>
                <a:gd name="connsiteX744" fmla="*/ 407624 w 551389"/>
                <a:gd name="connsiteY744" fmla="*/ 744546 h 903022"/>
                <a:gd name="connsiteX745" fmla="*/ 402677 w 551389"/>
                <a:gd name="connsiteY745" fmla="*/ 744546 h 903022"/>
                <a:gd name="connsiteX746" fmla="*/ 397764 w 551389"/>
                <a:gd name="connsiteY746" fmla="*/ 744277 h 903022"/>
                <a:gd name="connsiteX747" fmla="*/ 393994 w 551389"/>
                <a:gd name="connsiteY747" fmla="*/ 742797 h 903022"/>
                <a:gd name="connsiteX748" fmla="*/ 385311 w 551389"/>
                <a:gd name="connsiteY748" fmla="*/ 738726 h 903022"/>
                <a:gd name="connsiteX749" fmla="*/ 384436 w 551389"/>
                <a:gd name="connsiteY749" fmla="*/ 736775 h 903022"/>
                <a:gd name="connsiteX750" fmla="*/ 385210 w 551389"/>
                <a:gd name="connsiteY750" fmla="*/ 733849 h 903022"/>
                <a:gd name="connsiteX751" fmla="*/ 387936 w 551389"/>
                <a:gd name="connsiteY751" fmla="*/ 730485 h 903022"/>
                <a:gd name="connsiteX752" fmla="*/ 389013 w 551389"/>
                <a:gd name="connsiteY752" fmla="*/ 729408 h 903022"/>
                <a:gd name="connsiteX753" fmla="*/ 393590 w 551389"/>
                <a:gd name="connsiteY753" fmla="*/ 727457 h 903022"/>
                <a:gd name="connsiteX754" fmla="*/ 397932 w 551389"/>
                <a:gd name="connsiteY754" fmla="*/ 727457 h 903022"/>
                <a:gd name="connsiteX755" fmla="*/ 402509 w 551389"/>
                <a:gd name="connsiteY755" fmla="*/ 726112 h 903022"/>
                <a:gd name="connsiteX756" fmla="*/ 407523 w 551389"/>
                <a:gd name="connsiteY756" fmla="*/ 723992 h 903022"/>
                <a:gd name="connsiteX757" fmla="*/ 411427 w 551389"/>
                <a:gd name="connsiteY757" fmla="*/ 723992 h 903022"/>
                <a:gd name="connsiteX758" fmla="*/ 415668 w 551389"/>
                <a:gd name="connsiteY758" fmla="*/ 725943 h 903022"/>
                <a:gd name="connsiteX759" fmla="*/ 421086 w 551389"/>
                <a:gd name="connsiteY759" fmla="*/ 728433 h 903022"/>
                <a:gd name="connsiteX760" fmla="*/ 428490 w 551389"/>
                <a:gd name="connsiteY760" fmla="*/ 730922 h 903022"/>
                <a:gd name="connsiteX761" fmla="*/ 435760 w 551389"/>
                <a:gd name="connsiteY761" fmla="*/ 732873 h 903022"/>
                <a:gd name="connsiteX762" fmla="*/ 445217 w 551389"/>
                <a:gd name="connsiteY762" fmla="*/ 735261 h 903022"/>
                <a:gd name="connsiteX763" fmla="*/ 455111 w 551389"/>
                <a:gd name="connsiteY763" fmla="*/ 736910 h 903022"/>
                <a:gd name="connsiteX764" fmla="*/ 462952 w 551389"/>
                <a:gd name="connsiteY764" fmla="*/ 735497 h 903022"/>
                <a:gd name="connsiteX765" fmla="*/ 465544 w 551389"/>
                <a:gd name="connsiteY765" fmla="*/ 733983 h 903022"/>
                <a:gd name="connsiteX766" fmla="*/ 475775 w 551389"/>
                <a:gd name="connsiteY766" fmla="*/ 733748 h 903022"/>
                <a:gd name="connsiteX767" fmla="*/ 482068 w 551389"/>
                <a:gd name="connsiteY767" fmla="*/ 731157 h 903022"/>
                <a:gd name="connsiteX768" fmla="*/ 484794 w 551389"/>
                <a:gd name="connsiteY768" fmla="*/ 729106 h 903022"/>
                <a:gd name="connsiteX769" fmla="*/ 487621 w 551389"/>
                <a:gd name="connsiteY769" fmla="*/ 725506 h 903022"/>
                <a:gd name="connsiteX770" fmla="*/ 490246 w 551389"/>
                <a:gd name="connsiteY770" fmla="*/ 725304 h 903022"/>
                <a:gd name="connsiteX771" fmla="*/ 492299 w 551389"/>
                <a:gd name="connsiteY771" fmla="*/ 726280 h 903022"/>
                <a:gd name="connsiteX772" fmla="*/ 493040 w 551389"/>
                <a:gd name="connsiteY772" fmla="*/ 728130 h 903022"/>
                <a:gd name="connsiteX773" fmla="*/ 492501 w 551389"/>
                <a:gd name="connsiteY773" fmla="*/ 731292 h 903022"/>
                <a:gd name="connsiteX774" fmla="*/ 493040 w 551389"/>
                <a:gd name="connsiteY774" fmla="*/ 733781 h 903022"/>
                <a:gd name="connsiteX775" fmla="*/ 495867 w 551389"/>
                <a:gd name="connsiteY775" fmla="*/ 736607 h 903022"/>
                <a:gd name="connsiteX776" fmla="*/ 499333 w 551389"/>
                <a:gd name="connsiteY776" fmla="*/ 739096 h 903022"/>
                <a:gd name="connsiteX777" fmla="*/ 503035 w 551389"/>
                <a:gd name="connsiteY777" fmla="*/ 740072 h 903022"/>
                <a:gd name="connsiteX778" fmla="*/ 505122 w 551389"/>
                <a:gd name="connsiteY778" fmla="*/ 740173 h 903022"/>
                <a:gd name="connsiteX779" fmla="*/ 508386 w 551389"/>
                <a:gd name="connsiteY779" fmla="*/ 739736 h 903022"/>
                <a:gd name="connsiteX780" fmla="*/ 511550 w 551389"/>
                <a:gd name="connsiteY780" fmla="*/ 737549 h 903022"/>
                <a:gd name="connsiteX781" fmla="*/ 513939 w 551389"/>
                <a:gd name="connsiteY781" fmla="*/ 735699 h 903022"/>
                <a:gd name="connsiteX782" fmla="*/ 515790 w 551389"/>
                <a:gd name="connsiteY782" fmla="*/ 733310 h 903022"/>
                <a:gd name="connsiteX783" fmla="*/ 518180 w 551389"/>
                <a:gd name="connsiteY783" fmla="*/ 731023 h 903022"/>
                <a:gd name="connsiteX784" fmla="*/ 522757 w 551389"/>
                <a:gd name="connsiteY784" fmla="*/ 729274 h 903022"/>
                <a:gd name="connsiteX785" fmla="*/ 526122 w 551389"/>
                <a:gd name="connsiteY785" fmla="*/ 727121 h 903022"/>
                <a:gd name="connsiteX786" fmla="*/ 528276 w 551389"/>
                <a:gd name="connsiteY786" fmla="*/ 725237 h 903022"/>
                <a:gd name="connsiteX787" fmla="*/ 531406 w 551389"/>
                <a:gd name="connsiteY787" fmla="*/ 720527 h 903022"/>
                <a:gd name="connsiteX788" fmla="*/ 534031 w 551389"/>
                <a:gd name="connsiteY788" fmla="*/ 716793 h 903022"/>
                <a:gd name="connsiteX789" fmla="*/ 534031 w 551389"/>
                <a:gd name="connsiteY789" fmla="*/ 712656 h 903022"/>
                <a:gd name="connsiteX790" fmla="*/ 534031 w 551389"/>
                <a:gd name="connsiteY790" fmla="*/ 709393 h 903022"/>
                <a:gd name="connsiteX791" fmla="*/ 534031 w 551389"/>
                <a:gd name="connsiteY791" fmla="*/ 703977 h 903022"/>
                <a:gd name="connsiteX792" fmla="*/ 534603 w 551389"/>
                <a:gd name="connsiteY792" fmla="*/ 701151 h 903022"/>
                <a:gd name="connsiteX793" fmla="*/ 534098 w 551389"/>
                <a:gd name="connsiteY793" fmla="*/ 696240 h 903022"/>
                <a:gd name="connsiteX794" fmla="*/ 532012 w 551389"/>
                <a:gd name="connsiteY794" fmla="*/ 691967 h 903022"/>
                <a:gd name="connsiteX795" fmla="*/ 527738 w 551389"/>
                <a:gd name="connsiteY795" fmla="*/ 688435 h 903022"/>
                <a:gd name="connsiteX796" fmla="*/ 523161 w 551389"/>
                <a:gd name="connsiteY796" fmla="*/ 684466 h 903022"/>
                <a:gd name="connsiteX797" fmla="*/ 519761 w 551389"/>
                <a:gd name="connsiteY797" fmla="*/ 682145 h 903022"/>
                <a:gd name="connsiteX798" fmla="*/ 518247 w 551389"/>
                <a:gd name="connsiteY798" fmla="*/ 680563 h 903022"/>
                <a:gd name="connsiteX799" fmla="*/ 515756 w 551389"/>
                <a:gd name="connsiteY799" fmla="*/ 680563 h 903022"/>
                <a:gd name="connsiteX800" fmla="*/ 512290 w 551389"/>
                <a:gd name="connsiteY800" fmla="*/ 675787 h 903022"/>
                <a:gd name="connsiteX801" fmla="*/ 512290 w 551389"/>
                <a:gd name="connsiteY801" fmla="*/ 670875 h 903022"/>
                <a:gd name="connsiteX802" fmla="*/ 512223 w 551389"/>
                <a:gd name="connsiteY802" fmla="*/ 666670 h 903022"/>
                <a:gd name="connsiteX803" fmla="*/ 509665 w 551389"/>
                <a:gd name="connsiteY803" fmla="*/ 663777 h 903022"/>
                <a:gd name="connsiteX804" fmla="*/ 505458 w 551389"/>
                <a:gd name="connsiteY804" fmla="*/ 659370 h 903022"/>
                <a:gd name="connsiteX805" fmla="*/ 504011 w 551389"/>
                <a:gd name="connsiteY805" fmla="*/ 657991 h 903022"/>
                <a:gd name="connsiteX806" fmla="*/ 498357 w 551389"/>
                <a:gd name="connsiteY806" fmla="*/ 657991 h 903022"/>
                <a:gd name="connsiteX807" fmla="*/ 495597 w 551389"/>
                <a:gd name="connsiteY807" fmla="*/ 657991 h 903022"/>
                <a:gd name="connsiteX808" fmla="*/ 493275 w 551389"/>
                <a:gd name="connsiteY808" fmla="*/ 657251 h 903022"/>
                <a:gd name="connsiteX809" fmla="*/ 492266 w 551389"/>
                <a:gd name="connsiteY809" fmla="*/ 654930 h 903022"/>
                <a:gd name="connsiteX810" fmla="*/ 492266 w 551389"/>
                <a:gd name="connsiteY810" fmla="*/ 651903 h 903022"/>
                <a:gd name="connsiteX811" fmla="*/ 494150 w 551389"/>
                <a:gd name="connsiteY811" fmla="*/ 650153 h 903022"/>
                <a:gd name="connsiteX812" fmla="*/ 495160 w 551389"/>
                <a:gd name="connsiteY812" fmla="*/ 649144 h 903022"/>
                <a:gd name="connsiteX813" fmla="*/ 498492 w 551389"/>
                <a:gd name="connsiteY813" fmla="*/ 645814 h 903022"/>
                <a:gd name="connsiteX814" fmla="*/ 494857 w 551389"/>
                <a:gd name="connsiteY814" fmla="*/ 642349 h 903022"/>
                <a:gd name="connsiteX815" fmla="*/ 489641 w 551389"/>
                <a:gd name="connsiteY815" fmla="*/ 642349 h 903022"/>
                <a:gd name="connsiteX816" fmla="*/ 487049 w 551389"/>
                <a:gd name="connsiteY816" fmla="*/ 640028 h 903022"/>
                <a:gd name="connsiteX817" fmla="*/ 486040 w 551389"/>
                <a:gd name="connsiteY817" fmla="*/ 637000 h 903022"/>
                <a:gd name="connsiteX818" fmla="*/ 487487 w 551389"/>
                <a:gd name="connsiteY818" fmla="*/ 634107 h 903022"/>
                <a:gd name="connsiteX819" fmla="*/ 491256 w 551389"/>
                <a:gd name="connsiteY819" fmla="*/ 630777 h 903022"/>
                <a:gd name="connsiteX820" fmla="*/ 494891 w 551389"/>
                <a:gd name="connsiteY820" fmla="*/ 628893 h 903022"/>
                <a:gd name="connsiteX821" fmla="*/ 497348 w 551389"/>
                <a:gd name="connsiteY821" fmla="*/ 625865 h 903022"/>
                <a:gd name="connsiteX822" fmla="*/ 497482 w 551389"/>
                <a:gd name="connsiteY822" fmla="*/ 624419 h 903022"/>
                <a:gd name="connsiteX823" fmla="*/ 495295 w 551389"/>
                <a:gd name="connsiteY823" fmla="*/ 621829 h 903022"/>
                <a:gd name="connsiteX824" fmla="*/ 493545 w 551389"/>
                <a:gd name="connsiteY824" fmla="*/ 620517 h 903022"/>
                <a:gd name="connsiteX825" fmla="*/ 490650 w 551389"/>
                <a:gd name="connsiteY825" fmla="*/ 618767 h 903022"/>
                <a:gd name="connsiteX826" fmla="*/ 486006 w 551389"/>
                <a:gd name="connsiteY826" fmla="*/ 617590 h 903022"/>
                <a:gd name="connsiteX827" fmla="*/ 481799 w 551389"/>
                <a:gd name="connsiteY827" fmla="*/ 616446 h 903022"/>
                <a:gd name="connsiteX828" fmla="*/ 478164 w 551389"/>
                <a:gd name="connsiteY828" fmla="*/ 614697 h 903022"/>
                <a:gd name="connsiteX829" fmla="*/ 476280 w 551389"/>
                <a:gd name="connsiteY829" fmla="*/ 612241 h 903022"/>
                <a:gd name="connsiteX830" fmla="*/ 474530 w 551389"/>
                <a:gd name="connsiteY830" fmla="*/ 609046 h 903022"/>
                <a:gd name="connsiteX831" fmla="*/ 474530 w 551389"/>
                <a:gd name="connsiteY831" fmla="*/ 608104 h 903022"/>
                <a:gd name="connsiteX832" fmla="*/ 478299 w 551389"/>
                <a:gd name="connsiteY832" fmla="*/ 605850 h 903022"/>
                <a:gd name="connsiteX833" fmla="*/ 480890 w 551389"/>
                <a:gd name="connsiteY833" fmla="*/ 605850 h 903022"/>
                <a:gd name="connsiteX834" fmla="*/ 481597 w 551389"/>
                <a:gd name="connsiteY834" fmla="*/ 604101 h 903022"/>
                <a:gd name="connsiteX835" fmla="*/ 482607 w 551389"/>
                <a:gd name="connsiteY835" fmla="*/ 602520 h 903022"/>
                <a:gd name="connsiteX836" fmla="*/ 480790 w 551389"/>
                <a:gd name="connsiteY836" fmla="*/ 600131 h 903022"/>
                <a:gd name="connsiteX837" fmla="*/ 477458 w 551389"/>
                <a:gd name="connsiteY837" fmla="*/ 596935 h 903022"/>
                <a:gd name="connsiteX838" fmla="*/ 475708 w 551389"/>
                <a:gd name="connsiteY838" fmla="*/ 594917 h 903022"/>
                <a:gd name="connsiteX839" fmla="*/ 471232 w 551389"/>
                <a:gd name="connsiteY839" fmla="*/ 590275 h 903022"/>
                <a:gd name="connsiteX840" fmla="*/ 467597 w 551389"/>
                <a:gd name="connsiteY840" fmla="*/ 585767 h 903022"/>
                <a:gd name="connsiteX841" fmla="*/ 466015 w 551389"/>
                <a:gd name="connsiteY841" fmla="*/ 583446 h 903022"/>
                <a:gd name="connsiteX842" fmla="*/ 466015 w 551389"/>
                <a:gd name="connsiteY842" fmla="*/ 578669 h 903022"/>
                <a:gd name="connsiteX843" fmla="*/ 466755 w 551389"/>
                <a:gd name="connsiteY843" fmla="*/ 576718 h 903022"/>
                <a:gd name="connsiteX844" fmla="*/ 469179 w 551389"/>
                <a:gd name="connsiteY844" fmla="*/ 574599 h 903022"/>
                <a:gd name="connsiteX845" fmla="*/ 469179 w 551389"/>
                <a:gd name="connsiteY845" fmla="*/ 574599 h 903022"/>
                <a:gd name="connsiteX846" fmla="*/ 469179 w 551389"/>
                <a:gd name="connsiteY846" fmla="*/ 574599 h 903022"/>
                <a:gd name="connsiteX847" fmla="*/ 462852 w 551389"/>
                <a:gd name="connsiteY847" fmla="*/ 572143 h 903022"/>
                <a:gd name="connsiteX848" fmla="*/ 460967 w 551389"/>
                <a:gd name="connsiteY848" fmla="*/ 568510 h 903022"/>
                <a:gd name="connsiteX849" fmla="*/ 460260 w 551389"/>
                <a:gd name="connsiteY849" fmla="*/ 562556 h 903022"/>
                <a:gd name="connsiteX850" fmla="*/ 460260 w 551389"/>
                <a:gd name="connsiteY850" fmla="*/ 551690 h 903022"/>
                <a:gd name="connsiteX851" fmla="*/ 461842 w 551389"/>
                <a:gd name="connsiteY851" fmla="*/ 544727 h 903022"/>
                <a:gd name="connsiteX852" fmla="*/ 460832 w 551389"/>
                <a:gd name="connsiteY852" fmla="*/ 542136 h 903022"/>
                <a:gd name="connsiteX853" fmla="*/ 460832 w 551389"/>
                <a:gd name="connsiteY853" fmla="*/ 534029 h 903022"/>
                <a:gd name="connsiteX854" fmla="*/ 461909 w 551389"/>
                <a:gd name="connsiteY854" fmla="*/ 529959 h 903022"/>
                <a:gd name="connsiteX855" fmla="*/ 463727 w 551389"/>
                <a:gd name="connsiteY855" fmla="*/ 526629 h 903022"/>
                <a:gd name="connsiteX856" fmla="*/ 466049 w 551389"/>
                <a:gd name="connsiteY856" fmla="*/ 522726 h 903022"/>
                <a:gd name="connsiteX857" fmla="*/ 466755 w 551389"/>
                <a:gd name="connsiteY857" fmla="*/ 519093 h 903022"/>
                <a:gd name="connsiteX858" fmla="*/ 467765 w 551389"/>
                <a:gd name="connsiteY858" fmla="*/ 516637 h 903022"/>
                <a:gd name="connsiteX859" fmla="*/ 467765 w 551389"/>
                <a:gd name="connsiteY859" fmla="*/ 511289 h 903022"/>
                <a:gd name="connsiteX860" fmla="*/ 467765 w 551389"/>
                <a:gd name="connsiteY860" fmla="*/ 507387 h 903022"/>
                <a:gd name="connsiteX861" fmla="*/ 467765 w 551389"/>
                <a:gd name="connsiteY861" fmla="*/ 501870 h 903022"/>
                <a:gd name="connsiteX862" fmla="*/ 469515 w 551389"/>
                <a:gd name="connsiteY862" fmla="*/ 498977 h 903022"/>
                <a:gd name="connsiteX863" fmla="*/ 472712 w 551389"/>
                <a:gd name="connsiteY863" fmla="*/ 495075 h 903022"/>
                <a:gd name="connsiteX864" fmla="*/ 474900 w 551389"/>
                <a:gd name="connsiteY864" fmla="*/ 491744 h 903022"/>
                <a:gd name="connsiteX865" fmla="*/ 478232 w 551389"/>
                <a:gd name="connsiteY865" fmla="*/ 486967 h 903022"/>
                <a:gd name="connsiteX866" fmla="*/ 482573 w 551389"/>
                <a:gd name="connsiteY866" fmla="*/ 481753 h 903022"/>
                <a:gd name="connsiteX867" fmla="*/ 483145 w 551389"/>
                <a:gd name="connsiteY867" fmla="*/ 475799 h 903022"/>
                <a:gd name="connsiteX868" fmla="*/ 485737 w 551389"/>
                <a:gd name="connsiteY868" fmla="*/ 471594 h 903022"/>
                <a:gd name="connsiteX869" fmla="*/ 487621 w 551389"/>
                <a:gd name="connsiteY869" fmla="*/ 467826 h 903022"/>
                <a:gd name="connsiteX870" fmla="*/ 489068 w 551389"/>
                <a:gd name="connsiteY870" fmla="*/ 462747 h 903022"/>
                <a:gd name="connsiteX871" fmla="*/ 490819 w 551389"/>
                <a:gd name="connsiteY871" fmla="*/ 458542 h 903022"/>
                <a:gd name="connsiteX872" fmla="*/ 491391 w 551389"/>
                <a:gd name="connsiteY872" fmla="*/ 452890 h 903022"/>
                <a:gd name="connsiteX873" fmla="*/ 490381 w 551389"/>
                <a:gd name="connsiteY873" fmla="*/ 448248 h 903022"/>
                <a:gd name="connsiteX874" fmla="*/ 490381 w 551389"/>
                <a:gd name="connsiteY874" fmla="*/ 444178 h 903022"/>
                <a:gd name="connsiteX875" fmla="*/ 488799 w 551389"/>
                <a:gd name="connsiteY875" fmla="*/ 436373 h 903022"/>
                <a:gd name="connsiteX876" fmla="*/ 486477 w 551389"/>
                <a:gd name="connsiteY876" fmla="*/ 433615 h 903022"/>
                <a:gd name="connsiteX877" fmla="*/ 481395 w 551389"/>
                <a:gd name="connsiteY877" fmla="*/ 427257 h 903022"/>
                <a:gd name="connsiteX878" fmla="*/ 480823 w 551389"/>
                <a:gd name="connsiteY878" fmla="*/ 420159 h 903022"/>
                <a:gd name="connsiteX879" fmla="*/ 481698 w 551389"/>
                <a:gd name="connsiteY879" fmla="*/ 415820 h 903022"/>
                <a:gd name="connsiteX880" fmla="*/ 480554 w 551389"/>
                <a:gd name="connsiteY880" fmla="*/ 410471 h 903022"/>
                <a:gd name="connsiteX881" fmla="*/ 478972 w 551389"/>
                <a:gd name="connsiteY881" fmla="*/ 406838 h 903022"/>
                <a:gd name="connsiteX882" fmla="*/ 476953 w 551389"/>
                <a:gd name="connsiteY882" fmla="*/ 403507 h 903022"/>
                <a:gd name="connsiteX883" fmla="*/ 476684 w 551389"/>
                <a:gd name="connsiteY883" fmla="*/ 397856 h 903022"/>
                <a:gd name="connsiteX884" fmla="*/ 476246 w 551389"/>
                <a:gd name="connsiteY884" fmla="*/ 392642 h 903022"/>
                <a:gd name="connsiteX885" fmla="*/ 476818 w 551389"/>
                <a:gd name="connsiteY885" fmla="*/ 389312 h 903022"/>
                <a:gd name="connsiteX886" fmla="*/ 477693 w 551389"/>
                <a:gd name="connsiteY886" fmla="*/ 387428 h 903022"/>
                <a:gd name="connsiteX887" fmla="*/ 478131 w 551389"/>
                <a:gd name="connsiteY887" fmla="*/ 381776 h 903022"/>
                <a:gd name="connsiteX888" fmla="*/ 478568 w 551389"/>
                <a:gd name="connsiteY888" fmla="*/ 377874 h 903022"/>
                <a:gd name="connsiteX889" fmla="*/ 478265 w 551389"/>
                <a:gd name="connsiteY889" fmla="*/ 374241 h 903022"/>
                <a:gd name="connsiteX890" fmla="*/ 477962 w 551389"/>
                <a:gd name="connsiteY890" fmla="*/ 370473 h 903022"/>
                <a:gd name="connsiteX891" fmla="*/ 477390 w 551389"/>
                <a:gd name="connsiteY891" fmla="*/ 367278 h 903022"/>
                <a:gd name="connsiteX892" fmla="*/ 476650 w 551389"/>
                <a:gd name="connsiteY892" fmla="*/ 365394 h 903022"/>
                <a:gd name="connsiteX893" fmla="*/ 476785 w 551389"/>
                <a:gd name="connsiteY893" fmla="*/ 363947 h 903022"/>
                <a:gd name="connsiteX894" fmla="*/ 477357 w 551389"/>
                <a:gd name="connsiteY894" fmla="*/ 361323 h 903022"/>
                <a:gd name="connsiteX895" fmla="*/ 478366 w 551389"/>
                <a:gd name="connsiteY895" fmla="*/ 359440 h 903022"/>
                <a:gd name="connsiteX896" fmla="*/ 479073 w 551389"/>
                <a:gd name="connsiteY896" fmla="*/ 356681 h 903022"/>
                <a:gd name="connsiteX897" fmla="*/ 479948 w 551389"/>
                <a:gd name="connsiteY897" fmla="*/ 354360 h 903022"/>
                <a:gd name="connsiteX898" fmla="*/ 479948 w 551389"/>
                <a:gd name="connsiteY898" fmla="*/ 351601 h 903022"/>
                <a:gd name="connsiteX899" fmla="*/ 478938 w 551389"/>
                <a:gd name="connsiteY899" fmla="*/ 350020 h 903022"/>
                <a:gd name="connsiteX900" fmla="*/ 477626 w 551389"/>
                <a:gd name="connsiteY900" fmla="*/ 346555 h 903022"/>
                <a:gd name="connsiteX901" fmla="*/ 475035 w 551389"/>
                <a:gd name="connsiteY901" fmla="*/ 342653 h 903022"/>
                <a:gd name="connsiteX902" fmla="*/ 473150 w 551389"/>
                <a:gd name="connsiteY902" fmla="*/ 340198 h 903022"/>
                <a:gd name="connsiteX903" fmla="*/ 471265 w 551389"/>
                <a:gd name="connsiteY903" fmla="*/ 338751 h 903022"/>
                <a:gd name="connsiteX904" fmla="*/ 471265 w 551389"/>
                <a:gd name="connsiteY904" fmla="*/ 337607 h 903022"/>
                <a:gd name="connsiteX905" fmla="*/ 472207 w 551389"/>
                <a:gd name="connsiteY905" fmla="*/ 335858 h 903022"/>
                <a:gd name="connsiteX906" fmla="*/ 474025 w 551389"/>
                <a:gd name="connsiteY906" fmla="*/ 334714 h 903022"/>
                <a:gd name="connsiteX907" fmla="*/ 475035 w 551389"/>
                <a:gd name="connsiteY907" fmla="*/ 332830 h 903022"/>
                <a:gd name="connsiteX908" fmla="*/ 475741 w 551389"/>
                <a:gd name="connsiteY908" fmla="*/ 330509 h 903022"/>
                <a:gd name="connsiteX909" fmla="*/ 475607 w 551389"/>
                <a:gd name="connsiteY909" fmla="*/ 327751 h 903022"/>
                <a:gd name="connsiteX910" fmla="*/ 473857 w 551389"/>
                <a:gd name="connsiteY910" fmla="*/ 327751 h 903022"/>
                <a:gd name="connsiteX911" fmla="*/ 471972 w 551389"/>
                <a:gd name="connsiteY911" fmla="*/ 324858 h 903022"/>
                <a:gd name="connsiteX912" fmla="*/ 469515 w 551389"/>
                <a:gd name="connsiteY912" fmla="*/ 324858 h 903022"/>
                <a:gd name="connsiteX913" fmla="*/ 469515 w 551389"/>
                <a:gd name="connsiteY913" fmla="*/ 323277 h 903022"/>
                <a:gd name="connsiteX914" fmla="*/ 471837 w 551389"/>
                <a:gd name="connsiteY914" fmla="*/ 322268 h 903022"/>
                <a:gd name="connsiteX915" fmla="*/ 473419 w 551389"/>
                <a:gd name="connsiteY915" fmla="*/ 320081 h 903022"/>
                <a:gd name="connsiteX916" fmla="*/ 472712 w 551389"/>
                <a:gd name="connsiteY916" fmla="*/ 318063 h 903022"/>
                <a:gd name="connsiteX917" fmla="*/ 471703 w 551389"/>
                <a:gd name="connsiteY917" fmla="*/ 316751 h 903022"/>
                <a:gd name="connsiteX918" fmla="*/ 470558 w 551389"/>
                <a:gd name="connsiteY918" fmla="*/ 315001 h 903022"/>
                <a:gd name="connsiteX919" fmla="*/ 471703 w 551389"/>
                <a:gd name="connsiteY919" fmla="*/ 313555 h 903022"/>
                <a:gd name="connsiteX920" fmla="*/ 470390 w 551389"/>
                <a:gd name="connsiteY920" fmla="*/ 310797 h 903022"/>
                <a:gd name="connsiteX921" fmla="*/ 469515 w 551389"/>
                <a:gd name="connsiteY921" fmla="*/ 305717 h 903022"/>
                <a:gd name="connsiteX922" fmla="*/ 469515 w 551389"/>
                <a:gd name="connsiteY922" fmla="*/ 302252 h 903022"/>
                <a:gd name="connsiteX923" fmla="*/ 471030 w 551389"/>
                <a:gd name="connsiteY923" fmla="*/ 300368 h 903022"/>
                <a:gd name="connsiteX924" fmla="*/ 474732 w 551389"/>
                <a:gd name="connsiteY924" fmla="*/ 299796 h 903022"/>
                <a:gd name="connsiteX925" fmla="*/ 476179 w 551389"/>
                <a:gd name="connsiteY925" fmla="*/ 298047 h 903022"/>
                <a:gd name="connsiteX926" fmla="*/ 475741 w 551389"/>
                <a:gd name="connsiteY926" fmla="*/ 295861 h 903022"/>
                <a:gd name="connsiteX927" fmla="*/ 474732 w 551389"/>
                <a:gd name="connsiteY927" fmla="*/ 295289 h 903022"/>
                <a:gd name="connsiteX928" fmla="*/ 474732 w 551389"/>
                <a:gd name="connsiteY928" fmla="*/ 292261 h 903022"/>
                <a:gd name="connsiteX929" fmla="*/ 479006 w 551389"/>
                <a:gd name="connsiteY929" fmla="*/ 290815 h 903022"/>
                <a:gd name="connsiteX930" fmla="*/ 480520 w 551389"/>
                <a:gd name="connsiteY930" fmla="*/ 287787 h 903022"/>
                <a:gd name="connsiteX931" fmla="*/ 482977 w 551389"/>
                <a:gd name="connsiteY931" fmla="*/ 283447 h 903022"/>
                <a:gd name="connsiteX932" fmla="*/ 486309 w 551389"/>
                <a:gd name="connsiteY932" fmla="*/ 278099 h 903022"/>
                <a:gd name="connsiteX933" fmla="*/ 492838 w 551389"/>
                <a:gd name="connsiteY933" fmla="*/ 273187 h 903022"/>
                <a:gd name="connsiteX934" fmla="*/ 494722 w 551389"/>
                <a:gd name="connsiteY934" fmla="*/ 269117 h 903022"/>
                <a:gd name="connsiteX935" fmla="*/ 497314 w 551389"/>
                <a:gd name="connsiteY935" fmla="*/ 266661 h 903022"/>
                <a:gd name="connsiteX936" fmla="*/ 498189 w 551389"/>
                <a:gd name="connsiteY936" fmla="*/ 263903 h 903022"/>
                <a:gd name="connsiteX937" fmla="*/ 497886 w 551389"/>
                <a:gd name="connsiteY937" fmla="*/ 259395 h 903022"/>
                <a:gd name="connsiteX938" fmla="*/ 495867 w 551389"/>
                <a:gd name="connsiteY938" fmla="*/ 257780 h 903022"/>
                <a:gd name="connsiteX939" fmla="*/ 492972 w 551389"/>
                <a:gd name="connsiteY939" fmla="*/ 252701 h 903022"/>
                <a:gd name="connsiteX940" fmla="*/ 493275 w 551389"/>
                <a:gd name="connsiteY940" fmla="*/ 250111 h 903022"/>
                <a:gd name="connsiteX941" fmla="*/ 496304 w 551389"/>
                <a:gd name="connsiteY941" fmla="*/ 248092 h 903022"/>
                <a:gd name="connsiteX942" fmla="*/ 499333 w 551389"/>
                <a:gd name="connsiteY942" fmla="*/ 244022 h 903022"/>
                <a:gd name="connsiteX943" fmla="*/ 502362 w 551389"/>
                <a:gd name="connsiteY943" fmla="*/ 243450 h 903022"/>
                <a:gd name="connsiteX944" fmla="*/ 505256 w 551389"/>
                <a:gd name="connsiteY944" fmla="*/ 241129 h 903022"/>
                <a:gd name="connsiteX945" fmla="*/ 506703 w 551389"/>
                <a:gd name="connsiteY945" fmla="*/ 238673 h 903022"/>
                <a:gd name="connsiteX946" fmla="*/ 507444 w 551389"/>
                <a:gd name="connsiteY946" fmla="*/ 234334 h 903022"/>
                <a:gd name="connsiteX947" fmla="*/ 503977 w 551389"/>
                <a:gd name="connsiteY947" fmla="*/ 230129 h 903022"/>
                <a:gd name="connsiteX948" fmla="*/ 504550 w 551389"/>
                <a:gd name="connsiteY948" fmla="*/ 227505 h 903022"/>
                <a:gd name="connsiteX949" fmla="*/ 506131 w 551389"/>
                <a:gd name="connsiteY949" fmla="*/ 225318 h 903022"/>
                <a:gd name="connsiteX950" fmla="*/ 507276 w 551389"/>
                <a:gd name="connsiteY950" fmla="*/ 223300 h 903022"/>
                <a:gd name="connsiteX951" fmla="*/ 504516 w 551389"/>
                <a:gd name="connsiteY951" fmla="*/ 221853 h 903022"/>
                <a:gd name="connsiteX952" fmla="*/ 500747 w 551389"/>
                <a:gd name="connsiteY952" fmla="*/ 220541 h 903022"/>
                <a:gd name="connsiteX953" fmla="*/ 500747 w 551389"/>
                <a:gd name="connsiteY953" fmla="*/ 219398 h 903022"/>
                <a:gd name="connsiteX954" fmla="*/ 501184 w 551389"/>
                <a:gd name="connsiteY954" fmla="*/ 216303 h 903022"/>
                <a:gd name="connsiteX955" fmla="*/ 502497 w 551389"/>
                <a:gd name="connsiteY955" fmla="*/ 215529 h 903022"/>
                <a:gd name="connsiteX956" fmla="*/ 504247 w 551389"/>
                <a:gd name="connsiteY956" fmla="*/ 214116 h 903022"/>
                <a:gd name="connsiteX957" fmla="*/ 504449 w 551389"/>
                <a:gd name="connsiteY957" fmla="*/ 213040 h 903022"/>
                <a:gd name="connsiteX958" fmla="*/ 501521 w 551389"/>
                <a:gd name="connsiteY958" fmla="*/ 210651 h 903022"/>
                <a:gd name="connsiteX959" fmla="*/ 499131 w 551389"/>
                <a:gd name="connsiteY959" fmla="*/ 209440 h 903022"/>
                <a:gd name="connsiteX960" fmla="*/ 498155 w 551389"/>
                <a:gd name="connsiteY960" fmla="*/ 208128 h 903022"/>
                <a:gd name="connsiteX961" fmla="*/ 496843 w 551389"/>
                <a:gd name="connsiteY961" fmla="*/ 207355 h 903022"/>
                <a:gd name="connsiteX962" fmla="*/ 494117 w 551389"/>
                <a:gd name="connsiteY962" fmla="*/ 206480 h 903022"/>
                <a:gd name="connsiteX963" fmla="*/ 493780 w 551389"/>
                <a:gd name="connsiteY963" fmla="*/ 204865 h 903022"/>
                <a:gd name="connsiteX964" fmla="*/ 493780 w 551389"/>
                <a:gd name="connsiteY964" fmla="*/ 202141 h 903022"/>
                <a:gd name="connsiteX965" fmla="*/ 492198 w 551389"/>
                <a:gd name="connsiteY965" fmla="*/ 199315 h 903022"/>
                <a:gd name="connsiteX966" fmla="*/ 490078 w 551389"/>
                <a:gd name="connsiteY966" fmla="*/ 196590 h 903022"/>
                <a:gd name="connsiteX967" fmla="*/ 488665 w 551389"/>
                <a:gd name="connsiteY967" fmla="*/ 195177 h 903022"/>
                <a:gd name="connsiteX968" fmla="*/ 485636 w 551389"/>
                <a:gd name="connsiteY968" fmla="*/ 191813 h 903022"/>
                <a:gd name="connsiteX969" fmla="*/ 483347 w 551389"/>
                <a:gd name="connsiteY969" fmla="*/ 190299 h 903022"/>
                <a:gd name="connsiteX970" fmla="*/ 480857 w 551389"/>
                <a:gd name="connsiteY970" fmla="*/ 188685 h 903022"/>
                <a:gd name="connsiteX971" fmla="*/ 478804 w 551389"/>
                <a:gd name="connsiteY971" fmla="*/ 185859 h 903022"/>
                <a:gd name="connsiteX972" fmla="*/ 479881 w 551389"/>
                <a:gd name="connsiteY972" fmla="*/ 183571 h 903022"/>
                <a:gd name="connsiteX973" fmla="*/ 479881 w 551389"/>
                <a:gd name="connsiteY973" fmla="*/ 182260 h 903022"/>
                <a:gd name="connsiteX974" fmla="*/ 479881 w 551389"/>
                <a:gd name="connsiteY974" fmla="*/ 180073 h 903022"/>
                <a:gd name="connsiteX975" fmla="*/ 480655 w 551389"/>
                <a:gd name="connsiteY975" fmla="*/ 176810 h 903022"/>
                <a:gd name="connsiteX976" fmla="*/ 482506 w 551389"/>
                <a:gd name="connsiteY976" fmla="*/ 174522 h 903022"/>
                <a:gd name="connsiteX977" fmla="*/ 482169 w 551389"/>
                <a:gd name="connsiteY977" fmla="*/ 171697 h 903022"/>
                <a:gd name="connsiteX978" fmla="*/ 479914 w 551389"/>
                <a:gd name="connsiteY978" fmla="*/ 170082 h 903022"/>
                <a:gd name="connsiteX979" fmla="*/ 479914 w 551389"/>
                <a:gd name="connsiteY979" fmla="*/ 166617 h 903022"/>
                <a:gd name="connsiteX980" fmla="*/ 482068 w 551389"/>
                <a:gd name="connsiteY980" fmla="*/ 163589 h 903022"/>
                <a:gd name="connsiteX981" fmla="*/ 483145 w 551389"/>
                <a:gd name="connsiteY981" fmla="*/ 161201 h 903022"/>
                <a:gd name="connsiteX982" fmla="*/ 484323 w 551389"/>
                <a:gd name="connsiteY982" fmla="*/ 157063 h 903022"/>
                <a:gd name="connsiteX983" fmla="*/ 489102 w 551389"/>
                <a:gd name="connsiteY983" fmla="*/ 152724 h 903022"/>
                <a:gd name="connsiteX984" fmla="*/ 491054 w 551389"/>
                <a:gd name="connsiteY984" fmla="*/ 149461 h 903022"/>
                <a:gd name="connsiteX985" fmla="*/ 493242 w 551389"/>
                <a:gd name="connsiteY985" fmla="*/ 148149 h 903022"/>
                <a:gd name="connsiteX986" fmla="*/ 497785 w 551389"/>
                <a:gd name="connsiteY986" fmla="*/ 145962 h 903022"/>
                <a:gd name="connsiteX987" fmla="*/ 499972 w 551389"/>
                <a:gd name="connsiteY987" fmla="*/ 143238 h 903022"/>
                <a:gd name="connsiteX988" fmla="*/ 501487 w 551389"/>
                <a:gd name="connsiteY988" fmla="*/ 139638 h 903022"/>
                <a:gd name="connsiteX989" fmla="*/ 502900 w 551389"/>
                <a:gd name="connsiteY989" fmla="*/ 137048 h 903022"/>
                <a:gd name="connsiteX990" fmla="*/ 504953 w 551389"/>
                <a:gd name="connsiteY990" fmla="*/ 133347 h 903022"/>
                <a:gd name="connsiteX991" fmla="*/ 507881 w 551389"/>
                <a:gd name="connsiteY991" fmla="*/ 131834 h 903022"/>
                <a:gd name="connsiteX992" fmla="*/ 511381 w 551389"/>
                <a:gd name="connsiteY992" fmla="*/ 130959 h 903022"/>
                <a:gd name="connsiteX993" fmla="*/ 513670 w 551389"/>
                <a:gd name="connsiteY993" fmla="*/ 129445 h 903022"/>
                <a:gd name="connsiteX994" fmla="*/ 514646 w 551389"/>
                <a:gd name="connsiteY994" fmla="*/ 126620 h 903022"/>
                <a:gd name="connsiteX995" fmla="*/ 514646 w 551389"/>
                <a:gd name="connsiteY995" fmla="*/ 121607 h 903022"/>
                <a:gd name="connsiteX996" fmla="*/ 515790 w 551389"/>
                <a:gd name="connsiteY996" fmla="*/ 116931 h 903022"/>
                <a:gd name="connsiteX997" fmla="*/ 515521 w 551389"/>
                <a:gd name="connsiteY997" fmla="*/ 114206 h 903022"/>
                <a:gd name="connsiteX998" fmla="*/ 516396 w 551389"/>
                <a:gd name="connsiteY998" fmla="*/ 110944 h 903022"/>
                <a:gd name="connsiteX999" fmla="*/ 516396 w 551389"/>
                <a:gd name="connsiteY999" fmla="*/ 107479 h 903022"/>
                <a:gd name="connsiteX1000" fmla="*/ 516396 w 551389"/>
                <a:gd name="connsiteY1000" fmla="*/ 104115 h 903022"/>
                <a:gd name="connsiteX1001" fmla="*/ 517372 w 551389"/>
                <a:gd name="connsiteY1001" fmla="*/ 101524 h 903022"/>
                <a:gd name="connsiteX1002" fmla="*/ 519661 w 551389"/>
                <a:gd name="connsiteY1002" fmla="*/ 98934 h 903022"/>
                <a:gd name="connsiteX1003" fmla="*/ 521511 w 551389"/>
                <a:gd name="connsiteY1003" fmla="*/ 96108 h 903022"/>
                <a:gd name="connsiteX1004" fmla="*/ 523362 w 551389"/>
                <a:gd name="connsiteY1004" fmla="*/ 91870 h 903022"/>
                <a:gd name="connsiteX1005" fmla="*/ 523362 w 551389"/>
                <a:gd name="connsiteY1005" fmla="*/ 89683 h 903022"/>
                <a:gd name="connsiteX1006" fmla="*/ 524641 w 551389"/>
                <a:gd name="connsiteY1006" fmla="*/ 87194 h 903022"/>
                <a:gd name="connsiteX1007" fmla="*/ 525853 w 551389"/>
                <a:gd name="connsiteY1007" fmla="*/ 84032 h 903022"/>
                <a:gd name="connsiteX1008" fmla="*/ 526290 w 551389"/>
                <a:gd name="connsiteY1008" fmla="*/ 80029 h 903022"/>
                <a:gd name="connsiteX1009" fmla="*/ 524574 w 551389"/>
                <a:gd name="connsiteY1009" fmla="*/ 76564 h 903022"/>
                <a:gd name="connsiteX1010" fmla="*/ 524574 w 551389"/>
                <a:gd name="connsiteY1010" fmla="*/ 72527 h 903022"/>
                <a:gd name="connsiteX1011" fmla="*/ 526964 w 551389"/>
                <a:gd name="connsiteY1011" fmla="*/ 70239 h 903022"/>
                <a:gd name="connsiteX1012" fmla="*/ 529454 w 551389"/>
                <a:gd name="connsiteY1012" fmla="*/ 69466 h 903022"/>
                <a:gd name="connsiteX1013" fmla="*/ 531305 w 551389"/>
                <a:gd name="connsiteY1013" fmla="*/ 67717 h 903022"/>
                <a:gd name="connsiteX1014" fmla="*/ 534569 w 551389"/>
                <a:gd name="connsiteY1014" fmla="*/ 65429 h 903022"/>
                <a:gd name="connsiteX1015" fmla="*/ 537060 w 551389"/>
                <a:gd name="connsiteY1015" fmla="*/ 62940 h 903022"/>
                <a:gd name="connsiteX1016" fmla="*/ 539012 w 551389"/>
                <a:gd name="connsiteY1016" fmla="*/ 58701 h 903022"/>
                <a:gd name="connsiteX1017" fmla="*/ 540089 w 551389"/>
                <a:gd name="connsiteY1017" fmla="*/ 53924 h 903022"/>
                <a:gd name="connsiteX1018" fmla="*/ 540190 w 551389"/>
                <a:gd name="connsiteY1018" fmla="*/ 50325 h 903022"/>
                <a:gd name="connsiteX1019" fmla="*/ 540964 w 551389"/>
                <a:gd name="connsiteY1019" fmla="*/ 43597 h 903022"/>
                <a:gd name="connsiteX1020" fmla="*/ 548233 w 551389"/>
                <a:gd name="connsiteY1020" fmla="*/ 37609 h 903022"/>
                <a:gd name="connsiteX1021" fmla="*/ 547829 w 551389"/>
                <a:gd name="connsiteY1021" fmla="*/ 36062 h 90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551389" h="903022">
                  <a:moveTo>
                    <a:pt x="547829" y="36062"/>
                  </a:moveTo>
                  <a:cubicBezTo>
                    <a:pt x="547190" y="36062"/>
                    <a:pt x="546079" y="35624"/>
                    <a:pt x="545238" y="35187"/>
                  </a:cubicBezTo>
                  <a:cubicBezTo>
                    <a:pt x="544363" y="34750"/>
                    <a:pt x="542748" y="32462"/>
                    <a:pt x="542310" y="32260"/>
                  </a:cubicBezTo>
                  <a:cubicBezTo>
                    <a:pt x="541872" y="32059"/>
                    <a:pt x="539820" y="31722"/>
                    <a:pt x="537868" y="30848"/>
                  </a:cubicBezTo>
                  <a:cubicBezTo>
                    <a:pt x="535916" y="29973"/>
                    <a:pt x="536353" y="26172"/>
                    <a:pt x="536353" y="25734"/>
                  </a:cubicBezTo>
                  <a:cubicBezTo>
                    <a:pt x="536353" y="25297"/>
                    <a:pt x="538743" y="23548"/>
                    <a:pt x="539517" y="23548"/>
                  </a:cubicBezTo>
                  <a:cubicBezTo>
                    <a:pt x="540055" y="23548"/>
                    <a:pt x="540829" y="23615"/>
                    <a:pt x="541906" y="23716"/>
                  </a:cubicBezTo>
                  <a:lnTo>
                    <a:pt x="541334" y="23009"/>
                  </a:lnTo>
                  <a:lnTo>
                    <a:pt x="542546" y="20150"/>
                  </a:lnTo>
                  <a:lnTo>
                    <a:pt x="542546" y="16382"/>
                  </a:lnTo>
                  <a:lnTo>
                    <a:pt x="534704" y="16382"/>
                  </a:lnTo>
                  <a:lnTo>
                    <a:pt x="533829" y="12043"/>
                  </a:lnTo>
                  <a:lnTo>
                    <a:pt x="533829" y="8578"/>
                  </a:lnTo>
                  <a:lnTo>
                    <a:pt x="536017" y="6392"/>
                  </a:lnTo>
                  <a:lnTo>
                    <a:pt x="537464" y="3499"/>
                  </a:lnTo>
                  <a:lnTo>
                    <a:pt x="537161" y="1749"/>
                  </a:lnTo>
                  <a:lnTo>
                    <a:pt x="535276" y="875"/>
                  </a:lnTo>
                  <a:lnTo>
                    <a:pt x="533829" y="0"/>
                  </a:lnTo>
                  <a:lnTo>
                    <a:pt x="530363" y="1144"/>
                  </a:lnTo>
                  <a:lnTo>
                    <a:pt x="526156" y="4340"/>
                  </a:lnTo>
                  <a:lnTo>
                    <a:pt x="521814" y="7233"/>
                  </a:lnTo>
                  <a:cubicBezTo>
                    <a:pt x="521814" y="7233"/>
                    <a:pt x="513973" y="12447"/>
                    <a:pt x="513973" y="12884"/>
                  </a:cubicBezTo>
                  <a:cubicBezTo>
                    <a:pt x="513973" y="13321"/>
                    <a:pt x="509631" y="17358"/>
                    <a:pt x="509631" y="17358"/>
                  </a:cubicBezTo>
                  <a:lnTo>
                    <a:pt x="504852" y="22572"/>
                  </a:lnTo>
                  <a:cubicBezTo>
                    <a:pt x="504852" y="22572"/>
                    <a:pt x="503473" y="26777"/>
                    <a:pt x="503170" y="27214"/>
                  </a:cubicBezTo>
                  <a:cubicBezTo>
                    <a:pt x="502867" y="27652"/>
                    <a:pt x="500780" y="30107"/>
                    <a:pt x="500780" y="30107"/>
                  </a:cubicBezTo>
                  <a:lnTo>
                    <a:pt x="500780" y="32866"/>
                  </a:lnTo>
                  <a:lnTo>
                    <a:pt x="498189" y="34615"/>
                  </a:lnTo>
                  <a:lnTo>
                    <a:pt x="496876" y="37205"/>
                  </a:lnTo>
                  <a:cubicBezTo>
                    <a:pt x="496876" y="37205"/>
                    <a:pt x="496001" y="36903"/>
                    <a:pt x="495429" y="37205"/>
                  </a:cubicBezTo>
                  <a:cubicBezTo>
                    <a:pt x="494857" y="37508"/>
                    <a:pt x="491222" y="32866"/>
                    <a:pt x="490347" y="32563"/>
                  </a:cubicBezTo>
                  <a:cubicBezTo>
                    <a:pt x="489472" y="32260"/>
                    <a:pt x="485568" y="31117"/>
                    <a:pt x="485568" y="31117"/>
                  </a:cubicBezTo>
                  <a:lnTo>
                    <a:pt x="482674" y="29367"/>
                  </a:lnTo>
                  <a:lnTo>
                    <a:pt x="480352" y="28661"/>
                  </a:lnTo>
                  <a:lnTo>
                    <a:pt x="477761" y="28795"/>
                  </a:lnTo>
                  <a:cubicBezTo>
                    <a:pt x="477761" y="28795"/>
                    <a:pt x="474563" y="29670"/>
                    <a:pt x="474126" y="29939"/>
                  </a:cubicBezTo>
                  <a:cubicBezTo>
                    <a:pt x="473688" y="30242"/>
                    <a:pt x="474126" y="33404"/>
                    <a:pt x="474126" y="33404"/>
                  </a:cubicBezTo>
                  <a:lnTo>
                    <a:pt x="471972" y="34716"/>
                  </a:lnTo>
                  <a:lnTo>
                    <a:pt x="468203" y="30377"/>
                  </a:lnTo>
                  <a:lnTo>
                    <a:pt x="464871" y="27618"/>
                  </a:lnTo>
                  <a:lnTo>
                    <a:pt x="461775" y="23279"/>
                  </a:lnTo>
                  <a:lnTo>
                    <a:pt x="460799" y="20823"/>
                  </a:lnTo>
                  <a:lnTo>
                    <a:pt x="460799" y="17190"/>
                  </a:lnTo>
                  <a:lnTo>
                    <a:pt x="457601" y="15676"/>
                  </a:lnTo>
                  <a:lnTo>
                    <a:pt x="453092" y="16315"/>
                  </a:lnTo>
                  <a:lnTo>
                    <a:pt x="449457" y="16315"/>
                  </a:lnTo>
                  <a:lnTo>
                    <a:pt x="444678" y="16450"/>
                  </a:lnTo>
                  <a:lnTo>
                    <a:pt x="440606" y="19343"/>
                  </a:lnTo>
                  <a:lnTo>
                    <a:pt x="444678" y="22976"/>
                  </a:lnTo>
                  <a:lnTo>
                    <a:pt x="448885" y="27046"/>
                  </a:lnTo>
                  <a:lnTo>
                    <a:pt x="453664" y="28795"/>
                  </a:lnTo>
                  <a:cubicBezTo>
                    <a:pt x="453967" y="29536"/>
                    <a:pt x="452789" y="30545"/>
                    <a:pt x="451779" y="31554"/>
                  </a:cubicBezTo>
                  <a:cubicBezTo>
                    <a:pt x="450769" y="32563"/>
                    <a:pt x="449020" y="34010"/>
                    <a:pt x="449020" y="34010"/>
                  </a:cubicBezTo>
                  <a:cubicBezTo>
                    <a:pt x="449020" y="34010"/>
                    <a:pt x="447842" y="35153"/>
                    <a:pt x="447438" y="35591"/>
                  </a:cubicBezTo>
                  <a:cubicBezTo>
                    <a:pt x="447000" y="36028"/>
                    <a:pt x="443803" y="37912"/>
                    <a:pt x="443366" y="38181"/>
                  </a:cubicBezTo>
                  <a:cubicBezTo>
                    <a:pt x="442928" y="38484"/>
                    <a:pt x="440337" y="39190"/>
                    <a:pt x="439462" y="40065"/>
                  </a:cubicBezTo>
                  <a:cubicBezTo>
                    <a:pt x="438587" y="40939"/>
                    <a:pt x="435389" y="43261"/>
                    <a:pt x="435389" y="43261"/>
                  </a:cubicBezTo>
                  <a:cubicBezTo>
                    <a:pt x="435389" y="43261"/>
                    <a:pt x="432495" y="43698"/>
                    <a:pt x="431485" y="44572"/>
                  </a:cubicBezTo>
                  <a:cubicBezTo>
                    <a:pt x="430476" y="45447"/>
                    <a:pt x="426404" y="49047"/>
                    <a:pt x="426269" y="49921"/>
                  </a:cubicBezTo>
                  <a:cubicBezTo>
                    <a:pt x="426134" y="50796"/>
                    <a:pt x="423206" y="53689"/>
                    <a:pt x="423206" y="53689"/>
                  </a:cubicBezTo>
                  <a:lnTo>
                    <a:pt x="418427" y="56582"/>
                  </a:lnTo>
                  <a:lnTo>
                    <a:pt x="413480" y="58466"/>
                  </a:lnTo>
                  <a:lnTo>
                    <a:pt x="407389" y="60047"/>
                  </a:lnTo>
                  <a:lnTo>
                    <a:pt x="405807" y="63512"/>
                  </a:lnTo>
                  <a:lnTo>
                    <a:pt x="404225" y="68154"/>
                  </a:lnTo>
                  <a:cubicBezTo>
                    <a:pt x="404225" y="68154"/>
                    <a:pt x="403855" y="71921"/>
                    <a:pt x="403855" y="72359"/>
                  </a:cubicBezTo>
                  <a:cubicBezTo>
                    <a:pt x="403855" y="72796"/>
                    <a:pt x="403350" y="77573"/>
                    <a:pt x="403350" y="77573"/>
                  </a:cubicBezTo>
                  <a:lnTo>
                    <a:pt x="403350" y="81475"/>
                  </a:lnTo>
                  <a:lnTo>
                    <a:pt x="400456" y="83796"/>
                  </a:lnTo>
                  <a:lnTo>
                    <a:pt x="398571" y="87867"/>
                  </a:lnTo>
                  <a:lnTo>
                    <a:pt x="393490" y="89313"/>
                  </a:lnTo>
                  <a:lnTo>
                    <a:pt x="388576" y="89313"/>
                  </a:lnTo>
                  <a:lnTo>
                    <a:pt x="384941" y="86555"/>
                  </a:lnTo>
                  <a:lnTo>
                    <a:pt x="381744" y="88439"/>
                  </a:lnTo>
                  <a:cubicBezTo>
                    <a:pt x="381744" y="88439"/>
                    <a:pt x="379052" y="93215"/>
                    <a:pt x="379052" y="93653"/>
                  </a:cubicBezTo>
                  <a:cubicBezTo>
                    <a:pt x="379052" y="94090"/>
                    <a:pt x="377234" y="97690"/>
                    <a:pt x="377234" y="97690"/>
                  </a:cubicBezTo>
                  <a:lnTo>
                    <a:pt x="377234" y="102332"/>
                  </a:lnTo>
                  <a:lnTo>
                    <a:pt x="376494" y="105965"/>
                  </a:lnTo>
                  <a:lnTo>
                    <a:pt x="378109" y="109295"/>
                  </a:lnTo>
                  <a:lnTo>
                    <a:pt x="378681" y="111751"/>
                  </a:lnTo>
                  <a:lnTo>
                    <a:pt x="374475" y="112491"/>
                  </a:lnTo>
                  <a:lnTo>
                    <a:pt x="370840" y="113366"/>
                  </a:lnTo>
                  <a:lnTo>
                    <a:pt x="368383" y="116124"/>
                  </a:lnTo>
                  <a:cubicBezTo>
                    <a:pt x="368383" y="116124"/>
                    <a:pt x="365051" y="116999"/>
                    <a:pt x="364748" y="117436"/>
                  </a:cubicBezTo>
                  <a:cubicBezTo>
                    <a:pt x="364446" y="117873"/>
                    <a:pt x="361854" y="122650"/>
                    <a:pt x="361854" y="122650"/>
                  </a:cubicBezTo>
                  <a:lnTo>
                    <a:pt x="357647" y="126283"/>
                  </a:lnTo>
                  <a:lnTo>
                    <a:pt x="355628" y="127292"/>
                  </a:lnTo>
                  <a:lnTo>
                    <a:pt x="351556" y="129311"/>
                  </a:lnTo>
                  <a:lnTo>
                    <a:pt x="346777" y="129311"/>
                  </a:lnTo>
                  <a:lnTo>
                    <a:pt x="345195" y="132776"/>
                  </a:lnTo>
                  <a:lnTo>
                    <a:pt x="342435" y="135669"/>
                  </a:lnTo>
                  <a:lnTo>
                    <a:pt x="343075" y="140176"/>
                  </a:lnTo>
                  <a:lnTo>
                    <a:pt x="338935" y="144516"/>
                  </a:lnTo>
                  <a:lnTo>
                    <a:pt x="338935" y="147543"/>
                  </a:lnTo>
                  <a:lnTo>
                    <a:pt x="338935" y="149360"/>
                  </a:lnTo>
                  <a:lnTo>
                    <a:pt x="338935" y="154574"/>
                  </a:lnTo>
                  <a:lnTo>
                    <a:pt x="337926" y="160528"/>
                  </a:lnTo>
                  <a:lnTo>
                    <a:pt x="339810" y="163859"/>
                  </a:lnTo>
                  <a:lnTo>
                    <a:pt x="342873" y="166617"/>
                  </a:lnTo>
                  <a:cubicBezTo>
                    <a:pt x="342873" y="166617"/>
                    <a:pt x="345027" y="165742"/>
                    <a:pt x="345633" y="166617"/>
                  </a:cubicBezTo>
                  <a:cubicBezTo>
                    <a:pt x="346205" y="167492"/>
                    <a:pt x="349099" y="170250"/>
                    <a:pt x="349537" y="170385"/>
                  </a:cubicBezTo>
                  <a:cubicBezTo>
                    <a:pt x="349974" y="170519"/>
                    <a:pt x="351287" y="173850"/>
                    <a:pt x="351287" y="173850"/>
                  </a:cubicBezTo>
                  <a:lnTo>
                    <a:pt x="351590" y="176877"/>
                  </a:lnTo>
                  <a:cubicBezTo>
                    <a:pt x="351590" y="176877"/>
                    <a:pt x="351590" y="179333"/>
                    <a:pt x="351455" y="179770"/>
                  </a:cubicBezTo>
                  <a:cubicBezTo>
                    <a:pt x="351320" y="180207"/>
                    <a:pt x="350142" y="182226"/>
                    <a:pt x="350142" y="182226"/>
                  </a:cubicBezTo>
                  <a:lnTo>
                    <a:pt x="348392" y="185994"/>
                  </a:lnTo>
                  <a:cubicBezTo>
                    <a:pt x="348392" y="185994"/>
                    <a:pt x="347652" y="188012"/>
                    <a:pt x="347517" y="188449"/>
                  </a:cubicBezTo>
                  <a:cubicBezTo>
                    <a:pt x="347383" y="188887"/>
                    <a:pt x="347214" y="190333"/>
                    <a:pt x="346642" y="190636"/>
                  </a:cubicBezTo>
                  <a:cubicBezTo>
                    <a:pt x="346070" y="190938"/>
                    <a:pt x="346205" y="190501"/>
                    <a:pt x="344051" y="190636"/>
                  </a:cubicBezTo>
                  <a:cubicBezTo>
                    <a:pt x="341863" y="190770"/>
                    <a:pt x="339575" y="190972"/>
                    <a:pt x="339137" y="190737"/>
                  </a:cubicBezTo>
                  <a:cubicBezTo>
                    <a:pt x="338700" y="190501"/>
                    <a:pt x="338128" y="190064"/>
                    <a:pt x="337993" y="189189"/>
                  </a:cubicBezTo>
                  <a:cubicBezTo>
                    <a:pt x="337858" y="188315"/>
                    <a:pt x="337253" y="185119"/>
                    <a:pt x="337118" y="184715"/>
                  </a:cubicBezTo>
                  <a:cubicBezTo>
                    <a:pt x="336983" y="184278"/>
                    <a:pt x="333921" y="182394"/>
                    <a:pt x="333921" y="182394"/>
                  </a:cubicBezTo>
                  <a:lnTo>
                    <a:pt x="332777" y="178761"/>
                  </a:lnTo>
                  <a:lnTo>
                    <a:pt x="331262" y="178324"/>
                  </a:lnTo>
                  <a:lnTo>
                    <a:pt x="328570" y="178626"/>
                  </a:lnTo>
                  <a:lnTo>
                    <a:pt x="328570" y="180645"/>
                  </a:lnTo>
                  <a:lnTo>
                    <a:pt x="326820" y="183841"/>
                  </a:lnTo>
                  <a:lnTo>
                    <a:pt x="326820" y="185859"/>
                  </a:lnTo>
                  <a:lnTo>
                    <a:pt x="326820" y="187608"/>
                  </a:lnTo>
                  <a:lnTo>
                    <a:pt x="325070" y="190232"/>
                  </a:lnTo>
                  <a:lnTo>
                    <a:pt x="325070" y="192856"/>
                  </a:lnTo>
                  <a:lnTo>
                    <a:pt x="325070" y="198070"/>
                  </a:lnTo>
                  <a:cubicBezTo>
                    <a:pt x="325070" y="198070"/>
                    <a:pt x="326079" y="199954"/>
                    <a:pt x="325507" y="200391"/>
                  </a:cubicBezTo>
                  <a:cubicBezTo>
                    <a:pt x="324935" y="200829"/>
                    <a:pt x="325070" y="203284"/>
                    <a:pt x="325070" y="203284"/>
                  </a:cubicBezTo>
                  <a:lnTo>
                    <a:pt x="325070" y="206749"/>
                  </a:lnTo>
                  <a:cubicBezTo>
                    <a:pt x="325070" y="206749"/>
                    <a:pt x="325036" y="208936"/>
                    <a:pt x="325070" y="209373"/>
                  </a:cubicBezTo>
                  <a:cubicBezTo>
                    <a:pt x="325070" y="209810"/>
                    <a:pt x="326820" y="211997"/>
                    <a:pt x="326820" y="211997"/>
                  </a:cubicBezTo>
                  <a:cubicBezTo>
                    <a:pt x="326820" y="211997"/>
                    <a:pt x="327829" y="211862"/>
                    <a:pt x="328839" y="212872"/>
                  </a:cubicBezTo>
                  <a:cubicBezTo>
                    <a:pt x="329849" y="213881"/>
                    <a:pt x="330589" y="214755"/>
                    <a:pt x="331027" y="214890"/>
                  </a:cubicBezTo>
                  <a:cubicBezTo>
                    <a:pt x="331464" y="215025"/>
                    <a:pt x="331599" y="216774"/>
                    <a:pt x="331464" y="217211"/>
                  </a:cubicBezTo>
                  <a:cubicBezTo>
                    <a:pt x="331329" y="217648"/>
                    <a:pt x="330724" y="219667"/>
                    <a:pt x="330724" y="219667"/>
                  </a:cubicBezTo>
                  <a:cubicBezTo>
                    <a:pt x="330724" y="219667"/>
                    <a:pt x="328570" y="218792"/>
                    <a:pt x="327695" y="219667"/>
                  </a:cubicBezTo>
                  <a:cubicBezTo>
                    <a:pt x="326820" y="220541"/>
                    <a:pt x="327358" y="220676"/>
                    <a:pt x="325070" y="220811"/>
                  </a:cubicBezTo>
                  <a:cubicBezTo>
                    <a:pt x="322781" y="220945"/>
                    <a:pt x="321031" y="220811"/>
                    <a:pt x="321031" y="220811"/>
                  </a:cubicBezTo>
                  <a:lnTo>
                    <a:pt x="313358" y="221517"/>
                  </a:lnTo>
                  <a:lnTo>
                    <a:pt x="302050" y="218254"/>
                  </a:lnTo>
                  <a:lnTo>
                    <a:pt x="297910" y="219330"/>
                  </a:lnTo>
                  <a:lnTo>
                    <a:pt x="292896" y="223233"/>
                  </a:lnTo>
                  <a:lnTo>
                    <a:pt x="285929" y="223233"/>
                  </a:lnTo>
                  <a:lnTo>
                    <a:pt x="282564" y="220912"/>
                  </a:lnTo>
                  <a:lnTo>
                    <a:pt x="279400" y="218018"/>
                  </a:lnTo>
                  <a:lnTo>
                    <a:pt x="275497" y="218018"/>
                  </a:lnTo>
                  <a:lnTo>
                    <a:pt x="271929" y="218355"/>
                  </a:lnTo>
                  <a:cubicBezTo>
                    <a:pt x="271929" y="218355"/>
                    <a:pt x="271054" y="221180"/>
                    <a:pt x="270617" y="221282"/>
                  </a:cubicBezTo>
                  <a:cubicBezTo>
                    <a:pt x="270179" y="221382"/>
                    <a:pt x="264626" y="219667"/>
                    <a:pt x="264188" y="219667"/>
                  </a:cubicBezTo>
                  <a:cubicBezTo>
                    <a:pt x="263751" y="219667"/>
                    <a:pt x="261462" y="216303"/>
                    <a:pt x="261462" y="215866"/>
                  </a:cubicBezTo>
                  <a:cubicBezTo>
                    <a:pt x="261462" y="215428"/>
                    <a:pt x="258736" y="208801"/>
                    <a:pt x="258434" y="208364"/>
                  </a:cubicBezTo>
                  <a:cubicBezTo>
                    <a:pt x="258097" y="207926"/>
                    <a:pt x="255842" y="203150"/>
                    <a:pt x="255842" y="203150"/>
                  </a:cubicBezTo>
                  <a:lnTo>
                    <a:pt x="252140" y="201199"/>
                  </a:lnTo>
                  <a:lnTo>
                    <a:pt x="251602" y="198171"/>
                  </a:lnTo>
                  <a:lnTo>
                    <a:pt x="247159" y="199147"/>
                  </a:lnTo>
                  <a:cubicBezTo>
                    <a:pt x="247159" y="199147"/>
                    <a:pt x="242044" y="198070"/>
                    <a:pt x="240731" y="198171"/>
                  </a:cubicBezTo>
                  <a:cubicBezTo>
                    <a:pt x="239419" y="198272"/>
                    <a:pt x="234303" y="196422"/>
                    <a:pt x="234303" y="196422"/>
                  </a:cubicBezTo>
                  <a:lnTo>
                    <a:pt x="228414" y="194235"/>
                  </a:lnTo>
                  <a:lnTo>
                    <a:pt x="224274" y="195312"/>
                  </a:lnTo>
                  <a:cubicBezTo>
                    <a:pt x="224274" y="195312"/>
                    <a:pt x="223298" y="198911"/>
                    <a:pt x="223298" y="199214"/>
                  </a:cubicBezTo>
                  <a:cubicBezTo>
                    <a:pt x="223298" y="199550"/>
                    <a:pt x="223736" y="201165"/>
                    <a:pt x="223298" y="201602"/>
                  </a:cubicBezTo>
                  <a:cubicBezTo>
                    <a:pt x="222861" y="202040"/>
                    <a:pt x="222322" y="203890"/>
                    <a:pt x="222322" y="203890"/>
                  </a:cubicBezTo>
                  <a:cubicBezTo>
                    <a:pt x="222322" y="203890"/>
                    <a:pt x="220606" y="204966"/>
                    <a:pt x="220034" y="205303"/>
                  </a:cubicBezTo>
                  <a:cubicBezTo>
                    <a:pt x="219495" y="205639"/>
                    <a:pt x="216332" y="205740"/>
                    <a:pt x="216029" y="206076"/>
                  </a:cubicBezTo>
                  <a:cubicBezTo>
                    <a:pt x="215692" y="206413"/>
                    <a:pt x="213841" y="207926"/>
                    <a:pt x="213101" y="208465"/>
                  </a:cubicBezTo>
                  <a:cubicBezTo>
                    <a:pt x="212327" y="209003"/>
                    <a:pt x="208086" y="211089"/>
                    <a:pt x="208086" y="211089"/>
                  </a:cubicBezTo>
                  <a:lnTo>
                    <a:pt x="206471" y="213275"/>
                  </a:lnTo>
                  <a:lnTo>
                    <a:pt x="201692" y="213713"/>
                  </a:lnTo>
                  <a:lnTo>
                    <a:pt x="199841" y="218489"/>
                  </a:lnTo>
                  <a:lnTo>
                    <a:pt x="197351" y="223804"/>
                  </a:lnTo>
                  <a:cubicBezTo>
                    <a:pt x="197351" y="223804"/>
                    <a:pt x="193346" y="227707"/>
                    <a:pt x="193346" y="228480"/>
                  </a:cubicBezTo>
                  <a:cubicBezTo>
                    <a:pt x="193346" y="229254"/>
                    <a:pt x="192471" y="230667"/>
                    <a:pt x="193346" y="231844"/>
                  </a:cubicBezTo>
                  <a:cubicBezTo>
                    <a:pt x="194221" y="233022"/>
                    <a:pt x="195668" y="234704"/>
                    <a:pt x="195668" y="234704"/>
                  </a:cubicBezTo>
                  <a:lnTo>
                    <a:pt x="194658" y="238337"/>
                  </a:lnTo>
                  <a:lnTo>
                    <a:pt x="190451" y="242676"/>
                  </a:lnTo>
                  <a:lnTo>
                    <a:pt x="187254" y="246747"/>
                  </a:lnTo>
                  <a:lnTo>
                    <a:pt x="186379" y="249943"/>
                  </a:lnTo>
                  <a:lnTo>
                    <a:pt x="188331" y="251322"/>
                  </a:lnTo>
                  <a:lnTo>
                    <a:pt x="188634" y="252566"/>
                  </a:lnTo>
                  <a:lnTo>
                    <a:pt x="187187" y="255257"/>
                  </a:lnTo>
                  <a:lnTo>
                    <a:pt x="184494" y="256637"/>
                  </a:lnTo>
                  <a:lnTo>
                    <a:pt x="185369" y="259833"/>
                  </a:lnTo>
                  <a:lnTo>
                    <a:pt x="188567" y="259833"/>
                  </a:lnTo>
                  <a:lnTo>
                    <a:pt x="188769" y="261716"/>
                  </a:lnTo>
                  <a:lnTo>
                    <a:pt x="187826" y="264105"/>
                  </a:lnTo>
                  <a:lnTo>
                    <a:pt x="186749" y="265989"/>
                  </a:lnTo>
                  <a:lnTo>
                    <a:pt x="186615" y="267872"/>
                  </a:lnTo>
                  <a:lnTo>
                    <a:pt x="187860" y="270261"/>
                  </a:lnTo>
                  <a:cubicBezTo>
                    <a:pt x="187860" y="270261"/>
                    <a:pt x="189004" y="270900"/>
                    <a:pt x="189610" y="271203"/>
                  </a:cubicBezTo>
                  <a:cubicBezTo>
                    <a:pt x="190182" y="271505"/>
                    <a:pt x="191495" y="272279"/>
                    <a:pt x="191798" y="272447"/>
                  </a:cubicBezTo>
                  <a:cubicBezTo>
                    <a:pt x="192067" y="272582"/>
                    <a:pt x="194322" y="274634"/>
                    <a:pt x="194322" y="274634"/>
                  </a:cubicBezTo>
                  <a:lnTo>
                    <a:pt x="195398" y="275576"/>
                  </a:lnTo>
                  <a:lnTo>
                    <a:pt x="195701" y="276821"/>
                  </a:lnTo>
                  <a:cubicBezTo>
                    <a:pt x="195701" y="276821"/>
                    <a:pt x="195634" y="277830"/>
                    <a:pt x="195500" y="278032"/>
                  </a:cubicBezTo>
                  <a:cubicBezTo>
                    <a:pt x="195365" y="278267"/>
                    <a:pt x="193749" y="279478"/>
                    <a:pt x="193749" y="279478"/>
                  </a:cubicBezTo>
                  <a:lnTo>
                    <a:pt x="191798" y="281867"/>
                  </a:lnTo>
                  <a:lnTo>
                    <a:pt x="190889" y="285937"/>
                  </a:lnTo>
                  <a:lnTo>
                    <a:pt x="191225" y="289637"/>
                  </a:lnTo>
                  <a:lnTo>
                    <a:pt x="191225" y="292026"/>
                  </a:lnTo>
                  <a:lnTo>
                    <a:pt x="190519" y="295659"/>
                  </a:lnTo>
                  <a:cubicBezTo>
                    <a:pt x="190519" y="295659"/>
                    <a:pt x="190317" y="297980"/>
                    <a:pt x="190081" y="298283"/>
                  </a:cubicBezTo>
                  <a:cubicBezTo>
                    <a:pt x="189879" y="298585"/>
                    <a:pt x="189274" y="300167"/>
                    <a:pt x="189274" y="300167"/>
                  </a:cubicBezTo>
                  <a:cubicBezTo>
                    <a:pt x="189274" y="300167"/>
                    <a:pt x="189543" y="302925"/>
                    <a:pt x="189644" y="303127"/>
                  </a:cubicBezTo>
                  <a:cubicBezTo>
                    <a:pt x="189711" y="303362"/>
                    <a:pt x="190586" y="304640"/>
                    <a:pt x="190586" y="304640"/>
                  </a:cubicBezTo>
                  <a:cubicBezTo>
                    <a:pt x="190586" y="304640"/>
                    <a:pt x="192774" y="305784"/>
                    <a:pt x="192908" y="306020"/>
                  </a:cubicBezTo>
                  <a:cubicBezTo>
                    <a:pt x="193043" y="306222"/>
                    <a:pt x="197115" y="306659"/>
                    <a:pt x="197115" y="306659"/>
                  </a:cubicBezTo>
                  <a:lnTo>
                    <a:pt x="201255" y="305751"/>
                  </a:lnTo>
                  <a:lnTo>
                    <a:pt x="202500" y="305044"/>
                  </a:lnTo>
                  <a:lnTo>
                    <a:pt x="206033" y="305044"/>
                  </a:lnTo>
                  <a:lnTo>
                    <a:pt x="206942" y="308610"/>
                  </a:lnTo>
                  <a:cubicBezTo>
                    <a:pt x="207009" y="308610"/>
                    <a:pt x="207144" y="308644"/>
                    <a:pt x="207413" y="308745"/>
                  </a:cubicBezTo>
                  <a:cubicBezTo>
                    <a:pt x="208221" y="309047"/>
                    <a:pt x="209668" y="309384"/>
                    <a:pt x="209803" y="309686"/>
                  </a:cubicBezTo>
                  <a:cubicBezTo>
                    <a:pt x="209937" y="309989"/>
                    <a:pt x="210240" y="312580"/>
                    <a:pt x="210240" y="312580"/>
                  </a:cubicBezTo>
                  <a:cubicBezTo>
                    <a:pt x="210240" y="312580"/>
                    <a:pt x="210375" y="316347"/>
                    <a:pt x="210543" y="316650"/>
                  </a:cubicBezTo>
                  <a:cubicBezTo>
                    <a:pt x="210678" y="316953"/>
                    <a:pt x="214010" y="317592"/>
                    <a:pt x="214312" y="317659"/>
                  </a:cubicBezTo>
                  <a:cubicBezTo>
                    <a:pt x="214615" y="317726"/>
                    <a:pt x="218957" y="316280"/>
                    <a:pt x="219091" y="316078"/>
                  </a:cubicBezTo>
                  <a:cubicBezTo>
                    <a:pt x="219226" y="315876"/>
                    <a:pt x="219967" y="314329"/>
                    <a:pt x="220236" y="313689"/>
                  </a:cubicBezTo>
                  <a:cubicBezTo>
                    <a:pt x="220539" y="313050"/>
                    <a:pt x="221683" y="311806"/>
                    <a:pt x="221683" y="311806"/>
                  </a:cubicBezTo>
                  <a:cubicBezTo>
                    <a:pt x="221683" y="311806"/>
                    <a:pt x="220875" y="310864"/>
                    <a:pt x="222322" y="311234"/>
                  </a:cubicBezTo>
                  <a:cubicBezTo>
                    <a:pt x="223769" y="311604"/>
                    <a:pt x="226596" y="313992"/>
                    <a:pt x="226731" y="314262"/>
                  </a:cubicBezTo>
                  <a:cubicBezTo>
                    <a:pt x="226866" y="314564"/>
                    <a:pt x="227875" y="315708"/>
                    <a:pt x="227875" y="315708"/>
                  </a:cubicBezTo>
                  <a:lnTo>
                    <a:pt x="229827" y="315910"/>
                  </a:lnTo>
                  <a:lnTo>
                    <a:pt x="231274" y="315338"/>
                  </a:lnTo>
                  <a:lnTo>
                    <a:pt x="232351" y="314530"/>
                  </a:lnTo>
                  <a:cubicBezTo>
                    <a:pt x="232351" y="314530"/>
                    <a:pt x="236625" y="315540"/>
                    <a:pt x="236928" y="315775"/>
                  </a:cubicBezTo>
                  <a:cubicBezTo>
                    <a:pt x="237231" y="315977"/>
                    <a:pt x="240900" y="317289"/>
                    <a:pt x="241068" y="317659"/>
                  </a:cubicBezTo>
                  <a:cubicBezTo>
                    <a:pt x="241203" y="318029"/>
                    <a:pt x="243457" y="319543"/>
                    <a:pt x="243525" y="319745"/>
                  </a:cubicBezTo>
                  <a:cubicBezTo>
                    <a:pt x="243592" y="319947"/>
                    <a:pt x="245477" y="322570"/>
                    <a:pt x="245847" y="323008"/>
                  </a:cubicBezTo>
                  <a:cubicBezTo>
                    <a:pt x="246217" y="323445"/>
                    <a:pt x="246856" y="325026"/>
                    <a:pt x="247159" y="325598"/>
                  </a:cubicBezTo>
                  <a:cubicBezTo>
                    <a:pt x="247462" y="326170"/>
                    <a:pt x="248977" y="329736"/>
                    <a:pt x="248977" y="329736"/>
                  </a:cubicBezTo>
                  <a:lnTo>
                    <a:pt x="248034" y="333436"/>
                  </a:lnTo>
                  <a:cubicBezTo>
                    <a:pt x="248034" y="333436"/>
                    <a:pt x="250222" y="337506"/>
                    <a:pt x="251232" y="337641"/>
                  </a:cubicBezTo>
                  <a:cubicBezTo>
                    <a:pt x="252241" y="337776"/>
                    <a:pt x="253385" y="336329"/>
                    <a:pt x="253385" y="336329"/>
                  </a:cubicBezTo>
                  <a:lnTo>
                    <a:pt x="254261" y="335320"/>
                  </a:lnTo>
                  <a:lnTo>
                    <a:pt x="256852" y="338347"/>
                  </a:lnTo>
                  <a:lnTo>
                    <a:pt x="261496" y="342687"/>
                  </a:lnTo>
                  <a:lnTo>
                    <a:pt x="263818" y="345008"/>
                  </a:lnTo>
                  <a:lnTo>
                    <a:pt x="266107" y="348338"/>
                  </a:lnTo>
                  <a:lnTo>
                    <a:pt x="268025" y="347968"/>
                  </a:lnTo>
                  <a:cubicBezTo>
                    <a:pt x="268025" y="347968"/>
                    <a:pt x="268833" y="345513"/>
                    <a:pt x="269001" y="345513"/>
                  </a:cubicBezTo>
                  <a:cubicBezTo>
                    <a:pt x="269169" y="345513"/>
                    <a:pt x="269775" y="344806"/>
                    <a:pt x="269977" y="344537"/>
                  </a:cubicBezTo>
                  <a:cubicBezTo>
                    <a:pt x="270179" y="344268"/>
                    <a:pt x="271391" y="342855"/>
                    <a:pt x="271391" y="342855"/>
                  </a:cubicBezTo>
                  <a:cubicBezTo>
                    <a:pt x="271391" y="342855"/>
                    <a:pt x="273410" y="342788"/>
                    <a:pt x="273713" y="342788"/>
                  </a:cubicBezTo>
                  <a:cubicBezTo>
                    <a:pt x="274049" y="342788"/>
                    <a:pt x="276102" y="343595"/>
                    <a:pt x="276271" y="343696"/>
                  </a:cubicBezTo>
                  <a:cubicBezTo>
                    <a:pt x="276439" y="343797"/>
                    <a:pt x="278290" y="345479"/>
                    <a:pt x="278458" y="345647"/>
                  </a:cubicBezTo>
                  <a:cubicBezTo>
                    <a:pt x="278626" y="345816"/>
                    <a:pt x="279501" y="346724"/>
                    <a:pt x="279804" y="347262"/>
                  </a:cubicBezTo>
                  <a:cubicBezTo>
                    <a:pt x="280141" y="347800"/>
                    <a:pt x="281487" y="349213"/>
                    <a:pt x="281992" y="349617"/>
                  </a:cubicBezTo>
                  <a:cubicBezTo>
                    <a:pt x="282497" y="349987"/>
                    <a:pt x="284213" y="351803"/>
                    <a:pt x="284213" y="351803"/>
                  </a:cubicBezTo>
                  <a:cubicBezTo>
                    <a:pt x="284213" y="351803"/>
                    <a:pt x="286064" y="353418"/>
                    <a:pt x="286401" y="353721"/>
                  </a:cubicBezTo>
                  <a:cubicBezTo>
                    <a:pt x="286737" y="353990"/>
                    <a:pt x="291146" y="356715"/>
                    <a:pt x="291146" y="356715"/>
                  </a:cubicBezTo>
                  <a:cubicBezTo>
                    <a:pt x="291146" y="356715"/>
                    <a:pt x="293064" y="359810"/>
                    <a:pt x="292997" y="360112"/>
                  </a:cubicBezTo>
                  <a:cubicBezTo>
                    <a:pt x="292930" y="360415"/>
                    <a:pt x="295756" y="361189"/>
                    <a:pt x="295756" y="361189"/>
                  </a:cubicBezTo>
                  <a:lnTo>
                    <a:pt x="298954" y="360752"/>
                  </a:lnTo>
                  <a:lnTo>
                    <a:pt x="301074" y="360179"/>
                  </a:lnTo>
                  <a:cubicBezTo>
                    <a:pt x="301074" y="360179"/>
                    <a:pt x="306358" y="360752"/>
                    <a:pt x="306593" y="360886"/>
                  </a:cubicBezTo>
                  <a:cubicBezTo>
                    <a:pt x="306795" y="361020"/>
                    <a:pt x="309555" y="361525"/>
                    <a:pt x="309791" y="361828"/>
                  </a:cubicBezTo>
                  <a:cubicBezTo>
                    <a:pt x="309993" y="362131"/>
                    <a:pt x="312247" y="363779"/>
                    <a:pt x="312247" y="363779"/>
                  </a:cubicBezTo>
                  <a:lnTo>
                    <a:pt x="315512" y="366907"/>
                  </a:lnTo>
                  <a:lnTo>
                    <a:pt x="316050" y="367984"/>
                  </a:lnTo>
                  <a:lnTo>
                    <a:pt x="316522" y="371449"/>
                  </a:lnTo>
                  <a:lnTo>
                    <a:pt x="316522" y="373703"/>
                  </a:lnTo>
                  <a:lnTo>
                    <a:pt x="316387" y="375587"/>
                  </a:lnTo>
                  <a:lnTo>
                    <a:pt x="315815" y="377033"/>
                  </a:lnTo>
                  <a:lnTo>
                    <a:pt x="314502" y="378849"/>
                  </a:lnTo>
                  <a:cubicBezTo>
                    <a:pt x="314502" y="378849"/>
                    <a:pt x="312617" y="379220"/>
                    <a:pt x="312617" y="379489"/>
                  </a:cubicBezTo>
                  <a:cubicBezTo>
                    <a:pt x="312617" y="379791"/>
                    <a:pt x="311238" y="381137"/>
                    <a:pt x="311238" y="381137"/>
                  </a:cubicBezTo>
                  <a:lnTo>
                    <a:pt x="310598" y="382584"/>
                  </a:lnTo>
                  <a:cubicBezTo>
                    <a:pt x="310598" y="382584"/>
                    <a:pt x="310228" y="384535"/>
                    <a:pt x="310228" y="384770"/>
                  </a:cubicBezTo>
                  <a:cubicBezTo>
                    <a:pt x="310228" y="385006"/>
                    <a:pt x="311810" y="386957"/>
                    <a:pt x="311810" y="386957"/>
                  </a:cubicBezTo>
                  <a:lnTo>
                    <a:pt x="313324" y="388605"/>
                  </a:lnTo>
                  <a:lnTo>
                    <a:pt x="314670" y="395097"/>
                  </a:lnTo>
                  <a:lnTo>
                    <a:pt x="314872" y="398697"/>
                  </a:lnTo>
                  <a:lnTo>
                    <a:pt x="314771" y="402162"/>
                  </a:lnTo>
                  <a:lnTo>
                    <a:pt x="317161" y="405425"/>
                  </a:lnTo>
                  <a:lnTo>
                    <a:pt x="317935" y="407477"/>
                  </a:lnTo>
                  <a:lnTo>
                    <a:pt x="318271" y="410202"/>
                  </a:lnTo>
                  <a:cubicBezTo>
                    <a:pt x="318271" y="410202"/>
                    <a:pt x="317497" y="411816"/>
                    <a:pt x="317296" y="412691"/>
                  </a:cubicBezTo>
                  <a:cubicBezTo>
                    <a:pt x="317094" y="413566"/>
                    <a:pt x="315781" y="415954"/>
                    <a:pt x="315781" y="415954"/>
                  </a:cubicBezTo>
                  <a:lnTo>
                    <a:pt x="314031" y="416728"/>
                  </a:lnTo>
                  <a:cubicBezTo>
                    <a:pt x="314031" y="416728"/>
                    <a:pt x="311642" y="416526"/>
                    <a:pt x="311305" y="416728"/>
                  </a:cubicBezTo>
                  <a:cubicBezTo>
                    <a:pt x="310968" y="416930"/>
                    <a:pt x="307300" y="416290"/>
                    <a:pt x="306964" y="416728"/>
                  </a:cubicBezTo>
                  <a:cubicBezTo>
                    <a:pt x="306627" y="417165"/>
                    <a:pt x="303800" y="417502"/>
                    <a:pt x="303800" y="417502"/>
                  </a:cubicBezTo>
                  <a:cubicBezTo>
                    <a:pt x="303800" y="417502"/>
                    <a:pt x="302084" y="418713"/>
                    <a:pt x="301747" y="418813"/>
                  </a:cubicBezTo>
                  <a:cubicBezTo>
                    <a:pt x="301410" y="418914"/>
                    <a:pt x="300872" y="419587"/>
                    <a:pt x="300098" y="419789"/>
                  </a:cubicBezTo>
                  <a:cubicBezTo>
                    <a:pt x="299324" y="419991"/>
                    <a:pt x="298348" y="420428"/>
                    <a:pt x="298348" y="421101"/>
                  </a:cubicBezTo>
                  <a:cubicBezTo>
                    <a:pt x="298348" y="421740"/>
                    <a:pt x="297910" y="423388"/>
                    <a:pt x="297910" y="423388"/>
                  </a:cubicBezTo>
                  <a:cubicBezTo>
                    <a:pt x="297910" y="423388"/>
                    <a:pt x="297574" y="425878"/>
                    <a:pt x="297675" y="426416"/>
                  </a:cubicBezTo>
                  <a:cubicBezTo>
                    <a:pt x="297776" y="426954"/>
                    <a:pt x="297574" y="430015"/>
                    <a:pt x="297439" y="430318"/>
                  </a:cubicBezTo>
                  <a:cubicBezTo>
                    <a:pt x="297338" y="430655"/>
                    <a:pt x="297338" y="433043"/>
                    <a:pt x="297338" y="433346"/>
                  </a:cubicBezTo>
                  <a:cubicBezTo>
                    <a:pt x="297338" y="433682"/>
                    <a:pt x="297540" y="435398"/>
                    <a:pt x="297540" y="435398"/>
                  </a:cubicBezTo>
                  <a:lnTo>
                    <a:pt x="297877" y="440275"/>
                  </a:lnTo>
                  <a:lnTo>
                    <a:pt x="297641" y="444413"/>
                  </a:lnTo>
                  <a:lnTo>
                    <a:pt x="299055" y="449156"/>
                  </a:lnTo>
                  <a:cubicBezTo>
                    <a:pt x="299055" y="449156"/>
                    <a:pt x="299930" y="454505"/>
                    <a:pt x="300199" y="455077"/>
                  </a:cubicBezTo>
                  <a:cubicBezTo>
                    <a:pt x="300502" y="455649"/>
                    <a:pt x="304978" y="461031"/>
                    <a:pt x="304978" y="461031"/>
                  </a:cubicBezTo>
                  <a:lnTo>
                    <a:pt x="307300" y="463352"/>
                  </a:lnTo>
                  <a:lnTo>
                    <a:pt x="309319" y="466817"/>
                  </a:lnTo>
                  <a:lnTo>
                    <a:pt x="308175" y="468398"/>
                  </a:lnTo>
                  <a:lnTo>
                    <a:pt x="305113" y="468398"/>
                  </a:lnTo>
                  <a:lnTo>
                    <a:pt x="302353" y="471594"/>
                  </a:lnTo>
                  <a:lnTo>
                    <a:pt x="302487" y="475059"/>
                  </a:lnTo>
                  <a:lnTo>
                    <a:pt x="301040" y="480139"/>
                  </a:lnTo>
                  <a:cubicBezTo>
                    <a:pt x="301040" y="480139"/>
                    <a:pt x="301781" y="483603"/>
                    <a:pt x="302218" y="483771"/>
                  </a:cubicBezTo>
                  <a:cubicBezTo>
                    <a:pt x="302656" y="483906"/>
                    <a:pt x="303531" y="488851"/>
                    <a:pt x="303531" y="488851"/>
                  </a:cubicBezTo>
                  <a:cubicBezTo>
                    <a:pt x="303531" y="488851"/>
                    <a:pt x="301343" y="491744"/>
                    <a:pt x="301209" y="492181"/>
                  </a:cubicBezTo>
                  <a:cubicBezTo>
                    <a:pt x="301074" y="492619"/>
                    <a:pt x="294982" y="492181"/>
                    <a:pt x="294242" y="492181"/>
                  </a:cubicBezTo>
                  <a:cubicBezTo>
                    <a:pt x="293502" y="492181"/>
                    <a:pt x="290776" y="490163"/>
                    <a:pt x="289901" y="490163"/>
                  </a:cubicBezTo>
                  <a:cubicBezTo>
                    <a:pt x="289026" y="490163"/>
                    <a:pt x="287578" y="490600"/>
                    <a:pt x="287141" y="490735"/>
                  </a:cubicBezTo>
                  <a:cubicBezTo>
                    <a:pt x="286703" y="490870"/>
                    <a:pt x="283809" y="492417"/>
                    <a:pt x="282497" y="492383"/>
                  </a:cubicBezTo>
                  <a:cubicBezTo>
                    <a:pt x="281184" y="492316"/>
                    <a:pt x="277852" y="491744"/>
                    <a:pt x="277280" y="491610"/>
                  </a:cubicBezTo>
                  <a:cubicBezTo>
                    <a:pt x="276708" y="491475"/>
                    <a:pt x="273645" y="488279"/>
                    <a:pt x="273645" y="488279"/>
                  </a:cubicBezTo>
                  <a:cubicBezTo>
                    <a:pt x="273645" y="488279"/>
                    <a:pt x="271020" y="487976"/>
                    <a:pt x="270179" y="487842"/>
                  </a:cubicBezTo>
                  <a:cubicBezTo>
                    <a:pt x="269304" y="487707"/>
                    <a:pt x="264390" y="486530"/>
                    <a:pt x="264390" y="486530"/>
                  </a:cubicBezTo>
                  <a:lnTo>
                    <a:pt x="261059" y="489558"/>
                  </a:lnTo>
                  <a:lnTo>
                    <a:pt x="259477" y="492350"/>
                  </a:lnTo>
                  <a:lnTo>
                    <a:pt x="255270" y="493897"/>
                  </a:lnTo>
                  <a:lnTo>
                    <a:pt x="251366" y="495916"/>
                  </a:lnTo>
                  <a:lnTo>
                    <a:pt x="248909" y="497934"/>
                  </a:lnTo>
                  <a:cubicBezTo>
                    <a:pt x="248909" y="497934"/>
                    <a:pt x="246150" y="496185"/>
                    <a:pt x="245578" y="496050"/>
                  </a:cubicBezTo>
                  <a:cubicBezTo>
                    <a:pt x="245006" y="495916"/>
                    <a:pt x="242111" y="493292"/>
                    <a:pt x="241236" y="493157"/>
                  </a:cubicBezTo>
                  <a:cubicBezTo>
                    <a:pt x="240361" y="493022"/>
                    <a:pt x="233260" y="491845"/>
                    <a:pt x="233260" y="491845"/>
                  </a:cubicBezTo>
                  <a:lnTo>
                    <a:pt x="229053" y="488515"/>
                  </a:lnTo>
                  <a:lnTo>
                    <a:pt x="224409" y="485184"/>
                  </a:lnTo>
                  <a:lnTo>
                    <a:pt x="222221" y="486496"/>
                  </a:lnTo>
                  <a:lnTo>
                    <a:pt x="222356" y="489961"/>
                  </a:lnTo>
                  <a:lnTo>
                    <a:pt x="224106" y="493594"/>
                  </a:lnTo>
                  <a:lnTo>
                    <a:pt x="224409" y="497934"/>
                  </a:lnTo>
                  <a:cubicBezTo>
                    <a:pt x="224409" y="497934"/>
                    <a:pt x="224409" y="500120"/>
                    <a:pt x="223837" y="500255"/>
                  </a:cubicBezTo>
                  <a:cubicBezTo>
                    <a:pt x="223265" y="500389"/>
                    <a:pt x="219765" y="499111"/>
                    <a:pt x="219765" y="499111"/>
                  </a:cubicBezTo>
                  <a:lnTo>
                    <a:pt x="215692" y="497362"/>
                  </a:lnTo>
                  <a:lnTo>
                    <a:pt x="215558" y="501701"/>
                  </a:lnTo>
                  <a:cubicBezTo>
                    <a:pt x="215558" y="501701"/>
                    <a:pt x="217005" y="505032"/>
                    <a:pt x="217308" y="505906"/>
                  </a:cubicBezTo>
                  <a:cubicBezTo>
                    <a:pt x="217611" y="506781"/>
                    <a:pt x="221817" y="509809"/>
                    <a:pt x="221817" y="509809"/>
                  </a:cubicBezTo>
                  <a:lnTo>
                    <a:pt x="224409" y="511255"/>
                  </a:lnTo>
                  <a:lnTo>
                    <a:pt x="226563" y="513442"/>
                  </a:lnTo>
                  <a:lnTo>
                    <a:pt x="228313" y="517209"/>
                  </a:lnTo>
                  <a:lnTo>
                    <a:pt x="231342" y="519665"/>
                  </a:lnTo>
                  <a:lnTo>
                    <a:pt x="236558" y="518084"/>
                  </a:lnTo>
                  <a:lnTo>
                    <a:pt x="238005" y="514619"/>
                  </a:lnTo>
                  <a:lnTo>
                    <a:pt x="243053" y="519699"/>
                  </a:lnTo>
                  <a:cubicBezTo>
                    <a:pt x="243053" y="519699"/>
                    <a:pt x="243491" y="521280"/>
                    <a:pt x="242784" y="521583"/>
                  </a:cubicBezTo>
                  <a:cubicBezTo>
                    <a:pt x="242044" y="521885"/>
                    <a:pt x="242347" y="521583"/>
                    <a:pt x="240597" y="522592"/>
                  </a:cubicBezTo>
                  <a:cubicBezTo>
                    <a:pt x="238847" y="523601"/>
                    <a:pt x="238443" y="524476"/>
                    <a:pt x="236525" y="524778"/>
                  </a:cubicBezTo>
                  <a:cubicBezTo>
                    <a:pt x="234640" y="525081"/>
                    <a:pt x="232890" y="525216"/>
                    <a:pt x="231443" y="525788"/>
                  </a:cubicBezTo>
                  <a:cubicBezTo>
                    <a:pt x="229996" y="526359"/>
                    <a:pt x="229255" y="526931"/>
                    <a:pt x="227101" y="527234"/>
                  </a:cubicBezTo>
                  <a:cubicBezTo>
                    <a:pt x="224914" y="527537"/>
                    <a:pt x="223029" y="527234"/>
                    <a:pt x="223029" y="527234"/>
                  </a:cubicBezTo>
                  <a:lnTo>
                    <a:pt x="219832" y="529555"/>
                  </a:lnTo>
                  <a:lnTo>
                    <a:pt x="216130" y="531136"/>
                  </a:lnTo>
                  <a:lnTo>
                    <a:pt x="213740" y="528815"/>
                  </a:lnTo>
                  <a:lnTo>
                    <a:pt x="213740" y="526629"/>
                  </a:lnTo>
                  <a:lnTo>
                    <a:pt x="210409" y="524610"/>
                  </a:lnTo>
                  <a:lnTo>
                    <a:pt x="207380" y="524913"/>
                  </a:lnTo>
                  <a:lnTo>
                    <a:pt x="207110" y="528681"/>
                  </a:lnTo>
                  <a:lnTo>
                    <a:pt x="206235" y="531708"/>
                  </a:lnTo>
                  <a:lnTo>
                    <a:pt x="203038" y="534466"/>
                  </a:lnTo>
                  <a:cubicBezTo>
                    <a:pt x="203038" y="534466"/>
                    <a:pt x="197956" y="533726"/>
                    <a:pt x="197519" y="534466"/>
                  </a:cubicBezTo>
                  <a:cubicBezTo>
                    <a:pt x="197081" y="535207"/>
                    <a:pt x="193480" y="535207"/>
                    <a:pt x="193480" y="535207"/>
                  </a:cubicBezTo>
                  <a:lnTo>
                    <a:pt x="187692" y="531573"/>
                  </a:lnTo>
                  <a:lnTo>
                    <a:pt x="185067" y="529118"/>
                  </a:lnTo>
                  <a:lnTo>
                    <a:pt x="181432" y="529824"/>
                  </a:lnTo>
                  <a:lnTo>
                    <a:pt x="180422" y="535173"/>
                  </a:lnTo>
                  <a:lnTo>
                    <a:pt x="179413" y="537931"/>
                  </a:lnTo>
                  <a:lnTo>
                    <a:pt x="175509" y="537057"/>
                  </a:lnTo>
                  <a:lnTo>
                    <a:pt x="170158" y="533424"/>
                  </a:lnTo>
                  <a:lnTo>
                    <a:pt x="165951" y="528344"/>
                  </a:lnTo>
                  <a:lnTo>
                    <a:pt x="164066" y="524005"/>
                  </a:lnTo>
                  <a:cubicBezTo>
                    <a:pt x="164066" y="524005"/>
                    <a:pt x="167398" y="521986"/>
                    <a:pt x="167398" y="521549"/>
                  </a:cubicBezTo>
                  <a:cubicBezTo>
                    <a:pt x="167398" y="521112"/>
                    <a:pt x="165210" y="519093"/>
                    <a:pt x="163494" y="517916"/>
                  </a:cubicBezTo>
                  <a:cubicBezTo>
                    <a:pt x="161744" y="516738"/>
                    <a:pt x="158143" y="515292"/>
                    <a:pt x="158143" y="515292"/>
                  </a:cubicBezTo>
                  <a:cubicBezTo>
                    <a:pt x="158143" y="515292"/>
                    <a:pt x="154946" y="511087"/>
                    <a:pt x="154374" y="511087"/>
                  </a:cubicBezTo>
                  <a:cubicBezTo>
                    <a:pt x="153801" y="511087"/>
                    <a:pt x="147272" y="510650"/>
                    <a:pt x="147272" y="510650"/>
                  </a:cubicBezTo>
                  <a:lnTo>
                    <a:pt x="139868" y="510952"/>
                  </a:lnTo>
                  <a:lnTo>
                    <a:pt x="137277" y="513139"/>
                  </a:lnTo>
                  <a:lnTo>
                    <a:pt x="133508" y="514451"/>
                  </a:lnTo>
                  <a:lnTo>
                    <a:pt x="127551" y="512130"/>
                  </a:lnTo>
                  <a:lnTo>
                    <a:pt x="121628" y="513576"/>
                  </a:lnTo>
                  <a:lnTo>
                    <a:pt x="112339" y="513711"/>
                  </a:lnTo>
                  <a:lnTo>
                    <a:pt x="111262" y="515897"/>
                  </a:lnTo>
                  <a:cubicBezTo>
                    <a:pt x="111262" y="515897"/>
                    <a:pt x="109445" y="520237"/>
                    <a:pt x="109445" y="521246"/>
                  </a:cubicBezTo>
                  <a:cubicBezTo>
                    <a:pt x="109445" y="522255"/>
                    <a:pt x="109445" y="524879"/>
                    <a:pt x="109445" y="524879"/>
                  </a:cubicBezTo>
                  <a:lnTo>
                    <a:pt x="110185" y="530531"/>
                  </a:lnTo>
                  <a:cubicBezTo>
                    <a:pt x="110185" y="530531"/>
                    <a:pt x="111195" y="532112"/>
                    <a:pt x="111498" y="532549"/>
                  </a:cubicBezTo>
                  <a:cubicBezTo>
                    <a:pt x="111801" y="532986"/>
                    <a:pt x="114695" y="536619"/>
                    <a:pt x="114695" y="536619"/>
                  </a:cubicBezTo>
                  <a:lnTo>
                    <a:pt x="115873" y="537931"/>
                  </a:lnTo>
                  <a:lnTo>
                    <a:pt x="116445" y="540555"/>
                  </a:lnTo>
                  <a:cubicBezTo>
                    <a:pt x="116445" y="540555"/>
                    <a:pt x="116580" y="541565"/>
                    <a:pt x="116580" y="542136"/>
                  </a:cubicBezTo>
                  <a:cubicBezTo>
                    <a:pt x="116580" y="542708"/>
                    <a:pt x="116142" y="544895"/>
                    <a:pt x="116142" y="544895"/>
                  </a:cubicBezTo>
                  <a:lnTo>
                    <a:pt x="116007" y="546476"/>
                  </a:lnTo>
                  <a:lnTo>
                    <a:pt x="115132" y="547620"/>
                  </a:lnTo>
                  <a:cubicBezTo>
                    <a:pt x="115132" y="547620"/>
                    <a:pt x="113382" y="548360"/>
                    <a:pt x="112676" y="548360"/>
                  </a:cubicBezTo>
                  <a:cubicBezTo>
                    <a:pt x="111969" y="548360"/>
                    <a:pt x="110791" y="548225"/>
                    <a:pt x="109478" y="548360"/>
                  </a:cubicBezTo>
                  <a:cubicBezTo>
                    <a:pt x="108166" y="548494"/>
                    <a:pt x="107459" y="547620"/>
                    <a:pt x="106887" y="548360"/>
                  </a:cubicBezTo>
                  <a:cubicBezTo>
                    <a:pt x="106315" y="549066"/>
                    <a:pt x="104430" y="549806"/>
                    <a:pt x="104430" y="549806"/>
                  </a:cubicBezTo>
                  <a:lnTo>
                    <a:pt x="102983" y="551387"/>
                  </a:lnTo>
                  <a:lnTo>
                    <a:pt x="102243" y="552262"/>
                  </a:lnTo>
                  <a:lnTo>
                    <a:pt x="100661" y="554718"/>
                  </a:lnTo>
                  <a:cubicBezTo>
                    <a:pt x="100661" y="554718"/>
                    <a:pt x="100358" y="556030"/>
                    <a:pt x="99920" y="556467"/>
                  </a:cubicBezTo>
                  <a:cubicBezTo>
                    <a:pt x="99483" y="556904"/>
                    <a:pt x="98036" y="559225"/>
                    <a:pt x="98036" y="559225"/>
                  </a:cubicBezTo>
                  <a:lnTo>
                    <a:pt x="97296" y="562421"/>
                  </a:lnTo>
                  <a:lnTo>
                    <a:pt x="97296" y="564877"/>
                  </a:lnTo>
                  <a:lnTo>
                    <a:pt x="97296" y="568342"/>
                  </a:lnTo>
                  <a:lnTo>
                    <a:pt x="96420" y="571235"/>
                  </a:lnTo>
                  <a:lnTo>
                    <a:pt x="97161" y="574430"/>
                  </a:lnTo>
                  <a:lnTo>
                    <a:pt x="99483" y="576617"/>
                  </a:lnTo>
                  <a:cubicBezTo>
                    <a:pt x="99483" y="576617"/>
                    <a:pt x="100055" y="576751"/>
                    <a:pt x="101671" y="576617"/>
                  </a:cubicBezTo>
                  <a:cubicBezTo>
                    <a:pt x="103252" y="576482"/>
                    <a:pt x="103252" y="575473"/>
                    <a:pt x="103690" y="575305"/>
                  </a:cubicBezTo>
                  <a:cubicBezTo>
                    <a:pt x="104127" y="575171"/>
                    <a:pt x="106887" y="576684"/>
                    <a:pt x="106887" y="576684"/>
                  </a:cubicBezTo>
                  <a:lnTo>
                    <a:pt x="109781" y="579073"/>
                  </a:lnTo>
                  <a:cubicBezTo>
                    <a:pt x="109781" y="579073"/>
                    <a:pt x="112978" y="580822"/>
                    <a:pt x="113551" y="580822"/>
                  </a:cubicBezTo>
                  <a:cubicBezTo>
                    <a:pt x="114123" y="580822"/>
                    <a:pt x="116310" y="582403"/>
                    <a:pt x="116310" y="582403"/>
                  </a:cubicBezTo>
                  <a:cubicBezTo>
                    <a:pt x="116310" y="582403"/>
                    <a:pt x="118195" y="586608"/>
                    <a:pt x="118330" y="587045"/>
                  </a:cubicBezTo>
                  <a:cubicBezTo>
                    <a:pt x="118464" y="587483"/>
                    <a:pt x="122099" y="591822"/>
                    <a:pt x="122099" y="591822"/>
                  </a:cubicBezTo>
                  <a:lnTo>
                    <a:pt x="124286" y="593269"/>
                  </a:lnTo>
                  <a:lnTo>
                    <a:pt x="126036" y="595186"/>
                  </a:lnTo>
                  <a:lnTo>
                    <a:pt x="128964" y="597675"/>
                  </a:lnTo>
                  <a:cubicBezTo>
                    <a:pt x="128964" y="597675"/>
                    <a:pt x="128729" y="600266"/>
                    <a:pt x="128729" y="600703"/>
                  </a:cubicBezTo>
                  <a:cubicBezTo>
                    <a:pt x="128729" y="601140"/>
                    <a:pt x="128190" y="602721"/>
                    <a:pt x="127753" y="602822"/>
                  </a:cubicBezTo>
                  <a:cubicBezTo>
                    <a:pt x="127315" y="602923"/>
                    <a:pt x="125565" y="603966"/>
                    <a:pt x="125565" y="603966"/>
                  </a:cubicBezTo>
                  <a:lnTo>
                    <a:pt x="122536" y="603966"/>
                  </a:lnTo>
                  <a:lnTo>
                    <a:pt x="117320" y="603966"/>
                  </a:lnTo>
                  <a:cubicBezTo>
                    <a:pt x="117320" y="603966"/>
                    <a:pt x="116546" y="604504"/>
                    <a:pt x="115368" y="605043"/>
                  </a:cubicBezTo>
                  <a:cubicBezTo>
                    <a:pt x="114190" y="605581"/>
                    <a:pt x="112440" y="606354"/>
                    <a:pt x="112103" y="606556"/>
                  </a:cubicBezTo>
                  <a:cubicBezTo>
                    <a:pt x="111767" y="606758"/>
                    <a:pt x="111027" y="607330"/>
                    <a:pt x="110690" y="607633"/>
                  </a:cubicBezTo>
                  <a:cubicBezTo>
                    <a:pt x="110354" y="607969"/>
                    <a:pt x="107762" y="609247"/>
                    <a:pt x="107762" y="609247"/>
                  </a:cubicBezTo>
                  <a:lnTo>
                    <a:pt x="107762" y="611737"/>
                  </a:lnTo>
                  <a:cubicBezTo>
                    <a:pt x="107762" y="611737"/>
                    <a:pt x="107964" y="612073"/>
                    <a:pt x="109613" y="612376"/>
                  </a:cubicBezTo>
                  <a:cubicBezTo>
                    <a:pt x="111262" y="612712"/>
                    <a:pt x="113416" y="613452"/>
                    <a:pt x="114055" y="613452"/>
                  </a:cubicBezTo>
                  <a:cubicBezTo>
                    <a:pt x="114695" y="613452"/>
                    <a:pt x="117320" y="614663"/>
                    <a:pt x="117656" y="615067"/>
                  </a:cubicBezTo>
                  <a:cubicBezTo>
                    <a:pt x="117993" y="615504"/>
                    <a:pt x="119171" y="616278"/>
                    <a:pt x="119507" y="616480"/>
                  </a:cubicBezTo>
                  <a:cubicBezTo>
                    <a:pt x="119844" y="616682"/>
                    <a:pt x="120820" y="617792"/>
                    <a:pt x="120820" y="618969"/>
                  </a:cubicBezTo>
                  <a:cubicBezTo>
                    <a:pt x="120820" y="620180"/>
                    <a:pt x="121358" y="620920"/>
                    <a:pt x="120181" y="621257"/>
                  </a:cubicBezTo>
                  <a:cubicBezTo>
                    <a:pt x="118969" y="621593"/>
                    <a:pt x="117118" y="622131"/>
                    <a:pt x="116277" y="622031"/>
                  </a:cubicBezTo>
                  <a:cubicBezTo>
                    <a:pt x="115402" y="621929"/>
                    <a:pt x="112373" y="622031"/>
                    <a:pt x="112373" y="622031"/>
                  </a:cubicBezTo>
                  <a:cubicBezTo>
                    <a:pt x="112373" y="622031"/>
                    <a:pt x="111498" y="622872"/>
                    <a:pt x="110522" y="623443"/>
                  </a:cubicBezTo>
                  <a:cubicBezTo>
                    <a:pt x="109546" y="623982"/>
                    <a:pt x="109108" y="625394"/>
                    <a:pt x="109108" y="625394"/>
                  </a:cubicBezTo>
                  <a:lnTo>
                    <a:pt x="106079" y="628994"/>
                  </a:lnTo>
                  <a:lnTo>
                    <a:pt x="103791" y="631618"/>
                  </a:lnTo>
                  <a:cubicBezTo>
                    <a:pt x="103791" y="631618"/>
                    <a:pt x="101300" y="633233"/>
                    <a:pt x="101300" y="633670"/>
                  </a:cubicBezTo>
                  <a:cubicBezTo>
                    <a:pt x="101300" y="634107"/>
                    <a:pt x="100964" y="637269"/>
                    <a:pt x="100863" y="637706"/>
                  </a:cubicBezTo>
                  <a:cubicBezTo>
                    <a:pt x="100762" y="638144"/>
                    <a:pt x="100526" y="641710"/>
                    <a:pt x="100863" y="642921"/>
                  </a:cubicBezTo>
                  <a:cubicBezTo>
                    <a:pt x="101199" y="644098"/>
                    <a:pt x="102815" y="648909"/>
                    <a:pt x="102815" y="648909"/>
                  </a:cubicBezTo>
                  <a:lnTo>
                    <a:pt x="104868" y="651734"/>
                  </a:lnTo>
                  <a:lnTo>
                    <a:pt x="105945" y="652609"/>
                  </a:lnTo>
                  <a:cubicBezTo>
                    <a:pt x="105945" y="652609"/>
                    <a:pt x="106820" y="654661"/>
                    <a:pt x="106820" y="655098"/>
                  </a:cubicBezTo>
                  <a:cubicBezTo>
                    <a:pt x="106820" y="655535"/>
                    <a:pt x="106046" y="658462"/>
                    <a:pt x="106046" y="658899"/>
                  </a:cubicBezTo>
                  <a:cubicBezTo>
                    <a:pt x="106046" y="659337"/>
                    <a:pt x="106046" y="662163"/>
                    <a:pt x="106046" y="662163"/>
                  </a:cubicBezTo>
                  <a:lnTo>
                    <a:pt x="106921" y="664988"/>
                  </a:lnTo>
                  <a:lnTo>
                    <a:pt x="108772" y="666300"/>
                  </a:lnTo>
                  <a:cubicBezTo>
                    <a:pt x="108772" y="666300"/>
                    <a:pt x="109108" y="666637"/>
                    <a:pt x="108435" y="667713"/>
                  </a:cubicBezTo>
                  <a:cubicBezTo>
                    <a:pt x="107796" y="668789"/>
                    <a:pt x="106382" y="671514"/>
                    <a:pt x="106382" y="671952"/>
                  </a:cubicBezTo>
                  <a:cubicBezTo>
                    <a:pt x="106382" y="672389"/>
                    <a:pt x="107897" y="673802"/>
                    <a:pt x="109310" y="673465"/>
                  </a:cubicBezTo>
                  <a:cubicBezTo>
                    <a:pt x="110724" y="673129"/>
                    <a:pt x="114089" y="673028"/>
                    <a:pt x="114089" y="673028"/>
                  </a:cubicBezTo>
                  <a:lnTo>
                    <a:pt x="116378" y="675316"/>
                  </a:lnTo>
                  <a:cubicBezTo>
                    <a:pt x="116378" y="675316"/>
                    <a:pt x="117017" y="679319"/>
                    <a:pt x="117017" y="679655"/>
                  </a:cubicBezTo>
                  <a:cubicBezTo>
                    <a:pt x="117017" y="679992"/>
                    <a:pt x="116243" y="683019"/>
                    <a:pt x="115806" y="683995"/>
                  </a:cubicBezTo>
                  <a:cubicBezTo>
                    <a:pt x="115368" y="684970"/>
                    <a:pt x="113955" y="686181"/>
                    <a:pt x="113854" y="687258"/>
                  </a:cubicBezTo>
                  <a:cubicBezTo>
                    <a:pt x="113753" y="688334"/>
                    <a:pt x="112204" y="689444"/>
                    <a:pt x="112204" y="689444"/>
                  </a:cubicBezTo>
                  <a:cubicBezTo>
                    <a:pt x="112204" y="689444"/>
                    <a:pt x="111868" y="689781"/>
                    <a:pt x="111430" y="690083"/>
                  </a:cubicBezTo>
                  <a:cubicBezTo>
                    <a:pt x="110993" y="690420"/>
                    <a:pt x="110118" y="691160"/>
                    <a:pt x="108839" y="691160"/>
                  </a:cubicBezTo>
                  <a:cubicBezTo>
                    <a:pt x="107526" y="691160"/>
                    <a:pt x="106113" y="690723"/>
                    <a:pt x="105474" y="689848"/>
                  </a:cubicBezTo>
                  <a:cubicBezTo>
                    <a:pt x="104834" y="688973"/>
                    <a:pt x="103723" y="687460"/>
                    <a:pt x="103421" y="687460"/>
                  </a:cubicBezTo>
                  <a:cubicBezTo>
                    <a:pt x="103084" y="687460"/>
                    <a:pt x="102646" y="687123"/>
                    <a:pt x="102546" y="686686"/>
                  </a:cubicBezTo>
                  <a:cubicBezTo>
                    <a:pt x="102445" y="686248"/>
                    <a:pt x="102007" y="684196"/>
                    <a:pt x="102007" y="683759"/>
                  </a:cubicBezTo>
                  <a:cubicBezTo>
                    <a:pt x="102007" y="683322"/>
                    <a:pt x="101906" y="681573"/>
                    <a:pt x="101805" y="681270"/>
                  </a:cubicBezTo>
                  <a:cubicBezTo>
                    <a:pt x="101704" y="680934"/>
                    <a:pt x="101570" y="680631"/>
                    <a:pt x="101570" y="680193"/>
                  </a:cubicBezTo>
                  <a:cubicBezTo>
                    <a:pt x="101570" y="679756"/>
                    <a:pt x="101334" y="677906"/>
                    <a:pt x="101031" y="677704"/>
                  </a:cubicBezTo>
                  <a:cubicBezTo>
                    <a:pt x="100695" y="677502"/>
                    <a:pt x="99820" y="675854"/>
                    <a:pt x="98843" y="676729"/>
                  </a:cubicBezTo>
                  <a:cubicBezTo>
                    <a:pt x="97868" y="677603"/>
                    <a:pt x="97868" y="677502"/>
                    <a:pt x="96993" y="678141"/>
                  </a:cubicBezTo>
                  <a:cubicBezTo>
                    <a:pt x="96117" y="678781"/>
                    <a:pt x="96117" y="679218"/>
                    <a:pt x="95243" y="680193"/>
                  </a:cubicBezTo>
                  <a:cubicBezTo>
                    <a:pt x="94368" y="681169"/>
                    <a:pt x="94031" y="681270"/>
                    <a:pt x="93627" y="682044"/>
                  </a:cubicBezTo>
                  <a:cubicBezTo>
                    <a:pt x="93190" y="682817"/>
                    <a:pt x="91440" y="682683"/>
                    <a:pt x="91137" y="682683"/>
                  </a:cubicBezTo>
                  <a:cubicBezTo>
                    <a:pt x="90800" y="682683"/>
                    <a:pt x="90497" y="682044"/>
                    <a:pt x="89050" y="681808"/>
                  </a:cubicBezTo>
                  <a:cubicBezTo>
                    <a:pt x="87637" y="681573"/>
                    <a:pt x="87199" y="681169"/>
                    <a:pt x="86122" y="681169"/>
                  </a:cubicBezTo>
                  <a:cubicBezTo>
                    <a:pt x="85045" y="681169"/>
                    <a:pt x="83632" y="681505"/>
                    <a:pt x="83632" y="681505"/>
                  </a:cubicBezTo>
                  <a:cubicBezTo>
                    <a:pt x="83632" y="681505"/>
                    <a:pt x="81444" y="682279"/>
                    <a:pt x="81007" y="683154"/>
                  </a:cubicBezTo>
                  <a:cubicBezTo>
                    <a:pt x="80569" y="684028"/>
                    <a:pt x="81007" y="684028"/>
                    <a:pt x="80031" y="684230"/>
                  </a:cubicBezTo>
                  <a:cubicBezTo>
                    <a:pt x="79055" y="684432"/>
                    <a:pt x="75151" y="682178"/>
                    <a:pt x="75151" y="682178"/>
                  </a:cubicBezTo>
                  <a:lnTo>
                    <a:pt x="73098" y="679790"/>
                  </a:lnTo>
                  <a:cubicBezTo>
                    <a:pt x="73098" y="679790"/>
                    <a:pt x="71247" y="677940"/>
                    <a:pt x="70910" y="677940"/>
                  </a:cubicBezTo>
                  <a:cubicBezTo>
                    <a:pt x="70574" y="677940"/>
                    <a:pt x="69059" y="675450"/>
                    <a:pt x="69059" y="675450"/>
                  </a:cubicBezTo>
                  <a:lnTo>
                    <a:pt x="65155" y="675248"/>
                  </a:lnTo>
                  <a:lnTo>
                    <a:pt x="63641" y="676560"/>
                  </a:lnTo>
                  <a:cubicBezTo>
                    <a:pt x="63641" y="676560"/>
                    <a:pt x="61689" y="678949"/>
                    <a:pt x="61352" y="679050"/>
                  </a:cubicBezTo>
                  <a:cubicBezTo>
                    <a:pt x="61016" y="679151"/>
                    <a:pt x="59501" y="680799"/>
                    <a:pt x="59400" y="681102"/>
                  </a:cubicBezTo>
                  <a:cubicBezTo>
                    <a:pt x="59299" y="681438"/>
                    <a:pt x="57549" y="682414"/>
                    <a:pt x="56237" y="682716"/>
                  </a:cubicBezTo>
                  <a:cubicBezTo>
                    <a:pt x="54924" y="683053"/>
                    <a:pt x="51559" y="684566"/>
                    <a:pt x="51559" y="684566"/>
                  </a:cubicBezTo>
                  <a:cubicBezTo>
                    <a:pt x="51559" y="684566"/>
                    <a:pt x="50044" y="685744"/>
                    <a:pt x="50044" y="686417"/>
                  </a:cubicBezTo>
                  <a:cubicBezTo>
                    <a:pt x="50044" y="687056"/>
                    <a:pt x="48968" y="689343"/>
                    <a:pt x="48833" y="689680"/>
                  </a:cubicBezTo>
                  <a:cubicBezTo>
                    <a:pt x="48732" y="690016"/>
                    <a:pt x="47857" y="693380"/>
                    <a:pt x="47857" y="693380"/>
                  </a:cubicBezTo>
                  <a:lnTo>
                    <a:pt x="46881" y="697518"/>
                  </a:lnTo>
                  <a:lnTo>
                    <a:pt x="46881" y="702160"/>
                  </a:lnTo>
                  <a:cubicBezTo>
                    <a:pt x="46881" y="702160"/>
                    <a:pt x="44491" y="702496"/>
                    <a:pt x="43717" y="703035"/>
                  </a:cubicBezTo>
                  <a:cubicBezTo>
                    <a:pt x="42943" y="703573"/>
                    <a:pt x="38501" y="704986"/>
                    <a:pt x="38164" y="705322"/>
                  </a:cubicBezTo>
                  <a:cubicBezTo>
                    <a:pt x="37828" y="705659"/>
                    <a:pt x="36112" y="705659"/>
                    <a:pt x="35775" y="706399"/>
                  </a:cubicBezTo>
                  <a:cubicBezTo>
                    <a:pt x="35438" y="707172"/>
                    <a:pt x="35135" y="708585"/>
                    <a:pt x="35236" y="709124"/>
                  </a:cubicBezTo>
                  <a:cubicBezTo>
                    <a:pt x="35337" y="709662"/>
                    <a:pt x="35102" y="711613"/>
                    <a:pt x="35236" y="712488"/>
                  </a:cubicBezTo>
                  <a:cubicBezTo>
                    <a:pt x="35371" y="713362"/>
                    <a:pt x="34933" y="714338"/>
                    <a:pt x="36010" y="715111"/>
                  </a:cubicBezTo>
                  <a:cubicBezTo>
                    <a:pt x="37087" y="715885"/>
                    <a:pt x="40049" y="716961"/>
                    <a:pt x="40352" y="717062"/>
                  </a:cubicBezTo>
                  <a:cubicBezTo>
                    <a:pt x="40688" y="717163"/>
                    <a:pt x="41126" y="717500"/>
                    <a:pt x="42539" y="717601"/>
                  </a:cubicBezTo>
                  <a:cubicBezTo>
                    <a:pt x="43953" y="717702"/>
                    <a:pt x="46443" y="717601"/>
                    <a:pt x="46443" y="717601"/>
                  </a:cubicBezTo>
                  <a:lnTo>
                    <a:pt x="49809" y="719787"/>
                  </a:lnTo>
                  <a:lnTo>
                    <a:pt x="52535" y="720931"/>
                  </a:lnTo>
                  <a:lnTo>
                    <a:pt x="53174" y="722176"/>
                  </a:lnTo>
                  <a:lnTo>
                    <a:pt x="54722" y="722176"/>
                  </a:lnTo>
                  <a:lnTo>
                    <a:pt x="57448" y="721301"/>
                  </a:lnTo>
                  <a:cubicBezTo>
                    <a:pt x="57448" y="721301"/>
                    <a:pt x="58088" y="721200"/>
                    <a:pt x="58761" y="721301"/>
                  </a:cubicBezTo>
                  <a:cubicBezTo>
                    <a:pt x="59400" y="721402"/>
                    <a:pt x="62126" y="722277"/>
                    <a:pt x="62564" y="722176"/>
                  </a:cubicBezTo>
                  <a:cubicBezTo>
                    <a:pt x="63001" y="722075"/>
                    <a:pt x="64314" y="725237"/>
                    <a:pt x="64314" y="725237"/>
                  </a:cubicBezTo>
                  <a:cubicBezTo>
                    <a:pt x="64314" y="725237"/>
                    <a:pt x="64314" y="726885"/>
                    <a:pt x="63775" y="727188"/>
                  </a:cubicBezTo>
                  <a:cubicBezTo>
                    <a:pt x="63237" y="727524"/>
                    <a:pt x="60949" y="727726"/>
                    <a:pt x="60949" y="727726"/>
                  </a:cubicBezTo>
                  <a:cubicBezTo>
                    <a:pt x="60949" y="727726"/>
                    <a:pt x="59199" y="727087"/>
                    <a:pt x="58896" y="727087"/>
                  </a:cubicBezTo>
                  <a:cubicBezTo>
                    <a:pt x="58559" y="727087"/>
                    <a:pt x="57381" y="726650"/>
                    <a:pt x="56708" y="727087"/>
                  </a:cubicBezTo>
                  <a:cubicBezTo>
                    <a:pt x="56069" y="727524"/>
                    <a:pt x="54319" y="728063"/>
                    <a:pt x="53982" y="728500"/>
                  </a:cubicBezTo>
                  <a:cubicBezTo>
                    <a:pt x="53645" y="728937"/>
                    <a:pt x="53006" y="728937"/>
                    <a:pt x="52804" y="729576"/>
                  </a:cubicBezTo>
                  <a:cubicBezTo>
                    <a:pt x="52602" y="730215"/>
                    <a:pt x="52468" y="731326"/>
                    <a:pt x="52367" y="732503"/>
                  </a:cubicBezTo>
                  <a:cubicBezTo>
                    <a:pt x="52266" y="733680"/>
                    <a:pt x="52266" y="736102"/>
                    <a:pt x="52266" y="736102"/>
                  </a:cubicBezTo>
                  <a:lnTo>
                    <a:pt x="52905" y="742191"/>
                  </a:lnTo>
                  <a:cubicBezTo>
                    <a:pt x="52905" y="742191"/>
                    <a:pt x="52468" y="743369"/>
                    <a:pt x="52468" y="743806"/>
                  </a:cubicBezTo>
                  <a:cubicBezTo>
                    <a:pt x="52468" y="744243"/>
                    <a:pt x="51694" y="747271"/>
                    <a:pt x="51694" y="747271"/>
                  </a:cubicBezTo>
                  <a:lnTo>
                    <a:pt x="51256" y="748684"/>
                  </a:lnTo>
                  <a:lnTo>
                    <a:pt x="44290" y="753461"/>
                  </a:lnTo>
                  <a:lnTo>
                    <a:pt x="37323" y="754537"/>
                  </a:lnTo>
                  <a:lnTo>
                    <a:pt x="31905" y="758877"/>
                  </a:lnTo>
                  <a:lnTo>
                    <a:pt x="26688" y="761063"/>
                  </a:lnTo>
                  <a:lnTo>
                    <a:pt x="19957" y="756724"/>
                  </a:lnTo>
                  <a:lnTo>
                    <a:pt x="13226" y="759112"/>
                  </a:lnTo>
                  <a:lnTo>
                    <a:pt x="11476" y="756084"/>
                  </a:lnTo>
                  <a:lnTo>
                    <a:pt x="8010" y="755210"/>
                  </a:lnTo>
                  <a:lnTo>
                    <a:pt x="2591" y="755210"/>
                  </a:lnTo>
                  <a:lnTo>
                    <a:pt x="0" y="758473"/>
                  </a:lnTo>
                  <a:lnTo>
                    <a:pt x="0" y="763014"/>
                  </a:lnTo>
                  <a:lnTo>
                    <a:pt x="0" y="766479"/>
                  </a:lnTo>
                  <a:lnTo>
                    <a:pt x="0" y="769944"/>
                  </a:lnTo>
                  <a:lnTo>
                    <a:pt x="2188" y="772568"/>
                  </a:lnTo>
                  <a:lnTo>
                    <a:pt x="7842" y="772568"/>
                  </a:lnTo>
                  <a:lnTo>
                    <a:pt x="10904" y="775393"/>
                  </a:lnTo>
                  <a:lnTo>
                    <a:pt x="14371" y="779531"/>
                  </a:lnTo>
                  <a:cubicBezTo>
                    <a:pt x="14371" y="779531"/>
                    <a:pt x="16996" y="778892"/>
                    <a:pt x="18510" y="779531"/>
                  </a:cubicBezTo>
                  <a:cubicBezTo>
                    <a:pt x="20025" y="780170"/>
                    <a:pt x="22650" y="779733"/>
                    <a:pt x="23525" y="779531"/>
                  </a:cubicBezTo>
                  <a:cubicBezTo>
                    <a:pt x="24400" y="779329"/>
                    <a:pt x="28102" y="778455"/>
                    <a:pt x="28102" y="778455"/>
                  </a:cubicBezTo>
                  <a:cubicBezTo>
                    <a:pt x="28102" y="778455"/>
                    <a:pt x="32241" y="775629"/>
                    <a:pt x="33116" y="775629"/>
                  </a:cubicBezTo>
                  <a:cubicBezTo>
                    <a:pt x="33991" y="775629"/>
                    <a:pt x="36818" y="773443"/>
                    <a:pt x="36818" y="773443"/>
                  </a:cubicBezTo>
                  <a:lnTo>
                    <a:pt x="39006" y="771054"/>
                  </a:lnTo>
                  <a:lnTo>
                    <a:pt x="40756" y="769103"/>
                  </a:lnTo>
                  <a:lnTo>
                    <a:pt x="42506" y="766715"/>
                  </a:lnTo>
                  <a:lnTo>
                    <a:pt x="45770" y="768464"/>
                  </a:lnTo>
                  <a:lnTo>
                    <a:pt x="47722" y="768901"/>
                  </a:lnTo>
                  <a:cubicBezTo>
                    <a:pt x="47722" y="768901"/>
                    <a:pt x="49035" y="767589"/>
                    <a:pt x="50549" y="767152"/>
                  </a:cubicBezTo>
                  <a:cubicBezTo>
                    <a:pt x="52064" y="766715"/>
                    <a:pt x="57953" y="765840"/>
                    <a:pt x="57953" y="765840"/>
                  </a:cubicBezTo>
                  <a:lnTo>
                    <a:pt x="60545" y="766277"/>
                  </a:lnTo>
                  <a:lnTo>
                    <a:pt x="67175" y="766815"/>
                  </a:lnTo>
                  <a:lnTo>
                    <a:pt x="68487" y="768329"/>
                  </a:lnTo>
                  <a:lnTo>
                    <a:pt x="69026" y="771256"/>
                  </a:lnTo>
                  <a:lnTo>
                    <a:pt x="68050" y="772332"/>
                  </a:lnTo>
                  <a:lnTo>
                    <a:pt x="65761" y="773745"/>
                  </a:lnTo>
                  <a:cubicBezTo>
                    <a:pt x="65761" y="773745"/>
                    <a:pt x="64785" y="775360"/>
                    <a:pt x="64785" y="775797"/>
                  </a:cubicBezTo>
                  <a:cubicBezTo>
                    <a:pt x="64785" y="776234"/>
                    <a:pt x="64886" y="778825"/>
                    <a:pt x="64886" y="778825"/>
                  </a:cubicBezTo>
                  <a:lnTo>
                    <a:pt x="66064" y="779834"/>
                  </a:lnTo>
                  <a:cubicBezTo>
                    <a:pt x="66064" y="779834"/>
                    <a:pt x="68891" y="781011"/>
                    <a:pt x="69329" y="781112"/>
                  </a:cubicBezTo>
                  <a:cubicBezTo>
                    <a:pt x="69766" y="781213"/>
                    <a:pt x="72795" y="782088"/>
                    <a:pt x="73232" y="782424"/>
                  </a:cubicBezTo>
                  <a:cubicBezTo>
                    <a:pt x="73670" y="782761"/>
                    <a:pt x="75858" y="783602"/>
                    <a:pt x="76261" y="783837"/>
                  </a:cubicBezTo>
                  <a:cubicBezTo>
                    <a:pt x="76699" y="784073"/>
                    <a:pt x="77675" y="784813"/>
                    <a:pt x="78112" y="785048"/>
                  </a:cubicBezTo>
                  <a:cubicBezTo>
                    <a:pt x="78550" y="785250"/>
                    <a:pt x="82016" y="787100"/>
                    <a:pt x="82454" y="787336"/>
                  </a:cubicBezTo>
                  <a:cubicBezTo>
                    <a:pt x="82891" y="787538"/>
                    <a:pt x="85617" y="788210"/>
                    <a:pt x="85617" y="788210"/>
                  </a:cubicBezTo>
                  <a:cubicBezTo>
                    <a:pt x="85617" y="788210"/>
                    <a:pt x="86930" y="787773"/>
                    <a:pt x="88781" y="788210"/>
                  </a:cubicBezTo>
                  <a:cubicBezTo>
                    <a:pt x="90632" y="788648"/>
                    <a:pt x="92920" y="791372"/>
                    <a:pt x="92920" y="791372"/>
                  </a:cubicBezTo>
                  <a:lnTo>
                    <a:pt x="94132" y="793424"/>
                  </a:lnTo>
                  <a:lnTo>
                    <a:pt x="96622" y="793424"/>
                  </a:lnTo>
                  <a:cubicBezTo>
                    <a:pt x="96622" y="793424"/>
                    <a:pt x="96858" y="792550"/>
                    <a:pt x="97699" y="792348"/>
                  </a:cubicBezTo>
                  <a:cubicBezTo>
                    <a:pt x="98574" y="792146"/>
                    <a:pt x="99752" y="791574"/>
                    <a:pt x="100425" y="791473"/>
                  </a:cubicBezTo>
                  <a:cubicBezTo>
                    <a:pt x="101065" y="791372"/>
                    <a:pt x="102276" y="790061"/>
                    <a:pt x="102613" y="789960"/>
                  </a:cubicBezTo>
                  <a:cubicBezTo>
                    <a:pt x="102949" y="789859"/>
                    <a:pt x="104127" y="789758"/>
                    <a:pt x="104363" y="789320"/>
                  </a:cubicBezTo>
                  <a:cubicBezTo>
                    <a:pt x="104598" y="788883"/>
                    <a:pt x="105440" y="787268"/>
                    <a:pt x="105877" y="787134"/>
                  </a:cubicBezTo>
                  <a:cubicBezTo>
                    <a:pt x="106315" y="787033"/>
                    <a:pt x="108166" y="785183"/>
                    <a:pt x="108166" y="785183"/>
                  </a:cubicBezTo>
                  <a:cubicBezTo>
                    <a:pt x="108166" y="785183"/>
                    <a:pt x="110555" y="784544"/>
                    <a:pt x="111329" y="784544"/>
                  </a:cubicBezTo>
                  <a:cubicBezTo>
                    <a:pt x="112070" y="784544"/>
                    <a:pt x="113820" y="784005"/>
                    <a:pt x="113820" y="784005"/>
                  </a:cubicBezTo>
                  <a:cubicBezTo>
                    <a:pt x="113820" y="784005"/>
                    <a:pt x="114796" y="783568"/>
                    <a:pt x="115233" y="783568"/>
                  </a:cubicBezTo>
                  <a:cubicBezTo>
                    <a:pt x="115671" y="783568"/>
                    <a:pt x="117185" y="782054"/>
                    <a:pt x="117522" y="781920"/>
                  </a:cubicBezTo>
                  <a:cubicBezTo>
                    <a:pt x="117858" y="781819"/>
                    <a:pt x="119810" y="780843"/>
                    <a:pt x="120113" y="780709"/>
                  </a:cubicBezTo>
                  <a:cubicBezTo>
                    <a:pt x="120450" y="780608"/>
                    <a:pt x="122065" y="779498"/>
                    <a:pt x="122065" y="779498"/>
                  </a:cubicBezTo>
                  <a:lnTo>
                    <a:pt x="124017" y="780137"/>
                  </a:lnTo>
                  <a:lnTo>
                    <a:pt x="127046" y="781348"/>
                  </a:lnTo>
                  <a:cubicBezTo>
                    <a:pt x="127046" y="781348"/>
                    <a:pt x="128561" y="784174"/>
                    <a:pt x="128561" y="784611"/>
                  </a:cubicBezTo>
                  <a:cubicBezTo>
                    <a:pt x="128561" y="785048"/>
                    <a:pt x="129772" y="785923"/>
                    <a:pt x="129772" y="785923"/>
                  </a:cubicBezTo>
                  <a:cubicBezTo>
                    <a:pt x="129772" y="785923"/>
                    <a:pt x="132263" y="786259"/>
                    <a:pt x="132936" y="786259"/>
                  </a:cubicBezTo>
                  <a:cubicBezTo>
                    <a:pt x="133575" y="786259"/>
                    <a:pt x="133037" y="785620"/>
                    <a:pt x="135426" y="786360"/>
                  </a:cubicBezTo>
                  <a:cubicBezTo>
                    <a:pt x="137816" y="787134"/>
                    <a:pt x="139330" y="787134"/>
                    <a:pt x="139330" y="787134"/>
                  </a:cubicBezTo>
                  <a:lnTo>
                    <a:pt x="142258" y="787033"/>
                  </a:lnTo>
                  <a:lnTo>
                    <a:pt x="144109" y="786596"/>
                  </a:lnTo>
                  <a:cubicBezTo>
                    <a:pt x="144109" y="786596"/>
                    <a:pt x="145725" y="786495"/>
                    <a:pt x="146162" y="786495"/>
                  </a:cubicBezTo>
                  <a:cubicBezTo>
                    <a:pt x="146599" y="786495"/>
                    <a:pt x="147676" y="786293"/>
                    <a:pt x="147676" y="786293"/>
                  </a:cubicBezTo>
                  <a:lnTo>
                    <a:pt x="149864" y="785956"/>
                  </a:lnTo>
                  <a:cubicBezTo>
                    <a:pt x="149864" y="785956"/>
                    <a:pt x="150200" y="784880"/>
                    <a:pt x="151042" y="784443"/>
                  </a:cubicBezTo>
                  <a:cubicBezTo>
                    <a:pt x="151917" y="784005"/>
                    <a:pt x="153869" y="782828"/>
                    <a:pt x="154306" y="783030"/>
                  </a:cubicBezTo>
                  <a:cubicBezTo>
                    <a:pt x="154744" y="783232"/>
                    <a:pt x="157470" y="783131"/>
                    <a:pt x="157470" y="783131"/>
                  </a:cubicBezTo>
                  <a:lnTo>
                    <a:pt x="159085" y="784005"/>
                  </a:lnTo>
                  <a:cubicBezTo>
                    <a:pt x="159085" y="784005"/>
                    <a:pt x="160499" y="785755"/>
                    <a:pt x="160499" y="786057"/>
                  </a:cubicBezTo>
                  <a:cubicBezTo>
                    <a:pt x="160499" y="786394"/>
                    <a:pt x="159960" y="789220"/>
                    <a:pt x="159960" y="789220"/>
                  </a:cubicBezTo>
                  <a:lnTo>
                    <a:pt x="158446" y="790834"/>
                  </a:lnTo>
                  <a:cubicBezTo>
                    <a:pt x="158446" y="790834"/>
                    <a:pt x="158782" y="793862"/>
                    <a:pt x="158109" y="794635"/>
                  </a:cubicBezTo>
                  <a:cubicBezTo>
                    <a:pt x="157436" y="795409"/>
                    <a:pt x="156359" y="796048"/>
                    <a:pt x="156359" y="796048"/>
                  </a:cubicBezTo>
                  <a:cubicBezTo>
                    <a:pt x="156359" y="796048"/>
                    <a:pt x="155720" y="797461"/>
                    <a:pt x="155383" y="798235"/>
                  </a:cubicBezTo>
                  <a:cubicBezTo>
                    <a:pt x="155047" y="798975"/>
                    <a:pt x="154508" y="800287"/>
                    <a:pt x="154508" y="800287"/>
                  </a:cubicBezTo>
                  <a:cubicBezTo>
                    <a:pt x="154508" y="800287"/>
                    <a:pt x="153431" y="801700"/>
                    <a:pt x="154407" y="803113"/>
                  </a:cubicBezTo>
                  <a:cubicBezTo>
                    <a:pt x="155383" y="804526"/>
                    <a:pt x="156696" y="806140"/>
                    <a:pt x="156696" y="806140"/>
                  </a:cubicBezTo>
                  <a:lnTo>
                    <a:pt x="158984" y="807217"/>
                  </a:lnTo>
                  <a:lnTo>
                    <a:pt x="164201" y="809807"/>
                  </a:lnTo>
                  <a:lnTo>
                    <a:pt x="164975" y="811993"/>
                  </a:lnTo>
                  <a:cubicBezTo>
                    <a:pt x="164975" y="811993"/>
                    <a:pt x="165076" y="814718"/>
                    <a:pt x="165177" y="815055"/>
                  </a:cubicBezTo>
                  <a:cubicBezTo>
                    <a:pt x="165278" y="815391"/>
                    <a:pt x="167028" y="816905"/>
                    <a:pt x="167465" y="817107"/>
                  </a:cubicBezTo>
                  <a:cubicBezTo>
                    <a:pt x="167903" y="817309"/>
                    <a:pt x="169653" y="817645"/>
                    <a:pt x="170057" y="817645"/>
                  </a:cubicBezTo>
                  <a:cubicBezTo>
                    <a:pt x="170494" y="817645"/>
                    <a:pt x="172884" y="817847"/>
                    <a:pt x="173321" y="818183"/>
                  </a:cubicBezTo>
                  <a:cubicBezTo>
                    <a:pt x="173759" y="818520"/>
                    <a:pt x="173961" y="819159"/>
                    <a:pt x="174836" y="818183"/>
                  </a:cubicBezTo>
                  <a:cubicBezTo>
                    <a:pt x="175711" y="817208"/>
                    <a:pt x="175980" y="817410"/>
                    <a:pt x="175980" y="816232"/>
                  </a:cubicBezTo>
                  <a:cubicBezTo>
                    <a:pt x="175980" y="815055"/>
                    <a:pt x="175711" y="814819"/>
                    <a:pt x="175711" y="814382"/>
                  </a:cubicBezTo>
                  <a:cubicBezTo>
                    <a:pt x="175711" y="813945"/>
                    <a:pt x="175711" y="811657"/>
                    <a:pt x="175711" y="811657"/>
                  </a:cubicBezTo>
                  <a:cubicBezTo>
                    <a:pt x="175711" y="811657"/>
                    <a:pt x="176586" y="811321"/>
                    <a:pt x="176788" y="810883"/>
                  </a:cubicBezTo>
                  <a:cubicBezTo>
                    <a:pt x="176990" y="810446"/>
                    <a:pt x="176990" y="810009"/>
                    <a:pt x="177528" y="809571"/>
                  </a:cubicBezTo>
                  <a:cubicBezTo>
                    <a:pt x="178067" y="809134"/>
                    <a:pt x="178639" y="809470"/>
                    <a:pt x="179278" y="808596"/>
                  </a:cubicBezTo>
                  <a:cubicBezTo>
                    <a:pt x="179917" y="807721"/>
                    <a:pt x="180355" y="806847"/>
                    <a:pt x="180591" y="806308"/>
                  </a:cubicBezTo>
                  <a:cubicBezTo>
                    <a:pt x="180793" y="805770"/>
                    <a:pt x="180052" y="805434"/>
                    <a:pt x="181567" y="805232"/>
                  </a:cubicBezTo>
                  <a:cubicBezTo>
                    <a:pt x="183081" y="804997"/>
                    <a:pt x="185369" y="805131"/>
                    <a:pt x="185807" y="805131"/>
                  </a:cubicBezTo>
                  <a:cubicBezTo>
                    <a:pt x="186245" y="805131"/>
                    <a:pt x="188735" y="804795"/>
                    <a:pt x="189172" y="805131"/>
                  </a:cubicBezTo>
                  <a:cubicBezTo>
                    <a:pt x="189610" y="805467"/>
                    <a:pt x="190249" y="807620"/>
                    <a:pt x="190485" y="808192"/>
                  </a:cubicBezTo>
                  <a:cubicBezTo>
                    <a:pt x="190687" y="808730"/>
                    <a:pt x="190384" y="810244"/>
                    <a:pt x="190048" y="810480"/>
                  </a:cubicBezTo>
                  <a:cubicBezTo>
                    <a:pt x="189745" y="810682"/>
                    <a:pt x="189307" y="809605"/>
                    <a:pt x="188297" y="812431"/>
                  </a:cubicBezTo>
                  <a:cubicBezTo>
                    <a:pt x="187322" y="815257"/>
                    <a:pt x="187860" y="816333"/>
                    <a:pt x="187860" y="816333"/>
                  </a:cubicBezTo>
                  <a:lnTo>
                    <a:pt x="188398" y="817309"/>
                  </a:lnTo>
                  <a:cubicBezTo>
                    <a:pt x="188398" y="817309"/>
                    <a:pt x="189172" y="817847"/>
                    <a:pt x="189374" y="818183"/>
                  </a:cubicBezTo>
                  <a:cubicBezTo>
                    <a:pt x="189576" y="818520"/>
                    <a:pt x="189913" y="818822"/>
                    <a:pt x="190249" y="819394"/>
                  </a:cubicBezTo>
                  <a:cubicBezTo>
                    <a:pt x="190586" y="819933"/>
                    <a:pt x="191663" y="822422"/>
                    <a:pt x="191663" y="822422"/>
                  </a:cubicBezTo>
                  <a:lnTo>
                    <a:pt x="193413" y="824709"/>
                  </a:lnTo>
                  <a:lnTo>
                    <a:pt x="195668" y="824709"/>
                  </a:lnTo>
                  <a:lnTo>
                    <a:pt x="199134" y="824709"/>
                  </a:lnTo>
                  <a:cubicBezTo>
                    <a:pt x="199134" y="824709"/>
                    <a:pt x="201625" y="824272"/>
                    <a:pt x="201961" y="823734"/>
                  </a:cubicBezTo>
                  <a:cubicBezTo>
                    <a:pt x="202298" y="823195"/>
                    <a:pt x="203038" y="821345"/>
                    <a:pt x="203375" y="821244"/>
                  </a:cubicBezTo>
                  <a:cubicBezTo>
                    <a:pt x="203711" y="821144"/>
                    <a:pt x="205764" y="820807"/>
                    <a:pt x="206740" y="820807"/>
                  </a:cubicBezTo>
                  <a:cubicBezTo>
                    <a:pt x="207716" y="820807"/>
                    <a:pt x="210779" y="820908"/>
                    <a:pt x="210779" y="820908"/>
                  </a:cubicBezTo>
                  <a:lnTo>
                    <a:pt x="213505" y="822119"/>
                  </a:lnTo>
                  <a:cubicBezTo>
                    <a:pt x="213505" y="822119"/>
                    <a:pt x="216096" y="823532"/>
                    <a:pt x="215793" y="823868"/>
                  </a:cubicBezTo>
                  <a:cubicBezTo>
                    <a:pt x="215457" y="824205"/>
                    <a:pt x="215793" y="825281"/>
                    <a:pt x="215793" y="825281"/>
                  </a:cubicBezTo>
                  <a:lnTo>
                    <a:pt x="218620" y="827569"/>
                  </a:lnTo>
                  <a:lnTo>
                    <a:pt x="218721" y="830731"/>
                  </a:lnTo>
                  <a:lnTo>
                    <a:pt x="219361" y="832480"/>
                  </a:lnTo>
                  <a:lnTo>
                    <a:pt x="219260" y="834667"/>
                  </a:lnTo>
                  <a:cubicBezTo>
                    <a:pt x="219260" y="834667"/>
                    <a:pt x="219697" y="836853"/>
                    <a:pt x="219798" y="837593"/>
                  </a:cubicBezTo>
                  <a:cubicBezTo>
                    <a:pt x="219899" y="838367"/>
                    <a:pt x="224375" y="839544"/>
                    <a:pt x="224375" y="839544"/>
                  </a:cubicBezTo>
                  <a:lnTo>
                    <a:pt x="227303" y="840419"/>
                  </a:lnTo>
                  <a:lnTo>
                    <a:pt x="228818" y="843043"/>
                  </a:lnTo>
                  <a:cubicBezTo>
                    <a:pt x="228818" y="843043"/>
                    <a:pt x="230769" y="843817"/>
                    <a:pt x="231106" y="844456"/>
                  </a:cubicBezTo>
                  <a:cubicBezTo>
                    <a:pt x="231443" y="845095"/>
                    <a:pt x="232419" y="846642"/>
                    <a:pt x="232822" y="846945"/>
                  </a:cubicBezTo>
                  <a:cubicBezTo>
                    <a:pt x="233260" y="847281"/>
                    <a:pt x="235010" y="850208"/>
                    <a:pt x="235010" y="850208"/>
                  </a:cubicBezTo>
                  <a:cubicBezTo>
                    <a:pt x="235010" y="850208"/>
                    <a:pt x="236760" y="852395"/>
                    <a:pt x="237063" y="852395"/>
                  </a:cubicBezTo>
                  <a:cubicBezTo>
                    <a:pt x="237400" y="852395"/>
                    <a:pt x="238039" y="852832"/>
                    <a:pt x="239351" y="852395"/>
                  </a:cubicBezTo>
                  <a:cubicBezTo>
                    <a:pt x="240664" y="851957"/>
                    <a:pt x="240866" y="851184"/>
                    <a:pt x="241303" y="850881"/>
                  </a:cubicBezTo>
                  <a:cubicBezTo>
                    <a:pt x="241741" y="850545"/>
                    <a:pt x="242717" y="849569"/>
                    <a:pt x="243053" y="848829"/>
                  </a:cubicBezTo>
                  <a:cubicBezTo>
                    <a:pt x="243356" y="848055"/>
                    <a:pt x="243390" y="846777"/>
                    <a:pt x="243390" y="846003"/>
                  </a:cubicBezTo>
                  <a:cubicBezTo>
                    <a:pt x="243390" y="845229"/>
                    <a:pt x="243154" y="844388"/>
                    <a:pt x="243289" y="844052"/>
                  </a:cubicBezTo>
                  <a:cubicBezTo>
                    <a:pt x="243390" y="843716"/>
                    <a:pt x="244164" y="841664"/>
                    <a:pt x="244501" y="841563"/>
                  </a:cubicBezTo>
                  <a:cubicBezTo>
                    <a:pt x="244837" y="841462"/>
                    <a:pt x="246150" y="840486"/>
                    <a:pt x="246150" y="840486"/>
                  </a:cubicBezTo>
                  <a:cubicBezTo>
                    <a:pt x="246150" y="840486"/>
                    <a:pt x="248001" y="839612"/>
                    <a:pt x="248438" y="839612"/>
                  </a:cubicBezTo>
                  <a:cubicBezTo>
                    <a:pt x="248876" y="839612"/>
                    <a:pt x="250054" y="839712"/>
                    <a:pt x="250054" y="839712"/>
                  </a:cubicBezTo>
                  <a:cubicBezTo>
                    <a:pt x="250054" y="839712"/>
                    <a:pt x="251703" y="839511"/>
                    <a:pt x="252342" y="839712"/>
                  </a:cubicBezTo>
                  <a:cubicBezTo>
                    <a:pt x="252982" y="839948"/>
                    <a:pt x="255169" y="840486"/>
                    <a:pt x="255169" y="840486"/>
                  </a:cubicBezTo>
                  <a:cubicBezTo>
                    <a:pt x="255169" y="840486"/>
                    <a:pt x="256044" y="840924"/>
                    <a:pt x="256919" y="840486"/>
                  </a:cubicBezTo>
                  <a:cubicBezTo>
                    <a:pt x="257794" y="840049"/>
                    <a:pt x="259309" y="839712"/>
                    <a:pt x="259746" y="839612"/>
                  </a:cubicBezTo>
                  <a:cubicBezTo>
                    <a:pt x="260184" y="839511"/>
                    <a:pt x="260958" y="839174"/>
                    <a:pt x="261362" y="839174"/>
                  </a:cubicBezTo>
                  <a:cubicBezTo>
                    <a:pt x="261799" y="839174"/>
                    <a:pt x="262674" y="838972"/>
                    <a:pt x="263213" y="838838"/>
                  </a:cubicBezTo>
                  <a:cubicBezTo>
                    <a:pt x="263751" y="838737"/>
                    <a:pt x="264727" y="838064"/>
                    <a:pt x="265165" y="837862"/>
                  </a:cubicBezTo>
                  <a:cubicBezTo>
                    <a:pt x="265602" y="837627"/>
                    <a:pt x="266814" y="836651"/>
                    <a:pt x="266814" y="836651"/>
                  </a:cubicBezTo>
                  <a:lnTo>
                    <a:pt x="268126" y="835777"/>
                  </a:lnTo>
                  <a:cubicBezTo>
                    <a:pt x="268126" y="835777"/>
                    <a:pt x="269102" y="835676"/>
                    <a:pt x="269540" y="835777"/>
                  </a:cubicBezTo>
                  <a:cubicBezTo>
                    <a:pt x="269977" y="835878"/>
                    <a:pt x="270953" y="836752"/>
                    <a:pt x="271391" y="836853"/>
                  </a:cubicBezTo>
                  <a:cubicBezTo>
                    <a:pt x="271828" y="836954"/>
                    <a:pt x="273040" y="838064"/>
                    <a:pt x="273141" y="838602"/>
                  </a:cubicBezTo>
                  <a:cubicBezTo>
                    <a:pt x="273242" y="839141"/>
                    <a:pt x="274655" y="840453"/>
                    <a:pt x="274655" y="840453"/>
                  </a:cubicBezTo>
                  <a:cubicBezTo>
                    <a:pt x="274655" y="840453"/>
                    <a:pt x="274857" y="840553"/>
                    <a:pt x="276169" y="840453"/>
                  </a:cubicBezTo>
                  <a:cubicBezTo>
                    <a:pt x="277482" y="840352"/>
                    <a:pt x="278694" y="840553"/>
                    <a:pt x="278997" y="840453"/>
                  </a:cubicBezTo>
                  <a:cubicBezTo>
                    <a:pt x="279333" y="840352"/>
                    <a:pt x="286165" y="840453"/>
                    <a:pt x="286165" y="840453"/>
                  </a:cubicBezTo>
                  <a:lnTo>
                    <a:pt x="291348" y="840453"/>
                  </a:lnTo>
                  <a:lnTo>
                    <a:pt x="293098" y="840453"/>
                  </a:lnTo>
                  <a:cubicBezTo>
                    <a:pt x="293098" y="840453"/>
                    <a:pt x="295992" y="842774"/>
                    <a:pt x="295790" y="843211"/>
                  </a:cubicBezTo>
                  <a:cubicBezTo>
                    <a:pt x="295588" y="843648"/>
                    <a:pt x="297742" y="846407"/>
                    <a:pt x="297742" y="846407"/>
                  </a:cubicBezTo>
                  <a:cubicBezTo>
                    <a:pt x="297742" y="846407"/>
                    <a:pt x="300805" y="848863"/>
                    <a:pt x="301209" y="849165"/>
                  </a:cubicBezTo>
                  <a:cubicBezTo>
                    <a:pt x="301646" y="849468"/>
                    <a:pt x="306728" y="852193"/>
                    <a:pt x="306728" y="852193"/>
                  </a:cubicBezTo>
                  <a:lnTo>
                    <a:pt x="313391" y="855523"/>
                  </a:lnTo>
                  <a:lnTo>
                    <a:pt x="316420" y="858988"/>
                  </a:lnTo>
                  <a:lnTo>
                    <a:pt x="319449" y="861175"/>
                  </a:lnTo>
                  <a:lnTo>
                    <a:pt x="325810" y="865077"/>
                  </a:lnTo>
                  <a:lnTo>
                    <a:pt x="329142" y="867398"/>
                  </a:lnTo>
                  <a:lnTo>
                    <a:pt x="331027" y="869416"/>
                  </a:lnTo>
                  <a:lnTo>
                    <a:pt x="334493" y="871166"/>
                  </a:lnTo>
                  <a:cubicBezTo>
                    <a:pt x="334493" y="871166"/>
                    <a:pt x="335806" y="871300"/>
                    <a:pt x="337387" y="871300"/>
                  </a:cubicBezTo>
                  <a:cubicBezTo>
                    <a:pt x="338969" y="871300"/>
                    <a:pt x="340282" y="871435"/>
                    <a:pt x="340854" y="871435"/>
                  </a:cubicBezTo>
                  <a:cubicBezTo>
                    <a:pt x="341426" y="871435"/>
                    <a:pt x="343445" y="872007"/>
                    <a:pt x="343445" y="872007"/>
                  </a:cubicBezTo>
                  <a:lnTo>
                    <a:pt x="344320" y="873756"/>
                  </a:lnTo>
                  <a:cubicBezTo>
                    <a:pt x="344320" y="873756"/>
                    <a:pt x="345767" y="875942"/>
                    <a:pt x="346339" y="876077"/>
                  </a:cubicBezTo>
                  <a:cubicBezTo>
                    <a:pt x="346911" y="876212"/>
                    <a:pt x="347652" y="876380"/>
                    <a:pt x="348359" y="877221"/>
                  </a:cubicBezTo>
                  <a:cubicBezTo>
                    <a:pt x="349099" y="878095"/>
                    <a:pt x="351388" y="880686"/>
                    <a:pt x="351388" y="880686"/>
                  </a:cubicBezTo>
                  <a:lnTo>
                    <a:pt x="352700" y="881997"/>
                  </a:lnTo>
                  <a:lnTo>
                    <a:pt x="356167" y="884756"/>
                  </a:lnTo>
                  <a:lnTo>
                    <a:pt x="357042" y="887514"/>
                  </a:lnTo>
                  <a:cubicBezTo>
                    <a:pt x="357042" y="887514"/>
                    <a:pt x="357917" y="889533"/>
                    <a:pt x="358926" y="890979"/>
                  </a:cubicBezTo>
                  <a:cubicBezTo>
                    <a:pt x="359936" y="892426"/>
                    <a:pt x="363873" y="895184"/>
                    <a:pt x="363873" y="895184"/>
                  </a:cubicBezTo>
                  <a:lnTo>
                    <a:pt x="365758" y="898817"/>
                  </a:lnTo>
                  <a:lnTo>
                    <a:pt x="369393" y="903022"/>
                  </a:lnTo>
                  <a:lnTo>
                    <a:pt x="376494" y="903022"/>
                  </a:lnTo>
                  <a:lnTo>
                    <a:pt x="379556" y="901946"/>
                  </a:lnTo>
                  <a:lnTo>
                    <a:pt x="386085" y="901307"/>
                  </a:lnTo>
                  <a:lnTo>
                    <a:pt x="392177" y="901307"/>
                  </a:lnTo>
                  <a:lnTo>
                    <a:pt x="395643" y="901307"/>
                  </a:lnTo>
                  <a:lnTo>
                    <a:pt x="401163" y="901744"/>
                  </a:lnTo>
                  <a:cubicBezTo>
                    <a:pt x="401163" y="901744"/>
                    <a:pt x="400422" y="898111"/>
                    <a:pt x="400019" y="897539"/>
                  </a:cubicBezTo>
                  <a:cubicBezTo>
                    <a:pt x="399581" y="896967"/>
                    <a:pt x="396249" y="886539"/>
                    <a:pt x="396249" y="886539"/>
                  </a:cubicBezTo>
                  <a:cubicBezTo>
                    <a:pt x="396249" y="886539"/>
                    <a:pt x="395946" y="880450"/>
                    <a:pt x="395946" y="879878"/>
                  </a:cubicBezTo>
                  <a:cubicBezTo>
                    <a:pt x="395946" y="879306"/>
                    <a:pt x="396384" y="872208"/>
                    <a:pt x="396384" y="871603"/>
                  </a:cubicBezTo>
                  <a:cubicBezTo>
                    <a:pt x="396384" y="871031"/>
                    <a:pt x="396956" y="864202"/>
                    <a:pt x="396821" y="862756"/>
                  </a:cubicBezTo>
                  <a:cubicBezTo>
                    <a:pt x="396687" y="861309"/>
                    <a:pt x="396687" y="854514"/>
                    <a:pt x="396687" y="854514"/>
                  </a:cubicBezTo>
                  <a:cubicBezTo>
                    <a:pt x="396687" y="854514"/>
                    <a:pt x="395542" y="849872"/>
                    <a:pt x="394499" y="849165"/>
                  </a:cubicBezTo>
                  <a:cubicBezTo>
                    <a:pt x="393490" y="848425"/>
                    <a:pt x="391436" y="845970"/>
                    <a:pt x="390158" y="844388"/>
                  </a:cubicBezTo>
                  <a:cubicBezTo>
                    <a:pt x="388845" y="842807"/>
                    <a:pt x="384941" y="838165"/>
                    <a:pt x="384504" y="837593"/>
                  </a:cubicBezTo>
                  <a:cubicBezTo>
                    <a:pt x="384066" y="837021"/>
                    <a:pt x="383494" y="834700"/>
                    <a:pt x="383932" y="832951"/>
                  </a:cubicBezTo>
                  <a:cubicBezTo>
                    <a:pt x="384369" y="831202"/>
                    <a:pt x="386691" y="827165"/>
                    <a:pt x="387836" y="825988"/>
                  </a:cubicBezTo>
                  <a:cubicBezTo>
                    <a:pt x="388980" y="824844"/>
                    <a:pt x="390461" y="822657"/>
                    <a:pt x="391033" y="822220"/>
                  </a:cubicBezTo>
                  <a:cubicBezTo>
                    <a:pt x="391605" y="821783"/>
                    <a:pt x="391739" y="814382"/>
                    <a:pt x="391739" y="814382"/>
                  </a:cubicBezTo>
                  <a:lnTo>
                    <a:pt x="392614" y="804391"/>
                  </a:lnTo>
                  <a:lnTo>
                    <a:pt x="395643" y="803315"/>
                  </a:lnTo>
                  <a:lnTo>
                    <a:pt x="397965" y="800489"/>
                  </a:lnTo>
                  <a:lnTo>
                    <a:pt x="404360" y="800489"/>
                  </a:lnTo>
                  <a:lnTo>
                    <a:pt x="409879" y="803819"/>
                  </a:lnTo>
                  <a:cubicBezTo>
                    <a:pt x="409879" y="803819"/>
                    <a:pt x="417990" y="803685"/>
                    <a:pt x="419000" y="803382"/>
                  </a:cubicBezTo>
                  <a:cubicBezTo>
                    <a:pt x="420009" y="803079"/>
                    <a:pt x="427413" y="800489"/>
                    <a:pt x="427413" y="800489"/>
                  </a:cubicBezTo>
                  <a:cubicBezTo>
                    <a:pt x="427413" y="800489"/>
                    <a:pt x="429870" y="799042"/>
                    <a:pt x="432058" y="800489"/>
                  </a:cubicBezTo>
                  <a:cubicBezTo>
                    <a:pt x="434245" y="801935"/>
                    <a:pt x="438856" y="799345"/>
                    <a:pt x="440606" y="798739"/>
                  </a:cubicBezTo>
                  <a:cubicBezTo>
                    <a:pt x="442356" y="798168"/>
                    <a:pt x="445957" y="796418"/>
                    <a:pt x="446697" y="795544"/>
                  </a:cubicBezTo>
                  <a:cubicBezTo>
                    <a:pt x="447404" y="794669"/>
                    <a:pt x="449020" y="791776"/>
                    <a:pt x="449592" y="790632"/>
                  </a:cubicBezTo>
                  <a:cubicBezTo>
                    <a:pt x="450164" y="789489"/>
                    <a:pt x="451342" y="788311"/>
                    <a:pt x="451039" y="785856"/>
                  </a:cubicBezTo>
                  <a:cubicBezTo>
                    <a:pt x="450736" y="783400"/>
                    <a:pt x="451476" y="781651"/>
                    <a:pt x="449592" y="780204"/>
                  </a:cubicBezTo>
                  <a:cubicBezTo>
                    <a:pt x="447707" y="778757"/>
                    <a:pt x="443063" y="775427"/>
                    <a:pt x="441918" y="774687"/>
                  </a:cubicBezTo>
                  <a:cubicBezTo>
                    <a:pt x="440774" y="773947"/>
                    <a:pt x="439462" y="771794"/>
                    <a:pt x="436702" y="771357"/>
                  </a:cubicBezTo>
                  <a:cubicBezTo>
                    <a:pt x="433942" y="770920"/>
                    <a:pt x="432798" y="769776"/>
                    <a:pt x="428154" y="769910"/>
                  </a:cubicBezTo>
                  <a:cubicBezTo>
                    <a:pt x="423509" y="770045"/>
                    <a:pt x="423947" y="770348"/>
                    <a:pt x="421355" y="770617"/>
                  </a:cubicBezTo>
                  <a:cubicBezTo>
                    <a:pt x="418730" y="770920"/>
                    <a:pt x="419471" y="772938"/>
                    <a:pt x="417283" y="770920"/>
                  </a:cubicBezTo>
                  <a:cubicBezTo>
                    <a:pt x="415096" y="768901"/>
                    <a:pt x="412370" y="768161"/>
                    <a:pt x="412370" y="765840"/>
                  </a:cubicBezTo>
                  <a:cubicBezTo>
                    <a:pt x="412370" y="763519"/>
                    <a:pt x="412504" y="761500"/>
                    <a:pt x="412672" y="761063"/>
                  </a:cubicBezTo>
                  <a:cubicBezTo>
                    <a:pt x="412807" y="760626"/>
                    <a:pt x="414860" y="756993"/>
                    <a:pt x="414860" y="756993"/>
                  </a:cubicBezTo>
                  <a:lnTo>
                    <a:pt x="414288" y="752081"/>
                  </a:lnTo>
                  <a:lnTo>
                    <a:pt x="413716" y="747439"/>
                  </a:lnTo>
                  <a:cubicBezTo>
                    <a:pt x="413716" y="747439"/>
                    <a:pt x="409072" y="745118"/>
                    <a:pt x="407624" y="744546"/>
                  </a:cubicBezTo>
                  <a:cubicBezTo>
                    <a:pt x="406177" y="743974"/>
                    <a:pt x="402677" y="744546"/>
                    <a:pt x="402677" y="744546"/>
                  </a:cubicBezTo>
                  <a:cubicBezTo>
                    <a:pt x="402677" y="744546"/>
                    <a:pt x="400355" y="745488"/>
                    <a:pt x="397764" y="744277"/>
                  </a:cubicBezTo>
                  <a:cubicBezTo>
                    <a:pt x="395172" y="743100"/>
                    <a:pt x="394566" y="743671"/>
                    <a:pt x="393994" y="742797"/>
                  </a:cubicBezTo>
                  <a:cubicBezTo>
                    <a:pt x="393422" y="741922"/>
                    <a:pt x="385311" y="738726"/>
                    <a:pt x="385311" y="738726"/>
                  </a:cubicBezTo>
                  <a:cubicBezTo>
                    <a:pt x="385311" y="738726"/>
                    <a:pt x="384436" y="737213"/>
                    <a:pt x="384436" y="736775"/>
                  </a:cubicBezTo>
                  <a:cubicBezTo>
                    <a:pt x="384436" y="736338"/>
                    <a:pt x="384874" y="734050"/>
                    <a:pt x="385210" y="733849"/>
                  </a:cubicBezTo>
                  <a:cubicBezTo>
                    <a:pt x="385547" y="733647"/>
                    <a:pt x="387701" y="730922"/>
                    <a:pt x="387936" y="730485"/>
                  </a:cubicBezTo>
                  <a:cubicBezTo>
                    <a:pt x="388172" y="730047"/>
                    <a:pt x="388037" y="729947"/>
                    <a:pt x="389013" y="729408"/>
                  </a:cubicBezTo>
                  <a:cubicBezTo>
                    <a:pt x="389989" y="728870"/>
                    <a:pt x="392917" y="727457"/>
                    <a:pt x="393590" y="727457"/>
                  </a:cubicBezTo>
                  <a:cubicBezTo>
                    <a:pt x="394264" y="727457"/>
                    <a:pt x="396855" y="727995"/>
                    <a:pt x="397932" y="727457"/>
                  </a:cubicBezTo>
                  <a:cubicBezTo>
                    <a:pt x="399042" y="726919"/>
                    <a:pt x="401836" y="726549"/>
                    <a:pt x="402509" y="726112"/>
                  </a:cubicBezTo>
                  <a:cubicBezTo>
                    <a:pt x="403148" y="725674"/>
                    <a:pt x="407523" y="723992"/>
                    <a:pt x="407523" y="723992"/>
                  </a:cubicBezTo>
                  <a:lnTo>
                    <a:pt x="411427" y="723992"/>
                  </a:lnTo>
                  <a:lnTo>
                    <a:pt x="415668" y="725943"/>
                  </a:lnTo>
                  <a:cubicBezTo>
                    <a:pt x="415668" y="725943"/>
                    <a:pt x="420447" y="728231"/>
                    <a:pt x="421086" y="728433"/>
                  </a:cubicBezTo>
                  <a:cubicBezTo>
                    <a:pt x="421726" y="728668"/>
                    <a:pt x="427178" y="730720"/>
                    <a:pt x="428490" y="730922"/>
                  </a:cubicBezTo>
                  <a:cubicBezTo>
                    <a:pt x="429803" y="731124"/>
                    <a:pt x="434683" y="732873"/>
                    <a:pt x="435760" y="732873"/>
                  </a:cubicBezTo>
                  <a:cubicBezTo>
                    <a:pt x="436837" y="732873"/>
                    <a:pt x="444240" y="735261"/>
                    <a:pt x="445217" y="735261"/>
                  </a:cubicBezTo>
                  <a:cubicBezTo>
                    <a:pt x="446193" y="735261"/>
                    <a:pt x="454135" y="737213"/>
                    <a:pt x="455111" y="736910"/>
                  </a:cubicBezTo>
                  <a:cubicBezTo>
                    <a:pt x="456087" y="736573"/>
                    <a:pt x="462952" y="735497"/>
                    <a:pt x="462952" y="735497"/>
                  </a:cubicBezTo>
                  <a:lnTo>
                    <a:pt x="465544" y="733983"/>
                  </a:lnTo>
                  <a:lnTo>
                    <a:pt x="475775" y="733748"/>
                  </a:lnTo>
                  <a:cubicBezTo>
                    <a:pt x="475775" y="733748"/>
                    <a:pt x="481664" y="731797"/>
                    <a:pt x="482068" y="731157"/>
                  </a:cubicBezTo>
                  <a:cubicBezTo>
                    <a:pt x="482506" y="730485"/>
                    <a:pt x="484794" y="729106"/>
                    <a:pt x="484794" y="729106"/>
                  </a:cubicBezTo>
                  <a:lnTo>
                    <a:pt x="487621" y="725506"/>
                  </a:lnTo>
                  <a:lnTo>
                    <a:pt x="490246" y="725304"/>
                  </a:lnTo>
                  <a:lnTo>
                    <a:pt x="492299" y="726280"/>
                  </a:lnTo>
                  <a:lnTo>
                    <a:pt x="493040" y="728130"/>
                  </a:lnTo>
                  <a:lnTo>
                    <a:pt x="492501" y="731292"/>
                  </a:lnTo>
                  <a:cubicBezTo>
                    <a:pt x="492501" y="731292"/>
                    <a:pt x="492064" y="732907"/>
                    <a:pt x="493040" y="733781"/>
                  </a:cubicBezTo>
                  <a:cubicBezTo>
                    <a:pt x="494016" y="734656"/>
                    <a:pt x="495126" y="735968"/>
                    <a:pt x="495867" y="736607"/>
                  </a:cubicBezTo>
                  <a:cubicBezTo>
                    <a:pt x="496641" y="737246"/>
                    <a:pt x="499030" y="738895"/>
                    <a:pt x="499333" y="739096"/>
                  </a:cubicBezTo>
                  <a:cubicBezTo>
                    <a:pt x="499670" y="739332"/>
                    <a:pt x="503035" y="740072"/>
                    <a:pt x="503035" y="740072"/>
                  </a:cubicBezTo>
                  <a:cubicBezTo>
                    <a:pt x="503035" y="740072"/>
                    <a:pt x="504247" y="740173"/>
                    <a:pt x="505122" y="740173"/>
                  </a:cubicBezTo>
                  <a:cubicBezTo>
                    <a:pt x="505997" y="740173"/>
                    <a:pt x="507747" y="739937"/>
                    <a:pt x="508386" y="739736"/>
                  </a:cubicBezTo>
                  <a:cubicBezTo>
                    <a:pt x="509026" y="739500"/>
                    <a:pt x="511112" y="738121"/>
                    <a:pt x="511550" y="737549"/>
                  </a:cubicBezTo>
                  <a:cubicBezTo>
                    <a:pt x="511987" y="737011"/>
                    <a:pt x="513502" y="736035"/>
                    <a:pt x="513939" y="735699"/>
                  </a:cubicBezTo>
                  <a:cubicBezTo>
                    <a:pt x="514377" y="735362"/>
                    <a:pt x="515252" y="733849"/>
                    <a:pt x="515790" y="733310"/>
                  </a:cubicBezTo>
                  <a:cubicBezTo>
                    <a:pt x="516329" y="732772"/>
                    <a:pt x="516766" y="731460"/>
                    <a:pt x="518180" y="731023"/>
                  </a:cubicBezTo>
                  <a:cubicBezTo>
                    <a:pt x="519593" y="730586"/>
                    <a:pt x="521882" y="729947"/>
                    <a:pt x="522757" y="729274"/>
                  </a:cubicBezTo>
                  <a:cubicBezTo>
                    <a:pt x="523632" y="728635"/>
                    <a:pt x="525348" y="728197"/>
                    <a:pt x="526122" y="727121"/>
                  </a:cubicBezTo>
                  <a:cubicBezTo>
                    <a:pt x="526425" y="726683"/>
                    <a:pt x="527334" y="725943"/>
                    <a:pt x="528276" y="725237"/>
                  </a:cubicBezTo>
                  <a:lnTo>
                    <a:pt x="531406" y="720527"/>
                  </a:lnTo>
                  <a:lnTo>
                    <a:pt x="534031" y="716793"/>
                  </a:lnTo>
                  <a:lnTo>
                    <a:pt x="534031" y="712656"/>
                  </a:lnTo>
                  <a:cubicBezTo>
                    <a:pt x="534031" y="712656"/>
                    <a:pt x="534031" y="709695"/>
                    <a:pt x="534031" y="709393"/>
                  </a:cubicBezTo>
                  <a:cubicBezTo>
                    <a:pt x="534031" y="709090"/>
                    <a:pt x="534031" y="703977"/>
                    <a:pt x="534031" y="703977"/>
                  </a:cubicBezTo>
                  <a:lnTo>
                    <a:pt x="534603" y="701151"/>
                  </a:lnTo>
                  <a:cubicBezTo>
                    <a:pt x="534603" y="701151"/>
                    <a:pt x="534166" y="696441"/>
                    <a:pt x="534098" y="696240"/>
                  </a:cubicBezTo>
                  <a:cubicBezTo>
                    <a:pt x="534031" y="696004"/>
                    <a:pt x="532214" y="692102"/>
                    <a:pt x="532012" y="691967"/>
                  </a:cubicBezTo>
                  <a:cubicBezTo>
                    <a:pt x="531776" y="691833"/>
                    <a:pt x="527939" y="688570"/>
                    <a:pt x="527738" y="688435"/>
                  </a:cubicBezTo>
                  <a:cubicBezTo>
                    <a:pt x="527536" y="688301"/>
                    <a:pt x="523228" y="684667"/>
                    <a:pt x="523161" y="684466"/>
                  </a:cubicBezTo>
                  <a:cubicBezTo>
                    <a:pt x="523093" y="684264"/>
                    <a:pt x="519761" y="682145"/>
                    <a:pt x="519761" y="682145"/>
                  </a:cubicBezTo>
                  <a:lnTo>
                    <a:pt x="518247" y="680563"/>
                  </a:lnTo>
                  <a:lnTo>
                    <a:pt x="515756" y="680563"/>
                  </a:lnTo>
                  <a:cubicBezTo>
                    <a:pt x="515756" y="680563"/>
                    <a:pt x="512425" y="676358"/>
                    <a:pt x="512290" y="675787"/>
                  </a:cubicBezTo>
                  <a:cubicBezTo>
                    <a:pt x="512155" y="675215"/>
                    <a:pt x="512290" y="670875"/>
                    <a:pt x="512290" y="670875"/>
                  </a:cubicBezTo>
                  <a:lnTo>
                    <a:pt x="512223" y="666670"/>
                  </a:lnTo>
                  <a:cubicBezTo>
                    <a:pt x="512223" y="666670"/>
                    <a:pt x="509968" y="664349"/>
                    <a:pt x="509665" y="663777"/>
                  </a:cubicBezTo>
                  <a:cubicBezTo>
                    <a:pt x="509362" y="663205"/>
                    <a:pt x="505458" y="659370"/>
                    <a:pt x="505458" y="659370"/>
                  </a:cubicBezTo>
                  <a:lnTo>
                    <a:pt x="504011" y="657991"/>
                  </a:lnTo>
                  <a:lnTo>
                    <a:pt x="498357" y="657991"/>
                  </a:lnTo>
                  <a:cubicBezTo>
                    <a:pt x="498357" y="657991"/>
                    <a:pt x="496035" y="657688"/>
                    <a:pt x="495597" y="657991"/>
                  </a:cubicBezTo>
                  <a:cubicBezTo>
                    <a:pt x="495160" y="658294"/>
                    <a:pt x="493275" y="657251"/>
                    <a:pt x="493275" y="657251"/>
                  </a:cubicBezTo>
                  <a:lnTo>
                    <a:pt x="492266" y="654930"/>
                  </a:lnTo>
                  <a:lnTo>
                    <a:pt x="492266" y="651903"/>
                  </a:lnTo>
                  <a:lnTo>
                    <a:pt x="494150" y="650153"/>
                  </a:lnTo>
                  <a:cubicBezTo>
                    <a:pt x="494150" y="650153"/>
                    <a:pt x="494722" y="649279"/>
                    <a:pt x="495160" y="649144"/>
                  </a:cubicBezTo>
                  <a:cubicBezTo>
                    <a:pt x="495597" y="649010"/>
                    <a:pt x="498492" y="645814"/>
                    <a:pt x="498492" y="645814"/>
                  </a:cubicBezTo>
                  <a:lnTo>
                    <a:pt x="494857" y="642349"/>
                  </a:lnTo>
                  <a:lnTo>
                    <a:pt x="489641" y="642349"/>
                  </a:lnTo>
                  <a:cubicBezTo>
                    <a:pt x="489641" y="642349"/>
                    <a:pt x="487319" y="640465"/>
                    <a:pt x="487049" y="640028"/>
                  </a:cubicBezTo>
                  <a:cubicBezTo>
                    <a:pt x="486746" y="639590"/>
                    <a:pt x="486040" y="637572"/>
                    <a:pt x="486040" y="637000"/>
                  </a:cubicBezTo>
                  <a:cubicBezTo>
                    <a:pt x="486040" y="636428"/>
                    <a:pt x="486477" y="635116"/>
                    <a:pt x="487487" y="634107"/>
                  </a:cubicBezTo>
                  <a:cubicBezTo>
                    <a:pt x="488496" y="633098"/>
                    <a:pt x="490684" y="631080"/>
                    <a:pt x="491256" y="630777"/>
                  </a:cubicBezTo>
                  <a:cubicBezTo>
                    <a:pt x="491828" y="630508"/>
                    <a:pt x="494319" y="629196"/>
                    <a:pt x="494891" y="628893"/>
                  </a:cubicBezTo>
                  <a:cubicBezTo>
                    <a:pt x="495463" y="628590"/>
                    <a:pt x="497348" y="625865"/>
                    <a:pt x="497348" y="625865"/>
                  </a:cubicBezTo>
                  <a:cubicBezTo>
                    <a:pt x="497348" y="625865"/>
                    <a:pt x="497650" y="624991"/>
                    <a:pt x="497482" y="624419"/>
                  </a:cubicBezTo>
                  <a:cubicBezTo>
                    <a:pt x="497348" y="623847"/>
                    <a:pt x="495900" y="622098"/>
                    <a:pt x="495295" y="621829"/>
                  </a:cubicBezTo>
                  <a:cubicBezTo>
                    <a:pt x="494722" y="621526"/>
                    <a:pt x="493545" y="620517"/>
                    <a:pt x="493545" y="620517"/>
                  </a:cubicBezTo>
                  <a:cubicBezTo>
                    <a:pt x="493545" y="620517"/>
                    <a:pt x="491963" y="619373"/>
                    <a:pt x="490650" y="618767"/>
                  </a:cubicBezTo>
                  <a:cubicBezTo>
                    <a:pt x="489338" y="618196"/>
                    <a:pt x="486443" y="617893"/>
                    <a:pt x="486006" y="617590"/>
                  </a:cubicBezTo>
                  <a:cubicBezTo>
                    <a:pt x="485568" y="617287"/>
                    <a:pt x="482371" y="616581"/>
                    <a:pt x="481799" y="616446"/>
                  </a:cubicBezTo>
                  <a:cubicBezTo>
                    <a:pt x="481227" y="616312"/>
                    <a:pt x="478164" y="614697"/>
                    <a:pt x="478164" y="614697"/>
                  </a:cubicBezTo>
                  <a:lnTo>
                    <a:pt x="476280" y="612241"/>
                  </a:lnTo>
                  <a:lnTo>
                    <a:pt x="474530" y="609046"/>
                  </a:lnTo>
                  <a:cubicBezTo>
                    <a:pt x="474530" y="609046"/>
                    <a:pt x="473520" y="608238"/>
                    <a:pt x="474530" y="608104"/>
                  </a:cubicBezTo>
                  <a:cubicBezTo>
                    <a:pt x="475539" y="607969"/>
                    <a:pt x="478299" y="605850"/>
                    <a:pt x="478299" y="605850"/>
                  </a:cubicBezTo>
                  <a:lnTo>
                    <a:pt x="480890" y="605850"/>
                  </a:lnTo>
                  <a:lnTo>
                    <a:pt x="481597" y="604101"/>
                  </a:lnTo>
                  <a:lnTo>
                    <a:pt x="482607" y="602520"/>
                  </a:lnTo>
                  <a:lnTo>
                    <a:pt x="480790" y="600131"/>
                  </a:lnTo>
                  <a:lnTo>
                    <a:pt x="477458" y="596935"/>
                  </a:lnTo>
                  <a:lnTo>
                    <a:pt x="475708" y="594917"/>
                  </a:lnTo>
                  <a:lnTo>
                    <a:pt x="471232" y="590275"/>
                  </a:lnTo>
                  <a:lnTo>
                    <a:pt x="467597" y="585767"/>
                  </a:lnTo>
                  <a:cubicBezTo>
                    <a:pt x="467597" y="585767"/>
                    <a:pt x="466015" y="584018"/>
                    <a:pt x="466015" y="583446"/>
                  </a:cubicBezTo>
                  <a:cubicBezTo>
                    <a:pt x="466015" y="582874"/>
                    <a:pt x="466015" y="578669"/>
                    <a:pt x="466015" y="578669"/>
                  </a:cubicBezTo>
                  <a:lnTo>
                    <a:pt x="466755" y="576718"/>
                  </a:lnTo>
                  <a:cubicBezTo>
                    <a:pt x="466755" y="576718"/>
                    <a:pt x="468135" y="575238"/>
                    <a:pt x="469179" y="574599"/>
                  </a:cubicBezTo>
                  <a:cubicBezTo>
                    <a:pt x="469179" y="574599"/>
                    <a:pt x="469179" y="574599"/>
                    <a:pt x="469179" y="574599"/>
                  </a:cubicBezTo>
                  <a:lnTo>
                    <a:pt x="469179" y="574599"/>
                  </a:lnTo>
                  <a:lnTo>
                    <a:pt x="462852" y="572143"/>
                  </a:lnTo>
                  <a:cubicBezTo>
                    <a:pt x="462852" y="572143"/>
                    <a:pt x="461270" y="569250"/>
                    <a:pt x="460967" y="568510"/>
                  </a:cubicBezTo>
                  <a:cubicBezTo>
                    <a:pt x="460664" y="567770"/>
                    <a:pt x="460664" y="563161"/>
                    <a:pt x="460260" y="562556"/>
                  </a:cubicBezTo>
                  <a:cubicBezTo>
                    <a:pt x="459823" y="561984"/>
                    <a:pt x="460260" y="551690"/>
                    <a:pt x="460260" y="551690"/>
                  </a:cubicBezTo>
                  <a:lnTo>
                    <a:pt x="461842" y="544727"/>
                  </a:lnTo>
                  <a:lnTo>
                    <a:pt x="460832" y="542136"/>
                  </a:lnTo>
                  <a:cubicBezTo>
                    <a:pt x="460832" y="542136"/>
                    <a:pt x="460832" y="535610"/>
                    <a:pt x="460832" y="534029"/>
                  </a:cubicBezTo>
                  <a:cubicBezTo>
                    <a:pt x="460832" y="532448"/>
                    <a:pt x="461606" y="530699"/>
                    <a:pt x="461909" y="529959"/>
                  </a:cubicBezTo>
                  <a:cubicBezTo>
                    <a:pt x="462212" y="529252"/>
                    <a:pt x="463727" y="526629"/>
                    <a:pt x="463727" y="526629"/>
                  </a:cubicBezTo>
                  <a:cubicBezTo>
                    <a:pt x="463727" y="526629"/>
                    <a:pt x="465880" y="523298"/>
                    <a:pt x="466049" y="522726"/>
                  </a:cubicBezTo>
                  <a:cubicBezTo>
                    <a:pt x="466183" y="522154"/>
                    <a:pt x="466621" y="519530"/>
                    <a:pt x="466755" y="519093"/>
                  </a:cubicBezTo>
                  <a:cubicBezTo>
                    <a:pt x="466890" y="518656"/>
                    <a:pt x="467765" y="516637"/>
                    <a:pt x="467765" y="516637"/>
                  </a:cubicBezTo>
                  <a:cubicBezTo>
                    <a:pt x="467765" y="516637"/>
                    <a:pt x="467630" y="512433"/>
                    <a:pt x="467765" y="511289"/>
                  </a:cubicBezTo>
                  <a:cubicBezTo>
                    <a:pt x="467900" y="510145"/>
                    <a:pt x="467765" y="507387"/>
                    <a:pt x="467765" y="507387"/>
                  </a:cubicBezTo>
                  <a:cubicBezTo>
                    <a:pt x="467765" y="507387"/>
                    <a:pt x="467765" y="502744"/>
                    <a:pt x="467765" y="501870"/>
                  </a:cubicBezTo>
                  <a:cubicBezTo>
                    <a:pt x="467765" y="500995"/>
                    <a:pt x="469347" y="499280"/>
                    <a:pt x="469515" y="498977"/>
                  </a:cubicBezTo>
                  <a:cubicBezTo>
                    <a:pt x="469650" y="498674"/>
                    <a:pt x="472544" y="495646"/>
                    <a:pt x="472712" y="495075"/>
                  </a:cubicBezTo>
                  <a:cubicBezTo>
                    <a:pt x="472847" y="494503"/>
                    <a:pt x="474328" y="492619"/>
                    <a:pt x="474900" y="491744"/>
                  </a:cubicBezTo>
                  <a:cubicBezTo>
                    <a:pt x="475472" y="490870"/>
                    <a:pt x="477929" y="487405"/>
                    <a:pt x="478232" y="486967"/>
                  </a:cubicBezTo>
                  <a:cubicBezTo>
                    <a:pt x="478535" y="486530"/>
                    <a:pt x="482573" y="481753"/>
                    <a:pt x="482573" y="481753"/>
                  </a:cubicBezTo>
                  <a:cubicBezTo>
                    <a:pt x="482573" y="481753"/>
                    <a:pt x="483145" y="476404"/>
                    <a:pt x="483145" y="475799"/>
                  </a:cubicBezTo>
                  <a:cubicBezTo>
                    <a:pt x="483145" y="475227"/>
                    <a:pt x="485165" y="472166"/>
                    <a:pt x="485737" y="471594"/>
                  </a:cubicBezTo>
                  <a:cubicBezTo>
                    <a:pt x="486309" y="471022"/>
                    <a:pt x="487319" y="469004"/>
                    <a:pt x="487621" y="467826"/>
                  </a:cubicBezTo>
                  <a:cubicBezTo>
                    <a:pt x="487891" y="466683"/>
                    <a:pt x="489068" y="462747"/>
                    <a:pt x="489068" y="462747"/>
                  </a:cubicBezTo>
                  <a:cubicBezTo>
                    <a:pt x="489068" y="462747"/>
                    <a:pt x="490819" y="459416"/>
                    <a:pt x="490819" y="458542"/>
                  </a:cubicBezTo>
                  <a:cubicBezTo>
                    <a:pt x="490819" y="457667"/>
                    <a:pt x="491391" y="452890"/>
                    <a:pt x="491391" y="452890"/>
                  </a:cubicBezTo>
                  <a:lnTo>
                    <a:pt x="490381" y="448248"/>
                  </a:lnTo>
                  <a:lnTo>
                    <a:pt x="490381" y="444178"/>
                  </a:lnTo>
                  <a:lnTo>
                    <a:pt x="488799" y="436373"/>
                  </a:lnTo>
                  <a:lnTo>
                    <a:pt x="486477" y="433615"/>
                  </a:lnTo>
                  <a:lnTo>
                    <a:pt x="481395" y="427257"/>
                  </a:lnTo>
                  <a:lnTo>
                    <a:pt x="480823" y="420159"/>
                  </a:lnTo>
                  <a:lnTo>
                    <a:pt x="481698" y="415820"/>
                  </a:lnTo>
                  <a:lnTo>
                    <a:pt x="480554" y="410471"/>
                  </a:lnTo>
                  <a:lnTo>
                    <a:pt x="478972" y="406838"/>
                  </a:lnTo>
                  <a:lnTo>
                    <a:pt x="476953" y="403507"/>
                  </a:lnTo>
                  <a:lnTo>
                    <a:pt x="476684" y="397856"/>
                  </a:lnTo>
                  <a:lnTo>
                    <a:pt x="476246" y="392642"/>
                  </a:lnTo>
                  <a:lnTo>
                    <a:pt x="476818" y="389312"/>
                  </a:lnTo>
                  <a:lnTo>
                    <a:pt x="477693" y="387428"/>
                  </a:lnTo>
                  <a:lnTo>
                    <a:pt x="478131" y="381776"/>
                  </a:lnTo>
                  <a:lnTo>
                    <a:pt x="478568" y="377874"/>
                  </a:lnTo>
                  <a:lnTo>
                    <a:pt x="478265" y="374241"/>
                  </a:lnTo>
                  <a:cubicBezTo>
                    <a:pt x="478265" y="374241"/>
                    <a:pt x="477962" y="370911"/>
                    <a:pt x="477962" y="370473"/>
                  </a:cubicBezTo>
                  <a:cubicBezTo>
                    <a:pt x="477962" y="370036"/>
                    <a:pt x="477390" y="367278"/>
                    <a:pt x="477390" y="367278"/>
                  </a:cubicBezTo>
                  <a:cubicBezTo>
                    <a:pt x="477390" y="367278"/>
                    <a:pt x="476818" y="365831"/>
                    <a:pt x="476650" y="365394"/>
                  </a:cubicBezTo>
                  <a:cubicBezTo>
                    <a:pt x="476515" y="364956"/>
                    <a:pt x="476515" y="364082"/>
                    <a:pt x="476785" y="363947"/>
                  </a:cubicBezTo>
                  <a:cubicBezTo>
                    <a:pt x="477087" y="363813"/>
                    <a:pt x="476919" y="361626"/>
                    <a:pt x="477357" y="361323"/>
                  </a:cubicBezTo>
                  <a:cubicBezTo>
                    <a:pt x="477794" y="361020"/>
                    <a:pt x="478366" y="359440"/>
                    <a:pt x="478366" y="359440"/>
                  </a:cubicBezTo>
                  <a:cubicBezTo>
                    <a:pt x="478366" y="359440"/>
                    <a:pt x="478938" y="357253"/>
                    <a:pt x="479073" y="356681"/>
                  </a:cubicBezTo>
                  <a:cubicBezTo>
                    <a:pt x="479208" y="356109"/>
                    <a:pt x="479948" y="354360"/>
                    <a:pt x="479948" y="354360"/>
                  </a:cubicBezTo>
                  <a:lnTo>
                    <a:pt x="479948" y="351601"/>
                  </a:lnTo>
                  <a:lnTo>
                    <a:pt x="478938" y="350020"/>
                  </a:lnTo>
                  <a:lnTo>
                    <a:pt x="477626" y="346555"/>
                  </a:lnTo>
                  <a:lnTo>
                    <a:pt x="475035" y="342653"/>
                  </a:lnTo>
                  <a:cubicBezTo>
                    <a:pt x="475035" y="342653"/>
                    <a:pt x="473284" y="340635"/>
                    <a:pt x="473150" y="340198"/>
                  </a:cubicBezTo>
                  <a:cubicBezTo>
                    <a:pt x="473015" y="339760"/>
                    <a:pt x="471265" y="338751"/>
                    <a:pt x="471265" y="338751"/>
                  </a:cubicBezTo>
                  <a:lnTo>
                    <a:pt x="471265" y="337607"/>
                  </a:lnTo>
                  <a:lnTo>
                    <a:pt x="472207" y="335858"/>
                  </a:lnTo>
                  <a:lnTo>
                    <a:pt x="474025" y="334714"/>
                  </a:lnTo>
                  <a:lnTo>
                    <a:pt x="475035" y="332830"/>
                  </a:lnTo>
                  <a:cubicBezTo>
                    <a:pt x="475035" y="332830"/>
                    <a:pt x="475741" y="330947"/>
                    <a:pt x="475741" y="330509"/>
                  </a:cubicBezTo>
                  <a:cubicBezTo>
                    <a:pt x="475741" y="330072"/>
                    <a:pt x="475741" y="328323"/>
                    <a:pt x="475607" y="327751"/>
                  </a:cubicBezTo>
                  <a:cubicBezTo>
                    <a:pt x="475472" y="327179"/>
                    <a:pt x="473857" y="327751"/>
                    <a:pt x="473857" y="327751"/>
                  </a:cubicBezTo>
                  <a:cubicBezTo>
                    <a:pt x="473857" y="327751"/>
                    <a:pt x="472140" y="325867"/>
                    <a:pt x="471972" y="324858"/>
                  </a:cubicBezTo>
                  <a:cubicBezTo>
                    <a:pt x="471837" y="323849"/>
                    <a:pt x="469515" y="324858"/>
                    <a:pt x="469515" y="324858"/>
                  </a:cubicBezTo>
                  <a:lnTo>
                    <a:pt x="469515" y="323277"/>
                  </a:lnTo>
                  <a:lnTo>
                    <a:pt x="471837" y="322268"/>
                  </a:lnTo>
                  <a:lnTo>
                    <a:pt x="473419" y="320081"/>
                  </a:lnTo>
                  <a:cubicBezTo>
                    <a:pt x="473419" y="320081"/>
                    <a:pt x="472712" y="318635"/>
                    <a:pt x="472712" y="318063"/>
                  </a:cubicBezTo>
                  <a:cubicBezTo>
                    <a:pt x="472712" y="317491"/>
                    <a:pt x="471703" y="316751"/>
                    <a:pt x="471703" y="316751"/>
                  </a:cubicBezTo>
                  <a:lnTo>
                    <a:pt x="470558" y="315001"/>
                  </a:lnTo>
                  <a:lnTo>
                    <a:pt x="471703" y="313555"/>
                  </a:lnTo>
                  <a:lnTo>
                    <a:pt x="470390" y="310797"/>
                  </a:lnTo>
                  <a:lnTo>
                    <a:pt x="469515" y="305717"/>
                  </a:lnTo>
                  <a:lnTo>
                    <a:pt x="469515" y="302252"/>
                  </a:lnTo>
                  <a:lnTo>
                    <a:pt x="471030" y="300368"/>
                  </a:lnTo>
                  <a:lnTo>
                    <a:pt x="474732" y="299796"/>
                  </a:lnTo>
                  <a:lnTo>
                    <a:pt x="476179" y="298047"/>
                  </a:lnTo>
                  <a:lnTo>
                    <a:pt x="475741" y="295861"/>
                  </a:lnTo>
                  <a:lnTo>
                    <a:pt x="474732" y="295289"/>
                  </a:lnTo>
                  <a:lnTo>
                    <a:pt x="474732" y="292261"/>
                  </a:lnTo>
                  <a:lnTo>
                    <a:pt x="479006" y="290815"/>
                  </a:lnTo>
                  <a:cubicBezTo>
                    <a:pt x="479006" y="290815"/>
                    <a:pt x="480251" y="288224"/>
                    <a:pt x="480520" y="287787"/>
                  </a:cubicBezTo>
                  <a:cubicBezTo>
                    <a:pt x="480823" y="287350"/>
                    <a:pt x="482977" y="283447"/>
                    <a:pt x="482977" y="283447"/>
                  </a:cubicBezTo>
                  <a:lnTo>
                    <a:pt x="486309" y="278099"/>
                  </a:lnTo>
                  <a:cubicBezTo>
                    <a:pt x="486309" y="278099"/>
                    <a:pt x="492838" y="273625"/>
                    <a:pt x="492838" y="273187"/>
                  </a:cubicBezTo>
                  <a:cubicBezTo>
                    <a:pt x="492838" y="272750"/>
                    <a:pt x="494420" y="269554"/>
                    <a:pt x="494722" y="269117"/>
                  </a:cubicBezTo>
                  <a:cubicBezTo>
                    <a:pt x="495025" y="268680"/>
                    <a:pt x="497314" y="266661"/>
                    <a:pt x="497314" y="266661"/>
                  </a:cubicBezTo>
                  <a:lnTo>
                    <a:pt x="498189" y="263903"/>
                  </a:lnTo>
                  <a:lnTo>
                    <a:pt x="497886" y="259395"/>
                  </a:lnTo>
                  <a:lnTo>
                    <a:pt x="495867" y="257780"/>
                  </a:lnTo>
                  <a:cubicBezTo>
                    <a:pt x="495867" y="257780"/>
                    <a:pt x="492972" y="253744"/>
                    <a:pt x="492972" y="252701"/>
                  </a:cubicBezTo>
                  <a:cubicBezTo>
                    <a:pt x="492972" y="251658"/>
                    <a:pt x="493275" y="250111"/>
                    <a:pt x="493275" y="250111"/>
                  </a:cubicBezTo>
                  <a:lnTo>
                    <a:pt x="496304" y="248092"/>
                  </a:lnTo>
                  <a:cubicBezTo>
                    <a:pt x="496304" y="248092"/>
                    <a:pt x="497886" y="245468"/>
                    <a:pt x="499333" y="244022"/>
                  </a:cubicBezTo>
                  <a:cubicBezTo>
                    <a:pt x="500780" y="242575"/>
                    <a:pt x="502362" y="243450"/>
                    <a:pt x="502362" y="243450"/>
                  </a:cubicBezTo>
                  <a:cubicBezTo>
                    <a:pt x="502362" y="243450"/>
                    <a:pt x="503809" y="242575"/>
                    <a:pt x="505256" y="241129"/>
                  </a:cubicBezTo>
                  <a:cubicBezTo>
                    <a:pt x="506703" y="239682"/>
                    <a:pt x="506703" y="238673"/>
                    <a:pt x="506703" y="238673"/>
                  </a:cubicBezTo>
                  <a:lnTo>
                    <a:pt x="507444" y="234334"/>
                  </a:lnTo>
                  <a:lnTo>
                    <a:pt x="503977" y="230129"/>
                  </a:lnTo>
                  <a:lnTo>
                    <a:pt x="504550" y="227505"/>
                  </a:lnTo>
                  <a:lnTo>
                    <a:pt x="506131" y="225318"/>
                  </a:lnTo>
                  <a:lnTo>
                    <a:pt x="507276" y="223300"/>
                  </a:lnTo>
                  <a:lnTo>
                    <a:pt x="504516" y="221853"/>
                  </a:lnTo>
                  <a:lnTo>
                    <a:pt x="500747" y="220541"/>
                  </a:lnTo>
                  <a:lnTo>
                    <a:pt x="500747" y="219398"/>
                  </a:lnTo>
                  <a:lnTo>
                    <a:pt x="501184" y="216303"/>
                  </a:lnTo>
                  <a:cubicBezTo>
                    <a:pt x="501184" y="216303"/>
                    <a:pt x="502059" y="215765"/>
                    <a:pt x="502497" y="215529"/>
                  </a:cubicBezTo>
                  <a:cubicBezTo>
                    <a:pt x="502934" y="215327"/>
                    <a:pt x="504011" y="214453"/>
                    <a:pt x="504247" y="214116"/>
                  </a:cubicBezTo>
                  <a:cubicBezTo>
                    <a:pt x="504449" y="213780"/>
                    <a:pt x="504449" y="213040"/>
                    <a:pt x="504449" y="213040"/>
                  </a:cubicBezTo>
                  <a:lnTo>
                    <a:pt x="501521" y="210651"/>
                  </a:lnTo>
                  <a:cubicBezTo>
                    <a:pt x="501521" y="210651"/>
                    <a:pt x="499468" y="209777"/>
                    <a:pt x="499131" y="209440"/>
                  </a:cubicBezTo>
                  <a:cubicBezTo>
                    <a:pt x="498795" y="209104"/>
                    <a:pt x="498155" y="208128"/>
                    <a:pt x="498155" y="208128"/>
                  </a:cubicBezTo>
                  <a:lnTo>
                    <a:pt x="496843" y="207355"/>
                  </a:lnTo>
                  <a:lnTo>
                    <a:pt x="494117" y="206480"/>
                  </a:lnTo>
                  <a:lnTo>
                    <a:pt x="493780" y="204865"/>
                  </a:lnTo>
                  <a:lnTo>
                    <a:pt x="493780" y="202141"/>
                  </a:lnTo>
                  <a:lnTo>
                    <a:pt x="492198" y="199315"/>
                  </a:lnTo>
                  <a:cubicBezTo>
                    <a:pt x="492198" y="199315"/>
                    <a:pt x="490516" y="196825"/>
                    <a:pt x="490078" y="196590"/>
                  </a:cubicBezTo>
                  <a:cubicBezTo>
                    <a:pt x="489641" y="196388"/>
                    <a:pt x="488665" y="195177"/>
                    <a:pt x="488665" y="195177"/>
                  </a:cubicBezTo>
                  <a:cubicBezTo>
                    <a:pt x="488665" y="195177"/>
                    <a:pt x="486275" y="192352"/>
                    <a:pt x="485636" y="191813"/>
                  </a:cubicBezTo>
                  <a:cubicBezTo>
                    <a:pt x="484996" y="191275"/>
                    <a:pt x="483785" y="190400"/>
                    <a:pt x="483347" y="190299"/>
                  </a:cubicBezTo>
                  <a:cubicBezTo>
                    <a:pt x="482910" y="190199"/>
                    <a:pt x="481294" y="188988"/>
                    <a:pt x="480857" y="188685"/>
                  </a:cubicBezTo>
                  <a:cubicBezTo>
                    <a:pt x="480419" y="188348"/>
                    <a:pt x="478804" y="186195"/>
                    <a:pt x="478804" y="185859"/>
                  </a:cubicBezTo>
                  <a:cubicBezTo>
                    <a:pt x="478804" y="185523"/>
                    <a:pt x="479241" y="184211"/>
                    <a:pt x="479881" y="183571"/>
                  </a:cubicBezTo>
                  <a:cubicBezTo>
                    <a:pt x="480520" y="182932"/>
                    <a:pt x="479881" y="182260"/>
                    <a:pt x="479881" y="182260"/>
                  </a:cubicBezTo>
                  <a:lnTo>
                    <a:pt x="479881" y="180073"/>
                  </a:lnTo>
                  <a:cubicBezTo>
                    <a:pt x="479881" y="180073"/>
                    <a:pt x="480655" y="177247"/>
                    <a:pt x="480655" y="176810"/>
                  </a:cubicBezTo>
                  <a:cubicBezTo>
                    <a:pt x="480655" y="176373"/>
                    <a:pt x="482169" y="174522"/>
                    <a:pt x="482506" y="174522"/>
                  </a:cubicBezTo>
                  <a:cubicBezTo>
                    <a:pt x="482842" y="174522"/>
                    <a:pt x="482405" y="172571"/>
                    <a:pt x="482169" y="171697"/>
                  </a:cubicBezTo>
                  <a:cubicBezTo>
                    <a:pt x="481967" y="170822"/>
                    <a:pt x="479914" y="170082"/>
                    <a:pt x="479914" y="170082"/>
                  </a:cubicBezTo>
                  <a:lnTo>
                    <a:pt x="479914" y="166617"/>
                  </a:lnTo>
                  <a:cubicBezTo>
                    <a:pt x="479914" y="166617"/>
                    <a:pt x="481866" y="163993"/>
                    <a:pt x="482068" y="163589"/>
                  </a:cubicBezTo>
                  <a:cubicBezTo>
                    <a:pt x="482304" y="163152"/>
                    <a:pt x="483145" y="161201"/>
                    <a:pt x="483145" y="161201"/>
                  </a:cubicBezTo>
                  <a:lnTo>
                    <a:pt x="484323" y="157063"/>
                  </a:lnTo>
                  <a:lnTo>
                    <a:pt x="489102" y="152724"/>
                  </a:lnTo>
                  <a:lnTo>
                    <a:pt x="491054" y="149461"/>
                  </a:lnTo>
                  <a:lnTo>
                    <a:pt x="493242" y="148149"/>
                  </a:lnTo>
                  <a:lnTo>
                    <a:pt x="497785" y="145962"/>
                  </a:lnTo>
                  <a:lnTo>
                    <a:pt x="499972" y="143238"/>
                  </a:lnTo>
                  <a:cubicBezTo>
                    <a:pt x="499972" y="143238"/>
                    <a:pt x="501386" y="139975"/>
                    <a:pt x="501487" y="139638"/>
                  </a:cubicBezTo>
                  <a:cubicBezTo>
                    <a:pt x="501588" y="139302"/>
                    <a:pt x="502900" y="137048"/>
                    <a:pt x="502900" y="137048"/>
                  </a:cubicBezTo>
                  <a:lnTo>
                    <a:pt x="504953" y="133347"/>
                  </a:lnTo>
                  <a:lnTo>
                    <a:pt x="507881" y="131834"/>
                  </a:lnTo>
                  <a:lnTo>
                    <a:pt x="511381" y="130959"/>
                  </a:lnTo>
                  <a:lnTo>
                    <a:pt x="513670" y="129445"/>
                  </a:lnTo>
                  <a:lnTo>
                    <a:pt x="514646" y="126620"/>
                  </a:lnTo>
                  <a:lnTo>
                    <a:pt x="514646" y="121607"/>
                  </a:lnTo>
                  <a:lnTo>
                    <a:pt x="515790" y="116931"/>
                  </a:lnTo>
                  <a:cubicBezTo>
                    <a:pt x="515790" y="116931"/>
                    <a:pt x="515420" y="114543"/>
                    <a:pt x="515521" y="114206"/>
                  </a:cubicBezTo>
                  <a:cubicBezTo>
                    <a:pt x="515622" y="113870"/>
                    <a:pt x="516396" y="110944"/>
                    <a:pt x="516396" y="110944"/>
                  </a:cubicBezTo>
                  <a:lnTo>
                    <a:pt x="516396" y="107479"/>
                  </a:lnTo>
                  <a:cubicBezTo>
                    <a:pt x="516396" y="107479"/>
                    <a:pt x="516396" y="104653"/>
                    <a:pt x="516396" y="104115"/>
                  </a:cubicBezTo>
                  <a:cubicBezTo>
                    <a:pt x="516396" y="103576"/>
                    <a:pt x="517035" y="101827"/>
                    <a:pt x="517372" y="101524"/>
                  </a:cubicBezTo>
                  <a:cubicBezTo>
                    <a:pt x="517708" y="101188"/>
                    <a:pt x="518987" y="99674"/>
                    <a:pt x="519661" y="98934"/>
                  </a:cubicBezTo>
                  <a:cubicBezTo>
                    <a:pt x="520300" y="98161"/>
                    <a:pt x="521310" y="96445"/>
                    <a:pt x="521511" y="96108"/>
                  </a:cubicBezTo>
                  <a:cubicBezTo>
                    <a:pt x="521747" y="95772"/>
                    <a:pt x="523362" y="91870"/>
                    <a:pt x="523362" y="91870"/>
                  </a:cubicBezTo>
                  <a:lnTo>
                    <a:pt x="523362" y="89683"/>
                  </a:lnTo>
                  <a:lnTo>
                    <a:pt x="524641" y="87194"/>
                  </a:lnTo>
                  <a:cubicBezTo>
                    <a:pt x="524641" y="87194"/>
                    <a:pt x="525853" y="84368"/>
                    <a:pt x="525853" y="84032"/>
                  </a:cubicBezTo>
                  <a:cubicBezTo>
                    <a:pt x="525853" y="83695"/>
                    <a:pt x="526290" y="80029"/>
                    <a:pt x="526290" y="80029"/>
                  </a:cubicBezTo>
                  <a:cubicBezTo>
                    <a:pt x="526290" y="80029"/>
                    <a:pt x="524339" y="77203"/>
                    <a:pt x="524574" y="76564"/>
                  </a:cubicBezTo>
                  <a:cubicBezTo>
                    <a:pt x="524776" y="75925"/>
                    <a:pt x="524574" y="72964"/>
                    <a:pt x="524574" y="72527"/>
                  </a:cubicBezTo>
                  <a:cubicBezTo>
                    <a:pt x="524574" y="72090"/>
                    <a:pt x="526964" y="70239"/>
                    <a:pt x="526964" y="70239"/>
                  </a:cubicBezTo>
                  <a:lnTo>
                    <a:pt x="529454" y="69466"/>
                  </a:lnTo>
                  <a:lnTo>
                    <a:pt x="531305" y="67717"/>
                  </a:lnTo>
                  <a:lnTo>
                    <a:pt x="534569" y="65429"/>
                  </a:lnTo>
                  <a:lnTo>
                    <a:pt x="537060" y="62940"/>
                  </a:lnTo>
                  <a:lnTo>
                    <a:pt x="539012" y="58701"/>
                  </a:lnTo>
                  <a:cubicBezTo>
                    <a:pt x="539012" y="58701"/>
                    <a:pt x="540089" y="54362"/>
                    <a:pt x="540089" y="53924"/>
                  </a:cubicBezTo>
                  <a:cubicBezTo>
                    <a:pt x="540089" y="53487"/>
                    <a:pt x="540190" y="50325"/>
                    <a:pt x="540190" y="50325"/>
                  </a:cubicBezTo>
                  <a:lnTo>
                    <a:pt x="540964" y="43597"/>
                  </a:lnTo>
                  <a:cubicBezTo>
                    <a:pt x="540964" y="43597"/>
                    <a:pt x="541300" y="41208"/>
                    <a:pt x="548233" y="37609"/>
                  </a:cubicBezTo>
                  <a:cubicBezTo>
                    <a:pt x="555233" y="34178"/>
                    <a:pt x="548503" y="36062"/>
                    <a:pt x="547829" y="36062"/>
                  </a:cubicBezTo>
                  <a:close/>
                </a:path>
              </a:pathLst>
            </a:custGeom>
            <a:grpFill/>
            <a:ln w="6350" cap="flat">
              <a:solidFill>
                <a:schemeClr val="bg1"/>
              </a:solidFill>
              <a:prstDash val="solid"/>
              <a:miter/>
            </a:ln>
          </p:spPr>
          <p:txBody>
            <a:bodyPr rtlCol="0" anchor="ctr"/>
            <a:lstStyle/>
            <a:p>
              <a:endParaRPr lang="en-US"/>
            </a:p>
          </p:txBody>
        </p:sp>
        <p:sp>
          <p:nvSpPr>
            <p:cNvPr id="189" name="Freeform 906">
              <a:extLst>
                <a:ext uri="{FF2B5EF4-FFF2-40B4-BE49-F238E27FC236}">
                  <a16:creationId xmlns:a16="http://schemas.microsoft.com/office/drawing/2014/main" id="{951FD801-5568-7356-A83D-5120E1C241EB}"/>
                </a:ext>
              </a:extLst>
            </p:cNvPr>
            <p:cNvSpPr/>
            <p:nvPr/>
          </p:nvSpPr>
          <p:spPr>
            <a:xfrm>
              <a:off x="7482803" y="2560251"/>
              <a:ext cx="157817" cy="247545"/>
            </a:xfrm>
            <a:custGeom>
              <a:avLst/>
              <a:gdLst>
                <a:gd name="connsiteX0" fmla="*/ 75352 w 302992"/>
                <a:gd name="connsiteY0" fmla="*/ 278402 h 475260"/>
                <a:gd name="connsiteX1" fmla="*/ 78180 w 302992"/>
                <a:gd name="connsiteY1" fmla="*/ 278940 h 475260"/>
                <a:gd name="connsiteX2" fmla="*/ 81545 w 302992"/>
                <a:gd name="connsiteY2" fmla="*/ 279814 h 475260"/>
                <a:gd name="connsiteX3" fmla="*/ 83160 w 302992"/>
                <a:gd name="connsiteY3" fmla="*/ 280252 h 475260"/>
                <a:gd name="connsiteX4" fmla="*/ 85785 w 302992"/>
                <a:gd name="connsiteY4" fmla="*/ 282876 h 475260"/>
                <a:gd name="connsiteX5" fmla="*/ 87636 w 302992"/>
                <a:gd name="connsiteY5" fmla="*/ 286475 h 475260"/>
                <a:gd name="connsiteX6" fmla="*/ 89925 w 302992"/>
                <a:gd name="connsiteY6" fmla="*/ 289738 h 475260"/>
                <a:gd name="connsiteX7" fmla="*/ 90026 w 302992"/>
                <a:gd name="connsiteY7" fmla="*/ 292328 h 475260"/>
                <a:gd name="connsiteX8" fmla="*/ 89824 w 302992"/>
                <a:gd name="connsiteY8" fmla="*/ 295154 h 475260"/>
                <a:gd name="connsiteX9" fmla="*/ 89185 w 302992"/>
                <a:gd name="connsiteY9" fmla="*/ 297105 h 475260"/>
                <a:gd name="connsiteX10" fmla="*/ 87435 w 302992"/>
                <a:gd name="connsiteY10" fmla="*/ 298955 h 475260"/>
                <a:gd name="connsiteX11" fmla="*/ 85920 w 302992"/>
                <a:gd name="connsiteY11" fmla="*/ 299931 h 475260"/>
                <a:gd name="connsiteX12" fmla="*/ 85045 w 302992"/>
                <a:gd name="connsiteY12" fmla="*/ 300267 h 475260"/>
                <a:gd name="connsiteX13" fmla="*/ 82218 w 302992"/>
                <a:gd name="connsiteY13" fmla="*/ 301579 h 475260"/>
                <a:gd name="connsiteX14" fmla="*/ 80906 w 302992"/>
                <a:gd name="connsiteY14" fmla="*/ 303968 h 475260"/>
                <a:gd name="connsiteX15" fmla="*/ 79593 w 302992"/>
                <a:gd name="connsiteY15" fmla="*/ 305482 h 475260"/>
                <a:gd name="connsiteX16" fmla="*/ 78180 w 302992"/>
                <a:gd name="connsiteY16" fmla="*/ 310157 h 475260"/>
                <a:gd name="connsiteX17" fmla="*/ 78718 w 302992"/>
                <a:gd name="connsiteY17" fmla="*/ 313420 h 475260"/>
                <a:gd name="connsiteX18" fmla="*/ 78180 w 302992"/>
                <a:gd name="connsiteY18" fmla="*/ 316684 h 475260"/>
                <a:gd name="connsiteX19" fmla="*/ 78718 w 302992"/>
                <a:gd name="connsiteY19" fmla="*/ 319947 h 475260"/>
                <a:gd name="connsiteX20" fmla="*/ 80569 w 302992"/>
                <a:gd name="connsiteY20" fmla="*/ 322571 h 475260"/>
                <a:gd name="connsiteX21" fmla="*/ 83833 w 302992"/>
                <a:gd name="connsiteY21" fmla="*/ 323647 h 475260"/>
                <a:gd name="connsiteX22" fmla="*/ 87535 w 302992"/>
                <a:gd name="connsiteY22" fmla="*/ 324084 h 475260"/>
                <a:gd name="connsiteX23" fmla="*/ 90161 w 302992"/>
                <a:gd name="connsiteY23" fmla="*/ 324320 h 475260"/>
                <a:gd name="connsiteX24" fmla="*/ 93088 w 302992"/>
                <a:gd name="connsiteY24" fmla="*/ 326607 h 475260"/>
                <a:gd name="connsiteX25" fmla="*/ 93694 w 302992"/>
                <a:gd name="connsiteY25" fmla="*/ 330812 h 475260"/>
                <a:gd name="connsiteX26" fmla="*/ 96454 w 302992"/>
                <a:gd name="connsiteY26" fmla="*/ 337338 h 475260"/>
                <a:gd name="connsiteX27" fmla="*/ 99348 w 302992"/>
                <a:gd name="connsiteY27" fmla="*/ 345143 h 475260"/>
                <a:gd name="connsiteX28" fmla="*/ 100089 w 302992"/>
                <a:gd name="connsiteY28" fmla="*/ 354427 h 475260"/>
                <a:gd name="connsiteX29" fmla="*/ 101233 w 302992"/>
                <a:gd name="connsiteY29" fmla="*/ 359641 h 475260"/>
                <a:gd name="connsiteX30" fmla="*/ 100089 w 302992"/>
                <a:gd name="connsiteY30" fmla="*/ 365495 h 475260"/>
                <a:gd name="connsiteX31" fmla="*/ 100493 w 302992"/>
                <a:gd name="connsiteY31" fmla="*/ 369935 h 475260"/>
                <a:gd name="connsiteX32" fmla="*/ 100593 w 302992"/>
                <a:gd name="connsiteY32" fmla="*/ 371953 h 475260"/>
                <a:gd name="connsiteX33" fmla="*/ 99079 w 302992"/>
                <a:gd name="connsiteY33" fmla="*/ 374207 h 475260"/>
                <a:gd name="connsiteX34" fmla="*/ 95949 w 302992"/>
                <a:gd name="connsiteY34" fmla="*/ 378446 h 475260"/>
                <a:gd name="connsiteX35" fmla="*/ 93661 w 302992"/>
                <a:gd name="connsiteY35" fmla="*/ 379455 h 475260"/>
                <a:gd name="connsiteX36" fmla="*/ 91776 w 302992"/>
                <a:gd name="connsiteY36" fmla="*/ 380229 h 475260"/>
                <a:gd name="connsiteX37" fmla="*/ 89858 w 302992"/>
                <a:gd name="connsiteY37" fmla="*/ 381406 h 475260"/>
                <a:gd name="connsiteX38" fmla="*/ 89622 w 302992"/>
                <a:gd name="connsiteY38" fmla="*/ 383021 h 475260"/>
                <a:gd name="connsiteX39" fmla="*/ 89387 w 302992"/>
                <a:gd name="connsiteY39" fmla="*/ 384669 h 475260"/>
                <a:gd name="connsiteX40" fmla="*/ 88007 w 302992"/>
                <a:gd name="connsiteY40" fmla="*/ 386351 h 475260"/>
                <a:gd name="connsiteX41" fmla="*/ 86324 w 302992"/>
                <a:gd name="connsiteY41" fmla="*/ 387327 h 475260"/>
                <a:gd name="connsiteX42" fmla="*/ 83901 w 302992"/>
                <a:gd name="connsiteY42" fmla="*/ 389513 h 475260"/>
                <a:gd name="connsiteX43" fmla="*/ 83833 w 302992"/>
                <a:gd name="connsiteY43" fmla="*/ 392003 h 475260"/>
                <a:gd name="connsiteX44" fmla="*/ 83463 w 302992"/>
                <a:gd name="connsiteY44" fmla="*/ 394257 h 475260"/>
                <a:gd name="connsiteX45" fmla="*/ 83463 w 302992"/>
                <a:gd name="connsiteY45" fmla="*/ 396510 h 475260"/>
                <a:gd name="connsiteX46" fmla="*/ 83766 w 302992"/>
                <a:gd name="connsiteY46" fmla="*/ 397822 h 475260"/>
                <a:gd name="connsiteX47" fmla="*/ 85550 w 302992"/>
                <a:gd name="connsiteY47" fmla="*/ 399639 h 475260"/>
                <a:gd name="connsiteX48" fmla="*/ 88074 w 302992"/>
                <a:gd name="connsiteY48" fmla="*/ 401624 h 475260"/>
                <a:gd name="connsiteX49" fmla="*/ 88612 w 302992"/>
                <a:gd name="connsiteY49" fmla="*/ 403406 h 475260"/>
                <a:gd name="connsiteX50" fmla="*/ 87805 w 302992"/>
                <a:gd name="connsiteY50" fmla="*/ 404954 h 475260"/>
                <a:gd name="connsiteX51" fmla="*/ 89252 w 302992"/>
                <a:gd name="connsiteY51" fmla="*/ 406299 h 475260"/>
                <a:gd name="connsiteX52" fmla="*/ 91204 w 302992"/>
                <a:gd name="connsiteY52" fmla="*/ 407073 h 475260"/>
                <a:gd name="connsiteX53" fmla="*/ 93257 w 302992"/>
                <a:gd name="connsiteY53" fmla="*/ 407746 h 475260"/>
                <a:gd name="connsiteX54" fmla="*/ 94771 w 302992"/>
                <a:gd name="connsiteY54" fmla="*/ 409024 h 475260"/>
                <a:gd name="connsiteX55" fmla="*/ 96084 w 302992"/>
                <a:gd name="connsiteY55" fmla="*/ 411211 h 475260"/>
                <a:gd name="connsiteX56" fmla="*/ 96622 w 302992"/>
                <a:gd name="connsiteY56" fmla="*/ 413297 h 475260"/>
                <a:gd name="connsiteX57" fmla="*/ 99247 w 302992"/>
                <a:gd name="connsiteY57" fmla="*/ 414171 h 475260"/>
                <a:gd name="connsiteX58" fmla="*/ 104161 w 302992"/>
                <a:gd name="connsiteY58" fmla="*/ 415618 h 475260"/>
                <a:gd name="connsiteX59" fmla="*/ 106180 w 302992"/>
                <a:gd name="connsiteY59" fmla="*/ 415315 h 475260"/>
                <a:gd name="connsiteX60" fmla="*/ 108199 w 302992"/>
                <a:gd name="connsiteY60" fmla="*/ 414440 h 475260"/>
                <a:gd name="connsiteX61" fmla="*/ 111666 w 302992"/>
                <a:gd name="connsiteY61" fmla="*/ 414440 h 475260"/>
                <a:gd name="connsiteX62" fmla="*/ 118632 w 302992"/>
                <a:gd name="connsiteY62" fmla="*/ 415584 h 475260"/>
                <a:gd name="connsiteX63" fmla="*/ 120955 w 302992"/>
                <a:gd name="connsiteY63" fmla="*/ 416459 h 475260"/>
                <a:gd name="connsiteX64" fmla="*/ 120652 w 302992"/>
                <a:gd name="connsiteY64" fmla="*/ 417905 h 475260"/>
                <a:gd name="connsiteX65" fmla="*/ 120080 w 302992"/>
                <a:gd name="connsiteY65" fmla="*/ 421101 h 475260"/>
                <a:gd name="connsiteX66" fmla="*/ 118632 w 302992"/>
                <a:gd name="connsiteY66" fmla="*/ 422245 h 475260"/>
                <a:gd name="connsiteX67" fmla="*/ 120652 w 302992"/>
                <a:gd name="connsiteY67" fmla="*/ 426315 h 475260"/>
                <a:gd name="connsiteX68" fmla="*/ 122099 w 302992"/>
                <a:gd name="connsiteY68" fmla="*/ 432337 h 475260"/>
                <a:gd name="connsiteX69" fmla="*/ 131084 w 302992"/>
                <a:gd name="connsiteY69" fmla="*/ 436743 h 475260"/>
                <a:gd name="connsiteX70" fmla="*/ 134551 w 302992"/>
                <a:gd name="connsiteY70" fmla="*/ 437887 h 475260"/>
                <a:gd name="connsiteX71" fmla="*/ 141214 w 302992"/>
                <a:gd name="connsiteY71" fmla="*/ 440780 h 475260"/>
                <a:gd name="connsiteX72" fmla="*/ 146936 w 302992"/>
                <a:gd name="connsiteY72" fmla="*/ 444615 h 475260"/>
                <a:gd name="connsiteX73" fmla="*/ 149628 w 302992"/>
                <a:gd name="connsiteY73" fmla="*/ 447441 h 475260"/>
                <a:gd name="connsiteX74" fmla="*/ 149763 w 302992"/>
                <a:gd name="connsiteY74" fmla="*/ 449627 h 475260"/>
                <a:gd name="connsiteX75" fmla="*/ 149056 w 302992"/>
                <a:gd name="connsiteY75" fmla="*/ 451814 h 475260"/>
                <a:gd name="connsiteX76" fmla="*/ 149056 w 302992"/>
                <a:gd name="connsiteY76" fmla="*/ 454135 h 475260"/>
                <a:gd name="connsiteX77" fmla="*/ 150301 w 302992"/>
                <a:gd name="connsiteY77" fmla="*/ 457028 h 475260"/>
                <a:gd name="connsiteX78" fmla="*/ 151681 w 302992"/>
                <a:gd name="connsiteY78" fmla="*/ 459047 h 475260"/>
                <a:gd name="connsiteX79" fmla="*/ 154003 w 302992"/>
                <a:gd name="connsiteY79" fmla="*/ 458172 h 475260"/>
                <a:gd name="connsiteX80" fmla="*/ 155148 w 302992"/>
                <a:gd name="connsiteY80" fmla="*/ 457028 h 475260"/>
                <a:gd name="connsiteX81" fmla="*/ 155888 w 302992"/>
                <a:gd name="connsiteY81" fmla="*/ 455447 h 475260"/>
                <a:gd name="connsiteX82" fmla="*/ 157773 w 302992"/>
                <a:gd name="connsiteY82" fmla="*/ 454572 h 475260"/>
                <a:gd name="connsiteX83" fmla="*/ 161239 w 302992"/>
                <a:gd name="connsiteY83" fmla="*/ 455279 h 475260"/>
                <a:gd name="connsiteX84" fmla="*/ 161239 w 302992"/>
                <a:gd name="connsiteY84" fmla="*/ 455144 h 475260"/>
                <a:gd name="connsiteX85" fmla="*/ 162754 w 302992"/>
                <a:gd name="connsiteY85" fmla="*/ 455716 h 475260"/>
                <a:gd name="connsiteX86" fmla="*/ 165883 w 302992"/>
                <a:gd name="connsiteY86" fmla="*/ 456591 h 475260"/>
                <a:gd name="connsiteX87" fmla="*/ 167465 w 302992"/>
                <a:gd name="connsiteY87" fmla="*/ 458609 h 475260"/>
                <a:gd name="connsiteX88" fmla="*/ 168609 w 302992"/>
                <a:gd name="connsiteY88" fmla="*/ 461367 h 475260"/>
                <a:gd name="connsiteX89" fmla="*/ 169619 w 302992"/>
                <a:gd name="connsiteY89" fmla="*/ 464698 h 475260"/>
                <a:gd name="connsiteX90" fmla="*/ 171369 w 302992"/>
                <a:gd name="connsiteY90" fmla="*/ 466716 h 475260"/>
                <a:gd name="connsiteX91" fmla="*/ 171369 w 302992"/>
                <a:gd name="connsiteY91" fmla="*/ 468735 h 475260"/>
                <a:gd name="connsiteX92" fmla="*/ 172816 w 302992"/>
                <a:gd name="connsiteY92" fmla="*/ 471493 h 475260"/>
                <a:gd name="connsiteX93" fmla="*/ 173961 w 302992"/>
                <a:gd name="connsiteY93" fmla="*/ 472368 h 475260"/>
                <a:gd name="connsiteX94" fmla="*/ 176148 w 302992"/>
                <a:gd name="connsiteY94" fmla="*/ 474386 h 475260"/>
                <a:gd name="connsiteX95" fmla="*/ 177730 w 302992"/>
                <a:gd name="connsiteY95" fmla="*/ 475261 h 475260"/>
                <a:gd name="connsiteX96" fmla="*/ 179480 w 302992"/>
                <a:gd name="connsiteY96" fmla="*/ 475261 h 475260"/>
                <a:gd name="connsiteX97" fmla="*/ 180624 w 302992"/>
                <a:gd name="connsiteY97" fmla="*/ 474117 h 475260"/>
                <a:gd name="connsiteX98" fmla="*/ 181634 w 302992"/>
                <a:gd name="connsiteY98" fmla="*/ 472368 h 475260"/>
                <a:gd name="connsiteX99" fmla="*/ 182643 w 302992"/>
                <a:gd name="connsiteY99" fmla="*/ 469307 h 475260"/>
                <a:gd name="connsiteX100" fmla="*/ 183216 w 302992"/>
                <a:gd name="connsiteY100" fmla="*/ 467557 h 475260"/>
                <a:gd name="connsiteX101" fmla="*/ 184360 w 302992"/>
                <a:gd name="connsiteY101" fmla="*/ 463790 h 475260"/>
                <a:gd name="connsiteX102" fmla="*/ 184932 w 302992"/>
                <a:gd name="connsiteY102" fmla="*/ 460325 h 475260"/>
                <a:gd name="connsiteX103" fmla="*/ 185672 w 302992"/>
                <a:gd name="connsiteY103" fmla="*/ 457566 h 475260"/>
                <a:gd name="connsiteX104" fmla="*/ 185369 w 302992"/>
                <a:gd name="connsiteY104" fmla="*/ 454808 h 475260"/>
                <a:gd name="connsiteX105" fmla="*/ 184663 w 302992"/>
                <a:gd name="connsiteY105" fmla="*/ 452049 h 475260"/>
                <a:gd name="connsiteX106" fmla="*/ 182643 w 302992"/>
                <a:gd name="connsiteY106" fmla="*/ 445826 h 475260"/>
                <a:gd name="connsiteX107" fmla="*/ 182071 w 302992"/>
                <a:gd name="connsiteY107" fmla="*/ 440612 h 475260"/>
                <a:gd name="connsiteX108" fmla="*/ 184023 w 302992"/>
                <a:gd name="connsiteY108" fmla="*/ 436104 h 475260"/>
                <a:gd name="connsiteX109" fmla="*/ 182509 w 302992"/>
                <a:gd name="connsiteY109" fmla="*/ 433817 h 475260"/>
                <a:gd name="connsiteX110" fmla="*/ 181297 w 302992"/>
                <a:gd name="connsiteY110" fmla="*/ 429679 h 475260"/>
                <a:gd name="connsiteX111" fmla="*/ 180321 w 302992"/>
                <a:gd name="connsiteY111" fmla="*/ 427392 h 475260"/>
                <a:gd name="connsiteX112" fmla="*/ 180321 w 302992"/>
                <a:gd name="connsiteY112" fmla="*/ 426315 h 475260"/>
                <a:gd name="connsiteX113" fmla="*/ 179951 w 302992"/>
                <a:gd name="connsiteY113" fmla="*/ 424028 h 475260"/>
                <a:gd name="connsiteX114" fmla="*/ 178605 w 302992"/>
                <a:gd name="connsiteY114" fmla="*/ 422177 h 475260"/>
                <a:gd name="connsiteX115" fmla="*/ 178605 w 302992"/>
                <a:gd name="connsiteY115" fmla="*/ 419789 h 475260"/>
                <a:gd name="connsiteX116" fmla="*/ 179379 w 302992"/>
                <a:gd name="connsiteY116" fmla="*/ 417737 h 475260"/>
                <a:gd name="connsiteX117" fmla="*/ 182643 w 302992"/>
                <a:gd name="connsiteY117" fmla="*/ 416862 h 475260"/>
                <a:gd name="connsiteX118" fmla="*/ 184595 w 302992"/>
                <a:gd name="connsiteY118" fmla="*/ 416089 h 475260"/>
                <a:gd name="connsiteX119" fmla="*/ 187220 w 302992"/>
                <a:gd name="connsiteY119" fmla="*/ 413801 h 475260"/>
                <a:gd name="connsiteX120" fmla="*/ 188970 w 302992"/>
                <a:gd name="connsiteY120" fmla="*/ 413700 h 475260"/>
                <a:gd name="connsiteX121" fmla="*/ 191898 w 302992"/>
                <a:gd name="connsiteY121" fmla="*/ 416728 h 475260"/>
                <a:gd name="connsiteX122" fmla="*/ 194288 w 302992"/>
                <a:gd name="connsiteY122" fmla="*/ 417602 h 475260"/>
                <a:gd name="connsiteX123" fmla="*/ 197350 w 302992"/>
                <a:gd name="connsiteY123" fmla="*/ 419352 h 475260"/>
                <a:gd name="connsiteX124" fmla="*/ 200951 w 302992"/>
                <a:gd name="connsiteY124" fmla="*/ 422076 h 475260"/>
                <a:gd name="connsiteX125" fmla="*/ 203879 w 302992"/>
                <a:gd name="connsiteY125" fmla="*/ 424801 h 475260"/>
                <a:gd name="connsiteX126" fmla="*/ 205831 w 302992"/>
                <a:gd name="connsiteY126" fmla="*/ 424801 h 475260"/>
                <a:gd name="connsiteX127" fmla="*/ 207783 w 302992"/>
                <a:gd name="connsiteY127" fmla="*/ 423119 h 475260"/>
                <a:gd name="connsiteX128" fmla="*/ 209870 w 302992"/>
                <a:gd name="connsiteY128" fmla="*/ 421202 h 475260"/>
                <a:gd name="connsiteX129" fmla="*/ 213572 w 302992"/>
                <a:gd name="connsiteY129" fmla="*/ 421976 h 475260"/>
                <a:gd name="connsiteX130" fmla="*/ 215860 w 302992"/>
                <a:gd name="connsiteY130" fmla="*/ 418511 h 475260"/>
                <a:gd name="connsiteX131" fmla="*/ 216399 w 302992"/>
                <a:gd name="connsiteY131" fmla="*/ 417972 h 475260"/>
                <a:gd name="connsiteX132" fmla="*/ 217712 w 302992"/>
                <a:gd name="connsiteY132" fmla="*/ 416122 h 475260"/>
                <a:gd name="connsiteX133" fmla="*/ 219562 w 302992"/>
                <a:gd name="connsiteY133" fmla="*/ 416122 h 475260"/>
                <a:gd name="connsiteX134" fmla="*/ 223466 w 302992"/>
                <a:gd name="connsiteY134" fmla="*/ 416122 h 475260"/>
                <a:gd name="connsiteX135" fmla="*/ 226192 w 302992"/>
                <a:gd name="connsiteY135" fmla="*/ 415416 h 475260"/>
                <a:gd name="connsiteX136" fmla="*/ 227404 w 302992"/>
                <a:gd name="connsiteY136" fmla="*/ 415248 h 475260"/>
                <a:gd name="connsiteX137" fmla="*/ 227404 w 302992"/>
                <a:gd name="connsiteY137" fmla="*/ 413398 h 475260"/>
                <a:gd name="connsiteX138" fmla="*/ 226933 w 302992"/>
                <a:gd name="connsiteY138" fmla="*/ 410572 h 475260"/>
                <a:gd name="connsiteX139" fmla="*/ 227000 w 302992"/>
                <a:gd name="connsiteY139" fmla="*/ 409697 h 475260"/>
                <a:gd name="connsiteX140" fmla="*/ 223836 w 302992"/>
                <a:gd name="connsiteY140" fmla="*/ 406333 h 475260"/>
                <a:gd name="connsiteX141" fmla="*/ 220471 w 302992"/>
                <a:gd name="connsiteY141" fmla="*/ 401354 h 475260"/>
                <a:gd name="connsiteX142" fmla="*/ 220471 w 302992"/>
                <a:gd name="connsiteY142" fmla="*/ 399605 h 475260"/>
                <a:gd name="connsiteX143" fmla="*/ 224274 w 302992"/>
                <a:gd name="connsiteY143" fmla="*/ 397755 h 475260"/>
                <a:gd name="connsiteX144" fmla="*/ 226563 w 302992"/>
                <a:gd name="connsiteY144" fmla="*/ 396342 h 475260"/>
                <a:gd name="connsiteX145" fmla="*/ 228414 w 302992"/>
                <a:gd name="connsiteY145" fmla="*/ 392440 h 475260"/>
                <a:gd name="connsiteX146" fmla="*/ 229188 w 302992"/>
                <a:gd name="connsiteY146" fmla="*/ 387865 h 475260"/>
                <a:gd name="connsiteX147" fmla="*/ 230365 w 302992"/>
                <a:gd name="connsiteY147" fmla="*/ 383828 h 475260"/>
                <a:gd name="connsiteX148" fmla="*/ 232452 w 302992"/>
                <a:gd name="connsiteY148" fmla="*/ 380128 h 475260"/>
                <a:gd name="connsiteX149" fmla="*/ 231577 w 302992"/>
                <a:gd name="connsiteY149" fmla="*/ 377403 h 475260"/>
                <a:gd name="connsiteX150" fmla="*/ 229726 w 302992"/>
                <a:gd name="connsiteY150" fmla="*/ 375788 h 475260"/>
                <a:gd name="connsiteX151" fmla="*/ 227539 w 302992"/>
                <a:gd name="connsiteY151" fmla="*/ 373299 h 475260"/>
                <a:gd name="connsiteX152" fmla="*/ 226226 w 302992"/>
                <a:gd name="connsiteY152" fmla="*/ 371348 h 475260"/>
                <a:gd name="connsiteX153" fmla="*/ 228414 w 302992"/>
                <a:gd name="connsiteY153" fmla="*/ 368421 h 475260"/>
                <a:gd name="connsiteX154" fmla="*/ 226226 w 302992"/>
                <a:gd name="connsiteY154" fmla="*/ 366134 h 475260"/>
                <a:gd name="connsiteX155" fmla="*/ 221346 w 302992"/>
                <a:gd name="connsiteY155" fmla="*/ 363947 h 475260"/>
                <a:gd name="connsiteX156" fmla="*/ 218721 w 302992"/>
                <a:gd name="connsiteY156" fmla="*/ 363947 h 475260"/>
                <a:gd name="connsiteX157" fmla="*/ 214178 w 302992"/>
                <a:gd name="connsiteY157" fmla="*/ 362904 h 475260"/>
                <a:gd name="connsiteX158" fmla="*/ 209836 w 302992"/>
                <a:gd name="connsiteY158" fmla="*/ 361222 h 475260"/>
                <a:gd name="connsiteX159" fmla="*/ 207110 w 302992"/>
                <a:gd name="connsiteY159" fmla="*/ 359271 h 475260"/>
                <a:gd name="connsiteX160" fmla="*/ 205158 w 302992"/>
                <a:gd name="connsiteY160" fmla="*/ 356883 h 475260"/>
                <a:gd name="connsiteX161" fmla="*/ 201793 w 302992"/>
                <a:gd name="connsiteY161" fmla="*/ 355806 h 475260"/>
                <a:gd name="connsiteX162" fmla="*/ 198528 w 302992"/>
                <a:gd name="connsiteY162" fmla="*/ 357455 h 475260"/>
                <a:gd name="connsiteX163" fmla="*/ 189408 w 302992"/>
                <a:gd name="connsiteY163" fmla="*/ 357455 h 475260"/>
                <a:gd name="connsiteX164" fmla="*/ 186480 w 302992"/>
                <a:gd name="connsiteY164" fmla="*/ 355941 h 475260"/>
                <a:gd name="connsiteX165" fmla="*/ 184865 w 302992"/>
                <a:gd name="connsiteY165" fmla="*/ 352476 h 475260"/>
                <a:gd name="connsiteX166" fmla="*/ 189206 w 302992"/>
                <a:gd name="connsiteY166" fmla="*/ 349449 h 475260"/>
                <a:gd name="connsiteX167" fmla="*/ 190821 w 302992"/>
                <a:gd name="connsiteY167" fmla="*/ 347935 h 475260"/>
                <a:gd name="connsiteX168" fmla="*/ 191696 w 302992"/>
                <a:gd name="connsiteY168" fmla="*/ 343595 h 475260"/>
                <a:gd name="connsiteX169" fmla="*/ 191158 w 302992"/>
                <a:gd name="connsiteY169" fmla="*/ 339895 h 475260"/>
                <a:gd name="connsiteX170" fmla="*/ 189408 w 302992"/>
                <a:gd name="connsiteY170" fmla="*/ 337406 h 475260"/>
                <a:gd name="connsiteX171" fmla="*/ 187355 w 302992"/>
                <a:gd name="connsiteY171" fmla="*/ 334243 h 475260"/>
                <a:gd name="connsiteX172" fmla="*/ 184427 w 302992"/>
                <a:gd name="connsiteY172" fmla="*/ 332057 h 475260"/>
                <a:gd name="connsiteX173" fmla="*/ 181701 w 302992"/>
                <a:gd name="connsiteY173" fmla="*/ 330207 h 475260"/>
                <a:gd name="connsiteX174" fmla="*/ 178975 w 302992"/>
                <a:gd name="connsiteY174" fmla="*/ 326944 h 475260"/>
                <a:gd name="connsiteX175" fmla="*/ 178975 w 302992"/>
                <a:gd name="connsiteY175" fmla="*/ 323680 h 475260"/>
                <a:gd name="connsiteX176" fmla="*/ 181028 w 302992"/>
                <a:gd name="connsiteY176" fmla="*/ 322604 h 475260"/>
                <a:gd name="connsiteX177" fmla="*/ 184494 w 302992"/>
                <a:gd name="connsiteY177" fmla="*/ 322604 h 475260"/>
                <a:gd name="connsiteX178" fmla="*/ 185369 w 302992"/>
                <a:gd name="connsiteY178" fmla="*/ 320216 h 475260"/>
                <a:gd name="connsiteX179" fmla="*/ 187456 w 302992"/>
                <a:gd name="connsiteY179" fmla="*/ 318904 h 475260"/>
                <a:gd name="connsiteX180" fmla="*/ 189206 w 302992"/>
                <a:gd name="connsiteY180" fmla="*/ 316414 h 475260"/>
                <a:gd name="connsiteX181" fmla="*/ 189206 w 302992"/>
                <a:gd name="connsiteY181" fmla="*/ 314463 h 475260"/>
                <a:gd name="connsiteX182" fmla="*/ 189206 w 302992"/>
                <a:gd name="connsiteY182" fmla="*/ 311873 h 475260"/>
                <a:gd name="connsiteX183" fmla="*/ 190619 w 302992"/>
                <a:gd name="connsiteY183" fmla="*/ 308845 h 475260"/>
                <a:gd name="connsiteX184" fmla="*/ 192571 w 302992"/>
                <a:gd name="connsiteY184" fmla="*/ 306020 h 475260"/>
                <a:gd name="connsiteX185" fmla="*/ 194322 w 302992"/>
                <a:gd name="connsiteY185" fmla="*/ 303867 h 475260"/>
                <a:gd name="connsiteX186" fmla="*/ 197586 w 302992"/>
                <a:gd name="connsiteY186" fmla="*/ 303833 h 475260"/>
                <a:gd name="connsiteX187" fmla="*/ 200649 w 302992"/>
                <a:gd name="connsiteY187" fmla="*/ 303833 h 475260"/>
                <a:gd name="connsiteX188" fmla="*/ 204115 w 302992"/>
                <a:gd name="connsiteY188" fmla="*/ 303295 h 475260"/>
                <a:gd name="connsiteX189" fmla="*/ 203577 w 302992"/>
                <a:gd name="connsiteY189" fmla="*/ 300907 h 475260"/>
                <a:gd name="connsiteX190" fmla="*/ 202802 w 302992"/>
                <a:gd name="connsiteY190" fmla="*/ 299595 h 475260"/>
                <a:gd name="connsiteX191" fmla="*/ 203240 w 302992"/>
                <a:gd name="connsiteY191" fmla="*/ 295793 h 475260"/>
                <a:gd name="connsiteX192" fmla="*/ 205629 w 302992"/>
                <a:gd name="connsiteY192" fmla="*/ 295154 h 475260"/>
                <a:gd name="connsiteX193" fmla="*/ 205529 w 302992"/>
                <a:gd name="connsiteY193" fmla="*/ 292429 h 475260"/>
                <a:gd name="connsiteX194" fmla="*/ 204317 w 302992"/>
                <a:gd name="connsiteY194" fmla="*/ 290680 h 475260"/>
                <a:gd name="connsiteX195" fmla="*/ 201052 w 302992"/>
                <a:gd name="connsiteY195" fmla="*/ 289065 h 475260"/>
                <a:gd name="connsiteX196" fmla="*/ 197687 w 302992"/>
                <a:gd name="connsiteY196" fmla="*/ 287653 h 475260"/>
                <a:gd name="connsiteX197" fmla="*/ 195398 w 302992"/>
                <a:gd name="connsiteY197" fmla="*/ 282876 h 475260"/>
                <a:gd name="connsiteX198" fmla="*/ 196711 w 302992"/>
                <a:gd name="connsiteY198" fmla="*/ 280151 h 475260"/>
                <a:gd name="connsiteX199" fmla="*/ 200312 w 302992"/>
                <a:gd name="connsiteY199" fmla="*/ 278502 h 475260"/>
                <a:gd name="connsiteX200" fmla="*/ 203677 w 302992"/>
                <a:gd name="connsiteY200" fmla="*/ 277964 h 475260"/>
                <a:gd name="connsiteX201" fmla="*/ 204216 w 302992"/>
                <a:gd name="connsiteY201" fmla="*/ 275374 h 475260"/>
                <a:gd name="connsiteX202" fmla="*/ 204855 w 302992"/>
                <a:gd name="connsiteY202" fmla="*/ 272750 h 475260"/>
                <a:gd name="connsiteX203" fmla="*/ 204855 w 302992"/>
                <a:gd name="connsiteY203" fmla="*/ 267536 h 475260"/>
                <a:gd name="connsiteX204" fmla="*/ 204855 w 302992"/>
                <a:gd name="connsiteY204" fmla="*/ 263028 h 475260"/>
                <a:gd name="connsiteX205" fmla="*/ 206033 w 302992"/>
                <a:gd name="connsiteY205" fmla="*/ 259833 h 475260"/>
                <a:gd name="connsiteX206" fmla="*/ 208187 w 302992"/>
                <a:gd name="connsiteY206" fmla="*/ 259664 h 475260"/>
                <a:gd name="connsiteX207" fmla="*/ 210509 w 302992"/>
                <a:gd name="connsiteY207" fmla="*/ 260169 h 475260"/>
                <a:gd name="connsiteX208" fmla="*/ 214413 w 302992"/>
                <a:gd name="connsiteY208" fmla="*/ 260943 h 475260"/>
                <a:gd name="connsiteX209" fmla="*/ 216332 w 302992"/>
                <a:gd name="connsiteY209" fmla="*/ 259294 h 475260"/>
                <a:gd name="connsiteX210" fmla="*/ 217139 w 302992"/>
                <a:gd name="connsiteY210" fmla="*/ 257511 h 475260"/>
                <a:gd name="connsiteX211" fmla="*/ 221043 w 302992"/>
                <a:gd name="connsiteY211" fmla="*/ 255762 h 475260"/>
                <a:gd name="connsiteX212" fmla="*/ 224308 w 302992"/>
                <a:gd name="connsiteY212" fmla="*/ 256267 h 475260"/>
                <a:gd name="connsiteX213" fmla="*/ 227808 w 302992"/>
                <a:gd name="connsiteY213" fmla="*/ 260573 h 475260"/>
                <a:gd name="connsiteX214" fmla="*/ 228245 w 302992"/>
                <a:gd name="connsiteY214" fmla="*/ 260236 h 475260"/>
                <a:gd name="connsiteX215" fmla="*/ 231442 w 302992"/>
                <a:gd name="connsiteY215" fmla="*/ 257579 h 475260"/>
                <a:gd name="connsiteX216" fmla="*/ 233933 w 302992"/>
                <a:gd name="connsiteY216" fmla="*/ 258050 h 475260"/>
                <a:gd name="connsiteX217" fmla="*/ 237265 w 302992"/>
                <a:gd name="connsiteY217" fmla="*/ 261481 h 475260"/>
                <a:gd name="connsiteX218" fmla="*/ 239688 w 302992"/>
                <a:gd name="connsiteY218" fmla="*/ 260606 h 475260"/>
                <a:gd name="connsiteX219" fmla="*/ 241875 w 302992"/>
                <a:gd name="connsiteY219" fmla="*/ 258756 h 475260"/>
                <a:gd name="connsiteX220" fmla="*/ 244736 w 302992"/>
                <a:gd name="connsiteY220" fmla="*/ 256570 h 475260"/>
                <a:gd name="connsiteX221" fmla="*/ 248606 w 302992"/>
                <a:gd name="connsiteY221" fmla="*/ 256199 h 475260"/>
                <a:gd name="connsiteX222" fmla="*/ 254530 w 302992"/>
                <a:gd name="connsiteY222" fmla="*/ 258386 h 475260"/>
                <a:gd name="connsiteX223" fmla="*/ 258063 w 302992"/>
                <a:gd name="connsiteY223" fmla="*/ 260505 h 475260"/>
                <a:gd name="connsiteX224" fmla="*/ 260049 w 302992"/>
                <a:gd name="connsiteY224" fmla="*/ 262457 h 475260"/>
                <a:gd name="connsiteX225" fmla="*/ 265501 w 302992"/>
                <a:gd name="connsiteY225" fmla="*/ 265383 h 475260"/>
                <a:gd name="connsiteX226" fmla="*/ 265669 w 302992"/>
                <a:gd name="connsiteY226" fmla="*/ 265383 h 475260"/>
                <a:gd name="connsiteX227" fmla="*/ 265366 w 302992"/>
                <a:gd name="connsiteY227" fmla="*/ 266729 h 475260"/>
                <a:gd name="connsiteX228" fmla="*/ 266275 w 302992"/>
                <a:gd name="connsiteY228" fmla="*/ 262658 h 475260"/>
                <a:gd name="connsiteX229" fmla="*/ 268227 w 302992"/>
                <a:gd name="connsiteY229" fmla="*/ 260270 h 475260"/>
                <a:gd name="connsiteX230" fmla="*/ 269977 w 302992"/>
                <a:gd name="connsiteY230" fmla="*/ 258823 h 475260"/>
                <a:gd name="connsiteX231" fmla="*/ 270179 w 302992"/>
                <a:gd name="connsiteY231" fmla="*/ 257579 h 475260"/>
                <a:gd name="connsiteX232" fmla="*/ 269876 w 302992"/>
                <a:gd name="connsiteY232" fmla="*/ 256334 h 475260"/>
                <a:gd name="connsiteX233" fmla="*/ 268799 w 302992"/>
                <a:gd name="connsiteY233" fmla="*/ 255392 h 475260"/>
                <a:gd name="connsiteX234" fmla="*/ 266275 w 302992"/>
                <a:gd name="connsiteY234" fmla="*/ 253206 h 475260"/>
                <a:gd name="connsiteX235" fmla="*/ 264087 w 302992"/>
                <a:gd name="connsiteY235" fmla="*/ 251961 h 475260"/>
                <a:gd name="connsiteX236" fmla="*/ 262337 w 302992"/>
                <a:gd name="connsiteY236" fmla="*/ 251019 h 475260"/>
                <a:gd name="connsiteX237" fmla="*/ 261092 w 302992"/>
                <a:gd name="connsiteY237" fmla="*/ 248630 h 475260"/>
                <a:gd name="connsiteX238" fmla="*/ 261227 w 302992"/>
                <a:gd name="connsiteY238" fmla="*/ 246747 h 475260"/>
                <a:gd name="connsiteX239" fmla="*/ 262304 w 302992"/>
                <a:gd name="connsiteY239" fmla="*/ 244863 h 475260"/>
                <a:gd name="connsiteX240" fmla="*/ 263246 w 302992"/>
                <a:gd name="connsiteY240" fmla="*/ 242475 h 475260"/>
                <a:gd name="connsiteX241" fmla="*/ 263044 w 302992"/>
                <a:gd name="connsiteY241" fmla="*/ 240591 h 475260"/>
                <a:gd name="connsiteX242" fmla="*/ 259847 w 302992"/>
                <a:gd name="connsiteY242" fmla="*/ 240591 h 475260"/>
                <a:gd name="connsiteX243" fmla="*/ 258972 w 302992"/>
                <a:gd name="connsiteY243" fmla="*/ 237395 h 475260"/>
                <a:gd name="connsiteX244" fmla="*/ 261664 w 302992"/>
                <a:gd name="connsiteY244" fmla="*/ 236016 h 475260"/>
                <a:gd name="connsiteX245" fmla="*/ 263112 w 302992"/>
                <a:gd name="connsiteY245" fmla="*/ 233324 h 475260"/>
                <a:gd name="connsiteX246" fmla="*/ 262809 w 302992"/>
                <a:gd name="connsiteY246" fmla="*/ 232080 h 475260"/>
                <a:gd name="connsiteX247" fmla="*/ 260856 w 302992"/>
                <a:gd name="connsiteY247" fmla="*/ 230701 h 475260"/>
                <a:gd name="connsiteX248" fmla="*/ 261732 w 302992"/>
                <a:gd name="connsiteY248" fmla="*/ 227505 h 475260"/>
                <a:gd name="connsiteX249" fmla="*/ 264929 w 302992"/>
                <a:gd name="connsiteY249" fmla="*/ 223434 h 475260"/>
                <a:gd name="connsiteX250" fmla="*/ 269136 w 302992"/>
                <a:gd name="connsiteY250" fmla="*/ 219095 h 475260"/>
                <a:gd name="connsiteX251" fmla="*/ 270145 w 302992"/>
                <a:gd name="connsiteY251" fmla="*/ 215462 h 475260"/>
                <a:gd name="connsiteX252" fmla="*/ 267823 w 302992"/>
                <a:gd name="connsiteY252" fmla="*/ 212603 h 475260"/>
                <a:gd name="connsiteX253" fmla="*/ 267823 w 302992"/>
                <a:gd name="connsiteY253" fmla="*/ 209239 h 475260"/>
                <a:gd name="connsiteX254" fmla="*/ 271862 w 302992"/>
                <a:gd name="connsiteY254" fmla="*/ 204563 h 475260"/>
                <a:gd name="connsiteX255" fmla="*/ 274352 w 302992"/>
                <a:gd name="connsiteY255" fmla="*/ 199247 h 475260"/>
                <a:gd name="connsiteX256" fmla="*/ 276203 w 302992"/>
                <a:gd name="connsiteY256" fmla="*/ 194471 h 475260"/>
                <a:gd name="connsiteX257" fmla="*/ 280982 w 302992"/>
                <a:gd name="connsiteY257" fmla="*/ 194033 h 475260"/>
                <a:gd name="connsiteX258" fmla="*/ 282631 w 302992"/>
                <a:gd name="connsiteY258" fmla="*/ 191847 h 475260"/>
                <a:gd name="connsiteX259" fmla="*/ 287646 w 302992"/>
                <a:gd name="connsiteY259" fmla="*/ 189257 h 475260"/>
                <a:gd name="connsiteX260" fmla="*/ 290574 w 302992"/>
                <a:gd name="connsiteY260" fmla="*/ 186868 h 475260"/>
                <a:gd name="connsiteX261" fmla="*/ 294612 w 302992"/>
                <a:gd name="connsiteY261" fmla="*/ 186094 h 475260"/>
                <a:gd name="connsiteX262" fmla="*/ 296901 w 302992"/>
                <a:gd name="connsiteY262" fmla="*/ 184681 h 475260"/>
                <a:gd name="connsiteX263" fmla="*/ 297877 w 302992"/>
                <a:gd name="connsiteY263" fmla="*/ 182394 h 475260"/>
                <a:gd name="connsiteX264" fmla="*/ 297877 w 302992"/>
                <a:gd name="connsiteY264" fmla="*/ 180006 h 475260"/>
                <a:gd name="connsiteX265" fmla="*/ 298853 w 302992"/>
                <a:gd name="connsiteY265" fmla="*/ 176103 h 475260"/>
                <a:gd name="connsiteX266" fmla="*/ 302992 w 302992"/>
                <a:gd name="connsiteY266" fmla="*/ 175027 h 475260"/>
                <a:gd name="connsiteX267" fmla="*/ 296867 w 302992"/>
                <a:gd name="connsiteY267" fmla="*/ 174489 h 475260"/>
                <a:gd name="connsiteX268" fmla="*/ 292458 w 302992"/>
                <a:gd name="connsiteY268" fmla="*/ 174859 h 475260"/>
                <a:gd name="connsiteX269" fmla="*/ 288117 w 302992"/>
                <a:gd name="connsiteY269" fmla="*/ 172605 h 475260"/>
                <a:gd name="connsiteX270" fmla="*/ 286165 w 302992"/>
                <a:gd name="connsiteY270" fmla="*/ 169342 h 475260"/>
                <a:gd name="connsiteX271" fmla="*/ 285155 w 302992"/>
                <a:gd name="connsiteY271" fmla="*/ 165137 h 475260"/>
                <a:gd name="connsiteX272" fmla="*/ 281016 w 302992"/>
                <a:gd name="connsiteY272" fmla="*/ 160293 h 475260"/>
                <a:gd name="connsiteX273" fmla="*/ 277886 w 302992"/>
                <a:gd name="connsiteY273" fmla="*/ 153834 h 475260"/>
                <a:gd name="connsiteX274" fmla="*/ 275261 w 302992"/>
                <a:gd name="connsiteY274" fmla="*/ 151008 h 475260"/>
                <a:gd name="connsiteX275" fmla="*/ 270549 w 302992"/>
                <a:gd name="connsiteY275" fmla="*/ 145357 h 475260"/>
                <a:gd name="connsiteX276" fmla="*/ 268664 w 302992"/>
                <a:gd name="connsiteY276" fmla="*/ 144112 h 475260"/>
                <a:gd name="connsiteX277" fmla="*/ 262640 w 302992"/>
                <a:gd name="connsiteY277" fmla="*/ 142228 h 475260"/>
                <a:gd name="connsiteX278" fmla="*/ 259578 w 302992"/>
                <a:gd name="connsiteY278" fmla="*/ 141421 h 475260"/>
                <a:gd name="connsiteX279" fmla="*/ 256549 w 302992"/>
                <a:gd name="connsiteY279" fmla="*/ 141421 h 475260"/>
                <a:gd name="connsiteX280" fmla="*/ 253217 w 302992"/>
                <a:gd name="connsiteY280" fmla="*/ 143708 h 475260"/>
                <a:gd name="connsiteX281" fmla="*/ 247563 w 302992"/>
                <a:gd name="connsiteY281" fmla="*/ 145996 h 475260"/>
                <a:gd name="connsiteX282" fmla="*/ 244164 w 302992"/>
                <a:gd name="connsiteY282" fmla="*/ 146702 h 475260"/>
                <a:gd name="connsiteX283" fmla="*/ 238140 w 302992"/>
                <a:gd name="connsiteY283" fmla="*/ 146702 h 475260"/>
                <a:gd name="connsiteX284" fmla="*/ 234068 w 302992"/>
                <a:gd name="connsiteY284" fmla="*/ 145256 h 475260"/>
                <a:gd name="connsiteX285" fmla="*/ 225149 w 302992"/>
                <a:gd name="connsiteY285" fmla="*/ 139100 h 475260"/>
                <a:gd name="connsiteX286" fmla="*/ 219798 w 302992"/>
                <a:gd name="connsiteY286" fmla="*/ 136409 h 475260"/>
                <a:gd name="connsiteX287" fmla="*/ 215221 w 302992"/>
                <a:gd name="connsiteY287" fmla="*/ 133381 h 475260"/>
                <a:gd name="connsiteX288" fmla="*/ 212832 w 302992"/>
                <a:gd name="connsiteY288" fmla="*/ 131867 h 475260"/>
                <a:gd name="connsiteX289" fmla="*/ 208692 w 302992"/>
                <a:gd name="connsiteY289" fmla="*/ 129042 h 475260"/>
                <a:gd name="connsiteX290" fmla="*/ 203475 w 302992"/>
                <a:gd name="connsiteY290" fmla="*/ 124029 h 475260"/>
                <a:gd name="connsiteX291" fmla="*/ 202399 w 302992"/>
                <a:gd name="connsiteY291" fmla="*/ 122515 h 475260"/>
                <a:gd name="connsiteX292" fmla="*/ 202634 w 302992"/>
                <a:gd name="connsiteY292" fmla="*/ 119051 h 475260"/>
                <a:gd name="connsiteX293" fmla="*/ 203947 w 302992"/>
                <a:gd name="connsiteY293" fmla="*/ 114476 h 475260"/>
                <a:gd name="connsiteX294" fmla="*/ 202870 w 302992"/>
                <a:gd name="connsiteY294" fmla="*/ 111852 h 475260"/>
                <a:gd name="connsiteX295" fmla="*/ 202230 w 302992"/>
                <a:gd name="connsiteY295" fmla="*/ 108151 h 475260"/>
                <a:gd name="connsiteX296" fmla="*/ 203980 w 302992"/>
                <a:gd name="connsiteY296" fmla="*/ 104922 h 475260"/>
                <a:gd name="connsiteX297" fmla="*/ 205495 w 302992"/>
                <a:gd name="connsiteY297" fmla="*/ 103408 h 475260"/>
                <a:gd name="connsiteX298" fmla="*/ 206572 w 302992"/>
                <a:gd name="connsiteY298" fmla="*/ 100582 h 475260"/>
                <a:gd name="connsiteX299" fmla="*/ 206572 w 302992"/>
                <a:gd name="connsiteY299" fmla="*/ 99069 h 475260"/>
                <a:gd name="connsiteX300" fmla="*/ 203846 w 302992"/>
                <a:gd name="connsiteY300" fmla="*/ 95368 h 475260"/>
                <a:gd name="connsiteX301" fmla="*/ 203072 w 302992"/>
                <a:gd name="connsiteY301" fmla="*/ 93619 h 475260"/>
                <a:gd name="connsiteX302" fmla="*/ 203072 w 302992"/>
                <a:gd name="connsiteY302" fmla="*/ 89919 h 475260"/>
                <a:gd name="connsiteX303" fmla="*/ 205798 w 302992"/>
                <a:gd name="connsiteY303" fmla="*/ 86858 h 475260"/>
                <a:gd name="connsiteX304" fmla="*/ 206336 w 302992"/>
                <a:gd name="connsiteY304" fmla="*/ 84906 h 475260"/>
                <a:gd name="connsiteX305" fmla="*/ 206774 w 302992"/>
                <a:gd name="connsiteY305" fmla="*/ 81879 h 475260"/>
                <a:gd name="connsiteX306" fmla="*/ 207851 w 302992"/>
                <a:gd name="connsiteY306" fmla="*/ 79289 h 475260"/>
                <a:gd name="connsiteX307" fmla="*/ 208490 w 302992"/>
                <a:gd name="connsiteY307" fmla="*/ 76463 h 475260"/>
                <a:gd name="connsiteX308" fmla="*/ 211519 w 302992"/>
                <a:gd name="connsiteY308" fmla="*/ 72763 h 475260"/>
                <a:gd name="connsiteX309" fmla="*/ 213269 w 302992"/>
                <a:gd name="connsiteY309" fmla="*/ 68860 h 475260"/>
                <a:gd name="connsiteX310" fmla="*/ 215894 w 302992"/>
                <a:gd name="connsiteY310" fmla="*/ 63209 h 475260"/>
                <a:gd name="connsiteX311" fmla="*/ 220303 w 302992"/>
                <a:gd name="connsiteY311" fmla="*/ 61762 h 475260"/>
                <a:gd name="connsiteX312" fmla="*/ 222760 w 302992"/>
                <a:gd name="connsiteY312" fmla="*/ 56683 h 475260"/>
                <a:gd name="connsiteX313" fmla="*/ 226529 w 302992"/>
                <a:gd name="connsiteY313" fmla="*/ 55236 h 475260"/>
                <a:gd name="connsiteX314" fmla="*/ 231880 w 302992"/>
                <a:gd name="connsiteY314" fmla="*/ 53050 h 475260"/>
                <a:gd name="connsiteX315" fmla="*/ 234909 w 302992"/>
                <a:gd name="connsiteY315" fmla="*/ 53487 h 475260"/>
                <a:gd name="connsiteX316" fmla="*/ 238678 w 302992"/>
                <a:gd name="connsiteY316" fmla="*/ 53790 h 475260"/>
                <a:gd name="connsiteX317" fmla="*/ 240428 w 302992"/>
                <a:gd name="connsiteY317" fmla="*/ 54227 h 475260"/>
                <a:gd name="connsiteX318" fmla="*/ 242751 w 302992"/>
                <a:gd name="connsiteY318" fmla="*/ 54664 h 475260"/>
                <a:gd name="connsiteX319" fmla="*/ 244063 w 302992"/>
                <a:gd name="connsiteY319" fmla="*/ 53655 h 475260"/>
                <a:gd name="connsiteX320" fmla="*/ 244635 w 302992"/>
                <a:gd name="connsiteY320" fmla="*/ 49316 h 475260"/>
                <a:gd name="connsiteX321" fmla="*/ 244635 w 302992"/>
                <a:gd name="connsiteY321" fmla="*/ 46288 h 475260"/>
                <a:gd name="connsiteX322" fmla="*/ 243625 w 302992"/>
                <a:gd name="connsiteY322" fmla="*/ 42958 h 475260"/>
                <a:gd name="connsiteX323" fmla="*/ 242481 w 302992"/>
                <a:gd name="connsiteY323" fmla="*/ 39325 h 475260"/>
                <a:gd name="connsiteX324" fmla="*/ 239722 w 302992"/>
                <a:gd name="connsiteY324" fmla="*/ 36566 h 475260"/>
                <a:gd name="connsiteX325" fmla="*/ 236390 w 302992"/>
                <a:gd name="connsiteY325" fmla="*/ 36566 h 475260"/>
                <a:gd name="connsiteX326" fmla="*/ 234774 w 302992"/>
                <a:gd name="connsiteY326" fmla="*/ 36701 h 475260"/>
                <a:gd name="connsiteX327" fmla="*/ 232587 w 302992"/>
                <a:gd name="connsiteY327" fmla="*/ 38013 h 475260"/>
                <a:gd name="connsiteX328" fmla="*/ 232587 w 302992"/>
                <a:gd name="connsiteY328" fmla="*/ 30612 h 475260"/>
                <a:gd name="connsiteX329" fmla="*/ 231510 w 302992"/>
                <a:gd name="connsiteY329" fmla="*/ 26979 h 475260"/>
                <a:gd name="connsiteX330" fmla="*/ 231745 w 302992"/>
                <a:gd name="connsiteY330" fmla="*/ 22337 h 475260"/>
                <a:gd name="connsiteX331" fmla="*/ 230635 w 302992"/>
                <a:gd name="connsiteY331" fmla="*/ 17694 h 475260"/>
                <a:gd name="connsiteX332" fmla="*/ 228851 w 302992"/>
                <a:gd name="connsiteY332" fmla="*/ 14936 h 475260"/>
                <a:gd name="connsiteX333" fmla="*/ 230467 w 302992"/>
                <a:gd name="connsiteY333" fmla="*/ 11034 h 475260"/>
                <a:gd name="connsiteX334" fmla="*/ 230433 w 302992"/>
                <a:gd name="connsiteY334" fmla="*/ 7569 h 475260"/>
                <a:gd name="connsiteX335" fmla="*/ 230433 w 302992"/>
                <a:gd name="connsiteY335" fmla="*/ 3936 h 475260"/>
                <a:gd name="connsiteX336" fmla="*/ 229726 w 302992"/>
                <a:gd name="connsiteY336" fmla="*/ 740 h 475260"/>
                <a:gd name="connsiteX337" fmla="*/ 225654 w 302992"/>
                <a:gd name="connsiteY337" fmla="*/ 0 h 475260"/>
                <a:gd name="connsiteX338" fmla="*/ 222187 w 302992"/>
                <a:gd name="connsiteY338" fmla="*/ 3465 h 475260"/>
                <a:gd name="connsiteX339" fmla="*/ 216096 w 302992"/>
                <a:gd name="connsiteY339" fmla="*/ 4037 h 475260"/>
                <a:gd name="connsiteX340" fmla="*/ 211014 w 302992"/>
                <a:gd name="connsiteY340" fmla="*/ 4037 h 475260"/>
                <a:gd name="connsiteX341" fmla="*/ 208692 w 302992"/>
                <a:gd name="connsiteY341" fmla="*/ 4911 h 475260"/>
                <a:gd name="connsiteX342" fmla="*/ 205495 w 302992"/>
                <a:gd name="connsiteY342" fmla="*/ 6930 h 475260"/>
                <a:gd name="connsiteX343" fmla="*/ 201860 w 302992"/>
                <a:gd name="connsiteY343" fmla="*/ 8242 h 475260"/>
                <a:gd name="connsiteX344" fmla="*/ 196946 w 302992"/>
                <a:gd name="connsiteY344" fmla="*/ 9554 h 475260"/>
                <a:gd name="connsiteX345" fmla="*/ 193615 w 302992"/>
                <a:gd name="connsiteY345" fmla="*/ 9554 h 475260"/>
                <a:gd name="connsiteX346" fmla="*/ 190552 w 302992"/>
                <a:gd name="connsiteY346" fmla="*/ 8242 h 475260"/>
                <a:gd name="connsiteX347" fmla="*/ 187793 w 302992"/>
                <a:gd name="connsiteY347" fmla="*/ 11707 h 475260"/>
                <a:gd name="connsiteX348" fmla="*/ 184461 w 302992"/>
                <a:gd name="connsiteY348" fmla="*/ 16618 h 475260"/>
                <a:gd name="connsiteX349" fmla="*/ 183754 w 302992"/>
                <a:gd name="connsiteY349" fmla="*/ 19814 h 475260"/>
                <a:gd name="connsiteX350" fmla="*/ 183014 w 302992"/>
                <a:gd name="connsiteY350" fmla="*/ 25768 h 475260"/>
                <a:gd name="connsiteX351" fmla="*/ 180691 w 302992"/>
                <a:gd name="connsiteY351" fmla="*/ 27786 h 475260"/>
                <a:gd name="connsiteX352" fmla="*/ 176787 w 302992"/>
                <a:gd name="connsiteY352" fmla="*/ 30108 h 475260"/>
                <a:gd name="connsiteX353" fmla="*/ 172715 w 302992"/>
                <a:gd name="connsiteY353" fmla="*/ 32731 h 475260"/>
                <a:gd name="connsiteX354" fmla="*/ 169249 w 302992"/>
                <a:gd name="connsiteY354" fmla="*/ 35490 h 475260"/>
                <a:gd name="connsiteX355" fmla="*/ 167364 w 302992"/>
                <a:gd name="connsiteY355" fmla="*/ 37945 h 475260"/>
                <a:gd name="connsiteX356" fmla="*/ 165042 w 302992"/>
                <a:gd name="connsiteY356" fmla="*/ 42722 h 475260"/>
                <a:gd name="connsiteX357" fmla="*/ 162720 w 302992"/>
                <a:gd name="connsiteY357" fmla="*/ 45918 h 475260"/>
                <a:gd name="connsiteX358" fmla="*/ 158244 w 302992"/>
                <a:gd name="connsiteY358" fmla="*/ 50695 h 475260"/>
                <a:gd name="connsiteX359" fmla="*/ 153027 w 302992"/>
                <a:gd name="connsiteY359" fmla="*/ 56044 h 475260"/>
                <a:gd name="connsiteX360" fmla="*/ 149830 w 302992"/>
                <a:gd name="connsiteY360" fmla="*/ 65025 h 475260"/>
                <a:gd name="connsiteX361" fmla="*/ 147070 w 302992"/>
                <a:gd name="connsiteY361" fmla="*/ 74882 h 475260"/>
                <a:gd name="connsiteX362" fmla="*/ 143167 w 302992"/>
                <a:gd name="connsiteY362" fmla="*/ 80096 h 475260"/>
                <a:gd name="connsiteX363" fmla="*/ 142157 w 302992"/>
                <a:gd name="connsiteY363" fmla="*/ 93552 h 475260"/>
                <a:gd name="connsiteX364" fmla="*/ 142157 w 302992"/>
                <a:gd name="connsiteY364" fmla="*/ 99338 h 475260"/>
                <a:gd name="connsiteX365" fmla="*/ 145287 w 302992"/>
                <a:gd name="connsiteY365" fmla="*/ 102971 h 475260"/>
                <a:gd name="connsiteX366" fmla="*/ 145926 w 302992"/>
                <a:gd name="connsiteY366" fmla="*/ 107176 h 475260"/>
                <a:gd name="connsiteX367" fmla="*/ 144479 w 302992"/>
                <a:gd name="connsiteY367" fmla="*/ 110943 h 475260"/>
                <a:gd name="connsiteX368" fmla="*/ 143739 w 302992"/>
                <a:gd name="connsiteY368" fmla="*/ 116730 h 475260"/>
                <a:gd name="connsiteX369" fmla="*/ 144479 w 302992"/>
                <a:gd name="connsiteY369" fmla="*/ 120766 h 475260"/>
                <a:gd name="connsiteX370" fmla="*/ 139565 w 302992"/>
                <a:gd name="connsiteY370" fmla="*/ 125106 h 475260"/>
                <a:gd name="connsiteX371" fmla="*/ 136099 w 302992"/>
                <a:gd name="connsiteY371" fmla="*/ 127730 h 475260"/>
                <a:gd name="connsiteX372" fmla="*/ 133205 w 302992"/>
                <a:gd name="connsiteY372" fmla="*/ 134088 h 475260"/>
                <a:gd name="connsiteX373" fmla="*/ 133508 w 302992"/>
                <a:gd name="connsiteY373" fmla="*/ 138999 h 475260"/>
                <a:gd name="connsiteX374" fmla="*/ 134955 w 302992"/>
                <a:gd name="connsiteY374" fmla="*/ 144213 h 475260"/>
                <a:gd name="connsiteX375" fmla="*/ 139296 w 302992"/>
                <a:gd name="connsiteY375" fmla="*/ 149999 h 475260"/>
                <a:gd name="connsiteX376" fmla="*/ 142763 w 302992"/>
                <a:gd name="connsiteY376" fmla="*/ 157232 h 475260"/>
                <a:gd name="connsiteX377" fmla="*/ 142763 w 302992"/>
                <a:gd name="connsiteY377" fmla="*/ 166516 h 475260"/>
                <a:gd name="connsiteX378" fmla="*/ 138690 w 302992"/>
                <a:gd name="connsiteY378" fmla="*/ 171158 h 475260"/>
                <a:gd name="connsiteX379" fmla="*/ 127113 w 302992"/>
                <a:gd name="connsiteY379" fmla="*/ 177516 h 475260"/>
                <a:gd name="connsiteX380" fmla="*/ 122099 w 302992"/>
                <a:gd name="connsiteY380" fmla="*/ 177550 h 475260"/>
                <a:gd name="connsiteX381" fmla="*/ 117757 w 302992"/>
                <a:gd name="connsiteY381" fmla="*/ 178122 h 475260"/>
                <a:gd name="connsiteX382" fmla="*/ 115805 w 302992"/>
                <a:gd name="connsiteY382" fmla="*/ 180880 h 475260"/>
                <a:gd name="connsiteX383" fmla="*/ 117892 w 302992"/>
                <a:gd name="connsiteY383" fmla="*/ 183403 h 475260"/>
                <a:gd name="connsiteX384" fmla="*/ 123176 w 302992"/>
                <a:gd name="connsiteY384" fmla="*/ 184143 h 475260"/>
                <a:gd name="connsiteX385" fmla="*/ 120921 w 302992"/>
                <a:gd name="connsiteY385" fmla="*/ 187911 h 475260"/>
                <a:gd name="connsiteX386" fmla="*/ 116344 w 302992"/>
                <a:gd name="connsiteY386" fmla="*/ 188550 h 475260"/>
                <a:gd name="connsiteX387" fmla="*/ 108872 w 302992"/>
                <a:gd name="connsiteY387" fmla="*/ 186532 h 475260"/>
                <a:gd name="connsiteX388" fmla="*/ 104733 w 302992"/>
                <a:gd name="connsiteY388" fmla="*/ 186532 h 475260"/>
                <a:gd name="connsiteX389" fmla="*/ 102983 w 302992"/>
                <a:gd name="connsiteY389" fmla="*/ 186532 h 475260"/>
                <a:gd name="connsiteX390" fmla="*/ 93190 w 302992"/>
                <a:gd name="connsiteY390" fmla="*/ 186532 h 475260"/>
                <a:gd name="connsiteX391" fmla="*/ 88175 w 302992"/>
                <a:gd name="connsiteY391" fmla="*/ 187844 h 475260"/>
                <a:gd name="connsiteX392" fmla="*/ 81007 w 302992"/>
                <a:gd name="connsiteY392" fmla="*/ 192621 h 475260"/>
                <a:gd name="connsiteX393" fmla="*/ 71651 w 302992"/>
                <a:gd name="connsiteY393" fmla="*/ 195446 h 475260"/>
                <a:gd name="connsiteX394" fmla="*/ 67309 w 302992"/>
                <a:gd name="connsiteY394" fmla="*/ 198070 h 475260"/>
                <a:gd name="connsiteX395" fmla="*/ 57078 w 302992"/>
                <a:gd name="connsiteY395" fmla="*/ 200660 h 475260"/>
                <a:gd name="connsiteX396" fmla="*/ 52064 w 302992"/>
                <a:gd name="connsiteY396" fmla="*/ 202847 h 475260"/>
                <a:gd name="connsiteX397" fmla="*/ 40991 w 302992"/>
                <a:gd name="connsiteY397" fmla="*/ 203049 h 475260"/>
                <a:gd name="connsiteX398" fmla="*/ 30996 w 302992"/>
                <a:gd name="connsiteY398" fmla="*/ 200660 h 475260"/>
                <a:gd name="connsiteX399" fmla="*/ 28371 w 302992"/>
                <a:gd name="connsiteY399" fmla="*/ 203486 h 475260"/>
                <a:gd name="connsiteX400" fmla="*/ 19250 w 302992"/>
                <a:gd name="connsiteY400" fmla="*/ 205875 h 475260"/>
                <a:gd name="connsiteX401" fmla="*/ 10769 w 302992"/>
                <a:gd name="connsiteY401" fmla="*/ 209138 h 475260"/>
                <a:gd name="connsiteX402" fmla="*/ 7942 w 302992"/>
                <a:gd name="connsiteY402" fmla="*/ 209138 h 475260"/>
                <a:gd name="connsiteX403" fmla="*/ 4442 w 302992"/>
                <a:gd name="connsiteY403" fmla="*/ 211896 h 475260"/>
                <a:gd name="connsiteX404" fmla="*/ 707 w 302992"/>
                <a:gd name="connsiteY404" fmla="*/ 213343 h 475260"/>
                <a:gd name="connsiteX405" fmla="*/ 0 w 302992"/>
                <a:gd name="connsiteY405" fmla="*/ 214890 h 475260"/>
                <a:gd name="connsiteX406" fmla="*/ 3264 w 302992"/>
                <a:gd name="connsiteY406" fmla="*/ 216538 h 475260"/>
                <a:gd name="connsiteX407" fmla="*/ 7303 w 302992"/>
                <a:gd name="connsiteY407" fmla="*/ 216538 h 475260"/>
                <a:gd name="connsiteX408" fmla="*/ 13495 w 302992"/>
                <a:gd name="connsiteY408" fmla="*/ 217850 h 475260"/>
                <a:gd name="connsiteX409" fmla="*/ 19250 w 302992"/>
                <a:gd name="connsiteY409" fmla="*/ 217850 h 475260"/>
                <a:gd name="connsiteX410" fmla="*/ 26419 w 302992"/>
                <a:gd name="connsiteY410" fmla="*/ 217850 h 475260"/>
                <a:gd name="connsiteX411" fmla="*/ 31635 w 302992"/>
                <a:gd name="connsiteY411" fmla="*/ 217850 h 475260"/>
                <a:gd name="connsiteX412" fmla="*/ 38602 w 302992"/>
                <a:gd name="connsiteY412" fmla="*/ 217850 h 475260"/>
                <a:gd name="connsiteX413" fmla="*/ 42068 w 302992"/>
                <a:gd name="connsiteY413" fmla="*/ 217850 h 475260"/>
                <a:gd name="connsiteX414" fmla="*/ 44256 w 302992"/>
                <a:gd name="connsiteY414" fmla="*/ 217850 h 475260"/>
                <a:gd name="connsiteX415" fmla="*/ 45770 w 302992"/>
                <a:gd name="connsiteY415" fmla="*/ 218725 h 475260"/>
                <a:gd name="connsiteX416" fmla="*/ 46410 w 302992"/>
                <a:gd name="connsiteY416" fmla="*/ 220474 h 475260"/>
                <a:gd name="connsiteX417" fmla="*/ 46410 w 302992"/>
                <a:gd name="connsiteY417" fmla="*/ 223300 h 475260"/>
                <a:gd name="connsiteX418" fmla="*/ 45905 w 302992"/>
                <a:gd name="connsiteY418" fmla="*/ 225251 h 475260"/>
                <a:gd name="connsiteX419" fmla="*/ 44861 w 302992"/>
                <a:gd name="connsiteY419" fmla="*/ 226563 h 475260"/>
                <a:gd name="connsiteX420" fmla="*/ 42035 w 302992"/>
                <a:gd name="connsiteY420" fmla="*/ 227875 h 475260"/>
                <a:gd name="connsiteX421" fmla="*/ 40284 w 302992"/>
                <a:gd name="connsiteY421" fmla="*/ 228850 h 475260"/>
                <a:gd name="connsiteX422" fmla="*/ 38534 w 302992"/>
                <a:gd name="connsiteY422" fmla="*/ 230028 h 475260"/>
                <a:gd name="connsiteX423" fmla="*/ 35068 w 302992"/>
                <a:gd name="connsiteY423" fmla="*/ 230028 h 475260"/>
                <a:gd name="connsiteX424" fmla="*/ 31366 w 302992"/>
                <a:gd name="connsiteY424" fmla="*/ 230028 h 475260"/>
                <a:gd name="connsiteX425" fmla="*/ 29852 w 302992"/>
                <a:gd name="connsiteY425" fmla="*/ 231104 h 475260"/>
                <a:gd name="connsiteX426" fmla="*/ 27260 w 302992"/>
                <a:gd name="connsiteY426" fmla="*/ 232618 h 475260"/>
                <a:gd name="connsiteX427" fmla="*/ 27260 w 302992"/>
                <a:gd name="connsiteY427" fmla="*/ 234132 h 475260"/>
                <a:gd name="connsiteX428" fmla="*/ 27799 w 302992"/>
                <a:gd name="connsiteY428" fmla="*/ 235982 h 475260"/>
                <a:gd name="connsiteX429" fmla="*/ 29751 w 302992"/>
                <a:gd name="connsiteY429" fmla="*/ 238707 h 475260"/>
                <a:gd name="connsiteX430" fmla="*/ 33924 w 302992"/>
                <a:gd name="connsiteY430" fmla="*/ 239682 h 475260"/>
                <a:gd name="connsiteX431" fmla="*/ 35606 w 302992"/>
                <a:gd name="connsiteY431" fmla="*/ 239716 h 475260"/>
                <a:gd name="connsiteX432" fmla="*/ 37188 w 302992"/>
                <a:gd name="connsiteY432" fmla="*/ 239716 h 475260"/>
                <a:gd name="connsiteX433" fmla="*/ 40318 w 302992"/>
                <a:gd name="connsiteY433" fmla="*/ 240422 h 475260"/>
                <a:gd name="connsiteX434" fmla="*/ 43650 w 302992"/>
                <a:gd name="connsiteY434" fmla="*/ 240422 h 475260"/>
                <a:gd name="connsiteX435" fmla="*/ 46612 w 302992"/>
                <a:gd name="connsiteY435" fmla="*/ 240490 h 475260"/>
                <a:gd name="connsiteX436" fmla="*/ 48126 w 302992"/>
                <a:gd name="connsiteY436" fmla="*/ 241297 h 475260"/>
                <a:gd name="connsiteX437" fmla="*/ 48126 w 302992"/>
                <a:gd name="connsiteY437" fmla="*/ 244123 h 475260"/>
                <a:gd name="connsiteX438" fmla="*/ 48833 w 302992"/>
                <a:gd name="connsiteY438" fmla="*/ 248025 h 475260"/>
                <a:gd name="connsiteX439" fmla="*/ 49169 w 302992"/>
                <a:gd name="connsiteY439" fmla="*/ 250918 h 475260"/>
                <a:gd name="connsiteX440" fmla="*/ 51559 w 302992"/>
                <a:gd name="connsiteY440" fmla="*/ 253609 h 475260"/>
                <a:gd name="connsiteX441" fmla="*/ 54016 w 302992"/>
                <a:gd name="connsiteY441" fmla="*/ 255594 h 475260"/>
                <a:gd name="connsiteX442" fmla="*/ 54453 w 302992"/>
                <a:gd name="connsiteY442" fmla="*/ 257242 h 475260"/>
                <a:gd name="connsiteX443" fmla="*/ 54016 w 302992"/>
                <a:gd name="connsiteY443" fmla="*/ 258554 h 475260"/>
                <a:gd name="connsiteX444" fmla="*/ 55968 w 302992"/>
                <a:gd name="connsiteY444" fmla="*/ 260640 h 475260"/>
                <a:gd name="connsiteX445" fmla="*/ 57717 w 302992"/>
                <a:gd name="connsiteY445" fmla="*/ 261514 h 475260"/>
                <a:gd name="connsiteX446" fmla="*/ 63136 w 302992"/>
                <a:gd name="connsiteY446" fmla="*/ 261750 h 475260"/>
                <a:gd name="connsiteX447" fmla="*/ 65761 w 302992"/>
                <a:gd name="connsiteY447" fmla="*/ 262725 h 475260"/>
                <a:gd name="connsiteX448" fmla="*/ 67713 w 302992"/>
                <a:gd name="connsiteY448" fmla="*/ 264677 h 475260"/>
                <a:gd name="connsiteX449" fmla="*/ 70001 w 302992"/>
                <a:gd name="connsiteY449" fmla="*/ 267401 h 475260"/>
                <a:gd name="connsiteX450" fmla="*/ 71314 w 302992"/>
                <a:gd name="connsiteY450" fmla="*/ 269689 h 475260"/>
                <a:gd name="connsiteX451" fmla="*/ 73064 w 302992"/>
                <a:gd name="connsiteY451" fmla="*/ 272952 h 475260"/>
                <a:gd name="connsiteX452" fmla="*/ 74242 w 302992"/>
                <a:gd name="connsiteY452" fmla="*/ 276753 h 475260"/>
                <a:gd name="connsiteX453" fmla="*/ 75352 w 302992"/>
                <a:gd name="connsiteY453" fmla="*/ 278402 h 4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02992" h="475260">
                  <a:moveTo>
                    <a:pt x="75352" y="278402"/>
                  </a:moveTo>
                  <a:lnTo>
                    <a:pt x="78180" y="278940"/>
                  </a:lnTo>
                  <a:cubicBezTo>
                    <a:pt x="78180" y="278940"/>
                    <a:pt x="81107" y="279814"/>
                    <a:pt x="81545" y="279814"/>
                  </a:cubicBezTo>
                  <a:cubicBezTo>
                    <a:pt x="81983" y="279814"/>
                    <a:pt x="83160" y="280252"/>
                    <a:pt x="83160" y="280252"/>
                  </a:cubicBezTo>
                  <a:lnTo>
                    <a:pt x="85785" y="282876"/>
                  </a:lnTo>
                  <a:lnTo>
                    <a:pt x="87636" y="286475"/>
                  </a:lnTo>
                  <a:cubicBezTo>
                    <a:pt x="87636" y="286475"/>
                    <a:pt x="89588" y="289402"/>
                    <a:pt x="89925" y="289738"/>
                  </a:cubicBezTo>
                  <a:cubicBezTo>
                    <a:pt x="90262" y="290075"/>
                    <a:pt x="90026" y="291925"/>
                    <a:pt x="90026" y="292328"/>
                  </a:cubicBezTo>
                  <a:cubicBezTo>
                    <a:pt x="90026" y="292766"/>
                    <a:pt x="89925" y="294717"/>
                    <a:pt x="89824" y="295154"/>
                  </a:cubicBezTo>
                  <a:cubicBezTo>
                    <a:pt x="89723" y="295591"/>
                    <a:pt x="89185" y="297105"/>
                    <a:pt x="89185" y="297105"/>
                  </a:cubicBezTo>
                  <a:cubicBezTo>
                    <a:pt x="89185" y="297105"/>
                    <a:pt x="88108" y="298417"/>
                    <a:pt x="87435" y="298955"/>
                  </a:cubicBezTo>
                  <a:cubicBezTo>
                    <a:pt x="86795" y="299494"/>
                    <a:pt x="85920" y="299931"/>
                    <a:pt x="85920" y="299931"/>
                  </a:cubicBezTo>
                  <a:lnTo>
                    <a:pt x="85045" y="300267"/>
                  </a:lnTo>
                  <a:cubicBezTo>
                    <a:pt x="85045" y="300267"/>
                    <a:pt x="83295" y="301041"/>
                    <a:pt x="82218" y="301579"/>
                  </a:cubicBezTo>
                  <a:cubicBezTo>
                    <a:pt x="81141" y="302118"/>
                    <a:pt x="80906" y="303968"/>
                    <a:pt x="80906" y="303968"/>
                  </a:cubicBezTo>
                  <a:lnTo>
                    <a:pt x="79593" y="305482"/>
                  </a:lnTo>
                  <a:lnTo>
                    <a:pt x="78180" y="310157"/>
                  </a:lnTo>
                  <a:lnTo>
                    <a:pt x="78718" y="313420"/>
                  </a:lnTo>
                  <a:lnTo>
                    <a:pt x="78180" y="316684"/>
                  </a:lnTo>
                  <a:lnTo>
                    <a:pt x="78718" y="319947"/>
                  </a:lnTo>
                  <a:lnTo>
                    <a:pt x="80569" y="322571"/>
                  </a:lnTo>
                  <a:lnTo>
                    <a:pt x="83833" y="323647"/>
                  </a:lnTo>
                  <a:lnTo>
                    <a:pt x="87535" y="324084"/>
                  </a:lnTo>
                  <a:lnTo>
                    <a:pt x="90161" y="324320"/>
                  </a:lnTo>
                  <a:lnTo>
                    <a:pt x="93088" y="326607"/>
                  </a:lnTo>
                  <a:lnTo>
                    <a:pt x="93694" y="330812"/>
                  </a:lnTo>
                  <a:lnTo>
                    <a:pt x="96454" y="337338"/>
                  </a:lnTo>
                  <a:lnTo>
                    <a:pt x="99348" y="345143"/>
                  </a:lnTo>
                  <a:lnTo>
                    <a:pt x="100089" y="354427"/>
                  </a:lnTo>
                  <a:lnTo>
                    <a:pt x="101233" y="359641"/>
                  </a:lnTo>
                  <a:lnTo>
                    <a:pt x="100089" y="365495"/>
                  </a:lnTo>
                  <a:lnTo>
                    <a:pt x="100493" y="369935"/>
                  </a:lnTo>
                  <a:lnTo>
                    <a:pt x="100593" y="371953"/>
                  </a:lnTo>
                  <a:lnTo>
                    <a:pt x="99079" y="374207"/>
                  </a:lnTo>
                  <a:cubicBezTo>
                    <a:pt x="99079" y="374207"/>
                    <a:pt x="96521" y="378412"/>
                    <a:pt x="95949" y="378446"/>
                  </a:cubicBezTo>
                  <a:cubicBezTo>
                    <a:pt x="95411" y="378480"/>
                    <a:pt x="94367" y="379119"/>
                    <a:pt x="93661" y="379455"/>
                  </a:cubicBezTo>
                  <a:cubicBezTo>
                    <a:pt x="92954" y="379791"/>
                    <a:pt x="92113" y="380229"/>
                    <a:pt x="91776" y="380229"/>
                  </a:cubicBezTo>
                  <a:cubicBezTo>
                    <a:pt x="91439" y="380229"/>
                    <a:pt x="89925" y="381272"/>
                    <a:pt x="89858" y="381406"/>
                  </a:cubicBezTo>
                  <a:cubicBezTo>
                    <a:pt x="89790" y="381541"/>
                    <a:pt x="89622" y="382853"/>
                    <a:pt x="89622" y="383021"/>
                  </a:cubicBezTo>
                  <a:cubicBezTo>
                    <a:pt x="89622" y="383155"/>
                    <a:pt x="89387" y="384669"/>
                    <a:pt x="89387" y="384669"/>
                  </a:cubicBezTo>
                  <a:lnTo>
                    <a:pt x="88007" y="386351"/>
                  </a:lnTo>
                  <a:lnTo>
                    <a:pt x="86324" y="387327"/>
                  </a:lnTo>
                  <a:lnTo>
                    <a:pt x="83901" y="389513"/>
                  </a:lnTo>
                  <a:cubicBezTo>
                    <a:pt x="83901" y="389513"/>
                    <a:pt x="83867" y="391734"/>
                    <a:pt x="83833" y="392003"/>
                  </a:cubicBezTo>
                  <a:cubicBezTo>
                    <a:pt x="83800" y="392305"/>
                    <a:pt x="83699" y="394055"/>
                    <a:pt x="83463" y="394257"/>
                  </a:cubicBezTo>
                  <a:cubicBezTo>
                    <a:pt x="83261" y="394425"/>
                    <a:pt x="83463" y="396510"/>
                    <a:pt x="83463" y="396510"/>
                  </a:cubicBezTo>
                  <a:cubicBezTo>
                    <a:pt x="83463" y="396510"/>
                    <a:pt x="83699" y="397654"/>
                    <a:pt x="83766" y="397822"/>
                  </a:cubicBezTo>
                  <a:cubicBezTo>
                    <a:pt x="83833" y="397957"/>
                    <a:pt x="85011" y="399235"/>
                    <a:pt x="85550" y="399639"/>
                  </a:cubicBezTo>
                  <a:cubicBezTo>
                    <a:pt x="86088" y="400042"/>
                    <a:pt x="87872" y="401422"/>
                    <a:pt x="88074" y="401624"/>
                  </a:cubicBezTo>
                  <a:cubicBezTo>
                    <a:pt x="88276" y="401859"/>
                    <a:pt x="88713" y="403036"/>
                    <a:pt x="88612" y="403406"/>
                  </a:cubicBezTo>
                  <a:cubicBezTo>
                    <a:pt x="88512" y="403776"/>
                    <a:pt x="88040" y="404382"/>
                    <a:pt x="87805" y="404954"/>
                  </a:cubicBezTo>
                  <a:cubicBezTo>
                    <a:pt x="87603" y="405526"/>
                    <a:pt x="89117" y="406266"/>
                    <a:pt x="89252" y="406299"/>
                  </a:cubicBezTo>
                  <a:cubicBezTo>
                    <a:pt x="89387" y="406333"/>
                    <a:pt x="90699" y="406905"/>
                    <a:pt x="91204" y="407073"/>
                  </a:cubicBezTo>
                  <a:cubicBezTo>
                    <a:pt x="91709" y="407208"/>
                    <a:pt x="93055" y="407746"/>
                    <a:pt x="93257" y="407746"/>
                  </a:cubicBezTo>
                  <a:cubicBezTo>
                    <a:pt x="93425" y="407746"/>
                    <a:pt x="94771" y="409024"/>
                    <a:pt x="94771" y="409024"/>
                  </a:cubicBezTo>
                  <a:lnTo>
                    <a:pt x="96084" y="411211"/>
                  </a:lnTo>
                  <a:lnTo>
                    <a:pt x="96622" y="413297"/>
                  </a:lnTo>
                  <a:lnTo>
                    <a:pt x="99247" y="414171"/>
                  </a:lnTo>
                  <a:lnTo>
                    <a:pt x="104161" y="415618"/>
                  </a:lnTo>
                  <a:lnTo>
                    <a:pt x="106180" y="415315"/>
                  </a:lnTo>
                  <a:lnTo>
                    <a:pt x="108199" y="414440"/>
                  </a:lnTo>
                  <a:lnTo>
                    <a:pt x="111666" y="414440"/>
                  </a:lnTo>
                  <a:cubicBezTo>
                    <a:pt x="111666" y="414440"/>
                    <a:pt x="116007" y="415012"/>
                    <a:pt x="118632" y="415584"/>
                  </a:cubicBezTo>
                  <a:cubicBezTo>
                    <a:pt x="121224" y="416156"/>
                    <a:pt x="120955" y="416459"/>
                    <a:pt x="120955" y="416459"/>
                  </a:cubicBezTo>
                  <a:lnTo>
                    <a:pt x="120652" y="417905"/>
                  </a:lnTo>
                  <a:lnTo>
                    <a:pt x="120080" y="421101"/>
                  </a:lnTo>
                  <a:lnTo>
                    <a:pt x="118632" y="422245"/>
                  </a:lnTo>
                  <a:cubicBezTo>
                    <a:pt x="118632" y="422245"/>
                    <a:pt x="120382" y="425138"/>
                    <a:pt x="120652" y="426315"/>
                  </a:cubicBezTo>
                  <a:cubicBezTo>
                    <a:pt x="120955" y="427459"/>
                    <a:pt x="122099" y="432337"/>
                    <a:pt x="122099" y="432337"/>
                  </a:cubicBezTo>
                  <a:cubicBezTo>
                    <a:pt x="122099" y="432337"/>
                    <a:pt x="130210" y="436474"/>
                    <a:pt x="131084" y="436743"/>
                  </a:cubicBezTo>
                  <a:cubicBezTo>
                    <a:pt x="131959" y="437046"/>
                    <a:pt x="134551" y="437887"/>
                    <a:pt x="134551" y="437887"/>
                  </a:cubicBezTo>
                  <a:lnTo>
                    <a:pt x="141214" y="440780"/>
                  </a:lnTo>
                  <a:lnTo>
                    <a:pt x="146936" y="444615"/>
                  </a:lnTo>
                  <a:lnTo>
                    <a:pt x="149628" y="447441"/>
                  </a:lnTo>
                  <a:lnTo>
                    <a:pt x="149763" y="449627"/>
                  </a:lnTo>
                  <a:lnTo>
                    <a:pt x="149056" y="451814"/>
                  </a:lnTo>
                  <a:lnTo>
                    <a:pt x="149056" y="454135"/>
                  </a:lnTo>
                  <a:cubicBezTo>
                    <a:pt x="149056" y="454135"/>
                    <a:pt x="149998" y="455010"/>
                    <a:pt x="150301" y="457028"/>
                  </a:cubicBezTo>
                  <a:cubicBezTo>
                    <a:pt x="150604" y="459047"/>
                    <a:pt x="151681" y="459047"/>
                    <a:pt x="151681" y="459047"/>
                  </a:cubicBezTo>
                  <a:lnTo>
                    <a:pt x="154003" y="458172"/>
                  </a:lnTo>
                  <a:lnTo>
                    <a:pt x="155148" y="457028"/>
                  </a:lnTo>
                  <a:lnTo>
                    <a:pt x="155888" y="455447"/>
                  </a:lnTo>
                  <a:lnTo>
                    <a:pt x="157773" y="454572"/>
                  </a:lnTo>
                  <a:lnTo>
                    <a:pt x="161239" y="455279"/>
                  </a:lnTo>
                  <a:lnTo>
                    <a:pt x="161239" y="455144"/>
                  </a:lnTo>
                  <a:lnTo>
                    <a:pt x="162754" y="455716"/>
                  </a:lnTo>
                  <a:lnTo>
                    <a:pt x="165883" y="456591"/>
                  </a:lnTo>
                  <a:lnTo>
                    <a:pt x="167465" y="458609"/>
                  </a:lnTo>
                  <a:lnTo>
                    <a:pt x="168609" y="461367"/>
                  </a:lnTo>
                  <a:cubicBezTo>
                    <a:pt x="168609" y="461367"/>
                    <a:pt x="169181" y="462814"/>
                    <a:pt x="169619" y="464698"/>
                  </a:cubicBezTo>
                  <a:cubicBezTo>
                    <a:pt x="170056" y="466582"/>
                    <a:pt x="170629" y="465707"/>
                    <a:pt x="171369" y="466716"/>
                  </a:cubicBezTo>
                  <a:cubicBezTo>
                    <a:pt x="172076" y="467725"/>
                    <a:pt x="171369" y="468735"/>
                    <a:pt x="171369" y="468735"/>
                  </a:cubicBezTo>
                  <a:lnTo>
                    <a:pt x="172816" y="471493"/>
                  </a:lnTo>
                  <a:lnTo>
                    <a:pt x="173961" y="472368"/>
                  </a:lnTo>
                  <a:cubicBezTo>
                    <a:pt x="173961" y="472368"/>
                    <a:pt x="175542" y="474117"/>
                    <a:pt x="176148" y="474386"/>
                  </a:cubicBezTo>
                  <a:cubicBezTo>
                    <a:pt x="176720" y="474689"/>
                    <a:pt x="177730" y="475261"/>
                    <a:pt x="177730" y="475261"/>
                  </a:cubicBezTo>
                  <a:lnTo>
                    <a:pt x="179480" y="475261"/>
                  </a:lnTo>
                  <a:cubicBezTo>
                    <a:pt x="179480" y="475261"/>
                    <a:pt x="180220" y="474554"/>
                    <a:pt x="180624" y="474117"/>
                  </a:cubicBezTo>
                  <a:cubicBezTo>
                    <a:pt x="181062" y="473680"/>
                    <a:pt x="181634" y="472368"/>
                    <a:pt x="181634" y="472368"/>
                  </a:cubicBezTo>
                  <a:lnTo>
                    <a:pt x="182643" y="469307"/>
                  </a:lnTo>
                  <a:lnTo>
                    <a:pt x="183216" y="467557"/>
                  </a:lnTo>
                  <a:lnTo>
                    <a:pt x="184360" y="463790"/>
                  </a:lnTo>
                  <a:lnTo>
                    <a:pt x="184932" y="460325"/>
                  </a:lnTo>
                  <a:lnTo>
                    <a:pt x="185672" y="457566"/>
                  </a:lnTo>
                  <a:lnTo>
                    <a:pt x="185369" y="454808"/>
                  </a:lnTo>
                  <a:cubicBezTo>
                    <a:pt x="185369" y="454808"/>
                    <a:pt x="185067" y="452218"/>
                    <a:pt x="184663" y="452049"/>
                  </a:cubicBezTo>
                  <a:cubicBezTo>
                    <a:pt x="184225" y="451915"/>
                    <a:pt x="182643" y="445826"/>
                    <a:pt x="182643" y="445826"/>
                  </a:cubicBezTo>
                  <a:lnTo>
                    <a:pt x="182071" y="440612"/>
                  </a:lnTo>
                  <a:lnTo>
                    <a:pt x="184023" y="436104"/>
                  </a:lnTo>
                  <a:lnTo>
                    <a:pt x="182509" y="433817"/>
                  </a:lnTo>
                  <a:lnTo>
                    <a:pt x="181297" y="429679"/>
                  </a:lnTo>
                  <a:lnTo>
                    <a:pt x="180321" y="427392"/>
                  </a:lnTo>
                  <a:lnTo>
                    <a:pt x="180321" y="426315"/>
                  </a:lnTo>
                  <a:cubicBezTo>
                    <a:pt x="180321" y="426315"/>
                    <a:pt x="180153" y="424465"/>
                    <a:pt x="179951" y="424028"/>
                  </a:cubicBezTo>
                  <a:cubicBezTo>
                    <a:pt x="179749" y="423590"/>
                    <a:pt x="178605" y="422177"/>
                    <a:pt x="178605" y="422177"/>
                  </a:cubicBezTo>
                  <a:lnTo>
                    <a:pt x="178605" y="419789"/>
                  </a:lnTo>
                  <a:lnTo>
                    <a:pt x="179379" y="417737"/>
                  </a:lnTo>
                  <a:lnTo>
                    <a:pt x="182643" y="416862"/>
                  </a:lnTo>
                  <a:lnTo>
                    <a:pt x="184595" y="416089"/>
                  </a:lnTo>
                  <a:lnTo>
                    <a:pt x="187220" y="413801"/>
                  </a:lnTo>
                  <a:lnTo>
                    <a:pt x="188970" y="413700"/>
                  </a:lnTo>
                  <a:lnTo>
                    <a:pt x="191898" y="416728"/>
                  </a:lnTo>
                  <a:lnTo>
                    <a:pt x="194288" y="417602"/>
                  </a:lnTo>
                  <a:lnTo>
                    <a:pt x="197350" y="419352"/>
                  </a:lnTo>
                  <a:lnTo>
                    <a:pt x="200951" y="422076"/>
                  </a:lnTo>
                  <a:lnTo>
                    <a:pt x="203879" y="424801"/>
                  </a:lnTo>
                  <a:lnTo>
                    <a:pt x="205831" y="424801"/>
                  </a:lnTo>
                  <a:lnTo>
                    <a:pt x="207783" y="423119"/>
                  </a:lnTo>
                  <a:lnTo>
                    <a:pt x="209870" y="421202"/>
                  </a:lnTo>
                  <a:lnTo>
                    <a:pt x="213572" y="421976"/>
                  </a:lnTo>
                  <a:cubicBezTo>
                    <a:pt x="213572" y="421976"/>
                    <a:pt x="214548" y="419486"/>
                    <a:pt x="215860" y="418511"/>
                  </a:cubicBezTo>
                  <a:cubicBezTo>
                    <a:pt x="217173" y="417535"/>
                    <a:pt x="215860" y="418511"/>
                    <a:pt x="216399" y="417972"/>
                  </a:cubicBezTo>
                  <a:cubicBezTo>
                    <a:pt x="216937" y="417434"/>
                    <a:pt x="217375" y="416223"/>
                    <a:pt x="217712" y="416122"/>
                  </a:cubicBezTo>
                  <a:cubicBezTo>
                    <a:pt x="218048" y="416021"/>
                    <a:pt x="218485" y="416122"/>
                    <a:pt x="219562" y="416122"/>
                  </a:cubicBezTo>
                  <a:cubicBezTo>
                    <a:pt x="220639" y="416122"/>
                    <a:pt x="221952" y="416122"/>
                    <a:pt x="223466" y="416122"/>
                  </a:cubicBezTo>
                  <a:cubicBezTo>
                    <a:pt x="224981" y="416122"/>
                    <a:pt x="225216" y="415954"/>
                    <a:pt x="226192" y="415416"/>
                  </a:cubicBezTo>
                  <a:cubicBezTo>
                    <a:pt x="227168" y="414878"/>
                    <a:pt x="227404" y="415248"/>
                    <a:pt x="227404" y="415248"/>
                  </a:cubicBezTo>
                  <a:lnTo>
                    <a:pt x="227404" y="413398"/>
                  </a:lnTo>
                  <a:lnTo>
                    <a:pt x="226933" y="410572"/>
                  </a:lnTo>
                  <a:lnTo>
                    <a:pt x="227000" y="409697"/>
                  </a:lnTo>
                  <a:lnTo>
                    <a:pt x="223836" y="406333"/>
                  </a:lnTo>
                  <a:lnTo>
                    <a:pt x="220471" y="401354"/>
                  </a:lnTo>
                  <a:lnTo>
                    <a:pt x="220471" y="399605"/>
                  </a:lnTo>
                  <a:lnTo>
                    <a:pt x="224274" y="397755"/>
                  </a:lnTo>
                  <a:lnTo>
                    <a:pt x="226563" y="396342"/>
                  </a:lnTo>
                  <a:lnTo>
                    <a:pt x="228414" y="392440"/>
                  </a:lnTo>
                  <a:cubicBezTo>
                    <a:pt x="228414" y="392440"/>
                    <a:pt x="229188" y="388302"/>
                    <a:pt x="229188" y="387865"/>
                  </a:cubicBezTo>
                  <a:cubicBezTo>
                    <a:pt x="229188" y="387428"/>
                    <a:pt x="229726" y="385241"/>
                    <a:pt x="230365" y="383828"/>
                  </a:cubicBezTo>
                  <a:cubicBezTo>
                    <a:pt x="231005" y="382415"/>
                    <a:pt x="232452" y="380128"/>
                    <a:pt x="232452" y="380128"/>
                  </a:cubicBezTo>
                  <a:lnTo>
                    <a:pt x="231577" y="377403"/>
                  </a:lnTo>
                  <a:lnTo>
                    <a:pt x="229726" y="375788"/>
                  </a:lnTo>
                  <a:lnTo>
                    <a:pt x="227539" y="373299"/>
                  </a:lnTo>
                  <a:lnTo>
                    <a:pt x="226226" y="371348"/>
                  </a:lnTo>
                  <a:lnTo>
                    <a:pt x="228414" y="368421"/>
                  </a:lnTo>
                  <a:lnTo>
                    <a:pt x="226226" y="366134"/>
                  </a:lnTo>
                  <a:lnTo>
                    <a:pt x="221346" y="363947"/>
                  </a:lnTo>
                  <a:cubicBezTo>
                    <a:pt x="221346" y="363947"/>
                    <a:pt x="219058" y="363947"/>
                    <a:pt x="218721" y="363947"/>
                  </a:cubicBezTo>
                  <a:cubicBezTo>
                    <a:pt x="218384" y="363947"/>
                    <a:pt x="215255" y="362904"/>
                    <a:pt x="214178" y="362904"/>
                  </a:cubicBezTo>
                  <a:cubicBezTo>
                    <a:pt x="213101" y="362904"/>
                    <a:pt x="209836" y="361222"/>
                    <a:pt x="209836" y="361222"/>
                  </a:cubicBezTo>
                  <a:lnTo>
                    <a:pt x="207110" y="359271"/>
                  </a:lnTo>
                  <a:lnTo>
                    <a:pt x="205158" y="356883"/>
                  </a:lnTo>
                  <a:lnTo>
                    <a:pt x="201793" y="355806"/>
                  </a:lnTo>
                  <a:lnTo>
                    <a:pt x="198528" y="357455"/>
                  </a:lnTo>
                  <a:cubicBezTo>
                    <a:pt x="198528" y="357455"/>
                    <a:pt x="193413" y="357657"/>
                    <a:pt x="189408" y="357455"/>
                  </a:cubicBezTo>
                  <a:cubicBezTo>
                    <a:pt x="185369" y="357219"/>
                    <a:pt x="186783" y="356244"/>
                    <a:pt x="186480" y="355941"/>
                  </a:cubicBezTo>
                  <a:cubicBezTo>
                    <a:pt x="186143" y="355605"/>
                    <a:pt x="184865" y="352476"/>
                    <a:pt x="184865" y="352476"/>
                  </a:cubicBezTo>
                  <a:cubicBezTo>
                    <a:pt x="184865" y="352476"/>
                    <a:pt x="188028" y="349987"/>
                    <a:pt x="189206" y="349449"/>
                  </a:cubicBezTo>
                  <a:cubicBezTo>
                    <a:pt x="190417" y="348910"/>
                    <a:pt x="190519" y="348036"/>
                    <a:pt x="190821" y="347935"/>
                  </a:cubicBezTo>
                  <a:cubicBezTo>
                    <a:pt x="191158" y="347834"/>
                    <a:pt x="191696" y="344335"/>
                    <a:pt x="191696" y="343595"/>
                  </a:cubicBezTo>
                  <a:cubicBezTo>
                    <a:pt x="191696" y="342821"/>
                    <a:pt x="191158" y="339895"/>
                    <a:pt x="191158" y="339895"/>
                  </a:cubicBezTo>
                  <a:lnTo>
                    <a:pt x="189408" y="337406"/>
                  </a:lnTo>
                  <a:lnTo>
                    <a:pt x="187355" y="334243"/>
                  </a:lnTo>
                  <a:lnTo>
                    <a:pt x="184427" y="332057"/>
                  </a:lnTo>
                  <a:cubicBezTo>
                    <a:pt x="184427" y="332057"/>
                    <a:pt x="182374" y="330207"/>
                    <a:pt x="181701" y="330207"/>
                  </a:cubicBezTo>
                  <a:cubicBezTo>
                    <a:pt x="181028" y="330207"/>
                    <a:pt x="179312" y="327616"/>
                    <a:pt x="178975" y="326944"/>
                  </a:cubicBezTo>
                  <a:cubicBezTo>
                    <a:pt x="178638" y="326304"/>
                    <a:pt x="178975" y="323680"/>
                    <a:pt x="178975" y="323680"/>
                  </a:cubicBezTo>
                  <a:cubicBezTo>
                    <a:pt x="178975" y="323680"/>
                    <a:pt x="179951" y="322907"/>
                    <a:pt x="181028" y="322604"/>
                  </a:cubicBezTo>
                  <a:cubicBezTo>
                    <a:pt x="182105" y="322268"/>
                    <a:pt x="183754" y="322940"/>
                    <a:pt x="184494" y="322604"/>
                  </a:cubicBezTo>
                  <a:cubicBezTo>
                    <a:pt x="185268" y="322268"/>
                    <a:pt x="185033" y="320317"/>
                    <a:pt x="185369" y="320216"/>
                  </a:cubicBezTo>
                  <a:cubicBezTo>
                    <a:pt x="185706" y="320115"/>
                    <a:pt x="187456" y="318904"/>
                    <a:pt x="187456" y="318904"/>
                  </a:cubicBezTo>
                  <a:cubicBezTo>
                    <a:pt x="187456" y="318904"/>
                    <a:pt x="188432" y="316515"/>
                    <a:pt x="189206" y="316414"/>
                  </a:cubicBezTo>
                  <a:cubicBezTo>
                    <a:pt x="189980" y="316313"/>
                    <a:pt x="189206" y="314463"/>
                    <a:pt x="189206" y="314463"/>
                  </a:cubicBezTo>
                  <a:cubicBezTo>
                    <a:pt x="189206" y="314463"/>
                    <a:pt x="189206" y="312310"/>
                    <a:pt x="189206" y="311873"/>
                  </a:cubicBezTo>
                  <a:cubicBezTo>
                    <a:pt x="189206" y="311436"/>
                    <a:pt x="190619" y="308845"/>
                    <a:pt x="190619" y="308845"/>
                  </a:cubicBezTo>
                  <a:cubicBezTo>
                    <a:pt x="190619" y="308845"/>
                    <a:pt x="192370" y="306356"/>
                    <a:pt x="192571" y="306020"/>
                  </a:cubicBezTo>
                  <a:cubicBezTo>
                    <a:pt x="192773" y="305683"/>
                    <a:pt x="194322" y="303867"/>
                    <a:pt x="194322" y="303867"/>
                  </a:cubicBezTo>
                  <a:cubicBezTo>
                    <a:pt x="194322" y="303867"/>
                    <a:pt x="196071" y="304069"/>
                    <a:pt x="197586" y="303833"/>
                  </a:cubicBezTo>
                  <a:cubicBezTo>
                    <a:pt x="199100" y="303631"/>
                    <a:pt x="200211" y="303934"/>
                    <a:pt x="200649" y="303833"/>
                  </a:cubicBezTo>
                  <a:cubicBezTo>
                    <a:pt x="201086" y="303732"/>
                    <a:pt x="203913" y="303631"/>
                    <a:pt x="204115" y="303295"/>
                  </a:cubicBezTo>
                  <a:cubicBezTo>
                    <a:pt x="204317" y="302959"/>
                    <a:pt x="203577" y="300907"/>
                    <a:pt x="203577" y="300907"/>
                  </a:cubicBezTo>
                  <a:lnTo>
                    <a:pt x="202802" y="299595"/>
                  </a:lnTo>
                  <a:lnTo>
                    <a:pt x="203240" y="295793"/>
                  </a:lnTo>
                  <a:lnTo>
                    <a:pt x="205629" y="295154"/>
                  </a:lnTo>
                  <a:lnTo>
                    <a:pt x="205529" y="292429"/>
                  </a:lnTo>
                  <a:lnTo>
                    <a:pt x="204317" y="290680"/>
                  </a:lnTo>
                  <a:cubicBezTo>
                    <a:pt x="204317" y="290680"/>
                    <a:pt x="202264" y="289368"/>
                    <a:pt x="201052" y="289065"/>
                  </a:cubicBezTo>
                  <a:cubicBezTo>
                    <a:pt x="199841" y="288729"/>
                    <a:pt x="197687" y="287653"/>
                    <a:pt x="197687" y="287653"/>
                  </a:cubicBezTo>
                  <a:lnTo>
                    <a:pt x="195398" y="282876"/>
                  </a:lnTo>
                  <a:cubicBezTo>
                    <a:pt x="195398" y="282876"/>
                    <a:pt x="196475" y="280487"/>
                    <a:pt x="196711" y="280151"/>
                  </a:cubicBezTo>
                  <a:cubicBezTo>
                    <a:pt x="196913" y="279814"/>
                    <a:pt x="200312" y="278502"/>
                    <a:pt x="200312" y="278502"/>
                  </a:cubicBezTo>
                  <a:lnTo>
                    <a:pt x="203677" y="277964"/>
                  </a:lnTo>
                  <a:lnTo>
                    <a:pt x="204216" y="275374"/>
                  </a:lnTo>
                  <a:lnTo>
                    <a:pt x="204855" y="272750"/>
                  </a:lnTo>
                  <a:lnTo>
                    <a:pt x="204855" y="267536"/>
                  </a:lnTo>
                  <a:lnTo>
                    <a:pt x="204855" y="263028"/>
                  </a:lnTo>
                  <a:lnTo>
                    <a:pt x="206033" y="259833"/>
                  </a:lnTo>
                  <a:lnTo>
                    <a:pt x="208187" y="259664"/>
                  </a:lnTo>
                  <a:lnTo>
                    <a:pt x="210509" y="260169"/>
                  </a:lnTo>
                  <a:cubicBezTo>
                    <a:pt x="210509" y="260169"/>
                    <a:pt x="213437" y="261043"/>
                    <a:pt x="214413" y="260943"/>
                  </a:cubicBezTo>
                  <a:cubicBezTo>
                    <a:pt x="215389" y="260842"/>
                    <a:pt x="216264" y="259530"/>
                    <a:pt x="216332" y="259294"/>
                  </a:cubicBezTo>
                  <a:cubicBezTo>
                    <a:pt x="216399" y="259059"/>
                    <a:pt x="217139" y="257511"/>
                    <a:pt x="217139" y="257511"/>
                  </a:cubicBezTo>
                  <a:lnTo>
                    <a:pt x="221043" y="255762"/>
                  </a:lnTo>
                  <a:cubicBezTo>
                    <a:pt x="221043" y="255762"/>
                    <a:pt x="223668" y="256401"/>
                    <a:pt x="224308" y="256267"/>
                  </a:cubicBezTo>
                  <a:cubicBezTo>
                    <a:pt x="224981" y="256099"/>
                    <a:pt x="227808" y="260573"/>
                    <a:pt x="227808" y="260573"/>
                  </a:cubicBezTo>
                  <a:lnTo>
                    <a:pt x="228245" y="260236"/>
                  </a:lnTo>
                  <a:lnTo>
                    <a:pt x="231442" y="257579"/>
                  </a:lnTo>
                  <a:cubicBezTo>
                    <a:pt x="231442" y="257579"/>
                    <a:pt x="233294" y="258016"/>
                    <a:pt x="233933" y="258050"/>
                  </a:cubicBezTo>
                  <a:cubicBezTo>
                    <a:pt x="234572" y="258117"/>
                    <a:pt x="237265" y="261481"/>
                    <a:pt x="237265" y="261481"/>
                  </a:cubicBezTo>
                  <a:cubicBezTo>
                    <a:pt x="237265" y="261481"/>
                    <a:pt x="239553" y="260707"/>
                    <a:pt x="239688" y="260606"/>
                  </a:cubicBezTo>
                  <a:cubicBezTo>
                    <a:pt x="239856" y="260505"/>
                    <a:pt x="241875" y="258756"/>
                    <a:pt x="241875" y="258756"/>
                  </a:cubicBezTo>
                  <a:lnTo>
                    <a:pt x="244736" y="256570"/>
                  </a:lnTo>
                  <a:lnTo>
                    <a:pt x="248606" y="256199"/>
                  </a:lnTo>
                  <a:lnTo>
                    <a:pt x="254530" y="258386"/>
                  </a:lnTo>
                  <a:lnTo>
                    <a:pt x="258063" y="260505"/>
                  </a:lnTo>
                  <a:lnTo>
                    <a:pt x="260049" y="262457"/>
                  </a:lnTo>
                  <a:lnTo>
                    <a:pt x="265501" y="265383"/>
                  </a:lnTo>
                  <a:lnTo>
                    <a:pt x="265669" y="265383"/>
                  </a:lnTo>
                  <a:lnTo>
                    <a:pt x="265366" y="266729"/>
                  </a:lnTo>
                  <a:lnTo>
                    <a:pt x="266275" y="262658"/>
                  </a:lnTo>
                  <a:lnTo>
                    <a:pt x="268227" y="260270"/>
                  </a:lnTo>
                  <a:cubicBezTo>
                    <a:pt x="268227" y="260270"/>
                    <a:pt x="269809" y="259025"/>
                    <a:pt x="269977" y="258823"/>
                  </a:cubicBezTo>
                  <a:cubicBezTo>
                    <a:pt x="270112" y="258622"/>
                    <a:pt x="270179" y="257579"/>
                    <a:pt x="270179" y="257579"/>
                  </a:cubicBezTo>
                  <a:lnTo>
                    <a:pt x="269876" y="256334"/>
                  </a:lnTo>
                  <a:lnTo>
                    <a:pt x="268799" y="255392"/>
                  </a:lnTo>
                  <a:cubicBezTo>
                    <a:pt x="268799" y="255392"/>
                    <a:pt x="266544" y="253374"/>
                    <a:pt x="266275" y="253206"/>
                  </a:cubicBezTo>
                  <a:cubicBezTo>
                    <a:pt x="265972" y="253071"/>
                    <a:pt x="264693" y="252264"/>
                    <a:pt x="264087" y="251961"/>
                  </a:cubicBezTo>
                  <a:cubicBezTo>
                    <a:pt x="263515" y="251658"/>
                    <a:pt x="262337" y="251019"/>
                    <a:pt x="262337" y="251019"/>
                  </a:cubicBezTo>
                  <a:lnTo>
                    <a:pt x="261092" y="248630"/>
                  </a:lnTo>
                  <a:lnTo>
                    <a:pt x="261227" y="246747"/>
                  </a:lnTo>
                  <a:lnTo>
                    <a:pt x="262304" y="244863"/>
                  </a:lnTo>
                  <a:lnTo>
                    <a:pt x="263246" y="242475"/>
                  </a:lnTo>
                  <a:lnTo>
                    <a:pt x="263044" y="240591"/>
                  </a:lnTo>
                  <a:lnTo>
                    <a:pt x="259847" y="240591"/>
                  </a:lnTo>
                  <a:lnTo>
                    <a:pt x="258972" y="237395"/>
                  </a:lnTo>
                  <a:lnTo>
                    <a:pt x="261664" y="236016"/>
                  </a:lnTo>
                  <a:lnTo>
                    <a:pt x="263112" y="233324"/>
                  </a:lnTo>
                  <a:lnTo>
                    <a:pt x="262809" y="232080"/>
                  </a:lnTo>
                  <a:lnTo>
                    <a:pt x="260856" y="230701"/>
                  </a:lnTo>
                  <a:lnTo>
                    <a:pt x="261732" y="227505"/>
                  </a:lnTo>
                  <a:lnTo>
                    <a:pt x="264929" y="223434"/>
                  </a:lnTo>
                  <a:lnTo>
                    <a:pt x="269136" y="219095"/>
                  </a:lnTo>
                  <a:lnTo>
                    <a:pt x="270145" y="215462"/>
                  </a:lnTo>
                  <a:cubicBezTo>
                    <a:pt x="270145" y="215462"/>
                    <a:pt x="268698" y="213780"/>
                    <a:pt x="267823" y="212603"/>
                  </a:cubicBezTo>
                  <a:cubicBezTo>
                    <a:pt x="266948" y="211391"/>
                    <a:pt x="267823" y="210012"/>
                    <a:pt x="267823" y="209239"/>
                  </a:cubicBezTo>
                  <a:cubicBezTo>
                    <a:pt x="267823" y="208465"/>
                    <a:pt x="271862" y="204563"/>
                    <a:pt x="271862" y="204563"/>
                  </a:cubicBezTo>
                  <a:lnTo>
                    <a:pt x="274352" y="199247"/>
                  </a:lnTo>
                  <a:lnTo>
                    <a:pt x="276203" y="194471"/>
                  </a:lnTo>
                  <a:lnTo>
                    <a:pt x="280982" y="194033"/>
                  </a:lnTo>
                  <a:lnTo>
                    <a:pt x="282631" y="191847"/>
                  </a:lnTo>
                  <a:cubicBezTo>
                    <a:pt x="282631" y="191847"/>
                    <a:pt x="286872" y="189795"/>
                    <a:pt x="287646" y="189257"/>
                  </a:cubicBezTo>
                  <a:cubicBezTo>
                    <a:pt x="288420" y="188718"/>
                    <a:pt x="290237" y="187204"/>
                    <a:pt x="290574" y="186868"/>
                  </a:cubicBezTo>
                  <a:cubicBezTo>
                    <a:pt x="290910" y="186532"/>
                    <a:pt x="294040" y="186431"/>
                    <a:pt x="294612" y="186094"/>
                  </a:cubicBezTo>
                  <a:cubicBezTo>
                    <a:pt x="295151" y="185758"/>
                    <a:pt x="296901" y="184681"/>
                    <a:pt x="296901" y="184681"/>
                  </a:cubicBezTo>
                  <a:cubicBezTo>
                    <a:pt x="296901" y="184681"/>
                    <a:pt x="297439" y="182831"/>
                    <a:pt x="297877" y="182394"/>
                  </a:cubicBezTo>
                  <a:cubicBezTo>
                    <a:pt x="298314" y="181957"/>
                    <a:pt x="297877" y="180308"/>
                    <a:pt x="297877" y="180006"/>
                  </a:cubicBezTo>
                  <a:cubicBezTo>
                    <a:pt x="297877" y="179669"/>
                    <a:pt x="298853" y="176103"/>
                    <a:pt x="298853" y="176103"/>
                  </a:cubicBezTo>
                  <a:lnTo>
                    <a:pt x="302992" y="175027"/>
                  </a:lnTo>
                  <a:lnTo>
                    <a:pt x="296867" y="174489"/>
                  </a:lnTo>
                  <a:cubicBezTo>
                    <a:pt x="296867" y="174489"/>
                    <a:pt x="293401" y="174859"/>
                    <a:pt x="292458" y="174859"/>
                  </a:cubicBezTo>
                  <a:cubicBezTo>
                    <a:pt x="291516" y="174859"/>
                    <a:pt x="288554" y="173110"/>
                    <a:pt x="288117" y="172605"/>
                  </a:cubicBezTo>
                  <a:cubicBezTo>
                    <a:pt x="287679" y="172100"/>
                    <a:pt x="286165" y="169342"/>
                    <a:pt x="286165" y="169342"/>
                  </a:cubicBezTo>
                  <a:lnTo>
                    <a:pt x="285155" y="165137"/>
                  </a:lnTo>
                  <a:lnTo>
                    <a:pt x="281016" y="160293"/>
                  </a:lnTo>
                  <a:lnTo>
                    <a:pt x="277886" y="153834"/>
                  </a:lnTo>
                  <a:lnTo>
                    <a:pt x="275261" y="151008"/>
                  </a:lnTo>
                  <a:cubicBezTo>
                    <a:pt x="275261" y="151008"/>
                    <a:pt x="270684" y="145794"/>
                    <a:pt x="270549" y="145357"/>
                  </a:cubicBezTo>
                  <a:cubicBezTo>
                    <a:pt x="270414" y="144920"/>
                    <a:pt x="268664" y="144112"/>
                    <a:pt x="268664" y="144112"/>
                  </a:cubicBezTo>
                  <a:lnTo>
                    <a:pt x="262640" y="142228"/>
                  </a:lnTo>
                  <a:lnTo>
                    <a:pt x="259578" y="141421"/>
                  </a:lnTo>
                  <a:cubicBezTo>
                    <a:pt x="259578" y="141421"/>
                    <a:pt x="256986" y="141421"/>
                    <a:pt x="256549" y="141421"/>
                  </a:cubicBezTo>
                  <a:cubicBezTo>
                    <a:pt x="256111" y="141421"/>
                    <a:pt x="253453" y="143641"/>
                    <a:pt x="253217" y="143708"/>
                  </a:cubicBezTo>
                  <a:cubicBezTo>
                    <a:pt x="253015" y="143776"/>
                    <a:pt x="247563" y="145996"/>
                    <a:pt x="247563" y="145996"/>
                  </a:cubicBezTo>
                  <a:cubicBezTo>
                    <a:pt x="247563" y="145996"/>
                    <a:pt x="244366" y="146635"/>
                    <a:pt x="244164" y="146702"/>
                  </a:cubicBezTo>
                  <a:cubicBezTo>
                    <a:pt x="243962" y="146770"/>
                    <a:pt x="239015" y="146568"/>
                    <a:pt x="238140" y="146702"/>
                  </a:cubicBezTo>
                  <a:cubicBezTo>
                    <a:pt x="237265" y="146837"/>
                    <a:pt x="234068" y="145256"/>
                    <a:pt x="234068" y="145256"/>
                  </a:cubicBezTo>
                  <a:lnTo>
                    <a:pt x="225149" y="139100"/>
                  </a:lnTo>
                  <a:lnTo>
                    <a:pt x="219798" y="136409"/>
                  </a:lnTo>
                  <a:lnTo>
                    <a:pt x="215221" y="133381"/>
                  </a:lnTo>
                  <a:lnTo>
                    <a:pt x="212832" y="131867"/>
                  </a:lnTo>
                  <a:lnTo>
                    <a:pt x="208692" y="129042"/>
                  </a:lnTo>
                  <a:lnTo>
                    <a:pt x="203475" y="124029"/>
                  </a:lnTo>
                  <a:lnTo>
                    <a:pt x="202399" y="122515"/>
                  </a:lnTo>
                  <a:lnTo>
                    <a:pt x="202634" y="119051"/>
                  </a:lnTo>
                  <a:lnTo>
                    <a:pt x="203947" y="114476"/>
                  </a:lnTo>
                  <a:lnTo>
                    <a:pt x="202870" y="111852"/>
                  </a:lnTo>
                  <a:cubicBezTo>
                    <a:pt x="202870" y="111852"/>
                    <a:pt x="201355" y="107512"/>
                    <a:pt x="202230" y="108151"/>
                  </a:cubicBezTo>
                  <a:cubicBezTo>
                    <a:pt x="203105" y="108757"/>
                    <a:pt x="203105" y="105797"/>
                    <a:pt x="203980" y="104922"/>
                  </a:cubicBezTo>
                  <a:cubicBezTo>
                    <a:pt x="204855" y="104047"/>
                    <a:pt x="205293" y="104047"/>
                    <a:pt x="205495" y="103408"/>
                  </a:cubicBezTo>
                  <a:cubicBezTo>
                    <a:pt x="205697" y="102769"/>
                    <a:pt x="206572" y="100582"/>
                    <a:pt x="206572" y="100582"/>
                  </a:cubicBezTo>
                  <a:lnTo>
                    <a:pt x="206572" y="99069"/>
                  </a:lnTo>
                  <a:lnTo>
                    <a:pt x="203846" y="95368"/>
                  </a:lnTo>
                  <a:lnTo>
                    <a:pt x="203072" y="93619"/>
                  </a:lnTo>
                  <a:lnTo>
                    <a:pt x="203072" y="89919"/>
                  </a:lnTo>
                  <a:lnTo>
                    <a:pt x="205798" y="86858"/>
                  </a:lnTo>
                  <a:lnTo>
                    <a:pt x="206336" y="84906"/>
                  </a:lnTo>
                  <a:lnTo>
                    <a:pt x="206774" y="81879"/>
                  </a:lnTo>
                  <a:lnTo>
                    <a:pt x="207851" y="79289"/>
                  </a:lnTo>
                  <a:lnTo>
                    <a:pt x="208490" y="76463"/>
                  </a:lnTo>
                  <a:lnTo>
                    <a:pt x="211519" y="72763"/>
                  </a:lnTo>
                  <a:lnTo>
                    <a:pt x="213269" y="68860"/>
                  </a:lnTo>
                  <a:lnTo>
                    <a:pt x="215894" y="63209"/>
                  </a:lnTo>
                  <a:lnTo>
                    <a:pt x="220303" y="61762"/>
                  </a:lnTo>
                  <a:cubicBezTo>
                    <a:pt x="220303" y="61762"/>
                    <a:pt x="222625" y="57120"/>
                    <a:pt x="222760" y="56683"/>
                  </a:cubicBezTo>
                  <a:cubicBezTo>
                    <a:pt x="222894" y="56245"/>
                    <a:pt x="226529" y="55236"/>
                    <a:pt x="226529" y="55236"/>
                  </a:cubicBezTo>
                  <a:lnTo>
                    <a:pt x="231880" y="53050"/>
                  </a:lnTo>
                  <a:cubicBezTo>
                    <a:pt x="231880" y="53050"/>
                    <a:pt x="234337" y="53184"/>
                    <a:pt x="234909" y="53487"/>
                  </a:cubicBezTo>
                  <a:cubicBezTo>
                    <a:pt x="235481" y="53790"/>
                    <a:pt x="238678" y="53790"/>
                    <a:pt x="238678" y="53790"/>
                  </a:cubicBezTo>
                  <a:cubicBezTo>
                    <a:pt x="238678" y="53790"/>
                    <a:pt x="239856" y="54093"/>
                    <a:pt x="240428" y="54227"/>
                  </a:cubicBezTo>
                  <a:cubicBezTo>
                    <a:pt x="241000" y="54362"/>
                    <a:pt x="241606" y="54664"/>
                    <a:pt x="242751" y="54664"/>
                  </a:cubicBezTo>
                  <a:cubicBezTo>
                    <a:pt x="243895" y="54664"/>
                    <a:pt x="244063" y="53655"/>
                    <a:pt x="244063" y="53655"/>
                  </a:cubicBezTo>
                  <a:cubicBezTo>
                    <a:pt x="244063" y="53655"/>
                    <a:pt x="244500" y="50897"/>
                    <a:pt x="244635" y="49316"/>
                  </a:cubicBezTo>
                  <a:cubicBezTo>
                    <a:pt x="244770" y="47735"/>
                    <a:pt x="244635" y="46288"/>
                    <a:pt x="244635" y="46288"/>
                  </a:cubicBezTo>
                  <a:lnTo>
                    <a:pt x="243625" y="42958"/>
                  </a:lnTo>
                  <a:lnTo>
                    <a:pt x="242481" y="39325"/>
                  </a:lnTo>
                  <a:lnTo>
                    <a:pt x="239722" y="36566"/>
                  </a:lnTo>
                  <a:cubicBezTo>
                    <a:pt x="239722" y="36566"/>
                    <a:pt x="237265" y="36129"/>
                    <a:pt x="236390" y="36566"/>
                  </a:cubicBezTo>
                  <a:cubicBezTo>
                    <a:pt x="235515" y="37004"/>
                    <a:pt x="234774" y="36701"/>
                    <a:pt x="234774" y="36701"/>
                  </a:cubicBezTo>
                  <a:lnTo>
                    <a:pt x="232587" y="38013"/>
                  </a:lnTo>
                  <a:lnTo>
                    <a:pt x="232587" y="30612"/>
                  </a:lnTo>
                  <a:cubicBezTo>
                    <a:pt x="232587" y="30612"/>
                    <a:pt x="231947" y="27585"/>
                    <a:pt x="231510" y="26979"/>
                  </a:cubicBezTo>
                  <a:cubicBezTo>
                    <a:pt x="231072" y="26407"/>
                    <a:pt x="231745" y="22337"/>
                    <a:pt x="231745" y="22337"/>
                  </a:cubicBezTo>
                  <a:lnTo>
                    <a:pt x="230635" y="17694"/>
                  </a:lnTo>
                  <a:lnTo>
                    <a:pt x="228851" y="14936"/>
                  </a:lnTo>
                  <a:lnTo>
                    <a:pt x="230467" y="11034"/>
                  </a:lnTo>
                  <a:cubicBezTo>
                    <a:pt x="230467" y="11034"/>
                    <a:pt x="230870" y="8141"/>
                    <a:pt x="230433" y="7569"/>
                  </a:cubicBezTo>
                  <a:cubicBezTo>
                    <a:pt x="229995" y="6997"/>
                    <a:pt x="230567" y="4373"/>
                    <a:pt x="230433" y="3936"/>
                  </a:cubicBezTo>
                  <a:cubicBezTo>
                    <a:pt x="230298" y="3498"/>
                    <a:pt x="229726" y="740"/>
                    <a:pt x="229726" y="740"/>
                  </a:cubicBezTo>
                  <a:lnTo>
                    <a:pt x="225654" y="0"/>
                  </a:lnTo>
                  <a:cubicBezTo>
                    <a:pt x="225654" y="0"/>
                    <a:pt x="223466" y="2456"/>
                    <a:pt x="222187" y="3465"/>
                  </a:cubicBezTo>
                  <a:cubicBezTo>
                    <a:pt x="220875" y="4474"/>
                    <a:pt x="216096" y="4037"/>
                    <a:pt x="216096" y="4037"/>
                  </a:cubicBezTo>
                  <a:lnTo>
                    <a:pt x="211014" y="4037"/>
                  </a:lnTo>
                  <a:cubicBezTo>
                    <a:pt x="211014" y="4037"/>
                    <a:pt x="209129" y="4609"/>
                    <a:pt x="208692" y="4911"/>
                  </a:cubicBezTo>
                  <a:cubicBezTo>
                    <a:pt x="208255" y="5214"/>
                    <a:pt x="206942" y="5921"/>
                    <a:pt x="205495" y="6930"/>
                  </a:cubicBezTo>
                  <a:cubicBezTo>
                    <a:pt x="204048" y="7939"/>
                    <a:pt x="203038" y="8376"/>
                    <a:pt x="201860" y="8242"/>
                  </a:cubicBezTo>
                  <a:cubicBezTo>
                    <a:pt x="200716" y="8107"/>
                    <a:pt x="199100" y="9554"/>
                    <a:pt x="196946" y="9554"/>
                  </a:cubicBezTo>
                  <a:cubicBezTo>
                    <a:pt x="194793" y="9554"/>
                    <a:pt x="194490" y="9688"/>
                    <a:pt x="193615" y="9554"/>
                  </a:cubicBezTo>
                  <a:cubicBezTo>
                    <a:pt x="192740" y="9419"/>
                    <a:pt x="191158" y="8242"/>
                    <a:pt x="190552" y="8242"/>
                  </a:cubicBezTo>
                  <a:cubicBezTo>
                    <a:pt x="189980" y="8242"/>
                    <a:pt x="187793" y="11707"/>
                    <a:pt x="187793" y="11707"/>
                  </a:cubicBezTo>
                  <a:lnTo>
                    <a:pt x="184461" y="16618"/>
                  </a:lnTo>
                  <a:cubicBezTo>
                    <a:pt x="184461" y="16618"/>
                    <a:pt x="183754" y="19208"/>
                    <a:pt x="183754" y="19814"/>
                  </a:cubicBezTo>
                  <a:cubicBezTo>
                    <a:pt x="183754" y="20386"/>
                    <a:pt x="183014" y="25768"/>
                    <a:pt x="183014" y="25768"/>
                  </a:cubicBezTo>
                  <a:lnTo>
                    <a:pt x="180691" y="27786"/>
                  </a:lnTo>
                  <a:lnTo>
                    <a:pt x="176787" y="30108"/>
                  </a:lnTo>
                  <a:cubicBezTo>
                    <a:pt x="176787" y="30108"/>
                    <a:pt x="173321" y="32294"/>
                    <a:pt x="172715" y="32731"/>
                  </a:cubicBezTo>
                  <a:cubicBezTo>
                    <a:pt x="172143" y="33169"/>
                    <a:pt x="169956" y="35052"/>
                    <a:pt x="169249" y="35490"/>
                  </a:cubicBezTo>
                  <a:cubicBezTo>
                    <a:pt x="168509" y="35927"/>
                    <a:pt x="167364" y="37374"/>
                    <a:pt x="167364" y="37945"/>
                  </a:cubicBezTo>
                  <a:cubicBezTo>
                    <a:pt x="167364" y="38517"/>
                    <a:pt x="165177" y="42285"/>
                    <a:pt x="165042" y="42722"/>
                  </a:cubicBezTo>
                  <a:cubicBezTo>
                    <a:pt x="164907" y="43160"/>
                    <a:pt x="162720" y="45918"/>
                    <a:pt x="162720" y="45918"/>
                  </a:cubicBezTo>
                  <a:cubicBezTo>
                    <a:pt x="162720" y="45918"/>
                    <a:pt x="159388" y="49383"/>
                    <a:pt x="158244" y="50695"/>
                  </a:cubicBezTo>
                  <a:cubicBezTo>
                    <a:pt x="157100" y="52007"/>
                    <a:pt x="153162" y="55472"/>
                    <a:pt x="153027" y="56044"/>
                  </a:cubicBezTo>
                  <a:cubicBezTo>
                    <a:pt x="152893" y="56616"/>
                    <a:pt x="149830" y="64453"/>
                    <a:pt x="149830" y="65025"/>
                  </a:cubicBezTo>
                  <a:cubicBezTo>
                    <a:pt x="149830" y="65597"/>
                    <a:pt x="147205" y="74445"/>
                    <a:pt x="147070" y="74882"/>
                  </a:cubicBezTo>
                  <a:cubicBezTo>
                    <a:pt x="146936" y="75319"/>
                    <a:pt x="143604" y="79659"/>
                    <a:pt x="143167" y="80096"/>
                  </a:cubicBezTo>
                  <a:cubicBezTo>
                    <a:pt x="142729" y="80533"/>
                    <a:pt x="142157" y="93552"/>
                    <a:pt x="142157" y="93552"/>
                  </a:cubicBezTo>
                  <a:cubicBezTo>
                    <a:pt x="142157" y="93552"/>
                    <a:pt x="142157" y="97891"/>
                    <a:pt x="142157" y="99338"/>
                  </a:cubicBezTo>
                  <a:cubicBezTo>
                    <a:pt x="142157" y="100784"/>
                    <a:pt x="144849" y="102668"/>
                    <a:pt x="145287" y="102971"/>
                  </a:cubicBezTo>
                  <a:cubicBezTo>
                    <a:pt x="145724" y="103274"/>
                    <a:pt x="145792" y="105864"/>
                    <a:pt x="145926" y="107176"/>
                  </a:cubicBezTo>
                  <a:cubicBezTo>
                    <a:pt x="146061" y="108488"/>
                    <a:pt x="144479" y="110943"/>
                    <a:pt x="144479" y="110943"/>
                  </a:cubicBezTo>
                  <a:lnTo>
                    <a:pt x="143739" y="116730"/>
                  </a:lnTo>
                  <a:lnTo>
                    <a:pt x="144479" y="120766"/>
                  </a:lnTo>
                  <a:cubicBezTo>
                    <a:pt x="144479" y="120766"/>
                    <a:pt x="140138" y="124231"/>
                    <a:pt x="139565" y="125106"/>
                  </a:cubicBezTo>
                  <a:cubicBezTo>
                    <a:pt x="138993" y="125980"/>
                    <a:pt x="136099" y="127730"/>
                    <a:pt x="136099" y="127730"/>
                  </a:cubicBezTo>
                  <a:cubicBezTo>
                    <a:pt x="136099" y="127730"/>
                    <a:pt x="133205" y="133247"/>
                    <a:pt x="133205" y="134088"/>
                  </a:cubicBezTo>
                  <a:cubicBezTo>
                    <a:pt x="133205" y="134962"/>
                    <a:pt x="133508" y="138999"/>
                    <a:pt x="133508" y="138999"/>
                  </a:cubicBezTo>
                  <a:lnTo>
                    <a:pt x="134955" y="144213"/>
                  </a:lnTo>
                  <a:lnTo>
                    <a:pt x="139296" y="149999"/>
                  </a:lnTo>
                  <a:cubicBezTo>
                    <a:pt x="139296" y="149999"/>
                    <a:pt x="141921" y="156088"/>
                    <a:pt x="142763" y="157232"/>
                  </a:cubicBezTo>
                  <a:cubicBezTo>
                    <a:pt x="143638" y="158375"/>
                    <a:pt x="143065" y="165339"/>
                    <a:pt x="142763" y="166516"/>
                  </a:cubicBezTo>
                  <a:cubicBezTo>
                    <a:pt x="142460" y="167660"/>
                    <a:pt x="138690" y="171158"/>
                    <a:pt x="138690" y="171158"/>
                  </a:cubicBezTo>
                  <a:lnTo>
                    <a:pt x="127113" y="177516"/>
                  </a:lnTo>
                  <a:cubicBezTo>
                    <a:pt x="127113" y="177516"/>
                    <a:pt x="122334" y="177685"/>
                    <a:pt x="122099" y="177550"/>
                  </a:cubicBezTo>
                  <a:cubicBezTo>
                    <a:pt x="121897" y="177415"/>
                    <a:pt x="119339" y="177853"/>
                    <a:pt x="117757" y="178122"/>
                  </a:cubicBezTo>
                  <a:cubicBezTo>
                    <a:pt x="116175" y="178425"/>
                    <a:pt x="115873" y="180578"/>
                    <a:pt x="115805" y="180880"/>
                  </a:cubicBezTo>
                  <a:cubicBezTo>
                    <a:pt x="115738" y="181183"/>
                    <a:pt x="117690" y="183202"/>
                    <a:pt x="117892" y="183403"/>
                  </a:cubicBezTo>
                  <a:cubicBezTo>
                    <a:pt x="118094" y="183605"/>
                    <a:pt x="122671" y="184043"/>
                    <a:pt x="123176" y="184143"/>
                  </a:cubicBezTo>
                  <a:cubicBezTo>
                    <a:pt x="123681" y="184211"/>
                    <a:pt x="121358" y="187844"/>
                    <a:pt x="120921" y="187911"/>
                  </a:cubicBezTo>
                  <a:cubicBezTo>
                    <a:pt x="120483" y="187978"/>
                    <a:pt x="116344" y="188550"/>
                    <a:pt x="116344" y="188550"/>
                  </a:cubicBezTo>
                  <a:cubicBezTo>
                    <a:pt x="116344" y="188550"/>
                    <a:pt x="115200" y="186734"/>
                    <a:pt x="108872" y="186532"/>
                  </a:cubicBezTo>
                  <a:cubicBezTo>
                    <a:pt x="102579" y="186296"/>
                    <a:pt x="104733" y="186532"/>
                    <a:pt x="104733" y="186532"/>
                  </a:cubicBezTo>
                  <a:lnTo>
                    <a:pt x="102983" y="186532"/>
                  </a:lnTo>
                  <a:lnTo>
                    <a:pt x="93190" y="186532"/>
                  </a:lnTo>
                  <a:lnTo>
                    <a:pt x="88175" y="187844"/>
                  </a:lnTo>
                  <a:lnTo>
                    <a:pt x="81007" y="192621"/>
                  </a:lnTo>
                  <a:cubicBezTo>
                    <a:pt x="81007" y="192621"/>
                    <a:pt x="72526" y="195446"/>
                    <a:pt x="71651" y="195446"/>
                  </a:cubicBezTo>
                  <a:cubicBezTo>
                    <a:pt x="70775" y="195446"/>
                    <a:pt x="67309" y="198070"/>
                    <a:pt x="67309" y="198070"/>
                  </a:cubicBezTo>
                  <a:lnTo>
                    <a:pt x="57078" y="200660"/>
                  </a:lnTo>
                  <a:cubicBezTo>
                    <a:pt x="57078" y="200660"/>
                    <a:pt x="54049" y="202410"/>
                    <a:pt x="52064" y="202847"/>
                  </a:cubicBezTo>
                  <a:cubicBezTo>
                    <a:pt x="50112" y="203284"/>
                    <a:pt x="41833" y="203049"/>
                    <a:pt x="40991" y="203049"/>
                  </a:cubicBezTo>
                  <a:cubicBezTo>
                    <a:pt x="40116" y="203049"/>
                    <a:pt x="30996" y="200660"/>
                    <a:pt x="30996" y="200660"/>
                  </a:cubicBezTo>
                  <a:lnTo>
                    <a:pt x="28371" y="203486"/>
                  </a:lnTo>
                  <a:lnTo>
                    <a:pt x="19250" y="205875"/>
                  </a:lnTo>
                  <a:lnTo>
                    <a:pt x="10769" y="209138"/>
                  </a:lnTo>
                  <a:cubicBezTo>
                    <a:pt x="10769" y="209138"/>
                    <a:pt x="8817" y="209138"/>
                    <a:pt x="7942" y="209138"/>
                  </a:cubicBezTo>
                  <a:cubicBezTo>
                    <a:pt x="7067" y="209138"/>
                    <a:pt x="4442" y="211896"/>
                    <a:pt x="4442" y="211896"/>
                  </a:cubicBezTo>
                  <a:lnTo>
                    <a:pt x="707" y="213343"/>
                  </a:lnTo>
                  <a:lnTo>
                    <a:pt x="0" y="214890"/>
                  </a:lnTo>
                  <a:cubicBezTo>
                    <a:pt x="808" y="215327"/>
                    <a:pt x="2457" y="216202"/>
                    <a:pt x="3264" y="216538"/>
                  </a:cubicBezTo>
                  <a:cubicBezTo>
                    <a:pt x="4341" y="216976"/>
                    <a:pt x="6428" y="216673"/>
                    <a:pt x="7303" y="216538"/>
                  </a:cubicBezTo>
                  <a:cubicBezTo>
                    <a:pt x="8178" y="216437"/>
                    <a:pt x="12082" y="217312"/>
                    <a:pt x="13495" y="217850"/>
                  </a:cubicBezTo>
                  <a:cubicBezTo>
                    <a:pt x="14909" y="218388"/>
                    <a:pt x="18813" y="217749"/>
                    <a:pt x="19250" y="217850"/>
                  </a:cubicBezTo>
                  <a:cubicBezTo>
                    <a:pt x="19688" y="217951"/>
                    <a:pt x="26419" y="217850"/>
                    <a:pt x="26419" y="217850"/>
                  </a:cubicBezTo>
                  <a:lnTo>
                    <a:pt x="31635" y="217850"/>
                  </a:lnTo>
                  <a:lnTo>
                    <a:pt x="38602" y="217850"/>
                  </a:lnTo>
                  <a:lnTo>
                    <a:pt x="42068" y="217850"/>
                  </a:lnTo>
                  <a:cubicBezTo>
                    <a:pt x="42068" y="217850"/>
                    <a:pt x="43280" y="217850"/>
                    <a:pt x="44256" y="217850"/>
                  </a:cubicBezTo>
                  <a:cubicBezTo>
                    <a:pt x="45232" y="217850"/>
                    <a:pt x="45770" y="218725"/>
                    <a:pt x="45770" y="218725"/>
                  </a:cubicBezTo>
                  <a:lnTo>
                    <a:pt x="46410" y="220474"/>
                  </a:lnTo>
                  <a:cubicBezTo>
                    <a:pt x="46410" y="220474"/>
                    <a:pt x="46410" y="222863"/>
                    <a:pt x="46410" y="223300"/>
                  </a:cubicBezTo>
                  <a:cubicBezTo>
                    <a:pt x="46410" y="223737"/>
                    <a:pt x="45905" y="224948"/>
                    <a:pt x="45905" y="225251"/>
                  </a:cubicBezTo>
                  <a:cubicBezTo>
                    <a:pt x="45905" y="225587"/>
                    <a:pt x="44861" y="226563"/>
                    <a:pt x="44861" y="226563"/>
                  </a:cubicBezTo>
                  <a:lnTo>
                    <a:pt x="42035" y="227875"/>
                  </a:lnTo>
                  <a:lnTo>
                    <a:pt x="40284" y="228850"/>
                  </a:lnTo>
                  <a:lnTo>
                    <a:pt x="38534" y="230028"/>
                  </a:lnTo>
                  <a:lnTo>
                    <a:pt x="35068" y="230028"/>
                  </a:lnTo>
                  <a:lnTo>
                    <a:pt x="31366" y="230028"/>
                  </a:lnTo>
                  <a:lnTo>
                    <a:pt x="29852" y="231104"/>
                  </a:lnTo>
                  <a:lnTo>
                    <a:pt x="27260" y="232618"/>
                  </a:lnTo>
                  <a:lnTo>
                    <a:pt x="27260" y="234132"/>
                  </a:lnTo>
                  <a:lnTo>
                    <a:pt x="27799" y="235982"/>
                  </a:lnTo>
                  <a:lnTo>
                    <a:pt x="29751" y="238707"/>
                  </a:lnTo>
                  <a:lnTo>
                    <a:pt x="33924" y="239682"/>
                  </a:lnTo>
                  <a:cubicBezTo>
                    <a:pt x="33924" y="239682"/>
                    <a:pt x="35304" y="239783"/>
                    <a:pt x="35606" y="239716"/>
                  </a:cubicBezTo>
                  <a:cubicBezTo>
                    <a:pt x="35876" y="239649"/>
                    <a:pt x="37188" y="239716"/>
                    <a:pt x="37188" y="239716"/>
                  </a:cubicBezTo>
                  <a:lnTo>
                    <a:pt x="40318" y="240422"/>
                  </a:lnTo>
                  <a:lnTo>
                    <a:pt x="43650" y="240422"/>
                  </a:lnTo>
                  <a:lnTo>
                    <a:pt x="46612" y="240490"/>
                  </a:lnTo>
                  <a:lnTo>
                    <a:pt x="48126" y="241297"/>
                  </a:lnTo>
                  <a:lnTo>
                    <a:pt x="48126" y="244123"/>
                  </a:lnTo>
                  <a:lnTo>
                    <a:pt x="48833" y="248025"/>
                  </a:lnTo>
                  <a:cubicBezTo>
                    <a:pt x="48833" y="248025"/>
                    <a:pt x="49068" y="250649"/>
                    <a:pt x="49169" y="250918"/>
                  </a:cubicBezTo>
                  <a:cubicBezTo>
                    <a:pt x="49237" y="251221"/>
                    <a:pt x="50751" y="252869"/>
                    <a:pt x="51559" y="253609"/>
                  </a:cubicBezTo>
                  <a:cubicBezTo>
                    <a:pt x="52367" y="254349"/>
                    <a:pt x="54016" y="255594"/>
                    <a:pt x="54016" y="255594"/>
                  </a:cubicBezTo>
                  <a:cubicBezTo>
                    <a:pt x="54016" y="255594"/>
                    <a:pt x="54453" y="256940"/>
                    <a:pt x="54453" y="257242"/>
                  </a:cubicBezTo>
                  <a:cubicBezTo>
                    <a:pt x="54453" y="257545"/>
                    <a:pt x="54016" y="258554"/>
                    <a:pt x="54016" y="258554"/>
                  </a:cubicBezTo>
                  <a:lnTo>
                    <a:pt x="55968" y="260640"/>
                  </a:lnTo>
                  <a:lnTo>
                    <a:pt x="57717" y="261514"/>
                  </a:lnTo>
                  <a:lnTo>
                    <a:pt x="63136" y="261750"/>
                  </a:lnTo>
                  <a:lnTo>
                    <a:pt x="65761" y="262725"/>
                  </a:lnTo>
                  <a:lnTo>
                    <a:pt x="67713" y="264677"/>
                  </a:lnTo>
                  <a:lnTo>
                    <a:pt x="70001" y="267401"/>
                  </a:lnTo>
                  <a:lnTo>
                    <a:pt x="71314" y="269689"/>
                  </a:lnTo>
                  <a:lnTo>
                    <a:pt x="73064" y="272952"/>
                  </a:lnTo>
                  <a:lnTo>
                    <a:pt x="74242" y="276753"/>
                  </a:lnTo>
                  <a:lnTo>
                    <a:pt x="75352" y="278402"/>
                  </a:lnTo>
                  <a:close/>
                </a:path>
              </a:pathLst>
            </a:custGeom>
            <a:grpFill/>
            <a:ln w="6350" cap="flat">
              <a:solidFill>
                <a:schemeClr val="bg1"/>
              </a:solidFill>
              <a:prstDash val="solid"/>
              <a:miter/>
            </a:ln>
          </p:spPr>
          <p:txBody>
            <a:bodyPr rtlCol="0" anchor="ctr"/>
            <a:lstStyle/>
            <a:p>
              <a:endParaRPr lang="en-US"/>
            </a:p>
          </p:txBody>
        </p:sp>
        <p:sp>
          <p:nvSpPr>
            <p:cNvPr id="190" name="Freeform 907">
              <a:extLst>
                <a:ext uri="{FF2B5EF4-FFF2-40B4-BE49-F238E27FC236}">
                  <a16:creationId xmlns:a16="http://schemas.microsoft.com/office/drawing/2014/main" id="{95B3635B-987E-2019-E151-503BF94D28FE}"/>
                </a:ext>
              </a:extLst>
            </p:cNvPr>
            <p:cNvSpPr/>
            <p:nvPr/>
          </p:nvSpPr>
          <p:spPr>
            <a:xfrm>
              <a:off x="6965407" y="2330299"/>
              <a:ext cx="721805" cy="631318"/>
            </a:xfrm>
            <a:custGeom>
              <a:avLst/>
              <a:gdLst>
                <a:gd name="connsiteX0" fmla="*/ 1385526 w 1385794"/>
                <a:gd name="connsiteY0" fmla="*/ 829621 h 1212067"/>
                <a:gd name="connsiteX1" fmla="*/ 1384752 w 1385794"/>
                <a:gd name="connsiteY1" fmla="*/ 827569 h 1212067"/>
                <a:gd name="connsiteX2" fmla="*/ 1382362 w 1385794"/>
                <a:gd name="connsiteY2" fmla="*/ 824306 h 1212067"/>
                <a:gd name="connsiteX3" fmla="*/ 1382463 w 1385794"/>
                <a:gd name="connsiteY3" fmla="*/ 820841 h 1212067"/>
                <a:gd name="connsiteX4" fmla="*/ 1382261 w 1385794"/>
                <a:gd name="connsiteY4" fmla="*/ 817241 h 1212067"/>
                <a:gd name="connsiteX5" fmla="*/ 1380915 w 1385794"/>
                <a:gd name="connsiteY5" fmla="*/ 810749 h 1212067"/>
                <a:gd name="connsiteX6" fmla="*/ 1379400 w 1385794"/>
                <a:gd name="connsiteY6" fmla="*/ 809100 h 1212067"/>
                <a:gd name="connsiteX7" fmla="*/ 1377819 w 1385794"/>
                <a:gd name="connsiteY7" fmla="*/ 806914 h 1212067"/>
                <a:gd name="connsiteX8" fmla="*/ 1378189 w 1385794"/>
                <a:gd name="connsiteY8" fmla="*/ 804727 h 1212067"/>
                <a:gd name="connsiteX9" fmla="*/ 1378828 w 1385794"/>
                <a:gd name="connsiteY9" fmla="*/ 803281 h 1212067"/>
                <a:gd name="connsiteX10" fmla="*/ 1380208 w 1385794"/>
                <a:gd name="connsiteY10" fmla="*/ 801633 h 1212067"/>
                <a:gd name="connsiteX11" fmla="*/ 1382093 w 1385794"/>
                <a:gd name="connsiteY11" fmla="*/ 800993 h 1212067"/>
                <a:gd name="connsiteX12" fmla="*/ 1383405 w 1385794"/>
                <a:gd name="connsiteY12" fmla="*/ 799177 h 1212067"/>
                <a:gd name="connsiteX13" fmla="*/ 1383978 w 1385794"/>
                <a:gd name="connsiteY13" fmla="*/ 797730 h 1212067"/>
                <a:gd name="connsiteX14" fmla="*/ 1384112 w 1385794"/>
                <a:gd name="connsiteY14" fmla="*/ 795846 h 1212067"/>
                <a:gd name="connsiteX15" fmla="*/ 1384112 w 1385794"/>
                <a:gd name="connsiteY15" fmla="*/ 793593 h 1212067"/>
                <a:gd name="connsiteX16" fmla="*/ 1383641 w 1385794"/>
                <a:gd name="connsiteY16" fmla="*/ 790128 h 1212067"/>
                <a:gd name="connsiteX17" fmla="*/ 1383102 w 1385794"/>
                <a:gd name="connsiteY17" fmla="*/ 789051 h 1212067"/>
                <a:gd name="connsiteX18" fmla="*/ 1379838 w 1385794"/>
                <a:gd name="connsiteY18" fmla="*/ 785923 h 1212067"/>
                <a:gd name="connsiteX19" fmla="*/ 1377381 w 1385794"/>
                <a:gd name="connsiteY19" fmla="*/ 783972 h 1212067"/>
                <a:gd name="connsiteX20" fmla="*/ 1374184 w 1385794"/>
                <a:gd name="connsiteY20" fmla="*/ 783030 h 1212067"/>
                <a:gd name="connsiteX21" fmla="*/ 1368665 w 1385794"/>
                <a:gd name="connsiteY21" fmla="*/ 782323 h 1212067"/>
                <a:gd name="connsiteX22" fmla="*/ 1366578 w 1385794"/>
                <a:gd name="connsiteY22" fmla="*/ 782895 h 1212067"/>
                <a:gd name="connsiteX23" fmla="*/ 1363381 w 1385794"/>
                <a:gd name="connsiteY23" fmla="*/ 783333 h 1212067"/>
                <a:gd name="connsiteX24" fmla="*/ 1360621 w 1385794"/>
                <a:gd name="connsiteY24" fmla="*/ 782256 h 1212067"/>
                <a:gd name="connsiteX25" fmla="*/ 1358770 w 1385794"/>
                <a:gd name="connsiteY25" fmla="*/ 778858 h 1212067"/>
                <a:gd name="connsiteX26" fmla="*/ 1354025 w 1385794"/>
                <a:gd name="connsiteY26" fmla="*/ 775864 h 1212067"/>
                <a:gd name="connsiteX27" fmla="*/ 1351837 w 1385794"/>
                <a:gd name="connsiteY27" fmla="*/ 773947 h 1212067"/>
                <a:gd name="connsiteX28" fmla="*/ 1349616 w 1385794"/>
                <a:gd name="connsiteY28" fmla="*/ 771761 h 1212067"/>
                <a:gd name="connsiteX29" fmla="*/ 1347429 w 1385794"/>
                <a:gd name="connsiteY29" fmla="*/ 769406 h 1212067"/>
                <a:gd name="connsiteX30" fmla="*/ 1346082 w 1385794"/>
                <a:gd name="connsiteY30" fmla="*/ 767791 h 1212067"/>
                <a:gd name="connsiteX31" fmla="*/ 1343895 w 1385794"/>
                <a:gd name="connsiteY31" fmla="*/ 765840 h 1212067"/>
                <a:gd name="connsiteX32" fmla="*/ 1341337 w 1385794"/>
                <a:gd name="connsiteY32" fmla="*/ 764932 h 1212067"/>
                <a:gd name="connsiteX33" fmla="*/ 1339015 w 1385794"/>
                <a:gd name="connsiteY33" fmla="*/ 764999 h 1212067"/>
                <a:gd name="connsiteX34" fmla="*/ 1337601 w 1385794"/>
                <a:gd name="connsiteY34" fmla="*/ 766681 h 1212067"/>
                <a:gd name="connsiteX35" fmla="*/ 1336626 w 1385794"/>
                <a:gd name="connsiteY35" fmla="*/ 767657 h 1212067"/>
                <a:gd name="connsiteX36" fmla="*/ 1335649 w 1385794"/>
                <a:gd name="connsiteY36" fmla="*/ 770112 h 1212067"/>
                <a:gd name="connsiteX37" fmla="*/ 1333731 w 1385794"/>
                <a:gd name="connsiteY37" fmla="*/ 770482 h 1212067"/>
                <a:gd name="connsiteX38" fmla="*/ 1331443 w 1385794"/>
                <a:gd name="connsiteY38" fmla="*/ 767152 h 1212067"/>
                <a:gd name="connsiteX39" fmla="*/ 1329120 w 1385794"/>
                <a:gd name="connsiteY39" fmla="*/ 764831 h 1212067"/>
                <a:gd name="connsiteX40" fmla="*/ 1324476 w 1385794"/>
                <a:gd name="connsiteY40" fmla="*/ 760491 h 1212067"/>
                <a:gd name="connsiteX41" fmla="*/ 1321851 w 1385794"/>
                <a:gd name="connsiteY41" fmla="*/ 757464 h 1212067"/>
                <a:gd name="connsiteX42" fmla="*/ 1320976 w 1385794"/>
                <a:gd name="connsiteY42" fmla="*/ 758473 h 1212067"/>
                <a:gd name="connsiteX43" fmla="*/ 1318788 w 1385794"/>
                <a:gd name="connsiteY43" fmla="*/ 759785 h 1212067"/>
                <a:gd name="connsiteX44" fmla="*/ 1315591 w 1385794"/>
                <a:gd name="connsiteY44" fmla="*/ 755580 h 1212067"/>
                <a:gd name="connsiteX45" fmla="*/ 1316534 w 1385794"/>
                <a:gd name="connsiteY45" fmla="*/ 751880 h 1212067"/>
                <a:gd name="connsiteX46" fmla="*/ 1314716 w 1385794"/>
                <a:gd name="connsiteY46" fmla="*/ 747742 h 1212067"/>
                <a:gd name="connsiteX47" fmla="*/ 1313404 w 1385794"/>
                <a:gd name="connsiteY47" fmla="*/ 745152 h 1212067"/>
                <a:gd name="connsiteX48" fmla="*/ 1311082 w 1385794"/>
                <a:gd name="connsiteY48" fmla="*/ 741889 h 1212067"/>
                <a:gd name="connsiteX49" fmla="*/ 1308625 w 1385794"/>
                <a:gd name="connsiteY49" fmla="*/ 739803 h 1212067"/>
                <a:gd name="connsiteX50" fmla="*/ 1304485 w 1385794"/>
                <a:gd name="connsiteY50" fmla="*/ 737919 h 1212067"/>
                <a:gd name="connsiteX51" fmla="*/ 1299908 w 1385794"/>
                <a:gd name="connsiteY51" fmla="*/ 736674 h 1212067"/>
                <a:gd name="connsiteX52" fmla="*/ 1298831 w 1385794"/>
                <a:gd name="connsiteY52" fmla="*/ 737482 h 1212067"/>
                <a:gd name="connsiteX53" fmla="*/ 1297384 w 1385794"/>
                <a:gd name="connsiteY53" fmla="*/ 738054 h 1212067"/>
                <a:gd name="connsiteX54" fmla="*/ 1295432 w 1385794"/>
                <a:gd name="connsiteY54" fmla="*/ 737852 h 1212067"/>
                <a:gd name="connsiteX55" fmla="*/ 1294288 w 1385794"/>
                <a:gd name="connsiteY55" fmla="*/ 736405 h 1212067"/>
                <a:gd name="connsiteX56" fmla="*/ 1289879 w 1385794"/>
                <a:gd name="connsiteY56" fmla="*/ 733378 h 1212067"/>
                <a:gd name="connsiteX57" fmla="*/ 1289240 w 1385794"/>
                <a:gd name="connsiteY57" fmla="*/ 733950 h 1212067"/>
                <a:gd name="connsiteX58" fmla="*/ 1287793 w 1385794"/>
                <a:gd name="connsiteY58" fmla="*/ 735833 h 1212067"/>
                <a:gd name="connsiteX59" fmla="*/ 1286648 w 1385794"/>
                <a:gd name="connsiteY59" fmla="*/ 738222 h 1212067"/>
                <a:gd name="connsiteX60" fmla="*/ 1281869 w 1385794"/>
                <a:gd name="connsiteY60" fmla="*/ 739803 h 1212067"/>
                <a:gd name="connsiteX61" fmla="*/ 1278100 w 1385794"/>
                <a:gd name="connsiteY61" fmla="*/ 738794 h 1212067"/>
                <a:gd name="connsiteX62" fmla="*/ 1277797 w 1385794"/>
                <a:gd name="connsiteY62" fmla="*/ 734723 h 1212067"/>
                <a:gd name="connsiteX63" fmla="*/ 1277360 w 1385794"/>
                <a:gd name="connsiteY63" fmla="*/ 731830 h 1212067"/>
                <a:gd name="connsiteX64" fmla="*/ 1274970 w 1385794"/>
                <a:gd name="connsiteY64" fmla="*/ 730888 h 1212067"/>
                <a:gd name="connsiteX65" fmla="*/ 1274499 w 1385794"/>
                <a:gd name="connsiteY65" fmla="*/ 730754 h 1212067"/>
                <a:gd name="connsiteX66" fmla="*/ 1273590 w 1385794"/>
                <a:gd name="connsiteY66" fmla="*/ 727188 h 1212067"/>
                <a:gd name="connsiteX67" fmla="*/ 1270057 w 1385794"/>
                <a:gd name="connsiteY67" fmla="*/ 727188 h 1212067"/>
                <a:gd name="connsiteX68" fmla="*/ 1268811 w 1385794"/>
                <a:gd name="connsiteY68" fmla="*/ 727895 h 1212067"/>
                <a:gd name="connsiteX69" fmla="*/ 1264672 w 1385794"/>
                <a:gd name="connsiteY69" fmla="*/ 728803 h 1212067"/>
                <a:gd name="connsiteX70" fmla="*/ 1260465 w 1385794"/>
                <a:gd name="connsiteY70" fmla="*/ 728130 h 1212067"/>
                <a:gd name="connsiteX71" fmla="*/ 1258143 w 1385794"/>
                <a:gd name="connsiteY71" fmla="*/ 726751 h 1212067"/>
                <a:gd name="connsiteX72" fmla="*/ 1257201 w 1385794"/>
                <a:gd name="connsiteY72" fmla="*/ 725237 h 1212067"/>
                <a:gd name="connsiteX73" fmla="*/ 1256830 w 1385794"/>
                <a:gd name="connsiteY73" fmla="*/ 722277 h 1212067"/>
                <a:gd name="connsiteX74" fmla="*/ 1257638 w 1385794"/>
                <a:gd name="connsiteY74" fmla="*/ 720393 h 1212067"/>
                <a:gd name="connsiteX75" fmla="*/ 1258076 w 1385794"/>
                <a:gd name="connsiteY75" fmla="*/ 717769 h 1212067"/>
                <a:gd name="connsiteX76" fmla="*/ 1258782 w 1385794"/>
                <a:gd name="connsiteY76" fmla="*/ 714136 h 1212067"/>
                <a:gd name="connsiteX77" fmla="*/ 1258782 w 1385794"/>
                <a:gd name="connsiteY77" fmla="*/ 711747 h 1212067"/>
                <a:gd name="connsiteX78" fmla="*/ 1258446 w 1385794"/>
                <a:gd name="connsiteY78" fmla="*/ 708047 h 1212067"/>
                <a:gd name="connsiteX79" fmla="*/ 1258749 w 1385794"/>
                <a:gd name="connsiteY79" fmla="*/ 706701 h 1212067"/>
                <a:gd name="connsiteX80" fmla="*/ 1258581 w 1385794"/>
                <a:gd name="connsiteY80" fmla="*/ 706701 h 1212067"/>
                <a:gd name="connsiteX81" fmla="*/ 1253129 w 1385794"/>
                <a:gd name="connsiteY81" fmla="*/ 703775 h 1212067"/>
                <a:gd name="connsiteX82" fmla="*/ 1251143 w 1385794"/>
                <a:gd name="connsiteY82" fmla="*/ 701824 h 1212067"/>
                <a:gd name="connsiteX83" fmla="*/ 1247609 w 1385794"/>
                <a:gd name="connsiteY83" fmla="*/ 699705 h 1212067"/>
                <a:gd name="connsiteX84" fmla="*/ 1241686 w 1385794"/>
                <a:gd name="connsiteY84" fmla="*/ 697518 h 1212067"/>
                <a:gd name="connsiteX85" fmla="*/ 1237816 w 1385794"/>
                <a:gd name="connsiteY85" fmla="*/ 697888 h 1212067"/>
                <a:gd name="connsiteX86" fmla="*/ 1234955 w 1385794"/>
                <a:gd name="connsiteY86" fmla="*/ 700075 h 1212067"/>
                <a:gd name="connsiteX87" fmla="*/ 1232767 w 1385794"/>
                <a:gd name="connsiteY87" fmla="*/ 701925 h 1212067"/>
                <a:gd name="connsiteX88" fmla="*/ 1230344 w 1385794"/>
                <a:gd name="connsiteY88" fmla="*/ 702799 h 1212067"/>
                <a:gd name="connsiteX89" fmla="*/ 1227013 w 1385794"/>
                <a:gd name="connsiteY89" fmla="*/ 699368 h 1212067"/>
                <a:gd name="connsiteX90" fmla="*/ 1224522 w 1385794"/>
                <a:gd name="connsiteY90" fmla="*/ 698897 h 1212067"/>
                <a:gd name="connsiteX91" fmla="*/ 1221325 w 1385794"/>
                <a:gd name="connsiteY91" fmla="*/ 701555 h 1212067"/>
                <a:gd name="connsiteX92" fmla="*/ 1220887 w 1385794"/>
                <a:gd name="connsiteY92" fmla="*/ 701891 h 1212067"/>
                <a:gd name="connsiteX93" fmla="*/ 1217387 w 1385794"/>
                <a:gd name="connsiteY93" fmla="*/ 697585 h 1212067"/>
                <a:gd name="connsiteX94" fmla="*/ 1214123 w 1385794"/>
                <a:gd name="connsiteY94" fmla="*/ 697114 h 1212067"/>
                <a:gd name="connsiteX95" fmla="*/ 1210219 w 1385794"/>
                <a:gd name="connsiteY95" fmla="*/ 698864 h 1212067"/>
                <a:gd name="connsiteX96" fmla="*/ 1209411 w 1385794"/>
                <a:gd name="connsiteY96" fmla="*/ 700646 h 1212067"/>
                <a:gd name="connsiteX97" fmla="*/ 1207493 w 1385794"/>
                <a:gd name="connsiteY97" fmla="*/ 702261 h 1212067"/>
                <a:gd name="connsiteX98" fmla="*/ 1203589 w 1385794"/>
                <a:gd name="connsiteY98" fmla="*/ 701487 h 1212067"/>
                <a:gd name="connsiteX99" fmla="*/ 1201267 w 1385794"/>
                <a:gd name="connsiteY99" fmla="*/ 701016 h 1212067"/>
                <a:gd name="connsiteX100" fmla="*/ 1199113 w 1385794"/>
                <a:gd name="connsiteY100" fmla="*/ 701185 h 1212067"/>
                <a:gd name="connsiteX101" fmla="*/ 1197935 w 1385794"/>
                <a:gd name="connsiteY101" fmla="*/ 704380 h 1212067"/>
                <a:gd name="connsiteX102" fmla="*/ 1197935 w 1385794"/>
                <a:gd name="connsiteY102" fmla="*/ 708888 h 1212067"/>
                <a:gd name="connsiteX103" fmla="*/ 1197935 w 1385794"/>
                <a:gd name="connsiteY103" fmla="*/ 714102 h 1212067"/>
                <a:gd name="connsiteX104" fmla="*/ 1197295 w 1385794"/>
                <a:gd name="connsiteY104" fmla="*/ 716692 h 1212067"/>
                <a:gd name="connsiteX105" fmla="*/ 1196757 w 1385794"/>
                <a:gd name="connsiteY105" fmla="*/ 719283 h 1212067"/>
                <a:gd name="connsiteX106" fmla="*/ 1193392 w 1385794"/>
                <a:gd name="connsiteY106" fmla="*/ 719821 h 1212067"/>
                <a:gd name="connsiteX107" fmla="*/ 1189791 w 1385794"/>
                <a:gd name="connsiteY107" fmla="*/ 721469 h 1212067"/>
                <a:gd name="connsiteX108" fmla="*/ 1188478 w 1385794"/>
                <a:gd name="connsiteY108" fmla="*/ 724194 h 1212067"/>
                <a:gd name="connsiteX109" fmla="*/ 1190766 w 1385794"/>
                <a:gd name="connsiteY109" fmla="*/ 728971 h 1212067"/>
                <a:gd name="connsiteX110" fmla="*/ 1194132 w 1385794"/>
                <a:gd name="connsiteY110" fmla="*/ 730384 h 1212067"/>
                <a:gd name="connsiteX111" fmla="*/ 1197397 w 1385794"/>
                <a:gd name="connsiteY111" fmla="*/ 731998 h 1212067"/>
                <a:gd name="connsiteX112" fmla="*/ 1198608 w 1385794"/>
                <a:gd name="connsiteY112" fmla="*/ 733748 h 1212067"/>
                <a:gd name="connsiteX113" fmla="*/ 1198709 w 1385794"/>
                <a:gd name="connsiteY113" fmla="*/ 736473 h 1212067"/>
                <a:gd name="connsiteX114" fmla="*/ 1196320 w 1385794"/>
                <a:gd name="connsiteY114" fmla="*/ 737112 h 1212067"/>
                <a:gd name="connsiteX115" fmla="*/ 1195882 w 1385794"/>
                <a:gd name="connsiteY115" fmla="*/ 740913 h 1212067"/>
                <a:gd name="connsiteX116" fmla="*/ 1196656 w 1385794"/>
                <a:gd name="connsiteY116" fmla="*/ 742225 h 1212067"/>
                <a:gd name="connsiteX117" fmla="*/ 1197195 w 1385794"/>
                <a:gd name="connsiteY117" fmla="*/ 744613 h 1212067"/>
                <a:gd name="connsiteX118" fmla="*/ 1193728 w 1385794"/>
                <a:gd name="connsiteY118" fmla="*/ 745152 h 1212067"/>
                <a:gd name="connsiteX119" fmla="*/ 1190666 w 1385794"/>
                <a:gd name="connsiteY119" fmla="*/ 745152 h 1212067"/>
                <a:gd name="connsiteX120" fmla="*/ 1187401 w 1385794"/>
                <a:gd name="connsiteY120" fmla="*/ 745185 h 1212067"/>
                <a:gd name="connsiteX121" fmla="*/ 1185651 w 1385794"/>
                <a:gd name="connsiteY121" fmla="*/ 747338 h 1212067"/>
                <a:gd name="connsiteX122" fmla="*/ 1183699 w 1385794"/>
                <a:gd name="connsiteY122" fmla="*/ 750164 h 1212067"/>
                <a:gd name="connsiteX123" fmla="*/ 1182285 w 1385794"/>
                <a:gd name="connsiteY123" fmla="*/ 753191 h 1212067"/>
                <a:gd name="connsiteX124" fmla="*/ 1182285 w 1385794"/>
                <a:gd name="connsiteY124" fmla="*/ 755815 h 1212067"/>
                <a:gd name="connsiteX125" fmla="*/ 1182285 w 1385794"/>
                <a:gd name="connsiteY125" fmla="*/ 757767 h 1212067"/>
                <a:gd name="connsiteX126" fmla="*/ 1180536 w 1385794"/>
                <a:gd name="connsiteY126" fmla="*/ 760256 h 1212067"/>
                <a:gd name="connsiteX127" fmla="*/ 1178449 w 1385794"/>
                <a:gd name="connsiteY127" fmla="*/ 761568 h 1212067"/>
                <a:gd name="connsiteX128" fmla="*/ 1177574 w 1385794"/>
                <a:gd name="connsiteY128" fmla="*/ 763956 h 1212067"/>
                <a:gd name="connsiteX129" fmla="*/ 1174107 w 1385794"/>
                <a:gd name="connsiteY129" fmla="*/ 763956 h 1212067"/>
                <a:gd name="connsiteX130" fmla="*/ 1172055 w 1385794"/>
                <a:gd name="connsiteY130" fmla="*/ 765033 h 1212067"/>
                <a:gd name="connsiteX131" fmla="*/ 1172055 w 1385794"/>
                <a:gd name="connsiteY131" fmla="*/ 768296 h 1212067"/>
                <a:gd name="connsiteX132" fmla="*/ 1174781 w 1385794"/>
                <a:gd name="connsiteY132" fmla="*/ 771559 h 1212067"/>
                <a:gd name="connsiteX133" fmla="*/ 1177507 w 1385794"/>
                <a:gd name="connsiteY133" fmla="*/ 773409 h 1212067"/>
                <a:gd name="connsiteX134" fmla="*/ 1180434 w 1385794"/>
                <a:gd name="connsiteY134" fmla="*/ 775596 h 1212067"/>
                <a:gd name="connsiteX135" fmla="*/ 1182487 w 1385794"/>
                <a:gd name="connsiteY135" fmla="*/ 778758 h 1212067"/>
                <a:gd name="connsiteX136" fmla="*/ 1184237 w 1385794"/>
                <a:gd name="connsiteY136" fmla="*/ 781247 h 1212067"/>
                <a:gd name="connsiteX137" fmla="*/ 1184776 w 1385794"/>
                <a:gd name="connsiteY137" fmla="*/ 784947 h 1212067"/>
                <a:gd name="connsiteX138" fmla="*/ 1183901 w 1385794"/>
                <a:gd name="connsiteY138" fmla="*/ 789287 h 1212067"/>
                <a:gd name="connsiteX139" fmla="*/ 1182285 w 1385794"/>
                <a:gd name="connsiteY139" fmla="*/ 790800 h 1212067"/>
                <a:gd name="connsiteX140" fmla="*/ 1177944 w 1385794"/>
                <a:gd name="connsiteY140" fmla="*/ 793828 h 1212067"/>
                <a:gd name="connsiteX141" fmla="*/ 1179559 w 1385794"/>
                <a:gd name="connsiteY141" fmla="*/ 797293 h 1212067"/>
                <a:gd name="connsiteX142" fmla="*/ 1182487 w 1385794"/>
                <a:gd name="connsiteY142" fmla="*/ 798807 h 1212067"/>
                <a:gd name="connsiteX143" fmla="*/ 1191608 w 1385794"/>
                <a:gd name="connsiteY143" fmla="*/ 798807 h 1212067"/>
                <a:gd name="connsiteX144" fmla="*/ 1194872 w 1385794"/>
                <a:gd name="connsiteY144" fmla="*/ 797158 h 1212067"/>
                <a:gd name="connsiteX145" fmla="*/ 1198238 w 1385794"/>
                <a:gd name="connsiteY145" fmla="*/ 798235 h 1212067"/>
                <a:gd name="connsiteX146" fmla="*/ 1200190 w 1385794"/>
                <a:gd name="connsiteY146" fmla="*/ 800623 h 1212067"/>
                <a:gd name="connsiteX147" fmla="*/ 1202916 w 1385794"/>
                <a:gd name="connsiteY147" fmla="*/ 802574 h 1212067"/>
                <a:gd name="connsiteX148" fmla="*/ 1207257 w 1385794"/>
                <a:gd name="connsiteY148" fmla="*/ 804256 h 1212067"/>
                <a:gd name="connsiteX149" fmla="*/ 1211801 w 1385794"/>
                <a:gd name="connsiteY149" fmla="*/ 805299 h 1212067"/>
                <a:gd name="connsiteX150" fmla="*/ 1214426 w 1385794"/>
                <a:gd name="connsiteY150" fmla="*/ 805299 h 1212067"/>
                <a:gd name="connsiteX151" fmla="*/ 1219305 w 1385794"/>
                <a:gd name="connsiteY151" fmla="*/ 807486 h 1212067"/>
                <a:gd name="connsiteX152" fmla="*/ 1221493 w 1385794"/>
                <a:gd name="connsiteY152" fmla="*/ 809773 h 1212067"/>
                <a:gd name="connsiteX153" fmla="*/ 1219305 w 1385794"/>
                <a:gd name="connsiteY153" fmla="*/ 812700 h 1212067"/>
                <a:gd name="connsiteX154" fmla="*/ 1220618 w 1385794"/>
                <a:gd name="connsiteY154" fmla="*/ 814651 h 1212067"/>
                <a:gd name="connsiteX155" fmla="*/ 1222806 w 1385794"/>
                <a:gd name="connsiteY155" fmla="*/ 817140 h 1212067"/>
                <a:gd name="connsiteX156" fmla="*/ 1224657 w 1385794"/>
                <a:gd name="connsiteY156" fmla="*/ 818755 h 1212067"/>
                <a:gd name="connsiteX157" fmla="*/ 1225532 w 1385794"/>
                <a:gd name="connsiteY157" fmla="*/ 821480 h 1212067"/>
                <a:gd name="connsiteX158" fmla="*/ 1223445 w 1385794"/>
                <a:gd name="connsiteY158" fmla="*/ 825180 h 1212067"/>
                <a:gd name="connsiteX159" fmla="*/ 1222267 w 1385794"/>
                <a:gd name="connsiteY159" fmla="*/ 829183 h 1212067"/>
                <a:gd name="connsiteX160" fmla="*/ 1221493 w 1385794"/>
                <a:gd name="connsiteY160" fmla="*/ 833758 h 1212067"/>
                <a:gd name="connsiteX161" fmla="*/ 1219642 w 1385794"/>
                <a:gd name="connsiteY161" fmla="*/ 837661 h 1212067"/>
                <a:gd name="connsiteX162" fmla="*/ 1217354 w 1385794"/>
                <a:gd name="connsiteY162" fmla="*/ 839073 h 1212067"/>
                <a:gd name="connsiteX163" fmla="*/ 1213551 w 1385794"/>
                <a:gd name="connsiteY163" fmla="*/ 840890 h 1212067"/>
                <a:gd name="connsiteX164" fmla="*/ 1213551 w 1385794"/>
                <a:gd name="connsiteY164" fmla="*/ 842639 h 1212067"/>
                <a:gd name="connsiteX165" fmla="*/ 1216916 w 1385794"/>
                <a:gd name="connsiteY165" fmla="*/ 847652 h 1212067"/>
                <a:gd name="connsiteX166" fmla="*/ 1220080 w 1385794"/>
                <a:gd name="connsiteY166" fmla="*/ 851016 h 1212067"/>
                <a:gd name="connsiteX167" fmla="*/ 1220012 w 1385794"/>
                <a:gd name="connsiteY167" fmla="*/ 851890 h 1212067"/>
                <a:gd name="connsiteX168" fmla="*/ 1220517 w 1385794"/>
                <a:gd name="connsiteY168" fmla="*/ 854716 h 1212067"/>
                <a:gd name="connsiteX169" fmla="*/ 1220517 w 1385794"/>
                <a:gd name="connsiteY169" fmla="*/ 856566 h 1212067"/>
                <a:gd name="connsiteX170" fmla="*/ 1219305 w 1385794"/>
                <a:gd name="connsiteY170" fmla="*/ 856734 h 1212067"/>
                <a:gd name="connsiteX171" fmla="*/ 1216579 w 1385794"/>
                <a:gd name="connsiteY171" fmla="*/ 857441 h 1212067"/>
                <a:gd name="connsiteX172" fmla="*/ 1212676 w 1385794"/>
                <a:gd name="connsiteY172" fmla="*/ 857441 h 1212067"/>
                <a:gd name="connsiteX173" fmla="*/ 1210825 w 1385794"/>
                <a:gd name="connsiteY173" fmla="*/ 857441 h 1212067"/>
                <a:gd name="connsiteX174" fmla="*/ 1209512 w 1385794"/>
                <a:gd name="connsiteY174" fmla="*/ 859291 h 1212067"/>
                <a:gd name="connsiteX175" fmla="*/ 1208974 w 1385794"/>
                <a:gd name="connsiteY175" fmla="*/ 859829 h 1212067"/>
                <a:gd name="connsiteX176" fmla="*/ 1206685 w 1385794"/>
                <a:gd name="connsiteY176" fmla="*/ 863294 h 1212067"/>
                <a:gd name="connsiteX177" fmla="*/ 1202983 w 1385794"/>
                <a:gd name="connsiteY177" fmla="*/ 862520 h 1212067"/>
                <a:gd name="connsiteX178" fmla="*/ 1200930 w 1385794"/>
                <a:gd name="connsiteY178" fmla="*/ 864438 h 1212067"/>
                <a:gd name="connsiteX179" fmla="*/ 1198978 w 1385794"/>
                <a:gd name="connsiteY179" fmla="*/ 866120 h 1212067"/>
                <a:gd name="connsiteX180" fmla="*/ 1197026 w 1385794"/>
                <a:gd name="connsiteY180" fmla="*/ 866120 h 1212067"/>
                <a:gd name="connsiteX181" fmla="*/ 1194098 w 1385794"/>
                <a:gd name="connsiteY181" fmla="*/ 863395 h 1212067"/>
                <a:gd name="connsiteX182" fmla="*/ 1190497 w 1385794"/>
                <a:gd name="connsiteY182" fmla="*/ 860670 h 1212067"/>
                <a:gd name="connsiteX183" fmla="*/ 1187435 w 1385794"/>
                <a:gd name="connsiteY183" fmla="*/ 858921 h 1212067"/>
                <a:gd name="connsiteX184" fmla="*/ 1185045 w 1385794"/>
                <a:gd name="connsiteY184" fmla="*/ 858046 h 1212067"/>
                <a:gd name="connsiteX185" fmla="*/ 1182117 w 1385794"/>
                <a:gd name="connsiteY185" fmla="*/ 855019 h 1212067"/>
                <a:gd name="connsiteX186" fmla="*/ 1180367 w 1385794"/>
                <a:gd name="connsiteY186" fmla="*/ 855120 h 1212067"/>
                <a:gd name="connsiteX187" fmla="*/ 1177910 w 1385794"/>
                <a:gd name="connsiteY187" fmla="*/ 857542 h 1212067"/>
                <a:gd name="connsiteX188" fmla="*/ 1175958 w 1385794"/>
                <a:gd name="connsiteY188" fmla="*/ 858315 h 1212067"/>
                <a:gd name="connsiteX189" fmla="*/ 1172694 w 1385794"/>
                <a:gd name="connsiteY189" fmla="*/ 859190 h 1212067"/>
                <a:gd name="connsiteX190" fmla="*/ 1171920 w 1385794"/>
                <a:gd name="connsiteY190" fmla="*/ 861242 h 1212067"/>
                <a:gd name="connsiteX191" fmla="*/ 1171920 w 1385794"/>
                <a:gd name="connsiteY191" fmla="*/ 863630 h 1212067"/>
                <a:gd name="connsiteX192" fmla="*/ 1173266 w 1385794"/>
                <a:gd name="connsiteY192" fmla="*/ 865481 h 1212067"/>
                <a:gd name="connsiteX193" fmla="*/ 1173636 w 1385794"/>
                <a:gd name="connsiteY193" fmla="*/ 867768 h 1212067"/>
                <a:gd name="connsiteX194" fmla="*/ 1173636 w 1385794"/>
                <a:gd name="connsiteY194" fmla="*/ 868844 h 1212067"/>
                <a:gd name="connsiteX195" fmla="*/ 1174612 w 1385794"/>
                <a:gd name="connsiteY195" fmla="*/ 871132 h 1212067"/>
                <a:gd name="connsiteX196" fmla="*/ 1175824 w 1385794"/>
                <a:gd name="connsiteY196" fmla="*/ 875270 h 1212067"/>
                <a:gd name="connsiteX197" fmla="*/ 1177338 w 1385794"/>
                <a:gd name="connsiteY197" fmla="*/ 877557 h 1212067"/>
                <a:gd name="connsiteX198" fmla="*/ 1175386 w 1385794"/>
                <a:gd name="connsiteY198" fmla="*/ 882065 h 1212067"/>
                <a:gd name="connsiteX199" fmla="*/ 1175958 w 1385794"/>
                <a:gd name="connsiteY199" fmla="*/ 887279 h 1212067"/>
                <a:gd name="connsiteX200" fmla="*/ 1177978 w 1385794"/>
                <a:gd name="connsiteY200" fmla="*/ 893502 h 1212067"/>
                <a:gd name="connsiteX201" fmla="*/ 1178685 w 1385794"/>
                <a:gd name="connsiteY201" fmla="*/ 896261 h 1212067"/>
                <a:gd name="connsiteX202" fmla="*/ 1178987 w 1385794"/>
                <a:gd name="connsiteY202" fmla="*/ 899019 h 1212067"/>
                <a:gd name="connsiteX203" fmla="*/ 1178281 w 1385794"/>
                <a:gd name="connsiteY203" fmla="*/ 901778 h 1212067"/>
                <a:gd name="connsiteX204" fmla="*/ 1177708 w 1385794"/>
                <a:gd name="connsiteY204" fmla="*/ 905243 h 1212067"/>
                <a:gd name="connsiteX205" fmla="*/ 1176564 w 1385794"/>
                <a:gd name="connsiteY205" fmla="*/ 909010 h 1212067"/>
                <a:gd name="connsiteX206" fmla="*/ 1175992 w 1385794"/>
                <a:gd name="connsiteY206" fmla="*/ 910760 h 1212067"/>
                <a:gd name="connsiteX207" fmla="*/ 1174982 w 1385794"/>
                <a:gd name="connsiteY207" fmla="*/ 913821 h 1212067"/>
                <a:gd name="connsiteX208" fmla="*/ 1173973 w 1385794"/>
                <a:gd name="connsiteY208" fmla="*/ 915570 h 1212067"/>
                <a:gd name="connsiteX209" fmla="*/ 1172829 w 1385794"/>
                <a:gd name="connsiteY209" fmla="*/ 916714 h 1212067"/>
                <a:gd name="connsiteX210" fmla="*/ 1171079 w 1385794"/>
                <a:gd name="connsiteY210" fmla="*/ 916714 h 1212067"/>
                <a:gd name="connsiteX211" fmla="*/ 1169497 w 1385794"/>
                <a:gd name="connsiteY211" fmla="*/ 915839 h 1212067"/>
                <a:gd name="connsiteX212" fmla="*/ 1167309 w 1385794"/>
                <a:gd name="connsiteY212" fmla="*/ 913821 h 1212067"/>
                <a:gd name="connsiteX213" fmla="*/ 1166165 w 1385794"/>
                <a:gd name="connsiteY213" fmla="*/ 912946 h 1212067"/>
                <a:gd name="connsiteX214" fmla="*/ 1164718 w 1385794"/>
                <a:gd name="connsiteY214" fmla="*/ 910188 h 1212067"/>
                <a:gd name="connsiteX215" fmla="*/ 1164718 w 1385794"/>
                <a:gd name="connsiteY215" fmla="*/ 908169 h 1212067"/>
                <a:gd name="connsiteX216" fmla="*/ 1162968 w 1385794"/>
                <a:gd name="connsiteY216" fmla="*/ 906151 h 1212067"/>
                <a:gd name="connsiteX217" fmla="*/ 1161958 w 1385794"/>
                <a:gd name="connsiteY217" fmla="*/ 902821 h 1212067"/>
                <a:gd name="connsiteX218" fmla="*/ 1160814 w 1385794"/>
                <a:gd name="connsiteY218" fmla="*/ 900062 h 1212067"/>
                <a:gd name="connsiteX219" fmla="*/ 1159232 w 1385794"/>
                <a:gd name="connsiteY219" fmla="*/ 898044 h 1212067"/>
                <a:gd name="connsiteX220" fmla="*/ 1156102 w 1385794"/>
                <a:gd name="connsiteY220" fmla="*/ 897169 h 1212067"/>
                <a:gd name="connsiteX221" fmla="*/ 1154588 w 1385794"/>
                <a:gd name="connsiteY221" fmla="*/ 896597 h 1212067"/>
                <a:gd name="connsiteX222" fmla="*/ 1154588 w 1385794"/>
                <a:gd name="connsiteY222" fmla="*/ 896732 h 1212067"/>
                <a:gd name="connsiteX223" fmla="*/ 1151121 w 1385794"/>
                <a:gd name="connsiteY223" fmla="*/ 896025 h 1212067"/>
                <a:gd name="connsiteX224" fmla="*/ 1149237 w 1385794"/>
                <a:gd name="connsiteY224" fmla="*/ 896900 h 1212067"/>
                <a:gd name="connsiteX225" fmla="*/ 1148496 w 1385794"/>
                <a:gd name="connsiteY225" fmla="*/ 898481 h 1212067"/>
                <a:gd name="connsiteX226" fmla="*/ 1147352 w 1385794"/>
                <a:gd name="connsiteY226" fmla="*/ 899625 h 1212067"/>
                <a:gd name="connsiteX227" fmla="*/ 1145030 w 1385794"/>
                <a:gd name="connsiteY227" fmla="*/ 900499 h 1212067"/>
                <a:gd name="connsiteX228" fmla="*/ 1143650 w 1385794"/>
                <a:gd name="connsiteY228" fmla="*/ 898481 h 1212067"/>
                <a:gd name="connsiteX229" fmla="*/ 1142405 w 1385794"/>
                <a:gd name="connsiteY229" fmla="*/ 895588 h 1212067"/>
                <a:gd name="connsiteX230" fmla="*/ 1142405 w 1385794"/>
                <a:gd name="connsiteY230" fmla="*/ 893267 h 1212067"/>
                <a:gd name="connsiteX231" fmla="*/ 1143112 w 1385794"/>
                <a:gd name="connsiteY231" fmla="*/ 891080 h 1212067"/>
                <a:gd name="connsiteX232" fmla="*/ 1142977 w 1385794"/>
                <a:gd name="connsiteY232" fmla="*/ 888894 h 1212067"/>
                <a:gd name="connsiteX233" fmla="*/ 1140285 w 1385794"/>
                <a:gd name="connsiteY233" fmla="*/ 886068 h 1212067"/>
                <a:gd name="connsiteX234" fmla="*/ 1134563 w 1385794"/>
                <a:gd name="connsiteY234" fmla="*/ 882233 h 1212067"/>
                <a:gd name="connsiteX235" fmla="*/ 1127900 w 1385794"/>
                <a:gd name="connsiteY235" fmla="*/ 879340 h 1212067"/>
                <a:gd name="connsiteX236" fmla="*/ 1124433 w 1385794"/>
                <a:gd name="connsiteY236" fmla="*/ 878196 h 1212067"/>
                <a:gd name="connsiteX237" fmla="*/ 1115448 w 1385794"/>
                <a:gd name="connsiteY237" fmla="*/ 873790 h 1212067"/>
                <a:gd name="connsiteX238" fmla="*/ 1114000 w 1385794"/>
                <a:gd name="connsiteY238" fmla="*/ 867768 h 1212067"/>
                <a:gd name="connsiteX239" fmla="*/ 1111981 w 1385794"/>
                <a:gd name="connsiteY239" fmla="*/ 863698 h 1212067"/>
                <a:gd name="connsiteX240" fmla="*/ 1113428 w 1385794"/>
                <a:gd name="connsiteY240" fmla="*/ 862554 h 1212067"/>
                <a:gd name="connsiteX241" fmla="*/ 1114000 w 1385794"/>
                <a:gd name="connsiteY241" fmla="*/ 859358 h 1212067"/>
                <a:gd name="connsiteX242" fmla="*/ 1114303 w 1385794"/>
                <a:gd name="connsiteY242" fmla="*/ 857912 h 1212067"/>
                <a:gd name="connsiteX243" fmla="*/ 1111981 w 1385794"/>
                <a:gd name="connsiteY243" fmla="*/ 857037 h 1212067"/>
                <a:gd name="connsiteX244" fmla="*/ 1105015 w 1385794"/>
                <a:gd name="connsiteY244" fmla="*/ 855893 h 1212067"/>
                <a:gd name="connsiteX245" fmla="*/ 1101548 w 1385794"/>
                <a:gd name="connsiteY245" fmla="*/ 855893 h 1212067"/>
                <a:gd name="connsiteX246" fmla="*/ 1099529 w 1385794"/>
                <a:gd name="connsiteY246" fmla="*/ 856768 h 1212067"/>
                <a:gd name="connsiteX247" fmla="*/ 1097510 w 1385794"/>
                <a:gd name="connsiteY247" fmla="*/ 857071 h 1212067"/>
                <a:gd name="connsiteX248" fmla="*/ 1092596 w 1385794"/>
                <a:gd name="connsiteY248" fmla="*/ 855624 h 1212067"/>
                <a:gd name="connsiteX249" fmla="*/ 1089971 w 1385794"/>
                <a:gd name="connsiteY249" fmla="*/ 854749 h 1212067"/>
                <a:gd name="connsiteX250" fmla="*/ 1089433 w 1385794"/>
                <a:gd name="connsiteY250" fmla="*/ 852664 h 1212067"/>
                <a:gd name="connsiteX251" fmla="*/ 1088120 w 1385794"/>
                <a:gd name="connsiteY251" fmla="*/ 850477 h 1212067"/>
                <a:gd name="connsiteX252" fmla="*/ 1086606 w 1385794"/>
                <a:gd name="connsiteY252" fmla="*/ 849199 h 1212067"/>
                <a:gd name="connsiteX253" fmla="*/ 1084586 w 1385794"/>
                <a:gd name="connsiteY253" fmla="*/ 848493 h 1212067"/>
                <a:gd name="connsiteX254" fmla="*/ 1082634 w 1385794"/>
                <a:gd name="connsiteY254" fmla="*/ 847719 h 1212067"/>
                <a:gd name="connsiteX255" fmla="*/ 1081187 w 1385794"/>
                <a:gd name="connsiteY255" fmla="*/ 846373 h 1212067"/>
                <a:gd name="connsiteX256" fmla="*/ 1081995 w 1385794"/>
                <a:gd name="connsiteY256" fmla="*/ 844826 h 1212067"/>
                <a:gd name="connsiteX257" fmla="*/ 1081456 w 1385794"/>
                <a:gd name="connsiteY257" fmla="*/ 843043 h 1212067"/>
                <a:gd name="connsiteX258" fmla="*/ 1078932 w 1385794"/>
                <a:gd name="connsiteY258" fmla="*/ 841058 h 1212067"/>
                <a:gd name="connsiteX259" fmla="*/ 1077149 w 1385794"/>
                <a:gd name="connsiteY259" fmla="*/ 839242 h 1212067"/>
                <a:gd name="connsiteX260" fmla="*/ 1076846 w 1385794"/>
                <a:gd name="connsiteY260" fmla="*/ 837930 h 1212067"/>
                <a:gd name="connsiteX261" fmla="*/ 1076846 w 1385794"/>
                <a:gd name="connsiteY261" fmla="*/ 835676 h 1212067"/>
                <a:gd name="connsiteX262" fmla="*/ 1077216 w 1385794"/>
                <a:gd name="connsiteY262" fmla="*/ 833422 h 1212067"/>
                <a:gd name="connsiteX263" fmla="*/ 1077283 w 1385794"/>
                <a:gd name="connsiteY263" fmla="*/ 830933 h 1212067"/>
                <a:gd name="connsiteX264" fmla="*/ 1079706 w 1385794"/>
                <a:gd name="connsiteY264" fmla="*/ 828746 h 1212067"/>
                <a:gd name="connsiteX265" fmla="*/ 1081423 w 1385794"/>
                <a:gd name="connsiteY265" fmla="*/ 827771 h 1212067"/>
                <a:gd name="connsiteX266" fmla="*/ 1082803 w 1385794"/>
                <a:gd name="connsiteY266" fmla="*/ 826122 h 1212067"/>
                <a:gd name="connsiteX267" fmla="*/ 1083004 w 1385794"/>
                <a:gd name="connsiteY267" fmla="*/ 824440 h 1212067"/>
                <a:gd name="connsiteX268" fmla="*/ 1083274 w 1385794"/>
                <a:gd name="connsiteY268" fmla="*/ 822859 h 1212067"/>
                <a:gd name="connsiteX269" fmla="*/ 1085192 w 1385794"/>
                <a:gd name="connsiteY269" fmla="*/ 821648 h 1212067"/>
                <a:gd name="connsiteX270" fmla="*/ 1087077 w 1385794"/>
                <a:gd name="connsiteY270" fmla="*/ 820874 h 1212067"/>
                <a:gd name="connsiteX271" fmla="*/ 1089365 w 1385794"/>
                <a:gd name="connsiteY271" fmla="*/ 819865 h 1212067"/>
                <a:gd name="connsiteX272" fmla="*/ 1092495 w 1385794"/>
                <a:gd name="connsiteY272" fmla="*/ 815627 h 1212067"/>
                <a:gd name="connsiteX273" fmla="*/ 1094010 w 1385794"/>
                <a:gd name="connsiteY273" fmla="*/ 813373 h 1212067"/>
                <a:gd name="connsiteX274" fmla="*/ 1093909 w 1385794"/>
                <a:gd name="connsiteY274" fmla="*/ 811354 h 1212067"/>
                <a:gd name="connsiteX275" fmla="*/ 1093505 w 1385794"/>
                <a:gd name="connsiteY275" fmla="*/ 806914 h 1212067"/>
                <a:gd name="connsiteX276" fmla="*/ 1094649 w 1385794"/>
                <a:gd name="connsiteY276" fmla="*/ 801061 h 1212067"/>
                <a:gd name="connsiteX277" fmla="*/ 1093505 w 1385794"/>
                <a:gd name="connsiteY277" fmla="*/ 795846 h 1212067"/>
                <a:gd name="connsiteX278" fmla="*/ 1092764 w 1385794"/>
                <a:gd name="connsiteY278" fmla="*/ 786562 h 1212067"/>
                <a:gd name="connsiteX279" fmla="*/ 1089870 w 1385794"/>
                <a:gd name="connsiteY279" fmla="*/ 778758 h 1212067"/>
                <a:gd name="connsiteX280" fmla="*/ 1087110 w 1385794"/>
                <a:gd name="connsiteY280" fmla="*/ 772232 h 1212067"/>
                <a:gd name="connsiteX281" fmla="*/ 1086505 w 1385794"/>
                <a:gd name="connsiteY281" fmla="*/ 768027 h 1212067"/>
                <a:gd name="connsiteX282" fmla="*/ 1083577 w 1385794"/>
                <a:gd name="connsiteY282" fmla="*/ 765739 h 1212067"/>
                <a:gd name="connsiteX283" fmla="*/ 1080985 w 1385794"/>
                <a:gd name="connsiteY283" fmla="*/ 765537 h 1212067"/>
                <a:gd name="connsiteX284" fmla="*/ 1077283 w 1385794"/>
                <a:gd name="connsiteY284" fmla="*/ 765100 h 1212067"/>
                <a:gd name="connsiteX285" fmla="*/ 1074019 w 1385794"/>
                <a:gd name="connsiteY285" fmla="*/ 764023 h 1212067"/>
                <a:gd name="connsiteX286" fmla="*/ 1072168 w 1385794"/>
                <a:gd name="connsiteY286" fmla="*/ 761433 h 1212067"/>
                <a:gd name="connsiteX287" fmla="*/ 1071629 w 1385794"/>
                <a:gd name="connsiteY287" fmla="*/ 758170 h 1212067"/>
                <a:gd name="connsiteX288" fmla="*/ 1072168 w 1385794"/>
                <a:gd name="connsiteY288" fmla="*/ 754907 h 1212067"/>
                <a:gd name="connsiteX289" fmla="*/ 1071629 w 1385794"/>
                <a:gd name="connsiteY289" fmla="*/ 751644 h 1212067"/>
                <a:gd name="connsiteX290" fmla="*/ 1073043 w 1385794"/>
                <a:gd name="connsiteY290" fmla="*/ 746968 h 1212067"/>
                <a:gd name="connsiteX291" fmla="*/ 1074355 w 1385794"/>
                <a:gd name="connsiteY291" fmla="*/ 745454 h 1212067"/>
                <a:gd name="connsiteX292" fmla="*/ 1075668 w 1385794"/>
                <a:gd name="connsiteY292" fmla="*/ 743066 h 1212067"/>
                <a:gd name="connsiteX293" fmla="*/ 1078495 w 1385794"/>
                <a:gd name="connsiteY293" fmla="*/ 741754 h 1212067"/>
                <a:gd name="connsiteX294" fmla="*/ 1079370 w 1385794"/>
                <a:gd name="connsiteY294" fmla="*/ 741418 h 1212067"/>
                <a:gd name="connsiteX295" fmla="*/ 1080884 w 1385794"/>
                <a:gd name="connsiteY295" fmla="*/ 740442 h 1212067"/>
                <a:gd name="connsiteX296" fmla="*/ 1082634 w 1385794"/>
                <a:gd name="connsiteY296" fmla="*/ 738592 h 1212067"/>
                <a:gd name="connsiteX297" fmla="*/ 1083274 w 1385794"/>
                <a:gd name="connsiteY297" fmla="*/ 736641 h 1212067"/>
                <a:gd name="connsiteX298" fmla="*/ 1083476 w 1385794"/>
                <a:gd name="connsiteY298" fmla="*/ 733815 h 1212067"/>
                <a:gd name="connsiteX299" fmla="*/ 1083375 w 1385794"/>
                <a:gd name="connsiteY299" fmla="*/ 731225 h 1212067"/>
                <a:gd name="connsiteX300" fmla="*/ 1081086 w 1385794"/>
                <a:gd name="connsiteY300" fmla="*/ 727962 h 1212067"/>
                <a:gd name="connsiteX301" fmla="*/ 1079235 w 1385794"/>
                <a:gd name="connsiteY301" fmla="*/ 724362 h 1212067"/>
                <a:gd name="connsiteX302" fmla="*/ 1076610 w 1385794"/>
                <a:gd name="connsiteY302" fmla="*/ 721738 h 1212067"/>
                <a:gd name="connsiteX303" fmla="*/ 1074995 w 1385794"/>
                <a:gd name="connsiteY303" fmla="*/ 721301 h 1212067"/>
                <a:gd name="connsiteX304" fmla="*/ 1071629 w 1385794"/>
                <a:gd name="connsiteY304" fmla="*/ 720426 h 1212067"/>
                <a:gd name="connsiteX305" fmla="*/ 1068802 w 1385794"/>
                <a:gd name="connsiteY305" fmla="*/ 719888 h 1212067"/>
                <a:gd name="connsiteX306" fmla="*/ 1067725 w 1385794"/>
                <a:gd name="connsiteY306" fmla="*/ 718273 h 1212067"/>
                <a:gd name="connsiteX307" fmla="*/ 1066548 w 1385794"/>
                <a:gd name="connsiteY307" fmla="*/ 714472 h 1212067"/>
                <a:gd name="connsiteX308" fmla="*/ 1064797 w 1385794"/>
                <a:gd name="connsiteY308" fmla="*/ 711209 h 1212067"/>
                <a:gd name="connsiteX309" fmla="*/ 1063485 w 1385794"/>
                <a:gd name="connsiteY309" fmla="*/ 708922 h 1212067"/>
                <a:gd name="connsiteX310" fmla="*/ 1061196 w 1385794"/>
                <a:gd name="connsiteY310" fmla="*/ 706197 h 1212067"/>
                <a:gd name="connsiteX311" fmla="*/ 1059244 w 1385794"/>
                <a:gd name="connsiteY311" fmla="*/ 704246 h 1212067"/>
                <a:gd name="connsiteX312" fmla="*/ 1056653 w 1385794"/>
                <a:gd name="connsiteY312" fmla="*/ 703270 h 1212067"/>
                <a:gd name="connsiteX313" fmla="*/ 1051235 w 1385794"/>
                <a:gd name="connsiteY313" fmla="*/ 703068 h 1212067"/>
                <a:gd name="connsiteX314" fmla="*/ 1049485 w 1385794"/>
                <a:gd name="connsiteY314" fmla="*/ 702194 h 1212067"/>
                <a:gd name="connsiteX315" fmla="*/ 1047533 w 1385794"/>
                <a:gd name="connsiteY315" fmla="*/ 700108 h 1212067"/>
                <a:gd name="connsiteX316" fmla="*/ 1047970 w 1385794"/>
                <a:gd name="connsiteY316" fmla="*/ 698796 h 1212067"/>
                <a:gd name="connsiteX317" fmla="*/ 1047533 w 1385794"/>
                <a:gd name="connsiteY317" fmla="*/ 697148 h 1212067"/>
                <a:gd name="connsiteX318" fmla="*/ 1045076 w 1385794"/>
                <a:gd name="connsiteY318" fmla="*/ 695163 h 1212067"/>
                <a:gd name="connsiteX319" fmla="*/ 1042686 w 1385794"/>
                <a:gd name="connsiteY319" fmla="*/ 692472 h 1212067"/>
                <a:gd name="connsiteX320" fmla="*/ 1042350 w 1385794"/>
                <a:gd name="connsiteY320" fmla="*/ 689579 h 1212067"/>
                <a:gd name="connsiteX321" fmla="*/ 1041643 w 1385794"/>
                <a:gd name="connsiteY321" fmla="*/ 685677 h 1212067"/>
                <a:gd name="connsiteX322" fmla="*/ 1041643 w 1385794"/>
                <a:gd name="connsiteY322" fmla="*/ 682851 h 1212067"/>
                <a:gd name="connsiteX323" fmla="*/ 1040129 w 1385794"/>
                <a:gd name="connsiteY323" fmla="*/ 682044 h 1212067"/>
                <a:gd name="connsiteX324" fmla="*/ 1037167 w 1385794"/>
                <a:gd name="connsiteY324" fmla="*/ 681976 h 1212067"/>
                <a:gd name="connsiteX325" fmla="*/ 1033835 w 1385794"/>
                <a:gd name="connsiteY325" fmla="*/ 681976 h 1212067"/>
                <a:gd name="connsiteX326" fmla="*/ 1030705 w 1385794"/>
                <a:gd name="connsiteY326" fmla="*/ 681236 h 1212067"/>
                <a:gd name="connsiteX327" fmla="*/ 1029124 w 1385794"/>
                <a:gd name="connsiteY327" fmla="*/ 681236 h 1212067"/>
                <a:gd name="connsiteX328" fmla="*/ 1027441 w 1385794"/>
                <a:gd name="connsiteY328" fmla="*/ 681203 h 1212067"/>
                <a:gd name="connsiteX329" fmla="*/ 1023268 w 1385794"/>
                <a:gd name="connsiteY329" fmla="*/ 680227 h 1212067"/>
                <a:gd name="connsiteX330" fmla="*/ 1021316 w 1385794"/>
                <a:gd name="connsiteY330" fmla="*/ 677502 h 1212067"/>
                <a:gd name="connsiteX331" fmla="*/ 1020777 w 1385794"/>
                <a:gd name="connsiteY331" fmla="*/ 675652 h 1212067"/>
                <a:gd name="connsiteX332" fmla="*/ 1020777 w 1385794"/>
                <a:gd name="connsiteY332" fmla="*/ 674138 h 1212067"/>
                <a:gd name="connsiteX333" fmla="*/ 1023369 w 1385794"/>
                <a:gd name="connsiteY333" fmla="*/ 672625 h 1212067"/>
                <a:gd name="connsiteX334" fmla="*/ 1024883 w 1385794"/>
                <a:gd name="connsiteY334" fmla="*/ 671548 h 1212067"/>
                <a:gd name="connsiteX335" fmla="*/ 1028585 w 1385794"/>
                <a:gd name="connsiteY335" fmla="*/ 671548 h 1212067"/>
                <a:gd name="connsiteX336" fmla="*/ 1032052 w 1385794"/>
                <a:gd name="connsiteY336" fmla="*/ 671548 h 1212067"/>
                <a:gd name="connsiteX337" fmla="*/ 1033801 w 1385794"/>
                <a:gd name="connsiteY337" fmla="*/ 670371 h 1212067"/>
                <a:gd name="connsiteX338" fmla="*/ 1035552 w 1385794"/>
                <a:gd name="connsiteY338" fmla="*/ 669395 h 1212067"/>
                <a:gd name="connsiteX339" fmla="*/ 1038379 w 1385794"/>
                <a:gd name="connsiteY339" fmla="*/ 668083 h 1212067"/>
                <a:gd name="connsiteX340" fmla="*/ 1039422 w 1385794"/>
                <a:gd name="connsiteY340" fmla="*/ 666771 h 1212067"/>
                <a:gd name="connsiteX341" fmla="*/ 1039893 w 1385794"/>
                <a:gd name="connsiteY341" fmla="*/ 664820 h 1212067"/>
                <a:gd name="connsiteX342" fmla="*/ 1039893 w 1385794"/>
                <a:gd name="connsiteY342" fmla="*/ 661994 h 1212067"/>
                <a:gd name="connsiteX343" fmla="*/ 1039253 w 1385794"/>
                <a:gd name="connsiteY343" fmla="*/ 660245 h 1212067"/>
                <a:gd name="connsiteX344" fmla="*/ 1037739 w 1385794"/>
                <a:gd name="connsiteY344" fmla="*/ 659371 h 1212067"/>
                <a:gd name="connsiteX345" fmla="*/ 1035552 w 1385794"/>
                <a:gd name="connsiteY345" fmla="*/ 659371 h 1212067"/>
                <a:gd name="connsiteX346" fmla="*/ 1032052 w 1385794"/>
                <a:gd name="connsiteY346" fmla="*/ 659371 h 1212067"/>
                <a:gd name="connsiteX347" fmla="*/ 1025085 w 1385794"/>
                <a:gd name="connsiteY347" fmla="*/ 659371 h 1212067"/>
                <a:gd name="connsiteX348" fmla="*/ 1019869 w 1385794"/>
                <a:gd name="connsiteY348" fmla="*/ 659371 h 1212067"/>
                <a:gd name="connsiteX349" fmla="*/ 1012700 w 1385794"/>
                <a:gd name="connsiteY349" fmla="*/ 659371 h 1212067"/>
                <a:gd name="connsiteX350" fmla="*/ 1006945 w 1385794"/>
                <a:gd name="connsiteY350" fmla="*/ 659371 h 1212067"/>
                <a:gd name="connsiteX351" fmla="*/ 1000753 w 1385794"/>
                <a:gd name="connsiteY351" fmla="*/ 658059 h 1212067"/>
                <a:gd name="connsiteX352" fmla="*/ 996714 w 1385794"/>
                <a:gd name="connsiteY352" fmla="*/ 658059 h 1212067"/>
                <a:gd name="connsiteX353" fmla="*/ 993012 w 1385794"/>
                <a:gd name="connsiteY353" fmla="*/ 656175 h 1212067"/>
                <a:gd name="connsiteX354" fmla="*/ 990825 w 1385794"/>
                <a:gd name="connsiteY354" fmla="*/ 652441 h 1212067"/>
                <a:gd name="connsiteX355" fmla="*/ 986752 w 1385794"/>
                <a:gd name="connsiteY355" fmla="*/ 652441 h 1212067"/>
                <a:gd name="connsiteX356" fmla="*/ 984026 w 1385794"/>
                <a:gd name="connsiteY356" fmla="*/ 656578 h 1212067"/>
                <a:gd name="connsiteX357" fmla="*/ 981738 w 1385794"/>
                <a:gd name="connsiteY357" fmla="*/ 655266 h 1212067"/>
                <a:gd name="connsiteX358" fmla="*/ 977767 w 1385794"/>
                <a:gd name="connsiteY358" fmla="*/ 653450 h 1212067"/>
                <a:gd name="connsiteX359" fmla="*/ 972617 w 1385794"/>
                <a:gd name="connsiteY359" fmla="*/ 650422 h 1212067"/>
                <a:gd name="connsiteX360" fmla="*/ 965887 w 1385794"/>
                <a:gd name="connsiteY360" fmla="*/ 643694 h 1212067"/>
                <a:gd name="connsiteX361" fmla="*/ 956901 w 1385794"/>
                <a:gd name="connsiteY361" fmla="*/ 634915 h 1212067"/>
                <a:gd name="connsiteX362" fmla="*/ 948117 w 1385794"/>
                <a:gd name="connsiteY362" fmla="*/ 624789 h 1212067"/>
                <a:gd name="connsiteX363" fmla="*/ 947040 w 1385794"/>
                <a:gd name="connsiteY363" fmla="*/ 620450 h 1212067"/>
                <a:gd name="connsiteX364" fmla="*/ 942396 w 1385794"/>
                <a:gd name="connsiteY364" fmla="*/ 616110 h 1212067"/>
                <a:gd name="connsiteX365" fmla="*/ 938323 w 1385794"/>
                <a:gd name="connsiteY365" fmla="*/ 614361 h 1212067"/>
                <a:gd name="connsiteX366" fmla="*/ 930213 w 1385794"/>
                <a:gd name="connsiteY366" fmla="*/ 611602 h 1212067"/>
                <a:gd name="connsiteX367" fmla="*/ 925299 w 1385794"/>
                <a:gd name="connsiteY367" fmla="*/ 608978 h 1212067"/>
                <a:gd name="connsiteX368" fmla="*/ 920655 w 1385794"/>
                <a:gd name="connsiteY368" fmla="*/ 608978 h 1212067"/>
                <a:gd name="connsiteX369" fmla="*/ 916010 w 1385794"/>
                <a:gd name="connsiteY369" fmla="*/ 606960 h 1212067"/>
                <a:gd name="connsiteX370" fmla="*/ 916010 w 1385794"/>
                <a:gd name="connsiteY370" fmla="*/ 604639 h 1212067"/>
                <a:gd name="connsiteX371" fmla="*/ 916010 w 1385794"/>
                <a:gd name="connsiteY371" fmla="*/ 600871 h 1212067"/>
                <a:gd name="connsiteX372" fmla="*/ 915876 w 1385794"/>
                <a:gd name="connsiteY372" fmla="*/ 597675 h 1212067"/>
                <a:gd name="connsiteX373" fmla="*/ 914698 w 1385794"/>
                <a:gd name="connsiteY373" fmla="*/ 594210 h 1212067"/>
                <a:gd name="connsiteX374" fmla="*/ 912948 w 1385794"/>
                <a:gd name="connsiteY374" fmla="*/ 590746 h 1212067"/>
                <a:gd name="connsiteX375" fmla="*/ 912376 w 1385794"/>
                <a:gd name="connsiteY375" fmla="*/ 587550 h 1212067"/>
                <a:gd name="connsiteX376" fmla="*/ 912376 w 1385794"/>
                <a:gd name="connsiteY376" fmla="*/ 583917 h 1212067"/>
                <a:gd name="connsiteX377" fmla="*/ 912376 w 1385794"/>
                <a:gd name="connsiteY377" fmla="*/ 579443 h 1212067"/>
                <a:gd name="connsiteX378" fmla="*/ 912308 w 1385794"/>
                <a:gd name="connsiteY378" fmla="*/ 578804 h 1212067"/>
                <a:gd name="connsiteX379" fmla="*/ 914126 w 1385794"/>
                <a:gd name="connsiteY379" fmla="*/ 575978 h 1212067"/>
                <a:gd name="connsiteX380" fmla="*/ 918905 w 1385794"/>
                <a:gd name="connsiteY380" fmla="*/ 575978 h 1212067"/>
                <a:gd name="connsiteX381" fmla="*/ 921059 w 1385794"/>
                <a:gd name="connsiteY381" fmla="*/ 575978 h 1212067"/>
                <a:gd name="connsiteX382" fmla="*/ 924121 w 1385794"/>
                <a:gd name="connsiteY382" fmla="*/ 575978 h 1212067"/>
                <a:gd name="connsiteX383" fmla="*/ 926746 w 1385794"/>
                <a:gd name="connsiteY383" fmla="*/ 577424 h 1212067"/>
                <a:gd name="connsiteX384" fmla="*/ 929641 w 1385794"/>
                <a:gd name="connsiteY384" fmla="*/ 575978 h 1212067"/>
                <a:gd name="connsiteX385" fmla="*/ 930213 w 1385794"/>
                <a:gd name="connsiteY385" fmla="*/ 573354 h 1212067"/>
                <a:gd name="connsiteX386" fmla="*/ 930213 w 1385794"/>
                <a:gd name="connsiteY386" fmla="*/ 569889 h 1212067"/>
                <a:gd name="connsiteX387" fmla="*/ 929641 w 1385794"/>
                <a:gd name="connsiteY387" fmla="*/ 562051 h 1212067"/>
                <a:gd name="connsiteX388" fmla="*/ 929775 w 1385794"/>
                <a:gd name="connsiteY388" fmla="*/ 559730 h 1212067"/>
                <a:gd name="connsiteX389" fmla="*/ 928631 w 1385794"/>
                <a:gd name="connsiteY389" fmla="*/ 558283 h 1212067"/>
                <a:gd name="connsiteX390" fmla="*/ 928496 w 1385794"/>
                <a:gd name="connsiteY390" fmla="*/ 557106 h 1212067"/>
                <a:gd name="connsiteX391" fmla="*/ 929237 w 1385794"/>
                <a:gd name="connsiteY391" fmla="*/ 555660 h 1212067"/>
                <a:gd name="connsiteX392" fmla="*/ 930246 w 1385794"/>
                <a:gd name="connsiteY392" fmla="*/ 553776 h 1212067"/>
                <a:gd name="connsiteX393" fmla="*/ 930246 w 1385794"/>
                <a:gd name="connsiteY393" fmla="*/ 552464 h 1212067"/>
                <a:gd name="connsiteX394" fmla="*/ 929506 w 1385794"/>
                <a:gd name="connsiteY394" fmla="*/ 549840 h 1212067"/>
                <a:gd name="connsiteX395" fmla="*/ 926881 w 1385794"/>
                <a:gd name="connsiteY395" fmla="*/ 546577 h 1212067"/>
                <a:gd name="connsiteX396" fmla="*/ 923549 w 1385794"/>
                <a:gd name="connsiteY396" fmla="*/ 544626 h 1212067"/>
                <a:gd name="connsiteX397" fmla="*/ 920655 w 1385794"/>
                <a:gd name="connsiteY397" fmla="*/ 544626 h 1212067"/>
                <a:gd name="connsiteX398" fmla="*/ 919713 w 1385794"/>
                <a:gd name="connsiteY398" fmla="*/ 542843 h 1212067"/>
                <a:gd name="connsiteX399" fmla="*/ 919780 w 1385794"/>
                <a:gd name="connsiteY399" fmla="*/ 542136 h 1212067"/>
                <a:gd name="connsiteX400" fmla="*/ 920890 w 1385794"/>
                <a:gd name="connsiteY400" fmla="*/ 541127 h 1212067"/>
                <a:gd name="connsiteX401" fmla="*/ 922775 w 1385794"/>
                <a:gd name="connsiteY401" fmla="*/ 540219 h 1212067"/>
                <a:gd name="connsiteX402" fmla="*/ 926645 w 1385794"/>
                <a:gd name="connsiteY402" fmla="*/ 538268 h 1212067"/>
                <a:gd name="connsiteX403" fmla="*/ 938559 w 1385794"/>
                <a:gd name="connsiteY403" fmla="*/ 533222 h 1212067"/>
                <a:gd name="connsiteX404" fmla="*/ 947679 w 1385794"/>
                <a:gd name="connsiteY404" fmla="*/ 528109 h 1212067"/>
                <a:gd name="connsiteX405" fmla="*/ 957473 w 1385794"/>
                <a:gd name="connsiteY405" fmla="*/ 523332 h 1212067"/>
                <a:gd name="connsiteX406" fmla="*/ 962353 w 1385794"/>
                <a:gd name="connsiteY406" fmla="*/ 519430 h 1212067"/>
                <a:gd name="connsiteX407" fmla="*/ 967367 w 1385794"/>
                <a:gd name="connsiteY407" fmla="*/ 513038 h 1212067"/>
                <a:gd name="connsiteX408" fmla="*/ 969319 w 1385794"/>
                <a:gd name="connsiteY408" fmla="*/ 506411 h 1212067"/>
                <a:gd name="connsiteX409" fmla="*/ 973021 w 1385794"/>
                <a:gd name="connsiteY409" fmla="*/ 500423 h 1212067"/>
                <a:gd name="connsiteX410" fmla="*/ 974771 w 1385794"/>
                <a:gd name="connsiteY410" fmla="*/ 496958 h 1212067"/>
                <a:gd name="connsiteX411" fmla="*/ 979449 w 1385794"/>
                <a:gd name="connsiteY411" fmla="*/ 495781 h 1212067"/>
                <a:gd name="connsiteX412" fmla="*/ 980762 w 1385794"/>
                <a:gd name="connsiteY412" fmla="*/ 493393 h 1212067"/>
                <a:gd name="connsiteX413" fmla="*/ 984666 w 1385794"/>
                <a:gd name="connsiteY413" fmla="*/ 489490 h 1212067"/>
                <a:gd name="connsiteX414" fmla="*/ 985204 w 1385794"/>
                <a:gd name="connsiteY414" fmla="*/ 487539 h 1212067"/>
                <a:gd name="connsiteX415" fmla="*/ 988772 w 1385794"/>
                <a:gd name="connsiteY415" fmla="*/ 484276 h 1212067"/>
                <a:gd name="connsiteX416" fmla="*/ 992238 w 1385794"/>
                <a:gd name="connsiteY416" fmla="*/ 482224 h 1212067"/>
                <a:gd name="connsiteX417" fmla="*/ 994089 w 1385794"/>
                <a:gd name="connsiteY417" fmla="*/ 479399 h 1212067"/>
                <a:gd name="connsiteX418" fmla="*/ 993988 w 1385794"/>
                <a:gd name="connsiteY418" fmla="*/ 474285 h 1212067"/>
                <a:gd name="connsiteX419" fmla="*/ 992911 w 1385794"/>
                <a:gd name="connsiteY419" fmla="*/ 469509 h 1212067"/>
                <a:gd name="connsiteX420" fmla="*/ 992373 w 1385794"/>
                <a:gd name="connsiteY420" fmla="*/ 463756 h 1212067"/>
                <a:gd name="connsiteX421" fmla="*/ 990084 w 1385794"/>
                <a:gd name="connsiteY421" fmla="*/ 460594 h 1212067"/>
                <a:gd name="connsiteX422" fmla="*/ 987358 w 1385794"/>
                <a:gd name="connsiteY422" fmla="*/ 456456 h 1212067"/>
                <a:gd name="connsiteX423" fmla="*/ 986483 w 1385794"/>
                <a:gd name="connsiteY423" fmla="*/ 453530 h 1212067"/>
                <a:gd name="connsiteX424" fmla="*/ 985945 w 1385794"/>
                <a:gd name="connsiteY424" fmla="*/ 451478 h 1212067"/>
                <a:gd name="connsiteX425" fmla="*/ 983555 w 1385794"/>
                <a:gd name="connsiteY425" fmla="*/ 447575 h 1212067"/>
                <a:gd name="connsiteX426" fmla="*/ 982142 w 1385794"/>
                <a:gd name="connsiteY426" fmla="*/ 445523 h 1212067"/>
                <a:gd name="connsiteX427" fmla="*/ 983993 w 1385794"/>
                <a:gd name="connsiteY427" fmla="*/ 442159 h 1212067"/>
                <a:gd name="connsiteX428" fmla="*/ 985945 w 1385794"/>
                <a:gd name="connsiteY428" fmla="*/ 439771 h 1212067"/>
                <a:gd name="connsiteX429" fmla="*/ 986921 w 1385794"/>
                <a:gd name="connsiteY429" fmla="*/ 438694 h 1212067"/>
                <a:gd name="connsiteX430" fmla="*/ 987022 w 1385794"/>
                <a:gd name="connsiteY430" fmla="*/ 435970 h 1212067"/>
                <a:gd name="connsiteX431" fmla="*/ 984195 w 1385794"/>
                <a:gd name="connsiteY431" fmla="*/ 433144 h 1212067"/>
                <a:gd name="connsiteX432" fmla="*/ 980594 w 1385794"/>
                <a:gd name="connsiteY432" fmla="*/ 429444 h 1212067"/>
                <a:gd name="connsiteX433" fmla="*/ 976555 w 1385794"/>
                <a:gd name="connsiteY433" fmla="*/ 427493 h 1212067"/>
                <a:gd name="connsiteX434" fmla="*/ 972416 w 1385794"/>
                <a:gd name="connsiteY434" fmla="*/ 426517 h 1212067"/>
                <a:gd name="connsiteX435" fmla="*/ 967536 w 1385794"/>
                <a:gd name="connsiteY435" fmla="*/ 426517 h 1212067"/>
                <a:gd name="connsiteX436" fmla="*/ 963194 w 1385794"/>
                <a:gd name="connsiteY436" fmla="*/ 425979 h 1212067"/>
                <a:gd name="connsiteX437" fmla="*/ 956228 w 1385794"/>
                <a:gd name="connsiteY437" fmla="*/ 425979 h 1212067"/>
                <a:gd name="connsiteX438" fmla="*/ 951752 w 1385794"/>
                <a:gd name="connsiteY438" fmla="*/ 427392 h 1212067"/>
                <a:gd name="connsiteX439" fmla="*/ 948184 w 1385794"/>
                <a:gd name="connsiteY439" fmla="*/ 428704 h 1212067"/>
                <a:gd name="connsiteX440" fmla="*/ 945357 w 1385794"/>
                <a:gd name="connsiteY440" fmla="*/ 429242 h 1212067"/>
                <a:gd name="connsiteX441" fmla="*/ 942766 w 1385794"/>
                <a:gd name="connsiteY441" fmla="*/ 430756 h 1212067"/>
                <a:gd name="connsiteX442" fmla="*/ 940814 w 1385794"/>
                <a:gd name="connsiteY442" fmla="*/ 431630 h 1212067"/>
                <a:gd name="connsiteX443" fmla="*/ 936237 w 1385794"/>
                <a:gd name="connsiteY443" fmla="*/ 432505 h 1212067"/>
                <a:gd name="connsiteX444" fmla="*/ 932097 w 1385794"/>
                <a:gd name="connsiteY444" fmla="*/ 434456 h 1212067"/>
                <a:gd name="connsiteX445" fmla="*/ 928496 w 1385794"/>
                <a:gd name="connsiteY445" fmla="*/ 436071 h 1212067"/>
                <a:gd name="connsiteX446" fmla="*/ 926544 w 1385794"/>
                <a:gd name="connsiteY446" fmla="*/ 436306 h 1212067"/>
                <a:gd name="connsiteX447" fmla="*/ 924491 w 1385794"/>
                <a:gd name="connsiteY447" fmla="*/ 438055 h 1212067"/>
                <a:gd name="connsiteX448" fmla="*/ 922439 w 1385794"/>
                <a:gd name="connsiteY448" fmla="*/ 441419 h 1212067"/>
                <a:gd name="connsiteX449" fmla="*/ 919511 w 1385794"/>
                <a:gd name="connsiteY449" fmla="*/ 443909 h 1212067"/>
                <a:gd name="connsiteX450" fmla="*/ 915708 w 1385794"/>
                <a:gd name="connsiteY450" fmla="*/ 446398 h 1212067"/>
                <a:gd name="connsiteX451" fmla="*/ 910054 w 1385794"/>
                <a:gd name="connsiteY451" fmla="*/ 450199 h 1212067"/>
                <a:gd name="connsiteX452" fmla="*/ 904501 w 1385794"/>
                <a:gd name="connsiteY452" fmla="*/ 454640 h 1212067"/>
                <a:gd name="connsiteX453" fmla="*/ 903323 w 1385794"/>
                <a:gd name="connsiteY453" fmla="*/ 455952 h 1212067"/>
                <a:gd name="connsiteX454" fmla="*/ 900832 w 1385794"/>
                <a:gd name="connsiteY454" fmla="*/ 457028 h 1212067"/>
                <a:gd name="connsiteX455" fmla="*/ 898544 w 1385794"/>
                <a:gd name="connsiteY455" fmla="*/ 457802 h 1212067"/>
                <a:gd name="connsiteX456" fmla="*/ 892789 w 1385794"/>
                <a:gd name="connsiteY456" fmla="*/ 457802 h 1212067"/>
                <a:gd name="connsiteX457" fmla="*/ 888649 w 1385794"/>
                <a:gd name="connsiteY457" fmla="*/ 458138 h 1212067"/>
                <a:gd name="connsiteX458" fmla="*/ 882019 w 1385794"/>
                <a:gd name="connsiteY458" fmla="*/ 458340 h 1212067"/>
                <a:gd name="connsiteX459" fmla="*/ 875490 w 1385794"/>
                <a:gd name="connsiteY459" fmla="*/ 457802 h 1212067"/>
                <a:gd name="connsiteX460" fmla="*/ 873336 w 1385794"/>
                <a:gd name="connsiteY460" fmla="*/ 454640 h 1212067"/>
                <a:gd name="connsiteX461" fmla="*/ 871149 w 1385794"/>
                <a:gd name="connsiteY461" fmla="*/ 452453 h 1212067"/>
                <a:gd name="connsiteX462" fmla="*/ 866370 w 1385794"/>
                <a:gd name="connsiteY462" fmla="*/ 451579 h 1212067"/>
                <a:gd name="connsiteX463" fmla="*/ 860178 w 1385794"/>
                <a:gd name="connsiteY463" fmla="*/ 451780 h 1212067"/>
                <a:gd name="connsiteX464" fmla="*/ 857788 w 1385794"/>
                <a:gd name="connsiteY464" fmla="*/ 451679 h 1212067"/>
                <a:gd name="connsiteX465" fmla="*/ 853884 w 1385794"/>
                <a:gd name="connsiteY465" fmla="*/ 449190 h 1212067"/>
                <a:gd name="connsiteX466" fmla="*/ 851394 w 1385794"/>
                <a:gd name="connsiteY466" fmla="*/ 444851 h 1212067"/>
                <a:gd name="connsiteX467" fmla="*/ 850317 w 1385794"/>
                <a:gd name="connsiteY467" fmla="*/ 443000 h 1212067"/>
                <a:gd name="connsiteX468" fmla="*/ 847591 w 1385794"/>
                <a:gd name="connsiteY468" fmla="*/ 438863 h 1212067"/>
                <a:gd name="connsiteX469" fmla="*/ 844124 w 1385794"/>
                <a:gd name="connsiteY469" fmla="*/ 438425 h 1212067"/>
                <a:gd name="connsiteX470" fmla="*/ 840658 w 1385794"/>
                <a:gd name="connsiteY470" fmla="*/ 440376 h 1212067"/>
                <a:gd name="connsiteX471" fmla="*/ 838706 w 1385794"/>
                <a:gd name="connsiteY471" fmla="*/ 441991 h 1212067"/>
                <a:gd name="connsiteX472" fmla="*/ 837393 w 1385794"/>
                <a:gd name="connsiteY472" fmla="*/ 443841 h 1212067"/>
                <a:gd name="connsiteX473" fmla="*/ 833691 w 1385794"/>
                <a:gd name="connsiteY473" fmla="*/ 443841 h 1212067"/>
                <a:gd name="connsiteX474" fmla="*/ 829350 w 1385794"/>
                <a:gd name="connsiteY474" fmla="*/ 444043 h 1212067"/>
                <a:gd name="connsiteX475" fmla="*/ 825984 w 1385794"/>
                <a:gd name="connsiteY475" fmla="*/ 445120 h 1212067"/>
                <a:gd name="connsiteX476" fmla="*/ 823797 w 1385794"/>
                <a:gd name="connsiteY476" fmla="*/ 446734 h 1212067"/>
                <a:gd name="connsiteX477" fmla="*/ 818143 w 1385794"/>
                <a:gd name="connsiteY477" fmla="*/ 448786 h 1212067"/>
                <a:gd name="connsiteX478" fmla="*/ 813566 w 1385794"/>
                <a:gd name="connsiteY478" fmla="*/ 450199 h 1212067"/>
                <a:gd name="connsiteX479" fmla="*/ 810739 w 1385794"/>
                <a:gd name="connsiteY479" fmla="*/ 452117 h 1212067"/>
                <a:gd name="connsiteX480" fmla="*/ 807811 w 1385794"/>
                <a:gd name="connsiteY480" fmla="*/ 452487 h 1212067"/>
                <a:gd name="connsiteX481" fmla="*/ 804143 w 1385794"/>
                <a:gd name="connsiteY481" fmla="*/ 452487 h 1212067"/>
                <a:gd name="connsiteX482" fmla="*/ 799801 w 1385794"/>
                <a:gd name="connsiteY482" fmla="*/ 450738 h 1212067"/>
                <a:gd name="connsiteX483" fmla="*/ 795897 w 1385794"/>
                <a:gd name="connsiteY483" fmla="*/ 449964 h 1212067"/>
                <a:gd name="connsiteX484" fmla="*/ 792195 w 1385794"/>
                <a:gd name="connsiteY484" fmla="*/ 448652 h 1212067"/>
                <a:gd name="connsiteX485" fmla="*/ 787315 w 1385794"/>
                <a:gd name="connsiteY485" fmla="*/ 446701 h 1212067"/>
                <a:gd name="connsiteX486" fmla="*/ 785464 w 1385794"/>
                <a:gd name="connsiteY486" fmla="*/ 446465 h 1212067"/>
                <a:gd name="connsiteX487" fmla="*/ 781661 w 1385794"/>
                <a:gd name="connsiteY487" fmla="*/ 447004 h 1212067"/>
                <a:gd name="connsiteX488" fmla="*/ 780786 w 1385794"/>
                <a:gd name="connsiteY488" fmla="*/ 449190 h 1212067"/>
                <a:gd name="connsiteX489" fmla="*/ 781561 w 1385794"/>
                <a:gd name="connsiteY489" fmla="*/ 452016 h 1212067"/>
                <a:gd name="connsiteX490" fmla="*/ 784926 w 1385794"/>
                <a:gd name="connsiteY490" fmla="*/ 453765 h 1212067"/>
                <a:gd name="connsiteX491" fmla="*/ 790041 w 1385794"/>
                <a:gd name="connsiteY491" fmla="*/ 456389 h 1212067"/>
                <a:gd name="connsiteX492" fmla="*/ 794719 w 1385794"/>
                <a:gd name="connsiteY492" fmla="*/ 458777 h 1212067"/>
                <a:gd name="connsiteX493" fmla="*/ 795796 w 1385794"/>
                <a:gd name="connsiteY493" fmla="*/ 462478 h 1212067"/>
                <a:gd name="connsiteX494" fmla="*/ 797008 w 1385794"/>
                <a:gd name="connsiteY494" fmla="*/ 465943 h 1212067"/>
                <a:gd name="connsiteX495" fmla="*/ 798859 w 1385794"/>
                <a:gd name="connsiteY495" fmla="*/ 469744 h 1212067"/>
                <a:gd name="connsiteX496" fmla="*/ 802561 w 1385794"/>
                <a:gd name="connsiteY496" fmla="*/ 473209 h 1212067"/>
                <a:gd name="connsiteX497" fmla="*/ 804075 w 1385794"/>
                <a:gd name="connsiteY497" fmla="*/ 474723 h 1212067"/>
                <a:gd name="connsiteX498" fmla="*/ 807542 w 1385794"/>
                <a:gd name="connsiteY498" fmla="*/ 477346 h 1212067"/>
                <a:gd name="connsiteX499" fmla="*/ 808518 w 1385794"/>
                <a:gd name="connsiteY499" fmla="*/ 479634 h 1212067"/>
                <a:gd name="connsiteX500" fmla="*/ 805792 w 1385794"/>
                <a:gd name="connsiteY500" fmla="*/ 482258 h 1212067"/>
                <a:gd name="connsiteX501" fmla="*/ 800239 w 1385794"/>
                <a:gd name="connsiteY501" fmla="*/ 485857 h 1212067"/>
                <a:gd name="connsiteX502" fmla="*/ 796974 w 1385794"/>
                <a:gd name="connsiteY502" fmla="*/ 487808 h 1212067"/>
                <a:gd name="connsiteX503" fmla="*/ 792936 w 1385794"/>
                <a:gd name="connsiteY503" fmla="*/ 492148 h 1212067"/>
                <a:gd name="connsiteX504" fmla="*/ 791522 w 1385794"/>
                <a:gd name="connsiteY504" fmla="*/ 493897 h 1212067"/>
                <a:gd name="connsiteX505" fmla="*/ 788056 w 1385794"/>
                <a:gd name="connsiteY505" fmla="*/ 497160 h 1212067"/>
                <a:gd name="connsiteX506" fmla="*/ 785868 w 1385794"/>
                <a:gd name="connsiteY506" fmla="*/ 500524 h 1212067"/>
                <a:gd name="connsiteX507" fmla="*/ 785431 w 1385794"/>
                <a:gd name="connsiteY507" fmla="*/ 503249 h 1212067"/>
                <a:gd name="connsiteX508" fmla="*/ 784657 w 1385794"/>
                <a:gd name="connsiteY508" fmla="*/ 506512 h 1212067"/>
                <a:gd name="connsiteX509" fmla="*/ 782469 w 1385794"/>
                <a:gd name="connsiteY509" fmla="*/ 507151 h 1212067"/>
                <a:gd name="connsiteX510" fmla="*/ 779104 w 1385794"/>
                <a:gd name="connsiteY510" fmla="*/ 506714 h 1212067"/>
                <a:gd name="connsiteX511" fmla="*/ 777051 w 1385794"/>
                <a:gd name="connsiteY511" fmla="*/ 504325 h 1212067"/>
                <a:gd name="connsiteX512" fmla="*/ 775200 w 1385794"/>
                <a:gd name="connsiteY512" fmla="*/ 499751 h 1212067"/>
                <a:gd name="connsiteX513" fmla="*/ 771397 w 1385794"/>
                <a:gd name="connsiteY513" fmla="*/ 498001 h 1212067"/>
                <a:gd name="connsiteX514" fmla="*/ 768132 w 1385794"/>
                <a:gd name="connsiteY514" fmla="*/ 498977 h 1212067"/>
                <a:gd name="connsiteX515" fmla="*/ 764767 w 1385794"/>
                <a:gd name="connsiteY515" fmla="*/ 501802 h 1212067"/>
                <a:gd name="connsiteX516" fmla="*/ 763791 w 1385794"/>
                <a:gd name="connsiteY516" fmla="*/ 502442 h 1212067"/>
                <a:gd name="connsiteX517" fmla="*/ 759988 w 1385794"/>
                <a:gd name="connsiteY517" fmla="*/ 499280 h 1212067"/>
                <a:gd name="connsiteX518" fmla="*/ 757699 w 1385794"/>
                <a:gd name="connsiteY518" fmla="*/ 494503 h 1212067"/>
                <a:gd name="connsiteX519" fmla="*/ 756723 w 1385794"/>
                <a:gd name="connsiteY519" fmla="*/ 493090 h 1212067"/>
                <a:gd name="connsiteX520" fmla="*/ 754872 w 1385794"/>
                <a:gd name="connsiteY520" fmla="*/ 491038 h 1212067"/>
                <a:gd name="connsiteX521" fmla="*/ 752685 w 1385794"/>
                <a:gd name="connsiteY521" fmla="*/ 489524 h 1212067"/>
                <a:gd name="connsiteX522" fmla="*/ 750396 w 1385794"/>
                <a:gd name="connsiteY522" fmla="*/ 489423 h 1212067"/>
                <a:gd name="connsiteX523" fmla="*/ 748209 w 1385794"/>
                <a:gd name="connsiteY523" fmla="*/ 489423 h 1212067"/>
                <a:gd name="connsiteX524" fmla="*/ 744608 w 1385794"/>
                <a:gd name="connsiteY524" fmla="*/ 489524 h 1212067"/>
                <a:gd name="connsiteX525" fmla="*/ 742757 w 1385794"/>
                <a:gd name="connsiteY525" fmla="*/ 488986 h 1212067"/>
                <a:gd name="connsiteX526" fmla="*/ 740367 w 1385794"/>
                <a:gd name="connsiteY526" fmla="*/ 487371 h 1212067"/>
                <a:gd name="connsiteX527" fmla="*/ 739290 w 1385794"/>
                <a:gd name="connsiteY527" fmla="*/ 484343 h 1212067"/>
                <a:gd name="connsiteX528" fmla="*/ 739290 w 1385794"/>
                <a:gd name="connsiteY528" fmla="*/ 481181 h 1212067"/>
                <a:gd name="connsiteX529" fmla="*/ 739223 w 1385794"/>
                <a:gd name="connsiteY529" fmla="*/ 478692 h 1212067"/>
                <a:gd name="connsiteX530" fmla="*/ 739122 w 1385794"/>
                <a:gd name="connsiteY530" fmla="*/ 477178 h 1212067"/>
                <a:gd name="connsiteX531" fmla="*/ 737103 w 1385794"/>
                <a:gd name="connsiteY531" fmla="*/ 475429 h 1212067"/>
                <a:gd name="connsiteX532" fmla="*/ 734478 w 1385794"/>
                <a:gd name="connsiteY532" fmla="*/ 474353 h 1212067"/>
                <a:gd name="connsiteX533" fmla="*/ 732963 w 1385794"/>
                <a:gd name="connsiteY533" fmla="*/ 473141 h 1212067"/>
                <a:gd name="connsiteX534" fmla="*/ 731213 w 1385794"/>
                <a:gd name="connsiteY534" fmla="*/ 470854 h 1212067"/>
                <a:gd name="connsiteX535" fmla="*/ 728925 w 1385794"/>
                <a:gd name="connsiteY535" fmla="*/ 467591 h 1212067"/>
                <a:gd name="connsiteX536" fmla="*/ 728925 w 1385794"/>
                <a:gd name="connsiteY536" fmla="*/ 466279 h 1212067"/>
                <a:gd name="connsiteX537" fmla="*/ 730540 w 1385794"/>
                <a:gd name="connsiteY537" fmla="*/ 463992 h 1212067"/>
                <a:gd name="connsiteX538" fmla="*/ 733030 w 1385794"/>
                <a:gd name="connsiteY538" fmla="*/ 462579 h 1212067"/>
                <a:gd name="connsiteX539" fmla="*/ 735521 w 1385794"/>
                <a:gd name="connsiteY539" fmla="*/ 461805 h 1212067"/>
                <a:gd name="connsiteX540" fmla="*/ 737910 w 1385794"/>
                <a:gd name="connsiteY540" fmla="*/ 458004 h 1212067"/>
                <a:gd name="connsiteX541" fmla="*/ 735858 w 1385794"/>
                <a:gd name="connsiteY541" fmla="*/ 455817 h 1212067"/>
                <a:gd name="connsiteX542" fmla="*/ 731718 w 1385794"/>
                <a:gd name="connsiteY542" fmla="*/ 454841 h 1212067"/>
                <a:gd name="connsiteX543" fmla="*/ 727578 w 1385794"/>
                <a:gd name="connsiteY543" fmla="*/ 455279 h 1212067"/>
                <a:gd name="connsiteX544" fmla="*/ 725290 w 1385794"/>
                <a:gd name="connsiteY544" fmla="*/ 456456 h 1212067"/>
                <a:gd name="connsiteX545" fmla="*/ 722026 w 1385794"/>
                <a:gd name="connsiteY545" fmla="*/ 459181 h 1212067"/>
                <a:gd name="connsiteX546" fmla="*/ 719535 w 1385794"/>
                <a:gd name="connsiteY546" fmla="*/ 460493 h 1212067"/>
                <a:gd name="connsiteX547" fmla="*/ 717785 w 1385794"/>
                <a:gd name="connsiteY547" fmla="*/ 462007 h 1212067"/>
                <a:gd name="connsiteX548" fmla="*/ 714857 w 1385794"/>
                <a:gd name="connsiteY548" fmla="*/ 462343 h 1212067"/>
                <a:gd name="connsiteX549" fmla="*/ 711391 w 1385794"/>
                <a:gd name="connsiteY549" fmla="*/ 461704 h 1212067"/>
                <a:gd name="connsiteX550" fmla="*/ 708665 w 1385794"/>
                <a:gd name="connsiteY550" fmla="*/ 459854 h 1212067"/>
                <a:gd name="connsiteX551" fmla="*/ 706713 w 1385794"/>
                <a:gd name="connsiteY551" fmla="*/ 457129 h 1212067"/>
                <a:gd name="connsiteX552" fmla="*/ 706174 w 1385794"/>
                <a:gd name="connsiteY552" fmla="*/ 454841 h 1212067"/>
                <a:gd name="connsiteX553" fmla="*/ 704121 w 1385794"/>
                <a:gd name="connsiteY553" fmla="*/ 453866 h 1212067"/>
                <a:gd name="connsiteX554" fmla="*/ 700655 w 1385794"/>
                <a:gd name="connsiteY554" fmla="*/ 453866 h 1212067"/>
                <a:gd name="connsiteX555" fmla="*/ 698467 w 1385794"/>
                <a:gd name="connsiteY555" fmla="*/ 452453 h 1212067"/>
                <a:gd name="connsiteX556" fmla="*/ 699679 w 1385794"/>
                <a:gd name="connsiteY556" fmla="*/ 449527 h 1212067"/>
                <a:gd name="connsiteX557" fmla="*/ 702405 w 1385794"/>
                <a:gd name="connsiteY557" fmla="*/ 447037 h 1212067"/>
                <a:gd name="connsiteX558" fmla="*/ 702405 w 1385794"/>
                <a:gd name="connsiteY558" fmla="*/ 443673 h 1212067"/>
                <a:gd name="connsiteX559" fmla="*/ 700890 w 1385794"/>
                <a:gd name="connsiteY559" fmla="*/ 442361 h 1212067"/>
                <a:gd name="connsiteX560" fmla="*/ 698467 w 1385794"/>
                <a:gd name="connsiteY560" fmla="*/ 439973 h 1212067"/>
                <a:gd name="connsiteX561" fmla="*/ 699713 w 1385794"/>
                <a:gd name="connsiteY561" fmla="*/ 437921 h 1212067"/>
                <a:gd name="connsiteX562" fmla="*/ 701227 w 1385794"/>
                <a:gd name="connsiteY562" fmla="*/ 436272 h 1212067"/>
                <a:gd name="connsiteX563" fmla="*/ 702741 w 1385794"/>
                <a:gd name="connsiteY563" fmla="*/ 434759 h 1212067"/>
                <a:gd name="connsiteX564" fmla="*/ 701530 w 1385794"/>
                <a:gd name="connsiteY564" fmla="*/ 431933 h 1212067"/>
                <a:gd name="connsiteX565" fmla="*/ 700991 w 1385794"/>
                <a:gd name="connsiteY565" fmla="*/ 430520 h 1212067"/>
                <a:gd name="connsiteX566" fmla="*/ 702506 w 1385794"/>
                <a:gd name="connsiteY566" fmla="*/ 428670 h 1212067"/>
                <a:gd name="connsiteX567" fmla="*/ 703381 w 1385794"/>
                <a:gd name="connsiteY567" fmla="*/ 427694 h 1212067"/>
                <a:gd name="connsiteX568" fmla="*/ 703583 w 1385794"/>
                <a:gd name="connsiteY568" fmla="*/ 424667 h 1212067"/>
                <a:gd name="connsiteX569" fmla="*/ 702506 w 1385794"/>
                <a:gd name="connsiteY569" fmla="*/ 422177 h 1212067"/>
                <a:gd name="connsiteX570" fmla="*/ 704693 w 1385794"/>
                <a:gd name="connsiteY570" fmla="*/ 419789 h 1212067"/>
                <a:gd name="connsiteX571" fmla="*/ 706208 w 1385794"/>
                <a:gd name="connsiteY571" fmla="*/ 418040 h 1212067"/>
                <a:gd name="connsiteX572" fmla="*/ 706208 w 1385794"/>
                <a:gd name="connsiteY572" fmla="*/ 414878 h 1212067"/>
                <a:gd name="connsiteX573" fmla="*/ 703818 w 1385794"/>
                <a:gd name="connsiteY573" fmla="*/ 411716 h 1212067"/>
                <a:gd name="connsiteX574" fmla="*/ 701328 w 1385794"/>
                <a:gd name="connsiteY574" fmla="*/ 410740 h 1212067"/>
                <a:gd name="connsiteX575" fmla="*/ 697962 w 1385794"/>
                <a:gd name="connsiteY575" fmla="*/ 410740 h 1212067"/>
                <a:gd name="connsiteX576" fmla="*/ 696212 w 1385794"/>
                <a:gd name="connsiteY576" fmla="*/ 410740 h 1212067"/>
                <a:gd name="connsiteX577" fmla="*/ 694462 w 1385794"/>
                <a:gd name="connsiteY577" fmla="*/ 410740 h 1212067"/>
                <a:gd name="connsiteX578" fmla="*/ 690996 w 1385794"/>
                <a:gd name="connsiteY578" fmla="*/ 410740 h 1212067"/>
                <a:gd name="connsiteX579" fmla="*/ 690222 w 1385794"/>
                <a:gd name="connsiteY579" fmla="*/ 412590 h 1212067"/>
                <a:gd name="connsiteX580" fmla="*/ 688707 w 1385794"/>
                <a:gd name="connsiteY580" fmla="*/ 413465 h 1212067"/>
                <a:gd name="connsiteX581" fmla="*/ 687193 w 1385794"/>
                <a:gd name="connsiteY581" fmla="*/ 412489 h 1212067"/>
                <a:gd name="connsiteX582" fmla="*/ 684366 w 1385794"/>
                <a:gd name="connsiteY582" fmla="*/ 411514 h 1212067"/>
                <a:gd name="connsiteX583" fmla="*/ 682515 w 1385794"/>
                <a:gd name="connsiteY583" fmla="*/ 411312 h 1212067"/>
                <a:gd name="connsiteX584" fmla="*/ 680226 w 1385794"/>
                <a:gd name="connsiteY584" fmla="*/ 411648 h 1212067"/>
                <a:gd name="connsiteX585" fmla="*/ 678375 w 1385794"/>
                <a:gd name="connsiteY585" fmla="*/ 412422 h 1212067"/>
                <a:gd name="connsiteX586" fmla="*/ 674135 w 1385794"/>
                <a:gd name="connsiteY586" fmla="*/ 410807 h 1212067"/>
                <a:gd name="connsiteX587" fmla="*/ 673597 w 1385794"/>
                <a:gd name="connsiteY587" fmla="*/ 409394 h 1212067"/>
                <a:gd name="connsiteX588" fmla="*/ 676087 w 1385794"/>
                <a:gd name="connsiteY588" fmla="*/ 403104 h 1212067"/>
                <a:gd name="connsiteX589" fmla="*/ 673597 w 1385794"/>
                <a:gd name="connsiteY589" fmla="*/ 398226 h 1212067"/>
                <a:gd name="connsiteX590" fmla="*/ 670568 w 1385794"/>
                <a:gd name="connsiteY590" fmla="*/ 396914 h 1212067"/>
                <a:gd name="connsiteX591" fmla="*/ 668380 w 1385794"/>
                <a:gd name="connsiteY591" fmla="*/ 396914 h 1212067"/>
                <a:gd name="connsiteX592" fmla="*/ 664914 w 1385794"/>
                <a:gd name="connsiteY592" fmla="*/ 396914 h 1212067"/>
                <a:gd name="connsiteX593" fmla="*/ 662962 w 1385794"/>
                <a:gd name="connsiteY593" fmla="*/ 395064 h 1212067"/>
                <a:gd name="connsiteX594" fmla="*/ 662962 w 1385794"/>
                <a:gd name="connsiteY594" fmla="*/ 393113 h 1212067"/>
                <a:gd name="connsiteX595" fmla="*/ 659058 w 1385794"/>
                <a:gd name="connsiteY595" fmla="*/ 392339 h 1212067"/>
                <a:gd name="connsiteX596" fmla="*/ 658519 w 1385794"/>
                <a:gd name="connsiteY596" fmla="*/ 389312 h 1212067"/>
                <a:gd name="connsiteX597" fmla="*/ 658957 w 1385794"/>
                <a:gd name="connsiteY597" fmla="*/ 386048 h 1212067"/>
                <a:gd name="connsiteX598" fmla="*/ 659159 w 1385794"/>
                <a:gd name="connsiteY598" fmla="*/ 382785 h 1212067"/>
                <a:gd name="connsiteX599" fmla="*/ 659058 w 1385794"/>
                <a:gd name="connsiteY599" fmla="*/ 379321 h 1212067"/>
                <a:gd name="connsiteX600" fmla="*/ 657442 w 1385794"/>
                <a:gd name="connsiteY600" fmla="*/ 377370 h 1212067"/>
                <a:gd name="connsiteX601" fmla="*/ 656231 w 1385794"/>
                <a:gd name="connsiteY601" fmla="*/ 375183 h 1212067"/>
                <a:gd name="connsiteX602" fmla="*/ 657745 w 1385794"/>
                <a:gd name="connsiteY602" fmla="*/ 372122 h 1212067"/>
                <a:gd name="connsiteX603" fmla="*/ 655457 w 1385794"/>
                <a:gd name="connsiteY603" fmla="*/ 368960 h 1212067"/>
                <a:gd name="connsiteX604" fmla="*/ 652293 w 1385794"/>
                <a:gd name="connsiteY604" fmla="*/ 368051 h 1212067"/>
                <a:gd name="connsiteX605" fmla="*/ 648591 w 1385794"/>
                <a:gd name="connsiteY605" fmla="*/ 367345 h 1212067"/>
                <a:gd name="connsiteX606" fmla="*/ 642298 w 1385794"/>
                <a:gd name="connsiteY606" fmla="*/ 367345 h 1212067"/>
                <a:gd name="connsiteX607" fmla="*/ 636879 w 1385794"/>
                <a:gd name="connsiteY607" fmla="*/ 365495 h 1212067"/>
                <a:gd name="connsiteX608" fmla="*/ 633076 w 1385794"/>
                <a:gd name="connsiteY608" fmla="*/ 362871 h 1212067"/>
                <a:gd name="connsiteX609" fmla="*/ 629172 w 1385794"/>
                <a:gd name="connsiteY609" fmla="*/ 360381 h 1212067"/>
                <a:gd name="connsiteX610" fmla="*/ 625269 w 1385794"/>
                <a:gd name="connsiteY610" fmla="*/ 357758 h 1212067"/>
                <a:gd name="connsiteX611" fmla="*/ 620052 w 1385794"/>
                <a:gd name="connsiteY611" fmla="*/ 358397 h 1212067"/>
                <a:gd name="connsiteX612" fmla="*/ 617999 w 1385794"/>
                <a:gd name="connsiteY612" fmla="*/ 352846 h 1212067"/>
                <a:gd name="connsiteX613" fmla="*/ 612345 w 1385794"/>
                <a:gd name="connsiteY613" fmla="*/ 349045 h 1212067"/>
                <a:gd name="connsiteX614" fmla="*/ 608980 w 1385794"/>
                <a:gd name="connsiteY614" fmla="*/ 348507 h 1212067"/>
                <a:gd name="connsiteX615" fmla="*/ 601811 w 1385794"/>
                <a:gd name="connsiteY615" fmla="*/ 346993 h 1212067"/>
                <a:gd name="connsiteX616" fmla="*/ 597032 w 1385794"/>
                <a:gd name="connsiteY616" fmla="*/ 346993 h 1212067"/>
                <a:gd name="connsiteX617" fmla="*/ 594407 w 1385794"/>
                <a:gd name="connsiteY617" fmla="*/ 346959 h 1212067"/>
                <a:gd name="connsiteX618" fmla="*/ 590268 w 1385794"/>
                <a:gd name="connsiteY618" fmla="*/ 348204 h 1212067"/>
                <a:gd name="connsiteX619" fmla="*/ 587542 w 1385794"/>
                <a:gd name="connsiteY619" fmla="*/ 348978 h 1212067"/>
                <a:gd name="connsiteX620" fmla="*/ 582763 w 1385794"/>
                <a:gd name="connsiteY620" fmla="*/ 345513 h 1212067"/>
                <a:gd name="connsiteX621" fmla="*/ 587239 w 1385794"/>
                <a:gd name="connsiteY621" fmla="*/ 345513 h 1212067"/>
                <a:gd name="connsiteX622" fmla="*/ 589830 w 1385794"/>
                <a:gd name="connsiteY622" fmla="*/ 345378 h 1212067"/>
                <a:gd name="connsiteX623" fmla="*/ 592220 w 1385794"/>
                <a:gd name="connsiteY623" fmla="*/ 343898 h 1212067"/>
                <a:gd name="connsiteX624" fmla="*/ 592758 w 1385794"/>
                <a:gd name="connsiteY624" fmla="*/ 342822 h 1212067"/>
                <a:gd name="connsiteX625" fmla="*/ 593633 w 1385794"/>
                <a:gd name="connsiteY625" fmla="*/ 340231 h 1212067"/>
                <a:gd name="connsiteX626" fmla="*/ 594508 w 1385794"/>
                <a:gd name="connsiteY626" fmla="*/ 338482 h 1212067"/>
                <a:gd name="connsiteX627" fmla="*/ 596258 w 1385794"/>
                <a:gd name="connsiteY627" fmla="*/ 335892 h 1212067"/>
                <a:gd name="connsiteX628" fmla="*/ 598446 w 1385794"/>
                <a:gd name="connsiteY628" fmla="*/ 334681 h 1212067"/>
                <a:gd name="connsiteX629" fmla="*/ 599859 w 1385794"/>
                <a:gd name="connsiteY629" fmla="*/ 333604 h 1212067"/>
                <a:gd name="connsiteX630" fmla="*/ 601710 w 1385794"/>
                <a:gd name="connsiteY630" fmla="*/ 332831 h 1212067"/>
                <a:gd name="connsiteX631" fmla="*/ 604201 w 1385794"/>
                <a:gd name="connsiteY631" fmla="*/ 330678 h 1212067"/>
                <a:gd name="connsiteX632" fmla="*/ 605715 w 1385794"/>
                <a:gd name="connsiteY632" fmla="*/ 329265 h 1212067"/>
                <a:gd name="connsiteX633" fmla="*/ 606893 w 1385794"/>
                <a:gd name="connsiteY633" fmla="*/ 328289 h 1212067"/>
                <a:gd name="connsiteX634" fmla="*/ 609081 w 1385794"/>
                <a:gd name="connsiteY634" fmla="*/ 327415 h 1212067"/>
                <a:gd name="connsiteX635" fmla="*/ 611033 w 1385794"/>
                <a:gd name="connsiteY635" fmla="*/ 327415 h 1212067"/>
                <a:gd name="connsiteX636" fmla="*/ 615172 w 1385794"/>
                <a:gd name="connsiteY636" fmla="*/ 327415 h 1212067"/>
                <a:gd name="connsiteX637" fmla="*/ 616249 w 1385794"/>
                <a:gd name="connsiteY637" fmla="*/ 327415 h 1212067"/>
                <a:gd name="connsiteX638" fmla="*/ 618740 w 1385794"/>
                <a:gd name="connsiteY638" fmla="*/ 325564 h 1212067"/>
                <a:gd name="connsiteX639" fmla="*/ 620490 w 1385794"/>
                <a:gd name="connsiteY639" fmla="*/ 323815 h 1212067"/>
                <a:gd name="connsiteX640" fmla="*/ 622004 w 1385794"/>
                <a:gd name="connsiteY640" fmla="*/ 321629 h 1212067"/>
                <a:gd name="connsiteX641" fmla="*/ 623317 w 1385794"/>
                <a:gd name="connsiteY641" fmla="*/ 319947 h 1212067"/>
                <a:gd name="connsiteX642" fmla="*/ 624730 w 1385794"/>
                <a:gd name="connsiteY642" fmla="*/ 318702 h 1212067"/>
                <a:gd name="connsiteX643" fmla="*/ 624932 w 1385794"/>
                <a:gd name="connsiteY643" fmla="*/ 318702 h 1212067"/>
                <a:gd name="connsiteX644" fmla="*/ 628398 w 1385794"/>
                <a:gd name="connsiteY644" fmla="*/ 318702 h 1212067"/>
                <a:gd name="connsiteX645" fmla="*/ 630889 w 1385794"/>
                <a:gd name="connsiteY645" fmla="*/ 318567 h 1212067"/>
                <a:gd name="connsiteX646" fmla="*/ 633514 w 1385794"/>
                <a:gd name="connsiteY646" fmla="*/ 316650 h 1212067"/>
                <a:gd name="connsiteX647" fmla="*/ 635567 w 1385794"/>
                <a:gd name="connsiteY647" fmla="*/ 315136 h 1212067"/>
                <a:gd name="connsiteX648" fmla="*/ 636341 w 1385794"/>
                <a:gd name="connsiteY648" fmla="*/ 313084 h 1212067"/>
                <a:gd name="connsiteX649" fmla="*/ 635129 w 1385794"/>
                <a:gd name="connsiteY649" fmla="*/ 309047 h 1212067"/>
                <a:gd name="connsiteX650" fmla="*/ 634153 w 1385794"/>
                <a:gd name="connsiteY650" fmla="*/ 306861 h 1212067"/>
                <a:gd name="connsiteX651" fmla="*/ 635230 w 1385794"/>
                <a:gd name="connsiteY651" fmla="*/ 304371 h 1212067"/>
                <a:gd name="connsiteX652" fmla="*/ 637283 w 1385794"/>
                <a:gd name="connsiteY652" fmla="*/ 301748 h 1212067"/>
                <a:gd name="connsiteX653" fmla="*/ 638899 w 1385794"/>
                <a:gd name="connsiteY653" fmla="*/ 299359 h 1212067"/>
                <a:gd name="connsiteX654" fmla="*/ 642500 w 1385794"/>
                <a:gd name="connsiteY654" fmla="*/ 294347 h 1212067"/>
                <a:gd name="connsiteX655" fmla="*/ 644553 w 1385794"/>
                <a:gd name="connsiteY655" fmla="*/ 292934 h 1212067"/>
                <a:gd name="connsiteX656" fmla="*/ 645630 w 1385794"/>
                <a:gd name="connsiteY656" fmla="*/ 292396 h 1212067"/>
                <a:gd name="connsiteX657" fmla="*/ 646841 w 1385794"/>
                <a:gd name="connsiteY657" fmla="*/ 290983 h 1212067"/>
                <a:gd name="connsiteX658" fmla="*/ 646639 w 1385794"/>
                <a:gd name="connsiteY658" fmla="*/ 288494 h 1212067"/>
                <a:gd name="connsiteX659" fmla="*/ 648053 w 1385794"/>
                <a:gd name="connsiteY659" fmla="*/ 286879 h 1212067"/>
                <a:gd name="connsiteX660" fmla="*/ 649904 w 1385794"/>
                <a:gd name="connsiteY660" fmla="*/ 285264 h 1212067"/>
                <a:gd name="connsiteX661" fmla="*/ 651418 w 1385794"/>
                <a:gd name="connsiteY661" fmla="*/ 284053 h 1212067"/>
                <a:gd name="connsiteX662" fmla="*/ 653168 w 1385794"/>
                <a:gd name="connsiteY662" fmla="*/ 282876 h 1212067"/>
                <a:gd name="connsiteX663" fmla="*/ 655457 w 1385794"/>
                <a:gd name="connsiteY663" fmla="*/ 280689 h 1212067"/>
                <a:gd name="connsiteX664" fmla="*/ 656534 w 1385794"/>
                <a:gd name="connsiteY664" fmla="*/ 279377 h 1212067"/>
                <a:gd name="connsiteX665" fmla="*/ 659024 w 1385794"/>
                <a:gd name="connsiteY665" fmla="*/ 276989 h 1212067"/>
                <a:gd name="connsiteX666" fmla="*/ 660236 w 1385794"/>
                <a:gd name="connsiteY666" fmla="*/ 275374 h 1212067"/>
                <a:gd name="connsiteX667" fmla="*/ 661380 w 1385794"/>
                <a:gd name="connsiteY667" fmla="*/ 273860 h 1212067"/>
                <a:gd name="connsiteX668" fmla="*/ 662322 w 1385794"/>
                <a:gd name="connsiteY668" fmla="*/ 271236 h 1212067"/>
                <a:gd name="connsiteX669" fmla="*/ 662322 w 1385794"/>
                <a:gd name="connsiteY669" fmla="*/ 267435 h 1212067"/>
                <a:gd name="connsiteX670" fmla="*/ 661346 w 1385794"/>
                <a:gd name="connsiteY670" fmla="*/ 265585 h 1212067"/>
                <a:gd name="connsiteX671" fmla="*/ 662322 w 1385794"/>
                <a:gd name="connsiteY671" fmla="*/ 264508 h 1212067"/>
                <a:gd name="connsiteX672" fmla="*/ 663635 w 1385794"/>
                <a:gd name="connsiteY672" fmla="*/ 262995 h 1212067"/>
                <a:gd name="connsiteX673" fmla="*/ 664072 w 1385794"/>
                <a:gd name="connsiteY673" fmla="*/ 262019 h 1212067"/>
                <a:gd name="connsiteX674" fmla="*/ 662760 w 1385794"/>
                <a:gd name="connsiteY674" fmla="*/ 257680 h 1212067"/>
                <a:gd name="connsiteX675" fmla="*/ 661885 w 1385794"/>
                <a:gd name="connsiteY675" fmla="*/ 256368 h 1212067"/>
                <a:gd name="connsiteX676" fmla="*/ 660471 w 1385794"/>
                <a:gd name="connsiteY676" fmla="*/ 254854 h 1212067"/>
                <a:gd name="connsiteX677" fmla="*/ 658923 w 1385794"/>
                <a:gd name="connsiteY677" fmla="*/ 252028 h 1212067"/>
                <a:gd name="connsiteX678" fmla="*/ 658788 w 1385794"/>
                <a:gd name="connsiteY678" fmla="*/ 248900 h 1212067"/>
                <a:gd name="connsiteX679" fmla="*/ 658216 w 1385794"/>
                <a:gd name="connsiteY679" fmla="*/ 246141 h 1212067"/>
                <a:gd name="connsiteX680" fmla="*/ 657341 w 1385794"/>
                <a:gd name="connsiteY680" fmla="*/ 244627 h 1212067"/>
                <a:gd name="connsiteX681" fmla="*/ 654817 w 1385794"/>
                <a:gd name="connsiteY681" fmla="*/ 242306 h 1212067"/>
                <a:gd name="connsiteX682" fmla="*/ 651923 w 1385794"/>
                <a:gd name="connsiteY682" fmla="*/ 240288 h 1212067"/>
                <a:gd name="connsiteX683" fmla="*/ 648658 w 1385794"/>
                <a:gd name="connsiteY683" fmla="*/ 238606 h 1212067"/>
                <a:gd name="connsiteX684" fmla="*/ 647144 w 1385794"/>
                <a:gd name="connsiteY684" fmla="*/ 236789 h 1212067"/>
                <a:gd name="connsiteX685" fmla="*/ 646942 w 1385794"/>
                <a:gd name="connsiteY685" fmla="*/ 235545 h 1212067"/>
                <a:gd name="connsiteX686" fmla="*/ 644990 w 1385794"/>
                <a:gd name="connsiteY686" fmla="*/ 235545 h 1212067"/>
                <a:gd name="connsiteX687" fmla="*/ 642803 w 1385794"/>
                <a:gd name="connsiteY687" fmla="*/ 235545 h 1212067"/>
                <a:gd name="connsiteX688" fmla="*/ 640110 w 1385794"/>
                <a:gd name="connsiteY688" fmla="*/ 235545 h 1212067"/>
                <a:gd name="connsiteX689" fmla="*/ 637418 w 1385794"/>
                <a:gd name="connsiteY689" fmla="*/ 235208 h 1212067"/>
                <a:gd name="connsiteX690" fmla="*/ 632774 w 1385794"/>
                <a:gd name="connsiteY690" fmla="*/ 233896 h 1212067"/>
                <a:gd name="connsiteX691" fmla="*/ 630014 w 1385794"/>
                <a:gd name="connsiteY691" fmla="*/ 232887 h 1212067"/>
                <a:gd name="connsiteX692" fmla="*/ 628701 w 1385794"/>
                <a:gd name="connsiteY692" fmla="*/ 232887 h 1212067"/>
                <a:gd name="connsiteX693" fmla="*/ 623283 w 1385794"/>
                <a:gd name="connsiteY693" fmla="*/ 231003 h 1212067"/>
                <a:gd name="connsiteX694" fmla="*/ 621331 w 1385794"/>
                <a:gd name="connsiteY694" fmla="*/ 230364 h 1212067"/>
                <a:gd name="connsiteX695" fmla="*/ 616990 w 1385794"/>
                <a:gd name="connsiteY695" fmla="*/ 228918 h 1212067"/>
                <a:gd name="connsiteX696" fmla="*/ 615610 w 1385794"/>
                <a:gd name="connsiteY696" fmla="*/ 227101 h 1212067"/>
                <a:gd name="connsiteX697" fmla="*/ 613860 w 1385794"/>
                <a:gd name="connsiteY697" fmla="*/ 227976 h 1212067"/>
                <a:gd name="connsiteX698" fmla="*/ 612278 w 1385794"/>
                <a:gd name="connsiteY698" fmla="*/ 229994 h 1212067"/>
                <a:gd name="connsiteX699" fmla="*/ 612143 w 1385794"/>
                <a:gd name="connsiteY699" fmla="*/ 231743 h 1212067"/>
                <a:gd name="connsiteX700" fmla="*/ 611134 w 1385794"/>
                <a:gd name="connsiteY700" fmla="*/ 232988 h 1212067"/>
                <a:gd name="connsiteX701" fmla="*/ 610561 w 1385794"/>
                <a:gd name="connsiteY701" fmla="*/ 234300 h 1212067"/>
                <a:gd name="connsiteX702" fmla="*/ 610057 w 1385794"/>
                <a:gd name="connsiteY702" fmla="*/ 235612 h 1212067"/>
                <a:gd name="connsiteX703" fmla="*/ 608744 w 1385794"/>
                <a:gd name="connsiteY703" fmla="*/ 236487 h 1212067"/>
                <a:gd name="connsiteX704" fmla="*/ 606859 w 1385794"/>
                <a:gd name="connsiteY704" fmla="*/ 237294 h 1212067"/>
                <a:gd name="connsiteX705" fmla="*/ 602720 w 1385794"/>
                <a:gd name="connsiteY705" fmla="*/ 236924 h 1212067"/>
                <a:gd name="connsiteX706" fmla="*/ 599388 w 1385794"/>
                <a:gd name="connsiteY706" fmla="*/ 236991 h 1212067"/>
                <a:gd name="connsiteX707" fmla="*/ 596629 w 1385794"/>
                <a:gd name="connsiteY707" fmla="*/ 237059 h 1212067"/>
                <a:gd name="connsiteX708" fmla="*/ 593667 w 1385794"/>
                <a:gd name="connsiteY708" fmla="*/ 237059 h 1212067"/>
                <a:gd name="connsiteX709" fmla="*/ 590907 w 1385794"/>
                <a:gd name="connsiteY709" fmla="*/ 235679 h 1212067"/>
                <a:gd name="connsiteX710" fmla="*/ 589460 w 1385794"/>
                <a:gd name="connsiteY710" fmla="*/ 235545 h 1212067"/>
                <a:gd name="connsiteX711" fmla="*/ 585556 w 1385794"/>
                <a:gd name="connsiteY711" fmla="*/ 233291 h 1212067"/>
                <a:gd name="connsiteX712" fmla="*/ 580474 w 1385794"/>
                <a:gd name="connsiteY712" fmla="*/ 234300 h 1212067"/>
                <a:gd name="connsiteX713" fmla="*/ 576570 w 1385794"/>
                <a:gd name="connsiteY713" fmla="*/ 235881 h 1212067"/>
                <a:gd name="connsiteX714" fmla="*/ 570916 w 1385794"/>
                <a:gd name="connsiteY714" fmla="*/ 234872 h 1212067"/>
                <a:gd name="connsiteX715" fmla="*/ 563512 w 1385794"/>
                <a:gd name="connsiteY715" fmla="*/ 235747 h 1212067"/>
                <a:gd name="connsiteX716" fmla="*/ 560618 w 1385794"/>
                <a:gd name="connsiteY716" fmla="*/ 237933 h 1212067"/>
                <a:gd name="connsiteX717" fmla="*/ 558027 w 1385794"/>
                <a:gd name="connsiteY717" fmla="*/ 240557 h 1212067"/>
                <a:gd name="connsiteX718" fmla="*/ 555267 w 1385794"/>
                <a:gd name="connsiteY718" fmla="*/ 240422 h 1212067"/>
                <a:gd name="connsiteX719" fmla="*/ 553080 w 1385794"/>
                <a:gd name="connsiteY719" fmla="*/ 240725 h 1212067"/>
                <a:gd name="connsiteX720" fmla="*/ 550757 w 1385794"/>
                <a:gd name="connsiteY720" fmla="*/ 243618 h 1212067"/>
                <a:gd name="connsiteX721" fmla="*/ 548300 w 1385794"/>
                <a:gd name="connsiteY721" fmla="*/ 245065 h 1212067"/>
                <a:gd name="connsiteX722" fmla="*/ 544228 w 1385794"/>
                <a:gd name="connsiteY722" fmla="*/ 245637 h 1212067"/>
                <a:gd name="connsiteX723" fmla="*/ 538002 w 1385794"/>
                <a:gd name="connsiteY723" fmla="*/ 248967 h 1212067"/>
                <a:gd name="connsiteX724" fmla="*/ 532348 w 1385794"/>
                <a:gd name="connsiteY724" fmla="*/ 254047 h 1212067"/>
                <a:gd name="connsiteX725" fmla="*/ 528141 w 1385794"/>
                <a:gd name="connsiteY725" fmla="*/ 257949 h 1212067"/>
                <a:gd name="connsiteX726" fmla="*/ 524237 w 1385794"/>
                <a:gd name="connsiteY726" fmla="*/ 259530 h 1212067"/>
                <a:gd name="connsiteX727" fmla="*/ 522487 w 1385794"/>
                <a:gd name="connsiteY727" fmla="*/ 263735 h 1212067"/>
                <a:gd name="connsiteX728" fmla="*/ 520603 w 1385794"/>
                <a:gd name="connsiteY728" fmla="*/ 265888 h 1212067"/>
                <a:gd name="connsiteX729" fmla="*/ 514646 w 1385794"/>
                <a:gd name="connsiteY729" fmla="*/ 265753 h 1212067"/>
                <a:gd name="connsiteX730" fmla="*/ 508184 w 1385794"/>
                <a:gd name="connsiteY730" fmla="*/ 265047 h 1212067"/>
                <a:gd name="connsiteX731" fmla="*/ 504045 w 1385794"/>
                <a:gd name="connsiteY731" fmla="*/ 263163 h 1212067"/>
                <a:gd name="connsiteX732" fmla="*/ 504045 w 1385794"/>
                <a:gd name="connsiteY732" fmla="*/ 260539 h 1212067"/>
                <a:gd name="connsiteX733" fmla="*/ 500141 w 1385794"/>
                <a:gd name="connsiteY733" fmla="*/ 260102 h 1212067"/>
                <a:gd name="connsiteX734" fmla="*/ 499434 w 1385794"/>
                <a:gd name="connsiteY734" fmla="*/ 262423 h 1212067"/>
                <a:gd name="connsiteX735" fmla="*/ 498559 w 1385794"/>
                <a:gd name="connsiteY735" fmla="*/ 262995 h 1212067"/>
                <a:gd name="connsiteX736" fmla="*/ 495867 w 1385794"/>
                <a:gd name="connsiteY736" fmla="*/ 263197 h 1212067"/>
                <a:gd name="connsiteX737" fmla="*/ 492165 w 1385794"/>
                <a:gd name="connsiteY737" fmla="*/ 262894 h 1212067"/>
                <a:gd name="connsiteX738" fmla="*/ 489775 w 1385794"/>
                <a:gd name="connsiteY738" fmla="*/ 261817 h 1212067"/>
                <a:gd name="connsiteX739" fmla="*/ 490650 w 1385794"/>
                <a:gd name="connsiteY739" fmla="*/ 259631 h 1212067"/>
                <a:gd name="connsiteX740" fmla="*/ 491727 w 1385794"/>
                <a:gd name="connsiteY740" fmla="*/ 257242 h 1212067"/>
                <a:gd name="connsiteX741" fmla="*/ 492366 w 1385794"/>
                <a:gd name="connsiteY741" fmla="*/ 255358 h 1212067"/>
                <a:gd name="connsiteX742" fmla="*/ 493006 w 1385794"/>
                <a:gd name="connsiteY742" fmla="*/ 253172 h 1212067"/>
                <a:gd name="connsiteX743" fmla="*/ 493645 w 1385794"/>
                <a:gd name="connsiteY743" fmla="*/ 250144 h 1212067"/>
                <a:gd name="connsiteX744" fmla="*/ 494958 w 1385794"/>
                <a:gd name="connsiteY744" fmla="*/ 246444 h 1212067"/>
                <a:gd name="connsiteX745" fmla="*/ 495833 w 1385794"/>
                <a:gd name="connsiteY745" fmla="*/ 245368 h 1212067"/>
                <a:gd name="connsiteX746" fmla="*/ 498155 w 1385794"/>
                <a:gd name="connsiteY746" fmla="*/ 243551 h 1212067"/>
                <a:gd name="connsiteX747" fmla="*/ 499299 w 1385794"/>
                <a:gd name="connsiteY747" fmla="*/ 242979 h 1212067"/>
                <a:gd name="connsiteX748" fmla="*/ 499670 w 1385794"/>
                <a:gd name="connsiteY748" fmla="*/ 240221 h 1212067"/>
                <a:gd name="connsiteX749" fmla="*/ 499030 w 1385794"/>
                <a:gd name="connsiteY749" fmla="*/ 238135 h 1212067"/>
                <a:gd name="connsiteX750" fmla="*/ 499333 w 1385794"/>
                <a:gd name="connsiteY750" fmla="*/ 235747 h 1212067"/>
                <a:gd name="connsiteX751" fmla="*/ 501016 w 1385794"/>
                <a:gd name="connsiteY751" fmla="*/ 233930 h 1212067"/>
                <a:gd name="connsiteX752" fmla="*/ 502261 w 1385794"/>
                <a:gd name="connsiteY752" fmla="*/ 232685 h 1212067"/>
                <a:gd name="connsiteX753" fmla="*/ 503001 w 1385794"/>
                <a:gd name="connsiteY753" fmla="*/ 229994 h 1212067"/>
                <a:gd name="connsiteX754" fmla="*/ 503069 w 1385794"/>
                <a:gd name="connsiteY754" fmla="*/ 226227 h 1212067"/>
                <a:gd name="connsiteX755" fmla="*/ 503001 w 1385794"/>
                <a:gd name="connsiteY755" fmla="*/ 222963 h 1212067"/>
                <a:gd name="connsiteX756" fmla="*/ 502867 w 1385794"/>
                <a:gd name="connsiteY756" fmla="*/ 221282 h 1212067"/>
                <a:gd name="connsiteX757" fmla="*/ 502497 w 1385794"/>
                <a:gd name="connsiteY757" fmla="*/ 219028 h 1212067"/>
                <a:gd name="connsiteX758" fmla="*/ 497785 w 1385794"/>
                <a:gd name="connsiteY758" fmla="*/ 218153 h 1212067"/>
                <a:gd name="connsiteX759" fmla="*/ 497146 w 1385794"/>
                <a:gd name="connsiteY759" fmla="*/ 215832 h 1212067"/>
                <a:gd name="connsiteX760" fmla="*/ 494319 w 1385794"/>
                <a:gd name="connsiteY760" fmla="*/ 212804 h 1212067"/>
                <a:gd name="connsiteX761" fmla="*/ 491626 w 1385794"/>
                <a:gd name="connsiteY761" fmla="*/ 212804 h 1212067"/>
                <a:gd name="connsiteX762" fmla="*/ 489304 w 1385794"/>
                <a:gd name="connsiteY762" fmla="*/ 213174 h 1212067"/>
                <a:gd name="connsiteX763" fmla="*/ 487487 w 1385794"/>
                <a:gd name="connsiteY763" fmla="*/ 210853 h 1212067"/>
                <a:gd name="connsiteX764" fmla="*/ 482842 w 1385794"/>
                <a:gd name="connsiteY764" fmla="*/ 207590 h 1212067"/>
                <a:gd name="connsiteX765" fmla="*/ 478568 w 1385794"/>
                <a:gd name="connsiteY765" fmla="*/ 203755 h 1212067"/>
                <a:gd name="connsiteX766" fmla="*/ 475539 w 1385794"/>
                <a:gd name="connsiteY766" fmla="*/ 200223 h 1212067"/>
                <a:gd name="connsiteX767" fmla="*/ 475236 w 1385794"/>
                <a:gd name="connsiteY767" fmla="*/ 196758 h 1212067"/>
                <a:gd name="connsiteX768" fmla="*/ 473049 w 1385794"/>
                <a:gd name="connsiteY768" fmla="*/ 195177 h 1212067"/>
                <a:gd name="connsiteX769" fmla="*/ 469347 w 1385794"/>
                <a:gd name="connsiteY769" fmla="*/ 192486 h 1212067"/>
                <a:gd name="connsiteX770" fmla="*/ 467327 w 1385794"/>
                <a:gd name="connsiteY770" fmla="*/ 191107 h 1212067"/>
                <a:gd name="connsiteX771" fmla="*/ 464736 w 1385794"/>
                <a:gd name="connsiteY771" fmla="*/ 187474 h 1212067"/>
                <a:gd name="connsiteX772" fmla="*/ 462481 w 1385794"/>
                <a:gd name="connsiteY772" fmla="*/ 183908 h 1212067"/>
                <a:gd name="connsiteX773" fmla="*/ 460597 w 1385794"/>
                <a:gd name="connsiteY773" fmla="*/ 178997 h 1212067"/>
                <a:gd name="connsiteX774" fmla="*/ 457837 w 1385794"/>
                <a:gd name="connsiteY774" fmla="*/ 174792 h 1212067"/>
                <a:gd name="connsiteX775" fmla="*/ 454202 w 1385794"/>
                <a:gd name="connsiteY775" fmla="*/ 167694 h 1212067"/>
                <a:gd name="connsiteX776" fmla="*/ 454202 w 1385794"/>
                <a:gd name="connsiteY776" fmla="*/ 164935 h 1212067"/>
                <a:gd name="connsiteX777" fmla="*/ 450803 w 1385794"/>
                <a:gd name="connsiteY777" fmla="*/ 160663 h 1212067"/>
                <a:gd name="connsiteX778" fmla="*/ 448717 w 1385794"/>
                <a:gd name="connsiteY778" fmla="*/ 155213 h 1212067"/>
                <a:gd name="connsiteX779" fmla="*/ 445250 w 1385794"/>
                <a:gd name="connsiteY779" fmla="*/ 151311 h 1212067"/>
                <a:gd name="connsiteX780" fmla="*/ 443500 w 1385794"/>
                <a:gd name="connsiteY780" fmla="*/ 148351 h 1212067"/>
                <a:gd name="connsiteX781" fmla="*/ 443500 w 1385794"/>
                <a:gd name="connsiteY781" fmla="*/ 146467 h 1212067"/>
                <a:gd name="connsiteX782" fmla="*/ 444308 w 1385794"/>
                <a:gd name="connsiteY782" fmla="*/ 144583 h 1212067"/>
                <a:gd name="connsiteX783" fmla="*/ 445890 w 1385794"/>
                <a:gd name="connsiteY783" fmla="*/ 143574 h 1212067"/>
                <a:gd name="connsiteX784" fmla="*/ 450669 w 1385794"/>
                <a:gd name="connsiteY784" fmla="*/ 141186 h 1212067"/>
                <a:gd name="connsiteX785" fmla="*/ 454371 w 1385794"/>
                <a:gd name="connsiteY785" fmla="*/ 139537 h 1212067"/>
                <a:gd name="connsiteX786" fmla="*/ 458409 w 1385794"/>
                <a:gd name="connsiteY786" fmla="*/ 137283 h 1212067"/>
                <a:gd name="connsiteX787" fmla="*/ 465005 w 1385794"/>
                <a:gd name="connsiteY787" fmla="*/ 132944 h 1212067"/>
                <a:gd name="connsiteX788" fmla="*/ 467395 w 1385794"/>
                <a:gd name="connsiteY788" fmla="*/ 130421 h 1212067"/>
                <a:gd name="connsiteX789" fmla="*/ 466890 w 1385794"/>
                <a:gd name="connsiteY789" fmla="*/ 128167 h 1212067"/>
                <a:gd name="connsiteX790" fmla="*/ 466318 w 1385794"/>
                <a:gd name="connsiteY790" fmla="*/ 126283 h 1212067"/>
                <a:gd name="connsiteX791" fmla="*/ 464736 w 1385794"/>
                <a:gd name="connsiteY791" fmla="*/ 124265 h 1212067"/>
                <a:gd name="connsiteX792" fmla="*/ 462212 w 1385794"/>
                <a:gd name="connsiteY792" fmla="*/ 122516 h 1212067"/>
                <a:gd name="connsiteX793" fmla="*/ 462515 w 1385794"/>
                <a:gd name="connsiteY793" fmla="*/ 119555 h 1212067"/>
                <a:gd name="connsiteX794" fmla="*/ 462818 w 1385794"/>
                <a:gd name="connsiteY794" fmla="*/ 117234 h 1212067"/>
                <a:gd name="connsiteX795" fmla="*/ 459991 w 1385794"/>
                <a:gd name="connsiteY795" fmla="*/ 112222 h 1212067"/>
                <a:gd name="connsiteX796" fmla="*/ 457366 w 1385794"/>
                <a:gd name="connsiteY796" fmla="*/ 108892 h 1212067"/>
                <a:gd name="connsiteX797" fmla="*/ 457500 w 1385794"/>
                <a:gd name="connsiteY797" fmla="*/ 105494 h 1212067"/>
                <a:gd name="connsiteX798" fmla="*/ 458308 w 1385794"/>
                <a:gd name="connsiteY798" fmla="*/ 102164 h 1212067"/>
                <a:gd name="connsiteX799" fmla="*/ 455986 w 1385794"/>
                <a:gd name="connsiteY799" fmla="*/ 97185 h 1212067"/>
                <a:gd name="connsiteX800" fmla="*/ 453899 w 1385794"/>
                <a:gd name="connsiteY800" fmla="*/ 92173 h 1212067"/>
                <a:gd name="connsiteX801" fmla="*/ 453260 w 1385794"/>
                <a:gd name="connsiteY801" fmla="*/ 88842 h 1212067"/>
                <a:gd name="connsiteX802" fmla="*/ 451443 w 1385794"/>
                <a:gd name="connsiteY802" fmla="*/ 81543 h 1212067"/>
                <a:gd name="connsiteX803" fmla="*/ 448481 w 1385794"/>
                <a:gd name="connsiteY803" fmla="*/ 75521 h 1212067"/>
                <a:gd name="connsiteX804" fmla="*/ 447337 w 1385794"/>
                <a:gd name="connsiteY804" fmla="*/ 66977 h 1212067"/>
                <a:gd name="connsiteX805" fmla="*/ 437779 w 1385794"/>
                <a:gd name="connsiteY805" fmla="*/ 45245 h 1212067"/>
                <a:gd name="connsiteX806" fmla="*/ 432865 w 1385794"/>
                <a:gd name="connsiteY806" fmla="*/ 24389 h 1212067"/>
                <a:gd name="connsiteX807" fmla="*/ 428524 w 1385794"/>
                <a:gd name="connsiteY807" fmla="*/ 3229 h 1212067"/>
                <a:gd name="connsiteX808" fmla="*/ 409677 w 1385794"/>
                <a:gd name="connsiteY808" fmla="*/ 639 h 1212067"/>
                <a:gd name="connsiteX809" fmla="*/ 398942 w 1385794"/>
                <a:gd name="connsiteY809" fmla="*/ 639 h 1212067"/>
                <a:gd name="connsiteX810" fmla="*/ 385042 w 1385794"/>
                <a:gd name="connsiteY810" fmla="*/ 639 h 1212067"/>
                <a:gd name="connsiteX811" fmla="*/ 376359 w 1385794"/>
                <a:gd name="connsiteY811" fmla="*/ 639 h 1212067"/>
                <a:gd name="connsiteX812" fmla="*/ 364176 w 1385794"/>
                <a:gd name="connsiteY812" fmla="*/ 639 h 1212067"/>
                <a:gd name="connsiteX813" fmla="*/ 357210 w 1385794"/>
                <a:gd name="connsiteY813" fmla="*/ 639 h 1212067"/>
                <a:gd name="connsiteX814" fmla="*/ 348964 w 1385794"/>
                <a:gd name="connsiteY814" fmla="*/ 0 h 1212067"/>
                <a:gd name="connsiteX815" fmla="*/ 341695 w 1385794"/>
                <a:gd name="connsiteY815" fmla="*/ 639 h 1212067"/>
                <a:gd name="connsiteX816" fmla="*/ 335503 w 1385794"/>
                <a:gd name="connsiteY816" fmla="*/ 4878 h 1212067"/>
                <a:gd name="connsiteX817" fmla="*/ 329748 w 1385794"/>
                <a:gd name="connsiteY817" fmla="*/ 8343 h 1212067"/>
                <a:gd name="connsiteX818" fmla="*/ 327123 w 1385794"/>
                <a:gd name="connsiteY818" fmla="*/ 11606 h 1212067"/>
                <a:gd name="connsiteX819" fmla="*/ 326483 w 1385794"/>
                <a:gd name="connsiteY819" fmla="*/ 16820 h 1212067"/>
                <a:gd name="connsiteX820" fmla="*/ 326483 w 1385794"/>
                <a:gd name="connsiteY820" fmla="*/ 20958 h 1212067"/>
                <a:gd name="connsiteX821" fmla="*/ 325406 w 1385794"/>
                <a:gd name="connsiteY821" fmla="*/ 27484 h 1212067"/>
                <a:gd name="connsiteX822" fmla="*/ 326820 w 1385794"/>
                <a:gd name="connsiteY822" fmla="*/ 38114 h 1212067"/>
                <a:gd name="connsiteX823" fmla="*/ 325945 w 1385794"/>
                <a:gd name="connsiteY823" fmla="*/ 49181 h 1212067"/>
                <a:gd name="connsiteX824" fmla="*/ 322916 w 1385794"/>
                <a:gd name="connsiteY824" fmla="*/ 57120 h 1212067"/>
                <a:gd name="connsiteX825" fmla="*/ 320728 w 1385794"/>
                <a:gd name="connsiteY825" fmla="*/ 68625 h 1212067"/>
                <a:gd name="connsiteX826" fmla="*/ 325305 w 1385794"/>
                <a:gd name="connsiteY826" fmla="*/ 73839 h 1212067"/>
                <a:gd name="connsiteX827" fmla="*/ 325507 w 1385794"/>
                <a:gd name="connsiteY827" fmla="*/ 76463 h 1212067"/>
                <a:gd name="connsiteX828" fmla="*/ 322916 w 1385794"/>
                <a:gd name="connsiteY828" fmla="*/ 79490 h 1212067"/>
                <a:gd name="connsiteX829" fmla="*/ 317026 w 1385794"/>
                <a:gd name="connsiteY829" fmla="*/ 82518 h 1212067"/>
                <a:gd name="connsiteX830" fmla="*/ 313560 w 1385794"/>
                <a:gd name="connsiteY830" fmla="*/ 85007 h 1212067"/>
                <a:gd name="connsiteX831" fmla="*/ 309420 w 1385794"/>
                <a:gd name="connsiteY831" fmla="*/ 90659 h 1212067"/>
                <a:gd name="connsiteX832" fmla="*/ 300502 w 1385794"/>
                <a:gd name="connsiteY832" fmla="*/ 91197 h 1212067"/>
                <a:gd name="connsiteX833" fmla="*/ 289732 w 1385794"/>
                <a:gd name="connsiteY833" fmla="*/ 87934 h 1212067"/>
                <a:gd name="connsiteX834" fmla="*/ 284852 w 1385794"/>
                <a:gd name="connsiteY834" fmla="*/ 86757 h 1212067"/>
                <a:gd name="connsiteX835" fmla="*/ 279838 w 1385794"/>
                <a:gd name="connsiteY835" fmla="*/ 84806 h 1212067"/>
                <a:gd name="connsiteX836" fmla="*/ 275496 w 1385794"/>
                <a:gd name="connsiteY836" fmla="*/ 84032 h 1212067"/>
                <a:gd name="connsiteX837" fmla="*/ 272030 w 1385794"/>
                <a:gd name="connsiteY837" fmla="*/ 84032 h 1212067"/>
                <a:gd name="connsiteX838" fmla="*/ 267588 w 1385794"/>
                <a:gd name="connsiteY838" fmla="*/ 86656 h 1212067"/>
                <a:gd name="connsiteX839" fmla="*/ 264424 w 1385794"/>
                <a:gd name="connsiteY839" fmla="*/ 87429 h 1212067"/>
                <a:gd name="connsiteX840" fmla="*/ 261160 w 1385794"/>
                <a:gd name="connsiteY840" fmla="*/ 88741 h 1212067"/>
                <a:gd name="connsiteX841" fmla="*/ 258232 w 1385794"/>
                <a:gd name="connsiteY841" fmla="*/ 89179 h 1212067"/>
                <a:gd name="connsiteX842" fmla="*/ 252039 w 1385794"/>
                <a:gd name="connsiteY842" fmla="*/ 86790 h 1212067"/>
                <a:gd name="connsiteX843" fmla="*/ 249010 w 1385794"/>
                <a:gd name="connsiteY843" fmla="*/ 87228 h 1212067"/>
                <a:gd name="connsiteX844" fmla="*/ 230433 w 1385794"/>
                <a:gd name="connsiteY844" fmla="*/ 92105 h 1212067"/>
                <a:gd name="connsiteX845" fmla="*/ 215322 w 1385794"/>
                <a:gd name="connsiteY845" fmla="*/ 94157 h 1212067"/>
                <a:gd name="connsiteX846" fmla="*/ 211183 w 1385794"/>
                <a:gd name="connsiteY846" fmla="*/ 97219 h 1212067"/>
                <a:gd name="connsiteX847" fmla="*/ 206067 w 1385794"/>
                <a:gd name="connsiteY847" fmla="*/ 99271 h 1212067"/>
                <a:gd name="connsiteX848" fmla="*/ 199875 w 1385794"/>
                <a:gd name="connsiteY848" fmla="*/ 102197 h 1212067"/>
                <a:gd name="connsiteX849" fmla="*/ 194557 w 1385794"/>
                <a:gd name="connsiteY849" fmla="*/ 105460 h 1212067"/>
                <a:gd name="connsiteX850" fmla="*/ 190552 w 1385794"/>
                <a:gd name="connsiteY850" fmla="*/ 108824 h 1212067"/>
                <a:gd name="connsiteX851" fmla="*/ 186850 w 1385794"/>
                <a:gd name="connsiteY851" fmla="*/ 111314 h 1212067"/>
                <a:gd name="connsiteX852" fmla="*/ 178706 w 1385794"/>
                <a:gd name="connsiteY852" fmla="*/ 118479 h 1212067"/>
                <a:gd name="connsiteX853" fmla="*/ 164672 w 1385794"/>
                <a:gd name="connsiteY853" fmla="*/ 128470 h 1212067"/>
                <a:gd name="connsiteX854" fmla="*/ 159018 w 1385794"/>
                <a:gd name="connsiteY854" fmla="*/ 133146 h 1212067"/>
                <a:gd name="connsiteX855" fmla="*/ 150638 w 1385794"/>
                <a:gd name="connsiteY855" fmla="*/ 139335 h 1212067"/>
                <a:gd name="connsiteX856" fmla="*/ 141080 w 1385794"/>
                <a:gd name="connsiteY856" fmla="*/ 144987 h 1212067"/>
                <a:gd name="connsiteX857" fmla="*/ 131085 w 1385794"/>
                <a:gd name="connsiteY857" fmla="*/ 151614 h 1212067"/>
                <a:gd name="connsiteX858" fmla="*/ 123580 w 1385794"/>
                <a:gd name="connsiteY858" fmla="*/ 160091 h 1212067"/>
                <a:gd name="connsiteX859" fmla="*/ 118700 w 1385794"/>
                <a:gd name="connsiteY859" fmla="*/ 168131 h 1212067"/>
                <a:gd name="connsiteX860" fmla="*/ 114022 w 1385794"/>
                <a:gd name="connsiteY860" fmla="*/ 171394 h 1212067"/>
                <a:gd name="connsiteX861" fmla="*/ 108368 w 1385794"/>
                <a:gd name="connsiteY861" fmla="*/ 177247 h 1212067"/>
                <a:gd name="connsiteX862" fmla="*/ 106079 w 1385794"/>
                <a:gd name="connsiteY862" fmla="*/ 181688 h 1212067"/>
                <a:gd name="connsiteX863" fmla="*/ 105002 w 1385794"/>
                <a:gd name="connsiteY863" fmla="*/ 184850 h 1212067"/>
                <a:gd name="connsiteX864" fmla="*/ 103252 w 1385794"/>
                <a:gd name="connsiteY864" fmla="*/ 187137 h 1212067"/>
                <a:gd name="connsiteX865" fmla="*/ 101199 w 1385794"/>
                <a:gd name="connsiteY865" fmla="*/ 190165 h 1212067"/>
                <a:gd name="connsiteX866" fmla="*/ 100324 w 1385794"/>
                <a:gd name="connsiteY866" fmla="*/ 191914 h 1212067"/>
                <a:gd name="connsiteX867" fmla="*/ 99247 w 1385794"/>
                <a:gd name="connsiteY867" fmla="*/ 193125 h 1212067"/>
                <a:gd name="connsiteX868" fmla="*/ 97497 w 1385794"/>
                <a:gd name="connsiteY868" fmla="*/ 193899 h 1212067"/>
                <a:gd name="connsiteX869" fmla="*/ 95747 w 1385794"/>
                <a:gd name="connsiteY869" fmla="*/ 194538 h 1212067"/>
                <a:gd name="connsiteX870" fmla="*/ 94435 w 1385794"/>
                <a:gd name="connsiteY870" fmla="*/ 195749 h 1212067"/>
                <a:gd name="connsiteX871" fmla="*/ 93560 w 1385794"/>
                <a:gd name="connsiteY871" fmla="*/ 196186 h 1212067"/>
                <a:gd name="connsiteX872" fmla="*/ 92786 w 1385794"/>
                <a:gd name="connsiteY872" fmla="*/ 196725 h 1212067"/>
                <a:gd name="connsiteX873" fmla="*/ 91608 w 1385794"/>
                <a:gd name="connsiteY873" fmla="*/ 197936 h 1212067"/>
                <a:gd name="connsiteX874" fmla="*/ 89656 w 1385794"/>
                <a:gd name="connsiteY874" fmla="*/ 199550 h 1212067"/>
                <a:gd name="connsiteX875" fmla="*/ 87704 w 1385794"/>
                <a:gd name="connsiteY875" fmla="*/ 200425 h 1212067"/>
                <a:gd name="connsiteX876" fmla="*/ 86627 w 1385794"/>
                <a:gd name="connsiteY876" fmla="*/ 200862 h 1212067"/>
                <a:gd name="connsiteX877" fmla="*/ 85113 w 1385794"/>
                <a:gd name="connsiteY877" fmla="*/ 201401 h 1212067"/>
                <a:gd name="connsiteX878" fmla="*/ 83699 w 1385794"/>
                <a:gd name="connsiteY878" fmla="*/ 202477 h 1212067"/>
                <a:gd name="connsiteX879" fmla="*/ 82387 w 1385794"/>
                <a:gd name="connsiteY879" fmla="*/ 203553 h 1212067"/>
                <a:gd name="connsiteX880" fmla="*/ 80435 w 1385794"/>
                <a:gd name="connsiteY880" fmla="*/ 204765 h 1212067"/>
                <a:gd name="connsiteX881" fmla="*/ 78684 w 1385794"/>
                <a:gd name="connsiteY881" fmla="*/ 205404 h 1212067"/>
                <a:gd name="connsiteX882" fmla="*/ 76732 w 1385794"/>
                <a:gd name="connsiteY882" fmla="*/ 206278 h 1212067"/>
                <a:gd name="connsiteX883" fmla="*/ 74444 w 1385794"/>
                <a:gd name="connsiteY883" fmla="*/ 206917 h 1212067"/>
                <a:gd name="connsiteX884" fmla="*/ 72694 w 1385794"/>
                <a:gd name="connsiteY884" fmla="*/ 207456 h 1212067"/>
                <a:gd name="connsiteX885" fmla="*/ 71617 w 1385794"/>
                <a:gd name="connsiteY885" fmla="*/ 208095 h 1212067"/>
                <a:gd name="connsiteX886" fmla="*/ 68992 w 1385794"/>
                <a:gd name="connsiteY886" fmla="*/ 209070 h 1212067"/>
                <a:gd name="connsiteX887" fmla="*/ 66064 w 1385794"/>
                <a:gd name="connsiteY887" fmla="*/ 209844 h 1212067"/>
                <a:gd name="connsiteX888" fmla="*/ 62463 w 1385794"/>
                <a:gd name="connsiteY888" fmla="*/ 210046 h 1212067"/>
                <a:gd name="connsiteX889" fmla="*/ 59636 w 1385794"/>
                <a:gd name="connsiteY889" fmla="*/ 210147 h 1212067"/>
                <a:gd name="connsiteX890" fmla="*/ 55631 w 1385794"/>
                <a:gd name="connsiteY890" fmla="*/ 209810 h 1212067"/>
                <a:gd name="connsiteX891" fmla="*/ 52602 w 1385794"/>
                <a:gd name="connsiteY891" fmla="*/ 208936 h 1212067"/>
                <a:gd name="connsiteX892" fmla="*/ 49001 w 1385794"/>
                <a:gd name="connsiteY892" fmla="*/ 207624 h 1212067"/>
                <a:gd name="connsiteX893" fmla="*/ 42371 w 1385794"/>
                <a:gd name="connsiteY893" fmla="*/ 204462 h 1212067"/>
                <a:gd name="connsiteX894" fmla="*/ 37054 w 1385794"/>
                <a:gd name="connsiteY894" fmla="*/ 204361 h 1212067"/>
                <a:gd name="connsiteX895" fmla="*/ 32174 w 1385794"/>
                <a:gd name="connsiteY895" fmla="*/ 203049 h 1212067"/>
                <a:gd name="connsiteX896" fmla="*/ 29448 w 1385794"/>
                <a:gd name="connsiteY896" fmla="*/ 201838 h 1212067"/>
                <a:gd name="connsiteX897" fmla="*/ 26621 w 1385794"/>
                <a:gd name="connsiteY897" fmla="*/ 201300 h 1212067"/>
                <a:gd name="connsiteX898" fmla="*/ 24400 w 1385794"/>
                <a:gd name="connsiteY898" fmla="*/ 201199 h 1212067"/>
                <a:gd name="connsiteX899" fmla="*/ 22515 w 1385794"/>
                <a:gd name="connsiteY899" fmla="*/ 201300 h 1212067"/>
                <a:gd name="connsiteX900" fmla="*/ 22515 w 1385794"/>
                <a:gd name="connsiteY900" fmla="*/ 203049 h 1212067"/>
                <a:gd name="connsiteX901" fmla="*/ 22515 w 1385794"/>
                <a:gd name="connsiteY901" fmla="*/ 206514 h 1212067"/>
                <a:gd name="connsiteX902" fmla="*/ 22515 w 1385794"/>
                <a:gd name="connsiteY902" fmla="*/ 208129 h 1212067"/>
                <a:gd name="connsiteX903" fmla="*/ 22852 w 1385794"/>
                <a:gd name="connsiteY903" fmla="*/ 210315 h 1212067"/>
                <a:gd name="connsiteX904" fmla="*/ 22347 w 1385794"/>
                <a:gd name="connsiteY904" fmla="*/ 212804 h 1212067"/>
                <a:gd name="connsiteX905" fmla="*/ 21875 w 1385794"/>
                <a:gd name="connsiteY905" fmla="*/ 235612 h 1212067"/>
                <a:gd name="connsiteX906" fmla="*/ 22952 w 1385794"/>
                <a:gd name="connsiteY906" fmla="*/ 239851 h 1212067"/>
                <a:gd name="connsiteX907" fmla="*/ 23188 w 1385794"/>
                <a:gd name="connsiteY907" fmla="*/ 242239 h 1212067"/>
                <a:gd name="connsiteX908" fmla="*/ 21875 w 1385794"/>
                <a:gd name="connsiteY908" fmla="*/ 245704 h 1212067"/>
                <a:gd name="connsiteX909" fmla="*/ 19385 w 1385794"/>
                <a:gd name="connsiteY909" fmla="*/ 248731 h 1212067"/>
                <a:gd name="connsiteX910" fmla="*/ 17332 w 1385794"/>
                <a:gd name="connsiteY910" fmla="*/ 250784 h 1212067"/>
                <a:gd name="connsiteX911" fmla="*/ 13731 w 1385794"/>
                <a:gd name="connsiteY911" fmla="*/ 255661 h 1212067"/>
                <a:gd name="connsiteX912" fmla="*/ 10265 w 1385794"/>
                <a:gd name="connsiteY912" fmla="*/ 257713 h 1212067"/>
                <a:gd name="connsiteX913" fmla="*/ 8414 w 1385794"/>
                <a:gd name="connsiteY913" fmla="*/ 260875 h 1212067"/>
                <a:gd name="connsiteX914" fmla="*/ 5923 w 1385794"/>
                <a:gd name="connsiteY914" fmla="*/ 264576 h 1212067"/>
                <a:gd name="connsiteX915" fmla="*/ 4308 w 1385794"/>
                <a:gd name="connsiteY915" fmla="*/ 267267 h 1212067"/>
                <a:gd name="connsiteX916" fmla="*/ 4308 w 1385794"/>
                <a:gd name="connsiteY916" fmla="*/ 269117 h 1212067"/>
                <a:gd name="connsiteX917" fmla="*/ 4644 w 1385794"/>
                <a:gd name="connsiteY917" fmla="*/ 271068 h 1212067"/>
                <a:gd name="connsiteX918" fmla="*/ 5183 w 1385794"/>
                <a:gd name="connsiteY918" fmla="*/ 273154 h 1212067"/>
                <a:gd name="connsiteX919" fmla="*/ 5183 w 1385794"/>
                <a:gd name="connsiteY919" fmla="*/ 275980 h 1212067"/>
                <a:gd name="connsiteX920" fmla="*/ 4308 w 1385794"/>
                <a:gd name="connsiteY920" fmla="*/ 279243 h 1212067"/>
                <a:gd name="connsiteX921" fmla="*/ 3467 w 1385794"/>
                <a:gd name="connsiteY921" fmla="*/ 288056 h 1212067"/>
                <a:gd name="connsiteX922" fmla="*/ 3467 w 1385794"/>
                <a:gd name="connsiteY922" fmla="*/ 295121 h 1212067"/>
                <a:gd name="connsiteX923" fmla="*/ 0 w 1385794"/>
                <a:gd name="connsiteY923" fmla="*/ 298720 h 1212067"/>
                <a:gd name="connsiteX924" fmla="*/ 0 w 1385794"/>
                <a:gd name="connsiteY924" fmla="*/ 302084 h 1212067"/>
                <a:gd name="connsiteX925" fmla="*/ 1178 w 1385794"/>
                <a:gd name="connsiteY925" fmla="*/ 305549 h 1212067"/>
                <a:gd name="connsiteX926" fmla="*/ 1817 w 1385794"/>
                <a:gd name="connsiteY926" fmla="*/ 309687 h 1212067"/>
                <a:gd name="connsiteX927" fmla="*/ 2154 w 1385794"/>
                <a:gd name="connsiteY927" fmla="*/ 312849 h 1212067"/>
                <a:gd name="connsiteX928" fmla="*/ 2928 w 1385794"/>
                <a:gd name="connsiteY928" fmla="*/ 313387 h 1212067"/>
                <a:gd name="connsiteX929" fmla="*/ 6933 w 1385794"/>
                <a:gd name="connsiteY929" fmla="*/ 315977 h 1212067"/>
                <a:gd name="connsiteX930" fmla="*/ 7909 w 1385794"/>
                <a:gd name="connsiteY930" fmla="*/ 316953 h 1212067"/>
                <a:gd name="connsiteX931" fmla="*/ 9760 w 1385794"/>
                <a:gd name="connsiteY931" fmla="*/ 318164 h 1212067"/>
                <a:gd name="connsiteX932" fmla="*/ 10029 w 1385794"/>
                <a:gd name="connsiteY932" fmla="*/ 319913 h 1212067"/>
                <a:gd name="connsiteX933" fmla="*/ 10399 w 1385794"/>
                <a:gd name="connsiteY933" fmla="*/ 322940 h 1212067"/>
                <a:gd name="connsiteX934" fmla="*/ 10399 w 1385794"/>
                <a:gd name="connsiteY934" fmla="*/ 324690 h 1212067"/>
                <a:gd name="connsiteX935" fmla="*/ 10298 w 1385794"/>
                <a:gd name="connsiteY935" fmla="*/ 326540 h 1212067"/>
                <a:gd name="connsiteX936" fmla="*/ 10063 w 1385794"/>
                <a:gd name="connsiteY936" fmla="*/ 329029 h 1212067"/>
                <a:gd name="connsiteX937" fmla="*/ 9625 w 1385794"/>
                <a:gd name="connsiteY937" fmla="*/ 331754 h 1212067"/>
                <a:gd name="connsiteX938" fmla="*/ 8851 w 1385794"/>
                <a:gd name="connsiteY938" fmla="*/ 335892 h 1212067"/>
                <a:gd name="connsiteX939" fmla="*/ 8313 w 1385794"/>
                <a:gd name="connsiteY939" fmla="*/ 337507 h 1212067"/>
                <a:gd name="connsiteX940" fmla="*/ 7673 w 1385794"/>
                <a:gd name="connsiteY940" fmla="*/ 339357 h 1212067"/>
                <a:gd name="connsiteX941" fmla="*/ 6899 w 1385794"/>
                <a:gd name="connsiteY941" fmla="*/ 342519 h 1212067"/>
                <a:gd name="connsiteX942" fmla="*/ 6899 w 1385794"/>
                <a:gd name="connsiteY942" fmla="*/ 344907 h 1212067"/>
                <a:gd name="connsiteX943" fmla="*/ 7000 w 1385794"/>
                <a:gd name="connsiteY943" fmla="*/ 346993 h 1212067"/>
                <a:gd name="connsiteX944" fmla="*/ 7101 w 1385794"/>
                <a:gd name="connsiteY944" fmla="*/ 348608 h 1212067"/>
                <a:gd name="connsiteX945" fmla="*/ 8717 w 1385794"/>
                <a:gd name="connsiteY945" fmla="*/ 350794 h 1212067"/>
                <a:gd name="connsiteX946" fmla="*/ 11645 w 1385794"/>
                <a:gd name="connsiteY946" fmla="*/ 353384 h 1212067"/>
                <a:gd name="connsiteX947" fmla="*/ 13496 w 1385794"/>
                <a:gd name="connsiteY947" fmla="*/ 354999 h 1212067"/>
                <a:gd name="connsiteX948" fmla="*/ 15683 w 1385794"/>
                <a:gd name="connsiteY948" fmla="*/ 354225 h 1212067"/>
                <a:gd name="connsiteX949" fmla="*/ 18847 w 1385794"/>
                <a:gd name="connsiteY949" fmla="*/ 354024 h 1212067"/>
                <a:gd name="connsiteX950" fmla="*/ 27328 w 1385794"/>
                <a:gd name="connsiteY950" fmla="*/ 353485 h 1212067"/>
                <a:gd name="connsiteX951" fmla="*/ 34395 w 1385794"/>
                <a:gd name="connsiteY951" fmla="*/ 352947 h 1212067"/>
                <a:gd name="connsiteX952" fmla="*/ 36246 w 1385794"/>
                <a:gd name="connsiteY952" fmla="*/ 350761 h 1212067"/>
                <a:gd name="connsiteX953" fmla="*/ 38299 w 1385794"/>
                <a:gd name="connsiteY953" fmla="*/ 350962 h 1212067"/>
                <a:gd name="connsiteX954" fmla="*/ 40049 w 1385794"/>
                <a:gd name="connsiteY954" fmla="*/ 352274 h 1212067"/>
                <a:gd name="connsiteX955" fmla="*/ 44727 w 1385794"/>
                <a:gd name="connsiteY955" fmla="*/ 353149 h 1212067"/>
                <a:gd name="connsiteX956" fmla="*/ 47991 w 1385794"/>
                <a:gd name="connsiteY956" fmla="*/ 352947 h 1212067"/>
                <a:gd name="connsiteX957" fmla="*/ 50819 w 1385794"/>
                <a:gd name="connsiteY957" fmla="*/ 350559 h 1212067"/>
                <a:gd name="connsiteX958" fmla="*/ 52232 w 1385794"/>
                <a:gd name="connsiteY958" fmla="*/ 347733 h 1212067"/>
                <a:gd name="connsiteX959" fmla="*/ 52871 w 1385794"/>
                <a:gd name="connsiteY959" fmla="*/ 345345 h 1212067"/>
                <a:gd name="connsiteX960" fmla="*/ 53410 w 1385794"/>
                <a:gd name="connsiteY960" fmla="*/ 345008 h 1212067"/>
                <a:gd name="connsiteX961" fmla="*/ 56136 w 1385794"/>
                <a:gd name="connsiteY961" fmla="*/ 345345 h 1212067"/>
                <a:gd name="connsiteX962" fmla="*/ 59939 w 1385794"/>
                <a:gd name="connsiteY962" fmla="*/ 346959 h 1212067"/>
                <a:gd name="connsiteX963" fmla="*/ 63540 w 1385794"/>
                <a:gd name="connsiteY963" fmla="*/ 348574 h 1212067"/>
                <a:gd name="connsiteX964" fmla="*/ 68420 w 1385794"/>
                <a:gd name="connsiteY964" fmla="*/ 349886 h 1212067"/>
                <a:gd name="connsiteX965" fmla="*/ 75588 w 1385794"/>
                <a:gd name="connsiteY965" fmla="*/ 349886 h 1212067"/>
                <a:gd name="connsiteX966" fmla="*/ 81781 w 1385794"/>
                <a:gd name="connsiteY966" fmla="*/ 350861 h 1212067"/>
                <a:gd name="connsiteX967" fmla="*/ 88411 w 1385794"/>
                <a:gd name="connsiteY967" fmla="*/ 351635 h 1212067"/>
                <a:gd name="connsiteX968" fmla="*/ 92214 w 1385794"/>
                <a:gd name="connsiteY968" fmla="*/ 353048 h 1212067"/>
                <a:gd name="connsiteX969" fmla="*/ 95478 w 1385794"/>
                <a:gd name="connsiteY969" fmla="*/ 354562 h 1212067"/>
                <a:gd name="connsiteX970" fmla="*/ 99281 w 1385794"/>
                <a:gd name="connsiteY970" fmla="*/ 355100 h 1212067"/>
                <a:gd name="connsiteX971" fmla="*/ 102882 w 1385794"/>
                <a:gd name="connsiteY971" fmla="*/ 355335 h 1212067"/>
                <a:gd name="connsiteX972" fmla="*/ 106349 w 1385794"/>
                <a:gd name="connsiteY972" fmla="*/ 354125 h 1212067"/>
                <a:gd name="connsiteX973" fmla="*/ 110152 w 1385794"/>
                <a:gd name="connsiteY973" fmla="*/ 353485 h 1212067"/>
                <a:gd name="connsiteX974" fmla="*/ 113854 w 1385794"/>
                <a:gd name="connsiteY974" fmla="*/ 351972 h 1212067"/>
                <a:gd name="connsiteX975" fmla="*/ 117892 w 1385794"/>
                <a:gd name="connsiteY975" fmla="*/ 350660 h 1212067"/>
                <a:gd name="connsiteX976" fmla="*/ 119945 w 1385794"/>
                <a:gd name="connsiteY976" fmla="*/ 350323 h 1212067"/>
                <a:gd name="connsiteX977" fmla="*/ 121796 w 1385794"/>
                <a:gd name="connsiteY977" fmla="*/ 351736 h 1212067"/>
                <a:gd name="connsiteX978" fmla="*/ 124522 w 1385794"/>
                <a:gd name="connsiteY978" fmla="*/ 354125 h 1212067"/>
                <a:gd name="connsiteX979" fmla="*/ 128123 w 1385794"/>
                <a:gd name="connsiteY979" fmla="*/ 356176 h 1212067"/>
                <a:gd name="connsiteX980" fmla="*/ 137142 w 1385794"/>
                <a:gd name="connsiteY980" fmla="*/ 355100 h 1212067"/>
                <a:gd name="connsiteX981" fmla="*/ 143133 w 1385794"/>
                <a:gd name="connsiteY981" fmla="*/ 356076 h 1212067"/>
                <a:gd name="connsiteX982" fmla="*/ 146936 w 1385794"/>
                <a:gd name="connsiteY982" fmla="*/ 358464 h 1212067"/>
                <a:gd name="connsiteX983" fmla="*/ 153128 w 1385794"/>
                <a:gd name="connsiteY983" fmla="*/ 362904 h 1212067"/>
                <a:gd name="connsiteX984" fmla="*/ 159556 w 1385794"/>
                <a:gd name="connsiteY984" fmla="*/ 367244 h 1212067"/>
                <a:gd name="connsiteX985" fmla="*/ 165984 w 1385794"/>
                <a:gd name="connsiteY985" fmla="*/ 369094 h 1212067"/>
                <a:gd name="connsiteX986" fmla="*/ 173489 w 1385794"/>
                <a:gd name="connsiteY986" fmla="*/ 369296 h 1212067"/>
                <a:gd name="connsiteX987" fmla="*/ 178067 w 1385794"/>
                <a:gd name="connsiteY987" fmla="*/ 369195 h 1212067"/>
                <a:gd name="connsiteX988" fmla="*/ 184494 w 1385794"/>
                <a:gd name="connsiteY988" fmla="*/ 371247 h 1212067"/>
                <a:gd name="connsiteX989" fmla="*/ 190485 w 1385794"/>
                <a:gd name="connsiteY989" fmla="*/ 375385 h 1212067"/>
                <a:gd name="connsiteX990" fmla="*/ 195500 w 1385794"/>
                <a:gd name="connsiteY990" fmla="*/ 379085 h 1212067"/>
                <a:gd name="connsiteX991" fmla="*/ 203745 w 1385794"/>
                <a:gd name="connsiteY991" fmla="*/ 378009 h 1212067"/>
                <a:gd name="connsiteX992" fmla="*/ 209298 w 1385794"/>
                <a:gd name="connsiteY992" fmla="*/ 379623 h 1212067"/>
                <a:gd name="connsiteX993" fmla="*/ 212899 w 1385794"/>
                <a:gd name="connsiteY993" fmla="*/ 387327 h 1212067"/>
                <a:gd name="connsiteX994" fmla="*/ 217678 w 1385794"/>
                <a:gd name="connsiteY994" fmla="*/ 391128 h 1212067"/>
                <a:gd name="connsiteX995" fmla="*/ 225519 w 1385794"/>
                <a:gd name="connsiteY995" fmla="*/ 400816 h 1212067"/>
                <a:gd name="connsiteX996" fmla="*/ 235077 w 1385794"/>
                <a:gd name="connsiteY996" fmla="*/ 408419 h 1212067"/>
                <a:gd name="connsiteX997" fmla="*/ 237366 w 1385794"/>
                <a:gd name="connsiteY997" fmla="*/ 410706 h 1212067"/>
                <a:gd name="connsiteX998" fmla="*/ 242145 w 1385794"/>
                <a:gd name="connsiteY998" fmla="*/ 415046 h 1212067"/>
                <a:gd name="connsiteX999" fmla="*/ 243222 w 1385794"/>
                <a:gd name="connsiteY999" fmla="*/ 423187 h 1212067"/>
                <a:gd name="connsiteX1000" fmla="*/ 244871 w 1385794"/>
                <a:gd name="connsiteY1000" fmla="*/ 424499 h 1212067"/>
                <a:gd name="connsiteX1001" fmla="*/ 248674 w 1385794"/>
                <a:gd name="connsiteY1001" fmla="*/ 426349 h 1212067"/>
                <a:gd name="connsiteX1002" fmla="*/ 251164 w 1385794"/>
                <a:gd name="connsiteY1002" fmla="*/ 427863 h 1212067"/>
                <a:gd name="connsiteX1003" fmla="*/ 254092 w 1385794"/>
                <a:gd name="connsiteY1003" fmla="*/ 430587 h 1212067"/>
                <a:gd name="connsiteX1004" fmla="*/ 258972 w 1385794"/>
                <a:gd name="connsiteY1004" fmla="*/ 435802 h 1212067"/>
                <a:gd name="connsiteX1005" fmla="*/ 265501 w 1385794"/>
                <a:gd name="connsiteY1005" fmla="*/ 442092 h 1212067"/>
                <a:gd name="connsiteX1006" fmla="*/ 269943 w 1385794"/>
                <a:gd name="connsiteY1006" fmla="*/ 446331 h 1212067"/>
                <a:gd name="connsiteX1007" fmla="*/ 281891 w 1385794"/>
                <a:gd name="connsiteY1007" fmla="*/ 453933 h 1212067"/>
                <a:gd name="connsiteX1008" fmla="*/ 287982 w 1385794"/>
                <a:gd name="connsiteY1008" fmla="*/ 456759 h 1212067"/>
                <a:gd name="connsiteX1009" fmla="*/ 290574 w 1385794"/>
                <a:gd name="connsiteY1009" fmla="*/ 456759 h 1212067"/>
                <a:gd name="connsiteX1010" fmla="*/ 297103 w 1385794"/>
                <a:gd name="connsiteY1010" fmla="*/ 459248 h 1212067"/>
                <a:gd name="connsiteX1011" fmla="*/ 300906 w 1385794"/>
                <a:gd name="connsiteY1011" fmla="*/ 461099 h 1212067"/>
                <a:gd name="connsiteX1012" fmla="*/ 305785 w 1385794"/>
                <a:gd name="connsiteY1012" fmla="*/ 466649 h 1212067"/>
                <a:gd name="connsiteX1013" fmla="*/ 310026 w 1385794"/>
                <a:gd name="connsiteY1013" fmla="*/ 470652 h 1212067"/>
                <a:gd name="connsiteX1014" fmla="*/ 309925 w 1385794"/>
                <a:gd name="connsiteY1014" fmla="*/ 476505 h 1212067"/>
                <a:gd name="connsiteX1015" fmla="*/ 309723 w 1385794"/>
                <a:gd name="connsiteY1015" fmla="*/ 478894 h 1212067"/>
                <a:gd name="connsiteX1016" fmla="*/ 311473 w 1385794"/>
                <a:gd name="connsiteY1016" fmla="*/ 482493 h 1212067"/>
                <a:gd name="connsiteX1017" fmla="*/ 314839 w 1385794"/>
                <a:gd name="connsiteY1017" fmla="*/ 483368 h 1212067"/>
                <a:gd name="connsiteX1018" fmla="*/ 318642 w 1385794"/>
                <a:gd name="connsiteY1018" fmla="*/ 487068 h 1212067"/>
                <a:gd name="connsiteX1019" fmla="*/ 322546 w 1385794"/>
                <a:gd name="connsiteY1019" fmla="*/ 490432 h 1212067"/>
                <a:gd name="connsiteX1020" fmla="*/ 326685 w 1385794"/>
                <a:gd name="connsiteY1020" fmla="*/ 493796 h 1212067"/>
                <a:gd name="connsiteX1021" fmla="*/ 329075 w 1385794"/>
                <a:gd name="connsiteY1021" fmla="*/ 495007 h 1212067"/>
                <a:gd name="connsiteX1022" fmla="*/ 334392 w 1385794"/>
                <a:gd name="connsiteY1022" fmla="*/ 495546 h 1212067"/>
                <a:gd name="connsiteX1023" fmla="*/ 338094 w 1385794"/>
                <a:gd name="connsiteY1023" fmla="*/ 493931 h 1212067"/>
                <a:gd name="connsiteX1024" fmla="*/ 342570 w 1385794"/>
                <a:gd name="connsiteY1024" fmla="*/ 493931 h 1212067"/>
                <a:gd name="connsiteX1025" fmla="*/ 346911 w 1385794"/>
                <a:gd name="connsiteY1025" fmla="*/ 493056 h 1212067"/>
                <a:gd name="connsiteX1026" fmla="*/ 349301 w 1385794"/>
                <a:gd name="connsiteY1026" fmla="*/ 491542 h 1212067"/>
                <a:gd name="connsiteX1027" fmla="*/ 349839 w 1385794"/>
                <a:gd name="connsiteY1027" fmla="*/ 489053 h 1212067"/>
                <a:gd name="connsiteX1028" fmla="*/ 349940 w 1385794"/>
                <a:gd name="connsiteY1028" fmla="*/ 484713 h 1212067"/>
                <a:gd name="connsiteX1029" fmla="*/ 350479 w 1385794"/>
                <a:gd name="connsiteY1029" fmla="*/ 479499 h 1212067"/>
                <a:gd name="connsiteX1030" fmla="*/ 350714 w 1385794"/>
                <a:gd name="connsiteY1030" fmla="*/ 473074 h 1212067"/>
                <a:gd name="connsiteX1031" fmla="*/ 350378 w 1385794"/>
                <a:gd name="connsiteY1031" fmla="*/ 465808 h 1212067"/>
                <a:gd name="connsiteX1032" fmla="*/ 348527 w 1385794"/>
                <a:gd name="connsiteY1032" fmla="*/ 460695 h 1212067"/>
                <a:gd name="connsiteX1033" fmla="*/ 346911 w 1385794"/>
                <a:gd name="connsiteY1033" fmla="*/ 455817 h 1212067"/>
                <a:gd name="connsiteX1034" fmla="*/ 347988 w 1385794"/>
                <a:gd name="connsiteY1034" fmla="*/ 451040 h 1212067"/>
                <a:gd name="connsiteX1035" fmla="*/ 350479 w 1385794"/>
                <a:gd name="connsiteY1035" fmla="*/ 441688 h 1212067"/>
                <a:gd name="connsiteX1036" fmla="*/ 353407 w 1385794"/>
                <a:gd name="connsiteY1036" fmla="*/ 431462 h 1212067"/>
                <a:gd name="connsiteX1037" fmla="*/ 356234 w 1385794"/>
                <a:gd name="connsiteY1037" fmla="*/ 424734 h 1212067"/>
                <a:gd name="connsiteX1038" fmla="*/ 356133 w 1385794"/>
                <a:gd name="connsiteY1038" fmla="*/ 420395 h 1212067"/>
                <a:gd name="connsiteX1039" fmla="*/ 351253 w 1385794"/>
                <a:gd name="connsiteY1039" fmla="*/ 413566 h 1212067"/>
                <a:gd name="connsiteX1040" fmla="*/ 353541 w 1385794"/>
                <a:gd name="connsiteY1040" fmla="*/ 405963 h 1212067"/>
                <a:gd name="connsiteX1041" fmla="*/ 355157 w 1385794"/>
                <a:gd name="connsiteY1041" fmla="*/ 402599 h 1212067"/>
                <a:gd name="connsiteX1042" fmla="*/ 358758 w 1385794"/>
                <a:gd name="connsiteY1042" fmla="*/ 398798 h 1212067"/>
                <a:gd name="connsiteX1043" fmla="*/ 360272 w 1385794"/>
                <a:gd name="connsiteY1043" fmla="*/ 397721 h 1212067"/>
                <a:gd name="connsiteX1044" fmla="*/ 363739 w 1385794"/>
                <a:gd name="connsiteY1044" fmla="*/ 396948 h 1212067"/>
                <a:gd name="connsiteX1045" fmla="*/ 375484 w 1385794"/>
                <a:gd name="connsiteY1045" fmla="*/ 397385 h 1212067"/>
                <a:gd name="connsiteX1046" fmla="*/ 380600 w 1385794"/>
                <a:gd name="connsiteY1046" fmla="*/ 398125 h 1212067"/>
                <a:gd name="connsiteX1047" fmla="*/ 384840 w 1385794"/>
                <a:gd name="connsiteY1047" fmla="*/ 400615 h 1212067"/>
                <a:gd name="connsiteX1048" fmla="*/ 388206 w 1385794"/>
                <a:gd name="connsiteY1048" fmla="*/ 403339 h 1212067"/>
                <a:gd name="connsiteX1049" fmla="*/ 392345 w 1385794"/>
                <a:gd name="connsiteY1049" fmla="*/ 408452 h 1212067"/>
                <a:gd name="connsiteX1050" fmla="*/ 395273 w 1385794"/>
                <a:gd name="connsiteY1050" fmla="*/ 411480 h 1212067"/>
                <a:gd name="connsiteX1051" fmla="*/ 400052 w 1385794"/>
                <a:gd name="connsiteY1051" fmla="*/ 416795 h 1212067"/>
                <a:gd name="connsiteX1052" fmla="*/ 403216 w 1385794"/>
                <a:gd name="connsiteY1052" fmla="*/ 420260 h 1212067"/>
                <a:gd name="connsiteX1053" fmla="*/ 406581 w 1385794"/>
                <a:gd name="connsiteY1053" fmla="*/ 425138 h 1212067"/>
                <a:gd name="connsiteX1054" fmla="*/ 408869 w 1385794"/>
                <a:gd name="connsiteY1054" fmla="*/ 427963 h 1212067"/>
                <a:gd name="connsiteX1055" fmla="*/ 412908 w 1385794"/>
                <a:gd name="connsiteY1055" fmla="*/ 432976 h 1212067"/>
                <a:gd name="connsiteX1056" fmla="*/ 418562 w 1385794"/>
                <a:gd name="connsiteY1056" fmla="*/ 436239 h 1212067"/>
                <a:gd name="connsiteX1057" fmla="*/ 424553 w 1385794"/>
                <a:gd name="connsiteY1057" fmla="*/ 438190 h 1212067"/>
                <a:gd name="connsiteX1058" fmla="*/ 429332 w 1385794"/>
                <a:gd name="connsiteY1058" fmla="*/ 440679 h 1212067"/>
                <a:gd name="connsiteX1059" fmla="*/ 435423 w 1385794"/>
                <a:gd name="connsiteY1059" fmla="*/ 443606 h 1212067"/>
                <a:gd name="connsiteX1060" fmla="*/ 440639 w 1385794"/>
                <a:gd name="connsiteY1060" fmla="*/ 446095 h 1212067"/>
                <a:gd name="connsiteX1061" fmla="*/ 445082 w 1385794"/>
                <a:gd name="connsiteY1061" fmla="*/ 448484 h 1212067"/>
                <a:gd name="connsiteX1062" fmla="*/ 445317 w 1385794"/>
                <a:gd name="connsiteY1062" fmla="*/ 452285 h 1212067"/>
                <a:gd name="connsiteX1063" fmla="*/ 445317 w 1385794"/>
                <a:gd name="connsiteY1063" fmla="*/ 454976 h 1212067"/>
                <a:gd name="connsiteX1064" fmla="*/ 446091 w 1385794"/>
                <a:gd name="connsiteY1064" fmla="*/ 456288 h 1212067"/>
                <a:gd name="connsiteX1065" fmla="*/ 451106 w 1385794"/>
                <a:gd name="connsiteY1065" fmla="*/ 456624 h 1212067"/>
                <a:gd name="connsiteX1066" fmla="*/ 453395 w 1385794"/>
                <a:gd name="connsiteY1066" fmla="*/ 455985 h 1212067"/>
                <a:gd name="connsiteX1067" fmla="*/ 455683 w 1385794"/>
                <a:gd name="connsiteY1067" fmla="*/ 452285 h 1212067"/>
                <a:gd name="connsiteX1068" fmla="*/ 456558 w 1385794"/>
                <a:gd name="connsiteY1068" fmla="*/ 450233 h 1212067"/>
                <a:gd name="connsiteX1069" fmla="*/ 457972 w 1385794"/>
                <a:gd name="connsiteY1069" fmla="*/ 446768 h 1212067"/>
                <a:gd name="connsiteX1070" fmla="*/ 460698 w 1385794"/>
                <a:gd name="connsiteY1070" fmla="*/ 444716 h 1212067"/>
                <a:gd name="connsiteX1071" fmla="*/ 462010 w 1385794"/>
                <a:gd name="connsiteY1071" fmla="*/ 444279 h 1212067"/>
                <a:gd name="connsiteX1072" fmla="*/ 464299 w 1385794"/>
                <a:gd name="connsiteY1072" fmla="*/ 442428 h 1212067"/>
                <a:gd name="connsiteX1073" fmla="*/ 465813 w 1385794"/>
                <a:gd name="connsiteY1073" fmla="*/ 439704 h 1212067"/>
                <a:gd name="connsiteX1074" fmla="*/ 467227 w 1385794"/>
                <a:gd name="connsiteY1074" fmla="*/ 438291 h 1212067"/>
                <a:gd name="connsiteX1075" fmla="*/ 469515 w 1385794"/>
                <a:gd name="connsiteY1075" fmla="*/ 435263 h 1212067"/>
                <a:gd name="connsiteX1076" fmla="*/ 470929 w 1385794"/>
                <a:gd name="connsiteY1076" fmla="*/ 432976 h 1212067"/>
                <a:gd name="connsiteX1077" fmla="*/ 472881 w 1385794"/>
                <a:gd name="connsiteY1077" fmla="*/ 432774 h 1212067"/>
                <a:gd name="connsiteX1078" fmla="*/ 474294 w 1385794"/>
                <a:gd name="connsiteY1078" fmla="*/ 432572 h 1212067"/>
                <a:gd name="connsiteX1079" fmla="*/ 476885 w 1385794"/>
                <a:gd name="connsiteY1079" fmla="*/ 433548 h 1212067"/>
                <a:gd name="connsiteX1080" fmla="*/ 480587 w 1385794"/>
                <a:gd name="connsiteY1080" fmla="*/ 438425 h 1212067"/>
                <a:gd name="connsiteX1081" fmla="*/ 482775 w 1385794"/>
                <a:gd name="connsiteY1081" fmla="*/ 441688 h 1212067"/>
                <a:gd name="connsiteX1082" fmla="*/ 484088 w 1385794"/>
                <a:gd name="connsiteY1082" fmla="*/ 445052 h 1212067"/>
                <a:gd name="connsiteX1083" fmla="*/ 489943 w 1385794"/>
                <a:gd name="connsiteY1083" fmla="*/ 445692 h 1212067"/>
                <a:gd name="connsiteX1084" fmla="*/ 498290 w 1385794"/>
                <a:gd name="connsiteY1084" fmla="*/ 444447 h 1212067"/>
                <a:gd name="connsiteX1085" fmla="*/ 503372 w 1385794"/>
                <a:gd name="connsiteY1085" fmla="*/ 442866 h 1212067"/>
                <a:gd name="connsiteX1086" fmla="*/ 504247 w 1385794"/>
                <a:gd name="connsiteY1086" fmla="*/ 441722 h 1212067"/>
                <a:gd name="connsiteX1087" fmla="*/ 505997 w 1385794"/>
                <a:gd name="connsiteY1087" fmla="*/ 439132 h 1212067"/>
                <a:gd name="connsiteX1088" fmla="*/ 506569 w 1385794"/>
                <a:gd name="connsiteY1088" fmla="*/ 437685 h 1212067"/>
                <a:gd name="connsiteX1089" fmla="*/ 506872 w 1385794"/>
                <a:gd name="connsiteY1089" fmla="*/ 435230 h 1212067"/>
                <a:gd name="connsiteX1090" fmla="*/ 507881 w 1385794"/>
                <a:gd name="connsiteY1090" fmla="*/ 433346 h 1212067"/>
                <a:gd name="connsiteX1091" fmla="*/ 509059 w 1385794"/>
                <a:gd name="connsiteY1091" fmla="*/ 431327 h 1212067"/>
                <a:gd name="connsiteX1092" fmla="*/ 510944 w 1385794"/>
                <a:gd name="connsiteY1092" fmla="*/ 430520 h 1212067"/>
                <a:gd name="connsiteX1093" fmla="*/ 514579 w 1385794"/>
                <a:gd name="connsiteY1093" fmla="*/ 428132 h 1212067"/>
                <a:gd name="connsiteX1094" fmla="*/ 517607 w 1385794"/>
                <a:gd name="connsiteY1094" fmla="*/ 428132 h 1212067"/>
                <a:gd name="connsiteX1095" fmla="*/ 522084 w 1385794"/>
                <a:gd name="connsiteY1095" fmla="*/ 430453 h 1212067"/>
                <a:gd name="connsiteX1096" fmla="*/ 524540 w 1385794"/>
                <a:gd name="connsiteY1096" fmla="*/ 433211 h 1212067"/>
                <a:gd name="connsiteX1097" fmla="*/ 525853 w 1385794"/>
                <a:gd name="connsiteY1097" fmla="*/ 437416 h 1212067"/>
                <a:gd name="connsiteX1098" fmla="*/ 526862 w 1385794"/>
                <a:gd name="connsiteY1098" fmla="*/ 440612 h 1212067"/>
                <a:gd name="connsiteX1099" fmla="*/ 529454 w 1385794"/>
                <a:gd name="connsiteY1099" fmla="*/ 443505 h 1212067"/>
                <a:gd name="connsiteX1100" fmla="*/ 531473 w 1385794"/>
                <a:gd name="connsiteY1100" fmla="*/ 445523 h 1212067"/>
                <a:gd name="connsiteX1101" fmla="*/ 533223 w 1385794"/>
                <a:gd name="connsiteY1101" fmla="*/ 445523 h 1212067"/>
                <a:gd name="connsiteX1102" fmla="*/ 536993 w 1385794"/>
                <a:gd name="connsiteY1102" fmla="*/ 448114 h 1212067"/>
                <a:gd name="connsiteX1103" fmla="*/ 539315 w 1385794"/>
                <a:gd name="connsiteY1103" fmla="*/ 452184 h 1212067"/>
                <a:gd name="connsiteX1104" fmla="*/ 540897 w 1385794"/>
                <a:gd name="connsiteY1104" fmla="*/ 455952 h 1212067"/>
                <a:gd name="connsiteX1105" fmla="*/ 543791 w 1385794"/>
                <a:gd name="connsiteY1105" fmla="*/ 457533 h 1212067"/>
                <a:gd name="connsiteX1106" fmla="*/ 545675 w 1385794"/>
                <a:gd name="connsiteY1106" fmla="*/ 459417 h 1212067"/>
                <a:gd name="connsiteX1107" fmla="*/ 547257 w 1385794"/>
                <a:gd name="connsiteY1107" fmla="*/ 460998 h 1212067"/>
                <a:gd name="connsiteX1108" fmla="*/ 550286 w 1385794"/>
                <a:gd name="connsiteY1108" fmla="*/ 464025 h 1212067"/>
                <a:gd name="connsiteX1109" fmla="*/ 553483 w 1385794"/>
                <a:gd name="connsiteY1109" fmla="*/ 466615 h 1212067"/>
                <a:gd name="connsiteX1110" fmla="*/ 557253 w 1385794"/>
                <a:gd name="connsiteY1110" fmla="*/ 470518 h 1212067"/>
                <a:gd name="connsiteX1111" fmla="*/ 561762 w 1385794"/>
                <a:gd name="connsiteY1111" fmla="*/ 472973 h 1212067"/>
                <a:gd name="connsiteX1112" fmla="*/ 565397 w 1385794"/>
                <a:gd name="connsiteY1112" fmla="*/ 476304 h 1212067"/>
                <a:gd name="connsiteX1113" fmla="*/ 569032 w 1385794"/>
                <a:gd name="connsiteY1113" fmla="*/ 481081 h 1212067"/>
                <a:gd name="connsiteX1114" fmla="*/ 570782 w 1385794"/>
                <a:gd name="connsiteY1114" fmla="*/ 484848 h 1212067"/>
                <a:gd name="connsiteX1115" fmla="*/ 571960 w 1385794"/>
                <a:gd name="connsiteY1115" fmla="*/ 487607 h 1212067"/>
                <a:gd name="connsiteX1116" fmla="*/ 574416 w 1385794"/>
                <a:gd name="connsiteY1116" fmla="*/ 490062 h 1212067"/>
                <a:gd name="connsiteX1117" fmla="*/ 576166 w 1385794"/>
                <a:gd name="connsiteY1117" fmla="*/ 491509 h 1212067"/>
                <a:gd name="connsiteX1118" fmla="*/ 577311 w 1385794"/>
                <a:gd name="connsiteY1118" fmla="*/ 493830 h 1212067"/>
                <a:gd name="connsiteX1119" fmla="*/ 577748 w 1385794"/>
                <a:gd name="connsiteY1119" fmla="*/ 497160 h 1212067"/>
                <a:gd name="connsiteX1120" fmla="*/ 579061 w 1385794"/>
                <a:gd name="connsiteY1120" fmla="*/ 500188 h 1212067"/>
                <a:gd name="connsiteX1121" fmla="*/ 580643 w 1385794"/>
                <a:gd name="connsiteY1121" fmla="*/ 501634 h 1212067"/>
                <a:gd name="connsiteX1122" fmla="*/ 582662 w 1385794"/>
                <a:gd name="connsiteY1122" fmla="*/ 502643 h 1212067"/>
                <a:gd name="connsiteX1123" fmla="*/ 583974 w 1385794"/>
                <a:gd name="connsiteY1123" fmla="*/ 505099 h 1212067"/>
                <a:gd name="connsiteX1124" fmla="*/ 586229 w 1385794"/>
                <a:gd name="connsiteY1124" fmla="*/ 506613 h 1212067"/>
                <a:gd name="connsiteX1125" fmla="*/ 586734 w 1385794"/>
                <a:gd name="connsiteY1125" fmla="*/ 507757 h 1212067"/>
                <a:gd name="connsiteX1126" fmla="*/ 584917 w 1385794"/>
                <a:gd name="connsiteY1126" fmla="*/ 509506 h 1212067"/>
                <a:gd name="connsiteX1127" fmla="*/ 585051 w 1385794"/>
                <a:gd name="connsiteY1127" fmla="*/ 511087 h 1212067"/>
                <a:gd name="connsiteX1128" fmla="*/ 586498 w 1385794"/>
                <a:gd name="connsiteY1128" fmla="*/ 512399 h 1212067"/>
                <a:gd name="connsiteX1129" fmla="*/ 587508 w 1385794"/>
                <a:gd name="connsiteY1129" fmla="*/ 513341 h 1212067"/>
                <a:gd name="connsiteX1130" fmla="*/ 589258 w 1385794"/>
                <a:gd name="connsiteY1130" fmla="*/ 513543 h 1212067"/>
                <a:gd name="connsiteX1131" fmla="*/ 591513 w 1385794"/>
                <a:gd name="connsiteY1131" fmla="*/ 513173 h 1212067"/>
                <a:gd name="connsiteX1132" fmla="*/ 592960 w 1385794"/>
                <a:gd name="connsiteY1132" fmla="*/ 514182 h 1212067"/>
                <a:gd name="connsiteX1133" fmla="*/ 594609 w 1385794"/>
                <a:gd name="connsiteY1133" fmla="*/ 515830 h 1212067"/>
                <a:gd name="connsiteX1134" fmla="*/ 596797 w 1385794"/>
                <a:gd name="connsiteY1134" fmla="*/ 518454 h 1212067"/>
                <a:gd name="connsiteX1135" fmla="*/ 597874 w 1385794"/>
                <a:gd name="connsiteY1135" fmla="*/ 519329 h 1212067"/>
                <a:gd name="connsiteX1136" fmla="*/ 607364 w 1385794"/>
                <a:gd name="connsiteY1136" fmla="*/ 527436 h 1212067"/>
                <a:gd name="connsiteX1137" fmla="*/ 612076 w 1385794"/>
                <a:gd name="connsiteY1137" fmla="*/ 531204 h 1212067"/>
                <a:gd name="connsiteX1138" fmla="*/ 613961 w 1385794"/>
                <a:gd name="connsiteY1138" fmla="*/ 532078 h 1212067"/>
                <a:gd name="connsiteX1139" fmla="*/ 616653 w 1385794"/>
                <a:gd name="connsiteY1139" fmla="*/ 534534 h 1212067"/>
                <a:gd name="connsiteX1140" fmla="*/ 616956 w 1385794"/>
                <a:gd name="connsiteY1140" fmla="*/ 537360 h 1212067"/>
                <a:gd name="connsiteX1141" fmla="*/ 618639 w 1385794"/>
                <a:gd name="connsiteY1141" fmla="*/ 538604 h 1212067"/>
                <a:gd name="connsiteX1142" fmla="*/ 622273 w 1385794"/>
                <a:gd name="connsiteY1142" fmla="*/ 540421 h 1212067"/>
                <a:gd name="connsiteX1143" fmla="*/ 624293 w 1385794"/>
                <a:gd name="connsiteY1143" fmla="*/ 541363 h 1212067"/>
                <a:gd name="connsiteX1144" fmla="*/ 627692 w 1385794"/>
                <a:gd name="connsiteY1144" fmla="*/ 542372 h 1212067"/>
                <a:gd name="connsiteX1145" fmla="*/ 629812 w 1385794"/>
                <a:gd name="connsiteY1145" fmla="*/ 542237 h 1212067"/>
                <a:gd name="connsiteX1146" fmla="*/ 633548 w 1385794"/>
                <a:gd name="connsiteY1146" fmla="*/ 541161 h 1212067"/>
                <a:gd name="connsiteX1147" fmla="*/ 635298 w 1385794"/>
                <a:gd name="connsiteY1147" fmla="*/ 539142 h 1212067"/>
                <a:gd name="connsiteX1148" fmla="*/ 635600 w 1385794"/>
                <a:gd name="connsiteY1148" fmla="*/ 536249 h 1212067"/>
                <a:gd name="connsiteX1149" fmla="*/ 632134 w 1385794"/>
                <a:gd name="connsiteY1149" fmla="*/ 531607 h 1212067"/>
                <a:gd name="connsiteX1150" fmla="*/ 630990 w 1385794"/>
                <a:gd name="connsiteY1150" fmla="*/ 530867 h 1212067"/>
                <a:gd name="connsiteX1151" fmla="*/ 629846 w 1385794"/>
                <a:gd name="connsiteY1151" fmla="*/ 529421 h 1212067"/>
                <a:gd name="connsiteX1152" fmla="*/ 629240 w 1385794"/>
                <a:gd name="connsiteY1152" fmla="*/ 528916 h 1212067"/>
                <a:gd name="connsiteX1153" fmla="*/ 627995 w 1385794"/>
                <a:gd name="connsiteY1153" fmla="*/ 527167 h 1212067"/>
                <a:gd name="connsiteX1154" fmla="*/ 627120 w 1385794"/>
                <a:gd name="connsiteY1154" fmla="*/ 524846 h 1212067"/>
                <a:gd name="connsiteX1155" fmla="*/ 625841 w 1385794"/>
                <a:gd name="connsiteY1155" fmla="*/ 523029 h 1212067"/>
                <a:gd name="connsiteX1156" fmla="*/ 624562 w 1385794"/>
                <a:gd name="connsiteY1156" fmla="*/ 521078 h 1212067"/>
                <a:gd name="connsiteX1157" fmla="*/ 624562 w 1385794"/>
                <a:gd name="connsiteY1157" fmla="*/ 519261 h 1212067"/>
                <a:gd name="connsiteX1158" fmla="*/ 624629 w 1385794"/>
                <a:gd name="connsiteY1158" fmla="*/ 517310 h 1212067"/>
                <a:gd name="connsiteX1159" fmla="*/ 625201 w 1385794"/>
                <a:gd name="connsiteY1159" fmla="*/ 514922 h 1212067"/>
                <a:gd name="connsiteX1160" fmla="*/ 625639 w 1385794"/>
                <a:gd name="connsiteY1160" fmla="*/ 512534 h 1212067"/>
                <a:gd name="connsiteX1161" fmla="*/ 626514 w 1385794"/>
                <a:gd name="connsiteY1161" fmla="*/ 510582 h 1212067"/>
                <a:gd name="connsiteX1162" fmla="*/ 628264 w 1385794"/>
                <a:gd name="connsiteY1162" fmla="*/ 509270 h 1212067"/>
                <a:gd name="connsiteX1163" fmla="*/ 629879 w 1385794"/>
                <a:gd name="connsiteY1163" fmla="*/ 508463 h 1212067"/>
                <a:gd name="connsiteX1164" fmla="*/ 631091 w 1385794"/>
                <a:gd name="connsiteY1164" fmla="*/ 508598 h 1212067"/>
                <a:gd name="connsiteX1165" fmla="*/ 632841 w 1385794"/>
                <a:gd name="connsiteY1165" fmla="*/ 509977 h 1212067"/>
                <a:gd name="connsiteX1166" fmla="*/ 634355 w 1385794"/>
                <a:gd name="connsiteY1166" fmla="*/ 512164 h 1212067"/>
                <a:gd name="connsiteX1167" fmla="*/ 635567 w 1385794"/>
                <a:gd name="connsiteY1167" fmla="*/ 514855 h 1212067"/>
                <a:gd name="connsiteX1168" fmla="*/ 635870 w 1385794"/>
                <a:gd name="connsiteY1168" fmla="*/ 517613 h 1212067"/>
                <a:gd name="connsiteX1169" fmla="*/ 635802 w 1385794"/>
                <a:gd name="connsiteY1169" fmla="*/ 520506 h 1212067"/>
                <a:gd name="connsiteX1170" fmla="*/ 639067 w 1385794"/>
                <a:gd name="connsiteY1170" fmla="*/ 522020 h 1212067"/>
                <a:gd name="connsiteX1171" fmla="*/ 641153 w 1385794"/>
                <a:gd name="connsiteY1171" fmla="*/ 522760 h 1212067"/>
                <a:gd name="connsiteX1172" fmla="*/ 642096 w 1385794"/>
                <a:gd name="connsiteY1172" fmla="*/ 524509 h 1212067"/>
                <a:gd name="connsiteX1173" fmla="*/ 643240 w 1385794"/>
                <a:gd name="connsiteY1173" fmla="*/ 526763 h 1212067"/>
                <a:gd name="connsiteX1174" fmla="*/ 644822 w 1385794"/>
                <a:gd name="connsiteY1174" fmla="*/ 529286 h 1212067"/>
                <a:gd name="connsiteX1175" fmla="*/ 646269 w 1385794"/>
                <a:gd name="connsiteY1175" fmla="*/ 530665 h 1212067"/>
                <a:gd name="connsiteX1176" fmla="*/ 647649 w 1385794"/>
                <a:gd name="connsiteY1176" fmla="*/ 532044 h 1212067"/>
                <a:gd name="connsiteX1177" fmla="*/ 650543 w 1385794"/>
                <a:gd name="connsiteY1177" fmla="*/ 534433 h 1212067"/>
                <a:gd name="connsiteX1178" fmla="*/ 652226 w 1385794"/>
                <a:gd name="connsiteY1178" fmla="*/ 534904 h 1212067"/>
                <a:gd name="connsiteX1179" fmla="*/ 655793 w 1385794"/>
                <a:gd name="connsiteY1179" fmla="*/ 535812 h 1212067"/>
                <a:gd name="connsiteX1180" fmla="*/ 658418 w 1385794"/>
                <a:gd name="connsiteY1180" fmla="*/ 535812 h 1212067"/>
                <a:gd name="connsiteX1181" fmla="*/ 661784 w 1385794"/>
                <a:gd name="connsiteY1181" fmla="*/ 537561 h 1212067"/>
                <a:gd name="connsiteX1182" fmla="*/ 667640 w 1385794"/>
                <a:gd name="connsiteY1182" fmla="*/ 538436 h 1212067"/>
                <a:gd name="connsiteX1183" fmla="*/ 669390 w 1385794"/>
                <a:gd name="connsiteY1183" fmla="*/ 541161 h 1212067"/>
                <a:gd name="connsiteX1184" fmla="*/ 669726 w 1385794"/>
                <a:gd name="connsiteY1184" fmla="*/ 545299 h 1212067"/>
                <a:gd name="connsiteX1185" fmla="*/ 669726 w 1385794"/>
                <a:gd name="connsiteY1185" fmla="*/ 548898 h 1212067"/>
                <a:gd name="connsiteX1186" fmla="*/ 670702 w 1385794"/>
                <a:gd name="connsiteY1186" fmla="*/ 553776 h 1212067"/>
                <a:gd name="connsiteX1187" fmla="*/ 670265 w 1385794"/>
                <a:gd name="connsiteY1187" fmla="*/ 555828 h 1212067"/>
                <a:gd name="connsiteX1188" fmla="*/ 669726 w 1385794"/>
                <a:gd name="connsiteY1188" fmla="*/ 558553 h 1212067"/>
                <a:gd name="connsiteX1189" fmla="*/ 669188 w 1385794"/>
                <a:gd name="connsiteY1189" fmla="*/ 560403 h 1212067"/>
                <a:gd name="connsiteX1190" fmla="*/ 671241 w 1385794"/>
                <a:gd name="connsiteY1190" fmla="*/ 562455 h 1212067"/>
                <a:gd name="connsiteX1191" fmla="*/ 675582 w 1385794"/>
                <a:gd name="connsiteY1191" fmla="*/ 562118 h 1212067"/>
                <a:gd name="connsiteX1192" fmla="*/ 678746 w 1385794"/>
                <a:gd name="connsiteY1192" fmla="*/ 560369 h 1212067"/>
                <a:gd name="connsiteX1193" fmla="*/ 680058 w 1385794"/>
                <a:gd name="connsiteY1193" fmla="*/ 560033 h 1212067"/>
                <a:gd name="connsiteX1194" fmla="*/ 682448 w 1385794"/>
                <a:gd name="connsiteY1194" fmla="*/ 562522 h 1212067"/>
                <a:gd name="connsiteX1195" fmla="*/ 684400 w 1385794"/>
                <a:gd name="connsiteY1195" fmla="*/ 564137 h 1212067"/>
                <a:gd name="connsiteX1196" fmla="*/ 688977 w 1385794"/>
                <a:gd name="connsiteY1196" fmla="*/ 568375 h 1212067"/>
                <a:gd name="connsiteX1197" fmla="*/ 692982 w 1385794"/>
                <a:gd name="connsiteY1197" fmla="*/ 569586 h 1212067"/>
                <a:gd name="connsiteX1198" fmla="*/ 697659 w 1385794"/>
                <a:gd name="connsiteY1198" fmla="*/ 570898 h 1212067"/>
                <a:gd name="connsiteX1199" fmla="*/ 699713 w 1385794"/>
                <a:gd name="connsiteY1199" fmla="*/ 572311 h 1212067"/>
                <a:gd name="connsiteX1200" fmla="*/ 703179 w 1385794"/>
                <a:gd name="connsiteY1200" fmla="*/ 575238 h 1212067"/>
                <a:gd name="connsiteX1201" fmla="*/ 709910 w 1385794"/>
                <a:gd name="connsiteY1201" fmla="*/ 578703 h 1212067"/>
                <a:gd name="connsiteX1202" fmla="*/ 716001 w 1385794"/>
                <a:gd name="connsiteY1202" fmla="*/ 583917 h 1212067"/>
                <a:gd name="connsiteX1203" fmla="*/ 721453 w 1385794"/>
                <a:gd name="connsiteY1203" fmla="*/ 588155 h 1212067"/>
                <a:gd name="connsiteX1204" fmla="*/ 731449 w 1385794"/>
                <a:gd name="connsiteY1204" fmla="*/ 597070 h 1212067"/>
                <a:gd name="connsiteX1205" fmla="*/ 734040 w 1385794"/>
                <a:gd name="connsiteY1205" fmla="*/ 598483 h 1212067"/>
                <a:gd name="connsiteX1206" fmla="*/ 737641 w 1385794"/>
                <a:gd name="connsiteY1206" fmla="*/ 602183 h 1212067"/>
                <a:gd name="connsiteX1207" fmla="*/ 742959 w 1385794"/>
                <a:gd name="connsiteY1207" fmla="*/ 608474 h 1212067"/>
                <a:gd name="connsiteX1208" fmla="*/ 745247 w 1385794"/>
                <a:gd name="connsiteY1208" fmla="*/ 611299 h 1212067"/>
                <a:gd name="connsiteX1209" fmla="*/ 748848 w 1385794"/>
                <a:gd name="connsiteY1209" fmla="*/ 615336 h 1212067"/>
                <a:gd name="connsiteX1210" fmla="*/ 750901 w 1385794"/>
                <a:gd name="connsiteY1210" fmla="*/ 617086 h 1212067"/>
                <a:gd name="connsiteX1211" fmla="*/ 753089 w 1385794"/>
                <a:gd name="connsiteY1211" fmla="*/ 617960 h 1212067"/>
                <a:gd name="connsiteX1212" fmla="*/ 755142 w 1385794"/>
                <a:gd name="connsiteY1212" fmla="*/ 618498 h 1212067"/>
                <a:gd name="connsiteX1213" fmla="*/ 758171 w 1385794"/>
                <a:gd name="connsiteY1213" fmla="*/ 620550 h 1212067"/>
                <a:gd name="connsiteX1214" fmla="*/ 760897 w 1385794"/>
                <a:gd name="connsiteY1214" fmla="*/ 625125 h 1212067"/>
                <a:gd name="connsiteX1215" fmla="*/ 763623 w 1385794"/>
                <a:gd name="connsiteY1215" fmla="*/ 627716 h 1212067"/>
                <a:gd name="connsiteX1216" fmla="*/ 765372 w 1385794"/>
                <a:gd name="connsiteY1216" fmla="*/ 630440 h 1212067"/>
                <a:gd name="connsiteX1217" fmla="*/ 766786 w 1385794"/>
                <a:gd name="connsiteY1217" fmla="*/ 633266 h 1212067"/>
                <a:gd name="connsiteX1218" fmla="*/ 768401 w 1385794"/>
                <a:gd name="connsiteY1218" fmla="*/ 633367 h 1212067"/>
                <a:gd name="connsiteX1219" fmla="*/ 770690 w 1385794"/>
                <a:gd name="connsiteY1219" fmla="*/ 632930 h 1212067"/>
                <a:gd name="connsiteX1220" fmla="*/ 773079 w 1385794"/>
                <a:gd name="connsiteY1220" fmla="*/ 632291 h 1212067"/>
                <a:gd name="connsiteX1221" fmla="*/ 774930 w 1385794"/>
                <a:gd name="connsiteY1221" fmla="*/ 630541 h 1212067"/>
                <a:gd name="connsiteX1222" fmla="*/ 774830 w 1385794"/>
                <a:gd name="connsiteY1222" fmla="*/ 628927 h 1212067"/>
                <a:gd name="connsiteX1223" fmla="*/ 774291 w 1385794"/>
                <a:gd name="connsiteY1223" fmla="*/ 626437 h 1212067"/>
                <a:gd name="connsiteX1224" fmla="*/ 774055 w 1385794"/>
                <a:gd name="connsiteY1224" fmla="*/ 624587 h 1212067"/>
                <a:gd name="connsiteX1225" fmla="*/ 774156 w 1385794"/>
                <a:gd name="connsiteY1225" fmla="*/ 621761 h 1212067"/>
                <a:gd name="connsiteX1226" fmla="*/ 775233 w 1385794"/>
                <a:gd name="connsiteY1226" fmla="*/ 619575 h 1212067"/>
                <a:gd name="connsiteX1227" fmla="*/ 775873 w 1385794"/>
                <a:gd name="connsiteY1227" fmla="*/ 618700 h 1212067"/>
                <a:gd name="connsiteX1228" fmla="*/ 777522 w 1385794"/>
                <a:gd name="connsiteY1228" fmla="*/ 615975 h 1212067"/>
                <a:gd name="connsiteX1229" fmla="*/ 779272 w 1385794"/>
                <a:gd name="connsiteY1229" fmla="*/ 612611 h 1212067"/>
                <a:gd name="connsiteX1230" fmla="*/ 779810 w 1385794"/>
                <a:gd name="connsiteY1230" fmla="*/ 610425 h 1212067"/>
                <a:gd name="connsiteX1231" fmla="*/ 779911 w 1385794"/>
                <a:gd name="connsiteY1231" fmla="*/ 608373 h 1212067"/>
                <a:gd name="connsiteX1232" fmla="*/ 780988 w 1385794"/>
                <a:gd name="connsiteY1232" fmla="*/ 607162 h 1212067"/>
                <a:gd name="connsiteX1233" fmla="*/ 783277 w 1385794"/>
                <a:gd name="connsiteY1233" fmla="*/ 606388 h 1212067"/>
                <a:gd name="connsiteX1234" fmla="*/ 786003 w 1385794"/>
                <a:gd name="connsiteY1234" fmla="*/ 607599 h 1212067"/>
                <a:gd name="connsiteX1235" fmla="*/ 789469 w 1385794"/>
                <a:gd name="connsiteY1235" fmla="*/ 610324 h 1212067"/>
                <a:gd name="connsiteX1236" fmla="*/ 789705 w 1385794"/>
                <a:gd name="connsiteY1236" fmla="*/ 612712 h 1212067"/>
                <a:gd name="connsiteX1237" fmla="*/ 789705 w 1385794"/>
                <a:gd name="connsiteY1237" fmla="*/ 614899 h 1212067"/>
                <a:gd name="connsiteX1238" fmla="*/ 790041 w 1385794"/>
                <a:gd name="connsiteY1238" fmla="*/ 616951 h 1212067"/>
                <a:gd name="connsiteX1239" fmla="*/ 791657 w 1385794"/>
                <a:gd name="connsiteY1239" fmla="*/ 618700 h 1212067"/>
                <a:gd name="connsiteX1240" fmla="*/ 793609 w 1385794"/>
                <a:gd name="connsiteY1240" fmla="*/ 621190 h 1212067"/>
                <a:gd name="connsiteX1241" fmla="*/ 794147 w 1385794"/>
                <a:gd name="connsiteY1241" fmla="*/ 623141 h 1212067"/>
                <a:gd name="connsiteX1242" fmla="*/ 793811 w 1385794"/>
                <a:gd name="connsiteY1242" fmla="*/ 625092 h 1212067"/>
                <a:gd name="connsiteX1243" fmla="*/ 793373 w 1385794"/>
                <a:gd name="connsiteY1243" fmla="*/ 626841 h 1212067"/>
                <a:gd name="connsiteX1244" fmla="*/ 792599 w 1385794"/>
                <a:gd name="connsiteY1244" fmla="*/ 628893 h 1212067"/>
                <a:gd name="connsiteX1245" fmla="*/ 791926 w 1385794"/>
                <a:gd name="connsiteY1245" fmla="*/ 630541 h 1212067"/>
                <a:gd name="connsiteX1246" fmla="*/ 791287 w 1385794"/>
                <a:gd name="connsiteY1246" fmla="*/ 632291 h 1212067"/>
                <a:gd name="connsiteX1247" fmla="*/ 789772 w 1385794"/>
                <a:gd name="connsiteY1247" fmla="*/ 633804 h 1212067"/>
                <a:gd name="connsiteX1248" fmla="*/ 788460 w 1385794"/>
                <a:gd name="connsiteY1248" fmla="*/ 634578 h 1212067"/>
                <a:gd name="connsiteX1249" fmla="*/ 787685 w 1385794"/>
                <a:gd name="connsiteY1249" fmla="*/ 638043 h 1212067"/>
                <a:gd name="connsiteX1250" fmla="*/ 787248 w 1385794"/>
                <a:gd name="connsiteY1250" fmla="*/ 640330 h 1212067"/>
                <a:gd name="connsiteX1251" fmla="*/ 787147 w 1385794"/>
                <a:gd name="connsiteY1251" fmla="*/ 643055 h 1212067"/>
                <a:gd name="connsiteX1252" fmla="*/ 788460 w 1385794"/>
                <a:gd name="connsiteY1252" fmla="*/ 644367 h 1212067"/>
                <a:gd name="connsiteX1253" fmla="*/ 792263 w 1385794"/>
                <a:gd name="connsiteY1253" fmla="*/ 646991 h 1212067"/>
                <a:gd name="connsiteX1254" fmla="*/ 797816 w 1385794"/>
                <a:gd name="connsiteY1254" fmla="*/ 649918 h 1212067"/>
                <a:gd name="connsiteX1255" fmla="*/ 803133 w 1385794"/>
                <a:gd name="connsiteY1255" fmla="*/ 651667 h 1212067"/>
                <a:gd name="connsiteX1256" fmla="*/ 806162 w 1385794"/>
                <a:gd name="connsiteY1256" fmla="*/ 652979 h 1212067"/>
                <a:gd name="connsiteX1257" fmla="*/ 807239 w 1385794"/>
                <a:gd name="connsiteY1257" fmla="*/ 653315 h 1212067"/>
                <a:gd name="connsiteX1258" fmla="*/ 812556 w 1385794"/>
                <a:gd name="connsiteY1258" fmla="*/ 655704 h 1212067"/>
                <a:gd name="connsiteX1259" fmla="*/ 815282 w 1385794"/>
                <a:gd name="connsiteY1259" fmla="*/ 659169 h 1212067"/>
                <a:gd name="connsiteX1260" fmla="*/ 818648 w 1385794"/>
                <a:gd name="connsiteY1260" fmla="*/ 661658 h 1212067"/>
                <a:gd name="connsiteX1261" fmla="*/ 823427 w 1385794"/>
                <a:gd name="connsiteY1261" fmla="*/ 664686 h 1212067"/>
                <a:gd name="connsiteX1262" fmla="*/ 826254 w 1385794"/>
                <a:gd name="connsiteY1262" fmla="*/ 668689 h 1212067"/>
                <a:gd name="connsiteX1263" fmla="*/ 829081 w 1385794"/>
                <a:gd name="connsiteY1263" fmla="*/ 671178 h 1212067"/>
                <a:gd name="connsiteX1264" fmla="*/ 830494 w 1385794"/>
                <a:gd name="connsiteY1264" fmla="*/ 673129 h 1212067"/>
                <a:gd name="connsiteX1265" fmla="*/ 832783 w 1385794"/>
                <a:gd name="connsiteY1265" fmla="*/ 675719 h 1212067"/>
                <a:gd name="connsiteX1266" fmla="*/ 834095 w 1385794"/>
                <a:gd name="connsiteY1266" fmla="*/ 678343 h 1212067"/>
                <a:gd name="connsiteX1267" fmla="*/ 834196 w 1385794"/>
                <a:gd name="connsiteY1267" fmla="*/ 681943 h 1212067"/>
                <a:gd name="connsiteX1268" fmla="*/ 832446 w 1385794"/>
                <a:gd name="connsiteY1268" fmla="*/ 683457 h 1212067"/>
                <a:gd name="connsiteX1269" fmla="*/ 830057 w 1385794"/>
                <a:gd name="connsiteY1269" fmla="*/ 684331 h 1212067"/>
                <a:gd name="connsiteX1270" fmla="*/ 828542 w 1385794"/>
                <a:gd name="connsiteY1270" fmla="*/ 685206 h 1212067"/>
                <a:gd name="connsiteX1271" fmla="*/ 827768 w 1385794"/>
                <a:gd name="connsiteY1271" fmla="*/ 687695 h 1212067"/>
                <a:gd name="connsiteX1272" fmla="*/ 826355 w 1385794"/>
                <a:gd name="connsiteY1272" fmla="*/ 692136 h 1212067"/>
                <a:gd name="connsiteX1273" fmla="*/ 825244 w 1385794"/>
                <a:gd name="connsiteY1273" fmla="*/ 694827 h 1212067"/>
                <a:gd name="connsiteX1274" fmla="*/ 824268 w 1385794"/>
                <a:gd name="connsiteY1274" fmla="*/ 696879 h 1212067"/>
                <a:gd name="connsiteX1275" fmla="*/ 822518 w 1385794"/>
                <a:gd name="connsiteY1275" fmla="*/ 697854 h 1212067"/>
                <a:gd name="connsiteX1276" fmla="*/ 821004 w 1385794"/>
                <a:gd name="connsiteY1276" fmla="*/ 702328 h 1212067"/>
                <a:gd name="connsiteX1277" fmla="*/ 823629 w 1385794"/>
                <a:gd name="connsiteY1277" fmla="*/ 703640 h 1212067"/>
                <a:gd name="connsiteX1278" fmla="*/ 828845 w 1385794"/>
                <a:gd name="connsiteY1278" fmla="*/ 705154 h 1212067"/>
                <a:gd name="connsiteX1279" fmla="*/ 832985 w 1385794"/>
                <a:gd name="connsiteY1279" fmla="*/ 707643 h 1212067"/>
                <a:gd name="connsiteX1280" fmla="*/ 834634 w 1385794"/>
                <a:gd name="connsiteY1280" fmla="*/ 709157 h 1212067"/>
                <a:gd name="connsiteX1281" fmla="*/ 837898 w 1385794"/>
                <a:gd name="connsiteY1281" fmla="*/ 711781 h 1212067"/>
                <a:gd name="connsiteX1282" fmla="*/ 840624 w 1385794"/>
                <a:gd name="connsiteY1282" fmla="*/ 713093 h 1212067"/>
                <a:gd name="connsiteX1283" fmla="*/ 842139 w 1385794"/>
                <a:gd name="connsiteY1283" fmla="*/ 714943 h 1212067"/>
                <a:gd name="connsiteX1284" fmla="*/ 842576 w 1385794"/>
                <a:gd name="connsiteY1284" fmla="*/ 718105 h 1212067"/>
                <a:gd name="connsiteX1285" fmla="*/ 842812 w 1385794"/>
                <a:gd name="connsiteY1285" fmla="*/ 720056 h 1212067"/>
                <a:gd name="connsiteX1286" fmla="*/ 842273 w 1385794"/>
                <a:gd name="connsiteY1286" fmla="*/ 721907 h 1212067"/>
                <a:gd name="connsiteX1287" fmla="*/ 840860 w 1385794"/>
                <a:gd name="connsiteY1287" fmla="*/ 723959 h 1212067"/>
                <a:gd name="connsiteX1288" fmla="*/ 840321 w 1385794"/>
                <a:gd name="connsiteY1288" fmla="*/ 724295 h 1212067"/>
                <a:gd name="connsiteX1289" fmla="*/ 838470 w 1385794"/>
                <a:gd name="connsiteY1289" fmla="*/ 726347 h 1212067"/>
                <a:gd name="connsiteX1290" fmla="*/ 836417 w 1385794"/>
                <a:gd name="connsiteY1290" fmla="*/ 727424 h 1212067"/>
                <a:gd name="connsiteX1291" fmla="*/ 834465 w 1385794"/>
                <a:gd name="connsiteY1291" fmla="*/ 728500 h 1212067"/>
                <a:gd name="connsiteX1292" fmla="*/ 832715 w 1385794"/>
                <a:gd name="connsiteY1292" fmla="*/ 731326 h 1212067"/>
                <a:gd name="connsiteX1293" fmla="*/ 832513 w 1385794"/>
                <a:gd name="connsiteY1293" fmla="*/ 734151 h 1212067"/>
                <a:gd name="connsiteX1294" fmla="*/ 832951 w 1385794"/>
                <a:gd name="connsiteY1294" fmla="*/ 736002 h 1212067"/>
                <a:gd name="connsiteX1295" fmla="*/ 840119 w 1385794"/>
                <a:gd name="connsiteY1295" fmla="*/ 738928 h 1212067"/>
                <a:gd name="connsiteX1296" fmla="*/ 840994 w 1385794"/>
                <a:gd name="connsiteY1296" fmla="*/ 739567 h 1212067"/>
                <a:gd name="connsiteX1297" fmla="*/ 841768 w 1385794"/>
                <a:gd name="connsiteY1297" fmla="*/ 741754 h 1212067"/>
                <a:gd name="connsiteX1298" fmla="*/ 842745 w 1385794"/>
                <a:gd name="connsiteY1298" fmla="*/ 744916 h 1212067"/>
                <a:gd name="connsiteX1299" fmla="*/ 843821 w 1385794"/>
                <a:gd name="connsiteY1299" fmla="*/ 748616 h 1212067"/>
                <a:gd name="connsiteX1300" fmla="*/ 843956 w 1385794"/>
                <a:gd name="connsiteY1300" fmla="*/ 752956 h 1212067"/>
                <a:gd name="connsiteX1301" fmla="*/ 844057 w 1385794"/>
                <a:gd name="connsiteY1301" fmla="*/ 757094 h 1212067"/>
                <a:gd name="connsiteX1302" fmla="*/ 844932 w 1385794"/>
                <a:gd name="connsiteY1302" fmla="*/ 762409 h 1212067"/>
                <a:gd name="connsiteX1303" fmla="*/ 848971 w 1385794"/>
                <a:gd name="connsiteY1303" fmla="*/ 766008 h 1212067"/>
                <a:gd name="connsiteX1304" fmla="*/ 852672 w 1385794"/>
                <a:gd name="connsiteY1304" fmla="*/ 768296 h 1212067"/>
                <a:gd name="connsiteX1305" fmla="*/ 856375 w 1385794"/>
                <a:gd name="connsiteY1305" fmla="*/ 771996 h 1212067"/>
                <a:gd name="connsiteX1306" fmla="*/ 859976 w 1385794"/>
                <a:gd name="connsiteY1306" fmla="*/ 774586 h 1212067"/>
                <a:gd name="connsiteX1307" fmla="*/ 861625 w 1385794"/>
                <a:gd name="connsiteY1307" fmla="*/ 775562 h 1212067"/>
                <a:gd name="connsiteX1308" fmla="*/ 864115 w 1385794"/>
                <a:gd name="connsiteY1308" fmla="*/ 778589 h 1212067"/>
                <a:gd name="connsiteX1309" fmla="*/ 864553 w 1385794"/>
                <a:gd name="connsiteY1309" fmla="*/ 780978 h 1212067"/>
                <a:gd name="connsiteX1310" fmla="*/ 865327 w 1385794"/>
                <a:gd name="connsiteY1310" fmla="*/ 782391 h 1212067"/>
                <a:gd name="connsiteX1311" fmla="*/ 867952 w 1385794"/>
                <a:gd name="connsiteY1311" fmla="*/ 783366 h 1212067"/>
                <a:gd name="connsiteX1312" fmla="*/ 868726 w 1385794"/>
                <a:gd name="connsiteY1312" fmla="*/ 783804 h 1212067"/>
                <a:gd name="connsiteX1313" fmla="*/ 867413 w 1385794"/>
                <a:gd name="connsiteY1313" fmla="*/ 786831 h 1212067"/>
                <a:gd name="connsiteX1314" fmla="*/ 866538 w 1385794"/>
                <a:gd name="connsiteY1314" fmla="*/ 790397 h 1212067"/>
                <a:gd name="connsiteX1315" fmla="*/ 860783 w 1385794"/>
                <a:gd name="connsiteY1315" fmla="*/ 794736 h 1212067"/>
                <a:gd name="connsiteX1316" fmla="*/ 858495 w 1385794"/>
                <a:gd name="connsiteY1316" fmla="*/ 796149 h 1212067"/>
                <a:gd name="connsiteX1317" fmla="*/ 856442 w 1385794"/>
                <a:gd name="connsiteY1317" fmla="*/ 799951 h 1212067"/>
                <a:gd name="connsiteX1318" fmla="*/ 856105 w 1385794"/>
                <a:gd name="connsiteY1318" fmla="*/ 800724 h 1212067"/>
                <a:gd name="connsiteX1319" fmla="*/ 855903 w 1385794"/>
                <a:gd name="connsiteY1319" fmla="*/ 802675 h 1212067"/>
                <a:gd name="connsiteX1320" fmla="*/ 856980 w 1385794"/>
                <a:gd name="connsiteY1320" fmla="*/ 805165 h 1212067"/>
                <a:gd name="connsiteX1321" fmla="*/ 857620 w 1385794"/>
                <a:gd name="connsiteY1321" fmla="*/ 806477 h 1212067"/>
                <a:gd name="connsiteX1322" fmla="*/ 859235 w 1385794"/>
                <a:gd name="connsiteY1322" fmla="*/ 808966 h 1212067"/>
                <a:gd name="connsiteX1323" fmla="*/ 859235 w 1385794"/>
                <a:gd name="connsiteY1323" fmla="*/ 810715 h 1212067"/>
                <a:gd name="connsiteX1324" fmla="*/ 859336 w 1385794"/>
                <a:gd name="connsiteY1324" fmla="*/ 814517 h 1212067"/>
                <a:gd name="connsiteX1325" fmla="*/ 859336 w 1385794"/>
                <a:gd name="connsiteY1325" fmla="*/ 818217 h 1212067"/>
                <a:gd name="connsiteX1326" fmla="*/ 859235 w 1385794"/>
                <a:gd name="connsiteY1326" fmla="*/ 821917 h 1212067"/>
                <a:gd name="connsiteX1327" fmla="*/ 858798 w 1385794"/>
                <a:gd name="connsiteY1327" fmla="*/ 825718 h 1212067"/>
                <a:gd name="connsiteX1328" fmla="*/ 858697 w 1385794"/>
                <a:gd name="connsiteY1328" fmla="*/ 827131 h 1212067"/>
                <a:gd name="connsiteX1329" fmla="*/ 858461 w 1385794"/>
                <a:gd name="connsiteY1329" fmla="*/ 828342 h 1212067"/>
                <a:gd name="connsiteX1330" fmla="*/ 857283 w 1385794"/>
                <a:gd name="connsiteY1330" fmla="*/ 829318 h 1212067"/>
                <a:gd name="connsiteX1331" fmla="*/ 854221 w 1385794"/>
                <a:gd name="connsiteY1331" fmla="*/ 828881 h 1212067"/>
                <a:gd name="connsiteX1332" fmla="*/ 851629 w 1385794"/>
                <a:gd name="connsiteY1332" fmla="*/ 828107 h 1212067"/>
                <a:gd name="connsiteX1333" fmla="*/ 846076 w 1385794"/>
                <a:gd name="connsiteY1333" fmla="*/ 827468 h 1212067"/>
                <a:gd name="connsiteX1334" fmla="*/ 841836 w 1385794"/>
                <a:gd name="connsiteY1334" fmla="*/ 829520 h 1212067"/>
                <a:gd name="connsiteX1335" fmla="*/ 837932 w 1385794"/>
                <a:gd name="connsiteY1335" fmla="*/ 831370 h 1212067"/>
                <a:gd name="connsiteX1336" fmla="*/ 836619 w 1385794"/>
                <a:gd name="connsiteY1336" fmla="*/ 831706 h 1212067"/>
                <a:gd name="connsiteX1337" fmla="*/ 833691 w 1385794"/>
                <a:gd name="connsiteY1337" fmla="*/ 832682 h 1212067"/>
                <a:gd name="connsiteX1338" fmla="*/ 834566 w 1385794"/>
                <a:gd name="connsiteY1338" fmla="*/ 835609 h 1212067"/>
                <a:gd name="connsiteX1339" fmla="*/ 835105 w 1385794"/>
                <a:gd name="connsiteY1339" fmla="*/ 838098 h 1212067"/>
                <a:gd name="connsiteX1340" fmla="*/ 835441 w 1385794"/>
                <a:gd name="connsiteY1340" fmla="*/ 839948 h 1212067"/>
                <a:gd name="connsiteX1341" fmla="*/ 835643 w 1385794"/>
                <a:gd name="connsiteY1341" fmla="*/ 844187 h 1212067"/>
                <a:gd name="connsiteX1342" fmla="*/ 836417 w 1385794"/>
                <a:gd name="connsiteY1342" fmla="*/ 847988 h 1212067"/>
                <a:gd name="connsiteX1343" fmla="*/ 837292 w 1385794"/>
                <a:gd name="connsiteY1343" fmla="*/ 851049 h 1212067"/>
                <a:gd name="connsiteX1344" fmla="*/ 838066 w 1385794"/>
                <a:gd name="connsiteY1344" fmla="*/ 855490 h 1212067"/>
                <a:gd name="connsiteX1345" fmla="*/ 837965 w 1385794"/>
                <a:gd name="connsiteY1345" fmla="*/ 857777 h 1212067"/>
                <a:gd name="connsiteX1346" fmla="*/ 837763 w 1385794"/>
                <a:gd name="connsiteY1346" fmla="*/ 862117 h 1212067"/>
                <a:gd name="connsiteX1347" fmla="*/ 836451 w 1385794"/>
                <a:gd name="connsiteY1347" fmla="*/ 864942 h 1212067"/>
                <a:gd name="connsiteX1348" fmla="*/ 833860 w 1385794"/>
                <a:gd name="connsiteY1348" fmla="*/ 866591 h 1212067"/>
                <a:gd name="connsiteX1349" fmla="*/ 829081 w 1385794"/>
                <a:gd name="connsiteY1349" fmla="*/ 867028 h 1212067"/>
                <a:gd name="connsiteX1350" fmla="*/ 825816 w 1385794"/>
                <a:gd name="connsiteY1350" fmla="*/ 864539 h 1212067"/>
                <a:gd name="connsiteX1351" fmla="*/ 821138 w 1385794"/>
                <a:gd name="connsiteY1351" fmla="*/ 862352 h 1212067"/>
                <a:gd name="connsiteX1352" fmla="*/ 816460 w 1385794"/>
                <a:gd name="connsiteY1352" fmla="*/ 863765 h 1212067"/>
                <a:gd name="connsiteX1353" fmla="*/ 814845 w 1385794"/>
                <a:gd name="connsiteY1353" fmla="*/ 867903 h 1212067"/>
                <a:gd name="connsiteX1354" fmla="*/ 810941 w 1385794"/>
                <a:gd name="connsiteY1354" fmla="*/ 870829 h 1212067"/>
                <a:gd name="connsiteX1355" fmla="*/ 807676 w 1385794"/>
                <a:gd name="connsiteY1355" fmla="*/ 873655 h 1212067"/>
                <a:gd name="connsiteX1356" fmla="*/ 805388 w 1385794"/>
                <a:gd name="connsiteY1356" fmla="*/ 875068 h 1212067"/>
                <a:gd name="connsiteX1357" fmla="*/ 803200 w 1385794"/>
                <a:gd name="connsiteY1357" fmla="*/ 873117 h 1212067"/>
                <a:gd name="connsiteX1358" fmla="*/ 799296 w 1385794"/>
                <a:gd name="connsiteY1358" fmla="*/ 872780 h 1212067"/>
                <a:gd name="connsiteX1359" fmla="*/ 796469 w 1385794"/>
                <a:gd name="connsiteY1359" fmla="*/ 873991 h 1212067"/>
                <a:gd name="connsiteX1360" fmla="*/ 795392 w 1385794"/>
                <a:gd name="connsiteY1360" fmla="*/ 875505 h 1212067"/>
                <a:gd name="connsiteX1361" fmla="*/ 794248 w 1385794"/>
                <a:gd name="connsiteY1361" fmla="*/ 878095 h 1212067"/>
                <a:gd name="connsiteX1362" fmla="*/ 793306 w 1385794"/>
                <a:gd name="connsiteY1362" fmla="*/ 881695 h 1212067"/>
                <a:gd name="connsiteX1363" fmla="*/ 793306 w 1385794"/>
                <a:gd name="connsiteY1363" fmla="*/ 884319 h 1212067"/>
                <a:gd name="connsiteX1364" fmla="*/ 793844 w 1385794"/>
                <a:gd name="connsiteY1364" fmla="*/ 887044 h 1212067"/>
                <a:gd name="connsiteX1365" fmla="*/ 794484 w 1385794"/>
                <a:gd name="connsiteY1365" fmla="*/ 889533 h 1212067"/>
                <a:gd name="connsiteX1366" fmla="*/ 797210 w 1385794"/>
                <a:gd name="connsiteY1366" fmla="*/ 891719 h 1212067"/>
                <a:gd name="connsiteX1367" fmla="*/ 801551 w 1385794"/>
                <a:gd name="connsiteY1367" fmla="*/ 892931 h 1212067"/>
                <a:gd name="connsiteX1368" fmla="*/ 803941 w 1385794"/>
                <a:gd name="connsiteY1368" fmla="*/ 896093 h 1212067"/>
                <a:gd name="connsiteX1369" fmla="*/ 804479 w 1385794"/>
                <a:gd name="connsiteY1369" fmla="*/ 898145 h 1212067"/>
                <a:gd name="connsiteX1370" fmla="*/ 804580 w 1385794"/>
                <a:gd name="connsiteY1370" fmla="*/ 899457 h 1212067"/>
                <a:gd name="connsiteX1371" fmla="*/ 803402 w 1385794"/>
                <a:gd name="connsiteY1371" fmla="*/ 902921 h 1212067"/>
                <a:gd name="connsiteX1372" fmla="*/ 801349 w 1385794"/>
                <a:gd name="connsiteY1372" fmla="*/ 905747 h 1212067"/>
                <a:gd name="connsiteX1373" fmla="*/ 797647 w 1385794"/>
                <a:gd name="connsiteY1373" fmla="*/ 908472 h 1212067"/>
                <a:gd name="connsiteX1374" fmla="*/ 795359 w 1385794"/>
                <a:gd name="connsiteY1374" fmla="*/ 909885 h 1212067"/>
                <a:gd name="connsiteX1375" fmla="*/ 793272 w 1385794"/>
                <a:gd name="connsiteY1375" fmla="*/ 912475 h 1212067"/>
                <a:gd name="connsiteX1376" fmla="*/ 791758 w 1385794"/>
                <a:gd name="connsiteY1376" fmla="*/ 914863 h 1212067"/>
                <a:gd name="connsiteX1377" fmla="*/ 788493 w 1385794"/>
                <a:gd name="connsiteY1377" fmla="*/ 916478 h 1212067"/>
                <a:gd name="connsiteX1378" fmla="*/ 785666 w 1385794"/>
                <a:gd name="connsiteY1378" fmla="*/ 917790 h 1212067"/>
                <a:gd name="connsiteX1379" fmla="*/ 781964 w 1385794"/>
                <a:gd name="connsiteY1379" fmla="*/ 918665 h 1212067"/>
                <a:gd name="connsiteX1380" fmla="*/ 779676 w 1385794"/>
                <a:gd name="connsiteY1380" fmla="*/ 919539 h 1212067"/>
                <a:gd name="connsiteX1381" fmla="*/ 775873 w 1385794"/>
                <a:gd name="connsiteY1381" fmla="*/ 921726 h 1212067"/>
                <a:gd name="connsiteX1382" fmla="*/ 771969 w 1385794"/>
                <a:gd name="connsiteY1382" fmla="*/ 922601 h 1212067"/>
                <a:gd name="connsiteX1383" fmla="*/ 769142 w 1385794"/>
                <a:gd name="connsiteY1383" fmla="*/ 924114 h 1212067"/>
                <a:gd name="connsiteX1384" fmla="*/ 764363 w 1385794"/>
                <a:gd name="connsiteY1384" fmla="*/ 925965 h 1212067"/>
                <a:gd name="connsiteX1385" fmla="*/ 761772 w 1385794"/>
                <a:gd name="connsiteY1385" fmla="*/ 927579 h 1212067"/>
                <a:gd name="connsiteX1386" fmla="*/ 759820 w 1385794"/>
                <a:gd name="connsiteY1386" fmla="*/ 929531 h 1212067"/>
                <a:gd name="connsiteX1387" fmla="*/ 758069 w 1385794"/>
                <a:gd name="connsiteY1387" fmla="*/ 931717 h 1212067"/>
                <a:gd name="connsiteX1388" fmla="*/ 757632 w 1385794"/>
                <a:gd name="connsiteY1388" fmla="*/ 934980 h 1212067"/>
                <a:gd name="connsiteX1389" fmla="*/ 757868 w 1385794"/>
                <a:gd name="connsiteY1389" fmla="*/ 937469 h 1212067"/>
                <a:gd name="connsiteX1390" fmla="*/ 758507 w 1385794"/>
                <a:gd name="connsiteY1390" fmla="*/ 940632 h 1212067"/>
                <a:gd name="connsiteX1391" fmla="*/ 758507 w 1385794"/>
                <a:gd name="connsiteY1391" fmla="*/ 943424 h 1212067"/>
                <a:gd name="connsiteX1392" fmla="*/ 758305 w 1385794"/>
                <a:gd name="connsiteY1392" fmla="*/ 945173 h 1212067"/>
                <a:gd name="connsiteX1393" fmla="*/ 758406 w 1385794"/>
                <a:gd name="connsiteY1393" fmla="*/ 946922 h 1212067"/>
                <a:gd name="connsiteX1394" fmla="*/ 758137 w 1385794"/>
                <a:gd name="connsiteY1394" fmla="*/ 948840 h 1212067"/>
                <a:gd name="connsiteX1395" fmla="*/ 757497 w 1385794"/>
                <a:gd name="connsiteY1395" fmla="*/ 949210 h 1212067"/>
                <a:gd name="connsiteX1396" fmla="*/ 756252 w 1385794"/>
                <a:gd name="connsiteY1396" fmla="*/ 950017 h 1212067"/>
                <a:gd name="connsiteX1397" fmla="*/ 754502 w 1385794"/>
                <a:gd name="connsiteY1397" fmla="*/ 950017 h 1212067"/>
                <a:gd name="connsiteX1398" fmla="*/ 752550 w 1385794"/>
                <a:gd name="connsiteY1398" fmla="*/ 949512 h 1212067"/>
                <a:gd name="connsiteX1399" fmla="*/ 750766 w 1385794"/>
                <a:gd name="connsiteY1399" fmla="*/ 948099 h 1212067"/>
                <a:gd name="connsiteX1400" fmla="*/ 748882 w 1385794"/>
                <a:gd name="connsiteY1400" fmla="*/ 945980 h 1212067"/>
                <a:gd name="connsiteX1401" fmla="*/ 746425 w 1385794"/>
                <a:gd name="connsiteY1401" fmla="*/ 946417 h 1212067"/>
                <a:gd name="connsiteX1402" fmla="*/ 743867 w 1385794"/>
                <a:gd name="connsiteY1402" fmla="*/ 947662 h 1212067"/>
                <a:gd name="connsiteX1403" fmla="*/ 741478 w 1385794"/>
                <a:gd name="connsiteY1403" fmla="*/ 948739 h 1212067"/>
                <a:gd name="connsiteX1404" fmla="*/ 739189 w 1385794"/>
                <a:gd name="connsiteY1404" fmla="*/ 949546 h 1212067"/>
                <a:gd name="connsiteX1405" fmla="*/ 737136 w 1385794"/>
                <a:gd name="connsiteY1405" fmla="*/ 950723 h 1212067"/>
                <a:gd name="connsiteX1406" fmla="*/ 735521 w 1385794"/>
                <a:gd name="connsiteY1406" fmla="*/ 953011 h 1212067"/>
                <a:gd name="connsiteX1407" fmla="*/ 734444 w 1385794"/>
                <a:gd name="connsiteY1407" fmla="*/ 955904 h 1212067"/>
                <a:gd name="connsiteX1408" fmla="*/ 734107 w 1385794"/>
                <a:gd name="connsiteY1408" fmla="*/ 957922 h 1212067"/>
                <a:gd name="connsiteX1409" fmla="*/ 734208 w 1385794"/>
                <a:gd name="connsiteY1409" fmla="*/ 959604 h 1212067"/>
                <a:gd name="connsiteX1410" fmla="*/ 735958 w 1385794"/>
                <a:gd name="connsiteY1410" fmla="*/ 963742 h 1212067"/>
                <a:gd name="connsiteX1411" fmla="*/ 737742 w 1385794"/>
                <a:gd name="connsiteY1411" fmla="*/ 965626 h 1212067"/>
                <a:gd name="connsiteX1412" fmla="*/ 742050 w 1385794"/>
                <a:gd name="connsiteY1412" fmla="*/ 966433 h 1212067"/>
                <a:gd name="connsiteX1413" fmla="*/ 744540 w 1385794"/>
                <a:gd name="connsiteY1413" fmla="*/ 964112 h 1212067"/>
                <a:gd name="connsiteX1414" fmla="*/ 746492 w 1385794"/>
                <a:gd name="connsiteY1414" fmla="*/ 961656 h 1212067"/>
                <a:gd name="connsiteX1415" fmla="*/ 748545 w 1385794"/>
                <a:gd name="connsiteY1415" fmla="*/ 959873 h 1212067"/>
                <a:gd name="connsiteX1416" fmla="*/ 751978 w 1385794"/>
                <a:gd name="connsiteY1416" fmla="*/ 958797 h 1212067"/>
                <a:gd name="connsiteX1417" fmla="*/ 755411 w 1385794"/>
                <a:gd name="connsiteY1417" fmla="*/ 959840 h 1212067"/>
                <a:gd name="connsiteX1418" fmla="*/ 756656 w 1385794"/>
                <a:gd name="connsiteY1418" fmla="*/ 961690 h 1212067"/>
                <a:gd name="connsiteX1419" fmla="*/ 756925 w 1385794"/>
                <a:gd name="connsiteY1419" fmla="*/ 963607 h 1212067"/>
                <a:gd name="connsiteX1420" fmla="*/ 756017 w 1385794"/>
                <a:gd name="connsiteY1420" fmla="*/ 966635 h 1212067"/>
                <a:gd name="connsiteX1421" fmla="*/ 755074 w 1385794"/>
                <a:gd name="connsiteY1421" fmla="*/ 968855 h 1212067"/>
                <a:gd name="connsiteX1422" fmla="*/ 755074 w 1385794"/>
                <a:gd name="connsiteY1422" fmla="*/ 969494 h 1212067"/>
                <a:gd name="connsiteX1423" fmla="*/ 757295 w 1385794"/>
                <a:gd name="connsiteY1423" fmla="*/ 972253 h 1212067"/>
                <a:gd name="connsiteX1424" fmla="*/ 760122 w 1385794"/>
                <a:gd name="connsiteY1424" fmla="*/ 974036 h 1212067"/>
                <a:gd name="connsiteX1425" fmla="*/ 764026 w 1385794"/>
                <a:gd name="connsiteY1425" fmla="*/ 975650 h 1212067"/>
                <a:gd name="connsiteX1426" fmla="*/ 768469 w 1385794"/>
                <a:gd name="connsiteY1426" fmla="*/ 976727 h 1212067"/>
                <a:gd name="connsiteX1427" fmla="*/ 770690 w 1385794"/>
                <a:gd name="connsiteY1427" fmla="*/ 976525 h 1212067"/>
                <a:gd name="connsiteX1428" fmla="*/ 775099 w 1385794"/>
                <a:gd name="connsiteY1428" fmla="*/ 978577 h 1212067"/>
                <a:gd name="connsiteX1429" fmla="*/ 776950 w 1385794"/>
                <a:gd name="connsiteY1429" fmla="*/ 980595 h 1212067"/>
                <a:gd name="connsiteX1430" fmla="*/ 777017 w 1385794"/>
                <a:gd name="connsiteY1430" fmla="*/ 981907 h 1212067"/>
                <a:gd name="connsiteX1431" fmla="*/ 777825 w 1385794"/>
                <a:gd name="connsiteY1431" fmla="*/ 987021 h 1212067"/>
                <a:gd name="connsiteX1432" fmla="*/ 777724 w 1385794"/>
                <a:gd name="connsiteY1432" fmla="*/ 988433 h 1212067"/>
                <a:gd name="connsiteX1433" fmla="*/ 778060 w 1385794"/>
                <a:gd name="connsiteY1433" fmla="*/ 991595 h 1212067"/>
                <a:gd name="connsiteX1434" fmla="*/ 778397 w 1385794"/>
                <a:gd name="connsiteY1434" fmla="*/ 993547 h 1212067"/>
                <a:gd name="connsiteX1435" fmla="*/ 781224 w 1385794"/>
                <a:gd name="connsiteY1435" fmla="*/ 995229 h 1212067"/>
                <a:gd name="connsiteX1436" fmla="*/ 781830 w 1385794"/>
                <a:gd name="connsiteY1436" fmla="*/ 996810 h 1212067"/>
                <a:gd name="connsiteX1437" fmla="*/ 780786 w 1385794"/>
                <a:gd name="connsiteY1437" fmla="*/ 997853 h 1212067"/>
                <a:gd name="connsiteX1438" fmla="*/ 778296 w 1385794"/>
                <a:gd name="connsiteY1438" fmla="*/ 999030 h 1212067"/>
                <a:gd name="connsiteX1439" fmla="*/ 775267 w 1385794"/>
                <a:gd name="connsiteY1439" fmla="*/ 999736 h 1212067"/>
                <a:gd name="connsiteX1440" fmla="*/ 771901 w 1385794"/>
                <a:gd name="connsiteY1440" fmla="*/ 1000174 h 1212067"/>
                <a:gd name="connsiteX1441" fmla="*/ 771127 w 1385794"/>
                <a:gd name="connsiteY1441" fmla="*/ 1001856 h 1212067"/>
                <a:gd name="connsiteX1442" fmla="*/ 770757 w 1385794"/>
                <a:gd name="connsiteY1442" fmla="*/ 1002932 h 1212067"/>
                <a:gd name="connsiteX1443" fmla="*/ 767291 w 1385794"/>
                <a:gd name="connsiteY1443" fmla="*/ 1003740 h 1212067"/>
                <a:gd name="connsiteX1444" fmla="*/ 765608 w 1385794"/>
                <a:gd name="connsiteY1444" fmla="*/ 1004110 h 1212067"/>
                <a:gd name="connsiteX1445" fmla="*/ 762781 w 1385794"/>
                <a:gd name="connsiteY1445" fmla="*/ 1006834 h 1212067"/>
                <a:gd name="connsiteX1446" fmla="*/ 761435 w 1385794"/>
                <a:gd name="connsiteY1446" fmla="*/ 1008886 h 1212067"/>
                <a:gd name="connsiteX1447" fmla="*/ 761098 w 1385794"/>
                <a:gd name="connsiteY1447" fmla="*/ 1011207 h 1212067"/>
                <a:gd name="connsiteX1448" fmla="*/ 760661 w 1385794"/>
                <a:gd name="connsiteY1448" fmla="*/ 1013159 h 1212067"/>
                <a:gd name="connsiteX1449" fmla="*/ 759180 w 1385794"/>
                <a:gd name="connsiteY1449" fmla="*/ 1015446 h 1212067"/>
                <a:gd name="connsiteX1450" fmla="*/ 758238 w 1385794"/>
                <a:gd name="connsiteY1450" fmla="*/ 1016422 h 1212067"/>
                <a:gd name="connsiteX1451" fmla="*/ 758069 w 1385794"/>
                <a:gd name="connsiteY1451" fmla="*/ 1019887 h 1212067"/>
                <a:gd name="connsiteX1452" fmla="*/ 756757 w 1385794"/>
                <a:gd name="connsiteY1452" fmla="*/ 1021669 h 1212067"/>
                <a:gd name="connsiteX1453" fmla="*/ 753728 w 1385794"/>
                <a:gd name="connsiteY1453" fmla="*/ 1020526 h 1212067"/>
                <a:gd name="connsiteX1454" fmla="*/ 752214 w 1385794"/>
                <a:gd name="connsiteY1454" fmla="*/ 1017868 h 1212067"/>
                <a:gd name="connsiteX1455" fmla="*/ 750295 w 1385794"/>
                <a:gd name="connsiteY1455" fmla="*/ 1016354 h 1212067"/>
                <a:gd name="connsiteX1456" fmla="*/ 748411 w 1385794"/>
                <a:gd name="connsiteY1456" fmla="*/ 1017296 h 1212067"/>
                <a:gd name="connsiteX1457" fmla="*/ 747401 w 1385794"/>
                <a:gd name="connsiteY1457" fmla="*/ 1018373 h 1212067"/>
                <a:gd name="connsiteX1458" fmla="*/ 746661 w 1385794"/>
                <a:gd name="connsiteY1458" fmla="*/ 1019819 h 1212067"/>
                <a:gd name="connsiteX1459" fmla="*/ 746156 w 1385794"/>
                <a:gd name="connsiteY1459" fmla="*/ 1020963 h 1212067"/>
                <a:gd name="connsiteX1460" fmla="*/ 745786 w 1385794"/>
                <a:gd name="connsiteY1460" fmla="*/ 1022208 h 1212067"/>
                <a:gd name="connsiteX1461" fmla="*/ 745483 w 1385794"/>
                <a:gd name="connsiteY1461" fmla="*/ 1023721 h 1212067"/>
                <a:gd name="connsiteX1462" fmla="*/ 744540 w 1385794"/>
                <a:gd name="connsiteY1462" fmla="*/ 1024966 h 1212067"/>
                <a:gd name="connsiteX1463" fmla="*/ 742353 w 1385794"/>
                <a:gd name="connsiteY1463" fmla="*/ 1025773 h 1212067"/>
                <a:gd name="connsiteX1464" fmla="*/ 741410 w 1385794"/>
                <a:gd name="connsiteY1464" fmla="*/ 1026345 h 1212067"/>
                <a:gd name="connsiteX1465" fmla="*/ 739593 w 1385794"/>
                <a:gd name="connsiteY1465" fmla="*/ 1026715 h 1212067"/>
                <a:gd name="connsiteX1466" fmla="*/ 737910 w 1385794"/>
                <a:gd name="connsiteY1466" fmla="*/ 1026715 h 1212067"/>
                <a:gd name="connsiteX1467" fmla="*/ 735218 w 1385794"/>
                <a:gd name="connsiteY1467" fmla="*/ 1026278 h 1212067"/>
                <a:gd name="connsiteX1468" fmla="*/ 734141 w 1385794"/>
                <a:gd name="connsiteY1468" fmla="*/ 1024966 h 1212067"/>
                <a:gd name="connsiteX1469" fmla="*/ 731752 w 1385794"/>
                <a:gd name="connsiteY1469" fmla="*/ 1022510 h 1212067"/>
                <a:gd name="connsiteX1470" fmla="*/ 729732 w 1385794"/>
                <a:gd name="connsiteY1470" fmla="*/ 1021064 h 1212067"/>
                <a:gd name="connsiteX1471" fmla="*/ 726703 w 1385794"/>
                <a:gd name="connsiteY1471" fmla="*/ 1018743 h 1212067"/>
                <a:gd name="connsiteX1472" fmla="*/ 723136 w 1385794"/>
                <a:gd name="connsiteY1472" fmla="*/ 1016994 h 1212067"/>
                <a:gd name="connsiteX1473" fmla="*/ 721756 w 1385794"/>
                <a:gd name="connsiteY1473" fmla="*/ 1013529 h 1212067"/>
                <a:gd name="connsiteX1474" fmla="*/ 721049 w 1385794"/>
                <a:gd name="connsiteY1474" fmla="*/ 1012082 h 1212067"/>
                <a:gd name="connsiteX1475" fmla="*/ 717650 w 1385794"/>
                <a:gd name="connsiteY1475" fmla="*/ 1010501 h 1212067"/>
                <a:gd name="connsiteX1476" fmla="*/ 714689 w 1385794"/>
                <a:gd name="connsiteY1476" fmla="*/ 1009425 h 1212067"/>
                <a:gd name="connsiteX1477" fmla="*/ 712501 w 1385794"/>
                <a:gd name="connsiteY1477" fmla="*/ 1008684 h 1212067"/>
                <a:gd name="connsiteX1478" fmla="*/ 708294 w 1385794"/>
                <a:gd name="connsiteY1478" fmla="*/ 1006935 h 1212067"/>
                <a:gd name="connsiteX1479" fmla="*/ 705400 w 1385794"/>
                <a:gd name="connsiteY1479" fmla="*/ 1005859 h 1212067"/>
                <a:gd name="connsiteX1480" fmla="*/ 702943 w 1385794"/>
                <a:gd name="connsiteY1480" fmla="*/ 1004042 h 1212067"/>
                <a:gd name="connsiteX1481" fmla="*/ 698804 w 1385794"/>
                <a:gd name="connsiteY1481" fmla="*/ 1001587 h 1212067"/>
                <a:gd name="connsiteX1482" fmla="*/ 694530 w 1385794"/>
                <a:gd name="connsiteY1482" fmla="*/ 999400 h 1212067"/>
                <a:gd name="connsiteX1483" fmla="*/ 691198 w 1385794"/>
                <a:gd name="connsiteY1483" fmla="*/ 996574 h 1212067"/>
                <a:gd name="connsiteX1484" fmla="*/ 687563 w 1385794"/>
                <a:gd name="connsiteY1484" fmla="*/ 994186 h 1212067"/>
                <a:gd name="connsiteX1485" fmla="*/ 684433 w 1385794"/>
                <a:gd name="connsiteY1485" fmla="*/ 991797 h 1212067"/>
                <a:gd name="connsiteX1486" fmla="*/ 682111 w 1385794"/>
                <a:gd name="connsiteY1486" fmla="*/ 989913 h 1212067"/>
                <a:gd name="connsiteX1487" fmla="*/ 678712 w 1385794"/>
                <a:gd name="connsiteY1487" fmla="*/ 989476 h 1212067"/>
                <a:gd name="connsiteX1488" fmla="*/ 676524 w 1385794"/>
                <a:gd name="connsiteY1488" fmla="*/ 988602 h 1212067"/>
                <a:gd name="connsiteX1489" fmla="*/ 674337 w 1385794"/>
                <a:gd name="connsiteY1489" fmla="*/ 988232 h 1212067"/>
                <a:gd name="connsiteX1490" fmla="*/ 671577 w 1385794"/>
                <a:gd name="connsiteY1490" fmla="*/ 987794 h 1212067"/>
                <a:gd name="connsiteX1491" fmla="*/ 669322 w 1385794"/>
                <a:gd name="connsiteY1491" fmla="*/ 986920 h 1212067"/>
                <a:gd name="connsiteX1492" fmla="*/ 667741 w 1385794"/>
                <a:gd name="connsiteY1492" fmla="*/ 985473 h 1212067"/>
                <a:gd name="connsiteX1493" fmla="*/ 665351 w 1385794"/>
                <a:gd name="connsiteY1493" fmla="*/ 984464 h 1212067"/>
                <a:gd name="connsiteX1494" fmla="*/ 663096 w 1385794"/>
                <a:gd name="connsiteY1494" fmla="*/ 984161 h 1212067"/>
                <a:gd name="connsiteX1495" fmla="*/ 658755 w 1385794"/>
                <a:gd name="connsiteY1495" fmla="*/ 983892 h 1212067"/>
                <a:gd name="connsiteX1496" fmla="*/ 655793 w 1385794"/>
                <a:gd name="connsiteY1496" fmla="*/ 984397 h 1212067"/>
                <a:gd name="connsiteX1497" fmla="*/ 650644 w 1385794"/>
                <a:gd name="connsiteY1497" fmla="*/ 984599 h 1212067"/>
                <a:gd name="connsiteX1498" fmla="*/ 648961 w 1385794"/>
                <a:gd name="connsiteY1498" fmla="*/ 985238 h 1212067"/>
                <a:gd name="connsiteX1499" fmla="*/ 647649 w 1385794"/>
                <a:gd name="connsiteY1499" fmla="*/ 987256 h 1212067"/>
                <a:gd name="connsiteX1500" fmla="*/ 647514 w 1385794"/>
                <a:gd name="connsiteY1500" fmla="*/ 990654 h 1212067"/>
                <a:gd name="connsiteX1501" fmla="*/ 648221 w 1385794"/>
                <a:gd name="connsiteY1501" fmla="*/ 995060 h 1212067"/>
                <a:gd name="connsiteX1502" fmla="*/ 648423 w 1385794"/>
                <a:gd name="connsiteY1502" fmla="*/ 998391 h 1212067"/>
                <a:gd name="connsiteX1503" fmla="*/ 649433 w 1385794"/>
                <a:gd name="connsiteY1503" fmla="*/ 1004412 h 1212067"/>
                <a:gd name="connsiteX1504" fmla="*/ 649062 w 1385794"/>
                <a:gd name="connsiteY1504" fmla="*/ 1013764 h 1212067"/>
                <a:gd name="connsiteX1505" fmla="*/ 649567 w 1385794"/>
                <a:gd name="connsiteY1505" fmla="*/ 1016792 h 1212067"/>
                <a:gd name="connsiteX1506" fmla="*/ 653908 w 1385794"/>
                <a:gd name="connsiteY1506" fmla="*/ 1025908 h 1212067"/>
                <a:gd name="connsiteX1507" fmla="*/ 657308 w 1385794"/>
                <a:gd name="connsiteY1507" fmla="*/ 1032199 h 1212067"/>
                <a:gd name="connsiteX1508" fmla="*/ 666428 w 1385794"/>
                <a:gd name="connsiteY1508" fmla="*/ 1041752 h 1212067"/>
                <a:gd name="connsiteX1509" fmla="*/ 670837 w 1385794"/>
                <a:gd name="connsiteY1509" fmla="*/ 1046327 h 1212067"/>
                <a:gd name="connsiteX1510" fmla="*/ 676693 w 1385794"/>
                <a:gd name="connsiteY1510" fmla="*/ 1052046 h 1212067"/>
                <a:gd name="connsiteX1511" fmla="*/ 678140 w 1385794"/>
                <a:gd name="connsiteY1511" fmla="*/ 1053425 h 1212067"/>
                <a:gd name="connsiteX1512" fmla="*/ 678241 w 1385794"/>
                <a:gd name="connsiteY1512" fmla="*/ 1055914 h 1212067"/>
                <a:gd name="connsiteX1513" fmla="*/ 677601 w 1385794"/>
                <a:gd name="connsiteY1513" fmla="*/ 1058303 h 1212067"/>
                <a:gd name="connsiteX1514" fmla="*/ 676188 w 1385794"/>
                <a:gd name="connsiteY1514" fmla="*/ 1061028 h 1212067"/>
                <a:gd name="connsiteX1515" fmla="*/ 675212 w 1385794"/>
                <a:gd name="connsiteY1515" fmla="*/ 1062979 h 1212067"/>
                <a:gd name="connsiteX1516" fmla="*/ 674236 w 1385794"/>
                <a:gd name="connsiteY1516" fmla="*/ 1065468 h 1212067"/>
                <a:gd name="connsiteX1517" fmla="*/ 672789 w 1385794"/>
                <a:gd name="connsiteY1517" fmla="*/ 1066881 h 1212067"/>
                <a:gd name="connsiteX1518" fmla="*/ 673092 w 1385794"/>
                <a:gd name="connsiteY1518" fmla="*/ 1068563 h 1212067"/>
                <a:gd name="connsiteX1519" fmla="*/ 674472 w 1385794"/>
                <a:gd name="connsiteY1519" fmla="*/ 1070144 h 1212067"/>
                <a:gd name="connsiteX1520" fmla="*/ 676794 w 1385794"/>
                <a:gd name="connsiteY1520" fmla="*/ 1070144 h 1212067"/>
                <a:gd name="connsiteX1521" fmla="*/ 680933 w 1385794"/>
                <a:gd name="connsiteY1521" fmla="*/ 1070514 h 1212067"/>
                <a:gd name="connsiteX1522" fmla="*/ 685510 w 1385794"/>
                <a:gd name="connsiteY1522" fmla="*/ 1069202 h 1212067"/>
                <a:gd name="connsiteX1523" fmla="*/ 687698 w 1385794"/>
                <a:gd name="connsiteY1523" fmla="*/ 1067722 h 1212067"/>
                <a:gd name="connsiteX1524" fmla="*/ 689381 w 1385794"/>
                <a:gd name="connsiteY1524" fmla="*/ 1067554 h 1212067"/>
                <a:gd name="connsiteX1525" fmla="*/ 693217 w 1385794"/>
                <a:gd name="connsiteY1525" fmla="*/ 1067554 h 1212067"/>
                <a:gd name="connsiteX1526" fmla="*/ 693722 w 1385794"/>
                <a:gd name="connsiteY1526" fmla="*/ 1067756 h 1212067"/>
                <a:gd name="connsiteX1527" fmla="*/ 694799 w 1385794"/>
                <a:gd name="connsiteY1527" fmla="*/ 1068900 h 1212067"/>
                <a:gd name="connsiteX1528" fmla="*/ 696818 w 1385794"/>
                <a:gd name="connsiteY1528" fmla="*/ 1068832 h 1212067"/>
                <a:gd name="connsiteX1529" fmla="*/ 699578 w 1385794"/>
                <a:gd name="connsiteY1529" fmla="*/ 1068462 h 1212067"/>
                <a:gd name="connsiteX1530" fmla="*/ 703650 w 1385794"/>
                <a:gd name="connsiteY1530" fmla="*/ 1067520 h 1212067"/>
                <a:gd name="connsiteX1531" fmla="*/ 706107 w 1385794"/>
                <a:gd name="connsiteY1531" fmla="*/ 1066410 h 1212067"/>
                <a:gd name="connsiteX1532" fmla="*/ 706914 w 1385794"/>
                <a:gd name="connsiteY1532" fmla="*/ 1065805 h 1212067"/>
                <a:gd name="connsiteX1533" fmla="*/ 707116 w 1385794"/>
                <a:gd name="connsiteY1533" fmla="*/ 1065805 h 1212067"/>
                <a:gd name="connsiteX1534" fmla="*/ 709068 w 1385794"/>
                <a:gd name="connsiteY1534" fmla="*/ 1066309 h 1212067"/>
                <a:gd name="connsiteX1535" fmla="*/ 710886 w 1385794"/>
                <a:gd name="connsiteY1535" fmla="*/ 1066511 h 1212067"/>
                <a:gd name="connsiteX1536" fmla="*/ 714924 w 1385794"/>
                <a:gd name="connsiteY1536" fmla="*/ 1068597 h 1212067"/>
                <a:gd name="connsiteX1537" fmla="*/ 714924 w 1385794"/>
                <a:gd name="connsiteY1537" fmla="*/ 1073575 h 1212067"/>
                <a:gd name="connsiteX1538" fmla="*/ 714588 w 1385794"/>
                <a:gd name="connsiteY1538" fmla="*/ 1075190 h 1212067"/>
                <a:gd name="connsiteX1539" fmla="*/ 714487 w 1385794"/>
                <a:gd name="connsiteY1539" fmla="*/ 1077478 h 1212067"/>
                <a:gd name="connsiteX1540" fmla="*/ 713612 w 1385794"/>
                <a:gd name="connsiteY1540" fmla="*/ 1079429 h 1212067"/>
                <a:gd name="connsiteX1541" fmla="*/ 713073 w 1385794"/>
                <a:gd name="connsiteY1541" fmla="*/ 1081279 h 1212067"/>
                <a:gd name="connsiteX1542" fmla="*/ 712535 w 1385794"/>
                <a:gd name="connsiteY1542" fmla="*/ 1082053 h 1212067"/>
                <a:gd name="connsiteX1543" fmla="*/ 711660 w 1385794"/>
                <a:gd name="connsiteY1543" fmla="*/ 1083667 h 1212067"/>
                <a:gd name="connsiteX1544" fmla="*/ 710482 w 1385794"/>
                <a:gd name="connsiteY1544" fmla="*/ 1085316 h 1212067"/>
                <a:gd name="connsiteX1545" fmla="*/ 710381 w 1385794"/>
                <a:gd name="connsiteY1545" fmla="*/ 1086964 h 1212067"/>
                <a:gd name="connsiteX1546" fmla="*/ 711357 w 1385794"/>
                <a:gd name="connsiteY1546" fmla="*/ 1089991 h 1212067"/>
                <a:gd name="connsiteX1547" fmla="*/ 714520 w 1385794"/>
                <a:gd name="connsiteY1547" fmla="*/ 1091842 h 1212067"/>
                <a:gd name="connsiteX1548" fmla="*/ 715833 w 1385794"/>
                <a:gd name="connsiteY1548" fmla="*/ 1091842 h 1212067"/>
                <a:gd name="connsiteX1549" fmla="*/ 717718 w 1385794"/>
                <a:gd name="connsiteY1549" fmla="*/ 1092548 h 1212067"/>
                <a:gd name="connsiteX1550" fmla="*/ 719468 w 1385794"/>
                <a:gd name="connsiteY1550" fmla="*/ 1092111 h 1212067"/>
                <a:gd name="connsiteX1551" fmla="*/ 722059 w 1385794"/>
                <a:gd name="connsiteY1551" fmla="*/ 1090799 h 1212067"/>
                <a:gd name="connsiteX1552" fmla="*/ 722934 w 1385794"/>
                <a:gd name="connsiteY1552" fmla="*/ 1090496 h 1212067"/>
                <a:gd name="connsiteX1553" fmla="*/ 724078 w 1385794"/>
                <a:gd name="connsiteY1553" fmla="*/ 1089487 h 1212067"/>
                <a:gd name="connsiteX1554" fmla="*/ 727040 w 1385794"/>
                <a:gd name="connsiteY1554" fmla="*/ 1088982 h 1212067"/>
                <a:gd name="connsiteX1555" fmla="*/ 728756 w 1385794"/>
                <a:gd name="connsiteY1555" fmla="*/ 1088646 h 1212067"/>
                <a:gd name="connsiteX1556" fmla="*/ 729598 w 1385794"/>
                <a:gd name="connsiteY1556" fmla="*/ 1087839 h 1212067"/>
                <a:gd name="connsiteX1557" fmla="*/ 731449 w 1385794"/>
                <a:gd name="connsiteY1557" fmla="*/ 1085114 h 1212067"/>
                <a:gd name="connsiteX1558" fmla="*/ 733535 w 1385794"/>
                <a:gd name="connsiteY1558" fmla="*/ 1081548 h 1212067"/>
                <a:gd name="connsiteX1559" fmla="*/ 734175 w 1385794"/>
                <a:gd name="connsiteY1559" fmla="*/ 1079260 h 1212067"/>
                <a:gd name="connsiteX1560" fmla="*/ 736160 w 1385794"/>
                <a:gd name="connsiteY1560" fmla="*/ 1077377 h 1212067"/>
                <a:gd name="connsiteX1561" fmla="*/ 738920 w 1385794"/>
                <a:gd name="connsiteY1561" fmla="*/ 1074450 h 1212067"/>
                <a:gd name="connsiteX1562" fmla="*/ 740132 w 1385794"/>
                <a:gd name="connsiteY1562" fmla="*/ 1074450 h 1212067"/>
                <a:gd name="connsiteX1563" fmla="*/ 741377 w 1385794"/>
                <a:gd name="connsiteY1563" fmla="*/ 1077377 h 1212067"/>
                <a:gd name="connsiteX1564" fmla="*/ 742723 w 1385794"/>
                <a:gd name="connsiteY1564" fmla="*/ 1079227 h 1212067"/>
                <a:gd name="connsiteX1565" fmla="*/ 742723 w 1385794"/>
                <a:gd name="connsiteY1565" fmla="*/ 1082254 h 1212067"/>
                <a:gd name="connsiteX1566" fmla="*/ 742723 w 1385794"/>
                <a:gd name="connsiteY1566" fmla="*/ 1085719 h 1212067"/>
                <a:gd name="connsiteX1567" fmla="*/ 742723 w 1385794"/>
                <a:gd name="connsiteY1567" fmla="*/ 1089184 h 1212067"/>
                <a:gd name="connsiteX1568" fmla="*/ 742723 w 1385794"/>
                <a:gd name="connsiteY1568" fmla="*/ 1092649 h 1212067"/>
                <a:gd name="connsiteX1569" fmla="*/ 744843 w 1385794"/>
                <a:gd name="connsiteY1569" fmla="*/ 1095273 h 1212067"/>
                <a:gd name="connsiteX1570" fmla="*/ 746190 w 1385794"/>
                <a:gd name="connsiteY1570" fmla="*/ 1096450 h 1212067"/>
                <a:gd name="connsiteX1571" fmla="*/ 746190 w 1385794"/>
                <a:gd name="connsiteY1571" fmla="*/ 1097863 h 1212067"/>
                <a:gd name="connsiteX1572" fmla="*/ 746190 w 1385794"/>
                <a:gd name="connsiteY1572" fmla="*/ 1099613 h 1212067"/>
                <a:gd name="connsiteX1573" fmla="*/ 746190 w 1385794"/>
                <a:gd name="connsiteY1573" fmla="*/ 1103616 h 1212067"/>
                <a:gd name="connsiteX1574" fmla="*/ 744877 w 1385794"/>
                <a:gd name="connsiteY1574" fmla="*/ 1106206 h 1212067"/>
                <a:gd name="connsiteX1575" fmla="*/ 743901 w 1385794"/>
                <a:gd name="connsiteY1575" fmla="*/ 1110646 h 1212067"/>
                <a:gd name="connsiteX1576" fmla="*/ 742824 w 1385794"/>
                <a:gd name="connsiteY1576" fmla="*/ 1112496 h 1212067"/>
                <a:gd name="connsiteX1577" fmla="*/ 741747 w 1385794"/>
                <a:gd name="connsiteY1577" fmla="*/ 1113909 h 1212067"/>
                <a:gd name="connsiteX1578" fmla="*/ 739896 w 1385794"/>
                <a:gd name="connsiteY1578" fmla="*/ 1115524 h 1212067"/>
                <a:gd name="connsiteX1579" fmla="*/ 737406 w 1385794"/>
                <a:gd name="connsiteY1579" fmla="*/ 1116399 h 1212067"/>
                <a:gd name="connsiteX1580" fmla="*/ 732526 w 1385794"/>
                <a:gd name="connsiteY1580" fmla="*/ 1118888 h 1212067"/>
                <a:gd name="connsiteX1581" fmla="*/ 730641 w 1385794"/>
                <a:gd name="connsiteY1581" fmla="*/ 1120234 h 1212067"/>
                <a:gd name="connsiteX1582" fmla="*/ 733333 w 1385794"/>
                <a:gd name="connsiteY1582" fmla="*/ 1123026 h 1212067"/>
                <a:gd name="connsiteX1583" fmla="*/ 735790 w 1385794"/>
                <a:gd name="connsiteY1583" fmla="*/ 1128677 h 1212067"/>
                <a:gd name="connsiteX1584" fmla="*/ 736800 w 1385794"/>
                <a:gd name="connsiteY1584" fmla="*/ 1129686 h 1212067"/>
                <a:gd name="connsiteX1585" fmla="*/ 740132 w 1385794"/>
                <a:gd name="connsiteY1585" fmla="*/ 1132714 h 1212067"/>
                <a:gd name="connsiteX1586" fmla="*/ 746930 w 1385794"/>
                <a:gd name="connsiteY1586" fmla="*/ 1133286 h 1212067"/>
                <a:gd name="connsiteX1587" fmla="*/ 749387 w 1385794"/>
                <a:gd name="connsiteY1587" fmla="*/ 1131402 h 1212067"/>
                <a:gd name="connsiteX1588" fmla="*/ 750396 w 1385794"/>
                <a:gd name="connsiteY1588" fmla="*/ 1129081 h 1212067"/>
                <a:gd name="connsiteX1589" fmla="*/ 751137 w 1385794"/>
                <a:gd name="connsiteY1589" fmla="*/ 1127500 h 1212067"/>
                <a:gd name="connsiteX1590" fmla="*/ 752012 w 1385794"/>
                <a:gd name="connsiteY1590" fmla="*/ 1125616 h 1212067"/>
                <a:gd name="connsiteX1591" fmla="*/ 753021 w 1385794"/>
                <a:gd name="connsiteY1591" fmla="*/ 1123867 h 1212067"/>
                <a:gd name="connsiteX1592" fmla="*/ 754334 w 1385794"/>
                <a:gd name="connsiteY1592" fmla="*/ 1122723 h 1212067"/>
                <a:gd name="connsiteX1593" fmla="*/ 757531 w 1385794"/>
                <a:gd name="connsiteY1593" fmla="*/ 1123026 h 1212067"/>
                <a:gd name="connsiteX1594" fmla="*/ 758541 w 1385794"/>
                <a:gd name="connsiteY1594" fmla="*/ 1119123 h 1212067"/>
                <a:gd name="connsiteX1595" fmla="*/ 760291 w 1385794"/>
                <a:gd name="connsiteY1595" fmla="*/ 1116096 h 1212067"/>
                <a:gd name="connsiteX1596" fmla="*/ 762748 w 1385794"/>
                <a:gd name="connsiteY1596" fmla="*/ 1116096 h 1212067"/>
                <a:gd name="connsiteX1597" fmla="*/ 765204 w 1385794"/>
                <a:gd name="connsiteY1597" fmla="*/ 1121175 h 1212067"/>
                <a:gd name="connsiteX1598" fmla="*/ 766079 w 1385794"/>
                <a:gd name="connsiteY1598" fmla="*/ 1123059 h 1212067"/>
                <a:gd name="connsiteX1599" fmla="*/ 770421 w 1385794"/>
                <a:gd name="connsiteY1599" fmla="*/ 1123194 h 1212067"/>
                <a:gd name="connsiteX1600" fmla="*/ 770993 w 1385794"/>
                <a:gd name="connsiteY1600" fmla="*/ 1121613 h 1212067"/>
                <a:gd name="connsiteX1601" fmla="*/ 768805 w 1385794"/>
                <a:gd name="connsiteY1601" fmla="*/ 1120166 h 1212067"/>
                <a:gd name="connsiteX1602" fmla="*/ 767358 w 1385794"/>
                <a:gd name="connsiteY1602" fmla="*/ 1118013 h 1212067"/>
                <a:gd name="connsiteX1603" fmla="*/ 766214 w 1385794"/>
                <a:gd name="connsiteY1603" fmla="*/ 1116129 h 1212067"/>
                <a:gd name="connsiteX1604" fmla="*/ 766349 w 1385794"/>
                <a:gd name="connsiteY1604" fmla="*/ 1114683 h 1212067"/>
                <a:gd name="connsiteX1605" fmla="*/ 767661 w 1385794"/>
                <a:gd name="connsiteY1605" fmla="*/ 1113102 h 1212067"/>
                <a:gd name="connsiteX1606" fmla="*/ 769983 w 1385794"/>
                <a:gd name="connsiteY1606" fmla="*/ 1112530 h 1212067"/>
                <a:gd name="connsiteX1607" fmla="*/ 770858 w 1385794"/>
                <a:gd name="connsiteY1607" fmla="*/ 1114549 h 1212067"/>
                <a:gd name="connsiteX1608" fmla="*/ 771430 w 1385794"/>
                <a:gd name="connsiteY1608" fmla="*/ 1112530 h 1212067"/>
                <a:gd name="connsiteX1609" fmla="*/ 772171 w 1385794"/>
                <a:gd name="connsiteY1609" fmla="*/ 1109503 h 1212067"/>
                <a:gd name="connsiteX1610" fmla="*/ 773483 w 1385794"/>
                <a:gd name="connsiteY1610" fmla="*/ 1107619 h 1212067"/>
                <a:gd name="connsiteX1611" fmla="*/ 777118 w 1385794"/>
                <a:gd name="connsiteY1611" fmla="*/ 1106609 h 1212067"/>
                <a:gd name="connsiteX1612" fmla="*/ 780753 w 1385794"/>
                <a:gd name="connsiteY1612" fmla="*/ 1104860 h 1212067"/>
                <a:gd name="connsiteX1613" fmla="*/ 782772 w 1385794"/>
                <a:gd name="connsiteY1613" fmla="*/ 1104591 h 1212067"/>
                <a:gd name="connsiteX1614" fmla="*/ 786407 w 1385794"/>
                <a:gd name="connsiteY1614" fmla="*/ 1105903 h 1212067"/>
                <a:gd name="connsiteX1615" fmla="*/ 788157 w 1385794"/>
                <a:gd name="connsiteY1615" fmla="*/ 1106340 h 1212067"/>
                <a:gd name="connsiteX1616" fmla="*/ 793508 w 1385794"/>
                <a:gd name="connsiteY1616" fmla="*/ 1104591 h 1212067"/>
                <a:gd name="connsiteX1617" fmla="*/ 794955 w 1385794"/>
                <a:gd name="connsiteY1617" fmla="*/ 1102136 h 1212067"/>
                <a:gd name="connsiteX1618" fmla="*/ 795527 w 1385794"/>
                <a:gd name="connsiteY1618" fmla="*/ 1099108 h 1212067"/>
                <a:gd name="connsiteX1619" fmla="*/ 796402 w 1385794"/>
                <a:gd name="connsiteY1619" fmla="*/ 1094466 h 1212067"/>
                <a:gd name="connsiteX1620" fmla="*/ 796671 w 1385794"/>
                <a:gd name="connsiteY1620" fmla="*/ 1090429 h 1212067"/>
                <a:gd name="connsiteX1621" fmla="*/ 796671 w 1385794"/>
                <a:gd name="connsiteY1621" fmla="*/ 1089285 h 1212067"/>
                <a:gd name="connsiteX1622" fmla="*/ 794921 w 1385794"/>
                <a:gd name="connsiteY1622" fmla="*/ 1086964 h 1212067"/>
                <a:gd name="connsiteX1623" fmla="*/ 792027 w 1385794"/>
                <a:gd name="connsiteY1623" fmla="*/ 1084643 h 1212067"/>
                <a:gd name="connsiteX1624" fmla="*/ 789402 w 1385794"/>
                <a:gd name="connsiteY1624" fmla="*/ 1082624 h 1212067"/>
                <a:gd name="connsiteX1625" fmla="*/ 787383 w 1385794"/>
                <a:gd name="connsiteY1625" fmla="*/ 1081313 h 1212067"/>
                <a:gd name="connsiteX1626" fmla="*/ 786238 w 1385794"/>
                <a:gd name="connsiteY1626" fmla="*/ 1078857 h 1212067"/>
                <a:gd name="connsiteX1627" fmla="*/ 786238 w 1385794"/>
                <a:gd name="connsiteY1627" fmla="*/ 1075392 h 1212067"/>
                <a:gd name="connsiteX1628" fmla="*/ 785229 w 1385794"/>
                <a:gd name="connsiteY1628" fmla="*/ 1071321 h 1212067"/>
                <a:gd name="connsiteX1629" fmla="*/ 787113 w 1385794"/>
                <a:gd name="connsiteY1629" fmla="*/ 1066410 h 1212067"/>
                <a:gd name="connsiteX1630" fmla="*/ 788258 w 1385794"/>
                <a:gd name="connsiteY1630" fmla="*/ 1062071 h 1212067"/>
                <a:gd name="connsiteX1631" fmla="*/ 788258 w 1385794"/>
                <a:gd name="connsiteY1631" fmla="*/ 1056722 h 1212067"/>
                <a:gd name="connsiteX1632" fmla="*/ 786945 w 1385794"/>
                <a:gd name="connsiteY1632" fmla="*/ 1051642 h 1212067"/>
                <a:gd name="connsiteX1633" fmla="*/ 782738 w 1385794"/>
                <a:gd name="connsiteY1633" fmla="*/ 1048447 h 1212067"/>
                <a:gd name="connsiteX1634" fmla="*/ 778094 w 1385794"/>
                <a:gd name="connsiteY1634" fmla="*/ 1045688 h 1212067"/>
                <a:gd name="connsiteX1635" fmla="*/ 775132 w 1385794"/>
                <a:gd name="connsiteY1635" fmla="*/ 1042425 h 1212067"/>
                <a:gd name="connsiteX1636" fmla="*/ 773382 w 1385794"/>
                <a:gd name="connsiteY1636" fmla="*/ 1040037 h 1212067"/>
                <a:gd name="connsiteX1637" fmla="*/ 772878 w 1385794"/>
                <a:gd name="connsiteY1637" fmla="*/ 1039095 h 1212067"/>
                <a:gd name="connsiteX1638" fmla="*/ 773618 w 1385794"/>
                <a:gd name="connsiteY1638" fmla="*/ 1037715 h 1212067"/>
                <a:gd name="connsiteX1639" fmla="*/ 774695 w 1385794"/>
                <a:gd name="connsiteY1639" fmla="*/ 1037312 h 1212067"/>
                <a:gd name="connsiteX1640" fmla="*/ 777219 w 1385794"/>
                <a:gd name="connsiteY1640" fmla="*/ 1036269 h 1212067"/>
                <a:gd name="connsiteX1641" fmla="*/ 783613 w 1385794"/>
                <a:gd name="connsiteY1641" fmla="*/ 1036269 h 1212067"/>
                <a:gd name="connsiteX1642" fmla="*/ 786440 w 1385794"/>
                <a:gd name="connsiteY1642" fmla="*/ 1035630 h 1212067"/>
                <a:gd name="connsiteX1643" fmla="*/ 789335 w 1385794"/>
                <a:gd name="connsiteY1643" fmla="*/ 1034183 h 1212067"/>
                <a:gd name="connsiteX1644" fmla="*/ 791287 w 1385794"/>
                <a:gd name="connsiteY1644" fmla="*/ 1032939 h 1212067"/>
                <a:gd name="connsiteX1645" fmla="*/ 792868 w 1385794"/>
                <a:gd name="connsiteY1645" fmla="*/ 1031425 h 1212067"/>
                <a:gd name="connsiteX1646" fmla="*/ 794820 w 1385794"/>
                <a:gd name="connsiteY1646" fmla="*/ 1029407 h 1212067"/>
                <a:gd name="connsiteX1647" fmla="*/ 795628 w 1385794"/>
                <a:gd name="connsiteY1647" fmla="*/ 1028969 h 1212067"/>
                <a:gd name="connsiteX1648" fmla="*/ 798253 w 1385794"/>
                <a:gd name="connsiteY1648" fmla="*/ 1028835 h 1212067"/>
                <a:gd name="connsiteX1649" fmla="*/ 800340 w 1385794"/>
                <a:gd name="connsiteY1649" fmla="*/ 1029339 h 1212067"/>
                <a:gd name="connsiteX1650" fmla="*/ 802224 w 1385794"/>
                <a:gd name="connsiteY1650" fmla="*/ 1031290 h 1212067"/>
                <a:gd name="connsiteX1651" fmla="*/ 803974 w 1385794"/>
                <a:gd name="connsiteY1651" fmla="*/ 1030920 h 1212067"/>
                <a:gd name="connsiteX1652" fmla="*/ 805859 w 1385794"/>
                <a:gd name="connsiteY1652" fmla="*/ 1030046 h 1212067"/>
                <a:gd name="connsiteX1653" fmla="*/ 808114 w 1385794"/>
                <a:gd name="connsiteY1653" fmla="*/ 1029036 h 1212067"/>
                <a:gd name="connsiteX1654" fmla="*/ 811008 w 1385794"/>
                <a:gd name="connsiteY1654" fmla="*/ 1028465 h 1212067"/>
                <a:gd name="connsiteX1655" fmla="*/ 817032 w 1385794"/>
                <a:gd name="connsiteY1655" fmla="*/ 1030718 h 1212067"/>
                <a:gd name="connsiteX1656" fmla="*/ 819489 w 1385794"/>
                <a:gd name="connsiteY1656" fmla="*/ 1032670 h 1212067"/>
                <a:gd name="connsiteX1657" fmla="*/ 821071 w 1385794"/>
                <a:gd name="connsiteY1657" fmla="*/ 1032165 h 1212067"/>
                <a:gd name="connsiteX1658" fmla="*/ 821374 w 1385794"/>
                <a:gd name="connsiteY1658" fmla="*/ 1030416 h 1212067"/>
                <a:gd name="connsiteX1659" fmla="*/ 821071 w 1385794"/>
                <a:gd name="connsiteY1659" fmla="*/ 1027657 h 1212067"/>
                <a:gd name="connsiteX1660" fmla="*/ 819859 w 1385794"/>
                <a:gd name="connsiteY1660" fmla="*/ 1026076 h 1212067"/>
                <a:gd name="connsiteX1661" fmla="*/ 817604 w 1385794"/>
                <a:gd name="connsiteY1661" fmla="*/ 1024495 h 1212067"/>
                <a:gd name="connsiteX1662" fmla="*/ 815652 w 1385794"/>
                <a:gd name="connsiteY1662" fmla="*/ 1024058 h 1212067"/>
                <a:gd name="connsiteX1663" fmla="*/ 814643 w 1385794"/>
                <a:gd name="connsiteY1663" fmla="*/ 1023116 h 1212067"/>
                <a:gd name="connsiteX1664" fmla="*/ 815350 w 1385794"/>
                <a:gd name="connsiteY1664" fmla="*/ 1021737 h 1212067"/>
                <a:gd name="connsiteX1665" fmla="*/ 816494 w 1385794"/>
                <a:gd name="connsiteY1665" fmla="*/ 1020492 h 1212067"/>
                <a:gd name="connsiteX1666" fmla="*/ 817504 w 1385794"/>
                <a:gd name="connsiteY1666" fmla="*/ 1019550 h 1212067"/>
                <a:gd name="connsiteX1667" fmla="*/ 819018 w 1385794"/>
                <a:gd name="connsiteY1667" fmla="*/ 1017868 h 1212067"/>
                <a:gd name="connsiteX1668" fmla="*/ 820768 w 1385794"/>
                <a:gd name="connsiteY1668" fmla="*/ 1016623 h 1212067"/>
                <a:gd name="connsiteX1669" fmla="*/ 822282 w 1385794"/>
                <a:gd name="connsiteY1669" fmla="*/ 1015682 h 1212067"/>
                <a:gd name="connsiteX1670" fmla="*/ 824807 w 1385794"/>
                <a:gd name="connsiteY1670" fmla="*/ 1013428 h 1212067"/>
                <a:gd name="connsiteX1671" fmla="*/ 826759 w 1385794"/>
                <a:gd name="connsiteY1671" fmla="*/ 1011308 h 1212067"/>
                <a:gd name="connsiteX1672" fmla="*/ 828206 w 1385794"/>
                <a:gd name="connsiteY1672" fmla="*/ 1009996 h 1212067"/>
                <a:gd name="connsiteX1673" fmla="*/ 829283 w 1385794"/>
                <a:gd name="connsiteY1673" fmla="*/ 1009290 h 1212067"/>
                <a:gd name="connsiteX1674" fmla="*/ 831033 w 1385794"/>
                <a:gd name="connsiteY1674" fmla="*/ 1008920 h 1212067"/>
                <a:gd name="connsiteX1675" fmla="*/ 833220 w 1385794"/>
                <a:gd name="connsiteY1675" fmla="*/ 1008920 h 1212067"/>
                <a:gd name="connsiteX1676" fmla="*/ 835980 w 1385794"/>
                <a:gd name="connsiteY1676" fmla="*/ 1009122 h 1212067"/>
                <a:gd name="connsiteX1677" fmla="*/ 837292 w 1385794"/>
                <a:gd name="connsiteY1677" fmla="*/ 1010568 h 1212067"/>
                <a:gd name="connsiteX1678" fmla="*/ 838437 w 1385794"/>
                <a:gd name="connsiteY1678" fmla="*/ 1013091 h 1212067"/>
                <a:gd name="connsiteX1679" fmla="*/ 839514 w 1385794"/>
                <a:gd name="connsiteY1679" fmla="*/ 1013024 h 1212067"/>
                <a:gd name="connsiteX1680" fmla="*/ 840321 w 1385794"/>
                <a:gd name="connsiteY1680" fmla="*/ 1012082 h 1212067"/>
                <a:gd name="connsiteX1681" fmla="*/ 840759 w 1385794"/>
                <a:gd name="connsiteY1681" fmla="*/ 1011073 h 1212067"/>
                <a:gd name="connsiteX1682" fmla="*/ 841196 w 1385794"/>
                <a:gd name="connsiteY1682" fmla="*/ 1010131 h 1212067"/>
                <a:gd name="connsiteX1683" fmla="*/ 841398 w 1385794"/>
                <a:gd name="connsiteY1683" fmla="*/ 1009054 h 1212067"/>
                <a:gd name="connsiteX1684" fmla="*/ 841836 w 1385794"/>
                <a:gd name="connsiteY1684" fmla="*/ 1008045 h 1212067"/>
                <a:gd name="connsiteX1685" fmla="*/ 842273 w 1385794"/>
                <a:gd name="connsiteY1685" fmla="*/ 1007473 h 1212067"/>
                <a:gd name="connsiteX1686" fmla="*/ 844023 w 1385794"/>
                <a:gd name="connsiteY1686" fmla="*/ 1007036 h 1212067"/>
                <a:gd name="connsiteX1687" fmla="*/ 846648 w 1385794"/>
                <a:gd name="connsiteY1687" fmla="*/ 1007978 h 1212067"/>
                <a:gd name="connsiteX1688" fmla="*/ 848163 w 1385794"/>
                <a:gd name="connsiteY1688" fmla="*/ 1009425 h 1212067"/>
                <a:gd name="connsiteX1689" fmla="*/ 849004 w 1385794"/>
                <a:gd name="connsiteY1689" fmla="*/ 1011308 h 1212067"/>
                <a:gd name="connsiteX1690" fmla="*/ 848836 w 1385794"/>
                <a:gd name="connsiteY1690" fmla="*/ 1013192 h 1212067"/>
                <a:gd name="connsiteX1691" fmla="*/ 848836 w 1385794"/>
                <a:gd name="connsiteY1691" fmla="*/ 1014504 h 1212067"/>
                <a:gd name="connsiteX1692" fmla="*/ 849274 w 1385794"/>
                <a:gd name="connsiteY1692" fmla="*/ 1016994 h 1212067"/>
                <a:gd name="connsiteX1693" fmla="*/ 849274 w 1385794"/>
                <a:gd name="connsiteY1693" fmla="*/ 1018608 h 1212067"/>
                <a:gd name="connsiteX1694" fmla="*/ 850889 w 1385794"/>
                <a:gd name="connsiteY1694" fmla="*/ 1019483 h 1212067"/>
                <a:gd name="connsiteX1695" fmla="*/ 851764 w 1385794"/>
                <a:gd name="connsiteY1695" fmla="*/ 1019920 h 1212067"/>
                <a:gd name="connsiteX1696" fmla="*/ 854793 w 1385794"/>
                <a:gd name="connsiteY1696" fmla="*/ 1020458 h 1212067"/>
                <a:gd name="connsiteX1697" fmla="*/ 856644 w 1385794"/>
                <a:gd name="connsiteY1697" fmla="*/ 1019819 h 1212067"/>
                <a:gd name="connsiteX1698" fmla="*/ 857317 w 1385794"/>
                <a:gd name="connsiteY1698" fmla="*/ 1022409 h 1212067"/>
                <a:gd name="connsiteX1699" fmla="*/ 859067 w 1385794"/>
                <a:gd name="connsiteY1699" fmla="*/ 1023284 h 1212067"/>
                <a:gd name="connsiteX1700" fmla="*/ 860144 w 1385794"/>
                <a:gd name="connsiteY1700" fmla="*/ 1023385 h 1212067"/>
                <a:gd name="connsiteX1701" fmla="*/ 862331 w 1385794"/>
                <a:gd name="connsiteY1701" fmla="*/ 1023284 h 1212067"/>
                <a:gd name="connsiteX1702" fmla="*/ 863846 w 1385794"/>
                <a:gd name="connsiteY1702" fmla="*/ 1025336 h 1212067"/>
                <a:gd name="connsiteX1703" fmla="*/ 864620 w 1385794"/>
                <a:gd name="connsiteY1703" fmla="*/ 1027287 h 1212067"/>
                <a:gd name="connsiteX1704" fmla="*/ 865798 w 1385794"/>
                <a:gd name="connsiteY1704" fmla="*/ 1029676 h 1212067"/>
                <a:gd name="connsiteX1705" fmla="*/ 866000 w 1385794"/>
                <a:gd name="connsiteY1705" fmla="*/ 1033040 h 1212067"/>
                <a:gd name="connsiteX1706" fmla="*/ 864788 w 1385794"/>
                <a:gd name="connsiteY1706" fmla="*/ 1036639 h 1212067"/>
                <a:gd name="connsiteX1707" fmla="*/ 863711 w 1385794"/>
                <a:gd name="connsiteY1707" fmla="*/ 1039027 h 1212067"/>
                <a:gd name="connsiteX1708" fmla="*/ 860985 w 1385794"/>
                <a:gd name="connsiteY1708" fmla="*/ 1042627 h 1212067"/>
                <a:gd name="connsiteX1709" fmla="*/ 859908 w 1385794"/>
                <a:gd name="connsiteY1709" fmla="*/ 1045116 h 1212067"/>
                <a:gd name="connsiteX1710" fmla="*/ 860548 w 1385794"/>
                <a:gd name="connsiteY1710" fmla="*/ 1047505 h 1212067"/>
                <a:gd name="connsiteX1711" fmla="*/ 862634 w 1385794"/>
                <a:gd name="connsiteY1711" fmla="*/ 1049994 h 1212067"/>
                <a:gd name="connsiteX1712" fmla="*/ 864149 w 1385794"/>
                <a:gd name="connsiteY1712" fmla="*/ 1051407 h 1212067"/>
                <a:gd name="connsiteX1713" fmla="*/ 864384 w 1385794"/>
                <a:gd name="connsiteY1713" fmla="*/ 1053795 h 1212067"/>
                <a:gd name="connsiteX1714" fmla="*/ 864283 w 1385794"/>
                <a:gd name="connsiteY1714" fmla="*/ 1055982 h 1212067"/>
                <a:gd name="connsiteX1715" fmla="*/ 864216 w 1385794"/>
                <a:gd name="connsiteY1715" fmla="*/ 1057832 h 1212067"/>
                <a:gd name="connsiteX1716" fmla="*/ 864485 w 1385794"/>
                <a:gd name="connsiteY1716" fmla="*/ 1060557 h 1212067"/>
                <a:gd name="connsiteX1717" fmla="*/ 864485 w 1385794"/>
                <a:gd name="connsiteY1717" fmla="*/ 1061431 h 1212067"/>
                <a:gd name="connsiteX1718" fmla="*/ 864586 w 1385794"/>
                <a:gd name="connsiteY1718" fmla="*/ 1063719 h 1212067"/>
                <a:gd name="connsiteX1719" fmla="*/ 864149 w 1385794"/>
                <a:gd name="connsiteY1719" fmla="*/ 1064930 h 1212067"/>
                <a:gd name="connsiteX1720" fmla="*/ 864048 w 1385794"/>
                <a:gd name="connsiteY1720" fmla="*/ 1066444 h 1212067"/>
                <a:gd name="connsiteX1721" fmla="*/ 864384 w 1385794"/>
                <a:gd name="connsiteY1721" fmla="*/ 1067756 h 1212067"/>
                <a:gd name="connsiteX1722" fmla="*/ 868827 w 1385794"/>
                <a:gd name="connsiteY1722" fmla="*/ 1068395 h 1212067"/>
                <a:gd name="connsiteX1723" fmla="*/ 872091 w 1385794"/>
                <a:gd name="connsiteY1723" fmla="*/ 1070245 h 1212067"/>
                <a:gd name="connsiteX1724" fmla="*/ 877745 w 1385794"/>
                <a:gd name="connsiteY1724" fmla="*/ 1069606 h 1212067"/>
                <a:gd name="connsiteX1725" fmla="*/ 879394 w 1385794"/>
                <a:gd name="connsiteY1725" fmla="*/ 1069068 h 1212067"/>
                <a:gd name="connsiteX1726" fmla="*/ 881885 w 1385794"/>
                <a:gd name="connsiteY1726" fmla="*/ 1070682 h 1212067"/>
                <a:gd name="connsiteX1727" fmla="*/ 884173 w 1385794"/>
                <a:gd name="connsiteY1727" fmla="*/ 1071019 h 1212067"/>
                <a:gd name="connsiteX1728" fmla="*/ 886260 w 1385794"/>
                <a:gd name="connsiteY1728" fmla="*/ 1069707 h 1212067"/>
                <a:gd name="connsiteX1729" fmla="*/ 888548 w 1385794"/>
                <a:gd name="connsiteY1729" fmla="*/ 1068059 h 1212067"/>
                <a:gd name="connsiteX1730" fmla="*/ 890298 w 1385794"/>
                <a:gd name="connsiteY1730" fmla="*/ 1065771 h 1212067"/>
                <a:gd name="connsiteX1731" fmla="*/ 890938 w 1385794"/>
                <a:gd name="connsiteY1731" fmla="*/ 1064257 h 1212067"/>
                <a:gd name="connsiteX1732" fmla="*/ 892452 w 1385794"/>
                <a:gd name="connsiteY1732" fmla="*/ 1063046 h 1212067"/>
                <a:gd name="connsiteX1733" fmla="*/ 895178 w 1385794"/>
                <a:gd name="connsiteY1733" fmla="*/ 1063046 h 1212067"/>
                <a:gd name="connsiteX1734" fmla="*/ 896592 w 1385794"/>
                <a:gd name="connsiteY1734" fmla="*/ 1063685 h 1212067"/>
                <a:gd name="connsiteX1735" fmla="*/ 897366 w 1385794"/>
                <a:gd name="connsiteY1735" fmla="*/ 1065435 h 1212067"/>
                <a:gd name="connsiteX1736" fmla="*/ 897601 w 1385794"/>
                <a:gd name="connsiteY1736" fmla="*/ 1068462 h 1212067"/>
                <a:gd name="connsiteX1737" fmla="*/ 897164 w 1385794"/>
                <a:gd name="connsiteY1737" fmla="*/ 1070951 h 1212067"/>
                <a:gd name="connsiteX1738" fmla="*/ 896625 w 1385794"/>
                <a:gd name="connsiteY1738" fmla="*/ 1072028 h 1212067"/>
                <a:gd name="connsiteX1739" fmla="*/ 896861 w 1385794"/>
                <a:gd name="connsiteY1739" fmla="*/ 1073878 h 1212067"/>
                <a:gd name="connsiteX1740" fmla="*/ 898174 w 1385794"/>
                <a:gd name="connsiteY1740" fmla="*/ 1075392 h 1212067"/>
                <a:gd name="connsiteX1741" fmla="*/ 898914 w 1385794"/>
                <a:gd name="connsiteY1741" fmla="*/ 1077444 h 1212067"/>
                <a:gd name="connsiteX1742" fmla="*/ 898712 w 1385794"/>
                <a:gd name="connsiteY1742" fmla="*/ 1078621 h 1212067"/>
                <a:gd name="connsiteX1743" fmla="*/ 898712 w 1385794"/>
                <a:gd name="connsiteY1743" fmla="*/ 1079059 h 1212067"/>
                <a:gd name="connsiteX1744" fmla="*/ 900664 w 1385794"/>
                <a:gd name="connsiteY1744" fmla="*/ 1079933 h 1212067"/>
                <a:gd name="connsiteX1745" fmla="*/ 903727 w 1385794"/>
                <a:gd name="connsiteY1745" fmla="*/ 1078419 h 1212067"/>
                <a:gd name="connsiteX1746" fmla="*/ 904703 w 1385794"/>
                <a:gd name="connsiteY1746" fmla="*/ 1077007 h 1212067"/>
                <a:gd name="connsiteX1747" fmla="*/ 906217 w 1385794"/>
                <a:gd name="connsiteY1747" fmla="*/ 1077007 h 1212067"/>
                <a:gd name="connsiteX1748" fmla="*/ 908607 w 1385794"/>
                <a:gd name="connsiteY1748" fmla="*/ 1079059 h 1212067"/>
                <a:gd name="connsiteX1749" fmla="*/ 913924 w 1385794"/>
                <a:gd name="connsiteY1749" fmla="*/ 1080135 h 1212067"/>
                <a:gd name="connsiteX1750" fmla="*/ 917289 w 1385794"/>
                <a:gd name="connsiteY1750" fmla="*/ 1081649 h 1212067"/>
                <a:gd name="connsiteX1751" fmla="*/ 919881 w 1385794"/>
                <a:gd name="connsiteY1751" fmla="*/ 1082086 h 1212067"/>
                <a:gd name="connsiteX1752" fmla="*/ 921631 w 1385794"/>
                <a:gd name="connsiteY1752" fmla="*/ 1081985 h 1212067"/>
                <a:gd name="connsiteX1753" fmla="*/ 928261 w 1385794"/>
                <a:gd name="connsiteY1753" fmla="*/ 1081783 h 1212067"/>
                <a:gd name="connsiteX1754" fmla="*/ 931963 w 1385794"/>
                <a:gd name="connsiteY1754" fmla="*/ 1081447 h 1212067"/>
                <a:gd name="connsiteX1755" fmla="*/ 934453 w 1385794"/>
                <a:gd name="connsiteY1755" fmla="*/ 1081346 h 1212067"/>
                <a:gd name="connsiteX1756" fmla="*/ 936742 w 1385794"/>
                <a:gd name="connsiteY1756" fmla="*/ 1081346 h 1212067"/>
                <a:gd name="connsiteX1757" fmla="*/ 940208 w 1385794"/>
                <a:gd name="connsiteY1757" fmla="*/ 1081346 h 1212067"/>
                <a:gd name="connsiteX1758" fmla="*/ 942261 w 1385794"/>
                <a:gd name="connsiteY1758" fmla="*/ 1083196 h 1212067"/>
                <a:gd name="connsiteX1759" fmla="*/ 944550 w 1385794"/>
                <a:gd name="connsiteY1759" fmla="*/ 1083970 h 1212067"/>
                <a:gd name="connsiteX1760" fmla="*/ 946737 w 1385794"/>
                <a:gd name="connsiteY1760" fmla="*/ 1084744 h 1212067"/>
                <a:gd name="connsiteX1761" fmla="*/ 949127 w 1385794"/>
                <a:gd name="connsiteY1761" fmla="*/ 1086257 h 1212067"/>
                <a:gd name="connsiteX1762" fmla="*/ 950978 w 1385794"/>
                <a:gd name="connsiteY1762" fmla="*/ 1087771 h 1212067"/>
                <a:gd name="connsiteX1763" fmla="*/ 953266 w 1385794"/>
                <a:gd name="connsiteY1763" fmla="*/ 1090597 h 1212067"/>
                <a:gd name="connsiteX1764" fmla="*/ 953905 w 1385794"/>
                <a:gd name="connsiteY1764" fmla="*/ 1092212 h 1212067"/>
                <a:gd name="connsiteX1765" fmla="*/ 954545 w 1385794"/>
                <a:gd name="connsiteY1765" fmla="*/ 1095037 h 1212067"/>
                <a:gd name="connsiteX1766" fmla="*/ 956194 w 1385794"/>
                <a:gd name="connsiteY1766" fmla="*/ 1100252 h 1212067"/>
                <a:gd name="connsiteX1767" fmla="*/ 958045 w 1385794"/>
                <a:gd name="connsiteY1767" fmla="*/ 1105466 h 1212067"/>
                <a:gd name="connsiteX1768" fmla="*/ 960233 w 1385794"/>
                <a:gd name="connsiteY1768" fmla="*/ 1110243 h 1212067"/>
                <a:gd name="connsiteX1769" fmla="*/ 962084 w 1385794"/>
                <a:gd name="connsiteY1769" fmla="*/ 1115019 h 1212067"/>
                <a:gd name="connsiteX1770" fmla="*/ 963396 w 1385794"/>
                <a:gd name="connsiteY1770" fmla="*/ 1118821 h 1212067"/>
                <a:gd name="connsiteX1771" fmla="*/ 965045 w 1385794"/>
                <a:gd name="connsiteY1771" fmla="*/ 1120435 h 1212067"/>
                <a:gd name="connsiteX1772" fmla="*/ 968310 w 1385794"/>
                <a:gd name="connsiteY1772" fmla="*/ 1121747 h 1212067"/>
                <a:gd name="connsiteX1773" fmla="*/ 971238 w 1385794"/>
                <a:gd name="connsiteY1773" fmla="*/ 1123261 h 1212067"/>
                <a:gd name="connsiteX1774" fmla="*/ 976017 w 1385794"/>
                <a:gd name="connsiteY1774" fmla="*/ 1123799 h 1212067"/>
                <a:gd name="connsiteX1775" fmla="*/ 979483 w 1385794"/>
                <a:gd name="connsiteY1775" fmla="*/ 1123598 h 1212067"/>
                <a:gd name="connsiteX1776" fmla="*/ 981772 w 1385794"/>
                <a:gd name="connsiteY1776" fmla="*/ 1124472 h 1212067"/>
                <a:gd name="connsiteX1777" fmla="*/ 983185 w 1385794"/>
                <a:gd name="connsiteY1777" fmla="*/ 1128711 h 1212067"/>
                <a:gd name="connsiteX1778" fmla="*/ 980997 w 1385794"/>
                <a:gd name="connsiteY1778" fmla="*/ 1131335 h 1212067"/>
                <a:gd name="connsiteX1779" fmla="*/ 977632 w 1385794"/>
                <a:gd name="connsiteY1779" fmla="*/ 1133353 h 1212067"/>
                <a:gd name="connsiteX1780" fmla="*/ 973055 w 1385794"/>
                <a:gd name="connsiteY1780" fmla="*/ 1135338 h 1212067"/>
                <a:gd name="connsiteX1781" fmla="*/ 970766 w 1385794"/>
                <a:gd name="connsiteY1781" fmla="*/ 1140451 h 1212067"/>
                <a:gd name="connsiteX1782" fmla="*/ 972079 w 1385794"/>
                <a:gd name="connsiteY1782" fmla="*/ 1143916 h 1212067"/>
                <a:gd name="connsiteX1783" fmla="*/ 972315 w 1385794"/>
                <a:gd name="connsiteY1783" fmla="*/ 1149029 h 1212067"/>
                <a:gd name="connsiteX1784" fmla="*/ 972214 w 1385794"/>
                <a:gd name="connsiteY1784" fmla="*/ 1152830 h 1212067"/>
                <a:gd name="connsiteX1785" fmla="*/ 970026 w 1385794"/>
                <a:gd name="connsiteY1785" fmla="*/ 1154681 h 1212067"/>
                <a:gd name="connsiteX1786" fmla="*/ 971238 w 1385794"/>
                <a:gd name="connsiteY1786" fmla="*/ 1157069 h 1212067"/>
                <a:gd name="connsiteX1787" fmla="*/ 973526 w 1385794"/>
                <a:gd name="connsiteY1787" fmla="*/ 1157607 h 1212067"/>
                <a:gd name="connsiteX1788" fmla="*/ 975579 w 1385794"/>
                <a:gd name="connsiteY1788" fmla="*/ 1160097 h 1212067"/>
                <a:gd name="connsiteX1789" fmla="*/ 975142 w 1385794"/>
                <a:gd name="connsiteY1789" fmla="*/ 1164974 h 1212067"/>
                <a:gd name="connsiteX1790" fmla="*/ 973526 w 1385794"/>
                <a:gd name="connsiteY1790" fmla="*/ 1168002 h 1212067"/>
                <a:gd name="connsiteX1791" fmla="*/ 969925 w 1385794"/>
                <a:gd name="connsiteY1791" fmla="*/ 1168977 h 1212067"/>
                <a:gd name="connsiteX1792" fmla="*/ 966661 w 1385794"/>
                <a:gd name="connsiteY1792" fmla="*/ 1170727 h 1212067"/>
                <a:gd name="connsiteX1793" fmla="*/ 962420 w 1385794"/>
                <a:gd name="connsiteY1793" fmla="*/ 1171938 h 1212067"/>
                <a:gd name="connsiteX1794" fmla="*/ 961646 w 1385794"/>
                <a:gd name="connsiteY1794" fmla="*/ 1174124 h 1212067"/>
                <a:gd name="connsiteX1795" fmla="*/ 961983 w 1385794"/>
                <a:gd name="connsiteY1795" fmla="*/ 1176412 h 1212067"/>
                <a:gd name="connsiteX1796" fmla="*/ 962420 w 1385794"/>
                <a:gd name="connsiteY1796" fmla="*/ 1177925 h 1212067"/>
                <a:gd name="connsiteX1797" fmla="*/ 964911 w 1385794"/>
                <a:gd name="connsiteY1797" fmla="*/ 1181289 h 1212067"/>
                <a:gd name="connsiteX1798" fmla="*/ 968613 w 1385794"/>
                <a:gd name="connsiteY1798" fmla="*/ 1184553 h 1212067"/>
                <a:gd name="connsiteX1799" fmla="*/ 971103 w 1385794"/>
                <a:gd name="connsiteY1799" fmla="*/ 1186167 h 1212067"/>
                <a:gd name="connsiteX1800" fmla="*/ 973156 w 1385794"/>
                <a:gd name="connsiteY1800" fmla="*/ 1187816 h 1212067"/>
                <a:gd name="connsiteX1801" fmla="*/ 977598 w 1385794"/>
                <a:gd name="connsiteY1801" fmla="*/ 1189868 h 1212067"/>
                <a:gd name="connsiteX1802" fmla="*/ 979887 w 1385794"/>
                <a:gd name="connsiteY1802" fmla="*/ 1190843 h 1212067"/>
                <a:gd name="connsiteX1803" fmla="*/ 984127 w 1385794"/>
                <a:gd name="connsiteY1803" fmla="*/ 1193131 h 1212067"/>
                <a:gd name="connsiteX1804" fmla="*/ 988368 w 1385794"/>
                <a:gd name="connsiteY1804" fmla="*/ 1194543 h 1212067"/>
                <a:gd name="connsiteX1805" fmla="*/ 991834 w 1385794"/>
                <a:gd name="connsiteY1805" fmla="*/ 1195956 h 1212067"/>
                <a:gd name="connsiteX1806" fmla="*/ 995200 w 1385794"/>
                <a:gd name="connsiteY1806" fmla="*/ 1197807 h 1212067"/>
                <a:gd name="connsiteX1807" fmla="*/ 997488 w 1385794"/>
                <a:gd name="connsiteY1807" fmla="*/ 1200094 h 1212067"/>
                <a:gd name="connsiteX1808" fmla="*/ 999440 w 1385794"/>
                <a:gd name="connsiteY1808" fmla="*/ 1202045 h 1212067"/>
                <a:gd name="connsiteX1809" fmla="*/ 1001628 w 1385794"/>
                <a:gd name="connsiteY1809" fmla="*/ 1204535 h 1212067"/>
                <a:gd name="connsiteX1810" fmla="*/ 1005532 w 1385794"/>
                <a:gd name="connsiteY1810" fmla="*/ 1206385 h 1212067"/>
                <a:gd name="connsiteX1811" fmla="*/ 1008460 w 1385794"/>
                <a:gd name="connsiteY1811" fmla="*/ 1206385 h 1212067"/>
                <a:gd name="connsiteX1812" fmla="*/ 1011388 w 1385794"/>
                <a:gd name="connsiteY1812" fmla="*/ 1205510 h 1212067"/>
                <a:gd name="connsiteX1813" fmla="*/ 1016166 w 1385794"/>
                <a:gd name="connsiteY1813" fmla="*/ 1207461 h 1212067"/>
                <a:gd name="connsiteX1814" fmla="*/ 1018892 w 1385794"/>
                <a:gd name="connsiteY1814" fmla="*/ 1209210 h 1212067"/>
                <a:gd name="connsiteX1815" fmla="*/ 1023671 w 1385794"/>
                <a:gd name="connsiteY1815" fmla="*/ 1210825 h 1212067"/>
                <a:gd name="connsiteX1816" fmla="*/ 1030638 w 1385794"/>
                <a:gd name="connsiteY1816" fmla="*/ 1210825 h 1212067"/>
                <a:gd name="connsiteX1817" fmla="*/ 1032052 w 1385794"/>
                <a:gd name="connsiteY1817" fmla="*/ 1208773 h 1212067"/>
                <a:gd name="connsiteX1818" fmla="*/ 1034542 w 1385794"/>
                <a:gd name="connsiteY1818" fmla="*/ 1208571 h 1212067"/>
                <a:gd name="connsiteX1819" fmla="*/ 1038244 w 1385794"/>
                <a:gd name="connsiteY1819" fmla="*/ 1209648 h 1212067"/>
                <a:gd name="connsiteX1820" fmla="*/ 1041407 w 1385794"/>
                <a:gd name="connsiteY1820" fmla="*/ 1211700 h 1212067"/>
                <a:gd name="connsiteX1821" fmla="*/ 1044672 w 1385794"/>
                <a:gd name="connsiteY1821" fmla="*/ 1211700 h 1212067"/>
                <a:gd name="connsiteX1822" fmla="*/ 1046960 w 1385794"/>
                <a:gd name="connsiteY1822" fmla="*/ 1208874 h 1212067"/>
                <a:gd name="connsiteX1823" fmla="*/ 1047600 w 1385794"/>
                <a:gd name="connsiteY1823" fmla="*/ 1207259 h 1212067"/>
                <a:gd name="connsiteX1824" fmla="*/ 1049114 w 1385794"/>
                <a:gd name="connsiteY1824" fmla="*/ 1206183 h 1212067"/>
                <a:gd name="connsiteX1825" fmla="*/ 1055408 w 1385794"/>
                <a:gd name="connsiteY1825" fmla="*/ 1209749 h 1212067"/>
                <a:gd name="connsiteX1826" fmla="*/ 1059446 w 1385794"/>
                <a:gd name="connsiteY1826" fmla="*/ 1208235 h 1212067"/>
                <a:gd name="connsiteX1827" fmla="*/ 1062509 w 1385794"/>
                <a:gd name="connsiteY1827" fmla="*/ 1203559 h 1212067"/>
                <a:gd name="connsiteX1828" fmla="*/ 1065437 w 1385794"/>
                <a:gd name="connsiteY1828" fmla="*/ 1200531 h 1212067"/>
                <a:gd name="connsiteX1829" fmla="*/ 1067187 w 1385794"/>
                <a:gd name="connsiteY1829" fmla="*/ 1197941 h 1212067"/>
                <a:gd name="connsiteX1830" fmla="*/ 1069677 w 1385794"/>
                <a:gd name="connsiteY1830" fmla="*/ 1196192 h 1212067"/>
                <a:gd name="connsiteX1831" fmla="*/ 1070216 w 1385794"/>
                <a:gd name="connsiteY1831" fmla="*/ 1194342 h 1212067"/>
                <a:gd name="connsiteX1832" fmla="*/ 1068028 w 1385794"/>
                <a:gd name="connsiteY1832" fmla="*/ 1191751 h 1212067"/>
                <a:gd name="connsiteX1833" fmla="*/ 1068028 w 1385794"/>
                <a:gd name="connsiteY1833" fmla="*/ 1188287 h 1212067"/>
                <a:gd name="connsiteX1834" fmla="*/ 1068028 w 1385794"/>
                <a:gd name="connsiteY1834" fmla="*/ 1184822 h 1212067"/>
                <a:gd name="connsiteX1835" fmla="*/ 1068028 w 1385794"/>
                <a:gd name="connsiteY1835" fmla="*/ 1180247 h 1212067"/>
                <a:gd name="connsiteX1836" fmla="*/ 1070653 w 1385794"/>
                <a:gd name="connsiteY1836" fmla="*/ 1176984 h 1212067"/>
                <a:gd name="connsiteX1837" fmla="*/ 1076072 w 1385794"/>
                <a:gd name="connsiteY1837" fmla="*/ 1176984 h 1212067"/>
                <a:gd name="connsiteX1838" fmla="*/ 1079538 w 1385794"/>
                <a:gd name="connsiteY1838" fmla="*/ 1177858 h 1212067"/>
                <a:gd name="connsiteX1839" fmla="*/ 1081288 w 1385794"/>
                <a:gd name="connsiteY1839" fmla="*/ 1180886 h 1212067"/>
                <a:gd name="connsiteX1840" fmla="*/ 1088019 w 1385794"/>
                <a:gd name="connsiteY1840" fmla="*/ 1178497 h 1212067"/>
                <a:gd name="connsiteX1841" fmla="*/ 1094750 w 1385794"/>
                <a:gd name="connsiteY1841" fmla="*/ 1182837 h 1212067"/>
                <a:gd name="connsiteX1842" fmla="*/ 1099966 w 1385794"/>
                <a:gd name="connsiteY1842" fmla="*/ 1180650 h 1212067"/>
                <a:gd name="connsiteX1843" fmla="*/ 1105385 w 1385794"/>
                <a:gd name="connsiteY1843" fmla="*/ 1176311 h 1212067"/>
                <a:gd name="connsiteX1844" fmla="*/ 1112351 w 1385794"/>
                <a:gd name="connsiteY1844" fmla="*/ 1175234 h 1212067"/>
                <a:gd name="connsiteX1845" fmla="*/ 1119318 w 1385794"/>
                <a:gd name="connsiteY1845" fmla="*/ 1170458 h 1212067"/>
                <a:gd name="connsiteX1846" fmla="*/ 1119755 w 1385794"/>
                <a:gd name="connsiteY1846" fmla="*/ 1169045 h 1212067"/>
                <a:gd name="connsiteX1847" fmla="*/ 1120529 w 1385794"/>
                <a:gd name="connsiteY1847" fmla="*/ 1165580 h 1212067"/>
                <a:gd name="connsiteX1848" fmla="*/ 1120967 w 1385794"/>
                <a:gd name="connsiteY1848" fmla="*/ 1163965 h 1212067"/>
                <a:gd name="connsiteX1849" fmla="*/ 1120327 w 1385794"/>
                <a:gd name="connsiteY1849" fmla="*/ 1157876 h 1212067"/>
                <a:gd name="connsiteX1850" fmla="*/ 1120428 w 1385794"/>
                <a:gd name="connsiteY1850" fmla="*/ 1154277 h 1212067"/>
                <a:gd name="connsiteX1851" fmla="*/ 1120866 w 1385794"/>
                <a:gd name="connsiteY1851" fmla="*/ 1151350 h 1212067"/>
                <a:gd name="connsiteX1852" fmla="*/ 1122078 w 1385794"/>
                <a:gd name="connsiteY1852" fmla="*/ 1150274 h 1212067"/>
                <a:gd name="connsiteX1853" fmla="*/ 1124804 w 1385794"/>
                <a:gd name="connsiteY1853" fmla="*/ 1148861 h 1212067"/>
                <a:gd name="connsiteX1854" fmla="*/ 1126991 w 1385794"/>
                <a:gd name="connsiteY1854" fmla="*/ 1148861 h 1212067"/>
                <a:gd name="connsiteX1855" fmla="*/ 1129044 w 1385794"/>
                <a:gd name="connsiteY1855" fmla="*/ 1149500 h 1212067"/>
                <a:gd name="connsiteX1856" fmla="*/ 1131871 w 1385794"/>
                <a:gd name="connsiteY1856" fmla="*/ 1148962 h 1212067"/>
                <a:gd name="connsiteX1857" fmla="*/ 1132410 w 1385794"/>
                <a:gd name="connsiteY1857" fmla="*/ 1147011 h 1212067"/>
                <a:gd name="connsiteX1858" fmla="*/ 1130659 w 1385794"/>
                <a:gd name="connsiteY1858" fmla="*/ 1143983 h 1212067"/>
                <a:gd name="connsiteX1859" fmla="*/ 1126856 w 1385794"/>
                <a:gd name="connsiteY1859" fmla="*/ 1143109 h 1212067"/>
                <a:gd name="connsiteX1860" fmla="*/ 1125544 w 1385794"/>
                <a:gd name="connsiteY1860" fmla="*/ 1143109 h 1212067"/>
                <a:gd name="connsiteX1861" fmla="*/ 1122818 w 1385794"/>
                <a:gd name="connsiteY1861" fmla="*/ 1143983 h 1212067"/>
                <a:gd name="connsiteX1862" fmla="*/ 1121303 w 1385794"/>
                <a:gd name="connsiteY1862" fmla="*/ 1143983 h 1212067"/>
                <a:gd name="connsiteX1863" fmla="*/ 1120664 w 1385794"/>
                <a:gd name="connsiteY1863" fmla="*/ 1142739 h 1212067"/>
                <a:gd name="connsiteX1864" fmla="*/ 1117938 w 1385794"/>
                <a:gd name="connsiteY1864" fmla="*/ 1141595 h 1212067"/>
                <a:gd name="connsiteX1865" fmla="*/ 1114572 w 1385794"/>
                <a:gd name="connsiteY1865" fmla="*/ 1139408 h 1212067"/>
                <a:gd name="connsiteX1866" fmla="*/ 1110669 w 1385794"/>
                <a:gd name="connsiteY1866" fmla="*/ 1139408 h 1212067"/>
                <a:gd name="connsiteX1867" fmla="*/ 1108481 w 1385794"/>
                <a:gd name="connsiteY1867" fmla="*/ 1138870 h 1212067"/>
                <a:gd name="connsiteX1868" fmla="*/ 1104140 w 1385794"/>
                <a:gd name="connsiteY1868" fmla="*/ 1136919 h 1212067"/>
                <a:gd name="connsiteX1869" fmla="*/ 1103366 w 1385794"/>
                <a:gd name="connsiteY1869" fmla="*/ 1134329 h 1212067"/>
                <a:gd name="connsiteX1870" fmla="*/ 1103399 w 1385794"/>
                <a:gd name="connsiteY1870" fmla="*/ 1130965 h 1212067"/>
                <a:gd name="connsiteX1871" fmla="*/ 1103938 w 1385794"/>
                <a:gd name="connsiteY1871" fmla="*/ 1128240 h 1212067"/>
                <a:gd name="connsiteX1872" fmla="*/ 1106327 w 1385794"/>
                <a:gd name="connsiteY1872" fmla="*/ 1127163 h 1212067"/>
                <a:gd name="connsiteX1873" fmla="*/ 1111880 w 1385794"/>
                <a:gd name="connsiteY1873" fmla="*/ 1124876 h 1212067"/>
                <a:gd name="connsiteX1874" fmla="*/ 1115044 w 1385794"/>
                <a:gd name="connsiteY1874" fmla="*/ 1124001 h 1212067"/>
                <a:gd name="connsiteX1875" fmla="*/ 1115044 w 1385794"/>
                <a:gd name="connsiteY1875" fmla="*/ 1119325 h 1212067"/>
                <a:gd name="connsiteX1876" fmla="*/ 1116020 w 1385794"/>
                <a:gd name="connsiteY1876" fmla="*/ 1115188 h 1212067"/>
                <a:gd name="connsiteX1877" fmla="*/ 1116996 w 1385794"/>
                <a:gd name="connsiteY1877" fmla="*/ 1111487 h 1212067"/>
                <a:gd name="connsiteX1878" fmla="*/ 1118174 w 1385794"/>
                <a:gd name="connsiteY1878" fmla="*/ 1108224 h 1212067"/>
                <a:gd name="connsiteX1879" fmla="*/ 1119688 w 1385794"/>
                <a:gd name="connsiteY1879" fmla="*/ 1106374 h 1212067"/>
                <a:gd name="connsiteX1880" fmla="*/ 1124366 w 1385794"/>
                <a:gd name="connsiteY1880" fmla="*/ 1104524 h 1212067"/>
                <a:gd name="connsiteX1881" fmla="*/ 1127530 w 1385794"/>
                <a:gd name="connsiteY1881" fmla="*/ 1102909 h 1212067"/>
                <a:gd name="connsiteX1882" fmla="*/ 1129481 w 1385794"/>
                <a:gd name="connsiteY1882" fmla="*/ 1100857 h 1212067"/>
                <a:gd name="connsiteX1883" fmla="*/ 1131770 w 1385794"/>
                <a:gd name="connsiteY1883" fmla="*/ 1098368 h 1212067"/>
                <a:gd name="connsiteX1884" fmla="*/ 1133284 w 1385794"/>
                <a:gd name="connsiteY1884" fmla="*/ 1097056 h 1212067"/>
                <a:gd name="connsiteX1885" fmla="*/ 1137188 w 1385794"/>
                <a:gd name="connsiteY1885" fmla="*/ 1097291 h 1212067"/>
                <a:gd name="connsiteX1886" fmla="*/ 1139039 w 1385794"/>
                <a:gd name="connsiteY1886" fmla="*/ 1099781 h 1212067"/>
                <a:gd name="connsiteX1887" fmla="*/ 1141227 w 1385794"/>
                <a:gd name="connsiteY1887" fmla="*/ 1101631 h 1212067"/>
                <a:gd name="connsiteX1888" fmla="*/ 1143314 w 1385794"/>
                <a:gd name="connsiteY1888" fmla="*/ 1104019 h 1212067"/>
                <a:gd name="connsiteX1889" fmla="*/ 1148193 w 1385794"/>
                <a:gd name="connsiteY1889" fmla="*/ 1106071 h 1212067"/>
                <a:gd name="connsiteX1890" fmla="*/ 1149169 w 1385794"/>
                <a:gd name="connsiteY1890" fmla="*/ 1104995 h 1212067"/>
                <a:gd name="connsiteX1891" fmla="*/ 1151761 w 1385794"/>
                <a:gd name="connsiteY1891" fmla="*/ 1103346 h 1212067"/>
                <a:gd name="connsiteX1892" fmla="*/ 1154251 w 1385794"/>
                <a:gd name="connsiteY1892" fmla="*/ 1103010 h 1212067"/>
                <a:gd name="connsiteX1893" fmla="*/ 1157179 w 1385794"/>
                <a:gd name="connsiteY1893" fmla="*/ 1103649 h 1212067"/>
                <a:gd name="connsiteX1894" fmla="*/ 1159266 w 1385794"/>
                <a:gd name="connsiteY1894" fmla="*/ 1104524 h 1212067"/>
                <a:gd name="connsiteX1895" fmla="*/ 1161756 w 1385794"/>
                <a:gd name="connsiteY1895" fmla="*/ 1103885 h 1212067"/>
                <a:gd name="connsiteX1896" fmla="*/ 1163372 w 1385794"/>
                <a:gd name="connsiteY1896" fmla="*/ 1102034 h 1212067"/>
                <a:gd name="connsiteX1897" fmla="*/ 1165122 w 1385794"/>
                <a:gd name="connsiteY1897" fmla="*/ 1099983 h 1212067"/>
                <a:gd name="connsiteX1898" fmla="*/ 1166973 w 1385794"/>
                <a:gd name="connsiteY1898" fmla="*/ 1098570 h 1212067"/>
                <a:gd name="connsiteX1899" fmla="*/ 1169160 w 1385794"/>
                <a:gd name="connsiteY1899" fmla="*/ 1099545 h 1212067"/>
                <a:gd name="connsiteX1900" fmla="*/ 1169699 w 1385794"/>
                <a:gd name="connsiteY1900" fmla="*/ 1102034 h 1212067"/>
                <a:gd name="connsiteX1901" fmla="*/ 1169934 w 1385794"/>
                <a:gd name="connsiteY1901" fmla="*/ 1103111 h 1212067"/>
                <a:gd name="connsiteX1902" fmla="*/ 1170136 w 1385794"/>
                <a:gd name="connsiteY1902" fmla="*/ 1105600 h 1212067"/>
                <a:gd name="connsiteX1903" fmla="*/ 1170675 w 1385794"/>
                <a:gd name="connsiteY1903" fmla="*/ 1108527 h 1212067"/>
                <a:gd name="connsiteX1904" fmla="*/ 1171550 w 1385794"/>
                <a:gd name="connsiteY1904" fmla="*/ 1109301 h 1212067"/>
                <a:gd name="connsiteX1905" fmla="*/ 1173603 w 1385794"/>
                <a:gd name="connsiteY1905" fmla="*/ 1111689 h 1212067"/>
                <a:gd name="connsiteX1906" fmla="*/ 1176968 w 1385794"/>
                <a:gd name="connsiteY1906" fmla="*/ 1113001 h 1212067"/>
                <a:gd name="connsiteX1907" fmla="*/ 1179593 w 1385794"/>
                <a:gd name="connsiteY1907" fmla="*/ 1111925 h 1212067"/>
                <a:gd name="connsiteX1908" fmla="*/ 1180367 w 1385794"/>
                <a:gd name="connsiteY1908" fmla="*/ 1111285 h 1212067"/>
                <a:gd name="connsiteX1909" fmla="*/ 1181983 w 1385794"/>
                <a:gd name="connsiteY1909" fmla="*/ 1109099 h 1212067"/>
                <a:gd name="connsiteX1910" fmla="*/ 1183935 w 1385794"/>
                <a:gd name="connsiteY1910" fmla="*/ 1105836 h 1212067"/>
                <a:gd name="connsiteX1911" fmla="*/ 1185146 w 1385794"/>
                <a:gd name="connsiteY1911" fmla="*/ 1101496 h 1212067"/>
                <a:gd name="connsiteX1912" fmla="*/ 1184507 w 1385794"/>
                <a:gd name="connsiteY1912" fmla="*/ 1097157 h 1212067"/>
                <a:gd name="connsiteX1913" fmla="*/ 1182218 w 1385794"/>
                <a:gd name="connsiteY1913" fmla="*/ 1094869 h 1212067"/>
                <a:gd name="connsiteX1914" fmla="*/ 1177439 w 1385794"/>
                <a:gd name="connsiteY1914" fmla="*/ 1095307 h 1212067"/>
                <a:gd name="connsiteX1915" fmla="*/ 1174511 w 1385794"/>
                <a:gd name="connsiteY1915" fmla="*/ 1093793 h 1212067"/>
                <a:gd name="connsiteX1916" fmla="*/ 1176564 w 1385794"/>
                <a:gd name="connsiteY1916" fmla="*/ 1089554 h 1212067"/>
                <a:gd name="connsiteX1917" fmla="*/ 1176901 w 1385794"/>
                <a:gd name="connsiteY1917" fmla="*/ 1088141 h 1212067"/>
                <a:gd name="connsiteX1918" fmla="*/ 1175050 w 1385794"/>
                <a:gd name="connsiteY1918" fmla="*/ 1086829 h 1212067"/>
                <a:gd name="connsiteX1919" fmla="*/ 1174175 w 1385794"/>
                <a:gd name="connsiteY1919" fmla="*/ 1084004 h 1212067"/>
                <a:gd name="connsiteX1920" fmla="*/ 1174175 w 1385794"/>
                <a:gd name="connsiteY1920" fmla="*/ 1080741 h 1212067"/>
                <a:gd name="connsiteX1921" fmla="*/ 1174915 w 1385794"/>
                <a:gd name="connsiteY1921" fmla="*/ 1076939 h 1212067"/>
                <a:gd name="connsiteX1922" fmla="*/ 1174040 w 1385794"/>
                <a:gd name="connsiteY1922" fmla="*/ 1074450 h 1212067"/>
                <a:gd name="connsiteX1923" fmla="*/ 1172963 w 1385794"/>
                <a:gd name="connsiteY1923" fmla="*/ 1073575 h 1212067"/>
                <a:gd name="connsiteX1924" fmla="*/ 1170910 w 1385794"/>
                <a:gd name="connsiteY1924" fmla="*/ 1070750 h 1212067"/>
                <a:gd name="connsiteX1925" fmla="*/ 1168958 w 1385794"/>
                <a:gd name="connsiteY1925" fmla="*/ 1064762 h 1212067"/>
                <a:gd name="connsiteX1926" fmla="*/ 1168958 w 1385794"/>
                <a:gd name="connsiteY1926" fmla="*/ 1059548 h 1212067"/>
                <a:gd name="connsiteX1927" fmla="*/ 1169396 w 1385794"/>
                <a:gd name="connsiteY1927" fmla="*/ 1055511 h 1212067"/>
                <a:gd name="connsiteX1928" fmla="*/ 1171886 w 1385794"/>
                <a:gd name="connsiteY1928" fmla="*/ 1053459 h 1212067"/>
                <a:gd name="connsiteX1929" fmla="*/ 1174175 w 1385794"/>
                <a:gd name="connsiteY1929" fmla="*/ 1050835 h 1212067"/>
                <a:gd name="connsiteX1930" fmla="*/ 1177204 w 1385794"/>
                <a:gd name="connsiteY1930" fmla="*/ 1047236 h 1212067"/>
                <a:gd name="connsiteX1931" fmla="*/ 1178617 w 1385794"/>
                <a:gd name="connsiteY1931" fmla="*/ 1045284 h 1212067"/>
                <a:gd name="connsiteX1932" fmla="*/ 1180468 w 1385794"/>
                <a:gd name="connsiteY1932" fmla="*/ 1043872 h 1212067"/>
                <a:gd name="connsiteX1933" fmla="*/ 1184372 w 1385794"/>
                <a:gd name="connsiteY1933" fmla="*/ 1043872 h 1212067"/>
                <a:gd name="connsiteX1934" fmla="*/ 1188276 w 1385794"/>
                <a:gd name="connsiteY1934" fmla="*/ 1043098 h 1212067"/>
                <a:gd name="connsiteX1935" fmla="*/ 1188916 w 1385794"/>
                <a:gd name="connsiteY1935" fmla="*/ 1040810 h 1212067"/>
                <a:gd name="connsiteX1936" fmla="*/ 1187603 w 1385794"/>
                <a:gd name="connsiteY1936" fmla="*/ 1038321 h 1212067"/>
                <a:gd name="connsiteX1937" fmla="*/ 1185752 w 1385794"/>
                <a:gd name="connsiteY1937" fmla="*/ 1036908 h 1212067"/>
                <a:gd name="connsiteX1938" fmla="*/ 1182151 w 1385794"/>
                <a:gd name="connsiteY1938" fmla="*/ 1035294 h 1212067"/>
                <a:gd name="connsiteX1939" fmla="*/ 1177708 w 1385794"/>
                <a:gd name="connsiteY1939" fmla="*/ 1034217 h 1212067"/>
                <a:gd name="connsiteX1940" fmla="*/ 1175790 w 1385794"/>
                <a:gd name="connsiteY1940" fmla="*/ 1033578 h 1212067"/>
                <a:gd name="connsiteX1941" fmla="*/ 1175790 w 1385794"/>
                <a:gd name="connsiteY1941" fmla="*/ 1031089 h 1212067"/>
                <a:gd name="connsiteX1942" fmla="*/ 1178718 w 1385794"/>
                <a:gd name="connsiteY1942" fmla="*/ 1029440 h 1212067"/>
                <a:gd name="connsiteX1943" fmla="*/ 1180132 w 1385794"/>
                <a:gd name="connsiteY1943" fmla="*/ 1028364 h 1212067"/>
                <a:gd name="connsiteX1944" fmla="*/ 1183396 w 1385794"/>
                <a:gd name="connsiteY1944" fmla="*/ 1026850 h 1212067"/>
                <a:gd name="connsiteX1945" fmla="*/ 1185348 w 1385794"/>
                <a:gd name="connsiteY1945" fmla="*/ 1025773 h 1212067"/>
                <a:gd name="connsiteX1946" fmla="*/ 1190565 w 1385794"/>
                <a:gd name="connsiteY1946" fmla="*/ 1025773 h 1212067"/>
                <a:gd name="connsiteX1947" fmla="*/ 1193594 w 1385794"/>
                <a:gd name="connsiteY1947" fmla="*/ 1025773 h 1212067"/>
                <a:gd name="connsiteX1948" fmla="*/ 1195781 w 1385794"/>
                <a:gd name="connsiteY1948" fmla="*/ 1024630 h 1212067"/>
                <a:gd name="connsiteX1949" fmla="*/ 1196757 w 1385794"/>
                <a:gd name="connsiteY1949" fmla="*/ 1022510 h 1212067"/>
                <a:gd name="connsiteX1950" fmla="*/ 1196959 w 1385794"/>
                <a:gd name="connsiteY1950" fmla="*/ 1019483 h 1212067"/>
                <a:gd name="connsiteX1951" fmla="*/ 1194031 w 1385794"/>
                <a:gd name="connsiteY1951" fmla="*/ 1016994 h 1212067"/>
                <a:gd name="connsiteX1952" fmla="*/ 1192281 w 1385794"/>
                <a:gd name="connsiteY1952" fmla="*/ 1015076 h 1212067"/>
                <a:gd name="connsiteX1953" fmla="*/ 1190093 w 1385794"/>
                <a:gd name="connsiteY1953" fmla="*/ 1013630 h 1212067"/>
                <a:gd name="connsiteX1954" fmla="*/ 1186324 w 1385794"/>
                <a:gd name="connsiteY1954" fmla="*/ 1008853 h 1212067"/>
                <a:gd name="connsiteX1955" fmla="*/ 1184305 w 1385794"/>
                <a:gd name="connsiteY1955" fmla="*/ 1004210 h 1212067"/>
                <a:gd name="connsiteX1956" fmla="*/ 1181545 w 1385794"/>
                <a:gd name="connsiteY1956" fmla="*/ 1002629 h 1212067"/>
                <a:gd name="connsiteX1957" fmla="*/ 1177776 w 1385794"/>
                <a:gd name="connsiteY1957" fmla="*/ 1000880 h 1212067"/>
                <a:gd name="connsiteX1958" fmla="*/ 1174545 w 1385794"/>
                <a:gd name="connsiteY1958" fmla="*/ 998828 h 1212067"/>
                <a:gd name="connsiteX1959" fmla="*/ 1171348 w 1385794"/>
                <a:gd name="connsiteY1959" fmla="*/ 997449 h 1212067"/>
                <a:gd name="connsiteX1960" fmla="*/ 1169329 w 1385794"/>
                <a:gd name="connsiteY1960" fmla="*/ 998761 h 1212067"/>
                <a:gd name="connsiteX1961" fmla="*/ 1167141 w 1385794"/>
                <a:gd name="connsiteY1961" fmla="*/ 998761 h 1212067"/>
                <a:gd name="connsiteX1962" fmla="*/ 1164819 w 1385794"/>
                <a:gd name="connsiteY1962" fmla="*/ 996574 h 1212067"/>
                <a:gd name="connsiteX1963" fmla="*/ 1164078 w 1385794"/>
                <a:gd name="connsiteY1963" fmla="*/ 993378 h 1212067"/>
                <a:gd name="connsiteX1964" fmla="*/ 1164953 w 1385794"/>
                <a:gd name="connsiteY1964" fmla="*/ 990486 h 1212067"/>
                <a:gd name="connsiteX1965" fmla="*/ 1164953 w 1385794"/>
                <a:gd name="connsiteY1965" fmla="*/ 987021 h 1212067"/>
                <a:gd name="connsiteX1966" fmla="*/ 1164953 w 1385794"/>
                <a:gd name="connsiteY1966" fmla="*/ 984565 h 1212067"/>
                <a:gd name="connsiteX1967" fmla="*/ 1165694 w 1385794"/>
                <a:gd name="connsiteY1967" fmla="*/ 981369 h 1212067"/>
                <a:gd name="connsiteX1968" fmla="*/ 1167578 w 1385794"/>
                <a:gd name="connsiteY1968" fmla="*/ 978611 h 1212067"/>
                <a:gd name="connsiteX1969" fmla="*/ 1168319 w 1385794"/>
                <a:gd name="connsiteY1969" fmla="*/ 976861 h 1212067"/>
                <a:gd name="connsiteX1970" fmla="*/ 1169901 w 1385794"/>
                <a:gd name="connsiteY1970" fmla="*/ 974406 h 1212067"/>
                <a:gd name="connsiteX1971" fmla="*/ 1170607 w 1385794"/>
                <a:gd name="connsiteY1971" fmla="*/ 973531 h 1212067"/>
                <a:gd name="connsiteX1972" fmla="*/ 1172055 w 1385794"/>
                <a:gd name="connsiteY1972" fmla="*/ 971950 h 1212067"/>
                <a:gd name="connsiteX1973" fmla="*/ 1174511 w 1385794"/>
                <a:gd name="connsiteY1973" fmla="*/ 970504 h 1212067"/>
                <a:gd name="connsiteX1974" fmla="*/ 1177103 w 1385794"/>
                <a:gd name="connsiteY1974" fmla="*/ 970504 h 1212067"/>
                <a:gd name="connsiteX1975" fmla="*/ 1180300 w 1385794"/>
                <a:gd name="connsiteY1975" fmla="*/ 970504 h 1212067"/>
                <a:gd name="connsiteX1976" fmla="*/ 1182757 w 1385794"/>
                <a:gd name="connsiteY1976" fmla="*/ 969763 h 1212067"/>
                <a:gd name="connsiteX1977" fmla="*/ 1183632 w 1385794"/>
                <a:gd name="connsiteY1977" fmla="*/ 968620 h 1212067"/>
                <a:gd name="connsiteX1978" fmla="*/ 1183766 w 1385794"/>
                <a:gd name="connsiteY1978" fmla="*/ 967039 h 1212067"/>
                <a:gd name="connsiteX1979" fmla="*/ 1184204 w 1385794"/>
                <a:gd name="connsiteY1979" fmla="*/ 964280 h 1212067"/>
                <a:gd name="connsiteX1980" fmla="*/ 1184069 w 1385794"/>
                <a:gd name="connsiteY1980" fmla="*/ 962699 h 1212067"/>
                <a:gd name="connsiteX1981" fmla="*/ 1183497 w 1385794"/>
                <a:gd name="connsiteY1981" fmla="*/ 960075 h 1212067"/>
                <a:gd name="connsiteX1982" fmla="*/ 1182353 w 1385794"/>
                <a:gd name="connsiteY1982" fmla="*/ 958763 h 1212067"/>
                <a:gd name="connsiteX1983" fmla="*/ 1179156 w 1385794"/>
                <a:gd name="connsiteY1983" fmla="*/ 954693 h 1212067"/>
                <a:gd name="connsiteX1984" fmla="*/ 1177843 w 1385794"/>
                <a:gd name="connsiteY1984" fmla="*/ 952675 h 1212067"/>
                <a:gd name="connsiteX1985" fmla="*/ 1177103 w 1385794"/>
                <a:gd name="connsiteY1985" fmla="*/ 947023 h 1212067"/>
                <a:gd name="connsiteX1986" fmla="*/ 1177103 w 1385794"/>
                <a:gd name="connsiteY1986" fmla="*/ 943390 h 1212067"/>
                <a:gd name="connsiteX1987" fmla="*/ 1178920 w 1385794"/>
                <a:gd name="connsiteY1987" fmla="*/ 938041 h 1212067"/>
                <a:gd name="connsiteX1988" fmla="*/ 1179997 w 1385794"/>
                <a:gd name="connsiteY1988" fmla="*/ 935855 h 1212067"/>
                <a:gd name="connsiteX1989" fmla="*/ 1189286 w 1385794"/>
                <a:gd name="connsiteY1989" fmla="*/ 935720 h 1212067"/>
                <a:gd name="connsiteX1990" fmla="*/ 1195243 w 1385794"/>
                <a:gd name="connsiteY1990" fmla="*/ 934274 h 1212067"/>
                <a:gd name="connsiteX1991" fmla="*/ 1201199 w 1385794"/>
                <a:gd name="connsiteY1991" fmla="*/ 936595 h 1212067"/>
                <a:gd name="connsiteX1992" fmla="*/ 1204969 w 1385794"/>
                <a:gd name="connsiteY1992" fmla="*/ 935283 h 1212067"/>
                <a:gd name="connsiteX1993" fmla="*/ 1207560 w 1385794"/>
                <a:gd name="connsiteY1993" fmla="*/ 933096 h 1212067"/>
                <a:gd name="connsiteX1994" fmla="*/ 1214964 w 1385794"/>
                <a:gd name="connsiteY1994" fmla="*/ 932793 h 1212067"/>
                <a:gd name="connsiteX1995" fmla="*/ 1222065 w 1385794"/>
                <a:gd name="connsiteY1995" fmla="*/ 933231 h 1212067"/>
                <a:gd name="connsiteX1996" fmla="*/ 1225834 w 1385794"/>
                <a:gd name="connsiteY1996" fmla="*/ 937436 h 1212067"/>
                <a:gd name="connsiteX1997" fmla="*/ 1231186 w 1385794"/>
                <a:gd name="connsiteY1997" fmla="*/ 940060 h 1212067"/>
                <a:gd name="connsiteX1998" fmla="*/ 1235089 w 1385794"/>
                <a:gd name="connsiteY1998" fmla="*/ 943693 h 1212067"/>
                <a:gd name="connsiteX1999" fmla="*/ 1231758 w 1385794"/>
                <a:gd name="connsiteY1999" fmla="*/ 946149 h 1212067"/>
                <a:gd name="connsiteX2000" fmla="*/ 1233642 w 1385794"/>
                <a:gd name="connsiteY2000" fmla="*/ 950488 h 1212067"/>
                <a:gd name="connsiteX2001" fmla="*/ 1237849 w 1385794"/>
                <a:gd name="connsiteY2001" fmla="*/ 955568 h 1212067"/>
                <a:gd name="connsiteX2002" fmla="*/ 1243200 w 1385794"/>
                <a:gd name="connsiteY2002" fmla="*/ 959200 h 1212067"/>
                <a:gd name="connsiteX2003" fmla="*/ 1247104 w 1385794"/>
                <a:gd name="connsiteY2003" fmla="*/ 960075 h 1212067"/>
                <a:gd name="connsiteX2004" fmla="*/ 1248114 w 1385794"/>
                <a:gd name="connsiteY2004" fmla="*/ 957317 h 1212067"/>
                <a:gd name="connsiteX2005" fmla="*/ 1249124 w 1385794"/>
                <a:gd name="connsiteY2005" fmla="*/ 951968 h 1212067"/>
                <a:gd name="connsiteX2006" fmla="*/ 1252725 w 1385794"/>
                <a:gd name="connsiteY2006" fmla="*/ 951262 h 1212067"/>
                <a:gd name="connsiteX2007" fmla="*/ 1255350 w 1385794"/>
                <a:gd name="connsiteY2007" fmla="*/ 953717 h 1212067"/>
                <a:gd name="connsiteX2008" fmla="*/ 1261138 w 1385794"/>
                <a:gd name="connsiteY2008" fmla="*/ 957350 h 1212067"/>
                <a:gd name="connsiteX2009" fmla="*/ 1265177 w 1385794"/>
                <a:gd name="connsiteY2009" fmla="*/ 956644 h 1212067"/>
                <a:gd name="connsiteX2010" fmla="*/ 1270696 w 1385794"/>
                <a:gd name="connsiteY2010" fmla="*/ 956644 h 1212067"/>
                <a:gd name="connsiteX2011" fmla="*/ 1273893 w 1385794"/>
                <a:gd name="connsiteY2011" fmla="*/ 953886 h 1212067"/>
                <a:gd name="connsiteX2012" fmla="*/ 1274768 w 1385794"/>
                <a:gd name="connsiteY2012" fmla="*/ 950858 h 1212067"/>
                <a:gd name="connsiteX2013" fmla="*/ 1275071 w 1385794"/>
                <a:gd name="connsiteY2013" fmla="*/ 947090 h 1212067"/>
                <a:gd name="connsiteX2014" fmla="*/ 1278100 w 1385794"/>
                <a:gd name="connsiteY2014" fmla="*/ 946788 h 1212067"/>
                <a:gd name="connsiteX2015" fmla="*/ 1281432 w 1385794"/>
                <a:gd name="connsiteY2015" fmla="*/ 948806 h 1212067"/>
                <a:gd name="connsiteX2016" fmla="*/ 1281432 w 1385794"/>
                <a:gd name="connsiteY2016" fmla="*/ 950993 h 1212067"/>
                <a:gd name="connsiteX2017" fmla="*/ 1283821 w 1385794"/>
                <a:gd name="connsiteY2017" fmla="*/ 953314 h 1212067"/>
                <a:gd name="connsiteX2018" fmla="*/ 1287523 w 1385794"/>
                <a:gd name="connsiteY2018" fmla="*/ 951733 h 1212067"/>
                <a:gd name="connsiteX2019" fmla="*/ 1290721 w 1385794"/>
                <a:gd name="connsiteY2019" fmla="*/ 949411 h 1212067"/>
                <a:gd name="connsiteX2020" fmla="*/ 1294793 w 1385794"/>
                <a:gd name="connsiteY2020" fmla="*/ 949411 h 1212067"/>
                <a:gd name="connsiteX2021" fmla="*/ 1299134 w 1385794"/>
                <a:gd name="connsiteY2021" fmla="*/ 947965 h 1212067"/>
                <a:gd name="connsiteX2022" fmla="*/ 1304216 w 1385794"/>
                <a:gd name="connsiteY2022" fmla="*/ 946956 h 1212067"/>
                <a:gd name="connsiteX2023" fmla="*/ 1308255 w 1385794"/>
                <a:gd name="connsiteY2023" fmla="*/ 944803 h 1212067"/>
                <a:gd name="connsiteX2024" fmla="*/ 1310442 w 1385794"/>
                <a:gd name="connsiteY2024" fmla="*/ 943794 h 1212067"/>
                <a:gd name="connsiteX2025" fmla="*/ 1310745 w 1385794"/>
                <a:gd name="connsiteY2025" fmla="*/ 941910 h 1212067"/>
                <a:gd name="connsiteX2026" fmla="*/ 1305663 w 1385794"/>
                <a:gd name="connsiteY2026" fmla="*/ 936830 h 1212067"/>
                <a:gd name="connsiteX2027" fmla="*/ 1304216 w 1385794"/>
                <a:gd name="connsiteY2027" fmla="*/ 940295 h 1212067"/>
                <a:gd name="connsiteX2028" fmla="*/ 1299000 w 1385794"/>
                <a:gd name="connsiteY2028" fmla="*/ 941876 h 1212067"/>
                <a:gd name="connsiteX2029" fmla="*/ 1295971 w 1385794"/>
                <a:gd name="connsiteY2029" fmla="*/ 939421 h 1212067"/>
                <a:gd name="connsiteX2030" fmla="*/ 1294221 w 1385794"/>
                <a:gd name="connsiteY2030" fmla="*/ 935653 h 1212067"/>
                <a:gd name="connsiteX2031" fmla="*/ 1292033 w 1385794"/>
                <a:gd name="connsiteY2031" fmla="*/ 933466 h 1212067"/>
                <a:gd name="connsiteX2032" fmla="*/ 1289408 w 1385794"/>
                <a:gd name="connsiteY2032" fmla="*/ 932020 h 1212067"/>
                <a:gd name="connsiteX2033" fmla="*/ 1284898 w 1385794"/>
                <a:gd name="connsiteY2033" fmla="*/ 928118 h 1212067"/>
                <a:gd name="connsiteX2034" fmla="*/ 1283148 w 1385794"/>
                <a:gd name="connsiteY2034" fmla="*/ 923913 h 1212067"/>
                <a:gd name="connsiteX2035" fmla="*/ 1283283 w 1385794"/>
                <a:gd name="connsiteY2035" fmla="*/ 919573 h 1212067"/>
                <a:gd name="connsiteX2036" fmla="*/ 1287355 w 1385794"/>
                <a:gd name="connsiteY2036" fmla="*/ 921322 h 1212067"/>
                <a:gd name="connsiteX2037" fmla="*/ 1291427 w 1385794"/>
                <a:gd name="connsiteY2037" fmla="*/ 922466 h 1212067"/>
                <a:gd name="connsiteX2038" fmla="*/ 1292000 w 1385794"/>
                <a:gd name="connsiteY2038" fmla="*/ 920145 h 1212067"/>
                <a:gd name="connsiteX2039" fmla="*/ 1291697 w 1385794"/>
                <a:gd name="connsiteY2039" fmla="*/ 915805 h 1212067"/>
                <a:gd name="connsiteX2040" fmla="*/ 1289947 w 1385794"/>
                <a:gd name="connsiteY2040" fmla="*/ 912172 h 1212067"/>
                <a:gd name="connsiteX2041" fmla="*/ 1289812 w 1385794"/>
                <a:gd name="connsiteY2041" fmla="*/ 908708 h 1212067"/>
                <a:gd name="connsiteX2042" fmla="*/ 1292000 w 1385794"/>
                <a:gd name="connsiteY2042" fmla="*/ 907396 h 1212067"/>
                <a:gd name="connsiteX2043" fmla="*/ 1296644 w 1385794"/>
                <a:gd name="connsiteY2043" fmla="*/ 910726 h 1212067"/>
                <a:gd name="connsiteX2044" fmla="*/ 1300851 w 1385794"/>
                <a:gd name="connsiteY2044" fmla="*/ 914056 h 1212067"/>
                <a:gd name="connsiteX2045" fmla="*/ 1308827 w 1385794"/>
                <a:gd name="connsiteY2045" fmla="*/ 915368 h 1212067"/>
                <a:gd name="connsiteX2046" fmla="*/ 1313168 w 1385794"/>
                <a:gd name="connsiteY2046" fmla="*/ 918261 h 1212067"/>
                <a:gd name="connsiteX2047" fmla="*/ 1316500 w 1385794"/>
                <a:gd name="connsiteY2047" fmla="*/ 920145 h 1212067"/>
                <a:gd name="connsiteX2048" fmla="*/ 1318957 w 1385794"/>
                <a:gd name="connsiteY2048" fmla="*/ 918127 h 1212067"/>
                <a:gd name="connsiteX2049" fmla="*/ 1322861 w 1385794"/>
                <a:gd name="connsiteY2049" fmla="*/ 916108 h 1212067"/>
                <a:gd name="connsiteX2050" fmla="*/ 1327068 w 1385794"/>
                <a:gd name="connsiteY2050" fmla="*/ 914561 h 1212067"/>
                <a:gd name="connsiteX2051" fmla="*/ 1328649 w 1385794"/>
                <a:gd name="connsiteY2051" fmla="*/ 911769 h 1212067"/>
                <a:gd name="connsiteX2052" fmla="*/ 1331981 w 1385794"/>
                <a:gd name="connsiteY2052" fmla="*/ 908741 h 1212067"/>
                <a:gd name="connsiteX2053" fmla="*/ 1337770 w 1385794"/>
                <a:gd name="connsiteY2053" fmla="*/ 910053 h 1212067"/>
                <a:gd name="connsiteX2054" fmla="*/ 1341236 w 1385794"/>
                <a:gd name="connsiteY2054" fmla="*/ 910490 h 1212067"/>
                <a:gd name="connsiteX2055" fmla="*/ 1344871 w 1385794"/>
                <a:gd name="connsiteY2055" fmla="*/ 913821 h 1212067"/>
                <a:gd name="connsiteX2056" fmla="*/ 1350087 w 1385794"/>
                <a:gd name="connsiteY2056" fmla="*/ 914595 h 1212067"/>
                <a:gd name="connsiteX2057" fmla="*/ 1354732 w 1385794"/>
                <a:gd name="connsiteY2057" fmla="*/ 912946 h 1212067"/>
                <a:gd name="connsiteX2058" fmla="*/ 1357491 w 1385794"/>
                <a:gd name="connsiteY2058" fmla="*/ 912374 h 1212067"/>
                <a:gd name="connsiteX2059" fmla="*/ 1361833 w 1385794"/>
                <a:gd name="connsiteY2059" fmla="*/ 914393 h 1212067"/>
                <a:gd name="connsiteX2060" fmla="*/ 1368799 w 1385794"/>
                <a:gd name="connsiteY2060" fmla="*/ 914393 h 1212067"/>
                <a:gd name="connsiteX2061" fmla="*/ 1371121 w 1385794"/>
                <a:gd name="connsiteY2061" fmla="*/ 911062 h 1212067"/>
                <a:gd name="connsiteX2062" fmla="*/ 1369809 w 1385794"/>
                <a:gd name="connsiteY2062" fmla="*/ 905983 h 1212067"/>
                <a:gd name="connsiteX2063" fmla="*/ 1368631 w 1385794"/>
                <a:gd name="connsiteY2063" fmla="*/ 902350 h 1212067"/>
                <a:gd name="connsiteX2064" fmla="*/ 1370078 w 1385794"/>
                <a:gd name="connsiteY2064" fmla="*/ 897270 h 1212067"/>
                <a:gd name="connsiteX2065" fmla="*/ 1369943 w 1385794"/>
                <a:gd name="connsiteY2065" fmla="*/ 893805 h 1212067"/>
                <a:gd name="connsiteX2066" fmla="*/ 1372703 w 1385794"/>
                <a:gd name="connsiteY2066" fmla="*/ 890609 h 1212067"/>
                <a:gd name="connsiteX2067" fmla="*/ 1375732 w 1385794"/>
                <a:gd name="connsiteY2067" fmla="*/ 890609 h 1212067"/>
                <a:gd name="connsiteX2068" fmla="*/ 1376876 w 1385794"/>
                <a:gd name="connsiteY2068" fmla="*/ 889028 h 1212067"/>
                <a:gd name="connsiteX2069" fmla="*/ 1374857 w 1385794"/>
                <a:gd name="connsiteY2069" fmla="*/ 885563 h 1212067"/>
                <a:gd name="connsiteX2070" fmla="*/ 1372535 w 1385794"/>
                <a:gd name="connsiteY2070" fmla="*/ 883242 h 1212067"/>
                <a:gd name="connsiteX2071" fmla="*/ 1367756 w 1385794"/>
                <a:gd name="connsiteY2071" fmla="*/ 877288 h 1212067"/>
                <a:gd name="connsiteX2072" fmla="*/ 1366612 w 1385794"/>
                <a:gd name="connsiteY2072" fmla="*/ 871334 h 1212067"/>
                <a:gd name="connsiteX2073" fmla="*/ 1365198 w 1385794"/>
                <a:gd name="connsiteY2073" fmla="*/ 866591 h 1212067"/>
                <a:gd name="connsiteX2074" fmla="*/ 1365434 w 1385794"/>
                <a:gd name="connsiteY2074" fmla="*/ 862453 h 1212067"/>
                <a:gd name="connsiteX2075" fmla="*/ 1365097 w 1385794"/>
                <a:gd name="connsiteY2075" fmla="*/ 857575 h 1212067"/>
                <a:gd name="connsiteX2076" fmla="*/ 1364895 w 1385794"/>
                <a:gd name="connsiteY2076" fmla="*/ 855523 h 1212067"/>
                <a:gd name="connsiteX2077" fmla="*/ 1364996 w 1385794"/>
                <a:gd name="connsiteY2077" fmla="*/ 852496 h 1212067"/>
                <a:gd name="connsiteX2078" fmla="*/ 1365232 w 1385794"/>
                <a:gd name="connsiteY2078" fmla="*/ 848594 h 1212067"/>
                <a:gd name="connsiteX2079" fmla="*/ 1365468 w 1385794"/>
                <a:gd name="connsiteY2079" fmla="*/ 845532 h 1212067"/>
                <a:gd name="connsiteX2080" fmla="*/ 1365905 w 1385794"/>
                <a:gd name="connsiteY2080" fmla="*/ 843245 h 1212067"/>
                <a:gd name="connsiteX2081" fmla="*/ 1367655 w 1385794"/>
                <a:gd name="connsiteY2081" fmla="*/ 841933 h 1212067"/>
                <a:gd name="connsiteX2082" fmla="*/ 1369270 w 1385794"/>
                <a:gd name="connsiteY2082" fmla="*/ 840957 h 1212067"/>
                <a:gd name="connsiteX2083" fmla="*/ 1371323 w 1385794"/>
                <a:gd name="connsiteY2083" fmla="*/ 839645 h 1212067"/>
                <a:gd name="connsiteX2084" fmla="*/ 1374487 w 1385794"/>
                <a:gd name="connsiteY2084" fmla="*/ 838872 h 1212067"/>
                <a:gd name="connsiteX2085" fmla="*/ 1378828 w 1385794"/>
                <a:gd name="connsiteY2085" fmla="*/ 838872 h 1212067"/>
                <a:gd name="connsiteX2086" fmla="*/ 1381554 w 1385794"/>
                <a:gd name="connsiteY2086" fmla="*/ 838872 h 1212067"/>
                <a:gd name="connsiteX2087" fmla="*/ 1383304 w 1385794"/>
                <a:gd name="connsiteY2087" fmla="*/ 838098 h 1212067"/>
                <a:gd name="connsiteX2088" fmla="*/ 1384819 w 1385794"/>
                <a:gd name="connsiteY2088" fmla="*/ 834835 h 1212067"/>
                <a:gd name="connsiteX2089" fmla="*/ 1385795 w 1385794"/>
                <a:gd name="connsiteY2089" fmla="*/ 832346 h 1212067"/>
                <a:gd name="connsiteX2090" fmla="*/ 1385526 w 1385794"/>
                <a:gd name="connsiteY2090" fmla="*/ 829621 h 12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Lst>
              <a:rect l="l" t="t" r="r" b="b"/>
              <a:pathLst>
                <a:path w="1385794" h="1212067">
                  <a:moveTo>
                    <a:pt x="1385526" y="829621"/>
                  </a:moveTo>
                  <a:lnTo>
                    <a:pt x="1384752" y="827569"/>
                  </a:lnTo>
                  <a:lnTo>
                    <a:pt x="1382362" y="824306"/>
                  </a:lnTo>
                  <a:lnTo>
                    <a:pt x="1382463" y="820841"/>
                  </a:lnTo>
                  <a:lnTo>
                    <a:pt x="1382261" y="817241"/>
                  </a:lnTo>
                  <a:lnTo>
                    <a:pt x="1380915" y="810749"/>
                  </a:lnTo>
                  <a:lnTo>
                    <a:pt x="1379400" y="809100"/>
                  </a:lnTo>
                  <a:cubicBezTo>
                    <a:pt x="1379400" y="809100"/>
                    <a:pt x="1377819" y="807150"/>
                    <a:pt x="1377819" y="806914"/>
                  </a:cubicBezTo>
                  <a:cubicBezTo>
                    <a:pt x="1377819" y="806712"/>
                    <a:pt x="1378189" y="804727"/>
                    <a:pt x="1378189" y="804727"/>
                  </a:cubicBezTo>
                  <a:lnTo>
                    <a:pt x="1378828" y="803281"/>
                  </a:lnTo>
                  <a:cubicBezTo>
                    <a:pt x="1378828" y="803281"/>
                    <a:pt x="1380208" y="801902"/>
                    <a:pt x="1380208" y="801633"/>
                  </a:cubicBezTo>
                  <a:cubicBezTo>
                    <a:pt x="1380208" y="801330"/>
                    <a:pt x="1382093" y="800993"/>
                    <a:pt x="1382093" y="800993"/>
                  </a:cubicBezTo>
                  <a:lnTo>
                    <a:pt x="1383405" y="799177"/>
                  </a:lnTo>
                  <a:lnTo>
                    <a:pt x="1383978" y="797730"/>
                  </a:lnTo>
                  <a:lnTo>
                    <a:pt x="1384112" y="795846"/>
                  </a:lnTo>
                  <a:lnTo>
                    <a:pt x="1384112" y="793593"/>
                  </a:lnTo>
                  <a:lnTo>
                    <a:pt x="1383641" y="790128"/>
                  </a:lnTo>
                  <a:lnTo>
                    <a:pt x="1383102" y="789051"/>
                  </a:lnTo>
                  <a:lnTo>
                    <a:pt x="1379838" y="785923"/>
                  </a:lnTo>
                  <a:cubicBezTo>
                    <a:pt x="1379838" y="785923"/>
                    <a:pt x="1377583" y="784241"/>
                    <a:pt x="1377381" y="783972"/>
                  </a:cubicBezTo>
                  <a:cubicBezTo>
                    <a:pt x="1377179" y="783669"/>
                    <a:pt x="1374420" y="783164"/>
                    <a:pt x="1374184" y="783030"/>
                  </a:cubicBezTo>
                  <a:cubicBezTo>
                    <a:pt x="1373982" y="782895"/>
                    <a:pt x="1368665" y="782323"/>
                    <a:pt x="1368665" y="782323"/>
                  </a:cubicBezTo>
                  <a:lnTo>
                    <a:pt x="1366578" y="782895"/>
                  </a:lnTo>
                  <a:lnTo>
                    <a:pt x="1363381" y="783333"/>
                  </a:lnTo>
                  <a:cubicBezTo>
                    <a:pt x="1363381" y="783333"/>
                    <a:pt x="1360554" y="782525"/>
                    <a:pt x="1360621" y="782256"/>
                  </a:cubicBezTo>
                  <a:cubicBezTo>
                    <a:pt x="1360688" y="781953"/>
                    <a:pt x="1358770" y="778858"/>
                    <a:pt x="1358770" y="778858"/>
                  </a:cubicBezTo>
                  <a:cubicBezTo>
                    <a:pt x="1358770" y="778858"/>
                    <a:pt x="1354361" y="776134"/>
                    <a:pt x="1354025" y="775864"/>
                  </a:cubicBezTo>
                  <a:cubicBezTo>
                    <a:pt x="1353688" y="775596"/>
                    <a:pt x="1351837" y="773947"/>
                    <a:pt x="1351837" y="773947"/>
                  </a:cubicBezTo>
                  <a:cubicBezTo>
                    <a:pt x="1351837" y="773947"/>
                    <a:pt x="1350087" y="772164"/>
                    <a:pt x="1349616" y="771761"/>
                  </a:cubicBezTo>
                  <a:cubicBezTo>
                    <a:pt x="1349145" y="771391"/>
                    <a:pt x="1347765" y="769978"/>
                    <a:pt x="1347429" y="769406"/>
                  </a:cubicBezTo>
                  <a:cubicBezTo>
                    <a:pt x="1347126" y="768868"/>
                    <a:pt x="1346217" y="767926"/>
                    <a:pt x="1346082" y="767791"/>
                  </a:cubicBezTo>
                  <a:cubicBezTo>
                    <a:pt x="1345914" y="767623"/>
                    <a:pt x="1344063" y="765941"/>
                    <a:pt x="1343895" y="765840"/>
                  </a:cubicBezTo>
                  <a:cubicBezTo>
                    <a:pt x="1343727" y="765739"/>
                    <a:pt x="1341674" y="764932"/>
                    <a:pt x="1341337" y="764932"/>
                  </a:cubicBezTo>
                  <a:cubicBezTo>
                    <a:pt x="1341001" y="764932"/>
                    <a:pt x="1339015" y="764999"/>
                    <a:pt x="1339015" y="764999"/>
                  </a:cubicBezTo>
                  <a:cubicBezTo>
                    <a:pt x="1339015" y="764999"/>
                    <a:pt x="1337803" y="766412"/>
                    <a:pt x="1337601" y="766681"/>
                  </a:cubicBezTo>
                  <a:cubicBezTo>
                    <a:pt x="1337366" y="766950"/>
                    <a:pt x="1336794" y="767657"/>
                    <a:pt x="1336626" y="767657"/>
                  </a:cubicBezTo>
                  <a:cubicBezTo>
                    <a:pt x="1336457" y="767657"/>
                    <a:pt x="1335649" y="770112"/>
                    <a:pt x="1335649" y="770112"/>
                  </a:cubicBezTo>
                  <a:lnTo>
                    <a:pt x="1333731" y="770482"/>
                  </a:lnTo>
                  <a:lnTo>
                    <a:pt x="1331443" y="767152"/>
                  </a:lnTo>
                  <a:lnTo>
                    <a:pt x="1329120" y="764831"/>
                  </a:lnTo>
                  <a:lnTo>
                    <a:pt x="1324476" y="760491"/>
                  </a:lnTo>
                  <a:lnTo>
                    <a:pt x="1321851" y="757464"/>
                  </a:lnTo>
                  <a:lnTo>
                    <a:pt x="1320976" y="758473"/>
                  </a:lnTo>
                  <a:cubicBezTo>
                    <a:pt x="1320976" y="758473"/>
                    <a:pt x="1319798" y="759919"/>
                    <a:pt x="1318788" y="759785"/>
                  </a:cubicBezTo>
                  <a:cubicBezTo>
                    <a:pt x="1317779" y="759650"/>
                    <a:pt x="1315591" y="755580"/>
                    <a:pt x="1315591" y="755580"/>
                  </a:cubicBezTo>
                  <a:lnTo>
                    <a:pt x="1316534" y="751880"/>
                  </a:lnTo>
                  <a:cubicBezTo>
                    <a:pt x="1316534" y="751880"/>
                    <a:pt x="1315019" y="748347"/>
                    <a:pt x="1314716" y="747742"/>
                  </a:cubicBezTo>
                  <a:cubicBezTo>
                    <a:pt x="1314413" y="747170"/>
                    <a:pt x="1313774" y="745555"/>
                    <a:pt x="1313404" y="745152"/>
                  </a:cubicBezTo>
                  <a:cubicBezTo>
                    <a:pt x="1313034" y="744714"/>
                    <a:pt x="1311149" y="742124"/>
                    <a:pt x="1311082" y="741889"/>
                  </a:cubicBezTo>
                  <a:cubicBezTo>
                    <a:pt x="1311014" y="741687"/>
                    <a:pt x="1308759" y="740139"/>
                    <a:pt x="1308625" y="739803"/>
                  </a:cubicBezTo>
                  <a:cubicBezTo>
                    <a:pt x="1308490" y="739433"/>
                    <a:pt x="1304788" y="738121"/>
                    <a:pt x="1304485" y="737919"/>
                  </a:cubicBezTo>
                  <a:cubicBezTo>
                    <a:pt x="1304182" y="737717"/>
                    <a:pt x="1299908" y="736674"/>
                    <a:pt x="1299908" y="736674"/>
                  </a:cubicBezTo>
                  <a:lnTo>
                    <a:pt x="1298831" y="737482"/>
                  </a:lnTo>
                  <a:lnTo>
                    <a:pt x="1297384" y="738054"/>
                  </a:lnTo>
                  <a:lnTo>
                    <a:pt x="1295432" y="737852"/>
                  </a:lnTo>
                  <a:cubicBezTo>
                    <a:pt x="1295432" y="737852"/>
                    <a:pt x="1294423" y="736708"/>
                    <a:pt x="1294288" y="736405"/>
                  </a:cubicBezTo>
                  <a:cubicBezTo>
                    <a:pt x="1294153" y="736103"/>
                    <a:pt x="1291326" y="733714"/>
                    <a:pt x="1289879" y="733378"/>
                  </a:cubicBezTo>
                  <a:cubicBezTo>
                    <a:pt x="1288432" y="733008"/>
                    <a:pt x="1289240" y="733950"/>
                    <a:pt x="1289240" y="733950"/>
                  </a:cubicBezTo>
                  <a:cubicBezTo>
                    <a:pt x="1289240" y="733950"/>
                    <a:pt x="1288095" y="735194"/>
                    <a:pt x="1287793" y="735833"/>
                  </a:cubicBezTo>
                  <a:cubicBezTo>
                    <a:pt x="1287490" y="736473"/>
                    <a:pt x="1286783" y="738020"/>
                    <a:pt x="1286648" y="738222"/>
                  </a:cubicBezTo>
                  <a:cubicBezTo>
                    <a:pt x="1286514" y="738424"/>
                    <a:pt x="1282139" y="739870"/>
                    <a:pt x="1281869" y="739803"/>
                  </a:cubicBezTo>
                  <a:cubicBezTo>
                    <a:pt x="1281566" y="739736"/>
                    <a:pt x="1278235" y="739063"/>
                    <a:pt x="1278100" y="738794"/>
                  </a:cubicBezTo>
                  <a:cubicBezTo>
                    <a:pt x="1277966" y="738491"/>
                    <a:pt x="1277797" y="734723"/>
                    <a:pt x="1277797" y="734723"/>
                  </a:cubicBezTo>
                  <a:cubicBezTo>
                    <a:pt x="1277797" y="734723"/>
                    <a:pt x="1277494" y="732133"/>
                    <a:pt x="1277360" y="731830"/>
                  </a:cubicBezTo>
                  <a:cubicBezTo>
                    <a:pt x="1277225" y="731561"/>
                    <a:pt x="1275778" y="731191"/>
                    <a:pt x="1274970" y="730888"/>
                  </a:cubicBezTo>
                  <a:cubicBezTo>
                    <a:pt x="1274701" y="730788"/>
                    <a:pt x="1274566" y="730754"/>
                    <a:pt x="1274499" y="730754"/>
                  </a:cubicBezTo>
                  <a:lnTo>
                    <a:pt x="1273590" y="727188"/>
                  </a:lnTo>
                  <a:lnTo>
                    <a:pt x="1270057" y="727188"/>
                  </a:lnTo>
                  <a:lnTo>
                    <a:pt x="1268811" y="727895"/>
                  </a:lnTo>
                  <a:lnTo>
                    <a:pt x="1264672" y="728803"/>
                  </a:lnTo>
                  <a:cubicBezTo>
                    <a:pt x="1264672" y="728803"/>
                    <a:pt x="1260633" y="728365"/>
                    <a:pt x="1260465" y="728130"/>
                  </a:cubicBezTo>
                  <a:cubicBezTo>
                    <a:pt x="1260330" y="727928"/>
                    <a:pt x="1258143" y="726751"/>
                    <a:pt x="1258143" y="726751"/>
                  </a:cubicBezTo>
                  <a:cubicBezTo>
                    <a:pt x="1258143" y="726751"/>
                    <a:pt x="1257268" y="725439"/>
                    <a:pt x="1257201" y="725237"/>
                  </a:cubicBezTo>
                  <a:cubicBezTo>
                    <a:pt x="1257133" y="725035"/>
                    <a:pt x="1256830" y="722277"/>
                    <a:pt x="1256830" y="722277"/>
                  </a:cubicBezTo>
                  <a:cubicBezTo>
                    <a:pt x="1256830" y="722277"/>
                    <a:pt x="1257403" y="720696"/>
                    <a:pt x="1257638" y="720393"/>
                  </a:cubicBezTo>
                  <a:cubicBezTo>
                    <a:pt x="1257874" y="720090"/>
                    <a:pt x="1258076" y="717769"/>
                    <a:pt x="1258076" y="717769"/>
                  </a:cubicBezTo>
                  <a:lnTo>
                    <a:pt x="1258782" y="714136"/>
                  </a:lnTo>
                  <a:lnTo>
                    <a:pt x="1258782" y="711747"/>
                  </a:lnTo>
                  <a:lnTo>
                    <a:pt x="1258446" y="708047"/>
                  </a:lnTo>
                  <a:lnTo>
                    <a:pt x="1258749" y="706701"/>
                  </a:lnTo>
                  <a:lnTo>
                    <a:pt x="1258581" y="706701"/>
                  </a:lnTo>
                  <a:lnTo>
                    <a:pt x="1253129" y="703775"/>
                  </a:lnTo>
                  <a:lnTo>
                    <a:pt x="1251143" y="701824"/>
                  </a:lnTo>
                  <a:lnTo>
                    <a:pt x="1247609" y="699705"/>
                  </a:lnTo>
                  <a:lnTo>
                    <a:pt x="1241686" y="697518"/>
                  </a:lnTo>
                  <a:lnTo>
                    <a:pt x="1237816" y="697888"/>
                  </a:lnTo>
                  <a:lnTo>
                    <a:pt x="1234955" y="700075"/>
                  </a:lnTo>
                  <a:cubicBezTo>
                    <a:pt x="1234955" y="700075"/>
                    <a:pt x="1232936" y="701824"/>
                    <a:pt x="1232767" y="701925"/>
                  </a:cubicBezTo>
                  <a:cubicBezTo>
                    <a:pt x="1232599" y="702026"/>
                    <a:pt x="1230344" y="702799"/>
                    <a:pt x="1230344" y="702799"/>
                  </a:cubicBezTo>
                  <a:cubicBezTo>
                    <a:pt x="1230344" y="702799"/>
                    <a:pt x="1227686" y="699435"/>
                    <a:pt x="1227013" y="699368"/>
                  </a:cubicBezTo>
                  <a:cubicBezTo>
                    <a:pt x="1226373" y="699301"/>
                    <a:pt x="1224522" y="698897"/>
                    <a:pt x="1224522" y="698897"/>
                  </a:cubicBezTo>
                  <a:lnTo>
                    <a:pt x="1221325" y="701555"/>
                  </a:lnTo>
                  <a:lnTo>
                    <a:pt x="1220887" y="701891"/>
                  </a:lnTo>
                  <a:cubicBezTo>
                    <a:pt x="1220887" y="701891"/>
                    <a:pt x="1218060" y="697451"/>
                    <a:pt x="1217387" y="697585"/>
                  </a:cubicBezTo>
                  <a:cubicBezTo>
                    <a:pt x="1216748" y="697753"/>
                    <a:pt x="1214123" y="697114"/>
                    <a:pt x="1214123" y="697114"/>
                  </a:cubicBezTo>
                  <a:lnTo>
                    <a:pt x="1210219" y="698864"/>
                  </a:lnTo>
                  <a:cubicBezTo>
                    <a:pt x="1210219" y="698864"/>
                    <a:pt x="1209445" y="700444"/>
                    <a:pt x="1209411" y="700646"/>
                  </a:cubicBezTo>
                  <a:cubicBezTo>
                    <a:pt x="1209344" y="700848"/>
                    <a:pt x="1208503" y="702160"/>
                    <a:pt x="1207493" y="702261"/>
                  </a:cubicBezTo>
                  <a:cubicBezTo>
                    <a:pt x="1206517" y="702362"/>
                    <a:pt x="1203589" y="701487"/>
                    <a:pt x="1203589" y="701487"/>
                  </a:cubicBezTo>
                  <a:lnTo>
                    <a:pt x="1201267" y="701016"/>
                  </a:lnTo>
                  <a:lnTo>
                    <a:pt x="1199113" y="701185"/>
                  </a:lnTo>
                  <a:lnTo>
                    <a:pt x="1197935" y="704380"/>
                  </a:lnTo>
                  <a:lnTo>
                    <a:pt x="1197935" y="708888"/>
                  </a:lnTo>
                  <a:lnTo>
                    <a:pt x="1197935" y="714102"/>
                  </a:lnTo>
                  <a:lnTo>
                    <a:pt x="1197295" y="716692"/>
                  </a:lnTo>
                  <a:lnTo>
                    <a:pt x="1196757" y="719283"/>
                  </a:lnTo>
                  <a:lnTo>
                    <a:pt x="1193392" y="719821"/>
                  </a:lnTo>
                  <a:cubicBezTo>
                    <a:pt x="1193392" y="719821"/>
                    <a:pt x="1190026" y="721133"/>
                    <a:pt x="1189791" y="721469"/>
                  </a:cubicBezTo>
                  <a:cubicBezTo>
                    <a:pt x="1189555" y="721806"/>
                    <a:pt x="1188478" y="724194"/>
                    <a:pt x="1188478" y="724194"/>
                  </a:cubicBezTo>
                  <a:lnTo>
                    <a:pt x="1190766" y="728971"/>
                  </a:lnTo>
                  <a:cubicBezTo>
                    <a:pt x="1190766" y="728971"/>
                    <a:pt x="1192954" y="730047"/>
                    <a:pt x="1194132" y="730384"/>
                  </a:cubicBezTo>
                  <a:cubicBezTo>
                    <a:pt x="1195343" y="730720"/>
                    <a:pt x="1197397" y="731998"/>
                    <a:pt x="1197397" y="731998"/>
                  </a:cubicBezTo>
                  <a:lnTo>
                    <a:pt x="1198608" y="733748"/>
                  </a:lnTo>
                  <a:lnTo>
                    <a:pt x="1198709" y="736473"/>
                  </a:lnTo>
                  <a:lnTo>
                    <a:pt x="1196320" y="737112"/>
                  </a:lnTo>
                  <a:lnTo>
                    <a:pt x="1195882" y="740913"/>
                  </a:lnTo>
                  <a:lnTo>
                    <a:pt x="1196656" y="742225"/>
                  </a:lnTo>
                  <a:cubicBezTo>
                    <a:pt x="1196656" y="742225"/>
                    <a:pt x="1197397" y="744277"/>
                    <a:pt x="1197195" y="744613"/>
                  </a:cubicBezTo>
                  <a:cubicBezTo>
                    <a:pt x="1196992" y="744950"/>
                    <a:pt x="1194166" y="745051"/>
                    <a:pt x="1193728" y="745152"/>
                  </a:cubicBezTo>
                  <a:cubicBezTo>
                    <a:pt x="1193291" y="745253"/>
                    <a:pt x="1192214" y="744950"/>
                    <a:pt x="1190666" y="745152"/>
                  </a:cubicBezTo>
                  <a:cubicBezTo>
                    <a:pt x="1189151" y="745387"/>
                    <a:pt x="1187401" y="745185"/>
                    <a:pt x="1187401" y="745185"/>
                  </a:cubicBezTo>
                  <a:cubicBezTo>
                    <a:pt x="1187401" y="745185"/>
                    <a:pt x="1185887" y="747002"/>
                    <a:pt x="1185651" y="747338"/>
                  </a:cubicBezTo>
                  <a:cubicBezTo>
                    <a:pt x="1185449" y="747675"/>
                    <a:pt x="1183699" y="750164"/>
                    <a:pt x="1183699" y="750164"/>
                  </a:cubicBezTo>
                  <a:cubicBezTo>
                    <a:pt x="1183699" y="750164"/>
                    <a:pt x="1182285" y="752754"/>
                    <a:pt x="1182285" y="753191"/>
                  </a:cubicBezTo>
                  <a:cubicBezTo>
                    <a:pt x="1182285" y="753629"/>
                    <a:pt x="1182285" y="755815"/>
                    <a:pt x="1182285" y="755815"/>
                  </a:cubicBezTo>
                  <a:cubicBezTo>
                    <a:pt x="1182285" y="755815"/>
                    <a:pt x="1183060" y="757666"/>
                    <a:pt x="1182285" y="757767"/>
                  </a:cubicBezTo>
                  <a:cubicBezTo>
                    <a:pt x="1181511" y="757867"/>
                    <a:pt x="1180536" y="760256"/>
                    <a:pt x="1180536" y="760256"/>
                  </a:cubicBezTo>
                  <a:cubicBezTo>
                    <a:pt x="1180536" y="760256"/>
                    <a:pt x="1178785" y="761467"/>
                    <a:pt x="1178449" y="761568"/>
                  </a:cubicBezTo>
                  <a:cubicBezTo>
                    <a:pt x="1178112" y="761669"/>
                    <a:pt x="1178348" y="763620"/>
                    <a:pt x="1177574" y="763956"/>
                  </a:cubicBezTo>
                  <a:cubicBezTo>
                    <a:pt x="1176800" y="764293"/>
                    <a:pt x="1175184" y="763620"/>
                    <a:pt x="1174107" y="763956"/>
                  </a:cubicBezTo>
                  <a:cubicBezTo>
                    <a:pt x="1173030" y="764293"/>
                    <a:pt x="1172055" y="765033"/>
                    <a:pt x="1172055" y="765033"/>
                  </a:cubicBezTo>
                  <a:cubicBezTo>
                    <a:pt x="1172055" y="765033"/>
                    <a:pt x="1171718" y="767657"/>
                    <a:pt x="1172055" y="768296"/>
                  </a:cubicBezTo>
                  <a:cubicBezTo>
                    <a:pt x="1172391" y="768935"/>
                    <a:pt x="1174107" y="771559"/>
                    <a:pt x="1174781" y="771559"/>
                  </a:cubicBezTo>
                  <a:cubicBezTo>
                    <a:pt x="1175420" y="771559"/>
                    <a:pt x="1177507" y="773409"/>
                    <a:pt x="1177507" y="773409"/>
                  </a:cubicBezTo>
                  <a:lnTo>
                    <a:pt x="1180434" y="775596"/>
                  </a:lnTo>
                  <a:lnTo>
                    <a:pt x="1182487" y="778758"/>
                  </a:lnTo>
                  <a:lnTo>
                    <a:pt x="1184237" y="781247"/>
                  </a:lnTo>
                  <a:cubicBezTo>
                    <a:pt x="1184237" y="781247"/>
                    <a:pt x="1184776" y="784174"/>
                    <a:pt x="1184776" y="784947"/>
                  </a:cubicBezTo>
                  <a:cubicBezTo>
                    <a:pt x="1184776" y="785721"/>
                    <a:pt x="1184237" y="789186"/>
                    <a:pt x="1183901" y="789287"/>
                  </a:cubicBezTo>
                  <a:cubicBezTo>
                    <a:pt x="1183564" y="789388"/>
                    <a:pt x="1183463" y="790262"/>
                    <a:pt x="1182285" y="790800"/>
                  </a:cubicBezTo>
                  <a:cubicBezTo>
                    <a:pt x="1181074" y="791339"/>
                    <a:pt x="1177944" y="793828"/>
                    <a:pt x="1177944" y="793828"/>
                  </a:cubicBezTo>
                  <a:cubicBezTo>
                    <a:pt x="1177944" y="793828"/>
                    <a:pt x="1179257" y="796990"/>
                    <a:pt x="1179559" y="797293"/>
                  </a:cubicBezTo>
                  <a:cubicBezTo>
                    <a:pt x="1179896" y="797629"/>
                    <a:pt x="1178482" y="798605"/>
                    <a:pt x="1182487" y="798807"/>
                  </a:cubicBezTo>
                  <a:cubicBezTo>
                    <a:pt x="1186492" y="799009"/>
                    <a:pt x="1191608" y="798807"/>
                    <a:pt x="1191608" y="798807"/>
                  </a:cubicBezTo>
                  <a:lnTo>
                    <a:pt x="1194872" y="797158"/>
                  </a:lnTo>
                  <a:lnTo>
                    <a:pt x="1198238" y="798235"/>
                  </a:lnTo>
                  <a:lnTo>
                    <a:pt x="1200190" y="800623"/>
                  </a:lnTo>
                  <a:lnTo>
                    <a:pt x="1202916" y="802574"/>
                  </a:lnTo>
                  <a:cubicBezTo>
                    <a:pt x="1202916" y="802574"/>
                    <a:pt x="1206180" y="804256"/>
                    <a:pt x="1207257" y="804256"/>
                  </a:cubicBezTo>
                  <a:cubicBezTo>
                    <a:pt x="1208334" y="804256"/>
                    <a:pt x="1211498" y="805299"/>
                    <a:pt x="1211801" y="805299"/>
                  </a:cubicBezTo>
                  <a:cubicBezTo>
                    <a:pt x="1212104" y="805299"/>
                    <a:pt x="1214426" y="805299"/>
                    <a:pt x="1214426" y="805299"/>
                  </a:cubicBezTo>
                  <a:lnTo>
                    <a:pt x="1219305" y="807486"/>
                  </a:lnTo>
                  <a:lnTo>
                    <a:pt x="1221493" y="809773"/>
                  </a:lnTo>
                  <a:lnTo>
                    <a:pt x="1219305" y="812700"/>
                  </a:lnTo>
                  <a:lnTo>
                    <a:pt x="1220618" y="814651"/>
                  </a:lnTo>
                  <a:lnTo>
                    <a:pt x="1222806" y="817140"/>
                  </a:lnTo>
                  <a:lnTo>
                    <a:pt x="1224657" y="818755"/>
                  </a:lnTo>
                  <a:lnTo>
                    <a:pt x="1225532" y="821480"/>
                  </a:lnTo>
                  <a:cubicBezTo>
                    <a:pt x="1225532" y="821480"/>
                    <a:pt x="1224118" y="823768"/>
                    <a:pt x="1223445" y="825180"/>
                  </a:cubicBezTo>
                  <a:cubicBezTo>
                    <a:pt x="1222806" y="826593"/>
                    <a:pt x="1222267" y="828780"/>
                    <a:pt x="1222267" y="829183"/>
                  </a:cubicBezTo>
                  <a:cubicBezTo>
                    <a:pt x="1222267" y="829621"/>
                    <a:pt x="1221493" y="833758"/>
                    <a:pt x="1221493" y="833758"/>
                  </a:cubicBezTo>
                  <a:lnTo>
                    <a:pt x="1219642" y="837661"/>
                  </a:lnTo>
                  <a:lnTo>
                    <a:pt x="1217354" y="839073"/>
                  </a:lnTo>
                  <a:lnTo>
                    <a:pt x="1213551" y="840890"/>
                  </a:lnTo>
                  <a:lnTo>
                    <a:pt x="1213551" y="842639"/>
                  </a:lnTo>
                  <a:lnTo>
                    <a:pt x="1216916" y="847652"/>
                  </a:lnTo>
                  <a:lnTo>
                    <a:pt x="1220080" y="851016"/>
                  </a:lnTo>
                  <a:lnTo>
                    <a:pt x="1220012" y="851890"/>
                  </a:lnTo>
                  <a:lnTo>
                    <a:pt x="1220517" y="854716"/>
                  </a:lnTo>
                  <a:lnTo>
                    <a:pt x="1220517" y="856566"/>
                  </a:lnTo>
                  <a:cubicBezTo>
                    <a:pt x="1220517" y="856566"/>
                    <a:pt x="1220315" y="856196"/>
                    <a:pt x="1219305" y="856734"/>
                  </a:cubicBezTo>
                  <a:cubicBezTo>
                    <a:pt x="1218330" y="857272"/>
                    <a:pt x="1218094" y="857441"/>
                    <a:pt x="1216579" y="857441"/>
                  </a:cubicBezTo>
                  <a:cubicBezTo>
                    <a:pt x="1215065" y="857441"/>
                    <a:pt x="1213753" y="857441"/>
                    <a:pt x="1212676" y="857441"/>
                  </a:cubicBezTo>
                  <a:cubicBezTo>
                    <a:pt x="1211599" y="857441"/>
                    <a:pt x="1211127" y="857340"/>
                    <a:pt x="1210825" y="857441"/>
                  </a:cubicBezTo>
                  <a:cubicBezTo>
                    <a:pt x="1210488" y="857542"/>
                    <a:pt x="1210050" y="858753"/>
                    <a:pt x="1209512" y="859291"/>
                  </a:cubicBezTo>
                  <a:cubicBezTo>
                    <a:pt x="1208974" y="859829"/>
                    <a:pt x="1210286" y="858854"/>
                    <a:pt x="1208974" y="859829"/>
                  </a:cubicBezTo>
                  <a:cubicBezTo>
                    <a:pt x="1207661" y="860805"/>
                    <a:pt x="1206685" y="863294"/>
                    <a:pt x="1206685" y="863294"/>
                  </a:cubicBezTo>
                  <a:lnTo>
                    <a:pt x="1202983" y="862520"/>
                  </a:lnTo>
                  <a:lnTo>
                    <a:pt x="1200930" y="864438"/>
                  </a:lnTo>
                  <a:lnTo>
                    <a:pt x="1198978" y="866120"/>
                  </a:lnTo>
                  <a:lnTo>
                    <a:pt x="1197026" y="866120"/>
                  </a:lnTo>
                  <a:lnTo>
                    <a:pt x="1194098" y="863395"/>
                  </a:lnTo>
                  <a:lnTo>
                    <a:pt x="1190497" y="860670"/>
                  </a:lnTo>
                  <a:lnTo>
                    <a:pt x="1187435" y="858921"/>
                  </a:lnTo>
                  <a:lnTo>
                    <a:pt x="1185045" y="858046"/>
                  </a:lnTo>
                  <a:lnTo>
                    <a:pt x="1182117" y="855019"/>
                  </a:lnTo>
                  <a:lnTo>
                    <a:pt x="1180367" y="855120"/>
                  </a:lnTo>
                  <a:lnTo>
                    <a:pt x="1177910" y="857542"/>
                  </a:lnTo>
                  <a:lnTo>
                    <a:pt x="1175958" y="858315"/>
                  </a:lnTo>
                  <a:lnTo>
                    <a:pt x="1172694" y="859190"/>
                  </a:lnTo>
                  <a:lnTo>
                    <a:pt x="1171920" y="861242"/>
                  </a:lnTo>
                  <a:lnTo>
                    <a:pt x="1171920" y="863630"/>
                  </a:lnTo>
                  <a:cubicBezTo>
                    <a:pt x="1171920" y="863630"/>
                    <a:pt x="1173064" y="865043"/>
                    <a:pt x="1173266" y="865481"/>
                  </a:cubicBezTo>
                  <a:cubicBezTo>
                    <a:pt x="1173468" y="865918"/>
                    <a:pt x="1173636" y="867768"/>
                    <a:pt x="1173636" y="867768"/>
                  </a:cubicBezTo>
                  <a:lnTo>
                    <a:pt x="1173636" y="868844"/>
                  </a:lnTo>
                  <a:lnTo>
                    <a:pt x="1174612" y="871132"/>
                  </a:lnTo>
                  <a:lnTo>
                    <a:pt x="1175824" y="875270"/>
                  </a:lnTo>
                  <a:lnTo>
                    <a:pt x="1177338" y="877557"/>
                  </a:lnTo>
                  <a:lnTo>
                    <a:pt x="1175386" y="882065"/>
                  </a:lnTo>
                  <a:lnTo>
                    <a:pt x="1175958" y="887279"/>
                  </a:lnTo>
                  <a:cubicBezTo>
                    <a:pt x="1175958" y="887279"/>
                    <a:pt x="1177540" y="893368"/>
                    <a:pt x="1177978" y="893502"/>
                  </a:cubicBezTo>
                  <a:cubicBezTo>
                    <a:pt x="1178415" y="893637"/>
                    <a:pt x="1178685" y="896261"/>
                    <a:pt x="1178685" y="896261"/>
                  </a:cubicBezTo>
                  <a:lnTo>
                    <a:pt x="1178987" y="899019"/>
                  </a:lnTo>
                  <a:lnTo>
                    <a:pt x="1178281" y="901778"/>
                  </a:lnTo>
                  <a:lnTo>
                    <a:pt x="1177708" y="905243"/>
                  </a:lnTo>
                  <a:lnTo>
                    <a:pt x="1176564" y="909010"/>
                  </a:lnTo>
                  <a:lnTo>
                    <a:pt x="1175992" y="910760"/>
                  </a:lnTo>
                  <a:lnTo>
                    <a:pt x="1174982" y="913821"/>
                  </a:lnTo>
                  <a:cubicBezTo>
                    <a:pt x="1174982" y="913821"/>
                    <a:pt x="1174410" y="915133"/>
                    <a:pt x="1173973" y="915570"/>
                  </a:cubicBezTo>
                  <a:cubicBezTo>
                    <a:pt x="1173535" y="916007"/>
                    <a:pt x="1172829" y="916714"/>
                    <a:pt x="1172829" y="916714"/>
                  </a:cubicBezTo>
                  <a:lnTo>
                    <a:pt x="1171079" y="916714"/>
                  </a:lnTo>
                  <a:cubicBezTo>
                    <a:pt x="1171079" y="916714"/>
                    <a:pt x="1170069" y="916142"/>
                    <a:pt x="1169497" y="915839"/>
                  </a:cubicBezTo>
                  <a:cubicBezTo>
                    <a:pt x="1168925" y="915536"/>
                    <a:pt x="1167309" y="913821"/>
                    <a:pt x="1167309" y="913821"/>
                  </a:cubicBezTo>
                  <a:lnTo>
                    <a:pt x="1166165" y="912946"/>
                  </a:lnTo>
                  <a:lnTo>
                    <a:pt x="1164718" y="910188"/>
                  </a:lnTo>
                  <a:cubicBezTo>
                    <a:pt x="1164718" y="910188"/>
                    <a:pt x="1165425" y="909178"/>
                    <a:pt x="1164718" y="908169"/>
                  </a:cubicBezTo>
                  <a:cubicBezTo>
                    <a:pt x="1163977" y="907160"/>
                    <a:pt x="1163405" y="908035"/>
                    <a:pt x="1162968" y="906151"/>
                  </a:cubicBezTo>
                  <a:cubicBezTo>
                    <a:pt x="1162530" y="904267"/>
                    <a:pt x="1161958" y="902821"/>
                    <a:pt x="1161958" y="902821"/>
                  </a:cubicBezTo>
                  <a:lnTo>
                    <a:pt x="1160814" y="900062"/>
                  </a:lnTo>
                  <a:lnTo>
                    <a:pt x="1159232" y="898044"/>
                  </a:lnTo>
                  <a:lnTo>
                    <a:pt x="1156102" y="897169"/>
                  </a:lnTo>
                  <a:lnTo>
                    <a:pt x="1154588" y="896597"/>
                  </a:lnTo>
                  <a:lnTo>
                    <a:pt x="1154588" y="896732"/>
                  </a:lnTo>
                  <a:lnTo>
                    <a:pt x="1151121" y="896025"/>
                  </a:lnTo>
                  <a:lnTo>
                    <a:pt x="1149237" y="896900"/>
                  </a:lnTo>
                  <a:lnTo>
                    <a:pt x="1148496" y="898481"/>
                  </a:lnTo>
                  <a:lnTo>
                    <a:pt x="1147352" y="899625"/>
                  </a:lnTo>
                  <a:lnTo>
                    <a:pt x="1145030" y="900499"/>
                  </a:lnTo>
                  <a:cubicBezTo>
                    <a:pt x="1145030" y="900499"/>
                    <a:pt x="1143953" y="900499"/>
                    <a:pt x="1143650" y="898481"/>
                  </a:cubicBezTo>
                  <a:cubicBezTo>
                    <a:pt x="1143381" y="896463"/>
                    <a:pt x="1142405" y="895588"/>
                    <a:pt x="1142405" y="895588"/>
                  </a:cubicBezTo>
                  <a:lnTo>
                    <a:pt x="1142405" y="893267"/>
                  </a:lnTo>
                  <a:lnTo>
                    <a:pt x="1143112" y="891080"/>
                  </a:lnTo>
                  <a:lnTo>
                    <a:pt x="1142977" y="888894"/>
                  </a:lnTo>
                  <a:lnTo>
                    <a:pt x="1140285" y="886068"/>
                  </a:lnTo>
                  <a:lnTo>
                    <a:pt x="1134563" y="882233"/>
                  </a:lnTo>
                  <a:lnTo>
                    <a:pt x="1127900" y="879340"/>
                  </a:lnTo>
                  <a:cubicBezTo>
                    <a:pt x="1127900" y="879340"/>
                    <a:pt x="1125275" y="878465"/>
                    <a:pt x="1124433" y="878196"/>
                  </a:cubicBezTo>
                  <a:cubicBezTo>
                    <a:pt x="1123558" y="877894"/>
                    <a:pt x="1115448" y="873790"/>
                    <a:pt x="1115448" y="873790"/>
                  </a:cubicBezTo>
                  <a:cubicBezTo>
                    <a:pt x="1115448" y="873790"/>
                    <a:pt x="1114303" y="868946"/>
                    <a:pt x="1114000" y="867768"/>
                  </a:cubicBezTo>
                  <a:cubicBezTo>
                    <a:pt x="1113697" y="866624"/>
                    <a:pt x="1111981" y="863698"/>
                    <a:pt x="1111981" y="863698"/>
                  </a:cubicBezTo>
                  <a:lnTo>
                    <a:pt x="1113428" y="862554"/>
                  </a:lnTo>
                  <a:lnTo>
                    <a:pt x="1114000" y="859358"/>
                  </a:lnTo>
                  <a:lnTo>
                    <a:pt x="1114303" y="857912"/>
                  </a:lnTo>
                  <a:cubicBezTo>
                    <a:pt x="1114303" y="857912"/>
                    <a:pt x="1114606" y="857609"/>
                    <a:pt x="1111981" y="857037"/>
                  </a:cubicBezTo>
                  <a:cubicBezTo>
                    <a:pt x="1109390" y="856465"/>
                    <a:pt x="1105015" y="855893"/>
                    <a:pt x="1105015" y="855893"/>
                  </a:cubicBezTo>
                  <a:lnTo>
                    <a:pt x="1101548" y="855893"/>
                  </a:lnTo>
                  <a:lnTo>
                    <a:pt x="1099529" y="856768"/>
                  </a:lnTo>
                  <a:lnTo>
                    <a:pt x="1097510" y="857071"/>
                  </a:lnTo>
                  <a:lnTo>
                    <a:pt x="1092596" y="855624"/>
                  </a:lnTo>
                  <a:lnTo>
                    <a:pt x="1089971" y="854749"/>
                  </a:lnTo>
                  <a:lnTo>
                    <a:pt x="1089433" y="852664"/>
                  </a:lnTo>
                  <a:lnTo>
                    <a:pt x="1088120" y="850477"/>
                  </a:lnTo>
                  <a:cubicBezTo>
                    <a:pt x="1088120" y="850477"/>
                    <a:pt x="1086774" y="849199"/>
                    <a:pt x="1086606" y="849199"/>
                  </a:cubicBezTo>
                  <a:cubicBezTo>
                    <a:pt x="1086437" y="849199"/>
                    <a:pt x="1085091" y="848661"/>
                    <a:pt x="1084586" y="848493"/>
                  </a:cubicBezTo>
                  <a:cubicBezTo>
                    <a:pt x="1084081" y="848358"/>
                    <a:pt x="1082769" y="847786"/>
                    <a:pt x="1082634" y="847719"/>
                  </a:cubicBezTo>
                  <a:cubicBezTo>
                    <a:pt x="1082500" y="847685"/>
                    <a:pt x="1080952" y="846945"/>
                    <a:pt x="1081187" y="846373"/>
                  </a:cubicBezTo>
                  <a:cubicBezTo>
                    <a:pt x="1081389" y="845801"/>
                    <a:pt x="1081860" y="845162"/>
                    <a:pt x="1081995" y="844826"/>
                  </a:cubicBezTo>
                  <a:cubicBezTo>
                    <a:pt x="1082096" y="844456"/>
                    <a:pt x="1081658" y="843278"/>
                    <a:pt x="1081456" y="843043"/>
                  </a:cubicBezTo>
                  <a:cubicBezTo>
                    <a:pt x="1081255" y="842841"/>
                    <a:pt x="1079471" y="841462"/>
                    <a:pt x="1078932" y="841058"/>
                  </a:cubicBezTo>
                  <a:cubicBezTo>
                    <a:pt x="1078394" y="840654"/>
                    <a:pt x="1077216" y="839410"/>
                    <a:pt x="1077149" y="839242"/>
                  </a:cubicBezTo>
                  <a:cubicBezTo>
                    <a:pt x="1077081" y="839107"/>
                    <a:pt x="1076846" y="837930"/>
                    <a:pt x="1076846" y="837930"/>
                  </a:cubicBezTo>
                  <a:cubicBezTo>
                    <a:pt x="1076846" y="837930"/>
                    <a:pt x="1076644" y="835878"/>
                    <a:pt x="1076846" y="835676"/>
                  </a:cubicBezTo>
                  <a:cubicBezTo>
                    <a:pt x="1077081" y="835508"/>
                    <a:pt x="1077182" y="833725"/>
                    <a:pt x="1077216" y="833422"/>
                  </a:cubicBezTo>
                  <a:cubicBezTo>
                    <a:pt x="1077250" y="833119"/>
                    <a:pt x="1077283" y="830933"/>
                    <a:pt x="1077283" y="830933"/>
                  </a:cubicBezTo>
                  <a:lnTo>
                    <a:pt x="1079706" y="828746"/>
                  </a:lnTo>
                  <a:lnTo>
                    <a:pt x="1081423" y="827771"/>
                  </a:lnTo>
                  <a:lnTo>
                    <a:pt x="1082803" y="826122"/>
                  </a:lnTo>
                  <a:cubicBezTo>
                    <a:pt x="1082803" y="826122"/>
                    <a:pt x="1083004" y="824608"/>
                    <a:pt x="1083004" y="824440"/>
                  </a:cubicBezTo>
                  <a:cubicBezTo>
                    <a:pt x="1083004" y="824306"/>
                    <a:pt x="1083173" y="822994"/>
                    <a:pt x="1083274" y="822859"/>
                  </a:cubicBezTo>
                  <a:cubicBezTo>
                    <a:pt x="1083341" y="822725"/>
                    <a:pt x="1084856" y="821648"/>
                    <a:pt x="1085192" y="821648"/>
                  </a:cubicBezTo>
                  <a:cubicBezTo>
                    <a:pt x="1085529" y="821648"/>
                    <a:pt x="1086370" y="821211"/>
                    <a:pt x="1087077" y="820874"/>
                  </a:cubicBezTo>
                  <a:cubicBezTo>
                    <a:pt x="1087784" y="820538"/>
                    <a:pt x="1088827" y="819899"/>
                    <a:pt x="1089365" y="819865"/>
                  </a:cubicBezTo>
                  <a:cubicBezTo>
                    <a:pt x="1089904" y="819832"/>
                    <a:pt x="1092495" y="815627"/>
                    <a:pt x="1092495" y="815627"/>
                  </a:cubicBezTo>
                  <a:lnTo>
                    <a:pt x="1094010" y="813373"/>
                  </a:lnTo>
                  <a:lnTo>
                    <a:pt x="1093909" y="811354"/>
                  </a:lnTo>
                  <a:lnTo>
                    <a:pt x="1093505" y="806914"/>
                  </a:lnTo>
                  <a:lnTo>
                    <a:pt x="1094649" y="801061"/>
                  </a:lnTo>
                  <a:lnTo>
                    <a:pt x="1093505" y="795846"/>
                  </a:lnTo>
                  <a:lnTo>
                    <a:pt x="1092764" y="786562"/>
                  </a:lnTo>
                  <a:lnTo>
                    <a:pt x="1089870" y="778758"/>
                  </a:lnTo>
                  <a:lnTo>
                    <a:pt x="1087110" y="772232"/>
                  </a:lnTo>
                  <a:lnTo>
                    <a:pt x="1086505" y="768027"/>
                  </a:lnTo>
                  <a:lnTo>
                    <a:pt x="1083577" y="765739"/>
                  </a:lnTo>
                  <a:lnTo>
                    <a:pt x="1080985" y="765537"/>
                  </a:lnTo>
                  <a:lnTo>
                    <a:pt x="1077283" y="765100"/>
                  </a:lnTo>
                  <a:lnTo>
                    <a:pt x="1074019" y="764023"/>
                  </a:lnTo>
                  <a:lnTo>
                    <a:pt x="1072168" y="761433"/>
                  </a:lnTo>
                  <a:lnTo>
                    <a:pt x="1071629" y="758170"/>
                  </a:lnTo>
                  <a:lnTo>
                    <a:pt x="1072168" y="754907"/>
                  </a:lnTo>
                  <a:lnTo>
                    <a:pt x="1071629" y="751644"/>
                  </a:lnTo>
                  <a:lnTo>
                    <a:pt x="1073043" y="746968"/>
                  </a:lnTo>
                  <a:lnTo>
                    <a:pt x="1074355" y="745454"/>
                  </a:lnTo>
                  <a:cubicBezTo>
                    <a:pt x="1074355" y="745454"/>
                    <a:pt x="1074557" y="743604"/>
                    <a:pt x="1075668" y="743066"/>
                  </a:cubicBezTo>
                  <a:cubicBezTo>
                    <a:pt x="1076745" y="742528"/>
                    <a:pt x="1078495" y="741754"/>
                    <a:pt x="1078495" y="741754"/>
                  </a:cubicBezTo>
                  <a:lnTo>
                    <a:pt x="1079370" y="741418"/>
                  </a:lnTo>
                  <a:cubicBezTo>
                    <a:pt x="1079370" y="741418"/>
                    <a:pt x="1080245" y="740980"/>
                    <a:pt x="1080884" y="740442"/>
                  </a:cubicBezTo>
                  <a:cubicBezTo>
                    <a:pt x="1081524" y="739904"/>
                    <a:pt x="1082634" y="738592"/>
                    <a:pt x="1082634" y="738592"/>
                  </a:cubicBezTo>
                  <a:cubicBezTo>
                    <a:pt x="1082634" y="738592"/>
                    <a:pt x="1083173" y="737078"/>
                    <a:pt x="1083274" y="736641"/>
                  </a:cubicBezTo>
                  <a:cubicBezTo>
                    <a:pt x="1083375" y="736203"/>
                    <a:pt x="1083476" y="734252"/>
                    <a:pt x="1083476" y="733815"/>
                  </a:cubicBezTo>
                  <a:cubicBezTo>
                    <a:pt x="1083476" y="733378"/>
                    <a:pt x="1083711" y="731527"/>
                    <a:pt x="1083375" y="731225"/>
                  </a:cubicBezTo>
                  <a:cubicBezTo>
                    <a:pt x="1083038" y="730888"/>
                    <a:pt x="1081086" y="727962"/>
                    <a:pt x="1081086" y="727962"/>
                  </a:cubicBezTo>
                  <a:lnTo>
                    <a:pt x="1079235" y="724362"/>
                  </a:lnTo>
                  <a:lnTo>
                    <a:pt x="1076610" y="721738"/>
                  </a:lnTo>
                  <a:cubicBezTo>
                    <a:pt x="1076610" y="721738"/>
                    <a:pt x="1075399" y="721301"/>
                    <a:pt x="1074995" y="721301"/>
                  </a:cubicBezTo>
                  <a:cubicBezTo>
                    <a:pt x="1074557" y="721301"/>
                    <a:pt x="1071629" y="720426"/>
                    <a:pt x="1071629" y="720426"/>
                  </a:cubicBezTo>
                  <a:lnTo>
                    <a:pt x="1068802" y="719888"/>
                  </a:lnTo>
                  <a:lnTo>
                    <a:pt x="1067725" y="718273"/>
                  </a:lnTo>
                  <a:lnTo>
                    <a:pt x="1066548" y="714472"/>
                  </a:lnTo>
                  <a:lnTo>
                    <a:pt x="1064797" y="711209"/>
                  </a:lnTo>
                  <a:lnTo>
                    <a:pt x="1063485" y="708922"/>
                  </a:lnTo>
                  <a:lnTo>
                    <a:pt x="1061196" y="706197"/>
                  </a:lnTo>
                  <a:lnTo>
                    <a:pt x="1059244" y="704246"/>
                  </a:lnTo>
                  <a:lnTo>
                    <a:pt x="1056653" y="703270"/>
                  </a:lnTo>
                  <a:lnTo>
                    <a:pt x="1051235" y="703068"/>
                  </a:lnTo>
                  <a:lnTo>
                    <a:pt x="1049485" y="702194"/>
                  </a:lnTo>
                  <a:lnTo>
                    <a:pt x="1047533" y="700108"/>
                  </a:lnTo>
                  <a:cubicBezTo>
                    <a:pt x="1047533" y="700108"/>
                    <a:pt x="1047970" y="699099"/>
                    <a:pt x="1047970" y="698796"/>
                  </a:cubicBezTo>
                  <a:cubicBezTo>
                    <a:pt x="1047970" y="698493"/>
                    <a:pt x="1047533" y="697148"/>
                    <a:pt x="1047533" y="697148"/>
                  </a:cubicBezTo>
                  <a:cubicBezTo>
                    <a:pt x="1047533" y="697148"/>
                    <a:pt x="1045850" y="695903"/>
                    <a:pt x="1045076" y="695163"/>
                  </a:cubicBezTo>
                  <a:cubicBezTo>
                    <a:pt x="1044268" y="694457"/>
                    <a:pt x="1042754" y="692775"/>
                    <a:pt x="1042686" y="692472"/>
                  </a:cubicBezTo>
                  <a:cubicBezTo>
                    <a:pt x="1042619" y="692169"/>
                    <a:pt x="1042350" y="689579"/>
                    <a:pt x="1042350" y="689579"/>
                  </a:cubicBezTo>
                  <a:lnTo>
                    <a:pt x="1041643" y="685677"/>
                  </a:lnTo>
                  <a:lnTo>
                    <a:pt x="1041643" y="682851"/>
                  </a:lnTo>
                  <a:lnTo>
                    <a:pt x="1040129" y="682044"/>
                  </a:lnTo>
                  <a:lnTo>
                    <a:pt x="1037167" y="681976"/>
                  </a:lnTo>
                  <a:lnTo>
                    <a:pt x="1033835" y="681976"/>
                  </a:lnTo>
                  <a:lnTo>
                    <a:pt x="1030705" y="681236"/>
                  </a:lnTo>
                  <a:cubicBezTo>
                    <a:pt x="1030705" y="681236"/>
                    <a:pt x="1029393" y="681169"/>
                    <a:pt x="1029124" y="681236"/>
                  </a:cubicBezTo>
                  <a:cubicBezTo>
                    <a:pt x="1028821" y="681304"/>
                    <a:pt x="1027441" y="681203"/>
                    <a:pt x="1027441" y="681203"/>
                  </a:cubicBezTo>
                  <a:lnTo>
                    <a:pt x="1023268" y="680227"/>
                  </a:lnTo>
                  <a:lnTo>
                    <a:pt x="1021316" y="677502"/>
                  </a:lnTo>
                  <a:lnTo>
                    <a:pt x="1020777" y="675652"/>
                  </a:lnTo>
                  <a:lnTo>
                    <a:pt x="1020777" y="674138"/>
                  </a:lnTo>
                  <a:lnTo>
                    <a:pt x="1023369" y="672625"/>
                  </a:lnTo>
                  <a:lnTo>
                    <a:pt x="1024883" y="671548"/>
                  </a:lnTo>
                  <a:lnTo>
                    <a:pt x="1028585" y="671548"/>
                  </a:lnTo>
                  <a:lnTo>
                    <a:pt x="1032052" y="671548"/>
                  </a:lnTo>
                  <a:lnTo>
                    <a:pt x="1033801" y="670371"/>
                  </a:lnTo>
                  <a:lnTo>
                    <a:pt x="1035552" y="669395"/>
                  </a:lnTo>
                  <a:lnTo>
                    <a:pt x="1038379" y="668083"/>
                  </a:lnTo>
                  <a:cubicBezTo>
                    <a:pt x="1038379" y="668083"/>
                    <a:pt x="1039422" y="667108"/>
                    <a:pt x="1039422" y="666771"/>
                  </a:cubicBezTo>
                  <a:cubicBezTo>
                    <a:pt x="1039422" y="666435"/>
                    <a:pt x="1039893" y="665258"/>
                    <a:pt x="1039893" y="664820"/>
                  </a:cubicBezTo>
                  <a:cubicBezTo>
                    <a:pt x="1039893" y="664383"/>
                    <a:pt x="1039893" y="661994"/>
                    <a:pt x="1039893" y="661994"/>
                  </a:cubicBezTo>
                  <a:lnTo>
                    <a:pt x="1039253" y="660245"/>
                  </a:lnTo>
                  <a:cubicBezTo>
                    <a:pt x="1039253" y="660245"/>
                    <a:pt x="1038715" y="659371"/>
                    <a:pt x="1037739" y="659371"/>
                  </a:cubicBezTo>
                  <a:cubicBezTo>
                    <a:pt x="1036763" y="659371"/>
                    <a:pt x="1035552" y="659371"/>
                    <a:pt x="1035552" y="659371"/>
                  </a:cubicBezTo>
                  <a:lnTo>
                    <a:pt x="1032052" y="659371"/>
                  </a:lnTo>
                  <a:lnTo>
                    <a:pt x="1025085" y="659371"/>
                  </a:lnTo>
                  <a:lnTo>
                    <a:pt x="1019869" y="659371"/>
                  </a:lnTo>
                  <a:cubicBezTo>
                    <a:pt x="1019869" y="659371"/>
                    <a:pt x="1013138" y="659471"/>
                    <a:pt x="1012700" y="659371"/>
                  </a:cubicBezTo>
                  <a:cubicBezTo>
                    <a:pt x="1012263" y="659270"/>
                    <a:pt x="1008359" y="659909"/>
                    <a:pt x="1006945" y="659371"/>
                  </a:cubicBezTo>
                  <a:cubicBezTo>
                    <a:pt x="1005532" y="658832"/>
                    <a:pt x="1001628" y="657958"/>
                    <a:pt x="1000753" y="658059"/>
                  </a:cubicBezTo>
                  <a:cubicBezTo>
                    <a:pt x="999878" y="658159"/>
                    <a:pt x="997825" y="658462"/>
                    <a:pt x="996714" y="658059"/>
                  </a:cubicBezTo>
                  <a:cubicBezTo>
                    <a:pt x="995637" y="657621"/>
                    <a:pt x="993012" y="656175"/>
                    <a:pt x="993012" y="656175"/>
                  </a:cubicBezTo>
                  <a:lnTo>
                    <a:pt x="990825" y="652441"/>
                  </a:lnTo>
                  <a:lnTo>
                    <a:pt x="986752" y="652441"/>
                  </a:lnTo>
                  <a:lnTo>
                    <a:pt x="984026" y="656578"/>
                  </a:lnTo>
                  <a:lnTo>
                    <a:pt x="981738" y="655266"/>
                  </a:lnTo>
                  <a:cubicBezTo>
                    <a:pt x="981738" y="655266"/>
                    <a:pt x="977969" y="653517"/>
                    <a:pt x="977767" y="653450"/>
                  </a:cubicBezTo>
                  <a:cubicBezTo>
                    <a:pt x="977565" y="653383"/>
                    <a:pt x="972617" y="650422"/>
                    <a:pt x="972617" y="650422"/>
                  </a:cubicBezTo>
                  <a:cubicBezTo>
                    <a:pt x="972617" y="650422"/>
                    <a:pt x="966963" y="644771"/>
                    <a:pt x="965887" y="643694"/>
                  </a:cubicBezTo>
                  <a:cubicBezTo>
                    <a:pt x="964810" y="642618"/>
                    <a:pt x="957204" y="635217"/>
                    <a:pt x="956901" y="634915"/>
                  </a:cubicBezTo>
                  <a:cubicBezTo>
                    <a:pt x="956598" y="634612"/>
                    <a:pt x="948117" y="624789"/>
                    <a:pt x="948117" y="624789"/>
                  </a:cubicBezTo>
                  <a:lnTo>
                    <a:pt x="947040" y="620450"/>
                  </a:lnTo>
                  <a:lnTo>
                    <a:pt x="942396" y="616110"/>
                  </a:lnTo>
                  <a:cubicBezTo>
                    <a:pt x="942396" y="616110"/>
                    <a:pt x="938929" y="614663"/>
                    <a:pt x="938323" y="614361"/>
                  </a:cubicBezTo>
                  <a:cubicBezTo>
                    <a:pt x="937751" y="614058"/>
                    <a:pt x="930785" y="612174"/>
                    <a:pt x="930213" y="611602"/>
                  </a:cubicBezTo>
                  <a:cubicBezTo>
                    <a:pt x="929641" y="611030"/>
                    <a:pt x="925871" y="608978"/>
                    <a:pt x="925299" y="608978"/>
                  </a:cubicBezTo>
                  <a:cubicBezTo>
                    <a:pt x="924727" y="608978"/>
                    <a:pt x="920655" y="608978"/>
                    <a:pt x="920655" y="608978"/>
                  </a:cubicBezTo>
                  <a:lnTo>
                    <a:pt x="916010" y="606960"/>
                  </a:lnTo>
                  <a:cubicBezTo>
                    <a:pt x="916010" y="606960"/>
                    <a:pt x="916448" y="605345"/>
                    <a:pt x="916010" y="604639"/>
                  </a:cubicBezTo>
                  <a:cubicBezTo>
                    <a:pt x="915573" y="603899"/>
                    <a:pt x="916448" y="601443"/>
                    <a:pt x="916010" y="600871"/>
                  </a:cubicBezTo>
                  <a:cubicBezTo>
                    <a:pt x="915573" y="600299"/>
                    <a:pt x="916179" y="598415"/>
                    <a:pt x="915876" y="597675"/>
                  </a:cubicBezTo>
                  <a:cubicBezTo>
                    <a:pt x="915573" y="596969"/>
                    <a:pt x="915573" y="595657"/>
                    <a:pt x="914698" y="594210"/>
                  </a:cubicBezTo>
                  <a:cubicBezTo>
                    <a:pt x="913823" y="592764"/>
                    <a:pt x="912948" y="590746"/>
                    <a:pt x="912948" y="590746"/>
                  </a:cubicBezTo>
                  <a:cubicBezTo>
                    <a:pt x="912948" y="590746"/>
                    <a:pt x="912376" y="587987"/>
                    <a:pt x="912376" y="587550"/>
                  </a:cubicBezTo>
                  <a:cubicBezTo>
                    <a:pt x="912376" y="587113"/>
                    <a:pt x="912510" y="584489"/>
                    <a:pt x="912376" y="583917"/>
                  </a:cubicBezTo>
                  <a:cubicBezTo>
                    <a:pt x="912241" y="583345"/>
                    <a:pt x="912376" y="579443"/>
                    <a:pt x="912376" y="579443"/>
                  </a:cubicBezTo>
                  <a:lnTo>
                    <a:pt x="912308" y="578804"/>
                  </a:lnTo>
                  <a:lnTo>
                    <a:pt x="914126" y="575978"/>
                  </a:lnTo>
                  <a:lnTo>
                    <a:pt x="918905" y="575978"/>
                  </a:lnTo>
                  <a:lnTo>
                    <a:pt x="921059" y="575978"/>
                  </a:lnTo>
                  <a:lnTo>
                    <a:pt x="924121" y="575978"/>
                  </a:lnTo>
                  <a:lnTo>
                    <a:pt x="926746" y="577424"/>
                  </a:lnTo>
                  <a:lnTo>
                    <a:pt x="929641" y="575978"/>
                  </a:lnTo>
                  <a:cubicBezTo>
                    <a:pt x="929641" y="575978"/>
                    <a:pt x="930213" y="573960"/>
                    <a:pt x="930213" y="573354"/>
                  </a:cubicBezTo>
                  <a:cubicBezTo>
                    <a:pt x="930213" y="572782"/>
                    <a:pt x="930213" y="569889"/>
                    <a:pt x="930213" y="569889"/>
                  </a:cubicBezTo>
                  <a:lnTo>
                    <a:pt x="929641" y="562051"/>
                  </a:lnTo>
                  <a:lnTo>
                    <a:pt x="929775" y="559730"/>
                  </a:lnTo>
                  <a:lnTo>
                    <a:pt x="928631" y="558283"/>
                  </a:lnTo>
                  <a:lnTo>
                    <a:pt x="928496" y="557106"/>
                  </a:lnTo>
                  <a:cubicBezTo>
                    <a:pt x="928496" y="557106"/>
                    <a:pt x="929068" y="556097"/>
                    <a:pt x="929237" y="555660"/>
                  </a:cubicBezTo>
                  <a:cubicBezTo>
                    <a:pt x="929371" y="555222"/>
                    <a:pt x="930246" y="553776"/>
                    <a:pt x="930246" y="553776"/>
                  </a:cubicBezTo>
                  <a:lnTo>
                    <a:pt x="930246" y="552464"/>
                  </a:lnTo>
                  <a:cubicBezTo>
                    <a:pt x="930246" y="552464"/>
                    <a:pt x="929674" y="550445"/>
                    <a:pt x="929506" y="549840"/>
                  </a:cubicBezTo>
                  <a:cubicBezTo>
                    <a:pt x="929371" y="549268"/>
                    <a:pt x="927318" y="547149"/>
                    <a:pt x="926881" y="546577"/>
                  </a:cubicBezTo>
                  <a:cubicBezTo>
                    <a:pt x="926443" y="546005"/>
                    <a:pt x="923549" y="544626"/>
                    <a:pt x="923549" y="544626"/>
                  </a:cubicBezTo>
                  <a:lnTo>
                    <a:pt x="920655" y="544626"/>
                  </a:lnTo>
                  <a:lnTo>
                    <a:pt x="919713" y="542843"/>
                  </a:lnTo>
                  <a:cubicBezTo>
                    <a:pt x="919713" y="542843"/>
                    <a:pt x="919713" y="542204"/>
                    <a:pt x="919780" y="542136"/>
                  </a:cubicBezTo>
                  <a:cubicBezTo>
                    <a:pt x="919881" y="542069"/>
                    <a:pt x="920688" y="541228"/>
                    <a:pt x="920890" y="541127"/>
                  </a:cubicBezTo>
                  <a:cubicBezTo>
                    <a:pt x="921092" y="541026"/>
                    <a:pt x="922439" y="540354"/>
                    <a:pt x="922775" y="540219"/>
                  </a:cubicBezTo>
                  <a:cubicBezTo>
                    <a:pt x="923112" y="540084"/>
                    <a:pt x="926645" y="538268"/>
                    <a:pt x="926645" y="538268"/>
                  </a:cubicBezTo>
                  <a:lnTo>
                    <a:pt x="938559" y="533222"/>
                  </a:lnTo>
                  <a:lnTo>
                    <a:pt x="947679" y="528109"/>
                  </a:lnTo>
                  <a:cubicBezTo>
                    <a:pt x="947679" y="528109"/>
                    <a:pt x="957136" y="523668"/>
                    <a:pt x="957473" y="523332"/>
                  </a:cubicBezTo>
                  <a:cubicBezTo>
                    <a:pt x="957810" y="522995"/>
                    <a:pt x="961613" y="520304"/>
                    <a:pt x="962353" y="519430"/>
                  </a:cubicBezTo>
                  <a:cubicBezTo>
                    <a:pt x="963127" y="518555"/>
                    <a:pt x="967367" y="513038"/>
                    <a:pt x="967367" y="513038"/>
                  </a:cubicBezTo>
                  <a:lnTo>
                    <a:pt x="969319" y="506411"/>
                  </a:lnTo>
                  <a:lnTo>
                    <a:pt x="973021" y="500423"/>
                  </a:lnTo>
                  <a:cubicBezTo>
                    <a:pt x="973021" y="500423"/>
                    <a:pt x="974233" y="497261"/>
                    <a:pt x="974771" y="496958"/>
                  </a:cubicBezTo>
                  <a:cubicBezTo>
                    <a:pt x="975310" y="496622"/>
                    <a:pt x="979449" y="495781"/>
                    <a:pt x="979449" y="495781"/>
                  </a:cubicBezTo>
                  <a:lnTo>
                    <a:pt x="980762" y="493393"/>
                  </a:lnTo>
                  <a:lnTo>
                    <a:pt x="984666" y="489490"/>
                  </a:lnTo>
                  <a:cubicBezTo>
                    <a:pt x="984666" y="489490"/>
                    <a:pt x="984767" y="487876"/>
                    <a:pt x="985204" y="487539"/>
                  </a:cubicBezTo>
                  <a:cubicBezTo>
                    <a:pt x="985642" y="487203"/>
                    <a:pt x="988368" y="484613"/>
                    <a:pt x="988772" y="484276"/>
                  </a:cubicBezTo>
                  <a:cubicBezTo>
                    <a:pt x="989209" y="483940"/>
                    <a:pt x="991801" y="482325"/>
                    <a:pt x="992238" y="482224"/>
                  </a:cubicBezTo>
                  <a:cubicBezTo>
                    <a:pt x="992676" y="482123"/>
                    <a:pt x="994089" y="479399"/>
                    <a:pt x="994089" y="479399"/>
                  </a:cubicBezTo>
                  <a:cubicBezTo>
                    <a:pt x="994089" y="479399"/>
                    <a:pt x="994089" y="474723"/>
                    <a:pt x="993988" y="474285"/>
                  </a:cubicBezTo>
                  <a:cubicBezTo>
                    <a:pt x="993887" y="473848"/>
                    <a:pt x="992911" y="469845"/>
                    <a:pt x="992911" y="469509"/>
                  </a:cubicBezTo>
                  <a:cubicBezTo>
                    <a:pt x="992911" y="469172"/>
                    <a:pt x="992373" y="463756"/>
                    <a:pt x="992373" y="463756"/>
                  </a:cubicBezTo>
                  <a:cubicBezTo>
                    <a:pt x="992373" y="463756"/>
                    <a:pt x="990623" y="461132"/>
                    <a:pt x="990084" y="460594"/>
                  </a:cubicBezTo>
                  <a:cubicBezTo>
                    <a:pt x="989546" y="460056"/>
                    <a:pt x="987358" y="456456"/>
                    <a:pt x="987358" y="456456"/>
                  </a:cubicBezTo>
                  <a:lnTo>
                    <a:pt x="986483" y="453530"/>
                  </a:lnTo>
                  <a:lnTo>
                    <a:pt x="985945" y="451478"/>
                  </a:lnTo>
                  <a:lnTo>
                    <a:pt x="983555" y="447575"/>
                  </a:lnTo>
                  <a:cubicBezTo>
                    <a:pt x="983555" y="447575"/>
                    <a:pt x="982142" y="445826"/>
                    <a:pt x="982142" y="445523"/>
                  </a:cubicBezTo>
                  <a:cubicBezTo>
                    <a:pt x="982142" y="445187"/>
                    <a:pt x="982916" y="442899"/>
                    <a:pt x="983993" y="442159"/>
                  </a:cubicBezTo>
                  <a:cubicBezTo>
                    <a:pt x="985070" y="441386"/>
                    <a:pt x="985945" y="439771"/>
                    <a:pt x="985945" y="439771"/>
                  </a:cubicBezTo>
                  <a:cubicBezTo>
                    <a:pt x="985945" y="439771"/>
                    <a:pt x="986820" y="439334"/>
                    <a:pt x="986921" y="438694"/>
                  </a:cubicBezTo>
                  <a:cubicBezTo>
                    <a:pt x="987022" y="438055"/>
                    <a:pt x="987022" y="435970"/>
                    <a:pt x="987022" y="435970"/>
                  </a:cubicBezTo>
                  <a:cubicBezTo>
                    <a:pt x="987022" y="435970"/>
                    <a:pt x="984632" y="433783"/>
                    <a:pt x="984195" y="433144"/>
                  </a:cubicBezTo>
                  <a:cubicBezTo>
                    <a:pt x="983757" y="432505"/>
                    <a:pt x="983118" y="430554"/>
                    <a:pt x="980594" y="429444"/>
                  </a:cubicBezTo>
                  <a:cubicBezTo>
                    <a:pt x="978103" y="428367"/>
                    <a:pt x="976992" y="427694"/>
                    <a:pt x="976555" y="427493"/>
                  </a:cubicBezTo>
                  <a:cubicBezTo>
                    <a:pt x="976118" y="427291"/>
                    <a:pt x="973526" y="426517"/>
                    <a:pt x="972416" y="426517"/>
                  </a:cubicBezTo>
                  <a:cubicBezTo>
                    <a:pt x="971339" y="426517"/>
                    <a:pt x="967536" y="426517"/>
                    <a:pt x="967536" y="426517"/>
                  </a:cubicBezTo>
                  <a:cubicBezTo>
                    <a:pt x="967536" y="426517"/>
                    <a:pt x="964507" y="426080"/>
                    <a:pt x="963194" y="425979"/>
                  </a:cubicBezTo>
                  <a:cubicBezTo>
                    <a:pt x="961882" y="425878"/>
                    <a:pt x="957641" y="425777"/>
                    <a:pt x="956228" y="425979"/>
                  </a:cubicBezTo>
                  <a:cubicBezTo>
                    <a:pt x="954814" y="426181"/>
                    <a:pt x="952088" y="427156"/>
                    <a:pt x="951752" y="427392"/>
                  </a:cubicBezTo>
                  <a:cubicBezTo>
                    <a:pt x="951449" y="427593"/>
                    <a:pt x="948487" y="428468"/>
                    <a:pt x="948184" y="428704"/>
                  </a:cubicBezTo>
                  <a:cubicBezTo>
                    <a:pt x="947848" y="428905"/>
                    <a:pt x="945694" y="429040"/>
                    <a:pt x="945357" y="429242"/>
                  </a:cubicBezTo>
                  <a:cubicBezTo>
                    <a:pt x="945021" y="429444"/>
                    <a:pt x="943069" y="430655"/>
                    <a:pt x="942766" y="430756"/>
                  </a:cubicBezTo>
                  <a:cubicBezTo>
                    <a:pt x="942429" y="430857"/>
                    <a:pt x="942429" y="431193"/>
                    <a:pt x="940814" y="431630"/>
                  </a:cubicBezTo>
                  <a:cubicBezTo>
                    <a:pt x="939198" y="432067"/>
                    <a:pt x="937549" y="431967"/>
                    <a:pt x="936237" y="432505"/>
                  </a:cubicBezTo>
                  <a:cubicBezTo>
                    <a:pt x="934924" y="433043"/>
                    <a:pt x="932535" y="434120"/>
                    <a:pt x="932097" y="434456"/>
                  </a:cubicBezTo>
                  <a:cubicBezTo>
                    <a:pt x="931660" y="434792"/>
                    <a:pt x="928496" y="436071"/>
                    <a:pt x="928496" y="436071"/>
                  </a:cubicBezTo>
                  <a:lnTo>
                    <a:pt x="926544" y="436306"/>
                  </a:lnTo>
                  <a:cubicBezTo>
                    <a:pt x="926544" y="436306"/>
                    <a:pt x="924794" y="437181"/>
                    <a:pt x="924491" y="438055"/>
                  </a:cubicBezTo>
                  <a:cubicBezTo>
                    <a:pt x="924155" y="438930"/>
                    <a:pt x="922439" y="441419"/>
                    <a:pt x="922439" y="441419"/>
                  </a:cubicBezTo>
                  <a:cubicBezTo>
                    <a:pt x="922439" y="441419"/>
                    <a:pt x="920352" y="443269"/>
                    <a:pt x="919511" y="443909"/>
                  </a:cubicBezTo>
                  <a:cubicBezTo>
                    <a:pt x="918636" y="444548"/>
                    <a:pt x="915708" y="446398"/>
                    <a:pt x="915708" y="446398"/>
                  </a:cubicBezTo>
                  <a:lnTo>
                    <a:pt x="910054" y="450199"/>
                  </a:lnTo>
                  <a:lnTo>
                    <a:pt x="904501" y="454640"/>
                  </a:lnTo>
                  <a:cubicBezTo>
                    <a:pt x="904501" y="454640"/>
                    <a:pt x="903626" y="455615"/>
                    <a:pt x="903323" y="455952"/>
                  </a:cubicBezTo>
                  <a:cubicBezTo>
                    <a:pt x="902986" y="456288"/>
                    <a:pt x="901135" y="456725"/>
                    <a:pt x="900832" y="457028"/>
                  </a:cubicBezTo>
                  <a:cubicBezTo>
                    <a:pt x="900496" y="457364"/>
                    <a:pt x="900731" y="457802"/>
                    <a:pt x="898544" y="457802"/>
                  </a:cubicBezTo>
                  <a:cubicBezTo>
                    <a:pt x="896356" y="457802"/>
                    <a:pt x="892789" y="457802"/>
                    <a:pt x="892789" y="457802"/>
                  </a:cubicBezTo>
                  <a:cubicBezTo>
                    <a:pt x="892789" y="457802"/>
                    <a:pt x="889322" y="457903"/>
                    <a:pt x="888649" y="458138"/>
                  </a:cubicBezTo>
                  <a:cubicBezTo>
                    <a:pt x="888010" y="458340"/>
                    <a:pt x="882019" y="458340"/>
                    <a:pt x="882019" y="458340"/>
                  </a:cubicBezTo>
                  <a:cubicBezTo>
                    <a:pt x="882019" y="458340"/>
                    <a:pt x="875928" y="457903"/>
                    <a:pt x="875490" y="457802"/>
                  </a:cubicBezTo>
                  <a:cubicBezTo>
                    <a:pt x="875053" y="457701"/>
                    <a:pt x="873740" y="455312"/>
                    <a:pt x="873336" y="454640"/>
                  </a:cubicBezTo>
                  <a:cubicBezTo>
                    <a:pt x="872899" y="454000"/>
                    <a:pt x="871587" y="452453"/>
                    <a:pt x="871149" y="452453"/>
                  </a:cubicBezTo>
                  <a:cubicBezTo>
                    <a:pt x="870711" y="452453"/>
                    <a:pt x="868322" y="451579"/>
                    <a:pt x="866370" y="451579"/>
                  </a:cubicBezTo>
                  <a:cubicBezTo>
                    <a:pt x="864418" y="451579"/>
                    <a:pt x="860480" y="451478"/>
                    <a:pt x="860178" y="451780"/>
                  </a:cubicBezTo>
                  <a:cubicBezTo>
                    <a:pt x="859841" y="452117"/>
                    <a:pt x="857788" y="451679"/>
                    <a:pt x="857788" y="451679"/>
                  </a:cubicBezTo>
                  <a:lnTo>
                    <a:pt x="853884" y="449190"/>
                  </a:lnTo>
                  <a:lnTo>
                    <a:pt x="851394" y="444851"/>
                  </a:lnTo>
                  <a:cubicBezTo>
                    <a:pt x="851394" y="444851"/>
                    <a:pt x="850620" y="443337"/>
                    <a:pt x="850317" y="443000"/>
                  </a:cubicBezTo>
                  <a:cubicBezTo>
                    <a:pt x="849980" y="442664"/>
                    <a:pt x="847927" y="438964"/>
                    <a:pt x="847591" y="438863"/>
                  </a:cubicBezTo>
                  <a:cubicBezTo>
                    <a:pt x="847254" y="438762"/>
                    <a:pt x="844528" y="438425"/>
                    <a:pt x="844124" y="438425"/>
                  </a:cubicBezTo>
                  <a:cubicBezTo>
                    <a:pt x="843687" y="438425"/>
                    <a:pt x="841398" y="439636"/>
                    <a:pt x="840658" y="440376"/>
                  </a:cubicBezTo>
                  <a:cubicBezTo>
                    <a:pt x="839884" y="441150"/>
                    <a:pt x="839009" y="441352"/>
                    <a:pt x="838706" y="441991"/>
                  </a:cubicBezTo>
                  <a:cubicBezTo>
                    <a:pt x="838369" y="442630"/>
                    <a:pt x="837831" y="443841"/>
                    <a:pt x="837393" y="443841"/>
                  </a:cubicBezTo>
                  <a:cubicBezTo>
                    <a:pt x="836956" y="443841"/>
                    <a:pt x="833691" y="443841"/>
                    <a:pt x="833691" y="443841"/>
                  </a:cubicBezTo>
                  <a:cubicBezTo>
                    <a:pt x="833691" y="443841"/>
                    <a:pt x="831066" y="443640"/>
                    <a:pt x="829350" y="444043"/>
                  </a:cubicBezTo>
                  <a:cubicBezTo>
                    <a:pt x="827600" y="444481"/>
                    <a:pt x="825984" y="445120"/>
                    <a:pt x="825984" y="445120"/>
                  </a:cubicBezTo>
                  <a:lnTo>
                    <a:pt x="823797" y="446734"/>
                  </a:lnTo>
                  <a:cubicBezTo>
                    <a:pt x="823797" y="446734"/>
                    <a:pt x="818581" y="448585"/>
                    <a:pt x="818143" y="448786"/>
                  </a:cubicBezTo>
                  <a:cubicBezTo>
                    <a:pt x="817705" y="449022"/>
                    <a:pt x="814003" y="450098"/>
                    <a:pt x="813566" y="450199"/>
                  </a:cubicBezTo>
                  <a:cubicBezTo>
                    <a:pt x="813128" y="450300"/>
                    <a:pt x="810739" y="452117"/>
                    <a:pt x="810739" y="452117"/>
                  </a:cubicBezTo>
                  <a:lnTo>
                    <a:pt x="807811" y="452487"/>
                  </a:lnTo>
                  <a:lnTo>
                    <a:pt x="804143" y="452487"/>
                  </a:lnTo>
                  <a:cubicBezTo>
                    <a:pt x="804143" y="452487"/>
                    <a:pt x="800239" y="450872"/>
                    <a:pt x="799801" y="450738"/>
                  </a:cubicBezTo>
                  <a:cubicBezTo>
                    <a:pt x="799364" y="450637"/>
                    <a:pt x="795897" y="449964"/>
                    <a:pt x="795897" y="449964"/>
                  </a:cubicBezTo>
                  <a:cubicBezTo>
                    <a:pt x="795897" y="449964"/>
                    <a:pt x="792969" y="448753"/>
                    <a:pt x="792195" y="448652"/>
                  </a:cubicBezTo>
                  <a:cubicBezTo>
                    <a:pt x="791421" y="448551"/>
                    <a:pt x="787955" y="446701"/>
                    <a:pt x="787315" y="446701"/>
                  </a:cubicBezTo>
                  <a:cubicBezTo>
                    <a:pt x="786676" y="446701"/>
                    <a:pt x="785902" y="446465"/>
                    <a:pt x="785464" y="446465"/>
                  </a:cubicBezTo>
                  <a:cubicBezTo>
                    <a:pt x="785027" y="446465"/>
                    <a:pt x="781661" y="447004"/>
                    <a:pt x="781661" y="447004"/>
                  </a:cubicBezTo>
                  <a:lnTo>
                    <a:pt x="780786" y="449190"/>
                  </a:lnTo>
                  <a:cubicBezTo>
                    <a:pt x="780786" y="449190"/>
                    <a:pt x="781123" y="451679"/>
                    <a:pt x="781561" y="452016"/>
                  </a:cubicBezTo>
                  <a:cubicBezTo>
                    <a:pt x="781998" y="452352"/>
                    <a:pt x="784926" y="453765"/>
                    <a:pt x="784926" y="453765"/>
                  </a:cubicBezTo>
                  <a:lnTo>
                    <a:pt x="790041" y="456389"/>
                  </a:lnTo>
                  <a:lnTo>
                    <a:pt x="794719" y="458777"/>
                  </a:lnTo>
                  <a:cubicBezTo>
                    <a:pt x="794719" y="458777"/>
                    <a:pt x="795493" y="462242"/>
                    <a:pt x="795796" y="462478"/>
                  </a:cubicBezTo>
                  <a:cubicBezTo>
                    <a:pt x="796133" y="462680"/>
                    <a:pt x="797008" y="465943"/>
                    <a:pt x="797008" y="465943"/>
                  </a:cubicBezTo>
                  <a:cubicBezTo>
                    <a:pt x="797008" y="465943"/>
                    <a:pt x="798522" y="469542"/>
                    <a:pt x="798859" y="469744"/>
                  </a:cubicBezTo>
                  <a:cubicBezTo>
                    <a:pt x="799195" y="469946"/>
                    <a:pt x="802561" y="473209"/>
                    <a:pt x="802561" y="473209"/>
                  </a:cubicBezTo>
                  <a:cubicBezTo>
                    <a:pt x="802561" y="473209"/>
                    <a:pt x="803200" y="474622"/>
                    <a:pt x="804075" y="474723"/>
                  </a:cubicBezTo>
                  <a:cubicBezTo>
                    <a:pt x="804950" y="474823"/>
                    <a:pt x="807239" y="476775"/>
                    <a:pt x="807542" y="477346"/>
                  </a:cubicBezTo>
                  <a:cubicBezTo>
                    <a:pt x="807845" y="477885"/>
                    <a:pt x="808518" y="479634"/>
                    <a:pt x="808518" y="479634"/>
                  </a:cubicBezTo>
                  <a:cubicBezTo>
                    <a:pt x="808518" y="479634"/>
                    <a:pt x="807542" y="481686"/>
                    <a:pt x="805792" y="482258"/>
                  </a:cubicBezTo>
                  <a:cubicBezTo>
                    <a:pt x="804042" y="482796"/>
                    <a:pt x="801316" y="485286"/>
                    <a:pt x="800239" y="485857"/>
                  </a:cubicBezTo>
                  <a:cubicBezTo>
                    <a:pt x="799162" y="486395"/>
                    <a:pt x="798186" y="486934"/>
                    <a:pt x="796974" y="487808"/>
                  </a:cubicBezTo>
                  <a:cubicBezTo>
                    <a:pt x="795763" y="488683"/>
                    <a:pt x="792936" y="492148"/>
                    <a:pt x="792936" y="492148"/>
                  </a:cubicBezTo>
                  <a:lnTo>
                    <a:pt x="791522" y="493897"/>
                  </a:lnTo>
                  <a:cubicBezTo>
                    <a:pt x="791522" y="493897"/>
                    <a:pt x="788359" y="496622"/>
                    <a:pt x="788056" y="497160"/>
                  </a:cubicBezTo>
                  <a:cubicBezTo>
                    <a:pt x="787719" y="497699"/>
                    <a:pt x="785868" y="500087"/>
                    <a:pt x="785868" y="500524"/>
                  </a:cubicBezTo>
                  <a:cubicBezTo>
                    <a:pt x="785868" y="500961"/>
                    <a:pt x="785431" y="502812"/>
                    <a:pt x="785431" y="503249"/>
                  </a:cubicBezTo>
                  <a:cubicBezTo>
                    <a:pt x="785431" y="503686"/>
                    <a:pt x="785094" y="506277"/>
                    <a:pt x="784657" y="506512"/>
                  </a:cubicBezTo>
                  <a:cubicBezTo>
                    <a:pt x="784219" y="506747"/>
                    <a:pt x="783681" y="506949"/>
                    <a:pt x="782469" y="507151"/>
                  </a:cubicBezTo>
                  <a:cubicBezTo>
                    <a:pt x="781258" y="507353"/>
                    <a:pt x="779541" y="507252"/>
                    <a:pt x="779104" y="506714"/>
                  </a:cubicBezTo>
                  <a:cubicBezTo>
                    <a:pt x="778666" y="506176"/>
                    <a:pt x="777354" y="505839"/>
                    <a:pt x="777051" y="504325"/>
                  </a:cubicBezTo>
                  <a:cubicBezTo>
                    <a:pt x="776714" y="502812"/>
                    <a:pt x="775200" y="499751"/>
                    <a:pt x="775200" y="499751"/>
                  </a:cubicBezTo>
                  <a:lnTo>
                    <a:pt x="771397" y="498001"/>
                  </a:lnTo>
                  <a:cubicBezTo>
                    <a:pt x="771397" y="498001"/>
                    <a:pt x="768469" y="498775"/>
                    <a:pt x="768132" y="498977"/>
                  </a:cubicBezTo>
                  <a:cubicBezTo>
                    <a:pt x="767796" y="499178"/>
                    <a:pt x="764767" y="501802"/>
                    <a:pt x="764767" y="501802"/>
                  </a:cubicBezTo>
                  <a:cubicBezTo>
                    <a:pt x="764767" y="501802"/>
                    <a:pt x="764666" y="502879"/>
                    <a:pt x="763791" y="502442"/>
                  </a:cubicBezTo>
                  <a:cubicBezTo>
                    <a:pt x="762916" y="502004"/>
                    <a:pt x="760964" y="501130"/>
                    <a:pt x="759988" y="499280"/>
                  </a:cubicBezTo>
                  <a:cubicBezTo>
                    <a:pt x="759012" y="497429"/>
                    <a:pt x="758036" y="495276"/>
                    <a:pt x="757699" y="494503"/>
                  </a:cubicBezTo>
                  <a:cubicBezTo>
                    <a:pt x="757363" y="493763"/>
                    <a:pt x="757262" y="493628"/>
                    <a:pt x="756723" y="493090"/>
                  </a:cubicBezTo>
                  <a:cubicBezTo>
                    <a:pt x="756185" y="492552"/>
                    <a:pt x="755209" y="491576"/>
                    <a:pt x="754872" y="491038"/>
                  </a:cubicBezTo>
                  <a:cubicBezTo>
                    <a:pt x="754536" y="490500"/>
                    <a:pt x="752685" y="489524"/>
                    <a:pt x="752685" y="489524"/>
                  </a:cubicBezTo>
                  <a:cubicBezTo>
                    <a:pt x="752685" y="489524"/>
                    <a:pt x="751507" y="489423"/>
                    <a:pt x="750396" y="489423"/>
                  </a:cubicBezTo>
                  <a:cubicBezTo>
                    <a:pt x="749319" y="489423"/>
                    <a:pt x="750060" y="489087"/>
                    <a:pt x="748209" y="489423"/>
                  </a:cubicBezTo>
                  <a:cubicBezTo>
                    <a:pt x="746358" y="489759"/>
                    <a:pt x="744944" y="489759"/>
                    <a:pt x="744608" y="489524"/>
                  </a:cubicBezTo>
                  <a:cubicBezTo>
                    <a:pt x="744271" y="489322"/>
                    <a:pt x="743093" y="489087"/>
                    <a:pt x="742757" y="488986"/>
                  </a:cubicBezTo>
                  <a:cubicBezTo>
                    <a:pt x="742420" y="488885"/>
                    <a:pt x="741242" y="489423"/>
                    <a:pt x="740367" y="487371"/>
                  </a:cubicBezTo>
                  <a:cubicBezTo>
                    <a:pt x="739492" y="485319"/>
                    <a:pt x="739290" y="484983"/>
                    <a:pt x="739290" y="484343"/>
                  </a:cubicBezTo>
                  <a:cubicBezTo>
                    <a:pt x="739290" y="483704"/>
                    <a:pt x="739189" y="481619"/>
                    <a:pt x="739290" y="481181"/>
                  </a:cubicBezTo>
                  <a:cubicBezTo>
                    <a:pt x="739391" y="480744"/>
                    <a:pt x="738987" y="479230"/>
                    <a:pt x="739223" y="478692"/>
                  </a:cubicBezTo>
                  <a:cubicBezTo>
                    <a:pt x="739492" y="478154"/>
                    <a:pt x="739122" y="477481"/>
                    <a:pt x="739122" y="477178"/>
                  </a:cubicBezTo>
                  <a:cubicBezTo>
                    <a:pt x="739156" y="476842"/>
                    <a:pt x="737507" y="475866"/>
                    <a:pt x="737103" y="475429"/>
                  </a:cubicBezTo>
                  <a:cubicBezTo>
                    <a:pt x="736665" y="474992"/>
                    <a:pt x="734478" y="474353"/>
                    <a:pt x="734478" y="474353"/>
                  </a:cubicBezTo>
                  <a:cubicBezTo>
                    <a:pt x="734478" y="474353"/>
                    <a:pt x="733165" y="473579"/>
                    <a:pt x="732963" y="473141"/>
                  </a:cubicBezTo>
                  <a:cubicBezTo>
                    <a:pt x="732761" y="472704"/>
                    <a:pt x="731550" y="471089"/>
                    <a:pt x="731213" y="470854"/>
                  </a:cubicBezTo>
                  <a:cubicBezTo>
                    <a:pt x="730877" y="470652"/>
                    <a:pt x="728925" y="467591"/>
                    <a:pt x="728925" y="467591"/>
                  </a:cubicBezTo>
                  <a:cubicBezTo>
                    <a:pt x="728925" y="467591"/>
                    <a:pt x="727949" y="467053"/>
                    <a:pt x="728925" y="466279"/>
                  </a:cubicBezTo>
                  <a:cubicBezTo>
                    <a:pt x="729901" y="465505"/>
                    <a:pt x="730002" y="464530"/>
                    <a:pt x="730540" y="463992"/>
                  </a:cubicBezTo>
                  <a:cubicBezTo>
                    <a:pt x="731079" y="463453"/>
                    <a:pt x="731953" y="462814"/>
                    <a:pt x="733030" y="462579"/>
                  </a:cubicBezTo>
                  <a:cubicBezTo>
                    <a:pt x="734107" y="462343"/>
                    <a:pt x="735083" y="461940"/>
                    <a:pt x="735521" y="461805"/>
                  </a:cubicBezTo>
                  <a:cubicBezTo>
                    <a:pt x="735958" y="461704"/>
                    <a:pt x="737910" y="458340"/>
                    <a:pt x="737910" y="458004"/>
                  </a:cubicBezTo>
                  <a:cubicBezTo>
                    <a:pt x="737910" y="457667"/>
                    <a:pt x="737136" y="456053"/>
                    <a:pt x="735858" y="455817"/>
                  </a:cubicBezTo>
                  <a:cubicBezTo>
                    <a:pt x="734545" y="455582"/>
                    <a:pt x="732829" y="454741"/>
                    <a:pt x="731718" y="454841"/>
                  </a:cubicBezTo>
                  <a:cubicBezTo>
                    <a:pt x="730641" y="454942"/>
                    <a:pt x="727915" y="454942"/>
                    <a:pt x="727578" y="455279"/>
                  </a:cubicBezTo>
                  <a:cubicBezTo>
                    <a:pt x="727242" y="455615"/>
                    <a:pt x="726064" y="455817"/>
                    <a:pt x="725290" y="456456"/>
                  </a:cubicBezTo>
                  <a:cubicBezTo>
                    <a:pt x="724516" y="457095"/>
                    <a:pt x="723001" y="458407"/>
                    <a:pt x="722026" y="459181"/>
                  </a:cubicBezTo>
                  <a:cubicBezTo>
                    <a:pt x="721049" y="459955"/>
                    <a:pt x="719972" y="459618"/>
                    <a:pt x="719535" y="460493"/>
                  </a:cubicBezTo>
                  <a:cubicBezTo>
                    <a:pt x="719097" y="461368"/>
                    <a:pt x="718121" y="462007"/>
                    <a:pt x="717785" y="462007"/>
                  </a:cubicBezTo>
                  <a:cubicBezTo>
                    <a:pt x="717448" y="462007"/>
                    <a:pt x="714857" y="462343"/>
                    <a:pt x="714857" y="462343"/>
                  </a:cubicBezTo>
                  <a:cubicBezTo>
                    <a:pt x="714857" y="462343"/>
                    <a:pt x="711828" y="461906"/>
                    <a:pt x="711391" y="461704"/>
                  </a:cubicBezTo>
                  <a:cubicBezTo>
                    <a:pt x="710953" y="461502"/>
                    <a:pt x="709001" y="460190"/>
                    <a:pt x="708665" y="459854"/>
                  </a:cubicBezTo>
                  <a:cubicBezTo>
                    <a:pt x="708328" y="459517"/>
                    <a:pt x="707049" y="458777"/>
                    <a:pt x="706713" y="457129"/>
                  </a:cubicBezTo>
                  <a:cubicBezTo>
                    <a:pt x="706376" y="455481"/>
                    <a:pt x="706612" y="455279"/>
                    <a:pt x="706174" y="454841"/>
                  </a:cubicBezTo>
                  <a:cubicBezTo>
                    <a:pt x="705737" y="454404"/>
                    <a:pt x="704559" y="453866"/>
                    <a:pt x="704121" y="453866"/>
                  </a:cubicBezTo>
                  <a:cubicBezTo>
                    <a:pt x="703684" y="453866"/>
                    <a:pt x="700958" y="453967"/>
                    <a:pt x="700655" y="453866"/>
                  </a:cubicBezTo>
                  <a:cubicBezTo>
                    <a:pt x="700318" y="453765"/>
                    <a:pt x="698602" y="452991"/>
                    <a:pt x="698467" y="452453"/>
                  </a:cubicBezTo>
                  <a:cubicBezTo>
                    <a:pt x="698366" y="451915"/>
                    <a:pt x="698467" y="450603"/>
                    <a:pt x="699679" y="449527"/>
                  </a:cubicBezTo>
                  <a:cubicBezTo>
                    <a:pt x="700857" y="448450"/>
                    <a:pt x="702405" y="447037"/>
                    <a:pt x="702405" y="447037"/>
                  </a:cubicBezTo>
                  <a:cubicBezTo>
                    <a:pt x="702405" y="447037"/>
                    <a:pt x="702741" y="443774"/>
                    <a:pt x="702405" y="443673"/>
                  </a:cubicBezTo>
                  <a:cubicBezTo>
                    <a:pt x="702068" y="443572"/>
                    <a:pt x="701429" y="442698"/>
                    <a:pt x="700890" y="442361"/>
                  </a:cubicBezTo>
                  <a:cubicBezTo>
                    <a:pt x="700352" y="442025"/>
                    <a:pt x="698467" y="439973"/>
                    <a:pt x="698467" y="439973"/>
                  </a:cubicBezTo>
                  <a:cubicBezTo>
                    <a:pt x="698467" y="439973"/>
                    <a:pt x="699174" y="438358"/>
                    <a:pt x="699713" y="437921"/>
                  </a:cubicBezTo>
                  <a:cubicBezTo>
                    <a:pt x="700251" y="437484"/>
                    <a:pt x="701126" y="436609"/>
                    <a:pt x="701227" y="436272"/>
                  </a:cubicBezTo>
                  <a:cubicBezTo>
                    <a:pt x="701328" y="435936"/>
                    <a:pt x="702741" y="434759"/>
                    <a:pt x="702741" y="434759"/>
                  </a:cubicBezTo>
                  <a:cubicBezTo>
                    <a:pt x="702741" y="434759"/>
                    <a:pt x="701664" y="432269"/>
                    <a:pt x="701530" y="431933"/>
                  </a:cubicBezTo>
                  <a:cubicBezTo>
                    <a:pt x="701429" y="431597"/>
                    <a:pt x="700217" y="431159"/>
                    <a:pt x="700991" y="430520"/>
                  </a:cubicBezTo>
                  <a:cubicBezTo>
                    <a:pt x="701765" y="429881"/>
                    <a:pt x="702506" y="428670"/>
                    <a:pt x="702506" y="428670"/>
                  </a:cubicBezTo>
                  <a:lnTo>
                    <a:pt x="703381" y="427694"/>
                  </a:lnTo>
                  <a:cubicBezTo>
                    <a:pt x="703381" y="427694"/>
                    <a:pt x="703717" y="425070"/>
                    <a:pt x="703583" y="424667"/>
                  </a:cubicBezTo>
                  <a:cubicBezTo>
                    <a:pt x="703482" y="424229"/>
                    <a:pt x="702506" y="422615"/>
                    <a:pt x="702506" y="422177"/>
                  </a:cubicBezTo>
                  <a:cubicBezTo>
                    <a:pt x="702506" y="421740"/>
                    <a:pt x="703583" y="420428"/>
                    <a:pt x="704693" y="419789"/>
                  </a:cubicBezTo>
                  <a:cubicBezTo>
                    <a:pt x="705770" y="419150"/>
                    <a:pt x="706208" y="418477"/>
                    <a:pt x="706208" y="418040"/>
                  </a:cubicBezTo>
                  <a:cubicBezTo>
                    <a:pt x="706208" y="417602"/>
                    <a:pt x="707285" y="416627"/>
                    <a:pt x="706208" y="414878"/>
                  </a:cubicBezTo>
                  <a:cubicBezTo>
                    <a:pt x="705131" y="413128"/>
                    <a:pt x="703818" y="411716"/>
                    <a:pt x="703818" y="411716"/>
                  </a:cubicBezTo>
                  <a:lnTo>
                    <a:pt x="701328" y="410740"/>
                  </a:lnTo>
                  <a:lnTo>
                    <a:pt x="697962" y="410740"/>
                  </a:lnTo>
                  <a:lnTo>
                    <a:pt x="696212" y="410740"/>
                  </a:lnTo>
                  <a:lnTo>
                    <a:pt x="694462" y="410740"/>
                  </a:lnTo>
                  <a:lnTo>
                    <a:pt x="690996" y="410740"/>
                  </a:lnTo>
                  <a:cubicBezTo>
                    <a:pt x="690996" y="410740"/>
                    <a:pt x="690659" y="412254"/>
                    <a:pt x="690222" y="412590"/>
                  </a:cubicBezTo>
                  <a:cubicBezTo>
                    <a:pt x="689784" y="412927"/>
                    <a:pt x="688707" y="413465"/>
                    <a:pt x="688707" y="413465"/>
                  </a:cubicBezTo>
                  <a:cubicBezTo>
                    <a:pt x="688707" y="413465"/>
                    <a:pt x="687732" y="412927"/>
                    <a:pt x="687193" y="412489"/>
                  </a:cubicBezTo>
                  <a:cubicBezTo>
                    <a:pt x="686655" y="412052"/>
                    <a:pt x="684366" y="411514"/>
                    <a:pt x="684366" y="411514"/>
                  </a:cubicBezTo>
                  <a:cubicBezTo>
                    <a:pt x="684366" y="411514"/>
                    <a:pt x="683053" y="411312"/>
                    <a:pt x="682515" y="411312"/>
                  </a:cubicBezTo>
                  <a:cubicBezTo>
                    <a:pt x="681977" y="411312"/>
                    <a:pt x="680226" y="411648"/>
                    <a:pt x="680226" y="411648"/>
                  </a:cubicBezTo>
                  <a:lnTo>
                    <a:pt x="678375" y="412422"/>
                  </a:lnTo>
                  <a:lnTo>
                    <a:pt x="674135" y="410807"/>
                  </a:lnTo>
                  <a:lnTo>
                    <a:pt x="673597" y="409394"/>
                  </a:lnTo>
                  <a:cubicBezTo>
                    <a:pt x="673597" y="409394"/>
                    <a:pt x="675986" y="403407"/>
                    <a:pt x="676087" y="403104"/>
                  </a:cubicBezTo>
                  <a:cubicBezTo>
                    <a:pt x="676188" y="402767"/>
                    <a:pt x="673597" y="398226"/>
                    <a:pt x="673597" y="398226"/>
                  </a:cubicBezTo>
                  <a:lnTo>
                    <a:pt x="670568" y="396914"/>
                  </a:lnTo>
                  <a:lnTo>
                    <a:pt x="668380" y="396914"/>
                  </a:lnTo>
                  <a:lnTo>
                    <a:pt x="664914" y="396914"/>
                  </a:lnTo>
                  <a:cubicBezTo>
                    <a:pt x="664914" y="396914"/>
                    <a:pt x="662861" y="396039"/>
                    <a:pt x="662962" y="395064"/>
                  </a:cubicBezTo>
                  <a:cubicBezTo>
                    <a:pt x="663063" y="394088"/>
                    <a:pt x="664375" y="393113"/>
                    <a:pt x="662962" y="393113"/>
                  </a:cubicBezTo>
                  <a:cubicBezTo>
                    <a:pt x="661548" y="393113"/>
                    <a:pt x="659058" y="392339"/>
                    <a:pt x="659058" y="392339"/>
                  </a:cubicBezTo>
                  <a:cubicBezTo>
                    <a:pt x="659058" y="392339"/>
                    <a:pt x="658284" y="389614"/>
                    <a:pt x="658519" y="389312"/>
                  </a:cubicBezTo>
                  <a:cubicBezTo>
                    <a:pt x="658721" y="388975"/>
                    <a:pt x="658957" y="386486"/>
                    <a:pt x="658957" y="386048"/>
                  </a:cubicBezTo>
                  <a:cubicBezTo>
                    <a:pt x="658957" y="385611"/>
                    <a:pt x="659159" y="383223"/>
                    <a:pt x="659159" y="382785"/>
                  </a:cubicBezTo>
                  <a:cubicBezTo>
                    <a:pt x="659159" y="382348"/>
                    <a:pt x="659058" y="379321"/>
                    <a:pt x="659058" y="379321"/>
                  </a:cubicBezTo>
                  <a:cubicBezTo>
                    <a:pt x="659058" y="379321"/>
                    <a:pt x="657543" y="377672"/>
                    <a:pt x="657442" y="377370"/>
                  </a:cubicBezTo>
                  <a:cubicBezTo>
                    <a:pt x="657341" y="377033"/>
                    <a:pt x="655490" y="375957"/>
                    <a:pt x="656231" y="375183"/>
                  </a:cubicBezTo>
                  <a:cubicBezTo>
                    <a:pt x="657005" y="374409"/>
                    <a:pt x="657745" y="372593"/>
                    <a:pt x="657745" y="372122"/>
                  </a:cubicBezTo>
                  <a:cubicBezTo>
                    <a:pt x="657745" y="371684"/>
                    <a:pt x="655793" y="368960"/>
                    <a:pt x="655457" y="368960"/>
                  </a:cubicBezTo>
                  <a:cubicBezTo>
                    <a:pt x="655120" y="368960"/>
                    <a:pt x="652865" y="367917"/>
                    <a:pt x="652293" y="368051"/>
                  </a:cubicBezTo>
                  <a:cubicBezTo>
                    <a:pt x="651755" y="368152"/>
                    <a:pt x="648928" y="367345"/>
                    <a:pt x="648591" y="367345"/>
                  </a:cubicBezTo>
                  <a:cubicBezTo>
                    <a:pt x="648255" y="367345"/>
                    <a:pt x="642298" y="367345"/>
                    <a:pt x="642298" y="367345"/>
                  </a:cubicBezTo>
                  <a:lnTo>
                    <a:pt x="636879" y="365495"/>
                  </a:lnTo>
                  <a:lnTo>
                    <a:pt x="633076" y="362871"/>
                  </a:lnTo>
                  <a:lnTo>
                    <a:pt x="629172" y="360381"/>
                  </a:lnTo>
                  <a:lnTo>
                    <a:pt x="625269" y="357758"/>
                  </a:lnTo>
                  <a:lnTo>
                    <a:pt x="620052" y="358397"/>
                  </a:lnTo>
                  <a:cubicBezTo>
                    <a:pt x="620052" y="358397"/>
                    <a:pt x="618302" y="353284"/>
                    <a:pt x="617999" y="352846"/>
                  </a:cubicBezTo>
                  <a:cubicBezTo>
                    <a:pt x="617663" y="352409"/>
                    <a:pt x="612345" y="349045"/>
                    <a:pt x="612345" y="349045"/>
                  </a:cubicBezTo>
                  <a:cubicBezTo>
                    <a:pt x="612345" y="349045"/>
                    <a:pt x="609417" y="348608"/>
                    <a:pt x="608980" y="348507"/>
                  </a:cubicBezTo>
                  <a:cubicBezTo>
                    <a:pt x="608542" y="348406"/>
                    <a:pt x="602148" y="347094"/>
                    <a:pt x="601811" y="346993"/>
                  </a:cubicBezTo>
                  <a:cubicBezTo>
                    <a:pt x="601475" y="346892"/>
                    <a:pt x="597032" y="346993"/>
                    <a:pt x="597032" y="346993"/>
                  </a:cubicBezTo>
                  <a:cubicBezTo>
                    <a:pt x="597032" y="346993"/>
                    <a:pt x="595518" y="346455"/>
                    <a:pt x="594407" y="346959"/>
                  </a:cubicBezTo>
                  <a:cubicBezTo>
                    <a:pt x="593330" y="347430"/>
                    <a:pt x="590268" y="348204"/>
                    <a:pt x="590268" y="348204"/>
                  </a:cubicBezTo>
                  <a:cubicBezTo>
                    <a:pt x="590268" y="348204"/>
                    <a:pt x="589830" y="349617"/>
                    <a:pt x="587542" y="348978"/>
                  </a:cubicBezTo>
                  <a:cubicBezTo>
                    <a:pt x="585253" y="348338"/>
                    <a:pt x="582527" y="345816"/>
                    <a:pt x="582763" y="345513"/>
                  </a:cubicBezTo>
                  <a:cubicBezTo>
                    <a:pt x="582965" y="345176"/>
                    <a:pt x="587239" y="345513"/>
                    <a:pt x="587239" y="345513"/>
                  </a:cubicBezTo>
                  <a:lnTo>
                    <a:pt x="589830" y="345378"/>
                  </a:lnTo>
                  <a:lnTo>
                    <a:pt x="592220" y="343898"/>
                  </a:lnTo>
                  <a:lnTo>
                    <a:pt x="592758" y="342822"/>
                  </a:lnTo>
                  <a:lnTo>
                    <a:pt x="593633" y="340231"/>
                  </a:lnTo>
                  <a:cubicBezTo>
                    <a:pt x="593633" y="340231"/>
                    <a:pt x="594273" y="338818"/>
                    <a:pt x="594508" y="338482"/>
                  </a:cubicBezTo>
                  <a:cubicBezTo>
                    <a:pt x="594710" y="338146"/>
                    <a:pt x="596258" y="335892"/>
                    <a:pt x="596258" y="335892"/>
                  </a:cubicBezTo>
                  <a:cubicBezTo>
                    <a:pt x="596258" y="335892"/>
                    <a:pt x="598109" y="334916"/>
                    <a:pt x="598446" y="334681"/>
                  </a:cubicBezTo>
                  <a:cubicBezTo>
                    <a:pt x="598782" y="334479"/>
                    <a:pt x="598883" y="333806"/>
                    <a:pt x="599859" y="333604"/>
                  </a:cubicBezTo>
                  <a:cubicBezTo>
                    <a:pt x="600835" y="333402"/>
                    <a:pt x="601273" y="333402"/>
                    <a:pt x="601710" y="332831"/>
                  </a:cubicBezTo>
                  <a:cubicBezTo>
                    <a:pt x="602148" y="332292"/>
                    <a:pt x="603326" y="331317"/>
                    <a:pt x="604201" y="330678"/>
                  </a:cubicBezTo>
                  <a:cubicBezTo>
                    <a:pt x="605076" y="330039"/>
                    <a:pt x="605412" y="329366"/>
                    <a:pt x="605715" y="329265"/>
                  </a:cubicBezTo>
                  <a:cubicBezTo>
                    <a:pt x="606052" y="329164"/>
                    <a:pt x="606893" y="328289"/>
                    <a:pt x="606893" y="328289"/>
                  </a:cubicBezTo>
                  <a:lnTo>
                    <a:pt x="609081" y="327415"/>
                  </a:lnTo>
                  <a:lnTo>
                    <a:pt x="611033" y="327415"/>
                  </a:lnTo>
                  <a:lnTo>
                    <a:pt x="615172" y="327415"/>
                  </a:lnTo>
                  <a:lnTo>
                    <a:pt x="616249" y="327415"/>
                  </a:lnTo>
                  <a:cubicBezTo>
                    <a:pt x="616249" y="327415"/>
                    <a:pt x="618201" y="326103"/>
                    <a:pt x="618740" y="325564"/>
                  </a:cubicBezTo>
                  <a:cubicBezTo>
                    <a:pt x="619278" y="325026"/>
                    <a:pt x="620153" y="324252"/>
                    <a:pt x="620490" y="323815"/>
                  </a:cubicBezTo>
                  <a:cubicBezTo>
                    <a:pt x="620826" y="323378"/>
                    <a:pt x="622004" y="321629"/>
                    <a:pt x="622004" y="321629"/>
                  </a:cubicBezTo>
                  <a:lnTo>
                    <a:pt x="623317" y="319947"/>
                  </a:lnTo>
                  <a:lnTo>
                    <a:pt x="624730" y="318702"/>
                  </a:lnTo>
                  <a:lnTo>
                    <a:pt x="624932" y="318702"/>
                  </a:lnTo>
                  <a:cubicBezTo>
                    <a:pt x="624932" y="318702"/>
                    <a:pt x="627220" y="318366"/>
                    <a:pt x="628398" y="318702"/>
                  </a:cubicBezTo>
                  <a:cubicBezTo>
                    <a:pt x="629610" y="319038"/>
                    <a:pt x="630889" y="318567"/>
                    <a:pt x="630889" y="318567"/>
                  </a:cubicBezTo>
                  <a:cubicBezTo>
                    <a:pt x="630889" y="318567"/>
                    <a:pt x="632942" y="317289"/>
                    <a:pt x="633514" y="316650"/>
                  </a:cubicBezTo>
                  <a:cubicBezTo>
                    <a:pt x="634052" y="316011"/>
                    <a:pt x="635365" y="315574"/>
                    <a:pt x="635567" y="315136"/>
                  </a:cubicBezTo>
                  <a:cubicBezTo>
                    <a:pt x="635769" y="314699"/>
                    <a:pt x="636341" y="313723"/>
                    <a:pt x="636341" y="313084"/>
                  </a:cubicBezTo>
                  <a:cubicBezTo>
                    <a:pt x="636341" y="312445"/>
                    <a:pt x="635903" y="309720"/>
                    <a:pt x="635129" y="309047"/>
                  </a:cubicBezTo>
                  <a:cubicBezTo>
                    <a:pt x="634355" y="308408"/>
                    <a:pt x="634153" y="306861"/>
                    <a:pt x="634153" y="306861"/>
                  </a:cubicBezTo>
                  <a:cubicBezTo>
                    <a:pt x="634153" y="306861"/>
                    <a:pt x="635028" y="304910"/>
                    <a:pt x="635230" y="304371"/>
                  </a:cubicBezTo>
                  <a:cubicBezTo>
                    <a:pt x="635432" y="303833"/>
                    <a:pt x="636644" y="302757"/>
                    <a:pt x="637283" y="301748"/>
                  </a:cubicBezTo>
                  <a:cubicBezTo>
                    <a:pt x="637923" y="300772"/>
                    <a:pt x="638899" y="299359"/>
                    <a:pt x="638899" y="299359"/>
                  </a:cubicBezTo>
                  <a:cubicBezTo>
                    <a:pt x="638899" y="299359"/>
                    <a:pt x="642163" y="294481"/>
                    <a:pt x="642500" y="294347"/>
                  </a:cubicBezTo>
                  <a:cubicBezTo>
                    <a:pt x="642836" y="294246"/>
                    <a:pt x="644553" y="292934"/>
                    <a:pt x="644553" y="292934"/>
                  </a:cubicBezTo>
                  <a:cubicBezTo>
                    <a:pt x="644553" y="292934"/>
                    <a:pt x="645091" y="292732"/>
                    <a:pt x="645630" y="292396"/>
                  </a:cubicBezTo>
                  <a:cubicBezTo>
                    <a:pt x="646168" y="292059"/>
                    <a:pt x="646942" y="291622"/>
                    <a:pt x="646841" y="290983"/>
                  </a:cubicBezTo>
                  <a:cubicBezTo>
                    <a:pt x="646740" y="290344"/>
                    <a:pt x="646639" y="288494"/>
                    <a:pt x="646639" y="288494"/>
                  </a:cubicBezTo>
                  <a:cubicBezTo>
                    <a:pt x="646639" y="288494"/>
                    <a:pt x="647615" y="287518"/>
                    <a:pt x="648053" y="286879"/>
                  </a:cubicBezTo>
                  <a:cubicBezTo>
                    <a:pt x="648490" y="286240"/>
                    <a:pt x="649904" y="285264"/>
                    <a:pt x="649904" y="285264"/>
                  </a:cubicBezTo>
                  <a:cubicBezTo>
                    <a:pt x="649904" y="285264"/>
                    <a:pt x="650880" y="284289"/>
                    <a:pt x="651418" y="284053"/>
                  </a:cubicBezTo>
                  <a:cubicBezTo>
                    <a:pt x="651957" y="283851"/>
                    <a:pt x="653168" y="282876"/>
                    <a:pt x="653168" y="282876"/>
                  </a:cubicBezTo>
                  <a:lnTo>
                    <a:pt x="655457" y="280689"/>
                  </a:lnTo>
                  <a:cubicBezTo>
                    <a:pt x="655457" y="280689"/>
                    <a:pt x="656231" y="279478"/>
                    <a:pt x="656534" y="279377"/>
                  </a:cubicBezTo>
                  <a:cubicBezTo>
                    <a:pt x="656870" y="279276"/>
                    <a:pt x="658385" y="277762"/>
                    <a:pt x="659024" y="276989"/>
                  </a:cubicBezTo>
                  <a:cubicBezTo>
                    <a:pt x="659664" y="276249"/>
                    <a:pt x="660236" y="275677"/>
                    <a:pt x="660236" y="275374"/>
                  </a:cubicBezTo>
                  <a:cubicBezTo>
                    <a:pt x="660236" y="275038"/>
                    <a:pt x="661380" y="273860"/>
                    <a:pt x="661380" y="273860"/>
                  </a:cubicBezTo>
                  <a:cubicBezTo>
                    <a:pt x="661380" y="273860"/>
                    <a:pt x="662322" y="271573"/>
                    <a:pt x="662322" y="271236"/>
                  </a:cubicBezTo>
                  <a:cubicBezTo>
                    <a:pt x="662322" y="270900"/>
                    <a:pt x="662322" y="267435"/>
                    <a:pt x="662322" y="267435"/>
                  </a:cubicBezTo>
                  <a:cubicBezTo>
                    <a:pt x="662322" y="267435"/>
                    <a:pt x="661346" y="265921"/>
                    <a:pt x="661346" y="265585"/>
                  </a:cubicBezTo>
                  <a:cubicBezTo>
                    <a:pt x="661346" y="265249"/>
                    <a:pt x="661986" y="264710"/>
                    <a:pt x="662322" y="264508"/>
                  </a:cubicBezTo>
                  <a:cubicBezTo>
                    <a:pt x="662659" y="264307"/>
                    <a:pt x="663635" y="262995"/>
                    <a:pt x="663635" y="262995"/>
                  </a:cubicBezTo>
                  <a:lnTo>
                    <a:pt x="664072" y="262019"/>
                  </a:lnTo>
                  <a:lnTo>
                    <a:pt x="662760" y="257680"/>
                  </a:lnTo>
                  <a:cubicBezTo>
                    <a:pt x="662760" y="257680"/>
                    <a:pt x="662221" y="256704"/>
                    <a:pt x="661885" y="256368"/>
                  </a:cubicBezTo>
                  <a:cubicBezTo>
                    <a:pt x="661548" y="256031"/>
                    <a:pt x="660808" y="254955"/>
                    <a:pt x="660471" y="254854"/>
                  </a:cubicBezTo>
                  <a:cubicBezTo>
                    <a:pt x="660135" y="254753"/>
                    <a:pt x="658923" y="252028"/>
                    <a:pt x="658923" y="252028"/>
                  </a:cubicBezTo>
                  <a:lnTo>
                    <a:pt x="658788" y="248900"/>
                  </a:lnTo>
                  <a:lnTo>
                    <a:pt x="658216" y="246141"/>
                  </a:lnTo>
                  <a:lnTo>
                    <a:pt x="657341" y="244627"/>
                  </a:lnTo>
                  <a:cubicBezTo>
                    <a:pt x="657341" y="244627"/>
                    <a:pt x="655087" y="242306"/>
                    <a:pt x="654817" y="242306"/>
                  </a:cubicBezTo>
                  <a:cubicBezTo>
                    <a:pt x="654514" y="242306"/>
                    <a:pt x="652125" y="240355"/>
                    <a:pt x="651923" y="240288"/>
                  </a:cubicBezTo>
                  <a:cubicBezTo>
                    <a:pt x="651721" y="240221"/>
                    <a:pt x="648894" y="238606"/>
                    <a:pt x="648658" y="238606"/>
                  </a:cubicBezTo>
                  <a:cubicBezTo>
                    <a:pt x="648456" y="238606"/>
                    <a:pt x="647144" y="236789"/>
                    <a:pt x="647144" y="236789"/>
                  </a:cubicBezTo>
                  <a:lnTo>
                    <a:pt x="646942" y="235545"/>
                  </a:lnTo>
                  <a:cubicBezTo>
                    <a:pt x="646942" y="235545"/>
                    <a:pt x="645630" y="235612"/>
                    <a:pt x="644990" y="235545"/>
                  </a:cubicBezTo>
                  <a:cubicBezTo>
                    <a:pt x="644351" y="235477"/>
                    <a:pt x="643408" y="235612"/>
                    <a:pt x="642803" y="235545"/>
                  </a:cubicBezTo>
                  <a:cubicBezTo>
                    <a:pt x="642230" y="235477"/>
                    <a:pt x="640413" y="235578"/>
                    <a:pt x="640110" y="235545"/>
                  </a:cubicBezTo>
                  <a:cubicBezTo>
                    <a:pt x="639807" y="235477"/>
                    <a:pt x="638529" y="235410"/>
                    <a:pt x="637418" y="235208"/>
                  </a:cubicBezTo>
                  <a:cubicBezTo>
                    <a:pt x="636341" y="234973"/>
                    <a:pt x="633076" y="233964"/>
                    <a:pt x="632774" y="233896"/>
                  </a:cubicBezTo>
                  <a:cubicBezTo>
                    <a:pt x="632471" y="233829"/>
                    <a:pt x="630014" y="232887"/>
                    <a:pt x="630014" y="232887"/>
                  </a:cubicBezTo>
                  <a:cubicBezTo>
                    <a:pt x="630014" y="232887"/>
                    <a:pt x="629004" y="233089"/>
                    <a:pt x="628701" y="232887"/>
                  </a:cubicBezTo>
                  <a:cubicBezTo>
                    <a:pt x="628398" y="232685"/>
                    <a:pt x="623283" y="231003"/>
                    <a:pt x="623283" y="231003"/>
                  </a:cubicBezTo>
                  <a:cubicBezTo>
                    <a:pt x="623283" y="231003"/>
                    <a:pt x="622206" y="230499"/>
                    <a:pt x="621331" y="230364"/>
                  </a:cubicBezTo>
                  <a:cubicBezTo>
                    <a:pt x="620456" y="230230"/>
                    <a:pt x="616990" y="228918"/>
                    <a:pt x="616990" y="228918"/>
                  </a:cubicBezTo>
                  <a:cubicBezTo>
                    <a:pt x="616990" y="228918"/>
                    <a:pt x="616047" y="227034"/>
                    <a:pt x="615610" y="227101"/>
                  </a:cubicBezTo>
                  <a:cubicBezTo>
                    <a:pt x="615172" y="227168"/>
                    <a:pt x="613860" y="227976"/>
                    <a:pt x="613860" y="227976"/>
                  </a:cubicBezTo>
                  <a:cubicBezTo>
                    <a:pt x="613860" y="227976"/>
                    <a:pt x="612278" y="229658"/>
                    <a:pt x="612278" y="229994"/>
                  </a:cubicBezTo>
                  <a:cubicBezTo>
                    <a:pt x="612278" y="230364"/>
                    <a:pt x="612143" y="231743"/>
                    <a:pt x="612143" y="231743"/>
                  </a:cubicBezTo>
                  <a:lnTo>
                    <a:pt x="611134" y="232988"/>
                  </a:lnTo>
                  <a:lnTo>
                    <a:pt x="610561" y="234300"/>
                  </a:lnTo>
                  <a:cubicBezTo>
                    <a:pt x="610561" y="234300"/>
                    <a:pt x="610124" y="235377"/>
                    <a:pt x="610057" y="235612"/>
                  </a:cubicBezTo>
                  <a:cubicBezTo>
                    <a:pt x="609989" y="235814"/>
                    <a:pt x="608912" y="235982"/>
                    <a:pt x="608744" y="236487"/>
                  </a:cubicBezTo>
                  <a:cubicBezTo>
                    <a:pt x="608610" y="236991"/>
                    <a:pt x="607162" y="237294"/>
                    <a:pt x="606859" y="237294"/>
                  </a:cubicBezTo>
                  <a:cubicBezTo>
                    <a:pt x="606557" y="237294"/>
                    <a:pt x="603225" y="236857"/>
                    <a:pt x="602720" y="236924"/>
                  </a:cubicBezTo>
                  <a:cubicBezTo>
                    <a:pt x="602215" y="236991"/>
                    <a:pt x="599388" y="236991"/>
                    <a:pt x="599388" y="236991"/>
                  </a:cubicBezTo>
                  <a:cubicBezTo>
                    <a:pt x="599388" y="236991"/>
                    <a:pt x="596931" y="237059"/>
                    <a:pt x="596629" y="237059"/>
                  </a:cubicBezTo>
                  <a:cubicBezTo>
                    <a:pt x="596326" y="237059"/>
                    <a:pt x="593667" y="237059"/>
                    <a:pt x="593667" y="237059"/>
                  </a:cubicBezTo>
                  <a:lnTo>
                    <a:pt x="590907" y="235679"/>
                  </a:lnTo>
                  <a:lnTo>
                    <a:pt x="589460" y="235545"/>
                  </a:lnTo>
                  <a:lnTo>
                    <a:pt x="585556" y="233291"/>
                  </a:lnTo>
                  <a:lnTo>
                    <a:pt x="580474" y="234300"/>
                  </a:lnTo>
                  <a:lnTo>
                    <a:pt x="576570" y="235881"/>
                  </a:lnTo>
                  <a:cubicBezTo>
                    <a:pt x="576570" y="235881"/>
                    <a:pt x="571488" y="234872"/>
                    <a:pt x="570916" y="234872"/>
                  </a:cubicBezTo>
                  <a:cubicBezTo>
                    <a:pt x="570344" y="234872"/>
                    <a:pt x="563512" y="235747"/>
                    <a:pt x="563512" y="235747"/>
                  </a:cubicBezTo>
                  <a:lnTo>
                    <a:pt x="560618" y="237933"/>
                  </a:lnTo>
                  <a:lnTo>
                    <a:pt x="558027" y="240557"/>
                  </a:lnTo>
                  <a:lnTo>
                    <a:pt x="555267" y="240422"/>
                  </a:lnTo>
                  <a:lnTo>
                    <a:pt x="553080" y="240725"/>
                  </a:lnTo>
                  <a:lnTo>
                    <a:pt x="550757" y="243618"/>
                  </a:lnTo>
                  <a:lnTo>
                    <a:pt x="548300" y="245065"/>
                  </a:lnTo>
                  <a:cubicBezTo>
                    <a:pt x="548300" y="245065"/>
                    <a:pt x="545406" y="245199"/>
                    <a:pt x="544228" y="245637"/>
                  </a:cubicBezTo>
                  <a:cubicBezTo>
                    <a:pt x="543084" y="246074"/>
                    <a:pt x="538002" y="248967"/>
                    <a:pt x="538002" y="248967"/>
                  </a:cubicBezTo>
                  <a:lnTo>
                    <a:pt x="532348" y="254047"/>
                  </a:lnTo>
                  <a:lnTo>
                    <a:pt x="528141" y="257949"/>
                  </a:lnTo>
                  <a:lnTo>
                    <a:pt x="524237" y="259530"/>
                  </a:lnTo>
                  <a:lnTo>
                    <a:pt x="522487" y="263735"/>
                  </a:lnTo>
                  <a:lnTo>
                    <a:pt x="520603" y="265888"/>
                  </a:lnTo>
                  <a:lnTo>
                    <a:pt x="514646" y="265753"/>
                  </a:lnTo>
                  <a:cubicBezTo>
                    <a:pt x="514646" y="265753"/>
                    <a:pt x="508790" y="265181"/>
                    <a:pt x="508184" y="265047"/>
                  </a:cubicBezTo>
                  <a:cubicBezTo>
                    <a:pt x="507612" y="264912"/>
                    <a:pt x="504045" y="263163"/>
                    <a:pt x="504045" y="263163"/>
                  </a:cubicBezTo>
                  <a:lnTo>
                    <a:pt x="504045" y="260539"/>
                  </a:lnTo>
                  <a:lnTo>
                    <a:pt x="500141" y="260102"/>
                  </a:lnTo>
                  <a:lnTo>
                    <a:pt x="499434" y="262423"/>
                  </a:lnTo>
                  <a:lnTo>
                    <a:pt x="498559" y="262995"/>
                  </a:lnTo>
                  <a:lnTo>
                    <a:pt x="495867" y="263197"/>
                  </a:lnTo>
                  <a:cubicBezTo>
                    <a:pt x="495867" y="263197"/>
                    <a:pt x="492737" y="262894"/>
                    <a:pt x="492165" y="262894"/>
                  </a:cubicBezTo>
                  <a:cubicBezTo>
                    <a:pt x="491593" y="262894"/>
                    <a:pt x="489708" y="262086"/>
                    <a:pt x="489775" y="261817"/>
                  </a:cubicBezTo>
                  <a:cubicBezTo>
                    <a:pt x="489842" y="261515"/>
                    <a:pt x="490415" y="259934"/>
                    <a:pt x="490650" y="259631"/>
                  </a:cubicBezTo>
                  <a:cubicBezTo>
                    <a:pt x="490852" y="259328"/>
                    <a:pt x="491727" y="257242"/>
                    <a:pt x="491727" y="257242"/>
                  </a:cubicBezTo>
                  <a:lnTo>
                    <a:pt x="492366" y="255358"/>
                  </a:lnTo>
                  <a:lnTo>
                    <a:pt x="493006" y="253172"/>
                  </a:lnTo>
                  <a:lnTo>
                    <a:pt x="493645" y="250144"/>
                  </a:lnTo>
                  <a:lnTo>
                    <a:pt x="494958" y="246444"/>
                  </a:lnTo>
                  <a:cubicBezTo>
                    <a:pt x="494958" y="246444"/>
                    <a:pt x="495463" y="245569"/>
                    <a:pt x="495833" y="245368"/>
                  </a:cubicBezTo>
                  <a:cubicBezTo>
                    <a:pt x="496203" y="245132"/>
                    <a:pt x="498155" y="243551"/>
                    <a:pt x="498155" y="243551"/>
                  </a:cubicBezTo>
                  <a:cubicBezTo>
                    <a:pt x="498155" y="243551"/>
                    <a:pt x="499097" y="243753"/>
                    <a:pt x="499299" y="242979"/>
                  </a:cubicBezTo>
                  <a:cubicBezTo>
                    <a:pt x="499501" y="242172"/>
                    <a:pt x="499670" y="240658"/>
                    <a:pt x="499670" y="240221"/>
                  </a:cubicBezTo>
                  <a:cubicBezTo>
                    <a:pt x="499670" y="239783"/>
                    <a:pt x="499097" y="238404"/>
                    <a:pt x="499030" y="238135"/>
                  </a:cubicBezTo>
                  <a:cubicBezTo>
                    <a:pt x="498963" y="237832"/>
                    <a:pt x="499097" y="235948"/>
                    <a:pt x="499333" y="235747"/>
                  </a:cubicBezTo>
                  <a:cubicBezTo>
                    <a:pt x="499535" y="235545"/>
                    <a:pt x="501016" y="233930"/>
                    <a:pt x="501016" y="233930"/>
                  </a:cubicBezTo>
                  <a:cubicBezTo>
                    <a:pt x="501016" y="233930"/>
                    <a:pt x="502025" y="233123"/>
                    <a:pt x="502261" y="232685"/>
                  </a:cubicBezTo>
                  <a:cubicBezTo>
                    <a:pt x="502463" y="232248"/>
                    <a:pt x="502900" y="230667"/>
                    <a:pt x="503001" y="229994"/>
                  </a:cubicBezTo>
                  <a:cubicBezTo>
                    <a:pt x="503069" y="229355"/>
                    <a:pt x="503069" y="226529"/>
                    <a:pt x="503069" y="226227"/>
                  </a:cubicBezTo>
                  <a:cubicBezTo>
                    <a:pt x="503069" y="225924"/>
                    <a:pt x="503001" y="222963"/>
                    <a:pt x="503001" y="222963"/>
                  </a:cubicBezTo>
                  <a:lnTo>
                    <a:pt x="502867" y="221282"/>
                  </a:lnTo>
                  <a:lnTo>
                    <a:pt x="502497" y="219028"/>
                  </a:lnTo>
                  <a:lnTo>
                    <a:pt x="497785" y="218153"/>
                  </a:lnTo>
                  <a:lnTo>
                    <a:pt x="497146" y="215832"/>
                  </a:lnTo>
                  <a:cubicBezTo>
                    <a:pt x="497146" y="215832"/>
                    <a:pt x="494621" y="212804"/>
                    <a:pt x="494319" y="212804"/>
                  </a:cubicBezTo>
                  <a:cubicBezTo>
                    <a:pt x="494016" y="212804"/>
                    <a:pt x="492737" y="212300"/>
                    <a:pt x="491626" y="212804"/>
                  </a:cubicBezTo>
                  <a:cubicBezTo>
                    <a:pt x="490549" y="213309"/>
                    <a:pt x="489304" y="213174"/>
                    <a:pt x="489304" y="213174"/>
                  </a:cubicBezTo>
                  <a:cubicBezTo>
                    <a:pt x="489304" y="213174"/>
                    <a:pt x="489237" y="211997"/>
                    <a:pt x="487487" y="210853"/>
                  </a:cubicBezTo>
                  <a:cubicBezTo>
                    <a:pt x="485737" y="209710"/>
                    <a:pt x="483852" y="208229"/>
                    <a:pt x="482842" y="207590"/>
                  </a:cubicBezTo>
                  <a:cubicBezTo>
                    <a:pt x="481833" y="206951"/>
                    <a:pt x="478568" y="203755"/>
                    <a:pt x="478568" y="203755"/>
                  </a:cubicBezTo>
                  <a:lnTo>
                    <a:pt x="475539" y="200223"/>
                  </a:lnTo>
                  <a:lnTo>
                    <a:pt x="475236" y="196758"/>
                  </a:lnTo>
                  <a:cubicBezTo>
                    <a:pt x="475236" y="196758"/>
                    <a:pt x="473789" y="195379"/>
                    <a:pt x="473049" y="195177"/>
                  </a:cubicBezTo>
                  <a:cubicBezTo>
                    <a:pt x="472308" y="194942"/>
                    <a:pt x="469650" y="192553"/>
                    <a:pt x="469347" y="192486"/>
                  </a:cubicBezTo>
                  <a:cubicBezTo>
                    <a:pt x="469044" y="192419"/>
                    <a:pt x="467597" y="191410"/>
                    <a:pt x="467327" y="191107"/>
                  </a:cubicBezTo>
                  <a:cubicBezTo>
                    <a:pt x="467025" y="190804"/>
                    <a:pt x="465073" y="188147"/>
                    <a:pt x="464736" y="187474"/>
                  </a:cubicBezTo>
                  <a:cubicBezTo>
                    <a:pt x="464366" y="186835"/>
                    <a:pt x="462481" y="183908"/>
                    <a:pt x="462481" y="183908"/>
                  </a:cubicBezTo>
                  <a:lnTo>
                    <a:pt x="460597" y="178997"/>
                  </a:lnTo>
                  <a:lnTo>
                    <a:pt x="457837" y="174792"/>
                  </a:lnTo>
                  <a:lnTo>
                    <a:pt x="454202" y="167694"/>
                  </a:lnTo>
                  <a:cubicBezTo>
                    <a:pt x="454202" y="167694"/>
                    <a:pt x="454135" y="165171"/>
                    <a:pt x="454202" y="164935"/>
                  </a:cubicBezTo>
                  <a:cubicBezTo>
                    <a:pt x="454270" y="164733"/>
                    <a:pt x="451443" y="161470"/>
                    <a:pt x="450803" y="160663"/>
                  </a:cubicBezTo>
                  <a:cubicBezTo>
                    <a:pt x="450164" y="159856"/>
                    <a:pt x="448717" y="155213"/>
                    <a:pt x="448717" y="155213"/>
                  </a:cubicBezTo>
                  <a:lnTo>
                    <a:pt x="445250" y="151311"/>
                  </a:lnTo>
                  <a:cubicBezTo>
                    <a:pt x="445250" y="151311"/>
                    <a:pt x="443500" y="148620"/>
                    <a:pt x="443500" y="148351"/>
                  </a:cubicBezTo>
                  <a:cubicBezTo>
                    <a:pt x="443500" y="148082"/>
                    <a:pt x="443635" y="146770"/>
                    <a:pt x="443500" y="146467"/>
                  </a:cubicBezTo>
                  <a:cubicBezTo>
                    <a:pt x="443365" y="146164"/>
                    <a:pt x="444072" y="144650"/>
                    <a:pt x="444308" y="144583"/>
                  </a:cubicBezTo>
                  <a:cubicBezTo>
                    <a:pt x="444543" y="144516"/>
                    <a:pt x="444611" y="143843"/>
                    <a:pt x="445890" y="143574"/>
                  </a:cubicBezTo>
                  <a:cubicBezTo>
                    <a:pt x="447202" y="143271"/>
                    <a:pt x="449962" y="141320"/>
                    <a:pt x="450669" y="141186"/>
                  </a:cubicBezTo>
                  <a:cubicBezTo>
                    <a:pt x="451409" y="141051"/>
                    <a:pt x="453697" y="139672"/>
                    <a:pt x="454371" y="139537"/>
                  </a:cubicBezTo>
                  <a:cubicBezTo>
                    <a:pt x="455010" y="139403"/>
                    <a:pt x="458005" y="137283"/>
                    <a:pt x="458409" y="137283"/>
                  </a:cubicBezTo>
                  <a:cubicBezTo>
                    <a:pt x="458847" y="137283"/>
                    <a:pt x="465005" y="132944"/>
                    <a:pt x="465005" y="132944"/>
                  </a:cubicBezTo>
                  <a:lnTo>
                    <a:pt x="467395" y="130421"/>
                  </a:lnTo>
                  <a:cubicBezTo>
                    <a:pt x="467395" y="130421"/>
                    <a:pt x="466890" y="128470"/>
                    <a:pt x="466890" y="128167"/>
                  </a:cubicBezTo>
                  <a:cubicBezTo>
                    <a:pt x="466890" y="127864"/>
                    <a:pt x="466385" y="126485"/>
                    <a:pt x="466318" y="126283"/>
                  </a:cubicBezTo>
                  <a:cubicBezTo>
                    <a:pt x="466251" y="126081"/>
                    <a:pt x="465073" y="124534"/>
                    <a:pt x="464736" y="124265"/>
                  </a:cubicBezTo>
                  <a:cubicBezTo>
                    <a:pt x="464366" y="123962"/>
                    <a:pt x="462212" y="122516"/>
                    <a:pt x="462212" y="122516"/>
                  </a:cubicBezTo>
                  <a:cubicBezTo>
                    <a:pt x="462212" y="122516"/>
                    <a:pt x="462347" y="119757"/>
                    <a:pt x="462515" y="119555"/>
                  </a:cubicBezTo>
                  <a:cubicBezTo>
                    <a:pt x="462650" y="119353"/>
                    <a:pt x="462818" y="117234"/>
                    <a:pt x="462818" y="117234"/>
                  </a:cubicBezTo>
                  <a:cubicBezTo>
                    <a:pt x="462818" y="117234"/>
                    <a:pt x="460731" y="113164"/>
                    <a:pt x="459991" y="112222"/>
                  </a:cubicBezTo>
                  <a:cubicBezTo>
                    <a:pt x="459284" y="111280"/>
                    <a:pt x="457366" y="108892"/>
                    <a:pt x="457366" y="108892"/>
                  </a:cubicBezTo>
                  <a:lnTo>
                    <a:pt x="457500" y="105494"/>
                  </a:lnTo>
                  <a:lnTo>
                    <a:pt x="458308" y="102164"/>
                  </a:lnTo>
                  <a:cubicBezTo>
                    <a:pt x="458308" y="102164"/>
                    <a:pt x="456053" y="97589"/>
                    <a:pt x="455986" y="97185"/>
                  </a:cubicBezTo>
                  <a:cubicBezTo>
                    <a:pt x="455919" y="96748"/>
                    <a:pt x="453899" y="92475"/>
                    <a:pt x="453899" y="92173"/>
                  </a:cubicBezTo>
                  <a:cubicBezTo>
                    <a:pt x="453899" y="91870"/>
                    <a:pt x="453327" y="89212"/>
                    <a:pt x="453260" y="88842"/>
                  </a:cubicBezTo>
                  <a:cubicBezTo>
                    <a:pt x="453193" y="88472"/>
                    <a:pt x="451443" y="81543"/>
                    <a:pt x="451443" y="81543"/>
                  </a:cubicBezTo>
                  <a:lnTo>
                    <a:pt x="448481" y="75521"/>
                  </a:lnTo>
                  <a:lnTo>
                    <a:pt x="447337" y="66977"/>
                  </a:lnTo>
                  <a:lnTo>
                    <a:pt x="437779" y="45245"/>
                  </a:lnTo>
                  <a:lnTo>
                    <a:pt x="432865" y="24389"/>
                  </a:lnTo>
                  <a:lnTo>
                    <a:pt x="428524" y="3229"/>
                  </a:lnTo>
                  <a:lnTo>
                    <a:pt x="409677" y="639"/>
                  </a:lnTo>
                  <a:lnTo>
                    <a:pt x="398942" y="639"/>
                  </a:lnTo>
                  <a:lnTo>
                    <a:pt x="385042" y="639"/>
                  </a:lnTo>
                  <a:lnTo>
                    <a:pt x="376359" y="639"/>
                  </a:lnTo>
                  <a:lnTo>
                    <a:pt x="364176" y="639"/>
                  </a:lnTo>
                  <a:lnTo>
                    <a:pt x="357210" y="639"/>
                  </a:lnTo>
                  <a:lnTo>
                    <a:pt x="348964" y="0"/>
                  </a:lnTo>
                  <a:cubicBezTo>
                    <a:pt x="348964" y="0"/>
                    <a:pt x="341998" y="437"/>
                    <a:pt x="341695" y="639"/>
                  </a:cubicBezTo>
                  <a:cubicBezTo>
                    <a:pt x="341358" y="875"/>
                    <a:pt x="337656" y="3364"/>
                    <a:pt x="335503" y="4878"/>
                  </a:cubicBezTo>
                  <a:cubicBezTo>
                    <a:pt x="333315" y="6392"/>
                    <a:pt x="330185" y="7704"/>
                    <a:pt x="329748" y="8343"/>
                  </a:cubicBezTo>
                  <a:cubicBezTo>
                    <a:pt x="329310" y="8982"/>
                    <a:pt x="327358" y="11067"/>
                    <a:pt x="327123" y="11606"/>
                  </a:cubicBezTo>
                  <a:cubicBezTo>
                    <a:pt x="326921" y="12144"/>
                    <a:pt x="326483" y="16484"/>
                    <a:pt x="326483" y="16820"/>
                  </a:cubicBezTo>
                  <a:cubicBezTo>
                    <a:pt x="326483" y="17156"/>
                    <a:pt x="326584" y="20621"/>
                    <a:pt x="326483" y="20958"/>
                  </a:cubicBezTo>
                  <a:cubicBezTo>
                    <a:pt x="326382" y="21294"/>
                    <a:pt x="325406" y="27484"/>
                    <a:pt x="325406" y="27484"/>
                  </a:cubicBezTo>
                  <a:lnTo>
                    <a:pt x="326820" y="38114"/>
                  </a:lnTo>
                  <a:lnTo>
                    <a:pt x="325945" y="49181"/>
                  </a:lnTo>
                  <a:lnTo>
                    <a:pt x="322916" y="57120"/>
                  </a:lnTo>
                  <a:lnTo>
                    <a:pt x="320728" y="68625"/>
                  </a:lnTo>
                  <a:lnTo>
                    <a:pt x="325305" y="73839"/>
                  </a:lnTo>
                  <a:cubicBezTo>
                    <a:pt x="325305" y="73839"/>
                    <a:pt x="325844" y="75891"/>
                    <a:pt x="325507" y="76463"/>
                  </a:cubicBezTo>
                  <a:cubicBezTo>
                    <a:pt x="325171" y="77001"/>
                    <a:pt x="322916" y="79490"/>
                    <a:pt x="322916" y="79490"/>
                  </a:cubicBezTo>
                  <a:cubicBezTo>
                    <a:pt x="322916" y="79490"/>
                    <a:pt x="317161" y="82215"/>
                    <a:pt x="317026" y="82518"/>
                  </a:cubicBezTo>
                  <a:cubicBezTo>
                    <a:pt x="316925" y="82854"/>
                    <a:pt x="313560" y="85007"/>
                    <a:pt x="313560" y="85007"/>
                  </a:cubicBezTo>
                  <a:cubicBezTo>
                    <a:pt x="313560" y="85007"/>
                    <a:pt x="309656" y="90222"/>
                    <a:pt x="309420" y="90659"/>
                  </a:cubicBezTo>
                  <a:cubicBezTo>
                    <a:pt x="309218" y="91096"/>
                    <a:pt x="300939" y="91197"/>
                    <a:pt x="300502" y="91197"/>
                  </a:cubicBezTo>
                  <a:cubicBezTo>
                    <a:pt x="300064" y="91197"/>
                    <a:pt x="290170" y="88035"/>
                    <a:pt x="289732" y="87934"/>
                  </a:cubicBezTo>
                  <a:cubicBezTo>
                    <a:pt x="289295" y="87833"/>
                    <a:pt x="285290" y="86757"/>
                    <a:pt x="284852" y="86757"/>
                  </a:cubicBezTo>
                  <a:cubicBezTo>
                    <a:pt x="284415" y="86757"/>
                    <a:pt x="281487" y="84806"/>
                    <a:pt x="279838" y="84806"/>
                  </a:cubicBezTo>
                  <a:cubicBezTo>
                    <a:pt x="278222" y="84806"/>
                    <a:pt x="275496" y="84032"/>
                    <a:pt x="275496" y="84032"/>
                  </a:cubicBezTo>
                  <a:cubicBezTo>
                    <a:pt x="275496" y="84032"/>
                    <a:pt x="272434" y="84032"/>
                    <a:pt x="272030" y="84032"/>
                  </a:cubicBezTo>
                  <a:cubicBezTo>
                    <a:pt x="271593" y="84032"/>
                    <a:pt x="267588" y="86656"/>
                    <a:pt x="267588" y="86656"/>
                  </a:cubicBezTo>
                  <a:cubicBezTo>
                    <a:pt x="267588" y="86656"/>
                    <a:pt x="264761" y="87429"/>
                    <a:pt x="264424" y="87429"/>
                  </a:cubicBezTo>
                  <a:cubicBezTo>
                    <a:pt x="264088" y="87429"/>
                    <a:pt x="261934" y="88640"/>
                    <a:pt x="261160" y="88741"/>
                  </a:cubicBezTo>
                  <a:cubicBezTo>
                    <a:pt x="260385" y="88842"/>
                    <a:pt x="260621" y="90491"/>
                    <a:pt x="258232" y="89179"/>
                  </a:cubicBezTo>
                  <a:cubicBezTo>
                    <a:pt x="255842" y="87867"/>
                    <a:pt x="252039" y="86790"/>
                    <a:pt x="252039" y="86790"/>
                  </a:cubicBezTo>
                  <a:lnTo>
                    <a:pt x="249010" y="87228"/>
                  </a:lnTo>
                  <a:lnTo>
                    <a:pt x="230433" y="92105"/>
                  </a:lnTo>
                  <a:lnTo>
                    <a:pt x="215322" y="94157"/>
                  </a:lnTo>
                  <a:lnTo>
                    <a:pt x="211183" y="97219"/>
                  </a:lnTo>
                  <a:cubicBezTo>
                    <a:pt x="211183" y="97219"/>
                    <a:pt x="207043" y="98631"/>
                    <a:pt x="206067" y="99271"/>
                  </a:cubicBezTo>
                  <a:cubicBezTo>
                    <a:pt x="205091" y="99910"/>
                    <a:pt x="201052" y="101222"/>
                    <a:pt x="199875" y="102197"/>
                  </a:cubicBezTo>
                  <a:cubicBezTo>
                    <a:pt x="198663" y="103173"/>
                    <a:pt x="195096" y="105023"/>
                    <a:pt x="194557" y="105460"/>
                  </a:cubicBezTo>
                  <a:cubicBezTo>
                    <a:pt x="194019" y="105898"/>
                    <a:pt x="190956" y="108723"/>
                    <a:pt x="190552" y="108824"/>
                  </a:cubicBezTo>
                  <a:cubicBezTo>
                    <a:pt x="190115" y="108925"/>
                    <a:pt x="186850" y="111314"/>
                    <a:pt x="186850" y="111314"/>
                  </a:cubicBezTo>
                  <a:lnTo>
                    <a:pt x="178706" y="118479"/>
                  </a:lnTo>
                  <a:lnTo>
                    <a:pt x="164672" y="128470"/>
                  </a:lnTo>
                  <a:lnTo>
                    <a:pt x="159018" y="133146"/>
                  </a:lnTo>
                  <a:cubicBezTo>
                    <a:pt x="159018" y="133146"/>
                    <a:pt x="150974" y="139134"/>
                    <a:pt x="150638" y="139335"/>
                  </a:cubicBezTo>
                  <a:cubicBezTo>
                    <a:pt x="150301" y="139537"/>
                    <a:pt x="141080" y="144987"/>
                    <a:pt x="141080" y="144987"/>
                  </a:cubicBezTo>
                  <a:lnTo>
                    <a:pt x="131085" y="151614"/>
                  </a:lnTo>
                  <a:lnTo>
                    <a:pt x="123580" y="160091"/>
                  </a:lnTo>
                  <a:lnTo>
                    <a:pt x="118700" y="168131"/>
                  </a:lnTo>
                  <a:cubicBezTo>
                    <a:pt x="118700" y="168131"/>
                    <a:pt x="115334" y="170620"/>
                    <a:pt x="114022" y="171394"/>
                  </a:cubicBezTo>
                  <a:cubicBezTo>
                    <a:pt x="112709" y="172168"/>
                    <a:pt x="108368" y="177247"/>
                    <a:pt x="108368" y="177247"/>
                  </a:cubicBezTo>
                  <a:cubicBezTo>
                    <a:pt x="108368" y="177247"/>
                    <a:pt x="106416" y="180847"/>
                    <a:pt x="106079" y="181688"/>
                  </a:cubicBezTo>
                  <a:cubicBezTo>
                    <a:pt x="105743" y="182562"/>
                    <a:pt x="105305" y="184312"/>
                    <a:pt x="105002" y="184850"/>
                  </a:cubicBezTo>
                  <a:cubicBezTo>
                    <a:pt x="104666" y="185388"/>
                    <a:pt x="103387" y="186700"/>
                    <a:pt x="103252" y="187137"/>
                  </a:cubicBezTo>
                  <a:cubicBezTo>
                    <a:pt x="103151" y="187575"/>
                    <a:pt x="101199" y="190165"/>
                    <a:pt x="101199" y="190165"/>
                  </a:cubicBezTo>
                  <a:lnTo>
                    <a:pt x="100324" y="191914"/>
                  </a:lnTo>
                  <a:lnTo>
                    <a:pt x="99247" y="193125"/>
                  </a:lnTo>
                  <a:cubicBezTo>
                    <a:pt x="99247" y="193125"/>
                    <a:pt x="97935" y="193899"/>
                    <a:pt x="97497" y="193899"/>
                  </a:cubicBezTo>
                  <a:cubicBezTo>
                    <a:pt x="97060" y="193899"/>
                    <a:pt x="95747" y="194538"/>
                    <a:pt x="95747" y="194538"/>
                  </a:cubicBezTo>
                  <a:lnTo>
                    <a:pt x="94435" y="195749"/>
                  </a:lnTo>
                  <a:lnTo>
                    <a:pt x="93560" y="196186"/>
                  </a:lnTo>
                  <a:lnTo>
                    <a:pt x="92786" y="196725"/>
                  </a:lnTo>
                  <a:cubicBezTo>
                    <a:pt x="92786" y="196725"/>
                    <a:pt x="92247" y="197498"/>
                    <a:pt x="91608" y="197936"/>
                  </a:cubicBezTo>
                  <a:cubicBezTo>
                    <a:pt x="90968" y="198373"/>
                    <a:pt x="90093" y="199113"/>
                    <a:pt x="89656" y="199550"/>
                  </a:cubicBezTo>
                  <a:cubicBezTo>
                    <a:pt x="89218" y="199988"/>
                    <a:pt x="87704" y="200425"/>
                    <a:pt x="87704" y="200425"/>
                  </a:cubicBezTo>
                  <a:lnTo>
                    <a:pt x="86627" y="200862"/>
                  </a:lnTo>
                  <a:lnTo>
                    <a:pt x="85113" y="201401"/>
                  </a:lnTo>
                  <a:lnTo>
                    <a:pt x="83699" y="202477"/>
                  </a:lnTo>
                  <a:cubicBezTo>
                    <a:pt x="83699" y="202477"/>
                    <a:pt x="82723" y="203251"/>
                    <a:pt x="82387" y="203553"/>
                  </a:cubicBezTo>
                  <a:cubicBezTo>
                    <a:pt x="82050" y="203890"/>
                    <a:pt x="81074" y="204529"/>
                    <a:pt x="80435" y="204765"/>
                  </a:cubicBezTo>
                  <a:cubicBezTo>
                    <a:pt x="79795" y="204966"/>
                    <a:pt x="79257" y="204966"/>
                    <a:pt x="78684" y="205404"/>
                  </a:cubicBezTo>
                  <a:cubicBezTo>
                    <a:pt x="78146" y="205841"/>
                    <a:pt x="77809" y="206043"/>
                    <a:pt x="76732" y="206278"/>
                  </a:cubicBezTo>
                  <a:cubicBezTo>
                    <a:pt x="75656" y="206480"/>
                    <a:pt x="74444" y="206917"/>
                    <a:pt x="74444" y="206917"/>
                  </a:cubicBezTo>
                  <a:lnTo>
                    <a:pt x="72694" y="207456"/>
                  </a:lnTo>
                  <a:cubicBezTo>
                    <a:pt x="72694" y="207456"/>
                    <a:pt x="72055" y="207792"/>
                    <a:pt x="71617" y="208095"/>
                  </a:cubicBezTo>
                  <a:cubicBezTo>
                    <a:pt x="71180" y="208431"/>
                    <a:pt x="70103" y="208869"/>
                    <a:pt x="68992" y="209070"/>
                  </a:cubicBezTo>
                  <a:cubicBezTo>
                    <a:pt x="67915" y="209306"/>
                    <a:pt x="67377" y="209743"/>
                    <a:pt x="66064" y="209844"/>
                  </a:cubicBezTo>
                  <a:cubicBezTo>
                    <a:pt x="64751" y="209945"/>
                    <a:pt x="62800" y="209844"/>
                    <a:pt x="62463" y="210046"/>
                  </a:cubicBezTo>
                  <a:cubicBezTo>
                    <a:pt x="62126" y="210281"/>
                    <a:pt x="62126" y="210147"/>
                    <a:pt x="59636" y="210147"/>
                  </a:cubicBezTo>
                  <a:cubicBezTo>
                    <a:pt x="57146" y="210147"/>
                    <a:pt x="57146" y="209945"/>
                    <a:pt x="55631" y="209810"/>
                  </a:cubicBezTo>
                  <a:cubicBezTo>
                    <a:pt x="54117" y="209710"/>
                    <a:pt x="52905" y="209037"/>
                    <a:pt x="52602" y="208936"/>
                  </a:cubicBezTo>
                  <a:cubicBezTo>
                    <a:pt x="52266" y="208835"/>
                    <a:pt x="49674" y="207624"/>
                    <a:pt x="49001" y="207624"/>
                  </a:cubicBezTo>
                  <a:cubicBezTo>
                    <a:pt x="48362" y="207624"/>
                    <a:pt x="43246" y="204462"/>
                    <a:pt x="42371" y="204462"/>
                  </a:cubicBezTo>
                  <a:cubicBezTo>
                    <a:pt x="41496" y="204462"/>
                    <a:pt x="37491" y="204563"/>
                    <a:pt x="37054" y="204361"/>
                  </a:cubicBezTo>
                  <a:cubicBezTo>
                    <a:pt x="36616" y="204159"/>
                    <a:pt x="32174" y="203049"/>
                    <a:pt x="32174" y="203049"/>
                  </a:cubicBezTo>
                  <a:cubicBezTo>
                    <a:pt x="32174" y="203049"/>
                    <a:pt x="29885" y="201838"/>
                    <a:pt x="29448" y="201838"/>
                  </a:cubicBezTo>
                  <a:cubicBezTo>
                    <a:pt x="29010" y="201838"/>
                    <a:pt x="26621" y="201300"/>
                    <a:pt x="26621" y="201300"/>
                  </a:cubicBezTo>
                  <a:lnTo>
                    <a:pt x="24400" y="201199"/>
                  </a:lnTo>
                  <a:lnTo>
                    <a:pt x="22515" y="201300"/>
                  </a:lnTo>
                  <a:lnTo>
                    <a:pt x="22515" y="203049"/>
                  </a:lnTo>
                  <a:lnTo>
                    <a:pt x="22515" y="206514"/>
                  </a:lnTo>
                  <a:cubicBezTo>
                    <a:pt x="22515" y="206514"/>
                    <a:pt x="22077" y="207590"/>
                    <a:pt x="22515" y="208129"/>
                  </a:cubicBezTo>
                  <a:cubicBezTo>
                    <a:pt x="22952" y="208667"/>
                    <a:pt x="22852" y="209878"/>
                    <a:pt x="22852" y="210315"/>
                  </a:cubicBezTo>
                  <a:cubicBezTo>
                    <a:pt x="22852" y="210752"/>
                    <a:pt x="22347" y="212804"/>
                    <a:pt x="22347" y="212804"/>
                  </a:cubicBezTo>
                  <a:lnTo>
                    <a:pt x="21875" y="235612"/>
                  </a:lnTo>
                  <a:lnTo>
                    <a:pt x="22952" y="239851"/>
                  </a:lnTo>
                  <a:cubicBezTo>
                    <a:pt x="22952" y="239851"/>
                    <a:pt x="23289" y="241802"/>
                    <a:pt x="23188" y="242239"/>
                  </a:cubicBezTo>
                  <a:cubicBezTo>
                    <a:pt x="23087" y="242676"/>
                    <a:pt x="22751" y="244527"/>
                    <a:pt x="21875" y="245704"/>
                  </a:cubicBezTo>
                  <a:cubicBezTo>
                    <a:pt x="21000" y="246881"/>
                    <a:pt x="20799" y="247453"/>
                    <a:pt x="19385" y="248731"/>
                  </a:cubicBezTo>
                  <a:cubicBezTo>
                    <a:pt x="17972" y="250043"/>
                    <a:pt x="18308" y="248832"/>
                    <a:pt x="17332" y="250784"/>
                  </a:cubicBezTo>
                  <a:cubicBezTo>
                    <a:pt x="16356" y="252735"/>
                    <a:pt x="13731" y="255661"/>
                    <a:pt x="13731" y="255661"/>
                  </a:cubicBezTo>
                  <a:cubicBezTo>
                    <a:pt x="13731" y="255661"/>
                    <a:pt x="10803" y="257074"/>
                    <a:pt x="10265" y="257713"/>
                  </a:cubicBezTo>
                  <a:cubicBezTo>
                    <a:pt x="9726" y="258352"/>
                    <a:pt x="8414" y="260875"/>
                    <a:pt x="8414" y="260875"/>
                  </a:cubicBezTo>
                  <a:lnTo>
                    <a:pt x="5923" y="264576"/>
                  </a:lnTo>
                  <a:lnTo>
                    <a:pt x="4308" y="267267"/>
                  </a:lnTo>
                  <a:cubicBezTo>
                    <a:pt x="4308" y="267267"/>
                    <a:pt x="4644" y="268343"/>
                    <a:pt x="4308" y="269117"/>
                  </a:cubicBezTo>
                  <a:cubicBezTo>
                    <a:pt x="3971" y="269891"/>
                    <a:pt x="4308" y="270631"/>
                    <a:pt x="4644" y="271068"/>
                  </a:cubicBezTo>
                  <a:cubicBezTo>
                    <a:pt x="4981" y="271506"/>
                    <a:pt x="5183" y="273154"/>
                    <a:pt x="5183" y="273154"/>
                  </a:cubicBezTo>
                  <a:lnTo>
                    <a:pt x="5183" y="275980"/>
                  </a:lnTo>
                  <a:lnTo>
                    <a:pt x="4308" y="279243"/>
                  </a:lnTo>
                  <a:lnTo>
                    <a:pt x="3467" y="288056"/>
                  </a:lnTo>
                  <a:lnTo>
                    <a:pt x="3467" y="295121"/>
                  </a:lnTo>
                  <a:lnTo>
                    <a:pt x="0" y="298720"/>
                  </a:lnTo>
                  <a:lnTo>
                    <a:pt x="0" y="302084"/>
                  </a:lnTo>
                  <a:lnTo>
                    <a:pt x="1178" y="305549"/>
                  </a:lnTo>
                  <a:lnTo>
                    <a:pt x="1817" y="309687"/>
                  </a:lnTo>
                  <a:lnTo>
                    <a:pt x="2154" y="312849"/>
                  </a:lnTo>
                  <a:lnTo>
                    <a:pt x="2928" y="313387"/>
                  </a:lnTo>
                  <a:lnTo>
                    <a:pt x="6933" y="315977"/>
                  </a:lnTo>
                  <a:lnTo>
                    <a:pt x="7909" y="316953"/>
                  </a:lnTo>
                  <a:lnTo>
                    <a:pt x="9760" y="318164"/>
                  </a:lnTo>
                  <a:cubicBezTo>
                    <a:pt x="9760" y="318164"/>
                    <a:pt x="9928" y="319139"/>
                    <a:pt x="10029" y="319913"/>
                  </a:cubicBezTo>
                  <a:cubicBezTo>
                    <a:pt x="10130" y="320687"/>
                    <a:pt x="10399" y="322940"/>
                    <a:pt x="10399" y="322940"/>
                  </a:cubicBezTo>
                  <a:lnTo>
                    <a:pt x="10399" y="324690"/>
                  </a:lnTo>
                  <a:cubicBezTo>
                    <a:pt x="10399" y="324690"/>
                    <a:pt x="10298" y="326103"/>
                    <a:pt x="10298" y="326540"/>
                  </a:cubicBezTo>
                  <a:cubicBezTo>
                    <a:pt x="10298" y="326977"/>
                    <a:pt x="10063" y="329029"/>
                    <a:pt x="10063" y="329029"/>
                  </a:cubicBezTo>
                  <a:cubicBezTo>
                    <a:pt x="10063" y="329029"/>
                    <a:pt x="9625" y="331317"/>
                    <a:pt x="9625" y="331754"/>
                  </a:cubicBezTo>
                  <a:cubicBezTo>
                    <a:pt x="9625" y="332191"/>
                    <a:pt x="8851" y="335219"/>
                    <a:pt x="8851" y="335892"/>
                  </a:cubicBezTo>
                  <a:cubicBezTo>
                    <a:pt x="8851" y="336531"/>
                    <a:pt x="8414" y="337069"/>
                    <a:pt x="8313" y="337507"/>
                  </a:cubicBezTo>
                  <a:cubicBezTo>
                    <a:pt x="8212" y="337944"/>
                    <a:pt x="7875" y="338919"/>
                    <a:pt x="7673" y="339357"/>
                  </a:cubicBezTo>
                  <a:cubicBezTo>
                    <a:pt x="7471" y="339794"/>
                    <a:pt x="6899" y="342519"/>
                    <a:pt x="6899" y="342519"/>
                  </a:cubicBezTo>
                  <a:cubicBezTo>
                    <a:pt x="6899" y="342519"/>
                    <a:pt x="6798" y="344604"/>
                    <a:pt x="6899" y="344907"/>
                  </a:cubicBezTo>
                  <a:cubicBezTo>
                    <a:pt x="7000" y="345244"/>
                    <a:pt x="7000" y="346993"/>
                    <a:pt x="7000" y="346993"/>
                  </a:cubicBezTo>
                  <a:cubicBezTo>
                    <a:pt x="7000" y="346993"/>
                    <a:pt x="6899" y="348204"/>
                    <a:pt x="7101" y="348608"/>
                  </a:cubicBezTo>
                  <a:cubicBezTo>
                    <a:pt x="7303" y="349045"/>
                    <a:pt x="7640" y="349819"/>
                    <a:pt x="8717" y="350794"/>
                  </a:cubicBezTo>
                  <a:cubicBezTo>
                    <a:pt x="9794" y="351770"/>
                    <a:pt x="11005" y="352745"/>
                    <a:pt x="11645" y="353384"/>
                  </a:cubicBezTo>
                  <a:cubicBezTo>
                    <a:pt x="12284" y="354024"/>
                    <a:pt x="13058" y="354898"/>
                    <a:pt x="13496" y="354999"/>
                  </a:cubicBezTo>
                  <a:cubicBezTo>
                    <a:pt x="13933" y="355100"/>
                    <a:pt x="15683" y="354225"/>
                    <a:pt x="15683" y="354225"/>
                  </a:cubicBezTo>
                  <a:cubicBezTo>
                    <a:pt x="15683" y="354225"/>
                    <a:pt x="18409" y="354225"/>
                    <a:pt x="18847" y="354024"/>
                  </a:cubicBezTo>
                  <a:cubicBezTo>
                    <a:pt x="19284" y="353788"/>
                    <a:pt x="27328" y="353485"/>
                    <a:pt x="27328" y="353485"/>
                  </a:cubicBezTo>
                  <a:cubicBezTo>
                    <a:pt x="27328" y="353485"/>
                    <a:pt x="34159" y="353384"/>
                    <a:pt x="34395" y="352947"/>
                  </a:cubicBezTo>
                  <a:cubicBezTo>
                    <a:pt x="34631" y="352510"/>
                    <a:pt x="36246" y="350761"/>
                    <a:pt x="36246" y="350761"/>
                  </a:cubicBezTo>
                  <a:lnTo>
                    <a:pt x="38299" y="350962"/>
                  </a:lnTo>
                  <a:cubicBezTo>
                    <a:pt x="38299" y="350962"/>
                    <a:pt x="38198" y="352039"/>
                    <a:pt x="40049" y="352274"/>
                  </a:cubicBezTo>
                  <a:cubicBezTo>
                    <a:pt x="41900" y="352476"/>
                    <a:pt x="43650" y="353149"/>
                    <a:pt x="44727" y="353149"/>
                  </a:cubicBezTo>
                  <a:cubicBezTo>
                    <a:pt x="45804" y="353149"/>
                    <a:pt x="47016" y="353788"/>
                    <a:pt x="47991" y="352947"/>
                  </a:cubicBezTo>
                  <a:cubicBezTo>
                    <a:pt x="48967" y="352072"/>
                    <a:pt x="50482" y="351097"/>
                    <a:pt x="50819" y="350559"/>
                  </a:cubicBezTo>
                  <a:cubicBezTo>
                    <a:pt x="51155" y="350020"/>
                    <a:pt x="52131" y="348170"/>
                    <a:pt x="52232" y="347733"/>
                  </a:cubicBezTo>
                  <a:cubicBezTo>
                    <a:pt x="52333" y="347296"/>
                    <a:pt x="52871" y="345345"/>
                    <a:pt x="52871" y="345345"/>
                  </a:cubicBezTo>
                  <a:cubicBezTo>
                    <a:pt x="52871" y="345345"/>
                    <a:pt x="52770" y="344907"/>
                    <a:pt x="53410" y="345008"/>
                  </a:cubicBezTo>
                  <a:cubicBezTo>
                    <a:pt x="54049" y="345109"/>
                    <a:pt x="55261" y="345109"/>
                    <a:pt x="56136" y="345345"/>
                  </a:cubicBezTo>
                  <a:cubicBezTo>
                    <a:pt x="57011" y="345546"/>
                    <a:pt x="59400" y="346657"/>
                    <a:pt x="59939" y="346959"/>
                  </a:cubicBezTo>
                  <a:cubicBezTo>
                    <a:pt x="60477" y="347296"/>
                    <a:pt x="62766" y="348574"/>
                    <a:pt x="63540" y="348574"/>
                  </a:cubicBezTo>
                  <a:cubicBezTo>
                    <a:pt x="64314" y="348574"/>
                    <a:pt x="67982" y="349886"/>
                    <a:pt x="68420" y="349886"/>
                  </a:cubicBezTo>
                  <a:cubicBezTo>
                    <a:pt x="68857" y="349886"/>
                    <a:pt x="75588" y="349886"/>
                    <a:pt x="75588" y="349886"/>
                  </a:cubicBezTo>
                  <a:cubicBezTo>
                    <a:pt x="75588" y="349886"/>
                    <a:pt x="80165" y="350424"/>
                    <a:pt x="81781" y="350861"/>
                  </a:cubicBezTo>
                  <a:cubicBezTo>
                    <a:pt x="83430" y="351299"/>
                    <a:pt x="87334" y="351063"/>
                    <a:pt x="88411" y="351635"/>
                  </a:cubicBezTo>
                  <a:cubicBezTo>
                    <a:pt x="89488" y="352173"/>
                    <a:pt x="91137" y="352510"/>
                    <a:pt x="92214" y="353048"/>
                  </a:cubicBezTo>
                  <a:cubicBezTo>
                    <a:pt x="93291" y="353586"/>
                    <a:pt x="94603" y="354461"/>
                    <a:pt x="95478" y="354562"/>
                  </a:cubicBezTo>
                  <a:cubicBezTo>
                    <a:pt x="96353" y="354663"/>
                    <a:pt x="97968" y="355100"/>
                    <a:pt x="99281" y="355100"/>
                  </a:cubicBezTo>
                  <a:cubicBezTo>
                    <a:pt x="100594" y="355100"/>
                    <a:pt x="101906" y="355436"/>
                    <a:pt x="102882" y="355335"/>
                  </a:cubicBezTo>
                  <a:cubicBezTo>
                    <a:pt x="103858" y="355235"/>
                    <a:pt x="105171" y="354125"/>
                    <a:pt x="106349" y="354125"/>
                  </a:cubicBezTo>
                  <a:cubicBezTo>
                    <a:pt x="107526" y="354125"/>
                    <a:pt x="108637" y="353788"/>
                    <a:pt x="110152" y="353485"/>
                  </a:cubicBezTo>
                  <a:cubicBezTo>
                    <a:pt x="111666" y="353149"/>
                    <a:pt x="112204" y="352409"/>
                    <a:pt x="113854" y="351972"/>
                  </a:cubicBezTo>
                  <a:cubicBezTo>
                    <a:pt x="115469" y="351534"/>
                    <a:pt x="117219" y="350660"/>
                    <a:pt x="117892" y="350660"/>
                  </a:cubicBezTo>
                  <a:cubicBezTo>
                    <a:pt x="118532" y="350660"/>
                    <a:pt x="119642" y="350323"/>
                    <a:pt x="119945" y="350323"/>
                  </a:cubicBezTo>
                  <a:cubicBezTo>
                    <a:pt x="120281" y="350323"/>
                    <a:pt x="121796" y="351736"/>
                    <a:pt x="121796" y="351736"/>
                  </a:cubicBezTo>
                  <a:lnTo>
                    <a:pt x="124522" y="354125"/>
                  </a:lnTo>
                  <a:cubicBezTo>
                    <a:pt x="124522" y="354125"/>
                    <a:pt x="126810" y="356513"/>
                    <a:pt x="128123" y="356176"/>
                  </a:cubicBezTo>
                  <a:cubicBezTo>
                    <a:pt x="129436" y="355840"/>
                    <a:pt x="137142" y="355100"/>
                    <a:pt x="137142" y="355100"/>
                  </a:cubicBezTo>
                  <a:cubicBezTo>
                    <a:pt x="137142" y="355100"/>
                    <a:pt x="142796" y="355874"/>
                    <a:pt x="143133" y="356076"/>
                  </a:cubicBezTo>
                  <a:cubicBezTo>
                    <a:pt x="143470" y="356277"/>
                    <a:pt x="144984" y="357488"/>
                    <a:pt x="146936" y="358464"/>
                  </a:cubicBezTo>
                  <a:cubicBezTo>
                    <a:pt x="148888" y="359440"/>
                    <a:pt x="152253" y="362265"/>
                    <a:pt x="153128" y="362904"/>
                  </a:cubicBezTo>
                  <a:cubicBezTo>
                    <a:pt x="154003" y="363544"/>
                    <a:pt x="158883" y="367042"/>
                    <a:pt x="159556" y="367244"/>
                  </a:cubicBezTo>
                  <a:cubicBezTo>
                    <a:pt x="160196" y="367446"/>
                    <a:pt x="163460" y="368859"/>
                    <a:pt x="165984" y="369094"/>
                  </a:cubicBezTo>
                  <a:cubicBezTo>
                    <a:pt x="168475" y="369296"/>
                    <a:pt x="171201" y="369296"/>
                    <a:pt x="173489" y="369296"/>
                  </a:cubicBezTo>
                  <a:cubicBezTo>
                    <a:pt x="175778" y="369296"/>
                    <a:pt x="176754" y="369094"/>
                    <a:pt x="178067" y="369195"/>
                  </a:cubicBezTo>
                  <a:cubicBezTo>
                    <a:pt x="179379" y="369296"/>
                    <a:pt x="183384" y="370608"/>
                    <a:pt x="184494" y="371247"/>
                  </a:cubicBezTo>
                  <a:cubicBezTo>
                    <a:pt x="185571" y="371886"/>
                    <a:pt x="188937" y="374073"/>
                    <a:pt x="190485" y="375385"/>
                  </a:cubicBezTo>
                  <a:cubicBezTo>
                    <a:pt x="191999" y="376697"/>
                    <a:pt x="194826" y="378984"/>
                    <a:pt x="195500" y="379085"/>
                  </a:cubicBezTo>
                  <a:cubicBezTo>
                    <a:pt x="196139" y="379186"/>
                    <a:pt x="203745" y="378009"/>
                    <a:pt x="203745" y="378009"/>
                  </a:cubicBezTo>
                  <a:cubicBezTo>
                    <a:pt x="203745" y="378009"/>
                    <a:pt x="208961" y="377370"/>
                    <a:pt x="209298" y="379623"/>
                  </a:cubicBezTo>
                  <a:cubicBezTo>
                    <a:pt x="209635" y="381911"/>
                    <a:pt x="211485" y="385914"/>
                    <a:pt x="212899" y="387327"/>
                  </a:cubicBezTo>
                  <a:cubicBezTo>
                    <a:pt x="214312" y="388740"/>
                    <a:pt x="217038" y="389816"/>
                    <a:pt x="217678" y="391128"/>
                  </a:cubicBezTo>
                  <a:cubicBezTo>
                    <a:pt x="218317" y="392440"/>
                    <a:pt x="224543" y="399942"/>
                    <a:pt x="225519" y="400816"/>
                  </a:cubicBezTo>
                  <a:cubicBezTo>
                    <a:pt x="226495" y="401691"/>
                    <a:pt x="234741" y="408217"/>
                    <a:pt x="235077" y="408419"/>
                  </a:cubicBezTo>
                  <a:cubicBezTo>
                    <a:pt x="235414" y="408654"/>
                    <a:pt x="237130" y="410370"/>
                    <a:pt x="237366" y="410706"/>
                  </a:cubicBezTo>
                  <a:cubicBezTo>
                    <a:pt x="237568" y="411043"/>
                    <a:pt x="241707" y="411581"/>
                    <a:pt x="242145" y="415046"/>
                  </a:cubicBezTo>
                  <a:cubicBezTo>
                    <a:pt x="242582" y="418511"/>
                    <a:pt x="243222" y="423187"/>
                    <a:pt x="243222" y="423187"/>
                  </a:cubicBezTo>
                  <a:cubicBezTo>
                    <a:pt x="243222" y="423187"/>
                    <a:pt x="244433" y="424364"/>
                    <a:pt x="244871" y="424499"/>
                  </a:cubicBezTo>
                  <a:cubicBezTo>
                    <a:pt x="245308" y="424599"/>
                    <a:pt x="248674" y="426349"/>
                    <a:pt x="248674" y="426349"/>
                  </a:cubicBezTo>
                  <a:cubicBezTo>
                    <a:pt x="248674" y="426349"/>
                    <a:pt x="250727" y="427223"/>
                    <a:pt x="251164" y="427863"/>
                  </a:cubicBezTo>
                  <a:cubicBezTo>
                    <a:pt x="251602" y="428502"/>
                    <a:pt x="253655" y="429814"/>
                    <a:pt x="254092" y="430587"/>
                  </a:cubicBezTo>
                  <a:cubicBezTo>
                    <a:pt x="254530" y="431361"/>
                    <a:pt x="257996" y="435162"/>
                    <a:pt x="258972" y="435802"/>
                  </a:cubicBezTo>
                  <a:cubicBezTo>
                    <a:pt x="259948" y="436441"/>
                    <a:pt x="265265" y="441655"/>
                    <a:pt x="265501" y="442092"/>
                  </a:cubicBezTo>
                  <a:cubicBezTo>
                    <a:pt x="265703" y="442529"/>
                    <a:pt x="269641" y="446129"/>
                    <a:pt x="269943" y="446331"/>
                  </a:cubicBezTo>
                  <a:cubicBezTo>
                    <a:pt x="270280" y="446533"/>
                    <a:pt x="281352" y="453496"/>
                    <a:pt x="281891" y="453933"/>
                  </a:cubicBezTo>
                  <a:cubicBezTo>
                    <a:pt x="282429" y="454371"/>
                    <a:pt x="287982" y="456759"/>
                    <a:pt x="287982" y="456759"/>
                  </a:cubicBezTo>
                  <a:cubicBezTo>
                    <a:pt x="287982" y="456759"/>
                    <a:pt x="290170" y="456557"/>
                    <a:pt x="290574" y="456759"/>
                  </a:cubicBezTo>
                  <a:cubicBezTo>
                    <a:pt x="291011" y="456961"/>
                    <a:pt x="296665" y="459046"/>
                    <a:pt x="297103" y="459248"/>
                  </a:cubicBezTo>
                  <a:cubicBezTo>
                    <a:pt x="297540" y="459450"/>
                    <a:pt x="300569" y="460459"/>
                    <a:pt x="300906" y="461099"/>
                  </a:cubicBezTo>
                  <a:cubicBezTo>
                    <a:pt x="301242" y="461738"/>
                    <a:pt x="305146" y="466212"/>
                    <a:pt x="305785" y="466649"/>
                  </a:cubicBezTo>
                  <a:cubicBezTo>
                    <a:pt x="306425" y="467086"/>
                    <a:pt x="310026" y="470652"/>
                    <a:pt x="310026" y="470652"/>
                  </a:cubicBezTo>
                  <a:cubicBezTo>
                    <a:pt x="310026" y="470652"/>
                    <a:pt x="309925" y="476203"/>
                    <a:pt x="309925" y="476505"/>
                  </a:cubicBezTo>
                  <a:cubicBezTo>
                    <a:pt x="309925" y="476842"/>
                    <a:pt x="309723" y="478457"/>
                    <a:pt x="309723" y="478894"/>
                  </a:cubicBezTo>
                  <a:cubicBezTo>
                    <a:pt x="309723" y="479331"/>
                    <a:pt x="310800" y="482157"/>
                    <a:pt x="311473" y="482493"/>
                  </a:cubicBezTo>
                  <a:cubicBezTo>
                    <a:pt x="312113" y="482830"/>
                    <a:pt x="314300" y="483032"/>
                    <a:pt x="314839" y="483368"/>
                  </a:cubicBezTo>
                  <a:cubicBezTo>
                    <a:pt x="315377" y="483704"/>
                    <a:pt x="317329" y="485857"/>
                    <a:pt x="318642" y="487068"/>
                  </a:cubicBezTo>
                  <a:cubicBezTo>
                    <a:pt x="319954" y="488246"/>
                    <a:pt x="322108" y="490096"/>
                    <a:pt x="322546" y="490432"/>
                  </a:cubicBezTo>
                  <a:cubicBezTo>
                    <a:pt x="322983" y="490769"/>
                    <a:pt x="326685" y="493796"/>
                    <a:pt x="326685" y="493796"/>
                  </a:cubicBezTo>
                  <a:cubicBezTo>
                    <a:pt x="326685" y="493796"/>
                    <a:pt x="328200" y="495007"/>
                    <a:pt x="329075" y="495007"/>
                  </a:cubicBezTo>
                  <a:cubicBezTo>
                    <a:pt x="329950" y="495007"/>
                    <a:pt x="333416" y="495646"/>
                    <a:pt x="334392" y="495546"/>
                  </a:cubicBezTo>
                  <a:cubicBezTo>
                    <a:pt x="335368" y="495445"/>
                    <a:pt x="336243" y="493594"/>
                    <a:pt x="338094" y="493931"/>
                  </a:cubicBezTo>
                  <a:cubicBezTo>
                    <a:pt x="339945" y="494267"/>
                    <a:pt x="341897" y="493931"/>
                    <a:pt x="342570" y="493931"/>
                  </a:cubicBezTo>
                  <a:cubicBezTo>
                    <a:pt x="343210" y="493931"/>
                    <a:pt x="346036" y="493393"/>
                    <a:pt x="346911" y="493056"/>
                  </a:cubicBezTo>
                  <a:cubicBezTo>
                    <a:pt x="347787" y="492720"/>
                    <a:pt x="349200" y="492282"/>
                    <a:pt x="349301" y="491542"/>
                  </a:cubicBezTo>
                  <a:cubicBezTo>
                    <a:pt x="349402" y="490769"/>
                    <a:pt x="349839" y="491004"/>
                    <a:pt x="349839" y="489053"/>
                  </a:cubicBezTo>
                  <a:cubicBezTo>
                    <a:pt x="349839" y="487102"/>
                    <a:pt x="349940" y="485050"/>
                    <a:pt x="349940" y="484713"/>
                  </a:cubicBezTo>
                  <a:cubicBezTo>
                    <a:pt x="349940" y="484377"/>
                    <a:pt x="350277" y="481888"/>
                    <a:pt x="350479" y="479499"/>
                  </a:cubicBezTo>
                  <a:cubicBezTo>
                    <a:pt x="350714" y="477111"/>
                    <a:pt x="350479" y="473848"/>
                    <a:pt x="350714" y="473074"/>
                  </a:cubicBezTo>
                  <a:cubicBezTo>
                    <a:pt x="350916" y="472300"/>
                    <a:pt x="350613" y="466111"/>
                    <a:pt x="350378" y="465808"/>
                  </a:cubicBezTo>
                  <a:cubicBezTo>
                    <a:pt x="350142" y="465472"/>
                    <a:pt x="349065" y="462343"/>
                    <a:pt x="348527" y="460695"/>
                  </a:cubicBezTo>
                  <a:cubicBezTo>
                    <a:pt x="347988" y="459080"/>
                    <a:pt x="346911" y="457533"/>
                    <a:pt x="346911" y="455817"/>
                  </a:cubicBezTo>
                  <a:cubicBezTo>
                    <a:pt x="346911" y="454068"/>
                    <a:pt x="347012" y="453092"/>
                    <a:pt x="347988" y="451040"/>
                  </a:cubicBezTo>
                  <a:cubicBezTo>
                    <a:pt x="348964" y="448988"/>
                    <a:pt x="348964" y="446701"/>
                    <a:pt x="350479" y="441688"/>
                  </a:cubicBezTo>
                  <a:cubicBezTo>
                    <a:pt x="351993" y="436676"/>
                    <a:pt x="351690" y="433749"/>
                    <a:pt x="353407" y="431462"/>
                  </a:cubicBezTo>
                  <a:cubicBezTo>
                    <a:pt x="355157" y="429175"/>
                    <a:pt x="356133" y="427762"/>
                    <a:pt x="356234" y="424734"/>
                  </a:cubicBezTo>
                  <a:cubicBezTo>
                    <a:pt x="356335" y="421707"/>
                    <a:pt x="357210" y="421908"/>
                    <a:pt x="356133" y="420395"/>
                  </a:cubicBezTo>
                  <a:cubicBezTo>
                    <a:pt x="355056" y="418881"/>
                    <a:pt x="351556" y="413768"/>
                    <a:pt x="351253" y="413566"/>
                  </a:cubicBezTo>
                  <a:cubicBezTo>
                    <a:pt x="350916" y="413364"/>
                    <a:pt x="353642" y="406401"/>
                    <a:pt x="353541" y="405963"/>
                  </a:cubicBezTo>
                  <a:cubicBezTo>
                    <a:pt x="353440" y="405526"/>
                    <a:pt x="354316" y="403777"/>
                    <a:pt x="355157" y="402599"/>
                  </a:cubicBezTo>
                  <a:cubicBezTo>
                    <a:pt x="356032" y="401422"/>
                    <a:pt x="358758" y="398798"/>
                    <a:pt x="358758" y="398798"/>
                  </a:cubicBezTo>
                  <a:lnTo>
                    <a:pt x="360272" y="397721"/>
                  </a:lnTo>
                  <a:cubicBezTo>
                    <a:pt x="360272" y="397721"/>
                    <a:pt x="362460" y="396948"/>
                    <a:pt x="363739" y="396948"/>
                  </a:cubicBezTo>
                  <a:cubicBezTo>
                    <a:pt x="365018" y="396948"/>
                    <a:pt x="375148" y="397385"/>
                    <a:pt x="375484" y="397385"/>
                  </a:cubicBezTo>
                  <a:cubicBezTo>
                    <a:pt x="375821" y="397385"/>
                    <a:pt x="380600" y="398125"/>
                    <a:pt x="380600" y="398125"/>
                  </a:cubicBezTo>
                  <a:cubicBezTo>
                    <a:pt x="380600" y="398125"/>
                    <a:pt x="384066" y="400177"/>
                    <a:pt x="384840" y="400615"/>
                  </a:cubicBezTo>
                  <a:cubicBezTo>
                    <a:pt x="385614" y="401052"/>
                    <a:pt x="387028" y="401388"/>
                    <a:pt x="388206" y="403339"/>
                  </a:cubicBezTo>
                  <a:cubicBezTo>
                    <a:pt x="389417" y="405290"/>
                    <a:pt x="392009" y="408015"/>
                    <a:pt x="392345" y="408452"/>
                  </a:cubicBezTo>
                  <a:cubicBezTo>
                    <a:pt x="392682" y="408890"/>
                    <a:pt x="394735" y="410841"/>
                    <a:pt x="395273" y="411480"/>
                  </a:cubicBezTo>
                  <a:cubicBezTo>
                    <a:pt x="395811" y="412119"/>
                    <a:pt x="399514" y="415920"/>
                    <a:pt x="400052" y="416795"/>
                  </a:cubicBezTo>
                  <a:cubicBezTo>
                    <a:pt x="400591" y="417670"/>
                    <a:pt x="402879" y="419083"/>
                    <a:pt x="403216" y="420260"/>
                  </a:cubicBezTo>
                  <a:cubicBezTo>
                    <a:pt x="403552" y="421471"/>
                    <a:pt x="406043" y="424398"/>
                    <a:pt x="406581" y="425138"/>
                  </a:cubicBezTo>
                  <a:cubicBezTo>
                    <a:pt x="407120" y="425911"/>
                    <a:pt x="408197" y="426551"/>
                    <a:pt x="408869" y="427963"/>
                  </a:cubicBezTo>
                  <a:cubicBezTo>
                    <a:pt x="409509" y="429376"/>
                    <a:pt x="410822" y="431664"/>
                    <a:pt x="412908" y="432976"/>
                  </a:cubicBezTo>
                  <a:cubicBezTo>
                    <a:pt x="414961" y="434288"/>
                    <a:pt x="415836" y="435263"/>
                    <a:pt x="418562" y="436239"/>
                  </a:cubicBezTo>
                  <a:cubicBezTo>
                    <a:pt x="421288" y="437214"/>
                    <a:pt x="423004" y="437551"/>
                    <a:pt x="424553" y="438190"/>
                  </a:cubicBezTo>
                  <a:cubicBezTo>
                    <a:pt x="426067" y="438829"/>
                    <a:pt x="427918" y="440141"/>
                    <a:pt x="429332" y="440679"/>
                  </a:cubicBezTo>
                  <a:cubicBezTo>
                    <a:pt x="430745" y="441217"/>
                    <a:pt x="434010" y="442529"/>
                    <a:pt x="435423" y="443606"/>
                  </a:cubicBezTo>
                  <a:cubicBezTo>
                    <a:pt x="436836" y="444682"/>
                    <a:pt x="440639" y="446095"/>
                    <a:pt x="440639" y="446095"/>
                  </a:cubicBezTo>
                  <a:cubicBezTo>
                    <a:pt x="440639" y="446095"/>
                    <a:pt x="444981" y="448046"/>
                    <a:pt x="445082" y="448484"/>
                  </a:cubicBezTo>
                  <a:cubicBezTo>
                    <a:pt x="445183" y="448921"/>
                    <a:pt x="445317" y="452285"/>
                    <a:pt x="445317" y="452285"/>
                  </a:cubicBezTo>
                  <a:lnTo>
                    <a:pt x="445317" y="454976"/>
                  </a:lnTo>
                  <a:cubicBezTo>
                    <a:pt x="445317" y="454976"/>
                    <a:pt x="444005" y="455851"/>
                    <a:pt x="446091" y="456288"/>
                  </a:cubicBezTo>
                  <a:cubicBezTo>
                    <a:pt x="448145" y="456725"/>
                    <a:pt x="449894" y="456927"/>
                    <a:pt x="451106" y="456624"/>
                  </a:cubicBezTo>
                  <a:cubicBezTo>
                    <a:pt x="452284" y="456288"/>
                    <a:pt x="452183" y="456826"/>
                    <a:pt x="453395" y="455985"/>
                  </a:cubicBezTo>
                  <a:cubicBezTo>
                    <a:pt x="454606" y="455111"/>
                    <a:pt x="455246" y="452722"/>
                    <a:pt x="455683" y="452285"/>
                  </a:cubicBezTo>
                  <a:cubicBezTo>
                    <a:pt x="456121" y="451848"/>
                    <a:pt x="456558" y="451108"/>
                    <a:pt x="456558" y="450233"/>
                  </a:cubicBezTo>
                  <a:cubicBezTo>
                    <a:pt x="456558" y="449358"/>
                    <a:pt x="457198" y="447407"/>
                    <a:pt x="457972" y="446768"/>
                  </a:cubicBezTo>
                  <a:cubicBezTo>
                    <a:pt x="458746" y="446129"/>
                    <a:pt x="460698" y="444716"/>
                    <a:pt x="460698" y="444716"/>
                  </a:cubicBezTo>
                  <a:cubicBezTo>
                    <a:pt x="460698" y="444716"/>
                    <a:pt x="461034" y="445052"/>
                    <a:pt x="462010" y="444279"/>
                  </a:cubicBezTo>
                  <a:cubicBezTo>
                    <a:pt x="462986" y="443505"/>
                    <a:pt x="463626" y="442866"/>
                    <a:pt x="464299" y="442428"/>
                  </a:cubicBezTo>
                  <a:cubicBezTo>
                    <a:pt x="464938" y="441991"/>
                    <a:pt x="465813" y="439704"/>
                    <a:pt x="465813" y="439704"/>
                  </a:cubicBezTo>
                  <a:cubicBezTo>
                    <a:pt x="465813" y="439704"/>
                    <a:pt x="466352" y="439165"/>
                    <a:pt x="467227" y="438291"/>
                  </a:cubicBezTo>
                  <a:cubicBezTo>
                    <a:pt x="468102" y="437416"/>
                    <a:pt x="469078" y="436239"/>
                    <a:pt x="469515" y="435263"/>
                  </a:cubicBezTo>
                  <a:cubicBezTo>
                    <a:pt x="469953" y="434288"/>
                    <a:pt x="470289" y="433077"/>
                    <a:pt x="470929" y="432976"/>
                  </a:cubicBezTo>
                  <a:cubicBezTo>
                    <a:pt x="471568" y="432875"/>
                    <a:pt x="472544" y="432774"/>
                    <a:pt x="472881" y="432774"/>
                  </a:cubicBezTo>
                  <a:cubicBezTo>
                    <a:pt x="473217" y="432774"/>
                    <a:pt x="473856" y="432572"/>
                    <a:pt x="474294" y="432572"/>
                  </a:cubicBezTo>
                  <a:cubicBezTo>
                    <a:pt x="474732" y="432572"/>
                    <a:pt x="476885" y="433548"/>
                    <a:pt x="476885" y="433548"/>
                  </a:cubicBezTo>
                  <a:lnTo>
                    <a:pt x="480587" y="438425"/>
                  </a:lnTo>
                  <a:cubicBezTo>
                    <a:pt x="480587" y="438425"/>
                    <a:pt x="482640" y="441150"/>
                    <a:pt x="482775" y="441688"/>
                  </a:cubicBezTo>
                  <a:cubicBezTo>
                    <a:pt x="482876" y="442227"/>
                    <a:pt x="482977" y="444716"/>
                    <a:pt x="484088" y="445052"/>
                  </a:cubicBezTo>
                  <a:cubicBezTo>
                    <a:pt x="485165" y="445389"/>
                    <a:pt x="489943" y="445692"/>
                    <a:pt x="489943" y="445692"/>
                  </a:cubicBezTo>
                  <a:cubicBezTo>
                    <a:pt x="489943" y="445692"/>
                    <a:pt x="497684" y="444615"/>
                    <a:pt x="498290" y="444447"/>
                  </a:cubicBezTo>
                  <a:cubicBezTo>
                    <a:pt x="498862" y="444312"/>
                    <a:pt x="503372" y="442866"/>
                    <a:pt x="503372" y="442866"/>
                  </a:cubicBezTo>
                  <a:cubicBezTo>
                    <a:pt x="503372" y="442866"/>
                    <a:pt x="503675" y="442126"/>
                    <a:pt x="504247" y="441722"/>
                  </a:cubicBezTo>
                  <a:cubicBezTo>
                    <a:pt x="504819" y="441285"/>
                    <a:pt x="505997" y="439132"/>
                    <a:pt x="505997" y="439132"/>
                  </a:cubicBezTo>
                  <a:cubicBezTo>
                    <a:pt x="505997" y="439132"/>
                    <a:pt x="506569" y="438829"/>
                    <a:pt x="506569" y="437685"/>
                  </a:cubicBezTo>
                  <a:cubicBezTo>
                    <a:pt x="506569" y="436542"/>
                    <a:pt x="506872" y="435230"/>
                    <a:pt x="506872" y="435230"/>
                  </a:cubicBezTo>
                  <a:lnTo>
                    <a:pt x="507881" y="433346"/>
                  </a:lnTo>
                  <a:lnTo>
                    <a:pt x="509059" y="431327"/>
                  </a:lnTo>
                  <a:cubicBezTo>
                    <a:pt x="509059" y="431327"/>
                    <a:pt x="510204" y="431126"/>
                    <a:pt x="510944" y="430520"/>
                  </a:cubicBezTo>
                  <a:cubicBezTo>
                    <a:pt x="511651" y="429948"/>
                    <a:pt x="514141" y="428132"/>
                    <a:pt x="514579" y="428132"/>
                  </a:cubicBezTo>
                  <a:cubicBezTo>
                    <a:pt x="515016" y="428132"/>
                    <a:pt x="517607" y="428132"/>
                    <a:pt x="517607" y="428132"/>
                  </a:cubicBezTo>
                  <a:lnTo>
                    <a:pt x="522084" y="430453"/>
                  </a:lnTo>
                  <a:lnTo>
                    <a:pt x="524540" y="433211"/>
                  </a:lnTo>
                  <a:cubicBezTo>
                    <a:pt x="524540" y="433211"/>
                    <a:pt x="525853" y="436844"/>
                    <a:pt x="525853" y="437416"/>
                  </a:cubicBezTo>
                  <a:cubicBezTo>
                    <a:pt x="525853" y="437988"/>
                    <a:pt x="526593" y="440040"/>
                    <a:pt x="526862" y="440612"/>
                  </a:cubicBezTo>
                  <a:cubicBezTo>
                    <a:pt x="527165" y="441184"/>
                    <a:pt x="529319" y="443068"/>
                    <a:pt x="529454" y="443505"/>
                  </a:cubicBezTo>
                  <a:cubicBezTo>
                    <a:pt x="529588" y="443942"/>
                    <a:pt x="530901" y="445523"/>
                    <a:pt x="531473" y="445523"/>
                  </a:cubicBezTo>
                  <a:cubicBezTo>
                    <a:pt x="532045" y="445523"/>
                    <a:pt x="533223" y="445523"/>
                    <a:pt x="533223" y="445523"/>
                  </a:cubicBezTo>
                  <a:lnTo>
                    <a:pt x="536993" y="448114"/>
                  </a:lnTo>
                  <a:cubicBezTo>
                    <a:pt x="536993" y="448114"/>
                    <a:pt x="538877" y="451141"/>
                    <a:pt x="539315" y="452184"/>
                  </a:cubicBezTo>
                  <a:cubicBezTo>
                    <a:pt x="539752" y="453193"/>
                    <a:pt x="540762" y="455514"/>
                    <a:pt x="540897" y="455952"/>
                  </a:cubicBezTo>
                  <a:cubicBezTo>
                    <a:pt x="541031" y="456389"/>
                    <a:pt x="543353" y="457095"/>
                    <a:pt x="543791" y="457533"/>
                  </a:cubicBezTo>
                  <a:cubicBezTo>
                    <a:pt x="544228" y="457970"/>
                    <a:pt x="545675" y="459417"/>
                    <a:pt x="545675" y="459417"/>
                  </a:cubicBezTo>
                  <a:cubicBezTo>
                    <a:pt x="545675" y="459417"/>
                    <a:pt x="546248" y="459719"/>
                    <a:pt x="547257" y="460998"/>
                  </a:cubicBezTo>
                  <a:cubicBezTo>
                    <a:pt x="548267" y="462310"/>
                    <a:pt x="549714" y="463453"/>
                    <a:pt x="550286" y="464025"/>
                  </a:cubicBezTo>
                  <a:cubicBezTo>
                    <a:pt x="550858" y="464597"/>
                    <a:pt x="551868" y="465472"/>
                    <a:pt x="553483" y="466615"/>
                  </a:cubicBezTo>
                  <a:cubicBezTo>
                    <a:pt x="555065" y="467793"/>
                    <a:pt x="556681" y="470248"/>
                    <a:pt x="557253" y="470518"/>
                  </a:cubicBezTo>
                  <a:cubicBezTo>
                    <a:pt x="557825" y="470820"/>
                    <a:pt x="561459" y="472099"/>
                    <a:pt x="561762" y="472973"/>
                  </a:cubicBezTo>
                  <a:cubicBezTo>
                    <a:pt x="562065" y="473848"/>
                    <a:pt x="565397" y="476304"/>
                    <a:pt x="565397" y="476304"/>
                  </a:cubicBezTo>
                  <a:cubicBezTo>
                    <a:pt x="565397" y="476304"/>
                    <a:pt x="569032" y="480206"/>
                    <a:pt x="569032" y="481081"/>
                  </a:cubicBezTo>
                  <a:cubicBezTo>
                    <a:pt x="569032" y="481955"/>
                    <a:pt x="570613" y="484411"/>
                    <a:pt x="570782" y="484848"/>
                  </a:cubicBezTo>
                  <a:cubicBezTo>
                    <a:pt x="570916" y="485286"/>
                    <a:pt x="571657" y="486866"/>
                    <a:pt x="571960" y="487607"/>
                  </a:cubicBezTo>
                  <a:cubicBezTo>
                    <a:pt x="572263" y="488313"/>
                    <a:pt x="574416" y="489490"/>
                    <a:pt x="574416" y="490062"/>
                  </a:cubicBezTo>
                  <a:cubicBezTo>
                    <a:pt x="574416" y="490634"/>
                    <a:pt x="576166" y="491509"/>
                    <a:pt x="576166" y="491509"/>
                  </a:cubicBezTo>
                  <a:lnTo>
                    <a:pt x="577311" y="493830"/>
                  </a:lnTo>
                  <a:cubicBezTo>
                    <a:pt x="577311" y="493830"/>
                    <a:pt x="577614" y="496588"/>
                    <a:pt x="577748" y="497160"/>
                  </a:cubicBezTo>
                  <a:cubicBezTo>
                    <a:pt x="577883" y="497732"/>
                    <a:pt x="579061" y="500188"/>
                    <a:pt x="579061" y="500188"/>
                  </a:cubicBezTo>
                  <a:cubicBezTo>
                    <a:pt x="579061" y="500188"/>
                    <a:pt x="580205" y="501365"/>
                    <a:pt x="580643" y="501634"/>
                  </a:cubicBezTo>
                  <a:cubicBezTo>
                    <a:pt x="581080" y="501937"/>
                    <a:pt x="582527" y="502206"/>
                    <a:pt x="582662" y="502643"/>
                  </a:cubicBezTo>
                  <a:cubicBezTo>
                    <a:pt x="582796" y="503081"/>
                    <a:pt x="583974" y="505099"/>
                    <a:pt x="583974" y="505099"/>
                  </a:cubicBezTo>
                  <a:lnTo>
                    <a:pt x="586229" y="506613"/>
                  </a:lnTo>
                  <a:cubicBezTo>
                    <a:pt x="586229" y="506613"/>
                    <a:pt x="587239" y="507420"/>
                    <a:pt x="586734" y="507757"/>
                  </a:cubicBezTo>
                  <a:cubicBezTo>
                    <a:pt x="586229" y="508127"/>
                    <a:pt x="584984" y="509203"/>
                    <a:pt x="584917" y="509506"/>
                  </a:cubicBezTo>
                  <a:cubicBezTo>
                    <a:pt x="584849" y="509809"/>
                    <a:pt x="584715" y="510818"/>
                    <a:pt x="585051" y="511087"/>
                  </a:cubicBezTo>
                  <a:cubicBezTo>
                    <a:pt x="585422" y="511390"/>
                    <a:pt x="586498" y="512399"/>
                    <a:pt x="586498" y="512399"/>
                  </a:cubicBezTo>
                  <a:cubicBezTo>
                    <a:pt x="586498" y="512399"/>
                    <a:pt x="587071" y="513139"/>
                    <a:pt x="587508" y="513341"/>
                  </a:cubicBezTo>
                  <a:cubicBezTo>
                    <a:pt x="587946" y="513543"/>
                    <a:pt x="588080" y="513475"/>
                    <a:pt x="589258" y="513543"/>
                  </a:cubicBezTo>
                  <a:cubicBezTo>
                    <a:pt x="590402" y="513610"/>
                    <a:pt x="591277" y="513038"/>
                    <a:pt x="591513" y="513173"/>
                  </a:cubicBezTo>
                  <a:cubicBezTo>
                    <a:pt x="591715" y="513307"/>
                    <a:pt x="592826" y="513812"/>
                    <a:pt x="592960" y="514182"/>
                  </a:cubicBezTo>
                  <a:cubicBezTo>
                    <a:pt x="593095" y="514552"/>
                    <a:pt x="594205" y="515326"/>
                    <a:pt x="594609" y="515830"/>
                  </a:cubicBezTo>
                  <a:cubicBezTo>
                    <a:pt x="595047" y="516335"/>
                    <a:pt x="596494" y="518084"/>
                    <a:pt x="596797" y="518454"/>
                  </a:cubicBezTo>
                  <a:cubicBezTo>
                    <a:pt x="597100" y="518824"/>
                    <a:pt x="597874" y="519329"/>
                    <a:pt x="597874" y="519329"/>
                  </a:cubicBezTo>
                  <a:lnTo>
                    <a:pt x="607364" y="527436"/>
                  </a:lnTo>
                  <a:lnTo>
                    <a:pt x="612076" y="531204"/>
                  </a:lnTo>
                  <a:lnTo>
                    <a:pt x="613961" y="532078"/>
                  </a:lnTo>
                  <a:cubicBezTo>
                    <a:pt x="613961" y="532078"/>
                    <a:pt x="616720" y="534332"/>
                    <a:pt x="616653" y="534534"/>
                  </a:cubicBezTo>
                  <a:cubicBezTo>
                    <a:pt x="616586" y="534736"/>
                    <a:pt x="616956" y="537360"/>
                    <a:pt x="616956" y="537360"/>
                  </a:cubicBezTo>
                  <a:cubicBezTo>
                    <a:pt x="616956" y="537360"/>
                    <a:pt x="618403" y="538369"/>
                    <a:pt x="618639" y="538604"/>
                  </a:cubicBezTo>
                  <a:cubicBezTo>
                    <a:pt x="618840" y="538806"/>
                    <a:pt x="622038" y="540354"/>
                    <a:pt x="622273" y="540421"/>
                  </a:cubicBezTo>
                  <a:cubicBezTo>
                    <a:pt x="622509" y="540488"/>
                    <a:pt x="623216" y="540791"/>
                    <a:pt x="624293" y="541363"/>
                  </a:cubicBezTo>
                  <a:cubicBezTo>
                    <a:pt x="625369" y="541935"/>
                    <a:pt x="627254" y="542372"/>
                    <a:pt x="627692" y="542372"/>
                  </a:cubicBezTo>
                  <a:cubicBezTo>
                    <a:pt x="628129" y="542372"/>
                    <a:pt x="629341" y="542237"/>
                    <a:pt x="629812" y="542237"/>
                  </a:cubicBezTo>
                  <a:cubicBezTo>
                    <a:pt x="630283" y="542237"/>
                    <a:pt x="633110" y="541665"/>
                    <a:pt x="633548" y="541161"/>
                  </a:cubicBezTo>
                  <a:cubicBezTo>
                    <a:pt x="633985" y="540656"/>
                    <a:pt x="635230" y="540084"/>
                    <a:pt x="635298" y="539142"/>
                  </a:cubicBezTo>
                  <a:cubicBezTo>
                    <a:pt x="635365" y="538201"/>
                    <a:pt x="635533" y="537191"/>
                    <a:pt x="635600" y="536249"/>
                  </a:cubicBezTo>
                  <a:cubicBezTo>
                    <a:pt x="635668" y="535308"/>
                    <a:pt x="632134" y="531607"/>
                    <a:pt x="632134" y="531607"/>
                  </a:cubicBezTo>
                  <a:cubicBezTo>
                    <a:pt x="632134" y="531607"/>
                    <a:pt x="631764" y="531237"/>
                    <a:pt x="630990" y="530867"/>
                  </a:cubicBezTo>
                  <a:cubicBezTo>
                    <a:pt x="630182" y="530497"/>
                    <a:pt x="630115" y="529488"/>
                    <a:pt x="629846" y="529421"/>
                  </a:cubicBezTo>
                  <a:cubicBezTo>
                    <a:pt x="629610" y="529353"/>
                    <a:pt x="630048" y="529723"/>
                    <a:pt x="629240" y="528916"/>
                  </a:cubicBezTo>
                  <a:cubicBezTo>
                    <a:pt x="628432" y="528109"/>
                    <a:pt x="628533" y="527671"/>
                    <a:pt x="627995" y="527167"/>
                  </a:cubicBezTo>
                  <a:cubicBezTo>
                    <a:pt x="627490" y="526662"/>
                    <a:pt x="627793" y="525418"/>
                    <a:pt x="627120" y="524846"/>
                  </a:cubicBezTo>
                  <a:cubicBezTo>
                    <a:pt x="626480" y="524274"/>
                    <a:pt x="626783" y="524341"/>
                    <a:pt x="625841" y="523029"/>
                  </a:cubicBezTo>
                  <a:cubicBezTo>
                    <a:pt x="624898" y="521717"/>
                    <a:pt x="624562" y="521347"/>
                    <a:pt x="624562" y="521078"/>
                  </a:cubicBezTo>
                  <a:cubicBezTo>
                    <a:pt x="624562" y="520775"/>
                    <a:pt x="624562" y="519261"/>
                    <a:pt x="624562" y="519261"/>
                  </a:cubicBezTo>
                  <a:cubicBezTo>
                    <a:pt x="624562" y="519261"/>
                    <a:pt x="624562" y="518319"/>
                    <a:pt x="624629" y="517310"/>
                  </a:cubicBezTo>
                  <a:cubicBezTo>
                    <a:pt x="624696" y="516301"/>
                    <a:pt x="625067" y="515426"/>
                    <a:pt x="625201" y="514922"/>
                  </a:cubicBezTo>
                  <a:cubicBezTo>
                    <a:pt x="625336" y="514417"/>
                    <a:pt x="625571" y="512971"/>
                    <a:pt x="625639" y="512534"/>
                  </a:cubicBezTo>
                  <a:cubicBezTo>
                    <a:pt x="625706" y="512096"/>
                    <a:pt x="626514" y="510582"/>
                    <a:pt x="626514" y="510582"/>
                  </a:cubicBezTo>
                  <a:lnTo>
                    <a:pt x="628264" y="509270"/>
                  </a:lnTo>
                  <a:lnTo>
                    <a:pt x="629879" y="508463"/>
                  </a:lnTo>
                  <a:cubicBezTo>
                    <a:pt x="629879" y="508463"/>
                    <a:pt x="630653" y="508026"/>
                    <a:pt x="631091" y="508598"/>
                  </a:cubicBezTo>
                  <a:cubicBezTo>
                    <a:pt x="631528" y="509170"/>
                    <a:pt x="632841" y="509977"/>
                    <a:pt x="632841" y="509977"/>
                  </a:cubicBezTo>
                  <a:cubicBezTo>
                    <a:pt x="632841" y="509977"/>
                    <a:pt x="633918" y="511491"/>
                    <a:pt x="634355" y="512164"/>
                  </a:cubicBezTo>
                  <a:cubicBezTo>
                    <a:pt x="634793" y="512803"/>
                    <a:pt x="635567" y="514619"/>
                    <a:pt x="635567" y="514855"/>
                  </a:cubicBezTo>
                  <a:cubicBezTo>
                    <a:pt x="635567" y="515090"/>
                    <a:pt x="635937" y="516738"/>
                    <a:pt x="635870" y="517613"/>
                  </a:cubicBezTo>
                  <a:cubicBezTo>
                    <a:pt x="635802" y="518488"/>
                    <a:pt x="634927" y="519362"/>
                    <a:pt x="635802" y="520506"/>
                  </a:cubicBezTo>
                  <a:cubicBezTo>
                    <a:pt x="636677" y="521683"/>
                    <a:pt x="639067" y="522020"/>
                    <a:pt x="639067" y="522020"/>
                  </a:cubicBezTo>
                  <a:cubicBezTo>
                    <a:pt x="639067" y="522020"/>
                    <a:pt x="641086" y="522154"/>
                    <a:pt x="641153" y="522760"/>
                  </a:cubicBezTo>
                  <a:cubicBezTo>
                    <a:pt x="641221" y="523332"/>
                    <a:pt x="641961" y="523904"/>
                    <a:pt x="642096" y="524509"/>
                  </a:cubicBezTo>
                  <a:cubicBezTo>
                    <a:pt x="642230" y="525081"/>
                    <a:pt x="643106" y="525956"/>
                    <a:pt x="643240" y="526763"/>
                  </a:cubicBezTo>
                  <a:cubicBezTo>
                    <a:pt x="643375" y="527570"/>
                    <a:pt x="644317" y="528714"/>
                    <a:pt x="644822" y="529286"/>
                  </a:cubicBezTo>
                  <a:cubicBezTo>
                    <a:pt x="645327" y="529858"/>
                    <a:pt x="645966" y="530228"/>
                    <a:pt x="646269" y="530665"/>
                  </a:cubicBezTo>
                  <a:cubicBezTo>
                    <a:pt x="646572" y="531103"/>
                    <a:pt x="647346" y="531540"/>
                    <a:pt x="647649" y="532044"/>
                  </a:cubicBezTo>
                  <a:cubicBezTo>
                    <a:pt x="647952" y="532549"/>
                    <a:pt x="650543" y="534433"/>
                    <a:pt x="650543" y="534433"/>
                  </a:cubicBezTo>
                  <a:cubicBezTo>
                    <a:pt x="650543" y="534433"/>
                    <a:pt x="651284" y="534265"/>
                    <a:pt x="652226" y="534904"/>
                  </a:cubicBezTo>
                  <a:cubicBezTo>
                    <a:pt x="653168" y="535543"/>
                    <a:pt x="655793" y="535812"/>
                    <a:pt x="655793" y="535812"/>
                  </a:cubicBezTo>
                  <a:lnTo>
                    <a:pt x="658418" y="535812"/>
                  </a:lnTo>
                  <a:lnTo>
                    <a:pt x="661784" y="537561"/>
                  </a:lnTo>
                  <a:cubicBezTo>
                    <a:pt x="661784" y="537561"/>
                    <a:pt x="667438" y="538100"/>
                    <a:pt x="667640" y="538436"/>
                  </a:cubicBezTo>
                  <a:cubicBezTo>
                    <a:pt x="667842" y="538772"/>
                    <a:pt x="669390" y="541161"/>
                    <a:pt x="669390" y="541161"/>
                  </a:cubicBezTo>
                  <a:lnTo>
                    <a:pt x="669726" y="545299"/>
                  </a:lnTo>
                  <a:lnTo>
                    <a:pt x="669726" y="548898"/>
                  </a:lnTo>
                  <a:lnTo>
                    <a:pt x="670702" y="553776"/>
                  </a:lnTo>
                  <a:cubicBezTo>
                    <a:pt x="670702" y="553776"/>
                    <a:pt x="670500" y="554852"/>
                    <a:pt x="670265" y="555828"/>
                  </a:cubicBezTo>
                  <a:cubicBezTo>
                    <a:pt x="670063" y="556803"/>
                    <a:pt x="669726" y="558553"/>
                    <a:pt x="669726" y="558553"/>
                  </a:cubicBezTo>
                  <a:lnTo>
                    <a:pt x="669188" y="560403"/>
                  </a:lnTo>
                  <a:cubicBezTo>
                    <a:pt x="669188" y="560403"/>
                    <a:pt x="670164" y="562354"/>
                    <a:pt x="671241" y="562455"/>
                  </a:cubicBezTo>
                  <a:cubicBezTo>
                    <a:pt x="672318" y="562556"/>
                    <a:pt x="673731" y="563094"/>
                    <a:pt x="675582" y="562118"/>
                  </a:cubicBezTo>
                  <a:cubicBezTo>
                    <a:pt x="677433" y="561143"/>
                    <a:pt x="678073" y="560706"/>
                    <a:pt x="678746" y="560369"/>
                  </a:cubicBezTo>
                  <a:cubicBezTo>
                    <a:pt x="679385" y="560033"/>
                    <a:pt x="680058" y="560033"/>
                    <a:pt x="680058" y="560033"/>
                  </a:cubicBezTo>
                  <a:cubicBezTo>
                    <a:pt x="680058" y="560033"/>
                    <a:pt x="682111" y="561984"/>
                    <a:pt x="682448" y="562522"/>
                  </a:cubicBezTo>
                  <a:cubicBezTo>
                    <a:pt x="682784" y="563060"/>
                    <a:pt x="684299" y="563733"/>
                    <a:pt x="684400" y="564137"/>
                  </a:cubicBezTo>
                  <a:cubicBezTo>
                    <a:pt x="684501" y="564574"/>
                    <a:pt x="688539" y="568173"/>
                    <a:pt x="688977" y="568375"/>
                  </a:cubicBezTo>
                  <a:cubicBezTo>
                    <a:pt x="689414" y="568577"/>
                    <a:pt x="692679" y="569351"/>
                    <a:pt x="692982" y="569586"/>
                  </a:cubicBezTo>
                  <a:cubicBezTo>
                    <a:pt x="693318" y="569788"/>
                    <a:pt x="697659" y="570898"/>
                    <a:pt x="697659" y="570898"/>
                  </a:cubicBezTo>
                  <a:cubicBezTo>
                    <a:pt x="697659" y="570898"/>
                    <a:pt x="699275" y="572210"/>
                    <a:pt x="699713" y="572311"/>
                  </a:cubicBezTo>
                  <a:cubicBezTo>
                    <a:pt x="700150" y="572412"/>
                    <a:pt x="702741" y="574901"/>
                    <a:pt x="703179" y="575238"/>
                  </a:cubicBezTo>
                  <a:cubicBezTo>
                    <a:pt x="703616" y="575574"/>
                    <a:pt x="709910" y="578703"/>
                    <a:pt x="709910" y="578703"/>
                  </a:cubicBezTo>
                  <a:cubicBezTo>
                    <a:pt x="709910" y="578703"/>
                    <a:pt x="715025" y="583143"/>
                    <a:pt x="716001" y="583917"/>
                  </a:cubicBezTo>
                  <a:cubicBezTo>
                    <a:pt x="716977" y="584691"/>
                    <a:pt x="720477" y="587718"/>
                    <a:pt x="721453" y="588155"/>
                  </a:cubicBezTo>
                  <a:cubicBezTo>
                    <a:pt x="722429" y="588593"/>
                    <a:pt x="731449" y="597070"/>
                    <a:pt x="731449" y="597070"/>
                  </a:cubicBezTo>
                  <a:lnTo>
                    <a:pt x="734040" y="598483"/>
                  </a:lnTo>
                  <a:cubicBezTo>
                    <a:pt x="734040" y="598483"/>
                    <a:pt x="737507" y="601847"/>
                    <a:pt x="737641" y="602183"/>
                  </a:cubicBezTo>
                  <a:cubicBezTo>
                    <a:pt x="737742" y="602520"/>
                    <a:pt x="742959" y="608474"/>
                    <a:pt x="742959" y="608474"/>
                  </a:cubicBezTo>
                  <a:lnTo>
                    <a:pt x="745247" y="611299"/>
                  </a:lnTo>
                  <a:lnTo>
                    <a:pt x="748848" y="615336"/>
                  </a:lnTo>
                  <a:lnTo>
                    <a:pt x="750901" y="617086"/>
                  </a:lnTo>
                  <a:cubicBezTo>
                    <a:pt x="750901" y="617086"/>
                    <a:pt x="752752" y="617859"/>
                    <a:pt x="753089" y="617960"/>
                  </a:cubicBezTo>
                  <a:cubicBezTo>
                    <a:pt x="753425" y="618061"/>
                    <a:pt x="754300" y="618162"/>
                    <a:pt x="755142" y="618498"/>
                  </a:cubicBezTo>
                  <a:cubicBezTo>
                    <a:pt x="756017" y="618835"/>
                    <a:pt x="758171" y="620550"/>
                    <a:pt x="758171" y="620550"/>
                  </a:cubicBezTo>
                  <a:lnTo>
                    <a:pt x="760897" y="625125"/>
                  </a:lnTo>
                  <a:lnTo>
                    <a:pt x="763623" y="627716"/>
                  </a:lnTo>
                  <a:lnTo>
                    <a:pt x="765372" y="630440"/>
                  </a:lnTo>
                  <a:lnTo>
                    <a:pt x="766786" y="633266"/>
                  </a:lnTo>
                  <a:cubicBezTo>
                    <a:pt x="766786" y="633266"/>
                    <a:pt x="768099" y="633468"/>
                    <a:pt x="768401" y="633367"/>
                  </a:cubicBezTo>
                  <a:cubicBezTo>
                    <a:pt x="768738" y="633266"/>
                    <a:pt x="770690" y="632930"/>
                    <a:pt x="770690" y="632930"/>
                  </a:cubicBezTo>
                  <a:lnTo>
                    <a:pt x="773079" y="632291"/>
                  </a:lnTo>
                  <a:lnTo>
                    <a:pt x="774930" y="630541"/>
                  </a:lnTo>
                  <a:cubicBezTo>
                    <a:pt x="774930" y="630541"/>
                    <a:pt x="775132" y="629465"/>
                    <a:pt x="774830" y="628927"/>
                  </a:cubicBezTo>
                  <a:cubicBezTo>
                    <a:pt x="774493" y="628388"/>
                    <a:pt x="774291" y="626437"/>
                    <a:pt x="774291" y="626437"/>
                  </a:cubicBezTo>
                  <a:cubicBezTo>
                    <a:pt x="774291" y="626437"/>
                    <a:pt x="774055" y="625024"/>
                    <a:pt x="774055" y="624587"/>
                  </a:cubicBezTo>
                  <a:cubicBezTo>
                    <a:pt x="774055" y="624150"/>
                    <a:pt x="773719" y="622300"/>
                    <a:pt x="774156" y="621761"/>
                  </a:cubicBezTo>
                  <a:cubicBezTo>
                    <a:pt x="774594" y="621223"/>
                    <a:pt x="775233" y="619575"/>
                    <a:pt x="775233" y="619575"/>
                  </a:cubicBezTo>
                  <a:cubicBezTo>
                    <a:pt x="775233" y="619575"/>
                    <a:pt x="775132" y="619676"/>
                    <a:pt x="775873" y="618700"/>
                  </a:cubicBezTo>
                  <a:cubicBezTo>
                    <a:pt x="776647" y="617725"/>
                    <a:pt x="776849" y="616749"/>
                    <a:pt x="777522" y="615975"/>
                  </a:cubicBezTo>
                  <a:cubicBezTo>
                    <a:pt x="778161" y="615202"/>
                    <a:pt x="779036" y="613049"/>
                    <a:pt x="779272" y="612611"/>
                  </a:cubicBezTo>
                  <a:cubicBezTo>
                    <a:pt x="779474" y="612174"/>
                    <a:pt x="779709" y="611199"/>
                    <a:pt x="779810" y="610425"/>
                  </a:cubicBezTo>
                  <a:cubicBezTo>
                    <a:pt x="779911" y="609651"/>
                    <a:pt x="779911" y="608373"/>
                    <a:pt x="779911" y="608373"/>
                  </a:cubicBezTo>
                  <a:cubicBezTo>
                    <a:pt x="779911" y="608373"/>
                    <a:pt x="780685" y="607397"/>
                    <a:pt x="780988" y="607162"/>
                  </a:cubicBezTo>
                  <a:cubicBezTo>
                    <a:pt x="781325" y="606960"/>
                    <a:pt x="783277" y="606388"/>
                    <a:pt x="783277" y="606388"/>
                  </a:cubicBezTo>
                  <a:cubicBezTo>
                    <a:pt x="783277" y="606388"/>
                    <a:pt x="785666" y="607263"/>
                    <a:pt x="786003" y="607599"/>
                  </a:cubicBezTo>
                  <a:cubicBezTo>
                    <a:pt x="786339" y="607935"/>
                    <a:pt x="789469" y="609348"/>
                    <a:pt x="789469" y="610324"/>
                  </a:cubicBezTo>
                  <a:cubicBezTo>
                    <a:pt x="789469" y="611299"/>
                    <a:pt x="789705" y="612073"/>
                    <a:pt x="789705" y="612712"/>
                  </a:cubicBezTo>
                  <a:cubicBezTo>
                    <a:pt x="789705" y="613351"/>
                    <a:pt x="789705" y="614899"/>
                    <a:pt x="789705" y="614899"/>
                  </a:cubicBezTo>
                  <a:lnTo>
                    <a:pt x="790041" y="616951"/>
                  </a:lnTo>
                  <a:cubicBezTo>
                    <a:pt x="790041" y="616951"/>
                    <a:pt x="791017" y="616951"/>
                    <a:pt x="791657" y="618700"/>
                  </a:cubicBezTo>
                  <a:cubicBezTo>
                    <a:pt x="792296" y="620450"/>
                    <a:pt x="793508" y="620450"/>
                    <a:pt x="793609" y="621190"/>
                  </a:cubicBezTo>
                  <a:cubicBezTo>
                    <a:pt x="793710" y="621963"/>
                    <a:pt x="794147" y="623141"/>
                    <a:pt x="794147" y="623141"/>
                  </a:cubicBezTo>
                  <a:lnTo>
                    <a:pt x="793811" y="625092"/>
                  </a:lnTo>
                  <a:cubicBezTo>
                    <a:pt x="793811" y="625092"/>
                    <a:pt x="793609" y="626168"/>
                    <a:pt x="793373" y="626841"/>
                  </a:cubicBezTo>
                  <a:cubicBezTo>
                    <a:pt x="793171" y="627480"/>
                    <a:pt x="792835" y="628456"/>
                    <a:pt x="792599" y="628893"/>
                  </a:cubicBezTo>
                  <a:cubicBezTo>
                    <a:pt x="792397" y="629330"/>
                    <a:pt x="792061" y="630104"/>
                    <a:pt x="791926" y="630541"/>
                  </a:cubicBezTo>
                  <a:cubicBezTo>
                    <a:pt x="791825" y="630979"/>
                    <a:pt x="791287" y="631853"/>
                    <a:pt x="791287" y="632291"/>
                  </a:cubicBezTo>
                  <a:cubicBezTo>
                    <a:pt x="791287" y="632728"/>
                    <a:pt x="790210" y="633165"/>
                    <a:pt x="789772" y="633804"/>
                  </a:cubicBezTo>
                  <a:cubicBezTo>
                    <a:pt x="789335" y="634444"/>
                    <a:pt x="788594" y="634242"/>
                    <a:pt x="788460" y="634578"/>
                  </a:cubicBezTo>
                  <a:cubicBezTo>
                    <a:pt x="788359" y="634915"/>
                    <a:pt x="787820" y="637303"/>
                    <a:pt x="787685" y="638043"/>
                  </a:cubicBezTo>
                  <a:cubicBezTo>
                    <a:pt x="787585" y="638817"/>
                    <a:pt x="787248" y="639994"/>
                    <a:pt x="787248" y="640330"/>
                  </a:cubicBezTo>
                  <a:cubicBezTo>
                    <a:pt x="787248" y="640667"/>
                    <a:pt x="787147" y="642618"/>
                    <a:pt x="787147" y="643055"/>
                  </a:cubicBezTo>
                  <a:cubicBezTo>
                    <a:pt x="787147" y="643493"/>
                    <a:pt x="788022" y="643930"/>
                    <a:pt x="788460" y="644367"/>
                  </a:cubicBezTo>
                  <a:cubicBezTo>
                    <a:pt x="788897" y="644805"/>
                    <a:pt x="790950" y="646217"/>
                    <a:pt x="792263" y="646991"/>
                  </a:cubicBezTo>
                  <a:cubicBezTo>
                    <a:pt x="793575" y="647765"/>
                    <a:pt x="797277" y="649279"/>
                    <a:pt x="797816" y="649918"/>
                  </a:cubicBezTo>
                  <a:cubicBezTo>
                    <a:pt x="798354" y="650557"/>
                    <a:pt x="803133" y="651667"/>
                    <a:pt x="803133" y="651667"/>
                  </a:cubicBezTo>
                  <a:lnTo>
                    <a:pt x="806162" y="652979"/>
                  </a:lnTo>
                  <a:lnTo>
                    <a:pt x="807239" y="653315"/>
                  </a:lnTo>
                  <a:lnTo>
                    <a:pt x="812556" y="655704"/>
                  </a:lnTo>
                  <a:lnTo>
                    <a:pt x="815282" y="659169"/>
                  </a:lnTo>
                  <a:lnTo>
                    <a:pt x="818648" y="661658"/>
                  </a:lnTo>
                  <a:lnTo>
                    <a:pt x="823427" y="664686"/>
                  </a:lnTo>
                  <a:lnTo>
                    <a:pt x="826254" y="668689"/>
                  </a:lnTo>
                  <a:lnTo>
                    <a:pt x="829081" y="671178"/>
                  </a:lnTo>
                  <a:cubicBezTo>
                    <a:pt x="829081" y="671178"/>
                    <a:pt x="830292" y="672692"/>
                    <a:pt x="830494" y="673129"/>
                  </a:cubicBezTo>
                  <a:cubicBezTo>
                    <a:pt x="830696" y="673566"/>
                    <a:pt x="832547" y="675282"/>
                    <a:pt x="832783" y="675719"/>
                  </a:cubicBezTo>
                  <a:cubicBezTo>
                    <a:pt x="832985" y="676157"/>
                    <a:pt x="833860" y="677132"/>
                    <a:pt x="834095" y="678343"/>
                  </a:cubicBezTo>
                  <a:cubicBezTo>
                    <a:pt x="834297" y="679521"/>
                    <a:pt x="834297" y="681169"/>
                    <a:pt x="834196" y="681943"/>
                  </a:cubicBezTo>
                  <a:cubicBezTo>
                    <a:pt x="834095" y="682717"/>
                    <a:pt x="833422" y="683019"/>
                    <a:pt x="832446" y="683457"/>
                  </a:cubicBezTo>
                  <a:cubicBezTo>
                    <a:pt x="831470" y="683894"/>
                    <a:pt x="830797" y="683894"/>
                    <a:pt x="830057" y="684331"/>
                  </a:cubicBezTo>
                  <a:cubicBezTo>
                    <a:pt x="829316" y="684769"/>
                    <a:pt x="828542" y="685206"/>
                    <a:pt x="828542" y="685206"/>
                  </a:cubicBezTo>
                  <a:cubicBezTo>
                    <a:pt x="828542" y="685206"/>
                    <a:pt x="827903" y="687258"/>
                    <a:pt x="827768" y="687695"/>
                  </a:cubicBezTo>
                  <a:cubicBezTo>
                    <a:pt x="827667" y="688132"/>
                    <a:pt x="827230" y="690857"/>
                    <a:pt x="826355" y="692136"/>
                  </a:cubicBezTo>
                  <a:cubicBezTo>
                    <a:pt x="825480" y="693447"/>
                    <a:pt x="825244" y="694827"/>
                    <a:pt x="825244" y="694827"/>
                  </a:cubicBezTo>
                  <a:cubicBezTo>
                    <a:pt x="825244" y="694827"/>
                    <a:pt x="824705" y="696677"/>
                    <a:pt x="824268" y="696879"/>
                  </a:cubicBezTo>
                  <a:cubicBezTo>
                    <a:pt x="823831" y="697114"/>
                    <a:pt x="823494" y="696879"/>
                    <a:pt x="822518" y="697854"/>
                  </a:cubicBezTo>
                  <a:cubicBezTo>
                    <a:pt x="821542" y="698830"/>
                    <a:pt x="821004" y="701992"/>
                    <a:pt x="821004" y="702328"/>
                  </a:cubicBezTo>
                  <a:cubicBezTo>
                    <a:pt x="821004" y="702665"/>
                    <a:pt x="822754" y="703304"/>
                    <a:pt x="823629" y="703640"/>
                  </a:cubicBezTo>
                  <a:cubicBezTo>
                    <a:pt x="824504" y="703943"/>
                    <a:pt x="828206" y="704616"/>
                    <a:pt x="828845" y="705154"/>
                  </a:cubicBezTo>
                  <a:cubicBezTo>
                    <a:pt x="829485" y="705692"/>
                    <a:pt x="833086" y="708316"/>
                    <a:pt x="832985" y="707643"/>
                  </a:cubicBezTo>
                  <a:cubicBezTo>
                    <a:pt x="832884" y="707004"/>
                    <a:pt x="834634" y="709157"/>
                    <a:pt x="834634" y="709157"/>
                  </a:cubicBezTo>
                  <a:lnTo>
                    <a:pt x="837898" y="711781"/>
                  </a:lnTo>
                  <a:lnTo>
                    <a:pt x="840624" y="713093"/>
                  </a:lnTo>
                  <a:lnTo>
                    <a:pt x="842139" y="714943"/>
                  </a:lnTo>
                  <a:lnTo>
                    <a:pt x="842576" y="718105"/>
                  </a:lnTo>
                  <a:lnTo>
                    <a:pt x="842812" y="720056"/>
                  </a:lnTo>
                  <a:cubicBezTo>
                    <a:pt x="842812" y="720056"/>
                    <a:pt x="842812" y="721368"/>
                    <a:pt x="842273" y="721907"/>
                  </a:cubicBezTo>
                  <a:cubicBezTo>
                    <a:pt x="841735" y="722445"/>
                    <a:pt x="841398" y="723656"/>
                    <a:pt x="840860" y="723959"/>
                  </a:cubicBezTo>
                  <a:cubicBezTo>
                    <a:pt x="840321" y="724295"/>
                    <a:pt x="841062" y="723084"/>
                    <a:pt x="840321" y="724295"/>
                  </a:cubicBezTo>
                  <a:cubicBezTo>
                    <a:pt x="839547" y="725506"/>
                    <a:pt x="839345" y="725910"/>
                    <a:pt x="838470" y="726347"/>
                  </a:cubicBezTo>
                  <a:cubicBezTo>
                    <a:pt x="837595" y="726784"/>
                    <a:pt x="837696" y="726784"/>
                    <a:pt x="836417" y="727424"/>
                  </a:cubicBezTo>
                  <a:cubicBezTo>
                    <a:pt x="835105" y="728063"/>
                    <a:pt x="835105" y="727424"/>
                    <a:pt x="834465" y="728500"/>
                  </a:cubicBezTo>
                  <a:cubicBezTo>
                    <a:pt x="833826" y="729577"/>
                    <a:pt x="832850" y="730686"/>
                    <a:pt x="832715" y="731326"/>
                  </a:cubicBezTo>
                  <a:cubicBezTo>
                    <a:pt x="832614" y="731965"/>
                    <a:pt x="832513" y="733613"/>
                    <a:pt x="832513" y="734151"/>
                  </a:cubicBezTo>
                  <a:cubicBezTo>
                    <a:pt x="832513" y="734690"/>
                    <a:pt x="832715" y="735564"/>
                    <a:pt x="832951" y="736002"/>
                  </a:cubicBezTo>
                  <a:cubicBezTo>
                    <a:pt x="833153" y="736439"/>
                    <a:pt x="840119" y="738928"/>
                    <a:pt x="840119" y="738928"/>
                  </a:cubicBezTo>
                  <a:lnTo>
                    <a:pt x="840994" y="739567"/>
                  </a:lnTo>
                  <a:lnTo>
                    <a:pt x="841768" y="741754"/>
                  </a:lnTo>
                  <a:lnTo>
                    <a:pt x="842745" y="744916"/>
                  </a:lnTo>
                  <a:cubicBezTo>
                    <a:pt x="842745" y="744916"/>
                    <a:pt x="843720" y="747944"/>
                    <a:pt x="843821" y="748616"/>
                  </a:cubicBezTo>
                  <a:cubicBezTo>
                    <a:pt x="843922" y="749289"/>
                    <a:pt x="843956" y="752956"/>
                    <a:pt x="843956" y="752956"/>
                  </a:cubicBezTo>
                  <a:cubicBezTo>
                    <a:pt x="843956" y="752956"/>
                    <a:pt x="844057" y="756421"/>
                    <a:pt x="844057" y="757094"/>
                  </a:cubicBezTo>
                  <a:cubicBezTo>
                    <a:pt x="844057" y="757733"/>
                    <a:pt x="844932" y="762409"/>
                    <a:pt x="844932" y="762409"/>
                  </a:cubicBezTo>
                  <a:cubicBezTo>
                    <a:pt x="844932" y="762409"/>
                    <a:pt x="848533" y="765773"/>
                    <a:pt x="848971" y="766008"/>
                  </a:cubicBezTo>
                  <a:cubicBezTo>
                    <a:pt x="849408" y="766244"/>
                    <a:pt x="852235" y="767959"/>
                    <a:pt x="852672" y="768296"/>
                  </a:cubicBezTo>
                  <a:cubicBezTo>
                    <a:pt x="853110" y="768632"/>
                    <a:pt x="855836" y="771222"/>
                    <a:pt x="856375" y="771996"/>
                  </a:cubicBezTo>
                  <a:cubicBezTo>
                    <a:pt x="856913" y="772770"/>
                    <a:pt x="859976" y="774586"/>
                    <a:pt x="859976" y="774586"/>
                  </a:cubicBezTo>
                  <a:cubicBezTo>
                    <a:pt x="859976" y="774586"/>
                    <a:pt x="861389" y="775125"/>
                    <a:pt x="861625" y="775562"/>
                  </a:cubicBezTo>
                  <a:cubicBezTo>
                    <a:pt x="861860" y="775999"/>
                    <a:pt x="864115" y="778589"/>
                    <a:pt x="864115" y="778589"/>
                  </a:cubicBezTo>
                  <a:lnTo>
                    <a:pt x="864553" y="780978"/>
                  </a:lnTo>
                  <a:lnTo>
                    <a:pt x="865327" y="782391"/>
                  </a:lnTo>
                  <a:lnTo>
                    <a:pt x="867952" y="783366"/>
                  </a:lnTo>
                  <a:cubicBezTo>
                    <a:pt x="867952" y="783366"/>
                    <a:pt x="868827" y="783366"/>
                    <a:pt x="868726" y="783804"/>
                  </a:cubicBezTo>
                  <a:cubicBezTo>
                    <a:pt x="868625" y="784241"/>
                    <a:pt x="867413" y="786831"/>
                    <a:pt x="867413" y="786831"/>
                  </a:cubicBezTo>
                  <a:lnTo>
                    <a:pt x="866538" y="790397"/>
                  </a:lnTo>
                  <a:lnTo>
                    <a:pt x="860783" y="794736"/>
                  </a:lnTo>
                  <a:cubicBezTo>
                    <a:pt x="860783" y="794736"/>
                    <a:pt x="858932" y="795947"/>
                    <a:pt x="858495" y="796149"/>
                  </a:cubicBezTo>
                  <a:cubicBezTo>
                    <a:pt x="858057" y="796385"/>
                    <a:pt x="856442" y="799951"/>
                    <a:pt x="856442" y="799951"/>
                  </a:cubicBezTo>
                  <a:cubicBezTo>
                    <a:pt x="856442" y="799951"/>
                    <a:pt x="856341" y="800287"/>
                    <a:pt x="856105" y="800724"/>
                  </a:cubicBezTo>
                  <a:cubicBezTo>
                    <a:pt x="855903" y="801162"/>
                    <a:pt x="855903" y="801801"/>
                    <a:pt x="855903" y="802675"/>
                  </a:cubicBezTo>
                  <a:cubicBezTo>
                    <a:pt x="855903" y="803550"/>
                    <a:pt x="856778" y="804862"/>
                    <a:pt x="856980" y="805165"/>
                  </a:cubicBezTo>
                  <a:cubicBezTo>
                    <a:pt x="857182" y="805501"/>
                    <a:pt x="857620" y="806039"/>
                    <a:pt x="857620" y="806477"/>
                  </a:cubicBezTo>
                  <a:cubicBezTo>
                    <a:pt x="857620" y="806914"/>
                    <a:pt x="859134" y="808663"/>
                    <a:pt x="859235" y="808966"/>
                  </a:cubicBezTo>
                  <a:cubicBezTo>
                    <a:pt x="859336" y="809302"/>
                    <a:pt x="859235" y="809605"/>
                    <a:pt x="859235" y="810715"/>
                  </a:cubicBezTo>
                  <a:cubicBezTo>
                    <a:pt x="859235" y="811792"/>
                    <a:pt x="859336" y="813877"/>
                    <a:pt x="859336" y="814517"/>
                  </a:cubicBezTo>
                  <a:cubicBezTo>
                    <a:pt x="859336" y="815156"/>
                    <a:pt x="859336" y="818217"/>
                    <a:pt x="859336" y="818217"/>
                  </a:cubicBezTo>
                  <a:cubicBezTo>
                    <a:pt x="859336" y="818217"/>
                    <a:pt x="859336" y="821144"/>
                    <a:pt x="859235" y="821917"/>
                  </a:cubicBezTo>
                  <a:cubicBezTo>
                    <a:pt x="859134" y="822691"/>
                    <a:pt x="858798" y="825718"/>
                    <a:pt x="858798" y="825718"/>
                  </a:cubicBezTo>
                  <a:lnTo>
                    <a:pt x="858697" y="827131"/>
                  </a:lnTo>
                  <a:cubicBezTo>
                    <a:pt x="858697" y="827131"/>
                    <a:pt x="858798" y="827771"/>
                    <a:pt x="858461" y="828342"/>
                  </a:cubicBezTo>
                  <a:cubicBezTo>
                    <a:pt x="858125" y="828881"/>
                    <a:pt x="858125" y="828982"/>
                    <a:pt x="857283" y="829318"/>
                  </a:cubicBezTo>
                  <a:cubicBezTo>
                    <a:pt x="856408" y="829654"/>
                    <a:pt x="856072" y="829318"/>
                    <a:pt x="854221" y="828881"/>
                  </a:cubicBezTo>
                  <a:cubicBezTo>
                    <a:pt x="852370" y="828443"/>
                    <a:pt x="854120" y="828342"/>
                    <a:pt x="851629" y="828107"/>
                  </a:cubicBezTo>
                  <a:cubicBezTo>
                    <a:pt x="849139" y="827905"/>
                    <a:pt x="847826" y="827030"/>
                    <a:pt x="846076" y="827468"/>
                  </a:cubicBezTo>
                  <a:cubicBezTo>
                    <a:pt x="844326" y="827905"/>
                    <a:pt x="844326" y="828780"/>
                    <a:pt x="841836" y="829520"/>
                  </a:cubicBezTo>
                  <a:cubicBezTo>
                    <a:pt x="839345" y="830294"/>
                    <a:pt x="838369" y="831269"/>
                    <a:pt x="837932" y="831370"/>
                  </a:cubicBezTo>
                  <a:cubicBezTo>
                    <a:pt x="837494" y="831471"/>
                    <a:pt x="836619" y="831706"/>
                    <a:pt x="836619" y="831706"/>
                  </a:cubicBezTo>
                  <a:lnTo>
                    <a:pt x="833691" y="832682"/>
                  </a:lnTo>
                  <a:lnTo>
                    <a:pt x="834566" y="835609"/>
                  </a:lnTo>
                  <a:lnTo>
                    <a:pt x="835105" y="838098"/>
                  </a:lnTo>
                  <a:cubicBezTo>
                    <a:pt x="835105" y="838098"/>
                    <a:pt x="835441" y="839511"/>
                    <a:pt x="835441" y="839948"/>
                  </a:cubicBezTo>
                  <a:cubicBezTo>
                    <a:pt x="835441" y="840385"/>
                    <a:pt x="835643" y="844187"/>
                    <a:pt x="835643" y="844187"/>
                  </a:cubicBezTo>
                  <a:cubicBezTo>
                    <a:pt x="835643" y="844187"/>
                    <a:pt x="836182" y="847349"/>
                    <a:pt x="836417" y="847988"/>
                  </a:cubicBezTo>
                  <a:cubicBezTo>
                    <a:pt x="836619" y="848627"/>
                    <a:pt x="837292" y="851049"/>
                    <a:pt x="837292" y="851049"/>
                  </a:cubicBezTo>
                  <a:cubicBezTo>
                    <a:pt x="837292" y="851049"/>
                    <a:pt x="838066" y="855187"/>
                    <a:pt x="838066" y="855490"/>
                  </a:cubicBezTo>
                  <a:cubicBezTo>
                    <a:pt x="838066" y="855826"/>
                    <a:pt x="837831" y="856364"/>
                    <a:pt x="837965" y="857777"/>
                  </a:cubicBezTo>
                  <a:cubicBezTo>
                    <a:pt x="838066" y="859190"/>
                    <a:pt x="838066" y="861477"/>
                    <a:pt x="837763" y="862117"/>
                  </a:cubicBezTo>
                  <a:cubicBezTo>
                    <a:pt x="837427" y="862756"/>
                    <a:pt x="837225" y="864606"/>
                    <a:pt x="836451" y="864942"/>
                  </a:cubicBezTo>
                  <a:cubicBezTo>
                    <a:pt x="835677" y="865279"/>
                    <a:pt x="836788" y="866019"/>
                    <a:pt x="833860" y="866591"/>
                  </a:cubicBezTo>
                  <a:cubicBezTo>
                    <a:pt x="830932" y="867129"/>
                    <a:pt x="831234" y="867667"/>
                    <a:pt x="829081" y="867028"/>
                  </a:cubicBezTo>
                  <a:cubicBezTo>
                    <a:pt x="826893" y="866389"/>
                    <a:pt x="828441" y="865514"/>
                    <a:pt x="825816" y="864539"/>
                  </a:cubicBezTo>
                  <a:cubicBezTo>
                    <a:pt x="823225" y="863563"/>
                    <a:pt x="824941" y="862251"/>
                    <a:pt x="821138" y="862352"/>
                  </a:cubicBezTo>
                  <a:cubicBezTo>
                    <a:pt x="817335" y="862453"/>
                    <a:pt x="817100" y="863328"/>
                    <a:pt x="816460" y="863765"/>
                  </a:cubicBezTo>
                  <a:cubicBezTo>
                    <a:pt x="815821" y="864202"/>
                    <a:pt x="816023" y="866355"/>
                    <a:pt x="814845" y="867903"/>
                  </a:cubicBezTo>
                  <a:cubicBezTo>
                    <a:pt x="813633" y="869417"/>
                    <a:pt x="812792" y="869955"/>
                    <a:pt x="810941" y="870829"/>
                  </a:cubicBezTo>
                  <a:cubicBezTo>
                    <a:pt x="809090" y="871704"/>
                    <a:pt x="808316" y="873117"/>
                    <a:pt x="807676" y="873655"/>
                  </a:cubicBezTo>
                  <a:cubicBezTo>
                    <a:pt x="807037" y="874193"/>
                    <a:pt x="807037" y="876043"/>
                    <a:pt x="805388" y="875068"/>
                  </a:cubicBezTo>
                  <a:cubicBezTo>
                    <a:pt x="803739" y="874092"/>
                    <a:pt x="805489" y="873117"/>
                    <a:pt x="803200" y="873117"/>
                  </a:cubicBezTo>
                  <a:cubicBezTo>
                    <a:pt x="800912" y="873117"/>
                    <a:pt x="800710" y="872478"/>
                    <a:pt x="799296" y="872780"/>
                  </a:cubicBezTo>
                  <a:cubicBezTo>
                    <a:pt x="797883" y="873117"/>
                    <a:pt x="797008" y="873655"/>
                    <a:pt x="796469" y="873991"/>
                  </a:cubicBezTo>
                  <a:cubicBezTo>
                    <a:pt x="795931" y="874328"/>
                    <a:pt x="795695" y="874967"/>
                    <a:pt x="795392" y="875505"/>
                  </a:cubicBezTo>
                  <a:cubicBezTo>
                    <a:pt x="795056" y="876043"/>
                    <a:pt x="794450" y="877120"/>
                    <a:pt x="794248" y="878095"/>
                  </a:cubicBezTo>
                  <a:cubicBezTo>
                    <a:pt x="794046" y="879071"/>
                    <a:pt x="793306" y="881359"/>
                    <a:pt x="793306" y="881695"/>
                  </a:cubicBezTo>
                  <a:cubicBezTo>
                    <a:pt x="793306" y="882031"/>
                    <a:pt x="793306" y="884319"/>
                    <a:pt x="793306" y="884319"/>
                  </a:cubicBezTo>
                  <a:cubicBezTo>
                    <a:pt x="793306" y="884319"/>
                    <a:pt x="793743" y="886505"/>
                    <a:pt x="793844" y="887044"/>
                  </a:cubicBezTo>
                  <a:cubicBezTo>
                    <a:pt x="793945" y="887582"/>
                    <a:pt x="793609" y="887817"/>
                    <a:pt x="794484" y="889533"/>
                  </a:cubicBezTo>
                  <a:cubicBezTo>
                    <a:pt x="795359" y="891282"/>
                    <a:pt x="795460" y="891383"/>
                    <a:pt x="797210" y="891719"/>
                  </a:cubicBezTo>
                  <a:cubicBezTo>
                    <a:pt x="798960" y="892056"/>
                    <a:pt x="801349" y="892157"/>
                    <a:pt x="801551" y="892931"/>
                  </a:cubicBezTo>
                  <a:cubicBezTo>
                    <a:pt x="801753" y="893704"/>
                    <a:pt x="803941" y="896093"/>
                    <a:pt x="803941" y="896093"/>
                  </a:cubicBezTo>
                  <a:lnTo>
                    <a:pt x="804479" y="898145"/>
                  </a:lnTo>
                  <a:cubicBezTo>
                    <a:pt x="804479" y="898145"/>
                    <a:pt x="804681" y="898918"/>
                    <a:pt x="804580" y="899457"/>
                  </a:cubicBezTo>
                  <a:cubicBezTo>
                    <a:pt x="804479" y="899995"/>
                    <a:pt x="803604" y="902181"/>
                    <a:pt x="803402" y="902921"/>
                  </a:cubicBezTo>
                  <a:cubicBezTo>
                    <a:pt x="803167" y="903695"/>
                    <a:pt x="802191" y="905310"/>
                    <a:pt x="801349" y="905747"/>
                  </a:cubicBezTo>
                  <a:cubicBezTo>
                    <a:pt x="800474" y="906185"/>
                    <a:pt x="798421" y="908136"/>
                    <a:pt x="797647" y="908472"/>
                  </a:cubicBezTo>
                  <a:cubicBezTo>
                    <a:pt x="796873" y="908808"/>
                    <a:pt x="795695" y="909549"/>
                    <a:pt x="795359" y="909885"/>
                  </a:cubicBezTo>
                  <a:cubicBezTo>
                    <a:pt x="795022" y="910221"/>
                    <a:pt x="794383" y="912072"/>
                    <a:pt x="793272" y="912475"/>
                  </a:cubicBezTo>
                  <a:cubicBezTo>
                    <a:pt x="792195" y="912913"/>
                    <a:pt x="791758" y="914863"/>
                    <a:pt x="791758" y="914863"/>
                  </a:cubicBezTo>
                  <a:lnTo>
                    <a:pt x="788493" y="916478"/>
                  </a:lnTo>
                  <a:cubicBezTo>
                    <a:pt x="788493" y="916478"/>
                    <a:pt x="787181" y="917790"/>
                    <a:pt x="785666" y="917790"/>
                  </a:cubicBezTo>
                  <a:cubicBezTo>
                    <a:pt x="784152" y="917790"/>
                    <a:pt x="781964" y="918665"/>
                    <a:pt x="781964" y="918665"/>
                  </a:cubicBezTo>
                  <a:cubicBezTo>
                    <a:pt x="781964" y="918665"/>
                    <a:pt x="780113" y="919304"/>
                    <a:pt x="779676" y="919539"/>
                  </a:cubicBezTo>
                  <a:cubicBezTo>
                    <a:pt x="779238" y="919741"/>
                    <a:pt x="778700" y="921053"/>
                    <a:pt x="775873" y="921726"/>
                  </a:cubicBezTo>
                  <a:cubicBezTo>
                    <a:pt x="773046" y="922365"/>
                    <a:pt x="772608" y="922601"/>
                    <a:pt x="771969" y="922601"/>
                  </a:cubicBezTo>
                  <a:cubicBezTo>
                    <a:pt x="771329" y="922601"/>
                    <a:pt x="770454" y="923913"/>
                    <a:pt x="769142" y="924114"/>
                  </a:cubicBezTo>
                  <a:cubicBezTo>
                    <a:pt x="767829" y="924316"/>
                    <a:pt x="765002" y="925292"/>
                    <a:pt x="764363" y="925965"/>
                  </a:cubicBezTo>
                  <a:cubicBezTo>
                    <a:pt x="763723" y="926604"/>
                    <a:pt x="762310" y="927142"/>
                    <a:pt x="761772" y="927579"/>
                  </a:cubicBezTo>
                  <a:cubicBezTo>
                    <a:pt x="761233" y="928017"/>
                    <a:pt x="760795" y="928891"/>
                    <a:pt x="759820" y="929531"/>
                  </a:cubicBezTo>
                  <a:cubicBezTo>
                    <a:pt x="758844" y="930170"/>
                    <a:pt x="758171" y="931381"/>
                    <a:pt x="758069" y="931717"/>
                  </a:cubicBezTo>
                  <a:cubicBezTo>
                    <a:pt x="757969" y="932020"/>
                    <a:pt x="757632" y="934980"/>
                    <a:pt x="757632" y="934980"/>
                  </a:cubicBezTo>
                  <a:cubicBezTo>
                    <a:pt x="757632" y="934980"/>
                    <a:pt x="757868" y="936830"/>
                    <a:pt x="757868" y="937469"/>
                  </a:cubicBezTo>
                  <a:cubicBezTo>
                    <a:pt x="757868" y="938109"/>
                    <a:pt x="758507" y="940632"/>
                    <a:pt x="758507" y="940632"/>
                  </a:cubicBezTo>
                  <a:lnTo>
                    <a:pt x="758507" y="943424"/>
                  </a:lnTo>
                  <a:cubicBezTo>
                    <a:pt x="758507" y="943424"/>
                    <a:pt x="758305" y="944837"/>
                    <a:pt x="758305" y="945173"/>
                  </a:cubicBezTo>
                  <a:cubicBezTo>
                    <a:pt x="758305" y="945509"/>
                    <a:pt x="758406" y="946922"/>
                    <a:pt x="758406" y="946922"/>
                  </a:cubicBezTo>
                  <a:lnTo>
                    <a:pt x="758137" y="948840"/>
                  </a:lnTo>
                  <a:lnTo>
                    <a:pt x="757497" y="949210"/>
                  </a:lnTo>
                  <a:lnTo>
                    <a:pt x="756252" y="950017"/>
                  </a:lnTo>
                  <a:cubicBezTo>
                    <a:pt x="756252" y="950017"/>
                    <a:pt x="755209" y="949849"/>
                    <a:pt x="754502" y="950017"/>
                  </a:cubicBezTo>
                  <a:cubicBezTo>
                    <a:pt x="753795" y="950185"/>
                    <a:pt x="753089" y="949849"/>
                    <a:pt x="752550" y="949512"/>
                  </a:cubicBezTo>
                  <a:cubicBezTo>
                    <a:pt x="752012" y="949176"/>
                    <a:pt x="751036" y="948301"/>
                    <a:pt x="750766" y="948099"/>
                  </a:cubicBezTo>
                  <a:cubicBezTo>
                    <a:pt x="750497" y="947898"/>
                    <a:pt x="749454" y="946216"/>
                    <a:pt x="748882" y="945980"/>
                  </a:cubicBezTo>
                  <a:cubicBezTo>
                    <a:pt x="748276" y="945778"/>
                    <a:pt x="746661" y="946317"/>
                    <a:pt x="746425" y="946417"/>
                  </a:cubicBezTo>
                  <a:cubicBezTo>
                    <a:pt x="746223" y="946518"/>
                    <a:pt x="743867" y="947662"/>
                    <a:pt x="743867" y="947662"/>
                  </a:cubicBezTo>
                  <a:cubicBezTo>
                    <a:pt x="743867" y="947662"/>
                    <a:pt x="741814" y="948570"/>
                    <a:pt x="741478" y="948739"/>
                  </a:cubicBezTo>
                  <a:cubicBezTo>
                    <a:pt x="741141" y="948907"/>
                    <a:pt x="739627" y="949512"/>
                    <a:pt x="739189" y="949546"/>
                  </a:cubicBezTo>
                  <a:cubicBezTo>
                    <a:pt x="738752" y="949613"/>
                    <a:pt x="737507" y="950320"/>
                    <a:pt x="737136" y="950723"/>
                  </a:cubicBezTo>
                  <a:cubicBezTo>
                    <a:pt x="736766" y="951161"/>
                    <a:pt x="735824" y="952675"/>
                    <a:pt x="735521" y="953011"/>
                  </a:cubicBezTo>
                  <a:cubicBezTo>
                    <a:pt x="735184" y="953347"/>
                    <a:pt x="734545" y="955500"/>
                    <a:pt x="734444" y="955904"/>
                  </a:cubicBezTo>
                  <a:cubicBezTo>
                    <a:pt x="734343" y="956274"/>
                    <a:pt x="734107" y="957922"/>
                    <a:pt x="734107" y="957922"/>
                  </a:cubicBezTo>
                  <a:cubicBezTo>
                    <a:pt x="734107" y="957922"/>
                    <a:pt x="734040" y="959268"/>
                    <a:pt x="734208" y="959604"/>
                  </a:cubicBezTo>
                  <a:cubicBezTo>
                    <a:pt x="734377" y="959941"/>
                    <a:pt x="735958" y="963742"/>
                    <a:pt x="735958" y="963742"/>
                  </a:cubicBezTo>
                  <a:cubicBezTo>
                    <a:pt x="735958" y="963742"/>
                    <a:pt x="736497" y="964886"/>
                    <a:pt x="737742" y="965626"/>
                  </a:cubicBezTo>
                  <a:cubicBezTo>
                    <a:pt x="738987" y="966399"/>
                    <a:pt x="741208" y="966870"/>
                    <a:pt x="742050" y="966433"/>
                  </a:cubicBezTo>
                  <a:cubicBezTo>
                    <a:pt x="742858" y="965996"/>
                    <a:pt x="744170" y="964684"/>
                    <a:pt x="744540" y="964112"/>
                  </a:cubicBezTo>
                  <a:cubicBezTo>
                    <a:pt x="744911" y="963506"/>
                    <a:pt x="746055" y="962464"/>
                    <a:pt x="746492" y="961656"/>
                  </a:cubicBezTo>
                  <a:cubicBezTo>
                    <a:pt x="746930" y="960849"/>
                    <a:pt x="748411" y="959907"/>
                    <a:pt x="748545" y="959873"/>
                  </a:cubicBezTo>
                  <a:cubicBezTo>
                    <a:pt x="748714" y="959806"/>
                    <a:pt x="751978" y="958797"/>
                    <a:pt x="751978" y="958797"/>
                  </a:cubicBezTo>
                  <a:cubicBezTo>
                    <a:pt x="751978" y="958797"/>
                    <a:pt x="755243" y="959705"/>
                    <a:pt x="755411" y="959840"/>
                  </a:cubicBezTo>
                  <a:cubicBezTo>
                    <a:pt x="755579" y="959941"/>
                    <a:pt x="756555" y="961421"/>
                    <a:pt x="756656" y="961690"/>
                  </a:cubicBezTo>
                  <a:cubicBezTo>
                    <a:pt x="756757" y="961959"/>
                    <a:pt x="757194" y="963170"/>
                    <a:pt x="756925" y="963607"/>
                  </a:cubicBezTo>
                  <a:cubicBezTo>
                    <a:pt x="756656" y="964045"/>
                    <a:pt x="756252" y="966601"/>
                    <a:pt x="756017" y="966635"/>
                  </a:cubicBezTo>
                  <a:cubicBezTo>
                    <a:pt x="755781" y="966702"/>
                    <a:pt x="755074" y="968855"/>
                    <a:pt x="755074" y="968855"/>
                  </a:cubicBezTo>
                  <a:lnTo>
                    <a:pt x="755074" y="969494"/>
                  </a:lnTo>
                  <a:cubicBezTo>
                    <a:pt x="755074" y="969494"/>
                    <a:pt x="757026" y="972085"/>
                    <a:pt x="757295" y="972253"/>
                  </a:cubicBezTo>
                  <a:cubicBezTo>
                    <a:pt x="757565" y="972421"/>
                    <a:pt x="759584" y="974002"/>
                    <a:pt x="760122" y="974036"/>
                  </a:cubicBezTo>
                  <a:cubicBezTo>
                    <a:pt x="760661" y="974103"/>
                    <a:pt x="763555" y="975550"/>
                    <a:pt x="764026" y="975650"/>
                  </a:cubicBezTo>
                  <a:cubicBezTo>
                    <a:pt x="764498" y="975751"/>
                    <a:pt x="768200" y="976794"/>
                    <a:pt x="768469" y="976727"/>
                  </a:cubicBezTo>
                  <a:cubicBezTo>
                    <a:pt x="768738" y="976693"/>
                    <a:pt x="770488" y="976458"/>
                    <a:pt x="770690" y="976525"/>
                  </a:cubicBezTo>
                  <a:cubicBezTo>
                    <a:pt x="770926" y="976592"/>
                    <a:pt x="774493" y="978005"/>
                    <a:pt x="775099" y="978577"/>
                  </a:cubicBezTo>
                  <a:cubicBezTo>
                    <a:pt x="775704" y="979182"/>
                    <a:pt x="776950" y="980595"/>
                    <a:pt x="776950" y="980595"/>
                  </a:cubicBezTo>
                  <a:lnTo>
                    <a:pt x="777017" y="981907"/>
                  </a:lnTo>
                  <a:lnTo>
                    <a:pt x="777825" y="987021"/>
                  </a:lnTo>
                  <a:lnTo>
                    <a:pt x="777724" y="988433"/>
                  </a:lnTo>
                  <a:lnTo>
                    <a:pt x="778060" y="991595"/>
                  </a:lnTo>
                  <a:lnTo>
                    <a:pt x="778397" y="993547"/>
                  </a:lnTo>
                  <a:lnTo>
                    <a:pt x="781224" y="995229"/>
                  </a:lnTo>
                  <a:cubicBezTo>
                    <a:pt x="781224" y="995229"/>
                    <a:pt x="782032" y="996541"/>
                    <a:pt x="781830" y="996810"/>
                  </a:cubicBezTo>
                  <a:cubicBezTo>
                    <a:pt x="781628" y="997079"/>
                    <a:pt x="782200" y="997583"/>
                    <a:pt x="780786" y="997853"/>
                  </a:cubicBezTo>
                  <a:cubicBezTo>
                    <a:pt x="779373" y="998122"/>
                    <a:pt x="779541" y="998727"/>
                    <a:pt x="778296" y="999030"/>
                  </a:cubicBezTo>
                  <a:cubicBezTo>
                    <a:pt x="777051" y="999366"/>
                    <a:pt x="776007" y="999467"/>
                    <a:pt x="775267" y="999736"/>
                  </a:cubicBezTo>
                  <a:cubicBezTo>
                    <a:pt x="774493" y="1000005"/>
                    <a:pt x="771901" y="1000174"/>
                    <a:pt x="771901" y="1000174"/>
                  </a:cubicBezTo>
                  <a:lnTo>
                    <a:pt x="771127" y="1001856"/>
                  </a:lnTo>
                  <a:lnTo>
                    <a:pt x="770757" y="1002932"/>
                  </a:lnTo>
                  <a:lnTo>
                    <a:pt x="767291" y="1003740"/>
                  </a:lnTo>
                  <a:cubicBezTo>
                    <a:pt x="767291" y="1003740"/>
                    <a:pt x="766079" y="1003941"/>
                    <a:pt x="765608" y="1004110"/>
                  </a:cubicBezTo>
                  <a:cubicBezTo>
                    <a:pt x="765103" y="1004278"/>
                    <a:pt x="763118" y="1006666"/>
                    <a:pt x="762781" y="1006834"/>
                  </a:cubicBezTo>
                  <a:cubicBezTo>
                    <a:pt x="762445" y="1007002"/>
                    <a:pt x="761435" y="1008886"/>
                    <a:pt x="761435" y="1008886"/>
                  </a:cubicBezTo>
                  <a:lnTo>
                    <a:pt x="761098" y="1011207"/>
                  </a:lnTo>
                  <a:cubicBezTo>
                    <a:pt x="761098" y="1011207"/>
                    <a:pt x="760829" y="1012957"/>
                    <a:pt x="760661" y="1013159"/>
                  </a:cubicBezTo>
                  <a:cubicBezTo>
                    <a:pt x="760493" y="1013360"/>
                    <a:pt x="759315" y="1015278"/>
                    <a:pt x="759180" y="1015446"/>
                  </a:cubicBezTo>
                  <a:cubicBezTo>
                    <a:pt x="759079" y="1015614"/>
                    <a:pt x="758406" y="1016153"/>
                    <a:pt x="758238" y="1016422"/>
                  </a:cubicBezTo>
                  <a:cubicBezTo>
                    <a:pt x="758069" y="1016691"/>
                    <a:pt x="758339" y="1019517"/>
                    <a:pt x="758069" y="1019887"/>
                  </a:cubicBezTo>
                  <a:cubicBezTo>
                    <a:pt x="757800" y="1020257"/>
                    <a:pt x="758406" y="1022107"/>
                    <a:pt x="756757" y="1021669"/>
                  </a:cubicBezTo>
                  <a:cubicBezTo>
                    <a:pt x="755142" y="1021232"/>
                    <a:pt x="754435" y="1021030"/>
                    <a:pt x="753728" y="1020526"/>
                  </a:cubicBezTo>
                  <a:cubicBezTo>
                    <a:pt x="753021" y="1020021"/>
                    <a:pt x="753728" y="1018945"/>
                    <a:pt x="752214" y="1017868"/>
                  </a:cubicBezTo>
                  <a:cubicBezTo>
                    <a:pt x="750699" y="1016792"/>
                    <a:pt x="750295" y="1016354"/>
                    <a:pt x="750295" y="1016354"/>
                  </a:cubicBezTo>
                  <a:lnTo>
                    <a:pt x="748411" y="1017296"/>
                  </a:lnTo>
                  <a:lnTo>
                    <a:pt x="747401" y="1018373"/>
                  </a:lnTo>
                  <a:lnTo>
                    <a:pt x="746661" y="1019819"/>
                  </a:lnTo>
                  <a:lnTo>
                    <a:pt x="746156" y="1020963"/>
                  </a:lnTo>
                  <a:lnTo>
                    <a:pt x="745786" y="1022208"/>
                  </a:lnTo>
                  <a:lnTo>
                    <a:pt x="745483" y="1023721"/>
                  </a:lnTo>
                  <a:lnTo>
                    <a:pt x="744540" y="1024966"/>
                  </a:lnTo>
                  <a:lnTo>
                    <a:pt x="742353" y="1025773"/>
                  </a:lnTo>
                  <a:cubicBezTo>
                    <a:pt x="742353" y="1025773"/>
                    <a:pt x="741915" y="1026278"/>
                    <a:pt x="741410" y="1026345"/>
                  </a:cubicBezTo>
                  <a:cubicBezTo>
                    <a:pt x="740906" y="1026413"/>
                    <a:pt x="739829" y="1026715"/>
                    <a:pt x="739593" y="1026715"/>
                  </a:cubicBezTo>
                  <a:cubicBezTo>
                    <a:pt x="739391" y="1026715"/>
                    <a:pt x="739290" y="1026413"/>
                    <a:pt x="737910" y="1026715"/>
                  </a:cubicBezTo>
                  <a:cubicBezTo>
                    <a:pt x="736531" y="1027018"/>
                    <a:pt x="735218" y="1026278"/>
                    <a:pt x="735218" y="1026278"/>
                  </a:cubicBezTo>
                  <a:cubicBezTo>
                    <a:pt x="735218" y="1026278"/>
                    <a:pt x="734276" y="1025202"/>
                    <a:pt x="734141" y="1024966"/>
                  </a:cubicBezTo>
                  <a:cubicBezTo>
                    <a:pt x="734007" y="1024764"/>
                    <a:pt x="732055" y="1022510"/>
                    <a:pt x="731752" y="1022510"/>
                  </a:cubicBezTo>
                  <a:cubicBezTo>
                    <a:pt x="731449" y="1022510"/>
                    <a:pt x="730069" y="1021434"/>
                    <a:pt x="729732" y="1021064"/>
                  </a:cubicBezTo>
                  <a:cubicBezTo>
                    <a:pt x="729362" y="1020694"/>
                    <a:pt x="727276" y="1018877"/>
                    <a:pt x="726703" y="1018743"/>
                  </a:cubicBezTo>
                  <a:cubicBezTo>
                    <a:pt x="726131" y="1018608"/>
                    <a:pt x="723742" y="1017431"/>
                    <a:pt x="723136" y="1016994"/>
                  </a:cubicBezTo>
                  <a:cubicBezTo>
                    <a:pt x="722564" y="1016556"/>
                    <a:pt x="721992" y="1013663"/>
                    <a:pt x="721756" y="1013529"/>
                  </a:cubicBezTo>
                  <a:cubicBezTo>
                    <a:pt x="721554" y="1013394"/>
                    <a:pt x="721824" y="1012519"/>
                    <a:pt x="721049" y="1012082"/>
                  </a:cubicBezTo>
                  <a:cubicBezTo>
                    <a:pt x="720242" y="1011645"/>
                    <a:pt x="718660" y="1010703"/>
                    <a:pt x="717650" y="1010501"/>
                  </a:cubicBezTo>
                  <a:cubicBezTo>
                    <a:pt x="716641" y="1010299"/>
                    <a:pt x="715126" y="1009559"/>
                    <a:pt x="714689" y="1009425"/>
                  </a:cubicBezTo>
                  <a:cubicBezTo>
                    <a:pt x="714251" y="1009290"/>
                    <a:pt x="713814" y="1009189"/>
                    <a:pt x="712501" y="1008684"/>
                  </a:cubicBezTo>
                  <a:cubicBezTo>
                    <a:pt x="711189" y="1008180"/>
                    <a:pt x="709102" y="1007104"/>
                    <a:pt x="708294" y="1006935"/>
                  </a:cubicBezTo>
                  <a:cubicBezTo>
                    <a:pt x="707487" y="1006801"/>
                    <a:pt x="705669" y="1005993"/>
                    <a:pt x="705400" y="1005859"/>
                  </a:cubicBezTo>
                  <a:cubicBezTo>
                    <a:pt x="705097" y="1005724"/>
                    <a:pt x="704256" y="1004547"/>
                    <a:pt x="702943" y="1004042"/>
                  </a:cubicBezTo>
                  <a:cubicBezTo>
                    <a:pt x="701631" y="1003538"/>
                    <a:pt x="699982" y="1002091"/>
                    <a:pt x="698804" y="1001587"/>
                  </a:cubicBezTo>
                  <a:cubicBezTo>
                    <a:pt x="697626" y="1001082"/>
                    <a:pt x="694530" y="999400"/>
                    <a:pt x="694530" y="999400"/>
                  </a:cubicBezTo>
                  <a:lnTo>
                    <a:pt x="691198" y="996574"/>
                  </a:lnTo>
                  <a:lnTo>
                    <a:pt x="687563" y="994186"/>
                  </a:lnTo>
                  <a:cubicBezTo>
                    <a:pt x="687563" y="994186"/>
                    <a:pt x="684601" y="991999"/>
                    <a:pt x="684433" y="991797"/>
                  </a:cubicBezTo>
                  <a:cubicBezTo>
                    <a:pt x="684299" y="991595"/>
                    <a:pt x="682111" y="989913"/>
                    <a:pt x="682111" y="989913"/>
                  </a:cubicBezTo>
                  <a:lnTo>
                    <a:pt x="678712" y="989476"/>
                  </a:lnTo>
                  <a:cubicBezTo>
                    <a:pt x="678712" y="989476"/>
                    <a:pt x="677198" y="988669"/>
                    <a:pt x="676524" y="988602"/>
                  </a:cubicBezTo>
                  <a:cubicBezTo>
                    <a:pt x="675885" y="988534"/>
                    <a:pt x="674842" y="988232"/>
                    <a:pt x="674337" y="988232"/>
                  </a:cubicBezTo>
                  <a:cubicBezTo>
                    <a:pt x="673832" y="988232"/>
                    <a:pt x="672587" y="987862"/>
                    <a:pt x="671577" y="987794"/>
                  </a:cubicBezTo>
                  <a:cubicBezTo>
                    <a:pt x="670568" y="987727"/>
                    <a:pt x="669558" y="987155"/>
                    <a:pt x="669322" y="986920"/>
                  </a:cubicBezTo>
                  <a:cubicBezTo>
                    <a:pt x="669120" y="986684"/>
                    <a:pt x="669020" y="986180"/>
                    <a:pt x="667741" y="985473"/>
                  </a:cubicBezTo>
                  <a:cubicBezTo>
                    <a:pt x="666428" y="984767"/>
                    <a:pt x="665351" y="984464"/>
                    <a:pt x="665351" y="984464"/>
                  </a:cubicBezTo>
                  <a:cubicBezTo>
                    <a:pt x="665351" y="984464"/>
                    <a:pt x="664779" y="984161"/>
                    <a:pt x="663096" y="984161"/>
                  </a:cubicBezTo>
                  <a:cubicBezTo>
                    <a:pt x="661447" y="984161"/>
                    <a:pt x="659192" y="983892"/>
                    <a:pt x="658755" y="983892"/>
                  </a:cubicBezTo>
                  <a:cubicBezTo>
                    <a:pt x="658317" y="983892"/>
                    <a:pt x="656500" y="984397"/>
                    <a:pt x="655793" y="984397"/>
                  </a:cubicBezTo>
                  <a:cubicBezTo>
                    <a:pt x="655053" y="984397"/>
                    <a:pt x="651216" y="984464"/>
                    <a:pt x="650644" y="984599"/>
                  </a:cubicBezTo>
                  <a:cubicBezTo>
                    <a:pt x="650072" y="984733"/>
                    <a:pt x="649399" y="985036"/>
                    <a:pt x="648961" y="985238"/>
                  </a:cubicBezTo>
                  <a:cubicBezTo>
                    <a:pt x="648524" y="985440"/>
                    <a:pt x="647817" y="986819"/>
                    <a:pt x="647649" y="987256"/>
                  </a:cubicBezTo>
                  <a:cubicBezTo>
                    <a:pt x="647514" y="987693"/>
                    <a:pt x="647514" y="989880"/>
                    <a:pt x="647514" y="990654"/>
                  </a:cubicBezTo>
                  <a:cubicBezTo>
                    <a:pt x="647514" y="991461"/>
                    <a:pt x="648322" y="994791"/>
                    <a:pt x="648221" y="995060"/>
                  </a:cubicBezTo>
                  <a:cubicBezTo>
                    <a:pt x="648154" y="995363"/>
                    <a:pt x="648423" y="997819"/>
                    <a:pt x="648423" y="998391"/>
                  </a:cubicBezTo>
                  <a:cubicBezTo>
                    <a:pt x="648423" y="998963"/>
                    <a:pt x="649433" y="1004412"/>
                    <a:pt x="649433" y="1004412"/>
                  </a:cubicBezTo>
                  <a:cubicBezTo>
                    <a:pt x="649433" y="1004412"/>
                    <a:pt x="649062" y="1013024"/>
                    <a:pt x="649062" y="1013764"/>
                  </a:cubicBezTo>
                  <a:cubicBezTo>
                    <a:pt x="649062" y="1014504"/>
                    <a:pt x="649500" y="1016590"/>
                    <a:pt x="649567" y="1016792"/>
                  </a:cubicBezTo>
                  <a:cubicBezTo>
                    <a:pt x="649635" y="1016994"/>
                    <a:pt x="653908" y="1025134"/>
                    <a:pt x="653908" y="1025908"/>
                  </a:cubicBezTo>
                  <a:cubicBezTo>
                    <a:pt x="653908" y="1026715"/>
                    <a:pt x="656231" y="1030618"/>
                    <a:pt x="657308" y="1032199"/>
                  </a:cubicBezTo>
                  <a:cubicBezTo>
                    <a:pt x="658385" y="1033780"/>
                    <a:pt x="666159" y="1041483"/>
                    <a:pt x="666428" y="1041752"/>
                  </a:cubicBezTo>
                  <a:cubicBezTo>
                    <a:pt x="666731" y="1042055"/>
                    <a:pt x="669693" y="1045823"/>
                    <a:pt x="670837" y="1046327"/>
                  </a:cubicBezTo>
                  <a:cubicBezTo>
                    <a:pt x="671981" y="1046832"/>
                    <a:pt x="676693" y="1052046"/>
                    <a:pt x="676693" y="1052046"/>
                  </a:cubicBezTo>
                  <a:lnTo>
                    <a:pt x="678140" y="1053425"/>
                  </a:lnTo>
                  <a:lnTo>
                    <a:pt x="678241" y="1055914"/>
                  </a:lnTo>
                  <a:cubicBezTo>
                    <a:pt x="678241" y="1055914"/>
                    <a:pt x="677702" y="1057866"/>
                    <a:pt x="677601" y="1058303"/>
                  </a:cubicBezTo>
                  <a:cubicBezTo>
                    <a:pt x="677500" y="1058740"/>
                    <a:pt x="676188" y="1061028"/>
                    <a:pt x="676188" y="1061028"/>
                  </a:cubicBezTo>
                  <a:lnTo>
                    <a:pt x="675212" y="1062979"/>
                  </a:lnTo>
                  <a:lnTo>
                    <a:pt x="674236" y="1065468"/>
                  </a:lnTo>
                  <a:lnTo>
                    <a:pt x="672789" y="1066881"/>
                  </a:lnTo>
                  <a:lnTo>
                    <a:pt x="673092" y="1068563"/>
                  </a:lnTo>
                  <a:lnTo>
                    <a:pt x="674472" y="1070144"/>
                  </a:lnTo>
                  <a:cubicBezTo>
                    <a:pt x="674472" y="1070144"/>
                    <a:pt x="676289" y="1070077"/>
                    <a:pt x="676794" y="1070144"/>
                  </a:cubicBezTo>
                  <a:cubicBezTo>
                    <a:pt x="677298" y="1070211"/>
                    <a:pt x="680698" y="1070582"/>
                    <a:pt x="680933" y="1070514"/>
                  </a:cubicBezTo>
                  <a:cubicBezTo>
                    <a:pt x="681135" y="1070447"/>
                    <a:pt x="685207" y="1069202"/>
                    <a:pt x="685510" y="1069202"/>
                  </a:cubicBezTo>
                  <a:cubicBezTo>
                    <a:pt x="685813" y="1069202"/>
                    <a:pt x="687698" y="1067722"/>
                    <a:pt x="687698" y="1067722"/>
                  </a:cubicBezTo>
                  <a:lnTo>
                    <a:pt x="689381" y="1067554"/>
                  </a:lnTo>
                  <a:lnTo>
                    <a:pt x="693217" y="1067554"/>
                  </a:lnTo>
                  <a:cubicBezTo>
                    <a:pt x="693217" y="1067554"/>
                    <a:pt x="693520" y="1067688"/>
                    <a:pt x="693722" y="1067756"/>
                  </a:cubicBezTo>
                  <a:cubicBezTo>
                    <a:pt x="693958" y="1067823"/>
                    <a:pt x="694799" y="1068900"/>
                    <a:pt x="694799" y="1068900"/>
                  </a:cubicBezTo>
                  <a:cubicBezTo>
                    <a:pt x="694799" y="1068900"/>
                    <a:pt x="696381" y="1068967"/>
                    <a:pt x="696818" y="1068832"/>
                  </a:cubicBezTo>
                  <a:cubicBezTo>
                    <a:pt x="697256" y="1068698"/>
                    <a:pt x="698770" y="1068529"/>
                    <a:pt x="699578" y="1068462"/>
                  </a:cubicBezTo>
                  <a:cubicBezTo>
                    <a:pt x="700385" y="1068395"/>
                    <a:pt x="703213" y="1067588"/>
                    <a:pt x="703650" y="1067520"/>
                  </a:cubicBezTo>
                  <a:cubicBezTo>
                    <a:pt x="704088" y="1067453"/>
                    <a:pt x="706107" y="1066410"/>
                    <a:pt x="706107" y="1066410"/>
                  </a:cubicBezTo>
                  <a:lnTo>
                    <a:pt x="706914" y="1065805"/>
                  </a:lnTo>
                  <a:lnTo>
                    <a:pt x="707116" y="1065805"/>
                  </a:lnTo>
                  <a:lnTo>
                    <a:pt x="709068" y="1066309"/>
                  </a:lnTo>
                  <a:lnTo>
                    <a:pt x="710886" y="1066511"/>
                  </a:lnTo>
                  <a:lnTo>
                    <a:pt x="714924" y="1068597"/>
                  </a:lnTo>
                  <a:lnTo>
                    <a:pt x="714924" y="1073575"/>
                  </a:lnTo>
                  <a:cubicBezTo>
                    <a:pt x="714924" y="1073575"/>
                    <a:pt x="714588" y="1074753"/>
                    <a:pt x="714588" y="1075190"/>
                  </a:cubicBezTo>
                  <a:cubicBezTo>
                    <a:pt x="714588" y="1075627"/>
                    <a:pt x="714487" y="1077478"/>
                    <a:pt x="714487" y="1077478"/>
                  </a:cubicBezTo>
                  <a:lnTo>
                    <a:pt x="713612" y="1079429"/>
                  </a:lnTo>
                  <a:lnTo>
                    <a:pt x="713073" y="1081279"/>
                  </a:lnTo>
                  <a:lnTo>
                    <a:pt x="712535" y="1082053"/>
                  </a:lnTo>
                  <a:cubicBezTo>
                    <a:pt x="712535" y="1082053"/>
                    <a:pt x="711660" y="1083365"/>
                    <a:pt x="711660" y="1083667"/>
                  </a:cubicBezTo>
                  <a:cubicBezTo>
                    <a:pt x="711660" y="1084004"/>
                    <a:pt x="710482" y="1085316"/>
                    <a:pt x="710482" y="1085316"/>
                  </a:cubicBezTo>
                  <a:cubicBezTo>
                    <a:pt x="710482" y="1085316"/>
                    <a:pt x="710684" y="1086392"/>
                    <a:pt x="710381" y="1086964"/>
                  </a:cubicBezTo>
                  <a:cubicBezTo>
                    <a:pt x="710045" y="1087502"/>
                    <a:pt x="710819" y="1089251"/>
                    <a:pt x="711357" y="1089991"/>
                  </a:cubicBezTo>
                  <a:cubicBezTo>
                    <a:pt x="711895" y="1090765"/>
                    <a:pt x="714520" y="1091842"/>
                    <a:pt x="714520" y="1091842"/>
                  </a:cubicBezTo>
                  <a:lnTo>
                    <a:pt x="715833" y="1091842"/>
                  </a:lnTo>
                  <a:lnTo>
                    <a:pt x="717718" y="1092548"/>
                  </a:lnTo>
                  <a:lnTo>
                    <a:pt x="719468" y="1092111"/>
                  </a:lnTo>
                  <a:lnTo>
                    <a:pt x="722059" y="1090799"/>
                  </a:lnTo>
                  <a:lnTo>
                    <a:pt x="722934" y="1090496"/>
                  </a:lnTo>
                  <a:cubicBezTo>
                    <a:pt x="722934" y="1090496"/>
                    <a:pt x="723877" y="1089554"/>
                    <a:pt x="724078" y="1089487"/>
                  </a:cubicBezTo>
                  <a:cubicBezTo>
                    <a:pt x="724314" y="1089420"/>
                    <a:pt x="727040" y="1088982"/>
                    <a:pt x="727040" y="1088982"/>
                  </a:cubicBezTo>
                  <a:lnTo>
                    <a:pt x="728756" y="1088646"/>
                  </a:lnTo>
                  <a:cubicBezTo>
                    <a:pt x="729295" y="1088141"/>
                    <a:pt x="729598" y="1087839"/>
                    <a:pt x="729598" y="1087839"/>
                  </a:cubicBezTo>
                  <a:cubicBezTo>
                    <a:pt x="729598" y="1087839"/>
                    <a:pt x="731247" y="1085416"/>
                    <a:pt x="731449" y="1085114"/>
                  </a:cubicBezTo>
                  <a:cubicBezTo>
                    <a:pt x="731684" y="1084811"/>
                    <a:pt x="733535" y="1081548"/>
                    <a:pt x="733535" y="1081548"/>
                  </a:cubicBezTo>
                  <a:lnTo>
                    <a:pt x="734175" y="1079260"/>
                  </a:lnTo>
                  <a:lnTo>
                    <a:pt x="736160" y="1077377"/>
                  </a:lnTo>
                  <a:lnTo>
                    <a:pt x="738920" y="1074450"/>
                  </a:lnTo>
                  <a:lnTo>
                    <a:pt x="740132" y="1074450"/>
                  </a:lnTo>
                  <a:lnTo>
                    <a:pt x="741377" y="1077377"/>
                  </a:lnTo>
                  <a:lnTo>
                    <a:pt x="742723" y="1079227"/>
                  </a:lnTo>
                  <a:lnTo>
                    <a:pt x="742723" y="1082254"/>
                  </a:lnTo>
                  <a:lnTo>
                    <a:pt x="742723" y="1085719"/>
                  </a:lnTo>
                  <a:lnTo>
                    <a:pt x="742723" y="1089184"/>
                  </a:lnTo>
                  <a:lnTo>
                    <a:pt x="742723" y="1092649"/>
                  </a:lnTo>
                  <a:lnTo>
                    <a:pt x="744843" y="1095273"/>
                  </a:lnTo>
                  <a:lnTo>
                    <a:pt x="746190" y="1096450"/>
                  </a:lnTo>
                  <a:lnTo>
                    <a:pt x="746190" y="1097863"/>
                  </a:lnTo>
                  <a:lnTo>
                    <a:pt x="746190" y="1099613"/>
                  </a:lnTo>
                  <a:cubicBezTo>
                    <a:pt x="746190" y="1099613"/>
                    <a:pt x="746526" y="1103212"/>
                    <a:pt x="746190" y="1103616"/>
                  </a:cubicBezTo>
                  <a:cubicBezTo>
                    <a:pt x="745853" y="1104053"/>
                    <a:pt x="744877" y="1106206"/>
                    <a:pt x="744877" y="1106206"/>
                  </a:cubicBezTo>
                  <a:lnTo>
                    <a:pt x="743901" y="1110646"/>
                  </a:lnTo>
                  <a:lnTo>
                    <a:pt x="742824" y="1112496"/>
                  </a:lnTo>
                  <a:lnTo>
                    <a:pt x="741747" y="1113909"/>
                  </a:lnTo>
                  <a:lnTo>
                    <a:pt x="739896" y="1115524"/>
                  </a:lnTo>
                  <a:cubicBezTo>
                    <a:pt x="739896" y="1115524"/>
                    <a:pt x="738482" y="1115961"/>
                    <a:pt x="737406" y="1116399"/>
                  </a:cubicBezTo>
                  <a:cubicBezTo>
                    <a:pt x="736329" y="1116836"/>
                    <a:pt x="732526" y="1118888"/>
                    <a:pt x="732526" y="1118888"/>
                  </a:cubicBezTo>
                  <a:lnTo>
                    <a:pt x="730641" y="1120234"/>
                  </a:lnTo>
                  <a:lnTo>
                    <a:pt x="733333" y="1123026"/>
                  </a:lnTo>
                  <a:lnTo>
                    <a:pt x="735790" y="1128677"/>
                  </a:lnTo>
                  <a:lnTo>
                    <a:pt x="736800" y="1129686"/>
                  </a:lnTo>
                  <a:lnTo>
                    <a:pt x="740132" y="1132714"/>
                  </a:lnTo>
                  <a:lnTo>
                    <a:pt x="746930" y="1133286"/>
                  </a:lnTo>
                  <a:cubicBezTo>
                    <a:pt x="746930" y="1133286"/>
                    <a:pt x="748949" y="1131839"/>
                    <a:pt x="749387" y="1131402"/>
                  </a:cubicBezTo>
                  <a:cubicBezTo>
                    <a:pt x="749824" y="1130965"/>
                    <a:pt x="750396" y="1129081"/>
                    <a:pt x="750396" y="1129081"/>
                  </a:cubicBezTo>
                  <a:cubicBezTo>
                    <a:pt x="750396" y="1129081"/>
                    <a:pt x="750968" y="1127937"/>
                    <a:pt x="751137" y="1127500"/>
                  </a:cubicBezTo>
                  <a:cubicBezTo>
                    <a:pt x="751271" y="1127062"/>
                    <a:pt x="751877" y="1126053"/>
                    <a:pt x="752012" y="1125616"/>
                  </a:cubicBezTo>
                  <a:cubicBezTo>
                    <a:pt x="752146" y="1125179"/>
                    <a:pt x="753021" y="1123867"/>
                    <a:pt x="753021" y="1123867"/>
                  </a:cubicBezTo>
                  <a:lnTo>
                    <a:pt x="754334" y="1122723"/>
                  </a:lnTo>
                  <a:lnTo>
                    <a:pt x="757531" y="1123026"/>
                  </a:lnTo>
                  <a:lnTo>
                    <a:pt x="758541" y="1119123"/>
                  </a:lnTo>
                  <a:lnTo>
                    <a:pt x="760291" y="1116096"/>
                  </a:lnTo>
                  <a:lnTo>
                    <a:pt x="762748" y="1116096"/>
                  </a:lnTo>
                  <a:lnTo>
                    <a:pt x="765204" y="1121175"/>
                  </a:lnTo>
                  <a:cubicBezTo>
                    <a:pt x="765204" y="1121175"/>
                    <a:pt x="765642" y="1122622"/>
                    <a:pt x="766079" y="1123059"/>
                  </a:cubicBezTo>
                  <a:cubicBezTo>
                    <a:pt x="766517" y="1123497"/>
                    <a:pt x="770421" y="1123766"/>
                    <a:pt x="770421" y="1123194"/>
                  </a:cubicBezTo>
                  <a:cubicBezTo>
                    <a:pt x="770421" y="1122622"/>
                    <a:pt x="770993" y="1121613"/>
                    <a:pt x="770993" y="1121613"/>
                  </a:cubicBezTo>
                  <a:lnTo>
                    <a:pt x="768805" y="1120166"/>
                  </a:lnTo>
                  <a:cubicBezTo>
                    <a:pt x="768805" y="1120166"/>
                    <a:pt x="767796" y="1118282"/>
                    <a:pt x="767358" y="1118013"/>
                  </a:cubicBezTo>
                  <a:cubicBezTo>
                    <a:pt x="766921" y="1117711"/>
                    <a:pt x="766214" y="1116129"/>
                    <a:pt x="766214" y="1116129"/>
                  </a:cubicBezTo>
                  <a:cubicBezTo>
                    <a:pt x="766214" y="1116129"/>
                    <a:pt x="766349" y="1115255"/>
                    <a:pt x="766349" y="1114683"/>
                  </a:cubicBezTo>
                  <a:cubicBezTo>
                    <a:pt x="766349" y="1114111"/>
                    <a:pt x="767661" y="1113102"/>
                    <a:pt x="767661" y="1113102"/>
                  </a:cubicBezTo>
                  <a:lnTo>
                    <a:pt x="769983" y="1112530"/>
                  </a:lnTo>
                  <a:lnTo>
                    <a:pt x="770858" y="1114549"/>
                  </a:lnTo>
                  <a:cubicBezTo>
                    <a:pt x="770858" y="1114549"/>
                    <a:pt x="771430" y="1113405"/>
                    <a:pt x="771430" y="1112530"/>
                  </a:cubicBezTo>
                  <a:cubicBezTo>
                    <a:pt x="771430" y="1111655"/>
                    <a:pt x="772171" y="1109503"/>
                    <a:pt x="772171" y="1109503"/>
                  </a:cubicBezTo>
                  <a:cubicBezTo>
                    <a:pt x="772171" y="1109503"/>
                    <a:pt x="772878" y="1107921"/>
                    <a:pt x="773483" y="1107619"/>
                  </a:cubicBezTo>
                  <a:cubicBezTo>
                    <a:pt x="774055" y="1107316"/>
                    <a:pt x="777118" y="1106609"/>
                    <a:pt x="777118" y="1106609"/>
                  </a:cubicBezTo>
                  <a:lnTo>
                    <a:pt x="780753" y="1104860"/>
                  </a:lnTo>
                  <a:lnTo>
                    <a:pt x="782772" y="1104591"/>
                  </a:lnTo>
                  <a:lnTo>
                    <a:pt x="786407" y="1105903"/>
                  </a:lnTo>
                  <a:lnTo>
                    <a:pt x="788157" y="1106340"/>
                  </a:lnTo>
                  <a:lnTo>
                    <a:pt x="793508" y="1104591"/>
                  </a:lnTo>
                  <a:cubicBezTo>
                    <a:pt x="793508" y="1104591"/>
                    <a:pt x="794955" y="1102707"/>
                    <a:pt x="794955" y="1102136"/>
                  </a:cubicBezTo>
                  <a:cubicBezTo>
                    <a:pt x="794955" y="1101563"/>
                    <a:pt x="795258" y="1100554"/>
                    <a:pt x="795527" y="1099108"/>
                  </a:cubicBezTo>
                  <a:cubicBezTo>
                    <a:pt x="795830" y="1097661"/>
                    <a:pt x="796402" y="1094466"/>
                    <a:pt x="796402" y="1094466"/>
                  </a:cubicBezTo>
                  <a:lnTo>
                    <a:pt x="796671" y="1090429"/>
                  </a:lnTo>
                  <a:lnTo>
                    <a:pt x="796671" y="1089285"/>
                  </a:lnTo>
                  <a:cubicBezTo>
                    <a:pt x="796671" y="1089285"/>
                    <a:pt x="796402" y="1087839"/>
                    <a:pt x="794921" y="1086964"/>
                  </a:cubicBezTo>
                  <a:cubicBezTo>
                    <a:pt x="793474" y="1086089"/>
                    <a:pt x="792027" y="1084643"/>
                    <a:pt x="792027" y="1084643"/>
                  </a:cubicBezTo>
                  <a:cubicBezTo>
                    <a:pt x="792027" y="1084643"/>
                    <a:pt x="790580" y="1083062"/>
                    <a:pt x="789402" y="1082624"/>
                  </a:cubicBezTo>
                  <a:cubicBezTo>
                    <a:pt x="788258" y="1082187"/>
                    <a:pt x="787383" y="1081313"/>
                    <a:pt x="787383" y="1081313"/>
                  </a:cubicBezTo>
                  <a:lnTo>
                    <a:pt x="786238" y="1078857"/>
                  </a:lnTo>
                  <a:cubicBezTo>
                    <a:pt x="786238" y="1078857"/>
                    <a:pt x="786238" y="1075964"/>
                    <a:pt x="786238" y="1075392"/>
                  </a:cubicBezTo>
                  <a:cubicBezTo>
                    <a:pt x="786238" y="1074820"/>
                    <a:pt x="785229" y="1071321"/>
                    <a:pt x="785229" y="1071321"/>
                  </a:cubicBezTo>
                  <a:lnTo>
                    <a:pt x="787113" y="1066410"/>
                  </a:lnTo>
                  <a:lnTo>
                    <a:pt x="788258" y="1062071"/>
                  </a:lnTo>
                  <a:cubicBezTo>
                    <a:pt x="788258" y="1062071"/>
                    <a:pt x="788392" y="1057428"/>
                    <a:pt x="788258" y="1056722"/>
                  </a:cubicBezTo>
                  <a:cubicBezTo>
                    <a:pt x="788123" y="1055982"/>
                    <a:pt x="787955" y="1052820"/>
                    <a:pt x="786945" y="1051642"/>
                  </a:cubicBezTo>
                  <a:cubicBezTo>
                    <a:pt x="785936" y="1050499"/>
                    <a:pt x="784320" y="1049052"/>
                    <a:pt x="782738" y="1048447"/>
                  </a:cubicBezTo>
                  <a:cubicBezTo>
                    <a:pt x="781156" y="1047875"/>
                    <a:pt x="779272" y="1046563"/>
                    <a:pt x="778094" y="1045688"/>
                  </a:cubicBezTo>
                  <a:cubicBezTo>
                    <a:pt x="776916" y="1044813"/>
                    <a:pt x="775132" y="1042425"/>
                    <a:pt x="775132" y="1042425"/>
                  </a:cubicBezTo>
                  <a:lnTo>
                    <a:pt x="773382" y="1040037"/>
                  </a:lnTo>
                  <a:cubicBezTo>
                    <a:pt x="773382" y="1040037"/>
                    <a:pt x="772878" y="1039599"/>
                    <a:pt x="772878" y="1039095"/>
                  </a:cubicBezTo>
                  <a:cubicBezTo>
                    <a:pt x="772878" y="1038590"/>
                    <a:pt x="773618" y="1037715"/>
                    <a:pt x="773618" y="1037715"/>
                  </a:cubicBezTo>
                  <a:lnTo>
                    <a:pt x="774695" y="1037312"/>
                  </a:lnTo>
                  <a:cubicBezTo>
                    <a:pt x="774695" y="1037312"/>
                    <a:pt x="776950" y="1036269"/>
                    <a:pt x="777219" y="1036269"/>
                  </a:cubicBezTo>
                  <a:cubicBezTo>
                    <a:pt x="777522" y="1036269"/>
                    <a:pt x="783613" y="1036269"/>
                    <a:pt x="783613" y="1036269"/>
                  </a:cubicBezTo>
                  <a:cubicBezTo>
                    <a:pt x="783613" y="1036269"/>
                    <a:pt x="786205" y="1035764"/>
                    <a:pt x="786440" y="1035630"/>
                  </a:cubicBezTo>
                  <a:cubicBezTo>
                    <a:pt x="786642" y="1035495"/>
                    <a:pt x="789335" y="1034183"/>
                    <a:pt x="789335" y="1034183"/>
                  </a:cubicBezTo>
                  <a:cubicBezTo>
                    <a:pt x="789335" y="1034183"/>
                    <a:pt x="790782" y="1033174"/>
                    <a:pt x="791287" y="1032939"/>
                  </a:cubicBezTo>
                  <a:cubicBezTo>
                    <a:pt x="791791" y="1032737"/>
                    <a:pt x="792229" y="1031997"/>
                    <a:pt x="792868" y="1031425"/>
                  </a:cubicBezTo>
                  <a:cubicBezTo>
                    <a:pt x="793508" y="1030853"/>
                    <a:pt x="794820" y="1029407"/>
                    <a:pt x="794820" y="1029407"/>
                  </a:cubicBezTo>
                  <a:lnTo>
                    <a:pt x="795628" y="1028969"/>
                  </a:lnTo>
                  <a:lnTo>
                    <a:pt x="798253" y="1028835"/>
                  </a:lnTo>
                  <a:cubicBezTo>
                    <a:pt x="798253" y="1028835"/>
                    <a:pt x="800138" y="1028902"/>
                    <a:pt x="800340" y="1029339"/>
                  </a:cubicBezTo>
                  <a:cubicBezTo>
                    <a:pt x="800542" y="1029777"/>
                    <a:pt x="802224" y="1031290"/>
                    <a:pt x="802224" y="1031290"/>
                  </a:cubicBezTo>
                  <a:cubicBezTo>
                    <a:pt x="802224" y="1031290"/>
                    <a:pt x="803671" y="1030920"/>
                    <a:pt x="803974" y="1030920"/>
                  </a:cubicBezTo>
                  <a:cubicBezTo>
                    <a:pt x="804277" y="1030920"/>
                    <a:pt x="805421" y="1030214"/>
                    <a:pt x="805859" y="1030046"/>
                  </a:cubicBezTo>
                  <a:cubicBezTo>
                    <a:pt x="806297" y="1029911"/>
                    <a:pt x="807172" y="1029238"/>
                    <a:pt x="808114" y="1029036"/>
                  </a:cubicBezTo>
                  <a:cubicBezTo>
                    <a:pt x="809056" y="1028801"/>
                    <a:pt x="810436" y="1028532"/>
                    <a:pt x="811008" y="1028465"/>
                  </a:cubicBezTo>
                  <a:cubicBezTo>
                    <a:pt x="811580" y="1028397"/>
                    <a:pt x="817032" y="1030718"/>
                    <a:pt x="817032" y="1030718"/>
                  </a:cubicBezTo>
                  <a:lnTo>
                    <a:pt x="819489" y="1032670"/>
                  </a:lnTo>
                  <a:lnTo>
                    <a:pt x="821071" y="1032165"/>
                  </a:lnTo>
                  <a:lnTo>
                    <a:pt x="821374" y="1030416"/>
                  </a:lnTo>
                  <a:cubicBezTo>
                    <a:pt x="821374" y="1030416"/>
                    <a:pt x="821307" y="1027792"/>
                    <a:pt x="821071" y="1027657"/>
                  </a:cubicBezTo>
                  <a:cubicBezTo>
                    <a:pt x="820869" y="1027523"/>
                    <a:pt x="820263" y="1026345"/>
                    <a:pt x="819859" y="1026076"/>
                  </a:cubicBezTo>
                  <a:cubicBezTo>
                    <a:pt x="819422" y="1025807"/>
                    <a:pt x="818042" y="1024630"/>
                    <a:pt x="817604" y="1024495"/>
                  </a:cubicBezTo>
                  <a:cubicBezTo>
                    <a:pt x="817167" y="1024361"/>
                    <a:pt x="816090" y="1024361"/>
                    <a:pt x="815652" y="1024058"/>
                  </a:cubicBezTo>
                  <a:cubicBezTo>
                    <a:pt x="815215" y="1023755"/>
                    <a:pt x="814643" y="1023419"/>
                    <a:pt x="814643" y="1023116"/>
                  </a:cubicBezTo>
                  <a:cubicBezTo>
                    <a:pt x="814643" y="1022813"/>
                    <a:pt x="815148" y="1021905"/>
                    <a:pt x="815350" y="1021737"/>
                  </a:cubicBezTo>
                  <a:cubicBezTo>
                    <a:pt x="815552" y="1021602"/>
                    <a:pt x="816292" y="1020728"/>
                    <a:pt x="816494" y="1020492"/>
                  </a:cubicBezTo>
                  <a:cubicBezTo>
                    <a:pt x="816729" y="1020290"/>
                    <a:pt x="817504" y="1019550"/>
                    <a:pt x="817504" y="1019550"/>
                  </a:cubicBezTo>
                  <a:cubicBezTo>
                    <a:pt x="817504" y="1019550"/>
                    <a:pt x="818749" y="1018036"/>
                    <a:pt x="819018" y="1017868"/>
                  </a:cubicBezTo>
                  <a:cubicBezTo>
                    <a:pt x="819287" y="1017734"/>
                    <a:pt x="820263" y="1016859"/>
                    <a:pt x="820768" y="1016623"/>
                  </a:cubicBezTo>
                  <a:cubicBezTo>
                    <a:pt x="821273" y="1016388"/>
                    <a:pt x="821710" y="1016052"/>
                    <a:pt x="822282" y="1015682"/>
                  </a:cubicBezTo>
                  <a:cubicBezTo>
                    <a:pt x="822855" y="1015312"/>
                    <a:pt x="824470" y="1013798"/>
                    <a:pt x="824807" y="1013428"/>
                  </a:cubicBezTo>
                  <a:cubicBezTo>
                    <a:pt x="825177" y="1013058"/>
                    <a:pt x="826321" y="1011611"/>
                    <a:pt x="826759" y="1011308"/>
                  </a:cubicBezTo>
                  <a:cubicBezTo>
                    <a:pt x="827196" y="1011039"/>
                    <a:pt x="827903" y="1010064"/>
                    <a:pt x="828206" y="1009996"/>
                  </a:cubicBezTo>
                  <a:cubicBezTo>
                    <a:pt x="828508" y="1009929"/>
                    <a:pt x="829013" y="1009290"/>
                    <a:pt x="829283" y="1009290"/>
                  </a:cubicBezTo>
                  <a:cubicBezTo>
                    <a:pt x="829585" y="1009290"/>
                    <a:pt x="830427" y="1008920"/>
                    <a:pt x="831033" y="1008920"/>
                  </a:cubicBezTo>
                  <a:cubicBezTo>
                    <a:pt x="831605" y="1008920"/>
                    <a:pt x="832715" y="1008853"/>
                    <a:pt x="833220" y="1008920"/>
                  </a:cubicBezTo>
                  <a:cubicBezTo>
                    <a:pt x="833725" y="1008987"/>
                    <a:pt x="835105" y="1008550"/>
                    <a:pt x="835980" y="1009122"/>
                  </a:cubicBezTo>
                  <a:cubicBezTo>
                    <a:pt x="836855" y="1009694"/>
                    <a:pt x="837292" y="1010568"/>
                    <a:pt x="837292" y="1010568"/>
                  </a:cubicBezTo>
                  <a:lnTo>
                    <a:pt x="838437" y="1013091"/>
                  </a:lnTo>
                  <a:lnTo>
                    <a:pt x="839514" y="1013024"/>
                  </a:lnTo>
                  <a:lnTo>
                    <a:pt x="840321" y="1012082"/>
                  </a:lnTo>
                  <a:lnTo>
                    <a:pt x="840759" y="1011073"/>
                  </a:lnTo>
                  <a:cubicBezTo>
                    <a:pt x="840759" y="1011073"/>
                    <a:pt x="841196" y="1010568"/>
                    <a:pt x="841196" y="1010131"/>
                  </a:cubicBezTo>
                  <a:cubicBezTo>
                    <a:pt x="841196" y="1009694"/>
                    <a:pt x="841398" y="1009054"/>
                    <a:pt x="841398" y="1009054"/>
                  </a:cubicBezTo>
                  <a:lnTo>
                    <a:pt x="841836" y="1008045"/>
                  </a:lnTo>
                  <a:lnTo>
                    <a:pt x="842273" y="1007473"/>
                  </a:lnTo>
                  <a:cubicBezTo>
                    <a:pt x="842273" y="1007473"/>
                    <a:pt x="843518" y="1007036"/>
                    <a:pt x="844023" y="1007036"/>
                  </a:cubicBezTo>
                  <a:cubicBezTo>
                    <a:pt x="844528" y="1007036"/>
                    <a:pt x="846110" y="1007406"/>
                    <a:pt x="846648" y="1007978"/>
                  </a:cubicBezTo>
                  <a:cubicBezTo>
                    <a:pt x="847153" y="1008550"/>
                    <a:pt x="847793" y="1008785"/>
                    <a:pt x="848163" y="1009425"/>
                  </a:cubicBezTo>
                  <a:cubicBezTo>
                    <a:pt x="848533" y="1010064"/>
                    <a:pt x="849004" y="1010736"/>
                    <a:pt x="849004" y="1011308"/>
                  </a:cubicBezTo>
                  <a:cubicBezTo>
                    <a:pt x="849004" y="1011880"/>
                    <a:pt x="848836" y="1013192"/>
                    <a:pt x="848836" y="1013192"/>
                  </a:cubicBezTo>
                  <a:lnTo>
                    <a:pt x="848836" y="1014504"/>
                  </a:lnTo>
                  <a:cubicBezTo>
                    <a:pt x="848836" y="1014504"/>
                    <a:pt x="849374" y="1016119"/>
                    <a:pt x="849274" y="1016994"/>
                  </a:cubicBezTo>
                  <a:cubicBezTo>
                    <a:pt x="849172" y="1017868"/>
                    <a:pt x="849274" y="1018608"/>
                    <a:pt x="849274" y="1018608"/>
                  </a:cubicBezTo>
                  <a:lnTo>
                    <a:pt x="850889" y="1019483"/>
                  </a:lnTo>
                  <a:lnTo>
                    <a:pt x="851764" y="1019920"/>
                  </a:lnTo>
                  <a:cubicBezTo>
                    <a:pt x="851764" y="1019920"/>
                    <a:pt x="854490" y="1020358"/>
                    <a:pt x="854793" y="1020458"/>
                  </a:cubicBezTo>
                  <a:cubicBezTo>
                    <a:pt x="855129" y="1020559"/>
                    <a:pt x="856644" y="1019819"/>
                    <a:pt x="856644" y="1019819"/>
                  </a:cubicBezTo>
                  <a:cubicBezTo>
                    <a:pt x="856644" y="1019819"/>
                    <a:pt x="857182" y="1022006"/>
                    <a:pt x="857317" y="1022409"/>
                  </a:cubicBezTo>
                  <a:cubicBezTo>
                    <a:pt x="857418" y="1022847"/>
                    <a:pt x="859067" y="1023284"/>
                    <a:pt x="859067" y="1023284"/>
                  </a:cubicBezTo>
                  <a:cubicBezTo>
                    <a:pt x="859067" y="1023284"/>
                    <a:pt x="859303" y="1023385"/>
                    <a:pt x="860144" y="1023385"/>
                  </a:cubicBezTo>
                  <a:cubicBezTo>
                    <a:pt x="861019" y="1023385"/>
                    <a:pt x="861995" y="1023183"/>
                    <a:pt x="862331" y="1023284"/>
                  </a:cubicBezTo>
                  <a:cubicBezTo>
                    <a:pt x="862668" y="1023385"/>
                    <a:pt x="863745" y="1024899"/>
                    <a:pt x="863846" y="1025336"/>
                  </a:cubicBezTo>
                  <a:cubicBezTo>
                    <a:pt x="863947" y="1025773"/>
                    <a:pt x="864620" y="1026951"/>
                    <a:pt x="864620" y="1027287"/>
                  </a:cubicBezTo>
                  <a:cubicBezTo>
                    <a:pt x="864620" y="1027624"/>
                    <a:pt x="865798" y="1028902"/>
                    <a:pt x="865798" y="1029676"/>
                  </a:cubicBezTo>
                  <a:cubicBezTo>
                    <a:pt x="865798" y="1030449"/>
                    <a:pt x="866235" y="1031627"/>
                    <a:pt x="866000" y="1033040"/>
                  </a:cubicBezTo>
                  <a:cubicBezTo>
                    <a:pt x="865798" y="1034453"/>
                    <a:pt x="865024" y="1036303"/>
                    <a:pt x="864788" y="1036639"/>
                  </a:cubicBezTo>
                  <a:cubicBezTo>
                    <a:pt x="864586" y="1036976"/>
                    <a:pt x="864586" y="1038489"/>
                    <a:pt x="863711" y="1039027"/>
                  </a:cubicBezTo>
                  <a:cubicBezTo>
                    <a:pt x="862836" y="1039566"/>
                    <a:pt x="861322" y="1042055"/>
                    <a:pt x="860985" y="1042627"/>
                  </a:cubicBezTo>
                  <a:cubicBezTo>
                    <a:pt x="860649" y="1043165"/>
                    <a:pt x="859908" y="1045116"/>
                    <a:pt x="859908" y="1045116"/>
                  </a:cubicBezTo>
                  <a:lnTo>
                    <a:pt x="860548" y="1047505"/>
                  </a:lnTo>
                  <a:lnTo>
                    <a:pt x="862634" y="1049994"/>
                  </a:lnTo>
                  <a:lnTo>
                    <a:pt x="864149" y="1051407"/>
                  </a:lnTo>
                  <a:cubicBezTo>
                    <a:pt x="864149" y="1051407"/>
                    <a:pt x="864384" y="1053257"/>
                    <a:pt x="864384" y="1053795"/>
                  </a:cubicBezTo>
                  <a:cubicBezTo>
                    <a:pt x="864384" y="1054334"/>
                    <a:pt x="864283" y="1055982"/>
                    <a:pt x="864283" y="1055982"/>
                  </a:cubicBezTo>
                  <a:lnTo>
                    <a:pt x="864216" y="1057832"/>
                  </a:lnTo>
                  <a:lnTo>
                    <a:pt x="864485" y="1060557"/>
                  </a:lnTo>
                  <a:lnTo>
                    <a:pt x="864485" y="1061431"/>
                  </a:lnTo>
                  <a:lnTo>
                    <a:pt x="864586" y="1063719"/>
                  </a:lnTo>
                  <a:lnTo>
                    <a:pt x="864149" y="1064930"/>
                  </a:lnTo>
                  <a:lnTo>
                    <a:pt x="864048" y="1066444"/>
                  </a:lnTo>
                  <a:lnTo>
                    <a:pt x="864384" y="1067756"/>
                  </a:lnTo>
                  <a:lnTo>
                    <a:pt x="868827" y="1068395"/>
                  </a:lnTo>
                  <a:cubicBezTo>
                    <a:pt x="868827" y="1068395"/>
                    <a:pt x="871654" y="1070245"/>
                    <a:pt x="872091" y="1070245"/>
                  </a:cubicBezTo>
                  <a:cubicBezTo>
                    <a:pt x="872529" y="1070245"/>
                    <a:pt x="877745" y="1069606"/>
                    <a:pt x="877745" y="1069606"/>
                  </a:cubicBezTo>
                  <a:lnTo>
                    <a:pt x="879394" y="1069068"/>
                  </a:lnTo>
                  <a:cubicBezTo>
                    <a:pt x="879394" y="1069068"/>
                    <a:pt x="881582" y="1070582"/>
                    <a:pt x="881885" y="1070682"/>
                  </a:cubicBezTo>
                  <a:cubicBezTo>
                    <a:pt x="882221" y="1070783"/>
                    <a:pt x="883399" y="1071321"/>
                    <a:pt x="884173" y="1071019"/>
                  </a:cubicBezTo>
                  <a:cubicBezTo>
                    <a:pt x="884947" y="1070682"/>
                    <a:pt x="885587" y="1070480"/>
                    <a:pt x="886260" y="1069707"/>
                  </a:cubicBezTo>
                  <a:cubicBezTo>
                    <a:pt x="886899" y="1068933"/>
                    <a:pt x="888548" y="1068059"/>
                    <a:pt x="888548" y="1068059"/>
                  </a:cubicBezTo>
                  <a:cubicBezTo>
                    <a:pt x="888548" y="1068059"/>
                    <a:pt x="889962" y="1066208"/>
                    <a:pt x="890298" y="1065771"/>
                  </a:cubicBezTo>
                  <a:cubicBezTo>
                    <a:pt x="890635" y="1065334"/>
                    <a:pt x="890938" y="1064257"/>
                    <a:pt x="890938" y="1064257"/>
                  </a:cubicBezTo>
                  <a:lnTo>
                    <a:pt x="892452" y="1063046"/>
                  </a:lnTo>
                  <a:cubicBezTo>
                    <a:pt x="892452" y="1063046"/>
                    <a:pt x="894640" y="1062844"/>
                    <a:pt x="895178" y="1063046"/>
                  </a:cubicBezTo>
                  <a:cubicBezTo>
                    <a:pt x="895717" y="1063248"/>
                    <a:pt x="896592" y="1063685"/>
                    <a:pt x="896592" y="1063685"/>
                  </a:cubicBezTo>
                  <a:cubicBezTo>
                    <a:pt x="896592" y="1063685"/>
                    <a:pt x="897130" y="1064661"/>
                    <a:pt x="897366" y="1065435"/>
                  </a:cubicBezTo>
                  <a:cubicBezTo>
                    <a:pt x="897601" y="1066208"/>
                    <a:pt x="897702" y="1067621"/>
                    <a:pt x="897601" y="1068462"/>
                  </a:cubicBezTo>
                  <a:cubicBezTo>
                    <a:pt x="897500" y="1069337"/>
                    <a:pt x="897164" y="1070951"/>
                    <a:pt x="897164" y="1070951"/>
                  </a:cubicBezTo>
                  <a:cubicBezTo>
                    <a:pt x="897164" y="1070951"/>
                    <a:pt x="896726" y="1071725"/>
                    <a:pt x="896625" y="1072028"/>
                  </a:cubicBezTo>
                  <a:cubicBezTo>
                    <a:pt x="896524" y="1072364"/>
                    <a:pt x="896861" y="1073878"/>
                    <a:pt x="896861" y="1073878"/>
                  </a:cubicBezTo>
                  <a:lnTo>
                    <a:pt x="898174" y="1075392"/>
                  </a:lnTo>
                  <a:cubicBezTo>
                    <a:pt x="898174" y="1075392"/>
                    <a:pt x="898914" y="1077007"/>
                    <a:pt x="898914" y="1077444"/>
                  </a:cubicBezTo>
                  <a:cubicBezTo>
                    <a:pt x="898914" y="1077881"/>
                    <a:pt x="898712" y="1078218"/>
                    <a:pt x="898712" y="1078621"/>
                  </a:cubicBezTo>
                  <a:cubicBezTo>
                    <a:pt x="898712" y="1079025"/>
                    <a:pt x="897938" y="1078621"/>
                    <a:pt x="898712" y="1079059"/>
                  </a:cubicBezTo>
                  <a:cubicBezTo>
                    <a:pt x="899486" y="1079496"/>
                    <a:pt x="899352" y="1080270"/>
                    <a:pt x="900664" y="1079933"/>
                  </a:cubicBezTo>
                  <a:cubicBezTo>
                    <a:pt x="901976" y="1079597"/>
                    <a:pt x="903727" y="1078722"/>
                    <a:pt x="903727" y="1078419"/>
                  </a:cubicBezTo>
                  <a:cubicBezTo>
                    <a:pt x="903727" y="1078083"/>
                    <a:pt x="904703" y="1077007"/>
                    <a:pt x="904703" y="1077007"/>
                  </a:cubicBezTo>
                  <a:cubicBezTo>
                    <a:pt x="904703" y="1077007"/>
                    <a:pt x="905578" y="1076670"/>
                    <a:pt x="906217" y="1077007"/>
                  </a:cubicBezTo>
                  <a:cubicBezTo>
                    <a:pt x="906856" y="1077343"/>
                    <a:pt x="908607" y="1079059"/>
                    <a:pt x="908607" y="1079059"/>
                  </a:cubicBezTo>
                  <a:lnTo>
                    <a:pt x="913924" y="1080135"/>
                  </a:lnTo>
                  <a:lnTo>
                    <a:pt x="917289" y="1081649"/>
                  </a:lnTo>
                  <a:lnTo>
                    <a:pt x="919881" y="1082086"/>
                  </a:lnTo>
                  <a:cubicBezTo>
                    <a:pt x="919881" y="1082086"/>
                    <a:pt x="921193" y="1081985"/>
                    <a:pt x="921631" y="1081985"/>
                  </a:cubicBezTo>
                  <a:cubicBezTo>
                    <a:pt x="922068" y="1081985"/>
                    <a:pt x="927621" y="1081783"/>
                    <a:pt x="928261" y="1081783"/>
                  </a:cubicBezTo>
                  <a:cubicBezTo>
                    <a:pt x="928900" y="1081783"/>
                    <a:pt x="931525" y="1081447"/>
                    <a:pt x="931963" y="1081447"/>
                  </a:cubicBezTo>
                  <a:cubicBezTo>
                    <a:pt x="932400" y="1081447"/>
                    <a:pt x="934016" y="1081346"/>
                    <a:pt x="934453" y="1081346"/>
                  </a:cubicBezTo>
                  <a:cubicBezTo>
                    <a:pt x="934891" y="1081346"/>
                    <a:pt x="936742" y="1081346"/>
                    <a:pt x="936742" y="1081346"/>
                  </a:cubicBezTo>
                  <a:lnTo>
                    <a:pt x="940208" y="1081346"/>
                  </a:lnTo>
                  <a:lnTo>
                    <a:pt x="942261" y="1083196"/>
                  </a:lnTo>
                  <a:lnTo>
                    <a:pt x="944550" y="1083970"/>
                  </a:lnTo>
                  <a:cubicBezTo>
                    <a:pt x="944550" y="1083970"/>
                    <a:pt x="946401" y="1084609"/>
                    <a:pt x="946737" y="1084744"/>
                  </a:cubicBezTo>
                  <a:cubicBezTo>
                    <a:pt x="947074" y="1084845"/>
                    <a:pt x="949127" y="1086257"/>
                    <a:pt x="949127" y="1086257"/>
                  </a:cubicBezTo>
                  <a:cubicBezTo>
                    <a:pt x="949127" y="1086257"/>
                    <a:pt x="950776" y="1087334"/>
                    <a:pt x="950978" y="1087771"/>
                  </a:cubicBezTo>
                  <a:cubicBezTo>
                    <a:pt x="951179" y="1088209"/>
                    <a:pt x="953165" y="1090059"/>
                    <a:pt x="953266" y="1090597"/>
                  </a:cubicBezTo>
                  <a:cubicBezTo>
                    <a:pt x="953367" y="1091135"/>
                    <a:pt x="953905" y="1091774"/>
                    <a:pt x="953905" y="1092212"/>
                  </a:cubicBezTo>
                  <a:cubicBezTo>
                    <a:pt x="953905" y="1092649"/>
                    <a:pt x="954444" y="1093423"/>
                    <a:pt x="954545" y="1095037"/>
                  </a:cubicBezTo>
                  <a:cubicBezTo>
                    <a:pt x="954646" y="1096652"/>
                    <a:pt x="955958" y="1099478"/>
                    <a:pt x="956194" y="1100252"/>
                  </a:cubicBezTo>
                  <a:cubicBezTo>
                    <a:pt x="956430" y="1101025"/>
                    <a:pt x="958045" y="1104827"/>
                    <a:pt x="958045" y="1105466"/>
                  </a:cubicBezTo>
                  <a:cubicBezTo>
                    <a:pt x="958045" y="1106105"/>
                    <a:pt x="959694" y="1109166"/>
                    <a:pt x="960233" y="1110243"/>
                  </a:cubicBezTo>
                  <a:cubicBezTo>
                    <a:pt x="960771" y="1111319"/>
                    <a:pt x="961882" y="1114582"/>
                    <a:pt x="962084" y="1115019"/>
                  </a:cubicBezTo>
                  <a:cubicBezTo>
                    <a:pt x="962285" y="1115457"/>
                    <a:pt x="963396" y="1118821"/>
                    <a:pt x="963396" y="1118821"/>
                  </a:cubicBezTo>
                  <a:cubicBezTo>
                    <a:pt x="963396" y="1118821"/>
                    <a:pt x="964271" y="1119897"/>
                    <a:pt x="965045" y="1120435"/>
                  </a:cubicBezTo>
                  <a:cubicBezTo>
                    <a:pt x="965819" y="1120974"/>
                    <a:pt x="967771" y="1121512"/>
                    <a:pt x="968310" y="1121747"/>
                  </a:cubicBezTo>
                  <a:cubicBezTo>
                    <a:pt x="968848" y="1121949"/>
                    <a:pt x="970262" y="1123059"/>
                    <a:pt x="971238" y="1123261"/>
                  </a:cubicBezTo>
                  <a:cubicBezTo>
                    <a:pt x="972214" y="1123463"/>
                    <a:pt x="974940" y="1123900"/>
                    <a:pt x="976017" y="1123799"/>
                  </a:cubicBezTo>
                  <a:cubicBezTo>
                    <a:pt x="977094" y="1123698"/>
                    <a:pt x="979483" y="1123598"/>
                    <a:pt x="979483" y="1123598"/>
                  </a:cubicBezTo>
                  <a:cubicBezTo>
                    <a:pt x="979483" y="1123598"/>
                    <a:pt x="980997" y="1122958"/>
                    <a:pt x="981772" y="1124472"/>
                  </a:cubicBezTo>
                  <a:cubicBezTo>
                    <a:pt x="982546" y="1125986"/>
                    <a:pt x="983824" y="1128072"/>
                    <a:pt x="983185" y="1128711"/>
                  </a:cubicBezTo>
                  <a:cubicBezTo>
                    <a:pt x="982512" y="1129350"/>
                    <a:pt x="981973" y="1130897"/>
                    <a:pt x="980997" y="1131335"/>
                  </a:cubicBezTo>
                  <a:cubicBezTo>
                    <a:pt x="980021" y="1131772"/>
                    <a:pt x="979786" y="1133017"/>
                    <a:pt x="977632" y="1133353"/>
                  </a:cubicBezTo>
                  <a:cubicBezTo>
                    <a:pt x="975478" y="1133723"/>
                    <a:pt x="973728" y="1134799"/>
                    <a:pt x="973055" y="1135338"/>
                  </a:cubicBezTo>
                  <a:cubicBezTo>
                    <a:pt x="972416" y="1135876"/>
                    <a:pt x="970766" y="1140451"/>
                    <a:pt x="970766" y="1140451"/>
                  </a:cubicBezTo>
                  <a:cubicBezTo>
                    <a:pt x="970766" y="1140451"/>
                    <a:pt x="972079" y="1143277"/>
                    <a:pt x="972079" y="1143916"/>
                  </a:cubicBezTo>
                  <a:cubicBezTo>
                    <a:pt x="972079" y="1144555"/>
                    <a:pt x="972315" y="1149029"/>
                    <a:pt x="972315" y="1149029"/>
                  </a:cubicBezTo>
                  <a:lnTo>
                    <a:pt x="972214" y="1152830"/>
                  </a:lnTo>
                  <a:lnTo>
                    <a:pt x="970026" y="1154681"/>
                  </a:lnTo>
                  <a:lnTo>
                    <a:pt x="971238" y="1157069"/>
                  </a:lnTo>
                  <a:lnTo>
                    <a:pt x="973526" y="1157607"/>
                  </a:lnTo>
                  <a:cubicBezTo>
                    <a:pt x="973526" y="1157607"/>
                    <a:pt x="975579" y="1159020"/>
                    <a:pt x="975579" y="1160097"/>
                  </a:cubicBezTo>
                  <a:cubicBezTo>
                    <a:pt x="975579" y="1161173"/>
                    <a:pt x="975377" y="1163696"/>
                    <a:pt x="975142" y="1164974"/>
                  </a:cubicBezTo>
                  <a:cubicBezTo>
                    <a:pt x="974940" y="1166286"/>
                    <a:pt x="974940" y="1167699"/>
                    <a:pt x="973526" y="1168002"/>
                  </a:cubicBezTo>
                  <a:cubicBezTo>
                    <a:pt x="972113" y="1168338"/>
                    <a:pt x="971675" y="1168540"/>
                    <a:pt x="969925" y="1168977"/>
                  </a:cubicBezTo>
                  <a:cubicBezTo>
                    <a:pt x="968175" y="1169415"/>
                    <a:pt x="970127" y="1170054"/>
                    <a:pt x="966661" y="1170727"/>
                  </a:cubicBezTo>
                  <a:cubicBezTo>
                    <a:pt x="963194" y="1171366"/>
                    <a:pt x="962959" y="1171938"/>
                    <a:pt x="962420" y="1171938"/>
                  </a:cubicBezTo>
                  <a:cubicBezTo>
                    <a:pt x="961882" y="1171938"/>
                    <a:pt x="961646" y="1174124"/>
                    <a:pt x="961646" y="1174124"/>
                  </a:cubicBezTo>
                  <a:cubicBezTo>
                    <a:pt x="961646" y="1174124"/>
                    <a:pt x="961983" y="1175974"/>
                    <a:pt x="961983" y="1176412"/>
                  </a:cubicBezTo>
                  <a:cubicBezTo>
                    <a:pt x="961983" y="1176849"/>
                    <a:pt x="962084" y="1176849"/>
                    <a:pt x="962420" y="1177925"/>
                  </a:cubicBezTo>
                  <a:cubicBezTo>
                    <a:pt x="962757" y="1179002"/>
                    <a:pt x="964911" y="1181289"/>
                    <a:pt x="964911" y="1181289"/>
                  </a:cubicBezTo>
                  <a:cubicBezTo>
                    <a:pt x="964911" y="1181289"/>
                    <a:pt x="968175" y="1184115"/>
                    <a:pt x="968613" y="1184553"/>
                  </a:cubicBezTo>
                  <a:cubicBezTo>
                    <a:pt x="969050" y="1184990"/>
                    <a:pt x="971103" y="1186167"/>
                    <a:pt x="971103" y="1186167"/>
                  </a:cubicBezTo>
                  <a:cubicBezTo>
                    <a:pt x="971103" y="1186167"/>
                    <a:pt x="972853" y="1187580"/>
                    <a:pt x="973156" y="1187816"/>
                  </a:cubicBezTo>
                  <a:cubicBezTo>
                    <a:pt x="973492" y="1188017"/>
                    <a:pt x="977194" y="1189767"/>
                    <a:pt x="977598" y="1189868"/>
                  </a:cubicBezTo>
                  <a:cubicBezTo>
                    <a:pt x="978036" y="1189969"/>
                    <a:pt x="979550" y="1190742"/>
                    <a:pt x="979887" y="1190843"/>
                  </a:cubicBezTo>
                  <a:cubicBezTo>
                    <a:pt x="980223" y="1190944"/>
                    <a:pt x="983690" y="1192794"/>
                    <a:pt x="984127" y="1193131"/>
                  </a:cubicBezTo>
                  <a:cubicBezTo>
                    <a:pt x="984565" y="1193467"/>
                    <a:pt x="987930" y="1194207"/>
                    <a:pt x="988368" y="1194543"/>
                  </a:cubicBezTo>
                  <a:cubicBezTo>
                    <a:pt x="988805" y="1194880"/>
                    <a:pt x="990656" y="1195519"/>
                    <a:pt x="991834" y="1195956"/>
                  </a:cubicBezTo>
                  <a:cubicBezTo>
                    <a:pt x="993046" y="1196394"/>
                    <a:pt x="994863" y="1197033"/>
                    <a:pt x="995200" y="1197807"/>
                  </a:cubicBezTo>
                  <a:cubicBezTo>
                    <a:pt x="995536" y="1198580"/>
                    <a:pt x="997488" y="1200094"/>
                    <a:pt x="997488" y="1200094"/>
                  </a:cubicBezTo>
                  <a:cubicBezTo>
                    <a:pt x="997488" y="1200094"/>
                    <a:pt x="999003" y="1201070"/>
                    <a:pt x="999440" y="1202045"/>
                  </a:cubicBezTo>
                  <a:cubicBezTo>
                    <a:pt x="999878" y="1203021"/>
                    <a:pt x="1001628" y="1204535"/>
                    <a:pt x="1001628" y="1204535"/>
                  </a:cubicBezTo>
                  <a:lnTo>
                    <a:pt x="1005532" y="1206385"/>
                  </a:lnTo>
                  <a:cubicBezTo>
                    <a:pt x="1005532" y="1206385"/>
                    <a:pt x="1008157" y="1206284"/>
                    <a:pt x="1008460" y="1206385"/>
                  </a:cubicBezTo>
                  <a:cubicBezTo>
                    <a:pt x="1008796" y="1206486"/>
                    <a:pt x="1008897" y="1204972"/>
                    <a:pt x="1011388" y="1205510"/>
                  </a:cubicBezTo>
                  <a:cubicBezTo>
                    <a:pt x="1013878" y="1206048"/>
                    <a:pt x="1015628" y="1207158"/>
                    <a:pt x="1016166" y="1207461"/>
                  </a:cubicBezTo>
                  <a:cubicBezTo>
                    <a:pt x="1016705" y="1207798"/>
                    <a:pt x="1017479" y="1208672"/>
                    <a:pt x="1018892" y="1209210"/>
                  </a:cubicBezTo>
                  <a:cubicBezTo>
                    <a:pt x="1020306" y="1209749"/>
                    <a:pt x="1019532" y="1210522"/>
                    <a:pt x="1023671" y="1210825"/>
                  </a:cubicBezTo>
                  <a:cubicBezTo>
                    <a:pt x="1027811" y="1211161"/>
                    <a:pt x="1030200" y="1211061"/>
                    <a:pt x="1030638" y="1210825"/>
                  </a:cubicBezTo>
                  <a:cubicBezTo>
                    <a:pt x="1031075" y="1210623"/>
                    <a:pt x="1032052" y="1208773"/>
                    <a:pt x="1032052" y="1208773"/>
                  </a:cubicBezTo>
                  <a:cubicBezTo>
                    <a:pt x="1032052" y="1208773"/>
                    <a:pt x="1034239" y="1208672"/>
                    <a:pt x="1034542" y="1208571"/>
                  </a:cubicBezTo>
                  <a:cubicBezTo>
                    <a:pt x="1034878" y="1208470"/>
                    <a:pt x="1036595" y="1208773"/>
                    <a:pt x="1038244" y="1209648"/>
                  </a:cubicBezTo>
                  <a:cubicBezTo>
                    <a:pt x="1039859" y="1210522"/>
                    <a:pt x="1039994" y="1211599"/>
                    <a:pt x="1041407" y="1211700"/>
                  </a:cubicBezTo>
                  <a:cubicBezTo>
                    <a:pt x="1042821" y="1211801"/>
                    <a:pt x="1043595" y="1212473"/>
                    <a:pt x="1044672" y="1211700"/>
                  </a:cubicBezTo>
                  <a:cubicBezTo>
                    <a:pt x="1045749" y="1210926"/>
                    <a:pt x="1046759" y="1209749"/>
                    <a:pt x="1046960" y="1208874"/>
                  </a:cubicBezTo>
                  <a:cubicBezTo>
                    <a:pt x="1047162" y="1207999"/>
                    <a:pt x="1047061" y="1208235"/>
                    <a:pt x="1047600" y="1207259"/>
                  </a:cubicBezTo>
                  <a:cubicBezTo>
                    <a:pt x="1048138" y="1206284"/>
                    <a:pt x="1047162" y="1205308"/>
                    <a:pt x="1049114" y="1206183"/>
                  </a:cubicBezTo>
                  <a:cubicBezTo>
                    <a:pt x="1051066" y="1207058"/>
                    <a:pt x="1055408" y="1209749"/>
                    <a:pt x="1055408" y="1209749"/>
                  </a:cubicBezTo>
                  <a:lnTo>
                    <a:pt x="1059446" y="1208235"/>
                  </a:lnTo>
                  <a:lnTo>
                    <a:pt x="1062509" y="1203559"/>
                  </a:lnTo>
                  <a:lnTo>
                    <a:pt x="1065437" y="1200531"/>
                  </a:lnTo>
                  <a:lnTo>
                    <a:pt x="1067187" y="1197941"/>
                  </a:lnTo>
                  <a:lnTo>
                    <a:pt x="1069677" y="1196192"/>
                  </a:lnTo>
                  <a:lnTo>
                    <a:pt x="1070216" y="1194342"/>
                  </a:lnTo>
                  <a:lnTo>
                    <a:pt x="1068028" y="1191751"/>
                  </a:lnTo>
                  <a:lnTo>
                    <a:pt x="1068028" y="1188287"/>
                  </a:lnTo>
                  <a:lnTo>
                    <a:pt x="1068028" y="1184822"/>
                  </a:lnTo>
                  <a:lnTo>
                    <a:pt x="1068028" y="1180247"/>
                  </a:lnTo>
                  <a:lnTo>
                    <a:pt x="1070653" y="1176984"/>
                  </a:lnTo>
                  <a:lnTo>
                    <a:pt x="1076072" y="1176984"/>
                  </a:lnTo>
                  <a:lnTo>
                    <a:pt x="1079538" y="1177858"/>
                  </a:lnTo>
                  <a:lnTo>
                    <a:pt x="1081288" y="1180886"/>
                  </a:lnTo>
                  <a:lnTo>
                    <a:pt x="1088019" y="1178497"/>
                  </a:lnTo>
                  <a:lnTo>
                    <a:pt x="1094750" y="1182837"/>
                  </a:lnTo>
                  <a:lnTo>
                    <a:pt x="1099966" y="1180650"/>
                  </a:lnTo>
                  <a:lnTo>
                    <a:pt x="1105385" y="1176311"/>
                  </a:lnTo>
                  <a:lnTo>
                    <a:pt x="1112351" y="1175234"/>
                  </a:lnTo>
                  <a:lnTo>
                    <a:pt x="1119318" y="1170458"/>
                  </a:lnTo>
                  <a:lnTo>
                    <a:pt x="1119755" y="1169045"/>
                  </a:lnTo>
                  <a:cubicBezTo>
                    <a:pt x="1119755" y="1169045"/>
                    <a:pt x="1120529" y="1166017"/>
                    <a:pt x="1120529" y="1165580"/>
                  </a:cubicBezTo>
                  <a:cubicBezTo>
                    <a:pt x="1120529" y="1165142"/>
                    <a:pt x="1120967" y="1163965"/>
                    <a:pt x="1120967" y="1163965"/>
                  </a:cubicBezTo>
                  <a:lnTo>
                    <a:pt x="1120327" y="1157876"/>
                  </a:lnTo>
                  <a:cubicBezTo>
                    <a:pt x="1120327" y="1157876"/>
                    <a:pt x="1120327" y="1155488"/>
                    <a:pt x="1120428" y="1154277"/>
                  </a:cubicBezTo>
                  <a:cubicBezTo>
                    <a:pt x="1120529" y="1153066"/>
                    <a:pt x="1120630" y="1151989"/>
                    <a:pt x="1120866" y="1151350"/>
                  </a:cubicBezTo>
                  <a:cubicBezTo>
                    <a:pt x="1121101" y="1150711"/>
                    <a:pt x="1121741" y="1150711"/>
                    <a:pt x="1122078" y="1150274"/>
                  </a:cubicBezTo>
                  <a:cubicBezTo>
                    <a:pt x="1122414" y="1149836"/>
                    <a:pt x="1124130" y="1149298"/>
                    <a:pt x="1124804" y="1148861"/>
                  </a:cubicBezTo>
                  <a:cubicBezTo>
                    <a:pt x="1125443" y="1148423"/>
                    <a:pt x="1126655" y="1148861"/>
                    <a:pt x="1126991" y="1148861"/>
                  </a:cubicBezTo>
                  <a:cubicBezTo>
                    <a:pt x="1127328" y="1148861"/>
                    <a:pt x="1129044" y="1149500"/>
                    <a:pt x="1129044" y="1149500"/>
                  </a:cubicBezTo>
                  <a:cubicBezTo>
                    <a:pt x="1129044" y="1149500"/>
                    <a:pt x="1131333" y="1149264"/>
                    <a:pt x="1131871" y="1148962"/>
                  </a:cubicBezTo>
                  <a:cubicBezTo>
                    <a:pt x="1132410" y="1148626"/>
                    <a:pt x="1132410" y="1147011"/>
                    <a:pt x="1132410" y="1147011"/>
                  </a:cubicBezTo>
                  <a:cubicBezTo>
                    <a:pt x="1132410" y="1147011"/>
                    <a:pt x="1131097" y="1143849"/>
                    <a:pt x="1130659" y="1143983"/>
                  </a:cubicBezTo>
                  <a:cubicBezTo>
                    <a:pt x="1130222" y="1144084"/>
                    <a:pt x="1127496" y="1143209"/>
                    <a:pt x="1126856" y="1143109"/>
                  </a:cubicBezTo>
                  <a:cubicBezTo>
                    <a:pt x="1126217" y="1143008"/>
                    <a:pt x="1125544" y="1143109"/>
                    <a:pt x="1125544" y="1143109"/>
                  </a:cubicBezTo>
                  <a:lnTo>
                    <a:pt x="1122818" y="1143983"/>
                  </a:lnTo>
                  <a:lnTo>
                    <a:pt x="1121303" y="1143983"/>
                  </a:lnTo>
                  <a:lnTo>
                    <a:pt x="1120664" y="1142739"/>
                  </a:lnTo>
                  <a:lnTo>
                    <a:pt x="1117938" y="1141595"/>
                  </a:lnTo>
                  <a:lnTo>
                    <a:pt x="1114572" y="1139408"/>
                  </a:lnTo>
                  <a:cubicBezTo>
                    <a:pt x="1114572" y="1139408"/>
                    <a:pt x="1112082" y="1139509"/>
                    <a:pt x="1110669" y="1139408"/>
                  </a:cubicBezTo>
                  <a:cubicBezTo>
                    <a:pt x="1109255" y="1139307"/>
                    <a:pt x="1108818" y="1138971"/>
                    <a:pt x="1108481" y="1138870"/>
                  </a:cubicBezTo>
                  <a:cubicBezTo>
                    <a:pt x="1108145" y="1138769"/>
                    <a:pt x="1105217" y="1137659"/>
                    <a:pt x="1104140" y="1136919"/>
                  </a:cubicBezTo>
                  <a:cubicBezTo>
                    <a:pt x="1103063" y="1136145"/>
                    <a:pt x="1103500" y="1135170"/>
                    <a:pt x="1103366" y="1134329"/>
                  </a:cubicBezTo>
                  <a:cubicBezTo>
                    <a:pt x="1103231" y="1133454"/>
                    <a:pt x="1103500" y="1131503"/>
                    <a:pt x="1103399" y="1130965"/>
                  </a:cubicBezTo>
                  <a:cubicBezTo>
                    <a:pt x="1103298" y="1130426"/>
                    <a:pt x="1103635" y="1129014"/>
                    <a:pt x="1103938" y="1128240"/>
                  </a:cubicBezTo>
                  <a:cubicBezTo>
                    <a:pt x="1104274" y="1127500"/>
                    <a:pt x="1105991" y="1127500"/>
                    <a:pt x="1106327" y="1127163"/>
                  </a:cubicBezTo>
                  <a:cubicBezTo>
                    <a:pt x="1106664" y="1126827"/>
                    <a:pt x="1111106" y="1125414"/>
                    <a:pt x="1111880" y="1124876"/>
                  </a:cubicBezTo>
                  <a:cubicBezTo>
                    <a:pt x="1112654" y="1124338"/>
                    <a:pt x="1115044" y="1124001"/>
                    <a:pt x="1115044" y="1124001"/>
                  </a:cubicBezTo>
                  <a:lnTo>
                    <a:pt x="1115044" y="1119325"/>
                  </a:lnTo>
                  <a:lnTo>
                    <a:pt x="1116020" y="1115188"/>
                  </a:lnTo>
                  <a:cubicBezTo>
                    <a:pt x="1116020" y="1115188"/>
                    <a:pt x="1116895" y="1111824"/>
                    <a:pt x="1116996" y="1111487"/>
                  </a:cubicBezTo>
                  <a:cubicBezTo>
                    <a:pt x="1117097" y="1111151"/>
                    <a:pt x="1118174" y="1108863"/>
                    <a:pt x="1118174" y="1108224"/>
                  </a:cubicBezTo>
                  <a:cubicBezTo>
                    <a:pt x="1118174" y="1107585"/>
                    <a:pt x="1119688" y="1106374"/>
                    <a:pt x="1119688" y="1106374"/>
                  </a:cubicBezTo>
                  <a:cubicBezTo>
                    <a:pt x="1119688" y="1106374"/>
                    <a:pt x="1123053" y="1104860"/>
                    <a:pt x="1124366" y="1104524"/>
                  </a:cubicBezTo>
                  <a:cubicBezTo>
                    <a:pt x="1125679" y="1104187"/>
                    <a:pt x="1127395" y="1103212"/>
                    <a:pt x="1127530" y="1102909"/>
                  </a:cubicBezTo>
                  <a:cubicBezTo>
                    <a:pt x="1127630" y="1102573"/>
                    <a:pt x="1129179" y="1100958"/>
                    <a:pt x="1129481" y="1100857"/>
                  </a:cubicBezTo>
                  <a:cubicBezTo>
                    <a:pt x="1129818" y="1100756"/>
                    <a:pt x="1131770" y="1098368"/>
                    <a:pt x="1131770" y="1098368"/>
                  </a:cubicBezTo>
                  <a:lnTo>
                    <a:pt x="1133284" y="1097056"/>
                  </a:lnTo>
                  <a:lnTo>
                    <a:pt x="1137188" y="1097291"/>
                  </a:lnTo>
                  <a:cubicBezTo>
                    <a:pt x="1137188" y="1097291"/>
                    <a:pt x="1138703" y="1099781"/>
                    <a:pt x="1139039" y="1099781"/>
                  </a:cubicBezTo>
                  <a:cubicBezTo>
                    <a:pt x="1139376" y="1099781"/>
                    <a:pt x="1141227" y="1101631"/>
                    <a:pt x="1141227" y="1101631"/>
                  </a:cubicBezTo>
                  <a:lnTo>
                    <a:pt x="1143314" y="1104019"/>
                  </a:lnTo>
                  <a:cubicBezTo>
                    <a:pt x="1143314" y="1104019"/>
                    <a:pt x="1147217" y="1106307"/>
                    <a:pt x="1148193" y="1106071"/>
                  </a:cubicBezTo>
                  <a:cubicBezTo>
                    <a:pt x="1149169" y="1105869"/>
                    <a:pt x="1148732" y="1105869"/>
                    <a:pt x="1149169" y="1104995"/>
                  </a:cubicBezTo>
                  <a:cubicBezTo>
                    <a:pt x="1149607" y="1104120"/>
                    <a:pt x="1151761" y="1103346"/>
                    <a:pt x="1151761" y="1103346"/>
                  </a:cubicBezTo>
                  <a:cubicBezTo>
                    <a:pt x="1151761" y="1103346"/>
                    <a:pt x="1153174" y="1103010"/>
                    <a:pt x="1154251" y="1103010"/>
                  </a:cubicBezTo>
                  <a:cubicBezTo>
                    <a:pt x="1155328" y="1103010"/>
                    <a:pt x="1155766" y="1103447"/>
                    <a:pt x="1157179" y="1103649"/>
                  </a:cubicBezTo>
                  <a:cubicBezTo>
                    <a:pt x="1158593" y="1103851"/>
                    <a:pt x="1158929" y="1104524"/>
                    <a:pt x="1159266" y="1104524"/>
                  </a:cubicBezTo>
                  <a:cubicBezTo>
                    <a:pt x="1159569" y="1104524"/>
                    <a:pt x="1161319" y="1104625"/>
                    <a:pt x="1161756" y="1103885"/>
                  </a:cubicBezTo>
                  <a:cubicBezTo>
                    <a:pt x="1162194" y="1103111"/>
                    <a:pt x="1162497" y="1103010"/>
                    <a:pt x="1163372" y="1102034"/>
                  </a:cubicBezTo>
                  <a:cubicBezTo>
                    <a:pt x="1164247" y="1101059"/>
                    <a:pt x="1164247" y="1100622"/>
                    <a:pt x="1165122" y="1099983"/>
                  </a:cubicBezTo>
                  <a:cubicBezTo>
                    <a:pt x="1165997" y="1099343"/>
                    <a:pt x="1165997" y="1099444"/>
                    <a:pt x="1166973" y="1098570"/>
                  </a:cubicBezTo>
                  <a:cubicBezTo>
                    <a:pt x="1167949" y="1097695"/>
                    <a:pt x="1168824" y="1099343"/>
                    <a:pt x="1169160" y="1099545"/>
                  </a:cubicBezTo>
                  <a:cubicBezTo>
                    <a:pt x="1169497" y="1099747"/>
                    <a:pt x="1169699" y="1101597"/>
                    <a:pt x="1169699" y="1102034"/>
                  </a:cubicBezTo>
                  <a:cubicBezTo>
                    <a:pt x="1169699" y="1102472"/>
                    <a:pt x="1169800" y="1102808"/>
                    <a:pt x="1169934" y="1103111"/>
                  </a:cubicBezTo>
                  <a:cubicBezTo>
                    <a:pt x="1170035" y="1103447"/>
                    <a:pt x="1170136" y="1105163"/>
                    <a:pt x="1170136" y="1105600"/>
                  </a:cubicBezTo>
                  <a:cubicBezTo>
                    <a:pt x="1170136" y="1106038"/>
                    <a:pt x="1170574" y="1108090"/>
                    <a:pt x="1170675" y="1108527"/>
                  </a:cubicBezTo>
                  <a:cubicBezTo>
                    <a:pt x="1170776" y="1108964"/>
                    <a:pt x="1171213" y="1109301"/>
                    <a:pt x="1171550" y="1109301"/>
                  </a:cubicBezTo>
                  <a:cubicBezTo>
                    <a:pt x="1171886" y="1109301"/>
                    <a:pt x="1172963" y="1110814"/>
                    <a:pt x="1173603" y="1111689"/>
                  </a:cubicBezTo>
                  <a:cubicBezTo>
                    <a:pt x="1174242" y="1112564"/>
                    <a:pt x="1175656" y="1113001"/>
                    <a:pt x="1176968" y="1113001"/>
                  </a:cubicBezTo>
                  <a:cubicBezTo>
                    <a:pt x="1178281" y="1113001"/>
                    <a:pt x="1179156" y="1112227"/>
                    <a:pt x="1179593" y="1111925"/>
                  </a:cubicBezTo>
                  <a:cubicBezTo>
                    <a:pt x="1180031" y="1111588"/>
                    <a:pt x="1180367" y="1111285"/>
                    <a:pt x="1180367" y="1111285"/>
                  </a:cubicBezTo>
                  <a:cubicBezTo>
                    <a:pt x="1180367" y="1111285"/>
                    <a:pt x="1181882" y="1110209"/>
                    <a:pt x="1181983" y="1109099"/>
                  </a:cubicBezTo>
                  <a:cubicBezTo>
                    <a:pt x="1182084" y="1108022"/>
                    <a:pt x="1183497" y="1106811"/>
                    <a:pt x="1183935" y="1105836"/>
                  </a:cubicBezTo>
                  <a:cubicBezTo>
                    <a:pt x="1184372" y="1104860"/>
                    <a:pt x="1185146" y="1101833"/>
                    <a:pt x="1185146" y="1101496"/>
                  </a:cubicBezTo>
                  <a:cubicBezTo>
                    <a:pt x="1185146" y="1101160"/>
                    <a:pt x="1184507" y="1097157"/>
                    <a:pt x="1184507" y="1097157"/>
                  </a:cubicBezTo>
                  <a:lnTo>
                    <a:pt x="1182218" y="1094869"/>
                  </a:lnTo>
                  <a:cubicBezTo>
                    <a:pt x="1182218" y="1094869"/>
                    <a:pt x="1178853" y="1094970"/>
                    <a:pt x="1177439" y="1095307"/>
                  </a:cubicBezTo>
                  <a:cubicBezTo>
                    <a:pt x="1176026" y="1095643"/>
                    <a:pt x="1174511" y="1094230"/>
                    <a:pt x="1174511" y="1093793"/>
                  </a:cubicBezTo>
                  <a:cubicBezTo>
                    <a:pt x="1174511" y="1093355"/>
                    <a:pt x="1175925" y="1090631"/>
                    <a:pt x="1176564" y="1089554"/>
                  </a:cubicBezTo>
                  <a:cubicBezTo>
                    <a:pt x="1177204" y="1088478"/>
                    <a:pt x="1176901" y="1088141"/>
                    <a:pt x="1176901" y="1088141"/>
                  </a:cubicBezTo>
                  <a:lnTo>
                    <a:pt x="1175050" y="1086829"/>
                  </a:lnTo>
                  <a:lnTo>
                    <a:pt x="1174175" y="1084004"/>
                  </a:lnTo>
                  <a:cubicBezTo>
                    <a:pt x="1174175" y="1084004"/>
                    <a:pt x="1174175" y="1081178"/>
                    <a:pt x="1174175" y="1080741"/>
                  </a:cubicBezTo>
                  <a:cubicBezTo>
                    <a:pt x="1174175" y="1080303"/>
                    <a:pt x="1174915" y="1077377"/>
                    <a:pt x="1174915" y="1076939"/>
                  </a:cubicBezTo>
                  <a:cubicBezTo>
                    <a:pt x="1174915" y="1076502"/>
                    <a:pt x="1174040" y="1074450"/>
                    <a:pt x="1174040" y="1074450"/>
                  </a:cubicBezTo>
                  <a:lnTo>
                    <a:pt x="1172963" y="1073575"/>
                  </a:lnTo>
                  <a:lnTo>
                    <a:pt x="1170910" y="1070750"/>
                  </a:lnTo>
                  <a:cubicBezTo>
                    <a:pt x="1170910" y="1070750"/>
                    <a:pt x="1169295" y="1065973"/>
                    <a:pt x="1168958" y="1064762"/>
                  </a:cubicBezTo>
                  <a:cubicBezTo>
                    <a:pt x="1168622" y="1063551"/>
                    <a:pt x="1168824" y="1059985"/>
                    <a:pt x="1168958" y="1059548"/>
                  </a:cubicBezTo>
                  <a:cubicBezTo>
                    <a:pt x="1169059" y="1059110"/>
                    <a:pt x="1169396" y="1055948"/>
                    <a:pt x="1169396" y="1055511"/>
                  </a:cubicBezTo>
                  <a:cubicBezTo>
                    <a:pt x="1169396" y="1055073"/>
                    <a:pt x="1171886" y="1053459"/>
                    <a:pt x="1171886" y="1053459"/>
                  </a:cubicBezTo>
                  <a:lnTo>
                    <a:pt x="1174175" y="1050835"/>
                  </a:lnTo>
                  <a:lnTo>
                    <a:pt x="1177204" y="1047236"/>
                  </a:lnTo>
                  <a:cubicBezTo>
                    <a:pt x="1177204" y="1047236"/>
                    <a:pt x="1177641" y="1045823"/>
                    <a:pt x="1178617" y="1045284"/>
                  </a:cubicBezTo>
                  <a:cubicBezTo>
                    <a:pt x="1179593" y="1044746"/>
                    <a:pt x="1180468" y="1043872"/>
                    <a:pt x="1180468" y="1043872"/>
                  </a:cubicBezTo>
                  <a:cubicBezTo>
                    <a:pt x="1180468" y="1043872"/>
                    <a:pt x="1183497" y="1043737"/>
                    <a:pt x="1184372" y="1043872"/>
                  </a:cubicBezTo>
                  <a:cubicBezTo>
                    <a:pt x="1185247" y="1043972"/>
                    <a:pt x="1187098" y="1043434"/>
                    <a:pt x="1188276" y="1043098"/>
                  </a:cubicBezTo>
                  <a:cubicBezTo>
                    <a:pt x="1189454" y="1042761"/>
                    <a:pt x="1188916" y="1042021"/>
                    <a:pt x="1188916" y="1040810"/>
                  </a:cubicBezTo>
                  <a:cubicBezTo>
                    <a:pt x="1188916" y="1039633"/>
                    <a:pt x="1187940" y="1038523"/>
                    <a:pt x="1187603" y="1038321"/>
                  </a:cubicBezTo>
                  <a:cubicBezTo>
                    <a:pt x="1187266" y="1038119"/>
                    <a:pt x="1186088" y="1037346"/>
                    <a:pt x="1185752" y="1036908"/>
                  </a:cubicBezTo>
                  <a:cubicBezTo>
                    <a:pt x="1185416" y="1036471"/>
                    <a:pt x="1182824" y="1035294"/>
                    <a:pt x="1182151" y="1035294"/>
                  </a:cubicBezTo>
                  <a:cubicBezTo>
                    <a:pt x="1181511" y="1035294"/>
                    <a:pt x="1179324" y="1034520"/>
                    <a:pt x="1177708" y="1034217"/>
                  </a:cubicBezTo>
                  <a:cubicBezTo>
                    <a:pt x="1176093" y="1033881"/>
                    <a:pt x="1175790" y="1033578"/>
                    <a:pt x="1175790" y="1033578"/>
                  </a:cubicBezTo>
                  <a:lnTo>
                    <a:pt x="1175790" y="1031089"/>
                  </a:lnTo>
                  <a:cubicBezTo>
                    <a:pt x="1175790" y="1031089"/>
                    <a:pt x="1178415" y="1029777"/>
                    <a:pt x="1178718" y="1029440"/>
                  </a:cubicBezTo>
                  <a:cubicBezTo>
                    <a:pt x="1179055" y="1029104"/>
                    <a:pt x="1179795" y="1028566"/>
                    <a:pt x="1180132" y="1028364"/>
                  </a:cubicBezTo>
                  <a:cubicBezTo>
                    <a:pt x="1180468" y="1028162"/>
                    <a:pt x="1182218" y="1027388"/>
                    <a:pt x="1183396" y="1026850"/>
                  </a:cubicBezTo>
                  <a:cubicBezTo>
                    <a:pt x="1184608" y="1026312"/>
                    <a:pt x="1185348" y="1025773"/>
                    <a:pt x="1185348" y="1025773"/>
                  </a:cubicBezTo>
                  <a:lnTo>
                    <a:pt x="1190565" y="1025773"/>
                  </a:lnTo>
                  <a:lnTo>
                    <a:pt x="1193594" y="1025773"/>
                  </a:lnTo>
                  <a:cubicBezTo>
                    <a:pt x="1193594" y="1025773"/>
                    <a:pt x="1195343" y="1024731"/>
                    <a:pt x="1195781" y="1024630"/>
                  </a:cubicBezTo>
                  <a:cubicBezTo>
                    <a:pt x="1196218" y="1024529"/>
                    <a:pt x="1196757" y="1022948"/>
                    <a:pt x="1196757" y="1022510"/>
                  </a:cubicBezTo>
                  <a:cubicBezTo>
                    <a:pt x="1196757" y="1022073"/>
                    <a:pt x="1196959" y="1019483"/>
                    <a:pt x="1196959" y="1019483"/>
                  </a:cubicBezTo>
                  <a:lnTo>
                    <a:pt x="1194031" y="1016994"/>
                  </a:lnTo>
                  <a:lnTo>
                    <a:pt x="1192281" y="1015076"/>
                  </a:lnTo>
                  <a:lnTo>
                    <a:pt x="1190093" y="1013630"/>
                  </a:lnTo>
                  <a:cubicBezTo>
                    <a:pt x="1190093" y="1013630"/>
                    <a:pt x="1186459" y="1009290"/>
                    <a:pt x="1186324" y="1008853"/>
                  </a:cubicBezTo>
                  <a:cubicBezTo>
                    <a:pt x="1186189" y="1008415"/>
                    <a:pt x="1184305" y="1004210"/>
                    <a:pt x="1184305" y="1004210"/>
                  </a:cubicBezTo>
                  <a:cubicBezTo>
                    <a:pt x="1184305" y="1004210"/>
                    <a:pt x="1182117" y="1002629"/>
                    <a:pt x="1181545" y="1002629"/>
                  </a:cubicBezTo>
                  <a:cubicBezTo>
                    <a:pt x="1180973" y="1002629"/>
                    <a:pt x="1177776" y="1000880"/>
                    <a:pt x="1177776" y="1000880"/>
                  </a:cubicBezTo>
                  <a:lnTo>
                    <a:pt x="1174545" y="998828"/>
                  </a:lnTo>
                  <a:cubicBezTo>
                    <a:pt x="1174545" y="998828"/>
                    <a:pt x="1171785" y="997314"/>
                    <a:pt x="1171348" y="997449"/>
                  </a:cubicBezTo>
                  <a:cubicBezTo>
                    <a:pt x="1170910" y="997583"/>
                    <a:pt x="1170910" y="998593"/>
                    <a:pt x="1169329" y="998761"/>
                  </a:cubicBezTo>
                  <a:cubicBezTo>
                    <a:pt x="1167747" y="998895"/>
                    <a:pt x="1167141" y="998761"/>
                    <a:pt x="1167141" y="998761"/>
                  </a:cubicBezTo>
                  <a:lnTo>
                    <a:pt x="1164819" y="996574"/>
                  </a:lnTo>
                  <a:lnTo>
                    <a:pt x="1164078" y="993378"/>
                  </a:lnTo>
                  <a:lnTo>
                    <a:pt x="1164953" y="990486"/>
                  </a:lnTo>
                  <a:lnTo>
                    <a:pt x="1164953" y="987021"/>
                  </a:lnTo>
                  <a:lnTo>
                    <a:pt x="1164953" y="984565"/>
                  </a:lnTo>
                  <a:lnTo>
                    <a:pt x="1165694" y="981369"/>
                  </a:lnTo>
                  <a:cubicBezTo>
                    <a:pt x="1165694" y="981369"/>
                    <a:pt x="1167141" y="979048"/>
                    <a:pt x="1167578" y="978611"/>
                  </a:cubicBezTo>
                  <a:cubicBezTo>
                    <a:pt x="1168016" y="978173"/>
                    <a:pt x="1168319" y="976861"/>
                    <a:pt x="1168319" y="976861"/>
                  </a:cubicBezTo>
                  <a:lnTo>
                    <a:pt x="1169901" y="974406"/>
                  </a:lnTo>
                  <a:lnTo>
                    <a:pt x="1170607" y="973531"/>
                  </a:lnTo>
                  <a:lnTo>
                    <a:pt x="1172055" y="971950"/>
                  </a:lnTo>
                  <a:cubicBezTo>
                    <a:pt x="1172055" y="971950"/>
                    <a:pt x="1173939" y="971244"/>
                    <a:pt x="1174511" y="970504"/>
                  </a:cubicBezTo>
                  <a:cubicBezTo>
                    <a:pt x="1175084" y="969763"/>
                    <a:pt x="1175824" y="970638"/>
                    <a:pt x="1177103" y="970504"/>
                  </a:cubicBezTo>
                  <a:cubicBezTo>
                    <a:pt x="1178415" y="970369"/>
                    <a:pt x="1179559" y="970504"/>
                    <a:pt x="1180300" y="970504"/>
                  </a:cubicBezTo>
                  <a:cubicBezTo>
                    <a:pt x="1181007" y="970504"/>
                    <a:pt x="1182757" y="969763"/>
                    <a:pt x="1182757" y="969763"/>
                  </a:cubicBezTo>
                  <a:lnTo>
                    <a:pt x="1183632" y="968620"/>
                  </a:lnTo>
                  <a:lnTo>
                    <a:pt x="1183766" y="967039"/>
                  </a:lnTo>
                  <a:cubicBezTo>
                    <a:pt x="1183766" y="967039"/>
                    <a:pt x="1184204" y="964852"/>
                    <a:pt x="1184204" y="964280"/>
                  </a:cubicBezTo>
                  <a:cubicBezTo>
                    <a:pt x="1184204" y="963708"/>
                    <a:pt x="1184069" y="962699"/>
                    <a:pt x="1184069" y="962699"/>
                  </a:cubicBezTo>
                  <a:lnTo>
                    <a:pt x="1183497" y="960075"/>
                  </a:lnTo>
                  <a:lnTo>
                    <a:pt x="1182353" y="958763"/>
                  </a:lnTo>
                  <a:cubicBezTo>
                    <a:pt x="1182353" y="958763"/>
                    <a:pt x="1179459" y="955130"/>
                    <a:pt x="1179156" y="954693"/>
                  </a:cubicBezTo>
                  <a:cubicBezTo>
                    <a:pt x="1178853" y="954256"/>
                    <a:pt x="1177843" y="952675"/>
                    <a:pt x="1177843" y="952675"/>
                  </a:cubicBezTo>
                  <a:lnTo>
                    <a:pt x="1177103" y="947023"/>
                  </a:lnTo>
                  <a:cubicBezTo>
                    <a:pt x="1177103" y="947023"/>
                    <a:pt x="1177103" y="944399"/>
                    <a:pt x="1177103" y="943390"/>
                  </a:cubicBezTo>
                  <a:cubicBezTo>
                    <a:pt x="1177103" y="942381"/>
                    <a:pt x="1178920" y="938041"/>
                    <a:pt x="1178920" y="938041"/>
                  </a:cubicBezTo>
                  <a:lnTo>
                    <a:pt x="1179997" y="935855"/>
                  </a:lnTo>
                  <a:lnTo>
                    <a:pt x="1189286" y="935720"/>
                  </a:lnTo>
                  <a:lnTo>
                    <a:pt x="1195243" y="934274"/>
                  </a:lnTo>
                  <a:lnTo>
                    <a:pt x="1201199" y="936595"/>
                  </a:lnTo>
                  <a:lnTo>
                    <a:pt x="1204969" y="935283"/>
                  </a:lnTo>
                  <a:lnTo>
                    <a:pt x="1207560" y="933096"/>
                  </a:lnTo>
                  <a:lnTo>
                    <a:pt x="1214964" y="932793"/>
                  </a:lnTo>
                  <a:cubicBezTo>
                    <a:pt x="1214964" y="932793"/>
                    <a:pt x="1221493" y="933231"/>
                    <a:pt x="1222065" y="933231"/>
                  </a:cubicBezTo>
                  <a:cubicBezTo>
                    <a:pt x="1222637" y="933231"/>
                    <a:pt x="1225834" y="937436"/>
                    <a:pt x="1225834" y="937436"/>
                  </a:cubicBezTo>
                  <a:cubicBezTo>
                    <a:pt x="1225834" y="937436"/>
                    <a:pt x="1229469" y="938882"/>
                    <a:pt x="1231186" y="940060"/>
                  </a:cubicBezTo>
                  <a:cubicBezTo>
                    <a:pt x="1232936" y="941237"/>
                    <a:pt x="1235089" y="943255"/>
                    <a:pt x="1235089" y="943693"/>
                  </a:cubicBezTo>
                  <a:cubicBezTo>
                    <a:pt x="1235089" y="944130"/>
                    <a:pt x="1231758" y="946149"/>
                    <a:pt x="1231758" y="946149"/>
                  </a:cubicBezTo>
                  <a:lnTo>
                    <a:pt x="1233642" y="950488"/>
                  </a:lnTo>
                  <a:lnTo>
                    <a:pt x="1237849" y="955568"/>
                  </a:lnTo>
                  <a:lnTo>
                    <a:pt x="1243200" y="959200"/>
                  </a:lnTo>
                  <a:lnTo>
                    <a:pt x="1247104" y="960075"/>
                  </a:lnTo>
                  <a:lnTo>
                    <a:pt x="1248114" y="957317"/>
                  </a:lnTo>
                  <a:lnTo>
                    <a:pt x="1249124" y="951968"/>
                  </a:lnTo>
                  <a:lnTo>
                    <a:pt x="1252725" y="951262"/>
                  </a:lnTo>
                  <a:lnTo>
                    <a:pt x="1255350" y="953717"/>
                  </a:lnTo>
                  <a:lnTo>
                    <a:pt x="1261138" y="957350"/>
                  </a:lnTo>
                  <a:cubicBezTo>
                    <a:pt x="1261138" y="957350"/>
                    <a:pt x="1264773" y="957350"/>
                    <a:pt x="1265177" y="956644"/>
                  </a:cubicBezTo>
                  <a:cubicBezTo>
                    <a:pt x="1265614" y="955904"/>
                    <a:pt x="1270696" y="956644"/>
                    <a:pt x="1270696" y="956644"/>
                  </a:cubicBezTo>
                  <a:lnTo>
                    <a:pt x="1273893" y="953886"/>
                  </a:lnTo>
                  <a:lnTo>
                    <a:pt x="1274768" y="950858"/>
                  </a:lnTo>
                  <a:lnTo>
                    <a:pt x="1275071" y="947090"/>
                  </a:lnTo>
                  <a:lnTo>
                    <a:pt x="1278100" y="946788"/>
                  </a:lnTo>
                  <a:lnTo>
                    <a:pt x="1281432" y="948806"/>
                  </a:lnTo>
                  <a:lnTo>
                    <a:pt x="1281432" y="950993"/>
                  </a:lnTo>
                  <a:lnTo>
                    <a:pt x="1283821" y="953314"/>
                  </a:lnTo>
                  <a:lnTo>
                    <a:pt x="1287523" y="951733"/>
                  </a:lnTo>
                  <a:lnTo>
                    <a:pt x="1290721" y="949411"/>
                  </a:lnTo>
                  <a:cubicBezTo>
                    <a:pt x="1290721" y="949411"/>
                    <a:pt x="1292605" y="949714"/>
                    <a:pt x="1294793" y="949411"/>
                  </a:cubicBezTo>
                  <a:cubicBezTo>
                    <a:pt x="1296980" y="949109"/>
                    <a:pt x="1297687" y="948537"/>
                    <a:pt x="1299134" y="947965"/>
                  </a:cubicBezTo>
                  <a:cubicBezTo>
                    <a:pt x="1300581" y="947393"/>
                    <a:pt x="1302331" y="947225"/>
                    <a:pt x="1304216" y="946956"/>
                  </a:cubicBezTo>
                  <a:cubicBezTo>
                    <a:pt x="1306101" y="946687"/>
                    <a:pt x="1306538" y="945812"/>
                    <a:pt x="1308255" y="944803"/>
                  </a:cubicBezTo>
                  <a:cubicBezTo>
                    <a:pt x="1310005" y="943794"/>
                    <a:pt x="1309702" y="944063"/>
                    <a:pt x="1310442" y="943794"/>
                  </a:cubicBezTo>
                  <a:cubicBezTo>
                    <a:pt x="1311149" y="943491"/>
                    <a:pt x="1310745" y="941910"/>
                    <a:pt x="1310745" y="941910"/>
                  </a:cubicBezTo>
                  <a:lnTo>
                    <a:pt x="1305663" y="936830"/>
                  </a:lnTo>
                  <a:lnTo>
                    <a:pt x="1304216" y="940295"/>
                  </a:lnTo>
                  <a:lnTo>
                    <a:pt x="1299000" y="941876"/>
                  </a:lnTo>
                  <a:lnTo>
                    <a:pt x="1295971" y="939421"/>
                  </a:lnTo>
                  <a:lnTo>
                    <a:pt x="1294221" y="935653"/>
                  </a:lnTo>
                  <a:lnTo>
                    <a:pt x="1292033" y="933466"/>
                  </a:lnTo>
                  <a:lnTo>
                    <a:pt x="1289408" y="932020"/>
                  </a:lnTo>
                  <a:cubicBezTo>
                    <a:pt x="1289408" y="932020"/>
                    <a:pt x="1285201" y="928992"/>
                    <a:pt x="1284898" y="928118"/>
                  </a:cubicBezTo>
                  <a:cubicBezTo>
                    <a:pt x="1284629" y="927243"/>
                    <a:pt x="1283148" y="923913"/>
                    <a:pt x="1283148" y="923913"/>
                  </a:cubicBezTo>
                  <a:lnTo>
                    <a:pt x="1283283" y="919573"/>
                  </a:lnTo>
                  <a:lnTo>
                    <a:pt x="1287355" y="921322"/>
                  </a:lnTo>
                  <a:cubicBezTo>
                    <a:pt x="1287355" y="921322"/>
                    <a:pt x="1290821" y="922634"/>
                    <a:pt x="1291427" y="922466"/>
                  </a:cubicBezTo>
                  <a:cubicBezTo>
                    <a:pt x="1292000" y="922332"/>
                    <a:pt x="1292000" y="920145"/>
                    <a:pt x="1292000" y="920145"/>
                  </a:cubicBezTo>
                  <a:lnTo>
                    <a:pt x="1291697" y="915805"/>
                  </a:lnTo>
                  <a:lnTo>
                    <a:pt x="1289947" y="912172"/>
                  </a:lnTo>
                  <a:lnTo>
                    <a:pt x="1289812" y="908708"/>
                  </a:lnTo>
                  <a:lnTo>
                    <a:pt x="1292000" y="907396"/>
                  </a:lnTo>
                  <a:lnTo>
                    <a:pt x="1296644" y="910726"/>
                  </a:lnTo>
                  <a:lnTo>
                    <a:pt x="1300851" y="914056"/>
                  </a:lnTo>
                  <a:cubicBezTo>
                    <a:pt x="1300851" y="914056"/>
                    <a:pt x="1307952" y="915200"/>
                    <a:pt x="1308827" y="915368"/>
                  </a:cubicBezTo>
                  <a:cubicBezTo>
                    <a:pt x="1309702" y="915503"/>
                    <a:pt x="1312596" y="918127"/>
                    <a:pt x="1313168" y="918261"/>
                  </a:cubicBezTo>
                  <a:cubicBezTo>
                    <a:pt x="1313740" y="918396"/>
                    <a:pt x="1316500" y="920145"/>
                    <a:pt x="1316500" y="920145"/>
                  </a:cubicBezTo>
                  <a:lnTo>
                    <a:pt x="1318957" y="918127"/>
                  </a:lnTo>
                  <a:lnTo>
                    <a:pt x="1322861" y="916108"/>
                  </a:lnTo>
                  <a:lnTo>
                    <a:pt x="1327068" y="914561"/>
                  </a:lnTo>
                  <a:lnTo>
                    <a:pt x="1328649" y="911769"/>
                  </a:lnTo>
                  <a:lnTo>
                    <a:pt x="1331981" y="908741"/>
                  </a:lnTo>
                  <a:cubicBezTo>
                    <a:pt x="1331981" y="908741"/>
                    <a:pt x="1336895" y="909885"/>
                    <a:pt x="1337770" y="910053"/>
                  </a:cubicBezTo>
                  <a:cubicBezTo>
                    <a:pt x="1338645" y="910188"/>
                    <a:pt x="1341236" y="910490"/>
                    <a:pt x="1341236" y="910490"/>
                  </a:cubicBezTo>
                  <a:cubicBezTo>
                    <a:pt x="1341236" y="910490"/>
                    <a:pt x="1344265" y="913686"/>
                    <a:pt x="1344871" y="913821"/>
                  </a:cubicBezTo>
                  <a:cubicBezTo>
                    <a:pt x="1345443" y="913955"/>
                    <a:pt x="1348775" y="914527"/>
                    <a:pt x="1350087" y="914595"/>
                  </a:cubicBezTo>
                  <a:cubicBezTo>
                    <a:pt x="1351400" y="914628"/>
                    <a:pt x="1354294" y="913081"/>
                    <a:pt x="1354732" y="912946"/>
                  </a:cubicBezTo>
                  <a:cubicBezTo>
                    <a:pt x="1355169" y="912812"/>
                    <a:pt x="1356616" y="912374"/>
                    <a:pt x="1357491" y="912374"/>
                  </a:cubicBezTo>
                  <a:cubicBezTo>
                    <a:pt x="1358366" y="912374"/>
                    <a:pt x="1361126" y="914393"/>
                    <a:pt x="1361833" y="914393"/>
                  </a:cubicBezTo>
                  <a:cubicBezTo>
                    <a:pt x="1362539" y="914393"/>
                    <a:pt x="1368631" y="914830"/>
                    <a:pt x="1368799" y="914393"/>
                  </a:cubicBezTo>
                  <a:cubicBezTo>
                    <a:pt x="1368934" y="913955"/>
                    <a:pt x="1371121" y="911062"/>
                    <a:pt x="1371121" y="911062"/>
                  </a:cubicBezTo>
                  <a:cubicBezTo>
                    <a:pt x="1371121" y="911062"/>
                    <a:pt x="1370246" y="906151"/>
                    <a:pt x="1369809" y="905983"/>
                  </a:cubicBezTo>
                  <a:cubicBezTo>
                    <a:pt x="1369371" y="905848"/>
                    <a:pt x="1368631" y="902350"/>
                    <a:pt x="1368631" y="902350"/>
                  </a:cubicBezTo>
                  <a:lnTo>
                    <a:pt x="1370078" y="897270"/>
                  </a:lnTo>
                  <a:lnTo>
                    <a:pt x="1369943" y="893805"/>
                  </a:lnTo>
                  <a:lnTo>
                    <a:pt x="1372703" y="890609"/>
                  </a:lnTo>
                  <a:lnTo>
                    <a:pt x="1375732" y="890609"/>
                  </a:lnTo>
                  <a:lnTo>
                    <a:pt x="1376876" y="889028"/>
                  </a:lnTo>
                  <a:lnTo>
                    <a:pt x="1374857" y="885563"/>
                  </a:lnTo>
                  <a:lnTo>
                    <a:pt x="1372535" y="883242"/>
                  </a:lnTo>
                  <a:cubicBezTo>
                    <a:pt x="1372535" y="883242"/>
                    <a:pt x="1368025" y="877894"/>
                    <a:pt x="1367756" y="877288"/>
                  </a:cubicBezTo>
                  <a:cubicBezTo>
                    <a:pt x="1367453" y="876716"/>
                    <a:pt x="1366612" y="871334"/>
                    <a:pt x="1366612" y="871334"/>
                  </a:cubicBezTo>
                  <a:lnTo>
                    <a:pt x="1365198" y="866591"/>
                  </a:lnTo>
                  <a:lnTo>
                    <a:pt x="1365434" y="862453"/>
                  </a:lnTo>
                  <a:lnTo>
                    <a:pt x="1365097" y="857575"/>
                  </a:lnTo>
                  <a:cubicBezTo>
                    <a:pt x="1365097" y="857575"/>
                    <a:pt x="1364895" y="855826"/>
                    <a:pt x="1364895" y="855523"/>
                  </a:cubicBezTo>
                  <a:cubicBezTo>
                    <a:pt x="1364895" y="855187"/>
                    <a:pt x="1364895" y="852799"/>
                    <a:pt x="1364996" y="852496"/>
                  </a:cubicBezTo>
                  <a:cubicBezTo>
                    <a:pt x="1365097" y="852193"/>
                    <a:pt x="1365333" y="849132"/>
                    <a:pt x="1365232" y="848594"/>
                  </a:cubicBezTo>
                  <a:cubicBezTo>
                    <a:pt x="1365131" y="848055"/>
                    <a:pt x="1365468" y="845532"/>
                    <a:pt x="1365468" y="845532"/>
                  </a:cubicBezTo>
                  <a:cubicBezTo>
                    <a:pt x="1365468" y="845532"/>
                    <a:pt x="1365905" y="843918"/>
                    <a:pt x="1365905" y="843245"/>
                  </a:cubicBezTo>
                  <a:cubicBezTo>
                    <a:pt x="1365905" y="842572"/>
                    <a:pt x="1366881" y="842168"/>
                    <a:pt x="1367655" y="841933"/>
                  </a:cubicBezTo>
                  <a:cubicBezTo>
                    <a:pt x="1368429" y="841731"/>
                    <a:pt x="1368968" y="841058"/>
                    <a:pt x="1369270" y="840957"/>
                  </a:cubicBezTo>
                  <a:cubicBezTo>
                    <a:pt x="1369607" y="840856"/>
                    <a:pt x="1371323" y="839645"/>
                    <a:pt x="1371323" y="839645"/>
                  </a:cubicBezTo>
                  <a:cubicBezTo>
                    <a:pt x="1371323" y="839645"/>
                    <a:pt x="1374150" y="839309"/>
                    <a:pt x="1374487" y="838872"/>
                  </a:cubicBezTo>
                  <a:cubicBezTo>
                    <a:pt x="1374823" y="838434"/>
                    <a:pt x="1378492" y="839107"/>
                    <a:pt x="1378828" y="838872"/>
                  </a:cubicBezTo>
                  <a:cubicBezTo>
                    <a:pt x="1379165" y="838670"/>
                    <a:pt x="1381554" y="838872"/>
                    <a:pt x="1381554" y="838872"/>
                  </a:cubicBezTo>
                  <a:lnTo>
                    <a:pt x="1383304" y="838098"/>
                  </a:lnTo>
                  <a:cubicBezTo>
                    <a:pt x="1383304" y="838098"/>
                    <a:pt x="1384617" y="835710"/>
                    <a:pt x="1384819" y="834835"/>
                  </a:cubicBezTo>
                  <a:cubicBezTo>
                    <a:pt x="1385021" y="833960"/>
                    <a:pt x="1385795" y="832346"/>
                    <a:pt x="1385795" y="832346"/>
                  </a:cubicBezTo>
                  <a:lnTo>
                    <a:pt x="1385526" y="829621"/>
                  </a:lnTo>
                  <a:close/>
                </a:path>
              </a:pathLst>
            </a:custGeom>
            <a:solidFill>
              <a:srgbClr val="BB3023">
                <a:alpha val="61145"/>
              </a:srgbClr>
            </a:solidFill>
            <a:ln w="6350" cap="flat">
              <a:solidFill>
                <a:schemeClr val="bg1"/>
              </a:solidFill>
              <a:prstDash val="solid"/>
              <a:miter/>
            </a:ln>
          </p:spPr>
          <p:txBody>
            <a:bodyPr rtlCol="0" anchor="ctr"/>
            <a:lstStyle/>
            <a:p>
              <a:endParaRPr lang="en-US"/>
            </a:p>
          </p:txBody>
        </p:sp>
        <p:sp>
          <p:nvSpPr>
            <p:cNvPr id="191" name="Freeform 908">
              <a:extLst>
                <a:ext uri="{FF2B5EF4-FFF2-40B4-BE49-F238E27FC236}">
                  <a16:creationId xmlns:a16="http://schemas.microsoft.com/office/drawing/2014/main" id="{8F69510B-52ED-9865-FE7A-2DE9EC000953}"/>
                </a:ext>
              </a:extLst>
            </p:cNvPr>
            <p:cNvSpPr/>
            <p:nvPr/>
          </p:nvSpPr>
          <p:spPr>
            <a:xfrm>
              <a:off x="7125555" y="2850549"/>
              <a:ext cx="549716" cy="494528"/>
            </a:xfrm>
            <a:custGeom>
              <a:avLst/>
              <a:gdLst>
                <a:gd name="connsiteX0" fmla="*/ 1054161 w 1055399"/>
                <a:gd name="connsiteY0" fmla="*/ 318904 h 949444"/>
                <a:gd name="connsiteX1" fmla="*/ 1050089 w 1055399"/>
                <a:gd name="connsiteY1" fmla="*/ 315843 h 949444"/>
                <a:gd name="connsiteX2" fmla="*/ 1043728 w 1055399"/>
                <a:gd name="connsiteY2" fmla="*/ 312647 h 949444"/>
                <a:gd name="connsiteX3" fmla="*/ 1040700 w 1055399"/>
                <a:gd name="connsiteY3" fmla="*/ 311200 h 949444"/>
                <a:gd name="connsiteX4" fmla="*/ 1037065 w 1055399"/>
                <a:gd name="connsiteY4" fmla="*/ 309316 h 949444"/>
                <a:gd name="connsiteX5" fmla="*/ 1036190 w 1055399"/>
                <a:gd name="connsiteY5" fmla="*/ 306121 h 949444"/>
                <a:gd name="connsiteX6" fmla="*/ 1032858 w 1055399"/>
                <a:gd name="connsiteY6" fmla="*/ 303665 h 949444"/>
                <a:gd name="connsiteX7" fmla="*/ 1031478 w 1055399"/>
                <a:gd name="connsiteY7" fmla="*/ 302219 h 949444"/>
                <a:gd name="connsiteX8" fmla="*/ 1031411 w 1055399"/>
                <a:gd name="connsiteY8" fmla="*/ 298316 h 949444"/>
                <a:gd name="connsiteX9" fmla="*/ 1031411 w 1055399"/>
                <a:gd name="connsiteY9" fmla="*/ 292396 h 949444"/>
                <a:gd name="connsiteX10" fmla="*/ 1031276 w 1055399"/>
                <a:gd name="connsiteY10" fmla="*/ 290949 h 949444"/>
                <a:gd name="connsiteX11" fmla="*/ 1036190 w 1055399"/>
                <a:gd name="connsiteY11" fmla="*/ 290949 h 949444"/>
                <a:gd name="connsiteX12" fmla="*/ 1038815 w 1055399"/>
                <a:gd name="connsiteY12" fmla="*/ 294582 h 949444"/>
                <a:gd name="connsiteX13" fmla="*/ 1040397 w 1055399"/>
                <a:gd name="connsiteY13" fmla="*/ 293708 h 949444"/>
                <a:gd name="connsiteX14" fmla="*/ 1041103 w 1055399"/>
                <a:gd name="connsiteY14" fmla="*/ 287922 h 949444"/>
                <a:gd name="connsiteX15" fmla="*/ 1041406 w 1055399"/>
                <a:gd name="connsiteY15" fmla="*/ 285163 h 949444"/>
                <a:gd name="connsiteX16" fmla="*/ 1042854 w 1055399"/>
                <a:gd name="connsiteY16" fmla="*/ 284591 h 949444"/>
                <a:gd name="connsiteX17" fmla="*/ 1044435 w 1055399"/>
                <a:gd name="connsiteY17" fmla="*/ 284591 h 949444"/>
                <a:gd name="connsiteX18" fmla="*/ 1046185 w 1055399"/>
                <a:gd name="connsiteY18" fmla="*/ 284591 h 949444"/>
                <a:gd name="connsiteX19" fmla="*/ 1047060 w 1055399"/>
                <a:gd name="connsiteY19" fmla="*/ 282842 h 949444"/>
                <a:gd name="connsiteX20" fmla="*/ 1047060 w 1055399"/>
                <a:gd name="connsiteY20" fmla="*/ 281967 h 949444"/>
                <a:gd name="connsiteX21" fmla="*/ 1047363 w 1055399"/>
                <a:gd name="connsiteY21" fmla="*/ 278502 h 949444"/>
                <a:gd name="connsiteX22" fmla="*/ 1046219 w 1055399"/>
                <a:gd name="connsiteY22" fmla="*/ 278502 h 949444"/>
                <a:gd name="connsiteX23" fmla="*/ 1043897 w 1055399"/>
                <a:gd name="connsiteY23" fmla="*/ 276047 h 949444"/>
                <a:gd name="connsiteX24" fmla="*/ 1042147 w 1055399"/>
                <a:gd name="connsiteY24" fmla="*/ 275038 h 949444"/>
                <a:gd name="connsiteX25" fmla="*/ 1040834 w 1055399"/>
                <a:gd name="connsiteY25" fmla="*/ 273457 h 949444"/>
                <a:gd name="connsiteX26" fmla="*/ 1041406 w 1055399"/>
                <a:gd name="connsiteY26" fmla="*/ 271438 h 949444"/>
                <a:gd name="connsiteX27" fmla="*/ 1041709 w 1055399"/>
                <a:gd name="connsiteY27" fmla="*/ 269689 h 949444"/>
                <a:gd name="connsiteX28" fmla="*/ 1042147 w 1055399"/>
                <a:gd name="connsiteY28" fmla="*/ 267805 h 949444"/>
                <a:gd name="connsiteX29" fmla="*/ 1044469 w 1055399"/>
                <a:gd name="connsiteY29" fmla="*/ 265417 h 949444"/>
                <a:gd name="connsiteX30" fmla="*/ 1046219 w 1055399"/>
                <a:gd name="connsiteY30" fmla="*/ 263735 h 949444"/>
                <a:gd name="connsiteX31" fmla="*/ 1039051 w 1055399"/>
                <a:gd name="connsiteY31" fmla="*/ 263735 h 949444"/>
                <a:gd name="connsiteX32" fmla="*/ 1036223 w 1055399"/>
                <a:gd name="connsiteY32" fmla="*/ 263735 h 949444"/>
                <a:gd name="connsiteX33" fmla="*/ 1034709 w 1055399"/>
                <a:gd name="connsiteY33" fmla="*/ 263735 h 949444"/>
                <a:gd name="connsiteX34" fmla="*/ 1033194 w 1055399"/>
                <a:gd name="connsiteY34" fmla="*/ 261884 h 949444"/>
                <a:gd name="connsiteX35" fmla="*/ 1031445 w 1055399"/>
                <a:gd name="connsiteY35" fmla="*/ 260135 h 949444"/>
                <a:gd name="connsiteX36" fmla="*/ 1029594 w 1055399"/>
                <a:gd name="connsiteY36" fmla="*/ 259059 h 949444"/>
                <a:gd name="connsiteX37" fmla="*/ 1028180 w 1055399"/>
                <a:gd name="connsiteY37" fmla="*/ 259059 h 949444"/>
                <a:gd name="connsiteX38" fmla="*/ 1026868 w 1055399"/>
                <a:gd name="connsiteY38" fmla="*/ 259934 h 949444"/>
                <a:gd name="connsiteX39" fmla="*/ 1025218 w 1055399"/>
                <a:gd name="connsiteY39" fmla="*/ 261145 h 949444"/>
                <a:gd name="connsiteX40" fmla="*/ 1023267 w 1055399"/>
                <a:gd name="connsiteY40" fmla="*/ 262120 h 949444"/>
                <a:gd name="connsiteX41" fmla="*/ 1021415 w 1055399"/>
                <a:gd name="connsiteY41" fmla="*/ 262457 h 949444"/>
                <a:gd name="connsiteX42" fmla="*/ 1019766 w 1055399"/>
                <a:gd name="connsiteY42" fmla="*/ 262894 h 949444"/>
                <a:gd name="connsiteX43" fmla="*/ 1016939 w 1055399"/>
                <a:gd name="connsiteY43" fmla="*/ 263768 h 949444"/>
                <a:gd name="connsiteX44" fmla="*/ 1015189 w 1055399"/>
                <a:gd name="connsiteY44" fmla="*/ 263768 h 949444"/>
                <a:gd name="connsiteX45" fmla="*/ 1012362 w 1055399"/>
                <a:gd name="connsiteY45" fmla="*/ 262995 h 949444"/>
                <a:gd name="connsiteX46" fmla="*/ 1010074 w 1055399"/>
                <a:gd name="connsiteY46" fmla="*/ 262995 h 949444"/>
                <a:gd name="connsiteX47" fmla="*/ 1008425 w 1055399"/>
                <a:gd name="connsiteY47" fmla="*/ 262894 h 949444"/>
                <a:gd name="connsiteX48" fmla="*/ 1006136 w 1055399"/>
                <a:gd name="connsiteY48" fmla="*/ 263768 h 949444"/>
                <a:gd name="connsiteX49" fmla="*/ 1004521 w 1055399"/>
                <a:gd name="connsiteY49" fmla="*/ 264845 h 949444"/>
                <a:gd name="connsiteX50" fmla="*/ 1003309 w 1055399"/>
                <a:gd name="connsiteY50" fmla="*/ 267334 h 949444"/>
                <a:gd name="connsiteX51" fmla="*/ 1003410 w 1055399"/>
                <a:gd name="connsiteY51" fmla="*/ 269285 h 949444"/>
                <a:gd name="connsiteX52" fmla="*/ 1003074 w 1055399"/>
                <a:gd name="connsiteY52" fmla="*/ 272111 h 949444"/>
                <a:gd name="connsiteX53" fmla="*/ 1001324 w 1055399"/>
                <a:gd name="connsiteY53" fmla="*/ 274163 h 949444"/>
                <a:gd name="connsiteX54" fmla="*/ 999372 w 1055399"/>
                <a:gd name="connsiteY54" fmla="*/ 275677 h 949444"/>
                <a:gd name="connsiteX55" fmla="*/ 997083 w 1055399"/>
                <a:gd name="connsiteY55" fmla="*/ 275677 h 949444"/>
                <a:gd name="connsiteX56" fmla="*/ 994997 w 1055399"/>
                <a:gd name="connsiteY56" fmla="*/ 273490 h 949444"/>
                <a:gd name="connsiteX57" fmla="*/ 992809 w 1055399"/>
                <a:gd name="connsiteY57" fmla="*/ 270227 h 949444"/>
                <a:gd name="connsiteX58" fmla="*/ 991093 w 1055399"/>
                <a:gd name="connsiteY58" fmla="*/ 267738 h 949444"/>
                <a:gd name="connsiteX59" fmla="*/ 988804 w 1055399"/>
                <a:gd name="connsiteY59" fmla="*/ 266325 h 949444"/>
                <a:gd name="connsiteX60" fmla="*/ 987290 w 1055399"/>
                <a:gd name="connsiteY60" fmla="*/ 263701 h 949444"/>
                <a:gd name="connsiteX61" fmla="*/ 984362 w 1055399"/>
                <a:gd name="connsiteY61" fmla="*/ 262826 h 949444"/>
                <a:gd name="connsiteX62" fmla="*/ 979785 w 1055399"/>
                <a:gd name="connsiteY62" fmla="*/ 260875 h 949444"/>
                <a:gd name="connsiteX63" fmla="*/ 979246 w 1055399"/>
                <a:gd name="connsiteY63" fmla="*/ 257949 h 949444"/>
                <a:gd name="connsiteX64" fmla="*/ 979347 w 1055399"/>
                <a:gd name="connsiteY64" fmla="*/ 255762 h 949444"/>
                <a:gd name="connsiteX65" fmla="*/ 978708 w 1055399"/>
                <a:gd name="connsiteY65" fmla="*/ 254013 h 949444"/>
                <a:gd name="connsiteX66" fmla="*/ 978607 w 1055399"/>
                <a:gd name="connsiteY66" fmla="*/ 250851 h 949444"/>
                <a:gd name="connsiteX67" fmla="*/ 975780 w 1055399"/>
                <a:gd name="connsiteY67" fmla="*/ 248563 h 949444"/>
                <a:gd name="connsiteX68" fmla="*/ 975780 w 1055399"/>
                <a:gd name="connsiteY68" fmla="*/ 247150 h 949444"/>
                <a:gd name="connsiteX69" fmla="*/ 973491 w 1055399"/>
                <a:gd name="connsiteY69" fmla="*/ 245401 h 949444"/>
                <a:gd name="connsiteX70" fmla="*/ 970765 w 1055399"/>
                <a:gd name="connsiteY70" fmla="*/ 244190 h 949444"/>
                <a:gd name="connsiteX71" fmla="*/ 966727 w 1055399"/>
                <a:gd name="connsiteY71" fmla="*/ 244089 h 949444"/>
                <a:gd name="connsiteX72" fmla="*/ 963361 w 1055399"/>
                <a:gd name="connsiteY72" fmla="*/ 244527 h 949444"/>
                <a:gd name="connsiteX73" fmla="*/ 961948 w 1055399"/>
                <a:gd name="connsiteY73" fmla="*/ 247016 h 949444"/>
                <a:gd name="connsiteX74" fmla="*/ 959154 w 1055399"/>
                <a:gd name="connsiteY74" fmla="*/ 247991 h 949444"/>
                <a:gd name="connsiteX75" fmla="*/ 955688 w 1055399"/>
                <a:gd name="connsiteY75" fmla="*/ 247991 h 949444"/>
                <a:gd name="connsiteX76" fmla="*/ 953400 w 1055399"/>
                <a:gd name="connsiteY76" fmla="*/ 247991 h 949444"/>
                <a:gd name="connsiteX77" fmla="*/ 951649 w 1055399"/>
                <a:gd name="connsiteY77" fmla="*/ 245704 h 949444"/>
                <a:gd name="connsiteX78" fmla="*/ 950236 w 1055399"/>
                <a:gd name="connsiteY78" fmla="*/ 242676 h 949444"/>
                <a:gd name="connsiteX79" fmla="*/ 949361 w 1055399"/>
                <a:gd name="connsiteY79" fmla="*/ 241465 h 949444"/>
                <a:gd name="connsiteX80" fmla="*/ 948385 w 1055399"/>
                <a:gd name="connsiteY80" fmla="*/ 240591 h 949444"/>
                <a:gd name="connsiteX81" fmla="*/ 947847 w 1055399"/>
                <a:gd name="connsiteY81" fmla="*/ 239615 h 949444"/>
                <a:gd name="connsiteX82" fmla="*/ 948284 w 1055399"/>
                <a:gd name="connsiteY82" fmla="*/ 235713 h 949444"/>
                <a:gd name="connsiteX83" fmla="*/ 950000 w 1055399"/>
                <a:gd name="connsiteY83" fmla="*/ 233762 h 949444"/>
                <a:gd name="connsiteX84" fmla="*/ 950438 w 1055399"/>
                <a:gd name="connsiteY84" fmla="*/ 231474 h 949444"/>
                <a:gd name="connsiteX85" fmla="*/ 949125 w 1055399"/>
                <a:gd name="connsiteY85" fmla="*/ 228447 h 949444"/>
                <a:gd name="connsiteX86" fmla="*/ 945760 w 1055399"/>
                <a:gd name="connsiteY86" fmla="*/ 228447 h 949444"/>
                <a:gd name="connsiteX87" fmla="*/ 941519 w 1055399"/>
                <a:gd name="connsiteY87" fmla="*/ 228548 h 949444"/>
                <a:gd name="connsiteX88" fmla="*/ 940544 w 1055399"/>
                <a:gd name="connsiteY88" fmla="*/ 229624 h 949444"/>
                <a:gd name="connsiteX89" fmla="*/ 939231 w 1055399"/>
                <a:gd name="connsiteY89" fmla="*/ 231912 h 949444"/>
                <a:gd name="connsiteX90" fmla="*/ 937481 w 1055399"/>
                <a:gd name="connsiteY90" fmla="*/ 232887 h 949444"/>
                <a:gd name="connsiteX91" fmla="*/ 936741 w 1055399"/>
                <a:gd name="connsiteY91" fmla="*/ 234199 h 949444"/>
                <a:gd name="connsiteX92" fmla="*/ 935664 w 1055399"/>
                <a:gd name="connsiteY92" fmla="*/ 234973 h 949444"/>
                <a:gd name="connsiteX93" fmla="*/ 935664 w 1055399"/>
                <a:gd name="connsiteY93" fmla="*/ 237698 h 949444"/>
                <a:gd name="connsiteX94" fmla="*/ 935933 w 1055399"/>
                <a:gd name="connsiteY94" fmla="*/ 239548 h 949444"/>
                <a:gd name="connsiteX95" fmla="*/ 934789 w 1055399"/>
                <a:gd name="connsiteY95" fmla="*/ 241499 h 949444"/>
                <a:gd name="connsiteX96" fmla="*/ 933274 w 1055399"/>
                <a:gd name="connsiteY96" fmla="*/ 241499 h 949444"/>
                <a:gd name="connsiteX97" fmla="*/ 930010 w 1055399"/>
                <a:gd name="connsiteY97" fmla="*/ 240961 h 949444"/>
                <a:gd name="connsiteX98" fmla="*/ 927418 w 1055399"/>
                <a:gd name="connsiteY98" fmla="*/ 240422 h 949444"/>
                <a:gd name="connsiteX99" fmla="*/ 925130 w 1055399"/>
                <a:gd name="connsiteY99" fmla="*/ 238370 h 949444"/>
                <a:gd name="connsiteX100" fmla="*/ 924894 w 1055399"/>
                <a:gd name="connsiteY100" fmla="*/ 235343 h 949444"/>
                <a:gd name="connsiteX101" fmla="*/ 924120 w 1055399"/>
                <a:gd name="connsiteY101" fmla="*/ 233156 h 949444"/>
                <a:gd name="connsiteX102" fmla="*/ 918904 w 1055399"/>
                <a:gd name="connsiteY102" fmla="*/ 230566 h 949444"/>
                <a:gd name="connsiteX103" fmla="*/ 916615 w 1055399"/>
                <a:gd name="connsiteY103" fmla="*/ 229489 h 949444"/>
                <a:gd name="connsiteX104" fmla="*/ 914327 w 1055399"/>
                <a:gd name="connsiteY104" fmla="*/ 226462 h 949444"/>
                <a:gd name="connsiteX105" fmla="*/ 914428 w 1055399"/>
                <a:gd name="connsiteY105" fmla="*/ 223636 h 949444"/>
                <a:gd name="connsiteX106" fmla="*/ 915303 w 1055399"/>
                <a:gd name="connsiteY106" fmla="*/ 221584 h 949444"/>
                <a:gd name="connsiteX107" fmla="*/ 916278 w 1055399"/>
                <a:gd name="connsiteY107" fmla="*/ 219398 h 949444"/>
                <a:gd name="connsiteX108" fmla="*/ 918029 w 1055399"/>
                <a:gd name="connsiteY108" fmla="*/ 217985 h 949444"/>
                <a:gd name="connsiteX109" fmla="*/ 918365 w 1055399"/>
                <a:gd name="connsiteY109" fmla="*/ 214183 h 949444"/>
                <a:gd name="connsiteX110" fmla="*/ 919880 w 1055399"/>
                <a:gd name="connsiteY110" fmla="*/ 212569 h 949444"/>
                <a:gd name="connsiteX111" fmla="*/ 920418 w 1055399"/>
                <a:gd name="connsiteY111" fmla="*/ 209407 h 949444"/>
                <a:gd name="connsiteX112" fmla="*/ 919005 w 1055399"/>
                <a:gd name="connsiteY112" fmla="*/ 207355 h 949444"/>
                <a:gd name="connsiteX113" fmla="*/ 917389 w 1055399"/>
                <a:gd name="connsiteY113" fmla="*/ 206480 h 949444"/>
                <a:gd name="connsiteX114" fmla="*/ 914226 w 1055399"/>
                <a:gd name="connsiteY114" fmla="*/ 206379 h 949444"/>
                <a:gd name="connsiteX115" fmla="*/ 910961 w 1055399"/>
                <a:gd name="connsiteY115" fmla="*/ 207792 h 949444"/>
                <a:gd name="connsiteX116" fmla="*/ 909783 w 1055399"/>
                <a:gd name="connsiteY116" fmla="*/ 209306 h 949444"/>
                <a:gd name="connsiteX117" fmla="*/ 907596 w 1055399"/>
                <a:gd name="connsiteY117" fmla="*/ 209642 h 949444"/>
                <a:gd name="connsiteX118" fmla="*/ 906081 w 1055399"/>
                <a:gd name="connsiteY118" fmla="*/ 209844 h 949444"/>
                <a:gd name="connsiteX119" fmla="*/ 904028 w 1055399"/>
                <a:gd name="connsiteY119" fmla="*/ 209945 h 949444"/>
                <a:gd name="connsiteX120" fmla="*/ 902177 w 1055399"/>
                <a:gd name="connsiteY120" fmla="*/ 210382 h 949444"/>
                <a:gd name="connsiteX121" fmla="*/ 899249 w 1055399"/>
                <a:gd name="connsiteY121" fmla="*/ 210483 h 949444"/>
                <a:gd name="connsiteX122" fmla="*/ 895345 w 1055399"/>
                <a:gd name="connsiteY122" fmla="*/ 209710 h 949444"/>
                <a:gd name="connsiteX123" fmla="*/ 892855 w 1055399"/>
                <a:gd name="connsiteY123" fmla="*/ 209609 h 949444"/>
                <a:gd name="connsiteX124" fmla="*/ 889692 w 1055399"/>
                <a:gd name="connsiteY124" fmla="*/ 209272 h 949444"/>
                <a:gd name="connsiteX125" fmla="*/ 888513 w 1055399"/>
                <a:gd name="connsiteY125" fmla="*/ 207960 h 949444"/>
                <a:gd name="connsiteX126" fmla="*/ 886999 w 1055399"/>
                <a:gd name="connsiteY126" fmla="*/ 204697 h 949444"/>
                <a:gd name="connsiteX127" fmla="*/ 883936 w 1055399"/>
                <a:gd name="connsiteY127" fmla="*/ 203520 h 949444"/>
                <a:gd name="connsiteX128" fmla="*/ 881984 w 1055399"/>
                <a:gd name="connsiteY128" fmla="*/ 202881 h 949444"/>
                <a:gd name="connsiteX129" fmla="*/ 880033 w 1055399"/>
                <a:gd name="connsiteY129" fmla="*/ 204092 h 949444"/>
                <a:gd name="connsiteX130" fmla="*/ 877407 w 1055399"/>
                <a:gd name="connsiteY130" fmla="*/ 205303 h 949444"/>
                <a:gd name="connsiteX131" fmla="*/ 875119 w 1055399"/>
                <a:gd name="connsiteY131" fmla="*/ 206951 h 949444"/>
                <a:gd name="connsiteX132" fmla="*/ 873706 w 1055399"/>
                <a:gd name="connsiteY132" fmla="*/ 207388 h 949444"/>
                <a:gd name="connsiteX133" fmla="*/ 871215 w 1055399"/>
                <a:gd name="connsiteY133" fmla="*/ 207927 h 949444"/>
                <a:gd name="connsiteX134" fmla="*/ 868052 w 1055399"/>
                <a:gd name="connsiteY134" fmla="*/ 208566 h 949444"/>
                <a:gd name="connsiteX135" fmla="*/ 865763 w 1055399"/>
                <a:gd name="connsiteY135" fmla="*/ 210517 h 949444"/>
                <a:gd name="connsiteX136" fmla="*/ 864249 w 1055399"/>
                <a:gd name="connsiteY136" fmla="*/ 212703 h 949444"/>
                <a:gd name="connsiteX137" fmla="*/ 862499 w 1055399"/>
                <a:gd name="connsiteY137" fmla="*/ 213343 h 949444"/>
                <a:gd name="connsiteX138" fmla="*/ 860311 w 1055399"/>
                <a:gd name="connsiteY138" fmla="*/ 214856 h 949444"/>
                <a:gd name="connsiteX139" fmla="*/ 857585 w 1055399"/>
                <a:gd name="connsiteY139" fmla="*/ 215731 h 949444"/>
                <a:gd name="connsiteX140" fmla="*/ 856508 w 1055399"/>
                <a:gd name="connsiteY140" fmla="*/ 216807 h 949444"/>
                <a:gd name="connsiteX141" fmla="*/ 854018 w 1055399"/>
                <a:gd name="connsiteY141" fmla="*/ 216807 h 949444"/>
                <a:gd name="connsiteX142" fmla="*/ 852806 w 1055399"/>
                <a:gd name="connsiteY142" fmla="*/ 214756 h 949444"/>
                <a:gd name="connsiteX143" fmla="*/ 848667 w 1055399"/>
                <a:gd name="connsiteY143" fmla="*/ 211593 h 949444"/>
                <a:gd name="connsiteX144" fmla="*/ 845503 w 1055399"/>
                <a:gd name="connsiteY144" fmla="*/ 211593 h 949444"/>
                <a:gd name="connsiteX145" fmla="*/ 842339 w 1055399"/>
                <a:gd name="connsiteY145" fmla="*/ 210719 h 949444"/>
                <a:gd name="connsiteX146" fmla="*/ 837998 w 1055399"/>
                <a:gd name="connsiteY146" fmla="*/ 208431 h 949444"/>
                <a:gd name="connsiteX147" fmla="*/ 836147 w 1055399"/>
                <a:gd name="connsiteY147" fmla="*/ 207220 h 949444"/>
                <a:gd name="connsiteX148" fmla="*/ 833118 w 1055399"/>
                <a:gd name="connsiteY148" fmla="*/ 205807 h 949444"/>
                <a:gd name="connsiteX149" fmla="*/ 829214 w 1055399"/>
                <a:gd name="connsiteY149" fmla="*/ 204495 h 949444"/>
                <a:gd name="connsiteX150" fmla="*/ 825950 w 1055399"/>
                <a:gd name="connsiteY150" fmla="*/ 203217 h 949444"/>
                <a:gd name="connsiteX151" fmla="*/ 824738 w 1055399"/>
                <a:gd name="connsiteY151" fmla="*/ 202208 h 949444"/>
                <a:gd name="connsiteX152" fmla="*/ 824637 w 1055399"/>
                <a:gd name="connsiteY152" fmla="*/ 199180 h 949444"/>
                <a:gd name="connsiteX153" fmla="*/ 825613 w 1055399"/>
                <a:gd name="connsiteY153" fmla="*/ 197128 h 949444"/>
                <a:gd name="connsiteX154" fmla="*/ 827902 w 1055399"/>
                <a:gd name="connsiteY154" fmla="*/ 195715 h 949444"/>
                <a:gd name="connsiteX155" fmla="*/ 828878 w 1055399"/>
                <a:gd name="connsiteY155" fmla="*/ 194639 h 949444"/>
                <a:gd name="connsiteX156" fmla="*/ 828339 w 1055399"/>
                <a:gd name="connsiteY156" fmla="*/ 191712 h 949444"/>
                <a:gd name="connsiteX157" fmla="*/ 827027 w 1055399"/>
                <a:gd name="connsiteY157" fmla="*/ 190198 h 949444"/>
                <a:gd name="connsiteX158" fmla="*/ 820397 w 1055399"/>
                <a:gd name="connsiteY158" fmla="*/ 189660 h 949444"/>
                <a:gd name="connsiteX159" fmla="*/ 817805 w 1055399"/>
                <a:gd name="connsiteY159" fmla="*/ 189223 h 949444"/>
                <a:gd name="connsiteX160" fmla="*/ 810401 w 1055399"/>
                <a:gd name="connsiteY160" fmla="*/ 190535 h 949444"/>
                <a:gd name="connsiteX161" fmla="*/ 807574 w 1055399"/>
                <a:gd name="connsiteY161" fmla="*/ 192284 h 949444"/>
                <a:gd name="connsiteX162" fmla="*/ 805622 w 1055399"/>
                <a:gd name="connsiteY162" fmla="*/ 191847 h 949444"/>
                <a:gd name="connsiteX163" fmla="*/ 802358 w 1055399"/>
                <a:gd name="connsiteY163" fmla="*/ 190098 h 949444"/>
                <a:gd name="connsiteX164" fmla="*/ 800608 w 1055399"/>
                <a:gd name="connsiteY164" fmla="*/ 192486 h 949444"/>
                <a:gd name="connsiteX165" fmla="*/ 798858 w 1055399"/>
                <a:gd name="connsiteY165" fmla="*/ 194437 h 949444"/>
                <a:gd name="connsiteX166" fmla="*/ 796704 w 1055399"/>
                <a:gd name="connsiteY166" fmla="*/ 196826 h 949444"/>
                <a:gd name="connsiteX167" fmla="*/ 793002 w 1055399"/>
                <a:gd name="connsiteY167" fmla="*/ 199012 h 949444"/>
                <a:gd name="connsiteX168" fmla="*/ 787987 w 1055399"/>
                <a:gd name="connsiteY168" fmla="*/ 201838 h 949444"/>
                <a:gd name="connsiteX169" fmla="*/ 783410 w 1055399"/>
                <a:gd name="connsiteY169" fmla="*/ 202914 h 949444"/>
                <a:gd name="connsiteX170" fmla="*/ 778429 w 1055399"/>
                <a:gd name="connsiteY170" fmla="*/ 202914 h 949444"/>
                <a:gd name="connsiteX171" fmla="*/ 774290 w 1055399"/>
                <a:gd name="connsiteY171" fmla="*/ 202914 h 949444"/>
                <a:gd name="connsiteX172" fmla="*/ 770823 w 1055399"/>
                <a:gd name="connsiteY172" fmla="*/ 198777 h 949444"/>
                <a:gd name="connsiteX173" fmla="*/ 767795 w 1055399"/>
                <a:gd name="connsiteY173" fmla="*/ 195951 h 949444"/>
                <a:gd name="connsiteX174" fmla="*/ 762141 w 1055399"/>
                <a:gd name="connsiteY174" fmla="*/ 195951 h 949444"/>
                <a:gd name="connsiteX175" fmla="*/ 761602 w 1055399"/>
                <a:gd name="connsiteY175" fmla="*/ 197801 h 949444"/>
                <a:gd name="connsiteX176" fmla="*/ 759112 w 1055399"/>
                <a:gd name="connsiteY176" fmla="*/ 199550 h 949444"/>
                <a:gd name="connsiteX177" fmla="*/ 757362 w 1055399"/>
                <a:gd name="connsiteY177" fmla="*/ 202174 h 949444"/>
                <a:gd name="connsiteX178" fmla="*/ 754434 w 1055399"/>
                <a:gd name="connsiteY178" fmla="*/ 205202 h 949444"/>
                <a:gd name="connsiteX179" fmla="*/ 751371 w 1055399"/>
                <a:gd name="connsiteY179" fmla="*/ 209878 h 949444"/>
                <a:gd name="connsiteX180" fmla="*/ 747366 w 1055399"/>
                <a:gd name="connsiteY180" fmla="*/ 211392 h 949444"/>
                <a:gd name="connsiteX181" fmla="*/ 741073 w 1055399"/>
                <a:gd name="connsiteY181" fmla="*/ 207792 h 949444"/>
                <a:gd name="connsiteX182" fmla="*/ 739558 w 1055399"/>
                <a:gd name="connsiteY182" fmla="*/ 208869 h 949444"/>
                <a:gd name="connsiteX183" fmla="*/ 738919 w 1055399"/>
                <a:gd name="connsiteY183" fmla="*/ 210517 h 949444"/>
                <a:gd name="connsiteX184" fmla="*/ 736630 w 1055399"/>
                <a:gd name="connsiteY184" fmla="*/ 213343 h 949444"/>
                <a:gd name="connsiteX185" fmla="*/ 733366 w 1055399"/>
                <a:gd name="connsiteY185" fmla="*/ 213343 h 949444"/>
                <a:gd name="connsiteX186" fmla="*/ 730236 w 1055399"/>
                <a:gd name="connsiteY186" fmla="*/ 211291 h 949444"/>
                <a:gd name="connsiteX187" fmla="*/ 726534 w 1055399"/>
                <a:gd name="connsiteY187" fmla="*/ 210214 h 949444"/>
                <a:gd name="connsiteX188" fmla="*/ 724044 w 1055399"/>
                <a:gd name="connsiteY188" fmla="*/ 210416 h 949444"/>
                <a:gd name="connsiteX189" fmla="*/ 722630 w 1055399"/>
                <a:gd name="connsiteY189" fmla="*/ 212468 h 949444"/>
                <a:gd name="connsiteX190" fmla="*/ 715664 w 1055399"/>
                <a:gd name="connsiteY190" fmla="*/ 212468 h 949444"/>
                <a:gd name="connsiteX191" fmla="*/ 710885 w 1055399"/>
                <a:gd name="connsiteY191" fmla="*/ 210853 h 949444"/>
                <a:gd name="connsiteX192" fmla="*/ 708159 w 1055399"/>
                <a:gd name="connsiteY192" fmla="*/ 209104 h 949444"/>
                <a:gd name="connsiteX193" fmla="*/ 703380 w 1055399"/>
                <a:gd name="connsiteY193" fmla="*/ 207153 h 949444"/>
                <a:gd name="connsiteX194" fmla="*/ 700452 w 1055399"/>
                <a:gd name="connsiteY194" fmla="*/ 208028 h 949444"/>
                <a:gd name="connsiteX195" fmla="*/ 697524 w 1055399"/>
                <a:gd name="connsiteY195" fmla="*/ 208028 h 949444"/>
                <a:gd name="connsiteX196" fmla="*/ 693620 w 1055399"/>
                <a:gd name="connsiteY196" fmla="*/ 206177 h 949444"/>
                <a:gd name="connsiteX197" fmla="*/ 691432 w 1055399"/>
                <a:gd name="connsiteY197" fmla="*/ 203688 h 949444"/>
                <a:gd name="connsiteX198" fmla="*/ 689480 w 1055399"/>
                <a:gd name="connsiteY198" fmla="*/ 201737 h 949444"/>
                <a:gd name="connsiteX199" fmla="*/ 687192 w 1055399"/>
                <a:gd name="connsiteY199" fmla="*/ 199449 h 949444"/>
                <a:gd name="connsiteX200" fmla="*/ 683826 w 1055399"/>
                <a:gd name="connsiteY200" fmla="*/ 197599 h 949444"/>
                <a:gd name="connsiteX201" fmla="*/ 680360 w 1055399"/>
                <a:gd name="connsiteY201" fmla="*/ 196186 h 949444"/>
                <a:gd name="connsiteX202" fmla="*/ 676119 w 1055399"/>
                <a:gd name="connsiteY202" fmla="*/ 194774 h 949444"/>
                <a:gd name="connsiteX203" fmla="*/ 671879 w 1055399"/>
                <a:gd name="connsiteY203" fmla="*/ 192486 h 949444"/>
                <a:gd name="connsiteX204" fmla="*/ 669590 w 1055399"/>
                <a:gd name="connsiteY204" fmla="*/ 191510 h 949444"/>
                <a:gd name="connsiteX205" fmla="*/ 665114 w 1055399"/>
                <a:gd name="connsiteY205" fmla="*/ 189458 h 949444"/>
                <a:gd name="connsiteX206" fmla="*/ 663061 w 1055399"/>
                <a:gd name="connsiteY206" fmla="*/ 187844 h 949444"/>
                <a:gd name="connsiteX207" fmla="*/ 660571 w 1055399"/>
                <a:gd name="connsiteY207" fmla="*/ 186229 h 949444"/>
                <a:gd name="connsiteX208" fmla="*/ 656869 w 1055399"/>
                <a:gd name="connsiteY208" fmla="*/ 182966 h 949444"/>
                <a:gd name="connsiteX209" fmla="*/ 654379 w 1055399"/>
                <a:gd name="connsiteY209" fmla="*/ 179602 h 949444"/>
                <a:gd name="connsiteX210" fmla="*/ 653941 w 1055399"/>
                <a:gd name="connsiteY210" fmla="*/ 178088 h 949444"/>
                <a:gd name="connsiteX211" fmla="*/ 653605 w 1055399"/>
                <a:gd name="connsiteY211" fmla="*/ 175801 h 949444"/>
                <a:gd name="connsiteX212" fmla="*/ 654379 w 1055399"/>
                <a:gd name="connsiteY212" fmla="*/ 173614 h 949444"/>
                <a:gd name="connsiteX213" fmla="*/ 658619 w 1055399"/>
                <a:gd name="connsiteY213" fmla="*/ 172437 h 949444"/>
                <a:gd name="connsiteX214" fmla="*/ 661884 w 1055399"/>
                <a:gd name="connsiteY214" fmla="*/ 170687 h 949444"/>
                <a:gd name="connsiteX215" fmla="*/ 665485 w 1055399"/>
                <a:gd name="connsiteY215" fmla="*/ 169712 h 949444"/>
                <a:gd name="connsiteX216" fmla="*/ 667100 w 1055399"/>
                <a:gd name="connsiteY216" fmla="*/ 166684 h 949444"/>
                <a:gd name="connsiteX217" fmla="*/ 667538 w 1055399"/>
                <a:gd name="connsiteY217" fmla="*/ 161807 h 949444"/>
                <a:gd name="connsiteX218" fmla="*/ 665485 w 1055399"/>
                <a:gd name="connsiteY218" fmla="*/ 159317 h 949444"/>
                <a:gd name="connsiteX219" fmla="*/ 663196 w 1055399"/>
                <a:gd name="connsiteY219" fmla="*/ 158779 h 949444"/>
                <a:gd name="connsiteX220" fmla="*/ 661984 w 1055399"/>
                <a:gd name="connsiteY220" fmla="*/ 156391 h 949444"/>
                <a:gd name="connsiteX221" fmla="*/ 664172 w 1055399"/>
                <a:gd name="connsiteY221" fmla="*/ 154540 h 949444"/>
                <a:gd name="connsiteX222" fmla="*/ 664273 w 1055399"/>
                <a:gd name="connsiteY222" fmla="*/ 150739 h 949444"/>
                <a:gd name="connsiteX223" fmla="*/ 664071 w 1055399"/>
                <a:gd name="connsiteY223" fmla="*/ 145626 h 949444"/>
                <a:gd name="connsiteX224" fmla="*/ 662759 w 1055399"/>
                <a:gd name="connsiteY224" fmla="*/ 142161 h 949444"/>
                <a:gd name="connsiteX225" fmla="*/ 665047 w 1055399"/>
                <a:gd name="connsiteY225" fmla="*/ 137048 h 949444"/>
                <a:gd name="connsiteX226" fmla="*/ 669624 w 1055399"/>
                <a:gd name="connsiteY226" fmla="*/ 135063 h 949444"/>
                <a:gd name="connsiteX227" fmla="*/ 672990 w 1055399"/>
                <a:gd name="connsiteY227" fmla="*/ 133045 h 949444"/>
                <a:gd name="connsiteX228" fmla="*/ 675177 w 1055399"/>
                <a:gd name="connsiteY228" fmla="*/ 130455 h 949444"/>
                <a:gd name="connsiteX229" fmla="*/ 673764 w 1055399"/>
                <a:gd name="connsiteY229" fmla="*/ 126216 h 949444"/>
                <a:gd name="connsiteX230" fmla="*/ 671475 w 1055399"/>
                <a:gd name="connsiteY230" fmla="*/ 125341 h 949444"/>
                <a:gd name="connsiteX231" fmla="*/ 668009 w 1055399"/>
                <a:gd name="connsiteY231" fmla="*/ 125543 h 949444"/>
                <a:gd name="connsiteX232" fmla="*/ 663230 w 1055399"/>
                <a:gd name="connsiteY232" fmla="*/ 125005 h 949444"/>
                <a:gd name="connsiteX233" fmla="*/ 660302 w 1055399"/>
                <a:gd name="connsiteY233" fmla="*/ 123491 h 949444"/>
                <a:gd name="connsiteX234" fmla="*/ 657037 w 1055399"/>
                <a:gd name="connsiteY234" fmla="*/ 122179 h 949444"/>
                <a:gd name="connsiteX235" fmla="*/ 655388 w 1055399"/>
                <a:gd name="connsiteY235" fmla="*/ 120565 h 949444"/>
                <a:gd name="connsiteX236" fmla="*/ 654076 w 1055399"/>
                <a:gd name="connsiteY236" fmla="*/ 116763 h 949444"/>
                <a:gd name="connsiteX237" fmla="*/ 652225 w 1055399"/>
                <a:gd name="connsiteY237" fmla="*/ 111986 h 949444"/>
                <a:gd name="connsiteX238" fmla="*/ 650037 w 1055399"/>
                <a:gd name="connsiteY238" fmla="*/ 107210 h 949444"/>
                <a:gd name="connsiteX239" fmla="*/ 648186 w 1055399"/>
                <a:gd name="connsiteY239" fmla="*/ 101995 h 949444"/>
                <a:gd name="connsiteX240" fmla="*/ 646537 w 1055399"/>
                <a:gd name="connsiteY240" fmla="*/ 96781 h 949444"/>
                <a:gd name="connsiteX241" fmla="*/ 645898 w 1055399"/>
                <a:gd name="connsiteY241" fmla="*/ 93955 h 949444"/>
                <a:gd name="connsiteX242" fmla="*/ 645258 w 1055399"/>
                <a:gd name="connsiteY242" fmla="*/ 92341 h 949444"/>
                <a:gd name="connsiteX243" fmla="*/ 642970 w 1055399"/>
                <a:gd name="connsiteY243" fmla="*/ 89515 h 949444"/>
                <a:gd name="connsiteX244" fmla="*/ 641119 w 1055399"/>
                <a:gd name="connsiteY244" fmla="*/ 88001 h 949444"/>
                <a:gd name="connsiteX245" fmla="*/ 638729 w 1055399"/>
                <a:gd name="connsiteY245" fmla="*/ 86488 h 949444"/>
                <a:gd name="connsiteX246" fmla="*/ 636542 w 1055399"/>
                <a:gd name="connsiteY246" fmla="*/ 85714 h 949444"/>
                <a:gd name="connsiteX247" fmla="*/ 634253 w 1055399"/>
                <a:gd name="connsiteY247" fmla="*/ 84940 h 949444"/>
                <a:gd name="connsiteX248" fmla="*/ 632234 w 1055399"/>
                <a:gd name="connsiteY248" fmla="*/ 83124 h 949444"/>
                <a:gd name="connsiteX249" fmla="*/ 628767 w 1055399"/>
                <a:gd name="connsiteY249" fmla="*/ 83124 h 949444"/>
                <a:gd name="connsiteX250" fmla="*/ 626479 w 1055399"/>
                <a:gd name="connsiteY250" fmla="*/ 83124 h 949444"/>
                <a:gd name="connsiteX251" fmla="*/ 623989 w 1055399"/>
                <a:gd name="connsiteY251" fmla="*/ 83224 h 949444"/>
                <a:gd name="connsiteX252" fmla="*/ 620286 w 1055399"/>
                <a:gd name="connsiteY252" fmla="*/ 83561 h 949444"/>
                <a:gd name="connsiteX253" fmla="*/ 613657 w 1055399"/>
                <a:gd name="connsiteY253" fmla="*/ 83763 h 949444"/>
                <a:gd name="connsiteX254" fmla="*/ 611906 w 1055399"/>
                <a:gd name="connsiteY254" fmla="*/ 83864 h 949444"/>
                <a:gd name="connsiteX255" fmla="*/ 609315 w 1055399"/>
                <a:gd name="connsiteY255" fmla="*/ 83426 h 949444"/>
                <a:gd name="connsiteX256" fmla="*/ 605950 w 1055399"/>
                <a:gd name="connsiteY256" fmla="*/ 81912 h 949444"/>
                <a:gd name="connsiteX257" fmla="*/ 600632 w 1055399"/>
                <a:gd name="connsiteY257" fmla="*/ 80836 h 949444"/>
                <a:gd name="connsiteX258" fmla="*/ 598243 w 1055399"/>
                <a:gd name="connsiteY258" fmla="*/ 78784 h 949444"/>
                <a:gd name="connsiteX259" fmla="*/ 596728 w 1055399"/>
                <a:gd name="connsiteY259" fmla="*/ 78784 h 949444"/>
                <a:gd name="connsiteX260" fmla="*/ 595752 w 1055399"/>
                <a:gd name="connsiteY260" fmla="*/ 80197 h 949444"/>
                <a:gd name="connsiteX261" fmla="*/ 592690 w 1055399"/>
                <a:gd name="connsiteY261" fmla="*/ 81711 h 949444"/>
                <a:gd name="connsiteX262" fmla="*/ 590738 w 1055399"/>
                <a:gd name="connsiteY262" fmla="*/ 80836 h 949444"/>
                <a:gd name="connsiteX263" fmla="*/ 590738 w 1055399"/>
                <a:gd name="connsiteY263" fmla="*/ 80399 h 949444"/>
                <a:gd name="connsiteX264" fmla="*/ 590940 w 1055399"/>
                <a:gd name="connsiteY264" fmla="*/ 79221 h 949444"/>
                <a:gd name="connsiteX265" fmla="*/ 590166 w 1055399"/>
                <a:gd name="connsiteY265" fmla="*/ 77169 h 949444"/>
                <a:gd name="connsiteX266" fmla="*/ 588853 w 1055399"/>
                <a:gd name="connsiteY266" fmla="*/ 75656 h 949444"/>
                <a:gd name="connsiteX267" fmla="*/ 588651 w 1055399"/>
                <a:gd name="connsiteY267" fmla="*/ 73805 h 949444"/>
                <a:gd name="connsiteX268" fmla="*/ 589190 w 1055399"/>
                <a:gd name="connsiteY268" fmla="*/ 72729 h 949444"/>
                <a:gd name="connsiteX269" fmla="*/ 589627 w 1055399"/>
                <a:gd name="connsiteY269" fmla="*/ 70240 h 949444"/>
                <a:gd name="connsiteX270" fmla="*/ 589392 w 1055399"/>
                <a:gd name="connsiteY270" fmla="*/ 67212 h 949444"/>
                <a:gd name="connsiteX271" fmla="*/ 588618 w 1055399"/>
                <a:gd name="connsiteY271" fmla="*/ 65463 h 949444"/>
                <a:gd name="connsiteX272" fmla="*/ 587204 w 1055399"/>
                <a:gd name="connsiteY272" fmla="*/ 64824 h 949444"/>
                <a:gd name="connsiteX273" fmla="*/ 584478 w 1055399"/>
                <a:gd name="connsiteY273" fmla="*/ 64824 h 949444"/>
                <a:gd name="connsiteX274" fmla="*/ 582964 w 1055399"/>
                <a:gd name="connsiteY274" fmla="*/ 66035 h 949444"/>
                <a:gd name="connsiteX275" fmla="*/ 582324 w 1055399"/>
                <a:gd name="connsiteY275" fmla="*/ 67548 h 949444"/>
                <a:gd name="connsiteX276" fmla="*/ 580574 w 1055399"/>
                <a:gd name="connsiteY276" fmla="*/ 69836 h 949444"/>
                <a:gd name="connsiteX277" fmla="*/ 578286 w 1055399"/>
                <a:gd name="connsiteY277" fmla="*/ 71484 h 949444"/>
                <a:gd name="connsiteX278" fmla="*/ 576199 w 1055399"/>
                <a:gd name="connsiteY278" fmla="*/ 72796 h 949444"/>
                <a:gd name="connsiteX279" fmla="*/ 573911 w 1055399"/>
                <a:gd name="connsiteY279" fmla="*/ 72460 h 949444"/>
                <a:gd name="connsiteX280" fmla="*/ 571420 w 1055399"/>
                <a:gd name="connsiteY280" fmla="*/ 70845 h 949444"/>
                <a:gd name="connsiteX281" fmla="*/ 569771 w 1055399"/>
                <a:gd name="connsiteY281" fmla="*/ 71383 h 949444"/>
                <a:gd name="connsiteX282" fmla="*/ 564117 w 1055399"/>
                <a:gd name="connsiteY282" fmla="*/ 72022 h 949444"/>
                <a:gd name="connsiteX283" fmla="*/ 560853 w 1055399"/>
                <a:gd name="connsiteY283" fmla="*/ 70172 h 949444"/>
                <a:gd name="connsiteX284" fmla="*/ 556410 w 1055399"/>
                <a:gd name="connsiteY284" fmla="*/ 69533 h 949444"/>
                <a:gd name="connsiteX285" fmla="*/ 556074 w 1055399"/>
                <a:gd name="connsiteY285" fmla="*/ 68221 h 949444"/>
                <a:gd name="connsiteX286" fmla="*/ 556174 w 1055399"/>
                <a:gd name="connsiteY286" fmla="*/ 66707 h 949444"/>
                <a:gd name="connsiteX287" fmla="*/ 556612 w 1055399"/>
                <a:gd name="connsiteY287" fmla="*/ 65530 h 949444"/>
                <a:gd name="connsiteX288" fmla="*/ 556511 w 1055399"/>
                <a:gd name="connsiteY288" fmla="*/ 63242 h 949444"/>
                <a:gd name="connsiteX289" fmla="*/ 556511 w 1055399"/>
                <a:gd name="connsiteY289" fmla="*/ 62368 h 949444"/>
                <a:gd name="connsiteX290" fmla="*/ 556242 w 1055399"/>
                <a:gd name="connsiteY290" fmla="*/ 59643 h 949444"/>
                <a:gd name="connsiteX291" fmla="*/ 556309 w 1055399"/>
                <a:gd name="connsiteY291" fmla="*/ 57793 h 949444"/>
                <a:gd name="connsiteX292" fmla="*/ 556410 w 1055399"/>
                <a:gd name="connsiteY292" fmla="*/ 55640 h 949444"/>
                <a:gd name="connsiteX293" fmla="*/ 556174 w 1055399"/>
                <a:gd name="connsiteY293" fmla="*/ 53252 h 949444"/>
                <a:gd name="connsiteX294" fmla="*/ 554660 w 1055399"/>
                <a:gd name="connsiteY294" fmla="*/ 51839 h 949444"/>
                <a:gd name="connsiteX295" fmla="*/ 552573 w 1055399"/>
                <a:gd name="connsiteY295" fmla="*/ 49349 h 949444"/>
                <a:gd name="connsiteX296" fmla="*/ 551934 w 1055399"/>
                <a:gd name="connsiteY296" fmla="*/ 46961 h 949444"/>
                <a:gd name="connsiteX297" fmla="*/ 553011 w 1055399"/>
                <a:gd name="connsiteY297" fmla="*/ 44471 h 949444"/>
                <a:gd name="connsiteX298" fmla="*/ 555737 w 1055399"/>
                <a:gd name="connsiteY298" fmla="*/ 40872 h 949444"/>
                <a:gd name="connsiteX299" fmla="*/ 556814 w 1055399"/>
                <a:gd name="connsiteY299" fmla="*/ 38484 h 949444"/>
                <a:gd name="connsiteX300" fmla="*/ 558025 w 1055399"/>
                <a:gd name="connsiteY300" fmla="*/ 34884 h 949444"/>
                <a:gd name="connsiteX301" fmla="*/ 557824 w 1055399"/>
                <a:gd name="connsiteY301" fmla="*/ 31520 h 949444"/>
                <a:gd name="connsiteX302" fmla="*/ 556612 w 1055399"/>
                <a:gd name="connsiteY302" fmla="*/ 29132 h 949444"/>
                <a:gd name="connsiteX303" fmla="*/ 555838 w 1055399"/>
                <a:gd name="connsiteY303" fmla="*/ 27181 h 949444"/>
                <a:gd name="connsiteX304" fmla="*/ 554324 w 1055399"/>
                <a:gd name="connsiteY304" fmla="*/ 25129 h 949444"/>
                <a:gd name="connsiteX305" fmla="*/ 552136 w 1055399"/>
                <a:gd name="connsiteY305" fmla="*/ 25230 h 949444"/>
                <a:gd name="connsiteX306" fmla="*/ 551059 w 1055399"/>
                <a:gd name="connsiteY306" fmla="*/ 25129 h 949444"/>
                <a:gd name="connsiteX307" fmla="*/ 549309 w 1055399"/>
                <a:gd name="connsiteY307" fmla="*/ 24254 h 949444"/>
                <a:gd name="connsiteX308" fmla="*/ 548670 w 1055399"/>
                <a:gd name="connsiteY308" fmla="*/ 21664 h 949444"/>
                <a:gd name="connsiteX309" fmla="*/ 546819 w 1055399"/>
                <a:gd name="connsiteY309" fmla="*/ 22303 h 949444"/>
                <a:gd name="connsiteX310" fmla="*/ 543790 w 1055399"/>
                <a:gd name="connsiteY310" fmla="*/ 21765 h 949444"/>
                <a:gd name="connsiteX311" fmla="*/ 542915 w 1055399"/>
                <a:gd name="connsiteY311" fmla="*/ 21328 h 949444"/>
                <a:gd name="connsiteX312" fmla="*/ 541299 w 1055399"/>
                <a:gd name="connsiteY312" fmla="*/ 20453 h 949444"/>
                <a:gd name="connsiteX313" fmla="*/ 541299 w 1055399"/>
                <a:gd name="connsiteY313" fmla="*/ 18838 h 949444"/>
                <a:gd name="connsiteX314" fmla="*/ 540862 w 1055399"/>
                <a:gd name="connsiteY314" fmla="*/ 16349 h 949444"/>
                <a:gd name="connsiteX315" fmla="*/ 540862 w 1055399"/>
                <a:gd name="connsiteY315" fmla="*/ 15037 h 949444"/>
                <a:gd name="connsiteX316" fmla="*/ 541030 w 1055399"/>
                <a:gd name="connsiteY316" fmla="*/ 13153 h 949444"/>
                <a:gd name="connsiteX317" fmla="*/ 540189 w 1055399"/>
                <a:gd name="connsiteY317" fmla="*/ 11269 h 949444"/>
                <a:gd name="connsiteX318" fmla="*/ 538674 w 1055399"/>
                <a:gd name="connsiteY318" fmla="*/ 9823 h 949444"/>
                <a:gd name="connsiteX319" fmla="*/ 536083 w 1055399"/>
                <a:gd name="connsiteY319" fmla="*/ 8881 h 949444"/>
                <a:gd name="connsiteX320" fmla="*/ 534333 w 1055399"/>
                <a:gd name="connsiteY320" fmla="*/ 9318 h 949444"/>
                <a:gd name="connsiteX321" fmla="*/ 533895 w 1055399"/>
                <a:gd name="connsiteY321" fmla="*/ 9890 h 949444"/>
                <a:gd name="connsiteX322" fmla="*/ 533458 w 1055399"/>
                <a:gd name="connsiteY322" fmla="*/ 10899 h 949444"/>
                <a:gd name="connsiteX323" fmla="*/ 533222 w 1055399"/>
                <a:gd name="connsiteY323" fmla="*/ 11976 h 949444"/>
                <a:gd name="connsiteX324" fmla="*/ 532785 w 1055399"/>
                <a:gd name="connsiteY324" fmla="*/ 12918 h 949444"/>
                <a:gd name="connsiteX325" fmla="*/ 532347 w 1055399"/>
                <a:gd name="connsiteY325" fmla="*/ 13927 h 949444"/>
                <a:gd name="connsiteX326" fmla="*/ 531539 w 1055399"/>
                <a:gd name="connsiteY326" fmla="*/ 14869 h 949444"/>
                <a:gd name="connsiteX327" fmla="*/ 530463 w 1055399"/>
                <a:gd name="connsiteY327" fmla="*/ 14936 h 949444"/>
                <a:gd name="connsiteX328" fmla="*/ 529285 w 1055399"/>
                <a:gd name="connsiteY328" fmla="*/ 12413 h 949444"/>
                <a:gd name="connsiteX329" fmla="*/ 527972 w 1055399"/>
                <a:gd name="connsiteY329" fmla="*/ 10967 h 949444"/>
                <a:gd name="connsiteX330" fmla="*/ 525212 w 1055399"/>
                <a:gd name="connsiteY330" fmla="*/ 10765 h 949444"/>
                <a:gd name="connsiteX331" fmla="*/ 523025 w 1055399"/>
                <a:gd name="connsiteY331" fmla="*/ 10765 h 949444"/>
                <a:gd name="connsiteX332" fmla="*/ 521275 w 1055399"/>
                <a:gd name="connsiteY332" fmla="*/ 11135 h 949444"/>
                <a:gd name="connsiteX333" fmla="*/ 520198 w 1055399"/>
                <a:gd name="connsiteY333" fmla="*/ 11875 h 949444"/>
                <a:gd name="connsiteX334" fmla="*/ 518751 w 1055399"/>
                <a:gd name="connsiteY334" fmla="*/ 13187 h 949444"/>
                <a:gd name="connsiteX335" fmla="*/ 516799 w 1055399"/>
                <a:gd name="connsiteY335" fmla="*/ 15272 h 949444"/>
                <a:gd name="connsiteX336" fmla="*/ 514274 w 1055399"/>
                <a:gd name="connsiteY336" fmla="*/ 17526 h 949444"/>
                <a:gd name="connsiteX337" fmla="*/ 512760 w 1055399"/>
                <a:gd name="connsiteY337" fmla="*/ 18468 h 949444"/>
                <a:gd name="connsiteX338" fmla="*/ 511010 w 1055399"/>
                <a:gd name="connsiteY338" fmla="*/ 19713 h 949444"/>
                <a:gd name="connsiteX339" fmla="*/ 509496 w 1055399"/>
                <a:gd name="connsiteY339" fmla="*/ 21395 h 949444"/>
                <a:gd name="connsiteX340" fmla="*/ 508486 w 1055399"/>
                <a:gd name="connsiteY340" fmla="*/ 22337 h 949444"/>
                <a:gd name="connsiteX341" fmla="*/ 507342 w 1055399"/>
                <a:gd name="connsiteY341" fmla="*/ 23581 h 949444"/>
                <a:gd name="connsiteX342" fmla="*/ 506601 w 1055399"/>
                <a:gd name="connsiteY342" fmla="*/ 24961 h 949444"/>
                <a:gd name="connsiteX343" fmla="*/ 507611 w 1055399"/>
                <a:gd name="connsiteY343" fmla="*/ 25903 h 949444"/>
                <a:gd name="connsiteX344" fmla="*/ 509563 w 1055399"/>
                <a:gd name="connsiteY344" fmla="*/ 26340 h 949444"/>
                <a:gd name="connsiteX345" fmla="*/ 511818 w 1055399"/>
                <a:gd name="connsiteY345" fmla="*/ 27921 h 949444"/>
                <a:gd name="connsiteX346" fmla="*/ 513063 w 1055399"/>
                <a:gd name="connsiteY346" fmla="*/ 29502 h 949444"/>
                <a:gd name="connsiteX347" fmla="*/ 513366 w 1055399"/>
                <a:gd name="connsiteY347" fmla="*/ 32261 h 949444"/>
                <a:gd name="connsiteX348" fmla="*/ 513063 w 1055399"/>
                <a:gd name="connsiteY348" fmla="*/ 34010 h 949444"/>
                <a:gd name="connsiteX349" fmla="*/ 511481 w 1055399"/>
                <a:gd name="connsiteY349" fmla="*/ 34514 h 949444"/>
                <a:gd name="connsiteX350" fmla="*/ 509024 w 1055399"/>
                <a:gd name="connsiteY350" fmla="*/ 32563 h 949444"/>
                <a:gd name="connsiteX351" fmla="*/ 503000 w 1055399"/>
                <a:gd name="connsiteY351" fmla="*/ 30309 h 949444"/>
                <a:gd name="connsiteX352" fmla="*/ 500106 w 1055399"/>
                <a:gd name="connsiteY352" fmla="*/ 30881 h 949444"/>
                <a:gd name="connsiteX353" fmla="*/ 497851 w 1055399"/>
                <a:gd name="connsiteY353" fmla="*/ 31890 h 949444"/>
                <a:gd name="connsiteX354" fmla="*/ 495967 w 1055399"/>
                <a:gd name="connsiteY354" fmla="*/ 32765 h 949444"/>
                <a:gd name="connsiteX355" fmla="*/ 494216 w 1055399"/>
                <a:gd name="connsiteY355" fmla="*/ 33135 h 949444"/>
                <a:gd name="connsiteX356" fmla="*/ 492332 w 1055399"/>
                <a:gd name="connsiteY356" fmla="*/ 31184 h 949444"/>
                <a:gd name="connsiteX357" fmla="*/ 490245 w 1055399"/>
                <a:gd name="connsiteY357" fmla="*/ 30679 h 949444"/>
                <a:gd name="connsiteX358" fmla="*/ 487620 w 1055399"/>
                <a:gd name="connsiteY358" fmla="*/ 30814 h 949444"/>
                <a:gd name="connsiteX359" fmla="*/ 486812 w 1055399"/>
                <a:gd name="connsiteY359" fmla="*/ 31251 h 949444"/>
                <a:gd name="connsiteX360" fmla="*/ 484860 w 1055399"/>
                <a:gd name="connsiteY360" fmla="*/ 33270 h 949444"/>
                <a:gd name="connsiteX361" fmla="*/ 483279 w 1055399"/>
                <a:gd name="connsiteY361" fmla="*/ 34783 h 949444"/>
                <a:gd name="connsiteX362" fmla="*/ 481327 w 1055399"/>
                <a:gd name="connsiteY362" fmla="*/ 36028 h 949444"/>
                <a:gd name="connsiteX363" fmla="*/ 478432 w 1055399"/>
                <a:gd name="connsiteY363" fmla="*/ 37475 h 949444"/>
                <a:gd name="connsiteX364" fmla="*/ 475605 w 1055399"/>
                <a:gd name="connsiteY364" fmla="*/ 38147 h 949444"/>
                <a:gd name="connsiteX365" fmla="*/ 469211 w 1055399"/>
                <a:gd name="connsiteY365" fmla="*/ 38147 h 949444"/>
                <a:gd name="connsiteX366" fmla="*/ 466687 w 1055399"/>
                <a:gd name="connsiteY366" fmla="*/ 39190 h 949444"/>
                <a:gd name="connsiteX367" fmla="*/ 465610 w 1055399"/>
                <a:gd name="connsiteY367" fmla="*/ 39594 h 949444"/>
                <a:gd name="connsiteX368" fmla="*/ 464870 w 1055399"/>
                <a:gd name="connsiteY368" fmla="*/ 40973 h 949444"/>
                <a:gd name="connsiteX369" fmla="*/ 465374 w 1055399"/>
                <a:gd name="connsiteY369" fmla="*/ 41915 h 949444"/>
                <a:gd name="connsiteX370" fmla="*/ 467125 w 1055399"/>
                <a:gd name="connsiteY370" fmla="*/ 44303 h 949444"/>
                <a:gd name="connsiteX371" fmla="*/ 470086 w 1055399"/>
                <a:gd name="connsiteY371" fmla="*/ 47566 h 949444"/>
                <a:gd name="connsiteX372" fmla="*/ 474730 w 1055399"/>
                <a:gd name="connsiteY372" fmla="*/ 50325 h 949444"/>
                <a:gd name="connsiteX373" fmla="*/ 478937 w 1055399"/>
                <a:gd name="connsiteY373" fmla="*/ 53521 h 949444"/>
                <a:gd name="connsiteX374" fmla="*/ 480250 w 1055399"/>
                <a:gd name="connsiteY374" fmla="*/ 58600 h 949444"/>
                <a:gd name="connsiteX375" fmla="*/ 480250 w 1055399"/>
                <a:gd name="connsiteY375" fmla="*/ 63949 h 949444"/>
                <a:gd name="connsiteX376" fmla="*/ 479106 w 1055399"/>
                <a:gd name="connsiteY376" fmla="*/ 68288 h 949444"/>
                <a:gd name="connsiteX377" fmla="*/ 477221 w 1055399"/>
                <a:gd name="connsiteY377" fmla="*/ 73200 h 949444"/>
                <a:gd name="connsiteX378" fmla="*/ 478231 w 1055399"/>
                <a:gd name="connsiteY378" fmla="*/ 77270 h 949444"/>
                <a:gd name="connsiteX379" fmla="*/ 478231 w 1055399"/>
                <a:gd name="connsiteY379" fmla="*/ 80735 h 949444"/>
                <a:gd name="connsiteX380" fmla="*/ 479408 w 1055399"/>
                <a:gd name="connsiteY380" fmla="*/ 83191 h 949444"/>
                <a:gd name="connsiteX381" fmla="*/ 481428 w 1055399"/>
                <a:gd name="connsiteY381" fmla="*/ 84503 h 949444"/>
                <a:gd name="connsiteX382" fmla="*/ 484053 w 1055399"/>
                <a:gd name="connsiteY382" fmla="*/ 86521 h 949444"/>
                <a:gd name="connsiteX383" fmla="*/ 486947 w 1055399"/>
                <a:gd name="connsiteY383" fmla="*/ 88842 h 949444"/>
                <a:gd name="connsiteX384" fmla="*/ 488663 w 1055399"/>
                <a:gd name="connsiteY384" fmla="*/ 91163 h 949444"/>
                <a:gd name="connsiteX385" fmla="*/ 488663 w 1055399"/>
                <a:gd name="connsiteY385" fmla="*/ 92307 h 949444"/>
                <a:gd name="connsiteX386" fmla="*/ 488394 w 1055399"/>
                <a:gd name="connsiteY386" fmla="*/ 96344 h 949444"/>
                <a:gd name="connsiteX387" fmla="*/ 487519 w 1055399"/>
                <a:gd name="connsiteY387" fmla="*/ 100986 h 949444"/>
                <a:gd name="connsiteX388" fmla="*/ 486947 w 1055399"/>
                <a:gd name="connsiteY388" fmla="*/ 104014 h 949444"/>
                <a:gd name="connsiteX389" fmla="*/ 485500 w 1055399"/>
                <a:gd name="connsiteY389" fmla="*/ 106470 h 949444"/>
                <a:gd name="connsiteX390" fmla="*/ 480149 w 1055399"/>
                <a:gd name="connsiteY390" fmla="*/ 108219 h 949444"/>
                <a:gd name="connsiteX391" fmla="*/ 478399 w 1055399"/>
                <a:gd name="connsiteY391" fmla="*/ 107781 h 949444"/>
                <a:gd name="connsiteX392" fmla="*/ 474764 w 1055399"/>
                <a:gd name="connsiteY392" fmla="*/ 106470 h 949444"/>
                <a:gd name="connsiteX393" fmla="*/ 472745 w 1055399"/>
                <a:gd name="connsiteY393" fmla="*/ 106738 h 949444"/>
                <a:gd name="connsiteX394" fmla="*/ 469110 w 1055399"/>
                <a:gd name="connsiteY394" fmla="*/ 108488 h 949444"/>
                <a:gd name="connsiteX395" fmla="*/ 465475 w 1055399"/>
                <a:gd name="connsiteY395" fmla="*/ 109497 h 949444"/>
                <a:gd name="connsiteX396" fmla="*/ 464163 w 1055399"/>
                <a:gd name="connsiteY396" fmla="*/ 111381 h 949444"/>
                <a:gd name="connsiteX397" fmla="*/ 463422 w 1055399"/>
                <a:gd name="connsiteY397" fmla="*/ 114408 h 949444"/>
                <a:gd name="connsiteX398" fmla="*/ 462850 w 1055399"/>
                <a:gd name="connsiteY398" fmla="*/ 116427 h 949444"/>
                <a:gd name="connsiteX399" fmla="*/ 461975 w 1055399"/>
                <a:gd name="connsiteY399" fmla="*/ 114408 h 949444"/>
                <a:gd name="connsiteX400" fmla="*/ 459653 w 1055399"/>
                <a:gd name="connsiteY400" fmla="*/ 114980 h 949444"/>
                <a:gd name="connsiteX401" fmla="*/ 458341 w 1055399"/>
                <a:gd name="connsiteY401" fmla="*/ 116561 h 949444"/>
                <a:gd name="connsiteX402" fmla="*/ 458206 w 1055399"/>
                <a:gd name="connsiteY402" fmla="*/ 118008 h 949444"/>
                <a:gd name="connsiteX403" fmla="*/ 459350 w 1055399"/>
                <a:gd name="connsiteY403" fmla="*/ 119892 h 949444"/>
                <a:gd name="connsiteX404" fmla="*/ 460797 w 1055399"/>
                <a:gd name="connsiteY404" fmla="*/ 122078 h 949444"/>
                <a:gd name="connsiteX405" fmla="*/ 462985 w 1055399"/>
                <a:gd name="connsiteY405" fmla="*/ 123525 h 949444"/>
                <a:gd name="connsiteX406" fmla="*/ 462413 w 1055399"/>
                <a:gd name="connsiteY406" fmla="*/ 125106 h 949444"/>
                <a:gd name="connsiteX407" fmla="*/ 458071 w 1055399"/>
                <a:gd name="connsiteY407" fmla="*/ 124971 h 949444"/>
                <a:gd name="connsiteX408" fmla="*/ 457196 w 1055399"/>
                <a:gd name="connsiteY408" fmla="*/ 123088 h 949444"/>
                <a:gd name="connsiteX409" fmla="*/ 454740 w 1055399"/>
                <a:gd name="connsiteY409" fmla="*/ 118008 h 949444"/>
                <a:gd name="connsiteX410" fmla="*/ 452283 w 1055399"/>
                <a:gd name="connsiteY410" fmla="*/ 118008 h 949444"/>
                <a:gd name="connsiteX411" fmla="*/ 450533 w 1055399"/>
                <a:gd name="connsiteY411" fmla="*/ 121035 h 949444"/>
                <a:gd name="connsiteX412" fmla="*/ 449523 w 1055399"/>
                <a:gd name="connsiteY412" fmla="*/ 124938 h 949444"/>
                <a:gd name="connsiteX413" fmla="*/ 446326 w 1055399"/>
                <a:gd name="connsiteY413" fmla="*/ 124635 h 949444"/>
                <a:gd name="connsiteX414" fmla="*/ 445013 w 1055399"/>
                <a:gd name="connsiteY414" fmla="*/ 125779 h 949444"/>
                <a:gd name="connsiteX415" fmla="*/ 444004 w 1055399"/>
                <a:gd name="connsiteY415" fmla="*/ 127528 h 949444"/>
                <a:gd name="connsiteX416" fmla="*/ 443129 w 1055399"/>
                <a:gd name="connsiteY416" fmla="*/ 129412 h 949444"/>
                <a:gd name="connsiteX417" fmla="*/ 442388 w 1055399"/>
                <a:gd name="connsiteY417" fmla="*/ 130993 h 949444"/>
                <a:gd name="connsiteX418" fmla="*/ 441379 w 1055399"/>
                <a:gd name="connsiteY418" fmla="*/ 133314 h 949444"/>
                <a:gd name="connsiteX419" fmla="*/ 438922 w 1055399"/>
                <a:gd name="connsiteY419" fmla="*/ 135198 h 949444"/>
                <a:gd name="connsiteX420" fmla="*/ 432124 w 1055399"/>
                <a:gd name="connsiteY420" fmla="*/ 134626 h 949444"/>
                <a:gd name="connsiteX421" fmla="*/ 428792 w 1055399"/>
                <a:gd name="connsiteY421" fmla="*/ 131598 h 949444"/>
                <a:gd name="connsiteX422" fmla="*/ 427782 w 1055399"/>
                <a:gd name="connsiteY422" fmla="*/ 130589 h 949444"/>
                <a:gd name="connsiteX423" fmla="*/ 425325 w 1055399"/>
                <a:gd name="connsiteY423" fmla="*/ 124938 h 949444"/>
                <a:gd name="connsiteX424" fmla="*/ 422633 w 1055399"/>
                <a:gd name="connsiteY424" fmla="*/ 122146 h 949444"/>
                <a:gd name="connsiteX425" fmla="*/ 424518 w 1055399"/>
                <a:gd name="connsiteY425" fmla="*/ 120800 h 949444"/>
                <a:gd name="connsiteX426" fmla="*/ 429398 w 1055399"/>
                <a:gd name="connsiteY426" fmla="*/ 118311 h 949444"/>
                <a:gd name="connsiteX427" fmla="*/ 431888 w 1055399"/>
                <a:gd name="connsiteY427" fmla="*/ 117436 h 949444"/>
                <a:gd name="connsiteX428" fmla="*/ 433739 w 1055399"/>
                <a:gd name="connsiteY428" fmla="*/ 115821 h 949444"/>
                <a:gd name="connsiteX429" fmla="*/ 434816 w 1055399"/>
                <a:gd name="connsiteY429" fmla="*/ 114408 h 949444"/>
                <a:gd name="connsiteX430" fmla="*/ 435893 w 1055399"/>
                <a:gd name="connsiteY430" fmla="*/ 112558 h 949444"/>
                <a:gd name="connsiteX431" fmla="*/ 436869 w 1055399"/>
                <a:gd name="connsiteY431" fmla="*/ 108118 h 949444"/>
                <a:gd name="connsiteX432" fmla="*/ 438182 w 1055399"/>
                <a:gd name="connsiteY432" fmla="*/ 105528 h 949444"/>
                <a:gd name="connsiteX433" fmla="*/ 438182 w 1055399"/>
                <a:gd name="connsiteY433" fmla="*/ 101491 h 949444"/>
                <a:gd name="connsiteX434" fmla="*/ 438182 w 1055399"/>
                <a:gd name="connsiteY434" fmla="*/ 99742 h 949444"/>
                <a:gd name="connsiteX435" fmla="*/ 438182 w 1055399"/>
                <a:gd name="connsiteY435" fmla="*/ 98329 h 949444"/>
                <a:gd name="connsiteX436" fmla="*/ 436835 w 1055399"/>
                <a:gd name="connsiteY436" fmla="*/ 97151 h 949444"/>
                <a:gd name="connsiteX437" fmla="*/ 434715 w 1055399"/>
                <a:gd name="connsiteY437" fmla="*/ 94527 h 949444"/>
                <a:gd name="connsiteX438" fmla="*/ 434715 w 1055399"/>
                <a:gd name="connsiteY438" fmla="*/ 91063 h 949444"/>
                <a:gd name="connsiteX439" fmla="*/ 434715 w 1055399"/>
                <a:gd name="connsiteY439" fmla="*/ 87598 h 949444"/>
                <a:gd name="connsiteX440" fmla="*/ 434715 w 1055399"/>
                <a:gd name="connsiteY440" fmla="*/ 84133 h 949444"/>
                <a:gd name="connsiteX441" fmla="*/ 434715 w 1055399"/>
                <a:gd name="connsiteY441" fmla="*/ 81105 h 949444"/>
                <a:gd name="connsiteX442" fmla="*/ 433369 w 1055399"/>
                <a:gd name="connsiteY442" fmla="*/ 79255 h 949444"/>
                <a:gd name="connsiteX443" fmla="*/ 432124 w 1055399"/>
                <a:gd name="connsiteY443" fmla="*/ 76328 h 949444"/>
                <a:gd name="connsiteX444" fmla="*/ 430946 w 1055399"/>
                <a:gd name="connsiteY444" fmla="*/ 76328 h 949444"/>
                <a:gd name="connsiteX445" fmla="*/ 428186 w 1055399"/>
                <a:gd name="connsiteY445" fmla="*/ 79255 h 949444"/>
                <a:gd name="connsiteX446" fmla="*/ 426200 w 1055399"/>
                <a:gd name="connsiteY446" fmla="*/ 81139 h 949444"/>
                <a:gd name="connsiteX447" fmla="*/ 425561 w 1055399"/>
                <a:gd name="connsiteY447" fmla="*/ 83426 h 949444"/>
                <a:gd name="connsiteX448" fmla="*/ 423474 w 1055399"/>
                <a:gd name="connsiteY448" fmla="*/ 86992 h 949444"/>
                <a:gd name="connsiteX449" fmla="*/ 421624 w 1055399"/>
                <a:gd name="connsiteY449" fmla="*/ 89717 h 949444"/>
                <a:gd name="connsiteX450" fmla="*/ 420782 w 1055399"/>
                <a:gd name="connsiteY450" fmla="*/ 90524 h 949444"/>
                <a:gd name="connsiteX451" fmla="*/ 419335 w 1055399"/>
                <a:gd name="connsiteY451" fmla="*/ 90827 h 949444"/>
                <a:gd name="connsiteX452" fmla="*/ 422599 w 1055399"/>
                <a:gd name="connsiteY452" fmla="*/ 92307 h 949444"/>
                <a:gd name="connsiteX453" fmla="*/ 422599 w 1055399"/>
                <a:gd name="connsiteY453" fmla="*/ 94595 h 949444"/>
                <a:gd name="connsiteX454" fmla="*/ 421287 w 1055399"/>
                <a:gd name="connsiteY454" fmla="*/ 96546 h 949444"/>
                <a:gd name="connsiteX455" fmla="*/ 416710 w 1055399"/>
                <a:gd name="connsiteY455" fmla="*/ 98497 h 949444"/>
                <a:gd name="connsiteX456" fmla="*/ 413244 w 1055399"/>
                <a:gd name="connsiteY456" fmla="*/ 100986 h 949444"/>
                <a:gd name="connsiteX457" fmla="*/ 411628 w 1055399"/>
                <a:gd name="connsiteY457" fmla="*/ 102063 h 949444"/>
                <a:gd name="connsiteX458" fmla="*/ 410316 w 1055399"/>
                <a:gd name="connsiteY458" fmla="*/ 105090 h 949444"/>
                <a:gd name="connsiteX459" fmla="*/ 409340 w 1055399"/>
                <a:gd name="connsiteY459" fmla="*/ 108992 h 949444"/>
                <a:gd name="connsiteX460" fmla="*/ 411191 w 1055399"/>
                <a:gd name="connsiteY460" fmla="*/ 113231 h 949444"/>
                <a:gd name="connsiteX461" fmla="*/ 414657 w 1055399"/>
                <a:gd name="connsiteY461" fmla="*/ 115619 h 949444"/>
                <a:gd name="connsiteX462" fmla="*/ 417383 w 1055399"/>
                <a:gd name="connsiteY462" fmla="*/ 119522 h 949444"/>
                <a:gd name="connsiteX463" fmla="*/ 417383 w 1055399"/>
                <a:gd name="connsiteY463" fmla="*/ 120598 h 949444"/>
                <a:gd name="connsiteX464" fmla="*/ 415970 w 1055399"/>
                <a:gd name="connsiteY464" fmla="*/ 122011 h 949444"/>
                <a:gd name="connsiteX465" fmla="*/ 412369 w 1055399"/>
                <a:gd name="connsiteY465" fmla="*/ 125173 h 949444"/>
                <a:gd name="connsiteX466" fmla="*/ 409340 w 1055399"/>
                <a:gd name="connsiteY466" fmla="*/ 127561 h 949444"/>
                <a:gd name="connsiteX467" fmla="*/ 407590 w 1055399"/>
                <a:gd name="connsiteY467" fmla="*/ 130925 h 949444"/>
                <a:gd name="connsiteX468" fmla="*/ 406075 w 1055399"/>
                <a:gd name="connsiteY468" fmla="*/ 132137 h 949444"/>
                <a:gd name="connsiteX469" fmla="*/ 400522 w 1055399"/>
                <a:gd name="connsiteY469" fmla="*/ 132137 h 949444"/>
                <a:gd name="connsiteX470" fmla="*/ 395407 w 1055399"/>
                <a:gd name="connsiteY470" fmla="*/ 129849 h 949444"/>
                <a:gd name="connsiteX471" fmla="*/ 394330 w 1055399"/>
                <a:gd name="connsiteY471" fmla="*/ 125711 h 949444"/>
                <a:gd name="connsiteX472" fmla="*/ 393354 w 1055399"/>
                <a:gd name="connsiteY472" fmla="*/ 122684 h 949444"/>
                <a:gd name="connsiteX473" fmla="*/ 391301 w 1055399"/>
                <a:gd name="connsiteY473" fmla="*/ 120060 h 949444"/>
                <a:gd name="connsiteX474" fmla="*/ 388911 w 1055399"/>
                <a:gd name="connsiteY474" fmla="*/ 119959 h 949444"/>
                <a:gd name="connsiteX475" fmla="*/ 386724 w 1055399"/>
                <a:gd name="connsiteY475" fmla="*/ 120834 h 949444"/>
                <a:gd name="connsiteX476" fmla="*/ 385209 w 1055399"/>
                <a:gd name="connsiteY476" fmla="*/ 122886 h 949444"/>
                <a:gd name="connsiteX477" fmla="*/ 384570 w 1055399"/>
                <a:gd name="connsiteY477" fmla="*/ 125711 h 949444"/>
                <a:gd name="connsiteX478" fmla="*/ 383594 w 1055399"/>
                <a:gd name="connsiteY478" fmla="*/ 126788 h 949444"/>
                <a:gd name="connsiteX479" fmla="*/ 380329 w 1055399"/>
                <a:gd name="connsiteY479" fmla="*/ 126889 h 949444"/>
                <a:gd name="connsiteX480" fmla="*/ 377940 w 1055399"/>
                <a:gd name="connsiteY480" fmla="*/ 126014 h 949444"/>
                <a:gd name="connsiteX481" fmla="*/ 375752 w 1055399"/>
                <a:gd name="connsiteY481" fmla="*/ 124938 h 949444"/>
                <a:gd name="connsiteX482" fmla="*/ 373060 w 1055399"/>
                <a:gd name="connsiteY482" fmla="*/ 124938 h 949444"/>
                <a:gd name="connsiteX483" fmla="*/ 371411 w 1055399"/>
                <a:gd name="connsiteY483" fmla="*/ 124063 h 949444"/>
                <a:gd name="connsiteX484" fmla="*/ 367507 w 1055399"/>
                <a:gd name="connsiteY484" fmla="*/ 124164 h 949444"/>
                <a:gd name="connsiteX485" fmla="*/ 365118 w 1055399"/>
                <a:gd name="connsiteY485" fmla="*/ 124803 h 949444"/>
                <a:gd name="connsiteX486" fmla="*/ 363367 w 1055399"/>
                <a:gd name="connsiteY486" fmla="*/ 126754 h 949444"/>
                <a:gd name="connsiteX487" fmla="*/ 361180 w 1055399"/>
                <a:gd name="connsiteY487" fmla="*/ 129344 h 949444"/>
                <a:gd name="connsiteX488" fmla="*/ 359329 w 1055399"/>
                <a:gd name="connsiteY488" fmla="*/ 132507 h 949444"/>
                <a:gd name="connsiteX489" fmla="*/ 357579 w 1055399"/>
                <a:gd name="connsiteY489" fmla="*/ 135669 h 949444"/>
                <a:gd name="connsiteX490" fmla="*/ 355728 w 1055399"/>
                <a:gd name="connsiteY490" fmla="*/ 140681 h 949444"/>
                <a:gd name="connsiteX491" fmla="*/ 354853 w 1055399"/>
                <a:gd name="connsiteY491" fmla="*/ 146871 h 949444"/>
                <a:gd name="connsiteX492" fmla="*/ 354314 w 1055399"/>
                <a:gd name="connsiteY492" fmla="*/ 151210 h 949444"/>
                <a:gd name="connsiteX493" fmla="*/ 355189 w 1055399"/>
                <a:gd name="connsiteY493" fmla="*/ 155213 h 949444"/>
                <a:gd name="connsiteX494" fmla="*/ 357781 w 1055399"/>
                <a:gd name="connsiteY494" fmla="*/ 157938 h 949444"/>
                <a:gd name="connsiteX495" fmla="*/ 360372 w 1055399"/>
                <a:gd name="connsiteY495" fmla="*/ 160528 h 949444"/>
                <a:gd name="connsiteX496" fmla="*/ 362661 w 1055399"/>
                <a:gd name="connsiteY496" fmla="*/ 161302 h 949444"/>
                <a:gd name="connsiteX497" fmla="*/ 367440 w 1055399"/>
                <a:gd name="connsiteY497" fmla="*/ 165978 h 949444"/>
                <a:gd name="connsiteX498" fmla="*/ 366363 w 1055399"/>
                <a:gd name="connsiteY498" fmla="*/ 168266 h 949444"/>
                <a:gd name="connsiteX499" fmla="*/ 366901 w 1055399"/>
                <a:gd name="connsiteY499" fmla="*/ 170990 h 949444"/>
                <a:gd name="connsiteX500" fmla="*/ 366800 w 1055399"/>
                <a:gd name="connsiteY500" fmla="*/ 173580 h 949444"/>
                <a:gd name="connsiteX501" fmla="*/ 365824 w 1055399"/>
                <a:gd name="connsiteY501" fmla="*/ 175868 h 949444"/>
                <a:gd name="connsiteX502" fmla="*/ 362358 w 1055399"/>
                <a:gd name="connsiteY502" fmla="*/ 178694 h 949444"/>
                <a:gd name="connsiteX503" fmla="*/ 357242 w 1055399"/>
                <a:gd name="connsiteY503" fmla="*/ 180107 h 949444"/>
                <a:gd name="connsiteX504" fmla="*/ 355627 w 1055399"/>
                <a:gd name="connsiteY504" fmla="*/ 180107 h 949444"/>
                <a:gd name="connsiteX505" fmla="*/ 352800 w 1055399"/>
                <a:gd name="connsiteY505" fmla="*/ 180880 h 949444"/>
                <a:gd name="connsiteX506" fmla="*/ 351050 w 1055399"/>
                <a:gd name="connsiteY506" fmla="*/ 179568 h 949444"/>
                <a:gd name="connsiteX507" fmla="*/ 349737 w 1055399"/>
                <a:gd name="connsiteY507" fmla="*/ 179333 h 949444"/>
                <a:gd name="connsiteX508" fmla="*/ 347247 w 1055399"/>
                <a:gd name="connsiteY508" fmla="*/ 180847 h 949444"/>
                <a:gd name="connsiteX509" fmla="*/ 344622 w 1055399"/>
                <a:gd name="connsiteY509" fmla="*/ 183437 h 949444"/>
                <a:gd name="connsiteX510" fmla="*/ 342131 w 1055399"/>
                <a:gd name="connsiteY510" fmla="*/ 184648 h 949444"/>
                <a:gd name="connsiteX511" fmla="*/ 337992 w 1055399"/>
                <a:gd name="connsiteY511" fmla="*/ 185724 h 949444"/>
                <a:gd name="connsiteX512" fmla="*/ 334963 w 1055399"/>
                <a:gd name="connsiteY512" fmla="*/ 185724 h 949444"/>
                <a:gd name="connsiteX513" fmla="*/ 329208 w 1055399"/>
                <a:gd name="connsiteY513" fmla="*/ 183773 h 949444"/>
                <a:gd name="connsiteX514" fmla="*/ 324530 w 1055399"/>
                <a:gd name="connsiteY514" fmla="*/ 179871 h 949444"/>
                <a:gd name="connsiteX515" fmla="*/ 321939 w 1055399"/>
                <a:gd name="connsiteY515" fmla="*/ 178256 h 949444"/>
                <a:gd name="connsiteX516" fmla="*/ 318237 w 1055399"/>
                <a:gd name="connsiteY516" fmla="*/ 178357 h 949444"/>
                <a:gd name="connsiteX517" fmla="*/ 313761 w 1055399"/>
                <a:gd name="connsiteY517" fmla="*/ 179804 h 949444"/>
                <a:gd name="connsiteX518" fmla="*/ 312179 w 1055399"/>
                <a:gd name="connsiteY518" fmla="*/ 183134 h 949444"/>
                <a:gd name="connsiteX519" fmla="*/ 308409 w 1055399"/>
                <a:gd name="connsiteY519" fmla="*/ 184715 h 949444"/>
                <a:gd name="connsiteX520" fmla="*/ 306390 w 1055399"/>
                <a:gd name="connsiteY520" fmla="*/ 189627 h 949444"/>
                <a:gd name="connsiteX521" fmla="*/ 306087 w 1055399"/>
                <a:gd name="connsiteY521" fmla="*/ 193832 h 949444"/>
                <a:gd name="connsiteX522" fmla="*/ 306087 w 1055399"/>
                <a:gd name="connsiteY522" fmla="*/ 196994 h 949444"/>
                <a:gd name="connsiteX523" fmla="*/ 304337 w 1055399"/>
                <a:gd name="connsiteY523" fmla="*/ 200459 h 949444"/>
                <a:gd name="connsiteX524" fmla="*/ 301308 w 1055399"/>
                <a:gd name="connsiteY524" fmla="*/ 204226 h 949444"/>
                <a:gd name="connsiteX525" fmla="*/ 297977 w 1055399"/>
                <a:gd name="connsiteY525" fmla="*/ 204798 h 949444"/>
                <a:gd name="connsiteX526" fmla="*/ 293198 w 1055399"/>
                <a:gd name="connsiteY526" fmla="*/ 204798 h 949444"/>
                <a:gd name="connsiteX527" fmla="*/ 288856 w 1055399"/>
                <a:gd name="connsiteY527" fmla="*/ 202780 h 949444"/>
                <a:gd name="connsiteX528" fmla="*/ 286669 w 1055399"/>
                <a:gd name="connsiteY528" fmla="*/ 200324 h 949444"/>
                <a:gd name="connsiteX529" fmla="*/ 287409 w 1055399"/>
                <a:gd name="connsiteY529" fmla="*/ 198743 h 949444"/>
                <a:gd name="connsiteX530" fmla="*/ 291178 w 1055399"/>
                <a:gd name="connsiteY530" fmla="*/ 196725 h 949444"/>
                <a:gd name="connsiteX531" fmla="*/ 293770 w 1055399"/>
                <a:gd name="connsiteY531" fmla="*/ 193966 h 949444"/>
                <a:gd name="connsiteX532" fmla="*/ 296227 w 1055399"/>
                <a:gd name="connsiteY532" fmla="*/ 190939 h 949444"/>
                <a:gd name="connsiteX533" fmla="*/ 297977 w 1055399"/>
                <a:gd name="connsiteY533" fmla="*/ 188752 h 949444"/>
                <a:gd name="connsiteX534" fmla="*/ 299424 w 1055399"/>
                <a:gd name="connsiteY534" fmla="*/ 185724 h 949444"/>
                <a:gd name="connsiteX535" fmla="*/ 299424 w 1055399"/>
                <a:gd name="connsiteY535" fmla="*/ 183706 h 949444"/>
                <a:gd name="connsiteX536" fmla="*/ 298852 w 1055399"/>
                <a:gd name="connsiteY536" fmla="*/ 180376 h 949444"/>
                <a:gd name="connsiteX537" fmla="*/ 294948 w 1055399"/>
                <a:gd name="connsiteY537" fmla="*/ 174590 h 949444"/>
                <a:gd name="connsiteX538" fmla="*/ 293803 w 1055399"/>
                <a:gd name="connsiteY538" fmla="*/ 170822 h 949444"/>
                <a:gd name="connsiteX539" fmla="*/ 291212 w 1055399"/>
                <a:gd name="connsiteY539" fmla="*/ 167357 h 949444"/>
                <a:gd name="connsiteX540" fmla="*/ 288183 w 1055399"/>
                <a:gd name="connsiteY540" fmla="*/ 167223 h 949444"/>
                <a:gd name="connsiteX541" fmla="*/ 286736 w 1055399"/>
                <a:gd name="connsiteY541" fmla="*/ 168232 h 949444"/>
                <a:gd name="connsiteX542" fmla="*/ 283707 w 1055399"/>
                <a:gd name="connsiteY542" fmla="*/ 169241 h 949444"/>
                <a:gd name="connsiteX543" fmla="*/ 282967 w 1055399"/>
                <a:gd name="connsiteY543" fmla="*/ 169375 h 949444"/>
                <a:gd name="connsiteX544" fmla="*/ 277178 w 1055399"/>
                <a:gd name="connsiteY544" fmla="*/ 167492 h 949444"/>
                <a:gd name="connsiteX545" fmla="*/ 275159 w 1055399"/>
                <a:gd name="connsiteY545" fmla="*/ 165743 h 949444"/>
                <a:gd name="connsiteX546" fmla="*/ 272702 w 1055399"/>
                <a:gd name="connsiteY546" fmla="*/ 167626 h 949444"/>
                <a:gd name="connsiteX547" fmla="*/ 270817 w 1055399"/>
                <a:gd name="connsiteY547" fmla="*/ 171259 h 949444"/>
                <a:gd name="connsiteX548" fmla="*/ 269640 w 1055399"/>
                <a:gd name="connsiteY548" fmla="*/ 172706 h 949444"/>
                <a:gd name="connsiteX549" fmla="*/ 269640 w 1055399"/>
                <a:gd name="connsiteY549" fmla="*/ 174455 h 949444"/>
                <a:gd name="connsiteX550" fmla="*/ 268495 w 1055399"/>
                <a:gd name="connsiteY550" fmla="*/ 177920 h 949444"/>
                <a:gd name="connsiteX551" fmla="*/ 265904 w 1055399"/>
                <a:gd name="connsiteY551" fmla="*/ 178929 h 949444"/>
                <a:gd name="connsiteX552" fmla="*/ 262269 w 1055399"/>
                <a:gd name="connsiteY552" fmla="*/ 177785 h 949444"/>
                <a:gd name="connsiteX553" fmla="*/ 260519 w 1055399"/>
                <a:gd name="connsiteY553" fmla="*/ 176474 h 949444"/>
                <a:gd name="connsiteX554" fmla="*/ 258062 w 1055399"/>
                <a:gd name="connsiteY554" fmla="*/ 173009 h 949444"/>
                <a:gd name="connsiteX555" fmla="*/ 258062 w 1055399"/>
                <a:gd name="connsiteY555" fmla="*/ 170687 h 949444"/>
                <a:gd name="connsiteX556" fmla="*/ 259072 w 1055399"/>
                <a:gd name="connsiteY556" fmla="*/ 166651 h 949444"/>
                <a:gd name="connsiteX557" fmla="*/ 260654 w 1055399"/>
                <a:gd name="connsiteY557" fmla="*/ 163186 h 949444"/>
                <a:gd name="connsiteX558" fmla="*/ 260788 w 1055399"/>
                <a:gd name="connsiteY558" fmla="*/ 156391 h 949444"/>
                <a:gd name="connsiteX559" fmla="*/ 258904 w 1055399"/>
                <a:gd name="connsiteY559" fmla="*/ 153330 h 949444"/>
                <a:gd name="connsiteX560" fmla="*/ 253115 w 1055399"/>
                <a:gd name="connsiteY560" fmla="*/ 148990 h 949444"/>
                <a:gd name="connsiteX561" fmla="*/ 253687 w 1055399"/>
                <a:gd name="connsiteY561" fmla="*/ 146400 h 949444"/>
                <a:gd name="connsiteX562" fmla="*/ 256884 w 1055399"/>
                <a:gd name="connsiteY562" fmla="*/ 143204 h 949444"/>
                <a:gd name="connsiteX563" fmla="*/ 255303 w 1055399"/>
                <a:gd name="connsiteY563" fmla="*/ 142026 h 949444"/>
                <a:gd name="connsiteX564" fmla="*/ 252543 w 1055399"/>
                <a:gd name="connsiteY564" fmla="*/ 142464 h 949444"/>
                <a:gd name="connsiteX565" fmla="*/ 249514 w 1055399"/>
                <a:gd name="connsiteY565" fmla="*/ 143776 h 949444"/>
                <a:gd name="connsiteX566" fmla="*/ 247932 w 1055399"/>
                <a:gd name="connsiteY566" fmla="*/ 146669 h 949444"/>
                <a:gd name="connsiteX567" fmla="*/ 246788 w 1055399"/>
                <a:gd name="connsiteY567" fmla="*/ 148553 h 949444"/>
                <a:gd name="connsiteX568" fmla="*/ 245475 w 1055399"/>
                <a:gd name="connsiteY568" fmla="*/ 150302 h 949444"/>
                <a:gd name="connsiteX569" fmla="*/ 242716 w 1055399"/>
                <a:gd name="connsiteY569" fmla="*/ 150167 h 949444"/>
                <a:gd name="connsiteX570" fmla="*/ 237499 w 1055399"/>
                <a:gd name="connsiteY570" fmla="*/ 150739 h 949444"/>
                <a:gd name="connsiteX571" fmla="*/ 235749 w 1055399"/>
                <a:gd name="connsiteY571" fmla="*/ 151883 h 949444"/>
                <a:gd name="connsiteX572" fmla="*/ 234874 w 1055399"/>
                <a:gd name="connsiteY572" fmla="*/ 156222 h 949444"/>
                <a:gd name="connsiteX573" fmla="*/ 234874 w 1055399"/>
                <a:gd name="connsiteY573" fmla="*/ 160562 h 949444"/>
                <a:gd name="connsiteX574" fmla="*/ 234874 w 1055399"/>
                <a:gd name="connsiteY574" fmla="*/ 164902 h 949444"/>
                <a:gd name="connsiteX575" fmla="*/ 235615 w 1055399"/>
                <a:gd name="connsiteY575" fmla="*/ 166920 h 949444"/>
                <a:gd name="connsiteX576" fmla="*/ 235480 w 1055399"/>
                <a:gd name="connsiteY576" fmla="*/ 168064 h 949444"/>
                <a:gd name="connsiteX577" fmla="*/ 235177 w 1055399"/>
                <a:gd name="connsiteY577" fmla="*/ 169073 h 949444"/>
                <a:gd name="connsiteX578" fmla="*/ 233158 w 1055399"/>
                <a:gd name="connsiteY578" fmla="*/ 168636 h 949444"/>
                <a:gd name="connsiteX579" fmla="*/ 231845 w 1055399"/>
                <a:gd name="connsiteY579" fmla="*/ 168266 h 949444"/>
                <a:gd name="connsiteX580" fmla="*/ 230600 w 1055399"/>
                <a:gd name="connsiteY580" fmla="*/ 169510 h 949444"/>
                <a:gd name="connsiteX581" fmla="*/ 230163 w 1055399"/>
                <a:gd name="connsiteY581" fmla="*/ 170822 h 949444"/>
                <a:gd name="connsiteX582" fmla="*/ 229658 w 1055399"/>
                <a:gd name="connsiteY582" fmla="*/ 171461 h 949444"/>
                <a:gd name="connsiteX583" fmla="*/ 227134 w 1055399"/>
                <a:gd name="connsiteY583" fmla="*/ 171461 h 949444"/>
                <a:gd name="connsiteX584" fmla="*/ 225889 w 1055399"/>
                <a:gd name="connsiteY584" fmla="*/ 170385 h 949444"/>
                <a:gd name="connsiteX585" fmla="*/ 224239 w 1055399"/>
                <a:gd name="connsiteY585" fmla="*/ 168871 h 949444"/>
                <a:gd name="connsiteX586" fmla="*/ 222860 w 1055399"/>
                <a:gd name="connsiteY586" fmla="*/ 166752 h 949444"/>
                <a:gd name="connsiteX587" fmla="*/ 221985 w 1055399"/>
                <a:gd name="connsiteY587" fmla="*/ 165877 h 949444"/>
                <a:gd name="connsiteX588" fmla="*/ 221177 w 1055399"/>
                <a:gd name="connsiteY588" fmla="*/ 163993 h 949444"/>
                <a:gd name="connsiteX589" fmla="*/ 221177 w 1055399"/>
                <a:gd name="connsiteY589" fmla="*/ 161672 h 949444"/>
                <a:gd name="connsiteX590" fmla="*/ 220167 w 1055399"/>
                <a:gd name="connsiteY590" fmla="*/ 160865 h 949444"/>
                <a:gd name="connsiteX591" fmla="*/ 217710 w 1055399"/>
                <a:gd name="connsiteY591" fmla="*/ 158981 h 949444"/>
                <a:gd name="connsiteX592" fmla="*/ 216331 w 1055399"/>
                <a:gd name="connsiteY592" fmla="*/ 158779 h 949444"/>
                <a:gd name="connsiteX593" fmla="*/ 215186 w 1055399"/>
                <a:gd name="connsiteY593" fmla="*/ 159721 h 949444"/>
                <a:gd name="connsiteX594" fmla="*/ 214244 w 1055399"/>
                <a:gd name="connsiteY594" fmla="*/ 161538 h 949444"/>
                <a:gd name="connsiteX595" fmla="*/ 213302 w 1055399"/>
                <a:gd name="connsiteY595" fmla="*/ 163421 h 949444"/>
                <a:gd name="connsiteX596" fmla="*/ 211787 w 1055399"/>
                <a:gd name="connsiteY596" fmla="*/ 165877 h 949444"/>
                <a:gd name="connsiteX597" fmla="*/ 210037 w 1055399"/>
                <a:gd name="connsiteY597" fmla="*/ 165877 h 949444"/>
                <a:gd name="connsiteX598" fmla="*/ 207513 w 1055399"/>
                <a:gd name="connsiteY598" fmla="*/ 163354 h 949444"/>
                <a:gd name="connsiteX599" fmla="*/ 204383 w 1055399"/>
                <a:gd name="connsiteY599" fmla="*/ 161470 h 949444"/>
                <a:gd name="connsiteX600" fmla="*/ 201354 w 1055399"/>
                <a:gd name="connsiteY600" fmla="*/ 160091 h 949444"/>
                <a:gd name="connsiteX601" fmla="*/ 198090 w 1055399"/>
                <a:gd name="connsiteY601" fmla="*/ 158005 h 949444"/>
                <a:gd name="connsiteX602" fmla="*/ 194758 w 1055399"/>
                <a:gd name="connsiteY602" fmla="*/ 154675 h 949444"/>
                <a:gd name="connsiteX603" fmla="*/ 192873 w 1055399"/>
                <a:gd name="connsiteY603" fmla="*/ 151648 h 949444"/>
                <a:gd name="connsiteX604" fmla="*/ 191628 w 1055399"/>
                <a:gd name="connsiteY604" fmla="*/ 149629 h 949444"/>
                <a:gd name="connsiteX605" fmla="*/ 191628 w 1055399"/>
                <a:gd name="connsiteY605" fmla="*/ 148115 h 949444"/>
                <a:gd name="connsiteX606" fmla="*/ 191561 w 1055399"/>
                <a:gd name="connsiteY606" fmla="*/ 145794 h 949444"/>
                <a:gd name="connsiteX607" fmla="*/ 189609 w 1055399"/>
                <a:gd name="connsiteY607" fmla="*/ 144280 h 949444"/>
                <a:gd name="connsiteX608" fmla="*/ 186412 w 1055399"/>
                <a:gd name="connsiteY608" fmla="*/ 142094 h 949444"/>
                <a:gd name="connsiteX609" fmla="*/ 182340 w 1055399"/>
                <a:gd name="connsiteY609" fmla="*/ 136140 h 949444"/>
                <a:gd name="connsiteX610" fmla="*/ 181397 w 1055399"/>
                <a:gd name="connsiteY610" fmla="*/ 130993 h 949444"/>
                <a:gd name="connsiteX611" fmla="*/ 175306 w 1055399"/>
                <a:gd name="connsiteY611" fmla="*/ 124702 h 949444"/>
                <a:gd name="connsiteX612" fmla="*/ 171402 w 1055399"/>
                <a:gd name="connsiteY612" fmla="*/ 121002 h 949444"/>
                <a:gd name="connsiteX613" fmla="*/ 164233 w 1055399"/>
                <a:gd name="connsiteY613" fmla="*/ 117974 h 949444"/>
                <a:gd name="connsiteX614" fmla="*/ 159892 w 1055399"/>
                <a:gd name="connsiteY614" fmla="*/ 116898 h 949444"/>
                <a:gd name="connsiteX615" fmla="*/ 157267 w 1055399"/>
                <a:gd name="connsiteY615" fmla="*/ 115148 h 949444"/>
                <a:gd name="connsiteX616" fmla="*/ 153565 w 1055399"/>
                <a:gd name="connsiteY616" fmla="*/ 113197 h 949444"/>
                <a:gd name="connsiteX617" fmla="*/ 151613 w 1055399"/>
                <a:gd name="connsiteY617" fmla="*/ 111246 h 949444"/>
                <a:gd name="connsiteX618" fmla="*/ 148988 w 1055399"/>
                <a:gd name="connsiteY618" fmla="*/ 109497 h 949444"/>
                <a:gd name="connsiteX619" fmla="*/ 145286 w 1055399"/>
                <a:gd name="connsiteY619" fmla="*/ 107748 h 949444"/>
                <a:gd name="connsiteX620" fmla="*/ 145286 w 1055399"/>
                <a:gd name="connsiteY620" fmla="*/ 104720 h 949444"/>
                <a:gd name="connsiteX621" fmla="*/ 146161 w 1055399"/>
                <a:gd name="connsiteY621" fmla="*/ 102971 h 949444"/>
                <a:gd name="connsiteX622" fmla="*/ 143771 w 1055399"/>
                <a:gd name="connsiteY622" fmla="*/ 98631 h 949444"/>
                <a:gd name="connsiteX623" fmla="*/ 140507 w 1055399"/>
                <a:gd name="connsiteY623" fmla="*/ 96243 h 949444"/>
                <a:gd name="connsiteX624" fmla="*/ 137478 w 1055399"/>
                <a:gd name="connsiteY624" fmla="*/ 89852 h 949444"/>
                <a:gd name="connsiteX625" fmla="*/ 138555 w 1055399"/>
                <a:gd name="connsiteY625" fmla="*/ 82787 h 949444"/>
                <a:gd name="connsiteX626" fmla="*/ 139867 w 1055399"/>
                <a:gd name="connsiteY626" fmla="*/ 74545 h 949444"/>
                <a:gd name="connsiteX627" fmla="*/ 137478 w 1055399"/>
                <a:gd name="connsiteY627" fmla="*/ 66506 h 949444"/>
                <a:gd name="connsiteX628" fmla="*/ 132463 w 1055399"/>
                <a:gd name="connsiteY628" fmla="*/ 61291 h 949444"/>
                <a:gd name="connsiteX629" fmla="*/ 129838 w 1055399"/>
                <a:gd name="connsiteY629" fmla="*/ 54765 h 949444"/>
                <a:gd name="connsiteX630" fmla="*/ 127449 w 1055399"/>
                <a:gd name="connsiteY630" fmla="*/ 51502 h 949444"/>
                <a:gd name="connsiteX631" fmla="*/ 126372 w 1055399"/>
                <a:gd name="connsiteY631" fmla="*/ 47163 h 949444"/>
                <a:gd name="connsiteX632" fmla="*/ 129401 w 1055399"/>
                <a:gd name="connsiteY632" fmla="*/ 44774 h 949444"/>
                <a:gd name="connsiteX633" fmla="*/ 130713 w 1055399"/>
                <a:gd name="connsiteY633" fmla="*/ 42184 h 949444"/>
                <a:gd name="connsiteX634" fmla="*/ 128526 w 1055399"/>
                <a:gd name="connsiteY634" fmla="*/ 38921 h 949444"/>
                <a:gd name="connsiteX635" fmla="*/ 126338 w 1055399"/>
                <a:gd name="connsiteY635" fmla="*/ 33270 h 949444"/>
                <a:gd name="connsiteX636" fmla="*/ 121761 w 1055399"/>
                <a:gd name="connsiteY636" fmla="*/ 28829 h 949444"/>
                <a:gd name="connsiteX637" fmla="*/ 118295 w 1055399"/>
                <a:gd name="connsiteY637" fmla="*/ 25903 h 949444"/>
                <a:gd name="connsiteX638" fmla="*/ 113953 w 1055399"/>
                <a:gd name="connsiteY638" fmla="*/ 25903 h 949444"/>
                <a:gd name="connsiteX639" fmla="*/ 110924 w 1055399"/>
                <a:gd name="connsiteY639" fmla="*/ 23581 h 949444"/>
                <a:gd name="connsiteX640" fmla="*/ 109343 w 1055399"/>
                <a:gd name="connsiteY640" fmla="*/ 22707 h 949444"/>
                <a:gd name="connsiteX641" fmla="*/ 108602 w 1055399"/>
                <a:gd name="connsiteY641" fmla="*/ 20083 h 949444"/>
                <a:gd name="connsiteX642" fmla="*/ 107727 w 1055399"/>
                <a:gd name="connsiteY642" fmla="*/ 17896 h 949444"/>
                <a:gd name="connsiteX643" fmla="*/ 104463 w 1055399"/>
                <a:gd name="connsiteY643" fmla="*/ 17896 h 949444"/>
                <a:gd name="connsiteX644" fmla="*/ 99179 w 1055399"/>
                <a:gd name="connsiteY644" fmla="*/ 17896 h 949444"/>
                <a:gd name="connsiteX645" fmla="*/ 99179 w 1055399"/>
                <a:gd name="connsiteY645" fmla="*/ 14566 h 949444"/>
                <a:gd name="connsiteX646" fmla="*/ 99179 w 1055399"/>
                <a:gd name="connsiteY646" fmla="*/ 11101 h 949444"/>
                <a:gd name="connsiteX647" fmla="*/ 96722 w 1055399"/>
                <a:gd name="connsiteY647" fmla="*/ 9520 h 949444"/>
                <a:gd name="connsiteX648" fmla="*/ 94972 w 1055399"/>
                <a:gd name="connsiteY648" fmla="*/ 7199 h 949444"/>
                <a:gd name="connsiteX649" fmla="*/ 90631 w 1055399"/>
                <a:gd name="connsiteY649" fmla="*/ 6459 h 949444"/>
                <a:gd name="connsiteX650" fmla="*/ 88309 w 1055399"/>
                <a:gd name="connsiteY650" fmla="*/ 6627 h 949444"/>
                <a:gd name="connsiteX651" fmla="*/ 85549 w 1055399"/>
                <a:gd name="connsiteY651" fmla="*/ 6728 h 949444"/>
                <a:gd name="connsiteX652" fmla="*/ 79188 w 1055399"/>
                <a:gd name="connsiteY652" fmla="*/ 6728 h 949444"/>
                <a:gd name="connsiteX653" fmla="*/ 74409 w 1055399"/>
                <a:gd name="connsiteY653" fmla="*/ 7603 h 949444"/>
                <a:gd name="connsiteX654" fmla="*/ 72222 w 1055399"/>
                <a:gd name="connsiteY654" fmla="*/ 9352 h 949444"/>
                <a:gd name="connsiteX655" fmla="*/ 68318 w 1055399"/>
                <a:gd name="connsiteY655" fmla="*/ 10529 h 949444"/>
                <a:gd name="connsiteX656" fmla="*/ 63976 w 1055399"/>
                <a:gd name="connsiteY656" fmla="*/ 12110 h 949444"/>
                <a:gd name="connsiteX657" fmla="*/ 62226 w 1055399"/>
                <a:gd name="connsiteY657" fmla="*/ 13691 h 949444"/>
                <a:gd name="connsiteX658" fmla="*/ 59197 w 1055399"/>
                <a:gd name="connsiteY658" fmla="*/ 14129 h 949444"/>
                <a:gd name="connsiteX659" fmla="*/ 54553 w 1055399"/>
                <a:gd name="connsiteY659" fmla="*/ 11673 h 949444"/>
                <a:gd name="connsiteX660" fmla="*/ 54553 w 1055399"/>
                <a:gd name="connsiteY660" fmla="*/ 9486 h 949444"/>
                <a:gd name="connsiteX661" fmla="*/ 56741 w 1055399"/>
                <a:gd name="connsiteY661" fmla="*/ 6459 h 949444"/>
                <a:gd name="connsiteX662" fmla="*/ 56875 w 1055399"/>
                <a:gd name="connsiteY662" fmla="*/ 3263 h 949444"/>
                <a:gd name="connsiteX663" fmla="*/ 54553 w 1055399"/>
                <a:gd name="connsiteY663" fmla="*/ 807 h 949444"/>
                <a:gd name="connsiteX664" fmla="*/ 53106 w 1055399"/>
                <a:gd name="connsiteY664" fmla="*/ 67 h 949444"/>
                <a:gd name="connsiteX665" fmla="*/ 49034 w 1055399"/>
                <a:gd name="connsiteY665" fmla="*/ 67 h 949444"/>
                <a:gd name="connsiteX666" fmla="*/ 42976 w 1055399"/>
                <a:gd name="connsiteY666" fmla="*/ 0 h 949444"/>
                <a:gd name="connsiteX667" fmla="*/ 40048 w 1055399"/>
                <a:gd name="connsiteY667" fmla="*/ 2388 h 949444"/>
                <a:gd name="connsiteX668" fmla="*/ 40048 w 1055399"/>
                <a:gd name="connsiteY668" fmla="*/ 4138 h 949444"/>
                <a:gd name="connsiteX669" fmla="*/ 40048 w 1055399"/>
                <a:gd name="connsiteY669" fmla="*/ 5887 h 949444"/>
                <a:gd name="connsiteX670" fmla="*/ 40048 w 1055399"/>
                <a:gd name="connsiteY670" fmla="*/ 7636 h 949444"/>
                <a:gd name="connsiteX671" fmla="*/ 38971 w 1055399"/>
                <a:gd name="connsiteY671" fmla="*/ 9587 h 949444"/>
                <a:gd name="connsiteX672" fmla="*/ 36144 w 1055399"/>
                <a:gd name="connsiteY672" fmla="*/ 10126 h 949444"/>
                <a:gd name="connsiteX673" fmla="*/ 27899 w 1055399"/>
                <a:gd name="connsiteY673" fmla="*/ 10226 h 949444"/>
                <a:gd name="connsiteX674" fmla="*/ 23557 w 1055399"/>
                <a:gd name="connsiteY674" fmla="*/ 10226 h 949444"/>
                <a:gd name="connsiteX675" fmla="*/ 20966 w 1055399"/>
                <a:gd name="connsiteY675" fmla="*/ 9789 h 949444"/>
                <a:gd name="connsiteX676" fmla="*/ 17499 w 1055399"/>
                <a:gd name="connsiteY676" fmla="*/ 10428 h 949444"/>
                <a:gd name="connsiteX677" fmla="*/ 14033 w 1055399"/>
                <a:gd name="connsiteY677" fmla="*/ 12615 h 949444"/>
                <a:gd name="connsiteX678" fmla="*/ 14033 w 1055399"/>
                <a:gd name="connsiteY678" fmla="*/ 12817 h 949444"/>
                <a:gd name="connsiteX679" fmla="*/ 15110 w 1055399"/>
                <a:gd name="connsiteY679" fmla="*/ 16282 h 949444"/>
                <a:gd name="connsiteX680" fmla="*/ 15312 w 1055399"/>
                <a:gd name="connsiteY680" fmla="*/ 17358 h 949444"/>
                <a:gd name="connsiteX681" fmla="*/ 17499 w 1055399"/>
                <a:gd name="connsiteY681" fmla="*/ 22370 h 949444"/>
                <a:gd name="connsiteX682" fmla="*/ 17499 w 1055399"/>
                <a:gd name="connsiteY682" fmla="*/ 24994 h 949444"/>
                <a:gd name="connsiteX683" fmla="*/ 18374 w 1055399"/>
                <a:gd name="connsiteY683" fmla="*/ 27383 h 949444"/>
                <a:gd name="connsiteX684" fmla="*/ 18172 w 1055399"/>
                <a:gd name="connsiteY684" fmla="*/ 30646 h 949444"/>
                <a:gd name="connsiteX685" fmla="*/ 17735 w 1055399"/>
                <a:gd name="connsiteY685" fmla="*/ 34346 h 949444"/>
                <a:gd name="connsiteX686" fmla="*/ 16220 w 1055399"/>
                <a:gd name="connsiteY686" fmla="*/ 37374 h 949444"/>
                <a:gd name="connsiteX687" fmla="*/ 14033 w 1055399"/>
                <a:gd name="connsiteY687" fmla="*/ 39762 h 949444"/>
                <a:gd name="connsiteX688" fmla="*/ 14033 w 1055399"/>
                <a:gd name="connsiteY688" fmla="*/ 42352 h 949444"/>
                <a:gd name="connsiteX689" fmla="*/ 15547 w 1055399"/>
                <a:gd name="connsiteY689" fmla="*/ 43664 h 949444"/>
                <a:gd name="connsiteX690" fmla="*/ 22076 w 1055399"/>
                <a:gd name="connsiteY690" fmla="*/ 47802 h 949444"/>
                <a:gd name="connsiteX691" fmla="*/ 21437 w 1055399"/>
                <a:gd name="connsiteY691" fmla="*/ 51502 h 949444"/>
                <a:gd name="connsiteX692" fmla="*/ 20999 w 1055399"/>
                <a:gd name="connsiteY692" fmla="*/ 55203 h 949444"/>
                <a:gd name="connsiteX693" fmla="*/ 21437 w 1055399"/>
                <a:gd name="connsiteY693" fmla="*/ 57793 h 949444"/>
                <a:gd name="connsiteX694" fmla="*/ 30557 w 1055399"/>
                <a:gd name="connsiteY694" fmla="*/ 58432 h 949444"/>
                <a:gd name="connsiteX695" fmla="*/ 35134 w 1055399"/>
                <a:gd name="connsiteY695" fmla="*/ 58230 h 949444"/>
                <a:gd name="connsiteX696" fmla="*/ 40586 w 1055399"/>
                <a:gd name="connsiteY696" fmla="*/ 57793 h 949444"/>
                <a:gd name="connsiteX697" fmla="*/ 42538 w 1055399"/>
                <a:gd name="connsiteY697" fmla="*/ 60181 h 949444"/>
                <a:gd name="connsiteX698" fmla="*/ 43851 w 1055399"/>
                <a:gd name="connsiteY698" fmla="*/ 61493 h 949444"/>
                <a:gd name="connsiteX699" fmla="*/ 42774 w 1055399"/>
                <a:gd name="connsiteY699" fmla="*/ 64958 h 949444"/>
                <a:gd name="connsiteX700" fmla="*/ 41461 w 1055399"/>
                <a:gd name="connsiteY700" fmla="*/ 66035 h 949444"/>
                <a:gd name="connsiteX701" fmla="*/ 37557 w 1055399"/>
                <a:gd name="connsiteY701" fmla="*/ 72325 h 949444"/>
                <a:gd name="connsiteX702" fmla="*/ 30389 w 1055399"/>
                <a:gd name="connsiteY702" fmla="*/ 78414 h 949444"/>
                <a:gd name="connsiteX703" fmla="*/ 24533 w 1055399"/>
                <a:gd name="connsiteY703" fmla="*/ 86891 h 949444"/>
                <a:gd name="connsiteX704" fmla="*/ 18004 w 1055399"/>
                <a:gd name="connsiteY704" fmla="*/ 91029 h 949444"/>
                <a:gd name="connsiteX705" fmla="*/ 15817 w 1055399"/>
                <a:gd name="connsiteY705" fmla="*/ 94931 h 949444"/>
                <a:gd name="connsiteX706" fmla="*/ 16389 w 1055399"/>
                <a:gd name="connsiteY706" fmla="*/ 97118 h 949444"/>
                <a:gd name="connsiteX707" fmla="*/ 16961 w 1055399"/>
                <a:gd name="connsiteY707" fmla="*/ 99304 h 949444"/>
                <a:gd name="connsiteX708" fmla="*/ 19485 w 1055399"/>
                <a:gd name="connsiteY708" fmla="*/ 101121 h 949444"/>
                <a:gd name="connsiteX709" fmla="*/ 19552 w 1055399"/>
                <a:gd name="connsiteY709" fmla="*/ 102567 h 949444"/>
                <a:gd name="connsiteX710" fmla="*/ 19418 w 1055399"/>
                <a:gd name="connsiteY710" fmla="*/ 104687 h 949444"/>
                <a:gd name="connsiteX711" fmla="*/ 18273 w 1055399"/>
                <a:gd name="connsiteY711" fmla="*/ 107445 h 949444"/>
                <a:gd name="connsiteX712" fmla="*/ 17196 w 1055399"/>
                <a:gd name="connsiteY712" fmla="*/ 109026 h 949444"/>
                <a:gd name="connsiteX713" fmla="*/ 15312 w 1055399"/>
                <a:gd name="connsiteY713" fmla="*/ 110473 h 949444"/>
                <a:gd name="connsiteX714" fmla="*/ 12619 w 1055399"/>
                <a:gd name="connsiteY714" fmla="*/ 111179 h 949444"/>
                <a:gd name="connsiteX715" fmla="*/ 9489 w 1055399"/>
                <a:gd name="connsiteY715" fmla="*/ 111314 h 949444"/>
                <a:gd name="connsiteX716" fmla="*/ 6023 w 1055399"/>
                <a:gd name="connsiteY716" fmla="*/ 111314 h 949444"/>
                <a:gd name="connsiteX717" fmla="*/ 3331 w 1055399"/>
                <a:gd name="connsiteY717" fmla="*/ 111953 h 949444"/>
                <a:gd name="connsiteX718" fmla="*/ 1513 w 1055399"/>
                <a:gd name="connsiteY718" fmla="*/ 113904 h 949444"/>
                <a:gd name="connsiteX719" fmla="*/ 436 w 1055399"/>
                <a:gd name="connsiteY719" fmla="*/ 115418 h 949444"/>
                <a:gd name="connsiteX720" fmla="*/ 66 w 1055399"/>
                <a:gd name="connsiteY720" fmla="*/ 116931 h 949444"/>
                <a:gd name="connsiteX721" fmla="*/ 1143 w 1055399"/>
                <a:gd name="connsiteY721" fmla="*/ 119757 h 949444"/>
                <a:gd name="connsiteX722" fmla="*/ 2960 w 1055399"/>
                <a:gd name="connsiteY722" fmla="*/ 123155 h 949444"/>
                <a:gd name="connsiteX723" fmla="*/ 4273 w 1055399"/>
                <a:gd name="connsiteY723" fmla="*/ 124736 h 949444"/>
                <a:gd name="connsiteX724" fmla="*/ 3634 w 1055399"/>
                <a:gd name="connsiteY724" fmla="*/ 127057 h 949444"/>
                <a:gd name="connsiteX725" fmla="*/ 2826 w 1055399"/>
                <a:gd name="connsiteY725" fmla="*/ 129143 h 949444"/>
                <a:gd name="connsiteX726" fmla="*/ 1816 w 1055399"/>
                <a:gd name="connsiteY726" fmla="*/ 131161 h 949444"/>
                <a:gd name="connsiteX727" fmla="*/ 2018 w 1055399"/>
                <a:gd name="connsiteY727" fmla="*/ 133045 h 949444"/>
                <a:gd name="connsiteX728" fmla="*/ 3095 w 1055399"/>
                <a:gd name="connsiteY728" fmla="*/ 135299 h 949444"/>
                <a:gd name="connsiteX729" fmla="*/ 4845 w 1055399"/>
                <a:gd name="connsiteY729" fmla="*/ 137384 h 949444"/>
                <a:gd name="connsiteX730" fmla="*/ 9927 w 1055399"/>
                <a:gd name="connsiteY730" fmla="*/ 141791 h 949444"/>
                <a:gd name="connsiteX731" fmla="*/ 12014 w 1055399"/>
                <a:gd name="connsiteY731" fmla="*/ 143540 h 949444"/>
                <a:gd name="connsiteX732" fmla="*/ 15413 w 1055399"/>
                <a:gd name="connsiteY732" fmla="*/ 146736 h 949444"/>
                <a:gd name="connsiteX733" fmla="*/ 20562 w 1055399"/>
                <a:gd name="connsiteY733" fmla="*/ 151479 h 949444"/>
                <a:gd name="connsiteX734" fmla="*/ 25240 w 1055399"/>
                <a:gd name="connsiteY734" fmla="*/ 156592 h 949444"/>
                <a:gd name="connsiteX735" fmla="*/ 30355 w 1055399"/>
                <a:gd name="connsiteY735" fmla="*/ 161033 h 949444"/>
                <a:gd name="connsiteX736" fmla="*/ 34495 w 1055399"/>
                <a:gd name="connsiteY736" fmla="*/ 165810 h 949444"/>
                <a:gd name="connsiteX737" fmla="*/ 39812 w 1055399"/>
                <a:gd name="connsiteY737" fmla="*/ 169073 h 949444"/>
                <a:gd name="connsiteX738" fmla="*/ 44490 w 1055399"/>
                <a:gd name="connsiteY738" fmla="*/ 171898 h 949444"/>
                <a:gd name="connsiteX739" fmla="*/ 47856 w 1055399"/>
                <a:gd name="connsiteY739" fmla="*/ 173648 h 949444"/>
                <a:gd name="connsiteX740" fmla="*/ 48495 w 1055399"/>
                <a:gd name="connsiteY740" fmla="*/ 174522 h 949444"/>
                <a:gd name="connsiteX741" fmla="*/ 50111 w 1055399"/>
                <a:gd name="connsiteY741" fmla="*/ 177113 h 949444"/>
                <a:gd name="connsiteX742" fmla="*/ 54789 w 1055399"/>
                <a:gd name="connsiteY742" fmla="*/ 177214 h 949444"/>
                <a:gd name="connsiteX743" fmla="*/ 60644 w 1055399"/>
                <a:gd name="connsiteY743" fmla="*/ 178526 h 949444"/>
                <a:gd name="connsiteX744" fmla="*/ 61856 w 1055399"/>
                <a:gd name="connsiteY744" fmla="*/ 179938 h 949444"/>
                <a:gd name="connsiteX745" fmla="*/ 66534 w 1055399"/>
                <a:gd name="connsiteY745" fmla="*/ 183639 h 949444"/>
                <a:gd name="connsiteX746" fmla="*/ 69799 w 1055399"/>
                <a:gd name="connsiteY746" fmla="*/ 187238 h 949444"/>
                <a:gd name="connsiteX747" fmla="*/ 72390 w 1055399"/>
                <a:gd name="connsiteY747" fmla="*/ 189088 h 949444"/>
                <a:gd name="connsiteX748" fmla="*/ 72827 w 1055399"/>
                <a:gd name="connsiteY748" fmla="*/ 195715 h 949444"/>
                <a:gd name="connsiteX749" fmla="*/ 73265 w 1055399"/>
                <a:gd name="connsiteY749" fmla="*/ 200929 h 949444"/>
                <a:gd name="connsiteX750" fmla="*/ 74140 w 1055399"/>
                <a:gd name="connsiteY750" fmla="*/ 206816 h 949444"/>
                <a:gd name="connsiteX751" fmla="*/ 77068 w 1055399"/>
                <a:gd name="connsiteY751" fmla="*/ 211694 h 949444"/>
                <a:gd name="connsiteX752" fmla="*/ 77943 w 1055399"/>
                <a:gd name="connsiteY752" fmla="*/ 217144 h 949444"/>
                <a:gd name="connsiteX753" fmla="*/ 79794 w 1055399"/>
                <a:gd name="connsiteY753" fmla="*/ 220945 h 949444"/>
                <a:gd name="connsiteX754" fmla="*/ 85111 w 1055399"/>
                <a:gd name="connsiteY754" fmla="*/ 227572 h 949444"/>
                <a:gd name="connsiteX755" fmla="*/ 88813 w 1055399"/>
                <a:gd name="connsiteY755" fmla="*/ 231272 h 949444"/>
                <a:gd name="connsiteX756" fmla="*/ 89352 w 1055399"/>
                <a:gd name="connsiteY756" fmla="*/ 232584 h 949444"/>
                <a:gd name="connsiteX757" fmla="*/ 89453 w 1055399"/>
                <a:gd name="connsiteY757" fmla="*/ 236386 h 949444"/>
                <a:gd name="connsiteX758" fmla="*/ 88813 w 1055399"/>
                <a:gd name="connsiteY758" fmla="*/ 239312 h 949444"/>
                <a:gd name="connsiteX759" fmla="*/ 87938 w 1055399"/>
                <a:gd name="connsiteY759" fmla="*/ 242037 h 949444"/>
                <a:gd name="connsiteX760" fmla="*/ 86626 w 1055399"/>
                <a:gd name="connsiteY760" fmla="*/ 243114 h 949444"/>
                <a:gd name="connsiteX761" fmla="*/ 84472 w 1055399"/>
                <a:gd name="connsiteY761" fmla="*/ 244190 h 949444"/>
                <a:gd name="connsiteX762" fmla="*/ 83698 w 1055399"/>
                <a:gd name="connsiteY762" fmla="*/ 245065 h 949444"/>
                <a:gd name="connsiteX763" fmla="*/ 85111 w 1055399"/>
                <a:gd name="connsiteY763" fmla="*/ 247117 h 949444"/>
                <a:gd name="connsiteX764" fmla="*/ 85885 w 1055399"/>
                <a:gd name="connsiteY764" fmla="*/ 248092 h 949444"/>
                <a:gd name="connsiteX765" fmla="*/ 87736 w 1055399"/>
                <a:gd name="connsiteY765" fmla="*/ 250817 h 949444"/>
                <a:gd name="connsiteX766" fmla="*/ 88376 w 1055399"/>
                <a:gd name="connsiteY766" fmla="*/ 252331 h 949444"/>
                <a:gd name="connsiteX767" fmla="*/ 89991 w 1055399"/>
                <a:gd name="connsiteY767" fmla="*/ 254618 h 949444"/>
                <a:gd name="connsiteX768" fmla="*/ 89116 w 1055399"/>
                <a:gd name="connsiteY768" fmla="*/ 258487 h 949444"/>
                <a:gd name="connsiteX769" fmla="*/ 92717 w 1055399"/>
                <a:gd name="connsiteY769" fmla="*/ 260505 h 949444"/>
                <a:gd name="connsiteX770" fmla="*/ 93155 w 1055399"/>
                <a:gd name="connsiteY770" fmla="*/ 260505 h 949444"/>
                <a:gd name="connsiteX771" fmla="*/ 94938 w 1055399"/>
                <a:gd name="connsiteY771" fmla="*/ 263533 h 949444"/>
                <a:gd name="connsiteX772" fmla="*/ 97496 w 1055399"/>
                <a:gd name="connsiteY772" fmla="*/ 265719 h 949444"/>
                <a:gd name="connsiteX773" fmla="*/ 97496 w 1055399"/>
                <a:gd name="connsiteY773" fmla="*/ 266594 h 949444"/>
                <a:gd name="connsiteX774" fmla="*/ 97496 w 1055399"/>
                <a:gd name="connsiteY774" fmla="*/ 269958 h 949444"/>
                <a:gd name="connsiteX775" fmla="*/ 97496 w 1055399"/>
                <a:gd name="connsiteY775" fmla="*/ 273558 h 949444"/>
                <a:gd name="connsiteX776" fmla="*/ 99347 w 1055399"/>
                <a:gd name="connsiteY776" fmla="*/ 276383 h 949444"/>
                <a:gd name="connsiteX777" fmla="*/ 102511 w 1055399"/>
                <a:gd name="connsiteY777" fmla="*/ 279983 h 949444"/>
                <a:gd name="connsiteX778" fmla="*/ 105674 w 1055399"/>
                <a:gd name="connsiteY778" fmla="*/ 284019 h 949444"/>
                <a:gd name="connsiteX779" fmla="*/ 106751 w 1055399"/>
                <a:gd name="connsiteY779" fmla="*/ 285230 h 949444"/>
                <a:gd name="connsiteX780" fmla="*/ 110117 w 1055399"/>
                <a:gd name="connsiteY780" fmla="*/ 287518 h 949444"/>
                <a:gd name="connsiteX781" fmla="*/ 114357 w 1055399"/>
                <a:gd name="connsiteY781" fmla="*/ 291858 h 949444"/>
                <a:gd name="connsiteX782" fmla="*/ 119674 w 1055399"/>
                <a:gd name="connsiteY782" fmla="*/ 295558 h 949444"/>
                <a:gd name="connsiteX783" fmla="*/ 122266 w 1055399"/>
                <a:gd name="connsiteY783" fmla="*/ 299595 h 949444"/>
                <a:gd name="connsiteX784" fmla="*/ 125968 w 1055399"/>
                <a:gd name="connsiteY784" fmla="*/ 304472 h 949444"/>
                <a:gd name="connsiteX785" fmla="*/ 127045 w 1055399"/>
                <a:gd name="connsiteY785" fmla="*/ 306323 h 949444"/>
                <a:gd name="connsiteX786" fmla="*/ 127045 w 1055399"/>
                <a:gd name="connsiteY786" fmla="*/ 308374 h 949444"/>
                <a:gd name="connsiteX787" fmla="*/ 126708 w 1055399"/>
                <a:gd name="connsiteY787" fmla="*/ 309686 h 949444"/>
                <a:gd name="connsiteX788" fmla="*/ 126372 w 1055399"/>
                <a:gd name="connsiteY788" fmla="*/ 311099 h 949444"/>
                <a:gd name="connsiteX789" fmla="*/ 124184 w 1055399"/>
                <a:gd name="connsiteY789" fmla="*/ 313151 h 949444"/>
                <a:gd name="connsiteX790" fmla="*/ 123208 w 1055399"/>
                <a:gd name="connsiteY790" fmla="*/ 313690 h 949444"/>
                <a:gd name="connsiteX791" fmla="*/ 121795 w 1055399"/>
                <a:gd name="connsiteY791" fmla="*/ 314564 h 949444"/>
                <a:gd name="connsiteX792" fmla="*/ 120381 w 1055399"/>
                <a:gd name="connsiteY792" fmla="*/ 315775 h 949444"/>
                <a:gd name="connsiteX793" fmla="*/ 119069 w 1055399"/>
                <a:gd name="connsiteY793" fmla="*/ 317625 h 949444"/>
                <a:gd name="connsiteX794" fmla="*/ 117319 w 1055399"/>
                <a:gd name="connsiteY794" fmla="*/ 318164 h 949444"/>
                <a:gd name="connsiteX795" fmla="*/ 114391 w 1055399"/>
                <a:gd name="connsiteY795" fmla="*/ 317625 h 949444"/>
                <a:gd name="connsiteX796" fmla="*/ 113516 w 1055399"/>
                <a:gd name="connsiteY796" fmla="*/ 316448 h 949444"/>
                <a:gd name="connsiteX797" fmla="*/ 110924 w 1055399"/>
                <a:gd name="connsiteY797" fmla="*/ 314598 h 949444"/>
                <a:gd name="connsiteX798" fmla="*/ 108198 w 1055399"/>
                <a:gd name="connsiteY798" fmla="*/ 312546 h 949444"/>
                <a:gd name="connsiteX799" fmla="*/ 106583 w 1055399"/>
                <a:gd name="connsiteY799" fmla="*/ 311772 h 949444"/>
                <a:gd name="connsiteX800" fmla="*/ 103655 w 1055399"/>
                <a:gd name="connsiteY800" fmla="*/ 312008 h 949444"/>
                <a:gd name="connsiteX801" fmla="*/ 102578 w 1055399"/>
                <a:gd name="connsiteY801" fmla="*/ 312781 h 949444"/>
                <a:gd name="connsiteX802" fmla="*/ 101804 w 1055399"/>
                <a:gd name="connsiteY802" fmla="*/ 314093 h 949444"/>
                <a:gd name="connsiteX803" fmla="*/ 102241 w 1055399"/>
                <a:gd name="connsiteY803" fmla="*/ 318231 h 949444"/>
                <a:gd name="connsiteX804" fmla="*/ 100189 w 1055399"/>
                <a:gd name="connsiteY804" fmla="*/ 321393 h 949444"/>
                <a:gd name="connsiteX805" fmla="*/ 98876 w 1055399"/>
                <a:gd name="connsiteY805" fmla="*/ 324320 h 949444"/>
                <a:gd name="connsiteX806" fmla="*/ 98237 w 1055399"/>
                <a:gd name="connsiteY806" fmla="*/ 328054 h 949444"/>
                <a:gd name="connsiteX807" fmla="*/ 102679 w 1055399"/>
                <a:gd name="connsiteY807" fmla="*/ 331922 h 949444"/>
                <a:gd name="connsiteX808" fmla="*/ 103554 w 1055399"/>
                <a:gd name="connsiteY808" fmla="*/ 331922 h 949444"/>
                <a:gd name="connsiteX809" fmla="*/ 104732 w 1055399"/>
                <a:gd name="connsiteY809" fmla="*/ 332696 h 949444"/>
                <a:gd name="connsiteX810" fmla="*/ 107996 w 1055399"/>
                <a:gd name="connsiteY810" fmla="*/ 334883 h 949444"/>
                <a:gd name="connsiteX811" fmla="*/ 107996 w 1055399"/>
                <a:gd name="connsiteY811" fmla="*/ 335320 h 949444"/>
                <a:gd name="connsiteX812" fmla="*/ 109477 w 1055399"/>
                <a:gd name="connsiteY812" fmla="*/ 339558 h 949444"/>
                <a:gd name="connsiteX813" fmla="*/ 109645 w 1055399"/>
                <a:gd name="connsiteY813" fmla="*/ 341510 h 949444"/>
                <a:gd name="connsiteX814" fmla="*/ 109645 w 1055399"/>
                <a:gd name="connsiteY814" fmla="*/ 343259 h 949444"/>
                <a:gd name="connsiteX815" fmla="*/ 109881 w 1055399"/>
                <a:gd name="connsiteY815" fmla="*/ 345109 h 949444"/>
                <a:gd name="connsiteX816" fmla="*/ 111833 w 1055399"/>
                <a:gd name="connsiteY816" fmla="*/ 347834 h 949444"/>
                <a:gd name="connsiteX817" fmla="*/ 114559 w 1055399"/>
                <a:gd name="connsiteY817" fmla="*/ 348910 h 949444"/>
                <a:gd name="connsiteX818" fmla="*/ 114896 w 1055399"/>
                <a:gd name="connsiteY818" fmla="*/ 352375 h 949444"/>
                <a:gd name="connsiteX819" fmla="*/ 114896 w 1055399"/>
                <a:gd name="connsiteY819" fmla="*/ 355436 h 949444"/>
                <a:gd name="connsiteX820" fmla="*/ 114896 w 1055399"/>
                <a:gd name="connsiteY820" fmla="*/ 356849 h 949444"/>
                <a:gd name="connsiteX821" fmla="*/ 113583 w 1055399"/>
                <a:gd name="connsiteY821" fmla="*/ 358800 h 949444"/>
                <a:gd name="connsiteX822" fmla="*/ 112506 w 1055399"/>
                <a:gd name="connsiteY822" fmla="*/ 359877 h 949444"/>
                <a:gd name="connsiteX823" fmla="*/ 112271 w 1055399"/>
                <a:gd name="connsiteY823" fmla="*/ 361929 h 949444"/>
                <a:gd name="connsiteX824" fmla="*/ 112910 w 1055399"/>
                <a:gd name="connsiteY824" fmla="*/ 362904 h 949444"/>
                <a:gd name="connsiteX825" fmla="*/ 114088 w 1055399"/>
                <a:gd name="connsiteY825" fmla="*/ 363981 h 949444"/>
                <a:gd name="connsiteX826" fmla="*/ 117689 w 1055399"/>
                <a:gd name="connsiteY826" fmla="*/ 366605 h 949444"/>
                <a:gd name="connsiteX827" fmla="*/ 120079 w 1055399"/>
                <a:gd name="connsiteY827" fmla="*/ 368119 h 949444"/>
                <a:gd name="connsiteX828" fmla="*/ 121593 w 1055399"/>
                <a:gd name="connsiteY828" fmla="*/ 370507 h 949444"/>
                <a:gd name="connsiteX829" fmla="*/ 122569 w 1055399"/>
                <a:gd name="connsiteY829" fmla="*/ 372693 h 949444"/>
                <a:gd name="connsiteX830" fmla="*/ 124420 w 1055399"/>
                <a:gd name="connsiteY830" fmla="*/ 374443 h 949444"/>
                <a:gd name="connsiteX831" fmla="*/ 127583 w 1055399"/>
                <a:gd name="connsiteY831" fmla="*/ 377369 h 949444"/>
                <a:gd name="connsiteX832" fmla="*/ 127920 w 1055399"/>
                <a:gd name="connsiteY832" fmla="*/ 381272 h 949444"/>
                <a:gd name="connsiteX833" fmla="*/ 127482 w 1055399"/>
                <a:gd name="connsiteY833" fmla="*/ 383223 h 949444"/>
                <a:gd name="connsiteX834" fmla="*/ 126170 w 1055399"/>
                <a:gd name="connsiteY834" fmla="*/ 385712 h 949444"/>
                <a:gd name="connsiteX835" fmla="*/ 125194 w 1055399"/>
                <a:gd name="connsiteY835" fmla="*/ 387461 h 949444"/>
                <a:gd name="connsiteX836" fmla="*/ 123040 w 1055399"/>
                <a:gd name="connsiteY836" fmla="*/ 388437 h 949444"/>
                <a:gd name="connsiteX837" fmla="*/ 122064 w 1055399"/>
                <a:gd name="connsiteY837" fmla="*/ 388975 h 949444"/>
                <a:gd name="connsiteX838" fmla="*/ 120550 w 1055399"/>
                <a:gd name="connsiteY838" fmla="*/ 389951 h 949444"/>
                <a:gd name="connsiteX839" fmla="*/ 119910 w 1055399"/>
                <a:gd name="connsiteY839" fmla="*/ 392003 h 949444"/>
                <a:gd name="connsiteX840" fmla="*/ 121526 w 1055399"/>
                <a:gd name="connsiteY840" fmla="*/ 394627 h 949444"/>
                <a:gd name="connsiteX841" fmla="*/ 124016 w 1055399"/>
                <a:gd name="connsiteY841" fmla="*/ 396914 h 949444"/>
                <a:gd name="connsiteX842" fmla="*/ 124218 w 1055399"/>
                <a:gd name="connsiteY842" fmla="*/ 400278 h 949444"/>
                <a:gd name="connsiteX843" fmla="*/ 124117 w 1055399"/>
                <a:gd name="connsiteY843" fmla="*/ 403743 h 949444"/>
                <a:gd name="connsiteX844" fmla="*/ 123242 w 1055399"/>
                <a:gd name="connsiteY844" fmla="*/ 406905 h 949444"/>
                <a:gd name="connsiteX845" fmla="*/ 122805 w 1055399"/>
                <a:gd name="connsiteY845" fmla="*/ 411346 h 949444"/>
                <a:gd name="connsiteX846" fmla="*/ 126170 w 1055399"/>
                <a:gd name="connsiteY846" fmla="*/ 415584 h 949444"/>
                <a:gd name="connsiteX847" fmla="*/ 125833 w 1055399"/>
                <a:gd name="connsiteY847" fmla="*/ 417871 h 949444"/>
                <a:gd name="connsiteX848" fmla="*/ 125396 w 1055399"/>
                <a:gd name="connsiteY848" fmla="*/ 422547 h 949444"/>
                <a:gd name="connsiteX849" fmla="*/ 125396 w 1055399"/>
                <a:gd name="connsiteY849" fmla="*/ 426450 h 949444"/>
                <a:gd name="connsiteX850" fmla="*/ 124420 w 1055399"/>
                <a:gd name="connsiteY850" fmla="*/ 429175 h 949444"/>
                <a:gd name="connsiteX851" fmla="*/ 122905 w 1055399"/>
                <a:gd name="connsiteY851" fmla="*/ 431025 h 949444"/>
                <a:gd name="connsiteX852" fmla="*/ 121828 w 1055399"/>
                <a:gd name="connsiteY852" fmla="*/ 434187 h 949444"/>
                <a:gd name="connsiteX853" fmla="*/ 121828 w 1055399"/>
                <a:gd name="connsiteY853" fmla="*/ 437113 h 949444"/>
                <a:gd name="connsiteX854" fmla="*/ 122703 w 1055399"/>
                <a:gd name="connsiteY854" fmla="*/ 442866 h 949444"/>
                <a:gd name="connsiteX855" fmla="*/ 123780 w 1055399"/>
                <a:gd name="connsiteY855" fmla="*/ 447205 h 949444"/>
                <a:gd name="connsiteX856" fmla="*/ 126372 w 1055399"/>
                <a:gd name="connsiteY856" fmla="*/ 455144 h 949444"/>
                <a:gd name="connsiteX857" fmla="*/ 127247 w 1055399"/>
                <a:gd name="connsiteY857" fmla="*/ 460156 h 949444"/>
                <a:gd name="connsiteX858" fmla="*/ 128122 w 1055399"/>
                <a:gd name="connsiteY858" fmla="*/ 468398 h 949444"/>
                <a:gd name="connsiteX859" fmla="*/ 128357 w 1055399"/>
                <a:gd name="connsiteY859" fmla="*/ 480778 h 949444"/>
                <a:gd name="connsiteX860" fmla="*/ 124656 w 1055399"/>
                <a:gd name="connsiteY860" fmla="*/ 486631 h 949444"/>
                <a:gd name="connsiteX861" fmla="*/ 121828 w 1055399"/>
                <a:gd name="connsiteY861" fmla="*/ 491206 h 949444"/>
                <a:gd name="connsiteX862" fmla="*/ 120079 w 1055399"/>
                <a:gd name="connsiteY862" fmla="*/ 495781 h 949444"/>
                <a:gd name="connsiteX863" fmla="*/ 117891 w 1055399"/>
                <a:gd name="connsiteY863" fmla="*/ 498405 h 949444"/>
                <a:gd name="connsiteX864" fmla="*/ 116915 w 1055399"/>
                <a:gd name="connsiteY864" fmla="*/ 499044 h 949444"/>
                <a:gd name="connsiteX865" fmla="*/ 114828 w 1055399"/>
                <a:gd name="connsiteY865" fmla="*/ 501399 h 949444"/>
                <a:gd name="connsiteX866" fmla="*/ 114828 w 1055399"/>
                <a:gd name="connsiteY866" fmla="*/ 504864 h 949444"/>
                <a:gd name="connsiteX867" fmla="*/ 115703 w 1055399"/>
                <a:gd name="connsiteY867" fmla="*/ 510952 h 949444"/>
                <a:gd name="connsiteX868" fmla="*/ 116141 w 1055399"/>
                <a:gd name="connsiteY868" fmla="*/ 513240 h 949444"/>
                <a:gd name="connsiteX869" fmla="*/ 118530 w 1055399"/>
                <a:gd name="connsiteY869" fmla="*/ 516167 h 949444"/>
                <a:gd name="connsiteX870" fmla="*/ 120920 w 1055399"/>
                <a:gd name="connsiteY870" fmla="*/ 516167 h 949444"/>
                <a:gd name="connsiteX871" fmla="*/ 121997 w 1055399"/>
                <a:gd name="connsiteY871" fmla="*/ 519194 h 949444"/>
                <a:gd name="connsiteX872" fmla="*/ 122199 w 1055399"/>
                <a:gd name="connsiteY872" fmla="*/ 523971 h 949444"/>
                <a:gd name="connsiteX873" fmla="*/ 121997 w 1055399"/>
                <a:gd name="connsiteY873" fmla="*/ 529185 h 949444"/>
                <a:gd name="connsiteX874" fmla="*/ 122636 w 1055399"/>
                <a:gd name="connsiteY874" fmla="*/ 532011 h 949444"/>
                <a:gd name="connsiteX875" fmla="*/ 122838 w 1055399"/>
                <a:gd name="connsiteY875" fmla="*/ 539613 h 949444"/>
                <a:gd name="connsiteX876" fmla="*/ 123713 w 1055399"/>
                <a:gd name="connsiteY876" fmla="*/ 545467 h 949444"/>
                <a:gd name="connsiteX877" fmla="*/ 122838 w 1055399"/>
                <a:gd name="connsiteY877" fmla="*/ 549806 h 949444"/>
                <a:gd name="connsiteX878" fmla="*/ 124353 w 1055399"/>
                <a:gd name="connsiteY878" fmla="*/ 554583 h 949444"/>
                <a:gd name="connsiteX879" fmla="*/ 123377 w 1055399"/>
                <a:gd name="connsiteY879" fmla="*/ 557846 h 949444"/>
                <a:gd name="connsiteX880" fmla="*/ 126978 w 1055399"/>
                <a:gd name="connsiteY880" fmla="*/ 562085 h 949444"/>
                <a:gd name="connsiteX881" fmla="*/ 127314 w 1055399"/>
                <a:gd name="connsiteY881" fmla="*/ 565785 h 949444"/>
                <a:gd name="connsiteX882" fmla="*/ 127954 w 1055399"/>
                <a:gd name="connsiteY882" fmla="*/ 575339 h 949444"/>
                <a:gd name="connsiteX883" fmla="*/ 127516 w 1055399"/>
                <a:gd name="connsiteY883" fmla="*/ 577963 h 949444"/>
                <a:gd name="connsiteX884" fmla="*/ 126641 w 1055399"/>
                <a:gd name="connsiteY884" fmla="*/ 580990 h 949444"/>
                <a:gd name="connsiteX885" fmla="*/ 125127 w 1055399"/>
                <a:gd name="connsiteY885" fmla="*/ 587718 h 949444"/>
                <a:gd name="connsiteX886" fmla="*/ 122535 w 1055399"/>
                <a:gd name="connsiteY886" fmla="*/ 593470 h 949444"/>
                <a:gd name="connsiteX887" fmla="*/ 120415 w 1055399"/>
                <a:gd name="connsiteY887" fmla="*/ 600198 h 949444"/>
                <a:gd name="connsiteX888" fmla="*/ 118295 w 1055399"/>
                <a:gd name="connsiteY888" fmla="*/ 603798 h 949444"/>
                <a:gd name="connsiteX889" fmla="*/ 118295 w 1055399"/>
                <a:gd name="connsiteY889" fmla="*/ 607397 h 949444"/>
                <a:gd name="connsiteX890" fmla="*/ 119170 w 1055399"/>
                <a:gd name="connsiteY890" fmla="*/ 611535 h 949444"/>
                <a:gd name="connsiteX891" fmla="*/ 119506 w 1055399"/>
                <a:gd name="connsiteY891" fmla="*/ 615336 h 949444"/>
                <a:gd name="connsiteX892" fmla="*/ 120045 w 1055399"/>
                <a:gd name="connsiteY892" fmla="*/ 618599 h 949444"/>
                <a:gd name="connsiteX893" fmla="*/ 120045 w 1055399"/>
                <a:gd name="connsiteY893" fmla="*/ 626538 h 949444"/>
                <a:gd name="connsiteX894" fmla="*/ 120381 w 1055399"/>
                <a:gd name="connsiteY894" fmla="*/ 629263 h 949444"/>
                <a:gd name="connsiteX895" fmla="*/ 119304 w 1055399"/>
                <a:gd name="connsiteY895" fmla="*/ 633165 h 949444"/>
                <a:gd name="connsiteX896" fmla="*/ 118766 w 1055399"/>
                <a:gd name="connsiteY896" fmla="*/ 635991 h 949444"/>
                <a:gd name="connsiteX897" fmla="*/ 118429 w 1055399"/>
                <a:gd name="connsiteY897" fmla="*/ 641642 h 949444"/>
                <a:gd name="connsiteX898" fmla="*/ 119304 w 1055399"/>
                <a:gd name="connsiteY898" fmla="*/ 646083 h 949444"/>
                <a:gd name="connsiteX899" fmla="*/ 120819 w 1055399"/>
                <a:gd name="connsiteY899" fmla="*/ 654997 h 949444"/>
                <a:gd name="connsiteX900" fmla="*/ 125833 w 1055399"/>
                <a:gd name="connsiteY900" fmla="*/ 662062 h 949444"/>
                <a:gd name="connsiteX901" fmla="*/ 129636 w 1055399"/>
                <a:gd name="connsiteY901" fmla="*/ 666502 h 949444"/>
                <a:gd name="connsiteX902" fmla="*/ 134516 w 1055399"/>
                <a:gd name="connsiteY902" fmla="*/ 672894 h 949444"/>
                <a:gd name="connsiteX903" fmla="*/ 140608 w 1055399"/>
                <a:gd name="connsiteY903" fmla="*/ 672557 h 949444"/>
                <a:gd name="connsiteX904" fmla="*/ 141819 w 1055399"/>
                <a:gd name="connsiteY904" fmla="*/ 667881 h 949444"/>
                <a:gd name="connsiteX905" fmla="*/ 142694 w 1055399"/>
                <a:gd name="connsiteY905" fmla="*/ 659942 h 949444"/>
                <a:gd name="connsiteX906" fmla="*/ 142694 w 1055399"/>
                <a:gd name="connsiteY906" fmla="*/ 656040 h 949444"/>
                <a:gd name="connsiteX907" fmla="*/ 140944 w 1055399"/>
                <a:gd name="connsiteY907" fmla="*/ 649951 h 949444"/>
                <a:gd name="connsiteX908" fmla="*/ 140944 w 1055399"/>
                <a:gd name="connsiteY908" fmla="*/ 647361 h 949444"/>
                <a:gd name="connsiteX909" fmla="*/ 141718 w 1055399"/>
                <a:gd name="connsiteY909" fmla="*/ 643123 h 949444"/>
                <a:gd name="connsiteX910" fmla="*/ 142257 w 1055399"/>
                <a:gd name="connsiteY910" fmla="*/ 640936 h 949444"/>
                <a:gd name="connsiteX911" fmla="*/ 143132 w 1055399"/>
                <a:gd name="connsiteY911" fmla="*/ 639086 h 949444"/>
                <a:gd name="connsiteX912" fmla="*/ 145622 w 1055399"/>
                <a:gd name="connsiteY912" fmla="*/ 637471 h 949444"/>
                <a:gd name="connsiteX913" fmla="*/ 149762 w 1055399"/>
                <a:gd name="connsiteY913" fmla="*/ 637236 h 949444"/>
                <a:gd name="connsiteX914" fmla="*/ 153127 w 1055399"/>
                <a:gd name="connsiteY914" fmla="*/ 636361 h 949444"/>
                <a:gd name="connsiteX915" fmla="*/ 154541 w 1055399"/>
                <a:gd name="connsiteY915" fmla="*/ 635486 h 949444"/>
                <a:gd name="connsiteX916" fmla="*/ 157132 w 1055399"/>
                <a:gd name="connsiteY916" fmla="*/ 632862 h 949444"/>
                <a:gd name="connsiteX917" fmla="*/ 159858 w 1055399"/>
                <a:gd name="connsiteY917" fmla="*/ 629936 h 949444"/>
                <a:gd name="connsiteX918" fmla="*/ 161474 w 1055399"/>
                <a:gd name="connsiteY918" fmla="*/ 627447 h 949444"/>
                <a:gd name="connsiteX919" fmla="*/ 164200 w 1055399"/>
                <a:gd name="connsiteY919" fmla="*/ 623746 h 949444"/>
                <a:gd name="connsiteX920" fmla="*/ 165714 w 1055399"/>
                <a:gd name="connsiteY920" fmla="*/ 619507 h 949444"/>
                <a:gd name="connsiteX921" fmla="*/ 167228 w 1055399"/>
                <a:gd name="connsiteY921" fmla="*/ 617893 h 949444"/>
                <a:gd name="connsiteX922" fmla="*/ 170594 w 1055399"/>
                <a:gd name="connsiteY922" fmla="*/ 614731 h 949444"/>
                <a:gd name="connsiteX923" fmla="*/ 170931 w 1055399"/>
                <a:gd name="connsiteY923" fmla="*/ 611131 h 949444"/>
                <a:gd name="connsiteX924" fmla="*/ 171806 w 1055399"/>
                <a:gd name="connsiteY924" fmla="*/ 609718 h 949444"/>
                <a:gd name="connsiteX925" fmla="*/ 173421 w 1055399"/>
                <a:gd name="connsiteY925" fmla="*/ 607330 h 949444"/>
                <a:gd name="connsiteX926" fmla="*/ 174397 w 1055399"/>
                <a:gd name="connsiteY926" fmla="*/ 606253 h 949444"/>
                <a:gd name="connsiteX927" fmla="*/ 176349 w 1055399"/>
                <a:gd name="connsiteY927" fmla="*/ 605480 h 949444"/>
                <a:gd name="connsiteX928" fmla="*/ 180152 w 1055399"/>
                <a:gd name="connsiteY928" fmla="*/ 605042 h 949444"/>
                <a:gd name="connsiteX929" fmla="*/ 182104 w 1055399"/>
                <a:gd name="connsiteY929" fmla="*/ 605244 h 949444"/>
                <a:gd name="connsiteX930" fmla="*/ 184056 w 1055399"/>
                <a:gd name="connsiteY930" fmla="*/ 607969 h 949444"/>
                <a:gd name="connsiteX931" fmla="*/ 183181 w 1055399"/>
                <a:gd name="connsiteY931" fmla="*/ 609382 h 949444"/>
                <a:gd name="connsiteX932" fmla="*/ 181969 w 1055399"/>
                <a:gd name="connsiteY932" fmla="*/ 611770 h 949444"/>
                <a:gd name="connsiteX933" fmla="*/ 181330 w 1055399"/>
                <a:gd name="connsiteY933" fmla="*/ 614495 h 949444"/>
                <a:gd name="connsiteX934" fmla="*/ 181767 w 1055399"/>
                <a:gd name="connsiteY934" fmla="*/ 618532 h 949444"/>
                <a:gd name="connsiteX935" fmla="*/ 182743 w 1055399"/>
                <a:gd name="connsiteY935" fmla="*/ 621156 h 949444"/>
                <a:gd name="connsiteX936" fmla="*/ 184359 w 1055399"/>
                <a:gd name="connsiteY936" fmla="*/ 624520 h 949444"/>
                <a:gd name="connsiteX937" fmla="*/ 187623 w 1055399"/>
                <a:gd name="connsiteY937" fmla="*/ 627682 h 949444"/>
                <a:gd name="connsiteX938" fmla="*/ 189575 w 1055399"/>
                <a:gd name="connsiteY938" fmla="*/ 631382 h 949444"/>
                <a:gd name="connsiteX939" fmla="*/ 193378 w 1055399"/>
                <a:gd name="connsiteY939" fmla="*/ 634309 h 949444"/>
                <a:gd name="connsiteX940" fmla="*/ 198696 w 1055399"/>
                <a:gd name="connsiteY940" fmla="*/ 633973 h 949444"/>
                <a:gd name="connsiteX941" fmla="*/ 200648 w 1055399"/>
                <a:gd name="connsiteY941" fmla="*/ 636563 h 949444"/>
                <a:gd name="connsiteX942" fmla="*/ 201825 w 1055399"/>
                <a:gd name="connsiteY942" fmla="*/ 640902 h 949444"/>
                <a:gd name="connsiteX943" fmla="*/ 204989 w 1055399"/>
                <a:gd name="connsiteY943" fmla="*/ 648942 h 949444"/>
                <a:gd name="connsiteX944" fmla="*/ 208893 w 1055399"/>
                <a:gd name="connsiteY944" fmla="*/ 655569 h 949444"/>
                <a:gd name="connsiteX945" fmla="*/ 208994 w 1055399"/>
                <a:gd name="connsiteY945" fmla="*/ 658630 h 949444"/>
                <a:gd name="connsiteX946" fmla="*/ 210205 w 1055399"/>
                <a:gd name="connsiteY946" fmla="*/ 662432 h 949444"/>
                <a:gd name="connsiteX947" fmla="*/ 213234 w 1055399"/>
                <a:gd name="connsiteY947" fmla="*/ 666435 h 949444"/>
                <a:gd name="connsiteX948" fmla="*/ 215287 w 1055399"/>
                <a:gd name="connsiteY948" fmla="*/ 667511 h 949444"/>
                <a:gd name="connsiteX949" fmla="*/ 218215 w 1055399"/>
                <a:gd name="connsiteY949" fmla="*/ 669563 h 949444"/>
                <a:gd name="connsiteX950" fmla="*/ 218855 w 1055399"/>
                <a:gd name="connsiteY950" fmla="*/ 671178 h 949444"/>
                <a:gd name="connsiteX951" fmla="*/ 219191 w 1055399"/>
                <a:gd name="connsiteY951" fmla="*/ 673264 h 949444"/>
                <a:gd name="connsiteX952" fmla="*/ 218855 w 1055399"/>
                <a:gd name="connsiteY952" fmla="*/ 677065 h 949444"/>
                <a:gd name="connsiteX953" fmla="*/ 218081 w 1055399"/>
                <a:gd name="connsiteY953" fmla="*/ 679117 h 949444"/>
                <a:gd name="connsiteX954" fmla="*/ 215893 w 1055399"/>
                <a:gd name="connsiteY954" fmla="*/ 681943 h 949444"/>
                <a:gd name="connsiteX955" fmla="*/ 214379 w 1055399"/>
                <a:gd name="connsiteY955" fmla="*/ 682716 h 949444"/>
                <a:gd name="connsiteX956" fmla="*/ 211787 w 1055399"/>
                <a:gd name="connsiteY956" fmla="*/ 683356 h 949444"/>
                <a:gd name="connsiteX957" fmla="*/ 206234 w 1055399"/>
                <a:gd name="connsiteY957" fmla="*/ 684331 h 949444"/>
                <a:gd name="connsiteX958" fmla="*/ 204383 w 1055399"/>
                <a:gd name="connsiteY958" fmla="*/ 684768 h 949444"/>
                <a:gd name="connsiteX959" fmla="*/ 202532 w 1055399"/>
                <a:gd name="connsiteY959" fmla="*/ 685643 h 949444"/>
                <a:gd name="connsiteX960" fmla="*/ 202532 w 1055399"/>
                <a:gd name="connsiteY960" fmla="*/ 688570 h 949444"/>
                <a:gd name="connsiteX961" fmla="*/ 204047 w 1055399"/>
                <a:gd name="connsiteY961" fmla="*/ 692606 h 949444"/>
                <a:gd name="connsiteX962" fmla="*/ 205124 w 1055399"/>
                <a:gd name="connsiteY962" fmla="*/ 696509 h 949444"/>
                <a:gd name="connsiteX963" fmla="*/ 207311 w 1055399"/>
                <a:gd name="connsiteY963" fmla="*/ 700646 h 949444"/>
                <a:gd name="connsiteX964" fmla="*/ 210138 w 1055399"/>
                <a:gd name="connsiteY964" fmla="*/ 703573 h 949444"/>
                <a:gd name="connsiteX965" fmla="*/ 212965 w 1055399"/>
                <a:gd name="connsiteY965" fmla="*/ 708350 h 949444"/>
                <a:gd name="connsiteX966" fmla="*/ 214816 w 1055399"/>
                <a:gd name="connsiteY966" fmla="*/ 712689 h 949444"/>
                <a:gd name="connsiteX967" fmla="*/ 217408 w 1055399"/>
                <a:gd name="connsiteY967" fmla="*/ 717466 h 949444"/>
                <a:gd name="connsiteX968" fmla="*/ 221749 w 1055399"/>
                <a:gd name="connsiteY968" fmla="*/ 723454 h 949444"/>
                <a:gd name="connsiteX969" fmla="*/ 226326 w 1055399"/>
                <a:gd name="connsiteY969" fmla="*/ 726482 h 949444"/>
                <a:gd name="connsiteX970" fmla="*/ 232417 w 1055399"/>
                <a:gd name="connsiteY970" fmla="*/ 727121 h 949444"/>
                <a:gd name="connsiteX971" fmla="*/ 236321 w 1055399"/>
                <a:gd name="connsiteY971" fmla="*/ 726145 h 949444"/>
                <a:gd name="connsiteX972" fmla="*/ 240124 w 1055399"/>
                <a:gd name="connsiteY972" fmla="*/ 721806 h 949444"/>
                <a:gd name="connsiteX973" fmla="*/ 241874 w 1055399"/>
                <a:gd name="connsiteY973" fmla="*/ 719215 h 949444"/>
                <a:gd name="connsiteX974" fmla="*/ 243187 w 1055399"/>
                <a:gd name="connsiteY974" fmla="*/ 718576 h 949444"/>
                <a:gd name="connsiteX975" fmla="*/ 245576 w 1055399"/>
                <a:gd name="connsiteY975" fmla="*/ 718778 h 949444"/>
                <a:gd name="connsiteX976" fmla="*/ 246216 w 1055399"/>
                <a:gd name="connsiteY976" fmla="*/ 720628 h 949444"/>
                <a:gd name="connsiteX977" fmla="*/ 250019 w 1055399"/>
                <a:gd name="connsiteY977" fmla="*/ 722916 h 949444"/>
                <a:gd name="connsiteX978" fmla="*/ 254259 w 1055399"/>
                <a:gd name="connsiteY978" fmla="*/ 724362 h 949444"/>
                <a:gd name="connsiteX979" fmla="*/ 257154 w 1055399"/>
                <a:gd name="connsiteY979" fmla="*/ 719888 h 949444"/>
                <a:gd name="connsiteX980" fmla="*/ 258298 w 1055399"/>
                <a:gd name="connsiteY980" fmla="*/ 719316 h 949444"/>
                <a:gd name="connsiteX981" fmla="*/ 261495 w 1055399"/>
                <a:gd name="connsiteY981" fmla="*/ 718307 h 949444"/>
                <a:gd name="connsiteX982" fmla="*/ 263817 w 1055399"/>
                <a:gd name="connsiteY982" fmla="*/ 719182 h 949444"/>
                <a:gd name="connsiteX983" fmla="*/ 267014 w 1055399"/>
                <a:gd name="connsiteY983" fmla="*/ 722209 h 949444"/>
                <a:gd name="connsiteX984" fmla="*/ 267452 w 1055399"/>
                <a:gd name="connsiteY984" fmla="*/ 727289 h 949444"/>
                <a:gd name="connsiteX985" fmla="*/ 269337 w 1055399"/>
                <a:gd name="connsiteY985" fmla="*/ 733815 h 949444"/>
                <a:gd name="connsiteX986" fmla="*/ 271524 w 1055399"/>
                <a:gd name="connsiteY986" fmla="*/ 739904 h 949444"/>
                <a:gd name="connsiteX987" fmla="*/ 274553 w 1055399"/>
                <a:gd name="connsiteY987" fmla="*/ 744546 h 949444"/>
                <a:gd name="connsiteX988" fmla="*/ 279029 w 1055399"/>
                <a:gd name="connsiteY988" fmla="*/ 751072 h 949444"/>
                <a:gd name="connsiteX989" fmla="*/ 279904 w 1055399"/>
                <a:gd name="connsiteY989" fmla="*/ 753965 h 949444"/>
                <a:gd name="connsiteX990" fmla="*/ 279904 w 1055399"/>
                <a:gd name="connsiteY990" fmla="*/ 760323 h 949444"/>
                <a:gd name="connsiteX991" fmla="*/ 280644 w 1055399"/>
                <a:gd name="connsiteY991" fmla="*/ 766546 h 949444"/>
                <a:gd name="connsiteX992" fmla="*/ 280342 w 1055399"/>
                <a:gd name="connsiteY992" fmla="*/ 770449 h 949444"/>
                <a:gd name="connsiteX993" fmla="*/ 285121 w 1055399"/>
                <a:gd name="connsiteY993" fmla="*/ 775091 h 949444"/>
                <a:gd name="connsiteX994" fmla="*/ 287712 w 1055399"/>
                <a:gd name="connsiteY994" fmla="*/ 775091 h 949444"/>
                <a:gd name="connsiteX995" fmla="*/ 292356 w 1055399"/>
                <a:gd name="connsiteY995" fmla="*/ 774788 h 949444"/>
                <a:gd name="connsiteX996" fmla="*/ 293803 w 1055399"/>
                <a:gd name="connsiteY996" fmla="*/ 780440 h 949444"/>
                <a:gd name="connsiteX997" fmla="*/ 294376 w 1055399"/>
                <a:gd name="connsiteY997" fmla="*/ 785956 h 949444"/>
                <a:gd name="connsiteX998" fmla="*/ 297001 w 1055399"/>
                <a:gd name="connsiteY998" fmla="*/ 797831 h 949444"/>
                <a:gd name="connsiteX999" fmla="*/ 298448 w 1055399"/>
                <a:gd name="connsiteY999" fmla="*/ 801161 h 949444"/>
                <a:gd name="connsiteX1000" fmla="*/ 300635 w 1055399"/>
                <a:gd name="connsiteY1000" fmla="*/ 804492 h 949444"/>
                <a:gd name="connsiteX1001" fmla="*/ 306424 w 1055399"/>
                <a:gd name="connsiteY1001" fmla="*/ 806948 h 949444"/>
                <a:gd name="connsiteX1002" fmla="*/ 306491 w 1055399"/>
                <a:gd name="connsiteY1002" fmla="*/ 809134 h 949444"/>
                <a:gd name="connsiteX1003" fmla="*/ 305986 w 1055399"/>
                <a:gd name="connsiteY1003" fmla="*/ 815088 h 949444"/>
                <a:gd name="connsiteX1004" fmla="*/ 305986 w 1055399"/>
                <a:gd name="connsiteY1004" fmla="*/ 817679 h 949444"/>
                <a:gd name="connsiteX1005" fmla="*/ 306727 w 1055399"/>
                <a:gd name="connsiteY1005" fmla="*/ 819697 h 949444"/>
                <a:gd name="connsiteX1006" fmla="*/ 309116 w 1055399"/>
                <a:gd name="connsiteY1006" fmla="*/ 825651 h 949444"/>
                <a:gd name="connsiteX1007" fmla="*/ 311506 w 1055399"/>
                <a:gd name="connsiteY1007" fmla="*/ 830428 h 949444"/>
                <a:gd name="connsiteX1008" fmla="*/ 314131 w 1055399"/>
                <a:gd name="connsiteY1008" fmla="*/ 834330 h 949444"/>
                <a:gd name="connsiteX1009" fmla="*/ 319919 w 1055399"/>
                <a:gd name="connsiteY1009" fmla="*/ 836517 h 949444"/>
                <a:gd name="connsiteX1010" fmla="*/ 322679 w 1055399"/>
                <a:gd name="connsiteY1010" fmla="*/ 837391 h 949444"/>
                <a:gd name="connsiteX1011" fmla="*/ 325001 w 1055399"/>
                <a:gd name="connsiteY1011" fmla="*/ 838569 h 949444"/>
                <a:gd name="connsiteX1012" fmla="*/ 328198 w 1055399"/>
                <a:gd name="connsiteY1012" fmla="*/ 842908 h 949444"/>
                <a:gd name="connsiteX1013" fmla="*/ 329073 w 1055399"/>
                <a:gd name="connsiteY1013" fmla="*/ 849132 h 949444"/>
                <a:gd name="connsiteX1014" fmla="*/ 328939 w 1055399"/>
                <a:gd name="connsiteY1014" fmla="*/ 850713 h 949444"/>
                <a:gd name="connsiteX1015" fmla="*/ 328501 w 1055399"/>
                <a:gd name="connsiteY1015" fmla="*/ 854178 h 949444"/>
                <a:gd name="connsiteX1016" fmla="*/ 327626 w 1055399"/>
                <a:gd name="connsiteY1016" fmla="*/ 856499 h 949444"/>
                <a:gd name="connsiteX1017" fmla="*/ 328064 w 1055399"/>
                <a:gd name="connsiteY1017" fmla="*/ 858955 h 949444"/>
                <a:gd name="connsiteX1018" fmla="*/ 331530 w 1055399"/>
                <a:gd name="connsiteY1018" fmla="*/ 859695 h 949444"/>
                <a:gd name="connsiteX1019" fmla="*/ 338934 w 1055399"/>
                <a:gd name="connsiteY1019" fmla="*/ 855490 h 949444"/>
                <a:gd name="connsiteX1020" fmla="*/ 340819 w 1055399"/>
                <a:gd name="connsiteY1020" fmla="*/ 855927 h 949444"/>
                <a:gd name="connsiteX1021" fmla="*/ 338362 w 1055399"/>
                <a:gd name="connsiteY1021" fmla="*/ 863328 h 949444"/>
                <a:gd name="connsiteX1022" fmla="*/ 337050 w 1055399"/>
                <a:gd name="connsiteY1022" fmla="*/ 865783 h 949444"/>
                <a:gd name="connsiteX1023" fmla="*/ 334727 w 1055399"/>
                <a:gd name="connsiteY1023" fmla="*/ 868104 h 949444"/>
                <a:gd name="connsiteX1024" fmla="*/ 330958 w 1055399"/>
                <a:gd name="connsiteY1024" fmla="*/ 870291 h 949444"/>
                <a:gd name="connsiteX1025" fmla="*/ 326919 w 1055399"/>
                <a:gd name="connsiteY1025" fmla="*/ 871300 h 949444"/>
                <a:gd name="connsiteX1026" fmla="*/ 324732 w 1055399"/>
                <a:gd name="connsiteY1026" fmla="*/ 873319 h 949444"/>
                <a:gd name="connsiteX1027" fmla="*/ 324867 w 1055399"/>
                <a:gd name="connsiteY1027" fmla="*/ 876952 h 949444"/>
                <a:gd name="connsiteX1028" fmla="*/ 326617 w 1055399"/>
                <a:gd name="connsiteY1028" fmla="*/ 881728 h 949444"/>
                <a:gd name="connsiteX1029" fmla="*/ 333011 w 1055399"/>
                <a:gd name="connsiteY1029" fmla="*/ 885799 h 949444"/>
                <a:gd name="connsiteX1030" fmla="*/ 339977 w 1055399"/>
                <a:gd name="connsiteY1030" fmla="*/ 888995 h 949444"/>
                <a:gd name="connsiteX1031" fmla="*/ 343309 w 1055399"/>
                <a:gd name="connsiteY1031" fmla="*/ 892190 h 949444"/>
                <a:gd name="connsiteX1032" fmla="*/ 344184 w 1055399"/>
                <a:gd name="connsiteY1032" fmla="*/ 894209 h 949444"/>
                <a:gd name="connsiteX1033" fmla="*/ 347382 w 1055399"/>
                <a:gd name="connsiteY1033" fmla="*/ 898986 h 949444"/>
                <a:gd name="connsiteX1034" fmla="*/ 351285 w 1055399"/>
                <a:gd name="connsiteY1034" fmla="*/ 905512 h 949444"/>
                <a:gd name="connsiteX1035" fmla="*/ 349401 w 1055399"/>
                <a:gd name="connsiteY1035" fmla="*/ 908707 h 949444"/>
                <a:gd name="connsiteX1036" fmla="*/ 343040 w 1055399"/>
                <a:gd name="connsiteY1036" fmla="*/ 910019 h 949444"/>
                <a:gd name="connsiteX1037" fmla="*/ 339843 w 1055399"/>
                <a:gd name="connsiteY1037" fmla="*/ 910154 h 949444"/>
                <a:gd name="connsiteX1038" fmla="*/ 338833 w 1055399"/>
                <a:gd name="connsiteY1038" fmla="*/ 915671 h 949444"/>
                <a:gd name="connsiteX1039" fmla="*/ 340146 w 1055399"/>
                <a:gd name="connsiteY1039" fmla="*/ 920582 h 949444"/>
                <a:gd name="connsiteX1040" fmla="*/ 345228 w 1055399"/>
                <a:gd name="connsiteY1040" fmla="*/ 922903 h 949444"/>
                <a:gd name="connsiteX1041" fmla="*/ 350444 w 1055399"/>
                <a:gd name="connsiteY1041" fmla="*/ 922903 h 949444"/>
                <a:gd name="connsiteX1042" fmla="*/ 353069 w 1055399"/>
                <a:gd name="connsiteY1042" fmla="*/ 920448 h 949444"/>
                <a:gd name="connsiteX1043" fmla="*/ 355526 w 1055399"/>
                <a:gd name="connsiteY1043" fmla="*/ 918698 h 949444"/>
                <a:gd name="connsiteX1044" fmla="*/ 357545 w 1055399"/>
                <a:gd name="connsiteY1044" fmla="*/ 917252 h 949444"/>
                <a:gd name="connsiteX1045" fmla="*/ 358992 w 1055399"/>
                <a:gd name="connsiteY1045" fmla="*/ 919876 h 949444"/>
                <a:gd name="connsiteX1046" fmla="*/ 359564 w 1055399"/>
                <a:gd name="connsiteY1046" fmla="*/ 924955 h 949444"/>
                <a:gd name="connsiteX1047" fmla="*/ 361012 w 1055399"/>
                <a:gd name="connsiteY1047" fmla="*/ 929867 h 949444"/>
                <a:gd name="connsiteX1048" fmla="*/ 364041 w 1055399"/>
                <a:gd name="connsiteY1048" fmla="*/ 932188 h 949444"/>
                <a:gd name="connsiteX1049" fmla="*/ 365185 w 1055399"/>
                <a:gd name="connsiteY1049" fmla="*/ 934375 h 949444"/>
                <a:gd name="connsiteX1050" fmla="*/ 365185 w 1055399"/>
                <a:gd name="connsiteY1050" fmla="*/ 939454 h 949444"/>
                <a:gd name="connsiteX1051" fmla="*/ 365488 w 1055399"/>
                <a:gd name="connsiteY1051" fmla="*/ 942784 h 949444"/>
                <a:gd name="connsiteX1052" fmla="*/ 365925 w 1055399"/>
                <a:gd name="connsiteY1052" fmla="*/ 946989 h 949444"/>
                <a:gd name="connsiteX1053" fmla="*/ 368954 w 1055399"/>
                <a:gd name="connsiteY1053" fmla="*/ 948873 h 949444"/>
                <a:gd name="connsiteX1054" fmla="*/ 375483 w 1055399"/>
                <a:gd name="connsiteY1054" fmla="*/ 949445 h 949444"/>
                <a:gd name="connsiteX1055" fmla="*/ 382012 w 1055399"/>
                <a:gd name="connsiteY1055" fmla="*/ 946418 h 949444"/>
                <a:gd name="connsiteX1056" fmla="*/ 386522 w 1055399"/>
                <a:gd name="connsiteY1056" fmla="*/ 944029 h 949444"/>
                <a:gd name="connsiteX1057" fmla="*/ 393623 w 1055399"/>
                <a:gd name="connsiteY1057" fmla="*/ 940329 h 949444"/>
                <a:gd name="connsiteX1058" fmla="*/ 399109 w 1055399"/>
                <a:gd name="connsiteY1058" fmla="*/ 940329 h 949444"/>
                <a:gd name="connsiteX1059" fmla="*/ 403753 w 1055399"/>
                <a:gd name="connsiteY1059" fmla="*/ 937133 h 949444"/>
                <a:gd name="connsiteX1060" fmla="*/ 408094 w 1055399"/>
                <a:gd name="connsiteY1060" fmla="*/ 932928 h 949444"/>
                <a:gd name="connsiteX1061" fmla="*/ 410551 w 1055399"/>
                <a:gd name="connsiteY1061" fmla="*/ 931616 h 949444"/>
                <a:gd name="connsiteX1062" fmla="*/ 412570 w 1055399"/>
                <a:gd name="connsiteY1062" fmla="*/ 929160 h 949444"/>
                <a:gd name="connsiteX1063" fmla="*/ 414893 w 1055399"/>
                <a:gd name="connsiteY1063" fmla="*/ 928017 h 949444"/>
                <a:gd name="connsiteX1064" fmla="*/ 420412 w 1055399"/>
                <a:gd name="connsiteY1064" fmla="*/ 927075 h 949444"/>
                <a:gd name="connsiteX1065" fmla="*/ 425763 w 1055399"/>
                <a:gd name="connsiteY1065" fmla="*/ 926436 h 949444"/>
                <a:gd name="connsiteX1066" fmla="*/ 428657 w 1055399"/>
                <a:gd name="connsiteY1066" fmla="*/ 926436 h 949444"/>
                <a:gd name="connsiteX1067" fmla="*/ 432427 w 1055399"/>
                <a:gd name="connsiteY1067" fmla="*/ 922971 h 949444"/>
                <a:gd name="connsiteX1068" fmla="*/ 438215 w 1055399"/>
                <a:gd name="connsiteY1068" fmla="*/ 917757 h 949444"/>
                <a:gd name="connsiteX1069" fmla="*/ 441984 w 1055399"/>
                <a:gd name="connsiteY1069" fmla="*/ 913989 h 949444"/>
                <a:gd name="connsiteX1070" fmla="*/ 446898 w 1055399"/>
                <a:gd name="connsiteY1070" fmla="*/ 912845 h 949444"/>
                <a:gd name="connsiteX1071" fmla="*/ 448211 w 1055399"/>
                <a:gd name="connsiteY1071" fmla="*/ 914864 h 949444"/>
                <a:gd name="connsiteX1072" fmla="*/ 445182 w 1055399"/>
                <a:gd name="connsiteY1072" fmla="*/ 920650 h 949444"/>
                <a:gd name="connsiteX1073" fmla="*/ 445182 w 1055399"/>
                <a:gd name="connsiteY1073" fmla="*/ 923845 h 949444"/>
                <a:gd name="connsiteX1074" fmla="*/ 449254 w 1055399"/>
                <a:gd name="connsiteY1074" fmla="*/ 926436 h 949444"/>
                <a:gd name="connsiteX1075" fmla="*/ 453023 w 1055399"/>
                <a:gd name="connsiteY1075" fmla="*/ 926436 h 949444"/>
                <a:gd name="connsiteX1076" fmla="*/ 455345 w 1055399"/>
                <a:gd name="connsiteY1076" fmla="*/ 924686 h 949444"/>
                <a:gd name="connsiteX1077" fmla="*/ 459115 w 1055399"/>
                <a:gd name="connsiteY1077" fmla="*/ 922668 h 949444"/>
                <a:gd name="connsiteX1078" fmla="*/ 464399 w 1055399"/>
                <a:gd name="connsiteY1078" fmla="*/ 921154 h 949444"/>
                <a:gd name="connsiteX1079" fmla="*/ 468168 w 1055399"/>
                <a:gd name="connsiteY1079" fmla="*/ 920010 h 949444"/>
                <a:gd name="connsiteX1080" fmla="*/ 470759 w 1055399"/>
                <a:gd name="connsiteY1080" fmla="*/ 918564 h 949444"/>
                <a:gd name="connsiteX1081" fmla="*/ 474461 w 1055399"/>
                <a:gd name="connsiteY1081" fmla="*/ 918564 h 949444"/>
                <a:gd name="connsiteX1082" fmla="*/ 478735 w 1055399"/>
                <a:gd name="connsiteY1082" fmla="*/ 918429 h 949444"/>
                <a:gd name="connsiteX1083" fmla="*/ 482000 w 1055399"/>
                <a:gd name="connsiteY1083" fmla="*/ 917286 h 949444"/>
                <a:gd name="connsiteX1084" fmla="*/ 484255 w 1055399"/>
                <a:gd name="connsiteY1084" fmla="*/ 915536 h 949444"/>
                <a:gd name="connsiteX1085" fmla="*/ 485837 w 1055399"/>
                <a:gd name="connsiteY1085" fmla="*/ 911836 h 949444"/>
                <a:gd name="connsiteX1086" fmla="*/ 486409 w 1055399"/>
                <a:gd name="connsiteY1086" fmla="*/ 907126 h 949444"/>
                <a:gd name="connsiteX1087" fmla="*/ 484793 w 1055399"/>
                <a:gd name="connsiteY1087" fmla="*/ 901408 h 949444"/>
                <a:gd name="connsiteX1088" fmla="*/ 483111 w 1055399"/>
                <a:gd name="connsiteY1088" fmla="*/ 897875 h 949444"/>
                <a:gd name="connsiteX1089" fmla="*/ 484961 w 1055399"/>
                <a:gd name="connsiteY1089" fmla="*/ 897102 h 949444"/>
                <a:gd name="connsiteX1090" fmla="*/ 487149 w 1055399"/>
                <a:gd name="connsiteY1090" fmla="*/ 896866 h 949444"/>
                <a:gd name="connsiteX1091" fmla="*/ 489538 w 1055399"/>
                <a:gd name="connsiteY1091" fmla="*/ 896866 h 949444"/>
                <a:gd name="connsiteX1092" fmla="*/ 490750 w 1055399"/>
                <a:gd name="connsiteY1092" fmla="*/ 894579 h 949444"/>
                <a:gd name="connsiteX1093" fmla="*/ 491389 w 1055399"/>
                <a:gd name="connsiteY1093" fmla="*/ 891316 h 949444"/>
                <a:gd name="connsiteX1094" fmla="*/ 491389 w 1055399"/>
                <a:gd name="connsiteY1094" fmla="*/ 888927 h 949444"/>
                <a:gd name="connsiteX1095" fmla="*/ 489740 w 1055399"/>
                <a:gd name="connsiteY1095" fmla="*/ 887414 h 949444"/>
                <a:gd name="connsiteX1096" fmla="*/ 487452 w 1055399"/>
                <a:gd name="connsiteY1096" fmla="*/ 884588 h 949444"/>
                <a:gd name="connsiteX1097" fmla="*/ 485399 w 1055399"/>
                <a:gd name="connsiteY1097" fmla="*/ 881762 h 949444"/>
                <a:gd name="connsiteX1098" fmla="*/ 483750 w 1055399"/>
                <a:gd name="connsiteY1098" fmla="*/ 878163 h 949444"/>
                <a:gd name="connsiteX1099" fmla="*/ 483413 w 1055399"/>
                <a:gd name="connsiteY1099" fmla="*/ 876414 h 949444"/>
                <a:gd name="connsiteX1100" fmla="*/ 483413 w 1055399"/>
                <a:gd name="connsiteY1100" fmla="*/ 869887 h 949444"/>
                <a:gd name="connsiteX1101" fmla="*/ 484288 w 1055399"/>
                <a:gd name="connsiteY1101" fmla="*/ 866086 h 949444"/>
                <a:gd name="connsiteX1102" fmla="*/ 482639 w 1055399"/>
                <a:gd name="connsiteY1102" fmla="*/ 859997 h 949444"/>
                <a:gd name="connsiteX1103" fmla="*/ 481865 w 1055399"/>
                <a:gd name="connsiteY1103" fmla="*/ 857710 h 949444"/>
                <a:gd name="connsiteX1104" fmla="*/ 479375 w 1055399"/>
                <a:gd name="connsiteY1104" fmla="*/ 854884 h 949444"/>
                <a:gd name="connsiteX1105" fmla="*/ 478500 w 1055399"/>
                <a:gd name="connsiteY1105" fmla="*/ 852933 h 949444"/>
                <a:gd name="connsiteX1106" fmla="*/ 477961 w 1055399"/>
                <a:gd name="connsiteY1106" fmla="*/ 848358 h 949444"/>
                <a:gd name="connsiteX1107" fmla="*/ 480351 w 1055399"/>
                <a:gd name="connsiteY1107" fmla="*/ 844321 h 949444"/>
                <a:gd name="connsiteX1108" fmla="*/ 481663 w 1055399"/>
                <a:gd name="connsiteY1108" fmla="*/ 841596 h 949444"/>
                <a:gd name="connsiteX1109" fmla="*/ 482639 w 1055399"/>
                <a:gd name="connsiteY1109" fmla="*/ 837694 h 949444"/>
                <a:gd name="connsiteX1110" fmla="*/ 483413 w 1055399"/>
                <a:gd name="connsiteY1110" fmla="*/ 831942 h 949444"/>
                <a:gd name="connsiteX1111" fmla="*/ 483413 w 1055399"/>
                <a:gd name="connsiteY1111" fmla="*/ 829890 h 949444"/>
                <a:gd name="connsiteX1112" fmla="*/ 484288 w 1055399"/>
                <a:gd name="connsiteY1112" fmla="*/ 824575 h 949444"/>
                <a:gd name="connsiteX1113" fmla="*/ 482976 w 1055399"/>
                <a:gd name="connsiteY1113" fmla="*/ 819899 h 949444"/>
                <a:gd name="connsiteX1114" fmla="*/ 483312 w 1055399"/>
                <a:gd name="connsiteY1114" fmla="*/ 816097 h 949444"/>
                <a:gd name="connsiteX1115" fmla="*/ 483111 w 1055399"/>
                <a:gd name="connsiteY1115" fmla="*/ 814147 h 949444"/>
                <a:gd name="connsiteX1116" fmla="*/ 480183 w 1055399"/>
                <a:gd name="connsiteY1116" fmla="*/ 810883 h 949444"/>
                <a:gd name="connsiteX1117" fmla="*/ 478668 w 1055399"/>
                <a:gd name="connsiteY1117" fmla="*/ 810009 h 949444"/>
                <a:gd name="connsiteX1118" fmla="*/ 478668 w 1055399"/>
                <a:gd name="connsiteY1118" fmla="*/ 807721 h 949444"/>
                <a:gd name="connsiteX1119" fmla="*/ 480620 w 1055399"/>
                <a:gd name="connsiteY1119" fmla="*/ 804559 h 949444"/>
                <a:gd name="connsiteX1120" fmla="*/ 483346 w 1055399"/>
                <a:gd name="connsiteY1120" fmla="*/ 802070 h 949444"/>
                <a:gd name="connsiteX1121" fmla="*/ 485197 w 1055399"/>
                <a:gd name="connsiteY1121" fmla="*/ 799782 h 949444"/>
                <a:gd name="connsiteX1122" fmla="*/ 485534 w 1055399"/>
                <a:gd name="connsiteY1122" fmla="*/ 795645 h 949444"/>
                <a:gd name="connsiteX1123" fmla="*/ 485971 w 1055399"/>
                <a:gd name="connsiteY1123" fmla="*/ 791742 h 949444"/>
                <a:gd name="connsiteX1124" fmla="*/ 487586 w 1055399"/>
                <a:gd name="connsiteY1124" fmla="*/ 791406 h 949444"/>
                <a:gd name="connsiteX1125" fmla="*/ 489640 w 1055399"/>
                <a:gd name="connsiteY1125" fmla="*/ 792819 h 949444"/>
                <a:gd name="connsiteX1126" fmla="*/ 490514 w 1055399"/>
                <a:gd name="connsiteY1126" fmla="*/ 795746 h 949444"/>
                <a:gd name="connsiteX1127" fmla="*/ 491289 w 1055399"/>
                <a:gd name="connsiteY1127" fmla="*/ 799547 h 949444"/>
                <a:gd name="connsiteX1128" fmla="*/ 492938 w 1055399"/>
                <a:gd name="connsiteY1128" fmla="*/ 801061 h 949444"/>
                <a:gd name="connsiteX1129" fmla="*/ 496942 w 1055399"/>
                <a:gd name="connsiteY1129" fmla="*/ 799850 h 949444"/>
                <a:gd name="connsiteX1130" fmla="*/ 499567 w 1055399"/>
                <a:gd name="connsiteY1130" fmla="*/ 795409 h 949444"/>
                <a:gd name="connsiteX1131" fmla="*/ 503034 w 1055399"/>
                <a:gd name="connsiteY1131" fmla="*/ 793794 h 949444"/>
                <a:gd name="connsiteX1132" fmla="*/ 508486 w 1055399"/>
                <a:gd name="connsiteY1132" fmla="*/ 788782 h 949444"/>
                <a:gd name="connsiteX1133" fmla="*/ 510976 w 1055399"/>
                <a:gd name="connsiteY1133" fmla="*/ 786057 h 949444"/>
                <a:gd name="connsiteX1134" fmla="*/ 514342 w 1055399"/>
                <a:gd name="connsiteY1134" fmla="*/ 781718 h 949444"/>
                <a:gd name="connsiteX1135" fmla="*/ 516092 w 1055399"/>
                <a:gd name="connsiteY1135" fmla="*/ 778993 h 949444"/>
                <a:gd name="connsiteX1136" fmla="*/ 519356 w 1055399"/>
                <a:gd name="connsiteY1136" fmla="*/ 776605 h 949444"/>
                <a:gd name="connsiteX1137" fmla="*/ 521847 w 1055399"/>
                <a:gd name="connsiteY1137" fmla="*/ 775629 h 949444"/>
                <a:gd name="connsiteX1138" fmla="*/ 524236 w 1055399"/>
                <a:gd name="connsiteY1138" fmla="*/ 774990 h 949444"/>
                <a:gd name="connsiteX1139" fmla="*/ 525111 w 1055399"/>
                <a:gd name="connsiteY1139" fmla="*/ 773913 h 949444"/>
                <a:gd name="connsiteX1140" fmla="*/ 527265 w 1055399"/>
                <a:gd name="connsiteY1140" fmla="*/ 769675 h 949444"/>
                <a:gd name="connsiteX1141" fmla="*/ 528780 w 1055399"/>
                <a:gd name="connsiteY1141" fmla="*/ 767085 h 949444"/>
                <a:gd name="connsiteX1142" fmla="*/ 530294 w 1055399"/>
                <a:gd name="connsiteY1142" fmla="*/ 764696 h 949444"/>
                <a:gd name="connsiteX1143" fmla="*/ 532246 w 1055399"/>
                <a:gd name="connsiteY1143" fmla="*/ 762745 h 949444"/>
                <a:gd name="connsiteX1144" fmla="*/ 534636 w 1055399"/>
                <a:gd name="connsiteY1144" fmla="*/ 760256 h 949444"/>
                <a:gd name="connsiteX1145" fmla="*/ 536823 w 1055399"/>
                <a:gd name="connsiteY1145" fmla="*/ 758506 h 949444"/>
                <a:gd name="connsiteX1146" fmla="*/ 538237 w 1055399"/>
                <a:gd name="connsiteY1146" fmla="*/ 757531 h 949444"/>
                <a:gd name="connsiteX1147" fmla="*/ 539650 w 1055399"/>
                <a:gd name="connsiteY1147" fmla="*/ 757094 h 949444"/>
                <a:gd name="connsiteX1148" fmla="*/ 542713 w 1055399"/>
                <a:gd name="connsiteY1148" fmla="*/ 755142 h 949444"/>
                <a:gd name="connsiteX1149" fmla="*/ 546415 w 1055399"/>
                <a:gd name="connsiteY1149" fmla="*/ 751139 h 949444"/>
                <a:gd name="connsiteX1150" fmla="*/ 548367 w 1055399"/>
                <a:gd name="connsiteY1150" fmla="*/ 747775 h 949444"/>
                <a:gd name="connsiteX1151" fmla="*/ 549242 w 1055399"/>
                <a:gd name="connsiteY1151" fmla="*/ 745488 h 949444"/>
                <a:gd name="connsiteX1152" fmla="*/ 549780 w 1055399"/>
                <a:gd name="connsiteY1152" fmla="*/ 742225 h 949444"/>
                <a:gd name="connsiteX1153" fmla="*/ 550117 w 1055399"/>
                <a:gd name="connsiteY1153" fmla="*/ 739635 h 949444"/>
                <a:gd name="connsiteX1154" fmla="*/ 551093 w 1055399"/>
                <a:gd name="connsiteY1154" fmla="*/ 738659 h 949444"/>
                <a:gd name="connsiteX1155" fmla="*/ 553280 w 1055399"/>
                <a:gd name="connsiteY1155" fmla="*/ 736910 h 949444"/>
                <a:gd name="connsiteX1156" fmla="*/ 554357 w 1055399"/>
                <a:gd name="connsiteY1156" fmla="*/ 735497 h 949444"/>
                <a:gd name="connsiteX1157" fmla="*/ 554458 w 1055399"/>
                <a:gd name="connsiteY1157" fmla="*/ 734421 h 949444"/>
                <a:gd name="connsiteX1158" fmla="*/ 552607 w 1055399"/>
                <a:gd name="connsiteY1158" fmla="*/ 731595 h 949444"/>
                <a:gd name="connsiteX1159" fmla="*/ 551732 w 1055399"/>
                <a:gd name="connsiteY1159" fmla="*/ 731057 h 949444"/>
                <a:gd name="connsiteX1160" fmla="*/ 549982 w 1055399"/>
                <a:gd name="connsiteY1160" fmla="*/ 730283 h 949444"/>
                <a:gd name="connsiteX1161" fmla="*/ 547492 w 1055399"/>
                <a:gd name="connsiteY1161" fmla="*/ 728231 h 949444"/>
                <a:gd name="connsiteX1162" fmla="*/ 544328 w 1055399"/>
                <a:gd name="connsiteY1162" fmla="*/ 725741 h 949444"/>
                <a:gd name="connsiteX1163" fmla="*/ 542477 w 1055399"/>
                <a:gd name="connsiteY1163" fmla="*/ 724329 h 949444"/>
                <a:gd name="connsiteX1164" fmla="*/ 542376 w 1055399"/>
                <a:gd name="connsiteY1164" fmla="*/ 722277 h 949444"/>
                <a:gd name="connsiteX1165" fmla="*/ 542915 w 1055399"/>
                <a:gd name="connsiteY1165" fmla="*/ 720426 h 949444"/>
                <a:gd name="connsiteX1166" fmla="*/ 543689 w 1055399"/>
                <a:gd name="connsiteY1166" fmla="*/ 718812 h 949444"/>
                <a:gd name="connsiteX1167" fmla="*/ 544766 w 1055399"/>
                <a:gd name="connsiteY1167" fmla="*/ 716861 h 949444"/>
                <a:gd name="connsiteX1168" fmla="*/ 546381 w 1055399"/>
                <a:gd name="connsiteY1168" fmla="*/ 714371 h 949444"/>
                <a:gd name="connsiteX1169" fmla="*/ 548871 w 1055399"/>
                <a:gd name="connsiteY1169" fmla="*/ 712420 h 949444"/>
                <a:gd name="connsiteX1170" fmla="*/ 550184 w 1055399"/>
                <a:gd name="connsiteY1170" fmla="*/ 711445 h 949444"/>
                <a:gd name="connsiteX1171" fmla="*/ 553448 w 1055399"/>
                <a:gd name="connsiteY1171" fmla="*/ 709493 h 949444"/>
                <a:gd name="connsiteX1172" fmla="*/ 556276 w 1055399"/>
                <a:gd name="connsiteY1172" fmla="*/ 707307 h 949444"/>
                <a:gd name="connsiteX1173" fmla="*/ 557050 w 1055399"/>
                <a:gd name="connsiteY1173" fmla="*/ 705793 h 949444"/>
                <a:gd name="connsiteX1174" fmla="*/ 559338 w 1055399"/>
                <a:gd name="connsiteY1174" fmla="*/ 704212 h 949444"/>
                <a:gd name="connsiteX1175" fmla="*/ 561391 w 1055399"/>
                <a:gd name="connsiteY1175" fmla="*/ 702194 h 949444"/>
                <a:gd name="connsiteX1176" fmla="*/ 562569 w 1055399"/>
                <a:gd name="connsiteY1176" fmla="*/ 702194 h 949444"/>
                <a:gd name="connsiteX1177" fmla="*/ 565396 w 1055399"/>
                <a:gd name="connsiteY1177" fmla="*/ 701958 h 949444"/>
                <a:gd name="connsiteX1178" fmla="*/ 569199 w 1055399"/>
                <a:gd name="connsiteY1178" fmla="*/ 705221 h 949444"/>
                <a:gd name="connsiteX1179" fmla="*/ 569973 w 1055399"/>
                <a:gd name="connsiteY1179" fmla="*/ 705558 h 949444"/>
                <a:gd name="connsiteX1180" fmla="*/ 572564 w 1055399"/>
                <a:gd name="connsiteY1180" fmla="*/ 706533 h 949444"/>
                <a:gd name="connsiteX1181" fmla="*/ 575055 w 1055399"/>
                <a:gd name="connsiteY1181" fmla="*/ 706533 h 949444"/>
                <a:gd name="connsiteX1182" fmla="*/ 578555 w 1055399"/>
                <a:gd name="connsiteY1182" fmla="*/ 704347 h 949444"/>
                <a:gd name="connsiteX1183" fmla="*/ 581920 w 1055399"/>
                <a:gd name="connsiteY1183" fmla="*/ 701420 h 949444"/>
                <a:gd name="connsiteX1184" fmla="*/ 584310 w 1055399"/>
                <a:gd name="connsiteY1184" fmla="*/ 698695 h 949444"/>
                <a:gd name="connsiteX1185" fmla="*/ 585723 w 1055399"/>
                <a:gd name="connsiteY1185" fmla="*/ 696408 h 949444"/>
                <a:gd name="connsiteX1186" fmla="*/ 586800 w 1055399"/>
                <a:gd name="connsiteY1186" fmla="*/ 694019 h 949444"/>
                <a:gd name="connsiteX1187" fmla="*/ 587002 w 1055399"/>
                <a:gd name="connsiteY1187" fmla="*/ 690218 h 949444"/>
                <a:gd name="connsiteX1188" fmla="*/ 587103 w 1055399"/>
                <a:gd name="connsiteY1188" fmla="*/ 687493 h 949444"/>
                <a:gd name="connsiteX1189" fmla="*/ 586666 w 1055399"/>
                <a:gd name="connsiteY1189" fmla="*/ 684903 h 949444"/>
                <a:gd name="connsiteX1190" fmla="*/ 585016 w 1055399"/>
                <a:gd name="connsiteY1190" fmla="*/ 681976 h 949444"/>
                <a:gd name="connsiteX1191" fmla="*/ 583502 w 1055399"/>
                <a:gd name="connsiteY1191" fmla="*/ 679050 h 949444"/>
                <a:gd name="connsiteX1192" fmla="*/ 581315 w 1055399"/>
                <a:gd name="connsiteY1192" fmla="*/ 677738 h 949444"/>
                <a:gd name="connsiteX1193" fmla="*/ 579363 w 1055399"/>
                <a:gd name="connsiteY1193" fmla="*/ 675989 h 949444"/>
                <a:gd name="connsiteX1194" fmla="*/ 579026 w 1055399"/>
                <a:gd name="connsiteY1194" fmla="*/ 673802 h 949444"/>
                <a:gd name="connsiteX1195" fmla="*/ 580002 w 1055399"/>
                <a:gd name="connsiteY1195" fmla="*/ 671178 h 949444"/>
                <a:gd name="connsiteX1196" fmla="*/ 582190 w 1055399"/>
                <a:gd name="connsiteY1196" fmla="*/ 667040 h 949444"/>
                <a:gd name="connsiteX1197" fmla="*/ 582829 w 1055399"/>
                <a:gd name="connsiteY1197" fmla="*/ 664551 h 949444"/>
                <a:gd name="connsiteX1198" fmla="*/ 584141 w 1055399"/>
                <a:gd name="connsiteY1198" fmla="*/ 662062 h 949444"/>
                <a:gd name="connsiteX1199" fmla="*/ 584478 w 1055399"/>
                <a:gd name="connsiteY1199" fmla="*/ 659774 h 949444"/>
                <a:gd name="connsiteX1200" fmla="*/ 585892 w 1055399"/>
                <a:gd name="connsiteY1200" fmla="*/ 657588 h 949444"/>
                <a:gd name="connsiteX1201" fmla="*/ 586666 w 1055399"/>
                <a:gd name="connsiteY1201" fmla="*/ 657487 h 949444"/>
                <a:gd name="connsiteX1202" fmla="*/ 588954 w 1055399"/>
                <a:gd name="connsiteY1202" fmla="*/ 657386 h 949444"/>
                <a:gd name="connsiteX1203" fmla="*/ 590469 w 1055399"/>
                <a:gd name="connsiteY1203" fmla="*/ 660110 h 949444"/>
                <a:gd name="connsiteX1204" fmla="*/ 591445 w 1055399"/>
                <a:gd name="connsiteY1204" fmla="*/ 661422 h 949444"/>
                <a:gd name="connsiteX1205" fmla="*/ 593834 w 1055399"/>
                <a:gd name="connsiteY1205" fmla="*/ 662129 h 949444"/>
                <a:gd name="connsiteX1206" fmla="*/ 597637 w 1055399"/>
                <a:gd name="connsiteY1206" fmla="*/ 662196 h 949444"/>
                <a:gd name="connsiteX1207" fmla="*/ 599050 w 1055399"/>
                <a:gd name="connsiteY1207" fmla="*/ 662196 h 949444"/>
                <a:gd name="connsiteX1208" fmla="*/ 601642 w 1055399"/>
                <a:gd name="connsiteY1208" fmla="*/ 662533 h 949444"/>
                <a:gd name="connsiteX1209" fmla="*/ 604570 w 1055399"/>
                <a:gd name="connsiteY1209" fmla="*/ 662196 h 949444"/>
                <a:gd name="connsiteX1210" fmla="*/ 608608 w 1055399"/>
                <a:gd name="connsiteY1210" fmla="*/ 661994 h 949444"/>
                <a:gd name="connsiteX1211" fmla="*/ 610123 w 1055399"/>
                <a:gd name="connsiteY1211" fmla="*/ 659539 h 949444"/>
                <a:gd name="connsiteX1212" fmla="*/ 612613 w 1055399"/>
                <a:gd name="connsiteY1212" fmla="*/ 658731 h 949444"/>
                <a:gd name="connsiteX1213" fmla="*/ 614666 w 1055399"/>
                <a:gd name="connsiteY1213" fmla="*/ 658731 h 949444"/>
                <a:gd name="connsiteX1214" fmla="*/ 619008 w 1055399"/>
                <a:gd name="connsiteY1214" fmla="*/ 661355 h 949444"/>
                <a:gd name="connsiteX1215" fmla="*/ 623013 w 1055399"/>
                <a:gd name="connsiteY1215" fmla="*/ 663004 h 949444"/>
                <a:gd name="connsiteX1216" fmla="*/ 630518 w 1055399"/>
                <a:gd name="connsiteY1216" fmla="*/ 661591 h 949444"/>
                <a:gd name="connsiteX1217" fmla="*/ 636710 w 1055399"/>
                <a:gd name="connsiteY1217" fmla="*/ 660951 h 949444"/>
                <a:gd name="connsiteX1218" fmla="*/ 641051 w 1055399"/>
                <a:gd name="connsiteY1218" fmla="*/ 660077 h 949444"/>
                <a:gd name="connsiteX1219" fmla="*/ 644316 w 1055399"/>
                <a:gd name="connsiteY1219" fmla="*/ 663340 h 949444"/>
                <a:gd name="connsiteX1220" fmla="*/ 643676 w 1055399"/>
                <a:gd name="connsiteY1220" fmla="*/ 667478 h 949444"/>
                <a:gd name="connsiteX1221" fmla="*/ 642263 w 1055399"/>
                <a:gd name="connsiteY1221" fmla="*/ 668554 h 949444"/>
                <a:gd name="connsiteX1222" fmla="*/ 639335 w 1055399"/>
                <a:gd name="connsiteY1222" fmla="*/ 670842 h 949444"/>
                <a:gd name="connsiteX1223" fmla="*/ 635869 w 1055399"/>
                <a:gd name="connsiteY1223" fmla="*/ 671380 h 949444"/>
                <a:gd name="connsiteX1224" fmla="*/ 633244 w 1055399"/>
                <a:gd name="connsiteY1224" fmla="*/ 672692 h 949444"/>
                <a:gd name="connsiteX1225" fmla="*/ 631393 w 1055399"/>
                <a:gd name="connsiteY1225" fmla="*/ 674105 h 949444"/>
                <a:gd name="connsiteX1226" fmla="*/ 629239 w 1055399"/>
                <a:gd name="connsiteY1226" fmla="*/ 676291 h 949444"/>
                <a:gd name="connsiteX1227" fmla="*/ 627287 w 1055399"/>
                <a:gd name="connsiteY1227" fmla="*/ 678242 h 949444"/>
                <a:gd name="connsiteX1228" fmla="*/ 624796 w 1055399"/>
                <a:gd name="connsiteY1228" fmla="*/ 680429 h 949444"/>
                <a:gd name="connsiteX1229" fmla="*/ 623820 w 1055399"/>
                <a:gd name="connsiteY1229" fmla="*/ 681640 h 949444"/>
                <a:gd name="connsiteX1230" fmla="*/ 623618 w 1055399"/>
                <a:gd name="connsiteY1230" fmla="*/ 685441 h 949444"/>
                <a:gd name="connsiteX1231" fmla="*/ 623820 w 1055399"/>
                <a:gd name="connsiteY1231" fmla="*/ 691295 h 949444"/>
                <a:gd name="connsiteX1232" fmla="*/ 624022 w 1055399"/>
                <a:gd name="connsiteY1232" fmla="*/ 693044 h 949444"/>
                <a:gd name="connsiteX1233" fmla="*/ 625974 w 1055399"/>
                <a:gd name="connsiteY1233" fmla="*/ 695769 h 949444"/>
                <a:gd name="connsiteX1234" fmla="*/ 632066 w 1055399"/>
                <a:gd name="connsiteY1234" fmla="*/ 698493 h 949444"/>
                <a:gd name="connsiteX1235" fmla="*/ 635431 w 1055399"/>
                <a:gd name="connsiteY1235" fmla="*/ 698493 h 949444"/>
                <a:gd name="connsiteX1236" fmla="*/ 637922 w 1055399"/>
                <a:gd name="connsiteY1236" fmla="*/ 700007 h 949444"/>
                <a:gd name="connsiteX1237" fmla="*/ 640950 w 1055399"/>
                <a:gd name="connsiteY1237" fmla="*/ 704044 h 949444"/>
                <a:gd name="connsiteX1238" fmla="*/ 642465 w 1055399"/>
                <a:gd name="connsiteY1238" fmla="*/ 708484 h 949444"/>
                <a:gd name="connsiteX1239" fmla="*/ 640143 w 1055399"/>
                <a:gd name="connsiteY1239" fmla="*/ 709964 h 949444"/>
                <a:gd name="connsiteX1240" fmla="*/ 638999 w 1055399"/>
                <a:gd name="connsiteY1240" fmla="*/ 712992 h 949444"/>
                <a:gd name="connsiteX1241" fmla="*/ 638561 w 1055399"/>
                <a:gd name="connsiteY1241" fmla="*/ 714741 h 949444"/>
                <a:gd name="connsiteX1242" fmla="*/ 640748 w 1055399"/>
                <a:gd name="connsiteY1242" fmla="*/ 715313 h 949444"/>
                <a:gd name="connsiteX1243" fmla="*/ 643071 w 1055399"/>
                <a:gd name="connsiteY1243" fmla="*/ 716188 h 949444"/>
                <a:gd name="connsiteX1244" fmla="*/ 643777 w 1055399"/>
                <a:gd name="connsiteY1244" fmla="*/ 718206 h 949444"/>
                <a:gd name="connsiteX1245" fmla="*/ 643643 w 1055399"/>
                <a:gd name="connsiteY1245" fmla="*/ 722983 h 949444"/>
                <a:gd name="connsiteX1246" fmla="*/ 639873 w 1055399"/>
                <a:gd name="connsiteY1246" fmla="*/ 726313 h 949444"/>
                <a:gd name="connsiteX1247" fmla="*/ 637417 w 1055399"/>
                <a:gd name="connsiteY1247" fmla="*/ 727188 h 949444"/>
                <a:gd name="connsiteX1248" fmla="*/ 635095 w 1055399"/>
                <a:gd name="connsiteY1248" fmla="*/ 728937 h 949444"/>
                <a:gd name="connsiteX1249" fmla="*/ 630316 w 1055399"/>
                <a:gd name="connsiteY1249" fmla="*/ 732402 h 949444"/>
                <a:gd name="connsiteX1250" fmla="*/ 630181 w 1055399"/>
                <a:gd name="connsiteY1250" fmla="*/ 734858 h 949444"/>
                <a:gd name="connsiteX1251" fmla="*/ 630316 w 1055399"/>
                <a:gd name="connsiteY1251" fmla="*/ 736607 h 949444"/>
                <a:gd name="connsiteX1252" fmla="*/ 634085 w 1055399"/>
                <a:gd name="connsiteY1252" fmla="*/ 739500 h 949444"/>
                <a:gd name="connsiteX1253" fmla="*/ 636542 w 1055399"/>
                <a:gd name="connsiteY1253" fmla="*/ 741081 h 949444"/>
                <a:gd name="connsiteX1254" fmla="*/ 638864 w 1055399"/>
                <a:gd name="connsiteY1254" fmla="*/ 741384 h 949444"/>
                <a:gd name="connsiteX1255" fmla="*/ 642499 w 1055399"/>
                <a:gd name="connsiteY1255" fmla="*/ 743268 h 949444"/>
                <a:gd name="connsiteX1256" fmla="*/ 644821 w 1055399"/>
                <a:gd name="connsiteY1256" fmla="*/ 746295 h 949444"/>
                <a:gd name="connsiteX1257" fmla="*/ 645965 w 1055399"/>
                <a:gd name="connsiteY1257" fmla="*/ 748482 h 949444"/>
                <a:gd name="connsiteX1258" fmla="*/ 646537 w 1055399"/>
                <a:gd name="connsiteY1258" fmla="*/ 750500 h 949444"/>
                <a:gd name="connsiteX1259" fmla="*/ 646672 w 1055399"/>
                <a:gd name="connsiteY1259" fmla="*/ 751947 h 949444"/>
                <a:gd name="connsiteX1260" fmla="*/ 649128 w 1055399"/>
                <a:gd name="connsiteY1260" fmla="*/ 753090 h 949444"/>
                <a:gd name="connsiteX1261" fmla="*/ 654076 w 1055399"/>
                <a:gd name="connsiteY1261" fmla="*/ 752519 h 949444"/>
                <a:gd name="connsiteX1262" fmla="*/ 655523 w 1055399"/>
                <a:gd name="connsiteY1262" fmla="*/ 751341 h 949444"/>
                <a:gd name="connsiteX1263" fmla="*/ 660302 w 1055399"/>
                <a:gd name="connsiteY1263" fmla="*/ 751039 h 949444"/>
                <a:gd name="connsiteX1264" fmla="*/ 663364 w 1055399"/>
                <a:gd name="connsiteY1264" fmla="*/ 752216 h 949444"/>
                <a:gd name="connsiteX1265" fmla="*/ 666999 w 1055399"/>
                <a:gd name="connsiteY1265" fmla="*/ 752922 h 949444"/>
                <a:gd name="connsiteX1266" fmla="*/ 672081 w 1055399"/>
                <a:gd name="connsiteY1266" fmla="*/ 750298 h 949444"/>
                <a:gd name="connsiteX1267" fmla="*/ 673663 w 1055399"/>
                <a:gd name="connsiteY1267" fmla="*/ 747271 h 949444"/>
                <a:gd name="connsiteX1268" fmla="*/ 674100 w 1055399"/>
                <a:gd name="connsiteY1268" fmla="*/ 744815 h 949444"/>
                <a:gd name="connsiteX1269" fmla="*/ 676288 w 1055399"/>
                <a:gd name="connsiteY1269" fmla="*/ 744512 h 949444"/>
                <a:gd name="connsiteX1270" fmla="*/ 678307 w 1055399"/>
                <a:gd name="connsiteY1270" fmla="*/ 744512 h 949444"/>
                <a:gd name="connsiteX1271" fmla="*/ 680629 w 1055399"/>
                <a:gd name="connsiteY1271" fmla="*/ 745387 h 949444"/>
                <a:gd name="connsiteX1272" fmla="*/ 682379 w 1055399"/>
                <a:gd name="connsiteY1272" fmla="*/ 745690 h 949444"/>
                <a:gd name="connsiteX1273" fmla="*/ 684701 w 1055399"/>
                <a:gd name="connsiteY1273" fmla="*/ 745118 h 949444"/>
                <a:gd name="connsiteX1274" fmla="*/ 686283 w 1055399"/>
                <a:gd name="connsiteY1274" fmla="*/ 742797 h 949444"/>
                <a:gd name="connsiteX1275" fmla="*/ 687158 w 1055399"/>
                <a:gd name="connsiteY1275" fmla="*/ 740476 h 949444"/>
                <a:gd name="connsiteX1276" fmla="*/ 688168 w 1055399"/>
                <a:gd name="connsiteY1276" fmla="*/ 738895 h 949444"/>
                <a:gd name="connsiteX1277" fmla="*/ 690053 w 1055399"/>
                <a:gd name="connsiteY1277" fmla="*/ 736876 h 949444"/>
                <a:gd name="connsiteX1278" fmla="*/ 690928 w 1055399"/>
                <a:gd name="connsiteY1278" fmla="*/ 734992 h 949444"/>
                <a:gd name="connsiteX1279" fmla="*/ 692677 w 1055399"/>
                <a:gd name="connsiteY1279" fmla="*/ 732369 h 949444"/>
                <a:gd name="connsiteX1280" fmla="*/ 694259 w 1055399"/>
                <a:gd name="connsiteY1280" fmla="*/ 729778 h 949444"/>
                <a:gd name="connsiteX1281" fmla="*/ 695000 w 1055399"/>
                <a:gd name="connsiteY1281" fmla="*/ 727894 h 949444"/>
                <a:gd name="connsiteX1282" fmla="*/ 696884 w 1055399"/>
                <a:gd name="connsiteY1282" fmla="*/ 725439 h 949444"/>
                <a:gd name="connsiteX1283" fmla="*/ 699072 w 1055399"/>
                <a:gd name="connsiteY1283" fmla="*/ 722546 h 949444"/>
                <a:gd name="connsiteX1284" fmla="*/ 701529 w 1055399"/>
                <a:gd name="connsiteY1284" fmla="*/ 720225 h 949444"/>
                <a:gd name="connsiteX1285" fmla="*/ 704423 w 1055399"/>
                <a:gd name="connsiteY1285" fmla="*/ 721974 h 949444"/>
                <a:gd name="connsiteX1286" fmla="*/ 707048 w 1055399"/>
                <a:gd name="connsiteY1286" fmla="*/ 725001 h 949444"/>
                <a:gd name="connsiteX1287" fmla="*/ 707923 w 1055399"/>
                <a:gd name="connsiteY1287" fmla="*/ 727760 h 949444"/>
                <a:gd name="connsiteX1288" fmla="*/ 708630 w 1055399"/>
                <a:gd name="connsiteY1288" fmla="*/ 731225 h 949444"/>
                <a:gd name="connsiteX1289" fmla="*/ 710077 w 1055399"/>
                <a:gd name="connsiteY1289" fmla="*/ 732671 h 949444"/>
                <a:gd name="connsiteX1290" fmla="*/ 713409 w 1055399"/>
                <a:gd name="connsiteY1290" fmla="*/ 734690 h 949444"/>
                <a:gd name="connsiteX1291" fmla="*/ 715866 w 1055399"/>
                <a:gd name="connsiteY1291" fmla="*/ 736271 h 949444"/>
                <a:gd name="connsiteX1292" fmla="*/ 718760 w 1055399"/>
                <a:gd name="connsiteY1292" fmla="*/ 736977 h 949444"/>
                <a:gd name="connsiteX1293" fmla="*/ 720947 w 1055399"/>
                <a:gd name="connsiteY1293" fmla="*/ 737852 h 949444"/>
                <a:gd name="connsiteX1294" fmla="*/ 724145 w 1055399"/>
                <a:gd name="connsiteY1294" fmla="*/ 738726 h 949444"/>
                <a:gd name="connsiteX1295" fmla="*/ 726837 w 1055399"/>
                <a:gd name="connsiteY1295" fmla="*/ 741485 h 949444"/>
                <a:gd name="connsiteX1296" fmla="*/ 726904 w 1055399"/>
                <a:gd name="connsiteY1296" fmla="*/ 745387 h 949444"/>
                <a:gd name="connsiteX1297" fmla="*/ 726904 w 1055399"/>
                <a:gd name="connsiteY1297" fmla="*/ 748314 h 949444"/>
                <a:gd name="connsiteX1298" fmla="*/ 725322 w 1055399"/>
                <a:gd name="connsiteY1298" fmla="*/ 750332 h 949444"/>
                <a:gd name="connsiteX1299" fmla="*/ 723572 w 1055399"/>
                <a:gd name="connsiteY1299" fmla="*/ 751779 h 949444"/>
                <a:gd name="connsiteX1300" fmla="*/ 723135 w 1055399"/>
                <a:gd name="connsiteY1300" fmla="*/ 754537 h 949444"/>
                <a:gd name="connsiteX1301" fmla="*/ 722832 w 1055399"/>
                <a:gd name="connsiteY1301" fmla="*/ 757733 h 949444"/>
                <a:gd name="connsiteX1302" fmla="*/ 725895 w 1055399"/>
                <a:gd name="connsiteY1302" fmla="*/ 757867 h 949444"/>
                <a:gd name="connsiteX1303" fmla="*/ 731246 w 1055399"/>
                <a:gd name="connsiteY1303" fmla="*/ 757867 h 949444"/>
                <a:gd name="connsiteX1304" fmla="*/ 732121 w 1055399"/>
                <a:gd name="connsiteY1304" fmla="*/ 759886 h 949444"/>
                <a:gd name="connsiteX1305" fmla="*/ 732121 w 1055399"/>
                <a:gd name="connsiteY1305" fmla="*/ 760458 h 949444"/>
                <a:gd name="connsiteX1306" fmla="*/ 732121 w 1055399"/>
                <a:gd name="connsiteY1306" fmla="*/ 763923 h 949444"/>
                <a:gd name="connsiteX1307" fmla="*/ 729967 w 1055399"/>
                <a:gd name="connsiteY1307" fmla="*/ 765234 h 949444"/>
                <a:gd name="connsiteX1308" fmla="*/ 725188 w 1055399"/>
                <a:gd name="connsiteY1308" fmla="*/ 766681 h 949444"/>
                <a:gd name="connsiteX1309" fmla="*/ 723875 w 1055399"/>
                <a:gd name="connsiteY1309" fmla="*/ 770146 h 949444"/>
                <a:gd name="connsiteX1310" fmla="*/ 724010 w 1055399"/>
                <a:gd name="connsiteY1310" fmla="*/ 771592 h 949444"/>
                <a:gd name="connsiteX1311" fmla="*/ 726803 w 1055399"/>
                <a:gd name="connsiteY1311" fmla="*/ 773173 h 949444"/>
                <a:gd name="connsiteX1312" fmla="*/ 726904 w 1055399"/>
                <a:gd name="connsiteY1312" fmla="*/ 773476 h 949444"/>
                <a:gd name="connsiteX1313" fmla="*/ 726904 w 1055399"/>
                <a:gd name="connsiteY1313" fmla="*/ 773476 h 949444"/>
                <a:gd name="connsiteX1314" fmla="*/ 731246 w 1055399"/>
                <a:gd name="connsiteY1314" fmla="*/ 773476 h 949444"/>
                <a:gd name="connsiteX1315" fmla="*/ 736765 w 1055399"/>
                <a:gd name="connsiteY1315" fmla="*/ 768262 h 949444"/>
                <a:gd name="connsiteX1316" fmla="*/ 741679 w 1055399"/>
                <a:gd name="connsiteY1316" fmla="*/ 768262 h 949444"/>
                <a:gd name="connsiteX1317" fmla="*/ 744876 w 1055399"/>
                <a:gd name="connsiteY1317" fmla="*/ 766244 h 949444"/>
                <a:gd name="connsiteX1318" fmla="*/ 747198 w 1055399"/>
                <a:gd name="connsiteY1318" fmla="*/ 767993 h 949444"/>
                <a:gd name="connsiteX1319" fmla="*/ 748948 w 1055399"/>
                <a:gd name="connsiteY1319" fmla="*/ 772063 h 949444"/>
                <a:gd name="connsiteX1320" fmla="*/ 751842 w 1055399"/>
                <a:gd name="connsiteY1320" fmla="*/ 773510 h 949444"/>
                <a:gd name="connsiteX1321" fmla="*/ 758439 w 1055399"/>
                <a:gd name="connsiteY1321" fmla="*/ 776975 h 949444"/>
                <a:gd name="connsiteX1322" fmla="*/ 762578 w 1055399"/>
                <a:gd name="connsiteY1322" fmla="*/ 776975 h 949444"/>
                <a:gd name="connsiteX1323" fmla="*/ 771261 w 1055399"/>
                <a:gd name="connsiteY1323" fmla="*/ 776975 h 949444"/>
                <a:gd name="connsiteX1324" fmla="*/ 773852 w 1055399"/>
                <a:gd name="connsiteY1324" fmla="*/ 772938 h 949444"/>
                <a:gd name="connsiteX1325" fmla="*/ 775804 w 1055399"/>
                <a:gd name="connsiteY1325" fmla="*/ 770011 h 949444"/>
                <a:gd name="connsiteX1326" fmla="*/ 785160 w 1055399"/>
                <a:gd name="connsiteY1326" fmla="*/ 770011 h 949444"/>
                <a:gd name="connsiteX1327" fmla="*/ 790141 w 1055399"/>
                <a:gd name="connsiteY1327" fmla="*/ 770449 h 949444"/>
                <a:gd name="connsiteX1328" fmla="*/ 801449 w 1055399"/>
                <a:gd name="connsiteY1328" fmla="*/ 771693 h 949444"/>
                <a:gd name="connsiteX1329" fmla="*/ 804377 w 1055399"/>
                <a:gd name="connsiteY1329" fmla="*/ 769574 h 949444"/>
                <a:gd name="connsiteX1330" fmla="*/ 806867 w 1055399"/>
                <a:gd name="connsiteY1330" fmla="*/ 766244 h 949444"/>
                <a:gd name="connsiteX1331" fmla="*/ 806867 w 1055399"/>
                <a:gd name="connsiteY1331" fmla="*/ 765672 h 949444"/>
                <a:gd name="connsiteX1332" fmla="*/ 812286 w 1055399"/>
                <a:gd name="connsiteY1332" fmla="*/ 766984 h 949444"/>
                <a:gd name="connsiteX1333" fmla="*/ 814473 w 1055399"/>
                <a:gd name="connsiteY1333" fmla="*/ 771424 h 949444"/>
                <a:gd name="connsiteX1334" fmla="*/ 817940 w 1055399"/>
                <a:gd name="connsiteY1334" fmla="*/ 773274 h 949444"/>
                <a:gd name="connsiteX1335" fmla="*/ 821844 w 1055399"/>
                <a:gd name="connsiteY1335" fmla="*/ 771424 h 949444"/>
                <a:gd name="connsiteX1336" fmla="*/ 823796 w 1055399"/>
                <a:gd name="connsiteY1336" fmla="*/ 768935 h 949444"/>
                <a:gd name="connsiteX1337" fmla="*/ 825546 w 1055399"/>
                <a:gd name="connsiteY1337" fmla="*/ 765672 h 949444"/>
                <a:gd name="connsiteX1338" fmla="*/ 826858 w 1055399"/>
                <a:gd name="connsiteY1338" fmla="*/ 764158 h 949444"/>
                <a:gd name="connsiteX1339" fmla="*/ 826858 w 1055399"/>
                <a:gd name="connsiteY1339" fmla="*/ 761770 h 949444"/>
                <a:gd name="connsiteX1340" fmla="*/ 827161 w 1055399"/>
                <a:gd name="connsiteY1340" fmla="*/ 759818 h 949444"/>
                <a:gd name="connsiteX1341" fmla="*/ 827296 w 1055399"/>
                <a:gd name="connsiteY1341" fmla="*/ 758506 h 949444"/>
                <a:gd name="connsiteX1342" fmla="*/ 827431 w 1055399"/>
                <a:gd name="connsiteY1342" fmla="*/ 755243 h 949444"/>
                <a:gd name="connsiteX1343" fmla="*/ 827733 w 1055399"/>
                <a:gd name="connsiteY1343" fmla="*/ 752418 h 949444"/>
                <a:gd name="connsiteX1344" fmla="*/ 827733 w 1055399"/>
                <a:gd name="connsiteY1344" fmla="*/ 750029 h 949444"/>
                <a:gd name="connsiteX1345" fmla="*/ 825781 w 1055399"/>
                <a:gd name="connsiteY1345" fmla="*/ 748280 h 949444"/>
                <a:gd name="connsiteX1346" fmla="*/ 825142 w 1055399"/>
                <a:gd name="connsiteY1346" fmla="*/ 745892 h 949444"/>
                <a:gd name="connsiteX1347" fmla="*/ 823628 w 1055399"/>
                <a:gd name="connsiteY1347" fmla="*/ 744849 h 949444"/>
                <a:gd name="connsiteX1348" fmla="*/ 820800 w 1055399"/>
                <a:gd name="connsiteY1348" fmla="*/ 742797 h 949444"/>
                <a:gd name="connsiteX1349" fmla="*/ 820800 w 1055399"/>
                <a:gd name="connsiteY1349" fmla="*/ 740778 h 949444"/>
                <a:gd name="connsiteX1350" fmla="*/ 821608 w 1055399"/>
                <a:gd name="connsiteY1350" fmla="*/ 739365 h 949444"/>
                <a:gd name="connsiteX1351" fmla="*/ 822416 w 1055399"/>
                <a:gd name="connsiteY1351" fmla="*/ 738491 h 949444"/>
                <a:gd name="connsiteX1352" fmla="*/ 822921 w 1055399"/>
                <a:gd name="connsiteY1352" fmla="*/ 736540 h 949444"/>
                <a:gd name="connsiteX1353" fmla="*/ 822921 w 1055399"/>
                <a:gd name="connsiteY1353" fmla="*/ 734421 h 949444"/>
                <a:gd name="connsiteX1354" fmla="*/ 821945 w 1055399"/>
                <a:gd name="connsiteY1354" fmla="*/ 732503 h 949444"/>
                <a:gd name="connsiteX1355" fmla="*/ 819656 w 1055399"/>
                <a:gd name="connsiteY1355" fmla="*/ 731460 h 949444"/>
                <a:gd name="connsiteX1356" fmla="*/ 816897 w 1055399"/>
                <a:gd name="connsiteY1356" fmla="*/ 730014 h 949444"/>
                <a:gd name="connsiteX1357" fmla="*/ 814709 w 1055399"/>
                <a:gd name="connsiteY1357" fmla="*/ 730014 h 949444"/>
                <a:gd name="connsiteX1358" fmla="*/ 813094 w 1055399"/>
                <a:gd name="connsiteY1358" fmla="*/ 728601 h 949444"/>
                <a:gd name="connsiteX1359" fmla="*/ 811882 w 1055399"/>
                <a:gd name="connsiteY1359" fmla="*/ 728264 h 949444"/>
                <a:gd name="connsiteX1360" fmla="*/ 807742 w 1055399"/>
                <a:gd name="connsiteY1360" fmla="*/ 728264 h 949444"/>
                <a:gd name="connsiteX1361" fmla="*/ 806228 w 1055399"/>
                <a:gd name="connsiteY1361" fmla="*/ 728567 h 949444"/>
                <a:gd name="connsiteX1362" fmla="*/ 804916 w 1055399"/>
                <a:gd name="connsiteY1362" fmla="*/ 730081 h 949444"/>
                <a:gd name="connsiteX1363" fmla="*/ 802089 w 1055399"/>
                <a:gd name="connsiteY1363" fmla="*/ 731090 h 949444"/>
                <a:gd name="connsiteX1364" fmla="*/ 800069 w 1055399"/>
                <a:gd name="connsiteY1364" fmla="*/ 732335 h 949444"/>
                <a:gd name="connsiteX1365" fmla="*/ 797747 w 1055399"/>
                <a:gd name="connsiteY1365" fmla="*/ 733781 h 949444"/>
                <a:gd name="connsiteX1366" fmla="*/ 794281 w 1055399"/>
                <a:gd name="connsiteY1366" fmla="*/ 734656 h 949444"/>
                <a:gd name="connsiteX1367" fmla="*/ 788324 w 1055399"/>
                <a:gd name="connsiteY1367" fmla="*/ 735228 h 949444"/>
                <a:gd name="connsiteX1368" fmla="*/ 785127 w 1055399"/>
                <a:gd name="connsiteY1368" fmla="*/ 735228 h 949444"/>
                <a:gd name="connsiteX1369" fmla="*/ 783982 w 1055399"/>
                <a:gd name="connsiteY1369" fmla="*/ 733916 h 949444"/>
                <a:gd name="connsiteX1370" fmla="*/ 783848 w 1055399"/>
                <a:gd name="connsiteY1370" fmla="*/ 730888 h 949444"/>
                <a:gd name="connsiteX1371" fmla="*/ 784588 w 1055399"/>
                <a:gd name="connsiteY1371" fmla="*/ 729307 h 949444"/>
                <a:gd name="connsiteX1372" fmla="*/ 785598 w 1055399"/>
                <a:gd name="connsiteY1372" fmla="*/ 727121 h 949444"/>
                <a:gd name="connsiteX1373" fmla="*/ 784454 w 1055399"/>
                <a:gd name="connsiteY1373" fmla="*/ 724093 h 949444"/>
                <a:gd name="connsiteX1374" fmla="*/ 784151 w 1055399"/>
                <a:gd name="connsiteY1374" fmla="*/ 719316 h 949444"/>
                <a:gd name="connsiteX1375" fmla="*/ 783141 w 1055399"/>
                <a:gd name="connsiteY1375" fmla="*/ 715246 h 949444"/>
                <a:gd name="connsiteX1376" fmla="*/ 780381 w 1055399"/>
                <a:gd name="connsiteY1376" fmla="*/ 712353 h 949444"/>
                <a:gd name="connsiteX1377" fmla="*/ 779069 w 1055399"/>
                <a:gd name="connsiteY1377" fmla="*/ 710536 h 949444"/>
                <a:gd name="connsiteX1378" fmla="*/ 778194 w 1055399"/>
                <a:gd name="connsiteY1378" fmla="*/ 709157 h 949444"/>
                <a:gd name="connsiteX1379" fmla="*/ 777453 w 1055399"/>
                <a:gd name="connsiteY1379" fmla="*/ 709157 h 949444"/>
                <a:gd name="connsiteX1380" fmla="*/ 773684 w 1055399"/>
                <a:gd name="connsiteY1380" fmla="*/ 709090 h 949444"/>
                <a:gd name="connsiteX1381" fmla="*/ 768771 w 1055399"/>
                <a:gd name="connsiteY1381" fmla="*/ 711175 h 949444"/>
                <a:gd name="connsiteX1382" fmla="*/ 766751 w 1055399"/>
                <a:gd name="connsiteY1382" fmla="*/ 712487 h 949444"/>
                <a:gd name="connsiteX1383" fmla="*/ 764564 w 1055399"/>
                <a:gd name="connsiteY1383" fmla="*/ 710301 h 949444"/>
                <a:gd name="connsiteX1384" fmla="*/ 763823 w 1055399"/>
                <a:gd name="connsiteY1384" fmla="*/ 708821 h 949444"/>
                <a:gd name="connsiteX1385" fmla="*/ 762006 w 1055399"/>
                <a:gd name="connsiteY1385" fmla="*/ 707172 h 949444"/>
                <a:gd name="connsiteX1386" fmla="*/ 762444 w 1055399"/>
                <a:gd name="connsiteY1386" fmla="*/ 704414 h 949444"/>
                <a:gd name="connsiteX1387" fmla="*/ 762376 w 1055399"/>
                <a:gd name="connsiteY1387" fmla="*/ 701084 h 949444"/>
                <a:gd name="connsiteX1388" fmla="*/ 763386 w 1055399"/>
                <a:gd name="connsiteY1388" fmla="*/ 695096 h 949444"/>
                <a:gd name="connsiteX1389" fmla="*/ 763386 w 1055399"/>
                <a:gd name="connsiteY1389" fmla="*/ 692606 h 949444"/>
                <a:gd name="connsiteX1390" fmla="*/ 760121 w 1055399"/>
                <a:gd name="connsiteY1390" fmla="*/ 689680 h 949444"/>
                <a:gd name="connsiteX1391" fmla="*/ 758607 w 1055399"/>
                <a:gd name="connsiteY1391" fmla="*/ 687931 h 949444"/>
                <a:gd name="connsiteX1392" fmla="*/ 758943 w 1055399"/>
                <a:gd name="connsiteY1392" fmla="*/ 685643 h 949444"/>
                <a:gd name="connsiteX1393" fmla="*/ 760693 w 1055399"/>
                <a:gd name="connsiteY1393" fmla="*/ 683692 h 949444"/>
                <a:gd name="connsiteX1394" fmla="*/ 762006 w 1055399"/>
                <a:gd name="connsiteY1394" fmla="*/ 681842 h 949444"/>
                <a:gd name="connsiteX1395" fmla="*/ 763083 w 1055399"/>
                <a:gd name="connsiteY1395" fmla="*/ 679655 h 949444"/>
                <a:gd name="connsiteX1396" fmla="*/ 764295 w 1055399"/>
                <a:gd name="connsiteY1396" fmla="*/ 678680 h 949444"/>
                <a:gd name="connsiteX1397" fmla="*/ 767021 w 1055399"/>
                <a:gd name="connsiteY1397" fmla="*/ 675753 h 949444"/>
                <a:gd name="connsiteX1398" fmla="*/ 768097 w 1055399"/>
                <a:gd name="connsiteY1398" fmla="*/ 674677 h 949444"/>
                <a:gd name="connsiteX1399" fmla="*/ 768973 w 1055399"/>
                <a:gd name="connsiteY1399" fmla="*/ 674037 h 949444"/>
                <a:gd name="connsiteX1400" fmla="*/ 770487 w 1055399"/>
                <a:gd name="connsiteY1400" fmla="*/ 672725 h 949444"/>
                <a:gd name="connsiteX1401" fmla="*/ 772001 w 1055399"/>
                <a:gd name="connsiteY1401" fmla="*/ 671851 h 949444"/>
                <a:gd name="connsiteX1402" fmla="*/ 775030 w 1055399"/>
                <a:gd name="connsiteY1402" fmla="*/ 670875 h 949444"/>
                <a:gd name="connsiteX1403" fmla="*/ 778194 w 1055399"/>
                <a:gd name="connsiteY1403" fmla="*/ 670875 h 949444"/>
                <a:gd name="connsiteX1404" fmla="*/ 780785 w 1055399"/>
                <a:gd name="connsiteY1404" fmla="*/ 672490 h 949444"/>
                <a:gd name="connsiteX1405" fmla="*/ 782973 w 1055399"/>
                <a:gd name="connsiteY1405" fmla="*/ 673365 h 949444"/>
                <a:gd name="connsiteX1406" fmla="*/ 786574 w 1055399"/>
                <a:gd name="connsiteY1406" fmla="*/ 673466 h 949444"/>
                <a:gd name="connsiteX1407" fmla="*/ 788324 w 1055399"/>
                <a:gd name="connsiteY1407" fmla="*/ 673129 h 949444"/>
                <a:gd name="connsiteX1408" fmla="*/ 789939 w 1055399"/>
                <a:gd name="connsiteY1408" fmla="*/ 670303 h 949444"/>
                <a:gd name="connsiteX1409" fmla="*/ 789502 w 1055399"/>
                <a:gd name="connsiteY1409" fmla="*/ 664215 h 949444"/>
                <a:gd name="connsiteX1410" fmla="*/ 789502 w 1055399"/>
                <a:gd name="connsiteY1410" fmla="*/ 663037 h 949444"/>
                <a:gd name="connsiteX1411" fmla="*/ 790915 w 1055399"/>
                <a:gd name="connsiteY1411" fmla="*/ 660750 h 949444"/>
                <a:gd name="connsiteX1412" fmla="*/ 793002 w 1055399"/>
                <a:gd name="connsiteY1412" fmla="*/ 658630 h 949444"/>
                <a:gd name="connsiteX1413" fmla="*/ 795290 w 1055399"/>
                <a:gd name="connsiteY1413" fmla="*/ 655199 h 949444"/>
                <a:gd name="connsiteX1414" fmla="*/ 797343 w 1055399"/>
                <a:gd name="connsiteY1414" fmla="*/ 655199 h 949444"/>
                <a:gd name="connsiteX1415" fmla="*/ 799834 w 1055399"/>
                <a:gd name="connsiteY1415" fmla="*/ 656074 h 949444"/>
                <a:gd name="connsiteX1416" fmla="*/ 800608 w 1055399"/>
                <a:gd name="connsiteY1416" fmla="*/ 658799 h 949444"/>
                <a:gd name="connsiteX1417" fmla="*/ 801920 w 1055399"/>
                <a:gd name="connsiteY1417" fmla="*/ 661624 h 949444"/>
                <a:gd name="connsiteX1418" fmla="*/ 805387 w 1055399"/>
                <a:gd name="connsiteY1418" fmla="*/ 664988 h 949444"/>
                <a:gd name="connsiteX1419" fmla="*/ 807440 w 1055399"/>
                <a:gd name="connsiteY1419" fmla="*/ 667713 h 949444"/>
                <a:gd name="connsiteX1420" fmla="*/ 809930 w 1055399"/>
                <a:gd name="connsiteY1420" fmla="*/ 670202 h 949444"/>
                <a:gd name="connsiteX1421" fmla="*/ 812656 w 1055399"/>
                <a:gd name="connsiteY1421" fmla="*/ 670404 h 949444"/>
                <a:gd name="connsiteX1422" fmla="*/ 814171 w 1055399"/>
                <a:gd name="connsiteY1422" fmla="*/ 670068 h 949444"/>
                <a:gd name="connsiteX1423" fmla="*/ 815584 w 1055399"/>
                <a:gd name="connsiteY1423" fmla="*/ 669866 h 949444"/>
                <a:gd name="connsiteX1424" fmla="*/ 818209 w 1055399"/>
                <a:gd name="connsiteY1424" fmla="*/ 671178 h 949444"/>
                <a:gd name="connsiteX1425" fmla="*/ 820262 w 1055399"/>
                <a:gd name="connsiteY1425" fmla="*/ 675316 h 949444"/>
                <a:gd name="connsiteX1426" fmla="*/ 821036 w 1055399"/>
                <a:gd name="connsiteY1426" fmla="*/ 677166 h 949444"/>
                <a:gd name="connsiteX1427" fmla="*/ 822113 w 1055399"/>
                <a:gd name="connsiteY1427" fmla="*/ 679453 h 949444"/>
                <a:gd name="connsiteX1428" fmla="*/ 824166 w 1055399"/>
                <a:gd name="connsiteY1428" fmla="*/ 679117 h 949444"/>
                <a:gd name="connsiteX1429" fmla="*/ 825377 w 1055399"/>
                <a:gd name="connsiteY1429" fmla="*/ 680328 h 949444"/>
                <a:gd name="connsiteX1430" fmla="*/ 826152 w 1055399"/>
                <a:gd name="connsiteY1430" fmla="*/ 681943 h 949444"/>
                <a:gd name="connsiteX1431" fmla="*/ 827128 w 1055399"/>
                <a:gd name="connsiteY1431" fmla="*/ 683591 h 949444"/>
                <a:gd name="connsiteX1432" fmla="*/ 828979 w 1055399"/>
                <a:gd name="connsiteY1432" fmla="*/ 685206 h 949444"/>
                <a:gd name="connsiteX1433" fmla="*/ 830628 w 1055399"/>
                <a:gd name="connsiteY1433" fmla="*/ 685979 h 949444"/>
                <a:gd name="connsiteX1434" fmla="*/ 832479 w 1055399"/>
                <a:gd name="connsiteY1434" fmla="*/ 686619 h 949444"/>
                <a:gd name="connsiteX1435" fmla="*/ 834229 w 1055399"/>
                <a:gd name="connsiteY1435" fmla="*/ 686854 h 949444"/>
                <a:gd name="connsiteX1436" fmla="*/ 835642 w 1055399"/>
                <a:gd name="connsiteY1436" fmla="*/ 685374 h 949444"/>
                <a:gd name="connsiteX1437" fmla="*/ 835205 w 1055399"/>
                <a:gd name="connsiteY1437" fmla="*/ 686047 h 949444"/>
                <a:gd name="connsiteX1438" fmla="*/ 833017 w 1055399"/>
                <a:gd name="connsiteY1438" fmla="*/ 680429 h 949444"/>
                <a:gd name="connsiteX1439" fmla="*/ 833017 w 1055399"/>
                <a:gd name="connsiteY1439" fmla="*/ 675215 h 949444"/>
                <a:gd name="connsiteX1440" fmla="*/ 831906 w 1055399"/>
                <a:gd name="connsiteY1440" fmla="*/ 672826 h 949444"/>
                <a:gd name="connsiteX1441" fmla="*/ 831301 w 1055399"/>
                <a:gd name="connsiteY1441" fmla="*/ 669496 h 949444"/>
                <a:gd name="connsiteX1442" fmla="*/ 831301 w 1055399"/>
                <a:gd name="connsiteY1442" fmla="*/ 668251 h 949444"/>
                <a:gd name="connsiteX1443" fmla="*/ 829113 w 1055399"/>
                <a:gd name="connsiteY1443" fmla="*/ 663172 h 949444"/>
                <a:gd name="connsiteX1444" fmla="*/ 828238 w 1055399"/>
                <a:gd name="connsiteY1444" fmla="*/ 658967 h 949444"/>
                <a:gd name="connsiteX1445" fmla="*/ 825411 w 1055399"/>
                <a:gd name="connsiteY1445" fmla="*/ 656646 h 949444"/>
                <a:gd name="connsiteX1446" fmla="*/ 824334 w 1055399"/>
                <a:gd name="connsiteY1446" fmla="*/ 651297 h 949444"/>
                <a:gd name="connsiteX1447" fmla="*/ 824334 w 1055399"/>
                <a:gd name="connsiteY1447" fmla="*/ 647395 h 949444"/>
                <a:gd name="connsiteX1448" fmla="*/ 821877 w 1055399"/>
                <a:gd name="connsiteY1448" fmla="*/ 644939 h 949444"/>
                <a:gd name="connsiteX1449" fmla="*/ 817805 w 1055399"/>
                <a:gd name="connsiteY1449" fmla="*/ 640734 h 949444"/>
                <a:gd name="connsiteX1450" fmla="*/ 811848 w 1055399"/>
                <a:gd name="connsiteY1450" fmla="*/ 641743 h 949444"/>
                <a:gd name="connsiteX1451" fmla="*/ 806060 w 1055399"/>
                <a:gd name="connsiteY1451" fmla="*/ 639725 h 949444"/>
                <a:gd name="connsiteX1452" fmla="*/ 801584 w 1055399"/>
                <a:gd name="connsiteY1452" fmla="*/ 634511 h 949444"/>
                <a:gd name="connsiteX1453" fmla="*/ 798252 w 1055399"/>
                <a:gd name="connsiteY1453" fmla="*/ 632761 h 949444"/>
                <a:gd name="connsiteX1454" fmla="*/ 790276 w 1055399"/>
                <a:gd name="connsiteY1454" fmla="*/ 634073 h 949444"/>
                <a:gd name="connsiteX1455" fmla="*/ 783478 w 1055399"/>
                <a:gd name="connsiteY1455" fmla="*/ 636664 h 949444"/>
                <a:gd name="connsiteX1456" fmla="*/ 778396 w 1055399"/>
                <a:gd name="connsiteY1456" fmla="*/ 636226 h 949444"/>
                <a:gd name="connsiteX1457" fmla="*/ 773920 w 1055399"/>
                <a:gd name="connsiteY1457" fmla="*/ 630272 h 949444"/>
                <a:gd name="connsiteX1458" fmla="*/ 773920 w 1055399"/>
                <a:gd name="connsiteY1458" fmla="*/ 624755 h 949444"/>
                <a:gd name="connsiteX1459" fmla="*/ 773920 w 1055399"/>
                <a:gd name="connsiteY1459" fmla="*/ 619541 h 949444"/>
                <a:gd name="connsiteX1460" fmla="*/ 771093 w 1055399"/>
                <a:gd name="connsiteY1460" fmla="*/ 614529 h 949444"/>
                <a:gd name="connsiteX1461" fmla="*/ 769141 w 1055399"/>
                <a:gd name="connsiteY1461" fmla="*/ 610829 h 949444"/>
                <a:gd name="connsiteX1462" fmla="*/ 770218 w 1055399"/>
                <a:gd name="connsiteY1462" fmla="*/ 608205 h 949444"/>
                <a:gd name="connsiteX1463" fmla="*/ 771295 w 1055399"/>
                <a:gd name="connsiteY1463" fmla="*/ 605177 h 949444"/>
                <a:gd name="connsiteX1464" fmla="*/ 773247 w 1055399"/>
                <a:gd name="connsiteY1464" fmla="*/ 602553 h 949444"/>
                <a:gd name="connsiteX1465" fmla="*/ 773684 w 1055399"/>
                <a:gd name="connsiteY1465" fmla="*/ 599290 h 949444"/>
                <a:gd name="connsiteX1466" fmla="*/ 774122 w 1055399"/>
                <a:gd name="connsiteY1466" fmla="*/ 596666 h 949444"/>
                <a:gd name="connsiteX1467" fmla="*/ 776511 w 1055399"/>
                <a:gd name="connsiteY1467" fmla="*/ 593841 h 949444"/>
                <a:gd name="connsiteX1468" fmla="*/ 774357 w 1055399"/>
                <a:gd name="connsiteY1468" fmla="*/ 588862 h 949444"/>
                <a:gd name="connsiteX1469" fmla="*/ 769141 w 1055399"/>
                <a:gd name="connsiteY1469" fmla="*/ 589938 h 949444"/>
                <a:gd name="connsiteX1470" fmla="*/ 765876 w 1055399"/>
                <a:gd name="connsiteY1470" fmla="*/ 591688 h 949444"/>
                <a:gd name="connsiteX1471" fmla="*/ 760660 w 1055399"/>
                <a:gd name="connsiteY1471" fmla="*/ 594278 h 949444"/>
                <a:gd name="connsiteX1472" fmla="*/ 757395 w 1055399"/>
                <a:gd name="connsiteY1472" fmla="*/ 594278 h 949444"/>
                <a:gd name="connsiteX1473" fmla="*/ 750429 w 1055399"/>
                <a:gd name="connsiteY1473" fmla="*/ 593201 h 949444"/>
                <a:gd name="connsiteX1474" fmla="*/ 746962 w 1055399"/>
                <a:gd name="connsiteY1474" fmla="*/ 590376 h 949444"/>
                <a:gd name="connsiteX1475" fmla="*/ 744573 w 1055399"/>
                <a:gd name="connsiteY1475" fmla="*/ 586911 h 949444"/>
                <a:gd name="connsiteX1476" fmla="*/ 745650 w 1055399"/>
                <a:gd name="connsiteY1476" fmla="*/ 582773 h 949444"/>
                <a:gd name="connsiteX1477" fmla="*/ 746087 w 1055399"/>
                <a:gd name="connsiteY1477" fmla="*/ 580385 h 949444"/>
                <a:gd name="connsiteX1478" fmla="*/ 744573 w 1055399"/>
                <a:gd name="connsiteY1478" fmla="*/ 578871 h 949444"/>
                <a:gd name="connsiteX1479" fmla="*/ 740433 w 1055399"/>
                <a:gd name="connsiteY1479" fmla="*/ 573657 h 949444"/>
                <a:gd name="connsiteX1480" fmla="*/ 739356 w 1055399"/>
                <a:gd name="connsiteY1480" fmla="*/ 570595 h 949444"/>
                <a:gd name="connsiteX1481" fmla="*/ 740669 w 1055399"/>
                <a:gd name="connsiteY1481" fmla="*/ 563868 h 949444"/>
                <a:gd name="connsiteX1482" fmla="*/ 739356 w 1055399"/>
                <a:gd name="connsiteY1482" fmla="*/ 558653 h 949444"/>
                <a:gd name="connsiteX1483" fmla="*/ 743496 w 1055399"/>
                <a:gd name="connsiteY1483" fmla="*/ 556366 h 949444"/>
                <a:gd name="connsiteX1484" fmla="*/ 748477 w 1055399"/>
                <a:gd name="connsiteY1484" fmla="*/ 550815 h 949444"/>
                <a:gd name="connsiteX1485" fmla="*/ 754333 w 1055399"/>
                <a:gd name="connsiteY1485" fmla="*/ 547351 h 949444"/>
                <a:gd name="connsiteX1486" fmla="*/ 759785 w 1055399"/>
                <a:gd name="connsiteY1486" fmla="*/ 545601 h 949444"/>
                <a:gd name="connsiteX1487" fmla="*/ 762612 w 1055399"/>
                <a:gd name="connsiteY1487" fmla="*/ 542775 h 949444"/>
                <a:gd name="connsiteX1488" fmla="*/ 764564 w 1055399"/>
                <a:gd name="connsiteY1488" fmla="*/ 536149 h 949444"/>
                <a:gd name="connsiteX1489" fmla="*/ 765439 w 1055399"/>
                <a:gd name="connsiteY1489" fmla="*/ 531708 h 949444"/>
                <a:gd name="connsiteX1490" fmla="*/ 767828 w 1055399"/>
                <a:gd name="connsiteY1490" fmla="*/ 531708 h 949444"/>
                <a:gd name="connsiteX1491" fmla="*/ 770891 w 1055399"/>
                <a:gd name="connsiteY1491" fmla="*/ 531708 h 949444"/>
                <a:gd name="connsiteX1492" fmla="*/ 773920 w 1055399"/>
                <a:gd name="connsiteY1492" fmla="*/ 529959 h 949444"/>
                <a:gd name="connsiteX1493" fmla="*/ 775232 w 1055399"/>
                <a:gd name="connsiteY1493" fmla="*/ 526931 h 949444"/>
                <a:gd name="connsiteX1494" fmla="*/ 776545 w 1055399"/>
                <a:gd name="connsiteY1494" fmla="*/ 522592 h 949444"/>
                <a:gd name="connsiteX1495" fmla="*/ 777420 w 1055399"/>
                <a:gd name="connsiteY1495" fmla="*/ 518690 h 949444"/>
                <a:gd name="connsiteX1496" fmla="*/ 777857 w 1055399"/>
                <a:gd name="connsiteY1496" fmla="*/ 515662 h 949444"/>
                <a:gd name="connsiteX1497" fmla="*/ 778732 w 1055399"/>
                <a:gd name="connsiteY1497" fmla="*/ 512399 h 949444"/>
                <a:gd name="connsiteX1498" fmla="*/ 777655 w 1055399"/>
                <a:gd name="connsiteY1498" fmla="*/ 508934 h 949444"/>
                <a:gd name="connsiteX1499" fmla="*/ 775030 w 1055399"/>
                <a:gd name="connsiteY1499" fmla="*/ 503922 h 949444"/>
                <a:gd name="connsiteX1500" fmla="*/ 768703 w 1055399"/>
                <a:gd name="connsiteY1500" fmla="*/ 501533 h 949444"/>
                <a:gd name="connsiteX1501" fmla="*/ 763285 w 1055399"/>
                <a:gd name="connsiteY1501" fmla="*/ 498270 h 949444"/>
                <a:gd name="connsiteX1502" fmla="*/ 760895 w 1055399"/>
                <a:gd name="connsiteY1502" fmla="*/ 494133 h 949444"/>
                <a:gd name="connsiteX1503" fmla="*/ 760660 w 1055399"/>
                <a:gd name="connsiteY1503" fmla="*/ 489692 h 949444"/>
                <a:gd name="connsiteX1504" fmla="*/ 761299 w 1055399"/>
                <a:gd name="connsiteY1504" fmla="*/ 486530 h 949444"/>
                <a:gd name="connsiteX1505" fmla="*/ 766078 w 1055399"/>
                <a:gd name="connsiteY1505" fmla="*/ 486530 h 949444"/>
                <a:gd name="connsiteX1506" fmla="*/ 770420 w 1055399"/>
                <a:gd name="connsiteY1506" fmla="*/ 488717 h 949444"/>
                <a:gd name="connsiteX1507" fmla="*/ 771295 w 1055399"/>
                <a:gd name="connsiteY1507" fmla="*/ 485454 h 949444"/>
                <a:gd name="connsiteX1508" fmla="*/ 768670 w 1055399"/>
                <a:gd name="connsiteY1508" fmla="*/ 481316 h 949444"/>
                <a:gd name="connsiteX1509" fmla="*/ 771497 w 1055399"/>
                <a:gd name="connsiteY1509" fmla="*/ 480239 h 949444"/>
                <a:gd name="connsiteX1510" fmla="*/ 775199 w 1055399"/>
                <a:gd name="connsiteY1510" fmla="*/ 480239 h 949444"/>
                <a:gd name="connsiteX1511" fmla="*/ 777386 w 1055399"/>
                <a:gd name="connsiteY1511" fmla="*/ 480239 h 949444"/>
                <a:gd name="connsiteX1512" fmla="*/ 780651 w 1055399"/>
                <a:gd name="connsiteY1512" fmla="*/ 474151 h 949444"/>
                <a:gd name="connsiteX1513" fmla="*/ 784353 w 1055399"/>
                <a:gd name="connsiteY1513" fmla="*/ 468937 h 949444"/>
                <a:gd name="connsiteX1514" fmla="*/ 787180 w 1055399"/>
                <a:gd name="connsiteY1514" fmla="*/ 464597 h 949444"/>
                <a:gd name="connsiteX1515" fmla="*/ 790209 w 1055399"/>
                <a:gd name="connsiteY1515" fmla="*/ 462410 h 949444"/>
                <a:gd name="connsiteX1516" fmla="*/ 793473 w 1055399"/>
                <a:gd name="connsiteY1516" fmla="*/ 464799 h 949444"/>
                <a:gd name="connsiteX1517" fmla="*/ 796738 w 1055399"/>
                <a:gd name="connsiteY1517" fmla="*/ 467826 h 949444"/>
                <a:gd name="connsiteX1518" fmla="*/ 800641 w 1055399"/>
                <a:gd name="connsiteY1518" fmla="*/ 468466 h 949444"/>
                <a:gd name="connsiteX1519" fmla="*/ 804343 w 1055399"/>
                <a:gd name="connsiteY1519" fmla="*/ 470652 h 949444"/>
                <a:gd name="connsiteX1520" fmla="*/ 806733 w 1055399"/>
                <a:gd name="connsiteY1520" fmla="*/ 471729 h 949444"/>
                <a:gd name="connsiteX1521" fmla="*/ 810199 w 1055399"/>
                <a:gd name="connsiteY1521" fmla="*/ 473478 h 949444"/>
                <a:gd name="connsiteX1522" fmla="*/ 812387 w 1055399"/>
                <a:gd name="connsiteY1522" fmla="*/ 476741 h 949444"/>
                <a:gd name="connsiteX1523" fmla="*/ 814574 w 1055399"/>
                <a:gd name="connsiteY1523" fmla="*/ 479567 h 949444"/>
                <a:gd name="connsiteX1524" fmla="*/ 818276 w 1055399"/>
                <a:gd name="connsiteY1524" fmla="*/ 479567 h 949444"/>
                <a:gd name="connsiteX1525" fmla="*/ 821103 w 1055399"/>
                <a:gd name="connsiteY1525" fmla="*/ 481955 h 949444"/>
                <a:gd name="connsiteX1526" fmla="*/ 825007 w 1055399"/>
                <a:gd name="connsiteY1526" fmla="*/ 485218 h 949444"/>
                <a:gd name="connsiteX1527" fmla="*/ 826959 w 1055399"/>
                <a:gd name="connsiteY1527" fmla="*/ 488986 h 949444"/>
                <a:gd name="connsiteX1528" fmla="*/ 830426 w 1055399"/>
                <a:gd name="connsiteY1528" fmla="*/ 492316 h 949444"/>
                <a:gd name="connsiteX1529" fmla="*/ 834801 w 1055399"/>
                <a:gd name="connsiteY1529" fmla="*/ 492451 h 949444"/>
                <a:gd name="connsiteX1530" fmla="*/ 837358 w 1055399"/>
                <a:gd name="connsiteY1530" fmla="*/ 492316 h 949444"/>
                <a:gd name="connsiteX1531" fmla="*/ 840118 w 1055399"/>
                <a:gd name="connsiteY1531" fmla="*/ 490735 h 949444"/>
                <a:gd name="connsiteX1532" fmla="*/ 841565 w 1055399"/>
                <a:gd name="connsiteY1532" fmla="*/ 488717 h 949444"/>
                <a:gd name="connsiteX1533" fmla="*/ 842878 w 1055399"/>
                <a:gd name="connsiteY1533" fmla="*/ 488212 h 949444"/>
                <a:gd name="connsiteX1534" fmla="*/ 844628 w 1055399"/>
                <a:gd name="connsiteY1534" fmla="*/ 488279 h 949444"/>
                <a:gd name="connsiteX1535" fmla="*/ 847825 w 1055399"/>
                <a:gd name="connsiteY1535" fmla="*/ 488279 h 949444"/>
                <a:gd name="connsiteX1536" fmla="*/ 848700 w 1055399"/>
                <a:gd name="connsiteY1536" fmla="*/ 487707 h 949444"/>
                <a:gd name="connsiteX1537" fmla="*/ 850450 w 1055399"/>
                <a:gd name="connsiteY1537" fmla="*/ 485084 h 949444"/>
                <a:gd name="connsiteX1538" fmla="*/ 851628 w 1055399"/>
                <a:gd name="connsiteY1538" fmla="*/ 483334 h 949444"/>
                <a:gd name="connsiteX1539" fmla="*/ 852638 w 1055399"/>
                <a:gd name="connsiteY1539" fmla="*/ 482090 h 949444"/>
                <a:gd name="connsiteX1540" fmla="*/ 855667 w 1055399"/>
                <a:gd name="connsiteY1540" fmla="*/ 481282 h 949444"/>
                <a:gd name="connsiteX1541" fmla="*/ 860008 w 1055399"/>
                <a:gd name="connsiteY1541" fmla="*/ 481282 h 949444"/>
                <a:gd name="connsiteX1542" fmla="*/ 861455 w 1055399"/>
                <a:gd name="connsiteY1542" fmla="*/ 480576 h 949444"/>
                <a:gd name="connsiteX1543" fmla="*/ 863912 w 1055399"/>
                <a:gd name="connsiteY1543" fmla="*/ 481888 h 949444"/>
                <a:gd name="connsiteX1544" fmla="*/ 870441 w 1055399"/>
                <a:gd name="connsiteY1544" fmla="*/ 485958 h 949444"/>
                <a:gd name="connsiteX1545" fmla="*/ 871148 w 1055399"/>
                <a:gd name="connsiteY1545" fmla="*/ 489726 h 949444"/>
                <a:gd name="connsiteX1546" fmla="*/ 870778 w 1055399"/>
                <a:gd name="connsiteY1546" fmla="*/ 495512 h 949444"/>
                <a:gd name="connsiteX1547" fmla="*/ 871282 w 1055399"/>
                <a:gd name="connsiteY1547" fmla="*/ 500154 h 949444"/>
                <a:gd name="connsiteX1548" fmla="*/ 871282 w 1055399"/>
                <a:gd name="connsiteY1548" fmla="*/ 503047 h 949444"/>
                <a:gd name="connsiteX1549" fmla="*/ 874311 w 1055399"/>
                <a:gd name="connsiteY1549" fmla="*/ 505234 h 949444"/>
                <a:gd name="connsiteX1550" fmla="*/ 875186 w 1055399"/>
                <a:gd name="connsiteY1550" fmla="*/ 508429 h 949444"/>
                <a:gd name="connsiteX1551" fmla="*/ 880100 w 1055399"/>
                <a:gd name="connsiteY1551" fmla="*/ 511625 h 949444"/>
                <a:gd name="connsiteX1552" fmla="*/ 882557 w 1055399"/>
                <a:gd name="connsiteY1552" fmla="*/ 512130 h 949444"/>
                <a:gd name="connsiteX1553" fmla="*/ 887470 w 1055399"/>
                <a:gd name="connsiteY1553" fmla="*/ 512634 h 949444"/>
                <a:gd name="connsiteX1554" fmla="*/ 891239 w 1055399"/>
                <a:gd name="connsiteY1554" fmla="*/ 512634 h 949444"/>
                <a:gd name="connsiteX1555" fmla="*/ 896591 w 1055399"/>
                <a:gd name="connsiteY1555" fmla="*/ 512634 h 949444"/>
                <a:gd name="connsiteX1556" fmla="*/ 901673 w 1055399"/>
                <a:gd name="connsiteY1556" fmla="*/ 512634 h 949444"/>
                <a:gd name="connsiteX1557" fmla="*/ 904432 w 1055399"/>
                <a:gd name="connsiteY1557" fmla="*/ 510448 h 949444"/>
                <a:gd name="connsiteX1558" fmla="*/ 906620 w 1055399"/>
                <a:gd name="connsiteY1558" fmla="*/ 509439 h 949444"/>
                <a:gd name="connsiteX1559" fmla="*/ 909951 w 1055399"/>
                <a:gd name="connsiteY1559" fmla="*/ 508295 h 949444"/>
                <a:gd name="connsiteX1560" fmla="*/ 914731 w 1055399"/>
                <a:gd name="connsiteY1560" fmla="*/ 505839 h 949444"/>
                <a:gd name="connsiteX1561" fmla="*/ 917995 w 1055399"/>
                <a:gd name="connsiteY1561" fmla="*/ 503081 h 949444"/>
                <a:gd name="connsiteX1562" fmla="*/ 919947 w 1055399"/>
                <a:gd name="connsiteY1562" fmla="*/ 499616 h 949444"/>
                <a:gd name="connsiteX1563" fmla="*/ 919947 w 1055399"/>
                <a:gd name="connsiteY1563" fmla="*/ 497867 h 949444"/>
                <a:gd name="connsiteX1564" fmla="*/ 920822 w 1055399"/>
                <a:gd name="connsiteY1564" fmla="*/ 495276 h 949444"/>
                <a:gd name="connsiteX1565" fmla="*/ 922707 w 1055399"/>
                <a:gd name="connsiteY1565" fmla="*/ 492955 h 949444"/>
                <a:gd name="connsiteX1566" fmla="*/ 924591 w 1055399"/>
                <a:gd name="connsiteY1566" fmla="*/ 491071 h 949444"/>
                <a:gd name="connsiteX1567" fmla="*/ 928058 w 1055399"/>
                <a:gd name="connsiteY1567" fmla="*/ 486732 h 949444"/>
                <a:gd name="connsiteX1568" fmla="*/ 929808 w 1055399"/>
                <a:gd name="connsiteY1568" fmla="*/ 480509 h 949444"/>
                <a:gd name="connsiteX1569" fmla="*/ 932870 w 1055399"/>
                <a:gd name="connsiteY1569" fmla="*/ 474992 h 949444"/>
                <a:gd name="connsiteX1570" fmla="*/ 936337 w 1055399"/>
                <a:gd name="connsiteY1570" fmla="*/ 472973 h 949444"/>
                <a:gd name="connsiteX1571" fmla="*/ 937918 w 1055399"/>
                <a:gd name="connsiteY1571" fmla="*/ 469643 h 949444"/>
                <a:gd name="connsiteX1572" fmla="*/ 939366 w 1055399"/>
                <a:gd name="connsiteY1572" fmla="*/ 465303 h 949444"/>
                <a:gd name="connsiteX1573" fmla="*/ 940375 w 1055399"/>
                <a:gd name="connsiteY1573" fmla="*/ 462478 h 949444"/>
                <a:gd name="connsiteX1574" fmla="*/ 942394 w 1055399"/>
                <a:gd name="connsiteY1574" fmla="*/ 458340 h 949444"/>
                <a:gd name="connsiteX1575" fmla="*/ 943976 w 1055399"/>
                <a:gd name="connsiteY1575" fmla="*/ 456894 h 949444"/>
                <a:gd name="connsiteX1576" fmla="*/ 945558 w 1055399"/>
                <a:gd name="connsiteY1576" fmla="*/ 455010 h 949444"/>
                <a:gd name="connsiteX1577" fmla="*/ 946871 w 1055399"/>
                <a:gd name="connsiteY1577" fmla="*/ 451679 h 949444"/>
                <a:gd name="connsiteX1578" fmla="*/ 948318 w 1055399"/>
                <a:gd name="connsiteY1578" fmla="*/ 450098 h 949444"/>
                <a:gd name="connsiteX1579" fmla="*/ 951212 w 1055399"/>
                <a:gd name="connsiteY1579" fmla="*/ 450098 h 949444"/>
                <a:gd name="connsiteX1580" fmla="*/ 951212 w 1055399"/>
                <a:gd name="connsiteY1580" fmla="*/ 449224 h 949444"/>
                <a:gd name="connsiteX1581" fmla="*/ 952962 w 1055399"/>
                <a:gd name="connsiteY1581" fmla="*/ 446902 h 949444"/>
                <a:gd name="connsiteX1582" fmla="*/ 952962 w 1055399"/>
                <a:gd name="connsiteY1582" fmla="*/ 445759 h 949444"/>
                <a:gd name="connsiteX1583" fmla="*/ 952962 w 1055399"/>
                <a:gd name="connsiteY1583" fmla="*/ 442866 h 949444"/>
                <a:gd name="connsiteX1584" fmla="*/ 950068 w 1055399"/>
                <a:gd name="connsiteY1584" fmla="*/ 439233 h 949444"/>
                <a:gd name="connsiteX1585" fmla="*/ 947308 w 1055399"/>
                <a:gd name="connsiteY1585" fmla="*/ 436912 h 949444"/>
                <a:gd name="connsiteX1586" fmla="*/ 948452 w 1055399"/>
                <a:gd name="connsiteY1586" fmla="*/ 433884 h 949444"/>
                <a:gd name="connsiteX1587" fmla="*/ 950472 w 1055399"/>
                <a:gd name="connsiteY1587" fmla="*/ 430688 h 949444"/>
                <a:gd name="connsiteX1588" fmla="*/ 952726 w 1055399"/>
                <a:gd name="connsiteY1588" fmla="*/ 429107 h 949444"/>
                <a:gd name="connsiteX1589" fmla="*/ 954678 w 1055399"/>
                <a:gd name="connsiteY1589" fmla="*/ 427661 h 949444"/>
                <a:gd name="connsiteX1590" fmla="*/ 954678 w 1055399"/>
                <a:gd name="connsiteY1590" fmla="*/ 424902 h 949444"/>
                <a:gd name="connsiteX1591" fmla="*/ 953534 w 1055399"/>
                <a:gd name="connsiteY1591" fmla="*/ 423018 h 949444"/>
                <a:gd name="connsiteX1592" fmla="*/ 954678 w 1055399"/>
                <a:gd name="connsiteY1592" fmla="*/ 421067 h 949444"/>
                <a:gd name="connsiteX1593" fmla="*/ 955823 w 1055399"/>
                <a:gd name="connsiteY1593" fmla="*/ 418813 h 949444"/>
                <a:gd name="connsiteX1594" fmla="*/ 959020 w 1055399"/>
                <a:gd name="connsiteY1594" fmla="*/ 418813 h 949444"/>
                <a:gd name="connsiteX1595" fmla="*/ 960770 w 1055399"/>
                <a:gd name="connsiteY1595" fmla="*/ 418813 h 949444"/>
                <a:gd name="connsiteX1596" fmla="*/ 964102 w 1055399"/>
                <a:gd name="connsiteY1596" fmla="*/ 418813 h 949444"/>
                <a:gd name="connsiteX1597" fmla="*/ 965986 w 1055399"/>
                <a:gd name="connsiteY1597" fmla="*/ 420697 h 949444"/>
                <a:gd name="connsiteX1598" fmla="*/ 967434 w 1055399"/>
                <a:gd name="connsiteY1598" fmla="*/ 421841 h 949444"/>
                <a:gd name="connsiteX1599" fmla="*/ 970631 w 1055399"/>
                <a:gd name="connsiteY1599" fmla="*/ 422985 h 949444"/>
                <a:gd name="connsiteX1600" fmla="*/ 973390 w 1055399"/>
                <a:gd name="connsiteY1600" fmla="*/ 422850 h 949444"/>
                <a:gd name="connsiteX1601" fmla="*/ 976150 w 1055399"/>
                <a:gd name="connsiteY1601" fmla="*/ 420226 h 949444"/>
                <a:gd name="connsiteX1602" fmla="*/ 978035 w 1055399"/>
                <a:gd name="connsiteY1602" fmla="*/ 419654 h 949444"/>
                <a:gd name="connsiteX1603" fmla="*/ 979179 w 1055399"/>
                <a:gd name="connsiteY1603" fmla="*/ 420092 h 949444"/>
                <a:gd name="connsiteX1604" fmla="*/ 979886 w 1055399"/>
                <a:gd name="connsiteY1604" fmla="*/ 423119 h 949444"/>
                <a:gd name="connsiteX1605" fmla="*/ 982511 w 1055399"/>
                <a:gd name="connsiteY1605" fmla="*/ 426450 h 949444"/>
                <a:gd name="connsiteX1606" fmla="*/ 984261 w 1055399"/>
                <a:gd name="connsiteY1606" fmla="*/ 427459 h 949444"/>
                <a:gd name="connsiteX1607" fmla="*/ 986852 w 1055399"/>
                <a:gd name="connsiteY1607" fmla="*/ 427459 h 949444"/>
                <a:gd name="connsiteX1608" fmla="*/ 989174 w 1055399"/>
                <a:gd name="connsiteY1608" fmla="*/ 426450 h 949444"/>
                <a:gd name="connsiteX1609" fmla="*/ 991194 w 1055399"/>
                <a:gd name="connsiteY1609" fmla="*/ 424700 h 949444"/>
                <a:gd name="connsiteX1610" fmla="*/ 992776 w 1055399"/>
                <a:gd name="connsiteY1610" fmla="*/ 424263 h 949444"/>
                <a:gd name="connsiteX1611" fmla="*/ 994795 w 1055399"/>
                <a:gd name="connsiteY1611" fmla="*/ 422682 h 949444"/>
                <a:gd name="connsiteX1612" fmla="*/ 995804 w 1055399"/>
                <a:gd name="connsiteY1612" fmla="*/ 421235 h 949444"/>
                <a:gd name="connsiteX1613" fmla="*/ 999708 w 1055399"/>
                <a:gd name="connsiteY1613" fmla="*/ 416728 h 949444"/>
                <a:gd name="connsiteX1614" fmla="*/ 996814 w 1055399"/>
                <a:gd name="connsiteY1614" fmla="*/ 412960 h 949444"/>
                <a:gd name="connsiteX1615" fmla="*/ 995939 w 1055399"/>
                <a:gd name="connsiteY1615" fmla="*/ 409630 h 949444"/>
                <a:gd name="connsiteX1616" fmla="*/ 997083 w 1055399"/>
                <a:gd name="connsiteY1616" fmla="*/ 406434 h 949444"/>
                <a:gd name="connsiteX1617" fmla="*/ 999675 w 1055399"/>
                <a:gd name="connsiteY1617" fmla="*/ 403676 h 949444"/>
                <a:gd name="connsiteX1618" fmla="*/ 1001997 w 1055399"/>
                <a:gd name="connsiteY1618" fmla="*/ 402801 h 949444"/>
                <a:gd name="connsiteX1619" fmla="*/ 1005026 w 1055399"/>
                <a:gd name="connsiteY1619" fmla="*/ 399774 h 949444"/>
                <a:gd name="connsiteX1620" fmla="*/ 1007348 w 1055399"/>
                <a:gd name="connsiteY1620" fmla="*/ 396006 h 949444"/>
                <a:gd name="connsiteX1621" fmla="*/ 1004891 w 1055399"/>
                <a:gd name="connsiteY1621" fmla="*/ 394257 h 949444"/>
                <a:gd name="connsiteX1622" fmla="*/ 1004319 w 1055399"/>
                <a:gd name="connsiteY1622" fmla="*/ 391935 h 949444"/>
                <a:gd name="connsiteX1623" fmla="*/ 1005463 w 1055399"/>
                <a:gd name="connsiteY1623" fmla="*/ 389917 h 949444"/>
                <a:gd name="connsiteX1624" fmla="*/ 1008795 w 1055399"/>
                <a:gd name="connsiteY1624" fmla="*/ 388336 h 949444"/>
                <a:gd name="connsiteX1625" fmla="*/ 1011824 w 1055399"/>
                <a:gd name="connsiteY1625" fmla="*/ 384871 h 949444"/>
                <a:gd name="connsiteX1626" fmla="*/ 1008627 w 1055399"/>
                <a:gd name="connsiteY1626" fmla="*/ 381238 h 949444"/>
                <a:gd name="connsiteX1627" fmla="*/ 1007483 w 1055399"/>
                <a:gd name="connsiteY1627" fmla="*/ 379354 h 949444"/>
                <a:gd name="connsiteX1628" fmla="*/ 1008492 w 1055399"/>
                <a:gd name="connsiteY1628" fmla="*/ 376158 h 949444"/>
                <a:gd name="connsiteX1629" fmla="*/ 1013709 w 1055399"/>
                <a:gd name="connsiteY1629" fmla="*/ 374140 h 949444"/>
                <a:gd name="connsiteX1630" fmla="*/ 1017613 w 1055399"/>
                <a:gd name="connsiteY1630" fmla="*/ 371953 h 949444"/>
                <a:gd name="connsiteX1631" fmla="*/ 1020069 w 1055399"/>
                <a:gd name="connsiteY1631" fmla="*/ 368186 h 949444"/>
                <a:gd name="connsiteX1632" fmla="*/ 1021079 w 1055399"/>
                <a:gd name="connsiteY1632" fmla="*/ 364721 h 949444"/>
                <a:gd name="connsiteX1633" fmla="*/ 1022661 w 1055399"/>
                <a:gd name="connsiteY1633" fmla="*/ 361391 h 949444"/>
                <a:gd name="connsiteX1634" fmla="*/ 1023805 w 1055399"/>
                <a:gd name="connsiteY1634" fmla="*/ 358060 h 949444"/>
                <a:gd name="connsiteX1635" fmla="*/ 1023805 w 1055399"/>
                <a:gd name="connsiteY1635" fmla="*/ 355167 h 949444"/>
                <a:gd name="connsiteX1636" fmla="*/ 1023805 w 1055399"/>
                <a:gd name="connsiteY1636" fmla="*/ 352409 h 949444"/>
                <a:gd name="connsiteX1637" fmla="*/ 1023939 w 1055399"/>
                <a:gd name="connsiteY1637" fmla="*/ 350660 h 949444"/>
                <a:gd name="connsiteX1638" fmla="*/ 1025993 w 1055399"/>
                <a:gd name="connsiteY1638" fmla="*/ 348473 h 949444"/>
                <a:gd name="connsiteX1639" fmla="*/ 1028315 w 1055399"/>
                <a:gd name="connsiteY1639" fmla="*/ 348473 h 949444"/>
                <a:gd name="connsiteX1640" fmla="*/ 1031074 w 1055399"/>
                <a:gd name="connsiteY1640" fmla="*/ 348473 h 949444"/>
                <a:gd name="connsiteX1641" fmla="*/ 1035113 w 1055399"/>
                <a:gd name="connsiteY1641" fmla="*/ 347767 h 949444"/>
                <a:gd name="connsiteX1642" fmla="*/ 1037570 w 1055399"/>
                <a:gd name="connsiteY1642" fmla="*/ 345311 h 949444"/>
                <a:gd name="connsiteX1643" fmla="*/ 1040531 w 1055399"/>
                <a:gd name="connsiteY1643" fmla="*/ 342115 h 949444"/>
                <a:gd name="connsiteX1644" fmla="*/ 1041474 w 1055399"/>
                <a:gd name="connsiteY1644" fmla="*/ 338919 h 949444"/>
                <a:gd name="connsiteX1645" fmla="*/ 1041474 w 1055399"/>
                <a:gd name="connsiteY1645" fmla="*/ 337910 h 949444"/>
                <a:gd name="connsiteX1646" fmla="*/ 1042180 w 1055399"/>
                <a:gd name="connsiteY1646" fmla="*/ 336464 h 949444"/>
                <a:gd name="connsiteX1647" fmla="*/ 1045647 w 1055399"/>
                <a:gd name="connsiteY1647" fmla="*/ 335454 h 949444"/>
                <a:gd name="connsiteX1648" fmla="*/ 1047229 w 1055399"/>
                <a:gd name="connsiteY1648" fmla="*/ 335454 h 949444"/>
                <a:gd name="connsiteX1649" fmla="*/ 1051570 w 1055399"/>
                <a:gd name="connsiteY1649" fmla="*/ 333705 h 949444"/>
                <a:gd name="connsiteX1650" fmla="*/ 1053758 w 1055399"/>
                <a:gd name="connsiteY1650" fmla="*/ 332259 h 949444"/>
                <a:gd name="connsiteX1651" fmla="*/ 1055339 w 1055399"/>
                <a:gd name="connsiteY1651" fmla="*/ 329803 h 949444"/>
                <a:gd name="connsiteX1652" fmla="*/ 1055339 w 1055399"/>
                <a:gd name="connsiteY1652" fmla="*/ 327616 h 949444"/>
                <a:gd name="connsiteX1653" fmla="*/ 1055339 w 1055399"/>
                <a:gd name="connsiteY1653" fmla="*/ 323849 h 949444"/>
                <a:gd name="connsiteX1654" fmla="*/ 1054161 w 1055399"/>
                <a:gd name="connsiteY1654" fmla="*/ 318904 h 94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Lst>
              <a:rect l="l" t="t" r="r" b="b"/>
              <a:pathLst>
                <a:path w="1055399" h="949444">
                  <a:moveTo>
                    <a:pt x="1054161" y="318904"/>
                  </a:moveTo>
                  <a:lnTo>
                    <a:pt x="1050089" y="315843"/>
                  </a:lnTo>
                  <a:lnTo>
                    <a:pt x="1043728" y="312647"/>
                  </a:lnTo>
                  <a:lnTo>
                    <a:pt x="1040700" y="311200"/>
                  </a:lnTo>
                  <a:lnTo>
                    <a:pt x="1037065" y="309316"/>
                  </a:lnTo>
                  <a:cubicBezTo>
                    <a:pt x="1037065" y="309316"/>
                    <a:pt x="1037199" y="306255"/>
                    <a:pt x="1036190" y="306121"/>
                  </a:cubicBezTo>
                  <a:cubicBezTo>
                    <a:pt x="1035180" y="305986"/>
                    <a:pt x="1032858" y="303665"/>
                    <a:pt x="1032858" y="303665"/>
                  </a:cubicBezTo>
                  <a:cubicBezTo>
                    <a:pt x="1032858" y="303665"/>
                    <a:pt x="1031613" y="302790"/>
                    <a:pt x="1031478" y="302219"/>
                  </a:cubicBezTo>
                  <a:cubicBezTo>
                    <a:pt x="1031344" y="301647"/>
                    <a:pt x="1031411" y="298316"/>
                    <a:pt x="1031411" y="298316"/>
                  </a:cubicBezTo>
                  <a:lnTo>
                    <a:pt x="1031411" y="292396"/>
                  </a:lnTo>
                  <a:lnTo>
                    <a:pt x="1031276" y="290949"/>
                  </a:lnTo>
                  <a:cubicBezTo>
                    <a:pt x="1031276" y="290949"/>
                    <a:pt x="1035315" y="290815"/>
                    <a:pt x="1036190" y="290949"/>
                  </a:cubicBezTo>
                  <a:cubicBezTo>
                    <a:pt x="1037065" y="291084"/>
                    <a:pt x="1038815" y="294582"/>
                    <a:pt x="1038815" y="294582"/>
                  </a:cubicBezTo>
                  <a:lnTo>
                    <a:pt x="1040397" y="293708"/>
                  </a:lnTo>
                  <a:cubicBezTo>
                    <a:pt x="1040397" y="293708"/>
                    <a:pt x="1041103" y="288494"/>
                    <a:pt x="1041103" y="287922"/>
                  </a:cubicBezTo>
                  <a:cubicBezTo>
                    <a:pt x="1041103" y="287350"/>
                    <a:pt x="1041238" y="285601"/>
                    <a:pt x="1041406" y="285163"/>
                  </a:cubicBezTo>
                  <a:cubicBezTo>
                    <a:pt x="1041541" y="284726"/>
                    <a:pt x="1042854" y="284591"/>
                    <a:pt x="1042854" y="284591"/>
                  </a:cubicBezTo>
                  <a:lnTo>
                    <a:pt x="1044435" y="284591"/>
                  </a:lnTo>
                  <a:lnTo>
                    <a:pt x="1046185" y="284591"/>
                  </a:lnTo>
                  <a:lnTo>
                    <a:pt x="1047060" y="282842"/>
                  </a:lnTo>
                  <a:lnTo>
                    <a:pt x="1047060" y="281967"/>
                  </a:lnTo>
                  <a:lnTo>
                    <a:pt x="1047363" y="278502"/>
                  </a:lnTo>
                  <a:cubicBezTo>
                    <a:pt x="1047363" y="278502"/>
                    <a:pt x="1046623" y="278940"/>
                    <a:pt x="1046219" y="278502"/>
                  </a:cubicBezTo>
                  <a:cubicBezTo>
                    <a:pt x="1045781" y="278065"/>
                    <a:pt x="1043897" y="276047"/>
                    <a:pt x="1043897" y="276047"/>
                  </a:cubicBezTo>
                  <a:lnTo>
                    <a:pt x="1042147" y="275038"/>
                  </a:lnTo>
                  <a:cubicBezTo>
                    <a:pt x="1042147" y="275038"/>
                    <a:pt x="1040834" y="273894"/>
                    <a:pt x="1040834" y="273457"/>
                  </a:cubicBezTo>
                  <a:cubicBezTo>
                    <a:pt x="1040834" y="273019"/>
                    <a:pt x="1041406" y="271438"/>
                    <a:pt x="1041406" y="271438"/>
                  </a:cubicBezTo>
                  <a:lnTo>
                    <a:pt x="1041709" y="269689"/>
                  </a:lnTo>
                  <a:lnTo>
                    <a:pt x="1042147" y="267805"/>
                  </a:lnTo>
                  <a:lnTo>
                    <a:pt x="1044469" y="265417"/>
                  </a:lnTo>
                  <a:lnTo>
                    <a:pt x="1046219" y="263735"/>
                  </a:lnTo>
                  <a:cubicBezTo>
                    <a:pt x="1046219" y="263735"/>
                    <a:pt x="1039353" y="263634"/>
                    <a:pt x="1039051" y="263735"/>
                  </a:cubicBezTo>
                  <a:cubicBezTo>
                    <a:pt x="1038714" y="263836"/>
                    <a:pt x="1037536" y="263634"/>
                    <a:pt x="1036223" y="263735"/>
                  </a:cubicBezTo>
                  <a:cubicBezTo>
                    <a:pt x="1034911" y="263836"/>
                    <a:pt x="1034709" y="263735"/>
                    <a:pt x="1034709" y="263735"/>
                  </a:cubicBezTo>
                  <a:cubicBezTo>
                    <a:pt x="1034709" y="263735"/>
                    <a:pt x="1033296" y="262423"/>
                    <a:pt x="1033194" y="261884"/>
                  </a:cubicBezTo>
                  <a:cubicBezTo>
                    <a:pt x="1033094" y="261346"/>
                    <a:pt x="1031882" y="260270"/>
                    <a:pt x="1031445" y="260135"/>
                  </a:cubicBezTo>
                  <a:cubicBezTo>
                    <a:pt x="1031007" y="260034"/>
                    <a:pt x="1030031" y="259160"/>
                    <a:pt x="1029594" y="259059"/>
                  </a:cubicBezTo>
                  <a:cubicBezTo>
                    <a:pt x="1029156" y="258958"/>
                    <a:pt x="1028180" y="259059"/>
                    <a:pt x="1028180" y="259059"/>
                  </a:cubicBezTo>
                  <a:lnTo>
                    <a:pt x="1026868" y="259934"/>
                  </a:lnTo>
                  <a:cubicBezTo>
                    <a:pt x="1026868" y="259934"/>
                    <a:pt x="1025656" y="260909"/>
                    <a:pt x="1025218" y="261145"/>
                  </a:cubicBezTo>
                  <a:cubicBezTo>
                    <a:pt x="1024781" y="261346"/>
                    <a:pt x="1023805" y="262019"/>
                    <a:pt x="1023267" y="262120"/>
                  </a:cubicBezTo>
                  <a:cubicBezTo>
                    <a:pt x="1022728" y="262221"/>
                    <a:pt x="1021853" y="262457"/>
                    <a:pt x="1021415" y="262457"/>
                  </a:cubicBezTo>
                  <a:cubicBezTo>
                    <a:pt x="1020978" y="262457"/>
                    <a:pt x="1020204" y="262793"/>
                    <a:pt x="1019766" y="262894"/>
                  </a:cubicBezTo>
                  <a:cubicBezTo>
                    <a:pt x="1019329" y="262995"/>
                    <a:pt x="1017815" y="263331"/>
                    <a:pt x="1016939" y="263768"/>
                  </a:cubicBezTo>
                  <a:cubicBezTo>
                    <a:pt x="1016064" y="264206"/>
                    <a:pt x="1015189" y="263768"/>
                    <a:pt x="1015189" y="263768"/>
                  </a:cubicBezTo>
                  <a:cubicBezTo>
                    <a:pt x="1015189" y="263768"/>
                    <a:pt x="1013002" y="263230"/>
                    <a:pt x="1012362" y="262995"/>
                  </a:cubicBezTo>
                  <a:cubicBezTo>
                    <a:pt x="1011723" y="262793"/>
                    <a:pt x="1010074" y="262995"/>
                    <a:pt x="1010074" y="262995"/>
                  </a:cubicBezTo>
                  <a:cubicBezTo>
                    <a:pt x="1010074" y="262995"/>
                    <a:pt x="1008862" y="262894"/>
                    <a:pt x="1008425" y="262894"/>
                  </a:cubicBezTo>
                  <a:cubicBezTo>
                    <a:pt x="1007987" y="262894"/>
                    <a:pt x="1006136" y="263768"/>
                    <a:pt x="1006136" y="263768"/>
                  </a:cubicBezTo>
                  <a:cubicBezTo>
                    <a:pt x="1006136" y="263768"/>
                    <a:pt x="1004824" y="264744"/>
                    <a:pt x="1004521" y="264845"/>
                  </a:cubicBezTo>
                  <a:cubicBezTo>
                    <a:pt x="1004184" y="264946"/>
                    <a:pt x="1003444" y="267031"/>
                    <a:pt x="1003309" y="267334"/>
                  </a:cubicBezTo>
                  <a:cubicBezTo>
                    <a:pt x="1003208" y="267671"/>
                    <a:pt x="1003410" y="268545"/>
                    <a:pt x="1003410" y="269285"/>
                  </a:cubicBezTo>
                  <a:cubicBezTo>
                    <a:pt x="1003410" y="270025"/>
                    <a:pt x="1003410" y="271337"/>
                    <a:pt x="1003074" y="272111"/>
                  </a:cubicBezTo>
                  <a:cubicBezTo>
                    <a:pt x="1002737" y="272885"/>
                    <a:pt x="1001761" y="273860"/>
                    <a:pt x="1001324" y="274163"/>
                  </a:cubicBezTo>
                  <a:cubicBezTo>
                    <a:pt x="1000886" y="274499"/>
                    <a:pt x="1000684" y="275240"/>
                    <a:pt x="999372" y="275677"/>
                  </a:cubicBezTo>
                  <a:cubicBezTo>
                    <a:pt x="998059" y="276114"/>
                    <a:pt x="997420" y="275677"/>
                    <a:pt x="997083" y="275677"/>
                  </a:cubicBezTo>
                  <a:cubicBezTo>
                    <a:pt x="996747" y="275677"/>
                    <a:pt x="994997" y="273490"/>
                    <a:pt x="994997" y="273490"/>
                  </a:cubicBezTo>
                  <a:cubicBezTo>
                    <a:pt x="994997" y="273490"/>
                    <a:pt x="993280" y="270564"/>
                    <a:pt x="992809" y="270227"/>
                  </a:cubicBezTo>
                  <a:cubicBezTo>
                    <a:pt x="992372" y="269891"/>
                    <a:pt x="991396" y="268377"/>
                    <a:pt x="991093" y="267738"/>
                  </a:cubicBezTo>
                  <a:cubicBezTo>
                    <a:pt x="990756" y="267099"/>
                    <a:pt x="988804" y="266325"/>
                    <a:pt x="988804" y="266325"/>
                  </a:cubicBezTo>
                  <a:lnTo>
                    <a:pt x="987290" y="263701"/>
                  </a:lnTo>
                  <a:lnTo>
                    <a:pt x="984362" y="262826"/>
                  </a:lnTo>
                  <a:cubicBezTo>
                    <a:pt x="984362" y="262826"/>
                    <a:pt x="979886" y="261649"/>
                    <a:pt x="979785" y="260875"/>
                  </a:cubicBezTo>
                  <a:cubicBezTo>
                    <a:pt x="979684" y="260102"/>
                    <a:pt x="979246" y="257949"/>
                    <a:pt x="979246" y="257949"/>
                  </a:cubicBezTo>
                  <a:lnTo>
                    <a:pt x="979347" y="255762"/>
                  </a:lnTo>
                  <a:lnTo>
                    <a:pt x="978708" y="254013"/>
                  </a:lnTo>
                  <a:lnTo>
                    <a:pt x="978607" y="250851"/>
                  </a:lnTo>
                  <a:lnTo>
                    <a:pt x="975780" y="248563"/>
                  </a:lnTo>
                  <a:cubicBezTo>
                    <a:pt x="975780" y="248563"/>
                    <a:pt x="975443" y="247487"/>
                    <a:pt x="975780" y="247150"/>
                  </a:cubicBezTo>
                  <a:cubicBezTo>
                    <a:pt x="976116" y="246814"/>
                    <a:pt x="973491" y="245401"/>
                    <a:pt x="973491" y="245401"/>
                  </a:cubicBezTo>
                  <a:lnTo>
                    <a:pt x="970765" y="244190"/>
                  </a:lnTo>
                  <a:cubicBezTo>
                    <a:pt x="970765" y="244190"/>
                    <a:pt x="967703" y="244089"/>
                    <a:pt x="966727" y="244089"/>
                  </a:cubicBezTo>
                  <a:cubicBezTo>
                    <a:pt x="965751" y="244089"/>
                    <a:pt x="963698" y="244425"/>
                    <a:pt x="963361" y="244527"/>
                  </a:cubicBezTo>
                  <a:cubicBezTo>
                    <a:pt x="963025" y="244627"/>
                    <a:pt x="962284" y="246478"/>
                    <a:pt x="961948" y="247016"/>
                  </a:cubicBezTo>
                  <a:cubicBezTo>
                    <a:pt x="961611" y="247554"/>
                    <a:pt x="959154" y="247991"/>
                    <a:pt x="959154" y="247991"/>
                  </a:cubicBezTo>
                  <a:lnTo>
                    <a:pt x="955688" y="247991"/>
                  </a:lnTo>
                  <a:lnTo>
                    <a:pt x="953400" y="247991"/>
                  </a:lnTo>
                  <a:lnTo>
                    <a:pt x="951649" y="245704"/>
                  </a:lnTo>
                  <a:cubicBezTo>
                    <a:pt x="951649" y="245704"/>
                    <a:pt x="950573" y="243215"/>
                    <a:pt x="950236" y="242676"/>
                  </a:cubicBezTo>
                  <a:cubicBezTo>
                    <a:pt x="949899" y="242138"/>
                    <a:pt x="949597" y="241802"/>
                    <a:pt x="949361" y="241465"/>
                  </a:cubicBezTo>
                  <a:cubicBezTo>
                    <a:pt x="949125" y="241129"/>
                    <a:pt x="948385" y="240591"/>
                    <a:pt x="948385" y="240591"/>
                  </a:cubicBezTo>
                  <a:lnTo>
                    <a:pt x="947847" y="239615"/>
                  </a:lnTo>
                  <a:cubicBezTo>
                    <a:pt x="947847" y="239615"/>
                    <a:pt x="947308" y="238539"/>
                    <a:pt x="948284" y="235713"/>
                  </a:cubicBezTo>
                  <a:cubicBezTo>
                    <a:pt x="949260" y="232887"/>
                    <a:pt x="949697" y="233964"/>
                    <a:pt x="950000" y="233762"/>
                  </a:cubicBezTo>
                  <a:cubicBezTo>
                    <a:pt x="950337" y="233560"/>
                    <a:pt x="950640" y="232012"/>
                    <a:pt x="950438" y="231474"/>
                  </a:cubicBezTo>
                  <a:cubicBezTo>
                    <a:pt x="950236" y="230936"/>
                    <a:pt x="949563" y="228750"/>
                    <a:pt x="949125" y="228447"/>
                  </a:cubicBezTo>
                  <a:cubicBezTo>
                    <a:pt x="948688" y="228110"/>
                    <a:pt x="946197" y="228447"/>
                    <a:pt x="945760" y="228447"/>
                  </a:cubicBezTo>
                  <a:cubicBezTo>
                    <a:pt x="945322" y="228447"/>
                    <a:pt x="943034" y="228346"/>
                    <a:pt x="941519" y="228548"/>
                  </a:cubicBezTo>
                  <a:cubicBezTo>
                    <a:pt x="940005" y="228783"/>
                    <a:pt x="940745" y="229086"/>
                    <a:pt x="940544" y="229624"/>
                  </a:cubicBezTo>
                  <a:cubicBezTo>
                    <a:pt x="940342" y="230162"/>
                    <a:pt x="939904" y="231037"/>
                    <a:pt x="939231" y="231912"/>
                  </a:cubicBezTo>
                  <a:cubicBezTo>
                    <a:pt x="938558" y="232786"/>
                    <a:pt x="938019" y="232450"/>
                    <a:pt x="937481" y="232887"/>
                  </a:cubicBezTo>
                  <a:cubicBezTo>
                    <a:pt x="936942" y="233324"/>
                    <a:pt x="936942" y="233762"/>
                    <a:pt x="936741" y="234199"/>
                  </a:cubicBezTo>
                  <a:cubicBezTo>
                    <a:pt x="936505" y="234636"/>
                    <a:pt x="935664" y="234973"/>
                    <a:pt x="935664" y="234973"/>
                  </a:cubicBezTo>
                  <a:cubicBezTo>
                    <a:pt x="935664" y="234973"/>
                    <a:pt x="935664" y="237260"/>
                    <a:pt x="935664" y="237698"/>
                  </a:cubicBezTo>
                  <a:cubicBezTo>
                    <a:pt x="935664" y="238135"/>
                    <a:pt x="935933" y="238337"/>
                    <a:pt x="935933" y="239548"/>
                  </a:cubicBezTo>
                  <a:cubicBezTo>
                    <a:pt x="935933" y="240759"/>
                    <a:pt x="935664" y="240523"/>
                    <a:pt x="934789" y="241499"/>
                  </a:cubicBezTo>
                  <a:cubicBezTo>
                    <a:pt x="933913" y="242475"/>
                    <a:pt x="933712" y="241835"/>
                    <a:pt x="933274" y="241499"/>
                  </a:cubicBezTo>
                  <a:cubicBezTo>
                    <a:pt x="932837" y="241163"/>
                    <a:pt x="930447" y="240961"/>
                    <a:pt x="930010" y="240961"/>
                  </a:cubicBezTo>
                  <a:cubicBezTo>
                    <a:pt x="929572" y="240961"/>
                    <a:pt x="927822" y="240624"/>
                    <a:pt x="927418" y="240422"/>
                  </a:cubicBezTo>
                  <a:cubicBezTo>
                    <a:pt x="926981" y="240187"/>
                    <a:pt x="925231" y="238673"/>
                    <a:pt x="925130" y="238370"/>
                  </a:cubicBezTo>
                  <a:cubicBezTo>
                    <a:pt x="925029" y="238034"/>
                    <a:pt x="924894" y="235343"/>
                    <a:pt x="924894" y="235343"/>
                  </a:cubicBezTo>
                  <a:lnTo>
                    <a:pt x="924120" y="233156"/>
                  </a:lnTo>
                  <a:lnTo>
                    <a:pt x="918904" y="230566"/>
                  </a:lnTo>
                  <a:lnTo>
                    <a:pt x="916615" y="229489"/>
                  </a:lnTo>
                  <a:cubicBezTo>
                    <a:pt x="916615" y="229489"/>
                    <a:pt x="915303" y="227875"/>
                    <a:pt x="914327" y="226462"/>
                  </a:cubicBezTo>
                  <a:cubicBezTo>
                    <a:pt x="913351" y="225049"/>
                    <a:pt x="914428" y="223636"/>
                    <a:pt x="914428" y="223636"/>
                  </a:cubicBezTo>
                  <a:cubicBezTo>
                    <a:pt x="914428" y="223636"/>
                    <a:pt x="914966" y="222324"/>
                    <a:pt x="915303" y="221584"/>
                  </a:cubicBezTo>
                  <a:cubicBezTo>
                    <a:pt x="915639" y="220811"/>
                    <a:pt x="916278" y="219398"/>
                    <a:pt x="916278" y="219398"/>
                  </a:cubicBezTo>
                  <a:cubicBezTo>
                    <a:pt x="916278" y="219398"/>
                    <a:pt x="917355" y="218759"/>
                    <a:pt x="918029" y="217985"/>
                  </a:cubicBezTo>
                  <a:cubicBezTo>
                    <a:pt x="918668" y="217211"/>
                    <a:pt x="918365" y="214183"/>
                    <a:pt x="918365" y="214183"/>
                  </a:cubicBezTo>
                  <a:lnTo>
                    <a:pt x="919880" y="212569"/>
                  </a:lnTo>
                  <a:cubicBezTo>
                    <a:pt x="919880" y="212569"/>
                    <a:pt x="920418" y="209743"/>
                    <a:pt x="920418" y="209407"/>
                  </a:cubicBezTo>
                  <a:cubicBezTo>
                    <a:pt x="920418" y="209070"/>
                    <a:pt x="919005" y="207355"/>
                    <a:pt x="919005" y="207355"/>
                  </a:cubicBezTo>
                  <a:lnTo>
                    <a:pt x="917389" y="206480"/>
                  </a:lnTo>
                  <a:cubicBezTo>
                    <a:pt x="917389" y="206480"/>
                    <a:pt x="914663" y="206581"/>
                    <a:pt x="914226" y="206379"/>
                  </a:cubicBezTo>
                  <a:cubicBezTo>
                    <a:pt x="913788" y="206177"/>
                    <a:pt x="911836" y="207355"/>
                    <a:pt x="910961" y="207792"/>
                  </a:cubicBezTo>
                  <a:cubicBezTo>
                    <a:pt x="910086" y="208229"/>
                    <a:pt x="909783" y="209306"/>
                    <a:pt x="909783" y="209306"/>
                  </a:cubicBezTo>
                  <a:lnTo>
                    <a:pt x="907596" y="209642"/>
                  </a:lnTo>
                  <a:cubicBezTo>
                    <a:pt x="907596" y="209642"/>
                    <a:pt x="906519" y="209844"/>
                    <a:pt x="906081" y="209844"/>
                  </a:cubicBezTo>
                  <a:cubicBezTo>
                    <a:pt x="905644" y="209844"/>
                    <a:pt x="904028" y="209945"/>
                    <a:pt x="904028" y="209945"/>
                  </a:cubicBezTo>
                  <a:lnTo>
                    <a:pt x="902177" y="210382"/>
                  </a:lnTo>
                  <a:lnTo>
                    <a:pt x="899249" y="210483"/>
                  </a:lnTo>
                  <a:cubicBezTo>
                    <a:pt x="899249" y="210483"/>
                    <a:pt x="897735" y="210483"/>
                    <a:pt x="895345" y="209710"/>
                  </a:cubicBezTo>
                  <a:cubicBezTo>
                    <a:pt x="892956" y="208936"/>
                    <a:pt x="893494" y="209609"/>
                    <a:pt x="892855" y="209609"/>
                  </a:cubicBezTo>
                  <a:cubicBezTo>
                    <a:pt x="892216" y="209609"/>
                    <a:pt x="889692" y="209272"/>
                    <a:pt x="889692" y="209272"/>
                  </a:cubicBezTo>
                  <a:cubicBezTo>
                    <a:pt x="889692" y="209272"/>
                    <a:pt x="888513" y="208398"/>
                    <a:pt x="888513" y="207960"/>
                  </a:cubicBezTo>
                  <a:cubicBezTo>
                    <a:pt x="888513" y="207523"/>
                    <a:pt x="886999" y="204697"/>
                    <a:pt x="886999" y="204697"/>
                  </a:cubicBezTo>
                  <a:lnTo>
                    <a:pt x="883936" y="203520"/>
                  </a:lnTo>
                  <a:lnTo>
                    <a:pt x="881984" y="202881"/>
                  </a:lnTo>
                  <a:cubicBezTo>
                    <a:pt x="881984" y="202881"/>
                    <a:pt x="880335" y="203957"/>
                    <a:pt x="880033" y="204092"/>
                  </a:cubicBezTo>
                  <a:cubicBezTo>
                    <a:pt x="879696" y="204193"/>
                    <a:pt x="877744" y="205168"/>
                    <a:pt x="877407" y="205303"/>
                  </a:cubicBezTo>
                  <a:cubicBezTo>
                    <a:pt x="877105" y="205404"/>
                    <a:pt x="875557" y="206951"/>
                    <a:pt x="875119" y="206951"/>
                  </a:cubicBezTo>
                  <a:cubicBezTo>
                    <a:pt x="874681" y="206951"/>
                    <a:pt x="873706" y="207388"/>
                    <a:pt x="873706" y="207388"/>
                  </a:cubicBezTo>
                  <a:cubicBezTo>
                    <a:pt x="873706" y="207388"/>
                    <a:pt x="871955" y="207927"/>
                    <a:pt x="871215" y="207927"/>
                  </a:cubicBezTo>
                  <a:cubicBezTo>
                    <a:pt x="870475" y="207927"/>
                    <a:pt x="868052" y="208566"/>
                    <a:pt x="868052" y="208566"/>
                  </a:cubicBezTo>
                  <a:cubicBezTo>
                    <a:pt x="868052" y="208566"/>
                    <a:pt x="866200" y="210416"/>
                    <a:pt x="865763" y="210517"/>
                  </a:cubicBezTo>
                  <a:cubicBezTo>
                    <a:pt x="865326" y="210618"/>
                    <a:pt x="864451" y="212266"/>
                    <a:pt x="864249" y="212703"/>
                  </a:cubicBezTo>
                  <a:cubicBezTo>
                    <a:pt x="864047" y="213141"/>
                    <a:pt x="862835" y="213242"/>
                    <a:pt x="862499" y="213343"/>
                  </a:cubicBezTo>
                  <a:cubicBezTo>
                    <a:pt x="862162" y="213444"/>
                    <a:pt x="860984" y="214756"/>
                    <a:pt x="860311" y="214856"/>
                  </a:cubicBezTo>
                  <a:cubicBezTo>
                    <a:pt x="859671" y="214957"/>
                    <a:pt x="858460" y="215495"/>
                    <a:pt x="857585" y="215731"/>
                  </a:cubicBezTo>
                  <a:cubicBezTo>
                    <a:pt x="856710" y="215966"/>
                    <a:pt x="856508" y="216807"/>
                    <a:pt x="856508" y="216807"/>
                  </a:cubicBezTo>
                  <a:lnTo>
                    <a:pt x="854018" y="216807"/>
                  </a:lnTo>
                  <a:lnTo>
                    <a:pt x="852806" y="214756"/>
                  </a:lnTo>
                  <a:cubicBezTo>
                    <a:pt x="852806" y="214756"/>
                    <a:pt x="850518" y="212031"/>
                    <a:pt x="848667" y="211593"/>
                  </a:cubicBezTo>
                  <a:cubicBezTo>
                    <a:pt x="846816" y="211156"/>
                    <a:pt x="845503" y="211593"/>
                    <a:pt x="845503" y="211593"/>
                  </a:cubicBezTo>
                  <a:cubicBezTo>
                    <a:pt x="845503" y="211593"/>
                    <a:pt x="842777" y="210954"/>
                    <a:pt x="842339" y="210719"/>
                  </a:cubicBezTo>
                  <a:cubicBezTo>
                    <a:pt x="841902" y="210517"/>
                    <a:pt x="838435" y="208667"/>
                    <a:pt x="837998" y="208431"/>
                  </a:cubicBezTo>
                  <a:cubicBezTo>
                    <a:pt x="837561" y="208229"/>
                    <a:pt x="836584" y="207456"/>
                    <a:pt x="836147" y="207220"/>
                  </a:cubicBezTo>
                  <a:cubicBezTo>
                    <a:pt x="835709" y="207018"/>
                    <a:pt x="833556" y="206144"/>
                    <a:pt x="833118" y="205807"/>
                  </a:cubicBezTo>
                  <a:cubicBezTo>
                    <a:pt x="832681" y="205471"/>
                    <a:pt x="829652" y="204596"/>
                    <a:pt x="829214" y="204495"/>
                  </a:cubicBezTo>
                  <a:cubicBezTo>
                    <a:pt x="828777" y="204394"/>
                    <a:pt x="825950" y="203217"/>
                    <a:pt x="825950" y="203217"/>
                  </a:cubicBezTo>
                  <a:lnTo>
                    <a:pt x="824738" y="202208"/>
                  </a:lnTo>
                  <a:cubicBezTo>
                    <a:pt x="824738" y="202208"/>
                    <a:pt x="824637" y="199618"/>
                    <a:pt x="824637" y="199180"/>
                  </a:cubicBezTo>
                  <a:cubicBezTo>
                    <a:pt x="824637" y="198743"/>
                    <a:pt x="825613" y="197128"/>
                    <a:pt x="825613" y="197128"/>
                  </a:cubicBezTo>
                  <a:lnTo>
                    <a:pt x="827902" y="195715"/>
                  </a:lnTo>
                  <a:lnTo>
                    <a:pt x="828878" y="194639"/>
                  </a:lnTo>
                  <a:lnTo>
                    <a:pt x="828339" y="191712"/>
                  </a:lnTo>
                  <a:lnTo>
                    <a:pt x="827027" y="190198"/>
                  </a:lnTo>
                  <a:lnTo>
                    <a:pt x="820397" y="189660"/>
                  </a:lnTo>
                  <a:lnTo>
                    <a:pt x="817805" y="189223"/>
                  </a:lnTo>
                  <a:cubicBezTo>
                    <a:pt x="817805" y="189223"/>
                    <a:pt x="811949" y="190098"/>
                    <a:pt x="810401" y="190535"/>
                  </a:cubicBezTo>
                  <a:cubicBezTo>
                    <a:pt x="808887" y="190972"/>
                    <a:pt x="807574" y="192284"/>
                    <a:pt x="807574" y="192284"/>
                  </a:cubicBezTo>
                  <a:lnTo>
                    <a:pt x="805622" y="191847"/>
                  </a:lnTo>
                  <a:lnTo>
                    <a:pt x="802358" y="190098"/>
                  </a:lnTo>
                  <a:lnTo>
                    <a:pt x="800608" y="192486"/>
                  </a:lnTo>
                  <a:lnTo>
                    <a:pt x="798858" y="194437"/>
                  </a:lnTo>
                  <a:lnTo>
                    <a:pt x="796704" y="196826"/>
                  </a:lnTo>
                  <a:cubicBezTo>
                    <a:pt x="796704" y="196826"/>
                    <a:pt x="793877" y="199012"/>
                    <a:pt x="793002" y="199012"/>
                  </a:cubicBezTo>
                  <a:cubicBezTo>
                    <a:pt x="792127" y="199012"/>
                    <a:pt x="787987" y="201838"/>
                    <a:pt x="787987" y="201838"/>
                  </a:cubicBezTo>
                  <a:cubicBezTo>
                    <a:pt x="787987" y="201838"/>
                    <a:pt x="784285" y="202712"/>
                    <a:pt x="783410" y="202914"/>
                  </a:cubicBezTo>
                  <a:cubicBezTo>
                    <a:pt x="782535" y="203150"/>
                    <a:pt x="779944" y="203553"/>
                    <a:pt x="778429" y="202914"/>
                  </a:cubicBezTo>
                  <a:cubicBezTo>
                    <a:pt x="776915" y="202275"/>
                    <a:pt x="774290" y="202914"/>
                    <a:pt x="774290" y="202914"/>
                  </a:cubicBezTo>
                  <a:lnTo>
                    <a:pt x="770823" y="198777"/>
                  </a:lnTo>
                  <a:lnTo>
                    <a:pt x="767795" y="195951"/>
                  </a:lnTo>
                  <a:lnTo>
                    <a:pt x="762141" y="195951"/>
                  </a:lnTo>
                  <a:lnTo>
                    <a:pt x="761602" y="197801"/>
                  </a:lnTo>
                  <a:lnTo>
                    <a:pt x="759112" y="199550"/>
                  </a:lnTo>
                  <a:lnTo>
                    <a:pt x="757362" y="202174"/>
                  </a:lnTo>
                  <a:lnTo>
                    <a:pt x="754434" y="205202"/>
                  </a:lnTo>
                  <a:lnTo>
                    <a:pt x="751371" y="209878"/>
                  </a:lnTo>
                  <a:lnTo>
                    <a:pt x="747366" y="211392"/>
                  </a:lnTo>
                  <a:cubicBezTo>
                    <a:pt x="747366" y="211392"/>
                    <a:pt x="743025" y="208667"/>
                    <a:pt x="741073" y="207792"/>
                  </a:cubicBezTo>
                  <a:cubicBezTo>
                    <a:pt x="739121" y="206917"/>
                    <a:pt x="740097" y="207893"/>
                    <a:pt x="739558" y="208869"/>
                  </a:cubicBezTo>
                  <a:cubicBezTo>
                    <a:pt x="739020" y="209844"/>
                    <a:pt x="739121" y="209642"/>
                    <a:pt x="738919" y="210517"/>
                  </a:cubicBezTo>
                  <a:cubicBezTo>
                    <a:pt x="738717" y="211392"/>
                    <a:pt x="737741" y="212569"/>
                    <a:pt x="736630" y="213343"/>
                  </a:cubicBezTo>
                  <a:cubicBezTo>
                    <a:pt x="735553" y="214116"/>
                    <a:pt x="734779" y="213444"/>
                    <a:pt x="733366" y="213343"/>
                  </a:cubicBezTo>
                  <a:cubicBezTo>
                    <a:pt x="731952" y="213242"/>
                    <a:pt x="731851" y="212165"/>
                    <a:pt x="730236" y="211291"/>
                  </a:cubicBezTo>
                  <a:cubicBezTo>
                    <a:pt x="728587" y="210416"/>
                    <a:pt x="726871" y="210080"/>
                    <a:pt x="726534" y="210214"/>
                  </a:cubicBezTo>
                  <a:cubicBezTo>
                    <a:pt x="726197" y="210315"/>
                    <a:pt x="724044" y="210416"/>
                    <a:pt x="724044" y="210416"/>
                  </a:cubicBezTo>
                  <a:cubicBezTo>
                    <a:pt x="724044" y="210416"/>
                    <a:pt x="723068" y="212266"/>
                    <a:pt x="722630" y="212468"/>
                  </a:cubicBezTo>
                  <a:cubicBezTo>
                    <a:pt x="722193" y="212670"/>
                    <a:pt x="719803" y="212804"/>
                    <a:pt x="715664" y="212468"/>
                  </a:cubicBezTo>
                  <a:cubicBezTo>
                    <a:pt x="711524" y="212132"/>
                    <a:pt x="712298" y="211392"/>
                    <a:pt x="710885" y="210853"/>
                  </a:cubicBezTo>
                  <a:cubicBezTo>
                    <a:pt x="709471" y="210315"/>
                    <a:pt x="708697" y="209440"/>
                    <a:pt x="708159" y="209104"/>
                  </a:cubicBezTo>
                  <a:cubicBezTo>
                    <a:pt x="707620" y="208768"/>
                    <a:pt x="705870" y="207691"/>
                    <a:pt x="703380" y="207153"/>
                  </a:cubicBezTo>
                  <a:cubicBezTo>
                    <a:pt x="700889" y="206615"/>
                    <a:pt x="700788" y="208128"/>
                    <a:pt x="700452" y="208028"/>
                  </a:cubicBezTo>
                  <a:cubicBezTo>
                    <a:pt x="700115" y="207927"/>
                    <a:pt x="697524" y="208028"/>
                    <a:pt x="697524" y="208028"/>
                  </a:cubicBezTo>
                  <a:lnTo>
                    <a:pt x="693620" y="206177"/>
                  </a:lnTo>
                  <a:cubicBezTo>
                    <a:pt x="693620" y="206177"/>
                    <a:pt x="691870" y="204664"/>
                    <a:pt x="691432" y="203688"/>
                  </a:cubicBezTo>
                  <a:cubicBezTo>
                    <a:pt x="690995" y="202712"/>
                    <a:pt x="689480" y="201737"/>
                    <a:pt x="689480" y="201737"/>
                  </a:cubicBezTo>
                  <a:cubicBezTo>
                    <a:pt x="689480" y="201737"/>
                    <a:pt x="687528" y="200223"/>
                    <a:pt x="687192" y="199449"/>
                  </a:cubicBezTo>
                  <a:cubicBezTo>
                    <a:pt x="686855" y="198676"/>
                    <a:pt x="685004" y="198037"/>
                    <a:pt x="683826" y="197599"/>
                  </a:cubicBezTo>
                  <a:cubicBezTo>
                    <a:pt x="682615" y="197162"/>
                    <a:pt x="680797" y="196523"/>
                    <a:pt x="680360" y="196186"/>
                  </a:cubicBezTo>
                  <a:cubicBezTo>
                    <a:pt x="679922" y="195850"/>
                    <a:pt x="676557" y="195110"/>
                    <a:pt x="676119" y="194774"/>
                  </a:cubicBezTo>
                  <a:cubicBezTo>
                    <a:pt x="675682" y="194437"/>
                    <a:pt x="672216" y="192587"/>
                    <a:pt x="671879" y="192486"/>
                  </a:cubicBezTo>
                  <a:cubicBezTo>
                    <a:pt x="671542" y="192385"/>
                    <a:pt x="670028" y="191611"/>
                    <a:pt x="669590" y="191510"/>
                  </a:cubicBezTo>
                  <a:cubicBezTo>
                    <a:pt x="669153" y="191410"/>
                    <a:pt x="665451" y="189660"/>
                    <a:pt x="665114" y="189458"/>
                  </a:cubicBezTo>
                  <a:cubicBezTo>
                    <a:pt x="664778" y="189257"/>
                    <a:pt x="663061" y="187844"/>
                    <a:pt x="663061" y="187844"/>
                  </a:cubicBezTo>
                  <a:cubicBezTo>
                    <a:pt x="663061" y="187844"/>
                    <a:pt x="661009" y="186633"/>
                    <a:pt x="660571" y="186229"/>
                  </a:cubicBezTo>
                  <a:cubicBezTo>
                    <a:pt x="660134" y="185792"/>
                    <a:pt x="656869" y="182966"/>
                    <a:pt x="656869" y="182966"/>
                  </a:cubicBezTo>
                  <a:cubicBezTo>
                    <a:pt x="656869" y="182966"/>
                    <a:pt x="654682" y="180679"/>
                    <a:pt x="654379" y="179602"/>
                  </a:cubicBezTo>
                  <a:cubicBezTo>
                    <a:pt x="654042" y="178526"/>
                    <a:pt x="653941" y="178526"/>
                    <a:pt x="653941" y="178088"/>
                  </a:cubicBezTo>
                  <a:cubicBezTo>
                    <a:pt x="653941" y="177651"/>
                    <a:pt x="653605" y="175801"/>
                    <a:pt x="653605" y="175801"/>
                  </a:cubicBezTo>
                  <a:cubicBezTo>
                    <a:pt x="653605" y="175801"/>
                    <a:pt x="653840" y="173614"/>
                    <a:pt x="654379" y="173614"/>
                  </a:cubicBezTo>
                  <a:cubicBezTo>
                    <a:pt x="654917" y="173614"/>
                    <a:pt x="655153" y="173076"/>
                    <a:pt x="658619" y="172437"/>
                  </a:cubicBezTo>
                  <a:cubicBezTo>
                    <a:pt x="662086" y="171798"/>
                    <a:pt x="660134" y="171125"/>
                    <a:pt x="661884" y="170687"/>
                  </a:cubicBezTo>
                  <a:cubicBezTo>
                    <a:pt x="663634" y="170250"/>
                    <a:pt x="664071" y="170048"/>
                    <a:pt x="665485" y="169712"/>
                  </a:cubicBezTo>
                  <a:cubicBezTo>
                    <a:pt x="666898" y="169375"/>
                    <a:pt x="666898" y="167963"/>
                    <a:pt x="667100" y="166684"/>
                  </a:cubicBezTo>
                  <a:cubicBezTo>
                    <a:pt x="667302" y="165372"/>
                    <a:pt x="667538" y="162883"/>
                    <a:pt x="667538" y="161807"/>
                  </a:cubicBezTo>
                  <a:cubicBezTo>
                    <a:pt x="667538" y="160730"/>
                    <a:pt x="665485" y="159317"/>
                    <a:pt x="665485" y="159317"/>
                  </a:cubicBezTo>
                  <a:lnTo>
                    <a:pt x="663196" y="158779"/>
                  </a:lnTo>
                  <a:lnTo>
                    <a:pt x="661984" y="156391"/>
                  </a:lnTo>
                  <a:lnTo>
                    <a:pt x="664172" y="154540"/>
                  </a:lnTo>
                  <a:lnTo>
                    <a:pt x="664273" y="150739"/>
                  </a:lnTo>
                  <a:cubicBezTo>
                    <a:pt x="664273" y="150739"/>
                    <a:pt x="664071" y="146299"/>
                    <a:pt x="664071" y="145626"/>
                  </a:cubicBezTo>
                  <a:cubicBezTo>
                    <a:pt x="664071" y="144987"/>
                    <a:pt x="662759" y="142161"/>
                    <a:pt x="662759" y="142161"/>
                  </a:cubicBezTo>
                  <a:cubicBezTo>
                    <a:pt x="662759" y="142161"/>
                    <a:pt x="664374" y="137586"/>
                    <a:pt x="665047" y="137048"/>
                  </a:cubicBezTo>
                  <a:cubicBezTo>
                    <a:pt x="665687" y="136510"/>
                    <a:pt x="667437" y="135433"/>
                    <a:pt x="669624" y="135063"/>
                  </a:cubicBezTo>
                  <a:cubicBezTo>
                    <a:pt x="671812" y="134693"/>
                    <a:pt x="672014" y="133482"/>
                    <a:pt x="672990" y="133045"/>
                  </a:cubicBezTo>
                  <a:cubicBezTo>
                    <a:pt x="673966" y="132607"/>
                    <a:pt x="674504" y="131094"/>
                    <a:pt x="675177" y="130455"/>
                  </a:cubicBezTo>
                  <a:cubicBezTo>
                    <a:pt x="675816" y="129815"/>
                    <a:pt x="674538" y="127730"/>
                    <a:pt x="673764" y="126216"/>
                  </a:cubicBezTo>
                  <a:cubicBezTo>
                    <a:pt x="672990" y="124702"/>
                    <a:pt x="671475" y="125341"/>
                    <a:pt x="671475" y="125341"/>
                  </a:cubicBezTo>
                  <a:cubicBezTo>
                    <a:pt x="671475" y="125341"/>
                    <a:pt x="669086" y="125442"/>
                    <a:pt x="668009" y="125543"/>
                  </a:cubicBezTo>
                  <a:cubicBezTo>
                    <a:pt x="666932" y="125644"/>
                    <a:pt x="664206" y="125207"/>
                    <a:pt x="663230" y="125005"/>
                  </a:cubicBezTo>
                  <a:cubicBezTo>
                    <a:pt x="662254" y="124803"/>
                    <a:pt x="660840" y="123693"/>
                    <a:pt x="660302" y="123491"/>
                  </a:cubicBezTo>
                  <a:cubicBezTo>
                    <a:pt x="659763" y="123289"/>
                    <a:pt x="657811" y="122717"/>
                    <a:pt x="657037" y="122179"/>
                  </a:cubicBezTo>
                  <a:cubicBezTo>
                    <a:pt x="656263" y="121641"/>
                    <a:pt x="655388" y="120565"/>
                    <a:pt x="655388" y="120565"/>
                  </a:cubicBezTo>
                  <a:cubicBezTo>
                    <a:pt x="655388" y="120565"/>
                    <a:pt x="654311" y="117201"/>
                    <a:pt x="654076" y="116763"/>
                  </a:cubicBezTo>
                  <a:cubicBezTo>
                    <a:pt x="653874" y="116326"/>
                    <a:pt x="652763" y="113063"/>
                    <a:pt x="652225" y="111986"/>
                  </a:cubicBezTo>
                  <a:cubicBezTo>
                    <a:pt x="651686" y="110910"/>
                    <a:pt x="650037" y="107849"/>
                    <a:pt x="650037" y="107210"/>
                  </a:cubicBezTo>
                  <a:cubicBezTo>
                    <a:pt x="650037" y="106570"/>
                    <a:pt x="648388" y="102735"/>
                    <a:pt x="648186" y="101995"/>
                  </a:cubicBezTo>
                  <a:cubicBezTo>
                    <a:pt x="647984" y="101222"/>
                    <a:pt x="646672" y="98396"/>
                    <a:pt x="646537" y="96781"/>
                  </a:cubicBezTo>
                  <a:cubicBezTo>
                    <a:pt x="646436" y="95166"/>
                    <a:pt x="645898" y="94393"/>
                    <a:pt x="645898" y="93955"/>
                  </a:cubicBezTo>
                  <a:cubicBezTo>
                    <a:pt x="645898" y="93518"/>
                    <a:pt x="645359" y="92879"/>
                    <a:pt x="645258" y="92341"/>
                  </a:cubicBezTo>
                  <a:cubicBezTo>
                    <a:pt x="645157" y="91802"/>
                    <a:pt x="643205" y="89952"/>
                    <a:pt x="642970" y="89515"/>
                  </a:cubicBezTo>
                  <a:cubicBezTo>
                    <a:pt x="642768" y="89078"/>
                    <a:pt x="641119" y="88001"/>
                    <a:pt x="641119" y="88001"/>
                  </a:cubicBezTo>
                  <a:cubicBezTo>
                    <a:pt x="641119" y="88001"/>
                    <a:pt x="639066" y="86588"/>
                    <a:pt x="638729" y="86488"/>
                  </a:cubicBezTo>
                  <a:cubicBezTo>
                    <a:pt x="638393" y="86387"/>
                    <a:pt x="636542" y="85714"/>
                    <a:pt x="636542" y="85714"/>
                  </a:cubicBezTo>
                  <a:lnTo>
                    <a:pt x="634253" y="84940"/>
                  </a:lnTo>
                  <a:lnTo>
                    <a:pt x="632234" y="83124"/>
                  </a:lnTo>
                  <a:lnTo>
                    <a:pt x="628767" y="83124"/>
                  </a:lnTo>
                  <a:cubicBezTo>
                    <a:pt x="628767" y="83124"/>
                    <a:pt x="626916" y="83124"/>
                    <a:pt x="626479" y="83124"/>
                  </a:cubicBezTo>
                  <a:cubicBezTo>
                    <a:pt x="626041" y="83124"/>
                    <a:pt x="624426" y="83224"/>
                    <a:pt x="623989" y="83224"/>
                  </a:cubicBezTo>
                  <a:cubicBezTo>
                    <a:pt x="623551" y="83224"/>
                    <a:pt x="620926" y="83561"/>
                    <a:pt x="620286" y="83561"/>
                  </a:cubicBezTo>
                  <a:cubicBezTo>
                    <a:pt x="619647" y="83561"/>
                    <a:pt x="614094" y="83763"/>
                    <a:pt x="613657" y="83763"/>
                  </a:cubicBezTo>
                  <a:cubicBezTo>
                    <a:pt x="613219" y="83763"/>
                    <a:pt x="611906" y="83864"/>
                    <a:pt x="611906" y="83864"/>
                  </a:cubicBezTo>
                  <a:lnTo>
                    <a:pt x="609315" y="83426"/>
                  </a:lnTo>
                  <a:lnTo>
                    <a:pt x="605950" y="81912"/>
                  </a:lnTo>
                  <a:lnTo>
                    <a:pt x="600632" y="80836"/>
                  </a:lnTo>
                  <a:cubicBezTo>
                    <a:pt x="600632" y="80836"/>
                    <a:pt x="598882" y="79087"/>
                    <a:pt x="598243" y="78784"/>
                  </a:cubicBezTo>
                  <a:cubicBezTo>
                    <a:pt x="597570" y="78448"/>
                    <a:pt x="596728" y="78784"/>
                    <a:pt x="596728" y="78784"/>
                  </a:cubicBezTo>
                  <a:cubicBezTo>
                    <a:pt x="596728" y="78784"/>
                    <a:pt x="595752" y="79860"/>
                    <a:pt x="595752" y="80197"/>
                  </a:cubicBezTo>
                  <a:cubicBezTo>
                    <a:pt x="595752" y="80533"/>
                    <a:pt x="594002" y="81408"/>
                    <a:pt x="592690" y="81711"/>
                  </a:cubicBezTo>
                  <a:cubicBezTo>
                    <a:pt x="591377" y="82047"/>
                    <a:pt x="591512" y="81273"/>
                    <a:pt x="590738" y="80836"/>
                  </a:cubicBezTo>
                  <a:cubicBezTo>
                    <a:pt x="589964" y="80399"/>
                    <a:pt x="590738" y="80836"/>
                    <a:pt x="590738" y="80399"/>
                  </a:cubicBezTo>
                  <a:cubicBezTo>
                    <a:pt x="590738" y="79961"/>
                    <a:pt x="590940" y="79625"/>
                    <a:pt x="590940" y="79221"/>
                  </a:cubicBezTo>
                  <a:cubicBezTo>
                    <a:pt x="590940" y="78784"/>
                    <a:pt x="590166" y="77169"/>
                    <a:pt x="590166" y="77169"/>
                  </a:cubicBezTo>
                  <a:lnTo>
                    <a:pt x="588853" y="75656"/>
                  </a:lnTo>
                  <a:cubicBezTo>
                    <a:pt x="588853" y="75656"/>
                    <a:pt x="588517" y="74142"/>
                    <a:pt x="588651" y="73805"/>
                  </a:cubicBezTo>
                  <a:cubicBezTo>
                    <a:pt x="588752" y="73469"/>
                    <a:pt x="589190" y="72729"/>
                    <a:pt x="589190" y="72729"/>
                  </a:cubicBezTo>
                  <a:cubicBezTo>
                    <a:pt x="589190" y="72729"/>
                    <a:pt x="589526" y="71114"/>
                    <a:pt x="589627" y="70240"/>
                  </a:cubicBezTo>
                  <a:cubicBezTo>
                    <a:pt x="589728" y="69365"/>
                    <a:pt x="589627" y="67952"/>
                    <a:pt x="589392" y="67212"/>
                  </a:cubicBezTo>
                  <a:cubicBezTo>
                    <a:pt x="589190" y="66438"/>
                    <a:pt x="588618" y="65463"/>
                    <a:pt x="588618" y="65463"/>
                  </a:cubicBezTo>
                  <a:cubicBezTo>
                    <a:pt x="588618" y="65463"/>
                    <a:pt x="587742" y="65025"/>
                    <a:pt x="587204" y="64824"/>
                  </a:cubicBezTo>
                  <a:cubicBezTo>
                    <a:pt x="586666" y="64622"/>
                    <a:pt x="584478" y="64824"/>
                    <a:pt x="584478" y="64824"/>
                  </a:cubicBezTo>
                  <a:lnTo>
                    <a:pt x="582964" y="66035"/>
                  </a:lnTo>
                  <a:cubicBezTo>
                    <a:pt x="582964" y="66035"/>
                    <a:pt x="582627" y="67111"/>
                    <a:pt x="582324" y="67548"/>
                  </a:cubicBezTo>
                  <a:cubicBezTo>
                    <a:pt x="581988" y="67986"/>
                    <a:pt x="580574" y="69836"/>
                    <a:pt x="580574" y="69836"/>
                  </a:cubicBezTo>
                  <a:cubicBezTo>
                    <a:pt x="580574" y="69836"/>
                    <a:pt x="578925" y="70711"/>
                    <a:pt x="578286" y="71484"/>
                  </a:cubicBezTo>
                  <a:cubicBezTo>
                    <a:pt x="577646" y="72258"/>
                    <a:pt x="576973" y="72460"/>
                    <a:pt x="576199" y="72796"/>
                  </a:cubicBezTo>
                  <a:cubicBezTo>
                    <a:pt x="575425" y="73133"/>
                    <a:pt x="574247" y="72561"/>
                    <a:pt x="573911" y="72460"/>
                  </a:cubicBezTo>
                  <a:cubicBezTo>
                    <a:pt x="573574" y="72359"/>
                    <a:pt x="571420" y="70845"/>
                    <a:pt x="571420" y="70845"/>
                  </a:cubicBezTo>
                  <a:lnTo>
                    <a:pt x="569771" y="71383"/>
                  </a:lnTo>
                  <a:cubicBezTo>
                    <a:pt x="569771" y="71383"/>
                    <a:pt x="564554" y="72022"/>
                    <a:pt x="564117" y="72022"/>
                  </a:cubicBezTo>
                  <a:cubicBezTo>
                    <a:pt x="563680" y="72022"/>
                    <a:pt x="560853" y="70172"/>
                    <a:pt x="560853" y="70172"/>
                  </a:cubicBezTo>
                  <a:lnTo>
                    <a:pt x="556410" y="69533"/>
                  </a:lnTo>
                  <a:lnTo>
                    <a:pt x="556074" y="68221"/>
                  </a:lnTo>
                  <a:lnTo>
                    <a:pt x="556174" y="66707"/>
                  </a:lnTo>
                  <a:lnTo>
                    <a:pt x="556612" y="65530"/>
                  </a:lnTo>
                  <a:lnTo>
                    <a:pt x="556511" y="63242"/>
                  </a:lnTo>
                  <a:lnTo>
                    <a:pt x="556511" y="62368"/>
                  </a:lnTo>
                  <a:lnTo>
                    <a:pt x="556242" y="59643"/>
                  </a:lnTo>
                  <a:lnTo>
                    <a:pt x="556309" y="57793"/>
                  </a:lnTo>
                  <a:cubicBezTo>
                    <a:pt x="556309" y="57793"/>
                    <a:pt x="556410" y="56178"/>
                    <a:pt x="556410" y="55640"/>
                  </a:cubicBezTo>
                  <a:cubicBezTo>
                    <a:pt x="556410" y="55102"/>
                    <a:pt x="556174" y="53252"/>
                    <a:pt x="556174" y="53252"/>
                  </a:cubicBezTo>
                  <a:lnTo>
                    <a:pt x="554660" y="51839"/>
                  </a:lnTo>
                  <a:lnTo>
                    <a:pt x="552573" y="49349"/>
                  </a:lnTo>
                  <a:lnTo>
                    <a:pt x="551934" y="46961"/>
                  </a:lnTo>
                  <a:cubicBezTo>
                    <a:pt x="551934" y="46961"/>
                    <a:pt x="552708" y="45010"/>
                    <a:pt x="553011" y="44471"/>
                  </a:cubicBezTo>
                  <a:cubicBezTo>
                    <a:pt x="553348" y="43933"/>
                    <a:pt x="554862" y="41444"/>
                    <a:pt x="555737" y="40872"/>
                  </a:cubicBezTo>
                  <a:cubicBezTo>
                    <a:pt x="556612" y="40334"/>
                    <a:pt x="556612" y="38820"/>
                    <a:pt x="556814" y="38484"/>
                  </a:cubicBezTo>
                  <a:cubicBezTo>
                    <a:pt x="557050" y="38147"/>
                    <a:pt x="557790" y="36297"/>
                    <a:pt x="558025" y="34884"/>
                  </a:cubicBezTo>
                  <a:cubicBezTo>
                    <a:pt x="558228" y="33471"/>
                    <a:pt x="557824" y="32294"/>
                    <a:pt x="557824" y="31520"/>
                  </a:cubicBezTo>
                  <a:cubicBezTo>
                    <a:pt x="557824" y="30747"/>
                    <a:pt x="556612" y="29468"/>
                    <a:pt x="556612" y="29132"/>
                  </a:cubicBezTo>
                  <a:cubicBezTo>
                    <a:pt x="556612" y="28796"/>
                    <a:pt x="555973" y="27618"/>
                    <a:pt x="555838" y="27181"/>
                  </a:cubicBezTo>
                  <a:cubicBezTo>
                    <a:pt x="555737" y="26744"/>
                    <a:pt x="554660" y="25230"/>
                    <a:pt x="554324" y="25129"/>
                  </a:cubicBezTo>
                  <a:cubicBezTo>
                    <a:pt x="553987" y="25028"/>
                    <a:pt x="553011" y="25230"/>
                    <a:pt x="552136" y="25230"/>
                  </a:cubicBezTo>
                  <a:cubicBezTo>
                    <a:pt x="551261" y="25230"/>
                    <a:pt x="551059" y="25129"/>
                    <a:pt x="551059" y="25129"/>
                  </a:cubicBezTo>
                  <a:cubicBezTo>
                    <a:pt x="551059" y="25129"/>
                    <a:pt x="549444" y="24692"/>
                    <a:pt x="549309" y="24254"/>
                  </a:cubicBezTo>
                  <a:cubicBezTo>
                    <a:pt x="549208" y="23817"/>
                    <a:pt x="548670" y="21664"/>
                    <a:pt x="548670" y="21664"/>
                  </a:cubicBezTo>
                  <a:cubicBezTo>
                    <a:pt x="548670" y="21664"/>
                    <a:pt x="547155" y="22404"/>
                    <a:pt x="546819" y="22303"/>
                  </a:cubicBezTo>
                  <a:cubicBezTo>
                    <a:pt x="546482" y="22202"/>
                    <a:pt x="543790" y="21765"/>
                    <a:pt x="543790" y="21765"/>
                  </a:cubicBezTo>
                  <a:lnTo>
                    <a:pt x="542915" y="21328"/>
                  </a:lnTo>
                  <a:lnTo>
                    <a:pt x="541299" y="20453"/>
                  </a:lnTo>
                  <a:cubicBezTo>
                    <a:pt x="541299" y="20453"/>
                    <a:pt x="541198" y="19679"/>
                    <a:pt x="541299" y="18838"/>
                  </a:cubicBezTo>
                  <a:cubicBezTo>
                    <a:pt x="541400" y="17964"/>
                    <a:pt x="540862" y="16349"/>
                    <a:pt x="540862" y="16349"/>
                  </a:cubicBezTo>
                  <a:lnTo>
                    <a:pt x="540862" y="15037"/>
                  </a:lnTo>
                  <a:cubicBezTo>
                    <a:pt x="540862" y="15037"/>
                    <a:pt x="541030" y="13725"/>
                    <a:pt x="541030" y="13153"/>
                  </a:cubicBezTo>
                  <a:cubicBezTo>
                    <a:pt x="541030" y="12581"/>
                    <a:pt x="540559" y="11908"/>
                    <a:pt x="540189" y="11269"/>
                  </a:cubicBezTo>
                  <a:cubicBezTo>
                    <a:pt x="539818" y="10630"/>
                    <a:pt x="539179" y="10395"/>
                    <a:pt x="538674" y="9823"/>
                  </a:cubicBezTo>
                  <a:cubicBezTo>
                    <a:pt x="538169" y="9251"/>
                    <a:pt x="536587" y="8881"/>
                    <a:pt x="536083" y="8881"/>
                  </a:cubicBezTo>
                  <a:cubicBezTo>
                    <a:pt x="535578" y="8881"/>
                    <a:pt x="534333" y="9318"/>
                    <a:pt x="534333" y="9318"/>
                  </a:cubicBezTo>
                  <a:lnTo>
                    <a:pt x="533895" y="9890"/>
                  </a:lnTo>
                  <a:lnTo>
                    <a:pt x="533458" y="10899"/>
                  </a:lnTo>
                  <a:cubicBezTo>
                    <a:pt x="533458" y="10899"/>
                    <a:pt x="533222" y="11538"/>
                    <a:pt x="533222" y="11976"/>
                  </a:cubicBezTo>
                  <a:cubicBezTo>
                    <a:pt x="533222" y="12413"/>
                    <a:pt x="532785" y="12918"/>
                    <a:pt x="532785" y="12918"/>
                  </a:cubicBezTo>
                  <a:lnTo>
                    <a:pt x="532347" y="13927"/>
                  </a:lnTo>
                  <a:lnTo>
                    <a:pt x="531539" y="14869"/>
                  </a:lnTo>
                  <a:lnTo>
                    <a:pt x="530463" y="14936"/>
                  </a:lnTo>
                  <a:lnTo>
                    <a:pt x="529285" y="12413"/>
                  </a:lnTo>
                  <a:cubicBezTo>
                    <a:pt x="529285" y="12413"/>
                    <a:pt x="528847" y="11538"/>
                    <a:pt x="527972" y="10967"/>
                  </a:cubicBezTo>
                  <a:cubicBezTo>
                    <a:pt x="527097" y="10395"/>
                    <a:pt x="525717" y="10832"/>
                    <a:pt x="525212" y="10765"/>
                  </a:cubicBezTo>
                  <a:cubicBezTo>
                    <a:pt x="524708" y="10697"/>
                    <a:pt x="523631" y="10765"/>
                    <a:pt x="523025" y="10765"/>
                  </a:cubicBezTo>
                  <a:cubicBezTo>
                    <a:pt x="522453" y="10765"/>
                    <a:pt x="521578" y="11135"/>
                    <a:pt x="521275" y="11135"/>
                  </a:cubicBezTo>
                  <a:cubicBezTo>
                    <a:pt x="520972" y="11135"/>
                    <a:pt x="520467" y="11774"/>
                    <a:pt x="520198" y="11875"/>
                  </a:cubicBezTo>
                  <a:cubicBezTo>
                    <a:pt x="519895" y="11942"/>
                    <a:pt x="519188" y="12884"/>
                    <a:pt x="518751" y="13187"/>
                  </a:cubicBezTo>
                  <a:cubicBezTo>
                    <a:pt x="518313" y="13490"/>
                    <a:pt x="517169" y="14936"/>
                    <a:pt x="516799" y="15272"/>
                  </a:cubicBezTo>
                  <a:cubicBezTo>
                    <a:pt x="516428" y="15643"/>
                    <a:pt x="514847" y="17156"/>
                    <a:pt x="514274" y="17526"/>
                  </a:cubicBezTo>
                  <a:cubicBezTo>
                    <a:pt x="513702" y="17896"/>
                    <a:pt x="513265" y="18233"/>
                    <a:pt x="512760" y="18468"/>
                  </a:cubicBezTo>
                  <a:cubicBezTo>
                    <a:pt x="512255" y="18704"/>
                    <a:pt x="511313" y="19545"/>
                    <a:pt x="511010" y="19713"/>
                  </a:cubicBezTo>
                  <a:cubicBezTo>
                    <a:pt x="510707" y="19847"/>
                    <a:pt x="509496" y="21395"/>
                    <a:pt x="509496" y="21395"/>
                  </a:cubicBezTo>
                  <a:cubicBezTo>
                    <a:pt x="509496" y="21395"/>
                    <a:pt x="508688" y="22101"/>
                    <a:pt x="508486" y="22337"/>
                  </a:cubicBezTo>
                  <a:cubicBezTo>
                    <a:pt x="508284" y="22539"/>
                    <a:pt x="507544" y="23413"/>
                    <a:pt x="507342" y="23581"/>
                  </a:cubicBezTo>
                  <a:cubicBezTo>
                    <a:pt x="507106" y="23716"/>
                    <a:pt x="506601" y="24658"/>
                    <a:pt x="506601" y="24961"/>
                  </a:cubicBezTo>
                  <a:cubicBezTo>
                    <a:pt x="506601" y="25263"/>
                    <a:pt x="507173" y="25600"/>
                    <a:pt x="507611" y="25903"/>
                  </a:cubicBezTo>
                  <a:cubicBezTo>
                    <a:pt x="508048" y="26205"/>
                    <a:pt x="509125" y="26205"/>
                    <a:pt x="509563" y="26340"/>
                  </a:cubicBezTo>
                  <a:cubicBezTo>
                    <a:pt x="510000" y="26474"/>
                    <a:pt x="511380" y="27652"/>
                    <a:pt x="511818" y="27921"/>
                  </a:cubicBezTo>
                  <a:cubicBezTo>
                    <a:pt x="512255" y="28224"/>
                    <a:pt x="512827" y="29367"/>
                    <a:pt x="513063" y="29502"/>
                  </a:cubicBezTo>
                  <a:cubicBezTo>
                    <a:pt x="513265" y="29637"/>
                    <a:pt x="513366" y="32261"/>
                    <a:pt x="513366" y="32261"/>
                  </a:cubicBezTo>
                  <a:lnTo>
                    <a:pt x="513063" y="34010"/>
                  </a:lnTo>
                  <a:lnTo>
                    <a:pt x="511481" y="34514"/>
                  </a:lnTo>
                  <a:lnTo>
                    <a:pt x="509024" y="32563"/>
                  </a:lnTo>
                  <a:cubicBezTo>
                    <a:pt x="509024" y="32563"/>
                    <a:pt x="503572" y="30242"/>
                    <a:pt x="503000" y="30309"/>
                  </a:cubicBezTo>
                  <a:cubicBezTo>
                    <a:pt x="502428" y="30377"/>
                    <a:pt x="501048" y="30679"/>
                    <a:pt x="500106" y="30881"/>
                  </a:cubicBezTo>
                  <a:cubicBezTo>
                    <a:pt x="499164" y="31117"/>
                    <a:pt x="498289" y="31756"/>
                    <a:pt x="497851" y="31890"/>
                  </a:cubicBezTo>
                  <a:cubicBezTo>
                    <a:pt x="497414" y="32025"/>
                    <a:pt x="496269" y="32765"/>
                    <a:pt x="495967" y="32765"/>
                  </a:cubicBezTo>
                  <a:cubicBezTo>
                    <a:pt x="495664" y="32765"/>
                    <a:pt x="494216" y="33135"/>
                    <a:pt x="494216" y="33135"/>
                  </a:cubicBezTo>
                  <a:cubicBezTo>
                    <a:pt x="494216" y="33135"/>
                    <a:pt x="492534" y="31621"/>
                    <a:pt x="492332" y="31184"/>
                  </a:cubicBezTo>
                  <a:cubicBezTo>
                    <a:pt x="492130" y="30747"/>
                    <a:pt x="490245" y="30679"/>
                    <a:pt x="490245" y="30679"/>
                  </a:cubicBezTo>
                  <a:lnTo>
                    <a:pt x="487620" y="30814"/>
                  </a:lnTo>
                  <a:lnTo>
                    <a:pt x="486812" y="31251"/>
                  </a:lnTo>
                  <a:cubicBezTo>
                    <a:pt x="486812" y="31251"/>
                    <a:pt x="485500" y="32698"/>
                    <a:pt x="484860" y="33270"/>
                  </a:cubicBezTo>
                  <a:cubicBezTo>
                    <a:pt x="484221" y="33841"/>
                    <a:pt x="483783" y="34582"/>
                    <a:pt x="483279" y="34783"/>
                  </a:cubicBezTo>
                  <a:cubicBezTo>
                    <a:pt x="482774" y="35019"/>
                    <a:pt x="481327" y="36028"/>
                    <a:pt x="481327" y="36028"/>
                  </a:cubicBezTo>
                  <a:cubicBezTo>
                    <a:pt x="481327" y="36028"/>
                    <a:pt x="478634" y="37340"/>
                    <a:pt x="478432" y="37475"/>
                  </a:cubicBezTo>
                  <a:cubicBezTo>
                    <a:pt x="478231" y="37609"/>
                    <a:pt x="475605" y="38147"/>
                    <a:pt x="475605" y="38147"/>
                  </a:cubicBezTo>
                  <a:cubicBezTo>
                    <a:pt x="475605" y="38147"/>
                    <a:pt x="469514" y="38147"/>
                    <a:pt x="469211" y="38147"/>
                  </a:cubicBezTo>
                  <a:cubicBezTo>
                    <a:pt x="468908" y="38147"/>
                    <a:pt x="466687" y="39190"/>
                    <a:pt x="466687" y="39190"/>
                  </a:cubicBezTo>
                  <a:lnTo>
                    <a:pt x="465610" y="39594"/>
                  </a:lnTo>
                  <a:cubicBezTo>
                    <a:pt x="465610" y="39594"/>
                    <a:pt x="464870" y="40469"/>
                    <a:pt x="464870" y="40973"/>
                  </a:cubicBezTo>
                  <a:cubicBezTo>
                    <a:pt x="464870" y="41478"/>
                    <a:pt x="465374" y="41915"/>
                    <a:pt x="465374" y="41915"/>
                  </a:cubicBezTo>
                  <a:lnTo>
                    <a:pt x="467125" y="44303"/>
                  </a:lnTo>
                  <a:cubicBezTo>
                    <a:pt x="467125" y="44303"/>
                    <a:pt x="468942" y="46692"/>
                    <a:pt x="470086" y="47566"/>
                  </a:cubicBezTo>
                  <a:cubicBezTo>
                    <a:pt x="471230" y="48441"/>
                    <a:pt x="473115" y="49753"/>
                    <a:pt x="474730" y="50325"/>
                  </a:cubicBezTo>
                  <a:cubicBezTo>
                    <a:pt x="476312" y="50897"/>
                    <a:pt x="477928" y="52343"/>
                    <a:pt x="478937" y="53521"/>
                  </a:cubicBezTo>
                  <a:cubicBezTo>
                    <a:pt x="479947" y="54664"/>
                    <a:pt x="480082" y="57860"/>
                    <a:pt x="480250" y="58600"/>
                  </a:cubicBezTo>
                  <a:cubicBezTo>
                    <a:pt x="480384" y="59307"/>
                    <a:pt x="480250" y="63949"/>
                    <a:pt x="480250" y="63949"/>
                  </a:cubicBezTo>
                  <a:lnTo>
                    <a:pt x="479106" y="68288"/>
                  </a:lnTo>
                  <a:lnTo>
                    <a:pt x="477221" y="73200"/>
                  </a:lnTo>
                  <a:cubicBezTo>
                    <a:pt x="477221" y="73200"/>
                    <a:pt x="478231" y="76665"/>
                    <a:pt x="478231" y="77270"/>
                  </a:cubicBezTo>
                  <a:cubicBezTo>
                    <a:pt x="478231" y="77842"/>
                    <a:pt x="478231" y="80735"/>
                    <a:pt x="478231" y="80735"/>
                  </a:cubicBezTo>
                  <a:lnTo>
                    <a:pt x="479408" y="83191"/>
                  </a:lnTo>
                  <a:cubicBezTo>
                    <a:pt x="479408" y="83191"/>
                    <a:pt x="480283" y="84065"/>
                    <a:pt x="481428" y="84503"/>
                  </a:cubicBezTo>
                  <a:cubicBezTo>
                    <a:pt x="482572" y="84940"/>
                    <a:pt x="484053" y="86521"/>
                    <a:pt x="484053" y="86521"/>
                  </a:cubicBezTo>
                  <a:cubicBezTo>
                    <a:pt x="484053" y="86521"/>
                    <a:pt x="485500" y="87968"/>
                    <a:pt x="486947" y="88842"/>
                  </a:cubicBezTo>
                  <a:cubicBezTo>
                    <a:pt x="488394" y="89717"/>
                    <a:pt x="488663" y="91163"/>
                    <a:pt x="488663" y="91163"/>
                  </a:cubicBezTo>
                  <a:lnTo>
                    <a:pt x="488663" y="92307"/>
                  </a:lnTo>
                  <a:lnTo>
                    <a:pt x="488394" y="96344"/>
                  </a:lnTo>
                  <a:cubicBezTo>
                    <a:pt x="488394" y="96344"/>
                    <a:pt x="487822" y="99540"/>
                    <a:pt x="487519" y="100986"/>
                  </a:cubicBezTo>
                  <a:cubicBezTo>
                    <a:pt x="487216" y="102433"/>
                    <a:pt x="486947" y="103442"/>
                    <a:pt x="486947" y="104014"/>
                  </a:cubicBezTo>
                  <a:cubicBezTo>
                    <a:pt x="486947" y="104586"/>
                    <a:pt x="485500" y="106470"/>
                    <a:pt x="485500" y="106470"/>
                  </a:cubicBezTo>
                  <a:lnTo>
                    <a:pt x="480149" y="108219"/>
                  </a:lnTo>
                  <a:lnTo>
                    <a:pt x="478399" y="107781"/>
                  </a:lnTo>
                  <a:lnTo>
                    <a:pt x="474764" y="106470"/>
                  </a:lnTo>
                  <a:lnTo>
                    <a:pt x="472745" y="106738"/>
                  </a:lnTo>
                  <a:lnTo>
                    <a:pt x="469110" y="108488"/>
                  </a:lnTo>
                  <a:cubicBezTo>
                    <a:pt x="469110" y="108488"/>
                    <a:pt x="466081" y="109228"/>
                    <a:pt x="465475" y="109497"/>
                  </a:cubicBezTo>
                  <a:cubicBezTo>
                    <a:pt x="464870" y="109766"/>
                    <a:pt x="464163" y="111381"/>
                    <a:pt x="464163" y="111381"/>
                  </a:cubicBezTo>
                  <a:cubicBezTo>
                    <a:pt x="464163" y="111381"/>
                    <a:pt x="463422" y="113567"/>
                    <a:pt x="463422" y="114408"/>
                  </a:cubicBezTo>
                  <a:cubicBezTo>
                    <a:pt x="463422" y="115283"/>
                    <a:pt x="462850" y="116427"/>
                    <a:pt x="462850" y="116427"/>
                  </a:cubicBezTo>
                  <a:lnTo>
                    <a:pt x="461975" y="114408"/>
                  </a:lnTo>
                  <a:lnTo>
                    <a:pt x="459653" y="114980"/>
                  </a:lnTo>
                  <a:cubicBezTo>
                    <a:pt x="459653" y="114980"/>
                    <a:pt x="458341" y="115989"/>
                    <a:pt x="458341" y="116561"/>
                  </a:cubicBezTo>
                  <a:cubicBezTo>
                    <a:pt x="458341" y="117133"/>
                    <a:pt x="458206" y="118008"/>
                    <a:pt x="458206" y="118008"/>
                  </a:cubicBezTo>
                  <a:cubicBezTo>
                    <a:pt x="458206" y="118008"/>
                    <a:pt x="458947" y="119589"/>
                    <a:pt x="459350" y="119892"/>
                  </a:cubicBezTo>
                  <a:cubicBezTo>
                    <a:pt x="459788" y="120194"/>
                    <a:pt x="460797" y="122078"/>
                    <a:pt x="460797" y="122078"/>
                  </a:cubicBezTo>
                  <a:lnTo>
                    <a:pt x="462985" y="123525"/>
                  </a:lnTo>
                  <a:cubicBezTo>
                    <a:pt x="462985" y="123525"/>
                    <a:pt x="462413" y="124534"/>
                    <a:pt x="462413" y="125106"/>
                  </a:cubicBezTo>
                  <a:cubicBezTo>
                    <a:pt x="462413" y="125678"/>
                    <a:pt x="458509" y="125375"/>
                    <a:pt x="458071" y="124971"/>
                  </a:cubicBezTo>
                  <a:cubicBezTo>
                    <a:pt x="457634" y="124534"/>
                    <a:pt x="457196" y="123088"/>
                    <a:pt x="457196" y="123088"/>
                  </a:cubicBezTo>
                  <a:lnTo>
                    <a:pt x="454740" y="118008"/>
                  </a:lnTo>
                  <a:lnTo>
                    <a:pt x="452283" y="118008"/>
                  </a:lnTo>
                  <a:lnTo>
                    <a:pt x="450533" y="121035"/>
                  </a:lnTo>
                  <a:lnTo>
                    <a:pt x="449523" y="124938"/>
                  </a:lnTo>
                  <a:lnTo>
                    <a:pt x="446326" y="124635"/>
                  </a:lnTo>
                  <a:lnTo>
                    <a:pt x="445013" y="125779"/>
                  </a:lnTo>
                  <a:cubicBezTo>
                    <a:pt x="445013" y="125779"/>
                    <a:pt x="444138" y="127091"/>
                    <a:pt x="444004" y="127528"/>
                  </a:cubicBezTo>
                  <a:cubicBezTo>
                    <a:pt x="443869" y="127965"/>
                    <a:pt x="443263" y="128974"/>
                    <a:pt x="443129" y="129412"/>
                  </a:cubicBezTo>
                  <a:cubicBezTo>
                    <a:pt x="442994" y="129849"/>
                    <a:pt x="442388" y="130993"/>
                    <a:pt x="442388" y="130993"/>
                  </a:cubicBezTo>
                  <a:cubicBezTo>
                    <a:pt x="442388" y="130993"/>
                    <a:pt x="441816" y="132877"/>
                    <a:pt x="441379" y="133314"/>
                  </a:cubicBezTo>
                  <a:cubicBezTo>
                    <a:pt x="440941" y="133751"/>
                    <a:pt x="438922" y="135198"/>
                    <a:pt x="438922" y="135198"/>
                  </a:cubicBezTo>
                  <a:lnTo>
                    <a:pt x="432124" y="134626"/>
                  </a:lnTo>
                  <a:lnTo>
                    <a:pt x="428792" y="131598"/>
                  </a:lnTo>
                  <a:lnTo>
                    <a:pt x="427782" y="130589"/>
                  </a:lnTo>
                  <a:lnTo>
                    <a:pt x="425325" y="124938"/>
                  </a:lnTo>
                  <a:lnTo>
                    <a:pt x="422633" y="122146"/>
                  </a:lnTo>
                  <a:lnTo>
                    <a:pt x="424518" y="120800"/>
                  </a:lnTo>
                  <a:cubicBezTo>
                    <a:pt x="424518" y="120800"/>
                    <a:pt x="428321" y="118748"/>
                    <a:pt x="429398" y="118311"/>
                  </a:cubicBezTo>
                  <a:cubicBezTo>
                    <a:pt x="430475" y="117873"/>
                    <a:pt x="431888" y="117436"/>
                    <a:pt x="431888" y="117436"/>
                  </a:cubicBezTo>
                  <a:lnTo>
                    <a:pt x="433739" y="115821"/>
                  </a:lnTo>
                  <a:lnTo>
                    <a:pt x="434816" y="114408"/>
                  </a:lnTo>
                  <a:lnTo>
                    <a:pt x="435893" y="112558"/>
                  </a:lnTo>
                  <a:lnTo>
                    <a:pt x="436869" y="108118"/>
                  </a:lnTo>
                  <a:cubicBezTo>
                    <a:pt x="436869" y="108118"/>
                    <a:pt x="437845" y="105931"/>
                    <a:pt x="438182" y="105528"/>
                  </a:cubicBezTo>
                  <a:cubicBezTo>
                    <a:pt x="438518" y="105090"/>
                    <a:pt x="438182" y="101491"/>
                    <a:pt x="438182" y="101491"/>
                  </a:cubicBezTo>
                  <a:lnTo>
                    <a:pt x="438182" y="99742"/>
                  </a:lnTo>
                  <a:lnTo>
                    <a:pt x="438182" y="98329"/>
                  </a:lnTo>
                  <a:lnTo>
                    <a:pt x="436835" y="97151"/>
                  </a:lnTo>
                  <a:lnTo>
                    <a:pt x="434715" y="94527"/>
                  </a:lnTo>
                  <a:lnTo>
                    <a:pt x="434715" y="91063"/>
                  </a:lnTo>
                  <a:lnTo>
                    <a:pt x="434715" y="87598"/>
                  </a:lnTo>
                  <a:lnTo>
                    <a:pt x="434715" y="84133"/>
                  </a:lnTo>
                  <a:lnTo>
                    <a:pt x="434715" y="81105"/>
                  </a:lnTo>
                  <a:lnTo>
                    <a:pt x="433369" y="79255"/>
                  </a:lnTo>
                  <a:lnTo>
                    <a:pt x="432124" y="76328"/>
                  </a:lnTo>
                  <a:lnTo>
                    <a:pt x="430946" y="76328"/>
                  </a:lnTo>
                  <a:lnTo>
                    <a:pt x="428186" y="79255"/>
                  </a:lnTo>
                  <a:lnTo>
                    <a:pt x="426200" y="81139"/>
                  </a:lnTo>
                  <a:lnTo>
                    <a:pt x="425561" y="83426"/>
                  </a:lnTo>
                  <a:cubicBezTo>
                    <a:pt x="425561" y="83426"/>
                    <a:pt x="423676" y="86723"/>
                    <a:pt x="423474" y="86992"/>
                  </a:cubicBezTo>
                  <a:cubicBezTo>
                    <a:pt x="423273" y="87295"/>
                    <a:pt x="421624" y="89717"/>
                    <a:pt x="421624" y="89717"/>
                  </a:cubicBezTo>
                  <a:cubicBezTo>
                    <a:pt x="421624" y="89717"/>
                    <a:pt x="421287" y="90020"/>
                    <a:pt x="420782" y="90524"/>
                  </a:cubicBezTo>
                  <a:lnTo>
                    <a:pt x="419335" y="90827"/>
                  </a:lnTo>
                  <a:lnTo>
                    <a:pt x="422599" y="92307"/>
                  </a:lnTo>
                  <a:lnTo>
                    <a:pt x="422599" y="94595"/>
                  </a:lnTo>
                  <a:lnTo>
                    <a:pt x="421287" y="96546"/>
                  </a:lnTo>
                  <a:lnTo>
                    <a:pt x="416710" y="98497"/>
                  </a:lnTo>
                  <a:lnTo>
                    <a:pt x="413244" y="100986"/>
                  </a:lnTo>
                  <a:lnTo>
                    <a:pt x="411628" y="102063"/>
                  </a:lnTo>
                  <a:lnTo>
                    <a:pt x="410316" y="105090"/>
                  </a:lnTo>
                  <a:lnTo>
                    <a:pt x="409340" y="108992"/>
                  </a:lnTo>
                  <a:lnTo>
                    <a:pt x="411191" y="113231"/>
                  </a:lnTo>
                  <a:cubicBezTo>
                    <a:pt x="411191" y="113231"/>
                    <a:pt x="414354" y="115317"/>
                    <a:pt x="414657" y="115619"/>
                  </a:cubicBezTo>
                  <a:cubicBezTo>
                    <a:pt x="414993" y="115956"/>
                    <a:pt x="417383" y="119522"/>
                    <a:pt x="417383" y="119522"/>
                  </a:cubicBezTo>
                  <a:lnTo>
                    <a:pt x="417383" y="120598"/>
                  </a:lnTo>
                  <a:lnTo>
                    <a:pt x="415970" y="122011"/>
                  </a:lnTo>
                  <a:cubicBezTo>
                    <a:pt x="415970" y="122011"/>
                    <a:pt x="412806" y="125038"/>
                    <a:pt x="412369" y="125173"/>
                  </a:cubicBezTo>
                  <a:cubicBezTo>
                    <a:pt x="411931" y="125274"/>
                    <a:pt x="409441" y="127360"/>
                    <a:pt x="409340" y="127561"/>
                  </a:cubicBezTo>
                  <a:cubicBezTo>
                    <a:pt x="409239" y="127763"/>
                    <a:pt x="407825" y="130387"/>
                    <a:pt x="407590" y="130925"/>
                  </a:cubicBezTo>
                  <a:cubicBezTo>
                    <a:pt x="407354" y="131464"/>
                    <a:pt x="406075" y="132137"/>
                    <a:pt x="406075" y="132137"/>
                  </a:cubicBezTo>
                  <a:cubicBezTo>
                    <a:pt x="406075" y="132137"/>
                    <a:pt x="402912" y="133112"/>
                    <a:pt x="400522" y="132137"/>
                  </a:cubicBezTo>
                  <a:cubicBezTo>
                    <a:pt x="398133" y="131161"/>
                    <a:pt x="395844" y="131161"/>
                    <a:pt x="395407" y="129849"/>
                  </a:cubicBezTo>
                  <a:cubicBezTo>
                    <a:pt x="394969" y="128537"/>
                    <a:pt x="394969" y="127023"/>
                    <a:pt x="394330" y="125711"/>
                  </a:cubicBezTo>
                  <a:cubicBezTo>
                    <a:pt x="393690" y="124399"/>
                    <a:pt x="394666" y="123962"/>
                    <a:pt x="393354" y="122684"/>
                  </a:cubicBezTo>
                  <a:cubicBezTo>
                    <a:pt x="392041" y="121372"/>
                    <a:pt x="391301" y="120060"/>
                    <a:pt x="391301" y="120060"/>
                  </a:cubicBezTo>
                  <a:lnTo>
                    <a:pt x="388911" y="119959"/>
                  </a:lnTo>
                  <a:lnTo>
                    <a:pt x="386724" y="120834"/>
                  </a:lnTo>
                  <a:lnTo>
                    <a:pt x="385209" y="122886"/>
                  </a:lnTo>
                  <a:lnTo>
                    <a:pt x="384570" y="125711"/>
                  </a:lnTo>
                  <a:lnTo>
                    <a:pt x="383594" y="126788"/>
                  </a:lnTo>
                  <a:lnTo>
                    <a:pt x="380329" y="126889"/>
                  </a:lnTo>
                  <a:cubicBezTo>
                    <a:pt x="380329" y="126889"/>
                    <a:pt x="378815" y="126250"/>
                    <a:pt x="377940" y="126014"/>
                  </a:cubicBezTo>
                  <a:cubicBezTo>
                    <a:pt x="377065" y="125812"/>
                    <a:pt x="375752" y="124938"/>
                    <a:pt x="375752" y="124938"/>
                  </a:cubicBezTo>
                  <a:lnTo>
                    <a:pt x="373060" y="124938"/>
                  </a:lnTo>
                  <a:cubicBezTo>
                    <a:pt x="373060" y="124938"/>
                    <a:pt x="372421" y="124063"/>
                    <a:pt x="371411" y="124063"/>
                  </a:cubicBezTo>
                  <a:cubicBezTo>
                    <a:pt x="370435" y="124063"/>
                    <a:pt x="367507" y="124164"/>
                    <a:pt x="367507" y="124164"/>
                  </a:cubicBezTo>
                  <a:lnTo>
                    <a:pt x="365118" y="124803"/>
                  </a:lnTo>
                  <a:cubicBezTo>
                    <a:pt x="365118" y="124803"/>
                    <a:pt x="363805" y="126115"/>
                    <a:pt x="363367" y="126754"/>
                  </a:cubicBezTo>
                  <a:cubicBezTo>
                    <a:pt x="362930" y="127393"/>
                    <a:pt x="361180" y="129344"/>
                    <a:pt x="361180" y="129344"/>
                  </a:cubicBezTo>
                  <a:lnTo>
                    <a:pt x="359329" y="132507"/>
                  </a:lnTo>
                  <a:cubicBezTo>
                    <a:pt x="359329" y="132507"/>
                    <a:pt x="357814" y="135130"/>
                    <a:pt x="357579" y="135669"/>
                  </a:cubicBezTo>
                  <a:cubicBezTo>
                    <a:pt x="357377" y="136207"/>
                    <a:pt x="355728" y="140681"/>
                    <a:pt x="355728" y="140681"/>
                  </a:cubicBezTo>
                  <a:lnTo>
                    <a:pt x="354853" y="146871"/>
                  </a:lnTo>
                  <a:lnTo>
                    <a:pt x="354314" y="151210"/>
                  </a:lnTo>
                  <a:lnTo>
                    <a:pt x="355189" y="155213"/>
                  </a:lnTo>
                  <a:lnTo>
                    <a:pt x="357781" y="157938"/>
                  </a:lnTo>
                  <a:lnTo>
                    <a:pt x="360372" y="160528"/>
                  </a:lnTo>
                  <a:lnTo>
                    <a:pt x="362661" y="161302"/>
                  </a:lnTo>
                  <a:lnTo>
                    <a:pt x="367440" y="165978"/>
                  </a:lnTo>
                  <a:lnTo>
                    <a:pt x="366363" y="168266"/>
                  </a:lnTo>
                  <a:lnTo>
                    <a:pt x="366901" y="170990"/>
                  </a:lnTo>
                  <a:lnTo>
                    <a:pt x="366800" y="173580"/>
                  </a:lnTo>
                  <a:lnTo>
                    <a:pt x="365824" y="175868"/>
                  </a:lnTo>
                  <a:lnTo>
                    <a:pt x="362358" y="178694"/>
                  </a:lnTo>
                  <a:lnTo>
                    <a:pt x="357242" y="180107"/>
                  </a:lnTo>
                  <a:cubicBezTo>
                    <a:pt x="357242" y="180107"/>
                    <a:pt x="355930" y="179568"/>
                    <a:pt x="355627" y="180107"/>
                  </a:cubicBezTo>
                  <a:cubicBezTo>
                    <a:pt x="355290" y="180645"/>
                    <a:pt x="352800" y="180880"/>
                    <a:pt x="352800" y="180880"/>
                  </a:cubicBezTo>
                  <a:lnTo>
                    <a:pt x="351050" y="179568"/>
                  </a:lnTo>
                  <a:lnTo>
                    <a:pt x="349737" y="179333"/>
                  </a:lnTo>
                  <a:lnTo>
                    <a:pt x="347247" y="180847"/>
                  </a:lnTo>
                  <a:cubicBezTo>
                    <a:pt x="347247" y="180847"/>
                    <a:pt x="345194" y="183134"/>
                    <a:pt x="344622" y="183437"/>
                  </a:cubicBezTo>
                  <a:cubicBezTo>
                    <a:pt x="344083" y="183773"/>
                    <a:pt x="342333" y="184311"/>
                    <a:pt x="342131" y="184648"/>
                  </a:cubicBezTo>
                  <a:cubicBezTo>
                    <a:pt x="341929" y="184984"/>
                    <a:pt x="338328" y="185623"/>
                    <a:pt x="337992" y="185724"/>
                  </a:cubicBezTo>
                  <a:cubicBezTo>
                    <a:pt x="337655" y="185825"/>
                    <a:pt x="337218" y="186263"/>
                    <a:pt x="334963" y="185724"/>
                  </a:cubicBezTo>
                  <a:cubicBezTo>
                    <a:pt x="332674" y="185186"/>
                    <a:pt x="330722" y="184951"/>
                    <a:pt x="329208" y="183773"/>
                  </a:cubicBezTo>
                  <a:cubicBezTo>
                    <a:pt x="327694" y="182562"/>
                    <a:pt x="324530" y="179871"/>
                    <a:pt x="324530" y="179871"/>
                  </a:cubicBezTo>
                  <a:lnTo>
                    <a:pt x="321939" y="178256"/>
                  </a:lnTo>
                  <a:lnTo>
                    <a:pt x="318237" y="178357"/>
                  </a:lnTo>
                  <a:lnTo>
                    <a:pt x="313761" y="179804"/>
                  </a:lnTo>
                  <a:lnTo>
                    <a:pt x="312179" y="183134"/>
                  </a:lnTo>
                  <a:lnTo>
                    <a:pt x="308409" y="184715"/>
                  </a:lnTo>
                  <a:lnTo>
                    <a:pt x="306390" y="189627"/>
                  </a:lnTo>
                  <a:lnTo>
                    <a:pt x="306087" y="193832"/>
                  </a:lnTo>
                  <a:lnTo>
                    <a:pt x="306087" y="196994"/>
                  </a:lnTo>
                  <a:lnTo>
                    <a:pt x="304337" y="200459"/>
                  </a:lnTo>
                  <a:lnTo>
                    <a:pt x="301308" y="204226"/>
                  </a:lnTo>
                  <a:cubicBezTo>
                    <a:pt x="301308" y="204226"/>
                    <a:pt x="299727" y="204798"/>
                    <a:pt x="297977" y="204798"/>
                  </a:cubicBezTo>
                  <a:cubicBezTo>
                    <a:pt x="296227" y="204798"/>
                    <a:pt x="293635" y="205235"/>
                    <a:pt x="293198" y="204798"/>
                  </a:cubicBezTo>
                  <a:cubicBezTo>
                    <a:pt x="292760" y="204361"/>
                    <a:pt x="289294" y="203217"/>
                    <a:pt x="288856" y="202780"/>
                  </a:cubicBezTo>
                  <a:cubicBezTo>
                    <a:pt x="288419" y="202342"/>
                    <a:pt x="286669" y="200324"/>
                    <a:pt x="286669" y="200324"/>
                  </a:cubicBezTo>
                  <a:lnTo>
                    <a:pt x="287409" y="198743"/>
                  </a:lnTo>
                  <a:lnTo>
                    <a:pt x="291178" y="196725"/>
                  </a:lnTo>
                  <a:cubicBezTo>
                    <a:pt x="291178" y="196725"/>
                    <a:pt x="293198" y="194134"/>
                    <a:pt x="293770" y="193966"/>
                  </a:cubicBezTo>
                  <a:cubicBezTo>
                    <a:pt x="294342" y="193832"/>
                    <a:pt x="295520" y="191510"/>
                    <a:pt x="296227" y="190939"/>
                  </a:cubicBezTo>
                  <a:cubicBezTo>
                    <a:pt x="296933" y="190367"/>
                    <a:pt x="297808" y="189357"/>
                    <a:pt x="297977" y="188752"/>
                  </a:cubicBezTo>
                  <a:cubicBezTo>
                    <a:pt x="298111" y="188180"/>
                    <a:pt x="299424" y="185724"/>
                    <a:pt x="299424" y="185724"/>
                  </a:cubicBezTo>
                  <a:cubicBezTo>
                    <a:pt x="299424" y="185724"/>
                    <a:pt x="299727" y="184581"/>
                    <a:pt x="299424" y="183706"/>
                  </a:cubicBezTo>
                  <a:cubicBezTo>
                    <a:pt x="299121" y="182831"/>
                    <a:pt x="298986" y="180813"/>
                    <a:pt x="298852" y="180376"/>
                  </a:cubicBezTo>
                  <a:cubicBezTo>
                    <a:pt x="298717" y="179938"/>
                    <a:pt x="294948" y="175162"/>
                    <a:pt x="294948" y="174590"/>
                  </a:cubicBezTo>
                  <a:cubicBezTo>
                    <a:pt x="294948" y="174018"/>
                    <a:pt x="294207" y="171831"/>
                    <a:pt x="293803" y="170822"/>
                  </a:cubicBezTo>
                  <a:cubicBezTo>
                    <a:pt x="293366" y="169813"/>
                    <a:pt x="291919" y="167795"/>
                    <a:pt x="291212" y="167357"/>
                  </a:cubicBezTo>
                  <a:cubicBezTo>
                    <a:pt x="290472" y="166920"/>
                    <a:pt x="288318" y="166651"/>
                    <a:pt x="288183" y="167223"/>
                  </a:cubicBezTo>
                  <a:cubicBezTo>
                    <a:pt x="288048" y="167795"/>
                    <a:pt x="289193" y="168097"/>
                    <a:pt x="286736" y="168232"/>
                  </a:cubicBezTo>
                  <a:cubicBezTo>
                    <a:pt x="284279" y="168366"/>
                    <a:pt x="283707" y="169241"/>
                    <a:pt x="283707" y="169241"/>
                  </a:cubicBezTo>
                  <a:cubicBezTo>
                    <a:pt x="283707" y="169241"/>
                    <a:pt x="285019" y="169813"/>
                    <a:pt x="282967" y="169375"/>
                  </a:cubicBezTo>
                  <a:cubicBezTo>
                    <a:pt x="280947" y="168938"/>
                    <a:pt x="277178" y="167492"/>
                    <a:pt x="277178" y="167492"/>
                  </a:cubicBezTo>
                  <a:lnTo>
                    <a:pt x="275159" y="165743"/>
                  </a:lnTo>
                  <a:cubicBezTo>
                    <a:pt x="275159" y="165743"/>
                    <a:pt x="273577" y="167054"/>
                    <a:pt x="272702" y="167626"/>
                  </a:cubicBezTo>
                  <a:cubicBezTo>
                    <a:pt x="271827" y="168198"/>
                    <a:pt x="270817" y="171259"/>
                    <a:pt x="270817" y="171259"/>
                  </a:cubicBezTo>
                  <a:lnTo>
                    <a:pt x="269640" y="172706"/>
                  </a:lnTo>
                  <a:lnTo>
                    <a:pt x="269640" y="174455"/>
                  </a:lnTo>
                  <a:cubicBezTo>
                    <a:pt x="269640" y="174455"/>
                    <a:pt x="268899" y="177483"/>
                    <a:pt x="268495" y="177920"/>
                  </a:cubicBezTo>
                  <a:cubicBezTo>
                    <a:pt x="268058" y="178357"/>
                    <a:pt x="265904" y="178929"/>
                    <a:pt x="265904" y="178929"/>
                  </a:cubicBezTo>
                  <a:lnTo>
                    <a:pt x="262269" y="177785"/>
                  </a:lnTo>
                  <a:cubicBezTo>
                    <a:pt x="262269" y="177785"/>
                    <a:pt x="260957" y="176911"/>
                    <a:pt x="260519" y="176474"/>
                  </a:cubicBezTo>
                  <a:cubicBezTo>
                    <a:pt x="260082" y="176036"/>
                    <a:pt x="258197" y="173446"/>
                    <a:pt x="258062" y="173009"/>
                  </a:cubicBezTo>
                  <a:cubicBezTo>
                    <a:pt x="257928" y="172571"/>
                    <a:pt x="258062" y="171865"/>
                    <a:pt x="258062" y="170687"/>
                  </a:cubicBezTo>
                  <a:cubicBezTo>
                    <a:pt x="258062" y="169544"/>
                    <a:pt x="258197" y="168501"/>
                    <a:pt x="259072" y="166651"/>
                  </a:cubicBezTo>
                  <a:cubicBezTo>
                    <a:pt x="259947" y="164767"/>
                    <a:pt x="260519" y="163623"/>
                    <a:pt x="260654" y="163186"/>
                  </a:cubicBezTo>
                  <a:cubicBezTo>
                    <a:pt x="260788" y="162749"/>
                    <a:pt x="261529" y="157534"/>
                    <a:pt x="260788" y="156391"/>
                  </a:cubicBezTo>
                  <a:cubicBezTo>
                    <a:pt x="260048" y="155247"/>
                    <a:pt x="261932" y="155516"/>
                    <a:pt x="258904" y="153330"/>
                  </a:cubicBezTo>
                  <a:cubicBezTo>
                    <a:pt x="255875" y="151143"/>
                    <a:pt x="253115" y="148990"/>
                    <a:pt x="253115" y="148990"/>
                  </a:cubicBezTo>
                  <a:lnTo>
                    <a:pt x="253687" y="146400"/>
                  </a:lnTo>
                  <a:lnTo>
                    <a:pt x="256884" y="143204"/>
                  </a:lnTo>
                  <a:lnTo>
                    <a:pt x="255303" y="142026"/>
                  </a:lnTo>
                  <a:cubicBezTo>
                    <a:pt x="255303" y="142026"/>
                    <a:pt x="253115" y="142464"/>
                    <a:pt x="252543" y="142464"/>
                  </a:cubicBezTo>
                  <a:cubicBezTo>
                    <a:pt x="251971" y="142464"/>
                    <a:pt x="249514" y="143776"/>
                    <a:pt x="249514" y="143776"/>
                  </a:cubicBezTo>
                  <a:lnTo>
                    <a:pt x="247932" y="146669"/>
                  </a:lnTo>
                  <a:lnTo>
                    <a:pt x="246788" y="148553"/>
                  </a:lnTo>
                  <a:lnTo>
                    <a:pt x="245475" y="150302"/>
                  </a:lnTo>
                  <a:cubicBezTo>
                    <a:pt x="245475" y="150302"/>
                    <a:pt x="243288" y="149999"/>
                    <a:pt x="242716" y="150167"/>
                  </a:cubicBezTo>
                  <a:cubicBezTo>
                    <a:pt x="242144" y="150302"/>
                    <a:pt x="237499" y="150739"/>
                    <a:pt x="237499" y="150739"/>
                  </a:cubicBezTo>
                  <a:lnTo>
                    <a:pt x="235749" y="151883"/>
                  </a:lnTo>
                  <a:cubicBezTo>
                    <a:pt x="235749" y="151883"/>
                    <a:pt x="234874" y="155651"/>
                    <a:pt x="234874" y="156222"/>
                  </a:cubicBezTo>
                  <a:cubicBezTo>
                    <a:pt x="234874" y="156794"/>
                    <a:pt x="234874" y="160562"/>
                    <a:pt x="234874" y="160562"/>
                  </a:cubicBezTo>
                  <a:cubicBezTo>
                    <a:pt x="234874" y="160562"/>
                    <a:pt x="234134" y="164330"/>
                    <a:pt x="234874" y="164902"/>
                  </a:cubicBezTo>
                  <a:cubicBezTo>
                    <a:pt x="235615" y="165473"/>
                    <a:pt x="235615" y="166920"/>
                    <a:pt x="235615" y="166920"/>
                  </a:cubicBezTo>
                  <a:lnTo>
                    <a:pt x="235480" y="168064"/>
                  </a:lnTo>
                  <a:lnTo>
                    <a:pt x="235177" y="169073"/>
                  </a:lnTo>
                  <a:lnTo>
                    <a:pt x="233158" y="168636"/>
                  </a:lnTo>
                  <a:cubicBezTo>
                    <a:pt x="233158" y="168636"/>
                    <a:pt x="232148" y="168266"/>
                    <a:pt x="231845" y="168266"/>
                  </a:cubicBezTo>
                  <a:cubicBezTo>
                    <a:pt x="231543" y="168266"/>
                    <a:pt x="230600" y="169275"/>
                    <a:pt x="230600" y="169510"/>
                  </a:cubicBezTo>
                  <a:cubicBezTo>
                    <a:pt x="230600" y="169712"/>
                    <a:pt x="230163" y="170822"/>
                    <a:pt x="230163" y="170822"/>
                  </a:cubicBezTo>
                  <a:cubicBezTo>
                    <a:pt x="230163" y="170822"/>
                    <a:pt x="230364" y="171461"/>
                    <a:pt x="229658" y="171461"/>
                  </a:cubicBezTo>
                  <a:cubicBezTo>
                    <a:pt x="228917" y="171461"/>
                    <a:pt x="227638" y="171831"/>
                    <a:pt x="227134" y="171461"/>
                  </a:cubicBezTo>
                  <a:cubicBezTo>
                    <a:pt x="226629" y="171091"/>
                    <a:pt x="226696" y="171158"/>
                    <a:pt x="225889" y="170385"/>
                  </a:cubicBezTo>
                  <a:cubicBezTo>
                    <a:pt x="225081" y="169577"/>
                    <a:pt x="224744" y="169746"/>
                    <a:pt x="224239" y="168871"/>
                  </a:cubicBezTo>
                  <a:cubicBezTo>
                    <a:pt x="223735" y="167996"/>
                    <a:pt x="223230" y="167054"/>
                    <a:pt x="222860" y="166752"/>
                  </a:cubicBezTo>
                  <a:cubicBezTo>
                    <a:pt x="222489" y="166449"/>
                    <a:pt x="221985" y="165877"/>
                    <a:pt x="221985" y="165877"/>
                  </a:cubicBezTo>
                  <a:cubicBezTo>
                    <a:pt x="221985" y="165877"/>
                    <a:pt x="221177" y="164296"/>
                    <a:pt x="221177" y="163993"/>
                  </a:cubicBezTo>
                  <a:cubicBezTo>
                    <a:pt x="221177" y="163690"/>
                    <a:pt x="221547" y="161975"/>
                    <a:pt x="221177" y="161672"/>
                  </a:cubicBezTo>
                  <a:cubicBezTo>
                    <a:pt x="220807" y="161369"/>
                    <a:pt x="220874" y="161302"/>
                    <a:pt x="220167" y="160865"/>
                  </a:cubicBezTo>
                  <a:cubicBezTo>
                    <a:pt x="219460" y="160427"/>
                    <a:pt x="217980" y="159048"/>
                    <a:pt x="217710" y="158981"/>
                  </a:cubicBezTo>
                  <a:cubicBezTo>
                    <a:pt x="217408" y="158914"/>
                    <a:pt x="216768" y="158678"/>
                    <a:pt x="216331" y="158779"/>
                  </a:cubicBezTo>
                  <a:cubicBezTo>
                    <a:pt x="215893" y="158846"/>
                    <a:pt x="215456" y="158981"/>
                    <a:pt x="215186" y="159721"/>
                  </a:cubicBezTo>
                  <a:cubicBezTo>
                    <a:pt x="214883" y="160427"/>
                    <a:pt x="214984" y="160865"/>
                    <a:pt x="214244" y="161538"/>
                  </a:cubicBezTo>
                  <a:cubicBezTo>
                    <a:pt x="213503" y="162177"/>
                    <a:pt x="213672" y="162917"/>
                    <a:pt x="213302" y="163421"/>
                  </a:cubicBezTo>
                  <a:cubicBezTo>
                    <a:pt x="212931" y="163926"/>
                    <a:pt x="212359" y="165675"/>
                    <a:pt x="211787" y="165877"/>
                  </a:cubicBezTo>
                  <a:cubicBezTo>
                    <a:pt x="211215" y="166079"/>
                    <a:pt x="211350" y="167122"/>
                    <a:pt x="210037" y="165877"/>
                  </a:cubicBezTo>
                  <a:cubicBezTo>
                    <a:pt x="208725" y="164632"/>
                    <a:pt x="207513" y="163354"/>
                    <a:pt x="207513" y="163354"/>
                  </a:cubicBezTo>
                  <a:lnTo>
                    <a:pt x="204383" y="161470"/>
                  </a:lnTo>
                  <a:cubicBezTo>
                    <a:pt x="204383" y="161470"/>
                    <a:pt x="201994" y="160461"/>
                    <a:pt x="201354" y="160091"/>
                  </a:cubicBezTo>
                  <a:cubicBezTo>
                    <a:pt x="200715" y="159721"/>
                    <a:pt x="198662" y="158712"/>
                    <a:pt x="198090" y="158005"/>
                  </a:cubicBezTo>
                  <a:cubicBezTo>
                    <a:pt x="197518" y="157265"/>
                    <a:pt x="195195" y="155381"/>
                    <a:pt x="194758" y="154675"/>
                  </a:cubicBezTo>
                  <a:cubicBezTo>
                    <a:pt x="194321" y="153935"/>
                    <a:pt x="192941" y="151849"/>
                    <a:pt x="192873" y="151648"/>
                  </a:cubicBezTo>
                  <a:cubicBezTo>
                    <a:pt x="192806" y="151446"/>
                    <a:pt x="191628" y="149898"/>
                    <a:pt x="191628" y="149629"/>
                  </a:cubicBezTo>
                  <a:cubicBezTo>
                    <a:pt x="191628" y="149326"/>
                    <a:pt x="191493" y="149125"/>
                    <a:pt x="191628" y="148115"/>
                  </a:cubicBezTo>
                  <a:cubicBezTo>
                    <a:pt x="191763" y="147106"/>
                    <a:pt x="191493" y="146097"/>
                    <a:pt x="191561" y="145794"/>
                  </a:cubicBezTo>
                  <a:cubicBezTo>
                    <a:pt x="191628" y="145491"/>
                    <a:pt x="190114" y="144348"/>
                    <a:pt x="189609" y="144280"/>
                  </a:cubicBezTo>
                  <a:cubicBezTo>
                    <a:pt x="189104" y="144213"/>
                    <a:pt x="188162" y="143204"/>
                    <a:pt x="186412" y="142094"/>
                  </a:cubicBezTo>
                  <a:cubicBezTo>
                    <a:pt x="184662" y="141017"/>
                    <a:pt x="182340" y="136140"/>
                    <a:pt x="182340" y="136140"/>
                  </a:cubicBezTo>
                  <a:lnTo>
                    <a:pt x="181397" y="130993"/>
                  </a:lnTo>
                  <a:lnTo>
                    <a:pt x="175306" y="124702"/>
                  </a:lnTo>
                  <a:lnTo>
                    <a:pt x="171402" y="121002"/>
                  </a:lnTo>
                  <a:lnTo>
                    <a:pt x="164233" y="117974"/>
                  </a:lnTo>
                  <a:lnTo>
                    <a:pt x="159892" y="116898"/>
                  </a:lnTo>
                  <a:cubicBezTo>
                    <a:pt x="159892" y="116898"/>
                    <a:pt x="158377" y="115148"/>
                    <a:pt x="157267" y="115148"/>
                  </a:cubicBezTo>
                  <a:cubicBezTo>
                    <a:pt x="156190" y="115148"/>
                    <a:pt x="153565" y="113197"/>
                    <a:pt x="153565" y="113197"/>
                  </a:cubicBezTo>
                  <a:cubicBezTo>
                    <a:pt x="153565" y="113197"/>
                    <a:pt x="152252" y="111684"/>
                    <a:pt x="151613" y="111246"/>
                  </a:cubicBezTo>
                  <a:cubicBezTo>
                    <a:pt x="150973" y="110809"/>
                    <a:pt x="150300" y="109934"/>
                    <a:pt x="148988" y="109497"/>
                  </a:cubicBezTo>
                  <a:cubicBezTo>
                    <a:pt x="147675" y="109060"/>
                    <a:pt x="145286" y="107748"/>
                    <a:pt x="145286" y="107748"/>
                  </a:cubicBezTo>
                  <a:cubicBezTo>
                    <a:pt x="145286" y="107748"/>
                    <a:pt x="144848" y="105359"/>
                    <a:pt x="145286" y="104720"/>
                  </a:cubicBezTo>
                  <a:cubicBezTo>
                    <a:pt x="145723" y="104081"/>
                    <a:pt x="146800" y="105158"/>
                    <a:pt x="146161" y="102971"/>
                  </a:cubicBezTo>
                  <a:cubicBezTo>
                    <a:pt x="145521" y="100784"/>
                    <a:pt x="144411" y="99069"/>
                    <a:pt x="143771" y="98631"/>
                  </a:cubicBezTo>
                  <a:cubicBezTo>
                    <a:pt x="143132" y="98194"/>
                    <a:pt x="143132" y="100381"/>
                    <a:pt x="140507" y="96243"/>
                  </a:cubicBezTo>
                  <a:cubicBezTo>
                    <a:pt x="137882" y="92105"/>
                    <a:pt x="137478" y="89852"/>
                    <a:pt x="137478" y="89852"/>
                  </a:cubicBezTo>
                  <a:lnTo>
                    <a:pt x="138555" y="82787"/>
                  </a:lnTo>
                  <a:lnTo>
                    <a:pt x="139867" y="74545"/>
                  </a:lnTo>
                  <a:cubicBezTo>
                    <a:pt x="139867" y="74545"/>
                    <a:pt x="138790" y="67380"/>
                    <a:pt x="137478" y="66506"/>
                  </a:cubicBezTo>
                  <a:cubicBezTo>
                    <a:pt x="136165" y="65631"/>
                    <a:pt x="132901" y="62166"/>
                    <a:pt x="132463" y="61291"/>
                  </a:cubicBezTo>
                  <a:cubicBezTo>
                    <a:pt x="132026" y="60417"/>
                    <a:pt x="129838" y="54765"/>
                    <a:pt x="129838" y="54765"/>
                  </a:cubicBezTo>
                  <a:lnTo>
                    <a:pt x="127449" y="51502"/>
                  </a:lnTo>
                  <a:lnTo>
                    <a:pt x="126372" y="47163"/>
                  </a:lnTo>
                  <a:cubicBezTo>
                    <a:pt x="126372" y="47163"/>
                    <a:pt x="128761" y="45212"/>
                    <a:pt x="129401" y="44774"/>
                  </a:cubicBezTo>
                  <a:cubicBezTo>
                    <a:pt x="130040" y="44337"/>
                    <a:pt x="130713" y="43025"/>
                    <a:pt x="130713" y="42184"/>
                  </a:cubicBezTo>
                  <a:cubicBezTo>
                    <a:pt x="130713" y="41310"/>
                    <a:pt x="128526" y="38921"/>
                    <a:pt x="128526" y="38921"/>
                  </a:cubicBezTo>
                  <a:cubicBezTo>
                    <a:pt x="128526" y="38921"/>
                    <a:pt x="128088" y="35019"/>
                    <a:pt x="126338" y="33270"/>
                  </a:cubicBezTo>
                  <a:cubicBezTo>
                    <a:pt x="124588" y="31520"/>
                    <a:pt x="121761" y="28829"/>
                    <a:pt x="121761" y="28829"/>
                  </a:cubicBezTo>
                  <a:lnTo>
                    <a:pt x="118295" y="25903"/>
                  </a:lnTo>
                  <a:lnTo>
                    <a:pt x="113953" y="25903"/>
                  </a:lnTo>
                  <a:lnTo>
                    <a:pt x="110924" y="23581"/>
                  </a:lnTo>
                  <a:lnTo>
                    <a:pt x="109343" y="22707"/>
                  </a:lnTo>
                  <a:cubicBezTo>
                    <a:pt x="109343" y="22707"/>
                    <a:pt x="109208" y="21395"/>
                    <a:pt x="108602" y="20083"/>
                  </a:cubicBezTo>
                  <a:cubicBezTo>
                    <a:pt x="108030" y="18771"/>
                    <a:pt x="107727" y="17896"/>
                    <a:pt x="107727" y="17896"/>
                  </a:cubicBezTo>
                  <a:cubicBezTo>
                    <a:pt x="107727" y="17896"/>
                    <a:pt x="105910" y="18199"/>
                    <a:pt x="104463" y="17896"/>
                  </a:cubicBezTo>
                  <a:cubicBezTo>
                    <a:pt x="103016" y="17593"/>
                    <a:pt x="99179" y="17896"/>
                    <a:pt x="99179" y="17896"/>
                  </a:cubicBezTo>
                  <a:lnTo>
                    <a:pt x="99179" y="14566"/>
                  </a:lnTo>
                  <a:lnTo>
                    <a:pt x="99179" y="11101"/>
                  </a:lnTo>
                  <a:lnTo>
                    <a:pt x="96722" y="9520"/>
                  </a:lnTo>
                  <a:cubicBezTo>
                    <a:pt x="96722" y="9520"/>
                    <a:pt x="97160" y="7636"/>
                    <a:pt x="94972" y="7199"/>
                  </a:cubicBezTo>
                  <a:cubicBezTo>
                    <a:pt x="92785" y="6762"/>
                    <a:pt x="90631" y="6459"/>
                    <a:pt x="90631" y="6459"/>
                  </a:cubicBezTo>
                  <a:cubicBezTo>
                    <a:pt x="90631" y="6459"/>
                    <a:pt x="89756" y="6492"/>
                    <a:pt x="88309" y="6627"/>
                  </a:cubicBezTo>
                  <a:cubicBezTo>
                    <a:pt x="86861" y="6762"/>
                    <a:pt x="85549" y="6728"/>
                    <a:pt x="85549" y="6728"/>
                  </a:cubicBezTo>
                  <a:lnTo>
                    <a:pt x="79188" y="6728"/>
                  </a:lnTo>
                  <a:cubicBezTo>
                    <a:pt x="77741" y="7300"/>
                    <a:pt x="74409" y="7603"/>
                    <a:pt x="74409" y="7603"/>
                  </a:cubicBezTo>
                  <a:cubicBezTo>
                    <a:pt x="74409" y="7603"/>
                    <a:pt x="73097" y="8612"/>
                    <a:pt x="72222" y="9352"/>
                  </a:cubicBezTo>
                  <a:cubicBezTo>
                    <a:pt x="71347" y="10092"/>
                    <a:pt x="70774" y="9924"/>
                    <a:pt x="68318" y="10529"/>
                  </a:cubicBezTo>
                  <a:cubicBezTo>
                    <a:pt x="65861" y="11101"/>
                    <a:pt x="64246" y="11673"/>
                    <a:pt x="63976" y="12110"/>
                  </a:cubicBezTo>
                  <a:cubicBezTo>
                    <a:pt x="63673" y="12548"/>
                    <a:pt x="62967" y="13120"/>
                    <a:pt x="62226" y="13691"/>
                  </a:cubicBezTo>
                  <a:cubicBezTo>
                    <a:pt x="61486" y="14263"/>
                    <a:pt x="61654" y="15003"/>
                    <a:pt x="59197" y="14129"/>
                  </a:cubicBezTo>
                  <a:cubicBezTo>
                    <a:pt x="56741" y="13254"/>
                    <a:pt x="54553" y="11673"/>
                    <a:pt x="54553" y="11673"/>
                  </a:cubicBezTo>
                  <a:cubicBezTo>
                    <a:pt x="54553" y="11673"/>
                    <a:pt x="52803" y="11236"/>
                    <a:pt x="54553" y="9486"/>
                  </a:cubicBezTo>
                  <a:cubicBezTo>
                    <a:pt x="56303" y="7737"/>
                    <a:pt x="56572" y="7165"/>
                    <a:pt x="56741" y="6459"/>
                  </a:cubicBezTo>
                  <a:cubicBezTo>
                    <a:pt x="56875" y="5752"/>
                    <a:pt x="57313" y="3869"/>
                    <a:pt x="56875" y="3263"/>
                  </a:cubicBezTo>
                  <a:cubicBezTo>
                    <a:pt x="56438" y="2691"/>
                    <a:pt x="54553" y="807"/>
                    <a:pt x="54553" y="807"/>
                  </a:cubicBezTo>
                  <a:cubicBezTo>
                    <a:pt x="54553" y="807"/>
                    <a:pt x="53678" y="236"/>
                    <a:pt x="53106" y="67"/>
                  </a:cubicBezTo>
                  <a:cubicBezTo>
                    <a:pt x="52534" y="-67"/>
                    <a:pt x="49034" y="67"/>
                    <a:pt x="49034" y="67"/>
                  </a:cubicBezTo>
                  <a:lnTo>
                    <a:pt x="42976" y="0"/>
                  </a:lnTo>
                  <a:lnTo>
                    <a:pt x="40048" y="2388"/>
                  </a:lnTo>
                  <a:lnTo>
                    <a:pt x="40048" y="4138"/>
                  </a:lnTo>
                  <a:lnTo>
                    <a:pt x="40048" y="5887"/>
                  </a:lnTo>
                  <a:lnTo>
                    <a:pt x="40048" y="7636"/>
                  </a:lnTo>
                  <a:lnTo>
                    <a:pt x="38971" y="9587"/>
                  </a:lnTo>
                  <a:cubicBezTo>
                    <a:pt x="38971" y="9587"/>
                    <a:pt x="38331" y="10126"/>
                    <a:pt x="36144" y="10126"/>
                  </a:cubicBezTo>
                  <a:cubicBezTo>
                    <a:pt x="33956" y="10126"/>
                    <a:pt x="29615" y="10226"/>
                    <a:pt x="27899" y="10226"/>
                  </a:cubicBezTo>
                  <a:cubicBezTo>
                    <a:pt x="26148" y="10226"/>
                    <a:pt x="23557" y="10226"/>
                    <a:pt x="23557" y="10226"/>
                  </a:cubicBezTo>
                  <a:lnTo>
                    <a:pt x="20966" y="9789"/>
                  </a:lnTo>
                  <a:lnTo>
                    <a:pt x="17499" y="10428"/>
                  </a:lnTo>
                  <a:lnTo>
                    <a:pt x="14033" y="12615"/>
                  </a:lnTo>
                  <a:lnTo>
                    <a:pt x="14033" y="12817"/>
                  </a:lnTo>
                  <a:cubicBezTo>
                    <a:pt x="14033" y="12817"/>
                    <a:pt x="14470" y="15205"/>
                    <a:pt x="15110" y="16282"/>
                  </a:cubicBezTo>
                  <a:cubicBezTo>
                    <a:pt x="15749" y="17358"/>
                    <a:pt x="15312" y="17358"/>
                    <a:pt x="15312" y="17358"/>
                  </a:cubicBezTo>
                  <a:lnTo>
                    <a:pt x="17499" y="22370"/>
                  </a:lnTo>
                  <a:lnTo>
                    <a:pt x="17499" y="24994"/>
                  </a:lnTo>
                  <a:lnTo>
                    <a:pt x="18374" y="27383"/>
                  </a:lnTo>
                  <a:lnTo>
                    <a:pt x="18172" y="30646"/>
                  </a:lnTo>
                  <a:lnTo>
                    <a:pt x="17735" y="34346"/>
                  </a:lnTo>
                  <a:lnTo>
                    <a:pt x="16220" y="37374"/>
                  </a:lnTo>
                  <a:lnTo>
                    <a:pt x="14033" y="39762"/>
                  </a:lnTo>
                  <a:lnTo>
                    <a:pt x="14033" y="42352"/>
                  </a:lnTo>
                  <a:cubicBezTo>
                    <a:pt x="14033" y="42352"/>
                    <a:pt x="14908" y="43429"/>
                    <a:pt x="15547" y="43664"/>
                  </a:cubicBezTo>
                  <a:cubicBezTo>
                    <a:pt x="16187" y="43866"/>
                    <a:pt x="22076" y="47802"/>
                    <a:pt x="22076" y="47802"/>
                  </a:cubicBezTo>
                  <a:cubicBezTo>
                    <a:pt x="22076" y="47802"/>
                    <a:pt x="21437" y="50426"/>
                    <a:pt x="21437" y="51502"/>
                  </a:cubicBezTo>
                  <a:cubicBezTo>
                    <a:pt x="21437" y="52579"/>
                    <a:pt x="20798" y="54328"/>
                    <a:pt x="20999" y="55203"/>
                  </a:cubicBezTo>
                  <a:cubicBezTo>
                    <a:pt x="21201" y="56077"/>
                    <a:pt x="15345" y="57154"/>
                    <a:pt x="21437" y="57793"/>
                  </a:cubicBezTo>
                  <a:cubicBezTo>
                    <a:pt x="27528" y="58432"/>
                    <a:pt x="29043" y="58432"/>
                    <a:pt x="30557" y="58432"/>
                  </a:cubicBezTo>
                  <a:cubicBezTo>
                    <a:pt x="32072" y="58432"/>
                    <a:pt x="34259" y="58869"/>
                    <a:pt x="35134" y="58230"/>
                  </a:cubicBezTo>
                  <a:cubicBezTo>
                    <a:pt x="36009" y="57557"/>
                    <a:pt x="40586" y="57793"/>
                    <a:pt x="40586" y="57793"/>
                  </a:cubicBezTo>
                  <a:lnTo>
                    <a:pt x="42538" y="60181"/>
                  </a:lnTo>
                  <a:lnTo>
                    <a:pt x="43851" y="61493"/>
                  </a:lnTo>
                  <a:lnTo>
                    <a:pt x="42774" y="64958"/>
                  </a:lnTo>
                  <a:lnTo>
                    <a:pt x="41461" y="66035"/>
                  </a:lnTo>
                  <a:lnTo>
                    <a:pt x="37557" y="72325"/>
                  </a:lnTo>
                  <a:cubicBezTo>
                    <a:pt x="37557" y="72325"/>
                    <a:pt x="30591" y="77775"/>
                    <a:pt x="30389" y="78414"/>
                  </a:cubicBezTo>
                  <a:cubicBezTo>
                    <a:pt x="30187" y="79053"/>
                    <a:pt x="24533" y="86891"/>
                    <a:pt x="24533" y="86891"/>
                  </a:cubicBezTo>
                  <a:lnTo>
                    <a:pt x="18004" y="91029"/>
                  </a:lnTo>
                  <a:lnTo>
                    <a:pt x="15817" y="94931"/>
                  </a:lnTo>
                  <a:lnTo>
                    <a:pt x="16389" y="97118"/>
                  </a:lnTo>
                  <a:lnTo>
                    <a:pt x="16961" y="99304"/>
                  </a:lnTo>
                  <a:lnTo>
                    <a:pt x="19485" y="101121"/>
                  </a:lnTo>
                  <a:lnTo>
                    <a:pt x="19552" y="102567"/>
                  </a:lnTo>
                  <a:cubicBezTo>
                    <a:pt x="19552" y="102567"/>
                    <a:pt x="19485" y="103947"/>
                    <a:pt x="19418" y="104687"/>
                  </a:cubicBezTo>
                  <a:cubicBezTo>
                    <a:pt x="19350" y="105393"/>
                    <a:pt x="18341" y="107210"/>
                    <a:pt x="18273" y="107445"/>
                  </a:cubicBezTo>
                  <a:cubicBezTo>
                    <a:pt x="18206" y="107681"/>
                    <a:pt x="17769" y="108320"/>
                    <a:pt x="17196" y="109026"/>
                  </a:cubicBezTo>
                  <a:cubicBezTo>
                    <a:pt x="16624" y="109732"/>
                    <a:pt x="15379" y="110170"/>
                    <a:pt x="15312" y="110473"/>
                  </a:cubicBezTo>
                  <a:cubicBezTo>
                    <a:pt x="15244" y="110775"/>
                    <a:pt x="12619" y="111179"/>
                    <a:pt x="12619" y="111179"/>
                  </a:cubicBezTo>
                  <a:cubicBezTo>
                    <a:pt x="12619" y="111179"/>
                    <a:pt x="9792" y="111314"/>
                    <a:pt x="9489" y="111314"/>
                  </a:cubicBezTo>
                  <a:cubicBezTo>
                    <a:pt x="9187" y="111314"/>
                    <a:pt x="6292" y="111179"/>
                    <a:pt x="6023" y="111314"/>
                  </a:cubicBezTo>
                  <a:cubicBezTo>
                    <a:pt x="5720" y="111448"/>
                    <a:pt x="3566" y="111818"/>
                    <a:pt x="3331" y="111953"/>
                  </a:cubicBezTo>
                  <a:cubicBezTo>
                    <a:pt x="3129" y="112087"/>
                    <a:pt x="1513" y="113904"/>
                    <a:pt x="1513" y="113904"/>
                  </a:cubicBezTo>
                  <a:lnTo>
                    <a:pt x="436" y="115418"/>
                  </a:lnTo>
                  <a:cubicBezTo>
                    <a:pt x="436" y="115418"/>
                    <a:pt x="-203" y="116561"/>
                    <a:pt x="66" y="116931"/>
                  </a:cubicBezTo>
                  <a:cubicBezTo>
                    <a:pt x="369" y="117301"/>
                    <a:pt x="1143" y="119757"/>
                    <a:pt x="1143" y="119757"/>
                  </a:cubicBezTo>
                  <a:lnTo>
                    <a:pt x="2960" y="123155"/>
                  </a:lnTo>
                  <a:lnTo>
                    <a:pt x="4273" y="124736"/>
                  </a:lnTo>
                  <a:cubicBezTo>
                    <a:pt x="4273" y="124736"/>
                    <a:pt x="3903" y="126552"/>
                    <a:pt x="3634" y="127057"/>
                  </a:cubicBezTo>
                  <a:cubicBezTo>
                    <a:pt x="3331" y="127561"/>
                    <a:pt x="3129" y="128571"/>
                    <a:pt x="2826" y="129143"/>
                  </a:cubicBezTo>
                  <a:cubicBezTo>
                    <a:pt x="2557" y="129714"/>
                    <a:pt x="1816" y="131161"/>
                    <a:pt x="1816" y="131161"/>
                  </a:cubicBezTo>
                  <a:lnTo>
                    <a:pt x="2018" y="133045"/>
                  </a:lnTo>
                  <a:lnTo>
                    <a:pt x="3095" y="135299"/>
                  </a:lnTo>
                  <a:cubicBezTo>
                    <a:pt x="3095" y="135299"/>
                    <a:pt x="4610" y="136947"/>
                    <a:pt x="4845" y="137384"/>
                  </a:cubicBezTo>
                  <a:cubicBezTo>
                    <a:pt x="5047" y="137821"/>
                    <a:pt x="9759" y="141522"/>
                    <a:pt x="9927" y="141791"/>
                  </a:cubicBezTo>
                  <a:cubicBezTo>
                    <a:pt x="10062" y="142094"/>
                    <a:pt x="11879" y="143238"/>
                    <a:pt x="12014" y="143540"/>
                  </a:cubicBezTo>
                  <a:cubicBezTo>
                    <a:pt x="12148" y="143843"/>
                    <a:pt x="15043" y="146433"/>
                    <a:pt x="15413" y="146736"/>
                  </a:cubicBezTo>
                  <a:cubicBezTo>
                    <a:pt x="15783" y="147039"/>
                    <a:pt x="20562" y="151479"/>
                    <a:pt x="20562" y="151479"/>
                  </a:cubicBezTo>
                  <a:lnTo>
                    <a:pt x="25240" y="156592"/>
                  </a:lnTo>
                  <a:lnTo>
                    <a:pt x="30355" y="161033"/>
                  </a:lnTo>
                  <a:lnTo>
                    <a:pt x="34495" y="165810"/>
                  </a:lnTo>
                  <a:lnTo>
                    <a:pt x="39812" y="169073"/>
                  </a:lnTo>
                  <a:cubicBezTo>
                    <a:pt x="39812" y="169073"/>
                    <a:pt x="43615" y="171898"/>
                    <a:pt x="44490" y="171898"/>
                  </a:cubicBezTo>
                  <a:cubicBezTo>
                    <a:pt x="45365" y="171898"/>
                    <a:pt x="47856" y="173648"/>
                    <a:pt x="47856" y="173648"/>
                  </a:cubicBezTo>
                  <a:lnTo>
                    <a:pt x="48495" y="174522"/>
                  </a:lnTo>
                  <a:lnTo>
                    <a:pt x="50111" y="177113"/>
                  </a:lnTo>
                  <a:cubicBezTo>
                    <a:pt x="50111" y="177113"/>
                    <a:pt x="53375" y="177012"/>
                    <a:pt x="54789" y="177214"/>
                  </a:cubicBezTo>
                  <a:cubicBezTo>
                    <a:pt x="56202" y="177449"/>
                    <a:pt x="60342" y="178189"/>
                    <a:pt x="60644" y="178526"/>
                  </a:cubicBezTo>
                  <a:cubicBezTo>
                    <a:pt x="60981" y="178862"/>
                    <a:pt x="61519" y="179838"/>
                    <a:pt x="61856" y="179938"/>
                  </a:cubicBezTo>
                  <a:cubicBezTo>
                    <a:pt x="62193" y="180039"/>
                    <a:pt x="66534" y="183639"/>
                    <a:pt x="66534" y="183639"/>
                  </a:cubicBezTo>
                  <a:cubicBezTo>
                    <a:pt x="66534" y="183639"/>
                    <a:pt x="68385" y="186128"/>
                    <a:pt x="69799" y="187238"/>
                  </a:cubicBezTo>
                  <a:cubicBezTo>
                    <a:pt x="71212" y="188315"/>
                    <a:pt x="72390" y="189088"/>
                    <a:pt x="72390" y="189088"/>
                  </a:cubicBezTo>
                  <a:cubicBezTo>
                    <a:pt x="72390" y="189088"/>
                    <a:pt x="72827" y="195278"/>
                    <a:pt x="72827" y="195715"/>
                  </a:cubicBezTo>
                  <a:cubicBezTo>
                    <a:pt x="72827" y="196153"/>
                    <a:pt x="73164" y="200593"/>
                    <a:pt x="73265" y="200929"/>
                  </a:cubicBezTo>
                  <a:cubicBezTo>
                    <a:pt x="73366" y="201266"/>
                    <a:pt x="74140" y="206816"/>
                    <a:pt x="74140" y="206816"/>
                  </a:cubicBezTo>
                  <a:lnTo>
                    <a:pt x="77068" y="211694"/>
                  </a:lnTo>
                  <a:lnTo>
                    <a:pt x="77943" y="217144"/>
                  </a:lnTo>
                  <a:cubicBezTo>
                    <a:pt x="77943" y="217144"/>
                    <a:pt x="79794" y="220508"/>
                    <a:pt x="79794" y="220945"/>
                  </a:cubicBezTo>
                  <a:cubicBezTo>
                    <a:pt x="79794" y="221382"/>
                    <a:pt x="84472" y="227034"/>
                    <a:pt x="85111" y="227572"/>
                  </a:cubicBezTo>
                  <a:cubicBezTo>
                    <a:pt x="85751" y="228110"/>
                    <a:pt x="88813" y="231272"/>
                    <a:pt x="88813" y="231272"/>
                  </a:cubicBezTo>
                  <a:cubicBezTo>
                    <a:pt x="88813" y="231272"/>
                    <a:pt x="89352" y="232147"/>
                    <a:pt x="89352" y="232584"/>
                  </a:cubicBezTo>
                  <a:cubicBezTo>
                    <a:pt x="89352" y="233022"/>
                    <a:pt x="89453" y="235948"/>
                    <a:pt x="89453" y="236386"/>
                  </a:cubicBezTo>
                  <a:cubicBezTo>
                    <a:pt x="89453" y="236823"/>
                    <a:pt x="89116" y="238572"/>
                    <a:pt x="88813" y="239312"/>
                  </a:cubicBezTo>
                  <a:cubicBezTo>
                    <a:pt x="88477" y="240086"/>
                    <a:pt x="88275" y="241499"/>
                    <a:pt x="87938" y="242037"/>
                  </a:cubicBezTo>
                  <a:cubicBezTo>
                    <a:pt x="87602" y="242575"/>
                    <a:pt x="87400" y="242374"/>
                    <a:pt x="86626" y="243114"/>
                  </a:cubicBezTo>
                  <a:cubicBezTo>
                    <a:pt x="85852" y="243887"/>
                    <a:pt x="84674" y="243551"/>
                    <a:pt x="84472" y="244190"/>
                  </a:cubicBezTo>
                  <a:cubicBezTo>
                    <a:pt x="84236" y="244829"/>
                    <a:pt x="83698" y="245065"/>
                    <a:pt x="83698" y="245065"/>
                  </a:cubicBezTo>
                  <a:cubicBezTo>
                    <a:pt x="83698" y="245065"/>
                    <a:pt x="84573" y="246713"/>
                    <a:pt x="85111" y="247117"/>
                  </a:cubicBezTo>
                  <a:cubicBezTo>
                    <a:pt x="85650" y="247554"/>
                    <a:pt x="85111" y="247117"/>
                    <a:pt x="85885" y="248092"/>
                  </a:cubicBezTo>
                  <a:cubicBezTo>
                    <a:pt x="86659" y="249068"/>
                    <a:pt x="87736" y="250380"/>
                    <a:pt x="87736" y="250817"/>
                  </a:cubicBezTo>
                  <a:cubicBezTo>
                    <a:pt x="87736" y="251254"/>
                    <a:pt x="88275" y="251456"/>
                    <a:pt x="88376" y="252331"/>
                  </a:cubicBezTo>
                  <a:cubicBezTo>
                    <a:pt x="88477" y="253206"/>
                    <a:pt x="89688" y="254181"/>
                    <a:pt x="89991" y="254618"/>
                  </a:cubicBezTo>
                  <a:cubicBezTo>
                    <a:pt x="90328" y="255056"/>
                    <a:pt x="89116" y="258487"/>
                    <a:pt x="89116" y="258487"/>
                  </a:cubicBezTo>
                  <a:lnTo>
                    <a:pt x="92717" y="260505"/>
                  </a:lnTo>
                  <a:lnTo>
                    <a:pt x="93155" y="260505"/>
                  </a:lnTo>
                  <a:lnTo>
                    <a:pt x="94938" y="263533"/>
                  </a:lnTo>
                  <a:lnTo>
                    <a:pt x="97496" y="265719"/>
                  </a:lnTo>
                  <a:lnTo>
                    <a:pt x="97496" y="266594"/>
                  </a:lnTo>
                  <a:cubicBezTo>
                    <a:pt x="97496" y="266594"/>
                    <a:pt x="97496" y="268882"/>
                    <a:pt x="97496" y="269958"/>
                  </a:cubicBezTo>
                  <a:cubicBezTo>
                    <a:pt x="97496" y="271035"/>
                    <a:pt x="97496" y="273558"/>
                    <a:pt x="97496" y="273558"/>
                  </a:cubicBezTo>
                  <a:cubicBezTo>
                    <a:pt x="97496" y="273558"/>
                    <a:pt x="98809" y="275206"/>
                    <a:pt x="99347" y="276383"/>
                  </a:cubicBezTo>
                  <a:cubicBezTo>
                    <a:pt x="99886" y="277561"/>
                    <a:pt x="101400" y="278671"/>
                    <a:pt x="102511" y="279983"/>
                  </a:cubicBezTo>
                  <a:cubicBezTo>
                    <a:pt x="103588" y="281295"/>
                    <a:pt x="105674" y="284019"/>
                    <a:pt x="105674" y="284019"/>
                  </a:cubicBezTo>
                  <a:cubicBezTo>
                    <a:pt x="105674" y="284019"/>
                    <a:pt x="105439" y="284221"/>
                    <a:pt x="106751" y="285230"/>
                  </a:cubicBezTo>
                  <a:cubicBezTo>
                    <a:pt x="108064" y="286206"/>
                    <a:pt x="109343" y="286307"/>
                    <a:pt x="110117" y="287518"/>
                  </a:cubicBezTo>
                  <a:cubicBezTo>
                    <a:pt x="110891" y="288729"/>
                    <a:pt x="112944" y="290243"/>
                    <a:pt x="114357" y="291858"/>
                  </a:cubicBezTo>
                  <a:cubicBezTo>
                    <a:pt x="115771" y="293506"/>
                    <a:pt x="119473" y="295221"/>
                    <a:pt x="119674" y="295558"/>
                  </a:cubicBezTo>
                  <a:cubicBezTo>
                    <a:pt x="119877" y="295894"/>
                    <a:pt x="122266" y="299595"/>
                    <a:pt x="122266" y="299595"/>
                  </a:cubicBezTo>
                  <a:lnTo>
                    <a:pt x="125968" y="304472"/>
                  </a:lnTo>
                  <a:lnTo>
                    <a:pt x="127045" y="306323"/>
                  </a:lnTo>
                  <a:lnTo>
                    <a:pt x="127045" y="308374"/>
                  </a:lnTo>
                  <a:lnTo>
                    <a:pt x="126708" y="309686"/>
                  </a:lnTo>
                  <a:cubicBezTo>
                    <a:pt x="126708" y="309686"/>
                    <a:pt x="126608" y="310662"/>
                    <a:pt x="126372" y="311099"/>
                  </a:cubicBezTo>
                  <a:cubicBezTo>
                    <a:pt x="126170" y="311537"/>
                    <a:pt x="124184" y="313151"/>
                    <a:pt x="124184" y="313151"/>
                  </a:cubicBezTo>
                  <a:cubicBezTo>
                    <a:pt x="124184" y="313151"/>
                    <a:pt x="123747" y="313151"/>
                    <a:pt x="123208" y="313690"/>
                  </a:cubicBezTo>
                  <a:cubicBezTo>
                    <a:pt x="122670" y="314228"/>
                    <a:pt x="121997" y="314228"/>
                    <a:pt x="121795" y="314564"/>
                  </a:cubicBezTo>
                  <a:cubicBezTo>
                    <a:pt x="121593" y="314901"/>
                    <a:pt x="120381" y="315775"/>
                    <a:pt x="120381" y="315775"/>
                  </a:cubicBezTo>
                  <a:lnTo>
                    <a:pt x="119069" y="317625"/>
                  </a:lnTo>
                  <a:cubicBezTo>
                    <a:pt x="119069" y="317625"/>
                    <a:pt x="117655" y="318164"/>
                    <a:pt x="117319" y="318164"/>
                  </a:cubicBezTo>
                  <a:cubicBezTo>
                    <a:pt x="116982" y="318164"/>
                    <a:pt x="114391" y="317625"/>
                    <a:pt x="114391" y="317625"/>
                  </a:cubicBezTo>
                  <a:cubicBezTo>
                    <a:pt x="114391" y="317625"/>
                    <a:pt x="114189" y="316852"/>
                    <a:pt x="113516" y="316448"/>
                  </a:cubicBezTo>
                  <a:cubicBezTo>
                    <a:pt x="112876" y="316011"/>
                    <a:pt x="112001" y="314934"/>
                    <a:pt x="110924" y="314598"/>
                  </a:cubicBezTo>
                  <a:cubicBezTo>
                    <a:pt x="109847" y="314261"/>
                    <a:pt x="108198" y="312546"/>
                    <a:pt x="108198" y="312546"/>
                  </a:cubicBezTo>
                  <a:cubicBezTo>
                    <a:pt x="108198" y="312546"/>
                    <a:pt x="107121" y="311772"/>
                    <a:pt x="106583" y="311772"/>
                  </a:cubicBezTo>
                  <a:cubicBezTo>
                    <a:pt x="106044" y="311772"/>
                    <a:pt x="103655" y="312008"/>
                    <a:pt x="103655" y="312008"/>
                  </a:cubicBezTo>
                  <a:lnTo>
                    <a:pt x="102578" y="312781"/>
                  </a:lnTo>
                  <a:cubicBezTo>
                    <a:pt x="102578" y="312781"/>
                    <a:pt x="101939" y="313757"/>
                    <a:pt x="101804" y="314093"/>
                  </a:cubicBezTo>
                  <a:cubicBezTo>
                    <a:pt x="101703" y="314430"/>
                    <a:pt x="102241" y="318231"/>
                    <a:pt x="102241" y="318231"/>
                  </a:cubicBezTo>
                  <a:lnTo>
                    <a:pt x="100189" y="321393"/>
                  </a:lnTo>
                  <a:lnTo>
                    <a:pt x="98876" y="324320"/>
                  </a:lnTo>
                  <a:lnTo>
                    <a:pt x="98237" y="328054"/>
                  </a:lnTo>
                  <a:lnTo>
                    <a:pt x="102679" y="331922"/>
                  </a:lnTo>
                  <a:lnTo>
                    <a:pt x="103554" y="331922"/>
                  </a:lnTo>
                  <a:lnTo>
                    <a:pt x="104732" y="332696"/>
                  </a:lnTo>
                  <a:cubicBezTo>
                    <a:pt x="104732" y="332696"/>
                    <a:pt x="107996" y="334445"/>
                    <a:pt x="107996" y="334883"/>
                  </a:cubicBezTo>
                  <a:cubicBezTo>
                    <a:pt x="107996" y="335320"/>
                    <a:pt x="107357" y="333907"/>
                    <a:pt x="107996" y="335320"/>
                  </a:cubicBezTo>
                  <a:cubicBezTo>
                    <a:pt x="108636" y="336733"/>
                    <a:pt x="109477" y="339558"/>
                    <a:pt x="109477" y="339558"/>
                  </a:cubicBezTo>
                  <a:lnTo>
                    <a:pt x="109645" y="341510"/>
                  </a:lnTo>
                  <a:lnTo>
                    <a:pt x="109645" y="343259"/>
                  </a:lnTo>
                  <a:lnTo>
                    <a:pt x="109881" y="345109"/>
                  </a:lnTo>
                  <a:lnTo>
                    <a:pt x="111833" y="347834"/>
                  </a:lnTo>
                  <a:lnTo>
                    <a:pt x="114559" y="348910"/>
                  </a:lnTo>
                  <a:lnTo>
                    <a:pt x="114896" y="352375"/>
                  </a:lnTo>
                  <a:lnTo>
                    <a:pt x="114896" y="355436"/>
                  </a:lnTo>
                  <a:cubicBezTo>
                    <a:pt x="114896" y="355436"/>
                    <a:pt x="114997" y="356513"/>
                    <a:pt x="114896" y="356849"/>
                  </a:cubicBezTo>
                  <a:cubicBezTo>
                    <a:pt x="114795" y="357186"/>
                    <a:pt x="113583" y="358800"/>
                    <a:pt x="113583" y="358800"/>
                  </a:cubicBezTo>
                  <a:lnTo>
                    <a:pt x="112506" y="359877"/>
                  </a:lnTo>
                  <a:lnTo>
                    <a:pt x="112271" y="361929"/>
                  </a:lnTo>
                  <a:lnTo>
                    <a:pt x="112910" y="362904"/>
                  </a:lnTo>
                  <a:cubicBezTo>
                    <a:pt x="112910" y="362904"/>
                    <a:pt x="113785" y="363779"/>
                    <a:pt x="114088" y="363981"/>
                  </a:cubicBezTo>
                  <a:cubicBezTo>
                    <a:pt x="114424" y="364216"/>
                    <a:pt x="117554" y="366268"/>
                    <a:pt x="117689" y="366605"/>
                  </a:cubicBezTo>
                  <a:cubicBezTo>
                    <a:pt x="117790" y="366941"/>
                    <a:pt x="120079" y="368119"/>
                    <a:pt x="120079" y="368119"/>
                  </a:cubicBezTo>
                  <a:lnTo>
                    <a:pt x="121593" y="370507"/>
                  </a:lnTo>
                  <a:lnTo>
                    <a:pt x="122569" y="372693"/>
                  </a:lnTo>
                  <a:lnTo>
                    <a:pt x="124420" y="374443"/>
                  </a:lnTo>
                  <a:lnTo>
                    <a:pt x="127583" y="377369"/>
                  </a:lnTo>
                  <a:lnTo>
                    <a:pt x="127920" y="381272"/>
                  </a:lnTo>
                  <a:cubicBezTo>
                    <a:pt x="127920" y="381272"/>
                    <a:pt x="127920" y="382584"/>
                    <a:pt x="127482" y="383223"/>
                  </a:cubicBezTo>
                  <a:cubicBezTo>
                    <a:pt x="127045" y="383862"/>
                    <a:pt x="126506" y="385073"/>
                    <a:pt x="126170" y="385712"/>
                  </a:cubicBezTo>
                  <a:cubicBezTo>
                    <a:pt x="125833" y="386351"/>
                    <a:pt x="125968" y="387125"/>
                    <a:pt x="125194" y="387461"/>
                  </a:cubicBezTo>
                  <a:cubicBezTo>
                    <a:pt x="124420" y="387798"/>
                    <a:pt x="123040" y="388437"/>
                    <a:pt x="123040" y="388437"/>
                  </a:cubicBezTo>
                  <a:cubicBezTo>
                    <a:pt x="123040" y="388437"/>
                    <a:pt x="122603" y="388773"/>
                    <a:pt x="122064" y="388975"/>
                  </a:cubicBezTo>
                  <a:cubicBezTo>
                    <a:pt x="121526" y="389177"/>
                    <a:pt x="121088" y="389311"/>
                    <a:pt x="120550" y="389951"/>
                  </a:cubicBezTo>
                  <a:cubicBezTo>
                    <a:pt x="120011" y="390590"/>
                    <a:pt x="119574" y="391027"/>
                    <a:pt x="119910" y="392003"/>
                  </a:cubicBezTo>
                  <a:cubicBezTo>
                    <a:pt x="120247" y="392978"/>
                    <a:pt x="120550" y="393416"/>
                    <a:pt x="121526" y="394627"/>
                  </a:cubicBezTo>
                  <a:cubicBezTo>
                    <a:pt x="122502" y="395804"/>
                    <a:pt x="124016" y="396914"/>
                    <a:pt x="124016" y="396914"/>
                  </a:cubicBezTo>
                  <a:cubicBezTo>
                    <a:pt x="124016" y="396914"/>
                    <a:pt x="124218" y="399841"/>
                    <a:pt x="124218" y="400278"/>
                  </a:cubicBezTo>
                  <a:cubicBezTo>
                    <a:pt x="124218" y="400715"/>
                    <a:pt x="124117" y="403306"/>
                    <a:pt x="124117" y="403743"/>
                  </a:cubicBezTo>
                  <a:cubicBezTo>
                    <a:pt x="124117" y="404180"/>
                    <a:pt x="123242" y="406905"/>
                    <a:pt x="123242" y="406905"/>
                  </a:cubicBezTo>
                  <a:lnTo>
                    <a:pt x="122805" y="411346"/>
                  </a:lnTo>
                  <a:lnTo>
                    <a:pt x="126170" y="415584"/>
                  </a:lnTo>
                  <a:cubicBezTo>
                    <a:pt x="126170" y="415584"/>
                    <a:pt x="125968" y="417434"/>
                    <a:pt x="125833" y="417871"/>
                  </a:cubicBezTo>
                  <a:cubicBezTo>
                    <a:pt x="125732" y="418309"/>
                    <a:pt x="125396" y="422547"/>
                    <a:pt x="125396" y="422547"/>
                  </a:cubicBezTo>
                  <a:cubicBezTo>
                    <a:pt x="125396" y="422547"/>
                    <a:pt x="125598" y="425811"/>
                    <a:pt x="125396" y="426450"/>
                  </a:cubicBezTo>
                  <a:cubicBezTo>
                    <a:pt x="125160" y="427089"/>
                    <a:pt x="125396" y="428502"/>
                    <a:pt x="124420" y="429175"/>
                  </a:cubicBezTo>
                  <a:cubicBezTo>
                    <a:pt x="123444" y="429814"/>
                    <a:pt x="123242" y="430385"/>
                    <a:pt x="122905" y="431025"/>
                  </a:cubicBezTo>
                  <a:cubicBezTo>
                    <a:pt x="122569" y="431664"/>
                    <a:pt x="121828" y="433514"/>
                    <a:pt x="121828" y="434187"/>
                  </a:cubicBezTo>
                  <a:cubicBezTo>
                    <a:pt x="121828" y="434826"/>
                    <a:pt x="121828" y="437113"/>
                    <a:pt x="121828" y="437113"/>
                  </a:cubicBezTo>
                  <a:cubicBezTo>
                    <a:pt x="121828" y="437113"/>
                    <a:pt x="122703" y="442126"/>
                    <a:pt x="122703" y="442866"/>
                  </a:cubicBezTo>
                  <a:cubicBezTo>
                    <a:pt x="122703" y="443640"/>
                    <a:pt x="123780" y="445893"/>
                    <a:pt x="123780" y="447205"/>
                  </a:cubicBezTo>
                  <a:cubicBezTo>
                    <a:pt x="123780" y="448517"/>
                    <a:pt x="126170" y="454471"/>
                    <a:pt x="126372" y="455144"/>
                  </a:cubicBezTo>
                  <a:cubicBezTo>
                    <a:pt x="126608" y="455783"/>
                    <a:pt x="127247" y="460156"/>
                    <a:pt x="127247" y="460156"/>
                  </a:cubicBezTo>
                  <a:lnTo>
                    <a:pt x="128122" y="468398"/>
                  </a:lnTo>
                  <a:lnTo>
                    <a:pt x="128357" y="480778"/>
                  </a:lnTo>
                  <a:lnTo>
                    <a:pt x="124656" y="486631"/>
                  </a:lnTo>
                  <a:lnTo>
                    <a:pt x="121828" y="491206"/>
                  </a:lnTo>
                  <a:lnTo>
                    <a:pt x="120079" y="495781"/>
                  </a:lnTo>
                  <a:cubicBezTo>
                    <a:pt x="120079" y="495781"/>
                    <a:pt x="118564" y="497732"/>
                    <a:pt x="117891" y="498405"/>
                  </a:cubicBezTo>
                  <a:cubicBezTo>
                    <a:pt x="117251" y="499044"/>
                    <a:pt x="117992" y="497968"/>
                    <a:pt x="116915" y="499044"/>
                  </a:cubicBezTo>
                  <a:cubicBezTo>
                    <a:pt x="115838" y="500120"/>
                    <a:pt x="114828" y="501399"/>
                    <a:pt x="114828" y="501399"/>
                  </a:cubicBezTo>
                  <a:lnTo>
                    <a:pt x="114828" y="504864"/>
                  </a:lnTo>
                  <a:lnTo>
                    <a:pt x="115703" y="510952"/>
                  </a:lnTo>
                  <a:lnTo>
                    <a:pt x="116141" y="513240"/>
                  </a:lnTo>
                  <a:lnTo>
                    <a:pt x="118530" y="516167"/>
                  </a:lnTo>
                  <a:lnTo>
                    <a:pt x="120920" y="516167"/>
                  </a:lnTo>
                  <a:cubicBezTo>
                    <a:pt x="120920" y="516167"/>
                    <a:pt x="121795" y="518118"/>
                    <a:pt x="121997" y="519194"/>
                  </a:cubicBezTo>
                  <a:cubicBezTo>
                    <a:pt x="122199" y="520271"/>
                    <a:pt x="122434" y="523096"/>
                    <a:pt x="122199" y="523971"/>
                  </a:cubicBezTo>
                  <a:cubicBezTo>
                    <a:pt x="121997" y="524846"/>
                    <a:pt x="121997" y="529185"/>
                    <a:pt x="121997" y="529185"/>
                  </a:cubicBezTo>
                  <a:lnTo>
                    <a:pt x="122636" y="532011"/>
                  </a:lnTo>
                  <a:cubicBezTo>
                    <a:pt x="122636" y="532011"/>
                    <a:pt x="122838" y="538739"/>
                    <a:pt x="122838" y="539613"/>
                  </a:cubicBezTo>
                  <a:cubicBezTo>
                    <a:pt x="122838" y="540488"/>
                    <a:pt x="123713" y="545467"/>
                    <a:pt x="123713" y="545467"/>
                  </a:cubicBezTo>
                  <a:lnTo>
                    <a:pt x="122838" y="549806"/>
                  </a:lnTo>
                  <a:lnTo>
                    <a:pt x="124353" y="554583"/>
                  </a:lnTo>
                  <a:lnTo>
                    <a:pt x="123377" y="557846"/>
                  </a:lnTo>
                  <a:cubicBezTo>
                    <a:pt x="123814" y="557846"/>
                    <a:pt x="126978" y="562085"/>
                    <a:pt x="126978" y="562085"/>
                  </a:cubicBezTo>
                  <a:lnTo>
                    <a:pt x="127314" y="565785"/>
                  </a:lnTo>
                  <a:lnTo>
                    <a:pt x="127954" y="575339"/>
                  </a:lnTo>
                  <a:lnTo>
                    <a:pt x="127516" y="577963"/>
                  </a:lnTo>
                  <a:lnTo>
                    <a:pt x="126641" y="580990"/>
                  </a:lnTo>
                  <a:lnTo>
                    <a:pt x="125127" y="587718"/>
                  </a:lnTo>
                  <a:lnTo>
                    <a:pt x="122535" y="593470"/>
                  </a:lnTo>
                  <a:lnTo>
                    <a:pt x="120415" y="600198"/>
                  </a:lnTo>
                  <a:lnTo>
                    <a:pt x="118295" y="603798"/>
                  </a:lnTo>
                  <a:lnTo>
                    <a:pt x="118295" y="607397"/>
                  </a:lnTo>
                  <a:lnTo>
                    <a:pt x="119170" y="611535"/>
                  </a:lnTo>
                  <a:lnTo>
                    <a:pt x="119506" y="615336"/>
                  </a:lnTo>
                  <a:lnTo>
                    <a:pt x="120045" y="618599"/>
                  </a:lnTo>
                  <a:lnTo>
                    <a:pt x="120045" y="626538"/>
                  </a:lnTo>
                  <a:lnTo>
                    <a:pt x="120381" y="629263"/>
                  </a:lnTo>
                  <a:lnTo>
                    <a:pt x="119304" y="633165"/>
                  </a:lnTo>
                  <a:lnTo>
                    <a:pt x="118766" y="635991"/>
                  </a:lnTo>
                  <a:lnTo>
                    <a:pt x="118429" y="641642"/>
                  </a:lnTo>
                  <a:lnTo>
                    <a:pt x="119304" y="646083"/>
                  </a:lnTo>
                  <a:lnTo>
                    <a:pt x="120819" y="654997"/>
                  </a:lnTo>
                  <a:lnTo>
                    <a:pt x="125833" y="662062"/>
                  </a:lnTo>
                  <a:lnTo>
                    <a:pt x="129636" y="666502"/>
                  </a:lnTo>
                  <a:lnTo>
                    <a:pt x="134516" y="672894"/>
                  </a:lnTo>
                  <a:cubicBezTo>
                    <a:pt x="134516" y="672894"/>
                    <a:pt x="140507" y="672995"/>
                    <a:pt x="140608" y="672557"/>
                  </a:cubicBezTo>
                  <a:cubicBezTo>
                    <a:pt x="140709" y="672120"/>
                    <a:pt x="141819" y="668319"/>
                    <a:pt x="141819" y="667881"/>
                  </a:cubicBezTo>
                  <a:cubicBezTo>
                    <a:pt x="141819" y="667444"/>
                    <a:pt x="142694" y="661053"/>
                    <a:pt x="142694" y="659942"/>
                  </a:cubicBezTo>
                  <a:cubicBezTo>
                    <a:pt x="142694" y="658866"/>
                    <a:pt x="142694" y="656040"/>
                    <a:pt x="142694" y="656040"/>
                  </a:cubicBezTo>
                  <a:cubicBezTo>
                    <a:pt x="142694" y="656040"/>
                    <a:pt x="140944" y="651028"/>
                    <a:pt x="140944" y="649951"/>
                  </a:cubicBezTo>
                  <a:cubicBezTo>
                    <a:pt x="140944" y="648875"/>
                    <a:pt x="140944" y="647361"/>
                    <a:pt x="140944" y="647361"/>
                  </a:cubicBezTo>
                  <a:cubicBezTo>
                    <a:pt x="140944" y="647361"/>
                    <a:pt x="141584" y="643997"/>
                    <a:pt x="141718" y="643123"/>
                  </a:cubicBezTo>
                  <a:cubicBezTo>
                    <a:pt x="141819" y="642248"/>
                    <a:pt x="142257" y="641272"/>
                    <a:pt x="142257" y="640936"/>
                  </a:cubicBezTo>
                  <a:cubicBezTo>
                    <a:pt x="142257" y="640600"/>
                    <a:pt x="142896" y="639523"/>
                    <a:pt x="143132" y="639086"/>
                  </a:cubicBezTo>
                  <a:cubicBezTo>
                    <a:pt x="143334" y="638648"/>
                    <a:pt x="145084" y="637673"/>
                    <a:pt x="145622" y="637471"/>
                  </a:cubicBezTo>
                  <a:cubicBezTo>
                    <a:pt x="146161" y="637236"/>
                    <a:pt x="147911" y="637807"/>
                    <a:pt x="149762" y="637236"/>
                  </a:cubicBezTo>
                  <a:cubicBezTo>
                    <a:pt x="151613" y="636697"/>
                    <a:pt x="152791" y="636462"/>
                    <a:pt x="153127" y="636361"/>
                  </a:cubicBezTo>
                  <a:cubicBezTo>
                    <a:pt x="153464" y="636260"/>
                    <a:pt x="153228" y="636361"/>
                    <a:pt x="154541" y="635486"/>
                  </a:cubicBezTo>
                  <a:cubicBezTo>
                    <a:pt x="155853" y="634612"/>
                    <a:pt x="156829" y="633199"/>
                    <a:pt x="157132" y="632862"/>
                  </a:cubicBezTo>
                  <a:cubicBezTo>
                    <a:pt x="157469" y="632526"/>
                    <a:pt x="159421" y="630474"/>
                    <a:pt x="159858" y="629936"/>
                  </a:cubicBezTo>
                  <a:cubicBezTo>
                    <a:pt x="160296" y="629397"/>
                    <a:pt x="161474" y="627447"/>
                    <a:pt x="161474" y="627447"/>
                  </a:cubicBezTo>
                  <a:cubicBezTo>
                    <a:pt x="161474" y="627447"/>
                    <a:pt x="163863" y="624284"/>
                    <a:pt x="164200" y="623746"/>
                  </a:cubicBezTo>
                  <a:cubicBezTo>
                    <a:pt x="164536" y="623208"/>
                    <a:pt x="165714" y="619507"/>
                    <a:pt x="165714" y="619507"/>
                  </a:cubicBezTo>
                  <a:cubicBezTo>
                    <a:pt x="165714" y="619507"/>
                    <a:pt x="166488" y="617994"/>
                    <a:pt x="167228" y="617893"/>
                  </a:cubicBezTo>
                  <a:cubicBezTo>
                    <a:pt x="168003" y="617792"/>
                    <a:pt x="170594" y="614731"/>
                    <a:pt x="170594" y="614731"/>
                  </a:cubicBezTo>
                  <a:lnTo>
                    <a:pt x="170931" y="611131"/>
                  </a:lnTo>
                  <a:cubicBezTo>
                    <a:pt x="170931" y="611131"/>
                    <a:pt x="171469" y="610055"/>
                    <a:pt x="171806" y="609718"/>
                  </a:cubicBezTo>
                  <a:cubicBezTo>
                    <a:pt x="172142" y="609382"/>
                    <a:pt x="173421" y="607330"/>
                    <a:pt x="173421" y="607330"/>
                  </a:cubicBezTo>
                  <a:cubicBezTo>
                    <a:pt x="173421" y="607330"/>
                    <a:pt x="174060" y="606354"/>
                    <a:pt x="174397" y="606253"/>
                  </a:cubicBezTo>
                  <a:cubicBezTo>
                    <a:pt x="174734" y="606153"/>
                    <a:pt x="175474" y="605480"/>
                    <a:pt x="176349" y="605480"/>
                  </a:cubicBezTo>
                  <a:cubicBezTo>
                    <a:pt x="177224" y="605480"/>
                    <a:pt x="180152" y="605042"/>
                    <a:pt x="180152" y="605042"/>
                  </a:cubicBezTo>
                  <a:cubicBezTo>
                    <a:pt x="180152" y="605042"/>
                    <a:pt x="181767" y="605244"/>
                    <a:pt x="182104" y="605244"/>
                  </a:cubicBezTo>
                  <a:cubicBezTo>
                    <a:pt x="182440" y="605244"/>
                    <a:pt x="184056" y="607969"/>
                    <a:pt x="184056" y="607969"/>
                  </a:cubicBezTo>
                  <a:cubicBezTo>
                    <a:pt x="184056" y="607969"/>
                    <a:pt x="183618" y="608743"/>
                    <a:pt x="183181" y="609382"/>
                  </a:cubicBezTo>
                  <a:cubicBezTo>
                    <a:pt x="182743" y="610021"/>
                    <a:pt x="181969" y="611770"/>
                    <a:pt x="181969" y="611770"/>
                  </a:cubicBezTo>
                  <a:cubicBezTo>
                    <a:pt x="181969" y="611770"/>
                    <a:pt x="181330" y="613856"/>
                    <a:pt x="181330" y="614495"/>
                  </a:cubicBezTo>
                  <a:cubicBezTo>
                    <a:pt x="181330" y="615134"/>
                    <a:pt x="181767" y="618532"/>
                    <a:pt x="181767" y="618532"/>
                  </a:cubicBezTo>
                  <a:cubicBezTo>
                    <a:pt x="181767" y="618532"/>
                    <a:pt x="182306" y="620483"/>
                    <a:pt x="182743" y="621156"/>
                  </a:cubicBezTo>
                  <a:cubicBezTo>
                    <a:pt x="183181" y="621795"/>
                    <a:pt x="183820" y="623746"/>
                    <a:pt x="184359" y="624520"/>
                  </a:cubicBezTo>
                  <a:cubicBezTo>
                    <a:pt x="184897" y="625294"/>
                    <a:pt x="187623" y="627682"/>
                    <a:pt x="187623" y="627682"/>
                  </a:cubicBezTo>
                  <a:lnTo>
                    <a:pt x="189575" y="631382"/>
                  </a:lnTo>
                  <a:cubicBezTo>
                    <a:pt x="189575" y="631382"/>
                    <a:pt x="192941" y="634309"/>
                    <a:pt x="193378" y="634309"/>
                  </a:cubicBezTo>
                  <a:cubicBezTo>
                    <a:pt x="193816" y="634309"/>
                    <a:pt x="198696" y="633973"/>
                    <a:pt x="198696" y="633973"/>
                  </a:cubicBezTo>
                  <a:lnTo>
                    <a:pt x="200648" y="636563"/>
                  </a:lnTo>
                  <a:lnTo>
                    <a:pt x="201825" y="640902"/>
                  </a:lnTo>
                  <a:lnTo>
                    <a:pt x="204989" y="648942"/>
                  </a:lnTo>
                  <a:lnTo>
                    <a:pt x="208893" y="655569"/>
                  </a:lnTo>
                  <a:lnTo>
                    <a:pt x="208994" y="658630"/>
                  </a:lnTo>
                  <a:lnTo>
                    <a:pt x="210205" y="662432"/>
                  </a:lnTo>
                  <a:lnTo>
                    <a:pt x="213234" y="666435"/>
                  </a:lnTo>
                  <a:cubicBezTo>
                    <a:pt x="213234" y="666435"/>
                    <a:pt x="214883" y="667511"/>
                    <a:pt x="215287" y="667511"/>
                  </a:cubicBezTo>
                  <a:cubicBezTo>
                    <a:pt x="215725" y="667511"/>
                    <a:pt x="218215" y="669563"/>
                    <a:pt x="218215" y="669563"/>
                  </a:cubicBezTo>
                  <a:cubicBezTo>
                    <a:pt x="218215" y="669563"/>
                    <a:pt x="218552" y="670774"/>
                    <a:pt x="218855" y="671178"/>
                  </a:cubicBezTo>
                  <a:cubicBezTo>
                    <a:pt x="219191" y="671615"/>
                    <a:pt x="219191" y="672793"/>
                    <a:pt x="219191" y="673264"/>
                  </a:cubicBezTo>
                  <a:cubicBezTo>
                    <a:pt x="219191" y="673701"/>
                    <a:pt x="219090" y="676628"/>
                    <a:pt x="218855" y="677065"/>
                  </a:cubicBezTo>
                  <a:cubicBezTo>
                    <a:pt x="218619" y="677502"/>
                    <a:pt x="218518" y="678579"/>
                    <a:pt x="218081" y="679117"/>
                  </a:cubicBezTo>
                  <a:cubicBezTo>
                    <a:pt x="217643" y="679655"/>
                    <a:pt x="216667" y="681606"/>
                    <a:pt x="215893" y="681943"/>
                  </a:cubicBezTo>
                  <a:cubicBezTo>
                    <a:pt x="215119" y="682279"/>
                    <a:pt x="214682" y="682582"/>
                    <a:pt x="214379" y="682716"/>
                  </a:cubicBezTo>
                  <a:cubicBezTo>
                    <a:pt x="214042" y="682817"/>
                    <a:pt x="216129" y="682817"/>
                    <a:pt x="211787" y="683356"/>
                  </a:cubicBezTo>
                  <a:cubicBezTo>
                    <a:pt x="207446" y="683894"/>
                    <a:pt x="206234" y="684331"/>
                    <a:pt x="206234" y="684331"/>
                  </a:cubicBezTo>
                  <a:cubicBezTo>
                    <a:pt x="206234" y="684331"/>
                    <a:pt x="204821" y="684768"/>
                    <a:pt x="204383" y="684768"/>
                  </a:cubicBezTo>
                  <a:cubicBezTo>
                    <a:pt x="203946" y="684768"/>
                    <a:pt x="202633" y="685307"/>
                    <a:pt x="202532" y="685643"/>
                  </a:cubicBezTo>
                  <a:cubicBezTo>
                    <a:pt x="202431" y="685979"/>
                    <a:pt x="202431" y="688132"/>
                    <a:pt x="202532" y="688570"/>
                  </a:cubicBezTo>
                  <a:cubicBezTo>
                    <a:pt x="202633" y="689007"/>
                    <a:pt x="203172" y="691059"/>
                    <a:pt x="204047" y="692606"/>
                  </a:cubicBezTo>
                  <a:cubicBezTo>
                    <a:pt x="204922" y="694120"/>
                    <a:pt x="204821" y="696408"/>
                    <a:pt x="205124" y="696509"/>
                  </a:cubicBezTo>
                  <a:cubicBezTo>
                    <a:pt x="205460" y="696610"/>
                    <a:pt x="206874" y="700310"/>
                    <a:pt x="207311" y="700646"/>
                  </a:cubicBezTo>
                  <a:cubicBezTo>
                    <a:pt x="207749" y="700983"/>
                    <a:pt x="209263" y="703472"/>
                    <a:pt x="210138" y="703573"/>
                  </a:cubicBezTo>
                  <a:cubicBezTo>
                    <a:pt x="211013" y="703674"/>
                    <a:pt x="212965" y="708350"/>
                    <a:pt x="212965" y="708350"/>
                  </a:cubicBezTo>
                  <a:lnTo>
                    <a:pt x="214816" y="712689"/>
                  </a:lnTo>
                  <a:lnTo>
                    <a:pt x="217408" y="717466"/>
                  </a:lnTo>
                  <a:lnTo>
                    <a:pt x="221749" y="723454"/>
                  </a:lnTo>
                  <a:lnTo>
                    <a:pt x="226326" y="726482"/>
                  </a:lnTo>
                  <a:lnTo>
                    <a:pt x="232417" y="727121"/>
                  </a:lnTo>
                  <a:cubicBezTo>
                    <a:pt x="232417" y="727121"/>
                    <a:pt x="235682" y="726482"/>
                    <a:pt x="236321" y="726145"/>
                  </a:cubicBezTo>
                  <a:cubicBezTo>
                    <a:pt x="236961" y="725809"/>
                    <a:pt x="239788" y="722243"/>
                    <a:pt x="240124" y="721806"/>
                  </a:cubicBezTo>
                  <a:cubicBezTo>
                    <a:pt x="240461" y="721368"/>
                    <a:pt x="241639" y="719518"/>
                    <a:pt x="241874" y="719215"/>
                  </a:cubicBezTo>
                  <a:cubicBezTo>
                    <a:pt x="242076" y="718879"/>
                    <a:pt x="243187" y="718576"/>
                    <a:pt x="243187" y="718576"/>
                  </a:cubicBezTo>
                  <a:lnTo>
                    <a:pt x="245576" y="718778"/>
                  </a:lnTo>
                  <a:lnTo>
                    <a:pt x="246216" y="720628"/>
                  </a:lnTo>
                  <a:lnTo>
                    <a:pt x="250019" y="722916"/>
                  </a:lnTo>
                  <a:lnTo>
                    <a:pt x="254259" y="724362"/>
                  </a:lnTo>
                  <a:lnTo>
                    <a:pt x="257154" y="719888"/>
                  </a:lnTo>
                  <a:lnTo>
                    <a:pt x="258298" y="719316"/>
                  </a:lnTo>
                  <a:lnTo>
                    <a:pt x="261495" y="718307"/>
                  </a:lnTo>
                  <a:lnTo>
                    <a:pt x="263817" y="719182"/>
                  </a:lnTo>
                  <a:lnTo>
                    <a:pt x="267014" y="722209"/>
                  </a:lnTo>
                  <a:lnTo>
                    <a:pt x="267452" y="727289"/>
                  </a:lnTo>
                  <a:lnTo>
                    <a:pt x="269337" y="733815"/>
                  </a:lnTo>
                  <a:lnTo>
                    <a:pt x="271524" y="739904"/>
                  </a:lnTo>
                  <a:lnTo>
                    <a:pt x="274553" y="744546"/>
                  </a:lnTo>
                  <a:lnTo>
                    <a:pt x="279029" y="751072"/>
                  </a:lnTo>
                  <a:lnTo>
                    <a:pt x="279904" y="753965"/>
                  </a:lnTo>
                  <a:lnTo>
                    <a:pt x="279904" y="760323"/>
                  </a:lnTo>
                  <a:lnTo>
                    <a:pt x="280644" y="766546"/>
                  </a:lnTo>
                  <a:lnTo>
                    <a:pt x="280342" y="770449"/>
                  </a:lnTo>
                  <a:cubicBezTo>
                    <a:pt x="280342" y="770449"/>
                    <a:pt x="284414" y="775091"/>
                    <a:pt x="285121" y="775091"/>
                  </a:cubicBezTo>
                  <a:cubicBezTo>
                    <a:pt x="285861" y="775091"/>
                    <a:pt x="287712" y="775091"/>
                    <a:pt x="287712" y="775091"/>
                  </a:cubicBezTo>
                  <a:lnTo>
                    <a:pt x="292356" y="774788"/>
                  </a:lnTo>
                  <a:lnTo>
                    <a:pt x="293803" y="780440"/>
                  </a:lnTo>
                  <a:cubicBezTo>
                    <a:pt x="293803" y="780440"/>
                    <a:pt x="294106" y="785351"/>
                    <a:pt x="294376" y="785956"/>
                  </a:cubicBezTo>
                  <a:cubicBezTo>
                    <a:pt x="294678" y="786528"/>
                    <a:pt x="297001" y="797831"/>
                    <a:pt x="297001" y="797831"/>
                  </a:cubicBezTo>
                  <a:lnTo>
                    <a:pt x="298448" y="801161"/>
                  </a:lnTo>
                  <a:lnTo>
                    <a:pt x="300635" y="804492"/>
                  </a:lnTo>
                  <a:lnTo>
                    <a:pt x="306424" y="806948"/>
                  </a:lnTo>
                  <a:lnTo>
                    <a:pt x="306491" y="809134"/>
                  </a:lnTo>
                  <a:lnTo>
                    <a:pt x="305986" y="815088"/>
                  </a:lnTo>
                  <a:lnTo>
                    <a:pt x="305986" y="817679"/>
                  </a:lnTo>
                  <a:lnTo>
                    <a:pt x="306727" y="819697"/>
                  </a:lnTo>
                  <a:lnTo>
                    <a:pt x="309116" y="825651"/>
                  </a:lnTo>
                  <a:lnTo>
                    <a:pt x="311506" y="830428"/>
                  </a:lnTo>
                  <a:lnTo>
                    <a:pt x="314131" y="834330"/>
                  </a:lnTo>
                  <a:lnTo>
                    <a:pt x="319919" y="836517"/>
                  </a:lnTo>
                  <a:lnTo>
                    <a:pt x="322679" y="837391"/>
                  </a:lnTo>
                  <a:lnTo>
                    <a:pt x="325001" y="838569"/>
                  </a:lnTo>
                  <a:lnTo>
                    <a:pt x="328198" y="842908"/>
                  </a:lnTo>
                  <a:lnTo>
                    <a:pt x="329073" y="849132"/>
                  </a:lnTo>
                  <a:lnTo>
                    <a:pt x="328939" y="850713"/>
                  </a:lnTo>
                  <a:lnTo>
                    <a:pt x="328501" y="854178"/>
                  </a:lnTo>
                  <a:lnTo>
                    <a:pt x="327626" y="856499"/>
                  </a:lnTo>
                  <a:lnTo>
                    <a:pt x="328064" y="858955"/>
                  </a:lnTo>
                  <a:cubicBezTo>
                    <a:pt x="328064" y="858955"/>
                    <a:pt x="329814" y="859695"/>
                    <a:pt x="331530" y="859695"/>
                  </a:cubicBezTo>
                  <a:cubicBezTo>
                    <a:pt x="333280" y="859695"/>
                    <a:pt x="338934" y="855490"/>
                    <a:pt x="338934" y="855490"/>
                  </a:cubicBezTo>
                  <a:lnTo>
                    <a:pt x="340819" y="855927"/>
                  </a:lnTo>
                  <a:lnTo>
                    <a:pt x="338362" y="863328"/>
                  </a:lnTo>
                  <a:lnTo>
                    <a:pt x="337050" y="865783"/>
                  </a:lnTo>
                  <a:lnTo>
                    <a:pt x="334727" y="868104"/>
                  </a:lnTo>
                  <a:cubicBezTo>
                    <a:pt x="334727" y="868104"/>
                    <a:pt x="331833" y="870291"/>
                    <a:pt x="330958" y="870291"/>
                  </a:cubicBezTo>
                  <a:cubicBezTo>
                    <a:pt x="330083" y="870291"/>
                    <a:pt x="327761" y="870863"/>
                    <a:pt x="326919" y="871300"/>
                  </a:cubicBezTo>
                  <a:cubicBezTo>
                    <a:pt x="326044" y="871738"/>
                    <a:pt x="324732" y="873319"/>
                    <a:pt x="324732" y="873319"/>
                  </a:cubicBezTo>
                  <a:cubicBezTo>
                    <a:pt x="324732" y="873319"/>
                    <a:pt x="324597" y="876346"/>
                    <a:pt x="324867" y="876952"/>
                  </a:cubicBezTo>
                  <a:cubicBezTo>
                    <a:pt x="325170" y="877523"/>
                    <a:pt x="326617" y="881728"/>
                    <a:pt x="326617" y="881728"/>
                  </a:cubicBezTo>
                  <a:lnTo>
                    <a:pt x="333011" y="885799"/>
                  </a:lnTo>
                  <a:lnTo>
                    <a:pt x="339977" y="888995"/>
                  </a:lnTo>
                  <a:lnTo>
                    <a:pt x="343309" y="892190"/>
                  </a:lnTo>
                  <a:lnTo>
                    <a:pt x="344184" y="894209"/>
                  </a:lnTo>
                  <a:lnTo>
                    <a:pt x="347382" y="898986"/>
                  </a:lnTo>
                  <a:lnTo>
                    <a:pt x="351285" y="905512"/>
                  </a:lnTo>
                  <a:lnTo>
                    <a:pt x="349401" y="908707"/>
                  </a:lnTo>
                  <a:lnTo>
                    <a:pt x="343040" y="910019"/>
                  </a:lnTo>
                  <a:lnTo>
                    <a:pt x="339843" y="910154"/>
                  </a:lnTo>
                  <a:lnTo>
                    <a:pt x="338833" y="915671"/>
                  </a:lnTo>
                  <a:lnTo>
                    <a:pt x="340146" y="920582"/>
                  </a:lnTo>
                  <a:cubicBezTo>
                    <a:pt x="340146" y="920582"/>
                    <a:pt x="344353" y="922903"/>
                    <a:pt x="345228" y="922903"/>
                  </a:cubicBezTo>
                  <a:cubicBezTo>
                    <a:pt x="346103" y="922903"/>
                    <a:pt x="350444" y="922903"/>
                    <a:pt x="350444" y="922903"/>
                  </a:cubicBezTo>
                  <a:cubicBezTo>
                    <a:pt x="350444" y="922903"/>
                    <a:pt x="352194" y="920885"/>
                    <a:pt x="353069" y="920448"/>
                  </a:cubicBezTo>
                  <a:cubicBezTo>
                    <a:pt x="353944" y="920010"/>
                    <a:pt x="355526" y="918698"/>
                    <a:pt x="355526" y="918698"/>
                  </a:cubicBezTo>
                  <a:lnTo>
                    <a:pt x="357545" y="917252"/>
                  </a:lnTo>
                  <a:lnTo>
                    <a:pt x="358992" y="919876"/>
                  </a:lnTo>
                  <a:lnTo>
                    <a:pt x="359564" y="924955"/>
                  </a:lnTo>
                  <a:lnTo>
                    <a:pt x="361012" y="929867"/>
                  </a:lnTo>
                  <a:lnTo>
                    <a:pt x="364041" y="932188"/>
                  </a:lnTo>
                  <a:lnTo>
                    <a:pt x="365185" y="934375"/>
                  </a:lnTo>
                  <a:lnTo>
                    <a:pt x="365185" y="939454"/>
                  </a:lnTo>
                  <a:lnTo>
                    <a:pt x="365488" y="942784"/>
                  </a:lnTo>
                  <a:lnTo>
                    <a:pt x="365925" y="946989"/>
                  </a:lnTo>
                  <a:cubicBezTo>
                    <a:pt x="365925" y="946989"/>
                    <a:pt x="366935" y="948604"/>
                    <a:pt x="368954" y="948873"/>
                  </a:cubicBezTo>
                  <a:cubicBezTo>
                    <a:pt x="370973" y="949176"/>
                    <a:pt x="374911" y="949445"/>
                    <a:pt x="375483" y="949445"/>
                  </a:cubicBezTo>
                  <a:cubicBezTo>
                    <a:pt x="376055" y="949445"/>
                    <a:pt x="380834" y="947259"/>
                    <a:pt x="382012" y="946418"/>
                  </a:cubicBezTo>
                  <a:cubicBezTo>
                    <a:pt x="383156" y="945543"/>
                    <a:pt x="385344" y="944332"/>
                    <a:pt x="386522" y="944029"/>
                  </a:cubicBezTo>
                  <a:cubicBezTo>
                    <a:pt x="387666" y="943726"/>
                    <a:pt x="393623" y="940329"/>
                    <a:pt x="393623" y="940329"/>
                  </a:cubicBezTo>
                  <a:lnTo>
                    <a:pt x="399109" y="940329"/>
                  </a:lnTo>
                  <a:cubicBezTo>
                    <a:pt x="399109" y="940329"/>
                    <a:pt x="403315" y="937301"/>
                    <a:pt x="403753" y="937133"/>
                  </a:cubicBezTo>
                  <a:cubicBezTo>
                    <a:pt x="404190" y="936998"/>
                    <a:pt x="407522" y="932928"/>
                    <a:pt x="408094" y="932928"/>
                  </a:cubicBezTo>
                  <a:cubicBezTo>
                    <a:pt x="408667" y="932928"/>
                    <a:pt x="410114" y="931784"/>
                    <a:pt x="410551" y="931616"/>
                  </a:cubicBezTo>
                  <a:cubicBezTo>
                    <a:pt x="410989" y="931482"/>
                    <a:pt x="412570" y="929160"/>
                    <a:pt x="412570" y="929160"/>
                  </a:cubicBezTo>
                  <a:cubicBezTo>
                    <a:pt x="412570" y="929160"/>
                    <a:pt x="414018" y="928017"/>
                    <a:pt x="414893" y="928017"/>
                  </a:cubicBezTo>
                  <a:cubicBezTo>
                    <a:pt x="415768" y="928017"/>
                    <a:pt x="419234" y="927075"/>
                    <a:pt x="420412" y="927075"/>
                  </a:cubicBezTo>
                  <a:cubicBezTo>
                    <a:pt x="421556" y="927075"/>
                    <a:pt x="425763" y="926436"/>
                    <a:pt x="425763" y="926436"/>
                  </a:cubicBezTo>
                  <a:lnTo>
                    <a:pt x="428657" y="926436"/>
                  </a:lnTo>
                  <a:lnTo>
                    <a:pt x="432427" y="922971"/>
                  </a:lnTo>
                  <a:lnTo>
                    <a:pt x="438215" y="917757"/>
                  </a:lnTo>
                  <a:lnTo>
                    <a:pt x="441984" y="913989"/>
                  </a:lnTo>
                  <a:lnTo>
                    <a:pt x="446898" y="912845"/>
                  </a:lnTo>
                  <a:cubicBezTo>
                    <a:pt x="446898" y="912845"/>
                    <a:pt x="448211" y="913720"/>
                    <a:pt x="448211" y="914864"/>
                  </a:cubicBezTo>
                  <a:cubicBezTo>
                    <a:pt x="448211" y="916007"/>
                    <a:pt x="445182" y="920650"/>
                    <a:pt x="445182" y="920650"/>
                  </a:cubicBezTo>
                  <a:lnTo>
                    <a:pt x="445182" y="923845"/>
                  </a:lnTo>
                  <a:lnTo>
                    <a:pt x="449254" y="926436"/>
                  </a:lnTo>
                  <a:lnTo>
                    <a:pt x="453023" y="926436"/>
                  </a:lnTo>
                  <a:lnTo>
                    <a:pt x="455345" y="924686"/>
                  </a:lnTo>
                  <a:lnTo>
                    <a:pt x="459115" y="922668"/>
                  </a:lnTo>
                  <a:lnTo>
                    <a:pt x="464399" y="921154"/>
                  </a:lnTo>
                  <a:cubicBezTo>
                    <a:pt x="464399" y="921154"/>
                    <a:pt x="467865" y="920010"/>
                    <a:pt x="468168" y="920010"/>
                  </a:cubicBezTo>
                  <a:cubicBezTo>
                    <a:pt x="468471" y="920010"/>
                    <a:pt x="470759" y="918564"/>
                    <a:pt x="470759" y="918564"/>
                  </a:cubicBezTo>
                  <a:cubicBezTo>
                    <a:pt x="470759" y="918564"/>
                    <a:pt x="473889" y="918698"/>
                    <a:pt x="474461" y="918564"/>
                  </a:cubicBezTo>
                  <a:cubicBezTo>
                    <a:pt x="475033" y="918429"/>
                    <a:pt x="477928" y="918497"/>
                    <a:pt x="478735" y="918429"/>
                  </a:cubicBezTo>
                  <a:cubicBezTo>
                    <a:pt x="479543" y="918362"/>
                    <a:pt x="481764" y="917286"/>
                    <a:pt x="482000" y="917286"/>
                  </a:cubicBezTo>
                  <a:cubicBezTo>
                    <a:pt x="482235" y="917286"/>
                    <a:pt x="483750" y="916781"/>
                    <a:pt x="484255" y="915536"/>
                  </a:cubicBezTo>
                  <a:cubicBezTo>
                    <a:pt x="484760" y="914292"/>
                    <a:pt x="485837" y="912206"/>
                    <a:pt x="485837" y="911836"/>
                  </a:cubicBezTo>
                  <a:cubicBezTo>
                    <a:pt x="485837" y="911466"/>
                    <a:pt x="486409" y="907126"/>
                    <a:pt x="486409" y="907126"/>
                  </a:cubicBezTo>
                  <a:lnTo>
                    <a:pt x="484793" y="901408"/>
                  </a:lnTo>
                  <a:lnTo>
                    <a:pt x="483111" y="897875"/>
                  </a:lnTo>
                  <a:cubicBezTo>
                    <a:pt x="483111" y="897875"/>
                    <a:pt x="484187" y="897337"/>
                    <a:pt x="484961" y="897102"/>
                  </a:cubicBezTo>
                  <a:cubicBezTo>
                    <a:pt x="485735" y="896866"/>
                    <a:pt x="486712" y="896866"/>
                    <a:pt x="487149" y="896866"/>
                  </a:cubicBezTo>
                  <a:cubicBezTo>
                    <a:pt x="487586" y="896866"/>
                    <a:pt x="489538" y="896866"/>
                    <a:pt x="489538" y="896866"/>
                  </a:cubicBezTo>
                  <a:cubicBezTo>
                    <a:pt x="489538" y="896866"/>
                    <a:pt x="490750" y="895117"/>
                    <a:pt x="490750" y="894579"/>
                  </a:cubicBezTo>
                  <a:cubicBezTo>
                    <a:pt x="490750" y="894041"/>
                    <a:pt x="491389" y="891753"/>
                    <a:pt x="491389" y="891316"/>
                  </a:cubicBezTo>
                  <a:cubicBezTo>
                    <a:pt x="491389" y="890879"/>
                    <a:pt x="491726" y="889028"/>
                    <a:pt x="491389" y="888927"/>
                  </a:cubicBezTo>
                  <a:cubicBezTo>
                    <a:pt x="491053" y="888826"/>
                    <a:pt x="490312" y="888053"/>
                    <a:pt x="489740" y="887414"/>
                  </a:cubicBezTo>
                  <a:cubicBezTo>
                    <a:pt x="489202" y="886774"/>
                    <a:pt x="488125" y="885227"/>
                    <a:pt x="487452" y="884588"/>
                  </a:cubicBezTo>
                  <a:cubicBezTo>
                    <a:pt x="486812" y="883949"/>
                    <a:pt x="485702" y="881998"/>
                    <a:pt x="485399" y="881762"/>
                  </a:cubicBezTo>
                  <a:cubicBezTo>
                    <a:pt x="485062" y="881527"/>
                    <a:pt x="483750" y="878163"/>
                    <a:pt x="483750" y="878163"/>
                  </a:cubicBezTo>
                  <a:cubicBezTo>
                    <a:pt x="483750" y="878163"/>
                    <a:pt x="483413" y="877523"/>
                    <a:pt x="483413" y="876414"/>
                  </a:cubicBezTo>
                  <a:cubicBezTo>
                    <a:pt x="483413" y="875337"/>
                    <a:pt x="483413" y="869887"/>
                    <a:pt x="483413" y="869887"/>
                  </a:cubicBezTo>
                  <a:cubicBezTo>
                    <a:pt x="483413" y="869887"/>
                    <a:pt x="484288" y="866523"/>
                    <a:pt x="484288" y="866086"/>
                  </a:cubicBezTo>
                  <a:cubicBezTo>
                    <a:pt x="484288" y="865649"/>
                    <a:pt x="482639" y="859997"/>
                    <a:pt x="482639" y="859997"/>
                  </a:cubicBezTo>
                  <a:lnTo>
                    <a:pt x="481865" y="857710"/>
                  </a:lnTo>
                  <a:cubicBezTo>
                    <a:pt x="481865" y="857710"/>
                    <a:pt x="479812" y="854682"/>
                    <a:pt x="479375" y="854884"/>
                  </a:cubicBezTo>
                  <a:cubicBezTo>
                    <a:pt x="478937" y="855086"/>
                    <a:pt x="478601" y="853269"/>
                    <a:pt x="478500" y="852933"/>
                  </a:cubicBezTo>
                  <a:cubicBezTo>
                    <a:pt x="478399" y="852597"/>
                    <a:pt x="477961" y="848795"/>
                    <a:pt x="477961" y="848358"/>
                  </a:cubicBezTo>
                  <a:cubicBezTo>
                    <a:pt x="477961" y="847921"/>
                    <a:pt x="480115" y="845196"/>
                    <a:pt x="480351" y="844321"/>
                  </a:cubicBezTo>
                  <a:cubicBezTo>
                    <a:pt x="480553" y="843447"/>
                    <a:pt x="481663" y="841596"/>
                    <a:pt x="481663" y="841596"/>
                  </a:cubicBezTo>
                  <a:cubicBezTo>
                    <a:pt x="481663" y="841596"/>
                    <a:pt x="482437" y="838132"/>
                    <a:pt x="482639" y="837694"/>
                  </a:cubicBezTo>
                  <a:cubicBezTo>
                    <a:pt x="482875" y="837257"/>
                    <a:pt x="483413" y="831942"/>
                    <a:pt x="483413" y="831942"/>
                  </a:cubicBezTo>
                  <a:lnTo>
                    <a:pt x="483413" y="829890"/>
                  </a:lnTo>
                  <a:cubicBezTo>
                    <a:pt x="483413" y="829890"/>
                    <a:pt x="484490" y="824911"/>
                    <a:pt x="484288" y="824575"/>
                  </a:cubicBezTo>
                  <a:cubicBezTo>
                    <a:pt x="484053" y="824238"/>
                    <a:pt x="482976" y="819899"/>
                    <a:pt x="482976" y="819899"/>
                  </a:cubicBezTo>
                  <a:lnTo>
                    <a:pt x="483312" y="816097"/>
                  </a:lnTo>
                  <a:cubicBezTo>
                    <a:pt x="483312" y="816097"/>
                    <a:pt x="483514" y="814786"/>
                    <a:pt x="483111" y="814147"/>
                  </a:cubicBezTo>
                  <a:cubicBezTo>
                    <a:pt x="482673" y="813507"/>
                    <a:pt x="481158" y="811220"/>
                    <a:pt x="480183" y="810883"/>
                  </a:cubicBezTo>
                  <a:cubicBezTo>
                    <a:pt x="479206" y="810547"/>
                    <a:pt x="478668" y="810009"/>
                    <a:pt x="478668" y="810009"/>
                  </a:cubicBezTo>
                  <a:cubicBezTo>
                    <a:pt x="478668" y="810009"/>
                    <a:pt x="477793" y="809471"/>
                    <a:pt x="478668" y="807721"/>
                  </a:cubicBezTo>
                  <a:cubicBezTo>
                    <a:pt x="479543" y="805972"/>
                    <a:pt x="480620" y="804559"/>
                    <a:pt x="480620" y="804559"/>
                  </a:cubicBezTo>
                  <a:lnTo>
                    <a:pt x="483346" y="802070"/>
                  </a:lnTo>
                  <a:lnTo>
                    <a:pt x="485197" y="799782"/>
                  </a:lnTo>
                  <a:cubicBezTo>
                    <a:pt x="485197" y="799782"/>
                    <a:pt x="485433" y="796082"/>
                    <a:pt x="485534" y="795645"/>
                  </a:cubicBezTo>
                  <a:cubicBezTo>
                    <a:pt x="485635" y="795207"/>
                    <a:pt x="485971" y="791742"/>
                    <a:pt x="485971" y="791742"/>
                  </a:cubicBezTo>
                  <a:cubicBezTo>
                    <a:pt x="485971" y="791742"/>
                    <a:pt x="486846" y="791406"/>
                    <a:pt x="487586" y="791406"/>
                  </a:cubicBezTo>
                  <a:cubicBezTo>
                    <a:pt x="488361" y="791406"/>
                    <a:pt x="489640" y="792819"/>
                    <a:pt x="489640" y="792819"/>
                  </a:cubicBezTo>
                  <a:cubicBezTo>
                    <a:pt x="489640" y="792819"/>
                    <a:pt x="490279" y="795308"/>
                    <a:pt x="490514" y="795746"/>
                  </a:cubicBezTo>
                  <a:cubicBezTo>
                    <a:pt x="490750" y="796183"/>
                    <a:pt x="491289" y="799547"/>
                    <a:pt x="491289" y="799547"/>
                  </a:cubicBezTo>
                  <a:cubicBezTo>
                    <a:pt x="491289" y="799547"/>
                    <a:pt x="491962" y="801061"/>
                    <a:pt x="492938" y="801061"/>
                  </a:cubicBezTo>
                  <a:cubicBezTo>
                    <a:pt x="493913" y="801061"/>
                    <a:pt x="496640" y="799984"/>
                    <a:pt x="496942" y="799850"/>
                  </a:cubicBezTo>
                  <a:cubicBezTo>
                    <a:pt x="497279" y="799749"/>
                    <a:pt x="499567" y="795409"/>
                    <a:pt x="499567" y="795409"/>
                  </a:cubicBezTo>
                  <a:lnTo>
                    <a:pt x="503034" y="793794"/>
                  </a:lnTo>
                  <a:lnTo>
                    <a:pt x="508486" y="788782"/>
                  </a:lnTo>
                  <a:lnTo>
                    <a:pt x="510976" y="786057"/>
                  </a:lnTo>
                  <a:cubicBezTo>
                    <a:pt x="510976" y="786057"/>
                    <a:pt x="513904" y="782357"/>
                    <a:pt x="514342" y="781718"/>
                  </a:cubicBezTo>
                  <a:cubicBezTo>
                    <a:pt x="514779" y="781079"/>
                    <a:pt x="515654" y="779666"/>
                    <a:pt x="516092" y="778993"/>
                  </a:cubicBezTo>
                  <a:cubicBezTo>
                    <a:pt x="516529" y="778354"/>
                    <a:pt x="518683" y="776706"/>
                    <a:pt x="519356" y="776605"/>
                  </a:cubicBezTo>
                  <a:cubicBezTo>
                    <a:pt x="519996" y="776504"/>
                    <a:pt x="520972" y="775730"/>
                    <a:pt x="521847" y="775629"/>
                  </a:cubicBezTo>
                  <a:cubicBezTo>
                    <a:pt x="522722" y="775528"/>
                    <a:pt x="524236" y="774990"/>
                    <a:pt x="524236" y="774990"/>
                  </a:cubicBezTo>
                  <a:cubicBezTo>
                    <a:pt x="524236" y="774990"/>
                    <a:pt x="524674" y="774990"/>
                    <a:pt x="525111" y="773913"/>
                  </a:cubicBezTo>
                  <a:cubicBezTo>
                    <a:pt x="525549" y="772837"/>
                    <a:pt x="526861" y="770213"/>
                    <a:pt x="527265" y="769675"/>
                  </a:cubicBezTo>
                  <a:cubicBezTo>
                    <a:pt x="527703" y="769137"/>
                    <a:pt x="528140" y="768060"/>
                    <a:pt x="528780" y="767085"/>
                  </a:cubicBezTo>
                  <a:cubicBezTo>
                    <a:pt x="529419" y="766109"/>
                    <a:pt x="529857" y="764898"/>
                    <a:pt x="530294" y="764696"/>
                  </a:cubicBezTo>
                  <a:cubicBezTo>
                    <a:pt x="530732" y="764461"/>
                    <a:pt x="531910" y="762846"/>
                    <a:pt x="532246" y="762745"/>
                  </a:cubicBezTo>
                  <a:cubicBezTo>
                    <a:pt x="532583" y="762644"/>
                    <a:pt x="534097" y="760559"/>
                    <a:pt x="534636" y="760256"/>
                  </a:cubicBezTo>
                  <a:cubicBezTo>
                    <a:pt x="535174" y="759919"/>
                    <a:pt x="536823" y="758506"/>
                    <a:pt x="536823" y="758506"/>
                  </a:cubicBezTo>
                  <a:lnTo>
                    <a:pt x="538237" y="757531"/>
                  </a:lnTo>
                  <a:lnTo>
                    <a:pt x="539650" y="757094"/>
                  </a:lnTo>
                  <a:lnTo>
                    <a:pt x="542713" y="755142"/>
                  </a:lnTo>
                  <a:cubicBezTo>
                    <a:pt x="542713" y="755142"/>
                    <a:pt x="546179" y="751442"/>
                    <a:pt x="546415" y="751139"/>
                  </a:cubicBezTo>
                  <a:cubicBezTo>
                    <a:pt x="546617" y="750803"/>
                    <a:pt x="548367" y="747775"/>
                    <a:pt x="548367" y="747775"/>
                  </a:cubicBezTo>
                  <a:cubicBezTo>
                    <a:pt x="548367" y="747775"/>
                    <a:pt x="549242" y="745824"/>
                    <a:pt x="549242" y="745488"/>
                  </a:cubicBezTo>
                  <a:cubicBezTo>
                    <a:pt x="549242" y="745152"/>
                    <a:pt x="549780" y="742561"/>
                    <a:pt x="549780" y="742225"/>
                  </a:cubicBezTo>
                  <a:cubicBezTo>
                    <a:pt x="549780" y="741888"/>
                    <a:pt x="550117" y="739635"/>
                    <a:pt x="550117" y="739635"/>
                  </a:cubicBezTo>
                  <a:cubicBezTo>
                    <a:pt x="550117" y="739635"/>
                    <a:pt x="550453" y="739534"/>
                    <a:pt x="551093" y="738659"/>
                  </a:cubicBezTo>
                  <a:cubicBezTo>
                    <a:pt x="551732" y="737785"/>
                    <a:pt x="552944" y="737246"/>
                    <a:pt x="553280" y="736910"/>
                  </a:cubicBezTo>
                  <a:cubicBezTo>
                    <a:pt x="553617" y="736574"/>
                    <a:pt x="554357" y="735497"/>
                    <a:pt x="554357" y="735497"/>
                  </a:cubicBezTo>
                  <a:cubicBezTo>
                    <a:pt x="554357" y="735497"/>
                    <a:pt x="555333" y="735295"/>
                    <a:pt x="554458" y="734421"/>
                  </a:cubicBezTo>
                  <a:cubicBezTo>
                    <a:pt x="553583" y="733546"/>
                    <a:pt x="552607" y="731595"/>
                    <a:pt x="552607" y="731595"/>
                  </a:cubicBezTo>
                  <a:cubicBezTo>
                    <a:pt x="552607" y="731595"/>
                    <a:pt x="552506" y="731258"/>
                    <a:pt x="551732" y="731057"/>
                  </a:cubicBezTo>
                  <a:cubicBezTo>
                    <a:pt x="550958" y="730855"/>
                    <a:pt x="550319" y="730417"/>
                    <a:pt x="549982" y="730283"/>
                  </a:cubicBezTo>
                  <a:cubicBezTo>
                    <a:pt x="549645" y="730182"/>
                    <a:pt x="548131" y="728534"/>
                    <a:pt x="547492" y="728231"/>
                  </a:cubicBezTo>
                  <a:cubicBezTo>
                    <a:pt x="546852" y="727894"/>
                    <a:pt x="545405" y="726179"/>
                    <a:pt x="544328" y="725741"/>
                  </a:cubicBezTo>
                  <a:cubicBezTo>
                    <a:pt x="543251" y="725304"/>
                    <a:pt x="542578" y="724665"/>
                    <a:pt x="542477" y="724329"/>
                  </a:cubicBezTo>
                  <a:cubicBezTo>
                    <a:pt x="542376" y="723992"/>
                    <a:pt x="542376" y="722277"/>
                    <a:pt x="542376" y="722277"/>
                  </a:cubicBezTo>
                  <a:lnTo>
                    <a:pt x="542915" y="720426"/>
                  </a:lnTo>
                  <a:lnTo>
                    <a:pt x="543689" y="718812"/>
                  </a:lnTo>
                  <a:cubicBezTo>
                    <a:pt x="543689" y="718812"/>
                    <a:pt x="544564" y="717197"/>
                    <a:pt x="544766" y="716861"/>
                  </a:cubicBezTo>
                  <a:cubicBezTo>
                    <a:pt x="544968" y="716524"/>
                    <a:pt x="545742" y="715010"/>
                    <a:pt x="546381" y="714371"/>
                  </a:cubicBezTo>
                  <a:cubicBezTo>
                    <a:pt x="547021" y="713732"/>
                    <a:pt x="548871" y="712420"/>
                    <a:pt x="548871" y="712420"/>
                  </a:cubicBezTo>
                  <a:cubicBezTo>
                    <a:pt x="548871" y="712420"/>
                    <a:pt x="549410" y="711781"/>
                    <a:pt x="550184" y="711445"/>
                  </a:cubicBezTo>
                  <a:cubicBezTo>
                    <a:pt x="550958" y="711108"/>
                    <a:pt x="551934" y="710469"/>
                    <a:pt x="553448" y="709493"/>
                  </a:cubicBezTo>
                  <a:cubicBezTo>
                    <a:pt x="554963" y="708518"/>
                    <a:pt x="556276" y="707307"/>
                    <a:pt x="556276" y="707307"/>
                  </a:cubicBezTo>
                  <a:lnTo>
                    <a:pt x="557050" y="705793"/>
                  </a:lnTo>
                  <a:lnTo>
                    <a:pt x="559338" y="704212"/>
                  </a:lnTo>
                  <a:lnTo>
                    <a:pt x="561391" y="702194"/>
                  </a:lnTo>
                  <a:lnTo>
                    <a:pt x="562569" y="702194"/>
                  </a:lnTo>
                  <a:lnTo>
                    <a:pt x="565396" y="701958"/>
                  </a:lnTo>
                  <a:lnTo>
                    <a:pt x="569199" y="705221"/>
                  </a:lnTo>
                  <a:lnTo>
                    <a:pt x="569973" y="705558"/>
                  </a:lnTo>
                  <a:lnTo>
                    <a:pt x="572564" y="706533"/>
                  </a:lnTo>
                  <a:cubicBezTo>
                    <a:pt x="572564" y="706533"/>
                    <a:pt x="573776" y="706870"/>
                    <a:pt x="575055" y="706533"/>
                  </a:cubicBezTo>
                  <a:cubicBezTo>
                    <a:pt x="576367" y="706197"/>
                    <a:pt x="577242" y="705659"/>
                    <a:pt x="578555" y="704347"/>
                  </a:cubicBezTo>
                  <a:cubicBezTo>
                    <a:pt x="579867" y="703035"/>
                    <a:pt x="581382" y="701857"/>
                    <a:pt x="581920" y="701420"/>
                  </a:cubicBezTo>
                  <a:cubicBezTo>
                    <a:pt x="582459" y="700983"/>
                    <a:pt x="583771" y="699368"/>
                    <a:pt x="584310" y="698695"/>
                  </a:cubicBezTo>
                  <a:cubicBezTo>
                    <a:pt x="584848" y="698056"/>
                    <a:pt x="585387" y="697282"/>
                    <a:pt x="585723" y="696408"/>
                  </a:cubicBezTo>
                  <a:cubicBezTo>
                    <a:pt x="586060" y="695533"/>
                    <a:pt x="586800" y="694759"/>
                    <a:pt x="586800" y="694019"/>
                  </a:cubicBezTo>
                  <a:cubicBezTo>
                    <a:pt x="586800" y="693246"/>
                    <a:pt x="586901" y="691429"/>
                    <a:pt x="587002" y="690218"/>
                  </a:cubicBezTo>
                  <a:cubicBezTo>
                    <a:pt x="587103" y="689007"/>
                    <a:pt x="587339" y="688805"/>
                    <a:pt x="587103" y="687493"/>
                  </a:cubicBezTo>
                  <a:cubicBezTo>
                    <a:pt x="586901" y="686181"/>
                    <a:pt x="586767" y="685206"/>
                    <a:pt x="586666" y="684903"/>
                  </a:cubicBezTo>
                  <a:cubicBezTo>
                    <a:pt x="586565" y="684567"/>
                    <a:pt x="585589" y="682952"/>
                    <a:pt x="585016" y="681976"/>
                  </a:cubicBezTo>
                  <a:cubicBezTo>
                    <a:pt x="584478" y="681001"/>
                    <a:pt x="583805" y="679151"/>
                    <a:pt x="583502" y="679050"/>
                  </a:cubicBezTo>
                  <a:cubicBezTo>
                    <a:pt x="583166" y="678949"/>
                    <a:pt x="582190" y="678612"/>
                    <a:pt x="581315" y="677738"/>
                  </a:cubicBezTo>
                  <a:cubicBezTo>
                    <a:pt x="580440" y="676863"/>
                    <a:pt x="579464" y="676762"/>
                    <a:pt x="579363" y="675989"/>
                  </a:cubicBezTo>
                  <a:cubicBezTo>
                    <a:pt x="579262" y="675215"/>
                    <a:pt x="579026" y="674239"/>
                    <a:pt x="579026" y="673802"/>
                  </a:cubicBezTo>
                  <a:cubicBezTo>
                    <a:pt x="579026" y="673365"/>
                    <a:pt x="577814" y="675316"/>
                    <a:pt x="580002" y="671178"/>
                  </a:cubicBezTo>
                  <a:cubicBezTo>
                    <a:pt x="582190" y="667040"/>
                    <a:pt x="582190" y="667040"/>
                    <a:pt x="582190" y="667040"/>
                  </a:cubicBezTo>
                  <a:lnTo>
                    <a:pt x="582829" y="664551"/>
                  </a:lnTo>
                  <a:lnTo>
                    <a:pt x="584141" y="662062"/>
                  </a:lnTo>
                  <a:lnTo>
                    <a:pt x="584478" y="659774"/>
                  </a:lnTo>
                  <a:lnTo>
                    <a:pt x="585892" y="657588"/>
                  </a:lnTo>
                  <a:cubicBezTo>
                    <a:pt x="585892" y="657588"/>
                    <a:pt x="586093" y="657487"/>
                    <a:pt x="586666" y="657487"/>
                  </a:cubicBezTo>
                  <a:cubicBezTo>
                    <a:pt x="587204" y="657487"/>
                    <a:pt x="588954" y="657386"/>
                    <a:pt x="588954" y="657386"/>
                  </a:cubicBezTo>
                  <a:lnTo>
                    <a:pt x="590469" y="660110"/>
                  </a:lnTo>
                  <a:lnTo>
                    <a:pt x="591445" y="661422"/>
                  </a:lnTo>
                  <a:cubicBezTo>
                    <a:pt x="591445" y="661422"/>
                    <a:pt x="593396" y="662129"/>
                    <a:pt x="593834" y="662129"/>
                  </a:cubicBezTo>
                  <a:cubicBezTo>
                    <a:pt x="594271" y="662129"/>
                    <a:pt x="597637" y="662196"/>
                    <a:pt x="597637" y="662196"/>
                  </a:cubicBezTo>
                  <a:lnTo>
                    <a:pt x="599050" y="662196"/>
                  </a:lnTo>
                  <a:lnTo>
                    <a:pt x="601642" y="662533"/>
                  </a:lnTo>
                  <a:cubicBezTo>
                    <a:pt x="601642" y="662533"/>
                    <a:pt x="603392" y="662196"/>
                    <a:pt x="604570" y="662196"/>
                  </a:cubicBezTo>
                  <a:cubicBezTo>
                    <a:pt x="605781" y="662196"/>
                    <a:pt x="608272" y="661994"/>
                    <a:pt x="608608" y="661994"/>
                  </a:cubicBezTo>
                  <a:cubicBezTo>
                    <a:pt x="608945" y="661994"/>
                    <a:pt x="610123" y="659539"/>
                    <a:pt x="610123" y="659539"/>
                  </a:cubicBezTo>
                  <a:cubicBezTo>
                    <a:pt x="610123" y="659539"/>
                    <a:pt x="612176" y="658731"/>
                    <a:pt x="612613" y="658731"/>
                  </a:cubicBezTo>
                  <a:cubicBezTo>
                    <a:pt x="613051" y="658731"/>
                    <a:pt x="614666" y="658731"/>
                    <a:pt x="614666" y="658731"/>
                  </a:cubicBezTo>
                  <a:lnTo>
                    <a:pt x="619008" y="661355"/>
                  </a:lnTo>
                  <a:cubicBezTo>
                    <a:pt x="619008" y="661355"/>
                    <a:pt x="622710" y="663104"/>
                    <a:pt x="623013" y="663004"/>
                  </a:cubicBezTo>
                  <a:cubicBezTo>
                    <a:pt x="623349" y="662903"/>
                    <a:pt x="630518" y="661591"/>
                    <a:pt x="630518" y="661591"/>
                  </a:cubicBezTo>
                  <a:cubicBezTo>
                    <a:pt x="630518" y="661591"/>
                    <a:pt x="635734" y="661389"/>
                    <a:pt x="636710" y="660951"/>
                  </a:cubicBezTo>
                  <a:cubicBezTo>
                    <a:pt x="637686" y="660514"/>
                    <a:pt x="640715" y="660077"/>
                    <a:pt x="641051" y="660077"/>
                  </a:cubicBezTo>
                  <a:cubicBezTo>
                    <a:pt x="641388" y="660077"/>
                    <a:pt x="644316" y="663340"/>
                    <a:pt x="644316" y="663340"/>
                  </a:cubicBezTo>
                  <a:lnTo>
                    <a:pt x="643676" y="667478"/>
                  </a:lnTo>
                  <a:lnTo>
                    <a:pt x="642263" y="668554"/>
                  </a:lnTo>
                  <a:cubicBezTo>
                    <a:pt x="642263" y="668554"/>
                    <a:pt x="639974" y="670842"/>
                    <a:pt x="639335" y="670842"/>
                  </a:cubicBezTo>
                  <a:cubicBezTo>
                    <a:pt x="638696" y="670842"/>
                    <a:pt x="635869" y="671380"/>
                    <a:pt x="635869" y="671380"/>
                  </a:cubicBezTo>
                  <a:lnTo>
                    <a:pt x="633244" y="672692"/>
                  </a:lnTo>
                  <a:lnTo>
                    <a:pt x="631393" y="674105"/>
                  </a:lnTo>
                  <a:cubicBezTo>
                    <a:pt x="631393" y="674105"/>
                    <a:pt x="629441" y="675955"/>
                    <a:pt x="629239" y="676291"/>
                  </a:cubicBezTo>
                  <a:cubicBezTo>
                    <a:pt x="629003" y="676628"/>
                    <a:pt x="627489" y="677906"/>
                    <a:pt x="627287" y="678242"/>
                  </a:cubicBezTo>
                  <a:cubicBezTo>
                    <a:pt x="627085" y="678579"/>
                    <a:pt x="624796" y="680429"/>
                    <a:pt x="624796" y="680429"/>
                  </a:cubicBezTo>
                  <a:lnTo>
                    <a:pt x="623820" y="681640"/>
                  </a:lnTo>
                  <a:cubicBezTo>
                    <a:pt x="623820" y="681640"/>
                    <a:pt x="623618" y="685004"/>
                    <a:pt x="623618" y="685441"/>
                  </a:cubicBezTo>
                  <a:cubicBezTo>
                    <a:pt x="623618" y="685879"/>
                    <a:pt x="623820" y="691295"/>
                    <a:pt x="623820" y="691295"/>
                  </a:cubicBezTo>
                  <a:cubicBezTo>
                    <a:pt x="623820" y="691295"/>
                    <a:pt x="623820" y="692371"/>
                    <a:pt x="624022" y="693044"/>
                  </a:cubicBezTo>
                  <a:cubicBezTo>
                    <a:pt x="624224" y="693683"/>
                    <a:pt x="625537" y="695769"/>
                    <a:pt x="625974" y="695769"/>
                  </a:cubicBezTo>
                  <a:cubicBezTo>
                    <a:pt x="626412" y="695769"/>
                    <a:pt x="630114" y="698493"/>
                    <a:pt x="632066" y="698493"/>
                  </a:cubicBezTo>
                  <a:cubicBezTo>
                    <a:pt x="634018" y="698493"/>
                    <a:pt x="634556" y="698292"/>
                    <a:pt x="635431" y="698493"/>
                  </a:cubicBezTo>
                  <a:cubicBezTo>
                    <a:pt x="636306" y="698695"/>
                    <a:pt x="637922" y="700007"/>
                    <a:pt x="637922" y="700007"/>
                  </a:cubicBezTo>
                  <a:lnTo>
                    <a:pt x="640950" y="704044"/>
                  </a:lnTo>
                  <a:cubicBezTo>
                    <a:pt x="640950" y="704044"/>
                    <a:pt x="642364" y="708047"/>
                    <a:pt x="642465" y="708484"/>
                  </a:cubicBezTo>
                  <a:cubicBezTo>
                    <a:pt x="642566" y="708922"/>
                    <a:pt x="640143" y="709964"/>
                    <a:pt x="640143" y="709964"/>
                  </a:cubicBezTo>
                  <a:lnTo>
                    <a:pt x="638999" y="712992"/>
                  </a:lnTo>
                  <a:lnTo>
                    <a:pt x="638561" y="714741"/>
                  </a:lnTo>
                  <a:cubicBezTo>
                    <a:pt x="638561" y="714741"/>
                    <a:pt x="640580" y="714876"/>
                    <a:pt x="640748" y="715313"/>
                  </a:cubicBezTo>
                  <a:cubicBezTo>
                    <a:pt x="640883" y="715751"/>
                    <a:pt x="643071" y="716188"/>
                    <a:pt x="643071" y="716188"/>
                  </a:cubicBezTo>
                  <a:lnTo>
                    <a:pt x="643777" y="718206"/>
                  </a:lnTo>
                  <a:cubicBezTo>
                    <a:pt x="643777" y="718206"/>
                    <a:pt x="643777" y="722411"/>
                    <a:pt x="643643" y="722983"/>
                  </a:cubicBezTo>
                  <a:cubicBezTo>
                    <a:pt x="643508" y="723555"/>
                    <a:pt x="639873" y="726313"/>
                    <a:pt x="639873" y="726313"/>
                  </a:cubicBezTo>
                  <a:cubicBezTo>
                    <a:pt x="639873" y="726313"/>
                    <a:pt x="638426" y="726448"/>
                    <a:pt x="637417" y="727188"/>
                  </a:cubicBezTo>
                  <a:cubicBezTo>
                    <a:pt x="636407" y="727894"/>
                    <a:pt x="635095" y="728937"/>
                    <a:pt x="635095" y="728937"/>
                  </a:cubicBezTo>
                  <a:lnTo>
                    <a:pt x="630316" y="732402"/>
                  </a:lnTo>
                  <a:cubicBezTo>
                    <a:pt x="630316" y="732402"/>
                    <a:pt x="630181" y="734286"/>
                    <a:pt x="630181" y="734858"/>
                  </a:cubicBezTo>
                  <a:cubicBezTo>
                    <a:pt x="630181" y="735430"/>
                    <a:pt x="629744" y="735295"/>
                    <a:pt x="630316" y="736607"/>
                  </a:cubicBezTo>
                  <a:cubicBezTo>
                    <a:pt x="630888" y="737919"/>
                    <a:pt x="634085" y="739500"/>
                    <a:pt x="634085" y="739500"/>
                  </a:cubicBezTo>
                  <a:lnTo>
                    <a:pt x="636542" y="741081"/>
                  </a:lnTo>
                  <a:lnTo>
                    <a:pt x="638864" y="741384"/>
                  </a:lnTo>
                  <a:lnTo>
                    <a:pt x="642499" y="743268"/>
                  </a:lnTo>
                  <a:lnTo>
                    <a:pt x="644821" y="746295"/>
                  </a:lnTo>
                  <a:lnTo>
                    <a:pt x="645965" y="748482"/>
                  </a:lnTo>
                  <a:lnTo>
                    <a:pt x="646537" y="750500"/>
                  </a:lnTo>
                  <a:lnTo>
                    <a:pt x="646672" y="751947"/>
                  </a:lnTo>
                  <a:lnTo>
                    <a:pt x="649128" y="753090"/>
                  </a:lnTo>
                  <a:lnTo>
                    <a:pt x="654076" y="752519"/>
                  </a:lnTo>
                  <a:lnTo>
                    <a:pt x="655523" y="751341"/>
                  </a:lnTo>
                  <a:cubicBezTo>
                    <a:pt x="655523" y="751341"/>
                    <a:pt x="659730" y="751039"/>
                    <a:pt x="660302" y="751039"/>
                  </a:cubicBezTo>
                  <a:cubicBezTo>
                    <a:pt x="660874" y="751039"/>
                    <a:pt x="662927" y="752216"/>
                    <a:pt x="663364" y="752216"/>
                  </a:cubicBezTo>
                  <a:cubicBezTo>
                    <a:pt x="663802" y="752216"/>
                    <a:pt x="665821" y="752922"/>
                    <a:pt x="666999" y="752922"/>
                  </a:cubicBezTo>
                  <a:cubicBezTo>
                    <a:pt x="668143" y="752922"/>
                    <a:pt x="672081" y="750298"/>
                    <a:pt x="672081" y="750298"/>
                  </a:cubicBezTo>
                  <a:lnTo>
                    <a:pt x="673663" y="747271"/>
                  </a:lnTo>
                  <a:lnTo>
                    <a:pt x="674100" y="744815"/>
                  </a:lnTo>
                  <a:lnTo>
                    <a:pt x="676288" y="744512"/>
                  </a:lnTo>
                  <a:cubicBezTo>
                    <a:pt x="676288" y="744512"/>
                    <a:pt x="677600" y="744075"/>
                    <a:pt x="678307" y="744512"/>
                  </a:cubicBezTo>
                  <a:cubicBezTo>
                    <a:pt x="679047" y="744950"/>
                    <a:pt x="680629" y="745387"/>
                    <a:pt x="680629" y="745387"/>
                  </a:cubicBezTo>
                  <a:lnTo>
                    <a:pt x="682379" y="745690"/>
                  </a:lnTo>
                  <a:cubicBezTo>
                    <a:pt x="682379" y="745690"/>
                    <a:pt x="684264" y="745387"/>
                    <a:pt x="684701" y="745118"/>
                  </a:cubicBezTo>
                  <a:cubicBezTo>
                    <a:pt x="685139" y="744815"/>
                    <a:pt x="686148" y="743369"/>
                    <a:pt x="686283" y="742797"/>
                  </a:cubicBezTo>
                  <a:cubicBezTo>
                    <a:pt x="686418" y="742225"/>
                    <a:pt x="687158" y="740476"/>
                    <a:pt x="687158" y="740476"/>
                  </a:cubicBezTo>
                  <a:lnTo>
                    <a:pt x="688168" y="738895"/>
                  </a:lnTo>
                  <a:cubicBezTo>
                    <a:pt x="688168" y="738895"/>
                    <a:pt x="690053" y="737313"/>
                    <a:pt x="690053" y="736876"/>
                  </a:cubicBezTo>
                  <a:cubicBezTo>
                    <a:pt x="690053" y="736439"/>
                    <a:pt x="690928" y="734992"/>
                    <a:pt x="690928" y="734992"/>
                  </a:cubicBezTo>
                  <a:cubicBezTo>
                    <a:pt x="690928" y="734992"/>
                    <a:pt x="692375" y="732974"/>
                    <a:pt x="692677" y="732369"/>
                  </a:cubicBezTo>
                  <a:cubicBezTo>
                    <a:pt x="692980" y="731797"/>
                    <a:pt x="694259" y="729778"/>
                    <a:pt x="694259" y="729778"/>
                  </a:cubicBezTo>
                  <a:lnTo>
                    <a:pt x="695000" y="727894"/>
                  </a:lnTo>
                  <a:cubicBezTo>
                    <a:pt x="695000" y="727894"/>
                    <a:pt x="696582" y="725876"/>
                    <a:pt x="696884" y="725439"/>
                  </a:cubicBezTo>
                  <a:cubicBezTo>
                    <a:pt x="697187" y="725001"/>
                    <a:pt x="699072" y="722546"/>
                    <a:pt x="699072" y="722546"/>
                  </a:cubicBezTo>
                  <a:cubicBezTo>
                    <a:pt x="699072" y="722546"/>
                    <a:pt x="701529" y="719350"/>
                    <a:pt x="701529" y="720225"/>
                  </a:cubicBezTo>
                  <a:cubicBezTo>
                    <a:pt x="701529" y="721099"/>
                    <a:pt x="704423" y="721974"/>
                    <a:pt x="704423" y="721974"/>
                  </a:cubicBezTo>
                  <a:lnTo>
                    <a:pt x="707048" y="725001"/>
                  </a:lnTo>
                  <a:cubicBezTo>
                    <a:pt x="707048" y="725001"/>
                    <a:pt x="707486" y="726885"/>
                    <a:pt x="707923" y="727760"/>
                  </a:cubicBezTo>
                  <a:cubicBezTo>
                    <a:pt x="708361" y="728634"/>
                    <a:pt x="708630" y="731225"/>
                    <a:pt x="708630" y="731225"/>
                  </a:cubicBezTo>
                  <a:cubicBezTo>
                    <a:pt x="708630" y="731225"/>
                    <a:pt x="709202" y="732099"/>
                    <a:pt x="710077" y="732671"/>
                  </a:cubicBezTo>
                  <a:cubicBezTo>
                    <a:pt x="710952" y="733243"/>
                    <a:pt x="712702" y="734421"/>
                    <a:pt x="713409" y="734690"/>
                  </a:cubicBezTo>
                  <a:cubicBezTo>
                    <a:pt x="714149" y="734992"/>
                    <a:pt x="715024" y="735564"/>
                    <a:pt x="715866" y="736271"/>
                  </a:cubicBezTo>
                  <a:cubicBezTo>
                    <a:pt x="716741" y="736977"/>
                    <a:pt x="718760" y="736977"/>
                    <a:pt x="718760" y="736977"/>
                  </a:cubicBezTo>
                  <a:lnTo>
                    <a:pt x="720947" y="737852"/>
                  </a:lnTo>
                  <a:cubicBezTo>
                    <a:pt x="720947" y="737852"/>
                    <a:pt x="721082" y="737415"/>
                    <a:pt x="724145" y="738726"/>
                  </a:cubicBezTo>
                  <a:cubicBezTo>
                    <a:pt x="727207" y="740038"/>
                    <a:pt x="726837" y="741485"/>
                    <a:pt x="726837" y="741485"/>
                  </a:cubicBezTo>
                  <a:lnTo>
                    <a:pt x="726904" y="745387"/>
                  </a:lnTo>
                  <a:lnTo>
                    <a:pt x="726904" y="748314"/>
                  </a:lnTo>
                  <a:lnTo>
                    <a:pt x="725322" y="750332"/>
                  </a:lnTo>
                  <a:lnTo>
                    <a:pt x="723572" y="751779"/>
                  </a:lnTo>
                  <a:lnTo>
                    <a:pt x="723135" y="754537"/>
                  </a:lnTo>
                  <a:cubicBezTo>
                    <a:pt x="723135" y="754537"/>
                    <a:pt x="722260" y="757598"/>
                    <a:pt x="722832" y="757733"/>
                  </a:cubicBezTo>
                  <a:cubicBezTo>
                    <a:pt x="723404" y="757867"/>
                    <a:pt x="725289" y="757867"/>
                    <a:pt x="725895" y="757867"/>
                  </a:cubicBezTo>
                  <a:cubicBezTo>
                    <a:pt x="726467" y="757867"/>
                    <a:pt x="731246" y="757867"/>
                    <a:pt x="731246" y="757867"/>
                  </a:cubicBezTo>
                  <a:lnTo>
                    <a:pt x="732121" y="759886"/>
                  </a:lnTo>
                  <a:lnTo>
                    <a:pt x="732121" y="760458"/>
                  </a:lnTo>
                  <a:lnTo>
                    <a:pt x="732121" y="763923"/>
                  </a:lnTo>
                  <a:lnTo>
                    <a:pt x="729967" y="765234"/>
                  </a:lnTo>
                  <a:lnTo>
                    <a:pt x="725188" y="766681"/>
                  </a:lnTo>
                  <a:lnTo>
                    <a:pt x="723875" y="770146"/>
                  </a:lnTo>
                  <a:cubicBezTo>
                    <a:pt x="723875" y="770146"/>
                    <a:pt x="723438" y="771290"/>
                    <a:pt x="724010" y="771592"/>
                  </a:cubicBezTo>
                  <a:cubicBezTo>
                    <a:pt x="724582" y="771895"/>
                    <a:pt x="726803" y="773173"/>
                    <a:pt x="726803" y="773173"/>
                  </a:cubicBezTo>
                  <a:cubicBezTo>
                    <a:pt x="726803" y="773173"/>
                    <a:pt x="726904" y="773308"/>
                    <a:pt x="726904" y="773476"/>
                  </a:cubicBezTo>
                  <a:lnTo>
                    <a:pt x="726904" y="773476"/>
                  </a:lnTo>
                  <a:lnTo>
                    <a:pt x="731246" y="773476"/>
                  </a:lnTo>
                  <a:lnTo>
                    <a:pt x="736765" y="768262"/>
                  </a:lnTo>
                  <a:lnTo>
                    <a:pt x="741679" y="768262"/>
                  </a:lnTo>
                  <a:lnTo>
                    <a:pt x="744876" y="766244"/>
                  </a:lnTo>
                  <a:lnTo>
                    <a:pt x="747198" y="767993"/>
                  </a:lnTo>
                  <a:lnTo>
                    <a:pt x="748948" y="772063"/>
                  </a:lnTo>
                  <a:lnTo>
                    <a:pt x="751842" y="773510"/>
                  </a:lnTo>
                  <a:lnTo>
                    <a:pt x="758439" y="776975"/>
                  </a:lnTo>
                  <a:lnTo>
                    <a:pt x="762578" y="776975"/>
                  </a:lnTo>
                  <a:cubicBezTo>
                    <a:pt x="762578" y="776975"/>
                    <a:pt x="770622" y="777412"/>
                    <a:pt x="771261" y="776975"/>
                  </a:cubicBezTo>
                  <a:cubicBezTo>
                    <a:pt x="771900" y="776537"/>
                    <a:pt x="773852" y="772938"/>
                    <a:pt x="773852" y="772938"/>
                  </a:cubicBezTo>
                  <a:lnTo>
                    <a:pt x="775804" y="770011"/>
                  </a:lnTo>
                  <a:lnTo>
                    <a:pt x="785160" y="770011"/>
                  </a:lnTo>
                  <a:lnTo>
                    <a:pt x="790141" y="770449"/>
                  </a:lnTo>
                  <a:cubicBezTo>
                    <a:pt x="790141" y="770449"/>
                    <a:pt x="800574" y="772534"/>
                    <a:pt x="801449" y="771693"/>
                  </a:cubicBezTo>
                  <a:cubicBezTo>
                    <a:pt x="802324" y="770886"/>
                    <a:pt x="802661" y="772164"/>
                    <a:pt x="804377" y="769574"/>
                  </a:cubicBezTo>
                  <a:cubicBezTo>
                    <a:pt x="806127" y="766950"/>
                    <a:pt x="806867" y="766244"/>
                    <a:pt x="806867" y="766244"/>
                  </a:cubicBezTo>
                  <a:lnTo>
                    <a:pt x="806867" y="765672"/>
                  </a:lnTo>
                  <a:lnTo>
                    <a:pt x="812286" y="766984"/>
                  </a:lnTo>
                  <a:lnTo>
                    <a:pt x="814473" y="771424"/>
                  </a:lnTo>
                  <a:cubicBezTo>
                    <a:pt x="814473" y="771424"/>
                    <a:pt x="817065" y="773274"/>
                    <a:pt x="817940" y="773274"/>
                  </a:cubicBezTo>
                  <a:cubicBezTo>
                    <a:pt x="818815" y="773274"/>
                    <a:pt x="821204" y="772164"/>
                    <a:pt x="821844" y="771424"/>
                  </a:cubicBezTo>
                  <a:cubicBezTo>
                    <a:pt x="822483" y="770684"/>
                    <a:pt x="822483" y="770247"/>
                    <a:pt x="823796" y="768935"/>
                  </a:cubicBezTo>
                  <a:cubicBezTo>
                    <a:pt x="825108" y="767623"/>
                    <a:pt x="825108" y="765907"/>
                    <a:pt x="825546" y="765672"/>
                  </a:cubicBezTo>
                  <a:cubicBezTo>
                    <a:pt x="825983" y="765436"/>
                    <a:pt x="826858" y="764158"/>
                    <a:pt x="826858" y="764158"/>
                  </a:cubicBezTo>
                  <a:cubicBezTo>
                    <a:pt x="826858" y="764158"/>
                    <a:pt x="827498" y="762409"/>
                    <a:pt x="826858" y="761770"/>
                  </a:cubicBezTo>
                  <a:cubicBezTo>
                    <a:pt x="826219" y="761130"/>
                    <a:pt x="826993" y="761130"/>
                    <a:pt x="827161" y="759818"/>
                  </a:cubicBezTo>
                  <a:cubicBezTo>
                    <a:pt x="827296" y="758506"/>
                    <a:pt x="826858" y="760054"/>
                    <a:pt x="827296" y="758506"/>
                  </a:cubicBezTo>
                  <a:cubicBezTo>
                    <a:pt x="827733" y="756993"/>
                    <a:pt x="827431" y="755243"/>
                    <a:pt x="827431" y="755243"/>
                  </a:cubicBezTo>
                  <a:lnTo>
                    <a:pt x="827733" y="752418"/>
                  </a:lnTo>
                  <a:lnTo>
                    <a:pt x="827733" y="750029"/>
                  </a:lnTo>
                  <a:cubicBezTo>
                    <a:pt x="827733" y="750029"/>
                    <a:pt x="825983" y="748953"/>
                    <a:pt x="825781" y="748280"/>
                  </a:cubicBezTo>
                  <a:cubicBezTo>
                    <a:pt x="825546" y="747641"/>
                    <a:pt x="825142" y="745892"/>
                    <a:pt x="825142" y="745892"/>
                  </a:cubicBezTo>
                  <a:lnTo>
                    <a:pt x="823628" y="744849"/>
                  </a:lnTo>
                  <a:lnTo>
                    <a:pt x="820800" y="742797"/>
                  </a:lnTo>
                  <a:cubicBezTo>
                    <a:pt x="820800" y="742797"/>
                    <a:pt x="820733" y="741014"/>
                    <a:pt x="820800" y="740778"/>
                  </a:cubicBezTo>
                  <a:cubicBezTo>
                    <a:pt x="820868" y="740577"/>
                    <a:pt x="821406" y="739635"/>
                    <a:pt x="821608" y="739365"/>
                  </a:cubicBezTo>
                  <a:cubicBezTo>
                    <a:pt x="821810" y="739096"/>
                    <a:pt x="822147" y="738995"/>
                    <a:pt x="822416" y="738491"/>
                  </a:cubicBezTo>
                  <a:cubicBezTo>
                    <a:pt x="822685" y="737986"/>
                    <a:pt x="822921" y="737583"/>
                    <a:pt x="822921" y="736540"/>
                  </a:cubicBezTo>
                  <a:cubicBezTo>
                    <a:pt x="822921" y="735497"/>
                    <a:pt x="823022" y="735060"/>
                    <a:pt x="822921" y="734421"/>
                  </a:cubicBezTo>
                  <a:cubicBezTo>
                    <a:pt x="822820" y="733781"/>
                    <a:pt x="822719" y="732940"/>
                    <a:pt x="821945" y="732503"/>
                  </a:cubicBezTo>
                  <a:cubicBezTo>
                    <a:pt x="821171" y="732066"/>
                    <a:pt x="820329" y="732268"/>
                    <a:pt x="819656" y="731460"/>
                  </a:cubicBezTo>
                  <a:cubicBezTo>
                    <a:pt x="819017" y="730653"/>
                    <a:pt x="816897" y="730014"/>
                    <a:pt x="816897" y="730014"/>
                  </a:cubicBezTo>
                  <a:lnTo>
                    <a:pt x="814709" y="730014"/>
                  </a:lnTo>
                  <a:lnTo>
                    <a:pt x="813094" y="728601"/>
                  </a:lnTo>
                  <a:lnTo>
                    <a:pt x="811882" y="728264"/>
                  </a:lnTo>
                  <a:lnTo>
                    <a:pt x="807742" y="728264"/>
                  </a:lnTo>
                  <a:lnTo>
                    <a:pt x="806228" y="728567"/>
                  </a:lnTo>
                  <a:lnTo>
                    <a:pt x="804916" y="730081"/>
                  </a:lnTo>
                  <a:lnTo>
                    <a:pt x="802089" y="731090"/>
                  </a:lnTo>
                  <a:lnTo>
                    <a:pt x="800069" y="732335"/>
                  </a:lnTo>
                  <a:lnTo>
                    <a:pt x="797747" y="733781"/>
                  </a:lnTo>
                  <a:lnTo>
                    <a:pt x="794281" y="734656"/>
                  </a:lnTo>
                  <a:lnTo>
                    <a:pt x="788324" y="735228"/>
                  </a:lnTo>
                  <a:lnTo>
                    <a:pt x="785127" y="735228"/>
                  </a:lnTo>
                  <a:cubicBezTo>
                    <a:pt x="785127" y="735228"/>
                    <a:pt x="784117" y="734353"/>
                    <a:pt x="783982" y="733916"/>
                  </a:cubicBezTo>
                  <a:cubicBezTo>
                    <a:pt x="783848" y="733479"/>
                    <a:pt x="783848" y="731292"/>
                    <a:pt x="783848" y="730888"/>
                  </a:cubicBezTo>
                  <a:cubicBezTo>
                    <a:pt x="783848" y="730451"/>
                    <a:pt x="784588" y="729307"/>
                    <a:pt x="784588" y="729307"/>
                  </a:cubicBezTo>
                  <a:cubicBezTo>
                    <a:pt x="784588" y="729307"/>
                    <a:pt x="785463" y="727592"/>
                    <a:pt x="785598" y="727121"/>
                  </a:cubicBezTo>
                  <a:cubicBezTo>
                    <a:pt x="785732" y="726683"/>
                    <a:pt x="784723" y="726818"/>
                    <a:pt x="784454" y="724093"/>
                  </a:cubicBezTo>
                  <a:cubicBezTo>
                    <a:pt x="784151" y="721335"/>
                    <a:pt x="784319" y="720763"/>
                    <a:pt x="784151" y="719316"/>
                  </a:cubicBezTo>
                  <a:cubicBezTo>
                    <a:pt x="784016" y="717870"/>
                    <a:pt x="783713" y="715414"/>
                    <a:pt x="783141" y="715246"/>
                  </a:cubicBezTo>
                  <a:cubicBezTo>
                    <a:pt x="782569" y="715111"/>
                    <a:pt x="780381" y="712353"/>
                    <a:pt x="780381" y="712353"/>
                  </a:cubicBezTo>
                  <a:lnTo>
                    <a:pt x="779069" y="710536"/>
                  </a:lnTo>
                  <a:cubicBezTo>
                    <a:pt x="779069" y="710536"/>
                    <a:pt x="778766" y="709157"/>
                    <a:pt x="778194" y="709157"/>
                  </a:cubicBezTo>
                  <a:cubicBezTo>
                    <a:pt x="778194" y="709157"/>
                    <a:pt x="778328" y="709023"/>
                    <a:pt x="777453" y="709157"/>
                  </a:cubicBezTo>
                  <a:cubicBezTo>
                    <a:pt x="776578" y="709292"/>
                    <a:pt x="775569" y="708451"/>
                    <a:pt x="773684" y="709090"/>
                  </a:cubicBezTo>
                  <a:cubicBezTo>
                    <a:pt x="771799" y="709729"/>
                    <a:pt x="768771" y="710604"/>
                    <a:pt x="768771" y="711175"/>
                  </a:cubicBezTo>
                  <a:cubicBezTo>
                    <a:pt x="768771" y="711747"/>
                    <a:pt x="767021" y="712925"/>
                    <a:pt x="766751" y="712487"/>
                  </a:cubicBezTo>
                  <a:cubicBezTo>
                    <a:pt x="766448" y="712050"/>
                    <a:pt x="764564" y="710301"/>
                    <a:pt x="764564" y="710301"/>
                  </a:cubicBezTo>
                  <a:lnTo>
                    <a:pt x="763823" y="708821"/>
                  </a:lnTo>
                  <a:lnTo>
                    <a:pt x="762006" y="707172"/>
                  </a:lnTo>
                  <a:cubicBezTo>
                    <a:pt x="762006" y="707172"/>
                    <a:pt x="762444" y="704717"/>
                    <a:pt x="762444" y="704414"/>
                  </a:cubicBezTo>
                  <a:cubicBezTo>
                    <a:pt x="762444" y="704111"/>
                    <a:pt x="762376" y="701084"/>
                    <a:pt x="762376" y="701084"/>
                  </a:cubicBezTo>
                  <a:lnTo>
                    <a:pt x="763386" y="695096"/>
                  </a:lnTo>
                  <a:lnTo>
                    <a:pt x="763386" y="692606"/>
                  </a:lnTo>
                  <a:cubicBezTo>
                    <a:pt x="763386" y="692606"/>
                    <a:pt x="760559" y="690016"/>
                    <a:pt x="760121" y="689680"/>
                  </a:cubicBezTo>
                  <a:cubicBezTo>
                    <a:pt x="759684" y="689343"/>
                    <a:pt x="758607" y="687931"/>
                    <a:pt x="758607" y="687931"/>
                  </a:cubicBezTo>
                  <a:cubicBezTo>
                    <a:pt x="758607" y="687931"/>
                    <a:pt x="758405" y="686080"/>
                    <a:pt x="758943" y="685643"/>
                  </a:cubicBezTo>
                  <a:cubicBezTo>
                    <a:pt x="759482" y="685206"/>
                    <a:pt x="760357" y="683793"/>
                    <a:pt x="760693" y="683692"/>
                  </a:cubicBezTo>
                  <a:cubicBezTo>
                    <a:pt x="761030" y="683591"/>
                    <a:pt x="762006" y="681842"/>
                    <a:pt x="762006" y="681842"/>
                  </a:cubicBezTo>
                  <a:cubicBezTo>
                    <a:pt x="762006" y="681842"/>
                    <a:pt x="762780" y="679790"/>
                    <a:pt x="763083" y="679655"/>
                  </a:cubicBezTo>
                  <a:cubicBezTo>
                    <a:pt x="763419" y="679554"/>
                    <a:pt x="763419" y="679218"/>
                    <a:pt x="764295" y="678680"/>
                  </a:cubicBezTo>
                  <a:cubicBezTo>
                    <a:pt x="765170" y="678141"/>
                    <a:pt x="767021" y="675753"/>
                    <a:pt x="767021" y="675753"/>
                  </a:cubicBezTo>
                  <a:lnTo>
                    <a:pt x="768097" y="674677"/>
                  </a:lnTo>
                  <a:lnTo>
                    <a:pt x="768973" y="674037"/>
                  </a:lnTo>
                  <a:lnTo>
                    <a:pt x="770487" y="672725"/>
                  </a:lnTo>
                  <a:cubicBezTo>
                    <a:pt x="770487" y="672725"/>
                    <a:pt x="771126" y="671851"/>
                    <a:pt x="772001" y="671851"/>
                  </a:cubicBezTo>
                  <a:cubicBezTo>
                    <a:pt x="772876" y="671851"/>
                    <a:pt x="774593" y="670875"/>
                    <a:pt x="775030" y="670875"/>
                  </a:cubicBezTo>
                  <a:cubicBezTo>
                    <a:pt x="775468" y="670875"/>
                    <a:pt x="778194" y="670875"/>
                    <a:pt x="778194" y="670875"/>
                  </a:cubicBezTo>
                  <a:cubicBezTo>
                    <a:pt x="778194" y="670875"/>
                    <a:pt x="780348" y="672187"/>
                    <a:pt x="780785" y="672490"/>
                  </a:cubicBezTo>
                  <a:cubicBezTo>
                    <a:pt x="781223" y="672826"/>
                    <a:pt x="782401" y="673264"/>
                    <a:pt x="782973" y="673365"/>
                  </a:cubicBezTo>
                  <a:cubicBezTo>
                    <a:pt x="783511" y="673466"/>
                    <a:pt x="786103" y="673466"/>
                    <a:pt x="786574" y="673466"/>
                  </a:cubicBezTo>
                  <a:cubicBezTo>
                    <a:pt x="787011" y="673466"/>
                    <a:pt x="787213" y="674979"/>
                    <a:pt x="788324" y="673129"/>
                  </a:cubicBezTo>
                  <a:cubicBezTo>
                    <a:pt x="789401" y="671279"/>
                    <a:pt x="789939" y="670741"/>
                    <a:pt x="789939" y="670303"/>
                  </a:cubicBezTo>
                  <a:cubicBezTo>
                    <a:pt x="789939" y="669866"/>
                    <a:pt x="789502" y="664215"/>
                    <a:pt x="789502" y="664215"/>
                  </a:cubicBezTo>
                  <a:lnTo>
                    <a:pt x="789502" y="663037"/>
                  </a:lnTo>
                  <a:lnTo>
                    <a:pt x="790915" y="660750"/>
                  </a:lnTo>
                  <a:lnTo>
                    <a:pt x="793002" y="658630"/>
                  </a:lnTo>
                  <a:lnTo>
                    <a:pt x="795290" y="655199"/>
                  </a:lnTo>
                  <a:lnTo>
                    <a:pt x="797343" y="655199"/>
                  </a:lnTo>
                  <a:lnTo>
                    <a:pt x="799834" y="656074"/>
                  </a:lnTo>
                  <a:lnTo>
                    <a:pt x="800608" y="658799"/>
                  </a:lnTo>
                  <a:lnTo>
                    <a:pt x="801920" y="661624"/>
                  </a:lnTo>
                  <a:lnTo>
                    <a:pt x="805387" y="664988"/>
                  </a:lnTo>
                  <a:lnTo>
                    <a:pt x="807440" y="667713"/>
                  </a:lnTo>
                  <a:lnTo>
                    <a:pt x="809930" y="670202"/>
                  </a:lnTo>
                  <a:lnTo>
                    <a:pt x="812656" y="670404"/>
                  </a:lnTo>
                  <a:lnTo>
                    <a:pt x="814171" y="670068"/>
                  </a:lnTo>
                  <a:lnTo>
                    <a:pt x="815584" y="669866"/>
                  </a:lnTo>
                  <a:lnTo>
                    <a:pt x="818209" y="671178"/>
                  </a:lnTo>
                  <a:lnTo>
                    <a:pt x="820262" y="675316"/>
                  </a:lnTo>
                  <a:lnTo>
                    <a:pt x="821036" y="677166"/>
                  </a:lnTo>
                  <a:lnTo>
                    <a:pt x="822113" y="679453"/>
                  </a:lnTo>
                  <a:lnTo>
                    <a:pt x="824166" y="679117"/>
                  </a:lnTo>
                  <a:lnTo>
                    <a:pt x="825377" y="680328"/>
                  </a:lnTo>
                  <a:lnTo>
                    <a:pt x="826152" y="681943"/>
                  </a:lnTo>
                  <a:lnTo>
                    <a:pt x="827128" y="683591"/>
                  </a:lnTo>
                  <a:lnTo>
                    <a:pt x="828979" y="685206"/>
                  </a:lnTo>
                  <a:lnTo>
                    <a:pt x="830628" y="685979"/>
                  </a:lnTo>
                  <a:lnTo>
                    <a:pt x="832479" y="686619"/>
                  </a:lnTo>
                  <a:cubicBezTo>
                    <a:pt x="832479" y="686619"/>
                    <a:pt x="833253" y="687258"/>
                    <a:pt x="834229" y="686854"/>
                  </a:cubicBezTo>
                  <a:cubicBezTo>
                    <a:pt x="835205" y="686417"/>
                    <a:pt x="835642" y="685374"/>
                    <a:pt x="835642" y="685374"/>
                  </a:cubicBezTo>
                  <a:cubicBezTo>
                    <a:pt x="835642" y="685374"/>
                    <a:pt x="835474" y="685710"/>
                    <a:pt x="835205" y="686047"/>
                  </a:cubicBezTo>
                  <a:lnTo>
                    <a:pt x="833017" y="680429"/>
                  </a:lnTo>
                  <a:lnTo>
                    <a:pt x="833017" y="675215"/>
                  </a:lnTo>
                  <a:lnTo>
                    <a:pt x="831906" y="672826"/>
                  </a:lnTo>
                  <a:lnTo>
                    <a:pt x="831301" y="669496"/>
                  </a:lnTo>
                  <a:lnTo>
                    <a:pt x="831301" y="668251"/>
                  </a:lnTo>
                  <a:cubicBezTo>
                    <a:pt x="831301" y="668251"/>
                    <a:pt x="829113" y="663609"/>
                    <a:pt x="829113" y="663172"/>
                  </a:cubicBezTo>
                  <a:cubicBezTo>
                    <a:pt x="829113" y="662734"/>
                    <a:pt x="828238" y="658967"/>
                    <a:pt x="828238" y="658967"/>
                  </a:cubicBezTo>
                  <a:lnTo>
                    <a:pt x="825411" y="656646"/>
                  </a:lnTo>
                  <a:lnTo>
                    <a:pt x="824334" y="651297"/>
                  </a:lnTo>
                  <a:lnTo>
                    <a:pt x="824334" y="647395"/>
                  </a:lnTo>
                  <a:cubicBezTo>
                    <a:pt x="824334" y="647395"/>
                    <a:pt x="822450" y="644939"/>
                    <a:pt x="821877" y="644939"/>
                  </a:cubicBezTo>
                  <a:cubicBezTo>
                    <a:pt x="821305" y="644939"/>
                    <a:pt x="817805" y="640734"/>
                    <a:pt x="817805" y="640734"/>
                  </a:cubicBezTo>
                  <a:cubicBezTo>
                    <a:pt x="817805" y="640734"/>
                    <a:pt x="813026" y="641743"/>
                    <a:pt x="811848" y="641743"/>
                  </a:cubicBezTo>
                  <a:cubicBezTo>
                    <a:pt x="810704" y="641743"/>
                    <a:pt x="806935" y="641003"/>
                    <a:pt x="806060" y="639725"/>
                  </a:cubicBezTo>
                  <a:cubicBezTo>
                    <a:pt x="805185" y="638413"/>
                    <a:pt x="801584" y="634511"/>
                    <a:pt x="801584" y="634511"/>
                  </a:cubicBezTo>
                  <a:lnTo>
                    <a:pt x="798252" y="632761"/>
                  </a:lnTo>
                  <a:lnTo>
                    <a:pt x="790276" y="634073"/>
                  </a:lnTo>
                  <a:cubicBezTo>
                    <a:pt x="790276" y="634073"/>
                    <a:pt x="783915" y="636529"/>
                    <a:pt x="783478" y="636664"/>
                  </a:cubicBezTo>
                  <a:cubicBezTo>
                    <a:pt x="783040" y="636798"/>
                    <a:pt x="778833" y="636361"/>
                    <a:pt x="778396" y="636226"/>
                  </a:cubicBezTo>
                  <a:cubicBezTo>
                    <a:pt x="777958" y="636092"/>
                    <a:pt x="773920" y="630272"/>
                    <a:pt x="773920" y="630272"/>
                  </a:cubicBezTo>
                  <a:lnTo>
                    <a:pt x="773920" y="624755"/>
                  </a:lnTo>
                  <a:lnTo>
                    <a:pt x="773920" y="619541"/>
                  </a:lnTo>
                  <a:cubicBezTo>
                    <a:pt x="773920" y="619541"/>
                    <a:pt x="771968" y="615202"/>
                    <a:pt x="771093" y="614529"/>
                  </a:cubicBezTo>
                  <a:cubicBezTo>
                    <a:pt x="770218" y="613890"/>
                    <a:pt x="769141" y="611703"/>
                    <a:pt x="769141" y="610829"/>
                  </a:cubicBezTo>
                  <a:cubicBezTo>
                    <a:pt x="769141" y="609954"/>
                    <a:pt x="770016" y="609315"/>
                    <a:pt x="770218" y="608205"/>
                  </a:cubicBezTo>
                  <a:cubicBezTo>
                    <a:pt x="770420" y="607128"/>
                    <a:pt x="771295" y="606018"/>
                    <a:pt x="771295" y="605177"/>
                  </a:cubicBezTo>
                  <a:cubicBezTo>
                    <a:pt x="771295" y="604302"/>
                    <a:pt x="773247" y="602553"/>
                    <a:pt x="773247" y="602553"/>
                  </a:cubicBezTo>
                  <a:lnTo>
                    <a:pt x="773684" y="599290"/>
                  </a:lnTo>
                  <a:lnTo>
                    <a:pt x="774122" y="596666"/>
                  </a:lnTo>
                  <a:lnTo>
                    <a:pt x="776511" y="593841"/>
                  </a:lnTo>
                  <a:lnTo>
                    <a:pt x="774357" y="588862"/>
                  </a:lnTo>
                  <a:lnTo>
                    <a:pt x="769141" y="589938"/>
                  </a:lnTo>
                  <a:cubicBezTo>
                    <a:pt x="769141" y="589938"/>
                    <a:pt x="766516" y="591015"/>
                    <a:pt x="765876" y="591688"/>
                  </a:cubicBezTo>
                  <a:cubicBezTo>
                    <a:pt x="765237" y="592327"/>
                    <a:pt x="760660" y="594278"/>
                    <a:pt x="760660" y="594278"/>
                  </a:cubicBezTo>
                  <a:lnTo>
                    <a:pt x="757395" y="594278"/>
                  </a:lnTo>
                  <a:lnTo>
                    <a:pt x="750429" y="593201"/>
                  </a:lnTo>
                  <a:lnTo>
                    <a:pt x="746962" y="590376"/>
                  </a:lnTo>
                  <a:lnTo>
                    <a:pt x="744573" y="586911"/>
                  </a:lnTo>
                  <a:lnTo>
                    <a:pt x="745650" y="582773"/>
                  </a:lnTo>
                  <a:lnTo>
                    <a:pt x="746087" y="580385"/>
                  </a:lnTo>
                  <a:lnTo>
                    <a:pt x="744573" y="578871"/>
                  </a:lnTo>
                  <a:lnTo>
                    <a:pt x="740433" y="573657"/>
                  </a:lnTo>
                  <a:cubicBezTo>
                    <a:pt x="740433" y="573657"/>
                    <a:pt x="739356" y="571268"/>
                    <a:pt x="739356" y="570595"/>
                  </a:cubicBezTo>
                  <a:cubicBezTo>
                    <a:pt x="739356" y="569956"/>
                    <a:pt x="739996" y="564069"/>
                    <a:pt x="740669" y="563868"/>
                  </a:cubicBezTo>
                  <a:cubicBezTo>
                    <a:pt x="741342" y="563666"/>
                    <a:pt x="739356" y="558653"/>
                    <a:pt x="739356" y="558653"/>
                  </a:cubicBezTo>
                  <a:cubicBezTo>
                    <a:pt x="739356" y="558653"/>
                    <a:pt x="742823" y="556265"/>
                    <a:pt x="743496" y="556366"/>
                  </a:cubicBezTo>
                  <a:cubicBezTo>
                    <a:pt x="744135" y="556467"/>
                    <a:pt x="748477" y="550815"/>
                    <a:pt x="748477" y="550815"/>
                  </a:cubicBezTo>
                  <a:cubicBezTo>
                    <a:pt x="748477" y="550815"/>
                    <a:pt x="753895" y="547990"/>
                    <a:pt x="754333" y="547351"/>
                  </a:cubicBezTo>
                  <a:cubicBezTo>
                    <a:pt x="754770" y="546711"/>
                    <a:pt x="759112" y="545837"/>
                    <a:pt x="759785" y="545601"/>
                  </a:cubicBezTo>
                  <a:cubicBezTo>
                    <a:pt x="760424" y="545399"/>
                    <a:pt x="762612" y="543650"/>
                    <a:pt x="762612" y="542775"/>
                  </a:cubicBezTo>
                  <a:cubicBezTo>
                    <a:pt x="762612" y="541901"/>
                    <a:pt x="764564" y="537023"/>
                    <a:pt x="764564" y="536149"/>
                  </a:cubicBezTo>
                  <a:cubicBezTo>
                    <a:pt x="764564" y="535274"/>
                    <a:pt x="765439" y="531708"/>
                    <a:pt x="765439" y="531708"/>
                  </a:cubicBezTo>
                  <a:lnTo>
                    <a:pt x="767828" y="531708"/>
                  </a:lnTo>
                  <a:cubicBezTo>
                    <a:pt x="767828" y="531708"/>
                    <a:pt x="769343" y="531910"/>
                    <a:pt x="770891" y="531708"/>
                  </a:cubicBezTo>
                  <a:cubicBezTo>
                    <a:pt x="772405" y="531473"/>
                    <a:pt x="773280" y="530632"/>
                    <a:pt x="773920" y="529959"/>
                  </a:cubicBezTo>
                  <a:cubicBezTo>
                    <a:pt x="774559" y="529320"/>
                    <a:pt x="774795" y="527570"/>
                    <a:pt x="775232" y="526931"/>
                  </a:cubicBezTo>
                  <a:cubicBezTo>
                    <a:pt x="775670" y="526292"/>
                    <a:pt x="776545" y="523466"/>
                    <a:pt x="776545" y="522592"/>
                  </a:cubicBezTo>
                  <a:cubicBezTo>
                    <a:pt x="776545" y="521717"/>
                    <a:pt x="777420" y="518690"/>
                    <a:pt x="777420" y="518690"/>
                  </a:cubicBezTo>
                  <a:cubicBezTo>
                    <a:pt x="777420" y="518690"/>
                    <a:pt x="777857" y="516503"/>
                    <a:pt x="777857" y="515662"/>
                  </a:cubicBezTo>
                  <a:cubicBezTo>
                    <a:pt x="777857" y="514787"/>
                    <a:pt x="779170" y="513274"/>
                    <a:pt x="778732" y="512399"/>
                  </a:cubicBezTo>
                  <a:cubicBezTo>
                    <a:pt x="778295" y="511524"/>
                    <a:pt x="778295" y="509136"/>
                    <a:pt x="777655" y="508934"/>
                  </a:cubicBezTo>
                  <a:cubicBezTo>
                    <a:pt x="777016" y="508732"/>
                    <a:pt x="776780" y="505032"/>
                    <a:pt x="775030" y="503922"/>
                  </a:cubicBezTo>
                  <a:cubicBezTo>
                    <a:pt x="773280" y="502845"/>
                    <a:pt x="771328" y="501971"/>
                    <a:pt x="768703" y="501533"/>
                  </a:cubicBezTo>
                  <a:cubicBezTo>
                    <a:pt x="766112" y="501096"/>
                    <a:pt x="763924" y="498506"/>
                    <a:pt x="763285" y="498270"/>
                  </a:cubicBezTo>
                  <a:cubicBezTo>
                    <a:pt x="762612" y="498035"/>
                    <a:pt x="760895" y="494133"/>
                    <a:pt x="760895" y="494133"/>
                  </a:cubicBezTo>
                  <a:lnTo>
                    <a:pt x="760660" y="489692"/>
                  </a:lnTo>
                  <a:lnTo>
                    <a:pt x="761299" y="486530"/>
                  </a:lnTo>
                  <a:lnTo>
                    <a:pt x="766078" y="486530"/>
                  </a:lnTo>
                  <a:lnTo>
                    <a:pt x="770420" y="488717"/>
                  </a:lnTo>
                  <a:lnTo>
                    <a:pt x="771295" y="485454"/>
                  </a:lnTo>
                  <a:lnTo>
                    <a:pt x="768670" y="481316"/>
                  </a:lnTo>
                  <a:lnTo>
                    <a:pt x="771497" y="480239"/>
                  </a:lnTo>
                  <a:cubicBezTo>
                    <a:pt x="771497" y="480239"/>
                    <a:pt x="774324" y="480677"/>
                    <a:pt x="775199" y="480239"/>
                  </a:cubicBezTo>
                  <a:cubicBezTo>
                    <a:pt x="776074" y="479802"/>
                    <a:pt x="777386" y="480239"/>
                    <a:pt x="777386" y="480239"/>
                  </a:cubicBezTo>
                  <a:lnTo>
                    <a:pt x="780651" y="474151"/>
                  </a:lnTo>
                  <a:cubicBezTo>
                    <a:pt x="780651" y="474151"/>
                    <a:pt x="783680" y="469811"/>
                    <a:pt x="784353" y="468937"/>
                  </a:cubicBezTo>
                  <a:cubicBezTo>
                    <a:pt x="784992" y="468062"/>
                    <a:pt x="786574" y="464597"/>
                    <a:pt x="787180" y="464597"/>
                  </a:cubicBezTo>
                  <a:cubicBezTo>
                    <a:pt x="787819" y="464597"/>
                    <a:pt x="790209" y="462410"/>
                    <a:pt x="790209" y="462410"/>
                  </a:cubicBezTo>
                  <a:cubicBezTo>
                    <a:pt x="790209" y="462410"/>
                    <a:pt x="792834" y="464597"/>
                    <a:pt x="793473" y="464799"/>
                  </a:cubicBezTo>
                  <a:cubicBezTo>
                    <a:pt x="794112" y="465001"/>
                    <a:pt x="796738" y="467826"/>
                    <a:pt x="796738" y="467826"/>
                  </a:cubicBezTo>
                  <a:cubicBezTo>
                    <a:pt x="796738" y="467826"/>
                    <a:pt x="800002" y="468264"/>
                    <a:pt x="800641" y="468466"/>
                  </a:cubicBezTo>
                  <a:cubicBezTo>
                    <a:pt x="801315" y="468667"/>
                    <a:pt x="804343" y="470652"/>
                    <a:pt x="804343" y="470652"/>
                  </a:cubicBezTo>
                  <a:lnTo>
                    <a:pt x="806733" y="471729"/>
                  </a:lnTo>
                  <a:lnTo>
                    <a:pt x="810199" y="473478"/>
                  </a:lnTo>
                  <a:lnTo>
                    <a:pt x="812387" y="476741"/>
                  </a:lnTo>
                  <a:lnTo>
                    <a:pt x="814574" y="479567"/>
                  </a:lnTo>
                  <a:lnTo>
                    <a:pt x="818276" y="479567"/>
                  </a:lnTo>
                  <a:lnTo>
                    <a:pt x="821103" y="481955"/>
                  </a:lnTo>
                  <a:lnTo>
                    <a:pt x="825007" y="485218"/>
                  </a:lnTo>
                  <a:lnTo>
                    <a:pt x="826959" y="488986"/>
                  </a:lnTo>
                  <a:lnTo>
                    <a:pt x="830426" y="492316"/>
                  </a:lnTo>
                  <a:cubicBezTo>
                    <a:pt x="830426" y="492316"/>
                    <a:pt x="834700" y="492451"/>
                    <a:pt x="834801" y="492451"/>
                  </a:cubicBezTo>
                  <a:cubicBezTo>
                    <a:pt x="834902" y="492451"/>
                    <a:pt x="836921" y="492451"/>
                    <a:pt x="837358" y="492316"/>
                  </a:cubicBezTo>
                  <a:cubicBezTo>
                    <a:pt x="837796" y="492181"/>
                    <a:pt x="840118" y="490735"/>
                    <a:pt x="840118" y="490735"/>
                  </a:cubicBezTo>
                  <a:lnTo>
                    <a:pt x="841565" y="488717"/>
                  </a:lnTo>
                  <a:lnTo>
                    <a:pt x="842878" y="488212"/>
                  </a:lnTo>
                  <a:cubicBezTo>
                    <a:pt x="842878" y="488212"/>
                    <a:pt x="844190" y="488279"/>
                    <a:pt x="844628" y="488279"/>
                  </a:cubicBezTo>
                  <a:cubicBezTo>
                    <a:pt x="845065" y="488279"/>
                    <a:pt x="847825" y="488279"/>
                    <a:pt x="847825" y="488279"/>
                  </a:cubicBezTo>
                  <a:lnTo>
                    <a:pt x="848700" y="487707"/>
                  </a:lnTo>
                  <a:cubicBezTo>
                    <a:pt x="848700" y="487707"/>
                    <a:pt x="850013" y="485521"/>
                    <a:pt x="850450" y="485084"/>
                  </a:cubicBezTo>
                  <a:cubicBezTo>
                    <a:pt x="850888" y="484646"/>
                    <a:pt x="851628" y="483334"/>
                    <a:pt x="851628" y="483334"/>
                  </a:cubicBezTo>
                  <a:lnTo>
                    <a:pt x="852638" y="482090"/>
                  </a:lnTo>
                  <a:lnTo>
                    <a:pt x="855667" y="481282"/>
                  </a:lnTo>
                  <a:lnTo>
                    <a:pt x="860008" y="481282"/>
                  </a:lnTo>
                  <a:lnTo>
                    <a:pt x="861455" y="480576"/>
                  </a:lnTo>
                  <a:cubicBezTo>
                    <a:pt x="861455" y="480576"/>
                    <a:pt x="862465" y="481013"/>
                    <a:pt x="863912" y="481888"/>
                  </a:cubicBezTo>
                  <a:cubicBezTo>
                    <a:pt x="865359" y="482762"/>
                    <a:pt x="870441" y="485958"/>
                    <a:pt x="870441" y="485958"/>
                  </a:cubicBezTo>
                  <a:lnTo>
                    <a:pt x="871148" y="489726"/>
                  </a:lnTo>
                  <a:cubicBezTo>
                    <a:pt x="871148" y="489726"/>
                    <a:pt x="870508" y="494940"/>
                    <a:pt x="870778" y="495512"/>
                  </a:cubicBezTo>
                  <a:cubicBezTo>
                    <a:pt x="871080" y="496084"/>
                    <a:pt x="871282" y="500154"/>
                    <a:pt x="871282" y="500154"/>
                  </a:cubicBezTo>
                  <a:lnTo>
                    <a:pt x="871282" y="503047"/>
                  </a:lnTo>
                  <a:lnTo>
                    <a:pt x="874311" y="505234"/>
                  </a:lnTo>
                  <a:lnTo>
                    <a:pt x="875186" y="508429"/>
                  </a:lnTo>
                  <a:cubicBezTo>
                    <a:pt x="875186" y="508429"/>
                    <a:pt x="879258" y="511322"/>
                    <a:pt x="880100" y="511625"/>
                  </a:cubicBezTo>
                  <a:cubicBezTo>
                    <a:pt x="880975" y="511928"/>
                    <a:pt x="881109" y="511827"/>
                    <a:pt x="882557" y="512130"/>
                  </a:cubicBezTo>
                  <a:cubicBezTo>
                    <a:pt x="884004" y="512433"/>
                    <a:pt x="886898" y="512634"/>
                    <a:pt x="887470" y="512634"/>
                  </a:cubicBezTo>
                  <a:cubicBezTo>
                    <a:pt x="888042" y="512634"/>
                    <a:pt x="891239" y="512634"/>
                    <a:pt x="891239" y="512634"/>
                  </a:cubicBezTo>
                  <a:cubicBezTo>
                    <a:pt x="891239" y="512634"/>
                    <a:pt x="895144" y="512634"/>
                    <a:pt x="896591" y="512634"/>
                  </a:cubicBezTo>
                  <a:cubicBezTo>
                    <a:pt x="898038" y="512634"/>
                    <a:pt x="901673" y="512634"/>
                    <a:pt x="901673" y="512634"/>
                  </a:cubicBezTo>
                  <a:lnTo>
                    <a:pt x="904432" y="510448"/>
                  </a:lnTo>
                  <a:lnTo>
                    <a:pt x="906620" y="509439"/>
                  </a:lnTo>
                  <a:cubicBezTo>
                    <a:pt x="906620" y="509439"/>
                    <a:pt x="909379" y="508295"/>
                    <a:pt x="909951" y="508295"/>
                  </a:cubicBezTo>
                  <a:cubicBezTo>
                    <a:pt x="910524" y="508295"/>
                    <a:pt x="914158" y="505974"/>
                    <a:pt x="914731" y="505839"/>
                  </a:cubicBezTo>
                  <a:cubicBezTo>
                    <a:pt x="915303" y="505705"/>
                    <a:pt x="917557" y="503081"/>
                    <a:pt x="917995" y="503081"/>
                  </a:cubicBezTo>
                  <a:cubicBezTo>
                    <a:pt x="918432" y="503081"/>
                    <a:pt x="919947" y="499616"/>
                    <a:pt x="919947" y="499616"/>
                  </a:cubicBezTo>
                  <a:lnTo>
                    <a:pt x="919947" y="497867"/>
                  </a:lnTo>
                  <a:lnTo>
                    <a:pt x="920822" y="495276"/>
                  </a:lnTo>
                  <a:lnTo>
                    <a:pt x="922707" y="492955"/>
                  </a:lnTo>
                  <a:lnTo>
                    <a:pt x="924591" y="491071"/>
                  </a:lnTo>
                  <a:lnTo>
                    <a:pt x="928058" y="486732"/>
                  </a:lnTo>
                  <a:lnTo>
                    <a:pt x="929808" y="480509"/>
                  </a:lnTo>
                  <a:cubicBezTo>
                    <a:pt x="929808" y="480509"/>
                    <a:pt x="932130" y="474992"/>
                    <a:pt x="932870" y="474992"/>
                  </a:cubicBezTo>
                  <a:cubicBezTo>
                    <a:pt x="933577" y="474992"/>
                    <a:pt x="936337" y="472973"/>
                    <a:pt x="936337" y="472973"/>
                  </a:cubicBezTo>
                  <a:lnTo>
                    <a:pt x="937918" y="469643"/>
                  </a:lnTo>
                  <a:lnTo>
                    <a:pt x="939366" y="465303"/>
                  </a:lnTo>
                  <a:cubicBezTo>
                    <a:pt x="939366" y="465303"/>
                    <a:pt x="939938" y="462982"/>
                    <a:pt x="940375" y="462478"/>
                  </a:cubicBezTo>
                  <a:cubicBezTo>
                    <a:pt x="940813" y="461973"/>
                    <a:pt x="942394" y="458340"/>
                    <a:pt x="942394" y="458340"/>
                  </a:cubicBezTo>
                  <a:cubicBezTo>
                    <a:pt x="942394" y="458340"/>
                    <a:pt x="943842" y="457331"/>
                    <a:pt x="943976" y="456894"/>
                  </a:cubicBezTo>
                  <a:cubicBezTo>
                    <a:pt x="944111" y="456456"/>
                    <a:pt x="945558" y="455010"/>
                    <a:pt x="945558" y="455010"/>
                  </a:cubicBezTo>
                  <a:lnTo>
                    <a:pt x="946871" y="451679"/>
                  </a:lnTo>
                  <a:cubicBezTo>
                    <a:pt x="946871" y="451679"/>
                    <a:pt x="946736" y="450098"/>
                    <a:pt x="948318" y="450098"/>
                  </a:cubicBezTo>
                  <a:cubicBezTo>
                    <a:pt x="949899" y="450098"/>
                    <a:pt x="951212" y="450098"/>
                    <a:pt x="951212" y="450098"/>
                  </a:cubicBezTo>
                  <a:lnTo>
                    <a:pt x="951212" y="449224"/>
                  </a:lnTo>
                  <a:lnTo>
                    <a:pt x="952962" y="446902"/>
                  </a:lnTo>
                  <a:lnTo>
                    <a:pt x="952962" y="445759"/>
                  </a:lnTo>
                  <a:cubicBezTo>
                    <a:pt x="952962" y="445759"/>
                    <a:pt x="952828" y="443303"/>
                    <a:pt x="952962" y="442866"/>
                  </a:cubicBezTo>
                  <a:cubicBezTo>
                    <a:pt x="953097" y="442429"/>
                    <a:pt x="950068" y="439233"/>
                    <a:pt x="950068" y="439233"/>
                  </a:cubicBezTo>
                  <a:lnTo>
                    <a:pt x="947308" y="436912"/>
                  </a:lnTo>
                  <a:lnTo>
                    <a:pt x="948452" y="433884"/>
                  </a:lnTo>
                  <a:lnTo>
                    <a:pt x="950472" y="430688"/>
                  </a:lnTo>
                  <a:lnTo>
                    <a:pt x="952726" y="429107"/>
                  </a:lnTo>
                  <a:lnTo>
                    <a:pt x="954678" y="427661"/>
                  </a:lnTo>
                  <a:lnTo>
                    <a:pt x="954678" y="424902"/>
                  </a:lnTo>
                  <a:cubicBezTo>
                    <a:pt x="954678" y="424902"/>
                    <a:pt x="953097" y="423153"/>
                    <a:pt x="953534" y="423018"/>
                  </a:cubicBezTo>
                  <a:cubicBezTo>
                    <a:pt x="953972" y="422884"/>
                    <a:pt x="954409" y="421202"/>
                    <a:pt x="954678" y="421067"/>
                  </a:cubicBezTo>
                  <a:cubicBezTo>
                    <a:pt x="954981" y="420933"/>
                    <a:pt x="955823" y="418813"/>
                    <a:pt x="955823" y="418813"/>
                  </a:cubicBezTo>
                  <a:lnTo>
                    <a:pt x="959020" y="418813"/>
                  </a:lnTo>
                  <a:lnTo>
                    <a:pt x="960770" y="418813"/>
                  </a:lnTo>
                  <a:cubicBezTo>
                    <a:pt x="960770" y="418813"/>
                    <a:pt x="963227" y="418242"/>
                    <a:pt x="964102" y="418813"/>
                  </a:cubicBezTo>
                  <a:cubicBezTo>
                    <a:pt x="964977" y="419385"/>
                    <a:pt x="965986" y="420697"/>
                    <a:pt x="965986" y="420697"/>
                  </a:cubicBezTo>
                  <a:cubicBezTo>
                    <a:pt x="965986" y="420697"/>
                    <a:pt x="966558" y="421269"/>
                    <a:pt x="967434" y="421841"/>
                  </a:cubicBezTo>
                  <a:cubicBezTo>
                    <a:pt x="968309" y="422413"/>
                    <a:pt x="969890" y="422985"/>
                    <a:pt x="970631" y="422985"/>
                  </a:cubicBezTo>
                  <a:cubicBezTo>
                    <a:pt x="971338" y="422985"/>
                    <a:pt x="972650" y="423557"/>
                    <a:pt x="973390" y="422850"/>
                  </a:cubicBezTo>
                  <a:cubicBezTo>
                    <a:pt x="974097" y="422110"/>
                    <a:pt x="975578" y="420226"/>
                    <a:pt x="976150" y="420226"/>
                  </a:cubicBezTo>
                  <a:cubicBezTo>
                    <a:pt x="976722" y="420226"/>
                    <a:pt x="978035" y="419654"/>
                    <a:pt x="978035" y="419654"/>
                  </a:cubicBezTo>
                  <a:lnTo>
                    <a:pt x="979179" y="420092"/>
                  </a:lnTo>
                  <a:cubicBezTo>
                    <a:pt x="979179" y="420092"/>
                    <a:pt x="979482" y="422682"/>
                    <a:pt x="979886" y="423119"/>
                  </a:cubicBezTo>
                  <a:cubicBezTo>
                    <a:pt x="980323" y="423557"/>
                    <a:pt x="982511" y="426450"/>
                    <a:pt x="982511" y="426450"/>
                  </a:cubicBezTo>
                  <a:lnTo>
                    <a:pt x="984261" y="427459"/>
                  </a:lnTo>
                  <a:lnTo>
                    <a:pt x="986852" y="427459"/>
                  </a:lnTo>
                  <a:lnTo>
                    <a:pt x="989174" y="426450"/>
                  </a:lnTo>
                  <a:lnTo>
                    <a:pt x="991194" y="424700"/>
                  </a:lnTo>
                  <a:cubicBezTo>
                    <a:pt x="991194" y="424700"/>
                    <a:pt x="992338" y="424566"/>
                    <a:pt x="992776" y="424263"/>
                  </a:cubicBezTo>
                  <a:cubicBezTo>
                    <a:pt x="993213" y="423960"/>
                    <a:pt x="994357" y="422951"/>
                    <a:pt x="994795" y="422682"/>
                  </a:cubicBezTo>
                  <a:cubicBezTo>
                    <a:pt x="995232" y="422379"/>
                    <a:pt x="995804" y="421235"/>
                    <a:pt x="995804" y="421235"/>
                  </a:cubicBezTo>
                  <a:lnTo>
                    <a:pt x="999708" y="416728"/>
                  </a:lnTo>
                  <a:lnTo>
                    <a:pt x="996814" y="412960"/>
                  </a:lnTo>
                  <a:cubicBezTo>
                    <a:pt x="996814" y="412960"/>
                    <a:pt x="995804" y="410505"/>
                    <a:pt x="995939" y="409630"/>
                  </a:cubicBezTo>
                  <a:cubicBezTo>
                    <a:pt x="996074" y="408755"/>
                    <a:pt x="996242" y="407174"/>
                    <a:pt x="997083" y="406434"/>
                  </a:cubicBezTo>
                  <a:cubicBezTo>
                    <a:pt x="997958" y="405694"/>
                    <a:pt x="999675" y="403676"/>
                    <a:pt x="999675" y="403676"/>
                  </a:cubicBezTo>
                  <a:lnTo>
                    <a:pt x="1001997" y="402801"/>
                  </a:lnTo>
                  <a:cubicBezTo>
                    <a:pt x="1001997" y="402801"/>
                    <a:pt x="1004454" y="401052"/>
                    <a:pt x="1005026" y="399774"/>
                  </a:cubicBezTo>
                  <a:cubicBezTo>
                    <a:pt x="1005598" y="398462"/>
                    <a:pt x="1007348" y="396006"/>
                    <a:pt x="1007348" y="396006"/>
                  </a:cubicBezTo>
                  <a:lnTo>
                    <a:pt x="1004891" y="394257"/>
                  </a:lnTo>
                  <a:lnTo>
                    <a:pt x="1004319" y="391935"/>
                  </a:lnTo>
                  <a:lnTo>
                    <a:pt x="1005463" y="389917"/>
                  </a:lnTo>
                  <a:lnTo>
                    <a:pt x="1008795" y="388336"/>
                  </a:lnTo>
                  <a:lnTo>
                    <a:pt x="1011824" y="384871"/>
                  </a:lnTo>
                  <a:lnTo>
                    <a:pt x="1008627" y="381238"/>
                  </a:lnTo>
                  <a:lnTo>
                    <a:pt x="1007483" y="379354"/>
                  </a:lnTo>
                  <a:cubicBezTo>
                    <a:pt x="1007483" y="379354"/>
                    <a:pt x="1008055" y="376327"/>
                    <a:pt x="1008492" y="376158"/>
                  </a:cubicBezTo>
                  <a:cubicBezTo>
                    <a:pt x="1008930" y="376024"/>
                    <a:pt x="1013709" y="374140"/>
                    <a:pt x="1013709" y="374140"/>
                  </a:cubicBezTo>
                  <a:lnTo>
                    <a:pt x="1017613" y="371953"/>
                  </a:lnTo>
                  <a:lnTo>
                    <a:pt x="1020069" y="368186"/>
                  </a:lnTo>
                  <a:lnTo>
                    <a:pt x="1021079" y="364721"/>
                  </a:lnTo>
                  <a:cubicBezTo>
                    <a:pt x="1021079" y="364721"/>
                    <a:pt x="1022661" y="361962"/>
                    <a:pt x="1022661" y="361391"/>
                  </a:cubicBezTo>
                  <a:cubicBezTo>
                    <a:pt x="1022661" y="360819"/>
                    <a:pt x="1023805" y="358060"/>
                    <a:pt x="1023805" y="358060"/>
                  </a:cubicBezTo>
                  <a:cubicBezTo>
                    <a:pt x="1023805" y="358060"/>
                    <a:pt x="1023502" y="355605"/>
                    <a:pt x="1023805" y="355167"/>
                  </a:cubicBezTo>
                  <a:cubicBezTo>
                    <a:pt x="1024108" y="354730"/>
                    <a:pt x="1023805" y="352409"/>
                    <a:pt x="1023805" y="352409"/>
                  </a:cubicBezTo>
                  <a:cubicBezTo>
                    <a:pt x="1023805" y="352409"/>
                    <a:pt x="1023199" y="351097"/>
                    <a:pt x="1023939" y="350660"/>
                  </a:cubicBezTo>
                  <a:cubicBezTo>
                    <a:pt x="1024680" y="350222"/>
                    <a:pt x="1025993" y="348473"/>
                    <a:pt x="1025993" y="348473"/>
                  </a:cubicBezTo>
                  <a:cubicBezTo>
                    <a:pt x="1025993" y="348473"/>
                    <a:pt x="1027742" y="348608"/>
                    <a:pt x="1028315" y="348473"/>
                  </a:cubicBezTo>
                  <a:cubicBezTo>
                    <a:pt x="1028887" y="348338"/>
                    <a:pt x="1029762" y="348608"/>
                    <a:pt x="1031074" y="348473"/>
                  </a:cubicBezTo>
                  <a:cubicBezTo>
                    <a:pt x="1032387" y="348338"/>
                    <a:pt x="1035113" y="347767"/>
                    <a:pt x="1035113" y="347767"/>
                  </a:cubicBezTo>
                  <a:cubicBezTo>
                    <a:pt x="1035113" y="347767"/>
                    <a:pt x="1035988" y="346017"/>
                    <a:pt x="1037570" y="345311"/>
                  </a:cubicBezTo>
                  <a:cubicBezTo>
                    <a:pt x="1039151" y="344571"/>
                    <a:pt x="1040531" y="342721"/>
                    <a:pt x="1040531" y="342115"/>
                  </a:cubicBezTo>
                  <a:cubicBezTo>
                    <a:pt x="1040531" y="341543"/>
                    <a:pt x="1041474" y="338919"/>
                    <a:pt x="1041474" y="338919"/>
                  </a:cubicBezTo>
                  <a:lnTo>
                    <a:pt x="1041474" y="337910"/>
                  </a:lnTo>
                  <a:lnTo>
                    <a:pt x="1042180" y="336464"/>
                  </a:lnTo>
                  <a:cubicBezTo>
                    <a:pt x="1042180" y="336464"/>
                    <a:pt x="1045075" y="335454"/>
                    <a:pt x="1045647" y="335454"/>
                  </a:cubicBezTo>
                  <a:cubicBezTo>
                    <a:pt x="1046219" y="335454"/>
                    <a:pt x="1046656" y="335589"/>
                    <a:pt x="1047229" y="335454"/>
                  </a:cubicBezTo>
                  <a:cubicBezTo>
                    <a:pt x="1047801" y="335320"/>
                    <a:pt x="1051132" y="333705"/>
                    <a:pt x="1051570" y="333705"/>
                  </a:cubicBezTo>
                  <a:cubicBezTo>
                    <a:pt x="1052008" y="333705"/>
                    <a:pt x="1053320" y="332259"/>
                    <a:pt x="1053758" y="332259"/>
                  </a:cubicBezTo>
                  <a:cubicBezTo>
                    <a:pt x="1054195" y="332259"/>
                    <a:pt x="1055339" y="329803"/>
                    <a:pt x="1055339" y="329803"/>
                  </a:cubicBezTo>
                  <a:cubicBezTo>
                    <a:pt x="1055339" y="329803"/>
                    <a:pt x="1055205" y="328222"/>
                    <a:pt x="1055339" y="327616"/>
                  </a:cubicBezTo>
                  <a:cubicBezTo>
                    <a:pt x="1055474" y="327044"/>
                    <a:pt x="1055339" y="323849"/>
                    <a:pt x="1055339" y="323849"/>
                  </a:cubicBezTo>
                  <a:lnTo>
                    <a:pt x="1054161" y="318904"/>
                  </a:lnTo>
                  <a:close/>
                </a:path>
              </a:pathLst>
            </a:custGeom>
            <a:grpFill/>
            <a:ln w="6350" cap="flat">
              <a:solidFill>
                <a:schemeClr val="bg1"/>
              </a:solidFill>
              <a:prstDash val="solid"/>
              <a:miter/>
            </a:ln>
          </p:spPr>
          <p:txBody>
            <a:bodyPr rtlCol="0" anchor="ctr"/>
            <a:lstStyle/>
            <a:p>
              <a:endParaRPr lang="en-US"/>
            </a:p>
          </p:txBody>
        </p:sp>
        <p:sp>
          <p:nvSpPr>
            <p:cNvPr id="192" name="Freeform 909">
              <a:extLst>
                <a:ext uri="{FF2B5EF4-FFF2-40B4-BE49-F238E27FC236}">
                  <a16:creationId xmlns:a16="http://schemas.microsoft.com/office/drawing/2014/main" id="{DB5DBC50-D9D8-D356-204E-2E837903B245}"/>
                </a:ext>
              </a:extLst>
            </p:cNvPr>
            <p:cNvSpPr/>
            <p:nvPr/>
          </p:nvSpPr>
          <p:spPr>
            <a:xfrm>
              <a:off x="6762206" y="2509387"/>
              <a:ext cx="655514" cy="476204"/>
            </a:xfrm>
            <a:custGeom>
              <a:avLst/>
              <a:gdLst>
                <a:gd name="connsiteX0" fmla="*/ 1116827 w 1258521"/>
                <a:gd name="connsiteY0" fmla="*/ 745555 h 914263"/>
                <a:gd name="connsiteX1" fmla="*/ 1113866 w 1258521"/>
                <a:gd name="connsiteY1" fmla="*/ 746060 h 914263"/>
                <a:gd name="connsiteX2" fmla="*/ 1112721 w 1258521"/>
                <a:gd name="connsiteY2" fmla="*/ 747069 h 914263"/>
                <a:gd name="connsiteX3" fmla="*/ 1111846 w 1258521"/>
                <a:gd name="connsiteY3" fmla="*/ 747372 h 914263"/>
                <a:gd name="connsiteX4" fmla="*/ 1109255 w 1258521"/>
                <a:gd name="connsiteY4" fmla="*/ 748684 h 914263"/>
                <a:gd name="connsiteX5" fmla="*/ 1107505 w 1258521"/>
                <a:gd name="connsiteY5" fmla="*/ 749121 h 914263"/>
                <a:gd name="connsiteX6" fmla="*/ 1105620 w 1258521"/>
                <a:gd name="connsiteY6" fmla="*/ 748381 h 914263"/>
                <a:gd name="connsiteX7" fmla="*/ 1104274 w 1258521"/>
                <a:gd name="connsiteY7" fmla="*/ 748381 h 914263"/>
                <a:gd name="connsiteX8" fmla="*/ 1101111 w 1258521"/>
                <a:gd name="connsiteY8" fmla="*/ 746531 h 914263"/>
                <a:gd name="connsiteX9" fmla="*/ 1100135 w 1258521"/>
                <a:gd name="connsiteY9" fmla="*/ 743503 h 914263"/>
                <a:gd name="connsiteX10" fmla="*/ 1100236 w 1258521"/>
                <a:gd name="connsiteY10" fmla="*/ 741855 h 914263"/>
                <a:gd name="connsiteX11" fmla="*/ 1101414 w 1258521"/>
                <a:gd name="connsiteY11" fmla="*/ 740207 h 914263"/>
                <a:gd name="connsiteX12" fmla="*/ 1102288 w 1258521"/>
                <a:gd name="connsiteY12" fmla="*/ 738592 h 914263"/>
                <a:gd name="connsiteX13" fmla="*/ 1102827 w 1258521"/>
                <a:gd name="connsiteY13" fmla="*/ 737818 h 914263"/>
                <a:gd name="connsiteX14" fmla="*/ 1103365 w 1258521"/>
                <a:gd name="connsiteY14" fmla="*/ 735968 h 914263"/>
                <a:gd name="connsiteX15" fmla="*/ 1104240 w 1258521"/>
                <a:gd name="connsiteY15" fmla="*/ 734017 h 914263"/>
                <a:gd name="connsiteX16" fmla="*/ 1104342 w 1258521"/>
                <a:gd name="connsiteY16" fmla="*/ 731729 h 914263"/>
                <a:gd name="connsiteX17" fmla="*/ 1104678 w 1258521"/>
                <a:gd name="connsiteY17" fmla="*/ 730115 h 914263"/>
                <a:gd name="connsiteX18" fmla="*/ 1104678 w 1258521"/>
                <a:gd name="connsiteY18" fmla="*/ 725102 h 914263"/>
                <a:gd name="connsiteX19" fmla="*/ 1100639 w 1258521"/>
                <a:gd name="connsiteY19" fmla="*/ 723017 h 914263"/>
                <a:gd name="connsiteX20" fmla="*/ 1098822 w 1258521"/>
                <a:gd name="connsiteY20" fmla="*/ 722815 h 914263"/>
                <a:gd name="connsiteX21" fmla="*/ 1096870 w 1258521"/>
                <a:gd name="connsiteY21" fmla="*/ 722310 h 914263"/>
                <a:gd name="connsiteX22" fmla="*/ 1096668 w 1258521"/>
                <a:gd name="connsiteY22" fmla="*/ 722310 h 914263"/>
                <a:gd name="connsiteX23" fmla="*/ 1095861 w 1258521"/>
                <a:gd name="connsiteY23" fmla="*/ 722916 h 914263"/>
                <a:gd name="connsiteX24" fmla="*/ 1093404 w 1258521"/>
                <a:gd name="connsiteY24" fmla="*/ 724026 h 914263"/>
                <a:gd name="connsiteX25" fmla="*/ 1089332 w 1258521"/>
                <a:gd name="connsiteY25" fmla="*/ 724968 h 914263"/>
                <a:gd name="connsiteX26" fmla="*/ 1086572 w 1258521"/>
                <a:gd name="connsiteY26" fmla="*/ 725338 h 914263"/>
                <a:gd name="connsiteX27" fmla="*/ 1084553 w 1258521"/>
                <a:gd name="connsiteY27" fmla="*/ 725405 h 914263"/>
                <a:gd name="connsiteX28" fmla="*/ 1083476 w 1258521"/>
                <a:gd name="connsiteY28" fmla="*/ 724228 h 914263"/>
                <a:gd name="connsiteX29" fmla="*/ 1082971 w 1258521"/>
                <a:gd name="connsiteY29" fmla="*/ 724026 h 914263"/>
                <a:gd name="connsiteX30" fmla="*/ 1079134 w 1258521"/>
                <a:gd name="connsiteY30" fmla="*/ 724026 h 914263"/>
                <a:gd name="connsiteX31" fmla="*/ 1077485 w 1258521"/>
                <a:gd name="connsiteY31" fmla="*/ 724194 h 914263"/>
                <a:gd name="connsiteX32" fmla="*/ 1075298 w 1258521"/>
                <a:gd name="connsiteY32" fmla="*/ 725674 h 914263"/>
                <a:gd name="connsiteX33" fmla="*/ 1070721 w 1258521"/>
                <a:gd name="connsiteY33" fmla="*/ 726986 h 914263"/>
                <a:gd name="connsiteX34" fmla="*/ 1066581 w 1258521"/>
                <a:gd name="connsiteY34" fmla="*/ 726616 h 914263"/>
                <a:gd name="connsiteX35" fmla="*/ 1064259 w 1258521"/>
                <a:gd name="connsiteY35" fmla="*/ 726616 h 914263"/>
                <a:gd name="connsiteX36" fmla="*/ 1062879 w 1258521"/>
                <a:gd name="connsiteY36" fmla="*/ 725035 h 914263"/>
                <a:gd name="connsiteX37" fmla="*/ 1062576 w 1258521"/>
                <a:gd name="connsiteY37" fmla="*/ 723353 h 914263"/>
                <a:gd name="connsiteX38" fmla="*/ 1064023 w 1258521"/>
                <a:gd name="connsiteY38" fmla="*/ 721940 h 914263"/>
                <a:gd name="connsiteX39" fmla="*/ 1064999 w 1258521"/>
                <a:gd name="connsiteY39" fmla="*/ 719451 h 914263"/>
                <a:gd name="connsiteX40" fmla="*/ 1065975 w 1258521"/>
                <a:gd name="connsiteY40" fmla="*/ 717500 h 914263"/>
                <a:gd name="connsiteX41" fmla="*/ 1067389 w 1258521"/>
                <a:gd name="connsiteY41" fmla="*/ 714775 h 914263"/>
                <a:gd name="connsiteX42" fmla="*/ 1068028 w 1258521"/>
                <a:gd name="connsiteY42" fmla="*/ 712387 h 914263"/>
                <a:gd name="connsiteX43" fmla="*/ 1067927 w 1258521"/>
                <a:gd name="connsiteY43" fmla="*/ 709897 h 914263"/>
                <a:gd name="connsiteX44" fmla="*/ 1066480 w 1258521"/>
                <a:gd name="connsiteY44" fmla="*/ 708518 h 914263"/>
                <a:gd name="connsiteX45" fmla="*/ 1060624 w 1258521"/>
                <a:gd name="connsiteY45" fmla="*/ 702799 h 914263"/>
                <a:gd name="connsiteX46" fmla="*/ 1056215 w 1258521"/>
                <a:gd name="connsiteY46" fmla="*/ 698224 h 914263"/>
                <a:gd name="connsiteX47" fmla="*/ 1047095 w 1258521"/>
                <a:gd name="connsiteY47" fmla="*/ 688671 h 914263"/>
                <a:gd name="connsiteX48" fmla="*/ 1043696 w 1258521"/>
                <a:gd name="connsiteY48" fmla="*/ 682380 h 914263"/>
                <a:gd name="connsiteX49" fmla="*/ 1039355 w 1258521"/>
                <a:gd name="connsiteY49" fmla="*/ 673264 h 914263"/>
                <a:gd name="connsiteX50" fmla="*/ 1038850 w 1258521"/>
                <a:gd name="connsiteY50" fmla="*/ 670236 h 914263"/>
                <a:gd name="connsiteX51" fmla="*/ 1039220 w 1258521"/>
                <a:gd name="connsiteY51" fmla="*/ 660884 h 914263"/>
                <a:gd name="connsiteX52" fmla="*/ 1038210 w 1258521"/>
                <a:gd name="connsiteY52" fmla="*/ 654863 h 914263"/>
                <a:gd name="connsiteX53" fmla="*/ 1038008 w 1258521"/>
                <a:gd name="connsiteY53" fmla="*/ 651532 h 914263"/>
                <a:gd name="connsiteX54" fmla="*/ 1037268 w 1258521"/>
                <a:gd name="connsiteY54" fmla="*/ 647126 h 914263"/>
                <a:gd name="connsiteX55" fmla="*/ 1037402 w 1258521"/>
                <a:gd name="connsiteY55" fmla="*/ 643728 h 914263"/>
                <a:gd name="connsiteX56" fmla="*/ 1038715 w 1258521"/>
                <a:gd name="connsiteY56" fmla="*/ 641710 h 914263"/>
                <a:gd name="connsiteX57" fmla="*/ 1040398 w 1258521"/>
                <a:gd name="connsiteY57" fmla="*/ 641070 h 914263"/>
                <a:gd name="connsiteX58" fmla="*/ 1045547 w 1258521"/>
                <a:gd name="connsiteY58" fmla="*/ 640869 h 914263"/>
                <a:gd name="connsiteX59" fmla="*/ 1048508 w 1258521"/>
                <a:gd name="connsiteY59" fmla="*/ 640364 h 914263"/>
                <a:gd name="connsiteX60" fmla="*/ 1052850 w 1258521"/>
                <a:gd name="connsiteY60" fmla="*/ 640667 h 914263"/>
                <a:gd name="connsiteX61" fmla="*/ 1055105 w 1258521"/>
                <a:gd name="connsiteY61" fmla="*/ 640970 h 914263"/>
                <a:gd name="connsiteX62" fmla="*/ 1057494 w 1258521"/>
                <a:gd name="connsiteY62" fmla="*/ 641979 h 914263"/>
                <a:gd name="connsiteX63" fmla="*/ 1059076 w 1258521"/>
                <a:gd name="connsiteY63" fmla="*/ 643425 h 914263"/>
                <a:gd name="connsiteX64" fmla="*/ 1061331 w 1258521"/>
                <a:gd name="connsiteY64" fmla="*/ 644300 h 914263"/>
                <a:gd name="connsiteX65" fmla="*/ 1064091 w 1258521"/>
                <a:gd name="connsiteY65" fmla="*/ 644737 h 914263"/>
                <a:gd name="connsiteX66" fmla="*/ 1066278 w 1258521"/>
                <a:gd name="connsiteY66" fmla="*/ 645107 h 914263"/>
                <a:gd name="connsiteX67" fmla="*/ 1068466 w 1258521"/>
                <a:gd name="connsiteY67" fmla="*/ 645982 h 914263"/>
                <a:gd name="connsiteX68" fmla="*/ 1071865 w 1258521"/>
                <a:gd name="connsiteY68" fmla="*/ 646419 h 914263"/>
                <a:gd name="connsiteX69" fmla="*/ 1074187 w 1258521"/>
                <a:gd name="connsiteY69" fmla="*/ 648303 h 914263"/>
                <a:gd name="connsiteX70" fmla="*/ 1077283 w 1258521"/>
                <a:gd name="connsiteY70" fmla="*/ 650691 h 914263"/>
                <a:gd name="connsiteX71" fmla="*/ 1080918 w 1258521"/>
                <a:gd name="connsiteY71" fmla="*/ 653080 h 914263"/>
                <a:gd name="connsiteX72" fmla="*/ 1084250 w 1258521"/>
                <a:gd name="connsiteY72" fmla="*/ 655906 h 914263"/>
                <a:gd name="connsiteX73" fmla="*/ 1088524 w 1258521"/>
                <a:gd name="connsiteY73" fmla="*/ 658092 h 914263"/>
                <a:gd name="connsiteX74" fmla="*/ 1092663 w 1258521"/>
                <a:gd name="connsiteY74" fmla="*/ 660548 h 914263"/>
                <a:gd name="connsiteX75" fmla="*/ 1095120 w 1258521"/>
                <a:gd name="connsiteY75" fmla="*/ 662364 h 914263"/>
                <a:gd name="connsiteX76" fmla="*/ 1098014 w 1258521"/>
                <a:gd name="connsiteY76" fmla="*/ 663441 h 914263"/>
                <a:gd name="connsiteX77" fmla="*/ 1102221 w 1258521"/>
                <a:gd name="connsiteY77" fmla="*/ 665190 h 914263"/>
                <a:gd name="connsiteX78" fmla="*/ 1104409 w 1258521"/>
                <a:gd name="connsiteY78" fmla="*/ 665897 h 914263"/>
                <a:gd name="connsiteX79" fmla="*/ 1107370 w 1258521"/>
                <a:gd name="connsiteY79" fmla="*/ 666973 h 914263"/>
                <a:gd name="connsiteX80" fmla="*/ 1110769 w 1258521"/>
                <a:gd name="connsiteY80" fmla="*/ 668554 h 914263"/>
                <a:gd name="connsiteX81" fmla="*/ 1111510 w 1258521"/>
                <a:gd name="connsiteY81" fmla="*/ 670001 h 914263"/>
                <a:gd name="connsiteX82" fmla="*/ 1112890 w 1258521"/>
                <a:gd name="connsiteY82" fmla="*/ 673465 h 914263"/>
                <a:gd name="connsiteX83" fmla="*/ 1116457 w 1258521"/>
                <a:gd name="connsiteY83" fmla="*/ 675215 h 914263"/>
                <a:gd name="connsiteX84" fmla="*/ 1119486 w 1258521"/>
                <a:gd name="connsiteY84" fmla="*/ 677536 h 914263"/>
                <a:gd name="connsiteX85" fmla="*/ 1121505 w 1258521"/>
                <a:gd name="connsiteY85" fmla="*/ 678982 h 914263"/>
                <a:gd name="connsiteX86" fmla="*/ 1123895 w 1258521"/>
                <a:gd name="connsiteY86" fmla="*/ 681438 h 914263"/>
                <a:gd name="connsiteX87" fmla="*/ 1124972 w 1258521"/>
                <a:gd name="connsiteY87" fmla="*/ 682750 h 914263"/>
                <a:gd name="connsiteX88" fmla="*/ 1127664 w 1258521"/>
                <a:gd name="connsiteY88" fmla="*/ 683187 h 914263"/>
                <a:gd name="connsiteX89" fmla="*/ 1129313 w 1258521"/>
                <a:gd name="connsiteY89" fmla="*/ 683187 h 914263"/>
                <a:gd name="connsiteX90" fmla="*/ 1131130 w 1258521"/>
                <a:gd name="connsiteY90" fmla="*/ 682817 h 914263"/>
                <a:gd name="connsiteX91" fmla="*/ 1132073 w 1258521"/>
                <a:gd name="connsiteY91" fmla="*/ 682245 h 914263"/>
                <a:gd name="connsiteX92" fmla="*/ 1134260 w 1258521"/>
                <a:gd name="connsiteY92" fmla="*/ 681438 h 914263"/>
                <a:gd name="connsiteX93" fmla="*/ 1135203 w 1258521"/>
                <a:gd name="connsiteY93" fmla="*/ 680193 h 914263"/>
                <a:gd name="connsiteX94" fmla="*/ 1135506 w 1258521"/>
                <a:gd name="connsiteY94" fmla="*/ 678680 h 914263"/>
                <a:gd name="connsiteX95" fmla="*/ 1135876 w 1258521"/>
                <a:gd name="connsiteY95" fmla="*/ 677435 h 914263"/>
                <a:gd name="connsiteX96" fmla="*/ 1136381 w 1258521"/>
                <a:gd name="connsiteY96" fmla="*/ 676291 h 914263"/>
                <a:gd name="connsiteX97" fmla="*/ 1137121 w 1258521"/>
                <a:gd name="connsiteY97" fmla="*/ 674845 h 914263"/>
                <a:gd name="connsiteX98" fmla="*/ 1138131 w 1258521"/>
                <a:gd name="connsiteY98" fmla="*/ 673768 h 914263"/>
                <a:gd name="connsiteX99" fmla="*/ 1140015 w 1258521"/>
                <a:gd name="connsiteY99" fmla="*/ 672826 h 914263"/>
                <a:gd name="connsiteX100" fmla="*/ 1141900 w 1258521"/>
                <a:gd name="connsiteY100" fmla="*/ 674340 h 914263"/>
                <a:gd name="connsiteX101" fmla="*/ 1143414 w 1258521"/>
                <a:gd name="connsiteY101" fmla="*/ 676998 h 914263"/>
                <a:gd name="connsiteX102" fmla="*/ 1146443 w 1258521"/>
                <a:gd name="connsiteY102" fmla="*/ 678141 h 914263"/>
                <a:gd name="connsiteX103" fmla="*/ 1147756 w 1258521"/>
                <a:gd name="connsiteY103" fmla="*/ 676358 h 914263"/>
                <a:gd name="connsiteX104" fmla="*/ 1147924 w 1258521"/>
                <a:gd name="connsiteY104" fmla="*/ 672894 h 914263"/>
                <a:gd name="connsiteX105" fmla="*/ 1148833 w 1258521"/>
                <a:gd name="connsiteY105" fmla="*/ 671918 h 914263"/>
                <a:gd name="connsiteX106" fmla="*/ 1150314 w 1258521"/>
                <a:gd name="connsiteY106" fmla="*/ 669630 h 914263"/>
                <a:gd name="connsiteX107" fmla="*/ 1150751 w 1258521"/>
                <a:gd name="connsiteY107" fmla="*/ 667680 h 914263"/>
                <a:gd name="connsiteX108" fmla="*/ 1151088 w 1258521"/>
                <a:gd name="connsiteY108" fmla="*/ 665358 h 914263"/>
                <a:gd name="connsiteX109" fmla="*/ 1152434 w 1258521"/>
                <a:gd name="connsiteY109" fmla="*/ 663306 h 914263"/>
                <a:gd name="connsiteX110" fmla="*/ 1155261 w 1258521"/>
                <a:gd name="connsiteY110" fmla="*/ 660581 h 914263"/>
                <a:gd name="connsiteX111" fmla="*/ 1156944 w 1258521"/>
                <a:gd name="connsiteY111" fmla="*/ 660211 h 914263"/>
                <a:gd name="connsiteX112" fmla="*/ 1160410 w 1258521"/>
                <a:gd name="connsiteY112" fmla="*/ 659404 h 914263"/>
                <a:gd name="connsiteX113" fmla="*/ 1160780 w 1258521"/>
                <a:gd name="connsiteY113" fmla="*/ 658328 h 914263"/>
                <a:gd name="connsiteX114" fmla="*/ 1161554 w 1258521"/>
                <a:gd name="connsiteY114" fmla="*/ 656646 h 914263"/>
                <a:gd name="connsiteX115" fmla="*/ 1164920 w 1258521"/>
                <a:gd name="connsiteY115" fmla="*/ 656208 h 914263"/>
                <a:gd name="connsiteX116" fmla="*/ 1167949 w 1258521"/>
                <a:gd name="connsiteY116" fmla="*/ 655502 h 914263"/>
                <a:gd name="connsiteX117" fmla="*/ 1170439 w 1258521"/>
                <a:gd name="connsiteY117" fmla="*/ 654291 h 914263"/>
                <a:gd name="connsiteX118" fmla="*/ 1171482 w 1258521"/>
                <a:gd name="connsiteY118" fmla="*/ 653248 h 914263"/>
                <a:gd name="connsiteX119" fmla="*/ 1170876 w 1258521"/>
                <a:gd name="connsiteY119" fmla="*/ 651667 h 914263"/>
                <a:gd name="connsiteX120" fmla="*/ 1168050 w 1258521"/>
                <a:gd name="connsiteY120" fmla="*/ 649985 h 914263"/>
                <a:gd name="connsiteX121" fmla="*/ 1167713 w 1258521"/>
                <a:gd name="connsiteY121" fmla="*/ 648034 h 914263"/>
                <a:gd name="connsiteX122" fmla="*/ 1167376 w 1258521"/>
                <a:gd name="connsiteY122" fmla="*/ 644872 h 914263"/>
                <a:gd name="connsiteX123" fmla="*/ 1167478 w 1258521"/>
                <a:gd name="connsiteY123" fmla="*/ 643459 h 914263"/>
                <a:gd name="connsiteX124" fmla="*/ 1166670 w 1258521"/>
                <a:gd name="connsiteY124" fmla="*/ 638346 h 914263"/>
                <a:gd name="connsiteX125" fmla="*/ 1166603 w 1258521"/>
                <a:gd name="connsiteY125" fmla="*/ 637034 h 914263"/>
                <a:gd name="connsiteX126" fmla="*/ 1164751 w 1258521"/>
                <a:gd name="connsiteY126" fmla="*/ 635015 h 914263"/>
                <a:gd name="connsiteX127" fmla="*/ 1160343 w 1258521"/>
                <a:gd name="connsiteY127" fmla="*/ 632963 h 914263"/>
                <a:gd name="connsiteX128" fmla="*/ 1158121 w 1258521"/>
                <a:gd name="connsiteY128" fmla="*/ 633165 h 914263"/>
                <a:gd name="connsiteX129" fmla="*/ 1153679 w 1258521"/>
                <a:gd name="connsiteY129" fmla="*/ 632089 h 914263"/>
                <a:gd name="connsiteX130" fmla="*/ 1149775 w 1258521"/>
                <a:gd name="connsiteY130" fmla="*/ 630474 h 914263"/>
                <a:gd name="connsiteX131" fmla="*/ 1146948 w 1258521"/>
                <a:gd name="connsiteY131" fmla="*/ 628691 h 914263"/>
                <a:gd name="connsiteX132" fmla="*/ 1144727 w 1258521"/>
                <a:gd name="connsiteY132" fmla="*/ 625933 h 914263"/>
                <a:gd name="connsiteX133" fmla="*/ 1144727 w 1258521"/>
                <a:gd name="connsiteY133" fmla="*/ 625293 h 914263"/>
                <a:gd name="connsiteX134" fmla="*/ 1145669 w 1258521"/>
                <a:gd name="connsiteY134" fmla="*/ 623073 h 914263"/>
                <a:gd name="connsiteX135" fmla="*/ 1146578 w 1258521"/>
                <a:gd name="connsiteY135" fmla="*/ 620046 h 914263"/>
                <a:gd name="connsiteX136" fmla="*/ 1146309 w 1258521"/>
                <a:gd name="connsiteY136" fmla="*/ 618128 h 914263"/>
                <a:gd name="connsiteX137" fmla="*/ 1145063 w 1258521"/>
                <a:gd name="connsiteY137" fmla="*/ 616278 h 914263"/>
                <a:gd name="connsiteX138" fmla="*/ 1141631 w 1258521"/>
                <a:gd name="connsiteY138" fmla="*/ 615235 h 914263"/>
                <a:gd name="connsiteX139" fmla="*/ 1138198 w 1258521"/>
                <a:gd name="connsiteY139" fmla="*/ 616312 h 914263"/>
                <a:gd name="connsiteX140" fmla="*/ 1136145 w 1258521"/>
                <a:gd name="connsiteY140" fmla="*/ 618095 h 914263"/>
                <a:gd name="connsiteX141" fmla="*/ 1134193 w 1258521"/>
                <a:gd name="connsiteY141" fmla="*/ 620550 h 914263"/>
                <a:gd name="connsiteX142" fmla="*/ 1131703 w 1258521"/>
                <a:gd name="connsiteY142" fmla="*/ 622872 h 914263"/>
                <a:gd name="connsiteX143" fmla="*/ 1127395 w 1258521"/>
                <a:gd name="connsiteY143" fmla="*/ 622064 h 914263"/>
                <a:gd name="connsiteX144" fmla="*/ 1125611 w 1258521"/>
                <a:gd name="connsiteY144" fmla="*/ 620147 h 914263"/>
                <a:gd name="connsiteX145" fmla="*/ 1123861 w 1258521"/>
                <a:gd name="connsiteY145" fmla="*/ 616009 h 914263"/>
                <a:gd name="connsiteX146" fmla="*/ 1123760 w 1258521"/>
                <a:gd name="connsiteY146" fmla="*/ 614327 h 914263"/>
                <a:gd name="connsiteX147" fmla="*/ 1124097 w 1258521"/>
                <a:gd name="connsiteY147" fmla="*/ 612309 h 914263"/>
                <a:gd name="connsiteX148" fmla="*/ 1125174 w 1258521"/>
                <a:gd name="connsiteY148" fmla="*/ 609416 h 914263"/>
                <a:gd name="connsiteX149" fmla="*/ 1126823 w 1258521"/>
                <a:gd name="connsiteY149" fmla="*/ 607128 h 914263"/>
                <a:gd name="connsiteX150" fmla="*/ 1128876 w 1258521"/>
                <a:gd name="connsiteY150" fmla="*/ 605951 h 914263"/>
                <a:gd name="connsiteX151" fmla="*/ 1131164 w 1258521"/>
                <a:gd name="connsiteY151" fmla="*/ 605143 h 914263"/>
                <a:gd name="connsiteX152" fmla="*/ 1133554 w 1258521"/>
                <a:gd name="connsiteY152" fmla="*/ 604067 h 914263"/>
                <a:gd name="connsiteX153" fmla="*/ 1136111 w 1258521"/>
                <a:gd name="connsiteY153" fmla="*/ 602822 h 914263"/>
                <a:gd name="connsiteX154" fmla="*/ 1138568 w 1258521"/>
                <a:gd name="connsiteY154" fmla="*/ 602385 h 914263"/>
                <a:gd name="connsiteX155" fmla="*/ 1140487 w 1258521"/>
                <a:gd name="connsiteY155" fmla="*/ 604504 h 914263"/>
                <a:gd name="connsiteX156" fmla="*/ 1142270 w 1258521"/>
                <a:gd name="connsiteY156" fmla="*/ 605917 h 914263"/>
                <a:gd name="connsiteX157" fmla="*/ 1144222 w 1258521"/>
                <a:gd name="connsiteY157" fmla="*/ 606422 h 914263"/>
                <a:gd name="connsiteX158" fmla="*/ 1145972 w 1258521"/>
                <a:gd name="connsiteY158" fmla="*/ 606422 h 914263"/>
                <a:gd name="connsiteX159" fmla="*/ 1147217 w 1258521"/>
                <a:gd name="connsiteY159" fmla="*/ 605614 h 914263"/>
                <a:gd name="connsiteX160" fmla="*/ 1147857 w 1258521"/>
                <a:gd name="connsiteY160" fmla="*/ 605244 h 914263"/>
                <a:gd name="connsiteX161" fmla="*/ 1148126 w 1258521"/>
                <a:gd name="connsiteY161" fmla="*/ 603327 h 914263"/>
                <a:gd name="connsiteX162" fmla="*/ 1148025 w 1258521"/>
                <a:gd name="connsiteY162" fmla="*/ 601578 h 914263"/>
                <a:gd name="connsiteX163" fmla="*/ 1148227 w 1258521"/>
                <a:gd name="connsiteY163" fmla="*/ 599828 h 914263"/>
                <a:gd name="connsiteX164" fmla="*/ 1148227 w 1258521"/>
                <a:gd name="connsiteY164" fmla="*/ 597003 h 914263"/>
                <a:gd name="connsiteX165" fmla="*/ 1147588 w 1258521"/>
                <a:gd name="connsiteY165" fmla="*/ 593840 h 914263"/>
                <a:gd name="connsiteX166" fmla="*/ 1147386 w 1258521"/>
                <a:gd name="connsiteY166" fmla="*/ 591351 h 914263"/>
                <a:gd name="connsiteX167" fmla="*/ 1147823 w 1258521"/>
                <a:gd name="connsiteY167" fmla="*/ 588088 h 914263"/>
                <a:gd name="connsiteX168" fmla="*/ 1149573 w 1258521"/>
                <a:gd name="connsiteY168" fmla="*/ 585902 h 914263"/>
                <a:gd name="connsiteX169" fmla="*/ 1151525 w 1258521"/>
                <a:gd name="connsiteY169" fmla="*/ 583950 h 914263"/>
                <a:gd name="connsiteX170" fmla="*/ 1154117 w 1258521"/>
                <a:gd name="connsiteY170" fmla="*/ 582336 h 914263"/>
                <a:gd name="connsiteX171" fmla="*/ 1158895 w 1258521"/>
                <a:gd name="connsiteY171" fmla="*/ 580485 h 914263"/>
                <a:gd name="connsiteX172" fmla="*/ 1161723 w 1258521"/>
                <a:gd name="connsiteY172" fmla="*/ 578972 h 914263"/>
                <a:gd name="connsiteX173" fmla="*/ 1165626 w 1258521"/>
                <a:gd name="connsiteY173" fmla="*/ 578097 h 914263"/>
                <a:gd name="connsiteX174" fmla="*/ 1169429 w 1258521"/>
                <a:gd name="connsiteY174" fmla="*/ 575910 h 914263"/>
                <a:gd name="connsiteX175" fmla="*/ 1171718 w 1258521"/>
                <a:gd name="connsiteY175" fmla="*/ 575036 h 914263"/>
                <a:gd name="connsiteX176" fmla="*/ 1175420 w 1258521"/>
                <a:gd name="connsiteY176" fmla="*/ 574161 h 914263"/>
                <a:gd name="connsiteX177" fmla="*/ 1178247 w 1258521"/>
                <a:gd name="connsiteY177" fmla="*/ 572849 h 914263"/>
                <a:gd name="connsiteX178" fmla="*/ 1181511 w 1258521"/>
                <a:gd name="connsiteY178" fmla="*/ 571235 h 914263"/>
                <a:gd name="connsiteX179" fmla="*/ 1183026 w 1258521"/>
                <a:gd name="connsiteY179" fmla="*/ 568846 h 914263"/>
                <a:gd name="connsiteX180" fmla="*/ 1185113 w 1258521"/>
                <a:gd name="connsiteY180" fmla="*/ 566222 h 914263"/>
                <a:gd name="connsiteX181" fmla="*/ 1187401 w 1258521"/>
                <a:gd name="connsiteY181" fmla="*/ 564809 h 914263"/>
                <a:gd name="connsiteX182" fmla="*/ 1191103 w 1258521"/>
                <a:gd name="connsiteY182" fmla="*/ 562085 h 914263"/>
                <a:gd name="connsiteX183" fmla="*/ 1193156 w 1258521"/>
                <a:gd name="connsiteY183" fmla="*/ 559259 h 914263"/>
                <a:gd name="connsiteX184" fmla="*/ 1194334 w 1258521"/>
                <a:gd name="connsiteY184" fmla="*/ 555794 h 914263"/>
                <a:gd name="connsiteX185" fmla="*/ 1194233 w 1258521"/>
                <a:gd name="connsiteY185" fmla="*/ 554482 h 914263"/>
                <a:gd name="connsiteX186" fmla="*/ 1193694 w 1258521"/>
                <a:gd name="connsiteY186" fmla="*/ 552430 h 914263"/>
                <a:gd name="connsiteX187" fmla="*/ 1191305 w 1258521"/>
                <a:gd name="connsiteY187" fmla="*/ 549268 h 914263"/>
                <a:gd name="connsiteX188" fmla="*/ 1186963 w 1258521"/>
                <a:gd name="connsiteY188" fmla="*/ 548057 h 914263"/>
                <a:gd name="connsiteX189" fmla="*/ 1184237 w 1258521"/>
                <a:gd name="connsiteY189" fmla="*/ 545870 h 914263"/>
                <a:gd name="connsiteX190" fmla="*/ 1183598 w 1258521"/>
                <a:gd name="connsiteY190" fmla="*/ 543381 h 914263"/>
                <a:gd name="connsiteX191" fmla="*/ 1183059 w 1258521"/>
                <a:gd name="connsiteY191" fmla="*/ 540690 h 914263"/>
                <a:gd name="connsiteX192" fmla="*/ 1183059 w 1258521"/>
                <a:gd name="connsiteY192" fmla="*/ 538100 h 914263"/>
                <a:gd name="connsiteX193" fmla="*/ 1184002 w 1258521"/>
                <a:gd name="connsiteY193" fmla="*/ 534500 h 914263"/>
                <a:gd name="connsiteX194" fmla="*/ 1185146 w 1258521"/>
                <a:gd name="connsiteY194" fmla="*/ 531876 h 914263"/>
                <a:gd name="connsiteX195" fmla="*/ 1186223 w 1258521"/>
                <a:gd name="connsiteY195" fmla="*/ 530363 h 914263"/>
                <a:gd name="connsiteX196" fmla="*/ 1189050 w 1258521"/>
                <a:gd name="connsiteY196" fmla="*/ 529152 h 914263"/>
                <a:gd name="connsiteX197" fmla="*/ 1192954 w 1258521"/>
                <a:gd name="connsiteY197" fmla="*/ 529488 h 914263"/>
                <a:gd name="connsiteX198" fmla="*/ 1195142 w 1258521"/>
                <a:gd name="connsiteY198" fmla="*/ 531439 h 914263"/>
                <a:gd name="connsiteX199" fmla="*/ 1197430 w 1258521"/>
                <a:gd name="connsiteY199" fmla="*/ 530026 h 914263"/>
                <a:gd name="connsiteX200" fmla="*/ 1200695 w 1258521"/>
                <a:gd name="connsiteY200" fmla="*/ 527200 h 914263"/>
                <a:gd name="connsiteX201" fmla="*/ 1204598 w 1258521"/>
                <a:gd name="connsiteY201" fmla="*/ 524274 h 914263"/>
                <a:gd name="connsiteX202" fmla="*/ 1206214 w 1258521"/>
                <a:gd name="connsiteY202" fmla="*/ 520136 h 914263"/>
                <a:gd name="connsiteX203" fmla="*/ 1210892 w 1258521"/>
                <a:gd name="connsiteY203" fmla="*/ 518723 h 914263"/>
                <a:gd name="connsiteX204" fmla="*/ 1215570 w 1258521"/>
                <a:gd name="connsiteY204" fmla="*/ 520910 h 914263"/>
                <a:gd name="connsiteX205" fmla="*/ 1218834 w 1258521"/>
                <a:gd name="connsiteY205" fmla="*/ 523399 h 914263"/>
                <a:gd name="connsiteX206" fmla="*/ 1223613 w 1258521"/>
                <a:gd name="connsiteY206" fmla="*/ 522962 h 914263"/>
                <a:gd name="connsiteX207" fmla="*/ 1226238 w 1258521"/>
                <a:gd name="connsiteY207" fmla="*/ 521347 h 914263"/>
                <a:gd name="connsiteX208" fmla="*/ 1227551 w 1258521"/>
                <a:gd name="connsiteY208" fmla="*/ 518521 h 914263"/>
                <a:gd name="connsiteX209" fmla="*/ 1227753 w 1258521"/>
                <a:gd name="connsiteY209" fmla="*/ 514182 h 914263"/>
                <a:gd name="connsiteX210" fmla="*/ 1227854 w 1258521"/>
                <a:gd name="connsiteY210" fmla="*/ 511894 h 914263"/>
                <a:gd name="connsiteX211" fmla="*/ 1227080 w 1258521"/>
                <a:gd name="connsiteY211" fmla="*/ 507454 h 914263"/>
                <a:gd name="connsiteX212" fmla="*/ 1226205 w 1258521"/>
                <a:gd name="connsiteY212" fmla="*/ 504426 h 914263"/>
                <a:gd name="connsiteX213" fmla="*/ 1225431 w 1258521"/>
                <a:gd name="connsiteY213" fmla="*/ 500625 h 914263"/>
                <a:gd name="connsiteX214" fmla="*/ 1225229 w 1258521"/>
                <a:gd name="connsiteY214" fmla="*/ 496386 h 914263"/>
                <a:gd name="connsiteX215" fmla="*/ 1224892 w 1258521"/>
                <a:gd name="connsiteY215" fmla="*/ 494536 h 914263"/>
                <a:gd name="connsiteX216" fmla="*/ 1224354 w 1258521"/>
                <a:gd name="connsiteY216" fmla="*/ 492047 h 914263"/>
                <a:gd name="connsiteX217" fmla="*/ 1223479 w 1258521"/>
                <a:gd name="connsiteY217" fmla="*/ 489120 h 914263"/>
                <a:gd name="connsiteX218" fmla="*/ 1226407 w 1258521"/>
                <a:gd name="connsiteY218" fmla="*/ 488145 h 914263"/>
                <a:gd name="connsiteX219" fmla="*/ 1227719 w 1258521"/>
                <a:gd name="connsiteY219" fmla="*/ 487808 h 914263"/>
                <a:gd name="connsiteX220" fmla="*/ 1231623 w 1258521"/>
                <a:gd name="connsiteY220" fmla="*/ 485958 h 914263"/>
                <a:gd name="connsiteX221" fmla="*/ 1235863 w 1258521"/>
                <a:gd name="connsiteY221" fmla="*/ 483906 h 914263"/>
                <a:gd name="connsiteX222" fmla="*/ 1241417 w 1258521"/>
                <a:gd name="connsiteY222" fmla="*/ 484579 h 914263"/>
                <a:gd name="connsiteX223" fmla="*/ 1244008 w 1258521"/>
                <a:gd name="connsiteY223" fmla="*/ 485353 h 914263"/>
                <a:gd name="connsiteX224" fmla="*/ 1247037 w 1258521"/>
                <a:gd name="connsiteY224" fmla="*/ 485790 h 914263"/>
                <a:gd name="connsiteX225" fmla="*/ 1248249 w 1258521"/>
                <a:gd name="connsiteY225" fmla="*/ 484814 h 914263"/>
                <a:gd name="connsiteX226" fmla="*/ 1248484 w 1258521"/>
                <a:gd name="connsiteY226" fmla="*/ 483637 h 914263"/>
                <a:gd name="connsiteX227" fmla="*/ 1248585 w 1258521"/>
                <a:gd name="connsiteY227" fmla="*/ 482224 h 914263"/>
                <a:gd name="connsiteX228" fmla="*/ 1249023 w 1258521"/>
                <a:gd name="connsiteY228" fmla="*/ 478423 h 914263"/>
                <a:gd name="connsiteX229" fmla="*/ 1249123 w 1258521"/>
                <a:gd name="connsiteY229" fmla="*/ 474722 h 914263"/>
                <a:gd name="connsiteX230" fmla="*/ 1249123 w 1258521"/>
                <a:gd name="connsiteY230" fmla="*/ 471022 h 914263"/>
                <a:gd name="connsiteX231" fmla="*/ 1249023 w 1258521"/>
                <a:gd name="connsiteY231" fmla="*/ 467221 h 914263"/>
                <a:gd name="connsiteX232" fmla="*/ 1249023 w 1258521"/>
                <a:gd name="connsiteY232" fmla="*/ 465472 h 914263"/>
                <a:gd name="connsiteX233" fmla="*/ 1247407 w 1258521"/>
                <a:gd name="connsiteY233" fmla="*/ 462982 h 914263"/>
                <a:gd name="connsiteX234" fmla="*/ 1246768 w 1258521"/>
                <a:gd name="connsiteY234" fmla="*/ 461670 h 914263"/>
                <a:gd name="connsiteX235" fmla="*/ 1245691 w 1258521"/>
                <a:gd name="connsiteY235" fmla="*/ 459181 h 914263"/>
                <a:gd name="connsiteX236" fmla="*/ 1245893 w 1258521"/>
                <a:gd name="connsiteY236" fmla="*/ 457230 h 914263"/>
                <a:gd name="connsiteX237" fmla="*/ 1246229 w 1258521"/>
                <a:gd name="connsiteY237" fmla="*/ 456456 h 914263"/>
                <a:gd name="connsiteX238" fmla="*/ 1248282 w 1258521"/>
                <a:gd name="connsiteY238" fmla="*/ 452655 h 914263"/>
                <a:gd name="connsiteX239" fmla="*/ 1250571 w 1258521"/>
                <a:gd name="connsiteY239" fmla="*/ 451242 h 914263"/>
                <a:gd name="connsiteX240" fmla="*/ 1256326 w 1258521"/>
                <a:gd name="connsiteY240" fmla="*/ 446903 h 914263"/>
                <a:gd name="connsiteX241" fmla="*/ 1257201 w 1258521"/>
                <a:gd name="connsiteY241" fmla="*/ 443303 h 914263"/>
                <a:gd name="connsiteX242" fmla="*/ 1258513 w 1258521"/>
                <a:gd name="connsiteY242" fmla="*/ 440275 h 914263"/>
                <a:gd name="connsiteX243" fmla="*/ 1257739 w 1258521"/>
                <a:gd name="connsiteY243" fmla="*/ 439838 h 914263"/>
                <a:gd name="connsiteX244" fmla="*/ 1255114 w 1258521"/>
                <a:gd name="connsiteY244" fmla="*/ 438863 h 914263"/>
                <a:gd name="connsiteX245" fmla="*/ 1254340 w 1258521"/>
                <a:gd name="connsiteY245" fmla="*/ 437450 h 914263"/>
                <a:gd name="connsiteX246" fmla="*/ 1253902 w 1258521"/>
                <a:gd name="connsiteY246" fmla="*/ 435061 h 914263"/>
                <a:gd name="connsiteX247" fmla="*/ 1251412 w 1258521"/>
                <a:gd name="connsiteY247" fmla="*/ 432034 h 914263"/>
                <a:gd name="connsiteX248" fmla="*/ 1249763 w 1258521"/>
                <a:gd name="connsiteY248" fmla="*/ 431058 h 914263"/>
                <a:gd name="connsiteX249" fmla="*/ 1246195 w 1258521"/>
                <a:gd name="connsiteY249" fmla="*/ 428468 h 914263"/>
                <a:gd name="connsiteX250" fmla="*/ 1242494 w 1258521"/>
                <a:gd name="connsiteY250" fmla="*/ 424768 h 914263"/>
                <a:gd name="connsiteX251" fmla="*/ 1238791 w 1258521"/>
                <a:gd name="connsiteY251" fmla="*/ 422480 h 914263"/>
                <a:gd name="connsiteX252" fmla="*/ 1234753 w 1258521"/>
                <a:gd name="connsiteY252" fmla="*/ 418881 h 914263"/>
                <a:gd name="connsiteX253" fmla="*/ 1233878 w 1258521"/>
                <a:gd name="connsiteY253" fmla="*/ 413566 h 914263"/>
                <a:gd name="connsiteX254" fmla="*/ 1233777 w 1258521"/>
                <a:gd name="connsiteY254" fmla="*/ 409428 h 914263"/>
                <a:gd name="connsiteX255" fmla="*/ 1233676 w 1258521"/>
                <a:gd name="connsiteY255" fmla="*/ 405089 h 914263"/>
                <a:gd name="connsiteX256" fmla="*/ 1232599 w 1258521"/>
                <a:gd name="connsiteY256" fmla="*/ 401388 h 914263"/>
                <a:gd name="connsiteX257" fmla="*/ 1231623 w 1258521"/>
                <a:gd name="connsiteY257" fmla="*/ 398226 h 914263"/>
                <a:gd name="connsiteX258" fmla="*/ 1230849 w 1258521"/>
                <a:gd name="connsiteY258" fmla="*/ 396039 h 914263"/>
                <a:gd name="connsiteX259" fmla="*/ 1229974 w 1258521"/>
                <a:gd name="connsiteY259" fmla="*/ 395400 h 914263"/>
                <a:gd name="connsiteX260" fmla="*/ 1222805 w 1258521"/>
                <a:gd name="connsiteY260" fmla="*/ 392474 h 914263"/>
                <a:gd name="connsiteX261" fmla="*/ 1222368 w 1258521"/>
                <a:gd name="connsiteY261" fmla="*/ 390623 h 914263"/>
                <a:gd name="connsiteX262" fmla="*/ 1222570 w 1258521"/>
                <a:gd name="connsiteY262" fmla="*/ 387798 h 914263"/>
                <a:gd name="connsiteX263" fmla="*/ 1224320 w 1258521"/>
                <a:gd name="connsiteY263" fmla="*/ 384972 h 914263"/>
                <a:gd name="connsiteX264" fmla="*/ 1226272 w 1258521"/>
                <a:gd name="connsiteY264" fmla="*/ 383895 h 914263"/>
                <a:gd name="connsiteX265" fmla="*/ 1228325 w 1258521"/>
                <a:gd name="connsiteY265" fmla="*/ 382819 h 914263"/>
                <a:gd name="connsiteX266" fmla="*/ 1230176 w 1258521"/>
                <a:gd name="connsiteY266" fmla="*/ 380767 h 914263"/>
                <a:gd name="connsiteX267" fmla="*/ 1230714 w 1258521"/>
                <a:gd name="connsiteY267" fmla="*/ 380431 h 914263"/>
                <a:gd name="connsiteX268" fmla="*/ 1232128 w 1258521"/>
                <a:gd name="connsiteY268" fmla="*/ 378379 h 914263"/>
                <a:gd name="connsiteX269" fmla="*/ 1232666 w 1258521"/>
                <a:gd name="connsiteY269" fmla="*/ 376528 h 914263"/>
                <a:gd name="connsiteX270" fmla="*/ 1232431 w 1258521"/>
                <a:gd name="connsiteY270" fmla="*/ 374577 h 914263"/>
                <a:gd name="connsiteX271" fmla="*/ 1231993 w 1258521"/>
                <a:gd name="connsiteY271" fmla="*/ 371415 h 914263"/>
                <a:gd name="connsiteX272" fmla="*/ 1230479 w 1258521"/>
                <a:gd name="connsiteY272" fmla="*/ 369565 h 914263"/>
                <a:gd name="connsiteX273" fmla="*/ 1227753 w 1258521"/>
                <a:gd name="connsiteY273" fmla="*/ 368253 h 914263"/>
                <a:gd name="connsiteX274" fmla="*/ 1224488 w 1258521"/>
                <a:gd name="connsiteY274" fmla="*/ 365629 h 914263"/>
                <a:gd name="connsiteX275" fmla="*/ 1222839 w 1258521"/>
                <a:gd name="connsiteY275" fmla="*/ 364115 h 914263"/>
                <a:gd name="connsiteX276" fmla="*/ 1218700 w 1258521"/>
                <a:gd name="connsiteY276" fmla="*/ 361626 h 914263"/>
                <a:gd name="connsiteX277" fmla="*/ 1213483 w 1258521"/>
                <a:gd name="connsiteY277" fmla="*/ 360112 h 914263"/>
                <a:gd name="connsiteX278" fmla="*/ 1210858 w 1258521"/>
                <a:gd name="connsiteY278" fmla="*/ 358800 h 914263"/>
                <a:gd name="connsiteX279" fmla="*/ 1212373 w 1258521"/>
                <a:gd name="connsiteY279" fmla="*/ 354326 h 914263"/>
                <a:gd name="connsiteX280" fmla="*/ 1214123 w 1258521"/>
                <a:gd name="connsiteY280" fmla="*/ 353351 h 914263"/>
                <a:gd name="connsiteX281" fmla="*/ 1215099 w 1258521"/>
                <a:gd name="connsiteY281" fmla="*/ 351332 h 914263"/>
                <a:gd name="connsiteX282" fmla="*/ 1216176 w 1258521"/>
                <a:gd name="connsiteY282" fmla="*/ 348607 h 914263"/>
                <a:gd name="connsiteX283" fmla="*/ 1217589 w 1258521"/>
                <a:gd name="connsiteY283" fmla="*/ 344167 h 914263"/>
                <a:gd name="connsiteX284" fmla="*/ 1218363 w 1258521"/>
                <a:gd name="connsiteY284" fmla="*/ 341678 h 914263"/>
                <a:gd name="connsiteX285" fmla="*/ 1219878 w 1258521"/>
                <a:gd name="connsiteY285" fmla="*/ 340803 h 914263"/>
                <a:gd name="connsiteX286" fmla="*/ 1222267 w 1258521"/>
                <a:gd name="connsiteY286" fmla="*/ 339929 h 914263"/>
                <a:gd name="connsiteX287" fmla="*/ 1224017 w 1258521"/>
                <a:gd name="connsiteY287" fmla="*/ 338415 h 914263"/>
                <a:gd name="connsiteX288" fmla="*/ 1223916 w 1258521"/>
                <a:gd name="connsiteY288" fmla="*/ 334815 h 914263"/>
                <a:gd name="connsiteX289" fmla="*/ 1222604 w 1258521"/>
                <a:gd name="connsiteY289" fmla="*/ 332225 h 914263"/>
                <a:gd name="connsiteX290" fmla="*/ 1220315 w 1258521"/>
                <a:gd name="connsiteY290" fmla="*/ 329601 h 914263"/>
                <a:gd name="connsiteX291" fmla="*/ 1218902 w 1258521"/>
                <a:gd name="connsiteY291" fmla="*/ 327650 h 914263"/>
                <a:gd name="connsiteX292" fmla="*/ 1216075 w 1258521"/>
                <a:gd name="connsiteY292" fmla="*/ 325161 h 914263"/>
                <a:gd name="connsiteX293" fmla="*/ 1213248 w 1258521"/>
                <a:gd name="connsiteY293" fmla="*/ 321158 h 914263"/>
                <a:gd name="connsiteX294" fmla="*/ 1208469 w 1258521"/>
                <a:gd name="connsiteY294" fmla="*/ 318130 h 914263"/>
                <a:gd name="connsiteX295" fmla="*/ 1205103 w 1258521"/>
                <a:gd name="connsiteY295" fmla="*/ 315641 h 914263"/>
                <a:gd name="connsiteX296" fmla="*/ 1202377 w 1258521"/>
                <a:gd name="connsiteY296" fmla="*/ 312176 h 914263"/>
                <a:gd name="connsiteX297" fmla="*/ 1197060 w 1258521"/>
                <a:gd name="connsiteY297" fmla="*/ 309787 h 914263"/>
                <a:gd name="connsiteX298" fmla="*/ 1195983 w 1258521"/>
                <a:gd name="connsiteY298" fmla="*/ 309451 h 914263"/>
                <a:gd name="connsiteX299" fmla="*/ 1192920 w 1258521"/>
                <a:gd name="connsiteY299" fmla="*/ 308139 h 914263"/>
                <a:gd name="connsiteX300" fmla="*/ 1187603 w 1258521"/>
                <a:gd name="connsiteY300" fmla="*/ 306390 h 914263"/>
                <a:gd name="connsiteX301" fmla="*/ 1182050 w 1258521"/>
                <a:gd name="connsiteY301" fmla="*/ 303463 h 914263"/>
                <a:gd name="connsiteX302" fmla="*/ 1178247 w 1258521"/>
                <a:gd name="connsiteY302" fmla="*/ 300873 h 914263"/>
                <a:gd name="connsiteX303" fmla="*/ 1176934 w 1258521"/>
                <a:gd name="connsiteY303" fmla="*/ 299561 h 914263"/>
                <a:gd name="connsiteX304" fmla="*/ 1177035 w 1258521"/>
                <a:gd name="connsiteY304" fmla="*/ 296836 h 914263"/>
                <a:gd name="connsiteX305" fmla="*/ 1177473 w 1258521"/>
                <a:gd name="connsiteY305" fmla="*/ 294549 h 914263"/>
                <a:gd name="connsiteX306" fmla="*/ 1178247 w 1258521"/>
                <a:gd name="connsiteY306" fmla="*/ 291084 h 914263"/>
                <a:gd name="connsiteX307" fmla="*/ 1179559 w 1258521"/>
                <a:gd name="connsiteY307" fmla="*/ 290310 h 914263"/>
                <a:gd name="connsiteX308" fmla="*/ 1181074 w 1258521"/>
                <a:gd name="connsiteY308" fmla="*/ 288796 h 914263"/>
                <a:gd name="connsiteX309" fmla="*/ 1181713 w 1258521"/>
                <a:gd name="connsiteY309" fmla="*/ 287047 h 914263"/>
                <a:gd name="connsiteX310" fmla="*/ 1182353 w 1258521"/>
                <a:gd name="connsiteY310" fmla="*/ 285399 h 914263"/>
                <a:gd name="connsiteX311" fmla="*/ 1183127 w 1258521"/>
                <a:gd name="connsiteY311" fmla="*/ 283347 h 914263"/>
                <a:gd name="connsiteX312" fmla="*/ 1183564 w 1258521"/>
                <a:gd name="connsiteY312" fmla="*/ 281597 h 914263"/>
                <a:gd name="connsiteX313" fmla="*/ 1183901 w 1258521"/>
                <a:gd name="connsiteY313" fmla="*/ 279646 h 914263"/>
                <a:gd name="connsiteX314" fmla="*/ 1183362 w 1258521"/>
                <a:gd name="connsiteY314" fmla="*/ 277695 h 914263"/>
                <a:gd name="connsiteX315" fmla="*/ 1181410 w 1258521"/>
                <a:gd name="connsiteY315" fmla="*/ 275206 h 914263"/>
                <a:gd name="connsiteX316" fmla="*/ 1179795 w 1258521"/>
                <a:gd name="connsiteY316" fmla="*/ 273457 h 914263"/>
                <a:gd name="connsiteX317" fmla="*/ 1179459 w 1258521"/>
                <a:gd name="connsiteY317" fmla="*/ 271404 h 914263"/>
                <a:gd name="connsiteX318" fmla="*/ 1179459 w 1258521"/>
                <a:gd name="connsiteY318" fmla="*/ 269218 h 914263"/>
                <a:gd name="connsiteX319" fmla="*/ 1179223 w 1258521"/>
                <a:gd name="connsiteY319" fmla="*/ 266830 h 914263"/>
                <a:gd name="connsiteX320" fmla="*/ 1175756 w 1258521"/>
                <a:gd name="connsiteY320" fmla="*/ 264105 h 914263"/>
                <a:gd name="connsiteX321" fmla="*/ 1173030 w 1258521"/>
                <a:gd name="connsiteY321" fmla="*/ 262894 h 914263"/>
                <a:gd name="connsiteX322" fmla="*/ 1170742 w 1258521"/>
                <a:gd name="connsiteY322" fmla="*/ 263667 h 914263"/>
                <a:gd name="connsiteX323" fmla="*/ 1169665 w 1258521"/>
                <a:gd name="connsiteY323" fmla="*/ 264879 h 914263"/>
                <a:gd name="connsiteX324" fmla="*/ 1169564 w 1258521"/>
                <a:gd name="connsiteY324" fmla="*/ 266931 h 914263"/>
                <a:gd name="connsiteX325" fmla="*/ 1169026 w 1258521"/>
                <a:gd name="connsiteY325" fmla="*/ 269117 h 914263"/>
                <a:gd name="connsiteX326" fmla="*/ 1167275 w 1258521"/>
                <a:gd name="connsiteY326" fmla="*/ 272481 h 914263"/>
                <a:gd name="connsiteX327" fmla="*/ 1165626 w 1258521"/>
                <a:gd name="connsiteY327" fmla="*/ 275206 h 914263"/>
                <a:gd name="connsiteX328" fmla="*/ 1164987 w 1258521"/>
                <a:gd name="connsiteY328" fmla="*/ 276080 h 914263"/>
                <a:gd name="connsiteX329" fmla="*/ 1163910 w 1258521"/>
                <a:gd name="connsiteY329" fmla="*/ 278267 h 914263"/>
                <a:gd name="connsiteX330" fmla="*/ 1163809 w 1258521"/>
                <a:gd name="connsiteY330" fmla="*/ 281093 h 914263"/>
                <a:gd name="connsiteX331" fmla="*/ 1164011 w 1258521"/>
                <a:gd name="connsiteY331" fmla="*/ 282943 h 914263"/>
                <a:gd name="connsiteX332" fmla="*/ 1164549 w 1258521"/>
                <a:gd name="connsiteY332" fmla="*/ 285432 h 914263"/>
                <a:gd name="connsiteX333" fmla="*/ 1164650 w 1258521"/>
                <a:gd name="connsiteY333" fmla="*/ 287047 h 914263"/>
                <a:gd name="connsiteX334" fmla="*/ 1162800 w 1258521"/>
                <a:gd name="connsiteY334" fmla="*/ 288796 h 914263"/>
                <a:gd name="connsiteX335" fmla="*/ 1160410 w 1258521"/>
                <a:gd name="connsiteY335" fmla="*/ 289435 h 914263"/>
                <a:gd name="connsiteX336" fmla="*/ 1158121 w 1258521"/>
                <a:gd name="connsiteY336" fmla="*/ 289873 h 914263"/>
                <a:gd name="connsiteX337" fmla="*/ 1156472 w 1258521"/>
                <a:gd name="connsiteY337" fmla="*/ 289772 h 914263"/>
                <a:gd name="connsiteX338" fmla="*/ 1155059 w 1258521"/>
                <a:gd name="connsiteY338" fmla="*/ 286946 h 914263"/>
                <a:gd name="connsiteX339" fmla="*/ 1153309 w 1258521"/>
                <a:gd name="connsiteY339" fmla="*/ 284221 h 914263"/>
                <a:gd name="connsiteX340" fmla="*/ 1150583 w 1258521"/>
                <a:gd name="connsiteY340" fmla="*/ 281631 h 914263"/>
                <a:gd name="connsiteX341" fmla="*/ 1147857 w 1258521"/>
                <a:gd name="connsiteY341" fmla="*/ 277056 h 914263"/>
                <a:gd name="connsiteX342" fmla="*/ 1144828 w 1258521"/>
                <a:gd name="connsiteY342" fmla="*/ 275004 h 914263"/>
                <a:gd name="connsiteX343" fmla="*/ 1142775 w 1258521"/>
                <a:gd name="connsiteY343" fmla="*/ 274466 h 914263"/>
                <a:gd name="connsiteX344" fmla="*/ 1140587 w 1258521"/>
                <a:gd name="connsiteY344" fmla="*/ 273591 h 914263"/>
                <a:gd name="connsiteX345" fmla="*/ 1138534 w 1258521"/>
                <a:gd name="connsiteY345" fmla="*/ 271842 h 914263"/>
                <a:gd name="connsiteX346" fmla="*/ 1134933 w 1258521"/>
                <a:gd name="connsiteY346" fmla="*/ 267805 h 914263"/>
                <a:gd name="connsiteX347" fmla="*/ 1132645 w 1258521"/>
                <a:gd name="connsiteY347" fmla="*/ 264979 h 914263"/>
                <a:gd name="connsiteX348" fmla="*/ 1127327 w 1258521"/>
                <a:gd name="connsiteY348" fmla="*/ 258689 h 914263"/>
                <a:gd name="connsiteX349" fmla="*/ 1123727 w 1258521"/>
                <a:gd name="connsiteY349" fmla="*/ 254988 h 914263"/>
                <a:gd name="connsiteX350" fmla="*/ 1121135 w 1258521"/>
                <a:gd name="connsiteY350" fmla="*/ 253575 h 914263"/>
                <a:gd name="connsiteX351" fmla="*/ 1111140 w 1258521"/>
                <a:gd name="connsiteY351" fmla="*/ 244661 h 914263"/>
                <a:gd name="connsiteX352" fmla="*/ 1105688 w 1258521"/>
                <a:gd name="connsiteY352" fmla="*/ 240422 h 914263"/>
                <a:gd name="connsiteX353" fmla="*/ 1099596 w 1258521"/>
                <a:gd name="connsiteY353" fmla="*/ 235208 h 914263"/>
                <a:gd name="connsiteX354" fmla="*/ 1092865 w 1258521"/>
                <a:gd name="connsiteY354" fmla="*/ 231743 h 914263"/>
                <a:gd name="connsiteX355" fmla="*/ 1089399 w 1258521"/>
                <a:gd name="connsiteY355" fmla="*/ 228817 h 914263"/>
                <a:gd name="connsiteX356" fmla="*/ 1087346 w 1258521"/>
                <a:gd name="connsiteY356" fmla="*/ 227404 h 914263"/>
                <a:gd name="connsiteX357" fmla="*/ 1082668 w 1258521"/>
                <a:gd name="connsiteY357" fmla="*/ 226092 h 914263"/>
                <a:gd name="connsiteX358" fmla="*/ 1078629 w 1258521"/>
                <a:gd name="connsiteY358" fmla="*/ 224881 h 914263"/>
                <a:gd name="connsiteX359" fmla="*/ 1074052 w 1258521"/>
                <a:gd name="connsiteY359" fmla="*/ 220642 h 914263"/>
                <a:gd name="connsiteX360" fmla="*/ 1072100 w 1258521"/>
                <a:gd name="connsiteY360" fmla="*/ 219028 h 914263"/>
                <a:gd name="connsiteX361" fmla="*/ 1069711 w 1258521"/>
                <a:gd name="connsiteY361" fmla="*/ 216538 h 914263"/>
                <a:gd name="connsiteX362" fmla="*/ 1068398 w 1258521"/>
                <a:gd name="connsiteY362" fmla="*/ 216875 h 914263"/>
                <a:gd name="connsiteX363" fmla="*/ 1065235 w 1258521"/>
                <a:gd name="connsiteY363" fmla="*/ 218624 h 914263"/>
                <a:gd name="connsiteX364" fmla="*/ 1060893 w 1258521"/>
                <a:gd name="connsiteY364" fmla="*/ 218960 h 914263"/>
                <a:gd name="connsiteX365" fmla="*/ 1058840 w 1258521"/>
                <a:gd name="connsiteY365" fmla="*/ 216908 h 914263"/>
                <a:gd name="connsiteX366" fmla="*/ 1059379 w 1258521"/>
                <a:gd name="connsiteY366" fmla="*/ 215058 h 914263"/>
                <a:gd name="connsiteX367" fmla="*/ 1059917 w 1258521"/>
                <a:gd name="connsiteY367" fmla="*/ 212333 h 914263"/>
                <a:gd name="connsiteX368" fmla="*/ 1060355 w 1258521"/>
                <a:gd name="connsiteY368" fmla="*/ 210281 h 914263"/>
                <a:gd name="connsiteX369" fmla="*/ 1059379 w 1258521"/>
                <a:gd name="connsiteY369" fmla="*/ 205404 h 914263"/>
                <a:gd name="connsiteX370" fmla="*/ 1059379 w 1258521"/>
                <a:gd name="connsiteY370" fmla="*/ 201804 h 914263"/>
                <a:gd name="connsiteX371" fmla="*/ 1059042 w 1258521"/>
                <a:gd name="connsiteY371" fmla="*/ 197666 h 914263"/>
                <a:gd name="connsiteX372" fmla="*/ 1057292 w 1258521"/>
                <a:gd name="connsiteY372" fmla="*/ 194942 h 914263"/>
                <a:gd name="connsiteX373" fmla="*/ 1051436 w 1258521"/>
                <a:gd name="connsiteY373" fmla="*/ 194067 h 914263"/>
                <a:gd name="connsiteX374" fmla="*/ 1048071 w 1258521"/>
                <a:gd name="connsiteY374" fmla="*/ 192318 h 914263"/>
                <a:gd name="connsiteX375" fmla="*/ 1045379 w 1258521"/>
                <a:gd name="connsiteY375" fmla="*/ 192318 h 914263"/>
                <a:gd name="connsiteX376" fmla="*/ 1041845 w 1258521"/>
                <a:gd name="connsiteY376" fmla="*/ 191410 h 914263"/>
                <a:gd name="connsiteX377" fmla="*/ 1040162 w 1258521"/>
                <a:gd name="connsiteY377" fmla="*/ 190938 h 914263"/>
                <a:gd name="connsiteX378" fmla="*/ 1037268 w 1258521"/>
                <a:gd name="connsiteY378" fmla="*/ 188550 h 914263"/>
                <a:gd name="connsiteX379" fmla="*/ 1035888 w 1258521"/>
                <a:gd name="connsiteY379" fmla="*/ 187171 h 914263"/>
                <a:gd name="connsiteX380" fmla="*/ 1034441 w 1258521"/>
                <a:gd name="connsiteY380" fmla="*/ 185792 h 914263"/>
                <a:gd name="connsiteX381" fmla="*/ 1032859 w 1258521"/>
                <a:gd name="connsiteY381" fmla="*/ 183269 h 914263"/>
                <a:gd name="connsiteX382" fmla="*/ 1031715 w 1258521"/>
                <a:gd name="connsiteY382" fmla="*/ 181015 h 914263"/>
                <a:gd name="connsiteX383" fmla="*/ 1030772 w 1258521"/>
                <a:gd name="connsiteY383" fmla="*/ 179266 h 914263"/>
                <a:gd name="connsiteX384" fmla="*/ 1028686 w 1258521"/>
                <a:gd name="connsiteY384" fmla="*/ 178525 h 914263"/>
                <a:gd name="connsiteX385" fmla="*/ 1025421 w 1258521"/>
                <a:gd name="connsiteY385" fmla="*/ 177012 h 914263"/>
                <a:gd name="connsiteX386" fmla="*/ 1025489 w 1258521"/>
                <a:gd name="connsiteY386" fmla="*/ 174119 h 914263"/>
                <a:gd name="connsiteX387" fmla="*/ 1025186 w 1258521"/>
                <a:gd name="connsiteY387" fmla="*/ 171360 h 914263"/>
                <a:gd name="connsiteX388" fmla="*/ 1023941 w 1258521"/>
                <a:gd name="connsiteY388" fmla="*/ 168669 h 914263"/>
                <a:gd name="connsiteX389" fmla="*/ 1022426 w 1258521"/>
                <a:gd name="connsiteY389" fmla="*/ 166516 h 914263"/>
                <a:gd name="connsiteX390" fmla="*/ 1020676 w 1258521"/>
                <a:gd name="connsiteY390" fmla="*/ 165137 h 914263"/>
                <a:gd name="connsiteX391" fmla="*/ 1019465 w 1258521"/>
                <a:gd name="connsiteY391" fmla="*/ 165002 h 914263"/>
                <a:gd name="connsiteX392" fmla="*/ 1017849 w 1258521"/>
                <a:gd name="connsiteY392" fmla="*/ 165810 h 914263"/>
                <a:gd name="connsiteX393" fmla="*/ 1016099 w 1258521"/>
                <a:gd name="connsiteY393" fmla="*/ 167122 h 914263"/>
                <a:gd name="connsiteX394" fmla="*/ 1015224 w 1258521"/>
                <a:gd name="connsiteY394" fmla="*/ 169073 h 914263"/>
                <a:gd name="connsiteX395" fmla="*/ 1014787 w 1258521"/>
                <a:gd name="connsiteY395" fmla="*/ 171461 h 914263"/>
                <a:gd name="connsiteX396" fmla="*/ 1014214 w 1258521"/>
                <a:gd name="connsiteY396" fmla="*/ 173850 h 914263"/>
                <a:gd name="connsiteX397" fmla="*/ 1014147 w 1258521"/>
                <a:gd name="connsiteY397" fmla="*/ 175801 h 914263"/>
                <a:gd name="connsiteX398" fmla="*/ 1014147 w 1258521"/>
                <a:gd name="connsiteY398" fmla="*/ 177617 h 914263"/>
                <a:gd name="connsiteX399" fmla="*/ 1015426 w 1258521"/>
                <a:gd name="connsiteY399" fmla="*/ 179568 h 914263"/>
                <a:gd name="connsiteX400" fmla="*/ 1016705 w 1258521"/>
                <a:gd name="connsiteY400" fmla="*/ 181385 h 914263"/>
                <a:gd name="connsiteX401" fmla="*/ 1017580 w 1258521"/>
                <a:gd name="connsiteY401" fmla="*/ 183706 h 914263"/>
                <a:gd name="connsiteX402" fmla="*/ 1018825 w 1258521"/>
                <a:gd name="connsiteY402" fmla="*/ 185455 h 914263"/>
                <a:gd name="connsiteX403" fmla="*/ 1019431 w 1258521"/>
                <a:gd name="connsiteY403" fmla="*/ 185960 h 914263"/>
                <a:gd name="connsiteX404" fmla="*/ 1020575 w 1258521"/>
                <a:gd name="connsiteY404" fmla="*/ 187406 h 914263"/>
                <a:gd name="connsiteX405" fmla="*/ 1021719 w 1258521"/>
                <a:gd name="connsiteY405" fmla="*/ 188146 h 914263"/>
                <a:gd name="connsiteX406" fmla="*/ 1025186 w 1258521"/>
                <a:gd name="connsiteY406" fmla="*/ 192789 h 914263"/>
                <a:gd name="connsiteX407" fmla="*/ 1024883 w 1258521"/>
                <a:gd name="connsiteY407" fmla="*/ 195682 h 914263"/>
                <a:gd name="connsiteX408" fmla="*/ 1023133 w 1258521"/>
                <a:gd name="connsiteY408" fmla="*/ 197700 h 914263"/>
                <a:gd name="connsiteX409" fmla="*/ 1019397 w 1258521"/>
                <a:gd name="connsiteY409" fmla="*/ 198777 h 914263"/>
                <a:gd name="connsiteX410" fmla="*/ 1017277 w 1258521"/>
                <a:gd name="connsiteY410" fmla="*/ 198911 h 914263"/>
                <a:gd name="connsiteX411" fmla="*/ 1013878 w 1258521"/>
                <a:gd name="connsiteY411" fmla="*/ 197902 h 914263"/>
                <a:gd name="connsiteX412" fmla="*/ 1011859 w 1258521"/>
                <a:gd name="connsiteY412" fmla="*/ 196960 h 914263"/>
                <a:gd name="connsiteX413" fmla="*/ 1008224 w 1258521"/>
                <a:gd name="connsiteY413" fmla="*/ 195143 h 914263"/>
                <a:gd name="connsiteX414" fmla="*/ 1006575 w 1258521"/>
                <a:gd name="connsiteY414" fmla="*/ 193899 h 914263"/>
                <a:gd name="connsiteX415" fmla="*/ 1006272 w 1258521"/>
                <a:gd name="connsiteY415" fmla="*/ 191073 h 914263"/>
                <a:gd name="connsiteX416" fmla="*/ 1003580 w 1258521"/>
                <a:gd name="connsiteY416" fmla="*/ 188617 h 914263"/>
                <a:gd name="connsiteX417" fmla="*/ 1001695 w 1258521"/>
                <a:gd name="connsiteY417" fmla="*/ 187743 h 914263"/>
                <a:gd name="connsiteX418" fmla="*/ 996983 w 1258521"/>
                <a:gd name="connsiteY418" fmla="*/ 183975 h 914263"/>
                <a:gd name="connsiteX419" fmla="*/ 987493 w 1258521"/>
                <a:gd name="connsiteY419" fmla="*/ 175868 h 914263"/>
                <a:gd name="connsiteX420" fmla="*/ 986416 w 1258521"/>
                <a:gd name="connsiteY420" fmla="*/ 174993 h 914263"/>
                <a:gd name="connsiteX421" fmla="*/ 984228 w 1258521"/>
                <a:gd name="connsiteY421" fmla="*/ 172370 h 914263"/>
                <a:gd name="connsiteX422" fmla="*/ 982579 w 1258521"/>
                <a:gd name="connsiteY422" fmla="*/ 170721 h 914263"/>
                <a:gd name="connsiteX423" fmla="*/ 981132 w 1258521"/>
                <a:gd name="connsiteY423" fmla="*/ 169712 h 914263"/>
                <a:gd name="connsiteX424" fmla="*/ 978877 w 1258521"/>
                <a:gd name="connsiteY424" fmla="*/ 170082 h 914263"/>
                <a:gd name="connsiteX425" fmla="*/ 977127 w 1258521"/>
                <a:gd name="connsiteY425" fmla="*/ 169880 h 914263"/>
                <a:gd name="connsiteX426" fmla="*/ 976117 w 1258521"/>
                <a:gd name="connsiteY426" fmla="*/ 168938 h 914263"/>
                <a:gd name="connsiteX427" fmla="*/ 974670 w 1258521"/>
                <a:gd name="connsiteY427" fmla="*/ 167626 h 914263"/>
                <a:gd name="connsiteX428" fmla="*/ 974536 w 1258521"/>
                <a:gd name="connsiteY428" fmla="*/ 166045 h 914263"/>
                <a:gd name="connsiteX429" fmla="*/ 976353 w 1258521"/>
                <a:gd name="connsiteY429" fmla="*/ 164296 h 914263"/>
                <a:gd name="connsiteX430" fmla="*/ 975848 w 1258521"/>
                <a:gd name="connsiteY430" fmla="*/ 163152 h 914263"/>
                <a:gd name="connsiteX431" fmla="*/ 973593 w 1258521"/>
                <a:gd name="connsiteY431" fmla="*/ 161639 h 914263"/>
                <a:gd name="connsiteX432" fmla="*/ 972281 w 1258521"/>
                <a:gd name="connsiteY432" fmla="*/ 159183 h 914263"/>
                <a:gd name="connsiteX433" fmla="*/ 970262 w 1258521"/>
                <a:gd name="connsiteY433" fmla="*/ 158174 h 914263"/>
                <a:gd name="connsiteX434" fmla="*/ 968680 w 1258521"/>
                <a:gd name="connsiteY434" fmla="*/ 156727 h 914263"/>
                <a:gd name="connsiteX435" fmla="*/ 967367 w 1258521"/>
                <a:gd name="connsiteY435" fmla="*/ 153699 h 914263"/>
                <a:gd name="connsiteX436" fmla="*/ 966930 w 1258521"/>
                <a:gd name="connsiteY436" fmla="*/ 150369 h 914263"/>
                <a:gd name="connsiteX437" fmla="*/ 965785 w 1258521"/>
                <a:gd name="connsiteY437" fmla="*/ 148048 h 914263"/>
                <a:gd name="connsiteX438" fmla="*/ 964036 w 1258521"/>
                <a:gd name="connsiteY438" fmla="*/ 146601 h 914263"/>
                <a:gd name="connsiteX439" fmla="*/ 961579 w 1258521"/>
                <a:gd name="connsiteY439" fmla="*/ 144146 h 914263"/>
                <a:gd name="connsiteX440" fmla="*/ 960401 w 1258521"/>
                <a:gd name="connsiteY440" fmla="*/ 141387 h 914263"/>
                <a:gd name="connsiteX441" fmla="*/ 958651 w 1258521"/>
                <a:gd name="connsiteY441" fmla="*/ 137620 h 914263"/>
                <a:gd name="connsiteX442" fmla="*/ 955016 w 1258521"/>
                <a:gd name="connsiteY442" fmla="*/ 132843 h 914263"/>
                <a:gd name="connsiteX443" fmla="*/ 951381 w 1258521"/>
                <a:gd name="connsiteY443" fmla="*/ 129512 h 914263"/>
                <a:gd name="connsiteX444" fmla="*/ 946872 w 1258521"/>
                <a:gd name="connsiteY444" fmla="*/ 127057 h 914263"/>
                <a:gd name="connsiteX445" fmla="*/ 943102 w 1258521"/>
                <a:gd name="connsiteY445" fmla="*/ 123155 h 914263"/>
                <a:gd name="connsiteX446" fmla="*/ 939905 w 1258521"/>
                <a:gd name="connsiteY446" fmla="*/ 120564 h 914263"/>
                <a:gd name="connsiteX447" fmla="*/ 936876 w 1258521"/>
                <a:gd name="connsiteY447" fmla="*/ 117537 h 914263"/>
                <a:gd name="connsiteX448" fmla="*/ 935294 w 1258521"/>
                <a:gd name="connsiteY448" fmla="*/ 115956 h 914263"/>
                <a:gd name="connsiteX449" fmla="*/ 933410 w 1258521"/>
                <a:gd name="connsiteY449" fmla="*/ 114072 h 914263"/>
                <a:gd name="connsiteX450" fmla="*/ 930516 w 1258521"/>
                <a:gd name="connsiteY450" fmla="*/ 112491 h 914263"/>
                <a:gd name="connsiteX451" fmla="*/ 928934 w 1258521"/>
                <a:gd name="connsiteY451" fmla="*/ 108723 h 914263"/>
                <a:gd name="connsiteX452" fmla="*/ 926612 w 1258521"/>
                <a:gd name="connsiteY452" fmla="*/ 104653 h 914263"/>
                <a:gd name="connsiteX453" fmla="*/ 922842 w 1258521"/>
                <a:gd name="connsiteY453" fmla="*/ 102063 h 914263"/>
                <a:gd name="connsiteX454" fmla="*/ 921092 w 1258521"/>
                <a:gd name="connsiteY454" fmla="*/ 102063 h 914263"/>
                <a:gd name="connsiteX455" fmla="*/ 919073 w 1258521"/>
                <a:gd name="connsiteY455" fmla="*/ 100044 h 914263"/>
                <a:gd name="connsiteX456" fmla="*/ 916482 w 1258521"/>
                <a:gd name="connsiteY456" fmla="*/ 97151 h 914263"/>
                <a:gd name="connsiteX457" fmla="*/ 915472 w 1258521"/>
                <a:gd name="connsiteY457" fmla="*/ 93955 h 914263"/>
                <a:gd name="connsiteX458" fmla="*/ 914159 w 1258521"/>
                <a:gd name="connsiteY458" fmla="*/ 89751 h 914263"/>
                <a:gd name="connsiteX459" fmla="*/ 911703 w 1258521"/>
                <a:gd name="connsiteY459" fmla="*/ 86992 h 914263"/>
                <a:gd name="connsiteX460" fmla="*/ 907227 w 1258521"/>
                <a:gd name="connsiteY460" fmla="*/ 84671 h 914263"/>
                <a:gd name="connsiteX461" fmla="*/ 904198 w 1258521"/>
                <a:gd name="connsiteY461" fmla="*/ 84671 h 914263"/>
                <a:gd name="connsiteX462" fmla="*/ 900563 w 1258521"/>
                <a:gd name="connsiteY462" fmla="*/ 87059 h 914263"/>
                <a:gd name="connsiteX463" fmla="*/ 898678 w 1258521"/>
                <a:gd name="connsiteY463" fmla="*/ 87867 h 914263"/>
                <a:gd name="connsiteX464" fmla="*/ 897534 w 1258521"/>
                <a:gd name="connsiteY464" fmla="*/ 89885 h 914263"/>
                <a:gd name="connsiteX465" fmla="*/ 896524 w 1258521"/>
                <a:gd name="connsiteY465" fmla="*/ 91769 h 914263"/>
                <a:gd name="connsiteX466" fmla="*/ 896221 w 1258521"/>
                <a:gd name="connsiteY466" fmla="*/ 94225 h 914263"/>
                <a:gd name="connsiteX467" fmla="*/ 895649 w 1258521"/>
                <a:gd name="connsiteY467" fmla="*/ 95671 h 914263"/>
                <a:gd name="connsiteX468" fmla="*/ 893899 w 1258521"/>
                <a:gd name="connsiteY468" fmla="*/ 98295 h 914263"/>
                <a:gd name="connsiteX469" fmla="*/ 893024 w 1258521"/>
                <a:gd name="connsiteY469" fmla="*/ 99439 h 914263"/>
                <a:gd name="connsiteX470" fmla="*/ 887942 w 1258521"/>
                <a:gd name="connsiteY470" fmla="*/ 101020 h 914263"/>
                <a:gd name="connsiteX471" fmla="*/ 879596 w 1258521"/>
                <a:gd name="connsiteY471" fmla="*/ 102264 h 914263"/>
                <a:gd name="connsiteX472" fmla="*/ 873740 w 1258521"/>
                <a:gd name="connsiteY472" fmla="*/ 101625 h 914263"/>
                <a:gd name="connsiteX473" fmla="*/ 872428 w 1258521"/>
                <a:gd name="connsiteY473" fmla="*/ 98261 h 914263"/>
                <a:gd name="connsiteX474" fmla="*/ 870240 w 1258521"/>
                <a:gd name="connsiteY474" fmla="*/ 94998 h 914263"/>
                <a:gd name="connsiteX475" fmla="*/ 866538 w 1258521"/>
                <a:gd name="connsiteY475" fmla="*/ 90087 h 914263"/>
                <a:gd name="connsiteX476" fmla="*/ 863913 w 1258521"/>
                <a:gd name="connsiteY476" fmla="*/ 89111 h 914263"/>
                <a:gd name="connsiteX477" fmla="*/ 862500 w 1258521"/>
                <a:gd name="connsiteY477" fmla="*/ 89313 h 914263"/>
                <a:gd name="connsiteX478" fmla="*/ 860548 w 1258521"/>
                <a:gd name="connsiteY478" fmla="*/ 89515 h 914263"/>
                <a:gd name="connsiteX479" fmla="*/ 859134 w 1258521"/>
                <a:gd name="connsiteY479" fmla="*/ 91802 h 914263"/>
                <a:gd name="connsiteX480" fmla="*/ 856846 w 1258521"/>
                <a:gd name="connsiteY480" fmla="*/ 94830 h 914263"/>
                <a:gd name="connsiteX481" fmla="*/ 855432 w 1258521"/>
                <a:gd name="connsiteY481" fmla="*/ 96243 h 914263"/>
                <a:gd name="connsiteX482" fmla="*/ 853918 w 1258521"/>
                <a:gd name="connsiteY482" fmla="*/ 98968 h 914263"/>
                <a:gd name="connsiteX483" fmla="*/ 851629 w 1258521"/>
                <a:gd name="connsiteY483" fmla="*/ 100818 h 914263"/>
                <a:gd name="connsiteX484" fmla="*/ 850317 w 1258521"/>
                <a:gd name="connsiteY484" fmla="*/ 101255 h 914263"/>
                <a:gd name="connsiteX485" fmla="*/ 847591 w 1258521"/>
                <a:gd name="connsiteY485" fmla="*/ 103307 h 914263"/>
                <a:gd name="connsiteX486" fmla="*/ 846177 w 1258521"/>
                <a:gd name="connsiteY486" fmla="*/ 106772 h 914263"/>
                <a:gd name="connsiteX487" fmla="*/ 845302 w 1258521"/>
                <a:gd name="connsiteY487" fmla="*/ 108824 h 914263"/>
                <a:gd name="connsiteX488" fmla="*/ 843014 w 1258521"/>
                <a:gd name="connsiteY488" fmla="*/ 112525 h 914263"/>
                <a:gd name="connsiteX489" fmla="*/ 840725 w 1258521"/>
                <a:gd name="connsiteY489" fmla="*/ 113164 h 914263"/>
                <a:gd name="connsiteX490" fmla="*/ 835711 w 1258521"/>
                <a:gd name="connsiteY490" fmla="*/ 112827 h 914263"/>
                <a:gd name="connsiteX491" fmla="*/ 834970 w 1258521"/>
                <a:gd name="connsiteY491" fmla="*/ 111515 h 914263"/>
                <a:gd name="connsiteX492" fmla="*/ 834970 w 1258521"/>
                <a:gd name="connsiteY492" fmla="*/ 108791 h 914263"/>
                <a:gd name="connsiteX493" fmla="*/ 834768 w 1258521"/>
                <a:gd name="connsiteY493" fmla="*/ 104989 h 914263"/>
                <a:gd name="connsiteX494" fmla="*/ 830326 w 1258521"/>
                <a:gd name="connsiteY494" fmla="*/ 102601 h 914263"/>
                <a:gd name="connsiteX495" fmla="*/ 825109 w 1258521"/>
                <a:gd name="connsiteY495" fmla="*/ 100111 h 914263"/>
                <a:gd name="connsiteX496" fmla="*/ 819018 w 1258521"/>
                <a:gd name="connsiteY496" fmla="*/ 97185 h 914263"/>
                <a:gd name="connsiteX497" fmla="*/ 814239 w 1258521"/>
                <a:gd name="connsiteY497" fmla="*/ 94696 h 914263"/>
                <a:gd name="connsiteX498" fmla="*/ 808248 w 1258521"/>
                <a:gd name="connsiteY498" fmla="*/ 92744 h 914263"/>
                <a:gd name="connsiteX499" fmla="*/ 802594 w 1258521"/>
                <a:gd name="connsiteY499" fmla="*/ 89481 h 914263"/>
                <a:gd name="connsiteX500" fmla="*/ 798590 w 1258521"/>
                <a:gd name="connsiteY500" fmla="*/ 84469 h 914263"/>
                <a:gd name="connsiteX501" fmla="*/ 796301 w 1258521"/>
                <a:gd name="connsiteY501" fmla="*/ 81643 h 914263"/>
                <a:gd name="connsiteX502" fmla="*/ 792936 w 1258521"/>
                <a:gd name="connsiteY502" fmla="*/ 76766 h 914263"/>
                <a:gd name="connsiteX503" fmla="*/ 789772 w 1258521"/>
                <a:gd name="connsiteY503" fmla="*/ 73301 h 914263"/>
                <a:gd name="connsiteX504" fmla="*/ 784993 w 1258521"/>
                <a:gd name="connsiteY504" fmla="*/ 67986 h 914263"/>
                <a:gd name="connsiteX505" fmla="*/ 782065 w 1258521"/>
                <a:gd name="connsiteY505" fmla="*/ 64958 h 914263"/>
                <a:gd name="connsiteX506" fmla="*/ 777926 w 1258521"/>
                <a:gd name="connsiteY506" fmla="*/ 59845 h 914263"/>
                <a:gd name="connsiteX507" fmla="*/ 774560 w 1258521"/>
                <a:gd name="connsiteY507" fmla="*/ 57120 h 914263"/>
                <a:gd name="connsiteX508" fmla="*/ 770320 w 1258521"/>
                <a:gd name="connsiteY508" fmla="*/ 54631 h 914263"/>
                <a:gd name="connsiteX509" fmla="*/ 765204 w 1258521"/>
                <a:gd name="connsiteY509" fmla="*/ 53857 h 914263"/>
                <a:gd name="connsiteX510" fmla="*/ 753459 w 1258521"/>
                <a:gd name="connsiteY510" fmla="*/ 53420 h 914263"/>
                <a:gd name="connsiteX511" fmla="*/ 749992 w 1258521"/>
                <a:gd name="connsiteY511" fmla="*/ 54193 h 914263"/>
                <a:gd name="connsiteX512" fmla="*/ 748478 w 1258521"/>
                <a:gd name="connsiteY512" fmla="*/ 55270 h 914263"/>
                <a:gd name="connsiteX513" fmla="*/ 744877 w 1258521"/>
                <a:gd name="connsiteY513" fmla="*/ 59071 h 914263"/>
                <a:gd name="connsiteX514" fmla="*/ 743261 w 1258521"/>
                <a:gd name="connsiteY514" fmla="*/ 62435 h 914263"/>
                <a:gd name="connsiteX515" fmla="*/ 740973 w 1258521"/>
                <a:gd name="connsiteY515" fmla="*/ 70038 h 914263"/>
                <a:gd name="connsiteX516" fmla="*/ 745853 w 1258521"/>
                <a:gd name="connsiteY516" fmla="*/ 76867 h 914263"/>
                <a:gd name="connsiteX517" fmla="*/ 745954 w 1258521"/>
                <a:gd name="connsiteY517" fmla="*/ 81206 h 914263"/>
                <a:gd name="connsiteX518" fmla="*/ 743127 w 1258521"/>
                <a:gd name="connsiteY518" fmla="*/ 87934 h 914263"/>
                <a:gd name="connsiteX519" fmla="*/ 740199 w 1258521"/>
                <a:gd name="connsiteY519" fmla="*/ 98160 h 914263"/>
                <a:gd name="connsiteX520" fmla="*/ 737708 w 1258521"/>
                <a:gd name="connsiteY520" fmla="*/ 107512 h 914263"/>
                <a:gd name="connsiteX521" fmla="*/ 736632 w 1258521"/>
                <a:gd name="connsiteY521" fmla="*/ 112289 h 914263"/>
                <a:gd name="connsiteX522" fmla="*/ 738247 w 1258521"/>
                <a:gd name="connsiteY522" fmla="*/ 117167 h 914263"/>
                <a:gd name="connsiteX523" fmla="*/ 740098 w 1258521"/>
                <a:gd name="connsiteY523" fmla="*/ 122280 h 914263"/>
                <a:gd name="connsiteX524" fmla="*/ 740435 w 1258521"/>
                <a:gd name="connsiteY524" fmla="*/ 129546 h 914263"/>
                <a:gd name="connsiteX525" fmla="*/ 740233 w 1258521"/>
                <a:gd name="connsiteY525" fmla="*/ 135971 h 914263"/>
                <a:gd name="connsiteX526" fmla="*/ 739694 w 1258521"/>
                <a:gd name="connsiteY526" fmla="*/ 141186 h 914263"/>
                <a:gd name="connsiteX527" fmla="*/ 739593 w 1258521"/>
                <a:gd name="connsiteY527" fmla="*/ 145525 h 914263"/>
                <a:gd name="connsiteX528" fmla="*/ 739055 w 1258521"/>
                <a:gd name="connsiteY528" fmla="*/ 148014 h 914263"/>
                <a:gd name="connsiteX529" fmla="*/ 736665 w 1258521"/>
                <a:gd name="connsiteY529" fmla="*/ 149528 h 914263"/>
                <a:gd name="connsiteX530" fmla="*/ 732324 w 1258521"/>
                <a:gd name="connsiteY530" fmla="*/ 150403 h 914263"/>
                <a:gd name="connsiteX531" fmla="*/ 727881 w 1258521"/>
                <a:gd name="connsiteY531" fmla="*/ 150403 h 914263"/>
                <a:gd name="connsiteX532" fmla="*/ 724179 w 1258521"/>
                <a:gd name="connsiteY532" fmla="*/ 152051 h 914263"/>
                <a:gd name="connsiteX533" fmla="*/ 718862 w 1258521"/>
                <a:gd name="connsiteY533" fmla="*/ 151513 h 914263"/>
                <a:gd name="connsiteX534" fmla="*/ 716472 w 1258521"/>
                <a:gd name="connsiteY534" fmla="*/ 150302 h 914263"/>
                <a:gd name="connsiteX535" fmla="*/ 712333 w 1258521"/>
                <a:gd name="connsiteY535" fmla="*/ 146938 h 914263"/>
                <a:gd name="connsiteX536" fmla="*/ 708429 w 1258521"/>
                <a:gd name="connsiteY536" fmla="*/ 143574 h 914263"/>
                <a:gd name="connsiteX537" fmla="*/ 704626 w 1258521"/>
                <a:gd name="connsiteY537" fmla="*/ 139874 h 914263"/>
                <a:gd name="connsiteX538" fmla="*/ 701261 w 1258521"/>
                <a:gd name="connsiteY538" fmla="*/ 138999 h 914263"/>
                <a:gd name="connsiteX539" fmla="*/ 699510 w 1258521"/>
                <a:gd name="connsiteY539" fmla="*/ 135399 h 914263"/>
                <a:gd name="connsiteX540" fmla="*/ 699746 w 1258521"/>
                <a:gd name="connsiteY540" fmla="*/ 133011 h 914263"/>
                <a:gd name="connsiteX541" fmla="*/ 699847 w 1258521"/>
                <a:gd name="connsiteY541" fmla="*/ 127158 h 914263"/>
                <a:gd name="connsiteX542" fmla="*/ 695607 w 1258521"/>
                <a:gd name="connsiteY542" fmla="*/ 123155 h 914263"/>
                <a:gd name="connsiteX543" fmla="*/ 690727 w 1258521"/>
                <a:gd name="connsiteY543" fmla="*/ 117604 h 914263"/>
                <a:gd name="connsiteX544" fmla="*/ 686924 w 1258521"/>
                <a:gd name="connsiteY544" fmla="*/ 115754 h 914263"/>
                <a:gd name="connsiteX545" fmla="*/ 680395 w 1258521"/>
                <a:gd name="connsiteY545" fmla="*/ 113265 h 914263"/>
                <a:gd name="connsiteX546" fmla="*/ 677770 w 1258521"/>
                <a:gd name="connsiteY546" fmla="*/ 113265 h 914263"/>
                <a:gd name="connsiteX547" fmla="*/ 671678 w 1258521"/>
                <a:gd name="connsiteY547" fmla="*/ 110439 h 914263"/>
                <a:gd name="connsiteX548" fmla="*/ 659731 w 1258521"/>
                <a:gd name="connsiteY548" fmla="*/ 102836 h 914263"/>
                <a:gd name="connsiteX549" fmla="*/ 655288 w 1258521"/>
                <a:gd name="connsiteY549" fmla="*/ 98598 h 914263"/>
                <a:gd name="connsiteX550" fmla="*/ 648759 w 1258521"/>
                <a:gd name="connsiteY550" fmla="*/ 92307 h 914263"/>
                <a:gd name="connsiteX551" fmla="*/ 643879 w 1258521"/>
                <a:gd name="connsiteY551" fmla="*/ 87093 h 914263"/>
                <a:gd name="connsiteX552" fmla="*/ 640952 w 1258521"/>
                <a:gd name="connsiteY552" fmla="*/ 84368 h 914263"/>
                <a:gd name="connsiteX553" fmla="*/ 638461 w 1258521"/>
                <a:gd name="connsiteY553" fmla="*/ 82854 h 914263"/>
                <a:gd name="connsiteX554" fmla="*/ 634658 w 1258521"/>
                <a:gd name="connsiteY554" fmla="*/ 81004 h 914263"/>
                <a:gd name="connsiteX555" fmla="*/ 633043 w 1258521"/>
                <a:gd name="connsiteY555" fmla="*/ 79692 h 914263"/>
                <a:gd name="connsiteX556" fmla="*/ 631966 w 1258521"/>
                <a:gd name="connsiteY556" fmla="*/ 71551 h 914263"/>
                <a:gd name="connsiteX557" fmla="*/ 627187 w 1258521"/>
                <a:gd name="connsiteY557" fmla="*/ 67212 h 914263"/>
                <a:gd name="connsiteX558" fmla="*/ 624898 w 1258521"/>
                <a:gd name="connsiteY558" fmla="*/ 64924 h 914263"/>
                <a:gd name="connsiteX559" fmla="*/ 615340 w 1258521"/>
                <a:gd name="connsiteY559" fmla="*/ 57322 h 914263"/>
                <a:gd name="connsiteX560" fmla="*/ 607499 w 1258521"/>
                <a:gd name="connsiteY560" fmla="*/ 47667 h 914263"/>
                <a:gd name="connsiteX561" fmla="*/ 602720 w 1258521"/>
                <a:gd name="connsiteY561" fmla="*/ 43866 h 914263"/>
                <a:gd name="connsiteX562" fmla="*/ 599119 w 1258521"/>
                <a:gd name="connsiteY562" fmla="*/ 36163 h 914263"/>
                <a:gd name="connsiteX563" fmla="*/ 593566 w 1258521"/>
                <a:gd name="connsiteY563" fmla="*/ 34514 h 914263"/>
                <a:gd name="connsiteX564" fmla="*/ 585320 w 1258521"/>
                <a:gd name="connsiteY564" fmla="*/ 35591 h 914263"/>
                <a:gd name="connsiteX565" fmla="*/ 580306 w 1258521"/>
                <a:gd name="connsiteY565" fmla="*/ 31890 h 914263"/>
                <a:gd name="connsiteX566" fmla="*/ 574316 w 1258521"/>
                <a:gd name="connsiteY566" fmla="*/ 27753 h 914263"/>
                <a:gd name="connsiteX567" fmla="*/ 567887 w 1258521"/>
                <a:gd name="connsiteY567" fmla="*/ 25701 h 914263"/>
                <a:gd name="connsiteX568" fmla="*/ 563310 w 1258521"/>
                <a:gd name="connsiteY568" fmla="*/ 25802 h 914263"/>
                <a:gd name="connsiteX569" fmla="*/ 555806 w 1258521"/>
                <a:gd name="connsiteY569" fmla="*/ 25600 h 914263"/>
                <a:gd name="connsiteX570" fmla="*/ 549377 w 1258521"/>
                <a:gd name="connsiteY570" fmla="*/ 23750 h 914263"/>
                <a:gd name="connsiteX571" fmla="*/ 542949 w 1258521"/>
                <a:gd name="connsiteY571" fmla="*/ 19410 h 914263"/>
                <a:gd name="connsiteX572" fmla="*/ 536757 w 1258521"/>
                <a:gd name="connsiteY572" fmla="*/ 14970 h 914263"/>
                <a:gd name="connsiteX573" fmla="*/ 532954 w 1258521"/>
                <a:gd name="connsiteY573" fmla="*/ 12581 h 914263"/>
                <a:gd name="connsiteX574" fmla="*/ 526997 w 1258521"/>
                <a:gd name="connsiteY574" fmla="*/ 11606 h 914263"/>
                <a:gd name="connsiteX575" fmla="*/ 517978 w 1258521"/>
                <a:gd name="connsiteY575" fmla="*/ 12682 h 914263"/>
                <a:gd name="connsiteX576" fmla="*/ 514377 w 1258521"/>
                <a:gd name="connsiteY576" fmla="*/ 10630 h 914263"/>
                <a:gd name="connsiteX577" fmla="*/ 511651 w 1258521"/>
                <a:gd name="connsiteY577" fmla="*/ 8242 h 914263"/>
                <a:gd name="connsiteX578" fmla="*/ 509800 w 1258521"/>
                <a:gd name="connsiteY578" fmla="*/ 6829 h 914263"/>
                <a:gd name="connsiteX579" fmla="*/ 507747 w 1258521"/>
                <a:gd name="connsiteY579" fmla="*/ 7165 h 914263"/>
                <a:gd name="connsiteX580" fmla="*/ 503708 w 1258521"/>
                <a:gd name="connsiteY580" fmla="*/ 8477 h 914263"/>
                <a:gd name="connsiteX581" fmla="*/ 500006 w 1258521"/>
                <a:gd name="connsiteY581" fmla="*/ 9991 h 914263"/>
                <a:gd name="connsiteX582" fmla="*/ 496203 w 1258521"/>
                <a:gd name="connsiteY582" fmla="*/ 10630 h 914263"/>
                <a:gd name="connsiteX583" fmla="*/ 492737 w 1258521"/>
                <a:gd name="connsiteY583" fmla="*/ 11841 h 914263"/>
                <a:gd name="connsiteX584" fmla="*/ 489136 w 1258521"/>
                <a:gd name="connsiteY584" fmla="*/ 11639 h 914263"/>
                <a:gd name="connsiteX585" fmla="*/ 485333 w 1258521"/>
                <a:gd name="connsiteY585" fmla="*/ 11101 h 914263"/>
                <a:gd name="connsiteX586" fmla="*/ 482068 w 1258521"/>
                <a:gd name="connsiteY586" fmla="*/ 9587 h 914263"/>
                <a:gd name="connsiteX587" fmla="*/ 478265 w 1258521"/>
                <a:gd name="connsiteY587" fmla="*/ 8174 h 914263"/>
                <a:gd name="connsiteX588" fmla="*/ 471635 w 1258521"/>
                <a:gd name="connsiteY588" fmla="*/ 7401 h 914263"/>
                <a:gd name="connsiteX589" fmla="*/ 465477 w 1258521"/>
                <a:gd name="connsiteY589" fmla="*/ 6425 h 914263"/>
                <a:gd name="connsiteX590" fmla="*/ 458308 w 1258521"/>
                <a:gd name="connsiteY590" fmla="*/ 6425 h 914263"/>
                <a:gd name="connsiteX591" fmla="*/ 453428 w 1258521"/>
                <a:gd name="connsiteY591" fmla="*/ 5113 h 914263"/>
                <a:gd name="connsiteX592" fmla="*/ 449827 w 1258521"/>
                <a:gd name="connsiteY592" fmla="*/ 3498 h 914263"/>
                <a:gd name="connsiteX593" fmla="*/ 446024 w 1258521"/>
                <a:gd name="connsiteY593" fmla="*/ 1884 h 914263"/>
                <a:gd name="connsiteX594" fmla="*/ 443298 w 1258521"/>
                <a:gd name="connsiteY594" fmla="*/ 1547 h 914263"/>
                <a:gd name="connsiteX595" fmla="*/ 442760 w 1258521"/>
                <a:gd name="connsiteY595" fmla="*/ 1884 h 914263"/>
                <a:gd name="connsiteX596" fmla="*/ 442120 w 1258521"/>
                <a:gd name="connsiteY596" fmla="*/ 4272 h 914263"/>
                <a:gd name="connsiteX597" fmla="*/ 440707 w 1258521"/>
                <a:gd name="connsiteY597" fmla="*/ 7098 h 914263"/>
                <a:gd name="connsiteX598" fmla="*/ 437880 w 1258521"/>
                <a:gd name="connsiteY598" fmla="*/ 9486 h 914263"/>
                <a:gd name="connsiteX599" fmla="*/ 434615 w 1258521"/>
                <a:gd name="connsiteY599" fmla="*/ 9688 h 914263"/>
                <a:gd name="connsiteX600" fmla="*/ 429937 w 1258521"/>
                <a:gd name="connsiteY600" fmla="*/ 8814 h 914263"/>
                <a:gd name="connsiteX601" fmla="*/ 428187 w 1258521"/>
                <a:gd name="connsiteY601" fmla="*/ 7502 h 914263"/>
                <a:gd name="connsiteX602" fmla="*/ 426134 w 1258521"/>
                <a:gd name="connsiteY602" fmla="*/ 7266 h 914263"/>
                <a:gd name="connsiteX603" fmla="*/ 424283 w 1258521"/>
                <a:gd name="connsiteY603" fmla="*/ 9453 h 914263"/>
                <a:gd name="connsiteX604" fmla="*/ 417216 w 1258521"/>
                <a:gd name="connsiteY604" fmla="*/ 9991 h 914263"/>
                <a:gd name="connsiteX605" fmla="*/ 408735 w 1258521"/>
                <a:gd name="connsiteY605" fmla="*/ 10529 h 914263"/>
                <a:gd name="connsiteX606" fmla="*/ 405571 w 1258521"/>
                <a:gd name="connsiteY606" fmla="*/ 10765 h 914263"/>
                <a:gd name="connsiteX607" fmla="*/ 403417 w 1258521"/>
                <a:gd name="connsiteY607" fmla="*/ 11538 h 914263"/>
                <a:gd name="connsiteX608" fmla="*/ 401567 w 1258521"/>
                <a:gd name="connsiteY608" fmla="*/ 9924 h 914263"/>
                <a:gd name="connsiteX609" fmla="*/ 398639 w 1258521"/>
                <a:gd name="connsiteY609" fmla="*/ 7333 h 914263"/>
                <a:gd name="connsiteX610" fmla="*/ 397023 w 1258521"/>
                <a:gd name="connsiteY610" fmla="*/ 5147 h 914263"/>
                <a:gd name="connsiteX611" fmla="*/ 396922 w 1258521"/>
                <a:gd name="connsiteY611" fmla="*/ 3532 h 914263"/>
                <a:gd name="connsiteX612" fmla="*/ 396821 w 1258521"/>
                <a:gd name="connsiteY612" fmla="*/ 1480 h 914263"/>
                <a:gd name="connsiteX613" fmla="*/ 396788 w 1258521"/>
                <a:gd name="connsiteY613" fmla="*/ 0 h 914263"/>
                <a:gd name="connsiteX614" fmla="*/ 396720 w 1258521"/>
                <a:gd name="connsiteY614" fmla="*/ 0 h 914263"/>
                <a:gd name="connsiteX615" fmla="*/ 393355 w 1258521"/>
                <a:gd name="connsiteY615" fmla="*/ 2725 h 914263"/>
                <a:gd name="connsiteX616" fmla="*/ 393355 w 1258521"/>
                <a:gd name="connsiteY616" fmla="*/ 7367 h 914263"/>
                <a:gd name="connsiteX617" fmla="*/ 375686 w 1258521"/>
                <a:gd name="connsiteY617" fmla="*/ 10125 h 914263"/>
                <a:gd name="connsiteX618" fmla="*/ 372489 w 1258521"/>
                <a:gd name="connsiteY618" fmla="*/ 11707 h 914263"/>
                <a:gd name="connsiteX619" fmla="*/ 364681 w 1258521"/>
                <a:gd name="connsiteY619" fmla="*/ 11707 h 914263"/>
                <a:gd name="connsiteX620" fmla="*/ 360609 w 1258521"/>
                <a:gd name="connsiteY620" fmla="*/ 7064 h 914263"/>
                <a:gd name="connsiteX621" fmla="*/ 349301 w 1258521"/>
                <a:gd name="connsiteY621" fmla="*/ 11707 h 914263"/>
                <a:gd name="connsiteX622" fmla="*/ 340887 w 1258521"/>
                <a:gd name="connsiteY622" fmla="*/ 18670 h 914263"/>
                <a:gd name="connsiteX623" fmla="*/ 334796 w 1258521"/>
                <a:gd name="connsiteY623" fmla="*/ 20116 h 914263"/>
                <a:gd name="connsiteX624" fmla="*/ 331026 w 1258521"/>
                <a:gd name="connsiteY624" fmla="*/ 15474 h 914263"/>
                <a:gd name="connsiteX625" fmla="*/ 323791 w 1258521"/>
                <a:gd name="connsiteY625" fmla="*/ 18098 h 914263"/>
                <a:gd name="connsiteX626" fmla="*/ 315983 w 1258521"/>
                <a:gd name="connsiteY626" fmla="*/ 20116 h 914263"/>
                <a:gd name="connsiteX627" fmla="*/ 305853 w 1258521"/>
                <a:gd name="connsiteY627" fmla="*/ 20116 h 914263"/>
                <a:gd name="connsiteX628" fmla="*/ 302386 w 1258521"/>
                <a:gd name="connsiteY628" fmla="*/ 24591 h 914263"/>
                <a:gd name="connsiteX629" fmla="*/ 297170 w 1258521"/>
                <a:gd name="connsiteY629" fmla="*/ 27349 h 914263"/>
                <a:gd name="connsiteX630" fmla="*/ 288218 w 1258521"/>
                <a:gd name="connsiteY630" fmla="*/ 27349 h 914263"/>
                <a:gd name="connsiteX631" fmla="*/ 281251 w 1258521"/>
                <a:gd name="connsiteY631" fmla="*/ 27349 h 914263"/>
                <a:gd name="connsiteX632" fmla="*/ 271996 w 1258521"/>
                <a:gd name="connsiteY632" fmla="*/ 28796 h 914263"/>
                <a:gd name="connsiteX633" fmla="*/ 253453 w 1258521"/>
                <a:gd name="connsiteY633" fmla="*/ 32260 h 914263"/>
                <a:gd name="connsiteX634" fmla="*/ 238678 w 1258521"/>
                <a:gd name="connsiteY634" fmla="*/ 35288 h 914263"/>
                <a:gd name="connsiteX635" fmla="*/ 223029 w 1258521"/>
                <a:gd name="connsiteY635" fmla="*/ 37744 h 914263"/>
                <a:gd name="connsiteX636" fmla="*/ 206504 w 1258521"/>
                <a:gd name="connsiteY636" fmla="*/ 37744 h 914263"/>
                <a:gd name="connsiteX637" fmla="*/ 194894 w 1258521"/>
                <a:gd name="connsiteY637" fmla="*/ 34279 h 914263"/>
                <a:gd name="connsiteX638" fmla="*/ 187052 w 1258521"/>
                <a:gd name="connsiteY638" fmla="*/ 29637 h 914263"/>
                <a:gd name="connsiteX639" fmla="*/ 177764 w 1258521"/>
                <a:gd name="connsiteY639" fmla="*/ 30511 h 914263"/>
                <a:gd name="connsiteX640" fmla="*/ 173422 w 1258521"/>
                <a:gd name="connsiteY640" fmla="*/ 32832 h 914263"/>
                <a:gd name="connsiteX641" fmla="*/ 168509 w 1258521"/>
                <a:gd name="connsiteY641" fmla="*/ 39493 h 914263"/>
                <a:gd name="connsiteX642" fmla="*/ 159523 w 1258521"/>
                <a:gd name="connsiteY642" fmla="*/ 45279 h 914263"/>
                <a:gd name="connsiteX643" fmla="*/ 155181 w 1258521"/>
                <a:gd name="connsiteY643" fmla="*/ 49181 h 914263"/>
                <a:gd name="connsiteX644" fmla="*/ 151109 w 1258521"/>
                <a:gd name="connsiteY644" fmla="*/ 51637 h 914263"/>
                <a:gd name="connsiteX645" fmla="*/ 140373 w 1258521"/>
                <a:gd name="connsiteY645" fmla="*/ 51637 h 914263"/>
                <a:gd name="connsiteX646" fmla="*/ 136032 w 1258521"/>
                <a:gd name="connsiteY646" fmla="*/ 54833 h 914263"/>
                <a:gd name="connsiteX647" fmla="*/ 136032 w 1258521"/>
                <a:gd name="connsiteY647" fmla="*/ 62940 h 914263"/>
                <a:gd name="connsiteX648" fmla="*/ 141820 w 1258521"/>
                <a:gd name="connsiteY648" fmla="*/ 75117 h 914263"/>
                <a:gd name="connsiteX649" fmla="*/ 148787 w 1258521"/>
                <a:gd name="connsiteY649" fmla="*/ 87867 h 914263"/>
                <a:gd name="connsiteX650" fmla="*/ 153431 w 1258521"/>
                <a:gd name="connsiteY650" fmla="*/ 97420 h 914263"/>
                <a:gd name="connsiteX651" fmla="*/ 155753 w 1258521"/>
                <a:gd name="connsiteY651" fmla="*/ 101491 h 914263"/>
                <a:gd name="connsiteX652" fmla="*/ 153734 w 1258521"/>
                <a:gd name="connsiteY652" fmla="*/ 109598 h 914263"/>
                <a:gd name="connsiteX653" fmla="*/ 147946 w 1258521"/>
                <a:gd name="connsiteY653" fmla="*/ 112491 h 914263"/>
                <a:gd name="connsiteX654" fmla="*/ 147070 w 1258521"/>
                <a:gd name="connsiteY654" fmla="*/ 120026 h 914263"/>
                <a:gd name="connsiteX655" fmla="*/ 145926 w 1258521"/>
                <a:gd name="connsiteY655" fmla="*/ 125812 h 914263"/>
                <a:gd name="connsiteX656" fmla="*/ 154609 w 1258521"/>
                <a:gd name="connsiteY656" fmla="*/ 133347 h 914263"/>
                <a:gd name="connsiteX657" fmla="*/ 162720 w 1258521"/>
                <a:gd name="connsiteY657" fmla="*/ 137990 h 914263"/>
                <a:gd name="connsiteX658" fmla="*/ 167364 w 1258521"/>
                <a:gd name="connsiteY658" fmla="*/ 144079 h 914263"/>
                <a:gd name="connsiteX659" fmla="*/ 176350 w 1258521"/>
                <a:gd name="connsiteY659" fmla="*/ 150436 h 914263"/>
                <a:gd name="connsiteX660" fmla="*/ 180759 w 1258521"/>
                <a:gd name="connsiteY660" fmla="*/ 149562 h 914263"/>
                <a:gd name="connsiteX661" fmla="*/ 181264 w 1258521"/>
                <a:gd name="connsiteY661" fmla="*/ 154776 h 914263"/>
                <a:gd name="connsiteX662" fmla="*/ 181264 w 1258521"/>
                <a:gd name="connsiteY662" fmla="*/ 160293 h 914263"/>
                <a:gd name="connsiteX663" fmla="*/ 180961 w 1258521"/>
                <a:gd name="connsiteY663" fmla="*/ 165810 h 914263"/>
                <a:gd name="connsiteX664" fmla="*/ 186918 w 1258521"/>
                <a:gd name="connsiteY664" fmla="*/ 167996 h 914263"/>
                <a:gd name="connsiteX665" fmla="*/ 193884 w 1258521"/>
                <a:gd name="connsiteY665" fmla="*/ 173211 h 914263"/>
                <a:gd name="connsiteX666" fmla="*/ 197350 w 1258521"/>
                <a:gd name="connsiteY666" fmla="*/ 175666 h 914263"/>
                <a:gd name="connsiteX667" fmla="*/ 200682 w 1258521"/>
                <a:gd name="connsiteY667" fmla="*/ 176406 h 914263"/>
                <a:gd name="connsiteX668" fmla="*/ 200379 w 1258521"/>
                <a:gd name="connsiteY668" fmla="*/ 180880 h 914263"/>
                <a:gd name="connsiteX669" fmla="*/ 202836 w 1258521"/>
                <a:gd name="connsiteY669" fmla="*/ 191611 h 914263"/>
                <a:gd name="connsiteX670" fmla="*/ 204418 w 1258521"/>
                <a:gd name="connsiteY670" fmla="*/ 197969 h 914263"/>
                <a:gd name="connsiteX671" fmla="*/ 209264 w 1258521"/>
                <a:gd name="connsiteY671" fmla="*/ 204193 h 914263"/>
                <a:gd name="connsiteX672" fmla="*/ 214279 w 1258521"/>
                <a:gd name="connsiteY672" fmla="*/ 210584 h 914263"/>
                <a:gd name="connsiteX673" fmla="*/ 214279 w 1258521"/>
                <a:gd name="connsiteY673" fmla="*/ 214217 h 914263"/>
                <a:gd name="connsiteX674" fmla="*/ 213101 w 1258521"/>
                <a:gd name="connsiteY674" fmla="*/ 217682 h 914263"/>
                <a:gd name="connsiteX675" fmla="*/ 211216 w 1258521"/>
                <a:gd name="connsiteY675" fmla="*/ 222459 h 914263"/>
                <a:gd name="connsiteX676" fmla="*/ 209904 w 1258521"/>
                <a:gd name="connsiteY676" fmla="*/ 224040 h 914263"/>
                <a:gd name="connsiteX677" fmla="*/ 208154 w 1258521"/>
                <a:gd name="connsiteY677" fmla="*/ 225486 h 914263"/>
                <a:gd name="connsiteX678" fmla="*/ 206404 w 1258521"/>
                <a:gd name="connsiteY678" fmla="*/ 225486 h 914263"/>
                <a:gd name="connsiteX679" fmla="*/ 202937 w 1258521"/>
                <a:gd name="connsiteY679" fmla="*/ 225486 h 914263"/>
                <a:gd name="connsiteX680" fmla="*/ 199471 w 1258521"/>
                <a:gd name="connsiteY680" fmla="*/ 223737 h 914263"/>
                <a:gd name="connsiteX681" fmla="*/ 196004 w 1258521"/>
                <a:gd name="connsiteY681" fmla="*/ 223737 h 914263"/>
                <a:gd name="connsiteX682" fmla="*/ 194591 w 1258521"/>
                <a:gd name="connsiteY682" fmla="*/ 225486 h 914263"/>
                <a:gd name="connsiteX683" fmla="*/ 192100 w 1258521"/>
                <a:gd name="connsiteY683" fmla="*/ 226899 h 914263"/>
                <a:gd name="connsiteX684" fmla="*/ 190249 w 1258521"/>
                <a:gd name="connsiteY684" fmla="*/ 229389 h 914263"/>
                <a:gd name="connsiteX685" fmla="*/ 186211 w 1258521"/>
                <a:gd name="connsiteY685" fmla="*/ 231340 h 914263"/>
                <a:gd name="connsiteX686" fmla="*/ 181970 w 1258521"/>
                <a:gd name="connsiteY686" fmla="*/ 232315 h 914263"/>
                <a:gd name="connsiteX687" fmla="*/ 173388 w 1258521"/>
                <a:gd name="connsiteY687" fmla="*/ 232315 h 914263"/>
                <a:gd name="connsiteX688" fmla="*/ 169047 w 1258521"/>
                <a:gd name="connsiteY688" fmla="*/ 232349 h 914263"/>
                <a:gd name="connsiteX689" fmla="*/ 166994 w 1258521"/>
                <a:gd name="connsiteY689" fmla="*/ 233594 h 914263"/>
                <a:gd name="connsiteX690" fmla="*/ 163830 w 1258521"/>
                <a:gd name="connsiteY690" fmla="*/ 235444 h 914263"/>
                <a:gd name="connsiteX691" fmla="*/ 158614 w 1258521"/>
                <a:gd name="connsiteY691" fmla="*/ 238068 h 914263"/>
                <a:gd name="connsiteX692" fmla="*/ 156864 w 1258521"/>
                <a:gd name="connsiteY692" fmla="*/ 239480 h 914263"/>
                <a:gd name="connsiteX693" fmla="*/ 152825 w 1258521"/>
                <a:gd name="connsiteY693" fmla="*/ 241095 h 914263"/>
                <a:gd name="connsiteX694" fmla="*/ 151311 w 1258521"/>
                <a:gd name="connsiteY694" fmla="*/ 243282 h 914263"/>
                <a:gd name="connsiteX695" fmla="*/ 151849 w 1258521"/>
                <a:gd name="connsiteY695" fmla="*/ 245031 h 914263"/>
                <a:gd name="connsiteX696" fmla="*/ 151950 w 1258521"/>
                <a:gd name="connsiteY696" fmla="*/ 248059 h 914263"/>
                <a:gd name="connsiteX697" fmla="*/ 155316 w 1258521"/>
                <a:gd name="connsiteY697" fmla="*/ 250884 h 914263"/>
                <a:gd name="connsiteX698" fmla="*/ 155215 w 1258521"/>
                <a:gd name="connsiteY698" fmla="*/ 252499 h 914263"/>
                <a:gd name="connsiteX699" fmla="*/ 153599 w 1258521"/>
                <a:gd name="connsiteY699" fmla="*/ 255661 h 914263"/>
                <a:gd name="connsiteX700" fmla="*/ 152960 w 1258521"/>
                <a:gd name="connsiteY700" fmla="*/ 256637 h 914263"/>
                <a:gd name="connsiteX701" fmla="*/ 152253 w 1258521"/>
                <a:gd name="connsiteY701" fmla="*/ 259126 h 914263"/>
                <a:gd name="connsiteX702" fmla="*/ 151648 w 1258521"/>
                <a:gd name="connsiteY702" fmla="*/ 262793 h 914263"/>
                <a:gd name="connsiteX703" fmla="*/ 151648 w 1258521"/>
                <a:gd name="connsiteY703" fmla="*/ 266258 h 914263"/>
                <a:gd name="connsiteX704" fmla="*/ 152422 w 1258521"/>
                <a:gd name="connsiteY704" fmla="*/ 270395 h 914263"/>
                <a:gd name="connsiteX705" fmla="*/ 157638 w 1258521"/>
                <a:gd name="connsiteY705" fmla="*/ 271472 h 914263"/>
                <a:gd name="connsiteX706" fmla="*/ 161542 w 1258521"/>
                <a:gd name="connsiteY706" fmla="*/ 273524 h 914263"/>
                <a:gd name="connsiteX707" fmla="*/ 164806 w 1258521"/>
                <a:gd name="connsiteY707" fmla="*/ 274836 h 914263"/>
                <a:gd name="connsiteX708" fmla="*/ 167398 w 1258521"/>
                <a:gd name="connsiteY708" fmla="*/ 275912 h 914263"/>
                <a:gd name="connsiteX709" fmla="*/ 172076 w 1258521"/>
                <a:gd name="connsiteY709" fmla="*/ 279613 h 914263"/>
                <a:gd name="connsiteX710" fmla="*/ 173860 w 1258521"/>
                <a:gd name="connsiteY710" fmla="*/ 283078 h 914263"/>
                <a:gd name="connsiteX711" fmla="*/ 174230 w 1258521"/>
                <a:gd name="connsiteY711" fmla="*/ 286441 h 914263"/>
                <a:gd name="connsiteX712" fmla="*/ 174230 w 1258521"/>
                <a:gd name="connsiteY712" fmla="*/ 290579 h 914263"/>
                <a:gd name="connsiteX713" fmla="*/ 175105 w 1258521"/>
                <a:gd name="connsiteY713" fmla="*/ 297240 h 914263"/>
                <a:gd name="connsiteX714" fmla="*/ 174802 w 1258521"/>
                <a:gd name="connsiteY714" fmla="*/ 302757 h 914263"/>
                <a:gd name="connsiteX715" fmla="*/ 176249 w 1258521"/>
                <a:gd name="connsiteY715" fmla="*/ 306827 h 914263"/>
                <a:gd name="connsiteX716" fmla="*/ 176821 w 1258521"/>
                <a:gd name="connsiteY716" fmla="*/ 311469 h 914263"/>
                <a:gd name="connsiteX717" fmla="*/ 175946 w 1258521"/>
                <a:gd name="connsiteY717" fmla="*/ 316381 h 914263"/>
                <a:gd name="connsiteX718" fmla="*/ 172480 w 1258521"/>
                <a:gd name="connsiteY718" fmla="*/ 322907 h 914263"/>
                <a:gd name="connsiteX719" fmla="*/ 170460 w 1258521"/>
                <a:gd name="connsiteY719" fmla="*/ 326237 h 914263"/>
                <a:gd name="connsiteX720" fmla="*/ 166388 w 1258521"/>
                <a:gd name="connsiteY720" fmla="*/ 326237 h 914263"/>
                <a:gd name="connsiteX721" fmla="*/ 162316 w 1258521"/>
                <a:gd name="connsiteY721" fmla="*/ 331451 h 914263"/>
                <a:gd name="connsiteX722" fmla="*/ 159422 w 1258521"/>
                <a:gd name="connsiteY722" fmla="*/ 331451 h 914263"/>
                <a:gd name="connsiteX723" fmla="*/ 155955 w 1258521"/>
                <a:gd name="connsiteY723" fmla="*/ 328861 h 914263"/>
                <a:gd name="connsiteX724" fmla="*/ 149864 w 1258521"/>
                <a:gd name="connsiteY724" fmla="*/ 327415 h 914263"/>
                <a:gd name="connsiteX725" fmla="*/ 144344 w 1258521"/>
                <a:gd name="connsiteY725" fmla="*/ 322503 h 914263"/>
                <a:gd name="connsiteX726" fmla="*/ 143470 w 1258521"/>
                <a:gd name="connsiteY726" fmla="*/ 317592 h 914263"/>
                <a:gd name="connsiteX727" fmla="*/ 140844 w 1258521"/>
                <a:gd name="connsiteY727" fmla="*/ 317020 h 914263"/>
                <a:gd name="connsiteX728" fmla="*/ 132162 w 1258521"/>
                <a:gd name="connsiteY728" fmla="*/ 315573 h 914263"/>
                <a:gd name="connsiteX729" fmla="*/ 127517 w 1258521"/>
                <a:gd name="connsiteY729" fmla="*/ 312983 h 914263"/>
                <a:gd name="connsiteX730" fmla="*/ 115065 w 1258521"/>
                <a:gd name="connsiteY730" fmla="*/ 312109 h 914263"/>
                <a:gd name="connsiteX731" fmla="*/ 105776 w 1258521"/>
                <a:gd name="connsiteY731" fmla="*/ 310359 h 914263"/>
                <a:gd name="connsiteX732" fmla="*/ 99988 w 1258521"/>
                <a:gd name="connsiteY732" fmla="*/ 305717 h 914263"/>
                <a:gd name="connsiteX733" fmla="*/ 95343 w 1258521"/>
                <a:gd name="connsiteY733" fmla="*/ 302824 h 914263"/>
                <a:gd name="connsiteX734" fmla="*/ 91002 w 1258521"/>
                <a:gd name="connsiteY734" fmla="*/ 296735 h 914263"/>
                <a:gd name="connsiteX735" fmla="*/ 87233 w 1258521"/>
                <a:gd name="connsiteY735" fmla="*/ 293270 h 914263"/>
                <a:gd name="connsiteX736" fmla="*/ 82891 w 1258521"/>
                <a:gd name="connsiteY736" fmla="*/ 293270 h 914263"/>
                <a:gd name="connsiteX737" fmla="*/ 80502 w 1258521"/>
                <a:gd name="connsiteY737" fmla="*/ 294952 h 914263"/>
                <a:gd name="connsiteX738" fmla="*/ 78314 w 1258521"/>
                <a:gd name="connsiteY738" fmla="*/ 298081 h 914263"/>
                <a:gd name="connsiteX739" fmla="*/ 78752 w 1258521"/>
                <a:gd name="connsiteY739" fmla="*/ 303228 h 914263"/>
                <a:gd name="connsiteX740" fmla="*/ 75117 w 1258521"/>
                <a:gd name="connsiteY740" fmla="*/ 303968 h 914263"/>
                <a:gd name="connsiteX741" fmla="*/ 72929 w 1258521"/>
                <a:gd name="connsiteY741" fmla="*/ 305111 h 914263"/>
                <a:gd name="connsiteX742" fmla="*/ 71482 w 1258521"/>
                <a:gd name="connsiteY742" fmla="*/ 309182 h 914263"/>
                <a:gd name="connsiteX743" fmla="*/ 66569 w 1258521"/>
                <a:gd name="connsiteY743" fmla="*/ 309417 h 914263"/>
                <a:gd name="connsiteX744" fmla="*/ 61924 w 1258521"/>
                <a:gd name="connsiteY744" fmla="*/ 306592 h 914263"/>
                <a:gd name="connsiteX745" fmla="*/ 60477 w 1258521"/>
                <a:gd name="connsiteY745" fmla="*/ 304708 h 914263"/>
                <a:gd name="connsiteX746" fmla="*/ 57583 w 1258521"/>
                <a:gd name="connsiteY746" fmla="*/ 303059 h 914263"/>
                <a:gd name="connsiteX747" fmla="*/ 54117 w 1258521"/>
                <a:gd name="connsiteY747" fmla="*/ 302925 h 914263"/>
                <a:gd name="connsiteX748" fmla="*/ 50482 w 1258521"/>
                <a:gd name="connsiteY748" fmla="*/ 303261 h 914263"/>
                <a:gd name="connsiteX749" fmla="*/ 44626 w 1258521"/>
                <a:gd name="connsiteY749" fmla="*/ 303799 h 914263"/>
                <a:gd name="connsiteX750" fmla="*/ 41159 w 1258521"/>
                <a:gd name="connsiteY750" fmla="*/ 303799 h 914263"/>
                <a:gd name="connsiteX751" fmla="*/ 39342 w 1258521"/>
                <a:gd name="connsiteY751" fmla="*/ 302992 h 914263"/>
                <a:gd name="connsiteX752" fmla="*/ 35707 w 1258521"/>
                <a:gd name="connsiteY752" fmla="*/ 304506 h 914263"/>
                <a:gd name="connsiteX753" fmla="*/ 32376 w 1258521"/>
                <a:gd name="connsiteY753" fmla="*/ 306154 h 914263"/>
                <a:gd name="connsiteX754" fmla="*/ 28606 w 1258521"/>
                <a:gd name="connsiteY754" fmla="*/ 307668 h 914263"/>
                <a:gd name="connsiteX755" fmla="*/ 25477 w 1258521"/>
                <a:gd name="connsiteY755" fmla="*/ 308307 h 914263"/>
                <a:gd name="connsiteX756" fmla="*/ 22448 w 1258521"/>
                <a:gd name="connsiteY756" fmla="*/ 308879 h 914263"/>
                <a:gd name="connsiteX757" fmla="*/ 19688 w 1258521"/>
                <a:gd name="connsiteY757" fmla="*/ 311402 h 914263"/>
                <a:gd name="connsiteX758" fmla="*/ 19385 w 1258521"/>
                <a:gd name="connsiteY758" fmla="*/ 314968 h 914263"/>
                <a:gd name="connsiteX759" fmla="*/ 19385 w 1258521"/>
                <a:gd name="connsiteY759" fmla="*/ 320249 h 914263"/>
                <a:gd name="connsiteX760" fmla="*/ 21034 w 1258521"/>
                <a:gd name="connsiteY760" fmla="*/ 323075 h 914263"/>
                <a:gd name="connsiteX761" fmla="*/ 24568 w 1258521"/>
                <a:gd name="connsiteY761" fmla="*/ 326103 h 914263"/>
                <a:gd name="connsiteX762" fmla="*/ 27832 w 1258521"/>
                <a:gd name="connsiteY762" fmla="*/ 326742 h 914263"/>
                <a:gd name="connsiteX763" fmla="*/ 32981 w 1258521"/>
                <a:gd name="connsiteY763" fmla="*/ 327246 h 914263"/>
                <a:gd name="connsiteX764" fmla="*/ 37020 w 1258521"/>
                <a:gd name="connsiteY764" fmla="*/ 328491 h 914263"/>
                <a:gd name="connsiteX765" fmla="*/ 41092 w 1258521"/>
                <a:gd name="connsiteY765" fmla="*/ 330577 h 914263"/>
                <a:gd name="connsiteX766" fmla="*/ 43414 w 1258521"/>
                <a:gd name="connsiteY766" fmla="*/ 332595 h 914263"/>
                <a:gd name="connsiteX767" fmla="*/ 46174 w 1258521"/>
                <a:gd name="connsiteY767" fmla="*/ 335858 h 914263"/>
                <a:gd name="connsiteX768" fmla="*/ 49068 w 1258521"/>
                <a:gd name="connsiteY768" fmla="*/ 339121 h 914263"/>
                <a:gd name="connsiteX769" fmla="*/ 48765 w 1258521"/>
                <a:gd name="connsiteY769" fmla="*/ 341072 h 914263"/>
                <a:gd name="connsiteX770" fmla="*/ 46881 w 1258521"/>
                <a:gd name="connsiteY770" fmla="*/ 344975 h 914263"/>
                <a:gd name="connsiteX771" fmla="*/ 43852 w 1258521"/>
                <a:gd name="connsiteY771" fmla="*/ 348877 h 914263"/>
                <a:gd name="connsiteX772" fmla="*/ 41900 w 1258521"/>
                <a:gd name="connsiteY772" fmla="*/ 352072 h 914263"/>
                <a:gd name="connsiteX773" fmla="*/ 39679 w 1258521"/>
                <a:gd name="connsiteY773" fmla="*/ 357858 h 914263"/>
                <a:gd name="connsiteX774" fmla="*/ 40217 w 1258521"/>
                <a:gd name="connsiteY774" fmla="*/ 361424 h 914263"/>
                <a:gd name="connsiteX775" fmla="*/ 40217 w 1258521"/>
                <a:gd name="connsiteY775" fmla="*/ 365427 h 914263"/>
                <a:gd name="connsiteX776" fmla="*/ 34698 w 1258521"/>
                <a:gd name="connsiteY776" fmla="*/ 368253 h 914263"/>
                <a:gd name="connsiteX777" fmla="*/ 33453 w 1258521"/>
                <a:gd name="connsiteY777" fmla="*/ 370070 h 914263"/>
                <a:gd name="connsiteX778" fmla="*/ 33756 w 1258521"/>
                <a:gd name="connsiteY778" fmla="*/ 373535 h 914263"/>
                <a:gd name="connsiteX779" fmla="*/ 34496 w 1258521"/>
                <a:gd name="connsiteY779" fmla="*/ 377167 h 914263"/>
                <a:gd name="connsiteX780" fmla="*/ 34496 w 1258521"/>
                <a:gd name="connsiteY780" fmla="*/ 378849 h 914263"/>
                <a:gd name="connsiteX781" fmla="*/ 33183 w 1258521"/>
                <a:gd name="connsiteY781" fmla="*/ 380868 h 914263"/>
                <a:gd name="connsiteX782" fmla="*/ 30861 w 1258521"/>
                <a:gd name="connsiteY782" fmla="*/ 381171 h 914263"/>
                <a:gd name="connsiteX783" fmla="*/ 27900 w 1258521"/>
                <a:gd name="connsiteY783" fmla="*/ 380229 h 914263"/>
                <a:gd name="connsiteX784" fmla="*/ 25443 w 1258521"/>
                <a:gd name="connsiteY784" fmla="*/ 380229 h 914263"/>
                <a:gd name="connsiteX785" fmla="*/ 22313 w 1258521"/>
                <a:gd name="connsiteY785" fmla="*/ 380666 h 914263"/>
                <a:gd name="connsiteX786" fmla="*/ 16962 w 1258521"/>
                <a:gd name="connsiteY786" fmla="*/ 382684 h 914263"/>
                <a:gd name="connsiteX787" fmla="*/ 14640 w 1258521"/>
                <a:gd name="connsiteY787" fmla="*/ 385308 h 914263"/>
                <a:gd name="connsiteX788" fmla="*/ 11813 w 1258521"/>
                <a:gd name="connsiteY788" fmla="*/ 391532 h 914263"/>
                <a:gd name="connsiteX789" fmla="*/ 8986 w 1258521"/>
                <a:gd name="connsiteY789" fmla="*/ 397990 h 914263"/>
                <a:gd name="connsiteX790" fmla="*/ 5654 w 1258521"/>
                <a:gd name="connsiteY790" fmla="*/ 403507 h 914263"/>
                <a:gd name="connsiteX791" fmla="*/ 8178 w 1258521"/>
                <a:gd name="connsiteY791" fmla="*/ 409966 h 914263"/>
                <a:gd name="connsiteX792" fmla="*/ 13596 w 1258521"/>
                <a:gd name="connsiteY792" fmla="*/ 414238 h 914263"/>
                <a:gd name="connsiteX793" fmla="*/ 14337 w 1258521"/>
                <a:gd name="connsiteY793" fmla="*/ 417434 h 914263"/>
                <a:gd name="connsiteX794" fmla="*/ 10938 w 1258521"/>
                <a:gd name="connsiteY794" fmla="*/ 423220 h 914263"/>
                <a:gd name="connsiteX795" fmla="*/ 9928 w 1258521"/>
                <a:gd name="connsiteY795" fmla="*/ 427425 h 914263"/>
                <a:gd name="connsiteX796" fmla="*/ 8616 w 1258521"/>
                <a:gd name="connsiteY796" fmla="*/ 429814 h 914263"/>
                <a:gd name="connsiteX797" fmla="*/ 7168 w 1258521"/>
                <a:gd name="connsiteY797" fmla="*/ 432067 h 914263"/>
                <a:gd name="connsiteX798" fmla="*/ 5654 w 1258521"/>
                <a:gd name="connsiteY798" fmla="*/ 433447 h 914263"/>
                <a:gd name="connsiteX799" fmla="*/ 7236 w 1258521"/>
                <a:gd name="connsiteY799" fmla="*/ 436340 h 914263"/>
                <a:gd name="connsiteX800" fmla="*/ 10063 w 1258521"/>
                <a:gd name="connsiteY800" fmla="*/ 437484 h 914263"/>
                <a:gd name="connsiteX801" fmla="*/ 13327 w 1258521"/>
                <a:gd name="connsiteY801" fmla="*/ 439502 h 914263"/>
                <a:gd name="connsiteX802" fmla="*/ 16222 w 1258521"/>
                <a:gd name="connsiteY802" fmla="*/ 439502 h 914263"/>
                <a:gd name="connsiteX803" fmla="*/ 22077 w 1258521"/>
                <a:gd name="connsiteY803" fmla="*/ 438560 h 914263"/>
                <a:gd name="connsiteX804" fmla="*/ 23659 w 1258521"/>
                <a:gd name="connsiteY804" fmla="*/ 438694 h 914263"/>
                <a:gd name="connsiteX805" fmla="*/ 27563 w 1258521"/>
                <a:gd name="connsiteY805" fmla="*/ 441083 h 914263"/>
                <a:gd name="connsiteX806" fmla="*/ 30188 w 1258521"/>
                <a:gd name="connsiteY806" fmla="*/ 444346 h 914263"/>
                <a:gd name="connsiteX807" fmla="*/ 33756 w 1258521"/>
                <a:gd name="connsiteY807" fmla="*/ 447172 h 914263"/>
                <a:gd name="connsiteX808" fmla="*/ 33183 w 1258521"/>
                <a:gd name="connsiteY808" fmla="*/ 449930 h 914263"/>
                <a:gd name="connsiteX809" fmla="*/ 31602 w 1258521"/>
                <a:gd name="connsiteY809" fmla="*/ 451881 h 914263"/>
                <a:gd name="connsiteX810" fmla="*/ 30861 w 1258521"/>
                <a:gd name="connsiteY810" fmla="*/ 452823 h 914263"/>
                <a:gd name="connsiteX811" fmla="*/ 28337 w 1258521"/>
                <a:gd name="connsiteY811" fmla="*/ 457297 h 914263"/>
                <a:gd name="connsiteX812" fmla="*/ 22380 w 1258521"/>
                <a:gd name="connsiteY812" fmla="*/ 458811 h 914263"/>
                <a:gd name="connsiteX813" fmla="*/ 18173 w 1258521"/>
                <a:gd name="connsiteY813" fmla="*/ 461199 h 914263"/>
                <a:gd name="connsiteX814" fmla="*/ 16356 w 1258521"/>
                <a:gd name="connsiteY814" fmla="*/ 463016 h 914263"/>
                <a:gd name="connsiteX815" fmla="*/ 14909 w 1258521"/>
                <a:gd name="connsiteY815" fmla="*/ 464698 h 914263"/>
                <a:gd name="connsiteX816" fmla="*/ 14976 w 1258521"/>
                <a:gd name="connsiteY816" fmla="*/ 466514 h 914263"/>
                <a:gd name="connsiteX817" fmla="*/ 16289 w 1258521"/>
                <a:gd name="connsiteY817" fmla="*/ 467759 h 914263"/>
                <a:gd name="connsiteX818" fmla="*/ 17164 w 1258521"/>
                <a:gd name="connsiteY818" fmla="*/ 468634 h 914263"/>
                <a:gd name="connsiteX819" fmla="*/ 18544 w 1258521"/>
                <a:gd name="connsiteY819" fmla="*/ 469206 h 914263"/>
                <a:gd name="connsiteX820" fmla="*/ 20193 w 1258521"/>
                <a:gd name="connsiteY820" fmla="*/ 471157 h 914263"/>
                <a:gd name="connsiteX821" fmla="*/ 20933 w 1258521"/>
                <a:gd name="connsiteY821" fmla="*/ 473175 h 914263"/>
                <a:gd name="connsiteX822" fmla="*/ 21741 w 1258521"/>
                <a:gd name="connsiteY822" fmla="*/ 474622 h 914263"/>
                <a:gd name="connsiteX823" fmla="*/ 22818 w 1258521"/>
                <a:gd name="connsiteY823" fmla="*/ 476438 h 914263"/>
                <a:gd name="connsiteX824" fmla="*/ 22818 w 1258521"/>
                <a:gd name="connsiteY824" fmla="*/ 478457 h 914263"/>
                <a:gd name="connsiteX825" fmla="*/ 22347 w 1258521"/>
                <a:gd name="connsiteY825" fmla="*/ 480980 h 914263"/>
                <a:gd name="connsiteX826" fmla="*/ 22818 w 1258521"/>
                <a:gd name="connsiteY826" fmla="*/ 484612 h 914263"/>
                <a:gd name="connsiteX827" fmla="*/ 22818 w 1258521"/>
                <a:gd name="connsiteY827" fmla="*/ 487135 h 914263"/>
                <a:gd name="connsiteX828" fmla="*/ 22616 w 1258521"/>
                <a:gd name="connsiteY828" fmla="*/ 490029 h 914263"/>
                <a:gd name="connsiteX829" fmla="*/ 22751 w 1258521"/>
                <a:gd name="connsiteY829" fmla="*/ 492854 h 914263"/>
                <a:gd name="connsiteX830" fmla="*/ 22885 w 1258521"/>
                <a:gd name="connsiteY830" fmla="*/ 495243 h 914263"/>
                <a:gd name="connsiteX831" fmla="*/ 22683 w 1258521"/>
                <a:gd name="connsiteY831" fmla="*/ 499212 h 914263"/>
                <a:gd name="connsiteX832" fmla="*/ 23255 w 1258521"/>
                <a:gd name="connsiteY832" fmla="*/ 501230 h 914263"/>
                <a:gd name="connsiteX833" fmla="*/ 23188 w 1258521"/>
                <a:gd name="connsiteY833" fmla="*/ 503989 h 914263"/>
                <a:gd name="connsiteX834" fmla="*/ 22818 w 1258521"/>
                <a:gd name="connsiteY834" fmla="*/ 508194 h 914263"/>
                <a:gd name="connsiteX835" fmla="*/ 22818 w 1258521"/>
                <a:gd name="connsiteY835" fmla="*/ 511457 h 914263"/>
                <a:gd name="connsiteX836" fmla="*/ 23558 w 1258521"/>
                <a:gd name="connsiteY836" fmla="*/ 513980 h 914263"/>
                <a:gd name="connsiteX837" fmla="*/ 22313 w 1258521"/>
                <a:gd name="connsiteY837" fmla="*/ 517310 h 914263"/>
                <a:gd name="connsiteX838" fmla="*/ 19553 w 1258521"/>
                <a:gd name="connsiteY838" fmla="*/ 520641 h 914263"/>
                <a:gd name="connsiteX839" fmla="*/ 15851 w 1258521"/>
                <a:gd name="connsiteY839" fmla="*/ 522457 h 914263"/>
                <a:gd name="connsiteX840" fmla="*/ 14404 w 1258521"/>
                <a:gd name="connsiteY840" fmla="*/ 523836 h 914263"/>
                <a:gd name="connsiteX841" fmla="*/ 11274 w 1258521"/>
                <a:gd name="connsiteY841" fmla="*/ 525283 h 914263"/>
                <a:gd name="connsiteX842" fmla="*/ 8447 w 1258521"/>
                <a:gd name="connsiteY842" fmla="*/ 525653 h 914263"/>
                <a:gd name="connsiteX843" fmla="*/ 4476 w 1258521"/>
                <a:gd name="connsiteY843" fmla="*/ 523567 h 914263"/>
                <a:gd name="connsiteX844" fmla="*/ 2154 w 1258521"/>
                <a:gd name="connsiteY844" fmla="*/ 524139 h 914263"/>
                <a:gd name="connsiteX845" fmla="*/ 1077 w 1258521"/>
                <a:gd name="connsiteY845" fmla="*/ 526965 h 914263"/>
                <a:gd name="connsiteX846" fmla="*/ 0 w 1258521"/>
                <a:gd name="connsiteY846" fmla="*/ 530531 h 914263"/>
                <a:gd name="connsiteX847" fmla="*/ 875 w 1258521"/>
                <a:gd name="connsiteY847" fmla="*/ 536989 h 914263"/>
                <a:gd name="connsiteX848" fmla="*/ 942 w 1258521"/>
                <a:gd name="connsiteY848" fmla="*/ 542069 h 914263"/>
                <a:gd name="connsiteX849" fmla="*/ 1885 w 1258521"/>
                <a:gd name="connsiteY849" fmla="*/ 548225 h 914263"/>
                <a:gd name="connsiteX850" fmla="*/ 4207 w 1258521"/>
                <a:gd name="connsiteY850" fmla="*/ 552699 h 914263"/>
                <a:gd name="connsiteX851" fmla="*/ 8111 w 1258521"/>
                <a:gd name="connsiteY851" fmla="*/ 558923 h 914263"/>
                <a:gd name="connsiteX852" fmla="*/ 11745 w 1258521"/>
                <a:gd name="connsiteY852" fmla="*/ 561883 h 914263"/>
                <a:gd name="connsiteX853" fmla="*/ 16322 w 1258521"/>
                <a:gd name="connsiteY853" fmla="*/ 563026 h 914263"/>
                <a:gd name="connsiteX854" fmla="*/ 18207 w 1258521"/>
                <a:gd name="connsiteY854" fmla="*/ 565348 h 914263"/>
                <a:gd name="connsiteX855" fmla="*/ 17972 w 1258521"/>
                <a:gd name="connsiteY855" fmla="*/ 568543 h 914263"/>
                <a:gd name="connsiteX856" fmla="*/ 17467 w 1258521"/>
                <a:gd name="connsiteY856" fmla="*/ 570360 h 914263"/>
                <a:gd name="connsiteX857" fmla="*/ 14943 w 1258521"/>
                <a:gd name="connsiteY857" fmla="*/ 572681 h 914263"/>
                <a:gd name="connsiteX858" fmla="*/ 15750 w 1258521"/>
                <a:gd name="connsiteY858" fmla="*/ 575641 h 914263"/>
                <a:gd name="connsiteX859" fmla="*/ 18779 w 1258521"/>
                <a:gd name="connsiteY859" fmla="*/ 577323 h 914263"/>
                <a:gd name="connsiteX860" fmla="*/ 20226 w 1258521"/>
                <a:gd name="connsiteY860" fmla="*/ 578400 h 914263"/>
                <a:gd name="connsiteX861" fmla="*/ 21101 w 1258521"/>
                <a:gd name="connsiteY861" fmla="*/ 579712 h 914263"/>
                <a:gd name="connsiteX862" fmla="*/ 21101 w 1258521"/>
                <a:gd name="connsiteY862" fmla="*/ 582739 h 914263"/>
                <a:gd name="connsiteX863" fmla="*/ 20361 w 1258521"/>
                <a:gd name="connsiteY863" fmla="*/ 583177 h 914263"/>
                <a:gd name="connsiteX864" fmla="*/ 19217 w 1258521"/>
                <a:gd name="connsiteY864" fmla="*/ 585431 h 914263"/>
                <a:gd name="connsiteX865" fmla="*/ 18847 w 1258521"/>
                <a:gd name="connsiteY865" fmla="*/ 586507 h 914263"/>
                <a:gd name="connsiteX866" fmla="*/ 18847 w 1258521"/>
                <a:gd name="connsiteY866" fmla="*/ 587382 h 914263"/>
                <a:gd name="connsiteX867" fmla="*/ 18914 w 1258521"/>
                <a:gd name="connsiteY867" fmla="*/ 590073 h 914263"/>
                <a:gd name="connsiteX868" fmla="*/ 20226 w 1258521"/>
                <a:gd name="connsiteY868" fmla="*/ 591216 h 914263"/>
                <a:gd name="connsiteX869" fmla="*/ 21606 w 1258521"/>
                <a:gd name="connsiteY869" fmla="*/ 591587 h 914263"/>
                <a:gd name="connsiteX870" fmla="*/ 23996 w 1258521"/>
                <a:gd name="connsiteY870" fmla="*/ 592091 h 914263"/>
                <a:gd name="connsiteX871" fmla="*/ 26520 w 1258521"/>
                <a:gd name="connsiteY871" fmla="*/ 592898 h 914263"/>
                <a:gd name="connsiteX872" fmla="*/ 28606 w 1258521"/>
                <a:gd name="connsiteY872" fmla="*/ 593403 h 914263"/>
                <a:gd name="connsiteX873" fmla="*/ 29616 w 1258521"/>
                <a:gd name="connsiteY873" fmla="*/ 594984 h 914263"/>
                <a:gd name="connsiteX874" fmla="*/ 30424 w 1258521"/>
                <a:gd name="connsiteY874" fmla="*/ 596498 h 914263"/>
                <a:gd name="connsiteX875" fmla="*/ 31433 w 1258521"/>
                <a:gd name="connsiteY875" fmla="*/ 598886 h 914263"/>
                <a:gd name="connsiteX876" fmla="*/ 33621 w 1258521"/>
                <a:gd name="connsiteY876" fmla="*/ 600400 h 914263"/>
                <a:gd name="connsiteX877" fmla="*/ 37592 w 1258521"/>
                <a:gd name="connsiteY877" fmla="*/ 604033 h 914263"/>
                <a:gd name="connsiteX878" fmla="*/ 38333 w 1258521"/>
                <a:gd name="connsiteY878" fmla="*/ 604975 h 914263"/>
                <a:gd name="connsiteX879" fmla="*/ 40015 w 1258521"/>
                <a:gd name="connsiteY879" fmla="*/ 608810 h 914263"/>
                <a:gd name="connsiteX880" fmla="*/ 40318 w 1258521"/>
                <a:gd name="connsiteY880" fmla="*/ 611703 h 914263"/>
                <a:gd name="connsiteX881" fmla="*/ 40453 w 1258521"/>
                <a:gd name="connsiteY881" fmla="*/ 615235 h 914263"/>
                <a:gd name="connsiteX882" fmla="*/ 40587 w 1258521"/>
                <a:gd name="connsiteY882" fmla="*/ 617489 h 914263"/>
                <a:gd name="connsiteX883" fmla="*/ 40958 w 1258521"/>
                <a:gd name="connsiteY883" fmla="*/ 619070 h 914263"/>
                <a:gd name="connsiteX884" fmla="*/ 42775 w 1258521"/>
                <a:gd name="connsiteY884" fmla="*/ 620315 h 914263"/>
                <a:gd name="connsiteX885" fmla="*/ 44794 w 1258521"/>
                <a:gd name="connsiteY885" fmla="*/ 621560 h 914263"/>
                <a:gd name="connsiteX886" fmla="*/ 46174 w 1258521"/>
                <a:gd name="connsiteY886" fmla="*/ 625764 h 914263"/>
                <a:gd name="connsiteX887" fmla="*/ 46982 w 1258521"/>
                <a:gd name="connsiteY887" fmla="*/ 627783 h 914263"/>
                <a:gd name="connsiteX888" fmla="*/ 48866 w 1258521"/>
                <a:gd name="connsiteY888" fmla="*/ 630979 h 914263"/>
                <a:gd name="connsiteX889" fmla="*/ 49809 w 1258521"/>
                <a:gd name="connsiteY889" fmla="*/ 633502 h 914263"/>
                <a:gd name="connsiteX890" fmla="*/ 50381 w 1258521"/>
                <a:gd name="connsiteY890" fmla="*/ 634814 h 914263"/>
                <a:gd name="connsiteX891" fmla="*/ 54016 w 1258521"/>
                <a:gd name="connsiteY891" fmla="*/ 637067 h 914263"/>
                <a:gd name="connsiteX892" fmla="*/ 59535 w 1258521"/>
                <a:gd name="connsiteY892" fmla="*/ 638211 h 914263"/>
                <a:gd name="connsiteX893" fmla="*/ 63506 w 1258521"/>
                <a:gd name="connsiteY893" fmla="*/ 640667 h 914263"/>
                <a:gd name="connsiteX894" fmla="*/ 65761 w 1258521"/>
                <a:gd name="connsiteY894" fmla="*/ 643493 h 914263"/>
                <a:gd name="connsiteX895" fmla="*/ 70910 w 1258521"/>
                <a:gd name="connsiteY895" fmla="*/ 648505 h 914263"/>
                <a:gd name="connsiteX896" fmla="*/ 77809 w 1258521"/>
                <a:gd name="connsiteY896" fmla="*/ 655233 h 914263"/>
                <a:gd name="connsiteX897" fmla="*/ 78550 w 1258521"/>
                <a:gd name="connsiteY897" fmla="*/ 657621 h 914263"/>
                <a:gd name="connsiteX898" fmla="*/ 78550 w 1258521"/>
                <a:gd name="connsiteY898" fmla="*/ 659202 h 914263"/>
                <a:gd name="connsiteX899" fmla="*/ 79997 w 1258521"/>
                <a:gd name="connsiteY899" fmla="*/ 661826 h 914263"/>
                <a:gd name="connsiteX900" fmla="*/ 82891 w 1258521"/>
                <a:gd name="connsiteY900" fmla="*/ 661826 h 914263"/>
                <a:gd name="connsiteX901" fmla="*/ 87367 w 1258521"/>
                <a:gd name="connsiteY901" fmla="*/ 660581 h 914263"/>
                <a:gd name="connsiteX902" fmla="*/ 90262 w 1258521"/>
                <a:gd name="connsiteY902" fmla="*/ 659774 h 914263"/>
                <a:gd name="connsiteX903" fmla="*/ 94031 w 1258521"/>
                <a:gd name="connsiteY903" fmla="*/ 658529 h 914263"/>
                <a:gd name="connsiteX904" fmla="*/ 95613 w 1258521"/>
                <a:gd name="connsiteY904" fmla="*/ 656948 h 914263"/>
                <a:gd name="connsiteX905" fmla="*/ 97632 w 1258521"/>
                <a:gd name="connsiteY905" fmla="*/ 654627 h 914263"/>
                <a:gd name="connsiteX906" fmla="*/ 99146 w 1258521"/>
                <a:gd name="connsiteY906" fmla="*/ 652239 h 914263"/>
                <a:gd name="connsiteX907" fmla="*/ 100964 w 1258521"/>
                <a:gd name="connsiteY907" fmla="*/ 650557 h 914263"/>
                <a:gd name="connsiteX908" fmla="*/ 102916 w 1258521"/>
                <a:gd name="connsiteY908" fmla="*/ 649480 h 914263"/>
                <a:gd name="connsiteX909" fmla="*/ 105608 w 1258521"/>
                <a:gd name="connsiteY909" fmla="*/ 648740 h 914263"/>
                <a:gd name="connsiteX910" fmla="*/ 110959 w 1258521"/>
                <a:gd name="connsiteY910" fmla="*/ 649178 h 914263"/>
                <a:gd name="connsiteX911" fmla="*/ 112911 w 1258521"/>
                <a:gd name="connsiteY911" fmla="*/ 650254 h 914263"/>
                <a:gd name="connsiteX912" fmla="*/ 114863 w 1258521"/>
                <a:gd name="connsiteY912" fmla="*/ 652340 h 914263"/>
                <a:gd name="connsiteX913" fmla="*/ 116377 w 1258521"/>
                <a:gd name="connsiteY913" fmla="*/ 653585 h 914263"/>
                <a:gd name="connsiteX914" fmla="*/ 117825 w 1258521"/>
                <a:gd name="connsiteY914" fmla="*/ 653786 h 914263"/>
                <a:gd name="connsiteX915" fmla="*/ 119642 w 1258521"/>
                <a:gd name="connsiteY915" fmla="*/ 652340 h 914263"/>
                <a:gd name="connsiteX916" fmla="*/ 120887 w 1258521"/>
                <a:gd name="connsiteY916" fmla="*/ 651263 h 914263"/>
                <a:gd name="connsiteX917" fmla="*/ 121695 w 1258521"/>
                <a:gd name="connsiteY917" fmla="*/ 650187 h 914263"/>
                <a:gd name="connsiteX918" fmla="*/ 122839 w 1258521"/>
                <a:gd name="connsiteY918" fmla="*/ 648303 h 914263"/>
                <a:gd name="connsiteX919" fmla="*/ 125094 w 1258521"/>
                <a:gd name="connsiteY919" fmla="*/ 647933 h 914263"/>
                <a:gd name="connsiteX920" fmla="*/ 126609 w 1258521"/>
                <a:gd name="connsiteY920" fmla="*/ 647126 h 914263"/>
                <a:gd name="connsiteX921" fmla="*/ 127618 w 1258521"/>
                <a:gd name="connsiteY921" fmla="*/ 646116 h 914263"/>
                <a:gd name="connsiteX922" fmla="*/ 130142 w 1258521"/>
                <a:gd name="connsiteY922" fmla="*/ 645477 h 914263"/>
                <a:gd name="connsiteX923" fmla="*/ 132969 w 1258521"/>
                <a:gd name="connsiteY923" fmla="*/ 645612 h 914263"/>
                <a:gd name="connsiteX924" fmla="*/ 136166 w 1258521"/>
                <a:gd name="connsiteY924" fmla="*/ 646352 h 914263"/>
                <a:gd name="connsiteX925" fmla="*/ 138354 w 1258521"/>
                <a:gd name="connsiteY925" fmla="*/ 646924 h 914263"/>
                <a:gd name="connsiteX926" fmla="*/ 143066 w 1258521"/>
                <a:gd name="connsiteY926" fmla="*/ 649817 h 914263"/>
                <a:gd name="connsiteX927" fmla="*/ 143200 w 1258521"/>
                <a:gd name="connsiteY927" fmla="*/ 651129 h 914263"/>
                <a:gd name="connsiteX928" fmla="*/ 142763 w 1258521"/>
                <a:gd name="connsiteY928" fmla="*/ 653012 h 914263"/>
                <a:gd name="connsiteX929" fmla="*/ 141719 w 1258521"/>
                <a:gd name="connsiteY929" fmla="*/ 653954 h 914263"/>
                <a:gd name="connsiteX930" fmla="*/ 141114 w 1258521"/>
                <a:gd name="connsiteY930" fmla="*/ 654896 h 914263"/>
                <a:gd name="connsiteX931" fmla="*/ 141114 w 1258521"/>
                <a:gd name="connsiteY931" fmla="*/ 655704 h 914263"/>
                <a:gd name="connsiteX932" fmla="*/ 141618 w 1258521"/>
                <a:gd name="connsiteY932" fmla="*/ 658092 h 914263"/>
                <a:gd name="connsiteX933" fmla="*/ 143301 w 1258521"/>
                <a:gd name="connsiteY933" fmla="*/ 658664 h 914263"/>
                <a:gd name="connsiteX934" fmla="*/ 145623 w 1258521"/>
                <a:gd name="connsiteY934" fmla="*/ 660178 h 914263"/>
                <a:gd name="connsiteX935" fmla="*/ 146196 w 1258521"/>
                <a:gd name="connsiteY935" fmla="*/ 660615 h 914263"/>
                <a:gd name="connsiteX936" fmla="*/ 147575 w 1258521"/>
                <a:gd name="connsiteY936" fmla="*/ 662364 h 914263"/>
                <a:gd name="connsiteX937" fmla="*/ 147946 w 1258521"/>
                <a:gd name="connsiteY937" fmla="*/ 664383 h 914263"/>
                <a:gd name="connsiteX938" fmla="*/ 148450 w 1258521"/>
                <a:gd name="connsiteY938" fmla="*/ 665964 h 914263"/>
                <a:gd name="connsiteX939" fmla="*/ 149325 w 1258521"/>
                <a:gd name="connsiteY939" fmla="*/ 667478 h 914263"/>
                <a:gd name="connsiteX940" fmla="*/ 150470 w 1258521"/>
                <a:gd name="connsiteY940" fmla="*/ 669160 h 914263"/>
                <a:gd name="connsiteX941" fmla="*/ 152422 w 1258521"/>
                <a:gd name="connsiteY941" fmla="*/ 672927 h 914263"/>
                <a:gd name="connsiteX942" fmla="*/ 154172 w 1258521"/>
                <a:gd name="connsiteY942" fmla="*/ 676459 h 914263"/>
                <a:gd name="connsiteX943" fmla="*/ 156561 w 1258521"/>
                <a:gd name="connsiteY943" fmla="*/ 679857 h 914263"/>
                <a:gd name="connsiteX944" fmla="*/ 157874 w 1258521"/>
                <a:gd name="connsiteY944" fmla="*/ 680664 h 914263"/>
                <a:gd name="connsiteX945" fmla="*/ 160768 w 1258521"/>
                <a:gd name="connsiteY945" fmla="*/ 682548 h 914263"/>
                <a:gd name="connsiteX946" fmla="*/ 161205 w 1258521"/>
                <a:gd name="connsiteY946" fmla="*/ 685071 h 914263"/>
                <a:gd name="connsiteX947" fmla="*/ 162080 w 1258521"/>
                <a:gd name="connsiteY947" fmla="*/ 687392 h 914263"/>
                <a:gd name="connsiteX948" fmla="*/ 163830 w 1258521"/>
                <a:gd name="connsiteY948" fmla="*/ 688200 h 914263"/>
                <a:gd name="connsiteX949" fmla="*/ 166960 w 1258521"/>
                <a:gd name="connsiteY949" fmla="*/ 690151 h 914263"/>
                <a:gd name="connsiteX950" fmla="*/ 168980 w 1258521"/>
                <a:gd name="connsiteY950" fmla="*/ 692169 h 914263"/>
                <a:gd name="connsiteX951" fmla="*/ 169484 w 1258521"/>
                <a:gd name="connsiteY951" fmla="*/ 692808 h 914263"/>
                <a:gd name="connsiteX952" fmla="*/ 173489 w 1258521"/>
                <a:gd name="connsiteY952" fmla="*/ 692808 h 914263"/>
                <a:gd name="connsiteX953" fmla="*/ 175138 w 1258521"/>
                <a:gd name="connsiteY953" fmla="*/ 692842 h 914263"/>
                <a:gd name="connsiteX954" fmla="*/ 177158 w 1258521"/>
                <a:gd name="connsiteY954" fmla="*/ 692842 h 914263"/>
                <a:gd name="connsiteX955" fmla="*/ 178908 w 1258521"/>
                <a:gd name="connsiteY955" fmla="*/ 693246 h 914263"/>
                <a:gd name="connsiteX956" fmla="*/ 182980 w 1258521"/>
                <a:gd name="connsiteY956" fmla="*/ 697148 h 914263"/>
                <a:gd name="connsiteX957" fmla="*/ 184326 w 1258521"/>
                <a:gd name="connsiteY957" fmla="*/ 699536 h 914263"/>
                <a:gd name="connsiteX958" fmla="*/ 186379 w 1258521"/>
                <a:gd name="connsiteY958" fmla="*/ 704448 h 914263"/>
                <a:gd name="connsiteX959" fmla="*/ 186379 w 1258521"/>
                <a:gd name="connsiteY959" fmla="*/ 706029 h 914263"/>
                <a:gd name="connsiteX960" fmla="*/ 186009 w 1258521"/>
                <a:gd name="connsiteY960" fmla="*/ 708215 h 914263"/>
                <a:gd name="connsiteX961" fmla="*/ 187389 w 1258521"/>
                <a:gd name="connsiteY961" fmla="*/ 710536 h 914263"/>
                <a:gd name="connsiteX962" fmla="*/ 189711 w 1258521"/>
                <a:gd name="connsiteY962" fmla="*/ 711344 h 914263"/>
                <a:gd name="connsiteX963" fmla="*/ 196004 w 1258521"/>
                <a:gd name="connsiteY963" fmla="*/ 710402 h 914263"/>
                <a:gd name="connsiteX964" fmla="*/ 197889 w 1258521"/>
                <a:gd name="connsiteY964" fmla="*/ 709325 h 914263"/>
                <a:gd name="connsiteX965" fmla="*/ 201153 w 1258521"/>
                <a:gd name="connsiteY965" fmla="*/ 708821 h 914263"/>
                <a:gd name="connsiteX966" fmla="*/ 206235 w 1258521"/>
                <a:gd name="connsiteY966" fmla="*/ 708888 h 914263"/>
                <a:gd name="connsiteX967" fmla="*/ 209634 w 1258521"/>
                <a:gd name="connsiteY967" fmla="*/ 710637 h 914263"/>
                <a:gd name="connsiteX968" fmla="*/ 212764 w 1258521"/>
                <a:gd name="connsiteY968" fmla="*/ 712958 h 914263"/>
                <a:gd name="connsiteX969" fmla="*/ 214952 w 1258521"/>
                <a:gd name="connsiteY969" fmla="*/ 715650 h 914263"/>
                <a:gd name="connsiteX970" fmla="*/ 215187 w 1258521"/>
                <a:gd name="connsiteY970" fmla="*/ 717601 h 914263"/>
                <a:gd name="connsiteX971" fmla="*/ 215120 w 1258521"/>
                <a:gd name="connsiteY971" fmla="*/ 720056 h 914263"/>
                <a:gd name="connsiteX972" fmla="*/ 214985 w 1258521"/>
                <a:gd name="connsiteY972" fmla="*/ 722007 h 914263"/>
                <a:gd name="connsiteX973" fmla="*/ 214346 w 1258521"/>
                <a:gd name="connsiteY973" fmla="*/ 725641 h 914263"/>
                <a:gd name="connsiteX974" fmla="*/ 215154 w 1258521"/>
                <a:gd name="connsiteY974" fmla="*/ 729980 h 914263"/>
                <a:gd name="connsiteX975" fmla="*/ 215961 w 1258521"/>
                <a:gd name="connsiteY975" fmla="*/ 729980 h 914263"/>
                <a:gd name="connsiteX976" fmla="*/ 218216 w 1258521"/>
                <a:gd name="connsiteY976" fmla="*/ 728096 h 914263"/>
                <a:gd name="connsiteX977" fmla="*/ 218519 w 1258521"/>
                <a:gd name="connsiteY977" fmla="*/ 726650 h 914263"/>
                <a:gd name="connsiteX978" fmla="*/ 219394 w 1258521"/>
                <a:gd name="connsiteY978" fmla="*/ 724833 h 914263"/>
                <a:gd name="connsiteX979" fmla="*/ 221414 w 1258521"/>
                <a:gd name="connsiteY979" fmla="*/ 723689 h 914263"/>
                <a:gd name="connsiteX980" fmla="*/ 227135 w 1258521"/>
                <a:gd name="connsiteY980" fmla="*/ 723118 h 914263"/>
                <a:gd name="connsiteX981" fmla="*/ 229457 w 1258521"/>
                <a:gd name="connsiteY981" fmla="*/ 723925 h 914263"/>
                <a:gd name="connsiteX982" fmla="*/ 231207 w 1258521"/>
                <a:gd name="connsiteY982" fmla="*/ 725170 h 914263"/>
                <a:gd name="connsiteX983" fmla="*/ 234471 w 1258521"/>
                <a:gd name="connsiteY983" fmla="*/ 729072 h 914263"/>
                <a:gd name="connsiteX984" fmla="*/ 235851 w 1258521"/>
                <a:gd name="connsiteY984" fmla="*/ 731326 h 914263"/>
                <a:gd name="connsiteX985" fmla="*/ 236491 w 1258521"/>
                <a:gd name="connsiteY985" fmla="*/ 733344 h 914263"/>
                <a:gd name="connsiteX986" fmla="*/ 237568 w 1258521"/>
                <a:gd name="connsiteY986" fmla="*/ 734286 h 914263"/>
                <a:gd name="connsiteX987" fmla="*/ 240597 w 1258521"/>
                <a:gd name="connsiteY987" fmla="*/ 732907 h 914263"/>
                <a:gd name="connsiteX988" fmla="*/ 242347 w 1258521"/>
                <a:gd name="connsiteY988" fmla="*/ 731460 h 914263"/>
                <a:gd name="connsiteX989" fmla="*/ 244803 w 1258521"/>
                <a:gd name="connsiteY989" fmla="*/ 730215 h 914263"/>
                <a:gd name="connsiteX990" fmla="*/ 248270 w 1258521"/>
                <a:gd name="connsiteY990" fmla="*/ 732301 h 914263"/>
                <a:gd name="connsiteX991" fmla="*/ 250020 w 1258521"/>
                <a:gd name="connsiteY991" fmla="*/ 733815 h 914263"/>
                <a:gd name="connsiteX992" fmla="*/ 251467 w 1258521"/>
                <a:gd name="connsiteY992" fmla="*/ 733613 h 914263"/>
                <a:gd name="connsiteX993" fmla="*/ 253991 w 1258521"/>
                <a:gd name="connsiteY993" fmla="*/ 731662 h 914263"/>
                <a:gd name="connsiteX994" fmla="*/ 254496 w 1258521"/>
                <a:gd name="connsiteY994" fmla="*/ 730855 h 914263"/>
                <a:gd name="connsiteX995" fmla="*/ 255809 w 1258521"/>
                <a:gd name="connsiteY995" fmla="*/ 730350 h 914263"/>
                <a:gd name="connsiteX996" fmla="*/ 259342 w 1258521"/>
                <a:gd name="connsiteY996" fmla="*/ 731662 h 914263"/>
                <a:gd name="connsiteX997" fmla="*/ 260285 w 1258521"/>
                <a:gd name="connsiteY997" fmla="*/ 732301 h 914263"/>
                <a:gd name="connsiteX998" fmla="*/ 262035 w 1258521"/>
                <a:gd name="connsiteY998" fmla="*/ 734757 h 914263"/>
                <a:gd name="connsiteX999" fmla="*/ 263616 w 1258521"/>
                <a:gd name="connsiteY999" fmla="*/ 736439 h 914263"/>
                <a:gd name="connsiteX1000" fmla="*/ 265366 w 1258521"/>
                <a:gd name="connsiteY1000" fmla="*/ 737313 h 914263"/>
                <a:gd name="connsiteX1001" fmla="*/ 267049 w 1258521"/>
                <a:gd name="connsiteY1001" fmla="*/ 736674 h 914263"/>
                <a:gd name="connsiteX1002" fmla="*/ 269237 w 1258521"/>
                <a:gd name="connsiteY1002" fmla="*/ 736372 h 914263"/>
                <a:gd name="connsiteX1003" fmla="*/ 272367 w 1258521"/>
                <a:gd name="connsiteY1003" fmla="*/ 735800 h 914263"/>
                <a:gd name="connsiteX1004" fmla="*/ 274117 w 1258521"/>
                <a:gd name="connsiteY1004" fmla="*/ 734858 h 914263"/>
                <a:gd name="connsiteX1005" fmla="*/ 275867 w 1258521"/>
                <a:gd name="connsiteY1005" fmla="*/ 732907 h 914263"/>
                <a:gd name="connsiteX1006" fmla="*/ 278391 w 1258521"/>
                <a:gd name="connsiteY1006" fmla="*/ 732604 h 914263"/>
                <a:gd name="connsiteX1007" fmla="*/ 282867 w 1258521"/>
                <a:gd name="connsiteY1007" fmla="*/ 737313 h 914263"/>
                <a:gd name="connsiteX1008" fmla="*/ 283742 w 1258521"/>
                <a:gd name="connsiteY1008" fmla="*/ 739063 h 914263"/>
                <a:gd name="connsiteX1009" fmla="*/ 284617 w 1258521"/>
                <a:gd name="connsiteY1009" fmla="*/ 743638 h 914263"/>
                <a:gd name="connsiteX1010" fmla="*/ 285425 w 1258521"/>
                <a:gd name="connsiteY1010" fmla="*/ 746968 h 914263"/>
                <a:gd name="connsiteX1011" fmla="*/ 286804 w 1258521"/>
                <a:gd name="connsiteY1011" fmla="*/ 749289 h 914263"/>
                <a:gd name="connsiteX1012" fmla="*/ 287679 w 1258521"/>
                <a:gd name="connsiteY1012" fmla="*/ 749726 h 914263"/>
                <a:gd name="connsiteX1013" fmla="*/ 289934 w 1258521"/>
                <a:gd name="connsiteY1013" fmla="*/ 749996 h 914263"/>
                <a:gd name="connsiteX1014" fmla="*/ 294646 w 1258521"/>
                <a:gd name="connsiteY1014" fmla="*/ 749626 h 914263"/>
                <a:gd name="connsiteX1015" fmla="*/ 297338 w 1258521"/>
                <a:gd name="connsiteY1015" fmla="*/ 749054 h 914263"/>
                <a:gd name="connsiteX1016" fmla="*/ 300670 w 1258521"/>
                <a:gd name="connsiteY1016" fmla="*/ 748044 h 914263"/>
                <a:gd name="connsiteX1017" fmla="*/ 305314 w 1258521"/>
                <a:gd name="connsiteY1017" fmla="*/ 748986 h 914263"/>
                <a:gd name="connsiteX1018" fmla="*/ 306896 w 1258521"/>
                <a:gd name="connsiteY1018" fmla="*/ 750870 h 914263"/>
                <a:gd name="connsiteX1019" fmla="*/ 308141 w 1258521"/>
                <a:gd name="connsiteY1019" fmla="*/ 755580 h 914263"/>
                <a:gd name="connsiteX1020" fmla="*/ 308882 w 1258521"/>
                <a:gd name="connsiteY1020" fmla="*/ 758271 h 914263"/>
                <a:gd name="connsiteX1021" fmla="*/ 309016 w 1258521"/>
                <a:gd name="connsiteY1021" fmla="*/ 760222 h 914263"/>
                <a:gd name="connsiteX1022" fmla="*/ 310464 w 1258521"/>
                <a:gd name="connsiteY1022" fmla="*/ 761736 h 914263"/>
                <a:gd name="connsiteX1023" fmla="*/ 313930 w 1258521"/>
                <a:gd name="connsiteY1023" fmla="*/ 761736 h 914263"/>
                <a:gd name="connsiteX1024" fmla="*/ 315310 w 1258521"/>
                <a:gd name="connsiteY1024" fmla="*/ 762240 h 914263"/>
                <a:gd name="connsiteX1025" fmla="*/ 316690 w 1258521"/>
                <a:gd name="connsiteY1025" fmla="*/ 765874 h 914263"/>
                <a:gd name="connsiteX1026" fmla="*/ 316993 w 1258521"/>
                <a:gd name="connsiteY1026" fmla="*/ 767017 h 914263"/>
                <a:gd name="connsiteX1027" fmla="*/ 319180 w 1258521"/>
                <a:gd name="connsiteY1027" fmla="*/ 767017 h 914263"/>
                <a:gd name="connsiteX1028" fmla="*/ 320324 w 1258521"/>
                <a:gd name="connsiteY1028" fmla="*/ 766143 h 914263"/>
                <a:gd name="connsiteX1029" fmla="*/ 323723 w 1258521"/>
                <a:gd name="connsiteY1029" fmla="*/ 764763 h 914263"/>
                <a:gd name="connsiteX1030" fmla="*/ 325372 w 1258521"/>
                <a:gd name="connsiteY1030" fmla="*/ 766008 h 914263"/>
                <a:gd name="connsiteX1031" fmla="*/ 325507 w 1258521"/>
                <a:gd name="connsiteY1031" fmla="*/ 767959 h 914263"/>
                <a:gd name="connsiteX1032" fmla="*/ 325574 w 1258521"/>
                <a:gd name="connsiteY1032" fmla="*/ 769204 h 914263"/>
                <a:gd name="connsiteX1033" fmla="*/ 325709 w 1258521"/>
                <a:gd name="connsiteY1033" fmla="*/ 771390 h 914263"/>
                <a:gd name="connsiteX1034" fmla="*/ 326786 w 1258521"/>
                <a:gd name="connsiteY1034" fmla="*/ 773342 h 914263"/>
                <a:gd name="connsiteX1035" fmla="*/ 328098 w 1258521"/>
                <a:gd name="connsiteY1035" fmla="*/ 773913 h 914263"/>
                <a:gd name="connsiteX1036" fmla="*/ 330791 w 1258521"/>
                <a:gd name="connsiteY1036" fmla="*/ 774351 h 914263"/>
                <a:gd name="connsiteX1037" fmla="*/ 332676 w 1258521"/>
                <a:gd name="connsiteY1037" fmla="*/ 775158 h 914263"/>
                <a:gd name="connsiteX1038" fmla="*/ 334560 w 1258521"/>
                <a:gd name="connsiteY1038" fmla="*/ 776302 h 914263"/>
                <a:gd name="connsiteX1039" fmla="*/ 336580 w 1258521"/>
                <a:gd name="connsiteY1039" fmla="*/ 774284 h 914263"/>
                <a:gd name="connsiteX1040" fmla="*/ 337892 w 1258521"/>
                <a:gd name="connsiteY1040" fmla="*/ 772332 h 914263"/>
                <a:gd name="connsiteX1041" fmla="*/ 338834 w 1258521"/>
                <a:gd name="connsiteY1041" fmla="*/ 770751 h 914263"/>
                <a:gd name="connsiteX1042" fmla="*/ 339709 w 1258521"/>
                <a:gd name="connsiteY1042" fmla="*/ 769002 h 914263"/>
                <a:gd name="connsiteX1043" fmla="*/ 341291 w 1258521"/>
                <a:gd name="connsiteY1043" fmla="*/ 767690 h 914263"/>
                <a:gd name="connsiteX1044" fmla="*/ 343041 w 1258521"/>
                <a:gd name="connsiteY1044" fmla="*/ 766984 h 914263"/>
                <a:gd name="connsiteX1045" fmla="*/ 344858 w 1258521"/>
                <a:gd name="connsiteY1045" fmla="*/ 765806 h 914263"/>
                <a:gd name="connsiteX1046" fmla="*/ 347046 w 1258521"/>
                <a:gd name="connsiteY1046" fmla="*/ 765604 h 914263"/>
                <a:gd name="connsiteX1047" fmla="*/ 349738 w 1258521"/>
                <a:gd name="connsiteY1047" fmla="*/ 765403 h 914263"/>
                <a:gd name="connsiteX1048" fmla="*/ 351623 w 1258521"/>
                <a:gd name="connsiteY1048" fmla="*/ 765100 h 914263"/>
                <a:gd name="connsiteX1049" fmla="*/ 353508 w 1258521"/>
                <a:gd name="connsiteY1049" fmla="*/ 765773 h 914263"/>
                <a:gd name="connsiteX1050" fmla="*/ 355965 w 1258521"/>
                <a:gd name="connsiteY1050" fmla="*/ 766210 h 914263"/>
                <a:gd name="connsiteX1051" fmla="*/ 358421 w 1258521"/>
                <a:gd name="connsiteY1051" fmla="*/ 767219 h 914263"/>
                <a:gd name="connsiteX1052" fmla="*/ 360945 w 1258521"/>
                <a:gd name="connsiteY1052" fmla="*/ 768598 h 914263"/>
                <a:gd name="connsiteX1053" fmla="*/ 362191 w 1258521"/>
                <a:gd name="connsiteY1053" fmla="*/ 769675 h 914263"/>
                <a:gd name="connsiteX1054" fmla="*/ 362628 w 1258521"/>
                <a:gd name="connsiteY1054" fmla="*/ 772803 h 914263"/>
                <a:gd name="connsiteX1055" fmla="*/ 362696 w 1258521"/>
                <a:gd name="connsiteY1055" fmla="*/ 775764 h 914263"/>
                <a:gd name="connsiteX1056" fmla="*/ 362628 w 1258521"/>
                <a:gd name="connsiteY1056" fmla="*/ 779397 h 914263"/>
                <a:gd name="connsiteX1057" fmla="*/ 362763 w 1258521"/>
                <a:gd name="connsiteY1057" fmla="*/ 781583 h 914263"/>
                <a:gd name="connsiteX1058" fmla="*/ 364008 w 1258521"/>
                <a:gd name="connsiteY1058" fmla="*/ 782323 h 914263"/>
                <a:gd name="connsiteX1059" fmla="*/ 365960 w 1258521"/>
                <a:gd name="connsiteY1059" fmla="*/ 781381 h 914263"/>
                <a:gd name="connsiteX1060" fmla="*/ 366969 w 1258521"/>
                <a:gd name="connsiteY1060" fmla="*/ 778488 h 914263"/>
                <a:gd name="connsiteX1061" fmla="*/ 367609 w 1258521"/>
                <a:gd name="connsiteY1061" fmla="*/ 777244 h 914263"/>
                <a:gd name="connsiteX1062" fmla="*/ 368854 w 1258521"/>
                <a:gd name="connsiteY1062" fmla="*/ 776605 h 914263"/>
                <a:gd name="connsiteX1063" fmla="*/ 370941 w 1258521"/>
                <a:gd name="connsiteY1063" fmla="*/ 776470 h 914263"/>
                <a:gd name="connsiteX1064" fmla="*/ 372523 w 1258521"/>
                <a:gd name="connsiteY1064" fmla="*/ 778219 h 914263"/>
                <a:gd name="connsiteX1065" fmla="*/ 376662 w 1258521"/>
                <a:gd name="connsiteY1065" fmla="*/ 780608 h 914263"/>
                <a:gd name="connsiteX1066" fmla="*/ 379186 w 1258521"/>
                <a:gd name="connsiteY1066" fmla="*/ 783063 h 914263"/>
                <a:gd name="connsiteX1067" fmla="*/ 381878 w 1258521"/>
                <a:gd name="connsiteY1067" fmla="*/ 785452 h 914263"/>
                <a:gd name="connsiteX1068" fmla="*/ 384133 w 1258521"/>
                <a:gd name="connsiteY1068" fmla="*/ 785452 h 914263"/>
                <a:gd name="connsiteX1069" fmla="*/ 386758 w 1258521"/>
                <a:gd name="connsiteY1069" fmla="*/ 784947 h 914263"/>
                <a:gd name="connsiteX1070" fmla="*/ 389653 w 1258521"/>
                <a:gd name="connsiteY1070" fmla="*/ 783568 h 914263"/>
                <a:gd name="connsiteX1071" fmla="*/ 391537 w 1258521"/>
                <a:gd name="connsiteY1071" fmla="*/ 781247 h 914263"/>
                <a:gd name="connsiteX1072" fmla="*/ 393624 w 1258521"/>
                <a:gd name="connsiteY1072" fmla="*/ 779800 h 914263"/>
                <a:gd name="connsiteX1073" fmla="*/ 399211 w 1258521"/>
                <a:gd name="connsiteY1073" fmla="*/ 778556 h 914263"/>
                <a:gd name="connsiteX1074" fmla="*/ 403283 w 1258521"/>
                <a:gd name="connsiteY1074" fmla="*/ 778556 h 914263"/>
                <a:gd name="connsiteX1075" fmla="*/ 406749 w 1258521"/>
                <a:gd name="connsiteY1075" fmla="*/ 778556 h 914263"/>
                <a:gd name="connsiteX1076" fmla="*/ 409576 w 1258521"/>
                <a:gd name="connsiteY1076" fmla="*/ 777446 h 914263"/>
                <a:gd name="connsiteX1077" fmla="*/ 410283 w 1258521"/>
                <a:gd name="connsiteY1077" fmla="*/ 776605 h 914263"/>
                <a:gd name="connsiteX1078" fmla="*/ 411730 w 1258521"/>
                <a:gd name="connsiteY1078" fmla="*/ 776605 h 914263"/>
                <a:gd name="connsiteX1079" fmla="*/ 414322 w 1258521"/>
                <a:gd name="connsiteY1079" fmla="*/ 775797 h 914263"/>
                <a:gd name="connsiteX1080" fmla="*/ 417149 w 1258521"/>
                <a:gd name="connsiteY1080" fmla="*/ 776369 h 914263"/>
                <a:gd name="connsiteX1081" fmla="*/ 418898 w 1258521"/>
                <a:gd name="connsiteY1081" fmla="*/ 776672 h 914263"/>
                <a:gd name="connsiteX1082" fmla="*/ 421423 w 1258521"/>
                <a:gd name="connsiteY1082" fmla="*/ 776234 h 914263"/>
                <a:gd name="connsiteX1083" fmla="*/ 422735 w 1258521"/>
                <a:gd name="connsiteY1083" fmla="*/ 774149 h 914263"/>
                <a:gd name="connsiteX1084" fmla="*/ 424115 w 1258521"/>
                <a:gd name="connsiteY1084" fmla="*/ 772904 h 914263"/>
                <a:gd name="connsiteX1085" fmla="*/ 425495 w 1258521"/>
                <a:gd name="connsiteY1085" fmla="*/ 772534 h 914263"/>
                <a:gd name="connsiteX1086" fmla="*/ 428255 w 1258521"/>
                <a:gd name="connsiteY1086" fmla="*/ 771155 h 914263"/>
                <a:gd name="connsiteX1087" fmla="*/ 430442 w 1258521"/>
                <a:gd name="connsiteY1087" fmla="*/ 770718 h 914263"/>
                <a:gd name="connsiteX1088" fmla="*/ 432024 w 1258521"/>
                <a:gd name="connsiteY1088" fmla="*/ 770079 h 914263"/>
                <a:gd name="connsiteX1089" fmla="*/ 433606 w 1258521"/>
                <a:gd name="connsiteY1089" fmla="*/ 770146 h 914263"/>
                <a:gd name="connsiteX1090" fmla="*/ 434985 w 1258521"/>
                <a:gd name="connsiteY1090" fmla="*/ 770650 h 914263"/>
                <a:gd name="connsiteX1091" fmla="*/ 437375 w 1258521"/>
                <a:gd name="connsiteY1091" fmla="*/ 772400 h 914263"/>
                <a:gd name="connsiteX1092" fmla="*/ 439327 w 1258521"/>
                <a:gd name="connsiteY1092" fmla="*/ 773409 h 914263"/>
                <a:gd name="connsiteX1093" fmla="*/ 440909 w 1258521"/>
                <a:gd name="connsiteY1093" fmla="*/ 775730 h 914263"/>
                <a:gd name="connsiteX1094" fmla="*/ 441918 w 1258521"/>
                <a:gd name="connsiteY1094" fmla="*/ 777176 h 914263"/>
                <a:gd name="connsiteX1095" fmla="*/ 443736 w 1258521"/>
                <a:gd name="connsiteY1095" fmla="*/ 778690 h 914263"/>
                <a:gd name="connsiteX1096" fmla="*/ 447067 w 1258521"/>
                <a:gd name="connsiteY1096" fmla="*/ 781516 h 914263"/>
                <a:gd name="connsiteX1097" fmla="*/ 448515 w 1258521"/>
                <a:gd name="connsiteY1097" fmla="*/ 782525 h 914263"/>
                <a:gd name="connsiteX1098" fmla="*/ 451342 w 1258521"/>
                <a:gd name="connsiteY1098" fmla="*/ 784476 h 914263"/>
                <a:gd name="connsiteX1099" fmla="*/ 453664 w 1258521"/>
                <a:gd name="connsiteY1099" fmla="*/ 786865 h 914263"/>
                <a:gd name="connsiteX1100" fmla="*/ 454673 w 1258521"/>
                <a:gd name="connsiteY1100" fmla="*/ 789892 h 914263"/>
                <a:gd name="connsiteX1101" fmla="*/ 457803 w 1258521"/>
                <a:gd name="connsiteY1101" fmla="*/ 795174 h 914263"/>
                <a:gd name="connsiteX1102" fmla="*/ 458880 w 1258521"/>
                <a:gd name="connsiteY1102" fmla="*/ 798134 h 914263"/>
                <a:gd name="connsiteX1103" fmla="*/ 460765 w 1258521"/>
                <a:gd name="connsiteY1103" fmla="*/ 801767 h 914263"/>
                <a:gd name="connsiteX1104" fmla="*/ 461270 w 1258521"/>
                <a:gd name="connsiteY1104" fmla="*/ 805097 h 914263"/>
                <a:gd name="connsiteX1105" fmla="*/ 462212 w 1258521"/>
                <a:gd name="connsiteY1105" fmla="*/ 809672 h 914263"/>
                <a:gd name="connsiteX1106" fmla="*/ 464164 w 1258521"/>
                <a:gd name="connsiteY1106" fmla="*/ 810110 h 914263"/>
                <a:gd name="connsiteX1107" fmla="*/ 466924 w 1258521"/>
                <a:gd name="connsiteY1107" fmla="*/ 810110 h 914263"/>
                <a:gd name="connsiteX1108" fmla="*/ 469178 w 1258521"/>
                <a:gd name="connsiteY1108" fmla="*/ 809403 h 914263"/>
                <a:gd name="connsiteX1109" fmla="*/ 470053 w 1258521"/>
                <a:gd name="connsiteY1109" fmla="*/ 810211 h 914263"/>
                <a:gd name="connsiteX1110" fmla="*/ 473082 w 1258521"/>
                <a:gd name="connsiteY1110" fmla="*/ 815694 h 914263"/>
                <a:gd name="connsiteX1111" fmla="*/ 473890 w 1258521"/>
                <a:gd name="connsiteY1111" fmla="*/ 817645 h 914263"/>
                <a:gd name="connsiteX1112" fmla="*/ 475135 w 1258521"/>
                <a:gd name="connsiteY1112" fmla="*/ 819596 h 914263"/>
                <a:gd name="connsiteX1113" fmla="*/ 475842 w 1258521"/>
                <a:gd name="connsiteY1113" fmla="*/ 820908 h 914263"/>
                <a:gd name="connsiteX1114" fmla="*/ 476852 w 1258521"/>
                <a:gd name="connsiteY1114" fmla="*/ 820908 h 914263"/>
                <a:gd name="connsiteX1115" fmla="*/ 478938 w 1258521"/>
                <a:gd name="connsiteY1115" fmla="*/ 820471 h 914263"/>
                <a:gd name="connsiteX1116" fmla="*/ 480453 w 1258521"/>
                <a:gd name="connsiteY1116" fmla="*/ 820403 h 914263"/>
                <a:gd name="connsiteX1117" fmla="*/ 482977 w 1258521"/>
                <a:gd name="connsiteY1117" fmla="*/ 820908 h 914263"/>
                <a:gd name="connsiteX1118" fmla="*/ 485366 w 1258521"/>
                <a:gd name="connsiteY1118" fmla="*/ 821547 h 914263"/>
                <a:gd name="connsiteX1119" fmla="*/ 486814 w 1258521"/>
                <a:gd name="connsiteY1119" fmla="*/ 822119 h 914263"/>
                <a:gd name="connsiteX1120" fmla="*/ 488564 w 1258521"/>
                <a:gd name="connsiteY1120" fmla="*/ 822926 h 914263"/>
                <a:gd name="connsiteX1121" fmla="*/ 490886 w 1258521"/>
                <a:gd name="connsiteY1121" fmla="*/ 823666 h 914263"/>
                <a:gd name="connsiteX1122" fmla="*/ 492400 w 1258521"/>
                <a:gd name="connsiteY1122" fmla="*/ 823666 h 914263"/>
                <a:gd name="connsiteX1123" fmla="*/ 493780 w 1258521"/>
                <a:gd name="connsiteY1123" fmla="*/ 824743 h 914263"/>
                <a:gd name="connsiteX1124" fmla="*/ 495530 w 1258521"/>
                <a:gd name="connsiteY1124" fmla="*/ 826761 h 914263"/>
                <a:gd name="connsiteX1125" fmla="*/ 496169 w 1258521"/>
                <a:gd name="connsiteY1125" fmla="*/ 828948 h 914263"/>
                <a:gd name="connsiteX1126" fmla="*/ 497415 w 1258521"/>
                <a:gd name="connsiteY1126" fmla="*/ 831774 h 914263"/>
                <a:gd name="connsiteX1127" fmla="*/ 498492 w 1258521"/>
                <a:gd name="connsiteY1127" fmla="*/ 833590 h 914263"/>
                <a:gd name="connsiteX1128" fmla="*/ 500948 w 1258521"/>
                <a:gd name="connsiteY1128" fmla="*/ 836550 h 914263"/>
                <a:gd name="connsiteX1129" fmla="*/ 502194 w 1258521"/>
                <a:gd name="connsiteY1129" fmla="*/ 838501 h 914263"/>
                <a:gd name="connsiteX1130" fmla="*/ 502194 w 1258521"/>
                <a:gd name="connsiteY1130" fmla="*/ 842908 h 914263"/>
                <a:gd name="connsiteX1131" fmla="*/ 502631 w 1258521"/>
                <a:gd name="connsiteY1131" fmla="*/ 847248 h 914263"/>
                <a:gd name="connsiteX1132" fmla="*/ 502059 w 1258521"/>
                <a:gd name="connsiteY1132" fmla="*/ 848560 h 914263"/>
                <a:gd name="connsiteX1133" fmla="*/ 501756 w 1258521"/>
                <a:gd name="connsiteY1133" fmla="*/ 851688 h 914263"/>
                <a:gd name="connsiteX1134" fmla="*/ 499434 w 1258521"/>
                <a:gd name="connsiteY1134" fmla="*/ 852698 h 914263"/>
                <a:gd name="connsiteX1135" fmla="*/ 497549 w 1258521"/>
                <a:gd name="connsiteY1135" fmla="*/ 853269 h 914263"/>
                <a:gd name="connsiteX1136" fmla="*/ 496876 w 1258521"/>
                <a:gd name="connsiteY1136" fmla="*/ 855086 h 914263"/>
                <a:gd name="connsiteX1137" fmla="*/ 496035 w 1258521"/>
                <a:gd name="connsiteY1137" fmla="*/ 857037 h 914263"/>
                <a:gd name="connsiteX1138" fmla="*/ 496035 w 1258521"/>
                <a:gd name="connsiteY1138" fmla="*/ 859123 h 914263"/>
                <a:gd name="connsiteX1139" fmla="*/ 496775 w 1258521"/>
                <a:gd name="connsiteY1139" fmla="*/ 860435 h 914263"/>
                <a:gd name="connsiteX1140" fmla="*/ 498525 w 1258521"/>
                <a:gd name="connsiteY1140" fmla="*/ 863563 h 914263"/>
                <a:gd name="connsiteX1141" fmla="*/ 499165 w 1258521"/>
                <a:gd name="connsiteY1141" fmla="*/ 864572 h 914263"/>
                <a:gd name="connsiteX1142" fmla="*/ 499535 w 1258521"/>
                <a:gd name="connsiteY1142" fmla="*/ 867028 h 914263"/>
                <a:gd name="connsiteX1143" fmla="*/ 500410 w 1258521"/>
                <a:gd name="connsiteY1143" fmla="*/ 869046 h 914263"/>
                <a:gd name="connsiteX1144" fmla="*/ 501790 w 1258521"/>
                <a:gd name="connsiteY1144" fmla="*/ 872377 h 914263"/>
                <a:gd name="connsiteX1145" fmla="*/ 502093 w 1258521"/>
                <a:gd name="connsiteY1145" fmla="*/ 873890 h 914263"/>
                <a:gd name="connsiteX1146" fmla="*/ 502665 w 1258521"/>
                <a:gd name="connsiteY1146" fmla="*/ 876918 h 914263"/>
                <a:gd name="connsiteX1147" fmla="*/ 504415 w 1258521"/>
                <a:gd name="connsiteY1147" fmla="*/ 879306 h 914263"/>
                <a:gd name="connsiteX1148" fmla="*/ 505559 w 1258521"/>
                <a:gd name="connsiteY1148" fmla="*/ 880114 h 914263"/>
                <a:gd name="connsiteX1149" fmla="*/ 508319 w 1258521"/>
                <a:gd name="connsiteY1149" fmla="*/ 882065 h 914263"/>
                <a:gd name="connsiteX1150" fmla="*/ 510641 w 1258521"/>
                <a:gd name="connsiteY1150" fmla="*/ 882570 h 914263"/>
                <a:gd name="connsiteX1151" fmla="*/ 512593 w 1258521"/>
                <a:gd name="connsiteY1151" fmla="*/ 882570 h 914263"/>
                <a:gd name="connsiteX1152" fmla="*/ 514107 w 1258521"/>
                <a:gd name="connsiteY1152" fmla="*/ 882570 h 914263"/>
                <a:gd name="connsiteX1153" fmla="*/ 516564 w 1258521"/>
                <a:gd name="connsiteY1153" fmla="*/ 881258 h 914263"/>
                <a:gd name="connsiteX1154" fmla="*/ 517204 w 1258521"/>
                <a:gd name="connsiteY1154" fmla="*/ 880686 h 914263"/>
                <a:gd name="connsiteX1155" fmla="*/ 518146 w 1258521"/>
                <a:gd name="connsiteY1155" fmla="*/ 879878 h 914263"/>
                <a:gd name="connsiteX1156" fmla="*/ 518954 w 1258521"/>
                <a:gd name="connsiteY1156" fmla="*/ 879441 h 914263"/>
                <a:gd name="connsiteX1157" fmla="*/ 519896 w 1258521"/>
                <a:gd name="connsiteY1157" fmla="*/ 879508 h 914263"/>
                <a:gd name="connsiteX1158" fmla="*/ 521814 w 1258521"/>
                <a:gd name="connsiteY1158" fmla="*/ 879744 h 914263"/>
                <a:gd name="connsiteX1159" fmla="*/ 522151 w 1258521"/>
                <a:gd name="connsiteY1159" fmla="*/ 880988 h 914263"/>
                <a:gd name="connsiteX1160" fmla="*/ 522151 w 1258521"/>
                <a:gd name="connsiteY1160" fmla="*/ 881729 h 914263"/>
                <a:gd name="connsiteX1161" fmla="*/ 523901 w 1258521"/>
                <a:gd name="connsiteY1161" fmla="*/ 883545 h 914263"/>
                <a:gd name="connsiteX1162" fmla="*/ 523901 w 1258521"/>
                <a:gd name="connsiteY1162" fmla="*/ 883478 h 914263"/>
                <a:gd name="connsiteX1163" fmla="*/ 524776 w 1258521"/>
                <a:gd name="connsiteY1163" fmla="*/ 885361 h 914263"/>
                <a:gd name="connsiteX1164" fmla="*/ 526290 w 1258521"/>
                <a:gd name="connsiteY1164" fmla="*/ 885933 h 914263"/>
                <a:gd name="connsiteX1165" fmla="*/ 528478 w 1258521"/>
                <a:gd name="connsiteY1165" fmla="*/ 887380 h 914263"/>
                <a:gd name="connsiteX1166" fmla="*/ 529488 w 1258521"/>
                <a:gd name="connsiteY1166" fmla="*/ 888961 h 914263"/>
                <a:gd name="connsiteX1167" fmla="*/ 530295 w 1258521"/>
                <a:gd name="connsiteY1167" fmla="*/ 891551 h 914263"/>
                <a:gd name="connsiteX1168" fmla="*/ 530295 w 1258521"/>
                <a:gd name="connsiteY1168" fmla="*/ 892998 h 914263"/>
                <a:gd name="connsiteX1169" fmla="*/ 530935 w 1258521"/>
                <a:gd name="connsiteY1169" fmla="*/ 894142 h 914263"/>
                <a:gd name="connsiteX1170" fmla="*/ 531877 w 1258521"/>
                <a:gd name="connsiteY1170" fmla="*/ 894848 h 914263"/>
                <a:gd name="connsiteX1171" fmla="*/ 533762 w 1258521"/>
                <a:gd name="connsiteY1171" fmla="*/ 894848 h 914263"/>
                <a:gd name="connsiteX1172" fmla="*/ 535209 w 1258521"/>
                <a:gd name="connsiteY1172" fmla="*/ 893704 h 914263"/>
                <a:gd name="connsiteX1173" fmla="*/ 536017 w 1258521"/>
                <a:gd name="connsiteY1173" fmla="*/ 892190 h 914263"/>
                <a:gd name="connsiteX1174" fmla="*/ 536891 w 1258521"/>
                <a:gd name="connsiteY1174" fmla="*/ 891248 h 914263"/>
                <a:gd name="connsiteX1175" fmla="*/ 538709 w 1258521"/>
                <a:gd name="connsiteY1175" fmla="*/ 891248 h 914263"/>
                <a:gd name="connsiteX1176" fmla="*/ 540526 w 1258521"/>
                <a:gd name="connsiteY1176" fmla="*/ 890946 h 914263"/>
                <a:gd name="connsiteX1177" fmla="*/ 541771 w 1258521"/>
                <a:gd name="connsiteY1177" fmla="*/ 891013 h 914263"/>
                <a:gd name="connsiteX1178" fmla="*/ 542916 w 1258521"/>
                <a:gd name="connsiteY1178" fmla="*/ 892022 h 914263"/>
                <a:gd name="connsiteX1179" fmla="*/ 544733 w 1258521"/>
                <a:gd name="connsiteY1179" fmla="*/ 892157 h 914263"/>
                <a:gd name="connsiteX1180" fmla="*/ 546416 w 1258521"/>
                <a:gd name="connsiteY1180" fmla="*/ 890206 h 914263"/>
                <a:gd name="connsiteX1181" fmla="*/ 547560 w 1258521"/>
                <a:gd name="connsiteY1181" fmla="*/ 890273 h 914263"/>
                <a:gd name="connsiteX1182" fmla="*/ 551329 w 1258521"/>
                <a:gd name="connsiteY1182" fmla="*/ 892157 h 914263"/>
                <a:gd name="connsiteX1183" fmla="*/ 553719 w 1258521"/>
                <a:gd name="connsiteY1183" fmla="*/ 893973 h 914263"/>
                <a:gd name="connsiteX1184" fmla="*/ 555974 w 1258521"/>
                <a:gd name="connsiteY1184" fmla="*/ 896429 h 914263"/>
                <a:gd name="connsiteX1185" fmla="*/ 561998 w 1258521"/>
                <a:gd name="connsiteY1185" fmla="*/ 899456 h 914263"/>
                <a:gd name="connsiteX1186" fmla="*/ 565262 w 1258521"/>
                <a:gd name="connsiteY1186" fmla="*/ 901038 h 914263"/>
                <a:gd name="connsiteX1187" fmla="*/ 566205 w 1258521"/>
                <a:gd name="connsiteY1187" fmla="*/ 902551 h 914263"/>
                <a:gd name="connsiteX1188" fmla="*/ 565700 w 1258521"/>
                <a:gd name="connsiteY1188" fmla="*/ 906454 h 914263"/>
                <a:gd name="connsiteX1189" fmla="*/ 565700 w 1258521"/>
                <a:gd name="connsiteY1189" fmla="*/ 907698 h 914263"/>
                <a:gd name="connsiteX1190" fmla="*/ 566205 w 1258521"/>
                <a:gd name="connsiteY1190" fmla="*/ 909010 h 914263"/>
                <a:gd name="connsiteX1191" fmla="*/ 567450 w 1258521"/>
                <a:gd name="connsiteY1191" fmla="*/ 910591 h 914263"/>
                <a:gd name="connsiteX1192" fmla="*/ 569503 w 1258521"/>
                <a:gd name="connsiteY1192" fmla="*/ 913417 h 914263"/>
                <a:gd name="connsiteX1193" fmla="*/ 571118 w 1258521"/>
                <a:gd name="connsiteY1193" fmla="*/ 913787 h 914263"/>
                <a:gd name="connsiteX1194" fmla="*/ 573508 w 1258521"/>
                <a:gd name="connsiteY1194" fmla="*/ 913787 h 914263"/>
                <a:gd name="connsiteX1195" fmla="*/ 578455 w 1258521"/>
                <a:gd name="connsiteY1195" fmla="*/ 914224 h 914263"/>
                <a:gd name="connsiteX1196" fmla="*/ 579263 w 1258521"/>
                <a:gd name="connsiteY1196" fmla="*/ 912710 h 914263"/>
                <a:gd name="connsiteX1197" fmla="*/ 579263 w 1258521"/>
                <a:gd name="connsiteY1197" fmla="*/ 910322 h 914263"/>
                <a:gd name="connsiteX1198" fmla="*/ 578993 w 1258521"/>
                <a:gd name="connsiteY1198" fmla="*/ 907295 h 914263"/>
                <a:gd name="connsiteX1199" fmla="*/ 578219 w 1258521"/>
                <a:gd name="connsiteY1199" fmla="*/ 905007 h 914263"/>
                <a:gd name="connsiteX1200" fmla="*/ 577614 w 1258521"/>
                <a:gd name="connsiteY1200" fmla="*/ 903762 h 914263"/>
                <a:gd name="connsiteX1201" fmla="*/ 577008 w 1258521"/>
                <a:gd name="connsiteY1201" fmla="*/ 901576 h 914263"/>
                <a:gd name="connsiteX1202" fmla="*/ 576200 w 1258521"/>
                <a:gd name="connsiteY1202" fmla="*/ 899086 h 914263"/>
                <a:gd name="connsiteX1203" fmla="*/ 575157 w 1258521"/>
                <a:gd name="connsiteY1203" fmla="*/ 897438 h 914263"/>
                <a:gd name="connsiteX1204" fmla="*/ 573205 w 1258521"/>
                <a:gd name="connsiteY1204" fmla="*/ 894242 h 914263"/>
                <a:gd name="connsiteX1205" fmla="*/ 571791 w 1258521"/>
                <a:gd name="connsiteY1205" fmla="*/ 892190 h 914263"/>
                <a:gd name="connsiteX1206" fmla="*/ 570479 w 1258521"/>
                <a:gd name="connsiteY1206" fmla="*/ 890710 h 914263"/>
                <a:gd name="connsiteX1207" fmla="*/ 569133 w 1258521"/>
                <a:gd name="connsiteY1207" fmla="*/ 888927 h 914263"/>
                <a:gd name="connsiteX1208" fmla="*/ 567988 w 1258521"/>
                <a:gd name="connsiteY1208" fmla="*/ 885664 h 914263"/>
                <a:gd name="connsiteX1209" fmla="*/ 568089 w 1258521"/>
                <a:gd name="connsiteY1209" fmla="*/ 884520 h 914263"/>
                <a:gd name="connsiteX1210" fmla="*/ 569570 w 1258521"/>
                <a:gd name="connsiteY1210" fmla="*/ 881796 h 914263"/>
                <a:gd name="connsiteX1211" fmla="*/ 571488 w 1258521"/>
                <a:gd name="connsiteY1211" fmla="*/ 879845 h 914263"/>
                <a:gd name="connsiteX1212" fmla="*/ 574046 w 1258521"/>
                <a:gd name="connsiteY1212" fmla="*/ 877187 h 914263"/>
                <a:gd name="connsiteX1213" fmla="*/ 576368 w 1258521"/>
                <a:gd name="connsiteY1213" fmla="*/ 875505 h 914263"/>
                <a:gd name="connsiteX1214" fmla="*/ 579633 w 1258521"/>
                <a:gd name="connsiteY1214" fmla="*/ 874597 h 914263"/>
                <a:gd name="connsiteX1215" fmla="*/ 581417 w 1258521"/>
                <a:gd name="connsiteY1215" fmla="*/ 874429 h 914263"/>
                <a:gd name="connsiteX1216" fmla="*/ 583200 w 1258521"/>
                <a:gd name="connsiteY1216" fmla="*/ 874698 h 914263"/>
                <a:gd name="connsiteX1217" fmla="*/ 586397 w 1258521"/>
                <a:gd name="connsiteY1217" fmla="*/ 876615 h 914263"/>
                <a:gd name="connsiteX1218" fmla="*/ 587878 w 1258521"/>
                <a:gd name="connsiteY1218" fmla="*/ 878196 h 914263"/>
                <a:gd name="connsiteX1219" fmla="*/ 590638 w 1258521"/>
                <a:gd name="connsiteY1219" fmla="*/ 881190 h 914263"/>
                <a:gd name="connsiteX1220" fmla="*/ 595518 w 1258521"/>
                <a:gd name="connsiteY1220" fmla="*/ 885361 h 914263"/>
                <a:gd name="connsiteX1221" fmla="*/ 597470 w 1258521"/>
                <a:gd name="connsiteY1221" fmla="*/ 888524 h 914263"/>
                <a:gd name="connsiteX1222" fmla="*/ 600027 w 1258521"/>
                <a:gd name="connsiteY1222" fmla="*/ 893301 h 914263"/>
                <a:gd name="connsiteX1223" fmla="*/ 603292 w 1258521"/>
                <a:gd name="connsiteY1223" fmla="*/ 896025 h 914263"/>
                <a:gd name="connsiteX1224" fmla="*/ 608307 w 1258521"/>
                <a:gd name="connsiteY1224" fmla="*/ 896732 h 914263"/>
                <a:gd name="connsiteX1225" fmla="*/ 610057 w 1258521"/>
                <a:gd name="connsiteY1225" fmla="*/ 897976 h 914263"/>
                <a:gd name="connsiteX1226" fmla="*/ 612783 w 1258521"/>
                <a:gd name="connsiteY1226" fmla="*/ 898347 h 914263"/>
                <a:gd name="connsiteX1227" fmla="*/ 615711 w 1258521"/>
                <a:gd name="connsiteY1227" fmla="*/ 900970 h 914263"/>
                <a:gd name="connsiteX1228" fmla="*/ 618167 w 1258521"/>
                <a:gd name="connsiteY1228" fmla="*/ 902551 h 914263"/>
                <a:gd name="connsiteX1229" fmla="*/ 620490 w 1258521"/>
                <a:gd name="connsiteY1229" fmla="*/ 904502 h 914263"/>
                <a:gd name="connsiteX1230" fmla="*/ 622778 w 1258521"/>
                <a:gd name="connsiteY1230" fmla="*/ 905579 h 914263"/>
                <a:gd name="connsiteX1231" fmla="*/ 627490 w 1258521"/>
                <a:gd name="connsiteY1231" fmla="*/ 907328 h 914263"/>
                <a:gd name="connsiteX1232" fmla="*/ 630384 w 1258521"/>
                <a:gd name="connsiteY1232" fmla="*/ 905108 h 914263"/>
                <a:gd name="connsiteX1233" fmla="*/ 632168 w 1258521"/>
                <a:gd name="connsiteY1233" fmla="*/ 902518 h 914263"/>
                <a:gd name="connsiteX1234" fmla="*/ 630249 w 1258521"/>
                <a:gd name="connsiteY1234" fmla="*/ 898178 h 914263"/>
                <a:gd name="connsiteX1235" fmla="*/ 626917 w 1258521"/>
                <a:gd name="connsiteY1235" fmla="*/ 895252 h 914263"/>
                <a:gd name="connsiteX1236" fmla="*/ 623788 w 1258521"/>
                <a:gd name="connsiteY1236" fmla="*/ 892493 h 914263"/>
                <a:gd name="connsiteX1237" fmla="*/ 623586 w 1258521"/>
                <a:gd name="connsiteY1237" fmla="*/ 889600 h 914263"/>
                <a:gd name="connsiteX1238" fmla="*/ 624158 w 1258521"/>
                <a:gd name="connsiteY1238" fmla="*/ 887144 h 914263"/>
                <a:gd name="connsiteX1239" fmla="*/ 627624 w 1258521"/>
                <a:gd name="connsiteY1239" fmla="*/ 883881 h 914263"/>
                <a:gd name="connsiteX1240" fmla="*/ 628264 w 1258521"/>
                <a:gd name="connsiteY1240" fmla="*/ 882199 h 914263"/>
                <a:gd name="connsiteX1241" fmla="*/ 627523 w 1258521"/>
                <a:gd name="connsiteY1241" fmla="*/ 878735 h 914263"/>
                <a:gd name="connsiteX1242" fmla="*/ 624999 w 1258521"/>
                <a:gd name="connsiteY1242" fmla="*/ 875404 h 914263"/>
                <a:gd name="connsiteX1243" fmla="*/ 624696 w 1258521"/>
                <a:gd name="connsiteY1243" fmla="*/ 872713 h 914263"/>
                <a:gd name="connsiteX1244" fmla="*/ 628163 w 1258521"/>
                <a:gd name="connsiteY1244" fmla="*/ 868508 h 914263"/>
                <a:gd name="connsiteX1245" fmla="*/ 629240 w 1258521"/>
                <a:gd name="connsiteY1245" fmla="*/ 865918 h 914263"/>
                <a:gd name="connsiteX1246" fmla="*/ 633581 w 1258521"/>
                <a:gd name="connsiteY1246" fmla="*/ 867364 h 914263"/>
                <a:gd name="connsiteX1247" fmla="*/ 637990 w 1258521"/>
                <a:gd name="connsiteY1247" fmla="*/ 869046 h 914263"/>
                <a:gd name="connsiteX1248" fmla="*/ 641894 w 1258521"/>
                <a:gd name="connsiteY1248" fmla="*/ 870493 h 914263"/>
                <a:gd name="connsiteX1249" fmla="*/ 645798 w 1258521"/>
                <a:gd name="connsiteY1249" fmla="*/ 869753 h 914263"/>
                <a:gd name="connsiteX1250" fmla="*/ 646875 w 1258521"/>
                <a:gd name="connsiteY1250" fmla="*/ 867499 h 914263"/>
                <a:gd name="connsiteX1251" fmla="*/ 648759 w 1258521"/>
                <a:gd name="connsiteY1251" fmla="*/ 865245 h 914263"/>
                <a:gd name="connsiteX1252" fmla="*/ 650005 w 1258521"/>
                <a:gd name="connsiteY1252" fmla="*/ 864169 h 914263"/>
                <a:gd name="connsiteX1253" fmla="*/ 652899 w 1258521"/>
                <a:gd name="connsiteY1253" fmla="*/ 864370 h 914263"/>
                <a:gd name="connsiteX1254" fmla="*/ 654043 w 1258521"/>
                <a:gd name="connsiteY1254" fmla="*/ 865447 h 914263"/>
                <a:gd name="connsiteX1255" fmla="*/ 657947 w 1258521"/>
                <a:gd name="connsiteY1255" fmla="*/ 867331 h 914263"/>
                <a:gd name="connsiteX1256" fmla="*/ 660202 w 1258521"/>
                <a:gd name="connsiteY1256" fmla="*/ 869719 h 914263"/>
                <a:gd name="connsiteX1257" fmla="*/ 664039 w 1258521"/>
                <a:gd name="connsiteY1257" fmla="*/ 871300 h 914263"/>
                <a:gd name="connsiteX1258" fmla="*/ 670500 w 1258521"/>
                <a:gd name="connsiteY1258" fmla="*/ 871065 h 914263"/>
                <a:gd name="connsiteX1259" fmla="*/ 670870 w 1258521"/>
                <a:gd name="connsiteY1259" fmla="*/ 868979 h 914263"/>
                <a:gd name="connsiteX1260" fmla="*/ 670366 w 1258521"/>
                <a:gd name="connsiteY1260" fmla="*/ 865144 h 914263"/>
                <a:gd name="connsiteX1261" fmla="*/ 672015 w 1258521"/>
                <a:gd name="connsiteY1261" fmla="*/ 863395 h 914263"/>
                <a:gd name="connsiteX1262" fmla="*/ 673260 w 1258521"/>
                <a:gd name="connsiteY1262" fmla="*/ 863260 h 914263"/>
                <a:gd name="connsiteX1263" fmla="*/ 675515 w 1258521"/>
                <a:gd name="connsiteY1263" fmla="*/ 865447 h 914263"/>
                <a:gd name="connsiteX1264" fmla="*/ 676760 w 1258521"/>
                <a:gd name="connsiteY1264" fmla="*/ 866019 h 914263"/>
                <a:gd name="connsiteX1265" fmla="*/ 679520 w 1258521"/>
                <a:gd name="connsiteY1265" fmla="*/ 862621 h 914263"/>
                <a:gd name="connsiteX1266" fmla="*/ 680327 w 1258521"/>
                <a:gd name="connsiteY1266" fmla="*/ 859493 h 914263"/>
                <a:gd name="connsiteX1267" fmla="*/ 680327 w 1258521"/>
                <a:gd name="connsiteY1267" fmla="*/ 855590 h 914263"/>
                <a:gd name="connsiteX1268" fmla="*/ 681202 w 1258521"/>
                <a:gd name="connsiteY1268" fmla="*/ 853572 h 914263"/>
                <a:gd name="connsiteX1269" fmla="*/ 682784 w 1258521"/>
                <a:gd name="connsiteY1269" fmla="*/ 850107 h 914263"/>
                <a:gd name="connsiteX1270" fmla="*/ 684803 w 1258521"/>
                <a:gd name="connsiteY1270" fmla="*/ 848089 h 914263"/>
                <a:gd name="connsiteX1271" fmla="*/ 688270 w 1258521"/>
                <a:gd name="connsiteY1271" fmla="*/ 845196 h 914263"/>
                <a:gd name="connsiteX1272" fmla="*/ 691736 w 1258521"/>
                <a:gd name="connsiteY1272" fmla="*/ 842437 h 914263"/>
                <a:gd name="connsiteX1273" fmla="*/ 693486 w 1258521"/>
                <a:gd name="connsiteY1273" fmla="*/ 841428 h 914263"/>
                <a:gd name="connsiteX1274" fmla="*/ 694294 w 1258521"/>
                <a:gd name="connsiteY1274" fmla="*/ 838670 h 914263"/>
                <a:gd name="connsiteX1275" fmla="*/ 692779 w 1258521"/>
                <a:gd name="connsiteY1275" fmla="*/ 836281 h 914263"/>
                <a:gd name="connsiteX1276" fmla="*/ 692712 w 1258521"/>
                <a:gd name="connsiteY1276" fmla="*/ 835474 h 914263"/>
                <a:gd name="connsiteX1277" fmla="*/ 693856 w 1258521"/>
                <a:gd name="connsiteY1277" fmla="*/ 834330 h 914263"/>
                <a:gd name="connsiteX1278" fmla="*/ 694294 w 1258521"/>
                <a:gd name="connsiteY1278" fmla="*/ 833691 h 914263"/>
                <a:gd name="connsiteX1279" fmla="*/ 693991 w 1258521"/>
                <a:gd name="connsiteY1279" fmla="*/ 831370 h 914263"/>
                <a:gd name="connsiteX1280" fmla="*/ 691299 w 1258521"/>
                <a:gd name="connsiteY1280" fmla="*/ 828241 h 914263"/>
                <a:gd name="connsiteX1281" fmla="*/ 690289 w 1258521"/>
                <a:gd name="connsiteY1281" fmla="*/ 826997 h 914263"/>
                <a:gd name="connsiteX1282" fmla="*/ 689919 w 1258521"/>
                <a:gd name="connsiteY1282" fmla="*/ 823734 h 914263"/>
                <a:gd name="connsiteX1283" fmla="*/ 691232 w 1258521"/>
                <a:gd name="connsiteY1283" fmla="*/ 821850 h 914263"/>
                <a:gd name="connsiteX1284" fmla="*/ 693251 w 1258521"/>
                <a:gd name="connsiteY1284" fmla="*/ 819024 h 914263"/>
                <a:gd name="connsiteX1285" fmla="*/ 696381 w 1258521"/>
                <a:gd name="connsiteY1285" fmla="*/ 816770 h 914263"/>
                <a:gd name="connsiteX1286" fmla="*/ 698905 w 1258521"/>
                <a:gd name="connsiteY1286" fmla="*/ 815761 h 914263"/>
                <a:gd name="connsiteX1287" fmla="*/ 704323 w 1258521"/>
                <a:gd name="connsiteY1287" fmla="*/ 816770 h 914263"/>
                <a:gd name="connsiteX1288" fmla="*/ 706140 w 1258521"/>
                <a:gd name="connsiteY1288" fmla="*/ 817948 h 914263"/>
                <a:gd name="connsiteX1289" fmla="*/ 709842 w 1258521"/>
                <a:gd name="connsiteY1289" fmla="*/ 820538 h 914263"/>
                <a:gd name="connsiteX1290" fmla="*/ 712669 w 1258521"/>
                <a:gd name="connsiteY1290" fmla="*/ 822052 h 914263"/>
                <a:gd name="connsiteX1291" fmla="*/ 716371 w 1258521"/>
                <a:gd name="connsiteY1291" fmla="*/ 823935 h 914263"/>
                <a:gd name="connsiteX1292" fmla="*/ 720208 w 1258521"/>
                <a:gd name="connsiteY1292" fmla="*/ 824003 h 914263"/>
                <a:gd name="connsiteX1293" fmla="*/ 724785 w 1258521"/>
                <a:gd name="connsiteY1293" fmla="*/ 823498 h 914263"/>
                <a:gd name="connsiteX1294" fmla="*/ 728319 w 1258521"/>
                <a:gd name="connsiteY1294" fmla="*/ 821985 h 914263"/>
                <a:gd name="connsiteX1295" fmla="*/ 732021 w 1258521"/>
                <a:gd name="connsiteY1295" fmla="*/ 820942 h 914263"/>
                <a:gd name="connsiteX1296" fmla="*/ 727881 w 1258521"/>
                <a:gd name="connsiteY1296" fmla="*/ 816165 h 914263"/>
                <a:gd name="connsiteX1297" fmla="*/ 722766 w 1258521"/>
                <a:gd name="connsiteY1297" fmla="*/ 811724 h 914263"/>
                <a:gd name="connsiteX1298" fmla="*/ 718088 w 1258521"/>
                <a:gd name="connsiteY1298" fmla="*/ 806611 h 914263"/>
                <a:gd name="connsiteX1299" fmla="*/ 712939 w 1258521"/>
                <a:gd name="connsiteY1299" fmla="*/ 801868 h 914263"/>
                <a:gd name="connsiteX1300" fmla="*/ 709540 w 1258521"/>
                <a:gd name="connsiteY1300" fmla="*/ 798672 h 914263"/>
                <a:gd name="connsiteX1301" fmla="*/ 707453 w 1258521"/>
                <a:gd name="connsiteY1301" fmla="*/ 796923 h 914263"/>
                <a:gd name="connsiteX1302" fmla="*/ 702371 w 1258521"/>
                <a:gd name="connsiteY1302" fmla="*/ 792516 h 914263"/>
                <a:gd name="connsiteX1303" fmla="*/ 700621 w 1258521"/>
                <a:gd name="connsiteY1303" fmla="*/ 790431 h 914263"/>
                <a:gd name="connsiteX1304" fmla="*/ 699544 w 1258521"/>
                <a:gd name="connsiteY1304" fmla="*/ 788177 h 914263"/>
                <a:gd name="connsiteX1305" fmla="*/ 699342 w 1258521"/>
                <a:gd name="connsiteY1305" fmla="*/ 786293 h 914263"/>
                <a:gd name="connsiteX1306" fmla="*/ 700352 w 1258521"/>
                <a:gd name="connsiteY1306" fmla="*/ 784274 h 914263"/>
                <a:gd name="connsiteX1307" fmla="*/ 701159 w 1258521"/>
                <a:gd name="connsiteY1307" fmla="*/ 782189 h 914263"/>
                <a:gd name="connsiteX1308" fmla="*/ 701799 w 1258521"/>
                <a:gd name="connsiteY1308" fmla="*/ 779868 h 914263"/>
                <a:gd name="connsiteX1309" fmla="*/ 700487 w 1258521"/>
                <a:gd name="connsiteY1309" fmla="*/ 778287 h 914263"/>
                <a:gd name="connsiteX1310" fmla="*/ 698669 w 1258521"/>
                <a:gd name="connsiteY1310" fmla="*/ 774889 h 914263"/>
                <a:gd name="connsiteX1311" fmla="*/ 697592 w 1258521"/>
                <a:gd name="connsiteY1311" fmla="*/ 772063 h 914263"/>
                <a:gd name="connsiteX1312" fmla="*/ 697962 w 1258521"/>
                <a:gd name="connsiteY1312" fmla="*/ 770549 h 914263"/>
                <a:gd name="connsiteX1313" fmla="*/ 699039 w 1258521"/>
                <a:gd name="connsiteY1313" fmla="*/ 769036 h 914263"/>
                <a:gd name="connsiteX1314" fmla="*/ 700857 w 1258521"/>
                <a:gd name="connsiteY1314" fmla="*/ 767085 h 914263"/>
                <a:gd name="connsiteX1315" fmla="*/ 703549 w 1258521"/>
                <a:gd name="connsiteY1315" fmla="*/ 766445 h 914263"/>
                <a:gd name="connsiteX1316" fmla="*/ 707016 w 1258521"/>
                <a:gd name="connsiteY1316" fmla="*/ 766445 h 914263"/>
                <a:gd name="connsiteX1317" fmla="*/ 710145 w 1258521"/>
                <a:gd name="connsiteY1317" fmla="*/ 766311 h 914263"/>
                <a:gd name="connsiteX1318" fmla="*/ 712838 w 1258521"/>
                <a:gd name="connsiteY1318" fmla="*/ 765604 h 914263"/>
                <a:gd name="connsiteX1319" fmla="*/ 714722 w 1258521"/>
                <a:gd name="connsiteY1319" fmla="*/ 764158 h 914263"/>
                <a:gd name="connsiteX1320" fmla="*/ 715799 w 1258521"/>
                <a:gd name="connsiteY1320" fmla="*/ 762577 h 914263"/>
                <a:gd name="connsiteX1321" fmla="*/ 716943 w 1258521"/>
                <a:gd name="connsiteY1321" fmla="*/ 759818 h 914263"/>
                <a:gd name="connsiteX1322" fmla="*/ 717078 w 1258521"/>
                <a:gd name="connsiteY1322" fmla="*/ 757699 h 914263"/>
                <a:gd name="connsiteX1323" fmla="*/ 717011 w 1258521"/>
                <a:gd name="connsiteY1323" fmla="*/ 756253 h 914263"/>
                <a:gd name="connsiteX1324" fmla="*/ 714487 w 1258521"/>
                <a:gd name="connsiteY1324" fmla="*/ 754436 h 914263"/>
                <a:gd name="connsiteX1325" fmla="*/ 713915 w 1258521"/>
                <a:gd name="connsiteY1325" fmla="*/ 752249 h 914263"/>
                <a:gd name="connsiteX1326" fmla="*/ 713343 w 1258521"/>
                <a:gd name="connsiteY1326" fmla="*/ 750063 h 914263"/>
                <a:gd name="connsiteX1327" fmla="*/ 715530 w 1258521"/>
                <a:gd name="connsiteY1327" fmla="*/ 746161 h 914263"/>
                <a:gd name="connsiteX1328" fmla="*/ 722059 w 1258521"/>
                <a:gd name="connsiteY1328" fmla="*/ 742023 h 914263"/>
                <a:gd name="connsiteX1329" fmla="*/ 727915 w 1258521"/>
                <a:gd name="connsiteY1329" fmla="*/ 733546 h 914263"/>
                <a:gd name="connsiteX1330" fmla="*/ 735083 w 1258521"/>
                <a:gd name="connsiteY1330" fmla="*/ 727457 h 914263"/>
                <a:gd name="connsiteX1331" fmla="*/ 738987 w 1258521"/>
                <a:gd name="connsiteY1331" fmla="*/ 721166 h 914263"/>
                <a:gd name="connsiteX1332" fmla="*/ 740300 w 1258521"/>
                <a:gd name="connsiteY1332" fmla="*/ 720090 h 914263"/>
                <a:gd name="connsiteX1333" fmla="*/ 741377 w 1258521"/>
                <a:gd name="connsiteY1333" fmla="*/ 716625 h 914263"/>
                <a:gd name="connsiteX1334" fmla="*/ 740064 w 1258521"/>
                <a:gd name="connsiteY1334" fmla="*/ 715313 h 914263"/>
                <a:gd name="connsiteX1335" fmla="*/ 738112 w 1258521"/>
                <a:gd name="connsiteY1335" fmla="*/ 712925 h 914263"/>
                <a:gd name="connsiteX1336" fmla="*/ 732660 w 1258521"/>
                <a:gd name="connsiteY1336" fmla="*/ 713362 h 914263"/>
                <a:gd name="connsiteX1337" fmla="*/ 728083 w 1258521"/>
                <a:gd name="connsiteY1337" fmla="*/ 713564 h 914263"/>
                <a:gd name="connsiteX1338" fmla="*/ 718963 w 1258521"/>
                <a:gd name="connsiteY1338" fmla="*/ 712925 h 914263"/>
                <a:gd name="connsiteX1339" fmla="*/ 718525 w 1258521"/>
                <a:gd name="connsiteY1339" fmla="*/ 710335 h 914263"/>
                <a:gd name="connsiteX1340" fmla="*/ 718963 w 1258521"/>
                <a:gd name="connsiteY1340" fmla="*/ 706634 h 914263"/>
                <a:gd name="connsiteX1341" fmla="*/ 719602 w 1258521"/>
                <a:gd name="connsiteY1341" fmla="*/ 702934 h 914263"/>
                <a:gd name="connsiteX1342" fmla="*/ 713073 w 1258521"/>
                <a:gd name="connsiteY1342" fmla="*/ 698796 h 914263"/>
                <a:gd name="connsiteX1343" fmla="*/ 711559 w 1258521"/>
                <a:gd name="connsiteY1343" fmla="*/ 697484 h 914263"/>
                <a:gd name="connsiteX1344" fmla="*/ 711559 w 1258521"/>
                <a:gd name="connsiteY1344" fmla="*/ 694894 h 914263"/>
                <a:gd name="connsiteX1345" fmla="*/ 713746 w 1258521"/>
                <a:gd name="connsiteY1345" fmla="*/ 692506 h 914263"/>
                <a:gd name="connsiteX1346" fmla="*/ 715261 w 1258521"/>
                <a:gd name="connsiteY1346" fmla="*/ 689478 h 914263"/>
                <a:gd name="connsiteX1347" fmla="*/ 715698 w 1258521"/>
                <a:gd name="connsiteY1347" fmla="*/ 685778 h 914263"/>
                <a:gd name="connsiteX1348" fmla="*/ 715900 w 1258521"/>
                <a:gd name="connsiteY1348" fmla="*/ 682515 h 914263"/>
                <a:gd name="connsiteX1349" fmla="*/ 715025 w 1258521"/>
                <a:gd name="connsiteY1349" fmla="*/ 680126 h 914263"/>
                <a:gd name="connsiteX1350" fmla="*/ 715025 w 1258521"/>
                <a:gd name="connsiteY1350" fmla="*/ 677502 h 914263"/>
                <a:gd name="connsiteX1351" fmla="*/ 712838 w 1258521"/>
                <a:gd name="connsiteY1351" fmla="*/ 672490 h 914263"/>
                <a:gd name="connsiteX1352" fmla="*/ 712636 w 1258521"/>
                <a:gd name="connsiteY1352" fmla="*/ 671413 h 914263"/>
                <a:gd name="connsiteX1353" fmla="*/ 711559 w 1258521"/>
                <a:gd name="connsiteY1353" fmla="*/ 667948 h 914263"/>
                <a:gd name="connsiteX1354" fmla="*/ 711559 w 1258521"/>
                <a:gd name="connsiteY1354" fmla="*/ 667713 h 914263"/>
                <a:gd name="connsiteX1355" fmla="*/ 715025 w 1258521"/>
                <a:gd name="connsiteY1355" fmla="*/ 665527 h 914263"/>
                <a:gd name="connsiteX1356" fmla="*/ 718492 w 1258521"/>
                <a:gd name="connsiteY1356" fmla="*/ 664887 h 914263"/>
                <a:gd name="connsiteX1357" fmla="*/ 721083 w 1258521"/>
                <a:gd name="connsiteY1357" fmla="*/ 665325 h 914263"/>
                <a:gd name="connsiteX1358" fmla="*/ 725424 w 1258521"/>
                <a:gd name="connsiteY1358" fmla="*/ 665325 h 914263"/>
                <a:gd name="connsiteX1359" fmla="*/ 733670 w 1258521"/>
                <a:gd name="connsiteY1359" fmla="*/ 665224 h 914263"/>
                <a:gd name="connsiteX1360" fmla="*/ 736497 w 1258521"/>
                <a:gd name="connsiteY1360" fmla="*/ 664686 h 914263"/>
                <a:gd name="connsiteX1361" fmla="*/ 737574 w 1258521"/>
                <a:gd name="connsiteY1361" fmla="*/ 662734 h 914263"/>
                <a:gd name="connsiteX1362" fmla="*/ 737574 w 1258521"/>
                <a:gd name="connsiteY1362" fmla="*/ 660985 h 914263"/>
                <a:gd name="connsiteX1363" fmla="*/ 737574 w 1258521"/>
                <a:gd name="connsiteY1363" fmla="*/ 659236 h 914263"/>
                <a:gd name="connsiteX1364" fmla="*/ 737574 w 1258521"/>
                <a:gd name="connsiteY1364" fmla="*/ 657487 h 914263"/>
                <a:gd name="connsiteX1365" fmla="*/ 740502 w 1258521"/>
                <a:gd name="connsiteY1365" fmla="*/ 655098 h 914263"/>
                <a:gd name="connsiteX1366" fmla="*/ 746560 w 1258521"/>
                <a:gd name="connsiteY1366" fmla="*/ 655165 h 914263"/>
                <a:gd name="connsiteX1367" fmla="*/ 750632 w 1258521"/>
                <a:gd name="connsiteY1367" fmla="*/ 655165 h 914263"/>
                <a:gd name="connsiteX1368" fmla="*/ 752079 w 1258521"/>
                <a:gd name="connsiteY1368" fmla="*/ 655906 h 914263"/>
                <a:gd name="connsiteX1369" fmla="*/ 754401 w 1258521"/>
                <a:gd name="connsiteY1369" fmla="*/ 658361 h 914263"/>
                <a:gd name="connsiteX1370" fmla="*/ 754266 w 1258521"/>
                <a:gd name="connsiteY1370" fmla="*/ 661557 h 914263"/>
                <a:gd name="connsiteX1371" fmla="*/ 752079 w 1258521"/>
                <a:gd name="connsiteY1371" fmla="*/ 664585 h 914263"/>
                <a:gd name="connsiteX1372" fmla="*/ 752079 w 1258521"/>
                <a:gd name="connsiteY1372" fmla="*/ 666771 h 914263"/>
                <a:gd name="connsiteX1373" fmla="*/ 756723 w 1258521"/>
                <a:gd name="connsiteY1373" fmla="*/ 669227 h 914263"/>
                <a:gd name="connsiteX1374" fmla="*/ 759752 w 1258521"/>
                <a:gd name="connsiteY1374" fmla="*/ 668789 h 914263"/>
                <a:gd name="connsiteX1375" fmla="*/ 761502 w 1258521"/>
                <a:gd name="connsiteY1375" fmla="*/ 667209 h 914263"/>
                <a:gd name="connsiteX1376" fmla="*/ 765844 w 1258521"/>
                <a:gd name="connsiteY1376" fmla="*/ 665627 h 914263"/>
                <a:gd name="connsiteX1377" fmla="*/ 769748 w 1258521"/>
                <a:gd name="connsiteY1377" fmla="*/ 664450 h 914263"/>
                <a:gd name="connsiteX1378" fmla="*/ 771935 w 1258521"/>
                <a:gd name="connsiteY1378" fmla="*/ 662701 h 914263"/>
                <a:gd name="connsiteX1379" fmla="*/ 776714 w 1258521"/>
                <a:gd name="connsiteY1379" fmla="*/ 661826 h 914263"/>
                <a:gd name="connsiteX1380" fmla="*/ 783075 w 1258521"/>
                <a:gd name="connsiteY1380" fmla="*/ 661826 h 914263"/>
                <a:gd name="connsiteX1381" fmla="*/ 785834 w 1258521"/>
                <a:gd name="connsiteY1381" fmla="*/ 661725 h 914263"/>
                <a:gd name="connsiteX1382" fmla="*/ 788157 w 1258521"/>
                <a:gd name="connsiteY1382" fmla="*/ 661557 h 914263"/>
                <a:gd name="connsiteX1383" fmla="*/ 792498 w 1258521"/>
                <a:gd name="connsiteY1383" fmla="*/ 662263 h 914263"/>
                <a:gd name="connsiteX1384" fmla="*/ 794248 w 1258521"/>
                <a:gd name="connsiteY1384" fmla="*/ 664585 h 914263"/>
                <a:gd name="connsiteX1385" fmla="*/ 796705 w 1258521"/>
                <a:gd name="connsiteY1385" fmla="*/ 666166 h 914263"/>
                <a:gd name="connsiteX1386" fmla="*/ 796705 w 1258521"/>
                <a:gd name="connsiteY1386" fmla="*/ 669630 h 914263"/>
                <a:gd name="connsiteX1387" fmla="*/ 796705 w 1258521"/>
                <a:gd name="connsiteY1387" fmla="*/ 672961 h 914263"/>
                <a:gd name="connsiteX1388" fmla="*/ 801989 w 1258521"/>
                <a:gd name="connsiteY1388" fmla="*/ 672961 h 914263"/>
                <a:gd name="connsiteX1389" fmla="*/ 805253 w 1258521"/>
                <a:gd name="connsiteY1389" fmla="*/ 672961 h 914263"/>
                <a:gd name="connsiteX1390" fmla="*/ 806128 w 1258521"/>
                <a:gd name="connsiteY1390" fmla="*/ 675147 h 914263"/>
                <a:gd name="connsiteX1391" fmla="*/ 806835 w 1258521"/>
                <a:gd name="connsiteY1391" fmla="*/ 677738 h 914263"/>
                <a:gd name="connsiteX1392" fmla="*/ 808417 w 1258521"/>
                <a:gd name="connsiteY1392" fmla="*/ 678612 h 914263"/>
                <a:gd name="connsiteX1393" fmla="*/ 811479 w 1258521"/>
                <a:gd name="connsiteY1393" fmla="*/ 680934 h 914263"/>
                <a:gd name="connsiteX1394" fmla="*/ 815821 w 1258521"/>
                <a:gd name="connsiteY1394" fmla="*/ 680934 h 914263"/>
                <a:gd name="connsiteX1395" fmla="*/ 819287 w 1258521"/>
                <a:gd name="connsiteY1395" fmla="*/ 683860 h 914263"/>
                <a:gd name="connsiteX1396" fmla="*/ 823864 w 1258521"/>
                <a:gd name="connsiteY1396" fmla="*/ 688301 h 914263"/>
                <a:gd name="connsiteX1397" fmla="*/ 826052 w 1258521"/>
                <a:gd name="connsiteY1397" fmla="*/ 693952 h 914263"/>
                <a:gd name="connsiteX1398" fmla="*/ 828239 w 1258521"/>
                <a:gd name="connsiteY1398" fmla="*/ 697215 h 914263"/>
                <a:gd name="connsiteX1399" fmla="*/ 826927 w 1258521"/>
                <a:gd name="connsiteY1399" fmla="*/ 699839 h 914263"/>
                <a:gd name="connsiteX1400" fmla="*/ 823898 w 1258521"/>
                <a:gd name="connsiteY1400" fmla="*/ 702227 h 914263"/>
                <a:gd name="connsiteX1401" fmla="*/ 824975 w 1258521"/>
                <a:gd name="connsiteY1401" fmla="*/ 706567 h 914263"/>
                <a:gd name="connsiteX1402" fmla="*/ 827364 w 1258521"/>
                <a:gd name="connsiteY1402" fmla="*/ 709830 h 914263"/>
                <a:gd name="connsiteX1403" fmla="*/ 829989 w 1258521"/>
                <a:gd name="connsiteY1403" fmla="*/ 716356 h 914263"/>
                <a:gd name="connsiteX1404" fmla="*/ 835004 w 1258521"/>
                <a:gd name="connsiteY1404" fmla="*/ 721570 h 914263"/>
                <a:gd name="connsiteX1405" fmla="*/ 837393 w 1258521"/>
                <a:gd name="connsiteY1405" fmla="*/ 729610 h 914263"/>
                <a:gd name="connsiteX1406" fmla="*/ 836081 w 1258521"/>
                <a:gd name="connsiteY1406" fmla="*/ 737885 h 914263"/>
                <a:gd name="connsiteX1407" fmla="*/ 835004 w 1258521"/>
                <a:gd name="connsiteY1407" fmla="*/ 744950 h 914263"/>
                <a:gd name="connsiteX1408" fmla="*/ 838033 w 1258521"/>
                <a:gd name="connsiteY1408" fmla="*/ 751375 h 914263"/>
                <a:gd name="connsiteX1409" fmla="*/ 841297 w 1258521"/>
                <a:gd name="connsiteY1409" fmla="*/ 753763 h 914263"/>
                <a:gd name="connsiteX1410" fmla="*/ 843687 w 1258521"/>
                <a:gd name="connsiteY1410" fmla="*/ 758103 h 914263"/>
                <a:gd name="connsiteX1411" fmla="*/ 842812 w 1258521"/>
                <a:gd name="connsiteY1411" fmla="*/ 759852 h 914263"/>
                <a:gd name="connsiteX1412" fmla="*/ 842812 w 1258521"/>
                <a:gd name="connsiteY1412" fmla="*/ 762880 h 914263"/>
                <a:gd name="connsiteX1413" fmla="*/ 846514 w 1258521"/>
                <a:gd name="connsiteY1413" fmla="*/ 764629 h 914263"/>
                <a:gd name="connsiteX1414" fmla="*/ 849105 w 1258521"/>
                <a:gd name="connsiteY1414" fmla="*/ 766378 h 914263"/>
                <a:gd name="connsiteX1415" fmla="*/ 851057 w 1258521"/>
                <a:gd name="connsiteY1415" fmla="*/ 768329 h 914263"/>
                <a:gd name="connsiteX1416" fmla="*/ 854759 w 1258521"/>
                <a:gd name="connsiteY1416" fmla="*/ 770280 h 914263"/>
                <a:gd name="connsiteX1417" fmla="*/ 857350 w 1258521"/>
                <a:gd name="connsiteY1417" fmla="*/ 772030 h 914263"/>
                <a:gd name="connsiteX1418" fmla="*/ 861692 w 1258521"/>
                <a:gd name="connsiteY1418" fmla="*/ 773106 h 914263"/>
                <a:gd name="connsiteX1419" fmla="*/ 868860 w 1258521"/>
                <a:gd name="connsiteY1419" fmla="*/ 776134 h 914263"/>
                <a:gd name="connsiteX1420" fmla="*/ 872764 w 1258521"/>
                <a:gd name="connsiteY1420" fmla="*/ 779834 h 914263"/>
                <a:gd name="connsiteX1421" fmla="*/ 878856 w 1258521"/>
                <a:gd name="connsiteY1421" fmla="*/ 786125 h 914263"/>
                <a:gd name="connsiteX1422" fmla="*/ 879798 w 1258521"/>
                <a:gd name="connsiteY1422" fmla="*/ 791272 h 914263"/>
                <a:gd name="connsiteX1423" fmla="*/ 883870 w 1258521"/>
                <a:gd name="connsiteY1423" fmla="*/ 797226 h 914263"/>
                <a:gd name="connsiteX1424" fmla="*/ 887068 w 1258521"/>
                <a:gd name="connsiteY1424" fmla="*/ 799412 h 914263"/>
                <a:gd name="connsiteX1425" fmla="*/ 889019 w 1258521"/>
                <a:gd name="connsiteY1425" fmla="*/ 800926 h 914263"/>
                <a:gd name="connsiteX1426" fmla="*/ 889087 w 1258521"/>
                <a:gd name="connsiteY1426" fmla="*/ 803247 h 914263"/>
                <a:gd name="connsiteX1427" fmla="*/ 889087 w 1258521"/>
                <a:gd name="connsiteY1427" fmla="*/ 804761 h 914263"/>
                <a:gd name="connsiteX1428" fmla="*/ 890332 w 1258521"/>
                <a:gd name="connsiteY1428" fmla="*/ 806779 h 914263"/>
                <a:gd name="connsiteX1429" fmla="*/ 892217 w 1258521"/>
                <a:gd name="connsiteY1429" fmla="*/ 809807 h 914263"/>
                <a:gd name="connsiteX1430" fmla="*/ 895548 w 1258521"/>
                <a:gd name="connsiteY1430" fmla="*/ 813137 h 914263"/>
                <a:gd name="connsiteX1431" fmla="*/ 898813 w 1258521"/>
                <a:gd name="connsiteY1431" fmla="*/ 815223 h 914263"/>
                <a:gd name="connsiteX1432" fmla="*/ 901842 w 1258521"/>
                <a:gd name="connsiteY1432" fmla="*/ 816602 h 914263"/>
                <a:gd name="connsiteX1433" fmla="*/ 904972 w 1258521"/>
                <a:gd name="connsiteY1433" fmla="*/ 818486 h 914263"/>
                <a:gd name="connsiteX1434" fmla="*/ 907496 w 1258521"/>
                <a:gd name="connsiteY1434" fmla="*/ 821009 h 914263"/>
                <a:gd name="connsiteX1435" fmla="*/ 909246 w 1258521"/>
                <a:gd name="connsiteY1435" fmla="*/ 821009 h 914263"/>
                <a:gd name="connsiteX1436" fmla="*/ 910760 w 1258521"/>
                <a:gd name="connsiteY1436" fmla="*/ 818553 h 914263"/>
                <a:gd name="connsiteX1437" fmla="*/ 911703 w 1258521"/>
                <a:gd name="connsiteY1437" fmla="*/ 816669 h 914263"/>
                <a:gd name="connsiteX1438" fmla="*/ 912645 w 1258521"/>
                <a:gd name="connsiteY1438" fmla="*/ 814853 h 914263"/>
                <a:gd name="connsiteX1439" fmla="*/ 913789 w 1258521"/>
                <a:gd name="connsiteY1439" fmla="*/ 813911 h 914263"/>
                <a:gd name="connsiteX1440" fmla="*/ 915169 w 1258521"/>
                <a:gd name="connsiteY1440" fmla="*/ 814113 h 914263"/>
                <a:gd name="connsiteX1441" fmla="*/ 917626 w 1258521"/>
                <a:gd name="connsiteY1441" fmla="*/ 815997 h 914263"/>
                <a:gd name="connsiteX1442" fmla="*/ 918636 w 1258521"/>
                <a:gd name="connsiteY1442" fmla="*/ 816804 h 914263"/>
                <a:gd name="connsiteX1443" fmla="*/ 918636 w 1258521"/>
                <a:gd name="connsiteY1443" fmla="*/ 819125 h 914263"/>
                <a:gd name="connsiteX1444" fmla="*/ 919443 w 1258521"/>
                <a:gd name="connsiteY1444" fmla="*/ 821009 h 914263"/>
                <a:gd name="connsiteX1445" fmla="*/ 920318 w 1258521"/>
                <a:gd name="connsiteY1445" fmla="*/ 821883 h 914263"/>
                <a:gd name="connsiteX1446" fmla="*/ 921698 w 1258521"/>
                <a:gd name="connsiteY1446" fmla="*/ 824003 h 914263"/>
                <a:gd name="connsiteX1447" fmla="*/ 923381 w 1258521"/>
                <a:gd name="connsiteY1447" fmla="*/ 825517 h 914263"/>
                <a:gd name="connsiteX1448" fmla="*/ 924626 w 1258521"/>
                <a:gd name="connsiteY1448" fmla="*/ 826593 h 914263"/>
                <a:gd name="connsiteX1449" fmla="*/ 927150 w 1258521"/>
                <a:gd name="connsiteY1449" fmla="*/ 826593 h 914263"/>
                <a:gd name="connsiteX1450" fmla="*/ 927655 w 1258521"/>
                <a:gd name="connsiteY1450" fmla="*/ 825954 h 914263"/>
                <a:gd name="connsiteX1451" fmla="*/ 928092 w 1258521"/>
                <a:gd name="connsiteY1451" fmla="*/ 824642 h 914263"/>
                <a:gd name="connsiteX1452" fmla="*/ 929338 w 1258521"/>
                <a:gd name="connsiteY1452" fmla="*/ 823397 h 914263"/>
                <a:gd name="connsiteX1453" fmla="*/ 930650 w 1258521"/>
                <a:gd name="connsiteY1453" fmla="*/ 823767 h 914263"/>
                <a:gd name="connsiteX1454" fmla="*/ 932669 w 1258521"/>
                <a:gd name="connsiteY1454" fmla="*/ 824205 h 914263"/>
                <a:gd name="connsiteX1455" fmla="*/ 932972 w 1258521"/>
                <a:gd name="connsiteY1455" fmla="*/ 823195 h 914263"/>
                <a:gd name="connsiteX1456" fmla="*/ 933107 w 1258521"/>
                <a:gd name="connsiteY1456" fmla="*/ 822052 h 914263"/>
                <a:gd name="connsiteX1457" fmla="*/ 932366 w 1258521"/>
                <a:gd name="connsiteY1457" fmla="*/ 820033 h 914263"/>
                <a:gd name="connsiteX1458" fmla="*/ 932366 w 1258521"/>
                <a:gd name="connsiteY1458" fmla="*/ 815694 h 914263"/>
                <a:gd name="connsiteX1459" fmla="*/ 932366 w 1258521"/>
                <a:gd name="connsiteY1459" fmla="*/ 811354 h 914263"/>
                <a:gd name="connsiteX1460" fmla="*/ 933242 w 1258521"/>
                <a:gd name="connsiteY1460" fmla="*/ 807015 h 914263"/>
                <a:gd name="connsiteX1461" fmla="*/ 934992 w 1258521"/>
                <a:gd name="connsiteY1461" fmla="*/ 805871 h 914263"/>
                <a:gd name="connsiteX1462" fmla="*/ 940208 w 1258521"/>
                <a:gd name="connsiteY1462" fmla="*/ 805299 h 914263"/>
                <a:gd name="connsiteX1463" fmla="*/ 942968 w 1258521"/>
                <a:gd name="connsiteY1463" fmla="*/ 805434 h 914263"/>
                <a:gd name="connsiteX1464" fmla="*/ 944280 w 1258521"/>
                <a:gd name="connsiteY1464" fmla="*/ 803685 h 914263"/>
                <a:gd name="connsiteX1465" fmla="*/ 945424 w 1258521"/>
                <a:gd name="connsiteY1465" fmla="*/ 801801 h 914263"/>
                <a:gd name="connsiteX1466" fmla="*/ 947006 w 1258521"/>
                <a:gd name="connsiteY1466" fmla="*/ 798908 h 914263"/>
                <a:gd name="connsiteX1467" fmla="*/ 950035 w 1258521"/>
                <a:gd name="connsiteY1467" fmla="*/ 797596 h 914263"/>
                <a:gd name="connsiteX1468" fmla="*/ 952795 w 1258521"/>
                <a:gd name="connsiteY1468" fmla="*/ 797158 h 914263"/>
                <a:gd name="connsiteX1469" fmla="*/ 954377 w 1258521"/>
                <a:gd name="connsiteY1469" fmla="*/ 798302 h 914263"/>
                <a:gd name="connsiteX1470" fmla="*/ 951179 w 1258521"/>
                <a:gd name="connsiteY1470" fmla="*/ 801498 h 914263"/>
                <a:gd name="connsiteX1471" fmla="*/ 950607 w 1258521"/>
                <a:gd name="connsiteY1471" fmla="*/ 804088 h 914263"/>
                <a:gd name="connsiteX1472" fmla="*/ 956396 w 1258521"/>
                <a:gd name="connsiteY1472" fmla="*/ 808428 h 914263"/>
                <a:gd name="connsiteX1473" fmla="*/ 958281 w 1258521"/>
                <a:gd name="connsiteY1473" fmla="*/ 811455 h 914263"/>
                <a:gd name="connsiteX1474" fmla="*/ 958146 w 1258521"/>
                <a:gd name="connsiteY1474" fmla="*/ 818251 h 914263"/>
                <a:gd name="connsiteX1475" fmla="*/ 956564 w 1258521"/>
                <a:gd name="connsiteY1475" fmla="*/ 821715 h 914263"/>
                <a:gd name="connsiteX1476" fmla="*/ 955555 w 1258521"/>
                <a:gd name="connsiteY1476" fmla="*/ 825786 h 914263"/>
                <a:gd name="connsiteX1477" fmla="*/ 955555 w 1258521"/>
                <a:gd name="connsiteY1477" fmla="*/ 828107 h 914263"/>
                <a:gd name="connsiteX1478" fmla="*/ 958011 w 1258521"/>
                <a:gd name="connsiteY1478" fmla="*/ 831572 h 914263"/>
                <a:gd name="connsiteX1479" fmla="*/ 959761 w 1258521"/>
                <a:gd name="connsiteY1479" fmla="*/ 832884 h 914263"/>
                <a:gd name="connsiteX1480" fmla="*/ 963396 w 1258521"/>
                <a:gd name="connsiteY1480" fmla="*/ 834027 h 914263"/>
                <a:gd name="connsiteX1481" fmla="*/ 965987 w 1258521"/>
                <a:gd name="connsiteY1481" fmla="*/ 833018 h 914263"/>
                <a:gd name="connsiteX1482" fmla="*/ 967132 w 1258521"/>
                <a:gd name="connsiteY1482" fmla="*/ 829553 h 914263"/>
                <a:gd name="connsiteX1483" fmla="*/ 967132 w 1258521"/>
                <a:gd name="connsiteY1483" fmla="*/ 827804 h 914263"/>
                <a:gd name="connsiteX1484" fmla="*/ 968276 w 1258521"/>
                <a:gd name="connsiteY1484" fmla="*/ 826358 h 914263"/>
                <a:gd name="connsiteX1485" fmla="*/ 970161 w 1258521"/>
                <a:gd name="connsiteY1485" fmla="*/ 822724 h 914263"/>
                <a:gd name="connsiteX1486" fmla="*/ 972617 w 1258521"/>
                <a:gd name="connsiteY1486" fmla="*/ 820841 h 914263"/>
                <a:gd name="connsiteX1487" fmla="*/ 974637 w 1258521"/>
                <a:gd name="connsiteY1487" fmla="*/ 822590 h 914263"/>
                <a:gd name="connsiteX1488" fmla="*/ 980425 w 1258521"/>
                <a:gd name="connsiteY1488" fmla="*/ 824474 h 914263"/>
                <a:gd name="connsiteX1489" fmla="*/ 981166 w 1258521"/>
                <a:gd name="connsiteY1489" fmla="*/ 824339 h 914263"/>
                <a:gd name="connsiteX1490" fmla="*/ 984195 w 1258521"/>
                <a:gd name="connsiteY1490" fmla="*/ 823330 h 914263"/>
                <a:gd name="connsiteX1491" fmla="*/ 985642 w 1258521"/>
                <a:gd name="connsiteY1491" fmla="*/ 822321 h 914263"/>
                <a:gd name="connsiteX1492" fmla="*/ 988671 w 1258521"/>
                <a:gd name="connsiteY1492" fmla="*/ 822456 h 914263"/>
                <a:gd name="connsiteX1493" fmla="*/ 991262 w 1258521"/>
                <a:gd name="connsiteY1493" fmla="*/ 825920 h 914263"/>
                <a:gd name="connsiteX1494" fmla="*/ 992440 w 1258521"/>
                <a:gd name="connsiteY1494" fmla="*/ 829688 h 914263"/>
                <a:gd name="connsiteX1495" fmla="*/ 996344 w 1258521"/>
                <a:gd name="connsiteY1495" fmla="*/ 835474 h 914263"/>
                <a:gd name="connsiteX1496" fmla="*/ 996916 w 1258521"/>
                <a:gd name="connsiteY1496" fmla="*/ 838804 h 914263"/>
                <a:gd name="connsiteX1497" fmla="*/ 996916 w 1258521"/>
                <a:gd name="connsiteY1497" fmla="*/ 840823 h 914263"/>
                <a:gd name="connsiteX1498" fmla="*/ 995469 w 1258521"/>
                <a:gd name="connsiteY1498" fmla="*/ 843850 h 914263"/>
                <a:gd name="connsiteX1499" fmla="*/ 993719 w 1258521"/>
                <a:gd name="connsiteY1499" fmla="*/ 846037 h 914263"/>
                <a:gd name="connsiteX1500" fmla="*/ 991262 w 1258521"/>
                <a:gd name="connsiteY1500" fmla="*/ 849064 h 914263"/>
                <a:gd name="connsiteX1501" fmla="*/ 988671 w 1258521"/>
                <a:gd name="connsiteY1501" fmla="*/ 851823 h 914263"/>
                <a:gd name="connsiteX1502" fmla="*/ 984901 w 1258521"/>
                <a:gd name="connsiteY1502" fmla="*/ 853841 h 914263"/>
                <a:gd name="connsiteX1503" fmla="*/ 984161 w 1258521"/>
                <a:gd name="connsiteY1503" fmla="*/ 855422 h 914263"/>
                <a:gd name="connsiteX1504" fmla="*/ 986349 w 1258521"/>
                <a:gd name="connsiteY1504" fmla="*/ 857878 h 914263"/>
                <a:gd name="connsiteX1505" fmla="*/ 990690 w 1258521"/>
                <a:gd name="connsiteY1505" fmla="*/ 859896 h 914263"/>
                <a:gd name="connsiteX1506" fmla="*/ 995469 w 1258521"/>
                <a:gd name="connsiteY1506" fmla="*/ 859896 h 914263"/>
                <a:gd name="connsiteX1507" fmla="*/ 998801 w 1258521"/>
                <a:gd name="connsiteY1507" fmla="*/ 859324 h 914263"/>
                <a:gd name="connsiteX1508" fmla="*/ 1001830 w 1258521"/>
                <a:gd name="connsiteY1508" fmla="*/ 855557 h 914263"/>
                <a:gd name="connsiteX1509" fmla="*/ 1003580 w 1258521"/>
                <a:gd name="connsiteY1509" fmla="*/ 852092 h 914263"/>
                <a:gd name="connsiteX1510" fmla="*/ 1003580 w 1258521"/>
                <a:gd name="connsiteY1510" fmla="*/ 848896 h 914263"/>
                <a:gd name="connsiteX1511" fmla="*/ 1003882 w 1258521"/>
                <a:gd name="connsiteY1511" fmla="*/ 844691 h 914263"/>
                <a:gd name="connsiteX1512" fmla="*/ 1005902 w 1258521"/>
                <a:gd name="connsiteY1512" fmla="*/ 839780 h 914263"/>
                <a:gd name="connsiteX1513" fmla="*/ 1009671 w 1258521"/>
                <a:gd name="connsiteY1513" fmla="*/ 838199 h 914263"/>
                <a:gd name="connsiteX1514" fmla="*/ 1011253 w 1258521"/>
                <a:gd name="connsiteY1514" fmla="*/ 834868 h 914263"/>
                <a:gd name="connsiteX1515" fmla="*/ 1015729 w 1258521"/>
                <a:gd name="connsiteY1515" fmla="*/ 833422 h 914263"/>
                <a:gd name="connsiteX1516" fmla="*/ 1019431 w 1258521"/>
                <a:gd name="connsiteY1516" fmla="*/ 833321 h 914263"/>
                <a:gd name="connsiteX1517" fmla="*/ 1022056 w 1258521"/>
                <a:gd name="connsiteY1517" fmla="*/ 834969 h 914263"/>
                <a:gd name="connsiteX1518" fmla="*/ 1026734 w 1258521"/>
                <a:gd name="connsiteY1518" fmla="*/ 838871 h 914263"/>
                <a:gd name="connsiteX1519" fmla="*/ 1032489 w 1258521"/>
                <a:gd name="connsiteY1519" fmla="*/ 840823 h 914263"/>
                <a:gd name="connsiteX1520" fmla="*/ 1035518 w 1258521"/>
                <a:gd name="connsiteY1520" fmla="*/ 840823 h 914263"/>
                <a:gd name="connsiteX1521" fmla="*/ 1039657 w 1258521"/>
                <a:gd name="connsiteY1521" fmla="*/ 839746 h 914263"/>
                <a:gd name="connsiteX1522" fmla="*/ 1042148 w 1258521"/>
                <a:gd name="connsiteY1522" fmla="*/ 838569 h 914263"/>
                <a:gd name="connsiteX1523" fmla="*/ 1044773 w 1258521"/>
                <a:gd name="connsiteY1523" fmla="*/ 835945 h 914263"/>
                <a:gd name="connsiteX1524" fmla="*/ 1047263 w 1258521"/>
                <a:gd name="connsiteY1524" fmla="*/ 834431 h 914263"/>
                <a:gd name="connsiteX1525" fmla="*/ 1048576 w 1258521"/>
                <a:gd name="connsiteY1525" fmla="*/ 834633 h 914263"/>
                <a:gd name="connsiteX1526" fmla="*/ 1050326 w 1258521"/>
                <a:gd name="connsiteY1526" fmla="*/ 835945 h 914263"/>
                <a:gd name="connsiteX1527" fmla="*/ 1053153 w 1258521"/>
                <a:gd name="connsiteY1527" fmla="*/ 835171 h 914263"/>
                <a:gd name="connsiteX1528" fmla="*/ 1054802 w 1258521"/>
                <a:gd name="connsiteY1528" fmla="*/ 835171 h 914263"/>
                <a:gd name="connsiteX1529" fmla="*/ 1059917 w 1258521"/>
                <a:gd name="connsiteY1529" fmla="*/ 833758 h 914263"/>
                <a:gd name="connsiteX1530" fmla="*/ 1063384 w 1258521"/>
                <a:gd name="connsiteY1530" fmla="*/ 830933 h 914263"/>
                <a:gd name="connsiteX1531" fmla="*/ 1064360 w 1258521"/>
                <a:gd name="connsiteY1531" fmla="*/ 828645 h 914263"/>
                <a:gd name="connsiteX1532" fmla="*/ 1064461 w 1258521"/>
                <a:gd name="connsiteY1532" fmla="*/ 826021 h 914263"/>
                <a:gd name="connsiteX1533" fmla="*/ 1063922 w 1258521"/>
                <a:gd name="connsiteY1533" fmla="*/ 823296 h 914263"/>
                <a:gd name="connsiteX1534" fmla="*/ 1064999 w 1258521"/>
                <a:gd name="connsiteY1534" fmla="*/ 821009 h 914263"/>
                <a:gd name="connsiteX1535" fmla="*/ 1060220 w 1258521"/>
                <a:gd name="connsiteY1535" fmla="*/ 816333 h 914263"/>
                <a:gd name="connsiteX1536" fmla="*/ 1057932 w 1258521"/>
                <a:gd name="connsiteY1536" fmla="*/ 815559 h 914263"/>
                <a:gd name="connsiteX1537" fmla="*/ 1055340 w 1258521"/>
                <a:gd name="connsiteY1537" fmla="*/ 812935 h 914263"/>
                <a:gd name="connsiteX1538" fmla="*/ 1052749 w 1258521"/>
                <a:gd name="connsiteY1538" fmla="*/ 810211 h 914263"/>
                <a:gd name="connsiteX1539" fmla="*/ 1051874 w 1258521"/>
                <a:gd name="connsiteY1539" fmla="*/ 806174 h 914263"/>
                <a:gd name="connsiteX1540" fmla="*/ 1052413 w 1258521"/>
                <a:gd name="connsiteY1540" fmla="*/ 801834 h 914263"/>
                <a:gd name="connsiteX1541" fmla="*/ 1053287 w 1258521"/>
                <a:gd name="connsiteY1541" fmla="*/ 795645 h 914263"/>
                <a:gd name="connsiteX1542" fmla="*/ 1055139 w 1258521"/>
                <a:gd name="connsiteY1542" fmla="*/ 790632 h 914263"/>
                <a:gd name="connsiteX1543" fmla="*/ 1056888 w 1258521"/>
                <a:gd name="connsiteY1543" fmla="*/ 787470 h 914263"/>
                <a:gd name="connsiteX1544" fmla="*/ 1058739 w 1258521"/>
                <a:gd name="connsiteY1544" fmla="*/ 784308 h 914263"/>
                <a:gd name="connsiteX1545" fmla="*/ 1060927 w 1258521"/>
                <a:gd name="connsiteY1545" fmla="*/ 781684 h 914263"/>
                <a:gd name="connsiteX1546" fmla="*/ 1062677 w 1258521"/>
                <a:gd name="connsiteY1546" fmla="*/ 779733 h 914263"/>
                <a:gd name="connsiteX1547" fmla="*/ 1065066 w 1258521"/>
                <a:gd name="connsiteY1547" fmla="*/ 779094 h 914263"/>
                <a:gd name="connsiteX1548" fmla="*/ 1068971 w 1258521"/>
                <a:gd name="connsiteY1548" fmla="*/ 778993 h 914263"/>
                <a:gd name="connsiteX1549" fmla="*/ 1070586 w 1258521"/>
                <a:gd name="connsiteY1549" fmla="*/ 779868 h 914263"/>
                <a:gd name="connsiteX1550" fmla="*/ 1073312 w 1258521"/>
                <a:gd name="connsiteY1550" fmla="*/ 779868 h 914263"/>
                <a:gd name="connsiteX1551" fmla="*/ 1075500 w 1258521"/>
                <a:gd name="connsiteY1551" fmla="*/ 780944 h 914263"/>
                <a:gd name="connsiteX1552" fmla="*/ 1077889 w 1258521"/>
                <a:gd name="connsiteY1552" fmla="*/ 781819 h 914263"/>
                <a:gd name="connsiteX1553" fmla="*/ 1081153 w 1258521"/>
                <a:gd name="connsiteY1553" fmla="*/ 781718 h 914263"/>
                <a:gd name="connsiteX1554" fmla="*/ 1082129 w 1258521"/>
                <a:gd name="connsiteY1554" fmla="*/ 780641 h 914263"/>
                <a:gd name="connsiteX1555" fmla="*/ 1082769 w 1258521"/>
                <a:gd name="connsiteY1555" fmla="*/ 777816 h 914263"/>
                <a:gd name="connsiteX1556" fmla="*/ 1084283 w 1258521"/>
                <a:gd name="connsiteY1556" fmla="*/ 775764 h 914263"/>
                <a:gd name="connsiteX1557" fmla="*/ 1086471 w 1258521"/>
                <a:gd name="connsiteY1557" fmla="*/ 774889 h 914263"/>
                <a:gd name="connsiteX1558" fmla="*/ 1088860 w 1258521"/>
                <a:gd name="connsiteY1558" fmla="*/ 774990 h 914263"/>
                <a:gd name="connsiteX1559" fmla="*/ 1090913 w 1258521"/>
                <a:gd name="connsiteY1559" fmla="*/ 777580 h 914263"/>
                <a:gd name="connsiteX1560" fmla="*/ 1091889 w 1258521"/>
                <a:gd name="connsiteY1560" fmla="*/ 780608 h 914263"/>
                <a:gd name="connsiteX1561" fmla="*/ 1092966 w 1258521"/>
                <a:gd name="connsiteY1561" fmla="*/ 784745 h 914263"/>
                <a:gd name="connsiteX1562" fmla="*/ 1098082 w 1258521"/>
                <a:gd name="connsiteY1562" fmla="*/ 787033 h 914263"/>
                <a:gd name="connsiteX1563" fmla="*/ 1103635 w 1258521"/>
                <a:gd name="connsiteY1563" fmla="*/ 787033 h 914263"/>
                <a:gd name="connsiteX1564" fmla="*/ 1105149 w 1258521"/>
                <a:gd name="connsiteY1564" fmla="*/ 785856 h 914263"/>
                <a:gd name="connsiteX1565" fmla="*/ 1106899 w 1258521"/>
                <a:gd name="connsiteY1565" fmla="*/ 782492 h 914263"/>
                <a:gd name="connsiteX1566" fmla="*/ 1109928 w 1258521"/>
                <a:gd name="connsiteY1566" fmla="*/ 780103 h 914263"/>
                <a:gd name="connsiteX1567" fmla="*/ 1113529 w 1258521"/>
                <a:gd name="connsiteY1567" fmla="*/ 776941 h 914263"/>
                <a:gd name="connsiteX1568" fmla="*/ 1114943 w 1258521"/>
                <a:gd name="connsiteY1568" fmla="*/ 775528 h 914263"/>
                <a:gd name="connsiteX1569" fmla="*/ 1114943 w 1258521"/>
                <a:gd name="connsiteY1569" fmla="*/ 774452 h 914263"/>
                <a:gd name="connsiteX1570" fmla="*/ 1112217 w 1258521"/>
                <a:gd name="connsiteY1570" fmla="*/ 770549 h 914263"/>
                <a:gd name="connsiteX1571" fmla="*/ 1108750 w 1258521"/>
                <a:gd name="connsiteY1571" fmla="*/ 768161 h 914263"/>
                <a:gd name="connsiteX1572" fmla="*/ 1106899 w 1258521"/>
                <a:gd name="connsiteY1572" fmla="*/ 763922 h 914263"/>
                <a:gd name="connsiteX1573" fmla="*/ 1107875 w 1258521"/>
                <a:gd name="connsiteY1573" fmla="*/ 760020 h 914263"/>
                <a:gd name="connsiteX1574" fmla="*/ 1109188 w 1258521"/>
                <a:gd name="connsiteY1574" fmla="*/ 756993 h 914263"/>
                <a:gd name="connsiteX1575" fmla="*/ 1110803 w 1258521"/>
                <a:gd name="connsiteY1575" fmla="*/ 755916 h 914263"/>
                <a:gd name="connsiteX1576" fmla="*/ 1114269 w 1258521"/>
                <a:gd name="connsiteY1576" fmla="*/ 753427 h 914263"/>
                <a:gd name="connsiteX1577" fmla="*/ 1118847 w 1258521"/>
                <a:gd name="connsiteY1577" fmla="*/ 751476 h 914263"/>
                <a:gd name="connsiteX1578" fmla="*/ 1120159 w 1258521"/>
                <a:gd name="connsiteY1578" fmla="*/ 749525 h 914263"/>
                <a:gd name="connsiteX1579" fmla="*/ 1120159 w 1258521"/>
                <a:gd name="connsiteY1579" fmla="*/ 747237 h 914263"/>
                <a:gd name="connsiteX1580" fmla="*/ 1116895 w 1258521"/>
                <a:gd name="connsiteY1580" fmla="*/ 745757 h 914263"/>
                <a:gd name="connsiteX1581" fmla="*/ 1116827 w 1258521"/>
                <a:gd name="connsiteY1581" fmla="*/ 745555 h 9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Lst>
              <a:rect l="l" t="t" r="r" b="b"/>
              <a:pathLst>
                <a:path w="1258521" h="914263">
                  <a:moveTo>
                    <a:pt x="1116827" y="745555"/>
                  </a:moveTo>
                  <a:cubicBezTo>
                    <a:pt x="1116827" y="745555"/>
                    <a:pt x="1114068" y="745992"/>
                    <a:pt x="1113866" y="746060"/>
                  </a:cubicBezTo>
                  <a:cubicBezTo>
                    <a:pt x="1113664" y="746127"/>
                    <a:pt x="1112721" y="747069"/>
                    <a:pt x="1112721" y="747069"/>
                  </a:cubicBezTo>
                  <a:lnTo>
                    <a:pt x="1111846" y="747372"/>
                  </a:lnTo>
                  <a:lnTo>
                    <a:pt x="1109255" y="748684"/>
                  </a:lnTo>
                  <a:lnTo>
                    <a:pt x="1107505" y="749121"/>
                  </a:lnTo>
                  <a:lnTo>
                    <a:pt x="1105620" y="748381"/>
                  </a:lnTo>
                  <a:lnTo>
                    <a:pt x="1104274" y="748381"/>
                  </a:lnTo>
                  <a:cubicBezTo>
                    <a:pt x="1104274" y="748381"/>
                    <a:pt x="1101683" y="747304"/>
                    <a:pt x="1101111" y="746531"/>
                  </a:cubicBezTo>
                  <a:cubicBezTo>
                    <a:pt x="1100572" y="745757"/>
                    <a:pt x="1099798" y="744041"/>
                    <a:pt x="1100135" y="743503"/>
                  </a:cubicBezTo>
                  <a:cubicBezTo>
                    <a:pt x="1100471" y="742965"/>
                    <a:pt x="1100236" y="741855"/>
                    <a:pt x="1100236" y="741855"/>
                  </a:cubicBezTo>
                  <a:cubicBezTo>
                    <a:pt x="1100236" y="741855"/>
                    <a:pt x="1101414" y="740543"/>
                    <a:pt x="1101414" y="740207"/>
                  </a:cubicBezTo>
                  <a:cubicBezTo>
                    <a:pt x="1101414" y="739870"/>
                    <a:pt x="1102288" y="738592"/>
                    <a:pt x="1102288" y="738592"/>
                  </a:cubicBezTo>
                  <a:lnTo>
                    <a:pt x="1102827" y="737818"/>
                  </a:lnTo>
                  <a:lnTo>
                    <a:pt x="1103365" y="735968"/>
                  </a:lnTo>
                  <a:lnTo>
                    <a:pt x="1104240" y="734017"/>
                  </a:lnTo>
                  <a:cubicBezTo>
                    <a:pt x="1104240" y="734017"/>
                    <a:pt x="1104342" y="732167"/>
                    <a:pt x="1104342" y="731729"/>
                  </a:cubicBezTo>
                  <a:cubicBezTo>
                    <a:pt x="1104342" y="731292"/>
                    <a:pt x="1104678" y="730115"/>
                    <a:pt x="1104678" y="730115"/>
                  </a:cubicBezTo>
                  <a:lnTo>
                    <a:pt x="1104678" y="725102"/>
                  </a:lnTo>
                  <a:lnTo>
                    <a:pt x="1100639" y="723017"/>
                  </a:lnTo>
                  <a:lnTo>
                    <a:pt x="1098822" y="722815"/>
                  </a:lnTo>
                  <a:lnTo>
                    <a:pt x="1096870" y="722310"/>
                  </a:lnTo>
                  <a:lnTo>
                    <a:pt x="1096668" y="722310"/>
                  </a:lnTo>
                  <a:lnTo>
                    <a:pt x="1095861" y="722916"/>
                  </a:lnTo>
                  <a:cubicBezTo>
                    <a:pt x="1095861" y="722916"/>
                    <a:pt x="1093841" y="723959"/>
                    <a:pt x="1093404" y="724026"/>
                  </a:cubicBezTo>
                  <a:cubicBezTo>
                    <a:pt x="1092966" y="724093"/>
                    <a:pt x="1090139" y="724901"/>
                    <a:pt x="1089332" y="724968"/>
                  </a:cubicBezTo>
                  <a:cubicBezTo>
                    <a:pt x="1088524" y="725035"/>
                    <a:pt x="1087009" y="725170"/>
                    <a:pt x="1086572" y="725338"/>
                  </a:cubicBezTo>
                  <a:cubicBezTo>
                    <a:pt x="1086134" y="725472"/>
                    <a:pt x="1084553" y="725405"/>
                    <a:pt x="1084553" y="725405"/>
                  </a:cubicBezTo>
                  <a:cubicBezTo>
                    <a:pt x="1084553" y="725405"/>
                    <a:pt x="1083678" y="724329"/>
                    <a:pt x="1083476" y="724228"/>
                  </a:cubicBezTo>
                  <a:cubicBezTo>
                    <a:pt x="1083274" y="724160"/>
                    <a:pt x="1082971" y="724026"/>
                    <a:pt x="1082971" y="724026"/>
                  </a:cubicBezTo>
                  <a:lnTo>
                    <a:pt x="1079134" y="724026"/>
                  </a:lnTo>
                  <a:lnTo>
                    <a:pt x="1077485" y="724194"/>
                  </a:lnTo>
                  <a:cubicBezTo>
                    <a:pt x="1077485" y="724194"/>
                    <a:pt x="1075600" y="725674"/>
                    <a:pt x="1075298" y="725674"/>
                  </a:cubicBezTo>
                  <a:cubicBezTo>
                    <a:pt x="1074995" y="725674"/>
                    <a:pt x="1070956" y="726919"/>
                    <a:pt x="1070721" y="726986"/>
                  </a:cubicBezTo>
                  <a:cubicBezTo>
                    <a:pt x="1070485" y="727053"/>
                    <a:pt x="1067086" y="726683"/>
                    <a:pt x="1066581" y="726616"/>
                  </a:cubicBezTo>
                  <a:cubicBezTo>
                    <a:pt x="1066076" y="726549"/>
                    <a:pt x="1064259" y="726616"/>
                    <a:pt x="1064259" y="726616"/>
                  </a:cubicBezTo>
                  <a:lnTo>
                    <a:pt x="1062879" y="725035"/>
                  </a:lnTo>
                  <a:lnTo>
                    <a:pt x="1062576" y="723353"/>
                  </a:lnTo>
                  <a:lnTo>
                    <a:pt x="1064023" y="721940"/>
                  </a:lnTo>
                  <a:lnTo>
                    <a:pt x="1064999" y="719451"/>
                  </a:lnTo>
                  <a:lnTo>
                    <a:pt x="1065975" y="717500"/>
                  </a:lnTo>
                  <a:cubicBezTo>
                    <a:pt x="1065975" y="717500"/>
                    <a:pt x="1067288" y="715212"/>
                    <a:pt x="1067389" y="714775"/>
                  </a:cubicBezTo>
                  <a:cubicBezTo>
                    <a:pt x="1067490" y="714338"/>
                    <a:pt x="1068028" y="712387"/>
                    <a:pt x="1068028" y="712387"/>
                  </a:cubicBezTo>
                  <a:lnTo>
                    <a:pt x="1067927" y="709897"/>
                  </a:lnTo>
                  <a:lnTo>
                    <a:pt x="1066480" y="708518"/>
                  </a:lnTo>
                  <a:cubicBezTo>
                    <a:pt x="1066480" y="708518"/>
                    <a:pt x="1061768" y="703304"/>
                    <a:pt x="1060624" y="702799"/>
                  </a:cubicBezTo>
                  <a:cubicBezTo>
                    <a:pt x="1059480" y="702295"/>
                    <a:pt x="1056485" y="698527"/>
                    <a:pt x="1056215" y="698224"/>
                  </a:cubicBezTo>
                  <a:cubicBezTo>
                    <a:pt x="1055913" y="697955"/>
                    <a:pt x="1048172" y="690252"/>
                    <a:pt x="1047095" y="688671"/>
                  </a:cubicBezTo>
                  <a:cubicBezTo>
                    <a:pt x="1046018" y="687089"/>
                    <a:pt x="1043696" y="683154"/>
                    <a:pt x="1043696" y="682380"/>
                  </a:cubicBezTo>
                  <a:cubicBezTo>
                    <a:pt x="1043696" y="681573"/>
                    <a:pt x="1039422" y="673465"/>
                    <a:pt x="1039355" y="673264"/>
                  </a:cubicBezTo>
                  <a:cubicBezTo>
                    <a:pt x="1039287" y="673062"/>
                    <a:pt x="1038850" y="670942"/>
                    <a:pt x="1038850" y="670236"/>
                  </a:cubicBezTo>
                  <a:cubicBezTo>
                    <a:pt x="1038850" y="669496"/>
                    <a:pt x="1039220" y="660884"/>
                    <a:pt x="1039220" y="660884"/>
                  </a:cubicBezTo>
                  <a:cubicBezTo>
                    <a:pt x="1039220" y="660884"/>
                    <a:pt x="1038210" y="655435"/>
                    <a:pt x="1038210" y="654863"/>
                  </a:cubicBezTo>
                  <a:cubicBezTo>
                    <a:pt x="1038210" y="654291"/>
                    <a:pt x="1037907" y="651835"/>
                    <a:pt x="1038008" y="651532"/>
                  </a:cubicBezTo>
                  <a:cubicBezTo>
                    <a:pt x="1038076" y="651230"/>
                    <a:pt x="1037268" y="647899"/>
                    <a:pt x="1037268" y="647126"/>
                  </a:cubicBezTo>
                  <a:cubicBezTo>
                    <a:pt x="1037268" y="646318"/>
                    <a:pt x="1037268" y="644165"/>
                    <a:pt x="1037402" y="643728"/>
                  </a:cubicBezTo>
                  <a:cubicBezTo>
                    <a:pt x="1037537" y="643291"/>
                    <a:pt x="1038278" y="641911"/>
                    <a:pt x="1038715" y="641710"/>
                  </a:cubicBezTo>
                  <a:cubicBezTo>
                    <a:pt x="1039153" y="641474"/>
                    <a:pt x="1039792" y="641205"/>
                    <a:pt x="1040398" y="641070"/>
                  </a:cubicBezTo>
                  <a:cubicBezTo>
                    <a:pt x="1040970" y="640936"/>
                    <a:pt x="1044807" y="640869"/>
                    <a:pt x="1045547" y="640869"/>
                  </a:cubicBezTo>
                  <a:cubicBezTo>
                    <a:pt x="1046287" y="640869"/>
                    <a:pt x="1048071" y="640364"/>
                    <a:pt x="1048508" y="640364"/>
                  </a:cubicBezTo>
                  <a:cubicBezTo>
                    <a:pt x="1048946" y="640364"/>
                    <a:pt x="1051201" y="640667"/>
                    <a:pt x="1052850" y="640667"/>
                  </a:cubicBezTo>
                  <a:cubicBezTo>
                    <a:pt x="1054499" y="640667"/>
                    <a:pt x="1055105" y="640970"/>
                    <a:pt x="1055105" y="640970"/>
                  </a:cubicBezTo>
                  <a:cubicBezTo>
                    <a:pt x="1055105" y="640970"/>
                    <a:pt x="1056182" y="641272"/>
                    <a:pt x="1057494" y="641979"/>
                  </a:cubicBezTo>
                  <a:cubicBezTo>
                    <a:pt x="1058807" y="642685"/>
                    <a:pt x="1058874" y="643190"/>
                    <a:pt x="1059076" y="643425"/>
                  </a:cubicBezTo>
                  <a:cubicBezTo>
                    <a:pt x="1059278" y="643627"/>
                    <a:pt x="1060321" y="644233"/>
                    <a:pt x="1061331" y="644300"/>
                  </a:cubicBezTo>
                  <a:cubicBezTo>
                    <a:pt x="1062340" y="644367"/>
                    <a:pt x="1063586" y="644737"/>
                    <a:pt x="1064091" y="644737"/>
                  </a:cubicBezTo>
                  <a:cubicBezTo>
                    <a:pt x="1064595" y="644737"/>
                    <a:pt x="1065605" y="645040"/>
                    <a:pt x="1066278" y="645107"/>
                  </a:cubicBezTo>
                  <a:cubicBezTo>
                    <a:pt x="1066918" y="645175"/>
                    <a:pt x="1068466" y="645982"/>
                    <a:pt x="1068466" y="645982"/>
                  </a:cubicBezTo>
                  <a:lnTo>
                    <a:pt x="1071865" y="646419"/>
                  </a:lnTo>
                  <a:cubicBezTo>
                    <a:pt x="1071865" y="646419"/>
                    <a:pt x="1074052" y="648101"/>
                    <a:pt x="1074187" y="648303"/>
                  </a:cubicBezTo>
                  <a:cubicBezTo>
                    <a:pt x="1074321" y="648505"/>
                    <a:pt x="1077283" y="650691"/>
                    <a:pt x="1077283" y="650691"/>
                  </a:cubicBezTo>
                  <a:lnTo>
                    <a:pt x="1080918" y="653080"/>
                  </a:lnTo>
                  <a:lnTo>
                    <a:pt x="1084250" y="655906"/>
                  </a:lnTo>
                  <a:cubicBezTo>
                    <a:pt x="1084250" y="655906"/>
                    <a:pt x="1087379" y="657588"/>
                    <a:pt x="1088524" y="658092"/>
                  </a:cubicBezTo>
                  <a:cubicBezTo>
                    <a:pt x="1089668" y="658597"/>
                    <a:pt x="1091351" y="660043"/>
                    <a:pt x="1092663" y="660548"/>
                  </a:cubicBezTo>
                  <a:cubicBezTo>
                    <a:pt x="1093976" y="661052"/>
                    <a:pt x="1094851" y="662196"/>
                    <a:pt x="1095120" y="662364"/>
                  </a:cubicBezTo>
                  <a:cubicBezTo>
                    <a:pt x="1095423" y="662499"/>
                    <a:pt x="1097207" y="663306"/>
                    <a:pt x="1098014" y="663441"/>
                  </a:cubicBezTo>
                  <a:cubicBezTo>
                    <a:pt x="1098822" y="663575"/>
                    <a:pt x="1100909" y="664686"/>
                    <a:pt x="1102221" y="665190"/>
                  </a:cubicBezTo>
                  <a:cubicBezTo>
                    <a:pt x="1103534" y="665695"/>
                    <a:pt x="1103971" y="665762"/>
                    <a:pt x="1104409" y="665897"/>
                  </a:cubicBezTo>
                  <a:cubicBezTo>
                    <a:pt x="1104846" y="666031"/>
                    <a:pt x="1106361" y="666771"/>
                    <a:pt x="1107370" y="666973"/>
                  </a:cubicBezTo>
                  <a:cubicBezTo>
                    <a:pt x="1108380" y="667175"/>
                    <a:pt x="1109962" y="668117"/>
                    <a:pt x="1110769" y="668554"/>
                  </a:cubicBezTo>
                  <a:cubicBezTo>
                    <a:pt x="1111577" y="668991"/>
                    <a:pt x="1111274" y="669866"/>
                    <a:pt x="1111510" y="670001"/>
                  </a:cubicBezTo>
                  <a:cubicBezTo>
                    <a:pt x="1111712" y="670135"/>
                    <a:pt x="1112318" y="673028"/>
                    <a:pt x="1112890" y="673465"/>
                  </a:cubicBezTo>
                  <a:cubicBezTo>
                    <a:pt x="1113462" y="673903"/>
                    <a:pt x="1115851" y="675047"/>
                    <a:pt x="1116457" y="675215"/>
                  </a:cubicBezTo>
                  <a:cubicBezTo>
                    <a:pt x="1117029" y="675349"/>
                    <a:pt x="1119149" y="677166"/>
                    <a:pt x="1119486" y="677536"/>
                  </a:cubicBezTo>
                  <a:cubicBezTo>
                    <a:pt x="1119856" y="677906"/>
                    <a:pt x="1121236" y="678982"/>
                    <a:pt x="1121505" y="678982"/>
                  </a:cubicBezTo>
                  <a:cubicBezTo>
                    <a:pt x="1121808" y="678982"/>
                    <a:pt x="1123760" y="681236"/>
                    <a:pt x="1123895" y="681438"/>
                  </a:cubicBezTo>
                  <a:cubicBezTo>
                    <a:pt x="1124029" y="681674"/>
                    <a:pt x="1124972" y="682750"/>
                    <a:pt x="1124972" y="682750"/>
                  </a:cubicBezTo>
                  <a:cubicBezTo>
                    <a:pt x="1124972" y="682750"/>
                    <a:pt x="1126284" y="683490"/>
                    <a:pt x="1127664" y="683187"/>
                  </a:cubicBezTo>
                  <a:cubicBezTo>
                    <a:pt x="1129044" y="682884"/>
                    <a:pt x="1129111" y="683187"/>
                    <a:pt x="1129313" y="683187"/>
                  </a:cubicBezTo>
                  <a:cubicBezTo>
                    <a:pt x="1129515" y="683187"/>
                    <a:pt x="1130626" y="682884"/>
                    <a:pt x="1131130" y="682817"/>
                  </a:cubicBezTo>
                  <a:cubicBezTo>
                    <a:pt x="1131635" y="682750"/>
                    <a:pt x="1132073" y="682245"/>
                    <a:pt x="1132073" y="682245"/>
                  </a:cubicBezTo>
                  <a:lnTo>
                    <a:pt x="1134260" y="681438"/>
                  </a:lnTo>
                  <a:lnTo>
                    <a:pt x="1135203" y="680193"/>
                  </a:lnTo>
                  <a:lnTo>
                    <a:pt x="1135506" y="678680"/>
                  </a:lnTo>
                  <a:lnTo>
                    <a:pt x="1135876" y="677435"/>
                  </a:lnTo>
                  <a:lnTo>
                    <a:pt x="1136381" y="676291"/>
                  </a:lnTo>
                  <a:lnTo>
                    <a:pt x="1137121" y="674845"/>
                  </a:lnTo>
                  <a:lnTo>
                    <a:pt x="1138131" y="673768"/>
                  </a:lnTo>
                  <a:lnTo>
                    <a:pt x="1140015" y="672826"/>
                  </a:lnTo>
                  <a:cubicBezTo>
                    <a:pt x="1140015" y="672826"/>
                    <a:pt x="1140385" y="673264"/>
                    <a:pt x="1141900" y="674340"/>
                  </a:cubicBezTo>
                  <a:cubicBezTo>
                    <a:pt x="1143414" y="675417"/>
                    <a:pt x="1142708" y="676527"/>
                    <a:pt x="1143414" y="676998"/>
                  </a:cubicBezTo>
                  <a:cubicBezTo>
                    <a:pt x="1144121" y="677502"/>
                    <a:pt x="1144828" y="677704"/>
                    <a:pt x="1146443" y="678141"/>
                  </a:cubicBezTo>
                  <a:cubicBezTo>
                    <a:pt x="1148092" y="678579"/>
                    <a:pt x="1147487" y="676729"/>
                    <a:pt x="1147756" y="676358"/>
                  </a:cubicBezTo>
                  <a:cubicBezTo>
                    <a:pt x="1148025" y="675988"/>
                    <a:pt x="1147756" y="673163"/>
                    <a:pt x="1147924" y="672894"/>
                  </a:cubicBezTo>
                  <a:cubicBezTo>
                    <a:pt x="1148092" y="672624"/>
                    <a:pt x="1148732" y="672086"/>
                    <a:pt x="1148833" y="671918"/>
                  </a:cubicBezTo>
                  <a:cubicBezTo>
                    <a:pt x="1148934" y="671750"/>
                    <a:pt x="1150145" y="669866"/>
                    <a:pt x="1150314" y="669630"/>
                  </a:cubicBezTo>
                  <a:cubicBezTo>
                    <a:pt x="1150482" y="669429"/>
                    <a:pt x="1150751" y="667680"/>
                    <a:pt x="1150751" y="667680"/>
                  </a:cubicBezTo>
                  <a:lnTo>
                    <a:pt x="1151088" y="665358"/>
                  </a:lnTo>
                  <a:cubicBezTo>
                    <a:pt x="1151088" y="665358"/>
                    <a:pt x="1152131" y="663475"/>
                    <a:pt x="1152434" y="663306"/>
                  </a:cubicBezTo>
                  <a:cubicBezTo>
                    <a:pt x="1152770" y="663138"/>
                    <a:pt x="1154756" y="660750"/>
                    <a:pt x="1155261" y="660581"/>
                  </a:cubicBezTo>
                  <a:cubicBezTo>
                    <a:pt x="1155766" y="660413"/>
                    <a:pt x="1156944" y="660211"/>
                    <a:pt x="1156944" y="660211"/>
                  </a:cubicBezTo>
                  <a:lnTo>
                    <a:pt x="1160410" y="659404"/>
                  </a:lnTo>
                  <a:lnTo>
                    <a:pt x="1160780" y="658328"/>
                  </a:lnTo>
                  <a:lnTo>
                    <a:pt x="1161554" y="656646"/>
                  </a:lnTo>
                  <a:cubicBezTo>
                    <a:pt x="1161554" y="656646"/>
                    <a:pt x="1164179" y="656477"/>
                    <a:pt x="1164920" y="656208"/>
                  </a:cubicBezTo>
                  <a:cubicBezTo>
                    <a:pt x="1165694" y="655939"/>
                    <a:pt x="1166703" y="655838"/>
                    <a:pt x="1167949" y="655502"/>
                  </a:cubicBezTo>
                  <a:cubicBezTo>
                    <a:pt x="1169194" y="655165"/>
                    <a:pt x="1169026" y="654560"/>
                    <a:pt x="1170439" y="654291"/>
                  </a:cubicBezTo>
                  <a:cubicBezTo>
                    <a:pt x="1171853" y="654022"/>
                    <a:pt x="1171247" y="653517"/>
                    <a:pt x="1171482" y="653248"/>
                  </a:cubicBezTo>
                  <a:cubicBezTo>
                    <a:pt x="1171718" y="652979"/>
                    <a:pt x="1170876" y="651667"/>
                    <a:pt x="1170876" y="651667"/>
                  </a:cubicBezTo>
                  <a:lnTo>
                    <a:pt x="1168050" y="649985"/>
                  </a:lnTo>
                  <a:lnTo>
                    <a:pt x="1167713" y="648034"/>
                  </a:lnTo>
                  <a:lnTo>
                    <a:pt x="1167376" y="644872"/>
                  </a:lnTo>
                  <a:lnTo>
                    <a:pt x="1167478" y="643459"/>
                  </a:lnTo>
                  <a:lnTo>
                    <a:pt x="1166670" y="638346"/>
                  </a:lnTo>
                  <a:lnTo>
                    <a:pt x="1166603" y="637034"/>
                  </a:lnTo>
                  <a:cubicBezTo>
                    <a:pt x="1166603" y="637034"/>
                    <a:pt x="1165357" y="635621"/>
                    <a:pt x="1164751" y="635015"/>
                  </a:cubicBezTo>
                  <a:cubicBezTo>
                    <a:pt x="1164146" y="634410"/>
                    <a:pt x="1160578" y="632997"/>
                    <a:pt x="1160343" y="632963"/>
                  </a:cubicBezTo>
                  <a:cubicBezTo>
                    <a:pt x="1160141" y="632896"/>
                    <a:pt x="1158391" y="633132"/>
                    <a:pt x="1158121" y="633165"/>
                  </a:cubicBezTo>
                  <a:cubicBezTo>
                    <a:pt x="1157852" y="633233"/>
                    <a:pt x="1154150" y="632190"/>
                    <a:pt x="1153679" y="632089"/>
                  </a:cubicBezTo>
                  <a:cubicBezTo>
                    <a:pt x="1153174" y="631988"/>
                    <a:pt x="1150314" y="630508"/>
                    <a:pt x="1149775" y="630474"/>
                  </a:cubicBezTo>
                  <a:cubicBezTo>
                    <a:pt x="1149237" y="630407"/>
                    <a:pt x="1147217" y="628859"/>
                    <a:pt x="1146948" y="628691"/>
                  </a:cubicBezTo>
                  <a:cubicBezTo>
                    <a:pt x="1146679" y="628523"/>
                    <a:pt x="1144727" y="625933"/>
                    <a:pt x="1144727" y="625933"/>
                  </a:cubicBezTo>
                  <a:lnTo>
                    <a:pt x="1144727" y="625293"/>
                  </a:lnTo>
                  <a:cubicBezTo>
                    <a:pt x="1144727" y="625293"/>
                    <a:pt x="1145467" y="623107"/>
                    <a:pt x="1145669" y="623073"/>
                  </a:cubicBezTo>
                  <a:cubicBezTo>
                    <a:pt x="1145871" y="623006"/>
                    <a:pt x="1146309" y="620449"/>
                    <a:pt x="1146578" y="620046"/>
                  </a:cubicBezTo>
                  <a:cubicBezTo>
                    <a:pt x="1146847" y="619608"/>
                    <a:pt x="1146410" y="618397"/>
                    <a:pt x="1146309" y="618128"/>
                  </a:cubicBezTo>
                  <a:cubicBezTo>
                    <a:pt x="1146208" y="617859"/>
                    <a:pt x="1145232" y="616379"/>
                    <a:pt x="1145063" y="616278"/>
                  </a:cubicBezTo>
                  <a:cubicBezTo>
                    <a:pt x="1144895" y="616177"/>
                    <a:pt x="1141631" y="615235"/>
                    <a:pt x="1141631" y="615235"/>
                  </a:cubicBezTo>
                  <a:cubicBezTo>
                    <a:pt x="1141631" y="615235"/>
                    <a:pt x="1138366" y="616278"/>
                    <a:pt x="1138198" y="616312"/>
                  </a:cubicBezTo>
                  <a:cubicBezTo>
                    <a:pt x="1138030" y="616379"/>
                    <a:pt x="1136582" y="617287"/>
                    <a:pt x="1136145" y="618095"/>
                  </a:cubicBezTo>
                  <a:cubicBezTo>
                    <a:pt x="1135708" y="618902"/>
                    <a:pt x="1134563" y="619945"/>
                    <a:pt x="1134193" y="620550"/>
                  </a:cubicBezTo>
                  <a:cubicBezTo>
                    <a:pt x="1133823" y="621156"/>
                    <a:pt x="1132510" y="622468"/>
                    <a:pt x="1131703" y="622872"/>
                  </a:cubicBezTo>
                  <a:cubicBezTo>
                    <a:pt x="1130895" y="623309"/>
                    <a:pt x="1128674" y="622804"/>
                    <a:pt x="1127395" y="622064"/>
                  </a:cubicBezTo>
                  <a:cubicBezTo>
                    <a:pt x="1126150" y="621290"/>
                    <a:pt x="1125611" y="620147"/>
                    <a:pt x="1125611" y="620147"/>
                  </a:cubicBezTo>
                  <a:cubicBezTo>
                    <a:pt x="1125611" y="620147"/>
                    <a:pt x="1124029" y="616345"/>
                    <a:pt x="1123861" y="616009"/>
                  </a:cubicBezTo>
                  <a:cubicBezTo>
                    <a:pt x="1123693" y="615673"/>
                    <a:pt x="1123760" y="614327"/>
                    <a:pt x="1123760" y="614327"/>
                  </a:cubicBezTo>
                  <a:cubicBezTo>
                    <a:pt x="1123760" y="614327"/>
                    <a:pt x="1123962" y="612712"/>
                    <a:pt x="1124097" y="612309"/>
                  </a:cubicBezTo>
                  <a:cubicBezTo>
                    <a:pt x="1124198" y="611939"/>
                    <a:pt x="1124871" y="609752"/>
                    <a:pt x="1125174" y="609416"/>
                  </a:cubicBezTo>
                  <a:cubicBezTo>
                    <a:pt x="1125510" y="609079"/>
                    <a:pt x="1126419" y="607566"/>
                    <a:pt x="1126823" y="607128"/>
                  </a:cubicBezTo>
                  <a:cubicBezTo>
                    <a:pt x="1127193" y="606691"/>
                    <a:pt x="1128472" y="605984"/>
                    <a:pt x="1128876" y="605951"/>
                  </a:cubicBezTo>
                  <a:cubicBezTo>
                    <a:pt x="1129313" y="605884"/>
                    <a:pt x="1130828" y="605312"/>
                    <a:pt x="1131164" y="605143"/>
                  </a:cubicBezTo>
                  <a:cubicBezTo>
                    <a:pt x="1131501" y="604975"/>
                    <a:pt x="1133554" y="604067"/>
                    <a:pt x="1133554" y="604067"/>
                  </a:cubicBezTo>
                  <a:cubicBezTo>
                    <a:pt x="1133554" y="604067"/>
                    <a:pt x="1135910" y="602923"/>
                    <a:pt x="1136111" y="602822"/>
                  </a:cubicBezTo>
                  <a:cubicBezTo>
                    <a:pt x="1136313" y="602721"/>
                    <a:pt x="1137962" y="602183"/>
                    <a:pt x="1138568" y="602385"/>
                  </a:cubicBezTo>
                  <a:cubicBezTo>
                    <a:pt x="1139174" y="602587"/>
                    <a:pt x="1140217" y="604269"/>
                    <a:pt x="1140487" y="604504"/>
                  </a:cubicBezTo>
                  <a:cubicBezTo>
                    <a:pt x="1140756" y="604706"/>
                    <a:pt x="1141732" y="605581"/>
                    <a:pt x="1142270" y="605917"/>
                  </a:cubicBezTo>
                  <a:cubicBezTo>
                    <a:pt x="1142809" y="606254"/>
                    <a:pt x="1143515" y="606556"/>
                    <a:pt x="1144222" y="606422"/>
                  </a:cubicBezTo>
                  <a:cubicBezTo>
                    <a:pt x="1144929" y="606254"/>
                    <a:pt x="1145972" y="606422"/>
                    <a:pt x="1145972" y="606422"/>
                  </a:cubicBezTo>
                  <a:lnTo>
                    <a:pt x="1147217" y="605614"/>
                  </a:lnTo>
                  <a:lnTo>
                    <a:pt x="1147857" y="605244"/>
                  </a:lnTo>
                  <a:lnTo>
                    <a:pt x="1148126" y="603327"/>
                  </a:lnTo>
                  <a:cubicBezTo>
                    <a:pt x="1148126" y="603327"/>
                    <a:pt x="1148025" y="601914"/>
                    <a:pt x="1148025" y="601578"/>
                  </a:cubicBezTo>
                  <a:cubicBezTo>
                    <a:pt x="1148025" y="601241"/>
                    <a:pt x="1148227" y="599828"/>
                    <a:pt x="1148227" y="599828"/>
                  </a:cubicBezTo>
                  <a:lnTo>
                    <a:pt x="1148227" y="597003"/>
                  </a:lnTo>
                  <a:cubicBezTo>
                    <a:pt x="1148227" y="597003"/>
                    <a:pt x="1147588" y="594513"/>
                    <a:pt x="1147588" y="593840"/>
                  </a:cubicBezTo>
                  <a:cubicBezTo>
                    <a:pt x="1147588" y="593201"/>
                    <a:pt x="1147386" y="591351"/>
                    <a:pt x="1147386" y="591351"/>
                  </a:cubicBezTo>
                  <a:cubicBezTo>
                    <a:pt x="1147386" y="591351"/>
                    <a:pt x="1147722" y="588425"/>
                    <a:pt x="1147823" y="588088"/>
                  </a:cubicBezTo>
                  <a:cubicBezTo>
                    <a:pt x="1147924" y="587752"/>
                    <a:pt x="1148597" y="586574"/>
                    <a:pt x="1149573" y="585902"/>
                  </a:cubicBezTo>
                  <a:cubicBezTo>
                    <a:pt x="1150549" y="585262"/>
                    <a:pt x="1150987" y="584388"/>
                    <a:pt x="1151525" y="583950"/>
                  </a:cubicBezTo>
                  <a:cubicBezTo>
                    <a:pt x="1152064" y="583513"/>
                    <a:pt x="1153477" y="582975"/>
                    <a:pt x="1154117" y="582336"/>
                  </a:cubicBezTo>
                  <a:cubicBezTo>
                    <a:pt x="1154756" y="581697"/>
                    <a:pt x="1157583" y="580721"/>
                    <a:pt x="1158895" y="580485"/>
                  </a:cubicBezTo>
                  <a:cubicBezTo>
                    <a:pt x="1160208" y="580284"/>
                    <a:pt x="1161083" y="578972"/>
                    <a:pt x="1161723" y="578972"/>
                  </a:cubicBezTo>
                  <a:cubicBezTo>
                    <a:pt x="1162362" y="578972"/>
                    <a:pt x="1162800" y="578770"/>
                    <a:pt x="1165626" y="578097"/>
                  </a:cubicBezTo>
                  <a:cubicBezTo>
                    <a:pt x="1168453" y="577458"/>
                    <a:pt x="1168992" y="576146"/>
                    <a:pt x="1169429" y="575910"/>
                  </a:cubicBezTo>
                  <a:cubicBezTo>
                    <a:pt x="1169867" y="575709"/>
                    <a:pt x="1171718" y="575036"/>
                    <a:pt x="1171718" y="575036"/>
                  </a:cubicBezTo>
                  <a:cubicBezTo>
                    <a:pt x="1171718" y="575036"/>
                    <a:pt x="1173905" y="574161"/>
                    <a:pt x="1175420" y="574161"/>
                  </a:cubicBezTo>
                  <a:cubicBezTo>
                    <a:pt x="1176934" y="574161"/>
                    <a:pt x="1178247" y="572849"/>
                    <a:pt x="1178247" y="572849"/>
                  </a:cubicBezTo>
                  <a:lnTo>
                    <a:pt x="1181511" y="571235"/>
                  </a:lnTo>
                  <a:cubicBezTo>
                    <a:pt x="1181511" y="571235"/>
                    <a:pt x="1181949" y="569284"/>
                    <a:pt x="1183026" y="568846"/>
                  </a:cubicBezTo>
                  <a:cubicBezTo>
                    <a:pt x="1184103" y="568409"/>
                    <a:pt x="1184776" y="566559"/>
                    <a:pt x="1185113" y="566222"/>
                  </a:cubicBezTo>
                  <a:cubicBezTo>
                    <a:pt x="1185449" y="565886"/>
                    <a:pt x="1186627" y="565146"/>
                    <a:pt x="1187401" y="564809"/>
                  </a:cubicBezTo>
                  <a:cubicBezTo>
                    <a:pt x="1188175" y="564473"/>
                    <a:pt x="1190228" y="562522"/>
                    <a:pt x="1191103" y="562085"/>
                  </a:cubicBezTo>
                  <a:cubicBezTo>
                    <a:pt x="1191978" y="561647"/>
                    <a:pt x="1192954" y="560033"/>
                    <a:pt x="1193156" y="559259"/>
                  </a:cubicBezTo>
                  <a:cubicBezTo>
                    <a:pt x="1193358" y="558485"/>
                    <a:pt x="1194233" y="556332"/>
                    <a:pt x="1194334" y="555794"/>
                  </a:cubicBezTo>
                  <a:cubicBezTo>
                    <a:pt x="1194435" y="555256"/>
                    <a:pt x="1194233" y="554482"/>
                    <a:pt x="1194233" y="554482"/>
                  </a:cubicBezTo>
                  <a:lnTo>
                    <a:pt x="1193694" y="552430"/>
                  </a:lnTo>
                  <a:cubicBezTo>
                    <a:pt x="1193694" y="552430"/>
                    <a:pt x="1191507" y="550042"/>
                    <a:pt x="1191305" y="549268"/>
                  </a:cubicBezTo>
                  <a:cubicBezTo>
                    <a:pt x="1191103" y="548494"/>
                    <a:pt x="1188714" y="548393"/>
                    <a:pt x="1186963" y="548057"/>
                  </a:cubicBezTo>
                  <a:cubicBezTo>
                    <a:pt x="1185213" y="547720"/>
                    <a:pt x="1185113" y="547620"/>
                    <a:pt x="1184237" y="545870"/>
                  </a:cubicBezTo>
                  <a:cubicBezTo>
                    <a:pt x="1183362" y="544121"/>
                    <a:pt x="1183699" y="543919"/>
                    <a:pt x="1183598" y="543381"/>
                  </a:cubicBezTo>
                  <a:cubicBezTo>
                    <a:pt x="1183497" y="542843"/>
                    <a:pt x="1183059" y="540690"/>
                    <a:pt x="1183059" y="540690"/>
                  </a:cubicBezTo>
                  <a:cubicBezTo>
                    <a:pt x="1183059" y="540690"/>
                    <a:pt x="1183059" y="538402"/>
                    <a:pt x="1183059" y="538100"/>
                  </a:cubicBezTo>
                  <a:cubicBezTo>
                    <a:pt x="1183059" y="537763"/>
                    <a:pt x="1183766" y="535476"/>
                    <a:pt x="1184002" y="534500"/>
                  </a:cubicBezTo>
                  <a:cubicBezTo>
                    <a:pt x="1184204" y="533525"/>
                    <a:pt x="1184810" y="532448"/>
                    <a:pt x="1185146" y="531876"/>
                  </a:cubicBezTo>
                  <a:cubicBezTo>
                    <a:pt x="1185483" y="531338"/>
                    <a:pt x="1185685" y="530665"/>
                    <a:pt x="1186223" y="530363"/>
                  </a:cubicBezTo>
                  <a:cubicBezTo>
                    <a:pt x="1186762" y="530026"/>
                    <a:pt x="1187637" y="529488"/>
                    <a:pt x="1189050" y="529152"/>
                  </a:cubicBezTo>
                  <a:cubicBezTo>
                    <a:pt x="1190463" y="528815"/>
                    <a:pt x="1190699" y="529488"/>
                    <a:pt x="1192954" y="529488"/>
                  </a:cubicBezTo>
                  <a:cubicBezTo>
                    <a:pt x="1195243" y="529488"/>
                    <a:pt x="1193492" y="530463"/>
                    <a:pt x="1195142" y="531439"/>
                  </a:cubicBezTo>
                  <a:cubicBezTo>
                    <a:pt x="1196757" y="532414"/>
                    <a:pt x="1196757" y="530564"/>
                    <a:pt x="1197430" y="530026"/>
                  </a:cubicBezTo>
                  <a:cubicBezTo>
                    <a:pt x="1198069" y="529488"/>
                    <a:pt x="1198843" y="528075"/>
                    <a:pt x="1200695" y="527200"/>
                  </a:cubicBezTo>
                  <a:cubicBezTo>
                    <a:pt x="1202546" y="526326"/>
                    <a:pt x="1203421" y="525788"/>
                    <a:pt x="1204598" y="524274"/>
                  </a:cubicBezTo>
                  <a:cubicBezTo>
                    <a:pt x="1205776" y="522760"/>
                    <a:pt x="1205574" y="520573"/>
                    <a:pt x="1206214" y="520136"/>
                  </a:cubicBezTo>
                  <a:cubicBezTo>
                    <a:pt x="1206853" y="519699"/>
                    <a:pt x="1207089" y="518824"/>
                    <a:pt x="1210892" y="518723"/>
                  </a:cubicBezTo>
                  <a:cubicBezTo>
                    <a:pt x="1214695" y="518622"/>
                    <a:pt x="1212945" y="519934"/>
                    <a:pt x="1215570" y="520910"/>
                  </a:cubicBezTo>
                  <a:cubicBezTo>
                    <a:pt x="1218161" y="521885"/>
                    <a:pt x="1216647" y="522760"/>
                    <a:pt x="1218834" y="523399"/>
                  </a:cubicBezTo>
                  <a:cubicBezTo>
                    <a:pt x="1221022" y="524038"/>
                    <a:pt x="1220685" y="523500"/>
                    <a:pt x="1223613" y="522962"/>
                  </a:cubicBezTo>
                  <a:cubicBezTo>
                    <a:pt x="1226541" y="522424"/>
                    <a:pt x="1225464" y="521650"/>
                    <a:pt x="1226238" y="521347"/>
                  </a:cubicBezTo>
                  <a:cubicBezTo>
                    <a:pt x="1227012" y="521011"/>
                    <a:pt x="1227214" y="519160"/>
                    <a:pt x="1227551" y="518521"/>
                  </a:cubicBezTo>
                  <a:cubicBezTo>
                    <a:pt x="1227887" y="517882"/>
                    <a:pt x="1227887" y="515595"/>
                    <a:pt x="1227753" y="514182"/>
                  </a:cubicBezTo>
                  <a:cubicBezTo>
                    <a:pt x="1227652" y="512769"/>
                    <a:pt x="1227854" y="512231"/>
                    <a:pt x="1227854" y="511894"/>
                  </a:cubicBezTo>
                  <a:cubicBezTo>
                    <a:pt x="1227854" y="511558"/>
                    <a:pt x="1227080" y="507454"/>
                    <a:pt x="1227080" y="507454"/>
                  </a:cubicBezTo>
                  <a:cubicBezTo>
                    <a:pt x="1227080" y="507454"/>
                    <a:pt x="1226440" y="505065"/>
                    <a:pt x="1226205" y="504426"/>
                  </a:cubicBezTo>
                  <a:cubicBezTo>
                    <a:pt x="1226003" y="503787"/>
                    <a:pt x="1225431" y="500625"/>
                    <a:pt x="1225431" y="500625"/>
                  </a:cubicBezTo>
                  <a:cubicBezTo>
                    <a:pt x="1225431" y="500625"/>
                    <a:pt x="1225229" y="496824"/>
                    <a:pt x="1225229" y="496386"/>
                  </a:cubicBezTo>
                  <a:cubicBezTo>
                    <a:pt x="1225229" y="495949"/>
                    <a:pt x="1224892" y="494536"/>
                    <a:pt x="1224892" y="494536"/>
                  </a:cubicBezTo>
                  <a:lnTo>
                    <a:pt x="1224354" y="492047"/>
                  </a:lnTo>
                  <a:lnTo>
                    <a:pt x="1223479" y="489120"/>
                  </a:lnTo>
                  <a:lnTo>
                    <a:pt x="1226407" y="488145"/>
                  </a:lnTo>
                  <a:cubicBezTo>
                    <a:pt x="1226407" y="488145"/>
                    <a:pt x="1227282" y="487943"/>
                    <a:pt x="1227719" y="487808"/>
                  </a:cubicBezTo>
                  <a:cubicBezTo>
                    <a:pt x="1228157" y="487707"/>
                    <a:pt x="1229133" y="486732"/>
                    <a:pt x="1231623" y="485958"/>
                  </a:cubicBezTo>
                  <a:cubicBezTo>
                    <a:pt x="1234114" y="485184"/>
                    <a:pt x="1234114" y="484343"/>
                    <a:pt x="1235863" y="483906"/>
                  </a:cubicBezTo>
                  <a:cubicBezTo>
                    <a:pt x="1237614" y="483469"/>
                    <a:pt x="1238892" y="484343"/>
                    <a:pt x="1241417" y="484579"/>
                  </a:cubicBezTo>
                  <a:cubicBezTo>
                    <a:pt x="1243907" y="484781"/>
                    <a:pt x="1242191" y="484915"/>
                    <a:pt x="1244008" y="485353"/>
                  </a:cubicBezTo>
                  <a:cubicBezTo>
                    <a:pt x="1245859" y="485790"/>
                    <a:pt x="1246195" y="486126"/>
                    <a:pt x="1247037" y="485790"/>
                  </a:cubicBezTo>
                  <a:cubicBezTo>
                    <a:pt x="1247912" y="485453"/>
                    <a:pt x="1247912" y="485353"/>
                    <a:pt x="1248249" y="484814"/>
                  </a:cubicBezTo>
                  <a:cubicBezTo>
                    <a:pt x="1248585" y="484276"/>
                    <a:pt x="1248484" y="483637"/>
                    <a:pt x="1248484" y="483637"/>
                  </a:cubicBezTo>
                  <a:lnTo>
                    <a:pt x="1248585" y="482224"/>
                  </a:lnTo>
                  <a:cubicBezTo>
                    <a:pt x="1248585" y="482224"/>
                    <a:pt x="1248921" y="479197"/>
                    <a:pt x="1249023" y="478423"/>
                  </a:cubicBezTo>
                  <a:cubicBezTo>
                    <a:pt x="1249123" y="477649"/>
                    <a:pt x="1249123" y="474722"/>
                    <a:pt x="1249123" y="474722"/>
                  </a:cubicBezTo>
                  <a:cubicBezTo>
                    <a:pt x="1249123" y="474722"/>
                    <a:pt x="1249123" y="471695"/>
                    <a:pt x="1249123" y="471022"/>
                  </a:cubicBezTo>
                  <a:cubicBezTo>
                    <a:pt x="1249123" y="470383"/>
                    <a:pt x="1249023" y="468297"/>
                    <a:pt x="1249023" y="467221"/>
                  </a:cubicBezTo>
                  <a:cubicBezTo>
                    <a:pt x="1249023" y="466144"/>
                    <a:pt x="1249123" y="465808"/>
                    <a:pt x="1249023" y="465472"/>
                  </a:cubicBezTo>
                  <a:cubicBezTo>
                    <a:pt x="1248921" y="465135"/>
                    <a:pt x="1247407" y="463420"/>
                    <a:pt x="1247407" y="462982"/>
                  </a:cubicBezTo>
                  <a:cubicBezTo>
                    <a:pt x="1247407" y="462545"/>
                    <a:pt x="1246970" y="462007"/>
                    <a:pt x="1246768" y="461670"/>
                  </a:cubicBezTo>
                  <a:cubicBezTo>
                    <a:pt x="1246566" y="461334"/>
                    <a:pt x="1245691" y="460022"/>
                    <a:pt x="1245691" y="459181"/>
                  </a:cubicBezTo>
                  <a:cubicBezTo>
                    <a:pt x="1245691" y="458306"/>
                    <a:pt x="1245691" y="457667"/>
                    <a:pt x="1245893" y="457230"/>
                  </a:cubicBezTo>
                  <a:cubicBezTo>
                    <a:pt x="1246095" y="456793"/>
                    <a:pt x="1246229" y="456456"/>
                    <a:pt x="1246229" y="456456"/>
                  </a:cubicBezTo>
                  <a:cubicBezTo>
                    <a:pt x="1246229" y="456456"/>
                    <a:pt x="1247878" y="452857"/>
                    <a:pt x="1248282" y="452655"/>
                  </a:cubicBezTo>
                  <a:cubicBezTo>
                    <a:pt x="1248720" y="452453"/>
                    <a:pt x="1250571" y="451242"/>
                    <a:pt x="1250571" y="451242"/>
                  </a:cubicBezTo>
                  <a:lnTo>
                    <a:pt x="1256326" y="446903"/>
                  </a:lnTo>
                  <a:lnTo>
                    <a:pt x="1257201" y="443303"/>
                  </a:lnTo>
                  <a:cubicBezTo>
                    <a:pt x="1257201" y="443303"/>
                    <a:pt x="1258378" y="440713"/>
                    <a:pt x="1258513" y="440275"/>
                  </a:cubicBezTo>
                  <a:cubicBezTo>
                    <a:pt x="1258614" y="439838"/>
                    <a:pt x="1257739" y="439838"/>
                    <a:pt x="1257739" y="439838"/>
                  </a:cubicBezTo>
                  <a:lnTo>
                    <a:pt x="1255114" y="438863"/>
                  </a:lnTo>
                  <a:lnTo>
                    <a:pt x="1254340" y="437450"/>
                  </a:lnTo>
                  <a:lnTo>
                    <a:pt x="1253902" y="435061"/>
                  </a:lnTo>
                  <a:cubicBezTo>
                    <a:pt x="1253902" y="435061"/>
                    <a:pt x="1251614" y="432471"/>
                    <a:pt x="1251412" y="432034"/>
                  </a:cubicBezTo>
                  <a:cubicBezTo>
                    <a:pt x="1251210" y="431597"/>
                    <a:pt x="1249763" y="431058"/>
                    <a:pt x="1249763" y="431058"/>
                  </a:cubicBezTo>
                  <a:cubicBezTo>
                    <a:pt x="1249763" y="431058"/>
                    <a:pt x="1246734" y="429208"/>
                    <a:pt x="1246195" y="428468"/>
                  </a:cubicBezTo>
                  <a:cubicBezTo>
                    <a:pt x="1245657" y="427694"/>
                    <a:pt x="1242931" y="425104"/>
                    <a:pt x="1242494" y="424768"/>
                  </a:cubicBezTo>
                  <a:cubicBezTo>
                    <a:pt x="1242056" y="424431"/>
                    <a:pt x="1239229" y="422716"/>
                    <a:pt x="1238791" y="422480"/>
                  </a:cubicBezTo>
                  <a:cubicBezTo>
                    <a:pt x="1238354" y="422278"/>
                    <a:pt x="1234753" y="418881"/>
                    <a:pt x="1234753" y="418881"/>
                  </a:cubicBezTo>
                  <a:cubicBezTo>
                    <a:pt x="1234753" y="418881"/>
                    <a:pt x="1233878" y="414205"/>
                    <a:pt x="1233878" y="413566"/>
                  </a:cubicBezTo>
                  <a:cubicBezTo>
                    <a:pt x="1233878" y="412926"/>
                    <a:pt x="1233777" y="409428"/>
                    <a:pt x="1233777" y="409428"/>
                  </a:cubicBezTo>
                  <a:cubicBezTo>
                    <a:pt x="1233777" y="409428"/>
                    <a:pt x="1233777" y="405728"/>
                    <a:pt x="1233676" y="405089"/>
                  </a:cubicBezTo>
                  <a:cubicBezTo>
                    <a:pt x="1233575" y="404449"/>
                    <a:pt x="1232599" y="401388"/>
                    <a:pt x="1232599" y="401388"/>
                  </a:cubicBezTo>
                  <a:lnTo>
                    <a:pt x="1231623" y="398226"/>
                  </a:lnTo>
                  <a:lnTo>
                    <a:pt x="1230849" y="396039"/>
                  </a:lnTo>
                  <a:lnTo>
                    <a:pt x="1229974" y="395400"/>
                  </a:lnTo>
                  <a:cubicBezTo>
                    <a:pt x="1229974" y="395400"/>
                    <a:pt x="1223008" y="392911"/>
                    <a:pt x="1222805" y="392474"/>
                  </a:cubicBezTo>
                  <a:cubicBezTo>
                    <a:pt x="1222570" y="392036"/>
                    <a:pt x="1222368" y="391162"/>
                    <a:pt x="1222368" y="390623"/>
                  </a:cubicBezTo>
                  <a:cubicBezTo>
                    <a:pt x="1222368" y="390085"/>
                    <a:pt x="1222469" y="388437"/>
                    <a:pt x="1222570" y="387798"/>
                  </a:cubicBezTo>
                  <a:cubicBezTo>
                    <a:pt x="1222671" y="387159"/>
                    <a:pt x="1223647" y="386048"/>
                    <a:pt x="1224320" y="384972"/>
                  </a:cubicBezTo>
                  <a:cubicBezTo>
                    <a:pt x="1224959" y="383895"/>
                    <a:pt x="1224959" y="384535"/>
                    <a:pt x="1226272" y="383895"/>
                  </a:cubicBezTo>
                  <a:cubicBezTo>
                    <a:pt x="1227585" y="383256"/>
                    <a:pt x="1227484" y="383256"/>
                    <a:pt x="1228325" y="382819"/>
                  </a:cubicBezTo>
                  <a:cubicBezTo>
                    <a:pt x="1229200" y="382382"/>
                    <a:pt x="1229402" y="381944"/>
                    <a:pt x="1230176" y="380767"/>
                  </a:cubicBezTo>
                  <a:cubicBezTo>
                    <a:pt x="1230950" y="379556"/>
                    <a:pt x="1230176" y="380767"/>
                    <a:pt x="1230714" y="380431"/>
                  </a:cubicBezTo>
                  <a:cubicBezTo>
                    <a:pt x="1231253" y="380094"/>
                    <a:pt x="1231589" y="378917"/>
                    <a:pt x="1232128" y="378379"/>
                  </a:cubicBezTo>
                  <a:cubicBezTo>
                    <a:pt x="1232666" y="377840"/>
                    <a:pt x="1232666" y="376528"/>
                    <a:pt x="1232666" y="376528"/>
                  </a:cubicBezTo>
                  <a:lnTo>
                    <a:pt x="1232431" y="374577"/>
                  </a:lnTo>
                  <a:lnTo>
                    <a:pt x="1231993" y="371415"/>
                  </a:lnTo>
                  <a:lnTo>
                    <a:pt x="1230479" y="369565"/>
                  </a:lnTo>
                  <a:lnTo>
                    <a:pt x="1227753" y="368253"/>
                  </a:lnTo>
                  <a:lnTo>
                    <a:pt x="1224488" y="365629"/>
                  </a:lnTo>
                  <a:cubicBezTo>
                    <a:pt x="1224488" y="365629"/>
                    <a:pt x="1222738" y="363443"/>
                    <a:pt x="1222839" y="364115"/>
                  </a:cubicBezTo>
                  <a:cubicBezTo>
                    <a:pt x="1222940" y="364754"/>
                    <a:pt x="1219373" y="362164"/>
                    <a:pt x="1218700" y="361626"/>
                  </a:cubicBezTo>
                  <a:cubicBezTo>
                    <a:pt x="1218060" y="361088"/>
                    <a:pt x="1214358" y="360415"/>
                    <a:pt x="1213483" y="360112"/>
                  </a:cubicBezTo>
                  <a:cubicBezTo>
                    <a:pt x="1212608" y="359776"/>
                    <a:pt x="1210858" y="359137"/>
                    <a:pt x="1210858" y="358800"/>
                  </a:cubicBezTo>
                  <a:cubicBezTo>
                    <a:pt x="1210858" y="358464"/>
                    <a:pt x="1211397" y="355335"/>
                    <a:pt x="1212373" y="354326"/>
                  </a:cubicBezTo>
                  <a:cubicBezTo>
                    <a:pt x="1213349" y="353351"/>
                    <a:pt x="1213685" y="353553"/>
                    <a:pt x="1214123" y="353351"/>
                  </a:cubicBezTo>
                  <a:cubicBezTo>
                    <a:pt x="1214560" y="353149"/>
                    <a:pt x="1215099" y="351332"/>
                    <a:pt x="1215099" y="351332"/>
                  </a:cubicBezTo>
                  <a:cubicBezTo>
                    <a:pt x="1215099" y="351332"/>
                    <a:pt x="1215301" y="349919"/>
                    <a:pt x="1216176" y="348607"/>
                  </a:cubicBezTo>
                  <a:cubicBezTo>
                    <a:pt x="1217051" y="347296"/>
                    <a:pt x="1217488" y="344571"/>
                    <a:pt x="1217589" y="344167"/>
                  </a:cubicBezTo>
                  <a:cubicBezTo>
                    <a:pt x="1217690" y="343730"/>
                    <a:pt x="1218363" y="341678"/>
                    <a:pt x="1218363" y="341678"/>
                  </a:cubicBezTo>
                  <a:cubicBezTo>
                    <a:pt x="1218363" y="341678"/>
                    <a:pt x="1219137" y="341240"/>
                    <a:pt x="1219878" y="340803"/>
                  </a:cubicBezTo>
                  <a:cubicBezTo>
                    <a:pt x="1220652" y="340366"/>
                    <a:pt x="1221291" y="340366"/>
                    <a:pt x="1222267" y="339929"/>
                  </a:cubicBezTo>
                  <a:cubicBezTo>
                    <a:pt x="1223243" y="339491"/>
                    <a:pt x="1223916" y="339155"/>
                    <a:pt x="1224017" y="338415"/>
                  </a:cubicBezTo>
                  <a:cubicBezTo>
                    <a:pt x="1224118" y="337641"/>
                    <a:pt x="1224118" y="336026"/>
                    <a:pt x="1223916" y="334815"/>
                  </a:cubicBezTo>
                  <a:cubicBezTo>
                    <a:pt x="1223714" y="333604"/>
                    <a:pt x="1222839" y="332629"/>
                    <a:pt x="1222604" y="332225"/>
                  </a:cubicBezTo>
                  <a:cubicBezTo>
                    <a:pt x="1222368" y="331788"/>
                    <a:pt x="1220551" y="330039"/>
                    <a:pt x="1220315" y="329601"/>
                  </a:cubicBezTo>
                  <a:cubicBezTo>
                    <a:pt x="1220079" y="329164"/>
                    <a:pt x="1218902" y="327650"/>
                    <a:pt x="1218902" y="327650"/>
                  </a:cubicBezTo>
                  <a:lnTo>
                    <a:pt x="1216075" y="325161"/>
                  </a:lnTo>
                  <a:lnTo>
                    <a:pt x="1213248" y="321158"/>
                  </a:lnTo>
                  <a:lnTo>
                    <a:pt x="1208469" y="318130"/>
                  </a:lnTo>
                  <a:lnTo>
                    <a:pt x="1205103" y="315641"/>
                  </a:lnTo>
                  <a:lnTo>
                    <a:pt x="1202377" y="312176"/>
                  </a:lnTo>
                  <a:lnTo>
                    <a:pt x="1197060" y="309787"/>
                  </a:lnTo>
                  <a:lnTo>
                    <a:pt x="1195983" y="309451"/>
                  </a:lnTo>
                  <a:lnTo>
                    <a:pt x="1192920" y="308139"/>
                  </a:lnTo>
                  <a:cubicBezTo>
                    <a:pt x="1192920" y="308139"/>
                    <a:pt x="1188141" y="307063"/>
                    <a:pt x="1187603" y="306390"/>
                  </a:cubicBezTo>
                  <a:cubicBezTo>
                    <a:pt x="1187064" y="305751"/>
                    <a:pt x="1183362" y="304203"/>
                    <a:pt x="1182050" y="303463"/>
                  </a:cubicBezTo>
                  <a:cubicBezTo>
                    <a:pt x="1180737" y="302689"/>
                    <a:pt x="1178684" y="301276"/>
                    <a:pt x="1178247" y="300873"/>
                  </a:cubicBezTo>
                  <a:cubicBezTo>
                    <a:pt x="1177809" y="300435"/>
                    <a:pt x="1176934" y="299998"/>
                    <a:pt x="1176934" y="299561"/>
                  </a:cubicBezTo>
                  <a:cubicBezTo>
                    <a:pt x="1176934" y="299124"/>
                    <a:pt x="1177035" y="297173"/>
                    <a:pt x="1177035" y="296836"/>
                  </a:cubicBezTo>
                  <a:cubicBezTo>
                    <a:pt x="1177035" y="296500"/>
                    <a:pt x="1177372" y="295322"/>
                    <a:pt x="1177473" y="294549"/>
                  </a:cubicBezTo>
                  <a:cubicBezTo>
                    <a:pt x="1177574" y="293775"/>
                    <a:pt x="1178146" y="291386"/>
                    <a:pt x="1178247" y="291084"/>
                  </a:cubicBezTo>
                  <a:cubicBezTo>
                    <a:pt x="1178348" y="290747"/>
                    <a:pt x="1179122" y="290983"/>
                    <a:pt x="1179559" y="290310"/>
                  </a:cubicBezTo>
                  <a:cubicBezTo>
                    <a:pt x="1179997" y="289671"/>
                    <a:pt x="1181074" y="289234"/>
                    <a:pt x="1181074" y="288796"/>
                  </a:cubicBezTo>
                  <a:cubicBezTo>
                    <a:pt x="1181074" y="288359"/>
                    <a:pt x="1181612" y="287484"/>
                    <a:pt x="1181713" y="287047"/>
                  </a:cubicBezTo>
                  <a:cubicBezTo>
                    <a:pt x="1181814" y="286610"/>
                    <a:pt x="1182151" y="285836"/>
                    <a:pt x="1182353" y="285399"/>
                  </a:cubicBezTo>
                  <a:cubicBezTo>
                    <a:pt x="1182555" y="284961"/>
                    <a:pt x="1182891" y="283986"/>
                    <a:pt x="1183127" y="283347"/>
                  </a:cubicBezTo>
                  <a:cubicBezTo>
                    <a:pt x="1183329" y="282708"/>
                    <a:pt x="1183564" y="281597"/>
                    <a:pt x="1183564" y="281597"/>
                  </a:cubicBezTo>
                  <a:lnTo>
                    <a:pt x="1183901" y="279646"/>
                  </a:lnTo>
                  <a:cubicBezTo>
                    <a:pt x="1183901" y="279646"/>
                    <a:pt x="1183463" y="278435"/>
                    <a:pt x="1183362" y="277695"/>
                  </a:cubicBezTo>
                  <a:cubicBezTo>
                    <a:pt x="1183261" y="276921"/>
                    <a:pt x="1182050" y="276921"/>
                    <a:pt x="1181410" y="275206"/>
                  </a:cubicBezTo>
                  <a:cubicBezTo>
                    <a:pt x="1180771" y="273457"/>
                    <a:pt x="1179795" y="273457"/>
                    <a:pt x="1179795" y="273457"/>
                  </a:cubicBezTo>
                  <a:lnTo>
                    <a:pt x="1179459" y="271404"/>
                  </a:lnTo>
                  <a:cubicBezTo>
                    <a:pt x="1179459" y="271404"/>
                    <a:pt x="1179459" y="269891"/>
                    <a:pt x="1179459" y="269218"/>
                  </a:cubicBezTo>
                  <a:cubicBezTo>
                    <a:pt x="1179459" y="268579"/>
                    <a:pt x="1179223" y="267805"/>
                    <a:pt x="1179223" y="266830"/>
                  </a:cubicBezTo>
                  <a:cubicBezTo>
                    <a:pt x="1179223" y="265854"/>
                    <a:pt x="1176059" y="264441"/>
                    <a:pt x="1175756" y="264105"/>
                  </a:cubicBezTo>
                  <a:cubicBezTo>
                    <a:pt x="1175420" y="263768"/>
                    <a:pt x="1173030" y="262894"/>
                    <a:pt x="1173030" y="262894"/>
                  </a:cubicBezTo>
                  <a:cubicBezTo>
                    <a:pt x="1173030" y="262894"/>
                    <a:pt x="1171078" y="263432"/>
                    <a:pt x="1170742" y="263667"/>
                  </a:cubicBezTo>
                  <a:cubicBezTo>
                    <a:pt x="1170405" y="263869"/>
                    <a:pt x="1169665" y="264879"/>
                    <a:pt x="1169665" y="264879"/>
                  </a:cubicBezTo>
                  <a:cubicBezTo>
                    <a:pt x="1169665" y="264879"/>
                    <a:pt x="1169665" y="266190"/>
                    <a:pt x="1169564" y="266931"/>
                  </a:cubicBezTo>
                  <a:cubicBezTo>
                    <a:pt x="1169463" y="267704"/>
                    <a:pt x="1169227" y="268680"/>
                    <a:pt x="1169026" y="269117"/>
                  </a:cubicBezTo>
                  <a:cubicBezTo>
                    <a:pt x="1168824" y="269554"/>
                    <a:pt x="1167949" y="271741"/>
                    <a:pt x="1167275" y="272481"/>
                  </a:cubicBezTo>
                  <a:cubicBezTo>
                    <a:pt x="1166636" y="273255"/>
                    <a:pt x="1166401" y="274230"/>
                    <a:pt x="1165626" y="275206"/>
                  </a:cubicBezTo>
                  <a:cubicBezTo>
                    <a:pt x="1164852" y="276181"/>
                    <a:pt x="1164987" y="276080"/>
                    <a:pt x="1164987" y="276080"/>
                  </a:cubicBezTo>
                  <a:cubicBezTo>
                    <a:pt x="1164987" y="276080"/>
                    <a:pt x="1164348" y="277695"/>
                    <a:pt x="1163910" y="278267"/>
                  </a:cubicBezTo>
                  <a:cubicBezTo>
                    <a:pt x="1163473" y="278805"/>
                    <a:pt x="1163809" y="280655"/>
                    <a:pt x="1163809" y="281093"/>
                  </a:cubicBezTo>
                  <a:cubicBezTo>
                    <a:pt x="1163809" y="281530"/>
                    <a:pt x="1164011" y="282943"/>
                    <a:pt x="1164011" y="282943"/>
                  </a:cubicBezTo>
                  <a:cubicBezTo>
                    <a:pt x="1164011" y="282943"/>
                    <a:pt x="1164247" y="284894"/>
                    <a:pt x="1164549" y="285432"/>
                  </a:cubicBezTo>
                  <a:cubicBezTo>
                    <a:pt x="1164886" y="285970"/>
                    <a:pt x="1164650" y="287047"/>
                    <a:pt x="1164650" y="287047"/>
                  </a:cubicBezTo>
                  <a:lnTo>
                    <a:pt x="1162800" y="288796"/>
                  </a:lnTo>
                  <a:lnTo>
                    <a:pt x="1160410" y="289435"/>
                  </a:lnTo>
                  <a:cubicBezTo>
                    <a:pt x="1160410" y="289435"/>
                    <a:pt x="1158458" y="289772"/>
                    <a:pt x="1158121" y="289873"/>
                  </a:cubicBezTo>
                  <a:cubicBezTo>
                    <a:pt x="1157785" y="289974"/>
                    <a:pt x="1156472" y="289772"/>
                    <a:pt x="1156472" y="289772"/>
                  </a:cubicBezTo>
                  <a:lnTo>
                    <a:pt x="1155059" y="286946"/>
                  </a:lnTo>
                  <a:lnTo>
                    <a:pt x="1153309" y="284221"/>
                  </a:lnTo>
                  <a:lnTo>
                    <a:pt x="1150583" y="281631"/>
                  </a:lnTo>
                  <a:lnTo>
                    <a:pt x="1147857" y="277056"/>
                  </a:lnTo>
                  <a:cubicBezTo>
                    <a:pt x="1147857" y="277056"/>
                    <a:pt x="1145669" y="275307"/>
                    <a:pt x="1144828" y="275004"/>
                  </a:cubicBezTo>
                  <a:cubicBezTo>
                    <a:pt x="1143953" y="274668"/>
                    <a:pt x="1143078" y="274567"/>
                    <a:pt x="1142775" y="274466"/>
                  </a:cubicBezTo>
                  <a:cubicBezTo>
                    <a:pt x="1142439" y="274365"/>
                    <a:pt x="1140587" y="273591"/>
                    <a:pt x="1140587" y="273591"/>
                  </a:cubicBezTo>
                  <a:lnTo>
                    <a:pt x="1138534" y="271842"/>
                  </a:lnTo>
                  <a:lnTo>
                    <a:pt x="1134933" y="267805"/>
                  </a:lnTo>
                  <a:lnTo>
                    <a:pt x="1132645" y="264979"/>
                  </a:lnTo>
                  <a:cubicBezTo>
                    <a:pt x="1132645" y="264979"/>
                    <a:pt x="1127429" y="258992"/>
                    <a:pt x="1127327" y="258689"/>
                  </a:cubicBezTo>
                  <a:cubicBezTo>
                    <a:pt x="1127227" y="258352"/>
                    <a:pt x="1123727" y="254988"/>
                    <a:pt x="1123727" y="254988"/>
                  </a:cubicBezTo>
                  <a:lnTo>
                    <a:pt x="1121135" y="253575"/>
                  </a:lnTo>
                  <a:cubicBezTo>
                    <a:pt x="1121135" y="253575"/>
                    <a:pt x="1112116" y="245098"/>
                    <a:pt x="1111140" y="244661"/>
                  </a:cubicBezTo>
                  <a:cubicBezTo>
                    <a:pt x="1110164" y="244224"/>
                    <a:pt x="1106697" y="241196"/>
                    <a:pt x="1105688" y="240422"/>
                  </a:cubicBezTo>
                  <a:cubicBezTo>
                    <a:pt x="1104712" y="239649"/>
                    <a:pt x="1099596" y="235208"/>
                    <a:pt x="1099596" y="235208"/>
                  </a:cubicBezTo>
                  <a:cubicBezTo>
                    <a:pt x="1099596" y="235208"/>
                    <a:pt x="1093303" y="232046"/>
                    <a:pt x="1092865" y="231743"/>
                  </a:cubicBezTo>
                  <a:cubicBezTo>
                    <a:pt x="1092428" y="231407"/>
                    <a:pt x="1089803" y="228918"/>
                    <a:pt x="1089399" y="228817"/>
                  </a:cubicBezTo>
                  <a:cubicBezTo>
                    <a:pt x="1088961" y="228716"/>
                    <a:pt x="1087346" y="227404"/>
                    <a:pt x="1087346" y="227404"/>
                  </a:cubicBezTo>
                  <a:cubicBezTo>
                    <a:pt x="1087346" y="227404"/>
                    <a:pt x="1083004" y="226327"/>
                    <a:pt x="1082668" y="226092"/>
                  </a:cubicBezTo>
                  <a:cubicBezTo>
                    <a:pt x="1082331" y="225890"/>
                    <a:pt x="1079067" y="225116"/>
                    <a:pt x="1078629" y="224881"/>
                  </a:cubicBezTo>
                  <a:cubicBezTo>
                    <a:pt x="1078192" y="224679"/>
                    <a:pt x="1074187" y="221080"/>
                    <a:pt x="1074052" y="220642"/>
                  </a:cubicBezTo>
                  <a:cubicBezTo>
                    <a:pt x="1073951" y="220205"/>
                    <a:pt x="1072437" y="219566"/>
                    <a:pt x="1072100" y="219028"/>
                  </a:cubicBezTo>
                  <a:cubicBezTo>
                    <a:pt x="1071764" y="218489"/>
                    <a:pt x="1069711" y="216538"/>
                    <a:pt x="1069711" y="216538"/>
                  </a:cubicBezTo>
                  <a:cubicBezTo>
                    <a:pt x="1069711" y="216538"/>
                    <a:pt x="1069071" y="216538"/>
                    <a:pt x="1068398" y="216875"/>
                  </a:cubicBezTo>
                  <a:cubicBezTo>
                    <a:pt x="1067759" y="217211"/>
                    <a:pt x="1067086" y="217648"/>
                    <a:pt x="1065235" y="218624"/>
                  </a:cubicBezTo>
                  <a:cubicBezTo>
                    <a:pt x="1063384" y="219600"/>
                    <a:pt x="1061970" y="219061"/>
                    <a:pt x="1060893" y="218960"/>
                  </a:cubicBezTo>
                  <a:cubicBezTo>
                    <a:pt x="1059816" y="218859"/>
                    <a:pt x="1058840" y="216908"/>
                    <a:pt x="1058840" y="216908"/>
                  </a:cubicBezTo>
                  <a:lnTo>
                    <a:pt x="1059379" y="215058"/>
                  </a:lnTo>
                  <a:cubicBezTo>
                    <a:pt x="1059379" y="215058"/>
                    <a:pt x="1059716" y="213309"/>
                    <a:pt x="1059917" y="212333"/>
                  </a:cubicBezTo>
                  <a:cubicBezTo>
                    <a:pt x="1060119" y="211358"/>
                    <a:pt x="1060355" y="210281"/>
                    <a:pt x="1060355" y="210281"/>
                  </a:cubicBezTo>
                  <a:lnTo>
                    <a:pt x="1059379" y="205404"/>
                  </a:lnTo>
                  <a:lnTo>
                    <a:pt x="1059379" y="201804"/>
                  </a:lnTo>
                  <a:lnTo>
                    <a:pt x="1059042" y="197666"/>
                  </a:lnTo>
                  <a:cubicBezTo>
                    <a:pt x="1059042" y="197666"/>
                    <a:pt x="1057528" y="195278"/>
                    <a:pt x="1057292" y="194942"/>
                  </a:cubicBezTo>
                  <a:cubicBezTo>
                    <a:pt x="1057090" y="194605"/>
                    <a:pt x="1051436" y="194067"/>
                    <a:pt x="1051436" y="194067"/>
                  </a:cubicBezTo>
                  <a:lnTo>
                    <a:pt x="1048071" y="192318"/>
                  </a:lnTo>
                  <a:lnTo>
                    <a:pt x="1045379" y="192318"/>
                  </a:lnTo>
                  <a:cubicBezTo>
                    <a:pt x="1045379" y="192318"/>
                    <a:pt x="1042787" y="192049"/>
                    <a:pt x="1041845" y="191410"/>
                  </a:cubicBezTo>
                  <a:cubicBezTo>
                    <a:pt x="1040902" y="190770"/>
                    <a:pt x="1040162" y="190938"/>
                    <a:pt x="1040162" y="190938"/>
                  </a:cubicBezTo>
                  <a:cubicBezTo>
                    <a:pt x="1040162" y="190938"/>
                    <a:pt x="1037571" y="189055"/>
                    <a:pt x="1037268" y="188550"/>
                  </a:cubicBezTo>
                  <a:cubicBezTo>
                    <a:pt x="1036965" y="188046"/>
                    <a:pt x="1036191" y="187608"/>
                    <a:pt x="1035888" y="187171"/>
                  </a:cubicBezTo>
                  <a:cubicBezTo>
                    <a:pt x="1035585" y="186734"/>
                    <a:pt x="1034946" y="186364"/>
                    <a:pt x="1034441" y="185792"/>
                  </a:cubicBezTo>
                  <a:cubicBezTo>
                    <a:pt x="1033936" y="185220"/>
                    <a:pt x="1032994" y="184042"/>
                    <a:pt x="1032859" y="183269"/>
                  </a:cubicBezTo>
                  <a:cubicBezTo>
                    <a:pt x="1032724" y="182461"/>
                    <a:pt x="1031849" y="181620"/>
                    <a:pt x="1031715" y="181015"/>
                  </a:cubicBezTo>
                  <a:cubicBezTo>
                    <a:pt x="1031580" y="180443"/>
                    <a:pt x="1030840" y="179871"/>
                    <a:pt x="1030772" y="179266"/>
                  </a:cubicBezTo>
                  <a:cubicBezTo>
                    <a:pt x="1030705" y="178694"/>
                    <a:pt x="1028686" y="178525"/>
                    <a:pt x="1028686" y="178525"/>
                  </a:cubicBezTo>
                  <a:cubicBezTo>
                    <a:pt x="1028686" y="178525"/>
                    <a:pt x="1026297" y="178155"/>
                    <a:pt x="1025421" y="177012"/>
                  </a:cubicBezTo>
                  <a:cubicBezTo>
                    <a:pt x="1024546" y="175868"/>
                    <a:pt x="1025421" y="174993"/>
                    <a:pt x="1025489" y="174119"/>
                  </a:cubicBezTo>
                  <a:cubicBezTo>
                    <a:pt x="1025556" y="173244"/>
                    <a:pt x="1025186" y="171596"/>
                    <a:pt x="1025186" y="171360"/>
                  </a:cubicBezTo>
                  <a:cubicBezTo>
                    <a:pt x="1025186" y="171125"/>
                    <a:pt x="1024378" y="169342"/>
                    <a:pt x="1023941" y="168669"/>
                  </a:cubicBezTo>
                  <a:cubicBezTo>
                    <a:pt x="1023503" y="168030"/>
                    <a:pt x="1022426" y="166516"/>
                    <a:pt x="1022426" y="166516"/>
                  </a:cubicBezTo>
                  <a:cubicBezTo>
                    <a:pt x="1022426" y="166516"/>
                    <a:pt x="1021114" y="165709"/>
                    <a:pt x="1020676" y="165137"/>
                  </a:cubicBezTo>
                  <a:cubicBezTo>
                    <a:pt x="1020239" y="164565"/>
                    <a:pt x="1019465" y="165002"/>
                    <a:pt x="1019465" y="165002"/>
                  </a:cubicBezTo>
                  <a:lnTo>
                    <a:pt x="1017849" y="165810"/>
                  </a:lnTo>
                  <a:lnTo>
                    <a:pt x="1016099" y="167122"/>
                  </a:lnTo>
                  <a:cubicBezTo>
                    <a:pt x="1016099" y="167122"/>
                    <a:pt x="1015291" y="168635"/>
                    <a:pt x="1015224" y="169073"/>
                  </a:cubicBezTo>
                  <a:cubicBezTo>
                    <a:pt x="1015157" y="169510"/>
                    <a:pt x="1014921" y="170957"/>
                    <a:pt x="1014787" y="171461"/>
                  </a:cubicBezTo>
                  <a:cubicBezTo>
                    <a:pt x="1014652" y="171966"/>
                    <a:pt x="1014282" y="172840"/>
                    <a:pt x="1014214" y="173850"/>
                  </a:cubicBezTo>
                  <a:cubicBezTo>
                    <a:pt x="1014147" y="174859"/>
                    <a:pt x="1014147" y="175801"/>
                    <a:pt x="1014147" y="175801"/>
                  </a:cubicBezTo>
                  <a:cubicBezTo>
                    <a:pt x="1014147" y="175801"/>
                    <a:pt x="1014147" y="177314"/>
                    <a:pt x="1014147" y="177617"/>
                  </a:cubicBezTo>
                  <a:cubicBezTo>
                    <a:pt x="1014147" y="177920"/>
                    <a:pt x="1014484" y="178256"/>
                    <a:pt x="1015426" y="179568"/>
                  </a:cubicBezTo>
                  <a:cubicBezTo>
                    <a:pt x="1016368" y="180880"/>
                    <a:pt x="1016032" y="180813"/>
                    <a:pt x="1016705" y="181385"/>
                  </a:cubicBezTo>
                  <a:cubicBezTo>
                    <a:pt x="1017344" y="181957"/>
                    <a:pt x="1017075" y="183201"/>
                    <a:pt x="1017580" y="183706"/>
                  </a:cubicBezTo>
                  <a:cubicBezTo>
                    <a:pt x="1018085" y="184211"/>
                    <a:pt x="1018017" y="184648"/>
                    <a:pt x="1018825" y="185455"/>
                  </a:cubicBezTo>
                  <a:cubicBezTo>
                    <a:pt x="1019633" y="186263"/>
                    <a:pt x="1019195" y="185893"/>
                    <a:pt x="1019431" y="185960"/>
                  </a:cubicBezTo>
                  <a:cubicBezTo>
                    <a:pt x="1019666" y="186027"/>
                    <a:pt x="1019768" y="187036"/>
                    <a:pt x="1020575" y="187406"/>
                  </a:cubicBezTo>
                  <a:cubicBezTo>
                    <a:pt x="1021383" y="187776"/>
                    <a:pt x="1021719" y="188146"/>
                    <a:pt x="1021719" y="188146"/>
                  </a:cubicBezTo>
                  <a:cubicBezTo>
                    <a:pt x="1021719" y="188146"/>
                    <a:pt x="1025287" y="191847"/>
                    <a:pt x="1025186" y="192789"/>
                  </a:cubicBezTo>
                  <a:cubicBezTo>
                    <a:pt x="1025118" y="193731"/>
                    <a:pt x="1024984" y="194740"/>
                    <a:pt x="1024883" y="195682"/>
                  </a:cubicBezTo>
                  <a:cubicBezTo>
                    <a:pt x="1024816" y="196624"/>
                    <a:pt x="1023571" y="197195"/>
                    <a:pt x="1023133" y="197700"/>
                  </a:cubicBezTo>
                  <a:cubicBezTo>
                    <a:pt x="1022695" y="198205"/>
                    <a:pt x="1019868" y="198777"/>
                    <a:pt x="1019397" y="198777"/>
                  </a:cubicBezTo>
                  <a:cubicBezTo>
                    <a:pt x="1018926" y="198777"/>
                    <a:pt x="1017715" y="198911"/>
                    <a:pt x="1017277" y="198911"/>
                  </a:cubicBezTo>
                  <a:cubicBezTo>
                    <a:pt x="1016840" y="198911"/>
                    <a:pt x="1014955" y="198474"/>
                    <a:pt x="1013878" y="197902"/>
                  </a:cubicBezTo>
                  <a:cubicBezTo>
                    <a:pt x="1012801" y="197330"/>
                    <a:pt x="1012060" y="197027"/>
                    <a:pt x="1011859" y="196960"/>
                  </a:cubicBezTo>
                  <a:cubicBezTo>
                    <a:pt x="1011657" y="196893"/>
                    <a:pt x="1008460" y="195379"/>
                    <a:pt x="1008224" y="195143"/>
                  </a:cubicBezTo>
                  <a:cubicBezTo>
                    <a:pt x="1007988" y="194908"/>
                    <a:pt x="1006575" y="193899"/>
                    <a:pt x="1006575" y="193899"/>
                  </a:cubicBezTo>
                  <a:cubicBezTo>
                    <a:pt x="1006575" y="193899"/>
                    <a:pt x="1006205" y="191275"/>
                    <a:pt x="1006272" y="191073"/>
                  </a:cubicBezTo>
                  <a:cubicBezTo>
                    <a:pt x="1006339" y="190871"/>
                    <a:pt x="1003580" y="188617"/>
                    <a:pt x="1003580" y="188617"/>
                  </a:cubicBezTo>
                  <a:lnTo>
                    <a:pt x="1001695" y="187743"/>
                  </a:lnTo>
                  <a:lnTo>
                    <a:pt x="996983" y="183975"/>
                  </a:lnTo>
                  <a:lnTo>
                    <a:pt x="987493" y="175868"/>
                  </a:lnTo>
                  <a:cubicBezTo>
                    <a:pt x="987493" y="175868"/>
                    <a:pt x="986685" y="175363"/>
                    <a:pt x="986416" y="174993"/>
                  </a:cubicBezTo>
                  <a:cubicBezTo>
                    <a:pt x="986113" y="174623"/>
                    <a:pt x="984666" y="172908"/>
                    <a:pt x="984228" y="172370"/>
                  </a:cubicBezTo>
                  <a:cubicBezTo>
                    <a:pt x="983791" y="171865"/>
                    <a:pt x="982714" y="171058"/>
                    <a:pt x="982579" y="170721"/>
                  </a:cubicBezTo>
                  <a:cubicBezTo>
                    <a:pt x="982445" y="170351"/>
                    <a:pt x="981334" y="169847"/>
                    <a:pt x="981132" y="169712"/>
                  </a:cubicBezTo>
                  <a:cubicBezTo>
                    <a:pt x="980897" y="169577"/>
                    <a:pt x="980055" y="170149"/>
                    <a:pt x="978877" y="170082"/>
                  </a:cubicBezTo>
                  <a:cubicBezTo>
                    <a:pt x="977733" y="170015"/>
                    <a:pt x="977565" y="170082"/>
                    <a:pt x="977127" y="169880"/>
                  </a:cubicBezTo>
                  <a:cubicBezTo>
                    <a:pt x="976690" y="169678"/>
                    <a:pt x="976117" y="168938"/>
                    <a:pt x="976117" y="168938"/>
                  </a:cubicBezTo>
                  <a:cubicBezTo>
                    <a:pt x="976117" y="168938"/>
                    <a:pt x="975040" y="167929"/>
                    <a:pt x="974670" y="167626"/>
                  </a:cubicBezTo>
                  <a:cubicBezTo>
                    <a:pt x="974300" y="167324"/>
                    <a:pt x="974468" y="166314"/>
                    <a:pt x="974536" y="166045"/>
                  </a:cubicBezTo>
                  <a:cubicBezTo>
                    <a:pt x="974603" y="165742"/>
                    <a:pt x="975848" y="164666"/>
                    <a:pt x="976353" y="164296"/>
                  </a:cubicBezTo>
                  <a:cubicBezTo>
                    <a:pt x="976858" y="163926"/>
                    <a:pt x="975848" y="163152"/>
                    <a:pt x="975848" y="163152"/>
                  </a:cubicBezTo>
                  <a:lnTo>
                    <a:pt x="973593" y="161639"/>
                  </a:lnTo>
                  <a:cubicBezTo>
                    <a:pt x="973593" y="161639"/>
                    <a:pt x="972449" y="159620"/>
                    <a:pt x="972281" y="159183"/>
                  </a:cubicBezTo>
                  <a:cubicBezTo>
                    <a:pt x="972146" y="158745"/>
                    <a:pt x="970699" y="158476"/>
                    <a:pt x="970262" y="158174"/>
                  </a:cubicBezTo>
                  <a:cubicBezTo>
                    <a:pt x="969824" y="157871"/>
                    <a:pt x="968680" y="156727"/>
                    <a:pt x="968680" y="156727"/>
                  </a:cubicBezTo>
                  <a:cubicBezTo>
                    <a:pt x="968680" y="156727"/>
                    <a:pt x="967536" y="154271"/>
                    <a:pt x="967367" y="153699"/>
                  </a:cubicBezTo>
                  <a:cubicBezTo>
                    <a:pt x="967233" y="153128"/>
                    <a:pt x="966930" y="150369"/>
                    <a:pt x="966930" y="150369"/>
                  </a:cubicBezTo>
                  <a:lnTo>
                    <a:pt x="965785" y="148048"/>
                  </a:lnTo>
                  <a:cubicBezTo>
                    <a:pt x="965785" y="148048"/>
                    <a:pt x="964036" y="147173"/>
                    <a:pt x="964036" y="146601"/>
                  </a:cubicBezTo>
                  <a:cubicBezTo>
                    <a:pt x="964036" y="146030"/>
                    <a:pt x="961848" y="144852"/>
                    <a:pt x="961579" y="144146"/>
                  </a:cubicBezTo>
                  <a:cubicBezTo>
                    <a:pt x="961276" y="143406"/>
                    <a:pt x="960569" y="141825"/>
                    <a:pt x="960401" y="141387"/>
                  </a:cubicBezTo>
                  <a:cubicBezTo>
                    <a:pt x="960266" y="140950"/>
                    <a:pt x="958651" y="138494"/>
                    <a:pt x="958651" y="137620"/>
                  </a:cubicBezTo>
                  <a:cubicBezTo>
                    <a:pt x="958651" y="136745"/>
                    <a:pt x="955016" y="132843"/>
                    <a:pt x="955016" y="132843"/>
                  </a:cubicBezTo>
                  <a:cubicBezTo>
                    <a:pt x="955016" y="132843"/>
                    <a:pt x="951684" y="130387"/>
                    <a:pt x="951381" y="129512"/>
                  </a:cubicBezTo>
                  <a:cubicBezTo>
                    <a:pt x="951078" y="128638"/>
                    <a:pt x="947477" y="127326"/>
                    <a:pt x="946872" y="127057"/>
                  </a:cubicBezTo>
                  <a:cubicBezTo>
                    <a:pt x="946300" y="126754"/>
                    <a:pt x="944684" y="124298"/>
                    <a:pt x="943102" y="123155"/>
                  </a:cubicBezTo>
                  <a:cubicBezTo>
                    <a:pt x="941521" y="122011"/>
                    <a:pt x="940511" y="121136"/>
                    <a:pt x="939905" y="120564"/>
                  </a:cubicBezTo>
                  <a:cubicBezTo>
                    <a:pt x="939333" y="119993"/>
                    <a:pt x="937886" y="118815"/>
                    <a:pt x="936876" y="117537"/>
                  </a:cubicBezTo>
                  <a:cubicBezTo>
                    <a:pt x="935867" y="116225"/>
                    <a:pt x="935294" y="115956"/>
                    <a:pt x="935294" y="115956"/>
                  </a:cubicBezTo>
                  <a:cubicBezTo>
                    <a:pt x="935294" y="115956"/>
                    <a:pt x="933847" y="114509"/>
                    <a:pt x="933410" y="114072"/>
                  </a:cubicBezTo>
                  <a:cubicBezTo>
                    <a:pt x="932972" y="113635"/>
                    <a:pt x="930650" y="112928"/>
                    <a:pt x="930516" y="112491"/>
                  </a:cubicBezTo>
                  <a:cubicBezTo>
                    <a:pt x="930381" y="112054"/>
                    <a:pt x="929371" y="109732"/>
                    <a:pt x="928934" y="108723"/>
                  </a:cubicBezTo>
                  <a:cubicBezTo>
                    <a:pt x="928496" y="107714"/>
                    <a:pt x="926612" y="104653"/>
                    <a:pt x="926612" y="104653"/>
                  </a:cubicBezTo>
                  <a:lnTo>
                    <a:pt x="922842" y="102063"/>
                  </a:lnTo>
                  <a:cubicBezTo>
                    <a:pt x="922842" y="102063"/>
                    <a:pt x="921664" y="102063"/>
                    <a:pt x="921092" y="102063"/>
                  </a:cubicBezTo>
                  <a:cubicBezTo>
                    <a:pt x="920520" y="102063"/>
                    <a:pt x="919208" y="100481"/>
                    <a:pt x="919073" y="100044"/>
                  </a:cubicBezTo>
                  <a:cubicBezTo>
                    <a:pt x="918938" y="99607"/>
                    <a:pt x="916751" y="97723"/>
                    <a:pt x="916482" y="97151"/>
                  </a:cubicBezTo>
                  <a:cubicBezTo>
                    <a:pt x="916179" y="96579"/>
                    <a:pt x="915472" y="94527"/>
                    <a:pt x="915472" y="93955"/>
                  </a:cubicBezTo>
                  <a:cubicBezTo>
                    <a:pt x="915472" y="93384"/>
                    <a:pt x="914159" y="89751"/>
                    <a:pt x="914159" y="89751"/>
                  </a:cubicBezTo>
                  <a:lnTo>
                    <a:pt x="911703" y="86992"/>
                  </a:lnTo>
                  <a:lnTo>
                    <a:pt x="907227" y="84671"/>
                  </a:lnTo>
                  <a:cubicBezTo>
                    <a:pt x="907227" y="84671"/>
                    <a:pt x="904635" y="84671"/>
                    <a:pt x="904198" y="84671"/>
                  </a:cubicBezTo>
                  <a:cubicBezTo>
                    <a:pt x="903760" y="84671"/>
                    <a:pt x="901303" y="86487"/>
                    <a:pt x="900563" y="87059"/>
                  </a:cubicBezTo>
                  <a:cubicBezTo>
                    <a:pt x="899856" y="87631"/>
                    <a:pt x="898678" y="87867"/>
                    <a:pt x="898678" y="87867"/>
                  </a:cubicBezTo>
                  <a:lnTo>
                    <a:pt x="897534" y="89885"/>
                  </a:lnTo>
                  <a:lnTo>
                    <a:pt x="896524" y="91769"/>
                  </a:lnTo>
                  <a:cubicBezTo>
                    <a:pt x="896524" y="91769"/>
                    <a:pt x="896221" y="93081"/>
                    <a:pt x="896221" y="94225"/>
                  </a:cubicBezTo>
                  <a:cubicBezTo>
                    <a:pt x="896221" y="95368"/>
                    <a:pt x="895649" y="95671"/>
                    <a:pt x="895649" y="95671"/>
                  </a:cubicBezTo>
                  <a:cubicBezTo>
                    <a:pt x="895649" y="95671"/>
                    <a:pt x="894505" y="97858"/>
                    <a:pt x="893899" y="98295"/>
                  </a:cubicBezTo>
                  <a:cubicBezTo>
                    <a:pt x="893327" y="98732"/>
                    <a:pt x="893024" y="99439"/>
                    <a:pt x="893024" y="99439"/>
                  </a:cubicBezTo>
                  <a:cubicBezTo>
                    <a:pt x="893024" y="99439"/>
                    <a:pt x="888548" y="100885"/>
                    <a:pt x="887942" y="101020"/>
                  </a:cubicBezTo>
                  <a:cubicBezTo>
                    <a:pt x="887370" y="101154"/>
                    <a:pt x="879596" y="102264"/>
                    <a:pt x="879596" y="102264"/>
                  </a:cubicBezTo>
                  <a:cubicBezTo>
                    <a:pt x="879596" y="102264"/>
                    <a:pt x="874817" y="101928"/>
                    <a:pt x="873740" y="101625"/>
                  </a:cubicBezTo>
                  <a:cubicBezTo>
                    <a:pt x="872663" y="101289"/>
                    <a:pt x="872529" y="98799"/>
                    <a:pt x="872428" y="98261"/>
                  </a:cubicBezTo>
                  <a:cubicBezTo>
                    <a:pt x="872327" y="97723"/>
                    <a:pt x="870240" y="94998"/>
                    <a:pt x="870240" y="94998"/>
                  </a:cubicBezTo>
                  <a:lnTo>
                    <a:pt x="866538" y="90087"/>
                  </a:lnTo>
                  <a:cubicBezTo>
                    <a:pt x="866538" y="90087"/>
                    <a:pt x="864351" y="89111"/>
                    <a:pt x="863913" y="89111"/>
                  </a:cubicBezTo>
                  <a:cubicBezTo>
                    <a:pt x="863476" y="89111"/>
                    <a:pt x="862836" y="89313"/>
                    <a:pt x="862500" y="89313"/>
                  </a:cubicBezTo>
                  <a:cubicBezTo>
                    <a:pt x="862163" y="89313"/>
                    <a:pt x="861187" y="89414"/>
                    <a:pt x="860548" y="89515"/>
                  </a:cubicBezTo>
                  <a:cubicBezTo>
                    <a:pt x="859908" y="89616"/>
                    <a:pt x="859572" y="90827"/>
                    <a:pt x="859134" y="91802"/>
                  </a:cubicBezTo>
                  <a:cubicBezTo>
                    <a:pt x="858697" y="92778"/>
                    <a:pt x="857721" y="93989"/>
                    <a:pt x="856846" y="94830"/>
                  </a:cubicBezTo>
                  <a:cubicBezTo>
                    <a:pt x="855971" y="95705"/>
                    <a:pt x="855432" y="96243"/>
                    <a:pt x="855432" y="96243"/>
                  </a:cubicBezTo>
                  <a:cubicBezTo>
                    <a:pt x="855432" y="96243"/>
                    <a:pt x="854557" y="98531"/>
                    <a:pt x="853918" y="98968"/>
                  </a:cubicBezTo>
                  <a:cubicBezTo>
                    <a:pt x="853278" y="99405"/>
                    <a:pt x="852605" y="100044"/>
                    <a:pt x="851629" y="100818"/>
                  </a:cubicBezTo>
                  <a:cubicBezTo>
                    <a:pt x="850653" y="101592"/>
                    <a:pt x="850317" y="101255"/>
                    <a:pt x="850317" y="101255"/>
                  </a:cubicBezTo>
                  <a:cubicBezTo>
                    <a:pt x="850317" y="101255"/>
                    <a:pt x="848365" y="102668"/>
                    <a:pt x="847591" y="103307"/>
                  </a:cubicBezTo>
                  <a:cubicBezTo>
                    <a:pt x="846817" y="103946"/>
                    <a:pt x="846177" y="105898"/>
                    <a:pt x="846177" y="106772"/>
                  </a:cubicBezTo>
                  <a:cubicBezTo>
                    <a:pt x="846177" y="107647"/>
                    <a:pt x="845740" y="108387"/>
                    <a:pt x="845302" y="108824"/>
                  </a:cubicBezTo>
                  <a:cubicBezTo>
                    <a:pt x="844865" y="109262"/>
                    <a:pt x="844225" y="111650"/>
                    <a:pt x="843014" y="112525"/>
                  </a:cubicBezTo>
                  <a:cubicBezTo>
                    <a:pt x="841802" y="113399"/>
                    <a:pt x="841937" y="112861"/>
                    <a:pt x="840725" y="113164"/>
                  </a:cubicBezTo>
                  <a:cubicBezTo>
                    <a:pt x="839514" y="113500"/>
                    <a:pt x="837797" y="113265"/>
                    <a:pt x="835711" y="112827"/>
                  </a:cubicBezTo>
                  <a:cubicBezTo>
                    <a:pt x="833658" y="112390"/>
                    <a:pt x="834970" y="111515"/>
                    <a:pt x="834970" y="111515"/>
                  </a:cubicBezTo>
                  <a:lnTo>
                    <a:pt x="834970" y="108791"/>
                  </a:lnTo>
                  <a:cubicBezTo>
                    <a:pt x="834970" y="108791"/>
                    <a:pt x="834869" y="105427"/>
                    <a:pt x="834768" y="104989"/>
                  </a:cubicBezTo>
                  <a:cubicBezTo>
                    <a:pt x="834667" y="104552"/>
                    <a:pt x="830326" y="102601"/>
                    <a:pt x="830326" y="102601"/>
                  </a:cubicBezTo>
                  <a:cubicBezTo>
                    <a:pt x="830326" y="102601"/>
                    <a:pt x="826523" y="101188"/>
                    <a:pt x="825109" y="100111"/>
                  </a:cubicBezTo>
                  <a:cubicBezTo>
                    <a:pt x="823696" y="99035"/>
                    <a:pt x="820431" y="97723"/>
                    <a:pt x="819018" y="97185"/>
                  </a:cubicBezTo>
                  <a:cubicBezTo>
                    <a:pt x="817604" y="96647"/>
                    <a:pt x="815753" y="95335"/>
                    <a:pt x="814239" y="94696"/>
                  </a:cubicBezTo>
                  <a:cubicBezTo>
                    <a:pt x="812724" y="94056"/>
                    <a:pt x="810974" y="93720"/>
                    <a:pt x="808248" y="92744"/>
                  </a:cubicBezTo>
                  <a:cubicBezTo>
                    <a:pt x="805522" y="91769"/>
                    <a:pt x="804647" y="90793"/>
                    <a:pt x="802594" y="89481"/>
                  </a:cubicBezTo>
                  <a:cubicBezTo>
                    <a:pt x="800542" y="88169"/>
                    <a:pt x="799229" y="85882"/>
                    <a:pt x="798590" y="84469"/>
                  </a:cubicBezTo>
                  <a:cubicBezTo>
                    <a:pt x="797950" y="83056"/>
                    <a:pt x="796840" y="82417"/>
                    <a:pt x="796301" y="81643"/>
                  </a:cubicBezTo>
                  <a:cubicBezTo>
                    <a:pt x="795763" y="80870"/>
                    <a:pt x="793272" y="77943"/>
                    <a:pt x="792936" y="76766"/>
                  </a:cubicBezTo>
                  <a:cubicBezTo>
                    <a:pt x="792599" y="75555"/>
                    <a:pt x="790344" y="74142"/>
                    <a:pt x="789772" y="73301"/>
                  </a:cubicBezTo>
                  <a:cubicBezTo>
                    <a:pt x="789234" y="72426"/>
                    <a:pt x="785532" y="68625"/>
                    <a:pt x="784993" y="67986"/>
                  </a:cubicBezTo>
                  <a:cubicBezTo>
                    <a:pt x="784455" y="67347"/>
                    <a:pt x="782368" y="65362"/>
                    <a:pt x="782065" y="64958"/>
                  </a:cubicBezTo>
                  <a:cubicBezTo>
                    <a:pt x="781729" y="64521"/>
                    <a:pt x="779137" y="61796"/>
                    <a:pt x="777926" y="59845"/>
                  </a:cubicBezTo>
                  <a:cubicBezTo>
                    <a:pt x="776748" y="57894"/>
                    <a:pt x="775301" y="57557"/>
                    <a:pt x="774560" y="57120"/>
                  </a:cubicBezTo>
                  <a:cubicBezTo>
                    <a:pt x="773786" y="56683"/>
                    <a:pt x="770320" y="54631"/>
                    <a:pt x="770320" y="54631"/>
                  </a:cubicBezTo>
                  <a:cubicBezTo>
                    <a:pt x="770320" y="54631"/>
                    <a:pt x="765541" y="53857"/>
                    <a:pt x="765204" y="53857"/>
                  </a:cubicBezTo>
                  <a:cubicBezTo>
                    <a:pt x="764868" y="53857"/>
                    <a:pt x="754771" y="53420"/>
                    <a:pt x="753459" y="53420"/>
                  </a:cubicBezTo>
                  <a:cubicBezTo>
                    <a:pt x="752146" y="53420"/>
                    <a:pt x="749992" y="54193"/>
                    <a:pt x="749992" y="54193"/>
                  </a:cubicBezTo>
                  <a:lnTo>
                    <a:pt x="748478" y="55270"/>
                  </a:lnTo>
                  <a:cubicBezTo>
                    <a:pt x="748478" y="55270"/>
                    <a:pt x="745752" y="57860"/>
                    <a:pt x="744877" y="59071"/>
                  </a:cubicBezTo>
                  <a:cubicBezTo>
                    <a:pt x="744002" y="60249"/>
                    <a:pt x="743127" y="61998"/>
                    <a:pt x="743261" y="62435"/>
                  </a:cubicBezTo>
                  <a:cubicBezTo>
                    <a:pt x="743362" y="62872"/>
                    <a:pt x="740670" y="69836"/>
                    <a:pt x="740973" y="70038"/>
                  </a:cubicBezTo>
                  <a:cubicBezTo>
                    <a:pt x="741310" y="70240"/>
                    <a:pt x="744776" y="75353"/>
                    <a:pt x="745853" y="76867"/>
                  </a:cubicBezTo>
                  <a:cubicBezTo>
                    <a:pt x="746930" y="78380"/>
                    <a:pt x="746088" y="78178"/>
                    <a:pt x="745954" y="81206"/>
                  </a:cubicBezTo>
                  <a:cubicBezTo>
                    <a:pt x="745853" y="84234"/>
                    <a:pt x="744877" y="85646"/>
                    <a:pt x="743127" y="87934"/>
                  </a:cubicBezTo>
                  <a:cubicBezTo>
                    <a:pt x="741377" y="90221"/>
                    <a:pt x="741713" y="93148"/>
                    <a:pt x="740199" y="98160"/>
                  </a:cubicBezTo>
                  <a:cubicBezTo>
                    <a:pt x="738684" y="103173"/>
                    <a:pt x="738684" y="105427"/>
                    <a:pt x="737708" y="107512"/>
                  </a:cubicBezTo>
                  <a:cubicBezTo>
                    <a:pt x="736732" y="109564"/>
                    <a:pt x="736632" y="110540"/>
                    <a:pt x="736632" y="112289"/>
                  </a:cubicBezTo>
                  <a:cubicBezTo>
                    <a:pt x="736632" y="114038"/>
                    <a:pt x="737708" y="115552"/>
                    <a:pt x="738247" y="117167"/>
                  </a:cubicBezTo>
                  <a:cubicBezTo>
                    <a:pt x="738785" y="118781"/>
                    <a:pt x="739862" y="121944"/>
                    <a:pt x="740098" y="122280"/>
                  </a:cubicBezTo>
                  <a:cubicBezTo>
                    <a:pt x="740333" y="122616"/>
                    <a:pt x="740636" y="128806"/>
                    <a:pt x="740435" y="129546"/>
                  </a:cubicBezTo>
                  <a:cubicBezTo>
                    <a:pt x="740233" y="130320"/>
                    <a:pt x="740435" y="133549"/>
                    <a:pt x="740233" y="135971"/>
                  </a:cubicBezTo>
                  <a:cubicBezTo>
                    <a:pt x="740031" y="138360"/>
                    <a:pt x="739694" y="140849"/>
                    <a:pt x="739694" y="141186"/>
                  </a:cubicBezTo>
                  <a:cubicBezTo>
                    <a:pt x="739694" y="141522"/>
                    <a:pt x="739593" y="143574"/>
                    <a:pt x="739593" y="145525"/>
                  </a:cubicBezTo>
                  <a:cubicBezTo>
                    <a:pt x="739593" y="147476"/>
                    <a:pt x="739156" y="147274"/>
                    <a:pt x="739055" y="148014"/>
                  </a:cubicBezTo>
                  <a:cubicBezTo>
                    <a:pt x="738954" y="148788"/>
                    <a:pt x="737540" y="149225"/>
                    <a:pt x="736665" y="149528"/>
                  </a:cubicBezTo>
                  <a:cubicBezTo>
                    <a:pt x="735790" y="149865"/>
                    <a:pt x="732963" y="150403"/>
                    <a:pt x="732324" y="150403"/>
                  </a:cubicBezTo>
                  <a:cubicBezTo>
                    <a:pt x="731684" y="150403"/>
                    <a:pt x="729732" y="150739"/>
                    <a:pt x="727881" y="150403"/>
                  </a:cubicBezTo>
                  <a:cubicBezTo>
                    <a:pt x="726030" y="150066"/>
                    <a:pt x="725155" y="151917"/>
                    <a:pt x="724179" y="152051"/>
                  </a:cubicBezTo>
                  <a:cubicBezTo>
                    <a:pt x="723203" y="152152"/>
                    <a:pt x="719737" y="151513"/>
                    <a:pt x="718862" y="151513"/>
                  </a:cubicBezTo>
                  <a:cubicBezTo>
                    <a:pt x="717987" y="151513"/>
                    <a:pt x="716472" y="150302"/>
                    <a:pt x="716472" y="150302"/>
                  </a:cubicBezTo>
                  <a:cubicBezTo>
                    <a:pt x="716472" y="150302"/>
                    <a:pt x="712770" y="147274"/>
                    <a:pt x="712333" y="146938"/>
                  </a:cubicBezTo>
                  <a:cubicBezTo>
                    <a:pt x="711895" y="146601"/>
                    <a:pt x="709742" y="144751"/>
                    <a:pt x="708429" y="143574"/>
                  </a:cubicBezTo>
                  <a:cubicBezTo>
                    <a:pt x="707116" y="142397"/>
                    <a:pt x="705164" y="140210"/>
                    <a:pt x="704626" y="139874"/>
                  </a:cubicBezTo>
                  <a:cubicBezTo>
                    <a:pt x="704088" y="139537"/>
                    <a:pt x="701900" y="139335"/>
                    <a:pt x="701261" y="138999"/>
                  </a:cubicBezTo>
                  <a:cubicBezTo>
                    <a:pt x="700621" y="138663"/>
                    <a:pt x="699510" y="135837"/>
                    <a:pt x="699510" y="135399"/>
                  </a:cubicBezTo>
                  <a:cubicBezTo>
                    <a:pt x="699510" y="134962"/>
                    <a:pt x="699746" y="133347"/>
                    <a:pt x="699746" y="133011"/>
                  </a:cubicBezTo>
                  <a:cubicBezTo>
                    <a:pt x="699746" y="132675"/>
                    <a:pt x="699847" y="127158"/>
                    <a:pt x="699847" y="127158"/>
                  </a:cubicBezTo>
                  <a:cubicBezTo>
                    <a:pt x="699847" y="127158"/>
                    <a:pt x="696246" y="123558"/>
                    <a:pt x="695607" y="123155"/>
                  </a:cubicBezTo>
                  <a:cubicBezTo>
                    <a:pt x="694967" y="122717"/>
                    <a:pt x="691030" y="118277"/>
                    <a:pt x="690727" y="117604"/>
                  </a:cubicBezTo>
                  <a:cubicBezTo>
                    <a:pt x="690390" y="116965"/>
                    <a:pt x="687361" y="115989"/>
                    <a:pt x="686924" y="115754"/>
                  </a:cubicBezTo>
                  <a:cubicBezTo>
                    <a:pt x="686486" y="115552"/>
                    <a:pt x="680832" y="113467"/>
                    <a:pt x="680395" y="113265"/>
                  </a:cubicBezTo>
                  <a:cubicBezTo>
                    <a:pt x="679957" y="113063"/>
                    <a:pt x="677770" y="113265"/>
                    <a:pt x="677770" y="113265"/>
                  </a:cubicBezTo>
                  <a:cubicBezTo>
                    <a:pt x="677770" y="113265"/>
                    <a:pt x="672217" y="110876"/>
                    <a:pt x="671678" y="110439"/>
                  </a:cubicBezTo>
                  <a:cubicBezTo>
                    <a:pt x="671140" y="110002"/>
                    <a:pt x="660034" y="103038"/>
                    <a:pt x="659731" y="102836"/>
                  </a:cubicBezTo>
                  <a:cubicBezTo>
                    <a:pt x="659394" y="102634"/>
                    <a:pt x="655490" y="99035"/>
                    <a:pt x="655288" y="98598"/>
                  </a:cubicBezTo>
                  <a:cubicBezTo>
                    <a:pt x="655087" y="98160"/>
                    <a:pt x="649735" y="92946"/>
                    <a:pt x="648759" y="92307"/>
                  </a:cubicBezTo>
                  <a:cubicBezTo>
                    <a:pt x="647783" y="91668"/>
                    <a:pt x="644283" y="87867"/>
                    <a:pt x="643879" y="87093"/>
                  </a:cubicBezTo>
                  <a:cubicBezTo>
                    <a:pt x="643442" y="86319"/>
                    <a:pt x="641389" y="85041"/>
                    <a:pt x="640952" y="84368"/>
                  </a:cubicBezTo>
                  <a:cubicBezTo>
                    <a:pt x="640514" y="83729"/>
                    <a:pt x="638461" y="82854"/>
                    <a:pt x="638461" y="82854"/>
                  </a:cubicBezTo>
                  <a:cubicBezTo>
                    <a:pt x="638461" y="82854"/>
                    <a:pt x="635096" y="81105"/>
                    <a:pt x="634658" y="81004"/>
                  </a:cubicBezTo>
                  <a:cubicBezTo>
                    <a:pt x="634221" y="80903"/>
                    <a:pt x="633043" y="79692"/>
                    <a:pt x="633043" y="79692"/>
                  </a:cubicBezTo>
                  <a:cubicBezTo>
                    <a:pt x="633043" y="79692"/>
                    <a:pt x="632403" y="75016"/>
                    <a:pt x="631966" y="71551"/>
                  </a:cubicBezTo>
                  <a:cubicBezTo>
                    <a:pt x="631528" y="68087"/>
                    <a:pt x="627389" y="67515"/>
                    <a:pt x="627187" y="67212"/>
                  </a:cubicBezTo>
                  <a:cubicBezTo>
                    <a:pt x="626951" y="66876"/>
                    <a:pt x="625235" y="65160"/>
                    <a:pt x="624898" y="64924"/>
                  </a:cubicBezTo>
                  <a:cubicBezTo>
                    <a:pt x="624562" y="64723"/>
                    <a:pt x="616316" y="58197"/>
                    <a:pt x="615340" y="57322"/>
                  </a:cubicBezTo>
                  <a:cubicBezTo>
                    <a:pt x="614364" y="56447"/>
                    <a:pt x="608172" y="48946"/>
                    <a:pt x="607499" y="47667"/>
                  </a:cubicBezTo>
                  <a:cubicBezTo>
                    <a:pt x="606859" y="46355"/>
                    <a:pt x="604133" y="45279"/>
                    <a:pt x="602720" y="43866"/>
                  </a:cubicBezTo>
                  <a:cubicBezTo>
                    <a:pt x="601306" y="42453"/>
                    <a:pt x="599455" y="38416"/>
                    <a:pt x="599119" y="36163"/>
                  </a:cubicBezTo>
                  <a:cubicBezTo>
                    <a:pt x="598782" y="33875"/>
                    <a:pt x="593566" y="34514"/>
                    <a:pt x="593566" y="34514"/>
                  </a:cubicBezTo>
                  <a:cubicBezTo>
                    <a:pt x="593566" y="34514"/>
                    <a:pt x="585960" y="35725"/>
                    <a:pt x="585320" y="35591"/>
                  </a:cubicBezTo>
                  <a:cubicBezTo>
                    <a:pt x="584681" y="35490"/>
                    <a:pt x="581854" y="33202"/>
                    <a:pt x="580306" y="31890"/>
                  </a:cubicBezTo>
                  <a:cubicBezTo>
                    <a:pt x="578791" y="30578"/>
                    <a:pt x="575426" y="28425"/>
                    <a:pt x="574316" y="27753"/>
                  </a:cubicBezTo>
                  <a:cubicBezTo>
                    <a:pt x="573239" y="27114"/>
                    <a:pt x="569200" y="25802"/>
                    <a:pt x="567887" y="25701"/>
                  </a:cubicBezTo>
                  <a:cubicBezTo>
                    <a:pt x="566575" y="25600"/>
                    <a:pt x="565599" y="25802"/>
                    <a:pt x="563310" y="25802"/>
                  </a:cubicBezTo>
                  <a:cubicBezTo>
                    <a:pt x="561022" y="25802"/>
                    <a:pt x="558296" y="25802"/>
                    <a:pt x="555806" y="25600"/>
                  </a:cubicBezTo>
                  <a:cubicBezTo>
                    <a:pt x="553315" y="25364"/>
                    <a:pt x="550051" y="23951"/>
                    <a:pt x="549377" y="23750"/>
                  </a:cubicBezTo>
                  <a:cubicBezTo>
                    <a:pt x="548738" y="23548"/>
                    <a:pt x="543824" y="20049"/>
                    <a:pt x="542949" y="19410"/>
                  </a:cubicBezTo>
                  <a:cubicBezTo>
                    <a:pt x="542074" y="18771"/>
                    <a:pt x="538709" y="15945"/>
                    <a:pt x="536757" y="14970"/>
                  </a:cubicBezTo>
                  <a:cubicBezTo>
                    <a:pt x="534805" y="13994"/>
                    <a:pt x="533291" y="12783"/>
                    <a:pt x="532954" y="12581"/>
                  </a:cubicBezTo>
                  <a:cubicBezTo>
                    <a:pt x="532617" y="12379"/>
                    <a:pt x="526997" y="11606"/>
                    <a:pt x="526997" y="11606"/>
                  </a:cubicBezTo>
                  <a:cubicBezTo>
                    <a:pt x="526997" y="11606"/>
                    <a:pt x="519290" y="12379"/>
                    <a:pt x="517978" y="12682"/>
                  </a:cubicBezTo>
                  <a:cubicBezTo>
                    <a:pt x="516665" y="13019"/>
                    <a:pt x="514377" y="10630"/>
                    <a:pt x="514377" y="10630"/>
                  </a:cubicBezTo>
                  <a:lnTo>
                    <a:pt x="511651" y="8242"/>
                  </a:lnTo>
                  <a:cubicBezTo>
                    <a:pt x="511651" y="8242"/>
                    <a:pt x="510136" y="6829"/>
                    <a:pt x="509800" y="6829"/>
                  </a:cubicBezTo>
                  <a:cubicBezTo>
                    <a:pt x="509463" y="6829"/>
                    <a:pt x="508386" y="7165"/>
                    <a:pt x="507747" y="7165"/>
                  </a:cubicBezTo>
                  <a:cubicBezTo>
                    <a:pt x="507107" y="7165"/>
                    <a:pt x="505357" y="8040"/>
                    <a:pt x="503708" y="8477"/>
                  </a:cubicBezTo>
                  <a:cubicBezTo>
                    <a:pt x="502093" y="8914"/>
                    <a:pt x="501521" y="9688"/>
                    <a:pt x="500006" y="9991"/>
                  </a:cubicBezTo>
                  <a:cubicBezTo>
                    <a:pt x="498492" y="10327"/>
                    <a:pt x="497415" y="10630"/>
                    <a:pt x="496203" y="10630"/>
                  </a:cubicBezTo>
                  <a:cubicBezTo>
                    <a:pt x="494992" y="10630"/>
                    <a:pt x="493713" y="11707"/>
                    <a:pt x="492737" y="11841"/>
                  </a:cubicBezTo>
                  <a:cubicBezTo>
                    <a:pt x="491761" y="11942"/>
                    <a:pt x="490448" y="11639"/>
                    <a:pt x="489136" y="11639"/>
                  </a:cubicBezTo>
                  <a:cubicBezTo>
                    <a:pt x="487823" y="11639"/>
                    <a:pt x="486208" y="11202"/>
                    <a:pt x="485333" y="11101"/>
                  </a:cubicBezTo>
                  <a:cubicBezTo>
                    <a:pt x="484458" y="11000"/>
                    <a:pt x="483145" y="10125"/>
                    <a:pt x="482068" y="9587"/>
                  </a:cubicBezTo>
                  <a:cubicBezTo>
                    <a:pt x="480991" y="9049"/>
                    <a:pt x="479342" y="8713"/>
                    <a:pt x="478265" y="8174"/>
                  </a:cubicBezTo>
                  <a:cubicBezTo>
                    <a:pt x="477188" y="7636"/>
                    <a:pt x="473284" y="7838"/>
                    <a:pt x="471635" y="7401"/>
                  </a:cubicBezTo>
                  <a:cubicBezTo>
                    <a:pt x="470020" y="6963"/>
                    <a:pt x="465477" y="6425"/>
                    <a:pt x="465477" y="6425"/>
                  </a:cubicBezTo>
                  <a:cubicBezTo>
                    <a:pt x="465477" y="6425"/>
                    <a:pt x="458746" y="6425"/>
                    <a:pt x="458308" y="6425"/>
                  </a:cubicBezTo>
                  <a:cubicBezTo>
                    <a:pt x="457871" y="6425"/>
                    <a:pt x="454169" y="5113"/>
                    <a:pt x="453428" y="5113"/>
                  </a:cubicBezTo>
                  <a:cubicBezTo>
                    <a:pt x="452654" y="5113"/>
                    <a:pt x="450399" y="3801"/>
                    <a:pt x="449827" y="3498"/>
                  </a:cubicBezTo>
                  <a:cubicBezTo>
                    <a:pt x="449289" y="3162"/>
                    <a:pt x="446899" y="2086"/>
                    <a:pt x="446024" y="1884"/>
                  </a:cubicBezTo>
                  <a:cubicBezTo>
                    <a:pt x="445149" y="1648"/>
                    <a:pt x="443971" y="1648"/>
                    <a:pt x="443298" y="1547"/>
                  </a:cubicBezTo>
                  <a:cubicBezTo>
                    <a:pt x="442659" y="1446"/>
                    <a:pt x="442760" y="1884"/>
                    <a:pt x="442760" y="1884"/>
                  </a:cubicBezTo>
                  <a:cubicBezTo>
                    <a:pt x="442760" y="1884"/>
                    <a:pt x="442221" y="3835"/>
                    <a:pt x="442120" y="4272"/>
                  </a:cubicBezTo>
                  <a:cubicBezTo>
                    <a:pt x="442019" y="4710"/>
                    <a:pt x="441043" y="6560"/>
                    <a:pt x="440707" y="7098"/>
                  </a:cubicBezTo>
                  <a:cubicBezTo>
                    <a:pt x="440370" y="7636"/>
                    <a:pt x="438856" y="8612"/>
                    <a:pt x="437880" y="9486"/>
                  </a:cubicBezTo>
                  <a:cubicBezTo>
                    <a:pt x="436904" y="10361"/>
                    <a:pt x="435692" y="9688"/>
                    <a:pt x="434615" y="9688"/>
                  </a:cubicBezTo>
                  <a:cubicBezTo>
                    <a:pt x="433538" y="9688"/>
                    <a:pt x="431788" y="9049"/>
                    <a:pt x="429937" y="8814"/>
                  </a:cubicBezTo>
                  <a:cubicBezTo>
                    <a:pt x="428086" y="8578"/>
                    <a:pt x="428187" y="7502"/>
                    <a:pt x="428187" y="7502"/>
                  </a:cubicBezTo>
                  <a:lnTo>
                    <a:pt x="426134" y="7266"/>
                  </a:lnTo>
                  <a:cubicBezTo>
                    <a:pt x="426134" y="7266"/>
                    <a:pt x="424519" y="9015"/>
                    <a:pt x="424283" y="9453"/>
                  </a:cubicBezTo>
                  <a:cubicBezTo>
                    <a:pt x="424081" y="9890"/>
                    <a:pt x="417216" y="9991"/>
                    <a:pt x="417216" y="9991"/>
                  </a:cubicBezTo>
                  <a:cubicBezTo>
                    <a:pt x="417216" y="9991"/>
                    <a:pt x="409172" y="10327"/>
                    <a:pt x="408735" y="10529"/>
                  </a:cubicBezTo>
                  <a:cubicBezTo>
                    <a:pt x="408297" y="10765"/>
                    <a:pt x="405571" y="10765"/>
                    <a:pt x="405571" y="10765"/>
                  </a:cubicBezTo>
                  <a:cubicBezTo>
                    <a:pt x="405571" y="10765"/>
                    <a:pt x="403821" y="11639"/>
                    <a:pt x="403417" y="11538"/>
                  </a:cubicBezTo>
                  <a:cubicBezTo>
                    <a:pt x="402980" y="11437"/>
                    <a:pt x="402206" y="10563"/>
                    <a:pt x="401567" y="9924"/>
                  </a:cubicBezTo>
                  <a:cubicBezTo>
                    <a:pt x="400927" y="9284"/>
                    <a:pt x="399716" y="8309"/>
                    <a:pt x="398639" y="7333"/>
                  </a:cubicBezTo>
                  <a:cubicBezTo>
                    <a:pt x="397562" y="6358"/>
                    <a:pt x="397225" y="5584"/>
                    <a:pt x="397023" y="5147"/>
                  </a:cubicBezTo>
                  <a:cubicBezTo>
                    <a:pt x="396788" y="4710"/>
                    <a:pt x="396922" y="3532"/>
                    <a:pt x="396922" y="3532"/>
                  </a:cubicBezTo>
                  <a:cubicBezTo>
                    <a:pt x="396922" y="3532"/>
                    <a:pt x="396922" y="1783"/>
                    <a:pt x="396821" y="1480"/>
                  </a:cubicBezTo>
                  <a:cubicBezTo>
                    <a:pt x="396754" y="1312"/>
                    <a:pt x="396754" y="605"/>
                    <a:pt x="396788" y="0"/>
                  </a:cubicBezTo>
                  <a:lnTo>
                    <a:pt x="396720" y="0"/>
                  </a:lnTo>
                  <a:lnTo>
                    <a:pt x="393355" y="2725"/>
                  </a:lnTo>
                  <a:lnTo>
                    <a:pt x="393355" y="7367"/>
                  </a:lnTo>
                  <a:lnTo>
                    <a:pt x="375686" y="10125"/>
                  </a:lnTo>
                  <a:lnTo>
                    <a:pt x="372489" y="11707"/>
                  </a:lnTo>
                  <a:lnTo>
                    <a:pt x="364681" y="11707"/>
                  </a:lnTo>
                  <a:lnTo>
                    <a:pt x="360609" y="7064"/>
                  </a:lnTo>
                  <a:lnTo>
                    <a:pt x="349301" y="11707"/>
                  </a:lnTo>
                  <a:lnTo>
                    <a:pt x="340887" y="18670"/>
                  </a:lnTo>
                  <a:lnTo>
                    <a:pt x="334796" y="20116"/>
                  </a:lnTo>
                  <a:lnTo>
                    <a:pt x="331026" y="15474"/>
                  </a:lnTo>
                  <a:lnTo>
                    <a:pt x="323791" y="18098"/>
                  </a:lnTo>
                  <a:cubicBezTo>
                    <a:pt x="323791" y="18098"/>
                    <a:pt x="317127" y="19847"/>
                    <a:pt x="315983" y="20116"/>
                  </a:cubicBezTo>
                  <a:cubicBezTo>
                    <a:pt x="314839" y="20419"/>
                    <a:pt x="305853" y="20116"/>
                    <a:pt x="305853" y="20116"/>
                  </a:cubicBezTo>
                  <a:lnTo>
                    <a:pt x="302386" y="24591"/>
                  </a:lnTo>
                  <a:lnTo>
                    <a:pt x="297170" y="27349"/>
                  </a:lnTo>
                  <a:lnTo>
                    <a:pt x="288218" y="27349"/>
                  </a:lnTo>
                  <a:lnTo>
                    <a:pt x="281251" y="27349"/>
                  </a:lnTo>
                  <a:lnTo>
                    <a:pt x="271996" y="28796"/>
                  </a:lnTo>
                  <a:lnTo>
                    <a:pt x="253453" y="32260"/>
                  </a:lnTo>
                  <a:lnTo>
                    <a:pt x="238678" y="35288"/>
                  </a:lnTo>
                  <a:lnTo>
                    <a:pt x="223029" y="37744"/>
                  </a:lnTo>
                  <a:lnTo>
                    <a:pt x="206504" y="37744"/>
                  </a:lnTo>
                  <a:lnTo>
                    <a:pt x="194894" y="34279"/>
                  </a:lnTo>
                  <a:lnTo>
                    <a:pt x="187052" y="29637"/>
                  </a:lnTo>
                  <a:lnTo>
                    <a:pt x="177764" y="30511"/>
                  </a:lnTo>
                  <a:lnTo>
                    <a:pt x="173422" y="32832"/>
                  </a:lnTo>
                  <a:lnTo>
                    <a:pt x="168509" y="39493"/>
                  </a:lnTo>
                  <a:lnTo>
                    <a:pt x="159523" y="45279"/>
                  </a:lnTo>
                  <a:lnTo>
                    <a:pt x="155181" y="49181"/>
                  </a:lnTo>
                  <a:lnTo>
                    <a:pt x="151109" y="51637"/>
                  </a:lnTo>
                  <a:lnTo>
                    <a:pt x="140373" y="51637"/>
                  </a:lnTo>
                  <a:lnTo>
                    <a:pt x="136032" y="54833"/>
                  </a:lnTo>
                  <a:lnTo>
                    <a:pt x="136032" y="62940"/>
                  </a:lnTo>
                  <a:lnTo>
                    <a:pt x="141820" y="75117"/>
                  </a:lnTo>
                  <a:lnTo>
                    <a:pt x="148787" y="87867"/>
                  </a:lnTo>
                  <a:lnTo>
                    <a:pt x="153431" y="97420"/>
                  </a:lnTo>
                  <a:lnTo>
                    <a:pt x="155753" y="101491"/>
                  </a:lnTo>
                  <a:lnTo>
                    <a:pt x="153734" y="109598"/>
                  </a:lnTo>
                  <a:lnTo>
                    <a:pt x="147946" y="112491"/>
                  </a:lnTo>
                  <a:lnTo>
                    <a:pt x="147070" y="120026"/>
                  </a:lnTo>
                  <a:lnTo>
                    <a:pt x="145926" y="125812"/>
                  </a:lnTo>
                  <a:lnTo>
                    <a:pt x="154609" y="133347"/>
                  </a:lnTo>
                  <a:lnTo>
                    <a:pt x="162720" y="137990"/>
                  </a:lnTo>
                  <a:lnTo>
                    <a:pt x="167364" y="144079"/>
                  </a:lnTo>
                  <a:lnTo>
                    <a:pt x="176350" y="150436"/>
                  </a:lnTo>
                  <a:lnTo>
                    <a:pt x="180759" y="149562"/>
                  </a:lnTo>
                  <a:lnTo>
                    <a:pt x="181264" y="154776"/>
                  </a:lnTo>
                  <a:lnTo>
                    <a:pt x="181264" y="160293"/>
                  </a:lnTo>
                  <a:lnTo>
                    <a:pt x="180961" y="165810"/>
                  </a:lnTo>
                  <a:lnTo>
                    <a:pt x="186918" y="167996"/>
                  </a:lnTo>
                  <a:lnTo>
                    <a:pt x="193884" y="173211"/>
                  </a:lnTo>
                  <a:lnTo>
                    <a:pt x="197350" y="175666"/>
                  </a:lnTo>
                  <a:lnTo>
                    <a:pt x="200682" y="176406"/>
                  </a:lnTo>
                  <a:lnTo>
                    <a:pt x="200379" y="180880"/>
                  </a:lnTo>
                  <a:lnTo>
                    <a:pt x="202836" y="191611"/>
                  </a:lnTo>
                  <a:lnTo>
                    <a:pt x="204418" y="197969"/>
                  </a:lnTo>
                  <a:lnTo>
                    <a:pt x="209264" y="204193"/>
                  </a:lnTo>
                  <a:lnTo>
                    <a:pt x="214279" y="210584"/>
                  </a:lnTo>
                  <a:lnTo>
                    <a:pt x="214279" y="214217"/>
                  </a:lnTo>
                  <a:lnTo>
                    <a:pt x="213101" y="217682"/>
                  </a:lnTo>
                  <a:lnTo>
                    <a:pt x="211216" y="222459"/>
                  </a:lnTo>
                  <a:lnTo>
                    <a:pt x="209904" y="224040"/>
                  </a:lnTo>
                  <a:lnTo>
                    <a:pt x="208154" y="225486"/>
                  </a:lnTo>
                  <a:lnTo>
                    <a:pt x="206404" y="225486"/>
                  </a:lnTo>
                  <a:lnTo>
                    <a:pt x="202937" y="225486"/>
                  </a:lnTo>
                  <a:lnTo>
                    <a:pt x="199471" y="223737"/>
                  </a:lnTo>
                  <a:lnTo>
                    <a:pt x="196004" y="223737"/>
                  </a:lnTo>
                  <a:lnTo>
                    <a:pt x="194591" y="225486"/>
                  </a:lnTo>
                  <a:lnTo>
                    <a:pt x="192100" y="226899"/>
                  </a:lnTo>
                  <a:lnTo>
                    <a:pt x="190249" y="229389"/>
                  </a:lnTo>
                  <a:lnTo>
                    <a:pt x="186211" y="231340"/>
                  </a:lnTo>
                  <a:cubicBezTo>
                    <a:pt x="186211" y="231340"/>
                    <a:pt x="182408" y="232214"/>
                    <a:pt x="181970" y="232315"/>
                  </a:cubicBezTo>
                  <a:cubicBezTo>
                    <a:pt x="181533" y="232416"/>
                    <a:pt x="173388" y="232315"/>
                    <a:pt x="173388" y="232315"/>
                  </a:cubicBezTo>
                  <a:lnTo>
                    <a:pt x="169047" y="232349"/>
                  </a:lnTo>
                  <a:cubicBezTo>
                    <a:pt x="169047" y="232349"/>
                    <a:pt x="167398" y="233392"/>
                    <a:pt x="166994" y="233594"/>
                  </a:cubicBezTo>
                  <a:cubicBezTo>
                    <a:pt x="166556" y="233829"/>
                    <a:pt x="164268" y="235208"/>
                    <a:pt x="163830" y="235444"/>
                  </a:cubicBezTo>
                  <a:cubicBezTo>
                    <a:pt x="163393" y="235646"/>
                    <a:pt x="158614" y="238068"/>
                    <a:pt x="158614" y="238068"/>
                  </a:cubicBezTo>
                  <a:cubicBezTo>
                    <a:pt x="158614" y="238068"/>
                    <a:pt x="157638" y="239144"/>
                    <a:pt x="156864" y="239480"/>
                  </a:cubicBezTo>
                  <a:cubicBezTo>
                    <a:pt x="156090" y="239817"/>
                    <a:pt x="152825" y="241095"/>
                    <a:pt x="152825" y="241095"/>
                  </a:cubicBezTo>
                  <a:lnTo>
                    <a:pt x="151311" y="243282"/>
                  </a:lnTo>
                  <a:lnTo>
                    <a:pt x="151849" y="245031"/>
                  </a:lnTo>
                  <a:cubicBezTo>
                    <a:pt x="151849" y="245031"/>
                    <a:pt x="151412" y="247083"/>
                    <a:pt x="151950" y="248059"/>
                  </a:cubicBezTo>
                  <a:cubicBezTo>
                    <a:pt x="152489" y="249034"/>
                    <a:pt x="155316" y="250884"/>
                    <a:pt x="155316" y="250884"/>
                  </a:cubicBezTo>
                  <a:cubicBezTo>
                    <a:pt x="155316" y="250884"/>
                    <a:pt x="155316" y="252196"/>
                    <a:pt x="155215" y="252499"/>
                  </a:cubicBezTo>
                  <a:cubicBezTo>
                    <a:pt x="155114" y="252836"/>
                    <a:pt x="153599" y="255661"/>
                    <a:pt x="153599" y="255661"/>
                  </a:cubicBezTo>
                  <a:lnTo>
                    <a:pt x="152960" y="256637"/>
                  </a:lnTo>
                  <a:lnTo>
                    <a:pt x="152253" y="259126"/>
                  </a:lnTo>
                  <a:lnTo>
                    <a:pt x="151648" y="262793"/>
                  </a:lnTo>
                  <a:lnTo>
                    <a:pt x="151648" y="266258"/>
                  </a:lnTo>
                  <a:lnTo>
                    <a:pt x="152422" y="270395"/>
                  </a:lnTo>
                  <a:lnTo>
                    <a:pt x="157638" y="271472"/>
                  </a:lnTo>
                  <a:lnTo>
                    <a:pt x="161542" y="273524"/>
                  </a:lnTo>
                  <a:cubicBezTo>
                    <a:pt x="161542" y="273524"/>
                    <a:pt x="164369" y="274836"/>
                    <a:pt x="164806" y="274836"/>
                  </a:cubicBezTo>
                  <a:cubicBezTo>
                    <a:pt x="165244" y="274836"/>
                    <a:pt x="166859" y="275374"/>
                    <a:pt x="167398" y="275912"/>
                  </a:cubicBezTo>
                  <a:cubicBezTo>
                    <a:pt x="167936" y="276450"/>
                    <a:pt x="172076" y="279613"/>
                    <a:pt x="172076" y="279613"/>
                  </a:cubicBezTo>
                  <a:lnTo>
                    <a:pt x="173860" y="283078"/>
                  </a:lnTo>
                  <a:lnTo>
                    <a:pt x="174230" y="286441"/>
                  </a:lnTo>
                  <a:lnTo>
                    <a:pt x="174230" y="290579"/>
                  </a:lnTo>
                  <a:lnTo>
                    <a:pt x="175105" y="297240"/>
                  </a:lnTo>
                  <a:lnTo>
                    <a:pt x="174802" y="302757"/>
                  </a:lnTo>
                  <a:lnTo>
                    <a:pt x="176249" y="306827"/>
                  </a:lnTo>
                  <a:lnTo>
                    <a:pt x="176821" y="311469"/>
                  </a:lnTo>
                  <a:lnTo>
                    <a:pt x="175946" y="316381"/>
                  </a:lnTo>
                  <a:lnTo>
                    <a:pt x="172480" y="322907"/>
                  </a:lnTo>
                  <a:lnTo>
                    <a:pt x="170460" y="326237"/>
                  </a:lnTo>
                  <a:lnTo>
                    <a:pt x="166388" y="326237"/>
                  </a:lnTo>
                  <a:lnTo>
                    <a:pt x="162316" y="331451"/>
                  </a:lnTo>
                  <a:lnTo>
                    <a:pt x="159422" y="331451"/>
                  </a:lnTo>
                  <a:lnTo>
                    <a:pt x="155955" y="328861"/>
                  </a:lnTo>
                  <a:lnTo>
                    <a:pt x="149864" y="327415"/>
                  </a:lnTo>
                  <a:lnTo>
                    <a:pt x="144344" y="322503"/>
                  </a:lnTo>
                  <a:lnTo>
                    <a:pt x="143470" y="317592"/>
                  </a:lnTo>
                  <a:lnTo>
                    <a:pt x="140844" y="317020"/>
                  </a:lnTo>
                  <a:lnTo>
                    <a:pt x="132162" y="315573"/>
                  </a:lnTo>
                  <a:lnTo>
                    <a:pt x="127517" y="312983"/>
                  </a:lnTo>
                  <a:lnTo>
                    <a:pt x="115065" y="312109"/>
                  </a:lnTo>
                  <a:lnTo>
                    <a:pt x="105776" y="310359"/>
                  </a:lnTo>
                  <a:lnTo>
                    <a:pt x="99988" y="305717"/>
                  </a:lnTo>
                  <a:lnTo>
                    <a:pt x="95343" y="302824"/>
                  </a:lnTo>
                  <a:lnTo>
                    <a:pt x="91002" y="296735"/>
                  </a:lnTo>
                  <a:lnTo>
                    <a:pt x="87233" y="293270"/>
                  </a:lnTo>
                  <a:lnTo>
                    <a:pt x="82891" y="293270"/>
                  </a:lnTo>
                  <a:lnTo>
                    <a:pt x="80502" y="294952"/>
                  </a:lnTo>
                  <a:cubicBezTo>
                    <a:pt x="80502" y="294952"/>
                    <a:pt x="78314" y="297778"/>
                    <a:pt x="78314" y="298081"/>
                  </a:cubicBezTo>
                  <a:cubicBezTo>
                    <a:pt x="78314" y="298384"/>
                    <a:pt x="78752" y="303228"/>
                    <a:pt x="78752" y="303228"/>
                  </a:cubicBezTo>
                  <a:lnTo>
                    <a:pt x="75117" y="303968"/>
                  </a:lnTo>
                  <a:cubicBezTo>
                    <a:pt x="75117" y="303968"/>
                    <a:pt x="73535" y="304607"/>
                    <a:pt x="72929" y="305111"/>
                  </a:cubicBezTo>
                  <a:cubicBezTo>
                    <a:pt x="72357" y="305616"/>
                    <a:pt x="71482" y="309182"/>
                    <a:pt x="71482" y="309182"/>
                  </a:cubicBezTo>
                  <a:lnTo>
                    <a:pt x="66569" y="309417"/>
                  </a:lnTo>
                  <a:lnTo>
                    <a:pt x="61924" y="306592"/>
                  </a:lnTo>
                  <a:cubicBezTo>
                    <a:pt x="61924" y="306592"/>
                    <a:pt x="60679" y="304708"/>
                    <a:pt x="60477" y="304708"/>
                  </a:cubicBezTo>
                  <a:cubicBezTo>
                    <a:pt x="60275" y="304708"/>
                    <a:pt x="57852" y="303059"/>
                    <a:pt x="57583" y="303059"/>
                  </a:cubicBezTo>
                  <a:cubicBezTo>
                    <a:pt x="57280" y="303059"/>
                    <a:pt x="54117" y="302925"/>
                    <a:pt x="54117" y="302925"/>
                  </a:cubicBezTo>
                  <a:lnTo>
                    <a:pt x="50482" y="303261"/>
                  </a:lnTo>
                  <a:lnTo>
                    <a:pt x="44626" y="303799"/>
                  </a:lnTo>
                  <a:lnTo>
                    <a:pt x="41159" y="303799"/>
                  </a:lnTo>
                  <a:lnTo>
                    <a:pt x="39342" y="302992"/>
                  </a:lnTo>
                  <a:lnTo>
                    <a:pt x="35707" y="304506"/>
                  </a:lnTo>
                  <a:cubicBezTo>
                    <a:pt x="35707" y="304506"/>
                    <a:pt x="34193" y="305582"/>
                    <a:pt x="32376" y="306154"/>
                  </a:cubicBezTo>
                  <a:cubicBezTo>
                    <a:pt x="30558" y="306726"/>
                    <a:pt x="28606" y="307668"/>
                    <a:pt x="28606" y="307668"/>
                  </a:cubicBezTo>
                  <a:lnTo>
                    <a:pt x="25477" y="308307"/>
                  </a:lnTo>
                  <a:lnTo>
                    <a:pt x="22448" y="308879"/>
                  </a:lnTo>
                  <a:lnTo>
                    <a:pt x="19688" y="311402"/>
                  </a:lnTo>
                  <a:lnTo>
                    <a:pt x="19385" y="314968"/>
                  </a:lnTo>
                  <a:lnTo>
                    <a:pt x="19385" y="320249"/>
                  </a:lnTo>
                  <a:lnTo>
                    <a:pt x="21034" y="323075"/>
                  </a:lnTo>
                  <a:lnTo>
                    <a:pt x="24568" y="326103"/>
                  </a:lnTo>
                  <a:lnTo>
                    <a:pt x="27832" y="326742"/>
                  </a:lnTo>
                  <a:lnTo>
                    <a:pt x="32981" y="327246"/>
                  </a:lnTo>
                  <a:lnTo>
                    <a:pt x="37020" y="328491"/>
                  </a:lnTo>
                  <a:cubicBezTo>
                    <a:pt x="37020" y="328491"/>
                    <a:pt x="40655" y="330173"/>
                    <a:pt x="41092" y="330577"/>
                  </a:cubicBezTo>
                  <a:cubicBezTo>
                    <a:pt x="41530" y="331014"/>
                    <a:pt x="43414" y="332595"/>
                    <a:pt x="43414" y="332595"/>
                  </a:cubicBezTo>
                  <a:lnTo>
                    <a:pt x="46174" y="335858"/>
                  </a:lnTo>
                  <a:lnTo>
                    <a:pt x="49068" y="339121"/>
                  </a:lnTo>
                  <a:lnTo>
                    <a:pt x="48765" y="341072"/>
                  </a:lnTo>
                  <a:cubicBezTo>
                    <a:pt x="48765" y="341072"/>
                    <a:pt x="47015" y="344402"/>
                    <a:pt x="46881" y="344975"/>
                  </a:cubicBezTo>
                  <a:cubicBezTo>
                    <a:pt x="46746" y="345546"/>
                    <a:pt x="43987" y="348675"/>
                    <a:pt x="43852" y="348877"/>
                  </a:cubicBezTo>
                  <a:cubicBezTo>
                    <a:pt x="43717" y="349078"/>
                    <a:pt x="42270" y="351837"/>
                    <a:pt x="41900" y="352072"/>
                  </a:cubicBezTo>
                  <a:cubicBezTo>
                    <a:pt x="41530" y="352274"/>
                    <a:pt x="39679" y="357858"/>
                    <a:pt x="39679" y="357858"/>
                  </a:cubicBezTo>
                  <a:lnTo>
                    <a:pt x="40217" y="361424"/>
                  </a:lnTo>
                  <a:lnTo>
                    <a:pt x="40217" y="365427"/>
                  </a:lnTo>
                  <a:lnTo>
                    <a:pt x="34698" y="368253"/>
                  </a:lnTo>
                  <a:lnTo>
                    <a:pt x="33453" y="370070"/>
                  </a:lnTo>
                  <a:lnTo>
                    <a:pt x="33756" y="373535"/>
                  </a:lnTo>
                  <a:lnTo>
                    <a:pt x="34496" y="377167"/>
                  </a:lnTo>
                  <a:cubicBezTo>
                    <a:pt x="34496" y="377167"/>
                    <a:pt x="34631" y="378177"/>
                    <a:pt x="34496" y="378849"/>
                  </a:cubicBezTo>
                  <a:cubicBezTo>
                    <a:pt x="34361" y="379489"/>
                    <a:pt x="33183" y="380868"/>
                    <a:pt x="33183" y="380868"/>
                  </a:cubicBezTo>
                  <a:cubicBezTo>
                    <a:pt x="33183" y="380868"/>
                    <a:pt x="31097" y="380801"/>
                    <a:pt x="30861" y="381171"/>
                  </a:cubicBezTo>
                  <a:cubicBezTo>
                    <a:pt x="30626" y="381541"/>
                    <a:pt x="27900" y="380229"/>
                    <a:pt x="27900" y="380229"/>
                  </a:cubicBezTo>
                  <a:lnTo>
                    <a:pt x="25443" y="380229"/>
                  </a:lnTo>
                  <a:cubicBezTo>
                    <a:pt x="25443" y="380229"/>
                    <a:pt x="22616" y="380531"/>
                    <a:pt x="22313" y="380666"/>
                  </a:cubicBezTo>
                  <a:cubicBezTo>
                    <a:pt x="22010" y="380801"/>
                    <a:pt x="16962" y="382684"/>
                    <a:pt x="16962" y="382684"/>
                  </a:cubicBezTo>
                  <a:lnTo>
                    <a:pt x="14640" y="385308"/>
                  </a:lnTo>
                  <a:lnTo>
                    <a:pt x="11813" y="391532"/>
                  </a:lnTo>
                  <a:lnTo>
                    <a:pt x="8986" y="397990"/>
                  </a:lnTo>
                  <a:lnTo>
                    <a:pt x="5654" y="403507"/>
                  </a:lnTo>
                  <a:lnTo>
                    <a:pt x="8178" y="409966"/>
                  </a:lnTo>
                  <a:lnTo>
                    <a:pt x="13596" y="414238"/>
                  </a:lnTo>
                  <a:lnTo>
                    <a:pt x="14337" y="417434"/>
                  </a:lnTo>
                  <a:lnTo>
                    <a:pt x="10938" y="423220"/>
                  </a:lnTo>
                  <a:lnTo>
                    <a:pt x="9928" y="427425"/>
                  </a:lnTo>
                  <a:lnTo>
                    <a:pt x="8616" y="429814"/>
                  </a:lnTo>
                  <a:lnTo>
                    <a:pt x="7168" y="432067"/>
                  </a:lnTo>
                  <a:lnTo>
                    <a:pt x="5654" y="433447"/>
                  </a:lnTo>
                  <a:lnTo>
                    <a:pt x="7236" y="436340"/>
                  </a:lnTo>
                  <a:cubicBezTo>
                    <a:pt x="7236" y="436340"/>
                    <a:pt x="9861" y="437484"/>
                    <a:pt x="10063" y="437484"/>
                  </a:cubicBezTo>
                  <a:cubicBezTo>
                    <a:pt x="10265" y="437484"/>
                    <a:pt x="13327" y="439502"/>
                    <a:pt x="13327" y="439502"/>
                  </a:cubicBezTo>
                  <a:cubicBezTo>
                    <a:pt x="13327" y="439502"/>
                    <a:pt x="15077" y="439872"/>
                    <a:pt x="16222" y="439502"/>
                  </a:cubicBezTo>
                  <a:cubicBezTo>
                    <a:pt x="17399" y="439132"/>
                    <a:pt x="22077" y="438560"/>
                    <a:pt x="22077" y="438560"/>
                  </a:cubicBezTo>
                  <a:lnTo>
                    <a:pt x="23659" y="438694"/>
                  </a:lnTo>
                  <a:cubicBezTo>
                    <a:pt x="23659" y="438694"/>
                    <a:pt x="27428" y="440881"/>
                    <a:pt x="27563" y="441083"/>
                  </a:cubicBezTo>
                  <a:cubicBezTo>
                    <a:pt x="27698" y="441318"/>
                    <a:pt x="29313" y="443707"/>
                    <a:pt x="30188" y="444346"/>
                  </a:cubicBezTo>
                  <a:cubicBezTo>
                    <a:pt x="31063" y="444985"/>
                    <a:pt x="33756" y="447172"/>
                    <a:pt x="33756" y="447172"/>
                  </a:cubicBezTo>
                  <a:cubicBezTo>
                    <a:pt x="33756" y="447172"/>
                    <a:pt x="33453" y="449627"/>
                    <a:pt x="33183" y="449930"/>
                  </a:cubicBezTo>
                  <a:cubicBezTo>
                    <a:pt x="32880" y="450233"/>
                    <a:pt x="31804" y="451747"/>
                    <a:pt x="31602" y="451881"/>
                  </a:cubicBezTo>
                  <a:cubicBezTo>
                    <a:pt x="31400" y="452016"/>
                    <a:pt x="30861" y="452823"/>
                    <a:pt x="30861" y="452823"/>
                  </a:cubicBezTo>
                  <a:lnTo>
                    <a:pt x="28337" y="457297"/>
                  </a:lnTo>
                  <a:lnTo>
                    <a:pt x="22380" y="458811"/>
                  </a:lnTo>
                  <a:lnTo>
                    <a:pt x="18173" y="461199"/>
                  </a:lnTo>
                  <a:lnTo>
                    <a:pt x="16356" y="463016"/>
                  </a:lnTo>
                  <a:lnTo>
                    <a:pt x="14909" y="464698"/>
                  </a:lnTo>
                  <a:lnTo>
                    <a:pt x="14976" y="466514"/>
                  </a:lnTo>
                  <a:lnTo>
                    <a:pt x="16289" y="467759"/>
                  </a:lnTo>
                  <a:lnTo>
                    <a:pt x="17164" y="468634"/>
                  </a:lnTo>
                  <a:lnTo>
                    <a:pt x="18544" y="469206"/>
                  </a:lnTo>
                  <a:lnTo>
                    <a:pt x="20193" y="471157"/>
                  </a:lnTo>
                  <a:lnTo>
                    <a:pt x="20933" y="473175"/>
                  </a:lnTo>
                  <a:lnTo>
                    <a:pt x="21741" y="474622"/>
                  </a:lnTo>
                  <a:lnTo>
                    <a:pt x="22818" y="476438"/>
                  </a:lnTo>
                  <a:lnTo>
                    <a:pt x="22818" y="478457"/>
                  </a:lnTo>
                  <a:cubicBezTo>
                    <a:pt x="22818" y="478457"/>
                    <a:pt x="22347" y="480542"/>
                    <a:pt x="22347" y="480980"/>
                  </a:cubicBezTo>
                  <a:cubicBezTo>
                    <a:pt x="22347" y="481417"/>
                    <a:pt x="22818" y="483570"/>
                    <a:pt x="22818" y="484612"/>
                  </a:cubicBezTo>
                  <a:cubicBezTo>
                    <a:pt x="22818" y="485622"/>
                    <a:pt x="22818" y="487135"/>
                    <a:pt x="22818" y="487135"/>
                  </a:cubicBezTo>
                  <a:cubicBezTo>
                    <a:pt x="22818" y="487135"/>
                    <a:pt x="22616" y="489759"/>
                    <a:pt x="22616" y="490029"/>
                  </a:cubicBezTo>
                  <a:cubicBezTo>
                    <a:pt x="22616" y="490331"/>
                    <a:pt x="22751" y="492552"/>
                    <a:pt x="22751" y="492854"/>
                  </a:cubicBezTo>
                  <a:cubicBezTo>
                    <a:pt x="22751" y="493157"/>
                    <a:pt x="22885" y="495041"/>
                    <a:pt x="22885" y="495243"/>
                  </a:cubicBezTo>
                  <a:cubicBezTo>
                    <a:pt x="22885" y="495445"/>
                    <a:pt x="22683" y="499212"/>
                    <a:pt x="22683" y="499212"/>
                  </a:cubicBezTo>
                  <a:lnTo>
                    <a:pt x="23255" y="501230"/>
                  </a:lnTo>
                  <a:lnTo>
                    <a:pt x="23188" y="503989"/>
                  </a:lnTo>
                  <a:lnTo>
                    <a:pt x="22818" y="508194"/>
                  </a:lnTo>
                  <a:lnTo>
                    <a:pt x="22818" y="511457"/>
                  </a:lnTo>
                  <a:lnTo>
                    <a:pt x="23558" y="513980"/>
                  </a:lnTo>
                  <a:cubicBezTo>
                    <a:pt x="23558" y="513980"/>
                    <a:pt x="22549" y="516604"/>
                    <a:pt x="22313" y="517310"/>
                  </a:cubicBezTo>
                  <a:cubicBezTo>
                    <a:pt x="22111" y="518050"/>
                    <a:pt x="19553" y="520641"/>
                    <a:pt x="19553" y="520641"/>
                  </a:cubicBezTo>
                  <a:cubicBezTo>
                    <a:pt x="19553" y="520641"/>
                    <a:pt x="15919" y="522154"/>
                    <a:pt x="15851" y="522457"/>
                  </a:cubicBezTo>
                  <a:cubicBezTo>
                    <a:pt x="15784" y="522726"/>
                    <a:pt x="14404" y="523836"/>
                    <a:pt x="14404" y="523836"/>
                  </a:cubicBezTo>
                  <a:cubicBezTo>
                    <a:pt x="14404" y="523836"/>
                    <a:pt x="11577" y="525283"/>
                    <a:pt x="11274" y="525283"/>
                  </a:cubicBezTo>
                  <a:cubicBezTo>
                    <a:pt x="10971" y="525283"/>
                    <a:pt x="8750" y="525653"/>
                    <a:pt x="8447" y="525653"/>
                  </a:cubicBezTo>
                  <a:cubicBezTo>
                    <a:pt x="8144" y="525653"/>
                    <a:pt x="4745" y="523567"/>
                    <a:pt x="4476" y="523567"/>
                  </a:cubicBezTo>
                  <a:cubicBezTo>
                    <a:pt x="4173" y="523567"/>
                    <a:pt x="2154" y="523870"/>
                    <a:pt x="2154" y="524139"/>
                  </a:cubicBezTo>
                  <a:cubicBezTo>
                    <a:pt x="2154" y="524442"/>
                    <a:pt x="1716" y="526090"/>
                    <a:pt x="1077" y="526965"/>
                  </a:cubicBezTo>
                  <a:cubicBezTo>
                    <a:pt x="438" y="527840"/>
                    <a:pt x="0" y="530531"/>
                    <a:pt x="0" y="530531"/>
                  </a:cubicBezTo>
                  <a:lnTo>
                    <a:pt x="875" y="536989"/>
                  </a:lnTo>
                  <a:lnTo>
                    <a:pt x="942" y="542069"/>
                  </a:lnTo>
                  <a:lnTo>
                    <a:pt x="1885" y="548225"/>
                  </a:lnTo>
                  <a:cubicBezTo>
                    <a:pt x="1885" y="548225"/>
                    <a:pt x="3904" y="551757"/>
                    <a:pt x="4207" y="552699"/>
                  </a:cubicBezTo>
                  <a:cubicBezTo>
                    <a:pt x="4510" y="553641"/>
                    <a:pt x="8111" y="558923"/>
                    <a:pt x="8111" y="558923"/>
                  </a:cubicBezTo>
                  <a:lnTo>
                    <a:pt x="11745" y="561883"/>
                  </a:lnTo>
                  <a:cubicBezTo>
                    <a:pt x="11745" y="561883"/>
                    <a:pt x="16020" y="562825"/>
                    <a:pt x="16322" y="563026"/>
                  </a:cubicBezTo>
                  <a:cubicBezTo>
                    <a:pt x="16625" y="563262"/>
                    <a:pt x="18207" y="565045"/>
                    <a:pt x="18207" y="565348"/>
                  </a:cubicBezTo>
                  <a:cubicBezTo>
                    <a:pt x="18207" y="565650"/>
                    <a:pt x="18140" y="567602"/>
                    <a:pt x="17972" y="568543"/>
                  </a:cubicBezTo>
                  <a:cubicBezTo>
                    <a:pt x="17837" y="569485"/>
                    <a:pt x="17467" y="570360"/>
                    <a:pt x="17467" y="570360"/>
                  </a:cubicBezTo>
                  <a:lnTo>
                    <a:pt x="14943" y="572681"/>
                  </a:lnTo>
                  <a:lnTo>
                    <a:pt x="15750" y="575641"/>
                  </a:lnTo>
                  <a:lnTo>
                    <a:pt x="18779" y="577323"/>
                  </a:lnTo>
                  <a:lnTo>
                    <a:pt x="20226" y="578400"/>
                  </a:lnTo>
                  <a:lnTo>
                    <a:pt x="21101" y="579712"/>
                  </a:lnTo>
                  <a:lnTo>
                    <a:pt x="21101" y="582739"/>
                  </a:lnTo>
                  <a:cubicBezTo>
                    <a:pt x="21101" y="582739"/>
                    <a:pt x="20597" y="582975"/>
                    <a:pt x="20361" y="583177"/>
                  </a:cubicBezTo>
                  <a:cubicBezTo>
                    <a:pt x="20159" y="583379"/>
                    <a:pt x="19217" y="585431"/>
                    <a:pt x="19217" y="585431"/>
                  </a:cubicBezTo>
                  <a:cubicBezTo>
                    <a:pt x="19217" y="585431"/>
                    <a:pt x="18847" y="586238"/>
                    <a:pt x="18847" y="586507"/>
                  </a:cubicBezTo>
                  <a:cubicBezTo>
                    <a:pt x="18847" y="586810"/>
                    <a:pt x="18779" y="587146"/>
                    <a:pt x="18847" y="587382"/>
                  </a:cubicBezTo>
                  <a:cubicBezTo>
                    <a:pt x="18914" y="587617"/>
                    <a:pt x="18914" y="590073"/>
                    <a:pt x="18914" y="590073"/>
                  </a:cubicBezTo>
                  <a:cubicBezTo>
                    <a:pt x="18914" y="590073"/>
                    <a:pt x="19991" y="591015"/>
                    <a:pt x="20226" y="591216"/>
                  </a:cubicBezTo>
                  <a:cubicBezTo>
                    <a:pt x="20462" y="591418"/>
                    <a:pt x="20529" y="591587"/>
                    <a:pt x="21606" y="591587"/>
                  </a:cubicBezTo>
                  <a:cubicBezTo>
                    <a:pt x="22683" y="591587"/>
                    <a:pt x="22986" y="592024"/>
                    <a:pt x="23996" y="592091"/>
                  </a:cubicBezTo>
                  <a:cubicBezTo>
                    <a:pt x="25005" y="592159"/>
                    <a:pt x="26015" y="592663"/>
                    <a:pt x="26520" y="592898"/>
                  </a:cubicBezTo>
                  <a:cubicBezTo>
                    <a:pt x="27025" y="593100"/>
                    <a:pt x="28539" y="593201"/>
                    <a:pt x="28606" y="593403"/>
                  </a:cubicBezTo>
                  <a:cubicBezTo>
                    <a:pt x="28674" y="593605"/>
                    <a:pt x="29246" y="594345"/>
                    <a:pt x="29616" y="594984"/>
                  </a:cubicBezTo>
                  <a:cubicBezTo>
                    <a:pt x="29986" y="595623"/>
                    <a:pt x="30424" y="596498"/>
                    <a:pt x="30424" y="596498"/>
                  </a:cubicBezTo>
                  <a:lnTo>
                    <a:pt x="31433" y="598886"/>
                  </a:lnTo>
                  <a:cubicBezTo>
                    <a:pt x="31433" y="598886"/>
                    <a:pt x="33385" y="600266"/>
                    <a:pt x="33621" y="600400"/>
                  </a:cubicBezTo>
                  <a:cubicBezTo>
                    <a:pt x="33823" y="600535"/>
                    <a:pt x="37592" y="604033"/>
                    <a:pt x="37592" y="604033"/>
                  </a:cubicBezTo>
                  <a:cubicBezTo>
                    <a:pt x="37592" y="604033"/>
                    <a:pt x="38164" y="604740"/>
                    <a:pt x="38333" y="604975"/>
                  </a:cubicBezTo>
                  <a:cubicBezTo>
                    <a:pt x="38467" y="605177"/>
                    <a:pt x="40015" y="608810"/>
                    <a:pt x="40015" y="608810"/>
                  </a:cubicBezTo>
                  <a:cubicBezTo>
                    <a:pt x="40015" y="608810"/>
                    <a:pt x="40318" y="611434"/>
                    <a:pt x="40318" y="611703"/>
                  </a:cubicBezTo>
                  <a:cubicBezTo>
                    <a:pt x="40318" y="612006"/>
                    <a:pt x="40453" y="614529"/>
                    <a:pt x="40453" y="615235"/>
                  </a:cubicBezTo>
                  <a:cubicBezTo>
                    <a:pt x="40453" y="615975"/>
                    <a:pt x="40587" y="617489"/>
                    <a:pt x="40587" y="617489"/>
                  </a:cubicBezTo>
                  <a:lnTo>
                    <a:pt x="40958" y="619070"/>
                  </a:lnTo>
                  <a:cubicBezTo>
                    <a:pt x="40958" y="619070"/>
                    <a:pt x="42405" y="620079"/>
                    <a:pt x="42775" y="620315"/>
                  </a:cubicBezTo>
                  <a:cubicBezTo>
                    <a:pt x="43145" y="620517"/>
                    <a:pt x="44592" y="621391"/>
                    <a:pt x="44794" y="621560"/>
                  </a:cubicBezTo>
                  <a:cubicBezTo>
                    <a:pt x="45030" y="621694"/>
                    <a:pt x="46174" y="625764"/>
                    <a:pt x="46174" y="625764"/>
                  </a:cubicBezTo>
                  <a:lnTo>
                    <a:pt x="46982" y="627783"/>
                  </a:lnTo>
                  <a:lnTo>
                    <a:pt x="48866" y="630979"/>
                  </a:lnTo>
                  <a:lnTo>
                    <a:pt x="49809" y="633502"/>
                  </a:lnTo>
                  <a:lnTo>
                    <a:pt x="50381" y="634814"/>
                  </a:lnTo>
                  <a:lnTo>
                    <a:pt x="54016" y="637067"/>
                  </a:lnTo>
                  <a:lnTo>
                    <a:pt x="59535" y="638211"/>
                  </a:lnTo>
                  <a:cubicBezTo>
                    <a:pt x="59535" y="638211"/>
                    <a:pt x="63304" y="640599"/>
                    <a:pt x="63506" y="640667"/>
                  </a:cubicBezTo>
                  <a:cubicBezTo>
                    <a:pt x="63708" y="640734"/>
                    <a:pt x="65694" y="643291"/>
                    <a:pt x="65761" y="643493"/>
                  </a:cubicBezTo>
                  <a:cubicBezTo>
                    <a:pt x="65828" y="643694"/>
                    <a:pt x="70338" y="647765"/>
                    <a:pt x="70910" y="648505"/>
                  </a:cubicBezTo>
                  <a:cubicBezTo>
                    <a:pt x="71482" y="649211"/>
                    <a:pt x="77809" y="655233"/>
                    <a:pt x="77809" y="655233"/>
                  </a:cubicBezTo>
                  <a:cubicBezTo>
                    <a:pt x="77809" y="655233"/>
                    <a:pt x="78550" y="657318"/>
                    <a:pt x="78550" y="657621"/>
                  </a:cubicBezTo>
                  <a:cubicBezTo>
                    <a:pt x="78550" y="657924"/>
                    <a:pt x="78550" y="659202"/>
                    <a:pt x="78550" y="659202"/>
                  </a:cubicBezTo>
                  <a:lnTo>
                    <a:pt x="79997" y="661826"/>
                  </a:lnTo>
                  <a:lnTo>
                    <a:pt x="82891" y="661826"/>
                  </a:lnTo>
                  <a:cubicBezTo>
                    <a:pt x="82891" y="661826"/>
                    <a:pt x="86223" y="660884"/>
                    <a:pt x="87367" y="660581"/>
                  </a:cubicBezTo>
                  <a:cubicBezTo>
                    <a:pt x="88512" y="660279"/>
                    <a:pt x="89891" y="659942"/>
                    <a:pt x="90262" y="659774"/>
                  </a:cubicBezTo>
                  <a:cubicBezTo>
                    <a:pt x="90632" y="659640"/>
                    <a:pt x="93391" y="659034"/>
                    <a:pt x="94031" y="658529"/>
                  </a:cubicBezTo>
                  <a:cubicBezTo>
                    <a:pt x="94670" y="658025"/>
                    <a:pt x="95041" y="657150"/>
                    <a:pt x="95613" y="656948"/>
                  </a:cubicBezTo>
                  <a:cubicBezTo>
                    <a:pt x="96185" y="656747"/>
                    <a:pt x="97430" y="654930"/>
                    <a:pt x="97632" y="654627"/>
                  </a:cubicBezTo>
                  <a:cubicBezTo>
                    <a:pt x="97834" y="654324"/>
                    <a:pt x="99012" y="652542"/>
                    <a:pt x="99146" y="652239"/>
                  </a:cubicBezTo>
                  <a:cubicBezTo>
                    <a:pt x="99281" y="651936"/>
                    <a:pt x="100964" y="650557"/>
                    <a:pt x="100964" y="650557"/>
                  </a:cubicBezTo>
                  <a:lnTo>
                    <a:pt x="102916" y="649480"/>
                  </a:lnTo>
                  <a:lnTo>
                    <a:pt x="105608" y="648740"/>
                  </a:lnTo>
                  <a:lnTo>
                    <a:pt x="110959" y="649178"/>
                  </a:lnTo>
                  <a:lnTo>
                    <a:pt x="112911" y="650254"/>
                  </a:lnTo>
                  <a:lnTo>
                    <a:pt x="114863" y="652340"/>
                  </a:lnTo>
                  <a:lnTo>
                    <a:pt x="116377" y="653585"/>
                  </a:lnTo>
                  <a:cubicBezTo>
                    <a:pt x="116377" y="653585"/>
                    <a:pt x="117253" y="653786"/>
                    <a:pt x="117825" y="653786"/>
                  </a:cubicBezTo>
                  <a:cubicBezTo>
                    <a:pt x="118397" y="653786"/>
                    <a:pt x="119272" y="652979"/>
                    <a:pt x="119642" y="652340"/>
                  </a:cubicBezTo>
                  <a:cubicBezTo>
                    <a:pt x="120012" y="651701"/>
                    <a:pt x="120887" y="651263"/>
                    <a:pt x="120887" y="651263"/>
                  </a:cubicBezTo>
                  <a:lnTo>
                    <a:pt x="121695" y="650187"/>
                  </a:lnTo>
                  <a:cubicBezTo>
                    <a:pt x="121695" y="650187"/>
                    <a:pt x="122637" y="648370"/>
                    <a:pt x="122839" y="648303"/>
                  </a:cubicBezTo>
                  <a:cubicBezTo>
                    <a:pt x="123041" y="648236"/>
                    <a:pt x="125094" y="647933"/>
                    <a:pt x="125094" y="647933"/>
                  </a:cubicBezTo>
                  <a:cubicBezTo>
                    <a:pt x="125094" y="647933"/>
                    <a:pt x="126339" y="647193"/>
                    <a:pt x="126609" y="647126"/>
                  </a:cubicBezTo>
                  <a:cubicBezTo>
                    <a:pt x="126911" y="647058"/>
                    <a:pt x="126911" y="646318"/>
                    <a:pt x="127618" y="646116"/>
                  </a:cubicBezTo>
                  <a:cubicBezTo>
                    <a:pt x="128359" y="645915"/>
                    <a:pt x="129301" y="645242"/>
                    <a:pt x="130142" y="645477"/>
                  </a:cubicBezTo>
                  <a:cubicBezTo>
                    <a:pt x="131017" y="645713"/>
                    <a:pt x="132666" y="645477"/>
                    <a:pt x="132969" y="645612"/>
                  </a:cubicBezTo>
                  <a:cubicBezTo>
                    <a:pt x="133272" y="645746"/>
                    <a:pt x="135864" y="646251"/>
                    <a:pt x="136166" y="646352"/>
                  </a:cubicBezTo>
                  <a:cubicBezTo>
                    <a:pt x="136469" y="646419"/>
                    <a:pt x="137479" y="646352"/>
                    <a:pt x="138354" y="646924"/>
                  </a:cubicBezTo>
                  <a:cubicBezTo>
                    <a:pt x="139229" y="647496"/>
                    <a:pt x="143066" y="649817"/>
                    <a:pt x="143066" y="649817"/>
                  </a:cubicBezTo>
                  <a:lnTo>
                    <a:pt x="143200" y="651129"/>
                  </a:lnTo>
                  <a:cubicBezTo>
                    <a:pt x="143200" y="651129"/>
                    <a:pt x="142897" y="652811"/>
                    <a:pt x="142763" y="653012"/>
                  </a:cubicBezTo>
                  <a:cubicBezTo>
                    <a:pt x="142628" y="653214"/>
                    <a:pt x="141719" y="653954"/>
                    <a:pt x="141719" y="653954"/>
                  </a:cubicBezTo>
                  <a:lnTo>
                    <a:pt x="141114" y="654896"/>
                  </a:lnTo>
                  <a:lnTo>
                    <a:pt x="141114" y="655704"/>
                  </a:lnTo>
                  <a:lnTo>
                    <a:pt x="141618" y="658092"/>
                  </a:lnTo>
                  <a:lnTo>
                    <a:pt x="143301" y="658664"/>
                  </a:lnTo>
                  <a:lnTo>
                    <a:pt x="145623" y="660178"/>
                  </a:lnTo>
                  <a:lnTo>
                    <a:pt x="146196" y="660615"/>
                  </a:lnTo>
                  <a:lnTo>
                    <a:pt x="147575" y="662364"/>
                  </a:lnTo>
                  <a:cubicBezTo>
                    <a:pt x="147575" y="662364"/>
                    <a:pt x="147811" y="664181"/>
                    <a:pt x="147946" y="664383"/>
                  </a:cubicBezTo>
                  <a:cubicBezTo>
                    <a:pt x="148080" y="664618"/>
                    <a:pt x="148450" y="665964"/>
                    <a:pt x="148450" y="665964"/>
                  </a:cubicBezTo>
                  <a:lnTo>
                    <a:pt x="149325" y="667478"/>
                  </a:lnTo>
                  <a:lnTo>
                    <a:pt x="150470" y="669160"/>
                  </a:lnTo>
                  <a:lnTo>
                    <a:pt x="152422" y="672927"/>
                  </a:lnTo>
                  <a:cubicBezTo>
                    <a:pt x="152422" y="672927"/>
                    <a:pt x="153936" y="675820"/>
                    <a:pt x="154172" y="676459"/>
                  </a:cubicBezTo>
                  <a:cubicBezTo>
                    <a:pt x="154374" y="677099"/>
                    <a:pt x="156359" y="679588"/>
                    <a:pt x="156561" y="679857"/>
                  </a:cubicBezTo>
                  <a:cubicBezTo>
                    <a:pt x="156763" y="680160"/>
                    <a:pt x="157201" y="680160"/>
                    <a:pt x="157874" y="680664"/>
                  </a:cubicBezTo>
                  <a:cubicBezTo>
                    <a:pt x="158513" y="681169"/>
                    <a:pt x="160768" y="682044"/>
                    <a:pt x="160768" y="682548"/>
                  </a:cubicBezTo>
                  <a:cubicBezTo>
                    <a:pt x="160768" y="683053"/>
                    <a:pt x="161138" y="684499"/>
                    <a:pt x="161205" y="685071"/>
                  </a:cubicBezTo>
                  <a:cubicBezTo>
                    <a:pt x="161273" y="685643"/>
                    <a:pt x="161273" y="686888"/>
                    <a:pt x="162080" y="687392"/>
                  </a:cubicBezTo>
                  <a:cubicBezTo>
                    <a:pt x="162888" y="687897"/>
                    <a:pt x="162955" y="687695"/>
                    <a:pt x="163830" y="688200"/>
                  </a:cubicBezTo>
                  <a:cubicBezTo>
                    <a:pt x="164706" y="688704"/>
                    <a:pt x="166523" y="689882"/>
                    <a:pt x="166960" y="690151"/>
                  </a:cubicBezTo>
                  <a:cubicBezTo>
                    <a:pt x="167398" y="690453"/>
                    <a:pt x="168980" y="692169"/>
                    <a:pt x="168980" y="692169"/>
                  </a:cubicBezTo>
                  <a:cubicBezTo>
                    <a:pt x="168980" y="692169"/>
                    <a:pt x="169283" y="692741"/>
                    <a:pt x="169484" y="692808"/>
                  </a:cubicBezTo>
                  <a:cubicBezTo>
                    <a:pt x="169720" y="692876"/>
                    <a:pt x="173052" y="692741"/>
                    <a:pt x="173489" y="692808"/>
                  </a:cubicBezTo>
                  <a:cubicBezTo>
                    <a:pt x="173927" y="692876"/>
                    <a:pt x="174735" y="692775"/>
                    <a:pt x="175138" y="692842"/>
                  </a:cubicBezTo>
                  <a:cubicBezTo>
                    <a:pt x="175576" y="692909"/>
                    <a:pt x="176384" y="692876"/>
                    <a:pt x="177158" y="692842"/>
                  </a:cubicBezTo>
                  <a:cubicBezTo>
                    <a:pt x="177965" y="692808"/>
                    <a:pt x="178470" y="692909"/>
                    <a:pt x="178908" y="693246"/>
                  </a:cubicBezTo>
                  <a:cubicBezTo>
                    <a:pt x="179345" y="693616"/>
                    <a:pt x="182980" y="697148"/>
                    <a:pt x="182980" y="697148"/>
                  </a:cubicBezTo>
                  <a:cubicBezTo>
                    <a:pt x="182980" y="697148"/>
                    <a:pt x="183889" y="698964"/>
                    <a:pt x="184326" y="699536"/>
                  </a:cubicBezTo>
                  <a:cubicBezTo>
                    <a:pt x="184764" y="700108"/>
                    <a:pt x="186379" y="704448"/>
                    <a:pt x="186379" y="704448"/>
                  </a:cubicBezTo>
                  <a:lnTo>
                    <a:pt x="186379" y="706029"/>
                  </a:lnTo>
                  <a:lnTo>
                    <a:pt x="186009" y="708215"/>
                  </a:lnTo>
                  <a:lnTo>
                    <a:pt x="187389" y="710536"/>
                  </a:lnTo>
                  <a:cubicBezTo>
                    <a:pt x="187389" y="710536"/>
                    <a:pt x="188970" y="711108"/>
                    <a:pt x="189711" y="711344"/>
                  </a:cubicBezTo>
                  <a:cubicBezTo>
                    <a:pt x="190418" y="711546"/>
                    <a:pt x="195735" y="710469"/>
                    <a:pt x="196004" y="710402"/>
                  </a:cubicBezTo>
                  <a:cubicBezTo>
                    <a:pt x="196307" y="710335"/>
                    <a:pt x="197586" y="709325"/>
                    <a:pt x="197889" y="709325"/>
                  </a:cubicBezTo>
                  <a:cubicBezTo>
                    <a:pt x="198192" y="709325"/>
                    <a:pt x="200851" y="708955"/>
                    <a:pt x="201153" y="708821"/>
                  </a:cubicBezTo>
                  <a:cubicBezTo>
                    <a:pt x="201456" y="708686"/>
                    <a:pt x="205865" y="708619"/>
                    <a:pt x="206235" y="708888"/>
                  </a:cubicBezTo>
                  <a:cubicBezTo>
                    <a:pt x="206605" y="709157"/>
                    <a:pt x="209634" y="710637"/>
                    <a:pt x="209634" y="710637"/>
                  </a:cubicBezTo>
                  <a:cubicBezTo>
                    <a:pt x="209634" y="710637"/>
                    <a:pt x="212529" y="712891"/>
                    <a:pt x="212764" y="712958"/>
                  </a:cubicBezTo>
                  <a:cubicBezTo>
                    <a:pt x="213000" y="713026"/>
                    <a:pt x="214952" y="715650"/>
                    <a:pt x="214952" y="715650"/>
                  </a:cubicBezTo>
                  <a:lnTo>
                    <a:pt x="215187" y="717601"/>
                  </a:lnTo>
                  <a:cubicBezTo>
                    <a:pt x="215187" y="717601"/>
                    <a:pt x="215120" y="719619"/>
                    <a:pt x="215120" y="720056"/>
                  </a:cubicBezTo>
                  <a:cubicBezTo>
                    <a:pt x="215120" y="720494"/>
                    <a:pt x="214985" y="721570"/>
                    <a:pt x="214985" y="722007"/>
                  </a:cubicBezTo>
                  <a:cubicBezTo>
                    <a:pt x="214985" y="722445"/>
                    <a:pt x="214346" y="725641"/>
                    <a:pt x="214346" y="725641"/>
                  </a:cubicBezTo>
                  <a:lnTo>
                    <a:pt x="215154" y="729980"/>
                  </a:lnTo>
                  <a:cubicBezTo>
                    <a:pt x="215154" y="729980"/>
                    <a:pt x="215086" y="730182"/>
                    <a:pt x="215961" y="729980"/>
                  </a:cubicBezTo>
                  <a:cubicBezTo>
                    <a:pt x="216836" y="729778"/>
                    <a:pt x="218216" y="728096"/>
                    <a:pt x="218216" y="728096"/>
                  </a:cubicBezTo>
                  <a:cubicBezTo>
                    <a:pt x="218216" y="728096"/>
                    <a:pt x="218351" y="727020"/>
                    <a:pt x="218519" y="726650"/>
                  </a:cubicBezTo>
                  <a:cubicBezTo>
                    <a:pt x="218654" y="726280"/>
                    <a:pt x="218957" y="725338"/>
                    <a:pt x="219394" y="724833"/>
                  </a:cubicBezTo>
                  <a:cubicBezTo>
                    <a:pt x="219832" y="724329"/>
                    <a:pt x="220841" y="723824"/>
                    <a:pt x="221414" y="723689"/>
                  </a:cubicBezTo>
                  <a:cubicBezTo>
                    <a:pt x="221986" y="723555"/>
                    <a:pt x="227135" y="723118"/>
                    <a:pt x="227135" y="723118"/>
                  </a:cubicBezTo>
                  <a:cubicBezTo>
                    <a:pt x="227135" y="723118"/>
                    <a:pt x="228817" y="723555"/>
                    <a:pt x="229457" y="723925"/>
                  </a:cubicBezTo>
                  <a:cubicBezTo>
                    <a:pt x="230096" y="724295"/>
                    <a:pt x="230399" y="724228"/>
                    <a:pt x="231207" y="725170"/>
                  </a:cubicBezTo>
                  <a:cubicBezTo>
                    <a:pt x="232015" y="726112"/>
                    <a:pt x="234236" y="728870"/>
                    <a:pt x="234471" y="729072"/>
                  </a:cubicBezTo>
                  <a:cubicBezTo>
                    <a:pt x="234673" y="729307"/>
                    <a:pt x="235851" y="731326"/>
                    <a:pt x="235851" y="731326"/>
                  </a:cubicBezTo>
                  <a:lnTo>
                    <a:pt x="236491" y="733344"/>
                  </a:lnTo>
                  <a:cubicBezTo>
                    <a:pt x="236491" y="733344"/>
                    <a:pt x="236861" y="734286"/>
                    <a:pt x="237568" y="734286"/>
                  </a:cubicBezTo>
                  <a:cubicBezTo>
                    <a:pt x="238274" y="734286"/>
                    <a:pt x="240159" y="733041"/>
                    <a:pt x="240597" y="732907"/>
                  </a:cubicBezTo>
                  <a:cubicBezTo>
                    <a:pt x="241034" y="732772"/>
                    <a:pt x="242044" y="731763"/>
                    <a:pt x="242347" y="731460"/>
                  </a:cubicBezTo>
                  <a:cubicBezTo>
                    <a:pt x="242650" y="731157"/>
                    <a:pt x="244803" y="730215"/>
                    <a:pt x="244803" y="730215"/>
                  </a:cubicBezTo>
                  <a:cubicBezTo>
                    <a:pt x="244803" y="730215"/>
                    <a:pt x="247563" y="731595"/>
                    <a:pt x="248270" y="732301"/>
                  </a:cubicBezTo>
                  <a:cubicBezTo>
                    <a:pt x="249010" y="733041"/>
                    <a:pt x="250020" y="733815"/>
                    <a:pt x="250020" y="733815"/>
                  </a:cubicBezTo>
                  <a:lnTo>
                    <a:pt x="251467" y="733613"/>
                  </a:lnTo>
                  <a:lnTo>
                    <a:pt x="253991" y="731662"/>
                  </a:lnTo>
                  <a:cubicBezTo>
                    <a:pt x="253991" y="731662"/>
                    <a:pt x="254294" y="731090"/>
                    <a:pt x="254496" y="730855"/>
                  </a:cubicBezTo>
                  <a:cubicBezTo>
                    <a:pt x="254698" y="730653"/>
                    <a:pt x="255573" y="730350"/>
                    <a:pt x="255809" y="730350"/>
                  </a:cubicBezTo>
                  <a:cubicBezTo>
                    <a:pt x="256010" y="730350"/>
                    <a:pt x="259342" y="731662"/>
                    <a:pt x="259342" y="731662"/>
                  </a:cubicBezTo>
                  <a:cubicBezTo>
                    <a:pt x="259342" y="731662"/>
                    <a:pt x="260083" y="731965"/>
                    <a:pt x="260285" y="732301"/>
                  </a:cubicBezTo>
                  <a:cubicBezTo>
                    <a:pt x="260486" y="732671"/>
                    <a:pt x="262035" y="734757"/>
                    <a:pt x="262035" y="734757"/>
                  </a:cubicBezTo>
                  <a:cubicBezTo>
                    <a:pt x="262035" y="734757"/>
                    <a:pt x="263414" y="736136"/>
                    <a:pt x="263616" y="736439"/>
                  </a:cubicBezTo>
                  <a:cubicBezTo>
                    <a:pt x="263818" y="736742"/>
                    <a:pt x="265064" y="737246"/>
                    <a:pt x="265366" y="737313"/>
                  </a:cubicBezTo>
                  <a:cubicBezTo>
                    <a:pt x="265669" y="737381"/>
                    <a:pt x="266814" y="736674"/>
                    <a:pt x="267049" y="736674"/>
                  </a:cubicBezTo>
                  <a:cubicBezTo>
                    <a:pt x="267251" y="736674"/>
                    <a:pt x="268227" y="736540"/>
                    <a:pt x="269237" y="736372"/>
                  </a:cubicBezTo>
                  <a:cubicBezTo>
                    <a:pt x="270246" y="736237"/>
                    <a:pt x="271626" y="736002"/>
                    <a:pt x="272367" y="735800"/>
                  </a:cubicBezTo>
                  <a:cubicBezTo>
                    <a:pt x="273107" y="735598"/>
                    <a:pt x="273814" y="734992"/>
                    <a:pt x="274117" y="734858"/>
                  </a:cubicBezTo>
                  <a:cubicBezTo>
                    <a:pt x="274419" y="734723"/>
                    <a:pt x="275564" y="732907"/>
                    <a:pt x="275867" y="732907"/>
                  </a:cubicBezTo>
                  <a:cubicBezTo>
                    <a:pt x="276169" y="732907"/>
                    <a:pt x="278121" y="732604"/>
                    <a:pt x="278391" y="732604"/>
                  </a:cubicBezTo>
                  <a:cubicBezTo>
                    <a:pt x="278694" y="732604"/>
                    <a:pt x="282463" y="736742"/>
                    <a:pt x="282867" y="737313"/>
                  </a:cubicBezTo>
                  <a:cubicBezTo>
                    <a:pt x="283304" y="737885"/>
                    <a:pt x="283304" y="737751"/>
                    <a:pt x="283742" y="739063"/>
                  </a:cubicBezTo>
                  <a:cubicBezTo>
                    <a:pt x="284179" y="740375"/>
                    <a:pt x="284549" y="743335"/>
                    <a:pt x="284617" y="743638"/>
                  </a:cubicBezTo>
                  <a:cubicBezTo>
                    <a:pt x="284684" y="743941"/>
                    <a:pt x="285122" y="746262"/>
                    <a:pt x="285425" y="746968"/>
                  </a:cubicBezTo>
                  <a:cubicBezTo>
                    <a:pt x="285694" y="747674"/>
                    <a:pt x="286804" y="749289"/>
                    <a:pt x="286804" y="749289"/>
                  </a:cubicBezTo>
                  <a:lnTo>
                    <a:pt x="287679" y="749726"/>
                  </a:lnTo>
                  <a:cubicBezTo>
                    <a:pt x="287679" y="749726"/>
                    <a:pt x="289194" y="750231"/>
                    <a:pt x="289934" y="749996"/>
                  </a:cubicBezTo>
                  <a:cubicBezTo>
                    <a:pt x="290641" y="749794"/>
                    <a:pt x="294410" y="749693"/>
                    <a:pt x="294646" y="749626"/>
                  </a:cubicBezTo>
                  <a:cubicBezTo>
                    <a:pt x="294848" y="749558"/>
                    <a:pt x="297035" y="749054"/>
                    <a:pt x="297338" y="749054"/>
                  </a:cubicBezTo>
                  <a:cubicBezTo>
                    <a:pt x="297641" y="749054"/>
                    <a:pt x="300098" y="748044"/>
                    <a:pt x="300670" y="748044"/>
                  </a:cubicBezTo>
                  <a:cubicBezTo>
                    <a:pt x="301242" y="748044"/>
                    <a:pt x="305079" y="748919"/>
                    <a:pt x="305314" y="748986"/>
                  </a:cubicBezTo>
                  <a:cubicBezTo>
                    <a:pt x="305516" y="749054"/>
                    <a:pt x="306762" y="750366"/>
                    <a:pt x="306896" y="750870"/>
                  </a:cubicBezTo>
                  <a:cubicBezTo>
                    <a:pt x="307031" y="751375"/>
                    <a:pt x="307973" y="754941"/>
                    <a:pt x="308141" y="755580"/>
                  </a:cubicBezTo>
                  <a:cubicBezTo>
                    <a:pt x="308276" y="756219"/>
                    <a:pt x="308781" y="757901"/>
                    <a:pt x="308882" y="758271"/>
                  </a:cubicBezTo>
                  <a:cubicBezTo>
                    <a:pt x="308949" y="758641"/>
                    <a:pt x="308949" y="759650"/>
                    <a:pt x="309016" y="760222"/>
                  </a:cubicBezTo>
                  <a:cubicBezTo>
                    <a:pt x="309084" y="760794"/>
                    <a:pt x="310161" y="761601"/>
                    <a:pt x="310464" y="761736"/>
                  </a:cubicBezTo>
                  <a:cubicBezTo>
                    <a:pt x="310766" y="761870"/>
                    <a:pt x="313223" y="761534"/>
                    <a:pt x="313930" y="761736"/>
                  </a:cubicBezTo>
                  <a:cubicBezTo>
                    <a:pt x="314637" y="761971"/>
                    <a:pt x="315310" y="761870"/>
                    <a:pt x="315310" y="762240"/>
                  </a:cubicBezTo>
                  <a:cubicBezTo>
                    <a:pt x="315310" y="762610"/>
                    <a:pt x="316690" y="765874"/>
                    <a:pt x="316690" y="765874"/>
                  </a:cubicBezTo>
                  <a:cubicBezTo>
                    <a:pt x="316690" y="765874"/>
                    <a:pt x="316488" y="766378"/>
                    <a:pt x="316993" y="767017"/>
                  </a:cubicBezTo>
                  <a:cubicBezTo>
                    <a:pt x="317497" y="767656"/>
                    <a:pt x="318944" y="767085"/>
                    <a:pt x="319180" y="767017"/>
                  </a:cubicBezTo>
                  <a:cubicBezTo>
                    <a:pt x="319382" y="766950"/>
                    <a:pt x="320324" y="766143"/>
                    <a:pt x="320324" y="766143"/>
                  </a:cubicBezTo>
                  <a:cubicBezTo>
                    <a:pt x="320324" y="766143"/>
                    <a:pt x="323522" y="764763"/>
                    <a:pt x="323723" y="764763"/>
                  </a:cubicBezTo>
                  <a:cubicBezTo>
                    <a:pt x="323959" y="764763"/>
                    <a:pt x="325372" y="765705"/>
                    <a:pt x="325372" y="766008"/>
                  </a:cubicBezTo>
                  <a:cubicBezTo>
                    <a:pt x="325372" y="766311"/>
                    <a:pt x="325507" y="767959"/>
                    <a:pt x="325507" y="767959"/>
                  </a:cubicBezTo>
                  <a:lnTo>
                    <a:pt x="325574" y="769204"/>
                  </a:lnTo>
                  <a:lnTo>
                    <a:pt x="325709" y="771390"/>
                  </a:lnTo>
                  <a:cubicBezTo>
                    <a:pt x="325709" y="771390"/>
                    <a:pt x="326584" y="773140"/>
                    <a:pt x="326786" y="773342"/>
                  </a:cubicBezTo>
                  <a:cubicBezTo>
                    <a:pt x="327022" y="773577"/>
                    <a:pt x="326651" y="773913"/>
                    <a:pt x="328098" y="773913"/>
                  </a:cubicBezTo>
                  <a:cubicBezTo>
                    <a:pt x="329546" y="773913"/>
                    <a:pt x="330353" y="774216"/>
                    <a:pt x="330791" y="774351"/>
                  </a:cubicBezTo>
                  <a:cubicBezTo>
                    <a:pt x="331228" y="774485"/>
                    <a:pt x="331666" y="773981"/>
                    <a:pt x="332676" y="775158"/>
                  </a:cubicBezTo>
                  <a:cubicBezTo>
                    <a:pt x="333685" y="776302"/>
                    <a:pt x="333820" y="776605"/>
                    <a:pt x="334560" y="776302"/>
                  </a:cubicBezTo>
                  <a:cubicBezTo>
                    <a:pt x="335301" y="775999"/>
                    <a:pt x="336243" y="774351"/>
                    <a:pt x="336580" y="774284"/>
                  </a:cubicBezTo>
                  <a:cubicBezTo>
                    <a:pt x="336950" y="774216"/>
                    <a:pt x="337757" y="772602"/>
                    <a:pt x="337892" y="772332"/>
                  </a:cubicBezTo>
                  <a:cubicBezTo>
                    <a:pt x="338027" y="772030"/>
                    <a:pt x="338632" y="771121"/>
                    <a:pt x="338834" y="770751"/>
                  </a:cubicBezTo>
                  <a:cubicBezTo>
                    <a:pt x="339036" y="770381"/>
                    <a:pt x="339709" y="769002"/>
                    <a:pt x="339709" y="769002"/>
                  </a:cubicBezTo>
                  <a:cubicBezTo>
                    <a:pt x="339709" y="769002"/>
                    <a:pt x="340854" y="767993"/>
                    <a:pt x="341291" y="767690"/>
                  </a:cubicBezTo>
                  <a:cubicBezTo>
                    <a:pt x="341729" y="767387"/>
                    <a:pt x="342301" y="767387"/>
                    <a:pt x="343041" y="766984"/>
                  </a:cubicBezTo>
                  <a:cubicBezTo>
                    <a:pt x="343782" y="766546"/>
                    <a:pt x="344286" y="765907"/>
                    <a:pt x="344858" y="765806"/>
                  </a:cubicBezTo>
                  <a:cubicBezTo>
                    <a:pt x="345431" y="765739"/>
                    <a:pt x="346676" y="765604"/>
                    <a:pt x="347046" y="765604"/>
                  </a:cubicBezTo>
                  <a:cubicBezTo>
                    <a:pt x="347416" y="765604"/>
                    <a:pt x="349738" y="765403"/>
                    <a:pt x="349738" y="765403"/>
                  </a:cubicBezTo>
                  <a:lnTo>
                    <a:pt x="351623" y="765100"/>
                  </a:lnTo>
                  <a:lnTo>
                    <a:pt x="353508" y="765773"/>
                  </a:lnTo>
                  <a:cubicBezTo>
                    <a:pt x="353508" y="765773"/>
                    <a:pt x="355325" y="765974"/>
                    <a:pt x="355965" y="766210"/>
                  </a:cubicBezTo>
                  <a:cubicBezTo>
                    <a:pt x="356604" y="766412"/>
                    <a:pt x="357849" y="766782"/>
                    <a:pt x="358421" y="767219"/>
                  </a:cubicBezTo>
                  <a:cubicBezTo>
                    <a:pt x="358993" y="767656"/>
                    <a:pt x="360373" y="768228"/>
                    <a:pt x="360945" y="768598"/>
                  </a:cubicBezTo>
                  <a:cubicBezTo>
                    <a:pt x="361517" y="768968"/>
                    <a:pt x="362191" y="769406"/>
                    <a:pt x="362191" y="769675"/>
                  </a:cubicBezTo>
                  <a:cubicBezTo>
                    <a:pt x="362191" y="769978"/>
                    <a:pt x="362628" y="772366"/>
                    <a:pt x="362628" y="772803"/>
                  </a:cubicBezTo>
                  <a:cubicBezTo>
                    <a:pt x="362628" y="773241"/>
                    <a:pt x="362696" y="775764"/>
                    <a:pt x="362696" y="775764"/>
                  </a:cubicBezTo>
                  <a:cubicBezTo>
                    <a:pt x="362696" y="775764"/>
                    <a:pt x="362628" y="779094"/>
                    <a:pt x="362628" y="779397"/>
                  </a:cubicBezTo>
                  <a:cubicBezTo>
                    <a:pt x="362628" y="779699"/>
                    <a:pt x="362561" y="781482"/>
                    <a:pt x="362763" y="781583"/>
                  </a:cubicBezTo>
                  <a:cubicBezTo>
                    <a:pt x="362965" y="781651"/>
                    <a:pt x="363570" y="782323"/>
                    <a:pt x="364008" y="782323"/>
                  </a:cubicBezTo>
                  <a:cubicBezTo>
                    <a:pt x="364445" y="782323"/>
                    <a:pt x="365455" y="781886"/>
                    <a:pt x="365960" y="781381"/>
                  </a:cubicBezTo>
                  <a:cubicBezTo>
                    <a:pt x="366465" y="780877"/>
                    <a:pt x="366700" y="778690"/>
                    <a:pt x="366969" y="778488"/>
                  </a:cubicBezTo>
                  <a:cubicBezTo>
                    <a:pt x="367272" y="778253"/>
                    <a:pt x="367037" y="777546"/>
                    <a:pt x="367609" y="777244"/>
                  </a:cubicBezTo>
                  <a:cubicBezTo>
                    <a:pt x="368181" y="776941"/>
                    <a:pt x="368854" y="776605"/>
                    <a:pt x="368854" y="776605"/>
                  </a:cubicBezTo>
                  <a:lnTo>
                    <a:pt x="370941" y="776470"/>
                  </a:lnTo>
                  <a:lnTo>
                    <a:pt x="372523" y="778219"/>
                  </a:lnTo>
                  <a:lnTo>
                    <a:pt x="376662" y="780608"/>
                  </a:lnTo>
                  <a:lnTo>
                    <a:pt x="379186" y="783063"/>
                  </a:lnTo>
                  <a:lnTo>
                    <a:pt x="381878" y="785452"/>
                  </a:lnTo>
                  <a:cubicBezTo>
                    <a:pt x="381878" y="785452"/>
                    <a:pt x="383629" y="785519"/>
                    <a:pt x="384133" y="785452"/>
                  </a:cubicBezTo>
                  <a:cubicBezTo>
                    <a:pt x="384638" y="785385"/>
                    <a:pt x="385581" y="785519"/>
                    <a:pt x="386758" y="784947"/>
                  </a:cubicBezTo>
                  <a:cubicBezTo>
                    <a:pt x="387903" y="784375"/>
                    <a:pt x="388441" y="784644"/>
                    <a:pt x="389653" y="783568"/>
                  </a:cubicBezTo>
                  <a:cubicBezTo>
                    <a:pt x="390898" y="782492"/>
                    <a:pt x="391235" y="781415"/>
                    <a:pt x="391537" y="781247"/>
                  </a:cubicBezTo>
                  <a:cubicBezTo>
                    <a:pt x="391840" y="781112"/>
                    <a:pt x="393187" y="779868"/>
                    <a:pt x="393624" y="779800"/>
                  </a:cubicBezTo>
                  <a:cubicBezTo>
                    <a:pt x="394061" y="779733"/>
                    <a:pt x="399211" y="778556"/>
                    <a:pt x="399211" y="778556"/>
                  </a:cubicBezTo>
                  <a:cubicBezTo>
                    <a:pt x="399211" y="778556"/>
                    <a:pt x="402677" y="778488"/>
                    <a:pt x="403283" y="778556"/>
                  </a:cubicBezTo>
                  <a:cubicBezTo>
                    <a:pt x="403855" y="778623"/>
                    <a:pt x="406749" y="778556"/>
                    <a:pt x="406749" y="778556"/>
                  </a:cubicBezTo>
                  <a:cubicBezTo>
                    <a:pt x="406749" y="778556"/>
                    <a:pt x="409341" y="777513"/>
                    <a:pt x="409576" y="777446"/>
                  </a:cubicBezTo>
                  <a:cubicBezTo>
                    <a:pt x="409778" y="777378"/>
                    <a:pt x="410283" y="776605"/>
                    <a:pt x="410283" y="776605"/>
                  </a:cubicBezTo>
                  <a:lnTo>
                    <a:pt x="411730" y="776605"/>
                  </a:lnTo>
                  <a:cubicBezTo>
                    <a:pt x="411730" y="776605"/>
                    <a:pt x="414120" y="775797"/>
                    <a:pt x="414322" y="775797"/>
                  </a:cubicBezTo>
                  <a:cubicBezTo>
                    <a:pt x="414523" y="775797"/>
                    <a:pt x="416846" y="776234"/>
                    <a:pt x="417149" y="776369"/>
                  </a:cubicBezTo>
                  <a:cubicBezTo>
                    <a:pt x="417451" y="776504"/>
                    <a:pt x="418528" y="776504"/>
                    <a:pt x="418898" y="776672"/>
                  </a:cubicBezTo>
                  <a:cubicBezTo>
                    <a:pt x="419269" y="776806"/>
                    <a:pt x="421086" y="776605"/>
                    <a:pt x="421423" y="776234"/>
                  </a:cubicBezTo>
                  <a:cubicBezTo>
                    <a:pt x="421793" y="775864"/>
                    <a:pt x="422500" y="774418"/>
                    <a:pt x="422735" y="774149"/>
                  </a:cubicBezTo>
                  <a:cubicBezTo>
                    <a:pt x="422937" y="773846"/>
                    <a:pt x="423880" y="773005"/>
                    <a:pt x="424115" y="772904"/>
                  </a:cubicBezTo>
                  <a:cubicBezTo>
                    <a:pt x="424351" y="772837"/>
                    <a:pt x="424755" y="772904"/>
                    <a:pt x="425495" y="772534"/>
                  </a:cubicBezTo>
                  <a:cubicBezTo>
                    <a:pt x="426235" y="772164"/>
                    <a:pt x="427952" y="771155"/>
                    <a:pt x="428255" y="771155"/>
                  </a:cubicBezTo>
                  <a:cubicBezTo>
                    <a:pt x="428557" y="771155"/>
                    <a:pt x="430139" y="770785"/>
                    <a:pt x="430442" y="770718"/>
                  </a:cubicBezTo>
                  <a:cubicBezTo>
                    <a:pt x="430745" y="770650"/>
                    <a:pt x="431822" y="770079"/>
                    <a:pt x="432024" y="770079"/>
                  </a:cubicBezTo>
                  <a:cubicBezTo>
                    <a:pt x="432259" y="770079"/>
                    <a:pt x="433168" y="769776"/>
                    <a:pt x="433606" y="770146"/>
                  </a:cubicBezTo>
                  <a:cubicBezTo>
                    <a:pt x="434043" y="770516"/>
                    <a:pt x="434615" y="770280"/>
                    <a:pt x="434985" y="770650"/>
                  </a:cubicBezTo>
                  <a:cubicBezTo>
                    <a:pt x="435356" y="771020"/>
                    <a:pt x="437072" y="772097"/>
                    <a:pt x="437375" y="772400"/>
                  </a:cubicBezTo>
                  <a:cubicBezTo>
                    <a:pt x="437678" y="772702"/>
                    <a:pt x="439024" y="773140"/>
                    <a:pt x="439327" y="773409"/>
                  </a:cubicBezTo>
                  <a:cubicBezTo>
                    <a:pt x="439630" y="773712"/>
                    <a:pt x="440774" y="775158"/>
                    <a:pt x="440909" y="775730"/>
                  </a:cubicBezTo>
                  <a:cubicBezTo>
                    <a:pt x="441043" y="776302"/>
                    <a:pt x="441279" y="776369"/>
                    <a:pt x="441918" y="777176"/>
                  </a:cubicBezTo>
                  <a:cubicBezTo>
                    <a:pt x="442558" y="777984"/>
                    <a:pt x="442995" y="777984"/>
                    <a:pt x="443736" y="778690"/>
                  </a:cubicBezTo>
                  <a:cubicBezTo>
                    <a:pt x="444476" y="779430"/>
                    <a:pt x="446765" y="781314"/>
                    <a:pt x="447067" y="781516"/>
                  </a:cubicBezTo>
                  <a:cubicBezTo>
                    <a:pt x="447370" y="781718"/>
                    <a:pt x="448515" y="782525"/>
                    <a:pt x="448515" y="782525"/>
                  </a:cubicBezTo>
                  <a:lnTo>
                    <a:pt x="451342" y="784476"/>
                  </a:lnTo>
                  <a:lnTo>
                    <a:pt x="453664" y="786865"/>
                  </a:lnTo>
                  <a:cubicBezTo>
                    <a:pt x="453664" y="786865"/>
                    <a:pt x="454303" y="789119"/>
                    <a:pt x="454673" y="789892"/>
                  </a:cubicBezTo>
                  <a:cubicBezTo>
                    <a:pt x="455044" y="790700"/>
                    <a:pt x="457803" y="795174"/>
                    <a:pt x="457803" y="795174"/>
                  </a:cubicBezTo>
                  <a:lnTo>
                    <a:pt x="458880" y="798134"/>
                  </a:lnTo>
                  <a:cubicBezTo>
                    <a:pt x="458880" y="798134"/>
                    <a:pt x="460765" y="801464"/>
                    <a:pt x="460765" y="801767"/>
                  </a:cubicBezTo>
                  <a:cubicBezTo>
                    <a:pt x="460765" y="802036"/>
                    <a:pt x="461270" y="805097"/>
                    <a:pt x="461270" y="805097"/>
                  </a:cubicBezTo>
                  <a:lnTo>
                    <a:pt x="462212" y="809672"/>
                  </a:lnTo>
                  <a:cubicBezTo>
                    <a:pt x="462212" y="809672"/>
                    <a:pt x="463457" y="810110"/>
                    <a:pt x="464164" y="810110"/>
                  </a:cubicBezTo>
                  <a:cubicBezTo>
                    <a:pt x="464904" y="810110"/>
                    <a:pt x="466621" y="810311"/>
                    <a:pt x="466924" y="810110"/>
                  </a:cubicBezTo>
                  <a:cubicBezTo>
                    <a:pt x="467227" y="809874"/>
                    <a:pt x="469178" y="809403"/>
                    <a:pt x="469178" y="809403"/>
                  </a:cubicBezTo>
                  <a:cubicBezTo>
                    <a:pt x="469178" y="809403"/>
                    <a:pt x="469986" y="809807"/>
                    <a:pt x="470053" y="810211"/>
                  </a:cubicBezTo>
                  <a:cubicBezTo>
                    <a:pt x="470121" y="810614"/>
                    <a:pt x="472948" y="815458"/>
                    <a:pt x="473082" y="815694"/>
                  </a:cubicBezTo>
                  <a:cubicBezTo>
                    <a:pt x="473217" y="815896"/>
                    <a:pt x="473890" y="817645"/>
                    <a:pt x="473890" y="817645"/>
                  </a:cubicBezTo>
                  <a:lnTo>
                    <a:pt x="475135" y="819596"/>
                  </a:lnTo>
                  <a:lnTo>
                    <a:pt x="475842" y="820908"/>
                  </a:lnTo>
                  <a:cubicBezTo>
                    <a:pt x="475842" y="820908"/>
                    <a:pt x="476145" y="820841"/>
                    <a:pt x="476852" y="820908"/>
                  </a:cubicBezTo>
                  <a:cubicBezTo>
                    <a:pt x="477559" y="820975"/>
                    <a:pt x="478669" y="820538"/>
                    <a:pt x="478938" y="820471"/>
                  </a:cubicBezTo>
                  <a:cubicBezTo>
                    <a:pt x="479241" y="820403"/>
                    <a:pt x="479948" y="820403"/>
                    <a:pt x="480453" y="820403"/>
                  </a:cubicBezTo>
                  <a:cubicBezTo>
                    <a:pt x="480958" y="820403"/>
                    <a:pt x="482203" y="820571"/>
                    <a:pt x="482977" y="820908"/>
                  </a:cubicBezTo>
                  <a:cubicBezTo>
                    <a:pt x="483785" y="821244"/>
                    <a:pt x="485164" y="821345"/>
                    <a:pt x="485366" y="821547"/>
                  </a:cubicBezTo>
                  <a:cubicBezTo>
                    <a:pt x="485568" y="821749"/>
                    <a:pt x="486376" y="821850"/>
                    <a:pt x="486814" y="822119"/>
                  </a:cubicBezTo>
                  <a:cubicBezTo>
                    <a:pt x="487251" y="822422"/>
                    <a:pt x="488261" y="822691"/>
                    <a:pt x="488564" y="822926"/>
                  </a:cubicBezTo>
                  <a:cubicBezTo>
                    <a:pt x="488866" y="823162"/>
                    <a:pt x="490650" y="823498"/>
                    <a:pt x="490886" y="823666"/>
                  </a:cubicBezTo>
                  <a:cubicBezTo>
                    <a:pt x="491121" y="823801"/>
                    <a:pt x="492198" y="823296"/>
                    <a:pt x="492400" y="823666"/>
                  </a:cubicBezTo>
                  <a:cubicBezTo>
                    <a:pt x="492602" y="824036"/>
                    <a:pt x="493545" y="824541"/>
                    <a:pt x="493780" y="824743"/>
                  </a:cubicBezTo>
                  <a:cubicBezTo>
                    <a:pt x="493982" y="824945"/>
                    <a:pt x="495530" y="826761"/>
                    <a:pt x="495530" y="826761"/>
                  </a:cubicBezTo>
                  <a:cubicBezTo>
                    <a:pt x="495530" y="826761"/>
                    <a:pt x="495968" y="828342"/>
                    <a:pt x="496169" y="828948"/>
                  </a:cubicBezTo>
                  <a:cubicBezTo>
                    <a:pt x="496371" y="829520"/>
                    <a:pt x="497246" y="831336"/>
                    <a:pt x="497415" y="831774"/>
                  </a:cubicBezTo>
                  <a:cubicBezTo>
                    <a:pt x="497549" y="832211"/>
                    <a:pt x="498492" y="833590"/>
                    <a:pt x="498492" y="833590"/>
                  </a:cubicBezTo>
                  <a:cubicBezTo>
                    <a:pt x="498492" y="833590"/>
                    <a:pt x="500746" y="836348"/>
                    <a:pt x="500948" y="836550"/>
                  </a:cubicBezTo>
                  <a:cubicBezTo>
                    <a:pt x="501184" y="836786"/>
                    <a:pt x="502025" y="838232"/>
                    <a:pt x="502194" y="838501"/>
                  </a:cubicBezTo>
                  <a:cubicBezTo>
                    <a:pt x="502328" y="838804"/>
                    <a:pt x="501891" y="842135"/>
                    <a:pt x="502194" y="842908"/>
                  </a:cubicBezTo>
                  <a:cubicBezTo>
                    <a:pt x="502497" y="843716"/>
                    <a:pt x="502631" y="847248"/>
                    <a:pt x="502631" y="847248"/>
                  </a:cubicBezTo>
                  <a:lnTo>
                    <a:pt x="502059" y="848560"/>
                  </a:lnTo>
                  <a:cubicBezTo>
                    <a:pt x="502059" y="848560"/>
                    <a:pt x="501992" y="851520"/>
                    <a:pt x="501756" y="851688"/>
                  </a:cubicBezTo>
                  <a:cubicBezTo>
                    <a:pt x="501554" y="851823"/>
                    <a:pt x="499434" y="852698"/>
                    <a:pt x="499434" y="852698"/>
                  </a:cubicBezTo>
                  <a:lnTo>
                    <a:pt x="497549" y="853269"/>
                  </a:lnTo>
                  <a:cubicBezTo>
                    <a:pt x="497549" y="853269"/>
                    <a:pt x="496943" y="854850"/>
                    <a:pt x="496876" y="855086"/>
                  </a:cubicBezTo>
                  <a:cubicBezTo>
                    <a:pt x="496809" y="855321"/>
                    <a:pt x="496035" y="856330"/>
                    <a:pt x="496035" y="857037"/>
                  </a:cubicBezTo>
                  <a:cubicBezTo>
                    <a:pt x="496035" y="857777"/>
                    <a:pt x="496035" y="859123"/>
                    <a:pt x="496035" y="859123"/>
                  </a:cubicBezTo>
                  <a:lnTo>
                    <a:pt x="496775" y="860435"/>
                  </a:lnTo>
                  <a:lnTo>
                    <a:pt x="498525" y="863563"/>
                  </a:lnTo>
                  <a:lnTo>
                    <a:pt x="499165" y="864572"/>
                  </a:lnTo>
                  <a:cubicBezTo>
                    <a:pt x="499165" y="864572"/>
                    <a:pt x="499535" y="866759"/>
                    <a:pt x="499535" y="867028"/>
                  </a:cubicBezTo>
                  <a:cubicBezTo>
                    <a:pt x="499535" y="867331"/>
                    <a:pt x="500410" y="868710"/>
                    <a:pt x="500410" y="869046"/>
                  </a:cubicBezTo>
                  <a:cubicBezTo>
                    <a:pt x="500410" y="869416"/>
                    <a:pt x="501790" y="872377"/>
                    <a:pt x="501790" y="872377"/>
                  </a:cubicBezTo>
                  <a:lnTo>
                    <a:pt x="502093" y="873890"/>
                  </a:lnTo>
                  <a:lnTo>
                    <a:pt x="502665" y="876918"/>
                  </a:lnTo>
                  <a:lnTo>
                    <a:pt x="504415" y="879306"/>
                  </a:lnTo>
                  <a:lnTo>
                    <a:pt x="505559" y="880114"/>
                  </a:lnTo>
                  <a:cubicBezTo>
                    <a:pt x="505559" y="880114"/>
                    <a:pt x="508083" y="881930"/>
                    <a:pt x="508319" y="882065"/>
                  </a:cubicBezTo>
                  <a:cubicBezTo>
                    <a:pt x="508521" y="882199"/>
                    <a:pt x="510641" y="882570"/>
                    <a:pt x="510641" y="882570"/>
                  </a:cubicBezTo>
                  <a:lnTo>
                    <a:pt x="512593" y="882570"/>
                  </a:lnTo>
                  <a:cubicBezTo>
                    <a:pt x="512593" y="882570"/>
                    <a:pt x="513535" y="882940"/>
                    <a:pt x="514107" y="882570"/>
                  </a:cubicBezTo>
                  <a:cubicBezTo>
                    <a:pt x="514679" y="882199"/>
                    <a:pt x="516564" y="881258"/>
                    <a:pt x="516564" y="881258"/>
                  </a:cubicBezTo>
                  <a:cubicBezTo>
                    <a:pt x="516564" y="881258"/>
                    <a:pt x="516934" y="880686"/>
                    <a:pt x="517204" y="880686"/>
                  </a:cubicBezTo>
                  <a:cubicBezTo>
                    <a:pt x="517507" y="880686"/>
                    <a:pt x="518146" y="879878"/>
                    <a:pt x="518146" y="879878"/>
                  </a:cubicBezTo>
                  <a:lnTo>
                    <a:pt x="518954" y="879441"/>
                  </a:lnTo>
                  <a:cubicBezTo>
                    <a:pt x="518954" y="879441"/>
                    <a:pt x="519593" y="879508"/>
                    <a:pt x="519896" y="879508"/>
                  </a:cubicBezTo>
                  <a:cubicBezTo>
                    <a:pt x="520199" y="879508"/>
                    <a:pt x="521579" y="879441"/>
                    <a:pt x="521814" y="879744"/>
                  </a:cubicBezTo>
                  <a:cubicBezTo>
                    <a:pt x="522016" y="880047"/>
                    <a:pt x="522151" y="880988"/>
                    <a:pt x="522151" y="880988"/>
                  </a:cubicBezTo>
                  <a:lnTo>
                    <a:pt x="522151" y="881729"/>
                  </a:lnTo>
                  <a:lnTo>
                    <a:pt x="523901" y="883545"/>
                  </a:lnTo>
                  <a:lnTo>
                    <a:pt x="523901" y="883478"/>
                  </a:lnTo>
                  <a:cubicBezTo>
                    <a:pt x="523901" y="883478"/>
                    <a:pt x="524338" y="885227"/>
                    <a:pt x="524776" y="885361"/>
                  </a:cubicBezTo>
                  <a:cubicBezTo>
                    <a:pt x="525213" y="885496"/>
                    <a:pt x="525920" y="885866"/>
                    <a:pt x="526290" y="885933"/>
                  </a:cubicBezTo>
                  <a:cubicBezTo>
                    <a:pt x="526661" y="886001"/>
                    <a:pt x="528175" y="887178"/>
                    <a:pt x="528478" y="887380"/>
                  </a:cubicBezTo>
                  <a:cubicBezTo>
                    <a:pt x="528781" y="887582"/>
                    <a:pt x="529185" y="888322"/>
                    <a:pt x="529488" y="888961"/>
                  </a:cubicBezTo>
                  <a:cubicBezTo>
                    <a:pt x="529790" y="889600"/>
                    <a:pt x="530295" y="891551"/>
                    <a:pt x="530295" y="891551"/>
                  </a:cubicBezTo>
                  <a:cubicBezTo>
                    <a:pt x="530295" y="891551"/>
                    <a:pt x="530228" y="892426"/>
                    <a:pt x="530295" y="892998"/>
                  </a:cubicBezTo>
                  <a:cubicBezTo>
                    <a:pt x="530362" y="893570"/>
                    <a:pt x="530800" y="893738"/>
                    <a:pt x="530935" y="894142"/>
                  </a:cubicBezTo>
                  <a:cubicBezTo>
                    <a:pt x="531069" y="894579"/>
                    <a:pt x="531002" y="894713"/>
                    <a:pt x="531877" y="894848"/>
                  </a:cubicBezTo>
                  <a:cubicBezTo>
                    <a:pt x="532752" y="894983"/>
                    <a:pt x="532887" y="894713"/>
                    <a:pt x="533762" y="894848"/>
                  </a:cubicBezTo>
                  <a:cubicBezTo>
                    <a:pt x="534637" y="894983"/>
                    <a:pt x="534637" y="894545"/>
                    <a:pt x="535209" y="893704"/>
                  </a:cubicBezTo>
                  <a:cubicBezTo>
                    <a:pt x="535781" y="892830"/>
                    <a:pt x="535714" y="892628"/>
                    <a:pt x="536017" y="892190"/>
                  </a:cubicBezTo>
                  <a:cubicBezTo>
                    <a:pt x="536319" y="891753"/>
                    <a:pt x="536891" y="891248"/>
                    <a:pt x="536891" y="891248"/>
                  </a:cubicBezTo>
                  <a:lnTo>
                    <a:pt x="538709" y="891248"/>
                  </a:lnTo>
                  <a:cubicBezTo>
                    <a:pt x="538709" y="891248"/>
                    <a:pt x="540089" y="890946"/>
                    <a:pt x="540526" y="890946"/>
                  </a:cubicBezTo>
                  <a:cubicBezTo>
                    <a:pt x="540964" y="890946"/>
                    <a:pt x="541267" y="890710"/>
                    <a:pt x="541771" y="891013"/>
                  </a:cubicBezTo>
                  <a:cubicBezTo>
                    <a:pt x="542276" y="891316"/>
                    <a:pt x="542714" y="892022"/>
                    <a:pt x="542916" y="892022"/>
                  </a:cubicBezTo>
                  <a:cubicBezTo>
                    <a:pt x="543118" y="892022"/>
                    <a:pt x="543488" y="893200"/>
                    <a:pt x="544733" y="892157"/>
                  </a:cubicBezTo>
                  <a:cubicBezTo>
                    <a:pt x="545978" y="891148"/>
                    <a:pt x="546180" y="890206"/>
                    <a:pt x="546416" y="890206"/>
                  </a:cubicBezTo>
                  <a:cubicBezTo>
                    <a:pt x="546651" y="890206"/>
                    <a:pt x="546853" y="889903"/>
                    <a:pt x="547560" y="890273"/>
                  </a:cubicBezTo>
                  <a:cubicBezTo>
                    <a:pt x="548300" y="890643"/>
                    <a:pt x="550084" y="891215"/>
                    <a:pt x="551329" y="892157"/>
                  </a:cubicBezTo>
                  <a:cubicBezTo>
                    <a:pt x="552575" y="893099"/>
                    <a:pt x="552911" y="893031"/>
                    <a:pt x="553719" y="893973"/>
                  </a:cubicBezTo>
                  <a:cubicBezTo>
                    <a:pt x="554527" y="894915"/>
                    <a:pt x="554224" y="895487"/>
                    <a:pt x="555974" y="896429"/>
                  </a:cubicBezTo>
                  <a:cubicBezTo>
                    <a:pt x="557724" y="897371"/>
                    <a:pt x="561190" y="899322"/>
                    <a:pt x="561998" y="899456"/>
                  </a:cubicBezTo>
                  <a:cubicBezTo>
                    <a:pt x="562806" y="899591"/>
                    <a:pt x="564758" y="900768"/>
                    <a:pt x="565262" y="901038"/>
                  </a:cubicBezTo>
                  <a:cubicBezTo>
                    <a:pt x="565767" y="901340"/>
                    <a:pt x="566205" y="902551"/>
                    <a:pt x="566205" y="902551"/>
                  </a:cubicBezTo>
                  <a:lnTo>
                    <a:pt x="565700" y="906454"/>
                  </a:lnTo>
                  <a:lnTo>
                    <a:pt x="565700" y="907698"/>
                  </a:lnTo>
                  <a:lnTo>
                    <a:pt x="566205" y="909010"/>
                  </a:lnTo>
                  <a:lnTo>
                    <a:pt x="567450" y="910591"/>
                  </a:lnTo>
                  <a:lnTo>
                    <a:pt x="569503" y="913417"/>
                  </a:lnTo>
                  <a:cubicBezTo>
                    <a:pt x="569503" y="913417"/>
                    <a:pt x="570815" y="913787"/>
                    <a:pt x="571118" y="913787"/>
                  </a:cubicBezTo>
                  <a:cubicBezTo>
                    <a:pt x="571455" y="913787"/>
                    <a:pt x="573508" y="913787"/>
                    <a:pt x="573508" y="913787"/>
                  </a:cubicBezTo>
                  <a:cubicBezTo>
                    <a:pt x="573508" y="913787"/>
                    <a:pt x="578219" y="914426"/>
                    <a:pt x="578455" y="914224"/>
                  </a:cubicBezTo>
                  <a:cubicBezTo>
                    <a:pt x="578691" y="914022"/>
                    <a:pt x="579263" y="912912"/>
                    <a:pt x="579263" y="912710"/>
                  </a:cubicBezTo>
                  <a:cubicBezTo>
                    <a:pt x="579263" y="912475"/>
                    <a:pt x="579330" y="911197"/>
                    <a:pt x="579263" y="910322"/>
                  </a:cubicBezTo>
                  <a:cubicBezTo>
                    <a:pt x="579195" y="909448"/>
                    <a:pt x="579162" y="907396"/>
                    <a:pt x="578993" y="907295"/>
                  </a:cubicBezTo>
                  <a:cubicBezTo>
                    <a:pt x="578825" y="907194"/>
                    <a:pt x="578287" y="905243"/>
                    <a:pt x="578219" y="905007"/>
                  </a:cubicBezTo>
                  <a:cubicBezTo>
                    <a:pt x="578152" y="904805"/>
                    <a:pt x="577714" y="903931"/>
                    <a:pt x="577614" y="903762"/>
                  </a:cubicBezTo>
                  <a:cubicBezTo>
                    <a:pt x="577513" y="903594"/>
                    <a:pt x="577008" y="901576"/>
                    <a:pt x="577008" y="901576"/>
                  </a:cubicBezTo>
                  <a:lnTo>
                    <a:pt x="576200" y="899086"/>
                  </a:lnTo>
                  <a:lnTo>
                    <a:pt x="575157" y="897438"/>
                  </a:lnTo>
                  <a:lnTo>
                    <a:pt x="573205" y="894242"/>
                  </a:lnTo>
                  <a:cubicBezTo>
                    <a:pt x="573205" y="894242"/>
                    <a:pt x="571993" y="892291"/>
                    <a:pt x="571791" y="892190"/>
                  </a:cubicBezTo>
                  <a:cubicBezTo>
                    <a:pt x="571589" y="892089"/>
                    <a:pt x="570580" y="890878"/>
                    <a:pt x="570479" y="890710"/>
                  </a:cubicBezTo>
                  <a:cubicBezTo>
                    <a:pt x="570378" y="890542"/>
                    <a:pt x="569166" y="889096"/>
                    <a:pt x="569133" y="888927"/>
                  </a:cubicBezTo>
                  <a:cubicBezTo>
                    <a:pt x="569065" y="888759"/>
                    <a:pt x="567988" y="885832"/>
                    <a:pt x="567988" y="885664"/>
                  </a:cubicBezTo>
                  <a:cubicBezTo>
                    <a:pt x="567988" y="885496"/>
                    <a:pt x="568089" y="884520"/>
                    <a:pt x="568089" y="884520"/>
                  </a:cubicBezTo>
                  <a:cubicBezTo>
                    <a:pt x="568089" y="884520"/>
                    <a:pt x="569065" y="882401"/>
                    <a:pt x="569570" y="881796"/>
                  </a:cubicBezTo>
                  <a:cubicBezTo>
                    <a:pt x="570075" y="881190"/>
                    <a:pt x="570916" y="880551"/>
                    <a:pt x="571488" y="879845"/>
                  </a:cubicBezTo>
                  <a:cubicBezTo>
                    <a:pt x="572027" y="879138"/>
                    <a:pt x="573710" y="877624"/>
                    <a:pt x="574046" y="877187"/>
                  </a:cubicBezTo>
                  <a:cubicBezTo>
                    <a:pt x="574383" y="876750"/>
                    <a:pt x="576368" y="875505"/>
                    <a:pt x="576368" y="875505"/>
                  </a:cubicBezTo>
                  <a:lnTo>
                    <a:pt x="579633" y="874597"/>
                  </a:lnTo>
                  <a:lnTo>
                    <a:pt x="581417" y="874429"/>
                  </a:lnTo>
                  <a:lnTo>
                    <a:pt x="583200" y="874698"/>
                  </a:lnTo>
                  <a:lnTo>
                    <a:pt x="586397" y="876615"/>
                  </a:lnTo>
                  <a:cubicBezTo>
                    <a:pt x="586397" y="876615"/>
                    <a:pt x="587575" y="877759"/>
                    <a:pt x="587878" y="878196"/>
                  </a:cubicBezTo>
                  <a:cubicBezTo>
                    <a:pt x="588148" y="878634"/>
                    <a:pt x="590099" y="880517"/>
                    <a:pt x="590638" y="881190"/>
                  </a:cubicBezTo>
                  <a:cubicBezTo>
                    <a:pt x="591176" y="881829"/>
                    <a:pt x="595417" y="885160"/>
                    <a:pt x="595518" y="885361"/>
                  </a:cubicBezTo>
                  <a:cubicBezTo>
                    <a:pt x="595619" y="885563"/>
                    <a:pt x="597301" y="888019"/>
                    <a:pt x="597470" y="888524"/>
                  </a:cubicBezTo>
                  <a:cubicBezTo>
                    <a:pt x="597638" y="889028"/>
                    <a:pt x="599422" y="892830"/>
                    <a:pt x="600027" y="893301"/>
                  </a:cubicBezTo>
                  <a:cubicBezTo>
                    <a:pt x="600633" y="893771"/>
                    <a:pt x="602350" y="895756"/>
                    <a:pt x="603292" y="896025"/>
                  </a:cubicBezTo>
                  <a:cubicBezTo>
                    <a:pt x="604201" y="896294"/>
                    <a:pt x="608307" y="896732"/>
                    <a:pt x="608307" y="896732"/>
                  </a:cubicBezTo>
                  <a:lnTo>
                    <a:pt x="610057" y="897976"/>
                  </a:lnTo>
                  <a:cubicBezTo>
                    <a:pt x="610057" y="897976"/>
                    <a:pt x="612648" y="898178"/>
                    <a:pt x="612783" y="898347"/>
                  </a:cubicBezTo>
                  <a:cubicBezTo>
                    <a:pt x="612884" y="898515"/>
                    <a:pt x="615509" y="900668"/>
                    <a:pt x="615711" y="900970"/>
                  </a:cubicBezTo>
                  <a:cubicBezTo>
                    <a:pt x="615913" y="901239"/>
                    <a:pt x="617999" y="902114"/>
                    <a:pt x="618167" y="902551"/>
                  </a:cubicBezTo>
                  <a:cubicBezTo>
                    <a:pt x="618336" y="902989"/>
                    <a:pt x="620490" y="904502"/>
                    <a:pt x="620490" y="904502"/>
                  </a:cubicBezTo>
                  <a:cubicBezTo>
                    <a:pt x="620490" y="904502"/>
                    <a:pt x="620321" y="904132"/>
                    <a:pt x="622778" y="905579"/>
                  </a:cubicBezTo>
                  <a:cubicBezTo>
                    <a:pt x="625235" y="907059"/>
                    <a:pt x="627086" y="907261"/>
                    <a:pt x="627490" y="907328"/>
                  </a:cubicBezTo>
                  <a:cubicBezTo>
                    <a:pt x="627927" y="907396"/>
                    <a:pt x="630048" y="905545"/>
                    <a:pt x="630384" y="905108"/>
                  </a:cubicBezTo>
                  <a:cubicBezTo>
                    <a:pt x="630720" y="904671"/>
                    <a:pt x="632504" y="903964"/>
                    <a:pt x="632168" y="902518"/>
                  </a:cubicBezTo>
                  <a:cubicBezTo>
                    <a:pt x="631831" y="901038"/>
                    <a:pt x="632437" y="899356"/>
                    <a:pt x="630249" y="898178"/>
                  </a:cubicBezTo>
                  <a:cubicBezTo>
                    <a:pt x="628062" y="897001"/>
                    <a:pt x="626917" y="895252"/>
                    <a:pt x="626917" y="895252"/>
                  </a:cubicBezTo>
                  <a:cubicBezTo>
                    <a:pt x="626917" y="895252"/>
                    <a:pt x="623788" y="892863"/>
                    <a:pt x="623788" y="892493"/>
                  </a:cubicBezTo>
                  <a:cubicBezTo>
                    <a:pt x="623788" y="892123"/>
                    <a:pt x="623586" y="890475"/>
                    <a:pt x="623586" y="889600"/>
                  </a:cubicBezTo>
                  <a:cubicBezTo>
                    <a:pt x="623586" y="888725"/>
                    <a:pt x="623889" y="887414"/>
                    <a:pt x="624158" y="887144"/>
                  </a:cubicBezTo>
                  <a:cubicBezTo>
                    <a:pt x="624461" y="886842"/>
                    <a:pt x="627422" y="883949"/>
                    <a:pt x="627624" y="883881"/>
                  </a:cubicBezTo>
                  <a:cubicBezTo>
                    <a:pt x="627860" y="883814"/>
                    <a:pt x="628499" y="883007"/>
                    <a:pt x="628264" y="882199"/>
                  </a:cubicBezTo>
                  <a:cubicBezTo>
                    <a:pt x="628062" y="881392"/>
                    <a:pt x="628634" y="880450"/>
                    <a:pt x="627523" y="878735"/>
                  </a:cubicBezTo>
                  <a:cubicBezTo>
                    <a:pt x="626446" y="876985"/>
                    <a:pt x="625066" y="875909"/>
                    <a:pt x="624999" y="875404"/>
                  </a:cubicBezTo>
                  <a:cubicBezTo>
                    <a:pt x="624932" y="874900"/>
                    <a:pt x="624696" y="873016"/>
                    <a:pt x="624696" y="872713"/>
                  </a:cubicBezTo>
                  <a:cubicBezTo>
                    <a:pt x="624696" y="872410"/>
                    <a:pt x="627826" y="869383"/>
                    <a:pt x="628163" y="868508"/>
                  </a:cubicBezTo>
                  <a:cubicBezTo>
                    <a:pt x="628533" y="867634"/>
                    <a:pt x="628971" y="865985"/>
                    <a:pt x="629240" y="865918"/>
                  </a:cubicBezTo>
                  <a:cubicBezTo>
                    <a:pt x="629543" y="865851"/>
                    <a:pt x="633211" y="867163"/>
                    <a:pt x="633581" y="867364"/>
                  </a:cubicBezTo>
                  <a:cubicBezTo>
                    <a:pt x="633951" y="867566"/>
                    <a:pt x="637721" y="868743"/>
                    <a:pt x="637990" y="869046"/>
                  </a:cubicBezTo>
                  <a:cubicBezTo>
                    <a:pt x="638293" y="869349"/>
                    <a:pt x="641254" y="870425"/>
                    <a:pt x="641894" y="870493"/>
                  </a:cubicBezTo>
                  <a:cubicBezTo>
                    <a:pt x="642533" y="870560"/>
                    <a:pt x="645798" y="869753"/>
                    <a:pt x="645798" y="869753"/>
                  </a:cubicBezTo>
                  <a:lnTo>
                    <a:pt x="646875" y="867499"/>
                  </a:lnTo>
                  <a:lnTo>
                    <a:pt x="648759" y="865245"/>
                  </a:lnTo>
                  <a:cubicBezTo>
                    <a:pt x="648759" y="865245"/>
                    <a:pt x="649702" y="864236"/>
                    <a:pt x="650005" y="864169"/>
                  </a:cubicBezTo>
                  <a:cubicBezTo>
                    <a:pt x="650274" y="864101"/>
                    <a:pt x="652899" y="864370"/>
                    <a:pt x="652899" y="864370"/>
                  </a:cubicBezTo>
                  <a:lnTo>
                    <a:pt x="654043" y="865447"/>
                  </a:lnTo>
                  <a:lnTo>
                    <a:pt x="657947" y="867331"/>
                  </a:lnTo>
                  <a:lnTo>
                    <a:pt x="660202" y="869719"/>
                  </a:lnTo>
                  <a:cubicBezTo>
                    <a:pt x="660202" y="869719"/>
                    <a:pt x="662726" y="871401"/>
                    <a:pt x="664039" y="871300"/>
                  </a:cubicBezTo>
                  <a:cubicBezTo>
                    <a:pt x="665351" y="871233"/>
                    <a:pt x="670500" y="871065"/>
                    <a:pt x="670500" y="871065"/>
                  </a:cubicBezTo>
                  <a:cubicBezTo>
                    <a:pt x="670500" y="871065"/>
                    <a:pt x="671072" y="869484"/>
                    <a:pt x="670870" y="868979"/>
                  </a:cubicBezTo>
                  <a:cubicBezTo>
                    <a:pt x="670668" y="868475"/>
                    <a:pt x="670366" y="865144"/>
                    <a:pt x="670366" y="865144"/>
                  </a:cubicBezTo>
                  <a:lnTo>
                    <a:pt x="672015" y="863395"/>
                  </a:lnTo>
                  <a:cubicBezTo>
                    <a:pt x="672015" y="863395"/>
                    <a:pt x="672957" y="863260"/>
                    <a:pt x="673260" y="863260"/>
                  </a:cubicBezTo>
                  <a:cubicBezTo>
                    <a:pt x="673563" y="863260"/>
                    <a:pt x="675515" y="865447"/>
                    <a:pt x="675515" y="865447"/>
                  </a:cubicBezTo>
                  <a:cubicBezTo>
                    <a:pt x="675515" y="865447"/>
                    <a:pt x="675717" y="866591"/>
                    <a:pt x="676760" y="866019"/>
                  </a:cubicBezTo>
                  <a:cubicBezTo>
                    <a:pt x="677770" y="865447"/>
                    <a:pt x="679082" y="864270"/>
                    <a:pt x="679520" y="862621"/>
                  </a:cubicBezTo>
                  <a:cubicBezTo>
                    <a:pt x="679957" y="860939"/>
                    <a:pt x="680327" y="859493"/>
                    <a:pt x="680327" y="859493"/>
                  </a:cubicBezTo>
                  <a:lnTo>
                    <a:pt x="680327" y="855590"/>
                  </a:lnTo>
                  <a:cubicBezTo>
                    <a:pt x="680327" y="855590"/>
                    <a:pt x="681068" y="854447"/>
                    <a:pt x="681202" y="853572"/>
                  </a:cubicBezTo>
                  <a:cubicBezTo>
                    <a:pt x="681337" y="852698"/>
                    <a:pt x="682784" y="850107"/>
                    <a:pt x="682784" y="850107"/>
                  </a:cubicBezTo>
                  <a:cubicBezTo>
                    <a:pt x="682784" y="850107"/>
                    <a:pt x="683222" y="848795"/>
                    <a:pt x="684803" y="848089"/>
                  </a:cubicBezTo>
                  <a:cubicBezTo>
                    <a:pt x="686385" y="847349"/>
                    <a:pt x="687698" y="845499"/>
                    <a:pt x="688270" y="845196"/>
                  </a:cubicBezTo>
                  <a:cubicBezTo>
                    <a:pt x="688842" y="844893"/>
                    <a:pt x="691299" y="842740"/>
                    <a:pt x="691736" y="842437"/>
                  </a:cubicBezTo>
                  <a:cubicBezTo>
                    <a:pt x="692174" y="842135"/>
                    <a:pt x="693486" y="841428"/>
                    <a:pt x="693486" y="841428"/>
                  </a:cubicBezTo>
                  <a:lnTo>
                    <a:pt x="694294" y="838670"/>
                  </a:lnTo>
                  <a:lnTo>
                    <a:pt x="692779" y="836281"/>
                  </a:lnTo>
                  <a:cubicBezTo>
                    <a:pt x="692779" y="836281"/>
                    <a:pt x="692342" y="835642"/>
                    <a:pt x="692712" y="835474"/>
                  </a:cubicBezTo>
                  <a:cubicBezTo>
                    <a:pt x="693082" y="835339"/>
                    <a:pt x="693722" y="834768"/>
                    <a:pt x="693856" y="834330"/>
                  </a:cubicBezTo>
                  <a:cubicBezTo>
                    <a:pt x="693991" y="833893"/>
                    <a:pt x="694361" y="833960"/>
                    <a:pt x="694294" y="833691"/>
                  </a:cubicBezTo>
                  <a:cubicBezTo>
                    <a:pt x="694227" y="833388"/>
                    <a:pt x="694530" y="832177"/>
                    <a:pt x="693991" y="831370"/>
                  </a:cubicBezTo>
                  <a:cubicBezTo>
                    <a:pt x="693486" y="830563"/>
                    <a:pt x="691299" y="828241"/>
                    <a:pt x="691299" y="828241"/>
                  </a:cubicBezTo>
                  <a:cubicBezTo>
                    <a:pt x="691299" y="828241"/>
                    <a:pt x="690659" y="828881"/>
                    <a:pt x="690289" y="826997"/>
                  </a:cubicBezTo>
                  <a:cubicBezTo>
                    <a:pt x="689919" y="825113"/>
                    <a:pt x="689650" y="824743"/>
                    <a:pt x="689919" y="823734"/>
                  </a:cubicBezTo>
                  <a:cubicBezTo>
                    <a:pt x="690222" y="822724"/>
                    <a:pt x="690053" y="823229"/>
                    <a:pt x="691232" y="821850"/>
                  </a:cubicBezTo>
                  <a:cubicBezTo>
                    <a:pt x="692376" y="820471"/>
                    <a:pt x="691804" y="820269"/>
                    <a:pt x="693251" y="819024"/>
                  </a:cubicBezTo>
                  <a:cubicBezTo>
                    <a:pt x="694698" y="817780"/>
                    <a:pt x="695203" y="817578"/>
                    <a:pt x="696381" y="816770"/>
                  </a:cubicBezTo>
                  <a:cubicBezTo>
                    <a:pt x="697525" y="815963"/>
                    <a:pt x="697761" y="815694"/>
                    <a:pt x="698905" y="815761"/>
                  </a:cubicBezTo>
                  <a:cubicBezTo>
                    <a:pt x="700049" y="815828"/>
                    <a:pt x="704323" y="816770"/>
                    <a:pt x="704323" y="816770"/>
                  </a:cubicBezTo>
                  <a:cubicBezTo>
                    <a:pt x="704323" y="816770"/>
                    <a:pt x="705770" y="817847"/>
                    <a:pt x="706140" y="817948"/>
                  </a:cubicBezTo>
                  <a:cubicBezTo>
                    <a:pt x="706511" y="818015"/>
                    <a:pt x="709842" y="820538"/>
                    <a:pt x="709842" y="820538"/>
                  </a:cubicBezTo>
                  <a:cubicBezTo>
                    <a:pt x="709842" y="820538"/>
                    <a:pt x="711929" y="821985"/>
                    <a:pt x="712669" y="822052"/>
                  </a:cubicBezTo>
                  <a:cubicBezTo>
                    <a:pt x="713410" y="822119"/>
                    <a:pt x="715631" y="823935"/>
                    <a:pt x="716371" y="823935"/>
                  </a:cubicBezTo>
                  <a:cubicBezTo>
                    <a:pt x="717078" y="823935"/>
                    <a:pt x="720208" y="824003"/>
                    <a:pt x="720208" y="824003"/>
                  </a:cubicBezTo>
                  <a:lnTo>
                    <a:pt x="724785" y="823498"/>
                  </a:lnTo>
                  <a:cubicBezTo>
                    <a:pt x="724785" y="823498"/>
                    <a:pt x="728117" y="821985"/>
                    <a:pt x="728319" y="821985"/>
                  </a:cubicBezTo>
                  <a:cubicBezTo>
                    <a:pt x="728521" y="821985"/>
                    <a:pt x="732021" y="820942"/>
                    <a:pt x="732021" y="820942"/>
                  </a:cubicBezTo>
                  <a:lnTo>
                    <a:pt x="727881" y="816165"/>
                  </a:lnTo>
                  <a:lnTo>
                    <a:pt x="722766" y="811724"/>
                  </a:lnTo>
                  <a:lnTo>
                    <a:pt x="718088" y="806611"/>
                  </a:lnTo>
                  <a:cubicBezTo>
                    <a:pt x="718088" y="806611"/>
                    <a:pt x="713309" y="802171"/>
                    <a:pt x="712939" y="801868"/>
                  </a:cubicBezTo>
                  <a:cubicBezTo>
                    <a:pt x="712568" y="801565"/>
                    <a:pt x="709674" y="798975"/>
                    <a:pt x="709540" y="798672"/>
                  </a:cubicBezTo>
                  <a:cubicBezTo>
                    <a:pt x="709405" y="798403"/>
                    <a:pt x="707588" y="797226"/>
                    <a:pt x="707453" y="796923"/>
                  </a:cubicBezTo>
                  <a:cubicBezTo>
                    <a:pt x="707318" y="796620"/>
                    <a:pt x="702607" y="792920"/>
                    <a:pt x="702371" y="792516"/>
                  </a:cubicBezTo>
                  <a:cubicBezTo>
                    <a:pt x="702136" y="792079"/>
                    <a:pt x="700621" y="790431"/>
                    <a:pt x="700621" y="790431"/>
                  </a:cubicBezTo>
                  <a:lnTo>
                    <a:pt x="699544" y="788177"/>
                  </a:lnTo>
                  <a:lnTo>
                    <a:pt x="699342" y="786293"/>
                  </a:lnTo>
                  <a:cubicBezTo>
                    <a:pt x="699342" y="786293"/>
                    <a:pt x="700083" y="784846"/>
                    <a:pt x="700352" y="784274"/>
                  </a:cubicBezTo>
                  <a:cubicBezTo>
                    <a:pt x="700655" y="783703"/>
                    <a:pt x="700857" y="782693"/>
                    <a:pt x="701159" y="782189"/>
                  </a:cubicBezTo>
                  <a:cubicBezTo>
                    <a:pt x="701429" y="781684"/>
                    <a:pt x="701799" y="779868"/>
                    <a:pt x="701799" y="779868"/>
                  </a:cubicBezTo>
                  <a:lnTo>
                    <a:pt x="700487" y="778287"/>
                  </a:lnTo>
                  <a:lnTo>
                    <a:pt x="698669" y="774889"/>
                  </a:lnTo>
                  <a:cubicBezTo>
                    <a:pt x="698669" y="774889"/>
                    <a:pt x="697861" y="772433"/>
                    <a:pt x="697592" y="772063"/>
                  </a:cubicBezTo>
                  <a:cubicBezTo>
                    <a:pt x="697289" y="771693"/>
                    <a:pt x="697962" y="770549"/>
                    <a:pt x="697962" y="770549"/>
                  </a:cubicBezTo>
                  <a:lnTo>
                    <a:pt x="699039" y="769036"/>
                  </a:lnTo>
                  <a:cubicBezTo>
                    <a:pt x="699039" y="769036"/>
                    <a:pt x="700621" y="767219"/>
                    <a:pt x="700857" y="767085"/>
                  </a:cubicBezTo>
                  <a:cubicBezTo>
                    <a:pt x="701092" y="766950"/>
                    <a:pt x="703246" y="766580"/>
                    <a:pt x="703549" y="766445"/>
                  </a:cubicBezTo>
                  <a:cubicBezTo>
                    <a:pt x="703852" y="766311"/>
                    <a:pt x="706746" y="766445"/>
                    <a:pt x="707016" y="766445"/>
                  </a:cubicBezTo>
                  <a:cubicBezTo>
                    <a:pt x="707318" y="766445"/>
                    <a:pt x="710145" y="766311"/>
                    <a:pt x="710145" y="766311"/>
                  </a:cubicBezTo>
                  <a:cubicBezTo>
                    <a:pt x="710145" y="766311"/>
                    <a:pt x="712770" y="765874"/>
                    <a:pt x="712838" y="765604"/>
                  </a:cubicBezTo>
                  <a:cubicBezTo>
                    <a:pt x="712905" y="765302"/>
                    <a:pt x="714150" y="764864"/>
                    <a:pt x="714722" y="764158"/>
                  </a:cubicBezTo>
                  <a:cubicBezTo>
                    <a:pt x="715294" y="763418"/>
                    <a:pt x="715732" y="762779"/>
                    <a:pt x="715799" y="762577"/>
                  </a:cubicBezTo>
                  <a:cubicBezTo>
                    <a:pt x="715867" y="762375"/>
                    <a:pt x="716876" y="760558"/>
                    <a:pt x="716943" y="759818"/>
                  </a:cubicBezTo>
                  <a:cubicBezTo>
                    <a:pt x="717011" y="759078"/>
                    <a:pt x="717078" y="757699"/>
                    <a:pt x="717078" y="757699"/>
                  </a:cubicBezTo>
                  <a:lnTo>
                    <a:pt x="717011" y="756253"/>
                  </a:lnTo>
                  <a:lnTo>
                    <a:pt x="714487" y="754436"/>
                  </a:lnTo>
                  <a:lnTo>
                    <a:pt x="713915" y="752249"/>
                  </a:lnTo>
                  <a:lnTo>
                    <a:pt x="713343" y="750063"/>
                  </a:lnTo>
                  <a:lnTo>
                    <a:pt x="715530" y="746161"/>
                  </a:lnTo>
                  <a:lnTo>
                    <a:pt x="722059" y="742023"/>
                  </a:lnTo>
                  <a:cubicBezTo>
                    <a:pt x="722059" y="742023"/>
                    <a:pt x="727713" y="734185"/>
                    <a:pt x="727915" y="733546"/>
                  </a:cubicBezTo>
                  <a:cubicBezTo>
                    <a:pt x="728117" y="732907"/>
                    <a:pt x="735083" y="727457"/>
                    <a:pt x="735083" y="727457"/>
                  </a:cubicBezTo>
                  <a:lnTo>
                    <a:pt x="738987" y="721166"/>
                  </a:lnTo>
                  <a:lnTo>
                    <a:pt x="740300" y="720090"/>
                  </a:lnTo>
                  <a:lnTo>
                    <a:pt x="741377" y="716625"/>
                  </a:lnTo>
                  <a:lnTo>
                    <a:pt x="740064" y="715313"/>
                  </a:lnTo>
                  <a:lnTo>
                    <a:pt x="738112" y="712925"/>
                  </a:lnTo>
                  <a:cubicBezTo>
                    <a:pt x="738112" y="712925"/>
                    <a:pt x="733535" y="712689"/>
                    <a:pt x="732660" y="713362"/>
                  </a:cubicBezTo>
                  <a:cubicBezTo>
                    <a:pt x="731785" y="714001"/>
                    <a:pt x="729631" y="713564"/>
                    <a:pt x="728083" y="713564"/>
                  </a:cubicBezTo>
                  <a:cubicBezTo>
                    <a:pt x="726569" y="713564"/>
                    <a:pt x="725054" y="713564"/>
                    <a:pt x="718963" y="712925"/>
                  </a:cubicBezTo>
                  <a:cubicBezTo>
                    <a:pt x="712871" y="712286"/>
                    <a:pt x="718761" y="711176"/>
                    <a:pt x="718525" y="710335"/>
                  </a:cubicBezTo>
                  <a:cubicBezTo>
                    <a:pt x="718323" y="709460"/>
                    <a:pt x="718963" y="707711"/>
                    <a:pt x="718963" y="706634"/>
                  </a:cubicBezTo>
                  <a:cubicBezTo>
                    <a:pt x="718963" y="705558"/>
                    <a:pt x="719602" y="702934"/>
                    <a:pt x="719602" y="702934"/>
                  </a:cubicBezTo>
                  <a:cubicBezTo>
                    <a:pt x="719602" y="702934"/>
                    <a:pt x="713746" y="699032"/>
                    <a:pt x="713073" y="698796"/>
                  </a:cubicBezTo>
                  <a:cubicBezTo>
                    <a:pt x="712434" y="698594"/>
                    <a:pt x="711559" y="697484"/>
                    <a:pt x="711559" y="697484"/>
                  </a:cubicBezTo>
                  <a:lnTo>
                    <a:pt x="711559" y="694894"/>
                  </a:lnTo>
                  <a:lnTo>
                    <a:pt x="713746" y="692506"/>
                  </a:lnTo>
                  <a:lnTo>
                    <a:pt x="715261" y="689478"/>
                  </a:lnTo>
                  <a:lnTo>
                    <a:pt x="715698" y="685778"/>
                  </a:lnTo>
                  <a:lnTo>
                    <a:pt x="715900" y="682515"/>
                  </a:lnTo>
                  <a:lnTo>
                    <a:pt x="715025" y="680126"/>
                  </a:lnTo>
                  <a:lnTo>
                    <a:pt x="715025" y="677502"/>
                  </a:lnTo>
                  <a:lnTo>
                    <a:pt x="712838" y="672490"/>
                  </a:lnTo>
                  <a:cubicBezTo>
                    <a:pt x="712838" y="672490"/>
                    <a:pt x="713275" y="672490"/>
                    <a:pt x="712636" y="671413"/>
                  </a:cubicBezTo>
                  <a:cubicBezTo>
                    <a:pt x="711996" y="670337"/>
                    <a:pt x="711559" y="667948"/>
                    <a:pt x="711559" y="667948"/>
                  </a:cubicBezTo>
                  <a:lnTo>
                    <a:pt x="711559" y="667713"/>
                  </a:lnTo>
                  <a:lnTo>
                    <a:pt x="715025" y="665527"/>
                  </a:lnTo>
                  <a:lnTo>
                    <a:pt x="718492" y="664887"/>
                  </a:lnTo>
                  <a:lnTo>
                    <a:pt x="721083" y="665325"/>
                  </a:lnTo>
                  <a:cubicBezTo>
                    <a:pt x="721083" y="665325"/>
                    <a:pt x="723674" y="665325"/>
                    <a:pt x="725424" y="665325"/>
                  </a:cubicBezTo>
                  <a:cubicBezTo>
                    <a:pt x="727175" y="665325"/>
                    <a:pt x="731516" y="665224"/>
                    <a:pt x="733670" y="665224"/>
                  </a:cubicBezTo>
                  <a:cubicBezTo>
                    <a:pt x="735858" y="665224"/>
                    <a:pt x="736497" y="664686"/>
                    <a:pt x="736497" y="664686"/>
                  </a:cubicBezTo>
                  <a:lnTo>
                    <a:pt x="737574" y="662734"/>
                  </a:lnTo>
                  <a:lnTo>
                    <a:pt x="737574" y="660985"/>
                  </a:lnTo>
                  <a:lnTo>
                    <a:pt x="737574" y="659236"/>
                  </a:lnTo>
                  <a:lnTo>
                    <a:pt x="737574" y="657487"/>
                  </a:lnTo>
                  <a:lnTo>
                    <a:pt x="740502" y="655098"/>
                  </a:lnTo>
                  <a:lnTo>
                    <a:pt x="746560" y="655165"/>
                  </a:lnTo>
                  <a:cubicBezTo>
                    <a:pt x="746560" y="655165"/>
                    <a:pt x="750026" y="655031"/>
                    <a:pt x="750632" y="655165"/>
                  </a:cubicBezTo>
                  <a:cubicBezTo>
                    <a:pt x="751204" y="655300"/>
                    <a:pt x="752079" y="655906"/>
                    <a:pt x="752079" y="655906"/>
                  </a:cubicBezTo>
                  <a:cubicBezTo>
                    <a:pt x="752079" y="655906"/>
                    <a:pt x="753964" y="657789"/>
                    <a:pt x="754401" y="658361"/>
                  </a:cubicBezTo>
                  <a:cubicBezTo>
                    <a:pt x="754839" y="658933"/>
                    <a:pt x="754401" y="660817"/>
                    <a:pt x="754266" y="661557"/>
                  </a:cubicBezTo>
                  <a:cubicBezTo>
                    <a:pt x="754132" y="662263"/>
                    <a:pt x="753829" y="662869"/>
                    <a:pt x="752079" y="664585"/>
                  </a:cubicBezTo>
                  <a:cubicBezTo>
                    <a:pt x="750329" y="666334"/>
                    <a:pt x="752079" y="666771"/>
                    <a:pt x="752079" y="666771"/>
                  </a:cubicBezTo>
                  <a:cubicBezTo>
                    <a:pt x="752079" y="666771"/>
                    <a:pt x="754266" y="668352"/>
                    <a:pt x="756723" y="669227"/>
                  </a:cubicBezTo>
                  <a:cubicBezTo>
                    <a:pt x="759180" y="670101"/>
                    <a:pt x="759045" y="669362"/>
                    <a:pt x="759752" y="668789"/>
                  </a:cubicBezTo>
                  <a:cubicBezTo>
                    <a:pt x="760492" y="668218"/>
                    <a:pt x="761199" y="667646"/>
                    <a:pt x="761502" y="667209"/>
                  </a:cubicBezTo>
                  <a:cubicBezTo>
                    <a:pt x="761805" y="666771"/>
                    <a:pt x="763387" y="666199"/>
                    <a:pt x="765844" y="665627"/>
                  </a:cubicBezTo>
                  <a:cubicBezTo>
                    <a:pt x="768300" y="665056"/>
                    <a:pt x="768906" y="665190"/>
                    <a:pt x="769748" y="664450"/>
                  </a:cubicBezTo>
                  <a:cubicBezTo>
                    <a:pt x="770623" y="663744"/>
                    <a:pt x="771935" y="662701"/>
                    <a:pt x="771935" y="662701"/>
                  </a:cubicBezTo>
                  <a:cubicBezTo>
                    <a:pt x="771935" y="662701"/>
                    <a:pt x="775267" y="662398"/>
                    <a:pt x="776714" y="661826"/>
                  </a:cubicBezTo>
                  <a:lnTo>
                    <a:pt x="783075" y="661826"/>
                  </a:lnTo>
                  <a:cubicBezTo>
                    <a:pt x="783075" y="661826"/>
                    <a:pt x="784387" y="661860"/>
                    <a:pt x="785834" y="661725"/>
                  </a:cubicBezTo>
                  <a:cubicBezTo>
                    <a:pt x="787282" y="661591"/>
                    <a:pt x="788157" y="661557"/>
                    <a:pt x="788157" y="661557"/>
                  </a:cubicBezTo>
                  <a:cubicBezTo>
                    <a:pt x="788157" y="661557"/>
                    <a:pt x="790344" y="661860"/>
                    <a:pt x="792498" y="662263"/>
                  </a:cubicBezTo>
                  <a:cubicBezTo>
                    <a:pt x="794686" y="662701"/>
                    <a:pt x="794248" y="664585"/>
                    <a:pt x="794248" y="664585"/>
                  </a:cubicBezTo>
                  <a:lnTo>
                    <a:pt x="796705" y="666166"/>
                  </a:lnTo>
                  <a:lnTo>
                    <a:pt x="796705" y="669630"/>
                  </a:lnTo>
                  <a:lnTo>
                    <a:pt x="796705" y="672961"/>
                  </a:lnTo>
                  <a:cubicBezTo>
                    <a:pt x="796705" y="672961"/>
                    <a:pt x="800542" y="672692"/>
                    <a:pt x="801989" y="672961"/>
                  </a:cubicBezTo>
                  <a:cubicBezTo>
                    <a:pt x="803436" y="673264"/>
                    <a:pt x="805253" y="672961"/>
                    <a:pt x="805253" y="672961"/>
                  </a:cubicBezTo>
                  <a:cubicBezTo>
                    <a:pt x="805253" y="672961"/>
                    <a:pt x="805556" y="673835"/>
                    <a:pt x="806128" y="675147"/>
                  </a:cubicBezTo>
                  <a:cubicBezTo>
                    <a:pt x="806700" y="676459"/>
                    <a:pt x="806835" y="677738"/>
                    <a:pt x="806835" y="677738"/>
                  </a:cubicBezTo>
                  <a:lnTo>
                    <a:pt x="808417" y="678612"/>
                  </a:lnTo>
                  <a:lnTo>
                    <a:pt x="811479" y="680934"/>
                  </a:lnTo>
                  <a:lnTo>
                    <a:pt x="815821" y="680934"/>
                  </a:lnTo>
                  <a:lnTo>
                    <a:pt x="819287" y="683860"/>
                  </a:lnTo>
                  <a:cubicBezTo>
                    <a:pt x="819287" y="683860"/>
                    <a:pt x="822114" y="686585"/>
                    <a:pt x="823864" y="688301"/>
                  </a:cubicBezTo>
                  <a:cubicBezTo>
                    <a:pt x="825614" y="690050"/>
                    <a:pt x="826052" y="693952"/>
                    <a:pt x="826052" y="693952"/>
                  </a:cubicBezTo>
                  <a:cubicBezTo>
                    <a:pt x="826052" y="693952"/>
                    <a:pt x="828239" y="696340"/>
                    <a:pt x="828239" y="697215"/>
                  </a:cubicBezTo>
                  <a:cubicBezTo>
                    <a:pt x="828239" y="698090"/>
                    <a:pt x="827600" y="699402"/>
                    <a:pt x="826927" y="699839"/>
                  </a:cubicBezTo>
                  <a:cubicBezTo>
                    <a:pt x="826287" y="700276"/>
                    <a:pt x="823898" y="702227"/>
                    <a:pt x="823898" y="702227"/>
                  </a:cubicBezTo>
                  <a:lnTo>
                    <a:pt x="824975" y="706567"/>
                  </a:lnTo>
                  <a:lnTo>
                    <a:pt x="827364" y="709830"/>
                  </a:lnTo>
                  <a:cubicBezTo>
                    <a:pt x="827364" y="709830"/>
                    <a:pt x="829552" y="715481"/>
                    <a:pt x="829989" y="716356"/>
                  </a:cubicBezTo>
                  <a:cubicBezTo>
                    <a:pt x="830427" y="717231"/>
                    <a:pt x="833691" y="720696"/>
                    <a:pt x="835004" y="721570"/>
                  </a:cubicBezTo>
                  <a:cubicBezTo>
                    <a:pt x="836316" y="722445"/>
                    <a:pt x="837393" y="729610"/>
                    <a:pt x="837393" y="729610"/>
                  </a:cubicBezTo>
                  <a:lnTo>
                    <a:pt x="836081" y="737885"/>
                  </a:lnTo>
                  <a:lnTo>
                    <a:pt x="835004" y="744950"/>
                  </a:lnTo>
                  <a:cubicBezTo>
                    <a:pt x="835004" y="744950"/>
                    <a:pt x="835441" y="747237"/>
                    <a:pt x="838033" y="751375"/>
                  </a:cubicBezTo>
                  <a:cubicBezTo>
                    <a:pt x="840658" y="755513"/>
                    <a:pt x="840658" y="753326"/>
                    <a:pt x="841297" y="753763"/>
                  </a:cubicBezTo>
                  <a:cubicBezTo>
                    <a:pt x="841937" y="754201"/>
                    <a:pt x="843047" y="755950"/>
                    <a:pt x="843687" y="758103"/>
                  </a:cubicBezTo>
                  <a:cubicBezTo>
                    <a:pt x="844326" y="760289"/>
                    <a:pt x="843249" y="759179"/>
                    <a:pt x="842812" y="759852"/>
                  </a:cubicBezTo>
                  <a:cubicBezTo>
                    <a:pt x="842374" y="760491"/>
                    <a:pt x="842812" y="762880"/>
                    <a:pt x="842812" y="762880"/>
                  </a:cubicBezTo>
                  <a:cubicBezTo>
                    <a:pt x="842812" y="762880"/>
                    <a:pt x="845201" y="764192"/>
                    <a:pt x="846514" y="764629"/>
                  </a:cubicBezTo>
                  <a:cubicBezTo>
                    <a:pt x="847826" y="765066"/>
                    <a:pt x="848466" y="765941"/>
                    <a:pt x="849105" y="766378"/>
                  </a:cubicBezTo>
                  <a:cubicBezTo>
                    <a:pt x="849745" y="766815"/>
                    <a:pt x="851057" y="768329"/>
                    <a:pt x="851057" y="768329"/>
                  </a:cubicBezTo>
                  <a:cubicBezTo>
                    <a:pt x="851057" y="768329"/>
                    <a:pt x="853682" y="770280"/>
                    <a:pt x="854759" y="770280"/>
                  </a:cubicBezTo>
                  <a:cubicBezTo>
                    <a:pt x="855836" y="770280"/>
                    <a:pt x="857350" y="772030"/>
                    <a:pt x="857350" y="772030"/>
                  </a:cubicBezTo>
                  <a:lnTo>
                    <a:pt x="861692" y="773106"/>
                  </a:lnTo>
                  <a:lnTo>
                    <a:pt x="868860" y="776134"/>
                  </a:lnTo>
                  <a:lnTo>
                    <a:pt x="872764" y="779834"/>
                  </a:lnTo>
                  <a:lnTo>
                    <a:pt x="878856" y="786125"/>
                  </a:lnTo>
                  <a:lnTo>
                    <a:pt x="879798" y="791272"/>
                  </a:lnTo>
                  <a:cubicBezTo>
                    <a:pt x="879798" y="791272"/>
                    <a:pt x="882120" y="796116"/>
                    <a:pt x="883870" y="797226"/>
                  </a:cubicBezTo>
                  <a:cubicBezTo>
                    <a:pt x="885620" y="798302"/>
                    <a:pt x="886563" y="799311"/>
                    <a:pt x="887068" y="799412"/>
                  </a:cubicBezTo>
                  <a:cubicBezTo>
                    <a:pt x="887572" y="799480"/>
                    <a:pt x="889087" y="800657"/>
                    <a:pt x="889019" y="800926"/>
                  </a:cubicBezTo>
                  <a:cubicBezTo>
                    <a:pt x="888952" y="801229"/>
                    <a:pt x="889221" y="802238"/>
                    <a:pt x="889087" y="803247"/>
                  </a:cubicBezTo>
                  <a:cubicBezTo>
                    <a:pt x="888952" y="804256"/>
                    <a:pt x="889087" y="804492"/>
                    <a:pt x="889087" y="804761"/>
                  </a:cubicBezTo>
                  <a:cubicBezTo>
                    <a:pt x="889087" y="805064"/>
                    <a:pt x="890231" y="806577"/>
                    <a:pt x="890332" y="806779"/>
                  </a:cubicBezTo>
                  <a:cubicBezTo>
                    <a:pt x="890399" y="806981"/>
                    <a:pt x="891779" y="809100"/>
                    <a:pt x="892217" y="809807"/>
                  </a:cubicBezTo>
                  <a:cubicBezTo>
                    <a:pt x="892654" y="810547"/>
                    <a:pt x="894976" y="812431"/>
                    <a:pt x="895548" y="813137"/>
                  </a:cubicBezTo>
                  <a:cubicBezTo>
                    <a:pt x="896121" y="813844"/>
                    <a:pt x="898140" y="814887"/>
                    <a:pt x="898813" y="815223"/>
                  </a:cubicBezTo>
                  <a:cubicBezTo>
                    <a:pt x="899452" y="815593"/>
                    <a:pt x="901842" y="816602"/>
                    <a:pt x="901842" y="816602"/>
                  </a:cubicBezTo>
                  <a:lnTo>
                    <a:pt x="904972" y="818486"/>
                  </a:lnTo>
                  <a:cubicBezTo>
                    <a:pt x="904972" y="818486"/>
                    <a:pt x="906217" y="819798"/>
                    <a:pt x="907496" y="821009"/>
                  </a:cubicBezTo>
                  <a:cubicBezTo>
                    <a:pt x="908808" y="822253"/>
                    <a:pt x="908640" y="821211"/>
                    <a:pt x="909246" y="821009"/>
                  </a:cubicBezTo>
                  <a:cubicBezTo>
                    <a:pt x="909818" y="820807"/>
                    <a:pt x="910424" y="819058"/>
                    <a:pt x="910760" y="818553"/>
                  </a:cubicBezTo>
                  <a:cubicBezTo>
                    <a:pt x="911130" y="818049"/>
                    <a:pt x="910996" y="817309"/>
                    <a:pt x="911703" y="816669"/>
                  </a:cubicBezTo>
                  <a:cubicBezTo>
                    <a:pt x="912443" y="816030"/>
                    <a:pt x="912342" y="815593"/>
                    <a:pt x="912645" y="814853"/>
                  </a:cubicBezTo>
                  <a:cubicBezTo>
                    <a:pt x="912948" y="814113"/>
                    <a:pt x="913385" y="813978"/>
                    <a:pt x="913789" y="813911"/>
                  </a:cubicBezTo>
                  <a:cubicBezTo>
                    <a:pt x="914227" y="813844"/>
                    <a:pt x="914866" y="814046"/>
                    <a:pt x="915169" y="814113"/>
                  </a:cubicBezTo>
                  <a:cubicBezTo>
                    <a:pt x="915472" y="814180"/>
                    <a:pt x="916919" y="815559"/>
                    <a:pt x="917626" y="815997"/>
                  </a:cubicBezTo>
                  <a:cubicBezTo>
                    <a:pt x="918366" y="816434"/>
                    <a:pt x="918265" y="816501"/>
                    <a:pt x="918636" y="816804"/>
                  </a:cubicBezTo>
                  <a:cubicBezTo>
                    <a:pt x="919006" y="817107"/>
                    <a:pt x="918636" y="818822"/>
                    <a:pt x="918636" y="819125"/>
                  </a:cubicBezTo>
                  <a:cubicBezTo>
                    <a:pt x="918636" y="819428"/>
                    <a:pt x="919443" y="821009"/>
                    <a:pt x="919443" y="821009"/>
                  </a:cubicBezTo>
                  <a:cubicBezTo>
                    <a:pt x="919443" y="821009"/>
                    <a:pt x="919948" y="821581"/>
                    <a:pt x="920318" y="821883"/>
                  </a:cubicBezTo>
                  <a:cubicBezTo>
                    <a:pt x="920688" y="822186"/>
                    <a:pt x="921193" y="823128"/>
                    <a:pt x="921698" y="824003"/>
                  </a:cubicBezTo>
                  <a:cubicBezTo>
                    <a:pt x="922203" y="824877"/>
                    <a:pt x="922573" y="824709"/>
                    <a:pt x="923381" y="825517"/>
                  </a:cubicBezTo>
                  <a:cubicBezTo>
                    <a:pt x="924188" y="826324"/>
                    <a:pt x="924088" y="826257"/>
                    <a:pt x="924626" y="826593"/>
                  </a:cubicBezTo>
                  <a:cubicBezTo>
                    <a:pt x="925131" y="826963"/>
                    <a:pt x="926443" y="826593"/>
                    <a:pt x="927150" y="826593"/>
                  </a:cubicBezTo>
                  <a:cubicBezTo>
                    <a:pt x="927857" y="826593"/>
                    <a:pt x="927655" y="825954"/>
                    <a:pt x="927655" y="825954"/>
                  </a:cubicBezTo>
                  <a:cubicBezTo>
                    <a:pt x="927655" y="825954"/>
                    <a:pt x="928092" y="824877"/>
                    <a:pt x="928092" y="824642"/>
                  </a:cubicBezTo>
                  <a:cubicBezTo>
                    <a:pt x="928092" y="824440"/>
                    <a:pt x="929035" y="823397"/>
                    <a:pt x="929338" y="823397"/>
                  </a:cubicBezTo>
                  <a:cubicBezTo>
                    <a:pt x="929640" y="823397"/>
                    <a:pt x="930650" y="823767"/>
                    <a:pt x="930650" y="823767"/>
                  </a:cubicBezTo>
                  <a:lnTo>
                    <a:pt x="932669" y="824205"/>
                  </a:lnTo>
                  <a:lnTo>
                    <a:pt x="932972" y="823195"/>
                  </a:lnTo>
                  <a:lnTo>
                    <a:pt x="933107" y="822052"/>
                  </a:lnTo>
                  <a:cubicBezTo>
                    <a:pt x="933107" y="822052"/>
                    <a:pt x="933107" y="820605"/>
                    <a:pt x="932366" y="820033"/>
                  </a:cubicBezTo>
                  <a:cubicBezTo>
                    <a:pt x="931626" y="819462"/>
                    <a:pt x="932366" y="815694"/>
                    <a:pt x="932366" y="815694"/>
                  </a:cubicBezTo>
                  <a:cubicBezTo>
                    <a:pt x="932366" y="815694"/>
                    <a:pt x="932366" y="811926"/>
                    <a:pt x="932366" y="811354"/>
                  </a:cubicBezTo>
                  <a:cubicBezTo>
                    <a:pt x="932366" y="810782"/>
                    <a:pt x="933242" y="807015"/>
                    <a:pt x="933242" y="807015"/>
                  </a:cubicBezTo>
                  <a:lnTo>
                    <a:pt x="934992" y="805871"/>
                  </a:lnTo>
                  <a:cubicBezTo>
                    <a:pt x="934992" y="805871"/>
                    <a:pt x="939636" y="805434"/>
                    <a:pt x="940208" y="805299"/>
                  </a:cubicBezTo>
                  <a:cubicBezTo>
                    <a:pt x="940780" y="805165"/>
                    <a:pt x="942968" y="805434"/>
                    <a:pt x="942968" y="805434"/>
                  </a:cubicBezTo>
                  <a:lnTo>
                    <a:pt x="944280" y="803685"/>
                  </a:lnTo>
                  <a:lnTo>
                    <a:pt x="945424" y="801801"/>
                  </a:lnTo>
                  <a:lnTo>
                    <a:pt x="947006" y="798908"/>
                  </a:lnTo>
                  <a:cubicBezTo>
                    <a:pt x="947006" y="798908"/>
                    <a:pt x="949463" y="797596"/>
                    <a:pt x="950035" y="797596"/>
                  </a:cubicBezTo>
                  <a:cubicBezTo>
                    <a:pt x="950607" y="797596"/>
                    <a:pt x="952795" y="797158"/>
                    <a:pt x="952795" y="797158"/>
                  </a:cubicBezTo>
                  <a:lnTo>
                    <a:pt x="954377" y="798302"/>
                  </a:lnTo>
                  <a:lnTo>
                    <a:pt x="951179" y="801498"/>
                  </a:lnTo>
                  <a:lnTo>
                    <a:pt x="950607" y="804088"/>
                  </a:lnTo>
                  <a:cubicBezTo>
                    <a:pt x="950607" y="804088"/>
                    <a:pt x="953367" y="806275"/>
                    <a:pt x="956396" y="808428"/>
                  </a:cubicBezTo>
                  <a:cubicBezTo>
                    <a:pt x="959425" y="810614"/>
                    <a:pt x="957540" y="810311"/>
                    <a:pt x="958281" y="811455"/>
                  </a:cubicBezTo>
                  <a:cubicBezTo>
                    <a:pt x="958987" y="812599"/>
                    <a:pt x="958281" y="817813"/>
                    <a:pt x="958146" y="818251"/>
                  </a:cubicBezTo>
                  <a:cubicBezTo>
                    <a:pt x="958011" y="818688"/>
                    <a:pt x="957405" y="819832"/>
                    <a:pt x="956564" y="821715"/>
                  </a:cubicBezTo>
                  <a:cubicBezTo>
                    <a:pt x="955689" y="823599"/>
                    <a:pt x="955555" y="824608"/>
                    <a:pt x="955555" y="825786"/>
                  </a:cubicBezTo>
                  <a:cubicBezTo>
                    <a:pt x="955555" y="826929"/>
                    <a:pt x="955420" y="827670"/>
                    <a:pt x="955555" y="828107"/>
                  </a:cubicBezTo>
                  <a:cubicBezTo>
                    <a:pt x="955689" y="828544"/>
                    <a:pt x="957574" y="831134"/>
                    <a:pt x="958011" y="831572"/>
                  </a:cubicBezTo>
                  <a:cubicBezTo>
                    <a:pt x="958449" y="832009"/>
                    <a:pt x="959761" y="832884"/>
                    <a:pt x="959761" y="832884"/>
                  </a:cubicBezTo>
                  <a:lnTo>
                    <a:pt x="963396" y="834027"/>
                  </a:lnTo>
                  <a:cubicBezTo>
                    <a:pt x="963396" y="834027"/>
                    <a:pt x="965584" y="833456"/>
                    <a:pt x="965987" y="833018"/>
                  </a:cubicBezTo>
                  <a:cubicBezTo>
                    <a:pt x="966425" y="832581"/>
                    <a:pt x="967132" y="829553"/>
                    <a:pt x="967132" y="829553"/>
                  </a:cubicBezTo>
                  <a:lnTo>
                    <a:pt x="967132" y="827804"/>
                  </a:lnTo>
                  <a:lnTo>
                    <a:pt x="968276" y="826358"/>
                  </a:lnTo>
                  <a:cubicBezTo>
                    <a:pt x="968276" y="826358"/>
                    <a:pt x="969286" y="823330"/>
                    <a:pt x="970161" y="822724"/>
                  </a:cubicBezTo>
                  <a:cubicBezTo>
                    <a:pt x="971036" y="822153"/>
                    <a:pt x="972617" y="820841"/>
                    <a:pt x="972617" y="820841"/>
                  </a:cubicBezTo>
                  <a:lnTo>
                    <a:pt x="974637" y="822590"/>
                  </a:lnTo>
                  <a:cubicBezTo>
                    <a:pt x="974637" y="822590"/>
                    <a:pt x="978406" y="824036"/>
                    <a:pt x="980425" y="824474"/>
                  </a:cubicBezTo>
                  <a:cubicBezTo>
                    <a:pt x="982445" y="824911"/>
                    <a:pt x="981166" y="824339"/>
                    <a:pt x="981166" y="824339"/>
                  </a:cubicBezTo>
                  <a:cubicBezTo>
                    <a:pt x="981166" y="824339"/>
                    <a:pt x="981738" y="823465"/>
                    <a:pt x="984195" y="823330"/>
                  </a:cubicBezTo>
                  <a:cubicBezTo>
                    <a:pt x="986651" y="823195"/>
                    <a:pt x="985507" y="822893"/>
                    <a:pt x="985642" y="822321"/>
                  </a:cubicBezTo>
                  <a:cubicBezTo>
                    <a:pt x="985776" y="821749"/>
                    <a:pt x="987964" y="822018"/>
                    <a:pt x="988671" y="822456"/>
                  </a:cubicBezTo>
                  <a:cubicBezTo>
                    <a:pt x="989377" y="822893"/>
                    <a:pt x="990858" y="824911"/>
                    <a:pt x="991262" y="825920"/>
                  </a:cubicBezTo>
                  <a:cubicBezTo>
                    <a:pt x="991700" y="826929"/>
                    <a:pt x="992440" y="829116"/>
                    <a:pt x="992440" y="829688"/>
                  </a:cubicBezTo>
                  <a:cubicBezTo>
                    <a:pt x="992440" y="830260"/>
                    <a:pt x="996209" y="835037"/>
                    <a:pt x="996344" y="835474"/>
                  </a:cubicBezTo>
                  <a:cubicBezTo>
                    <a:pt x="996478" y="835911"/>
                    <a:pt x="996647" y="837930"/>
                    <a:pt x="996916" y="838804"/>
                  </a:cubicBezTo>
                  <a:cubicBezTo>
                    <a:pt x="997219" y="839679"/>
                    <a:pt x="996916" y="840823"/>
                    <a:pt x="996916" y="840823"/>
                  </a:cubicBezTo>
                  <a:cubicBezTo>
                    <a:pt x="996916" y="840823"/>
                    <a:pt x="995604" y="843278"/>
                    <a:pt x="995469" y="843850"/>
                  </a:cubicBezTo>
                  <a:cubicBezTo>
                    <a:pt x="995334" y="844422"/>
                    <a:pt x="994459" y="845431"/>
                    <a:pt x="993719" y="846037"/>
                  </a:cubicBezTo>
                  <a:cubicBezTo>
                    <a:pt x="992978" y="846609"/>
                    <a:pt x="991834" y="848930"/>
                    <a:pt x="991262" y="849064"/>
                  </a:cubicBezTo>
                  <a:cubicBezTo>
                    <a:pt x="990690" y="849199"/>
                    <a:pt x="988671" y="851823"/>
                    <a:pt x="988671" y="851823"/>
                  </a:cubicBezTo>
                  <a:lnTo>
                    <a:pt x="984901" y="853841"/>
                  </a:lnTo>
                  <a:lnTo>
                    <a:pt x="984161" y="855422"/>
                  </a:lnTo>
                  <a:cubicBezTo>
                    <a:pt x="984161" y="855422"/>
                    <a:pt x="985911" y="857441"/>
                    <a:pt x="986349" y="857878"/>
                  </a:cubicBezTo>
                  <a:cubicBezTo>
                    <a:pt x="986786" y="858315"/>
                    <a:pt x="990252" y="859459"/>
                    <a:pt x="990690" y="859896"/>
                  </a:cubicBezTo>
                  <a:cubicBezTo>
                    <a:pt x="991127" y="860334"/>
                    <a:pt x="993719" y="859896"/>
                    <a:pt x="995469" y="859896"/>
                  </a:cubicBezTo>
                  <a:cubicBezTo>
                    <a:pt x="997219" y="859896"/>
                    <a:pt x="998801" y="859324"/>
                    <a:pt x="998801" y="859324"/>
                  </a:cubicBezTo>
                  <a:lnTo>
                    <a:pt x="1001830" y="855557"/>
                  </a:lnTo>
                  <a:lnTo>
                    <a:pt x="1003580" y="852092"/>
                  </a:lnTo>
                  <a:lnTo>
                    <a:pt x="1003580" y="848896"/>
                  </a:lnTo>
                  <a:lnTo>
                    <a:pt x="1003882" y="844691"/>
                  </a:lnTo>
                  <a:lnTo>
                    <a:pt x="1005902" y="839780"/>
                  </a:lnTo>
                  <a:lnTo>
                    <a:pt x="1009671" y="838199"/>
                  </a:lnTo>
                  <a:lnTo>
                    <a:pt x="1011253" y="834868"/>
                  </a:lnTo>
                  <a:lnTo>
                    <a:pt x="1015729" y="833422"/>
                  </a:lnTo>
                  <a:lnTo>
                    <a:pt x="1019431" y="833321"/>
                  </a:lnTo>
                  <a:lnTo>
                    <a:pt x="1022056" y="834969"/>
                  </a:lnTo>
                  <a:cubicBezTo>
                    <a:pt x="1022056" y="834969"/>
                    <a:pt x="1025220" y="837694"/>
                    <a:pt x="1026734" y="838871"/>
                  </a:cubicBezTo>
                  <a:cubicBezTo>
                    <a:pt x="1028248" y="840083"/>
                    <a:pt x="1030200" y="840284"/>
                    <a:pt x="1032489" y="840823"/>
                  </a:cubicBezTo>
                  <a:cubicBezTo>
                    <a:pt x="1034777" y="841361"/>
                    <a:pt x="1035215" y="840924"/>
                    <a:pt x="1035518" y="840823"/>
                  </a:cubicBezTo>
                  <a:cubicBezTo>
                    <a:pt x="1035854" y="840722"/>
                    <a:pt x="1039422" y="840049"/>
                    <a:pt x="1039657" y="839746"/>
                  </a:cubicBezTo>
                  <a:cubicBezTo>
                    <a:pt x="1039893" y="839410"/>
                    <a:pt x="1041609" y="838871"/>
                    <a:pt x="1042148" y="838569"/>
                  </a:cubicBezTo>
                  <a:cubicBezTo>
                    <a:pt x="1042686" y="838232"/>
                    <a:pt x="1044773" y="835945"/>
                    <a:pt x="1044773" y="835945"/>
                  </a:cubicBezTo>
                  <a:lnTo>
                    <a:pt x="1047263" y="834431"/>
                  </a:lnTo>
                  <a:lnTo>
                    <a:pt x="1048576" y="834633"/>
                  </a:lnTo>
                  <a:lnTo>
                    <a:pt x="1050326" y="835945"/>
                  </a:lnTo>
                  <a:cubicBezTo>
                    <a:pt x="1050326" y="835945"/>
                    <a:pt x="1052816" y="835743"/>
                    <a:pt x="1053153" y="835171"/>
                  </a:cubicBezTo>
                  <a:cubicBezTo>
                    <a:pt x="1053489" y="834633"/>
                    <a:pt x="1054802" y="835171"/>
                    <a:pt x="1054802" y="835171"/>
                  </a:cubicBezTo>
                  <a:lnTo>
                    <a:pt x="1059917" y="833758"/>
                  </a:lnTo>
                  <a:lnTo>
                    <a:pt x="1063384" y="830933"/>
                  </a:lnTo>
                  <a:lnTo>
                    <a:pt x="1064360" y="828645"/>
                  </a:lnTo>
                  <a:lnTo>
                    <a:pt x="1064461" y="826021"/>
                  </a:lnTo>
                  <a:lnTo>
                    <a:pt x="1063922" y="823296"/>
                  </a:lnTo>
                  <a:lnTo>
                    <a:pt x="1064999" y="821009"/>
                  </a:lnTo>
                  <a:lnTo>
                    <a:pt x="1060220" y="816333"/>
                  </a:lnTo>
                  <a:lnTo>
                    <a:pt x="1057932" y="815559"/>
                  </a:lnTo>
                  <a:lnTo>
                    <a:pt x="1055340" y="812935"/>
                  </a:lnTo>
                  <a:lnTo>
                    <a:pt x="1052749" y="810211"/>
                  </a:lnTo>
                  <a:lnTo>
                    <a:pt x="1051874" y="806174"/>
                  </a:lnTo>
                  <a:lnTo>
                    <a:pt x="1052413" y="801834"/>
                  </a:lnTo>
                  <a:lnTo>
                    <a:pt x="1053287" y="795645"/>
                  </a:lnTo>
                  <a:cubicBezTo>
                    <a:pt x="1053287" y="795645"/>
                    <a:pt x="1054903" y="791204"/>
                    <a:pt x="1055139" y="790632"/>
                  </a:cubicBezTo>
                  <a:cubicBezTo>
                    <a:pt x="1055340" y="790094"/>
                    <a:pt x="1056888" y="787470"/>
                    <a:pt x="1056888" y="787470"/>
                  </a:cubicBezTo>
                  <a:lnTo>
                    <a:pt x="1058739" y="784308"/>
                  </a:lnTo>
                  <a:cubicBezTo>
                    <a:pt x="1058739" y="784308"/>
                    <a:pt x="1060490" y="782357"/>
                    <a:pt x="1060927" y="781684"/>
                  </a:cubicBezTo>
                  <a:cubicBezTo>
                    <a:pt x="1061365" y="781045"/>
                    <a:pt x="1062677" y="779733"/>
                    <a:pt x="1062677" y="779733"/>
                  </a:cubicBezTo>
                  <a:lnTo>
                    <a:pt x="1065066" y="779094"/>
                  </a:lnTo>
                  <a:cubicBezTo>
                    <a:pt x="1065066" y="779094"/>
                    <a:pt x="1067994" y="778993"/>
                    <a:pt x="1068971" y="778993"/>
                  </a:cubicBezTo>
                  <a:cubicBezTo>
                    <a:pt x="1069946" y="778993"/>
                    <a:pt x="1070586" y="779868"/>
                    <a:pt x="1070586" y="779868"/>
                  </a:cubicBezTo>
                  <a:lnTo>
                    <a:pt x="1073312" y="779868"/>
                  </a:lnTo>
                  <a:cubicBezTo>
                    <a:pt x="1073312" y="779868"/>
                    <a:pt x="1074624" y="780742"/>
                    <a:pt x="1075500" y="780944"/>
                  </a:cubicBezTo>
                  <a:cubicBezTo>
                    <a:pt x="1076375" y="781146"/>
                    <a:pt x="1077889" y="781819"/>
                    <a:pt x="1077889" y="781819"/>
                  </a:cubicBezTo>
                  <a:lnTo>
                    <a:pt x="1081153" y="781718"/>
                  </a:lnTo>
                  <a:lnTo>
                    <a:pt x="1082129" y="780641"/>
                  </a:lnTo>
                  <a:lnTo>
                    <a:pt x="1082769" y="777816"/>
                  </a:lnTo>
                  <a:lnTo>
                    <a:pt x="1084283" y="775764"/>
                  </a:lnTo>
                  <a:lnTo>
                    <a:pt x="1086471" y="774889"/>
                  </a:lnTo>
                  <a:lnTo>
                    <a:pt x="1088860" y="774990"/>
                  </a:lnTo>
                  <a:cubicBezTo>
                    <a:pt x="1088860" y="774990"/>
                    <a:pt x="1089634" y="776302"/>
                    <a:pt x="1090913" y="777580"/>
                  </a:cubicBezTo>
                  <a:cubicBezTo>
                    <a:pt x="1092226" y="778892"/>
                    <a:pt x="1091250" y="779329"/>
                    <a:pt x="1091889" y="780608"/>
                  </a:cubicBezTo>
                  <a:cubicBezTo>
                    <a:pt x="1092529" y="781920"/>
                    <a:pt x="1092529" y="783433"/>
                    <a:pt x="1092966" y="784745"/>
                  </a:cubicBezTo>
                  <a:cubicBezTo>
                    <a:pt x="1093404" y="786057"/>
                    <a:pt x="1095692" y="786057"/>
                    <a:pt x="1098082" y="787033"/>
                  </a:cubicBezTo>
                  <a:cubicBezTo>
                    <a:pt x="1100471" y="788008"/>
                    <a:pt x="1103635" y="787033"/>
                    <a:pt x="1103635" y="787033"/>
                  </a:cubicBezTo>
                  <a:cubicBezTo>
                    <a:pt x="1103635" y="787033"/>
                    <a:pt x="1104947" y="786394"/>
                    <a:pt x="1105149" y="785856"/>
                  </a:cubicBezTo>
                  <a:cubicBezTo>
                    <a:pt x="1105351" y="785317"/>
                    <a:pt x="1106765" y="782693"/>
                    <a:pt x="1106899" y="782492"/>
                  </a:cubicBezTo>
                  <a:cubicBezTo>
                    <a:pt x="1107000" y="782256"/>
                    <a:pt x="1109524" y="780204"/>
                    <a:pt x="1109928" y="780103"/>
                  </a:cubicBezTo>
                  <a:cubicBezTo>
                    <a:pt x="1110366" y="780002"/>
                    <a:pt x="1113529" y="776941"/>
                    <a:pt x="1113529" y="776941"/>
                  </a:cubicBezTo>
                  <a:lnTo>
                    <a:pt x="1114943" y="775528"/>
                  </a:lnTo>
                  <a:lnTo>
                    <a:pt x="1114943" y="774452"/>
                  </a:lnTo>
                  <a:cubicBezTo>
                    <a:pt x="1114943" y="774452"/>
                    <a:pt x="1112553" y="770852"/>
                    <a:pt x="1112217" y="770549"/>
                  </a:cubicBezTo>
                  <a:cubicBezTo>
                    <a:pt x="1111880" y="770213"/>
                    <a:pt x="1108750" y="768161"/>
                    <a:pt x="1108750" y="768161"/>
                  </a:cubicBezTo>
                  <a:lnTo>
                    <a:pt x="1106899" y="763922"/>
                  </a:lnTo>
                  <a:lnTo>
                    <a:pt x="1107875" y="760020"/>
                  </a:lnTo>
                  <a:lnTo>
                    <a:pt x="1109188" y="756993"/>
                  </a:lnTo>
                  <a:lnTo>
                    <a:pt x="1110803" y="755916"/>
                  </a:lnTo>
                  <a:lnTo>
                    <a:pt x="1114269" y="753427"/>
                  </a:lnTo>
                  <a:lnTo>
                    <a:pt x="1118847" y="751476"/>
                  </a:lnTo>
                  <a:lnTo>
                    <a:pt x="1120159" y="749525"/>
                  </a:lnTo>
                  <a:lnTo>
                    <a:pt x="1120159" y="747237"/>
                  </a:lnTo>
                  <a:lnTo>
                    <a:pt x="1116895" y="745757"/>
                  </a:lnTo>
                  <a:lnTo>
                    <a:pt x="1116827" y="745555"/>
                  </a:lnTo>
                  <a:close/>
                </a:path>
              </a:pathLst>
            </a:custGeom>
            <a:grpFill/>
            <a:ln w="6350" cap="flat">
              <a:solidFill>
                <a:schemeClr val="bg1"/>
              </a:solidFill>
              <a:prstDash val="solid"/>
              <a:miter/>
            </a:ln>
          </p:spPr>
          <p:txBody>
            <a:bodyPr rtlCol="0" anchor="ctr"/>
            <a:lstStyle/>
            <a:p>
              <a:endParaRPr lang="en-US"/>
            </a:p>
          </p:txBody>
        </p:sp>
        <p:sp>
          <p:nvSpPr>
            <p:cNvPr id="193" name="Freeform 910">
              <a:extLst>
                <a:ext uri="{FF2B5EF4-FFF2-40B4-BE49-F238E27FC236}">
                  <a16:creationId xmlns:a16="http://schemas.microsoft.com/office/drawing/2014/main" id="{189BC3CC-B62F-3894-4B89-CDED222838AD}"/>
                </a:ext>
              </a:extLst>
            </p:cNvPr>
            <p:cNvSpPr/>
            <p:nvPr/>
          </p:nvSpPr>
          <p:spPr>
            <a:xfrm>
              <a:off x="7188590" y="1736685"/>
              <a:ext cx="1193060" cy="935511"/>
            </a:xfrm>
            <a:custGeom>
              <a:avLst/>
              <a:gdLst>
                <a:gd name="connsiteX0" fmla="*/ 2222549 w 2290556"/>
                <a:gd name="connsiteY0" fmla="*/ 1067285 h 1796087"/>
                <a:gd name="connsiteX1" fmla="*/ 2222246 w 2290556"/>
                <a:gd name="connsiteY1" fmla="*/ 1063652 h 1796087"/>
                <a:gd name="connsiteX2" fmla="*/ 2221371 w 2290556"/>
                <a:gd name="connsiteY2" fmla="*/ 1061465 h 1796087"/>
                <a:gd name="connsiteX3" fmla="*/ 2220428 w 2290556"/>
                <a:gd name="connsiteY3" fmla="*/ 1059379 h 1796087"/>
                <a:gd name="connsiteX4" fmla="*/ 2218981 w 2290556"/>
                <a:gd name="connsiteY4" fmla="*/ 1060321 h 1796087"/>
                <a:gd name="connsiteX5" fmla="*/ 2216154 w 2290556"/>
                <a:gd name="connsiteY5" fmla="*/ 1060321 h 1796087"/>
                <a:gd name="connsiteX6" fmla="*/ 2213866 w 2290556"/>
                <a:gd name="connsiteY6" fmla="*/ 1061364 h 1796087"/>
                <a:gd name="connsiteX7" fmla="*/ 2211039 w 2290556"/>
                <a:gd name="connsiteY7" fmla="*/ 1060658 h 1796087"/>
                <a:gd name="connsiteX8" fmla="*/ 2209524 w 2290556"/>
                <a:gd name="connsiteY8" fmla="*/ 1058269 h 1796087"/>
                <a:gd name="connsiteX9" fmla="*/ 2208111 w 2290556"/>
                <a:gd name="connsiteY9" fmla="*/ 1057193 h 1796087"/>
                <a:gd name="connsiteX10" fmla="*/ 2205183 w 2290556"/>
                <a:gd name="connsiteY10" fmla="*/ 1057092 h 1796087"/>
                <a:gd name="connsiteX11" fmla="*/ 2204745 w 2290556"/>
                <a:gd name="connsiteY11" fmla="*/ 1058404 h 1796087"/>
                <a:gd name="connsiteX12" fmla="*/ 2206832 w 2290556"/>
                <a:gd name="connsiteY12" fmla="*/ 1060691 h 1796087"/>
                <a:gd name="connsiteX13" fmla="*/ 2206058 w 2290556"/>
                <a:gd name="connsiteY13" fmla="*/ 1064055 h 1796087"/>
                <a:gd name="connsiteX14" fmla="*/ 2203769 w 2290556"/>
                <a:gd name="connsiteY14" fmla="*/ 1063416 h 1796087"/>
                <a:gd name="connsiteX15" fmla="*/ 2200942 w 2290556"/>
                <a:gd name="connsiteY15" fmla="*/ 1062777 h 1796087"/>
                <a:gd name="connsiteX16" fmla="*/ 2198452 w 2290556"/>
                <a:gd name="connsiteY16" fmla="*/ 1060725 h 1796087"/>
                <a:gd name="connsiteX17" fmla="*/ 2197375 w 2290556"/>
                <a:gd name="connsiteY17" fmla="*/ 1059649 h 1796087"/>
                <a:gd name="connsiteX18" fmla="*/ 2196500 w 2290556"/>
                <a:gd name="connsiteY18" fmla="*/ 1058337 h 1796087"/>
                <a:gd name="connsiteX19" fmla="*/ 2192159 w 2290556"/>
                <a:gd name="connsiteY19" fmla="*/ 1057697 h 1796087"/>
                <a:gd name="connsiteX20" fmla="*/ 2189668 w 2290556"/>
                <a:gd name="connsiteY20" fmla="*/ 1057058 h 1796087"/>
                <a:gd name="connsiteX21" fmla="*/ 2187582 w 2290556"/>
                <a:gd name="connsiteY21" fmla="*/ 1055107 h 1796087"/>
                <a:gd name="connsiteX22" fmla="*/ 2186808 w 2290556"/>
                <a:gd name="connsiteY22" fmla="*/ 1053055 h 1796087"/>
                <a:gd name="connsiteX23" fmla="*/ 2187447 w 2290556"/>
                <a:gd name="connsiteY23" fmla="*/ 1051104 h 1796087"/>
                <a:gd name="connsiteX24" fmla="*/ 2188759 w 2290556"/>
                <a:gd name="connsiteY24" fmla="*/ 1048817 h 1796087"/>
                <a:gd name="connsiteX25" fmla="*/ 2191048 w 2290556"/>
                <a:gd name="connsiteY25" fmla="*/ 1048043 h 1796087"/>
                <a:gd name="connsiteX26" fmla="*/ 2192361 w 2290556"/>
                <a:gd name="connsiteY26" fmla="*/ 1047067 h 1796087"/>
                <a:gd name="connsiteX27" fmla="*/ 2195289 w 2290556"/>
                <a:gd name="connsiteY27" fmla="*/ 1046529 h 1796087"/>
                <a:gd name="connsiteX28" fmla="*/ 2197577 w 2290556"/>
                <a:gd name="connsiteY28" fmla="*/ 1045991 h 1796087"/>
                <a:gd name="connsiteX29" fmla="*/ 2199967 w 2290556"/>
                <a:gd name="connsiteY29" fmla="*/ 1044477 h 1796087"/>
                <a:gd name="connsiteX30" fmla="*/ 2203332 w 2290556"/>
                <a:gd name="connsiteY30" fmla="*/ 1042290 h 1796087"/>
                <a:gd name="connsiteX31" fmla="*/ 2205284 w 2290556"/>
                <a:gd name="connsiteY31" fmla="*/ 1038691 h 1796087"/>
                <a:gd name="connsiteX32" fmla="*/ 2206058 w 2290556"/>
                <a:gd name="connsiteY32" fmla="*/ 1036841 h 1796087"/>
                <a:gd name="connsiteX33" fmla="*/ 2206394 w 2290556"/>
                <a:gd name="connsiteY33" fmla="*/ 1034452 h 1796087"/>
                <a:gd name="connsiteX34" fmla="*/ 2205755 w 2290556"/>
                <a:gd name="connsiteY34" fmla="*/ 1031828 h 1796087"/>
                <a:gd name="connsiteX35" fmla="*/ 2203702 w 2290556"/>
                <a:gd name="connsiteY35" fmla="*/ 1029541 h 1796087"/>
                <a:gd name="connsiteX36" fmla="*/ 2201649 w 2290556"/>
                <a:gd name="connsiteY36" fmla="*/ 1028902 h 1796087"/>
                <a:gd name="connsiteX37" fmla="*/ 2196634 w 2290556"/>
                <a:gd name="connsiteY37" fmla="*/ 1026614 h 1796087"/>
                <a:gd name="connsiteX38" fmla="*/ 2194683 w 2290556"/>
                <a:gd name="connsiteY38" fmla="*/ 1023351 h 1796087"/>
                <a:gd name="connsiteX39" fmla="*/ 2194582 w 2290556"/>
                <a:gd name="connsiteY39" fmla="*/ 1021737 h 1796087"/>
                <a:gd name="connsiteX40" fmla="*/ 2194683 w 2290556"/>
                <a:gd name="connsiteY40" fmla="*/ 1016522 h 1796087"/>
                <a:gd name="connsiteX41" fmla="*/ 2194784 w 2290556"/>
                <a:gd name="connsiteY41" fmla="*/ 1014033 h 1796087"/>
                <a:gd name="connsiteX42" fmla="*/ 2194447 w 2290556"/>
                <a:gd name="connsiteY42" fmla="*/ 1011207 h 1796087"/>
                <a:gd name="connsiteX43" fmla="*/ 2193471 w 2290556"/>
                <a:gd name="connsiteY43" fmla="*/ 1007742 h 1796087"/>
                <a:gd name="connsiteX44" fmla="*/ 2192394 w 2290556"/>
                <a:gd name="connsiteY44" fmla="*/ 1007204 h 1796087"/>
                <a:gd name="connsiteX45" fmla="*/ 2188389 w 2290556"/>
                <a:gd name="connsiteY45" fmla="*/ 1003941 h 1796087"/>
                <a:gd name="connsiteX46" fmla="*/ 2184351 w 2290556"/>
                <a:gd name="connsiteY46" fmla="*/ 1000241 h 1796087"/>
                <a:gd name="connsiteX47" fmla="*/ 2184149 w 2290556"/>
                <a:gd name="connsiteY47" fmla="*/ 996541 h 1796087"/>
                <a:gd name="connsiteX48" fmla="*/ 2183375 w 2290556"/>
                <a:gd name="connsiteY48" fmla="*/ 992067 h 1796087"/>
                <a:gd name="connsiteX49" fmla="*/ 2183812 w 2290556"/>
                <a:gd name="connsiteY49" fmla="*/ 988299 h 1796087"/>
                <a:gd name="connsiteX50" fmla="*/ 2184182 w 2290556"/>
                <a:gd name="connsiteY50" fmla="*/ 984733 h 1796087"/>
                <a:gd name="connsiteX51" fmla="*/ 2183476 w 2290556"/>
                <a:gd name="connsiteY51" fmla="*/ 981167 h 1796087"/>
                <a:gd name="connsiteX52" fmla="*/ 2180379 w 2290556"/>
                <a:gd name="connsiteY52" fmla="*/ 977030 h 1796087"/>
                <a:gd name="connsiteX53" fmla="*/ 2176980 w 2290556"/>
                <a:gd name="connsiteY53" fmla="*/ 975146 h 1796087"/>
                <a:gd name="connsiteX54" fmla="*/ 2173783 w 2290556"/>
                <a:gd name="connsiteY54" fmla="*/ 971883 h 1796087"/>
                <a:gd name="connsiteX55" fmla="*/ 2171596 w 2290556"/>
                <a:gd name="connsiteY55" fmla="*/ 969696 h 1796087"/>
                <a:gd name="connsiteX56" fmla="*/ 2169341 w 2290556"/>
                <a:gd name="connsiteY56" fmla="*/ 967745 h 1796087"/>
                <a:gd name="connsiteX57" fmla="*/ 2165370 w 2290556"/>
                <a:gd name="connsiteY57" fmla="*/ 964617 h 1796087"/>
                <a:gd name="connsiteX58" fmla="*/ 2163182 w 2290556"/>
                <a:gd name="connsiteY58" fmla="*/ 961723 h 1796087"/>
                <a:gd name="connsiteX59" fmla="*/ 2161668 w 2290556"/>
                <a:gd name="connsiteY59" fmla="*/ 960142 h 1796087"/>
                <a:gd name="connsiteX60" fmla="*/ 2160725 w 2290556"/>
                <a:gd name="connsiteY60" fmla="*/ 958326 h 1796087"/>
                <a:gd name="connsiteX61" fmla="*/ 2160355 w 2290556"/>
                <a:gd name="connsiteY61" fmla="*/ 956139 h 1796087"/>
                <a:gd name="connsiteX62" fmla="*/ 2160187 w 2290556"/>
                <a:gd name="connsiteY62" fmla="*/ 953886 h 1796087"/>
                <a:gd name="connsiteX63" fmla="*/ 2160423 w 2290556"/>
                <a:gd name="connsiteY63" fmla="*/ 951497 h 1796087"/>
                <a:gd name="connsiteX64" fmla="*/ 2160927 w 2290556"/>
                <a:gd name="connsiteY64" fmla="*/ 949613 h 1796087"/>
                <a:gd name="connsiteX65" fmla="*/ 2161567 w 2290556"/>
                <a:gd name="connsiteY65" fmla="*/ 947797 h 1796087"/>
                <a:gd name="connsiteX66" fmla="*/ 2162643 w 2290556"/>
                <a:gd name="connsiteY66" fmla="*/ 945476 h 1796087"/>
                <a:gd name="connsiteX67" fmla="*/ 2162711 w 2290556"/>
                <a:gd name="connsiteY67" fmla="*/ 943020 h 1796087"/>
                <a:gd name="connsiteX68" fmla="*/ 2162509 w 2290556"/>
                <a:gd name="connsiteY68" fmla="*/ 941708 h 1796087"/>
                <a:gd name="connsiteX69" fmla="*/ 2159985 w 2290556"/>
                <a:gd name="connsiteY69" fmla="*/ 939454 h 1796087"/>
                <a:gd name="connsiteX70" fmla="*/ 2157090 w 2290556"/>
                <a:gd name="connsiteY70" fmla="*/ 938882 h 1796087"/>
                <a:gd name="connsiteX71" fmla="*/ 2155139 w 2290556"/>
                <a:gd name="connsiteY71" fmla="*/ 939690 h 1796087"/>
                <a:gd name="connsiteX72" fmla="*/ 2153388 w 2290556"/>
                <a:gd name="connsiteY72" fmla="*/ 941439 h 1796087"/>
                <a:gd name="connsiteX73" fmla="*/ 2149989 w 2290556"/>
                <a:gd name="connsiteY73" fmla="*/ 942751 h 1796087"/>
                <a:gd name="connsiteX74" fmla="*/ 2146657 w 2290556"/>
                <a:gd name="connsiteY74" fmla="*/ 944433 h 1796087"/>
                <a:gd name="connsiteX75" fmla="*/ 2144975 w 2290556"/>
                <a:gd name="connsiteY75" fmla="*/ 947965 h 1796087"/>
                <a:gd name="connsiteX76" fmla="*/ 2140768 w 2290556"/>
                <a:gd name="connsiteY76" fmla="*/ 952170 h 1796087"/>
                <a:gd name="connsiteX77" fmla="*/ 2135552 w 2290556"/>
                <a:gd name="connsiteY77" fmla="*/ 955937 h 1796087"/>
                <a:gd name="connsiteX78" fmla="*/ 2131278 w 2290556"/>
                <a:gd name="connsiteY78" fmla="*/ 961354 h 1796087"/>
                <a:gd name="connsiteX79" fmla="*/ 2124244 w 2290556"/>
                <a:gd name="connsiteY79" fmla="*/ 967812 h 1796087"/>
                <a:gd name="connsiteX80" fmla="*/ 2122292 w 2290556"/>
                <a:gd name="connsiteY80" fmla="*/ 971075 h 1796087"/>
                <a:gd name="connsiteX81" fmla="*/ 2119027 w 2290556"/>
                <a:gd name="connsiteY81" fmla="*/ 975415 h 1796087"/>
                <a:gd name="connsiteX82" fmla="*/ 2115897 w 2290556"/>
                <a:gd name="connsiteY82" fmla="*/ 977938 h 1796087"/>
                <a:gd name="connsiteX83" fmla="*/ 2111825 w 2290556"/>
                <a:gd name="connsiteY83" fmla="*/ 980326 h 1796087"/>
                <a:gd name="connsiteX84" fmla="*/ 2108056 w 2290556"/>
                <a:gd name="connsiteY84" fmla="*/ 982412 h 1796087"/>
                <a:gd name="connsiteX85" fmla="*/ 2103714 w 2290556"/>
                <a:gd name="connsiteY85" fmla="*/ 982984 h 1796087"/>
                <a:gd name="connsiteX86" fmla="*/ 2100080 w 2290556"/>
                <a:gd name="connsiteY86" fmla="*/ 982984 h 1796087"/>
                <a:gd name="connsiteX87" fmla="*/ 2096613 w 2290556"/>
                <a:gd name="connsiteY87" fmla="*/ 982614 h 1796087"/>
                <a:gd name="connsiteX88" fmla="*/ 2093651 w 2290556"/>
                <a:gd name="connsiteY88" fmla="*/ 981033 h 1796087"/>
                <a:gd name="connsiteX89" fmla="*/ 2091700 w 2290556"/>
                <a:gd name="connsiteY89" fmla="*/ 979586 h 1796087"/>
                <a:gd name="connsiteX90" fmla="*/ 2089950 w 2290556"/>
                <a:gd name="connsiteY90" fmla="*/ 977938 h 1796087"/>
                <a:gd name="connsiteX91" fmla="*/ 2089243 w 2290556"/>
                <a:gd name="connsiteY91" fmla="*/ 976121 h 1796087"/>
                <a:gd name="connsiteX92" fmla="*/ 2089041 w 2290556"/>
                <a:gd name="connsiteY92" fmla="*/ 973531 h 1796087"/>
                <a:gd name="connsiteX93" fmla="*/ 2089478 w 2290556"/>
                <a:gd name="connsiteY93" fmla="*/ 971647 h 1796087"/>
                <a:gd name="connsiteX94" fmla="*/ 2090556 w 2290556"/>
                <a:gd name="connsiteY94" fmla="*/ 970705 h 1796087"/>
                <a:gd name="connsiteX95" fmla="*/ 2091195 w 2290556"/>
                <a:gd name="connsiteY95" fmla="*/ 968081 h 1796087"/>
                <a:gd name="connsiteX96" fmla="*/ 2091767 w 2290556"/>
                <a:gd name="connsiteY96" fmla="*/ 966198 h 1796087"/>
                <a:gd name="connsiteX97" fmla="*/ 2092137 w 2290556"/>
                <a:gd name="connsiteY97" fmla="*/ 964011 h 1796087"/>
                <a:gd name="connsiteX98" fmla="*/ 2092507 w 2290556"/>
                <a:gd name="connsiteY98" fmla="*/ 960983 h 1796087"/>
                <a:gd name="connsiteX99" fmla="*/ 2092070 w 2290556"/>
                <a:gd name="connsiteY99" fmla="*/ 958595 h 1796087"/>
                <a:gd name="connsiteX100" fmla="*/ 2088738 w 2290556"/>
                <a:gd name="connsiteY100" fmla="*/ 956644 h 1796087"/>
                <a:gd name="connsiteX101" fmla="*/ 2085406 w 2290556"/>
                <a:gd name="connsiteY101" fmla="*/ 954054 h 1796087"/>
                <a:gd name="connsiteX102" fmla="*/ 2080997 w 2290556"/>
                <a:gd name="connsiteY102" fmla="*/ 948772 h 1796087"/>
                <a:gd name="connsiteX103" fmla="*/ 2076858 w 2290556"/>
                <a:gd name="connsiteY103" fmla="*/ 945307 h 1796087"/>
                <a:gd name="connsiteX104" fmla="*/ 2072079 w 2290556"/>
                <a:gd name="connsiteY104" fmla="*/ 942549 h 1796087"/>
                <a:gd name="connsiteX105" fmla="*/ 2069252 w 2290556"/>
                <a:gd name="connsiteY105" fmla="*/ 940093 h 1796087"/>
                <a:gd name="connsiteX106" fmla="*/ 2068882 w 2290556"/>
                <a:gd name="connsiteY106" fmla="*/ 938008 h 1796087"/>
                <a:gd name="connsiteX107" fmla="*/ 2069319 w 2290556"/>
                <a:gd name="connsiteY107" fmla="*/ 934677 h 1796087"/>
                <a:gd name="connsiteX108" fmla="*/ 2069521 w 2290556"/>
                <a:gd name="connsiteY108" fmla="*/ 931414 h 1796087"/>
                <a:gd name="connsiteX109" fmla="*/ 2071103 w 2290556"/>
                <a:gd name="connsiteY109" fmla="*/ 927344 h 1796087"/>
                <a:gd name="connsiteX110" fmla="*/ 2072281 w 2290556"/>
                <a:gd name="connsiteY110" fmla="*/ 923576 h 1796087"/>
                <a:gd name="connsiteX111" fmla="*/ 2072146 w 2290556"/>
                <a:gd name="connsiteY111" fmla="*/ 921053 h 1796087"/>
                <a:gd name="connsiteX112" fmla="*/ 2066930 w 2290556"/>
                <a:gd name="connsiteY112" fmla="*/ 920919 h 1796087"/>
                <a:gd name="connsiteX113" fmla="*/ 2066122 w 2290556"/>
                <a:gd name="connsiteY113" fmla="*/ 918093 h 1796087"/>
                <a:gd name="connsiteX114" fmla="*/ 2065752 w 2290556"/>
                <a:gd name="connsiteY114" fmla="*/ 911432 h 1796087"/>
                <a:gd name="connsiteX115" fmla="*/ 2065011 w 2290556"/>
                <a:gd name="connsiteY115" fmla="*/ 908741 h 1796087"/>
                <a:gd name="connsiteX116" fmla="*/ 2065584 w 2290556"/>
                <a:gd name="connsiteY116" fmla="*/ 904772 h 1796087"/>
                <a:gd name="connsiteX117" fmla="*/ 2066156 w 2290556"/>
                <a:gd name="connsiteY117" fmla="*/ 901374 h 1796087"/>
                <a:gd name="connsiteX118" fmla="*/ 2068781 w 2290556"/>
                <a:gd name="connsiteY118" fmla="*/ 898683 h 1796087"/>
                <a:gd name="connsiteX119" fmla="*/ 2069858 w 2290556"/>
                <a:gd name="connsiteY119" fmla="*/ 895050 h 1796087"/>
                <a:gd name="connsiteX120" fmla="*/ 2068781 w 2290556"/>
                <a:gd name="connsiteY120" fmla="*/ 892291 h 1796087"/>
                <a:gd name="connsiteX121" fmla="*/ 2065819 w 2290556"/>
                <a:gd name="connsiteY121" fmla="*/ 888456 h 1796087"/>
                <a:gd name="connsiteX122" fmla="*/ 2068646 w 2290556"/>
                <a:gd name="connsiteY122" fmla="*/ 887447 h 1796087"/>
                <a:gd name="connsiteX123" fmla="*/ 2068411 w 2290556"/>
                <a:gd name="connsiteY123" fmla="*/ 880282 h 1796087"/>
                <a:gd name="connsiteX124" fmla="*/ 2069420 w 2290556"/>
                <a:gd name="connsiteY124" fmla="*/ 876144 h 1796087"/>
                <a:gd name="connsiteX125" fmla="*/ 2070497 w 2290556"/>
                <a:gd name="connsiteY125" fmla="*/ 874933 h 1796087"/>
                <a:gd name="connsiteX126" fmla="*/ 2073695 w 2290556"/>
                <a:gd name="connsiteY126" fmla="*/ 873487 h 1796087"/>
                <a:gd name="connsiteX127" fmla="*/ 2077262 w 2290556"/>
                <a:gd name="connsiteY127" fmla="*/ 870089 h 1796087"/>
                <a:gd name="connsiteX128" fmla="*/ 2077262 w 2290556"/>
                <a:gd name="connsiteY128" fmla="*/ 869450 h 1796087"/>
                <a:gd name="connsiteX129" fmla="*/ 2074334 w 2290556"/>
                <a:gd name="connsiteY129" fmla="*/ 864438 h 1796087"/>
                <a:gd name="connsiteX130" fmla="*/ 2070968 w 2290556"/>
                <a:gd name="connsiteY130" fmla="*/ 861982 h 1796087"/>
                <a:gd name="connsiteX131" fmla="*/ 2070026 w 2290556"/>
                <a:gd name="connsiteY131" fmla="*/ 861915 h 1796087"/>
                <a:gd name="connsiteX132" fmla="*/ 2064305 w 2290556"/>
                <a:gd name="connsiteY132" fmla="*/ 859156 h 1796087"/>
                <a:gd name="connsiteX133" fmla="*/ 2065247 w 2290556"/>
                <a:gd name="connsiteY133" fmla="*/ 857474 h 1796087"/>
                <a:gd name="connsiteX134" fmla="*/ 2067064 w 2290556"/>
                <a:gd name="connsiteY134" fmla="*/ 856465 h 1796087"/>
                <a:gd name="connsiteX135" fmla="*/ 2071036 w 2290556"/>
                <a:gd name="connsiteY135" fmla="*/ 855019 h 1796087"/>
                <a:gd name="connsiteX136" fmla="*/ 2072483 w 2290556"/>
                <a:gd name="connsiteY136" fmla="*/ 853438 h 1796087"/>
                <a:gd name="connsiteX137" fmla="*/ 2070733 w 2290556"/>
                <a:gd name="connsiteY137" fmla="*/ 851049 h 1796087"/>
                <a:gd name="connsiteX138" fmla="*/ 2067771 w 2290556"/>
                <a:gd name="connsiteY138" fmla="*/ 847584 h 1796087"/>
                <a:gd name="connsiteX139" fmla="*/ 2063800 w 2290556"/>
                <a:gd name="connsiteY139" fmla="*/ 845196 h 1796087"/>
                <a:gd name="connsiteX140" fmla="*/ 2061545 w 2290556"/>
                <a:gd name="connsiteY140" fmla="*/ 843615 h 1796087"/>
                <a:gd name="connsiteX141" fmla="*/ 2057978 w 2290556"/>
                <a:gd name="connsiteY141" fmla="*/ 841159 h 1796087"/>
                <a:gd name="connsiteX142" fmla="*/ 2054511 w 2290556"/>
                <a:gd name="connsiteY142" fmla="*/ 839141 h 1796087"/>
                <a:gd name="connsiteX143" fmla="*/ 2050742 w 2290556"/>
                <a:gd name="connsiteY143" fmla="*/ 838333 h 1796087"/>
                <a:gd name="connsiteX144" fmla="*/ 2048487 w 2290556"/>
                <a:gd name="connsiteY144" fmla="*/ 837829 h 1796087"/>
                <a:gd name="connsiteX145" fmla="*/ 2047410 w 2290556"/>
                <a:gd name="connsiteY145" fmla="*/ 834700 h 1796087"/>
                <a:gd name="connsiteX146" fmla="*/ 2050170 w 2290556"/>
                <a:gd name="connsiteY146" fmla="*/ 832379 h 1796087"/>
                <a:gd name="connsiteX147" fmla="*/ 2053064 w 2290556"/>
                <a:gd name="connsiteY147" fmla="*/ 827535 h 1796087"/>
                <a:gd name="connsiteX148" fmla="*/ 2052997 w 2290556"/>
                <a:gd name="connsiteY148" fmla="*/ 825449 h 1796087"/>
                <a:gd name="connsiteX149" fmla="*/ 2052795 w 2290556"/>
                <a:gd name="connsiteY149" fmla="*/ 822624 h 1796087"/>
                <a:gd name="connsiteX150" fmla="*/ 2049160 w 2290556"/>
                <a:gd name="connsiteY150" fmla="*/ 819865 h 1796087"/>
                <a:gd name="connsiteX151" fmla="*/ 2045828 w 2290556"/>
                <a:gd name="connsiteY151" fmla="*/ 818049 h 1796087"/>
                <a:gd name="connsiteX152" fmla="*/ 2041823 w 2290556"/>
                <a:gd name="connsiteY152" fmla="*/ 819697 h 1796087"/>
                <a:gd name="connsiteX153" fmla="*/ 2041453 w 2290556"/>
                <a:gd name="connsiteY153" fmla="*/ 821379 h 1796087"/>
                <a:gd name="connsiteX154" fmla="*/ 2038121 w 2290556"/>
                <a:gd name="connsiteY154" fmla="*/ 823565 h 1796087"/>
                <a:gd name="connsiteX155" fmla="*/ 2033410 w 2290556"/>
                <a:gd name="connsiteY155" fmla="*/ 823633 h 1796087"/>
                <a:gd name="connsiteX156" fmla="*/ 2030515 w 2290556"/>
                <a:gd name="connsiteY156" fmla="*/ 822489 h 1796087"/>
                <a:gd name="connsiteX157" fmla="*/ 2027621 w 2290556"/>
                <a:gd name="connsiteY157" fmla="*/ 821345 h 1796087"/>
                <a:gd name="connsiteX158" fmla="*/ 2026612 w 2290556"/>
                <a:gd name="connsiteY158" fmla="*/ 819159 h 1796087"/>
                <a:gd name="connsiteX159" fmla="*/ 2025905 w 2290556"/>
                <a:gd name="connsiteY159" fmla="*/ 815526 h 1796087"/>
                <a:gd name="connsiteX160" fmla="*/ 2026847 w 2290556"/>
                <a:gd name="connsiteY160" fmla="*/ 814079 h 1796087"/>
                <a:gd name="connsiteX161" fmla="*/ 2028665 w 2290556"/>
                <a:gd name="connsiteY161" fmla="*/ 812195 h 1796087"/>
                <a:gd name="connsiteX162" fmla="*/ 2030549 w 2290556"/>
                <a:gd name="connsiteY162" fmla="*/ 810816 h 1796087"/>
                <a:gd name="connsiteX163" fmla="*/ 2032434 w 2290556"/>
                <a:gd name="connsiteY163" fmla="*/ 809437 h 1796087"/>
                <a:gd name="connsiteX164" fmla="*/ 2033881 w 2290556"/>
                <a:gd name="connsiteY164" fmla="*/ 808495 h 1796087"/>
                <a:gd name="connsiteX165" fmla="*/ 2034756 w 2290556"/>
                <a:gd name="connsiteY165" fmla="*/ 807183 h 1796087"/>
                <a:gd name="connsiteX166" fmla="*/ 2035396 w 2290556"/>
                <a:gd name="connsiteY166" fmla="*/ 805669 h 1796087"/>
                <a:gd name="connsiteX167" fmla="*/ 2035463 w 2290556"/>
                <a:gd name="connsiteY167" fmla="*/ 802978 h 1796087"/>
                <a:gd name="connsiteX168" fmla="*/ 2035328 w 2290556"/>
                <a:gd name="connsiteY168" fmla="*/ 800657 h 1796087"/>
                <a:gd name="connsiteX169" fmla="*/ 2034891 w 2290556"/>
                <a:gd name="connsiteY169" fmla="*/ 798033 h 1796087"/>
                <a:gd name="connsiteX170" fmla="*/ 2034588 w 2290556"/>
                <a:gd name="connsiteY170" fmla="*/ 795947 h 1796087"/>
                <a:gd name="connsiteX171" fmla="*/ 2031895 w 2290556"/>
                <a:gd name="connsiteY171" fmla="*/ 793559 h 1796087"/>
                <a:gd name="connsiteX172" fmla="*/ 2027184 w 2290556"/>
                <a:gd name="connsiteY172" fmla="*/ 790868 h 1796087"/>
                <a:gd name="connsiteX173" fmla="*/ 2027991 w 2290556"/>
                <a:gd name="connsiteY173" fmla="*/ 787605 h 1796087"/>
                <a:gd name="connsiteX174" fmla="*/ 2031559 w 2290556"/>
                <a:gd name="connsiteY174" fmla="*/ 786226 h 1796087"/>
                <a:gd name="connsiteX175" fmla="*/ 2035900 w 2290556"/>
                <a:gd name="connsiteY175" fmla="*/ 785519 h 1796087"/>
                <a:gd name="connsiteX176" fmla="*/ 2037347 w 2290556"/>
                <a:gd name="connsiteY176" fmla="*/ 785385 h 1796087"/>
                <a:gd name="connsiteX177" fmla="*/ 2039973 w 2290556"/>
                <a:gd name="connsiteY177" fmla="*/ 784745 h 1796087"/>
                <a:gd name="connsiteX178" fmla="*/ 2042665 w 2290556"/>
                <a:gd name="connsiteY178" fmla="*/ 785183 h 1796087"/>
                <a:gd name="connsiteX179" fmla="*/ 2045256 w 2290556"/>
                <a:gd name="connsiteY179" fmla="*/ 785687 h 1796087"/>
                <a:gd name="connsiteX180" fmla="*/ 2048588 w 2290556"/>
                <a:gd name="connsiteY180" fmla="*/ 787504 h 1796087"/>
                <a:gd name="connsiteX181" fmla="*/ 2050978 w 2290556"/>
                <a:gd name="connsiteY181" fmla="*/ 789522 h 1796087"/>
                <a:gd name="connsiteX182" fmla="*/ 2053602 w 2290556"/>
                <a:gd name="connsiteY182" fmla="*/ 792785 h 1796087"/>
                <a:gd name="connsiteX183" fmla="*/ 2055353 w 2290556"/>
                <a:gd name="connsiteY183" fmla="*/ 795039 h 1796087"/>
                <a:gd name="connsiteX184" fmla="*/ 2056598 w 2290556"/>
                <a:gd name="connsiteY184" fmla="*/ 797428 h 1796087"/>
                <a:gd name="connsiteX185" fmla="*/ 2058617 w 2290556"/>
                <a:gd name="connsiteY185" fmla="*/ 796990 h 1796087"/>
                <a:gd name="connsiteX186" fmla="*/ 2061007 w 2290556"/>
                <a:gd name="connsiteY186" fmla="*/ 795914 h 1796087"/>
                <a:gd name="connsiteX187" fmla="*/ 2062521 w 2290556"/>
                <a:gd name="connsiteY187" fmla="*/ 797798 h 1796087"/>
                <a:gd name="connsiteX188" fmla="*/ 2063396 w 2290556"/>
                <a:gd name="connsiteY188" fmla="*/ 798874 h 1796087"/>
                <a:gd name="connsiteX189" fmla="*/ 2066223 w 2290556"/>
                <a:gd name="connsiteY189" fmla="*/ 801195 h 1796087"/>
                <a:gd name="connsiteX190" fmla="*/ 2066593 w 2290556"/>
                <a:gd name="connsiteY190" fmla="*/ 803079 h 1796087"/>
                <a:gd name="connsiteX191" fmla="*/ 2069689 w 2290556"/>
                <a:gd name="connsiteY191" fmla="*/ 805400 h 1796087"/>
                <a:gd name="connsiteX192" fmla="*/ 2071877 w 2290556"/>
                <a:gd name="connsiteY192" fmla="*/ 805030 h 1796087"/>
                <a:gd name="connsiteX193" fmla="*/ 2074704 w 2290556"/>
                <a:gd name="connsiteY193" fmla="*/ 803012 h 1796087"/>
                <a:gd name="connsiteX194" fmla="*/ 2076286 w 2290556"/>
                <a:gd name="connsiteY194" fmla="*/ 799984 h 1796087"/>
                <a:gd name="connsiteX195" fmla="*/ 2077531 w 2290556"/>
                <a:gd name="connsiteY195" fmla="*/ 798100 h 1796087"/>
                <a:gd name="connsiteX196" fmla="*/ 2079180 w 2290556"/>
                <a:gd name="connsiteY196" fmla="*/ 795846 h 1796087"/>
                <a:gd name="connsiteX197" fmla="*/ 2080257 w 2290556"/>
                <a:gd name="connsiteY197" fmla="*/ 794164 h 1796087"/>
                <a:gd name="connsiteX198" fmla="*/ 2082512 w 2290556"/>
                <a:gd name="connsiteY198" fmla="*/ 792516 h 1796087"/>
                <a:gd name="connsiteX199" fmla="*/ 2083521 w 2290556"/>
                <a:gd name="connsiteY199" fmla="*/ 792516 h 1796087"/>
                <a:gd name="connsiteX200" fmla="*/ 2085272 w 2290556"/>
                <a:gd name="connsiteY200" fmla="*/ 792954 h 1796087"/>
                <a:gd name="connsiteX201" fmla="*/ 2087022 w 2290556"/>
                <a:gd name="connsiteY201" fmla="*/ 794400 h 1796087"/>
                <a:gd name="connsiteX202" fmla="*/ 2087964 w 2290556"/>
                <a:gd name="connsiteY202" fmla="*/ 795914 h 1796087"/>
                <a:gd name="connsiteX203" fmla="*/ 2089647 w 2290556"/>
                <a:gd name="connsiteY203" fmla="*/ 798168 h 1796087"/>
                <a:gd name="connsiteX204" fmla="*/ 2090522 w 2290556"/>
                <a:gd name="connsiteY204" fmla="*/ 800623 h 1796087"/>
                <a:gd name="connsiteX205" fmla="*/ 2091026 w 2290556"/>
                <a:gd name="connsiteY205" fmla="*/ 803079 h 1796087"/>
                <a:gd name="connsiteX206" fmla="*/ 2092844 w 2290556"/>
                <a:gd name="connsiteY206" fmla="*/ 805097 h 1796087"/>
                <a:gd name="connsiteX207" fmla="*/ 2094661 w 2290556"/>
                <a:gd name="connsiteY207" fmla="*/ 807351 h 1796087"/>
                <a:gd name="connsiteX208" fmla="*/ 2096916 w 2290556"/>
                <a:gd name="connsiteY208" fmla="*/ 807351 h 1796087"/>
                <a:gd name="connsiteX209" fmla="*/ 2097724 w 2290556"/>
                <a:gd name="connsiteY209" fmla="*/ 805972 h 1796087"/>
                <a:gd name="connsiteX210" fmla="*/ 2098868 w 2290556"/>
                <a:gd name="connsiteY210" fmla="*/ 805266 h 1796087"/>
                <a:gd name="connsiteX211" fmla="*/ 2100887 w 2290556"/>
                <a:gd name="connsiteY211" fmla="*/ 805636 h 1796087"/>
                <a:gd name="connsiteX212" fmla="*/ 2102200 w 2290556"/>
                <a:gd name="connsiteY212" fmla="*/ 807721 h 1796087"/>
                <a:gd name="connsiteX213" fmla="*/ 2102570 w 2290556"/>
                <a:gd name="connsiteY213" fmla="*/ 810917 h 1796087"/>
                <a:gd name="connsiteX214" fmla="*/ 2103647 w 2290556"/>
                <a:gd name="connsiteY214" fmla="*/ 812431 h 1796087"/>
                <a:gd name="connsiteX215" fmla="*/ 2104388 w 2290556"/>
                <a:gd name="connsiteY215" fmla="*/ 814517 h 1796087"/>
                <a:gd name="connsiteX216" fmla="*/ 2106272 w 2290556"/>
                <a:gd name="connsiteY216" fmla="*/ 816905 h 1796087"/>
                <a:gd name="connsiteX217" fmla="*/ 2108460 w 2290556"/>
                <a:gd name="connsiteY217" fmla="*/ 817611 h 1796087"/>
                <a:gd name="connsiteX218" fmla="*/ 2110916 w 2290556"/>
                <a:gd name="connsiteY218" fmla="*/ 816602 h 1796087"/>
                <a:gd name="connsiteX219" fmla="*/ 2111219 w 2290556"/>
                <a:gd name="connsiteY219" fmla="*/ 814718 h 1796087"/>
                <a:gd name="connsiteX220" fmla="*/ 2112734 w 2290556"/>
                <a:gd name="connsiteY220" fmla="*/ 810951 h 1796087"/>
                <a:gd name="connsiteX221" fmla="*/ 2114417 w 2290556"/>
                <a:gd name="connsiteY221" fmla="*/ 809000 h 1796087"/>
                <a:gd name="connsiteX222" fmla="*/ 2115662 w 2290556"/>
                <a:gd name="connsiteY222" fmla="*/ 807553 h 1796087"/>
                <a:gd name="connsiteX223" fmla="*/ 2115662 w 2290556"/>
                <a:gd name="connsiteY223" fmla="*/ 803987 h 1796087"/>
                <a:gd name="connsiteX224" fmla="*/ 2115931 w 2290556"/>
                <a:gd name="connsiteY224" fmla="*/ 801094 h 1796087"/>
                <a:gd name="connsiteX225" fmla="*/ 2115224 w 2290556"/>
                <a:gd name="connsiteY225" fmla="*/ 794064 h 1796087"/>
                <a:gd name="connsiteX226" fmla="*/ 2114585 w 2290556"/>
                <a:gd name="connsiteY226" fmla="*/ 791238 h 1796087"/>
                <a:gd name="connsiteX227" fmla="*/ 2113945 w 2290556"/>
                <a:gd name="connsiteY227" fmla="*/ 787975 h 1796087"/>
                <a:gd name="connsiteX228" fmla="*/ 2111354 w 2290556"/>
                <a:gd name="connsiteY228" fmla="*/ 782963 h 1796087"/>
                <a:gd name="connsiteX229" fmla="*/ 2109469 w 2290556"/>
                <a:gd name="connsiteY229" fmla="*/ 780877 h 1796087"/>
                <a:gd name="connsiteX230" fmla="*/ 2106945 w 2290556"/>
                <a:gd name="connsiteY230" fmla="*/ 776739 h 1796087"/>
                <a:gd name="connsiteX231" fmla="*/ 2107315 w 2290556"/>
                <a:gd name="connsiteY231" fmla="*/ 772837 h 1796087"/>
                <a:gd name="connsiteX232" fmla="*/ 2108460 w 2290556"/>
                <a:gd name="connsiteY232" fmla="*/ 770449 h 1796087"/>
                <a:gd name="connsiteX233" fmla="*/ 2113104 w 2290556"/>
                <a:gd name="connsiteY233" fmla="*/ 769574 h 1796087"/>
                <a:gd name="connsiteX234" fmla="*/ 2115056 w 2290556"/>
                <a:gd name="connsiteY234" fmla="*/ 768935 h 1796087"/>
                <a:gd name="connsiteX235" fmla="*/ 2117580 w 2290556"/>
                <a:gd name="connsiteY235" fmla="*/ 768363 h 1796087"/>
                <a:gd name="connsiteX236" fmla="*/ 2122662 w 2290556"/>
                <a:gd name="connsiteY236" fmla="*/ 768800 h 1796087"/>
                <a:gd name="connsiteX237" fmla="*/ 2127373 w 2290556"/>
                <a:gd name="connsiteY237" fmla="*/ 767556 h 1796087"/>
                <a:gd name="connsiteX238" fmla="*/ 2129494 w 2290556"/>
                <a:gd name="connsiteY238" fmla="*/ 767186 h 1796087"/>
                <a:gd name="connsiteX239" fmla="*/ 2131749 w 2290556"/>
                <a:gd name="connsiteY239" fmla="*/ 765806 h 1796087"/>
                <a:gd name="connsiteX240" fmla="*/ 2133128 w 2290556"/>
                <a:gd name="connsiteY240" fmla="*/ 764427 h 1796087"/>
                <a:gd name="connsiteX241" fmla="*/ 2133128 w 2290556"/>
                <a:gd name="connsiteY241" fmla="*/ 761803 h 1796087"/>
                <a:gd name="connsiteX242" fmla="*/ 2133128 w 2290556"/>
                <a:gd name="connsiteY242" fmla="*/ 759718 h 1796087"/>
                <a:gd name="connsiteX243" fmla="*/ 2133701 w 2290556"/>
                <a:gd name="connsiteY243" fmla="*/ 754873 h 1796087"/>
                <a:gd name="connsiteX244" fmla="*/ 2133128 w 2290556"/>
                <a:gd name="connsiteY244" fmla="*/ 753629 h 1796087"/>
                <a:gd name="connsiteX245" fmla="*/ 2133128 w 2290556"/>
                <a:gd name="connsiteY245" fmla="*/ 750500 h 1796087"/>
                <a:gd name="connsiteX246" fmla="*/ 2133734 w 2290556"/>
                <a:gd name="connsiteY246" fmla="*/ 748112 h 1796087"/>
                <a:gd name="connsiteX247" fmla="*/ 2133398 w 2290556"/>
                <a:gd name="connsiteY247" fmla="*/ 744041 h 1796087"/>
                <a:gd name="connsiteX248" fmla="*/ 2130806 w 2290556"/>
                <a:gd name="connsiteY248" fmla="*/ 740408 h 1796087"/>
                <a:gd name="connsiteX249" fmla="*/ 2128046 w 2290556"/>
                <a:gd name="connsiteY249" fmla="*/ 734757 h 1796087"/>
                <a:gd name="connsiteX250" fmla="*/ 2127037 w 2290556"/>
                <a:gd name="connsiteY250" fmla="*/ 733209 h 1796087"/>
                <a:gd name="connsiteX251" fmla="*/ 2123570 w 2290556"/>
                <a:gd name="connsiteY251" fmla="*/ 729139 h 1796087"/>
                <a:gd name="connsiteX252" fmla="*/ 2122426 w 2290556"/>
                <a:gd name="connsiteY252" fmla="*/ 726246 h 1796087"/>
                <a:gd name="connsiteX253" fmla="*/ 2121989 w 2290556"/>
                <a:gd name="connsiteY253" fmla="*/ 720023 h 1796087"/>
                <a:gd name="connsiteX254" fmla="*/ 2121686 w 2290556"/>
                <a:gd name="connsiteY254" fmla="*/ 716390 h 1796087"/>
                <a:gd name="connsiteX255" fmla="*/ 2122258 w 2290556"/>
                <a:gd name="connsiteY255" fmla="*/ 712925 h 1796087"/>
                <a:gd name="connsiteX256" fmla="*/ 2124143 w 2290556"/>
                <a:gd name="connsiteY256" fmla="*/ 709292 h 1796087"/>
                <a:gd name="connsiteX257" fmla="*/ 2127912 w 2290556"/>
                <a:gd name="connsiteY257" fmla="*/ 708283 h 1796087"/>
                <a:gd name="connsiteX258" fmla="*/ 2131244 w 2290556"/>
                <a:gd name="connsiteY258" fmla="*/ 707408 h 1796087"/>
                <a:gd name="connsiteX259" fmla="*/ 2134710 w 2290556"/>
                <a:gd name="connsiteY259" fmla="*/ 705221 h 1796087"/>
                <a:gd name="connsiteX260" fmla="*/ 2138480 w 2290556"/>
                <a:gd name="connsiteY260" fmla="*/ 707542 h 1796087"/>
                <a:gd name="connsiteX261" fmla="*/ 2140802 w 2290556"/>
                <a:gd name="connsiteY261" fmla="*/ 709998 h 1796087"/>
                <a:gd name="connsiteX262" fmla="*/ 2142383 w 2290556"/>
                <a:gd name="connsiteY262" fmla="*/ 709123 h 1796087"/>
                <a:gd name="connsiteX263" fmla="*/ 2143258 w 2290556"/>
                <a:gd name="connsiteY263" fmla="*/ 706230 h 1796087"/>
                <a:gd name="connsiteX264" fmla="*/ 2145446 w 2290556"/>
                <a:gd name="connsiteY264" fmla="*/ 703909 h 1796087"/>
                <a:gd name="connsiteX265" fmla="*/ 2147634 w 2290556"/>
                <a:gd name="connsiteY265" fmla="*/ 702160 h 1796087"/>
                <a:gd name="connsiteX266" fmla="*/ 2149518 w 2290556"/>
                <a:gd name="connsiteY266" fmla="*/ 700142 h 1796087"/>
                <a:gd name="connsiteX267" fmla="*/ 2152715 w 2290556"/>
                <a:gd name="connsiteY267" fmla="*/ 698695 h 1796087"/>
                <a:gd name="connsiteX268" fmla="*/ 2154600 w 2290556"/>
                <a:gd name="connsiteY268" fmla="*/ 697686 h 1796087"/>
                <a:gd name="connsiteX269" fmla="*/ 2156047 w 2290556"/>
                <a:gd name="connsiteY269" fmla="*/ 697114 h 1796087"/>
                <a:gd name="connsiteX270" fmla="*/ 2159817 w 2290556"/>
                <a:gd name="connsiteY270" fmla="*/ 696677 h 1796087"/>
                <a:gd name="connsiteX271" fmla="*/ 2160961 w 2290556"/>
                <a:gd name="connsiteY271" fmla="*/ 696105 h 1796087"/>
                <a:gd name="connsiteX272" fmla="*/ 2163586 w 2290556"/>
                <a:gd name="connsiteY272" fmla="*/ 692909 h 1796087"/>
                <a:gd name="connsiteX273" fmla="*/ 2166615 w 2290556"/>
                <a:gd name="connsiteY273" fmla="*/ 690588 h 1796087"/>
                <a:gd name="connsiteX274" fmla="*/ 2167355 w 2290556"/>
                <a:gd name="connsiteY274" fmla="*/ 689142 h 1796087"/>
                <a:gd name="connsiteX275" fmla="*/ 2167490 w 2290556"/>
                <a:gd name="connsiteY275" fmla="*/ 687560 h 1796087"/>
                <a:gd name="connsiteX276" fmla="*/ 2166918 w 2290556"/>
                <a:gd name="connsiteY276" fmla="*/ 685374 h 1796087"/>
                <a:gd name="connsiteX277" fmla="*/ 2166043 w 2290556"/>
                <a:gd name="connsiteY277" fmla="*/ 684802 h 1796087"/>
                <a:gd name="connsiteX278" fmla="*/ 2167052 w 2290556"/>
                <a:gd name="connsiteY278" fmla="*/ 681472 h 1796087"/>
                <a:gd name="connsiteX279" fmla="*/ 2168062 w 2290556"/>
                <a:gd name="connsiteY279" fmla="*/ 678579 h 1796087"/>
                <a:gd name="connsiteX280" fmla="*/ 2167759 w 2290556"/>
                <a:gd name="connsiteY280" fmla="*/ 674946 h 1796087"/>
                <a:gd name="connsiteX281" fmla="*/ 2165302 w 2290556"/>
                <a:gd name="connsiteY281" fmla="*/ 673062 h 1796087"/>
                <a:gd name="connsiteX282" fmla="*/ 2162846 w 2290556"/>
                <a:gd name="connsiteY282" fmla="*/ 674811 h 1796087"/>
                <a:gd name="connsiteX283" fmla="*/ 2162542 w 2290556"/>
                <a:gd name="connsiteY283" fmla="*/ 677704 h 1796087"/>
                <a:gd name="connsiteX284" fmla="*/ 2161668 w 2290556"/>
                <a:gd name="connsiteY284" fmla="*/ 680900 h 1796087"/>
                <a:gd name="connsiteX285" fmla="*/ 2158908 w 2290556"/>
                <a:gd name="connsiteY285" fmla="*/ 682044 h 1796087"/>
                <a:gd name="connsiteX286" fmla="*/ 2154398 w 2290556"/>
                <a:gd name="connsiteY286" fmla="*/ 679285 h 1796087"/>
                <a:gd name="connsiteX287" fmla="*/ 2154701 w 2290556"/>
                <a:gd name="connsiteY287" fmla="*/ 676527 h 1796087"/>
                <a:gd name="connsiteX288" fmla="*/ 2155711 w 2290556"/>
                <a:gd name="connsiteY288" fmla="*/ 673634 h 1796087"/>
                <a:gd name="connsiteX289" fmla="*/ 2155711 w 2290556"/>
                <a:gd name="connsiteY289" fmla="*/ 667982 h 1796087"/>
                <a:gd name="connsiteX290" fmla="*/ 2152951 w 2290556"/>
                <a:gd name="connsiteY290" fmla="*/ 666401 h 1796087"/>
                <a:gd name="connsiteX291" fmla="*/ 2150763 w 2290556"/>
                <a:gd name="connsiteY291" fmla="*/ 665829 h 1796087"/>
                <a:gd name="connsiteX292" fmla="*/ 2148004 w 2290556"/>
                <a:gd name="connsiteY292" fmla="*/ 665257 h 1796087"/>
                <a:gd name="connsiteX293" fmla="*/ 2145110 w 2290556"/>
                <a:gd name="connsiteY293" fmla="*/ 665123 h 1796087"/>
                <a:gd name="connsiteX294" fmla="*/ 2142922 w 2290556"/>
                <a:gd name="connsiteY294" fmla="*/ 666704 h 1796087"/>
                <a:gd name="connsiteX295" fmla="*/ 2142619 w 2290556"/>
                <a:gd name="connsiteY295" fmla="*/ 668722 h 1796087"/>
                <a:gd name="connsiteX296" fmla="*/ 2146388 w 2290556"/>
                <a:gd name="connsiteY296" fmla="*/ 672187 h 1796087"/>
                <a:gd name="connsiteX297" fmla="*/ 2147095 w 2290556"/>
                <a:gd name="connsiteY297" fmla="*/ 672490 h 1796087"/>
                <a:gd name="connsiteX298" fmla="*/ 2146086 w 2290556"/>
                <a:gd name="connsiteY298" fmla="*/ 675820 h 1796087"/>
                <a:gd name="connsiteX299" fmla="*/ 2144941 w 2290556"/>
                <a:gd name="connsiteY299" fmla="*/ 678713 h 1796087"/>
                <a:gd name="connsiteX300" fmla="*/ 2143932 w 2290556"/>
                <a:gd name="connsiteY300" fmla="*/ 679588 h 1796087"/>
                <a:gd name="connsiteX301" fmla="*/ 2140869 w 2290556"/>
                <a:gd name="connsiteY301" fmla="*/ 679722 h 1796087"/>
                <a:gd name="connsiteX302" fmla="*/ 2137672 w 2290556"/>
                <a:gd name="connsiteY302" fmla="*/ 679722 h 1796087"/>
                <a:gd name="connsiteX303" fmla="*/ 2134912 w 2290556"/>
                <a:gd name="connsiteY303" fmla="*/ 680093 h 1796087"/>
                <a:gd name="connsiteX304" fmla="*/ 2133028 w 2290556"/>
                <a:gd name="connsiteY304" fmla="*/ 682346 h 1796087"/>
                <a:gd name="connsiteX305" fmla="*/ 2133028 w 2290556"/>
                <a:gd name="connsiteY305" fmla="*/ 685677 h 1796087"/>
                <a:gd name="connsiteX306" fmla="*/ 2134475 w 2290556"/>
                <a:gd name="connsiteY306" fmla="*/ 689579 h 1796087"/>
                <a:gd name="connsiteX307" fmla="*/ 2131849 w 2290556"/>
                <a:gd name="connsiteY307" fmla="*/ 692606 h 1796087"/>
                <a:gd name="connsiteX308" fmla="*/ 2131547 w 2290556"/>
                <a:gd name="connsiteY308" fmla="*/ 694793 h 1796087"/>
                <a:gd name="connsiteX309" fmla="*/ 2127205 w 2290556"/>
                <a:gd name="connsiteY309" fmla="*/ 695365 h 1796087"/>
                <a:gd name="connsiteX310" fmla="*/ 2124580 w 2290556"/>
                <a:gd name="connsiteY310" fmla="*/ 695668 h 1796087"/>
                <a:gd name="connsiteX311" fmla="*/ 2117782 w 2290556"/>
                <a:gd name="connsiteY311" fmla="*/ 695970 h 1796087"/>
                <a:gd name="connsiteX312" fmla="*/ 2114753 w 2290556"/>
                <a:gd name="connsiteY312" fmla="*/ 694827 h 1796087"/>
                <a:gd name="connsiteX313" fmla="*/ 2113440 w 2290556"/>
                <a:gd name="connsiteY313" fmla="*/ 693246 h 1796087"/>
                <a:gd name="connsiteX314" fmla="*/ 2113138 w 2290556"/>
                <a:gd name="connsiteY314" fmla="*/ 690790 h 1796087"/>
                <a:gd name="connsiteX315" fmla="*/ 2111825 w 2290556"/>
                <a:gd name="connsiteY315" fmla="*/ 687762 h 1796087"/>
                <a:gd name="connsiteX316" fmla="*/ 2110815 w 2290556"/>
                <a:gd name="connsiteY316" fmla="*/ 686316 h 1796087"/>
                <a:gd name="connsiteX317" fmla="*/ 2108359 w 2290556"/>
                <a:gd name="connsiteY317" fmla="*/ 685307 h 1796087"/>
                <a:gd name="connsiteX318" fmla="*/ 2108493 w 2290556"/>
                <a:gd name="connsiteY318" fmla="*/ 683423 h 1796087"/>
                <a:gd name="connsiteX319" fmla="*/ 2108931 w 2290556"/>
                <a:gd name="connsiteY319" fmla="*/ 680530 h 1796087"/>
                <a:gd name="connsiteX320" fmla="*/ 2107921 w 2290556"/>
                <a:gd name="connsiteY320" fmla="*/ 678343 h 1796087"/>
                <a:gd name="connsiteX321" fmla="*/ 2106912 w 2290556"/>
                <a:gd name="connsiteY321" fmla="*/ 678041 h 1796087"/>
                <a:gd name="connsiteX322" fmla="*/ 2105599 w 2290556"/>
                <a:gd name="connsiteY322" fmla="*/ 678612 h 1796087"/>
                <a:gd name="connsiteX323" fmla="*/ 2098363 w 2290556"/>
                <a:gd name="connsiteY323" fmla="*/ 678478 h 1796087"/>
                <a:gd name="connsiteX324" fmla="*/ 2096344 w 2290556"/>
                <a:gd name="connsiteY324" fmla="*/ 675147 h 1796087"/>
                <a:gd name="connsiteX325" fmla="*/ 2097219 w 2290556"/>
                <a:gd name="connsiteY325" fmla="*/ 671245 h 1796087"/>
                <a:gd name="connsiteX326" fmla="*/ 2098969 w 2290556"/>
                <a:gd name="connsiteY326" fmla="*/ 668352 h 1796087"/>
                <a:gd name="connsiteX327" fmla="*/ 2100988 w 2290556"/>
                <a:gd name="connsiteY327" fmla="*/ 666906 h 1796087"/>
                <a:gd name="connsiteX328" fmla="*/ 2104758 w 2290556"/>
                <a:gd name="connsiteY328" fmla="*/ 663273 h 1796087"/>
                <a:gd name="connsiteX329" fmla="*/ 2101426 w 2290556"/>
                <a:gd name="connsiteY329" fmla="*/ 661086 h 1796087"/>
                <a:gd name="connsiteX330" fmla="*/ 2094628 w 2290556"/>
                <a:gd name="connsiteY330" fmla="*/ 660649 h 1796087"/>
                <a:gd name="connsiteX331" fmla="*/ 2092474 w 2290556"/>
                <a:gd name="connsiteY331" fmla="*/ 658328 h 1796087"/>
                <a:gd name="connsiteX332" fmla="*/ 2088570 w 2290556"/>
                <a:gd name="connsiteY332" fmla="*/ 657016 h 1796087"/>
                <a:gd name="connsiteX333" fmla="*/ 2083219 w 2290556"/>
                <a:gd name="connsiteY333" fmla="*/ 657318 h 1796087"/>
                <a:gd name="connsiteX334" fmla="*/ 2076387 w 2290556"/>
                <a:gd name="connsiteY334" fmla="*/ 654997 h 1796087"/>
                <a:gd name="connsiteX335" fmla="*/ 2074502 w 2290556"/>
                <a:gd name="connsiteY335" fmla="*/ 652542 h 1796087"/>
                <a:gd name="connsiteX336" fmla="*/ 2067839 w 2290556"/>
                <a:gd name="connsiteY336" fmla="*/ 646318 h 1796087"/>
                <a:gd name="connsiteX337" fmla="*/ 2066526 w 2290556"/>
                <a:gd name="connsiteY337" fmla="*/ 643291 h 1796087"/>
                <a:gd name="connsiteX338" fmla="*/ 2065516 w 2290556"/>
                <a:gd name="connsiteY338" fmla="*/ 640263 h 1796087"/>
                <a:gd name="connsiteX339" fmla="*/ 2065651 w 2290556"/>
                <a:gd name="connsiteY339" fmla="*/ 636496 h 1796087"/>
                <a:gd name="connsiteX340" fmla="*/ 2066795 w 2290556"/>
                <a:gd name="connsiteY340" fmla="*/ 632593 h 1796087"/>
                <a:gd name="connsiteX341" fmla="*/ 2066930 w 2290556"/>
                <a:gd name="connsiteY341" fmla="*/ 631853 h 1796087"/>
                <a:gd name="connsiteX342" fmla="*/ 2068680 w 2290556"/>
                <a:gd name="connsiteY342" fmla="*/ 627514 h 1796087"/>
                <a:gd name="connsiteX343" fmla="*/ 2069824 w 2290556"/>
                <a:gd name="connsiteY343" fmla="*/ 622737 h 1796087"/>
                <a:gd name="connsiteX344" fmla="*/ 2069387 w 2290556"/>
                <a:gd name="connsiteY344" fmla="*/ 619272 h 1796087"/>
                <a:gd name="connsiteX345" fmla="*/ 2069959 w 2290556"/>
                <a:gd name="connsiteY345" fmla="*/ 614933 h 1796087"/>
                <a:gd name="connsiteX346" fmla="*/ 2074603 w 2290556"/>
                <a:gd name="connsiteY346" fmla="*/ 613049 h 1796087"/>
                <a:gd name="connsiteX347" fmla="*/ 2080829 w 2290556"/>
                <a:gd name="connsiteY347" fmla="*/ 607835 h 1796087"/>
                <a:gd name="connsiteX348" fmla="*/ 2084295 w 2290556"/>
                <a:gd name="connsiteY348" fmla="*/ 604201 h 1796087"/>
                <a:gd name="connsiteX349" fmla="*/ 2089377 w 2290556"/>
                <a:gd name="connsiteY349" fmla="*/ 600131 h 1796087"/>
                <a:gd name="connsiteX350" fmla="*/ 2095166 w 2290556"/>
                <a:gd name="connsiteY350" fmla="*/ 595220 h 1796087"/>
                <a:gd name="connsiteX351" fmla="*/ 2099373 w 2290556"/>
                <a:gd name="connsiteY351" fmla="*/ 592024 h 1796087"/>
                <a:gd name="connsiteX352" fmla="*/ 2102267 w 2290556"/>
                <a:gd name="connsiteY352" fmla="*/ 589266 h 1796087"/>
                <a:gd name="connsiteX353" fmla="*/ 2105296 w 2290556"/>
                <a:gd name="connsiteY353" fmla="*/ 587079 h 1796087"/>
                <a:gd name="connsiteX354" fmla="*/ 2109200 w 2290556"/>
                <a:gd name="connsiteY354" fmla="*/ 584489 h 1796087"/>
                <a:gd name="connsiteX355" fmla="*/ 2111825 w 2290556"/>
                <a:gd name="connsiteY355" fmla="*/ 580856 h 1796087"/>
                <a:gd name="connsiteX356" fmla="*/ 2115292 w 2290556"/>
                <a:gd name="connsiteY356" fmla="*/ 578972 h 1796087"/>
                <a:gd name="connsiteX357" fmla="*/ 2118489 w 2290556"/>
                <a:gd name="connsiteY357" fmla="*/ 579544 h 1796087"/>
                <a:gd name="connsiteX358" fmla="*/ 2121080 w 2290556"/>
                <a:gd name="connsiteY358" fmla="*/ 579241 h 1796087"/>
                <a:gd name="connsiteX359" fmla="*/ 2123672 w 2290556"/>
                <a:gd name="connsiteY359" fmla="*/ 577357 h 1796087"/>
                <a:gd name="connsiteX360" fmla="*/ 2124244 w 2290556"/>
                <a:gd name="connsiteY360" fmla="*/ 574901 h 1796087"/>
                <a:gd name="connsiteX361" fmla="*/ 2124681 w 2290556"/>
                <a:gd name="connsiteY361" fmla="*/ 571436 h 1796087"/>
                <a:gd name="connsiteX362" fmla="*/ 2124950 w 2290556"/>
                <a:gd name="connsiteY362" fmla="*/ 570696 h 1796087"/>
                <a:gd name="connsiteX363" fmla="*/ 2126263 w 2290556"/>
                <a:gd name="connsiteY363" fmla="*/ 567063 h 1796087"/>
                <a:gd name="connsiteX364" fmla="*/ 2126835 w 2290556"/>
                <a:gd name="connsiteY364" fmla="*/ 564170 h 1796087"/>
                <a:gd name="connsiteX365" fmla="*/ 2127542 w 2290556"/>
                <a:gd name="connsiteY365" fmla="*/ 562724 h 1796087"/>
                <a:gd name="connsiteX366" fmla="*/ 2128417 w 2290556"/>
                <a:gd name="connsiteY366" fmla="*/ 559528 h 1796087"/>
                <a:gd name="connsiteX367" fmla="*/ 2130167 w 2290556"/>
                <a:gd name="connsiteY367" fmla="*/ 557779 h 1796087"/>
                <a:gd name="connsiteX368" fmla="*/ 2134508 w 2290556"/>
                <a:gd name="connsiteY368" fmla="*/ 555895 h 1796087"/>
                <a:gd name="connsiteX369" fmla="*/ 2137268 w 2290556"/>
                <a:gd name="connsiteY369" fmla="*/ 554886 h 1796087"/>
                <a:gd name="connsiteX370" fmla="*/ 2139287 w 2290556"/>
                <a:gd name="connsiteY370" fmla="*/ 554011 h 1796087"/>
                <a:gd name="connsiteX371" fmla="*/ 2142316 w 2290556"/>
                <a:gd name="connsiteY371" fmla="*/ 551993 h 1796087"/>
                <a:gd name="connsiteX372" fmla="*/ 2145951 w 2290556"/>
                <a:gd name="connsiteY372" fmla="*/ 548797 h 1796087"/>
                <a:gd name="connsiteX373" fmla="*/ 2149283 w 2290556"/>
                <a:gd name="connsiteY373" fmla="*/ 545164 h 1796087"/>
                <a:gd name="connsiteX374" fmla="*/ 2151033 w 2290556"/>
                <a:gd name="connsiteY374" fmla="*/ 542977 h 1796087"/>
                <a:gd name="connsiteX375" fmla="*/ 2152042 w 2290556"/>
                <a:gd name="connsiteY375" fmla="*/ 541228 h 1796087"/>
                <a:gd name="connsiteX376" fmla="*/ 2154499 w 2290556"/>
                <a:gd name="connsiteY376" fmla="*/ 537023 h 1796087"/>
                <a:gd name="connsiteX377" fmla="*/ 2155643 w 2290556"/>
                <a:gd name="connsiteY377" fmla="*/ 534567 h 1796087"/>
                <a:gd name="connsiteX378" fmla="*/ 2154768 w 2290556"/>
                <a:gd name="connsiteY378" fmla="*/ 531372 h 1796087"/>
                <a:gd name="connsiteX379" fmla="*/ 2158538 w 2290556"/>
                <a:gd name="connsiteY379" fmla="*/ 526595 h 1796087"/>
                <a:gd name="connsiteX380" fmla="*/ 2160692 w 2290556"/>
                <a:gd name="connsiteY380" fmla="*/ 523567 h 1796087"/>
                <a:gd name="connsiteX381" fmla="*/ 2162879 w 2290556"/>
                <a:gd name="connsiteY381" fmla="*/ 519497 h 1796087"/>
                <a:gd name="connsiteX382" fmla="*/ 2167658 w 2290556"/>
                <a:gd name="connsiteY382" fmla="*/ 516301 h 1796087"/>
                <a:gd name="connsiteX383" fmla="*/ 2170552 w 2290556"/>
                <a:gd name="connsiteY383" fmla="*/ 514855 h 1796087"/>
                <a:gd name="connsiteX384" fmla="*/ 2172437 w 2290556"/>
                <a:gd name="connsiteY384" fmla="*/ 512096 h 1796087"/>
                <a:gd name="connsiteX385" fmla="*/ 2173177 w 2290556"/>
                <a:gd name="connsiteY385" fmla="*/ 510952 h 1796087"/>
                <a:gd name="connsiteX386" fmla="*/ 2173750 w 2290556"/>
                <a:gd name="connsiteY386" fmla="*/ 507488 h 1796087"/>
                <a:gd name="connsiteX387" fmla="*/ 2174456 w 2290556"/>
                <a:gd name="connsiteY387" fmla="*/ 505604 h 1796087"/>
                <a:gd name="connsiteX388" fmla="*/ 2177923 w 2290556"/>
                <a:gd name="connsiteY388" fmla="*/ 503585 h 1796087"/>
                <a:gd name="connsiteX389" fmla="*/ 2180682 w 2290556"/>
                <a:gd name="connsiteY389" fmla="*/ 501836 h 1796087"/>
                <a:gd name="connsiteX390" fmla="*/ 2183576 w 2290556"/>
                <a:gd name="connsiteY390" fmla="*/ 500961 h 1796087"/>
                <a:gd name="connsiteX391" fmla="*/ 2185159 w 2290556"/>
                <a:gd name="connsiteY391" fmla="*/ 499515 h 1796087"/>
                <a:gd name="connsiteX392" fmla="*/ 2186471 w 2290556"/>
                <a:gd name="connsiteY392" fmla="*/ 496487 h 1796087"/>
                <a:gd name="connsiteX393" fmla="*/ 2186909 w 2290556"/>
                <a:gd name="connsiteY393" fmla="*/ 495175 h 1796087"/>
                <a:gd name="connsiteX394" fmla="*/ 2185461 w 2290556"/>
                <a:gd name="connsiteY394" fmla="*/ 491845 h 1796087"/>
                <a:gd name="connsiteX395" fmla="*/ 2185596 w 2290556"/>
                <a:gd name="connsiteY395" fmla="*/ 488380 h 1796087"/>
                <a:gd name="connsiteX396" fmla="*/ 2187043 w 2290556"/>
                <a:gd name="connsiteY396" fmla="*/ 485184 h 1796087"/>
                <a:gd name="connsiteX397" fmla="*/ 2189634 w 2290556"/>
                <a:gd name="connsiteY397" fmla="*/ 482426 h 1796087"/>
                <a:gd name="connsiteX398" fmla="*/ 2193404 w 2290556"/>
                <a:gd name="connsiteY398" fmla="*/ 486934 h 1796087"/>
                <a:gd name="connsiteX399" fmla="*/ 2195423 w 2290556"/>
                <a:gd name="connsiteY399" fmla="*/ 489961 h 1796087"/>
                <a:gd name="connsiteX400" fmla="*/ 2197745 w 2290556"/>
                <a:gd name="connsiteY400" fmla="*/ 491711 h 1796087"/>
                <a:gd name="connsiteX401" fmla="*/ 2198183 w 2290556"/>
                <a:gd name="connsiteY401" fmla="*/ 495344 h 1796087"/>
                <a:gd name="connsiteX402" fmla="*/ 2197611 w 2290556"/>
                <a:gd name="connsiteY402" fmla="*/ 498405 h 1796087"/>
                <a:gd name="connsiteX403" fmla="*/ 2197173 w 2290556"/>
                <a:gd name="connsiteY403" fmla="*/ 499986 h 1796087"/>
                <a:gd name="connsiteX404" fmla="*/ 2196736 w 2290556"/>
                <a:gd name="connsiteY404" fmla="*/ 501870 h 1796087"/>
                <a:gd name="connsiteX405" fmla="*/ 2197005 w 2290556"/>
                <a:gd name="connsiteY405" fmla="*/ 503451 h 1796087"/>
                <a:gd name="connsiteX406" fmla="*/ 2197139 w 2290556"/>
                <a:gd name="connsiteY406" fmla="*/ 507218 h 1796087"/>
                <a:gd name="connsiteX407" fmla="*/ 2197712 w 2290556"/>
                <a:gd name="connsiteY407" fmla="*/ 508530 h 1796087"/>
                <a:gd name="connsiteX408" fmla="*/ 2200337 w 2290556"/>
                <a:gd name="connsiteY408" fmla="*/ 511423 h 1796087"/>
                <a:gd name="connsiteX409" fmla="*/ 2202356 w 2290556"/>
                <a:gd name="connsiteY409" fmla="*/ 514182 h 1796087"/>
                <a:gd name="connsiteX410" fmla="*/ 2205250 w 2290556"/>
                <a:gd name="connsiteY410" fmla="*/ 516637 h 1796087"/>
                <a:gd name="connsiteX411" fmla="*/ 2207707 w 2290556"/>
                <a:gd name="connsiteY411" fmla="*/ 517344 h 1796087"/>
                <a:gd name="connsiteX412" fmla="*/ 2209289 w 2290556"/>
                <a:gd name="connsiteY412" fmla="*/ 518521 h 1796087"/>
                <a:gd name="connsiteX413" fmla="*/ 2211173 w 2290556"/>
                <a:gd name="connsiteY413" fmla="*/ 519833 h 1796087"/>
                <a:gd name="connsiteX414" fmla="*/ 2211039 w 2290556"/>
                <a:gd name="connsiteY414" fmla="*/ 522861 h 1796087"/>
                <a:gd name="connsiteX415" fmla="*/ 2210029 w 2290556"/>
                <a:gd name="connsiteY415" fmla="*/ 524005 h 1796087"/>
                <a:gd name="connsiteX416" fmla="*/ 2210164 w 2290556"/>
                <a:gd name="connsiteY416" fmla="*/ 525888 h 1796087"/>
                <a:gd name="connsiteX417" fmla="*/ 2211039 w 2290556"/>
                <a:gd name="connsiteY417" fmla="*/ 527907 h 1796087"/>
                <a:gd name="connsiteX418" fmla="*/ 2212183 w 2290556"/>
                <a:gd name="connsiteY418" fmla="*/ 530800 h 1796087"/>
                <a:gd name="connsiteX419" fmla="*/ 2213765 w 2290556"/>
                <a:gd name="connsiteY419" fmla="*/ 533827 h 1796087"/>
                <a:gd name="connsiteX420" fmla="*/ 2215078 w 2290556"/>
                <a:gd name="connsiteY420" fmla="*/ 536283 h 1796087"/>
                <a:gd name="connsiteX421" fmla="*/ 2217972 w 2290556"/>
                <a:gd name="connsiteY421" fmla="*/ 537595 h 1796087"/>
                <a:gd name="connsiteX422" fmla="*/ 2218678 w 2290556"/>
                <a:gd name="connsiteY422" fmla="*/ 534399 h 1796087"/>
                <a:gd name="connsiteX423" fmla="*/ 2218544 w 2290556"/>
                <a:gd name="connsiteY423" fmla="*/ 530497 h 1796087"/>
                <a:gd name="connsiteX424" fmla="*/ 2218544 w 2290556"/>
                <a:gd name="connsiteY424" fmla="*/ 526729 h 1796087"/>
                <a:gd name="connsiteX425" fmla="*/ 2218981 w 2290556"/>
                <a:gd name="connsiteY425" fmla="*/ 522962 h 1796087"/>
                <a:gd name="connsiteX426" fmla="*/ 2217972 w 2290556"/>
                <a:gd name="connsiteY426" fmla="*/ 520203 h 1796087"/>
                <a:gd name="connsiteX427" fmla="*/ 2215953 w 2290556"/>
                <a:gd name="connsiteY427" fmla="*/ 516570 h 1796087"/>
                <a:gd name="connsiteX428" fmla="*/ 2215818 w 2290556"/>
                <a:gd name="connsiteY428" fmla="*/ 513240 h 1796087"/>
                <a:gd name="connsiteX429" fmla="*/ 2218847 w 2290556"/>
                <a:gd name="connsiteY429" fmla="*/ 511491 h 1796087"/>
                <a:gd name="connsiteX430" fmla="*/ 2219991 w 2290556"/>
                <a:gd name="connsiteY430" fmla="*/ 508732 h 1796087"/>
                <a:gd name="connsiteX431" fmla="*/ 2216659 w 2290556"/>
                <a:gd name="connsiteY431" fmla="*/ 508026 h 1796087"/>
                <a:gd name="connsiteX432" fmla="*/ 2215044 w 2290556"/>
                <a:gd name="connsiteY432" fmla="*/ 505267 h 1796087"/>
                <a:gd name="connsiteX433" fmla="*/ 2213899 w 2290556"/>
                <a:gd name="connsiteY433" fmla="*/ 500760 h 1796087"/>
                <a:gd name="connsiteX434" fmla="*/ 2212318 w 2290556"/>
                <a:gd name="connsiteY434" fmla="*/ 497867 h 1796087"/>
                <a:gd name="connsiteX435" fmla="*/ 2212587 w 2290556"/>
                <a:gd name="connsiteY435" fmla="*/ 490466 h 1796087"/>
                <a:gd name="connsiteX436" fmla="*/ 2213024 w 2290556"/>
                <a:gd name="connsiteY436" fmla="*/ 488279 h 1796087"/>
                <a:gd name="connsiteX437" fmla="*/ 2212721 w 2290556"/>
                <a:gd name="connsiteY437" fmla="*/ 485252 h 1796087"/>
                <a:gd name="connsiteX438" fmla="*/ 2212284 w 2290556"/>
                <a:gd name="connsiteY438" fmla="*/ 482628 h 1796087"/>
                <a:gd name="connsiteX439" fmla="*/ 2212419 w 2290556"/>
                <a:gd name="connsiteY439" fmla="*/ 480744 h 1796087"/>
                <a:gd name="connsiteX440" fmla="*/ 2215313 w 2290556"/>
                <a:gd name="connsiteY440" fmla="*/ 476842 h 1796087"/>
                <a:gd name="connsiteX441" fmla="*/ 2217501 w 2290556"/>
                <a:gd name="connsiteY441" fmla="*/ 475530 h 1796087"/>
                <a:gd name="connsiteX442" fmla="*/ 2218376 w 2290556"/>
                <a:gd name="connsiteY442" fmla="*/ 468129 h 1796087"/>
                <a:gd name="connsiteX443" fmla="*/ 2217198 w 2290556"/>
                <a:gd name="connsiteY443" fmla="*/ 462040 h 1796087"/>
                <a:gd name="connsiteX444" fmla="*/ 2216323 w 2290556"/>
                <a:gd name="connsiteY444" fmla="*/ 457398 h 1796087"/>
                <a:gd name="connsiteX445" fmla="*/ 2216625 w 2290556"/>
                <a:gd name="connsiteY445" fmla="*/ 453193 h 1796087"/>
                <a:gd name="connsiteX446" fmla="*/ 2217198 w 2290556"/>
                <a:gd name="connsiteY446" fmla="*/ 447676 h 1796087"/>
                <a:gd name="connsiteX447" fmla="*/ 2217635 w 2290556"/>
                <a:gd name="connsiteY447" fmla="*/ 445221 h 1796087"/>
                <a:gd name="connsiteX448" fmla="*/ 2219654 w 2290556"/>
                <a:gd name="connsiteY448" fmla="*/ 442630 h 1796087"/>
                <a:gd name="connsiteX449" fmla="*/ 2222986 w 2290556"/>
                <a:gd name="connsiteY449" fmla="*/ 440309 h 1796087"/>
                <a:gd name="connsiteX450" fmla="*/ 2223558 w 2290556"/>
                <a:gd name="connsiteY450" fmla="*/ 439300 h 1796087"/>
                <a:gd name="connsiteX451" fmla="*/ 2224299 w 2290556"/>
                <a:gd name="connsiteY451" fmla="*/ 436104 h 1796087"/>
                <a:gd name="connsiteX452" fmla="*/ 2225443 w 2290556"/>
                <a:gd name="connsiteY452" fmla="*/ 433077 h 1796087"/>
                <a:gd name="connsiteX453" fmla="*/ 2226318 w 2290556"/>
                <a:gd name="connsiteY453" fmla="*/ 429612 h 1796087"/>
                <a:gd name="connsiteX454" fmla="*/ 2225005 w 2290556"/>
                <a:gd name="connsiteY454" fmla="*/ 426281 h 1796087"/>
                <a:gd name="connsiteX455" fmla="*/ 2222414 w 2290556"/>
                <a:gd name="connsiteY455" fmla="*/ 423086 h 1796087"/>
                <a:gd name="connsiteX456" fmla="*/ 2222414 w 2290556"/>
                <a:gd name="connsiteY456" fmla="*/ 419621 h 1796087"/>
                <a:gd name="connsiteX457" fmla="*/ 2223996 w 2290556"/>
                <a:gd name="connsiteY457" fmla="*/ 413667 h 1796087"/>
                <a:gd name="connsiteX458" fmla="*/ 2228909 w 2290556"/>
                <a:gd name="connsiteY458" fmla="*/ 410336 h 1796087"/>
                <a:gd name="connsiteX459" fmla="*/ 2233419 w 2290556"/>
                <a:gd name="connsiteY459" fmla="*/ 409024 h 1796087"/>
                <a:gd name="connsiteX460" fmla="*/ 2237491 w 2290556"/>
                <a:gd name="connsiteY460" fmla="*/ 409462 h 1796087"/>
                <a:gd name="connsiteX461" fmla="*/ 2241126 w 2290556"/>
                <a:gd name="connsiteY461" fmla="*/ 412220 h 1796087"/>
                <a:gd name="connsiteX462" fmla="*/ 2245467 w 2290556"/>
                <a:gd name="connsiteY462" fmla="*/ 414541 h 1796087"/>
                <a:gd name="connsiteX463" fmla="*/ 2249237 w 2290556"/>
                <a:gd name="connsiteY463" fmla="*/ 413969 h 1796087"/>
                <a:gd name="connsiteX464" fmla="*/ 2252266 w 2290556"/>
                <a:gd name="connsiteY464" fmla="*/ 411076 h 1796087"/>
                <a:gd name="connsiteX465" fmla="*/ 2255025 w 2290556"/>
                <a:gd name="connsiteY465" fmla="*/ 405290 h 1796087"/>
                <a:gd name="connsiteX466" fmla="*/ 2257482 w 2290556"/>
                <a:gd name="connsiteY466" fmla="*/ 399639 h 1796087"/>
                <a:gd name="connsiteX467" fmla="*/ 2255160 w 2290556"/>
                <a:gd name="connsiteY467" fmla="*/ 394122 h 1796087"/>
                <a:gd name="connsiteX468" fmla="*/ 2255597 w 2290556"/>
                <a:gd name="connsiteY468" fmla="*/ 390489 h 1796087"/>
                <a:gd name="connsiteX469" fmla="*/ 2256035 w 2290556"/>
                <a:gd name="connsiteY469" fmla="*/ 386721 h 1796087"/>
                <a:gd name="connsiteX470" fmla="*/ 2256170 w 2290556"/>
                <a:gd name="connsiteY470" fmla="*/ 383694 h 1796087"/>
                <a:gd name="connsiteX471" fmla="*/ 2254420 w 2290556"/>
                <a:gd name="connsiteY471" fmla="*/ 381103 h 1796087"/>
                <a:gd name="connsiteX472" fmla="*/ 2252973 w 2290556"/>
                <a:gd name="connsiteY472" fmla="*/ 377908 h 1796087"/>
                <a:gd name="connsiteX473" fmla="*/ 2254285 w 2290556"/>
                <a:gd name="connsiteY473" fmla="*/ 375889 h 1796087"/>
                <a:gd name="connsiteX474" fmla="*/ 2253847 w 2290556"/>
                <a:gd name="connsiteY474" fmla="*/ 374746 h 1796087"/>
                <a:gd name="connsiteX475" fmla="*/ 2252266 w 2290556"/>
                <a:gd name="connsiteY475" fmla="*/ 371415 h 1796087"/>
                <a:gd name="connsiteX476" fmla="*/ 2247487 w 2290556"/>
                <a:gd name="connsiteY476" fmla="*/ 367076 h 1796087"/>
                <a:gd name="connsiteX477" fmla="*/ 2244289 w 2290556"/>
                <a:gd name="connsiteY477" fmla="*/ 363308 h 1796087"/>
                <a:gd name="connsiteX478" fmla="*/ 2242405 w 2290556"/>
                <a:gd name="connsiteY478" fmla="*/ 358800 h 1796087"/>
                <a:gd name="connsiteX479" fmla="*/ 2243280 w 2290556"/>
                <a:gd name="connsiteY479" fmla="*/ 356345 h 1796087"/>
                <a:gd name="connsiteX480" fmla="*/ 2245467 w 2290556"/>
                <a:gd name="connsiteY480" fmla="*/ 354764 h 1796087"/>
                <a:gd name="connsiteX481" fmla="*/ 2248227 w 2290556"/>
                <a:gd name="connsiteY481" fmla="*/ 350996 h 1796087"/>
                <a:gd name="connsiteX482" fmla="*/ 2248362 w 2290556"/>
                <a:gd name="connsiteY482" fmla="*/ 348237 h 1796087"/>
                <a:gd name="connsiteX483" fmla="*/ 2245905 w 2290556"/>
                <a:gd name="connsiteY483" fmla="*/ 343898 h 1796087"/>
                <a:gd name="connsiteX484" fmla="*/ 2245333 w 2290556"/>
                <a:gd name="connsiteY484" fmla="*/ 339390 h 1796087"/>
                <a:gd name="connsiteX485" fmla="*/ 2242741 w 2290556"/>
                <a:gd name="connsiteY485" fmla="*/ 331149 h 1796087"/>
                <a:gd name="connsiteX486" fmla="*/ 2242876 w 2290556"/>
                <a:gd name="connsiteY486" fmla="*/ 326641 h 1796087"/>
                <a:gd name="connsiteX487" fmla="*/ 2244188 w 2290556"/>
                <a:gd name="connsiteY487" fmla="*/ 322167 h 1796087"/>
                <a:gd name="connsiteX488" fmla="*/ 2245636 w 2290556"/>
                <a:gd name="connsiteY488" fmla="*/ 319274 h 1796087"/>
                <a:gd name="connsiteX489" fmla="*/ 2248227 w 2290556"/>
                <a:gd name="connsiteY489" fmla="*/ 315069 h 1796087"/>
                <a:gd name="connsiteX490" fmla="*/ 2247520 w 2290556"/>
                <a:gd name="connsiteY490" fmla="*/ 311873 h 1796087"/>
                <a:gd name="connsiteX491" fmla="*/ 2246948 w 2290556"/>
                <a:gd name="connsiteY491" fmla="*/ 307399 h 1796087"/>
                <a:gd name="connsiteX492" fmla="*/ 2248092 w 2290556"/>
                <a:gd name="connsiteY492" fmla="*/ 303631 h 1796087"/>
                <a:gd name="connsiteX493" fmla="*/ 2250987 w 2290556"/>
                <a:gd name="connsiteY493" fmla="*/ 301310 h 1796087"/>
                <a:gd name="connsiteX494" fmla="*/ 2254016 w 2290556"/>
                <a:gd name="connsiteY494" fmla="*/ 297845 h 1796087"/>
                <a:gd name="connsiteX495" fmla="*/ 2256910 w 2290556"/>
                <a:gd name="connsiteY495" fmla="*/ 290478 h 1796087"/>
                <a:gd name="connsiteX496" fmla="*/ 2257650 w 2290556"/>
                <a:gd name="connsiteY496" fmla="*/ 288594 h 1796087"/>
                <a:gd name="connsiteX497" fmla="*/ 2258525 w 2290556"/>
                <a:gd name="connsiteY497" fmla="*/ 282808 h 1796087"/>
                <a:gd name="connsiteX498" fmla="*/ 2259973 w 2290556"/>
                <a:gd name="connsiteY498" fmla="*/ 276417 h 1796087"/>
                <a:gd name="connsiteX499" fmla="*/ 2259838 w 2290556"/>
                <a:gd name="connsiteY499" fmla="*/ 272515 h 1796087"/>
                <a:gd name="connsiteX500" fmla="*/ 2260578 w 2290556"/>
                <a:gd name="connsiteY500" fmla="*/ 267435 h 1796087"/>
                <a:gd name="connsiteX501" fmla="*/ 2264920 w 2290556"/>
                <a:gd name="connsiteY501" fmla="*/ 266729 h 1796087"/>
                <a:gd name="connsiteX502" fmla="*/ 2267242 w 2290556"/>
                <a:gd name="connsiteY502" fmla="*/ 265854 h 1796087"/>
                <a:gd name="connsiteX503" fmla="*/ 2272593 w 2290556"/>
                <a:gd name="connsiteY503" fmla="*/ 262961 h 1796087"/>
                <a:gd name="connsiteX504" fmla="*/ 2275218 w 2290556"/>
                <a:gd name="connsiteY504" fmla="*/ 259496 h 1796087"/>
                <a:gd name="connsiteX505" fmla="*/ 2278112 w 2290556"/>
                <a:gd name="connsiteY505" fmla="*/ 255426 h 1796087"/>
                <a:gd name="connsiteX506" fmla="*/ 2278415 w 2290556"/>
                <a:gd name="connsiteY506" fmla="*/ 248328 h 1796087"/>
                <a:gd name="connsiteX507" fmla="*/ 2277540 w 2290556"/>
                <a:gd name="connsiteY507" fmla="*/ 243416 h 1796087"/>
                <a:gd name="connsiteX508" fmla="*/ 2276968 w 2290556"/>
                <a:gd name="connsiteY508" fmla="*/ 241398 h 1796087"/>
                <a:gd name="connsiteX509" fmla="*/ 2275824 w 2290556"/>
                <a:gd name="connsiteY509" fmla="*/ 238808 h 1796087"/>
                <a:gd name="connsiteX510" fmla="*/ 2273232 w 2290556"/>
                <a:gd name="connsiteY510" fmla="*/ 235040 h 1796087"/>
                <a:gd name="connsiteX511" fmla="*/ 2271348 w 2290556"/>
                <a:gd name="connsiteY511" fmla="*/ 231272 h 1796087"/>
                <a:gd name="connsiteX512" fmla="*/ 2272660 w 2290556"/>
                <a:gd name="connsiteY512" fmla="*/ 228817 h 1796087"/>
                <a:gd name="connsiteX513" fmla="*/ 2277742 w 2290556"/>
                <a:gd name="connsiteY513" fmla="*/ 226933 h 1796087"/>
                <a:gd name="connsiteX514" fmla="*/ 2278045 w 2290556"/>
                <a:gd name="connsiteY514" fmla="*/ 225352 h 1796087"/>
                <a:gd name="connsiteX515" fmla="*/ 2279627 w 2290556"/>
                <a:gd name="connsiteY515" fmla="*/ 222593 h 1796087"/>
                <a:gd name="connsiteX516" fmla="*/ 2282252 w 2290556"/>
                <a:gd name="connsiteY516" fmla="*/ 221584 h 1796087"/>
                <a:gd name="connsiteX517" fmla="*/ 2284574 w 2290556"/>
                <a:gd name="connsiteY517" fmla="*/ 220272 h 1796087"/>
                <a:gd name="connsiteX518" fmla="*/ 2286896 w 2290556"/>
                <a:gd name="connsiteY518" fmla="*/ 218254 h 1796087"/>
                <a:gd name="connsiteX519" fmla="*/ 2288646 w 2290556"/>
                <a:gd name="connsiteY519" fmla="*/ 216067 h 1796087"/>
                <a:gd name="connsiteX520" fmla="*/ 2290531 w 2290556"/>
                <a:gd name="connsiteY520" fmla="*/ 213174 h 1796087"/>
                <a:gd name="connsiteX521" fmla="*/ 2290228 w 2290556"/>
                <a:gd name="connsiteY521" fmla="*/ 210147 h 1796087"/>
                <a:gd name="connsiteX522" fmla="*/ 2288478 w 2290556"/>
                <a:gd name="connsiteY522" fmla="*/ 207691 h 1796087"/>
                <a:gd name="connsiteX523" fmla="*/ 2287738 w 2290556"/>
                <a:gd name="connsiteY523" fmla="*/ 204798 h 1796087"/>
                <a:gd name="connsiteX524" fmla="*/ 2288310 w 2290556"/>
                <a:gd name="connsiteY524" fmla="*/ 201905 h 1796087"/>
                <a:gd name="connsiteX525" fmla="*/ 2289622 w 2290556"/>
                <a:gd name="connsiteY525" fmla="*/ 199719 h 1796087"/>
                <a:gd name="connsiteX526" fmla="*/ 2289622 w 2290556"/>
                <a:gd name="connsiteY526" fmla="*/ 196826 h 1796087"/>
                <a:gd name="connsiteX527" fmla="*/ 2287738 w 2290556"/>
                <a:gd name="connsiteY527" fmla="*/ 194807 h 1796087"/>
                <a:gd name="connsiteX528" fmla="*/ 2285988 w 2290556"/>
                <a:gd name="connsiteY528" fmla="*/ 193226 h 1796087"/>
                <a:gd name="connsiteX529" fmla="*/ 2283968 w 2290556"/>
                <a:gd name="connsiteY529" fmla="*/ 193529 h 1796087"/>
                <a:gd name="connsiteX530" fmla="*/ 2281646 w 2290556"/>
                <a:gd name="connsiteY530" fmla="*/ 194101 h 1796087"/>
                <a:gd name="connsiteX531" fmla="*/ 2278180 w 2290556"/>
                <a:gd name="connsiteY531" fmla="*/ 194673 h 1796087"/>
                <a:gd name="connsiteX532" fmla="*/ 2276733 w 2290556"/>
                <a:gd name="connsiteY532" fmla="*/ 192654 h 1796087"/>
                <a:gd name="connsiteX533" fmla="*/ 2275992 w 2290556"/>
                <a:gd name="connsiteY533" fmla="*/ 189627 h 1796087"/>
                <a:gd name="connsiteX534" fmla="*/ 2273536 w 2290556"/>
                <a:gd name="connsiteY534" fmla="*/ 186734 h 1796087"/>
                <a:gd name="connsiteX535" fmla="*/ 2270338 w 2290556"/>
                <a:gd name="connsiteY535" fmla="*/ 186162 h 1796087"/>
                <a:gd name="connsiteX536" fmla="*/ 2268150 w 2290556"/>
                <a:gd name="connsiteY536" fmla="*/ 186027 h 1796087"/>
                <a:gd name="connsiteX537" fmla="*/ 2266401 w 2290556"/>
                <a:gd name="connsiteY537" fmla="*/ 184009 h 1796087"/>
                <a:gd name="connsiteX538" fmla="*/ 2266704 w 2290556"/>
                <a:gd name="connsiteY538" fmla="*/ 181822 h 1796087"/>
                <a:gd name="connsiteX539" fmla="*/ 2266704 w 2290556"/>
                <a:gd name="connsiteY539" fmla="*/ 178626 h 1796087"/>
                <a:gd name="connsiteX540" fmla="*/ 2265324 w 2290556"/>
                <a:gd name="connsiteY540" fmla="*/ 177045 h 1796087"/>
                <a:gd name="connsiteX541" fmla="*/ 2263237 w 2290556"/>
                <a:gd name="connsiteY541" fmla="*/ 174018 h 1796087"/>
                <a:gd name="connsiteX542" fmla="*/ 2259468 w 2290556"/>
                <a:gd name="connsiteY542" fmla="*/ 168938 h 1796087"/>
                <a:gd name="connsiteX543" fmla="*/ 2255564 w 2290556"/>
                <a:gd name="connsiteY543" fmla="*/ 167492 h 1796087"/>
                <a:gd name="connsiteX544" fmla="*/ 2252232 w 2290556"/>
                <a:gd name="connsiteY544" fmla="*/ 166348 h 1796087"/>
                <a:gd name="connsiteX545" fmla="*/ 2249338 w 2290556"/>
                <a:gd name="connsiteY545" fmla="*/ 163320 h 1796087"/>
                <a:gd name="connsiteX546" fmla="*/ 2248766 w 2290556"/>
                <a:gd name="connsiteY546" fmla="*/ 159250 h 1796087"/>
                <a:gd name="connsiteX547" fmla="*/ 2247184 w 2290556"/>
                <a:gd name="connsiteY547" fmla="*/ 157938 h 1796087"/>
                <a:gd name="connsiteX548" fmla="*/ 2244155 w 2290556"/>
                <a:gd name="connsiteY548" fmla="*/ 155617 h 1796087"/>
                <a:gd name="connsiteX549" fmla="*/ 2243414 w 2290556"/>
                <a:gd name="connsiteY549" fmla="*/ 154877 h 1796087"/>
                <a:gd name="connsiteX550" fmla="*/ 2242102 w 2290556"/>
                <a:gd name="connsiteY550" fmla="*/ 152287 h 1796087"/>
                <a:gd name="connsiteX551" fmla="*/ 2240352 w 2290556"/>
                <a:gd name="connsiteY551" fmla="*/ 150268 h 1796087"/>
                <a:gd name="connsiteX552" fmla="*/ 2238333 w 2290556"/>
                <a:gd name="connsiteY552" fmla="*/ 149125 h 1796087"/>
                <a:gd name="connsiteX553" fmla="*/ 2235136 w 2290556"/>
                <a:gd name="connsiteY553" fmla="*/ 147543 h 1796087"/>
                <a:gd name="connsiteX554" fmla="*/ 2232679 w 2290556"/>
                <a:gd name="connsiteY554" fmla="*/ 145794 h 1796087"/>
                <a:gd name="connsiteX555" fmla="*/ 2229347 w 2290556"/>
                <a:gd name="connsiteY555" fmla="*/ 143910 h 1796087"/>
                <a:gd name="connsiteX556" fmla="*/ 2224130 w 2290556"/>
                <a:gd name="connsiteY556" fmla="*/ 142733 h 1796087"/>
                <a:gd name="connsiteX557" fmla="*/ 2222986 w 2290556"/>
                <a:gd name="connsiteY557" fmla="*/ 142733 h 1796087"/>
                <a:gd name="connsiteX558" fmla="*/ 2220530 w 2290556"/>
                <a:gd name="connsiteY558" fmla="*/ 144112 h 1796087"/>
                <a:gd name="connsiteX559" fmla="*/ 2217198 w 2290556"/>
                <a:gd name="connsiteY559" fmla="*/ 145491 h 1796087"/>
                <a:gd name="connsiteX560" fmla="*/ 2215144 w 2290556"/>
                <a:gd name="connsiteY560" fmla="*/ 143910 h 1796087"/>
                <a:gd name="connsiteX561" fmla="*/ 2215717 w 2290556"/>
                <a:gd name="connsiteY561" fmla="*/ 140715 h 1796087"/>
                <a:gd name="connsiteX562" fmla="*/ 2216154 w 2290556"/>
                <a:gd name="connsiteY562" fmla="*/ 137250 h 1796087"/>
                <a:gd name="connsiteX563" fmla="*/ 2213125 w 2290556"/>
                <a:gd name="connsiteY563" fmla="*/ 135231 h 1796087"/>
                <a:gd name="connsiteX564" fmla="*/ 2209491 w 2290556"/>
                <a:gd name="connsiteY564" fmla="*/ 135097 h 1796087"/>
                <a:gd name="connsiteX565" fmla="*/ 2208347 w 2290556"/>
                <a:gd name="connsiteY565" fmla="*/ 136543 h 1796087"/>
                <a:gd name="connsiteX566" fmla="*/ 2208784 w 2290556"/>
                <a:gd name="connsiteY566" fmla="*/ 138864 h 1796087"/>
                <a:gd name="connsiteX567" fmla="*/ 2210231 w 2290556"/>
                <a:gd name="connsiteY567" fmla="*/ 140883 h 1796087"/>
                <a:gd name="connsiteX568" fmla="*/ 2209524 w 2290556"/>
                <a:gd name="connsiteY568" fmla="*/ 143507 h 1796087"/>
                <a:gd name="connsiteX569" fmla="*/ 2209524 w 2290556"/>
                <a:gd name="connsiteY569" fmla="*/ 148149 h 1796087"/>
                <a:gd name="connsiteX570" fmla="*/ 2208784 w 2290556"/>
                <a:gd name="connsiteY570" fmla="*/ 150033 h 1796087"/>
                <a:gd name="connsiteX571" fmla="*/ 2208515 w 2290556"/>
                <a:gd name="connsiteY571" fmla="*/ 153363 h 1796087"/>
                <a:gd name="connsiteX572" fmla="*/ 2209390 w 2290556"/>
                <a:gd name="connsiteY572" fmla="*/ 154070 h 1796087"/>
                <a:gd name="connsiteX573" fmla="*/ 2209390 w 2290556"/>
                <a:gd name="connsiteY573" fmla="*/ 158274 h 1796087"/>
                <a:gd name="connsiteX574" fmla="*/ 2206866 w 2290556"/>
                <a:gd name="connsiteY574" fmla="*/ 160596 h 1796087"/>
                <a:gd name="connsiteX575" fmla="*/ 2204611 w 2290556"/>
                <a:gd name="connsiteY575" fmla="*/ 158005 h 1796087"/>
                <a:gd name="connsiteX576" fmla="*/ 2200269 w 2290556"/>
                <a:gd name="connsiteY576" fmla="*/ 158005 h 1796087"/>
                <a:gd name="connsiteX577" fmla="*/ 2198688 w 2290556"/>
                <a:gd name="connsiteY577" fmla="*/ 160024 h 1796087"/>
                <a:gd name="connsiteX578" fmla="*/ 2201716 w 2290556"/>
                <a:gd name="connsiteY578" fmla="*/ 165238 h 1796087"/>
                <a:gd name="connsiteX579" fmla="*/ 2198957 w 2290556"/>
                <a:gd name="connsiteY579" fmla="*/ 170317 h 1796087"/>
                <a:gd name="connsiteX580" fmla="*/ 2190846 w 2290556"/>
                <a:gd name="connsiteY580" fmla="*/ 173782 h 1796087"/>
                <a:gd name="connsiteX581" fmla="*/ 2188389 w 2290556"/>
                <a:gd name="connsiteY581" fmla="*/ 176675 h 1796087"/>
                <a:gd name="connsiteX582" fmla="*/ 2188154 w 2290556"/>
                <a:gd name="connsiteY582" fmla="*/ 179097 h 1796087"/>
                <a:gd name="connsiteX583" fmla="*/ 2188086 w 2290556"/>
                <a:gd name="connsiteY583" fmla="*/ 181015 h 1796087"/>
                <a:gd name="connsiteX584" fmla="*/ 2186336 w 2290556"/>
                <a:gd name="connsiteY584" fmla="*/ 183773 h 1796087"/>
                <a:gd name="connsiteX585" fmla="*/ 2183307 w 2290556"/>
                <a:gd name="connsiteY585" fmla="*/ 182461 h 1796087"/>
                <a:gd name="connsiteX586" fmla="*/ 2180548 w 2290556"/>
                <a:gd name="connsiteY586" fmla="*/ 180140 h 1796087"/>
                <a:gd name="connsiteX587" fmla="*/ 2177788 w 2290556"/>
                <a:gd name="connsiteY587" fmla="*/ 178122 h 1796087"/>
                <a:gd name="connsiteX588" fmla="*/ 2173581 w 2290556"/>
                <a:gd name="connsiteY588" fmla="*/ 176675 h 1796087"/>
                <a:gd name="connsiteX589" fmla="*/ 2170552 w 2290556"/>
                <a:gd name="connsiteY589" fmla="*/ 176978 h 1796087"/>
                <a:gd name="connsiteX590" fmla="*/ 2169374 w 2290556"/>
                <a:gd name="connsiteY590" fmla="*/ 181890 h 1796087"/>
                <a:gd name="connsiteX591" fmla="*/ 2169374 w 2290556"/>
                <a:gd name="connsiteY591" fmla="*/ 183471 h 1796087"/>
                <a:gd name="connsiteX592" fmla="*/ 2166345 w 2290556"/>
                <a:gd name="connsiteY592" fmla="*/ 189694 h 1796087"/>
                <a:gd name="connsiteX593" fmla="*/ 2164326 w 2290556"/>
                <a:gd name="connsiteY593" fmla="*/ 187676 h 1796087"/>
                <a:gd name="connsiteX594" fmla="*/ 2161432 w 2290556"/>
                <a:gd name="connsiteY594" fmla="*/ 190266 h 1796087"/>
                <a:gd name="connsiteX595" fmla="*/ 2159547 w 2290556"/>
                <a:gd name="connsiteY595" fmla="*/ 190703 h 1796087"/>
                <a:gd name="connsiteX596" fmla="*/ 2155475 w 2290556"/>
                <a:gd name="connsiteY596" fmla="*/ 190131 h 1796087"/>
                <a:gd name="connsiteX597" fmla="*/ 2155744 w 2290556"/>
                <a:gd name="connsiteY597" fmla="*/ 188113 h 1796087"/>
                <a:gd name="connsiteX598" fmla="*/ 2156047 w 2290556"/>
                <a:gd name="connsiteY598" fmla="*/ 186229 h 1796087"/>
                <a:gd name="connsiteX599" fmla="*/ 2149249 w 2290556"/>
                <a:gd name="connsiteY599" fmla="*/ 185489 h 1796087"/>
                <a:gd name="connsiteX600" fmla="*/ 2145614 w 2290556"/>
                <a:gd name="connsiteY600" fmla="*/ 186633 h 1796087"/>
                <a:gd name="connsiteX601" fmla="*/ 2144739 w 2290556"/>
                <a:gd name="connsiteY601" fmla="*/ 188651 h 1796087"/>
                <a:gd name="connsiteX602" fmla="*/ 2144167 w 2290556"/>
                <a:gd name="connsiteY602" fmla="*/ 191847 h 1796087"/>
                <a:gd name="connsiteX603" fmla="*/ 2142283 w 2290556"/>
                <a:gd name="connsiteY603" fmla="*/ 194471 h 1796087"/>
                <a:gd name="connsiteX604" fmla="*/ 2138076 w 2290556"/>
                <a:gd name="connsiteY604" fmla="*/ 194605 h 1796087"/>
                <a:gd name="connsiteX605" fmla="*/ 2136898 w 2290556"/>
                <a:gd name="connsiteY605" fmla="*/ 191712 h 1796087"/>
                <a:gd name="connsiteX606" fmla="*/ 2132826 w 2290556"/>
                <a:gd name="connsiteY606" fmla="*/ 191712 h 1796087"/>
                <a:gd name="connsiteX607" fmla="*/ 2130369 w 2290556"/>
                <a:gd name="connsiteY607" fmla="*/ 190838 h 1796087"/>
                <a:gd name="connsiteX608" fmla="*/ 2123705 w 2290556"/>
                <a:gd name="connsiteY608" fmla="*/ 190131 h 1796087"/>
                <a:gd name="connsiteX609" fmla="*/ 2120239 w 2290556"/>
                <a:gd name="connsiteY609" fmla="*/ 189559 h 1796087"/>
                <a:gd name="connsiteX610" fmla="*/ 2116032 w 2290556"/>
                <a:gd name="connsiteY610" fmla="*/ 187104 h 1796087"/>
                <a:gd name="connsiteX611" fmla="*/ 2111825 w 2290556"/>
                <a:gd name="connsiteY611" fmla="*/ 183773 h 1796087"/>
                <a:gd name="connsiteX612" fmla="*/ 2108493 w 2290556"/>
                <a:gd name="connsiteY612" fmla="*/ 179871 h 1796087"/>
                <a:gd name="connsiteX613" fmla="*/ 2106171 w 2290556"/>
                <a:gd name="connsiteY613" fmla="*/ 180578 h 1796087"/>
                <a:gd name="connsiteX614" fmla="*/ 2106608 w 2290556"/>
                <a:gd name="connsiteY614" fmla="*/ 185085 h 1796087"/>
                <a:gd name="connsiteX615" fmla="*/ 2107349 w 2290556"/>
                <a:gd name="connsiteY615" fmla="*/ 188281 h 1796087"/>
                <a:gd name="connsiteX616" fmla="*/ 2102873 w 2290556"/>
                <a:gd name="connsiteY616" fmla="*/ 190165 h 1796087"/>
                <a:gd name="connsiteX617" fmla="*/ 2101560 w 2290556"/>
                <a:gd name="connsiteY617" fmla="*/ 193495 h 1796087"/>
                <a:gd name="connsiteX618" fmla="*/ 2098363 w 2290556"/>
                <a:gd name="connsiteY618" fmla="*/ 197263 h 1796087"/>
                <a:gd name="connsiteX619" fmla="*/ 2092844 w 2290556"/>
                <a:gd name="connsiteY619" fmla="*/ 200728 h 1796087"/>
                <a:gd name="connsiteX620" fmla="*/ 2091531 w 2290556"/>
                <a:gd name="connsiteY620" fmla="*/ 203486 h 1796087"/>
                <a:gd name="connsiteX621" fmla="*/ 2085002 w 2290556"/>
                <a:gd name="connsiteY621" fmla="*/ 209138 h 1796087"/>
                <a:gd name="connsiteX622" fmla="*/ 2082815 w 2290556"/>
                <a:gd name="connsiteY622" fmla="*/ 205673 h 1796087"/>
                <a:gd name="connsiteX623" fmla="*/ 2078473 w 2290556"/>
                <a:gd name="connsiteY623" fmla="*/ 201771 h 1796087"/>
                <a:gd name="connsiteX624" fmla="*/ 2074670 w 2290556"/>
                <a:gd name="connsiteY624" fmla="*/ 202141 h 1796087"/>
                <a:gd name="connsiteX625" fmla="*/ 2068579 w 2290556"/>
                <a:gd name="connsiteY625" fmla="*/ 204865 h 1796087"/>
                <a:gd name="connsiteX626" fmla="*/ 2068579 w 2290556"/>
                <a:gd name="connsiteY626" fmla="*/ 199988 h 1796087"/>
                <a:gd name="connsiteX627" fmla="*/ 2063026 w 2290556"/>
                <a:gd name="connsiteY627" fmla="*/ 200425 h 1796087"/>
                <a:gd name="connsiteX628" fmla="*/ 2063026 w 2290556"/>
                <a:gd name="connsiteY628" fmla="*/ 198575 h 1796087"/>
                <a:gd name="connsiteX629" fmla="*/ 2060300 w 2290556"/>
                <a:gd name="connsiteY629" fmla="*/ 195211 h 1796087"/>
                <a:gd name="connsiteX630" fmla="*/ 2059088 w 2290556"/>
                <a:gd name="connsiteY630" fmla="*/ 195211 h 1796087"/>
                <a:gd name="connsiteX631" fmla="*/ 2053232 w 2290556"/>
                <a:gd name="connsiteY631" fmla="*/ 194000 h 1796087"/>
                <a:gd name="connsiteX632" fmla="*/ 2052795 w 2290556"/>
                <a:gd name="connsiteY632" fmla="*/ 192385 h 1796087"/>
                <a:gd name="connsiteX633" fmla="*/ 2052795 w 2290556"/>
                <a:gd name="connsiteY633" fmla="*/ 186734 h 1796087"/>
                <a:gd name="connsiteX634" fmla="*/ 2053939 w 2290556"/>
                <a:gd name="connsiteY634" fmla="*/ 181755 h 1796087"/>
                <a:gd name="connsiteX635" fmla="*/ 2053468 w 2290556"/>
                <a:gd name="connsiteY635" fmla="*/ 171865 h 1796087"/>
                <a:gd name="connsiteX636" fmla="*/ 2050439 w 2290556"/>
                <a:gd name="connsiteY636" fmla="*/ 169376 h 1796087"/>
                <a:gd name="connsiteX637" fmla="*/ 2046098 w 2290556"/>
                <a:gd name="connsiteY637" fmla="*/ 163926 h 1796087"/>
                <a:gd name="connsiteX638" fmla="*/ 2046199 w 2290556"/>
                <a:gd name="connsiteY638" fmla="*/ 161302 h 1796087"/>
                <a:gd name="connsiteX639" fmla="*/ 2043708 w 2290556"/>
                <a:gd name="connsiteY639" fmla="*/ 159351 h 1796087"/>
                <a:gd name="connsiteX640" fmla="*/ 2040242 w 2290556"/>
                <a:gd name="connsiteY640" fmla="*/ 156424 h 1796087"/>
                <a:gd name="connsiteX641" fmla="*/ 2037852 w 2290556"/>
                <a:gd name="connsiteY641" fmla="*/ 153262 h 1796087"/>
                <a:gd name="connsiteX642" fmla="*/ 2037516 w 2290556"/>
                <a:gd name="connsiteY642" fmla="*/ 148822 h 1796087"/>
                <a:gd name="connsiteX643" fmla="*/ 2037852 w 2290556"/>
                <a:gd name="connsiteY643" fmla="*/ 146534 h 1796087"/>
                <a:gd name="connsiteX644" fmla="*/ 2036439 w 2290556"/>
                <a:gd name="connsiteY644" fmla="*/ 143507 h 1796087"/>
                <a:gd name="connsiteX645" fmla="*/ 2033612 w 2290556"/>
                <a:gd name="connsiteY645" fmla="*/ 140143 h 1796087"/>
                <a:gd name="connsiteX646" fmla="*/ 2031761 w 2290556"/>
                <a:gd name="connsiteY646" fmla="*/ 137317 h 1796087"/>
                <a:gd name="connsiteX647" fmla="*/ 2031424 w 2290556"/>
                <a:gd name="connsiteY647" fmla="*/ 133852 h 1796087"/>
                <a:gd name="connsiteX648" fmla="*/ 2030886 w 2290556"/>
                <a:gd name="connsiteY648" fmla="*/ 130589 h 1796087"/>
                <a:gd name="connsiteX649" fmla="*/ 2029910 w 2290556"/>
                <a:gd name="connsiteY649" fmla="*/ 127326 h 1796087"/>
                <a:gd name="connsiteX650" fmla="*/ 2028496 w 2290556"/>
                <a:gd name="connsiteY650" fmla="*/ 124837 h 1796087"/>
                <a:gd name="connsiteX651" fmla="*/ 2025568 w 2290556"/>
                <a:gd name="connsiteY651" fmla="*/ 120598 h 1796087"/>
                <a:gd name="connsiteX652" fmla="*/ 2024492 w 2290556"/>
                <a:gd name="connsiteY652" fmla="*/ 120060 h 1796087"/>
                <a:gd name="connsiteX653" fmla="*/ 2024256 w 2290556"/>
                <a:gd name="connsiteY653" fmla="*/ 116359 h 1796087"/>
                <a:gd name="connsiteX654" fmla="*/ 2025333 w 2290556"/>
                <a:gd name="connsiteY654" fmla="*/ 113096 h 1796087"/>
                <a:gd name="connsiteX655" fmla="*/ 2028799 w 2290556"/>
                <a:gd name="connsiteY655" fmla="*/ 111246 h 1796087"/>
                <a:gd name="connsiteX656" fmla="*/ 2030549 w 2290556"/>
                <a:gd name="connsiteY656" fmla="*/ 109396 h 1796087"/>
                <a:gd name="connsiteX657" fmla="*/ 2033814 w 2290556"/>
                <a:gd name="connsiteY657" fmla="*/ 107781 h 1796087"/>
                <a:gd name="connsiteX658" fmla="*/ 2034150 w 2290556"/>
                <a:gd name="connsiteY658" fmla="*/ 106705 h 1796087"/>
                <a:gd name="connsiteX659" fmla="*/ 2033376 w 2290556"/>
                <a:gd name="connsiteY659" fmla="*/ 105494 h 1796087"/>
                <a:gd name="connsiteX660" fmla="*/ 2030886 w 2290556"/>
                <a:gd name="connsiteY660" fmla="*/ 103980 h 1796087"/>
                <a:gd name="connsiteX661" fmla="*/ 2025467 w 2290556"/>
                <a:gd name="connsiteY661" fmla="*/ 102466 h 1796087"/>
                <a:gd name="connsiteX662" fmla="*/ 2021126 w 2290556"/>
                <a:gd name="connsiteY662" fmla="*/ 102264 h 1796087"/>
                <a:gd name="connsiteX663" fmla="*/ 2018837 w 2290556"/>
                <a:gd name="connsiteY663" fmla="*/ 101928 h 1796087"/>
                <a:gd name="connsiteX664" fmla="*/ 2017087 w 2290556"/>
                <a:gd name="connsiteY664" fmla="*/ 104216 h 1796087"/>
                <a:gd name="connsiteX665" fmla="*/ 2012847 w 2290556"/>
                <a:gd name="connsiteY665" fmla="*/ 106268 h 1796087"/>
                <a:gd name="connsiteX666" fmla="*/ 2009919 w 2290556"/>
                <a:gd name="connsiteY666" fmla="*/ 105729 h 1796087"/>
                <a:gd name="connsiteX667" fmla="*/ 2007530 w 2290556"/>
                <a:gd name="connsiteY667" fmla="*/ 105830 h 1796087"/>
                <a:gd name="connsiteX668" fmla="*/ 2005578 w 2290556"/>
                <a:gd name="connsiteY668" fmla="*/ 103879 h 1796087"/>
                <a:gd name="connsiteX669" fmla="*/ 2005477 w 2290556"/>
                <a:gd name="connsiteY669" fmla="*/ 102029 h 1796087"/>
                <a:gd name="connsiteX670" fmla="*/ 2004703 w 2290556"/>
                <a:gd name="connsiteY670" fmla="*/ 99977 h 1796087"/>
                <a:gd name="connsiteX671" fmla="*/ 2003727 w 2290556"/>
                <a:gd name="connsiteY671" fmla="*/ 98665 h 1796087"/>
                <a:gd name="connsiteX672" fmla="*/ 2002515 w 2290556"/>
                <a:gd name="connsiteY672" fmla="*/ 96378 h 1796087"/>
                <a:gd name="connsiteX673" fmla="*/ 2001539 w 2290556"/>
                <a:gd name="connsiteY673" fmla="*/ 95167 h 1796087"/>
                <a:gd name="connsiteX674" fmla="*/ 1999486 w 2290556"/>
                <a:gd name="connsiteY674" fmla="*/ 92677 h 1796087"/>
                <a:gd name="connsiteX675" fmla="*/ 1998409 w 2290556"/>
                <a:gd name="connsiteY675" fmla="*/ 90491 h 1796087"/>
                <a:gd name="connsiteX676" fmla="*/ 1997298 w 2290556"/>
                <a:gd name="connsiteY676" fmla="*/ 88203 h 1796087"/>
                <a:gd name="connsiteX677" fmla="*/ 1995683 w 2290556"/>
                <a:gd name="connsiteY677" fmla="*/ 87026 h 1796087"/>
                <a:gd name="connsiteX678" fmla="*/ 1992957 w 2290556"/>
                <a:gd name="connsiteY678" fmla="*/ 86252 h 1796087"/>
                <a:gd name="connsiteX679" fmla="*/ 1990231 w 2290556"/>
                <a:gd name="connsiteY679" fmla="*/ 84301 h 1796087"/>
                <a:gd name="connsiteX680" fmla="*/ 1987842 w 2290556"/>
                <a:gd name="connsiteY680" fmla="*/ 82114 h 1796087"/>
                <a:gd name="connsiteX681" fmla="*/ 1986764 w 2290556"/>
                <a:gd name="connsiteY681" fmla="*/ 81576 h 1796087"/>
                <a:gd name="connsiteX682" fmla="*/ 1984712 w 2290556"/>
                <a:gd name="connsiteY682" fmla="*/ 81913 h 1796087"/>
                <a:gd name="connsiteX683" fmla="*/ 1983399 w 2290556"/>
                <a:gd name="connsiteY683" fmla="*/ 85176 h 1796087"/>
                <a:gd name="connsiteX684" fmla="*/ 1982423 w 2290556"/>
                <a:gd name="connsiteY684" fmla="*/ 88001 h 1796087"/>
                <a:gd name="connsiteX685" fmla="*/ 1981010 w 2290556"/>
                <a:gd name="connsiteY685" fmla="*/ 90726 h 1796087"/>
                <a:gd name="connsiteX686" fmla="*/ 1980370 w 2290556"/>
                <a:gd name="connsiteY686" fmla="*/ 92240 h 1796087"/>
                <a:gd name="connsiteX687" fmla="*/ 1979394 w 2290556"/>
                <a:gd name="connsiteY687" fmla="*/ 95839 h 1796087"/>
                <a:gd name="connsiteX688" fmla="*/ 1978317 w 2290556"/>
                <a:gd name="connsiteY688" fmla="*/ 98564 h 1796087"/>
                <a:gd name="connsiteX689" fmla="*/ 1976904 w 2290556"/>
                <a:gd name="connsiteY689" fmla="*/ 99775 h 1796087"/>
                <a:gd name="connsiteX690" fmla="*/ 1974851 w 2290556"/>
                <a:gd name="connsiteY690" fmla="*/ 100212 h 1796087"/>
                <a:gd name="connsiteX691" fmla="*/ 1972798 w 2290556"/>
                <a:gd name="connsiteY691" fmla="*/ 101188 h 1796087"/>
                <a:gd name="connsiteX692" fmla="*/ 1975188 w 2290556"/>
                <a:gd name="connsiteY692" fmla="*/ 105528 h 1796087"/>
                <a:gd name="connsiteX693" fmla="*/ 1974312 w 2290556"/>
                <a:gd name="connsiteY693" fmla="*/ 107142 h 1796087"/>
                <a:gd name="connsiteX694" fmla="*/ 1971586 w 2290556"/>
                <a:gd name="connsiteY694" fmla="*/ 109093 h 1796087"/>
                <a:gd name="connsiteX695" fmla="*/ 1970173 w 2290556"/>
                <a:gd name="connsiteY695" fmla="*/ 109732 h 1796087"/>
                <a:gd name="connsiteX696" fmla="*/ 1967009 w 2290556"/>
                <a:gd name="connsiteY696" fmla="*/ 110069 h 1796087"/>
                <a:gd name="connsiteX697" fmla="*/ 1964519 w 2290556"/>
                <a:gd name="connsiteY697" fmla="*/ 110405 h 1796087"/>
                <a:gd name="connsiteX698" fmla="*/ 1961927 w 2290556"/>
                <a:gd name="connsiteY698" fmla="*/ 109329 h 1796087"/>
                <a:gd name="connsiteX699" fmla="*/ 1960077 w 2290556"/>
                <a:gd name="connsiteY699" fmla="*/ 107479 h 1796087"/>
                <a:gd name="connsiteX700" fmla="*/ 1958225 w 2290556"/>
                <a:gd name="connsiteY700" fmla="*/ 106268 h 1796087"/>
                <a:gd name="connsiteX701" fmla="*/ 1956173 w 2290556"/>
                <a:gd name="connsiteY701" fmla="*/ 103442 h 1796087"/>
                <a:gd name="connsiteX702" fmla="*/ 1955399 w 2290556"/>
                <a:gd name="connsiteY702" fmla="*/ 101356 h 1796087"/>
                <a:gd name="connsiteX703" fmla="*/ 1955298 w 2290556"/>
                <a:gd name="connsiteY703" fmla="*/ 98631 h 1796087"/>
                <a:gd name="connsiteX704" fmla="*/ 1954860 w 2290556"/>
                <a:gd name="connsiteY704" fmla="*/ 95267 h 1796087"/>
                <a:gd name="connsiteX705" fmla="*/ 1951932 w 2290556"/>
                <a:gd name="connsiteY705" fmla="*/ 93653 h 1796087"/>
                <a:gd name="connsiteX706" fmla="*/ 1947590 w 2290556"/>
                <a:gd name="connsiteY706" fmla="*/ 93888 h 1796087"/>
                <a:gd name="connsiteX707" fmla="*/ 1944225 w 2290556"/>
                <a:gd name="connsiteY707" fmla="*/ 94763 h 1796087"/>
                <a:gd name="connsiteX708" fmla="*/ 1942475 w 2290556"/>
                <a:gd name="connsiteY708" fmla="*/ 96075 h 1796087"/>
                <a:gd name="connsiteX709" fmla="*/ 1936720 w 2290556"/>
                <a:gd name="connsiteY709" fmla="*/ 96613 h 1796087"/>
                <a:gd name="connsiteX710" fmla="*/ 1932379 w 2290556"/>
                <a:gd name="connsiteY710" fmla="*/ 93350 h 1796087"/>
                <a:gd name="connsiteX711" fmla="*/ 1930528 w 2290556"/>
                <a:gd name="connsiteY711" fmla="*/ 92576 h 1796087"/>
                <a:gd name="connsiteX712" fmla="*/ 1929014 w 2290556"/>
                <a:gd name="connsiteY712" fmla="*/ 90188 h 1796087"/>
                <a:gd name="connsiteX713" fmla="*/ 1926086 w 2290556"/>
                <a:gd name="connsiteY713" fmla="*/ 87362 h 1796087"/>
                <a:gd name="connsiteX714" fmla="*/ 1922956 w 2290556"/>
                <a:gd name="connsiteY714" fmla="*/ 87564 h 1796087"/>
                <a:gd name="connsiteX715" fmla="*/ 1920667 w 2290556"/>
                <a:gd name="connsiteY715" fmla="*/ 88001 h 1796087"/>
                <a:gd name="connsiteX716" fmla="*/ 1915248 w 2290556"/>
                <a:gd name="connsiteY716" fmla="*/ 90053 h 1796087"/>
                <a:gd name="connsiteX717" fmla="*/ 1914037 w 2290556"/>
                <a:gd name="connsiteY717" fmla="*/ 89280 h 1796087"/>
                <a:gd name="connsiteX718" fmla="*/ 1915248 w 2290556"/>
                <a:gd name="connsiteY718" fmla="*/ 83527 h 1796087"/>
                <a:gd name="connsiteX719" fmla="*/ 1915248 w 2290556"/>
                <a:gd name="connsiteY719" fmla="*/ 82114 h 1796087"/>
                <a:gd name="connsiteX720" fmla="*/ 1918614 w 2290556"/>
                <a:gd name="connsiteY720" fmla="*/ 80601 h 1796087"/>
                <a:gd name="connsiteX721" fmla="*/ 1921004 w 2290556"/>
                <a:gd name="connsiteY721" fmla="*/ 79087 h 1796087"/>
                <a:gd name="connsiteX722" fmla="*/ 1924605 w 2290556"/>
                <a:gd name="connsiteY722" fmla="*/ 74848 h 1796087"/>
                <a:gd name="connsiteX723" fmla="*/ 1925244 w 2290556"/>
                <a:gd name="connsiteY723" fmla="*/ 73772 h 1796087"/>
                <a:gd name="connsiteX724" fmla="*/ 1924605 w 2290556"/>
                <a:gd name="connsiteY724" fmla="*/ 72022 h 1796087"/>
                <a:gd name="connsiteX725" fmla="*/ 1922417 w 2290556"/>
                <a:gd name="connsiteY725" fmla="*/ 70946 h 1796087"/>
                <a:gd name="connsiteX726" fmla="*/ 1923932 w 2290556"/>
                <a:gd name="connsiteY726" fmla="*/ 68356 h 1796087"/>
                <a:gd name="connsiteX727" fmla="*/ 1928374 w 2290556"/>
                <a:gd name="connsiteY727" fmla="*/ 66741 h 1796087"/>
                <a:gd name="connsiteX728" fmla="*/ 1932379 w 2290556"/>
                <a:gd name="connsiteY728" fmla="*/ 63713 h 1796087"/>
                <a:gd name="connsiteX729" fmla="*/ 1933893 w 2290556"/>
                <a:gd name="connsiteY729" fmla="*/ 61661 h 1796087"/>
                <a:gd name="connsiteX730" fmla="*/ 1934970 w 2290556"/>
                <a:gd name="connsiteY730" fmla="*/ 59071 h 1796087"/>
                <a:gd name="connsiteX731" fmla="*/ 1938235 w 2290556"/>
                <a:gd name="connsiteY731" fmla="*/ 56447 h 1796087"/>
                <a:gd name="connsiteX732" fmla="*/ 1939648 w 2290556"/>
                <a:gd name="connsiteY732" fmla="*/ 53823 h 1796087"/>
                <a:gd name="connsiteX733" fmla="*/ 1940826 w 2290556"/>
                <a:gd name="connsiteY733" fmla="*/ 51536 h 1796087"/>
                <a:gd name="connsiteX734" fmla="*/ 1942004 w 2290556"/>
                <a:gd name="connsiteY734" fmla="*/ 48508 h 1796087"/>
                <a:gd name="connsiteX735" fmla="*/ 1942341 w 2290556"/>
                <a:gd name="connsiteY735" fmla="*/ 45245 h 1796087"/>
                <a:gd name="connsiteX736" fmla="*/ 1941466 w 2290556"/>
                <a:gd name="connsiteY736" fmla="*/ 43765 h 1796087"/>
                <a:gd name="connsiteX737" fmla="*/ 1940725 w 2290556"/>
                <a:gd name="connsiteY737" fmla="*/ 38887 h 1796087"/>
                <a:gd name="connsiteX738" fmla="*/ 1942576 w 2290556"/>
                <a:gd name="connsiteY738" fmla="*/ 37273 h 1796087"/>
                <a:gd name="connsiteX739" fmla="*/ 1944326 w 2290556"/>
                <a:gd name="connsiteY739" fmla="*/ 36398 h 1796087"/>
                <a:gd name="connsiteX740" fmla="*/ 1948331 w 2290556"/>
                <a:gd name="connsiteY740" fmla="*/ 34649 h 1796087"/>
                <a:gd name="connsiteX741" fmla="*/ 1951596 w 2290556"/>
                <a:gd name="connsiteY741" fmla="*/ 32260 h 1796087"/>
                <a:gd name="connsiteX742" fmla="*/ 1951898 w 2290556"/>
                <a:gd name="connsiteY742" fmla="*/ 30074 h 1796087"/>
                <a:gd name="connsiteX743" fmla="*/ 1950048 w 2290556"/>
                <a:gd name="connsiteY743" fmla="*/ 27585 h 1796087"/>
                <a:gd name="connsiteX744" fmla="*/ 1949173 w 2290556"/>
                <a:gd name="connsiteY744" fmla="*/ 25633 h 1796087"/>
                <a:gd name="connsiteX745" fmla="*/ 1945370 w 2290556"/>
                <a:gd name="connsiteY745" fmla="*/ 21832 h 1796087"/>
                <a:gd name="connsiteX746" fmla="*/ 1940793 w 2290556"/>
                <a:gd name="connsiteY746" fmla="*/ 18031 h 1796087"/>
                <a:gd name="connsiteX747" fmla="*/ 1937090 w 2290556"/>
                <a:gd name="connsiteY747" fmla="*/ 13052 h 1796087"/>
                <a:gd name="connsiteX748" fmla="*/ 1931335 w 2290556"/>
                <a:gd name="connsiteY748" fmla="*/ 8376 h 1796087"/>
                <a:gd name="connsiteX749" fmla="*/ 1927634 w 2290556"/>
                <a:gd name="connsiteY749" fmla="*/ 4373 h 1796087"/>
                <a:gd name="connsiteX750" fmla="*/ 1927634 w 2290556"/>
                <a:gd name="connsiteY750" fmla="*/ 34 h 1796087"/>
                <a:gd name="connsiteX751" fmla="*/ 1926759 w 2290556"/>
                <a:gd name="connsiteY751" fmla="*/ 0 h 1796087"/>
                <a:gd name="connsiteX752" fmla="*/ 1925008 w 2290556"/>
                <a:gd name="connsiteY752" fmla="*/ 0 h 1796087"/>
                <a:gd name="connsiteX753" fmla="*/ 1921979 w 2290556"/>
                <a:gd name="connsiteY753" fmla="*/ 0 h 1796087"/>
                <a:gd name="connsiteX754" fmla="*/ 1918210 w 2290556"/>
                <a:gd name="connsiteY754" fmla="*/ 706 h 1796087"/>
                <a:gd name="connsiteX755" fmla="*/ 1912859 w 2290556"/>
                <a:gd name="connsiteY755" fmla="*/ 1716 h 1796087"/>
                <a:gd name="connsiteX756" fmla="*/ 1910537 w 2290556"/>
                <a:gd name="connsiteY756" fmla="*/ 1716 h 1796087"/>
                <a:gd name="connsiteX757" fmla="*/ 1907643 w 2290556"/>
                <a:gd name="connsiteY757" fmla="*/ 1716 h 1796087"/>
                <a:gd name="connsiteX758" fmla="*/ 1905758 w 2290556"/>
                <a:gd name="connsiteY758" fmla="*/ 1716 h 1796087"/>
                <a:gd name="connsiteX759" fmla="*/ 1903133 w 2290556"/>
                <a:gd name="connsiteY759" fmla="*/ 3364 h 1796087"/>
                <a:gd name="connsiteX760" fmla="*/ 1898791 w 2290556"/>
                <a:gd name="connsiteY760" fmla="*/ 6930 h 1796087"/>
                <a:gd name="connsiteX761" fmla="*/ 1897479 w 2290556"/>
                <a:gd name="connsiteY761" fmla="*/ 9385 h 1796087"/>
                <a:gd name="connsiteX762" fmla="*/ 1893710 w 2290556"/>
                <a:gd name="connsiteY762" fmla="*/ 10395 h 1796087"/>
                <a:gd name="connsiteX763" fmla="*/ 1874594 w 2290556"/>
                <a:gd name="connsiteY763" fmla="*/ 10395 h 1796087"/>
                <a:gd name="connsiteX764" fmla="*/ 1872002 w 2290556"/>
                <a:gd name="connsiteY764" fmla="*/ 10395 h 1796087"/>
                <a:gd name="connsiteX765" fmla="*/ 1870252 w 2290556"/>
                <a:gd name="connsiteY765" fmla="*/ 11471 h 1796087"/>
                <a:gd name="connsiteX766" fmla="*/ 1868502 w 2290556"/>
                <a:gd name="connsiteY766" fmla="*/ 12850 h 1796087"/>
                <a:gd name="connsiteX767" fmla="*/ 1864733 w 2290556"/>
                <a:gd name="connsiteY767" fmla="*/ 14734 h 1796087"/>
                <a:gd name="connsiteX768" fmla="*/ 1862276 w 2290556"/>
                <a:gd name="connsiteY768" fmla="*/ 16315 h 1796087"/>
                <a:gd name="connsiteX769" fmla="*/ 1861570 w 2290556"/>
                <a:gd name="connsiteY769" fmla="*/ 17190 h 1796087"/>
                <a:gd name="connsiteX770" fmla="*/ 1860425 w 2290556"/>
                <a:gd name="connsiteY770" fmla="*/ 20083 h 1796087"/>
                <a:gd name="connsiteX771" fmla="*/ 1860291 w 2290556"/>
                <a:gd name="connsiteY771" fmla="*/ 22101 h 1796087"/>
                <a:gd name="connsiteX772" fmla="*/ 1859853 w 2290556"/>
                <a:gd name="connsiteY772" fmla="*/ 23985 h 1796087"/>
                <a:gd name="connsiteX773" fmla="*/ 1859281 w 2290556"/>
                <a:gd name="connsiteY773" fmla="*/ 25734 h 1796087"/>
                <a:gd name="connsiteX774" fmla="*/ 1858541 w 2290556"/>
                <a:gd name="connsiteY774" fmla="*/ 27484 h 1796087"/>
                <a:gd name="connsiteX775" fmla="*/ 1857396 w 2290556"/>
                <a:gd name="connsiteY775" fmla="*/ 29065 h 1796087"/>
                <a:gd name="connsiteX776" fmla="*/ 1855646 w 2290556"/>
                <a:gd name="connsiteY776" fmla="*/ 31958 h 1796087"/>
                <a:gd name="connsiteX777" fmla="*/ 1854199 w 2290556"/>
                <a:gd name="connsiteY777" fmla="*/ 34582 h 1796087"/>
                <a:gd name="connsiteX778" fmla="*/ 1852315 w 2290556"/>
                <a:gd name="connsiteY778" fmla="*/ 36903 h 1796087"/>
                <a:gd name="connsiteX779" fmla="*/ 1851002 w 2290556"/>
                <a:gd name="connsiteY779" fmla="*/ 38786 h 1796087"/>
                <a:gd name="connsiteX780" fmla="*/ 1849420 w 2290556"/>
                <a:gd name="connsiteY780" fmla="*/ 39796 h 1796087"/>
                <a:gd name="connsiteX781" fmla="*/ 1847839 w 2290556"/>
                <a:gd name="connsiteY781" fmla="*/ 41545 h 1796087"/>
                <a:gd name="connsiteX782" fmla="*/ 1845954 w 2290556"/>
                <a:gd name="connsiteY782" fmla="*/ 43732 h 1796087"/>
                <a:gd name="connsiteX783" fmla="*/ 1843497 w 2290556"/>
                <a:gd name="connsiteY783" fmla="*/ 44741 h 1796087"/>
                <a:gd name="connsiteX784" fmla="*/ 1841747 w 2290556"/>
                <a:gd name="connsiteY784" fmla="*/ 45481 h 1796087"/>
                <a:gd name="connsiteX785" fmla="*/ 1838853 w 2290556"/>
                <a:gd name="connsiteY785" fmla="*/ 48105 h 1796087"/>
                <a:gd name="connsiteX786" fmla="*/ 1837540 w 2290556"/>
                <a:gd name="connsiteY786" fmla="*/ 49114 h 1796087"/>
                <a:gd name="connsiteX787" fmla="*/ 1835790 w 2290556"/>
                <a:gd name="connsiteY787" fmla="*/ 50426 h 1796087"/>
                <a:gd name="connsiteX788" fmla="*/ 1835487 w 2290556"/>
                <a:gd name="connsiteY788" fmla="*/ 51300 h 1796087"/>
                <a:gd name="connsiteX789" fmla="*/ 1835487 w 2290556"/>
                <a:gd name="connsiteY789" fmla="*/ 53184 h 1796087"/>
                <a:gd name="connsiteX790" fmla="*/ 1835622 w 2290556"/>
                <a:gd name="connsiteY790" fmla="*/ 55943 h 1796087"/>
                <a:gd name="connsiteX791" fmla="*/ 1833737 w 2290556"/>
                <a:gd name="connsiteY791" fmla="*/ 58701 h 1796087"/>
                <a:gd name="connsiteX792" fmla="*/ 1833434 w 2290556"/>
                <a:gd name="connsiteY792" fmla="*/ 61460 h 1796087"/>
                <a:gd name="connsiteX793" fmla="*/ 1831684 w 2290556"/>
                <a:gd name="connsiteY793" fmla="*/ 63915 h 1796087"/>
                <a:gd name="connsiteX794" fmla="*/ 1829799 w 2290556"/>
                <a:gd name="connsiteY794" fmla="*/ 65227 h 1796087"/>
                <a:gd name="connsiteX795" fmla="*/ 1827612 w 2290556"/>
                <a:gd name="connsiteY795" fmla="*/ 67246 h 1796087"/>
                <a:gd name="connsiteX796" fmla="*/ 1822396 w 2290556"/>
                <a:gd name="connsiteY796" fmla="*/ 67818 h 1796087"/>
                <a:gd name="connsiteX797" fmla="*/ 1819804 w 2290556"/>
                <a:gd name="connsiteY797" fmla="*/ 67818 h 1796087"/>
                <a:gd name="connsiteX798" fmla="*/ 1817920 w 2290556"/>
                <a:gd name="connsiteY798" fmla="*/ 69129 h 1796087"/>
                <a:gd name="connsiteX799" fmla="*/ 1815463 w 2290556"/>
                <a:gd name="connsiteY799" fmla="*/ 71316 h 1796087"/>
                <a:gd name="connsiteX800" fmla="*/ 1815025 w 2290556"/>
                <a:gd name="connsiteY800" fmla="*/ 71316 h 1796087"/>
                <a:gd name="connsiteX801" fmla="*/ 1814016 w 2290556"/>
                <a:gd name="connsiteY801" fmla="*/ 72527 h 1796087"/>
                <a:gd name="connsiteX802" fmla="*/ 1814588 w 2290556"/>
                <a:gd name="connsiteY802" fmla="*/ 75656 h 1796087"/>
                <a:gd name="connsiteX803" fmla="*/ 1814588 w 2290556"/>
                <a:gd name="connsiteY803" fmla="*/ 77102 h 1796087"/>
                <a:gd name="connsiteX804" fmla="*/ 1814285 w 2290556"/>
                <a:gd name="connsiteY804" fmla="*/ 78111 h 1796087"/>
                <a:gd name="connsiteX805" fmla="*/ 1813275 w 2290556"/>
                <a:gd name="connsiteY805" fmla="*/ 81576 h 1796087"/>
                <a:gd name="connsiteX806" fmla="*/ 1812838 w 2290556"/>
                <a:gd name="connsiteY806" fmla="*/ 86050 h 1796087"/>
                <a:gd name="connsiteX807" fmla="*/ 1812838 w 2290556"/>
                <a:gd name="connsiteY807" fmla="*/ 88371 h 1796087"/>
                <a:gd name="connsiteX808" fmla="*/ 1813343 w 2290556"/>
                <a:gd name="connsiteY808" fmla="*/ 90827 h 1796087"/>
                <a:gd name="connsiteX809" fmla="*/ 1813982 w 2290556"/>
                <a:gd name="connsiteY809" fmla="*/ 92845 h 1796087"/>
                <a:gd name="connsiteX810" fmla="*/ 1814857 w 2290556"/>
                <a:gd name="connsiteY810" fmla="*/ 94426 h 1796087"/>
                <a:gd name="connsiteX811" fmla="*/ 1815732 w 2290556"/>
                <a:gd name="connsiteY811" fmla="*/ 95301 h 1796087"/>
                <a:gd name="connsiteX812" fmla="*/ 1817482 w 2290556"/>
                <a:gd name="connsiteY812" fmla="*/ 95604 h 1796087"/>
                <a:gd name="connsiteX813" fmla="*/ 1821117 w 2290556"/>
                <a:gd name="connsiteY813" fmla="*/ 96344 h 1796087"/>
                <a:gd name="connsiteX814" fmla="*/ 1823708 w 2290556"/>
                <a:gd name="connsiteY814" fmla="*/ 96209 h 1796087"/>
                <a:gd name="connsiteX815" fmla="*/ 1825896 w 2290556"/>
                <a:gd name="connsiteY815" fmla="*/ 95469 h 1796087"/>
                <a:gd name="connsiteX816" fmla="*/ 1827477 w 2290556"/>
                <a:gd name="connsiteY816" fmla="*/ 94595 h 1796087"/>
                <a:gd name="connsiteX817" fmla="*/ 1829665 w 2290556"/>
                <a:gd name="connsiteY817" fmla="*/ 93148 h 1796087"/>
                <a:gd name="connsiteX818" fmla="*/ 1831247 w 2290556"/>
                <a:gd name="connsiteY818" fmla="*/ 90692 h 1796087"/>
                <a:gd name="connsiteX819" fmla="*/ 1833132 w 2290556"/>
                <a:gd name="connsiteY819" fmla="*/ 88237 h 1796087"/>
                <a:gd name="connsiteX820" fmla="*/ 1836766 w 2290556"/>
                <a:gd name="connsiteY820" fmla="*/ 86555 h 1796087"/>
                <a:gd name="connsiteX821" fmla="*/ 1839526 w 2290556"/>
                <a:gd name="connsiteY821" fmla="*/ 86723 h 1796087"/>
                <a:gd name="connsiteX822" fmla="*/ 1843295 w 2290556"/>
                <a:gd name="connsiteY822" fmla="*/ 86790 h 1796087"/>
                <a:gd name="connsiteX823" fmla="*/ 1846627 w 2290556"/>
                <a:gd name="connsiteY823" fmla="*/ 86790 h 1796087"/>
                <a:gd name="connsiteX824" fmla="*/ 1849656 w 2290556"/>
                <a:gd name="connsiteY824" fmla="*/ 87665 h 1796087"/>
                <a:gd name="connsiteX825" fmla="*/ 1852685 w 2290556"/>
                <a:gd name="connsiteY825" fmla="*/ 89111 h 1796087"/>
                <a:gd name="connsiteX826" fmla="*/ 1855007 w 2290556"/>
                <a:gd name="connsiteY826" fmla="*/ 90255 h 1796087"/>
                <a:gd name="connsiteX827" fmla="*/ 1858069 w 2290556"/>
                <a:gd name="connsiteY827" fmla="*/ 92274 h 1796087"/>
                <a:gd name="connsiteX828" fmla="*/ 1858776 w 2290556"/>
                <a:gd name="connsiteY828" fmla="*/ 93148 h 1796087"/>
                <a:gd name="connsiteX829" fmla="*/ 1859786 w 2290556"/>
                <a:gd name="connsiteY829" fmla="*/ 94595 h 1796087"/>
                <a:gd name="connsiteX830" fmla="*/ 1861098 w 2290556"/>
                <a:gd name="connsiteY830" fmla="*/ 96344 h 1796087"/>
                <a:gd name="connsiteX831" fmla="*/ 1863252 w 2290556"/>
                <a:gd name="connsiteY831" fmla="*/ 99977 h 1796087"/>
                <a:gd name="connsiteX832" fmla="*/ 1863252 w 2290556"/>
                <a:gd name="connsiteY832" fmla="*/ 102433 h 1796087"/>
                <a:gd name="connsiteX833" fmla="*/ 1861872 w 2290556"/>
                <a:gd name="connsiteY833" fmla="*/ 104754 h 1796087"/>
                <a:gd name="connsiteX834" fmla="*/ 1860358 w 2290556"/>
                <a:gd name="connsiteY834" fmla="*/ 106940 h 1796087"/>
                <a:gd name="connsiteX835" fmla="*/ 1859921 w 2290556"/>
                <a:gd name="connsiteY835" fmla="*/ 109564 h 1796087"/>
                <a:gd name="connsiteX836" fmla="*/ 1859786 w 2290556"/>
                <a:gd name="connsiteY836" fmla="*/ 112188 h 1796087"/>
                <a:gd name="connsiteX837" fmla="*/ 1859786 w 2290556"/>
                <a:gd name="connsiteY837" fmla="*/ 115081 h 1796087"/>
                <a:gd name="connsiteX838" fmla="*/ 1862175 w 2290556"/>
                <a:gd name="connsiteY838" fmla="*/ 117402 h 1796087"/>
                <a:gd name="connsiteX839" fmla="*/ 1865574 w 2290556"/>
                <a:gd name="connsiteY839" fmla="*/ 119152 h 1796087"/>
                <a:gd name="connsiteX840" fmla="*/ 1867324 w 2290556"/>
                <a:gd name="connsiteY840" fmla="*/ 120901 h 1796087"/>
                <a:gd name="connsiteX841" fmla="*/ 1870084 w 2290556"/>
                <a:gd name="connsiteY841" fmla="*/ 122045 h 1796087"/>
                <a:gd name="connsiteX842" fmla="*/ 1872104 w 2290556"/>
                <a:gd name="connsiteY842" fmla="*/ 123491 h 1796087"/>
                <a:gd name="connsiteX843" fmla="*/ 1874291 w 2290556"/>
                <a:gd name="connsiteY843" fmla="*/ 124938 h 1796087"/>
                <a:gd name="connsiteX844" fmla="*/ 1875435 w 2290556"/>
                <a:gd name="connsiteY844" fmla="*/ 129580 h 1796087"/>
                <a:gd name="connsiteX845" fmla="*/ 1875435 w 2290556"/>
                <a:gd name="connsiteY845" fmla="*/ 135231 h 1796087"/>
                <a:gd name="connsiteX846" fmla="*/ 1874224 w 2290556"/>
                <a:gd name="connsiteY846" fmla="*/ 141017 h 1796087"/>
                <a:gd name="connsiteX847" fmla="*/ 1872709 w 2290556"/>
                <a:gd name="connsiteY847" fmla="*/ 146803 h 1796087"/>
                <a:gd name="connsiteX848" fmla="*/ 1869377 w 2290556"/>
                <a:gd name="connsiteY848" fmla="*/ 152589 h 1796087"/>
                <a:gd name="connsiteX849" fmla="*/ 1862714 w 2290556"/>
                <a:gd name="connsiteY849" fmla="*/ 159553 h 1796087"/>
                <a:gd name="connsiteX850" fmla="*/ 1854738 w 2290556"/>
                <a:gd name="connsiteY850" fmla="*/ 165507 h 1796087"/>
                <a:gd name="connsiteX851" fmla="*/ 1848781 w 2290556"/>
                <a:gd name="connsiteY851" fmla="*/ 170418 h 1796087"/>
                <a:gd name="connsiteX852" fmla="*/ 1840233 w 2290556"/>
                <a:gd name="connsiteY852" fmla="*/ 177382 h 1796087"/>
                <a:gd name="connsiteX853" fmla="*/ 1833838 w 2290556"/>
                <a:gd name="connsiteY853" fmla="*/ 183033 h 1796087"/>
                <a:gd name="connsiteX854" fmla="*/ 1829766 w 2290556"/>
                <a:gd name="connsiteY854" fmla="*/ 191578 h 1796087"/>
                <a:gd name="connsiteX855" fmla="*/ 1825425 w 2290556"/>
                <a:gd name="connsiteY855" fmla="*/ 198978 h 1796087"/>
                <a:gd name="connsiteX856" fmla="*/ 1823977 w 2290556"/>
                <a:gd name="connsiteY856" fmla="*/ 206951 h 1796087"/>
                <a:gd name="connsiteX857" fmla="*/ 1823102 w 2290556"/>
                <a:gd name="connsiteY857" fmla="*/ 218254 h 1796087"/>
                <a:gd name="connsiteX858" fmla="*/ 1821521 w 2290556"/>
                <a:gd name="connsiteY858" fmla="*/ 226058 h 1796087"/>
                <a:gd name="connsiteX859" fmla="*/ 1817448 w 2290556"/>
                <a:gd name="connsiteY859" fmla="*/ 233459 h 1796087"/>
                <a:gd name="connsiteX860" fmla="*/ 1812098 w 2290556"/>
                <a:gd name="connsiteY860" fmla="*/ 242575 h 1796087"/>
                <a:gd name="connsiteX861" fmla="*/ 1810953 w 2290556"/>
                <a:gd name="connsiteY861" fmla="*/ 248799 h 1796087"/>
                <a:gd name="connsiteX862" fmla="*/ 1804727 w 2290556"/>
                <a:gd name="connsiteY862" fmla="*/ 261851 h 1796087"/>
                <a:gd name="connsiteX863" fmla="*/ 1798400 w 2290556"/>
                <a:gd name="connsiteY863" fmla="*/ 274096 h 1796087"/>
                <a:gd name="connsiteX864" fmla="*/ 1795640 w 2290556"/>
                <a:gd name="connsiteY864" fmla="*/ 279680 h 1796087"/>
                <a:gd name="connsiteX865" fmla="*/ 1793688 w 2290556"/>
                <a:gd name="connsiteY865" fmla="*/ 282708 h 1796087"/>
                <a:gd name="connsiteX866" fmla="*/ 1790929 w 2290556"/>
                <a:gd name="connsiteY866" fmla="*/ 287282 h 1796087"/>
                <a:gd name="connsiteX867" fmla="*/ 1789919 w 2290556"/>
                <a:gd name="connsiteY867" fmla="*/ 292295 h 1796087"/>
                <a:gd name="connsiteX868" fmla="*/ 1789414 w 2290556"/>
                <a:gd name="connsiteY868" fmla="*/ 298081 h 1796087"/>
                <a:gd name="connsiteX869" fmla="*/ 1785342 w 2290556"/>
                <a:gd name="connsiteY869" fmla="*/ 306423 h 1796087"/>
                <a:gd name="connsiteX870" fmla="*/ 1783020 w 2290556"/>
                <a:gd name="connsiteY870" fmla="*/ 310763 h 1796087"/>
                <a:gd name="connsiteX871" fmla="*/ 1782650 w 2290556"/>
                <a:gd name="connsiteY871" fmla="*/ 311638 h 1796087"/>
                <a:gd name="connsiteX872" fmla="*/ 1781573 w 2290556"/>
                <a:gd name="connsiteY872" fmla="*/ 313589 h 1796087"/>
                <a:gd name="connsiteX873" fmla="*/ 1780765 w 2290556"/>
                <a:gd name="connsiteY873" fmla="*/ 315540 h 1796087"/>
                <a:gd name="connsiteX874" fmla="*/ 1780496 w 2290556"/>
                <a:gd name="connsiteY874" fmla="*/ 317625 h 1796087"/>
                <a:gd name="connsiteX875" fmla="*/ 1779755 w 2290556"/>
                <a:gd name="connsiteY875" fmla="*/ 319072 h 1796087"/>
                <a:gd name="connsiteX876" fmla="*/ 1779755 w 2290556"/>
                <a:gd name="connsiteY876" fmla="*/ 321326 h 1796087"/>
                <a:gd name="connsiteX877" fmla="*/ 1779755 w 2290556"/>
                <a:gd name="connsiteY877" fmla="*/ 323210 h 1796087"/>
                <a:gd name="connsiteX878" fmla="*/ 1779755 w 2290556"/>
                <a:gd name="connsiteY878" fmla="*/ 324959 h 1796087"/>
                <a:gd name="connsiteX879" fmla="*/ 1778880 w 2290556"/>
                <a:gd name="connsiteY879" fmla="*/ 327650 h 1796087"/>
                <a:gd name="connsiteX880" fmla="*/ 1777433 w 2290556"/>
                <a:gd name="connsiteY880" fmla="*/ 329164 h 1796087"/>
                <a:gd name="connsiteX881" fmla="*/ 1775851 w 2290556"/>
                <a:gd name="connsiteY881" fmla="*/ 330173 h 1796087"/>
                <a:gd name="connsiteX882" fmla="*/ 1774472 w 2290556"/>
                <a:gd name="connsiteY882" fmla="*/ 330980 h 1796087"/>
                <a:gd name="connsiteX883" fmla="*/ 1771947 w 2290556"/>
                <a:gd name="connsiteY883" fmla="*/ 332292 h 1796087"/>
                <a:gd name="connsiteX884" fmla="*/ 1770567 w 2290556"/>
                <a:gd name="connsiteY884" fmla="*/ 333234 h 1796087"/>
                <a:gd name="connsiteX885" fmla="*/ 1769895 w 2290556"/>
                <a:gd name="connsiteY885" fmla="*/ 335051 h 1796087"/>
                <a:gd name="connsiteX886" fmla="*/ 1768952 w 2290556"/>
                <a:gd name="connsiteY886" fmla="*/ 337439 h 1796087"/>
                <a:gd name="connsiteX887" fmla="*/ 1768380 w 2290556"/>
                <a:gd name="connsiteY887" fmla="*/ 339323 h 1796087"/>
                <a:gd name="connsiteX888" fmla="*/ 1769524 w 2290556"/>
                <a:gd name="connsiteY888" fmla="*/ 340332 h 1796087"/>
                <a:gd name="connsiteX889" fmla="*/ 1771914 w 2290556"/>
                <a:gd name="connsiteY889" fmla="*/ 342149 h 1796087"/>
                <a:gd name="connsiteX890" fmla="*/ 1773495 w 2290556"/>
                <a:gd name="connsiteY890" fmla="*/ 342283 h 1796087"/>
                <a:gd name="connsiteX891" fmla="*/ 1775818 w 2290556"/>
                <a:gd name="connsiteY891" fmla="*/ 342283 h 1796087"/>
                <a:gd name="connsiteX892" fmla="*/ 1777770 w 2290556"/>
                <a:gd name="connsiteY892" fmla="*/ 342081 h 1796087"/>
                <a:gd name="connsiteX893" fmla="*/ 1779082 w 2290556"/>
                <a:gd name="connsiteY893" fmla="*/ 341644 h 1796087"/>
                <a:gd name="connsiteX894" fmla="*/ 1780462 w 2290556"/>
                <a:gd name="connsiteY894" fmla="*/ 341140 h 1796087"/>
                <a:gd name="connsiteX895" fmla="*/ 1782347 w 2290556"/>
                <a:gd name="connsiteY895" fmla="*/ 341140 h 1796087"/>
                <a:gd name="connsiteX896" fmla="*/ 1783524 w 2290556"/>
                <a:gd name="connsiteY896" fmla="*/ 341140 h 1796087"/>
                <a:gd name="connsiteX897" fmla="*/ 1785712 w 2290556"/>
                <a:gd name="connsiteY897" fmla="*/ 342653 h 1796087"/>
                <a:gd name="connsiteX898" fmla="*/ 1786587 w 2290556"/>
                <a:gd name="connsiteY898" fmla="*/ 344604 h 1796087"/>
                <a:gd name="connsiteX899" fmla="*/ 1787092 w 2290556"/>
                <a:gd name="connsiteY899" fmla="*/ 349684 h 1796087"/>
                <a:gd name="connsiteX900" fmla="*/ 1786957 w 2290556"/>
                <a:gd name="connsiteY900" fmla="*/ 353452 h 1796087"/>
                <a:gd name="connsiteX901" fmla="*/ 1786823 w 2290556"/>
                <a:gd name="connsiteY901" fmla="*/ 356917 h 1796087"/>
                <a:gd name="connsiteX902" fmla="*/ 1786385 w 2290556"/>
                <a:gd name="connsiteY902" fmla="*/ 359608 h 1796087"/>
                <a:gd name="connsiteX903" fmla="*/ 1785510 w 2290556"/>
                <a:gd name="connsiteY903" fmla="*/ 362501 h 1796087"/>
                <a:gd name="connsiteX904" fmla="*/ 1783693 w 2290556"/>
                <a:gd name="connsiteY904" fmla="*/ 365764 h 1796087"/>
                <a:gd name="connsiteX905" fmla="*/ 1782077 w 2290556"/>
                <a:gd name="connsiteY905" fmla="*/ 367950 h 1796087"/>
                <a:gd name="connsiteX906" fmla="*/ 1779822 w 2290556"/>
                <a:gd name="connsiteY906" fmla="*/ 370406 h 1796087"/>
                <a:gd name="connsiteX907" fmla="*/ 1777298 w 2290556"/>
                <a:gd name="connsiteY907" fmla="*/ 372794 h 1796087"/>
                <a:gd name="connsiteX908" fmla="*/ 1773664 w 2290556"/>
                <a:gd name="connsiteY908" fmla="*/ 374981 h 1796087"/>
                <a:gd name="connsiteX909" fmla="*/ 1768447 w 2290556"/>
                <a:gd name="connsiteY909" fmla="*/ 379119 h 1796087"/>
                <a:gd name="connsiteX910" fmla="*/ 1762558 w 2290556"/>
                <a:gd name="connsiteY910" fmla="*/ 379119 h 1796087"/>
                <a:gd name="connsiteX911" fmla="*/ 1756264 w 2290556"/>
                <a:gd name="connsiteY911" fmla="*/ 380868 h 1796087"/>
                <a:gd name="connsiteX912" fmla="*/ 1752798 w 2290556"/>
                <a:gd name="connsiteY912" fmla="*/ 380868 h 1796087"/>
                <a:gd name="connsiteX913" fmla="*/ 1750207 w 2290556"/>
                <a:gd name="connsiteY913" fmla="*/ 382516 h 1796087"/>
                <a:gd name="connsiteX914" fmla="*/ 1745865 w 2290556"/>
                <a:gd name="connsiteY914" fmla="*/ 385880 h 1796087"/>
                <a:gd name="connsiteX915" fmla="*/ 1729778 w 2290556"/>
                <a:gd name="connsiteY915" fmla="*/ 396510 h 1796087"/>
                <a:gd name="connsiteX916" fmla="*/ 1709014 w 2290556"/>
                <a:gd name="connsiteY916" fmla="*/ 411076 h 1796087"/>
                <a:gd name="connsiteX917" fmla="*/ 1706388 w 2290556"/>
                <a:gd name="connsiteY917" fmla="*/ 414339 h 1796087"/>
                <a:gd name="connsiteX918" fmla="*/ 1703999 w 2290556"/>
                <a:gd name="connsiteY918" fmla="*/ 416526 h 1796087"/>
                <a:gd name="connsiteX919" fmla="*/ 1700398 w 2290556"/>
                <a:gd name="connsiteY919" fmla="*/ 420092 h 1796087"/>
                <a:gd name="connsiteX920" fmla="*/ 1695484 w 2290556"/>
                <a:gd name="connsiteY920" fmla="*/ 423119 h 1796087"/>
                <a:gd name="connsiteX921" fmla="*/ 1692321 w 2290556"/>
                <a:gd name="connsiteY921" fmla="*/ 425945 h 1796087"/>
                <a:gd name="connsiteX922" fmla="*/ 1689258 w 2290556"/>
                <a:gd name="connsiteY922" fmla="*/ 425844 h 1796087"/>
                <a:gd name="connsiteX923" fmla="*/ 1684580 w 2290556"/>
                <a:gd name="connsiteY923" fmla="*/ 428132 h 1796087"/>
                <a:gd name="connsiteX924" fmla="*/ 1682965 w 2290556"/>
                <a:gd name="connsiteY924" fmla="*/ 428132 h 1796087"/>
                <a:gd name="connsiteX925" fmla="*/ 1681215 w 2290556"/>
                <a:gd name="connsiteY925" fmla="*/ 429107 h 1796087"/>
                <a:gd name="connsiteX926" fmla="*/ 1679700 w 2290556"/>
                <a:gd name="connsiteY926" fmla="*/ 431058 h 1796087"/>
                <a:gd name="connsiteX927" fmla="*/ 1676234 w 2290556"/>
                <a:gd name="connsiteY927" fmla="*/ 432034 h 1796087"/>
                <a:gd name="connsiteX928" fmla="*/ 1673306 w 2290556"/>
                <a:gd name="connsiteY928" fmla="*/ 432471 h 1796087"/>
                <a:gd name="connsiteX929" fmla="*/ 1668863 w 2290556"/>
                <a:gd name="connsiteY929" fmla="*/ 432572 h 1796087"/>
                <a:gd name="connsiteX930" fmla="*/ 1667012 w 2290556"/>
                <a:gd name="connsiteY930" fmla="*/ 432370 h 1796087"/>
                <a:gd name="connsiteX931" fmla="*/ 1665263 w 2290556"/>
                <a:gd name="connsiteY931" fmla="*/ 431395 h 1796087"/>
                <a:gd name="connsiteX932" fmla="*/ 1662873 w 2290556"/>
                <a:gd name="connsiteY932" fmla="*/ 429780 h 1796087"/>
                <a:gd name="connsiteX933" fmla="*/ 1660685 w 2290556"/>
                <a:gd name="connsiteY933" fmla="*/ 427392 h 1796087"/>
                <a:gd name="connsiteX934" fmla="*/ 1658296 w 2290556"/>
                <a:gd name="connsiteY934" fmla="*/ 423691 h 1796087"/>
                <a:gd name="connsiteX935" fmla="*/ 1655772 w 2290556"/>
                <a:gd name="connsiteY935" fmla="*/ 421101 h 1796087"/>
                <a:gd name="connsiteX936" fmla="*/ 1653618 w 2290556"/>
                <a:gd name="connsiteY936" fmla="*/ 420865 h 1796087"/>
                <a:gd name="connsiteX937" fmla="*/ 1650993 w 2290556"/>
                <a:gd name="connsiteY937" fmla="*/ 420865 h 1796087"/>
                <a:gd name="connsiteX938" fmla="*/ 1647392 w 2290556"/>
                <a:gd name="connsiteY938" fmla="*/ 421572 h 1796087"/>
                <a:gd name="connsiteX939" fmla="*/ 1642950 w 2290556"/>
                <a:gd name="connsiteY939" fmla="*/ 422278 h 1796087"/>
                <a:gd name="connsiteX940" fmla="*/ 1635209 w 2290556"/>
                <a:gd name="connsiteY940" fmla="*/ 423893 h 1796087"/>
                <a:gd name="connsiteX941" fmla="*/ 1631204 w 2290556"/>
                <a:gd name="connsiteY941" fmla="*/ 423557 h 1796087"/>
                <a:gd name="connsiteX942" fmla="*/ 1625785 w 2290556"/>
                <a:gd name="connsiteY942" fmla="*/ 421269 h 1796087"/>
                <a:gd name="connsiteX943" fmla="*/ 1621646 w 2290556"/>
                <a:gd name="connsiteY943" fmla="*/ 419856 h 1796087"/>
                <a:gd name="connsiteX944" fmla="*/ 1617843 w 2290556"/>
                <a:gd name="connsiteY944" fmla="*/ 417905 h 1796087"/>
                <a:gd name="connsiteX945" fmla="*/ 1615016 w 2290556"/>
                <a:gd name="connsiteY945" fmla="*/ 416156 h 1796087"/>
                <a:gd name="connsiteX946" fmla="*/ 1611987 w 2290556"/>
                <a:gd name="connsiteY946" fmla="*/ 414541 h 1796087"/>
                <a:gd name="connsiteX947" fmla="*/ 1609261 w 2290556"/>
                <a:gd name="connsiteY947" fmla="*/ 413128 h 1796087"/>
                <a:gd name="connsiteX948" fmla="*/ 1605896 w 2290556"/>
                <a:gd name="connsiteY948" fmla="*/ 410639 h 1796087"/>
                <a:gd name="connsiteX949" fmla="*/ 1603069 w 2290556"/>
                <a:gd name="connsiteY949" fmla="*/ 408789 h 1796087"/>
                <a:gd name="connsiteX950" fmla="*/ 1599804 w 2290556"/>
                <a:gd name="connsiteY950" fmla="*/ 406300 h 1796087"/>
                <a:gd name="connsiteX951" fmla="*/ 1596741 w 2290556"/>
                <a:gd name="connsiteY951" fmla="*/ 404550 h 1796087"/>
                <a:gd name="connsiteX952" fmla="*/ 1593915 w 2290556"/>
                <a:gd name="connsiteY952" fmla="*/ 403137 h 1796087"/>
                <a:gd name="connsiteX953" fmla="*/ 1590314 w 2290556"/>
                <a:gd name="connsiteY953" fmla="*/ 401725 h 1796087"/>
                <a:gd name="connsiteX954" fmla="*/ 1587486 w 2290556"/>
                <a:gd name="connsiteY954" fmla="*/ 401725 h 1796087"/>
                <a:gd name="connsiteX955" fmla="*/ 1586511 w 2290556"/>
                <a:gd name="connsiteY955" fmla="*/ 401725 h 1796087"/>
                <a:gd name="connsiteX956" fmla="*/ 1584660 w 2290556"/>
                <a:gd name="connsiteY956" fmla="*/ 402532 h 1796087"/>
                <a:gd name="connsiteX957" fmla="*/ 1581833 w 2290556"/>
                <a:gd name="connsiteY957" fmla="*/ 405829 h 1796087"/>
                <a:gd name="connsiteX958" fmla="*/ 1578568 w 2290556"/>
                <a:gd name="connsiteY958" fmla="*/ 412691 h 1796087"/>
                <a:gd name="connsiteX959" fmla="*/ 1575741 w 2290556"/>
                <a:gd name="connsiteY959" fmla="*/ 416930 h 1796087"/>
                <a:gd name="connsiteX960" fmla="*/ 1573352 w 2290556"/>
                <a:gd name="connsiteY960" fmla="*/ 424532 h 1796087"/>
                <a:gd name="connsiteX961" fmla="*/ 1569885 w 2290556"/>
                <a:gd name="connsiteY961" fmla="*/ 430957 h 1796087"/>
                <a:gd name="connsiteX962" fmla="*/ 1566520 w 2290556"/>
                <a:gd name="connsiteY962" fmla="*/ 439771 h 1796087"/>
                <a:gd name="connsiteX963" fmla="*/ 1561068 w 2290556"/>
                <a:gd name="connsiteY963" fmla="*/ 452588 h 1796087"/>
                <a:gd name="connsiteX964" fmla="*/ 1560092 w 2290556"/>
                <a:gd name="connsiteY964" fmla="*/ 457364 h 1796087"/>
                <a:gd name="connsiteX965" fmla="*/ 1558443 w 2290556"/>
                <a:gd name="connsiteY965" fmla="*/ 466178 h 1796087"/>
                <a:gd name="connsiteX966" fmla="*/ 1555515 w 2290556"/>
                <a:gd name="connsiteY966" fmla="*/ 471830 h 1796087"/>
                <a:gd name="connsiteX967" fmla="*/ 1554303 w 2290556"/>
                <a:gd name="connsiteY967" fmla="*/ 476068 h 1796087"/>
                <a:gd name="connsiteX968" fmla="*/ 1550399 w 2290556"/>
                <a:gd name="connsiteY968" fmla="*/ 480206 h 1796087"/>
                <a:gd name="connsiteX969" fmla="*/ 1548111 w 2290556"/>
                <a:gd name="connsiteY969" fmla="*/ 486395 h 1796087"/>
                <a:gd name="connsiteX970" fmla="*/ 1545620 w 2290556"/>
                <a:gd name="connsiteY970" fmla="*/ 491408 h 1796087"/>
                <a:gd name="connsiteX971" fmla="*/ 1544544 w 2290556"/>
                <a:gd name="connsiteY971" fmla="*/ 499650 h 1796087"/>
                <a:gd name="connsiteX972" fmla="*/ 1540000 w 2290556"/>
                <a:gd name="connsiteY972" fmla="*/ 510313 h 1796087"/>
                <a:gd name="connsiteX973" fmla="*/ 1540202 w 2290556"/>
                <a:gd name="connsiteY973" fmla="*/ 514552 h 1796087"/>
                <a:gd name="connsiteX974" fmla="*/ 1540101 w 2290556"/>
                <a:gd name="connsiteY974" fmla="*/ 521818 h 1796087"/>
                <a:gd name="connsiteX975" fmla="*/ 1539024 w 2290556"/>
                <a:gd name="connsiteY975" fmla="*/ 528109 h 1796087"/>
                <a:gd name="connsiteX976" fmla="*/ 1535221 w 2290556"/>
                <a:gd name="connsiteY976" fmla="*/ 531809 h 1796087"/>
                <a:gd name="connsiteX977" fmla="*/ 1532596 w 2290556"/>
                <a:gd name="connsiteY977" fmla="*/ 535274 h 1796087"/>
                <a:gd name="connsiteX978" fmla="*/ 1526740 w 2290556"/>
                <a:gd name="connsiteY978" fmla="*/ 540824 h 1796087"/>
                <a:gd name="connsiteX979" fmla="*/ 1524351 w 2290556"/>
                <a:gd name="connsiteY979" fmla="*/ 545265 h 1796087"/>
                <a:gd name="connsiteX980" fmla="*/ 1521086 w 2290556"/>
                <a:gd name="connsiteY980" fmla="*/ 548091 h 1796087"/>
                <a:gd name="connsiteX981" fmla="*/ 1520009 w 2290556"/>
                <a:gd name="connsiteY981" fmla="*/ 552329 h 1796087"/>
                <a:gd name="connsiteX982" fmla="*/ 1519773 w 2290556"/>
                <a:gd name="connsiteY982" fmla="*/ 556904 h 1796087"/>
                <a:gd name="connsiteX983" fmla="*/ 1520413 w 2290556"/>
                <a:gd name="connsiteY983" fmla="*/ 561244 h 1796087"/>
                <a:gd name="connsiteX984" fmla="*/ 1520649 w 2290556"/>
                <a:gd name="connsiteY984" fmla="*/ 569485 h 1796087"/>
                <a:gd name="connsiteX985" fmla="*/ 1524115 w 2290556"/>
                <a:gd name="connsiteY985" fmla="*/ 574700 h 1796087"/>
                <a:gd name="connsiteX986" fmla="*/ 1524553 w 2290556"/>
                <a:gd name="connsiteY986" fmla="*/ 578938 h 1796087"/>
                <a:gd name="connsiteX987" fmla="*/ 1521625 w 2290556"/>
                <a:gd name="connsiteY987" fmla="*/ 583076 h 1796087"/>
                <a:gd name="connsiteX988" fmla="*/ 1517822 w 2290556"/>
                <a:gd name="connsiteY988" fmla="*/ 586238 h 1796087"/>
                <a:gd name="connsiteX989" fmla="*/ 1512942 w 2290556"/>
                <a:gd name="connsiteY989" fmla="*/ 590477 h 1796087"/>
                <a:gd name="connsiteX990" fmla="*/ 1509879 w 2290556"/>
                <a:gd name="connsiteY990" fmla="*/ 592327 h 1796087"/>
                <a:gd name="connsiteX991" fmla="*/ 1505201 w 2290556"/>
                <a:gd name="connsiteY991" fmla="*/ 594715 h 1796087"/>
                <a:gd name="connsiteX992" fmla="*/ 1504764 w 2290556"/>
                <a:gd name="connsiteY992" fmla="*/ 596666 h 1796087"/>
                <a:gd name="connsiteX993" fmla="*/ 1504663 w 2290556"/>
                <a:gd name="connsiteY993" fmla="*/ 601880 h 1796087"/>
                <a:gd name="connsiteX994" fmla="*/ 1504764 w 2290556"/>
                <a:gd name="connsiteY994" fmla="*/ 607431 h 1796087"/>
                <a:gd name="connsiteX995" fmla="*/ 1505538 w 2290556"/>
                <a:gd name="connsiteY995" fmla="*/ 611333 h 1796087"/>
                <a:gd name="connsiteX996" fmla="*/ 1505975 w 2290556"/>
                <a:gd name="connsiteY996" fmla="*/ 613183 h 1796087"/>
                <a:gd name="connsiteX997" fmla="*/ 1507591 w 2290556"/>
                <a:gd name="connsiteY997" fmla="*/ 619474 h 1796087"/>
                <a:gd name="connsiteX998" fmla="*/ 1508903 w 2290556"/>
                <a:gd name="connsiteY998" fmla="*/ 621223 h 1796087"/>
                <a:gd name="connsiteX999" fmla="*/ 1512706 w 2290556"/>
                <a:gd name="connsiteY999" fmla="*/ 625563 h 1796087"/>
                <a:gd name="connsiteX1000" fmla="*/ 1515870 w 2290556"/>
                <a:gd name="connsiteY1000" fmla="*/ 629263 h 1796087"/>
                <a:gd name="connsiteX1001" fmla="*/ 1521086 w 2290556"/>
                <a:gd name="connsiteY1001" fmla="*/ 635251 h 1796087"/>
                <a:gd name="connsiteX1002" fmla="*/ 1524149 w 2290556"/>
                <a:gd name="connsiteY1002" fmla="*/ 638850 h 1796087"/>
                <a:gd name="connsiteX1003" fmla="*/ 1532966 w 2290556"/>
                <a:gd name="connsiteY1003" fmla="*/ 643526 h 1796087"/>
                <a:gd name="connsiteX1004" fmla="*/ 1535457 w 2290556"/>
                <a:gd name="connsiteY1004" fmla="*/ 645814 h 1796087"/>
                <a:gd name="connsiteX1005" fmla="*/ 1537207 w 2290556"/>
                <a:gd name="connsiteY1005" fmla="*/ 645814 h 1796087"/>
                <a:gd name="connsiteX1006" fmla="*/ 1541010 w 2290556"/>
                <a:gd name="connsiteY1006" fmla="*/ 644737 h 1796087"/>
                <a:gd name="connsiteX1007" fmla="*/ 1543399 w 2290556"/>
                <a:gd name="connsiteY1007" fmla="*/ 641272 h 1796087"/>
                <a:gd name="connsiteX1008" fmla="*/ 1541986 w 2290556"/>
                <a:gd name="connsiteY1008" fmla="*/ 635285 h 1796087"/>
                <a:gd name="connsiteX1009" fmla="*/ 1544914 w 2290556"/>
                <a:gd name="connsiteY1009" fmla="*/ 632021 h 1796087"/>
                <a:gd name="connsiteX1010" fmla="*/ 1549827 w 2290556"/>
                <a:gd name="connsiteY1010" fmla="*/ 629835 h 1796087"/>
                <a:gd name="connsiteX1011" fmla="*/ 1556020 w 2290556"/>
                <a:gd name="connsiteY1011" fmla="*/ 627648 h 1796087"/>
                <a:gd name="connsiteX1012" fmla="*/ 1561674 w 2290556"/>
                <a:gd name="connsiteY1012" fmla="*/ 626336 h 1796087"/>
                <a:gd name="connsiteX1013" fmla="*/ 1567428 w 2290556"/>
                <a:gd name="connsiteY1013" fmla="*/ 624587 h 1796087"/>
                <a:gd name="connsiteX1014" fmla="*/ 1577121 w 2290556"/>
                <a:gd name="connsiteY1014" fmla="*/ 624251 h 1796087"/>
                <a:gd name="connsiteX1015" fmla="*/ 1579746 w 2290556"/>
                <a:gd name="connsiteY1015" fmla="*/ 624251 h 1796087"/>
                <a:gd name="connsiteX1016" fmla="*/ 1584525 w 2290556"/>
                <a:gd name="connsiteY1016" fmla="*/ 625933 h 1796087"/>
                <a:gd name="connsiteX1017" fmla="*/ 1588429 w 2290556"/>
                <a:gd name="connsiteY1017" fmla="*/ 623914 h 1796087"/>
                <a:gd name="connsiteX1018" fmla="*/ 1594857 w 2290556"/>
                <a:gd name="connsiteY1018" fmla="*/ 622401 h 1796087"/>
                <a:gd name="connsiteX1019" fmla="*/ 1598996 w 2290556"/>
                <a:gd name="connsiteY1019" fmla="*/ 621425 h 1796087"/>
                <a:gd name="connsiteX1020" fmla="*/ 1606064 w 2290556"/>
                <a:gd name="connsiteY1020" fmla="*/ 621189 h 1796087"/>
                <a:gd name="connsiteX1021" fmla="*/ 1611281 w 2290556"/>
                <a:gd name="connsiteY1021" fmla="*/ 620214 h 1796087"/>
                <a:gd name="connsiteX1022" fmla="*/ 1617035 w 2290556"/>
                <a:gd name="connsiteY1022" fmla="*/ 620113 h 1796087"/>
                <a:gd name="connsiteX1023" fmla="*/ 1624002 w 2290556"/>
                <a:gd name="connsiteY1023" fmla="*/ 621526 h 1796087"/>
                <a:gd name="connsiteX1024" fmla="*/ 1637598 w 2290556"/>
                <a:gd name="connsiteY1024" fmla="*/ 629128 h 1796087"/>
                <a:gd name="connsiteX1025" fmla="*/ 1641199 w 2290556"/>
                <a:gd name="connsiteY1025" fmla="*/ 633266 h 1796087"/>
                <a:gd name="connsiteX1026" fmla="*/ 1648704 w 2290556"/>
                <a:gd name="connsiteY1026" fmla="*/ 637168 h 1796087"/>
                <a:gd name="connsiteX1027" fmla="*/ 1653921 w 2290556"/>
                <a:gd name="connsiteY1027" fmla="*/ 637942 h 1796087"/>
                <a:gd name="connsiteX1028" fmla="*/ 1660214 w 2290556"/>
                <a:gd name="connsiteY1028" fmla="*/ 637067 h 1796087"/>
                <a:gd name="connsiteX1029" fmla="*/ 1662907 w 2290556"/>
                <a:gd name="connsiteY1029" fmla="*/ 635015 h 1796087"/>
                <a:gd name="connsiteX1030" fmla="*/ 1663782 w 2290556"/>
                <a:gd name="connsiteY1030" fmla="*/ 630878 h 1796087"/>
                <a:gd name="connsiteX1031" fmla="*/ 1664421 w 2290556"/>
                <a:gd name="connsiteY1031" fmla="*/ 628927 h 1796087"/>
                <a:gd name="connsiteX1032" fmla="*/ 1664959 w 2290556"/>
                <a:gd name="connsiteY1032" fmla="*/ 626875 h 1796087"/>
                <a:gd name="connsiteX1033" fmla="*/ 1664959 w 2290556"/>
                <a:gd name="connsiteY1033" fmla="*/ 624385 h 1796087"/>
                <a:gd name="connsiteX1034" fmla="*/ 1668157 w 2290556"/>
                <a:gd name="connsiteY1034" fmla="*/ 620786 h 1796087"/>
                <a:gd name="connsiteX1035" fmla="*/ 1669940 w 2290556"/>
                <a:gd name="connsiteY1035" fmla="*/ 618196 h 1796087"/>
                <a:gd name="connsiteX1036" fmla="*/ 1671892 w 2290556"/>
                <a:gd name="connsiteY1036" fmla="*/ 615706 h 1796087"/>
                <a:gd name="connsiteX1037" fmla="*/ 1674383 w 2290556"/>
                <a:gd name="connsiteY1037" fmla="*/ 612006 h 1796087"/>
                <a:gd name="connsiteX1038" fmla="*/ 1678085 w 2290556"/>
                <a:gd name="connsiteY1038" fmla="*/ 608406 h 1796087"/>
                <a:gd name="connsiteX1039" fmla="*/ 1682426 w 2290556"/>
                <a:gd name="connsiteY1039" fmla="*/ 606119 h 1796087"/>
                <a:gd name="connsiteX1040" fmla="*/ 1686431 w 2290556"/>
                <a:gd name="connsiteY1040" fmla="*/ 603831 h 1796087"/>
                <a:gd name="connsiteX1041" fmla="*/ 1691446 w 2290556"/>
                <a:gd name="connsiteY1041" fmla="*/ 601006 h 1796087"/>
                <a:gd name="connsiteX1042" fmla="*/ 1694037 w 2290556"/>
                <a:gd name="connsiteY1042" fmla="*/ 599694 h 1796087"/>
                <a:gd name="connsiteX1043" fmla="*/ 1700364 w 2290556"/>
                <a:gd name="connsiteY1043" fmla="*/ 596229 h 1796087"/>
                <a:gd name="connsiteX1044" fmla="*/ 1707768 w 2290556"/>
                <a:gd name="connsiteY1044" fmla="*/ 596128 h 1796087"/>
                <a:gd name="connsiteX1045" fmla="*/ 1714499 w 2290556"/>
                <a:gd name="connsiteY1045" fmla="*/ 594715 h 1796087"/>
                <a:gd name="connsiteX1046" fmla="*/ 1719177 w 2290556"/>
                <a:gd name="connsiteY1046" fmla="*/ 594715 h 1796087"/>
                <a:gd name="connsiteX1047" fmla="*/ 1722341 w 2290556"/>
                <a:gd name="connsiteY1047" fmla="*/ 595859 h 1796087"/>
                <a:gd name="connsiteX1048" fmla="*/ 1725066 w 2290556"/>
                <a:gd name="connsiteY1048" fmla="*/ 596229 h 1796087"/>
                <a:gd name="connsiteX1049" fmla="*/ 1729105 w 2290556"/>
                <a:gd name="connsiteY1049" fmla="*/ 597440 h 1796087"/>
                <a:gd name="connsiteX1050" fmla="*/ 1733009 w 2290556"/>
                <a:gd name="connsiteY1050" fmla="*/ 601039 h 1796087"/>
                <a:gd name="connsiteX1051" fmla="*/ 1734422 w 2290556"/>
                <a:gd name="connsiteY1051" fmla="*/ 602116 h 1796087"/>
                <a:gd name="connsiteX1052" fmla="*/ 1735836 w 2290556"/>
                <a:gd name="connsiteY1052" fmla="*/ 602890 h 1796087"/>
                <a:gd name="connsiteX1053" fmla="*/ 1739303 w 2290556"/>
                <a:gd name="connsiteY1053" fmla="*/ 602890 h 1796087"/>
                <a:gd name="connsiteX1054" fmla="*/ 1742466 w 2290556"/>
                <a:gd name="connsiteY1054" fmla="*/ 603529 h 1796087"/>
                <a:gd name="connsiteX1055" fmla="*/ 1746067 w 2290556"/>
                <a:gd name="connsiteY1055" fmla="*/ 606253 h 1796087"/>
                <a:gd name="connsiteX1056" fmla="*/ 1748457 w 2290556"/>
                <a:gd name="connsiteY1056" fmla="*/ 608642 h 1796087"/>
                <a:gd name="connsiteX1057" fmla="*/ 1750509 w 2290556"/>
                <a:gd name="connsiteY1057" fmla="*/ 611030 h 1796087"/>
                <a:gd name="connsiteX1058" fmla="*/ 1753875 w 2290556"/>
                <a:gd name="connsiteY1058" fmla="*/ 613856 h 1796087"/>
                <a:gd name="connsiteX1059" fmla="*/ 1757678 w 2290556"/>
                <a:gd name="connsiteY1059" fmla="*/ 617556 h 1796087"/>
                <a:gd name="connsiteX1060" fmla="*/ 1760303 w 2290556"/>
                <a:gd name="connsiteY1060" fmla="*/ 619608 h 1796087"/>
                <a:gd name="connsiteX1061" fmla="*/ 1764308 w 2290556"/>
                <a:gd name="connsiteY1061" fmla="*/ 620248 h 1796087"/>
                <a:gd name="connsiteX1062" fmla="*/ 1769524 w 2290556"/>
                <a:gd name="connsiteY1062" fmla="*/ 620248 h 1796087"/>
                <a:gd name="connsiteX1063" fmla="*/ 1773664 w 2290556"/>
                <a:gd name="connsiteY1063" fmla="*/ 621122 h 1796087"/>
                <a:gd name="connsiteX1064" fmla="*/ 1776289 w 2290556"/>
                <a:gd name="connsiteY1064" fmla="*/ 621660 h 1796087"/>
                <a:gd name="connsiteX1065" fmla="*/ 1781404 w 2290556"/>
                <a:gd name="connsiteY1065" fmla="*/ 625462 h 1796087"/>
                <a:gd name="connsiteX1066" fmla="*/ 1785005 w 2290556"/>
                <a:gd name="connsiteY1066" fmla="*/ 627514 h 1796087"/>
                <a:gd name="connsiteX1067" fmla="*/ 1787159 w 2290556"/>
                <a:gd name="connsiteY1067" fmla="*/ 628927 h 1796087"/>
                <a:gd name="connsiteX1068" fmla="*/ 1790962 w 2290556"/>
                <a:gd name="connsiteY1068" fmla="*/ 631752 h 1796087"/>
                <a:gd name="connsiteX1069" fmla="*/ 1791736 w 2290556"/>
                <a:gd name="connsiteY1069" fmla="*/ 635217 h 1796087"/>
                <a:gd name="connsiteX1070" fmla="*/ 1794462 w 2290556"/>
                <a:gd name="connsiteY1070" fmla="*/ 640532 h 1796087"/>
                <a:gd name="connsiteX1071" fmla="*/ 1797390 w 2290556"/>
                <a:gd name="connsiteY1071" fmla="*/ 641508 h 1796087"/>
                <a:gd name="connsiteX1072" fmla="*/ 1799578 w 2290556"/>
                <a:gd name="connsiteY1072" fmla="*/ 641508 h 1796087"/>
                <a:gd name="connsiteX1073" fmla="*/ 1803818 w 2290556"/>
                <a:gd name="connsiteY1073" fmla="*/ 643257 h 1796087"/>
                <a:gd name="connsiteX1074" fmla="*/ 1804054 w 2290556"/>
                <a:gd name="connsiteY1074" fmla="*/ 645107 h 1796087"/>
                <a:gd name="connsiteX1075" fmla="*/ 1805232 w 2290556"/>
                <a:gd name="connsiteY1075" fmla="*/ 647832 h 1796087"/>
                <a:gd name="connsiteX1076" fmla="*/ 1808833 w 2290556"/>
                <a:gd name="connsiteY1076" fmla="*/ 651095 h 1796087"/>
                <a:gd name="connsiteX1077" fmla="*/ 1814386 w 2290556"/>
                <a:gd name="connsiteY1077" fmla="*/ 656208 h 1796087"/>
                <a:gd name="connsiteX1078" fmla="*/ 1818391 w 2290556"/>
                <a:gd name="connsiteY1078" fmla="*/ 659808 h 1796087"/>
                <a:gd name="connsiteX1079" fmla="*/ 1824247 w 2290556"/>
                <a:gd name="connsiteY1079" fmla="*/ 665022 h 1796087"/>
                <a:gd name="connsiteX1080" fmla="*/ 1830540 w 2290556"/>
                <a:gd name="connsiteY1080" fmla="*/ 669900 h 1796087"/>
                <a:gd name="connsiteX1081" fmla="*/ 1836396 w 2290556"/>
                <a:gd name="connsiteY1081" fmla="*/ 676325 h 1796087"/>
                <a:gd name="connsiteX1082" fmla="*/ 1839223 w 2290556"/>
                <a:gd name="connsiteY1082" fmla="*/ 680664 h 1796087"/>
                <a:gd name="connsiteX1083" fmla="*/ 1841713 w 2290556"/>
                <a:gd name="connsiteY1083" fmla="*/ 683726 h 1796087"/>
                <a:gd name="connsiteX1084" fmla="*/ 1845180 w 2290556"/>
                <a:gd name="connsiteY1084" fmla="*/ 690016 h 1796087"/>
                <a:gd name="connsiteX1085" fmla="*/ 1854098 w 2290556"/>
                <a:gd name="connsiteY1085" fmla="*/ 696744 h 1796087"/>
                <a:gd name="connsiteX1086" fmla="*/ 1857464 w 2290556"/>
                <a:gd name="connsiteY1086" fmla="*/ 701319 h 1796087"/>
                <a:gd name="connsiteX1087" fmla="*/ 1856286 w 2290556"/>
                <a:gd name="connsiteY1087" fmla="*/ 704145 h 1796087"/>
                <a:gd name="connsiteX1088" fmla="*/ 1853459 w 2290556"/>
                <a:gd name="connsiteY1088" fmla="*/ 707509 h 1796087"/>
                <a:gd name="connsiteX1089" fmla="*/ 1859550 w 2290556"/>
                <a:gd name="connsiteY1089" fmla="*/ 712622 h 1796087"/>
                <a:gd name="connsiteX1090" fmla="*/ 1861704 w 2290556"/>
                <a:gd name="connsiteY1090" fmla="*/ 713799 h 1796087"/>
                <a:gd name="connsiteX1091" fmla="*/ 1867156 w 2290556"/>
                <a:gd name="connsiteY1091" fmla="*/ 719989 h 1796087"/>
                <a:gd name="connsiteX1092" fmla="*/ 1867156 w 2290556"/>
                <a:gd name="connsiteY1092" fmla="*/ 722916 h 1796087"/>
                <a:gd name="connsiteX1093" fmla="*/ 1866180 w 2290556"/>
                <a:gd name="connsiteY1093" fmla="*/ 724766 h 1796087"/>
                <a:gd name="connsiteX1094" fmla="*/ 1862478 w 2290556"/>
                <a:gd name="connsiteY1094" fmla="*/ 727794 h 1796087"/>
                <a:gd name="connsiteX1095" fmla="*/ 1857800 w 2290556"/>
                <a:gd name="connsiteY1095" fmla="*/ 731158 h 1796087"/>
                <a:gd name="connsiteX1096" fmla="*/ 1851170 w 2290556"/>
                <a:gd name="connsiteY1096" fmla="*/ 736473 h 1796087"/>
                <a:gd name="connsiteX1097" fmla="*/ 1849118 w 2290556"/>
                <a:gd name="connsiteY1097" fmla="*/ 738222 h 1796087"/>
                <a:gd name="connsiteX1098" fmla="*/ 1842689 w 2290556"/>
                <a:gd name="connsiteY1098" fmla="*/ 740947 h 1796087"/>
                <a:gd name="connsiteX1099" fmla="*/ 1836834 w 2290556"/>
                <a:gd name="connsiteY1099" fmla="*/ 742898 h 1796087"/>
                <a:gd name="connsiteX1100" fmla="*/ 1830641 w 2290556"/>
                <a:gd name="connsiteY1100" fmla="*/ 744210 h 1796087"/>
                <a:gd name="connsiteX1101" fmla="*/ 1825727 w 2290556"/>
                <a:gd name="connsiteY1101" fmla="*/ 744411 h 1796087"/>
                <a:gd name="connsiteX1102" fmla="*/ 1814318 w 2290556"/>
                <a:gd name="connsiteY1102" fmla="*/ 744311 h 1796087"/>
                <a:gd name="connsiteX1103" fmla="*/ 1805737 w 2290556"/>
                <a:gd name="connsiteY1103" fmla="*/ 744950 h 1796087"/>
                <a:gd name="connsiteX1104" fmla="*/ 1801732 w 2290556"/>
                <a:gd name="connsiteY1104" fmla="*/ 743739 h 1796087"/>
                <a:gd name="connsiteX1105" fmla="*/ 1798131 w 2290556"/>
                <a:gd name="connsiteY1105" fmla="*/ 741989 h 1796087"/>
                <a:gd name="connsiteX1106" fmla="*/ 1796078 w 2290556"/>
                <a:gd name="connsiteY1106" fmla="*/ 739803 h 1796087"/>
                <a:gd name="connsiteX1107" fmla="*/ 1793688 w 2290556"/>
                <a:gd name="connsiteY1107" fmla="*/ 736775 h 1796087"/>
                <a:gd name="connsiteX1108" fmla="*/ 1792510 w 2290556"/>
                <a:gd name="connsiteY1108" fmla="*/ 735800 h 1796087"/>
                <a:gd name="connsiteX1109" fmla="*/ 1790996 w 2290556"/>
                <a:gd name="connsiteY1109" fmla="*/ 734286 h 1796087"/>
                <a:gd name="connsiteX1110" fmla="*/ 1788606 w 2290556"/>
                <a:gd name="connsiteY1110" fmla="*/ 732537 h 1796087"/>
                <a:gd name="connsiteX1111" fmla="*/ 1786857 w 2290556"/>
                <a:gd name="connsiteY1111" fmla="*/ 731662 h 1796087"/>
                <a:gd name="connsiteX1112" fmla="*/ 1784803 w 2290556"/>
                <a:gd name="connsiteY1112" fmla="*/ 731763 h 1796087"/>
                <a:gd name="connsiteX1113" fmla="*/ 1782515 w 2290556"/>
                <a:gd name="connsiteY1113" fmla="*/ 731763 h 1796087"/>
                <a:gd name="connsiteX1114" fmla="*/ 1780563 w 2290556"/>
                <a:gd name="connsiteY1114" fmla="*/ 731763 h 1796087"/>
                <a:gd name="connsiteX1115" fmla="*/ 1778376 w 2290556"/>
                <a:gd name="connsiteY1115" fmla="*/ 732537 h 1796087"/>
                <a:gd name="connsiteX1116" fmla="*/ 1775784 w 2290556"/>
                <a:gd name="connsiteY1116" fmla="*/ 734824 h 1796087"/>
                <a:gd name="connsiteX1117" fmla="*/ 1774034 w 2290556"/>
                <a:gd name="connsiteY1117" fmla="*/ 736136 h 1796087"/>
                <a:gd name="connsiteX1118" fmla="*/ 1771207 w 2290556"/>
                <a:gd name="connsiteY1118" fmla="*/ 738087 h 1796087"/>
                <a:gd name="connsiteX1119" fmla="*/ 1768144 w 2290556"/>
                <a:gd name="connsiteY1119" fmla="*/ 738962 h 1796087"/>
                <a:gd name="connsiteX1120" fmla="*/ 1766731 w 2290556"/>
                <a:gd name="connsiteY1120" fmla="*/ 738962 h 1796087"/>
                <a:gd name="connsiteX1121" fmla="*/ 1763567 w 2290556"/>
                <a:gd name="connsiteY1121" fmla="*/ 738962 h 1796087"/>
                <a:gd name="connsiteX1122" fmla="*/ 1760101 w 2290556"/>
                <a:gd name="connsiteY1122" fmla="*/ 738794 h 1796087"/>
                <a:gd name="connsiteX1123" fmla="*/ 1757375 w 2290556"/>
                <a:gd name="connsiteY1123" fmla="*/ 738726 h 1796087"/>
                <a:gd name="connsiteX1124" fmla="*/ 1751182 w 2290556"/>
                <a:gd name="connsiteY1124" fmla="*/ 736876 h 1796087"/>
                <a:gd name="connsiteX1125" fmla="*/ 1746605 w 2290556"/>
                <a:gd name="connsiteY1125" fmla="*/ 735800 h 1796087"/>
                <a:gd name="connsiteX1126" fmla="*/ 1743779 w 2290556"/>
                <a:gd name="connsiteY1126" fmla="*/ 735800 h 1796087"/>
                <a:gd name="connsiteX1127" fmla="*/ 1739740 w 2290556"/>
                <a:gd name="connsiteY1127" fmla="*/ 735800 h 1796087"/>
                <a:gd name="connsiteX1128" fmla="*/ 1736173 w 2290556"/>
                <a:gd name="connsiteY1128" fmla="*/ 736674 h 1796087"/>
                <a:gd name="connsiteX1129" fmla="*/ 1733346 w 2290556"/>
                <a:gd name="connsiteY1129" fmla="*/ 737549 h 1796087"/>
                <a:gd name="connsiteX1130" fmla="*/ 1729879 w 2290556"/>
                <a:gd name="connsiteY1130" fmla="*/ 738861 h 1796087"/>
                <a:gd name="connsiteX1131" fmla="*/ 1725538 w 2290556"/>
                <a:gd name="connsiteY1131" fmla="*/ 740913 h 1796087"/>
                <a:gd name="connsiteX1132" fmla="*/ 1722913 w 2290556"/>
                <a:gd name="connsiteY1132" fmla="*/ 741788 h 1796087"/>
                <a:gd name="connsiteX1133" fmla="*/ 1720321 w 2290556"/>
                <a:gd name="connsiteY1133" fmla="*/ 742662 h 1796087"/>
                <a:gd name="connsiteX1134" fmla="*/ 1717158 w 2290556"/>
                <a:gd name="connsiteY1134" fmla="*/ 743840 h 1796087"/>
                <a:gd name="connsiteX1135" fmla="*/ 1713994 w 2290556"/>
                <a:gd name="connsiteY1135" fmla="*/ 745791 h 1796087"/>
                <a:gd name="connsiteX1136" fmla="*/ 1711268 w 2290556"/>
                <a:gd name="connsiteY1136" fmla="*/ 748078 h 1796087"/>
                <a:gd name="connsiteX1137" fmla="*/ 1708340 w 2290556"/>
                <a:gd name="connsiteY1137" fmla="*/ 750130 h 1796087"/>
                <a:gd name="connsiteX1138" fmla="*/ 1704537 w 2290556"/>
                <a:gd name="connsiteY1138" fmla="*/ 753057 h 1796087"/>
                <a:gd name="connsiteX1139" fmla="*/ 1699960 w 2290556"/>
                <a:gd name="connsiteY1139" fmla="*/ 756421 h 1796087"/>
                <a:gd name="connsiteX1140" fmla="*/ 1697335 w 2290556"/>
                <a:gd name="connsiteY1140" fmla="*/ 757396 h 1796087"/>
                <a:gd name="connsiteX1141" fmla="*/ 1692321 w 2290556"/>
                <a:gd name="connsiteY1141" fmla="*/ 760020 h 1796087"/>
                <a:gd name="connsiteX1142" fmla="*/ 1688282 w 2290556"/>
                <a:gd name="connsiteY1142" fmla="*/ 760121 h 1796087"/>
                <a:gd name="connsiteX1143" fmla="*/ 1682527 w 2290556"/>
                <a:gd name="connsiteY1143" fmla="*/ 759146 h 1796087"/>
                <a:gd name="connsiteX1144" fmla="*/ 1679364 w 2290556"/>
                <a:gd name="connsiteY1144" fmla="*/ 757497 h 1796087"/>
                <a:gd name="connsiteX1145" fmla="*/ 1677950 w 2290556"/>
                <a:gd name="connsiteY1145" fmla="*/ 758036 h 1796087"/>
                <a:gd name="connsiteX1146" fmla="*/ 1674349 w 2290556"/>
                <a:gd name="connsiteY1146" fmla="*/ 758036 h 1796087"/>
                <a:gd name="connsiteX1147" fmla="*/ 1672060 w 2290556"/>
                <a:gd name="connsiteY1147" fmla="*/ 758574 h 1796087"/>
                <a:gd name="connsiteX1148" fmla="*/ 1667921 w 2290556"/>
                <a:gd name="connsiteY1148" fmla="*/ 760323 h 1796087"/>
                <a:gd name="connsiteX1149" fmla="*/ 1664454 w 2290556"/>
                <a:gd name="connsiteY1149" fmla="*/ 764225 h 1796087"/>
                <a:gd name="connsiteX1150" fmla="*/ 1662940 w 2290556"/>
                <a:gd name="connsiteY1150" fmla="*/ 767589 h 1796087"/>
                <a:gd name="connsiteX1151" fmla="*/ 1662940 w 2290556"/>
                <a:gd name="connsiteY1151" fmla="*/ 772601 h 1796087"/>
                <a:gd name="connsiteX1152" fmla="*/ 1660349 w 2290556"/>
                <a:gd name="connsiteY1152" fmla="*/ 777177 h 1796087"/>
                <a:gd name="connsiteX1153" fmla="*/ 1657959 w 2290556"/>
                <a:gd name="connsiteY1153" fmla="*/ 781079 h 1796087"/>
                <a:gd name="connsiteX1154" fmla="*/ 1654358 w 2290556"/>
                <a:gd name="connsiteY1154" fmla="*/ 783568 h 1796087"/>
                <a:gd name="connsiteX1155" fmla="*/ 1651195 w 2290556"/>
                <a:gd name="connsiteY1155" fmla="*/ 784443 h 1796087"/>
                <a:gd name="connsiteX1156" fmla="*/ 1647930 w 2290556"/>
                <a:gd name="connsiteY1156" fmla="*/ 784241 h 1796087"/>
                <a:gd name="connsiteX1157" fmla="*/ 1644868 w 2290556"/>
                <a:gd name="connsiteY1157" fmla="*/ 783164 h 1796087"/>
                <a:gd name="connsiteX1158" fmla="*/ 1637464 w 2290556"/>
                <a:gd name="connsiteY1158" fmla="*/ 781953 h 1796087"/>
                <a:gd name="connsiteX1159" fmla="*/ 1631608 w 2290556"/>
                <a:gd name="connsiteY1159" fmla="*/ 781953 h 1796087"/>
                <a:gd name="connsiteX1160" fmla="*/ 1626829 w 2290556"/>
                <a:gd name="connsiteY1160" fmla="*/ 781953 h 1796087"/>
                <a:gd name="connsiteX1161" fmla="*/ 1621074 w 2290556"/>
                <a:gd name="connsiteY1161" fmla="*/ 783265 h 1796087"/>
                <a:gd name="connsiteX1162" fmla="*/ 1614444 w 2290556"/>
                <a:gd name="connsiteY1162" fmla="*/ 786730 h 1796087"/>
                <a:gd name="connsiteX1163" fmla="*/ 1606199 w 2290556"/>
                <a:gd name="connsiteY1163" fmla="*/ 792718 h 1796087"/>
                <a:gd name="connsiteX1164" fmla="*/ 1600343 w 2290556"/>
                <a:gd name="connsiteY1164" fmla="*/ 794333 h 1796087"/>
                <a:gd name="connsiteX1165" fmla="*/ 1595463 w 2290556"/>
                <a:gd name="connsiteY1165" fmla="*/ 798672 h 1796087"/>
                <a:gd name="connsiteX1166" fmla="*/ 1593410 w 2290556"/>
                <a:gd name="connsiteY1166" fmla="*/ 805198 h 1796087"/>
                <a:gd name="connsiteX1167" fmla="*/ 1590919 w 2290556"/>
                <a:gd name="connsiteY1167" fmla="*/ 808798 h 1796087"/>
                <a:gd name="connsiteX1168" fmla="*/ 1585804 w 2290556"/>
                <a:gd name="connsiteY1168" fmla="*/ 813575 h 1796087"/>
                <a:gd name="connsiteX1169" fmla="*/ 1583953 w 2290556"/>
                <a:gd name="connsiteY1169" fmla="*/ 815526 h 1796087"/>
                <a:gd name="connsiteX1170" fmla="*/ 1581227 w 2290556"/>
                <a:gd name="connsiteY1170" fmla="*/ 818351 h 1796087"/>
                <a:gd name="connsiteX1171" fmla="*/ 1577962 w 2290556"/>
                <a:gd name="connsiteY1171" fmla="*/ 822691 h 1796087"/>
                <a:gd name="connsiteX1172" fmla="*/ 1576212 w 2290556"/>
                <a:gd name="connsiteY1172" fmla="*/ 826829 h 1796087"/>
                <a:gd name="connsiteX1173" fmla="*/ 1574563 w 2290556"/>
                <a:gd name="connsiteY1173" fmla="*/ 828040 h 1796087"/>
                <a:gd name="connsiteX1174" fmla="*/ 1573486 w 2290556"/>
                <a:gd name="connsiteY1174" fmla="*/ 831404 h 1796087"/>
                <a:gd name="connsiteX1175" fmla="*/ 1572712 w 2290556"/>
                <a:gd name="connsiteY1175" fmla="*/ 833893 h 1796087"/>
                <a:gd name="connsiteX1176" fmla="*/ 1572376 w 2290556"/>
                <a:gd name="connsiteY1176" fmla="*/ 836618 h 1796087"/>
                <a:gd name="connsiteX1177" fmla="*/ 1572039 w 2290556"/>
                <a:gd name="connsiteY1177" fmla="*/ 837694 h 1796087"/>
                <a:gd name="connsiteX1178" fmla="*/ 1573654 w 2290556"/>
                <a:gd name="connsiteY1178" fmla="*/ 840318 h 1796087"/>
                <a:gd name="connsiteX1179" fmla="*/ 1576683 w 2290556"/>
                <a:gd name="connsiteY1179" fmla="*/ 845431 h 1796087"/>
                <a:gd name="connsiteX1180" fmla="*/ 1577323 w 2290556"/>
                <a:gd name="connsiteY1180" fmla="*/ 847618 h 1796087"/>
                <a:gd name="connsiteX1181" fmla="*/ 1577861 w 2290556"/>
                <a:gd name="connsiteY1181" fmla="*/ 851083 h 1796087"/>
                <a:gd name="connsiteX1182" fmla="*/ 1577861 w 2290556"/>
                <a:gd name="connsiteY1182" fmla="*/ 854548 h 1796087"/>
                <a:gd name="connsiteX1183" fmla="*/ 1577861 w 2290556"/>
                <a:gd name="connsiteY1183" fmla="*/ 856600 h 1796087"/>
                <a:gd name="connsiteX1184" fmla="*/ 1577054 w 2290556"/>
                <a:gd name="connsiteY1184" fmla="*/ 858349 h 1796087"/>
                <a:gd name="connsiteX1185" fmla="*/ 1575034 w 2290556"/>
                <a:gd name="connsiteY1185" fmla="*/ 860098 h 1796087"/>
                <a:gd name="connsiteX1186" fmla="*/ 1572544 w 2290556"/>
                <a:gd name="connsiteY1186" fmla="*/ 862049 h 1796087"/>
                <a:gd name="connsiteX1187" fmla="*/ 1569818 w 2290556"/>
                <a:gd name="connsiteY1187" fmla="*/ 862924 h 1796087"/>
                <a:gd name="connsiteX1188" fmla="*/ 1565678 w 2290556"/>
                <a:gd name="connsiteY1188" fmla="*/ 862924 h 1796087"/>
                <a:gd name="connsiteX1189" fmla="*/ 1561236 w 2290556"/>
                <a:gd name="connsiteY1189" fmla="*/ 863698 h 1796087"/>
                <a:gd name="connsiteX1190" fmla="*/ 1558207 w 2290556"/>
                <a:gd name="connsiteY1190" fmla="*/ 864236 h 1796087"/>
                <a:gd name="connsiteX1191" fmla="*/ 1555918 w 2290556"/>
                <a:gd name="connsiteY1191" fmla="*/ 865110 h 1796087"/>
                <a:gd name="connsiteX1192" fmla="*/ 1553193 w 2290556"/>
                <a:gd name="connsiteY1192" fmla="*/ 866961 h 1796087"/>
                <a:gd name="connsiteX1193" fmla="*/ 1551341 w 2290556"/>
                <a:gd name="connsiteY1193" fmla="*/ 868710 h 1796087"/>
                <a:gd name="connsiteX1194" fmla="*/ 1549928 w 2290556"/>
                <a:gd name="connsiteY1194" fmla="*/ 870997 h 1796087"/>
                <a:gd name="connsiteX1195" fmla="*/ 1547438 w 2290556"/>
                <a:gd name="connsiteY1195" fmla="*/ 874462 h 1796087"/>
                <a:gd name="connsiteX1196" fmla="*/ 1542995 w 2290556"/>
                <a:gd name="connsiteY1196" fmla="*/ 878802 h 1796087"/>
                <a:gd name="connsiteX1197" fmla="*/ 1538519 w 2290556"/>
                <a:gd name="connsiteY1197" fmla="*/ 880316 h 1796087"/>
                <a:gd name="connsiteX1198" fmla="*/ 1533202 w 2290556"/>
                <a:gd name="connsiteY1198" fmla="*/ 885631 h 1796087"/>
                <a:gd name="connsiteX1199" fmla="*/ 1527312 w 2290556"/>
                <a:gd name="connsiteY1199" fmla="*/ 891282 h 1796087"/>
                <a:gd name="connsiteX1200" fmla="*/ 1520918 w 2290556"/>
                <a:gd name="connsiteY1200" fmla="*/ 895285 h 1796087"/>
                <a:gd name="connsiteX1201" fmla="*/ 1515802 w 2290556"/>
                <a:gd name="connsiteY1201" fmla="*/ 896799 h 1796087"/>
                <a:gd name="connsiteX1202" fmla="*/ 1509812 w 2290556"/>
                <a:gd name="connsiteY1202" fmla="*/ 899187 h 1796087"/>
                <a:gd name="connsiteX1203" fmla="*/ 1502240 w 2290556"/>
                <a:gd name="connsiteY1203" fmla="*/ 900600 h 1796087"/>
                <a:gd name="connsiteX1204" fmla="*/ 1479624 w 2290556"/>
                <a:gd name="connsiteY1204" fmla="*/ 900600 h 1796087"/>
                <a:gd name="connsiteX1205" fmla="*/ 1467441 w 2290556"/>
                <a:gd name="connsiteY1205" fmla="*/ 900600 h 1796087"/>
                <a:gd name="connsiteX1206" fmla="*/ 1459397 w 2290556"/>
                <a:gd name="connsiteY1206" fmla="*/ 900600 h 1796087"/>
                <a:gd name="connsiteX1207" fmla="*/ 1453306 w 2290556"/>
                <a:gd name="connsiteY1207" fmla="*/ 901139 h 1796087"/>
                <a:gd name="connsiteX1208" fmla="*/ 1446878 w 2290556"/>
                <a:gd name="connsiteY1208" fmla="*/ 902114 h 1796087"/>
                <a:gd name="connsiteX1209" fmla="*/ 1443176 w 2290556"/>
                <a:gd name="connsiteY1209" fmla="*/ 903191 h 1796087"/>
                <a:gd name="connsiteX1210" fmla="*/ 1439036 w 2290556"/>
                <a:gd name="connsiteY1210" fmla="*/ 905243 h 1796087"/>
                <a:gd name="connsiteX1211" fmla="*/ 1437959 w 2290556"/>
                <a:gd name="connsiteY1211" fmla="*/ 906555 h 1796087"/>
                <a:gd name="connsiteX1212" fmla="*/ 1436983 w 2290556"/>
                <a:gd name="connsiteY1212" fmla="*/ 908405 h 1796087"/>
                <a:gd name="connsiteX1213" fmla="*/ 1436983 w 2290556"/>
                <a:gd name="connsiteY1213" fmla="*/ 911567 h 1796087"/>
                <a:gd name="connsiteX1214" fmla="*/ 1435233 w 2290556"/>
                <a:gd name="connsiteY1214" fmla="*/ 915368 h 1796087"/>
                <a:gd name="connsiteX1215" fmla="*/ 1435233 w 2290556"/>
                <a:gd name="connsiteY1215" fmla="*/ 920246 h 1796087"/>
                <a:gd name="connsiteX1216" fmla="*/ 1432070 w 2290556"/>
                <a:gd name="connsiteY1216" fmla="*/ 925023 h 1796087"/>
                <a:gd name="connsiteX1217" fmla="*/ 1427055 w 2290556"/>
                <a:gd name="connsiteY1217" fmla="*/ 930674 h 1796087"/>
                <a:gd name="connsiteX1218" fmla="*/ 1421401 w 2290556"/>
                <a:gd name="connsiteY1218" fmla="*/ 936225 h 1796087"/>
                <a:gd name="connsiteX1219" fmla="*/ 1412180 w 2290556"/>
                <a:gd name="connsiteY1219" fmla="*/ 942953 h 1796087"/>
                <a:gd name="connsiteX1220" fmla="*/ 1400233 w 2290556"/>
                <a:gd name="connsiteY1220" fmla="*/ 955668 h 1796087"/>
                <a:gd name="connsiteX1221" fmla="*/ 1389699 w 2290556"/>
                <a:gd name="connsiteY1221" fmla="*/ 962834 h 1796087"/>
                <a:gd name="connsiteX1222" fmla="*/ 1378626 w 2290556"/>
                <a:gd name="connsiteY1222" fmla="*/ 970672 h 1796087"/>
                <a:gd name="connsiteX1223" fmla="*/ 1374722 w 2290556"/>
                <a:gd name="connsiteY1223" fmla="*/ 971849 h 1796087"/>
                <a:gd name="connsiteX1224" fmla="*/ 1364828 w 2290556"/>
                <a:gd name="connsiteY1224" fmla="*/ 975314 h 1796087"/>
                <a:gd name="connsiteX1225" fmla="*/ 1355169 w 2290556"/>
                <a:gd name="connsiteY1225" fmla="*/ 975314 h 1796087"/>
                <a:gd name="connsiteX1226" fmla="*/ 1348001 w 2290556"/>
                <a:gd name="connsiteY1226" fmla="*/ 974776 h 1796087"/>
                <a:gd name="connsiteX1227" fmla="*/ 1341808 w 2290556"/>
                <a:gd name="connsiteY1227" fmla="*/ 974338 h 1796087"/>
                <a:gd name="connsiteX1228" fmla="*/ 1336255 w 2290556"/>
                <a:gd name="connsiteY1228" fmla="*/ 974776 h 1796087"/>
                <a:gd name="connsiteX1229" fmla="*/ 1332553 w 2290556"/>
                <a:gd name="connsiteY1229" fmla="*/ 974237 h 1796087"/>
                <a:gd name="connsiteX1230" fmla="*/ 1327135 w 2290556"/>
                <a:gd name="connsiteY1230" fmla="*/ 973262 h 1796087"/>
                <a:gd name="connsiteX1231" fmla="*/ 1322558 w 2290556"/>
                <a:gd name="connsiteY1231" fmla="*/ 972051 h 1796087"/>
                <a:gd name="connsiteX1232" fmla="*/ 1317139 w 2290556"/>
                <a:gd name="connsiteY1232" fmla="*/ 971513 h 1796087"/>
                <a:gd name="connsiteX1233" fmla="*/ 1307582 w 2290556"/>
                <a:gd name="connsiteY1233" fmla="*/ 967711 h 1796087"/>
                <a:gd name="connsiteX1234" fmla="*/ 1302264 w 2290556"/>
                <a:gd name="connsiteY1234" fmla="*/ 968351 h 1796087"/>
                <a:gd name="connsiteX1235" fmla="*/ 1298024 w 2290556"/>
                <a:gd name="connsiteY1235" fmla="*/ 968351 h 1796087"/>
                <a:gd name="connsiteX1236" fmla="*/ 1293446 w 2290556"/>
                <a:gd name="connsiteY1236" fmla="*/ 967812 h 1796087"/>
                <a:gd name="connsiteX1237" fmla="*/ 1289307 w 2290556"/>
                <a:gd name="connsiteY1237" fmla="*/ 966063 h 1796087"/>
                <a:gd name="connsiteX1238" fmla="*/ 1284427 w 2290556"/>
                <a:gd name="connsiteY1238" fmla="*/ 963574 h 1796087"/>
                <a:gd name="connsiteX1239" fmla="*/ 1274735 w 2290556"/>
                <a:gd name="connsiteY1239" fmla="*/ 954760 h 1796087"/>
                <a:gd name="connsiteX1240" fmla="*/ 1272143 w 2290556"/>
                <a:gd name="connsiteY1240" fmla="*/ 952035 h 1796087"/>
                <a:gd name="connsiteX1241" fmla="*/ 1269653 w 2290556"/>
                <a:gd name="connsiteY1241" fmla="*/ 949546 h 1796087"/>
                <a:gd name="connsiteX1242" fmla="*/ 1267028 w 2290556"/>
                <a:gd name="connsiteY1242" fmla="*/ 948133 h 1796087"/>
                <a:gd name="connsiteX1243" fmla="*/ 1262249 w 2290556"/>
                <a:gd name="connsiteY1243" fmla="*/ 947494 h 1796087"/>
                <a:gd name="connsiteX1244" fmla="*/ 1253566 w 2290556"/>
                <a:gd name="connsiteY1244" fmla="*/ 947494 h 1796087"/>
                <a:gd name="connsiteX1245" fmla="*/ 1240508 w 2290556"/>
                <a:gd name="connsiteY1245" fmla="*/ 947494 h 1796087"/>
                <a:gd name="connsiteX1246" fmla="*/ 1236907 w 2290556"/>
                <a:gd name="connsiteY1246" fmla="*/ 947696 h 1796087"/>
                <a:gd name="connsiteX1247" fmla="*/ 1233340 w 2290556"/>
                <a:gd name="connsiteY1247" fmla="*/ 947830 h 1796087"/>
                <a:gd name="connsiteX1248" fmla="*/ 1229739 w 2290556"/>
                <a:gd name="connsiteY1248" fmla="*/ 948806 h 1796087"/>
                <a:gd name="connsiteX1249" fmla="*/ 1227450 w 2290556"/>
                <a:gd name="connsiteY1249" fmla="*/ 949344 h 1796087"/>
                <a:gd name="connsiteX1250" fmla="*/ 1222873 w 2290556"/>
                <a:gd name="connsiteY1250" fmla="*/ 951632 h 1796087"/>
                <a:gd name="connsiteX1251" fmla="*/ 1219507 w 2290556"/>
                <a:gd name="connsiteY1251" fmla="*/ 953280 h 1796087"/>
                <a:gd name="connsiteX1252" fmla="*/ 1216479 w 2290556"/>
                <a:gd name="connsiteY1252" fmla="*/ 955870 h 1796087"/>
                <a:gd name="connsiteX1253" fmla="*/ 1213753 w 2290556"/>
                <a:gd name="connsiteY1253" fmla="*/ 957922 h 1796087"/>
                <a:gd name="connsiteX1254" fmla="*/ 1210152 w 2290556"/>
                <a:gd name="connsiteY1254" fmla="*/ 960950 h 1796087"/>
                <a:gd name="connsiteX1255" fmla="*/ 1208099 w 2290556"/>
                <a:gd name="connsiteY1255" fmla="*/ 964953 h 1796087"/>
                <a:gd name="connsiteX1256" fmla="*/ 1205810 w 2290556"/>
                <a:gd name="connsiteY1256" fmla="*/ 969831 h 1796087"/>
                <a:gd name="connsiteX1257" fmla="*/ 1200358 w 2290556"/>
                <a:gd name="connsiteY1257" fmla="*/ 975684 h 1796087"/>
                <a:gd name="connsiteX1258" fmla="*/ 1198171 w 2290556"/>
                <a:gd name="connsiteY1258" fmla="*/ 985675 h 1796087"/>
                <a:gd name="connsiteX1259" fmla="*/ 1197194 w 2290556"/>
                <a:gd name="connsiteY1259" fmla="*/ 987962 h 1796087"/>
                <a:gd name="connsiteX1260" fmla="*/ 1195243 w 2290556"/>
                <a:gd name="connsiteY1260" fmla="*/ 992403 h 1796087"/>
                <a:gd name="connsiteX1261" fmla="*/ 1193728 w 2290556"/>
                <a:gd name="connsiteY1261" fmla="*/ 996641 h 1796087"/>
                <a:gd name="connsiteX1262" fmla="*/ 1191978 w 2290556"/>
                <a:gd name="connsiteY1262" fmla="*/ 1000544 h 1796087"/>
                <a:gd name="connsiteX1263" fmla="*/ 1191002 w 2290556"/>
                <a:gd name="connsiteY1263" fmla="*/ 1004984 h 1796087"/>
                <a:gd name="connsiteX1264" fmla="*/ 1190565 w 2290556"/>
                <a:gd name="connsiteY1264" fmla="*/ 1009559 h 1796087"/>
                <a:gd name="connsiteX1265" fmla="*/ 1189689 w 2290556"/>
                <a:gd name="connsiteY1265" fmla="*/ 1012721 h 1796087"/>
                <a:gd name="connsiteX1266" fmla="*/ 1188377 w 2290556"/>
                <a:gd name="connsiteY1266" fmla="*/ 1015648 h 1796087"/>
                <a:gd name="connsiteX1267" fmla="*/ 1185314 w 2290556"/>
                <a:gd name="connsiteY1267" fmla="*/ 1019348 h 1796087"/>
                <a:gd name="connsiteX1268" fmla="*/ 1184574 w 2290556"/>
                <a:gd name="connsiteY1268" fmla="*/ 1021299 h 1796087"/>
                <a:gd name="connsiteX1269" fmla="*/ 1184776 w 2290556"/>
                <a:gd name="connsiteY1269" fmla="*/ 1024764 h 1796087"/>
                <a:gd name="connsiteX1270" fmla="*/ 1184776 w 2290556"/>
                <a:gd name="connsiteY1270" fmla="*/ 1027691 h 1796087"/>
                <a:gd name="connsiteX1271" fmla="*/ 1185819 w 2290556"/>
                <a:gd name="connsiteY1271" fmla="*/ 1030752 h 1796087"/>
                <a:gd name="connsiteX1272" fmla="*/ 1188040 w 2290556"/>
                <a:gd name="connsiteY1272" fmla="*/ 1033342 h 1796087"/>
                <a:gd name="connsiteX1273" fmla="*/ 1191204 w 2290556"/>
                <a:gd name="connsiteY1273" fmla="*/ 1036942 h 1796087"/>
                <a:gd name="connsiteX1274" fmla="*/ 1192718 w 2290556"/>
                <a:gd name="connsiteY1274" fmla="*/ 1043569 h 1796087"/>
                <a:gd name="connsiteX1275" fmla="*/ 1192920 w 2290556"/>
                <a:gd name="connsiteY1275" fmla="*/ 1046731 h 1796087"/>
                <a:gd name="connsiteX1276" fmla="*/ 1198036 w 2290556"/>
                <a:gd name="connsiteY1276" fmla="*/ 1054434 h 1796087"/>
                <a:gd name="connsiteX1277" fmla="*/ 1201300 w 2290556"/>
                <a:gd name="connsiteY1277" fmla="*/ 1059850 h 1796087"/>
                <a:gd name="connsiteX1278" fmla="*/ 1207493 w 2290556"/>
                <a:gd name="connsiteY1278" fmla="*/ 1064863 h 1796087"/>
                <a:gd name="connsiteX1279" fmla="*/ 1218464 w 2290556"/>
                <a:gd name="connsiteY1279" fmla="*/ 1074854 h 1796087"/>
                <a:gd name="connsiteX1280" fmla="*/ 1221931 w 2290556"/>
                <a:gd name="connsiteY1280" fmla="*/ 1078991 h 1796087"/>
                <a:gd name="connsiteX1281" fmla="*/ 1225296 w 2290556"/>
                <a:gd name="connsiteY1281" fmla="*/ 1082153 h 1796087"/>
                <a:gd name="connsiteX1282" fmla="*/ 1226508 w 2290556"/>
                <a:gd name="connsiteY1282" fmla="*/ 1085618 h 1796087"/>
                <a:gd name="connsiteX1283" fmla="*/ 1226508 w 2290556"/>
                <a:gd name="connsiteY1283" fmla="*/ 1089857 h 1796087"/>
                <a:gd name="connsiteX1284" fmla="*/ 1226036 w 2290556"/>
                <a:gd name="connsiteY1284" fmla="*/ 1095845 h 1796087"/>
                <a:gd name="connsiteX1285" fmla="*/ 1222267 w 2290556"/>
                <a:gd name="connsiteY1285" fmla="*/ 1100622 h 1796087"/>
                <a:gd name="connsiteX1286" fmla="*/ 1217589 w 2290556"/>
                <a:gd name="connsiteY1286" fmla="*/ 1106273 h 1796087"/>
                <a:gd name="connsiteX1287" fmla="*/ 1207493 w 2290556"/>
                <a:gd name="connsiteY1287" fmla="*/ 1114851 h 1796087"/>
                <a:gd name="connsiteX1288" fmla="*/ 1196420 w 2290556"/>
                <a:gd name="connsiteY1288" fmla="*/ 1123429 h 1796087"/>
                <a:gd name="connsiteX1289" fmla="*/ 1185314 w 2290556"/>
                <a:gd name="connsiteY1289" fmla="*/ 1129518 h 1796087"/>
                <a:gd name="connsiteX1290" fmla="*/ 1166535 w 2290556"/>
                <a:gd name="connsiteY1290" fmla="*/ 1137423 h 1796087"/>
                <a:gd name="connsiteX1291" fmla="*/ 1159569 w 2290556"/>
                <a:gd name="connsiteY1291" fmla="*/ 1140586 h 1796087"/>
                <a:gd name="connsiteX1292" fmla="*/ 1153141 w 2290556"/>
                <a:gd name="connsiteY1292" fmla="*/ 1142436 h 1796087"/>
                <a:gd name="connsiteX1293" fmla="*/ 1148799 w 2290556"/>
                <a:gd name="connsiteY1293" fmla="*/ 1145160 h 1796087"/>
                <a:gd name="connsiteX1294" fmla="*/ 1144020 w 2290556"/>
                <a:gd name="connsiteY1294" fmla="*/ 1148087 h 1796087"/>
                <a:gd name="connsiteX1295" fmla="*/ 1140857 w 2290556"/>
                <a:gd name="connsiteY1295" fmla="*/ 1151552 h 1796087"/>
                <a:gd name="connsiteX1296" fmla="*/ 1137794 w 2290556"/>
                <a:gd name="connsiteY1296" fmla="*/ 1155589 h 1796087"/>
                <a:gd name="connsiteX1297" fmla="*/ 1135943 w 2290556"/>
                <a:gd name="connsiteY1297" fmla="*/ 1158852 h 1796087"/>
                <a:gd name="connsiteX1298" fmla="*/ 1134092 w 2290556"/>
                <a:gd name="connsiteY1298" fmla="*/ 1162014 h 1796087"/>
                <a:gd name="connsiteX1299" fmla="*/ 1131467 w 2290556"/>
                <a:gd name="connsiteY1299" fmla="*/ 1165378 h 1796087"/>
                <a:gd name="connsiteX1300" fmla="*/ 1129179 w 2290556"/>
                <a:gd name="connsiteY1300" fmla="*/ 1168103 h 1796087"/>
                <a:gd name="connsiteX1301" fmla="*/ 1126789 w 2290556"/>
                <a:gd name="connsiteY1301" fmla="*/ 1172341 h 1796087"/>
                <a:gd name="connsiteX1302" fmla="*/ 1123323 w 2290556"/>
                <a:gd name="connsiteY1302" fmla="*/ 1175941 h 1796087"/>
                <a:gd name="connsiteX1303" fmla="*/ 1120832 w 2290556"/>
                <a:gd name="connsiteY1303" fmla="*/ 1180818 h 1796087"/>
                <a:gd name="connsiteX1304" fmla="*/ 1115818 w 2290556"/>
                <a:gd name="connsiteY1304" fmla="*/ 1189195 h 1796087"/>
                <a:gd name="connsiteX1305" fmla="*/ 1094178 w 2290556"/>
                <a:gd name="connsiteY1305" fmla="*/ 1207562 h 1796087"/>
                <a:gd name="connsiteX1306" fmla="*/ 1091014 w 2290556"/>
                <a:gd name="connsiteY1306" fmla="*/ 1211599 h 1796087"/>
                <a:gd name="connsiteX1307" fmla="*/ 1087851 w 2290556"/>
                <a:gd name="connsiteY1307" fmla="*/ 1215198 h 1796087"/>
                <a:gd name="connsiteX1308" fmla="*/ 1084923 w 2290556"/>
                <a:gd name="connsiteY1308" fmla="*/ 1217048 h 1796087"/>
                <a:gd name="connsiteX1309" fmla="*/ 1080783 w 2290556"/>
                <a:gd name="connsiteY1309" fmla="*/ 1220110 h 1796087"/>
                <a:gd name="connsiteX1310" fmla="*/ 1076105 w 2290556"/>
                <a:gd name="connsiteY1310" fmla="*/ 1221422 h 1796087"/>
                <a:gd name="connsiteX1311" fmla="*/ 1070889 w 2290556"/>
                <a:gd name="connsiteY1311" fmla="*/ 1222498 h 1796087"/>
                <a:gd name="connsiteX1312" fmla="*/ 1067523 w 2290556"/>
                <a:gd name="connsiteY1312" fmla="*/ 1222935 h 1796087"/>
                <a:gd name="connsiteX1313" fmla="*/ 1062745 w 2290556"/>
                <a:gd name="connsiteY1313" fmla="*/ 1223373 h 1796087"/>
                <a:gd name="connsiteX1314" fmla="*/ 1055340 w 2290556"/>
                <a:gd name="connsiteY1314" fmla="*/ 1224146 h 1796087"/>
                <a:gd name="connsiteX1315" fmla="*/ 1051436 w 2290556"/>
                <a:gd name="connsiteY1315" fmla="*/ 1224584 h 1796087"/>
                <a:gd name="connsiteX1316" fmla="*/ 1046657 w 2290556"/>
                <a:gd name="connsiteY1316" fmla="*/ 1226636 h 1796087"/>
                <a:gd name="connsiteX1317" fmla="*/ 1040028 w 2290556"/>
                <a:gd name="connsiteY1317" fmla="*/ 1230235 h 1796087"/>
                <a:gd name="connsiteX1318" fmla="*/ 1034037 w 2290556"/>
                <a:gd name="connsiteY1318" fmla="*/ 1234238 h 1796087"/>
                <a:gd name="connsiteX1319" fmla="*/ 1025657 w 2290556"/>
                <a:gd name="connsiteY1319" fmla="*/ 1241504 h 1796087"/>
                <a:gd name="connsiteX1320" fmla="*/ 1016873 w 2290556"/>
                <a:gd name="connsiteY1320" fmla="*/ 1244734 h 1796087"/>
                <a:gd name="connsiteX1321" fmla="*/ 1002536 w 2290556"/>
                <a:gd name="connsiteY1321" fmla="*/ 1244734 h 1796087"/>
                <a:gd name="connsiteX1322" fmla="*/ 978944 w 2290556"/>
                <a:gd name="connsiteY1322" fmla="*/ 1246079 h 1796087"/>
                <a:gd name="connsiteX1323" fmla="*/ 959055 w 2290556"/>
                <a:gd name="connsiteY1323" fmla="*/ 1248199 h 1796087"/>
                <a:gd name="connsiteX1324" fmla="*/ 953199 w 2290556"/>
                <a:gd name="connsiteY1324" fmla="*/ 1248636 h 1796087"/>
                <a:gd name="connsiteX1325" fmla="*/ 941352 w 2290556"/>
                <a:gd name="connsiteY1325" fmla="*/ 1246786 h 1796087"/>
                <a:gd name="connsiteX1326" fmla="*/ 926242 w 2290556"/>
                <a:gd name="connsiteY1326" fmla="*/ 1245272 h 1796087"/>
                <a:gd name="connsiteX1327" fmla="*/ 916010 w 2290556"/>
                <a:gd name="connsiteY1327" fmla="*/ 1245474 h 1796087"/>
                <a:gd name="connsiteX1328" fmla="*/ 890130 w 2290556"/>
                <a:gd name="connsiteY1328" fmla="*/ 1246113 h 1796087"/>
                <a:gd name="connsiteX1329" fmla="*/ 883702 w 2290556"/>
                <a:gd name="connsiteY1329" fmla="*/ 1246449 h 1796087"/>
                <a:gd name="connsiteX1330" fmla="*/ 871250 w 2290556"/>
                <a:gd name="connsiteY1330" fmla="*/ 1248064 h 1796087"/>
                <a:gd name="connsiteX1331" fmla="*/ 860615 w 2290556"/>
                <a:gd name="connsiteY1331" fmla="*/ 1248064 h 1796087"/>
                <a:gd name="connsiteX1332" fmla="*/ 856576 w 2290556"/>
                <a:gd name="connsiteY1332" fmla="*/ 1245171 h 1796087"/>
                <a:gd name="connsiteX1333" fmla="*/ 852235 w 2290556"/>
                <a:gd name="connsiteY1333" fmla="*/ 1243388 h 1796087"/>
                <a:gd name="connsiteX1334" fmla="*/ 847692 w 2290556"/>
                <a:gd name="connsiteY1334" fmla="*/ 1242850 h 1796087"/>
                <a:gd name="connsiteX1335" fmla="*/ 842038 w 2290556"/>
                <a:gd name="connsiteY1335" fmla="*/ 1243085 h 1796087"/>
                <a:gd name="connsiteX1336" fmla="*/ 837898 w 2290556"/>
                <a:gd name="connsiteY1336" fmla="*/ 1243422 h 1796087"/>
                <a:gd name="connsiteX1337" fmla="*/ 833994 w 2290556"/>
                <a:gd name="connsiteY1337" fmla="*/ 1244734 h 1796087"/>
                <a:gd name="connsiteX1338" fmla="*/ 828677 w 2290556"/>
                <a:gd name="connsiteY1338" fmla="*/ 1247459 h 1796087"/>
                <a:gd name="connsiteX1339" fmla="*/ 815854 w 2290556"/>
                <a:gd name="connsiteY1339" fmla="*/ 1255936 h 1796087"/>
                <a:gd name="connsiteX1340" fmla="*/ 812354 w 2290556"/>
                <a:gd name="connsiteY1340" fmla="*/ 1260073 h 1796087"/>
                <a:gd name="connsiteX1341" fmla="*/ 803234 w 2290556"/>
                <a:gd name="connsiteY1341" fmla="*/ 1262361 h 1796087"/>
                <a:gd name="connsiteX1342" fmla="*/ 794214 w 2290556"/>
                <a:gd name="connsiteY1342" fmla="*/ 1262563 h 1796087"/>
                <a:gd name="connsiteX1343" fmla="*/ 785633 w 2290556"/>
                <a:gd name="connsiteY1343" fmla="*/ 1262462 h 1796087"/>
                <a:gd name="connsiteX1344" fmla="*/ 780079 w 2290556"/>
                <a:gd name="connsiteY1344" fmla="*/ 1263437 h 1796087"/>
                <a:gd name="connsiteX1345" fmla="*/ 770084 w 2290556"/>
                <a:gd name="connsiteY1345" fmla="*/ 1267239 h 1796087"/>
                <a:gd name="connsiteX1346" fmla="*/ 735184 w 2290556"/>
                <a:gd name="connsiteY1346" fmla="*/ 1282444 h 1796087"/>
                <a:gd name="connsiteX1347" fmla="*/ 719097 w 2290556"/>
                <a:gd name="connsiteY1347" fmla="*/ 1288734 h 1796087"/>
                <a:gd name="connsiteX1348" fmla="*/ 693890 w 2290556"/>
                <a:gd name="connsiteY1348" fmla="*/ 1299062 h 1796087"/>
                <a:gd name="connsiteX1349" fmla="*/ 667808 w 2290556"/>
                <a:gd name="connsiteY1349" fmla="*/ 1313291 h 1796087"/>
                <a:gd name="connsiteX1350" fmla="*/ 661817 w 2290556"/>
                <a:gd name="connsiteY1350" fmla="*/ 1316117 h 1796087"/>
                <a:gd name="connsiteX1351" fmla="*/ 655962 w 2290556"/>
                <a:gd name="connsiteY1351" fmla="*/ 1322105 h 1796087"/>
                <a:gd name="connsiteX1352" fmla="*/ 647817 w 2290556"/>
                <a:gd name="connsiteY1352" fmla="*/ 1326344 h 1796087"/>
                <a:gd name="connsiteX1353" fmla="*/ 645428 w 2290556"/>
                <a:gd name="connsiteY1353" fmla="*/ 1328934 h 1796087"/>
                <a:gd name="connsiteX1354" fmla="*/ 643476 w 2290556"/>
                <a:gd name="connsiteY1354" fmla="*/ 1332096 h 1796087"/>
                <a:gd name="connsiteX1355" fmla="*/ 638899 w 2290556"/>
                <a:gd name="connsiteY1355" fmla="*/ 1333946 h 1796087"/>
                <a:gd name="connsiteX1356" fmla="*/ 634423 w 2290556"/>
                <a:gd name="connsiteY1356" fmla="*/ 1332298 h 1796087"/>
                <a:gd name="connsiteX1357" fmla="*/ 633447 w 2290556"/>
                <a:gd name="connsiteY1357" fmla="*/ 1329573 h 1796087"/>
                <a:gd name="connsiteX1358" fmla="*/ 632134 w 2290556"/>
                <a:gd name="connsiteY1358" fmla="*/ 1325973 h 1796087"/>
                <a:gd name="connsiteX1359" fmla="*/ 627994 w 2290556"/>
                <a:gd name="connsiteY1359" fmla="*/ 1324998 h 1796087"/>
                <a:gd name="connsiteX1360" fmla="*/ 621600 w 2290556"/>
                <a:gd name="connsiteY1360" fmla="*/ 1324022 h 1796087"/>
                <a:gd name="connsiteX1361" fmla="*/ 616720 w 2290556"/>
                <a:gd name="connsiteY1361" fmla="*/ 1324897 h 1796087"/>
                <a:gd name="connsiteX1362" fmla="*/ 611066 w 2290556"/>
                <a:gd name="connsiteY1362" fmla="*/ 1325873 h 1796087"/>
                <a:gd name="connsiteX1363" fmla="*/ 606489 w 2290556"/>
                <a:gd name="connsiteY1363" fmla="*/ 1325873 h 1796087"/>
                <a:gd name="connsiteX1364" fmla="*/ 602047 w 2290556"/>
                <a:gd name="connsiteY1364" fmla="*/ 1324460 h 1796087"/>
                <a:gd name="connsiteX1365" fmla="*/ 600432 w 2290556"/>
                <a:gd name="connsiteY1365" fmla="*/ 1322408 h 1796087"/>
                <a:gd name="connsiteX1366" fmla="*/ 599119 w 2290556"/>
                <a:gd name="connsiteY1366" fmla="*/ 1318505 h 1796087"/>
                <a:gd name="connsiteX1367" fmla="*/ 599119 w 2290556"/>
                <a:gd name="connsiteY1367" fmla="*/ 1311542 h 1796087"/>
                <a:gd name="connsiteX1368" fmla="*/ 599119 w 2290556"/>
                <a:gd name="connsiteY1368" fmla="*/ 1308077 h 1796087"/>
                <a:gd name="connsiteX1369" fmla="*/ 599119 w 2290556"/>
                <a:gd name="connsiteY1369" fmla="*/ 1303199 h 1796087"/>
                <a:gd name="connsiteX1370" fmla="*/ 596561 w 2290556"/>
                <a:gd name="connsiteY1370" fmla="*/ 1299936 h 1796087"/>
                <a:gd name="connsiteX1371" fmla="*/ 594441 w 2290556"/>
                <a:gd name="connsiteY1371" fmla="*/ 1298288 h 1796087"/>
                <a:gd name="connsiteX1372" fmla="*/ 589426 w 2290556"/>
                <a:gd name="connsiteY1372" fmla="*/ 1297851 h 1796087"/>
                <a:gd name="connsiteX1373" fmla="*/ 584648 w 2290556"/>
                <a:gd name="connsiteY1373" fmla="*/ 1300475 h 1796087"/>
                <a:gd name="connsiteX1374" fmla="*/ 572262 w 2290556"/>
                <a:gd name="connsiteY1374" fmla="*/ 1303199 h 1796087"/>
                <a:gd name="connsiteX1375" fmla="*/ 539988 w 2290556"/>
                <a:gd name="connsiteY1375" fmla="*/ 1302224 h 1796087"/>
                <a:gd name="connsiteX1376" fmla="*/ 531170 w 2290556"/>
                <a:gd name="connsiteY1376" fmla="*/ 1300374 h 1796087"/>
                <a:gd name="connsiteX1377" fmla="*/ 518684 w 2290556"/>
                <a:gd name="connsiteY1377" fmla="*/ 1299297 h 1796087"/>
                <a:gd name="connsiteX1378" fmla="*/ 507275 w 2290556"/>
                <a:gd name="connsiteY1378" fmla="*/ 1294621 h 1796087"/>
                <a:gd name="connsiteX1379" fmla="*/ 486073 w 2290556"/>
                <a:gd name="connsiteY1379" fmla="*/ 1282881 h 1796087"/>
                <a:gd name="connsiteX1380" fmla="*/ 454774 w 2290556"/>
                <a:gd name="connsiteY1380" fmla="*/ 1267575 h 1796087"/>
                <a:gd name="connsiteX1381" fmla="*/ 438788 w 2290556"/>
                <a:gd name="connsiteY1381" fmla="*/ 1259434 h 1796087"/>
                <a:gd name="connsiteX1382" fmla="*/ 420750 w 2290556"/>
                <a:gd name="connsiteY1382" fmla="*/ 1254859 h 1796087"/>
                <a:gd name="connsiteX1383" fmla="*/ 411932 w 2290556"/>
                <a:gd name="connsiteY1383" fmla="*/ 1252471 h 1796087"/>
                <a:gd name="connsiteX1384" fmla="*/ 406480 w 2290556"/>
                <a:gd name="connsiteY1384" fmla="*/ 1250621 h 1796087"/>
                <a:gd name="connsiteX1385" fmla="*/ 398672 w 2290556"/>
                <a:gd name="connsiteY1385" fmla="*/ 1248232 h 1796087"/>
                <a:gd name="connsiteX1386" fmla="*/ 394634 w 2290556"/>
                <a:gd name="connsiteY1386" fmla="*/ 1246046 h 1796087"/>
                <a:gd name="connsiteX1387" fmla="*/ 391706 w 2290556"/>
                <a:gd name="connsiteY1387" fmla="*/ 1242244 h 1796087"/>
                <a:gd name="connsiteX1388" fmla="*/ 389619 w 2290556"/>
                <a:gd name="connsiteY1388" fmla="*/ 1238107 h 1796087"/>
                <a:gd name="connsiteX1389" fmla="*/ 389081 w 2290556"/>
                <a:gd name="connsiteY1389" fmla="*/ 1233532 h 1796087"/>
                <a:gd name="connsiteX1390" fmla="*/ 383629 w 2290556"/>
                <a:gd name="connsiteY1390" fmla="*/ 1227443 h 1796087"/>
                <a:gd name="connsiteX1391" fmla="*/ 376561 w 2290556"/>
                <a:gd name="connsiteY1391" fmla="*/ 1219067 h 1796087"/>
                <a:gd name="connsiteX1392" fmla="*/ 374912 w 2290556"/>
                <a:gd name="connsiteY1392" fmla="*/ 1215366 h 1796087"/>
                <a:gd name="connsiteX1393" fmla="*/ 371311 w 2290556"/>
                <a:gd name="connsiteY1393" fmla="*/ 1210791 h 1796087"/>
                <a:gd name="connsiteX1394" fmla="*/ 368383 w 2290556"/>
                <a:gd name="connsiteY1394" fmla="*/ 1208840 h 1796087"/>
                <a:gd name="connsiteX1395" fmla="*/ 365152 w 2290556"/>
                <a:gd name="connsiteY1395" fmla="*/ 1208100 h 1796087"/>
                <a:gd name="connsiteX1396" fmla="*/ 359936 w 2290556"/>
                <a:gd name="connsiteY1396" fmla="*/ 1208100 h 1796087"/>
                <a:gd name="connsiteX1397" fmla="*/ 355056 w 2290556"/>
                <a:gd name="connsiteY1397" fmla="*/ 1208100 h 1796087"/>
                <a:gd name="connsiteX1398" fmla="*/ 346036 w 2290556"/>
                <a:gd name="connsiteY1398" fmla="*/ 1206586 h 1796087"/>
                <a:gd name="connsiteX1399" fmla="*/ 337892 w 2290556"/>
                <a:gd name="connsiteY1399" fmla="*/ 1204534 h 1796087"/>
                <a:gd name="connsiteX1400" fmla="*/ 315949 w 2290556"/>
                <a:gd name="connsiteY1400" fmla="*/ 1193770 h 1796087"/>
                <a:gd name="connsiteX1401" fmla="*/ 284549 w 2290556"/>
                <a:gd name="connsiteY1401" fmla="*/ 1183005 h 1796087"/>
                <a:gd name="connsiteX1402" fmla="*/ 267285 w 2290556"/>
                <a:gd name="connsiteY1402" fmla="*/ 1182366 h 1796087"/>
                <a:gd name="connsiteX1403" fmla="*/ 213909 w 2290556"/>
                <a:gd name="connsiteY1403" fmla="*/ 1185528 h 1796087"/>
                <a:gd name="connsiteX1404" fmla="*/ 185773 w 2290556"/>
                <a:gd name="connsiteY1404" fmla="*/ 1185528 h 1796087"/>
                <a:gd name="connsiteX1405" fmla="*/ 139330 w 2290556"/>
                <a:gd name="connsiteY1405" fmla="*/ 1179607 h 1796087"/>
                <a:gd name="connsiteX1406" fmla="*/ 109075 w 2290556"/>
                <a:gd name="connsiteY1406" fmla="*/ 1171938 h 1796087"/>
                <a:gd name="connsiteX1407" fmla="*/ 84776 w 2290556"/>
                <a:gd name="connsiteY1407" fmla="*/ 1167026 h 1796087"/>
                <a:gd name="connsiteX1408" fmla="*/ 58593 w 2290556"/>
                <a:gd name="connsiteY1408" fmla="*/ 1161476 h 1796087"/>
                <a:gd name="connsiteX1409" fmla="*/ 23390 w 2290556"/>
                <a:gd name="connsiteY1409" fmla="*/ 1148625 h 1796087"/>
                <a:gd name="connsiteX1410" fmla="*/ 0 w 2290556"/>
                <a:gd name="connsiteY1410" fmla="*/ 1142974 h 1796087"/>
                <a:gd name="connsiteX1411" fmla="*/ 4341 w 2290556"/>
                <a:gd name="connsiteY1411" fmla="*/ 1164100 h 1796087"/>
                <a:gd name="connsiteX1412" fmla="*/ 9255 w 2290556"/>
                <a:gd name="connsiteY1412" fmla="*/ 1184956 h 1796087"/>
                <a:gd name="connsiteX1413" fmla="*/ 18813 w 2290556"/>
                <a:gd name="connsiteY1413" fmla="*/ 1206687 h 1796087"/>
                <a:gd name="connsiteX1414" fmla="*/ 19957 w 2290556"/>
                <a:gd name="connsiteY1414" fmla="*/ 1215232 h 1796087"/>
                <a:gd name="connsiteX1415" fmla="*/ 22919 w 2290556"/>
                <a:gd name="connsiteY1415" fmla="*/ 1221253 h 1796087"/>
                <a:gd name="connsiteX1416" fmla="*/ 24736 w 2290556"/>
                <a:gd name="connsiteY1416" fmla="*/ 1228553 h 1796087"/>
                <a:gd name="connsiteX1417" fmla="*/ 25375 w 2290556"/>
                <a:gd name="connsiteY1417" fmla="*/ 1231883 h 1796087"/>
                <a:gd name="connsiteX1418" fmla="*/ 27462 w 2290556"/>
                <a:gd name="connsiteY1418" fmla="*/ 1236896 h 1796087"/>
                <a:gd name="connsiteX1419" fmla="*/ 29784 w 2290556"/>
                <a:gd name="connsiteY1419" fmla="*/ 1241874 h 1796087"/>
                <a:gd name="connsiteX1420" fmla="*/ 28977 w 2290556"/>
                <a:gd name="connsiteY1420" fmla="*/ 1245205 h 1796087"/>
                <a:gd name="connsiteX1421" fmla="*/ 28842 w 2290556"/>
                <a:gd name="connsiteY1421" fmla="*/ 1248602 h 1796087"/>
                <a:gd name="connsiteX1422" fmla="*/ 31467 w 2290556"/>
                <a:gd name="connsiteY1422" fmla="*/ 1251933 h 1796087"/>
                <a:gd name="connsiteX1423" fmla="*/ 34294 w 2290556"/>
                <a:gd name="connsiteY1423" fmla="*/ 1256945 h 1796087"/>
                <a:gd name="connsiteX1424" fmla="*/ 33991 w 2290556"/>
                <a:gd name="connsiteY1424" fmla="*/ 1259266 h 1796087"/>
                <a:gd name="connsiteX1425" fmla="*/ 33688 w 2290556"/>
                <a:gd name="connsiteY1425" fmla="*/ 1262226 h 1796087"/>
                <a:gd name="connsiteX1426" fmla="*/ 36212 w 2290556"/>
                <a:gd name="connsiteY1426" fmla="*/ 1263976 h 1796087"/>
                <a:gd name="connsiteX1427" fmla="*/ 37794 w 2290556"/>
                <a:gd name="connsiteY1427" fmla="*/ 1265994 h 1796087"/>
                <a:gd name="connsiteX1428" fmla="*/ 38366 w 2290556"/>
                <a:gd name="connsiteY1428" fmla="*/ 1267878 h 1796087"/>
                <a:gd name="connsiteX1429" fmla="*/ 38871 w 2290556"/>
                <a:gd name="connsiteY1429" fmla="*/ 1270132 h 1796087"/>
                <a:gd name="connsiteX1430" fmla="*/ 36616 w 2290556"/>
                <a:gd name="connsiteY1430" fmla="*/ 1272621 h 1796087"/>
                <a:gd name="connsiteX1431" fmla="*/ 30020 w 2290556"/>
                <a:gd name="connsiteY1431" fmla="*/ 1276961 h 1796087"/>
                <a:gd name="connsiteX1432" fmla="*/ 25948 w 2290556"/>
                <a:gd name="connsiteY1432" fmla="*/ 1279214 h 1796087"/>
                <a:gd name="connsiteX1433" fmla="*/ 22246 w 2290556"/>
                <a:gd name="connsiteY1433" fmla="*/ 1280896 h 1796087"/>
                <a:gd name="connsiteX1434" fmla="*/ 17467 w 2290556"/>
                <a:gd name="connsiteY1434" fmla="*/ 1283285 h 1796087"/>
                <a:gd name="connsiteX1435" fmla="*/ 15885 w 2290556"/>
                <a:gd name="connsiteY1435" fmla="*/ 1284294 h 1796087"/>
                <a:gd name="connsiteX1436" fmla="*/ 15077 w 2290556"/>
                <a:gd name="connsiteY1436" fmla="*/ 1286178 h 1796087"/>
                <a:gd name="connsiteX1437" fmla="*/ 15077 w 2290556"/>
                <a:gd name="connsiteY1437" fmla="*/ 1288062 h 1796087"/>
                <a:gd name="connsiteX1438" fmla="*/ 16827 w 2290556"/>
                <a:gd name="connsiteY1438" fmla="*/ 1291022 h 1796087"/>
                <a:gd name="connsiteX1439" fmla="*/ 20294 w 2290556"/>
                <a:gd name="connsiteY1439" fmla="*/ 1294924 h 1796087"/>
                <a:gd name="connsiteX1440" fmla="*/ 22380 w 2290556"/>
                <a:gd name="connsiteY1440" fmla="*/ 1300340 h 1796087"/>
                <a:gd name="connsiteX1441" fmla="*/ 25780 w 2290556"/>
                <a:gd name="connsiteY1441" fmla="*/ 1304612 h 1796087"/>
                <a:gd name="connsiteX1442" fmla="*/ 25780 w 2290556"/>
                <a:gd name="connsiteY1442" fmla="*/ 1307371 h 1796087"/>
                <a:gd name="connsiteX1443" fmla="*/ 29414 w 2290556"/>
                <a:gd name="connsiteY1443" fmla="*/ 1314469 h 1796087"/>
                <a:gd name="connsiteX1444" fmla="*/ 32174 w 2290556"/>
                <a:gd name="connsiteY1444" fmla="*/ 1318674 h 1796087"/>
                <a:gd name="connsiteX1445" fmla="*/ 34058 w 2290556"/>
                <a:gd name="connsiteY1445" fmla="*/ 1323585 h 1796087"/>
                <a:gd name="connsiteX1446" fmla="*/ 36313 w 2290556"/>
                <a:gd name="connsiteY1446" fmla="*/ 1327151 h 1796087"/>
                <a:gd name="connsiteX1447" fmla="*/ 38905 w 2290556"/>
                <a:gd name="connsiteY1447" fmla="*/ 1330784 h 1796087"/>
                <a:gd name="connsiteX1448" fmla="*/ 40924 w 2290556"/>
                <a:gd name="connsiteY1448" fmla="*/ 1332163 h 1796087"/>
                <a:gd name="connsiteX1449" fmla="*/ 44626 w 2290556"/>
                <a:gd name="connsiteY1449" fmla="*/ 1334854 h 1796087"/>
                <a:gd name="connsiteX1450" fmla="*/ 46814 w 2290556"/>
                <a:gd name="connsiteY1450" fmla="*/ 1336435 h 1796087"/>
                <a:gd name="connsiteX1451" fmla="*/ 47116 w 2290556"/>
                <a:gd name="connsiteY1451" fmla="*/ 1339900 h 1796087"/>
                <a:gd name="connsiteX1452" fmla="*/ 50145 w 2290556"/>
                <a:gd name="connsiteY1452" fmla="*/ 1343432 h 1796087"/>
                <a:gd name="connsiteX1453" fmla="*/ 54419 w 2290556"/>
                <a:gd name="connsiteY1453" fmla="*/ 1347267 h 1796087"/>
                <a:gd name="connsiteX1454" fmla="*/ 59064 w 2290556"/>
                <a:gd name="connsiteY1454" fmla="*/ 1350530 h 1796087"/>
                <a:gd name="connsiteX1455" fmla="*/ 60881 w 2290556"/>
                <a:gd name="connsiteY1455" fmla="*/ 1352852 h 1796087"/>
                <a:gd name="connsiteX1456" fmla="*/ 63203 w 2290556"/>
                <a:gd name="connsiteY1456" fmla="*/ 1352482 h 1796087"/>
                <a:gd name="connsiteX1457" fmla="*/ 65896 w 2290556"/>
                <a:gd name="connsiteY1457" fmla="*/ 1352482 h 1796087"/>
                <a:gd name="connsiteX1458" fmla="*/ 68723 w 2290556"/>
                <a:gd name="connsiteY1458" fmla="*/ 1355509 h 1796087"/>
                <a:gd name="connsiteX1459" fmla="*/ 69362 w 2290556"/>
                <a:gd name="connsiteY1459" fmla="*/ 1357830 h 1796087"/>
                <a:gd name="connsiteX1460" fmla="*/ 74074 w 2290556"/>
                <a:gd name="connsiteY1460" fmla="*/ 1358705 h 1796087"/>
                <a:gd name="connsiteX1461" fmla="*/ 74444 w 2290556"/>
                <a:gd name="connsiteY1461" fmla="*/ 1360959 h 1796087"/>
                <a:gd name="connsiteX1462" fmla="*/ 74579 w 2290556"/>
                <a:gd name="connsiteY1462" fmla="*/ 1362641 h 1796087"/>
                <a:gd name="connsiteX1463" fmla="*/ 74646 w 2290556"/>
                <a:gd name="connsiteY1463" fmla="*/ 1365904 h 1796087"/>
                <a:gd name="connsiteX1464" fmla="*/ 74579 w 2290556"/>
                <a:gd name="connsiteY1464" fmla="*/ 1369671 h 1796087"/>
                <a:gd name="connsiteX1465" fmla="*/ 73838 w 2290556"/>
                <a:gd name="connsiteY1465" fmla="*/ 1372363 h 1796087"/>
                <a:gd name="connsiteX1466" fmla="*/ 72593 w 2290556"/>
                <a:gd name="connsiteY1466" fmla="*/ 1373607 h 1796087"/>
                <a:gd name="connsiteX1467" fmla="*/ 70944 w 2290556"/>
                <a:gd name="connsiteY1467" fmla="*/ 1375424 h 1796087"/>
                <a:gd name="connsiteX1468" fmla="*/ 70641 w 2290556"/>
                <a:gd name="connsiteY1468" fmla="*/ 1377812 h 1796087"/>
                <a:gd name="connsiteX1469" fmla="*/ 71280 w 2290556"/>
                <a:gd name="connsiteY1469" fmla="*/ 1379898 h 1796087"/>
                <a:gd name="connsiteX1470" fmla="*/ 70910 w 2290556"/>
                <a:gd name="connsiteY1470" fmla="*/ 1382656 h 1796087"/>
                <a:gd name="connsiteX1471" fmla="*/ 69732 w 2290556"/>
                <a:gd name="connsiteY1471" fmla="*/ 1383228 h 1796087"/>
                <a:gd name="connsiteX1472" fmla="*/ 67410 w 2290556"/>
                <a:gd name="connsiteY1472" fmla="*/ 1385045 h 1796087"/>
                <a:gd name="connsiteX1473" fmla="*/ 66535 w 2290556"/>
                <a:gd name="connsiteY1473" fmla="*/ 1386121 h 1796087"/>
                <a:gd name="connsiteX1474" fmla="*/ 65223 w 2290556"/>
                <a:gd name="connsiteY1474" fmla="*/ 1389822 h 1796087"/>
                <a:gd name="connsiteX1475" fmla="*/ 64583 w 2290556"/>
                <a:gd name="connsiteY1475" fmla="*/ 1392849 h 1796087"/>
                <a:gd name="connsiteX1476" fmla="*/ 63944 w 2290556"/>
                <a:gd name="connsiteY1476" fmla="*/ 1395036 h 1796087"/>
                <a:gd name="connsiteX1477" fmla="*/ 63304 w 2290556"/>
                <a:gd name="connsiteY1477" fmla="*/ 1396919 h 1796087"/>
                <a:gd name="connsiteX1478" fmla="*/ 62227 w 2290556"/>
                <a:gd name="connsiteY1478" fmla="*/ 1399308 h 1796087"/>
                <a:gd name="connsiteX1479" fmla="*/ 61352 w 2290556"/>
                <a:gd name="connsiteY1479" fmla="*/ 1401494 h 1796087"/>
                <a:gd name="connsiteX1480" fmla="*/ 63742 w 2290556"/>
                <a:gd name="connsiteY1480" fmla="*/ 1402571 h 1796087"/>
                <a:gd name="connsiteX1481" fmla="*/ 67444 w 2290556"/>
                <a:gd name="connsiteY1481" fmla="*/ 1402874 h 1796087"/>
                <a:gd name="connsiteX1482" fmla="*/ 70136 w 2290556"/>
                <a:gd name="connsiteY1482" fmla="*/ 1402672 h 1796087"/>
                <a:gd name="connsiteX1483" fmla="*/ 71011 w 2290556"/>
                <a:gd name="connsiteY1483" fmla="*/ 1402100 h 1796087"/>
                <a:gd name="connsiteX1484" fmla="*/ 71718 w 2290556"/>
                <a:gd name="connsiteY1484" fmla="*/ 1399779 h 1796087"/>
                <a:gd name="connsiteX1485" fmla="*/ 75622 w 2290556"/>
                <a:gd name="connsiteY1485" fmla="*/ 1400216 h 1796087"/>
                <a:gd name="connsiteX1486" fmla="*/ 75622 w 2290556"/>
                <a:gd name="connsiteY1486" fmla="*/ 1402806 h 1796087"/>
                <a:gd name="connsiteX1487" fmla="*/ 79761 w 2290556"/>
                <a:gd name="connsiteY1487" fmla="*/ 1404690 h 1796087"/>
                <a:gd name="connsiteX1488" fmla="*/ 86223 w 2290556"/>
                <a:gd name="connsiteY1488" fmla="*/ 1405397 h 1796087"/>
                <a:gd name="connsiteX1489" fmla="*/ 92180 w 2290556"/>
                <a:gd name="connsiteY1489" fmla="*/ 1405531 h 1796087"/>
                <a:gd name="connsiteX1490" fmla="*/ 94065 w 2290556"/>
                <a:gd name="connsiteY1490" fmla="*/ 1403345 h 1796087"/>
                <a:gd name="connsiteX1491" fmla="*/ 95815 w 2290556"/>
                <a:gd name="connsiteY1491" fmla="*/ 1399140 h 1796087"/>
                <a:gd name="connsiteX1492" fmla="*/ 99719 w 2290556"/>
                <a:gd name="connsiteY1492" fmla="*/ 1397559 h 1796087"/>
                <a:gd name="connsiteX1493" fmla="*/ 103925 w 2290556"/>
                <a:gd name="connsiteY1493" fmla="*/ 1393656 h 1796087"/>
                <a:gd name="connsiteX1494" fmla="*/ 109579 w 2290556"/>
                <a:gd name="connsiteY1494" fmla="*/ 1388577 h 1796087"/>
                <a:gd name="connsiteX1495" fmla="*/ 115806 w 2290556"/>
                <a:gd name="connsiteY1495" fmla="*/ 1385246 h 1796087"/>
                <a:gd name="connsiteX1496" fmla="*/ 119878 w 2290556"/>
                <a:gd name="connsiteY1496" fmla="*/ 1384675 h 1796087"/>
                <a:gd name="connsiteX1497" fmla="*/ 122334 w 2290556"/>
                <a:gd name="connsiteY1497" fmla="*/ 1383228 h 1796087"/>
                <a:gd name="connsiteX1498" fmla="*/ 124656 w 2290556"/>
                <a:gd name="connsiteY1498" fmla="*/ 1380335 h 1796087"/>
                <a:gd name="connsiteX1499" fmla="*/ 126844 w 2290556"/>
                <a:gd name="connsiteY1499" fmla="*/ 1380032 h 1796087"/>
                <a:gd name="connsiteX1500" fmla="*/ 129604 w 2290556"/>
                <a:gd name="connsiteY1500" fmla="*/ 1380167 h 1796087"/>
                <a:gd name="connsiteX1501" fmla="*/ 132195 w 2290556"/>
                <a:gd name="connsiteY1501" fmla="*/ 1377543 h 1796087"/>
                <a:gd name="connsiteX1502" fmla="*/ 135090 w 2290556"/>
                <a:gd name="connsiteY1502" fmla="*/ 1375357 h 1796087"/>
                <a:gd name="connsiteX1503" fmla="*/ 142494 w 2290556"/>
                <a:gd name="connsiteY1503" fmla="*/ 1374482 h 1796087"/>
                <a:gd name="connsiteX1504" fmla="*/ 148148 w 2290556"/>
                <a:gd name="connsiteY1504" fmla="*/ 1375491 h 1796087"/>
                <a:gd name="connsiteX1505" fmla="*/ 152051 w 2290556"/>
                <a:gd name="connsiteY1505" fmla="*/ 1373876 h 1796087"/>
                <a:gd name="connsiteX1506" fmla="*/ 157133 w 2290556"/>
                <a:gd name="connsiteY1506" fmla="*/ 1372867 h 1796087"/>
                <a:gd name="connsiteX1507" fmla="*/ 161037 w 2290556"/>
                <a:gd name="connsiteY1507" fmla="*/ 1375121 h 1796087"/>
                <a:gd name="connsiteX1508" fmla="*/ 162484 w 2290556"/>
                <a:gd name="connsiteY1508" fmla="*/ 1375256 h 1796087"/>
                <a:gd name="connsiteX1509" fmla="*/ 165244 w 2290556"/>
                <a:gd name="connsiteY1509" fmla="*/ 1376635 h 1796087"/>
                <a:gd name="connsiteX1510" fmla="*/ 168206 w 2290556"/>
                <a:gd name="connsiteY1510" fmla="*/ 1376635 h 1796087"/>
                <a:gd name="connsiteX1511" fmla="*/ 170965 w 2290556"/>
                <a:gd name="connsiteY1511" fmla="*/ 1376568 h 1796087"/>
                <a:gd name="connsiteX1512" fmla="*/ 174297 w 2290556"/>
                <a:gd name="connsiteY1512" fmla="*/ 1376500 h 1796087"/>
                <a:gd name="connsiteX1513" fmla="*/ 178437 w 2290556"/>
                <a:gd name="connsiteY1513" fmla="*/ 1376870 h 1796087"/>
                <a:gd name="connsiteX1514" fmla="*/ 180321 w 2290556"/>
                <a:gd name="connsiteY1514" fmla="*/ 1376063 h 1796087"/>
                <a:gd name="connsiteX1515" fmla="*/ 181634 w 2290556"/>
                <a:gd name="connsiteY1515" fmla="*/ 1375188 h 1796087"/>
                <a:gd name="connsiteX1516" fmla="*/ 182139 w 2290556"/>
                <a:gd name="connsiteY1516" fmla="*/ 1373876 h 1796087"/>
                <a:gd name="connsiteX1517" fmla="*/ 182711 w 2290556"/>
                <a:gd name="connsiteY1517" fmla="*/ 1372564 h 1796087"/>
                <a:gd name="connsiteX1518" fmla="*/ 183720 w 2290556"/>
                <a:gd name="connsiteY1518" fmla="*/ 1371320 h 1796087"/>
                <a:gd name="connsiteX1519" fmla="*/ 183855 w 2290556"/>
                <a:gd name="connsiteY1519" fmla="*/ 1369571 h 1796087"/>
                <a:gd name="connsiteX1520" fmla="*/ 185437 w 2290556"/>
                <a:gd name="connsiteY1520" fmla="*/ 1367552 h 1796087"/>
                <a:gd name="connsiteX1521" fmla="*/ 187187 w 2290556"/>
                <a:gd name="connsiteY1521" fmla="*/ 1366677 h 1796087"/>
                <a:gd name="connsiteX1522" fmla="*/ 188567 w 2290556"/>
                <a:gd name="connsiteY1522" fmla="*/ 1368494 h 1796087"/>
                <a:gd name="connsiteX1523" fmla="*/ 192908 w 2290556"/>
                <a:gd name="connsiteY1523" fmla="*/ 1369941 h 1796087"/>
                <a:gd name="connsiteX1524" fmla="*/ 194860 w 2290556"/>
                <a:gd name="connsiteY1524" fmla="*/ 1370580 h 1796087"/>
                <a:gd name="connsiteX1525" fmla="*/ 200278 w 2290556"/>
                <a:gd name="connsiteY1525" fmla="*/ 1372463 h 1796087"/>
                <a:gd name="connsiteX1526" fmla="*/ 201591 w 2290556"/>
                <a:gd name="connsiteY1526" fmla="*/ 1372463 h 1796087"/>
                <a:gd name="connsiteX1527" fmla="*/ 204351 w 2290556"/>
                <a:gd name="connsiteY1527" fmla="*/ 1373473 h 1796087"/>
                <a:gd name="connsiteX1528" fmla="*/ 208995 w 2290556"/>
                <a:gd name="connsiteY1528" fmla="*/ 1374785 h 1796087"/>
                <a:gd name="connsiteX1529" fmla="*/ 211687 w 2290556"/>
                <a:gd name="connsiteY1529" fmla="*/ 1375121 h 1796087"/>
                <a:gd name="connsiteX1530" fmla="*/ 214380 w 2290556"/>
                <a:gd name="connsiteY1530" fmla="*/ 1375155 h 1796087"/>
                <a:gd name="connsiteX1531" fmla="*/ 216567 w 2290556"/>
                <a:gd name="connsiteY1531" fmla="*/ 1375155 h 1796087"/>
                <a:gd name="connsiteX1532" fmla="*/ 218519 w 2290556"/>
                <a:gd name="connsiteY1532" fmla="*/ 1375155 h 1796087"/>
                <a:gd name="connsiteX1533" fmla="*/ 218755 w 2290556"/>
                <a:gd name="connsiteY1533" fmla="*/ 1376399 h 1796087"/>
                <a:gd name="connsiteX1534" fmla="*/ 220269 w 2290556"/>
                <a:gd name="connsiteY1534" fmla="*/ 1378216 h 1796087"/>
                <a:gd name="connsiteX1535" fmla="*/ 223534 w 2290556"/>
                <a:gd name="connsiteY1535" fmla="*/ 1379898 h 1796087"/>
                <a:gd name="connsiteX1536" fmla="*/ 226428 w 2290556"/>
                <a:gd name="connsiteY1536" fmla="*/ 1381916 h 1796087"/>
                <a:gd name="connsiteX1537" fmla="*/ 228952 w 2290556"/>
                <a:gd name="connsiteY1537" fmla="*/ 1384237 h 1796087"/>
                <a:gd name="connsiteX1538" fmla="*/ 229827 w 2290556"/>
                <a:gd name="connsiteY1538" fmla="*/ 1385751 h 1796087"/>
                <a:gd name="connsiteX1539" fmla="*/ 230399 w 2290556"/>
                <a:gd name="connsiteY1539" fmla="*/ 1388510 h 1796087"/>
                <a:gd name="connsiteX1540" fmla="*/ 230534 w 2290556"/>
                <a:gd name="connsiteY1540" fmla="*/ 1391638 h 1796087"/>
                <a:gd name="connsiteX1541" fmla="*/ 232082 w 2290556"/>
                <a:gd name="connsiteY1541" fmla="*/ 1394464 h 1796087"/>
                <a:gd name="connsiteX1542" fmla="*/ 233496 w 2290556"/>
                <a:gd name="connsiteY1542" fmla="*/ 1395978 h 1796087"/>
                <a:gd name="connsiteX1543" fmla="*/ 234371 w 2290556"/>
                <a:gd name="connsiteY1543" fmla="*/ 1397290 h 1796087"/>
                <a:gd name="connsiteX1544" fmla="*/ 235683 w 2290556"/>
                <a:gd name="connsiteY1544" fmla="*/ 1401629 h 1796087"/>
                <a:gd name="connsiteX1545" fmla="*/ 235246 w 2290556"/>
                <a:gd name="connsiteY1545" fmla="*/ 1402605 h 1796087"/>
                <a:gd name="connsiteX1546" fmla="*/ 233933 w 2290556"/>
                <a:gd name="connsiteY1546" fmla="*/ 1404118 h 1796087"/>
                <a:gd name="connsiteX1547" fmla="*/ 232957 w 2290556"/>
                <a:gd name="connsiteY1547" fmla="*/ 1405195 h 1796087"/>
                <a:gd name="connsiteX1548" fmla="*/ 233933 w 2290556"/>
                <a:gd name="connsiteY1548" fmla="*/ 1407045 h 1796087"/>
                <a:gd name="connsiteX1549" fmla="*/ 233933 w 2290556"/>
                <a:gd name="connsiteY1549" fmla="*/ 1410846 h 1796087"/>
                <a:gd name="connsiteX1550" fmla="*/ 232991 w 2290556"/>
                <a:gd name="connsiteY1550" fmla="*/ 1413470 h 1796087"/>
                <a:gd name="connsiteX1551" fmla="*/ 231846 w 2290556"/>
                <a:gd name="connsiteY1551" fmla="*/ 1414984 h 1796087"/>
                <a:gd name="connsiteX1552" fmla="*/ 230668 w 2290556"/>
                <a:gd name="connsiteY1552" fmla="*/ 1416632 h 1796087"/>
                <a:gd name="connsiteX1553" fmla="*/ 228178 w 2290556"/>
                <a:gd name="connsiteY1553" fmla="*/ 1419021 h 1796087"/>
                <a:gd name="connsiteX1554" fmla="*/ 227101 w 2290556"/>
                <a:gd name="connsiteY1554" fmla="*/ 1420333 h 1796087"/>
                <a:gd name="connsiteX1555" fmla="*/ 224813 w 2290556"/>
                <a:gd name="connsiteY1555" fmla="*/ 1422519 h 1796087"/>
                <a:gd name="connsiteX1556" fmla="*/ 223063 w 2290556"/>
                <a:gd name="connsiteY1556" fmla="*/ 1423730 h 1796087"/>
                <a:gd name="connsiteX1557" fmla="*/ 221548 w 2290556"/>
                <a:gd name="connsiteY1557" fmla="*/ 1424941 h 1796087"/>
                <a:gd name="connsiteX1558" fmla="*/ 219697 w 2290556"/>
                <a:gd name="connsiteY1558" fmla="*/ 1426556 h 1796087"/>
                <a:gd name="connsiteX1559" fmla="*/ 218284 w 2290556"/>
                <a:gd name="connsiteY1559" fmla="*/ 1428171 h 1796087"/>
                <a:gd name="connsiteX1560" fmla="*/ 218485 w 2290556"/>
                <a:gd name="connsiteY1560" fmla="*/ 1430660 h 1796087"/>
                <a:gd name="connsiteX1561" fmla="*/ 217308 w 2290556"/>
                <a:gd name="connsiteY1561" fmla="*/ 1432073 h 1796087"/>
                <a:gd name="connsiteX1562" fmla="*/ 216231 w 2290556"/>
                <a:gd name="connsiteY1562" fmla="*/ 1432611 h 1796087"/>
                <a:gd name="connsiteX1563" fmla="*/ 214178 w 2290556"/>
                <a:gd name="connsiteY1563" fmla="*/ 1434024 h 1796087"/>
                <a:gd name="connsiteX1564" fmla="*/ 210577 w 2290556"/>
                <a:gd name="connsiteY1564" fmla="*/ 1439036 h 1796087"/>
                <a:gd name="connsiteX1565" fmla="*/ 208961 w 2290556"/>
                <a:gd name="connsiteY1565" fmla="*/ 1441425 h 1796087"/>
                <a:gd name="connsiteX1566" fmla="*/ 206908 w 2290556"/>
                <a:gd name="connsiteY1566" fmla="*/ 1444015 h 1796087"/>
                <a:gd name="connsiteX1567" fmla="*/ 205832 w 2290556"/>
                <a:gd name="connsiteY1567" fmla="*/ 1446504 h 1796087"/>
                <a:gd name="connsiteX1568" fmla="*/ 206807 w 2290556"/>
                <a:gd name="connsiteY1568" fmla="*/ 1448691 h 1796087"/>
                <a:gd name="connsiteX1569" fmla="*/ 208019 w 2290556"/>
                <a:gd name="connsiteY1569" fmla="*/ 1452694 h 1796087"/>
                <a:gd name="connsiteX1570" fmla="*/ 207245 w 2290556"/>
                <a:gd name="connsiteY1570" fmla="*/ 1454746 h 1796087"/>
                <a:gd name="connsiteX1571" fmla="*/ 205192 w 2290556"/>
                <a:gd name="connsiteY1571" fmla="*/ 1456260 h 1796087"/>
                <a:gd name="connsiteX1572" fmla="*/ 202601 w 2290556"/>
                <a:gd name="connsiteY1572" fmla="*/ 1458177 h 1796087"/>
                <a:gd name="connsiteX1573" fmla="*/ 200110 w 2290556"/>
                <a:gd name="connsiteY1573" fmla="*/ 1458312 h 1796087"/>
                <a:gd name="connsiteX1574" fmla="*/ 196644 w 2290556"/>
                <a:gd name="connsiteY1574" fmla="*/ 1458312 h 1796087"/>
                <a:gd name="connsiteX1575" fmla="*/ 196442 w 2290556"/>
                <a:gd name="connsiteY1575" fmla="*/ 1458312 h 1796087"/>
                <a:gd name="connsiteX1576" fmla="*/ 195028 w 2290556"/>
                <a:gd name="connsiteY1576" fmla="*/ 1459557 h 1796087"/>
                <a:gd name="connsiteX1577" fmla="*/ 193716 w 2290556"/>
                <a:gd name="connsiteY1577" fmla="*/ 1461239 h 1796087"/>
                <a:gd name="connsiteX1578" fmla="*/ 192201 w 2290556"/>
                <a:gd name="connsiteY1578" fmla="*/ 1463425 h 1796087"/>
                <a:gd name="connsiteX1579" fmla="*/ 190451 w 2290556"/>
                <a:gd name="connsiteY1579" fmla="*/ 1465174 h 1796087"/>
                <a:gd name="connsiteX1580" fmla="*/ 187961 w 2290556"/>
                <a:gd name="connsiteY1580" fmla="*/ 1467025 h 1796087"/>
                <a:gd name="connsiteX1581" fmla="*/ 186884 w 2290556"/>
                <a:gd name="connsiteY1581" fmla="*/ 1467025 h 1796087"/>
                <a:gd name="connsiteX1582" fmla="*/ 182744 w 2290556"/>
                <a:gd name="connsiteY1582" fmla="*/ 1467025 h 1796087"/>
                <a:gd name="connsiteX1583" fmla="*/ 180793 w 2290556"/>
                <a:gd name="connsiteY1583" fmla="*/ 1467025 h 1796087"/>
                <a:gd name="connsiteX1584" fmla="*/ 178605 w 2290556"/>
                <a:gd name="connsiteY1584" fmla="*/ 1467899 h 1796087"/>
                <a:gd name="connsiteX1585" fmla="*/ 177393 w 2290556"/>
                <a:gd name="connsiteY1585" fmla="*/ 1468875 h 1796087"/>
                <a:gd name="connsiteX1586" fmla="*/ 175879 w 2290556"/>
                <a:gd name="connsiteY1586" fmla="*/ 1470287 h 1796087"/>
                <a:gd name="connsiteX1587" fmla="*/ 173388 w 2290556"/>
                <a:gd name="connsiteY1587" fmla="*/ 1472474 h 1796087"/>
                <a:gd name="connsiteX1588" fmla="*/ 171538 w 2290556"/>
                <a:gd name="connsiteY1588" fmla="*/ 1473248 h 1796087"/>
                <a:gd name="connsiteX1589" fmla="*/ 170124 w 2290556"/>
                <a:gd name="connsiteY1589" fmla="*/ 1474324 h 1796087"/>
                <a:gd name="connsiteX1590" fmla="*/ 167936 w 2290556"/>
                <a:gd name="connsiteY1590" fmla="*/ 1475535 h 1796087"/>
                <a:gd name="connsiteX1591" fmla="*/ 166186 w 2290556"/>
                <a:gd name="connsiteY1591" fmla="*/ 1478126 h 1796087"/>
                <a:gd name="connsiteX1592" fmla="*/ 165311 w 2290556"/>
                <a:gd name="connsiteY1592" fmla="*/ 1479875 h 1796087"/>
                <a:gd name="connsiteX1593" fmla="*/ 164436 w 2290556"/>
                <a:gd name="connsiteY1593" fmla="*/ 1482465 h 1796087"/>
                <a:gd name="connsiteX1594" fmla="*/ 163898 w 2290556"/>
                <a:gd name="connsiteY1594" fmla="*/ 1483542 h 1796087"/>
                <a:gd name="connsiteX1595" fmla="*/ 161508 w 2290556"/>
                <a:gd name="connsiteY1595" fmla="*/ 1485022 h 1796087"/>
                <a:gd name="connsiteX1596" fmla="*/ 158917 w 2290556"/>
                <a:gd name="connsiteY1596" fmla="*/ 1485156 h 1796087"/>
                <a:gd name="connsiteX1597" fmla="*/ 154475 w 2290556"/>
                <a:gd name="connsiteY1597" fmla="*/ 1485156 h 1796087"/>
                <a:gd name="connsiteX1598" fmla="*/ 159254 w 2290556"/>
                <a:gd name="connsiteY1598" fmla="*/ 1488621 h 1796087"/>
                <a:gd name="connsiteX1599" fmla="*/ 161980 w 2290556"/>
                <a:gd name="connsiteY1599" fmla="*/ 1487847 h 1796087"/>
                <a:gd name="connsiteX1600" fmla="*/ 166119 w 2290556"/>
                <a:gd name="connsiteY1600" fmla="*/ 1486603 h 1796087"/>
                <a:gd name="connsiteX1601" fmla="*/ 168744 w 2290556"/>
                <a:gd name="connsiteY1601" fmla="*/ 1486636 h 1796087"/>
                <a:gd name="connsiteX1602" fmla="*/ 173523 w 2290556"/>
                <a:gd name="connsiteY1602" fmla="*/ 1486636 h 1796087"/>
                <a:gd name="connsiteX1603" fmla="*/ 180691 w 2290556"/>
                <a:gd name="connsiteY1603" fmla="*/ 1488150 h 1796087"/>
                <a:gd name="connsiteX1604" fmla="*/ 184057 w 2290556"/>
                <a:gd name="connsiteY1604" fmla="*/ 1488688 h 1796087"/>
                <a:gd name="connsiteX1605" fmla="*/ 189711 w 2290556"/>
                <a:gd name="connsiteY1605" fmla="*/ 1492490 h 1796087"/>
                <a:gd name="connsiteX1606" fmla="*/ 191764 w 2290556"/>
                <a:gd name="connsiteY1606" fmla="*/ 1498040 h 1796087"/>
                <a:gd name="connsiteX1607" fmla="*/ 196980 w 2290556"/>
                <a:gd name="connsiteY1607" fmla="*/ 1497401 h 1796087"/>
                <a:gd name="connsiteX1608" fmla="*/ 200884 w 2290556"/>
                <a:gd name="connsiteY1608" fmla="*/ 1500025 h 1796087"/>
                <a:gd name="connsiteX1609" fmla="*/ 204788 w 2290556"/>
                <a:gd name="connsiteY1609" fmla="*/ 1502514 h 1796087"/>
                <a:gd name="connsiteX1610" fmla="*/ 208591 w 2290556"/>
                <a:gd name="connsiteY1610" fmla="*/ 1505105 h 1796087"/>
                <a:gd name="connsiteX1611" fmla="*/ 214043 w 2290556"/>
                <a:gd name="connsiteY1611" fmla="*/ 1506955 h 1796087"/>
                <a:gd name="connsiteX1612" fmla="*/ 220337 w 2290556"/>
                <a:gd name="connsiteY1612" fmla="*/ 1506955 h 1796087"/>
                <a:gd name="connsiteX1613" fmla="*/ 224039 w 2290556"/>
                <a:gd name="connsiteY1613" fmla="*/ 1507661 h 1796087"/>
                <a:gd name="connsiteX1614" fmla="*/ 227202 w 2290556"/>
                <a:gd name="connsiteY1614" fmla="*/ 1508569 h 1796087"/>
                <a:gd name="connsiteX1615" fmla="*/ 229491 w 2290556"/>
                <a:gd name="connsiteY1615" fmla="*/ 1511732 h 1796087"/>
                <a:gd name="connsiteX1616" fmla="*/ 227976 w 2290556"/>
                <a:gd name="connsiteY1616" fmla="*/ 1514793 h 1796087"/>
                <a:gd name="connsiteX1617" fmla="*/ 229188 w 2290556"/>
                <a:gd name="connsiteY1617" fmla="*/ 1516979 h 1796087"/>
                <a:gd name="connsiteX1618" fmla="*/ 230803 w 2290556"/>
                <a:gd name="connsiteY1618" fmla="*/ 1518930 h 1796087"/>
                <a:gd name="connsiteX1619" fmla="*/ 230904 w 2290556"/>
                <a:gd name="connsiteY1619" fmla="*/ 1522395 h 1796087"/>
                <a:gd name="connsiteX1620" fmla="*/ 230668 w 2290556"/>
                <a:gd name="connsiteY1620" fmla="*/ 1525658 h 1796087"/>
                <a:gd name="connsiteX1621" fmla="*/ 230231 w 2290556"/>
                <a:gd name="connsiteY1621" fmla="*/ 1528921 h 1796087"/>
                <a:gd name="connsiteX1622" fmla="*/ 230769 w 2290556"/>
                <a:gd name="connsiteY1622" fmla="*/ 1531949 h 1796087"/>
                <a:gd name="connsiteX1623" fmla="*/ 234673 w 2290556"/>
                <a:gd name="connsiteY1623" fmla="*/ 1532723 h 1796087"/>
                <a:gd name="connsiteX1624" fmla="*/ 234673 w 2290556"/>
                <a:gd name="connsiteY1624" fmla="*/ 1534674 h 1796087"/>
                <a:gd name="connsiteX1625" fmla="*/ 236625 w 2290556"/>
                <a:gd name="connsiteY1625" fmla="*/ 1536524 h 1796087"/>
                <a:gd name="connsiteX1626" fmla="*/ 240092 w 2290556"/>
                <a:gd name="connsiteY1626" fmla="*/ 1536524 h 1796087"/>
                <a:gd name="connsiteX1627" fmla="*/ 242279 w 2290556"/>
                <a:gd name="connsiteY1627" fmla="*/ 1536524 h 1796087"/>
                <a:gd name="connsiteX1628" fmla="*/ 245308 w 2290556"/>
                <a:gd name="connsiteY1628" fmla="*/ 1537836 h 1796087"/>
                <a:gd name="connsiteX1629" fmla="*/ 247799 w 2290556"/>
                <a:gd name="connsiteY1629" fmla="*/ 1542714 h 1796087"/>
                <a:gd name="connsiteX1630" fmla="*/ 245308 w 2290556"/>
                <a:gd name="connsiteY1630" fmla="*/ 1549004 h 1796087"/>
                <a:gd name="connsiteX1631" fmla="*/ 245847 w 2290556"/>
                <a:gd name="connsiteY1631" fmla="*/ 1550417 h 1796087"/>
                <a:gd name="connsiteX1632" fmla="*/ 250087 w 2290556"/>
                <a:gd name="connsiteY1632" fmla="*/ 1552032 h 1796087"/>
                <a:gd name="connsiteX1633" fmla="*/ 251938 w 2290556"/>
                <a:gd name="connsiteY1633" fmla="*/ 1551258 h 1796087"/>
                <a:gd name="connsiteX1634" fmla="*/ 254227 w 2290556"/>
                <a:gd name="connsiteY1634" fmla="*/ 1550922 h 1796087"/>
                <a:gd name="connsiteX1635" fmla="*/ 256078 w 2290556"/>
                <a:gd name="connsiteY1635" fmla="*/ 1551124 h 1796087"/>
                <a:gd name="connsiteX1636" fmla="*/ 258905 w 2290556"/>
                <a:gd name="connsiteY1636" fmla="*/ 1552099 h 1796087"/>
                <a:gd name="connsiteX1637" fmla="*/ 260419 w 2290556"/>
                <a:gd name="connsiteY1637" fmla="*/ 1553075 h 1796087"/>
                <a:gd name="connsiteX1638" fmla="*/ 261934 w 2290556"/>
                <a:gd name="connsiteY1638" fmla="*/ 1552200 h 1796087"/>
                <a:gd name="connsiteX1639" fmla="*/ 262674 w 2290556"/>
                <a:gd name="connsiteY1639" fmla="*/ 1550350 h 1796087"/>
                <a:gd name="connsiteX1640" fmla="*/ 266140 w 2290556"/>
                <a:gd name="connsiteY1640" fmla="*/ 1550350 h 1796087"/>
                <a:gd name="connsiteX1641" fmla="*/ 267890 w 2290556"/>
                <a:gd name="connsiteY1641" fmla="*/ 1550350 h 1796087"/>
                <a:gd name="connsiteX1642" fmla="*/ 269641 w 2290556"/>
                <a:gd name="connsiteY1642" fmla="*/ 1550350 h 1796087"/>
                <a:gd name="connsiteX1643" fmla="*/ 273006 w 2290556"/>
                <a:gd name="connsiteY1643" fmla="*/ 1550350 h 1796087"/>
                <a:gd name="connsiteX1644" fmla="*/ 275496 w 2290556"/>
                <a:gd name="connsiteY1644" fmla="*/ 1551325 h 1796087"/>
                <a:gd name="connsiteX1645" fmla="*/ 277886 w 2290556"/>
                <a:gd name="connsiteY1645" fmla="*/ 1554488 h 1796087"/>
                <a:gd name="connsiteX1646" fmla="*/ 277886 w 2290556"/>
                <a:gd name="connsiteY1646" fmla="*/ 1557650 h 1796087"/>
                <a:gd name="connsiteX1647" fmla="*/ 276371 w 2290556"/>
                <a:gd name="connsiteY1647" fmla="*/ 1559399 h 1796087"/>
                <a:gd name="connsiteX1648" fmla="*/ 274184 w 2290556"/>
                <a:gd name="connsiteY1648" fmla="*/ 1561787 h 1796087"/>
                <a:gd name="connsiteX1649" fmla="*/ 275261 w 2290556"/>
                <a:gd name="connsiteY1649" fmla="*/ 1564277 h 1796087"/>
                <a:gd name="connsiteX1650" fmla="*/ 275059 w 2290556"/>
                <a:gd name="connsiteY1650" fmla="*/ 1567304 h 1796087"/>
                <a:gd name="connsiteX1651" fmla="*/ 274184 w 2290556"/>
                <a:gd name="connsiteY1651" fmla="*/ 1568280 h 1796087"/>
                <a:gd name="connsiteX1652" fmla="*/ 272669 w 2290556"/>
                <a:gd name="connsiteY1652" fmla="*/ 1570130 h 1796087"/>
                <a:gd name="connsiteX1653" fmla="*/ 273208 w 2290556"/>
                <a:gd name="connsiteY1653" fmla="*/ 1571543 h 1796087"/>
                <a:gd name="connsiteX1654" fmla="*/ 274419 w 2290556"/>
                <a:gd name="connsiteY1654" fmla="*/ 1574369 h 1796087"/>
                <a:gd name="connsiteX1655" fmla="*/ 272905 w 2290556"/>
                <a:gd name="connsiteY1655" fmla="*/ 1575882 h 1796087"/>
                <a:gd name="connsiteX1656" fmla="*/ 271391 w 2290556"/>
                <a:gd name="connsiteY1656" fmla="*/ 1577497 h 1796087"/>
                <a:gd name="connsiteX1657" fmla="*/ 270145 w 2290556"/>
                <a:gd name="connsiteY1657" fmla="*/ 1579549 h 1796087"/>
                <a:gd name="connsiteX1658" fmla="*/ 272568 w 2290556"/>
                <a:gd name="connsiteY1658" fmla="*/ 1581937 h 1796087"/>
                <a:gd name="connsiteX1659" fmla="*/ 274083 w 2290556"/>
                <a:gd name="connsiteY1659" fmla="*/ 1583249 h 1796087"/>
                <a:gd name="connsiteX1660" fmla="*/ 274083 w 2290556"/>
                <a:gd name="connsiteY1660" fmla="*/ 1586613 h 1796087"/>
                <a:gd name="connsiteX1661" fmla="*/ 271357 w 2290556"/>
                <a:gd name="connsiteY1661" fmla="*/ 1589103 h 1796087"/>
                <a:gd name="connsiteX1662" fmla="*/ 270145 w 2290556"/>
                <a:gd name="connsiteY1662" fmla="*/ 1592029 h 1796087"/>
                <a:gd name="connsiteX1663" fmla="*/ 272333 w 2290556"/>
                <a:gd name="connsiteY1663" fmla="*/ 1593442 h 1796087"/>
                <a:gd name="connsiteX1664" fmla="*/ 275799 w 2290556"/>
                <a:gd name="connsiteY1664" fmla="*/ 1593442 h 1796087"/>
                <a:gd name="connsiteX1665" fmla="*/ 277852 w 2290556"/>
                <a:gd name="connsiteY1665" fmla="*/ 1594418 h 1796087"/>
                <a:gd name="connsiteX1666" fmla="*/ 278391 w 2290556"/>
                <a:gd name="connsiteY1666" fmla="*/ 1596705 h 1796087"/>
                <a:gd name="connsiteX1667" fmla="*/ 280343 w 2290556"/>
                <a:gd name="connsiteY1667" fmla="*/ 1599430 h 1796087"/>
                <a:gd name="connsiteX1668" fmla="*/ 283069 w 2290556"/>
                <a:gd name="connsiteY1668" fmla="*/ 1601280 h 1796087"/>
                <a:gd name="connsiteX1669" fmla="*/ 286535 w 2290556"/>
                <a:gd name="connsiteY1669" fmla="*/ 1601919 h 1796087"/>
                <a:gd name="connsiteX1670" fmla="*/ 289463 w 2290556"/>
                <a:gd name="connsiteY1670" fmla="*/ 1601583 h 1796087"/>
                <a:gd name="connsiteX1671" fmla="*/ 291213 w 2290556"/>
                <a:gd name="connsiteY1671" fmla="*/ 1600069 h 1796087"/>
                <a:gd name="connsiteX1672" fmla="*/ 293704 w 2290556"/>
                <a:gd name="connsiteY1672" fmla="*/ 1598757 h 1796087"/>
                <a:gd name="connsiteX1673" fmla="*/ 296968 w 2290556"/>
                <a:gd name="connsiteY1673" fmla="*/ 1596032 h 1796087"/>
                <a:gd name="connsiteX1674" fmla="*/ 299256 w 2290556"/>
                <a:gd name="connsiteY1674" fmla="*/ 1594821 h 1796087"/>
                <a:gd name="connsiteX1675" fmla="*/ 303396 w 2290556"/>
                <a:gd name="connsiteY1675" fmla="*/ 1594384 h 1796087"/>
                <a:gd name="connsiteX1676" fmla="*/ 307536 w 2290556"/>
                <a:gd name="connsiteY1676" fmla="*/ 1595360 h 1796087"/>
                <a:gd name="connsiteX1677" fmla="*/ 309588 w 2290556"/>
                <a:gd name="connsiteY1677" fmla="*/ 1597546 h 1796087"/>
                <a:gd name="connsiteX1678" fmla="*/ 307199 w 2290556"/>
                <a:gd name="connsiteY1678" fmla="*/ 1601348 h 1796087"/>
                <a:gd name="connsiteX1679" fmla="*/ 304709 w 2290556"/>
                <a:gd name="connsiteY1679" fmla="*/ 1602121 h 1796087"/>
                <a:gd name="connsiteX1680" fmla="*/ 302218 w 2290556"/>
                <a:gd name="connsiteY1680" fmla="*/ 1603534 h 1796087"/>
                <a:gd name="connsiteX1681" fmla="*/ 300603 w 2290556"/>
                <a:gd name="connsiteY1681" fmla="*/ 1605822 h 1796087"/>
                <a:gd name="connsiteX1682" fmla="*/ 300603 w 2290556"/>
                <a:gd name="connsiteY1682" fmla="*/ 1607133 h 1796087"/>
                <a:gd name="connsiteX1683" fmla="*/ 302891 w 2290556"/>
                <a:gd name="connsiteY1683" fmla="*/ 1610397 h 1796087"/>
                <a:gd name="connsiteX1684" fmla="*/ 304641 w 2290556"/>
                <a:gd name="connsiteY1684" fmla="*/ 1612684 h 1796087"/>
                <a:gd name="connsiteX1685" fmla="*/ 306156 w 2290556"/>
                <a:gd name="connsiteY1685" fmla="*/ 1613861 h 1796087"/>
                <a:gd name="connsiteX1686" fmla="*/ 308747 w 2290556"/>
                <a:gd name="connsiteY1686" fmla="*/ 1614938 h 1796087"/>
                <a:gd name="connsiteX1687" fmla="*/ 310767 w 2290556"/>
                <a:gd name="connsiteY1687" fmla="*/ 1616687 h 1796087"/>
                <a:gd name="connsiteX1688" fmla="*/ 310867 w 2290556"/>
                <a:gd name="connsiteY1688" fmla="*/ 1618201 h 1796087"/>
                <a:gd name="connsiteX1689" fmla="*/ 310935 w 2290556"/>
                <a:gd name="connsiteY1689" fmla="*/ 1620690 h 1796087"/>
                <a:gd name="connsiteX1690" fmla="*/ 310935 w 2290556"/>
                <a:gd name="connsiteY1690" fmla="*/ 1623852 h 1796087"/>
                <a:gd name="connsiteX1691" fmla="*/ 312012 w 2290556"/>
                <a:gd name="connsiteY1691" fmla="*/ 1626880 h 1796087"/>
                <a:gd name="connsiteX1692" fmla="*/ 314401 w 2290556"/>
                <a:gd name="connsiteY1692" fmla="*/ 1628495 h 1796087"/>
                <a:gd name="connsiteX1693" fmla="*/ 316252 w 2290556"/>
                <a:gd name="connsiteY1693" fmla="*/ 1629033 h 1796087"/>
                <a:gd name="connsiteX1694" fmla="*/ 319853 w 2290556"/>
                <a:gd name="connsiteY1694" fmla="*/ 1628932 h 1796087"/>
                <a:gd name="connsiteX1695" fmla="*/ 322041 w 2290556"/>
                <a:gd name="connsiteY1695" fmla="*/ 1628932 h 1796087"/>
                <a:gd name="connsiteX1696" fmla="*/ 324329 w 2290556"/>
                <a:gd name="connsiteY1696" fmla="*/ 1629033 h 1796087"/>
                <a:gd name="connsiteX1697" fmla="*/ 326517 w 2290556"/>
                <a:gd name="connsiteY1697" fmla="*/ 1630547 h 1796087"/>
                <a:gd name="connsiteX1698" fmla="*/ 328368 w 2290556"/>
                <a:gd name="connsiteY1698" fmla="*/ 1632599 h 1796087"/>
                <a:gd name="connsiteX1699" fmla="*/ 329344 w 2290556"/>
                <a:gd name="connsiteY1699" fmla="*/ 1634012 h 1796087"/>
                <a:gd name="connsiteX1700" fmla="*/ 331632 w 2290556"/>
                <a:gd name="connsiteY1700" fmla="*/ 1638788 h 1796087"/>
                <a:gd name="connsiteX1701" fmla="*/ 335435 w 2290556"/>
                <a:gd name="connsiteY1701" fmla="*/ 1641951 h 1796087"/>
                <a:gd name="connsiteX1702" fmla="*/ 336411 w 2290556"/>
                <a:gd name="connsiteY1702" fmla="*/ 1641311 h 1796087"/>
                <a:gd name="connsiteX1703" fmla="*/ 339777 w 2290556"/>
                <a:gd name="connsiteY1703" fmla="*/ 1638486 h 1796087"/>
                <a:gd name="connsiteX1704" fmla="*/ 343041 w 2290556"/>
                <a:gd name="connsiteY1704" fmla="*/ 1637510 h 1796087"/>
                <a:gd name="connsiteX1705" fmla="*/ 346844 w 2290556"/>
                <a:gd name="connsiteY1705" fmla="*/ 1639260 h 1796087"/>
                <a:gd name="connsiteX1706" fmla="*/ 348695 w 2290556"/>
                <a:gd name="connsiteY1706" fmla="*/ 1643834 h 1796087"/>
                <a:gd name="connsiteX1707" fmla="*/ 350782 w 2290556"/>
                <a:gd name="connsiteY1707" fmla="*/ 1646223 h 1796087"/>
                <a:gd name="connsiteX1708" fmla="*/ 354147 w 2290556"/>
                <a:gd name="connsiteY1708" fmla="*/ 1646660 h 1796087"/>
                <a:gd name="connsiteX1709" fmla="*/ 356335 w 2290556"/>
                <a:gd name="connsiteY1709" fmla="*/ 1646021 h 1796087"/>
                <a:gd name="connsiteX1710" fmla="*/ 357109 w 2290556"/>
                <a:gd name="connsiteY1710" fmla="*/ 1642758 h 1796087"/>
                <a:gd name="connsiteX1711" fmla="*/ 357546 w 2290556"/>
                <a:gd name="connsiteY1711" fmla="*/ 1640033 h 1796087"/>
                <a:gd name="connsiteX1712" fmla="*/ 359734 w 2290556"/>
                <a:gd name="connsiteY1712" fmla="*/ 1636669 h 1796087"/>
                <a:gd name="connsiteX1713" fmla="*/ 363200 w 2290556"/>
                <a:gd name="connsiteY1713" fmla="*/ 1633406 h 1796087"/>
                <a:gd name="connsiteX1714" fmla="*/ 364614 w 2290556"/>
                <a:gd name="connsiteY1714" fmla="*/ 1631657 h 1796087"/>
                <a:gd name="connsiteX1715" fmla="*/ 368619 w 2290556"/>
                <a:gd name="connsiteY1715" fmla="*/ 1627317 h 1796087"/>
                <a:gd name="connsiteX1716" fmla="*/ 371883 w 2290556"/>
                <a:gd name="connsiteY1716" fmla="*/ 1625366 h 1796087"/>
                <a:gd name="connsiteX1717" fmla="*/ 377436 w 2290556"/>
                <a:gd name="connsiteY1717" fmla="*/ 1621767 h 1796087"/>
                <a:gd name="connsiteX1718" fmla="*/ 380162 w 2290556"/>
                <a:gd name="connsiteY1718" fmla="*/ 1619177 h 1796087"/>
                <a:gd name="connsiteX1719" fmla="*/ 379186 w 2290556"/>
                <a:gd name="connsiteY1719" fmla="*/ 1616889 h 1796087"/>
                <a:gd name="connsiteX1720" fmla="*/ 375720 w 2290556"/>
                <a:gd name="connsiteY1720" fmla="*/ 1614299 h 1796087"/>
                <a:gd name="connsiteX1721" fmla="*/ 374205 w 2290556"/>
                <a:gd name="connsiteY1721" fmla="*/ 1612785 h 1796087"/>
                <a:gd name="connsiteX1722" fmla="*/ 370503 w 2290556"/>
                <a:gd name="connsiteY1722" fmla="*/ 1609320 h 1796087"/>
                <a:gd name="connsiteX1723" fmla="*/ 368652 w 2290556"/>
                <a:gd name="connsiteY1723" fmla="*/ 1605519 h 1796087"/>
                <a:gd name="connsiteX1724" fmla="*/ 367474 w 2290556"/>
                <a:gd name="connsiteY1724" fmla="*/ 1602054 h 1796087"/>
                <a:gd name="connsiteX1725" fmla="*/ 366397 w 2290556"/>
                <a:gd name="connsiteY1725" fmla="*/ 1598354 h 1796087"/>
                <a:gd name="connsiteX1726" fmla="*/ 361719 w 2290556"/>
                <a:gd name="connsiteY1726" fmla="*/ 1595965 h 1796087"/>
                <a:gd name="connsiteX1727" fmla="*/ 356604 w 2290556"/>
                <a:gd name="connsiteY1727" fmla="*/ 1593341 h 1796087"/>
                <a:gd name="connsiteX1728" fmla="*/ 353239 w 2290556"/>
                <a:gd name="connsiteY1728" fmla="*/ 1591592 h 1796087"/>
                <a:gd name="connsiteX1729" fmla="*/ 352464 w 2290556"/>
                <a:gd name="connsiteY1729" fmla="*/ 1588766 h 1796087"/>
                <a:gd name="connsiteX1730" fmla="*/ 353339 w 2290556"/>
                <a:gd name="connsiteY1730" fmla="*/ 1586580 h 1796087"/>
                <a:gd name="connsiteX1731" fmla="*/ 357142 w 2290556"/>
                <a:gd name="connsiteY1731" fmla="*/ 1586042 h 1796087"/>
                <a:gd name="connsiteX1732" fmla="*/ 358993 w 2290556"/>
                <a:gd name="connsiteY1732" fmla="*/ 1586243 h 1796087"/>
                <a:gd name="connsiteX1733" fmla="*/ 363873 w 2290556"/>
                <a:gd name="connsiteY1733" fmla="*/ 1588194 h 1796087"/>
                <a:gd name="connsiteX1734" fmla="*/ 367575 w 2290556"/>
                <a:gd name="connsiteY1734" fmla="*/ 1589506 h 1796087"/>
                <a:gd name="connsiteX1735" fmla="*/ 371479 w 2290556"/>
                <a:gd name="connsiteY1735" fmla="*/ 1590280 h 1796087"/>
                <a:gd name="connsiteX1736" fmla="*/ 375821 w 2290556"/>
                <a:gd name="connsiteY1736" fmla="*/ 1592029 h 1796087"/>
                <a:gd name="connsiteX1737" fmla="*/ 379523 w 2290556"/>
                <a:gd name="connsiteY1737" fmla="*/ 1592029 h 1796087"/>
                <a:gd name="connsiteX1738" fmla="*/ 382451 w 2290556"/>
                <a:gd name="connsiteY1738" fmla="*/ 1591659 h 1796087"/>
                <a:gd name="connsiteX1739" fmla="*/ 385278 w 2290556"/>
                <a:gd name="connsiteY1739" fmla="*/ 1589742 h 1796087"/>
                <a:gd name="connsiteX1740" fmla="*/ 389855 w 2290556"/>
                <a:gd name="connsiteY1740" fmla="*/ 1588329 h 1796087"/>
                <a:gd name="connsiteX1741" fmla="*/ 395509 w 2290556"/>
                <a:gd name="connsiteY1741" fmla="*/ 1586277 h 1796087"/>
                <a:gd name="connsiteX1742" fmla="*/ 397696 w 2290556"/>
                <a:gd name="connsiteY1742" fmla="*/ 1584662 h 1796087"/>
                <a:gd name="connsiteX1743" fmla="*/ 401062 w 2290556"/>
                <a:gd name="connsiteY1743" fmla="*/ 1583586 h 1796087"/>
                <a:gd name="connsiteX1744" fmla="*/ 405403 w 2290556"/>
                <a:gd name="connsiteY1744" fmla="*/ 1583384 h 1796087"/>
                <a:gd name="connsiteX1745" fmla="*/ 409105 w 2290556"/>
                <a:gd name="connsiteY1745" fmla="*/ 1583384 h 1796087"/>
                <a:gd name="connsiteX1746" fmla="*/ 410418 w 2290556"/>
                <a:gd name="connsiteY1746" fmla="*/ 1581534 h 1796087"/>
                <a:gd name="connsiteX1747" fmla="*/ 412370 w 2290556"/>
                <a:gd name="connsiteY1747" fmla="*/ 1579919 h 1796087"/>
                <a:gd name="connsiteX1748" fmla="*/ 415836 w 2290556"/>
                <a:gd name="connsiteY1748" fmla="*/ 1577968 h 1796087"/>
                <a:gd name="connsiteX1749" fmla="*/ 419303 w 2290556"/>
                <a:gd name="connsiteY1749" fmla="*/ 1578405 h 1796087"/>
                <a:gd name="connsiteX1750" fmla="*/ 422029 w 2290556"/>
                <a:gd name="connsiteY1750" fmla="*/ 1582543 h 1796087"/>
                <a:gd name="connsiteX1751" fmla="*/ 423106 w 2290556"/>
                <a:gd name="connsiteY1751" fmla="*/ 1584393 h 1796087"/>
                <a:gd name="connsiteX1752" fmla="*/ 425596 w 2290556"/>
                <a:gd name="connsiteY1752" fmla="*/ 1588733 h 1796087"/>
                <a:gd name="connsiteX1753" fmla="*/ 429500 w 2290556"/>
                <a:gd name="connsiteY1753" fmla="*/ 1591222 h 1796087"/>
                <a:gd name="connsiteX1754" fmla="*/ 431889 w 2290556"/>
                <a:gd name="connsiteY1754" fmla="*/ 1591323 h 1796087"/>
                <a:gd name="connsiteX1755" fmla="*/ 438082 w 2290556"/>
                <a:gd name="connsiteY1755" fmla="*/ 1591088 h 1796087"/>
                <a:gd name="connsiteX1756" fmla="*/ 442861 w 2290556"/>
                <a:gd name="connsiteY1756" fmla="*/ 1591962 h 1796087"/>
                <a:gd name="connsiteX1757" fmla="*/ 445048 w 2290556"/>
                <a:gd name="connsiteY1757" fmla="*/ 1594149 h 1796087"/>
                <a:gd name="connsiteX1758" fmla="*/ 447236 w 2290556"/>
                <a:gd name="connsiteY1758" fmla="*/ 1597311 h 1796087"/>
                <a:gd name="connsiteX1759" fmla="*/ 453765 w 2290556"/>
                <a:gd name="connsiteY1759" fmla="*/ 1597849 h 1796087"/>
                <a:gd name="connsiteX1760" fmla="*/ 460395 w 2290556"/>
                <a:gd name="connsiteY1760" fmla="*/ 1597647 h 1796087"/>
                <a:gd name="connsiteX1761" fmla="*/ 464501 w 2290556"/>
                <a:gd name="connsiteY1761" fmla="*/ 1597311 h 1796087"/>
                <a:gd name="connsiteX1762" fmla="*/ 470255 w 2290556"/>
                <a:gd name="connsiteY1762" fmla="*/ 1597311 h 1796087"/>
                <a:gd name="connsiteX1763" fmla="*/ 472544 w 2290556"/>
                <a:gd name="connsiteY1763" fmla="*/ 1596537 h 1796087"/>
                <a:gd name="connsiteX1764" fmla="*/ 475035 w 2290556"/>
                <a:gd name="connsiteY1764" fmla="*/ 1595461 h 1796087"/>
                <a:gd name="connsiteX1765" fmla="*/ 476246 w 2290556"/>
                <a:gd name="connsiteY1765" fmla="*/ 1594149 h 1796087"/>
                <a:gd name="connsiteX1766" fmla="*/ 481799 w 2290556"/>
                <a:gd name="connsiteY1766" fmla="*/ 1589675 h 1796087"/>
                <a:gd name="connsiteX1767" fmla="*/ 487453 w 2290556"/>
                <a:gd name="connsiteY1767" fmla="*/ 1585873 h 1796087"/>
                <a:gd name="connsiteX1768" fmla="*/ 491256 w 2290556"/>
                <a:gd name="connsiteY1768" fmla="*/ 1583384 h 1796087"/>
                <a:gd name="connsiteX1769" fmla="*/ 494184 w 2290556"/>
                <a:gd name="connsiteY1769" fmla="*/ 1580895 h 1796087"/>
                <a:gd name="connsiteX1770" fmla="*/ 496237 w 2290556"/>
                <a:gd name="connsiteY1770" fmla="*/ 1577531 h 1796087"/>
                <a:gd name="connsiteX1771" fmla="*/ 498290 w 2290556"/>
                <a:gd name="connsiteY1771" fmla="*/ 1575781 h 1796087"/>
                <a:gd name="connsiteX1772" fmla="*/ 500242 w 2290556"/>
                <a:gd name="connsiteY1772" fmla="*/ 1575580 h 1796087"/>
                <a:gd name="connsiteX1773" fmla="*/ 503843 w 2290556"/>
                <a:gd name="connsiteY1773" fmla="*/ 1573931 h 1796087"/>
                <a:gd name="connsiteX1774" fmla="*/ 507982 w 2290556"/>
                <a:gd name="connsiteY1774" fmla="*/ 1571980 h 1796087"/>
                <a:gd name="connsiteX1775" fmla="*/ 512559 w 2290556"/>
                <a:gd name="connsiteY1775" fmla="*/ 1571105 h 1796087"/>
                <a:gd name="connsiteX1776" fmla="*/ 514511 w 2290556"/>
                <a:gd name="connsiteY1776" fmla="*/ 1570231 h 1796087"/>
                <a:gd name="connsiteX1777" fmla="*/ 517103 w 2290556"/>
                <a:gd name="connsiteY1777" fmla="*/ 1568717 h 1796087"/>
                <a:gd name="connsiteX1778" fmla="*/ 519930 w 2290556"/>
                <a:gd name="connsiteY1778" fmla="*/ 1568179 h 1796087"/>
                <a:gd name="connsiteX1779" fmla="*/ 523531 w 2290556"/>
                <a:gd name="connsiteY1779" fmla="*/ 1566867 h 1796087"/>
                <a:gd name="connsiteX1780" fmla="*/ 527973 w 2290556"/>
                <a:gd name="connsiteY1780" fmla="*/ 1565454 h 1796087"/>
                <a:gd name="connsiteX1781" fmla="*/ 534940 w 2290556"/>
                <a:gd name="connsiteY1781" fmla="*/ 1565454 h 1796087"/>
                <a:gd name="connsiteX1782" fmla="*/ 539281 w 2290556"/>
                <a:gd name="connsiteY1782" fmla="*/ 1565992 h 1796087"/>
                <a:gd name="connsiteX1783" fmla="*/ 544161 w 2290556"/>
                <a:gd name="connsiteY1783" fmla="*/ 1565992 h 1796087"/>
                <a:gd name="connsiteX1784" fmla="*/ 548300 w 2290556"/>
                <a:gd name="connsiteY1784" fmla="*/ 1566968 h 1796087"/>
                <a:gd name="connsiteX1785" fmla="*/ 552339 w 2290556"/>
                <a:gd name="connsiteY1785" fmla="*/ 1568919 h 1796087"/>
                <a:gd name="connsiteX1786" fmla="*/ 555940 w 2290556"/>
                <a:gd name="connsiteY1786" fmla="*/ 1572619 h 1796087"/>
                <a:gd name="connsiteX1787" fmla="*/ 558767 w 2290556"/>
                <a:gd name="connsiteY1787" fmla="*/ 1575445 h 1796087"/>
                <a:gd name="connsiteX1788" fmla="*/ 558666 w 2290556"/>
                <a:gd name="connsiteY1788" fmla="*/ 1578170 h 1796087"/>
                <a:gd name="connsiteX1789" fmla="*/ 557690 w 2290556"/>
                <a:gd name="connsiteY1789" fmla="*/ 1579246 h 1796087"/>
                <a:gd name="connsiteX1790" fmla="*/ 555738 w 2290556"/>
                <a:gd name="connsiteY1790" fmla="*/ 1581635 h 1796087"/>
                <a:gd name="connsiteX1791" fmla="*/ 553887 w 2290556"/>
                <a:gd name="connsiteY1791" fmla="*/ 1584999 h 1796087"/>
                <a:gd name="connsiteX1792" fmla="*/ 555301 w 2290556"/>
                <a:gd name="connsiteY1792" fmla="*/ 1587051 h 1796087"/>
                <a:gd name="connsiteX1793" fmla="*/ 557690 w 2290556"/>
                <a:gd name="connsiteY1793" fmla="*/ 1590953 h 1796087"/>
                <a:gd name="connsiteX1794" fmla="*/ 558229 w 2290556"/>
                <a:gd name="connsiteY1794" fmla="*/ 1593005 h 1796087"/>
                <a:gd name="connsiteX1795" fmla="*/ 559104 w 2290556"/>
                <a:gd name="connsiteY1795" fmla="*/ 1595932 h 1796087"/>
                <a:gd name="connsiteX1796" fmla="*/ 561830 w 2290556"/>
                <a:gd name="connsiteY1796" fmla="*/ 1600069 h 1796087"/>
                <a:gd name="connsiteX1797" fmla="*/ 564118 w 2290556"/>
                <a:gd name="connsiteY1797" fmla="*/ 1603231 h 1796087"/>
                <a:gd name="connsiteX1798" fmla="*/ 564657 w 2290556"/>
                <a:gd name="connsiteY1798" fmla="*/ 1608984 h 1796087"/>
                <a:gd name="connsiteX1799" fmla="*/ 565733 w 2290556"/>
                <a:gd name="connsiteY1799" fmla="*/ 1613761 h 1796087"/>
                <a:gd name="connsiteX1800" fmla="*/ 565835 w 2290556"/>
                <a:gd name="connsiteY1800" fmla="*/ 1618874 h 1796087"/>
                <a:gd name="connsiteX1801" fmla="*/ 563984 w 2290556"/>
                <a:gd name="connsiteY1801" fmla="*/ 1621700 h 1796087"/>
                <a:gd name="connsiteX1802" fmla="*/ 560517 w 2290556"/>
                <a:gd name="connsiteY1802" fmla="*/ 1623751 h 1796087"/>
                <a:gd name="connsiteX1803" fmla="*/ 556916 w 2290556"/>
                <a:gd name="connsiteY1803" fmla="*/ 1627015 h 1796087"/>
                <a:gd name="connsiteX1804" fmla="*/ 556378 w 2290556"/>
                <a:gd name="connsiteY1804" fmla="*/ 1628966 h 1796087"/>
                <a:gd name="connsiteX1805" fmla="*/ 552474 w 2290556"/>
                <a:gd name="connsiteY1805" fmla="*/ 1632868 h 1796087"/>
                <a:gd name="connsiteX1806" fmla="*/ 551161 w 2290556"/>
                <a:gd name="connsiteY1806" fmla="*/ 1635256 h 1796087"/>
                <a:gd name="connsiteX1807" fmla="*/ 546483 w 2290556"/>
                <a:gd name="connsiteY1807" fmla="*/ 1636434 h 1796087"/>
                <a:gd name="connsiteX1808" fmla="*/ 544767 w 2290556"/>
                <a:gd name="connsiteY1808" fmla="*/ 1639899 h 1796087"/>
                <a:gd name="connsiteX1809" fmla="*/ 541065 w 2290556"/>
                <a:gd name="connsiteY1809" fmla="*/ 1645886 h 1796087"/>
                <a:gd name="connsiteX1810" fmla="*/ 539113 w 2290556"/>
                <a:gd name="connsiteY1810" fmla="*/ 1652514 h 1796087"/>
                <a:gd name="connsiteX1811" fmla="*/ 534098 w 2290556"/>
                <a:gd name="connsiteY1811" fmla="*/ 1658939 h 1796087"/>
                <a:gd name="connsiteX1812" fmla="*/ 529218 w 2290556"/>
                <a:gd name="connsiteY1812" fmla="*/ 1662841 h 1796087"/>
                <a:gd name="connsiteX1813" fmla="*/ 519425 w 2290556"/>
                <a:gd name="connsiteY1813" fmla="*/ 1667618 h 1796087"/>
                <a:gd name="connsiteX1814" fmla="*/ 510304 w 2290556"/>
                <a:gd name="connsiteY1814" fmla="*/ 1672731 h 1796087"/>
                <a:gd name="connsiteX1815" fmla="*/ 498391 w 2290556"/>
                <a:gd name="connsiteY1815" fmla="*/ 1677777 h 1796087"/>
                <a:gd name="connsiteX1816" fmla="*/ 494520 w 2290556"/>
                <a:gd name="connsiteY1816" fmla="*/ 1679728 h 1796087"/>
                <a:gd name="connsiteX1817" fmla="*/ 492636 w 2290556"/>
                <a:gd name="connsiteY1817" fmla="*/ 1680636 h 1796087"/>
                <a:gd name="connsiteX1818" fmla="*/ 491525 w 2290556"/>
                <a:gd name="connsiteY1818" fmla="*/ 1681645 h 1796087"/>
                <a:gd name="connsiteX1819" fmla="*/ 491458 w 2290556"/>
                <a:gd name="connsiteY1819" fmla="*/ 1682352 h 1796087"/>
                <a:gd name="connsiteX1820" fmla="*/ 492366 w 2290556"/>
                <a:gd name="connsiteY1820" fmla="*/ 1684135 h 1796087"/>
                <a:gd name="connsiteX1821" fmla="*/ 495261 w 2290556"/>
                <a:gd name="connsiteY1821" fmla="*/ 1684135 h 1796087"/>
                <a:gd name="connsiteX1822" fmla="*/ 498593 w 2290556"/>
                <a:gd name="connsiteY1822" fmla="*/ 1686086 h 1796087"/>
                <a:gd name="connsiteX1823" fmla="*/ 501218 w 2290556"/>
                <a:gd name="connsiteY1823" fmla="*/ 1689349 h 1796087"/>
                <a:gd name="connsiteX1824" fmla="*/ 501924 w 2290556"/>
                <a:gd name="connsiteY1824" fmla="*/ 1691973 h 1796087"/>
                <a:gd name="connsiteX1825" fmla="*/ 501924 w 2290556"/>
                <a:gd name="connsiteY1825" fmla="*/ 1693285 h 1796087"/>
                <a:gd name="connsiteX1826" fmla="*/ 500915 w 2290556"/>
                <a:gd name="connsiteY1826" fmla="*/ 1695169 h 1796087"/>
                <a:gd name="connsiteX1827" fmla="*/ 500174 w 2290556"/>
                <a:gd name="connsiteY1827" fmla="*/ 1696615 h 1796087"/>
                <a:gd name="connsiteX1828" fmla="*/ 500309 w 2290556"/>
                <a:gd name="connsiteY1828" fmla="*/ 1697792 h 1796087"/>
                <a:gd name="connsiteX1829" fmla="*/ 501453 w 2290556"/>
                <a:gd name="connsiteY1829" fmla="*/ 1699239 h 1796087"/>
                <a:gd name="connsiteX1830" fmla="*/ 501319 w 2290556"/>
                <a:gd name="connsiteY1830" fmla="*/ 1701560 h 1796087"/>
                <a:gd name="connsiteX1831" fmla="*/ 501891 w 2290556"/>
                <a:gd name="connsiteY1831" fmla="*/ 1709398 h 1796087"/>
                <a:gd name="connsiteX1832" fmla="*/ 501891 w 2290556"/>
                <a:gd name="connsiteY1832" fmla="*/ 1712863 h 1796087"/>
                <a:gd name="connsiteX1833" fmla="*/ 501319 w 2290556"/>
                <a:gd name="connsiteY1833" fmla="*/ 1715453 h 1796087"/>
                <a:gd name="connsiteX1834" fmla="*/ 498424 w 2290556"/>
                <a:gd name="connsiteY1834" fmla="*/ 1716900 h 1796087"/>
                <a:gd name="connsiteX1835" fmla="*/ 495799 w 2290556"/>
                <a:gd name="connsiteY1835" fmla="*/ 1715453 h 1796087"/>
                <a:gd name="connsiteX1836" fmla="*/ 492770 w 2290556"/>
                <a:gd name="connsiteY1836" fmla="*/ 1715453 h 1796087"/>
                <a:gd name="connsiteX1837" fmla="*/ 490583 w 2290556"/>
                <a:gd name="connsiteY1837" fmla="*/ 1715453 h 1796087"/>
                <a:gd name="connsiteX1838" fmla="*/ 485804 w 2290556"/>
                <a:gd name="connsiteY1838" fmla="*/ 1715453 h 1796087"/>
                <a:gd name="connsiteX1839" fmla="*/ 483987 w 2290556"/>
                <a:gd name="connsiteY1839" fmla="*/ 1718279 h 1796087"/>
                <a:gd name="connsiteX1840" fmla="*/ 484054 w 2290556"/>
                <a:gd name="connsiteY1840" fmla="*/ 1718918 h 1796087"/>
                <a:gd name="connsiteX1841" fmla="*/ 484054 w 2290556"/>
                <a:gd name="connsiteY1841" fmla="*/ 1723426 h 1796087"/>
                <a:gd name="connsiteX1842" fmla="*/ 484054 w 2290556"/>
                <a:gd name="connsiteY1842" fmla="*/ 1727059 h 1796087"/>
                <a:gd name="connsiteX1843" fmla="*/ 484626 w 2290556"/>
                <a:gd name="connsiteY1843" fmla="*/ 1730255 h 1796087"/>
                <a:gd name="connsiteX1844" fmla="*/ 486376 w 2290556"/>
                <a:gd name="connsiteY1844" fmla="*/ 1733719 h 1796087"/>
                <a:gd name="connsiteX1845" fmla="*/ 487554 w 2290556"/>
                <a:gd name="connsiteY1845" fmla="*/ 1737184 h 1796087"/>
                <a:gd name="connsiteX1846" fmla="*/ 487689 w 2290556"/>
                <a:gd name="connsiteY1846" fmla="*/ 1740380 h 1796087"/>
                <a:gd name="connsiteX1847" fmla="*/ 487689 w 2290556"/>
                <a:gd name="connsiteY1847" fmla="*/ 1744148 h 1796087"/>
                <a:gd name="connsiteX1848" fmla="*/ 487689 w 2290556"/>
                <a:gd name="connsiteY1848" fmla="*/ 1746469 h 1796087"/>
                <a:gd name="connsiteX1849" fmla="*/ 492333 w 2290556"/>
                <a:gd name="connsiteY1849" fmla="*/ 1748487 h 1796087"/>
                <a:gd name="connsiteX1850" fmla="*/ 496977 w 2290556"/>
                <a:gd name="connsiteY1850" fmla="*/ 1748487 h 1796087"/>
                <a:gd name="connsiteX1851" fmla="*/ 501891 w 2290556"/>
                <a:gd name="connsiteY1851" fmla="*/ 1751111 h 1796087"/>
                <a:gd name="connsiteX1852" fmla="*/ 510001 w 2290556"/>
                <a:gd name="connsiteY1852" fmla="*/ 1753870 h 1796087"/>
                <a:gd name="connsiteX1853" fmla="*/ 514074 w 2290556"/>
                <a:gd name="connsiteY1853" fmla="*/ 1755619 h 1796087"/>
                <a:gd name="connsiteX1854" fmla="*/ 518718 w 2290556"/>
                <a:gd name="connsiteY1854" fmla="*/ 1759958 h 1796087"/>
                <a:gd name="connsiteX1855" fmla="*/ 519795 w 2290556"/>
                <a:gd name="connsiteY1855" fmla="*/ 1764298 h 1796087"/>
                <a:gd name="connsiteX1856" fmla="*/ 528545 w 2290556"/>
                <a:gd name="connsiteY1856" fmla="*/ 1774424 h 1796087"/>
                <a:gd name="connsiteX1857" fmla="*/ 537531 w 2290556"/>
                <a:gd name="connsiteY1857" fmla="*/ 1783203 h 1796087"/>
                <a:gd name="connsiteX1858" fmla="*/ 544262 w 2290556"/>
                <a:gd name="connsiteY1858" fmla="*/ 1789931 h 1796087"/>
                <a:gd name="connsiteX1859" fmla="*/ 549411 w 2290556"/>
                <a:gd name="connsiteY1859" fmla="*/ 1792959 h 1796087"/>
                <a:gd name="connsiteX1860" fmla="*/ 553416 w 2290556"/>
                <a:gd name="connsiteY1860" fmla="*/ 1794775 h 1796087"/>
                <a:gd name="connsiteX1861" fmla="*/ 555704 w 2290556"/>
                <a:gd name="connsiteY1861" fmla="*/ 1796087 h 1796087"/>
                <a:gd name="connsiteX1862" fmla="*/ 558430 w 2290556"/>
                <a:gd name="connsiteY1862" fmla="*/ 1791950 h 1796087"/>
                <a:gd name="connsiteX1863" fmla="*/ 562435 w 2290556"/>
                <a:gd name="connsiteY1863" fmla="*/ 1791950 h 1796087"/>
                <a:gd name="connsiteX1864" fmla="*/ 564623 w 2290556"/>
                <a:gd name="connsiteY1864" fmla="*/ 1795684 h 1796087"/>
                <a:gd name="connsiteX1865" fmla="*/ 565061 w 2290556"/>
                <a:gd name="connsiteY1865" fmla="*/ 1795919 h 1796087"/>
                <a:gd name="connsiteX1866" fmla="*/ 565767 w 2290556"/>
                <a:gd name="connsiteY1866" fmla="*/ 1794372 h 1796087"/>
                <a:gd name="connsiteX1867" fmla="*/ 569469 w 2290556"/>
                <a:gd name="connsiteY1867" fmla="*/ 1792925 h 1796087"/>
                <a:gd name="connsiteX1868" fmla="*/ 572969 w 2290556"/>
                <a:gd name="connsiteY1868" fmla="*/ 1790167 h 1796087"/>
                <a:gd name="connsiteX1869" fmla="*/ 575796 w 2290556"/>
                <a:gd name="connsiteY1869" fmla="*/ 1790167 h 1796087"/>
                <a:gd name="connsiteX1870" fmla="*/ 584277 w 2290556"/>
                <a:gd name="connsiteY1870" fmla="*/ 1786904 h 1796087"/>
                <a:gd name="connsiteX1871" fmla="*/ 593398 w 2290556"/>
                <a:gd name="connsiteY1871" fmla="*/ 1784515 h 1796087"/>
                <a:gd name="connsiteX1872" fmla="*/ 595989 w 2290556"/>
                <a:gd name="connsiteY1872" fmla="*/ 1781690 h 1796087"/>
                <a:gd name="connsiteX1873" fmla="*/ 605984 w 2290556"/>
                <a:gd name="connsiteY1873" fmla="*/ 1784078 h 1796087"/>
                <a:gd name="connsiteX1874" fmla="*/ 617057 w 2290556"/>
                <a:gd name="connsiteY1874" fmla="*/ 1783876 h 1796087"/>
                <a:gd name="connsiteX1875" fmla="*/ 622071 w 2290556"/>
                <a:gd name="connsiteY1875" fmla="*/ 1781690 h 1796087"/>
                <a:gd name="connsiteX1876" fmla="*/ 632302 w 2290556"/>
                <a:gd name="connsiteY1876" fmla="*/ 1779099 h 1796087"/>
                <a:gd name="connsiteX1877" fmla="*/ 636644 w 2290556"/>
                <a:gd name="connsiteY1877" fmla="*/ 1776475 h 1796087"/>
                <a:gd name="connsiteX1878" fmla="*/ 646000 w 2290556"/>
                <a:gd name="connsiteY1878" fmla="*/ 1773650 h 1796087"/>
                <a:gd name="connsiteX1879" fmla="*/ 653168 w 2290556"/>
                <a:gd name="connsiteY1879" fmla="*/ 1768873 h 1796087"/>
                <a:gd name="connsiteX1880" fmla="*/ 658183 w 2290556"/>
                <a:gd name="connsiteY1880" fmla="*/ 1767561 h 1796087"/>
                <a:gd name="connsiteX1881" fmla="*/ 667943 w 2290556"/>
                <a:gd name="connsiteY1881" fmla="*/ 1767561 h 1796087"/>
                <a:gd name="connsiteX1882" fmla="*/ 669693 w 2290556"/>
                <a:gd name="connsiteY1882" fmla="*/ 1767561 h 1796087"/>
                <a:gd name="connsiteX1883" fmla="*/ 673832 w 2290556"/>
                <a:gd name="connsiteY1883" fmla="*/ 1767561 h 1796087"/>
                <a:gd name="connsiteX1884" fmla="*/ 681303 w 2290556"/>
                <a:gd name="connsiteY1884" fmla="*/ 1769579 h 1796087"/>
                <a:gd name="connsiteX1885" fmla="*/ 685880 w 2290556"/>
                <a:gd name="connsiteY1885" fmla="*/ 1768940 h 1796087"/>
                <a:gd name="connsiteX1886" fmla="*/ 688135 w 2290556"/>
                <a:gd name="connsiteY1886" fmla="*/ 1765173 h 1796087"/>
                <a:gd name="connsiteX1887" fmla="*/ 682852 w 2290556"/>
                <a:gd name="connsiteY1887" fmla="*/ 1764432 h 1796087"/>
                <a:gd name="connsiteX1888" fmla="*/ 680765 w 2290556"/>
                <a:gd name="connsiteY1888" fmla="*/ 1761909 h 1796087"/>
                <a:gd name="connsiteX1889" fmla="*/ 682717 w 2290556"/>
                <a:gd name="connsiteY1889" fmla="*/ 1759151 h 1796087"/>
                <a:gd name="connsiteX1890" fmla="*/ 687058 w 2290556"/>
                <a:gd name="connsiteY1890" fmla="*/ 1758579 h 1796087"/>
                <a:gd name="connsiteX1891" fmla="*/ 692073 w 2290556"/>
                <a:gd name="connsiteY1891" fmla="*/ 1758546 h 1796087"/>
                <a:gd name="connsiteX1892" fmla="*/ 703650 w 2290556"/>
                <a:gd name="connsiteY1892" fmla="*/ 1752188 h 1796087"/>
                <a:gd name="connsiteX1893" fmla="*/ 707722 w 2290556"/>
                <a:gd name="connsiteY1893" fmla="*/ 1747545 h 1796087"/>
                <a:gd name="connsiteX1894" fmla="*/ 707722 w 2290556"/>
                <a:gd name="connsiteY1894" fmla="*/ 1738261 h 1796087"/>
                <a:gd name="connsiteX1895" fmla="*/ 704256 w 2290556"/>
                <a:gd name="connsiteY1895" fmla="*/ 1731028 h 1796087"/>
                <a:gd name="connsiteX1896" fmla="*/ 699914 w 2290556"/>
                <a:gd name="connsiteY1896" fmla="*/ 1725242 h 1796087"/>
                <a:gd name="connsiteX1897" fmla="*/ 698467 w 2290556"/>
                <a:gd name="connsiteY1897" fmla="*/ 1720028 h 1796087"/>
                <a:gd name="connsiteX1898" fmla="*/ 698164 w 2290556"/>
                <a:gd name="connsiteY1898" fmla="*/ 1715117 h 1796087"/>
                <a:gd name="connsiteX1899" fmla="*/ 701059 w 2290556"/>
                <a:gd name="connsiteY1899" fmla="*/ 1708759 h 1796087"/>
                <a:gd name="connsiteX1900" fmla="*/ 704525 w 2290556"/>
                <a:gd name="connsiteY1900" fmla="*/ 1706135 h 1796087"/>
                <a:gd name="connsiteX1901" fmla="*/ 709439 w 2290556"/>
                <a:gd name="connsiteY1901" fmla="*/ 1701795 h 1796087"/>
                <a:gd name="connsiteX1902" fmla="*/ 708698 w 2290556"/>
                <a:gd name="connsiteY1902" fmla="*/ 1697759 h 1796087"/>
                <a:gd name="connsiteX1903" fmla="*/ 709439 w 2290556"/>
                <a:gd name="connsiteY1903" fmla="*/ 1691973 h 1796087"/>
                <a:gd name="connsiteX1904" fmla="*/ 710886 w 2290556"/>
                <a:gd name="connsiteY1904" fmla="*/ 1688205 h 1796087"/>
                <a:gd name="connsiteX1905" fmla="*/ 710246 w 2290556"/>
                <a:gd name="connsiteY1905" fmla="*/ 1684000 h 1796087"/>
                <a:gd name="connsiteX1906" fmla="*/ 707116 w 2290556"/>
                <a:gd name="connsiteY1906" fmla="*/ 1680367 h 1796087"/>
                <a:gd name="connsiteX1907" fmla="*/ 707116 w 2290556"/>
                <a:gd name="connsiteY1907" fmla="*/ 1674581 h 1796087"/>
                <a:gd name="connsiteX1908" fmla="*/ 708126 w 2290556"/>
                <a:gd name="connsiteY1908" fmla="*/ 1661125 h 1796087"/>
                <a:gd name="connsiteX1909" fmla="*/ 712030 w 2290556"/>
                <a:gd name="connsiteY1909" fmla="*/ 1655911 h 1796087"/>
                <a:gd name="connsiteX1910" fmla="*/ 714790 w 2290556"/>
                <a:gd name="connsiteY1910" fmla="*/ 1646055 h 1796087"/>
                <a:gd name="connsiteX1911" fmla="*/ 717987 w 2290556"/>
                <a:gd name="connsiteY1911" fmla="*/ 1637073 h 1796087"/>
                <a:gd name="connsiteX1912" fmla="*/ 723203 w 2290556"/>
                <a:gd name="connsiteY1912" fmla="*/ 1631724 h 1796087"/>
                <a:gd name="connsiteX1913" fmla="*/ 727679 w 2290556"/>
                <a:gd name="connsiteY1913" fmla="*/ 1626947 h 1796087"/>
                <a:gd name="connsiteX1914" fmla="*/ 730002 w 2290556"/>
                <a:gd name="connsiteY1914" fmla="*/ 1623751 h 1796087"/>
                <a:gd name="connsiteX1915" fmla="*/ 732324 w 2290556"/>
                <a:gd name="connsiteY1915" fmla="*/ 1618975 h 1796087"/>
                <a:gd name="connsiteX1916" fmla="*/ 734208 w 2290556"/>
                <a:gd name="connsiteY1916" fmla="*/ 1616519 h 1796087"/>
                <a:gd name="connsiteX1917" fmla="*/ 737675 w 2290556"/>
                <a:gd name="connsiteY1917" fmla="*/ 1613761 h 1796087"/>
                <a:gd name="connsiteX1918" fmla="*/ 741747 w 2290556"/>
                <a:gd name="connsiteY1918" fmla="*/ 1611137 h 1796087"/>
                <a:gd name="connsiteX1919" fmla="*/ 745651 w 2290556"/>
                <a:gd name="connsiteY1919" fmla="*/ 1608815 h 1796087"/>
                <a:gd name="connsiteX1920" fmla="*/ 747973 w 2290556"/>
                <a:gd name="connsiteY1920" fmla="*/ 1606797 h 1796087"/>
                <a:gd name="connsiteX1921" fmla="*/ 748714 w 2290556"/>
                <a:gd name="connsiteY1921" fmla="*/ 1600843 h 1796087"/>
                <a:gd name="connsiteX1922" fmla="*/ 749420 w 2290556"/>
                <a:gd name="connsiteY1922" fmla="*/ 1597647 h 1796087"/>
                <a:gd name="connsiteX1923" fmla="*/ 752752 w 2290556"/>
                <a:gd name="connsiteY1923" fmla="*/ 1592736 h 1796087"/>
                <a:gd name="connsiteX1924" fmla="*/ 755512 w 2290556"/>
                <a:gd name="connsiteY1924" fmla="*/ 1589271 h 1796087"/>
                <a:gd name="connsiteX1925" fmla="*/ 758574 w 2290556"/>
                <a:gd name="connsiteY1925" fmla="*/ 1590583 h 1796087"/>
                <a:gd name="connsiteX1926" fmla="*/ 761906 w 2290556"/>
                <a:gd name="connsiteY1926" fmla="*/ 1590583 h 1796087"/>
                <a:gd name="connsiteX1927" fmla="*/ 766820 w 2290556"/>
                <a:gd name="connsiteY1927" fmla="*/ 1589271 h 1796087"/>
                <a:gd name="connsiteX1928" fmla="*/ 770454 w 2290556"/>
                <a:gd name="connsiteY1928" fmla="*/ 1587959 h 1796087"/>
                <a:gd name="connsiteX1929" fmla="*/ 773652 w 2290556"/>
                <a:gd name="connsiteY1929" fmla="*/ 1585941 h 1796087"/>
                <a:gd name="connsiteX1930" fmla="*/ 775974 w 2290556"/>
                <a:gd name="connsiteY1930" fmla="*/ 1585066 h 1796087"/>
                <a:gd name="connsiteX1931" fmla="*/ 781056 w 2290556"/>
                <a:gd name="connsiteY1931" fmla="*/ 1585066 h 1796087"/>
                <a:gd name="connsiteX1932" fmla="*/ 787147 w 2290556"/>
                <a:gd name="connsiteY1932" fmla="*/ 1584494 h 1796087"/>
                <a:gd name="connsiteX1933" fmla="*/ 790613 w 2290556"/>
                <a:gd name="connsiteY1933" fmla="*/ 1581029 h 1796087"/>
                <a:gd name="connsiteX1934" fmla="*/ 794686 w 2290556"/>
                <a:gd name="connsiteY1934" fmla="*/ 1581769 h 1796087"/>
                <a:gd name="connsiteX1935" fmla="*/ 795392 w 2290556"/>
                <a:gd name="connsiteY1935" fmla="*/ 1584965 h 1796087"/>
                <a:gd name="connsiteX1936" fmla="*/ 795392 w 2290556"/>
                <a:gd name="connsiteY1936" fmla="*/ 1588598 h 1796087"/>
                <a:gd name="connsiteX1937" fmla="*/ 795426 w 2290556"/>
                <a:gd name="connsiteY1937" fmla="*/ 1592063 h 1796087"/>
                <a:gd name="connsiteX1938" fmla="*/ 793811 w 2290556"/>
                <a:gd name="connsiteY1938" fmla="*/ 1595965 h 1796087"/>
                <a:gd name="connsiteX1939" fmla="*/ 795594 w 2290556"/>
                <a:gd name="connsiteY1939" fmla="*/ 1598724 h 1796087"/>
                <a:gd name="connsiteX1940" fmla="*/ 796705 w 2290556"/>
                <a:gd name="connsiteY1940" fmla="*/ 1603366 h 1796087"/>
                <a:gd name="connsiteX1941" fmla="*/ 796469 w 2290556"/>
                <a:gd name="connsiteY1941" fmla="*/ 1608008 h 1796087"/>
                <a:gd name="connsiteX1942" fmla="*/ 797546 w 2290556"/>
                <a:gd name="connsiteY1942" fmla="*/ 1611641 h 1796087"/>
                <a:gd name="connsiteX1943" fmla="*/ 797546 w 2290556"/>
                <a:gd name="connsiteY1943" fmla="*/ 1619042 h 1796087"/>
                <a:gd name="connsiteX1944" fmla="*/ 799734 w 2290556"/>
                <a:gd name="connsiteY1944" fmla="*/ 1617730 h 1796087"/>
                <a:gd name="connsiteX1945" fmla="*/ 801349 w 2290556"/>
                <a:gd name="connsiteY1945" fmla="*/ 1617596 h 1796087"/>
                <a:gd name="connsiteX1946" fmla="*/ 804681 w 2290556"/>
                <a:gd name="connsiteY1946" fmla="*/ 1617596 h 1796087"/>
                <a:gd name="connsiteX1947" fmla="*/ 807441 w 2290556"/>
                <a:gd name="connsiteY1947" fmla="*/ 1620354 h 1796087"/>
                <a:gd name="connsiteX1948" fmla="*/ 808585 w 2290556"/>
                <a:gd name="connsiteY1948" fmla="*/ 1623953 h 1796087"/>
                <a:gd name="connsiteX1949" fmla="*/ 809595 w 2290556"/>
                <a:gd name="connsiteY1949" fmla="*/ 1627284 h 1796087"/>
                <a:gd name="connsiteX1950" fmla="*/ 809595 w 2290556"/>
                <a:gd name="connsiteY1950" fmla="*/ 1630311 h 1796087"/>
                <a:gd name="connsiteX1951" fmla="*/ 809023 w 2290556"/>
                <a:gd name="connsiteY1951" fmla="*/ 1634651 h 1796087"/>
                <a:gd name="connsiteX1952" fmla="*/ 807710 w 2290556"/>
                <a:gd name="connsiteY1952" fmla="*/ 1635660 h 1796087"/>
                <a:gd name="connsiteX1953" fmla="*/ 805388 w 2290556"/>
                <a:gd name="connsiteY1953" fmla="*/ 1635223 h 1796087"/>
                <a:gd name="connsiteX1954" fmla="*/ 803638 w 2290556"/>
                <a:gd name="connsiteY1954" fmla="*/ 1634785 h 1796087"/>
                <a:gd name="connsiteX1955" fmla="*/ 799868 w 2290556"/>
                <a:gd name="connsiteY1955" fmla="*/ 1634483 h 1796087"/>
                <a:gd name="connsiteX1956" fmla="*/ 796840 w 2290556"/>
                <a:gd name="connsiteY1956" fmla="*/ 1634045 h 1796087"/>
                <a:gd name="connsiteX1957" fmla="*/ 791488 w 2290556"/>
                <a:gd name="connsiteY1957" fmla="*/ 1636232 h 1796087"/>
                <a:gd name="connsiteX1958" fmla="*/ 787719 w 2290556"/>
                <a:gd name="connsiteY1958" fmla="*/ 1637678 h 1796087"/>
                <a:gd name="connsiteX1959" fmla="*/ 785262 w 2290556"/>
                <a:gd name="connsiteY1959" fmla="*/ 1642758 h 1796087"/>
                <a:gd name="connsiteX1960" fmla="*/ 780854 w 2290556"/>
                <a:gd name="connsiteY1960" fmla="*/ 1644204 h 1796087"/>
                <a:gd name="connsiteX1961" fmla="*/ 778229 w 2290556"/>
                <a:gd name="connsiteY1961" fmla="*/ 1649856 h 1796087"/>
                <a:gd name="connsiteX1962" fmla="*/ 776479 w 2290556"/>
                <a:gd name="connsiteY1962" fmla="*/ 1653758 h 1796087"/>
                <a:gd name="connsiteX1963" fmla="*/ 773450 w 2290556"/>
                <a:gd name="connsiteY1963" fmla="*/ 1657458 h 1796087"/>
                <a:gd name="connsiteX1964" fmla="*/ 772810 w 2290556"/>
                <a:gd name="connsiteY1964" fmla="*/ 1660284 h 1796087"/>
                <a:gd name="connsiteX1965" fmla="*/ 771733 w 2290556"/>
                <a:gd name="connsiteY1965" fmla="*/ 1662908 h 1796087"/>
                <a:gd name="connsiteX1966" fmla="*/ 771296 w 2290556"/>
                <a:gd name="connsiteY1966" fmla="*/ 1665936 h 1796087"/>
                <a:gd name="connsiteX1967" fmla="*/ 770757 w 2290556"/>
                <a:gd name="connsiteY1967" fmla="*/ 1667887 h 1796087"/>
                <a:gd name="connsiteX1968" fmla="*/ 768031 w 2290556"/>
                <a:gd name="connsiteY1968" fmla="*/ 1670948 h 1796087"/>
                <a:gd name="connsiteX1969" fmla="*/ 768031 w 2290556"/>
                <a:gd name="connsiteY1969" fmla="*/ 1674648 h 1796087"/>
                <a:gd name="connsiteX1970" fmla="*/ 768805 w 2290556"/>
                <a:gd name="connsiteY1970" fmla="*/ 1676398 h 1796087"/>
                <a:gd name="connsiteX1971" fmla="*/ 771531 w 2290556"/>
                <a:gd name="connsiteY1971" fmla="*/ 1680098 h 1796087"/>
                <a:gd name="connsiteX1972" fmla="*/ 771531 w 2290556"/>
                <a:gd name="connsiteY1972" fmla="*/ 1681612 h 1796087"/>
                <a:gd name="connsiteX1973" fmla="*/ 770454 w 2290556"/>
                <a:gd name="connsiteY1973" fmla="*/ 1684438 h 1796087"/>
                <a:gd name="connsiteX1974" fmla="*/ 768940 w 2290556"/>
                <a:gd name="connsiteY1974" fmla="*/ 1685951 h 1796087"/>
                <a:gd name="connsiteX1975" fmla="*/ 767190 w 2290556"/>
                <a:gd name="connsiteY1975" fmla="*/ 1689181 h 1796087"/>
                <a:gd name="connsiteX1976" fmla="*/ 767829 w 2290556"/>
                <a:gd name="connsiteY1976" fmla="*/ 1692881 h 1796087"/>
                <a:gd name="connsiteX1977" fmla="*/ 768906 w 2290556"/>
                <a:gd name="connsiteY1977" fmla="*/ 1695505 h 1796087"/>
                <a:gd name="connsiteX1978" fmla="*/ 767594 w 2290556"/>
                <a:gd name="connsiteY1978" fmla="*/ 1700080 h 1796087"/>
                <a:gd name="connsiteX1979" fmla="*/ 767358 w 2290556"/>
                <a:gd name="connsiteY1979" fmla="*/ 1703545 h 1796087"/>
                <a:gd name="connsiteX1980" fmla="*/ 768435 w 2290556"/>
                <a:gd name="connsiteY1980" fmla="*/ 1705059 h 1796087"/>
                <a:gd name="connsiteX1981" fmla="*/ 773652 w 2290556"/>
                <a:gd name="connsiteY1981" fmla="*/ 1710037 h 1796087"/>
                <a:gd name="connsiteX1982" fmla="*/ 777791 w 2290556"/>
                <a:gd name="connsiteY1982" fmla="*/ 1712863 h 1796087"/>
                <a:gd name="connsiteX1983" fmla="*/ 780181 w 2290556"/>
                <a:gd name="connsiteY1983" fmla="*/ 1714377 h 1796087"/>
                <a:gd name="connsiteX1984" fmla="*/ 784758 w 2290556"/>
                <a:gd name="connsiteY1984" fmla="*/ 1717404 h 1796087"/>
                <a:gd name="connsiteX1985" fmla="*/ 790109 w 2290556"/>
                <a:gd name="connsiteY1985" fmla="*/ 1720095 h 1796087"/>
                <a:gd name="connsiteX1986" fmla="*/ 799027 w 2290556"/>
                <a:gd name="connsiteY1986" fmla="*/ 1726252 h 1796087"/>
                <a:gd name="connsiteX1987" fmla="*/ 803099 w 2290556"/>
                <a:gd name="connsiteY1987" fmla="*/ 1727698 h 1796087"/>
                <a:gd name="connsiteX1988" fmla="*/ 809123 w 2290556"/>
                <a:gd name="connsiteY1988" fmla="*/ 1727698 h 1796087"/>
                <a:gd name="connsiteX1989" fmla="*/ 812523 w 2290556"/>
                <a:gd name="connsiteY1989" fmla="*/ 1726992 h 1796087"/>
                <a:gd name="connsiteX1990" fmla="*/ 818176 w 2290556"/>
                <a:gd name="connsiteY1990" fmla="*/ 1724704 h 1796087"/>
                <a:gd name="connsiteX1991" fmla="*/ 821508 w 2290556"/>
                <a:gd name="connsiteY1991" fmla="*/ 1722417 h 1796087"/>
                <a:gd name="connsiteX1992" fmla="*/ 824537 w 2290556"/>
                <a:gd name="connsiteY1992" fmla="*/ 1722417 h 1796087"/>
                <a:gd name="connsiteX1993" fmla="*/ 827600 w 2290556"/>
                <a:gd name="connsiteY1993" fmla="*/ 1723224 h 1796087"/>
                <a:gd name="connsiteX1994" fmla="*/ 833624 w 2290556"/>
                <a:gd name="connsiteY1994" fmla="*/ 1725108 h 1796087"/>
                <a:gd name="connsiteX1995" fmla="*/ 835509 w 2290556"/>
                <a:gd name="connsiteY1995" fmla="*/ 1726352 h 1796087"/>
                <a:gd name="connsiteX1996" fmla="*/ 840220 w 2290556"/>
                <a:gd name="connsiteY1996" fmla="*/ 1732004 h 1796087"/>
                <a:gd name="connsiteX1997" fmla="*/ 842812 w 2290556"/>
                <a:gd name="connsiteY1997" fmla="*/ 1734830 h 1796087"/>
                <a:gd name="connsiteX1998" fmla="*/ 845942 w 2290556"/>
                <a:gd name="connsiteY1998" fmla="*/ 1741288 h 1796087"/>
                <a:gd name="connsiteX1999" fmla="*/ 850081 w 2290556"/>
                <a:gd name="connsiteY1999" fmla="*/ 1746132 h 1796087"/>
                <a:gd name="connsiteX2000" fmla="*/ 851091 w 2290556"/>
                <a:gd name="connsiteY2000" fmla="*/ 1750337 h 1796087"/>
                <a:gd name="connsiteX2001" fmla="*/ 853043 w 2290556"/>
                <a:gd name="connsiteY2001" fmla="*/ 1753601 h 1796087"/>
                <a:gd name="connsiteX2002" fmla="*/ 857384 w 2290556"/>
                <a:gd name="connsiteY2002" fmla="*/ 1755854 h 1796087"/>
                <a:gd name="connsiteX2003" fmla="*/ 861793 w 2290556"/>
                <a:gd name="connsiteY2003" fmla="*/ 1755484 h 1796087"/>
                <a:gd name="connsiteX2004" fmla="*/ 867918 w 2290556"/>
                <a:gd name="connsiteY2004" fmla="*/ 1756023 h 1796087"/>
                <a:gd name="connsiteX2005" fmla="*/ 873774 w 2290556"/>
                <a:gd name="connsiteY2005" fmla="*/ 1758209 h 1796087"/>
                <a:gd name="connsiteX2006" fmla="*/ 880202 w 2290556"/>
                <a:gd name="connsiteY2006" fmla="*/ 1759958 h 1796087"/>
                <a:gd name="connsiteX2007" fmla="*/ 886630 w 2290556"/>
                <a:gd name="connsiteY2007" fmla="*/ 1760934 h 1796087"/>
                <a:gd name="connsiteX2008" fmla="*/ 891072 w 2290556"/>
                <a:gd name="connsiteY2008" fmla="*/ 1759958 h 1796087"/>
                <a:gd name="connsiteX2009" fmla="*/ 891611 w 2290556"/>
                <a:gd name="connsiteY2009" fmla="*/ 1762986 h 1796087"/>
                <a:gd name="connsiteX2010" fmla="*/ 895313 w 2290556"/>
                <a:gd name="connsiteY2010" fmla="*/ 1764937 h 1796087"/>
                <a:gd name="connsiteX2011" fmla="*/ 897938 w 2290556"/>
                <a:gd name="connsiteY2011" fmla="*/ 1770151 h 1796087"/>
                <a:gd name="connsiteX2012" fmla="*/ 900967 w 2290556"/>
                <a:gd name="connsiteY2012" fmla="*/ 1777653 h 1796087"/>
                <a:gd name="connsiteX2013" fmla="*/ 903693 w 2290556"/>
                <a:gd name="connsiteY2013" fmla="*/ 1781454 h 1796087"/>
                <a:gd name="connsiteX2014" fmla="*/ 910121 w 2290556"/>
                <a:gd name="connsiteY2014" fmla="*/ 1783069 h 1796087"/>
                <a:gd name="connsiteX2015" fmla="*/ 911433 w 2290556"/>
                <a:gd name="connsiteY2015" fmla="*/ 1780142 h 1796087"/>
                <a:gd name="connsiteX2016" fmla="*/ 915001 w 2290556"/>
                <a:gd name="connsiteY2016" fmla="*/ 1779806 h 1796087"/>
                <a:gd name="connsiteX2017" fmla="*/ 918905 w 2290556"/>
                <a:gd name="connsiteY2017" fmla="*/ 1779806 h 1796087"/>
                <a:gd name="connsiteX2018" fmla="*/ 922068 w 2290556"/>
                <a:gd name="connsiteY2018" fmla="*/ 1782699 h 1796087"/>
                <a:gd name="connsiteX2019" fmla="*/ 925434 w 2290556"/>
                <a:gd name="connsiteY2019" fmla="*/ 1785020 h 1796087"/>
                <a:gd name="connsiteX2020" fmla="*/ 932400 w 2290556"/>
                <a:gd name="connsiteY2020" fmla="*/ 1785020 h 1796087"/>
                <a:gd name="connsiteX2021" fmla="*/ 937415 w 2290556"/>
                <a:gd name="connsiteY2021" fmla="*/ 1781118 h 1796087"/>
                <a:gd name="connsiteX2022" fmla="*/ 941554 w 2290556"/>
                <a:gd name="connsiteY2022" fmla="*/ 1780041 h 1796087"/>
                <a:gd name="connsiteX2023" fmla="*/ 952862 w 2290556"/>
                <a:gd name="connsiteY2023" fmla="*/ 1783304 h 1796087"/>
                <a:gd name="connsiteX2024" fmla="*/ 960536 w 2290556"/>
                <a:gd name="connsiteY2024" fmla="*/ 1782564 h 1796087"/>
                <a:gd name="connsiteX2025" fmla="*/ 964574 w 2290556"/>
                <a:gd name="connsiteY2025" fmla="*/ 1782564 h 1796087"/>
                <a:gd name="connsiteX2026" fmla="*/ 967199 w 2290556"/>
                <a:gd name="connsiteY2026" fmla="*/ 1781420 h 1796087"/>
                <a:gd name="connsiteX2027" fmla="*/ 970262 w 2290556"/>
                <a:gd name="connsiteY2027" fmla="*/ 1781420 h 1796087"/>
                <a:gd name="connsiteX2028" fmla="*/ 970968 w 2290556"/>
                <a:gd name="connsiteY2028" fmla="*/ 1778965 h 1796087"/>
                <a:gd name="connsiteX2029" fmla="*/ 970531 w 2290556"/>
                <a:gd name="connsiteY2029" fmla="*/ 1776644 h 1796087"/>
                <a:gd name="connsiteX2030" fmla="*/ 968343 w 2290556"/>
                <a:gd name="connsiteY2030" fmla="*/ 1774625 h 1796087"/>
                <a:gd name="connsiteX2031" fmla="*/ 966324 w 2290556"/>
                <a:gd name="connsiteY2031" fmla="*/ 1773751 h 1796087"/>
                <a:gd name="connsiteX2032" fmla="*/ 964574 w 2290556"/>
                <a:gd name="connsiteY2032" fmla="*/ 1771160 h 1796087"/>
                <a:gd name="connsiteX2033" fmla="*/ 964574 w 2290556"/>
                <a:gd name="connsiteY2033" fmla="*/ 1768570 h 1796087"/>
                <a:gd name="connsiteX2034" fmla="*/ 964574 w 2290556"/>
                <a:gd name="connsiteY2034" fmla="*/ 1765105 h 1796087"/>
                <a:gd name="connsiteX2035" fmla="*/ 965011 w 2290556"/>
                <a:gd name="connsiteY2035" fmla="*/ 1762212 h 1796087"/>
                <a:gd name="connsiteX2036" fmla="*/ 964574 w 2290556"/>
                <a:gd name="connsiteY2036" fmla="*/ 1759891 h 1796087"/>
                <a:gd name="connsiteX2037" fmla="*/ 964574 w 2290556"/>
                <a:gd name="connsiteY2037" fmla="*/ 1754677 h 1796087"/>
                <a:gd name="connsiteX2038" fmla="*/ 964574 w 2290556"/>
                <a:gd name="connsiteY2038" fmla="*/ 1752053 h 1796087"/>
                <a:gd name="connsiteX2039" fmla="*/ 966324 w 2290556"/>
                <a:gd name="connsiteY2039" fmla="*/ 1749463 h 1796087"/>
                <a:gd name="connsiteX2040" fmla="*/ 966324 w 2290556"/>
                <a:gd name="connsiteY2040" fmla="*/ 1747714 h 1796087"/>
                <a:gd name="connsiteX2041" fmla="*/ 966324 w 2290556"/>
                <a:gd name="connsiteY2041" fmla="*/ 1745695 h 1796087"/>
                <a:gd name="connsiteX2042" fmla="*/ 968074 w 2290556"/>
                <a:gd name="connsiteY2042" fmla="*/ 1742500 h 1796087"/>
                <a:gd name="connsiteX2043" fmla="*/ 968074 w 2290556"/>
                <a:gd name="connsiteY2043" fmla="*/ 1740481 h 1796087"/>
                <a:gd name="connsiteX2044" fmla="*/ 970766 w 2290556"/>
                <a:gd name="connsiteY2044" fmla="*/ 1740178 h 1796087"/>
                <a:gd name="connsiteX2045" fmla="*/ 972281 w 2290556"/>
                <a:gd name="connsiteY2045" fmla="*/ 1740616 h 1796087"/>
                <a:gd name="connsiteX2046" fmla="*/ 973425 w 2290556"/>
                <a:gd name="connsiteY2046" fmla="*/ 1744249 h 1796087"/>
                <a:gd name="connsiteX2047" fmla="*/ 976622 w 2290556"/>
                <a:gd name="connsiteY2047" fmla="*/ 1746570 h 1796087"/>
                <a:gd name="connsiteX2048" fmla="*/ 977497 w 2290556"/>
                <a:gd name="connsiteY2048" fmla="*/ 1751044 h 1796087"/>
                <a:gd name="connsiteX2049" fmla="*/ 978642 w 2290556"/>
                <a:gd name="connsiteY2049" fmla="*/ 1752591 h 1796087"/>
                <a:gd name="connsiteX2050" fmla="*/ 983589 w 2290556"/>
                <a:gd name="connsiteY2050" fmla="*/ 1752490 h 1796087"/>
                <a:gd name="connsiteX2051" fmla="*/ 986180 w 2290556"/>
                <a:gd name="connsiteY2051" fmla="*/ 1752490 h 1796087"/>
                <a:gd name="connsiteX2052" fmla="*/ 987055 w 2290556"/>
                <a:gd name="connsiteY2052" fmla="*/ 1750304 h 1796087"/>
                <a:gd name="connsiteX2053" fmla="*/ 987930 w 2290556"/>
                <a:gd name="connsiteY2053" fmla="*/ 1747848 h 1796087"/>
                <a:gd name="connsiteX2054" fmla="*/ 989680 w 2290556"/>
                <a:gd name="connsiteY2054" fmla="*/ 1744081 h 1796087"/>
                <a:gd name="connsiteX2055" fmla="*/ 990993 w 2290556"/>
                <a:gd name="connsiteY2055" fmla="*/ 1741625 h 1796087"/>
                <a:gd name="connsiteX2056" fmla="*/ 991127 w 2290556"/>
                <a:gd name="connsiteY2056" fmla="*/ 1738732 h 1796087"/>
                <a:gd name="connsiteX2057" fmla="*/ 990825 w 2290556"/>
                <a:gd name="connsiteY2057" fmla="*/ 1735671 h 1796087"/>
                <a:gd name="connsiteX2058" fmla="*/ 989075 w 2290556"/>
                <a:gd name="connsiteY2058" fmla="*/ 1732206 h 1796087"/>
                <a:gd name="connsiteX2059" fmla="*/ 985171 w 2290556"/>
                <a:gd name="connsiteY2059" fmla="*/ 1728438 h 1796087"/>
                <a:gd name="connsiteX2060" fmla="*/ 982411 w 2290556"/>
                <a:gd name="connsiteY2060" fmla="*/ 1728438 h 1796087"/>
                <a:gd name="connsiteX2061" fmla="*/ 979348 w 2290556"/>
                <a:gd name="connsiteY2061" fmla="*/ 1725680 h 1796087"/>
                <a:gd name="connsiteX2062" fmla="*/ 977464 w 2290556"/>
                <a:gd name="connsiteY2062" fmla="*/ 1722349 h 1796087"/>
                <a:gd name="connsiteX2063" fmla="*/ 978473 w 2290556"/>
                <a:gd name="connsiteY2063" fmla="*/ 1716395 h 1796087"/>
                <a:gd name="connsiteX2064" fmla="*/ 978473 w 2290556"/>
                <a:gd name="connsiteY2064" fmla="*/ 1711282 h 1796087"/>
                <a:gd name="connsiteX2065" fmla="*/ 978473 w 2290556"/>
                <a:gd name="connsiteY2065" fmla="*/ 1709533 h 1796087"/>
                <a:gd name="connsiteX2066" fmla="*/ 978473 w 2290556"/>
                <a:gd name="connsiteY2066" fmla="*/ 1706505 h 1796087"/>
                <a:gd name="connsiteX2067" fmla="*/ 982613 w 2290556"/>
                <a:gd name="connsiteY2067" fmla="*/ 1702165 h 1796087"/>
                <a:gd name="connsiteX2068" fmla="*/ 981973 w 2290556"/>
                <a:gd name="connsiteY2068" fmla="*/ 1697692 h 1796087"/>
                <a:gd name="connsiteX2069" fmla="*/ 984733 w 2290556"/>
                <a:gd name="connsiteY2069" fmla="*/ 1694798 h 1796087"/>
                <a:gd name="connsiteX2070" fmla="*/ 986315 w 2290556"/>
                <a:gd name="connsiteY2070" fmla="*/ 1691334 h 1796087"/>
                <a:gd name="connsiteX2071" fmla="*/ 991094 w 2290556"/>
                <a:gd name="connsiteY2071" fmla="*/ 1691334 h 1796087"/>
                <a:gd name="connsiteX2072" fmla="*/ 995166 w 2290556"/>
                <a:gd name="connsiteY2072" fmla="*/ 1689315 h 1796087"/>
                <a:gd name="connsiteX2073" fmla="*/ 997185 w 2290556"/>
                <a:gd name="connsiteY2073" fmla="*/ 1688306 h 1796087"/>
                <a:gd name="connsiteX2074" fmla="*/ 1001392 w 2290556"/>
                <a:gd name="connsiteY2074" fmla="*/ 1684673 h 1796087"/>
                <a:gd name="connsiteX2075" fmla="*/ 1004286 w 2290556"/>
                <a:gd name="connsiteY2075" fmla="*/ 1679459 h 1796087"/>
                <a:gd name="connsiteX2076" fmla="*/ 1007921 w 2290556"/>
                <a:gd name="connsiteY2076" fmla="*/ 1678147 h 1796087"/>
                <a:gd name="connsiteX2077" fmla="*/ 1010378 w 2290556"/>
                <a:gd name="connsiteY2077" fmla="*/ 1675388 h 1796087"/>
                <a:gd name="connsiteX2078" fmla="*/ 1014013 w 2290556"/>
                <a:gd name="connsiteY2078" fmla="*/ 1674514 h 1796087"/>
                <a:gd name="connsiteX2079" fmla="*/ 1018219 w 2290556"/>
                <a:gd name="connsiteY2079" fmla="*/ 1673807 h 1796087"/>
                <a:gd name="connsiteX2080" fmla="*/ 1017647 w 2290556"/>
                <a:gd name="connsiteY2080" fmla="*/ 1671352 h 1796087"/>
                <a:gd name="connsiteX2081" fmla="*/ 1016032 w 2290556"/>
                <a:gd name="connsiteY2081" fmla="*/ 1668021 h 1796087"/>
                <a:gd name="connsiteX2082" fmla="*/ 1016772 w 2290556"/>
                <a:gd name="connsiteY2082" fmla="*/ 1664388 h 1796087"/>
                <a:gd name="connsiteX2083" fmla="*/ 1016772 w 2290556"/>
                <a:gd name="connsiteY2083" fmla="*/ 1659746 h 1796087"/>
                <a:gd name="connsiteX2084" fmla="*/ 1018590 w 2290556"/>
                <a:gd name="connsiteY2084" fmla="*/ 1655709 h 1796087"/>
                <a:gd name="connsiteX2085" fmla="*/ 1021282 w 2290556"/>
                <a:gd name="connsiteY2085" fmla="*/ 1650495 h 1796087"/>
                <a:gd name="connsiteX2086" fmla="*/ 1024479 w 2290556"/>
                <a:gd name="connsiteY2086" fmla="*/ 1648611 h 1796087"/>
                <a:gd name="connsiteX2087" fmla="*/ 1028114 w 2290556"/>
                <a:gd name="connsiteY2087" fmla="*/ 1651370 h 1796087"/>
                <a:gd name="connsiteX2088" fmla="*/ 1033027 w 2290556"/>
                <a:gd name="connsiteY2088" fmla="*/ 1651370 h 1796087"/>
                <a:gd name="connsiteX2089" fmla="*/ 1038109 w 2290556"/>
                <a:gd name="connsiteY2089" fmla="*/ 1649923 h 1796087"/>
                <a:gd name="connsiteX2090" fmla="*/ 1039994 w 2290556"/>
                <a:gd name="connsiteY2090" fmla="*/ 1645853 h 1796087"/>
                <a:gd name="connsiteX2091" fmla="*/ 1042888 w 2290556"/>
                <a:gd name="connsiteY2091" fmla="*/ 1643532 h 1796087"/>
                <a:gd name="connsiteX2092" fmla="*/ 1042888 w 2290556"/>
                <a:gd name="connsiteY2092" fmla="*/ 1639629 h 1796087"/>
                <a:gd name="connsiteX2093" fmla="*/ 1043393 w 2290556"/>
                <a:gd name="connsiteY2093" fmla="*/ 1634415 h 1796087"/>
                <a:gd name="connsiteX2094" fmla="*/ 1043763 w 2290556"/>
                <a:gd name="connsiteY2094" fmla="*/ 1630210 h 1796087"/>
                <a:gd name="connsiteX2095" fmla="*/ 1045345 w 2290556"/>
                <a:gd name="connsiteY2095" fmla="*/ 1625568 h 1796087"/>
                <a:gd name="connsiteX2096" fmla="*/ 1046927 w 2290556"/>
                <a:gd name="connsiteY2096" fmla="*/ 1622103 h 1796087"/>
                <a:gd name="connsiteX2097" fmla="*/ 1053018 w 2290556"/>
                <a:gd name="connsiteY2097" fmla="*/ 1620522 h 1796087"/>
                <a:gd name="connsiteX2098" fmla="*/ 1057932 w 2290556"/>
                <a:gd name="connsiteY2098" fmla="*/ 1618638 h 1796087"/>
                <a:gd name="connsiteX2099" fmla="*/ 1062711 w 2290556"/>
                <a:gd name="connsiteY2099" fmla="*/ 1615745 h 1796087"/>
                <a:gd name="connsiteX2100" fmla="*/ 1065773 w 2290556"/>
                <a:gd name="connsiteY2100" fmla="*/ 1611978 h 1796087"/>
                <a:gd name="connsiteX2101" fmla="*/ 1070990 w 2290556"/>
                <a:gd name="connsiteY2101" fmla="*/ 1606629 h 1796087"/>
                <a:gd name="connsiteX2102" fmla="*/ 1074894 w 2290556"/>
                <a:gd name="connsiteY2102" fmla="*/ 1605317 h 1796087"/>
                <a:gd name="connsiteX2103" fmla="*/ 1078966 w 2290556"/>
                <a:gd name="connsiteY2103" fmla="*/ 1602121 h 1796087"/>
                <a:gd name="connsiteX2104" fmla="*/ 1082870 w 2290556"/>
                <a:gd name="connsiteY2104" fmla="*/ 1600237 h 1796087"/>
                <a:gd name="connsiteX2105" fmla="*/ 1086942 w 2290556"/>
                <a:gd name="connsiteY2105" fmla="*/ 1597614 h 1796087"/>
                <a:gd name="connsiteX2106" fmla="*/ 1088524 w 2290556"/>
                <a:gd name="connsiteY2106" fmla="*/ 1596032 h 1796087"/>
                <a:gd name="connsiteX2107" fmla="*/ 1091284 w 2290556"/>
                <a:gd name="connsiteY2107" fmla="*/ 1593577 h 1796087"/>
                <a:gd name="connsiteX2108" fmla="*/ 1093168 w 2290556"/>
                <a:gd name="connsiteY2108" fmla="*/ 1590818 h 1796087"/>
                <a:gd name="connsiteX2109" fmla="*/ 1088389 w 2290556"/>
                <a:gd name="connsiteY2109" fmla="*/ 1589069 h 1796087"/>
                <a:gd name="connsiteX2110" fmla="*/ 1084182 w 2290556"/>
                <a:gd name="connsiteY2110" fmla="*/ 1584999 h 1796087"/>
                <a:gd name="connsiteX2111" fmla="*/ 1080110 w 2290556"/>
                <a:gd name="connsiteY2111" fmla="*/ 1581366 h 1796087"/>
                <a:gd name="connsiteX2112" fmla="*/ 1084182 w 2290556"/>
                <a:gd name="connsiteY2112" fmla="*/ 1578473 h 1796087"/>
                <a:gd name="connsiteX2113" fmla="*/ 1088961 w 2290556"/>
                <a:gd name="connsiteY2113" fmla="*/ 1578338 h 1796087"/>
                <a:gd name="connsiteX2114" fmla="*/ 1092596 w 2290556"/>
                <a:gd name="connsiteY2114" fmla="*/ 1578338 h 1796087"/>
                <a:gd name="connsiteX2115" fmla="*/ 1097106 w 2290556"/>
                <a:gd name="connsiteY2115" fmla="*/ 1577699 h 1796087"/>
                <a:gd name="connsiteX2116" fmla="*/ 1100303 w 2290556"/>
                <a:gd name="connsiteY2116" fmla="*/ 1579213 h 1796087"/>
                <a:gd name="connsiteX2117" fmla="*/ 1100303 w 2290556"/>
                <a:gd name="connsiteY2117" fmla="*/ 1582846 h 1796087"/>
                <a:gd name="connsiteX2118" fmla="*/ 1101279 w 2290556"/>
                <a:gd name="connsiteY2118" fmla="*/ 1585301 h 1796087"/>
                <a:gd name="connsiteX2119" fmla="*/ 1104375 w 2290556"/>
                <a:gd name="connsiteY2119" fmla="*/ 1589641 h 1796087"/>
                <a:gd name="connsiteX2120" fmla="*/ 1107707 w 2290556"/>
                <a:gd name="connsiteY2120" fmla="*/ 1592399 h 1796087"/>
                <a:gd name="connsiteX2121" fmla="*/ 1111476 w 2290556"/>
                <a:gd name="connsiteY2121" fmla="*/ 1596739 h 1796087"/>
                <a:gd name="connsiteX2122" fmla="*/ 1113630 w 2290556"/>
                <a:gd name="connsiteY2122" fmla="*/ 1595427 h 1796087"/>
                <a:gd name="connsiteX2123" fmla="*/ 1113630 w 2290556"/>
                <a:gd name="connsiteY2123" fmla="*/ 1591962 h 1796087"/>
                <a:gd name="connsiteX2124" fmla="*/ 1117265 w 2290556"/>
                <a:gd name="connsiteY2124" fmla="*/ 1590818 h 1796087"/>
                <a:gd name="connsiteX2125" fmla="*/ 1119856 w 2290556"/>
                <a:gd name="connsiteY2125" fmla="*/ 1590684 h 1796087"/>
                <a:gd name="connsiteX2126" fmla="*/ 1122178 w 2290556"/>
                <a:gd name="connsiteY2126" fmla="*/ 1591390 h 1796087"/>
                <a:gd name="connsiteX2127" fmla="*/ 1125073 w 2290556"/>
                <a:gd name="connsiteY2127" fmla="*/ 1593139 h 1796087"/>
                <a:gd name="connsiteX2128" fmla="*/ 1129852 w 2290556"/>
                <a:gd name="connsiteY2128" fmla="*/ 1594586 h 1796087"/>
                <a:gd name="connsiteX2129" fmla="*/ 1134933 w 2290556"/>
                <a:gd name="connsiteY2129" fmla="*/ 1599228 h 1796087"/>
                <a:gd name="connsiteX2130" fmla="*/ 1136381 w 2290556"/>
                <a:gd name="connsiteY2130" fmla="*/ 1599228 h 1796087"/>
                <a:gd name="connsiteX2131" fmla="*/ 1137693 w 2290556"/>
                <a:gd name="connsiteY2131" fmla="*/ 1596638 h 1796087"/>
                <a:gd name="connsiteX2132" fmla="*/ 1140285 w 2290556"/>
                <a:gd name="connsiteY2132" fmla="*/ 1594889 h 1796087"/>
                <a:gd name="connsiteX2133" fmla="*/ 1140285 w 2290556"/>
                <a:gd name="connsiteY2133" fmla="*/ 1592130 h 1796087"/>
                <a:gd name="connsiteX2134" fmla="*/ 1142674 w 2290556"/>
                <a:gd name="connsiteY2134" fmla="*/ 1589237 h 1796087"/>
                <a:gd name="connsiteX2135" fmla="*/ 1144357 w 2290556"/>
                <a:gd name="connsiteY2135" fmla="*/ 1584595 h 1796087"/>
                <a:gd name="connsiteX2136" fmla="*/ 1149136 w 2290556"/>
                <a:gd name="connsiteY2136" fmla="*/ 1579381 h 1796087"/>
                <a:gd name="connsiteX2137" fmla="*/ 1153477 w 2290556"/>
                <a:gd name="connsiteY2137" fmla="*/ 1574907 h 1796087"/>
                <a:gd name="connsiteX2138" fmla="*/ 1161319 w 2290556"/>
                <a:gd name="connsiteY2138" fmla="*/ 1569255 h 1796087"/>
                <a:gd name="connsiteX2139" fmla="*/ 1165660 w 2290556"/>
                <a:gd name="connsiteY2139" fmla="*/ 1566362 h 1796087"/>
                <a:gd name="connsiteX2140" fmla="*/ 1169867 w 2290556"/>
                <a:gd name="connsiteY2140" fmla="*/ 1563167 h 1796087"/>
                <a:gd name="connsiteX2141" fmla="*/ 1173333 w 2290556"/>
                <a:gd name="connsiteY2141" fmla="*/ 1562023 h 1796087"/>
                <a:gd name="connsiteX2142" fmla="*/ 1174781 w 2290556"/>
                <a:gd name="connsiteY2142" fmla="*/ 1562897 h 1796087"/>
                <a:gd name="connsiteX2143" fmla="*/ 1176665 w 2290556"/>
                <a:gd name="connsiteY2143" fmla="*/ 1563772 h 1796087"/>
                <a:gd name="connsiteX2144" fmla="*/ 1176968 w 2290556"/>
                <a:gd name="connsiteY2144" fmla="*/ 1565521 h 1796087"/>
                <a:gd name="connsiteX2145" fmla="*/ 1175521 w 2290556"/>
                <a:gd name="connsiteY2145" fmla="*/ 1568414 h 1796087"/>
                <a:gd name="connsiteX2146" fmla="*/ 1173333 w 2290556"/>
                <a:gd name="connsiteY2146" fmla="*/ 1570601 h 1796087"/>
                <a:gd name="connsiteX2147" fmla="*/ 1173333 w 2290556"/>
                <a:gd name="connsiteY2147" fmla="*/ 1574066 h 1796087"/>
                <a:gd name="connsiteX2148" fmla="*/ 1174208 w 2290556"/>
                <a:gd name="connsiteY2148" fmla="*/ 1578405 h 1796087"/>
                <a:gd name="connsiteX2149" fmla="*/ 1182050 w 2290556"/>
                <a:gd name="connsiteY2149" fmla="*/ 1578405 h 1796087"/>
                <a:gd name="connsiteX2150" fmla="*/ 1182050 w 2290556"/>
                <a:gd name="connsiteY2150" fmla="*/ 1582173 h 1796087"/>
                <a:gd name="connsiteX2151" fmla="*/ 1180838 w 2290556"/>
                <a:gd name="connsiteY2151" fmla="*/ 1585032 h 1796087"/>
                <a:gd name="connsiteX2152" fmla="*/ 1181410 w 2290556"/>
                <a:gd name="connsiteY2152" fmla="*/ 1585739 h 1796087"/>
                <a:gd name="connsiteX2153" fmla="*/ 1182925 w 2290556"/>
                <a:gd name="connsiteY2153" fmla="*/ 1585907 h 1796087"/>
                <a:gd name="connsiteX2154" fmla="*/ 1186627 w 2290556"/>
                <a:gd name="connsiteY2154" fmla="*/ 1585907 h 1796087"/>
                <a:gd name="connsiteX2155" fmla="*/ 1192045 w 2290556"/>
                <a:gd name="connsiteY2155" fmla="*/ 1584595 h 1796087"/>
                <a:gd name="connsiteX2156" fmla="*/ 1194670 w 2290556"/>
                <a:gd name="connsiteY2156" fmla="*/ 1582644 h 1796087"/>
                <a:gd name="connsiteX2157" fmla="*/ 1194670 w 2290556"/>
                <a:gd name="connsiteY2157" fmla="*/ 1579818 h 1796087"/>
                <a:gd name="connsiteX2158" fmla="*/ 1195411 w 2290556"/>
                <a:gd name="connsiteY2158" fmla="*/ 1577867 h 1796087"/>
                <a:gd name="connsiteX2159" fmla="*/ 1198339 w 2290556"/>
                <a:gd name="connsiteY2159" fmla="*/ 1575815 h 1796087"/>
                <a:gd name="connsiteX2160" fmla="*/ 1200829 w 2290556"/>
                <a:gd name="connsiteY2160" fmla="*/ 1573528 h 1796087"/>
                <a:gd name="connsiteX2161" fmla="*/ 1202478 w 2290556"/>
                <a:gd name="connsiteY2161" fmla="*/ 1571139 h 1796087"/>
                <a:gd name="connsiteX2162" fmla="*/ 1203791 w 2290556"/>
                <a:gd name="connsiteY2162" fmla="*/ 1568313 h 1796087"/>
                <a:gd name="connsiteX2163" fmla="*/ 1204329 w 2290556"/>
                <a:gd name="connsiteY2163" fmla="*/ 1565387 h 1796087"/>
                <a:gd name="connsiteX2164" fmla="*/ 1203993 w 2290556"/>
                <a:gd name="connsiteY2164" fmla="*/ 1563436 h 1796087"/>
                <a:gd name="connsiteX2165" fmla="*/ 1201502 w 2290556"/>
                <a:gd name="connsiteY2165" fmla="*/ 1562359 h 1796087"/>
                <a:gd name="connsiteX2166" fmla="*/ 1199887 w 2290556"/>
                <a:gd name="connsiteY2166" fmla="*/ 1561384 h 1796087"/>
                <a:gd name="connsiteX2167" fmla="*/ 1197060 w 2290556"/>
                <a:gd name="connsiteY2167" fmla="*/ 1557044 h 1796087"/>
                <a:gd name="connsiteX2168" fmla="*/ 1201738 w 2290556"/>
                <a:gd name="connsiteY2168" fmla="*/ 1556405 h 1796087"/>
                <a:gd name="connsiteX2169" fmla="*/ 1205541 w 2290556"/>
                <a:gd name="connsiteY2169" fmla="*/ 1555833 h 1796087"/>
                <a:gd name="connsiteX2170" fmla="*/ 1212070 w 2290556"/>
                <a:gd name="connsiteY2170" fmla="*/ 1555833 h 1796087"/>
                <a:gd name="connsiteX2171" fmla="*/ 1222738 w 2290556"/>
                <a:gd name="connsiteY2171" fmla="*/ 1556069 h 1796087"/>
                <a:gd name="connsiteX2172" fmla="*/ 1237075 w 2290556"/>
                <a:gd name="connsiteY2172" fmla="*/ 1556371 h 1796087"/>
                <a:gd name="connsiteX2173" fmla="*/ 1242729 w 2290556"/>
                <a:gd name="connsiteY2173" fmla="*/ 1555160 h 1796087"/>
                <a:gd name="connsiteX2174" fmla="*/ 1246095 w 2290556"/>
                <a:gd name="connsiteY2174" fmla="*/ 1549845 h 1796087"/>
                <a:gd name="connsiteX2175" fmla="*/ 1248282 w 2290556"/>
                <a:gd name="connsiteY2175" fmla="*/ 1546784 h 1796087"/>
                <a:gd name="connsiteX2176" fmla="*/ 1249359 w 2290556"/>
                <a:gd name="connsiteY2176" fmla="*/ 1540594 h 1796087"/>
                <a:gd name="connsiteX2177" fmla="*/ 1249898 w 2290556"/>
                <a:gd name="connsiteY2177" fmla="*/ 1532353 h 1796087"/>
                <a:gd name="connsiteX2178" fmla="*/ 1249898 w 2290556"/>
                <a:gd name="connsiteY2178" fmla="*/ 1528551 h 1796087"/>
                <a:gd name="connsiteX2179" fmla="*/ 1251648 w 2290556"/>
                <a:gd name="connsiteY2179" fmla="*/ 1520276 h 1796087"/>
                <a:gd name="connsiteX2180" fmla="*/ 1256225 w 2290556"/>
                <a:gd name="connsiteY2180" fmla="*/ 1514187 h 1796087"/>
                <a:gd name="connsiteX2181" fmla="*/ 1258950 w 2290556"/>
                <a:gd name="connsiteY2181" fmla="*/ 1507998 h 1796087"/>
                <a:gd name="connsiteX2182" fmla="*/ 1263427 w 2290556"/>
                <a:gd name="connsiteY2182" fmla="*/ 1501034 h 1796087"/>
                <a:gd name="connsiteX2183" fmla="*/ 1268845 w 2290556"/>
                <a:gd name="connsiteY2183" fmla="*/ 1491481 h 1796087"/>
                <a:gd name="connsiteX2184" fmla="*/ 1275913 w 2290556"/>
                <a:gd name="connsiteY2184" fmla="*/ 1485728 h 1796087"/>
                <a:gd name="connsiteX2185" fmla="*/ 1282442 w 2290556"/>
                <a:gd name="connsiteY2185" fmla="*/ 1479976 h 1796087"/>
                <a:gd name="connsiteX2186" fmla="*/ 1288634 w 2290556"/>
                <a:gd name="connsiteY2186" fmla="*/ 1479101 h 1796087"/>
                <a:gd name="connsiteX2187" fmla="*/ 1294826 w 2290556"/>
                <a:gd name="connsiteY2187" fmla="*/ 1479337 h 1796087"/>
                <a:gd name="connsiteX2188" fmla="*/ 1299504 w 2290556"/>
                <a:gd name="connsiteY2188" fmla="*/ 1482263 h 1796087"/>
                <a:gd name="connsiteX2189" fmla="*/ 1306033 w 2290556"/>
                <a:gd name="connsiteY2189" fmla="*/ 1487376 h 1796087"/>
                <a:gd name="connsiteX2190" fmla="*/ 1312663 w 2290556"/>
                <a:gd name="connsiteY2190" fmla="*/ 1492591 h 1796087"/>
                <a:gd name="connsiteX2191" fmla="*/ 1317543 w 2290556"/>
                <a:gd name="connsiteY2191" fmla="*/ 1494003 h 1796087"/>
                <a:gd name="connsiteX2192" fmla="*/ 1322087 w 2290556"/>
                <a:gd name="connsiteY2192" fmla="*/ 1493465 h 1796087"/>
                <a:gd name="connsiteX2193" fmla="*/ 1325889 w 2290556"/>
                <a:gd name="connsiteY2193" fmla="*/ 1490202 h 1796087"/>
                <a:gd name="connsiteX2194" fmla="*/ 1329591 w 2290556"/>
                <a:gd name="connsiteY2194" fmla="*/ 1485627 h 1796087"/>
                <a:gd name="connsiteX2195" fmla="*/ 1332957 w 2290556"/>
                <a:gd name="connsiteY2195" fmla="*/ 1481052 h 1796087"/>
                <a:gd name="connsiteX2196" fmla="*/ 1337097 w 2290556"/>
                <a:gd name="connsiteY2196" fmla="*/ 1472777 h 1796087"/>
                <a:gd name="connsiteX2197" fmla="*/ 1338712 w 2290556"/>
                <a:gd name="connsiteY2197" fmla="*/ 1470187 h 1796087"/>
                <a:gd name="connsiteX2198" fmla="*/ 1342212 w 2290556"/>
                <a:gd name="connsiteY2198" fmla="*/ 1466722 h 1796087"/>
                <a:gd name="connsiteX2199" fmla="*/ 1345477 w 2290556"/>
                <a:gd name="connsiteY2199" fmla="*/ 1463560 h 1796087"/>
                <a:gd name="connsiteX2200" fmla="*/ 1351770 w 2290556"/>
                <a:gd name="connsiteY2200" fmla="*/ 1462786 h 1796087"/>
                <a:gd name="connsiteX2201" fmla="*/ 1356246 w 2290556"/>
                <a:gd name="connsiteY2201" fmla="*/ 1464535 h 1796087"/>
                <a:gd name="connsiteX2202" fmla="*/ 1360486 w 2290556"/>
                <a:gd name="connsiteY2202" fmla="*/ 1467899 h 1796087"/>
                <a:gd name="connsiteX2203" fmla="*/ 1362977 w 2290556"/>
                <a:gd name="connsiteY2203" fmla="*/ 1471061 h 1796087"/>
                <a:gd name="connsiteX2204" fmla="*/ 1370246 w 2290556"/>
                <a:gd name="connsiteY2204" fmla="*/ 1474762 h 1796087"/>
                <a:gd name="connsiteX2205" fmla="*/ 1376540 w 2290556"/>
                <a:gd name="connsiteY2205" fmla="*/ 1477150 h 1796087"/>
                <a:gd name="connsiteX2206" fmla="*/ 1381453 w 2290556"/>
                <a:gd name="connsiteY2206" fmla="*/ 1476612 h 1796087"/>
                <a:gd name="connsiteX2207" fmla="*/ 1384179 w 2290556"/>
                <a:gd name="connsiteY2207" fmla="*/ 1475199 h 1796087"/>
                <a:gd name="connsiteX2208" fmla="*/ 1386872 w 2290556"/>
                <a:gd name="connsiteY2208" fmla="*/ 1472575 h 1796087"/>
                <a:gd name="connsiteX2209" fmla="*/ 1391247 w 2290556"/>
                <a:gd name="connsiteY2209" fmla="*/ 1470624 h 1796087"/>
                <a:gd name="connsiteX2210" fmla="*/ 1393434 w 2290556"/>
                <a:gd name="connsiteY2210" fmla="*/ 1465847 h 1796087"/>
                <a:gd name="connsiteX2211" fmla="*/ 1395285 w 2290556"/>
                <a:gd name="connsiteY2211" fmla="*/ 1462147 h 1796087"/>
                <a:gd name="connsiteX2212" fmla="*/ 1397910 w 2290556"/>
                <a:gd name="connsiteY2212" fmla="*/ 1459220 h 1796087"/>
                <a:gd name="connsiteX2213" fmla="*/ 1401377 w 2290556"/>
                <a:gd name="connsiteY2213" fmla="*/ 1455318 h 1796087"/>
                <a:gd name="connsiteX2214" fmla="*/ 1402689 w 2290556"/>
                <a:gd name="connsiteY2214" fmla="*/ 1451281 h 1796087"/>
                <a:gd name="connsiteX2215" fmla="*/ 1404877 w 2290556"/>
                <a:gd name="connsiteY2215" fmla="*/ 1449767 h 1796087"/>
                <a:gd name="connsiteX2216" fmla="*/ 1406829 w 2290556"/>
                <a:gd name="connsiteY2216" fmla="*/ 1450104 h 1796087"/>
                <a:gd name="connsiteX2217" fmla="*/ 1409757 w 2290556"/>
                <a:gd name="connsiteY2217" fmla="*/ 1452930 h 1796087"/>
                <a:gd name="connsiteX2218" fmla="*/ 1412584 w 2290556"/>
                <a:gd name="connsiteY2218" fmla="*/ 1454679 h 1796087"/>
                <a:gd name="connsiteX2219" fmla="*/ 1417901 w 2290556"/>
                <a:gd name="connsiteY2219" fmla="*/ 1454140 h 1796087"/>
                <a:gd name="connsiteX2220" fmla="*/ 1420392 w 2290556"/>
                <a:gd name="connsiteY2220" fmla="*/ 1450676 h 1796087"/>
                <a:gd name="connsiteX2221" fmla="*/ 1420392 w 2290556"/>
                <a:gd name="connsiteY2221" fmla="*/ 1446000 h 1796087"/>
                <a:gd name="connsiteX2222" fmla="*/ 1422512 w 2290556"/>
                <a:gd name="connsiteY2222" fmla="*/ 1444587 h 1796087"/>
                <a:gd name="connsiteX2223" fmla="*/ 1425608 w 2290556"/>
                <a:gd name="connsiteY2223" fmla="*/ 1443712 h 1796087"/>
                <a:gd name="connsiteX2224" fmla="*/ 1425608 w 2290556"/>
                <a:gd name="connsiteY2224" fmla="*/ 1438498 h 1796087"/>
                <a:gd name="connsiteX2225" fmla="*/ 1425608 w 2290556"/>
                <a:gd name="connsiteY2225" fmla="*/ 1435033 h 1796087"/>
                <a:gd name="connsiteX2226" fmla="*/ 1425608 w 2290556"/>
                <a:gd name="connsiteY2226" fmla="*/ 1429382 h 1796087"/>
                <a:gd name="connsiteX2227" fmla="*/ 1426214 w 2290556"/>
                <a:gd name="connsiteY2227" fmla="*/ 1426993 h 1796087"/>
                <a:gd name="connsiteX2228" fmla="*/ 1428368 w 2290556"/>
                <a:gd name="connsiteY2228" fmla="*/ 1425345 h 1796087"/>
                <a:gd name="connsiteX2229" fmla="*/ 1429512 w 2290556"/>
                <a:gd name="connsiteY2229" fmla="*/ 1423932 h 1796087"/>
                <a:gd name="connsiteX2230" fmla="*/ 1431296 w 2290556"/>
                <a:gd name="connsiteY2230" fmla="*/ 1423899 h 1796087"/>
                <a:gd name="connsiteX2231" fmla="*/ 1430488 w 2290556"/>
                <a:gd name="connsiteY2231" fmla="*/ 1422654 h 1796087"/>
                <a:gd name="connsiteX2232" fmla="*/ 1428973 w 2290556"/>
                <a:gd name="connsiteY2232" fmla="*/ 1418213 h 1796087"/>
                <a:gd name="connsiteX2233" fmla="*/ 1427897 w 2290556"/>
                <a:gd name="connsiteY2233" fmla="*/ 1414311 h 1796087"/>
                <a:gd name="connsiteX2234" fmla="*/ 1426921 w 2290556"/>
                <a:gd name="connsiteY2234" fmla="*/ 1410947 h 1796087"/>
                <a:gd name="connsiteX2235" fmla="*/ 1423993 w 2290556"/>
                <a:gd name="connsiteY2235" fmla="*/ 1406810 h 1796087"/>
                <a:gd name="connsiteX2236" fmla="*/ 1421267 w 2290556"/>
                <a:gd name="connsiteY2236" fmla="*/ 1402907 h 1796087"/>
                <a:gd name="connsiteX2237" fmla="*/ 1418069 w 2290556"/>
                <a:gd name="connsiteY2237" fmla="*/ 1400149 h 1796087"/>
                <a:gd name="connsiteX2238" fmla="*/ 1416185 w 2290556"/>
                <a:gd name="connsiteY2238" fmla="*/ 1398131 h 1796087"/>
                <a:gd name="connsiteX2239" fmla="*/ 1415310 w 2290556"/>
                <a:gd name="connsiteY2239" fmla="*/ 1395809 h 1796087"/>
                <a:gd name="connsiteX2240" fmla="*/ 1414435 w 2290556"/>
                <a:gd name="connsiteY2240" fmla="*/ 1394666 h 1796087"/>
                <a:gd name="connsiteX2241" fmla="*/ 1412853 w 2290556"/>
                <a:gd name="connsiteY2241" fmla="*/ 1393656 h 1796087"/>
                <a:gd name="connsiteX2242" fmla="*/ 1410093 w 2290556"/>
                <a:gd name="connsiteY2242" fmla="*/ 1392210 h 1796087"/>
                <a:gd name="connsiteX2243" fmla="*/ 1408209 w 2290556"/>
                <a:gd name="connsiteY2243" fmla="*/ 1391638 h 1796087"/>
                <a:gd name="connsiteX2244" fmla="*/ 1408209 w 2290556"/>
                <a:gd name="connsiteY2244" fmla="*/ 1389182 h 1796087"/>
                <a:gd name="connsiteX2245" fmla="*/ 1408579 w 2290556"/>
                <a:gd name="connsiteY2245" fmla="*/ 1386996 h 1796087"/>
                <a:gd name="connsiteX2246" fmla="*/ 1410396 w 2290556"/>
                <a:gd name="connsiteY2246" fmla="*/ 1383363 h 1796087"/>
                <a:gd name="connsiteX2247" fmla="*/ 1411911 w 2290556"/>
                <a:gd name="connsiteY2247" fmla="*/ 1381412 h 1796087"/>
                <a:gd name="connsiteX2248" fmla="*/ 1414300 w 2290556"/>
                <a:gd name="connsiteY2248" fmla="*/ 1380100 h 1796087"/>
                <a:gd name="connsiteX2249" fmla="*/ 1415377 w 2290556"/>
                <a:gd name="connsiteY2249" fmla="*/ 1379460 h 1796087"/>
                <a:gd name="connsiteX2250" fmla="*/ 1418642 w 2290556"/>
                <a:gd name="connsiteY2250" fmla="*/ 1378384 h 1796087"/>
                <a:gd name="connsiteX2251" fmla="*/ 1420829 w 2290556"/>
                <a:gd name="connsiteY2251" fmla="*/ 1377106 h 1796087"/>
                <a:gd name="connsiteX2252" fmla="*/ 1423858 w 2290556"/>
                <a:gd name="connsiteY2252" fmla="*/ 1374246 h 1796087"/>
                <a:gd name="connsiteX2253" fmla="*/ 1423858 w 2290556"/>
                <a:gd name="connsiteY2253" fmla="*/ 1371622 h 1796087"/>
                <a:gd name="connsiteX2254" fmla="*/ 1422680 w 2290556"/>
                <a:gd name="connsiteY2254" fmla="*/ 1369032 h 1796087"/>
                <a:gd name="connsiteX2255" fmla="*/ 1421031 w 2290556"/>
                <a:gd name="connsiteY2255" fmla="*/ 1367720 h 1796087"/>
                <a:gd name="connsiteX2256" fmla="*/ 1418406 w 2290556"/>
                <a:gd name="connsiteY2256" fmla="*/ 1367518 h 1796087"/>
                <a:gd name="connsiteX2257" fmla="*/ 1416656 w 2290556"/>
                <a:gd name="connsiteY2257" fmla="*/ 1367283 h 1796087"/>
                <a:gd name="connsiteX2258" fmla="*/ 1415781 w 2290556"/>
                <a:gd name="connsiteY2258" fmla="*/ 1363583 h 1796087"/>
                <a:gd name="connsiteX2259" fmla="*/ 1418608 w 2290556"/>
                <a:gd name="connsiteY2259" fmla="*/ 1362069 h 1796087"/>
                <a:gd name="connsiteX2260" fmla="*/ 1418608 w 2290556"/>
                <a:gd name="connsiteY2260" fmla="*/ 1357292 h 1796087"/>
                <a:gd name="connsiteX2261" fmla="*/ 1416757 w 2290556"/>
                <a:gd name="connsiteY2261" fmla="*/ 1353794 h 1796087"/>
                <a:gd name="connsiteX2262" fmla="*/ 1413594 w 2290556"/>
                <a:gd name="connsiteY2262" fmla="*/ 1352280 h 1796087"/>
                <a:gd name="connsiteX2263" fmla="*/ 1409689 w 2290556"/>
                <a:gd name="connsiteY2263" fmla="*/ 1352078 h 1796087"/>
                <a:gd name="connsiteX2264" fmla="*/ 1408613 w 2290556"/>
                <a:gd name="connsiteY2264" fmla="*/ 1351439 h 1796087"/>
                <a:gd name="connsiteX2265" fmla="*/ 1406863 w 2290556"/>
                <a:gd name="connsiteY2265" fmla="*/ 1349252 h 1796087"/>
                <a:gd name="connsiteX2266" fmla="*/ 1407939 w 2290556"/>
                <a:gd name="connsiteY2266" fmla="*/ 1346864 h 1796087"/>
                <a:gd name="connsiteX2267" fmla="*/ 1409252 w 2290556"/>
                <a:gd name="connsiteY2267" fmla="*/ 1344677 h 1796087"/>
                <a:gd name="connsiteX2268" fmla="*/ 1415142 w 2290556"/>
                <a:gd name="connsiteY2268" fmla="*/ 1339026 h 1796087"/>
                <a:gd name="connsiteX2269" fmla="*/ 1418608 w 2290556"/>
                <a:gd name="connsiteY2269" fmla="*/ 1336200 h 1796087"/>
                <a:gd name="connsiteX2270" fmla="*/ 1421233 w 2290556"/>
                <a:gd name="connsiteY2270" fmla="*/ 1334686 h 1796087"/>
                <a:gd name="connsiteX2271" fmla="*/ 1426685 w 2290556"/>
                <a:gd name="connsiteY2271" fmla="*/ 1335325 h 1796087"/>
                <a:gd name="connsiteX2272" fmla="*/ 1431531 w 2290556"/>
                <a:gd name="connsiteY2272" fmla="*/ 1333542 h 1796087"/>
                <a:gd name="connsiteX2273" fmla="*/ 1435334 w 2290556"/>
                <a:gd name="connsiteY2273" fmla="*/ 1335998 h 1796087"/>
                <a:gd name="connsiteX2274" fmla="*/ 1437993 w 2290556"/>
                <a:gd name="connsiteY2274" fmla="*/ 1336335 h 1796087"/>
                <a:gd name="connsiteX2275" fmla="*/ 1438936 w 2290556"/>
                <a:gd name="connsiteY2275" fmla="*/ 1335157 h 1796087"/>
                <a:gd name="connsiteX2276" fmla="*/ 1438060 w 2290556"/>
                <a:gd name="connsiteY2276" fmla="*/ 1332062 h 1796087"/>
                <a:gd name="connsiteX2277" fmla="*/ 1437623 w 2290556"/>
                <a:gd name="connsiteY2277" fmla="*/ 1327824 h 1796087"/>
                <a:gd name="connsiteX2278" fmla="*/ 1437421 w 2290556"/>
                <a:gd name="connsiteY2278" fmla="*/ 1325368 h 1796087"/>
                <a:gd name="connsiteX2279" fmla="*/ 1436445 w 2290556"/>
                <a:gd name="connsiteY2279" fmla="*/ 1321230 h 1796087"/>
                <a:gd name="connsiteX2280" fmla="*/ 1435805 w 2290556"/>
                <a:gd name="connsiteY2280" fmla="*/ 1318842 h 1796087"/>
                <a:gd name="connsiteX2281" fmla="*/ 1434729 w 2290556"/>
                <a:gd name="connsiteY2281" fmla="*/ 1315848 h 1796087"/>
                <a:gd name="connsiteX2282" fmla="*/ 1435503 w 2290556"/>
                <a:gd name="connsiteY2282" fmla="*/ 1313560 h 1796087"/>
                <a:gd name="connsiteX2283" fmla="*/ 1435873 w 2290556"/>
                <a:gd name="connsiteY2283" fmla="*/ 1311979 h 1796087"/>
                <a:gd name="connsiteX2284" fmla="*/ 1434358 w 2290556"/>
                <a:gd name="connsiteY2284" fmla="*/ 1309927 h 1796087"/>
                <a:gd name="connsiteX2285" fmla="*/ 1434358 w 2290556"/>
                <a:gd name="connsiteY2285" fmla="*/ 1307741 h 1796087"/>
                <a:gd name="connsiteX2286" fmla="*/ 1435536 w 2290556"/>
                <a:gd name="connsiteY2286" fmla="*/ 1305352 h 1796087"/>
                <a:gd name="connsiteX2287" fmla="*/ 1435133 w 2290556"/>
                <a:gd name="connsiteY2287" fmla="*/ 1302325 h 1796087"/>
                <a:gd name="connsiteX2288" fmla="*/ 1436748 w 2290556"/>
                <a:gd name="connsiteY2288" fmla="*/ 1298725 h 1796087"/>
                <a:gd name="connsiteX2289" fmla="*/ 1438599 w 2290556"/>
                <a:gd name="connsiteY2289" fmla="*/ 1295799 h 1796087"/>
                <a:gd name="connsiteX2290" fmla="*/ 1440652 w 2290556"/>
                <a:gd name="connsiteY2290" fmla="*/ 1293410 h 1796087"/>
                <a:gd name="connsiteX2291" fmla="*/ 1442805 w 2290556"/>
                <a:gd name="connsiteY2291" fmla="*/ 1290585 h 1796087"/>
                <a:gd name="connsiteX2292" fmla="*/ 1445296 w 2290556"/>
                <a:gd name="connsiteY2292" fmla="*/ 1289374 h 1796087"/>
                <a:gd name="connsiteX2293" fmla="*/ 1448022 w 2290556"/>
                <a:gd name="connsiteY2293" fmla="*/ 1288499 h 1796087"/>
                <a:gd name="connsiteX2294" fmla="*/ 1451825 w 2290556"/>
                <a:gd name="connsiteY2294" fmla="*/ 1288263 h 1796087"/>
                <a:gd name="connsiteX2295" fmla="*/ 1454652 w 2290556"/>
                <a:gd name="connsiteY2295" fmla="*/ 1288163 h 1796087"/>
                <a:gd name="connsiteX2296" fmla="*/ 1457916 w 2290556"/>
                <a:gd name="connsiteY2296" fmla="*/ 1288263 h 1796087"/>
                <a:gd name="connsiteX2297" fmla="*/ 1459431 w 2290556"/>
                <a:gd name="connsiteY2297" fmla="*/ 1288062 h 1796087"/>
                <a:gd name="connsiteX2298" fmla="*/ 1460744 w 2290556"/>
                <a:gd name="connsiteY2298" fmla="*/ 1286548 h 1796087"/>
                <a:gd name="connsiteX2299" fmla="*/ 1461080 w 2290556"/>
                <a:gd name="connsiteY2299" fmla="*/ 1285471 h 1796087"/>
                <a:gd name="connsiteX2300" fmla="*/ 1461282 w 2290556"/>
                <a:gd name="connsiteY2300" fmla="*/ 1282982 h 1796087"/>
                <a:gd name="connsiteX2301" fmla="*/ 1460306 w 2290556"/>
                <a:gd name="connsiteY2301" fmla="*/ 1281132 h 1796087"/>
                <a:gd name="connsiteX2302" fmla="*/ 1458994 w 2290556"/>
                <a:gd name="connsiteY2302" fmla="*/ 1280156 h 1796087"/>
                <a:gd name="connsiteX2303" fmla="*/ 1458354 w 2290556"/>
                <a:gd name="connsiteY2303" fmla="*/ 1278945 h 1796087"/>
                <a:gd name="connsiteX2304" fmla="*/ 1456941 w 2290556"/>
                <a:gd name="connsiteY2304" fmla="*/ 1276893 h 1796087"/>
                <a:gd name="connsiteX2305" fmla="*/ 1456941 w 2290556"/>
                <a:gd name="connsiteY2305" fmla="*/ 1274168 h 1796087"/>
                <a:gd name="connsiteX2306" fmla="*/ 1458691 w 2290556"/>
                <a:gd name="connsiteY2306" fmla="*/ 1272857 h 1796087"/>
                <a:gd name="connsiteX2307" fmla="*/ 1460979 w 2290556"/>
                <a:gd name="connsiteY2307" fmla="*/ 1271982 h 1796087"/>
                <a:gd name="connsiteX2308" fmla="*/ 1462056 w 2290556"/>
                <a:gd name="connsiteY2308" fmla="*/ 1270233 h 1796087"/>
                <a:gd name="connsiteX2309" fmla="*/ 1462594 w 2290556"/>
                <a:gd name="connsiteY2309" fmla="*/ 1268046 h 1796087"/>
                <a:gd name="connsiteX2310" fmla="*/ 1463570 w 2290556"/>
                <a:gd name="connsiteY2310" fmla="*/ 1265994 h 1796087"/>
                <a:gd name="connsiteX2311" fmla="*/ 1466498 w 2290556"/>
                <a:gd name="connsiteY2311" fmla="*/ 1265355 h 1796087"/>
                <a:gd name="connsiteX2312" fmla="*/ 1467912 w 2290556"/>
                <a:gd name="connsiteY2312" fmla="*/ 1265557 h 1796087"/>
                <a:gd name="connsiteX2313" fmla="*/ 1468888 w 2290556"/>
                <a:gd name="connsiteY2313" fmla="*/ 1267071 h 1796087"/>
                <a:gd name="connsiteX2314" fmla="*/ 1471378 w 2290556"/>
                <a:gd name="connsiteY2314" fmla="*/ 1269022 h 1796087"/>
                <a:gd name="connsiteX2315" fmla="*/ 1472354 w 2290556"/>
                <a:gd name="connsiteY2315" fmla="*/ 1267609 h 1796087"/>
                <a:gd name="connsiteX2316" fmla="*/ 1474508 w 2290556"/>
                <a:gd name="connsiteY2316" fmla="*/ 1264682 h 1796087"/>
                <a:gd name="connsiteX2317" fmla="*/ 1476898 w 2290556"/>
                <a:gd name="connsiteY2317" fmla="*/ 1266431 h 1796087"/>
                <a:gd name="connsiteX2318" fmla="*/ 1477537 w 2290556"/>
                <a:gd name="connsiteY2318" fmla="*/ 1269257 h 1796087"/>
                <a:gd name="connsiteX2319" fmla="*/ 1480162 w 2290556"/>
                <a:gd name="connsiteY2319" fmla="*/ 1269795 h 1796087"/>
                <a:gd name="connsiteX2320" fmla="*/ 1482350 w 2290556"/>
                <a:gd name="connsiteY2320" fmla="*/ 1268921 h 1796087"/>
                <a:gd name="connsiteX2321" fmla="*/ 1483427 w 2290556"/>
                <a:gd name="connsiteY2321" fmla="*/ 1267508 h 1796087"/>
                <a:gd name="connsiteX2322" fmla="*/ 1484840 w 2290556"/>
                <a:gd name="connsiteY2322" fmla="*/ 1264581 h 1796087"/>
                <a:gd name="connsiteX2323" fmla="*/ 1485581 w 2290556"/>
                <a:gd name="connsiteY2323" fmla="*/ 1263841 h 1796087"/>
                <a:gd name="connsiteX2324" fmla="*/ 1488946 w 2290556"/>
                <a:gd name="connsiteY2324" fmla="*/ 1263841 h 1796087"/>
                <a:gd name="connsiteX2325" fmla="*/ 1490359 w 2290556"/>
                <a:gd name="connsiteY2325" fmla="*/ 1267407 h 1796087"/>
                <a:gd name="connsiteX2326" fmla="*/ 1492211 w 2290556"/>
                <a:gd name="connsiteY2326" fmla="*/ 1269257 h 1796087"/>
                <a:gd name="connsiteX2327" fmla="*/ 1494162 w 2290556"/>
                <a:gd name="connsiteY2327" fmla="*/ 1273496 h 1796087"/>
                <a:gd name="connsiteX2328" fmla="*/ 1493287 w 2290556"/>
                <a:gd name="connsiteY2328" fmla="*/ 1275009 h 1796087"/>
                <a:gd name="connsiteX2329" fmla="*/ 1490460 w 2290556"/>
                <a:gd name="connsiteY2329" fmla="*/ 1277398 h 1796087"/>
                <a:gd name="connsiteX2330" fmla="*/ 1492412 w 2290556"/>
                <a:gd name="connsiteY2330" fmla="*/ 1280022 h 1796087"/>
                <a:gd name="connsiteX2331" fmla="*/ 1493725 w 2290556"/>
                <a:gd name="connsiteY2331" fmla="*/ 1282074 h 1796087"/>
                <a:gd name="connsiteX2332" fmla="*/ 1499043 w 2290556"/>
                <a:gd name="connsiteY2332" fmla="*/ 1287389 h 1796087"/>
                <a:gd name="connsiteX2333" fmla="*/ 1497965 w 2290556"/>
                <a:gd name="connsiteY2333" fmla="*/ 1290551 h 1796087"/>
                <a:gd name="connsiteX2334" fmla="*/ 1498605 w 2290556"/>
                <a:gd name="connsiteY2334" fmla="*/ 1297851 h 1796087"/>
                <a:gd name="connsiteX2335" fmla="*/ 1497629 w 2290556"/>
                <a:gd name="connsiteY2335" fmla="*/ 1299062 h 1796087"/>
                <a:gd name="connsiteX2336" fmla="*/ 1496215 w 2290556"/>
                <a:gd name="connsiteY2336" fmla="*/ 1301652 h 1796087"/>
                <a:gd name="connsiteX2337" fmla="*/ 1496754 w 2290556"/>
                <a:gd name="connsiteY2337" fmla="*/ 1304814 h 1796087"/>
                <a:gd name="connsiteX2338" fmla="*/ 1495677 w 2290556"/>
                <a:gd name="connsiteY2338" fmla="*/ 1306227 h 1796087"/>
                <a:gd name="connsiteX2339" fmla="*/ 1494365 w 2290556"/>
                <a:gd name="connsiteY2339" fmla="*/ 1307539 h 1796087"/>
                <a:gd name="connsiteX2340" fmla="*/ 1493927 w 2290556"/>
                <a:gd name="connsiteY2340" fmla="*/ 1310028 h 1796087"/>
                <a:gd name="connsiteX2341" fmla="*/ 1494701 w 2290556"/>
                <a:gd name="connsiteY2341" fmla="*/ 1312518 h 1796087"/>
                <a:gd name="connsiteX2342" fmla="*/ 1495677 w 2290556"/>
                <a:gd name="connsiteY2342" fmla="*/ 1314570 h 1796087"/>
                <a:gd name="connsiteX2343" fmla="*/ 1496316 w 2290556"/>
                <a:gd name="connsiteY2343" fmla="*/ 1317194 h 1796087"/>
                <a:gd name="connsiteX2344" fmla="*/ 1495879 w 2290556"/>
                <a:gd name="connsiteY2344" fmla="*/ 1320995 h 1796087"/>
                <a:gd name="connsiteX2345" fmla="*/ 1495139 w 2290556"/>
                <a:gd name="connsiteY2345" fmla="*/ 1323720 h 1796087"/>
                <a:gd name="connsiteX2346" fmla="*/ 1494062 w 2290556"/>
                <a:gd name="connsiteY2346" fmla="*/ 1325469 h 1796087"/>
                <a:gd name="connsiteX2347" fmla="*/ 1492008 w 2290556"/>
                <a:gd name="connsiteY2347" fmla="*/ 1327319 h 1796087"/>
                <a:gd name="connsiteX2348" fmla="*/ 1492008 w 2290556"/>
                <a:gd name="connsiteY2348" fmla="*/ 1328194 h 1796087"/>
                <a:gd name="connsiteX2349" fmla="*/ 1497225 w 2290556"/>
                <a:gd name="connsiteY2349" fmla="*/ 1327756 h 1796087"/>
                <a:gd name="connsiteX2350" fmla="*/ 1498874 w 2290556"/>
                <a:gd name="connsiteY2350" fmla="*/ 1326444 h 1796087"/>
                <a:gd name="connsiteX2351" fmla="*/ 1502139 w 2290556"/>
                <a:gd name="connsiteY2351" fmla="*/ 1325368 h 1796087"/>
                <a:gd name="connsiteX2352" fmla="*/ 1504528 w 2290556"/>
                <a:gd name="connsiteY2352" fmla="*/ 1326108 h 1796087"/>
                <a:gd name="connsiteX2353" fmla="*/ 1507793 w 2290556"/>
                <a:gd name="connsiteY2353" fmla="*/ 1326646 h 1796087"/>
                <a:gd name="connsiteX2354" fmla="*/ 1510721 w 2290556"/>
                <a:gd name="connsiteY2354" fmla="*/ 1325671 h 1796087"/>
                <a:gd name="connsiteX2355" fmla="*/ 1513009 w 2290556"/>
                <a:gd name="connsiteY2355" fmla="*/ 1322946 h 1796087"/>
                <a:gd name="connsiteX2356" fmla="*/ 1517149 w 2290556"/>
                <a:gd name="connsiteY2356" fmla="*/ 1322172 h 1796087"/>
                <a:gd name="connsiteX2357" fmla="*/ 1520615 w 2290556"/>
                <a:gd name="connsiteY2357" fmla="*/ 1324998 h 1796087"/>
                <a:gd name="connsiteX2358" fmla="*/ 1524654 w 2290556"/>
                <a:gd name="connsiteY2358" fmla="*/ 1325099 h 1796087"/>
                <a:gd name="connsiteX2359" fmla="*/ 1529533 w 2290556"/>
                <a:gd name="connsiteY2359" fmla="*/ 1325334 h 1796087"/>
                <a:gd name="connsiteX2360" fmla="*/ 1531822 w 2290556"/>
                <a:gd name="connsiteY2360" fmla="*/ 1325233 h 1796087"/>
                <a:gd name="connsiteX2361" fmla="*/ 1536837 w 2290556"/>
                <a:gd name="connsiteY2361" fmla="*/ 1325032 h 1796087"/>
                <a:gd name="connsiteX2362" fmla="*/ 1538486 w 2290556"/>
                <a:gd name="connsiteY2362" fmla="*/ 1323282 h 1796087"/>
                <a:gd name="connsiteX2363" fmla="*/ 1538587 w 2290556"/>
                <a:gd name="connsiteY2363" fmla="*/ 1321769 h 1796087"/>
                <a:gd name="connsiteX2364" fmla="*/ 1536736 w 2290556"/>
                <a:gd name="connsiteY2364" fmla="*/ 1320019 h 1796087"/>
                <a:gd name="connsiteX2365" fmla="*/ 1533808 w 2290556"/>
                <a:gd name="connsiteY2365" fmla="*/ 1317967 h 1796087"/>
                <a:gd name="connsiteX2366" fmla="*/ 1530106 w 2290556"/>
                <a:gd name="connsiteY2366" fmla="*/ 1313493 h 1796087"/>
                <a:gd name="connsiteX2367" fmla="*/ 1530880 w 2290556"/>
                <a:gd name="connsiteY2367" fmla="*/ 1310466 h 1796087"/>
                <a:gd name="connsiteX2368" fmla="*/ 1533707 w 2290556"/>
                <a:gd name="connsiteY2368" fmla="*/ 1307741 h 1796087"/>
                <a:gd name="connsiteX2369" fmla="*/ 1535659 w 2290556"/>
                <a:gd name="connsiteY2369" fmla="*/ 1307741 h 1796087"/>
                <a:gd name="connsiteX2370" fmla="*/ 1542524 w 2290556"/>
                <a:gd name="connsiteY2370" fmla="*/ 1311778 h 1796087"/>
                <a:gd name="connsiteX2371" fmla="*/ 1544274 w 2290556"/>
                <a:gd name="connsiteY2371" fmla="*/ 1309591 h 1796087"/>
                <a:gd name="connsiteX2372" fmla="*/ 1545688 w 2290556"/>
                <a:gd name="connsiteY2372" fmla="*/ 1306866 h 1796087"/>
                <a:gd name="connsiteX2373" fmla="*/ 1548515 w 2290556"/>
                <a:gd name="connsiteY2373" fmla="*/ 1304915 h 1796087"/>
                <a:gd name="connsiteX2374" fmla="*/ 1556659 w 2290556"/>
                <a:gd name="connsiteY2374" fmla="*/ 1299600 h 1796087"/>
                <a:gd name="connsiteX2375" fmla="*/ 1559924 w 2290556"/>
                <a:gd name="connsiteY2375" fmla="*/ 1296875 h 1796087"/>
                <a:gd name="connsiteX2376" fmla="*/ 1568405 w 2290556"/>
                <a:gd name="connsiteY2376" fmla="*/ 1290013 h 1796087"/>
                <a:gd name="connsiteX2377" fmla="*/ 1572107 w 2290556"/>
                <a:gd name="connsiteY2377" fmla="*/ 1286985 h 1796087"/>
                <a:gd name="connsiteX2378" fmla="*/ 1575136 w 2290556"/>
                <a:gd name="connsiteY2378" fmla="*/ 1284933 h 1796087"/>
                <a:gd name="connsiteX2379" fmla="*/ 1576549 w 2290556"/>
                <a:gd name="connsiteY2379" fmla="*/ 1284395 h 1796087"/>
                <a:gd name="connsiteX2380" fmla="*/ 1580789 w 2290556"/>
                <a:gd name="connsiteY2380" fmla="*/ 1283520 h 1796087"/>
                <a:gd name="connsiteX2381" fmla="*/ 1583414 w 2290556"/>
                <a:gd name="connsiteY2381" fmla="*/ 1285572 h 1796087"/>
                <a:gd name="connsiteX2382" fmla="*/ 1585804 w 2290556"/>
                <a:gd name="connsiteY2382" fmla="*/ 1288196 h 1796087"/>
                <a:gd name="connsiteX2383" fmla="*/ 1588429 w 2290556"/>
                <a:gd name="connsiteY2383" fmla="*/ 1289845 h 1796087"/>
                <a:gd name="connsiteX2384" fmla="*/ 1589607 w 2290556"/>
                <a:gd name="connsiteY2384" fmla="*/ 1291997 h 1796087"/>
                <a:gd name="connsiteX2385" fmla="*/ 1590684 w 2290556"/>
                <a:gd name="connsiteY2385" fmla="*/ 1298725 h 1796087"/>
                <a:gd name="connsiteX2386" fmla="*/ 1592198 w 2290556"/>
                <a:gd name="connsiteY2386" fmla="*/ 1301013 h 1796087"/>
                <a:gd name="connsiteX2387" fmla="*/ 1596102 w 2290556"/>
                <a:gd name="connsiteY2387" fmla="*/ 1302964 h 1796087"/>
                <a:gd name="connsiteX2388" fmla="*/ 1596102 w 2290556"/>
                <a:gd name="connsiteY2388" fmla="*/ 1299499 h 1796087"/>
                <a:gd name="connsiteX2389" fmla="*/ 1596102 w 2290556"/>
                <a:gd name="connsiteY2389" fmla="*/ 1296774 h 1796087"/>
                <a:gd name="connsiteX2390" fmla="*/ 1597516 w 2290556"/>
                <a:gd name="connsiteY2390" fmla="*/ 1294049 h 1796087"/>
                <a:gd name="connsiteX2391" fmla="*/ 1599165 w 2290556"/>
                <a:gd name="connsiteY2391" fmla="*/ 1292536 h 1796087"/>
                <a:gd name="connsiteX2392" fmla="*/ 1600679 w 2290556"/>
                <a:gd name="connsiteY2392" fmla="*/ 1291997 h 1796087"/>
                <a:gd name="connsiteX2393" fmla="*/ 1602968 w 2290556"/>
                <a:gd name="connsiteY2393" fmla="*/ 1291123 h 1796087"/>
                <a:gd name="connsiteX2394" fmla="*/ 1604718 w 2290556"/>
                <a:gd name="connsiteY2394" fmla="*/ 1290349 h 1796087"/>
                <a:gd name="connsiteX2395" fmla="*/ 1607107 w 2290556"/>
                <a:gd name="connsiteY2395" fmla="*/ 1288701 h 1796087"/>
                <a:gd name="connsiteX2396" fmla="*/ 1608857 w 2290556"/>
                <a:gd name="connsiteY2396" fmla="*/ 1286750 h 1796087"/>
                <a:gd name="connsiteX2397" fmla="*/ 1611785 w 2290556"/>
                <a:gd name="connsiteY2397" fmla="*/ 1283823 h 1796087"/>
                <a:gd name="connsiteX2398" fmla="*/ 1611785 w 2290556"/>
                <a:gd name="connsiteY2398" fmla="*/ 1282377 h 1796087"/>
                <a:gd name="connsiteX2399" fmla="*/ 1613536 w 2290556"/>
                <a:gd name="connsiteY2399" fmla="*/ 1280358 h 1796087"/>
                <a:gd name="connsiteX2400" fmla="*/ 1613536 w 2290556"/>
                <a:gd name="connsiteY2400" fmla="*/ 1278609 h 1796087"/>
                <a:gd name="connsiteX2401" fmla="*/ 1615723 w 2290556"/>
                <a:gd name="connsiteY2401" fmla="*/ 1275413 h 1796087"/>
                <a:gd name="connsiteX2402" fmla="*/ 1617742 w 2290556"/>
                <a:gd name="connsiteY2402" fmla="*/ 1273529 h 1796087"/>
                <a:gd name="connsiteX2403" fmla="*/ 1620771 w 2290556"/>
                <a:gd name="connsiteY2403" fmla="*/ 1272386 h 1796087"/>
                <a:gd name="connsiteX2404" fmla="*/ 1623968 w 2290556"/>
                <a:gd name="connsiteY2404" fmla="*/ 1273395 h 1796087"/>
                <a:gd name="connsiteX2405" fmla="*/ 1623968 w 2290556"/>
                <a:gd name="connsiteY2405" fmla="*/ 1275985 h 1796087"/>
                <a:gd name="connsiteX2406" fmla="*/ 1622656 w 2290556"/>
                <a:gd name="connsiteY2406" fmla="*/ 1277566 h 1796087"/>
                <a:gd name="connsiteX2407" fmla="*/ 1622353 w 2290556"/>
                <a:gd name="connsiteY2407" fmla="*/ 1279887 h 1796087"/>
                <a:gd name="connsiteX2408" fmla="*/ 1625112 w 2290556"/>
                <a:gd name="connsiteY2408" fmla="*/ 1279147 h 1796087"/>
                <a:gd name="connsiteX2409" fmla="*/ 1626560 w 2290556"/>
                <a:gd name="connsiteY2409" fmla="*/ 1275951 h 1796087"/>
                <a:gd name="connsiteX2410" fmla="*/ 1629757 w 2290556"/>
                <a:gd name="connsiteY2410" fmla="*/ 1275951 h 1796087"/>
                <a:gd name="connsiteX2411" fmla="*/ 1631339 w 2290556"/>
                <a:gd name="connsiteY2411" fmla="*/ 1277903 h 1796087"/>
                <a:gd name="connsiteX2412" fmla="*/ 1634401 w 2290556"/>
                <a:gd name="connsiteY2412" fmla="*/ 1281166 h 1796087"/>
                <a:gd name="connsiteX2413" fmla="*/ 1637901 w 2290556"/>
                <a:gd name="connsiteY2413" fmla="*/ 1282477 h 1796087"/>
                <a:gd name="connsiteX2414" fmla="*/ 1643690 w 2290556"/>
                <a:gd name="connsiteY2414" fmla="*/ 1282175 h 1796087"/>
                <a:gd name="connsiteX2415" fmla="*/ 1649478 w 2290556"/>
                <a:gd name="connsiteY2415" fmla="*/ 1281737 h 1796087"/>
                <a:gd name="connsiteX2416" fmla="*/ 1650623 w 2290556"/>
                <a:gd name="connsiteY2416" fmla="*/ 1280594 h 1796087"/>
                <a:gd name="connsiteX2417" fmla="*/ 1651632 w 2290556"/>
                <a:gd name="connsiteY2417" fmla="*/ 1276086 h 1796087"/>
                <a:gd name="connsiteX2418" fmla="*/ 1653214 w 2290556"/>
                <a:gd name="connsiteY2418" fmla="*/ 1274505 h 1796087"/>
                <a:gd name="connsiteX2419" fmla="*/ 1656108 w 2290556"/>
                <a:gd name="connsiteY2419" fmla="*/ 1274202 h 1796087"/>
                <a:gd name="connsiteX2420" fmla="*/ 1658868 w 2290556"/>
                <a:gd name="connsiteY2420" fmla="*/ 1274202 h 1796087"/>
                <a:gd name="connsiteX2421" fmla="*/ 1660887 w 2290556"/>
                <a:gd name="connsiteY2421" fmla="*/ 1274000 h 1796087"/>
                <a:gd name="connsiteX2422" fmla="*/ 1661897 w 2290556"/>
                <a:gd name="connsiteY2422" fmla="*/ 1272184 h 1796087"/>
                <a:gd name="connsiteX2423" fmla="*/ 1662604 w 2290556"/>
                <a:gd name="connsiteY2423" fmla="*/ 1268113 h 1796087"/>
                <a:gd name="connsiteX2424" fmla="*/ 1663479 w 2290556"/>
                <a:gd name="connsiteY2424" fmla="*/ 1264043 h 1796087"/>
                <a:gd name="connsiteX2425" fmla="*/ 1664051 w 2290556"/>
                <a:gd name="connsiteY2425" fmla="*/ 1261722 h 1796087"/>
                <a:gd name="connsiteX2426" fmla="*/ 1663041 w 2290556"/>
                <a:gd name="connsiteY2426" fmla="*/ 1259838 h 1796087"/>
                <a:gd name="connsiteX2427" fmla="*/ 1660887 w 2290556"/>
                <a:gd name="connsiteY2427" fmla="*/ 1258526 h 1796087"/>
                <a:gd name="connsiteX2428" fmla="*/ 1656983 w 2290556"/>
                <a:gd name="connsiteY2428" fmla="*/ 1256642 h 1796087"/>
                <a:gd name="connsiteX2429" fmla="*/ 1653954 w 2290556"/>
                <a:gd name="connsiteY2429" fmla="*/ 1251563 h 1796087"/>
                <a:gd name="connsiteX2430" fmla="*/ 1660181 w 2290556"/>
                <a:gd name="connsiteY2430" fmla="*/ 1249813 h 1796087"/>
                <a:gd name="connsiteX2431" fmla="*/ 1663075 w 2290556"/>
                <a:gd name="connsiteY2431" fmla="*/ 1249107 h 1796087"/>
                <a:gd name="connsiteX2432" fmla="*/ 1664219 w 2290556"/>
                <a:gd name="connsiteY2432" fmla="*/ 1245339 h 1796087"/>
                <a:gd name="connsiteX2433" fmla="*/ 1662200 w 2290556"/>
                <a:gd name="connsiteY2433" fmla="*/ 1241134 h 1796087"/>
                <a:gd name="connsiteX2434" fmla="*/ 1662065 w 2290556"/>
                <a:gd name="connsiteY2434" fmla="*/ 1239251 h 1796087"/>
                <a:gd name="connsiteX2435" fmla="*/ 1661762 w 2290556"/>
                <a:gd name="connsiteY2435" fmla="*/ 1236055 h 1796087"/>
                <a:gd name="connsiteX2436" fmla="*/ 1661056 w 2290556"/>
                <a:gd name="connsiteY2436" fmla="*/ 1234305 h 1796087"/>
                <a:gd name="connsiteX2437" fmla="*/ 1660618 w 2290556"/>
                <a:gd name="connsiteY2437" fmla="*/ 1232556 h 1796087"/>
                <a:gd name="connsiteX2438" fmla="*/ 1659743 w 2290556"/>
                <a:gd name="connsiteY2438" fmla="*/ 1230807 h 1796087"/>
                <a:gd name="connsiteX2439" fmla="*/ 1658733 w 2290556"/>
                <a:gd name="connsiteY2439" fmla="*/ 1229798 h 1796087"/>
                <a:gd name="connsiteX2440" fmla="*/ 1658733 w 2290556"/>
                <a:gd name="connsiteY2440" fmla="*/ 1226905 h 1796087"/>
                <a:gd name="connsiteX2441" fmla="*/ 1665464 w 2290556"/>
                <a:gd name="connsiteY2441" fmla="*/ 1225761 h 1796087"/>
                <a:gd name="connsiteX2442" fmla="*/ 1665397 w 2290556"/>
                <a:gd name="connsiteY2442" fmla="*/ 1221422 h 1796087"/>
                <a:gd name="connsiteX2443" fmla="*/ 1667854 w 2290556"/>
                <a:gd name="connsiteY2443" fmla="*/ 1220681 h 1796087"/>
                <a:gd name="connsiteX2444" fmla="*/ 1670748 w 2290556"/>
                <a:gd name="connsiteY2444" fmla="*/ 1219975 h 1796087"/>
                <a:gd name="connsiteX2445" fmla="*/ 1674383 w 2290556"/>
                <a:gd name="connsiteY2445" fmla="*/ 1218831 h 1796087"/>
                <a:gd name="connsiteX2446" fmla="*/ 1677277 w 2290556"/>
                <a:gd name="connsiteY2446" fmla="*/ 1218697 h 1796087"/>
                <a:gd name="connsiteX2447" fmla="*/ 1682628 w 2290556"/>
                <a:gd name="connsiteY2447" fmla="*/ 1218999 h 1796087"/>
                <a:gd name="connsiteX2448" fmla="*/ 1686263 w 2290556"/>
                <a:gd name="connsiteY2448" fmla="*/ 1218697 h 1796087"/>
                <a:gd name="connsiteX2449" fmla="*/ 1687576 w 2290556"/>
                <a:gd name="connsiteY2449" fmla="*/ 1216510 h 1796087"/>
                <a:gd name="connsiteX2450" fmla="*/ 1690907 w 2290556"/>
                <a:gd name="connsiteY2450" fmla="*/ 1214626 h 1796087"/>
                <a:gd name="connsiteX2451" fmla="*/ 1692489 w 2290556"/>
                <a:gd name="connsiteY2451" fmla="*/ 1215636 h 1796087"/>
                <a:gd name="connsiteX2452" fmla="*/ 1696124 w 2290556"/>
                <a:gd name="connsiteY2452" fmla="*/ 1217654 h 1796087"/>
                <a:gd name="connsiteX2453" fmla="*/ 1697874 w 2290556"/>
                <a:gd name="connsiteY2453" fmla="*/ 1218528 h 1796087"/>
                <a:gd name="connsiteX2454" fmla="*/ 1701205 w 2290556"/>
                <a:gd name="connsiteY2454" fmla="*/ 1218528 h 1796087"/>
                <a:gd name="connsiteX2455" fmla="*/ 1703831 w 2290556"/>
                <a:gd name="connsiteY2455" fmla="*/ 1217889 h 1796087"/>
                <a:gd name="connsiteX2456" fmla="*/ 1704571 w 2290556"/>
                <a:gd name="connsiteY2456" fmla="*/ 1217385 h 1796087"/>
                <a:gd name="connsiteX2457" fmla="*/ 1707465 w 2290556"/>
                <a:gd name="connsiteY2457" fmla="*/ 1214189 h 1796087"/>
                <a:gd name="connsiteX2458" fmla="*/ 1707465 w 2290556"/>
                <a:gd name="connsiteY2458" fmla="*/ 1212002 h 1796087"/>
                <a:gd name="connsiteX2459" fmla="*/ 1708475 w 2290556"/>
                <a:gd name="connsiteY2459" fmla="*/ 1209681 h 1796087"/>
                <a:gd name="connsiteX2460" fmla="*/ 1709350 w 2290556"/>
                <a:gd name="connsiteY2460" fmla="*/ 1207966 h 1796087"/>
                <a:gd name="connsiteX2461" fmla="*/ 1710797 w 2290556"/>
                <a:gd name="connsiteY2461" fmla="*/ 1205645 h 1796087"/>
                <a:gd name="connsiteX2462" fmla="*/ 1713826 w 2290556"/>
                <a:gd name="connsiteY2462" fmla="*/ 1205207 h 1796087"/>
                <a:gd name="connsiteX2463" fmla="*/ 1714701 w 2290556"/>
                <a:gd name="connsiteY2463" fmla="*/ 1205779 h 1796087"/>
                <a:gd name="connsiteX2464" fmla="*/ 1716720 w 2290556"/>
                <a:gd name="connsiteY2464" fmla="*/ 1207226 h 1796087"/>
                <a:gd name="connsiteX2465" fmla="*/ 1720220 w 2290556"/>
                <a:gd name="connsiteY2465" fmla="*/ 1208235 h 1796087"/>
                <a:gd name="connsiteX2466" fmla="*/ 1722374 w 2290556"/>
                <a:gd name="connsiteY2466" fmla="*/ 1206486 h 1796087"/>
                <a:gd name="connsiteX2467" fmla="*/ 1724393 w 2290556"/>
                <a:gd name="connsiteY2467" fmla="*/ 1203727 h 1796087"/>
                <a:gd name="connsiteX2468" fmla="*/ 1727153 w 2290556"/>
                <a:gd name="connsiteY2468" fmla="*/ 1202718 h 1796087"/>
                <a:gd name="connsiteX2469" fmla="*/ 1730788 w 2290556"/>
                <a:gd name="connsiteY2469" fmla="*/ 1201978 h 1796087"/>
                <a:gd name="connsiteX2470" fmla="*/ 1733985 w 2290556"/>
                <a:gd name="connsiteY2470" fmla="*/ 1201339 h 1796087"/>
                <a:gd name="connsiteX2471" fmla="*/ 1739403 w 2290556"/>
                <a:gd name="connsiteY2471" fmla="*/ 1203088 h 1796087"/>
                <a:gd name="connsiteX2472" fmla="*/ 1742668 w 2290556"/>
                <a:gd name="connsiteY2472" fmla="*/ 1206553 h 1796087"/>
                <a:gd name="connsiteX2473" fmla="*/ 1742668 w 2290556"/>
                <a:gd name="connsiteY2473" fmla="*/ 1208504 h 1796087"/>
                <a:gd name="connsiteX2474" fmla="*/ 1743980 w 2290556"/>
                <a:gd name="connsiteY2474" fmla="*/ 1211969 h 1796087"/>
                <a:gd name="connsiteX2475" fmla="*/ 1749837 w 2290556"/>
                <a:gd name="connsiteY2475" fmla="*/ 1215232 h 1796087"/>
                <a:gd name="connsiteX2476" fmla="*/ 1754346 w 2290556"/>
                <a:gd name="connsiteY2476" fmla="*/ 1219639 h 1796087"/>
                <a:gd name="connsiteX2477" fmla="*/ 1756803 w 2290556"/>
                <a:gd name="connsiteY2477" fmla="*/ 1221522 h 1796087"/>
                <a:gd name="connsiteX2478" fmla="*/ 1757476 w 2290556"/>
                <a:gd name="connsiteY2478" fmla="*/ 1223406 h 1796087"/>
                <a:gd name="connsiteX2479" fmla="*/ 1758486 w 2290556"/>
                <a:gd name="connsiteY2479" fmla="*/ 1225727 h 1796087"/>
                <a:gd name="connsiteX2480" fmla="*/ 1759731 w 2290556"/>
                <a:gd name="connsiteY2480" fmla="*/ 1227409 h 1796087"/>
                <a:gd name="connsiteX2481" fmla="*/ 1760976 w 2290556"/>
                <a:gd name="connsiteY2481" fmla="*/ 1228990 h 1796087"/>
                <a:gd name="connsiteX2482" fmla="*/ 1761481 w 2290556"/>
                <a:gd name="connsiteY2482" fmla="*/ 1231379 h 1796087"/>
                <a:gd name="connsiteX2483" fmla="*/ 1760034 w 2290556"/>
                <a:gd name="connsiteY2483" fmla="*/ 1233532 h 1796087"/>
                <a:gd name="connsiteX2484" fmla="*/ 1759764 w 2290556"/>
                <a:gd name="connsiteY2484" fmla="*/ 1233902 h 1796087"/>
                <a:gd name="connsiteX2485" fmla="*/ 1757509 w 2290556"/>
                <a:gd name="connsiteY2485" fmla="*/ 1236425 h 1796087"/>
                <a:gd name="connsiteX2486" fmla="*/ 1758317 w 2290556"/>
                <a:gd name="connsiteY2486" fmla="*/ 1239183 h 1796087"/>
                <a:gd name="connsiteX2487" fmla="*/ 1759731 w 2290556"/>
                <a:gd name="connsiteY2487" fmla="*/ 1242278 h 1796087"/>
                <a:gd name="connsiteX2488" fmla="*/ 1764072 w 2290556"/>
                <a:gd name="connsiteY2488" fmla="*/ 1245037 h 1796087"/>
                <a:gd name="connsiteX2489" fmla="*/ 1764745 w 2290556"/>
                <a:gd name="connsiteY2489" fmla="*/ 1246180 h 1796087"/>
                <a:gd name="connsiteX2490" fmla="*/ 1764140 w 2290556"/>
                <a:gd name="connsiteY2490" fmla="*/ 1248031 h 1796087"/>
                <a:gd name="connsiteX2491" fmla="*/ 1764140 w 2290556"/>
                <a:gd name="connsiteY2491" fmla="*/ 1250688 h 1796087"/>
                <a:gd name="connsiteX2492" fmla="*/ 1764779 w 2290556"/>
                <a:gd name="connsiteY2492" fmla="*/ 1251058 h 1796087"/>
                <a:gd name="connsiteX2493" fmla="*/ 1766899 w 2290556"/>
                <a:gd name="connsiteY2493" fmla="*/ 1249645 h 1796087"/>
                <a:gd name="connsiteX2494" fmla="*/ 1769793 w 2290556"/>
                <a:gd name="connsiteY2494" fmla="*/ 1251764 h 1796087"/>
                <a:gd name="connsiteX2495" fmla="*/ 1770500 w 2290556"/>
                <a:gd name="connsiteY2495" fmla="*/ 1252942 h 1796087"/>
                <a:gd name="connsiteX2496" fmla="*/ 1771173 w 2290556"/>
                <a:gd name="connsiteY2496" fmla="*/ 1254624 h 1796087"/>
                <a:gd name="connsiteX2497" fmla="*/ 1768380 w 2290556"/>
                <a:gd name="connsiteY2497" fmla="*/ 1255835 h 1796087"/>
                <a:gd name="connsiteX2498" fmla="*/ 1768380 w 2290556"/>
                <a:gd name="connsiteY2498" fmla="*/ 1257853 h 1796087"/>
                <a:gd name="connsiteX2499" fmla="*/ 1769491 w 2290556"/>
                <a:gd name="connsiteY2499" fmla="*/ 1259300 h 1796087"/>
                <a:gd name="connsiteX2500" fmla="*/ 1770702 w 2290556"/>
                <a:gd name="connsiteY2500" fmla="*/ 1260746 h 1796087"/>
                <a:gd name="connsiteX2501" fmla="*/ 1772520 w 2290556"/>
                <a:gd name="connsiteY2501" fmla="*/ 1260881 h 1796087"/>
                <a:gd name="connsiteX2502" fmla="*/ 1774169 w 2290556"/>
                <a:gd name="connsiteY2502" fmla="*/ 1259434 h 1796087"/>
                <a:gd name="connsiteX2503" fmla="*/ 1775313 w 2290556"/>
                <a:gd name="connsiteY2503" fmla="*/ 1257550 h 1796087"/>
                <a:gd name="connsiteX2504" fmla="*/ 1776491 w 2290556"/>
                <a:gd name="connsiteY2504" fmla="*/ 1255667 h 1796087"/>
                <a:gd name="connsiteX2505" fmla="*/ 1778678 w 2290556"/>
                <a:gd name="connsiteY2505" fmla="*/ 1254927 h 1796087"/>
                <a:gd name="connsiteX2506" fmla="*/ 1781438 w 2290556"/>
                <a:gd name="connsiteY2506" fmla="*/ 1256676 h 1796087"/>
                <a:gd name="connsiteX2507" fmla="*/ 1782448 w 2290556"/>
                <a:gd name="connsiteY2507" fmla="*/ 1256676 h 1796087"/>
                <a:gd name="connsiteX2508" fmla="*/ 1783154 w 2290556"/>
                <a:gd name="connsiteY2508" fmla="*/ 1258997 h 1796087"/>
                <a:gd name="connsiteX2509" fmla="*/ 1782582 w 2290556"/>
                <a:gd name="connsiteY2509" fmla="*/ 1260746 h 1796087"/>
                <a:gd name="connsiteX2510" fmla="*/ 1781000 w 2290556"/>
                <a:gd name="connsiteY2510" fmla="*/ 1263067 h 1796087"/>
                <a:gd name="connsiteX2511" fmla="*/ 1783457 w 2290556"/>
                <a:gd name="connsiteY2511" fmla="*/ 1264648 h 1796087"/>
                <a:gd name="connsiteX2512" fmla="*/ 1787799 w 2290556"/>
                <a:gd name="connsiteY2512" fmla="*/ 1265389 h 1796087"/>
                <a:gd name="connsiteX2513" fmla="*/ 1787227 w 2290556"/>
                <a:gd name="connsiteY2513" fmla="*/ 1267979 h 1796087"/>
                <a:gd name="connsiteX2514" fmla="*/ 1783760 w 2290556"/>
                <a:gd name="connsiteY2514" fmla="*/ 1270872 h 1796087"/>
                <a:gd name="connsiteX2515" fmla="*/ 1783188 w 2290556"/>
                <a:gd name="connsiteY2515" fmla="*/ 1272756 h 1796087"/>
                <a:gd name="connsiteX2516" fmla="*/ 1786520 w 2290556"/>
                <a:gd name="connsiteY2516" fmla="*/ 1276086 h 1796087"/>
                <a:gd name="connsiteX2517" fmla="*/ 1787395 w 2290556"/>
                <a:gd name="connsiteY2517" fmla="*/ 1279551 h 1796087"/>
                <a:gd name="connsiteX2518" fmla="*/ 1789851 w 2290556"/>
                <a:gd name="connsiteY2518" fmla="*/ 1283184 h 1796087"/>
                <a:gd name="connsiteX2519" fmla="*/ 1790559 w 2290556"/>
                <a:gd name="connsiteY2519" fmla="*/ 1288835 h 1796087"/>
                <a:gd name="connsiteX2520" fmla="*/ 1787361 w 2290556"/>
                <a:gd name="connsiteY2520" fmla="*/ 1292468 h 1796087"/>
                <a:gd name="connsiteX2521" fmla="*/ 1784164 w 2290556"/>
                <a:gd name="connsiteY2521" fmla="*/ 1291156 h 1796087"/>
                <a:gd name="connsiteX2522" fmla="*/ 1780967 w 2290556"/>
                <a:gd name="connsiteY2522" fmla="*/ 1288835 h 1796087"/>
                <a:gd name="connsiteX2523" fmla="*/ 1777770 w 2290556"/>
                <a:gd name="connsiteY2523" fmla="*/ 1287961 h 1796087"/>
                <a:gd name="connsiteX2524" fmla="*/ 1776188 w 2290556"/>
                <a:gd name="connsiteY2524" fmla="*/ 1287961 h 1796087"/>
                <a:gd name="connsiteX2525" fmla="*/ 1775616 w 2290556"/>
                <a:gd name="connsiteY2525" fmla="*/ 1287961 h 1796087"/>
                <a:gd name="connsiteX2526" fmla="*/ 1774741 w 2290556"/>
                <a:gd name="connsiteY2526" fmla="*/ 1289037 h 1796087"/>
                <a:gd name="connsiteX2527" fmla="*/ 1772721 w 2290556"/>
                <a:gd name="connsiteY2527" fmla="*/ 1293007 h 1796087"/>
                <a:gd name="connsiteX2528" fmla="*/ 1772721 w 2290556"/>
                <a:gd name="connsiteY2528" fmla="*/ 1295193 h 1796087"/>
                <a:gd name="connsiteX2529" fmla="*/ 1773866 w 2290556"/>
                <a:gd name="connsiteY2529" fmla="*/ 1298086 h 1796087"/>
                <a:gd name="connsiteX2530" fmla="*/ 1776323 w 2290556"/>
                <a:gd name="connsiteY2530" fmla="*/ 1301854 h 1796087"/>
                <a:gd name="connsiteX2531" fmla="*/ 1777467 w 2290556"/>
                <a:gd name="connsiteY2531" fmla="*/ 1303603 h 1796087"/>
                <a:gd name="connsiteX2532" fmla="*/ 1780799 w 2290556"/>
                <a:gd name="connsiteY2532" fmla="*/ 1304478 h 1796087"/>
                <a:gd name="connsiteX2533" fmla="*/ 1783693 w 2290556"/>
                <a:gd name="connsiteY2533" fmla="*/ 1307943 h 1796087"/>
                <a:gd name="connsiteX2534" fmla="*/ 1780058 w 2290556"/>
                <a:gd name="connsiteY2534" fmla="*/ 1309961 h 1796087"/>
                <a:gd name="connsiteX2535" fmla="*/ 1781236 w 2290556"/>
                <a:gd name="connsiteY2535" fmla="*/ 1312989 h 1796087"/>
                <a:gd name="connsiteX2536" fmla="*/ 1788337 w 2290556"/>
                <a:gd name="connsiteY2536" fmla="*/ 1313998 h 1796087"/>
                <a:gd name="connsiteX2537" fmla="*/ 1789212 w 2290556"/>
                <a:gd name="connsiteY2537" fmla="*/ 1314872 h 1796087"/>
                <a:gd name="connsiteX2538" fmla="*/ 1789212 w 2290556"/>
                <a:gd name="connsiteY2538" fmla="*/ 1320087 h 1796087"/>
                <a:gd name="connsiteX2539" fmla="*/ 1787631 w 2290556"/>
                <a:gd name="connsiteY2539" fmla="*/ 1322105 h 1796087"/>
                <a:gd name="connsiteX2540" fmla="*/ 1787193 w 2290556"/>
                <a:gd name="connsiteY2540" fmla="*/ 1323854 h 1796087"/>
                <a:gd name="connsiteX2541" fmla="*/ 1788068 w 2290556"/>
                <a:gd name="connsiteY2541" fmla="*/ 1325873 h 1796087"/>
                <a:gd name="connsiteX2542" fmla="*/ 1789212 w 2290556"/>
                <a:gd name="connsiteY2542" fmla="*/ 1328194 h 1796087"/>
                <a:gd name="connsiteX2543" fmla="*/ 1790794 w 2290556"/>
                <a:gd name="connsiteY2543" fmla="*/ 1332264 h 1796087"/>
                <a:gd name="connsiteX2544" fmla="*/ 1791366 w 2290556"/>
                <a:gd name="connsiteY2544" fmla="*/ 1335897 h 1796087"/>
                <a:gd name="connsiteX2545" fmla="*/ 1793116 w 2290556"/>
                <a:gd name="connsiteY2545" fmla="*/ 1336604 h 1796087"/>
                <a:gd name="connsiteX2546" fmla="*/ 1798636 w 2290556"/>
                <a:gd name="connsiteY2546" fmla="*/ 1339934 h 1796087"/>
                <a:gd name="connsiteX2547" fmla="*/ 1800958 w 2290556"/>
                <a:gd name="connsiteY2547" fmla="*/ 1338790 h 1796087"/>
                <a:gd name="connsiteX2548" fmla="*/ 1803987 w 2290556"/>
                <a:gd name="connsiteY2548" fmla="*/ 1338050 h 1796087"/>
                <a:gd name="connsiteX2549" fmla="*/ 1806746 w 2290556"/>
                <a:gd name="connsiteY2549" fmla="*/ 1336469 h 1796087"/>
                <a:gd name="connsiteX2550" fmla="*/ 1808496 w 2290556"/>
                <a:gd name="connsiteY2550" fmla="*/ 1333273 h 1796087"/>
                <a:gd name="connsiteX2551" fmla="*/ 1810515 w 2290556"/>
                <a:gd name="connsiteY2551" fmla="*/ 1330818 h 1796087"/>
                <a:gd name="connsiteX2552" fmla="*/ 1814420 w 2290556"/>
                <a:gd name="connsiteY2552" fmla="*/ 1333576 h 1796087"/>
                <a:gd name="connsiteX2553" fmla="*/ 1816607 w 2290556"/>
                <a:gd name="connsiteY2553" fmla="*/ 1333441 h 1796087"/>
                <a:gd name="connsiteX2554" fmla="*/ 1818189 w 2290556"/>
                <a:gd name="connsiteY2554" fmla="*/ 1336200 h 1796087"/>
                <a:gd name="connsiteX2555" fmla="*/ 1821218 w 2290556"/>
                <a:gd name="connsiteY2555" fmla="*/ 1335460 h 1796087"/>
                <a:gd name="connsiteX2556" fmla="*/ 1826569 w 2290556"/>
                <a:gd name="connsiteY2556" fmla="*/ 1334585 h 1796087"/>
                <a:gd name="connsiteX2557" fmla="*/ 1831348 w 2290556"/>
                <a:gd name="connsiteY2557" fmla="*/ 1332264 h 1796087"/>
                <a:gd name="connsiteX2558" fmla="*/ 1834107 w 2290556"/>
                <a:gd name="connsiteY2558" fmla="*/ 1333711 h 1796087"/>
                <a:gd name="connsiteX2559" fmla="*/ 1836733 w 2290556"/>
                <a:gd name="connsiteY2559" fmla="*/ 1335729 h 1796087"/>
                <a:gd name="connsiteX2560" fmla="*/ 1841074 w 2290556"/>
                <a:gd name="connsiteY2560" fmla="*/ 1338757 h 1796087"/>
                <a:gd name="connsiteX2561" fmla="*/ 1843093 w 2290556"/>
                <a:gd name="connsiteY2561" fmla="*/ 1337310 h 1796087"/>
                <a:gd name="connsiteX2562" fmla="*/ 1845112 w 2290556"/>
                <a:gd name="connsiteY2562" fmla="*/ 1334720 h 1796087"/>
                <a:gd name="connsiteX2563" fmla="*/ 1848007 w 2290556"/>
                <a:gd name="connsiteY2563" fmla="*/ 1334148 h 1796087"/>
                <a:gd name="connsiteX2564" fmla="*/ 1850194 w 2290556"/>
                <a:gd name="connsiteY2564" fmla="*/ 1336166 h 1796087"/>
                <a:gd name="connsiteX2565" fmla="*/ 1852516 w 2290556"/>
                <a:gd name="connsiteY2565" fmla="*/ 1336906 h 1796087"/>
                <a:gd name="connsiteX2566" fmla="*/ 1857733 w 2290556"/>
                <a:gd name="connsiteY2566" fmla="*/ 1336166 h 1796087"/>
                <a:gd name="connsiteX2567" fmla="*/ 1862377 w 2290556"/>
                <a:gd name="connsiteY2567" fmla="*/ 1333980 h 1796087"/>
                <a:gd name="connsiteX2568" fmla="*/ 1865272 w 2290556"/>
                <a:gd name="connsiteY2568" fmla="*/ 1332365 h 1796087"/>
                <a:gd name="connsiteX2569" fmla="*/ 1868906 w 2290556"/>
                <a:gd name="connsiteY2569" fmla="*/ 1332399 h 1796087"/>
                <a:gd name="connsiteX2570" fmla="*/ 1875704 w 2290556"/>
                <a:gd name="connsiteY2570" fmla="*/ 1332399 h 1796087"/>
                <a:gd name="connsiteX2571" fmla="*/ 1876176 w 2290556"/>
                <a:gd name="connsiteY2571" fmla="*/ 1332634 h 1796087"/>
                <a:gd name="connsiteX2572" fmla="*/ 1876176 w 2290556"/>
                <a:gd name="connsiteY2572" fmla="*/ 1332634 h 1796087"/>
                <a:gd name="connsiteX2573" fmla="*/ 1876176 w 2290556"/>
                <a:gd name="connsiteY2573" fmla="*/ 1332264 h 1796087"/>
                <a:gd name="connsiteX2574" fmla="*/ 1876176 w 2290556"/>
                <a:gd name="connsiteY2574" fmla="*/ 1325301 h 1796087"/>
                <a:gd name="connsiteX2575" fmla="*/ 1877959 w 2290556"/>
                <a:gd name="connsiteY2575" fmla="*/ 1322038 h 1796087"/>
                <a:gd name="connsiteX2576" fmla="*/ 1880281 w 2290556"/>
                <a:gd name="connsiteY2576" fmla="*/ 1317900 h 1796087"/>
                <a:gd name="connsiteX2577" fmla="*/ 1881359 w 2290556"/>
                <a:gd name="connsiteY2577" fmla="*/ 1314301 h 1796087"/>
                <a:gd name="connsiteX2578" fmla="*/ 1881359 w 2290556"/>
                <a:gd name="connsiteY2578" fmla="*/ 1309625 h 1796087"/>
                <a:gd name="connsiteX2579" fmla="*/ 1876478 w 2290556"/>
                <a:gd name="connsiteY2579" fmla="*/ 1306261 h 1796087"/>
                <a:gd name="connsiteX2580" fmla="*/ 1876142 w 2290556"/>
                <a:gd name="connsiteY2580" fmla="*/ 1302661 h 1796087"/>
                <a:gd name="connsiteX2581" fmla="*/ 1877724 w 2290556"/>
                <a:gd name="connsiteY2581" fmla="*/ 1300475 h 1796087"/>
                <a:gd name="connsiteX2582" fmla="*/ 1878094 w 2290556"/>
                <a:gd name="connsiteY2582" fmla="*/ 1297884 h 1796087"/>
                <a:gd name="connsiteX2583" fmla="*/ 1873685 w 2290556"/>
                <a:gd name="connsiteY2583" fmla="*/ 1294251 h 1796087"/>
                <a:gd name="connsiteX2584" fmla="*/ 1872171 w 2290556"/>
                <a:gd name="connsiteY2584" fmla="*/ 1292334 h 1796087"/>
                <a:gd name="connsiteX2585" fmla="*/ 1871666 w 2290556"/>
                <a:gd name="connsiteY2585" fmla="*/ 1283756 h 1796087"/>
                <a:gd name="connsiteX2586" fmla="*/ 1871026 w 2290556"/>
                <a:gd name="connsiteY2586" fmla="*/ 1279685 h 1796087"/>
                <a:gd name="connsiteX2587" fmla="*/ 1869176 w 2290556"/>
                <a:gd name="connsiteY2587" fmla="*/ 1277398 h 1796087"/>
                <a:gd name="connsiteX2588" fmla="*/ 1869176 w 2290556"/>
                <a:gd name="connsiteY2588" fmla="*/ 1274841 h 1796087"/>
                <a:gd name="connsiteX2589" fmla="*/ 1869983 w 2290556"/>
                <a:gd name="connsiteY2589" fmla="*/ 1272251 h 1796087"/>
                <a:gd name="connsiteX2590" fmla="*/ 1870993 w 2290556"/>
                <a:gd name="connsiteY2590" fmla="*/ 1270199 h 1796087"/>
                <a:gd name="connsiteX2591" fmla="*/ 1870926 w 2290556"/>
                <a:gd name="connsiteY2591" fmla="*/ 1265489 h 1796087"/>
                <a:gd name="connsiteX2592" fmla="*/ 1870926 w 2290556"/>
                <a:gd name="connsiteY2592" fmla="*/ 1262731 h 1796087"/>
                <a:gd name="connsiteX2593" fmla="*/ 1872810 w 2290556"/>
                <a:gd name="connsiteY2593" fmla="*/ 1258762 h 1796087"/>
                <a:gd name="connsiteX2594" fmla="*/ 1874392 w 2290556"/>
                <a:gd name="connsiteY2594" fmla="*/ 1254153 h 1796087"/>
                <a:gd name="connsiteX2595" fmla="*/ 1876883 w 2290556"/>
                <a:gd name="connsiteY2595" fmla="*/ 1249477 h 1796087"/>
                <a:gd name="connsiteX2596" fmla="*/ 1878060 w 2290556"/>
                <a:gd name="connsiteY2596" fmla="*/ 1246651 h 1796087"/>
                <a:gd name="connsiteX2597" fmla="*/ 1875772 w 2290556"/>
                <a:gd name="connsiteY2597" fmla="*/ 1245440 h 1796087"/>
                <a:gd name="connsiteX2598" fmla="*/ 1873180 w 2290556"/>
                <a:gd name="connsiteY2598" fmla="*/ 1244465 h 1796087"/>
                <a:gd name="connsiteX2599" fmla="*/ 1871767 w 2290556"/>
                <a:gd name="connsiteY2599" fmla="*/ 1244465 h 1796087"/>
                <a:gd name="connsiteX2600" fmla="*/ 1869916 w 2290556"/>
                <a:gd name="connsiteY2600" fmla="*/ 1242514 h 1796087"/>
                <a:gd name="connsiteX2601" fmla="*/ 1870118 w 2290556"/>
                <a:gd name="connsiteY2601" fmla="*/ 1240865 h 1796087"/>
                <a:gd name="connsiteX2602" fmla="*/ 1870252 w 2290556"/>
                <a:gd name="connsiteY2602" fmla="*/ 1239654 h 1796087"/>
                <a:gd name="connsiteX2603" fmla="*/ 1866550 w 2290556"/>
                <a:gd name="connsiteY2603" fmla="*/ 1238679 h 1796087"/>
                <a:gd name="connsiteX2604" fmla="*/ 1864800 w 2290556"/>
                <a:gd name="connsiteY2604" fmla="*/ 1238040 h 1796087"/>
                <a:gd name="connsiteX2605" fmla="*/ 1862950 w 2290556"/>
                <a:gd name="connsiteY2605" fmla="*/ 1236728 h 1796087"/>
                <a:gd name="connsiteX2606" fmla="*/ 1861973 w 2290556"/>
                <a:gd name="connsiteY2606" fmla="*/ 1234003 h 1796087"/>
                <a:gd name="connsiteX2607" fmla="*/ 1862613 w 2290556"/>
                <a:gd name="connsiteY2607" fmla="*/ 1232153 h 1796087"/>
                <a:gd name="connsiteX2608" fmla="*/ 1863151 w 2290556"/>
                <a:gd name="connsiteY2608" fmla="*/ 1230201 h 1796087"/>
                <a:gd name="connsiteX2609" fmla="*/ 1864800 w 2290556"/>
                <a:gd name="connsiteY2609" fmla="*/ 1228789 h 1796087"/>
                <a:gd name="connsiteX2610" fmla="*/ 1866012 w 2290556"/>
                <a:gd name="connsiteY2610" fmla="*/ 1227376 h 1796087"/>
                <a:gd name="connsiteX2611" fmla="*/ 1866853 w 2290556"/>
                <a:gd name="connsiteY2611" fmla="*/ 1224685 h 1796087"/>
                <a:gd name="connsiteX2612" fmla="*/ 1867998 w 2290556"/>
                <a:gd name="connsiteY2612" fmla="*/ 1221825 h 1796087"/>
                <a:gd name="connsiteX2613" fmla="*/ 1870017 w 2290556"/>
                <a:gd name="connsiteY2613" fmla="*/ 1221825 h 1796087"/>
                <a:gd name="connsiteX2614" fmla="*/ 1871767 w 2290556"/>
                <a:gd name="connsiteY2614" fmla="*/ 1221825 h 1796087"/>
                <a:gd name="connsiteX2615" fmla="*/ 1871666 w 2290556"/>
                <a:gd name="connsiteY2615" fmla="*/ 1220244 h 1796087"/>
                <a:gd name="connsiteX2616" fmla="*/ 1872507 w 2290556"/>
                <a:gd name="connsiteY2616" fmla="*/ 1218999 h 1796087"/>
                <a:gd name="connsiteX2617" fmla="*/ 1874459 w 2290556"/>
                <a:gd name="connsiteY2617" fmla="*/ 1218360 h 1796087"/>
                <a:gd name="connsiteX2618" fmla="*/ 1876983 w 2290556"/>
                <a:gd name="connsiteY2618" fmla="*/ 1218360 h 1796087"/>
                <a:gd name="connsiteX2619" fmla="*/ 1878431 w 2290556"/>
                <a:gd name="connsiteY2619" fmla="*/ 1216981 h 1796087"/>
                <a:gd name="connsiteX2620" fmla="*/ 1879575 w 2290556"/>
                <a:gd name="connsiteY2620" fmla="*/ 1215400 h 1796087"/>
                <a:gd name="connsiteX2621" fmla="*/ 1879575 w 2290556"/>
                <a:gd name="connsiteY2621" fmla="*/ 1214021 h 1796087"/>
                <a:gd name="connsiteX2622" fmla="*/ 1882099 w 2290556"/>
                <a:gd name="connsiteY2622" fmla="*/ 1212272 h 1796087"/>
                <a:gd name="connsiteX2623" fmla="*/ 1882536 w 2290556"/>
                <a:gd name="connsiteY2623" fmla="*/ 1209883 h 1796087"/>
                <a:gd name="connsiteX2624" fmla="*/ 1883714 w 2290556"/>
                <a:gd name="connsiteY2624" fmla="*/ 1210186 h 1796087"/>
                <a:gd name="connsiteX2625" fmla="*/ 1885801 w 2290556"/>
                <a:gd name="connsiteY2625" fmla="*/ 1211060 h 1796087"/>
                <a:gd name="connsiteX2626" fmla="*/ 1887046 w 2290556"/>
                <a:gd name="connsiteY2626" fmla="*/ 1213247 h 1796087"/>
                <a:gd name="connsiteX2627" fmla="*/ 1888931 w 2290556"/>
                <a:gd name="connsiteY2627" fmla="*/ 1217587 h 1796087"/>
                <a:gd name="connsiteX2628" fmla="*/ 1890883 w 2290556"/>
                <a:gd name="connsiteY2628" fmla="*/ 1220177 h 1796087"/>
                <a:gd name="connsiteX2629" fmla="*/ 1891690 w 2290556"/>
                <a:gd name="connsiteY2629" fmla="*/ 1222061 h 1796087"/>
                <a:gd name="connsiteX2630" fmla="*/ 1891421 w 2290556"/>
                <a:gd name="connsiteY2630" fmla="*/ 1223070 h 1796087"/>
                <a:gd name="connsiteX2631" fmla="*/ 1891118 w 2290556"/>
                <a:gd name="connsiteY2631" fmla="*/ 1224584 h 1796087"/>
                <a:gd name="connsiteX2632" fmla="*/ 1893306 w 2290556"/>
                <a:gd name="connsiteY2632" fmla="*/ 1225727 h 1796087"/>
                <a:gd name="connsiteX2633" fmla="*/ 1895863 w 2290556"/>
                <a:gd name="connsiteY2633" fmla="*/ 1225593 h 1796087"/>
                <a:gd name="connsiteX2634" fmla="*/ 1896974 w 2290556"/>
                <a:gd name="connsiteY2634" fmla="*/ 1226972 h 1796087"/>
                <a:gd name="connsiteX2635" fmla="*/ 1896974 w 2290556"/>
                <a:gd name="connsiteY2635" fmla="*/ 1229663 h 1796087"/>
                <a:gd name="connsiteX2636" fmla="*/ 1898051 w 2290556"/>
                <a:gd name="connsiteY2636" fmla="*/ 1230740 h 1796087"/>
                <a:gd name="connsiteX2637" fmla="*/ 1899195 w 2290556"/>
                <a:gd name="connsiteY2637" fmla="*/ 1229360 h 1796087"/>
                <a:gd name="connsiteX2638" fmla="*/ 1900272 w 2290556"/>
                <a:gd name="connsiteY2638" fmla="*/ 1229226 h 1796087"/>
                <a:gd name="connsiteX2639" fmla="*/ 1900912 w 2290556"/>
                <a:gd name="connsiteY2639" fmla="*/ 1229024 h 1796087"/>
                <a:gd name="connsiteX2640" fmla="*/ 1903604 w 2290556"/>
                <a:gd name="connsiteY2640" fmla="*/ 1228890 h 1796087"/>
                <a:gd name="connsiteX2641" fmla="*/ 1908013 w 2290556"/>
                <a:gd name="connsiteY2641" fmla="*/ 1228318 h 1796087"/>
                <a:gd name="connsiteX2642" fmla="*/ 1912489 w 2290556"/>
                <a:gd name="connsiteY2642" fmla="*/ 1228755 h 1796087"/>
                <a:gd name="connsiteX2643" fmla="*/ 1914441 w 2290556"/>
                <a:gd name="connsiteY2643" fmla="*/ 1230201 h 1796087"/>
                <a:gd name="connsiteX2644" fmla="*/ 1914172 w 2290556"/>
                <a:gd name="connsiteY2644" fmla="*/ 1232657 h 1796087"/>
                <a:gd name="connsiteX2645" fmla="*/ 1912724 w 2290556"/>
                <a:gd name="connsiteY2645" fmla="*/ 1234541 h 1796087"/>
                <a:gd name="connsiteX2646" fmla="*/ 1912085 w 2290556"/>
                <a:gd name="connsiteY2646" fmla="*/ 1236492 h 1796087"/>
                <a:gd name="connsiteX2647" fmla="*/ 1912455 w 2290556"/>
                <a:gd name="connsiteY2647" fmla="*/ 1241202 h 1796087"/>
                <a:gd name="connsiteX2648" fmla="*/ 1914475 w 2290556"/>
                <a:gd name="connsiteY2648" fmla="*/ 1244027 h 1796087"/>
                <a:gd name="connsiteX2649" fmla="*/ 1917537 w 2290556"/>
                <a:gd name="connsiteY2649" fmla="*/ 1245474 h 1796087"/>
                <a:gd name="connsiteX2650" fmla="*/ 1917537 w 2290556"/>
                <a:gd name="connsiteY2650" fmla="*/ 1246988 h 1796087"/>
                <a:gd name="connsiteX2651" fmla="*/ 1920431 w 2290556"/>
                <a:gd name="connsiteY2651" fmla="*/ 1250688 h 1796087"/>
                <a:gd name="connsiteX2652" fmla="*/ 1926388 w 2290556"/>
                <a:gd name="connsiteY2652" fmla="*/ 1257550 h 1796087"/>
                <a:gd name="connsiteX2653" fmla="*/ 1931234 w 2290556"/>
                <a:gd name="connsiteY2653" fmla="*/ 1262832 h 1796087"/>
                <a:gd name="connsiteX2654" fmla="*/ 1931571 w 2290556"/>
                <a:gd name="connsiteY2654" fmla="*/ 1267104 h 1796087"/>
                <a:gd name="connsiteX2655" fmla="*/ 1931739 w 2290556"/>
                <a:gd name="connsiteY2655" fmla="*/ 1269930 h 1796087"/>
                <a:gd name="connsiteX2656" fmla="*/ 1931739 w 2290556"/>
                <a:gd name="connsiteY2656" fmla="*/ 1271376 h 1796087"/>
                <a:gd name="connsiteX2657" fmla="*/ 1931739 w 2290556"/>
                <a:gd name="connsiteY2657" fmla="*/ 1274841 h 1796087"/>
                <a:gd name="connsiteX2658" fmla="*/ 1933489 w 2290556"/>
                <a:gd name="connsiteY2658" fmla="*/ 1280123 h 1796087"/>
                <a:gd name="connsiteX2659" fmla="*/ 1933489 w 2290556"/>
                <a:gd name="connsiteY2659" fmla="*/ 1283520 h 1796087"/>
                <a:gd name="connsiteX2660" fmla="*/ 1935946 w 2290556"/>
                <a:gd name="connsiteY2660" fmla="*/ 1285841 h 1796087"/>
                <a:gd name="connsiteX2661" fmla="*/ 1940860 w 2290556"/>
                <a:gd name="connsiteY2661" fmla="*/ 1286077 h 1796087"/>
                <a:gd name="connsiteX2662" fmla="*/ 1943182 w 2290556"/>
                <a:gd name="connsiteY2662" fmla="*/ 1283184 h 1796087"/>
                <a:gd name="connsiteX2663" fmla="*/ 1943451 w 2290556"/>
                <a:gd name="connsiteY2663" fmla="*/ 1280055 h 1796087"/>
                <a:gd name="connsiteX2664" fmla="*/ 1940860 w 2290556"/>
                <a:gd name="connsiteY2664" fmla="*/ 1276490 h 1796087"/>
                <a:gd name="connsiteX2665" fmla="*/ 1942004 w 2290556"/>
                <a:gd name="connsiteY2665" fmla="*/ 1274808 h 1796087"/>
                <a:gd name="connsiteX2666" fmla="*/ 1943451 w 2290556"/>
                <a:gd name="connsiteY2666" fmla="*/ 1273496 h 1796087"/>
                <a:gd name="connsiteX2667" fmla="*/ 1945538 w 2290556"/>
                <a:gd name="connsiteY2667" fmla="*/ 1271679 h 1796087"/>
                <a:gd name="connsiteX2668" fmla="*/ 1945538 w 2290556"/>
                <a:gd name="connsiteY2668" fmla="*/ 1269493 h 1796087"/>
                <a:gd name="connsiteX2669" fmla="*/ 1944966 w 2290556"/>
                <a:gd name="connsiteY2669" fmla="*/ 1266095 h 1796087"/>
                <a:gd name="connsiteX2670" fmla="*/ 1945201 w 2290556"/>
                <a:gd name="connsiteY2670" fmla="*/ 1262967 h 1796087"/>
                <a:gd name="connsiteX2671" fmla="*/ 1945672 w 2290556"/>
                <a:gd name="connsiteY2671" fmla="*/ 1261015 h 1796087"/>
                <a:gd name="connsiteX2672" fmla="*/ 1947288 w 2290556"/>
                <a:gd name="connsiteY2672" fmla="*/ 1258997 h 1796087"/>
                <a:gd name="connsiteX2673" fmla="*/ 1949980 w 2290556"/>
                <a:gd name="connsiteY2673" fmla="*/ 1256743 h 1796087"/>
                <a:gd name="connsiteX2674" fmla="*/ 1951360 w 2290556"/>
                <a:gd name="connsiteY2674" fmla="*/ 1254927 h 1796087"/>
                <a:gd name="connsiteX2675" fmla="*/ 1953312 w 2290556"/>
                <a:gd name="connsiteY2675" fmla="*/ 1253346 h 1796087"/>
                <a:gd name="connsiteX2676" fmla="*/ 1954625 w 2290556"/>
                <a:gd name="connsiteY2676" fmla="*/ 1249511 h 1796087"/>
                <a:gd name="connsiteX2677" fmla="*/ 1957822 w 2290556"/>
                <a:gd name="connsiteY2677" fmla="*/ 1247829 h 1796087"/>
                <a:gd name="connsiteX2678" fmla="*/ 1961153 w 2290556"/>
                <a:gd name="connsiteY2678" fmla="*/ 1249208 h 1796087"/>
                <a:gd name="connsiteX2679" fmla="*/ 1963341 w 2290556"/>
                <a:gd name="connsiteY2679" fmla="*/ 1249847 h 1796087"/>
                <a:gd name="connsiteX2680" fmla="*/ 1965596 w 2290556"/>
                <a:gd name="connsiteY2680" fmla="*/ 1249544 h 1796087"/>
                <a:gd name="connsiteX2681" fmla="*/ 1967783 w 2290556"/>
                <a:gd name="connsiteY2681" fmla="*/ 1247156 h 1796087"/>
                <a:gd name="connsiteX2682" fmla="*/ 1968423 w 2290556"/>
                <a:gd name="connsiteY2682" fmla="*/ 1242951 h 1796087"/>
                <a:gd name="connsiteX2683" fmla="*/ 1968423 w 2290556"/>
                <a:gd name="connsiteY2683" fmla="*/ 1238241 h 1796087"/>
                <a:gd name="connsiteX2684" fmla="*/ 1967783 w 2290556"/>
                <a:gd name="connsiteY2684" fmla="*/ 1235113 h 1796087"/>
                <a:gd name="connsiteX2685" fmla="*/ 1968490 w 2290556"/>
                <a:gd name="connsiteY2685" fmla="*/ 1233364 h 1796087"/>
                <a:gd name="connsiteX2686" fmla="*/ 1969466 w 2290556"/>
                <a:gd name="connsiteY2686" fmla="*/ 1231042 h 1796087"/>
                <a:gd name="connsiteX2687" fmla="*/ 1970274 w 2290556"/>
                <a:gd name="connsiteY2687" fmla="*/ 1230235 h 1796087"/>
                <a:gd name="connsiteX2688" fmla="*/ 1973168 w 2290556"/>
                <a:gd name="connsiteY2688" fmla="*/ 1228789 h 1796087"/>
                <a:gd name="connsiteX2689" fmla="*/ 1974851 w 2290556"/>
                <a:gd name="connsiteY2689" fmla="*/ 1228856 h 1796087"/>
                <a:gd name="connsiteX2690" fmla="*/ 1976735 w 2290556"/>
                <a:gd name="connsiteY2690" fmla="*/ 1228990 h 1796087"/>
                <a:gd name="connsiteX2691" fmla="*/ 1979260 w 2290556"/>
                <a:gd name="connsiteY2691" fmla="*/ 1228049 h 1796087"/>
                <a:gd name="connsiteX2692" fmla="*/ 1981077 w 2290556"/>
                <a:gd name="connsiteY2692" fmla="*/ 1226972 h 1796087"/>
                <a:gd name="connsiteX2693" fmla="*/ 1982019 w 2290556"/>
                <a:gd name="connsiteY2693" fmla="*/ 1225727 h 1796087"/>
                <a:gd name="connsiteX2694" fmla="*/ 1982895 w 2290556"/>
                <a:gd name="connsiteY2694" fmla="*/ 1223709 h 1796087"/>
                <a:gd name="connsiteX2695" fmla="*/ 1984207 w 2290556"/>
                <a:gd name="connsiteY2695" fmla="*/ 1221960 h 1796087"/>
                <a:gd name="connsiteX2696" fmla="*/ 1985789 w 2290556"/>
                <a:gd name="connsiteY2696" fmla="*/ 1219269 h 1796087"/>
                <a:gd name="connsiteX2697" fmla="*/ 1988245 w 2290556"/>
                <a:gd name="connsiteY2697" fmla="*/ 1218899 h 1796087"/>
                <a:gd name="connsiteX2698" fmla="*/ 1992587 w 2290556"/>
                <a:gd name="connsiteY2698" fmla="*/ 1218158 h 1796087"/>
                <a:gd name="connsiteX2699" fmla="*/ 1995717 w 2290556"/>
                <a:gd name="connsiteY2699" fmla="*/ 1215905 h 1796087"/>
                <a:gd name="connsiteX2700" fmla="*/ 1997366 w 2290556"/>
                <a:gd name="connsiteY2700" fmla="*/ 1214357 h 1796087"/>
                <a:gd name="connsiteX2701" fmla="*/ 1998678 w 2290556"/>
                <a:gd name="connsiteY2701" fmla="*/ 1212944 h 1796087"/>
                <a:gd name="connsiteX2702" fmla="*/ 2000496 w 2290556"/>
                <a:gd name="connsiteY2702" fmla="*/ 1212944 h 1796087"/>
                <a:gd name="connsiteX2703" fmla="*/ 2001875 w 2290556"/>
                <a:gd name="connsiteY2703" fmla="*/ 1213684 h 1796087"/>
                <a:gd name="connsiteX2704" fmla="*/ 2004198 w 2290556"/>
                <a:gd name="connsiteY2704" fmla="*/ 1213247 h 1796087"/>
                <a:gd name="connsiteX2705" fmla="*/ 2005712 w 2290556"/>
                <a:gd name="connsiteY2705" fmla="*/ 1211296 h 1796087"/>
                <a:gd name="connsiteX2706" fmla="*/ 2006486 w 2290556"/>
                <a:gd name="connsiteY2706" fmla="*/ 1211229 h 1796087"/>
                <a:gd name="connsiteX2707" fmla="*/ 2008741 w 2290556"/>
                <a:gd name="connsiteY2707" fmla="*/ 1211969 h 1796087"/>
                <a:gd name="connsiteX2708" fmla="*/ 2010929 w 2290556"/>
                <a:gd name="connsiteY2708" fmla="*/ 1213853 h 1796087"/>
                <a:gd name="connsiteX2709" fmla="*/ 2012578 w 2290556"/>
                <a:gd name="connsiteY2709" fmla="*/ 1213987 h 1796087"/>
                <a:gd name="connsiteX2710" fmla="*/ 2016145 w 2290556"/>
                <a:gd name="connsiteY2710" fmla="*/ 1213617 h 1796087"/>
                <a:gd name="connsiteX2711" fmla="*/ 2018097 w 2290556"/>
                <a:gd name="connsiteY2711" fmla="*/ 1210926 h 1796087"/>
                <a:gd name="connsiteX2712" fmla="*/ 2021496 w 2290556"/>
                <a:gd name="connsiteY2712" fmla="*/ 1206956 h 1796087"/>
                <a:gd name="connsiteX2713" fmla="*/ 2026342 w 2290556"/>
                <a:gd name="connsiteY2713" fmla="*/ 1202180 h 1796087"/>
                <a:gd name="connsiteX2714" fmla="*/ 2028967 w 2290556"/>
                <a:gd name="connsiteY2714" fmla="*/ 1199421 h 1796087"/>
                <a:gd name="connsiteX2715" fmla="*/ 2030549 w 2290556"/>
                <a:gd name="connsiteY2715" fmla="*/ 1197033 h 1796087"/>
                <a:gd name="connsiteX2716" fmla="*/ 2033309 w 2290556"/>
                <a:gd name="connsiteY2716" fmla="*/ 1192323 h 1796087"/>
                <a:gd name="connsiteX2717" fmla="*/ 2036338 w 2290556"/>
                <a:gd name="connsiteY2717" fmla="*/ 1188993 h 1796087"/>
                <a:gd name="connsiteX2718" fmla="*/ 2038155 w 2290556"/>
                <a:gd name="connsiteY2718" fmla="*/ 1186167 h 1796087"/>
                <a:gd name="connsiteX2719" fmla="*/ 2042127 w 2290556"/>
                <a:gd name="connsiteY2719" fmla="*/ 1183712 h 1796087"/>
                <a:gd name="connsiteX2720" fmla="*/ 2047848 w 2290556"/>
                <a:gd name="connsiteY2720" fmla="*/ 1183207 h 1796087"/>
                <a:gd name="connsiteX2721" fmla="*/ 2050910 w 2290556"/>
                <a:gd name="connsiteY2721" fmla="*/ 1183644 h 1796087"/>
                <a:gd name="connsiteX2722" fmla="*/ 2054175 w 2290556"/>
                <a:gd name="connsiteY2722" fmla="*/ 1181256 h 1796087"/>
                <a:gd name="connsiteX2723" fmla="*/ 2056430 w 2290556"/>
                <a:gd name="connsiteY2723" fmla="*/ 1178363 h 1796087"/>
                <a:gd name="connsiteX2724" fmla="*/ 2057978 w 2290556"/>
                <a:gd name="connsiteY2724" fmla="*/ 1177858 h 1796087"/>
                <a:gd name="connsiteX2725" fmla="*/ 2060468 w 2290556"/>
                <a:gd name="connsiteY2725" fmla="*/ 1180045 h 1796087"/>
                <a:gd name="connsiteX2726" fmla="*/ 2060468 w 2290556"/>
                <a:gd name="connsiteY2726" fmla="*/ 1182601 h 1796087"/>
                <a:gd name="connsiteX2727" fmla="*/ 2061040 w 2290556"/>
                <a:gd name="connsiteY2727" fmla="*/ 1185124 h 1796087"/>
                <a:gd name="connsiteX2728" fmla="*/ 2063060 w 2290556"/>
                <a:gd name="connsiteY2728" fmla="*/ 1186201 h 1796087"/>
                <a:gd name="connsiteX2729" fmla="*/ 2066627 w 2290556"/>
                <a:gd name="connsiteY2729" fmla="*/ 1186134 h 1796087"/>
                <a:gd name="connsiteX2730" fmla="*/ 2069387 w 2290556"/>
                <a:gd name="connsiteY2730" fmla="*/ 1182063 h 1796087"/>
                <a:gd name="connsiteX2731" fmla="*/ 2068949 w 2290556"/>
                <a:gd name="connsiteY2731" fmla="*/ 1179540 h 1796087"/>
                <a:gd name="connsiteX2732" fmla="*/ 2069824 w 2290556"/>
                <a:gd name="connsiteY2732" fmla="*/ 1177118 h 1796087"/>
                <a:gd name="connsiteX2733" fmla="*/ 2071776 w 2290556"/>
                <a:gd name="connsiteY2733" fmla="*/ 1176513 h 1796087"/>
                <a:gd name="connsiteX2734" fmla="*/ 2075243 w 2290556"/>
                <a:gd name="connsiteY2734" fmla="*/ 1176513 h 1796087"/>
                <a:gd name="connsiteX2735" fmla="*/ 2076824 w 2290556"/>
                <a:gd name="connsiteY2735" fmla="*/ 1176513 h 1796087"/>
                <a:gd name="connsiteX2736" fmla="*/ 2079348 w 2290556"/>
                <a:gd name="connsiteY2736" fmla="*/ 1174124 h 1796087"/>
                <a:gd name="connsiteX2737" fmla="*/ 2081300 w 2290556"/>
                <a:gd name="connsiteY2737" fmla="*/ 1170727 h 1796087"/>
                <a:gd name="connsiteX2738" fmla="*/ 2081300 w 2290556"/>
                <a:gd name="connsiteY2738" fmla="*/ 1168708 h 1796087"/>
                <a:gd name="connsiteX2739" fmla="*/ 2081805 w 2290556"/>
                <a:gd name="connsiteY2739" fmla="*/ 1162485 h 1796087"/>
                <a:gd name="connsiteX2740" fmla="*/ 2083421 w 2290556"/>
                <a:gd name="connsiteY2740" fmla="*/ 1159659 h 1796087"/>
                <a:gd name="connsiteX2741" fmla="*/ 2084935 w 2290556"/>
                <a:gd name="connsiteY2741" fmla="*/ 1157136 h 1796087"/>
                <a:gd name="connsiteX2742" fmla="*/ 2086618 w 2290556"/>
                <a:gd name="connsiteY2742" fmla="*/ 1154512 h 1796087"/>
                <a:gd name="connsiteX2743" fmla="*/ 2088368 w 2290556"/>
                <a:gd name="connsiteY2743" fmla="*/ 1153638 h 1796087"/>
                <a:gd name="connsiteX2744" fmla="*/ 2093382 w 2290556"/>
                <a:gd name="connsiteY2744" fmla="*/ 1153335 h 1796087"/>
                <a:gd name="connsiteX2745" fmla="*/ 2096074 w 2290556"/>
                <a:gd name="connsiteY2745" fmla="*/ 1153335 h 1796087"/>
                <a:gd name="connsiteX2746" fmla="*/ 2100281 w 2290556"/>
                <a:gd name="connsiteY2746" fmla="*/ 1153638 h 1796087"/>
                <a:gd name="connsiteX2747" fmla="*/ 2104859 w 2290556"/>
                <a:gd name="connsiteY2747" fmla="*/ 1153705 h 1796087"/>
                <a:gd name="connsiteX2748" fmla="*/ 2109503 w 2290556"/>
                <a:gd name="connsiteY2748" fmla="*/ 1154142 h 1796087"/>
                <a:gd name="connsiteX2749" fmla="*/ 2113643 w 2290556"/>
                <a:gd name="connsiteY2749" fmla="*/ 1155084 h 1796087"/>
                <a:gd name="connsiteX2750" fmla="*/ 2117782 w 2290556"/>
                <a:gd name="connsiteY2750" fmla="*/ 1155959 h 1796087"/>
                <a:gd name="connsiteX2751" fmla="*/ 2121417 w 2290556"/>
                <a:gd name="connsiteY2751" fmla="*/ 1154210 h 1796087"/>
                <a:gd name="connsiteX2752" fmla="*/ 2123369 w 2290556"/>
                <a:gd name="connsiteY2752" fmla="*/ 1149870 h 1796087"/>
                <a:gd name="connsiteX2753" fmla="*/ 2126633 w 2290556"/>
                <a:gd name="connsiteY2753" fmla="*/ 1147616 h 1796087"/>
                <a:gd name="connsiteX2754" fmla="*/ 2126633 w 2290556"/>
                <a:gd name="connsiteY2754" fmla="*/ 1144353 h 1796087"/>
                <a:gd name="connsiteX2755" fmla="*/ 2126633 w 2290556"/>
                <a:gd name="connsiteY2755" fmla="*/ 1140888 h 1796087"/>
                <a:gd name="connsiteX2756" fmla="*/ 2124681 w 2290556"/>
                <a:gd name="connsiteY2756" fmla="*/ 1141965 h 1796087"/>
                <a:gd name="connsiteX2757" fmla="*/ 2122359 w 2290556"/>
                <a:gd name="connsiteY2757" fmla="*/ 1142032 h 1796087"/>
                <a:gd name="connsiteX2758" fmla="*/ 2119801 w 2290556"/>
                <a:gd name="connsiteY2758" fmla="*/ 1141796 h 1796087"/>
                <a:gd name="connsiteX2759" fmla="*/ 2117446 w 2290556"/>
                <a:gd name="connsiteY2759" fmla="*/ 1140855 h 1796087"/>
                <a:gd name="connsiteX2760" fmla="*/ 2116167 w 2290556"/>
                <a:gd name="connsiteY2760" fmla="*/ 1139038 h 1796087"/>
                <a:gd name="connsiteX2761" fmla="*/ 2116167 w 2290556"/>
                <a:gd name="connsiteY2761" fmla="*/ 1137390 h 1796087"/>
                <a:gd name="connsiteX2762" fmla="*/ 2117816 w 2290556"/>
                <a:gd name="connsiteY2762" fmla="*/ 1136246 h 1796087"/>
                <a:gd name="connsiteX2763" fmla="*/ 2119330 w 2290556"/>
                <a:gd name="connsiteY2763" fmla="*/ 1135035 h 1796087"/>
                <a:gd name="connsiteX2764" fmla="*/ 2120710 w 2290556"/>
                <a:gd name="connsiteY2764" fmla="*/ 1134766 h 1796087"/>
                <a:gd name="connsiteX2765" fmla="*/ 2123974 w 2290556"/>
                <a:gd name="connsiteY2765" fmla="*/ 1134766 h 1796087"/>
                <a:gd name="connsiteX2766" fmla="*/ 2124479 w 2290556"/>
                <a:gd name="connsiteY2766" fmla="*/ 1134766 h 1796087"/>
                <a:gd name="connsiteX2767" fmla="*/ 2125792 w 2290556"/>
                <a:gd name="connsiteY2767" fmla="*/ 1135338 h 1796087"/>
                <a:gd name="connsiteX2768" fmla="*/ 2129696 w 2290556"/>
                <a:gd name="connsiteY2768" fmla="*/ 1137020 h 1796087"/>
                <a:gd name="connsiteX2769" fmla="*/ 2131580 w 2290556"/>
                <a:gd name="connsiteY2769" fmla="*/ 1136952 h 1796087"/>
                <a:gd name="connsiteX2770" fmla="*/ 2134340 w 2290556"/>
                <a:gd name="connsiteY2770" fmla="*/ 1136078 h 1796087"/>
                <a:gd name="connsiteX2771" fmla="*/ 2135518 w 2290556"/>
                <a:gd name="connsiteY2771" fmla="*/ 1135775 h 1796087"/>
                <a:gd name="connsiteX2772" fmla="*/ 2138110 w 2290556"/>
                <a:gd name="connsiteY2772" fmla="*/ 1137154 h 1796087"/>
                <a:gd name="connsiteX2773" fmla="*/ 2139859 w 2290556"/>
                <a:gd name="connsiteY2773" fmla="*/ 1138029 h 1796087"/>
                <a:gd name="connsiteX2774" fmla="*/ 2143057 w 2290556"/>
                <a:gd name="connsiteY2774" fmla="*/ 1139206 h 1796087"/>
                <a:gd name="connsiteX2775" fmla="*/ 2143696 w 2290556"/>
                <a:gd name="connsiteY2775" fmla="*/ 1139711 h 1796087"/>
                <a:gd name="connsiteX2776" fmla="*/ 2147667 w 2290556"/>
                <a:gd name="connsiteY2776" fmla="*/ 1138634 h 1796087"/>
                <a:gd name="connsiteX2777" fmla="*/ 2150427 w 2290556"/>
                <a:gd name="connsiteY2777" fmla="*/ 1138197 h 1796087"/>
                <a:gd name="connsiteX2778" fmla="*/ 2153254 w 2290556"/>
                <a:gd name="connsiteY2778" fmla="*/ 1138264 h 1796087"/>
                <a:gd name="connsiteX2779" fmla="*/ 2154634 w 2290556"/>
                <a:gd name="connsiteY2779" fmla="*/ 1139442 h 1796087"/>
                <a:gd name="connsiteX2780" fmla="*/ 2157326 w 2290556"/>
                <a:gd name="connsiteY2780" fmla="*/ 1142402 h 1796087"/>
                <a:gd name="connsiteX2781" fmla="*/ 2156821 w 2290556"/>
                <a:gd name="connsiteY2781" fmla="*/ 1143546 h 1796087"/>
                <a:gd name="connsiteX2782" fmla="*/ 2156316 w 2290556"/>
                <a:gd name="connsiteY2782" fmla="*/ 1145362 h 1796087"/>
                <a:gd name="connsiteX2783" fmla="*/ 2159211 w 2290556"/>
                <a:gd name="connsiteY2783" fmla="*/ 1146506 h 1796087"/>
                <a:gd name="connsiteX2784" fmla="*/ 2161095 w 2290556"/>
                <a:gd name="connsiteY2784" fmla="*/ 1146372 h 1796087"/>
                <a:gd name="connsiteX2785" fmla="*/ 2163115 w 2290556"/>
                <a:gd name="connsiteY2785" fmla="*/ 1145564 h 1796087"/>
                <a:gd name="connsiteX2786" fmla="*/ 2163115 w 2290556"/>
                <a:gd name="connsiteY2786" fmla="*/ 1142604 h 1796087"/>
                <a:gd name="connsiteX2787" fmla="*/ 2162408 w 2290556"/>
                <a:gd name="connsiteY2787" fmla="*/ 1140922 h 1796087"/>
                <a:gd name="connsiteX2788" fmla="*/ 2163216 w 2290556"/>
                <a:gd name="connsiteY2788" fmla="*/ 1139475 h 1796087"/>
                <a:gd name="connsiteX2789" fmla="*/ 2164865 w 2290556"/>
                <a:gd name="connsiteY2789" fmla="*/ 1138466 h 1796087"/>
                <a:gd name="connsiteX2790" fmla="*/ 2166514 w 2290556"/>
                <a:gd name="connsiteY2790" fmla="*/ 1137659 h 1796087"/>
                <a:gd name="connsiteX2791" fmla="*/ 2170283 w 2290556"/>
                <a:gd name="connsiteY2791" fmla="*/ 1137592 h 1796087"/>
                <a:gd name="connsiteX2792" fmla="*/ 2173110 w 2290556"/>
                <a:gd name="connsiteY2792" fmla="*/ 1137995 h 1796087"/>
                <a:gd name="connsiteX2793" fmla="*/ 2175432 w 2290556"/>
                <a:gd name="connsiteY2793" fmla="*/ 1138264 h 1796087"/>
                <a:gd name="connsiteX2794" fmla="*/ 2177889 w 2290556"/>
                <a:gd name="connsiteY2794" fmla="*/ 1138264 h 1796087"/>
                <a:gd name="connsiteX2795" fmla="*/ 2179707 w 2290556"/>
                <a:gd name="connsiteY2795" fmla="*/ 1137894 h 1796087"/>
                <a:gd name="connsiteX2796" fmla="*/ 2181658 w 2290556"/>
                <a:gd name="connsiteY2796" fmla="*/ 1137087 h 1796087"/>
                <a:gd name="connsiteX2797" fmla="*/ 2182601 w 2290556"/>
                <a:gd name="connsiteY2797" fmla="*/ 1134328 h 1796087"/>
                <a:gd name="connsiteX2798" fmla="*/ 2183913 w 2290556"/>
                <a:gd name="connsiteY2798" fmla="*/ 1132747 h 1796087"/>
                <a:gd name="connsiteX2799" fmla="*/ 2186303 w 2290556"/>
                <a:gd name="connsiteY2799" fmla="*/ 1132445 h 1796087"/>
                <a:gd name="connsiteX2800" fmla="*/ 2189567 w 2290556"/>
                <a:gd name="connsiteY2800" fmla="*/ 1132445 h 1796087"/>
                <a:gd name="connsiteX2801" fmla="*/ 2190442 w 2290556"/>
                <a:gd name="connsiteY2801" fmla="*/ 1128913 h 1796087"/>
                <a:gd name="connsiteX2802" fmla="*/ 2189433 w 2290556"/>
                <a:gd name="connsiteY2802" fmla="*/ 1127769 h 1796087"/>
                <a:gd name="connsiteX2803" fmla="*/ 2186976 w 2290556"/>
                <a:gd name="connsiteY2803" fmla="*/ 1125246 h 1796087"/>
                <a:gd name="connsiteX2804" fmla="*/ 2186404 w 2290556"/>
                <a:gd name="connsiteY2804" fmla="*/ 1123867 h 1796087"/>
                <a:gd name="connsiteX2805" fmla="*/ 2184956 w 2290556"/>
                <a:gd name="connsiteY2805" fmla="*/ 1121983 h 1796087"/>
                <a:gd name="connsiteX2806" fmla="*/ 2184081 w 2290556"/>
                <a:gd name="connsiteY2806" fmla="*/ 1120469 h 1796087"/>
                <a:gd name="connsiteX2807" fmla="*/ 2184586 w 2290556"/>
                <a:gd name="connsiteY2807" fmla="*/ 1118148 h 1796087"/>
                <a:gd name="connsiteX2808" fmla="*/ 2186875 w 2290556"/>
                <a:gd name="connsiteY2808" fmla="*/ 1114178 h 1796087"/>
                <a:gd name="connsiteX2809" fmla="*/ 2189231 w 2290556"/>
                <a:gd name="connsiteY2809" fmla="*/ 1111218 h 1796087"/>
                <a:gd name="connsiteX2810" fmla="*/ 2189231 w 2290556"/>
                <a:gd name="connsiteY2810" fmla="*/ 1109637 h 1796087"/>
                <a:gd name="connsiteX2811" fmla="*/ 2194952 w 2290556"/>
                <a:gd name="connsiteY2811" fmla="*/ 1107013 h 1796087"/>
                <a:gd name="connsiteX2812" fmla="*/ 2199361 w 2290556"/>
                <a:gd name="connsiteY2812" fmla="*/ 1105197 h 1796087"/>
                <a:gd name="connsiteX2813" fmla="*/ 2205452 w 2290556"/>
                <a:gd name="connsiteY2813" fmla="*/ 1103817 h 1796087"/>
                <a:gd name="connsiteX2814" fmla="*/ 2207202 w 2290556"/>
                <a:gd name="connsiteY2814" fmla="*/ 1103817 h 1796087"/>
                <a:gd name="connsiteX2815" fmla="*/ 2211779 w 2290556"/>
                <a:gd name="connsiteY2815" fmla="*/ 1104322 h 1796087"/>
                <a:gd name="connsiteX2816" fmla="*/ 2213092 w 2290556"/>
                <a:gd name="connsiteY2816" fmla="*/ 1106340 h 1796087"/>
                <a:gd name="connsiteX2817" fmla="*/ 2216222 w 2290556"/>
                <a:gd name="connsiteY2817" fmla="*/ 1105398 h 1796087"/>
                <a:gd name="connsiteX2818" fmla="*/ 2218173 w 2290556"/>
                <a:gd name="connsiteY2818" fmla="*/ 1103784 h 1796087"/>
                <a:gd name="connsiteX2819" fmla="*/ 2219486 w 2290556"/>
                <a:gd name="connsiteY2819" fmla="*/ 1102001 h 1796087"/>
                <a:gd name="connsiteX2820" fmla="*/ 2220900 w 2290556"/>
                <a:gd name="connsiteY2820" fmla="*/ 1098671 h 1796087"/>
                <a:gd name="connsiteX2821" fmla="*/ 2220563 w 2290556"/>
                <a:gd name="connsiteY2821" fmla="*/ 1094264 h 1796087"/>
                <a:gd name="connsiteX2822" fmla="*/ 2220563 w 2290556"/>
                <a:gd name="connsiteY2822" fmla="*/ 1090496 h 1796087"/>
                <a:gd name="connsiteX2823" fmla="*/ 2220563 w 2290556"/>
                <a:gd name="connsiteY2823" fmla="*/ 1087906 h 1796087"/>
                <a:gd name="connsiteX2824" fmla="*/ 2220563 w 2290556"/>
                <a:gd name="connsiteY2824" fmla="*/ 1085282 h 1796087"/>
                <a:gd name="connsiteX2825" fmla="*/ 2220361 w 2290556"/>
                <a:gd name="connsiteY2825" fmla="*/ 1080135 h 1796087"/>
                <a:gd name="connsiteX2826" fmla="*/ 2220496 w 2290556"/>
                <a:gd name="connsiteY2826" fmla="*/ 1077242 h 1796087"/>
                <a:gd name="connsiteX2827" fmla="*/ 2225140 w 2290556"/>
                <a:gd name="connsiteY2827" fmla="*/ 1075493 h 1796087"/>
                <a:gd name="connsiteX2828" fmla="*/ 2226789 w 2290556"/>
                <a:gd name="connsiteY2828" fmla="*/ 1071725 h 1796087"/>
                <a:gd name="connsiteX2829" fmla="*/ 2223693 w 2290556"/>
                <a:gd name="connsiteY2829" fmla="*/ 1069774 h 1796087"/>
                <a:gd name="connsiteX2830" fmla="*/ 2222549 w 2290556"/>
                <a:gd name="connsiteY2830" fmla="*/ 1067285 h 17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Lst>
              <a:rect l="l" t="t" r="r" b="b"/>
              <a:pathLst>
                <a:path w="2290556" h="1796087">
                  <a:moveTo>
                    <a:pt x="2222549" y="1067285"/>
                  </a:moveTo>
                  <a:lnTo>
                    <a:pt x="2222246" y="1063652"/>
                  </a:lnTo>
                  <a:cubicBezTo>
                    <a:pt x="2222246" y="1063652"/>
                    <a:pt x="2221539" y="1061701"/>
                    <a:pt x="2221371" y="1061465"/>
                  </a:cubicBezTo>
                  <a:cubicBezTo>
                    <a:pt x="2221236" y="1061263"/>
                    <a:pt x="2220428" y="1059379"/>
                    <a:pt x="2220428" y="1059379"/>
                  </a:cubicBezTo>
                  <a:lnTo>
                    <a:pt x="2218981" y="1060321"/>
                  </a:lnTo>
                  <a:lnTo>
                    <a:pt x="2216154" y="1060321"/>
                  </a:lnTo>
                  <a:lnTo>
                    <a:pt x="2213866" y="1061364"/>
                  </a:lnTo>
                  <a:lnTo>
                    <a:pt x="2211039" y="1060658"/>
                  </a:lnTo>
                  <a:lnTo>
                    <a:pt x="2209524" y="1058269"/>
                  </a:lnTo>
                  <a:lnTo>
                    <a:pt x="2208111" y="1057193"/>
                  </a:lnTo>
                  <a:lnTo>
                    <a:pt x="2205183" y="1057092"/>
                  </a:lnTo>
                  <a:lnTo>
                    <a:pt x="2204745" y="1058404"/>
                  </a:lnTo>
                  <a:lnTo>
                    <a:pt x="2206832" y="1060691"/>
                  </a:lnTo>
                  <a:lnTo>
                    <a:pt x="2206058" y="1064055"/>
                  </a:lnTo>
                  <a:lnTo>
                    <a:pt x="2203769" y="1063416"/>
                  </a:lnTo>
                  <a:lnTo>
                    <a:pt x="2200942" y="1062777"/>
                  </a:lnTo>
                  <a:lnTo>
                    <a:pt x="2198452" y="1060725"/>
                  </a:lnTo>
                  <a:lnTo>
                    <a:pt x="2197375" y="1059649"/>
                  </a:lnTo>
                  <a:lnTo>
                    <a:pt x="2196500" y="1058337"/>
                  </a:lnTo>
                  <a:lnTo>
                    <a:pt x="2192159" y="1057697"/>
                  </a:lnTo>
                  <a:lnTo>
                    <a:pt x="2189668" y="1057058"/>
                  </a:lnTo>
                  <a:lnTo>
                    <a:pt x="2187582" y="1055107"/>
                  </a:lnTo>
                  <a:lnTo>
                    <a:pt x="2186808" y="1053055"/>
                  </a:lnTo>
                  <a:lnTo>
                    <a:pt x="2187447" y="1051104"/>
                  </a:lnTo>
                  <a:lnTo>
                    <a:pt x="2188759" y="1048817"/>
                  </a:lnTo>
                  <a:lnTo>
                    <a:pt x="2191048" y="1048043"/>
                  </a:lnTo>
                  <a:cubicBezTo>
                    <a:pt x="2191048" y="1048043"/>
                    <a:pt x="2191586" y="1047505"/>
                    <a:pt x="2192361" y="1047067"/>
                  </a:cubicBezTo>
                  <a:cubicBezTo>
                    <a:pt x="2193135" y="1046630"/>
                    <a:pt x="2194312" y="1046966"/>
                    <a:pt x="2195289" y="1046529"/>
                  </a:cubicBezTo>
                  <a:cubicBezTo>
                    <a:pt x="2196264" y="1046092"/>
                    <a:pt x="2197038" y="1046428"/>
                    <a:pt x="2197577" y="1045991"/>
                  </a:cubicBezTo>
                  <a:cubicBezTo>
                    <a:pt x="2198115" y="1045554"/>
                    <a:pt x="2198654" y="1045015"/>
                    <a:pt x="2199967" y="1044477"/>
                  </a:cubicBezTo>
                  <a:cubicBezTo>
                    <a:pt x="2201279" y="1043939"/>
                    <a:pt x="2201918" y="1043266"/>
                    <a:pt x="2203332" y="1042290"/>
                  </a:cubicBezTo>
                  <a:cubicBezTo>
                    <a:pt x="2204745" y="1041315"/>
                    <a:pt x="2204409" y="1040238"/>
                    <a:pt x="2205284" y="1038691"/>
                  </a:cubicBezTo>
                  <a:cubicBezTo>
                    <a:pt x="2206159" y="1037177"/>
                    <a:pt x="2205923" y="1037379"/>
                    <a:pt x="2206058" y="1036841"/>
                  </a:cubicBezTo>
                  <a:cubicBezTo>
                    <a:pt x="2206159" y="1036303"/>
                    <a:pt x="2206596" y="1034890"/>
                    <a:pt x="2206394" y="1034452"/>
                  </a:cubicBezTo>
                  <a:cubicBezTo>
                    <a:pt x="2206193" y="1034015"/>
                    <a:pt x="2206193" y="1032501"/>
                    <a:pt x="2205755" y="1031828"/>
                  </a:cubicBezTo>
                  <a:cubicBezTo>
                    <a:pt x="2205318" y="1031189"/>
                    <a:pt x="2204106" y="1029978"/>
                    <a:pt x="2203702" y="1029541"/>
                  </a:cubicBezTo>
                  <a:cubicBezTo>
                    <a:pt x="2203265" y="1029104"/>
                    <a:pt x="2201649" y="1028902"/>
                    <a:pt x="2201649" y="1028902"/>
                  </a:cubicBezTo>
                  <a:lnTo>
                    <a:pt x="2196634" y="1026614"/>
                  </a:lnTo>
                  <a:lnTo>
                    <a:pt x="2194683" y="1023351"/>
                  </a:lnTo>
                  <a:lnTo>
                    <a:pt x="2194582" y="1021737"/>
                  </a:lnTo>
                  <a:lnTo>
                    <a:pt x="2194683" y="1016522"/>
                  </a:lnTo>
                  <a:cubicBezTo>
                    <a:pt x="2194683" y="1016522"/>
                    <a:pt x="2194784" y="1014470"/>
                    <a:pt x="2194784" y="1014033"/>
                  </a:cubicBezTo>
                  <a:cubicBezTo>
                    <a:pt x="2194784" y="1013596"/>
                    <a:pt x="2194447" y="1011207"/>
                    <a:pt x="2194447" y="1011207"/>
                  </a:cubicBezTo>
                  <a:lnTo>
                    <a:pt x="2193471" y="1007742"/>
                  </a:lnTo>
                  <a:lnTo>
                    <a:pt x="2192394" y="1007204"/>
                  </a:lnTo>
                  <a:lnTo>
                    <a:pt x="2188389" y="1003941"/>
                  </a:lnTo>
                  <a:lnTo>
                    <a:pt x="2184351" y="1000241"/>
                  </a:lnTo>
                  <a:lnTo>
                    <a:pt x="2184149" y="996541"/>
                  </a:lnTo>
                  <a:lnTo>
                    <a:pt x="2183375" y="992067"/>
                  </a:lnTo>
                  <a:lnTo>
                    <a:pt x="2183812" y="988299"/>
                  </a:lnTo>
                  <a:lnTo>
                    <a:pt x="2184182" y="984733"/>
                  </a:lnTo>
                  <a:lnTo>
                    <a:pt x="2183476" y="981167"/>
                  </a:lnTo>
                  <a:lnTo>
                    <a:pt x="2180379" y="977030"/>
                  </a:lnTo>
                  <a:lnTo>
                    <a:pt x="2176980" y="975146"/>
                  </a:lnTo>
                  <a:lnTo>
                    <a:pt x="2173783" y="971883"/>
                  </a:lnTo>
                  <a:lnTo>
                    <a:pt x="2171596" y="969696"/>
                  </a:lnTo>
                  <a:cubicBezTo>
                    <a:pt x="2171596" y="969696"/>
                    <a:pt x="2169711" y="967947"/>
                    <a:pt x="2169341" y="967745"/>
                  </a:cubicBezTo>
                  <a:cubicBezTo>
                    <a:pt x="2168970" y="967543"/>
                    <a:pt x="2166817" y="966164"/>
                    <a:pt x="2165370" y="964617"/>
                  </a:cubicBezTo>
                  <a:cubicBezTo>
                    <a:pt x="2163922" y="963103"/>
                    <a:pt x="2163552" y="962363"/>
                    <a:pt x="2163182" y="961723"/>
                  </a:cubicBezTo>
                  <a:cubicBezTo>
                    <a:pt x="2162812" y="961084"/>
                    <a:pt x="2161668" y="960142"/>
                    <a:pt x="2161668" y="960142"/>
                  </a:cubicBezTo>
                  <a:cubicBezTo>
                    <a:pt x="2161668" y="960142"/>
                    <a:pt x="2160927" y="958763"/>
                    <a:pt x="2160725" y="958326"/>
                  </a:cubicBezTo>
                  <a:cubicBezTo>
                    <a:pt x="2160523" y="957889"/>
                    <a:pt x="2160523" y="956711"/>
                    <a:pt x="2160355" y="956139"/>
                  </a:cubicBezTo>
                  <a:cubicBezTo>
                    <a:pt x="2160187" y="955567"/>
                    <a:pt x="2160187" y="954491"/>
                    <a:pt x="2160187" y="953886"/>
                  </a:cubicBezTo>
                  <a:cubicBezTo>
                    <a:pt x="2160187" y="953314"/>
                    <a:pt x="2160254" y="952304"/>
                    <a:pt x="2160423" y="951497"/>
                  </a:cubicBezTo>
                  <a:cubicBezTo>
                    <a:pt x="2160557" y="950690"/>
                    <a:pt x="2160725" y="950185"/>
                    <a:pt x="2160927" y="949613"/>
                  </a:cubicBezTo>
                  <a:cubicBezTo>
                    <a:pt x="2161163" y="949041"/>
                    <a:pt x="2161499" y="948099"/>
                    <a:pt x="2161567" y="947797"/>
                  </a:cubicBezTo>
                  <a:cubicBezTo>
                    <a:pt x="2161634" y="947494"/>
                    <a:pt x="2162442" y="946047"/>
                    <a:pt x="2162643" y="945476"/>
                  </a:cubicBezTo>
                  <a:cubicBezTo>
                    <a:pt x="2162879" y="944904"/>
                    <a:pt x="2162711" y="943289"/>
                    <a:pt x="2162711" y="943020"/>
                  </a:cubicBezTo>
                  <a:cubicBezTo>
                    <a:pt x="2162711" y="942717"/>
                    <a:pt x="2162509" y="941708"/>
                    <a:pt x="2162509" y="941708"/>
                  </a:cubicBezTo>
                  <a:lnTo>
                    <a:pt x="2159985" y="939454"/>
                  </a:lnTo>
                  <a:lnTo>
                    <a:pt x="2157090" y="938882"/>
                  </a:lnTo>
                  <a:lnTo>
                    <a:pt x="2155139" y="939690"/>
                  </a:lnTo>
                  <a:cubicBezTo>
                    <a:pt x="2155139" y="939690"/>
                    <a:pt x="2153692" y="941439"/>
                    <a:pt x="2153388" y="941439"/>
                  </a:cubicBezTo>
                  <a:cubicBezTo>
                    <a:pt x="2153086" y="941439"/>
                    <a:pt x="2149989" y="942751"/>
                    <a:pt x="2149989" y="942751"/>
                  </a:cubicBezTo>
                  <a:cubicBezTo>
                    <a:pt x="2149989" y="942751"/>
                    <a:pt x="2147162" y="944063"/>
                    <a:pt x="2146657" y="944433"/>
                  </a:cubicBezTo>
                  <a:cubicBezTo>
                    <a:pt x="2146153" y="944803"/>
                    <a:pt x="2144975" y="947965"/>
                    <a:pt x="2144975" y="947965"/>
                  </a:cubicBezTo>
                  <a:lnTo>
                    <a:pt x="2140768" y="952170"/>
                  </a:lnTo>
                  <a:lnTo>
                    <a:pt x="2135552" y="955937"/>
                  </a:lnTo>
                  <a:cubicBezTo>
                    <a:pt x="2135552" y="955937"/>
                    <a:pt x="2131412" y="961152"/>
                    <a:pt x="2131278" y="961354"/>
                  </a:cubicBezTo>
                  <a:cubicBezTo>
                    <a:pt x="2131143" y="961555"/>
                    <a:pt x="2124244" y="967812"/>
                    <a:pt x="2124244" y="967812"/>
                  </a:cubicBezTo>
                  <a:lnTo>
                    <a:pt x="2122292" y="971075"/>
                  </a:lnTo>
                  <a:cubicBezTo>
                    <a:pt x="2122292" y="971075"/>
                    <a:pt x="2119465" y="975146"/>
                    <a:pt x="2119027" y="975415"/>
                  </a:cubicBezTo>
                  <a:cubicBezTo>
                    <a:pt x="2118590" y="975718"/>
                    <a:pt x="2116570" y="977231"/>
                    <a:pt x="2115897" y="977938"/>
                  </a:cubicBezTo>
                  <a:cubicBezTo>
                    <a:pt x="2115224" y="978644"/>
                    <a:pt x="2112498" y="980192"/>
                    <a:pt x="2111825" y="980326"/>
                  </a:cubicBezTo>
                  <a:cubicBezTo>
                    <a:pt x="2111186" y="980461"/>
                    <a:pt x="2109503" y="981907"/>
                    <a:pt x="2108056" y="982412"/>
                  </a:cubicBezTo>
                  <a:cubicBezTo>
                    <a:pt x="2106608" y="982917"/>
                    <a:pt x="2105666" y="982984"/>
                    <a:pt x="2103714" y="982984"/>
                  </a:cubicBezTo>
                  <a:cubicBezTo>
                    <a:pt x="2101762" y="982984"/>
                    <a:pt x="2101056" y="983118"/>
                    <a:pt x="2100080" y="982984"/>
                  </a:cubicBezTo>
                  <a:cubicBezTo>
                    <a:pt x="2099137" y="982849"/>
                    <a:pt x="2097320" y="982681"/>
                    <a:pt x="2096613" y="982614"/>
                  </a:cubicBezTo>
                  <a:cubicBezTo>
                    <a:pt x="2095906" y="982546"/>
                    <a:pt x="2094224" y="981470"/>
                    <a:pt x="2093651" y="981033"/>
                  </a:cubicBezTo>
                  <a:cubicBezTo>
                    <a:pt x="2093080" y="980595"/>
                    <a:pt x="2091901" y="979721"/>
                    <a:pt x="2091700" y="979586"/>
                  </a:cubicBezTo>
                  <a:cubicBezTo>
                    <a:pt x="2091464" y="979452"/>
                    <a:pt x="2090185" y="978072"/>
                    <a:pt x="2089950" y="977938"/>
                  </a:cubicBezTo>
                  <a:cubicBezTo>
                    <a:pt x="2089748" y="977803"/>
                    <a:pt x="2089512" y="976929"/>
                    <a:pt x="2089243" y="976121"/>
                  </a:cubicBezTo>
                  <a:cubicBezTo>
                    <a:pt x="2088940" y="975314"/>
                    <a:pt x="2089108" y="974170"/>
                    <a:pt x="2089041" y="973531"/>
                  </a:cubicBezTo>
                  <a:cubicBezTo>
                    <a:pt x="2088973" y="972892"/>
                    <a:pt x="2089478" y="972085"/>
                    <a:pt x="2089478" y="971647"/>
                  </a:cubicBezTo>
                  <a:cubicBezTo>
                    <a:pt x="2089478" y="971210"/>
                    <a:pt x="2090556" y="970705"/>
                    <a:pt x="2090556" y="970705"/>
                  </a:cubicBezTo>
                  <a:cubicBezTo>
                    <a:pt x="2090556" y="970705"/>
                    <a:pt x="2091195" y="968451"/>
                    <a:pt x="2091195" y="968081"/>
                  </a:cubicBezTo>
                  <a:cubicBezTo>
                    <a:pt x="2091195" y="967711"/>
                    <a:pt x="2091565" y="966837"/>
                    <a:pt x="2091767" y="966198"/>
                  </a:cubicBezTo>
                  <a:cubicBezTo>
                    <a:pt x="2091969" y="965558"/>
                    <a:pt x="2092070" y="964516"/>
                    <a:pt x="2092137" y="964011"/>
                  </a:cubicBezTo>
                  <a:cubicBezTo>
                    <a:pt x="2092205" y="963506"/>
                    <a:pt x="2092406" y="961555"/>
                    <a:pt x="2092507" y="960983"/>
                  </a:cubicBezTo>
                  <a:cubicBezTo>
                    <a:pt x="2092575" y="960412"/>
                    <a:pt x="2092070" y="958595"/>
                    <a:pt x="2092070" y="958595"/>
                  </a:cubicBezTo>
                  <a:lnTo>
                    <a:pt x="2088738" y="956644"/>
                  </a:lnTo>
                  <a:lnTo>
                    <a:pt x="2085406" y="954054"/>
                  </a:lnTo>
                  <a:cubicBezTo>
                    <a:pt x="2085406" y="954054"/>
                    <a:pt x="2081637" y="949210"/>
                    <a:pt x="2080997" y="948772"/>
                  </a:cubicBezTo>
                  <a:cubicBezTo>
                    <a:pt x="2080358" y="948335"/>
                    <a:pt x="2077094" y="945375"/>
                    <a:pt x="2076858" y="945307"/>
                  </a:cubicBezTo>
                  <a:cubicBezTo>
                    <a:pt x="2076656" y="945240"/>
                    <a:pt x="2072079" y="942549"/>
                    <a:pt x="2072079" y="942549"/>
                  </a:cubicBezTo>
                  <a:cubicBezTo>
                    <a:pt x="2072079" y="942549"/>
                    <a:pt x="2069892" y="941102"/>
                    <a:pt x="2069252" y="940093"/>
                  </a:cubicBezTo>
                  <a:cubicBezTo>
                    <a:pt x="2068613" y="939084"/>
                    <a:pt x="2068882" y="938714"/>
                    <a:pt x="2068882" y="938008"/>
                  </a:cubicBezTo>
                  <a:cubicBezTo>
                    <a:pt x="2068882" y="937301"/>
                    <a:pt x="2069151" y="935485"/>
                    <a:pt x="2069319" y="934677"/>
                  </a:cubicBezTo>
                  <a:cubicBezTo>
                    <a:pt x="2069454" y="933870"/>
                    <a:pt x="2069454" y="932222"/>
                    <a:pt x="2069521" y="931414"/>
                  </a:cubicBezTo>
                  <a:cubicBezTo>
                    <a:pt x="2069588" y="930607"/>
                    <a:pt x="2070901" y="928084"/>
                    <a:pt x="2071103" y="927344"/>
                  </a:cubicBezTo>
                  <a:cubicBezTo>
                    <a:pt x="2071305" y="926637"/>
                    <a:pt x="2072045" y="924013"/>
                    <a:pt x="2072281" y="923576"/>
                  </a:cubicBezTo>
                  <a:cubicBezTo>
                    <a:pt x="2072483" y="923139"/>
                    <a:pt x="2072146" y="921053"/>
                    <a:pt x="2072146" y="921053"/>
                  </a:cubicBezTo>
                  <a:lnTo>
                    <a:pt x="2066930" y="920919"/>
                  </a:lnTo>
                  <a:lnTo>
                    <a:pt x="2066122" y="918093"/>
                  </a:lnTo>
                  <a:lnTo>
                    <a:pt x="2065752" y="911432"/>
                  </a:lnTo>
                  <a:lnTo>
                    <a:pt x="2065011" y="908741"/>
                  </a:lnTo>
                  <a:lnTo>
                    <a:pt x="2065584" y="904772"/>
                  </a:lnTo>
                  <a:cubicBezTo>
                    <a:pt x="2065584" y="904772"/>
                    <a:pt x="2065954" y="902013"/>
                    <a:pt x="2066156" y="901374"/>
                  </a:cubicBezTo>
                  <a:cubicBezTo>
                    <a:pt x="2066391" y="900735"/>
                    <a:pt x="2068781" y="898683"/>
                    <a:pt x="2068781" y="898683"/>
                  </a:cubicBezTo>
                  <a:cubicBezTo>
                    <a:pt x="2068781" y="898683"/>
                    <a:pt x="2069790" y="895487"/>
                    <a:pt x="2069858" y="895050"/>
                  </a:cubicBezTo>
                  <a:cubicBezTo>
                    <a:pt x="2069925" y="894612"/>
                    <a:pt x="2068781" y="892291"/>
                    <a:pt x="2068781" y="892291"/>
                  </a:cubicBezTo>
                  <a:lnTo>
                    <a:pt x="2065819" y="888456"/>
                  </a:lnTo>
                  <a:lnTo>
                    <a:pt x="2068646" y="887447"/>
                  </a:lnTo>
                  <a:lnTo>
                    <a:pt x="2068411" y="880282"/>
                  </a:lnTo>
                  <a:cubicBezTo>
                    <a:pt x="2068411" y="880282"/>
                    <a:pt x="2069286" y="876884"/>
                    <a:pt x="2069420" y="876144"/>
                  </a:cubicBezTo>
                  <a:cubicBezTo>
                    <a:pt x="2069555" y="875404"/>
                    <a:pt x="2070497" y="874933"/>
                    <a:pt x="2070497" y="874933"/>
                  </a:cubicBezTo>
                  <a:cubicBezTo>
                    <a:pt x="2070497" y="874933"/>
                    <a:pt x="2073324" y="873689"/>
                    <a:pt x="2073695" y="873487"/>
                  </a:cubicBezTo>
                  <a:cubicBezTo>
                    <a:pt x="2074065" y="873285"/>
                    <a:pt x="2077262" y="870089"/>
                    <a:pt x="2077262" y="870089"/>
                  </a:cubicBezTo>
                  <a:lnTo>
                    <a:pt x="2077262" y="869450"/>
                  </a:lnTo>
                  <a:lnTo>
                    <a:pt x="2074334" y="864438"/>
                  </a:lnTo>
                  <a:lnTo>
                    <a:pt x="2070968" y="861982"/>
                  </a:lnTo>
                  <a:lnTo>
                    <a:pt x="2070026" y="861915"/>
                  </a:lnTo>
                  <a:cubicBezTo>
                    <a:pt x="2070026" y="861915"/>
                    <a:pt x="2064574" y="859829"/>
                    <a:pt x="2064305" y="859156"/>
                  </a:cubicBezTo>
                  <a:cubicBezTo>
                    <a:pt x="2064002" y="858517"/>
                    <a:pt x="2064675" y="858147"/>
                    <a:pt x="2065247" y="857474"/>
                  </a:cubicBezTo>
                  <a:cubicBezTo>
                    <a:pt x="2065819" y="856835"/>
                    <a:pt x="2066190" y="856835"/>
                    <a:pt x="2067064" y="856465"/>
                  </a:cubicBezTo>
                  <a:cubicBezTo>
                    <a:pt x="2067939" y="856095"/>
                    <a:pt x="2070093" y="855590"/>
                    <a:pt x="2071036" y="855019"/>
                  </a:cubicBezTo>
                  <a:cubicBezTo>
                    <a:pt x="2071978" y="854447"/>
                    <a:pt x="2071978" y="854077"/>
                    <a:pt x="2072483" y="853438"/>
                  </a:cubicBezTo>
                  <a:cubicBezTo>
                    <a:pt x="2072988" y="852798"/>
                    <a:pt x="2071238" y="851554"/>
                    <a:pt x="2070733" y="851049"/>
                  </a:cubicBezTo>
                  <a:cubicBezTo>
                    <a:pt x="2070228" y="850545"/>
                    <a:pt x="2068141" y="847921"/>
                    <a:pt x="2067771" y="847584"/>
                  </a:cubicBezTo>
                  <a:cubicBezTo>
                    <a:pt x="2067401" y="847214"/>
                    <a:pt x="2063800" y="845196"/>
                    <a:pt x="2063800" y="845196"/>
                  </a:cubicBezTo>
                  <a:cubicBezTo>
                    <a:pt x="2063800" y="845196"/>
                    <a:pt x="2061680" y="843817"/>
                    <a:pt x="2061545" y="843615"/>
                  </a:cubicBezTo>
                  <a:cubicBezTo>
                    <a:pt x="2061411" y="843413"/>
                    <a:pt x="2058348" y="841361"/>
                    <a:pt x="2057978" y="841159"/>
                  </a:cubicBezTo>
                  <a:cubicBezTo>
                    <a:pt x="2057608" y="840924"/>
                    <a:pt x="2054511" y="839141"/>
                    <a:pt x="2054511" y="839141"/>
                  </a:cubicBezTo>
                  <a:lnTo>
                    <a:pt x="2050742" y="838333"/>
                  </a:lnTo>
                  <a:lnTo>
                    <a:pt x="2048487" y="837829"/>
                  </a:lnTo>
                  <a:lnTo>
                    <a:pt x="2047410" y="834700"/>
                  </a:lnTo>
                  <a:lnTo>
                    <a:pt x="2050170" y="832379"/>
                  </a:lnTo>
                  <a:lnTo>
                    <a:pt x="2053064" y="827535"/>
                  </a:lnTo>
                  <a:cubicBezTo>
                    <a:pt x="2053064" y="827535"/>
                    <a:pt x="2053064" y="826156"/>
                    <a:pt x="2052997" y="825449"/>
                  </a:cubicBezTo>
                  <a:cubicBezTo>
                    <a:pt x="2052930" y="824743"/>
                    <a:pt x="2053132" y="823128"/>
                    <a:pt x="2052795" y="822624"/>
                  </a:cubicBezTo>
                  <a:cubicBezTo>
                    <a:pt x="2052425" y="822119"/>
                    <a:pt x="2049598" y="819932"/>
                    <a:pt x="2049160" y="819865"/>
                  </a:cubicBezTo>
                  <a:cubicBezTo>
                    <a:pt x="2048723" y="819798"/>
                    <a:pt x="2046468" y="818049"/>
                    <a:pt x="2045828" y="818049"/>
                  </a:cubicBezTo>
                  <a:cubicBezTo>
                    <a:pt x="2045189" y="818049"/>
                    <a:pt x="2041924" y="819428"/>
                    <a:pt x="2041823" y="819697"/>
                  </a:cubicBezTo>
                  <a:cubicBezTo>
                    <a:pt x="2041756" y="820000"/>
                    <a:pt x="2041689" y="820942"/>
                    <a:pt x="2041453" y="821379"/>
                  </a:cubicBezTo>
                  <a:cubicBezTo>
                    <a:pt x="2041251" y="821816"/>
                    <a:pt x="2039636" y="822624"/>
                    <a:pt x="2038121" y="823565"/>
                  </a:cubicBezTo>
                  <a:cubicBezTo>
                    <a:pt x="2036607" y="824508"/>
                    <a:pt x="2034049" y="823868"/>
                    <a:pt x="2033410" y="823633"/>
                  </a:cubicBezTo>
                  <a:cubicBezTo>
                    <a:pt x="2032770" y="823431"/>
                    <a:pt x="2031155" y="822926"/>
                    <a:pt x="2030515" y="822489"/>
                  </a:cubicBezTo>
                  <a:cubicBezTo>
                    <a:pt x="2029876" y="822052"/>
                    <a:pt x="2028698" y="821682"/>
                    <a:pt x="2027621" y="821345"/>
                  </a:cubicBezTo>
                  <a:cubicBezTo>
                    <a:pt x="2026544" y="820975"/>
                    <a:pt x="2026982" y="819832"/>
                    <a:pt x="2026612" y="819159"/>
                  </a:cubicBezTo>
                  <a:cubicBezTo>
                    <a:pt x="2026241" y="818520"/>
                    <a:pt x="2025905" y="816131"/>
                    <a:pt x="2025905" y="815526"/>
                  </a:cubicBezTo>
                  <a:cubicBezTo>
                    <a:pt x="2025905" y="814954"/>
                    <a:pt x="2026410" y="814651"/>
                    <a:pt x="2026847" y="814079"/>
                  </a:cubicBezTo>
                  <a:cubicBezTo>
                    <a:pt x="2027285" y="813507"/>
                    <a:pt x="2028092" y="812700"/>
                    <a:pt x="2028665" y="812195"/>
                  </a:cubicBezTo>
                  <a:cubicBezTo>
                    <a:pt x="2029237" y="811691"/>
                    <a:pt x="2029741" y="811489"/>
                    <a:pt x="2030549" y="810816"/>
                  </a:cubicBezTo>
                  <a:cubicBezTo>
                    <a:pt x="2031357" y="810177"/>
                    <a:pt x="2032367" y="809740"/>
                    <a:pt x="2032434" y="809437"/>
                  </a:cubicBezTo>
                  <a:cubicBezTo>
                    <a:pt x="2032501" y="809134"/>
                    <a:pt x="2033511" y="808697"/>
                    <a:pt x="2033881" y="808495"/>
                  </a:cubicBezTo>
                  <a:cubicBezTo>
                    <a:pt x="2034251" y="808293"/>
                    <a:pt x="2034521" y="807419"/>
                    <a:pt x="2034756" y="807183"/>
                  </a:cubicBezTo>
                  <a:cubicBezTo>
                    <a:pt x="2034958" y="806981"/>
                    <a:pt x="2035396" y="806107"/>
                    <a:pt x="2035396" y="805669"/>
                  </a:cubicBezTo>
                  <a:cubicBezTo>
                    <a:pt x="2035396" y="805232"/>
                    <a:pt x="2035463" y="802978"/>
                    <a:pt x="2035463" y="802978"/>
                  </a:cubicBezTo>
                  <a:lnTo>
                    <a:pt x="2035328" y="800657"/>
                  </a:lnTo>
                  <a:lnTo>
                    <a:pt x="2034891" y="798033"/>
                  </a:lnTo>
                  <a:lnTo>
                    <a:pt x="2034588" y="795947"/>
                  </a:lnTo>
                  <a:lnTo>
                    <a:pt x="2031895" y="793559"/>
                  </a:lnTo>
                  <a:cubicBezTo>
                    <a:pt x="2031895" y="793559"/>
                    <a:pt x="2027251" y="791305"/>
                    <a:pt x="2027184" y="790868"/>
                  </a:cubicBezTo>
                  <a:cubicBezTo>
                    <a:pt x="2027116" y="790431"/>
                    <a:pt x="2027891" y="787908"/>
                    <a:pt x="2027991" y="787605"/>
                  </a:cubicBezTo>
                  <a:cubicBezTo>
                    <a:pt x="2028059" y="787302"/>
                    <a:pt x="2031256" y="786293"/>
                    <a:pt x="2031559" y="786226"/>
                  </a:cubicBezTo>
                  <a:cubicBezTo>
                    <a:pt x="2031828" y="786158"/>
                    <a:pt x="2035092" y="785788"/>
                    <a:pt x="2035900" y="785519"/>
                  </a:cubicBezTo>
                  <a:cubicBezTo>
                    <a:pt x="2036708" y="785216"/>
                    <a:pt x="2037347" y="785385"/>
                    <a:pt x="2037347" y="785385"/>
                  </a:cubicBezTo>
                  <a:cubicBezTo>
                    <a:pt x="2037347" y="785385"/>
                    <a:pt x="2039737" y="784745"/>
                    <a:pt x="2039973" y="784745"/>
                  </a:cubicBezTo>
                  <a:cubicBezTo>
                    <a:pt x="2040174" y="784745"/>
                    <a:pt x="2042665" y="785183"/>
                    <a:pt x="2042665" y="785183"/>
                  </a:cubicBezTo>
                  <a:lnTo>
                    <a:pt x="2045256" y="785687"/>
                  </a:lnTo>
                  <a:lnTo>
                    <a:pt x="2048588" y="787504"/>
                  </a:lnTo>
                  <a:lnTo>
                    <a:pt x="2050978" y="789522"/>
                  </a:lnTo>
                  <a:cubicBezTo>
                    <a:pt x="2050978" y="789522"/>
                    <a:pt x="2053300" y="792348"/>
                    <a:pt x="2053602" y="792785"/>
                  </a:cubicBezTo>
                  <a:cubicBezTo>
                    <a:pt x="2053906" y="793223"/>
                    <a:pt x="2055050" y="794669"/>
                    <a:pt x="2055353" y="795039"/>
                  </a:cubicBezTo>
                  <a:cubicBezTo>
                    <a:pt x="2055656" y="795409"/>
                    <a:pt x="2056598" y="797428"/>
                    <a:pt x="2056598" y="797428"/>
                  </a:cubicBezTo>
                  <a:cubicBezTo>
                    <a:pt x="2056598" y="797428"/>
                    <a:pt x="2058415" y="797428"/>
                    <a:pt x="2058617" y="796990"/>
                  </a:cubicBezTo>
                  <a:cubicBezTo>
                    <a:pt x="2058853" y="796553"/>
                    <a:pt x="2061007" y="795914"/>
                    <a:pt x="2061007" y="795914"/>
                  </a:cubicBezTo>
                  <a:cubicBezTo>
                    <a:pt x="2061007" y="795914"/>
                    <a:pt x="2062252" y="797495"/>
                    <a:pt x="2062521" y="797798"/>
                  </a:cubicBezTo>
                  <a:cubicBezTo>
                    <a:pt x="2062824" y="798100"/>
                    <a:pt x="2063396" y="798874"/>
                    <a:pt x="2063396" y="798874"/>
                  </a:cubicBezTo>
                  <a:cubicBezTo>
                    <a:pt x="2063396" y="798874"/>
                    <a:pt x="2065214" y="799951"/>
                    <a:pt x="2066223" y="801195"/>
                  </a:cubicBezTo>
                  <a:cubicBezTo>
                    <a:pt x="2067233" y="802440"/>
                    <a:pt x="2066526" y="802844"/>
                    <a:pt x="2066593" y="803079"/>
                  </a:cubicBezTo>
                  <a:cubicBezTo>
                    <a:pt x="2066660" y="803281"/>
                    <a:pt x="2069689" y="805400"/>
                    <a:pt x="2069689" y="805400"/>
                  </a:cubicBezTo>
                  <a:cubicBezTo>
                    <a:pt x="2069689" y="805400"/>
                    <a:pt x="2071642" y="805198"/>
                    <a:pt x="2071877" y="805030"/>
                  </a:cubicBezTo>
                  <a:cubicBezTo>
                    <a:pt x="2072112" y="804896"/>
                    <a:pt x="2074704" y="803012"/>
                    <a:pt x="2074704" y="803012"/>
                  </a:cubicBezTo>
                  <a:cubicBezTo>
                    <a:pt x="2074704" y="803012"/>
                    <a:pt x="2076286" y="800186"/>
                    <a:pt x="2076286" y="799984"/>
                  </a:cubicBezTo>
                  <a:cubicBezTo>
                    <a:pt x="2076286" y="799782"/>
                    <a:pt x="2077161" y="798975"/>
                    <a:pt x="2077531" y="798100"/>
                  </a:cubicBezTo>
                  <a:cubicBezTo>
                    <a:pt x="2077901" y="797226"/>
                    <a:pt x="2079045" y="796351"/>
                    <a:pt x="2079180" y="795846"/>
                  </a:cubicBezTo>
                  <a:cubicBezTo>
                    <a:pt x="2079315" y="795342"/>
                    <a:pt x="2080257" y="794164"/>
                    <a:pt x="2080257" y="794164"/>
                  </a:cubicBezTo>
                  <a:cubicBezTo>
                    <a:pt x="2080257" y="794164"/>
                    <a:pt x="2082276" y="792583"/>
                    <a:pt x="2082512" y="792516"/>
                  </a:cubicBezTo>
                  <a:cubicBezTo>
                    <a:pt x="2082714" y="792449"/>
                    <a:pt x="2083521" y="792516"/>
                    <a:pt x="2083521" y="792516"/>
                  </a:cubicBezTo>
                  <a:lnTo>
                    <a:pt x="2085272" y="792954"/>
                  </a:lnTo>
                  <a:cubicBezTo>
                    <a:pt x="2085272" y="792954"/>
                    <a:pt x="2086584" y="794030"/>
                    <a:pt x="2087022" y="794400"/>
                  </a:cubicBezTo>
                  <a:cubicBezTo>
                    <a:pt x="2087459" y="794770"/>
                    <a:pt x="2087964" y="795914"/>
                    <a:pt x="2087964" y="795914"/>
                  </a:cubicBezTo>
                  <a:cubicBezTo>
                    <a:pt x="2087964" y="795914"/>
                    <a:pt x="2089478" y="797865"/>
                    <a:pt x="2089647" y="798168"/>
                  </a:cubicBezTo>
                  <a:cubicBezTo>
                    <a:pt x="2089781" y="798470"/>
                    <a:pt x="2090454" y="799850"/>
                    <a:pt x="2090522" y="800623"/>
                  </a:cubicBezTo>
                  <a:cubicBezTo>
                    <a:pt x="2090589" y="801431"/>
                    <a:pt x="2090892" y="802642"/>
                    <a:pt x="2091026" y="803079"/>
                  </a:cubicBezTo>
                  <a:cubicBezTo>
                    <a:pt x="2091161" y="803516"/>
                    <a:pt x="2092709" y="804828"/>
                    <a:pt x="2092844" y="805097"/>
                  </a:cubicBezTo>
                  <a:cubicBezTo>
                    <a:pt x="2092979" y="805400"/>
                    <a:pt x="2094661" y="807351"/>
                    <a:pt x="2094661" y="807351"/>
                  </a:cubicBezTo>
                  <a:cubicBezTo>
                    <a:pt x="2094661" y="807351"/>
                    <a:pt x="2096680" y="807486"/>
                    <a:pt x="2096916" y="807351"/>
                  </a:cubicBezTo>
                  <a:cubicBezTo>
                    <a:pt x="2097118" y="807217"/>
                    <a:pt x="2097724" y="805972"/>
                    <a:pt x="2097724" y="805972"/>
                  </a:cubicBezTo>
                  <a:lnTo>
                    <a:pt x="2098868" y="805266"/>
                  </a:lnTo>
                  <a:lnTo>
                    <a:pt x="2100887" y="805636"/>
                  </a:lnTo>
                  <a:cubicBezTo>
                    <a:pt x="2100887" y="805636"/>
                    <a:pt x="2102133" y="807452"/>
                    <a:pt x="2102200" y="807721"/>
                  </a:cubicBezTo>
                  <a:cubicBezTo>
                    <a:pt x="2102267" y="808024"/>
                    <a:pt x="2102570" y="810917"/>
                    <a:pt x="2102570" y="810917"/>
                  </a:cubicBezTo>
                  <a:cubicBezTo>
                    <a:pt x="2102570" y="810917"/>
                    <a:pt x="2103445" y="812094"/>
                    <a:pt x="2103647" y="812431"/>
                  </a:cubicBezTo>
                  <a:cubicBezTo>
                    <a:pt x="2103849" y="812801"/>
                    <a:pt x="2104388" y="814247"/>
                    <a:pt x="2104388" y="814517"/>
                  </a:cubicBezTo>
                  <a:cubicBezTo>
                    <a:pt x="2104388" y="814819"/>
                    <a:pt x="2105969" y="816535"/>
                    <a:pt x="2106272" y="816905"/>
                  </a:cubicBezTo>
                  <a:cubicBezTo>
                    <a:pt x="2106575" y="817275"/>
                    <a:pt x="2108460" y="817611"/>
                    <a:pt x="2108460" y="817611"/>
                  </a:cubicBezTo>
                  <a:lnTo>
                    <a:pt x="2110916" y="816602"/>
                  </a:lnTo>
                  <a:lnTo>
                    <a:pt x="2111219" y="814718"/>
                  </a:lnTo>
                  <a:lnTo>
                    <a:pt x="2112734" y="810951"/>
                  </a:lnTo>
                  <a:lnTo>
                    <a:pt x="2114417" y="809000"/>
                  </a:lnTo>
                  <a:lnTo>
                    <a:pt x="2115662" y="807553"/>
                  </a:lnTo>
                  <a:lnTo>
                    <a:pt x="2115662" y="803987"/>
                  </a:lnTo>
                  <a:lnTo>
                    <a:pt x="2115931" y="801094"/>
                  </a:lnTo>
                  <a:cubicBezTo>
                    <a:pt x="2115931" y="801094"/>
                    <a:pt x="2115224" y="794366"/>
                    <a:pt x="2115224" y="794064"/>
                  </a:cubicBezTo>
                  <a:cubicBezTo>
                    <a:pt x="2115224" y="793761"/>
                    <a:pt x="2114585" y="791238"/>
                    <a:pt x="2114585" y="791238"/>
                  </a:cubicBezTo>
                  <a:cubicBezTo>
                    <a:pt x="2114585" y="791238"/>
                    <a:pt x="2114147" y="788210"/>
                    <a:pt x="2113945" y="787975"/>
                  </a:cubicBezTo>
                  <a:cubicBezTo>
                    <a:pt x="2113743" y="787773"/>
                    <a:pt x="2111354" y="782963"/>
                    <a:pt x="2111354" y="782963"/>
                  </a:cubicBezTo>
                  <a:cubicBezTo>
                    <a:pt x="2111354" y="782963"/>
                    <a:pt x="2110041" y="781381"/>
                    <a:pt x="2109469" y="780877"/>
                  </a:cubicBezTo>
                  <a:cubicBezTo>
                    <a:pt x="2108897" y="780372"/>
                    <a:pt x="2107080" y="777042"/>
                    <a:pt x="2106945" y="776739"/>
                  </a:cubicBezTo>
                  <a:cubicBezTo>
                    <a:pt x="2106811" y="776436"/>
                    <a:pt x="2107315" y="772837"/>
                    <a:pt x="2107315" y="772837"/>
                  </a:cubicBezTo>
                  <a:lnTo>
                    <a:pt x="2108460" y="770449"/>
                  </a:lnTo>
                  <a:lnTo>
                    <a:pt x="2113104" y="769574"/>
                  </a:lnTo>
                  <a:lnTo>
                    <a:pt x="2115056" y="768935"/>
                  </a:lnTo>
                  <a:lnTo>
                    <a:pt x="2117580" y="768363"/>
                  </a:lnTo>
                  <a:lnTo>
                    <a:pt x="2122662" y="768800"/>
                  </a:lnTo>
                  <a:lnTo>
                    <a:pt x="2127373" y="767556"/>
                  </a:lnTo>
                  <a:lnTo>
                    <a:pt x="2129494" y="767186"/>
                  </a:lnTo>
                  <a:lnTo>
                    <a:pt x="2131749" y="765806"/>
                  </a:lnTo>
                  <a:cubicBezTo>
                    <a:pt x="2131749" y="765806"/>
                    <a:pt x="2132994" y="764494"/>
                    <a:pt x="2133128" y="764427"/>
                  </a:cubicBezTo>
                  <a:cubicBezTo>
                    <a:pt x="2133263" y="764360"/>
                    <a:pt x="2133128" y="761803"/>
                    <a:pt x="2133128" y="761803"/>
                  </a:cubicBezTo>
                  <a:cubicBezTo>
                    <a:pt x="2133128" y="761803"/>
                    <a:pt x="2133196" y="759987"/>
                    <a:pt x="2133128" y="759718"/>
                  </a:cubicBezTo>
                  <a:cubicBezTo>
                    <a:pt x="2133061" y="759448"/>
                    <a:pt x="2133701" y="755142"/>
                    <a:pt x="2133701" y="754873"/>
                  </a:cubicBezTo>
                  <a:cubicBezTo>
                    <a:pt x="2133701" y="754571"/>
                    <a:pt x="2133128" y="753629"/>
                    <a:pt x="2133128" y="753629"/>
                  </a:cubicBezTo>
                  <a:lnTo>
                    <a:pt x="2133128" y="750500"/>
                  </a:lnTo>
                  <a:lnTo>
                    <a:pt x="2133734" y="748112"/>
                  </a:lnTo>
                  <a:lnTo>
                    <a:pt x="2133398" y="744041"/>
                  </a:lnTo>
                  <a:lnTo>
                    <a:pt x="2130806" y="740408"/>
                  </a:lnTo>
                  <a:lnTo>
                    <a:pt x="2128046" y="734757"/>
                  </a:lnTo>
                  <a:lnTo>
                    <a:pt x="2127037" y="733209"/>
                  </a:lnTo>
                  <a:lnTo>
                    <a:pt x="2123570" y="729139"/>
                  </a:lnTo>
                  <a:cubicBezTo>
                    <a:pt x="2123570" y="729139"/>
                    <a:pt x="2122426" y="726818"/>
                    <a:pt x="2122426" y="726246"/>
                  </a:cubicBezTo>
                  <a:cubicBezTo>
                    <a:pt x="2122426" y="725674"/>
                    <a:pt x="2121989" y="720595"/>
                    <a:pt x="2121989" y="720023"/>
                  </a:cubicBezTo>
                  <a:cubicBezTo>
                    <a:pt x="2121989" y="719451"/>
                    <a:pt x="2121686" y="716390"/>
                    <a:pt x="2121686" y="716390"/>
                  </a:cubicBezTo>
                  <a:cubicBezTo>
                    <a:pt x="2121686" y="716390"/>
                    <a:pt x="2122258" y="714203"/>
                    <a:pt x="2122258" y="712925"/>
                  </a:cubicBezTo>
                  <a:cubicBezTo>
                    <a:pt x="2122258" y="711613"/>
                    <a:pt x="2123840" y="709897"/>
                    <a:pt x="2124143" y="709292"/>
                  </a:cubicBezTo>
                  <a:cubicBezTo>
                    <a:pt x="2124412" y="708720"/>
                    <a:pt x="2126768" y="708552"/>
                    <a:pt x="2127912" y="708283"/>
                  </a:cubicBezTo>
                  <a:cubicBezTo>
                    <a:pt x="2129090" y="708013"/>
                    <a:pt x="2131244" y="707408"/>
                    <a:pt x="2131244" y="707408"/>
                  </a:cubicBezTo>
                  <a:cubicBezTo>
                    <a:pt x="2131244" y="707408"/>
                    <a:pt x="2133835" y="705961"/>
                    <a:pt x="2134710" y="705221"/>
                  </a:cubicBezTo>
                  <a:cubicBezTo>
                    <a:pt x="2135585" y="704515"/>
                    <a:pt x="2137167" y="706802"/>
                    <a:pt x="2138480" y="707542"/>
                  </a:cubicBezTo>
                  <a:cubicBezTo>
                    <a:pt x="2139792" y="708249"/>
                    <a:pt x="2140230" y="709998"/>
                    <a:pt x="2140802" y="709998"/>
                  </a:cubicBezTo>
                  <a:cubicBezTo>
                    <a:pt x="2141374" y="709998"/>
                    <a:pt x="2141946" y="709695"/>
                    <a:pt x="2142383" y="709123"/>
                  </a:cubicBezTo>
                  <a:cubicBezTo>
                    <a:pt x="2142821" y="708552"/>
                    <a:pt x="2142821" y="706533"/>
                    <a:pt x="2143258" y="706230"/>
                  </a:cubicBezTo>
                  <a:cubicBezTo>
                    <a:pt x="2143696" y="705928"/>
                    <a:pt x="2145446" y="704347"/>
                    <a:pt x="2145446" y="703909"/>
                  </a:cubicBezTo>
                  <a:cubicBezTo>
                    <a:pt x="2145446" y="703472"/>
                    <a:pt x="2147634" y="702160"/>
                    <a:pt x="2147634" y="702160"/>
                  </a:cubicBezTo>
                  <a:cubicBezTo>
                    <a:pt x="2147634" y="702160"/>
                    <a:pt x="2149384" y="700579"/>
                    <a:pt x="2149518" y="700142"/>
                  </a:cubicBezTo>
                  <a:cubicBezTo>
                    <a:pt x="2149653" y="699704"/>
                    <a:pt x="2152715" y="698695"/>
                    <a:pt x="2152715" y="698695"/>
                  </a:cubicBezTo>
                  <a:lnTo>
                    <a:pt x="2154600" y="697686"/>
                  </a:lnTo>
                  <a:lnTo>
                    <a:pt x="2156047" y="697114"/>
                  </a:lnTo>
                  <a:lnTo>
                    <a:pt x="2159817" y="696677"/>
                  </a:lnTo>
                  <a:lnTo>
                    <a:pt x="2160961" y="696105"/>
                  </a:lnTo>
                  <a:lnTo>
                    <a:pt x="2163586" y="692909"/>
                  </a:lnTo>
                  <a:lnTo>
                    <a:pt x="2166615" y="690588"/>
                  </a:lnTo>
                  <a:lnTo>
                    <a:pt x="2167355" y="689142"/>
                  </a:lnTo>
                  <a:lnTo>
                    <a:pt x="2167490" y="687560"/>
                  </a:lnTo>
                  <a:lnTo>
                    <a:pt x="2166918" y="685374"/>
                  </a:lnTo>
                  <a:lnTo>
                    <a:pt x="2166043" y="684802"/>
                  </a:lnTo>
                  <a:lnTo>
                    <a:pt x="2167052" y="681472"/>
                  </a:lnTo>
                  <a:lnTo>
                    <a:pt x="2168062" y="678579"/>
                  </a:lnTo>
                  <a:lnTo>
                    <a:pt x="2167759" y="674946"/>
                  </a:lnTo>
                  <a:lnTo>
                    <a:pt x="2165302" y="673062"/>
                  </a:lnTo>
                  <a:lnTo>
                    <a:pt x="2162846" y="674811"/>
                  </a:lnTo>
                  <a:cubicBezTo>
                    <a:pt x="2162846" y="674811"/>
                    <a:pt x="2162542" y="675820"/>
                    <a:pt x="2162542" y="677704"/>
                  </a:cubicBezTo>
                  <a:cubicBezTo>
                    <a:pt x="2162542" y="679588"/>
                    <a:pt x="2161970" y="680328"/>
                    <a:pt x="2161668" y="680900"/>
                  </a:cubicBezTo>
                  <a:cubicBezTo>
                    <a:pt x="2161365" y="681472"/>
                    <a:pt x="2159783" y="682212"/>
                    <a:pt x="2158908" y="682044"/>
                  </a:cubicBezTo>
                  <a:cubicBezTo>
                    <a:pt x="2158033" y="681909"/>
                    <a:pt x="2154398" y="679285"/>
                    <a:pt x="2154398" y="679285"/>
                  </a:cubicBezTo>
                  <a:lnTo>
                    <a:pt x="2154701" y="676527"/>
                  </a:lnTo>
                  <a:lnTo>
                    <a:pt x="2155711" y="673634"/>
                  </a:lnTo>
                  <a:lnTo>
                    <a:pt x="2155711" y="667982"/>
                  </a:lnTo>
                  <a:lnTo>
                    <a:pt x="2152951" y="666401"/>
                  </a:lnTo>
                  <a:lnTo>
                    <a:pt x="2150763" y="665829"/>
                  </a:lnTo>
                  <a:lnTo>
                    <a:pt x="2148004" y="665257"/>
                  </a:lnTo>
                  <a:lnTo>
                    <a:pt x="2145110" y="665123"/>
                  </a:lnTo>
                  <a:cubicBezTo>
                    <a:pt x="2145110" y="665123"/>
                    <a:pt x="2143662" y="665998"/>
                    <a:pt x="2142922" y="666704"/>
                  </a:cubicBezTo>
                  <a:cubicBezTo>
                    <a:pt x="2142215" y="667444"/>
                    <a:pt x="2142619" y="668722"/>
                    <a:pt x="2142619" y="668722"/>
                  </a:cubicBezTo>
                  <a:cubicBezTo>
                    <a:pt x="2142619" y="668722"/>
                    <a:pt x="2145682" y="672187"/>
                    <a:pt x="2146388" y="672187"/>
                  </a:cubicBezTo>
                  <a:cubicBezTo>
                    <a:pt x="2147095" y="672187"/>
                    <a:pt x="2147095" y="672490"/>
                    <a:pt x="2147095" y="672490"/>
                  </a:cubicBezTo>
                  <a:cubicBezTo>
                    <a:pt x="2147095" y="672490"/>
                    <a:pt x="2146086" y="674374"/>
                    <a:pt x="2146086" y="675820"/>
                  </a:cubicBezTo>
                  <a:cubicBezTo>
                    <a:pt x="2146086" y="677267"/>
                    <a:pt x="2144941" y="678276"/>
                    <a:pt x="2144941" y="678713"/>
                  </a:cubicBezTo>
                  <a:cubicBezTo>
                    <a:pt x="2144941" y="679151"/>
                    <a:pt x="2143932" y="679588"/>
                    <a:pt x="2143932" y="679588"/>
                  </a:cubicBezTo>
                  <a:lnTo>
                    <a:pt x="2140869" y="679722"/>
                  </a:lnTo>
                  <a:lnTo>
                    <a:pt x="2137672" y="679722"/>
                  </a:lnTo>
                  <a:lnTo>
                    <a:pt x="2134912" y="680093"/>
                  </a:lnTo>
                  <a:lnTo>
                    <a:pt x="2133028" y="682346"/>
                  </a:lnTo>
                  <a:lnTo>
                    <a:pt x="2133028" y="685677"/>
                  </a:lnTo>
                  <a:lnTo>
                    <a:pt x="2134475" y="689579"/>
                  </a:lnTo>
                  <a:lnTo>
                    <a:pt x="2131849" y="692606"/>
                  </a:lnTo>
                  <a:cubicBezTo>
                    <a:pt x="2131849" y="692606"/>
                    <a:pt x="2132724" y="694490"/>
                    <a:pt x="2131547" y="694793"/>
                  </a:cubicBezTo>
                  <a:cubicBezTo>
                    <a:pt x="2130402" y="695096"/>
                    <a:pt x="2128787" y="695230"/>
                    <a:pt x="2127205" y="695365"/>
                  </a:cubicBezTo>
                  <a:cubicBezTo>
                    <a:pt x="2125590" y="695499"/>
                    <a:pt x="2124580" y="695668"/>
                    <a:pt x="2124580" y="695668"/>
                  </a:cubicBezTo>
                  <a:cubicBezTo>
                    <a:pt x="2124580" y="695668"/>
                    <a:pt x="2119364" y="696240"/>
                    <a:pt x="2117782" y="695970"/>
                  </a:cubicBezTo>
                  <a:cubicBezTo>
                    <a:pt x="2116200" y="695668"/>
                    <a:pt x="2115594" y="695399"/>
                    <a:pt x="2114753" y="694827"/>
                  </a:cubicBezTo>
                  <a:cubicBezTo>
                    <a:pt x="2113878" y="694255"/>
                    <a:pt x="2113878" y="693380"/>
                    <a:pt x="2113440" y="693246"/>
                  </a:cubicBezTo>
                  <a:cubicBezTo>
                    <a:pt x="2113003" y="693111"/>
                    <a:pt x="2113138" y="690790"/>
                    <a:pt x="2113138" y="690790"/>
                  </a:cubicBezTo>
                  <a:lnTo>
                    <a:pt x="2111825" y="687762"/>
                  </a:lnTo>
                  <a:lnTo>
                    <a:pt x="2110815" y="686316"/>
                  </a:lnTo>
                  <a:lnTo>
                    <a:pt x="2108359" y="685307"/>
                  </a:lnTo>
                  <a:lnTo>
                    <a:pt x="2108493" y="683423"/>
                  </a:lnTo>
                  <a:cubicBezTo>
                    <a:pt x="2108493" y="683423"/>
                    <a:pt x="2108931" y="680967"/>
                    <a:pt x="2108931" y="680530"/>
                  </a:cubicBezTo>
                  <a:cubicBezTo>
                    <a:pt x="2108931" y="680093"/>
                    <a:pt x="2107921" y="678343"/>
                    <a:pt x="2107921" y="678343"/>
                  </a:cubicBezTo>
                  <a:lnTo>
                    <a:pt x="2106912" y="678041"/>
                  </a:lnTo>
                  <a:lnTo>
                    <a:pt x="2105599" y="678612"/>
                  </a:lnTo>
                  <a:lnTo>
                    <a:pt x="2098363" y="678478"/>
                  </a:lnTo>
                  <a:lnTo>
                    <a:pt x="2096344" y="675147"/>
                  </a:lnTo>
                  <a:lnTo>
                    <a:pt x="2097219" y="671245"/>
                  </a:lnTo>
                  <a:lnTo>
                    <a:pt x="2098969" y="668352"/>
                  </a:lnTo>
                  <a:cubicBezTo>
                    <a:pt x="2098969" y="668352"/>
                    <a:pt x="2100416" y="666906"/>
                    <a:pt x="2100988" y="666906"/>
                  </a:cubicBezTo>
                  <a:cubicBezTo>
                    <a:pt x="2101560" y="666906"/>
                    <a:pt x="2104758" y="663878"/>
                    <a:pt x="2104758" y="663273"/>
                  </a:cubicBezTo>
                  <a:cubicBezTo>
                    <a:pt x="2104758" y="662701"/>
                    <a:pt x="2101426" y="661086"/>
                    <a:pt x="2101426" y="661086"/>
                  </a:cubicBezTo>
                  <a:lnTo>
                    <a:pt x="2094628" y="660649"/>
                  </a:lnTo>
                  <a:lnTo>
                    <a:pt x="2092474" y="658328"/>
                  </a:lnTo>
                  <a:lnTo>
                    <a:pt x="2088570" y="657016"/>
                  </a:lnTo>
                  <a:lnTo>
                    <a:pt x="2083219" y="657318"/>
                  </a:lnTo>
                  <a:lnTo>
                    <a:pt x="2076387" y="654997"/>
                  </a:lnTo>
                  <a:cubicBezTo>
                    <a:pt x="2076387" y="654997"/>
                    <a:pt x="2074502" y="653114"/>
                    <a:pt x="2074502" y="652542"/>
                  </a:cubicBezTo>
                  <a:cubicBezTo>
                    <a:pt x="2074502" y="651970"/>
                    <a:pt x="2068714" y="648202"/>
                    <a:pt x="2067839" y="646318"/>
                  </a:cubicBezTo>
                  <a:cubicBezTo>
                    <a:pt x="2066964" y="644434"/>
                    <a:pt x="2066964" y="643560"/>
                    <a:pt x="2066526" y="643291"/>
                  </a:cubicBezTo>
                  <a:cubicBezTo>
                    <a:pt x="2066089" y="642988"/>
                    <a:pt x="2065785" y="640970"/>
                    <a:pt x="2065516" y="640263"/>
                  </a:cubicBezTo>
                  <a:cubicBezTo>
                    <a:pt x="2065214" y="639557"/>
                    <a:pt x="2065516" y="637067"/>
                    <a:pt x="2065651" y="636496"/>
                  </a:cubicBezTo>
                  <a:cubicBezTo>
                    <a:pt x="2065785" y="635924"/>
                    <a:pt x="2066795" y="632593"/>
                    <a:pt x="2066795" y="632593"/>
                  </a:cubicBezTo>
                  <a:lnTo>
                    <a:pt x="2066930" y="631853"/>
                  </a:lnTo>
                  <a:cubicBezTo>
                    <a:pt x="2066930" y="631853"/>
                    <a:pt x="2068243" y="627951"/>
                    <a:pt x="2068680" y="627514"/>
                  </a:cubicBezTo>
                  <a:cubicBezTo>
                    <a:pt x="2069118" y="627076"/>
                    <a:pt x="2069824" y="623309"/>
                    <a:pt x="2069824" y="622737"/>
                  </a:cubicBezTo>
                  <a:cubicBezTo>
                    <a:pt x="2069824" y="622165"/>
                    <a:pt x="2069387" y="619272"/>
                    <a:pt x="2069387" y="619272"/>
                  </a:cubicBezTo>
                  <a:cubicBezTo>
                    <a:pt x="2069387" y="619272"/>
                    <a:pt x="2069656" y="615504"/>
                    <a:pt x="2069959" y="614933"/>
                  </a:cubicBezTo>
                  <a:cubicBezTo>
                    <a:pt x="2070262" y="614361"/>
                    <a:pt x="2073728" y="613486"/>
                    <a:pt x="2074603" y="613049"/>
                  </a:cubicBezTo>
                  <a:cubicBezTo>
                    <a:pt x="2075478" y="612611"/>
                    <a:pt x="2080829" y="607835"/>
                    <a:pt x="2080829" y="607835"/>
                  </a:cubicBezTo>
                  <a:cubicBezTo>
                    <a:pt x="2080829" y="607835"/>
                    <a:pt x="2083589" y="604639"/>
                    <a:pt x="2084295" y="604201"/>
                  </a:cubicBezTo>
                  <a:cubicBezTo>
                    <a:pt x="2085036" y="603764"/>
                    <a:pt x="2088772" y="600737"/>
                    <a:pt x="2089377" y="600131"/>
                  </a:cubicBezTo>
                  <a:cubicBezTo>
                    <a:pt x="2089950" y="599559"/>
                    <a:pt x="2094729" y="595354"/>
                    <a:pt x="2095166" y="595220"/>
                  </a:cubicBezTo>
                  <a:cubicBezTo>
                    <a:pt x="2095604" y="595085"/>
                    <a:pt x="2099070" y="592461"/>
                    <a:pt x="2099373" y="592024"/>
                  </a:cubicBezTo>
                  <a:cubicBezTo>
                    <a:pt x="2099676" y="591587"/>
                    <a:pt x="2101392" y="589703"/>
                    <a:pt x="2102267" y="589266"/>
                  </a:cubicBezTo>
                  <a:cubicBezTo>
                    <a:pt x="2103142" y="588828"/>
                    <a:pt x="2105296" y="587079"/>
                    <a:pt x="2105296" y="587079"/>
                  </a:cubicBezTo>
                  <a:cubicBezTo>
                    <a:pt x="2105296" y="587079"/>
                    <a:pt x="2108628" y="584623"/>
                    <a:pt x="2109200" y="584489"/>
                  </a:cubicBezTo>
                  <a:cubicBezTo>
                    <a:pt x="2109772" y="584354"/>
                    <a:pt x="2111388" y="581293"/>
                    <a:pt x="2111825" y="580856"/>
                  </a:cubicBezTo>
                  <a:cubicBezTo>
                    <a:pt x="2112263" y="580418"/>
                    <a:pt x="2115292" y="578972"/>
                    <a:pt x="2115292" y="578972"/>
                  </a:cubicBezTo>
                  <a:cubicBezTo>
                    <a:pt x="2115292" y="578972"/>
                    <a:pt x="2117344" y="579544"/>
                    <a:pt x="2118489" y="579544"/>
                  </a:cubicBezTo>
                  <a:cubicBezTo>
                    <a:pt x="2119633" y="579544"/>
                    <a:pt x="2120676" y="579409"/>
                    <a:pt x="2121080" y="579241"/>
                  </a:cubicBezTo>
                  <a:cubicBezTo>
                    <a:pt x="2121518" y="579106"/>
                    <a:pt x="2122830" y="577929"/>
                    <a:pt x="2123672" y="577357"/>
                  </a:cubicBezTo>
                  <a:cubicBezTo>
                    <a:pt x="2124547" y="576785"/>
                    <a:pt x="2124109" y="575339"/>
                    <a:pt x="2124244" y="574901"/>
                  </a:cubicBezTo>
                  <a:cubicBezTo>
                    <a:pt x="2124378" y="574464"/>
                    <a:pt x="2124681" y="571436"/>
                    <a:pt x="2124681" y="571436"/>
                  </a:cubicBezTo>
                  <a:lnTo>
                    <a:pt x="2124950" y="570696"/>
                  </a:lnTo>
                  <a:cubicBezTo>
                    <a:pt x="2124950" y="570696"/>
                    <a:pt x="2126263" y="567803"/>
                    <a:pt x="2126263" y="567063"/>
                  </a:cubicBezTo>
                  <a:cubicBezTo>
                    <a:pt x="2126263" y="566323"/>
                    <a:pt x="2126835" y="564170"/>
                    <a:pt x="2126835" y="564170"/>
                  </a:cubicBezTo>
                  <a:lnTo>
                    <a:pt x="2127542" y="562724"/>
                  </a:lnTo>
                  <a:cubicBezTo>
                    <a:pt x="2127542" y="562724"/>
                    <a:pt x="2128417" y="560134"/>
                    <a:pt x="2128417" y="559528"/>
                  </a:cubicBezTo>
                  <a:cubicBezTo>
                    <a:pt x="2128417" y="558956"/>
                    <a:pt x="2129292" y="558216"/>
                    <a:pt x="2130167" y="557779"/>
                  </a:cubicBezTo>
                  <a:cubicBezTo>
                    <a:pt x="2131042" y="557341"/>
                    <a:pt x="2132792" y="556635"/>
                    <a:pt x="2134508" y="555895"/>
                  </a:cubicBezTo>
                  <a:cubicBezTo>
                    <a:pt x="2136258" y="555189"/>
                    <a:pt x="2136393" y="555458"/>
                    <a:pt x="2137268" y="554886"/>
                  </a:cubicBezTo>
                  <a:cubicBezTo>
                    <a:pt x="2138143" y="554314"/>
                    <a:pt x="2139287" y="554011"/>
                    <a:pt x="2139287" y="554011"/>
                  </a:cubicBezTo>
                  <a:lnTo>
                    <a:pt x="2142316" y="551993"/>
                  </a:lnTo>
                  <a:cubicBezTo>
                    <a:pt x="2142316" y="551993"/>
                    <a:pt x="2145211" y="549100"/>
                    <a:pt x="2145951" y="548797"/>
                  </a:cubicBezTo>
                  <a:cubicBezTo>
                    <a:pt x="2146691" y="548494"/>
                    <a:pt x="2148845" y="545467"/>
                    <a:pt x="2149283" y="545164"/>
                  </a:cubicBezTo>
                  <a:cubicBezTo>
                    <a:pt x="2149720" y="544861"/>
                    <a:pt x="2150864" y="543415"/>
                    <a:pt x="2151033" y="542977"/>
                  </a:cubicBezTo>
                  <a:cubicBezTo>
                    <a:pt x="2151167" y="542540"/>
                    <a:pt x="2152042" y="541228"/>
                    <a:pt x="2152042" y="541228"/>
                  </a:cubicBezTo>
                  <a:cubicBezTo>
                    <a:pt x="2152042" y="541228"/>
                    <a:pt x="2153927" y="538201"/>
                    <a:pt x="2154499" y="537023"/>
                  </a:cubicBezTo>
                  <a:cubicBezTo>
                    <a:pt x="2155071" y="535879"/>
                    <a:pt x="2155643" y="534567"/>
                    <a:pt x="2155643" y="534567"/>
                  </a:cubicBezTo>
                  <a:lnTo>
                    <a:pt x="2154768" y="531372"/>
                  </a:lnTo>
                  <a:lnTo>
                    <a:pt x="2158538" y="526595"/>
                  </a:lnTo>
                  <a:lnTo>
                    <a:pt x="2160692" y="523567"/>
                  </a:lnTo>
                  <a:lnTo>
                    <a:pt x="2162879" y="519497"/>
                  </a:lnTo>
                  <a:lnTo>
                    <a:pt x="2167658" y="516301"/>
                  </a:lnTo>
                  <a:cubicBezTo>
                    <a:pt x="2167658" y="516301"/>
                    <a:pt x="2169678" y="515292"/>
                    <a:pt x="2170552" y="514855"/>
                  </a:cubicBezTo>
                  <a:cubicBezTo>
                    <a:pt x="2171427" y="514417"/>
                    <a:pt x="2171427" y="513845"/>
                    <a:pt x="2172437" y="512096"/>
                  </a:cubicBezTo>
                  <a:cubicBezTo>
                    <a:pt x="2173009" y="511121"/>
                    <a:pt x="2173144" y="510919"/>
                    <a:pt x="2173177" y="510952"/>
                  </a:cubicBezTo>
                  <a:cubicBezTo>
                    <a:pt x="2173278" y="510347"/>
                    <a:pt x="2173750" y="507992"/>
                    <a:pt x="2173750" y="507488"/>
                  </a:cubicBezTo>
                  <a:cubicBezTo>
                    <a:pt x="2173750" y="506916"/>
                    <a:pt x="2174456" y="505604"/>
                    <a:pt x="2174456" y="505604"/>
                  </a:cubicBezTo>
                  <a:cubicBezTo>
                    <a:pt x="2174456" y="505604"/>
                    <a:pt x="2177216" y="504023"/>
                    <a:pt x="2177923" y="503585"/>
                  </a:cubicBezTo>
                  <a:cubicBezTo>
                    <a:pt x="2178663" y="503148"/>
                    <a:pt x="2179504" y="502273"/>
                    <a:pt x="2180682" y="501836"/>
                  </a:cubicBezTo>
                  <a:cubicBezTo>
                    <a:pt x="2181827" y="501399"/>
                    <a:pt x="2183576" y="500961"/>
                    <a:pt x="2183576" y="500961"/>
                  </a:cubicBezTo>
                  <a:lnTo>
                    <a:pt x="2185159" y="499515"/>
                  </a:lnTo>
                  <a:lnTo>
                    <a:pt x="2186471" y="496487"/>
                  </a:lnTo>
                  <a:lnTo>
                    <a:pt x="2186909" y="495175"/>
                  </a:lnTo>
                  <a:lnTo>
                    <a:pt x="2185461" y="491845"/>
                  </a:lnTo>
                  <a:lnTo>
                    <a:pt x="2185596" y="488380"/>
                  </a:lnTo>
                  <a:lnTo>
                    <a:pt x="2187043" y="485184"/>
                  </a:lnTo>
                  <a:lnTo>
                    <a:pt x="2189634" y="482426"/>
                  </a:lnTo>
                  <a:cubicBezTo>
                    <a:pt x="2189634" y="482426"/>
                    <a:pt x="2192394" y="486328"/>
                    <a:pt x="2193404" y="486934"/>
                  </a:cubicBezTo>
                  <a:cubicBezTo>
                    <a:pt x="2194414" y="487506"/>
                    <a:pt x="2195289" y="489524"/>
                    <a:pt x="2195423" y="489961"/>
                  </a:cubicBezTo>
                  <a:cubicBezTo>
                    <a:pt x="2195558" y="490399"/>
                    <a:pt x="2197745" y="491711"/>
                    <a:pt x="2197745" y="491711"/>
                  </a:cubicBezTo>
                  <a:lnTo>
                    <a:pt x="2198183" y="495344"/>
                  </a:lnTo>
                  <a:lnTo>
                    <a:pt x="2197611" y="498405"/>
                  </a:lnTo>
                  <a:lnTo>
                    <a:pt x="2197173" y="499986"/>
                  </a:lnTo>
                  <a:cubicBezTo>
                    <a:pt x="2197173" y="499986"/>
                    <a:pt x="2196870" y="501298"/>
                    <a:pt x="2196736" y="501870"/>
                  </a:cubicBezTo>
                  <a:cubicBezTo>
                    <a:pt x="2196567" y="502442"/>
                    <a:pt x="2197005" y="503451"/>
                    <a:pt x="2197005" y="503451"/>
                  </a:cubicBezTo>
                  <a:cubicBezTo>
                    <a:pt x="2197005" y="503451"/>
                    <a:pt x="2197005" y="506647"/>
                    <a:pt x="2197139" y="507218"/>
                  </a:cubicBezTo>
                  <a:cubicBezTo>
                    <a:pt x="2197274" y="507790"/>
                    <a:pt x="2197443" y="507925"/>
                    <a:pt x="2197712" y="508530"/>
                  </a:cubicBezTo>
                  <a:cubicBezTo>
                    <a:pt x="2197981" y="509102"/>
                    <a:pt x="2199899" y="510851"/>
                    <a:pt x="2200337" y="511423"/>
                  </a:cubicBezTo>
                  <a:cubicBezTo>
                    <a:pt x="2200774" y="511995"/>
                    <a:pt x="2201918" y="513610"/>
                    <a:pt x="2202356" y="514182"/>
                  </a:cubicBezTo>
                  <a:cubicBezTo>
                    <a:pt x="2202794" y="514754"/>
                    <a:pt x="2203938" y="515326"/>
                    <a:pt x="2205250" y="516637"/>
                  </a:cubicBezTo>
                  <a:cubicBezTo>
                    <a:pt x="2206563" y="517949"/>
                    <a:pt x="2206260" y="517075"/>
                    <a:pt x="2207707" y="517344"/>
                  </a:cubicBezTo>
                  <a:cubicBezTo>
                    <a:pt x="2209154" y="517647"/>
                    <a:pt x="2209289" y="518521"/>
                    <a:pt x="2209289" y="518521"/>
                  </a:cubicBezTo>
                  <a:lnTo>
                    <a:pt x="2211173" y="519833"/>
                  </a:lnTo>
                  <a:lnTo>
                    <a:pt x="2211039" y="522861"/>
                  </a:lnTo>
                  <a:lnTo>
                    <a:pt x="2210029" y="524005"/>
                  </a:lnTo>
                  <a:cubicBezTo>
                    <a:pt x="2210029" y="524005"/>
                    <a:pt x="2210029" y="525317"/>
                    <a:pt x="2210164" y="525888"/>
                  </a:cubicBezTo>
                  <a:cubicBezTo>
                    <a:pt x="2210298" y="526460"/>
                    <a:pt x="2210601" y="527032"/>
                    <a:pt x="2211039" y="527907"/>
                  </a:cubicBezTo>
                  <a:cubicBezTo>
                    <a:pt x="2211476" y="528781"/>
                    <a:pt x="2211611" y="530093"/>
                    <a:pt x="2212183" y="530800"/>
                  </a:cubicBezTo>
                  <a:cubicBezTo>
                    <a:pt x="2212755" y="531540"/>
                    <a:pt x="2212890" y="532112"/>
                    <a:pt x="2213765" y="533827"/>
                  </a:cubicBezTo>
                  <a:cubicBezTo>
                    <a:pt x="2214640" y="535577"/>
                    <a:pt x="2214774" y="535408"/>
                    <a:pt x="2215078" y="536283"/>
                  </a:cubicBezTo>
                  <a:cubicBezTo>
                    <a:pt x="2215380" y="537158"/>
                    <a:pt x="2216962" y="537595"/>
                    <a:pt x="2217972" y="537595"/>
                  </a:cubicBezTo>
                  <a:cubicBezTo>
                    <a:pt x="2218981" y="537595"/>
                    <a:pt x="2218678" y="536283"/>
                    <a:pt x="2218678" y="534399"/>
                  </a:cubicBezTo>
                  <a:cubicBezTo>
                    <a:pt x="2218678" y="532515"/>
                    <a:pt x="2218678" y="531506"/>
                    <a:pt x="2218544" y="530497"/>
                  </a:cubicBezTo>
                  <a:cubicBezTo>
                    <a:pt x="2218409" y="529488"/>
                    <a:pt x="2218544" y="526729"/>
                    <a:pt x="2218544" y="526729"/>
                  </a:cubicBezTo>
                  <a:lnTo>
                    <a:pt x="2218981" y="522962"/>
                  </a:lnTo>
                  <a:lnTo>
                    <a:pt x="2217972" y="520203"/>
                  </a:lnTo>
                  <a:lnTo>
                    <a:pt x="2215953" y="516570"/>
                  </a:lnTo>
                  <a:lnTo>
                    <a:pt x="2215818" y="513240"/>
                  </a:lnTo>
                  <a:cubicBezTo>
                    <a:pt x="2215818" y="513240"/>
                    <a:pt x="2218005" y="511928"/>
                    <a:pt x="2218847" y="511491"/>
                  </a:cubicBezTo>
                  <a:cubicBezTo>
                    <a:pt x="2219722" y="511053"/>
                    <a:pt x="2219991" y="508732"/>
                    <a:pt x="2219991" y="508732"/>
                  </a:cubicBezTo>
                  <a:lnTo>
                    <a:pt x="2216659" y="508026"/>
                  </a:lnTo>
                  <a:cubicBezTo>
                    <a:pt x="2216659" y="508026"/>
                    <a:pt x="2215347" y="506445"/>
                    <a:pt x="2215044" y="505267"/>
                  </a:cubicBezTo>
                  <a:cubicBezTo>
                    <a:pt x="2214774" y="504124"/>
                    <a:pt x="2214034" y="501634"/>
                    <a:pt x="2213899" y="500760"/>
                  </a:cubicBezTo>
                  <a:cubicBezTo>
                    <a:pt x="2213765" y="499885"/>
                    <a:pt x="2212318" y="497867"/>
                    <a:pt x="2212318" y="497867"/>
                  </a:cubicBezTo>
                  <a:cubicBezTo>
                    <a:pt x="2212318" y="497867"/>
                    <a:pt x="2212587" y="493090"/>
                    <a:pt x="2212587" y="490466"/>
                  </a:cubicBezTo>
                  <a:cubicBezTo>
                    <a:pt x="2212587" y="487842"/>
                    <a:pt x="2213024" y="488279"/>
                    <a:pt x="2213024" y="488279"/>
                  </a:cubicBezTo>
                  <a:lnTo>
                    <a:pt x="2212721" y="485252"/>
                  </a:lnTo>
                  <a:lnTo>
                    <a:pt x="2212284" y="482628"/>
                  </a:lnTo>
                  <a:lnTo>
                    <a:pt x="2212419" y="480744"/>
                  </a:lnTo>
                  <a:lnTo>
                    <a:pt x="2215313" y="476842"/>
                  </a:lnTo>
                  <a:cubicBezTo>
                    <a:pt x="2215313" y="476842"/>
                    <a:pt x="2217332" y="475967"/>
                    <a:pt x="2217501" y="475530"/>
                  </a:cubicBezTo>
                  <a:cubicBezTo>
                    <a:pt x="2217635" y="475093"/>
                    <a:pt x="2218376" y="468129"/>
                    <a:pt x="2218376" y="468129"/>
                  </a:cubicBezTo>
                  <a:lnTo>
                    <a:pt x="2217198" y="462040"/>
                  </a:lnTo>
                  <a:lnTo>
                    <a:pt x="2216323" y="457398"/>
                  </a:lnTo>
                  <a:lnTo>
                    <a:pt x="2216625" y="453193"/>
                  </a:lnTo>
                  <a:cubicBezTo>
                    <a:pt x="2216625" y="453193"/>
                    <a:pt x="2217198" y="448282"/>
                    <a:pt x="2217198" y="447676"/>
                  </a:cubicBezTo>
                  <a:cubicBezTo>
                    <a:pt x="2217198" y="447104"/>
                    <a:pt x="2217635" y="445221"/>
                    <a:pt x="2217635" y="445221"/>
                  </a:cubicBezTo>
                  <a:cubicBezTo>
                    <a:pt x="2217635" y="445221"/>
                    <a:pt x="2219385" y="443034"/>
                    <a:pt x="2219654" y="442630"/>
                  </a:cubicBezTo>
                  <a:cubicBezTo>
                    <a:pt x="2219957" y="442193"/>
                    <a:pt x="2221842" y="440746"/>
                    <a:pt x="2222986" y="440309"/>
                  </a:cubicBezTo>
                  <a:cubicBezTo>
                    <a:pt x="2224130" y="439872"/>
                    <a:pt x="2223558" y="439300"/>
                    <a:pt x="2223558" y="439300"/>
                  </a:cubicBezTo>
                  <a:lnTo>
                    <a:pt x="2224299" y="436104"/>
                  </a:lnTo>
                  <a:lnTo>
                    <a:pt x="2225443" y="433077"/>
                  </a:lnTo>
                  <a:lnTo>
                    <a:pt x="2226318" y="429612"/>
                  </a:lnTo>
                  <a:lnTo>
                    <a:pt x="2225005" y="426281"/>
                  </a:lnTo>
                  <a:lnTo>
                    <a:pt x="2222414" y="423086"/>
                  </a:lnTo>
                  <a:cubicBezTo>
                    <a:pt x="2222414" y="423086"/>
                    <a:pt x="2221976" y="420462"/>
                    <a:pt x="2222414" y="419621"/>
                  </a:cubicBezTo>
                  <a:cubicBezTo>
                    <a:pt x="2222852" y="418746"/>
                    <a:pt x="2223558" y="413969"/>
                    <a:pt x="2223996" y="413667"/>
                  </a:cubicBezTo>
                  <a:cubicBezTo>
                    <a:pt x="2224433" y="413364"/>
                    <a:pt x="2227462" y="411211"/>
                    <a:pt x="2228909" y="410336"/>
                  </a:cubicBezTo>
                  <a:cubicBezTo>
                    <a:pt x="2230356" y="409462"/>
                    <a:pt x="2232813" y="409024"/>
                    <a:pt x="2233419" y="409024"/>
                  </a:cubicBezTo>
                  <a:cubicBezTo>
                    <a:pt x="2233991" y="409024"/>
                    <a:pt x="2236448" y="409462"/>
                    <a:pt x="2237491" y="409462"/>
                  </a:cubicBezTo>
                  <a:cubicBezTo>
                    <a:pt x="2238501" y="409462"/>
                    <a:pt x="2239948" y="411345"/>
                    <a:pt x="2241126" y="412220"/>
                  </a:cubicBezTo>
                  <a:cubicBezTo>
                    <a:pt x="2242270" y="413095"/>
                    <a:pt x="2245030" y="414541"/>
                    <a:pt x="2245467" y="414541"/>
                  </a:cubicBezTo>
                  <a:cubicBezTo>
                    <a:pt x="2245905" y="414541"/>
                    <a:pt x="2249237" y="413969"/>
                    <a:pt x="2249237" y="413969"/>
                  </a:cubicBezTo>
                  <a:lnTo>
                    <a:pt x="2252266" y="411076"/>
                  </a:lnTo>
                  <a:lnTo>
                    <a:pt x="2255025" y="405290"/>
                  </a:lnTo>
                  <a:lnTo>
                    <a:pt x="2257482" y="399639"/>
                  </a:lnTo>
                  <a:cubicBezTo>
                    <a:pt x="2257482" y="399639"/>
                    <a:pt x="2255160" y="394727"/>
                    <a:pt x="2255160" y="394122"/>
                  </a:cubicBezTo>
                  <a:cubicBezTo>
                    <a:pt x="2255160" y="393550"/>
                    <a:pt x="2255597" y="390489"/>
                    <a:pt x="2255597" y="390489"/>
                  </a:cubicBezTo>
                  <a:lnTo>
                    <a:pt x="2256035" y="386721"/>
                  </a:lnTo>
                  <a:lnTo>
                    <a:pt x="2256170" y="383694"/>
                  </a:lnTo>
                  <a:lnTo>
                    <a:pt x="2254420" y="381103"/>
                  </a:lnTo>
                  <a:lnTo>
                    <a:pt x="2252973" y="377908"/>
                  </a:lnTo>
                  <a:lnTo>
                    <a:pt x="2254285" y="375889"/>
                  </a:lnTo>
                  <a:lnTo>
                    <a:pt x="2253847" y="374746"/>
                  </a:lnTo>
                  <a:lnTo>
                    <a:pt x="2252266" y="371415"/>
                  </a:lnTo>
                  <a:lnTo>
                    <a:pt x="2247487" y="367076"/>
                  </a:lnTo>
                  <a:lnTo>
                    <a:pt x="2244289" y="363308"/>
                  </a:lnTo>
                  <a:lnTo>
                    <a:pt x="2242405" y="358800"/>
                  </a:lnTo>
                  <a:lnTo>
                    <a:pt x="2243280" y="356345"/>
                  </a:lnTo>
                  <a:lnTo>
                    <a:pt x="2245467" y="354764"/>
                  </a:lnTo>
                  <a:lnTo>
                    <a:pt x="2248227" y="350996"/>
                  </a:lnTo>
                  <a:lnTo>
                    <a:pt x="2248362" y="348237"/>
                  </a:lnTo>
                  <a:lnTo>
                    <a:pt x="2245905" y="343898"/>
                  </a:lnTo>
                  <a:lnTo>
                    <a:pt x="2245333" y="339390"/>
                  </a:lnTo>
                  <a:cubicBezTo>
                    <a:pt x="2245333" y="339390"/>
                    <a:pt x="2243011" y="332730"/>
                    <a:pt x="2242741" y="331149"/>
                  </a:cubicBezTo>
                  <a:cubicBezTo>
                    <a:pt x="2242439" y="329567"/>
                    <a:pt x="2242741" y="327818"/>
                    <a:pt x="2242876" y="326641"/>
                  </a:cubicBezTo>
                  <a:cubicBezTo>
                    <a:pt x="2243011" y="325497"/>
                    <a:pt x="2243617" y="323445"/>
                    <a:pt x="2244188" y="322167"/>
                  </a:cubicBezTo>
                  <a:cubicBezTo>
                    <a:pt x="2244761" y="320855"/>
                    <a:pt x="2245501" y="319711"/>
                    <a:pt x="2245636" y="319274"/>
                  </a:cubicBezTo>
                  <a:cubicBezTo>
                    <a:pt x="2245770" y="318836"/>
                    <a:pt x="2247655" y="315506"/>
                    <a:pt x="2248227" y="315069"/>
                  </a:cubicBezTo>
                  <a:cubicBezTo>
                    <a:pt x="2248799" y="314632"/>
                    <a:pt x="2247520" y="311873"/>
                    <a:pt x="2247520" y="311873"/>
                  </a:cubicBezTo>
                  <a:lnTo>
                    <a:pt x="2246948" y="307399"/>
                  </a:lnTo>
                  <a:lnTo>
                    <a:pt x="2248092" y="303631"/>
                  </a:lnTo>
                  <a:cubicBezTo>
                    <a:pt x="2248092" y="303631"/>
                    <a:pt x="2250112" y="302050"/>
                    <a:pt x="2250987" y="301310"/>
                  </a:cubicBezTo>
                  <a:cubicBezTo>
                    <a:pt x="2251862" y="300570"/>
                    <a:pt x="2253881" y="298417"/>
                    <a:pt x="2254016" y="297845"/>
                  </a:cubicBezTo>
                  <a:cubicBezTo>
                    <a:pt x="2254150" y="297273"/>
                    <a:pt x="2256641" y="291319"/>
                    <a:pt x="2256910" y="290478"/>
                  </a:cubicBezTo>
                  <a:cubicBezTo>
                    <a:pt x="2257213" y="289604"/>
                    <a:pt x="2257650" y="288594"/>
                    <a:pt x="2257650" y="288594"/>
                  </a:cubicBezTo>
                  <a:cubicBezTo>
                    <a:pt x="2257650" y="288594"/>
                    <a:pt x="2258223" y="284255"/>
                    <a:pt x="2258525" y="282808"/>
                  </a:cubicBezTo>
                  <a:cubicBezTo>
                    <a:pt x="2258828" y="281362"/>
                    <a:pt x="2259704" y="277729"/>
                    <a:pt x="2259973" y="276417"/>
                  </a:cubicBezTo>
                  <a:cubicBezTo>
                    <a:pt x="2260275" y="275105"/>
                    <a:pt x="2259973" y="272952"/>
                    <a:pt x="2259838" y="272515"/>
                  </a:cubicBezTo>
                  <a:cubicBezTo>
                    <a:pt x="2259704" y="272077"/>
                    <a:pt x="2260578" y="267435"/>
                    <a:pt x="2260578" y="267435"/>
                  </a:cubicBezTo>
                  <a:cubicBezTo>
                    <a:pt x="2260578" y="267435"/>
                    <a:pt x="2263607" y="267301"/>
                    <a:pt x="2264920" y="266729"/>
                  </a:cubicBezTo>
                  <a:cubicBezTo>
                    <a:pt x="2266232" y="266157"/>
                    <a:pt x="2266367" y="266157"/>
                    <a:pt x="2267242" y="265854"/>
                  </a:cubicBezTo>
                  <a:cubicBezTo>
                    <a:pt x="2268117" y="265551"/>
                    <a:pt x="2272593" y="262961"/>
                    <a:pt x="2272593" y="262961"/>
                  </a:cubicBezTo>
                  <a:cubicBezTo>
                    <a:pt x="2272593" y="262961"/>
                    <a:pt x="2274781" y="260068"/>
                    <a:pt x="2275218" y="259496"/>
                  </a:cubicBezTo>
                  <a:cubicBezTo>
                    <a:pt x="2275656" y="258924"/>
                    <a:pt x="2278112" y="255426"/>
                    <a:pt x="2278112" y="255426"/>
                  </a:cubicBezTo>
                  <a:lnTo>
                    <a:pt x="2278415" y="248328"/>
                  </a:lnTo>
                  <a:lnTo>
                    <a:pt x="2277540" y="243416"/>
                  </a:lnTo>
                  <a:cubicBezTo>
                    <a:pt x="2277540" y="243416"/>
                    <a:pt x="2277237" y="241970"/>
                    <a:pt x="2276968" y="241398"/>
                  </a:cubicBezTo>
                  <a:cubicBezTo>
                    <a:pt x="2276699" y="240826"/>
                    <a:pt x="2275824" y="239380"/>
                    <a:pt x="2275824" y="238808"/>
                  </a:cubicBezTo>
                  <a:cubicBezTo>
                    <a:pt x="2275824" y="238236"/>
                    <a:pt x="2273502" y="235477"/>
                    <a:pt x="2273232" y="235040"/>
                  </a:cubicBezTo>
                  <a:cubicBezTo>
                    <a:pt x="2272963" y="234603"/>
                    <a:pt x="2271348" y="231844"/>
                    <a:pt x="2271348" y="231272"/>
                  </a:cubicBezTo>
                  <a:cubicBezTo>
                    <a:pt x="2271348" y="230701"/>
                    <a:pt x="2271651" y="229086"/>
                    <a:pt x="2272660" y="228817"/>
                  </a:cubicBezTo>
                  <a:cubicBezTo>
                    <a:pt x="2273670" y="228514"/>
                    <a:pt x="2274982" y="228379"/>
                    <a:pt x="2277742" y="226933"/>
                  </a:cubicBezTo>
                  <a:cubicBezTo>
                    <a:pt x="2280502" y="225486"/>
                    <a:pt x="2278045" y="225352"/>
                    <a:pt x="2278045" y="225352"/>
                  </a:cubicBezTo>
                  <a:cubicBezTo>
                    <a:pt x="2278045" y="225352"/>
                    <a:pt x="2279189" y="223031"/>
                    <a:pt x="2279627" y="222593"/>
                  </a:cubicBezTo>
                  <a:cubicBezTo>
                    <a:pt x="2280064" y="222156"/>
                    <a:pt x="2281512" y="221853"/>
                    <a:pt x="2282252" y="221584"/>
                  </a:cubicBezTo>
                  <a:cubicBezTo>
                    <a:pt x="2282959" y="221282"/>
                    <a:pt x="2284002" y="220710"/>
                    <a:pt x="2284574" y="220272"/>
                  </a:cubicBezTo>
                  <a:cubicBezTo>
                    <a:pt x="2285146" y="219835"/>
                    <a:pt x="2286896" y="218254"/>
                    <a:pt x="2286896" y="218254"/>
                  </a:cubicBezTo>
                  <a:cubicBezTo>
                    <a:pt x="2286896" y="218254"/>
                    <a:pt x="2287771" y="216505"/>
                    <a:pt x="2288646" y="216067"/>
                  </a:cubicBezTo>
                  <a:cubicBezTo>
                    <a:pt x="2289521" y="215630"/>
                    <a:pt x="2290396" y="214486"/>
                    <a:pt x="2290531" y="213174"/>
                  </a:cubicBezTo>
                  <a:cubicBezTo>
                    <a:pt x="2290666" y="211862"/>
                    <a:pt x="2290228" y="210719"/>
                    <a:pt x="2290228" y="210147"/>
                  </a:cubicBezTo>
                  <a:cubicBezTo>
                    <a:pt x="2290228" y="209575"/>
                    <a:pt x="2289084" y="208263"/>
                    <a:pt x="2288478" y="207691"/>
                  </a:cubicBezTo>
                  <a:cubicBezTo>
                    <a:pt x="2287906" y="207119"/>
                    <a:pt x="2287603" y="205538"/>
                    <a:pt x="2287738" y="204798"/>
                  </a:cubicBezTo>
                  <a:cubicBezTo>
                    <a:pt x="2287872" y="204058"/>
                    <a:pt x="2288310" y="201905"/>
                    <a:pt x="2288310" y="201905"/>
                  </a:cubicBezTo>
                  <a:cubicBezTo>
                    <a:pt x="2288310" y="201905"/>
                    <a:pt x="2289454" y="200761"/>
                    <a:pt x="2289622" y="199719"/>
                  </a:cubicBezTo>
                  <a:cubicBezTo>
                    <a:pt x="2289757" y="198709"/>
                    <a:pt x="2289622" y="197969"/>
                    <a:pt x="2289622" y="196826"/>
                  </a:cubicBezTo>
                  <a:cubicBezTo>
                    <a:pt x="2289622" y="195682"/>
                    <a:pt x="2288040" y="195682"/>
                    <a:pt x="2287738" y="194807"/>
                  </a:cubicBezTo>
                  <a:cubicBezTo>
                    <a:pt x="2287435" y="193933"/>
                    <a:pt x="2286425" y="193058"/>
                    <a:pt x="2285988" y="193226"/>
                  </a:cubicBezTo>
                  <a:cubicBezTo>
                    <a:pt x="2285550" y="193361"/>
                    <a:pt x="2283968" y="193529"/>
                    <a:pt x="2283968" y="193529"/>
                  </a:cubicBezTo>
                  <a:cubicBezTo>
                    <a:pt x="2283968" y="193529"/>
                    <a:pt x="2282083" y="193966"/>
                    <a:pt x="2281646" y="194101"/>
                  </a:cubicBezTo>
                  <a:cubicBezTo>
                    <a:pt x="2281208" y="194235"/>
                    <a:pt x="2278752" y="194673"/>
                    <a:pt x="2278180" y="194673"/>
                  </a:cubicBezTo>
                  <a:cubicBezTo>
                    <a:pt x="2277608" y="194673"/>
                    <a:pt x="2277035" y="194101"/>
                    <a:pt x="2276733" y="192654"/>
                  </a:cubicBezTo>
                  <a:cubicBezTo>
                    <a:pt x="2276430" y="191208"/>
                    <a:pt x="2276160" y="190064"/>
                    <a:pt x="2275992" y="189627"/>
                  </a:cubicBezTo>
                  <a:cubicBezTo>
                    <a:pt x="2275857" y="189189"/>
                    <a:pt x="2275555" y="188483"/>
                    <a:pt x="2273536" y="186734"/>
                  </a:cubicBezTo>
                  <a:cubicBezTo>
                    <a:pt x="2271516" y="184984"/>
                    <a:pt x="2271651" y="186162"/>
                    <a:pt x="2270338" y="186162"/>
                  </a:cubicBezTo>
                  <a:cubicBezTo>
                    <a:pt x="2269025" y="186162"/>
                    <a:pt x="2268588" y="186162"/>
                    <a:pt x="2268150" y="186027"/>
                  </a:cubicBezTo>
                  <a:cubicBezTo>
                    <a:pt x="2267713" y="185893"/>
                    <a:pt x="2267006" y="185287"/>
                    <a:pt x="2266401" y="184009"/>
                  </a:cubicBezTo>
                  <a:cubicBezTo>
                    <a:pt x="2265828" y="182697"/>
                    <a:pt x="2266704" y="181822"/>
                    <a:pt x="2266704" y="181822"/>
                  </a:cubicBezTo>
                  <a:lnTo>
                    <a:pt x="2266704" y="178626"/>
                  </a:lnTo>
                  <a:lnTo>
                    <a:pt x="2265324" y="177045"/>
                  </a:lnTo>
                  <a:lnTo>
                    <a:pt x="2263237" y="174018"/>
                  </a:lnTo>
                  <a:lnTo>
                    <a:pt x="2259468" y="168938"/>
                  </a:lnTo>
                  <a:lnTo>
                    <a:pt x="2255564" y="167492"/>
                  </a:lnTo>
                  <a:lnTo>
                    <a:pt x="2252232" y="166348"/>
                  </a:lnTo>
                  <a:lnTo>
                    <a:pt x="2249338" y="163320"/>
                  </a:lnTo>
                  <a:lnTo>
                    <a:pt x="2248766" y="159250"/>
                  </a:lnTo>
                  <a:cubicBezTo>
                    <a:pt x="2248766" y="159250"/>
                    <a:pt x="2247621" y="158375"/>
                    <a:pt x="2247184" y="157938"/>
                  </a:cubicBezTo>
                  <a:cubicBezTo>
                    <a:pt x="2246746" y="157501"/>
                    <a:pt x="2244155" y="155617"/>
                    <a:pt x="2244155" y="155617"/>
                  </a:cubicBezTo>
                  <a:cubicBezTo>
                    <a:pt x="2244155" y="155617"/>
                    <a:pt x="2244155" y="155617"/>
                    <a:pt x="2243414" y="154877"/>
                  </a:cubicBezTo>
                  <a:cubicBezTo>
                    <a:pt x="2242708" y="154170"/>
                    <a:pt x="2242102" y="152287"/>
                    <a:pt x="2242102" y="152287"/>
                  </a:cubicBezTo>
                  <a:cubicBezTo>
                    <a:pt x="2242102" y="152287"/>
                    <a:pt x="2240655" y="150706"/>
                    <a:pt x="2240352" y="150268"/>
                  </a:cubicBezTo>
                  <a:cubicBezTo>
                    <a:pt x="2240083" y="149831"/>
                    <a:pt x="2238905" y="149259"/>
                    <a:pt x="2238333" y="149125"/>
                  </a:cubicBezTo>
                  <a:cubicBezTo>
                    <a:pt x="2237761" y="148990"/>
                    <a:pt x="2235573" y="147813"/>
                    <a:pt x="2235136" y="147543"/>
                  </a:cubicBezTo>
                  <a:cubicBezTo>
                    <a:pt x="2234698" y="147241"/>
                    <a:pt x="2232679" y="145794"/>
                    <a:pt x="2232679" y="145794"/>
                  </a:cubicBezTo>
                  <a:lnTo>
                    <a:pt x="2229347" y="143910"/>
                  </a:lnTo>
                  <a:lnTo>
                    <a:pt x="2224130" y="142733"/>
                  </a:lnTo>
                  <a:lnTo>
                    <a:pt x="2222986" y="142733"/>
                  </a:lnTo>
                  <a:lnTo>
                    <a:pt x="2220530" y="144112"/>
                  </a:lnTo>
                  <a:lnTo>
                    <a:pt x="2217198" y="145491"/>
                  </a:lnTo>
                  <a:cubicBezTo>
                    <a:pt x="2217198" y="145491"/>
                    <a:pt x="2215144" y="144482"/>
                    <a:pt x="2215144" y="143910"/>
                  </a:cubicBezTo>
                  <a:cubicBezTo>
                    <a:pt x="2215144" y="143338"/>
                    <a:pt x="2215448" y="141455"/>
                    <a:pt x="2215717" y="140715"/>
                  </a:cubicBezTo>
                  <a:cubicBezTo>
                    <a:pt x="2215986" y="139975"/>
                    <a:pt x="2216289" y="137687"/>
                    <a:pt x="2216154" y="137250"/>
                  </a:cubicBezTo>
                  <a:cubicBezTo>
                    <a:pt x="2216020" y="136812"/>
                    <a:pt x="2213125" y="135231"/>
                    <a:pt x="2213125" y="135231"/>
                  </a:cubicBezTo>
                  <a:cubicBezTo>
                    <a:pt x="2213125" y="135231"/>
                    <a:pt x="2210534" y="135097"/>
                    <a:pt x="2209491" y="135097"/>
                  </a:cubicBezTo>
                  <a:cubicBezTo>
                    <a:pt x="2208481" y="135097"/>
                    <a:pt x="2208481" y="136106"/>
                    <a:pt x="2208347" y="136543"/>
                  </a:cubicBezTo>
                  <a:cubicBezTo>
                    <a:pt x="2208212" y="136981"/>
                    <a:pt x="2208616" y="138427"/>
                    <a:pt x="2208784" y="138864"/>
                  </a:cubicBezTo>
                  <a:cubicBezTo>
                    <a:pt x="2208918" y="139302"/>
                    <a:pt x="2210231" y="140883"/>
                    <a:pt x="2210231" y="140883"/>
                  </a:cubicBezTo>
                  <a:cubicBezTo>
                    <a:pt x="2210231" y="140883"/>
                    <a:pt x="2209659" y="142901"/>
                    <a:pt x="2209524" y="143507"/>
                  </a:cubicBezTo>
                  <a:cubicBezTo>
                    <a:pt x="2209390" y="144079"/>
                    <a:pt x="2209524" y="146400"/>
                    <a:pt x="2209524" y="148149"/>
                  </a:cubicBezTo>
                  <a:cubicBezTo>
                    <a:pt x="2209524" y="149898"/>
                    <a:pt x="2209222" y="149024"/>
                    <a:pt x="2208784" y="150033"/>
                  </a:cubicBezTo>
                  <a:cubicBezTo>
                    <a:pt x="2208347" y="151042"/>
                    <a:pt x="2208515" y="152791"/>
                    <a:pt x="2208515" y="153363"/>
                  </a:cubicBezTo>
                  <a:cubicBezTo>
                    <a:pt x="2208515" y="153935"/>
                    <a:pt x="2209390" y="154070"/>
                    <a:pt x="2209390" y="154070"/>
                  </a:cubicBezTo>
                  <a:cubicBezTo>
                    <a:pt x="2209390" y="154070"/>
                    <a:pt x="2209390" y="156391"/>
                    <a:pt x="2209390" y="158274"/>
                  </a:cubicBezTo>
                  <a:cubicBezTo>
                    <a:pt x="2209390" y="160158"/>
                    <a:pt x="2208010" y="160293"/>
                    <a:pt x="2206866" y="160596"/>
                  </a:cubicBezTo>
                  <a:cubicBezTo>
                    <a:pt x="2205721" y="160898"/>
                    <a:pt x="2205351" y="159015"/>
                    <a:pt x="2204611" y="158005"/>
                  </a:cubicBezTo>
                  <a:cubicBezTo>
                    <a:pt x="2203904" y="156996"/>
                    <a:pt x="2200707" y="157871"/>
                    <a:pt x="2200269" y="158005"/>
                  </a:cubicBezTo>
                  <a:cubicBezTo>
                    <a:pt x="2199832" y="158140"/>
                    <a:pt x="2198688" y="160024"/>
                    <a:pt x="2198688" y="160024"/>
                  </a:cubicBezTo>
                  <a:lnTo>
                    <a:pt x="2201716" y="165238"/>
                  </a:lnTo>
                  <a:lnTo>
                    <a:pt x="2198957" y="170317"/>
                  </a:lnTo>
                  <a:lnTo>
                    <a:pt x="2190846" y="173782"/>
                  </a:lnTo>
                  <a:lnTo>
                    <a:pt x="2188389" y="176675"/>
                  </a:lnTo>
                  <a:cubicBezTo>
                    <a:pt x="2188389" y="176675"/>
                    <a:pt x="2188221" y="177550"/>
                    <a:pt x="2188154" y="179097"/>
                  </a:cubicBezTo>
                  <a:cubicBezTo>
                    <a:pt x="2188120" y="179636"/>
                    <a:pt x="2188086" y="180308"/>
                    <a:pt x="2188086" y="181015"/>
                  </a:cubicBezTo>
                  <a:cubicBezTo>
                    <a:pt x="2188086" y="183773"/>
                    <a:pt x="2186909" y="183336"/>
                    <a:pt x="2186336" y="183773"/>
                  </a:cubicBezTo>
                  <a:cubicBezTo>
                    <a:pt x="2185764" y="184211"/>
                    <a:pt x="2184149" y="183067"/>
                    <a:pt x="2183307" y="182461"/>
                  </a:cubicBezTo>
                  <a:cubicBezTo>
                    <a:pt x="2182432" y="181890"/>
                    <a:pt x="2180851" y="180578"/>
                    <a:pt x="2180548" y="180140"/>
                  </a:cubicBezTo>
                  <a:cubicBezTo>
                    <a:pt x="2180245" y="179703"/>
                    <a:pt x="2177788" y="178122"/>
                    <a:pt x="2177788" y="178122"/>
                  </a:cubicBezTo>
                  <a:cubicBezTo>
                    <a:pt x="2177788" y="178122"/>
                    <a:pt x="2174726" y="176675"/>
                    <a:pt x="2173581" y="176675"/>
                  </a:cubicBezTo>
                  <a:cubicBezTo>
                    <a:pt x="2172403" y="176675"/>
                    <a:pt x="2170552" y="176978"/>
                    <a:pt x="2170552" y="176978"/>
                  </a:cubicBezTo>
                  <a:lnTo>
                    <a:pt x="2169374" y="181890"/>
                  </a:lnTo>
                  <a:lnTo>
                    <a:pt x="2169374" y="183471"/>
                  </a:lnTo>
                  <a:lnTo>
                    <a:pt x="2166345" y="189694"/>
                  </a:lnTo>
                  <a:lnTo>
                    <a:pt x="2164326" y="187676"/>
                  </a:lnTo>
                  <a:cubicBezTo>
                    <a:pt x="2164326" y="187676"/>
                    <a:pt x="2162139" y="189997"/>
                    <a:pt x="2161432" y="190266"/>
                  </a:cubicBezTo>
                  <a:cubicBezTo>
                    <a:pt x="2160692" y="190569"/>
                    <a:pt x="2159547" y="190703"/>
                    <a:pt x="2159547" y="190703"/>
                  </a:cubicBezTo>
                  <a:lnTo>
                    <a:pt x="2155475" y="190131"/>
                  </a:lnTo>
                  <a:lnTo>
                    <a:pt x="2155744" y="188113"/>
                  </a:lnTo>
                  <a:lnTo>
                    <a:pt x="2156047" y="186229"/>
                  </a:lnTo>
                  <a:cubicBezTo>
                    <a:pt x="2156047" y="186229"/>
                    <a:pt x="2149821" y="185489"/>
                    <a:pt x="2149249" y="185489"/>
                  </a:cubicBezTo>
                  <a:cubicBezTo>
                    <a:pt x="2148677" y="185489"/>
                    <a:pt x="2145614" y="186633"/>
                    <a:pt x="2145614" y="186633"/>
                  </a:cubicBezTo>
                  <a:cubicBezTo>
                    <a:pt x="2145614" y="186633"/>
                    <a:pt x="2145042" y="188214"/>
                    <a:pt x="2144739" y="188651"/>
                  </a:cubicBezTo>
                  <a:cubicBezTo>
                    <a:pt x="2144437" y="189088"/>
                    <a:pt x="2144167" y="190669"/>
                    <a:pt x="2144167" y="191847"/>
                  </a:cubicBezTo>
                  <a:cubicBezTo>
                    <a:pt x="2144167" y="192991"/>
                    <a:pt x="2142855" y="193596"/>
                    <a:pt x="2142283" y="194471"/>
                  </a:cubicBezTo>
                  <a:cubicBezTo>
                    <a:pt x="2141710" y="195345"/>
                    <a:pt x="2139254" y="194908"/>
                    <a:pt x="2138076" y="194605"/>
                  </a:cubicBezTo>
                  <a:cubicBezTo>
                    <a:pt x="2136931" y="194303"/>
                    <a:pt x="2137201" y="192284"/>
                    <a:pt x="2136898" y="191712"/>
                  </a:cubicBezTo>
                  <a:cubicBezTo>
                    <a:pt x="2136628" y="191140"/>
                    <a:pt x="2133566" y="191712"/>
                    <a:pt x="2132826" y="191712"/>
                  </a:cubicBezTo>
                  <a:cubicBezTo>
                    <a:pt x="2132119" y="191712"/>
                    <a:pt x="2130369" y="190838"/>
                    <a:pt x="2130369" y="190838"/>
                  </a:cubicBezTo>
                  <a:lnTo>
                    <a:pt x="2123705" y="190131"/>
                  </a:lnTo>
                  <a:lnTo>
                    <a:pt x="2120239" y="189559"/>
                  </a:lnTo>
                  <a:lnTo>
                    <a:pt x="2116032" y="187104"/>
                  </a:lnTo>
                  <a:lnTo>
                    <a:pt x="2111825" y="183773"/>
                  </a:lnTo>
                  <a:cubicBezTo>
                    <a:pt x="2111825" y="183773"/>
                    <a:pt x="2109234" y="180140"/>
                    <a:pt x="2108493" y="179871"/>
                  </a:cubicBezTo>
                  <a:cubicBezTo>
                    <a:pt x="2107787" y="179568"/>
                    <a:pt x="2106171" y="180578"/>
                    <a:pt x="2106171" y="180578"/>
                  </a:cubicBezTo>
                  <a:cubicBezTo>
                    <a:pt x="2106171" y="180578"/>
                    <a:pt x="2106171" y="184783"/>
                    <a:pt x="2106608" y="185085"/>
                  </a:cubicBezTo>
                  <a:cubicBezTo>
                    <a:pt x="2107046" y="185388"/>
                    <a:pt x="2107349" y="188281"/>
                    <a:pt x="2107349" y="188281"/>
                  </a:cubicBezTo>
                  <a:lnTo>
                    <a:pt x="2102873" y="190165"/>
                  </a:lnTo>
                  <a:lnTo>
                    <a:pt x="2101560" y="193495"/>
                  </a:lnTo>
                  <a:lnTo>
                    <a:pt x="2098363" y="197263"/>
                  </a:lnTo>
                  <a:lnTo>
                    <a:pt x="2092844" y="200728"/>
                  </a:lnTo>
                  <a:cubicBezTo>
                    <a:pt x="2092844" y="200728"/>
                    <a:pt x="2091700" y="203049"/>
                    <a:pt x="2091531" y="203486"/>
                  </a:cubicBezTo>
                  <a:cubicBezTo>
                    <a:pt x="2091397" y="203923"/>
                    <a:pt x="2085002" y="209138"/>
                    <a:pt x="2085002" y="209138"/>
                  </a:cubicBezTo>
                  <a:lnTo>
                    <a:pt x="2082815" y="205673"/>
                  </a:lnTo>
                  <a:lnTo>
                    <a:pt x="2078473" y="201771"/>
                  </a:lnTo>
                  <a:lnTo>
                    <a:pt x="2074670" y="202141"/>
                  </a:lnTo>
                  <a:cubicBezTo>
                    <a:pt x="2074670" y="202141"/>
                    <a:pt x="2069555" y="204731"/>
                    <a:pt x="2068579" y="204865"/>
                  </a:cubicBezTo>
                  <a:cubicBezTo>
                    <a:pt x="2067603" y="204966"/>
                    <a:pt x="2068579" y="199988"/>
                    <a:pt x="2068579" y="199988"/>
                  </a:cubicBezTo>
                  <a:cubicBezTo>
                    <a:pt x="2068579" y="199988"/>
                    <a:pt x="2063901" y="200862"/>
                    <a:pt x="2063026" y="200425"/>
                  </a:cubicBezTo>
                  <a:cubicBezTo>
                    <a:pt x="2062151" y="199988"/>
                    <a:pt x="2063026" y="198575"/>
                    <a:pt x="2063026" y="198575"/>
                  </a:cubicBezTo>
                  <a:cubicBezTo>
                    <a:pt x="2063026" y="198575"/>
                    <a:pt x="2061175" y="195413"/>
                    <a:pt x="2060300" y="195211"/>
                  </a:cubicBezTo>
                  <a:cubicBezTo>
                    <a:pt x="2059425" y="195009"/>
                    <a:pt x="2059559" y="195211"/>
                    <a:pt x="2059088" y="195211"/>
                  </a:cubicBezTo>
                  <a:cubicBezTo>
                    <a:pt x="2058651" y="195211"/>
                    <a:pt x="2053872" y="194235"/>
                    <a:pt x="2053232" y="194000"/>
                  </a:cubicBezTo>
                  <a:cubicBezTo>
                    <a:pt x="2052593" y="193798"/>
                    <a:pt x="2052795" y="192385"/>
                    <a:pt x="2052795" y="192385"/>
                  </a:cubicBezTo>
                  <a:cubicBezTo>
                    <a:pt x="2052795" y="192385"/>
                    <a:pt x="2052795" y="187070"/>
                    <a:pt x="2052795" y="186734"/>
                  </a:cubicBezTo>
                  <a:cubicBezTo>
                    <a:pt x="2052795" y="186397"/>
                    <a:pt x="2053939" y="181755"/>
                    <a:pt x="2053939" y="181755"/>
                  </a:cubicBezTo>
                  <a:lnTo>
                    <a:pt x="2053468" y="171865"/>
                  </a:lnTo>
                  <a:cubicBezTo>
                    <a:pt x="2053468" y="171865"/>
                    <a:pt x="2050843" y="169577"/>
                    <a:pt x="2050439" y="169376"/>
                  </a:cubicBezTo>
                  <a:cubicBezTo>
                    <a:pt x="2050002" y="169174"/>
                    <a:pt x="2046098" y="163926"/>
                    <a:pt x="2046098" y="163926"/>
                  </a:cubicBezTo>
                  <a:lnTo>
                    <a:pt x="2046199" y="161302"/>
                  </a:lnTo>
                  <a:cubicBezTo>
                    <a:pt x="2046199" y="161302"/>
                    <a:pt x="2044011" y="159351"/>
                    <a:pt x="2043708" y="159351"/>
                  </a:cubicBezTo>
                  <a:cubicBezTo>
                    <a:pt x="2043405" y="159351"/>
                    <a:pt x="2040242" y="156424"/>
                    <a:pt x="2040242" y="156424"/>
                  </a:cubicBezTo>
                  <a:lnTo>
                    <a:pt x="2037852" y="153262"/>
                  </a:lnTo>
                  <a:lnTo>
                    <a:pt x="2037516" y="148822"/>
                  </a:lnTo>
                  <a:lnTo>
                    <a:pt x="2037852" y="146534"/>
                  </a:lnTo>
                  <a:lnTo>
                    <a:pt x="2036439" y="143507"/>
                  </a:lnTo>
                  <a:lnTo>
                    <a:pt x="2033612" y="140143"/>
                  </a:lnTo>
                  <a:lnTo>
                    <a:pt x="2031761" y="137317"/>
                  </a:lnTo>
                  <a:cubicBezTo>
                    <a:pt x="2031761" y="137317"/>
                    <a:pt x="2031660" y="134727"/>
                    <a:pt x="2031424" y="133852"/>
                  </a:cubicBezTo>
                  <a:cubicBezTo>
                    <a:pt x="2031222" y="132977"/>
                    <a:pt x="2031088" y="131262"/>
                    <a:pt x="2030886" y="130589"/>
                  </a:cubicBezTo>
                  <a:cubicBezTo>
                    <a:pt x="2030684" y="129950"/>
                    <a:pt x="2030112" y="127965"/>
                    <a:pt x="2029910" y="127326"/>
                  </a:cubicBezTo>
                  <a:cubicBezTo>
                    <a:pt x="2029708" y="126687"/>
                    <a:pt x="2028496" y="124837"/>
                    <a:pt x="2028496" y="124837"/>
                  </a:cubicBezTo>
                  <a:lnTo>
                    <a:pt x="2025568" y="120598"/>
                  </a:lnTo>
                  <a:lnTo>
                    <a:pt x="2024492" y="120060"/>
                  </a:lnTo>
                  <a:lnTo>
                    <a:pt x="2024256" y="116359"/>
                  </a:lnTo>
                  <a:lnTo>
                    <a:pt x="2025333" y="113096"/>
                  </a:lnTo>
                  <a:lnTo>
                    <a:pt x="2028799" y="111246"/>
                  </a:lnTo>
                  <a:lnTo>
                    <a:pt x="2030549" y="109396"/>
                  </a:lnTo>
                  <a:cubicBezTo>
                    <a:pt x="2030549" y="109396"/>
                    <a:pt x="2033477" y="107983"/>
                    <a:pt x="2033814" y="107781"/>
                  </a:cubicBezTo>
                  <a:cubicBezTo>
                    <a:pt x="2034150" y="107580"/>
                    <a:pt x="2034150" y="107142"/>
                    <a:pt x="2034150" y="106705"/>
                  </a:cubicBezTo>
                  <a:cubicBezTo>
                    <a:pt x="2034150" y="106268"/>
                    <a:pt x="2033814" y="106066"/>
                    <a:pt x="2033376" y="105494"/>
                  </a:cubicBezTo>
                  <a:cubicBezTo>
                    <a:pt x="2032939" y="104956"/>
                    <a:pt x="2031424" y="104619"/>
                    <a:pt x="2030886" y="103980"/>
                  </a:cubicBezTo>
                  <a:cubicBezTo>
                    <a:pt x="2030347" y="103341"/>
                    <a:pt x="2027285" y="103005"/>
                    <a:pt x="2025467" y="102466"/>
                  </a:cubicBezTo>
                  <a:cubicBezTo>
                    <a:pt x="2023616" y="101928"/>
                    <a:pt x="2022640" y="102466"/>
                    <a:pt x="2021126" y="102264"/>
                  </a:cubicBezTo>
                  <a:cubicBezTo>
                    <a:pt x="2019611" y="102029"/>
                    <a:pt x="2019174" y="102029"/>
                    <a:pt x="2018837" y="101928"/>
                  </a:cubicBezTo>
                  <a:cubicBezTo>
                    <a:pt x="2018501" y="101827"/>
                    <a:pt x="2017525" y="103879"/>
                    <a:pt x="2017087" y="104216"/>
                  </a:cubicBezTo>
                  <a:cubicBezTo>
                    <a:pt x="2016650" y="104552"/>
                    <a:pt x="2014496" y="106167"/>
                    <a:pt x="2012847" y="106268"/>
                  </a:cubicBezTo>
                  <a:cubicBezTo>
                    <a:pt x="2011231" y="106369"/>
                    <a:pt x="2010558" y="106167"/>
                    <a:pt x="2009919" y="105729"/>
                  </a:cubicBezTo>
                  <a:cubicBezTo>
                    <a:pt x="2009246" y="105292"/>
                    <a:pt x="2007967" y="106066"/>
                    <a:pt x="2007530" y="105830"/>
                  </a:cubicBezTo>
                  <a:cubicBezTo>
                    <a:pt x="2007092" y="105628"/>
                    <a:pt x="2006015" y="104518"/>
                    <a:pt x="2005578" y="103879"/>
                  </a:cubicBezTo>
                  <a:cubicBezTo>
                    <a:pt x="2005140" y="103240"/>
                    <a:pt x="2005477" y="102668"/>
                    <a:pt x="2005477" y="102029"/>
                  </a:cubicBezTo>
                  <a:cubicBezTo>
                    <a:pt x="2005477" y="101390"/>
                    <a:pt x="2004938" y="101053"/>
                    <a:pt x="2004703" y="99977"/>
                  </a:cubicBezTo>
                  <a:cubicBezTo>
                    <a:pt x="2004501" y="98901"/>
                    <a:pt x="2003727" y="98665"/>
                    <a:pt x="2003727" y="98665"/>
                  </a:cubicBezTo>
                  <a:cubicBezTo>
                    <a:pt x="2003727" y="98665"/>
                    <a:pt x="2002953" y="97252"/>
                    <a:pt x="2002515" y="96378"/>
                  </a:cubicBezTo>
                  <a:cubicBezTo>
                    <a:pt x="2002077" y="95503"/>
                    <a:pt x="2001875" y="95738"/>
                    <a:pt x="2001539" y="95167"/>
                  </a:cubicBezTo>
                  <a:cubicBezTo>
                    <a:pt x="2001202" y="94628"/>
                    <a:pt x="2000226" y="93653"/>
                    <a:pt x="1999486" y="92677"/>
                  </a:cubicBezTo>
                  <a:cubicBezTo>
                    <a:pt x="1998712" y="91702"/>
                    <a:pt x="1998813" y="91466"/>
                    <a:pt x="1998409" y="90491"/>
                  </a:cubicBezTo>
                  <a:cubicBezTo>
                    <a:pt x="1997972" y="89515"/>
                    <a:pt x="1997736" y="88842"/>
                    <a:pt x="1997298" y="88203"/>
                  </a:cubicBezTo>
                  <a:cubicBezTo>
                    <a:pt x="1996861" y="87564"/>
                    <a:pt x="1995986" y="87127"/>
                    <a:pt x="1995683" y="87026"/>
                  </a:cubicBezTo>
                  <a:cubicBezTo>
                    <a:pt x="1995347" y="86925"/>
                    <a:pt x="1994169" y="86588"/>
                    <a:pt x="1992957" y="86252"/>
                  </a:cubicBezTo>
                  <a:cubicBezTo>
                    <a:pt x="1991779" y="85916"/>
                    <a:pt x="1990567" y="84637"/>
                    <a:pt x="1990231" y="84301"/>
                  </a:cubicBezTo>
                  <a:cubicBezTo>
                    <a:pt x="1989895" y="83965"/>
                    <a:pt x="1988717" y="82787"/>
                    <a:pt x="1987842" y="82114"/>
                  </a:cubicBezTo>
                  <a:cubicBezTo>
                    <a:pt x="1986967" y="81475"/>
                    <a:pt x="1986764" y="81576"/>
                    <a:pt x="1986764" y="81576"/>
                  </a:cubicBezTo>
                  <a:lnTo>
                    <a:pt x="1984712" y="81913"/>
                  </a:lnTo>
                  <a:cubicBezTo>
                    <a:pt x="1984712" y="81913"/>
                    <a:pt x="1983736" y="84940"/>
                    <a:pt x="1983399" y="85176"/>
                  </a:cubicBezTo>
                  <a:cubicBezTo>
                    <a:pt x="1983063" y="85377"/>
                    <a:pt x="1982625" y="87564"/>
                    <a:pt x="1982423" y="88001"/>
                  </a:cubicBezTo>
                  <a:cubicBezTo>
                    <a:pt x="1982188" y="88439"/>
                    <a:pt x="1981010" y="90726"/>
                    <a:pt x="1981010" y="90726"/>
                  </a:cubicBezTo>
                  <a:lnTo>
                    <a:pt x="1980370" y="92240"/>
                  </a:lnTo>
                  <a:cubicBezTo>
                    <a:pt x="1980370" y="92240"/>
                    <a:pt x="1979697" y="95066"/>
                    <a:pt x="1979394" y="95839"/>
                  </a:cubicBezTo>
                  <a:cubicBezTo>
                    <a:pt x="1979058" y="96613"/>
                    <a:pt x="1978317" y="98564"/>
                    <a:pt x="1978317" y="98564"/>
                  </a:cubicBezTo>
                  <a:cubicBezTo>
                    <a:pt x="1978317" y="98564"/>
                    <a:pt x="1977341" y="99775"/>
                    <a:pt x="1976904" y="99775"/>
                  </a:cubicBezTo>
                  <a:cubicBezTo>
                    <a:pt x="1976466" y="99775"/>
                    <a:pt x="1975289" y="100212"/>
                    <a:pt x="1974851" y="100212"/>
                  </a:cubicBezTo>
                  <a:cubicBezTo>
                    <a:pt x="1974414" y="100212"/>
                    <a:pt x="1972798" y="101188"/>
                    <a:pt x="1972798" y="101188"/>
                  </a:cubicBezTo>
                  <a:lnTo>
                    <a:pt x="1975188" y="105528"/>
                  </a:lnTo>
                  <a:cubicBezTo>
                    <a:pt x="1975188" y="105528"/>
                    <a:pt x="1974312" y="106839"/>
                    <a:pt x="1974312" y="107142"/>
                  </a:cubicBezTo>
                  <a:cubicBezTo>
                    <a:pt x="1974312" y="107479"/>
                    <a:pt x="1972125" y="108555"/>
                    <a:pt x="1971586" y="109093"/>
                  </a:cubicBezTo>
                  <a:cubicBezTo>
                    <a:pt x="1971048" y="109632"/>
                    <a:pt x="1970173" y="109732"/>
                    <a:pt x="1970173" y="109732"/>
                  </a:cubicBezTo>
                  <a:lnTo>
                    <a:pt x="1967009" y="110069"/>
                  </a:lnTo>
                  <a:cubicBezTo>
                    <a:pt x="1967009" y="110069"/>
                    <a:pt x="1964822" y="110405"/>
                    <a:pt x="1964519" y="110405"/>
                  </a:cubicBezTo>
                  <a:cubicBezTo>
                    <a:pt x="1964182" y="110405"/>
                    <a:pt x="1961927" y="109329"/>
                    <a:pt x="1961927" y="109329"/>
                  </a:cubicBezTo>
                  <a:lnTo>
                    <a:pt x="1960077" y="107479"/>
                  </a:lnTo>
                  <a:lnTo>
                    <a:pt x="1958225" y="106268"/>
                  </a:lnTo>
                  <a:lnTo>
                    <a:pt x="1956173" y="103442"/>
                  </a:lnTo>
                  <a:lnTo>
                    <a:pt x="1955399" y="101356"/>
                  </a:lnTo>
                  <a:lnTo>
                    <a:pt x="1955298" y="98631"/>
                  </a:lnTo>
                  <a:lnTo>
                    <a:pt x="1954860" y="95267"/>
                  </a:lnTo>
                  <a:cubicBezTo>
                    <a:pt x="1954860" y="95267"/>
                    <a:pt x="1952908" y="93855"/>
                    <a:pt x="1951932" y="93653"/>
                  </a:cubicBezTo>
                  <a:cubicBezTo>
                    <a:pt x="1950956" y="93451"/>
                    <a:pt x="1947927" y="93888"/>
                    <a:pt x="1947590" y="93888"/>
                  </a:cubicBezTo>
                  <a:cubicBezTo>
                    <a:pt x="1947254" y="93888"/>
                    <a:pt x="1944225" y="94763"/>
                    <a:pt x="1944225" y="94763"/>
                  </a:cubicBezTo>
                  <a:lnTo>
                    <a:pt x="1942475" y="96075"/>
                  </a:lnTo>
                  <a:lnTo>
                    <a:pt x="1936720" y="96613"/>
                  </a:lnTo>
                  <a:lnTo>
                    <a:pt x="1932379" y="93350"/>
                  </a:lnTo>
                  <a:lnTo>
                    <a:pt x="1930528" y="92576"/>
                  </a:lnTo>
                  <a:lnTo>
                    <a:pt x="1929014" y="90188"/>
                  </a:lnTo>
                  <a:cubicBezTo>
                    <a:pt x="1929014" y="90188"/>
                    <a:pt x="1926523" y="87463"/>
                    <a:pt x="1926086" y="87362"/>
                  </a:cubicBezTo>
                  <a:cubicBezTo>
                    <a:pt x="1925648" y="87261"/>
                    <a:pt x="1924234" y="87564"/>
                    <a:pt x="1922956" y="87564"/>
                  </a:cubicBezTo>
                  <a:cubicBezTo>
                    <a:pt x="1921643" y="87564"/>
                    <a:pt x="1921306" y="87766"/>
                    <a:pt x="1920667" y="88001"/>
                  </a:cubicBezTo>
                  <a:cubicBezTo>
                    <a:pt x="1920028" y="88203"/>
                    <a:pt x="1916965" y="90053"/>
                    <a:pt x="1915248" y="90053"/>
                  </a:cubicBezTo>
                  <a:cubicBezTo>
                    <a:pt x="1913498" y="90053"/>
                    <a:pt x="1914037" y="89280"/>
                    <a:pt x="1914037" y="89280"/>
                  </a:cubicBezTo>
                  <a:cubicBezTo>
                    <a:pt x="1914037" y="89280"/>
                    <a:pt x="1915013" y="83864"/>
                    <a:pt x="1915248" y="83527"/>
                  </a:cubicBezTo>
                  <a:cubicBezTo>
                    <a:pt x="1915451" y="83191"/>
                    <a:pt x="1915248" y="82114"/>
                    <a:pt x="1915248" y="82114"/>
                  </a:cubicBezTo>
                  <a:cubicBezTo>
                    <a:pt x="1915248" y="82114"/>
                    <a:pt x="1918176" y="80903"/>
                    <a:pt x="1918614" y="80601"/>
                  </a:cubicBezTo>
                  <a:cubicBezTo>
                    <a:pt x="1919051" y="80264"/>
                    <a:pt x="1920903" y="79726"/>
                    <a:pt x="1921004" y="79087"/>
                  </a:cubicBezTo>
                  <a:cubicBezTo>
                    <a:pt x="1921104" y="78448"/>
                    <a:pt x="1924605" y="74848"/>
                    <a:pt x="1924605" y="74848"/>
                  </a:cubicBezTo>
                  <a:lnTo>
                    <a:pt x="1925244" y="73772"/>
                  </a:lnTo>
                  <a:lnTo>
                    <a:pt x="1924605" y="72022"/>
                  </a:lnTo>
                  <a:lnTo>
                    <a:pt x="1922417" y="70946"/>
                  </a:lnTo>
                  <a:lnTo>
                    <a:pt x="1923932" y="68356"/>
                  </a:lnTo>
                  <a:lnTo>
                    <a:pt x="1928374" y="66741"/>
                  </a:lnTo>
                  <a:lnTo>
                    <a:pt x="1932379" y="63713"/>
                  </a:lnTo>
                  <a:lnTo>
                    <a:pt x="1933893" y="61661"/>
                  </a:lnTo>
                  <a:lnTo>
                    <a:pt x="1934970" y="59071"/>
                  </a:lnTo>
                  <a:cubicBezTo>
                    <a:pt x="1934970" y="59071"/>
                    <a:pt x="1937797" y="56885"/>
                    <a:pt x="1938235" y="56447"/>
                  </a:cubicBezTo>
                  <a:cubicBezTo>
                    <a:pt x="1938672" y="56010"/>
                    <a:pt x="1939446" y="54160"/>
                    <a:pt x="1939648" y="53823"/>
                  </a:cubicBezTo>
                  <a:cubicBezTo>
                    <a:pt x="1939850" y="53487"/>
                    <a:pt x="1940826" y="51536"/>
                    <a:pt x="1940826" y="51536"/>
                  </a:cubicBezTo>
                  <a:lnTo>
                    <a:pt x="1942004" y="48508"/>
                  </a:lnTo>
                  <a:lnTo>
                    <a:pt x="1942341" y="45245"/>
                  </a:lnTo>
                  <a:lnTo>
                    <a:pt x="1941466" y="43765"/>
                  </a:lnTo>
                  <a:lnTo>
                    <a:pt x="1940725" y="38887"/>
                  </a:lnTo>
                  <a:cubicBezTo>
                    <a:pt x="1940725" y="38887"/>
                    <a:pt x="1942138" y="37676"/>
                    <a:pt x="1942576" y="37273"/>
                  </a:cubicBezTo>
                  <a:cubicBezTo>
                    <a:pt x="1943014" y="36835"/>
                    <a:pt x="1944326" y="36398"/>
                    <a:pt x="1944326" y="36398"/>
                  </a:cubicBezTo>
                  <a:lnTo>
                    <a:pt x="1948331" y="34649"/>
                  </a:lnTo>
                  <a:lnTo>
                    <a:pt x="1951596" y="32260"/>
                  </a:lnTo>
                  <a:lnTo>
                    <a:pt x="1951898" y="30074"/>
                  </a:lnTo>
                  <a:lnTo>
                    <a:pt x="1950048" y="27585"/>
                  </a:lnTo>
                  <a:lnTo>
                    <a:pt x="1949173" y="25633"/>
                  </a:lnTo>
                  <a:lnTo>
                    <a:pt x="1945370" y="21832"/>
                  </a:lnTo>
                  <a:lnTo>
                    <a:pt x="1940793" y="18031"/>
                  </a:lnTo>
                  <a:lnTo>
                    <a:pt x="1937090" y="13052"/>
                  </a:lnTo>
                  <a:lnTo>
                    <a:pt x="1931335" y="8376"/>
                  </a:lnTo>
                  <a:lnTo>
                    <a:pt x="1927634" y="4373"/>
                  </a:lnTo>
                  <a:lnTo>
                    <a:pt x="1927634" y="34"/>
                  </a:lnTo>
                  <a:lnTo>
                    <a:pt x="1926759" y="0"/>
                  </a:lnTo>
                  <a:lnTo>
                    <a:pt x="1925008" y="0"/>
                  </a:lnTo>
                  <a:lnTo>
                    <a:pt x="1921979" y="0"/>
                  </a:lnTo>
                  <a:lnTo>
                    <a:pt x="1918210" y="706"/>
                  </a:lnTo>
                  <a:lnTo>
                    <a:pt x="1912859" y="1716"/>
                  </a:lnTo>
                  <a:lnTo>
                    <a:pt x="1910537" y="1716"/>
                  </a:lnTo>
                  <a:lnTo>
                    <a:pt x="1907643" y="1716"/>
                  </a:lnTo>
                  <a:lnTo>
                    <a:pt x="1905758" y="1716"/>
                  </a:lnTo>
                  <a:lnTo>
                    <a:pt x="1903133" y="3364"/>
                  </a:lnTo>
                  <a:lnTo>
                    <a:pt x="1898791" y="6930"/>
                  </a:lnTo>
                  <a:lnTo>
                    <a:pt x="1897479" y="9385"/>
                  </a:lnTo>
                  <a:lnTo>
                    <a:pt x="1893710" y="10395"/>
                  </a:lnTo>
                  <a:lnTo>
                    <a:pt x="1874594" y="10395"/>
                  </a:lnTo>
                  <a:lnTo>
                    <a:pt x="1872002" y="10395"/>
                  </a:lnTo>
                  <a:lnTo>
                    <a:pt x="1870252" y="11471"/>
                  </a:lnTo>
                  <a:lnTo>
                    <a:pt x="1868502" y="12850"/>
                  </a:lnTo>
                  <a:lnTo>
                    <a:pt x="1864733" y="14734"/>
                  </a:lnTo>
                  <a:lnTo>
                    <a:pt x="1862276" y="16315"/>
                  </a:lnTo>
                  <a:lnTo>
                    <a:pt x="1861570" y="17190"/>
                  </a:lnTo>
                  <a:lnTo>
                    <a:pt x="1860425" y="20083"/>
                  </a:lnTo>
                  <a:cubicBezTo>
                    <a:pt x="1860425" y="20083"/>
                    <a:pt x="1860291" y="21664"/>
                    <a:pt x="1860291" y="22101"/>
                  </a:cubicBezTo>
                  <a:cubicBezTo>
                    <a:pt x="1860291" y="22539"/>
                    <a:pt x="1859853" y="23985"/>
                    <a:pt x="1859853" y="23985"/>
                  </a:cubicBezTo>
                  <a:lnTo>
                    <a:pt x="1859281" y="25734"/>
                  </a:lnTo>
                  <a:lnTo>
                    <a:pt x="1858541" y="27484"/>
                  </a:lnTo>
                  <a:lnTo>
                    <a:pt x="1857396" y="29065"/>
                  </a:lnTo>
                  <a:cubicBezTo>
                    <a:pt x="1857396" y="29065"/>
                    <a:pt x="1856084" y="31386"/>
                    <a:pt x="1855646" y="31958"/>
                  </a:cubicBezTo>
                  <a:cubicBezTo>
                    <a:pt x="1855209" y="32530"/>
                    <a:pt x="1854199" y="34582"/>
                    <a:pt x="1854199" y="34582"/>
                  </a:cubicBezTo>
                  <a:lnTo>
                    <a:pt x="1852315" y="36903"/>
                  </a:lnTo>
                  <a:lnTo>
                    <a:pt x="1851002" y="38786"/>
                  </a:lnTo>
                  <a:lnTo>
                    <a:pt x="1849420" y="39796"/>
                  </a:lnTo>
                  <a:lnTo>
                    <a:pt x="1847839" y="41545"/>
                  </a:lnTo>
                  <a:cubicBezTo>
                    <a:pt x="1847839" y="41545"/>
                    <a:pt x="1846391" y="43563"/>
                    <a:pt x="1845954" y="43732"/>
                  </a:cubicBezTo>
                  <a:cubicBezTo>
                    <a:pt x="1845516" y="43866"/>
                    <a:pt x="1843497" y="44741"/>
                    <a:pt x="1843497" y="44741"/>
                  </a:cubicBezTo>
                  <a:lnTo>
                    <a:pt x="1841747" y="45481"/>
                  </a:lnTo>
                  <a:lnTo>
                    <a:pt x="1838853" y="48105"/>
                  </a:lnTo>
                  <a:lnTo>
                    <a:pt x="1837540" y="49114"/>
                  </a:lnTo>
                  <a:lnTo>
                    <a:pt x="1835790" y="50426"/>
                  </a:lnTo>
                  <a:lnTo>
                    <a:pt x="1835487" y="51300"/>
                  </a:lnTo>
                  <a:lnTo>
                    <a:pt x="1835487" y="53184"/>
                  </a:lnTo>
                  <a:lnTo>
                    <a:pt x="1835622" y="55943"/>
                  </a:lnTo>
                  <a:lnTo>
                    <a:pt x="1833737" y="58701"/>
                  </a:lnTo>
                  <a:lnTo>
                    <a:pt x="1833434" y="61460"/>
                  </a:lnTo>
                  <a:lnTo>
                    <a:pt x="1831684" y="63915"/>
                  </a:lnTo>
                  <a:lnTo>
                    <a:pt x="1829799" y="65227"/>
                  </a:lnTo>
                  <a:lnTo>
                    <a:pt x="1827612" y="67246"/>
                  </a:lnTo>
                  <a:lnTo>
                    <a:pt x="1822396" y="67818"/>
                  </a:lnTo>
                  <a:lnTo>
                    <a:pt x="1819804" y="67818"/>
                  </a:lnTo>
                  <a:lnTo>
                    <a:pt x="1817920" y="69129"/>
                  </a:lnTo>
                  <a:lnTo>
                    <a:pt x="1815463" y="71316"/>
                  </a:lnTo>
                  <a:lnTo>
                    <a:pt x="1815025" y="71316"/>
                  </a:lnTo>
                  <a:lnTo>
                    <a:pt x="1814016" y="72527"/>
                  </a:lnTo>
                  <a:lnTo>
                    <a:pt x="1814588" y="75656"/>
                  </a:lnTo>
                  <a:lnTo>
                    <a:pt x="1814588" y="77102"/>
                  </a:lnTo>
                  <a:lnTo>
                    <a:pt x="1814285" y="78111"/>
                  </a:lnTo>
                  <a:lnTo>
                    <a:pt x="1813275" y="81576"/>
                  </a:lnTo>
                  <a:lnTo>
                    <a:pt x="1812838" y="86050"/>
                  </a:lnTo>
                  <a:cubicBezTo>
                    <a:pt x="1812838" y="86050"/>
                    <a:pt x="1812838" y="87934"/>
                    <a:pt x="1812838" y="88371"/>
                  </a:cubicBezTo>
                  <a:cubicBezTo>
                    <a:pt x="1812838" y="88809"/>
                    <a:pt x="1813343" y="90390"/>
                    <a:pt x="1813343" y="90827"/>
                  </a:cubicBezTo>
                  <a:cubicBezTo>
                    <a:pt x="1813343" y="91264"/>
                    <a:pt x="1813982" y="92845"/>
                    <a:pt x="1813982" y="92845"/>
                  </a:cubicBezTo>
                  <a:lnTo>
                    <a:pt x="1814857" y="94426"/>
                  </a:lnTo>
                  <a:lnTo>
                    <a:pt x="1815732" y="95301"/>
                  </a:lnTo>
                  <a:cubicBezTo>
                    <a:pt x="1815732" y="95301"/>
                    <a:pt x="1816876" y="95604"/>
                    <a:pt x="1817482" y="95604"/>
                  </a:cubicBezTo>
                  <a:cubicBezTo>
                    <a:pt x="1818054" y="95604"/>
                    <a:pt x="1821117" y="96344"/>
                    <a:pt x="1821117" y="96344"/>
                  </a:cubicBezTo>
                  <a:lnTo>
                    <a:pt x="1823708" y="96209"/>
                  </a:lnTo>
                  <a:lnTo>
                    <a:pt x="1825896" y="95469"/>
                  </a:lnTo>
                  <a:lnTo>
                    <a:pt x="1827477" y="94595"/>
                  </a:lnTo>
                  <a:cubicBezTo>
                    <a:pt x="1827477" y="94595"/>
                    <a:pt x="1829059" y="94460"/>
                    <a:pt x="1829665" y="93148"/>
                  </a:cubicBezTo>
                  <a:cubicBezTo>
                    <a:pt x="1830237" y="91836"/>
                    <a:pt x="1831247" y="90692"/>
                    <a:pt x="1831247" y="90692"/>
                  </a:cubicBezTo>
                  <a:lnTo>
                    <a:pt x="1833132" y="88237"/>
                  </a:lnTo>
                  <a:cubicBezTo>
                    <a:pt x="1833132" y="88237"/>
                    <a:pt x="1835319" y="87059"/>
                    <a:pt x="1836766" y="86555"/>
                  </a:cubicBezTo>
                  <a:cubicBezTo>
                    <a:pt x="1838213" y="86050"/>
                    <a:pt x="1839088" y="86487"/>
                    <a:pt x="1839526" y="86723"/>
                  </a:cubicBezTo>
                  <a:cubicBezTo>
                    <a:pt x="1839963" y="86958"/>
                    <a:pt x="1841848" y="86218"/>
                    <a:pt x="1843295" y="86790"/>
                  </a:cubicBezTo>
                  <a:cubicBezTo>
                    <a:pt x="1844742" y="87362"/>
                    <a:pt x="1845315" y="86487"/>
                    <a:pt x="1846627" y="86790"/>
                  </a:cubicBezTo>
                  <a:cubicBezTo>
                    <a:pt x="1847939" y="87093"/>
                    <a:pt x="1848949" y="87362"/>
                    <a:pt x="1849656" y="87665"/>
                  </a:cubicBezTo>
                  <a:cubicBezTo>
                    <a:pt x="1850396" y="87968"/>
                    <a:pt x="1852112" y="88674"/>
                    <a:pt x="1852685" y="89111"/>
                  </a:cubicBezTo>
                  <a:cubicBezTo>
                    <a:pt x="1853257" y="89549"/>
                    <a:pt x="1854570" y="90121"/>
                    <a:pt x="1855007" y="90255"/>
                  </a:cubicBezTo>
                  <a:cubicBezTo>
                    <a:pt x="1855444" y="90390"/>
                    <a:pt x="1857464" y="92139"/>
                    <a:pt x="1858069" y="92274"/>
                  </a:cubicBezTo>
                  <a:cubicBezTo>
                    <a:pt x="1858642" y="92408"/>
                    <a:pt x="1858776" y="93148"/>
                    <a:pt x="1858776" y="93148"/>
                  </a:cubicBezTo>
                  <a:lnTo>
                    <a:pt x="1859786" y="94595"/>
                  </a:lnTo>
                  <a:lnTo>
                    <a:pt x="1861098" y="96344"/>
                  </a:lnTo>
                  <a:lnTo>
                    <a:pt x="1863252" y="99977"/>
                  </a:lnTo>
                  <a:lnTo>
                    <a:pt x="1863252" y="102433"/>
                  </a:lnTo>
                  <a:lnTo>
                    <a:pt x="1861872" y="104754"/>
                  </a:lnTo>
                  <a:lnTo>
                    <a:pt x="1860358" y="106940"/>
                  </a:lnTo>
                  <a:lnTo>
                    <a:pt x="1859921" y="109564"/>
                  </a:lnTo>
                  <a:lnTo>
                    <a:pt x="1859786" y="112188"/>
                  </a:lnTo>
                  <a:lnTo>
                    <a:pt x="1859786" y="115081"/>
                  </a:lnTo>
                  <a:lnTo>
                    <a:pt x="1862175" y="117402"/>
                  </a:lnTo>
                  <a:lnTo>
                    <a:pt x="1865574" y="119152"/>
                  </a:lnTo>
                  <a:lnTo>
                    <a:pt x="1867324" y="120901"/>
                  </a:lnTo>
                  <a:lnTo>
                    <a:pt x="1870084" y="122045"/>
                  </a:lnTo>
                  <a:lnTo>
                    <a:pt x="1872104" y="123491"/>
                  </a:lnTo>
                  <a:lnTo>
                    <a:pt x="1874291" y="124938"/>
                  </a:lnTo>
                  <a:lnTo>
                    <a:pt x="1875435" y="129580"/>
                  </a:lnTo>
                  <a:lnTo>
                    <a:pt x="1875435" y="135231"/>
                  </a:lnTo>
                  <a:lnTo>
                    <a:pt x="1874224" y="141017"/>
                  </a:lnTo>
                  <a:cubicBezTo>
                    <a:pt x="1874224" y="141017"/>
                    <a:pt x="1872709" y="146231"/>
                    <a:pt x="1872709" y="146803"/>
                  </a:cubicBezTo>
                  <a:cubicBezTo>
                    <a:pt x="1872709" y="147375"/>
                    <a:pt x="1869377" y="152589"/>
                    <a:pt x="1869377" y="152589"/>
                  </a:cubicBezTo>
                  <a:lnTo>
                    <a:pt x="1862714" y="159553"/>
                  </a:lnTo>
                  <a:lnTo>
                    <a:pt x="1854738" y="165507"/>
                  </a:lnTo>
                  <a:lnTo>
                    <a:pt x="1848781" y="170418"/>
                  </a:lnTo>
                  <a:lnTo>
                    <a:pt x="1840233" y="177382"/>
                  </a:lnTo>
                  <a:lnTo>
                    <a:pt x="1833838" y="183033"/>
                  </a:lnTo>
                  <a:lnTo>
                    <a:pt x="1829766" y="191578"/>
                  </a:lnTo>
                  <a:lnTo>
                    <a:pt x="1825425" y="198978"/>
                  </a:lnTo>
                  <a:lnTo>
                    <a:pt x="1823977" y="206951"/>
                  </a:lnTo>
                  <a:lnTo>
                    <a:pt x="1823102" y="218254"/>
                  </a:lnTo>
                  <a:lnTo>
                    <a:pt x="1821521" y="226058"/>
                  </a:lnTo>
                  <a:lnTo>
                    <a:pt x="1817448" y="233459"/>
                  </a:lnTo>
                  <a:lnTo>
                    <a:pt x="1812098" y="242575"/>
                  </a:lnTo>
                  <a:lnTo>
                    <a:pt x="1810953" y="248799"/>
                  </a:lnTo>
                  <a:lnTo>
                    <a:pt x="1804727" y="261851"/>
                  </a:lnTo>
                  <a:lnTo>
                    <a:pt x="1798400" y="274096"/>
                  </a:lnTo>
                  <a:lnTo>
                    <a:pt x="1795640" y="279680"/>
                  </a:lnTo>
                  <a:cubicBezTo>
                    <a:pt x="1795640" y="279680"/>
                    <a:pt x="1793756" y="282506"/>
                    <a:pt x="1793688" y="282708"/>
                  </a:cubicBezTo>
                  <a:cubicBezTo>
                    <a:pt x="1793621" y="282943"/>
                    <a:pt x="1790929" y="287282"/>
                    <a:pt x="1790929" y="287282"/>
                  </a:cubicBezTo>
                  <a:lnTo>
                    <a:pt x="1789919" y="292295"/>
                  </a:lnTo>
                  <a:lnTo>
                    <a:pt x="1789414" y="298081"/>
                  </a:lnTo>
                  <a:lnTo>
                    <a:pt x="1785342" y="306423"/>
                  </a:lnTo>
                  <a:lnTo>
                    <a:pt x="1783020" y="310763"/>
                  </a:lnTo>
                  <a:lnTo>
                    <a:pt x="1782650" y="311638"/>
                  </a:lnTo>
                  <a:cubicBezTo>
                    <a:pt x="1782650" y="311638"/>
                    <a:pt x="1781573" y="313286"/>
                    <a:pt x="1781573" y="313589"/>
                  </a:cubicBezTo>
                  <a:cubicBezTo>
                    <a:pt x="1781573" y="313891"/>
                    <a:pt x="1780765" y="315540"/>
                    <a:pt x="1780765" y="315540"/>
                  </a:cubicBezTo>
                  <a:lnTo>
                    <a:pt x="1780496" y="317625"/>
                  </a:lnTo>
                  <a:lnTo>
                    <a:pt x="1779755" y="319072"/>
                  </a:lnTo>
                  <a:lnTo>
                    <a:pt x="1779755" y="321326"/>
                  </a:lnTo>
                  <a:lnTo>
                    <a:pt x="1779755" y="323210"/>
                  </a:lnTo>
                  <a:cubicBezTo>
                    <a:pt x="1779755" y="323210"/>
                    <a:pt x="1779755" y="324656"/>
                    <a:pt x="1779755" y="324959"/>
                  </a:cubicBezTo>
                  <a:cubicBezTo>
                    <a:pt x="1779755" y="325262"/>
                    <a:pt x="1778880" y="327650"/>
                    <a:pt x="1778880" y="327650"/>
                  </a:cubicBezTo>
                  <a:cubicBezTo>
                    <a:pt x="1778880" y="327650"/>
                    <a:pt x="1777938" y="328827"/>
                    <a:pt x="1777433" y="329164"/>
                  </a:cubicBezTo>
                  <a:cubicBezTo>
                    <a:pt x="1776928" y="329534"/>
                    <a:pt x="1775851" y="330173"/>
                    <a:pt x="1775851" y="330173"/>
                  </a:cubicBezTo>
                  <a:lnTo>
                    <a:pt x="1774472" y="330980"/>
                  </a:lnTo>
                  <a:cubicBezTo>
                    <a:pt x="1774472" y="330980"/>
                    <a:pt x="1772149" y="332225"/>
                    <a:pt x="1771947" y="332292"/>
                  </a:cubicBezTo>
                  <a:cubicBezTo>
                    <a:pt x="1771745" y="332360"/>
                    <a:pt x="1770567" y="333234"/>
                    <a:pt x="1770567" y="333234"/>
                  </a:cubicBezTo>
                  <a:lnTo>
                    <a:pt x="1769895" y="335051"/>
                  </a:lnTo>
                  <a:lnTo>
                    <a:pt x="1768952" y="337439"/>
                  </a:lnTo>
                  <a:lnTo>
                    <a:pt x="1768380" y="339323"/>
                  </a:lnTo>
                  <a:lnTo>
                    <a:pt x="1769524" y="340332"/>
                  </a:lnTo>
                  <a:lnTo>
                    <a:pt x="1771914" y="342149"/>
                  </a:lnTo>
                  <a:cubicBezTo>
                    <a:pt x="1771914" y="342149"/>
                    <a:pt x="1773294" y="342216"/>
                    <a:pt x="1773495" y="342283"/>
                  </a:cubicBezTo>
                  <a:cubicBezTo>
                    <a:pt x="1773698" y="342351"/>
                    <a:pt x="1775515" y="342418"/>
                    <a:pt x="1775818" y="342283"/>
                  </a:cubicBezTo>
                  <a:cubicBezTo>
                    <a:pt x="1776121" y="342149"/>
                    <a:pt x="1777501" y="342081"/>
                    <a:pt x="1777770" y="342081"/>
                  </a:cubicBezTo>
                  <a:cubicBezTo>
                    <a:pt x="1778039" y="342081"/>
                    <a:pt x="1779082" y="341644"/>
                    <a:pt x="1779082" y="341644"/>
                  </a:cubicBezTo>
                  <a:cubicBezTo>
                    <a:pt x="1779082" y="341644"/>
                    <a:pt x="1780226" y="341207"/>
                    <a:pt x="1780462" y="341140"/>
                  </a:cubicBezTo>
                  <a:cubicBezTo>
                    <a:pt x="1780698" y="341072"/>
                    <a:pt x="1782044" y="341072"/>
                    <a:pt x="1782347" y="341140"/>
                  </a:cubicBezTo>
                  <a:cubicBezTo>
                    <a:pt x="1782650" y="341207"/>
                    <a:pt x="1783524" y="341140"/>
                    <a:pt x="1783524" y="341140"/>
                  </a:cubicBezTo>
                  <a:lnTo>
                    <a:pt x="1785712" y="342653"/>
                  </a:lnTo>
                  <a:lnTo>
                    <a:pt x="1786587" y="344604"/>
                  </a:lnTo>
                  <a:lnTo>
                    <a:pt x="1787092" y="349684"/>
                  </a:lnTo>
                  <a:lnTo>
                    <a:pt x="1786957" y="353452"/>
                  </a:lnTo>
                  <a:lnTo>
                    <a:pt x="1786823" y="356917"/>
                  </a:lnTo>
                  <a:lnTo>
                    <a:pt x="1786385" y="359608"/>
                  </a:lnTo>
                  <a:lnTo>
                    <a:pt x="1785510" y="362501"/>
                  </a:lnTo>
                  <a:lnTo>
                    <a:pt x="1783693" y="365764"/>
                  </a:lnTo>
                  <a:lnTo>
                    <a:pt x="1782077" y="367950"/>
                  </a:lnTo>
                  <a:lnTo>
                    <a:pt x="1779822" y="370406"/>
                  </a:lnTo>
                  <a:lnTo>
                    <a:pt x="1777298" y="372794"/>
                  </a:lnTo>
                  <a:lnTo>
                    <a:pt x="1773664" y="374981"/>
                  </a:lnTo>
                  <a:lnTo>
                    <a:pt x="1768447" y="379119"/>
                  </a:lnTo>
                  <a:lnTo>
                    <a:pt x="1762558" y="379119"/>
                  </a:lnTo>
                  <a:lnTo>
                    <a:pt x="1756264" y="380868"/>
                  </a:lnTo>
                  <a:lnTo>
                    <a:pt x="1752798" y="380868"/>
                  </a:lnTo>
                  <a:lnTo>
                    <a:pt x="1750207" y="382516"/>
                  </a:lnTo>
                  <a:lnTo>
                    <a:pt x="1745865" y="385880"/>
                  </a:lnTo>
                  <a:lnTo>
                    <a:pt x="1729778" y="396510"/>
                  </a:lnTo>
                  <a:cubicBezTo>
                    <a:pt x="1729778" y="396510"/>
                    <a:pt x="1709350" y="410841"/>
                    <a:pt x="1709014" y="411076"/>
                  </a:cubicBezTo>
                  <a:cubicBezTo>
                    <a:pt x="1708677" y="411278"/>
                    <a:pt x="1706388" y="414339"/>
                    <a:pt x="1706388" y="414339"/>
                  </a:cubicBezTo>
                  <a:cubicBezTo>
                    <a:pt x="1706388" y="414339"/>
                    <a:pt x="1704739" y="415988"/>
                    <a:pt x="1703999" y="416526"/>
                  </a:cubicBezTo>
                  <a:cubicBezTo>
                    <a:pt x="1703225" y="417064"/>
                    <a:pt x="1701273" y="419251"/>
                    <a:pt x="1700398" y="420092"/>
                  </a:cubicBezTo>
                  <a:cubicBezTo>
                    <a:pt x="1699523" y="420966"/>
                    <a:pt x="1696056" y="422917"/>
                    <a:pt x="1695484" y="423119"/>
                  </a:cubicBezTo>
                  <a:cubicBezTo>
                    <a:pt x="1694946" y="423321"/>
                    <a:pt x="1692321" y="425945"/>
                    <a:pt x="1692321" y="425945"/>
                  </a:cubicBezTo>
                  <a:lnTo>
                    <a:pt x="1689258" y="425844"/>
                  </a:lnTo>
                  <a:cubicBezTo>
                    <a:pt x="1689258" y="425844"/>
                    <a:pt x="1685018" y="428031"/>
                    <a:pt x="1684580" y="428132"/>
                  </a:cubicBezTo>
                  <a:cubicBezTo>
                    <a:pt x="1684143" y="428233"/>
                    <a:pt x="1683402" y="428233"/>
                    <a:pt x="1682965" y="428132"/>
                  </a:cubicBezTo>
                  <a:cubicBezTo>
                    <a:pt x="1682527" y="428031"/>
                    <a:pt x="1681450" y="428771"/>
                    <a:pt x="1681215" y="429107"/>
                  </a:cubicBezTo>
                  <a:cubicBezTo>
                    <a:pt x="1681013" y="429444"/>
                    <a:pt x="1680003" y="430756"/>
                    <a:pt x="1679700" y="431058"/>
                  </a:cubicBezTo>
                  <a:cubicBezTo>
                    <a:pt x="1679364" y="431395"/>
                    <a:pt x="1677109" y="431933"/>
                    <a:pt x="1676234" y="432034"/>
                  </a:cubicBezTo>
                  <a:cubicBezTo>
                    <a:pt x="1675359" y="432135"/>
                    <a:pt x="1673945" y="432471"/>
                    <a:pt x="1673306" y="432471"/>
                  </a:cubicBezTo>
                  <a:cubicBezTo>
                    <a:pt x="1672666" y="432471"/>
                    <a:pt x="1669267" y="432572"/>
                    <a:pt x="1668863" y="432572"/>
                  </a:cubicBezTo>
                  <a:cubicBezTo>
                    <a:pt x="1668426" y="432572"/>
                    <a:pt x="1667012" y="432370"/>
                    <a:pt x="1667012" y="432370"/>
                  </a:cubicBezTo>
                  <a:cubicBezTo>
                    <a:pt x="1667012" y="432370"/>
                    <a:pt x="1665498" y="431731"/>
                    <a:pt x="1665263" y="431395"/>
                  </a:cubicBezTo>
                  <a:cubicBezTo>
                    <a:pt x="1665027" y="431058"/>
                    <a:pt x="1662873" y="429780"/>
                    <a:pt x="1662873" y="429780"/>
                  </a:cubicBezTo>
                  <a:lnTo>
                    <a:pt x="1660685" y="427392"/>
                  </a:lnTo>
                  <a:lnTo>
                    <a:pt x="1658296" y="423691"/>
                  </a:lnTo>
                  <a:lnTo>
                    <a:pt x="1655772" y="421101"/>
                  </a:lnTo>
                  <a:lnTo>
                    <a:pt x="1653618" y="420865"/>
                  </a:lnTo>
                  <a:lnTo>
                    <a:pt x="1650993" y="420865"/>
                  </a:lnTo>
                  <a:lnTo>
                    <a:pt x="1647392" y="421572"/>
                  </a:lnTo>
                  <a:lnTo>
                    <a:pt x="1642950" y="422278"/>
                  </a:lnTo>
                  <a:lnTo>
                    <a:pt x="1635209" y="423893"/>
                  </a:lnTo>
                  <a:cubicBezTo>
                    <a:pt x="1635209" y="423893"/>
                    <a:pt x="1632180" y="423893"/>
                    <a:pt x="1631204" y="423557"/>
                  </a:cubicBezTo>
                  <a:cubicBezTo>
                    <a:pt x="1630228" y="423220"/>
                    <a:pt x="1627300" y="422346"/>
                    <a:pt x="1625785" y="421269"/>
                  </a:cubicBezTo>
                  <a:cubicBezTo>
                    <a:pt x="1624271" y="420193"/>
                    <a:pt x="1623396" y="420933"/>
                    <a:pt x="1621646" y="419856"/>
                  </a:cubicBezTo>
                  <a:cubicBezTo>
                    <a:pt x="1619896" y="418780"/>
                    <a:pt x="1618483" y="418342"/>
                    <a:pt x="1617843" y="417905"/>
                  </a:cubicBezTo>
                  <a:cubicBezTo>
                    <a:pt x="1617204" y="417468"/>
                    <a:pt x="1616093" y="416930"/>
                    <a:pt x="1615016" y="416156"/>
                  </a:cubicBezTo>
                  <a:cubicBezTo>
                    <a:pt x="1613939" y="415382"/>
                    <a:pt x="1612727" y="415281"/>
                    <a:pt x="1611987" y="414541"/>
                  </a:cubicBezTo>
                  <a:cubicBezTo>
                    <a:pt x="1611213" y="413767"/>
                    <a:pt x="1609799" y="413566"/>
                    <a:pt x="1609261" y="413128"/>
                  </a:cubicBezTo>
                  <a:cubicBezTo>
                    <a:pt x="1608723" y="412691"/>
                    <a:pt x="1606771" y="411514"/>
                    <a:pt x="1605896" y="410639"/>
                  </a:cubicBezTo>
                  <a:cubicBezTo>
                    <a:pt x="1605021" y="409764"/>
                    <a:pt x="1603708" y="409428"/>
                    <a:pt x="1603069" y="408789"/>
                  </a:cubicBezTo>
                  <a:cubicBezTo>
                    <a:pt x="1602429" y="408150"/>
                    <a:pt x="1601016" y="407578"/>
                    <a:pt x="1599804" y="406300"/>
                  </a:cubicBezTo>
                  <a:cubicBezTo>
                    <a:pt x="1598593" y="404988"/>
                    <a:pt x="1598256" y="405761"/>
                    <a:pt x="1596741" y="404550"/>
                  </a:cubicBezTo>
                  <a:cubicBezTo>
                    <a:pt x="1595227" y="403373"/>
                    <a:pt x="1595429" y="404012"/>
                    <a:pt x="1593915" y="403137"/>
                  </a:cubicBezTo>
                  <a:cubicBezTo>
                    <a:pt x="1592400" y="402263"/>
                    <a:pt x="1591525" y="402498"/>
                    <a:pt x="1590314" y="401725"/>
                  </a:cubicBezTo>
                  <a:cubicBezTo>
                    <a:pt x="1589102" y="400951"/>
                    <a:pt x="1587486" y="401725"/>
                    <a:pt x="1587486" y="401725"/>
                  </a:cubicBezTo>
                  <a:lnTo>
                    <a:pt x="1586511" y="401725"/>
                  </a:lnTo>
                  <a:lnTo>
                    <a:pt x="1584660" y="402532"/>
                  </a:lnTo>
                  <a:lnTo>
                    <a:pt x="1581833" y="405829"/>
                  </a:lnTo>
                  <a:lnTo>
                    <a:pt x="1578568" y="412691"/>
                  </a:lnTo>
                  <a:lnTo>
                    <a:pt x="1575741" y="416930"/>
                  </a:lnTo>
                  <a:lnTo>
                    <a:pt x="1573352" y="424532"/>
                  </a:lnTo>
                  <a:lnTo>
                    <a:pt x="1569885" y="430957"/>
                  </a:lnTo>
                  <a:lnTo>
                    <a:pt x="1566520" y="439771"/>
                  </a:lnTo>
                  <a:cubicBezTo>
                    <a:pt x="1566520" y="439771"/>
                    <a:pt x="1561068" y="452251"/>
                    <a:pt x="1561068" y="452588"/>
                  </a:cubicBezTo>
                  <a:cubicBezTo>
                    <a:pt x="1561068" y="452924"/>
                    <a:pt x="1560092" y="457364"/>
                    <a:pt x="1560092" y="457364"/>
                  </a:cubicBezTo>
                  <a:cubicBezTo>
                    <a:pt x="1560092" y="457364"/>
                    <a:pt x="1558880" y="464092"/>
                    <a:pt x="1558443" y="466178"/>
                  </a:cubicBezTo>
                  <a:cubicBezTo>
                    <a:pt x="1558005" y="468230"/>
                    <a:pt x="1555380" y="471493"/>
                    <a:pt x="1555515" y="471830"/>
                  </a:cubicBezTo>
                  <a:cubicBezTo>
                    <a:pt x="1555616" y="472166"/>
                    <a:pt x="1554303" y="476068"/>
                    <a:pt x="1554303" y="476068"/>
                  </a:cubicBezTo>
                  <a:cubicBezTo>
                    <a:pt x="1554303" y="476068"/>
                    <a:pt x="1551275" y="479869"/>
                    <a:pt x="1550399" y="480206"/>
                  </a:cubicBezTo>
                  <a:cubicBezTo>
                    <a:pt x="1549524" y="480542"/>
                    <a:pt x="1548111" y="486059"/>
                    <a:pt x="1548111" y="486395"/>
                  </a:cubicBezTo>
                  <a:cubicBezTo>
                    <a:pt x="1548111" y="486732"/>
                    <a:pt x="1545822" y="490836"/>
                    <a:pt x="1545620" y="491408"/>
                  </a:cubicBezTo>
                  <a:cubicBezTo>
                    <a:pt x="1545385" y="491946"/>
                    <a:pt x="1544544" y="499650"/>
                    <a:pt x="1544544" y="499650"/>
                  </a:cubicBezTo>
                  <a:lnTo>
                    <a:pt x="1540000" y="510313"/>
                  </a:lnTo>
                  <a:cubicBezTo>
                    <a:pt x="1540000" y="510313"/>
                    <a:pt x="1540202" y="514014"/>
                    <a:pt x="1540202" y="514552"/>
                  </a:cubicBezTo>
                  <a:cubicBezTo>
                    <a:pt x="1540202" y="515090"/>
                    <a:pt x="1540303" y="521381"/>
                    <a:pt x="1540101" y="521818"/>
                  </a:cubicBezTo>
                  <a:cubicBezTo>
                    <a:pt x="1539866" y="522255"/>
                    <a:pt x="1539327" y="526931"/>
                    <a:pt x="1539024" y="528109"/>
                  </a:cubicBezTo>
                  <a:cubicBezTo>
                    <a:pt x="1538687" y="529286"/>
                    <a:pt x="1536433" y="530497"/>
                    <a:pt x="1535221" y="531809"/>
                  </a:cubicBezTo>
                  <a:cubicBezTo>
                    <a:pt x="1534043" y="533121"/>
                    <a:pt x="1532831" y="534971"/>
                    <a:pt x="1532596" y="535274"/>
                  </a:cubicBezTo>
                  <a:cubicBezTo>
                    <a:pt x="1532394" y="535610"/>
                    <a:pt x="1527178" y="540589"/>
                    <a:pt x="1526740" y="540824"/>
                  </a:cubicBezTo>
                  <a:cubicBezTo>
                    <a:pt x="1526303" y="541026"/>
                    <a:pt x="1524452" y="544962"/>
                    <a:pt x="1524351" y="545265"/>
                  </a:cubicBezTo>
                  <a:cubicBezTo>
                    <a:pt x="1524250" y="545601"/>
                    <a:pt x="1521423" y="547889"/>
                    <a:pt x="1521086" y="548091"/>
                  </a:cubicBezTo>
                  <a:cubicBezTo>
                    <a:pt x="1520783" y="548292"/>
                    <a:pt x="1520009" y="552329"/>
                    <a:pt x="1520009" y="552329"/>
                  </a:cubicBezTo>
                  <a:cubicBezTo>
                    <a:pt x="1520009" y="552329"/>
                    <a:pt x="1519773" y="556568"/>
                    <a:pt x="1519773" y="556904"/>
                  </a:cubicBezTo>
                  <a:cubicBezTo>
                    <a:pt x="1519773" y="557241"/>
                    <a:pt x="1520413" y="561244"/>
                    <a:pt x="1520413" y="561244"/>
                  </a:cubicBezTo>
                  <a:lnTo>
                    <a:pt x="1520649" y="569485"/>
                  </a:lnTo>
                  <a:cubicBezTo>
                    <a:pt x="1520649" y="569485"/>
                    <a:pt x="1523913" y="574060"/>
                    <a:pt x="1524115" y="574700"/>
                  </a:cubicBezTo>
                  <a:cubicBezTo>
                    <a:pt x="1524317" y="575339"/>
                    <a:pt x="1524553" y="578299"/>
                    <a:pt x="1524553" y="578938"/>
                  </a:cubicBezTo>
                  <a:cubicBezTo>
                    <a:pt x="1524553" y="579577"/>
                    <a:pt x="1523240" y="581663"/>
                    <a:pt x="1521625" y="583076"/>
                  </a:cubicBezTo>
                  <a:cubicBezTo>
                    <a:pt x="1520009" y="584489"/>
                    <a:pt x="1518898" y="585565"/>
                    <a:pt x="1517822" y="586238"/>
                  </a:cubicBezTo>
                  <a:cubicBezTo>
                    <a:pt x="1516745" y="586877"/>
                    <a:pt x="1513379" y="590140"/>
                    <a:pt x="1512942" y="590477"/>
                  </a:cubicBezTo>
                  <a:cubicBezTo>
                    <a:pt x="1512504" y="590813"/>
                    <a:pt x="1510653" y="592226"/>
                    <a:pt x="1509879" y="592327"/>
                  </a:cubicBezTo>
                  <a:cubicBezTo>
                    <a:pt x="1509105" y="592428"/>
                    <a:pt x="1505740" y="594816"/>
                    <a:pt x="1505201" y="594715"/>
                  </a:cubicBezTo>
                  <a:cubicBezTo>
                    <a:pt x="1504663" y="594614"/>
                    <a:pt x="1504764" y="596666"/>
                    <a:pt x="1504764" y="596666"/>
                  </a:cubicBezTo>
                  <a:cubicBezTo>
                    <a:pt x="1504764" y="596666"/>
                    <a:pt x="1504663" y="601342"/>
                    <a:pt x="1504663" y="601880"/>
                  </a:cubicBezTo>
                  <a:cubicBezTo>
                    <a:pt x="1504663" y="602419"/>
                    <a:pt x="1504764" y="607431"/>
                    <a:pt x="1504764" y="607431"/>
                  </a:cubicBezTo>
                  <a:cubicBezTo>
                    <a:pt x="1504764" y="607431"/>
                    <a:pt x="1505437" y="610896"/>
                    <a:pt x="1505538" y="611333"/>
                  </a:cubicBezTo>
                  <a:cubicBezTo>
                    <a:pt x="1505639" y="611770"/>
                    <a:pt x="1505975" y="613183"/>
                    <a:pt x="1505975" y="613183"/>
                  </a:cubicBezTo>
                  <a:cubicBezTo>
                    <a:pt x="1505975" y="613183"/>
                    <a:pt x="1507389" y="619171"/>
                    <a:pt x="1507591" y="619474"/>
                  </a:cubicBezTo>
                  <a:cubicBezTo>
                    <a:pt x="1507826" y="619810"/>
                    <a:pt x="1508903" y="621223"/>
                    <a:pt x="1508903" y="621223"/>
                  </a:cubicBezTo>
                  <a:lnTo>
                    <a:pt x="1512706" y="625563"/>
                  </a:lnTo>
                  <a:lnTo>
                    <a:pt x="1515870" y="629263"/>
                  </a:lnTo>
                  <a:cubicBezTo>
                    <a:pt x="1515870" y="629263"/>
                    <a:pt x="1520884" y="634814"/>
                    <a:pt x="1521086" y="635251"/>
                  </a:cubicBezTo>
                  <a:cubicBezTo>
                    <a:pt x="1521322" y="635688"/>
                    <a:pt x="1524149" y="638850"/>
                    <a:pt x="1524149" y="638850"/>
                  </a:cubicBezTo>
                  <a:lnTo>
                    <a:pt x="1532966" y="643526"/>
                  </a:lnTo>
                  <a:cubicBezTo>
                    <a:pt x="1532966" y="643526"/>
                    <a:pt x="1535053" y="645477"/>
                    <a:pt x="1535457" y="645814"/>
                  </a:cubicBezTo>
                  <a:cubicBezTo>
                    <a:pt x="1535894" y="646150"/>
                    <a:pt x="1537207" y="645814"/>
                    <a:pt x="1537207" y="645814"/>
                  </a:cubicBezTo>
                  <a:lnTo>
                    <a:pt x="1541010" y="644737"/>
                  </a:lnTo>
                  <a:lnTo>
                    <a:pt x="1543399" y="641272"/>
                  </a:lnTo>
                  <a:cubicBezTo>
                    <a:pt x="1543399" y="641272"/>
                    <a:pt x="1541986" y="635957"/>
                    <a:pt x="1541986" y="635285"/>
                  </a:cubicBezTo>
                  <a:cubicBezTo>
                    <a:pt x="1541986" y="634645"/>
                    <a:pt x="1543197" y="632896"/>
                    <a:pt x="1544914" y="632021"/>
                  </a:cubicBezTo>
                  <a:cubicBezTo>
                    <a:pt x="1546663" y="631147"/>
                    <a:pt x="1548717" y="630407"/>
                    <a:pt x="1549827" y="629835"/>
                  </a:cubicBezTo>
                  <a:cubicBezTo>
                    <a:pt x="1550904" y="629297"/>
                    <a:pt x="1553866" y="628220"/>
                    <a:pt x="1556020" y="627648"/>
                  </a:cubicBezTo>
                  <a:cubicBezTo>
                    <a:pt x="1558207" y="627110"/>
                    <a:pt x="1560159" y="626673"/>
                    <a:pt x="1561674" y="626336"/>
                  </a:cubicBezTo>
                  <a:cubicBezTo>
                    <a:pt x="1563188" y="626000"/>
                    <a:pt x="1565712" y="625024"/>
                    <a:pt x="1567428" y="624587"/>
                  </a:cubicBezTo>
                  <a:cubicBezTo>
                    <a:pt x="1569179" y="624150"/>
                    <a:pt x="1577121" y="624251"/>
                    <a:pt x="1577121" y="624251"/>
                  </a:cubicBezTo>
                  <a:lnTo>
                    <a:pt x="1579746" y="624251"/>
                  </a:lnTo>
                  <a:cubicBezTo>
                    <a:pt x="1579746" y="624251"/>
                    <a:pt x="1584323" y="626269"/>
                    <a:pt x="1584525" y="625933"/>
                  </a:cubicBezTo>
                  <a:cubicBezTo>
                    <a:pt x="1584727" y="625596"/>
                    <a:pt x="1587554" y="624587"/>
                    <a:pt x="1588429" y="623914"/>
                  </a:cubicBezTo>
                  <a:cubicBezTo>
                    <a:pt x="1589304" y="623275"/>
                    <a:pt x="1593107" y="623040"/>
                    <a:pt x="1594857" y="622401"/>
                  </a:cubicBezTo>
                  <a:cubicBezTo>
                    <a:pt x="1596607" y="621761"/>
                    <a:pt x="1598559" y="621761"/>
                    <a:pt x="1598996" y="621425"/>
                  </a:cubicBezTo>
                  <a:cubicBezTo>
                    <a:pt x="1599434" y="621089"/>
                    <a:pt x="1606064" y="621189"/>
                    <a:pt x="1606064" y="621189"/>
                  </a:cubicBezTo>
                  <a:lnTo>
                    <a:pt x="1611281" y="620214"/>
                  </a:lnTo>
                  <a:lnTo>
                    <a:pt x="1617035" y="620113"/>
                  </a:lnTo>
                  <a:lnTo>
                    <a:pt x="1624002" y="621526"/>
                  </a:lnTo>
                  <a:lnTo>
                    <a:pt x="1637598" y="629128"/>
                  </a:lnTo>
                  <a:cubicBezTo>
                    <a:pt x="1637598" y="629128"/>
                    <a:pt x="1639988" y="631853"/>
                    <a:pt x="1641199" y="633266"/>
                  </a:cubicBezTo>
                  <a:cubicBezTo>
                    <a:pt x="1642411" y="634679"/>
                    <a:pt x="1648267" y="637067"/>
                    <a:pt x="1648704" y="637168"/>
                  </a:cubicBezTo>
                  <a:cubicBezTo>
                    <a:pt x="1649142" y="637269"/>
                    <a:pt x="1653382" y="638043"/>
                    <a:pt x="1653921" y="637942"/>
                  </a:cubicBezTo>
                  <a:cubicBezTo>
                    <a:pt x="1654459" y="637841"/>
                    <a:pt x="1659238" y="637606"/>
                    <a:pt x="1660214" y="637067"/>
                  </a:cubicBezTo>
                  <a:cubicBezTo>
                    <a:pt x="1661190" y="636529"/>
                    <a:pt x="1662805" y="635318"/>
                    <a:pt x="1662907" y="635015"/>
                  </a:cubicBezTo>
                  <a:cubicBezTo>
                    <a:pt x="1663008" y="634679"/>
                    <a:pt x="1663681" y="632291"/>
                    <a:pt x="1663782" y="630878"/>
                  </a:cubicBezTo>
                  <a:cubicBezTo>
                    <a:pt x="1663883" y="629465"/>
                    <a:pt x="1664421" y="628927"/>
                    <a:pt x="1664421" y="628927"/>
                  </a:cubicBezTo>
                  <a:lnTo>
                    <a:pt x="1664959" y="626875"/>
                  </a:lnTo>
                  <a:lnTo>
                    <a:pt x="1664959" y="624385"/>
                  </a:lnTo>
                  <a:lnTo>
                    <a:pt x="1668157" y="620786"/>
                  </a:lnTo>
                  <a:lnTo>
                    <a:pt x="1669940" y="618196"/>
                  </a:lnTo>
                  <a:lnTo>
                    <a:pt x="1671892" y="615706"/>
                  </a:lnTo>
                  <a:lnTo>
                    <a:pt x="1674383" y="612006"/>
                  </a:lnTo>
                  <a:cubicBezTo>
                    <a:pt x="1674383" y="612006"/>
                    <a:pt x="1677647" y="608844"/>
                    <a:pt x="1678085" y="608406"/>
                  </a:cubicBezTo>
                  <a:cubicBezTo>
                    <a:pt x="1678522" y="607969"/>
                    <a:pt x="1682426" y="606119"/>
                    <a:pt x="1682426" y="606119"/>
                  </a:cubicBezTo>
                  <a:cubicBezTo>
                    <a:pt x="1682426" y="606119"/>
                    <a:pt x="1685792" y="603932"/>
                    <a:pt x="1686431" y="603831"/>
                  </a:cubicBezTo>
                  <a:cubicBezTo>
                    <a:pt x="1687071" y="603731"/>
                    <a:pt x="1691446" y="601006"/>
                    <a:pt x="1691446" y="601006"/>
                  </a:cubicBezTo>
                  <a:lnTo>
                    <a:pt x="1694037" y="599694"/>
                  </a:lnTo>
                  <a:cubicBezTo>
                    <a:pt x="1694037" y="599694"/>
                    <a:pt x="1700028" y="596330"/>
                    <a:pt x="1700364" y="596229"/>
                  </a:cubicBezTo>
                  <a:cubicBezTo>
                    <a:pt x="1700701" y="596128"/>
                    <a:pt x="1707768" y="596128"/>
                    <a:pt x="1707768" y="596128"/>
                  </a:cubicBezTo>
                  <a:lnTo>
                    <a:pt x="1714499" y="594715"/>
                  </a:lnTo>
                  <a:lnTo>
                    <a:pt x="1719177" y="594715"/>
                  </a:lnTo>
                  <a:cubicBezTo>
                    <a:pt x="1719177" y="594715"/>
                    <a:pt x="1721667" y="595220"/>
                    <a:pt x="1722341" y="595859"/>
                  </a:cubicBezTo>
                  <a:cubicBezTo>
                    <a:pt x="1722980" y="596498"/>
                    <a:pt x="1725066" y="596229"/>
                    <a:pt x="1725066" y="596229"/>
                  </a:cubicBezTo>
                  <a:cubicBezTo>
                    <a:pt x="1725066" y="596229"/>
                    <a:pt x="1728668" y="597305"/>
                    <a:pt x="1729105" y="597440"/>
                  </a:cubicBezTo>
                  <a:cubicBezTo>
                    <a:pt x="1729543" y="597541"/>
                    <a:pt x="1732706" y="600602"/>
                    <a:pt x="1733009" y="601039"/>
                  </a:cubicBezTo>
                  <a:cubicBezTo>
                    <a:pt x="1733346" y="601477"/>
                    <a:pt x="1734422" y="602116"/>
                    <a:pt x="1734422" y="602116"/>
                  </a:cubicBezTo>
                  <a:cubicBezTo>
                    <a:pt x="1734422" y="602116"/>
                    <a:pt x="1735399" y="602351"/>
                    <a:pt x="1735836" y="602890"/>
                  </a:cubicBezTo>
                  <a:cubicBezTo>
                    <a:pt x="1736274" y="603428"/>
                    <a:pt x="1738999" y="602688"/>
                    <a:pt x="1739303" y="602890"/>
                  </a:cubicBezTo>
                  <a:cubicBezTo>
                    <a:pt x="1739639" y="603125"/>
                    <a:pt x="1741894" y="603529"/>
                    <a:pt x="1742466" y="603529"/>
                  </a:cubicBezTo>
                  <a:cubicBezTo>
                    <a:pt x="1743005" y="603529"/>
                    <a:pt x="1745630" y="605715"/>
                    <a:pt x="1746067" y="606253"/>
                  </a:cubicBezTo>
                  <a:cubicBezTo>
                    <a:pt x="1746504" y="606792"/>
                    <a:pt x="1748457" y="608642"/>
                    <a:pt x="1748457" y="608642"/>
                  </a:cubicBezTo>
                  <a:cubicBezTo>
                    <a:pt x="1748457" y="608642"/>
                    <a:pt x="1750408" y="610694"/>
                    <a:pt x="1750509" y="611030"/>
                  </a:cubicBezTo>
                  <a:cubicBezTo>
                    <a:pt x="1750611" y="611367"/>
                    <a:pt x="1753437" y="613520"/>
                    <a:pt x="1753875" y="613856"/>
                  </a:cubicBezTo>
                  <a:cubicBezTo>
                    <a:pt x="1754312" y="614192"/>
                    <a:pt x="1757240" y="617220"/>
                    <a:pt x="1757678" y="617556"/>
                  </a:cubicBezTo>
                  <a:cubicBezTo>
                    <a:pt x="1758115" y="617893"/>
                    <a:pt x="1760067" y="619306"/>
                    <a:pt x="1760303" y="619608"/>
                  </a:cubicBezTo>
                  <a:cubicBezTo>
                    <a:pt x="1760505" y="619945"/>
                    <a:pt x="1763029" y="620046"/>
                    <a:pt x="1764308" y="620248"/>
                  </a:cubicBezTo>
                  <a:cubicBezTo>
                    <a:pt x="1765620" y="620449"/>
                    <a:pt x="1766260" y="620349"/>
                    <a:pt x="1769524" y="620248"/>
                  </a:cubicBezTo>
                  <a:cubicBezTo>
                    <a:pt x="1772789" y="620147"/>
                    <a:pt x="1772015" y="621122"/>
                    <a:pt x="1773664" y="621122"/>
                  </a:cubicBezTo>
                  <a:cubicBezTo>
                    <a:pt x="1775313" y="621122"/>
                    <a:pt x="1775279" y="621560"/>
                    <a:pt x="1776289" y="621660"/>
                  </a:cubicBezTo>
                  <a:cubicBezTo>
                    <a:pt x="1777265" y="621761"/>
                    <a:pt x="1779553" y="624251"/>
                    <a:pt x="1781404" y="625462"/>
                  </a:cubicBezTo>
                  <a:cubicBezTo>
                    <a:pt x="1783255" y="626673"/>
                    <a:pt x="1783054" y="627076"/>
                    <a:pt x="1785005" y="627514"/>
                  </a:cubicBezTo>
                  <a:cubicBezTo>
                    <a:pt x="1786957" y="627951"/>
                    <a:pt x="1787159" y="628927"/>
                    <a:pt x="1787159" y="628927"/>
                  </a:cubicBezTo>
                  <a:cubicBezTo>
                    <a:pt x="1787159" y="628927"/>
                    <a:pt x="1790525" y="631416"/>
                    <a:pt x="1790962" y="631752"/>
                  </a:cubicBezTo>
                  <a:cubicBezTo>
                    <a:pt x="1791400" y="632089"/>
                    <a:pt x="1791602" y="634914"/>
                    <a:pt x="1791736" y="635217"/>
                  </a:cubicBezTo>
                  <a:cubicBezTo>
                    <a:pt x="1791837" y="635554"/>
                    <a:pt x="1794025" y="640431"/>
                    <a:pt x="1794462" y="640532"/>
                  </a:cubicBezTo>
                  <a:cubicBezTo>
                    <a:pt x="1794900" y="640633"/>
                    <a:pt x="1795438" y="640734"/>
                    <a:pt x="1797390" y="641508"/>
                  </a:cubicBezTo>
                  <a:cubicBezTo>
                    <a:pt x="1799342" y="642282"/>
                    <a:pt x="1799241" y="641272"/>
                    <a:pt x="1799578" y="641508"/>
                  </a:cubicBezTo>
                  <a:cubicBezTo>
                    <a:pt x="1799914" y="641710"/>
                    <a:pt x="1802068" y="642046"/>
                    <a:pt x="1803818" y="643257"/>
                  </a:cubicBezTo>
                  <a:cubicBezTo>
                    <a:pt x="1805568" y="644468"/>
                    <a:pt x="1804054" y="645107"/>
                    <a:pt x="1804054" y="645107"/>
                  </a:cubicBezTo>
                  <a:lnTo>
                    <a:pt x="1805232" y="647832"/>
                  </a:lnTo>
                  <a:cubicBezTo>
                    <a:pt x="1805232" y="647832"/>
                    <a:pt x="1807184" y="650120"/>
                    <a:pt x="1808833" y="651095"/>
                  </a:cubicBezTo>
                  <a:cubicBezTo>
                    <a:pt x="1810448" y="652071"/>
                    <a:pt x="1813713" y="655771"/>
                    <a:pt x="1814386" y="656208"/>
                  </a:cubicBezTo>
                  <a:cubicBezTo>
                    <a:pt x="1815025" y="656646"/>
                    <a:pt x="1818088" y="659471"/>
                    <a:pt x="1818391" y="659808"/>
                  </a:cubicBezTo>
                  <a:cubicBezTo>
                    <a:pt x="1818727" y="660144"/>
                    <a:pt x="1823944" y="664686"/>
                    <a:pt x="1824247" y="665022"/>
                  </a:cubicBezTo>
                  <a:cubicBezTo>
                    <a:pt x="1824583" y="665358"/>
                    <a:pt x="1830338" y="669597"/>
                    <a:pt x="1830540" y="669900"/>
                  </a:cubicBezTo>
                  <a:cubicBezTo>
                    <a:pt x="1830742" y="670236"/>
                    <a:pt x="1836396" y="676325"/>
                    <a:pt x="1836396" y="676325"/>
                  </a:cubicBezTo>
                  <a:lnTo>
                    <a:pt x="1839223" y="680664"/>
                  </a:lnTo>
                  <a:lnTo>
                    <a:pt x="1841713" y="683726"/>
                  </a:lnTo>
                  <a:cubicBezTo>
                    <a:pt x="1841713" y="683726"/>
                    <a:pt x="1844877" y="689915"/>
                    <a:pt x="1845180" y="690016"/>
                  </a:cubicBezTo>
                  <a:cubicBezTo>
                    <a:pt x="1845516" y="690117"/>
                    <a:pt x="1853324" y="696105"/>
                    <a:pt x="1854098" y="696744"/>
                  </a:cubicBezTo>
                  <a:cubicBezTo>
                    <a:pt x="1854872" y="697383"/>
                    <a:pt x="1856824" y="700209"/>
                    <a:pt x="1857464" y="701319"/>
                  </a:cubicBezTo>
                  <a:cubicBezTo>
                    <a:pt x="1858103" y="702396"/>
                    <a:pt x="1856387" y="703708"/>
                    <a:pt x="1856286" y="704145"/>
                  </a:cubicBezTo>
                  <a:cubicBezTo>
                    <a:pt x="1856185" y="704582"/>
                    <a:pt x="1853896" y="707071"/>
                    <a:pt x="1853459" y="707509"/>
                  </a:cubicBezTo>
                  <a:cubicBezTo>
                    <a:pt x="1853021" y="707946"/>
                    <a:pt x="1857464" y="711411"/>
                    <a:pt x="1859550" y="712622"/>
                  </a:cubicBezTo>
                  <a:cubicBezTo>
                    <a:pt x="1861603" y="713799"/>
                    <a:pt x="1861704" y="713799"/>
                    <a:pt x="1861704" y="713799"/>
                  </a:cubicBezTo>
                  <a:cubicBezTo>
                    <a:pt x="1861704" y="713799"/>
                    <a:pt x="1866820" y="719451"/>
                    <a:pt x="1867156" y="719989"/>
                  </a:cubicBezTo>
                  <a:cubicBezTo>
                    <a:pt x="1867493" y="720527"/>
                    <a:pt x="1867156" y="722916"/>
                    <a:pt x="1867156" y="722916"/>
                  </a:cubicBezTo>
                  <a:cubicBezTo>
                    <a:pt x="1867156" y="722916"/>
                    <a:pt x="1866483" y="724665"/>
                    <a:pt x="1866180" y="724766"/>
                  </a:cubicBezTo>
                  <a:cubicBezTo>
                    <a:pt x="1865844" y="724867"/>
                    <a:pt x="1862916" y="727592"/>
                    <a:pt x="1862478" y="727794"/>
                  </a:cubicBezTo>
                  <a:cubicBezTo>
                    <a:pt x="1862041" y="727995"/>
                    <a:pt x="1857800" y="731158"/>
                    <a:pt x="1857800" y="731158"/>
                  </a:cubicBezTo>
                  <a:cubicBezTo>
                    <a:pt x="1857800" y="731158"/>
                    <a:pt x="1851810" y="736170"/>
                    <a:pt x="1851170" y="736473"/>
                  </a:cubicBezTo>
                  <a:cubicBezTo>
                    <a:pt x="1850531" y="736809"/>
                    <a:pt x="1849118" y="738222"/>
                    <a:pt x="1849118" y="738222"/>
                  </a:cubicBezTo>
                  <a:lnTo>
                    <a:pt x="1842689" y="740947"/>
                  </a:lnTo>
                  <a:cubicBezTo>
                    <a:pt x="1842689" y="740947"/>
                    <a:pt x="1837271" y="742696"/>
                    <a:pt x="1836834" y="742898"/>
                  </a:cubicBezTo>
                  <a:cubicBezTo>
                    <a:pt x="1836396" y="743100"/>
                    <a:pt x="1830641" y="744210"/>
                    <a:pt x="1830641" y="744210"/>
                  </a:cubicBezTo>
                  <a:lnTo>
                    <a:pt x="1825727" y="744411"/>
                  </a:lnTo>
                  <a:cubicBezTo>
                    <a:pt x="1825727" y="744411"/>
                    <a:pt x="1815496" y="744210"/>
                    <a:pt x="1814318" y="744311"/>
                  </a:cubicBezTo>
                  <a:cubicBezTo>
                    <a:pt x="1813107" y="744411"/>
                    <a:pt x="1806174" y="745084"/>
                    <a:pt x="1805737" y="744950"/>
                  </a:cubicBezTo>
                  <a:cubicBezTo>
                    <a:pt x="1805299" y="744849"/>
                    <a:pt x="1803347" y="744411"/>
                    <a:pt x="1801732" y="743739"/>
                  </a:cubicBezTo>
                  <a:cubicBezTo>
                    <a:pt x="1800083" y="743100"/>
                    <a:pt x="1798568" y="742427"/>
                    <a:pt x="1798131" y="741989"/>
                  </a:cubicBezTo>
                  <a:cubicBezTo>
                    <a:pt x="1797693" y="741552"/>
                    <a:pt x="1796381" y="740139"/>
                    <a:pt x="1796078" y="739803"/>
                  </a:cubicBezTo>
                  <a:cubicBezTo>
                    <a:pt x="1795741" y="739466"/>
                    <a:pt x="1794429" y="737953"/>
                    <a:pt x="1793688" y="736775"/>
                  </a:cubicBezTo>
                  <a:cubicBezTo>
                    <a:pt x="1792914" y="735564"/>
                    <a:pt x="1792510" y="735800"/>
                    <a:pt x="1792510" y="735800"/>
                  </a:cubicBezTo>
                  <a:lnTo>
                    <a:pt x="1790996" y="734286"/>
                  </a:lnTo>
                  <a:lnTo>
                    <a:pt x="1788606" y="732537"/>
                  </a:lnTo>
                  <a:lnTo>
                    <a:pt x="1786857" y="731662"/>
                  </a:lnTo>
                  <a:lnTo>
                    <a:pt x="1784803" y="731763"/>
                  </a:lnTo>
                  <a:cubicBezTo>
                    <a:pt x="1784803" y="731763"/>
                    <a:pt x="1783491" y="731561"/>
                    <a:pt x="1782515" y="731763"/>
                  </a:cubicBezTo>
                  <a:cubicBezTo>
                    <a:pt x="1781539" y="731965"/>
                    <a:pt x="1780563" y="731763"/>
                    <a:pt x="1780563" y="731763"/>
                  </a:cubicBezTo>
                  <a:cubicBezTo>
                    <a:pt x="1780563" y="731763"/>
                    <a:pt x="1778712" y="732402"/>
                    <a:pt x="1778376" y="732537"/>
                  </a:cubicBezTo>
                  <a:cubicBezTo>
                    <a:pt x="1778072" y="732638"/>
                    <a:pt x="1776087" y="734488"/>
                    <a:pt x="1775784" y="734824"/>
                  </a:cubicBezTo>
                  <a:cubicBezTo>
                    <a:pt x="1775448" y="735161"/>
                    <a:pt x="1774034" y="736136"/>
                    <a:pt x="1774034" y="736136"/>
                  </a:cubicBezTo>
                  <a:cubicBezTo>
                    <a:pt x="1774034" y="736136"/>
                    <a:pt x="1771645" y="737650"/>
                    <a:pt x="1771207" y="738087"/>
                  </a:cubicBezTo>
                  <a:cubicBezTo>
                    <a:pt x="1770770" y="738525"/>
                    <a:pt x="1768481" y="738861"/>
                    <a:pt x="1768144" y="738962"/>
                  </a:cubicBezTo>
                  <a:cubicBezTo>
                    <a:pt x="1767842" y="739063"/>
                    <a:pt x="1766731" y="738962"/>
                    <a:pt x="1766731" y="738962"/>
                  </a:cubicBezTo>
                  <a:lnTo>
                    <a:pt x="1763567" y="738962"/>
                  </a:lnTo>
                  <a:cubicBezTo>
                    <a:pt x="1763567" y="738962"/>
                    <a:pt x="1760741" y="738693"/>
                    <a:pt x="1760101" y="738794"/>
                  </a:cubicBezTo>
                  <a:cubicBezTo>
                    <a:pt x="1759462" y="738895"/>
                    <a:pt x="1757813" y="738726"/>
                    <a:pt x="1757375" y="738726"/>
                  </a:cubicBezTo>
                  <a:cubicBezTo>
                    <a:pt x="1756938" y="738726"/>
                    <a:pt x="1752260" y="737213"/>
                    <a:pt x="1751182" y="736876"/>
                  </a:cubicBezTo>
                  <a:cubicBezTo>
                    <a:pt x="1750106" y="736540"/>
                    <a:pt x="1747279" y="736237"/>
                    <a:pt x="1746605" y="735800"/>
                  </a:cubicBezTo>
                  <a:cubicBezTo>
                    <a:pt x="1745966" y="735362"/>
                    <a:pt x="1744216" y="735699"/>
                    <a:pt x="1743779" y="735800"/>
                  </a:cubicBezTo>
                  <a:cubicBezTo>
                    <a:pt x="1743341" y="735901"/>
                    <a:pt x="1739740" y="735800"/>
                    <a:pt x="1739740" y="735800"/>
                  </a:cubicBezTo>
                  <a:cubicBezTo>
                    <a:pt x="1739740" y="735800"/>
                    <a:pt x="1736576" y="736573"/>
                    <a:pt x="1736173" y="736674"/>
                  </a:cubicBezTo>
                  <a:cubicBezTo>
                    <a:pt x="1735735" y="736775"/>
                    <a:pt x="1733346" y="737549"/>
                    <a:pt x="1733346" y="737549"/>
                  </a:cubicBezTo>
                  <a:lnTo>
                    <a:pt x="1729879" y="738861"/>
                  </a:lnTo>
                  <a:lnTo>
                    <a:pt x="1725538" y="740913"/>
                  </a:lnTo>
                  <a:cubicBezTo>
                    <a:pt x="1725538" y="740913"/>
                    <a:pt x="1723350" y="741687"/>
                    <a:pt x="1722913" y="741788"/>
                  </a:cubicBezTo>
                  <a:cubicBezTo>
                    <a:pt x="1722475" y="741888"/>
                    <a:pt x="1720321" y="742662"/>
                    <a:pt x="1720321" y="742662"/>
                  </a:cubicBezTo>
                  <a:lnTo>
                    <a:pt x="1717158" y="743840"/>
                  </a:lnTo>
                  <a:cubicBezTo>
                    <a:pt x="1717158" y="743840"/>
                    <a:pt x="1714432" y="745589"/>
                    <a:pt x="1713994" y="745791"/>
                  </a:cubicBezTo>
                  <a:cubicBezTo>
                    <a:pt x="1713557" y="746026"/>
                    <a:pt x="1711605" y="747742"/>
                    <a:pt x="1711268" y="748078"/>
                  </a:cubicBezTo>
                  <a:cubicBezTo>
                    <a:pt x="1710965" y="748415"/>
                    <a:pt x="1708677" y="750029"/>
                    <a:pt x="1708340" y="750130"/>
                  </a:cubicBezTo>
                  <a:cubicBezTo>
                    <a:pt x="1708004" y="750231"/>
                    <a:pt x="1705311" y="752519"/>
                    <a:pt x="1704537" y="753057"/>
                  </a:cubicBezTo>
                  <a:cubicBezTo>
                    <a:pt x="1703763" y="753595"/>
                    <a:pt x="1700499" y="756084"/>
                    <a:pt x="1699960" y="756421"/>
                  </a:cubicBezTo>
                  <a:cubicBezTo>
                    <a:pt x="1699422" y="756757"/>
                    <a:pt x="1698008" y="757632"/>
                    <a:pt x="1697335" y="757396"/>
                  </a:cubicBezTo>
                  <a:cubicBezTo>
                    <a:pt x="1696696" y="757161"/>
                    <a:pt x="1692321" y="760020"/>
                    <a:pt x="1692321" y="760020"/>
                  </a:cubicBezTo>
                  <a:lnTo>
                    <a:pt x="1688282" y="760121"/>
                  </a:lnTo>
                  <a:lnTo>
                    <a:pt x="1682527" y="759146"/>
                  </a:lnTo>
                  <a:cubicBezTo>
                    <a:pt x="1682527" y="759146"/>
                    <a:pt x="1679700" y="757935"/>
                    <a:pt x="1679364" y="757497"/>
                  </a:cubicBezTo>
                  <a:cubicBezTo>
                    <a:pt x="1679027" y="757060"/>
                    <a:pt x="1677950" y="758036"/>
                    <a:pt x="1677950" y="758036"/>
                  </a:cubicBezTo>
                  <a:cubicBezTo>
                    <a:pt x="1677950" y="758036"/>
                    <a:pt x="1675224" y="758036"/>
                    <a:pt x="1674349" y="758036"/>
                  </a:cubicBezTo>
                  <a:cubicBezTo>
                    <a:pt x="1673474" y="758036"/>
                    <a:pt x="1672397" y="758372"/>
                    <a:pt x="1672060" y="758574"/>
                  </a:cubicBezTo>
                  <a:cubicBezTo>
                    <a:pt x="1671724" y="758776"/>
                    <a:pt x="1667921" y="760323"/>
                    <a:pt x="1667921" y="760323"/>
                  </a:cubicBezTo>
                  <a:lnTo>
                    <a:pt x="1664454" y="764225"/>
                  </a:lnTo>
                  <a:lnTo>
                    <a:pt x="1662940" y="767589"/>
                  </a:lnTo>
                  <a:cubicBezTo>
                    <a:pt x="1662940" y="767589"/>
                    <a:pt x="1663041" y="772265"/>
                    <a:pt x="1662940" y="772601"/>
                  </a:cubicBezTo>
                  <a:cubicBezTo>
                    <a:pt x="1662839" y="772938"/>
                    <a:pt x="1660854" y="776638"/>
                    <a:pt x="1660349" y="777177"/>
                  </a:cubicBezTo>
                  <a:cubicBezTo>
                    <a:pt x="1659811" y="777715"/>
                    <a:pt x="1658599" y="780002"/>
                    <a:pt x="1657959" y="781079"/>
                  </a:cubicBezTo>
                  <a:cubicBezTo>
                    <a:pt x="1657320" y="782155"/>
                    <a:pt x="1655133" y="783232"/>
                    <a:pt x="1654358" y="783568"/>
                  </a:cubicBezTo>
                  <a:cubicBezTo>
                    <a:pt x="1653584" y="783904"/>
                    <a:pt x="1651868" y="784443"/>
                    <a:pt x="1651195" y="784443"/>
                  </a:cubicBezTo>
                  <a:cubicBezTo>
                    <a:pt x="1650556" y="784443"/>
                    <a:pt x="1648805" y="784443"/>
                    <a:pt x="1647930" y="784241"/>
                  </a:cubicBezTo>
                  <a:cubicBezTo>
                    <a:pt x="1647055" y="784039"/>
                    <a:pt x="1645743" y="783164"/>
                    <a:pt x="1644868" y="783164"/>
                  </a:cubicBezTo>
                  <a:cubicBezTo>
                    <a:pt x="1643993" y="783164"/>
                    <a:pt x="1638339" y="782391"/>
                    <a:pt x="1637464" y="781953"/>
                  </a:cubicBezTo>
                  <a:cubicBezTo>
                    <a:pt x="1636589" y="781516"/>
                    <a:pt x="1631911" y="781751"/>
                    <a:pt x="1631608" y="781953"/>
                  </a:cubicBezTo>
                  <a:cubicBezTo>
                    <a:pt x="1631271" y="782155"/>
                    <a:pt x="1626829" y="781953"/>
                    <a:pt x="1626829" y="781953"/>
                  </a:cubicBezTo>
                  <a:lnTo>
                    <a:pt x="1621074" y="783265"/>
                  </a:lnTo>
                  <a:cubicBezTo>
                    <a:pt x="1621074" y="783265"/>
                    <a:pt x="1614646" y="786427"/>
                    <a:pt x="1614444" y="786730"/>
                  </a:cubicBezTo>
                  <a:cubicBezTo>
                    <a:pt x="1614242" y="787067"/>
                    <a:pt x="1606602" y="792718"/>
                    <a:pt x="1606199" y="792718"/>
                  </a:cubicBezTo>
                  <a:cubicBezTo>
                    <a:pt x="1605795" y="792718"/>
                    <a:pt x="1600343" y="794333"/>
                    <a:pt x="1600343" y="794333"/>
                  </a:cubicBezTo>
                  <a:lnTo>
                    <a:pt x="1595463" y="798672"/>
                  </a:lnTo>
                  <a:lnTo>
                    <a:pt x="1593410" y="805198"/>
                  </a:lnTo>
                  <a:lnTo>
                    <a:pt x="1590919" y="808798"/>
                  </a:lnTo>
                  <a:lnTo>
                    <a:pt x="1585804" y="813575"/>
                  </a:lnTo>
                  <a:lnTo>
                    <a:pt x="1583953" y="815526"/>
                  </a:lnTo>
                  <a:lnTo>
                    <a:pt x="1581227" y="818351"/>
                  </a:lnTo>
                  <a:lnTo>
                    <a:pt x="1577962" y="822691"/>
                  </a:lnTo>
                  <a:lnTo>
                    <a:pt x="1576212" y="826829"/>
                  </a:lnTo>
                  <a:lnTo>
                    <a:pt x="1574563" y="828040"/>
                  </a:lnTo>
                  <a:cubicBezTo>
                    <a:pt x="1574563" y="828040"/>
                    <a:pt x="1573823" y="831067"/>
                    <a:pt x="1573486" y="831404"/>
                  </a:cubicBezTo>
                  <a:cubicBezTo>
                    <a:pt x="1573150" y="831740"/>
                    <a:pt x="1572712" y="833893"/>
                    <a:pt x="1572712" y="833893"/>
                  </a:cubicBezTo>
                  <a:cubicBezTo>
                    <a:pt x="1572712" y="833893"/>
                    <a:pt x="1572510" y="835743"/>
                    <a:pt x="1572376" y="836618"/>
                  </a:cubicBezTo>
                  <a:cubicBezTo>
                    <a:pt x="1572275" y="837492"/>
                    <a:pt x="1572039" y="837694"/>
                    <a:pt x="1572039" y="837694"/>
                  </a:cubicBezTo>
                  <a:lnTo>
                    <a:pt x="1573654" y="840318"/>
                  </a:lnTo>
                  <a:lnTo>
                    <a:pt x="1576683" y="845431"/>
                  </a:lnTo>
                  <a:lnTo>
                    <a:pt x="1577323" y="847618"/>
                  </a:lnTo>
                  <a:lnTo>
                    <a:pt x="1577861" y="851083"/>
                  </a:lnTo>
                  <a:lnTo>
                    <a:pt x="1577861" y="854548"/>
                  </a:lnTo>
                  <a:lnTo>
                    <a:pt x="1577861" y="856600"/>
                  </a:lnTo>
                  <a:lnTo>
                    <a:pt x="1577054" y="858349"/>
                  </a:lnTo>
                  <a:cubicBezTo>
                    <a:pt x="1577054" y="858349"/>
                    <a:pt x="1575472" y="859863"/>
                    <a:pt x="1575034" y="860098"/>
                  </a:cubicBezTo>
                  <a:cubicBezTo>
                    <a:pt x="1574597" y="860334"/>
                    <a:pt x="1572544" y="862049"/>
                    <a:pt x="1572544" y="862049"/>
                  </a:cubicBezTo>
                  <a:cubicBezTo>
                    <a:pt x="1572544" y="862049"/>
                    <a:pt x="1570155" y="862688"/>
                    <a:pt x="1569818" y="862924"/>
                  </a:cubicBezTo>
                  <a:cubicBezTo>
                    <a:pt x="1569481" y="863126"/>
                    <a:pt x="1565678" y="862924"/>
                    <a:pt x="1565678" y="862924"/>
                  </a:cubicBezTo>
                  <a:lnTo>
                    <a:pt x="1561236" y="863698"/>
                  </a:lnTo>
                  <a:lnTo>
                    <a:pt x="1558207" y="864236"/>
                  </a:lnTo>
                  <a:lnTo>
                    <a:pt x="1555918" y="865110"/>
                  </a:lnTo>
                  <a:cubicBezTo>
                    <a:pt x="1555918" y="865110"/>
                    <a:pt x="1553529" y="866860"/>
                    <a:pt x="1553193" y="866961"/>
                  </a:cubicBezTo>
                  <a:cubicBezTo>
                    <a:pt x="1552856" y="867062"/>
                    <a:pt x="1551341" y="868710"/>
                    <a:pt x="1551341" y="868710"/>
                  </a:cubicBezTo>
                  <a:lnTo>
                    <a:pt x="1549928" y="870997"/>
                  </a:lnTo>
                  <a:lnTo>
                    <a:pt x="1547438" y="874462"/>
                  </a:lnTo>
                  <a:lnTo>
                    <a:pt x="1542995" y="878802"/>
                  </a:lnTo>
                  <a:lnTo>
                    <a:pt x="1538519" y="880316"/>
                  </a:lnTo>
                  <a:lnTo>
                    <a:pt x="1533202" y="885631"/>
                  </a:lnTo>
                  <a:cubicBezTo>
                    <a:pt x="1533202" y="885631"/>
                    <a:pt x="1527649" y="891047"/>
                    <a:pt x="1527312" y="891282"/>
                  </a:cubicBezTo>
                  <a:cubicBezTo>
                    <a:pt x="1527009" y="891484"/>
                    <a:pt x="1520918" y="895285"/>
                    <a:pt x="1520918" y="895285"/>
                  </a:cubicBezTo>
                  <a:lnTo>
                    <a:pt x="1515802" y="896799"/>
                  </a:lnTo>
                  <a:lnTo>
                    <a:pt x="1509812" y="899187"/>
                  </a:lnTo>
                  <a:lnTo>
                    <a:pt x="1502240" y="900600"/>
                  </a:lnTo>
                  <a:lnTo>
                    <a:pt x="1479624" y="900600"/>
                  </a:lnTo>
                  <a:lnTo>
                    <a:pt x="1467441" y="900600"/>
                  </a:lnTo>
                  <a:lnTo>
                    <a:pt x="1459397" y="900600"/>
                  </a:lnTo>
                  <a:cubicBezTo>
                    <a:pt x="1459397" y="900600"/>
                    <a:pt x="1453643" y="901139"/>
                    <a:pt x="1453306" y="901139"/>
                  </a:cubicBezTo>
                  <a:cubicBezTo>
                    <a:pt x="1452969" y="901139"/>
                    <a:pt x="1446878" y="902114"/>
                    <a:pt x="1446878" y="902114"/>
                  </a:cubicBezTo>
                  <a:cubicBezTo>
                    <a:pt x="1446878" y="902114"/>
                    <a:pt x="1443613" y="903191"/>
                    <a:pt x="1443176" y="903191"/>
                  </a:cubicBezTo>
                  <a:cubicBezTo>
                    <a:pt x="1442739" y="903191"/>
                    <a:pt x="1439272" y="904940"/>
                    <a:pt x="1439036" y="905243"/>
                  </a:cubicBezTo>
                  <a:cubicBezTo>
                    <a:pt x="1438801" y="905579"/>
                    <a:pt x="1437959" y="906555"/>
                    <a:pt x="1437959" y="906555"/>
                  </a:cubicBezTo>
                  <a:lnTo>
                    <a:pt x="1436983" y="908405"/>
                  </a:lnTo>
                  <a:lnTo>
                    <a:pt x="1436983" y="911567"/>
                  </a:lnTo>
                  <a:lnTo>
                    <a:pt x="1435233" y="915368"/>
                  </a:lnTo>
                  <a:lnTo>
                    <a:pt x="1435233" y="920246"/>
                  </a:lnTo>
                  <a:lnTo>
                    <a:pt x="1432070" y="925023"/>
                  </a:lnTo>
                  <a:lnTo>
                    <a:pt x="1427055" y="930674"/>
                  </a:lnTo>
                  <a:lnTo>
                    <a:pt x="1421401" y="936225"/>
                  </a:lnTo>
                  <a:lnTo>
                    <a:pt x="1412180" y="942953"/>
                  </a:lnTo>
                  <a:cubicBezTo>
                    <a:pt x="1412180" y="942953"/>
                    <a:pt x="1400670" y="955567"/>
                    <a:pt x="1400233" y="955668"/>
                  </a:cubicBezTo>
                  <a:cubicBezTo>
                    <a:pt x="1399795" y="955769"/>
                    <a:pt x="1389699" y="962834"/>
                    <a:pt x="1389699" y="962834"/>
                  </a:cubicBezTo>
                  <a:cubicBezTo>
                    <a:pt x="1389699" y="962834"/>
                    <a:pt x="1380242" y="970133"/>
                    <a:pt x="1378626" y="970672"/>
                  </a:cubicBezTo>
                  <a:cubicBezTo>
                    <a:pt x="1377011" y="971210"/>
                    <a:pt x="1374722" y="971849"/>
                    <a:pt x="1374722" y="971849"/>
                  </a:cubicBezTo>
                  <a:lnTo>
                    <a:pt x="1364828" y="975314"/>
                  </a:lnTo>
                  <a:lnTo>
                    <a:pt x="1355169" y="975314"/>
                  </a:lnTo>
                  <a:cubicBezTo>
                    <a:pt x="1355169" y="975314"/>
                    <a:pt x="1348438" y="974776"/>
                    <a:pt x="1348001" y="974776"/>
                  </a:cubicBezTo>
                  <a:cubicBezTo>
                    <a:pt x="1347563" y="974776"/>
                    <a:pt x="1342549" y="974237"/>
                    <a:pt x="1341808" y="974338"/>
                  </a:cubicBezTo>
                  <a:cubicBezTo>
                    <a:pt x="1341034" y="974439"/>
                    <a:pt x="1337130" y="974776"/>
                    <a:pt x="1336255" y="974776"/>
                  </a:cubicBezTo>
                  <a:cubicBezTo>
                    <a:pt x="1335380" y="974776"/>
                    <a:pt x="1333428" y="974540"/>
                    <a:pt x="1332553" y="974237"/>
                  </a:cubicBezTo>
                  <a:cubicBezTo>
                    <a:pt x="1331678" y="973901"/>
                    <a:pt x="1328010" y="973262"/>
                    <a:pt x="1327135" y="973262"/>
                  </a:cubicBezTo>
                  <a:cubicBezTo>
                    <a:pt x="1326260" y="973262"/>
                    <a:pt x="1322995" y="972051"/>
                    <a:pt x="1322558" y="972051"/>
                  </a:cubicBezTo>
                  <a:cubicBezTo>
                    <a:pt x="1322120" y="972051"/>
                    <a:pt x="1317139" y="971513"/>
                    <a:pt x="1317139" y="971513"/>
                  </a:cubicBezTo>
                  <a:lnTo>
                    <a:pt x="1307582" y="967711"/>
                  </a:lnTo>
                  <a:lnTo>
                    <a:pt x="1302264" y="968351"/>
                  </a:lnTo>
                  <a:lnTo>
                    <a:pt x="1298024" y="968351"/>
                  </a:lnTo>
                  <a:lnTo>
                    <a:pt x="1293446" y="967812"/>
                  </a:lnTo>
                  <a:lnTo>
                    <a:pt x="1289307" y="966063"/>
                  </a:lnTo>
                  <a:lnTo>
                    <a:pt x="1284427" y="963574"/>
                  </a:lnTo>
                  <a:lnTo>
                    <a:pt x="1274735" y="954760"/>
                  </a:lnTo>
                  <a:cubicBezTo>
                    <a:pt x="1274735" y="954760"/>
                    <a:pt x="1272446" y="952271"/>
                    <a:pt x="1272143" y="952035"/>
                  </a:cubicBezTo>
                  <a:cubicBezTo>
                    <a:pt x="1271840" y="951800"/>
                    <a:pt x="1269956" y="949748"/>
                    <a:pt x="1269653" y="949546"/>
                  </a:cubicBezTo>
                  <a:cubicBezTo>
                    <a:pt x="1269316" y="949310"/>
                    <a:pt x="1267364" y="948234"/>
                    <a:pt x="1267028" y="948133"/>
                  </a:cubicBezTo>
                  <a:cubicBezTo>
                    <a:pt x="1266691" y="948032"/>
                    <a:pt x="1262249" y="947494"/>
                    <a:pt x="1262249" y="947494"/>
                  </a:cubicBezTo>
                  <a:lnTo>
                    <a:pt x="1253566" y="947494"/>
                  </a:lnTo>
                  <a:lnTo>
                    <a:pt x="1240508" y="947494"/>
                  </a:lnTo>
                  <a:lnTo>
                    <a:pt x="1236907" y="947696"/>
                  </a:lnTo>
                  <a:cubicBezTo>
                    <a:pt x="1236907" y="947696"/>
                    <a:pt x="1233777" y="947729"/>
                    <a:pt x="1233340" y="947830"/>
                  </a:cubicBezTo>
                  <a:cubicBezTo>
                    <a:pt x="1232902" y="947931"/>
                    <a:pt x="1229739" y="948806"/>
                    <a:pt x="1229739" y="948806"/>
                  </a:cubicBezTo>
                  <a:lnTo>
                    <a:pt x="1227450" y="949344"/>
                  </a:lnTo>
                  <a:cubicBezTo>
                    <a:pt x="1227450" y="949344"/>
                    <a:pt x="1224859" y="950858"/>
                    <a:pt x="1222873" y="951632"/>
                  </a:cubicBezTo>
                  <a:cubicBezTo>
                    <a:pt x="1220921" y="952405"/>
                    <a:pt x="1219507" y="953280"/>
                    <a:pt x="1219507" y="953280"/>
                  </a:cubicBezTo>
                  <a:lnTo>
                    <a:pt x="1216479" y="955870"/>
                  </a:lnTo>
                  <a:lnTo>
                    <a:pt x="1213753" y="957922"/>
                  </a:lnTo>
                  <a:cubicBezTo>
                    <a:pt x="1213753" y="957922"/>
                    <a:pt x="1210589" y="960513"/>
                    <a:pt x="1210152" y="960950"/>
                  </a:cubicBezTo>
                  <a:cubicBezTo>
                    <a:pt x="1209714" y="961387"/>
                    <a:pt x="1208099" y="964953"/>
                    <a:pt x="1208099" y="964953"/>
                  </a:cubicBezTo>
                  <a:lnTo>
                    <a:pt x="1205810" y="969831"/>
                  </a:lnTo>
                  <a:lnTo>
                    <a:pt x="1200358" y="975684"/>
                  </a:lnTo>
                  <a:lnTo>
                    <a:pt x="1198171" y="985675"/>
                  </a:lnTo>
                  <a:lnTo>
                    <a:pt x="1197194" y="987962"/>
                  </a:lnTo>
                  <a:lnTo>
                    <a:pt x="1195243" y="992403"/>
                  </a:lnTo>
                  <a:lnTo>
                    <a:pt x="1193728" y="996641"/>
                  </a:lnTo>
                  <a:lnTo>
                    <a:pt x="1191978" y="1000544"/>
                  </a:lnTo>
                  <a:lnTo>
                    <a:pt x="1191002" y="1004984"/>
                  </a:lnTo>
                  <a:lnTo>
                    <a:pt x="1190565" y="1009559"/>
                  </a:lnTo>
                  <a:lnTo>
                    <a:pt x="1189689" y="1012721"/>
                  </a:lnTo>
                  <a:lnTo>
                    <a:pt x="1188377" y="1015648"/>
                  </a:lnTo>
                  <a:lnTo>
                    <a:pt x="1185314" y="1019348"/>
                  </a:lnTo>
                  <a:lnTo>
                    <a:pt x="1184574" y="1021299"/>
                  </a:lnTo>
                  <a:lnTo>
                    <a:pt x="1184776" y="1024764"/>
                  </a:lnTo>
                  <a:cubicBezTo>
                    <a:pt x="1184776" y="1024764"/>
                    <a:pt x="1184776" y="1027153"/>
                    <a:pt x="1184776" y="1027691"/>
                  </a:cubicBezTo>
                  <a:cubicBezTo>
                    <a:pt x="1184776" y="1028229"/>
                    <a:pt x="1185819" y="1030752"/>
                    <a:pt x="1185819" y="1030752"/>
                  </a:cubicBezTo>
                  <a:lnTo>
                    <a:pt x="1188040" y="1033342"/>
                  </a:lnTo>
                  <a:lnTo>
                    <a:pt x="1191204" y="1036942"/>
                  </a:lnTo>
                  <a:lnTo>
                    <a:pt x="1192718" y="1043569"/>
                  </a:lnTo>
                  <a:lnTo>
                    <a:pt x="1192920" y="1046731"/>
                  </a:lnTo>
                  <a:lnTo>
                    <a:pt x="1198036" y="1054434"/>
                  </a:lnTo>
                  <a:lnTo>
                    <a:pt x="1201300" y="1059850"/>
                  </a:lnTo>
                  <a:lnTo>
                    <a:pt x="1207493" y="1064863"/>
                  </a:lnTo>
                  <a:lnTo>
                    <a:pt x="1218464" y="1074854"/>
                  </a:lnTo>
                  <a:lnTo>
                    <a:pt x="1221931" y="1078991"/>
                  </a:lnTo>
                  <a:lnTo>
                    <a:pt x="1225296" y="1082153"/>
                  </a:lnTo>
                  <a:lnTo>
                    <a:pt x="1226508" y="1085618"/>
                  </a:lnTo>
                  <a:lnTo>
                    <a:pt x="1226508" y="1089857"/>
                  </a:lnTo>
                  <a:lnTo>
                    <a:pt x="1226036" y="1095845"/>
                  </a:lnTo>
                  <a:lnTo>
                    <a:pt x="1222267" y="1100622"/>
                  </a:lnTo>
                  <a:cubicBezTo>
                    <a:pt x="1222267" y="1100622"/>
                    <a:pt x="1217926" y="1106273"/>
                    <a:pt x="1217589" y="1106273"/>
                  </a:cubicBezTo>
                  <a:cubicBezTo>
                    <a:pt x="1217253" y="1106273"/>
                    <a:pt x="1207493" y="1114851"/>
                    <a:pt x="1207493" y="1114851"/>
                  </a:cubicBezTo>
                  <a:lnTo>
                    <a:pt x="1196420" y="1123429"/>
                  </a:lnTo>
                  <a:lnTo>
                    <a:pt x="1185314" y="1129518"/>
                  </a:lnTo>
                  <a:lnTo>
                    <a:pt x="1166535" y="1137423"/>
                  </a:lnTo>
                  <a:lnTo>
                    <a:pt x="1159569" y="1140586"/>
                  </a:lnTo>
                  <a:lnTo>
                    <a:pt x="1153141" y="1142436"/>
                  </a:lnTo>
                  <a:cubicBezTo>
                    <a:pt x="1153141" y="1142436"/>
                    <a:pt x="1149136" y="1144824"/>
                    <a:pt x="1148799" y="1145160"/>
                  </a:cubicBezTo>
                  <a:cubicBezTo>
                    <a:pt x="1148463" y="1145497"/>
                    <a:pt x="1144323" y="1147784"/>
                    <a:pt x="1144020" y="1148087"/>
                  </a:cubicBezTo>
                  <a:cubicBezTo>
                    <a:pt x="1143684" y="1148423"/>
                    <a:pt x="1141193" y="1150812"/>
                    <a:pt x="1140857" y="1151552"/>
                  </a:cubicBezTo>
                  <a:cubicBezTo>
                    <a:pt x="1140520" y="1152292"/>
                    <a:pt x="1137794" y="1155589"/>
                    <a:pt x="1137794" y="1155589"/>
                  </a:cubicBezTo>
                  <a:lnTo>
                    <a:pt x="1135943" y="1158852"/>
                  </a:lnTo>
                  <a:lnTo>
                    <a:pt x="1134092" y="1162014"/>
                  </a:lnTo>
                  <a:lnTo>
                    <a:pt x="1131467" y="1165378"/>
                  </a:lnTo>
                  <a:lnTo>
                    <a:pt x="1129179" y="1168103"/>
                  </a:lnTo>
                  <a:lnTo>
                    <a:pt x="1126789" y="1172341"/>
                  </a:lnTo>
                  <a:lnTo>
                    <a:pt x="1123323" y="1175941"/>
                  </a:lnTo>
                  <a:lnTo>
                    <a:pt x="1120832" y="1180818"/>
                  </a:lnTo>
                  <a:lnTo>
                    <a:pt x="1115818" y="1189195"/>
                  </a:lnTo>
                  <a:lnTo>
                    <a:pt x="1094178" y="1207562"/>
                  </a:lnTo>
                  <a:cubicBezTo>
                    <a:pt x="1094178" y="1207562"/>
                    <a:pt x="1091351" y="1211262"/>
                    <a:pt x="1091014" y="1211599"/>
                  </a:cubicBezTo>
                  <a:cubicBezTo>
                    <a:pt x="1090678" y="1211935"/>
                    <a:pt x="1088288" y="1214963"/>
                    <a:pt x="1087851" y="1215198"/>
                  </a:cubicBezTo>
                  <a:cubicBezTo>
                    <a:pt x="1087413" y="1215400"/>
                    <a:pt x="1084923" y="1217048"/>
                    <a:pt x="1084923" y="1217048"/>
                  </a:cubicBezTo>
                  <a:cubicBezTo>
                    <a:pt x="1084923" y="1217048"/>
                    <a:pt x="1081557" y="1219437"/>
                    <a:pt x="1080783" y="1220110"/>
                  </a:cubicBezTo>
                  <a:cubicBezTo>
                    <a:pt x="1080043" y="1220749"/>
                    <a:pt x="1077519" y="1221287"/>
                    <a:pt x="1076105" y="1221422"/>
                  </a:cubicBezTo>
                  <a:cubicBezTo>
                    <a:pt x="1074692" y="1221522"/>
                    <a:pt x="1071966" y="1222296"/>
                    <a:pt x="1070889" y="1222498"/>
                  </a:cubicBezTo>
                  <a:cubicBezTo>
                    <a:pt x="1069812" y="1222733"/>
                    <a:pt x="1068398" y="1222834"/>
                    <a:pt x="1067523" y="1222935"/>
                  </a:cubicBezTo>
                  <a:cubicBezTo>
                    <a:pt x="1066648" y="1223036"/>
                    <a:pt x="1062745" y="1223373"/>
                    <a:pt x="1062745" y="1223373"/>
                  </a:cubicBezTo>
                  <a:cubicBezTo>
                    <a:pt x="1062745" y="1223373"/>
                    <a:pt x="1056451" y="1224146"/>
                    <a:pt x="1055340" y="1224146"/>
                  </a:cubicBezTo>
                  <a:cubicBezTo>
                    <a:pt x="1054263" y="1224146"/>
                    <a:pt x="1051436" y="1224584"/>
                    <a:pt x="1051436" y="1224584"/>
                  </a:cubicBezTo>
                  <a:lnTo>
                    <a:pt x="1046657" y="1226636"/>
                  </a:lnTo>
                  <a:lnTo>
                    <a:pt x="1040028" y="1230235"/>
                  </a:lnTo>
                  <a:lnTo>
                    <a:pt x="1034037" y="1234238"/>
                  </a:lnTo>
                  <a:cubicBezTo>
                    <a:pt x="1034037" y="1234238"/>
                    <a:pt x="1025994" y="1241202"/>
                    <a:pt x="1025657" y="1241504"/>
                  </a:cubicBezTo>
                  <a:cubicBezTo>
                    <a:pt x="1025321" y="1241841"/>
                    <a:pt x="1016873" y="1244734"/>
                    <a:pt x="1016873" y="1244734"/>
                  </a:cubicBezTo>
                  <a:lnTo>
                    <a:pt x="1002536" y="1244734"/>
                  </a:lnTo>
                  <a:lnTo>
                    <a:pt x="978944" y="1246079"/>
                  </a:lnTo>
                  <a:lnTo>
                    <a:pt x="959055" y="1248199"/>
                  </a:lnTo>
                  <a:lnTo>
                    <a:pt x="953199" y="1248636"/>
                  </a:lnTo>
                  <a:lnTo>
                    <a:pt x="941352" y="1246786"/>
                  </a:lnTo>
                  <a:lnTo>
                    <a:pt x="926242" y="1245272"/>
                  </a:lnTo>
                  <a:lnTo>
                    <a:pt x="916010" y="1245474"/>
                  </a:lnTo>
                  <a:lnTo>
                    <a:pt x="890130" y="1246113"/>
                  </a:lnTo>
                  <a:lnTo>
                    <a:pt x="883702" y="1246449"/>
                  </a:lnTo>
                  <a:lnTo>
                    <a:pt x="871250" y="1248064"/>
                  </a:lnTo>
                  <a:lnTo>
                    <a:pt x="860615" y="1248064"/>
                  </a:lnTo>
                  <a:cubicBezTo>
                    <a:pt x="860615" y="1248064"/>
                    <a:pt x="856711" y="1245508"/>
                    <a:pt x="856576" y="1245171"/>
                  </a:cubicBezTo>
                  <a:cubicBezTo>
                    <a:pt x="856475" y="1244835"/>
                    <a:pt x="852235" y="1243388"/>
                    <a:pt x="852235" y="1243388"/>
                  </a:cubicBezTo>
                  <a:lnTo>
                    <a:pt x="847692" y="1242850"/>
                  </a:lnTo>
                  <a:lnTo>
                    <a:pt x="842038" y="1243085"/>
                  </a:lnTo>
                  <a:lnTo>
                    <a:pt x="837898" y="1243422"/>
                  </a:lnTo>
                  <a:lnTo>
                    <a:pt x="833994" y="1244734"/>
                  </a:lnTo>
                  <a:lnTo>
                    <a:pt x="828677" y="1247459"/>
                  </a:lnTo>
                  <a:lnTo>
                    <a:pt x="815854" y="1255936"/>
                  </a:lnTo>
                  <a:lnTo>
                    <a:pt x="812354" y="1260073"/>
                  </a:lnTo>
                  <a:lnTo>
                    <a:pt x="803234" y="1262361"/>
                  </a:lnTo>
                  <a:lnTo>
                    <a:pt x="794214" y="1262563"/>
                  </a:lnTo>
                  <a:lnTo>
                    <a:pt x="785633" y="1262462"/>
                  </a:lnTo>
                  <a:lnTo>
                    <a:pt x="780079" y="1263437"/>
                  </a:lnTo>
                  <a:lnTo>
                    <a:pt x="770084" y="1267239"/>
                  </a:lnTo>
                  <a:lnTo>
                    <a:pt x="735184" y="1282444"/>
                  </a:lnTo>
                  <a:lnTo>
                    <a:pt x="719097" y="1288734"/>
                  </a:lnTo>
                  <a:lnTo>
                    <a:pt x="693890" y="1299062"/>
                  </a:lnTo>
                  <a:lnTo>
                    <a:pt x="667808" y="1313291"/>
                  </a:lnTo>
                  <a:lnTo>
                    <a:pt x="661817" y="1316117"/>
                  </a:lnTo>
                  <a:lnTo>
                    <a:pt x="655962" y="1322105"/>
                  </a:lnTo>
                  <a:lnTo>
                    <a:pt x="647817" y="1326344"/>
                  </a:lnTo>
                  <a:lnTo>
                    <a:pt x="645428" y="1328934"/>
                  </a:lnTo>
                  <a:lnTo>
                    <a:pt x="643476" y="1332096"/>
                  </a:lnTo>
                  <a:cubicBezTo>
                    <a:pt x="643476" y="1332096"/>
                    <a:pt x="639336" y="1333946"/>
                    <a:pt x="638899" y="1333946"/>
                  </a:cubicBezTo>
                  <a:cubicBezTo>
                    <a:pt x="638461" y="1333946"/>
                    <a:pt x="634860" y="1332432"/>
                    <a:pt x="634423" y="1332298"/>
                  </a:cubicBezTo>
                  <a:cubicBezTo>
                    <a:pt x="633985" y="1332197"/>
                    <a:pt x="633447" y="1329573"/>
                    <a:pt x="633447" y="1329573"/>
                  </a:cubicBezTo>
                  <a:lnTo>
                    <a:pt x="632134" y="1325973"/>
                  </a:lnTo>
                  <a:lnTo>
                    <a:pt x="627994" y="1324998"/>
                  </a:lnTo>
                  <a:lnTo>
                    <a:pt x="621600" y="1324022"/>
                  </a:lnTo>
                  <a:lnTo>
                    <a:pt x="616720" y="1324897"/>
                  </a:lnTo>
                  <a:cubicBezTo>
                    <a:pt x="616720" y="1324897"/>
                    <a:pt x="611403" y="1325671"/>
                    <a:pt x="611066" y="1325873"/>
                  </a:cubicBezTo>
                  <a:cubicBezTo>
                    <a:pt x="610730" y="1326074"/>
                    <a:pt x="606927" y="1325873"/>
                    <a:pt x="606489" y="1325873"/>
                  </a:cubicBezTo>
                  <a:cubicBezTo>
                    <a:pt x="606052" y="1325873"/>
                    <a:pt x="602350" y="1324796"/>
                    <a:pt x="602047" y="1324460"/>
                  </a:cubicBezTo>
                  <a:cubicBezTo>
                    <a:pt x="601710" y="1324123"/>
                    <a:pt x="600432" y="1322408"/>
                    <a:pt x="600432" y="1322408"/>
                  </a:cubicBezTo>
                  <a:lnTo>
                    <a:pt x="599119" y="1318505"/>
                  </a:lnTo>
                  <a:lnTo>
                    <a:pt x="599119" y="1311542"/>
                  </a:lnTo>
                  <a:lnTo>
                    <a:pt x="599119" y="1308077"/>
                  </a:lnTo>
                  <a:lnTo>
                    <a:pt x="599119" y="1303199"/>
                  </a:lnTo>
                  <a:cubicBezTo>
                    <a:pt x="599119" y="1303199"/>
                    <a:pt x="596797" y="1300273"/>
                    <a:pt x="596561" y="1299936"/>
                  </a:cubicBezTo>
                  <a:cubicBezTo>
                    <a:pt x="596359" y="1299600"/>
                    <a:pt x="594441" y="1298288"/>
                    <a:pt x="594441" y="1298288"/>
                  </a:cubicBezTo>
                  <a:lnTo>
                    <a:pt x="589426" y="1297851"/>
                  </a:lnTo>
                  <a:lnTo>
                    <a:pt x="584648" y="1300475"/>
                  </a:lnTo>
                  <a:lnTo>
                    <a:pt x="572262" y="1303199"/>
                  </a:lnTo>
                  <a:lnTo>
                    <a:pt x="539988" y="1302224"/>
                  </a:lnTo>
                  <a:lnTo>
                    <a:pt x="531170" y="1300374"/>
                  </a:lnTo>
                  <a:lnTo>
                    <a:pt x="518684" y="1299297"/>
                  </a:lnTo>
                  <a:lnTo>
                    <a:pt x="507275" y="1294621"/>
                  </a:lnTo>
                  <a:lnTo>
                    <a:pt x="486073" y="1282881"/>
                  </a:lnTo>
                  <a:lnTo>
                    <a:pt x="454774" y="1267575"/>
                  </a:lnTo>
                  <a:lnTo>
                    <a:pt x="438788" y="1259434"/>
                  </a:lnTo>
                  <a:lnTo>
                    <a:pt x="420750" y="1254859"/>
                  </a:lnTo>
                  <a:lnTo>
                    <a:pt x="411932" y="1252471"/>
                  </a:lnTo>
                  <a:lnTo>
                    <a:pt x="406480" y="1250621"/>
                  </a:lnTo>
                  <a:lnTo>
                    <a:pt x="398672" y="1248232"/>
                  </a:lnTo>
                  <a:lnTo>
                    <a:pt x="394634" y="1246046"/>
                  </a:lnTo>
                  <a:cubicBezTo>
                    <a:pt x="394634" y="1246046"/>
                    <a:pt x="391908" y="1242581"/>
                    <a:pt x="391706" y="1242244"/>
                  </a:cubicBezTo>
                  <a:cubicBezTo>
                    <a:pt x="391470" y="1241908"/>
                    <a:pt x="389619" y="1238107"/>
                    <a:pt x="389619" y="1238107"/>
                  </a:cubicBezTo>
                  <a:lnTo>
                    <a:pt x="389081" y="1233532"/>
                  </a:lnTo>
                  <a:lnTo>
                    <a:pt x="383629" y="1227443"/>
                  </a:lnTo>
                  <a:lnTo>
                    <a:pt x="376561" y="1219067"/>
                  </a:lnTo>
                  <a:lnTo>
                    <a:pt x="374912" y="1215366"/>
                  </a:lnTo>
                  <a:lnTo>
                    <a:pt x="371311" y="1210791"/>
                  </a:lnTo>
                  <a:lnTo>
                    <a:pt x="368383" y="1208840"/>
                  </a:lnTo>
                  <a:lnTo>
                    <a:pt x="365152" y="1208100"/>
                  </a:lnTo>
                  <a:lnTo>
                    <a:pt x="359936" y="1208100"/>
                  </a:lnTo>
                  <a:lnTo>
                    <a:pt x="355056" y="1208100"/>
                  </a:lnTo>
                  <a:lnTo>
                    <a:pt x="346036" y="1206586"/>
                  </a:lnTo>
                  <a:lnTo>
                    <a:pt x="337892" y="1204534"/>
                  </a:lnTo>
                  <a:lnTo>
                    <a:pt x="315949" y="1193770"/>
                  </a:lnTo>
                  <a:lnTo>
                    <a:pt x="284549" y="1183005"/>
                  </a:lnTo>
                  <a:lnTo>
                    <a:pt x="267285" y="1182366"/>
                  </a:lnTo>
                  <a:lnTo>
                    <a:pt x="213909" y="1185528"/>
                  </a:lnTo>
                  <a:lnTo>
                    <a:pt x="185773" y="1185528"/>
                  </a:lnTo>
                  <a:lnTo>
                    <a:pt x="139330" y="1179607"/>
                  </a:lnTo>
                  <a:lnTo>
                    <a:pt x="109075" y="1171938"/>
                  </a:lnTo>
                  <a:lnTo>
                    <a:pt x="84776" y="1167026"/>
                  </a:lnTo>
                  <a:lnTo>
                    <a:pt x="58593" y="1161476"/>
                  </a:lnTo>
                  <a:lnTo>
                    <a:pt x="23390" y="1148625"/>
                  </a:lnTo>
                  <a:lnTo>
                    <a:pt x="0" y="1142974"/>
                  </a:lnTo>
                  <a:lnTo>
                    <a:pt x="4341" y="1164100"/>
                  </a:lnTo>
                  <a:lnTo>
                    <a:pt x="9255" y="1184956"/>
                  </a:lnTo>
                  <a:lnTo>
                    <a:pt x="18813" y="1206687"/>
                  </a:lnTo>
                  <a:lnTo>
                    <a:pt x="19957" y="1215232"/>
                  </a:lnTo>
                  <a:lnTo>
                    <a:pt x="22919" y="1221253"/>
                  </a:lnTo>
                  <a:cubicBezTo>
                    <a:pt x="22919" y="1221253"/>
                    <a:pt x="24669" y="1228217"/>
                    <a:pt x="24736" y="1228553"/>
                  </a:cubicBezTo>
                  <a:cubicBezTo>
                    <a:pt x="24803" y="1228923"/>
                    <a:pt x="25375" y="1231581"/>
                    <a:pt x="25375" y="1231883"/>
                  </a:cubicBezTo>
                  <a:cubicBezTo>
                    <a:pt x="25375" y="1232186"/>
                    <a:pt x="27395" y="1236458"/>
                    <a:pt x="27462" y="1236896"/>
                  </a:cubicBezTo>
                  <a:cubicBezTo>
                    <a:pt x="27529" y="1237333"/>
                    <a:pt x="29784" y="1241874"/>
                    <a:pt x="29784" y="1241874"/>
                  </a:cubicBezTo>
                  <a:lnTo>
                    <a:pt x="28977" y="1245205"/>
                  </a:lnTo>
                  <a:lnTo>
                    <a:pt x="28842" y="1248602"/>
                  </a:lnTo>
                  <a:cubicBezTo>
                    <a:pt x="28842" y="1248602"/>
                    <a:pt x="30727" y="1250991"/>
                    <a:pt x="31467" y="1251933"/>
                  </a:cubicBezTo>
                  <a:cubicBezTo>
                    <a:pt x="32174" y="1252875"/>
                    <a:pt x="34294" y="1256945"/>
                    <a:pt x="34294" y="1256945"/>
                  </a:cubicBezTo>
                  <a:cubicBezTo>
                    <a:pt x="34294" y="1256945"/>
                    <a:pt x="34159" y="1259031"/>
                    <a:pt x="33991" y="1259266"/>
                  </a:cubicBezTo>
                  <a:cubicBezTo>
                    <a:pt x="33857" y="1259468"/>
                    <a:pt x="33688" y="1262226"/>
                    <a:pt x="33688" y="1262226"/>
                  </a:cubicBezTo>
                  <a:cubicBezTo>
                    <a:pt x="33688" y="1262226"/>
                    <a:pt x="35876" y="1263673"/>
                    <a:pt x="36212" y="1263976"/>
                  </a:cubicBezTo>
                  <a:cubicBezTo>
                    <a:pt x="36583" y="1264278"/>
                    <a:pt x="37727" y="1265792"/>
                    <a:pt x="37794" y="1265994"/>
                  </a:cubicBezTo>
                  <a:cubicBezTo>
                    <a:pt x="37861" y="1266196"/>
                    <a:pt x="38366" y="1267575"/>
                    <a:pt x="38366" y="1267878"/>
                  </a:cubicBezTo>
                  <a:cubicBezTo>
                    <a:pt x="38366" y="1268181"/>
                    <a:pt x="38871" y="1270132"/>
                    <a:pt x="38871" y="1270132"/>
                  </a:cubicBezTo>
                  <a:lnTo>
                    <a:pt x="36616" y="1272621"/>
                  </a:lnTo>
                  <a:cubicBezTo>
                    <a:pt x="36616" y="1272621"/>
                    <a:pt x="30457" y="1276961"/>
                    <a:pt x="30020" y="1276961"/>
                  </a:cubicBezTo>
                  <a:cubicBezTo>
                    <a:pt x="29582" y="1276961"/>
                    <a:pt x="26621" y="1279046"/>
                    <a:pt x="25948" y="1279214"/>
                  </a:cubicBezTo>
                  <a:cubicBezTo>
                    <a:pt x="25308" y="1279349"/>
                    <a:pt x="22986" y="1280728"/>
                    <a:pt x="22246" y="1280896"/>
                  </a:cubicBezTo>
                  <a:cubicBezTo>
                    <a:pt x="21539" y="1281031"/>
                    <a:pt x="18779" y="1282982"/>
                    <a:pt x="17467" y="1283285"/>
                  </a:cubicBezTo>
                  <a:cubicBezTo>
                    <a:pt x="16154" y="1283588"/>
                    <a:pt x="16087" y="1284227"/>
                    <a:pt x="15885" y="1284294"/>
                  </a:cubicBezTo>
                  <a:cubicBezTo>
                    <a:pt x="15683" y="1284361"/>
                    <a:pt x="14943" y="1285875"/>
                    <a:pt x="15077" y="1286178"/>
                  </a:cubicBezTo>
                  <a:cubicBezTo>
                    <a:pt x="15212" y="1286481"/>
                    <a:pt x="15077" y="1287759"/>
                    <a:pt x="15077" y="1288062"/>
                  </a:cubicBezTo>
                  <a:cubicBezTo>
                    <a:pt x="15077" y="1288364"/>
                    <a:pt x="16827" y="1291022"/>
                    <a:pt x="16827" y="1291022"/>
                  </a:cubicBezTo>
                  <a:lnTo>
                    <a:pt x="20294" y="1294924"/>
                  </a:lnTo>
                  <a:cubicBezTo>
                    <a:pt x="20294" y="1294924"/>
                    <a:pt x="21741" y="1299566"/>
                    <a:pt x="22380" y="1300340"/>
                  </a:cubicBezTo>
                  <a:cubicBezTo>
                    <a:pt x="23020" y="1301147"/>
                    <a:pt x="25847" y="1304410"/>
                    <a:pt x="25780" y="1304612"/>
                  </a:cubicBezTo>
                  <a:cubicBezTo>
                    <a:pt x="25712" y="1304814"/>
                    <a:pt x="25780" y="1307371"/>
                    <a:pt x="25780" y="1307371"/>
                  </a:cubicBezTo>
                  <a:lnTo>
                    <a:pt x="29414" y="1314469"/>
                  </a:lnTo>
                  <a:lnTo>
                    <a:pt x="32174" y="1318674"/>
                  </a:lnTo>
                  <a:lnTo>
                    <a:pt x="34058" y="1323585"/>
                  </a:lnTo>
                  <a:cubicBezTo>
                    <a:pt x="34058" y="1323585"/>
                    <a:pt x="35943" y="1326478"/>
                    <a:pt x="36313" y="1327151"/>
                  </a:cubicBezTo>
                  <a:cubicBezTo>
                    <a:pt x="36684" y="1327790"/>
                    <a:pt x="38635" y="1330481"/>
                    <a:pt x="38905" y="1330784"/>
                  </a:cubicBezTo>
                  <a:cubicBezTo>
                    <a:pt x="39208" y="1331087"/>
                    <a:pt x="40655" y="1332096"/>
                    <a:pt x="40924" y="1332163"/>
                  </a:cubicBezTo>
                  <a:cubicBezTo>
                    <a:pt x="41227" y="1332230"/>
                    <a:pt x="43886" y="1334619"/>
                    <a:pt x="44626" y="1334854"/>
                  </a:cubicBezTo>
                  <a:cubicBezTo>
                    <a:pt x="45333" y="1335056"/>
                    <a:pt x="46814" y="1336435"/>
                    <a:pt x="46814" y="1336435"/>
                  </a:cubicBezTo>
                  <a:lnTo>
                    <a:pt x="47116" y="1339900"/>
                  </a:lnTo>
                  <a:lnTo>
                    <a:pt x="50145" y="1343432"/>
                  </a:lnTo>
                  <a:cubicBezTo>
                    <a:pt x="50145" y="1343432"/>
                    <a:pt x="53410" y="1346628"/>
                    <a:pt x="54419" y="1347267"/>
                  </a:cubicBezTo>
                  <a:cubicBezTo>
                    <a:pt x="55429" y="1347907"/>
                    <a:pt x="57314" y="1349353"/>
                    <a:pt x="59064" y="1350530"/>
                  </a:cubicBezTo>
                  <a:cubicBezTo>
                    <a:pt x="60814" y="1351674"/>
                    <a:pt x="60881" y="1352852"/>
                    <a:pt x="60881" y="1352852"/>
                  </a:cubicBezTo>
                  <a:cubicBezTo>
                    <a:pt x="60881" y="1352852"/>
                    <a:pt x="62126" y="1352986"/>
                    <a:pt x="63203" y="1352482"/>
                  </a:cubicBezTo>
                  <a:cubicBezTo>
                    <a:pt x="64280" y="1351977"/>
                    <a:pt x="65593" y="1352482"/>
                    <a:pt x="65896" y="1352482"/>
                  </a:cubicBezTo>
                  <a:cubicBezTo>
                    <a:pt x="66199" y="1352482"/>
                    <a:pt x="68723" y="1355509"/>
                    <a:pt x="68723" y="1355509"/>
                  </a:cubicBezTo>
                  <a:lnTo>
                    <a:pt x="69362" y="1357830"/>
                  </a:lnTo>
                  <a:lnTo>
                    <a:pt x="74074" y="1358705"/>
                  </a:lnTo>
                  <a:lnTo>
                    <a:pt x="74444" y="1360959"/>
                  </a:lnTo>
                  <a:lnTo>
                    <a:pt x="74579" y="1362641"/>
                  </a:lnTo>
                  <a:cubicBezTo>
                    <a:pt x="74579" y="1362641"/>
                    <a:pt x="74646" y="1365601"/>
                    <a:pt x="74646" y="1365904"/>
                  </a:cubicBezTo>
                  <a:cubicBezTo>
                    <a:pt x="74646" y="1366207"/>
                    <a:pt x="74646" y="1369032"/>
                    <a:pt x="74579" y="1369671"/>
                  </a:cubicBezTo>
                  <a:cubicBezTo>
                    <a:pt x="74511" y="1370311"/>
                    <a:pt x="74074" y="1371925"/>
                    <a:pt x="73838" y="1372363"/>
                  </a:cubicBezTo>
                  <a:cubicBezTo>
                    <a:pt x="73636" y="1372800"/>
                    <a:pt x="72593" y="1373607"/>
                    <a:pt x="72593" y="1373607"/>
                  </a:cubicBezTo>
                  <a:cubicBezTo>
                    <a:pt x="72593" y="1373607"/>
                    <a:pt x="71146" y="1375188"/>
                    <a:pt x="70944" y="1375424"/>
                  </a:cubicBezTo>
                  <a:cubicBezTo>
                    <a:pt x="70708" y="1375626"/>
                    <a:pt x="70574" y="1377509"/>
                    <a:pt x="70641" y="1377812"/>
                  </a:cubicBezTo>
                  <a:cubicBezTo>
                    <a:pt x="70708" y="1378115"/>
                    <a:pt x="71280" y="1379494"/>
                    <a:pt x="71280" y="1379898"/>
                  </a:cubicBezTo>
                  <a:cubicBezTo>
                    <a:pt x="71280" y="1380335"/>
                    <a:pt x="71146" y="1381849"/>
                    <a:pt x="70910" y="1382656"/>
                  </a:cubicBezTo>
                  <a:cubicBezTo>
                    <a:pt x="70675" y="1383464"/>
                    <a:pt x="69732" y="1383228"/>
                    <a:pt x="69732" y="1383228"/>
                  </a:cubicBezTo>
                  <a:cubicBezTo>
                    <a:pt x="69732" y="1383228"/>
                    <a:pt x="67780" y="1384809"/>
                    <a:pt x="67410" y="1385045"/>
                  </a:cubicBezTo>
                  <a:cubicBezTo>
                    <a:pt x="67040" y="1385246"/>
                    <a:pt x="66535" y="1386121"/>
                    <a:pt x="66535" y="1386121"/>
                  </a:cubicBezTo>
                  <a:lnTo>
                    <a:pt x="65223" y="1389822"/>
                  </a:lnTo>
                  <a:lnTo>
                    <a:pt x="64583" y="1392849"/>
                  </a:lnTo>
                  <a:lnTo>
                    <a:pt x="63944" y="1395036"/>
                  </a:lnTo>
                  <a:lnTo>
                    <a:pt x="63304" y="1396919"/>
                  </a:lnTo>
                  <a:cubicBezTo>
                    <a:pt x="63304" y="1396919"/>
                    <a:pt x="62429" y="1399005"/>
                    <a:pt x="62227" y="1399308"/>
                  </a:cubicBezTo>
                  <a:cubicBezTo>
                    <a:pt x="62025" y="1399611"/>
                    <a:pt x="61420" y="1401192"/>
                    <a:pt x="61352" y="1401494"/>
                  </a:cubicBezTo>
                  <a:cubicBezTo>
                    <a:pt x="61285" y="1401797"/>
                    <a:pt x="63170" y="1402571"/>
                    <a:pt x="63742" y="1402571"/>
                  </a:cubicBezTo>
                  <a:cubicBezTo>
                    <a:pt x="64314" y="1402571"/>
                    <a:pt x="67444" y="1402874"/>
                    <a:pt x="67444" y="1402874"/>
                  </a:cubicBezTo>
                  <a:lnTo>
                    <a:pt x="70136" y="1402672"/>
                  </a:lnTo>
                  <a:lnTo>
                    <a:pt x="71011" y="1402100"/>
                  </a:lnTo>
                  <a:lnTo>
                    <a:pt x="71718" y="1399779"/>
                  </a:lnTo>
                  <a:lnTo>
                    <a:pt x="75622" y="1400216"/>
                  </a:lnTo>
                  <a:lnTo>
                    <a:pt x="75622" y="1402806"/>
                  </a:lnTo>
                  <a:cubicBezTo>
                    <a:pt x="75622" y="1402806"/>
                    <a:pt x="79189" y="1404556"/>
                    <a:pt x="79761" y="1404690"/>
                  </a:cubicBezTo>
                  <a:cubicBezTo>
                    <a:pt x="80333" y="1404825"/>
                    <a:pt x="86223" y="1405397"/>
                    <a:pt x="86223" y="1405397"/>
                  </a:cubicBezTo>
                  <a:lnTo>
                    <a:pt x="92180" y="1405531"/>
                  </a:lnTo>
                  <a:lnTo>
                    <a:pt x="94065" y="1403345"/>
                  </a:lnTo>
                  <a:lnTo>
                    <a:pt x="95815" y="1399140"/>
                  </a:lnTo>
                  <a:lnTo>
                    <a:pt x="99719" y="1397559"/>
                  </a:lnTo>
                  <a:lnTo>
                    <a:pt x="103925" y="1393656"/>
                  </a:lnTo>
                  <a:lnTo>
                    <a:pt x="109579" y="1388577"/>
                  </a:lnTo>
                  <a:cubicBezTo>
                    <a:pt x="109579" y="1388577"/>
                    <a:pt x="114661" y="1385684"/>
                    <a:pt x="115806" y="1385246"/>
                  </a:cubicBezTo>
                  <a:cubicBezTo>
                    <a:pt x="116950" y="1384809"/>
                    <a:pt x="119878" y="1384675"/>
                    <a:pt x="119878" y="1384675"/>
                  </a:cubicBezTo>
                  <a:lnTo>
                    <a:pt x="122334" y="1383228"/>
                  </a:lnTo>
                  <a:lnTo>
                    <a:pt x="124656" y="1380335"/>
                  </a:lnTo>
                  <a:lnTo>
                    <a:pt x="126844" y="1380032"/>
                  </a:lnTo>
                  <a:lnTo>
                    <a:pt x="129604" y="1380167"/>
                  </a:lnTo>
                  <a:lnTo>
                    <a:pt x="132195" y="1377543"/>
                  </a:lnTo>
                  <a:lnTo>
                    <a:pt x="135090" y="1375357"/>
                  </a:lnTo>
                  <a:cubicBezTo>
                    <a:pt x="135090" y="1375357"/>
                    <a:pt x="141888" y="1374482"/>
                    <a:pt x="142494" y="1374482"/>
                  </a:cubicBezTo>
                  <a:cubicBezTo>
                    <a:pt x="143066" y="1374482"/>
                    <a:pt x="148148" y="1375491"/>
                    <a:pt x="148148" y="1375491"/>
                  </a:cubicBezTo>
                  <a:lnTo>
                    <a:pt x="152051" y="1373876"/>
                  </a:lnTo>
                  <a:lnTo>
                    <a:pt x="157133" y="1372867"/>
                  </a:lnTo>
                  <a:lnTo>
                    <a:pt x="161037" y="1375121"/>
                  </a:lnTo>
                  <a:lnTo>
                    <a:pt x="162484" y="1375256"/>
                  </a:lnTo>
                  <a:lnTo>
                    <a:pt x="165244" y="1376635"/>
                  </a:lnTo>
                  <a:cubicBezTo>
                    <a:pt x="165244" y="1376635"/>
                    <a:pt x="167936" y="1376635"/>
                    <a:pt x="168206" y="1376635"/>
                  </a:cubicBezTo>
                  <a:cubicBezTo>
                    <a:pt x="168475" y="1376635"/>
                    <a:pt x="170965" y="1376568"/>
                    <a:pt x="170965" y="1376568"/>
                  </a:cubicBezTo>
                  <a:cubicBezTo>
                    <a:pt x="170965" y="1376568"/>
                    <a:pt x="173792" y="1376568"/>
                    <a:pt x="174297" y="1376500"/>
                  </a:cubicBezTo>
                  <a:cubicBezTo>
                    <a:pt x="174802" y="1376433"/>
                    <a:pt x="178134" y="1376870"/>
                    <a:pt x="178437" y="1376870"/>
                  </a:cubicBezTo>
                  <a:cubicBezTo>
                    <a:pt x="178739" y="1376870"/>
                    <a:pt x="180187" y="1376568"/>
                    <a:pt x="180321" y="1376063"/>
                  </a:cubicBezTo>
                  <a:cubicBezTo>
                    <a:pt x="180456" y="1375558"/>
                    <a:pt x="181567" y="1375424"/>
                    <a:pt x="181634" y="1375188"/>
                  </a:cubicBezTo>
                  <a:cubicBezTo>
                    <a:pt x="181701" y="1374986"/>
                    <a:pt x="182139" y="1373876"/>
                    <a:pt x="182139" y="1373876"/>
                  </a:cubicBezTo>
                  <a:lnTo>
                    <a:pt x="182711" y="1372564"/>
                  </a:lnTo>
                  <a:lnTo>
                    <a:pt x="183720" y="1371320"/>
                  </a:lnTo>
                  <a:cubicBezTo>
                    <a:pt x="183720" y="1371320"/>
                    <a:pt x="183855" y="1369941"/>
                    <a:pt x="183855" y="1369571"/>
                  </a:cubicBezTo>
                  <a:cubicBezTo>
                    <a:pt x="183855" y="1369200"/>
                    <a:pt x="185437" y="1367552"/>
                    <a:pt x="185437" y="1367552"/>
                  </a:cubicBezTo>
                  <a:cubicBezTo>
                    <a:pt x="185437" y="1367552"/>
                    <a:pt x="186749" y="1366745"/>
                    <a:pt x="187187" y="1366677"/>
                  </a:cubicBezTo>
                  <a:cubicBezTo>
                    <a:pt x="187624" y="1366610"/>
                    <a:pt x="188567" y="1368494"/>
                    <a:pt x="188567" y="1368494"/>
                  </a:cubicBezTo>
                  <a:cubicBezTo>
                    <a:pt x="188567" y="1368494"/>
                    <a:pt x="192033" y="1369806"/>
                    <a:pt x="192908" y="1369941"/>
                  </a:cubicBezTo>
                  <a:cubicBezTo>
                    <a:pt x="193783" y="1370075"/>
                    <a:pt x="194860" y="1370580"/>
                    <a:pt x="194860" y="1370580"/>
                  </a:cubicBezTo>
                  <a:cubicBezTo>
                    <a:pt x="194860" y="1370580"/>
                    <a:pt x="200009" y="1372262"/>
                    <a:pt x="200278" y="1372463"/>
                  </a:cubicBezTo>
                  <a:cubicBezTo>
                    <a:pt x="200581" y="1372665"/>
                    <a:pt x="201591" y="1372463"/>
                    <a:pt x="201591" y="1372463"/>
                  </a:cubicBezTo>
                  <a:cubicBezTo>
                    <a:pt x="201591" y="1372463"/>
                    <a:pt x="204048" y="1373405"/>
                    <a:pt x="204351" y="1373473"/>
                  </a:cubicBezTo>
                  <a:cubicBezTo>
                    <a:pt x="204654" y="1373540"/>
                    <a:pt x="207918" y="1374549"/>
                    <a:pt x="208995" y="1374785"/>
                  </a:cubicBezTo>
                  <a:cubicBezTo>
                    <a:pt x="210072" y="1374986"/>
                    <a:pt x="211384" y="1375087"/>
                    <a:pt x="211687" y="1375121"/>
                  </a:cubicBezTo>
                  <a:cubicBezTo>
                    <a:pt x="211990" y="1375155"/>
                    <a:pt x="213774" y="1375054"/>
                    <a:pt x="214380" y="1375155"/>
                  </a:cubicBezTo>
                  <a:cubicBezTo>
                    <a:pt x="214952" y="1375222"/>
                    <a:pt x="215894" y="1375087"/>
                    <a:pt x="216567" y="1375155"/>
                  </a:cubicBezTo>
                  <a:cubicBezTo>
                    <a:pt x="217207" y="1375222"/>
                    <a:pt x="218519" y="1375155"/>
                    <a:pt x="218519" y="1375155"/>
                  </a:cubicBezTo>
                  <a:lnTo>
                    <a:pt x="218755" y="1376399"/>
                  </a:lnTo>
                  <a:cubicBezTo>
                    <a:pt x="218755" y="1376399"/>
                    <a:pt x="220067" y="1378216"/>
                    <a:pt x="220269" y="1378216"/>
                  </a:cubicBezTo>
                  <a:cubicBezTo>
                    <a:pt x="220505" y="1378216"/>
                    <a:pt x="223298" y="1379797"/>
                    <a:pt x="223534" y="1379898"/>
                  </a:cubicBezTo>
                  <a:cubicBezTo>
                    <a:pt x="223769" y="1379965"/>
                    <a:pt x="226159" y="1381916"/>
                    <a:pt x="226428" y="1381916"/>
                  </a:cubicBezTo>
                  <a:cubicBezTo>
                    <a:pt x="226697" y="1381916"/>
                    <a:pt x="228952" y="1384237"/>
                    <a:pt x="228952" y="1384237"/>
                  </a:cubicBezTo>
                  <a:lnTo>
                    <a:pt x="229827" y="1385751"/>
                  </a:lnTo>
                  <a:lnTo>
                    <a:pt x="230399" y="1388510"/>
                  </a:lnTo>
                  <a:lnTo>
                    <a:pt x="230534" y="1391638"/>
                  </a:lnTo>
                  <a:cubicBezTo>
                    <a:pt x="230534" y="1391638"/>
                    <a:pt x="231779" y="1394363"/>
                    <a:pt x="232082" y="1394464"/>
                  </a:cubicBezTo>
                  <a:cubicBezTo>
                    <a:pt x="232419" y="1394565"/>
                    <a:pt x="233159" y="1395675"/>
                    <a:pt x="233496" y="1395978"/>
                  </a:cubicBezTo>
                  <a:cubicBezTo>
                    <a:pt x="233832" y="1396314"/>
                    <a:pt x="234371" y="1397290"/>
                    <a:pt x="234371" y="1397290"/>
                  </a:cubicBezTo>
                  <a:lnTo>
                    <a:pt x="235683" y="1401629"/>
                  </a:lnTo>
                  <a:lnTo>
                    <a:pt x="235246" y="1402605"/>
                  </a:lnTo>
                  <a:cubicBezTo>
                    <a:pt x="235246" y="1402605"/>
                    <a:pt x="234269" y="1403917"/>
                    <a:pt x="233933" y="1404118"/>
                  </a:cubicBezTo>
                  <a:cubicBezTo>
                    <a:pt x="233597" y="1404354"/>
                    <a:pt x="232957" y="1404892"/>
                    <a:pt x="232957" y="1405195"/>
                  </a:cubicBezTo>
                  <a:cubicBezTo>
                    <a:pt x="232957" y="1405531"/>
                    <a:pt x="233933" y="1407045"/>
                    <a:pt x="233933" y="1407045"/>
                  </a:cubicBezTo>
                  <a:cubicBezTo>
                    <a:pt x="233933" y="1407045"/>
                    <a:pt x="233933" y="1410510"/>
                    <a:pt x="233933" y="1410846"/>
                  </a:cubicBezTo>
                  <a:cubicBezTo>
                    <a:pt x="233933" y="1411183"/>
                    <a:pt x="232991" y="1413470"/>
                    <a:pt x="232991" y="1413470"/>
                  </a:cubicBezTo>
                  <a:cubicBezTo>
                    <a:pt x="232991" y="1413470"/>
                    <a:pt x="231846" y="1414681"/>
                    <a:pt x="231846" y="1414984"/>
                  </a:cubicBezTo>
                  <a:cubicBezTo>
                    <a:pt x="231846" y="1415320"/>
                    <a:pt x="231308" y="1415859"/>
                    <a:pt x="230668" y="1416632"/>
                  </a:cubicBezTo>
                  <a:cubicBezTo>
                    <a:pt x="230029" y="1417406"/>
                    <a:pt x="228481" y="1418920"/>
                    <a:pt x="228178" y="1419021"/>
                  </a:cubicBezTo>
                  <a:cubicBezTo>
                    <a:pt x="227842" y="1419122"/>
                    <a:pt x="227101" y="1420333"/>
                    <a:pt x="227101" y="1420333"/>
                  </a:cubicBezTo>
                  <a:lnTo>
                    <a:pt x="224813" y="1422519"/>
                  </a:lnTo>
                  <a:cubicBezTo>
                    <a:pt x="224813" y="1422519"/>
                    <a:pt x="223601" y="1423495"/>
                    <a:pt x="223063" y="1423730"/>
                  </a:cubicBezTo>
                  <a:cubicBezTo>
                    <a:pt x="222524" y="1423932"/>
                    <a:pt x="221548" y="1424941"/>
                    <a:pt x="221548" y="1424941"/>
                  </a:cubicBezTo>
                  <a:cubicBezTo>
                    <a:pt x="221548" y="1424941"/>
                    <a:pt x="220135" y="1425917"/>
                    <a:pt x="219697" y="1426556"/>
                  </a:cubicBezTo>
                  <a:cubicBezTo>
                    <a:pt x="219260" y="1427195"/>
                    <a:pt x="218284" y="1428171"/>
                    <a:pt x="218284" y="1428171"/>
                  </a:cubicBezTo>
                  <a:cubicBezTo>
                    <a:pt x="218284" y="1428171"/>
                    <a:pt x="218385" y="1430021"/>
                    <a:pt x="218485" y="1430660"/>
                  </a:cubicBezTo>
                  <a:cubicBezTo>
                    <a:pt x="218587" y="1431299"/>
                    <a:pt x="217846" y="1431736"/>
                    <a:pt x="217308" y="1432073"/>
                  </a:cubicBezTo>
                  <a:cubicBezTo>
                    <a:pt x="216769" y="1432409"/>
                    <a:pt x="216231" y="1432611"/>
                    <a:pt x="216231" y="1432611"/>
                  </a:cubicBezTo>
                  <a:cubicBezTo>
                    <a:pt x="216231" y="1432611"/>
                    <a:pt x="214481" y="1433923"/>
                    <a:pt x="214178" y="1434024"/>
                  </a:cubicBezTo>
                  <a:cubicBezTo>
                    <a:pt x="213841" y="1434125"/>
                    <a:pt x="210577" y="1439036"/>
                    <a:pt x="210577" y="1439036"/>
                  </a:cubicBezTo>
                  <a:cubicBezTo>
                    <a:pt x="210577" y="1439036"/>
                    <a:pt x="209601" y="1440449"/>
                    <a:pt x="208961" y="1441425"/>
                  </a:cubicBezTo>
                  <a:cubicBezTo>
                    <a:pt x="208322" y="1442400"/>
                    <a:pt x="207110" y="1443477"/>
                    <a:pt x="206908" y="1444015"/>
                  </a:cubicBezTo>
                  <a:cubicBezTo>
                    <a:pt x="206706" y="1444553"/>
                    <a:pt x="205832" y="1446504"/>
                    <a:pt x="205832" y="1446504"/>
                  </a:cubicBezTo>
                  <a:cubicBezTo>
                    <a:pt x="205832" y="1446504"/>
                    <a:pt x="206033" y="1448018"/>
                    <a:pt x="206807" y="1448691"/>
                  </a:cubicBezTo>
                  <a:cubicBezTo>
                    <a:pt x="207581" y="1449330"/>
                    <a:pt x="208019" y="1452055"/>
                    <a:pt x="208019" y="1452694"/>
                  </a:cubicBezTo>
                  <a:cubicBezTo>
                    <a:pt x="208019" y="1453333"/>
                    <a:pt x="207481" y="1454309"/>
                    <a:pt x="207245" y="1454746"/>
                  </a:cubicBezTo>
                  <a:cubicBezTo>
                    <a:pt x="207009" y="1455183"/>
                    <a:pt x="205730" y="1455621"/>
                    <a:pt x="205192" y="1456260"/>
                  </a:cubicBezTo>
                  <a:cubicBezTo>
                    <a:pt x="204654" y="1456899"/>
                    <a:pt x="202601" y="1458177"/>
                    <a:pt x="202601" y="1458177"/>
                  </a:cubicBezTo>
                  <a:cubicBezTo>
                    <a:pt x="202601" y="1458177"/>
                    <a:pt x="201288" y="1458648"/>
                    <a:pt x="200110" y="1458312"/>
                  </a:cubicBezTo>
                  <a:cubicBezTo>
                    <a:pt x="198898" y="1457975"/>
                    <a:pt x="196644" y="1458312"/>
                    <a:pt x="196644" y="1458312"/>
                  </a:cubicBezTo>
                  <a:lnTo>
                    <a:pt x="196442" y="1458312"/>
                  </a:lnTo>
                  <a:lnTo>
                    <a:pt x="195028" y="1459557"/>
                  </a:lnTo>
                  <a:lnTo>
                    <a:pt x="193716" y="1461239"/>
                  </a:lnTo>
                  <a:cubicBezTo>
                    <a:pt x="193716" y="1461239"/>
                    <a:pt x="192538" y="1462988"/>
                    <a:pt x="192201" y="1463425"/>
                  </a:cubicBezTo>
                  <a:cubicBezTo>
                    <a:pt x="191865" y="1463862"/>
                    <a:pt x="191023" y="1464602"/>
                    <a:pt x="190451" y="1465174"/>
                  </a:cubicBezTo>
                  <a:cubicBezTo>
                    <a:pt x="189913" y="1465713"/>
                    <a:pt x="187961" y="1467025"/>
                    <a:pt x="187961" y="1467025"/>
                  </a:cubicBezTo>
                  <a:lnTo>
                    <a:pt x="186884" y="1467025"/>
                  </a:lnTo>
                  <a:lnTo>
                    <a:pt x="182744" y="1467025"/>
                  </a:lnTo>
                  <a:lnTo>
                    <a:pt x="180793" y="1467025"/>
                  </a:lnTo>
                  <a:lnTo>
                    <a:pt x="178605" y="1467899"/>
                  </a:lnTo>
                  <a:cubicBezTo>
                    <a:pt x="178605" y="1467899"/>
                    <a:pt x="177730" y="1468774"/>
                    <a:pt x="177393" y="1468875"/>
                  </a:cubicBezTo>
                  <a:cubicBezTo>
                    <a:pt x="177057" y="1468976"/>
                    <a:pt x="176754" y="1469648"/>
                    <a:pt x="175879" y="1470287"/>
                  </a:cubicBezTo>
                  <a:cubicBezTo>
                    <a:pt x="175004" y="1470927"/>
                    <a:pt x="173826" y="1471902"/>
                    <a:pt x="173388" y="1472474"/>
                  </a:cubicBezTo>
                  <a:cubicBezTo>
                    <a:pt x="172951" y="1473012"/>
                    <a:pt x="172513" y="1473012"/>
                    <a:pt x="171538" y="1473248"/>
                  </a:cubicBezTo>
                  <a:cubicBezTo>
                    <a:pt x="170561" y="1473483"/>
                    <a:pt x="170461" y="1474122"/>
                    <a:pt x="170124" y="1474324"/>
                  </a:cubicBezTo>
                  <a:cubicBezTo>
                    <a:pt x="169787" y="1474560"/>
                    <a:pt x="167936" y="1475535"/>
                    <a:pt x="167936" y="1475535"/>
                  </a:cubicBezTo>
                  <a:cubicBezTo>
                    <a:pt x="167936" y="1475535"/>
                    <a:pt x="166422" y="1477823"/>
                    <a:pt x="166186" y="1478126"/>
                  </a:cubicBezTo>
                  <a:cubicBezTo>
                    <a:pt x="165984" y="1478462"/>
                    <a:pt x="165311" y="1479875"/>
                    <a:pt x="165311" y="1479875"/>
                  </a:cubicBezTo>
                  <a:lnTo>
                    <a:pt x="164436" y="1482465"/>
                  </a:lnTo>
                  <a:lnTo>
                    <a:pt x="163898" y="1483542"/>
                  </a:lnTo>
                  <a:lnTo>
                    <a:pt x="161508" y="1485022"/>
                  </a:lnTo>
                  <a:lnTo>
                    <a:pt x="158917" y="1485156"/>
                  </a:lnTo>
                  <a:cubicBezTo>
                    <a:pt x="158917" y="1485156"/>
                    <a:pt x="154677" y="1484820"/>
                    <a:pt x="154475" y="1485156"/>
                  </a:cubicBezTo>
                  <a:cubicBezTo>
                    <a:pt x="154273" y="1485493"/>
                    <a:pt x="156965" y="1487982"/>
                    <a:pt x="159254" y="1488621"/>
                  </a:cubicBezTo>
                  <a:cubicBezTo>
                    <a:pt x="161542" y="1489260"/>
                    <a:pt x="161980" y="1487847"/>
                    <a:pt x="161980" y="1487847"/>
                  </a:cubicBezTo>
                  <a:cubicBezTo>
                    <a:pt x="161980" y="1487847"/>
                    <a:pt x="165009" y="1487074"/>
                    <a:pt x="166119" y="1486603"/>
                  </a:cubicBezTo>
                  <a:cubicBezTo>
                    <a:pt x="167196" y="1486132"/>
                    <a:pt x="168744" y="1486636"/>
                    <a:pt x="168744" y="1486636"/>
                  </a:cubicBezTo>
                  <a:cubicBezTo>
                    <a:pt x="168744" y="1486636"/>
                    <a:pt x="173187" y="1486535"/>
                    <a:pt x="173523" y="1486636"/>
                  </a:cubicBezTo>
                  <a:cubicBezTo>
                    <a:pt x="173860" y="1486737"/>
                    <a:pt x="180254" y="1488049"/>
                    <a:pt x="180691" y="1488150"/>
                  </a:cubicBezTo>
                  <a:cubicBezTo>
                    <a:pt x="181129" y="1488251"/>
                    <a:pt x="184057" y="1488688"/>
                    <a:pt x="184057" y="1488688"/>
                  </a:cubicBezTo>
                  <a:cubicBezTo>
                    <a:pt x="184057" y="1488688"/>
                    <a:pt x="189374" y="1492052"/>
                    <a:pt x="189711" y="1492490"/>
                  </a:cubicBezTo>
                  <a:cubicBezTo>
                    <a:pt x="190048" y="1492927"/>
                    <a:pt x="191764" y="1498040"/>
                    <a:pt x="191764" y="1498040"/>
                  </a:cubicBezTo>
                  <a:lnTo>
                    <a:pt x="196980" y="1497401"/>
                  </a:lnTo>
                  <a:lnTo>
                    <a:pt x="200884" y="1500025"/>
                  </a:lnTo>
                  <a:lnTo>
                    <a:pt x="204788" y="1502514"/>
                  </a:lnTo>
                  <a:lnTo>
                    <a:pt x="208591" y="1505105"/>
                  </a:lnTo>
                  <a:lnTo>
                    <a:pt x="214043" y="1506955"/>
                  </a:lnTo>
                  <a:cubicBezTo>
                    <a:pt x="214043" y="1506955"/>
                    <a:pt x="220034" y="1506955"/>
                    <a:pt x="220337" y="1506955"/>
                  </a:cubicBezTo>
                  <a:cubicBezTo>
                    <a:pt x="220673" y="1506955"/>
                    <a:pt x="223500" y="1507762"/>
                    <a:pt x="224039" y="1507661"/>
                  </a:cubicBezTo>
                  <a:cubicBezTo>
                    <a:pt x="224577" y="1507560"/>
                    <a:pt x="226866" y="1508569"/>
                    <a:pt x="227202" y="1508569"/>
                  </a:cubicBezTo>
                  <a:cubicBezTo>
                    <a:pt x="227539" y="1508569"/>
                    <a:pt x="229491" y="1511294"/>
                    <a:pt x="229491" y="1511732"/>
                  </a:cubicBezTo>
                  <a:cubicBezTo>
                    <a:pt x="229491" y="1512169"/>
                    <a:pt x="228717" y="1514019"/>
                    <a:pt x="227976" y="1514793"/>
                  </a:cubicBezTo>
                  <a:cubicBezTo>
                    <a:pt x="227236" y="1515567"/>
                    <a:pt x="229053" y="1516643"/>
                    <a:pt x="229188" y="1516979"/>
                  </a:cubicBezTo>
                  <a:cubicBezTo>
                    <a:pt x="229289" y="1517316"/>
                    <a:pt x="230803" y="1518930"/>
                    <a:pt x="230803" y="1518930"/>
                  </a:cubicBezTo>
                  <a:cubicBezTo>
                    <a:pt x="230803" y="1518930"/>
                    <a:pt x="230904" y="1521958"/>
                    <a:pt x="230904" y="1522395"/>
                  </a:cubicBezTo>
                  <a:cubicBezTo>
                    <a:pt x="230904" y="1522833"/>
                    <a:pt x="230668" y="1525221"/>
                    <a:pt x="230668" y="1525658"/>
                  </a:cubicBezTo>
                  <a:cubicBezTo>
                    <a:pt x="230668" y="1526096"/>
                    <a:pt x="230467" y="1528585"/>
                    <a:pt x="230231" y="1528921"/>
                  </a:cubicBezTo>
                  <a:cubicBezTo>
                    <a:pt x="230029" y="1529258"/>
                    <a:pt x="230769" y="1531949"/>
                    <a:pt x="230769" y="1531949"/>
                  </a:cubicBezTo>
                  <a:cubicBezTo>
                    <a:pt x="230769" y="1531949"/>
                    <a:pt x="233260" y="1532723"/>
                    <a:pt x="234673" y="1532723"/>
                  </a:cubicBezTo>
                  <a:cubicBezTo>
                    <a:pt x="236087" y="1532723"/>
                    <a:pt x="234774" y="1533698"/>
                    <a:pt x="234673" y="1534674"/>
                  </a:cubicBezTo>
                  <a:cubicBezTo>
                    <a:pt x="234572" y="1535649"/>
                    <a:pt x="236625" y="1536524"/>
                    <a:pt x="236625" y="1536524"/>
                  </a:cubicBezTo>
                  <a:lnTo>
                    <a:pt x="240092" y="1536524"/>
                  </a:lnTo>
                  <a:lnTo>
                    <a:pt x="242279" y="1536524"/>
                  </a:lnTo>
                  <a:lnTo>
                    <a:pt x="245308" y="1537836"/>
                  </a:lnTo>
                  <a:cubicBezTo>
                    <a:pt x="245308" y="1537836"/>
                    <a:pt x="247933" y="1542411"/>
                    <a:pt x="247799" y="1542714"/>
                  </a:cubicBezTo>
                  <a:cubicBezTo>
                    <a:pt x="247698" y="1543050"/>
                    <a:pt x="245308" y="1549004"/>
                    <a:pt x="245308" y="1549004"/>
                  </a:cubicBezTo>
                  <a:lnTo>
                    <a:pt x="245847" y="1550417"/>
                  </a:lnTo>
                  <a:lnTo>
                    <a:pt x="250087" y="1552032"/>
                  </a:lnTo>
                  <a:lnTo>
                    <a:pt x="251938" y="1551258"/>
                  </a:lnTo>
                  <a:cubicBezTo>
                    <a:pt x="251938" y="1551258"/>
                    <a:pt x="253688" y="1550922"/>
                    <a:pt x="254227" y="1550922"/>
                  </a:cubicBezTo>
                  <a:cubicBezTo>
                    <a:pt x="254765" y="1550922"/>
                    <a:pt x="256078" y="1551124"/>
                    <a:pt x="256078" y="1551124"/>
                  </a:cubicBezTo>
                  <a:cubicBezTo>
                    <a:pt x="256078" y="1551124"/>
                    <a:pt x="258366" y="1551662"/>
                    <a:pt x="258905" y="1552099"/>
                  </a:cubicBezTo>
                  <a:cubicBezTo>
                    <a:pt x="259443" y="1552536"/>
                    <a:pt x="260419" y="1553075"/>
                    <a:pt x="260419" y="1553075"/>
                  </a:cubicBezTo>
                  <a:cubicBezTo>
                    <a:pt x="260419" y="1553075"/>
                    <a:pt x="261496" y="1552536"/>
                    <a:pt x="261934" y="1552200"/>
                  </a:cubicBezTo>
                  <a:cubicBezTo>
                    <a:pt x="262371" y="1551864"/>
                    <a:pt x="262674" y="1550350"/>
                    <a:pt x="262674" y="1550350"/>
                  </a:cubicBezTo>
                  <a:lnTo>
                    <a:pt x="266140" y="1550350"/>
                  </a:lnTo>
                  <a:lnTo>
                    <a:pt x="267890" y="1550350"/>
                  </a:lnTo>
                  <a:lnTo>
                    <a:pt x="269641" y="1550350"/>
                  </a:lnTo>
                  <a:lnTo>
                    <a:pt x="273006" y="1550350"/>
                  </a:lnTo>
                  <a:lnTo>
                    <a:pt x="275496" y="1551325"/>
                  </a:lnTo>
                  <a:cubicBezTo>
                    <a:pt x="275496" y="1551325"/>
                    <a:pt x="276809" y="1552738"/>
                    <a:pt x="277886" y="1554488"/>
                  </a:cubicBezTo>
                  <a:cubicBezTo>
                    <a:pt x="278963" y="1556237"/>
                    <a:pt x="277886" y="1557212"/>
                    <a:pt x="277886" y="1557650"/>
                  </a:cubicBezTo>
                  <a:cubicBezTo>
                    <a:pt x="277886" y="1558087"/>
                    <a:pt x="277448" y="1558726"/>
                    <a:pt x="276371" y="1559399"/>
                  </a:cubicBezTo>
                  <a:cubicBezTo>
                    <a:pt x="275294" y="1560038"/>
                    <a:pt x="274184" y="1561350"/>
                    <a:pt x="274184" y="1561787"/>
                  </a:cubicBezTo>
                  <a:cubicBezTo>
                    <a:pt x="274184" y="1562225"/>
                    <a:pt x="275160" y="1563839"/>
                    <a:pt x="275261" y="1564277"/>
                  </a:cubicBezTo>
                  <a:cubicBezTo>
                    <a:pt x="275362" y="1564714"/>
                    <a:pt x="275059" y="1567304"/>
                    <a:pt x="275059" y="1567304"/>
                  </a:cubicBezTo>
                  <a:lnTo>
                    <a:pt x="274184" y="1568280"/>
                  </a:lnTo>
                  <a:cubicBezTo>
                    <a:pt x="274184" y="1568280"/>
                    <a:pt x="273410" y="1569491"/>
                    <a:pt x="272669" y="1570130"/>
                  </a:cubicBezTo>
                  <a:cubicBezTo>
                    <a:pt x="271895" y="1570769"/>
                    <a:pt x="273107" y="1571206"/>
                    <a:pt x="273208" y="1571543"/>
                  </a:cubicBezTo>
                  <a:cubicBezTo>
                    <a:pt x="273309" y="1571879"/>
                    <a:pt x="274419" y="1574369"/>
                    <a:pt x="274419" y="1574369"/>
                  </a:cubicBezTo>
                  <a:cubicBezTo>
                    <a:pt x="274419" y="1574369"/>
                    <a:pt x="273006" y="1575580"/>
                    <a:pt x="272905" y="1575882"/>
                  </a:cubicBezTo>
                  <a:cubicBezTo>
                    <a:pt x="272804" y="1576219"/>
                    <a:pt x="271929" y="1577060"/>
                    <a:pt x="271391" y="1577497"/>
                  </a:cubicBezTo>
                  <a:cubicBezTo>
                    <a:pt x="270852" y="1577934"/>
                    <a:pt x="270145" y="1579549"/>
                    <a:pt x="270145" y="1579549"/>
                  </a:cubicBezTo>
                  <a:cubicBezTo>
                    <a:pt x="270145" y="1579549"/>
                    <a:pt x="272030" y="1581601"/>
                    <a:pt x="272568" y="1581937"/>
                  </a:cubicBezTo>
                  <a:cubicBezTo>
                    <a:pt x="273107" y="1582274"/>
                    <a:pt x="273746" y="1583148"/>
                    <a:pt x="274083" y="1583249"/>
                  </a:cubicBezTo>
                  <a:cubicBezTo>
                    <a:pt x="274419" y="1583350"/>
                    <a:pt x="274083" y="1586613"/>
                    <a:pt x="274083" y="1586613"/>
                  </a:cubicBezTo>
                  <a:cubicBezTo>
                    <a:pt x="274083" y="1586613"/>
                    <a:pt x="272568" y="1588026"/>
                    <a:pt x="271357" y="1589103"/>
                  </a:cubicBezTo>
                  <a:cubicBezTo>
                    <a:pt x="270145" y="1590179"/>
                    <a:pt x="270044" y="1591491"/>
                    <a:pt x="270145" y="1592029"/>
                  </a:cubicBezTo>
                  <a:cubicBezTo>
                    <a:pt x="270246" y="1592568"/>
                    <a:pt x="271996" y="1593341"/>
                    <a:pt x="272333" y="1593442"/>
                  </a:cubicBezTo>
                  <a:cubicBezTo>
                    <a:pt x="272669" y="1593543"/>
                    <a:pt x="275362" y="1593442"/>
                    <a:pt x="275799" y="1593442"/>
                  </a:cubicBezTo>
                  <a:cubicBezTo>
                    <a:pt x="276237" y="1593442"/>
                    <a:pt x="277415" y="1593980"/>
                    <a:pt x="277852" y="1594418"/>
                  </a:cubicBezTo>
                  <a:cubicBezTo>
                    <a:pt x="278290" y="1594855"/>
                    <a:pt x="278054" y="1595057"/>
                    <a:pt x="278391" y="1596705"/>
                  </a:cubicBezTo>
                  <a:cubicBezTo>
                    <a:pt x="278727" y="1598320"/>
                    <a:pt x="280006" y="1599094"/>
                    <a:pt x="280343" y="1599430"/>
                  </a:cubicBezTo>
                  <a:cubicBezTo>
                    <a:pt x="280679" y="1599766"/>
                    <a:pt x="282631" y="1601045"/>
                    <a:pt x="283069" y="1601280"/>
                  </a:cubicBezTo>
                  <a:cubicBezTo>
                    <a:pt x="283506" y="1601482"/>
                    <a:pt x="286535" y="1601919"/>
                    <a:pt x="286535" y="1601919"/>
                  </a:cubicBezTo>
                  <a:cubicBezTo>
                    <a:pt x="286535" y="1601919"/>
                    <a:pt x="289127" y="1601583"/>
                    <a:pt x="289463" y="1601583"/>
                  </a:cubicBezTo>
                  <a:cubicBezTo>
                    <a:pt x="289800" y="1601583"/>
                    <a:pt x="290776" y="1600944"/>
                    <a:pt x="291213" y="1600069"/>
                  </a:cubicBezTo>
                  <a:cubicBezTo>
                    <a:pt x="291651" y="1599195"/>
                    <a:pt x="292727" y="1599531"/>
                    <a:pt x="293704" y="1598757"/>
                  </a:cubicBezTo>
                  <a:cubicBezTo>
                    <a:pt x="294680" y="1597984"/>
                    <a:pt x="296194" y="1596705"/>
                    <a:pt x="296968" y="1596032"/>
                  </a:cubicBezTo>
                  <a:cubicBezTo>
                    <a:pt x="297742" y="1595393"/>
                    <a:pt x="298920" y="1595158"/>
                    <a:pt x="299256" y="1594821"/>
                  </a:cubicBezTo>
                  <a:cubicBezTo>
                    <a:pt x="299593" y="1594485"/>
                    <a:pt x="302285" y="1594485"/>
                    <a:pt x="303396" y="1594384"/>
                  </a:cubicBezTo>
                  <a:cubicBezTo>
                    <a:pt x="304473" y="1594283"/>
                    <a:pt x="306223" y="1595158"/>
                    <a:pt x="307536" y="1595360"/>
                  </a:cubicBezTo>
                  <a:cubicBezTo>
                    <a:pt x="308848" y="1595561"/>
                    <a:pt x="309588" y="1597210"/>
                    <a:pt x="309588" y="1597546"/>
                  </a:cubicBezTo>
                  <a:cubicBezTo>
                    <a:pt x="309588" y="1597883"/>
                    <a:pt x="307637" y="1601247"/>
                    <a:pt x="307199" y="1601348"/>
                  </a:cubicBezTo>
                  <a:cubicBezTo>
                    <a:pt x="306762" y="1601448"/>
                    <a:pt x="305785" y="1601886"/>
                    <a:pt x="304709" y="1602121"/>
                  </a:cubicBezTo>
                  <a:cubicBezTo>
                    <a:pt x="303632" y="1602323"/>
                    <a:pt x="302757" y="1602996"/>
                    <a:pt x="302218" y="1603534"/>
                  </a:cubicBezTo>
                  <a:cubicBezTo>
                    <a:pt x="301680" y="1604072"/>
                    <a:pt x="301579" y="1605048"/>
                    <a:pt x="300603" y="1605822"/>
                  </a:cubicBezTo>
                  <a:cubicBezTo>
                    <a:pt x="299627" y="1606595"/>
                    <a:pt x="300603" y="1607133"/>
                    <a:pt x="300603" y="1607133"/>
                  </a:cubicBezTo>
                  <a:cubicBezTo>
                    <a:pt x="300603" y="1607133"/>
                    <a:pt x="302555" y="1610161"/>
                    <a:pt x="302891" y="1610397"/>
                  </a:cubicBezTo>
                  <a:cubicBezTo>
                    <a:pt x="303228" y="1610632"/>
                    <a:pt x="304406" y="1612247"/>
                    <a:pt x="304641" y="1612684"/>
                  </a:cubicBezTo>
                  <a:cubicBezTo>
                    <a:pt x="304877" y="1613121"/>
                    <a:pt x="306156" y="1613861"/>
                    <a:pt x="306156" y="1613861"/>
                  </a:cubicBezTo>
                  <a:cubicBezTo>
                    <a:pt x="306156" y="1613861"/>
                    <a:pt x="308343" y="1614501"/>
                    <a:pt x="308747" y="1614938"/>
                  </a:cubicBezTo>
                  <a:cubicBezTo>
                    <a:pt x="309185" y="1615375"/>
                    <a:pt x="310800" y="1616351"/>
                    <a:pt x="310767" y="1616687"/>
                  </a:cubicBezTo>
                  <a:cubicBezTo>
                    <a:pt x="310733" y="1617024"/>
                    <a:pt x="311137" y="1617663"/>
                    <a:pt x="310867" y="1618201"/>
                  </a:cubicBezTo>
                  <a:cubicBezTo>
                    <a:pt x="310598" y="1618739"/>
                    <a:pt x="311036" y="1620253"/>
                    <a:pt x="310935" y="1620690"/>
                  </a:cubicBezTo>
                  <a:cubicBezTo>
                    <a:pt x="310834" y="1621128"/>
                    <a:pt x="310935" y="1623180"/>
                    <a:pt x="310935" y="1623852"/>
                  </a:cubicBezTo>
                  <a:cubicBezTo>
                    <a:pt x="310935" y="1624525"/>
                    <a:pt x="311137" y="1624828"/>
                    <a:pt x="312012" y="1626880"/>
                  </a:cubicBezTo>
                  <a:cubicBezTo>
                    <a:pt x="312887" y="1628932"/>
                    <a:pt x="314065" y="1628394"/>
                    <a:pt x="314401" y="1628495"/>
                  </a:cubicBezTo>
                  <a:cubicBezTo>
                    <a:pt x="314738" y="1628596"/>
                    <a:pt x="315916" y="1628831"/>
                    <a:pt x="316252" y="1629033"/>
                  </a:cubicBezTo>
                  <a:cubicBezTo>
                    <a:pt x="316589" y="1629235"/>
                    <a:pt x="318002" y="1629235"/>
                    <a:pt x="319853" y="1628932"/>
                  </a:cubicBezTo>
                  <a:cubicBezTo>
                    <a:pt x="321704" y="1628596"/>
                    <a:pt x="320930" y="1628932"/>
                    <a:pt x="322041" y="1628932"/>
                  </a:cubicBezTo>
                  <a:cubicBezTo>
                    <a:pt x="323118" y="1628932"/>
                    <a:pt x="324329" y="1629033"/>
                    <a:pt x="324329" y="1629033"/>
                  </a:cubicBezTo>
                  <a:cubicBezTo>
                    <a:pt x="324329" y="1629033"/>
                    <a:pt x="326180" y="1630009"/>
                    <a:pt x="326517" y="1630547"/>
                  </a:cubicBezTo>
                  <a:cubicBezTo>
                    <a:pt x="326853" y="1631085"/>
                    <a:pt x="327829" y="1632061"/>
                    <a:pt x="328368" y="1632599"/>
                  </a:cubicBezTo>
                  <a:cubicBezTo>
                    <a:pt x="328906" y="1633137"/>
                    <a:pt x="329007" y="1633238"/>
                    <a:pt x="329344" y="1634012"/>
                  </a:cubicBezTo>
                  <a:cubicBezTo>
                    <a:pt x="329680" y="1634785"/>
                    <a:pt x="330656" y="1636938"/>
                    <a:pt x="331632" y="1638788"/>
                  </a:cubicBezTo>
                  <a:cubicBezTo>
                    <a:pt x="332608" y="1640639"/>
                    <a:pt x="334560" y="1641513"/>
                    <a:pt x="335435" y="1641951"/>
                  </a:cubicBezTo>
                  <a:cubicBezTo>
                    <a:pt x="336310" y="1642388"/>
                    <a:pt x="336411" y="1641311"/>
                    <a:pt x="336411" y="1641311"/>
                  </a:cubicBezTo>
                  <a:cubicBezTo>
                    <a:pt x="336411" y="1641311"/>
                    <a:pt x="339440" y="1638687"/>
                    <a:pt x="339777" y="1638486"/>
                  </a:cubicBezTo>
                  <a:cubicBezTo>
                    <a:pt x="340113" y="1638284"/>
                    <a:pt x="343041" y="1637510"/>
                    <a:pt x="343041" y="1637510"/>
                  </a:cubicBezTo>
                  <a:lnTo>
                    <a:pt x="346844" y="1639260"/>
                  </a:lnTo>
                  <a:cubicBezTo>
                    <a:pt x="346844" y="1639260"/>
                    <a:pt x="348359" y="1642287"/>
                    <a:pt x="348695" y="1643834"/>
                  </a:cubicBezTo>
                  <a:cubicBezTo>
                    <a:pt x="349032" y="1645348"/>
                    <a:pt x="350344" y="1645685"/>
                    <a:pt x="350782" y="1646223"/>
                  </a:cubicBezTo>
                  <a:cubicBezTo>
                    <a:pt x="351219" y="1646761"/>
                    <a:pt x="352936" y="1646862"/>
                    <a:pt x="354147" y="1646660"/>
                  </a:cubicBezTo>
                  <a:cubicBezTo>
                    <a:pt x="355359" y="1646458"/>
                    <a:pt x="355897" y="1646223"/>
                    <a:pt x="356335" y="1646021"/>
                  </a:cubicBezTo>
                  <a:cubicBezTo>
                    <a:pt x="356772" y="1645819"/>
                    <a:pt x="357109" y="1643195"/>
                    <a:pt x="357109" y="1642758"/>
                  </a:cubicBezTo>
                  <a:cubicBezTo>
                    <a:pt x="357109" y="1642321"/>
                    <a:pt x="357546" y="1640470"/>
                    <a:pt x="357546" y="1640033"/>
                  </a:cubicBezTo>
                  <a:cubicBezTo>
                    <a:pt x="357546" y="1639596"/>
                    <a:pt x="359397" y="1637207"/>
                    <a:pt x="359734" y="1636669"/>
                  </a:cubicBezTo>
                  <a:cubicBezTo>
                    <a:pt x="360070" y="1636131"/>
                    <a:pt x="363200" y="1633406"/>
                    <a:pt x="363200" y="1633406"/>
                  </a:cubicBezTo>
                  <a:lnTo>
                    <a:pt x="364614" y="1631657"/>
                  </a:lnTo>
                  <a:cubicBezTo>
                    <a:pt x="364614" y="1631657"/>
                    <a:pt x="367441" y="1628192"/>
                    <a:pt x="368619" y="1627317"/>
                  </a:cubicBezTo>
                  <a:cubicBezTo>
                    <a:pt x="369830" y="1626443"/>
                    <a:pt x="370806" y="1625904"/>
                    <a:pt x="371883" y="1625366"/>
                  </a:cubicBezTo>
                  <a:cubicBezTo>
                    <a:pt x="372960" y="1624828"/>
                    <a:pt x="375686" y="1622339"/>
                    <a:pt x="377436" y="1621767"/>
                  </a:cubicBezTo>
                  <a:cubicBezTo>
                    <a:pt x="379186" y="1621229"/>
                    <a:pt x="380162" y="1619177"/>
                    <a:pt x="380162" y="1619177"/>
                  </a:cubicBezTo>
                  <a:cubicBezTo>
                    <a:pt x="380162" y="1619177"/>
                    <a:pt x="379523" y="1617427"/>
                    <a:pt x="379186" y="1616889"/>
                  </a:cubicBezTo>
                  <a:cubicBezTo>
                    <a:pt x="378850" y="1616351"/>
                    <a:pt x="376561" y="1614400"/>
                    <a:pt x="375720" y="1614299"/>
                  </a:cubicBezTo>
                  <a:cubicBezTo>
                    <a:pt x="374845" y="1614198"/>
                    <a:pt x="374205" y="1612785"/>
                    <a:pt x="374205" y="1612785"/>
                  </a:cubicBezTo>
                  <a:cubicBezTo>
                    <a:pt x="374205" y="1612785"/>
                    <a:pt x="370840" y="1609522"/>
                    <a:pt x="370503" y="1609320"/>
                  </a:cubicBezTo>
                  <a:cubicBezTo>
                    <a:pt x="370200" y="1609118"/>
                    <a:pt x="368652" y="1605519"/>
                    <a:pt x="368652" y="1605519"/>
                  </a:cubicBezTo>
                  <a:cubicBezTo>
                    <a:pt x="368652" y="1605519"/>
                    <a:pt x="367777" y="1602256"/>
                    <a:pt x="367474" y="1602054"/>
                  </a:cubicBezTo>
                  <a:cubicBezTo>
                    <a:pt x="367138" y="1601819"/>
                    <a:pt x="366397" y="1598354"/>
                    <a:pt x="366397" y="1598354"/>
                  </a:cubicBezTo>
                  <a:lnTo>
                    <a:pt x="361719" y="1595965"/>
                  </a:lnTo>
                  <a:lnTo>
                    <a:pt x="356604" y="1593341"/>
                  </a:lnTo>
                  <a:cubicBezTo>
                    <a:pt x="356604" y="1593341"/>
                    <a:pt x="353676" y="1591929"/>
                    <a:pt x="353239" y="1591592"/>
                  </a:cubicBezTo>
                  <a:cubicBezTo>
                    <a:pt x="352801" y="1591256"/>
                    <a:pt x="352464" y="1588766"/>
                    <a:pt x="352464" y="1588766"/>
                  </a:cubicBezTo>
                  <a:lnTo>
                    <a:pt x="353339" y="1586580"/>
                  </a:lnTo>
                  <a:cubicBezTo>
                    <a:pt x="353339" y="1586580"/>
                    <a:pt x="356705" y="1586042"/>
                    <a:pt x="357142" y="1586042"/>
                  </a:cubicBezTo>
                  <a:cubicBezTo>
                    <a:pt x="357580" y="1586042"/>
                    <a:pt x="358354" y="1586243"/>
                    <a:pt x="358993" y="1586243"/>
                  </a:cubicBezTo>
                  <a:cubicBezTo>
                    <a:pt x="359633" y="1586243"/>
                    <a:pt x="363133" y="1588094"/>
                    <a:pt x="363873" y="1588194"/>
                  </a:cubicBezTo>
                  <a:cubicBezTo>
                    <a:pt x="364647" y="1588295"/>
                    <a:pt x="367575" y="1589506"/>
                    <a:pt x="367575" y="1589506"/>
                  </a:cubicBezTo>
                  <a:cubicBezTo>
                    <a:pt x="367575" y="1589506"/>
                    <a:pt x="371042" y="1590146"/>
                    <a:pt x="371479" y="1590280"/>
                  </a:cubicBezTo>
                  <a:cubicBezTo>
                    <a:pt x="371917" y="1590381"/>
                    <a:pt x="375821" y="1592029"/>
                    <a:pt x="375821" y="1592029"/>
                  </a:cubicBezTo>
                  <a:lnTo>
                    <a:pt x="379523" y="1592029"/>
                  </a:lnTo>
                  <a:lnTo>
                    <a:pt x="382451" y="1591659"/>
                  </a:lnTo>
                  <a:cubicBezTo>
                    <a:pt x="382451" y="1591659"/>
                    <a:pt x="384840" y="1589876"/>
                    <a:pt x="385278" y="1589742"/>
                  </a:cubicBezTo>
                  <a:cubicBezTo>
                    <a:pt x="385715" y="1589641"/>
                    <a:pt x="389417" y="1588531"/>
                    <a:pt x="389855" y="1588329"/>
                  </a:cubicBezTo>
                  <a:cubicBezTo>
                    <a:pt x="390292" y="1588127"/>
                    <a:pt x="395509" y="1586277"/>
                    <a:pt x="395509" y="1586277"/>
                  </a:cubicBezTo>
                  <a:lnTo>
                    <a:pt x="397696" y="1584662"/>
                  </a:lnTo>
                  <a:cubicBezTo>
                    <a:pt x="397696" y="1584662"/>
                    <a:pt x="399312" y="1584023"/>
                    <a:pt x="401062" y="1583586"/>
                  </a:cubicBezTo>
                  <a:cubicBezTo>
                    <a:pt x="402812" y="1583148"/>
                    <a:pt x="405403" y="1583384"/>
                    <a:pt x="405403" y="1583384"/>
                  </a:cubicBezTo>
                  <a:cubicBezTo>
                    <a:pt x="405403" y="1583384"/>
                    <a:pt x="408668" y="1583384"/>
                    <a:pt x="409105" y="1583384"/>
                  </a:cubicBezTo>
                  <a:cubicBezTo>
                    <a:pt x="409543" y="1583384"/>
                    <a:pt x="410081" y="1582207"/>
                    <a:pt x="410418" y="1581534"/>
                  </a:cubicBezTo>
                  <a:cubicBezTo>
                    <a:pt x="410754" y="1580895"/>
                    <a:pt x="411629" y="1580659"/>
                    <a:pt x="412370" y="1579919"/>
                  </a:cubicBezTo>
                  <a:cubicBezTo>
                    <a:pt x="413144" y="1579145"/>
                    <a:pt x="415398" y="1577968"/>
                    <a:pt x="415836" y="1577968"/>
                  </a:cubicBezTo>
                  <a:cubicBezTo>
                    <a:pt x="416274" y="1577968"/>
                    <a:pt x="419000" y="1578304"/>
                    <a:pt x="419303" y="1578405"/>
                  </a:cubicBezTo>
                  <a:cubicBezTo>
                    <a:pt x="419639" y="1578506"/>
                    <a:pt x="421692" y="1582207"/>
                    <a:pt x="422029" y="1582543"/>
                  </a:cubicBezTo>
                  <a:cubicBezTo>
                    <a:pt x="422365" y="1582879"/>
                    <a:pt x="423106" y="1584393"/>
                    <a:pt x="423106" y="1584393"/>
                  </a:cubicBezTo>
                  <a:lnTo>
                    <a:pt x="425596" y="1588733"/>
                  </a:lnTo>
                  <a:lnTo>
                    <a:pt x="429500" y="1591222"/>
                  </a:lnTo>
                  <a:cubicBezTo>
                    <a:pt x="429500" y="1591222"/>
                    <a:pt x="431553" y="1591659"/>
                    <a:pt x="431889" y="1591323"/>
                  </a:cubicBezTo>
                  <a:cubicBezTo>
                    <a:pt x="432226" y="1590987"/>
                    <a:pt x="436130" y="1591088"/>
                    <a:pt x="438082" y="1591088"/>
                  </a:cubicBezTo>
                  <a:cubicBezTo>
                    <a:pt x="440034" y="1591088"/>
                    <a:pt x="442423" y="1591962"/>
                    <a:pt x="442861" y="1591962"/>
                  </a:cubicBezTo>
                  <a:cubicBezTo>
                    <a:pt x="443298" y="1591962"/>
                    <a:pt x="444611" y="1593476"/>
                    <a:pt x="445048" y="1594149"/>
                  </a:cubicBezTo>
                  <a:cubicBezTo>
                    <a:pt x="445486" y="1594788"/>
                    <a:pt x="446798" y="1597176"/>
                    <a:pt x="447236" y="1597311"/>
                  </a:cubicBezTo>
                  <a:cubicBezTo>
                    <a:pt x="447673" y="1597412"/>
                    <a:pt x="453765" y="1597849"/>
                    <a:pt x="453765" y="1597849"/>
                  </a:cubicBezTo>
                  <a:cubicBezTo>
                    <a:pt x="453765" y="1597849"/>
                    <a:pt x="459722" y="1597849"/>
                    <a:pt x="460395" y="1597647"/>
                  </a:cubicBezTo>
                  <a:cubicBezTo>
                    <a:pt x="461034" y="1597445"/>
                    <a:pt x="464501" y="1597311"/>
                    <a:pt x="464501" y="1597311"/>
                  </a:cubicBezTo>
                  <a:cubicBezTo>
                    <a:pt x="464501" y="1597311"/>
                    <a:pt x="468102" y="1597311"/>
                    <a:pt x="470255" y="1597311"/>
                  </a:cubicBezTo>
                  <a:cubicBezTo>
                    <a:pt x="472409" y="1597311"/>
                    <a:pt x="472207" y="1596873"/>
                    <a:pt x="472544" y="1596537"/>
                  </a:cubicBezTo>
                  <a:cubicBezTo>
                    <a:pt x="472881" y="1596201"/>
                    <a:pt x="474732" y="1595763"/>
                    <a:pt x="475035" y="1595461"/>
                  </a:cubicBezTo>
                  <a:cubicBezTo>
                    <a:pt x="475371" y="1595124"/>
                    <a:pt x="476246" y="1594149"/>
                    <a:pt x="476246" y="1594149"/>
                  </a:cubicBezTo>
                  <a:lnTo>
                    <a:pt x="481799" y="1589675"/>
                  </a:lnTo>
                  <a:lnTo>
                    <a:pt x="487453" y="1585873"/>
                  </a:lnTo>
                  <a:cubicBezTo>
                    <a:pt x="487453" y="1585873"/>
                    <a:pt x="490381" y="1584023"/>
                    <a:pt x="491256" y="1583384"/>
                  </a:cubicBezTo>
                  <a:cubicBezTo>
                    <a:pt x="492131" y="1582745"/>
                    <a:pt x="494184" y="1580895"/>
                    <a:pt x="494184" y="1580895"/>
                  </a:cubicBezTo>
                  <a:cubicBezTo>
                    <a:pt x="494184" y="1580895"/>
                    <a:pt x="495934" y="1578405"/>
                    <a:pt x="496237" y="1577531"/>
                  </a:cubicBezTo>
                  <a:cubicBezTo>
                    <a:pt x="496573" y="1576656"/>
                    <a:pt x="498290" y="1575781"/>
                    <a:pt x="498290" y="1575781"/>
                  </a:cubicBezTo>
                  <a:lnTo>
                    <a:pt x="500242" y="1575580"/>
                  </a:lnTo>
                  <a:cubicBezTo>
                    <a:pt x="500242" y="1575580"/>
                    <a:pt x="503405" y="1574268"/>
                    <a:pt x="503843" y="1573931"/>
                  </a:cubicBezTo>
                  <a:cubicBezTo>
                    <a:pt x="504280" y="1573595"/>
                    <a:pt x="506670" y="1572518"/>
                    <a:pt x="507982" y="1571980"/>
                  </a:cubicBezTo>
                  <a:cubicBezTo>
                    <a:pt x="509295" y="1571442"/>
                    <a:pt x="510910" y="1571543"/>
                    <a:pt x="512559" y="1571105"/>
                  </a:cubicBezTo>
                  <a:cubicBezTo>
                    <a:pt x="514175" y="1570668"/>
                    <a:pt x="514208" y="1570332"/>
                    <a:pt x="514511" y="1570231"/>
                  </a:cubicBezTo>
                  <a:cubicBezTo>
                    <a:pt x="514848" y="1570130"/>
                    <a:pt x="516800" y="1568919"/>
                    <a:pt x="517103" y="1568717"/>
                  </a:cubicBezTo>
                  <a:cubicBezTo>
                    <a:pt x="517439" y="1568515"/>
                    <a:pt x="519593" y="1568381"/>
                    <a:pt x="519930" y="1568179"/>
                  </a:cubicBezTo>
                  <a:cubicBezTo>
                    <a:pt x="520266" y="1567977"/>
                    <a:pt x="523194" y="1567102"/>
                    <a:pt x="523531" y="1566867"/>
                  </a:cubicBezTo>
                  <a:cubicBezTo>
                    <a:pt x="523867" y="1566631"/>
                    <a:pt x="526560" y="1565656"/>
                    <a:pt x="527973" y="1565454"/>
                  </a:cubicBezTo>
                  <a:cubicBezTo>
                    <a:pt x="529387" y="1565219"/>
                    <a:pt x="533627" y="1565353"/>
                    <a:pt x="534940" y="1565454"/>
                  </a:cubicBezTo>
                  <a:cubicBezTo>
                    <a:pt x="536252" y="1565555"/>
                    <a:pt x="539281" y="1565992"/>
                    <a:pt x="539281" y="1565992"/>
                  </a:cubicBezTo>
                  <a:cubicBezTo>
                    <a:pt x="539281" y="1565992"/>
                    <a:pt x="543084" y="1565992"/>
                    <a:pt x="544161" y="1565992"/>
                  </a:cubicBezTo>
                  <a:cubicBezTo>
                    <a:pt x="545238" y="1565992"/>
                    <a:pt x="547863" y="1566766"/>
                    <a:pt x="548300" y="1566968"/>
                  </a:cubicBezTo>
                  <a:cubicBezTo>
                    <a:pt x="548738" y="1567170"/>
                    <a:pt x="549815" y="1567842"/>
                    <a:pt x="552339" y="1568919"/>
                  </a:cubicBezTo>
                  <a:cubicBezTo>
                    <a:pt x="554829" y="1569995"/>
                    <a:pt x="555503" y="1571946"/>
                    <a:pt x="555940" y="1572619"/>
                  </a:cubicBezTo>
                  <a:cubicBezTo>
                    <a:pt x="556378" y="1573258"/>
                    <a:pt x="558767" y="1575445"/>
                    <a:pt x="558767" y="1575445"/>
                  </a:cubicBezTo>
                  <a:cubicBezTo>
                    <a:pt x="558767" y="1575445"/>
                    <a:pt x="558767" y="1577497"/>
                    <a:pt x="558666" y="1578170"/>
                  </a:cubicBezTo>
                  <a:cubicBezTo>
                    <a:pt x="558565" y="1578809"/>
                    <a:pt x="557690" y="1579246"/>
                    <a:pt x="557690" y="1579246"/>
                  </a:cubicBezTo>
                  <a:cubicBezTo>
                    <a:pt x="557690" y="1579246"/>
                    <a:pt x="556815" y="1580861"/>
                    <a:pt x="555738" y="1581635"/>
                  </a:cubicBezTo>
                  <a:cubicBezTo>
                    <a:pt x="554661" y="1582408"/>
                    <a:pt x="553887" y="1584662"/>
                    <a:pt x="553887" y="1584999"/>
                  </a:cubicBezTo>
                  <a:cubicBezTo>
                    <a:pt x="553887" y="1585335"/>
                    <a:pt x="555301" y="1587051"/>
                    <a:pt x="555301" y="1587051"/>
                  </a:cubicBezTo>
                  <a:lnTo>
                    <a:pt x="557690" y="1590953"/>
                  </a:lnTo>
                  <a:lnTo>
                    <a:pt x="558229" y="1593005"/>
                  </a:lnTo>
                  <a:lnTo>
                    <a:pt x="559104" y="1595932"/>
                  </a:lnTo>
                  <a:cubicBezTo>
                    <a:pt x="559104" y="1595932"/>
                    <a:pt x="561291" y="1599531"/>
                    <a:pt x="561830" y="1600069"/>
                  </a:cubicBezTo>
                  <a:cubicBezTo>
                    <a:pt x="562368" y="1600607"/>
                    <a:pt x="564118" y="1603231"/>
                    <a:pt x="564118" y="1603231"/>
                  </a:cubicBezTo>
                  <a:cubicBezTo>
                    <a:pt x="564118" y="1603231"/>
                    <a:pt x="564657" y="1608681"/>
                    <a:pt x="564657" y="1608984"/>
                  </a:cubicBezTo>
                  <a:cubicBezTo>
                    <a:pt x="564657" y="1609320"/>
                    <a:pt x="565633" y="1613323"/>
                    <a:pt x="565733" y="1613761"/>
                  </a:cubicBezTo>
                  <a:cubicBezTo>
                    <a:pt x="565835" y="1614198"/>
                    <a:pt x="565835" y="1618874"/>
                    <a:pt x="565835" y="1618874"/>
                  </a:cubicBezTo>
                  <a:cubicBezTo>
                    <a:pt x="565835" y="1618874"/>
                    <a:pt x="564421" y="1621599"/>
                    <a:pt x="563984" y="1621700"/>
                  </a:cubicBezTo>
                  <a:cubicBezTo>
                    <a:pt x="563546" y="1621801"/>
                    <a:pt x="560955" y="1623449"/>
                    <a:pt x="560517" y="1623751"/>
                  </a:cubicBezTo>
                  <a:cubicBezTo>
                    <a:pt x="560080" y="1624088"/>
                    <a:pt x="557353" y="1626678"/>
                    <a:pt x="556916" y="1627015"/>
                  </a:cubicBezTo>
                  <a:cubicBezTo>
                    <a:pt x="556478" y="1627351"/>
                    <a:pt x="556378" y="1628966"/>
                    <a:pt x="556378" y="1628966"/>
                  </a:cubicBezTo>
                  <a:lnTo>
                    <a:pt x="552474" y="1632868"/>
                  </a:lnTo>
                  <a:lnTo>
                    <a:pt x="551161" y="1635256"/>
                  </a:lnTo>
                  <a:cubicBezTo>
                    <a:pt x="551161" y="1635256"/>
                    <a:pt x="547022" y="1636131"/>
                    <a:pt x="546483" y="1636434"/>
                  </a:cubicBezTo>
                  <a:cubicBezTo>
                    <a:pt x="545945" y="1636770"/>
                    <a:pt x="544767" y="1639899"/>
                    <a:pt x="544767" y="1639899"/>
                  </a:cubicBezTo>
                  <a:lnTo>
                    <a:pt x="541065" y="1645886"/>
                  </a:lnTo>
                  <a:lnTo>
                    <a:pt x="539113" y="1652514"/>
                  </a:lnTo>
                  <a:cubicBezTo>
                    <a:pt x="539113" y="1652514"/>
                    <a:pt x="534872" y="1658064"/>
                    <a:pt x="534098" y="1658939"/>
                  </a:cubicBezTo>
                  <a:cubicBezTo>
                    <a:pt x="533324" y="1659813"/>
                    <a:pt x="529521" y="1662538"/>
                    <a:pt x="529218" y="1662841"/>
                  </a:cubicBezTo>
                  <a:cubicBezTo>
                    <a:pt x="528882" y="1663177"/>
                    <a:pt x="519425" y="1667618"/>
                    <a:pt x="519425" y="1667618"/>
                  </a:cubicBezTo>
                  <a:lnTo>
                    <a:pt x="510304" y="1672731"/>
                  </a:lnTo>
                  <a:lnTo>
                    <a:pt x="498391" y="1677777"/>
                  </a:lnTo>
                  <a:cubicBezTo>
                    <a:pt x="498391" y="1677777"/>
                    <a:pt x="494823" y="1679593"/>
                    <a:pt x="494520" y="1679728"/>
                  </a:cubicBezTo>
                  <a:cubicBezTo>
                    <a:pt x="494184" y="1679862"/>
                    <a:pt x="492871" y="1680502"/>
                    <a:pt x="492636" y="1680636"/>
                  </a:cubicBezTo>
                  <a:cubicBezTo>
                    <a:pt x="492400" y="1680737"/>
                    <a:pt x="491593" y="1681544"/>
                    <a:pt x="491525" y="1681645"/>
                  </a:cubicBezTo>
                  <a:cubicBezTo>
                    <a:pt x="491458" y="1681713"/>
                    <a:pt x="491458" y="1682352"/>
                    <a:pt x="491458" y="1682352"/>
                  </a:cubicBezTo>
                  <a:lnTo>
                    <a:pt x="492366" y="1684135"/>
                  </a:lnTo>
                  <a:lnTo>
                    <a:pt x="495261" y="1684135"/>
                  </a:lnTo>
                  <a:cubicBezTo>
                    <a:pt x="495261" y="1684135"/>
                    <a:pt x="498155" y="1685514"/>
                    <a:pt x="498593" y="1686086"/>
                  </a:cubicBezTo>
                  <a:cubicBezTo>
                    <a:pt x="499030" y="1686658"/>
                    <a:pt x="501049" y="1688777"/>
                    <a:pt x="501218" y="1689349"/>
                  </a:cubicBezTo>
                  <a:cubicBezTo>
                    <a:pt x="501352" y="1689921"/>
                    <a:pt x="501924" y="1691973"/>
                    <a:pt x="501924" y="1691973"/>
                  </a:cubicBezTo>
                  <a:lnTo>
                    <a:pt x="501924" y="1693285"/>
                  </a:lnTo>
                  <a:cubicBezTo>
                    <a:pt x="501924" y="1693285"/>
                    <a:pt x="501049" y="1694731"/>
                    <a:pt x="500915" y="1695169"/>
                  </a:cubicBezTo>
                  <a:cubicBezTo>
                    <a:pt x="500780" y="1695606"/>
                    <a:pt x="500174" y="1696615"/>
                    <a:pt x="500174" y="1696615"/>
                  </a:cubicBezTo>
                  <a:lnTo>
                    <a:pt x="500309" y="1697792"/>
                  </a:lnTo>
                  <a:lnTo>
                    <a:pt x="501453" y="1699239"/>
                  </a:lnTo>
                  <a:lnTo>
                    <a:pt x="501319" y="1701560"/>
                  </a:lnTo>
                  <a:lnTo>
                    <a:pt x="501891" y="1709398"/>
                  </a:lnTo>
                  <a:cubicBezTo>
                    <a:pt x="501891" y="1709398"/>
                    <a:pt x="501891" y="1712291"/>
                    <a:pt x="501891" y="1712863"/>
                  </a:cubicBezTo>
                  <a:cubicBezTo>
                    <a:pt x="501891" y="1713435"/>
                    <a:pt x="501319" y="1715453"/>
                    <a:pt x="501319" y="1715453"/>
                  </a:cubicBezTo>
                  <a:lnTo>
                    <a:pt x="498424" y="1716900"/>
                  </a:lnTo>
                  <a:lnTo>
                    <a:pt x="495799" y="1715453"/>
                  </a:lnTo>
                  <a:lnTo>
                    <a:pt x="492770" y="1715453"/>
                  </a:lnTo>
                  <a:lnTo>
                    <a:pt x="490583" y="1715453"/>
                  </a:lnTo>
                  <a:lnTo>
                    <a:pt x="485804" y="1715453"/>
                  </a:lnTo>
                  <a:lnTo>
                    <a:pt x="483987" y="1718279"/>
                  </a:lnTo>
                  <a:lnTo>
                    <a:pt x="484054" y="1718918"/>
                  </a:lnTo>
                  <a:cubicBezTo>
                    <a:pt x="484054" y="1718918"/>
                    <a:pt x="483919" y="1722820"/>
                    <a:pt x="484054" y="1723426"/>
                  </a:cubicBezTo>
                  <a:cubicBezTo>
                    <a:pt x="484188" y="1723998"/>
                    <a:pt x="484054" y="1726622"/>
                    <a:pt x="484054" y="1727059"/>
                  </a:cubicBezTo>
                  <a:cubicBezTo>
                    <a:pt x="484054" y="1727496"/>
                    <a:pt x="484626" y="1730255"/>
                    <a:pt x="484626" y="1730255"/>
                  </a:cubicBezTo>
                  <a:cubicBezTo>
                    <a:pt x="484626" y="1730255"/>
                    <a:pt x="485501" y="1732273"/>
                    <a:pt x="486376" y="1733719"/>
                  </a:cubicBezTo>
                  <a:cubicBezTo>
                    <a:pt x="487251" y="1735166"/>
                    <a:pt x="487251" y="1736478"/>
                    <a:pt x="487554" y="1737184"/>
                  </a:cubicBezTo>
                  <a:cubicBezTo>
                    <a:pt x="487857" y="1737924"/>
                    <a:pt x="487251" y="1739775"/>
                    <a:pt x="487689" y="1740380"/>
                  </a:cubicBezTo>
                  <a:cubicBezTo>
                    <a:pt x="488126" y="1740952"/>
                    <a:pt x="487251" y="1743408"/>
                    <a:pt x="487689" y="1744148"/>
                  </a:cubicBezTo>
                  <a:cubicBezTo>
                    <a:pt x="488126" y="1744854"/>
                    <a:pt x="487689" y="1746469"/>
                    <a:pt x="487689" y="1746469"/>
                  </a:cubicBezTo>
                  <a:lnTo>
                    <a:pt x="492333" y="1748487"/>
                  </a:lnTo>
                  <a:cubicBezTo>
                    <a:pt x="492333" y="1748487"/>
                    <a:pt x="496371" y="1748487"/>
                    <a:pt x="496977" y="1748487"/>
                  </a:cubicBezTo>
                  <a:cubicBezTo>
                    <a:pt x="497549" y="1748487"/>
                    <a:pt x="501319" y="1750506"/>
                    <a:pt x="501891" y="1751111"/>
                  </a:cubicBezTo>
                  <a:cubicBezTo>
                    <a:pt x="502463" y="1751683"/>
                    <a:pt x="509429" y="1753567"/>
                    <a:pt x="510001" y="1753870"/>
                  </a:cubicBezTo>
                  <a:cubicBezTo>
                    <a:pt x="510574" y="1754172"/>
                    <a:pt x="514074" y="1755619"/>
                    <a:pt x="514074" y="1755619"/>
                  </a:cubicBezTo>
                  <a:lnTo>
                    <a:pt x="518718" y="1759958"/>
                  </a:lnTo>
                  <a:lnTo>
                    <a:pt x="519795" y="1764298"/>
                  </a:lnTo>
                  <a:cubicBezTo>
                    <a:pt x="519795" y="1764298"/>
                    <a:pt x="528276" y="1774154"/>
                    <a:pt x="528545" y="1774424"/>
                  </a:cubicBezTo>
                  <a:cubicBezTo>
                    <a:pt x="528848" y="1774726"/>
                    <a:pt x="536454" y="1782093"/>
                    <a:pt x="537531" y="1783203"/>
                  </a:cubicBezTo>
                  <a:cubicBezTo>
                    <a:pt x="538608" y="1784280"/>
                    <a:pt x="544262" y="1789931"/>
                    <a:pt x="544262" y="1789931"/>
                  </a:cubicBezTo>
                  <a:cubicBezTo>
                    <a:pt x="544262" y="1789931"/>
                    <a:pt x="549175" y="1792892"/>
                    <a:pt x="549411" y="1792959"/>
                  </a:cubicBezTo>
                  <a:cubicBezTo>
                    <a:pt x="549613" y="1793026"/>
                    <a:pt x="553416" y="1794775"/>
                    <a:pt x="553416" y="1794775"/>
                  </a:cubicBezTo>
                  <a:lnTo>
                    <a:pt x="555704" y="1796087"/>
                  </a:lnTo>
                  <a:lnTo>
                    <a:pt x="558430" y="1791950"/>
                  </a:lnTo>
                  <a:lnTo>
                    <a:pt x="562435" y="1791950"/>
                  </a:lnTo>
                  <a:lnTo>
                    <a:pt x="564623" y="1795684"/>
                  </a:lnTo>
                  <a:cubicBezTo>
                    <a:pt x="564623" y="1795684"/>
                    <a:pt x="564791" y="1795785"/>
                    <a:pt x="565061" y="1795919"/>
                  </a:cubicBezTo>
                  <a:lnTo>
                    <a:pt x="565767" y="1794372"/>
                  </a:lnTo>
                  <a:lnTo>
                    <a:pt x="569469" y="1792925"/>
                  </a:lnTo>
                  <a:cubicBezTo>
                    <a:pt x="569469" y="1792925"/>
                    <a:pt x="572094" y="1790167"/>
                    <a:pt x="572969" y="1790167"/>
                  </a:cubicBezTo>
                  <a:cubicBezTo>
                    <a:pt x="573844" y="1790167"/>
                    <a:pt x="575796" y="1790167"/>
                    <a:pt x="575796" y="1790167"/>
                  </a:cubicBezTo>
                  <a:lnTo>
                    <a:pt x="584277" y="1786904"/>
                  </a:lnTo>
                  <a:lnTo>
                    <a:pt x="593398" y="1784515"/>
                  </a:lnTo>
                  <a:lnTo>
                    <a:pt x="595989" y="1781690"/>
                  </a:lnTo>
                  <a:cubicBezTo>
                    <a:pt x="595989" y="1781690"/>
                    <a:pt x="605109" y="1784078"/>
                    <a:pt x="605984" y="1784078"/>
                  </a:cubicBezTo>
                  <a:cubicBezTo>
                    <a:pt x="606859" y="1784078"/>
                    <a:pt x="615105" y="1784280"/>
                    <a:pt x="617057" y="1783876"/>
                  </a:cubicBezTo>
                  <a:cubicBezTo>
                    <a:pt x="619009" y="1783439"/>
                    <a:pt x="622071" y="1781690"/>
                    <a:pt x="622071" y="1781690"/>
                  </a:cubicBezTo>
                  <a:lnTo>
                    <a:pt x="632302" y="1779099"/>
                  </a:lnTo>
                  <a:cubicBezTo>
                    <a:pt x="632302" y="1779099"/>
                    <a:pt x="635769" y="1776475"/>
                    <a:pt x="636644" y="1776475"/>
                  </a:cubicBezTo>
                  <a:cubicBezTo>
                    <a:pt x="637519" y="1776475"/>
                    <a:pt x="646000" y="1773650"/>
                    <a:pt x="646000" y="1773650"/>
                  </a:cubicBezTo>
                  <a:lnTo>
                    <a:pt x="653168" y="1768873"/>
                  </a:lnTo>
                  <a:lnTo>
                    <a:pt x="658183" y="1767561"/>
                  </a:lnTo>
                  <a:lnTo>
                    <a:pt x="667943" y="1767561"/>
                  </a:lnTo>
                  <a:lnTo>
                    <a:pt x="669693" y="1767561"/>
                  </a:lnTo>
                  <a:cubicBezTo>
                    <a:pt x="669693" y="1767561"/>
                    <a:pt x="667505" y="1767325"/>
                    <a:pt x="673832" y="1767561"/>
                  </a:cubicBezTo>
                  <a:cubicBezTo>
                    <a:pt x="680126" y="1767763"/>
                    <a:pt x="681303" y="1769579"/>
                    <a:pt x="681303" y="1769579"/>
                  </a:cubicBezTo>
                  <a:cubicBezTo>
                    <a:pt x="681303" y="1769579"/>
                    <a:pt x="685443" y="1769007"/>
                    <a:pt x="685880" y="1768940"/>
                  </a:cubicBezTo>
                  <a:cubicBezTo>
                    <a:pt x="686318" y="1768873"/>
                    <a:pt x="688640" y="1765240"/>
                    <a:pt x="688135" y="1765173"/>
                  </a:cubicBezTo>
                  <a:cubicBezTo>
                    <a:pt x="687630" y="1765105"/>
                    <a:pt x="683053" y="1764668"/>
                    <a:pt x="682852" y="1764432"/>
                  </a:cubicBezTo>
                  <a:cubicBezTo>
                    <a:pt x="682616" y="1764197"/>
                    <a:pt x="680664" y="1762179"/>
                    <a:pt x="680765" y="1761909"/>
                  </a:cubicBezTo>
                  <a:cubicBezTo>
                    <a:pt x="680832" y="1761607"/>
                    <a:pt x="681135" y="1759454"/>
                    <a:pt x="682717" y="1759151"/>
                  </a:cubicBezTo>
                  <a:cubicBezTo>
                    <a:pt x="684299" y="1758848"/>
                    <a:pt x="686856" y="1758411"/>
                    <a:pt x="687058" y="1758579"/>
                  </a:cubicBezTo>
                  <a:cubicBezTo>
                    <a:pt x="687260" y="1758714"/>
                    <a:pt x="692073" y="1758546"/>
                    <a:pt x="692073" y="1758546"/>
                  </a:cubicBezTo>
                  <a:lnTo>
                    <a:pt x="703650" y="1752188"/>
                  </a:lnTo>
                  <a:cubicBezTo>
                    <a:pt x="703650" y="1752188"/>
                    <a:pt x="707419" y="1748723"/>
                    <a:pt x="707722" y="1747545"/>
                  </a:cubicBezTo>
                  <a:cubicBezTo>
                    <a:pt x="708025" y="1746402"/>
                    <a:pt x="708597" y="1739438"/>
                    <a:pt x="707722" y="1738261"/>
                  </a:cubicBezTo>
                  <a:cubicBezTo>
                    <a:pt x="706847" y="1737117"/>
                    <a:pt x="704256" y="1731028"/>
                    <a:pt x="704256" y="1731028"/>
                  </a:cubicBezTo>
                  <a:lnTo>
                    <a:pt x="699914" y="1725242"/>
                  </a:lnTo>
                  <a:lnTo>
                    <a:pt x="698467" y="1720028"/>
                  </a:lnTo>
                  <a:cubicBezTo>
                    <a:pt x="698467" y="1720028"/>
                    <a:pt x="698164" y="1715958"/>
                    <a:pt x="698164" y="1715117"/>
                  </a:cubicBezTo>
                  <a:cubicBezTo>
                    <a:pt x="698164" y="1714242"/>
                    <a:pt x="701059" y="1708759"/>
                    <a:pt x="701059" y="1708759"/>
                  </a:cubicBezTo>
                  <a:cubicBezTo>
                    <a:pt x="701059" y="1708759"/>
                    <a:pt x="703953" y="1707010"/>
                    <a:pt x="704525" y="1706135"/>
                  </a:cubicBezTo>
                  <a:cubicBezTo>
                    <a:pt x="705097" y="1705260"/>
                    <a:pt x="709439" y="1701795"/>
                    <a:pt x="709439" y="1701795"/>
                  </a:cubicBezTo>
                  <a:lnTo>
                    <a:pt x="708698" y="1697759"/>
                  </a:lnTo>
                  <a:lnTo>
                    <a:pt x="709439" y="1691973"/>
                  </a:lnTo>
                  <a:cubicBezTo>
                    <a:pt x="709439" y="1691973"/>
                    <a:pt x="711020" y="1689517"/>
                    <a:pt x="710886" y="1688205"/>
                  </a:cubicBezTo>
                  <a:cubicBezTo>
                    <a:pt x="710751" y="1686893"/>
                    <a:pt x="710684" y="1684303"/>
                    <a:pt x="710246" y="1684000"/>
                  </a:cubicBezTo>
                  <a:cubicBezTo>
                    <a:pt x="709809" y="1683697"/>
                    <a:pt x="707116" y="1681814"/>
                    <a:pt x="707116" y="1680367"/>
                  </a:cubicBezTo>
                  <a:cubicBezTo>
                    <a:pt x="707116" y="1678921"/>
                    <a:pt x="707116" y="1674581"/>
                    <a:pt x="707116" y="1674581"/>
                  </a:cubicBezTo>
                  <a:cubicBezTo>
                    <a:pt x="707116" y="1674581"/>
                    <a:pt x="707689" y="1661529"/>
                    <a:pt x="708126" y="1661125"/>
                  </a:cubicBezTo>
                  <a:cubicBezTo>
                    <a:pt x="708564" y="1660688"/>
                    <a:pt x="711895" y="1656348"/>
                    <a:pt x="712030" y="1655911"/>
                  </a:cubicBezTo>
                  <a:cubicBezTo>
                    <a:pt x="712165" y="1655474"/>
                    <a:pt x="714790" y="1646660"/>
                    <a:pt x="714790" y="1646055"/>
                  </a:cubicBezTo>
                  <a:cubicBezTo>
                    <a:pt x="714790" y="1645483"/>
                    <a:pt x="717819" y="1637645"/>
                    <a:pt x="717987" y="1637073"/>
                  </a:cubicBezTo>
                  <a:cubicBezTo>
                    <a:pt x="718121" y="1636501"/>
                    <a:pt x="722059" y="1633002"/>
                    <a:pt x="723203" y="1631724"/>
                  </a:cubicBezTo>
                  <a:cubicBezTo>
                    <a:pt x="724348" y="1630412"/>
                    <a:pt x="727679" y="1626947"/>
                    <a:pt x="727679" y="1626947"/>
                  </a:cubicBezTo>
                  <a:cubicBezTo>
                    <a:pt x="727679" y="1626947"/>
                    <a:pt x="729867" y="1624189"/>
                    <a:pt x="730002" y="1623751"/>
                  </a:cubicBezTo>
                  <a:cubicBezTo>
                    <a:pt x="730136" y="1623314"/>
                    <a:pt x="732324" y="1619547"/>
                    <a:pt x="732324" y="1618975"/>
                  </a:cubicBezTo>
                  <a:cubicBezTo>
                    <a:pt x="732324" y="1618403"/>
                    <a:pt x="733468" y="1616956"/>
                    <a:pt x="734208" y="1616519"/>
                  </a:cubicBezTo>
                  <a:cubicBezTo>
                    <a:pt x="734915" y="1616082"/>
                    <a:pt x="737103" y="1614198"/>
                    <a:pt x="737675" y="1613761"/>
                  </a:cubicBezTo>
                  <a:cubicBezTo>
                    <a:pt x="738247" y="1613323"/>
                    <a:pt x="741747" y="1611137"/>
                    <a:pt x="741747" y="1611137"/>
                  </a:cubicBezTo>
                  <a:lnTo>
                    <a:pt x="745651" y="1608815"/>
                  </a:lnTo>
                  <a:lnTo>
                    <a:pt x="747973" y="1606797"/>
                  </a:lnTo>
                  <a:cubicBezTo>
                    <a:pt x="747973" y="1606797"/>
                    <a:pt x="748714" y="1601448"/>
                    <a:pt x="748714" y="1600843"/>
                  </a:cubicBezTo>
                  <a:cubicBezTo>
                    <a:pt x="748714" y="1600271"/>
                    <a:pt x="749420" y="1597647"/>
                    <a:pt x="749420" y="1597647"/>
                  </a:cubicBezTo>
                  <a:lnTo>
                    <a:pt x="752752" y="1592736"/>
                  </a:lnTo>
                  <a:cubicBezTo>
                    <a:pt x="752752" y="1592736"/>
                    <a:pt x="754940" y="1589271"/>
                    <a:pt x="755512" y="1589271"/>
                  </a:cubicBezTo>
                  <a:cubicBezTo>
                    <a:pt x="756084" y="1589271"/>
                    <a:pt x="757699" y="1590415"/>
                    <a:pt x="758574" y="1590583"/>
                  </a:cubicBezTo>
                  <a:cubicBezTo>
                    <a:pt x="759449" y="1590717"/>
                    <a:pt x="759719" y="1590583"/>
                    <a:pt x="761906" y="1590583"/>
                  </a:cubicBezTo>
                  <a:cubicBezTo>
                    <a:pt x="764094" y="1590583"/>
                    <a:pt x="765675" y="1589136"/>
                    <a:pt x="766820" y="1589271"/>
                  </a:cubicBezTo>
                  <a:cubicBezTo>
                    <a:pt x="767964" y="1589406"/>
                    <a:pt x="769007" y="1588968"/>
                    <a:pt x="770454" y="1587959"/>
                  </a:cubicBezTo>
                  <a:cubicBezTo>
                    <a:pt x="771901" y="1586950"/>
                    <a:pt x="773214" y="1586210"/>
                    <a:pt x="773652" y="1585941"/>
                  </a:cubicBezTo>
                  <a:cubicBezTo>
                    <a:pt x="774089" y="1585638"/>
                    <a:pt x="775974" y="1585066"/>
                    <a:pt x="775974" y="1585066"/>
                  </a:cubicBezTo>
                  <a:lnTo>
                    <a:pt x="781056" y="1585066"/>
                  </a:lnTo>
                  <a:cubicBezTo>
                    <a:pt x="781056" y="1585066"/>
                    <a:pt x="785834" y="1585503"/>
                    <a:pt x="787147" y="1584494"/>
                  </a:cubicBezTo>
                  <a:cubicBezTo>
                    <a:pt x="788460" y="1583485"/>
                    <a:pt x="790613" y="1581029"/>
                    <a:pt x="790613" y="1581029"/>
                  </a:cubicBezTo>
                  <a:lnTo>
                    <a:pt x="794686" y="1581769"/>
                  </a:lnTo>
                  <a:cubicBezTo>
                    <a:pt x="794686" y="1581769"/>
                    <a:pt x="795258" y="1584528"/>
                    <a:pt x="795392" y="1584965"/>
                  </a:cubicBezTo>
                  <a:cubicBezTo>
                    <a:pt x="795527" y="1585402"/>
                    <a:pt x="794955" y="1587993"/>
                    <a:pt x="795392" y="1588598"/>
                  </a:cubicBezTo>
                  <a:cubicBezTo>
                    <a:pt x="795830" y="1589170"/>
                    <a:pt x="795426" y="1592063"/>
                    <a:pt x="795426" y="1592063"/>
                  </a:cubicBezTo>
                  <a:lnTo>
                    <a:pt x="793811" y="1595965"/>
                  </a:lnTo>
                  <a:lnTo>
                    <a:pt x="795594" y="1598724"/>
                  </a:lnTo>
                  <a:lnTo>
                    <a:pt x="796705" y="1603366"/>
                  </a:lnTo>
                  <a:cubicBezTo>
                    <a:pt x="796705" y="1603366"/>
                    <a:pt x="796065" y="1607436"/>
                    <a:pt x="796469" y="1608008"/>
                  </a:cubicBezTo>
                  <a:cubicBezTo>
                    <a:pt x="796907" y="1608580"/>
                    <a:pt x="797546" y="1611641"/>
                    <a:pt x="797546" y="1611641"/>
                  </a:cubicBezTo>
                  <a:lnTo>
                    <a:pt x="797546" y="1619042"/>
                  </a:lnTo>
                  <a:lnTo>
                    <a:pt x="799734" y="1617730"/>
                  </a:lnTo>
                  <a:cubicBezTo>
                    <a:pt x="799734" y="1617730"/>
                    <a:pt x="800474" y="1618033"/>
                    <a:pt x="801349" y="1617596"/>
                  </a:cubicBezTo>
                  <a:cubicBezTo>
                    <a:pt x="802224" y="1617158"/>
                    <a:pt x="804681" y="1617596"/>
                    <a:pt x="804681" y="1617596"/>
                  </a:cubicBezTo>
                  <a:lnTo>
                    <a:pt x="807441" y="1620354"/>
                  </a:lnTo>
                  <a:lnTo>
                    <a:pt x="808585" y="1623953"/>
                  </a:lnTo>
                  <a:lnTo>
                    <a:pt x="809595" y="1627284"/>
                  </a:lnTo>
                  <a:cubicBezTo>
                    <a:pt x="809595" y="1627284"/>
                    <a:pt x="809729" y="1628730"/>
                    <a:pt x="809595" y="1630311"/>
                  </a:cubicBezTo>
                  <a:cubicBezTo>
                    <a:pt x="809460" y="1631892"/>
                    <a:pt x="809023" y="1634651"/>
                    <a:pt x="809023" y="1634651"/>
                  </a:cubicBezTo>
                  <a:cubicBezTo>
                    <a:pt x="809023" y="1634651"/>
                    <a:pt x="808888" y="1635660"/>
                    <a:pt x="807710" y="1635660"/>
                  </a:cubicBezTo>
                  <a:cubicBezTo>
                    <a:pt x="806566" y="1635660"/>
                    <a:pt x="805960" y="1635357"/>
                    <a:pt x="805388" y="1635223"/>
                  </a:cubicBezTo>
                  <a:cubicBezTo>
                    <a:pt x="804816" y="1635088"/>
                    <a:pt x="803638" y="1634785"/>
                    <a:pt x="803638" y="1634785"/>
                  </a:cubicBezTo>
                  <a:cubicBezTo>
                    <a:pt x="803638" y="1634785"/>
                    <a:pt x="800441" y="1634785"/>
                    <a:pt x="799868" y="1634483"/>
                  </a:cubicBezTo>
                  <a:cubicBezTo>
                    <a:pt x="799296" y="1634180"/>
                    <a:pt x="796840" y="1634045"/>
                    <a:pt x="796840" y="1634045"/>
                  </a:cubicBezTo>
                  <a:lnTo>
                    <a:pt x="791488" y="1636232"/>
                  </a:lnTo>
                  <a:cubicBezTo>
                    <a:pt x="791488" y="1636232"/>
                    <a:pt x="787887" y="1637241"/>
                    <a:pt x="787719" y="1637678"/>
                  </a:cubicBezTo>
                  <a:cubicBezTo>
                    <a:pt x="787585" y="1638116"/>
                    <a:pt x="785262" y="1642758"/>
                    <a:pt x="785262" y="1642758"/>
                  </a:cubicBezTo>
                  <a:lnTo>
                    <a:pt x="780854" y="1644204"/>
                  </a:lnTo>
                  <a:lnTo>
                    <a:pt x="778229" y="1649856"/>
                  </a:lnTo>
                  <a:lnTo>
                    <a:pt x="776479" y="1653758"/>
                  </a:lnTo>
                  <a:lnTo>
                    <a:pt x="773450" y="1657458"/>
                  </a:lnTo>
                  <a:lnTo>
                    <a:pt x="772810" y="1660284"/>
                  </a:lnTo>
                  <a:lnTo>
                    <a:pt x="771733" y="1662908"/>
                  </a:lnTo>
                  <a:lnTo>
                    <a:pt x="771296" y="1665936"/>
                  </a:lnTo>
                  <a:lnTo>
                    <a:pt x="770757" y="1667887"/>
                  </a:lnTo>
                  <a:lnTo>
                    <a:pt x="768031" y="1670948"/>
                  </a:lnTo>
                  <a:lnTo>
                    <a:pt x="768031" y="1674648"/>
                  </a:lnTo>
                  <a:lnTo>
                    <a:pt x="768805" y="1676398"/>
                  </a:lnTo>
                  <a:lnTo>
                    <a:pt x="771531" y="1680098"/>
                  </a:lnTo>
                  <a:lnTo>
                    <a:pt x="771531" y="1681612"/>
                  </a:lnTo>
                  <a:cubicBezTo>
                    <a:pt x="771531" y="1681612"/>
                    <a:pt x="770656" y="1683798"/>
                    <a:pt x="770454" y="1684438"/>
                  </a:cubicBezTo>
                  <a:cubicBezTo>
                    <a:pt x="770219" y="1685077"/>
                    <a:pt x="769815" y="1685077"/>
                    <a:pt x="768940" y="1685951"/>
                  </a:cubicBezTo>
                  <a:cubicBezTo>
                    <a:pt x="768065" y="1686826"/>
                    <a:pt x="768065" y="1689820"/>
                    <a:pt x="767190" y="1689181"/>
                  </a:cubicBezTo>
                  <a:cubicBezTo>
                    <a:pt x="766315" y="1688541"/>
                    <a:pt x="767829" y="1692881"/>
                    <a:pt x="767829" y="1692881"/>
                  </a:cubicBezTo>
                  <a:lnTo>
                    <a:pt x="768906" y="1695505"/>
                  </a:lnTo>
                  <a:lnTo>
                    <a:pt x="767594" y="1700080"/>
                  </a:lnTo>
                  <a:lnTo>
                    <a:pt x="767358" y="1703545"/>
                  </a:lnTo>
                  <a:lnTo>
                    <a:pt x="768435" y="1705059"/>
                  </a:lnTo>
                  <a:lnTo>
                    <a:pt x="773652" y="1710037"/>
                  </a:lnTo>
                  <a:lnTo>
                    <a:pt x="777791" y="1712863"/>
                  </a:lnTo>
                  <a:lnTo>
                    <a:pt x="780181" y="1714377"/>
                  </a:lnTo>
                  <a:lnTo>
                    <a:pt x="784758" y="1717404"/>
                  </a:lnTo>
                  <a:lnTo>
                    <a:pt x="790109" y="1720095"/>
                  </a:lnTo>
                  <a:lnTo>
                    <a:pt x="799027" y="1726252"/>
                  </a:lnTo>
                  <a:cubicBezTo>
                    <a:pt x="799027" y="1726252"/>
                    <a:pt x="802224" y="1727833"/>
                    <a:pt x="803099" y="1727698"/>
                  </a:cubicBezTo>
                  <a:cubicBezTo>
                    <a:pt x="803974" y="1727564"/>
                    <a:pt x="808888" y="1727765"/>
                    <a:pt x="809123" y="1727698"/>
                  </a:cubicBezTo>
                  <a:cubicBezTo>
                    <a:pt x="809325" y="1727631"/>
                    <a:pt x="812523" y="1726992"/>
                    <a:pt x="812523" y="1726992"/>
                  </a:cubicBezTo>
                  <a:cubicBezTo>
                    <a:pt x="812523" y="1726992"/>
                    <a:pt x="817941" y="1724771"/>
                    <a:pt x="818176" y="1724704"/>
                  </a:cubicBezTo>
                  <a:cubicBezTo>
                    <a:pt x="818412" y="1724637"/>
                    <a:pt x="821071" y="1722417"/>
                    <a:pt x="821508" y="1722417"/>
                  </a:cubicBezTo>
                  <a:cubicBezTo>
                    <a:pt x="821946" y="1722417"/>
                    <a:pt x="824537" y="1722417"/>
                    <a:pt x="824537" y="1722417"/>
                  </a:cubicBezTo>
                  <a:lnTo>
                    <a:pt x="827600" y="1723224"/>
                  </a:lnTo>
                  <a:lnTo>
                    <a:pt x="833624" y="1725108"/>
                  </a:lnTo>
                  <a:cubicBezTo>
                    <a:pt x="833624" y="1725108"/>
                    <a:pt x="835374" y="1725915"/>
                    <a:pt x="835509" y="1726352"/>
                  </a:cubicBezTo>
                  <a:cubicBezTo>
                    <a:pt x="835643" y="1726790"/>
                    <a:pt x="840220" y="1732004"/>
                    <a:pt x="840220" y="1732004"/>
                  </a:cubicBezTo>
                  <a:lnTo>
                    <a:pt x="842812" y="1734830"/>
                  </a:lnTo>
                  <a:lnTo>
                    <a:pt x="845942" y="1741288"/>
                  </a:lnTo>
                  <a:lnTo>
                    <a:pt x="850081" y="1746132"/>
                  </a:lnTo>
                  <a:lnTo>
                    <a:pt x="851091" y="1750337"/>
                  </a:lnTo>
                  <a:cubicBezTo>
                    <a:pt x="851091" y="1750337"/>
                    <a:pt x="852605" y="1753096"/>
                    <a:pt x="853043" y="1753601"/>
                  </a:cubicBezTo>
                  <a:cubicBezTo>
                    <a:pt x="853480" y="1754105"/>
                    <a:pt x="856442" y="1755854"/>
                    <a:pt x="857384" y="1755854"/>
                  </a:cubicBezTo>
                  <a:cubicBezTo>
                    <a:pt x="858326" y="1755854"/>
                    <a:pt x="861793" y="1755484"/>
                    <a:pt x="861793" y="1755484"/>
                  </a:cubicBezTo>
                  <a:lnTo>
                    <a:pt x="867918" y="1756023"/>
                  </a:lnTo>
                  <a:lnTo>
                    <a:pt x="873774" y="1758209"/>
                  </a:lnTo>
                  <a:cubicBezTo>
                    <a:pt x="873774" y="1758209"/>
                    <a:pt x="878889" y="1760059"/>
                    <a:pt x="880202" y="1759958"/>
                  </a:cubicBezTo>
                  <a:cubicBezTo>
                    <a:pt x="881514" y="1759858"/>
                    <a:pt x="886630" y="1760934"/>
                    <a:pt x="886630" y="1760934"/>
                  </a:cubicBezTo>
                  <a:lnTo>
                    <a:pt x="891072" y="1759958"/>
                  </a:lnTo>
                  <a:lnTo>
                    <a:pt x="891611" y="1762986"/>
                  </a:lnTo>
                  <a:lnTo>
                    <a:pt x="895313" y="1764937"/>
                  </a:lnTo>
                  <a:cubicBezTo>
                    <a:pt x="895313" y="1764937"/>
                    <a:pt x="897601" y="1769714"/>
                    <a:pt x="897938" y="1770151"/>
                  </a:cubicBezTo>
                  <a:cubicBezTo>
                    <a:pt x="898275" y="1770589"/>
                    <a:pt x="900967" y="1777215"/>
                    <a:pt x="900967" y="1777653"/>
                  </a:cubicBezTo>
                  <a:cubicBezTo>
                    <a:pt x="900967" y="1778090"/>
                    <a:pt x="903255" y="1781454"/>
                    <a:pt x="903693" y="1781454"/>
                  </a:cubicBezTo>
                  <a:cubicBezTo>
                    <a:pt x="904130" y="1781454"/>
                    <a:pt x="909683" y="1783203"/>
                    <a:pt x="910121" y="1783069"/>
                  </a:cubicBezTo>
                  <a:cubicBezTo>
                    <a:pt x="910558" y="1782968"/>
                    <a:pt x="911433" y="1780142"/>
                    <a:pt x="911433" y="1780142"/>
                  </a:cubicBezTo>
                  <a:lnTo>
                    <a:pt x="915001" y="1779806"/>
                  </a:lnTo>
                  <a:lnTo>
                    <a:pt x="918905" y="1779806"/>
                  </a:lnTo>
                  <a:lnTo>
                    <a:pt x="922068" y="1782699"/>
                  </a:lnTo>
                  <a:lnTo>
                    <a:pt x="925434" y="1785020"/>
                  </a:lnTo>
                  <a:lnTo>
                    <a:pt x="932400" y="1785020"/>
                  </a:lnTo>
                  <a:lnTo>
                    <a:pt x="937415" y="1781118"/>
                  </a:lnTo>
                  <a:lnTo>
                    <a:pt x="941554" y="1780041"/>
                  </a:lnTo>
                  <a:lnTo>
                    <a:pt x="952862" y="1783304"/>
                  </a:lnTo>
                  <a:lnTo>
                    <a:pt x="960536" y="1782564"/>
                  </a:lnTo>
                  <a:cubicBezTo>
                    <a:pt x="960536" y="1782564"/>
                    <a:pt x="962285" y="1782699"/>
                    <a:pt x="964574" y="1782564"/>
                  </a:cubicBezTo>
                  <a:cubicBezTo>
                    <a:pt x="966862" y="1782430"/>
                    <a:pt x="966324" y="1782261"/>
                    <a:pt x="967199" y="1781420"/>
                  </a:cubicBezTo>
                  <a:cubicBezTo>
                    <a:pt x="968074" y="1780546"/>
                    <a:pt x="970262" y="1781420"/>
                    <a:pt x="970262" y="1781420"/>
                  </a:cubicBezTo>
                  <a:cubicBezTo>
                    <a:pt x="970262" y="1781420"/>
                    <a:pt x="970834" y="1779402"/>
                    <a:pt x="970968" y="1778965"/>
                  </a:cubicBezTo>
                  <a:cubicBezTo>
                    <a:pt x="971103" y="1778527"/>
                    <a:pt x="970968" y="1776778"/>
                    <a:pt x="970531" y="1776644"/>
                  </a:cubicBezTo>
                  <a:cubicBezTo>
                    <a:pt x="970093" y="1776509"/>
                    <a:pt x="969387" y="1775635"/>
                    <a:pt x="968343" y="1774625"/>
                  </a:cubicBezTo>
                  <a:cubicBezTo>
                    <a:pt x="967334" y="1773616"/>
                    <a:pt x="966324" y="1773751"/>
                    <a:pt x="966324" y="1773751"/>
                  </a:cubicBezTo>
                  <a:cubicBezTo>
                    <a:pt x="966324" y="1773751"/>
                    <a:pt x="964574" y="1771564"/>
                    <a:pt x="964574" y="1771160"/>
                  </a:cubicBezTo>
                  <a:cubicBezTo>
                    <a:pt x="964540" y="1770723"/>
                    <a:pt x="964574" y="1768570"/>
                    <a:pt x="964574" y="1768570"/>
                  </a:cubicBezTo>
                  <a:lnTo>
                    <a:pt x="964574" y="1765105"/>
                  </a:lnTo>
                  <a:cubicBezTo>
                    <a:pt x="964574" y="1765105"/>
                    <a:pt x="964439" y="1762650"/>
                    <a:pt x="965011" y="1762212"/>
                  </a:cubicBezTo>
                  <a:cubicBezTo>
                    <a:pt x="965584" y="1761775"/>
                    <a:pt x="964574" y="1759891"/>
                    <a:pt x="964574" y="1759891"/>
                  </a:cubicBezTo>
                  <a:lnTo>
                    <a:pt x="964574" y="1754677"/>
                  </a:lnTo>
                  <a:lnTo>
                    <a:pt x="964574" y="1752053"/>
                  </a:lnTo>
                  <a:lnTo>
                    <a:pt x="966324" y="1749463"/>
                  </a:lnTo>
                  <a:lnTo>
                    <a:pt x="966324" y="1747714"/>
                  </a:lnTo>
                  <a:lnTo>
                    <a:pt x="966324" y="1745695"/>
                  </a:lnTo>
                  <a:lnTo>
                    <a:pt x="968074" y="1742500"/>
                  </a:lnTo>
                  <a:lnTo>
                    <a:pt x="968074" y="1740481"/>
                  </a:lnTo>
                  <a:lnTo>
                    <a:pt x="970766" y="1740178"/>
                  </a:lnTo>
                  <a:lnTo>
                    <a:pt x="972281" y="1740616"/>
                  </a:lnTo>
                  <a:lnTo>
                    <a:pt x="973425" y="1744249"/>
                  </a:lnTo>
                  <a:cubicBezTo>
                    <a:pt x="973425" y="1744249"/>
                    <a:pt x="976454" y="1746132"/>
                    <a:pt x="976622" y="1746570"/>
                  </a:cubicBezTo>
                  <a:cubicBezTo>
                    <a:pt x="976757" y="1747007"/>
                    <a:pt x="977329" y="1750203"/>
                    <a:pt x="977497" y="1751044"/>
                  </a:cubicBezTo>
                  <a:cubicBezTo>
                    <a:pt x="977632" y="1751919"/>
                    <a:pt x="978204" y="1752356"/>
                    <a:pt x="978642" y="1752591"/>
                  </a:cubicBezTo>
                  <a:cubicBezTo>
                    <a:pt x="979079" y="1752827"/>
                    <a:pt x="981401" y="1752625"/>
                    <a:pt x="983589" y="1752490"/>
                  </a:cubicBezTo>
                  <a:cubicBezTo>
                    <a:pt x="985776" y="1752356"/>
                    <a:pt x="985608" y="1752793"/>
                    <a:pt x="986180" y="1752490"/>
                  </a:cubicBezTo>
                  <a:cubicBezTo>
                    <a:pt x="986752" y="1752188"/>
                    <a:pt x="986921" y="1750741"/>
                    <a:pt x="987055" y="1750304"/>
                  </a:cubicBezTo>
                  <a:cubicBezTo>
                    <a:pt x="987190" y="1749866"/>
                    <a:pt x="987930" y="1747848"/>
                    <a:pt x="987930" y="1747848"/>
                  </a:cubicBezTo>
                  <a:lnTo>
                    <a:pt x="989680" y="1744081"/>
                  </a:lnTo>
                  <a:cubicBezTo>
                    <a:pt x="989680" y="1744081"/>
                    <a:pt x="990825" y="1742062"/>
                    <a:pt x="990993" y="1741625"/>
                  </a:cubicBezTo>
                  <a:cubicBezTo>
                    <a:pt x="991127" y="1741188"/>
                    <a:pt x="991127" y="1738732"/>
                    <a:pt x="991127" y="1738732"/>
                  </a:cubicBezTo>
                  <a:lnTo>
                    <a:pt x="990825" y="1735671"/>
                  </a:lnTo>
                  <a:cubicBezTo>
                    <a:pt x="990825" y="1735671"/>
                    <a:pt x="989512" y="1732340"/>
                    <a:pt x="989075" y="1732206"/>
                  </a:cubicBezTo>
                  <a:cubicBezTo>
                    <a:pt x="988637" y="1732071"/>
                    <a:pt x="985743" y="1729313"/>
                    <a:pt x="985171" y="1728438"/>
                  </a:cubicBezTo>
                  <a:cubicBezTo>
                    <a:pt x="984598" y="1727564"/>
                    <a:pt x="982411" y="1728438"/>
                    <a:pt x="982411" y="1728438"/>
                  </a:cubicBezTo>
                  <a:lnTo>
                    <a:pt x="979348" y="1725680"/>
                  </a:lnTo>
                  <a:lnTo>
                    <a:pt x="977464" y="1722349"/>
                  </a:lnTo>
                  <a:lnTo>
                    <a:pt x="978473" y="1716395"/>
                  </a:lnTo>
                  <a:lnTo>
                    <a:pt x="978473" y="1711282"/>
                  </a:lnTo>
                  <a:lnTo>
                    <a:pt x="978473" y="1709533"/>
                  </a:lnTo>
                  <a:lnTo>
                    <a:pt x="978473" y="1706505"/>
                  </a:lnTo>
                  <a:lnTo>
                    <a:pt x="982613" y="1702165"/>
                  </a:lnTo>
                  <a:lnTo>
                    <a:pt x="981973" y="1697692"/>
                  </a:lnTo>
                  <a:lnTo>
                    <a:pt x="984733" y="1694798"/>
                  </a:lnTo>
                  <a:lnTo>
                    <a:pt x="986315" y="1691334"/>
                  </a:lnTo>
                  <a:lnTo>
                    <a:pt x="991094" y="1691334"/>
                  </a:lnTo>
                  <a:lnTo>
                    <a:pt x="995166" y="1689315"/>
                  </a:lnTo>
                  <a:lnTo>
                    <a:pt x="997185" y="1688306"/>
                  </a:lnTo>
                  <a:lnTo>
                    <a:pt x="1001392" y="1684673"/>
                  </a:lnTo>
                  <a:cubicBezTo>
                    <a:pt x="1001392" y="1684673"/>
                    <a:pt x="1003984" y="1679896"/>
                    <a:pt x="1004286" y="1679459"/>
                  </a:cubicBezTo>
                  <a:cubicBezTo>
                    <a:pt x="1004589" y="1679021"/>
                    <a:pt x="1007921" y="1678147"/>
                    <a:pt x="1007921" y="1678147"/>
                  </a:cubicBezTo>
                  <a:lnTo>
                    <a:pt x="1010378" y="1675388"/>
                  </a:lnTo>
                  <a:lnTo>
                    <a:pt x="1014013" y="1674514"/>
                  </a:lnTo>
                  <a:lnTo>
                    <a:pt x="1018219" y="1673807"/>
                  </a:lnTo>
                  <a:lnTo>
                    <a:pt x="1017647" y="1671352"/>
                  </a:lnTo>
                  <a:lnTo>
                    <a:pt x="1016032" y="1668021"/>
                  </a:lnTo>
                  <a:lnTo>
                    <a:pt x="1016772" y="1664388"/>
                  </a:lnTo>
                  <a:lnTo>
                    <a:pt x="1016772" y="1659746"/>
                  </a:lnTo>
                  <a:cubicBezTo>
                    <a:pt x="1016772" y="1659746"/>
                    <a:pt x="1018590" y="1656113"/>
                    <a:pt x="1018590" y="1655709"/>
                  </a:cubicBezTo>
                  <a:cubicBezTo>
                    <a:pt x="1018590" y="1655272"/>
                    <a:pt x="1021282" y="1650495"/>
                    <a:pt x="1021282" y="1650495"/>
                  </a:cubicBezTo>
                  <a:lnTo>
                    <a:pt x="1024479" y="1648611"/>
                  </a:lnTo>
                  <a:lnTo>
                    <a:pt x="1028114" y="1651370"/>
                  </a:lnTo>
                  <a:lnTo>
                    <a:pt x="1033027" y="1651370"/>
                  </a:lnTo>
                  <a:lnTo>
                    <a:pt x="1038109" y="1649923"/>
                  </a:lnTo>
                  <a:lnTo>
                    <a:pt x="1039994" y="1645853"/>
                  </a:lnTo>
                  <a:lnTo>
                    <a:pt x="1042888" y="1643532"/>
                  </a:lnTo>
                  <a:lnTo>
                    <a:pt x="1042888" y="1639629"/>
                  </a:lnTo>
                  <a:cubicBezTo>
                    <a:pt x="1042888" y="1639629"/>
                    <a:pt x="1043393" y="1634853"/>
                    <a:pt x="1043393" y="1634415"/>
                  </a:cubicBezTo>
                  <a:cubicBezTo>
                    <a:pt x="1043393" y="1633978"/>
                    <a:pt x="1043763" y="1630210"/>
                    <a:pt x="1043763" y="1630210"/>
                  </a:cubicBezTo>
                  <a:lnTo>
                    <a:pt x="1045345" y="1625568"/>
                  </a:lnTo>
                  <a:lnTo>
                    <a:pt x="1046927" y="1622103"/>
                  </a:lnTo>
                  <a:lnTo>
                    <a:pt x="1053018" y="1620522"/>
                  </a:lnTo>
                  <a:lnTo>
                    <a:pt x="1057932" y="1618638"/>
                  </a:lnTo>
                  <a:lnTo>
                    <a:pt x="1062711" y="1615745"/>
                  </a:lnTo>
                  <a:cubicBezTo>
                    <a:pt x="1062711" y="1615745"/>
                    <a:pt x="1065605" y="1612852"/>
                    <a:pt x="1065773" y="1611978"/>
                  </a:cubicBezTo>
                  <a:cubicBezTo>
                    <a:pt x="1065908" y="1611103"/>
                    <a:pt x="1069980" y="1607504"/>
                    <a:pt x="1070990" y="1606629"/>
                  </a:cubicBezTo>
                  <a:cubicBezTo>
                    <a:pt x="1072000" y="1605754"/>
                    <a:pt x="1074894" y="1605317"/>
                    <a:pt x="1074894" y="1605317"/>
                  </a:cubicBezTo>
                  <a:cubicBezTo>
                    <a:pt x="1074894" y="1605317"/>
                    <a:pt x="1078091" y="1602996"/>
                    <a:pt x="1078966" y="1602121"/>
                  </a:cubicBezTo>
                  <a:cubicBezTo>
                    <a:pt x="1079841" y="1601247"/>
                    <a:pt x="1082432" y="1600540"/>
                    <a:pt x="1082870" y="1600237"/>
                  </a:cubicBezTo>
                  <a:cubicBezTo>
                    <a:pt x="1083307" y="1599935"/>
                    <a:pt x="1086505" y="1598051"/>
                    <a:pt x="1086942" y="1597614"/>
                  </a:cubicBezTo>
                  <a:cubicBezTo>
                    <a:pt x="1087379" y="1597176"/>
                    <a:pt x="1088524" y="1596032"/>
                    <a:pt x="1088524" y="1596032"/>
                  </a:cubicBezTo>
                  <a:cubicBezTo>
                    <a:pt x="1088524" y="1596032"/>
                    <a:pt x="1090274" y="1594586"/>
                    <a:pt x="1091284" y="1593577"/>
                  </a:cubicBezTo>
                  <a:cubicBezTo>
                    <a:pt x="1092293" y="1592568"/>
                    <a:pt x="1093471" y="1591558"/>
                    <a:pt x="1093168" y="1590818"/>
                  </a:cubicBezTo>
                  <a:lnTo>
                    <a:pt x="1088389" y="1589069"/>
                  </a:lnTo>
                  <a:lnTo>
                    <a:pt x="1084182" y="1584999"/>
                  </a:lnTo>
                  <a:lnTo>
                    <a:pt x="1080110" y="1581366"/>
                  </a:lnTo>
                  <a:lnTo>
                    <a:pt x="1084182" y="1578473"/>
                  </a:lnTo>
                  <a:lnTo>
                    <a:pt x="1088961" y="1578338"/>
                  </a:lnTo>
                  <a:lnTo>
                    <a:pt x="1092596" y="1578338"/>
                  </a:lnTo>
                  <a:lnTo>
                    <a:pt x="1097106" y="1577699"/>
                  </a:lnTo>
                  <a:lnTo>
                    <a:pt x="1100303" y="1579213"/>
                  </a:lnTo>
                  <a:lnTo>
                    <a:pt x="1100303" y="1582846"/>
                  </a:lnTo>
                  <a:lnTo>
                    <a:pt x="1101279" y="1585301"/>
                  </a:lnTo>
                  <a:lnTo>
                    <a:pt x="1104375" y="1589641"/>
                  </a:lnTo>
                  <a:lnTo>
                    <a:pt x="1107707" y="1592399"/>
                  </a:lnTo>
                  <a:lnTo>
                    <a:pt x="1111476" y="1596739"/>
                  </a:lnTo>
                  <a:lnTo>
                    <a:pt x="1113630" y="1595427"/>
                  </a:lnTo>
                  <a:cubicBezTo>
                    <a:pt x="1113630" y="1595427"/>
                    <a:pt x="1113193" y="1592231"/>
                    <a:pt x="1113630" y="1591962"/>
                  </a:cubicBezTo>
                  <a:cubicBezTo>
                    <a:pt x="1114068" y="1591659"/>
                    <a:pt x="1117265" y="1590818"/>
                    <a:pt x="1117265" y="1590818"/>
                  </a:cubicBezTo>
                  <a:lnTo>
                    <a:pt x="1119856" y="1590684"/>
                  </a:lnTo>
                  <a:lnTo>
                    <a:pt x="1122178" y="1591390"/>
                  </a:lnTo>
                  <a:lnTo>
                    <a:pt x="1125073" y="1593139"/>
                  </a:lnTo>
                  <a:cubicBezTo>
                    <a:pt x="1125073" y="1593139"/>
                    <a:pt x="1128977" y="1594283"/>
                    <a:pt x="1129852" y="1594586"/>
                  </a:cubicBezTo>
                  <a:cubicBezTo>
                    <a:pt x="1130727" y="1594889"/>
                    <a:pt x="1134328" y="1599497"/>
                    <a:pt x="1134933" y="1599228"/>
                  </a:cubicBezTo>
                  <a:cubicBezTo>
                    <a:pt x="1135506" y="1598925"/>
                    <a:pt x="1136381" y="1599228"/>
                    <a:pt x="1136381" y="1599228"/>
                  </a:cubicBezTo>
                  <a:lnTo>
                    <a:pt x="1137693" y="1596638"/>
                  </a:lnTo>
                  <a:lnTo>
                    <a:pt x="1140285" y="1594889"/>
                  </a:lnTo>
                  <a:lnTo>
                    <a:pt x="1140285" y="1592130"/>
                  </a:lnTo>
                  <a:cubicBezTo>
                    <a:pt x="1140285" y="1592130"/>
                    <a:pt x="1142371" y="1589675"/>
                    <a:pt x="1142674" y="1589237"/>
                  </a:cubicBezTo>
                  <a:cubicBezTo>
                    <a:pt x="1142977" y="1588800"/>
                    <a:pt x="1144357" y="1584595"/>
                    <a:pt x="1144357" y="1584595"/>
                  </a:cubicBezTo>
                  <a:lnTo>
                    <a:pt x="1149136" y="1579381"/>
                  </a:lnTo>
                  <a:cubicBezTo>
                    <a:pt x="1149136" y="1579381"/>
                    <a:pt x="1153477" y="1575310"/>
                    <a:pt x="1153477" y="1574907"/>
                  </a:cubicBezTo>
                  <a:cubicBezTo>
                    <a:pt x="1153477" y="1574469"/>
                    <a:pt x="1161319" y="1569255"/>
                    <a:pt x="1161319" y="1569255"/>
                  </a:cubicBezTo>
                  <a:lnTo>
                    <a:pt x="1165660" y="1566362"/>
                  </a:lnTo>
                  <a:lnTo>
                    <a:pt x="1169867" y="1563167"/>
                  </a:lnTo>
                  <a:lnTo>
                    <a:pt x="1173333" y="1562023"/>
                  </a:lnTo>
                  <a:lnTo>
                    <a:pt x="1174781" y="1562897"/>
                  </a:lnTo>
                  <a:lnTo>
                    <a:pt x="1176665" y="1563772"/>
                  </a:lnTo>
                  <a:lnTo>
                    <a:pt x="1176968" y="1565521"/>
                  </a:lnTo>
                  <a:lnTo>
                    <a:pt x="1175521" y="1568414"/>
                  </a:lnTo>
                  <a:lnTo>
                    <a:pt x="1173333" y="1570601"/>
                  </a:lnTo>
                  <a:lnTo>
                    <a:pt x="1173333" y="1574066"/>
                  </a:lnTo>
                  <a:lnTo>
                    <a:pt x="1174208" y="1578405"/>
                  </a:lnTo>
                  <a:lnTo>
                    <a:pt x="1182050" y="1578405"/>
                  </a:lnTo>
                  <a:lnTo>
                    <a:pt x="1182050" y="1582173"/>
                  </a:lnTo>
                  <a:lnTo>
                    <a:pt x="1180838" y="1585032"/>
                  </a:lnTo>
                  <a:lnTo>
                    <a:pt x="1181410" y="1585739"/>
                  </a:lnTo>
                  <a:cubicBezTo>
                    <a:pt x="1181882" y="1585772"/>
                    <a:pt x="1182353" y="1585840"/>
                    <a:pt x="1182925" y="1585907"/>
                  </a:cubicBezTo>
                  <a:cubicBezTo>
                    <a:pt x="1184877" y="1586142"/>
                    <a:pt x="1185314" y="1586008"/>
                    <a:pt x="1186627" y="1585907"/>
                  </a:cubicBezTo>
                  <a:cubicBezTo>
                    <a:pt x="1187939" y="1585806"/>
                    <a:pt x="1190329" y="1585268"/>
                    <a:pt x="1192045" y="1584595"/>
                  </a:cubicBezTo>
                  <a:cubicBezTo>
                    <a:pt x="1193795" y="1583956"/>
                    <a:pt x="1194233" y="1582947"/>
                    <a:pt x="1194670" y="1582644"/>
                  </a:cubicBezTo>
                  <a:cubicBezTo>
                    <a:pt x="1195108" y="1582307"/>
                    <a:pt x="1194670" y="1580155"/>
                    <a:pt x="1194670" y="1579818"/>
                  </a:cubicBezTo>
                  <a:cubicBezTo>
                    <a:pt x="1194670" y="1579482"/>
                    <a:pt x="1195411" y="1577867"/>
                    <a:pt x="1195411" y="1577867"/>
                  </a:cubicBezTo>
                  <a:cubicBezTo>
                    <a:pt x="1195411" y="1577867"/>
                    <a:pt x="1197699" y="1576017"/>
                    <a:pt x="1198339" y="1575815"/>
                  </a:cubicBezTo>
                  <a:cubicBezTo>
                    <a:pt x="1199012" y="1575580"/>
                    <a:pt x="1200829" y="1573528"/>
                    <a:pt x="1200829" y="1573528"/>
                  </a:cubicBezTo>
                  <a:cubicBezTo>
                    <a:pt x="1200829" y="1573528"/>
                    <a:pt x="1202478" y="1571476"/>
                    <a:pt x="1202478" y="1571139"/>
                  </a:cubicBezTo>
                  <a:cubicBezTo>
                    <a:pt x="1202478" y="1570803"/>
                    <a:pt x="1203690" y="1568650"/>
                    <a:pt x="1203791" y="1568313"/>
                  </a:cubicBezTo>
                  <a:cubicBezTo>
                    <a:pt x="1203892" y="1567977"/>
                    <a:pt x="1204329" y="1565690"/>
                    <a:pt x="1204329" y="1565387"/>
                  </a:cubicBezTo>
                  <a:cubicBezTo>
                    <a:pt x="1204329" y="1565050"/>
                    <a:pt x="1203993" y="1563436"/>
                    <a:pt x="1203993" y="1563436"/>
                  </a:cubicBezTo>
                  <a:lnTo>
                    <a:pt x="1201502" y="1562359"/>
                  </a:lnTo>
                  <a:lnTo>
                    <a:pt x="1199887" y="1561384"/>
                  </a:lnTo>
                  <a:cubicBezTo>
                    <a:pt x="1199887" y="1561384"/>
                    <a:pt x="1196959" y="1557381"/>
                    <a:pt x="1197060" y="1557044"/>
                  </a:cubicBezTo>
                  <a:cubicBezTo>
                    <a:pt x="1197161" y="1556708"/>
                    <a:pt x="1201738" y="1556405"/>
                    <a:pt x="1201738" y="1556405"/>
                  </a:cubicBezTo>
                  <a:lnTo>
                    <a:pt x="1205541" y="1555833"/>
                  </a:lnTo>
                  <a:lnTo>
                    <a:pt x="1212070" y="1555833"/>
                  </a:lnTo>
                  <a:lnTo>
                    <a:pt x="1222738" y="1556069"/>
                  </a:lnTo>
                  <a:cubicBezTo>
                    <a:pt x="1222738" y="1556069"/>
                    <a:pt x="1236638" y="1556472"/>
                    <a:pt x="1237075" y="1556371"/>
                  </a:cubicBezTo>
                  <a:cubicBezTo>
                    <a:pt x="1237513" y="1556270"/>
                    <a:pt x="1242729" y="1555160"/>
                    <a:pt x="1242729" y="1555160"/>
                  </a:cubicBezTo>
                  <a:lnTo>
                    <a:pt x="1246095" y="1549845"/>
                  </a:lnTo>
                  <a:lnTo>
                    <a:pt x="1248282" y="1546784"/>
                  </a:lnTo>
                  <a:lnTo>
                    <a:pt x="1249359" y="1540594"/>
                  </a:lnTo>
                  <a:lnTo>
                    <a:pt x="1249898" y="1532353"/>
                  </a:lnTo>
                  <a:lnTo>
                    <a:pt x="1249898" y="1528551"/>
                  </a:lnTo>
                  <a:lnTo>
                    <a:pt x="1251648" y="1520276"/>
                  </a:lnTo>
                  <a:lnTo>
                    <a:pt x="1256225" y="1514187"/>
                  </a:lnTo>
                  <a:lnTo>
                    <a:pt x="1258950" y="1507998"/>
                  </a:lnTo>
                  <a:lnTo>
                    <a:pt x="1263427" y="1501034"/>
                  </a:lnTo>
                  <a:lnTo>
                    <a:pt x="1268845" y="1491481"/>
                  </a:lnTo>
                  <a:lnTo>
                    <a:pt x="1275913" y="1485728"/>
                  </a:lnTo>
                  <a:lnTo>
                    <a:pt x="1282442" y="1479976"/>
                  </a:lnTo>
                  <a:lnTo>
                    <a:pt x="1288634" y="1479101"/>
                  </a:lnTo>
                  <a:cubicBezTo>
                    <a:pt x="1288634" y="1479101"/>
                    <a:pt x="1294524" y="1479337"/>
                    <a:pt x="1294826" y="1479337"/>
                  </a:cubicBezTo>
                  <a:cubicBezTo>
                    <a:pt x="1295163" y="1479337"/>
                    <a:pt x="1299504" y="1482263"/>
                    <a:pt x="1299504" y="1482263"/>
                  </a:cubicBezTo>
                  <a:cubicBezTo>
                    <a:pt x="1299504" y="1482263"/>
                    <a:pt x="1305596" y="1487276"/>
                    <a:pt x="1306033" y="1487376"/>
                  </a:cubicBezTo>
                  <a:cubicBezTo>
                    <a:pt x="1306471" y="1487477"/>
                    <a:pt x="1312663" y="1492591"/>
                    <a:pt x="1312663" y="1492591"/>
                  </a:cubicBezTo>
                  <a:lnTo>
                    <a:pt x="1317543" y="1494003"/>
                  </a:lnTo>
                  <a:lnTo>
                    <a:pt x="1322087" y="1493465"/>
                  </a:lnTo>
                  <a:lnTo>
                    <a:pt x="1325889" y="1490202"/>
                  </a:lnTo>
                  <a:lnTo>
                    <a:pt x="1329591" y="1485627"/>
                  </a:lnTo>
                  <a:lnTo>
                    <a:pt x="1332957" y="1481052"/>
                  </a:lnTo>
                  <a:lnTo>
                    <a:pt x="1337097" y="1472777"/>
                  </a:lnTo>
                  <a:lnTo>
                    <a:pt x="1338712" y="1470187"/>
                  </a:lnTo>
                  <a:cubicBezTo>
                    <a:pt x="1338712" y="1470187"/>
                    <a:pt x="1341438" y="1467798"/>
                    <a:pt x="1342212" y="1466722"/>
                  </a:cubicBezTo>
                  <a:cubicBezTo>
                    <a:pt x="1342986" y="1465645"/>
                    <a:pt x="1345477" y="1463560"/>
                    <a:pt x="1345477" y="1463560"/>
                  </a:cubicBezTo>
                  <a:lnTo>
                    <a:pt x="1351770" y="1462786"/>
                  </a:lnTo>
                  <a:lnTo>
                    <a:pt x="1356246" y="1464535"/>
                  </a:lnTo>
                  <a:lnTo>
                    <a:pt x="1360486" y="1467899"/>
                  </a:lnTo>
                  <a:lnTo>
                    <a:pt x="1362977" y="1471061"/>
                  </a:lnTo>
                  <a:cubicBezTo>
                    <a:pt x="1362977" y="1471061"/>
                    <a:pt x="1369843" y="1474425"/>
                    <a:pt x="1370246" y="1474762"/>
                  </a:cubicBezTo>
                  <a:cubicBezTo>
                    <a:pt x="1370684" y="1475098"/>
                    <a:pt x="1376540" y="1477150"/>
                    <a:pt x="1376540" y="1477150"/>
                  </a:cubicBezTo>
                  <a:lnTo>
                    <a:pt x="1381453" y="1476612"/>
                  </a:lnTo>
                  <a:lnTo>
                    <a:pt x="1384179" y="1475199"/>
                  </a:lnTo>
                  <a:lnTo>
                    <a:pt x="1386872" y="1472575"/>
                  </a:lnTo>
                  <a:cubicBezTo>
                    <a:pt x="1386872" y="1472575"/>
                    <a:pt x="1390473" y="1470725"/>
                    <a:pt x="1391247" y="1470624"/>
                  </a:cubicBezTo>
                  <a:cubicBezTo>
                    <a:pt x="1392021" y="1470523"/>
                    <a:pt x="1393434" y="1465847"/>
                    <a:pt x="1393434" y="1465847"/>
                  </a:cubicBezTo>
                  <a:lnTo>
                    <a:pt x="1395285" y="1462147"/>
                  </a:lnTo>
                  <a:lnTo>
                    <a:pt x="1397910" y="1459220"/>
                  </a:lnTo>
                  <a:lnTo>
                    <a:pt x="1401377" y="1455318"/>
                  </a:lnTo>
                  <a:lnTo>
                    <a:pt x="1402689" y="1451281"/>
                  </a:lnTo>
                  <a:lnTo>
                    <a:pt x="1404877" y="1449767"/>
                  </a:lnTo>
                  <a:lnTo>
                    <a:pt x="1406829" y="1450104"/>
                  </a:lnTo>
                  <a:cubicBezTo>
                    <a:pt x="1406829" y="1450104"/>
                    <a:pt x="1409454" y="1452829"/>
                    <a:pt x="1409757" y="1452930"/>
                  </a:cubicBezTo>
                  <a:cubicBezTo>
                    <a:pt x="1410093" y="1453030"/>
                    <a:pt x="1412584" y="1454679"/>
                    <a:pt x="1412584" y="1454679"/>
                  </a:cubicBezTo>
                  <a:cubicBezTo>
                    <a:pt x="1412584" y="1454679"/>
                    <a:pt x="1417464" y="1454241"/>
                    <a:pt x="1417901" y="1454140"/>
                  </a:cubicBezTo>
                  <a:cubicBezTo>
                    <a:pt x="1418339" y="1454040"/>
                    <a:pt x="1420392" y="1450676"/>
                    <a:pt x="1420392" y="1450676"/>
                  </a:cubicBezTo>
                  <a:lnTo>
                    <a:pt x="1420392" y="1446000"/>
                  </a:lnTo>
                  <a:lnTo>
                    <a:pt x="1422512" y="1444587"/>
                  </a:lnTo>
                  <a:lnTo>
                    <a:pt x="1425608" y="1443712"/>
                  </a:lnTo>
                  <a:lnTo>
                    <a:pt x="1425608" y="1438498"/>
                  </a:lnTo>
                  <a:lnTo>
                    <a:pt x="1425608" y="1435033"/>
                  </a:lnTo>
                  <a:lnTo>
                    <a:pt x="1425608" y="1429382"/>
                  </a:lnTo>
                  <a:lnTo>
                    <a:pt x="1426214" y="1426993"/>
                  </a:lnTo>
                  <a:lnTo>
                    <a:pt x="1428368" y="1425345"/>
                  </a:lnTo>
                  <a:lnTo>
                    <a:pt x="1429512" y="1423932"/>
                  </a:lnTo>
                  <a:lnTo>
                    <a:pt x="1431296" y="1423899"/>
                  </a:lnTo>
                  <a:lnTo>
                    <a:pt x="1430488" y="1422654"/>
                  </a:lnTo>
                  <a:lnTo>
                    <a:pt x="1428973" y="1418213"/>
                  </a:lnTo>
                  <a:lnTo>
                    <a:pt x="1427897" y="1414311"/>
                  </a:lnTo>
                  <a:lnTo>
                    <a:pt x="1426921" y="1410947"/>
                  </a:lnTo>
                  <a:lnTo>
                    <a:pt x="1423993" y="1406810"/>
                  </a:lnTo>
                  <a:cubicBezTo>
                    <a:pt x="1423993" y="1406810"/>
                    <a:pt x="1421872" y="1403042"/>
                    <a:pt x="1421267" y="1402907"/>
                  </a:cubicBezTo>
                  <a:cubicBezTo>
                    <a:pt x="1420695" y="1402773"/>
                    <a:pt x="1418238" y="1400586"/>
                    <a:pt x="1418069" y="1400149"/>
                  </a:cubicBezTo>
                  <a:cubicBezTo>
                    <a:pt x="1417935" y="1399712"/>
                    <a:pt x="1416185" y="1398131"/>
                    <a:pt x="1416185" y="1398131"/>
                  </a:cubicBezTo>
                  <a:lnTo>
                    <a:pt x="1415310" y="1395809"/>
                  </a:lnTo>
                  <a:lnTo>
                    <a:pt x="1414435" y="1394666"/>
                  </a:lnTo>
                  <a:lnTo>
                    <a:pt x="1412853" y="1393656"/>
                  </a:lnTo>
                  <a:lnTo>
                    <a:pt x="1410093" y="1392210"/>
                  </a:lnTo>
                  <a:lnTo>
                    <a:pt x="1408209" y="1391638"/>
                  </a:lnTo>
                  <a:lnTo>
                    <a:pt x="1408209" y="1389182"/>
                  </a:lnTo>
                  <a:lnTo>
                    <a:pt x="1408579" y="1386996"/>
                  </a:lnTo>
                  <a:cubicBezTo>
                    <a:pt x="1408579" y="1386996"/>
                    <a:pt x="1410396" y="1384036"/>
                    <a:pt x="1410396" y="1383363"/>
                  </a:cubicBezTo>
                  <a:cubicBezTo>
                    <a:pt x="1410396" y="1382724"/>
                    <a:pt x="1411911" y="1381412"/>
                    <a:pt x="1411911" y="1381412"/>
                  </a:cubicBezTo>
                  <a:lnTo>
                    <a:pt x="1414300" y="1380100"/>
                  </a:lnTo>
                  <a:cubicBezTo>
                    <a:pt x="1414300" y="1380100"/>
                    <a:pt x="1414300" y="1380100"/>
                    <a:pt x="1415377" y="1379460"/>
                  </a:cubicBezTo>
                  <a:cubicBezTo>
                    <a:pt x="1416454" y="1378821"/>
                    <a:pt x="1417329" y="1378586"/>
                    <a:pt x="1418642" y="1378384"/>
                  </a:cubicBezTo>
                  <a:cubicBezTo>
                    <a:pt x="1419954" y="1378149"/>
                    <a:pt x="1420829" y="1377106"/>
                    <a:pt x="1420829" y="1377106"/>
                  </a:cubicBezTo>
                  <a:lnTo>
                    <a:pt x="1423858" y="1374246"/>
                  </a:lnTo>
                  <a:lnTo>
                    <a:pt x="1423858" y="1371622"/>
                  </a:lnTo>
                  <a:lnTo>
                    <a:pt x="1422680" y="1369032"/>
                  </a:lnTo>
                  <a:lnTo>
                    <a:pt x="1421031" y="1367720"/>
                  </a:lnTo>
                  <a:lnTo>
                    <a:pt x="1418406" y="1367518"/>
                  </a:lnTo>
                  <a:lnTo>
                    <a:pt x="1416656" y="1367283"/>
                  </a:lnTo>
                  <a:lnTo>
                    <a:pt x="1415781" y="1363583"/>
                  </a:lnTo>
                  <a:lnTo>
                    <a:pt x="1418608" y="1362069"/>
                  </a:lnTo>
                  <a:lnTo>
                    <a:pt x="1418608" y="1357292"/>
                  </a:lnTo>
                  <a:lnTo>
                    <a:pt x="1416757" y="1353794"/>
                  </a:lnTo>
                  <a:lnTo>
                    <a:pt x="1413594" y="1352280"/>
                  </a:lnTo>
                  <a:lnTo>
                    <a:pt x="1409689" y="1352078"/>
                  </a:lnTo>
                  <a:lnTo>
                    <a:pt x="1408613" y="1351439"/>
                  </a:lnTo>
                  <a:lnTo>
                    <a:pt x="1406863" y="1349252"/>
                  </a:lnTo>
                  <a:lnTo>
                    <a:pt x="1407939" y="1346864"/>
                  </a:lnTo>
                  <a:lnTo>
                    <a:pt x="1409252" y="1344677"/>
                  </a:lnTo>
                  <a:lnTo>
                    <a:pt x="1415142" y="1339026"/>
                  </a:lnTo>
                  <a:lnTo>
                    <a:pt x="1418608" y="1336200"/>
                  </a:lnTo>
                  <a:lnTo>
                    <a:pt x="1421233" y="1334686"/>
                  </a:lnTo>
                  <a:lnTo>
                    <a:pt x="1426685" y="1335325"/>
                  </a:lnTo>
                  <a:cubicBezTo>
                    <a:pt x="1426685" y="1335325"/>
                    <a:pt x="1431363" y="1333475"/>
                    <a:pt x="1431531" y="1333542"/>
                  </a:cubicBezTo>
                  <a:cubicBezTo>
                    <a:pt x="1431700" y="1333610"/>
                    <a:pt x="1434527" y="1335763"/>
                    <a:pt x="1435334" y="1335998"/>
                  </a:cubicBezTo>
                  <a:cubicBezTo>
                    <a:pt x="1436142" y="1336200"/>
                    <a:pt x="1437118" y="1336435"/>
                    <a:pt x="1437993" y="1336335"/>
                  </a:cubicBezTo>
                  <a:cubicBezTo>
                    <a:pt x="1438868" y="1336234"/>
                    <a:pt x="1438936" y="1335157"/>
                    <a:pt x="1438936" y="1335157"/>
                  </a:cubicBezTo>
                  <a:lnTo>
                    <a:pt x="1438060" y="1332062"/>
                  </a:lnTo>
                  <a:cubicBezTo>
                    <a:pt x="1438060" y="1332062"/>
                    <a:pt x="1437690" y="1328026"/>
                    <a:pt x="1437623" y="1327824"/>
                  </a:cubicBezTo>
                  <a:cubicBezTo>
                    <a:pt x="1437589" y="1327622"/>
                    <a:pt x="1437421" y="1325603"/>
                    <a:pt x="1437421" y="1325368"/>
                  </a:cubicBezTo>
                  <a:cubicBezTo>
                    <a:pt x="1437421" y="1325166"/>
                    <a:pt x="1436445" y="1321230"/>
                    <a:pt x="1436445" y="1321230"/>
                  </a:cubicBezTo>
                  <a:lnTo>
                    <a:pt x="1435805" y="1318842"/>
                  </a:lnTo>
                  <a:cubicBezTo>
                    <a:pt x="1435805" y="1318842"/>
                    <a:pt x="1434729" y="1316083"/>
                    <a:pt x="1434729" y="1315848"/>
                  </a:cubicBezTo>
                  <a:cubicBezTo>
                    <a:pt x="1434729" y="1315613"/>
                    <a:pt x="1435503" y="1313560"/>
                    <a:pt x="1435503" y="1313560"/>
                  </a:cubicBezTo>
                  <a:lnTo>
                    <a:pt x="1435873" y="1311979"/>
                  </a:lnTo>
                  <a:lnTo>
                    <a:pt x="1434358" y="1309927"/>
                  </a:lnTo>
                  <a:lnTo>
                    <a:pt x="1434358" y="1307741"/>
                  </a:lnTo>
                  <a:lnTo>
                    <a:pt x="1435536" y="1305352"/>
                  </a:lnTo>
                  <a:lnTo>
                    <a:pt x="1435133" y="1302325"/>
                  </a:lnTo>
                  <a:lnTo>
                    <a:pt x="1436748" y="1298725"/>
                  </a:lnTo>
                  <a:cubicBezTo>
                    <a:pt x="1436748" y="1298725"/>
                    <a:pt x="1438599" y="1296101"/>
                    <a:pt x="1438599" y="1295799"/>
                  </a:cubicBezTo>
                  <a:cubicBezTo>
                    <a:pt x="1438599" y="1295462"/>
                    <a:pt x="1440652" y="1293410"/>
                    <a:pt x="1440652" y="1293410"/>
                  </a:cubicBezTo>
                  <a:cubicBezTo>
                    <a:pt x="1440652" y="1293410"/>
                    <a:pt x="1442301" y="1291022"/>
                    <a:pt x="1442805" y="1290585"/>
                  </a:cubicBezTo>
                  <a:cubicBezTo>
                    <a:pt x="1443344" y="1290147"/>
                    <a:pt x="1444993" y="1289508"/>
                    <a:pt x="1445296" y="1289374"/>
                  </a:cubicBezTo>
                  <a:cubicBezTo>
                    <a:pt x="1445633" y="1289273"/>
                    <a:pt x="1447248" y="1288835"/>
                    <a:pt x="1448022" y="1288499"/>
                  </a:cubicBezTo>
                  <a:cubicBezTo>
                    <a:pt x="1448762" y="1288163"/>
                    <a:pt x="1450950" y="1288499"/>
                    <a:pt x="1451825" y="1288263"/>
                  </a:cubicBezTo>
                  <a:cubicBezTo>
                    <a:pt x="1452700" y="1288062"/>
                    <a:pt x="1454214" y="1288163"/>
                    <a:pt x="1454652" y="1288163"/>
                  </a:cubicBezTo>
                  <a:cubicBezTo>
                    <a:pt x="1455089" y="1288163"/>
                    <a:pt x="1457479" y="1288263"/>
                    <a:pt x="1457916" y="1288263"/>
                  </a:cubicBezTo>
                  <a:cubicBezTo>
                    <a:pt x="1458354" y="1288263"/>
                    <a:pt x="1458994" y="1288163"/>
                    <a:pt x="1459431" y="1288062"/>
                  </a:cubicBezTo>
                  <a:cubicBezTo>
                    <a:pt x="1459869" y="1287961"/>
                    <a:pt x="1460744" y="1286548"/>
                    <a:pt x="1460744" y="1286548"/>
                  </a:cubicBezTo>
                  <a:lnTo>
                    <a:pt x="1461080" y="1285471"/>
                  </a:lnTo>
                  <a:lnTo>
                    <a:pt x="1461282" y="1282982"/>
                  </a:lnTo>
                  <a:cubicBezTo>
                    <a:pt x="1461282" y="1282982"/>
                    <a:pt x="1460643" y="1281906"/>
                    <a:pt x="1460306" y="1281132"/>
                  </a:cubicBezTo>
                  <a:cubicBezTo>
                    <a:pt x="1459970" y="1280358"/>
                    <a:pt x="1458994" y="1280156"/>
                    <a:pt x="1458994" y="1280156"/>
                  </a:cubicBezTo>
                  <a:lnTo>
                    <a:pt x="1458354" y="1278945"/>
                  </a:lnTo>
                  <a:lnTo>
                    <a:pt x="1456941" y="1276893"/>
                  </a:lnTo>
                  <a:lnTo>
                    <a:pt x="1456941" y="1274168"/>
                  </a:lnTo>
                  <a:cubicBezTo>
                    <a:pt x="1456941" y="1274168"/>
                    <a:pt x="1458354" y="1273193"/>
                    <a:pt x="1458691" y="1272857"/>
                  </a:cubicBezTo>
                  <a:cubicBezTo>
                    <a:pt x="1459027" y="1272520"/>
                    <a:pt x="1460979" y="1271982"/>
                    <a:pt x="1460979" y="1271982"/>
                  </a:cubicBezTo>
                  <a:lnTo>
                    <a:pt x="1462056" y="1270233"/>
                  </a:lnTo>
                  <a:lnTo>
                    <a:pt x="1462594" y="1268046"/>
                  </a:lnTo>
                  <a:cubicBezTo>
                    <a:pt x="1462594" y="1268046"/>
                    <a:pt x="1463469" y="1266431"/>
                    <a:pt x="1463570" y="1265994"/>
                  </a:cubicBezTo>
                  <a:cubicBezTo>
                    <a:pt x="1463672" y="1265557"/>
                    <a:pt x="1466061" y="1265355"/>
                    <a:pt x="1466498" y="1265355"/>
                  </a:cubicBezTo>
                  <a:cubicBezTo>
                    <a:pt x="1466936" y="1265355"/>
                    <a:pt x="1467575" y="1265557"/>
                    <a:pt x="1467912" y="1265557"/>
                  </a:cubicBezTo>
                  <a:cubicBezTo>
                    <a:pt x="1468249" y="1265557"/>
                    <a:pt x="1468888" y="1267071"/>
                    <a:pt x="1468888" y="1267071"/>
                  </a:cubicBezTo>
                  <a:lnTo>
                    <a:pt x="1471378" y="1269022"/>
                  </a:lnTo>
                  <a:lnTo>
                    <a:pt x="1472354" y="1267609"/>
                  </a:lnTo>
                  <a:lnTo>
                    <a:pt x="1474508" y="1264682"/>
                  </a:lnTo>
                  <a:lnTo>
                    <a:pt x="1476898" y="1266431"/>
                  </a:lnTo>
                  <a:lnTo>
                    <a:pt x="1477537" y="1269257"/>
                  </a:lnTo>
                  <a:lnTo>
                    <a:pt x="1480162" y="1269795"/>
                  </a:lnTo>
                  <a:lnTo>
                    <a:pt x="1482350" y="1268921"/>
                  </a:lnTo>
                  <a:lnTo>
                    <a:pt x="1483427" y="1267508"/>
                  </a:lnTo>
                  <a:lnTo>
                    <a:pt x="1484840" y="1264581"/>
                  </a:lnTo>
                  <a:lnTo>
                    <a:pt x="1485581" y="1263841"/>
                  </a:lnTo>
                  <a:cubicBezTo>
                    <a:pt x="1485581" y="1263841"/>
                    <a:pt x="1487869" y="1263841"/>
                    <a:pt x="1488946" y="1263841"/>
                  </a:cubicBezTo>
                  <a:cubicBezTo>
                    <a:pt x="1490023" y="1263841"/>
                    <a:pt x="1490158" y="1266028"/>
                    <a:pt x="1490359" y="1267407"/>
                  </a:cubicBezTo>
                  <a:cubicBezTo>
                    <a:pt x="1490562" y="1268820"/>
                    <a:pt x="1491437" y="1269156"/>
                    <a:pt x="1492211" y="1269257"/>
                  </a:cubicBezTo>
                  <a:cubicBezTo>
                    <a:pt x="1492985" y="1269358"/>
                    <a:pt x="1493187" y="1271746"/>
                    <a:pt x="1494162" y="1273496"/>
                  </a:cubicBezTo>
                  <a:cubicBezTo>
                    <a:pt x="1495139" y="1275245"/>
                    <a:pt x="1493287" y="1275009"/>
                    <a:pt x="1493287" y="1275009"/>
                  </a:cubicBezTo>
                  <a:cubicBezTo>
                    <a:pt x="1493287" y="1275009"/>
                    <a:pt x="1491100" y="1276187"/>
                    <a:pt x="1490460" y="1277398"/>
                  </a:cubicBezTo>
                  <a:cubicBezTo>
                    <a:pt x="1489821" y="1278575"/>
                    <a:pt x="1492312" y="1279584"/>
                    <a:pt x="1492412" y="1280022"/>
                  </a:cubicBezTo>
                  <a:cubicBezTo>
                    <a:pt x="1492513" y="1280459"/>
                    <a:pt x="1493725" y="1282074"/>
                    <a:pt x="1493725" y="1282074"/>
                  </a:cubicBezTo>
                  <a:cubicBezTo>
                    <a:pt x="1493725" y="1282074"/>
                    <a:pt x="1498739" y="1287187"/>
                    <a:pt x="1499043" y="1287389"/>
                  </a:cubicBezTo>
                  <a:cubicBezTo>
                    <a:pt x="1499379" y="1287591"/>
                    <a:pt x="1497965" y="1290551"/>
                    <a:pt x="1497965" y="1290551"/>
                  </a:cubicBezTo>
                  <a:lnTo>
                    <a:pt x="1498605" y="1297851"/>
                  </a:lnTo>
                  <a:lnTo>
                    <a:pt x="1497629" y="1299062"/>
                  </a:lnTo>
                  <a:cubicBezTo>
                    <a:pt x="1497629" y="1299062"/>
                    <a:pt x="1496215" y="1301349"/>
                    <a:pt x="1496215" y="1301652"/>
                  </a:cubicBezTo>
                  <a:cubicBezTo>
                    <a:pt x="1496215" y="1301988"/>
                    <a:pt x="1496754" y="1304814"/>
                    <a:pt x="1496754" y="1304814"/>
                  </a:cubicBezTo>
                  <a:cubicBezTo>
                    <a:pt x="1496754" y="1304814"/>
                    <a:pt x="1495980" y="1306126"/>
                    <a:pt x="1495677" y="1306227"/>
                  </a:cubicBezTo>
                  <a:cubicBezTo>
                    <a:pt x="1495340" y="1306328"/>
                    <a:pt x="1494365" y="1307539"/>
                    <a:pt x="1494365" y="1307539"/>
                  </a:cubicBezTo>
                  <a:cubicBezTo>
                    <a:pt x="1494365" y="1307539"/>
                    <a:pt x="1493927" y="1309726"/>
                    <a:pt x="1493927" y="1310028"/>
                  </a:cubicBezTo>
                  <a:cubicBezTo>
                    <a:pt x="1493927" y="1310365"/>
                    <a:pt x="1494566" y="1312215"/>
                    <a:pt x="1494701" y="1312518"/>
                  </a:cubicBezTo>
                  <a:cubicBezTo>
                    <a:pt x="1494802" y="1312854"/>
                    <a:pt x="1495677" y="1314570"/>
                    <a:pt x="1495677" y="1314570"/>
                  </a:cubicBezTo>
                  <a:cubicBezTo>
                    <a:pt x="1495677" y="1314570"/>
                    <a:pt x="1496316" y="1316756"/>
                    <a:pt x="1496316" y="1317194"/>
                  </a:cubicBezTo>
                  <a:cubicBezTo>
                    <a:pt x="1496316" y="1317631"/>
                    <a:pt x="1495879" y="1320558"/>
                    <a:pt x="1495879" y="1320995"/>
                  </a:cubicBezTo>
                  <a:cubicBezTo>
                    <a:pt x="1495879" y="1321432"/>
                    <a:pt x="1495240" y="1323282"/>
                    <a:pt x="1495139" y="1323720"/>
                  </a:cubicBezTo>
                  <a:cubicBezTo>
                    <a:pt x="1495037" y="1324157"/>
                    <a:pt x="1494162" y="1325032"/>
                    <a:pt x="1494062" y="1325469"/>
                  </a:cubicBezTo>
                  <a:cubicBezTo>
                    <a:pt x="1493961" y="1325906"/>
                    <a:pt x="1493187" y="1326983"/>
                    <a:pt x="1492008" y="1327319"/>
                  </a:cubicBezTo>
                  <a:cubicBezTo>
                    <a:pt x="1490831" y="1327655"/>
                    <a:pt x="1492008" y="1328194"/>
                    <a:pt x="1492008" y="1328194"/>
                  </a:cubicBezTo>
                  <a:lnTo>
                    <a:pt x="1497225" y="1327756"/>
                  </a:lnTo>
                  <a:lnTo>
                    <a:pt x="1498874" y="1326444"/>
                  </a:lnTo>
                  <a:lnTo>
                    <a:pt x="1502139" y="1325368"/>
                  </a:lnTo>
                  <a:lnTo>
                    <a:pt x="1504528" y="1326108"/>
                  </a:lnTo>
                  <a:cubicBezTo>
                    <a:pt x="1504528" y="1326108"/>
                    <a:pt x="1505841" y="1326646"/>
                    <a:pt x="1507793" y="1326646"/>
                  </a:cubicBezTo>
                  <a:cubicBezTo>
                    <a:pt x="1509744" y="1326646"/>
                    <a:pt x="1510418" y="1326209"/>
                    <a:pt x="1510721" y="1325671"/>
                  </a:cubicBezTo>
                  <a:cubicBezTo>
                    <a:pt x="1511057" y="1325132"/>
                    <a:pt x="1512134" y="1323484"/>
                    <a:pt x="1513009" y="1322946"/>
                  </a:cubicBezTo>
                  <a:cubicBezTo>
                    <a:pt x="1513884" y="1322408"/>
                    <a:pt x="1515399" y="1322172"/>
                    <a:pt x="1517149" y="1322172"/>
                  </a:cubicBezTo>
                  <a:cubicBezTo>
                    <a:pt x="1518898" y="1322172"/>
                    <a:pt x="1519202" y="1324998"/>
                    <a:pt x="1520615" y="1324998"/>
                  </a:cubicBezTo>
                  <a:cubicBezTo>
                    <a:pt x="1522028" y="1324998"/>
                    <a:pt x="1523442" y="1325099"/>
                    <a:pt x="1524654" y="1325099"/>
                  </a:cubicBezTo>
                  <a:cubicBezTo>
                    <a:pt x="1525865" y="1325099"/>
                    <a:pt x="1526707" y="1325435"/>
                    <a:pt x="1529533" y="1325334"/>
                  </a:cubicBezTo>
                  <a:cubicBezTo>
                    <a:pt x="1532360" y="1325233"/>
                    <a:pt x="1530408" y="1325233"/>
                    <a:pt x="1531822" y="1325233"/>
                  </a:cubicBezTo>
                  <a:cubicBezTo>
                    <a:pt x="1533235" y="1325233"/>
                    <a:pt x="1534985" y="1325233"/>
                    <a:pt x="1536837" y="1325032"/>
                  </a:cubicBezTo>
                  <a:cubicBezTo>
                    <a:pt x="1538687" y="1324796"/>
                    <a:pt x="1538149" y="1323955"/>
                    <a:pt x="1538486" y="1323282"/>
                  </a:cubicBezTo>
                  <a:cubicBezTo>
                    <a:pt x="1538822" y="1322643"/>
                    <a:pt x="1538587" y="1321769"/>
                    <a:pt x="1538587" y="1321769"/>
                  </a:cubicBezTo>
                  <a:lnTo>
                    <a:pt x="1536736" y="1320019"/>
                  </a:lnTo>
                  <a:cubicBezTo>
                    <a:pt x="1536736" y="1320019"/>
                    <a:pt x="1534245" y="1318270"/>
                    <a:pt x="1533808" y="1317967"/>
                  </a:cubicBezTo>
                  <a:cubicBezTo>
                    <a:pt x="1533370" y="1317631"/>
                    <a:pt x="1530341" y="1313931"/>
                    <a:pt x="1530106" y="1313493"/>
                  </a:cubicBezTo>
                  <a:cubicBezTo>
                    <a:pt x="1529904" y="1313056"/>
                    <a:pt x="1530644" y="1310903"/>
                    <a:pt x="1530880" y="1310466"/>
                  </a:cubicBezTo>
                  <a:cubicBezTo>
                    <a:pt x="1531082" y="1310028"/>
                    <a:pt x="1532394" y="1308178"/>
                    <a:pt x="1533707" y="1307741"/>
                  </a:cubicBezTo>
                  <a:cubicBezTo>
                    <a:pt x="1534985" y="1307304"/>
                    <a:pt x="1535659" y="1307741"/>
                    <a:pt x="1535659" y="1307741"/>
                  </a:cubicBezTo>
                  <a:cubicBezTo>
                    <a:pt x="1535659" y="1307741"/>
                    <a:pt x="1537846" y="1310567"/>
                    <a:pt x="1542524" y="1311778"/>
                  </a:cubicBezTo>
                  <a:cubicBezTo>
                    <a:pt x="1547202" y="1312989"/>
                    <a:pt x="1544274" y="1309591"/>
                    <a:pt x="1544274" y="1309591"/>
                  </a:cubicBezTo>
                  <a:lnTo>
                    <a:pt x="1545688" y="1306866"/>
                  </a:lnTo>
                  <a:lnTo>
                    <a:pt x="1548515" y="1304915"/>
                  </a:lnTo>
                  <a:lnTo>
                    <a:pt x="1556659" y="1299600"/>
                  </a:lnTo>
                  <a:lnTo>
                    <a:pt x="1559924" y="1296875"/>
                  </a:lnTo>
                  <a:cubicBezTo>
                    <a:pt x="1559924" y="1296875"/>
                    <a:pt x="1568304" y="1290349"/>
                    <a:pt x="1568405" y="1290013"/>
                  </a:cubicBezTo>
                  <a:cubicBezTo>
                    <a:pt x="1568506" y="1289676"/>
                    <a:pt x="1571770" y="1287187"/>
                    <a:pt x="1572107" y="1286985"/>
                  </a:cubicBezTo>
                  <a:cubicBezTo>
                    <a:pt x="1572443" y="1286783"/>
                    <a:pt x="1574933" y="1285236"/>
                    <a:pt x="1575136" y="1284933"/>
                  </a:cubicBezTo>
                  <a:cubicBezTo>
                    <a:pt x="1575337" y="1284597"/>
                    <a:pt x="1576549" y="1284395"/>
                    <a:pt x="1576549" y="1284395"/>
                  </a:cubicBezTo>
                  <a:cubicBezTo>
                    <a:pt x="1576549" y="1284395"/>
                    <a:pt x="1579477" y="1283520"/>
                    <a:pt x="1580789" y="1283520"/>
                  </a:cubicBezTo>
                  <a:cubicBezTo>
                    <a:pt x="1582102" y="1283520"/>
                    <a:pt x="1583414" y="1285572"/>
                    <a:pt x="1583414" y="1285572"/>
                  </a:cubicBezTo>
                  <a:lnTo>
                    <a:pt x="1585804" y="1288196"/>
                  </a:lnTo>
                  <a:lnTo>
                    <a:pt x="1588429" y="1289845"/>
                  </a:lnTo>
                  <a:lnTo>
                    <a:pt x="1589607" y="1291997"/>
                  </a:lnTo>
                  <a:cubicBezTo>
                    <a:pt x="1589607" y="1291997"/>
                    <a:pt x="1590684" y="1298423"/>
                    <a:pt x="1590684" y="1298725"/>
                  </a:cubicBezTo>
                  <a:cubicBezTo>
                    <a:pt x="1590684" y="1299062"/>
                    <a:pt x="1591223" y="1299701"/>
                    <a:pt x="1592198" y="1301013"/>
                  </a:cubicBezTo>
                  <a:cubicBezTo>
                    <a:pt x="1593174" y="1302325"/>
                    <a:pt x="1595328" y="1303300"/>
                    <a:pt x="1596102" y="1302964"/>
                  </a:cubicBezTo>
                  <a:lnTo>
                    <a:pt x="1596102" y="1299499"/>
                  </a:lnTo>
                  <a:lnTo>
                    <a:pt x="1596102" y="1296774"/>
                  </a:lnTo>
                  <a:lnTo>
                    <a:pt x="1597516" y="1294049"/>
                  </a:lnTo>
                  <a:lnTo>
                    <a:pt x="1599165" y="1292536"/>
                  </a:lnTo>
                  <a:cubicBezTo>
                    <a:pt x="1599165" y="1292536"/>
                    <a:pt x="1600242" y="1292098"/>
                    <a:pt x="1600679" y="1291997"/>
                  </a:cubicBezTo>
                  <a:cubicBezTo>
                    <a:pt x="1601117" y="1291897"/>
                    <a:pt x="1602968" y="1291123"/>
                    <a:pt x="1602968" y="1291123"/>
                  </a:cubicBezTo>
                  <a:lnTo>
                    <a:pt x="1604718" y="1290349"/>
                  </a:lnTo>
                  <a:lnTo>
                    <a:pt x="1607107" y="1288701"/>
                  </a:lnTo>
                  <a:lnTo>
                    <a:pt x="1608857" y="1286750"/>
                  </a:lnTo>
                  <a:lnTo>
                    <a:pt x="1611785" y="1283823"/>
                  </a:lnTo>
                  <a:lnTo>
                    <a:pt x="1611785" y="1282377"/>
                  </a:lnTo>
                  <a:lnTo>
                    <a:pt x="1613536" y="1280358"/>
                  </a:lnTo>
                  <a:lnTo>
                    <a:pt x="1613536" y="1278609"/>
                  </a:lnTo>
                  <a:lnTo>
                    <a:pt x="1615723" y="1275413"/>
                  </a:lnTo>
                  <a:lnTo>
                    <a:pt x="1617742" y="1273529"/>
                  </a:lnTo>
                  <a:cubicBezTo>
                    <a:pt x="1617742" y="1273529"/>
                    <a:pt x="1620064" y="1272386"/>
                    <a:pt x="1620771" y="1272386"/>
                  </a:cubicBezTo>
                  <a:cubicBezTo>
                    <a:pt x="1621478" y="1272386"/>
                    <a:pt x="1623968" y="1273395"/>
                    <a:pt x="1623968" y="1273395"/>
                  </a:cubicBezTo>
                  <a:cubicBezTo>
                    <a:pt x="1623968" y="1273395"/>
                    <a:pt x="1623968" y="1275279"/>
                    <a:pt x="1623968" y="1275985"/>
                  </a:cubicBezTo>
                  <a:cubicBezTo>
                    <a:pt x="1623968" y="1276725"/>
                    <a:pt x="1622959" y="1276994"/>
                    <a:pt x="1622656" y="1277566"/>
                  </a:cubicBezTo>
                  <a:cubicBezTo>
                    <a:pt x="1622353" y="1278138"/>
                    <a:pt x="1622083" y="1279450"/>
                    <a:pt x="1622353" y="1279887"/>
                  </a:cubicBezTo>
                  <a:cubicBezTo>
                    <a:pt x="1622656" y="1280325"/>
                    <a:pt x="1625112" y="1279147"/>
                    <a:pt x="1625112" y="1279147"/>
                  </a:cubicBezTo>
                  <a:lnTo>
                    <a:pt x="1626560" y="1275951"/>
                  </a:lnTo>
                  <a:lnTo>
                    <a:pt x="1629757" y="1275951"/>
                  </a:lnTo>
                  <a:lnTo>
                    <a:pt x="1631339" y="1277903"/>
                  </a:lnTo>
                  <a:lnTo>
                    <a:pt x="1634401" y="1281166"/>
                  </a:lnTo>
                  <a:cubicBezTo>
                    <a:pt x="1634401" y="1281166"/>
                    <a:pt x="1636858" y="1282477"/>
                    <a:pt x="1637901" y="1282477"/>
                  </a:cubicBezTo>
                  <a:cubicBezTo>
                    <a:pt x="1638911" y="1282477"/>
                    <a:pt x="1643690" y="1282175"/>
                    <a:pt x="1643690" y="1282175"/>
                  </a:cubicBezTo>
                  <a:cubicBezTo>
                    <a:pt x="1643690" y="1282175"/>
                    <a:pt x="1648906" y="1282040"/>
                    <a:pt x="1649478" y="1281737"/>
                  </a:cubicBezTo>
                  <a:cubicBezTo>
                    <a:pt x="1650051" y="1281435"/>
                    <a:pt x="1650353" y="1281166"/>
                    <a:pt x="1650623" y="1280594"/>
                  </a:cubicBezTo>
                  <a:cubicBezTo>
                    <a:pt x="1650926" y="1280022"/>
                    <a:pt x="1651195" y="1277566"/>
                    <a:pt x="1651632" y="1276086"/>
                  </a:cubicBezTo>
                  <a:cubicBezTo>
                    <a:pt x="1652070" y="1274639"/>
                    <a:pt x="1653214" y="1274505"/>
                    <a:pt x="1653214" y="1274505"/>
                  </a:cubicBezTo>
                  <a:lnTo>
                    <a:pt x="1656108" y="1274202"/>
                  </a:lnTo>
                  <a:cubicBezTo>
                    <a:pt x="1656108" y="1274202"/>
                    <a:pt x="1658262" y="1274202"/>
                    <a:pt x="1658868" y="1274202"/>
                  </a:cubicBezTo>
                  <a:cubicBezTo>
                    <a:pt x="1659440" y="1274202"/>
                    <a:pt x="1660450" y="1274135"/>
                    <a:pt x="1660887" y="1274000"/>
                  </a:cubicBezTo>
                  <a:cubicBezTo>
                    <a:pt x="1661325" y="1273866"/>
                    <a:pt x="1661762" y="1272621"/>
                    <a:pt x="1661897" y="1272184"/>
                  </a:cubicBezTo>
                  <a:cubicBezTo>
                    <a:pt x="1662031" y="1271746"/>
                    <a:pt x="1662604" y="1268719"/>
                    <a:pt x="1662604" y="1268113"/>
                  </a:cubicBezTo>
                  <a:cubicBezTo>
                    <a:pt x="1662604" y="1267541"/>
                    <a:pt x="1663479" y="1264043"/>
                    <a:pt x="1663479" y="1264043"/>
                  </a:cubicBezTo>
                  <a:lnTo>
                    <a:pt x="1664051" y="1261722"/>
                  </a:lnTo>
                  <a:lnTo>
                    <a:pt x="1663041" y="1259838"/>
                  </a:lnTo>
                  <a:lnTo>
                    <a:pt x="1660887" y="1258526"/>
                  </a:lnTo>
                  <a:lnTo>
                    <a:pt x="1656983" y="1256642"/>
                  </a:lnTo>
                  <a:cubicBezTo>
                    <a:pt x="1656983" y="1256642"/>
                    <a:pt x="1653954" y="1253312"/>
                    <a:pt x="1653954" y="1251563"/>
                  </a:cubicBezTo>
                  <a:cubicBezTo>
                    <a:pt x="1653954" y="1251563"/>
                    <a:pt x="1658733" y="1250251"/>
                    <a:pt x="1660181" y="1249813"/>
                  </a:cubicBezTo>
                  <a:cubicBezTo>
                    <a:pt x="1661628" y="1249376"/>
                    <a:pt x="1663075" y="1249107"/>
                    <a:pt x="1663075" y="1249107"/>
                  </a:cubicBezTo>
                  <a:lnTo>
                    <a:pt x="1664219" y="1245339"/>
                  </a:lnTo>
                  <a:lnTo>
                    <a:pt x="1662200" y="1241134"/>
                  </a:lnTo>
                  <a:lnTo>
                    <a:pt x="1662065" y="1239251"/>
                  </a:lnTo>
                  <a:lnTo>
                    <a:pt x="1661762" y="1236055"/>
                  </a:lnTo>
                  <a:lnTo>
                    <a:pt x="1661056" y="1234305"/>
                  </a:lnTo>
                  <a:cubicBezTo>
                    <a:pt x="1661056" y="1234305"/>
                    <a:pt x="1660753" y="1233162"/>
                    <a:pt x="1660618" y="1232556"/>
                  </a:cubicBezTo>
                  <a:cubicBezTo>
                    <a:pt x="1660483" y="1231984"/>
                    <a:pt x="1659743" y="1230807"/>
                    <a:pt x="1659743" y="1230807"/>
                  </a:cubicBezTo>
                  <a:lnTo>
                    <a:pt x="1658733" y="1229798"/>
                  </a:lnTo>
                  <a:lnTo>
                    <a:pt x="1658733" y="1226905"/>
                  </a:lnTo>
                  <a:cubicBezTo>
                    <a:pt x="1658733" y="1226905"/>
                    <a:pt x="1664758" y="1225896"/>
                    <a:pt x="1665464" y="1225761"/>
                  </a:cubicBezTo>
                  <a:cubicBezTo>
                    <a:pt x="1666205" y="1225626"/>
                    <a:pt x="1665094" y="1221859"/>
                    <a:pt x="1665397" y="1221422"/>
                  </a:cubicBezTo>
                  <a:cubicBezTo>
                    <a:pt x="1665666" y="1220984"/>
                    <a:pt x="1667282" y="1220984"/>
                    <a:pt x="1667854" y="1220681"/>
                  </a:cubicBezTo>
                  <a:cubicBezTo>
                    <a:pt x="1668426" y="1220412"/>
                    <a:pt x="1670748" y="1219975"/>
                    <a:pt x="1670748" y="1219975"/>
                  </a:cubicBezTo>
                  <a:cubicBezTo>
                    <a:pt x="1670748" y="1219975"/>
                    <a:pt x="1673777" y="1219100"/>
                    <a:pt x="1674383" y="1218831"/>
                  </a:cubicBezTo>
                  <a:cubicBezTo>
                    <a:pt x="1674955" y="1218528"/>
                    <a:pt x="1677277" y="1218697"/>
                    <a:pt x="1677277" y="1218697"/>
                  </a:cubicBezTo>
                  <a:cubicBezTo>
                    <a:pt x="1677277" y="1218697"/>
                    <a:pt x="1681046" y="1218999"/>
                    <a:pt x="1682628" y="1218999"/>
                  </a:cubicBezTo>
                  <a:cubicBezTo>
                    <a:pt x="1684243" y="1218999"/>
                    <a:pt x="1686263" y="1218697"/>
                    <a:pt x="1686263" y="1218697"/>
                  </a:cubicBezTo>
                  <a:lnTo>
                    <a:pt x="1687576" y="1216510"/>
                  </a:lnTo>
                  <a:cubicBezTo>
                    <a:pt x="1687576" y="1216510"/>
                    <a:pt x="1690335" y="1214626"/>
                    <a:pt x="1690907" y="1214626"/>
                  </a:cubicBezTo>
                  <a:cubicBezTo>
                    <a:pt x="1691479" y="1214626"/>
                    <a:pt x="1692489" y="1215636"/>
                    <a:pt x="1692489" y="1215636"/>
                  </a:cubicBezTo>
                  <a:lnTo>
                    <a:pt x="1696124" y="1217654"/>
                  </a:lnTo>
                  <a:lnTo>
                    <a:pt x="1697874" y="1218528"/>
                  </a:lnTo>
                  <a:lnTo>
                    <a:pt x="1701205" y="1218528"/>
                  </a:lnTo>
                  <a:cubicBezTo>
                    <a:pt x="1701205" y="1218528"/>
                    <a:pt x="1702215" y="1218158"/>
                    <a:pt x="1703831" y="1217889"/>
                  </a:cubicBezTo>
                  <a:cubicBezTo>
                    <a:pt x="1705412" y="1217587"/>
                    <a:pt x="1704571" y="1217385"/>
                    <a:pt x="1704571" y="1217385"/>
                  </a:cubicBezTo>
                  <a:lnTo>
                    <a:pt x="1707465" y="1214189"/>
                  </a:lnTo>
                  <a:lnTo>
                    <a:pt x="1707465" y="1212002"/>
                  </a:lnTo>
                  <a:lnTo>
                    <a:pt x="1708475" y="1209681"/>
                  </a:lnTo>
                  <a:cubicBezTo>
                    <a:pt x="1708475" y="1209681"/>
                    <a:pt x="1709047" y="1208538"/>
                    <a:pt x="1709350" y="1207966"/>
                  </a:cubicBezTo>
                  <a:cubicBezTo>
                    <a:pt x="1709619" y="1207394"/>
                    <a:pt x="1710359" y="1206082"/>
                    <a:pt x="1710797" y="1205645"/>
                  </a:cubicBezTo>
                  <a:cubicBezTo>
                    <a:pt x="1711234" y="1205207"/>
                    <a:pt x="1712985" y="1205073"/>
                    <a:pt x="1713826" y="1205207"/>
                  </a:cubicBezTo>
                  <a:cubicBezTo>
                    <a:pt x="1714701" y="1205342"/>
                    <a:pt x="1714701" y="1205779"/>
                    <a:pt x="1714701" y="1205779"/>
                  </a:cubicBezTo>
                  <a:lnTo>
                    <a:pt x="1716720" y="1207226"/>
                  </a:lnTo>
                  <a:cubicBezTo>
                    <a:pt x="1716720" y="1207226"/>
                    <a:pt x="1719749" y="1208369"/>
                    <a:pt x="1720220" y="1208235"/>
                  </a:cubicBezTo>
                  <a:cubicBezTo>
                    <a:pt x="1720658" y="1208100"/>
                    <a:pt x="1722374" y="1206486"/>
                    <a:pt x="1722374" y="1206486"/>
                  </a:cubicBezTo>
                  <a:lnTo>
                    <a:pt x="1724393" y="1203727"/>
                  </a:lnTo>
                  <a:lnTo>
                    <a:pt x="1727153" y="1202718"/>
                  </a:lnTo>
                  <a:lnTo>
                    <a:pt x="1730788" y="1201978"/>
                  </a:lnTo>
                  <a:lnTo>
                    <a:pt x="1733985" y="1201339"/>
                  </a:lnTo>
                  <a:lnTo>
                    <a:pt x="1739403" y="1203088"/>
                  </a:lnTo>
                  <a:cubicBezTo>
                    <a:pt x="1739403" y="1203088"/>
                    <a:pt x="1742028" y="1206351"/>
                    <a:pt x="1742668" y="1206553"/>
                  </a:cubicBezTo>
                  <a:cubicBezTo>
                    <a:pt x="1743307" y="1206788"/>
                    <a:pt x="1742668" y="1208504"/>
                    <a:pt x="1742668" y="1208504"/>
                  </a:cubicBezTo>
                  <a:lnTo>
                    <a:pt x="1743980" y="1211969"/>
                  </a:lnTo>
                  <a:lnTo>
                    <a:pt x="1749837" y="1215232"/>
                  </a:lnTo>
                  <a:lnTo>
                    <a:pt x="1754346" y="1219639"/>
                  </a:lnTo>
                  <a:lnTo>
                    <a:pt x="1756803" y="1221522"/>
                  </a:lnTo>
                  <a:cubicBezTo>
                    <a:pt x="1756803" y="1221522"/>
                    <a:pt x="1757509" y="1223104"/>
                    <a:pt x="1757476" y="1223406"/>
                  </a:cubicBezTo>
                  <a:cubicBezTo>
                    <a:pt x="1757409" y="1223675"/>
                    <a:pt x="1758486" y="1225727"/>
                    <a:pt x="1758486" y="1225727"/>
                  </a:cubicBezTo>
                  <a:cubicBezTo>
                    <a:pt x="1758486" y="1225727"/>
                    <a:pt x="1759663" y="1227174"/>
                    <a:pt x="1759731" y="1227409"/>
                  </a:cubicBezTo>
                  <a:cubicBezTo>
                    <a:pt x="1759798" y="1227611"/>
                    <a:pt x="1760976" y="1228990"/>
                    <a:pt x="1760976" y="1228990"/>
                  </a:cubicBezTo>
                  <a:lnTo>
                    <a:pt x="1761481" y="1231379"/>
                  </a:lnTo>
                  <a:lnTo>
                    <a:pt x="1760034" y="1233532"/>
                  </a:lnTo>
                  <a:lnTo>
                    <a:pt x="1759764" y="1233902"/>
                  </a:lnTo>
                  <a:cubicBezTo>
                    <a:pt x="1759764" y="1233902"/>
                    <a:pt x="1757509" y="1236156"/>
                    <a:pt x="1757509" y="1236425"/>
                  </a:cubicBezTo>
                  <a:cubicBezTo>
                    <a:pt x="1757509" y="1236728"/>
                    <a:pt x="1758317" y="1239183"/>
                    <a:pt x="1758317" y="1239183"/>
                  </a:cubicBezTo>
                  <a:lnTo>
                    <a:pt x="1759731" y="1242278"/>
                  </a:lnTo>
                  <a:cubicBezTo>
                    <a:pt x="1759731" y="1242278"/>
                    <a:pt x="1763971" y="1244936"/>
                    <a:pt x="1764072" y="1245037"/>
                  </a:cubicBezTo>
                  <a:cubicBezTo>
                    <a:pt x="1764173" y="1245137"/>
                    <a:pt x="1764745" y="1246180"/>
                    <a:pt x="1764745" y="1246180"/>
                  </a:cubicBezTo>
                  <a:cubicBezTo>
                    <a:pt x="1764745" y="1246180"/>
                    <a:pt x="1764308" y="1247526"/>
                    <a:pt x="1764140" y="1248031"/>
                  </a:cubicBezTo>
                  <a:cubicBezTo>
                    <a:pt x="1763971" y="1248535"/>
                    <a:pt x="1764140" y="1250520"/>
                    <a:pt x="1764140" y="1250688"/>
                  </a:cubicBezTo>
                  <a:cubicBezTo>
                    <a:pt x="1764140" y="1250856"/>
                    <a:pt x="1764779" y="1251058"/>
                    <a:pt x="1764779" y="1251058"/>
                  </a:cubicBezTo>
                  <a:lnTo>
                    <a:pt x="1766899" y="1249645"/>
                  </a:lnTo>
                  <a:lnTo>
                    <a:pt x="1769793" y="1251764"/>
                  </a:lnTo>
                  <a:lnTo>
                    <a:pt x="1770500" y="1252942"/>
                  </a:lnTo>
                  <a:lnTo>
                    <a:pt x="1771173" y="1254624"/>
                  </a:lnTo>
                  <a:lnTo>
                    <a:pt x="1768380" y="1255835"/>
                  </a:lnTo>
                  <a:lnTo>
                    <a:pt x="1768380" y="1257853"/>
                  </a:lnTo>
                  <a:cubicBezTo>
                    <a:pt x="1768380" y="1257853"/>
                    <a:pt x="1769188" y="1258728"/>
                    <a:pt x="1769491" y="1259300"/>
                  </a:cubicBezTo>
                  <a:cubicBezTo>
                    <a:pt x="1769760" y="1259872"/>
                    <a:pt x="1770702" y="1260746"/>
                    <a:pt x="1770702" y="1260746"/>
                  </a:cubicBezTo>
                  <a:cubicBezTo>
                    <a:pt x="1770702" y="1260746"/>
                    <a:pt x="1772452" y="1260881"/>
                    <a:pt x="1772520" y="1260881"/>
                  </a:cubicBezTo>
                  <a:cubicBezTo>
                    <a:pt x="1772620" y="1260881"/>
                    <a:pt x="1774169" y="1259434"/>
                    <a:pt x="1774169" y="1259434"/>
                  </a:cubicBezTo>
                  <a:cubicBezTo>
                    <a:pt x="1774169" y="1259434"/>
                    <a:pt x="1775044" y="1258122"/>
                    <a:pt x="1775313" y="1257550"/>
                  </a:cubicBezTo>
                  <a:cubicBezTo>
                    <a:pt x="1775616" y="1256979"/>
                    <a:pt x="1776053" y="1255969"/>
                    <a:pt x="1776491" y="1255667"/>
                  </a:cubicBezTo>
                  <a:cubicBezTo>
                    <a:pt x="1776928" y="1255364"/>
                    <a:pt x="1778072" y="1254927"/>
                    <a:pt x="1778678" y="1254927"/>
                  </a:cubicBezTo>
                  <a:cubicBezTo>
                    <a:pt x="1779251" y="1254927"/>
                    <a:pt x="1781438" y="1256676"/>
                    <a:pt x="1781438" y="1256676"/>
                  </a:cubicBezTo>
                  <a:lnTo>
                    <a:pt x="1782448" y="1256676"/>
                  </a:lnTo>
                  <a:lnTo>
                    <a:pt x="1783154" y="1258997"/>
                  </a:lnTo>
                  <a:lnTo>
                    <a:pt x="1782582" y="1260746"/>
                  </a:lnTo>
                  <a:cubicBezTo>
                    <a:pt x="1782582" y="1260746"/>
                    <a:pt x="1780832" y="1262193"/>
                    <a:pt x="1781000" y="1263067"/>
                  </a:cubicBezTo>
                  <a:cubicBezTo>
                    <a:pt x="1781135" y="1263942"/>
                    <a:pt x="1783457" y="1264648"/>
                    <a:pt x="1783457" y="1264648"/>
                  </a:cubicBezTo>
                  <a:cubicBezTo>
                    <a:pt x="1783457" y="1264648"/>
                    <a:pt x="1786789" y="1265389"/>
                    <a:pt x="1787799" y="1265389"/>
                  </a:cubicBezTo>
                  <a:cubicBezTo>
                    <a:pt x="1788808" y="1265389"/>
                    <a:pt x="1787664" y="1267979"/>
                    <a:pt x="1787227" y="1267979"/>
                  </a:cubicBezTo>
                  <a:cubicBezTo>
                    <a:pt x="1786789" y="1267979"/>
                    <a:pt x="1784770" y="1269997"/>
                    <a:pt x="1783760" y="1270872"/>
                  </a:cubicBezTo>
                  <a:cubicBezTo>
                    <a:pt x="1782750" y="1271746"/>
                    <a:pt x="1783188" y="1272756"/>
                    <a:pt x="1783188" y="1272756"/>
                  </a:cubicBezTo>
                  <a:lnTo>
                    <a:pt x="1786520" y="1276086"/>
                  </a:lnTo>
                  <a:lnTo>
                    <a:pt x="1787395" y="1279551"/>
                  </a:lnTo>
                  <a:cubicBezTo>
                    <a:pt x="1787395" y="1279551"/>
                    <a:pt x="1789280" y="1282175"/>
                    <a:pt x="1789851" y="1283184"/>
                  </a:cubicBezTo>
                  <a:cubicBezTo>
                    <a:pt x="1790424" y="1284193"/>
                    <a:pt x="1790559" y="1288835"/>
                    <a:pt x="1790559" y="1288835"/>
                  </a:cubicBezTo>
                  <a:cubicBezTo>
                    <a:pt x="1790559" y="1288835"/>
                    <a:pt x="1789111" y="1291728"/>
                    <a:pt x="1787361" y="1292468"/>
                  </a:cubicBezTo>
                  <a:cubicBezTo>
                    <a:pt x="1785611" y="1293209"/>
                    <a:pt x="1784467" y="1291762"/>
                    <a:pt x="1784164" y="1291156"/>
                  </a:cubicBezTo>
                  <a:cubicBezTo>
                    <a:pt x="1783861" y="1290585"/>
                    <a:pt x="1780967" y="1288835"/>
                    <a:pt x="1780967" y="1288835"/>
                  </a:cubicBezTo>
                  <a:cubicBezTo>
                    <a:pt x="1780967" y="1288835"/>
                    <a:pt x="1779654" y="1288398"/>
                    <a:pt x="1777770" y="1287961"/>
                  </a:cubicBezTo>
                  <a:cubicBezTo>
                    <a:pt x="1775885" y="1287523"/>
                    <a:pt x="1776188" y="1287961"/>
                    <a:pt x="1776188" y="1287961"/>
                  </a:cubicBezTo>
                  <a:lnTo>
                    <a:pt x="1775616" y="1287961"/>
                  </a:lnTo>
                  <a:lnTo>
                    <a:pt x="1774741" y="1289037"/>
                  </a:lnTo>
                  <a:cubicBezTo>
                    <a:pt x="1774741" y="1289037"/>
                    <a:pt x="1773125" y="1292435"/>
                    <a:pt x="1772721" y="1293007"/>
                  </a:cubicBezTo>
                  <a:cubicBezTo>
                    <a:pt x="1772284" y="1293578"/>
                    <a:pt x="1772721" y="1295193"/>
                    <a:pt x="1772721" y="1295193"/>
                  </a:cubicBezTo>
                  <a:cubicBezTo>
                    <a:pt x="1772721" y="1295193"/>
                    <a:pt x="1773596" y="1297212"/>
                    <a:pt x="1773866" y="1298086"/>
                  </a:cubicBezTo>
                  <a:cubicBezTo>
                    <a:pt x="1774169" y="1298961"/>
                    <a:pt x="1775885" y="1301282"/>
                    <a:pt x="1776323" y="1301854"/>
                  </a:cubicBezTo>
                  <a:cubicBezTo>
                    <a:pt x="1776760" y="1302426"/>
                    <a:pt x="1777029" y="1303300"/>
                    <a:pt x="1777467" y="1303603"/>
                  </a:cubicBezTo>
                  <a:cubicBezTo>
                    <a:pt x="1777904" y="1303906"/>
                    <a:pt x="1780226" y="1304175"/>
                    <a:pt x="1780799" y="1304478"/>
                  </a:cubicBezTo>
                  <a:cubicBezTo>
                    <a:pt x="1781371" y="1304781"/>
                    <a:pt x="1783693" y="1307943"/>
                    <a:pt x="1783693" y="1307943"/>
                  </a:cubicBezTo>
                  <a:lnTo>
                    <a:pt x="1780058" y="1309961"/>
                  </a:lnTo>
                  <a:lnTo>
                    <a:pt x="1781236" y="1312989"/>
                  </a:lnTo>
                  <a:lnTo>
                    <a:pt x="1788337" y="1313998"/>
                  </a:lnTo>
                  <a:lnTo>
                    <a:pt x="1789212" y="1314872"/>
                  </a:lnTo>
                  <a:cubicBezTo>
                    <a:pt x="1789212" y="1314872"/>
                    <a:pt x="1789212" y="1319515"/>
                    <a:pt x="1789212" y="1320087"/>
                  </a:cubicBezTo>
                  <a:cubicBezTo>
                    <a:pt x="1789212" y="1320658"/>
                    <a:pt x="1788506" y="1321533"/>
                    <a:pt x="1787631" y="1322105"/>
                  </a:cubicBezTo>
                  <a:cubicBezTo>
                    <a:pt x="1786756" y="1322677"/>
                    <a:pt x="1787193" y="1323417"/>
                    <a:pt x="1787193" y="1323854"/>
                  </a:cubicBezTo>
                  <a:cubicBezTo>
                    <a:pt x="1787193" y="1324291"/>
                    <a:pt x="1788068" y="1325435"/>
                    <a:pt x="1788068" y="1325873"/>
                  </a:cubicBezTo>
                  <a:cubicBezTo>
                    <a:pt x="1788068" y="1326310"/>
                    <a:pt x="1789212" y="1328194"/>
                    <a:pt x="1789212" y="1328194"/>
                  </a:cubicBezTo>
                  <a:lnTo>
                    <a:pt x="1790794" y="1332264"/>
                  </a:lnTo>
                  <a:cubicBezTo>
                    <a:pt x="1790794" y="1332264"/>
                    <a:pt x="1791097" y="1335292"/>
                    <a:pt x="1791366" y="1335897"/>
                  </a:cubicBezTo>
                  <a:cubicBezTo>
                    <a:pt x="1791669" y="1336469"/>
                    <a:pt x="1792544" y="1336469"/>
                    <a:pt x="1793116" y="1336604"/>
                  </a:cubicBezTo>
                  <a:cubicBezTo>
                    <a:pt x="1793688" y="1336738"/>
                    <a:pt x="1798636" y="1339934"/>
                    <a:pt x="1798636" y="1339934"/>
                  </a:cubicBezTo>
                  <a:lnTo>
                    <a:pt x="1800958" y="1338790"/>
                  </a:lnTo>
                  <a:cubicBezTo>
                    <a:pt x="1800958" y="1338790"/>
                    <a:pt x="1802539" y="1338487"/>
                    <a:pt x="1803987" y="1338050"/>
                  </a:cubicBezTo>
                  <a:cubicBezTo>
                    <a:pt x="1805434" y="1337613"/>
                    <a:pt x="1806746" y="1336469"/>
                    <a:pt x="1806746" y="1336469"/>
                  </a:cubicBezTo>
                  <a:cubicBezTo>
                    <a:pt x="1806746" y="1336469"/>
                    <a:pt x="1808328" y="1333845"/>
                    <a:pt x="1808496" y="1333273"/>
                  </a:cubicBezTo>
                  <a:cubicBezTo>
                    <a:pt x="1808631" y="1332701"/>
                    <a:pt x="1810078" y="1330649"/>
                    <a:pt x="1810515" y="1330818"/>
                  </a:cubicBezTo>
                  <a:cubicBezTo>
                    <a:pt x="1810953" y="1330952"/>
                    <a:pt x="1814420" y="1333576"/>
                    <a:pt x="1814420" y="1333576"/>
                  </a:cubicBezTo>
                  <a:lnTo>
                    <a:pt x="1816607" y="1333441"/>
                  </a:lnTo>
                  <a:cubicBezTo>
                    <a:pt x="1816607" y="1333441"/>
                    <a:pt x="1818054" y="1335763"/>
                    <a:pt x="1818189" y="1336200"/>
                  </a:cubicBezTo>
                  <a:cubicBezTo>
                    <a:pt x="1818324" y="1336637"/>
                    <a:pt x="1821218" y="1335460"/>
                    <a:pt x="1821218" y="1335460"/>
                  </a:cubicBezTo>
                  <a:lnTo>
                    <a:pt x="1826569" y="1334585"/>
                  </a:lnTo>
                  <a:lnTo>
                    <a:pt x="1831348" y="1332264"/>
                  </a:lnTo>
                  <a:cubicBezTo>
                    <a:pt x="1831348" y="1332264"/>
                    <a:pt x="1833535" y="1333408"/>
                    <a:pt x="1834107" y="1333711"/>
                  </a:cubicBezTo>
                  <a:cubicBezTo>
                    <a:pt x="1834680" y="1334013"/>
                    <a:pt x="1835857" y="1335157"/>
                    <a:pt x="1836733" y="1335729"/>
                  </a:cubicBezTo>
                  <a:cubicBezTo>
                    <a:pt x="1837608" y="1336301"/>
                    <a:pt x="1840637" y="1338925"/>
                    <a:pt x="1841074" y="1338757"/>
                  </a:cubicBezTo>
                  <a:cubicBezTo>
                    <a:pt x="1841512" y="1338622"/>
                    <a:pt x="1843093" y="1337310"/>
                    <a:pt x="1843093" y="1337310"/>
                  </a:cubicBezTo>
                  <a:cubicBezTo>
                    <a:pt x="1843093" y="1337310"/>
                    <a:pt x="1844406" y="1334989"/>
                    <a:pt x="1845112" y="1334720"/>
                  </a:cubicBezTo>
                  <a:cubicBezTo>
                    <a:pt x="1845853" y="1334417"/>
                    <a:pt x="1848007" y="1334148"/>
                    <a:pt x="1848007" y="1334148"/>
                  </a:cubicBezTo>
                  <a:lnTo>
                    <a:pt x="1850194" y="1336166"/>
                  </a:lnTo>
                  <a:lnTo>
                    <a:pt x="1852516" y="1336906"/>
                  </a:lnTo>
                  <a:lnTo>
                    <a:pt x="1857733" y="1336166"/>
                  </a:lnTo>
                  <a:lnTo>
                    <a:pt x="1862377" y="1333980"/>
                  </a:lnTo>
                  <a:lnTo>
                    <a:pt x="1865272" y="1332365"/>
                  </a:lnTo>
                  <a:cubicBezTo>
                    <a:pt x="1865272" y="1332365"/>
                    <a:pt x="1867863" y="1332096"/>
                    <a:pt x="1868906" y="1332399"/>
                  </a:cubicBezTo>
                  <a:cubicBezTo>
                    <a:pt x="1869916" y="1332701"/>
                    <a:pt x="1875132" y="1332264"/>
                    <a:pt x="1875704" y="1332399"/>
                  </a:cubicBezTo>
                  <a:cubicBezTo>
                    <a:pt x="1875805" y="1332432"/>
                    <a:pt x="1876176" y="1332500"/>
                    <a:pt x="1876176" y="1332634"/>
                  </a:cubicBezTo>
                  <a:cubicBezTo>
                    <a:pt x="1876176" y="1332634"/>
                    <a:pt x="1876176" y="1332634"/>
                    <a:pt x="1876176" y="1332634"/>
                  </a:cubicBezTo>
                  <a:lnTo>
                    <a:pt x="1876176" y="1332264"/>
                  </a:lnTo>
                  <a:lnTo>
                    <a:pt x="1876176" y="1325301"/>
                  </a:lnTo>
                  <a:cubicBezTo>
                    <a:pt x="1876176" y="1325301"/>
                    <a:pt x="1877858" y="1322206"/>
                    <a:pt x="1877959" y="1322038"/>
                  </a:cubicBezTo>
                  <a:cubicBezTo>
                    <a:pt x="1878060" y="1321869"/>
                    <a:pt x="1880281" y="1317900"/>
                    <a:pt x="1880281" y="1317900"/>
                  </a:cubicBezTo>
                  <a:cubicBezTo>
                    <a:pt x="1880281" y="1317900"/>
                    <a:pt x="1881359" y="1314536"/>
                    <a:pt x="1881359" y="1314301"/>
                  </a:cubicBezTo>
                  <a:cubicBezTo>
                    <a:pt x="1881359" y="1314099"/>
                    <a:pt x="1881359" y="1309625"/>
                    <a:pt x="1881359" y="1309625"/>
                  </a:cubicBezTo>
                  <a:lnTo>
                    <a:pt x="1876478" y="1306261"/>
                  </a:lnTo>
                  <a:cubicBezTo>
                    <a:pt x="1876478" y="1306261"/>
                    <a:pt x="1875704" y="1302796"/>
                    <a:pt x="1876142" y="1302661"/>
                  </a:cubicBezTo>
                  <a:cubicBezTo>
                    <a:pt x="1876579" y="1302560"/>
                    <a:pt x="1877724" y="1300475"/>
                    <a:pt x="1877724" y="1300475"/>
                  </a:cubicBezTo>
                  <a:cubicBezTo>
                    <a:pt x="1877724" y="1300475"/>
                    <a:pt x="1878801" y="1298591"/>
                    <a:pt x="1878094" y="1297884"/>
                  </a:cubicBezTo>
                  <a:cubicBezTo>
                    <a:pt x="1877387" y="1297178"/>
                    <a:pt x="1873685" y="1294251"/>
                    <a:pt x="1873685" y="1294251"/>
                  </a:cubicBezTo>
                  <a:lnTo>
                    <a:pt x="1872171" y="1292334"/>
                  </a:lnTo>
                  <a:lnTo>
                    <a:pt x="1871666" y="1283756"/>
                  </a:lnTo>
                  <a:cubicBezTo>
                    <a:pt x="1871666" y="1283756"/>
                    <a:pt x="1871127" y="1279854"/>
                    <a:pt x="1871026" y="1279685"/>
                  </a:cubicBezTo>
                  <a:cubicBezTo>
                    <a:pt x="1870926" y="1279517"/>
                    <a:pt x="1869176" y="1277398"/>
                    <a:pt x="1869176" y="1277398"/>
                  </a:cubicBezTo>
                  <a:lnTo>
                    <a:pt x="1869176" y="1274841"/>
                  </a:lnTo>
                  <a:lnTo>
                    <a:pt x="1869983" y="1272251"/>
                  </a:lnTo>
                  <a:cubicBezTo>
                    <a:pt x="1869983" y="1272251"/>
                    <a:pt x="1870993" y="1270401"/>
                    <a:pt x="1870993" y="1270199"/>
                  </a:cubicBezTo>
                  <a:cubicBezTo>
                    <a:pt x="1870993" y="1269997"/>
                    <a:pt x="1870926" y="1265691"/>
                    <a:pt x="1870926" y="1265489"/>
                  </a:cubicBezTo>
                  <a:cubicBezTo>
                    <a:pt x="1870926" y="1265254"/>
                    <a:pt x="1870926" y="1262731"/>
                    <a:pt x="1870926" y="1262731"/>
                  </a:cubicBezTo>
                  <a:lnTo>
                    <a:pt x="1872810" y="1258762"/>
                  </a:lnTo>
                  <a:lnTo>
                    <a:pt x="1874392" y="1254153"/>
                  </a:lnTo>
                  <a:lnTo>
                    <a:pt x="1876883" y="1249477"/>
                  </a:lnTo>
                  <a:lnTo>
                    <a:pt x="1878060" y="1246651"/>
                  </a:lnTo>
                  <a:lnTo>
                    <a:pt x="1875772" y="1245440"/>
                  </a:lnTo>
                  <a:cubicBezTo>
                    <a:pt x="1875772" y="1245440"/>
                    <a:pt x="1873584" y="1244465"/>
                    <a:pt x="1873180" y="1244465"/>
                  </a:cubicBezTo>
                  <a:cubicBezTo>
                    <a:pt x="1872743" y="1244465"/>
                    <a:pt x="1871767" y="1244465"/>
                    <a:pt x="1871767" y="1244465"/>
                  </a:cubicBezTo>
                  <a:cubicBezTo>
                    <a:pt x="1871767" y="1244465"/>
                    <a:pt x="1869916" y="1243287"/>
                    <a:pt x="1869916" y="1242514"/>
                  </a:cubicBezTo>
                  <a:cubicBezTo>
                    <a:pt x="1869916" y="1241740"/>
                    <a:pt x="1870118" y="1240865"/>
                    <a:pt x="1870118" y="1240865"/>
                  </a:cubicBezTo>
                  <a:lnTo>
                    <a:pt x="1870252" y="1239654"/>
                  </a:lnTo>
                  <a:lnTo>
                    <a:pt x="1866550" y="1238679"/>
                  </a:lnTo>
                  <a:lnTo>
                    <a:pt x="1864800" y="1238040"/>
                  </a:lnTo>
                  <a:cubicBezTo>
                    <a:pt x="1864800" y="1238040"/>
                    <a:pt x="1863724" y="1237602"/>
                    <a:pt x="1862950" y="1236728"/>
                  </a:cubicBezTo>
                  <a:cubicBezTo>
                    <a:pt x="1862209" y="1235853"/>
                    <a:pt x="1861973" y="1234003"/>
                    <a:pt x="1861973" y="1234003"/>
                  </a:cubicBezTo>
                  <a:lnTo>
                    <a:pt x="1862613" y="1232153"/>
                  </a:lnTo>
                  <a:lnTo>
                    <a:pt x="1863151" y="1230201"/>
                  </a:lnTo>
                  <a:lnTo>
                    <a:pt x="1864800" y="1228789"/>
                  </a:lnTo>
                  <a:lnTo>
                    <a:pt x="1866012" y="1227376"/>
                  </a:lnTo>
                  <a:lnTo>
                    <a:pt x="1866853" y="1224685"/>
                  </a:lnTo>
                  <a:lnTo>
                    <a:pt x="1867998" y="1221825"/>
                  </a:lnTo>
                  <a:lnTo>
                    <a:pt x="1870017" y="1221825"/>
                  </a:lnTo>
                  <a:lnTo>
                    <a:pt x="1871767" y="1221825"/>
                  </a:lnTo>
                  <a:lnTo>
                    <a:pt x="1871666" y="1220244"/>
                  </a:lnTo>
                  <a:lnTo>
                    <a:pt x="1872507" y="1218999"/>
                  </a:lnTo>
                  <a:lnTo>
                    <a:pt x="1874459" y="1218360"/>
                  </a:lnTo>
                  <a:lnTo>
                    <a:pt x="1876983" y="1218360"/>
                  </a:lnTo>
                  <a:cubicBezTo>
                    <a:pt x="1876983" y="1218360"/>
                    <a:pt x="1878161" y="1217048"/>
                    <a:pt x="1878431" y="1216981"/>
                  </a:cubicBezTo>
                  <a:cubicBezTo>
                    <a:pt x="1878700" y="1216914"/>
                    <a:pt x="1879575" y="1215400"/>
                    <a:pt x="1879575" y="1215400"/>
                  </a:cubicBezTo>
                  <a:lnTo>
                    <a:pt x="1879575" y="1214021"/>
                  </a:lnTo>
                  <a:lnTo>
                    <a:pt x="1882099" y="1212272"/>
                  </a:lnTo>
                  <a:lnTo>
                    <a:pt x="1882536" y="1209883"/>
                  </a:lnTo>
                  <a:lnTo>
                    <a:pt x="1883714" y="1210186"/>
                  </a:lnTo>
                  <a:lnTo>
                    <a:pt x="1885801" y="1211060"/>
                  </a:lnTo>
                  <a:lnTo>
                    <a:pt x="1887046" y="1213247"/>
                  </a:lnTo>
                  <a:lnTo>
                    <a:pt x="1888931" y="1217587"/>
                  </a:lnTo>
                  <a:lnTo>
                    <a:pt x="1890883" y="1220177"/>
                  </a:lnTo>
                  <a:lnTo>
                    <a:pt x="1891690" y="1222061"/>
                  </a:lnTo>
                  <a:lnTo>
                    <a:pt x="1891421" y="1223070"/>
                  </a:lnTo>
                  <a:lnTo>
                    <a:pt x="1891118" y="1224584"/>
                  </a:lnTo>
                  <a:lnTo>
                    <a:pt x="1893306" y="1225727"/>
                  </a:lnTo>
                  <a:lnTo>
                    <a:pt x="1895863" y="1225593"/>
                  </a:lnTo>
                  <a:lnTo>
                    <a:pt x="1896974" y="1226972"/>
                  </a:lnTo>
                  <a:lnTo>
                    <a:pt x="1896974" y="1229663"/>
                  </a:lnTo>
                  <a:lnTo>
                    <a:pt x="1898051" y="1230740"/>
                  </a:lnTo>
                  <a:lnTo>
                    <a:pt x="1899195" y="1229360"/>
                  </a:lnTo>
                  <a:lnTo>
                    <a:pt x="1900272" y="1229226"/>
                  </a:lnTo>
                  <a:cubicBezTo>
                    <a:pt x="1900272" y="1229226"/>
                    <a:pt x="1900643" y="1229024"/>
                    <a:pt x="1900912" y="1229024"/>
                  </a:cubicBezTo>
                  <a:cubicBezTo>
                    <a:pt x="1901215" y="1229024"/>
                    <a:pt x="1903604" y="1228890"/>
                    <a:pt x="1903604" y="1228890"/>
                  </a:cubicBezTo>
                  <a:lnTo>
                    <a:pt x="1908013" y="1228318"/>
                  </a:lnTo>
                  <a:lnTo>
                    <a:pt x="1912489" y="1228755"/>
                  </a:lnTo>
                  <a:lnTo>
                    <a:pt x="1914441" y="1230201"/>
                  </a:lnTo>
                  <a:lnTo>
                    <a:pt x="1914172" y="1232657"/>
                  </a:lnTo>
                  <a:lnTo>
                    <a:pt x="1912724" y="1234541"/>
                  </a:lnTo>
                  <a:lnTo>
                    <a:pt x="1912085" y="1236492"/>
                  </a:lnTo>
                  <a:lnTo>
                    <a:pt x="1912455" y="1241202"/>
                  </a:lnTo>
                  <a:lnTo>
                    <a:pt x="1914475" y="1244027"/>
                  </a:lnTo>
                  <a:lnTo>
                    <a:pt x="1917537" y="1245474"/>
                  </a:lnTo>
                  <a:cubicBezTo>
                    <a:pt x="1917537" y="1245474"/>
                    <a:pt x="1917739" y="1246786"/>
                    <a:pt x="1917537" y="1246988"/>
                  </a:cubicBezTo>
                  <a:cubicBezTo>
                    <a:pt x="1917335" y="1247190"/>
                    <a:pt x="1920431" y="1250688"/>
                    <a:pt x="1920431" y="1250688"/>
                  </a:cubicBezTo>
                  <a:lnTo>
                    <a:pt x="1926388" y="1257550"/>
                  </a:lnTo>
                  <a:lnTo>
                    <a:pt x="1931234" y="1262832"/>
                  </a:lnTo>
                  <a:lnTo>
                    <a:pt x="1931571" y="1267104"/>
                  </a:lnTo>
                  <a:lnTo>
                    <a:pt x="1931739" y="1269930"/>
                  </a:lnTo>
                  <a:lnTo>
                    <a:pt x="1931739" y="1271376"/>
                  </a:lnTo>
                  <a:lnTo>
                    <a:pt x="1931739" y="1274841"/>
                  </a:lnTo>
                  <a:lnTo>
                    <a:pt x="1933489" y="1280123"/>
                  </a:lnTo>
                  <a:lnTo>
                    <a:pt x="1933489" y="1283520"/>
                  </a:lnTo>
                  <a:cubicBezTo>
                    <a:pt x="1933489" y="1283520"/>
                    <a:pt x="1935744" y="1285841"/>
                    <a:pt x="1935946" y="1285841"/>
                  </a:cubicBezTo>
                  <a:cubicBezTo>
                    <a:pt x="1936182" y="1285841"/>
                    <a:pt x="1940590" y="1286279"/>
                    <a:pt x="1940860" y="1286077"/>
                  </a:cubicBezTo>
                  <a:cubicBezTo>
                    <a:pt x="1941163" y="1285841"/>
                    <a:pt x="1943182" y="1283621"/>
                    <a:pt x="1943182" y="1283184"/>
                  </a:cubicBezTo>
                  <a:cubicBezTo>
                    <a:pt x="1943182" y="1282747"/>
                    <a:pt x="1943451" y="1280358"/>
                    <a:pt x="1943451" y="1280055"/>
                  </a:cubicBezTo>
                  <a:cubicBezTo>
                    <a:pt x="1943451" y="1279753"/>
                    <a:pt x="1940860" y="1276490"/>
                    <a:pt x="1940860" y="1276490"/>
                  </a:cubicBezTo>
                  <a:cubicBezTo>
                    <a:pt x="1940860" y="1276490"/>
                    <a:pt x="1941802" y="1275110"/>
                    <a:pt x="1942004" y="1274808"/>
                  </a:cubicBezTo>
                  <a:cubicBezTo>
                    <a:pt x="1942206" y="1274539"/>
                    <a:pt x="1942946" y="1273731"/>
                    <a:pt x="1943451" y="1273496"/>
                  </a:cubicBezTo>
                  <a:cubicBezTo>
                    <a:pt x="1943956" y="1273294"/>
                    <a:pt x="1945403" y="1271982"/>
                    <a:pt x="1945538" y="1271679"/>
                  </a:cubicBezTo>
                  <a:cubicBezTo>
                    <a:pt x="1945672" y="1271376"/>
                    <a:pt x="1945672" y="1270233"/>
                    <a:pt x="1945538" y="1269493"/>
                  </a:cubicBezTo>
                  <a:cubicBezTo>
                    <a:pt x="1945403" y="1268753"/>
                    <a:pt x="1944898" y="1267037"/>
                    <a:pt x="1944966" y="1266095"/>
                  </a:cubicBezTo>
                  <a:cubicBezTo>
                    <a:pt x="1945033" y="1265153"/>
                    <a:pt x="1945033" y="1263471"/>
                    <a:pt x="1945201" y="1262967"/>
                  </a:cubicBezTo>
                  <a:cubicBezTo>
                    <a:pt x="1945336" y="1262462"/>
                    <a:pt x="1945470" y="1261285"/>
                    <a:pt x="1945672" y="1261015"/>
                  </a:cubicBezTo>
                  <a:cubicBezTo>
                    <a:pt x="1945841" y="1260713"/>
                    <a:pt x="1946648" y="1259502"/>
                    <a:pt x="1947288" y="1258997"/>
                  </a:cubicBezTo>
                  <a:cubicBezTo>
                    <a:pt x="1947927" y="1258492"/>
                    <a:pt x="1949744" y="1256979"/>
                    <a:pt x="1949980" y="1256743"/>
                  </a:cubicBezTo>
                  <a:cubicBezTo>
                    <a:pt x="1950182" y="1256541"/>
                    <a:pt x="1951124" y="1254994"/>
                    <a:pt x="1951360" y="1254927"/>
                  </a:cubicBezTo>
                  <a:cubicBezTo>
                    <a:pt x="1951562" y="1254859"/>
                    <a:pt x="1953312" y="1253346"/>
                    <a:pt x="1953312" y="1253346"/>
                  </a:cubicBezTo>
                  <a:lnTo>
                    <a:pt x="1954625" y="1249511"/>
                  </a:lnTo>
                  <a:cubicBezTo>
                    <a:pt x="1954625" y="1249511"/>
                    <a:pt x="1957519" y="1247829"/>
                    <a:pt x="1957822" y="1247829"/>
                  </a:cubicBezTo>
                  <a:cubicBezTo>
                    <a:pt x="1958124" y="1247829"/>
                    <a:pt x="1961153" y="1249208"/>
                    <a:pt x="1961153" y="1249208"/>
                  </a:cubicBezTo>
                  <a:cubicBezTo>
                    <a:pt x="1961153" y="1249208"/>
                    <a:pt x="1962231" y="1249948"/>
                    <a:pt x="1963341" y="1249847"/>
                  </a:cubicBezTo>
                  <a:cubicBezTo>
                    <a:pt x="1964418" y="1249780"/>
                    <a:pt x="1965293" y="1249914"/>
                    <a:pt x="1965596" y="1249544"/>
                  </a:cubicBezTo>
                  <a:cubicBezTo>
                    <a:pt x="1965899" y="1249174"/>
                    <a:pt x="1967716" y="1247459"/>
                    <a:pt x="1967783" y="1247156"/>
                  </a:cubicBezTo>
                  <a:cubicBezTo>
                    <a:pt x="1967851" y="1246853"/>
                    <a:pt x="1968356" y="1244027"/>
                    <a:pt x="1968423" y="1242951"/>
                  </a:cubicBezTo>
                  <a:cubicBezTo>
                    <a:pt x="1968490" y="1241874"/>
                    <a:pt x="1968423" y="1238241"/>
                    <a:pt x="1968423" y="1238241"/>
                  </a:cubicBezTo>
                  <a:lnTo>
                    <a:pt x="1967783" y="1235113"/>
                  </a:lnTo>
                  <a:cubicBezTo>
                    <a:pt x="1967783" y="1235113"/>
                    <a:pt x="1968490" y="1233969"/>
                    <a:pt x="1968490" y="1233364"/>
                  </a:cubicBezTo>
                  <a:cubicBezTo>
                    <a:pt x="1968457" y="1232792"/>
                    <a:pt x="1969264" y="1231278"/>
                    <a:pt x="1969466" y="1231042"/>
                  </a:cubicBezTo>
                  <a:cubicBezTo>
                    <a:pt x="1969668" y="1230841"/>
                    <a:pt x="1970274" y="1230235"/>
                    <a:pt x="1970274" y="1230235"/>
                  </a:cubicBezTo>
                  <a:lnTo>
                    <a:pt x="1973168" y="1228789"/>
                  </a:lnTo>
                  <a:lnTo>
                    <a:pt x="1974851" y="1228856"/>
                  </a:lnTo>
                  <a:cubicBezTo>
                    <a:pt x="1974851" y="1228856"/>
                    <a:pt x="1976365" y="1229159"/>
                    <a:pt x="1976735" y="1228990"/>
                  </a:cubicBezTo>
                  <a:cubicBezTo>
                    <a:pt x="1977106" y="1228856"/>
                    <a:pt x="1978990" y="1228049"/>
                    <a:pt x="1979260" y="1228049"/>
                  </a:cubicBezTo>
                  <a:cubicBezTo>
                    <a:pt x="1979562" y="1228049"/>
                    <a:pt x="1980942" y="1227409"/>
                    <a:pt x="1981077" y="1226972"/>
                  </a:cubicBezTo>
                  <a:cubicBezTo>
                    <a:pt x="1981212" y="1226535"/>
                    <a:pt x="1981952" y="1226165"/>
                    <a:pt x="1982019" y="1225727"/>
                  </a:cubicBezTo>
                  <a:cubicBezTo>
                    <a:pt x="1982086" y="1225290"/>
                    <a:pt x="1982895" y="1223709"/>
                    <a:pt x="1982895" y="1223709"/>
                  </a:cubicBezTo>
                  <a:lnTo>
                    <a:pt x="1984207" y="1221960"/>
                  </a:lnTo>
                  <a:lnTo>
                    <a:pt x="1985789" y="1219269"/>
                  </a:lnTo>
                  <a:lnTo>
                    <a:pt x="1988245" y="1218899"/>
                  </a:lnTo>
                  <a:lnTo>
                    <a:pt x="1992587" y="1218158"/>
                  </a:lnTo>
                  <a:lnTo>
                    <a:pt x="1995717" y="1215905"/>
                  </a:lnTo>
                  <a:lnTo>
                    <a:pt x="1997366" y="1214357"/>
                  </a:lnTo>
                  <a:lnTo>
                    <a:pt x="1998678" y="1212944"/>
                  </a:lnTo>
                  <a:lnTo>
                    <a:pt x="2000496" y="1212944"/>
                  </a:lnTo>
                  <a:lnTo>
                    <a:pt x="2001875" y="1213684"/>
                  </a:lnTo>
                  <a:lnTo>
                    <a:pt x="2004198" y="1213247"/>
                  </a:lnTo>
                  <a:lnTo>
                    <a:pt x="2005712" y="1211296"/>
                  </a:lnTo>
                  <a:lnTo>
                    <a:pt x="2006486" y="1211229"/>
                  </a:lnTo>
                  <a:lnTo>
                    <a:pt x="2008741" y="1211969"/>
                  </a:lnTo>
                  <a:lnTo>
                    <a:pt x="2010929" y="1213853"/>
                  </a:lnTo>
                  <a:cubicBezTo>
                    <a:pt x="2010929" y="1213853"/>
                    <a:pt x="2012309" y="1213987"/>
                    <a:pt x="2012578" y="1213987"/>
                  </a:cubicBezTo>
                  <a:cubicBezTo>
                    <a:pt x="2012880" y="1213987"/>
                    <a:pt x="2016145" y="1213617"/>
                    <a:pt x="2016145" y="1213617"/>
                  </a:cubicBezTo>
                  <a:lnTo>
                    <a:pt x="2018097" y="1210926"/>
                  </a:lnTo>
                  <a:lnTo>
                    <a:pt x="2021496" y="1206956"/>
                  </a:lnTo>
                  <a:lnTo>
                    <a:pt x="2026342" y="1202180"/>
                  </a:lnTo>
                  <a:lnTo>
                    <a:pt x="2028967" y="1199421"/>
                  </a:lnTo>
                  <a:lnTo>
                    <a:pt x="2030549" y="1197033"/>
                  </a:lnTo>
                  <a:lnTo>
                    <a:pt x="2033309" y="1192323"/>
                  </a:lnTo>
                  <a:lnTo>
                    <a:pt x="2036338" y="1188993"/>
                  </a:lnTo>
                  <a:lnTo>
                    <a:pt x="2038155" y="1186167"/>
                  </a:lnTo>
                  <a:lnTo>
                    <a:pt x="2042127" y="1183712"/>
                  </a:lnTo>
                  <a:cubicBezTo>
                    <a:pt x="2042127" y="1183712"/>
                    <a:pt x="2047646" y="1183274"/>
                    <a:pt x="2047848" y="1183207"/>
                  </a:cubicBezTo>
                  <a:cubicBezTo>
                    <a:pt x="2048083" y="1183140"/>
                    <a:pt x="2050910" y="1183644"/>
                    <a:pt x="2050910" y="1183644"/>
                  </a:cubicBezTo>
                  <a:lnTo>
                    <a:pt x="2054175" y="1181256"/>
                  </a:lnTo>
                  <a:lnTo>
                    <a:pt x="2056430" y="1178363"/>
                  </a:lnTo>
                  <a:cubicBezTo>
                    <a:pt x="2056430" y="1178363"/>
                    <a:pt x="2057709" y="1177858"/>
                    <a:pt x="2057978" y="1177858"/>
                  </a:cubicBezTo>
                  <a:cubicBezTo>
                    <a:pt x="2058280" y="1177858"/>
                    <a:pt x="2060468" y="1180045"/>
                    <a:pt x="2060468" y="1180045"/>
                  </a:cubicBezTo>
                  <a:lnTo>
                    <a:pt x="2060468" y="1182601"/>
                  </a:lnTo>
                  <a:lnTo>
                    <a:pt x="2061040" y="1185124"/>
                  </a:lnTo>
                  <a:cubicBezTo>
                    <a:pt x="2061040" y="1185124"/>
                    <a:pt x="2062286" y="1186066"/>
                    <a:pt x="2063060" y="1186201"/>
                  </a:cubicBezTo>
                  <a:cubicBezTo>
                    <a:pt x="2063867" y="1186335"/>
                    <a:pt x="2066324" y="1186268"/>
                    <a:pt x="2066627" y="1186134"/>
                  </a:cubicBezTo>
                  <a:cubicBezTo>
                    <a:pt x="2066930" y="1185999"/>
                    <a:pt x="2069387" y="1182063"/>
                    <a:pt x="2069387" y="1182063"/>
                  </a:cubicBezTo>
                  <a:lnTo>
                    <a:pt x="2068949" y="1179540"/>
                  </a:lnTo>
                  <a:lnTo>
                    <a:pt x="2069824" y="1177118"/>
                  </a:lnTo>
                  <a:lnTo>
                    <a:pt x="2071776" y="1176513"/>
                  </a:lnTo>
                  <a:lnTo>
                    <a:pt x="2075243" y="1176513"/>
                  </a:lnTo>
                  <a:cubicBezTo>
                    <a:pt x="2075243" y="1176513"/>
                    <a:pt x="2076488" y="1176883"/>
                    <a:pt x="2076824" y="1176513"/>
                  </a:cubicBezTo>
                  <a:cubicBezTo>
                    <a:pt x="2077194" y="1176143"/>
                    <a:pt x="2079147" y="1174763"/>
                    <a:pt x="2079348" y="1174124"/>
                  </a:cubicBezTo>
                  <a:cubicBezTo>
                    <a:pt x="2079550" y="1173485"/>
                    <a:pt x="2081300" y="1171029"/>
                    <a:pt x="2081300" y="1170727"/>
                  </a:cubicBezTo>
                  <a:cubicBezTo>
                    <a:pt x="2081300" y="1170424"/>
                    <a:pt x="2081300" y="1168708"/>
                    <a:pt x="2081300" y="1168708"/>
                  </a:cubicBezTo>
                  <a:lnTo>
                    <a:pt x="2081805" y="1162485"/>
                  </a:lnTo>
                  <a:cubicBezTo>
                    <a:pt x="2081805" y="1162485"/>
                    <a:pt x="2083252" y="1159962"/>
                    <a:pt x="2083421" y="1159659"/>
                  </a:cubicBezTo>
                  <a:cubicBezTo>
                    <a:pt x="2083555" y="1159356"/>
                    <a:pt x="2084935" y="1157136"/>
                    <a:pt x="2084935" y="1157136"/>
                  </a:cubicBezTo>
                  <a:lnTo>
                    <a:pt x="2086618" y="1154512"/>
                  </a:lnTo>
                  <a:lnTo>
                    <a:pt x="2088368" y="1153638"/>
                  </a:lnTo>
                  <a:lnTo>
                    <a:pt x="2093382" y="1153335"/>
                  </a:lnTo>
                  <a:cubicBezTo>
                    <a:pt x="2093382" y="1153335"/>
                    <a:pt x="2095772" y="1153638"/>
                    <a:pt x="2096074" y="1153335"/>
                  </a:cubicBezTo>
                  <a:cubicBezTo>
                    <a:pt x="2096378" y="1153032"/>
                    <a:pt x="2100281" y="1153638"/>
                    <a:pt x="2100281" y="1153638"/>
                  </a:cubicBezTo>
                  <a:lnTo>
                    <a:pt x="2104859" y="1153705"/>
                  </a:lnTo>
                  <a:lnTo>
                    <a:pt x="2109503" y="1154142"/>
                  </a:lnTo>
                  <a:lnTo>
                    <a:pt x="2113643" y="1155084"/>
                  </a:lnTo>
                  <a:cubicBezTo>
                    <a:pt x="2113643" y="1155084"/>
                    <a:pt x="2116469" y="1156093"/>
                    <a:pt x="2117782" y="1155959"/>
                  </a:cubicBezTo>
                  <a:cubicBezTo>
                    <a:pt x="2119095" y="1155824"/>
                    <a:pt x="2121417" y="1154512"/>
                    <a:pt x="2121417" y="1154210"/>
                  </a:cubicBezTo>
                  <a:cubicBezTo>
                    <a:pt x="2121417" y="1153907"/>
                    <a:pt x="2123369" y="1149870"/>
                    <a:pt x="2123369" y="1149870"/>
                  </a:cubicBezTo>
                  <a:lnTo>
                    <a:pt x="2126633" y="1147616"/>
                  </a:lnTo>
                  <a:lnTo>
                    <a:pt x="2126633" y="1144353"/>
                  </a:lnTo>
                  <a:lnTo>
                    <a:pt x="2126633" y="1140888"/>
                  </a:lnTo>
                  <a:lnTo>
                    <a:pt x="2124681" y="1141965"/>
                  </a:lnTo>
                  <a:cubicBezTo>
                    <a:pt x="2124681" y="1141965"/>
                    <a:pt x="2122931" y="1142032"/>
                    <a:pt x="2122359" y="1142032"/>
                  </a:cubicBezTo>
                  <a:cubicBezTo>
                    <a:pt x="2121787" y="1142032"/>
                    <a:pt x="2120037" y="1141897"/>
                    <a:pt x="2119801" y="1141796"/>
                  </a:cubicBezTo>
                  <a:cubicBezTo>
                    <a:pt x="2119599" y="1141729"/>
                    <a:pt x="2117446" y="1141359"/>
                    <a:pt x="2117446" y="1140855"/>
                  </a:cubicBezTo>
                  <a:cubicBezTo>
                    <a:pt x="2117446" y="1140350"/>
                    <a:pt x="2116167" y="1139341"/>
                    <a:pt x="2116167" y="1139038"/>
                  </a:cubicBezTo>
                  <a:cubicBezTo>
                    <a:pt x="2116167" y="1138735"/>
                    <a:pt x="2116167" y="1137390"/>
                    <a:pt x="2116167" y="1137390"/>
                  </a:cubicBezTo>
                  <a:cubicBezTo>
                    <a:pt x="2116167" y="1137390"/>
                    <a:pt x="2117614" y="1136313"/>
                    <a:pt x="2117816" y="1136246"/>
                  </a:cubicBezTo>
                  <a:cubicBezTo>
                    <a:pt x="2118051" y="1136179"/>
                    <a:pt x="2119330" y="1135035"/>
                    <a:pt x="2119330" y="1135035"/>
                  </a:cubicBezTo>
                  <a:cubicBezTo>
                    <a:pt x="2119330" y="1135035"/>
                    <a:pt x="2120508" y="1134766"/>
                    <a:pt x="2120710" y="1134766"/>
                  </a:cubicBezTo>
                  <a:cubicBezTo>
                    <a:pt x="2120912" y="1134766"/>
                    <a:pt x="2123974" y="1134766"/>
                    <a:pt x="2123974" y="1134766"/>
                  </a:cubicBezTo>
                  <a:cubicBezTo>
                    <a:pt x="2123974" y="1134766"/>
                    <a:pt x="2124344" y="1134699"/>
                    <a:pt x="2124479" y="1134766"/>
                  </a:cubicBezTo>
                  <a:cubicBezTo>
                    <a:pt x="2124614" y="1134833"/>
                    <a:pt x="2125792" y="1135338"/>
                    <a:pt x="2125792" y="1135338"/>
                  </a:cubicBezTo>
                  <a:lnTo>
                    <a:pt x="2129696" y="1137020"/>
                  </a:lnTo>
                  <a:cubicBezTo>
                    <a:pt x="2129696" y="1137020"/>
                    <a:pt x="2131008" y="1137222"/>
                    <a:pt x="2131580" y="1136952"/>
                  </a:cubicBezTo>
                  <a:cubicBezTo>
                    <a:pt x="2132153" y="1136650"/>
                    <a:pt x="2134037" y="1136212"/>
                    <a:pt x="2134340" y="1136078"/>
                  </a:cubicBezTo>
                  <a:cubicBezTo>
                    <a:pt x="2134643" y="1135943"/>
                    <a:pt x="2135282" y="1135775"/>
                    <a:pt x="2135518" y="1135775"/>
                  </a:cubicBezTo>
                  <a:cubicBezTo>
                    <a:pt x="2135720" y="1135775"/>
                    <a:pt x="2138110" y="1137154"/>
                    <a:pt x="2138110" y="1137154"/>
                  </a:cubicBezTo>
                  <a:lnTo>
                    <a:pt x="2139859" y="1138029"/>
                  </a:lnTo>
                  <a:lnTo>
                    <a:pt x="2143057" y="1139206"/>
                  </a:lnTo>
                  <a:lnTo>
                    <a:pt x="2143696" y="1139711"/>
                  </a:lnTo>
                  <a:lnTo>
                    <a:pt x="2147667" y="1138634"/>
                  </a:lnTo>
                  <a:lnTo>
                    <a:pt x="2150427" y="1138197"/>
                  </a:lnTo>
                  <a:lnTo>
                    <a:pt x="2153254" y="1138264"/>
                  </a:lnTo>
                  <a:lnTo>
                    <a:pt x="2154634" y="1139442"/>
                  </a:lnTo>
                  <a:lnTo>
                    <a:pt x="2157326" y="1142402"/>
                  </a:lnTo>
                  <a:cubicBezTo>
                    <a:pt x="2157326" y="1142402"/>
                    <a:pt x="2156956" y="1143108"/>
                    <a:pt x="2156821" y="1143546"/>
                  </a:cubicBezTo>
                  <a:cubicBezTo>
                    <a:pt x="2156686" y="1143983"/>
                    <a:pt x="2155711" y="1145060"/>
                    <a:pt x="2156316" y="1145362"/>
                  </a:cubicBezTo>
                  <a:cubicBezTo>
                    <a:pt x="2156889" y="1145665"/>
                    <a:pt x="2158941" y="1146506"/>
                    <a:pt x="2159211" y="1146506"/>
                  </a:cubicBezTo>
                  <a:cubicBezTo>
                    <a:pt x="2159514" y="1146506"/>
                    <a:pt x="2159850" y="1146439"/>
                    <a:pt x="2161095" y="1146372"/>
                  </a:cubicBezTo>
                  <a:cubicBezTo>
                    <a:pt x="2162341" y="1146304"/>
                    <a:pt x="2163115" y="1145867"/>
                    <a:pt x="2163115" y="1145564"/>
                  </a:cubicBezTo>
                  <a:cubicBezTo>
                    <a:pt x="2163115" y="1145261"/>
                    <a:pt x="2163317" y="1142806"/>
                    <a:pt x="2163115" y="1142604"/>
                  </a:cubicBezTo>
                  <a:cubicBezTo>
                    <a:pt x="2162913" y="1142402"/>
                    <a:pt x="2162408" y="1140922"/>
                    <a:pt x="2162408" y="1140922"/>
                  </a:cubicBezTo>
                  <a:cubicBezTo>
                    <a:pt x="2162408" y="1140922"/>
                    <a:pt x="2162744" y="1139610"/>
                    <a:pt x="2163216" y="1139475"/>
                  </a:cubicBezTo>
                  <a:cubicBezTo>
                    <a:pt x="2163721" y="1139341"/>
                    <a:pt x="2164629" y="1138466"/>
                    <a:pt x="2164865" y="1138466"/>
                  </a:cubicBezTo>
                  <a:cubicBezTo>
                    <a:pt x="2165066" y="1138466"/>
                    <a:pt x="2166312" y="1137760"/>
                    <a:pt x="2166514" y="1137659"/>
                  </a:cubicBezTo>
                  <a:cubicBezTo>
                    <a:pt x="2166716" y="1137592"/>
                    <a:pt x="2169543" y="1137659"/>
                    <a:pt x="2170283" y="1137592"/>
                  </a:cubicBezTo>
                  <a:cubicBezTo>
                    <a:pt x="2170990" y="1137524"/>
                    <a:pt x="2172101" y="1137995"/>
                    <a:pt x="2173110" y="1137995"/>
                  </a:cubicBezTo>
                  <a:cubicBezTo>
                    <a:pt x="2174120" y="1137995"/>
                    <a:pt x="2174860" y="1138264"/>
                    <a:pt x="2175432" y="1138264"/>
                  </a:cubicBezTo>
                  <a:cubicBezTo>
                    <a:pt x="2176004" y="1138264"/>
                    <a:pt x="2177889" y="1138264"/>
                    <a:pt x="2177889" y="1138264"/>
                  </a:cubicBezTo>
                  <a:lnTo>
                    <a:pt x="2179707" y="1137894"/>
                  </a:lnTo>
                  <a:lnTo>
                    <a:pt x="2181658" y="1137087"/>
                  </a:lnTo>
                  <a:cubicBezTo>
                    <a:pt x="2181658" y="1137087"/>
                    <a:pt x="2182399" y="1134564"/>
                    <a:pt x="2182601" y="1134328"/>
                  </a:cubicBezTo>
                  <a:cubicBezTo>
                    <a:pt x="2182802" y="1134127"/>
                    <a:pt x="2183913" y="1132747"/>
                    <a:pt x="2183913" y="1132747"/>
                  </a:cubicBezTo>
                  <a:lnTo>
                    <a:pt x="2186303" y="1132445"/>
                  </a:lnTo>
                  <a:cubicBezTo>
                    <a:pt x="2186303" y="1132445"/>
                    <a:pt x="2189197" y="1132815"/>
                    <a:pt x="2189567" y="1132445"/>
                  </a:cubicBezTo>
                  <a:cubicBezTo>
                    <a:pt x="2189937" y="1132075"/>
                    <a:pt x="2190442" y="1128913"/>
                    <a:pt x="2190442" y="1128913"/>
                  </a:cubicBezTo>
                  <a:lnTo>
                    <a:pt x="2189433" y="1127769"/>
                  </a:lnTo>
                  <a:lnTo>
                    <a:pt x="2186976" y="1125246"/>
                  </a:lnTo>
                  <a:lnTo>
                    <a:pt x="2186404" y="1123867"/>
                  </a:lnTo>
                  <a:cubicBezTo>
                    <a:pt x="2186404" y="1123867"/>
                    <a:pt x="2185159" y="1122353"/>
                    <a:pt x="2184956" y="1121983"/>
                  </a:cubicBezTo>
                  <a:cubicBezTo>
                    <a:pt x="2184721" y="1121613"/>
                    <a:pt x="2184149" y="1120906"/>
                    <a:pt x="2184081" y="1120469"/>
                  </a:cubicBezTo>
                  <a:cubicBezTo>
                    <a:pt x="2184014" y="1120032"/>
                    <a:pt x="2183644" y="1118888"/>
                    <a:pt x="2184586" y="1118148"/>
                  </a:cubicBezTo>
                  <a:cubicBezTo>
                    <a:pt x="2185529" y="1117441"/>
                    <a:pt x="2186437" y="1114750"/>
                    <a:pt x="2186875" y="1114178"/>
                  </a:cubicBezTo>
                  <a:cubicBezTo>
                    <a:pt x="2187312" y="1113606"/>
                    <a:pt x="2189231" y="1111487"/>
                    <a:pt x="2189231" y="1111218"/>
                  </a:cubicBezTo>
                  <a:cubicBezTo>
                    <a:pt x="2189231" y="1110915"/>
                    <a:pt x="2189231" y="1109637"/>
                    <a:pt x="2189231" y="1109637"/>
                  </a:cubicBezTo>
                  <a:lnTo>
                    <a:pt x="2194952" y="1107013"/>
                  </a:lnTo>
                  <a:lnTo>
                    <a:pt x="2199361" y="1105197"/>
                  </a:lnTo>
                  <a:lnTo>
                    <a:pt x="2205452" y="1103817"/>
                  </a:lnTo>
                  <a:cubicBezTo>
                    <a:pt x="2205452" y="1103817"/>
                    <a:pt x="2206967" y="1103952"/>
                    <a:pt x="2207202" y="1103817"/>
                  </a:cubicBezTo>
                  <a:cubicBezTo>
                    <a:pt x="2207438" y="1103683"/>
                    <a:pt x="2211544" y="1104255"/>
                    <a:pt x="2211779" y="1104322"/>
                  </a:cubicBezTo>
                  <a:cubicBezTo>
                    <a:pt x="2211981" y="1104389"/>
                    <a:pt x="2213092" y="1106340"/>
                    <a:pt x="2213092" y="1106340"/>
                  </a:cubicBezTo>
                  <a:cubicBezTo>
                    <a:pt x="2213092" y="1106340"/>
                    <a:pt x="2215717" y="1105533"/>
                    <a:pt x="2216222" y="1105398"/>
                  </a:cubicBezTo>
                  <a:cubicBezTo>
                    <a:pt x="2216727" y="1105264"/>
                    <a:pt x="2217972" y="1103817"/>
                    <a:pt x="2218173" y="1103784"/>
                  </a:cubicBezTo>
                  <a:cubicBezTo>
                    <a:pt x="2218376" y="1103750"/>
                    <a:pt x="2219486" y="1102001"/>
                    <a:pt x="2219486" y="1102001"/>
                  </a:cubicBezTo>
                  <a:cubicBezTo>
                    <a:pt x="2219486" y="1102001"/>
                    <a:pt x="2220967" y="1099310"/>
                    <a:pt x="2220900" y="1098671"/>
                  </a:cubicBezTo>
                  <a:cubicBezTo>
                    <a:pt x="2220832" y="1098031"/>
                    <a:pt x="2220563" y="1094533"/>
                    <a:pt x="2220563" y="1094264"/>
                  </a:cubicBezTo>
                  <a:cubicBezTo>
                    <a:pt x="2220563" y="1093961"/>
                    <a:pt x="2220563" y="1090496"/>
                    <a:pt x="2220563" y="1090496"/>
                  </a:cubicBezTo>
                  <a:lnTo>
                    <a:pt x="2220563" y="1087906"/>
                  </a:lnTo>
                  <a:lnTo>
                    <a:pt x="2220563" y="1085282"/>
                  </a:lnTo>
                  <a:lnTo>
                    <a:pt x="2220361" y="1080135"/>
                  </a:lnTo>
                  <a:lnTo>
                    <a:pt x="2220496" y="1077242"/>
                  </a:lnTo>
                  <a:lnTo>
                    <a:pt x="2225140" y="1075493"/>
                  </a:lnTo>
                  <a:lnTo>
                    <a:pt x="2226789" y="1071725"/>
                  </a:lnTo>
                  <a:lnTo>
                    <a:pt x="2223693" y="1069774"/>
                  </a:lnTo>
                  <a:lnTo>
                    <a:pt x="2222549" y="1067285"/>
                  </a:lnTo>
                  <a:close/>
                </a:path>
              </a:pathLst>
            </a:custGeom>
            <a:solidFill>
              <a:srgbClr val="BB3023"/>
            </a:solidFill>
            <a:ln w="6350" cap="flat">
              <a:solidFill>
                <a:schemeClr val="bg1"/>
              </a:solidFill>
              <a:prstDash val="solid"/>
              <a:miter/>
            </a:ln>
          </p:spPr>
          <p:txBody>
            <a:bodyPr rtlCol="0" anchor="ctr"/>
            <a:lstStyle/>
            <a:p>
              <a:endParaRPr lang="en-US"/>
            </a:p>
          </p:txBody>
        </p:sp>
        <p:sp>
          <p:nvSpPr>
            <p:cNvPr id="194" name="Freeform 911">
              <a:extLst>
                <a:ext uri="{FF2B5EF4-FFF2-40B4-BE49-F238E27FC236}">
                  <a16:creationId xmlns:a16="http://schemas.microsoft.com/office/drawing/2014/main" id="{FF778625-56BF-35D8-F2BB-7CC1FEB11444}"/>
                </a:ext>
              </a:extLst>
            </p:cNvPr>
            <p:cNvSpPr/>
            <p:nvPr/>
          </p:nvSpPr>
          <p:spPr>
            <a:xfrm>
              <a:off x="6199900" y="2603441"/>
              <a:ext cx="992582" cy="636055"/>
            </a:xfrm>
            <a:custGeom>
              <a:avLst/>
              <a:gdLst>
                <a:gd name="connsiteX0" fmla="*/ 1899094 w 1905657"/>
                <a:gd name="connsiteY0" fmla="*/ 1031662 h 1221162"/>
                <a:gd name="connsiteX1" fmla="*/ 1900710 w 1905657"/>
                <a:gd name="connsiteY1" fmla="*/ 1031898 h 1221162"/>
                <a:gd name="connsiteX2" fmla="*/ 1901686 w 1905657"/>
                <a:gd name="connsiteY2" fmla="*/ 1028635 h 1221162"/>
                <a:gd name="connsiteX3" fmla="*/ 1900171 w 1905657"/>
                <a:gd name="connsiteY3" fmla="*/ 1023858 h 1221162"/>
                <a:gd name="connsiteX4" fmla="*/ 1901046 w 1905657"/>
                <a:gd name="connsiteY4" fmla="*/ 1019518 h 1221162"/>
                <a:gd name="connsiteX5" fmla="*/ 1900171 w 1905657"/>
                <a:gd name="connsiteY5" fmla="*/ 1013665 h 1221162"/>
                <a:gd name="connsiteX6" fmla="*/ 1899970 w 1905657"/>
                <a:gd name="connsiteY6" fmla="*/ 1006062 h 1221162"/>
                <a:gd name="connsiteX7" fmla="*/ 1899330 w 1905657"/>
                <a:gd name="connsiteY7" fmla="*/ 1003237 h 1221162"/>
                <a:gd name="connsiteX8" fmla="*/ 1899566 w 1905657"/>
                <a:gd name="connsiteY8" fmla="*/ 998023 h 1221162"/>
                <a:gd name="connsiteX9" fmla="*/ 1899330 w 1905657"/>
                <a:gd name="connsiteY9" fmla="*/ 993246 h 1221162"/>
                <a:gd name="connsiteX10" fmla="*/ 1898253 w 1905657"/>
                <a:gd name="connsiteY10" fmla="*/ 990218 h 1221162"/>
                <a:gd name="connsiteX11" fmla="*/ 1895864 w 1905657"/>
                <a:gd name="connsiteY11" fmla="*/ 990218 h 1221162"/>
                <a:gd name="connsiteX12" fmla="*/ 1893474 w 1905657"/>
                <a:gd name="connsiteY12" fmla="*/ 987292 h 1221162"/>
                <a:gd name="connsiteX13" fmla="*/ 1893037 w 1905657"/>
                <a:gd name="connsiteY13" fmla="*/ 985004 h 1221162"/>
                <a:gd name="connsiteX14" fmla="*/ 1892162 w 1905657"/>
                <a:gd name="connsiteY14" fmla="*/ 978915 h 1221162"/>
                <a:gd name="connsiteX15" fmla="*/ 1892162 w 1905657"/>
                <a:gd name="connsiteY15" fmla="*/ 975450 h 1221162"/>
                <a:gd name="connsiteX16" fmla="*/ 1894215 w 1905657"/>
                <a:gd name="connsiteY16" fmla="*/ 973062 h 1221162"/>
                <a:gd name="connsiteX17" fmla="*/ 1895190 w 1905657"/>
                <a:gd name="connsiteY17" fmla="*/ 972423 h 1221162"/>
                <a:gd name="connsiteX18" fmla="*/ 1897378 w 1905657"/>
                <a:gd name="connsiteY18" fmla="*/ 969799 h 1221162"/>
                <a:gd name="connsiteX19" fmla="*/ 1899128 w 1905657"/>
                <a:gd name="connsiteY19" fmla="*/ 965257 h 1221162"/>
                <a:gd name="connsiteX20" fmla="*/ 1901955 w 1905657"/>
                <a:gd name="connsiteY20" fmla="*/ 960683 h 1221162"/>
                <a:gd name="connsiteX21" fmla="*/ 1905657 w 1905657"/>
                <a:gd name="connsiteY21" fmla="*/ 954796 h 1221162"/>
                <a:gd name="connsiteX22" fmla="*/ 1905455 w 1905657"/>
                <a:gd name="connsiteY22" fmla="*/ 942416 h 1221162"/>
                <a:gd name="connsiteX23" fmla="*/ 1904580 w 1905657"/>
                <a:gd name="connsiteY23" fmla="*/ 934141 h 1221162"/>
                <a:gd name="connsiteX24" fmla="*/ 1903705 w 1905657"/>
                <a:gd name="connsiteY24" fmla="*/ 929129 h 1221162"/>
                <a:gd name="connsiteX25" fmla="*/ 1901080 w 1905657"/>
                <a:gd name="connsiteY25" fmla="*/ 921190 h 1221162"/>
                <a:gd name="connsiteX26" fmla="*/ 1900003 w 1905657"/>
                <a:gd name="connsiteY26" fmla="*/ 916850 h 1221162"/>
                <a:gd name="connsiteX27" fmla="*/ 1899128 w 1905657"/>
                <a:gd name="connsiteY27" fmla="*/ 911098 h 1221162"/>
                <a:gd name="connsiteX28" fmla="*/ 1899128 w 1905657"/>
                <a:gd name="connsiteY28" fmla="*/ 908171 h 1221162"/>
                <a:gd name="connsiteX29" fmla="*/ 1900205 w 1905657"/>
                <a:gd name="connsiteY29" fmla="*/ 905009 h 1221162"/>
                <a:gd name="connsiteX30" fmla="*/ 1901719 w 1905657"/>
                <a:gd name="connsiteY30" fmla="*/ 903159 h 1221162"/>
                <a:gd name="connsiteX31" fmla="*/ 1902696 w 1905657"/>
                <a:gd name="connsiteY31" fmla="*/ 900434 h 1221162"/>
                <a:gd name="connsiteX32" fmla="*/ 1902696 w 1905657"/>
                <a:gd name="connsiteY32" fmla="*/ 896532 h 1221162"/>
                <a:gd name="connsiteX33" fmla="*/ 1903133 w 1905657"/>
                <a:gd name="connsiteY33" fmla="*/ 891856 h 1221162"/>
                <a:gd name="connsiteX34" fmla="*/ 1903470 w 1905657"/>
                <a:gd name="connsiteY34" fmla="*/ 889568 h 1221162"/>
                <a:gd name="connsiteX35" fmla="*/ 1900104 w 1905657"/>
                <a:gd name="connsiteY35" fmla="*/ 885330 h 1221162"/>
                <a:gd name="connsiteX36" fmla="*/ 1900542 w 1905657"/>
                <a:gd name="connsiteY36" fmla="*/ 880889 h 1221162"/>
                <a:gd name="connsiteX37" fmla="*/ 1901417 w 1905657"/>
                <a:gd name="connsiteY37" fmla="*/ 877727 h 1221162"/>
                <a:gd name="connsiteX38" fmla="*/ 1901517 w 1905657"/>
                <a:gd name="connsiteY38" fmla="*/ 874262 h 1221162"/>
                <a:gd name="connsiteX39" fmla="*/ 1901316 w 1905657"/>
                <a:gd name="connsiteY39" fmla="*/ 870898 h 1221162"/>
                <a:gd name="connsiteX40" fmla="*/ 1898825 w 1905657"/>
                <a:gd name="connsiteY40" fmla="*/ 868611 h 1221162"/>
                <a:gd name="connsiteX41" fmla="*/ 1897210 w 1905657"/>
                <a:gd name="connsiteY41" fmla="*/ 866021 h 1221162"/>
                <a:gd name="connsiteX42" fmla="*/ 1897849 w 1905657"/>
                <a:gd name="connsiteY42" fmla="*/ 863969 h 1221162"/>
                <a:gd name="connsiteX43" fmla="*/ 1899364 w 1905657"/>
                <a:gd name="connsiteY43" fmla="*/ 862993 h 1221162"/>
                <a:gd name="connsiteX44" fmla="*/ 1900340 w 1905657"/>
                <a:gd name="connsiteY44" fmla="*/ 862455 h 1221162"/>
                <a:gd name="connsiteX45" fmla="*/ 1902527 w 1905657"/>
                <a:gd name="connsiteY45" fmla="*/ 861479 h 1221162"/>
                <a:gd name="connsiteX46" fmla="*/ 1903503 w 1905657"/>
                <a:gd name="connsiteY46" fmla="*/ 859730 h 1221162"/>
                <a:gd name="connsiteX47" fmla="*/ 1904816 w 1905657"/>
                <a:gd name="connsiteY47" fmla="*/ 857241 h 1221162"/>
                <a:gd name="connsiteX48" fmla="*/ 1905253 w 1905657"/>
                <a:gd name="connsiteY48" fmla="*/ 855290 h 1221162"/>
                <a:gd name="connsiteX49" fmla="*/ 1904917 w 1905657"/>
                <a:gd name="connsiteY49" fmla="*/ 851387 h 1221162"/>
                <a:gd name="connsiteX50" fmla="*/ 1901753 w 1905657"/>
                <a:gd name="connsiteY50" fmla="*/ 848461 h 1221162"/>
                <a:gd name="connsiteX51" fmla="*/ 1899902 w 1905657"/>
                <a:gd name="connsiteY51" fmla="*/ 846711 h 1221162"/>
                <a:gd name="connsiteX52" fmla="*/ 1898926 w 1905657"/>
                <a:gd name="connsiteY52" fmla="*/ 844525 h 1221162"/>
                <a:gd name="connsiteX53" fmla="*/ 1897412 w 1905657"/>
                <a:gd name="connsiteY53" fmla="*/ 842137 h 1221162"/>
                <a:gd name="connsiteX54" fmla="*/ 1895022 w 1905657"/>
                <a:gd name="connsiteY54" fmla="*/ 840623 h 1221162"/>
                <a:gd name="connsiteX55" fmla="*/ 1891421 w 1905657"/>
                <a:gd name="connsiteY55" fmla="*/ 838033 h 1221162"/>
                <a:gd name="connsiteX56" fmla="*/ 1890243 w 1905657"/>
                <a:gd name="connsiteY56" fmla="*/ 836956 h 1221162"/>
                <a:gd name="connsiteX57" fmla="*/ 1889604 w 1905657"/>
                <a:gd name="connsiteY57" fmla="*/ 835980 h 1221162"/>
                <a:gd name="connsiteX58" fmla="*/ 1889806 w 1905657"/>
                <a:gd name="connsiteY58" fmla="*/ 833928 h 1221162"/>
                <a:gd name="connsiteX59" fmla="*/ 1890883 w 1905657"/>
                <a:gd name="connsiteY59" fmla="*/ 832852 h 1221162"/>
                <a:gd name="connsiteX60" fmla="*/ 1892195 w 1905657"/>
                <a:gd name="connsiteY60" fmla="*/ 830901 h 1221162"/>
                <a:gd name="connsiteX61" fmla="*/ 1892195 w 1905657"/>
                <a:gd name="connsiteY61" fmla="*/ 829488 h 1221162"/>
                <a:gd name="connsiteX62" fmla="*/ 1892195 w 1905657"/>
                <a:gd name="connsiteY62" fmla="*/ 826461 h 1221162"/>
                <a:gd name="connsiteX63" fmla="*/ 1891859 w 1905657"/>
                <a:gd name="connsiteY63" fmla="*/ 822996 h 1221162"/>
                <a:gd name="connsiteX64" fmla="*/ 1889133 w 1905657"/>
                <a:gd name="connsiteY64" fmla="*/ 821919 h 1221162"/>
                <a:gd name="connsiteX65" fmla="*/ 1887181 w 1905657"/>
                <a:gd name="connsiteY65" fmla="*/ 819194 h 1221162"/>
                <a:gd name="connsiteX66" fmla="*/ 1886979 w 1905657"/>
                <a:gd name="connsiteY66" fmla="*/ 817378 h 1221162"/>
                <a:gd name="connsiteX67" fmla="*/ 1886979 w 1905657"/>
                <a:gd name="connsiteY67" fmla="*/ 815628 h 1221162"/>
                <a:gd name="connsiteX68" fmla="*/ 1886810 w 1905657"/>
                <a:gd name="connsiteY68" fmla="*/ 813677 h 1221162"/>
                <a:gd name="connsiteX69" fmla="*/ 1885330 w 1905657"/>
                <a:gd name="connsiteY69" fmla="*/ 809439 h 1221162"/>
                <a:gd name="connsiteX70" fmla="*/ 1885330 w 1905657"/>
                <a:gd name="connsiteY70" fmla="*/ 809002 h 1221162"/>
                <a:gd name="connsiteX71" fmla="*/ 1882065 w 1905657"/>
                <a:gd name="connsiteY71" fmla="*/ 806815 h 1221162"/>
                <a:gd name="connsiteX72" fmla="*/ 1880854 w 1905657"/>
                <a:gd name="connsiteY72" fmla="*/ 806041 h 1221162"/>
                <a:gd name="connsiteX73" fmla="*/ 1879979 w 1905657"/>
                <a:gd name="connsiteY73" fmla="*/ 806041 h 1221162"/>
                <a:gd name="connsiteX74" fmla="*/ 1875536 w 1905657"/>
                <a:gd name="connsiteY74" fmla="*/ 802173 h 1221162"/>
                <a:gd name="connsiteX75" fmla="*/ 1876176 w 1905657"/>
                <a:gd name="connsiteY75" fmla="*/ 798405 h 1221162"/>
                <a:gd name="connsiteX76" fmla="*/ 1877488 w 1905657"/>
                <a:gd name="connsiteY76" fmla="*/ 795478 h 1221162"/>
                <a:gd name="connsiteX77" fmla="*/ 1879541 w 1905657"/>
                <a:gd name="connsiteY77" fmla="*/ 792316 h 1221162"/>
                <a:gd name="connsiteX78" fmla="*/ 1879104 w 1905657"/>
                <a:gd name="connsiteY78" fmla="*/ 788179 h 1221162"/>
                <a:gd name="connsiteX79" fmla="*/ 1879878 w 1905657"/>
                <a:gd name="connsiteY79" fmla="*/ 786867 h 1221162"/>
                <a:gd name="connsiteX80" fmla="*/ 1880955 w 1905657"/>
                <a:gd name="connsiteY80" fmla="*/ 786093 h 1221162"/>
                <a:gd name="connsiteX81" fmla="*/ 1883883 w 1905657"/>
                <a:gd name="connsiteY81" fmla="*/ 785857 h 1221162"/>
                <a:gd name="connsiteX82" fmla="*/ 1885498 w 1905657"/>
                <a:gd name="connsiteY82" fmla="*/ 786631 h 1221162"/>
                <a:gd name="connsiteX83" fmla="*/ 1888224 w 1905657"/>
                <a:gd name="connsiteY83" fmla="*/ 788683 h 1221162"/>
                <a:gd name="connsiteX84" fmla="*/ 1890849 w 1905657"/>
                <a:gd name="connsiteY84" fmla="*/ 790533 h 1221162"/>
                <a:gd name="connsiteX85" fmla="*/ 1891724 w 1905657"/>
                <a:gd name="connsiteY85" fmla="*/ 791711 h 1221162"/>
                <a:gd name="connsiteX86" fmla="*/ 1894652 w 1905657"/>
                <a:gd name="connsiteY86" fmla="*/ 792249 h 1221162"/>
                <a:gd name="connsiteX87" fmla="*/ 1896402 w 1905657"/>
                <a:gd name="connsiteY87" fmla="*/ 791711 h 1221162"/>
                <a:gd name="connsiteX88" fmla="*/ 1897715 w 1905657"/>
                <a:gd name="connsiteY88" fmla="*/ 789861 h 1221162"/>
                <a:gd name="connsiteX89" fmla="*/ 1899128 w 1905657"/>
                <a:gd name="connsiteY89" fmla="*/ 788683 h 1221162"/>
                <a:gd name="connsiteX90" fmla="*/ 1900542 w 1905657"/>
                <a:gd name="connsiteY90" fmla="*/ 787808 h 1221162"/>
                <a:gd name="connsiteX91" fmla="*/ 1901517 w 1905657"/>
                <a:gd name="connsiteY91" fmla="*/ 787270 h 1221162"/>
                <a:gd name="connsiteX92" fmla="*/ 1903705 w 1905657"/>
                <a:gd name="connsiteY92" fmla="*/ 785218 h 1221162"/>
                <a:gd name="connsiteX93" fmla="*/ 1904042 w 1905657"/>
                <a:gd name="connsiteY93" fmla="*/ 783805 h 1221162"/>
                <a:gd name="connsiteX94" fmla="*/ 1904378 w 1905657"/>
                <a:gd name="connsiteY94" fmla="*/ 782493 h 1221162"/>
                <a:gd name="connsiteX95" fmla="*/ 1904378 w 1905657"/>
                <a:gd name="connsiteY95" fmla="*/ 780408 h 1221162"/>
                <a:gd name="connsiteX96" fmla="*/ 1903301 w 1905657"/>
                <a:gd name="connsiteY96" fmla="*/ 778558 h 1221162"/>
                <a:gd name="connsiteX97" fmla="*/ 1899599 w 1905657"/>
                <a:gd name="connsiteY97" fmla="*/ 773680 h 1221162"/>
                <a:gd name="connsiteX98" fmla="*/ 1896974 w 1905657"/>
                <a:gd name="connsiteY98" fmla="*/ 769643 h 1221162"/>
                <a:gd name="connsiteX99" fmla="*/ 1891657 w 1905657"/>
                <a:gd name="connsiteY99" fmla="*/ 765943 h 1221162"/>
                <a:gd name="connsiteX100" fmla="*/ 1887416 w 1905657"/>
                <a:gd name="connsiteY100" fmla="*/ 761603 h 1221162"/>
                <a:gd name="connsiteX101" fmla="*/ 1884051 w 1905657"/>
                <a:gd name="connsiteY101" fmla="*/ 759316 h 1221162"/>
                <a:gd name="connsiteX102" fmla="*/ 1882974 w 1905657"/>
                <a:gd name="connsiteY102" fmla="*/ 758105 h 1221162"/>
                <a:gd name="connsiteX103" fmla="*/ 1879810 w 1905657"/>
                <a:gd name="connsiteY103" fmla="*/ 754068 h 1221162"/>
                <a:gd name="connsiteX104" fmla="*/ 1876647 w 1905657"/>
                <a:gd name="connsiteY104" fmla="*/ 750469 h 1221162"/>
                <a:gd name="connsiteX105" fmla="*/ 1874796 w 1905657"/>
                <a:gd name="connsiteY105" fmla="*/ 747643 h 1221162"/>
                <a:gd name="connsiteX106" fmla="*/ 1874796 w 1905657"/>
                <a:gd name="connsiteY106" fmla="*/ 744043 h 1221162"/>
                <a:gd name="connsiteX107" fmla="*/ 1874796 w 1905657"/>
                <a:gd name="connsiteY107" fmla="*/ 740679 h 1221162"/>
                <a:gd name="connsiteX108" fmla="*/ 1874796 w 1905657"/>
                <a:gd name="connsiteY108" fmla="*/ 739805 h 1221162"/>
                <a:gd name="connsiteX109" fmla="*/ 1872238 w 1905657"/>
                <a:gd name="connsiteY109" fmla="*/ 737618 h 1221162"/>
                <a:gd name="connsiteX110" fmla="*/ 1870454 w 1905657"/>
                <a:gd name="connsiteY110" fmla="*/ 734591 h 1221162"/>
                <a:gd name="connsiteX111" fmla="*/ 1870017 w 1905657"/>
                <a:gd name="connsiteY111" fmla="*/ 734591 h 1221162"/>
                <a:gd name="connsiteX112" fmla="*/ 1866449 w 1905657"/>
                <a:gd name="connsiteY112" fmla="*/ 732572 h 1221162"/>
                <a:gd name="connsiteX113" fmla="*/ 1867325 w 1905657"/>
                <a:gd name="connsiteY113" fmla="*/ 728704 h 1221162"/>
                <a:gd name="connsiteX114" fmla="*/ 1865709 w 1905657"/>
                <a:gd name="connsiteY114" fmla="*/ 726416 h 1221162"/>
                <a:gd name="connsiteX115" fmla="*/ 1865070 w 1905657"/>
                <a:gd name="connsiteY115" fmla="*/ 724902 h 1221162"/>
                <a:gd name="connsiteX116" fmla="*/ 1863219 w 1905657"/>
                <a:gd name="connsiteY116" fmla="*/ 722178 h 1221162"/>
                <a:gd name="connsiteX117" fmla="*/ 1862445 w 1905657"/>
                <a:gd name="connsiteY117" fmla="*/ 721202 h 1221162"/>
                <a:gd name="connsiteX118" fmla="*/ 1861031 w 1905657"/>
                <a:gd name="connsiteY118" fmla="*/ 719150 h 1221162"/>
                <a:gd name="connsiteX119" fmla="*/ 1861805 w 1905657"/>
                <a:gd name="connsiteY119" fmla="*/ 718275 h 1221162"/>
                <a:gd name="connsiteX120" fmla="*/ 1863993 w 1905657"/>
                <a:gd name="connsiteY120" fmla="*/ 717199 h 1221162"/>
                <a:gd name="connsiteX121" fmla="*/ 1865305 w 1905657"/>
                <a:gd name="connsiteY121" fmla="*/ 716122 h 1221162"/>
                <a:gd name="connsiteX122" fmla="*/ 1866180 w 1905657"/>
                <a:gd name="connsiteY122" fmla="*/ 713398 h 1221162"/>
                <a:gd name="connsiteX123" fmla="*/ 1866820 w 1905657"/>
                <a:gd name="connsiteY123" fmla="*/ 710471 h 1221162"/>
                <a:gd name="connsiteX124" fmla="*/ 1866719 w 1905657"/>
                <a:gd name="connsiteY124" fmla="*/ 706670 h 1221162"/>
                <a:gd name="connsiteX125" fmla="*/ 1866180 w 1905657"/>
                <a:gd name="connsiteY125" fmla="*/ 705358 h 1221162"/>
                <a:gd name="connsiteX126" fmla="*/ 1862478 w 1905657"/>
                <a:gd name="connsiteY126" fmla="*/ 701657 h 1221162"/>
                <a:gd name="connsiteX127" fmla="*/ 1857161 w 1905657"/>
                <a:gd name="connsiteY127" fmla="*/ 695030 h 1221162"/>
                <a:gd name="connsiteX128" fmla="*/ 1855310 w 1905657"/>
                <a:gd name="connsiteY128" fmla="*/ 691229 h 1221162"/>
                <a:gd name="connsiteX129" fmla="*/ 1854435 w 1905657"/>
                <a:gd name="connsiteY129" fmla="*/ 685813 h 1221162"/>
                <a:gd name="connsiteX130" fmla="*/ 1851507 w 1905657"/>
                <a:gd name="connsiteY130" fmla="*/ 680935 h 1221162"/>
                <a:gd name="connsiteX131" fmla="*/ 1850632 w 1905657"/>
                <a:gd name="connsiteY131" fmla="*/ 675082 h 1221162"/>
                <a:gd name="connsiteX132" fmla="*/ 1850194 w 1905657"/>
                <a:gd name="connsiteY132" fmla="*/ 669868 h 1221162"/>
                <a:gd name="connsiteX133" fmla="*/ 1849757 w 1905657"/>
                <a:gd name="connsiteY133" fmla="*/ 663241 h 1221162"/>
                <a:gd name="connsiteX134" fmla="*/ 1847165 w 1905657"/>
                <a:gd name="connsiteY134" fmla="*/ 661391 h 1221162"/>
                <a:gd name="connsiteX135" fmla="*/ 1843901 w 1905657"/>
                <a:gd name="connsiteY135" fmla="*/ 657791 h 1221162"/>
                <a:gd name="connsiteX136" fmla="*/ 1839223 w 1905657"/>
                <a:gd name="connsiteY136" fmla="*/ 654091 h 1221162"/>
                <a:gd name="connsiteX137" fmla="*/ 1838011 w 1905657"/>
                <a:gd name="connsiteY137" fmla="*/ 652678 h 1221162"/>
                <a:gd name="connsiteX138" fmla="*/ 1832155 w 1905657"/>
                <a:gd name="connsiteY138" fmla="*/ 651366 h 1221162"/>
                <a:gd name="connsiteX139" fmla="*/ 1827477 w 1905657"/>
                <a:gd name="connsiteY139" fmla="*/ 651265 h 1221162"/>
                <a:gd name="connsiteX140" fmla="*/ 1825862 w 1905657"/>
                <a:gd name="connsiteY140" fmla="*/ 648675 h 1221162"/>
                <a:gd name="connsiteX141" fmla="*/ 1825223 w 1905657"/>
                <a:gd name="connsiteY141" fmla="*/ 647800 h 1221162"/>
                <a:gd name="connsiteX142" fmla="*/ 1821857 w 1905657"/>
                <a:gd name="connsiteY142" fmla="*/ 646051 h 1221162"/>
                <a:gd name="connsiteX143" fmla="*/ 1817179 w 1905657"/>
                <a:gd name="connsiteY143" fmla="*/ 643225 h 1221162"/>
                <a:gd name="connsiteX144" fmla="*/ 1811862 w 1905657"/>
                <a:gd name="connsiteY144" fmla="*/ 639962 h 1221162"/>
                <a:gd name="connsiteX145" fmla="*/ 1808160 w 1905657"/>
                <a:gd name="connsiteY145" fmla="*/ 641005 h 1221162"/>
                <a:gd name="connsiteX146" fmla="*/ 1804592 w 1905657"/>
                <a:gd name="connsiteY146" fmla="*/ 642519 h 1221162"/>
                <a:gd name="connsiteX147" fmla="*/ 1800015 w 1905657"/>
                <a:gd name="connsiteY147" fmla="*/ 643024 h 1221162"/>
                <a:gd name="connsiteX148" fmla="*/ 1796179 w 1905657"/>
                <a:gd name="connsiteY148" fmla="*/ 642956 h 1221162"/>
                <a:gd name="connsiteX149" fmla="*/ 1792477 w 1905657"/>
                <a:gd name="connsiteY149" fmla="*/ 641072 h 1221162"/>
                <a:gd name="connsiteX150" fmla="*/ 1789650 w 1905657"/>
                <a:gd name="connsiteY150" fmla="*/ 639559 h 1221162"/>
                <a:gd name="connsiteX151" fmla="*/ 1785948 w 1905657"/>
                <a:gd name="connsiteY151" fmla="*/ 636968 h 1221162"/>
                <a:gd name="connsiteX152" fmla="*/ 1784130 w 1905657"/>
                <a:gd name="connsiteY152" fmla="*/ 635791 h 1221162"/>
                <a:gd name="connsiteX153" fmla="*/ 1778712 w 1905657"/>
                <a:gd name="connsiteY153" fmla="*/ 634782 h 1221162"/>
                <a:gd name="connsiteX154" fmla="*/ 1776188 w 1905657"/>
                <a:gd name="connsiteY154" fmla="*/ 635791 h 1221162"/>
                <a:gd name="connsiteX155" fmla="*/ 1773058 w 1905657"/>
                <a:gd name="connsiteY155" fmla="*/ 638045 h 1221162"/>
                <a:gd name="connsiteX156" fmla="*/ 1771039 w 1905657"/>
                <a:gd name="connsiteY156" fmla="*/ 640871 h 1221162"/>
                <a:gd name="connsiteX157" fmla="*/ 1769726 w 1905657"/>
                <a:gd name="connsiteY157" fmla="*/ 642754 h 1221162"/>
                <a:gd name="connsiteX158" fmla="*/ 1770096 w 1905657"/>
                <a:gd name="connsiteY158" fmla="*/ 646017 h 1221162"/>
                <a:gd name="connsiteX159" fmla="*/ 1771106 w 1905657"/>
                <a:gd name="connsiteY159" fmla="*/ 647262 h 1221162"/>
                <a:gd name="connsiteX160" fmla="*/ 1773798 w 1905657"/>
                <a:gd name="connsiteY160" fmla="*/ 650391 h 1221162"/>
                <a:gd name="connsiteX161" fmla="*/ 1774101 w 1905657"/>
                <a:gd name="connsiteY161" fmla="*/ 652712 h 1221162"/>
                <a:gd name="connsiteX162" fmla="*/ 1773664 w 1905657"/>
                <a:gd name="connsiteY162" fmla="*/ 653351 h 1221162"/>
                <a:gd name="connsiteX163" fmla="*/ 1772520 w 1905657"/>
                <a:gd name="connsiteY163" fmla="*/ 654495 h 1221162"/>
                <a:gd name="connsiteX164" fmla="*/ 1772587 w 1905657"/>
                <a:gd name="connsiteY164" fmla="*/ 655302 h 1221162"/>
                <a:gd name="connsiteX165" fmla="*/ 1774101 w 1905657"/>
                <a:gd name="connsiteY165" fmla="*/ 657690 h 1221162"/>
                <a:gd name="connsiteX166" fmla="*/ 1773294 w 1905657"/>
                <a:gd name="connsiteY166" fmla="*/ 660449 h 1221162"/>
                <a:gd name="connsiteX167" fmla="*/ 1771544 w 1905657"/>
                <a:gd name="connsiteY167" fmla="*/ 661458 h 1221162"/>
                <a:gd name="connsiteX168" fmla="*/ 1768077 w 1905657"/>
                <a:gd name="connsiteY168" fmla="*/ 664216 h 1221162"/>
                <a:gd name="connsiteX169" fmla="*/ 1764611 w 1905657"/>
                <a:gd name="connsiteY169" fmla="*/ 667110 h 1221162"/>
                <a:gd name="connsiteX170" fmla="*/ 1762591 w 1905657"/>
                <a:gd name="connsiteY170" fmla="*/ 669128 h 1221162"/>
                <a:gd name="connsiteX171" fmla="*/ 1761010 w 1905657"/>
                <a:gd name="connsiteY171" fmla="*/ 672593 h 1221162"/>
                <a:gd name="connsiteX172" fmla="*/ 1760135 w 1905657"/>
                <a:gd name="connsiteY172" fmla="*/ 674611 h 1221162"/>
                <a:gd name="connsiteX173" fmla="*/ 1760135 w 1905657"/>
                <a:gd name="connsiteY173" fmla="*/ 678513 h 1221162"/>
                <a:gd name="connsiteX174" fmla="*/ 1759327 w 1905657"/>
                <a:gd name="connsiteY174" fmla="*/ 681642 h 1221162"/>
                <a:gd name="connsiteX175" fmla="*/ 1756567 w 1905657"/>
                <a:gd name="connsiteY175" fmla="*/ 685039 h 1221162"/>
                <a:gd name="connsiteX176" fmla="*/ 1755322 w 1905657"/>
                <a:gd name="connsiteY176" fmla="*/ 684468 h 1221162"/>
                <a:gd name="connsiteX177" fmla="*/ 1753067 w 1905657"/>
                <a:gd name="connsiteY177" fmla="*/ 682281 h 1221162"/>
                <a:gd name="connsiteX178" fmla="*/ 1751822 w 1905657"/>
                <a:gd name="connsiteY178" fmla="*/ 682416 h 1221162"/>
                <a:gd name="connsiteX179" fmla="*/ 1750173 w 1905657"/>
                <a:gd name="connsiteY179" fmla="*/ 684165 h 1221162"/>
                <a:gd name="connsiteX180" fmla="*/ 1750678 w 1905657"/>
                <a:gd name="connsiteY180" fmla="*/ 688000 h 1221162"/>
                <a:gd name="connsiteX181" fmla="*/ 1750307 w 1905657"/>
                <a:gd name="connsiteY181" fmla="*/ 690085 h 1221162"/>
                <a:gd name="connsiteX182" fmla="*/ 1743846 w 1905657"/>
                <a:gd name="connsiteY182" fmla="*/ 690287 h 1221162"/>
                <a:gd name="connsiteX183" fmla="*/ 1740009 w 1905657"/>
                <a:gd name="connsiteY183" fmla="*/ 688706 h 1221162"/>
                <a:gd name="connsiteX184" fmla="*/ 1737754 w 1905657"/>
                <a:gd name="connsiteY184" fmla="*/ 686318 h 1221162"/>
                <a:gd name="connsiteX185" fmla="*/ 1733850 w 1905657"/>
                <a:gd name="connsiteY185" fmla="*/ 684434 h 1221162"/>
                <a:gd name="connsiteX186" fmla="*/ 1732706 w 1905657"/>
                <a:gd name="connsiteY186" fmla="*/ 683357 h 1221162"/>
                <a:gd name="connsiteX187" fmla="*/ 1729812 w 1905657"/>
                <a:gd name="connsiteY187" fmla="*/ 683156 h 1221162"/>
                <a:gd name="connsiteX188" fmla="*/ 1728567 w 1905657"/>
                <a:gd name="connsiteY188" fmla="*/ 684232 h 1221162"/>
                <a:gd name="connsiteX189" fmla="*/ 1726682 w 1905657"/>
                <a:gd name="connsiteY189" fmla="*/ 686486 h 1221162"/>
                <a:gd name="connsiteX190" fmla="*/ 1725605 w 1905657"/>
                <a:gd name="connsiteY190" fmla="*/ 688740 h 1221162"/>
                <a:gd name="connsiteX191" fmla="*/ 1721701 w 1905657"/>
                <a:gd name="connsiteY191" fmla="*/ 689480 h 1221162"/>
                <a:gd name="connsiteX192" fmla="*/ 1717797 w 1905657"/>
                <a:gd name="connsiteY192" fmla="*/ 688033 h 1221162"/>
                <a:gd name="connsiteX193" fmla="*/ 1713389 w 1905657"/>
                <a:gd name="connsiteY193" fmla="*/ 686351 h 1221162"/>
                <a:gd name="connsiteX194" fmla="*/ 1709047 w 1905657"/>
                <a:gd name="connsiteY194" fmla="*/ 684905 h 1221162"/>
                <a:gd name="connsiteX195" fmla="*/ 1707970 w 1905657"/>
                <a:gd name="connsiteY195" fmla="*/ 687495 h 1221162"/>
                <a:gd name="connsiteX196" fmla="*/ 1704504 w 1905657"/>
                <a:gd name="connsiteY196" fmla="*/ 691700 h 1221162"/>
                <a:gd name="connsiteX197" fmla="*/ 1704806 w 1905657"/>
                <a:gd name="connsiteY197" fmla="*/ 694391 h 1221162"/>
                <a:gd name="connsiteX198" fmla="*/ 1707331 w 1905657"/>
                <a:gd name="connsiteY198" fmla="*/ 697722 h 1221162"/>
                <a:gd name="connsiteX199" fmla="*/ 1708071 w 1905657"/>
                <a:gd name="connsiteY199" fmla="*/ 701186 h 1221162"/>
                <a:gd name="connsiteX200" fmla="*/ 1707432 w 1905657"/>
                <a:gd name="connsiteY200" fmla="*/ 702868 h 1221162"/>
                <a:gd name="connsiteX201" fmla="*/ 1703965 w 1905657"/>
                <a:gd name="connsiteY201" fmla="*/ 706131 h 1221162"/>
                <a:gd name="connsiteX202" fmla="*/ 1703393 w 1905657"/>
                <a:gd name="connsiteY202" fmla="*/ 708587 h 1221162"/>
                <a:gd name="connsiteX203" fmla="*/ 1703595 w 1905657"/>
                <a:gd name="connsiteY203" fmla="*/ 711480 h 1221162"/>
                <a:gd name="connsiteX204" fmla="*/ 1706725 w 1905657"/>
                <a:gd name="connsiteY204" fmla="*/ 714239 h 1221162"/>
                <a:gd name="connsiteX205" fmla="*/ 1710023 w 1905657"/>
                <a:gd name="connsiteY205" fmla="*/ 717165 h 1221162"/>
                <a:gd name="connsiteX206" fmla="*/ 1711941 w 1905657"/>
                <a:gd name="connsiteY206" fmla="*/ 721505 h 1221162"/>
                <a:gd name="connsiteX207" fmla="*/ 1710158 w 1905657"/>
                <a:gd name="connsiteY207" fmla="*/ 724095 h 1221162"/>
                <a:gd name="connsiteX208" fmla="*/ 1707263 w 1905657"/>
                <a:gd name="connsiteY208" fmla="*/ 726315 h 1221162"/>
                <a:gd name="connsiteX209" fmla="*/ 1702518 w 1905657"/>
                <a:gd name="connsiteY209" fmla="*/ 724566 h 1221162"/>
                <a:gd name="connsiteX210" fmla="*/ 1700229 w 1905657"/>
                <a:gd name="connsiteY210" fmla="*/ 723489 h 1221162"/>
                <a:gd name="connsiteX211" fmla="*/ 1697907 w 1905657"/>
                <a:gd name="connsiteY211" fmla="*/ 721538 h 1221162"/>
                <a:gd name="connsiteX212" fmla="*/ 1695451 w 1905657"/>
                <a:gd name="connsiteY212" fmla="*/ 719957 h 1221162"/>
                <a:gd name="connsiteX213" fmla="*/ 1692523 w 1905657"/>
                <a:gd name="connsiteY213" fmla="*/ 717334 h 1221162"/>
                <a:gd name="connsiteX214" fmla="*/ 1689797 w 1905657"/>
                <a:gd name="connsiteY214" fmla="*/ 716963 h 1221162"/>
                <a:gd name="connsiteX215" fmla="*/ 1688047 w 1905657"/>
                <a:gd name="connsiteY215" fmla="*/ 715719 h 1221162"/>
                <a:gd name="connsiteX216" fmla="*/ 1683032 w 1905657"/>
                <a:gd name="connsiteY216" fmla="*/ 715012 h 1221162"/>
                <a:gd name="connsiteX217" fmla="*/ 1679767 w 1905657"/>
                <a:gd name="connsiteY217" fmla="*/ 712288 h 1221162"/>
                <a:gd name="connsiteX218" fmla="*/ 1677210 w 1905657"/>
                <a:gd name="connsiteY218" fmla="*/ 707511 h 1221162"/>
                <a:gd name="connsiteX219" fmla="*/ 1675258 w 1905657"/>
                <a:gd name="connsiteY219" fmla="*/ 704348 h 1221162"/>
                <a:gd name="connsiteX220" fmla="*/ 1670378 w 1905657"/>
                <a:gd name="connsiteY220" fmla="*/ 700177 h 1221162"/>
                <a:gd name="connsiteX221" fmla="*/ 1667618 w 1905657"/>
                <a:gd name="connsiteY221" fmla="*/ 697183 h 1221162"/>
                <a:gd name="connsiteX222" fmla="*/ 1666137 w 1905657"/>
                <a:gd name="connsiteY222" fmla="*/ 695602 h 1221162"/>
                <a:gd name="connsiteX223" fmla="*/ 1662940 w 1905657"/>
                <a:gd name="connsiteY223" fmla="*/ 693685 h 1221162"/>
                <a:gd name="connsiteX224" fmla="*/ 1661157 w 1905657"/>
                <a:gd name="connsiteY224" fmla="*/ 693416 h 1221162"/>
                <a:gd name="connsiteX225" fmla="*/ 1659373 w 1905657"/>
                <a:gd name="connsiteY225" fmla="*/ 693584 h 1221162"/>
                <a:gd name="connsiteX226" fmla="*/ 1656108 w 1905657"/>
                <a:gd name="connsiteY226" fmla="*/ 694492 h 1221162"/>
                <a:gd name="connsiteX227" fmla="*/ 1653786 w 1905657"/>
                <a:gd name="connsiteY227" fmla="*/ 696174 h 1221162"/>
                <a:gd name="connsiteX228" fmla="*/ 1651228 w 1905657"/>
                <a:gd name="connsiteY228" fmla="*/ 698832 h 1221162"/>
                <a:gd name="connsiteX229" fmla="*/ 1649344 w 1905657"/>
                <a:gd name="connsiteY229" fmla="*/ 700783 h 1221162"/>
                <a:gd name="connsiteX230" fmla="*/ 1647863 w 1905657"/>
                <a:gd name="connsiteY230" fmla="*/ 703507 h 1221162"/>
                <a:gd name="connsiteX231" fmla="*/ 1647762 w 1905657"/>
                <a:gd name="connsiteY231" fmla="*/ 704651 h 1221162"/>
                <a:gd name="connsiteX232" fmla="*/ 1648906 w 1905657"/>
                <a:gd name="connsiteY232" fmla="*/ 707914 h 1221162"/>
                <a:gd name="connsiteX233" fmla="*/ 1650252 w 1905657"/>
                <a:gd name="connsiteY233" fmla="*/ 709697 h 1221162"/>
                <a:gd name="connsiteX234" fmla="*/ 1651565 w 1905657"/>
                <a:gd name="connsiteY234" fmla="*/ 711144 h 1221162"/>
                <a:gd name="connsiteX235" fmla="*/ 1652978 w 1905657"/>
                <a:gd name="connsiteY235" fmla="*/ 713229 h 1221162"/>
                <a:gd name="connsiteX236" fmla="*/ 1654931 w 1905657"/>
                <a:gd name="connsiteY236" fmla="*/ 716425 h 1221162"/>
                <a:gd name="connsiteX237" fmla="*/ 1655974 w 1905657"/>
                <a:gd name="connsiteY237" fmla="*/ 718040 h 1221162"/>
                <a:gd name="connsiteX238" fmla="*/ 1656781 w 1905657"/>
                <a:gd name="connsiteY238" fmla="*/ 720529 h 1221162"/>
                <a:gd name="connsiteX239" fmla="*/ 1657387 w 1905657"/>
                <a:gd name="connsiteY239" fmla="*/ 722716 h 1221162"/>
                <a:gd name="connsiteX240" fmla="*/ 1657993 w 1905657"/>
                <a:gd name="connsiteY240" fmla="*/ 723960 h 1221162"/>
                <a:gd name="connsiteX241" fmla="*/ 1658767 w 1905657"/>
                <a:gd name="connsiteY241" fmla="*/ 726248 h 1221162"/>
                <a:gd name="connsiteX242" fmla="*/ 1659036 w 1905657"/>
                <a:gd name="connsiteY242" fmla="*/ 729276 h 1221162"/>
                <a:gd name="connsiteX243" fmla="*/ 1659036 w 1905657"/>
                <a:gd name="connsiteY243" fmla="*/ 731664 h 1221162"/>
                <a:gd name="connsiteX244" fmla="*/ 1658229 w 1905657"/>
                <a:gd name="connsiteY244" fmla="*/ 733178 h 1221162"/>
                <a:gd name="connsiteX245" fmla="*/ 1653281 w 1905657"/>
                <a:gd name="connsiteY245" fmla="*/ 732740 h 1221162"/>
                <a:gd name="connsiteX246" fmla="*/ 1650892 w 1905657"/>
                <a:gd name="connsiteY246" fmla="*/ 732740 h 1221162"/>
                <a:gd name="connsiteX247" fmla="*/ 1649276 w 1905657"/>
                <a:gd name="connsiteY247" fmla="*/ 732370 h 1221162"/>
                <a:gd name="connsiteX248" fmla="*/ 1647223 w 1905657"/>
                <a:gd name="connsiteY248" fmla="*/ 729545 h 1221162"/>
                <a:gd name="connsiteX249" fmla="*/ 1645978 w 1905657"/>
                <a:gd name="connsiteY249" fmla="*/ 727964 h 1221162"/>
                <a:gd name="connsiteX250" fmla="*/ 1645474 w 1905657"/>
                <a:gd name="connsiteY250" fmla="*/ 726652 h 1221162"/>
                <a:gd name="connsiteX251" fmla="*/ 1645474 w 1905657"/>
                <a:gd name="connsiteY251" fmla="*/ 725407 h 1221162"/>
                <a:gd name="connsiteX252" fmla="*/ 1645978 w 1905657"/>
                <a:gd name="connsiteY252" fmla="*/ 721505 h 1221162"/>
                <a:gd name="connsiteX253" fmla="*/ 1645036 w 1905657"/>
                <a:gd name="connsiteY253" fmla="*/ 719991 h 1221162"/>
                <a:gd name="connsiteX254" fmla="*/ 1641771 w 1905657"/>
                <a:gd name="connsiteY254" fmla="*/ 718376 h 1221162"/>
                <a:gd name="connsiteX255" fmla="*/ 1635747 w 1905657"/>
                <a:gd name="connsiteY255" fmla="*/ 715349 h 1221162"/>
                <a:gd name="connsiteX256" fmla="*/ 1633492 w 1905657"/>
                <a:gd name="connsiteY256" fmla="*/ 712893 h 1221162"/>
                <a:gd name="connsiteX257" fmla="*/ 1631103 w 1905657"/>
                <a:gd name="connsiteY257" fmla="*/ 711076 h 1221162"/>
                <a:gd name="connsiteX258" fmla="*/ 1627334 w 1905657"/>
                <a:gd name="connsiteY258" fmla="*/ 709193 h 1221162"/>
                <a:gd name="connsiteX259" fmla="*/ 1626189 w 1905657"/>
                <a:gd name="connsiteY259" fmla="*/ 709125 h 1221162"/>
                <a:gd name="connsiteX260" fmla="*/ 1624507 w 1905657"/>
                <a:gd name="connsiteY260" fmla="*/ 711076 h 1221162"/>
                <a:gd name="connsiteX261" fmla="*/ 1622689 w 1905657"/>
                <a:gd name="connsiteY261" fmla="*/ 710942 h 1221162"/>
                <a:gd name="connsiteX262" fmla="*/ 1621545 w 1905657"/>
                <a:gd name="connsiteY262" fmla="*/ 709933 h 1221162"/>
                <a:gd name="connsiteX263" fmla="*/ 1620300 w 1905657"/>
                <a:gd name="connsiteY263" fmla="*/ 709865 h 1221162"/>
                <a:gd name="connsiteX264" fmla="*/ 1618516 w 1905657"/>
                <a:gd name="connsiteY264" fmla="*/ 710168 h 1221162"/>
                <a:gd name="connsiteX265" fmla="*/ 1616699 w 1905657"/>
                <a:gd name="connsiteY265" fmla="*/ 710168 h 1221162"/>
                <a:gd name="connsiteX266" fmla="*/ 1615824 w 1905657"/>
                <a:gd name="connsiteY266" fmla="*/ 711110 h 1221162"/>
                <a:gd name="connsiteX267" fmla="*/ 1615016 w 1905657"/>
                <a:gd name="connsiteY267" fmla="*/ 712624 h 1221162"/>
                <a:gd name="connsiteX268" fmla="*/ 1613569 w 1905657"/>
                <a:gd name="connsiteY268" fmla="*/ 713768 h 1221162"/>
                <a:gd name="connsiteX269" fmla="*/ 1611684 w 1905657"/>
                <a:gd name="connsiteY269" fmla="*/ 713768 h 1221162"/>
                <a:gd name="connsiteX270" fmla="*/ 1610742 w 1905657"/>
                <a:gd name="connsiteY270" fmla="*/ 713061 h 1221162"/>
                <a:gd name="connsiteX271" fmla="*/ 1610103 w 1905657"/>
                <a:gd name="connsiteY271" fmla="*/ 711917 h 1221162"/>
                <a:gd name="connsiteX272" fmla="*/ 1610103 w 1905657"/>
                <a:gd name="connsiteY272" fmla="*/ 710471 h 1221162"/>
                <a:gd name="connsiteX273" fmla="*/ 1609295 w 1905657"/>
                <a:gd name="connsiteY273" fmla="*/ 707881 h 1221162"/>
                <a:gd name="connsiteX274" fmla="*/ 1608285 w 1905657"/>
                <a:gd name="connsiteY274" fmla="*/ 706300 h 1221162"/>
                <a:gd name="connsiteX275" fmla="*/ 1606098 w 1905657"/>
                <a:gd name="connsiteY275" fmla="*/ 704853 h 1221162"/>
                <a:gd name="connsiteX276" fmla="*/ 1604583 w 1905657"/>
                <a:gd name="connsiteY276" fmla="*/ 704281 h 1221162"/>
                <a:gd name="connsiteX277" fmla="*/ 1603708 w 1905657"/>
                <a:gd name="connsiteY277" fmla="*/ 702398 h 1221162"/>
                <a:gd name="connsiteX278" fmla="*/ 1603708 w 1905657"/>
                <a:gd name="connsiteY278" fmla="*/ 702465 h 1221162"/>
                <a:gd name="connsiteX279" fmla="*/ 1601958 w 1905657"/>
                <a:gd name="connsiteY279" fmla="*/ 700648 h 1221162"/>
                <a:gd name="connsiteX280" fmla="*/ 1601958 w 1905657"/>
                <a:gd name="connsiteY280" fmla="*/ 699908 h 1221162"/>
                <a:gd name="connsiteX281" fmla="*/ 1601622 w 1905657"/>
                <a:gd name="connsiteY281" fmla="*/ 698663 h 1221162"/>
                <a:gd name="connsiteX282" fmla="*/ 1599703 w 1905657"/>
                <a:gd name="connsiteY282" fmla="*/ 698428 h 1221162"/>
                <a:gd name="connsiteX283" fmla="*/ 1598761 w 1905657"/>
                <a:gd name="connsiteY283" fmla="*/ 698361 h 1221162"/>
                <a:gd name="connsiteX284" fmla="*/ 1597953 w 1905657"/>
                <a:gd name="connsiteY284" fmla="*/ 698798 h 1221162"/>
                <a:gd name="connsiteX285" fmla="*/ 1597011 w 1905657"/>
                <a:gd name="connsiteY285" fmla="*/ 699605 h 1221162"/>
                <a:gd name="connsiteX286" fmla="*/ 1596371 w 1905657"/>
                <a:gd name="connsiteY286" fmla="*/ 700177 h 1221162"/>
                <a:gd name="connsiteX287" fmla="*/ 1593915 w 1905657"/>
                <a:gd name="connsiteY287" fmla="*/ 701489 h 1221162"/>
                <a:gd name="connsiteX288" fmla="*/ 1592400 w 1905657"/>
                <a:gd name="connsiteY288" fmla="*/ 701489 h 1221162"/>
                <a:gd name="connsiteX289" fmla="*/ 1590448 w 1905657"/>
                <a:gd name="connsiteY289" fmla="*/ 701489 h 1221162"/>
                <a:gd name="connsiteX290" fmla="*/ 1588126 w 1905657"/>
                <a:gd name="connsiteY290" fmla="*/ 700985 h 1221162"/>
                <a:gd name="connsiteX291" fmla="*/ 1585366 w 1905657"/>
                <a:gd name="connsiteY291" fmla="*/ 699034 h 1221162"/>
                <a:gd name="connsiteX292" fmla="*/ 1584222 w 1905657"/>
                <a:gd name="connsiteY292" fmla="*/ 698226 h 1221162"/>
                <a:gd name="connsiteX293" fmla="*/ 1582472 w 1905657"/>
                <a:gd name="connsiteY293" fmla="*/ 695838 h 1221162"/>
                <a:gd name="connsiteX294" fmla="*/ 1581900 w 1905657"/>
                <a:gd name="connsiteY294" fmla="*/ 692810 h 1221162"/>
                <a:gd name="connsiteX295" fmla="*/ 1581597 w 1905657"/>
                <a:gd name="connsiteY295" fmla="*/ 691296 h 1221162"/>
                <a:gd name="connsiteX296" fmla="*/ 1580217 w 1905657"/>
                <a:gd name="connsiteY296" fmla="*/ 687966 h 1221162"/>
                <a:gd name="connsiteX297" fmla="*/ 1579342 w 1905657"/>
                <a:gd name="connsiteY297" fmla="*/ 685948 h 1221162"/>
                <a:gd name="connsiteX298" fmla="*/ 1578972 w 1905657"/>
                <a:gd name="connsiteY298" fmla="*/ 683492 h 1221162"/>
                <a:gd name="connsiteX299" fmla="*/ 1578333 w 1905657"/>
                <a:gd name="connsiteY299" fmla="*/ 682483 h 1221162"/>
                <a:gd name="connsiteX300" fmla="*/ 1576583 w 1905657"/>
                <a:gd name="connsiteY300" fmla="*/ 679354 h 1221162"/>
                <a:gd name="connsiteX301" fmla="*/ 1575842 w 1905657"/>
                <a:gd name="connsiteY301" fmla="*/ 678042 h 1221162"/>
                <a:gd name="connsiteX302" fmla="*/ 1575842 w 1905657"/>
                <a:gd name="connsiteY302" fmla="*/ 675957 h 1221162"/>
                <a:gd name="connsiteX303" fmla="*/ 1576684 w 1905657"/>
                <a:gd name="connsiteY303" fmla="*/ 674006 h 1221162"/>
                <a:gd name="connsiteX304" fmla="*/ 1577357 w 1905657"/>
                <a:gd name="connsiteY304" fmla="*/ 672189 h 1221162"/>
                <a:gd name="connsiteX305" fmla="*/ 1579241 w 1905657"/>
                <a:gd name="connsiteY305" fmla="*/ 671617 h 1221162"/>
                <a:gd name="connsiteX306" fmla="*/ 1581563 w 1905657"/>
                <a:gd name="connsiteY306" fmla="*/ 670608 h 1221162"/>
                <a:gd name="connsiteX307" fmla="*/ 1581866 w 1905657"/>
                <a:gd name="connsiteY307" fmla="*/ 667480 h 1221162"/>
                <a:gd name="connsiteX308" fmla="*/ 1582438 w 1905657"/>
                <a:gd name="connsiteY308" fmla="*/ 666168 h 1221162"/>
                <a:gd name="connsiteX309" fmla="*/ 1582001 w 1905657"/>
                <a:gd name="connsiteY309" fmla="*/ 661828 h 1221162"/>
                <a:gd name="connsiteX310" fmla="*/ 1582001 w 1905657"/>
                <a:gd name="connsiteY310" fmla="*/ 657421 h 1221162"/>
                <a:gd name="connsiteX311" fmla="*/ 1580756 w 1905657"/>
                <a:gd name="connsiteY311" fmla="*/ 655470 h 1221162"/>
                <a:gd name="connsiteX312" fmla="*/ 1578299 w 1905657"/>
                <a:gd name="connsiteY312" fmla="*/ 652510 h 1221162"/>
                <a:gd name="connsiteX313" fmla="*/ 1577222 w 1905657"/>
                <a:gd name="connsiteY313" fmla="*/ 650693 h 1221162"/>
                <a:gd name="connsiteX314" fmla="*/ 1575977 w 1905657"/>
                <a:gd name="connsiteY314" fmla="*/ 647868 h 1221162"/>
                <a:gd name="connsiteX315" fmla="*/ 1575337 w 1905657"/>
                <a:gd name="connsiteY315" fmla="*/ 645681 h 1221162"/>
                <a:gd name="connsiteX316" fmla="*/ 1573587 w 1905657"/>
                <a:gd name="connsiteY316" fmla="*/ 643663 h 1221162"/>
                <a:gd name="connsiteX317" fmla="*/ 1572208 w 1905657"/>
                <a:gd name="connsiteY317" fmla="*/ 642586 h 1221162"/>
                <a:gd name="connsiteX318" fmla="*/ 1570693 w 1905657"/>
                <a:gd name="connsiteY318" fmla="*/ 642586 h 1221162"/>
                <a:gd name="connsiteX319" fmla="*/ 1568371 w 1905657"/>
                <a:gd name="connsiteY319" fmla="*/ 641846 h 1221162"/>
                <a:gd name="connsiteX320" fmla="*/ 1566621 w 1905657"/>
                <a:gd name="connsiteY320" fmla="*/ 641039 h 1221162"/>
                <a:gd name="connsiteX321" fmla="*/ 1565174 w 1905657"/>
                <a:gd name="connsiteY321" fmla="*/ 640467 h 1221162"/>
                <a:gd name="connsiteX322" fmla="*/ 1562784 w 1905657"/>
                <a:gd name="connsiteY322" fmla="*/ 639828 h 1221162"/>
                <a:gd name="connsiteX323" fmla="*/ 1560260 w 1905657"/>
                <a:gd name="connsiteY323" fmla="*/ 639323 h 1221162"/>
                <a:gd name="connsiteX324" fmla="*/ 1558746 w 1905657"/>
                <a:gd name="connsiteY324" fmla="*/ 639390 h 1221162"/>
                <a:gd name="connsiteX325" fmla="*/ 1556659 w 1905657"/>
                <a:gd name="connsiteY325" fmla="*/ 639828 h 1221162"/>
                <a:gd name="connsiteX326" fmla="*/ 1555650 w 1905657"/>
                <a:gd name="connsiteY326" fmla="*/ 639828 h 1221162"/>
                <a:gd name="connsiteX327" fmla="*/ 1554943 w 1905657"/>
                <a:gd name="connsiteY327" fmla="*/ 638516 h 1221162"/>
                <a:gd name="connsiteX328" fmla="*/ 1553697 w 1905657"/>
                <a:gd name="connsiteY328" fmla="*/ 636565 h 1221162"/>
                <a:gd name="connsiteX329" fmla="*/ 1552890 w 1905657"/>
                <a:gd name="connsiteY329" fmla="*/ 634614 h 1221162"/>
                <a:gd name="connsiteX330" fmla="*/ 1549861 w 1905657"/>
                <a:gd name="connsiteY330" fmla="*/ 629130 h 1221162"/>
                <a:gd name="connsiteX331" fmla="*/ 1548986 w 1905657"/>
                <a:gd name="connsiteY331" fmla="*/ 628323 h 1221162"/>
                <a:gd name="connsiteX332" fmla="*/ 1546731 w 1905657"/>
                <a:gd name="connsiteY332" fmla="*/ 629030 h 1221162"/>
                <a:gd name="connsiteX333" fmla="*/ 1543971 w 1905657"/>
                <a:gd name="connsiteY333" fmla="*/ 629030 h 1221162"/>
                <a:gd name="connsiteX334" fmla="*/ 1542019 w 1905657"/>
                <a:gd name="connsiteY334" fmla="*/ 628592 h 1221162"/>
                <a:gd name="connsiteX335" fmla="*/ 1541077 w 1905657"/>
                <a:gd name="connsiteY335" fmla="*/ 624017 h 1221162"/>
                <a:gd name="connsiteX336" fmla="*/ 1540572 w 1905657"/>
                <a:gd name="connsiteY336" fmla="*/ 620687 h 1221162"/>
                <a:gd name="connsiteX337" fmla="*/ 1538687 w 1905657"/>
                <a:gd name="connsiteY337" fmla="*/ 617054 h 1221162"/>
                <a:gd name="connsiteX338" fmla="*/ 1537610 w 1905657"/>
                <a:gd name="connsiteY338" fmla="*/ 614094 h 1221162"/>
                <a:gd name="connsiteX339" fmla="*/ 1534481 w 1905657"/>
                <a:gd name="connsiteY339" fmla="*/ 608812 h 1221162"/>
                <a:gd name="connsiteX340" fmla="*/ 1533471 w 1905657"/>
                <a:gd name="connsiteY340" fmla="*/ 605784 h 1221162"/>
                <a:gd name="connsiteX341" fmla="*/ 1531149 w 1905657"/>
                <a:gd name="connsiteY341" fmla="*/ 603396 h 1221162"/>
                <a:gd name="connsiteX342" fmla="*/ 1528322 w 1905657"/>
                <a:gd name="connsiteY342" fmla="*/ 601445 h 1221162"/>
                <a:gd name="connsiteX343" fmla="*/ 1526875 w 1905657"/>
                <a:gd name="connsiteY343" fmla="*/ 600436 h 1221162"/>
                <a:gd name="connsiteX344" fmla="*/ 1523543 w 1905657"/>
                <a:gd name="connsiteY344" fmla="*/ 597610 h 1221162"/>
                <a:gd name="connsiteX345" fmla="*/ 1521726 w 1905657"/>
                <a:gd name="connsiteY345" fmla="*/ 596096 h 1221162"/>
                <a:gd name="connsiteX346" fmla="*/ 1520716 w 1905657"/>
                <a:gd name="connsiteY346" fmla="*/ 594650 h 1221162"/>
                <a:gd name="connsiteX347" fmla="*/ 1519134 w 1905657"/>
                <a:gd name="connsiteY347" fmla="*/ 592329 h 1221162"/>
                <a:gd name="connsiteX348" fmla="*/ 1517182 w 1905657"/>
                <a:gd name="connsiteY348" fmla="*/ 591319 h 1221162"/>
                <a:gd name="connsiteX349" fmla="*/ 1514793 w 1905657"/>
                <a:gd name="connsiteY349" fmla="*/ 589570 h 1221162"/>
                <a:gd name="connsiteX350" fmla="*/ 1513413 w 1905657"/>
                <a:gd name="connsiteY350" fmla="*/ 589066 h 1221162"/>
                <a:gd name="connsiteX351" fmla="*/ 1511831 w 1905657"/>
                <a:gd name="connsiteY351" fmla="*/ 588998 h 1221162"/>
                <a:gd name="connsiteX352" fmla="*/ 1510249 w 1905657"/>
                <a:gd name="connsiteY352" fmla="*/ 589637 h 1221162"/>
                <a:gd name="connsiteX353" fmla="*/ 1508062 w 1905657"/>
                <a:gd name="connsiteY353" fmla="*/ 590075 h 1221162"/>
                <a:gd name="connsiteX354" fmla="*/ 1505302 w 1905657"/>
                <a:gd name="connsiteY354" fmla="*/ 591454 h 1221162"/>
                <a:gd name="connsiteX355" fmla="*/ 1503922 w 1905657"/>
                <a:gd name="connsiteY355" fmla="*/ 591824 h 1221162"/>
                <a:gd name="connsiteX356" fmla="*/ 1502542 w 1905657"/>
                <a:gd name="connsiteY356" fmla="*/ 593069 h 1221162"/>
                <a:gd name="connsiteX357" fmla="*/ 1501230 w 1905657"/>
                <a:gd name="connsiteY357" fmla="*/ 595154 h 1221162"/>
                <a:gd name="connsiteX358" fmla="*/ 1498706 w 1905657"/>
                <a:gd name="connsiteY358" fmla="*/ 595592 h 1221162"/>
                <a:gd name="connsiteX359" fmla="*/ 1496956 w 1905657"/>
                <a:gd name="connsiteY359" fmla="*/ 595289 h 1221162"/>
                <a:gd name="connsiteX360" fmla="*/ 1494129 w 1905657"/>
                <a:gd name="connsiteY360" fmla="*/ 594717 h 1221162"/>
                <a:gd name="connsiteX361" fmla="*/ 1491537 w 1905657"/>
                <a:gd name="connsiteY361" fmla="*/ 595524 h 1221162"/>
                <a:gd name="connsiteX362" fmla="*/ 1490090 w 1905657"/>
                <a:gd name="connsiteY362" fmla="*/ 595524 h 1221162"/>
                <a:gd name="connsiteX363" fmla="*/ 1489350 w 1905657"/>
                <a:gd name="connsiteY363" fmla="*/ 596365 h 1221162"/>
                <a:gd name="connsiteX364" fmla="*/ 1486523 w 1905657"/>
                <a:gd name="connsiteY364" fmla="*/ 597476 h 1221162"/>
                <a:gd name="connsiteX365" fmla="*/ 1483057 w 1905657"/>
                <a:gd name="connsiteY365" fmla="*/ 597476 h 1221162"/>
                <a:gd name="connsiteX366" fmla="*/ 1478984 w 1905657"/>
                <a:gd name="connsiteY366" fmla="*/ 597476 h 1221162"/>
                <a:gd name="connsiteX367" fmla="*/ 1473398 w 1905657"/>
                <a:gd name="connsiteY367" fmla="*/ 598720 h 1221162"/>
                <a:gd name="connsiteX368" fmla="*/ 1471311 w 1905657"/>
                <a:gd name="connsiteY368" fmla="*/ 600167 h 1221162"/>
                <a:gd name="connsiteX369" fmla="*/ 1469426 w 1905657"/>
                <a:gd name="connsiteY369" fmla="*/ 602488 h 1221162"/>
                <a:gd name="connsiteX370" fmla="*/ 1466532 w 1905657"/>
                <a:gd name="connsiteY370" fmla="*/ 603867 h 1221162"/>
                <a:gd name="connsiteX371" fmla="*/ 1463907 w 1905657"/>
                <a:gd name="connsiteY371" fmla="*/ 604372 h 1221162"/>
                <a:gd name="connsiteX372" fmla="*/ 1461652 w 1905657"/>
                <a:gd name="connsiteY372" fmla="*/ 604372 h 1221162"/>
                <a:gd name="connsiteX373" fmla="*/ 1458960 w 1905657"/>
                <a:gd name="connsiteY373" fmla="*/ 601983 h 1221162"/>
                <a:gd name="connsiteX374" fmla="*/ 1456436 w 1905657"/>
                <a:gd name="connsiteY374" fmla="*/ 599527 h 1221162"/>
                <a:gd name="connsiteX375" fmla="*/ 1452296 w 1905657"/>
                <a:gd name="connsiteY375" fmla="*/ 597139 h 1221162"/>
                <a:gd name="connsiteX376" fmla="*/ 1450714 w 1905657"/>
                <a:gd name="connsiteY376" fmla="*/ 595390 h 1221162"/>
                <a:gd name="connsiteX377" fmla="*/ 1448628 w 1905657"/>
                <a:gd name="connsiteY377" fmla="*/ 595524 h 1221162"/>
                <a:gd name="connsiteX378" fmla="*/ 1447383 w 1905657"/>
                <a:gd name="connsiteY378" fmla="*/ 596164 h 1221162"/>
                <a:gd name="connsiteX379" fmla="*/ 1446743 w 1905657"/>
                <a:gd name="connsiteY379" fmla="*/ 597408 h 1221162"/>
                <a:gd name="connsiteX380" fmla="*/ 1445734 w 1905657"/>
                <a:gd name="connsiteY380" fmla="*/ 600301 h 1221162"/>
                <a:gd name="connsiteX381" fmla="*/ 1443782 w 1905657"/>
                <a:gd name="connsiteY381" fmla="*/ 601243 h 1221162"/>
                <a:gd name="connsiteX382" fmla="*/ 1442536 w 1905657"/>
                <a:gd name="connsiteY382" fmla="*/ 600503 h 1221162"/>
                <a:gd name="connsiteX383" fmla="*/ 1442402 w 1905657"/>
                <a:gd name="connsiteY383" fmla="*/ 598317 h 1221162"/>
                <a:gd name="connsiteX384" fmla="*/ 1442469 w 1905657"/>
                <a:gd name="connsiteY384" fmla="*/ 594683 h 1221162"/>
                <a:gd name="connsiteX385" fmla="*/ 1442402 w 1905657"/>
                <a:gd name="connsiteY385" fmla="*/ 591723 h 1221162"/>
                <a:gd name="connsiteX386" fmla="*/ 1441964 w 1905657"/>
                <a:gd name="connsiteY386" fmla="*/ 588595 h 1221162"/>
                <a:gd name="connsiteX387" fmla="*/ 1440719 w 1905657"/>
                <a:gd name="connsiteY387" fmla="*/ 587518 h 1221162"/>
                <a:gd name="connsiteX388" fmla="*/ 1438195 w 1905657"/>
                <a:gd name="connsiteY388" fmla="*/ 586139 h 1221162"/>
                <a:gd name="connsiteX389" fmla="*/ 1435738 w 1905657"/>
                <a:gd name="connsiteY389" fmla="*/ 585130 h 1221162"/>
                <a:gd name="connsiteX390" fmla="*/ 1433281 w 1905657"/>
                <a:gd name="connsiteY390" fmla="*/ 584692 h 1221162"/>
                <a:gd name="connsiteX391" fmla="*/ 1431397 w 1905657"/>
                <a:gd name="connsiteY391" fmla="*/ 584020 h 1221162"/>
                <a:gd name="connsiteX392" fmla="*/ 1429512 w 1905657"/>
                <a:gd name="connsiteY392" fmla="*/ 584322 h 1221162"/>
                <a:gd name="connsiteX393" fmla="*/ 1426820 w 1905657"/>
                <a:gd name="connsiteY393" fmla="*/ 584524 h 1221162"/>
                <a:gd name="connsiteX394" fmla="*/ 1424632 w 1905657"/>
                <a:gd name="connsiteY394" fmla="*/ 584726 h 1221162"/>
                <a:gd name="connsiteX395" fmla="*/ 1422815 w 1905657"/>
                <a:gd name="connsiteY395" fmla="*/ 585903 h 1221162"/>
                <a:gd name="connsiteX396" fmla="*/ 1421065 w 1905657"/>
                <a:gd name="connsiteY396" fmla="*/ 586610 h 1221162"/>
                <a:gd name="connsiteX397" fmla="*/ 1419483 w 1905657"/>
                <a:gd name="connsiteY397" fmla="*/ 587922 h 1221162"/>
                <a:gd name="connsiteX398" fmla="*/ 1418608 w 1905657"/>
                <a:gd name="connsiteY398" fmla="*/ 589671 h 1221162"/>
                <a:gd name="connsiteX399" fmla="*/ 1417666 w 1905657"/>
                <a:gd name="connsiteY399" fmla="*/ 591252 h 1221162"/>
                <a:gd name="connsiteX400" fmla="*/ 1416353 w 1905657"/>
                <a:gd name="connsiteY400" fmla="*/ 593203 h 1221162"/>
                <a:gd name="connsiteX401" fmla="*/ 1414334 w 1905657"/>
                <a:gd name="connsiteY401" fmla="*/ 595222 h 1221162"/>
                <a:gd name="connsiteX402" fmla="*/ 1412449 w 1905657"/>
                <a:gd name="connsiteY402" fmla="*/ 594078 h 1221162"/>
                <a:gd name="connsiteX403" fmla="*/ 1410565 w 1905657"/>
                <a:gd name="connsiteY403" fmla="*/ 593271 h 1221162"/>
                <a:gd name="connsiteX404" fmla="*/ 1407872 w 1905657"/>
                <a:gd name="connsiteY404" fmla="*/ 592833 h 1221162"/>
                <a:gd name="connsiteX405" fmla="*/ 1406560 w 1905657"/>
                <a:gd name="connsiteY405" fmla="*/ 592261 h 1221162"/>
                <a:gd name="connsiteX406" fmla="*/ 1405483 w 1905657"/>
                <a:gd name="connsiteY406" fmla="*/ 590310 h 1221162"/>
                <a:gd name="connsiteX407" fmla="*/ 1405348 w 1905657"/>
                <a:gd name="connsiteY407" fmla="*/ 588124 h 1221162"/>
                <a:gd name="connsiteX408" fmla="*/ 1405281 w 1905657"/>
                <a:gd name="connsiteY408" fmla="*/ 586879 h 1221162"/>
                <a:gd name="connsiteX409" fmla="*/ 1405146 w 1905657"/>
                <a:gd name="connsiteY409" fmla="*/ 584928 h 1221162"/>
                <a:gd name="connsiteX410" fmla="*/ 1403463 w 1905657"/>
                <a:gd name="connsiteY410" fmla="*/ 583683 h 1221162"/>
                <a:gd name="connsiteX411" fmla="*/ 1400064 w 1905657"/>
                <a:gd name="connsiteY411" fmla="*/ 585062 h 1221162"/>
                <a:gd name="connsiteX412" fmla="*/ 1398920 w 1905657"/>
                <a:gd name="connsiteY412" fmla="*/ 585937 h 1221162"/>
                <a:gd name="connsiteX413" fmla="*/ 1396732 w 1905657"/>
                <a:gd name="connsiteY413" fmla="*/ 585937 h 1221162"/>
                <a:gd name="connsiteX414" fmla="*/ 1396430 w 1905657"/>
                <a:gd name="connsiteY414" fmla="*/ 584793 h 1221162"/>
                <a:gd name="connsiteX415" fmla="*/ 1395050 w 1905657"/>
                <a:gd name="connsiteY415" fmla="*/ 581160 h 1221162"/>
                <a:gd name="connsiteX416" fmla="*/ 1393670 w 1905657"/>
                <a:gd name="connsiteY416" fmla="*/ 580656 h 1221162"/>
                <a:gd name="connsiteX417" fmla="*/ 1390203 w 1905657"/>
                <a:gd name="connsiteY417" fmla="*/ 580656 h 1221162"/>
                <a:gd name="connsiteX418" fmla="*/ 1388756 w 1905657"/>
                <a:gd name="connsiteY418" fmla="*/ 579142 h 1221162"/>
                <a:gd name="connsiteX419" fmla="*/ 1388622 w 1905657"/>
                <a:gd name="connsiteY419" fmla="*/ 577191 h 1221162"/>
                <a:gd name="connsiteX420" fmla="*/ 1387881 w 1905657"/>
                <a:gd name="connsiteY420" fmla="*/ 574500 h 1221162"/>
                <a:gd name="connsiteX421" fmla="*/ 1386636 w 1905657"/>
                <a:gd name="connsiteY421" fmla="*/ 569790 h 1221162"/>
                <a:gd name="connsiteX422" fmla="*/ 1385054 w 1905657"/>
                <a:gd name="connsiteY422" fmla="*/ 567906 h 1221162"/>
                <a:gd name="connsiteX423" fmla="*/ 1380410 w 1905657"/>
                <a:gd name="connsiteY423" fmla="*/ 566964 h 1221162"/>
                <a:gd name="connsiteX424" fmla="*/ 1377078 w 1905657"/>
                <a:gd name="connsiteY424" fmla="*/ 567973 h 1221162"/>
                <a:gd name="connsiteX425" fmla="*/ 1374386 w 1905657"/>
                <a:gd name="connsiteY425" fmla="*/ 568545 h 1221162"/>
                <a:gd name="connsiteX426" fmla="*/ 1369674 w 1905657"/>
                <a:gd name="connsiteY426" fmla="*/ 568915 h 1221162"/>
                <a:gd name="connsiteX427" fmla="*/ 1367419 w 1905657"/>
                <a:gd name="connsiteY427" fmla="*/ 568646 h 1221162"/>
                <a:gd name="connsiteX428" fmla="*/ 1366544 w 1905657"/>
                <a:gd name="connsiteY428" fmla="*/ 568209 h 1221162"/>
                <a:gd name="connsiteX429" fmla="*/ 1365164 w 1905657"/>
                <a:gd name="connsiteY429" fmla="*/ 565888 h 1221162"/>
                <a:gd name="connsiteX430" fmla="*/ 1364357 w 1905657"/>
                <a:gd name="connsiteY430" fmla="*/ 562558 h 1221162"/>
                <a:gd name="connsiteX431" fmla="*/ 1363482 w 1905657"/>
                <a:gd name="connsiteY431" fmla="*/ 557983 h 1221162"/>
                <a:gd name="connsiteX432" fmla="*/ 1362607 w 1905657"/>
                <a:gd name="connsiteY432" fmla="*/ 556233 h 1221162"/>
                <a:gd name="connsiteX433" fmla="*/ 1358131 w 1905657"/>
                <a:gd name="connsiteY433" fmla="*/ 551524 h 1221162"/>
                <a:gd name="connsiteX434" fmla="*/ 1355607 w 1905657"/>
                <a:gd name="connsiteY434" fmla="*/ 551827 h 1221162"/>
                <a:gd name="connsiteX435" fmla="*/ 1353857 w 1905657"/>
                <a:gd name="connsiteY435" fmla="*/ 553778 h 1221162"/>
                <a:gd name="connsiteX436" fmla="*/ 1352106 w 1905657"/>
                <a:gd name="connsiteY436" fmla="*/ 554719 h 1221162"/>
                <a:gd name="connsiteX437" fmla="*/ 1348977 w 1905657"/>
                <a:gd name="connsiteY437" fmla="*/ 555291 h 1221162"/>
                <a:gd name="connsiteX438" fmla="*/ 1346789 w 1905657"/>
                <a:gd name="connsiteY438" fmla="*/ 555594 h 1221162"/>
                <a:gd name="connsiteX439" fmla="*/ 1345106 w 1905657"/>
                <a:gd name="connsiteY439" fmla="*/ 556233 h 1221162"/>
                <a:gd name="connsiteX440" fmla="*/ 1343356 w 1905657"/>
                <a:gd name="connsiteY440" fmla="*/ 555359 h 1221162"/>
                <a:gd name="connsiteX441" fmla="*/ 1341775 w 1905657"/>
                <a:gd name="connsiteY441" fmla="*/ 553677 h 1221162"/>
                <a:gd name="connsiteX442" fmla="*/ 1340024 w 1905657"/>
                <a:gd name="connsiteY442" fmla="*/ 551221 h 1221162"/>
                <a:gd name="connsiteX443" fmla="*/ 1339082 w 1905657"/>
                <a:gd name="connsiteY443" fmla="*/ 550582 h 1221162"/>
                <a:gd name="connsiteX444" fmla="*/ 1335515 w 1905657"/>
                <a:gd name="connsiteY444" fmla="*/ 549270 h 1221162"/>
                <a:gd name="connsiteX445" fmla="*/ 1334202 w 1905657"/>
                <a:gd name="connsiteY445" fmla="*/ 549775 h 1221162"/>
                <a:gd name="connsiteX446" fmla="*/ 1333698 w 1905657"/>
                <a:gd name="connsiteY446" fmla="*/ 550582 h 1221162"/>
                <a:gd name="connsiteX447" fmla="*/ 1331173 w 1905657"/>
                <a:gd name="connsiteY447" fmla="*/ 552533 h 1221162"/>
                <a:gd name="connsiteX448" fmla="*/ 1329726 w 1905657"/>
                <a:gd name="connsiteY448" fmla="*/ 552735 h 1221162"/>
                <a:gd name="connsiteX449" fmla="*/ 1327976 w 1905657"/>
                <a:gd name="connsiteY449" fmla="*/ 551221 h 1221162"/>
                <a:gd name="connsiteX450" fmla="*/ 1324510 w 1905657"/>
                <a:gd name="connsiteY450" fmla="*/ 549135 h 1221162"/>
                <a:gd name="connsiteX451" fmla="*/ 1322053 w 1905657"/>
                <a:gd name="connsiteY451" fmla="*/ 550380 h 1221162"/>
                <a:gd name="connsiteX452" fmla="*/ 1320303 w 1905657"/>
                <a:gd name="connsiteY452" fmla="*/ 551827 h 1221162"/>
                <a:gd name="connsiteX453" fmla="*/ 1317274 w 1905657"/>
                <a:gd name="connsiteY453" fmla="*/ 553206 h 1221162"/>
                <a:gd name="connsiteX454" fmla="*/ 1316197 w 1905657"/>
                <a:gd name="connsiteY454" fmla="*/ 552264 h 1221162"/>
                <a:gd name="connsiteX455" fmla="*/ 1315558 w 1905657"/>
                <a:gd name="connsiteY455" fmla="*/ 550245 h 1221162"/>
                <a:gd name="connsiteX456" fmla="*/ 1314178 w 1905657"/>
                <a:gd name="connsiteY456" fmla="*/ 547992 h 1221162"/>
                <a:gd name="connsiteX457" fmla="*/ 1310913 w 1905657"/>
                <a:gd name="connsiteY457" fmla="*/ 544089 h 1221162"/>
                <a:gd name="connsiteX458" fmla="*/ 1309163 w 1905657"/>
                <a:gd name="connsiteY458" fmla="*/ 542845 h 1221162"/>
                <a:gd name="connsiteX459" fmla="*/ 1306841 w 1905657"/>
                <a:gd name="connsiteY459" fmla="*/ 542037 h 1221162"/>
                <a:gd name="connsiteX460" fmla="*/ 1301120 w 1905657"/>
                <a:gd name="connsiteY460" fmla="*/ 542609 h 1221162"/>
                <a:gd name="connsiteX461" fmla="*/ 1299100 w 1905657"/>
                <a:gd name="connsiteY461" fmla="*/ 543753 h 1221162"/>
                <a:gd name="connsiteX462" fmla="*/ 1298226 w 1905657"/>
                <a:gd name="connsiteY462" fmla="*/ 545570 h 1221162"/>
                <a:gd name="connsiteX463" fmla="*/ 1297923 w 1905657"/>
                <a:gd name="connsiteY463" fmla="*/ 547016 h 1221162"/>
                <a:gd name="connsiteX464" fmla="*/ 1295668 w 1905657"/>
                <a:gd name="connsiteY464" fmla="*/ 548900 h 1221162"/>
                <a:gd name="connsiteX465" fmla="*/ 1294860 w 1905657"/>
                <a:gd name="connsiteY465" fmla="*/ 548900 h 1221162"/>
                <a:gd name="connsiteX466" fmla="*/ 1294052 w 1905657"/>
                <a:gd name="connsiteY466" fmla="*/ 544560 h 1221162"/>
                <a:gd name="connsiteX467" fmla="*/ 1294692 w 1905657"/>
                <a:gd name="connsiteY467" fmla="*/ 540927 h 1221162"/>
                <a:gd name="connsiteX468" fmla="*/ 1294826 w 1905657"/>
                <a:gd name="connsiteY468" fmla="*/ 538976 h 1221162"/>
                <a:gd name="connsiteX469" fmla="*/ 1294894 w 1905657"/>
                <a:gd name="connsiteY469" fmla="*/ 536521 h 1221162"/>
                <a:gd name="connsiteX470" fmla="*/ 1294692 w 1905657"/>
                <a:gd name="connsiteY470" fmla="*/ 534569 h 1221162"/>
                <a:gd name="connsiteX471" fmla="*/ 1292504 w 1905657"/>
                <a:gd name="connsiteY471" fmla="*/ 531878 h 1221162"/>
                <a:gd name="connsiteX472" fmla="*/ 1289374 w 1905657"/>
                <a:gd name="connsiteY472" fmla="*/ 529557 h 1221162"/>
                <a:gd name="connsiteX473" fmla="*/ 1285975 w 1905657"/>
                <a:gd name="connsiteY473" fmla="*/ 527808 h 1221162"/>
                <a:gd name="connsiteX474" fmla="*/ 1280893 w 1905657"/>
                <a:gd name="connsiteY474" fmla="*/ 527740 h 1221162"/>
                <a:gd name="connsiteX475" fmla="*/ 1277629 w 1905657"/>
                <a:gd name="connsiteY475" fmla="*/ 528245 h 1221162"/>
                <a:gd name="connsiteX476" fmla="*/ 1275744 w 1905657"/>
                <a:gd name="connsiteY476" fmla="*/ 529322 h 1221162"/>
                <a:gd name="connsiteX477" fmla="*/ 1269451 w 1905657"/>
                <a:gd name="connsiteY477" fmla="*/ 530263 h 1221162"/>
                <a:gd name="connsiteX478" fmla="*/ 1267129 w 1905657"/>
                <a:gd name="connsiteY478" fmla="*/ 529456 h 1221162"/>
                <a:gd name="connsiteX479" fmla="*/ 1265749 w 1905657"/>
                <a:gd name="connsiteY479" fmla="*/ 527135 h 1221162"/>
                <a:gd name="connsiteX480" fmla="*/ 1266119 w 1905657"/>
                <a:gd name="connsiteY480" fmla="*/ 524948 h 1221162"/>
                <a:gd name="connsiteX481" fmla="*/ 1266119 w 1905657"/>
                <a:gd name="connsiteY481" fmla="*/ 523367 h 1221162"/>
                <a:gd name="connsiteX482" fmla="*/ 1264066 w 1905657"/>
                <a:gd name="connsiteY482" fmla="*/ 518456 h 1221162"/>
                <a:gd name="connsiteX483" fmla="*/ 1262720 w 1905657"/>
                <a:gd name="connsiteY483" fmla="*/ 516068 h 1221162"/>
                <a:gd name="connsiteX484" fmla="*/ 1258648 w 1905657"/>
                <a:gd name="connsiteY484" fmla="*/ 512165 h 1221162"/>
                <a:gd name="connsiteX485" fmla="*/ 1256898 w 1905657"/>
                <a:gd name="connsiteY485" fmla="*/ 511762 h 1221162"/>
                <a:gd name="connsiteX486" fmla="*/ 1254878 w 1905657"/>
                <a:gd name="connsiteY486" fmla="*/ 511762 h 1221162"/>
                <a:gd name="connsiteX487" fmla="*/ 1253196 w 1905657"/>
                <a:gd name="connsiteY487" fmla="*/ 511728 h 1221162"/>
                <a:gd name="connsiteX488" fmla="*/ 1249224 w 1905657"/>
                <a:gd name="connsiteY488" fmla="*/ 511728 h 1221162"/>
                <a:gd name="connsiteX489" fmla="*/ 1248720 w 1905657"/>
                <a:gd name="connsiteY489" fmla="*/ 511089 h 1221162"/>
                <a:gd name="connsiteX490" fmla="*/ 1246700 w 1905657"/>
                <a:gd name="connsiteY490" fmla="*/ 509070 h 1221162"/>
                <a:gd name="connsiteX491" fmla="*/ 1243570 w 1905657"/>
                <a:gd name="connsiteY491" fmla="*/ 507119 h 1221162"/>
                <a:gd name="connsiteX492" fmla="*/ 1241820 w 1905657"/>
                <a:gd name="connsiteY492" fmla="*/ 506312 h 1221162"/>
                <a:gd name="connsiteX493" fmla="*/ 1240945 w 1905657"/>
                <a:gd name="connsiteY493" fmla="*/ 503991 h 1221162"/>
                <a:gd name="connsiteX494" fmla="*/ 1240508 w 1905657"/>
                <a:gd name="connsiteY494" fmla="*/ 501468 h 1221162"/>
                <a:gd name="connsiteX495" fmla="*/ 1237614 w 1905657"/>
                <a:gd name="connsiteY495" fmla="*/ 499584 h 1221162"/>
                <a:gd name="connsiteX496" fmla="*/ 1236301 w 1905657"/>
                <a:gd name="connsiteY496" fmla="*/ 498777 h 1221162"/>
                <a:gd name="connsiteX497" fmla="*/ 1233912 w 1905657"/>
                <a:gd name="connsiteY497" fmla="*/ 495379 h 1221162"/>
                <a:gd name="connsiteX498" fmla="*/ 1232162 w 1905657"/>
                <a:gd name="connsiteY498" fmla="*/ 491847 h 1221162"/>
                <a:gd name="connsiteX499" fmla="*/ 1230210 w 1905657"/>
                <a:gd name="connsiteY499" fmla="*/ 488079 h 1221162"/>
                <a:gd name="connsiteX500" fmla="*/ 1229065 w 1905657"/>
                <a:gd name="connsiteY500" fmla="*/ 486397 h 1221162"/>
                <a:gd name="connsiteX501" fmla="*/ 1228190 w 1905657"/>
                <a:gd name="connsiteY501" fmla="*/ 484884 h 1221162"/>
                <a:gd name="connsiteX502" fmla="*/ 1227686 w 1905657"/>
                <a:gd name="connsiteY502" fmla="*/ 483303 h 1221162"/>
                <a:gd name="connsiteX503" fmla="*/ 1227315 w 1905657"/>
                <a:gd name="connsiteY503" fmla="*/ 481284 h 1221162"/>
                <a:gd name="connsiteX504" fmla="*/ 1225935 w 1905657"/>
                <a:gd name="connsiteY504" fmla="*/ 479535 h 1221162"/>
                <a:gd name="connsiteX505" fmla="*/ 1225363 w 1905657"/>
                <a:gd name="connsiteY505" fmla="*/ 479098 h 1221162"/>
                <a:gd name="connsiteX506" fmla="*/ 1223041 w 1905657"/>
                <a:gd name="connsiteY506" fmla="*/ 477584 h 1221162"/>
                <a:gd name="connsiteX507" fmla="*/ 1221358 w 1905657"/>
                <a:gd name="connsiteY507" fmla="*/ 477012 h 1221162"/>
                <a:gd name="connsiteX508" fmla="*/ 1220854 w 1905657"/>
                <a:gd name="connsiteY508" fmla="*/ 474623 h 1221162"/>
                <a:gd name="connsiteX509" fmla="*/ 1220854 w 1905657"/>
                <a:gd name="connsiteY509" fmla="*/ 473816 h 1221162"/>
                <a:gd name="connsiteX510" fmla="*/ 1221459 w 1905657"/>
                <a:gd name="connsiteY510" fmla="*/ 472874 h 1221162"/>
                <a:gd name="connsiteX511" fmla="*/ 1222503 w 1905657"/>
                <a:gd name="connsiteY511" fmla="*/ 471932 h 1221162"/>
                <a:gd name="connsiteX512" fmla="*/ 1222940 w 1905657"/>
                <a:gd name="connsiteY512" fmla="*/ 470049 h 1221162"/>
                <a:gd name="connsiteX513" fmla="*/ 1222806 w 1905657"/>
                <a:gd name="connsiteY513" fmla="*/ 468737 h 1221162"/>
                <a:gd name="connsiteX514" fmla="*/ 1218094 w 1905657"/>
                <a:gd name="connsiteY514" fmla="*/ 465844 h 1221162"/>
                <a:gd name="connsiteX515" fmla="*/ 1215906 w 1905657"/>
                <a:gd name="connsiteY515" fmla="*/ 465272 h 1221162"/>
                <a:gd name="connsiteX516" fmla="*/ 1212709 w 1905657"/>
                <a:gd name="connsiteY516" fmla="*/ 464532 h 1221162"/>
                <a:gd name="connsiteX517" fmla="*/ 1209882 w 1905657"/>
                <a:gd name="connsiteY517" fmla="*/ 464397 h 1221162"/>
                <a:gd name="connsiteX518" fmla="*/ 1207358 w 1905657"/>
                <a:gd name="connsiteY518" fmla="*/ 465036 h 1221162"/>
                <a:gd name="connsiteX519" fmla="*/ 1206348 w 1905657"/>
                <a:gd name="connsiteY519" fmla="*/ 466045 h 1221162"/>
                <a:gd name="connsiteX520" fmla="*/ 1204834 w 1905657"/>
                <a:gd name="connsiteY520" fmla="*/ 466853 h 1221162"/>
                <a:gd name="connsiteX521" fmla="*/ 1202579 w 1905657"/>
                <a:gd name="connsiteY521" fmla="*/ 467223 h 1221162"/>
                <a:gd name="connsiteX522" fmla="*/ 1201435 w 1905657"/>
                <a:gd name="connsiteY522" fmla="*/ 469107 h 1221162"/>
                <a:gd name="connsiteX523" fmla="*/ 1200627 w 1905657"/>
                <a:gd name="connsiteY523" fmla="*/ 470183 h 1221162"/>
                <a:gd name="connsiteX524" fmla="*/ 1199382 w 1905657"/>
                <a:gd name="connsiteY524" fmla="*/ 471260 h 1221162"/>
                <a:gd name="connsiteX525" fmla="*/ 1197565 w 1905657"/>
                <a:gd name="connsiteY525" fmla="*/ 472706 h 1221162"/>
                <a:gd name="connsiteX526" fmla="*/ 1196118 w 1905657"/>
                <a:gd name="connsiteY526" fmla="*/ 472504 h 1221162"/>
                <a:gd name="connsiteX527" fmla="*/ 1194603 w 1905657"/>
                <a:gd name="connsiteY527" fmla="*/ 471260 h 1221162"/>
                <a:gd name="connsiteX528" fmla="*/ 1192651 w 1905657"/>
                <a:gd name="connsiteY528" fmla="*/ 469174 h 1221162"/>
                <a:gd name="connsiteX529" fmla="*/ 1190699 w 1905657"/>
                <a:gd name="connsiteY529" fmla="*/ 468097 h 1221162"/>
                <a:gd name="connsiteX530" fmla="*/ 1185348 w 1905657"/>
                <a:gd name="connsiteY530" fmla="*/ 467660 h 1221162"/>
                <a:gd name="connsiteX531" fmla="*/ 1182656 w 1905657"/>
                <a:gd name="connsiteY531" fmla="*/ 468400 h 1221162"/>
                <a:gd name="connsiteX532" fmla="*/ 1180704 w 1905657"/>
                <a:gd name="connsiteY532" fmla="*/ 469477 h 1221162"/>
                <a:gd name="connsiteX533" fmla="*/ 1178886 w 1905657"/>
                <a:gd name="connsiteY533" fmla="*/ 471159 h 1221162"/>
                <a:gd name="connsiteX534" fmla="*/ 1177372 w 1905657"/>
                <a:gd name="connsiteY534" fmla="*/ 473547 h 1221162"/>
                <a:gd name="connsiteX535" fmla="*/ 1175353 w 1905657"/>
                <a:gd name="connsiteY535" fmla="*/ 475868 h 1221162"/>
                <a:gd name="connsiteX536" fmla="*/ 1173771 w 1905657"/>
                <a:gd name="connsiteY536" fmla="*/ 477449 h 1221162"/>
                <a:gd name="connsiteX537" fmla="*/ 1170002 w 1905657"/>
                <a:gd name="connsiteY537" fmla="*/ 478694 h 1221162"/>
                <a:gd name="connsiteX538" fmla="*/ 1167107 w 1905657"/>
                <a:gd name="connsiteY538" fmla="*/ 479501 h 1221162"/>
                <a:gd name="connsiteX539" fmla="*/ 1162631 w 1905657"/>
                <a:gd name="connsiteY539" fmla="*/ 480746 h 1221162"/>
                <a:gd name="connsiteX540" fmla="*/ 1159737 w 1905657"/>
                <a:gd name="connsiteY540" fmla="*/ 480746 h 1221162"/>
                <a:gd name="connsiteX541" fmla="*/ 1158290 w 1905657"/>
                <a:gd name="connsiteY541" fmla="*/ 478122 h 1221162"/>
                <a:gd name="connsiteX542" fmla="*/ 1158290 w 1905657"/>
                <a:gd name="connsiteY542" fmla="*/ 476541 h 1221162"/>
                <a:gd name="connsiteX543" fmla="*/ 1157549 w 1905657"/>
                <a:gd name="connsiteY543" fmla="*/ 474152 h 1221162"/>
                <a:gd name="connsiteX544" fmla="*/ 1150650 w 1905657"/>
                <a:gd name="connsiteY544" fmla="*/ 467425 h 1221162"/>
                <a:gd name="connsiteX545" fmla="*/ 1145501 w 1905657"/>
                <a:gd name="connsiteY545" fmla="*/ 462412 h 1221162"/>
                <a:gd name="connsiteX546" fmla="*/ 1143246 w 1905657"/>
                <a:gd name="connsiteY546" fmla="*/ 459587 h 1221162"/>
                <a:gd name="connsiteX547" fmla="*/ 1139275 w 1905657"/>
                <a:gd name="connsiteY547" fmla="*/ 457131 h 1221162"/>
                <a:gd name="connsiteX548" fmla="*/ 1133756 w 1905657"/>
                <a:gd name="connsiteY548" fmla="*/ 455987 h 1221162"/>
                <a:gd name="connsiteX549" fmla="*/ 1130121 w 1905657"/>
                <a:gd name="connsiteY549" fmla="*/ 453733 h 1221162"/>
                <a:gd name="connsiteX550" fmla="*/ 1129549 w 1905657"/>
                <a:gd name="connsiteY550" fmla="*/ 452421 h 1221162"/>
                <a:gd name="connsiteX551" fmla="*/ 1128606 w 1905657"/>
                <a:gd name="connsiteY551" fmla="*/ 449898 h 1221162"/>
                <a:gd name="connsiteX552" fmla="*/ 1126722 w 1905657"/>
                <a:gd name="connsiteY552" fmla="*/ 446703 h 1221162"/>
                <a:gd name="connsiteX553" fmla="*/ 1125914 w 1905657"/>
                <a:gd name="connsiteY553" fmla="*/ 444684 h 1221162"/>
                <a:gd name="connsiteX554" fmla="*/ 1124534 w 1905657"/>
                <a:gd name="connsiteY554" fmla="*/ 440479 h 1221162"/>
                <a:gd name="connsiteX555" fmla="*/ 1122515 w 1905657"/>
                <a:gd name="connsiteY555" fmla="*/ 439235 h 1221162"/>
                <a:gd name="connsiteX556" fmla="*/ 1120698 w 1905657"/>
                <a:gd name="connsiteY556" fmla="*/ 437990 h 1221162"/>
                <a:gd name="connsiteX557" fmla="*/ 1120327 w 1905657"/>
                <a:gd name="connsiteY557" fmla="*/ 436409 h 1221162"/>
                <a:gd name="connsiteX558" fmla="*/ 1120193 w 1905657"/>
                <a:gd name="connsiteY558" fmla="*/ 434155 h 1221162"/>
                <a:gd name="connsiteX559" fmla="*/ 1120058 w 1905657"/>
                <a:gd name="connsiteY559" fmla="*/ 430623 h 1221162"/>
                <a:gd name="connsiteX560" fmla="*/ 1119755 w 1905657"/>
                <a:gd name="connsiteY560" fmla="*/ 427730 h 1221162"/>
                <a:gd name="connsiteX561" fmla="*/ 1118073 w 1905657"/>
                <a:gd name="connsiteY561" fmla="*/ 423895 h 1221162"/>
                <a:gd name="connsiteX562" fmla="*/ 1117332 w 1905657"/>
                <a:gd name="connsiteY562" fmla="*/ 422953 h 1221162"/>
                <a:gd name="connsiteX563" fmla="*/ 1113361 w 1905657"/>
                <a:gd name="connsiteY563" fmla="*/ 419320 h 1221162"/>
                <a:gd name="connsiteX564" fmla="*/ 1111173 w 1905657"/>
                <a:gd name="connsiteY564" fmla="*/ 417806 h 1221162"/>
                <a:gd name="connsiteX565" fmla="*/ 1110164 w 1905657"/>
                <a:gd name="connsiteY565" fmla="*/ 415418 h 1221162"/>
                <a:gd name="connsiteX566" fmla="*/ 1109356 w 1905657"/>
                <a:gd name="connsiteY566" fmla="*/ 413904 h 1221162"/>
                <a:gd name="connsiteX567" fmla="*/ 1108346 w 1905657"/>
                <a:gd name="connsiteY567" fmla="*/ 412323 h 1221162"/>
                <a:gd name="connsiteX568" fmla="*/ 1106260 w 1905657"/>
                <a:gd name="connsiteY568" fmla="*/ 411818 h 1221162"/>
                <a:gd name="connsiteX569" fmla="*/ 1103736 w 1905657"/>
                <a:gd name="connsiteY569" fmla="*/ 411011 h 1221162"/>
                <a:gd name="connsiteX570" fmla="*/ 1101346 w 1905657"/>
                <a:gd name="connsiteY570" fmla="*/ 410506 h 1221162"/>
                <a:gd name="connsiteX571" fmla="*/ 1099966 w 1905657"/>
                <a:gd name="connsiteY571" fmla="*/ 410136 h 1221162"/>
                <a:gd name="connsiteX572" fmla="*/ 1098654 w 1905657"/>
                <a:gd name="connsiteY572" fmla="*/ 408993 h 1221162"/>
                <a:gd name="connsiteX573" fmla="*/ 1098587 w 1905657"/>
                <a:gd name="connsiteY573" fmla="*/ 406301 h 1221162"/>
                <a:gd name="connsiteX574" fmla="*/ 1098587 w 1905657"/>
                <a:gd name="connsiteY574" fmla="*/ 405427 h 1221162"/>
                <a:gd name="connsiteX575" fmla="*/ 1098957 w 1905657"/>
                <a:gd name="connsiteY575" fmla="*/ 404350 h 1221162"/>
                <a:gd name="connsiteX576" fmla="*/ 1100101 w 1905657"/>
                <a:gd name="connsiteY576" fmla="*/ 402096 h 1221162"/>
                <a:gd name="connsiteX577" fmla="*/ 1100808 w 1905657"/>
                <a:gd name="connsiteY577" fmla="*/ 401659 h 1221162"/>
                <a:gd name="connsiteX578" fmla="*/ 1100808 w 1905657"/>
                <a:gd name="connsiteY578" fmla="*/ 398631 h 1221162"/>
                <a:gd name="connsiteX579" fmla="*/ 1099933 w 1905657"/>
                <a:gd name="connsiteY579" fmla="*/ 397320 h 1221162"/>
                <a:gd name="connsiteX580" fmla="*/ 1098486 w 1905657"/>
                <a:gd name="connsiteY580" fmla="*/ 396243 h 1221162"/>
                <a:gd name="connsiteX581" fmla="*/ 1095457 w 1905657"/>
                <a:gd name="connsiteY581" fmla="*/ 394561 h 1221162"/>
                <a:gd name="connsiteX582" fmla="*/ 1094649 w 1905657"/>
                <a:gd name="connsiteY582" fmla="*/ 391601 h 1221162"/>
                <a:gd name="connsiteX583" fmla="*/ 1097173 w 1905657"/>
                <a:gd name="connsiteY583" fmla="*/ 389280 h 1221162"/>
                <a:gd name="connsiteX584" fmla="*/ 1097678 w 1905657"/>
                <a:gd name="connsiteY584" fmla="*/ 387463 h 1221162"/>
                <a:gd name="connsiteX585" fmla="*/ 1097913 w 1905657"/>
                <a:gd name="connsiteY585" fmla="*/ 384267 h 1221162"/>
                <a:gd name="connsiteX586" fmla="*/ 1096029 w 1905657"/>
                <a:gd name="connsiteY586" fmla="*/ 381946 h 1221162"/>
                <a:gd name="connsiteX587" fmla="*/ 1091452 w 1905657"/>
                <a:gd name="connsiteY587" fmla="*/ 380803 h 1221162"/>
                <a:gd name="connsiteX588" fmla="*/ 1087817 w 1905657"/>
                <a:gd name="connsiteY588" fmla="*/ 377842 h 1221162"/>
                <a:gd name="connsiteX589" fmla="*/ 1083913 w 1905657"/>
                <a:gd name="connsiteY589" fmla="*/ 371619 h 1221162"/>
                <a:gd name="connsiteX590" fmla="*/ 1081591 w 1905657"/>
                <a:gd name="connsiteY590" fmla="*/ 367145 h 1221162"/>
                <a:gd name="connsiteX591" fmla="*/ 1080649 w 1905657"/>
                <a:gd name="connsiteY591" fmla="*/ 360989 h 1221162"/>
                <a:gd name="connsiteX592" fmla="*/ 1080581 w 1905657"/>
                <a:gd name="connsiteY592" fmla="*/ 355909 h 1221162"/>
                <a:gd name="connsiteX593" fmla="*/ 1079706 w 1905657"/>
                <a:gd name="connsiteY593" fmla="*/ 349450 h 1221162"/>
                <a:gd name="connsiteX594" fmla="*/ 1080783 w 1905657"/>
                <a:gd name="connsiteY594" fmla="*/ 345885 h 1221162"/>
                <a:gd name="connsiteX595" fmla="*/ 1081860 w 1905657"/>
                <a:gd name="connsiteY595" fmla="*/ 343059 h 1221162"/>
                <a:gd name="connsiteX596" fmla="*/ 1084182 w 1905657"/>
                <a:gd name="connsiteY596" fmla="*/ 342487 h 1221162"/>
                <a:gd name="connsiteX597" fmla="*/ 1088154 w 1905657"/>
                <a:gd name="connsiteY597" fmla="*/ 344573 h 1221162"/>
                <a:gd name="connsiteX598" fmla="*/ 1090981 w 1905657"/>
                <a:gd name="connsiteY598" fmla="*/ 344203 h 1221162"/>
                <a:gd name="connsiteX599" fmla="*/ 1094111 w 1905657"/>
                <a:gd name="connsiteY599" fmla="*/ 342756 h 1221162"/>
                <a:gd name="connsiteX600" fmla="*/ 1095558 w 1905657"/>
                <a:gd name="connsiteY600" fmla="*/ 341377 h 1221162"/>
                <a:gd name="connsiteX601" fmla="*/ 1099260 w 1905657"/>
                <a:gd name="connsiteY601" fmla="*/ 339560 h 1221162"/>
                <a:gd name="connsiteX602" fmla="*/ 1102019 w 1905657"/>
                <a:gd name="connsiteY602" fmla="*/ 336230 h 1221162"/>
                <a:gd name="connsiteX603" fmla="*/ 1103265 w 1905657"/>
                <a:gd name="connsiteY603" fmla="*/ 332900 h 1221162"/>
                <a:gd name="connsiteX604" fmla="*/ 1102524 w 1905657"/>
                <a:gd name="connsiteY604" fmla="*/ 330377 h 1221162"/>
                <a:gd name="connsiteX605" fmla="*/ 1102524 w 1905657"/>
                <a:gd name="connsiteY605" fmla="*/ 327114 h 1221162"/>
                <a:gd name="connsiteX606" fmla="*/ 1102894 w 1905657"/>
                <a:gd name="connsiteY606" fmla="*/ 322909 h 1221162"/>
                <a:gd name="connsiteX607" fmla="*/ 1102962 w 1905657"/>
                <a:gd name="connsiteY607" fmla="*/ 320150 h 1221162"/>
                <a:gd name="connsiteX608" fmla="*/ 1102390 w 1905657"/>
                <a:gd name="connsiteY608" fmla="*/ 318132 h 1221162"/>
                <a:gd name="connsiteX609" fmla="*/ 1102591 w 1905657"/>
                <a:gd name="connsiteY609" fmla="*/ 314162 h 1221162"/>
                <a:gd name="connsiteX610" fmla="*/ 1102457 w 1905657"/>
                <a:gd name="connsiteY610" fmla="*/ 311774 h 1221162"/>
                <a:gd name="connsiteX611" fmla="*/ 1102322 w 1905657"/>
                <a:gd name="connsiteY611" fmla="*/ 308948 h 1221162"/>
                <a:gd name="connsiteX612" fmla="*/ 1102524 w 1905657"/>
                <a:gd name="connsiteY612" fmla="*/ 306055 h 1221162"/>
                <a:gd name="connsiteX613" fmla="*/ 1102524 w 1905657"/>
                <a:gd name="connsiteY613" fmla="*/ 303532 h 1221162"/>
                <a:gd name="connsiteX614" fmla="*/ 1102053 w 1905657"/>
                <a:gd name="connsiteY614" fmla="*/ 299899 h 1221162"/>
                <a:gd name="connsiteX615" fmla="*/ 1102524 w 1905657"/>
                <a:gd name="connsiteY615" fmla="*/ 297376 h 1221162"/>
                <a:gd name="connsiteX616" fmla="*/ 1102524 w 1905657"/>
                <a:gd name="connsiteY616" fmla="*/ 295358 h 1221162"/>
                <a:gd name="connsiteX617" fmla="*/ 1101447 w 1905657"/>
                <a:gd name="connsiteY617" fmla="*/ 293541 h 1221162"/>
                <a:gd name="connsiteX618" fmla="*/ 1100640 w 1905657"/>
                <a:gd name="connsiteY618" fmla="*/ 292095 h 1221162"/>
                <a:gd name="connsiteX619" fmla="*/ 1099899 w 1905657"/>
                <a:gd name="connsiteY619" fmla="*/ 290077 h 1221162"/>
                <a:gd name="connsiteX620" fmla="*/ 1098216 w 1905657"/>
                <a:gd name="connsiteY620" fmla="*/ 288125 h 1221162"/>
                <a:gd name="connsiteX621" fmla="*/ 1096837 w 1905657"/>
                <a:gd name="connsiteY621" fmla="*/ 287554 h 1221162"/>
                <a:gd name="connsiteX622" fmla="*/ 1095961 w 1905657"/>
                <a:gd name="connsiteY622" fmla="*/ 286679 h 1221162"/>
                <a:gd name="connsiteX623" fmla="*/ 1094649 w 1905657"/>
                <a:gd name="connsiteY623" fmla="*/ 285434 h 1221162"/>
                <a:gd name="connsiteX624" fmla="*/ 1094582 w 1905657"/>
                <a:gd name="connsiteY624" fmla="*/ 283618 h 1221162"/>
                <a:gd name="connsiteX625" fmla="*/ 1096029 w 1905657"/>
                <a:gd name="connsiteY625" fmla="*/ 281936 h 1221162"/>
                <a:gd name="connsiteX626" fmla="*/ 1097846 w 1905657"/>
                <a:gd name="connsiteY626" fmla="*/ 280119 h 1221162"/>
                <a:gd name="connsiteX627" fmla="*/ 1102053 w 1905657"/>
                <a:gd name="connsiteY627" fmla="*/ 277731 h 1221162"/>
                <a:gd name="connsiteX628" fmla="*/ 1108010 w 1905657"/>
                <a:gd name="connsiteY628" fmla="*/ 276217 h 1221162"/>
                <a:gd name="connsiteX629" fmla="*/ 1110534 w 1905657"/>
                <a:gd name="connsiteY629" fmla="*/ 271743 h 1221162"/>
                <a:gd name="connsiteX630" fmla="*/ 1111274 w 1905657"/>
                <a:gd name="connsiteY630" fmla="*/ 270801 h 1221162"/>
                <a:gd name="connsiteX631" fmla="*/ 1112856 w 1905657"/>
                <a:gd name="connsiteY631" fmla="*/ 268850 h 1221162"/>
                <a:gd name="connsiteX632" fmla="*/ 1113428 w 1905657"/>
                <a:gd name="connsiteY632" fmla="*/ 266091 h 1221162"/>
                <a:gd name="connsiteX633" fmla="*/ 1109861 w 1905657"/>
                <a:gd name="connsiteY633" fmla="*/ 263266 h 1221162"/>
                <a:gd name="connsiteX634" fmla="*/ 1107269 w 1905657"/>
                <a:gd name="connsiteY634" fmla="*/ 260003 h 1221162"/>
                <a:gd name="connsiteX635" fmla="*/ 1103366 w 1905657"/>
                <a:gd name="connsiteY635" fmla="*/ 257614 h 1221162"/>
                <a:gd name="connsiteX636" fmla="*/ 1101784 w 1905657"/>
                <a:gd name="connsiteY636" fmla="*/ 257480 h 1221162"/>
                <a:gd name="connsiteX637" fmla="*/ 1095928 w 1905657"/>
                <a:gd name="connsiteY637" fmla="*/ 258421 h 1221162"/>
                <a:gd name="connsiteX638" fmla="*/ 1093034 w 1905657"/>
                <a:gd name="connsiteY638" fmla="*/ 258421 h 1221162"/>
                <a:gd name="connsiteX639" fmla="*/ 1089769 w 1905657"/>
                <a:gd name="connsiteY639" fmla="*/ 256403 h 1221162"/>
                <a:gd name="connsiteX640" fmla="*/ 1086942 w 1905657"/>
                <a:gd name="connsiteY640" fmla="*/ 255259 h 1221162"/>
                <a:gd name="connsiteX641" fmla="*/ 1085360 w 1905657"/>
                <a:gd name="connsiteY641" fmla="*/ 252366 h 1221162"/>
                <a:gd name="connsiteX642" fmla="*/ 1086875 w 1905657"/>
                <a:gd name="connsiteY642" fmla="*/ 250987 h 1221162"/>
                <a:gd name="connsiteX643" fmla="*/ 1088322 w 1905657"/>
                <a:gd name="connsiteY643" fmla="*/ 248733 h 1221162"/>
                <a:gd name="connsiteX644" fmla="*/ 1089634 w 1905657"/>
                <a:gd name="connsiteY644" fmla="*/ 246345 h 1221162"/>
                <a:gd name="connsiteX645" fmla="*/ 1090644 w 1905657"/>
                <a:gd name="connsiteY645" fmla="*/ 242140 h 1221162"/>
                <a:gd name="connsiteX646" fmla="*/ 1094043 w 1905657"/>
                <a:gd name="connsiteY646" fmla="*/ 236354 h 1221162"/>
                <a:gd name="connsiteX647" fmla="*/ 1093303 w 1905657"/>
                <a:gd name="connsiteY647" fmla="*/ 233158 h 1221162"/>
                <a:gd name="connsiteX648" fmla="*/ 1087884 w 1905657"/>
                <a:gd name="connsiteY648" fmla="*/ 228886 h 1221162"/>
                <a:gd name="connsiteX649" fmla="*/ 1085360 w 1905657"/>
                <a:gd name="connsiteY649" fmla="*/ 222427 h 1221162"/>
                <a:gd name="connsiteX650" fmla="*/ 1088692 w 1905657"/>
                <a:gd name="connsiteY650" fmla="*/ 216910 h 1221162"/>
                <a:gd name="connsiteX651" fmla="*/ 1091519 w 1905657"/>
                <a:gd name="connsiteY651" fmla="*/ 210452 h 1221162"/>
                <a:gd name="connsiteX652" fmla="*/ 1094346 w 1905657"/>
                <a:gd name="connsiteY652" fmla="*/ 204228 h 1221162"/>
                <a:gd name="connsiteX653" fmla="*/ 1096668 w 1905657"/>
                <a:gd name="connsiteY653" fmla="*/ 201604 h 1221162"/>
                <a:gd name="connsiteX654" fmla="*/ 1102019 w 1905657"/>
                <a:gd name="connsiteY654" fmla="*/ 199586 h 1221162"/>
                <a:gd name="connsiteX655" fmla="*/ 1105149 w 1905657"/>
                <a:gd name="connsiteY655" fmla="*/ 199148 h 1221162"/>
                <a:gd name="connsiteX656" fmla="*/ 1107606 w 1905657"/>
                <a:gd name="connsiteY656" fmla="*/ 199148 h 1221162"/>
                <a:gd name="connsiteX657" fmla="*/ 1110568 w 1905657"/>
                <a:gd name="connsiteY657" fmla="*/ 200090 h 1221162"/>
                <a:gd name="connsiteX658" fmla="*/ 1112890 w 1905657"/>
                <a:gd name="connsiteY658" fmla="*/ 199788 h 1221162"/>
                <a:gd name="connsiteX659" fmla="*/ 1114202 w 1905657"/>
                <a:gd name="connsiteY659" fmla="*/ 197769 h 1221162"/>
                <a:gd name="connsiteX660" fmla="*/ 1114202 w 1905657"/>
                <a:gd name="connsiteY660" fmla="*/ 196087 h 1221162"/>
                <a:gd name="connsiteX661" fmla="*/ 1113462 w 1905657"/>
                <a:gd name="connsiteY661" fmla="*/ 192454 h 1221162"/>
                <a:gd name="connsiteX662" fmla="*/ 1113159 w 1905657"/>
                <a:gd name="connsiteY662" fmla="*/ 188989 h 1221162"/>
                <a:gd name="connsiteX663" fmla="*/ 1114404 w 1905657"/>
                <a:gd name="connsiteY663" fmla="*/ 187173 h 1221162"/>
                <a:gd name="connsiteX664" fmla="*/ 1119924 w 1905657"/>
                <a:gd name="connsiteY664" fmla="*/ 184347 h 1221162"/>
                <a:gd name="connsiteX665" fmla="*/ 1119924 w 1905657"/>
                <a:gd name="connsiteY665" fmla="*/ 180344 h 1221162"/>
                <a:gd name="connsiteX666" fmla="*/ 1119385 w 1905657"/>
                <a:gd name="connsiteY666" fmla="*/ 176778 h 1221162"/>
                <a:gd name="connsiteX667" fmla="*/ 1121606 w 1905657"/>
                <a:gd name="connsiteY667" fmla="*/ 170992 h 1221162"/>
                <a:gd name="connsiteX668" fmla="*/ 1123558 w 1905657"/>
                <a:gd name="connsiteY668" fmla="*/ 167796 h 1221162"/>
                <a:gd name="connsiteX669" fmla="*/ 1126587 w 1905657"/>
                <a:gd name="connsiteY669" fmla="*/ 163894 h 1221162"/>
                <a:gd name="connsiteX670" fmla="*/ 1128472 w 1905657"/>
                <a:gd name="connsiteY670" fmla="*/ 159992 h 1221162"/>
                <a:gd name="connsiteX671" fmla="*/ 1128775 w 1905657"/>
                <a:gd name="connsiteY671" fmla="*/ 158041 h 1221162"/>
                <a:gd name="connsiteX672" fmla="*/ 1125880 w 1905657"/>
                <a:gd name="connsiteY672" fmla="*/ 154778 h 1221162"/>
                <a:gd name="connsiteX673" fmla="*/ 1123121 w 1905657"/>
                <a:gd name="connsiteY673" fmla="*/ 151515 h 1221162"/>
                <a:gd name="connsiteX674" fmla="*/ 1120799 w 1905657"/>
                <a:gd name="connsiteY674" fmla="*/ 149496 h 1221162"/>
                <a:gd name="connsiteX675" fmla="*/ 1116760 w 1905657"/>
                <a:gd name="connsiteY675" fmla="*/ 147411 h 1221162"/>
                <a:gd name="connsiteX676" fmla="*/ 1112688 w 1905657"/>
                <a:gd name="connsiteY676" fmla="*/ 146166 h 1221162"/>
                <a:gd name="connsiteX677" fmla="*/ 1107539 w 1905657"/>
                <a:gd name="connsiteY677" fmla="*/ 145662 h 1221162"/>
                <a:gd name="connsiteX678" fmla="*/ 1104274 w 1905657"/>
                <a:gd name="connsiteY678" fmla="*/ 145022 h 1221162"/>
                <a:gd name="connsiteX679" fmla="*/ 1100740 w 1905657"/>
                <a:gd name="connsiteY679" fmla="*/ 141995 h 1221162"/>
                <a:gd name="connsiteX680" fmla="*/ 1099058 w 1905657"/>
                <a:gd name="connsiteY680" fmla="*/ 139169 h 1221162"/>
                <a:gd name="connsiteX681" fmla="*/ 1099058 w 1905657"/>
                <a:gd name="connsiteY681" fmla="*/ 133888 h 1221162"/>
                <a:gd name="connsiteX682" fmla="*/ 1099361 w 1905657"/>
                <a:gd name="connsiteY682" fmla="*/ 130322 h 1221162"/>
                <a:gd name="connsiteX683" fmla="*/ 1102120 w 1905657"/>
                <a:gd name="connsiteY683" fmla="*/ 127799 h 1221162"/>
                <a:gd name="connsiteX684" fmla="*/ 1105149 w 1905657"/>
                <a:gd name="connsiteY684" fmla="*/ 127227 h 1221162"/>
                <a:gd name="connsiteX685" fmla="*/ 1108279 w 1905657"/>
                <a:gd name="connsiteY685" fmla="*/ 126588 h 1221162"/>
                <a:gd name="connsiteX686" fmla="*/ 1112048 w 1905657"/>
                <a:gd name="connsiteY686" fmla="*/ 125074 h 1221162"/>
                <a:gd name="connsiteX687" fmla="*/ 1115380 w 1905657"/>
                <a:gd name="connsiteY687" fmla="*/ 123426 h 1221162"/>
                <a:gd name="connsiteX688" fmla="*/ 1118746 w 1905657"/>
                <a:gd name="connsiteY688" fmla="*/ 122013 h 1221162"/>
                <a:gd name="connsiteX689" fmla="*/ 1118174 w 1905657"/>
                <a:gd name="connsiteY689" fmla="*/ 121340 h 1221162"/>
                <a:gd name="connsiteX690" fmla="*/ 1113260 w 1905657"/>
                <a:gd name="connsiteY690" fmla="*/ 117472 h 1221162"/>
                <a:gd name="connsiteX691" fmla="*/ 1108616 w 1905657"/>
                <a:gd name="connsiteY691" fmla="*/ 117472 h 1221162"/>
                <a:gd name="connsiteX692" fmla="*/ 1101649 w 1905657"/>
                <a:gd name="connsiteY692" fmla="*/ 103848 h 1221162"/>
                <a:gd name="connsiteX693" fmla="*/ 1096433 w 1905657"/>
                <a:gd name="connsiteY693" fmla="*/ 102536 h 1221162"/>
                <a:gd name="connsiteX694" fmla="*/ 1090341 w 1905657"/>
                <a:gd name="connsiteY694" fmla="*/ 98331 h 1221162"/>
                <a:gd name="connsiteX695" fmla="*/ 1086000 w 1905657"/>
                <a:gd name="connsiteY695" fmla="*/ 98331 h 1221162"/>
                <a:gd name="connsiteX696" fmla="*/ 1079706 w 1905657"/>
                <a:gd name="connsiteY696" fmla="*/ 100080 h 1221162"/>
                <a:gd name="connsiteX697" fmla="*/ 1076442 w 1905657"/>
                <a:gd name="connsiteY697" fmla="*/ 92242 h 1221162"/>
                <a:gd name="connsiteX698" fmla="*/ 1072672 w 1905657"/>
                <a:gd name="connsiteY698" fmla="*/ 90223 h 1221162"/>
                <a:gd name="connsiteX699" fmla="*/ 1064259 w 1905657"/>
                <a:gd name="connsiteY699" fmla="*/ 83832 h 1221162"/>
                <a:gd name="connsiteX700" fmla="*/ 1060792 w 1905657"/>
                <a:gd name="connsiteY700" fmla="*/ 80367 h 1221162"/>
                <a:gd name="connsiteX701" fmla="*/ 1055576 w 1905657"/>
                <a:gd name="connsiteY701" fmla="*/ 78618 h 1221162"/>
                <a:gd name="connsiteX702" fmla="*/ 1050932 w 1905657"/>
                <a:gd name="connsiteY702" fmla="*/ 81813 h 1221162"/>
                <a:gd name="connsiteX703" fmla="*/ 1046287 w 1905657"/>
                <a:gd name="connsiteY703" fmla="*/ 84437 h 1221162"/>
                <a:gd name="connsiteX704" fmla="*/ 1040499 w 1905657"/>
                <a:gd name="connsiteY704" fmla="*/ 76330 h 1221162"/>
                <a:gd name="connsiteX705" fmla="*/ 1033263 w 1905657"/>
                <a:gd name="connsiteY705" fmla="*/ 70544 h 1221162"/>
                <a:gd name="connsiteX706" fmla="*/ 1035282 w 1905657"/>
                <a:gd name="connsiteY706" fmla="*/ 67348 h 1221162"/>
                <a:gd name="connsiteX707" fmla="*/ 1033263 w 1905657"/>
                <a:gd name="connsiteY707" fmla="*/ 61697 h 1221162"/>
                <a:gd name="connsiteX708" fmla="*/ 1025152 w 1905657"/>
                <a:gd name="connsiteY708" fmla="*/ 60116 h 1221162"/>
                <a:gd name="connsiteX709" fmla="*/ 1019936 w 1905657"/>
                <a:gd name="connsiteY709" fmla="*/ 60116 h 1221162"/>
                <a:gd name="connsiteX710" fmla="*/ 1015864 w 1905657"/>
                <a:gd name="connsiteY710" fmla="*/ 58367 h 1221162"/>
                <a:gd name="connsiteX711" fmla="*/ 1006003 w 1905657"/>
                <a:gd name="connsiteY711" fmla="*/ 58367 h 1221162"/>
                <a:gd name="connsiteX712" fmla="*/ 997017 w 1905657"/>
                <a:gd name="connsiteY712" fmla="*/ 56617 h 1221162"/>
                <a:gd name="connsiteX713" fmla="*/ 981671 w 1905657"/>
                <a:gd name="connsiteY713" fmla="*/ 56617 h 1221162"/>
                <a:gd name="connsiteX714" fmla="*/ 967771 w 1905657"/>
                <a:gd name="connsiteY714" fmla="*/ 56617 h 1221162"/>
                <a:gd name="connsiteX715" fmla="*/ 963699 w 1905657"/>
                <a:gd name="connsiteY715" fmla="*/ 59813 h 1221162"/>
                <a:gd name="connsiteX716" fmla="*/ 958617 w 1905657"/>
                <a:gd name="connsiteY716" fmla="*/ 58299 h 1221162"/>
                <a:gd name="connsiteX717" fmla="*/ 948824 w 1905657"/>
                <a:gd name="connsiteY717" fmla="*/ 53388 h 1221162"/>
                <a:gd name="connsiteX718" fmla="*/ 938963 w 1905657"/>
                <a:gd name="connsiteY718" fmla="*/ 50495 h 1221162"/>
                <a:gd name="connsiteX719" fmla="*/ 934992 w 1905657"/>
                <a:gd name="connsiteY719" fmla="*/ 51874 h 1221162"/>
                <a:gd name="connsiteX720" fmla="*/ 929943 w 1905657"/>
                <a:gd name="connsiteY720" fmla="*/ 47366 h 1221162"/>
                <a:gd name="connsiteX721" fmla="*/ 930347 w 1905657"/>
                <a:gd name="connsiteY721" fmla="*/ 45718 h 1221162"/>
                <a:gd name="connsiteX722" fmla="*/ 930347 w 1905657"/>
                <a:gd name="connsiteY722" fmla="*/ 43599 h 1221162"/>
                <a:gd name="connsiteX723" fmla="*/ 926645 w 1905657"/>
                <a:gd name="connsiteY723" fmla="*/ 42724 h 1221162"/>
                <a:gd name="connsiteX724" fmla="*/ 922506 w 1905657"/>
                <a:gd name="connsiteY724" fmla="*/ 42724 h 1221162"/>
                <a:gd name="connsiteX725" fmla="*/ 919746 w 1905657"/>
                <a:gd name="connsiteY725" fmla="*/ 47366 h 1221162"/>
                <a:gd name="connsiteX726" fmla="*/ 917558 w 1905657"/>
                <a:gd name="connsiteY726" fmla="*/ 48073 h 1221162"/>
                <a:gd name="connsiteX727" fmla="*/ 911703 w 1905657"/>
                <a:gd name="connsiteY727" fmla="*/ 50091 h 1221162"/>
                <a:gd name="connsiteX728" fmla="*/ 906688 w 1905657"/>
                <a:gd name="connsiteY728" fmla="*/ 51403 h 1221162"/>
                <a:gd name="connsiteX729" fmla="*/ 902784 w 1905657"/>
                <a:gd name="connsiteY729" fmla="*/ 51538 h 1221162"/>
                <a:gd name="connsiteX730" fmla="*/ 896322 w 1905657"/>
                <a:gd name="connsiteY730" fmla="*/ 52547 h 1221162"/>
                <a:gd name="connsiteX731" fmla="*/ 887707 w 1905657"/>
                <a:gd name="connsiteY731" fmla="*/ 54195 h 1221162"/>
                <a:gd name="connsiteX732" fmla="*/ 882120 w 1905657"/>
                <a:gd name="connsiteY732" fmla="*/ 53119 h 1221162"/>
                <a:gd name="connsiteX733" fmla="*/ 876163 w 1905657"/>
                <a:gd name="connsiteY733" fmla="*/ 51807 h 1221162"/>
                <a:gd name="connsiteX734" fmla="*/ 872832 w 1905657"/>
                <a:gd name="connsiteY734" fmla="*/ 47905 h 1221162"/>
                <a:gd name="connsiteX735" fmla="*/ 864721 w 1905657"/>
                <a:gd name="connsiteY735" fmla="*/ 48544 h 1221162"/>
                <a:gd name="connsiteX736" fmla="*/ 859639 w 1905657"/>
                <a:gd name="connsiteY736" fmla="*/ 50562 h 1221162"/>
                <a:gd name="connsiteX737" fmla="*/ 854927 w 1905657"/>
                <a:gd name="connsiteY737" fmla="*/ 53321 h 1221162"/>
                <a:gd name="connsiteX738" fmla="*/ 851394 w 1905657"/>
                <a:gd name="connsiteY738" fmla="*/ 53960 h 1221162"/>
                <a:gd name="connsiteX739" fmla="*/ 848668 w 1905657"/>
                <a:gd name="connsiteY739" fmla="*/ 49620 h 1221162"/>
                <a:gd name="connsiteX740" fmla="*/ 845841 w 1905657"/>
                <a:gd name="connsiteY740" fmla="*/ 47871 h 1221162"/>
                <a:gd name="connsiteX741" fmla="*/ 841163 w 1905657"/>
                <a:gd name="connsiteY741" fmla="*/ 49048 h 1221162"/>
                <a:gd name="connsiteX742" fmla="*/ 836720 w 1905657"/>
                <a:gd name="connsiteY742" fmla="*/ 51336 h 1221162"/>
                <a:gd name="connsiteX743" fmla="*/ 832480 w 1905657"/>
                <a:gd name="connsiteY743" fmla="*/ 53724 h 1221162"/>
                <a:gd name="connsiteX744" fmla="*/ 828239 w 1905657"/>
                <a:gd name="connsiteY744" fmla="*/ 54801 h 1221162"/>
                <a:gd name="connsiteX745" fmla="*/ 821609 w 1905657"/>
                <a:gd name="connsiteY745" fmla="*/ 54801 h 1221162"/>
                <a:gd name="connsiteX746" fmla="*/ 816729 w 1905657"/>
                <a:gd name="connsiteY746" fmla="*/ 54263 h 1221162"/>
                <a:gd name="connsiteX747" fmla="*/ 812287 w 1905657"/>
                <a:gd name="connsiteY747" fmla="*/ 56012 h 1221162"/>
                <a:gd name="connsiteX748" fmla="*/ 809898 w 1905657"/>
                <a:gd name="connsiteY748" fmla="*/ 60149 h 1221162"/>
                <a:gd name="connsiteX749" fmla="*/ 807172 w 1905657"/>
                <a:gd name="connsiteY749" fmla="*/ 65700 h 1221162"/>
                <a:gd name="connsiteX750" fmla="*/ 803907 w 1905657"/>
                <a:gd name="connsiteY750" fmla="*/ 68526 h 1221162"/>
                <a:gd name="connsiteX751" fmla="*/ 802056 w 1905657"/>
                <a:gd name="connsiteY751" fmla="*/ 71991 h 1221162"/>
                <a:gd name="connsiteX752" fmla="*/ 800003 w 1905657"/>
                <a:gd name="connsiteY752" fmla="*/ 75691 h 1221162"/>
                <a:gd name="connsiteX753" fmla="*/ 798152 w 1905657"/>
                <a:gd name="connsiteY753" fmla="*/ 77979 h 1221162"/>
                <a:gd name="connsiteX754" fmla="*/ 794888 w 1905657"/>
                <a:gd name="connsiteY754" fmla="*/ 82116 h 1221162"/>
                <a:gd name="connsiteX755" fmla="*/ 791287 w 1905657"/>
                <a:gd name="connsiteY755" fmla="*/ 84303 h 1221162"/>
                <a:gd name="connsiteX756" fmla="*/ 788022 w 1905657"/>
                <a:gd name="connsiteY756" fmla="*/ 85817 h 1221162"/>
                <a:gd name="connsiteX757" fmla="*/ 785431 w 1905657"/>
                <a:gd name="connsiteY757" fmla="*/ 86153 h 1221162"/>
                <a:gd name="connsiteX758" fmla="*/ 780012 w 1905657"/>
                <a:gd name="connsiteY758" fmla="*/ 86153 h 1221162"/>
                <a:gd name="connsiteX759" fmla="*/ 773281 w 1905657"/>
                <a:gd name="connsiteY759" fmla="*/ 86254 h 1221162"/>
                <a:gd name="connsiteX760" fmla="*/ 766853 w 1905657"/>
                <a:gd name="connsiteY760" fmla="*/ 86691 h 1221162"/>
                <a:gd name="connsiteX761" fmla="*/ 761199 w 1905657"/>
                <a:gd name="connsiteY761" fmla="*/ 87230 h 1221162"/>
                <a:gd name="connsiteX762" fmla="*/ 751641 w 1905657"/>
                <a:gd name="connsiteY762" fmla="*/ 90257 h 1221162"/>
                <a:gd name="connsiteX763" fmla="*/ 750564 w 1905657"/>
                <a:gd name="connsiteY763" fmla="*/ 92982 h 1221162"/>
                <a:gd name="connsiteX764" fmla="*/ 748411 w 1905657"/>
                <a:gd name="connsiteY764" fmla="*/ 95707 h 1221162"/>
                <a:gd name="connsiteX765" fmla="*/ 746896 w 1905657"/>
                <a:gd name="connsiteY765" fmla="*/ 96918 h 1221162"/>
                <a:gd name="connsiteX766" fmla="*/ 743295 w 1905657"/>
                <a:gd name="connsiteY766" fmla="*/ 96817 h 1221162"/>
                <a:gd name="connsiteX767" fmla="*/ 740367 w 1905657"/>
                <a:gd name="connsiteY767" fmla="*/ 96379 h 1221162"/>
                <a:gd name="connsiteX768" fmla="*/ 737641 w 1905657"/>
                <a:gd name="connsiteY768" fmla="*/ 94731 h 1221162"/>
                <a:gd name="connsiteX769" fmla="*/ 738617 w 1905657"/>
                <a:gd name="connsiteY769" fmla="*/ 93520 h 1221162"/>
                <a:gd name="connsiteX770" fmla="*/ 742084 w 1905657"/>
                <a:gd name="connsiteY770" fmla="*/ 91569 h 1221162"/>
                <a:gd name="connsiteX771" fmla="*/ 745011 w 1905657"/>
                <a:gd name="connsiteY771" fmla="*/ 88541 h 1221162"/>
                <a:gd name="connsiteX772" fmla="*/ 743834 w 1905657"/>
                <a:gd name="connsiteY772" fmla="*/ 86624 h 1221162"/>
                <a:gd name="connsiteX773" fmla="*/ 739593 w 1905657"/>
                <a:gd name="connsiteY773" fmla="*/ 86119 h 1221162"/>
                <a:gd name="connsiteX774" fmla="*/ 734713 w 1905657"/>
                <a:gd name="connsiteY774" fmla="*/ 86119 h 1221162"/>
                <a:gd name="connsiteX775" fmla="*/ 732223 w 1905657"/>
                <a:gd name="connsiteY775" fmla="*/ 85245 h 1221162"/>
                <a:gd name="connsiteX776" fmla="*/ 728184 w 1905657"/>
                <a:gd name="connsiteY776" fmla="*/ 81443 h 1221162"/>
                <a:gd name="connsiteX777" fmla="*/ 725357 w 1905657"/>
                <a:gd name="connsiteY777" fmla="*/ 79257 h 1221162"/>
                <a:gd name="connsiteX778" fmla="*/ 723170 w 1905657"/>
                <a:gd name="connsiteY778" fmla="*/ 76431 h 1221162"/>
                <a:gd name="connsiteX779" fmla="*/ 720881 w 1905657"/>
                <a:gd name="connsiteY779" fmla="*/ 72966 h 1221162"/>
                <a:gd name="connsiteX780" fmla="*/ 719131 w 1905657"/>
                <a:gd name="connsiteY780" fmla="*/ 70241 h 1221162"/>
                <a:gd name="connsiteX781" fmla="*/ 714251 w 1905657"/>
                <a:gd name="connsiteY781" fmla="*/ 67416 h 1221162"/>
                <a:gd name="connsiteX782" fmla="*/ 712299 w 1905657"/>
                <a:gd name="connsiteY782" fmla="*/ 68728 h 1221162"/>
                <a:gd name="connsiteX783" fmla="*/ 710886 w 1905657"/>
                <a:gd name="connsiteY783" fmla="*/ 71318 h 1221162"/>
                <a:gd name="connsiteX784" fmla="*/ 710112 w 1905657"/>
                <a:gd name="connsiteY784" fmla="*/ 74783 h 1221162"/>
                <a:gd name="connsiteX785" fmla="*/ 708698 w 1905657"/>
                <a:gd name="connsiteY785" fmla="*/ 77407 h 1221162"/>
                <a:gd name="connsiteX786" fmla="*/ 705333 w 1905657"/>
                <a:gd name="connsiteY786" fmla="*/ 77844 h 1221162"/>
                <a:gd name="connsiteX787" fmla="*/ 700756 w 1905657"/>
                <a:gd name="connsiteY787" fmla="*/ 76767 h 1221162"/>
                <a:gd name="connsiteX788" fmla="*/ 699914 w 1905657"/>
                <a:gd name="connsiteY788" fmla="*/ 76532 h 1221162"/>
                <a:gd name="connsiteX789" fmla="*/ 693284 w 1905657"/>
                <a:gd name="connsiteY789" fmla="*/ 76196 h 1221162"/>
                <a:gd name="connsiteX790" fmla="*/ 689683 w 1905657"/>
                <a:gd name="connsiteY790" fmla="*/ 76397 h 1221162"/>
                <a:gd name="connsiteX791" fmla="*/ 681640 w 1905657"/>
                <a:gd name="connsiteY791" fmla="*/ 80535 h 1221162"/>
                <a:gd name="connsiteX792" fmla="*/ 673697 w 1905657"/>
                <a:gd name="connsiteY792" fmla="*/ 81073 h 1221162"/>
                <a:gd name="connsiteX793" fmla="*/ 663803 w 1905657"/>
                <a:gd name="connsiteY793" fmla="*/ 83798 h 1221162"/>
                <a:gd name="connsiteX794" fmla="*/ 654885 w 1905657"/>
                <a:gd name="connsiteY794" fmla="*/ 82688 h 1221162"/>
                <a:gd name="connsiteX795" fmla="*/ 647918 w 1905657"/>
                <a:gd name="connsiteY795" fmla="*/ 81713 h 1221162"/>
                <a:gd name="connsiteX796" fmla="*/ 642601 w 1905657"/>
                <a:gd name="connsiteY796" fmla="*/ 82049 h 1221162"/>
                <a:gd name="connsiteX797" fmla="*/ 640413 w 1905657"/>
                <a:gd name="connsiteY797" fmla="*/ 84976 h 1221162"/>
                <a:gd name="connsiteX798" fmla="*/ 642601 w 1905657"/>
                <a:gd name="connsiteY798" fmla="*/ 87162 h 1221162"/>
                <a:gd name="connsiteX799" fmla="*/ 644654 w 1905657"/>
                <a:gd name="connsiteY799" fmla="*/ 90190 h 1221162"/>
                <a:gd name="connsiteX800" fmla="*/ 644654 w 1905657"/>
                <a:gd name="connsiteY800" fmla="*/ 91939 h 1221162"/>
                <a:gd name="connsiteX801" fmla="*/ 640951 w 1905657"/>
                <a:gd name="connsiteY801" fmla="*/ 92275 h 1221162"/>
                <a:gd name="connsiteX802" fmla="*/ 635197 w 1905657"/>
                <a:gd name="connsiteY802" fmla="*/ 91300 h 1221162"/>
                <a:gd name="connsiteX803" fmla="*/ 629980 w 1905657"/>
                <a:gd name="connsiteY803" fmla="*/ 91300 h 1221162"/>
                <a:gd name="connsiteX804" fmla="*/ 624562 w 1905657"/>
                <a:gd name="connsiteY804" fmla="*/ 92275 h 1221162"/>
                <a:gd name="connsiteX805" fmla="*/ 620759 w 1905657"/>
                <a:gd name="connsiteY805" fmla="*/ 92713 h 1221162"/>
                <a:gd name="connsiteX806" fmla="*/ 616182 w 1905657"/>
                <a:gd name="connsiteY806" fmla="*/ 93486 h 1221162"/>
                <a:gd name="connsiteX807" fmla="*/ 612816 w 1905657"/>
                <a:gd name="connsiteY807" fmla="*/ 93924 h 1221162"/>
                <a:gd name="connsiteX808" fmla="*/ 608811 w 1905657"/>
                <a:gd name="connsiteY808" fmla="*/ 94025 h 1221162"/>
                <a:gd name="connsiteX809" fmla="*/ 605345 w 1905657"/>
                <a:gd name="connsiteY809" fmla="*/ 93251 h 1221162"/>
                <a:gd name="connsiteX810" fmla="*/ 601004 w 1905657"/>
                <a:gd name="connsiteY810" fmla="*/ 91064 h 1221162"/>
                <a:gd name="connsiteX811" fmla="*/ 598816 w 1905657"/>
                <a:gd name="connsiteY811" fmla="*/ 89315 h 1221162"/>
                <a:gd name="connsiteX812" fmla="*/ 595888 w 1905657"/>
                <a:gd name="connsiteY812" fmla="*/ 87566 h 1221162"/>
                <a:gd name="connsiteX813" fmla="*/ 591109 w 1905657"/>
                <a:gd name="connsiteY813" fmla="*/ 86153 h 1221162"/>
                <a:gd name="connsiteX814" fmla="*/ 586431 w 1905657"/>
                <a:gd name="connsiteY814" fmla="*/ 86052 h 1221162"/>
                <a:gd name="connsiteX815" fmla="*/ 582090 w 1905657"/>
                <a:gd name="connsiteY815" fmla="*/ 86254 h 1221162"/>
                <a:gd name="connsiteX816" fmla="*/ 571657 w 1905657"/>
                <a:gd name="connsiteY816" fmla="*/ 85817 h 1221162"/>
                <a:gd name="connsiteX817" fmla="*/ 561998 w 1905657"/>
                <a:gd name="connsiteY817" fmla="*/ 85278 h 1221162"/>
                <a:gd name="connsiteX818" fmla="*/ 556512 w 1905657"/>
                <a:gd name="connsiteY818" fmla="*/ 84639 h 1221162"/>
                <a:gd name="connsiteX819" fmla="*/ 549512 w 1905657"/>
                <a:gd name="connsiteY819" fmla="*/ 82688 h 1221162"/>
                <a:gd name="connsiteX820" fmla="*/ 549512 w 1905657"/>
                <a:gd name="connsiteY820" fmla="*/ 79997 h 1221162"/>
                <a:gd name="connsiteX821" fmla="*/ 547897 w 1905657"/>
                <a:gd name="connsiteY821" fmla="*/ 75658 h 1221162"/>
                <a:gd name="connsiteX822" fmla="*/ 544195 w 1905657"/>
                <a:gd name="connsiteY822" fmla="*/ 73168 h 1221162"/>
                <a:gd name="connsiteX823" fmla="*/ 539954 w 1905657"/>
                <a:gd name="connsiteY823" fmla="*/ 72394 h 1221162"/>
                <a:gd name="connsiteX824" fmla="*/ 537026 w 1905657"/>
                <a:gd name="connsiteY824" fmla="*/ 71957 h 1221162"/>
                <a:gd name="connsiteX825" fmla="*/ 533324 w 1905657"/>
                <a:gd name="connsiteY825" fmla="*/ 71856 h 1221162"/>
                <a:gd name="connsiteX826" fmla="*/ 525180 w 1905657"/>
                <a:gd name="connsiteY826" fmla="*/ 71318 h 1221162"/>
                <a:gd name="connsiteX827" fmla="*/ 521377 w 1905657"/>
                <a:gd name="connsiteY827" fmla="*/ 69905 h 1221162"/>
                <a:gd name="connsiteX828" fmla="*/ 516160 w 1905657"/>
                <a:gd name="connsiteY828" fmla="*/ 68055 h 1221162"/>
                <a:gd name="connsiteX829" fmla="*/ 514107 w 1905657"/>
                <a:gd name="connsiteY829" fmla="*/ 66205 h 1221162"/>
                <a:gd name="connsiteX830" fmla="*/ 511920 w 1905657"/>
                <a:gd name="connsiteY830" fmla="*/ 64792 h 1221162"/>
                <a:gd name="connsiteX831" fmla="*/ 510405 w 1905657"/>
                <a:gd name="connsiteY831" fmla="*/ 62942 h 1221162"/>
                <a:gd name="connsiteX832" fmla="*/ 509766 w 1905657"/>
                <a:gd name="connsiteY832" fmla="*/ 60217 h 1221162"/>
                <a:gd name="connsiteX833" fmla="*/ 508352 w 1905657"/>
                <a:gd name="connsiteY833" fmla="*/ 56416 h 1221162"/>
                <a:gd name="connsiteX834" fmla="*/ 506064 w 1905657"/>
                <a:gd name="connsiteY834" fmla="*/ 52715 h 1221162"/>
                <a:gd name="connsiteX835" fmla="*/ 506064 w 1905657"/>
                <a:gd name="connsiteY835" fmla="*/ 48712 h 1221162"/>
                <a:gd name="connsiteX836" fmla="*/ 507376 w 1905657"/>
                <a:gd name="connsiteY836" fmla="*/ 45684 h 1221162"/>
                <a:gd name="connsiteX837" fmla="*/ 507814 w 1905657"/>
                <a:gd name="connsiteY837" fmla="*/ 40369 h 1221162"/>
                <a:gd name="connsiteX838" fmla="*/ 508352 w 1905657"/>
                <a:gd name="connsiteY838" fmla="*/ 36030 h 1221162"/>
                <a:gd name="connsiteX839" fmla="*/ 507713 w 1905657"/>
                <a:gd name="connsiteY839" fmla="*/ 33843 h 1221162"/>
                <a:gd name="connsiteX840" fmla="*/ 505324 w 1905657"/>
                <a:gd name="connsiteY840" fmla="*/ 32094 h 1221162"/>
                <a:gd name="connsiteX841" fmla="*/ 500646 w 1905657"/>
                <a:gd name="connsiteY841" fmla="*/ 28495 h 1221162"/>
                <a:gd name="connsiteX842" fmla="*/ 498021 w 1905657"/>
                <a:gd name="connsiteY842" fmla="*/ 27082 h 1221162"/>
                <a:gd name="connsiteX843" fmla="*/ 495093 w 1905657"/>
                <a:gd name="connsiteY843" fmla="*/ 27082 h 1221162"/>
                <a:gd name="connsiteX844" fmla="*/ 492602 w 1905657"/>
                <a:gd name="connsiteY844" fmla="*/ 28394 h 1221162"/>
                <a:gd name="connsiteX845" fmla="*/ 491290 w 1905657"/>
                <a:gd name="connsiteY845" fmla="*/ 30580 h 1221162"/>
                <a:gd name="connsiteX846" fmla="*/ 490314 w 1905657"/>
                <a:gd name="connsiteY846" fmla="*/ 32430 h 1221162"/>
                <a:gd name="connsiteX847" fmla="*/ 487386 w 1905657"/>
                <a:gd name="connsiteY847" fmla="*/ 32767 h 1221162"/>
                <a:gd name="connsiteX848" fmla="*/ 482708 w 1905657"/>
                <a:gd name="connsiteY848" fmla="*/ 31690 h 1221162"/>
                <a:gd name="connsiteX849" fmla="*/ 478804 w 1905657"/>
                <a:gd name="connsiteY849" fmla="*/ 29066 h 1221162"/>
                <a:gd name="connsiteX850" fmla="*/ 476212 w 1905657"/>
                <a:gd name="connsiteY850" fmla="*/ 25703 h 1221162"/>
                <a:gd name="connsiteX851" fmla="*/ 475438 w 1905657"/>
                <a:gd name="connsiteY851" fmla="*/ 24626 h 1221162"/>
                <a:gd name="connsiteX852" fmla="*/ 472611 w 1905657"/>
                <a:gd name="connsiteY852" fmla="*/ 22776 h 1221162"/>
                <a:gd name="connsiteX853" fmla="*/ 470323 w 1905657"/>
                <a:gd name="connsiteY853" fmla="*/ 21027 h 1221162"/>
                <a:gd name="connsiteX854" fmla="*/ 466621 w 1905657"/>
                <a:gd name="connsiteY854" fmla="*/ 19614 h 1221162"/>
                <a:gd name="connsiteX855" fmla="*/ 461505 w 1905657"/>
                <a:gd name="connsiteY855" fmla="*/ 19076 h 1221162"/>
                <a:gd name="connsiteX856" fmla="*/ 456726 w 1905657"/>
                <a:gd name="connsiteY856" fmla="*/ 19076 h 1221162"/>
                <a:gd name="connsiteX857" fmla="*/ 452284 w 1905657"/>
                <a:gd name="connsiteY857" fmla="*/ 19076 h 1221162"/>
                <a:gd name="connsiteX858" fmla="*/ 448818 w 1905657"/>
                <a:gd name="connsiteY858" fmla="*/ 18975 h 1221162"/>
                <a:gd name="connsiteX859" fmla="*/ 446967 w 1905657"/>
                <a:gd name="connsiteY859" fmla="*/ 21262 h 1221162"/>
                <a:gd name="connsiteX860" fmla="*/ 446967 w 1905657"/>
                <a:gd name="connsiteY860" fmla="*/ 22675 h 1221162"/>
                <a:gd name="connsiteX861" fmla="*/ 449995 w 1905657"/>
                <a:gd name="connsiteY861" fmla="*/ 25265 h 1221162"/>
                <a:gd name="connsiteX862" fmla="*/ 450197 w 1905657"/>
                <a:gd name="connsiteY862" fmla="*/ 26342 h 1221162"/>
                <a:gd name="connsiteX863" fmla="*/ 449423 w 1905657"/>
                <a:gd name="connsiteY863" fmla="*/ 27216 h 1221162"/>
                <a:gd name="connsiteX864" fmla="*/ 446933 w 1905657"/>
                <a:gd name="connsiteY864" fmla="*/ 29403 h 1221162"/>
                <a:gd name="connsiteX865" fmla="*/ 445957 w 1905657"/>
                <a:gd name="connsiteY865" fmla="*/ 30614 h 1221162"/>
                <a:gd name="connsiteX866" fmla="*/ 444442 w 1905657"/>
                <a:gd name="connsiteY866" fmla="*/ 31489 h 1221162"/>
                <a:gd name="connsiteX867" fmla="*/ 441514 w 1905657"/>
                <a:gd name="connsiteY867" fmla="*/ 32700 h 1221162"/>
                <a:gd name="connsiteX868" fmla="*/ 439865 w 1905657"/>
                <a:gd name="connsiteY868" fmla="*/ 33137 h 1221162"/>
                <a:gd name="connsiteX869" fmla="*/ 438014 w 1905657"/>
                <a:gd name="connsiteY869" fmla="*/ 34112 h 1221162"/>
                <a:gd name="connsiteX870" fmla="*/ 435288 w 1905657"/>
                <a:gd name="connsiteY870" fmla="*/ 34886 h 1221162"/>
                <a:gd name="connsiteX871" fmla="*/ 430812 w 1905657"/>
                <a:gd name="connsiteY871" fmla="*/ 35660 h 1221162"/>
                <a:gd name="connsiteX872" fmla="*/ 427985 w 1905657"/>
                <a:gd name="connsiteY872" fmla="*/ 36097 h 1221162"/>
                <a:gd name="connsiteX873" fmla="*/ 426235 w 1905657"/>
                <a:gd name="connsiteY873" fmla="*/ 37947 h 1221162"/>
                <a:gd name="connsiteX874" fmla="*/ 421658 w 1905657"/>
                <a:gd name="connsiteY874" fmla="*/ 39798 h 1221162"/>
                <a:gd name="connsiteX875" fmla="*/ 419605 w 1905657"/>
                <a:gd name="connsiteY875" fmla="*/ 42085 h 1221162"/>
                <a:gd name="connsiteX876" fmla="*/ 417115 w 1905657"/>
                <a:gd name="connsiteY876" fmla="*/ 45449 h 1221162"/>
                <a:gd name="connsiteX877" fmla="*/ 415802 w 1905657"/>
                <a:gd name="connsiteY877" fmla="*/ 47736 h 1221162"/>
                <a:gd name="connsiteX878" fmla="*/ 413312 w 1905657"/>
                <a:gd name="connsiteY878" fmla="*/ 49048 h 1221162"/>
                <a:gd name="connsiteX879" fmla="*/ 408735 w 1905657"/>
                <a:gd name="connsiteY879" fmla="*/ 50360 h 1221162"/>
                <a:gd name="connsiteX880" fmla="*/ 402643 w 1905657"/>
                <a:gd name="connsiteY880" fmla="*/ 50562 h 1221162"/>
                <a:gd name="connsiteX881" fmla="*/ 398605 w 1905657"/>
                <a:gd name="connsiteY881" fmla="*/ 51000 h 1221162"/>
                <a:gd name="connsiteX882" fmla="*/ 394364 w 1905657"/>
                <a:gd name="connsiteY882" fmla="*/ 51201 h 1221162"/>
                <a:gd name="connsiteX883" fmla="*/ 390326 w 1905657"/>
                <a:gd name="connsiteY883" fmla="*/ 51302 h 1221162"/>
                <a:gd name="connsiteX884" fmla="*/ 385883 w 1905657"/>
                <a:gd name="connsiteY884" fmla="*/ 51403 h 1221162"/>
                <a:gd name="connsiteX885" fmla="*/ 381744 w 1905657"/>
                <a:gd name="connsiteY885" fmla="*/ 49217 h 1221162"/>
                <a:gd name="connsiteX886" fmla="*/ 374037 w 1905657"/>
                <a:gd name="connsiteY886" fmla="*/ 48678 h 1221162"/>
                <a:gd name="connsiteX887" fmla="*/ 368619 w 1905657"/>
                <a:gd name="connsiteY887" fmla="*/ 45853 h 1221162"/>
                <a:gd name="connsiteX888" fmla="*/ 368619 w 1905657"/>
                <a:gd name="connsiteY888" fmla="*/ 41816 h 1221162"/>
                <a:gd name="connsiteX889" fmla="*/ 367104 w 1905657"/>
                <a:gd name="connsiteY889" fmla="*/ 38889 h 1221162"/>
                <a:gd name="connsiteX890" fmla="*/ 364378 w 1905657"/>
                <a:gd name="connsiteY890" fmla="*/ 35189 h 1221162"/>
                <a:gd name="connsiteX891" fmla="*/ 360474 w 1905657"/>
                <a:gd name="connsiteY891" fmla="*/ 32901 h 1221162"/>
                <a:gd name="connsiteX892" fmla="*/ 353844 w 1905657"/>
                <a:gd name="connsiteY892" fmla="*/ 30849 h 1221162"/>
                <a:gd name="connsiteX893" fmla="*/ 350681 w 1905657"/>
                <a:gd name="connsiteY893" fmla="*/ 30513 h 1221162"/>
                <a:gd name="connsiteX894" fmla="*/ 345666 w 1905657"/>
                <a:gd name="connsiteY894" fmla="*/ 28999 h 1221162"/>
                <a:gd name="connsiteX895" fmla="*/ 339036 w 1905657"/>
                <a:gd name="connsiteY895" fmla="*/ 25837 h 1221162"/>
                <a:gd name="connsiteX896" fmla="*/ 338397 w 1905657"/>
                <a:gd name="connsiteY896" fmla="*/ 24525 h 1221162"/>
                <a:gd name="connsiteX897" fmla="*/ 335233 w 1905657"/>
                <a:gd name="connsiteY897" fmla="*/ 21800 h 1221162"/>
                <a:gd name="connsiteX898" fmla="*/ 332070 w 1905657"/>
                <a:gd name="connsiteY898" fmla="*/ 19311 h 1221162"/>
                <a:gd name="connsiteX899" fmla="*/ 329478 w 1905657"/>
                <a:gd name="connsiteY899" fmla="*/ 19513 h 1221162"/>
                <a:gd name="connsiteX900" fmla="*/ 328603 w 1905657"/>
                <a:gd name="connsiteY900" fmla="*/ 21363 h 1221162"/>
                <a:gd name="connsiteX901" fmla="*/ 328603 w 1905657"/>
                <a:gd name="connsiteY901" fmla="*/ 22675 h 1221162"/>
                <a:gd name="connsiteX902" fmla="*/ 329243 w 1905657"/>
                <a:gd name="connsiteY902" fmla="*/ 25837 h 1221162"/>
                <a:gd name="connsiteX903" fmla="*/ 328603 w 1905657"/>
                <a:gd name="connsiteY903" fmla="*/ 26611 h 1221162"/>
                <a:gd name="connsiteX904" fmla="*/ 325675 w 1905657"/>
                <a:gd name="connsiteY904" fmla="*/ 27586 h 1221162"/>
                <a:gd name="connsiteX905" fmla="*/ 324464 w 1905657"/>
                <a:gd name="connsiteY905" fmla="*/ 28225 h 1221162"/>
                <a:gd name="connsiteX906" fmla="*/ 321199 w 1905657"/>
                <a:gd name="connsiteY906" fmla="*/ 28764 h 1221162"/>
                <a:gd name="connsiteX907" fmla="*/ 319012 w 1905657"/>
                <a:gd name="connsiteY907" fmla="*/ 28764 h 1221162"/>
                <a:gd name="connsiteX908" fmla="*/ 312045 w 1905657"/>
                <a:gd name="connsiteY908" fmla="*/ 23550 h 1221162"/>
                <a:gd name="connsiteX909" fmla="*/ 309016 w 1905657"/>
                <a:gd name="connsiteY909" fmla="*/ 20623 h 1221162"/>
                <a:gd name="connsiteX910" fmla="*/ 303901 w 1905657"/>
                <a:gd name="connsiteY910" fmla="*/ 17259 h 1221162"/>
                <a:gd name="connsiteX911" fmla="*/ 299559 w 1905657"/>
                <a:gd name="connsiteY911" fmla="*/ 13693 h 1221162"/>
                <a:gd name="connsiteX912" fmla="*/ 295319 w 1905657"/>
                <a:gd name="connsiteY912" fmla="*/ 10430 h 1221162"/>
                <a:gd name="connsiteX913" fmla="*/ 291718 w 1905657"/>
                <a:gd name="connsiteY913" fmla="*/ 8143 h 1221162"/>
                <a:gd name="connsiteX914" fmla="*/ 289026 w 1905657"/>
                <a:gd name="connsiteY914" fmla="*/ 5317 h 1221162"/>
                <a:gd name="connsiteX915" fmla="*/ 288487 w 1905657"/>
                <a:gd name="connsiteY915" fmla="*/ 3265 h 1221162"/>
                <a:gd name="connsiteX916" fmla="*/ 287713 w 1905657"/>
                <a:gd name="connsiteY916" fmla="*/ 1583 h 1221162"/>
                <a:gd name="connsiteX917" fmla="*/ 284886 w 1905657"/>
                <a:gd name="connsiteY917" fmla="*/ 977 h 1221162"/>
                <a:gd name="connsiteX918" fmla="*/ 282497 w 1905657"/>
                <a:gd name="connsiteY918" fmla="*/ 977 h 1221162"/>
                <a:gd name="connsiteX919" fmla="*/ 279468 w 1905657"/>
                <a:gd name="connsiteY919" fmla="*/ 204 h 1221162"/>
                <a:gd name="connsiteX920" fmla="*/ 276304 w 1905657"/>
                <a:gd name="connsiteY920" fmla="*/ 1078 h 1221162"/>
                <a:gd name="connsiteX921" fmla="*/ 273275 w 1905657"/>
                <a:gd name="connsiteY921" fmla="*/ 1617 h 1221162"/>
                <a:gd name="connsiteX922" fmla="*/ 269270 w 1905657"/>
                <a:gd name="connsiteY922" fmla="*/ 3130 h 1221162"/>
                <a:gd name="connsiteX923" fmla="*/ 265905 w 1905657"/>
                <a:gd name="connsiteY923" fmla="*/ 4207 h 1221162"/>
                <a:gd name="connsiteX924" fmla="*/ 262304 w 1905657"/>
                <a:gd name="connsiteY924" fmla="*/ 4981 h 1221162"/>
                <a:gd name="connsiteX925" fmla="*/ 259813 w 1905657"/>
                <a:gd name="connsiteY925" fmla="*/ 6494 h 1221162"/>
                <a:gd name="connsiteX926" fmla="*/ 257760 w 1905657"/>
                <a:gd name="connsiteY926" fmla="*/ 9522 h 1221162"/>
                <a:gd name="connsiteX927" fmla="*/ 257323 w 1905657"/>
                <a:gd name="connsiteY927" fmla="*/ 11910 h 1221162"/>
                <a:gd name="connsiteX928" fmla="*/ 257323 w 1905657"/>
                <a:gd name="connsiteY928" fmla="*/ 15712 h 1221162"/>
                <a:gd name="connsiteX929" fmla="*/ 258400 w 1905657"/>
                <a:gd name="connsiteY929" fmla="*/ 18739 h 1221162"/>
                <a:gd name="connsiteX930" fmla="*/ 258063 w 1905657"/>
                <a:gd name="connsiteY930" fmla="*/ 20926 h 1221162"/>
                <a:gd name="connsiteX931" fmla="*/ 257289 w 1905657"/>
                <a:gd name="connsiteY931" fmla="*/ 22137 h 1221162"/>
                <a:gd name="connsiteX932" fmla="*/ 253688 w 1905657"/>
                <a:gd name="connsiteY932" fmla="*/ 24963 h 1221162"/>
                <a:gd name="connsiteX933" fmla="*/ 251635 w 1905657"/>
                <a:gd name="connsiteY933" fmla="*/ 26174 h 1221162"/>
                <a:gd name="connsiteX934" fmla="*/ 247731 w 1905657"/>
                <a:gd name="connsiteY934" fmla="*/ 28125 h 1221162"/>
                <a:gd name="connsiteX935" fmla="*/ 245140 w 1905657"/>
                <a:gd name="connsiteY935" fmla="*/ 29201 h 1221162"/>
                <a:gd name="connsiteX936" fmla="*/ 243289 w 1905657"/>
                <a:gd name="connsiteY936" fmla="*/ 30614 h 1221162"/>
                <a:gd name="connsiteX937" fmla="*/ 241976 w 1905657"/>
                <a:gd name="connsiteY937" fmla="*/ 34314 h 1221162"/>
                <a:gd name="connsiteX938" fmla="*/ 237097 w 1905657"/>
                <a:gd name="connsiteY938" fmla="*/ 36938 h 1221162"/>
                <a:gd name="connsiteX939" fmla="*/ 234270 w 1905657"/>
                <a:gd name="connsiteY939" fmla="*/ 38250 h 1221162"/>
                <a:gd name="connsiteX940" fmla="*/ 230029 w 1905657"/>
                <a:gd name="connsiteY940" fmla="*/ 42590 h 1221162"/>
                <a:gd name="connsiteX941" fmla="*/ 228178 w 1905657"/>
                <a:gd name="connsiteY941" fmla="*/ 45180 h 1221162"/>
                <a:gd name="connsiteX942" fmla="*/ 223837 w 1905657"/>
                <a:gd name="connsiteY942" fmla="*/ 48544 h 1221162"/>
                <a:gd name="connsiteX943" fmla="*/ 215894 w 1905657"/>
                <a:gd name="connsiteY943" fmla="*/ 48914 h 1221162"/>
                <a:gd name="connsiteX944" fmla="*/ 212529 w 1905657"/>
                <a:gd name="connsiteY944" fmla="*/ 49620 h 1221162"/>
                <a:gd name="connsiteX945" fmla="*/ 207750 w 1905657"/>
                <a:gd name="connsiteY945" fmla="*/ 49620 h 1221162"/>
                <a:gd name="connsiteX946" fmla="*/ 203711 w 1905657"/>
                <a:gd name="connsiteY946" fmla="*/ 53220 h 1221162"/>
                <a:gd name="connsiteX947" fmla="*/ 200548 w 1905657"/>
                <a:gd name="connsiteY947" fmla="*/ 56382 h 1221162"/>
                <a:gd name="connsiteX948" fmla="*/ 197081 w 1905657"/>
                <a:gd name="connsiteY948" fmla="*/ 61226 h 1221162"/>
                <a:gd name="connsiteX949" fmla="*/ 190990 w 1905657"/>
                <a:gd name="connsiteY949" fmla="*/ 61226 h 1221162"/>
                <a:gd name="connsiteX950" fmla="*/ 178268 w 1905657"/>
                <a:gd name="connsiteY950" fmla="*/ 61932 h 1221162"/>
                <a:gd name="connsiteX951" fmla="*/ 174028 w 1905657"/>
                <a:gd name="connsiteY951" fmla="*/ 61831 h 1221162"/>
                <a:gd name="connsiteX952" fmla="*/ 170427 w 1905657"/>
                <a:gd name="connsiteY952" fmla="*/ 60957 h 1221162"/>
                <a:gd name="connsiteX953" fmla="*/ 165749 w 1905657"/>
                <a:gd name="connsiteY953" fmla="*/ 61831 h 1221162"/>
                <a:gd name="connsiteX954" fmla="*/ 162518 w 1905657"/>
                <a:gd name="connsiteY954" fmla="*/ 61831 h 1221162"/>
                <a:gd name="connsiteX955" fmla="*/ 158076 w 1905657"/>
                <a:gd name="connsiteY955" fmla="*/ 65969 h 1221162"/>
                <a:gd name="connsiteX956" fmla="*/ 153196 w 1905657"/>
                <a:gd name="connsiteY956" fmla="*/ 68694 h 1221162"/>
                <a:gd name="connsiteX957" fmla="*/ 150369 w 1905657"/>
                <a:gd name="connsiteY957" fmla="*/ 70746 h 1221162"/>
                <a:gd name="connsiteX958" fmla="*/ 147003 w 1905657"/>
                <a:gd name="connsiteY958" fmla="*/ 72260 h 1221162"/>
                <a:gd name="connsiteX959" fmla="*/ 141787 w 1905657"/>
                <a:gd name="connsiteY959" fmla="*/ 71923 h 1221162"/>
                <a:gd name="connsiteX960" fmla="*/ 137782 w 1905657"/>
                <a:gd name="connsiteY960" fmla="*/ 72024 h 1221162"/>
                <a:gd name="connsiteX961" fmla="*/ 130815 w 1905657"/>
                <a:gd name="connsiteY961" fmla="*/ 72226 h 1221162"/>
                <a:gd name="connsiteX962" fmla="*/ 125700 w 1905657"/>
                <a:gd name="connsiteY962" fmla="*/ 73303 h 1221162"/>
                <a:gd name="connsiteX963" fmla="*/ 120685 w 1905657"/>
                <a:gd name="connsiteY963" fmla="*/ 73202 h 1221162"/>
                <a:gd name="connsiteX964" fmla="*/ 120147 w 1905657"/>
                <a:gd name="connsiteY964" fmla="*/ 77676 h 1221162"/>
                <a:gd name="connsiteX965" fmla="*/ 117926 w 1905657"/>
                <a:gd name="connsiteY965" fmla="*/ 79190 h 1221162"/>
                <a:gd name="connsiteX966" fmla="*/ 112978 w 1905657"/>
                <a:gd name="connsiteY966" fmla="*/ 82789 h 1221162"/>
                <a:gd name="connsiteX967" fmla="*/ 112978 w 1905657"/>
                <a:gd name="connsiteY967" fmla="*/ 85278 h 1221162"/>
                <a:gd name="connsiteX968" fmla="*/ 109950 w 1905657"/>
                <a:gd name="connsiteY968" fmla="*/ 87330 h 1221162"/>
                <a:gd name="connsiteX969" fmla="*/ 108435 w 1905657"/>
                <a:gd name="connsiteY969" fmla="*/ 88642 h 1221162"/>
                <a:gd name="connsiteX970" fmla="*/ 106685 w 1905657"/>
                <a:gd name="connsiteY970" fmla="*/ 90156 h 1221162"/>
                <a:gd name="connsiteX971" fmla="*/ 103959 w 1905657"/>
                <a:gd name="connsiteY971" fmla="*/ 91132 h 1221162"/>
                <a:gd name="connsiteX972" fmla="*/ 100358 w 1905657"/>
                <a:gd name="connsiteY972" fmla="*/ 92511 h 1221162"/>
                <a:gd name="connsiteX973" fmla="*/ 95882 w 1905657"/>
                <a:gd name="connsiteY973" fmla="*/ 93217 h 1221162"/>
                <a:gd name="connsiteX974" fmla="*/ 91978 w 1905657"/>
                <a:gd name="connsiteY974" fmla="*/ 94092 h 1221162"/>
                <a:gd name="connsiteX975" fmla="*/ 88209 w 1905657"/>
                <a:gd name="connsiteY975" fmla="*/ 94529 h 1221162"/>
                <a:gd name="connsiteX976" fmla="*/ 85314 w 1905657"/>
                <a:gd name="connsiteY976" fmla="*/ 95101 h 1221162"/>
                <a:gd name="connsiteX977" fmla="*/ 82723 w 1905657"/>
                <a:gd name="connsiteY977" fmla="*/ 95404 h 1221162"/>
                <a:gd name="connsiteX978" fmla="*/ 81713 w 1905657"/>
                <a:gd name="connsiteY978" fmla="*/ 96413 h 1221162"/>
                <a:gd name="connsiteX979" fmla="*/ 82285 w 1905657"/>
                <a:gd name="connsiteY979" fmla="*/ 99609 h 1221162"/>
                <a:gd name="connsiteX980" fmla="*/ 82588 w 1905657"/>
                <a:gd name="connsiteY980" fmla="*/ 103814 h 1221162"/>
                <a:gd name="connsiteX981" fmla="*/ 84776 w 1905657"/>
                <a:gd name="connsiteY981" fmla="*/ 108019 h 1221162"/>
                <a:gd name="connsiteX982" fmla="*/ 85348 w 1905657"/>
                <a:gd name="connsiteY982" fmla="*/ 110777 h 1221162"/>
                <a:gd name="connsiteX983" fmla="*/ 85651 w 1905657"/>
                <a:gd name="connsiteY983" fmla="*/ 116731 h 1221162"/>
                <a:gd name="connsiteX984" fmla="*/ 85213 w 1905657"/>
                <a:gd name="connsiteY984" fmla="*/ 124973 h 1221162"/>
                <a:gd name="connsiteX985" fmla="*/ 81747 w 1905657"/>
                <a:gd name="connsiteY985" fmla="*/ 129010 h 1221162"/>
                <a:gd name="connsiteX986" fmla="*/ 81747 w 1905657"/>
                <a:gd name="connsiteY986" fmla="*/ 133921 h 1221162"/>
                <a:gd name="connsiteX987" fmla="*/ 79559 w 1905657"/>
                <a:gd name="connsiteY987" fmla="*/ 135670 h 1221162"/>
                <a:gd name="connsiteX988" fmla="*/ 76531 w 1905657"/>
                <a:gd name="connsiteY988" fmla="*/ 138429 h 1221162"/>
                <a:gd name="connsiteX989" fmla="*/ 74848 w 1905657"/>
                <a:gd name="connsiteY989" fmla="*/ 141894 h 1221162"/>
                <a:gd name="connsiteX990" fmla="*/ 73030 w 1905657"/>
                <a:gd name="connsiteY990" fmla="*/ 145224 h 1221162"/>
                <a:gd name="connsiteX991" fmla="*/ 73030 w 1905657"/>
                <a:gd name="connsiteY991" fmla="*/ 147848 h 1221162"/>
                <a:gd name="connsiteX992" fmla="*/ 73030 w 1905657"/>
                <a:gd name="connsiteY992" fmla="*/ 153062 h 1221162"/>
                <a:gd name="connsiteX993" fmla="*/ 76800 w 1905657"/>
                <a:gd name="connsiteY993" fmla="*/ 161169 h 1221162"/>
                <a:gd name="connsiteX994" fmla="*/ 83329 w 1905657"/>
                <a:gd name="connsiteY994" fmla="*/ 175365 h 1221162"/>
                <a:gd name="connsiteX995" fmla="*/ 85516 w 1905657"/>
                <a:gd name="connsiteY995" fmla="*/ 179268 h 1221162"/>
                <a:gd name="connsiteX996" fmla="*/ 86526 w 1905657"/>
                <a:gd name="connsiteY996" fmla="*/ 183472 h 1221162"/>
                <a:gd name="connsiteX997" fmla="*/ 87536 w 1905657"/>
                <a:gd name="connsiteY997" fmla="*/ 188687 h 1221162"/>
                <a:gd name="connsiteX998" fmla="*/ 88983 w 1905657"/>
                <a:gd name="connsiteY998" fmla="*/ 192892 h 1221162"/>
                <a:gd name="connsiteX999" fmla="*/ 89689 w 1905657"/>
                <a:gd name="connsiteY999" fmla="*/ 194641 h 1221162"/>
                <a:gd name="connsiteX1000" fmla="*/ 91877 w 1905657"/>
                <a:gd name="connsiteY1000" fmla="*/ 198106 h 1221162"/>
                <a:gd name="connsiteX1001" fmla="*/ 97968 w 1905657"/>
                <a:gd name="connsiteY1001" fmla="*/ 204632 h 1221162"/>
                <a:gd name="connsiteX1002" fmla="*/ 99483 w 1905657"/>
                <a:gd name="connsiteY1002" fmla="*/ 206818 h 1221162"/>
                <a:gd name="connsiteX1003" fmla="*/ 100863 w 1905657"/>
                <a:gd name="connsiteY1003" fmla="*/ 209577 h 1221162"/>
                <a:gd name="connsiteX1004" fmla="*/ 100863 w 1905657"/>
                <a:gd name="connsiteY1004" fmla="*/ 212201 h 1221162"/>
                <a:gd name="connsiteX1005" fmla="*/ 98978 w 1905657"/>
                <a:gd name="connsiteY1005" fmla="*/ 216540 h 1221162"/>
                <a:gd name="connsiteX1006" fmla="*/ 97228 w 1905657"/>
                <a:gd name="connsiteY1006" fmla="*/ 221317 h 1221162"/>
                <a:gd name="connsiteX1007" fmla="*/ 95916 w 1905657"/>
                <a:gd name="connsiteY1007" fmla="*/ 223638 h 1221162"/>
                <a:gd name="connsiteX1008" fmla="*/ 95343 w 1905657"/>
                <a:gd name="connsiteY1008" fmla="*/ 226666 h 1221162"/>
                <a:gd name="connsiteX1009" fmla="*/ 96925 w 1905657"/>
                <a:gd name="connsiteY1009" fmla="*/ 233192 h 1221162"/>
                <a:gd name="connsiteX1010" fmla="*/ 98372 w 1905657"/>
                <a:gd name="connsiteY1010" fmla="*/ 240424 h 1221162"/>
                <a:gd name="connsiteX1011" fmla="*/ 97632 w 1905657"/>
                <a:gd name="connsiteY1011" fmla="*/ 244629 h 1221162"/>
                <a:gd name="connsiteX1012" fmla="*/ 95613 w 1905657"/>
                <a:gd name="connsiteY1012" fmla="*/ 246076 h 1221162"/>
                <a:gd name="connsiteX1013" fmla="*/ 95613 w 1905657"/>
                <a:gd name="connsiteY1013" fmla="*/ 246950 h 1221162"/>
                <a:gd name="connsiteX1014" fmla="*/ 95613 w 1905657"/>
                <a:gd name="connsiteY1014" fmla="*/ 250415 h 1221162"/>
                <a:gd name="connsiteX1015" fmla="*/ 94872 w 1905657"/>
                <a:gd name="connsiteY1015" fmla="*/ 253308 h 1221162"/>
                <a:gd name="connsiteX1016" fmla="*/ 93863 w 1905657"/>
                <a:gd name="connsiteY1016" fmla="*/ 257648 h 1221162"/>
                <a:gd name="connsiteX1017" fmla="*/ 94166 w 1905657"/>
                <a:gd name="connsiteY1017" fmla="*/ 260541 h 1221162"/>
                <a:gd name="connsiteX1018" fmla="*/ 94166 w 1905657"/>
                <a:gd name="connsiteY1018" fmla="*/ 262727 h 1221162"/>
                <a:gd name="connsiteX1019" fmla="*/ 93425 w 1905657"/>
                <a:gd name="connsiteY1019" fmla="*/ 265351 h 1221162"/>
                <a:gd name="connsiteX1020" fmla="*/ 93291 w 1905657"/>
                <a:gd name="connsiteY1020" fmla="*/ 267370 h 1221162"/>
                <a:gd name="connsiteX1021" fmla="*/ 91978 w 1905657"/>
                <a:gd name="connsiteY1021" fmla="*/ 270566 h 1221162"/>
                <a:gd name="connsiteX1022" fmla="*/ 89521 w 1905657"/>
                <a:gd name="connsiteY1022" fmla="*/ 274198 h 1221162"/>
                <a:gd name="connsiteX1023" fmla="*/ 87334 w 1905657"/>
                <a:gd name="connsiteY1023" fmla="*/ 276217 h 1221162"/>
                <a:gd name="connsiteX1024" fmla="*/ 84305 w 1905657"/>
                <a:gd name="connsiteY1024" fmla="*/ 278841 h 1221162"/>
                <a:gd name="connsiteX1025" fmla="*/ 80670 w 1905657"/>
                <a:gd name="connsiteY1025" fmla="*/ 281734 h 1221162"/>
                <a:gd name="connsiteX1026" fmla="*/ 78079 w 1905657"/>
                <a:gd name="connsiteY1026" fmla="*/ 283483 h 1221162"/>
                <a:gd name="connsiteX1027" fmla="*/ 75117 w 1905657"/>
                <a:gd name="connsiteY1027" fmla="*/ 284190 h 1221162"/>
                <a:gd name="connsiteX1028" fmla="*/ 73030 w 1905657"/>
                <a:gd name="connsiteY1028" fmla="*/ 287654 h 1221162"/>
                <a:gd name="connsiteX1029" fmla="*/ 73030 w 1905657"/>
                <a:gd name="connsiteY1029" fmla="*/ 288664 h 1221162"/>
                <a:gd name="connsiteX1030" fmla="*/ 72155 w 1905657"/>
                <a:gd name="connsiteY1030" fmla="*/ 289975 h 1221162"/>
                <a:gd name="connsiteX1031" fmla="*/ 70641 w 1905657"/>
                <a:gd name="connsiteY1031" fmla="*/ 290682 h 1221162"/>
                <a:gd name="connsiteX1032" fmla="*/ 69127 w 1905657"/>
                <a:gd name="connsiteY1032" fmla="*/ 293003 h 1221162"/>
                <a:gd name="connsiteX1033" fmla="*/ 66535 w 1905657"/>
                <a:gd name="connsiteY1033" fmla="*/ 293945 h 1221162"/>
                <a:gd name="connsiteX1034" fmla="*/ 64482 w 1905657"/>
                <a:gd name="connsiteY1034" fmla="*/ 294382 h 1221162"/>
                <a:gd name="connsiteX1035" fmla="*/ 60343 w 1905657"/>
                <a:gd name="connsiteY1035" fmla="*/ 294382 h 1221162"/>
                <a:gd name="connsiteX1036" fmla="*/ 58727 w 1905657"/>
                <a:gd name="connsiteY1036" fmla="*/ 294113 h 1221162"/>
                <a:gd name="connsiteX1037" fmla="*/ 55732 w 1905657"/>
                <a:gd name="connsiteY1037" fmla="*/ 293676 h 1221162"/>
                <a:gd name="connsiteX1038" fmla="*/ 51592 w 1905657"/>
                <a:gd name="connsiteY1038" fmla="*/ 291826 h 1221162"/>
                <a:gd name="connsiteX1039" fmla="*/ 46713 w 1905657"/>
                <a:gd name="connsiteY1039" fmla="*/ 288731 h 1221162"/>
                <a:gd name="connsiteX1040" fmla="*/ 46006 w 1905657"/>
                <a:gd name="connsiteY1040" fmla="*/ 286813 h 1221162"/>
                <a:gd name="connsiteX1041" fmla="*/ 43246 w 1905657"/>
                <a:gd name="connsiteY1041" fmla="*/ 281667 h 1221162"/>
                <a:gd name="connsiteX1042" fmla="*/ 42203 w 1905657"/>
                <a:gd name="connsiteY1042" fmla="*/ 277226 h 1221162"/>
                <a:gd name="connsiteX1043" fmla="*/ 42203 w 1905657"/>
                <a:gd name="connsiteY1043" fmla="*/ 274468 h 1221162"/>
                <a:gd name="connsiteX1044" fmla="*/ 42809 w 1905657"/>
                <a:gd name="connsiteY1044" fmla="*/ 272416 h 1221162"/>
                <a:gd name="connsiteX1045" fmla="*/ 44761 w 1905657"/>
                <a:gd name="connsiteY1045" fmla="*/ 270397 h 1221162"/>
                <a:gd name="connsiteX1046" fmla="*/ 45804 w 1905657"/>
                <a:gd name="connsiteY1046" fmla="*/ 268715 h 1221162"/>
                <a:gd name="connsiteX1047" fmla="*/ 44054 w 1905657"/>
                <a:gd name="connsiteY1047" fmla="*/ 264544 h 1221162"/>
                <a:gd name="connsiteX1048" fmla="*/ 44390 w 1905657"/>
                <a:gd name="connsiteY1048" fmla="*/ 259061 h 1221162"/>
                <a:gd name="connsiteX1049" fmla="*/ 43448 w 1905657"/>
                <a:gd name="connsiteY1049" fmla="*/ 256134 h 1221162"/>
                <a:gd name="connsiteX1050" fmla="*/ 43515 w 1905657"/>
                <a:gd name="connsiteY1050" fmla="*/ 253510 h 1221162"/>
                <a:gd name="connsiteX1051" fmla="*/ 41698 w 1905657"/>
                <a:gd name="connsiteY1051" fmla="*/ 250819 h 1221162"/>
                <a:gd name="connsiteX1052" fmla="*/ 39376 w 1905657"/>
                <a:gd name="connsiteY1052" fmla="*/ 248296 h 1221162"/>
                <a:gd name="connsiteX1053" fmla="*/ 37054 w 1905657"/>
                <a:gd name="connsiteY1053" fmla="*/ 249440 h 1221162"/>
                <a:gd name="connsiteX1054" fmla="*/ 34361 w 1905657"/>
                <a:gd name="connsiteY1054" fmla="*/ 251626 h 1221162"/>
                <a:gd name="connsiteX1055" fmla="*/ 32914 w 1905657"/>
                <a:gd name="connsiteY1055" fmla="*/ 252636 h 1221162"/>
                <a:gd name="connsiteX1056" fmla="*/ 30727 w 1905657"/>
                <a:gd name="connsiteY1056" fmla="*/ 253880 h 1221162"/>
                <a:gd name="connsiteX1057" fmla="*/ 26890 w 1905657"/>
                <a:gd name="connsiteY1057" fmla="*/ 252736 h 1221162"/>
                <a:gd name="connsiteX1058" fmla="*/ 24366 w 1905657"/>
                <a:gd name="connsiteY1058" fmla="*/ 253308 h 1221162"/>
                <a:gd name="connsiteX1059" fmla="*/ 19351 w 1905657"/>
                <a:gd name="connsiteY1059" fmla="*/ 253813 h 1221162"/>
                <a:gd name="connsiteX1060" fmla="*/ 16020 w 1905657"/>
                <a:gd name="connsiteY1060" fmla="*/ 254957 h 1221162"/>
                <a:gd name="connsiteX1061" fmla="*/ 13697 w 1905657"/>
                <a:gd name="connsiteY1061" fmla="*/ 259431 h 1221162"/>
                <a:gd name="connsiteX1062" fmla="*/ 10870 w 1905657"/>
                <a:gd name="connsiteY1062" fmla="*/ 262391 h 1221162"/>
                <a:gd name="connsiteX1063" fmla="*/ 9524 w 1905657"/>
                <a:gd name="connsiteY1063" fmla="*/ 266596 h 1221162"/>
                <a:gd name="connsiteX1064" fmla="*/ 8683 w 1905657"/>
                <a:gd name="connsiteY1064" fmla="*/ 272685 h 1221162"/>
                <a:gd name="connsiteX1065" fmla="*/ 8683 w 1905657"/>
                <a:gd name="connsiteY1065" fmla="*/ 276520 h 1221162"/>
                <a:gd name="connsiteX1066" fmla="*/ 6933 w 1905657"/>
                <a:gd name="connsiteY1066" fmla="*/ 283315 h 1221162"/>
                <a:gd name="connsiteX1067" fmla="*/ 6933 w 1905657"/>
                <a:gd name="connsiteY1067" fmla="*/ 288664 h 1221162"/>
                <a:gd name="connsiteX1068" fmla="*/ 3904 w 1905657"/>
                <a:gd name="connsiteY1068" fmla="*/ 292869 h 1221162"/>
                <a:gd name="connsiteX1069" fmla="*/ 1716 w 1905657"/>
                <a:gd name="connsiteY1069" fmla="*/ 298957 h 1221162"/>
                <a:gd name="connsiteX1070" fmla="*/ 2457 w 1905657"/>
                <a:gd name="connsiteY1070" fmla="*/ 303028 h 1221162"/>
                <a:gd name="connsiteX1071" fmla="*/ 4779 w 1905657"/>
                <a:gd name="connsiteY1071" fmla="*/ 309116 h 1221162"/>
                <a:gd name="connsiteX1072" fmla="*/ 6361 w 1905657"/>
                <a:gd name="connsiteY1072" fmla="*/ 314331 h 1221162"/>
                <a:gd name="connsiteX1073" fmla="*/ 8380 w 1905657"/>
                <a:gd name="connsiteY1073" fmla="*/ 320554 h 1221162"/>
                <a:gd name="connsiteX1074" fmla="*/ 12284 w 1905657"/>
                <a:gd name="connsiteY1074" fmla="*/ 325196 h 1221162"/>
                <a:gd name="connsiteX1075" fmla="*/ 15481 w 1905657"/>
                <a:gd name="connsiteY1075" fmla="*/ 327955 h 1221162"/>
                <a:gd name="connsiteX1076" fmla="*/ 17366 w 1905657"/>
                <a:gd name="connsiteY1076" fmla="*/ 328998 h 1221162"/>
                <a:gd name="connsiteX1077" fmla="*/ 19553 w 1905657"/>
                <a:gd name="connsiteY1077" fmla="*/ 330747 h 1221162"/>
                <a:gd name="connsiteX1078" fmla="*/ 21169 w 1905657"/>
                <a:gd name="connsiteY1078" fmla="*/ 333371 h 1221162"/>
                <a:gd name="connsiteX1079" fmla="*/ 21068 w 1905657"/>
                <a:gd name="connsiteY1079" fmla="*/ 335860 h 1221162"/>
                <a:gd name="connsiteX1080" fmla="*/ 20092 w 1905657"/>
                <a:gd name="connsiteY1080" fmla="*/ 336835 h 1221162"/>
                <a:gd name="connsiteX1081" fmla="*/ 15952 w 1905657"/>
                <a:gd name="connsiteY1081" fmla="*/ 342252 h 1221162"/>
                <a:gd name="connsiteX1082" fmla="*/ 14101 w 1905657"/>
                <a:gd name="connsiteY1082" fmla="*/ 343227 h 1221162"/>
                <a:gd name="connsiteX1083" fmla="*/ 12688 w 1905657"/>
                <a:gd name="connsiteY1083" fmla="*/ 345178 h 1221162"/>
                <a:gd name="connsiteX1084" fmla="*/ 12048 w 1905657"/>
                <a:gd name="connsiteY1084" fmla="*/ 347903 h 1221162"/>
                <a:gd name="connsiteX1085" fmla="*/ 10971 w 1905657"/>
                <a:gd name="connsiteY1085" fmla="*/ 350191 h 1221162"/>
                <a:gd name="connsiteX1086" fmla="*/ 9659 w 1905657"/>
                <a:gd name="connsiteY1086" fmla="*/ 352142 h 1221162"/>
                <a:gd name="connsiteX1087" fmla="*/ 9322 w 1905657"/>
                <a:gd name="connsiteY1087" fmla="*/ 354194 h 1221162"/>
                <a:gd name="connsiteX1088" fmla="*/ 9120 w 1905657"/>
                <a:gd name="connsiteY1088" fmla="*/ 356918 h 1221162"/>
                <a:gd name="connsiteX1089" fmla="*/ 10197 w 1905657"/>
                <a:gd name="connsiteY1089" fmla="*/ 360081 h 1221162"/>
                <a:gd name="connsiteX1090" fmla="*/ 11611 w 1905657"/>
                <a:gd name="connsiteY1090" fmla="*/ 363007 h 1221162"/>
                <a:gd name="connsiteX1091" fmla="*/ 12923 w 1905657"/>
                <a:gd name="connsiteY1091" fmla="*/ 365631 h 1221162"/>
                <a:gd name="connsiteX1092" fmla="*/ 12048 w 1905657"/>
                <a:gd name="connsiteY1092" fmla="*/ 372157 h 1221162"/>
                <a:gd name="connsiteX1093" fmla="*/ 11409 w 1905657"/>
                <a:gd name="connsiteY1093" fmla="*/ 374983 h 1221162"/>
                <a:gd name="connsiteX1094" fmla="*/ 10769 w 1905657"/>
                <a:gd name="connsiteY1094" fmla="*/ 376497 h 1221162"/>
                <a:gd name="connsiteX1095" fmla="*/ 7168 w 1905657"/>
                <a:gd name="connsiteY1095" fmla="*/ 380836 h 1221162"/>
                <a:gd name="connsiteX1096" fmla="*/ 6529 w 1905657"/>
                <a:gd name="connsiteY1096" fmla="*/ 384436 h 1221162"/>
                <a:gd name="connsiteX1097" fmla="*/ 4880 w 1905657"/>
                <a:gd name="connsiteY1097" fmla="*/ 388338 h 1221162"/>
                <a:gd name="connsiteX1098" fmla="*/ 3130 w 1905657"/>
                <a:gd name="connsiteY1098" fmla="*/ 391063 h 1221162"/>
                <a:gd name="connsiteX1099" fmla="*/ 1615 w 1905657"/>
                <a:gd name="connsiteY1099" fmla="*/ 393451 h 1221162"/>
                <a:gd name="connsiteX1100" fmla="*/ 0 w 1905657"/>
                <a:gd name="connsiteY1100" fmla="*/ 399002 h 1221162"/>
                <a:gd name="connsiteX1101" fmla="*/ 0 w 1905657"/>
                <a:gd name="connsiteY1101" fmla="*/ 403442 h 1221162"/>
                <a:gd name="connsiteX1102" fmla="*/ 3904 w 1905657"/>
                <a:gd name="connsiteY1102" fmla="*/ 408017 h 1221162"/>
                <a:gd name="connsiteX1103" fmla="*/ 9558 w 1905657"/>
                <a:gd name="connsiteY1103" fmla="*/ 413567 h 1221162"/>
                <a:gd name="connsiteX1104" fmla="*/ 11846 w 1905657"/>
                <a:gd name="connsiteY1104" fmla="*/ 415956 h 1221162"/>
                <a:gd name="connsiteX1105" fmla="*/ 13058 w 1905657"/>
                <a:gd name="connsiteY1105" fmla="*/ 418681 h 1221162"/>
                <a:gd name="connsiteX1106" fmla="*/ 13058 w 1905657"/>
                <a:gd name="connsiteY1106" fmla="*/ 424433 h 1221162"/>
                <a:gd name="connsiteX1107" fmla="*/ 12082 w 1905657"/>
                <a:gd name="connsiteY1107" fmla="*/ 429311 h 1221162"/>
                <a:gd name="connsiteX1108" fmla="*/ 12520 w 1905657"/>
                <a:gd name="connsiteY1108" fmla="*/ 433886 h 1221162"/>
                <a:gd name="connsiteX1109" fmla="*/ 12856 w 1905657"/>
                <a:gd name="connsiteY1109" fmla="*/ 436913 h 1221162"/>
                <a:gd name="connsiteX1110" fmla="*/ 13731 w 1905657"/>
                <a:gd name="connsiteY1110" fmla="*/ 440715 h 1221162"/>
                <a:gd name="connsiteX1111" fmla="*/ 16121 w 1905657"/>
                <a:gd name="connsiteY1111" fmla="*/ 443978 h 1221162"/>
                <a:gd name="connsiteX1112" fmla="*/ 20024 w 1905657"/>
                <a:gd name="connsiteY1112" fmla="*/ 448015 h 1221162"/>
                <a:gd name="connsiteX1113" fmla="*/ 24164 w 1905657"/>
                <a:gd name="connsiteY1113" fmla="*/ 450739 h 1221162"/>
                <a:gd name="connsiteX1114" fmla="*/ 26015 w 1905657"/>
                <a:gd name="connsiteY1114" fmla="*/ 452354 h 1221162"/>
                <a:gd name="connsiteX1115" fmla="*/ 28404 w 1905657"/>
                <a:gd name="connsiteY1115" fmla="*/ 453431 h 1221162"/>
                <a:gd name="connsiteX1116" fmla="*/ 31669 w 1905657"/>
                <a:gd name="connsiteY1116" fmla="*/ 455920 h 1221162"/>
                <a:gd name="connsiteX1117" fmla="*/ 33857 w 1905657"/>
                <a:gd name="connsiteY1117" fmla="*/ 457232 h 1221162"/>
                <a:gd name="connsiteX1118" fmla="*/ 37020 w 1905657"/>
                <a:gd name="connsiteY1118" fmla="*/ 457232 h 1221162"/>
                <a:gd name="connsiteX1119" fmla="*/ 38669 w 1905657"/>
                <a:gd name="connsiteY1119" fmla="*/ 454608 h 1221162"/>
                <a:gd name="connsiteX1120" fmla="*/ 39746 w 1905657"/>
                <a:gd name="connsiteY1120" fmla="*/ 452859 h 1221162"/>
                <a:gd name="connsiteX1121" fmla="*/ 40722 w 1905657"/>
                <a:gd name="connsiteY1121" fmla="*/ 452320 h 1221162"/>
                <a:gd name="connsiteX1122" fmla="*/ 45164 w 1905657"/>
                <a:gd name="connsiteY1122" fmla="*/ 453397 h 1221162"/>
                <a:gd name="connsiteX1123" fmla="*/ 48092 w 1905657"/>
                <a:gd name="connsiteY1123" fmla="*/ 455684 h 1221162"/>
                <a:gd name="connsiteX1124" fmla="*/ 51357 w 1905657"/>
                <a:gd name="connsiteY1124" fmla="*/ 458948 h 1221162"/>
                <a:gd name="connsiteX1125" fmla="*/ 55496 w 1905657"/>
                <a:gd name="connsiteY1125" fmla="*/ 461773 h 1221162"/>
                <a:gd name="connsiteX1126" fmla="*/ 56809 w 1905657"/>
                <a:gd name="connsiteY1126" fmla="*/ 462547 h 1221162"/>
                <a:gd name="connsiteX1127" fmla="*/ 61689 w 1905657"/>
                <a:gd name="connsiteY1127" fmla="*/ 466012 h 1221162"/>
                <a:gd name="connsiteX1128" fmla="*/ 63876 w 1905657"/>
                <a:gd name="connsiteY1128" fmla="*/ 466651 h 1221162"/>
                <a:gd name="connsiteX1129" fmla="*/ 69867 w 1905657"/>
                <a:gd name="connsiteY1129" fmla="*/ 468602 h 1221162"/>
                <a:gd name="connsiteX1130" fmla="*/ 73905 w 1905657"/>
                <a:gd name="connsiteY1130" fmla="*/ 470553 h 1221162"/>
                <a:gd name="connsiteX1131" fmla="*/ 77506 w 1905657"/>
                <a:gd name="connsiteY1131" fmla="*/ 473581 h 1221162"/>
                <a:gd name="connsiteX1132" fmla="*/ 79257 w 1905657"/>
                <a:gd name="connsiteY1132" fmla="*/ 476171 h 1221162"/>
                <a:gd name="connsiteX1133" fmla="*/ 80031 w 1905657"/>
                <a:gd name="connsiteY1133" fmla="*/ 479198 h 1221162"/>
                <a:gd name="connsiteX1134" fmla="*/ 81781 w 1905657"/>
                <a:gd name="connsiteY1134" fmla="*/ 482462 h 1221162"/>
                <a:gd name="connsiteX1135" fmla="*/ 82757 w 1905657"/>
                <a:gd name="connsiteY1135" fmla="*/ 485085 h 1221162"/>
                <a:gd name="connsiteX1136" fmla="*/ 84372 w 1905657"/>
                <a:gd name="connsiteY1136" fmla="*/ 489761 h 1221162"/>
                <a:gd name="connsiteX1137" fmla="*/ 85987 w 1905657"/>
                <a:gd name="connsiteY1137" fmla="*/ 493798 h 1221162"/>
                <a:gd name="connsiteX1138" fmla="*/ 87939 w 1905657"/>
                <a:gd name="connsiteY1138" fmla="*/ 495985 h 1221162"/>
                <a:gd name="connsiteX1139" fmla="*/ 89891 w 1905657"/>
                <a:gd name="connsiteY1139" fmla="*/ 499012 h 1221162"/>
                <a:gd name="connsiteX1140" fmla="*/ 92180 w 1905657"/>
                <a:gd name="connsiteY1140" fmla="*/ 503352 h 1221162"/>
                <a:gd name="connsiteX1141" fmla="*/ 93055 w 1905657"/>
                <a:gd name="connsiteY1141" fmla="*/ 505303 h 1221162"/>
                <a:gd name="connsiteX1142" fmla="*/ 97194 w 1905657"/>
                <a:gd name="connsiteY1142" fmla="*/ 513242 h 1221162"/>
                <a:gd name="connsiteX1143" fmla="*/ 98507 w 1905657"/>
                <a:gd name="connsiteY1143" fmla="*/ 516606 h 1221162"/>
                <a:gd name="connsiteX1144" fmla="*/ 101570 w 1905657"/>
                <a:gd name="connsiteY1144" fmla="*/ 519230 h 1221162"/>
                <a:gd name="connsiteX1145" fmla="*/ 102747 w 1905657"/>
                <a:gd name="connsiteY1145" fmla="*/ 521719 h 1221162"/>
                <a:gd name="connsiteX1146" fmla="*/ 108839 w 1905657"/>
                <a:gd name="connsiteY1146" fmla="*/ 526933 h 1221162"/>
                <a:gd name="connsiteX1147" fmla="*/ 113079 w 1905657"/>
                <a:gd name="connsiteY1147" fmla="*/ 531710 h 1221162"/>
                <a:gd name="connsiteX1148" fmla="*/ 117858 w 1905657"/>
                <a:gd name="connsiteY1148" fmla="*/ 535309 h 1221162"/>
                <a:gd name="connsiteX1149" fmla="*/ 121998 w 1905657"/>
                <a:gd name="connsiteY1149" fmla="*/ 539010 h 1221162"/>
                <a:gd name="connsiteX1150" fmla="*/ 129402 w 1905657"/>
                <a:gd name="connsiteY1150" fmla="*/ 544123 h 1221162"/>
                <a:gd name="connsiteX1151" fmla="*/ 134181 w 1905657"/>
                <a:gd name="connsiteY1151" fmla="*/ 547487 h 1221162"/>
                <a:gd name="connsiteX1152" fmla="*/ 137445 w 1905657"/>
                <a:gd name="connsiteY1152" fmla="*/ 551187 h 1221162"/>
                <a:gd name="connsiteX1153" fmla="*/ 144412 w 1905657"/>
                <a:gd name="connsiteY1153" fmla="*/ 557377 h 1221162"/>
                <a:gd name="connsiteX1154" fmla="*/ 147878 w 1905657"/>
                <a:gd name="connsiteY1154" fmla="*/ 560741 h 1221162"/>
                <a:gd name="connsiteX1155" fmla="*/ 151244 w 1905657"/>
                <a:gd name="connsiteY1155" fmla="*/ 565753 h 1221162"/>
                <a:gd name="connsiteX1156" fmla="*/ 153431 w 1905657"/>
                <a:gd name="connsiteY1156" fmla="*/ 570766 h 1221162"/>
                <a:gd name="connsiteX1157" fmla="*/ 158008 w 1905657"/>
                <a:gd name="connsiteY1157" fmla="*/ 574802 h 1221162"/>
                <a:gd name="connsiteX1158" fmla="*/ 159085 w 1905657"/>
                <a:gd name="connsiteY1158" fmla="*/ 575442 h 1221162"/>
                <a:gd name="connsiteX1159" fmla="*/ 161138 w 1905657"/>
                <a:gd name="connsiteY1159" fmla="*/ 578772 h 1221162"/>
                <a:gd name="connsiteX1160" fmla="*/ 163090 w 1905657"/>
                <a:gd name="connsiteY1160" fmla="*/ 579916 h 1221162"/>
                <a:gd name="connsiteX1161" fmla="*/ 166220 w 1905657"/>
                <a:gd name="connsiteY1161" fmla="*/ 579916 h 1221162"/>
                <a:gd name="connsiteX1162" fmla="*/ 167095 w 1905657"/>
                <a:gd name="connsiteY1162" fmla="*/ 580992 h 1221162"/>
                <a:gd name="connsiteX1163" fmla="*/ 170124 w 1905657"/>
                <a:gd name="connsiteY1163" fmla="*/ 584591 h 1221162"/>
                <a:gd name="connsiteX1164" fmla="*/ 170360 w 1905657"/>
                <a:gd name="connsiteY1164" fmla="*/ 586879 h 1221162"/>
                <a:gd name="connsiteX1165" fmla="*/ 170561 w 1905657"/>
                <a:gd name="connsiteY1165" fmla="*/ 589166 h 1221162"/>
                <a:gd name="connsiteX1166" fmla="*/ 170662 w 1905657"/>
                <a:gd name="connsiteY1166" fmla="*/ 590916 h 1221162"/>
                <a:gd name="connsiteX1167" fmla="*/ 170561 w 1905657"/>
                <a:gd name="connsiteY1167" fmla="*/ 593842 h 1221162"/>
                <a:gd name="connsiteX1168" fmla="*/ 170561 w 1905657"/>
                <a:gd name="connsiteY1168" fmla="*/ 596466 h 1221162"/>
                <a:gd name="connsiteX1169" fmla="*/ 170797 w 1905657"/>
                <a:gd name="connsiteY1169" fmla="*/ 600267 h 1221162"/>
                <a:gd name="connsiteX1170" fmla="*/ 171874 w 1905657"/>
                <a:gd name="connsiteY1170" fmla="*/ 602757 h 1221162"/>
                <a:gd name="connsiteX1171" fmla="*/ 172951 w 1905657"/>
                <a:gd name="connsiteY1171" fmla="*/ 604809 h 1221162"/>
                <a:gd name="connsiteX1172" fmla="*/ 174129 w 1905657"/>
                <a:gd name="connsiteY1172" fmla="*/ 607635 h 1221162"/>
                <a:gd name="connsiteX1173" fmla="*/ 175206 w 1905657"/>
                <a:gd name="connsiteY1173" fmla="*/ 610225 h 1221162"/>
                <a:gd name="connsiteX1174" fmla="*/ 176182 w 1905657"/>
                <a:gd name="connsiteY1174" fmla="*/ 612512 h 1221162"/>
                <a:gd name="connsiteX1175" fmla="*/ 177393 w 1905657"/>
                <a:gd name="connsiteY1175" fmla="*/ 614026 h 1221162"/>
                <a:gd name="connsiteX1176" fmla="*/ 178470 w 1905657"/>
                <a:gd name="connsiteY1176" fmla="*/ 614564 h 1221162"/>
                <a:gd name="connsiteX1177" fmla="*/ 180961 w 1905657"/>
                <a:gd name="connsiteY1177" fmla="*/ 614564 h 1221162"/>
                <a:gd name="connsiteX1178" fmla="*/ 183014 w 1905657"/>
                <a:gd name="connsiteY1178" fmla="*/ 615203 h 1221162"/>
                <a:gd name="connsiteX1179" fmla="*/ 185504 w 1905657"/>
                <a:gd name="connsiteY1179" fmla="*/ 615203 h 1221162"/>
                <a:gd name="connsiteX1180" fmla="*/ 187557 w 1905657"/>
                <a:gd name="connsiteY1180" fmla="*/ 614665 h 1221162"/>
                <a:gd name="connsiteX1181" fmla="*/ 188331 w 1905657"/>
                <a:gd name="connsiteY1181" fmla="*/ 614463 h 1221162"/>
                <a:gd name="connsiteX1182" fmla="*/ 189206 w 1905657"/>
                <a:gd name="connsiteY1182" fmla="*/ 613387 h 1221162"/>
                <a:gd name="connsiteX1183" fmla="*/ 189644 w 1905657"/>
                <a:gd name="connsiteY1183" fmla="*/ 610898 h 1221162"/>
                <a:gd name="connsiteX1184" fmla="*/ 189980 w 1905657"/>
                <a:gd name="connsiteY1184" fmla="*/ 609821 h 1221162"/>
                <a:gd name="connsiteX1185" fmla="*/ 190182 w 1905657"/>
                <a:gd name="connsiteY1185" fmla="*/ 607870 h 1221162"/>
                <a:gd name="connsiteX1186" fmla="*/ 190283 w 1905657"/>
                <a:gd name="connsiteY1186" fmla="*/ 605818 h 1221162"/>
                <a:gd name="connsiteX1187" fmla="*/ 191360 w 1905657"/>
                <a:gd name="connsiteY1187" fmla="*/ 604742 h 1221162"/>
                <a:gd name="connsiteX1188" fmla="*/ 191898 w 1905657"/>
                <a:gd name="connsiteY1188" fmla="*/ 602891 h 1221162"/>
                <a:gd name="connsiteX1189" fmla="*/ 193850 w 1905657"/>
                <a:gd name="connsiteY1189" fmla="*/ 601277 h 1221162"/>
                <a:gd name="connsiteX1190" fmla="*/ 196576 w 1905657"/>
                <a:gd name="connsiteY1190" fmla="*/ 599864 h 1221162"/>
                <a:gd name="connsiteX1191" fmla="*/ 199168 w 1905657"/>
                <a:gd name="connsiteY1191" fmla="*/ 598989 h 1221162"/>
                <a:gd name="connsiteX1192" fmla="*/ 201793 w 1905657"/>
                <a:gd name="connsiteY1192" fmla="*/ 597476 h 1221162"/>
                <a:gd name="connsiteX1193" fmla="*/ 203644 w 1905657"/>
                <a:gd name="connsiteY1193" fmla="*/ 596164 h 1221162"/>
                <a:gd name="connsiteX1194" fmla="*/ 205057 w 1905657"/>
                <a:gd name="connsiteY1194" fmla="*/ 595625 h 1221162"/>
                <a:gd name="connsiteX1195" fmla="*/ 206908 w 1905657"/>
                <a:gd name="connsiteY1195" fmla="*/ 593573 h 1221162"/>
                <a:gd name="connsiteX1196" fmla="*/ 208961 w 1905657"/>
                <a:gd name="connsiteY1196" fmla="*/ 593035 h 1221162"/>
                <a:gd name="connsiteX1197" fmla="*/ 210577 w 1905657"/>
                <a:gd name="connsiteY1197" fmla="*/ 592396 h 1221162"/>
                <a:gd name="connsiteX1198" fmla="*/ 212091 w 1905657"/>
                <a:gd name="connsiteY1198" fmla="*/ 591757 h 1221162"/>
                <a:gd name="connsiteX1199" fmla="*/ 212293 w 1905657"/>
                <a:gd name="connsiteY1199" fmla="*/ 589469 h 1221162"/>
                <a:gd name="connsiteX1200" fmla="*/ 212192 w 1905657"/>
                <a:gd name="connsiteY1200" fmla="*/ 587283 h 1221162"/>
                <a:gd name="connsiteX1201" fmla="*/ 212293 w 1905657"/>
                <a:gd name="connsiteY1201" fmla="*/ 584255 h 1221162"/>
                <a:gd name="connsiteX1202" fmla="*/ 212495 w 1905657"/>
                <a:gd name="connsiteY1202" fmla="*/ 582943 h 1221162"/>
                <a:gd name="connsiteX1203" fmla="*/ 213033 w 1905657"/>
                <a:gd name="connsiteY1203" fmla="*/ 581732 h 1221162"/>
                <a:gd name="connsiteX1204" fmla="*/ 213808 w 1905657"/>
                <a:gd name="connsiteY1204" fmla="*/ 580117 h 1221162"/>
                <a:gd name="connsiteX1205" fmla="*/ 215659 w 1905657"/>
                <a:gd name="connsiteY1205" fmla="*/ 579142 h 1221162"/>
                <a:gd name="connsiteX1206" fmla="*/ 218250 w 1905657"/>
                <a:gd name="connsiteY1206" fmla="*/ 578267 h 1221162"/>
                <a:gd name="connsiteX1207" fmla="*/ 219462 w 1905657"/>
                <a:gd name="connsiteY1207" fmla="*/ 578065 h 1221162"/>
                <a:gd name="connsiteX1208" fmla="*/ 220774 w 1905657"/>
                <a:gd name="connsiteY1208" fmla="*/ 578839 h 1221162"/>
                <a:gd name="connsiteX1209" fmla="*/ 222288 w 1905657"/>
                <a:gd name="connsiteY1209" fmla="*/ 579075 h 1221162"/>
                <a:gd name="connsiteX1210" fmla="*/ 223365 w 1905657"/>
                <a:gd name="connsiteY1210" fmla="*/ 580925 h 1221162"/>
                <a:gd name="connsiteX1211" fmla="*/ 224577 w 1905657"/>
                <a:gd name="connsiteY1211" fmla="*/ 581900 h 1221162"/>
                <a:gd name="connsiteX1212" fmla="*/ 226966 w 1905657"/>
                <a:gd name="connsiteY1212" fmla="*/ 583952 h 1221162"/>
                <a:gd name="connsiteX1213" fmla="*/ 228043 w 1905657"/>
                <a:gd name="connsiteY1213" fmla="*/ 583078 h 1221162"/>
                <a:gd name="connsiteX1214" fmla="*/ 229659 w 1905657"/>
                <a:gd name="connsiteY1214" fmla="*/ 582001 h 1221162"/>
                <a:gd name="connsiteX1215" fmla="*/ 230433 w 1905657"/>
                <a:gd name="connsiteY1215" fmla="*/ 581026 h 1221162"/>
                <a:gd name="connsiteX1216" fmla="*/ 231914 w 1905657"/>
                <a:gd name="connsiteY1216" fmla="*/ 580218 h 1221162"/>
                <a:gd name="connsiteX1217" fmla="*/ 233596 w 1905657"/>
                <a:gd name="connsiteY1217" fmla="*/ 579781 h 1221162"/>
                <a:gd name="connsiteX1218" fmla="*/ 236323 w 1905657"/>
                <a:gd name="connsiteY1218" fmla="*/ 579714 h 1221162"/>
                <a:gd name="connsiteX1219" fmla="*/ 237837 w 1905657"/>
                <a:gd name="connsiteY1219" fmla="*/ 580353 h 1221162"/>
                <a:gd name="connsiteX1220" fmla="*/ 239183 w 1905657"/>
                <a:gd name="connsiteY1220" fmla="*/ 582270 h 1221162"/>
                <a:gd name="connsiteX1221" fmla="*/ 241573 w 1905657"/>
                <a:gd name="connsiteY1221" fmla="*/ 584827 h 1221162"/>
                <a:gd name="connsiteX1222" fmla="*/ 243693 w 1905657"/>
                <a:gd name="connsiteY1222" fmla="*/ 587754 h 1221162"/>
                <a:gd name="connsiteX1223" fmla="*/ 245645 w 1905657"/>
                <a:gd name="connsiteY1223" fmla="*/ 590075 h 1221162"/>
                <a:gd name="connsiteX1224" fmla="*/ 250592 w 1905657"/>
                <a:gd name="connsiteY1224" fmla="*/ 595053 h 1221162"/>
                <a:gd name="connsiteX1225" fmla="*/ 255337 w 1905657"/>
                <a:gd name="connsiteY1225" fmla="*/ 597711 h 1221162"/>
                <a:gd name="connsiteX1226" fmla="*/ 259409 w 1905657"/>
                <a:gd name="connsiteY1226" fmla="*/ 600200 h 1221162"/>
                <a:gd name="connsiteX1227" fmla="*/ 262405 w 1905657"/>
                <a:gd name="connsiteY1227" fmla="*/ 600570 h 1221162"/>
                <a:gd name="connsiteX1228" fmla="*/ 266915 w 1905657"/>
                <a:gd name="connsiteY1228" fmla="*/ 600839 h 1221162"/>
                <a:gd name="connsiteX1229" fmla="*/ 270448 w 1905657"/>
                <a:gd name="connsiteY1229" fmla="*/ 600839 h 1221162"/>
                <a:gd name="connsiteX1230" fmla="*/ 271761 w 1905657"/>
                <a:gd name="connsiteY1230" fmla="*/ 600974 h 1221162"/>
                <a:gd name="connsiteX1231" fmla="*/ 274083 w 1905657"/>
                <a:gd name="connsiteY1231" fmla="*/ 602151 h 1221162"/>
                <a:gd name="connsiteX1232" fmla="*/ 275160 w 1905657"/>
                <a:gd name="connsiteY1232" fmla="*/ 603228 h 1221162"/>
                <a:gd name="connsiteX1233" fmla="*/ 276102 w 1905657"/>
                <a:gd name="connsiteY1233" fmla="*/ 606054 h 1221162"/>
                <a:gd name="connsiteX1234" fmla="*/ 276237 w 1905657"/>
                <a:gd name="connsiteY1234" fmla="*/ 608005 h 1221162"/>
                <a:gd name="connsiteX1235" fmla="*/ 275867 w 1905657"/>
                <a:gd name="connsiteY1235" fmla="*/ 609754 h 1221162"/>
                <a:gd name="connsiteX1236" fmla="*/ 275294 w 1905657"/>
                <a:gd name="connsiteY1236" fmla="*/ 612075 h 1221162"/>
                <a:gd name="connsiteX1237" fmla="*/ 274924 w 1905657"/>
                <a:gd name="connsiteY1237" fmla="*/ 614026 h 1221162"/>
                <a:gd name="connsiteX1238" fmla="*/ 274722 w 1905657"/>
                <a:gd name="connsiteY1238" fmla="*/ 616616 h 1221162"/>
                <a:gd name="connsiteX1239" fmla="*/ 274588 w 1905657"/>
                <a:gd name="connsiteY1239" fmla="*/ 619139 h 1221162"/>
                <a:gd name="connsiteX1240" fmla="*/ 274520 w 1905657"/>
                <a:gd name="connsiteY1240" fmla="*/ 620956 h 1221162"/>
                <a:gd name="connsiteX1241" fmla="*/ 275463 w 1905657"/>
                <a:gd name="connsiteY1241" fmla="*/ 623479 h 1221162"/>
                <a:gd name="connsiteX1242" fmla="*/ 276102 w 1905657"/>
                <a:gd name="connsiteY1242" fmla="*/ 625430 h 1221162"/>
                <a:gd name="connsiteX1243" fmla="*/ 277482 w 1905657"/>
                <a:gd name="connsiteY1243" fmla="*/ 630274 h 1221162"/>
                <a:gd name="connsiteX1244" fmla="*/ 277785 w 1905657"/>
                <a:gd name="connsiteY1244" fmla="*/ 633167 h 1221162"/>
                <a:gd name="connsiteX1245" fmla="*/ 278357 w 1905657"/>
                <a:gd name="connsiteY1245" fmla="*/ 635556 h 1221162"/>
                <a:gd name="connsiteX1246" fmla="*/ 280174 w 1905657"/>
                <a:gd name="connsiteY1246" fmla="*/ 637372 h 1221162"/>
                <a:gd name="connsiteX1247" fmla="*/ 281622 w 1905657"/>
                <a:gd name="connsiteY1247" fmla="*/ 639390 h 1221162"/>
                <a:gd name="connsiteX1248" fmla="*/ 282429 w 1905657"/>
                <a:gd name="connsiteY1248" fmla="*/ 639895 h 1221162"/>
                <a:gd name="connsiteX1249" fmla="*/ 284886 w 1905657"/>
                <a:gd name="connsiteY1249" fmla="*/ 641207 h 1221162"/>
                <a:gd name="connsiteX1250" fmla="*/ 286973 w 1905657"/>
                <a:gd name="connsiteY1250" fmla="*/ 642519 h 1221162"/>
                <a:gd name="connsiteX1251" fmla="*/ 290002 w 1905657"/>
                <a:gd name="connsiteY1251" fmla="*/ 643966 h 1221162"/>
                <a:gd name="connsiteX1252" fmla="*/ 293905 w 1905657"/>
                <a:gd name="connsiteY1252" fmla="*/ 646421 h 1221162"/>
                <a:gd name="connsiteX1253" fmla="*/ 297877 w 1905657"/>
                <a:gd name="connsiteY1253" fmla="*/ 649045 h 1221162"/>
                <a:gd name="connsiteX1254" fmla="*/ 302285 w 1905657"/>
                <a:gd name="connsiteY1254" fmla="*/ 652745 h 1221162"/>
                <a:gd name="connsiteX1255" fmla="*/ 303531 w 1905657"/>
                <a:gd name="connsiteY1255" fmla="*/ 655134 h 1221162"/>
                <a:gd name="connsiteX1256" fmla="*/ 306290 w 1905657"/>
                <a:gd name="connsiteY1256" fmla="*/ 660045 h 1221162"/>
                <a:gd name="connsiteX1257" fmla="*/ 310497 w 1905657"/>
                <a:gd name="connsiteY1257" fmla="*/ 665999 h 1221162"/>
                <a:gd name="connsiteX1258" fmla="*/ 312685 w 1905657"/>
                <a:gd name="connsiteY1258" fmla="*/ 669767 h 1221162"/>
                <a:gd name="connsiteX1259" fmla="*/ 314435 w 1905657"/>
                <a:gd name="connsiteY1259" fmla="*/ 673333 h 1221162"/>
                <a:gd name="connsiteX1260" fmla="*/ 314805 w 1905657"/>
                <a:gd name="connsiteY1260" fmla="*/ 677807 h 1221162"/>
                <a:gd name="connsiteX1261" fmla="*/ 314805 w 1905657"/>
                <a:gd name="connsiteY1261" fmla="*/ 681642 h 1221162"/>
                <a:gd name="connsiteX1262" fmla="*/ 317262 w 1905657"/>
                <a:gd name="connsiteY1262" fmla="*/ 684669 h 1221162"/>
                <a:gd name="connsiteX1263" fmla="*/ 320223 w 1905657"/>
                <a:gd name="connsiteY1263" fmla="*/ 687630 h 1221162"/>
                <a:gd name="connsiteX1264" fmla="*/ 325137 w 1905657"/>
                <a:gd name="connsiteY1264" fmla="*/ 690893 h 1221162"/>
                <a:gd name="connsiteX1265" fmla="*/ 329041 w 1905657"/>
                <a:gd name="connsiteY1265" fmla="*/ 693079 h 1221162"/>
                <a:gd name="connsiteX1266" fmla="*/ 336075 w 1905657"/>
                <a:gd name="connsiteY1266" fmla="*/ 696981 h 1221162"/>
                <a:gd name="connsiteX1267" fmla="*/ 340349 w 1905657"/>
                <a:gd name="connsiteY1267" fmla="*/ 701254 h 1221162"/>
                <a:gd name="connsiteX1268" fmla="*/ 344993 w 1905657"/>
                <a:gd name="connsiteY1268" fmla="*/ 705257 h 1221162"/>
                <a:gd name="connsiteX1269" fmla="*/ 348460 w 1905657"/>
                <a:gd name="connsiteY1269" fmla="*/ 708015 h 1221162"/>
                <a:gd name="connsiteX1270" fmla="*/ 353373 w 1905657"/>
                <a:gd name="connsiteY1270" fmla="*/ 709765 h 1221162"/>
                <a:gd name="connsiteX1271" fmla="*/ 357210 w 1905657"/>
                <a:gd name="connsiteY1271" fmla="*/ 709765 h 1221162"/>
                <a:gd name="connsiteX1272" fmla="*/ 359296 w 1905657"/>
                <a:gd name="connsiteY1272" fmla="*/ 711211 h 1221162"/>
                <a:gd name="connsiteX1273" fmla="*/ 361181 w 1905657"/>
                <a:gd name="connsiteY1273" fmla="*/ 713667 h 1221162"/>
                <a:gd name="connsiteX1274" fmla="*/ 363066 w 1905657"/>
                <a:gd name="connsiteY1274" fmla="*/ 716560 h 1221162"/>
                <a:gd name="connsiteX1275" fmla="*/ 364075 w 1905657"/>
                <a:gd name="connsiteY1275" fmla="*/ 720462 h 1221162"/>
                <a:gd name="connsiteX1276" fmla="*/ 364950 w 1905657"/>
                <a:gd name="connsiteY1276" fmla="*/ 724230 h 1221162"/>
                <a:gd name="connsiteX1277" fmla="*/ 365455 w 1905657"/>
                <a:gd name="connsiteY1277" fmla="*/ 726483 h 1221162"/>
                <a:gd name="connsiteX1278" fmla="*/ 366768 w 1905657"/>
                <a:gd name="connsiteY1278" fmla="*/ 728636 h 1221162"/>
                <a:gd name="connsiteX1279" fmla="*/ 367845 w 1905657"/>
                <a:gd name="connsiteY1279" fmla="*/ 734860 h 1221162"/>
                <a:gd name="connsiteX1280" fmla="*/ 368282 w 1905657"/>
                <a:gd name="connsiteY1280" fmla="*/ 737114 h 1221162"/>
                <a:gd name="connsiteX1281" fmla="*/ 371816 w 1905657"/>
                <a:gd name="connsiteY1281" fmla="*/ 739435 h 1221162"/>
                <a:gd name="connsiteX1282" fmla="*/ 373128 w 1905657"/>
                <a:gd name="connsiteY1282" fmla="*/ 742900 h 1221162"/>
                <a:gd name="connsiteX1283" fmla="*/ 374710 w 1905657"/>
                <a:gd name="connsiteY1283" fmla="*/ 747475 h 1221162"/>
                <a:gd name="connsiteX1284" fmla="*/ 375148 w 1905657"/>
                <a:gd name="connsiteY1284" fmla="*/ 751679 h 1221162"/>
                <a:gd name="connsiteX1285" fmla="*/ 375518 w 1905657"/>
                <a:gd name="connsiteY1285" fmla="*/ 754135 h 1221162"/>
                <a:gd name="connsiteX1286" fmla="*/ 376460 w 1905657"/>
                <a:gd name="connsiteY1286" fmla="*/ 756725 h 1221162"/>
                <a:gd name="connsiteX1287" fmla="*/ 377403 w 1905657"/>
                <a:gd name="connsiteY1287" fmla="*/ 759114 h 1221162"/>
                <a:gd name="connsiteX1288" fmla="*/ 379422 w 1905657"/>
                <a:gd name="connsiteY1288" fmla="*/ 762377 h 1221162"/>
                <a:gd name="connsiteX1289" fmla="*/ 380566 w 1905657"/>
                <a:gd name="connsiteY1289" fmla="*/ 764194 h 1221162"/>
                <a:gd name="connsiteX1290" fmla="*/ 383965 w 1905657"/>
                <a:gd name="connsiteY1290" fmla="*/ 766077 h 1221162"/>
                <a:gd name="connsiteX1291" fmla="*/ 385850 w 1905657"/>
                <a:gd name="connsiteY1291" fmla="*/ 766077 h 1221162"/>
                <a:gd name="connsiteX1292" fmla="*/ 388475 w 1905657"/>
                <a:gd name="connsiteY1292" fmla="*/ 766077 h 1221162"/>
                <a:gd name="connsiteX1293" fmla="*/ 389989 w 1905657"/>
                <a:gd name="connsiteY1293" fmla="*/ 765640 h 1221162"/>
                <a:gd name="connsiteX1294" fmla="*/ 391504 w 1905657"/>
                <a:gd name="connsiteY1294" fmla="*/ 765135 h 1221162"/>
                <a:gd name="connsiteX1295" fmla="*/ 393186 w 1905657"/>
                <a:gd name="connsiteY1295" fmla="*/ 764833 h 1221162"/>
                <a:gd name="connsiteX1296" fmla="*/ 395273 w 1905657"/>
                <a:gd name="connsiteY1296" fmla="*/ 764631 h 1221162"/>
                <a:gd name="connsiteX1297" fmla="*/ 396855 w 1905657"/>
                <a:gd name="connsiteY1297" fmla="*/ 765001 h 1221162"/>
                <a:gd name="connsiteX1298" fmla="*/ 398100 w 1905657"/>
                <a:gd name="connsiteY1298" fmla="*/ 764934 h 1221162"/>
                <a:gd name="connsiteX1299" fmla="*/ 400490 w 1905657"/>
                <a:gd name="connsiteY1299" fmla="*/ 764362 h 1221162"/>
                <a:gd name="connsiteX1300" fmla="*/ 402576 w 1905657"/>
                <a:gd name="connsiteY1300" fmla="*/ 763218 h 1221162"/>
                <a:gd name="connsiteX1301" fmla="*/ 403889 w 1905657"/>
                <a:gd name="connsiteY1301" fmla="*/ 762343 h 1221162"/>
                <a:gd name="connsiteX1302" fmla="*/ 405773 w 1905657"/>
                <a:gd name="connsiteY1302" fmla="*/ 761536 h 1221162"/>
                <a:gd name="connsiteX1303" fmla="*/ 409475 w 1905657"/>
                <a:gd name="connsiteY1303" fmla="*/ 760729 h 1221162"/>
                <a:gd name="connsiteX1304" fmla="*/ 414692 w 1905657"/>
                <a:gd name="connsiteY1304" fmla="*/ 760594 h 1221162"/>
                <a:gd name="connsiteX1305" fmla="*/ 417014 w 1905657"/>
                <a:gd name="connsiteY1305" fmla="*/ 760527 h 1221162"/>
                <a:gd name="connsiteX1306" fmla="*/ 421288 w 1905657"/>
                <a:gd name="connsiteY1306" fmla="*/ 760661 h 1221162"/>
                <a:gd name="connsiteX1307" fmla="*/ 427077 w 1905657"/>
                <a:gd name="connsiteY1307" fmla="*/ 764194 h 1221162"/>
                <a:gd name="connsiteX1308" fmla="*/ 429163 w 1905657"/>
                <a:gd name="connsiteY1308" fmla="*/ 764126 h 1221162"/>
                <a:gd name="connsiteX1309" fmla="*/ 433067 w 1905657"/>
                <a:gd name="connsiteY1309" fmla="*/ 766245 h 1221162"/>
                <a:gd name="connsiteX1310" fmla="*/ 434885 w 1905657"/>
                <a:gd name="connsiteY1310" fmla="*/ 768331 h 1221162"/>
                <a:gd name="connsiteX1311" fmla="*/ 435961 w 1905657"/>
                <a:gd name="connsiteY1311" fmla="*/ 770013 h 1221162"/>
                <a:gd name="connsiteX1312" fmla="*/ 436601 w 1905657"/>
                <a:gd name="connsiteY1312" fmla="*/ 771527 h 1221162"/>
                <a:gd name="connsiteX1313" fmla="*/ 437173 w 1905657"/>
                <a:gd name="connsiteY1313" fmla="*/ 773041 h 1221162"/>
                <a:gd name="connsiteX1314" fmla="*/ 437308 w 1905657"/>
                <a:gd name="connsiteY1314" fmla="*/ 774353 h 1221162"/>
                <a:gd name="connsiteX1315" fmla="*/ 437812 w 1905657"/>
                <a:gd name="connsiteY1315" fmla="*/ 776808 h 1221162"/>
                <a:gd name="connsiteX1316" fmla="*/ 439394 w 1905657"/>
                <a:gd name="connsiteY1316" fmla="*/ 780206 h 1221162"/>
                <a:gd name="connsiteX1317" fmla="*/ 440034 w 1905657"/>
                <a:gd name="connsiteY1317" fmla="*/ 783974 h 1221162"/>
                <a:gd name="connsiteX1318" fmla="*/ 440303 w 1905657"/>
                <a:gd name="connsiteY1318" fmla="*/ 789188 h 1221162"/>
                <a:gd name="connsiteX1319" fmla="*/ 439832 w 1905657"/>
                <a:gd name="connsiteY1319" fmla="*/ 792653 h 1221162"/>
                <a:gd name="connsiteX1320" fmla="*/ 439832 w 1905657"/>
                <a:gd name="connsiteY1320" fmla="*/ 798069 h 1221162"/>
                <a:gd name="connsiteX1321" fmla="*/ 440269 w 1905657"/>
                <a:gd name="connsiteY1321" fmla="*/ 805671 h 1221162"/>
                <a:gd name="connsiteX1322" fmla="*/ 441043 w 1905657"/>
                <a:gd name="connsiteY1322" fmla="*/ 812096 h 1221162"/>
                <a:gd name="connsiteX1323" fmla="*/ 441279 w 1905657"/>
                <a:gd name="connsiteY1323" fmla="*/ 815359 h 1221162"/>
                <a:gd name="connsiteX1324" fmla="*/ 444207 w 1905657"/>
                <a:gd name="connsiteY1324" fmla="*/ 821011 h 1221162"/>
                <a:gd name="connsiteX1325" fmla="*/ 445957 w 1905657"/>
                <a:gd name="connsiteY1325" fmla="*/ 821885 h 1221162"/>
                <a:gd name="connsiteX1326" fmla="*/ 447471 w 1905657"/>
                <a:gd name="connsiteY1326" fmla="*/ 824375 h 1221162"/>
                <a:gd name="connsiteX1327" fmla="*/ 450096 w 1905657"/>
                <a:gd name="connsiteY1327" fmla="*/ 828714 h 1221162"/>
                <a:gd name="connsiteX1328" fmla="*/ 454539 w 1905657"/>
                <a:gd name="connsiteY1328" fmla="*/ 830901 h 1221162"/>
                <a:gd name="connsiteX1329" fmla="*/ 456592 w 1905657"/>
                <a:gd name="connsiteY1329" fmla="*/ 833390 h 1221162"/>
                <a:gd name="connsiteX1330" fmla="*/ 456794 w 1905657"/>
                <a:gd name="connsiteY1330" fmla="*/ 836216 h 1221162"/>
                <a:gd name="connsiteX1331" fmla="*/ 457231 w 1905657"/>
                <a:gd name="connsiteY1331" fmla="*/ 838604 h 1221162"/>
                <a:gd name="connsiteX1332" fmla="*/ 463222 w 1905657"/>
                <a:gd name="connsiteY1332" fmla="*/ 841094 h 1221162"/>
                <a:gd name="connsiteX1333" fmla="*/ 467227 w 1905657"/>
                <a:gd name="connsiteY1333" fmla="*/ 843482 h 1221162"/>
                <a:gd name="connsiteX1334" fmla="*/ 468539 w 1905657"/>
                <a:gd name="connsiteY1334" fmla="*/ 843482 h 1221162"/>
                <a:gd name="connsiteX1335" fmla="*/ 469852 w 1905657"/>
                <a:gd name="connsiteY1335" fmla="*/ 845870 h 1221162"/>
                <a:gd name="connsiteX1336" fmla="*/ 471265 w 1905657"/>
                <a:gd name="connsiteY1336" fmla="*/ 849470 h 1221162"/>
                <a:gd name="connsiteX1337" fmla="*/ 476482 w 1905657"/>
                <a:gd name="connsiteY1337" fmla="*/ 855323 h 1221162"/>
                <a:gd name="connsiteX1338" fmla="*/ 480285 w 1905657"/>
                <a:gd name="connsiteY1338" fmla="*/ 860436 h 1221162"/>
                <a:gd name="connsiteX1339" fmla="*/ 483448 w 1905657"/>
                <a:gd name="connsiteY1339" fmla="*/ 864036 h 1221162"/>
                <a:gd name="connsiteX1340" fmla="*/ 487891 w 1905657"/>
                <a:gd name="connsiteY1340" fmla="*/ 865247 h 1221162"/>
                <a:gd name="connsiteX1341" fmla="*/ 491256 w 1905657"/>
                <a:gd name="connsiteY1341" fmla="*/ 865247 h 1221162"/>
                <a:gd name="connsiteX1342" fmla="*/ 496371 w 1905657"/>
                <a:gd name="connsiteY1342" fmla="*/ 867534 h 1221162"/>
                <a:gd name="connsiteX1343" fmla="*/ 498996 w 1905657"/>
                <a:gd name="connsiteY1343" fmla="*/ 866996 h 1221162"/>
                <a:gd name="connsiteX1344" fmla="*/ 500073 w 1905657"/>
                <a:gd name="connsiteY1344" fmla="*/ 866021 h 1221162"/>
                <a:gd name="connsiteX1345" fmla="*/ 501824 w 1905657"/>
                <a:gd name="connsiteY1345" fmla="*/ 865381 h 1221162"/>
                <a:gd name="connsiteX1346" fmla="*/ 503237 w 1905657"/>
                <a:gd name="connsiteY1346" fmla="*/ 864170 h 1221162"/>
                <a:gd name="connsiteX1347" fmla="*/ 504011 w 1905657"/>
                <a:gd name="connsiteY1347" fmla="*/ 863397 h 1221162"/>
                <a:gd name="connsiteX1348" fmla="*/ 505761 w 1905657"/>
                <a:gd name="connsiteY1348" fmla="*/ 862085 h 1221162"/>
                <a:gd name="connsiteX1349" fmla="*/ 506838 w 1905657"/>
                <a:gd name="connsiteY1349" fmla="*/ 861042 h 1221162"/>
                <a:gd name="connsiteX1350" fmla="*/ 508083 w 1905657"/>
                <a:gd name="connsiteY1350" fmla="*/ 860235 h 1221162"/>
                <a:gd name="connsiteX1351" fmla="*/ 510843 w 1905657"/>
                <a:gd name="connsiteY1351" fmla="*/ 859999 h 1221162"/>
                <a:gd name="connsiteX1352" fmla="*/ 513434 w 1905657"/>
                <a:gd name="connsiteY1352" fmla="*/ 859932 h 1221162"/>
                <a:gd name="connsiteX1353" fmla="*/ 515386 w 1905657"/>
                <a:gd name="connsiteY1353" fmla="*/ 860033 h 1221162"/>
                <a:gd name="connsiteX1354" fmla="*/ 516362 w 1905657"/>
                <a:gd name="connsiteY1354" fmla="*/ 860504 h 1221162"/>
                <a:gd name="connsiteX1355" fmla="*/ 517506 w 1905657"/>
                <a:gd name="connsiteY1355" fmla="*/ 861479 h 1221162"/>
                <a:gd name="connsiteX1356" fmla="*/ 518718 w 1905657"/>
                <a:gd name="connsiteY1356" fmla="*/ 862623 h 1221162"/>
                <a:gd name="connsiteX1357" fmla="*/ 519930 w 1905657"/>
                <a:gd name="connsiteY1357" fmla="*/ 864036 h 1221162"/>
                <a:gd name="connsiteX1358" fmla="*/ 520704 w 1905657"/>
                <a:gd name="connsiteY1358" fmla="*/ 865516 h 1221162"/>
                <a:gd name="connsiteX1359" fmla="*/ 520872 w 1905657"/>
                <a:gd name="connsiteY1359" fmla="*/ 867467 h 1221162"/>
                <a:gd name="connsiteX1360" fmla="*/ 520805 w 1905657"/>
                <a:gd name="connsiteY1360" fmla="*/ 868880 h 1221162"/>
                <a:gd name="connsiteX1361" fmla="*/ 520434 w 1905657"/>
                <a:gd name="connsiteY1361" fmla="*/ 870192 h 1221162"/>
                <a:gd name="connsiteX1362" fmla="*/ 519660 w 1905657"/>
                <a:gd name="connsiteY1362" fmla="*/ 871538 h 1221162"/>
                <a:gd name="connsiteX1363" fmla="*/ 518718 w 1905657"/>
                <a:gd name="connsiteY1363" fmla="*/ 873152 h 1221162"/>
                <a:gd name="connsiteX1364" fmla="*/ 517675 w 1905657"/>
                <a:gd name="connsiteY1364" fmla="*/ 874195 h 1221162"/>
                <a:gd name="connsiteX1365" fmla="*/ 517136 w 1905657"/>
                <a:gd name="connsiteY1365" fmla="*/ 875103 h 1221162"/>
                <a:gd name="connsiteX1366" fmla="*/ 512997 w 1905657"/>
                <a:gd name="connsiteY1366" fmla="*/ 877660 h 1221162"/>
                <a:gd name="connsiteX1367" fmla="*/ 511516 w 1905657"/>
                <a:gd name="connsiteY1367" fmla="*/ 879510 h 1221162"/>
                <a:gd name="connsiteX1368" fmla="*/ 510977 w 1905657"/>
                <a:gd name="connsiteY1368" fmla="*/ 879947 h 1221162"/>
                <a:gd name="connsiteX1369" fmla="*/ 510271 w 1905657"/>
                <a:gd name="connsiteY1369" fmla="*/ 881360 h 1221162"/>
                <a:gd name="connsiteX1370" fmla="*/ 509934 w 1905657"/>
                <a:gd name="connsiteY1370" fmla="*/ 882605 h 1221162"/>
                <a:gd name="connsiteX1371" fmla="*/ 509564 w 1905657"/>
                <a:gd name="connsiteY1371" fmla="*/ 884287 h 1221162"/>
                <a:gd name="connsiteX1372" fmla="*/ 509396 w 1905657"/>
                <a:gd name="connsiteY1372" fmla="*/ 886238 h 1221162"/>
                <a:gd name="connsiteX1373" fmla="*/ 509396 w 1905657"/>
                <a:gd name="connsiteY1373" fmla="*/ 888425 h 1221162"/>
                <a:gd name="connsiteX1374" fmla="*/ 509396 w 1905657"/>
                <a:gd name="connsiteY1374" fmla="*/ 890174 h 1221162"/>
                <a:gd name="connsiteX1375" fmla="*/ 509497 w 1905657"/>
                <a:gd name="connsiteY1375" fmla="*/ 892899 h 1221162"/>
                <a:gd name="connsiteX1376" fmla="*/ 510708 w 1905657"/>
                <a:gd name="connsiteY1376" fmla="*/ 895018 h 1221162"/>
                <a:gd name="connsiteX1377" fmla="*/ 511785 w 1905657"/>
                <a:gd name="connsiteY1377" fmla="*/ 896599 h 1221162"/>
                <a:gd name="connsiteX1378" fmla="*/ 512997 w 1905657"/>
                <a:gd name="connsiteY1378" fmla="*/ 898079 h 1221162"/>
                <a:gd name="connsiteX1379" fmla="*/ 515555 w 1905657"/>
                <a:gd name="connsiteY1379" fmla="*/ 899324 h 1221162"/>
                <a:gd name="connsiteX1380" fmla="*/ 517742 w 1905657"/>
                <a:gd name="connsiteY1380" fmla="*/ 900804 h 1221162"/>
                <a:gd name="connsiteX1381" fmla="*/ 519425 w 1905657"/>
                <a:gd name="connsiteY1381" fmla="*/ 901410 h 1221162"/>
                <a:gd name="connsiteX1382" fmla="*/ 521040 w 1905657"/>
                <a:gd name="connsiteY1382" fmla="*/ 902183 h 1221162"/>
                <a:gd name="connsiteX1383" fmla="*/ 523598 w 1905657"/>
                <a:gd name="connsiteY1383" fmla="*/ 903260 h 1221162"/>
                <a:gd name="connsiteX1384" fmla="*/ 525920 w 1905657"/>
                <a:gd name="connsiteY1384" fmla="*/ 903260 h 1221162"/>
                <a:gd name="connsiteX1385" fmla="*/ 528209 w 1905657"/>
                <a:gd name="connsiteY1385" fmla="*/ 903260 h 1221162"/>
                <a:gd name="connsiteX1386" fmla="*/ 529387 w 1905657"/>
                <a:gd name="connsiteY1386" fmla="*/ 903260 h 1221162"/>
                <a:gd name="connsiteX1387" fmla="*/ 532920 w 1905657"/>
                <a:gd name="connsiteY1387" fmla="*/ 903596 h 1221162"/>
                <a:gd name="connsiteX1388" fmla="*/ 534771 w 1905657"/>
                <a:gd name="connsiteY1388" fmla="*/ 903865 h 1221162"/>
                <a:gd name="connsiteX1389" fmla="*/ 536353 w 1905657"/>
                <a:gd name="connsiteY1389" fmla="*/ 904773 h 1221162"/>
                <a:gd name="connsiteX1390" fmla="*/ 539618 w 1905657"/>
                <a:gd name="connsiteY1390" fmla="*/ 904134 h 1221162"/>
                <a:gd name="connsiteX1391" fmla="*/ 541368 w 1905657"/>
                <a:gd name="connsiteY1391" fmla="*/ 904269 h 1221162"/>
                <a:gd name="connsiteX1392" fmla="*/ 543252 w 1905657"/>
                <a:gd name="connsiteY1392" fmla="*/ 904773 h 1221162"/>
                <a:gd name="connsiteX1393" fmla="*/ 545642 w 1905657"/>
                <a:gd name="connsiteY1393" fmla="*/ 906590 h 1221162"/>
                <a:gd name="connsiteX1394" fmla="*/ 546651 w 1905657"/>
                <a:gd name="connsiteY1394" fmla="*/ 909113 h 1221162"/>
                <a:gd name="connsiteX1395" fmla="*/ 547224 w 1905657"/>
                <a:gd name="connsiteY1395" fmla="*/ 910997 h 1221162"/>
                <a:gd name="connsiteX1396" fmla="*/ 547022 w 1905657"/>
                <a:gd name="connsiteY1396" fmla="*/ 914899 h 1221162"/>
                <a:gd name="connsiteX1397" fmla="*/ 549411 w 1905657"/>
                <a:gd name="connsiteY1397" fmla="*/ 916985 h 1221162"/>
                <a:gd name="connsiteX1398" fmla="*/ 553820 w 1905657"/>
                <a:gd name="connsiteY1398" fmla="*/ 916346 h 1221162"/>
                <a:gd name="connsiteX1399" fmla="*/ 557017 w 1905657"/>
                <a:gd name="connsiteY1399" fmla="*/ 915034 h 1221162"/>
                <a:gd name="connsiteX1400" fmla="*/ 558094 w 1905657"/>
                <a:gd name="connsiteY1400" fmla="*/ 913890 h 1221162"/>
                <a:gd name="connsiteX1401" fmla="*/ 560180 w 1905657"/>
                <a:gd name="connsiteY1401" fmla="*/ 912645 h 1221162"/>
                <a:gd name="connsiteX1402" fmla="*/ 561190 w 1905657"/>
                <a:gd name="connsiteY1402" fmla="*/ 910627 h 1221162"/>
                <a:gd name="connsiteX1403" fmla="*/ 561628 w 1905657"/>
                <a:gd name="connsiteY1403" fmla="*/ 909618 h 1221162"/>
                <a:gd name="connsiteX1404" fmla="*/ 564017 w 1905657"/>
                <a:gd name="connsiteY1404" fmla="*/ 910122 h 1221162"/>
                <a:gd name="connsiteX1405" fmla="*/ 564724 w 1905657"/>
                <a:gd name="connsiteY1405" fmla="*/ 911199 h 1221162"/>
                <a:gd name="connsiteX1406" fmla="*/ 565060 w 1905657"/>
                <a:gd name="connsiteY1406" fmla="*/ 914092 h 1221162"/>
                <a:gd name="connsiteX1407" fmla="*/ 565060 w 1905657"/>
                <a:gd name="connsiteY1407" fmla="*/ 916278 h 1221162"/>
                <a:gd name="connsiteX1408" fmla="*/ 566003 w 1905657"/>
                <a:gd name="connsiteY1408" fmla="*/ 919037 h 1221162"/>
                <a:gd name="connsiteX1409" fmla="*/ 566137 w 1905657"/>
                <a:gd name="connsiteY1409" fmla="*/ 923073 h 1221162"/>
                <a:gd name="connsiteX1410" fmla="*/ 566272 w 1905657"/>
                <a:gd name="connsiteY1410" fmla="*/ 924587 h 1221162"/>
                <a:gd name="connsiteX1411" fmla="*/ 567080 w 1905657"/>
                <a:gd name="connsiteY1411" fmla="*/ 928153 h 1221162"/>
                <a:gd name="connsiteX1412" fmla="*/ 567887 w 1905657"/>
                <a:gd name="connsiteY1412" fmla="*/ 931853 h 1221162"/>
                <a:gd name="connsiteX1413" fmla="*/ 570344 w 1905657"/>
                <a:gd name="connsiteY1413" fmla="*/ 934814 h 1221162"/>
                <a:gd name="connsiteX1414" fmla="*/ 572229 w 1905657"/>
                <a:gd name="connsiteY1414" fmla="*/ 935957 h 1221162"/>
                <a:gd name="connsiteX1415" fmla="*/ 575493 w 1905657"/>
                <a:gd name="connsiteY1415" fmla="*/ 939422 h 1221162"/>
                <a:gd name="connsiteX1416" fmla="*/ 577816 w 1905657"/>
                <a:gd name="connsiteY1416" fmla="*/ 942618 h 1221162"/>
                <a:gd name="connsiteX1417" fmla="*/ 578522 w 1905657"/>
                <a:gd name="connsiteY1417" fmla="*/ 947092 h 1221162"/>
                <a:gd name="connsiteX1418" fmla="*/ 579027 w 1905657"/>
                <a:gd name="connsiteY1418" fmla="*/ 950860 h 1221162"/>
                <a:gd name="connsiteX1419" fmla="*/ 578960 w 1905657"/>
                <a:gd name="connsiteY1419" fmla="*/ 953618 h 1221162"/>
                <a:gd name="connsiteX1420" fmla="*/ 578960 w 1905657"/>
                <a:gd name="connsiteY1420" fmla="*/ 959707 h 1221162"/>
                <a:gd name="connsiteX1421" fmla="*/ 579700 w 1905657"/>
                <a:gd name="connsiteY1421" fmla="*/ 962466 h 1221162"/>
                <a:gd name="connsiteX1422" fmla="*/ 580441 w 1905657"/>
                <a:gd name="connsiteY1422" fmla="*/ 964484 h 1221162"/>
                <a:gd name="connsiteX1423" fmla="*/ 582325 w 1905657"/>
                <a:gd name="connsiteY1423" fmla="*/ 969395 h 1221162"/>
                <a:gd name="connsiteX1424" fmla="*/ 586801 w 1905657"/>
                <a:gd name="connsiteY1424" fmla="*/ 969160 h 1221162"/>
                <a:gd name="connsiteX1425" fmla="*/ 589292 w 1905657"/>
                <a:gd name="connsiteY1425" fmla="*/ 967108 h 1221162"/>
                <a:gd name="connsiteX1426" fmla="*/ 589999 w 1905657"/>
                <a:gd name="connsiteY1426" fmla="*/ 964181 h 1221162"/>
                <a:gd name="connsiteX1427" fmla="*/ 591244 w 1905657"/>
                <a:gd name="connsiteY1427" fmla="*/ 960380 h 1221162"/>
                <a:gd name="connsiteX1428" fmla="*/ 591614 w 1905657"/>
                <a:gd name="connsiteY1428" fmla="*/ 957991 h 1221162"/>
                <a:gd name="connsiteX1429" fmla="*/ 591984 w 1905657"/>
                <a:gd name="connsiteY1429" fmla="*/ 956579 h 1221162"/>
                <a:gd name="connsiteX1430" fmla="*/ 592523 w 1905657"/>
                <a:gd name="connsiteY1430" fmla="*/ 954728 h 1221162"/>
                <a:gd name="connsiteX1431" fmla="*/ 593431 w 1905657"/>
                <a:gd name="connsiteY1431" fmla="*/ 952979 h 1221162"/>
                <a:gd name="connsiteX1432" fmla="*/ 593801 w 1905657"/>
                <a:gd name="connsiteY1432" fmla="*/ 951667 h 1221162"/>
                <a:gd name="connsiteX1433" fmla="*/ 594239 w 1905657"/>
                <a:gd name="connsiteY1433" fmla="*/ 950792 h 1221162"/>
                <a:gd name="connsiteX1434" fmla="*/ 595753 w 1905657"/>
                <a:gd name="connsiteY1434" fmla="*/ 948068 h 1221162"/>
                <a:gd name="connsiteX1435" fmla="*/ 596830 w 1905657"/>
                <a:gd name="connsiteY1435" fmla="*/ 946554 h 1221162"/>
                <a:gd name="connsiteX1436" fmla="*/ 598715 w 1905657"/>
                <a:gd name="connsiteY1436" fmla="*/ 944603 h 1221162"/>
                <a:gd name="connsiteX1437" fmla="*/ 599624 w 1905657"/>
                <a:gd name="connsiteY1437" fmla="*/ 943459 h 1221162"/>
                <a:gd name="connsiteX1438" fmla="*/ 600330 w 1905657"/>
                <a:gd name="connsiteY1438" fmla="*/ 942517 h 1221162"/>
                <a:gd name="connsiteX1439" fmla="*/ 601306 w 1905657"/>
                <a:gd name="connsiteY1439" fmla="*/ 941205 h 1221162"/>
                <a:gd name="connsiteX1440" fmla="*/ 602720 w 1905657"/>
                <a:gd name="connsiteY1440" fmla="*/ 940129 h 1221162"/>
                <a:gd name="connsiteX1441" fmla="*/ 604032 w 1905657"/>
                <a:gd name="connsiteY1441" fmla="*/ 939591 h 1221162"/>
                <a:gd name="connsiteX1442" fmla="*/ 605278 w 1905657"/>
                <a:gd name="connsiteY1442" fmla="*/ 939658 h 1221162"/>
                <a:gd name="connsiteX1443" fmla="*/ 606186 w 1905657"/>
                <a:gd name="connsiteY1443" fmla="*/ 940095 h 1221162"/>
                <a:gd name="connsiteX1444" fmla="*/ 607095 w 1905657"/>
                <a:gd name="connsiteY1444" fmla="*/ 942046 h 1221162"/>
                <a:gd name="connsiteX1445" fmla="*/ 607533 w 1905657"/>
                <a:gd name="connsiteY1445" fmla="*/ 945915 h 1221162"/>
                <a:gd name="connsiteX1446" fmla="*/ 607600 w 1905657"/>
                <a:gd name="connsiteY1446" fmla="*/ 947496 h 1221162"/>
                <a:gd name="connsiteX1447" fmla="*/ 607499 w 1905657"/>
                <a:gd name="connsiteY1447" fmla="*/ 950422 h 1221162"/>
                <a:gd name="connsiteX1448" fmla="*/ 607297 w 1905657"/>
                <a:gd name="connsiteY1448" fmla="*/ 952172 h 1221162"/>
                <a:gd name="connsiteX1449" fmla="*/ 606657 w 1905657"/>
                <a:gd name="connsiteY1449" fmla="*/ 954661 h 1221162"/>
                <a:gd name="connsiteX1450" fmla="*/ 606557 w 1905657"/>
                <a:gd name="connsiteY1450" fmla="*/ 955973 h 1221162"/>
                <a:gd name="connsiteX1451" fmla="*/ 606052 w 1905657"/>
                <a:gd name="connsiteY1451" fmla="*/ 957285 h 1221162"/>
                <a:gd name="connsiteX1452" fmla="*/ 605850 w 1905657"/>
                <a:gd name="connsiteY1452" fmla="*/ 958631 h 1221162"/>
                <a:gd name="connsiteX1453" fmla="*/ 605379 w 1905657"/>
                <a:gd name="connsiteY1453" fmla="*/ 959976 h 1221162"/>
                <a:gd name="connsiteX1454" fmla="*/ 604975 w 1905657"/>
                <a:gd name="connsiteY1454" fmla="*/ 961860 h 1221162"/>
                <a:gd name="connsiteX1455" fmla="*/ 604975 w 1905657"/>
                <a:gd name="connsiteY1455" fmla="*/ 963172 h 1221162"/>
                <a:gd name="connsiteX1456" fmla="*/ 605244 w 1905657"/>
                <a:gd name="connsiteY1456" fmla="*/ 963777 h 1221162"/>
                <a:gd name="connsiteX1457" fmla="*/ 605581 w 1905657"/>
                <a:gd name="connsiteY1457" fmla="*/ 965358 h 1221162"/>
                <a:gd name="connsiteX1458" fmla="*/ 606456 w 1905657"/>
                <a:gd name="connsiteY1458" fmla="*/ 966939 h 1221162"/>
                <a:gd name="connsiteX1459" fmla="*/ 609451 w 1905657"/>
                <a:gd name="connsiteY1459" fmla="*/ 968891 h 1221162"/>
                <a:gd name="connsiteX1460" fmla="*/ 613254 w 1905657"/>
                <a:gd name="connsiteY1460" fmla="*/ 969294 h 1221162"/>
                <a:gd name="connsiteX1461" fmla="*/ 614566 w 1905657"/>
                <a:gd name="connsiteY1461" fmla="*/ 969294 h 1221162"/>
                <a:gd name="connsiteX1462" fmla="*/ 618369 w 1905657"/>
                <a:gd name="connsiteY1462" fmla="*/ 970169 h 1221162"/>
                <a:gd name="connsiteX1463" fmla="*/ 619446 w 1905657"/>
                <a:gd name="connsiteY1463" fmla="*/ 972894 h 1221162"/>
                <a:gd name="connsiteX1464" fmla="*/ 619345 w 1905657"/>
                <a:gd name="connsiteY1464" fmla="*/ 975282 h 1221162"/>
                <a:gd name="connsiteX1465" fmla="*/ 620658 w 1905657"/>
                <a:gd name="connsiteY1465" fmla="*/ 976594 h 1221162"/>
                <a:gd name="connsiteX1466" fmla="*/ 622946 w 1905657"/>
                <a:gd name="connsiteY1466" fmla="*/ 976594 h 1221162"/>
                <a:gd name="connsiteX1467" fmla="*/ 625235 w 1905657"/>
                <a:gd name="connsiteY1467" fmla="*/ 976056 h 1221162"/>
                <a:gd name="connsiteX1468" fmla="*/ 630451 w 1905657"/>
                <a:gd name="connsiteY1468" fmla="*/ 973768 h 1221162"/>
                <a:gd name="connsiteX1469" fmla="*/ 632942 w 1905657"/>
                <a:gd name="connsiteY1469" fmla="*/ 970842 h 1221162"/>
                <a:gd name="connsiteX1470" fmla="*/ 634894 w 1905657"/>
                <a:gd name="connsiteY1470" fmla="*/ 968453 h 1221162"/>
                <a:gd name="connsiteX1471" fmla="*/ 638697 w 1905657"/>
                <a:gd name="connsiteY1471" fmla="*/ 965728 h 1221162"/>
                <a:gd name="connsiteX1472" fmla="*/ 639572 w 1905657"/>
                <a:gd name="connsiteY1472" fmla="*/ 963239 h 1221162"/>
                <a:gd name="connsiteX1473" fmla="*/ 640649 w 1905657"/>
                <a:gd name="connsiteY1473" fmla="*/ 961725 h 1221162"/>
                <a:gd name="connsiteX1474" fmla="*/ 641288 w 1905657"/>
                <a:gd name="connsiteY1474" fmla="*/ 960413 h 1221162"/>
                <a:gd name="connsiteX1475" fmla="*/ 643139 w 1905657"/>
                <a:gd name="connsiteY1475" fmla="*/ 959001 h 1221162"/>
                <a:gd name="connsiteX1476" fmla="*/ 643913 w 1905657"/>
                <a:gd name="connsiteY1476" fmla="*/ 959001 h 1221162"/>
                <a:gd name="connsiteX1477" fmla="*/ 646841 w 1905657"/>
                <a:gd name="connsiteY1477" fmla="*/ 958361 h 1221162"/>
                <a:gd name="connsiteX1478" fmla="*/ 649668 w 1905657"/>
                <a:gd name="connsiteY1478" fmla="*/ 958025 h 1221162"/>
                <a:gd name="connsiteX1479" fmla="*/ 651957 w 1905657"/>
                <a:gd name="connsiteY1479" fmla="*/ 958462 h 1221162"/>
                <a:gd name="connsiteX1480" fmla="*/ 652832 w 1905657"/>
                <a:gd name="connsiteY1480" fmla="*/ 959976 h 1221162"/>
                <a:gd name="connsiteX1481" fmla="*/ 652832 w 1905657"/>
                <a:gd name="connsiteY1481" fmla="*/ 962466 h 1221162"/>
                <a:gd name="connsiteX1482" fmla="*/ 653606 w 1905657"/>
                <a:gd name="connsiteY1482" fmla="*/ 963441 h 1221162"/>
                <a:gd name="connsiteX1483" fmla="*/ 656971 w 1905657"/>
                <a:gd name="connsiteY1483" fmla="*/ 963677 h 1221162"/>
                <a:gd name="connsiteX1484" fmla="*/ 658620 w 1905657"/>
                <a:gd name="connsiteY1484" fmla="*/ 962903 h 1221162"/>
                <a:gd name="connsiteX1485" fmla="*/ 659159 w 1905657"/>
                <a:gd name="connsiteY1485" fmla="*/ 962264 h 1221162"/>
                <a:gd name="connsiteX1486" fmla="*/ 661447 w 1905657"/>
                <a:gd name="connsiteY1486" fmla="*/ 963340 h 1221162"/>
                <a:gd name="connsiteX1487" fmla="*/ 662221 w 1905657"/>
                <a:gd name="connsiteY1487" fmla="*/ 964955 h 1221162"/>
                <a:gd name="connsiteX1488" fmla="*/ 662760 w 1905657"/>
                <a:gd name="connsiteY1488" fmla="*/ 966569 h 1221162"/>
                <a:gd name="connsiteX1489" fmla="*/ 666226 w 1905657"/>
                <a:gd name="connsiteY1489" fmla="*/ 968958 h 1221162"/>
                <a:gd name="connsiteX1490" fmla="*/ 667976 w 1905657"/>
                <a:gd name="connsiteY1490" fmla="*/ 970034 h 1221162"/>
                <a:gd name="connsiteX1491" fmla="*/ 671005 w 1905657"/>
                <a:gd name="connsiteY1491" fmla="*/ 972187 h 1221162"/>
                <a:gd name="connsiteX1492" fmla="*/ 674606 w 1905657"/>
                <a:gd name="connsiteY1492" fmla="*/ 973499 h 1221162"/>
                <a:gd name="connsiteX1493" fmla="*/ 678746 w 1905657"/>
                <a:gd name="connsiteY1493" fmla="*/ 977200 h 1221162"/>
                <a:gd name="connsiteX1494" fmla="*/ 680597 w 1905657"/>
                <a:gd name="connsiteY1494" fmla="*/ 979487 h 1221162"/>
                <a:gd name="connsiteX1495" fmla="*/ 682986 w 1905657"/>
                <a:gd name="connsiteY1495" fmla="*/ 983389 h 1221162"/>
                <a:gd name="connsiteX1496" fmla="*/ 686688 w 1905657"/>
                <a:gd name="connsiteY1496" fmla="*/ 987628 h 1221162"/>
                <a:gd name="connsiteX1497" fmla="*/ 688640 w 1905657"/>
                <a:gd name="connsiteY1497" fmla="*/ 991530 h 1221162"/>
                <a:gd name="connsiteX1498" fmla="*/ 690929 w 1905657"/>
                <a:gd name="connsiteY1498" fmla="*/ 994120 h 1221162"/>
                <a:gd name="connsiteX1499" fmla="*/ 691568 w 1905657"/>
                <a:gd name="connsiteY1499" fmla="*/ 996072 h 1221162"/>
                <a:gd name="connsiteX1500" fmla="*/ 693217 w 1905657"/>
                <a:gd name="connsiteY1500" fmla="*/ 997316 h 1221162"/>
                <a:gd name="connsiteX1501" fmla="*/ 695506 w 1905657"/>
                <a:gd name="connsiteY1501" fmla="*/ 998796 h 1221162"/>
                <a:gd name="connsiteX1502" fmla="*/ 696381 w 1905657"/>
                <a:gd name="connsiteY1502" fmla="*/ 998796 h 1221162"/>
                <a:gd name="connsiteX1503" fmla="*/ 699107 w 1905657"/>
                <a:gd name="connsiteY1503" fmla="*/ 999671 h 1221162"/>
                <a:gd name="connsiteX1504" fmla="*/ 703011 w 1905657"/>
                <a:gd name="connsiteY1504" fmla="*/ 999402 h 1221162"/>
                <a:gd name="connsiteX1505" fmla="*/ 705501 w 1905657"/>
                <a:gd name="connsiteY1505" fmla="*/ 1000546 h 1221162"/>
                <a:gd name="connsiteX1506" fmla="*/ 708530 w 1905657"/>
                <a:gd name="connsiteY1506" fmla="*/ 1000546 h 1221162"/>
                <a:gd name="connsiteX1507" fmla="*/ 710919 w 1905657"/>
                <a:gd name="connsiteY1507" fmla="*/ 1000209 h 1221162"/>
                <a:gd name="connsiteX1508" fmla="*/ 715160 w 1905657"/>
                <a:gd name="connsiteY1508" fmla="*/ 1000546 h 1221162"/>
                <a:gd name="connsiteX1509" fmla="*/ 718963 w 1905657"/>
                <a:gd name="connsiteY1509" fmla="*/ 1000546 h 1221162"/>
                <a:gd name="connsiteX1510" fmla="*/ 720578 w 1905657"/>
                <a:gd name="connsiteY1510" fmla="*/ 1001757 h 1221162"/>
                <a:gd name="connsiteX1511" fmla="*/ 723069 w 1905657"/>
                <a:gd name="connsiteY1511" fmla="*/ 1002396 h 1221162"/>
                <a:gd name="connsiteX1512" fmla="*/ 726434 w 1905657"/>
                <a:gd name="connsiteY1512" fmla="*/ 1003607 h 1221162"/>
                <a:gd name="connsiteX1513" fmla="*/ 728487 w 1905657"/>
                <a:gd name="connsiteY1513" fmla="*/ 1003607 h 1221162"/>
                <a:gd name="connsiteX1514" fmla="*/ 730002 w 1905657"/>
                <a:gd name="connsiteY1514" fmla="*/ 1004818 h 1221162"/>
                <a:gd name="connsiteX1515" fmla="*/ 731415 w 1905657"/>
                <a:gd name="connsiteY1515" fmla="*/ 1006332 h 1221162"/>
                <a:gd name="connsiteX1516" fmla="*/ 733266 w 1905657"/>
                <a:gd name="connsiteY1516" fmla="*/ 1008518 h 1221162"/>
                <a:gd name="connsiteX1517" fmla="*/ 735756 w 1905657"/>
                <a:gd name="connsiteY1517" fmla="*/ 1010906 h 1221162"/>
                <a:gd name="connsiteX1518" fmla="*/ 737809 w 1905657"/>
                <a:gd name="connsiteY1518" fmla="*/ 1012521 h 1221162"/>
                <a:gd name="connsiteX1519" fmla="*/ 741612 w 1905657"/>
                <a:gd name="connsiteY1519" fmla="*/ 1014472 h 1221162"/>
                <a:gd name="connsiteX1520" fmla="*/ 748444 w 1905657"/>
                <a:gd name="connsiteY1520" fmla="*/ 1014472 h 1221162"/>
                <a:gd name="connsiteX1521" fmla="*/ 751709 w 1905657"/>
                <a:gd name="connsiteY1521" fmla="*/ 1013160 h 1221162"/>
                <a:gd name="connsiteX1522" fmla="*/ 755512 w 1905657"/>
                <a:gd name="connsiteY1522" fmla="*/ 1009797 h 1221162"/>
                <a:gd name="connsiteX1523" fmla="*/ 758339 w 1905657"/>
                <a:gd name="connsiteY1523" fmla="*/ 1006332 h 1221162"/>
                <a:gd name="connsiteX1524" fmla="*/ 760964 w 1905657"/>
                <a:gd name="connsiteY1524" fmla="*/ 1004414 h 1221162"/>
                <a:gd name="connsiteX1525" fmla="*/ 763555 w 1905657"/>
                <a:gd name="connsiteY1525" fmla="*/ 1002295 h 1221162"/>
                <a:gd name="connsiteX1526" fmla="*/ 765844 w 1905657"/>
                <a:gd name="connsiteY1526" fmla="*/ 1002295 h 1221162"/>
                <a:gd name="connsiteX1527" fmla="*/ 769209 w 1905657"/>
                <a:gd name="connsiteY1527" fmla="*/ 1003506 h 1221162"/>
                <a:gd name="connsiteX1528" fmla="*/ 773786 w 1905657"/>
                <a:gd name="connsiteY1528" fmla="*/ 1005692 h 1221162"/>
                <a:gd name="connsiteX1529" fmla="*/ 776277 w 1905657"/>
                <a:gd name="connsiteY1529" fmla="*/ 1007543 h 1221162"/>
                <a:gd name="connsiteX1530" fmla="*/ 777690 w 1905657"/>
                <a:gd name="connsiteY1530" fmla="*/ 1009830 h 1221162"/>
                <a:gd name="connsiteX1531" fmla="*/ 781156 w 1905657"/>
                <a:gd name="connsiteY1531" fmla="*/ 1012320 h 1221162"/>
                <a:gd name="connsiteX1532" fmla="*/ 784320 w 1905657"/>
                <a:gd name="connsiteY1532" fmla="*/ 1013968 h 1221162"/>
                <a:gd name="connsiteX1533" fmla="*/ 788224 w 1905657"/>
                <a:gd name="connsiteY1533" fmla="*/ 1015313 h 1221162"/>
                <a:gd name="connsiteX1534" fmla="*/ 791152 w 1905657"/>
                <a:gd name="connsiteY1534" fmla="*/ 1016255 h 1221162"/>
                <a:gd name="connsiteX1535" fmla="*/ 795392 w 1905657"/>
                <a:gd name="connsiteY1535" fmla="*/ 1016255 h 1221162"/>
                <a:gd name="connsiteX1536" fmla="*/ 797883 w 1905657"/>
                <a:gd name="connsiteY1536" fmla="*/ 1016255 h 1221162"/>
                <a:gd name="connsiteX1537" fmla="*/ 801484 w 1905657"/>
                <a:gd name="connsiteY1537" fmla="*/ 1015482 h 1221162"/>
                <a:gd name="connsiteX1538" fmla="*/ 804748 w 1905657"/>
                <a:gd name="connsiteY1538" fmla="*/ 1015044 h 1221162"/>
                <a:gd name="connsiteX1539" fmla="*/ 806599 w 1905657"/>
                <a:gd name="connsiteY1539" fmla="*/ 1014708 h 1221162"/>
                <a:gd name="connsiteX1540" fmla="*/ 810200 w 1905657"/>
                <a:gd name="connsiteY1540" fmla="*/ 1013530 h 1221162"/>
                <a:gd name="connsiteX1541" fmla="*/ 812152 w 1905657"/>
                <a:gd name="connsiteY1541" fmla="*/ 1011344 h 1221162"/>
                <a:gd name="connsiteX1542" fmla="*/ 814340 w 1905657"/>
                <a:gd name="connsiteY1542" fmla="*/ 1008316 h 1221162"/>
                <a:gd name="connsiteX1543" fmla="*/ 816628 w 1905657"/>
                <a:gd name="connsiteY1543" fmla="*/ 1005053 h 1221162"/>
                <a:gd name="connsiteX1544" fmla="*/ 819994 w 1905657"/>
                <a:gd name="connsiteY1544" fmla="*/ 1003842 h 1221162"/>
                <a:gd name="connsiteX1545" fmla="*/ 822619 w 1905657"/>
                <a:gd name="connsiteY1545" fmla="*/ 1002867 h 1221162"/>
                <a:gd name="connsiteX1546" fmla="*/ 828273 w 1905657"/>
                <a:gd name="connsiteY1546" fmla="*/ 1001992 h 1221162"/>
                <a:gd name="connsiteX1547" fmla="*/ 833052 w 1905657"/>
                <a:gd name="connsiteY1547" fmla="*/ 1001117 h 1221162"/>
                <a:gd name="connsiteX1548" fmla="*/ 839480 w 1905657"/>
                <a:gd name="connsiteY1548" fmla="*/ 1002194 h 1221162"/>
                <a:gd name="connsiteX1549" fmla="*/ 842744 w 1905657"/>
                <a:gd name="connsiteY1549" fmla="*/ 1001319 h 1221162"/>
                <a:gd name="connsiteX1550" fmla="*/ 849273 w 1905657"/>
                <a:gd name="connsiteY1550" fmla="*/ 1000007 h 1221162"/>
                <a:gd name="connsiteX1551" fmla="*/ 853076 w 1905657"/>
                <a:gd name="connsiteY1551" fmla="*/ 1001757 h 1221162"/>
                <a:gd name="connsiteX1552" fmla="*/ 856778 w 1905657"/>
                <a:gd name="connsiteY1552" fmla="*/ 1004683 h 1221162"/>
                <a:gd name="connsiteX1553" fmla="*/ 858966 w 1905657"/>
                <a:gd name="connsiteY1553" fmla="*/ 1007307 h 1221162"/>
                <a:gd name="connsiteX1554" fmla="*/ 861995 w 1905657"/>
                <a:gd name="connsiteY1554" fmla="*/ 1014136 h 1221162"/>
                <a:gd name="connsiteX1555" fmla="*/ 862870 w 1905657"/>
                <a:gd name="connsiteY1555" fmla="*/ 1016356 h 1221162"/>
                <a:gd name="connsiteX1556" fmla="*/ 862971 w 1905657"/>
                <a:gd name="connsiteY1556" fmla="*/ 1023387 h 1221162"/>
                <a:gd name="connsiteX1557" fmla="*/ 862634 w 1905657"/>
                <a:gd name="connsiteY1557" fmla="*/ 1027390 h 1221162"/>
                <a:gd name="connsiteX1558" fmla="*/ 860783 w 1905657"/>
                <a:gd name="connsiteY1558" fmla="*/ 1036069 h 1221162"/>
                <a:gd name="connsiteX1559" fmla="*/ 858394 w 1905657"/>
                <a:gd name="connsiteY1559" fmla="*/ 1038020 h 1221162"/>
                <a:gd name="connsiteX1560" fmla="*/ 856475 w 1905657"/>
                <a:gd name="connsiteY1560" fmla="*/ 1043268 h 1221162"/>
                <a:gd name="connsiteX1561" fmla="*/ 853581 w 1905657"/>
                <a:gd name="connsiteY1561" fmla="*/ 1048785 h 1221162"/>
                <a:gd name="connsiteX1562" fmla="*/ 851259 w 1905657"/>
                <a:gd name="connsiteY1562" fmla="*/ 1050971 h 1221162"/>
                <a:gd name="connsiteX1563" fmla="*/ 848129 w 1905657"/>
                <a:gd name="connsiteY1563" fmla="*/ 1059650 h 1221162"/>
                <a:gd name="connsiteX1564" fmla="*/ 846749 w 1905657"/>
                <a:gd name="connsiteY1564" fmla="*/ 1064730 h 1221162"/>
                <a:gd name="connsiteX1565" fmla="*/ 846749 w 1905657"/>
                <a:gd name="connsiteY1565" fmla="*/ 1074418 h 1221162"/>
                <a:gd name="connsiteX1566" fmla="*/ 848062 w 1905657"/>
                <a:gd name="connsiteY1566" fmla="*/ 1079935 h 1221162"/>
                <a:gd name="connsiteX1567" fmla="*/ 850956 w 1905657"/>
                <a:gd name="connsiteY1567" fmla="*/ 1085721 h 1221162"/>
                <a:gd name="connsiteX1568" fmla="*/ 853985 w 1905657"/>
                <a:gd name="connsiteY1568" fmla="*/ 1091373 h 1221162"/>
                <a:gd name="connsiteX1569" fmla="*/ 858327 w 1905657"/>
                <a:gd name="connsiteY1569" fmla="*/ 1096889 h 1221162"/>
                <a:gd name="connsiteX1570" fmla="*/ 863846 w 1905657"/>
                <a:gd name="connsiteY1570" fmla="*/ 1099076 h 1221162"/>
                <a:gd name="connsiteX1571" fmla="*/ 867750 w 1905657"/>
                <a:gd name="connsiteY1571" fmla="*/ 1098201 h 1221162"/>
                <a:gd name="connsiteX1572" fmla="*/ 872529 w 1905657"/>
                <a:gd name="connsiteY1572" fmla="*/ 1096183 h 1221162"/>
                <a:gd name="connsiteX1573" fmla="*/ 875558 w 1905657"/>
                <a:gd name="connsiteY1573" fmla="*/ 1093155 h 1221162"/>
                <a:gd name="connsiteX1574" fmla="*/ 878452 w 1905657"/>
                <a:gd name="connsiteY1574" fmla="*/ 1089691 h 1221162"/>
                <a:gd name="connsiteX1575" fmla="*/ 881212 w 1905657"/>
                <a:gd name="connsiteY1575" fmla="*/ 1085048 h 1221162"/>
                <a:gd name="connsiteX1576" fmla="*/ 881514 w 1905657"/>
                <a:gd name="connsiteY1576" fmla="*/ 1081415 h 1221162"/>
                <a:gd name="connsiteX1577" fmla="*/ 881514 w 1905657"/>
                <a:gd name="connsiteY1577" fmla="*/ 1074452 h 1221162"/>
                <a:gd name="connsiteX1578" fmla="*/ 881514 w 1905657"/>
                <a:gd name="connsiteY1578" fmla="*/ 1069238 h 1221162"/>
                <a:gd name="connsiteX1579" fmla="*/ 882524 w 1905657"/>
                <a:gd name="connsiteY1579" fmla="*/ 1063586 h 1221162"/>
                <a:gd name="connsiteX1580" fmla="*/ 884106 w 1905657"/>
                <a:gd name="connsiteY1580" fmla="*/ 1057195 h 1221162"/>
                <a:gd name="connsiteX1581" fmla="*/ 887000 w 1905657"/>
                <a:gd name="connsiteY1581" fmla="*/ 1053562 h 1221162"/>
                <a:gd name="connsiteX1582" fmla="*/ 891645 w 1905657"/>
                <a:gd name="connsiteY1582" fmla="*/ 1049929 h 1221162"/>
                <a:gd name="connsiteX1583" fmla="*/ 894101 w 1905657"/>
                <a:gd name="connsiteY1583" fmla="*/ 1047170 h 1221162"/>
                <a:gd name="connsiteX1584" fmla="*/ 896558 w 1905657"/>
                <a:gd name="connsiteY1584" fmla="*/ 1044109 h 1221162"/>
                <a:gd name="connsiteX1585" fmla="*/ 898880 w 1905657"/>
                <a:gd name="connsiteY1585" fmla="*/ 1042090 h 1221162"/>
                <a:gd name="connsiteX1586" fmla="*/ 901909 w 1905657"/>
                <a:gd name="connsiteY1586" fmla="*/ 1038760 h 1221162"/>
                <a:gd name="connsiteX1587" fmla="*/ 906553 w 1905657"/>
                <a:gd name="connsiteY1587" fmla="*/ 1036305 h 1221162"/>
                <a:gd name="connsiteX1588" fmla="*/ 913958 w 1905657"/>
                <a:gd name="connsiteY1588" fmla="*/ 1031090 h 1221162"/>
                <a:gd name="connsiteX1589" fmla="*/ 917424 w 1905657"/>
                <a:gd name="connsiteY1589" fmla="*/ 1028500 h 1221162"/>
                <a:gd name="connsiteX1590" fmla="*/ 921496 w 1905657"/>
                <a:gd name="connsiteY1590" fmla="*/ 1025742 h 1221162"/>
                <a:gd name="connsiteX1591" fmla="*/ 925838 w 1905657"/>
                <a:gd name="connsiteY1591" fmla="*/ 1022411 h 1221162"/>
                <a:gd name="connsiteX1592" fmla="*/ 930616 w 1905657"/>
                <a:gd name="connsiteY1592" fmla="*/ 1020090 h 1221162"/>
                <a:gd name="connsiteX1593" fmla="*/ 934083 w 1905657"/>
                <a:gd name="connsiteY1593" fmla="*/ 1016188 h 1221162"/>
                <a:gd name="connsiteX1594" fmla="*/ 937112 w 1905657"/>
                <a:gd name="connsiteY1594" fmla="*/ 1014170 h 1221162"/>
                <a:gd name="connsiteX1595" fmla="*/ 940881 w 1905657"/>
                <a:gd name="connsiteY1595" fmla="*/ 1012286 h 1221162"/>
                <a:gd name="connsiteX1596" fmla="*/ 942900 w 1905657"/>
                <a:gd name="connsiteY1596" fmla="*/ 1011848 h 1221162"/>
                <a:gd name="connsiteX1597" fmla="*/ 946367 w 1905657"/>
                <a:gd name="connsiteY1597" fmla="*/ 1010537 h 1221162"/>
                <a:gd name="connsiteX1598" fmla="*/ 950708 w 1905657"/>
                <a:gd name="connsiteY1598" fmla="*/ 1010099 h 1221162"/>
                <a:gd name="connsiteX1599" fmla="*/ 955622 w 1905657"/>
                <a:gd name="connsiteY1599" fmla="*/ 1009797 h 1221162"/>
                <a:gd name="connsiteX1600" fmla="*/ 960973 w 1905657"/>
                <a:gd name="connsiteY1600" fmla="*/ 1008922 h 1221162"/>
                <a:gd name="connsiteX1601" fmla="*/ 966761 w 1905657"/>
                <a:gd name="connsiteY1601" fmla="*/ 1009225 h 1221162"/>
                <a:gd name="connsiteX1602" fmla="*/ 975007 w 1905657"/>
                <a:gd name="connsiteY1602" fmla="*/ 1011680 h 1221162"/>
                <a:gd name="connsiteX1603" fmla="*/ 980089 w 1905657"/>
                <a:gd name="connsiteY1603" fmla="*/ 1013867 h 1221162"/>
                <a:gd name="connsiteX1604" fmla="*/ 985002 w 1905657"/>
                <a:gd name="connsiteY1604" fmla="*/ 1014741 h 1221162"/>
                <a:gd name="connsiteX1605" fmla="*/ 989074 w 1905657"/>
                <a:gd name="connsiteY1605" fmla="*/ 1015044 h 1221162"/>
                <a:gd name="connsiteX1606" fmla="*/ 994729 w 1905657"/>
                <a:gd name="connsiteY1606" fmla="*/ 1015347 h 1221162"/>
                <a:gd name="connsiteX1607" fmla="*/ 998363 w 1905657"/>
                <a:gd name="connsiteY1607" fmla="*/ 1016222 h 1221162"/>
                <a:gd name="connsiteX1608" fmla="*/ 1000820 w 1905657"/>
                <a:gd name="connsiteY1608" fmla="*/ 1017668 h 1221162"/>
                <a:gd name="connsiteX1609" fmla="*/ 1003849 w 1905657"/>
                <a:gd name="connsiteY1609" fmla="*/ 1020696 h 1221162"/>
                <a:gd name="connsiteX1610" fmla="*/ 1007181 w 1905657"/>
                <a:gd name="connsiteY1610" fmla="*/ 1024161 h 1221162"/>
                <a:gd name="connsiteX1611" fmla="*/ 1008190 w 1905657"/>
                <a:gd name="connsiteY1611" fmla="*/ 1026179 h 1221162"/>
                <a:gd name="connsiteX1612" fmla="*/ 1013104 w 1905657"/>
                <a:gd name="connsiteY1612" fmla="*/ 1029206 h 1221162"/>
                <a:gd name="connsiteX1613" fmla="*/ 1016436 w 1905657"/>
                <a:gd name="connsiteY1613" fmla="*/ 1033411 h 1221162"/>
                <a:gd name="connsiteX1614" fmla="*/ 1017883 w 1905657"/>
                <a:gd name="connsiteY1614" fmla="*/ 1036305 h 1221162"/>
                <a:gd name="connsiteX1615" fmla="*/ 1022224 w 1905657"/>
                <a:gd name="connsiteY1615" fmla="*/ 1037616 h 1221162"/>
                <a:gd name="connsiteX1616" fmla="*/ 1028450 w 1905657"/>
                <a:gd name="connsiteY1616" fmla="*/ 1038794 h 1221162"/>
                <a:gd name="connsiteX1617" fmla="*/ 1033532 w 1905657"/>
                <a:gd name="connsiteY1617" fmla="*/ 1038794 h 1221162"/>
                <a:gd name="connsiteX1618" fmla="*/ 1036292 w 1905657"/>
                <a:gd name="connsiteY1618" fmla="*/ 1038491 h 1221162"/>
                <a:gd name="connsiteX1619" fmla="*/ 1040499 w 1905657"/>
                <a:gd name="connsiteY1619" fmla="*/ 1038626 h 1221162"/>
                <a:gd name="connsiteX1620" fmla="*/ 1044133 w 1905657"/>
                <a:gd name="connsiteY1620" fmla="*/ 1039769 h 1221162"/>
                <a:gd name="connsiteX1621" fmla="*/ 1045143 w 1905657"/>
                <a:gd name="connsiteY1621" fmla="*/ 1040510 h 1221162"/>
                <a:gd name="connsiteX1622" fmla="*/ 1049047 w 1905657"/>
                <a:gd name="connsiteY1622" fmla="*/ 1043100 h 1221162"/>
                <a:gd name="connsiteX1623" fmla="*/ 1051941 w 1905657"/>
                <a:gd name="connsiteY1623" fmla="*/ 1045118 h 1221162"/>
                <a:gd name="connsiteX1624" fmla="*/ 1054129 w 1905657"/>
                <a:gd name="connsiteY1624" fmla="*/ 1048886 h 1221162"/>
                <a:gd name="connsiteX1625" fmla="*/ 1055576 w 1905657"/>
                <a:gd name="connsiteY1625" fmla="*/ 1053225 h 1221162"/>
                <a:gd name="connsiteX1626" fmla="*/ 1060792 w 1905657"/>
                <a:gd name="connsiteY1626" fmla="*/ 1058742 h 1221162"/>
                <a:gd name="connsiteX1627" fmla="*/ 1063384 w 1905657"/>
                <a:gd name="connsiteY1627" fmla="*/ 1060626 h 1221162"/>
                <a:gd name="connsiteX1628" fmla="*/ 1065841 w 1905657"/>
                <a:gd name="connsiteY1628" fmla="*/ 1063519 h 1221162"/>
                <a:gd name="connsiteX1629" fmla="*/ 1067725 w 1905657"/>
                <a:gd name="connsiteY1629" fmla="*/ 1065403 h 1221162"/>
                <a:gd name="connsiteX1630" fmla="*/ 1071495 w 1905657"/>
                <a:gd name="connsiteY1630" fmla="*/ 1068430 h 1221162"/>
                <a:gd name="connsiteX1631" fmla="*/ 1074120 w 1905657"/>
                <a:gd name="connsiteY1631" fmla="*/ 1070180 h 1221162"/>
                <a:gd name="connsiteX1632" fmla="*/ 1077014 w 1905657"/>
                <a:gd name="connsiteY1632" fmla="*/ 1072198 h 1221162"/>
                <a:gd name="connsiteX1633" fmla="*/ 1081086 w 1905657"/>
                <a:gd name="connsiteY1633" fmla="*/ 1073342 h 1221162"/>
                <a:gd name="connsiteX1634" fmla="*/ 1084721 w 1905657"/>
                <a:gd name="connsiteY1634" fmla="*/ 1073914 h 1221162"/>
                <a:gd name="connsiteX1635" fmla="*/ 1086740 w 1905657"/>
                <a:gd name="connsiteY1635" fmla="*/ 1072030 h 1221162"/>
                <a:gd name="connsiteX1636" fmla="*/ 1087178 w 1905657"/>
                <a:gd name="connsiteY1636" fmla="*/ 1068834 h 1221162"/>
                <a:gd name="connsiteX1637" fmla="*/ 1088759 w 1905657"/>
                <a:gd name="connsiteY1637" fmla="*/ 1067253 h 1221162"/>
                <a:gd name="connsiteX1638" fmla="*/ 1090947 w 1905657"/>
                <a:gd name="connsiteY1638" fmla="*/ 1065941 h 1221162"/>
                <a:gd name="connsiteX1639" fmla="*/ 1094851 w 1905657"/>
                <a:gd name="connsiteY1639" fmla="*/ 1065504 h 1221162"/>
                <a:gd name="connsiteX1640" fmla="*/ 1097038 w 1905657"/>
                <a:gd name="connsiteY1640" fmla="*/ 1064932 h 1221162"/>
                <a:gd name="connsiteX1641" fmla="*/ 1101514 w 1905657"/>
                <a:gd name="connsiteY1641" fmla="*/ 1065369 h 1221162"/>
                <a:gd name="connsiteX1642" fmla="*/ 1103837 w 1905657"/>
                <a:gd name="connsiteY1642" fmla="*/ 1065235 h 1221162"/>
                <a:gd name="connsiteX1643" fmla="*/ 1106428 w 1905657"/>
                <a:gd name="connsiteY1643" fmla="*/ 1064797 h 1221162"/>
                <a:gd name="connsiteX1644" fmla="*/ 1108313 w 1905657"/>
                <a:gd name="connsiteY1644" fmla="*/ 1063788 h 1221162"/>
                <a:gd name="connsiteX1645" fmla="*/ 1112789 w 1905657"/>
                <a:gd name="connsiteY1645" fmla="*/ 1063216 h 1221162"/>
                <a:gd name="connsiteX1646" fmla="*/ 1116087 w 1905657"/>
                <a:gd name="connsiteY1646" fmla="*/ 1064225 h 1221162"/>
                <a:gd name="connsiteX1647" fmla="*/ 1118443 w 1905657"/>
                <a:gd name="connsiteY1647" fmla="*/ 1065672 h 1221162"/>
                <a:gd name="connsiteX1648" fmla="*/ 1120765 w 1905657"/>
                <a:gd name="connsiteY1648" fmla="*/ 1068699 h 1221162"/>
                <a:gd name="connsiteX1649" fmla="*/ 1123356 w 1905657"/>
                <a:gd name="connsiteY1649" fmla="*/ 1072467 h 1221162"/>
                <a:gd name="connsiteX1650" fmla="*/ 1125948 w 1905657"/>
                <a:gd name="connsiteY1650" fmla="*/ 1073914 h 1221162"/>
                <a:gd name="connsiteX1651" fmla="*/ 1127967 w 1905657"/>
                <a:gd name="connsiteY1651" fmla="*/ 1075663 h 1221162"/>
                <a:gd name="connsiteX1652" fmla="*/ 1129414 w 1905657"/>
                <a:gd name="connsiteY1652" fmla="*/ 1078253 h 1221162"/>
                <a:gd name="connsiteX1653" fmla="*/ 1130996 w 1905657"/>
                <a:gd name="connsiteY1653" fmla="*/ 1080002 h 1221162"/>
                <a:gd name="connsiteX1654" fmla="*/ 1131736 w 1905657"/>
                <a:gd name="connsiteY1654" fmla="*/ 1081752 h 1221162"/>
                <a:gd name="connsiteX1655" fmla="*/ 1131736 w 1905657"/>
                <a:gd name="connsiteY1655" fmla="*/ 1084813 h 1221162"/>
                <a:gd name="connsiteX1656" fmla="*/ 1133486 w 1905657"/>
                <a:gd name="connsiteY1656" fmla="*/ 1089455 h 1221162"/>
                <a:gd name="connsiteX1657" fmla="*/ 1133486 w 1905657"/>
                <a:gd name="connsiteY1657" fmla="*/ 1091776 h 1221162"/>
                <a:gd name="connsiteX1658" fmla="*/ 1133486 w 1905657"/>
                <a:gd name="connsiteY1658" fmla="*/ 1096990 h 1221162"/>
                <a:gd name="connsiteX1659" fmla="*/ 1132780 w 1905657"/>
                <a:gd name="connsiteY1659" fmla="*/ 1099883 h 1221162"/>
                <a:gd name="connsiteX1660" fmla="*/ 1131030 w 1905657"/>
                <a:gd name="connsiteY1660" fmla="*/ 1103079 h 1221162"/>
                <a:gd name="connsiteX1661" fmla="*/ 1130155 w 1905657"/>
                <a:gd name="connsiteY1661" fmla="*/ 1105703 h 1221162"/>
                <a:gd name="connsiteX1662" fmla="*/ 1130289 w 1905657"/>
                <a:gd name="connsiteY1662" fmla="*/ 1110614 h 1221162"/>
                <a:gd name="connsiteX1663" fmla="*/ 1131030 w 1905657"/>
                <a:gd name="connsiteY1663" fmla="*/ 1112633 h 1221162"/>
                <a:gd name="connsiteX1664" fmla="*/ 1130895 w 1905657"/>
                <a:gd name="connsiteY1664" fmla="*/ 1115660 h 1221162"/>
                <a:gd name="connsiteX1665" fmla="*/ 1130592 w 1905657"/>
                <a:gd name="connsiteY1665" fmla="*/ 1120000 h 1221162"/>
                <a:gd name="connsiteX1666" fmla="*/ 1133486 w 1905657"/>
                <a:gd name="connsiteY1666" fmla="*/ 1123330 h 1221162"/>
                <a:gd name="connsiteX1667" fmla="*/ 1135674 w 1905657"/>
                <a:gd name="connsiteY1667" fmla="*/ 1125214 h 1221162"/>
                <a:gd name="connsiteX1668" fmla="*/ 1137693 w 1905657"/>
                <a:gd name="connsiteY1668" fmla="*/ 1125214 h 1221162"/>
                <a:gd name="connsiteX1669" fmla="*/ 1142169 w 1905657"/>
                <a:gd name="connsiteY1669" fmla="*/ 1126661 h 1221162"/>
                <a:gd name="connsiteX1670" fmla="*/ 1147083 w 1905657"/>
                <a:gd name="connsiteY1670" fmla="*/ 1126661 h 1221162"/>
                <a:gd name="connsiteX1671" fmla="*/ 1149540 w 1905657"/>
                <a:gd name="connsiteY1671" fmla="*/ 1126661 h 1221162"/>
                <a:gd name="connsiteX1672" fmla="*/ 1154184 w 1905657"/>
                <a:gd name="connsiteY1672" fmla="*/ 1126694 h 1221162"/>
                <a:gd name="connsiteX1673" fmla="*/ 1157381 w 1905657"/>
                <a:gd name="connsiteY1673" fmla="*/ 1126694 h 1221162"/>
                <a:gd name="connsiteX1674" fmla="*/ 1162463 w 1905657"/>
                <a:gd name="connsiteY1674" fmla="*/ 1130832 h 1221162"/>
                <a:gd name="connsiteX1675" fmla="*/ 1165795 w 1905657"/>
                <a:gd name="connsiteY1675" fmla="*/ 1132413 h 1221162"/>
                <a:gd name="connsiteX1676" fmla="*/ 1170271 w 1905657"/>
                <a:gd name="connsiteY1676" fmla="*/ 1137762 h 1221162"/>
                <a:gd name="connsiteX1677" fmla="*/ 1172290 w 1905657"/>
                <a:gd name="connsiteY1677" fmla="*/ 1141092 h 1221162"/>
                <a:gd name="connsiteX1678" fmla="*/ 1172290 w 1905657"/>
                <a:gd name="connsiteY1678" fmla="*/ 1143548 h 1221162"/>
                <a:gd name="connsiteX1679" fmla="*/ 1173165 w 1905657"/>
                <a:gd name="connsiteY1679" fmla="*/ 1147618 h 1221162"/>
                <a:gd name="connsiteX1680" fmla="*/ 1172290 w 1905657"/>
                <a:gd name="connsiteY1680" fmla="*/ 1151520 h 1221162"/>
                <a:gd name="connsiteX1681" fmla="*/ 1170978 w 1905657"/>
                <a:gd name="connsiteY1681" fmla="*/ 1153404 h 1221162"/>
                <a:gd name="connsiteX1682" fmla="*/ 1167949 w 1905657"/>
                <a:gd name="connsiteY1682" fmla="*/ 1159325 h 1221162"/>
                <a:gd name="connsiteX1683" fmla="*/ 1165929 w 1905657"/>
                <a:gd name="connsiteY1683" fmla="*/ 1162218 h 1221162"/>
                <a:gd name="connsiteX1684" fmla="*/ 1164920 w 1905657"/>
                <a:gd name="connsiteY1684" fmla="*/ 1165111 h 1221162"/>
                <a:gd name="connsiteX1685" fmla="*/ 1164348 w 1905657"/>
                <a:gd name="connsiteY1685" fmla="*/ 1166860 h 1221162"/>
                <a:gd name="connsiteX1686" fmla="*/ 1163607 w 1905657"/>
                <a:gd name="connsiteY1686" fmla="*/ 1168575 h 1221162"/>
                <a:gd name="connsiteX1687" fmla="*/ 1164348 w 1905657"/>
                <a:gd name="connsiteY1687" fmla="*/ 1172646 h 1221162"/>
                <a:gd name="connsiteX1688" fmla="*/ 1164785 w 1905657"/>
                <a:gd name="connsiteY1688" fmla="*/ 1175674 h 1221162"/>
                <a:gd name="connsiteX1689" fmla="*/ 1164785 w 1905657"/>
                <a:gd name="connsiteY1689" fmla="*/ 1176817 h 1221162"/>
                <a:gd name="connsiteX1690" fmla="*/ 1164348 w 1905657"/>
                <a:gd name="connsiteY1690" fmla="*/ 1180720 h 1221162"/>
                <a:gd name="connsiteX1691" fmla="*/ 1164785 w 1905657"/>
                <a:gd name="connsiteY1691" fmla="*/ 1184790 h 1221162"/>
                <a:gd name="connsiteX1692" fmla="*/ 1164785 w 1905657"/>
                <a:gd name="connsiteY1692" fmla="*/ 1187246 h 1221162"/>
                <a:gd name="connsiteX1693" fmla="*/ 1164213 w 1905657"/>
                <a:gd name="connsiteY1693" fmla="*/ 1189129 h 1221162"/>
                <a:gd name="connsiteX1694" fmla="*/ 1164078 w 1905657"/>
                <a:gd name="connsiteY1694" fmla="*/ 1192325 h 1221162"/>
                <a:gd name="connsiteX1695" fmla="*/ 1163944 w 1905657"/>
                <a:gd name="connsiteY1695" fmla="*/ 1194781 h 1221162"/>
                <a:gd name="connsiteX1696" fmla="*/ 1164516 w 1905657"/>
                <a:gd name="connsiteY1696" fmla="*/ 1198246 h 1221162"/>
                <a:gd name="connsiteX1697" fmla="*/ 1164651 w 1905657"/>
                <a:gd name="connsiteY1697" fmla="*/ 1201711 h 1221162"/>
                <a:gd name="connsiteX1698" fmla="*/ 1164718 w 1905657"/>
                <a:gd name="connsiteY1698" fmla="*/ 1203292 h 1221162"/>
                <a:gd name="connsiteX1699" fmla="*/ 1165862 w 1905657"/>
                <a:gd name="connsiteY1699" fmla="*/ 1204570 h 1221162"/>
                <a:gd name="connsiteX1700" fmla="*/ 1167175 w 1905657"/>
                <a:gd name="connsiteY1700" fmla="*/ 1205478 h 1221162"/>
                <a:gd name="connsiteX1701" fmla="*/ 1169127 w 1905657"/>
                <a:gd name="connsiteY1701" fmla="*/ 1205478 h 1221162"/>
                <a:gd name="connsiteX1702" fmla="*/ 1174276 w 1905657"/>
                <a:gd name="connsiteY1702" fmla="*/ 1206454 h 1221162"/>
                <a:gd name="connsiteX1703" fmla="*/ 1178348 w 1905657"/>
                <a:gd name="connsiteY1703" fmla="*/ 1207228 h 1221162"/>
                <a:gd name="connsiteX1704" fmla="*/ 1181309 w 1905657"/>
                <a:gd name="connsiteY1704" fmla="*/ 1207228 h 1221162"/>
                <a:gd name="connsiteX1705" fmla="*/ 1184776 w 1905657"/>
                <a:gd name="connsiteY1705" fmla="*/ 1207228 h 1221162"/>
                <a:gd name="connsiteX1706" fmla="*/ 1188175 w 1905657"/>
                <a:gd name="connsiteY1706" fmla="*/ 1207228 h 1221162"/>
                <a:gd name="connsiteX1707" fmla="*/ 1190632 w 1905657"/>
                <a:gd name="connsiteY1707" fmla="*/ 1207059 h 1221162"/>
                <a:gd name="connsiteX1708" fmla="*/ 1195781 w 1905657"/>
                <a:gd name="connsiteY1708" fmla="*/ 1207228 h 1221162"/>
                <a:gd name="connsiteX1709" fmla="*/ 1198675 w 1905657"/>
                <a:gd name="connsiteY1709" fmla="*/ 1207228 h 1221162"/>
                <a:gd name="connsiteX1710" fmla="*/ 1201637 w 1905657"/>
                <a:gd name="connsiteY1710" fmla="*/ 1207228 h 1221162"/>
                <a:gd name="connsiteX1711" fmla="*/ 1205608 w 1905657"/>
                <a:gd name="connsiteY1711" fmla="*/ 1207228 h 1221162"/>
                <a:gd name="connsiteX1712" fmla="*/ 1209815 w 1905657"/>
                <a:gd name="connsiteY1712" fmla="*/ 1207295 h 1221162"/>
                <a:gd name="connsiteX1713" fmla="*/ 1215469 w 1905657"/>
                <a:gd name="connsiteY1713" fmla="*/ 1208741 h 1221162"/>
                <a:gd name="connsiteX1714" fmla="*/ 1217152 w 1905657"/>
                <a:gd name="connsiteY1714" fmla="*/ 1209683 h 1221162"/>
                <a:gd name="connsiteX1715" fmla="*/ 1221358 w 1905657"/>
                <a:gd name="connsiteY1715" fmla="*/ 1210255 h 1221162"/>
                <a:gd name="connsiteX1716" fmla="*/ 1228762 w 1905657"/>
                <a:gd name="connsiteY1716" fmla="*/ 1211903 h 1221162"/>
                <a:gd name="connsiteX1717" fmla="*/ 1232599 w 1905657"/>
                <a:gd name="connsiteY1717" fmla="*/ 1212711 h 1221162"/>
                <a:gd name="connsiteX1718" fmla="*/ 1237243 w 1905657"/>
                <a:gd name="connsiteY1718" fmla="*/ 1214292 h 1221162"/>
                <a:gd name="connsiteX1719" fmla="*/ 1244917 w 1905657"/>
                <a:gd name="connsiteY1719" fmla="*/ 1216310 h 1221162"/>
                <a:gd name="connsiteX1720" fmla="*/ 1252960 w 1905657"/>
                <a:gd name="connsiteY1720" fmla="*/ 1219439 h 1221162"/>
                <a:gd name="connsiteX1721" fmla="*/ 1258984 w 1905657"/>
                <a:gd name="connsiteY1721" fmla="*/ 1220751 h 1221162"/>
                <a:gd name="connsiteX1722" fmla="*/ 1269047 w 1905657"/>
                <a:gd name="connsiteY1722" fmla="*/ 1221121 h 1221162"/>
                <a:gd name="connsiteX1723" fmla="*/ 1277528 w 1905657"/>
                <a:gd name="connsiteY1723" fmla="*/ 1221020 h 1221162"/>
                <a:gd name="connsiteX1724" fmla="*/ 1286211 w 1905657"/>
                <a:gd name="connsiteY1724" fmla="*/ 1221121 h 1221162"/>
                <a:gd name="connsiteX1725" fmla="*/ 1297788 w 1905657"/>
                <a:gd name="connsiteY1725" fmla="*/ 1221121 h 1221162"/>
                <a:gd name="connsiteX1726" fmla="*/ 1307077 w 1905657"/>
                <a:gd name="connsiteY1726" fmla="*/ 1219674 h 1221162"/>
                <a:gd name="connsiteX1727" fmla="*/ 1315558 w 1905657"/>
                <a:gd name="connsiteY1727" fmla="*/ 1219741 h 1221162"/>
                <a:gd name="connsiteX1728" fmla="*/ 1324106 w 1905657"/>
                <a:gd name="connsiteY1728" fmla="*/ 1219674 h 1221162"/>
                <a:gd name="connsiteX1729" fmla="*/ 1330635 w 1905657"/>
                <a:gd name="connsiteY1729" fmla="*/ 1218867 h 1221162"/>
                <a:gd name="connsiteX1730" fmla="*/ 1336928 w 1905657"/>
                <a:gd name="connsiteY1730" fmla="*/ 1216781 h 1221162"/>
                <a:gd name="connsiteX1731" fmla="*/ 1338880 w 1905657"/>
                <a:gd name="connsiteY1731" fmla="*/ 1213754 h 1221162"/>
                <a:gd name="connsiteX1732" fmla="*/ 1342212 w 1905657"/>
                <a:gd name="connsiteY1732" fmla="*/ 1210289 h 1221162"/>
                <a:gd name="connsiteX1733" fmla="*/ 1344736 w 1905657"/>
                <a:gd name="connsiteY1733" fmla="*/ 1206387 h 1221162"/>
                <a:gd name="connsiteX1734" fmla="*/ 1346991 w 1905657"/>
                <a:gd name="connsiteY1734" fmla="*/ 1203191 h 1221162"/>
                <a:gd name="connsiteX1735" fmla="*/ 1347933 w 1905657"/>
                <a:gd name="connsiteY1735" fmla="*/ 1201004 h 1221162"/>
                <a:gd name="connsiteX1736" fmla="*/ 1351467 w 1905657"/>
                <a:gd name="connsiteY1736" fmla="*/ 1197237 h 1221162"/>
                <a:gd name="connsiteX1737" fmla="*/ 1353284 w 1905657"/>
                <a:gd name="connsiteY1737" fmla="*/ 1194714 h 1221162"/>
                <a:gd name="connsiteX1738" fmla="*/ 1357861 w 1905657"/>
                <a:gd name="connsiteY1738" fmla="*/ 1191013 h 1221162"/>
                <a:gd name="connsiteX1739" fmla="*/ 1361059 w 1905657"/>
                <a:gd name="connsiteY1739" fmla="*/ 1187885 h 1221162"/>
                <a:gd name="connsiteX1740" fmla="*/ 1365636 w 1905657"/>
                <a:gd name="connsiteY1740" fmla="*/ 1184857 h 1221162"/>
                <a:gd name="connsiteX1741" fmla="*/ 1368967 w 1905657"/>
                <a:gd name="connsiteY1741" fmla="*/ 1182233 h 1221162"/>
                <a:gd name="connsiteX1742" fmla="*/ 1372299 w 1905657"/>
                <a:gd name="connsiteY1742" fmla="*/ 1179138 h 1221162"/>
                <a:gd name="connsiteX1743" fmla="*/ 1374823 w 1905657"/>
                <a:gd name="connsiteY1743" fmla="*/ 1176245 h 1221162"/>
                <a:gd name="connsiteX1744" fmla="*/ 1377852 w 1905657"/>
                <a:gd name="connsiteY1744" fmla="*/ 1173420 h 1221162"/>
                <a:gd name="connsiteX1745" fmla="*/ 1383439 w 1905657"/>
                <a:gd name="connsiteY1745" fmla="*/ 1168710 h 1221162"/>
                <a:gd name="connsiteX1746" fmla="*/ 1388655 w 1905657"/>
                <a:gd name="connsiteY1746" fmla="*/ 1164371 h 1221162"/>
                <a:gd name="connsiteX1747" fmla="*/ 1392223 w 1905657"/>
                <a:gd name="connsiteY1747" fmla="*/ 1162689 h 1221162"/>
                <a:gd name="connsiteX1748" fmla="*/ 1399324 w 1905657"/>
                <a:gd name="connsiteY1748" fmla="*/ 1161949 h 1221162"/>
                <a:gd name="connsiteX1749" fmla="*/ 1403396 w 1905657"/>
                <a:gd name="connsiteY1749" fmla="*/ 1161511 h 1221162"/>
                <a:gd name="connsiteX1750" fmla="*/ 1408747 w 1905657"/>
                <a:gd name="connsiteY1750" fmla="*/ 1161713 h 1221162"/>
                <a:gd name="connsiteX1751" fmla="*/ 1412146 w 1905657"/>
                <a:gd name="connsiteY1751" fmla="*/ 1161276 h 1221162"/>
                <a:gd name="connsiteX1752" fmla="*/ 1418440 w 1905657"/>
                <a:gd name="connsiteY1752" fmla="*/ 1160468 h 1221162"/>
                <a:gd name="connsiteX1753" fmla="*/ 1425238 w 1905657"/>
                <a:gd name="connsiteY1753" fmla="*/ 1159829 h 1221162"/>
                <a:gd name="connsiteX1754" fmla="*/ 1434594 w 1905657"/>
                <a:gd name="connsiteY1754" fmla="*/ 1157441 h 1221162"/>
                <a:gd name="connsiteX1755" fmla="*/ 1442132 w 1905657"/>
                <a:gd name="connsiteY1755" fmla="*/ 1152664 h 1221162"/>
                <a:gd name="connsiteX1756" fmla="*/ 1446205 w 1905657"/>
                <a:gd name="connsiteY1756" fmla="*/ 1151789 h 1221162"/>
                <a:gd name="connsiteX1757" fmla="*/ 1452061 w 1905657"/>
                <a:gd name="connsiteY1757" fmla="*/ 1149266 h 1221162"/>
                <a:gd name="connsiteX1758" fmla="*/ 1454820 w 1905657"/>
                <a:gd name="connsiteY1758" fmla="*/ 1147954 h 1221162"/>
                <a:gd name="connsiteX1759" fmla="*/ 1467138 w 1905657"/>
                <a:gd name="connsiteY1759" fmla="*/ 1144422 h 1221162"/>
                <a:gd name="connsiteX1760" fmla="*/ 1473869 w 1905657"/>
                <a:gd name="connsiteY1760" fmla="*/ 1141395 h 1221162"/>
                <a:gd name="connsiteX1761" fmla="*/ 1479893 w 1905657"/>
                <a:gd name="connsiteY1761" fmla="*/ 1140015 h 1221162"/>
                <a:gd name="connsiteX1762" fmla="*/ 1487802 w 1905657"/>
                <a:gd name="connsiteY1762" fmla="*/ 1139006 h 1221162"/>
                <a:gd name="connsiteX1763" fmla="*/ 1494701 w 1905657"/>
                <a:gd name="connsiteY1763" fmla="*/ 1136853 h 1221162"/>
                <a:gd name="connsiteX1764" fmla="*/ 1498167 w 1905657"/>
                <a:gd name="connsiteY1764" fmla="*/ 1133220 h 1221162"/>
                <a:gd name="connsiteX1765" fmla="*/ 1499682 w 1905657"/>
                <a:gd name="connsiteY1765" fmla="*/ 1130630 h 1221162"/>
                <a:gd name="connsiteX1766" fmla="*/ 1502509 w 1905657"/>
                <a:gd name="connsiteY1766" fmla="*/ 1126560 h 1221162"/>
                <a:gd name="connsiteX1767" fmla="*/ 1504898 w 1905657"/>
                <a:gd name="connsiteY1767" fmla="*/ 1123162 h 1221162"/>
                <a:gd name="connsiteX1768" fmla="*/ 1507591 w 1905657"/>
                <a:gd name="connsiteY1768" fmla="*/ 1120706 h 1221162"/>
                <a:gd name="connsiteX1769" fmla="*/ 1510788 w 1905657"/>
                <a:gd name="connsiteY1769" fmla="*/ 1118251 h 1221162"/>
                <a:gd name="connsiteX1770" fmla="*/ 1514423 w 1905657"/>
                <a:gd name="connsiteY1770" fmla="*/ 1115930 h 1221162"/>
                <a:gd name="connsiteX1771" fmla="*/ 1518326 w 1905657"/>
                <a:gd name="connsiteY1771" fmla="*/ 1114248 h 1221162"/>
                <a:gd name="connsiteX1772" fmla="*/ 1523980 w 1905657"/>
                <a:gd name="connsiteY1772" fmla="*/ 1110345 h 1221162"/>
                <a:gd name="connsiteX1773" fmla="*/ 1530005 w 1905657"/>
                <a:gd name="connsiteY1773" fmla="*/ 1108596 h 1221162"/>
                <a:gd name="connsiteX1774" fmla="*/ 1534716 w 1905657"/>
                <a:gd name="connsiteY1774" fmla="*/ 1104627 h 1221162"/>
                <a:gd name="connsiteX1775" fmla="*/ 1538486 w 1905657"/>
                <a:gd name="connsiteY1775" fmla="*/ 1103180 h 1221162"/>
                <a:gd name="connsiteX1776" fmla="*/ 1542053 w 1905657"/>
                <a:gd name="connsiteY1776" fmla="*/ 1100859 h 1221162"/>
                <a:gd name="connsiteX1777" fmla="*/ 1544880 w 1905657"/>
                <a:gd name="connsiteY1777" fmla="*/ 1100119 h 1221162"/>
                <a:gd name="connsiteX1778" fmla="*/ 1547269 w 1905657"/>
                <a:gd name="connsiteY1778" fmla="*/ 1099816 h 1221162"/>
                <a:gd name="connsiteX1779" fmla="*/ 1550904 w 1905657"/>
                <a:gd name="connsiteY1779" fmla="*/ 1099682 h 1221162"/>
                <a:gd name="connsiteX1780" fmla="*/ 1552991 w 1905657"/>
                <a:gd name="connsiteY1780" fmla="*/ 1100119 h 1221162"/>
                <a:gd name="connsiteX1781" fmla="*/ 1555750 w 1905657"/>
                <a:gd name="connsiteY1781" fmla="*/ 1100758 h 1221162"/>
                <a:gd name="connsiteX1782" fmla="*/ 1558510 w 1905657"/>
                <a:gd name="connsiteY1782" fmla="*/ 1103214 h 1221162"/>
                <a:gd name="connsiteX1783" fmla="*/ 1561472 w 1905657"/>
                <a:gd name="connsiteY1783" fmla="*/ 1106040 h 1221162"/>
                <a:gd name="connsiteX1784" fmla="*/ 1564803 w 1905657"/>
                <a:gd name="connsiteY1784" fmla="*/ 1109235 h 1221162"/>
                <a:gd name="connsiteX1785" fmla="*/ 1567698 w 1905657"/>
                <a:gd name="connsiteY1785" fmla="*/ 1111556 h 1221162"/>
                <a:gd name="connsiteX1786" fmla="*/ 1571534 w 1905657"/>
                <a:gd name="connsiteY1786" fmla="*/ 1113878 h 1221162"/>
                <a:gd name="connsiteX1787" fmla="*/ 1574429 w 1905657"/>
                <a:gd name="connsiteY1787" fmla="*/ 1116333 h 1221162"/>
                <a:gd name="connsiteX1788" fmla="*/ 1576818 w 1905657"/>
                <a:gd name="connsiteY1788" fmla="*/ 1117578 h 1221162"/>
                <a:gd name="connsiteX1789" fmla="*/ 1579645 w 1905657"/>
                <a:gd name="connsiteY1789" fmla="*/ 1118284 h 1221162"/>
                <a:gd name="connsiteX1790" fmla="*/ 1584491 w 1905657"/>
                <a:gd name="connsiteY1790" fmla="*/ 1117040 h 1221162"/>
                <a:gd name="connsiteX1791" fmla="*/ 1586578 w 1905657"/>
                <a:gd name="connsiteY1791" fmla="*/ 1115660 h 1221162"/>
                <a:gd name="connsiteX1792" fmla="*/ 1590482 w 1905657"/>
                <a:gd name="connsiteY1792" fmla="*/ 1113777 h 1221162"/>
                <a:gd name="connsiteX1793" fmla="*/ 1591559 w 1905657"/>
                <a:gd name="connsiteY1793" fmla="*/ 1112196 h 1221162"/>
                <a:gd name="connsiteX1794" fmla="*/ 1592804 w 1905657"/>
                <a:gd name="connsiteY1794" fmla="*/ 1111556 h 1221162"/>
                <a:gd name="connsiteX1795" fmla="*/ 1594891 w 1905657"/>
                <a:gd name="connsiteY1795" fmla="*/ 1111691 h 1221162"/>
                <a:gd name="connsiteX1796" fmla="*/ 1596775 w 1905657"/>
                <a:gd name="connsiteY1796" fmla="*/ 1111624 h 1221162"/>
                <a:gd name="connsiteX1797" fmla="*/ 1598660 w 1905657"/>
                <a:gd name="connsiteY1797" fmla="*/ 1111758 h 1221162"/>
                <a:gd name="connsiteX1798" fmla="*/ 1599266 w 1905657"/>
                <a:gd name="connsiteY1798" fmla="*/ 1112936 h 1221162"/>
                <a:gd name="connsiteX1799" fmla="*/ 1599535 w 1905657"/>
                <a:gd name="connsiteY1799" fmla="*/ 1114752 h 1221162"/>
                <a:gd name="connsiteX1800" fmla="*/ 1599535 w 1905657"/>
                <a:gd name="connsiteY1800" fmla="*/ 1115997 h 1221162"/>
                <a:gd name="connsiteX1801" fmla="*/ 1599535 w 1905657"/>
                <a:gd name="connsiteY1801" fmla="*/ 1117746 h 1221162"/>
                <a:gd name="connsiteX1802" fmla="*/ 1599535 w 1905657"/>
                <a:gd name="connsiteY1802" fmla="*/ 1119495 h 1221162"/>
                <a:gd name="connsiteX1803" fmla="*/ 1599535 w 1905657"/>
                <a:gd name="connsiteY1803" fmla="*/ 1120740 h 1221162"/>
                <a:gd name="connsiteX1804" fmla="*/ 1600275 w 1905657"/>
                <a:gd name="connsiteY1804" fmla="*/ 1121749 h 1221162"/>
                <a:gd name="connsiteX1805" fmla="*/ 1602362 w 1905657"/>
                <a:gd name="connsiteY1805" fmla="*/ 1123128 h 1221162"/>
                <a:gd name="connsiteX1806" fmla="*/ 1606131 w 1905657"/>
                <a:gd name="connsiteY1806" fmla="*/ 1123330 h 1221162"/>
                <a:gd name="connsiteX1807" fmla="*/ 1608319 w 1905657"/>
                <a:gd name="connsiteY1807" fmla="*/ 1122321 h 1221162"/>
                <a:gd name="connsiteX1808" fmla="*/ 1610473 w 1905657"/>
                <a:gd name="connsiteY1808" fmla="*/ 1122018 h 1221162"/>
                <a:gd name="connsiteX1809" fmla="*/ 1612054 w 1905657"/>
                <a:gd name="connsiteY1809" fmla="*/ 1123902 h 1221162"/>
                <a:gd name="connsiteX1810" fmla="*/ 1613199 w 1905657"/>
                <a:gd name="connsiteY1810" fmla="*/ 1126291 h 1221162"/>
                <a:gd name="connsiteX1811" fmla="*/ 1615521 w 1905657"/>
                <a:gd name="connsiteY1811" fmla="*/ 1128914 h 1221162"/>
                <a:gd name="connsiteX1812" fmla="*/ 1617910 w 1905657"/>
                <a:gd name="connsiteY1812" fmla="*/ 1131673 h 1221162"/>
                <a:gd name="connsiteX1813" fmla="*/ 1620367 w 1905657"/>
                <a:gd name="connsiteY1813" fmla="*/ 1133691 h 1221162"/>
                <a:gd name="connsiteX1814" fmla="*/ 1622252 w 1905657"/>
                <a:gd name="connsiteY1814" fmla="*/ 1135878 h 1221162"/>
                <a:gd name="connsiteX1815" fmla="*/ 1625449 w 1905657"/>
                <a:gd name="connsiteY1815" fmla="*/ 1139780 h 1221162"/>
                <a:gd name="connsiteX1816" fmla="*/ 1628074 w 1905657"/>
                <a:gd name="connsiteY1816" fmla="*/ 1141798 h 1221162"/>
                <a:gd name="connsiteX1817" fmla="*/ 1630531 w 1905657"/>
                <a:gd name="connsiteY1817" fmla="*/ 1142942 h 1221162"/>
                <a:gd name="connsiteX1818" fmla="*/ 1634738 w 1905657"/>
                <a:gd name="connsiteY1818" fmla="*/ 1145835 h 1221162"/>
                <a:gd name="connsiteX1819" fmla="*/ 1638070 w 1905657"/>
                <a:gd name="connsiteY1819" fmla="*/ 1148728 h 1221162"/>
                <a:gd name="connsiteX1820" fmla="*/ 1642714 w 1905657"/>
                <a:gd name="connsiteY1820" fmla="*/ 1151756 h 1221162"/>
                <a:gd name="connsiteX1821" fmla="*/ 1646483 w 1905657"/>
                <a:gd name="connsiteY1821" fmla="*/ 1155658 h 1221162"/>
                <a:gd name="connsiteX1822" fmla="*/ 1648805 w 1905657"/>
                <a:gd name="connsiteY1822" fmla="*/ 1156095 h 1221162"/>
                <a:gd name="connsiteX1823" fmla="*/ 1650690 w 1905657"/>
                <a:gd name="connsiteY1823" fmla="*/ 1156835 h 1221162"/>
                <a:gd name="connsiteX1824" fmla="*/ 1654325 w 1905657"/>
                <a:gd name="connsiteY1824" fmla="*/ 1157710 h 1221162"/>
                <a:gd name="connsiteX1825" fmla="*/ 1655200 w 1905657"/>
                <a:gd name="connsiteY1825" fmla="*/ 1158282 h 1221162"/>
                <a:gd name="connsiteX1826" fmla="*/ 1660854 w 1905657"/>
                <a:gd name="connsiteY1826" fmla="*/ 1159022 h 1221162"/>
                <a:gd name="connsiteX1827" fmla="*/ 1663310 w 1905657"/>
                <a:gd name="connsiteY1827" fmla="*/ 1160906 h 1221162"/>
                <a:gd name="connsiteX1828" fmla="*/ 1666508 w 1905657"/>
                <a:gd name="connsiteY1828" fmla="*/ 1164236 h 1221162"/>
                <a:gd name="connsiteX1829" fmla="*/ 1668527 w 1905657"/>
                <a:gd name="connsiteY1829" fmla="*/ 1165111 h 1221162"/>
                <a:gd name="connsiteX1830" fmla="*/ 1669536 w 1905657"/>
                <a:gd name="connsiteY1830" fmla="*/ 1167432 h 1221162"/>
                <a:gd name="connsiteX1831" fmla="*/ 1669536 w 1905657"/>
                <a:gd name="connsiteY1831" fmla="*/ 1170459 h 1221162"/>
                <a:gd name="connsiteX1832" fmla="*/ 1669570 w 1905657"/>
                <a:gd name="connsiteY1832" fmla="*/ 1173352 h 1221162"/>
                <a:gd name="connsiteX1833" fmla="*/ 1669570 w 1905657"/>
                <a:gd name="connsiteY1833" fmla="*/ 1176683 h 1221162"/>
                <a:gd name="connsiteX1834" fmla="*/ 1671690 w 1905657"/>
                <a:gd name="connsiteY1834" fmla="*/ 1178701 h 1221162"/>
                <a:gd name="connsiteX1835" fmla="*/ 1675157 w 1905657"/>
                <a:gd name="connsiteY1835" fmla="*/ 1178836 h 1221162"/>
                <a:gd name="connsiteX1836" fmla="*/ 1677142 w 1905657"/>
                <a:gd name="connsiteY1836" fmla="*/ 1177389 h 1221162"/>
                <a:gd name="connsiteX1837" fmla="*/ 1679667 w 1905657"/>
                <a:gd name="connsiteY1837" fmla="*/ 1175068 h 1221162"/>
                <a:gd name="connsiteX1838" fmla="*/ 1681551 w 1905657"/>
                <a:gd name="connsiteY1838" fmla="*/ 1172881 h 1221162"/>
                <a:gd name="connsiteX1839" fmla="*/ 1682696 w 1905657"/>
                <a:gd name="connsiteY1839" fmla="*/ 1171738 h 1221162"/>
                <a:gd name="connsiteX1840" fmla="*/ 1683570 w 1905657"/>
                <a:gd name="connsiteY1840" fmla="*/ 1170560 h 1221162"/>
                <a:gd name="connsiteX1841" fmla="*/ 1684883 w 1905657"/>
                <a:gd name="connsiteY1841" fmla="*/ 1169248 h 1221162"/>
                <a:gd name="connsiteX1842" fmla="*/ 1685623 w 1905657"/>
                <a:gd name="connsiteY1842" fmla="*/ 1168239 h 1221162"/>
                <a:gd name="connsiteX1843" fmla="*/ 1687811 w 1905657"/>
                <a:gd name="connsiteY1843" fmla="*/ 1167667 h 1221162"/>
                <a:gd name="connsiteX1844" fmla="*/ 1692152 w 1905657"/>
                <a:gd name="connsiteY1844" fmla="*/ 1166086 h 1221162"/>
                <a:gd name="connsiteX1845" fmla="*/ 1695047 w 1905657"/>
                <a:gd name="connsiteY1845" fmla="*/ 1165649 h 1221162"/>
                <a:gd name="connsiteX1846" fmla="*/ 1698513 w 1905657"/>
                <a:gd name="connsiteY1846" fmla="*/ 1165212 h 1221162"/>
                <a:gd name="connsiteX1847" fmla="*/ 1701980 w 1905657"/>
                <a:gd name="connsiteY1847" fmla="*/ 1164472 h 1221162"/>
                <a:gd name="connsiteX1848" fmla="*/ 1705008 w 1905657"/>
                <a:gd name="connsiteY1848" fmla="*/ 1164034 h 1221162"/>
                <a:gd name="connsiteX1849" fmla="*/ 1707331 w 1905657"/>
                <a:gd name="connsiteY1849" fmla="*/ 1160569 h 1221162"/>
                <a:gd name="connsiteX1850" fmla="*/ 1706758 w 1905657"/>
                <a:gd name="connsiteY1850" fmla="*/ 1157239 h 1221162"/>
                <a:gd name="connsiteX1851" fmla="*/ 1705614 w 1905657"/>
                <a:gd name="connsiteY1851" fmla="*/ 1154346 h 1221162"/>
                <a:gd name="connsiteX1852" fmla="*/ 1705480 w 1905657"/>
                <a:gd name="connsiteY1852" fmla="*/ 1153034 h 1221162"/>
                <a:gd name="connsiteX1853" fmla="*/ 1705278 w 1905657"/>
                <a:gd name="connsiteY1853" fmla="*/ 1150713 h 1221162"/>
                <a:gd name="connsiteX1854" fmla="*/ 1705648 w 1905657"/>
                <a:gd name="connsiteY1854" fmla="*/ 1148392 h 1221162"/>
                <a:gd name="connsiteX1855" fmla="*/ 1705648 w 1905657"/>
                <a:gd name="connsiteY1855" fmla="*/ 1145499 h 1221162"/>
                <a:gd name="connsiteX1856" fmla="*/ 1705648 w 1905657"/>
                <a:gd name="connsiteY1856" fmla="*/ 1142034 h 1221162"/>
                <a:gd name="connsiteX1857" fmla="*/ 1705648 w 1905657"/>
                <a:gd name="connsiteY1857" fmla="*/ 1140285 h 1221162"/>
                <a:gd name="connsiteX1858" fmla="*/ 1705076 w 1905657"/>
                <a:gd name="connsiteY1858" fmla="*/ 1137829 h 1221162"/>
                <a:gd name="connsiteX1859" fmla="*/ 1705513 w 1905657"/>
                <a:gd name="connsiteY1859" fmla="*/ 1135071 h 1221162"/>
                <a:gd name="connsiteX1860" fmla="*/ 1705951 w 1905657"/>
                <a:gd name="connsiteY1860" fmla="*/ 1133321 h 1221162"/>
                <a:gd name="connsiteX1861" fmla="*/ 1707398 w 1905657"/>
                <a:gd name="connsiteY1861" fmla="*/ 1132144 h 1221162"/>
                <a:gd name="connsiteX1862" fmla="*/ 1709552 w 1905657"/>
                <a:gd name="connsiteY1862" fmla="*/ 1131000 h 1221162"/>
                <a:gd name="connsiteX1863" fmla="*/ 1711739 w 1905657"/>
                <a:gd name="connsiteY1863" fmla="*/ 1129251 h 1221162"/>
                <a:gd name="connsiteX1864" fmla="*/ 1713489 w 1905657"/>
                <a:gd name="connsiteY1864" fmla="*/ 1126358 h 1221162"/>
                <a:gd name="connsiteX1865" fmla="*/ 1715812 w 1905657"/>
                <a:gd name="connsiteY1865" fmla="*/ 1123734 h 1221162"/>
                <a:gd name="connsiteX1866" fmla="*/ 1717562 w 1905657"/>
                <a:gd name="connsiteY1866" fmla="*/ 1122288 h 1221162"/>
                <a:gd name="connsiteX1867" fmla="*/ 1719446 w 1905657"/>
                <a:gd name="connsiteY1867" fmla="*/ 1119529 h 1221162"/>
                <a:gd name="connsiteX1868" fmla="*/ 1720624 w 1905657"/>
                <a:gd name="connsiteY1868" fmla="*/ 1118083 h 1221162"/>
                <a:gd name="connsiteX1869" fmla="*/ 1721937 w 1905657"/>
                <a:gd name="connsiteY1869" fmla="*/ 1116064 h 1221162"/>
                <a:gd name="connsiteX1870" fmla="*/ 1722139 w 1905657"/>
                <a:gd name="connsiteY1870" fmla="*/ 1114180 h 1221162"/>
                <a:gd name="connsiteX1871" fmla="*/ 1723081 w 1905657"/>
                <a:gd name="connsiteY1871" fmla="*/ 1112296 h 1221162"/>
                <a:gd name="connsiteX1872" fmla="*/ 1723081 w 1905657"/>
                <a:gd name="connsiteY1872" fmla="*/ 1110715 h 1221162"/>
                <a:gd name="connsiteX1873" fmla="*/ 1723081 w 1905657"/>
                <a:gd name="connsiteY1873" fmla="*/ 1108966 h 1221162"/>
                <a:gd name="connsiteX1874" fmla="*/ 1723889 w 1905657"/>
                <a:gd name="connsiteY1874" fmla="*/ 1106140 h 1221162"/>
                <a:gd name="connsiteX1875" fmla="*/ 1724461 w 1905657"/>
                <a:gd name="connsiteY1875" fmla="*/ 1103550 h 1221162"/>
                <a:gd name="connsiteX1876" fmla="*/ 1725773 w 1905657"/>
                <a:gd name="connsiteY1876" fmla="*/ 1101229 h 1221162"/>
                <a:gd name="connsiteX1877" fmla="*/ 1726413 w 1905657"/>
                <a:gd name="connsiteY1877" fmla="*/ 1099412 h 1221162"/>
                <a:gd name="connsiteX1878" fmla="*/ 1727860 w 1905657"/>
                <a:gd name="connsiteY1878" fmla="*/ 1098101 h 1221162"/>
                <a:gd name="connsiteX1879" fmla="*/ 1729745 w 1905657"/>
                <a:gd name="connsiteY1879" fmla="*/ 1097091 h 1221162"/>
                <a:gd name="connsiteX1880" fmla="*/ 1731697 w 1905657"/>
                <a:gd name="connsiteY1880" fmla="*/ 1096452 h 1221162"/>
                <a:gd name="connsiteX1881" fmla="*/ 1733447 w 1905657"/>
                <a:gd name="connsiteY1881" fmla="*/ 1095948 h 1221162"/>
                <a:gd name="connsiteX1882" fmla="*/ 1734894 w 1905657"/>
                <a:gd name="connsiteY1882" fmla="*/ 1096082 h 1221162"/>
                <a:gd name="connsiteX1883" fmla="*/ 1737149 w 1905657"/>
                <a:gd name="connsiteY1883" fmla="*/ 1096217 h 1221162"/>
                <a:gd name="connsiteX1884" fmla="*/ 1739235 w 1905657"/>
                <a:gd name="connsiteY1884" fmla="*/ 1096856 h 1221162"/>
                <a:gd name="connsiteX1885" fmla="*/ 1740985 w 1905657"/>
                <a:gd name="connsiteY1885" fmla="*/ 1098874 h 1221162"/>
                <a:gd name="connsiteX1886" fmla="*/ 1742231 w 1905657"/>
                <a:gd name="connsiteY1886" fmla="*/ 1101565 h 1221162"/>
                <a:gd name="connsiteX1887" fmla="*/ 1742231 w 1905657"/>
                <a:gd name="connsiteY1887" fmla="*/ 1103752 h 1221162"/>
                <a:gd name="connsiteX1888" fmla="*/ 1742971 w 1905657"/>
                <a:gd name="connsiteY1888" fmla="*/ 1106140 h 1221162"/>
                <a:gd name="connsiteX1889" fmla="*/ 1743476 w 1905657"/>
                <a:gd name="connsiteY1889" fmla="*/ 1107822 h 1221162"/>
                <a:gd name="connsiteX1890" fmla="*/ 1744654 w 1905657"/>
                <a:gd name="connsiteY1890" fmla="*/ 1110514 h 1221162"/>
                <a:gd name="connsiteX1891" fmla="*/ 1745798 w 1905657"/>
                <a:gd name="connsiteY1891" fmla="*/ 1112700 h 1221162"/>
                <a:gd name="connsiteX1892" fmla="*/ 1747817 w 1905657"/>
                <a:gd name="connsiteY1892" fmla="*/ 1114584 h 1221162"/>
                <a:gd name="connsiteX1893" fmla="*/ 1750139 w 1905657"/>
                <a:gd name="connsiteY1893" fmla="*/ 1115896 h 1221162"/>
                <a:gd name="connsiteX1894" fmla="*/ 1752394 w 1905657"/>
                <a:gd name="connsiteY1894" fmla="*/ 1115829 h 1221162"/>
                <a:gd name="connsiteX1895" fmla="*/ 1756668 w 1905657"/>
                <a:gd name="connsiteY1895" fmla="*/ 1114954 h 1221162"/>
                <a:gd name="connsiteX1896" fmla="*/ 1758755 w 1905657"/>
                <a:gd name="connsiteY1896" fmla="*/ 1115761 h 1221162"/>
                <a:gd name="connsiteX1897" fmla="*/ 1760404 w 1905657"/>
                <a:gd name="connsiteY1897" fmla="*/ 1116199 h 1221162"/>
                <a:gd name="connsiteX1898" fmla="*/ 1763365 w 1905657"/>
                <a:gd name="connsiteY1898" fmla="*/ 1117141 h 1221162"/>
                <a:gd name="connsiteX1899" fmla="*/ 1766193 w 1905657"/>
                <a:gd name="connsiteY1899" fmla="*/ 1119159 h 1221162"/>
                <a:gd name="connsiteX1900" fmla="*/ 1767067 w 1905657"/>
                <a:gd name="connsiteY1900" fmla="*/ 1120673 h 1221162"/>
                <a:gd name="connsiteX1901" fmla="*/ 1767067 w 1905657"/>
                <a:gd name="connsiteY1901" fmla="*/ 1122624 h 1221162"/>
                <a:gd name="connsiteX1902" fmla="*/ 1767101 w 1905657"/>
                <a:gd name="connsiteY1902" fmla="*/ 1124878 h 1221162"/>
                <a:gd name="connsiteX1903" fmla="*/ 1766865 w 1905657"/>
                <a:gd name="connsiteY1903" fmla="*/ 1128713 h 1221162"/>
                <a:gd name="connsiteX1904" fmla="*/ 1766293 w 1905657"/>
                <a:gd name="connsiteY1904" fmla="*/ 1130731 h 1221162"/>
                <a:gd name="connsiteX1905" fmla="*/ 1766563 w 1905657"/>
                <a:gd name="connsiteY1905" fmla="*/ 1133489 h 1221162"/>
                <a:gd name="connsiteX1906" fmla="*/ 1766563 w 1905657"/>
                <a:gd name="connsiteY1906" fmla="*/ 1135071 h 1221162"/>
                <a:gd name="connsiteX1907" fmla="*/ 1768144 w 1905657"/>
                <a:gd name="connsiteY1907" fmla="*/ 1137526 h 1221162"/>
                <a:gd name="connsiteX1908" fmla="*/ 1770029 w 1905657"/>
                <a:gd name="connsiteY1908" fmla="*/ 1139847 h 1221162"/>
                <a:gd name="connsiteX1909" fmla="*/ 1772991 w 1905657"/>
                <a:gd name="connsiteY1909" fmla="*/ 1140554 h 1221162"/>
                <a:gd name="connsiteX1910" fmla="*/ 1776390 w 1905657"/>
                <a:gd name="connsiteY1910" fmla="*/ 1141294 h 1221162"/>
                <a:gd name="connsiteX1911" fmla="*/ 1779419 w 1905657"/>
                <a:gd name="connsiteY1911" fmla="*/ 1141798 h 1221162"/>
                <a:gd name="connsiteX1912" fmla="*/ 1781808 w 1905657"/>
                <a:gd name="connsiteY1912" fmla="*/ 1142875 h 1221162"/>
                <a:gd name="connsiteX1913" fmla="*/ 1783626 w 1905657"/>
                <a:gd name="connsiteY1913" fmla="*/ 1143884 h 1221162"/>
                <a:gd name="connsiteX1914" fmla="*/ 1785645 w 1905657"/>
                <a:gd name="connsiteY1914" fmla="*/ 1146138 h 1221162"/>
                <a:gd name="connsiteX1915" fmla="*/ 1787159 w 1905657"/>
                <a:gd name="connsiteY1915" fmla="*/ 1144961 h 1221162"/>
                <a:gd name="connsiteX1916" fmla="*/ 1789347 w 1905657"/>
                <a:gd name="connsiteY1916" fmla="*/ 1143009 h 1221162"/>
                <a:gd name="connsiteX1917" fmla="*/ 1791534 w 1905657"/>
                <a:gd name="connsiteY1917" fmla="*/ 1141597 h 1221162"/>
                <a:gd name="connsiteX1918" fmla="*/ 1793587 w 1905657"/>
                <a:gd name="connsiteY1918" fmla="*/ 1140621 h 1221162"/>
                <a:gd name="connsiteX1919" fmla="*/ 1795438 w 1905657"/>
                <a:gd name="connsiteY1919" fmla="*/ 1139746 h 1221162"/>
                <a:gd name="connsiteX1920" fmla="*/ 1798030 w 1905657"/>
                <a:gd name="connsiteY1920" fmla="*/ 1138132 h 1221162"/>
                <a:gd name="connsiteX1921" fmla="*/ 1800318 w 1905657"/>
                <a:gd name="connsiteY1921" fmla="*/ 1136180 h 1221162"/>
                <a:gd name="connsiteX1922" fmla="*/ 1802607 w 1905657"/>
                <a:gd name="connsiteY1922" fmla="*/ 1134667 h 1221162"/>
                <a:gd name="connsiteX1923" fmla="*/ 1804357 w 1905657"/>
                <a:gd name="connsiteY1923" fmla="*/ 1132043 h 1221162"/>
                <a:gd name="connsiteX1924" fmla="*/ 1804121 w 1905657"/>
                <a:gd name="connsiteY1924" fmla="*/ 1127905 h 1221162"/>
                <a:gd name="connsiteX1925" fmla="*/ 1803751 w 1905657"/>
                <a:gd name="connsiteY1925" fmla="*/ 1124743 h 1221162"/>
                <a:gd name="connsiteX1926" fmla="*/ 1801294 w 1905657"/>
                <a:gd name="connsiteY1926" fmla="*/ 1121917 h 1221162"/>
                <a:gd name="connsiteX1927" fmla="*/ 1801294 w 1905657"/>
                <a:gd name="connsiteY1927" fmla="*/ 1119428 h 1221162"/>
                <a:gd name="connsiteX1928" fmla="*/ 1802708 w 1905657"/>
                <a:gd name="connsiteY1928" fmla="*/ 1116703 h 1221162"/>
                <a:gd name="connsiteX1929" fmla="*/ 1803684 w 1905657"/>
                <a:gd name="connsiteY1929" fmla="*/ 1115526 h 1221162"/>
                <a:gd name="connsiteX1930" fmla="*/ 1806948 w 1905657"/>
                <a:gd name="connsiteY1930" fmla="*/ 1114449 h 1221162"/>
                <a:gd name="connsiteX1931" fmla="*/ 1809775 w 1905657"/>
                <a:gd name="connsiteY1931" fmla="*/ 1114449 h 1221162"/>
                <a:gd name="connsiteX1932" fmla="*/ 1811525 w 1905657"/>
                <a:gd name="connsiteY1932" fmla="*/ 1114416 h 1221162"/>
                <a:gd name="connsiteX1933" fmla="*/ 1813915 w 1905657"/>
                <a:gd name="connsiteY1933" fmla="*/ 1115761 h 1221162"/>
                <a:gd name="connsiteX1934" fmla="*/ 1814790 w 1905657"/>
                <a:gd name="connsiteY1934" fmla="*/ 1117612 h 1221162"/>
                <a:gd name="connsiteX1935" fmla="*/ 1815564 w 1905657"/>
                <a:gd name="connsiteY1935" fmla="*/ 1119798 h 1221162"/>
                <a:gd name="connsiteX1936" fmla="*/ 1816977 w 1905657"/>
                <a:gd name="connsiteY1936" fmla="*/ 1123700 h 1221162"/>
                <a:gd name="connsiteX1937" fmla="*/ 1817179 w 1905657"/>
                <a:gd name="connsiteY1937" fmla="*/ 1125887 h 1221162"/>
                <a:gd name="connsiteX1938" fmla="*/ 1816203 w 1905657"/>
                <a:gd name="connsiteY1938" fmla="*/ 1128612 h 1221162"/>
                <a:gd name="connsiteX1939" fmla="*/ 1816001 w 1905657"/>
                <a:gd name="connsiteY1939" fmla="*/ 1130664 h 1221162"/>
                <a:gd name="connsiteX1940" fmla="*/ 1816439 w 1905657"/>
                <a:gd name="connsiteY1940" fmla="*/ 1133590 h 1221162"/>
                <a:gd name="connsiteX1941" fmla="*/ 1816271 w 1905657"/>
                <a:gd name="connsiteY1941" fmla="*/ 1136753 h 1221162"/>
                <a:gd name="connsiteX1942" fmla="*/ 1815227 w 1905657"/>
                <a:gd name="connsiteY1942" fmla="*/ 1138502 h 1221162"/>
                <a:gd name="connsiteX1943" fmla="*/ 1815227 w 1905657"/>
                <a:gd name="connsiteY1943" fmla="*/ 1142101 h 1221162"/>
                <a:gd name="connsiteX1944" fmla="*/ 1816001 w 1905657"/>
                <a:gd name="connsiteY1944" fmla="*/ 1144153 h 1221162"/>
                <a:gd name="connsiteX1945" fmla="*/ 1816540 w 1905657"/>
                <a:gd name="connsiteY1945" fmla="*/ 1145902 h 1221162"/>
                <a:gd name="connsiteX1946" fmla="*/ 1818155 w 1905657"/>
                <a:gd name="connsiteY1946" fmla="*/ 1146878 h 1221162"/>
                <a:gd name="connsiteX1947" fmla="*/ 1820208 w 1905657"/>
                <a:gd name="connsiteY1947" fmla="*/ 1148291 h 1221162"/>
                <a:gd name="connsiteX1948" fmla="*/ 1822597 w 1905657"/>
                <a:gd name="connsiteY1948" fmla="*/ 1148392 h 1221162"/>
                <a:gd name="connsiteX1949" fmla="*/ 1825862 w 1905657"/>
                <a:gd name="connsiteY1949" fmla="*/ 1146542 h 1221162"/>
                <a:gd name="connsiteX1950" fmla="*/ 1828252 w 1905657"/>
                <a:gd name="connsiteY1950" fmla="*/ 1145129 h 1221162"/>
                <a:gd name="connsiteX1951" fmla="*/ 1829126 w 1905657"/>
                <a:gd name="connsiteY1951" fmla="*/ 1143615 h 1221162"/>
                <a:gd name="connsiteX1952" fmla="*/ 1830338 w 1905657"/>
                <a:gd name="connsiteY1952" fmla="*/ 1142101 h 1221162"/>
                <a:gd name="connsiteX1953" fmla="*/ 1832290 w 1905657"/>
                <a:gd name="connsiteY1953" fmla="*/ 1141226 h 1221162"/>
                <a:gd name="connsiteX1954" fmla="*/ 1835218 w 1905657"/>
                <a:gd name="connsiteY1954" fmla="*/ 1141226 h 1221162"/>
                <a:gd name="connsiteX1955" fmla="*/ 1838819 w 1905657"/>
                <a:gd name="connsiteY1955" fmla="*/ 1142875 h 1221162"/>
                <a:gd name="connsiteX1956" fmla="*/ 1840670 w 1905657"/>
                <a:gd name="connsiteY1956" fmla="*/ 1144187 h 1221162"/>
                <a:gd name="connsiteX1957" fmla="*/ 1842184 w 1905657"/>
                <a:gd name="connsiteY1957" fmla="*/ 1144826 h 1221162"/>
                <a:gd name="connsiteX1958" fmla="*/ 1845012 w 1905657"/>
                <a:gd name="connsiteY1958" fmla="*/ 1144927 h 1221162"/>
                <a:gd name="connsiteX1959" fmla="*/ 1847838 w 1905657"/>
                <a:gd name="connsiteY1959" fmla="*/ 1142101 h 1221162"/>
                <a:gd name="connsiteX1960" fmla="*/ 1849454 w 1905657"/>
                <a:gd name="connsiteY1960" fmla="*/ 1139275 h 1221162"/>
                <a:gd name="connsiteX1961" fmla="*/ 1851305 w 1905657"/>
                <a:gd name="connsiteY1961" fmla="*/ 1133860 h 1221162"/>
                <a:gd name="connsiteX1962" fmla="*/ 1851742 w 1905657"/>
                <a:gd name="connsiteY1962" fmla="*/ 1131807 h 1221162"/>
                <a:gd name="connsiteX1963" fmla="*/ 1852079 w 1905657"/>
                <a:gd name="connsiteY1963" fmla="*/ 1125180 h 1221162"/>
                <a:gd name="connsiteX1964" fmla="*/ 1850867 w 1905657"/>
                <a:gd name="connsiteY1964" fmla="*/ 1119327 h 1221162"/>
                <a:gd name="connsiteX1965" fmla="*/ 1849117 w 1905657"/>
                <a:gd name="connsiteY1965" fmla="*/ 1115627 h 1221162"/>
                <a:gd name="connsiteX1966" fmla="*/ 1847704 w 1905657"/>
                <a:gd name="connsiteY1966" fmla="*/ 1112263 h 1221162"/>
                <a:gd name="connsiteX1967" fmla="*/ 1846290 w 1905657"/>
                <a:gd name="connsiteY1967" fmla="*/ 1109000 h 1221162"/>
                <a:gd name="connsiteX1968" fmla="*/ 1846055 w 1905657"/>
                <a:gd name="connsiteY1968" fmla="*/ 1106948 h 1221162"/>
                <a:gd name="connsiteX1969" fmla="*/ 1845853 w 1905657"/>
                <a:gd name="connsiteY1969" fmla="*/ 1102608 h 1221162"/>
                <a:gd name="connsiteX1970" fmla="*/ 1845617 w 1905657"/>
                <a:gd name="connsiteY1970" fmla="*/ 1098807 h 1221162"/>
                <a:gd name="connsiteX1971" fmla="*/ 1845180 w 1905657"/>
                <a:gd name="connsiteY1971" fmla="*/ 1095443 h 1221162"/>
                <a:gd name="connsiteX1972" fmla="*/ 1845281 w 1905657"/>
                <a:gd name="connsiteY1972" fmla="*/ 1091843 h 1221162"/>
                <a:gd name="connsiteX1973" fmla="*/ 1845382 w 1905657"/>
                <a:gd name="connsiteY1973" fmla="*/ 1089993 h 1221162"/>
                <a:gd name="connsiteX1974" fmla="*/ 1847569 w 1905657"/>
                <a:gd name="connsiteY1974" fmla="*/ 1087807 h 1221162"/>
                <a:gd name="connsiteX1975" fmla="*/ 1849420 w 1905657"/>
                <a:gd name="connsiteY1975" fmla="*/ 1085519 h 1221162"/>
                <a:gd name="connsiteX1976" fmla="*/ 1852146 w 1905657"/>
                <a:gd name="connsiteY1976" fmla="*/ 1083232 h 1221162"/>
                <a:gd name="connsiteX1977" fmla="*/ 1852146 w 1905657"/>
                <a:gd name="connsiteY1977" fmla="*/ 1080070 h 1221162"/>
                <a:gd name="connsiteX1978" fmla="*/ 1851170 w 1905657"/>
                <a:gd name="connsiteY1978" fmla="*/ 1077042 h 1221162"/>
                <a:gd name="connsiteX1979" fmla="*/ 1848579 w 1905657"/>
                <a:gd name="connsiteY1979" fmla="*/ 1073779 h 1221162"/>
                <a:gd name="connsiteX1980" fmla="*/ 1848478 w 1905657"/>
                <a:gd name="connsiteY1980" fmla="*/ 1071828 h 1221162"/>
                <a:gd name="connsiteX1981" fmla="*/ 1850531 w 1905657"/>
                <a:gd name="connsiteY1981" fmla="*/ 1070213 h 1221162"/>
                <a:gd name="connsiteX1982" fmla="*/ 1851944 w 1905657"/>
                <a:gd name="connsiteY1982" fmla="*/ 1067825 h 1221162"/>
                <a:gd name="connsiteX1983" fmla="*/ 1852920 w 1905657"/>
                <a:gd name="connsiteY1983" fmla="*/ 1065975 h 1221162"/>
                <a:gd name="connsiteX1984" fmla="*/ 1853122 w 1905657"/>
                <a:gd name="connsiteY1984" fmla="*/ 1062812 h 1221162"/>
                <a:gd name="connsiteX1985" fmla="*/ 1852584 w 1905657"/>
                <a:gd name="connsiteY1985" fmla="*/ 1059550 h 1221162"/>
                <a:gd name="connsiteX1986" fmla="*/ 1850968 w 1905657"/>
                <a:gd name="connsiteY1986" fmla="*/ 1056623 h 1221162"/>
                <a:gd name="connsiteX1987" fmla="*/ 1851170 w 1905657"/>
                <a:gd name="connsiteY1987" fmla="*/ 1055311 h 1221162"/>
                <a:gd name="connsiteX1988" fmla="*/ 1852483 w 1905657"/>
                <a:gd name="connsiteY1988" fmla="*/ 1054436 h 1221162"/>
                <a:gd name="connsiteX1989" fmla="*/ 1855074 w 1905657"/>
                <a:gd name="connsiteY1989" fmla="*/ 1052922 h 1221162"/>
                <a:gd name="connsiteX1990" fmla="*/ 1856151 w 1905657"/>
                <a:gd name="connsiteY1990" fmla="*/ 1052283 h 1221162"/>
                <a:gd name="connsiteX1991" fmla="*/ 1858440 w 1905657"/>
                <a:gd name="connsiteY1991" fmla="*/ 1052283 h 1221162"/>
                <a:gd name="connsiteX1992" fmla="*/ 1859214 w 1905657"/>
                <a:gd name="connsiteY1992" fmla="*/ 1054033 h 1221162"/>
                <a:gd name="connsiteX1993" fmla="*/ 1860291 w 1905657"/>
                <a:gd name="connsiteY1993" fmla="*/ 1054806 h 1221162"/>
                <a:gd name="connsiteX1994" fmla="*/ 1861368 w 1905657"/>
                <a:gd name="connsiteY1994" fmla="*/ 1054907 h 1221162"/>
                <a:gd name="connsiteX1995" fmla="*/ 1862546 w 1905657"/>
                <a:gd name="connsiteY1995" fmla="*/ 1051913 h 1221162"/>
                <a:gd name="connsiteX1996" fmla="*/ 1866685 w 1905657"/>
                <a:gd name="connsiteY1996" fmla="*/ 1051913 h 1221162"/>
                <a:gd name="connsiteX1997" fmla="*/ 1867459 w 1905657"/>
                <a:gd name="connsiteY1997" fmla="*/ 1053494 h 1221162"/>
                <a:gd name="connsiteX1998" fmla="*/ 1868435 w 1905657"/>
                <a:gd name="connsiteY1998" fmla="*/ 1059247 h 1221162"/>
                <a:gd name="connsiteX1999" fmla="*/ 1867897 w 1905657"/>
                <a:gd name="connsiteY1999" fmla="*/ 1062409 h 1221162"/>
                <a:gd name="connsiteX2000" fmla="*/ 1867459 w 1905657"/>
                <a:gd name="connsiteY2000" fmla="*/ 1066008 h 1221162"/>
                <a:gd name="connsiteX2001" fmla="*/ 1867358 w 1905657"/>
                <a:gd name="connsiteY2001" fmla="*/ 1068498 h 1221162"/>
                <a:gd name="connsiteX2002" fmla="*/ 1867358 w 1905657"/>
                <a:gd name="connsiteY2002" fmla="*/ 1070886 h 1221162"/>
                <a:gd name="connsiteX2003" fmla="*/ 1868233 w 1905657"/>
                <a:gd name="connsiteY2003" fmla="*/ 1072837 h 1221162"/>
                <a:gd name="connsiteX2004" fmla="*/ 1869546 w 1905657"/>
                <a:gd name="connsiteY2004" fmla="*/ 1073106 h 1221162"/>
                <a:gd name="connsiteX2005" fmla="*/ 1870858 w 1905657"/>
                <a:gd name="connsiteY2005" fmla="*/ 1073476 h 1221162"/>
                <a:gd name="connsiteX2006" fmla="*/ 1873450 w 1905657"/>
                <a:gd name="connsiteY2006" fmla="*/ 1073476 h 1221162"/>
                <a:gd name="connsiteX2007" fmla="*/ 1876176 w 1905657"/>
                <a:gd name="connsiteY2007" fmla="*/ 1073140 h 1221162"/>
                <a:gd name="connsiteX2008" fmla="*/ 1878464 w 1905657"/>
                <a:gd name="connsiteY2008" fmla="*/ 1071492 h 1221162"/>
                <a:gd name="connsiteX2009" fmla="*/ 1879104 w 1905657"/>
                <a:gd name="connsiteY2009" fmla="*/ 1070180 h 1221162"/>
                <a:gd name="connsiteX2010" fmla="*/ 1878128 w 1905657"/>
                <a:gd name="connsiteY2010" fmla="*/ 1066580 h 1221162"/>
                <a:gd name="connsiteX2011" fmla="*/ 1877926 w 1905657"/>
                <a:gd name="connsiteY2011" fmla="*/ 1064427 h 1221162"/>
                <a:gd name="connsiteX2012" fmla="*/ 1877724 w 1905657"/>
                <a:gd name="connsiteY2012" fmla="*/ 1061501 h 1221162"/>
                <a:gd name="connsiteX2013" fmla="*/ 1878599 w 1905657"/>
                <a:gd name="connsiteY2013" fmla="*/ 1059112 h 1221162"/>
                <a:gd name="connsiteX2014" fmla="*/ 1881762 w 1905657"/>
                <a:gd name="connsiteY2014" fmla="*/ 1057800 h 1221162"/>
                <a:gd name="connsiteX2015" fmla="*/ 1882402 w 1905657"/>
                <a:gd name="connsiteY2015" fmla="*/ 1056724 h 1221162"/>
                <a:gd name="connsiteX2016" fmla="*/ 1880450 w 1905657"/>
                <a:gd name="connsiteY2016" fmla="*/ 1054134 h 1221162"/>
                <a:gd name="connsiteX2017" fmla="*/ 1881661 w 1905657"/>
                <a:gd name="connsiteY2017" fmla="*/ 1052721 h 1221162"/>
                <a:gd name="connsiteX2018" fmla="*/ 1884589 w 1905657"/>
                <a:gd name="connsiteY2018" fmla="*/ 1052620 h 1221162"/>
                <a:gd name="connsiteX2019" fmla="*/ 1887080 w 1905657"/>
                <a:gd name="connsiteY2019" fmla="*/ 1052519 h 1221162"/>
                <a:gd name="connsiteX2020" fmla="*/ 1887416 w 1905657"/>
                <a:gd name="connsiteY2020" fmla="*/ 1050332 h 1221162"/>
                <a:gd name="connsiteX2021" fmla="*/ 1887315 w 1905657"/>
                <a:gd name="connsiteY2021" fmla="*/ 1047708 h 1221162"/>
                <a:gd name="connsiteX2022" fmla="*/ 1886676 w 1905657"/>
                <a:gd name="connsiteY2022" fmla="*/ 1046396 h 1221162"/>
                <a:gd name="connsiteX2023" fmla="*/ 1885060 w 1905657"/>
                <a:gd name="connsiteY2023" fmla="*/ 1044983 h 1221162"/>
                <a:gd name="connsiteX2024" fmla="*/ 1884623 w 1905657"/>
                <a:gd name="connsiteY2024" fmla="*/ 1044109 h 1221162"/>
                <a:gd name="connsiteX2025" fmla="*/ 1885935 w 1905657"/>
                <a:gd name="connsiteY2025" fmla="*/ 1042023 h 1221162"/>
                <a:gd name="connsiteX2026" fmla="*/ 1887450 w 1905657"/>
                <a:gd name="connsiteY2026" fmla="*/ 1041250 h 1221162"/>
                <a:gd name="connsiteX2027" fmla="*/ 1886810 w 1905657"/>
                <a:gd name="connsiteY2027" fmla="*/ 1039500 h 1221162"/>
                <a:gd name="connsiteX2028" fmla="*/ 1883109 w 1905657"/>
                <a:gd name="connsiteY2028" fmla="*/ 1034824 h 1221162"/>
                <a:gd name="connsiteX2029" fmla="*/ 1883109 w 1905657"/>
                <a:gd name="connsiteY2029" fmla="*/ 1034286 h 1221162"/>
                <a:gd name="connsiteX2030" fmla="*/ 1885700 w 1905657"/>
                <a:gd name="connsiteY2030" fmla="*/ 1032638 h 1221162"/>
                <a:gd name="connsiteX2031" fmla="*/ 1889065 w 1905657"/>
                <a:gd name="connsiteY2031" fmla="*/ 1030788 h 1221162"/>
                <a:gd name="connsiteX2032" fmla="*/ 1892431 w 1905657"/>
                <a:gd name="connsiteY2032" fmla="*/ 1030249 h 1221162"/>
                <a:gd name="connsiteX2033" fmla="*/ 1896671 w 1905657"/>
                <a:gd name="connsiteY2033" fmla="*/ 1030788 h 1221162"/>
                <a:gd name="connsiteX2034" fmla="*/ 1899094 w 1905657"/>
                <a:gd name="connsiteY2034" fmla="*/ 1031662 h 122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Lst>
              <a:rect l="l" t="t" r="r" b="b"/>
              <a:pathLst>
                <a:path w="1905657" h="1221162">
                  <a:moveTo>
                    <a:pt x="1899094" y="1031662"/>
                  </a:moveTo>
                  <a:cubicBezTo>
                    <a:pt x="1899094" y="1031662"/>
                    <a:pt x="1900306" y="1031898"/>
                    <a:pt x="1900710" y="1031898"/>
                  </a:cubicBezTo>
                  <a:lnTo>
                    <a:pt x="1901686" y="1028635"/>
                  </a:lnTo>
                  <a:lnTo>
                    <a:pt x="1900171" y="1023858"/>
                  </a:lnTo>
                  <a:lnTo>
                    <a:pt x="1901046" y="1019518"/>
                  </a:lnTo>
                  <a:cubicBezTo>
                    <a:pt x="1901046" y="1019518"/>
                    <a:pt x="1900171" y="1014506"/>
                    <a:pt x="1900171" y="1013665"/>
                  </a:cubicBezTo>
                  <a:cubicBezTo>
                    <a:pt x="1900171" y="1012790"/>
                    <a:pt x="1899970" y="1006062"/>
                    <a:pt x="1899970" y="1006062"/>
                  </a:cubicBezTo>
                  <a:lnTo>
                    <a:pt x="1899330" y="1003237"/>
                  </a:lnTo>
                  <a:cubicBezTo>
                    <a:pt x="1899330" y="1003237"/>
                    <a:pt x="1899330" y="998897"/>
                    <a:pt x="1899566" y="998023"/>
                  </a:cubicBezTo>
                  <a:cubicBezTo>
                    <a:pt x="1899768" y="997148"/>
                    <a:pt x="1899566" y="994322"/>
                    <a:pt x="1899330" y="993246"/>
                  </a:cubicBezTo>
                  <a:cubicBezTo>
                    <a:pt x="1899094" y="992169"/>
                    <a:pt x="1898253" y="990218"/>
                    <a:pt x="1898253" y="990218"/>
                  </a:cubicBezTo>
                  <a:lnTo>
                    <a:pt x="1895864" y="990218"/>
                  </a:lnTo>
                  <a:lnTo>
                    <a:pt x="1893474" y="987292"/>
                  </a:lnTo>
                  <a:lnTo>
                    <a:pt x="1893037" y="985004"/>
                  </a:lnTo>
                  <a:lnTo>
                    <a:pt x="1892162" y="978915"/>
                  </a:lnTo>
                  <a:lnTo>
                    <a:pt x="1892162" y="975450"/>
                  </a:lnTo>
                  <a:cubicBezTo>
                    <a:pt x="1892162" y="975450"/>
                    <a:pt x="1893138" y="974138"/>
                    <a:pt x="1894215" y="973062"/>
                  </a:cubicBezTo>
                  <a:cubicBezTo>
                    <a:pt x="1895291" y="971985"/>
                    <a:pt x="1894551" y="973062"/>
                    <a:pt x="1895190" y="972423"/>
                  </a:cubicBezTo>
                  <a:cubicBezTo>
                    <a:pt x="1895830" y="971784"/>
                    <a:pt x="1897378" y="969799"/>
                    <a:pt x="1897378" y="969799"/>
                  </a:cubicBezTo>
                  <a:lnTo>
                    <a:pt x="1899128" y="965257"/>
                  </a:lnTo>
                  <a:lnTo>
                    <a:pt x="1901955" y="960683"/>
                  </a:lnTo>
                  <a:lnTo>
                    <a:pt x="1905657" y="954796"/>
                  </a:lnTo>
                  <a:lnTo>
                    <a:pt x="1905455" y="942416"/>
                  </a:lnTo>
                  <a:lnTo>
                    <a:pt x="1904580" y="934141"/>
                  </a:lnTo>
                  <a:cubicBezTo>
                    <a:pt x="1904580" y="934141"/>
                    <a:pt x="1903941" y="929801"/>
                    <a:pt x="1903705" y="929129"/>
                  </a:cubicBezTo>
                  <a:cubicBezTo>
                    <a:pt x="1903503" y="928489"/>
                    <a:pt x="1901080" y="922502"/>
                    <a:pt x="1901080" y="921190"/>
                  </a:cubicBezTo>
                  <a:cubicBezTo>
                    <a:pt x="1901080" y="919878"/>
                    <a:pt x="1900003" y="917590"/>
                    <a:pt x="1900003" y="916850"/>
                  </a:cubicBezTo>
                  <a:cubicBezTo>
                    <a:pt x="1900003" y="916076"/>
                    <a:pt x="1899128" y="911098"/>
                    <a:pt x="1899128" y="911098"/>
                  </a:cubicBezTo>
                  <a:cubicBezTo>
                    <a:pt x="1899128" y="911098"/>
                    <a:pt x="1899128" y="908810"/>
                    <a:pt x="1899128" y="908171"/>
                  </a:cubicBezTo>
                  <a:cubicBezTo>
                    <a:pt x="1899128" y="907532"/>
                    <a:pt x="1899902" y="905682"/>
                    <a:pt x="1900205" y="905009"/>
                  </a:cubicBezTo>
                  <a:cubicBezTo>
                    <a:pt x="1900542" y="904370"/>
                    <a:pt x="1900744" y="903798"/>
                    <a:pt x="1901719" y="903159"/>
                  </a:cubicBezTo>
                  <a:cubicBezTo>
                    <a:pt x="1902696" y="902520"/>
                    <a:pt x="1902494" y="901107"/>
                    <a:pt x="1902696" y="900434"/>
                  </a:cubicBezTo>
                  <a:cubicBezTo>
                    <a:pt x="1902931" y="899795"/>
                    <a:pt x="1902696" y="896532"/>
                    <a:pt x="1902696" y="896532"/>
                  </a:cubicBezTo>
                  <a:cubicBezTo>
                    <a:pt x="1902696" y="896532"/>
                    <a:pt x="1903032" y="892293"/>
                    <a:pt x="1903133" y="891856"/>
                  </a:cubicBezTo>
                  <a:cubicBezTo>
                    <a:pt x="1903234" y="891419"/>
                    <a:pt x="1903470" y="889568"/>
                    <a:pt x="1903470" y="889568"/>
                  </a:cubicBezTo>
                  <a:lnTo>
                    <a:pt x="1900104" y="885330"/>
                  </a:lnTo>
                  <a:lnTo>
                    <a:pt x="1900542" y="880889"/>
                  </a:lnTo>
                  <a:cubicBezTo>
                    <a:pt x="1900542" y="880889"/>
                    <a:pt x="1901417" y="878165"/>
                    <a:pt x="1901417" y="877727"/>
                  </a:cubicBezTo>
                  <a:cubicBezTo>
                    <a:pt x="1901417" y="877290"/>
                    <a:pt x="1901517" y="874700"/>
                    <a:pt x="1901517" y="874262"/>
                  </a:cubicBezTo>
                  <a:cubicBezTo>
                    <a:pt x="1901517" y="873825"/>
                    <a:pt x="1901316" y="870898"/>
                    <a:pt x="1901316" y="870898"/>
                  </a:cubicBezTo>
                  <a:cubicBezTo>
                    <a:pt x="1901316" y="870898"/>
                    <a:pt x="1899801" y="869822"/>
                    <a:pt x="1898825" y="868611"/>
                  </a:cubicBezTo>
                  <a:cubicBezTo>
                    <a:pt x="1897849" y="867434"/>
                    <a:pt x="1897513" y="866996"/>
                    <a:pt x="1897210" y="866021"/>
                  </a:cubicBezTo>
                  <a:cubicBezTo>
                    <a:pt x="1896873" y="865045"/>
                    <a:pt x="1897311" y="864608"/>
                    <a:pt x="1897849" y="863969"/>
                  </a:cubicBezTo>
                  <a:cubicBezTo>
                    <a:pt x="1898388" y="863329"/>
                    <a:pt x="1898825" y="863195"/>
                    <a:pt x="1899364" y="862993"/>
                  </a:cubicBezTo>
                  <a:cubicBezTo>
                    <a:pt x="1899902" y="862758"/>
                    <a:pt x="1900340" y="862455"/>
                    <a:pt x="1900340" y="862455"/>
                  </a:cubicBezTo>
                  <a:cubicBezTo>
                    <a:pt x="1900340" y="862455"/>
                    <a:pt x="1901753" y="861816"/>
                    <a:pt x="1902527" y="861479"/>
                  </a:cubicBezTo>
                  <a:cubicBezTo>
                    <a:pt x="1903301" y="861143"/>
                    <a:pt x="1903167" y="860403"/>
                    <a:pt x="1903503" y="859730"/>
                  </a:cubicBezTo>
                  <a:cubicBezTo>
                    <a:pt x="1903840" y="859091"/>
                    <a:pt x="1904378" y="857880"/>
                    <a:pt x="1904816" y="857241"/>
                  </a:cubicBezTo>
                  <a:cubicBezTo>
                    <a:pt x="1905253" y="856602"/>
                    <a:pt x="1905253" y="855290"/>
                    <a:pt x="1905253" y="855290"/>
                  </a:cubicBezTo>
                  <a:lnTo>
                    <a:pt x="1904917" y="851387"/>
                  </a:lnTo>
                  <a:lnTo>
                    <a:pt x="1901753" y="848461"/>
                  </a:lnTo>
                  <a:lnTo>
                    <a:pt x="1899902" y="846711"/>
                  </a:lnTo>
                  <a:lnTo>
                    <a:pt x="1898926" y="844525"/>
                  </a:lnTo>
                  <a:lnTo>
                    <a:pt x="1897412" y="842137"/>
                  </a:lnTo>
                  <a:cubicBezTo>
                    <a:pt x="1897412" y="842137"/>
                    <a:pt x="1895123" y="840926"/>
                    <a:pt x="1895022" y="840623"/>
                  </a:cubicBezTo>
                  <a:cubicBezTo>
                    <a:pt x="1894921" y="840286"/>
                    <a:pt x="1891758" y="838234"/>
                    <a:pt x="1891421" y="838033"/>
                  </a:cubicBezTo>
                  <a:cubicBezTo>
                    <a:pt x="1891085" y="837797"/>
                    <a:pt x="1890243" y="836956"/>
                    <a:pt x="1890243" y="836956"/>
                  </a:cubicBezTo>
                  <a:lnTo>
                    <a:pt x="1889604" y="835980"/>
                  </a:lnTo>
                  <a:lnTo>
                    <a:pt x="1889806" y="833928"/>
                  </a:lnTo>
                  <a:lnTo>
                    <a:pt x="1890883" y="832852"/>
                  </a:lnTo>
                  <a:cubicBezTo>
                    <a:pt x="1890883" y="832852"/>
                    <a:pt x="1892061" y="831237"/>
                    <a:pt x="1892195" y="830901"/>
                  </a:cubicBezTo>
                  <a:cubicBezTo>
                    <a:pt x="1892296" y="830564"/>
                    <a:pt x="1892195" y="829488"/>
                    <a:pt x="1892195" y="829488"/>
                  </a:cubicBezTo>
                  <a:lnTo>
                    <a:pt x="1892195" y="826461"/>
                  </a:lnTo>
                  <a:lnTo>
                    <a:pt x="1891859" y="822996"/>
                  </a:lnTo>
                  <a:lnTo>
                    <a:pt x="1889133" y="821919"/>
                  </a:lnTo>
                  <a:lnTo>
                    <a:pt x="1887181" y="819194"/>
                  </a:lnTo>
                  <a:lnTo>
                    <a:pt x="1886979" y="817378"/>
                  </a:lnTo>
                  <a:lnTo>
                    <a:pt x="1886979" y="815628"/>
                  </a:lnTo>
                  <a:lnTo>
                    <a:pt x="1886810" y="813677"/>
                  </a:lnTo>
                  <a:cubicBezTo>
                    <a:pt x="1886810" y="813677"/>
                    <a:pt x="1886003" y="810852"/>
                    <a:pt x="1885330" y="809439"/>
                  </a:cubicBezTo>
                  <a:cubicBezTo>
                    <a:pt x="1884690" y="808026"/>
                    <a:pt x="1885330" y="809439"/>
                    <a:pt x="1885330" y="809002"/>
                  </a:cubicBezTo>
                  <a:cubicBezTo>
                    <a:pt x="1885330" y="808564"/>
                    <a:pt x="1882065" y="806815"/>
                    <a:pt x="1882065" y="806815"/>
                  </a:cubicBezTo>
                  <a:lnTo>
                    <a:pt x="1880854" y="806041"/>
                  </a:lnTo>
                  <a:lnTo>
                    <a:pt x="1879979" y="806041"/>
                  </a:lnTo>
                  <a:lnTo>
                    <a:pt x="1875536" y="802173"/>
                  </a:lnTo>
                  <a:lnTo>
                    <a:pt x="1876176" y="798405"/>
                  </a:lnTo>
                  <a:lnTo>
                    <a:pt x="1877488" y="795478"/>
                  </a:lnTo>
                  <a:lnTo>
                    <a:pt x="1879541" y="792316"/>
                  </a:lnTo>
                  <a:cubicBezTo>
                    <a:pt x="1879541" y="792316"/>
                    <a:pt x="1879003" y="788515"/>
                    <a:pt x="1879104" y="788179"/>
                  </a:cubicBezTo>
                  <a:cubicBezTo>
                    <a:pt x="1879204" y="787842"/>
                    <a:pt x="1879878" y="786867"/>
                    <a:pt x="1879878" y="786867"/>
                  </a:cubicBezTo>
                  <a:lnTo>
                    <a:pt x="1880955" y="786093"/>
                  </a:lnTo>
                  <a:cubicBezTo>
                    <a:pt x="1880955" y="786093"/>
                    <a:pt x="1883344" y="785857"/>
                    <a:pt x="1883883" y="785857"/>
                  </a:cubicBezTo>
                  <a:cubicBezTo>
                    <a:pt x="1884421" y="785857"/>
                    <a:pt x="1885498" y="786631"/>
                    <a:pt x="1885498" y="786631"/>
                  </a:cubicBezTo>
                  <a:cubicBezTo>
                    <a:pt x="1885498" y="786631"/>
                    <a:pt x="1887113" y="788380"/>
                    <a:pt x="1888224" y="788683"/>
                  </a:cubicBezTo>
                  <a:cubicBezTo>
                    <a:pt x="1889301" y="789020"/>
                    <a:pt x="1890176" y="790096"/>
                    <a:pt x="1890849" y="790533"/>
                  </a:cubicBezTo>
                  <a:cubicBezTo>
                    <a:pt x="1891488" y="790971"/>
                    <a:pt x="1891724" y="791711"/>
                    <a:pt x="1891724" y="791711"/>
                  </a:cubicBezTo>
                  <a:cubicBezTo>
                    <a:pt x="1891724" y="791711"/>
                    <a:pt x="1894349" y="792249"/>
                    <a:pt x="1894652" y="792249"/>
                  </a:cubicBezTo>
                  <a:cubicBezTo>
                    <a:pt x="1894989" y="792249"/>
                    <a:pt x="1896402" y="791711"/>
                    <a:pt x="1896402" y="791711"/>
                  </a:cubicBezTo>
                  <a:lnTo>
                    <a:pt x="1897715" y="789861"/>
                  </a:lnTo>
                  <a:cubicBezTo>
                    <a:pt x="1897715" y="789861"/>
                    <a:pt x="1898926" y="788986"/>
                    <a:pt x="1899128" y="788683"/>
                  </a:cubicBezTo>
                  <a:cubicBezTo>
                    <a:pt x="1899330" y="788347"/>
                    <a:pt x="1900003" y="788347"/>
                    <a:pt x="1900542" y="787808"/>
                  </a:cubicBezTo>
                  <a:cubicBezTo>
                    <a:pt x="1901080" y="787270"/>
                    <a:pt x="1901517" y="787270"/>
                    <a:pt x="1901517" y="787270"/>
                  </a:cubicBezTo>
                  <a:cubicBezTo>
                    <a:pt x="1901517" y="787270"/>
                    <a:pt x="1903470" y="785656"/>
                    <a:pt x="1903705" y="785218"/>
                  </a:cubicBezTo>
                  <a:cubicBezTo>
                    <a:pt x="1903941" y="784781"/>
                    <a:pt x="1904042" y="783805"/>
                    <a:pt x="1904042" y="783805"/>
                  </a:cubicBezTo>
                  <a:lnTo>
                    <a:pt x="1904378" y="782493"/>
                  </a:lnTo>
                  <a:lnTo>
                    <a:pt x="1904378" y="780408"/>
                  </a:lnTo>
                  <a:lnTo>
                    <a:pt x="1903301" y="778558"/>
                  </a:lnTo>
                  <a:lnTo>
                    <a:pt x="1899599" y="773680"/>
                  </a:lnTo>
                  <a:cubicBezTo>
                    <a:pt x="1899599" y="773680"/>
                    <a:pt x="1897210" y="769979"/>
                    <a:pt x="1896974" y="769643"/>
                  </a:cubicBezTo>
                  <a:cubicBezTo>
                    <a:pt x="1896772" y="769307"/>
                    <a:pt x="1893070" y="767591"/>
                    <a:pt x="1891657" y="765943"/>
                  </a:cubicBezTo>
                  <a:cubicBezTo>
                    <a:pt x="1890243" y="764328"/>
                    <a:pt x="1888190" y="762781"/>
                    <a:pt x="1887416" y="761603"/>
                  </a:cubicBezTo>
                  <a:cubicBezTo>
                    <a:pt x="1886642" y="760392"/>
                    <a:pt x="1885363" y="760291"/>
                    <a:pt x="1884051" y="759316"/>
                  </a:cubicBezTo>
                  <a:cubicBezTo>
                    <a:pt x="1882738" y="758340"/>
                    <a:pt x="1882974" y="758105"/>
                    <a:pt x="1882974" y="758105"/>
                  </a:cubicBezTo>
                  <a:cubicBezTo>
                    <a:pt x="1882974" y="758105"/>
                    <a:pt x="1880921" y="755380"/>
                    <a:pt x="1879810" y="754068"/>
                  </a:cubicBezTo>
                  <a:cubicBezTo>
                    <a:pt x="1878733" y="752756"/>
                    <a:pt x="1877185" y="751679"/>
                    <a:pt x="1876647" y="750469"/>
                  </a:cubicBezTo>
                  <a:cubicBezTo>
                    <a:pt x="1876108" y="749258"/>
                    <a:pt x="1874796" y="747643"/>
                    <a:pt x="1874796" y="747643"/>
                  </a:cubicBezTo>
                  <a:cubicBezTo>
                    <a:pt x="1874796" y="747643"/>
                    <a:pt x="1874796" y="745153"/>
                    <a:pt x="1874796" y="744043"/>
                  </a:cubicBezTo>
                  <a:cubicBezTo>
                    <a:pt x="1874796" y="742967"/>
                    <a:pt x="1874796" y="740679"/>
                    <a:pt x="1874796" y="740679"/>
                  </a:cubicBezTo>
                  <a:lnTo>
                    <a:pt x="1874796" y="739805"/>
                  </a:lnTo>
                  <a:lnTo>
                    <a:pt x="1872238" y="737618"/>
                  </a:lnTo>
                  <a:lnTo>
                    <a:pt x="1870454" y="734591"/>
                  </a:lnTo>
                  <a:lnTo>
                    <a:pt x="1870017" y="734591"/>
                  </a:lnTo>
                  <a:lnTo>
                    <a:pt x="1866449" y="732572"/>
                  </a:lnTo>
                  <a:cubicBezTo>
                    <a:pt x="1866449" y="732572"/>
                    <a:pt x="1867627" y="729141"/>
                    <a:pt x="1867325" y="728704"/>
                  </a:cubicBezTo>
                  <a:cubicBezTo>
                    <a:pt x="1866988" y="728266"/>
                    <a:pt x="1865810" y="727291"/>
                    <a:pt x="1865709" y="726416"/>
                  </a:cubicBezTo>
                  <a:cubicBezTo>
                    <a:pt x="1865608" y="725542"/>
                    <a:pt x="1865070" y="725340"/>
                    <a:pt x="1865070" y="724902"/>
                  </a:cubicBezTo>
                  <a:cubicBezTo>
                    <a:pt x="1865070" y="724465"/>
                    <a:pt x="1863993" y="723153"/>
                    <a:pt x="1863219" y="722178"/>
                  </a:cubicBezTo>
                  <a:cubicBezTo>
                    <a:pt x="1862445" y="721202"/>
                    <a:pt x="1863017" y="721639"/>
                    <a:pt x="1862445" y="721202"/>
                  </a:cubicBezTo>
                  <a:cubicBezTo>
                    <a:pt x="1861906" y="720765"/>
                    <a:pt x="1861031" y="719150"/>
                    <a:pt x="1861031" y="719150"/>
                  </a:cubicBezTo>
                  <a:cubicBezTo>
                    <a:pt x="1861031" y="719150"/>
                    <a:pt x="1861570" y="718948"/>
                    <a:pt x="1861805" y="718275"/>
                  </a:cubicBezTo>
                  <a:cubicBezTo>
                    <a:pt x="1862007" y="717636"/>
                    <a:pt x="1863219" y="717939"/>
                    <a:pt x="1863993" y="717199"/>
                  </a:cubicBezTo>
                  <a:cubicBezTo>
                    <a:pt x="1864767" y="716425"/>
                    <a:pt x="1864969" y="716661"/>
                    <a:pt x="1865305" y="716122"/>
                  </a:cubicBezTo>
                  <a:cubicBezTo>
                    <a:pt x="1865642" y="715584"/>
                    <a:pt x="1865844" y="714171"/>
                    <a:pt x="1866180" y="713398"/>
                  </a:cubicBezTo>
                  <a:cubicBezTo>
                    <a:pt x="1866517" y="712624"/>
                    <a:pt x="1866820" y="710908"/>
                    <a:pt x="1866820" y="710471"/>
                  </a:cubicBezTo>
                  <a:cubicBezTo>
                    <a:pt x="1866820" y="710034"/>
                    <a:pt x="1866719" y="707107"/>
                    <a:pt x="1866719" y="706670"/>
                  </a:cubicBezTo>
                  <a:cubicBezTo>
                    <a:pt x="1866719" y="706232"/>
                    <a:pt x="1866180" y="705358"/>
                    <a:pt x="1866180" y="705358"/>
                  </a:cubicBezTo>
                  <a:cubicBezTo>
                    <a:pt x="1866180" y="705358"/>
                    <a:pt x="1863151" y="702196"/>
                    <a:pt x="1862478" y="701657"/>
                  </a:cubicBezTo>
                  <a:cubicBezTo>
                    <a:pt x="1861839" y="701119"/>
                    <a:pt x="1857161" y="695468"/>
                    <a:pt x="1857161" y="695030"/>
                  </a:cubicBezTo>
                  <a:cubicBezTo>
                    <a:pt x="1857161" y="694593"/>
                    <a:pt x="1855310" y="691229"/>
                    <a:pt x="1855310" y="691229"/>
                  </a:cubicBezTo>
                  <a:lnTo>
                    <a:pt x="1854435" y="685813"/>
                  </a:lnTo>
                  <a:lnTo>
                    <a:pt x="1851507" y="680935"/>
                  </a:lnTo>
                  <a:cubicBezTo>
                    <a:pt x="1851507" y="680935"/>
                    <a:pt x="1850733" y="675385"/>
                    <a:pt x="1850632" y="675082"/>
                  </a:cubicBezTo>
                  <a:cubicBezTo>
                    <a:pt x="1850531" y="674746"/>
                    <a:pt x="1850194" y="670305"/>
                    <a:pt x="1850194" y="669868"/>
                  </a:cubicBezTo>
                  <a:cubicBezTo>
                    <a:pt x="1850194" y="669431"/>
                    <a:pt x="1849757" y="663241"/>
                    <a:pt x="1849757" y="663241"/>
                  </a:cubicBezTo>
                  <a:cubicBezTo>
                    <a:pt x="1849757" y="663241"/>
                    <a:pt x="1848545" y="662467"/>
                    <a:pt x="1847165" y="661391"/>
                  </a:cubicBezTo>
                  <a:cubicBezTo>
                    <a:pt x="1845752" y="660314"/>
                    <a:pt x="1843901" y="657791"/>
                    <a:pt x="1843901" y="657791"/>
                  </a:cubicBezTo>
                  <a:cubicBezTo>
                    <a:pt x="1843901" y="657791"/>
                    <a:pt x="1839560" y="654192"/>
                    <a:pt x="1839223" y="654091"/>
                  </a:cubicBezTo>
                  <a:cubicBezTo>
                    <a:pt x="1838886" y="653990"/>
                    <a:pt x="1838348" y="653015"/>
                    <a:pt x="1838011" y="652678"/>
                  </a:cubicBezTo>
                  <a:cubicBezTo>
                    <a:pt x="1837675" y="652342"/>
                    <a:pt x="1833569" y="651602"/>
                    <a:pt x="1832155" y="651366"/>
                  </a:cubicBezTo>
                  <a:cubicBezTo>
                    <a:pt x="1830742" y="651164"/>
                    <a:pt x="1827477" y="651265"/>
                    <a:pt x="1827477" y="651265"/>
                  </a:cubicBezTo>
                  <a:lnTo>
                    <a:pt x="1825862" y="648675"/>
                  </a:lnTo>
                  <a:lnTo>
                    <a:pt x="1825223" y="647800"/>
                  </a:lnTo>
                  <a:cubicBezTo>
                    <a:pt x="1825223" y="647800"/>
                    <a:pt x="1822732" y="646051"/>
                    <a:pt x="1821857" y="646051"/>
                  </a:cubicBezTo>
                  <a:cubicBezTo>
                    <a:pt x="1820982" y="646051"/>
                    <a:pt x="1817179" y="643225"/>
                    <a:pt x="1817179" y="643225"/>
                  </a:cubicBezTo>
                  <a:lnTo>
                    <a:pt x="1811862" y="639962"/>
                  </a:lnTo>
                  <a:cubicBezTo>
                    <a:pt x="1811862" y="639962"/>
                    <a:pt x="1808395" y="641005"/>
                    <a:pt x="1808160" y="641005"/>
                  </a:cubicBezTo>
                  <a:cubicBezTo>
                    <a:pt x="1807958" y="641005"/>
                    <a:pt x="1804592" y="642519"/>
                    <a:pt x="1804592" y="642519"/>
                  </a:cubicBezTo>
                  <a:lnTo>
                    <a:pt x="1800015" y="643024"/>
                  </a:lnTo>
                  <a:cubicBezTo>
                    <a:pt x="1800015" y="643024"/>
                    <a:pt x="1796886" y="642956"/>
                    <a:pt x="1796179" y="642956"/>
                  </a:cubicBezTo>
                  <a:cubicBezTo>
                    <a:pt x="1795472" y="642956"/>
                    <a:pt x="1793217" y="641140"/>
                    <a:pt x="1792477" y="641072"/>
                  </a:cubicBezTo>
                  <a:cubicBezTo>
                    <a:pt x="1791736" y="641005"/>
                    <a:pt x="1789650" y="639559"/>
                    <a:pt x="1789650" y="639559"/>
                  </a:cubicBezTo>
                  <a:cubicBezTo>
                    <a:pt x="1789650" y="639559"/>
                    <a:pt x="1786318" y="637036"/>
                    <a:pt x="1785948" y="636968"/>
                  </a:cubicBezTo>
                  <a:cubicBezTo>
                    <a:pt x="1785577" y="636901"/>
                    <a:pt x="1784130" y="635791"/>
                    <a:pt x="1784130" y="635791"/>
                  </a:cubicBezTo>
                  <a:cubicBezTo>
                    <a:pt x="1784130" y="635791"/>
                    <a:pt x="1779856" y="634849"/>
                    <a:pt x="1778712" y="634782"/>
                  </a:cubicBezTo>
                  <a:cubicBezTo>
                    <a:pt x="1777534" y="634715"/>
                    <a:pt x="1777332" y="634984"/>
                    <a:pt x="1776188" y="635791"/>
                  </a:cubicBezTo>
                  <a:cubicBezTo>
                    <a:pt x="1775044" y="636598"/>
                    <a:pt x="1774505" y="636800"/>
                    <a:pt x="1773058" y="638045"/>
                  </a:cubicBezTo>
                  <a:cubicBezTo>
                    <a:pt x="1771611" y="639290"/>
                    <a:pt x="1772183" y="639491"/>
                    <a:pt x="1771039" y="640871"/>
                  </a:cubicBezTo>
                  <a:cubicBezTo>
                    <a:pt x="1769894" y="642250"/>
                    <a:pt x="1770029" y="641745"/>
                    <a:pt x="1769726" y="642754"/>
                  </a:cubicBezTo>
                  <a:cubicBezTo>
                    <a:pt x="1769423" y="643764"/>
                    <a:pt x="1769726" y="644134"/>
                    <a:pt x="1770096" y="646017"/>
                  </a:cubicBezTo>
                  <a:cubicBezTo>
                    <a:pt x="1770467" y="647901"/>
                    <a:pt x="1771106" y="647262"/>
                    <a:pt x="1771106" y="647262"/>
                  </a:cubicBezTo>
                  <a:cubicBezTo>
                    <a:pt x="1771106" y="647262"/>
                    <a:pt x="1773294" y="649583"/>
                    <a:pt x="1773798" y="650391"/>
                  </a:cubicBezTo>
                  <a:cubicBezTo>
                    <a:pt x="1774303" y="651198"/>
                    <a:pt x="1774000" y="652409"/>
                    <a:pt x="1774101" y="652712"/>
                  </a:cubicBezTo>
                  <a:cubicBezTo>
                    <a:pt x="1774169" y="653015"/>
                    <a:pt x="1773798" y="652914"/>
                    <a:pt x="1773664" y="653351"/>
                  </a:cubicBezTo>
                  <a:cubicBezTo>
                    <a:pt x="1773529" y="653788"/>
                    <a:pt x="1772856" y="654360"/>
                    <a:pt x="1772520" y="654495"/>
                  </a:cubicBezTo>
                  <a:cubicBezTo>
                    <a:pt x="1772149" y="654629"/>
                    <a:pt x="1772587" y="655302"/>
                    <a:pt x="1772587" y="655302"/>
                  </a:cubicBezTo>
                  <a:lnTo>
                    <a:pt x="1774101" y="657690"/>
                  </a:lnTo>
                  <a:lnTo>
                    <a:pt x="1773294" y="660449"/>
                  </a:lnTo>
                  <a:cubicBezTo>
                    <a:pt x="1773294" y="660449"/>
                    <a:pt x="1771981" y="661155"/>
                    <a:pt x="1771544" y="661458"/>
                  </a:cubicBezTo>
                  <a:cubicBezTo>
                    <a:pt x="1771106" y="661761"/>
                    <a:pt x="1768649" y="663914"/>
                    <a:pt x="1768077" y="664216"/>
                  </a:cubicBezTo>
                  <a:cubicBezTo>
                    <a:pt x="1767505" y="664519"/>
                    <a:pt x="1766193" y="666403"/>
                    <a:pt x="1764611" y="667110"/>
                  </a:cubicBezTo>
                  <a:cubicBezTo>
                    <a:pt x="1763029" y="667850"/>
                    <a:pt x="1762591" y="669128"/>
                    <a:pt x="1762591" y="669128"/>
                  </a:cubicBezTo>
                  <a:cubicBezTo>
                    <a:pt x="1762591" y="669128"/>
                    <a:pt x="1761144" y="671718"/>
                    <a:pt x="1761010" y="672593"/>
                  </a:cubicBezTo>
                  <a:cubicBezTo>
                    <a:pt x="1760875" y="673467"/>
                    <a:pt x="1760135" y="674611"/>
                    <a:pt x="1760135" y="674611"/>
                  </a:cubicBezTo>
                  <a:lnTo>
                    <a:pt x="1760135" y="678513"/>
                  </a:lnTo>
                  <a:cubicBezTo>
                    <a:pt x="1760135" y="678513"/>
                    <a:pt x="1759764" y="679960"/>
                    <a:pt x="1759327" y="681642"/>
                  </a:cubicBezTo>
                  <a:cubicBezTo>
                    <a:pt x="1758889" y="683324"/>
                    <a:pt x="1757577" y="684468"/>
                    <a:pt x="1756567" y="685039"/>
                  </a:cubicBezTo>
                  <a:cubicBezTo>
                    <a:pt x="1755558" y="685611"/>
                    <a:pt x="1755322" y="684468"/>
                    <a:pt x="1755322" y="684468"/>
                  </a:cubicBezTo>
                  <a:cubicBezTo>
                    <a:pt x="1755322" y="684468"/>
                    <a:pt x="1753370" y="682281"/>
                    <a:pt x="1753067" y="682281"/>
                  </a:cubicBezTo>
                  <a:cubicBezTo>
                    <a:pt x="1752764" y="682281"/>
                    <a:pt x="1751822" y="682416"/>
                    <a:pt x="1751822" y="682416"/>
                  </a:cubicBezTo>
                  <a:lnTo>
                    <a:pt x="1750173" y="684165"/>
                  </a:lnTo>
                  <a:cubicBezTo>
                    <a:pt x="1750173" y="684165"/>
                    <a:pt x="1750476" y="687495"/>
                    <a:pt x="1750678" y="688000"/>
                  </a:cubicBezTo>
                  <a:cubicBezTo>
                    <a:pt x="1750880" y="688504"/>
                    <a:pt x="1750307" y="690085"/>
                    <a:pt x="1750307" y="690085"/>
                  </a:cubicBezTo>
                  <a:cubicBezTo>
                    <a:pt x="1750307" y="690085"/>
                    <a:pt x="1745158" y="690220"/>
                    <a:pt x="1743846" y="690287"/>
                  </a:cubicBezTo>
                  <a:cubicBezTo>
                    <a:pt x="1742533" y="690354"/>
                    <a:pt x="1740009" y="688706"/>
                    <a:pt x="1740009" y="688706"/>
                  </a:cubicBezTo>
                  <a:lnTo>
                    <a:pt x="1737754" y="686318"/>
                  </a:lnTo>
                  <a:lnTo>
                    <a:pt x="1733850" y="684434"/>
                  </a:lnTo>
                  <a:lnTo>
                    <a:pt x="1732706" y="683357"/>
                  </a:lnTo>
                  <a:cubicBezTo>
                    <a:pt x="1732706" y="683357"/>
                    <a:pt x="1730081" y="683055"/>
                    <a:pt x="1729812" y="683156"/>
                  </a:cubicBezTo>
                  <a:cubicBezTo>
                    <a:pt x="1729509" y="683223"/>
                    <a:pt x="1728567" y="684232"/>
                    <a:pt x="1728567" y="684232"/>
                  </a:cubicBezTo>
                  <a:lnTo>
                    <a:pt x="1726682" y="686486"/>
                  </a:lnTo>
                  <a:lnTo>
                    <a:pt x="1725605" y="688740"/>
                  </a:lnTo>
                  <a:cubicBezTo>
                    <a:pt x="1725605" y="688740"/>
                    <a:pt x="1722341" y="689547"/>
                    <a:pt x="1721701" y="689480"/>
                  </a:cubicBezTo>
                  <a:cubicBezTo>
                    <a:pt x="1721062" y="689412"/>
                    <a:pt x="1718066" y="688336"/>
                    <a:pt x="1717797" y="688033"/>
                  </a:cubicBezTo>
                  <a:cubicBezTo>
                    <a:pt x="1717494" y="687731"/>
                    <a:pt x="1713759" y="686587"/>
                    <a:pt x="1713389" y="686351"/>
                  </a:cubicBezTo>
                  <a:cubicBezTo>
                    <a:pt x="1713018" y="686150"/>
                    <a:pt x="1709316" y="684838"/>
                    <a:pt x="1709047" y="684905"/>
                  </a:cubicBezTo>
                  <a:cubicBezTo>
                    <a:pt x="1708744" y="684972"/>
                    <a:pt x="1708307" y="686654"/>
                    <a:pt x="1707970" y="687495"/>
                  </a:cubicBezTo>
                  <a:cubicBezTo>
                    <a:pt x="1707600" y="688370"/>
                    <a:pt x="1704504" y="691397"/>
                    <a:pt x="1704504" y="691700"/>
                  </a:cubicBezTo>
                  <a:cubicBezTo>
                    <a:pt x="1704504" y="692003"/>
                    <a:pt x="1704706" y="693887"/>
                    <a:pt x="1704806" y="694391"/>
                  </a:cubicBezTo>
                  <a:cubicBezTo>
                    <a:pt x="1704874" y="694896"/>
                    <a:pt x="1706254" y="695972"/>
                    <a:pt x="1707331" y="697722"/>
                  </a:cubicBezTo>
                  <a:cubicBezTo>
                    <a:pt x="1708407" y="699471"/>
                    <a:pt x="1707835" y="700413"/>
                    <a:pt x="1708071" y="701186"/>
                  </a:cubicBezTo>
                  <a:cubicBezTo>
                    <a:pt x="1708273" y="701994"/>
                    <a:pt x="1707634" y="702768"/>
                    <a:pt x="1707432" y="702868"/>
                  </a:cubicBezTo>
                  <a:cubicBezTo>
                    <a:pt x="1707196" y="702936"/>
                    <a:pt x="1704234" y="705829"/>
                    <a:pt x="1703965" y="706131"/>
                  </a:cubicBezTo>
                  <a:cubicBezTo>
                    <a:pt x="1703662" y="706434"/>
                    <a:pt x="1703393" y="707712"/>
                    <a:pt x="1703393" y="708587"/>
                  </a:cubicBezTo>
                  <a:cubicBezTo>
                    <a:pt x="1703393" y="709462"/>
                    <a:pt x="1703595" y="711110"/>
                    <a:pt x="1703595" y="711480"/>
                  </a:cubicBezTo>
                  <a:cubicBezTo>
                    <a:pt x="1703595" y="711850"/>
                    <a:pt x="1706725" y="714239"/>
                    <a:pt x="1706725" y="714239"/>
                  </a:cubicBezTo>
                  <a:cubicBezTo>
                    <a:pt x="1706725" y="714239"/>
                    <a:pt x="1707869" y="715954"/>
                    <a:pt x="1710023" y="717165"/>
                  </a:cubicBezTo>
                  <a:cubicBezTo>
                    <a:pt x="1712210" y="718376"/>
                    <a:pt x="1711605" y="720058"/>
                    <a:pt x="1711941" y="721505"/>
                  </a:cubicBezTo>
                  <a:cubicBezTo>
                    <a:pt x="1712278" y="722985"/>
                    <a:pt x="1710461" y="723691"/>
                    <a:pt x="1710158" y="724095"/>
                  </a:cubicBezTo>
                  <a:cubicBezTo>
                    <a:pt x="1709821" y="724532"/>
                    <a:pt x="1707701" y="726383"/>
                    <a:pt x="1707263" y="726315"/>
                  </a:cubicBezTo>
                  <a:cubicBezTo>
                    <a:pt x="1706826" y="726248"/>
                    <a:pt x="1704975" y="726046"/>
                    <a:pt x="1702518" y="724566"/>
                  </a:cubicBezTo>
                  <a:cubicBezTo>
                    <a:pt x="1700061" y="723086"/>
                    <a:pt x="1700229" y="723489"/>
                    <a:pt x="1700229" y="723489"/>
                  </a:cubicBezTo>
                  <a:cubicBezTo>
                    <a:pt x="1700229" y="723489"/>
                    <a:pt x="1698042" y="721976"/>
                    <a:pt x="1697907" y="721538"/>
                  </a:cubicBezTo>
                  <a:cubicBezTo>
                    <a:pt x="1697739" y="721101"/>
                    <a:pt x="1695686" y="720227"/>
                    <a:pt x="1695451" y="719957"/>
                  </a:cubicBezTo>
                  <a:cubicBezTo>
                    <a:pt x="1695249" y="719688"/>
                    <a:pt x="1692623" y="717502"/>
                    <a:pt x="1692523" y="717334"/>
                  </a:cubicBezTo>
                  <a:cubicBezTo>
                    <a:pt x="1692422" y="717165"/>
                    <a:pt x="1689797" y="716963"/>
                    <a:pt x="1689797" y="716963"/>
                  </a:cubicBezTo>
                  <a:lnTo>
                    <a:pt x="1688047" y="715719"/>
                  </a:lnTo>
                  <a:cubicBezTo>
                    <a:pt x="1688047" y="715719"/>
                    <a:pt x="1683974" y="715281"/>
                    <a:pt x="1683032" y="715012"/>
                  </a:cubicBezTo>
                  <a:cubicBezTo>
                    <a:pt x="1682123" y="714743"/>
                    <a:pt x="1680373" y="712792"/>
                    <a:pt x="1679767" y="712288"/>
                  </a:cubicBezTo>
                  <a:cubicBezTo>
                    <a:pt x="1679162" y="711817"/>
                    <a:pt x="1677378" y="707982"/>
                    <a:pt x="1677210" y="707511"/>
                  </a:cubicBezTo>
                  <a:cubicBezTo>
                    <a:pt x="1677041" y="707040"/>
                    <a:pt x="1675359" y="704584"/>
                    <a:pt x="1675258" y="704348"/>
                  </a:cubicBezTo>
                  <a:cubicBezTo>
                    <a:pt x="1675157" y="704147"/>
                    <a:pt x="1670916" y="700816"/>
                    <a:pt x="1670378" y="700177"/>
                  </a:cubicBezTo>
                  <a:cubicBezTo>
                    <a:pt x="1669839" y="699538"/>
                    <a:pt x="1667887" y="697621"/>
                    <a:pt x="1667618" y="697183"/>
                  </a:cubicBezTo>
                  <a:cubicBezTo>
                    <a:pt x="1667349" y="696746"/>
                    <a:pt x="1666137" y="695602"/>
                    <a:pt x="1666137" y="695602"/>
                  </a:cubicBezTo>
                  <a:lnTo>
                    <a:pt x="1662940" y="693685"/>
                  </a:lnTo>
                  <a:lnTo>
                    <a:pt x="1661157" y="693416"/>
                  </a:lnTo>
                  <a:lnTo>
                    <a:pt x="1659373" y="693584"/>
                  </a:lnTo>
                  <a:lnTo>
                    <a:pt x="1656108" y="694492"/>
                  </a:lnTo>
                  <a:cubicBezTo>
                    <a:pt x="1656108" y="694492"/>
                    <a:pt x="1654089" y="695737"/>
                    <a:pt x="1653786" y="696174"/>
                  </a:cubicBezTo>
                  <a:cubicBezTo>
                    <a:pt x="1653450" y="696611"/>
                    <a:pt x="1651767" y="698125"/>
                    <a:pt x="1651228" y="698832"/>
                  </a:cubicBezTo>
                  <a:cubicBezTo>
                    <a:pt x="1650690" y="699538"/>
                    <a:pt x="1649815" y="700177"/>
                    <a:pt x="1649344" y="700783"/>
                  </a:cubicBezTo>
                  <a:cubicBezTo>
                    <a:pt x="1648839" y="701388"/>
                    <a:pt x="1647863" y="703507"/>
                    <a:pt x="1647863" y="703507"/>
                  </a:cubicBezTo>
                  <a:cubicBezTo>
                    <a:pt x="1647863" y="703507"/>
                    <a:pt x="1647762" y="704483"/>
                    <a:pt x="1647762" y="704651"/>
                  </a:cubicBezTo>
                  <a:cubicBezTo>
                    <a:pt x="1647762" y="704819"/>
                    <a:pt x="1648839" y="707746"/>
                    <a:pt x="1648906" y="707914"/>
                  </a:cubicBezTo>
                  <a:cubicBezTo>
                    <a:pt x="1648974" y="708083"/>
                    <a:pt x="1650151" y="709563"/>
                    <a:pt x="1650252" y="709697"/>
                  </a:cubicBezTo>
                  <a:cubicBezTo>
                    <a:pt x="1650353" y="709865"/>
                    <a:pt x="1651329" y="711043"/>
                    <a:pt x="1651565" y="711144"/>
                  </a:cubicBezTo>
                  <a:cubicBezTo>
                    <a:pt x="1651800" y="711245"/>
                    <a:pt x="1652978" y="713229"/>
                    <a:pt x="1652978" y="713229"/>
                  </a:cubicBezTo>
                  <a:lnTo>
                    <a:pt x="1654931" y="716425"/>
                  </a:lnTo>
                  <a:lnTo>
                    <a:pt x="1655974" y="718040"/>
                  </a:lnTo>
                  <a:lnTo>
                    <a:pt x="1656781" y="720529"/>
                  </a:lnTo>
                  <a:cubicBezTo>
                    <a:pt x="1656781" y="720529"/>
                    <a:pt x="1657286" y="722548"/>
                    <a:pt x="1657387" y="722716"/>
                  </a:cubicBezTo>
                  <a:cubicBezTo>
                    <a:pt x="1657488" y="722884"/>
                    <a:pt x="1657926" y="723759"/>
                    <a:pt x="1657993" y="723960"/>
                  </a:cubicBezTo>
                  <a:cubicBezTo>
                    <a:pt x="1658060" y="724162"/>
                    <a:pt x="1658599" y="726147"/>
                    <a:pt x="1658767" y="726248"/>
                  </a:cubicBezTo>
                  <a:cubicBezTo>
                    <a:pt x="1658935" y="726349"/>
                    <a:pt x="1659003" y="728401"/>
                    <a:pt x="1659036" y="729276"/>
                  </a:cubicBezTo>
                  <a:cubicBezTo>
                    <a:pt x="1659104" y="730150"/>
                    <a:pt x="1659036" y="731462"/>
                    <a:pt x="1659036" y="731664"/>
                  </a:cubicBezTo>
                  <a:cubicBezTo>
                    <a:pt x="1659036" y="731866"/>
                    <a:pt x="1658431" y="732976"/>
                    <a:pt x="1658229" y="733178"/>
                  </a:cubicBezTo>
                  <a:cubicBezTo>
                    <a:pt x="1657993" y="733413"/>
                    <a:pt x="1653281" y="732740"/>
                    <a:pt x="1653281" y="732740"/>
                  </a:cubicBezTo>
                  <a:cubicBezTo>
                    <a:pt x="1653281" y="732740"/>
                    <a:pt x="1651228" y="732740"/>
                    <a:pt x="1650892" y="732740"/>
                  </a:cubicBezTo>
                  <a:cubicBezTo>
                    <a:pt x="1650555" y="732740"/>
                    <a:pt x="1649276" y="732370"/>
                    <a:pt x="1649276" y="732370"/>
                  </a:cubicBezTo>
                  <a:lnTo>
                    <a:pt x="1647223" y="729545"/>
                  </a:lnTo>
                  <a:lnTo>
                    <a:pt x="1645978" y="727964"/>
                  </a:lnTo>
                  <a:lnTo>
                    <a:pt x="1645474" y="726652"/>
                  </a:lnTo>
                  <a:lnTo>
                    <a:pt x="1645474" y="725407"/>
                  </a:lnTo>
                  <a:lnTo>
                    <a:pt x="1645978" y="721505"/>
                  </a:lnTo>
                  <a:cubicBezTo>
                    <a:pt x="1645978" y="721505"/>
                    <a:pt x="1645574" y="720260"/>
                    <a:pt x="1645036" y="719991"/>
                  </a:cubicBezTo>
                  <a:cubicBezTo>
                    <a:pt x="1644531" y="719688"/>
                    <a:pt x="1642579" y="718545"/>
                    <a:pt x="1641771" y="718376"/>
                  </a:cubicBezTo>
                  <a:cubicBezTo>
                    <a:pt x="1640964" y="718242"/>
                    <a:pt x="1637497" y="716291"/>
                    <a:pt x="1635747" y="715349"/>
                  </a:cubicBezTo>
                  <a:cubicBezTo>
                    <a:pt x="1633997" y="714407"/>
                    <a:pt x="1634300" y="713835"/>
                    <a:pt x="1633492" y="712893"/>
                  </a:cubicBezTo>
                  <a:cubicBezTo>
                    <a:pt x="1632685" y="711951"/>
                    <a:pt x="1632348" y="712018"/>
                    <a:pt x="1631103" y="711076"/>
                  </a:cubicBezTo>
                  <a:cubicBezTo>
                    <a:pt x="1629858" y="710135"/>
                    <a:pt x="1628074" y="709563"/>
                    <a:pt x="1627334" y="709193"/>
                  </a:cubicBezTo>
                  <a:cubicBezTo>
                    <a:pt x="1626593" y="708823"/>
                    <a:pt x="1626391" y="709125"/>
                    <a:pt x="1626189" y="709125"/>
                  </a:cubicBezTo>
                  <a:cubicBezTo>
                    <a:pt x="1625987" y="709125"/>
                    <a:pt x="1625752" y="710067"/>
                    <a:pt x="1624507" y="711076"/>
                  </a:cubicBezTo>
                  <a:cubicBezTo>
                    <a:pt x="1623261" y="712086"/>
                    <a:pt x="1622925" y="710942"/>
                    <a:pt x="1622689" y="710942"/>
                  </a:cubicBezTo>
                  <a:cubicBezTo>
                    <a:pt x="1622487" y="710942"/>
                    <a:pt x="1622050" y="710235"/>
                    <a:pt x="1621545" y="709933"/>
                  </a:cubicBezTo>
                  <a:cubicBezTo>
                    <a:pt x="1621040" y="709630"/>
                    <a:pt x="1620737" y="709865"/>
                    <a:pt x="1620300" y="709865"/>
                  </a:cubicBezTo>
                  <a:cubicBezTo>
                    <a:pt x="1619862" y="709865"/>
                    <a:pt x="1618516" y="710168"/>
                    <a:pt x="1618516" y="710168"/>
                  </a:cubicBezTo>
                  <a:lnTo>
                    <a:pt x="1616699" y="710168"/>
                  </a:lnTo>
                  <a:cubicBezTo>
                    <a:pt x="1616699" y="710168"/>
                    <a:pt x="1616127" y="710673"/>
                    <a:pt x="1615824" y="711110"/>
                  </a:cubicBezTo>
                  <a:cubicBezTo>
                    <a:pt x="1615521" y="711547"/>
                    <a:pt x="1615622" y="711749"/>
                    <a:pt x="1615016" y="712624"/>
                  </a:cubicBezTo>
                  <a:cubicBezTo>
                    <a:pt x="1614444" y="713499"/>
                    <a:pt x="1614444" y="713936"/>
                    <a:pt x="1613569" y="713768"/>
                  </a:cubicBezTo>
                  <a:cubicBezTo>
                    <a:pt x="1612694" y="713633"/>
                    <a:pt x="1612559" y="713902"/>
                    <a:pt x="1611684" y="713768"/>
                  </a:cubicBezTo>
                  <a:cubicBezTo>
                    <a:pt x="1610809" y="713633"/>
                    <a:pt x="1610877" y="713465"/>
                    <a:pt x="1610742" y="713061"/>
                  </a:cubicBezTo>
                  <a:cubicBezTo>
                    <a:pt x="1610607" y="712624"/>
                    <a:pt x="1610170" y="712489"/>
                    <a:pt x="1610103" y="711917"/>
                  </a:cubicBezTo>
                  <a:cubicBezTo>
                    <a:pt x="1610035" y="711346"/>
                    <a:pt x="1610103" y="710471"/>
                    <a:pt x="1610103" y="710471"/>
                  </a:cubicBezTo>
                  <a:cubicBezTo>
                    <a:pt x="1610103" y="710471"/>
                    <a:pt x="1609598" y="708520"/>
                    <a:pt x="1609295" y="707881"/>
                  </a:cubicBezTo>
                  <a:cubicBezTo>
                    <a:pt x="1608992" y="707242"/>
                    <a:pt x="1608554" y="706501"/>
                    <a:pt x="1608285" y="706300"/>
                  </a:cubicBezTo>
                  <a:cubicBezTo>
                    <a:pt x="1607982" y="706098"/>
                    <a:pt x="1606468" y="704921"/>
                    <a:pt x="1606098" y="704853"/>
                  </a:cubicBezTo>
                  <a:cubicBezTo>
                    <a:pt x="1605727" y="704786"/>
                    <a:pt x="1605021" y="704416"/>
                    <a:pt x="1604583" y="704281"/>
                  </a:cubicBezTo>
                  <a:cubicBezTo>
                    <a:pt x="1604146" y="704147"/>
                    <a:pt x="1603708" y="702398"/>
                    <a:pt x="1603708" y="702398"/>
                  </a:cubicBezTo>
                  <a:lnTo>
                    <a:pt x="1603708" y="702465"/>
                  </a:lnTo>
                  <a:lnTo>
                    <a:pt x="1601958" y="700648"/>
                  </a:lnTo>
                  <a:lnTo>
                    <a:pt x="1601958" y="699908"/>
                  </a:lnTo>
                  <a:cubicBezTo>
                    <a:pt x="1601958" y="699908"/>
                    <a:pt x="1601857" y="698966"/>
                    <a:pt x="1601622" y="698663"/>
                  </a:cubicBezTo>
                  <a:cubicBezTo>
                    <a:pt x="1601386" y="698361"/>
                    <a:pt x="1600006" y="698428"/>
                    <a:pt x="1599703" y="698428"/>
                  </a:cubicBezTo>
                  <a:cubicBezTo>
                    <a:pt x="1599400" y="698428"/>
                    <a:pt x="1598761" y="698361"/>
                    <a:pt x="1598761" y="698361"/>
                  </a:cubicBezTo>
                  <a:lnTo>
                    <a:pt x="1597953" y="698798"/>
                  </a:lnTo>
                  <a:cubicBezTo>
                    <a:pt x="1597953" y="698798"/>
                    <a:pt x="1597314" y="699605"/>
                    <a:pt x="1597011" y="699605"/>
                  </a:cubicBezTo>
                  <a:cubicBezTo>
                    <a:pt x="1596708" y="699605"/>
                    <a:pt x="1596371" y="700177"/>
                    <a:pt x="1596371" y="700177"/>
                  </a:cubicBezTo>
                  <a:cubicBezTo>
                    <a:pt x="1596371" y="700177"/>
                    <a:pt x="1594487" y="701119"/>
                    <a:pt x="1593915" y="701489"/>
                  </a:cubicBezTo>
                  <a:cubicBezTo>
                    <a:pt x="1593342" y="701859"/>
                    <a:pt x="1592400" y="701489"/>
                    <a:pt x="1592400" y="701489"/>
                  </a:cubicBezTo>
                  <a:lnTo>
                    <a:pt x="1590448" y="701489"/>
                  </a:lnTo>
                  <a:cubicBezTo>
                    <a:pt x="1590448" y="701489"/>
                    <a:pt x="1588362" y="701119"/>
                    <a:pt x="1588126" y="700985"/>
                  </a:cubicBezTo>
                  <a:cubicBezTo>
                    <a:pt x="1587890" y="700850"/>
                    <a:pt x="1585366" y="699034"/>
                    <a:pt x="1585366" y="699034"/>
                  </a:cubicBezTo>
                  <a:lnTo>
                    <a:pt x="1584222" y="698226"/>
                  </a:lnTo>
                  <a:lnTo>
                    <a:pt x="1582472" y="695838"/>
                  </a:lnTo>
                  <a:lnTo>
                    <a:pt x="1581900" y="692810"/>
                  </a:lnTo>
                  <a:lnTo>
                    <a:pt x="1581597" y="691296"/>
                  </a:lnTo>
                  <a:cubicBezTo>
                    <a:pt x="1581597" y="691296"/>
                    <a:pt x="1580217" y="688336"/>
                    <a:pt x="1580217" y="687966"/>
                  </a:cubicBezTo>
                  <a:cubicBezTo>
                    <a:pt x="1580217" y="687596"/>
                    <a:pt x="1579342" y="686217"/>
                    <a:pt x="1579342" y="685948"/>
                  </a:cubicBezTo>
                  <a:cubicBezTo>
                    <a:pt x="1579342" y="685645"/>
                    <a:pt x="1578972" y="683492"/>
                    <a:pt x="1578972" y="683492"/>
                  </a:cubicBezTo>
                  <a:lnTo>
                    <a:pt x="1578333" y="682483"/>
                  </a:lnTo>
                  <a:lnTo>
                    <a:pt x="1576583" y="679354"/>
                  </a:lnTo>
                  <a:lnTo>
                    <a:pt x="1575842" y="678042"/>
                  </a:lnTo>
                  <a:cubicBezTo>
                    <a:pt x="1575842" y="678042"/>
                    <a:pt x="1575842" y="676663"/>
                    <a:pt x="1575842" y="675957"/>
                  </a:cubicBezTo>
                  <a:cubicBezTo>
                    <a:pt x="1575842" y="675250"/>
                    <a:pt x="1576616" y="674208"/>
                    <a:pt x="1576684" y="674006"/>
                  </a:cubicBezTo>
                  <a:cubicBezTo>
                    <a:pt x="1576751" y="673804"/>
                    <a:pt x="1577357" y="672189"/>
                    <a:pt x="1577357" y="672189"/>
                  </a:cubicBezTo>
                  <a:lnTo>
                    <a:pt x="1579241" y="671617"/>
                  </a:lnTo>
                  <a:cubicBezTo>
                    <a:pt x="1579241" y="671617"/>
                    <a:pt x="1581328" y="670743"/>
                    <a:pt x="1581563" y="670608"/>
                  </a:cubicBezTo>
                  <a:cubicBezTo>
                    <a:pt x="1581765" y="670474"/>
                    <a:pt x="1581866" y="667480"/>
                    <a:pt x="1581866" y="667480"/>
                  </a:cubicBezTo>
                  <a:lnTo>
                    <a:pt x="1582438" y="666168"/>
                  </a:lnTo>
                  <a:cubicBezTo>
                    <a:pt x="1582438" y="666168"/>
                    <a:pt x="1582304" y="662635"/>
                    <a:pt x="1582001" y="661828"/>
                  </a:cubicBezTo>
                  <a:cubicBezTo>
                    <a:pt x="1581698" y="661021"/>
                    <a:pt x="1582136" y="657690"/>
                    <a:pt x="1582001" y="657421"/>
                  </a:cubicBezTo>
                  <a:cubicBezTo>
                    <a:pt x="1581866" y="657119"/>
                    <a:pt x="1580991" y="655672"/>
                    <a:pt x="1580756" y="655470"/>
                  </a:cubicBezTo>
                  <a:cubicBezTo>
                    <a:pt x="1580554" y="655268"/>
                    <a:pt x="1578299" y="652510"/>
                    <a:pt x="1578299" y="652510"/>
                  </a:cubicBezTo>
                  <a:cubicBezTo>
                    <a:pt x="1578299" y="652510"/>
                    <a:pt x="1577357" y="651131"/>
                    <a:pt x="1577222" y="650693"/>
                  </a:cubicBezTo>
                  <a:cubicBezTo>
                    <a:pt x="1577087" y="650256"/>
                    <a:pt x="1576212" y="648439"/>
                    <a:pt x="1575977" y="647868"/>
                  </a:cubicBezTo>
                  <a:cubicBezTo>
                    <a:pt x="1575775" y="647296"/>
                    <a:pt x="1575337" y="645681"/>
                    <a:pt x="1575337" y="645681"/>
                  </a:cubicBezTo>
                  <a:cubicBezTo>
                    <a:pt x="1575337" y="645681"/>
                    <a:pt x="1573823" y="643864"/>
                    <a:pt x="1573587" y="643663"/>
                  </a:cubicBezTo>
                  <a:cubicBezTo>
                    <a:pt x="1573352" y="643427"/>
                    <a:pt x="1572443" y="642923"/>
                    <a:pt x="1572208" y="642586"/>
                  </a:cubicBezTo>
                  <a:cubicBezTo>
                    <a:pt x="1572006" y="642216"/>
                    <a:pt x="1570895" y="642721"/>
                    <a:pt x="1570693" y="642586"/>
                  </a:cubicBezTo>
                  <a:cubicBezTo>
                    <a:pt x="1570491" y="642452"/>
                    <a:pt x="1568674" y="642082"/>
                    <a:pt x="1568371" y="641846"/>
                  </a:cubicBezTo>
                  <a:cubicBezTo>
                    <a:pt x="1568068" y="641644"/>
                    <a:pt x="1567058" y="641342"/>
                    <a:pt x="1566621" y="641039"/>
                  </a:cubicBezTo>
                  <a:cubicBezTo>
                    <a:pt x="1566183" y="640736"/>
                    <a:pt x="1565376" y="640669"/>
                    <a:pt x="1565174" y="640467"/>
                  </a:cubicBezTo>
                  <a:cubicBezTo>
                    <a:pt x="1564972" y="640265"/>
                    <a:pt x="1563592" y="640164"/>
                    <a:pt x="1562784" y="639828"/>
                  </a:cubicBezTo>
                  <a:cubicBezTo>
                    <a:pt x="1561976" y="639491"/>
                    <a:pt x="1560765" y="639323"/>
                    <a:pt x="1560260" y="639323"/>
                  </a:cubicBezTo>
                  <a:cubicBezTo>
                    <a:pt x="1559755" y="639323"/>
                    <a:pt x="1559015" y="639323"/>
                    <a:pt x="1558746" y="639390"/>
                  </a:cubicBezTo>
                  <a:cubicBezTo>
                    <a:pt x="1558443" y="639458"/>
                    <a:pt x="1557366" y="639895"/>
                    <a:pt x="1556659" y="639828"/>
                  </a:cubicBezTo>
                  <a:cubicBezTo>
                    <a:pt x="1555952" y="639761"/>
                    <a:pt x="1555650" y="639828"/>
                    <a:pt x="1555650" y="639828"/>
                  </a:cubicBezTo>
                  <a:lnTo>
                    <a:pt x="1554943" y="638516"/>
                  </a:lnTo>
                  <a:lnTo>
                    <a:pt x="1553697" y="636565"/>
                  </a:lnTo>
                  <a:cubicBezTo>
                    <a:pt x="1553697" y="636565"/>
                    <a:pt x="1553058" y="634815"/>
                    <a:pt x="1552890" y="634614"/>
                  </a:cubicBezTo>
                  <a:cubicBezTo>
                    <a:pt x="1552755" y="634412"/>
                    <a:pt x="1549928" y="629534"/>
                    <a:pt x="1549861" y="629130"/>
                  </a:cubicBezTo>
                  <a:cubicBezTo>
                    <a:pt x="1549793" y="628727"/>
                    <a:pt x="1548986" y="628323"/>
                    <a:pt x="1548986" y="628323"/>
                  </a:cubicBezTo>
                  <a:cubicBezTo>
                    <a:pt x="1548986" y="628323"/>
                    <a:pt x="1547034" y="628828"/>
                    <a:pt x="1546731" y="629030"/>
                  </a:cubicBezTo>
                  <a:cubicBezTo>
                    <a:pt x="1546428" y="629231"/>
                    <a:pt x="1544712" y="629030"/>
                    <a:pt x="1543971" y="629030"/>
                  </a:cubicBezTo>
                  <a:cubicBezTo>
                    <a:pt x="1543264" y="629030"/>
                    <a:pt x="1542019" y="628592"/>
                    <a:pt x="1542019" y="628592"/>
                  </a:cubicBezTo>
                  <a:lnTo>
                    <a:pt x="1541077" y="624017"/>
                  </a:lnTo>
                  <a:cubicBezTo>
                    <a:pt x="1541077" y="624017"/>
                    <a:pt x="1540572" y="620990"/>
                    <a:pt x="1540572" y="620687"/>
                  </a:cubicBezTo>
                  <a:cubicBezTo>
                    <a:pt x="1540572" y="620384"/>
                    <a:pt x="1538687" y="617054"/>
                    <a:pt x="1538687" y="617054"/>
                  </a:cubicBezTo>
                  <a:lnTo>
                    <a:pt x="1537610" y="614094"/>
                  </a:lnTo>
                  <a:cubicBezTo>
                    <a:pt x="1537610" y="614094"/>
                    <a:pt x="1534851" y="609586"/>
                    <a:pt x="1534481" y="608812"/>
                  </a:cubicBezTo>
                  <a:cubicBezTo>
                    <a:pt x="1534110" y="608005"/>
                    <a:pt x="1533471" y="605784"/>
                    <a:pt x="1533471" y="605784"/>
                  </a:cubicBezTo>
                  <a:lnTo>
                    <a:pt x="1531149" y="603396"/>
                  </a:lnTo>
                  <a:lnTo>
                    <a:pt x="1528322" y="601445"/>
                  </a:lnTo>
                  <a:cubicBezTo>
                    <a:pt x="1528322" y="601445"/>
                    <a:pt x="1527178" y="600638"/>
                    <a:pt x="1526875" y="600436"/>
                  </a:cubicBezTo>
                  <a:cubicBezTo>
                    <a:pt x="1526572" y="600200"/>
                    <a:pt x="1524283" y="598350"/>
                    <a:pt x="1523543" y="597610"/>
                  </a:cubicBezTo>
                  <a:cubicBezTo>
                    <a:pt x="1522803" y="596903"/>
                    <a:pt x="1522399" y="596903"/>
                    <a:pt x="1521726" y="596096"/>
                  </a:cubicBezTo>
                  <a:cubicBezTo>
                    <a:pt x="1521086" y="595289"/>
                    <a:pt x="1520851" y="595222"/>
                    <a:pt x="1520716" y="594650"/>
                  </a:cubicBezTo>
                  <a:cubicBezTo>
                    <a:pt x="1520581" y="594078"/>
                    <a:pt x="1519403" y="592631"/>
                    <a:pt x="1519134" y="592329"/>
                  </a:cubicBezTo>
                  <a:cubicBezTo>
                    <a:pt x="1518831" y="592026"/>
                    <a:pt x="1517451" y="591622"/>
                    <a:pt x="1517182" y="591319"/>
                  </a:cubicBezTo>
                  <a:cubicBezTo>
                    <a:pt x="1516879" y="591017"/>
                    <a:pt x="1515163" y="589940"/>
                    <a:pt x="1514793" y="589570"/>
                  </a:cubicBezTo>
                  <a:cubicBezTo>
                    <a:pt x="1514423" y="589200"/>
                    <a:pt x="1513850" y="589436"/>
                    <a:pt x="1513413" y="589066"/>
                  </a:cubicBezTo>
                  <a:cubicBezTo>
                    <a:pt x="1512975" y="588695"/>
                    <a:pt x="1512033" y="588998"/>
                    <a:pt x="1511831" y="588998"/>
                  </a:cubicBezTo>
                  <a:cubicBezTo>
                    <a:pt x="1511629" y="588998"/>
                    <a:pt x="1510519" y="589570"/>
                    <a:pt x="1510249" y="589637"/>
                  </a:cubicBezTo>
                  <a:cubicBezTo>
                    <a:pt x="1509947" y="589705"/>
                    <a:pt x="1508365" y="590075"/>
                    <a:pt x="1508062" y="590075"/>
                  </a:cubicBezTo>
                  <a:cubicBezTo>
                    <a:pt x="1507759" y="590075"/>
                    <a:pt x="1506042" y="591084"/>
                    <a:pt x="1505302" y="591454"/>
                  </a:cubicBezTo>
                  <a:cubicBezTo>
                    <a:pt x="1504562" y="591824"/>
                    <a:pt x="1504158" y="591757"/>
                    <a:pt x="1503922" y="591824"/>
                  </a:cubicBezTo>
                  <a:cubicBezTo>
                    <a:pt x="1503720" y="591891"/>
                    <a:pt x="1502778" y="592766"/>
                    <a:pt x="1502542" y="593069"/>
                  </a:cubicBezTo>
                  <a:cubicBezTo>
                    <a:pt x="1502341" y="593371"/>
                    <a:pt x="1501600" y="594818"/>
                    <a:pt x="1501230" y="595154"/>
                  </a:cubicBezTo>
                  <a:cubicBezTo>
                    <a:pt x="1500860" y="595524"/>
                    <a:pt x="1499042" y="595726"/>
                    <a:pt x="1498706" y="595592"/>
                  </a:cubicBezTo>
                  <a:cubicBezTo>
                    <a:pt x="1498336" y="595457"/>
                    <a:pt x="1497259" y="595457"/>
                    <a:pt x="1496956" y="595289"/>
                  </a:cubicBezTo>
                  <a:cubicBezTo>
                    <a:pt x="1496653" y="595154"/>
                    <a:pt x="1494331" y="594717"/>
                    <a:pt x="1494129" y="594717"/>
                  </a:cubicBezTo>
                  <a:cubicBezTo>
                    <a:pt x="1493893" y="594717"/>
                    <a:pt x="1491537" y="595524"/>
                    <a:pt x="1491537" y="595524"/>
                  </a:cubicBezTo>
                  <a:lnTo>
                    <a:pt x="1490090" y="595524"/>
                  </a:lnTo>
                  <a:cubicBezTo>
                    <a:pt x="1490090" y="595524"/>
                    <a:pt x="1489586" y="596298"/>
                    <a:pt x="1489350" y="596365"/>
                  </a:cubicBezTo>
                  <a:cubicBezTo>
                    <a:pt x="1489148" y="596433"/>
                    <a:pt x="1486523" y="597476"/>
                    <a:pt x="1486523" y="597476"/>
                  </a:cubicBezTo>
                  <a:cubicBezTo>
                    <a:pt x="1486523" y="597476"/>
                    <a:pt x="1483629" y="597543"/>
                    <a:pt x="1483057" y="597476"/>
                  </a:cubicBezTo>
                  <a:cubicBezTo>
                    <a:pt x="1482484" y="597408"/>
                    <a:pt x="1478984" y="597476"/>
                    <a:pt x="1478984" y="597476"/>
                  </a:cubicBezTo>
                  <a:cubicBezTo>
                    <a:pt x="1478984" y="597476"/>
                    <a:pt x="1473835" y="598619"/>
                    <a:pt x="1473398" y="598720"/>
                  </a:cubicBezTo>
                  <a:cubicBezTo>
                    <a:pt x="1472960" y="598787"/>
                    <a:pt x="1471580" y="600032"/>
                    <a:pt x="1471311" y="600167"/>
                  </a:cubicBezTo>
                  <a:cubicBezTo>
                    <a:pt x="1471042" y="600301"/>
                    <a:pt x="1470672" y="601411"/>
                    <a:pt x="1469426" y="602488"/>
                  </a:cubicBezTo>
                  <a:cubicBezTo>
                    <a:pt x="1468181" y="603564"/>
                    <a:pt x="1467676" y="603295"/>
                    <a:pt x="1466532" y="603867"/>
                  </a:cubicBezTo>
                  <a:cubicBezTo>
                    <a:pt x="1465388" y="604439"/>
                    <a:pt x="1464445" y="604304"/>
                    <a:pt x="1463907" y="604372"/>
                  </a:cubicBezTo>
                  <a:cubicBezTo>
                    <a:pt x="1463402" y="604439"/>
                    <a:pt x="1461652" y="604372"/>
                    <a:pt x="1461652" y="604372"/>
                  </a:cubicBezTo>
                  <a:lnTo>
                    <a:pt x="1458960" y="601983"/>
                  </a:lnTo>
                  <a:lnTo>
                    <a:pt x="1456436" y="599527"/>
                  </a:lnTo>
                  <a:lnTo>
                    <a:pt x="1452296" y="597139"/>
                  </a:lnTo>
                  <a:lnTo>
                    <a:pt x="1450714" y="595390"/>
                  </a:lnTo>
                  <a:lnTo>
                    <a:pt x="1448628" y="595524"/>
                  </a:lnTo>
                  <a:cubicBezTo>
                    <a:pt x="1448628" y="595524"/>
                    <a:pt x="1447988" y="595894"/>
                    <a:pt x="1447383" y="596164"/>
                  </a:cubicBezTo>
                  <a:cubicBezTo>
                    <a:pt x="1446811" y="596466"/>
                    <a:pt x="1447012" y="597173"/>
                    <a:pt x="1446743" y="597408"/>
                  </a:cubicBezTo>
                  <a:cubicBezTo>
                    <a:pt x="1446440" y="597610"/>
                    <a:pt x="1446238" y="599797"/>
                    <a:pt x="1445734" y="600301"/>
                  </a:cubicBezTo>
                  <a:cubicBezTo>
                    <a:pt x="1445229" y="600806"/>
                    <a:pt x="1444219" y="601243"/>
                    <a:pt x="1443782" y="601243"/>
                  </a:cubicBezTo>
                  <a:cubicBezTo>
                    <a:pt x="1443344" y="601243"/>
                    <a:pt x="1442772" y="600604"/>
                    <a:pt x="1442536" y="600503"/>
                  </a:cubicBezTo>
                  <a:cubicBezTo>
                    <a:pt x="1442301" y="600436"/>
                    <a:pt x="1442402" y="598619"/>
                    <a:pt x="1442402" y="598317"/>
                  </a:cubicBezTo>
                  <a:cubicBezTo>
                    <a:pt x="1442402" y="598014"/>
                    <a:pt x="1442469" y="594683"/>
                    <a:pt x="1442469" y="594683"/>
                  </a:cubicBezTo>
                  <a:cubicBezTo>
                    <a:pt x="1442469" y="594683"/>
                    <a:pt x="1442402" y="592160"/>
                    <a:pt x="1442402" y="591723"/>
                  </a:cubicBezTo>
                  <a:cubicBezTo>
                    <a:pt x="1442402" y="591286"/>
                    <a:pt x="1441964" y="588897"/>
                    <a:pt x="1441964" y="588595"/>
                  </a:cubicBezTo>
                  <a:cubicBezTo>
                    <a:pt x="1441964" y="588292"/>
                    <a:pt x="1441325" y="587888"/>
                    <a:pt x="1440719" y="587518"/>
                  </a:cubicBezTo>
                  <a:cubicBezTo>
                    <a:pt x="1440147" y="587148"/>
                    <a:pt x="1438767" y="586576"/>
                    <a:pt x="1438195" y="586139"/>
                  </a:cubicBezTo>
                  <a:cubicBezTo>
                    <a:pt x="1437623" y="585702"/>
                    <a:pt x="1436378" y="585331"/>
                    <a:pt x="1435738" y="585130"/>
                  </a:cubicBezTo>
                  <a:cubicBezTo>
                    <a:pt x="1435099" y="584928"/>
                    <a:pt x="1433281" y="584692"/>
                    <a:pt x="1433281" y="584692"/>
                  </a:cubicBezTo>
                  <a:lnTo>
                    <a:pt x="1431397" y="584020"/>
                  </a:lnTo>
                  <a:lnTo>
                    <a:pt x="1429512" y="584322"/>
                  </a:lnTo>
                  <a:cubicBezTo>
                    <a:pt x="1429512" y="584322"/>
                    <a:pt x="1427190" y="584524"/>
                    <a:pt x="1426820" y="584524"/>
                  </a:cubicBezTo>
                  <a:cubicBezTo>
                    <a:pt x="1426450" y="584524"/>
                    <a:pt x="1425238" y="584659"/>
                    <a:pt x="1424632" y="584726"/>
                  </a:cubicBezTo>
                  <a:cubicBezTo>
                    <a:pt x="1424060" y="584793"/>
                    <a:pt x="1423555" y="585466"/>
                    <a:pt x="1422815" y="585903"/>
                  </a:cubicBezTo>
                  <a:cubicBezTo>
                    <a:pt x="1422108" y="586341"/>
                    <a:pt x="1421502" y="586341"/>
                    <a:pt x="1421065" y="586610"/>
                  </a:cubicBezTo>
                  <a:cubicBezTo>
                    <a:pt x="1420627" y="586913"/>
                    <a:pt x="1419483" y="587922"/>
                    <a:pt x="1419483" y="587922"/>
                  </a:cubicBezTo>
                  <a:cubicBezTo>
                    <a:pt x="1419483" y="587922"/>
                    <a:pt x="1418844" y="589301"/>
                    <a:pt x="1418608" y="589671"/>
                  </a:cubicBezTo>
                  <a:cubicBezTo>
                    <a:pt x="1418406" y="590041"/>
                    <a:pt x="1417800" y="590983"/>
                    <a:pt x="1417666" y="591252"/>
                  </a:cubicBezTo>
                  <a:cubicBezTo>
                    <a:pt x="1417531" y="591555"/>
                    <a:pt x="1416723" y="593136"/>
                    <a:pt x="1416353" y="593203"/>
                  </a:cubicBezTo>
                  <a:cubicBezTo>
                    <a:pt x="1415983" y="593271"/>
                    <a:pt x="1415041" y="594953"/>
                    <a:pt x="1414334" y="595222"/>
                  </a:cubicBezTo>
                  <a:cubicBezTo>
                    <a:pt x="1413627" y="595524"/>
                    <a:pt x="1413459" y="595222"/>
                    <a:pt x="1412449" y="594078"/>
                  </a:cubicBezTo>
                  <a:cubicBezTo>
                    <a:pt x="1411440" y="592900"/>
                    <a:pt x="1411002" y="593439"/>
                    <a:pt x="1410565" y="593271"/>
                  </a:cubicBezTo>
                  <a:cubicBezTo>
                    <a:pt x="1410127" y="593136"/>
                    <a:pt x="1409319" y="592833"/>
                    <a:pt x="1407872" y="592833"/>
                  </a:cubicBezTo>
                  <a:cubicBezTo>
                    <a:pt x="1406425" y="592833"/>
                    <a:pt x="1406795" y="592463"/>
                    <a:pt x="1406560" y="592261"/>
                  </a:cubicBezTo>
                  <a:cubicBezTo>
                    <a:pt x="1406358" y="592059"/>
                    <a:pt x="1405483" y="590310"/>
                    <a:pt x="1405483" y="590310"/>
                  </a:cubicBezTo>
                  <a:lnTo>
                    <a:pt x="1405348" y="588124"/>
                  </a:lnTo>
                  <a:lnTo>
                    <a:pt x="1405281" y="586879"/>
                  </a:lnTo>
                  <a:cubicBezTo>
                    <a:pt x="1405281" y="586879"/>
                    <a:pt x="1405146" y="585197"/>
                    <a:pt x="1405146" y="584928"/>
                  </a:cubicBezTo>
                  <a:cubicBezTo>
                    <a:pt x="1405146" y="584625"/>
                    <a:pt x="1403699" y="583683"/>
                    <a:pt x="1403463" y="583683"/>
                  </a:cubicBezTo>
                  <a:cubicBezTo>
                    <a:pt x="1403228" y="583683"/>
                    <a:pt x="1400064" y="585062"/>
                    <a:pt x="1400064" y="585062"/>
                  </a:cubicBezTo>
                  <a:cubicBezTo>
                    <a:pt x="1400064" y="585062"/>
                    <a:pt x="1399122" y="585870"/>
                    <a:pt x="1398920" y="585937"/>
                  </a:cubicBezTo>
                  <a:cubicBezTo>
                    <a:pt x="1398718" y="586004"/>
                    <a:pt x="1397237" y="586576"/>
                    <a:pt x="1396732" y="585937"/>
                  </a:cubicBezTo>
                  <a:cubicBezTo>
                    <a:pt x="1396228" y="585298"/>
                    <a:pt x="1396430" y="584793"/>
                    <a:pt x="1396430" y="584793"/>
                  </a:cubicBezTo>
                  <a:cubicBezTo>
                    <a:pt x="1396430" y="584793"/>
                    <a:pt x="1395050" y="581530"/>
                    <a:pt x="1395050" y="581160"/>
                  </a:cubicBezTo>
                  <a:cubicBezTo>
                    <a:pt x="1395050" y="580790"/>
                    <a:pt x="1394410" y="580858"/>
                    <a:pt x="1393670" y="580656"/>
                  </a:cubicBezTo>
                  <a:cubicBezTo>
                    <a:pt x="1392929" y="580454"/>
                    <a:pt x="1390473" y="580790"/>
                    <a:pt x="1390203" y="580656"/>
                  </a:cubicBezTo>
                  <a:cubicBezTo>
                    <a:pt x="1389901" y="580521"/>
                    <a:pt x="1388824" y="579714"/>
                    <a:pt x="1388756" y="579142"/>
                  </a:cubicBezTo>
                  <a:cubicBezTo>
                    <a:pt x="1388689" y="578570"/>
                    <a:pt x="1388689" y="577561"/>
                    <a:pt x="1388622" y="577191"/>
                  </a:cubicBezTo>
                  <a:cubicBezTo>
                    <a:pt x="1388554" y="576821"/>
                    <a:pt x="1388050" y="575172"/>
                    <a:pt x="1387881" y="574500"/>
                  </a:cubicBezTo>
                  <a:cubicBezTo>
                    <a:pt x="1387747" y="573860"/>
                    <a:pt x="1386804" y="570295"/>
                    <a:pt x="1386636" y="569790"/>
                  </a:cubicBezTo>
                  <a:cubicBezTo>
                    <a:pt x="1386501" y="569285"/>
                    <a:pt x="1385256" y="567973"/>
                    <a:pt x="1385054" y="567906"/>
                  </a:cubicBezTo>
                  <a:cubicBezTo>
                    <a:pt x="1384852" y="567839"/>
                    <a:pt x="1380982" y="566964"/>
                    <a:pt x="1380410" y="566964"/>
                  </a:cubicBezTo>
                  <a:cubicBezTo>
                    <a:pt x="1379838" y="566964"/>
                    <a:pt x="1377381" y="567973"/>
                    <a:pt x="1377078" y="567973"/>
                  </a:cubicBezTo>
                  <a:cubicBezTo>
                    <a:pt x="1376775" y="567973"/>
                    <a:pt x="1374621" y="568478"/>
                    <a:pt x="1374386" y="568545"/>
                  </a:cubicBezTo>
                  <a:cubicBezTo>
                    <a:pt x="1374184" y="568613"/>
                    <a:pt x="1370415" y="568680"/>
                    <a:pt x="1369674" y="568915"/>
                  </a:cubicBezTo>
                  <a:cubicBezTo>
                    <a:pt x="1368967" y="569151"/>
                    <a:pt x="1367419" y="568646"/>
                    <a:pt x="1367419" y="568646"/>
                  </a:cubicBezTo>
                  <a:lnTo>
                    <a:pt x="1366544" y="568209"/>
                  </a:lnTo>
                  <a:cubicBezTo>
                    <a:pt x="1366544" y="568209"/>
                    <a:pt x="1365467" y="566628"/>
                    <a:pt x="1365164" y="565888"/>
                  </a:cubicBezTo>
                  <a:cubicBezTo>
                    <a:pt x="1364862" y="565148"/>
                    <a:pt x="1364424" y="562860"/>
                    <a:pt x="1364357" y="562558"/>
                  </a:cubicBezTo>
                  <a:cubicBezTo>
                    <a:pt x="1364290" y="562255"/>
                    <a:pt x="1363919" y="559294"/>
                    <a:pt x="1363482" y="557983"/>
                  </a:cubicBezTo>
                  <a:cubicBezTo>
                    <a:pt x="1363044" y="556671"/>
                    <a:pt x="1363044" y="556839"/>
                    <a:pt x="1362607" y="556233"/>
                  </a:cubicBezTo>
                  <a:cubicBezTo>
                    <a:pt x="1362169" y="555661"/>
                    <a:pt x="1358400" y="551524"/>
                    <a:pt x="1358131" y="551524"/>
                  </a:cubicBezTo>
                  <a:cubicBezTo>
                    <a:pt x="1357861" y="551524"/>
                    <a:pt x="1355876" y="551827"/>
                    <a:pt x="1355607" y="551827"/>
                  </a:cubicBezTo>
                  <a:cubicBezTo>
                    <a:pt x="1355304" y="551827"/>
                    <a:pt x="1354159" y="553643"/>
                    <a:pt x="1353857" y="553778"/>
                  </a:cubicBezTo>
                  <a:cubicBezTo>
                    <a:pt x="1353554" y="553946"/>
                    <a:pt x="1352847" y="554518"/>
                    <a:pt x="1352106" y="554719"/>
                  </a:cubicBezTo>
                  <a:cubicBezTo>
                    <a:pt x="1351366" y="554921"/>
                    <a:pt x="1350020" y="555157"/>
                    <a:pt x="1348977" y="555291"/>
                  </a:cubicBezTo>
                  <a:cubicBezTo>
                    <a:pt x="1347967" y="555426"/>
                    <a:pt x="1347025" y="555594"/>
                    <a:pt x="1346789" y="555594"/>
                  </a:cubicBezTo>
                  <a:cubicBezTo>
                    <a:pt x="1346587" y="555594"/>
                    <a:pt x="1345409" y="556334"/>
                    <a:pt x="1345106" y="556233"/>
                  </a:cubicBezTo>
                  <a:cubicBezTo>
                    <a:pt x="1344803" y="556166"/>
                    <a:pt x="1343592" y="555661"/>
                    <a:pt x="1343356" y="555359"/>
                  </a:cubicBezTo>
                  <a:cubicBezTo>
                    <a:pt x="1343154" y="555056"/>
                    <a:pt x="1341775" y="553677"/>
                    <a:pt x="1341775" y="553677"/>
                  </a:cubicBezTo>
                  <a:cubicBezTo>
                    <a:pt x="1341775" y="553677"/>
                    <a:pt x="1340260" y="551591"/>
                    <a:pt x="1340024" y="551221"/>
                  </a:cubicBezTo>
                  <a:cubicBezTo>
                    <a:pt x="1339789" y="550851"/>
                    <a:pt x="1339082" y="550582"/>
                    <a:pt x="1339082" y="550582"/>
                  </a:cubicBezTo>
                  <a:cubicBezTo>
                    <a:pt x="1339082" y="550582"/>
                    <a:pt x="1335750" y="549270"/>
                    <a:pt x="1335515" y="549270"/>
                  </a:cubicBezTo>
                  <a:cubicBezTo>
                    <a:pt x="1335313" y="549270"/>
                    <a:pt x="1334438" y="549573"/>
                    <a:pt x="1334202" y="549775"/>
                  </a:cubicBezTo>
                  <a:cubicBezTo>
                    <a:pt x="1334000" y="549976"/>
                    <a:pt x="1333698" y="550582"/>
                    <a:pt x="1333698" y="550582"/>
                  </a:cubicBezTo>
                  <a:lnTo>
                    <a:pt x="1331173" y="552533"/>
                  </a:lnTo>
                  <a:lnTo>
                    <a:pt x="1329726" y="552735"/>
                  </a:lnTo>
                  <a:cubicBezTo>
                    <a:pt x="1329726" y="552735"/>
                    <a:pt x="1328717" y="551927"/>
                    <a:pt x="1327976" y="551221"/>
                  </a:cubicBezTo>
                  <a:cubicBezTo>
                    <a:pt x="1327236" y="550515"/>
                    <a:pt x="1324510" y="549135"/>
                    <a:pt x="1324510" y="549135"/>
                  </a:cubicBezTo>
                  <a:cubicBezTo>
                    <a:pt x="1324510" y="549135"/>
                    <a:pt x="1322322" y="550077"/>
                    <a:pt x="1322053" y="550380"/>
                  </a:cubicBezTo>
                  <a:cubicBezTo>
                    <a:pt x="1321750" y="550683"/>
                    <a:pt x="1320740" y="551692"/>
                    <a:pt x="1320303" y="551827"/>
                  </a:cubicBezTo>
                  <a:cubicBezTo>
                    <a:pt x="1319865" y="551961"/>
                    <a:pt x="1317981" y="553206"/>
                    <a:pt x="1317274" y="553206"/>
                  </a:cubicBezTo>
                  <a:cubicBezTo>
                    <a:pt x="1316534" y="553206"/>
                    <a:pt x="1316197" y="552264"/>
                    <a:pt x="1316197" y="552264"/>
                  </a:cubicBezTo>
                  <a:lnTo>
                    <a:pt x="1315558" y="550245"/>
                  </a:lnTo>
                  <a:cubicBezTo>
                    <a:pt x="1315558" y="550245"/>
                    <a:pt x="1314413" y="548227"/>
                    <a:pt x="1314178" y="547992"/>
                  </a:cubicBezTo>
                  <a:cubicBezTo>
                    <a:pt x="1313976" y="547790"/>
                    <a:pt x="1311721" y="545031"/>
                    <a:pt x="1310913" y="544089"/>
                  </a:cubicBezTo>
                  <a:cubicBezTo>
                    <a:pt x="1310106" y="543147"/>
                    <a:pt x="1309836" y="543215"/>
                    <a:pt x="1309163" y="542845"/>
                  </a:cubicBezTo>
                  <a:cubicBezTo>
                    <a:pt x="1308524" y="542475"/>
                    <a:pt x="1306841" y="542037"/>
                    <a:pt x="1306841" y="542037"/>
                  </a:cubicBezTo>
                  <a:cubicBezTo>
                    <a:pt x="1306841" y="542037"/>
                    <a:pt x="1301692" y="542475"/>
                    <a:pt x="1301120" y="542609"/>
                  </a:cubicBezTo>
                  <a:cubicBezTo>
                    <a:pt x="1300548" y="542744"/>
                    <a:pt x="1299538" y="543248"/>
                    <a:pt x="1299100" y="543753"/>
                  </a:cubicBezTo>
                  <a:cubicBezTo>
                    <a:pt x="1298663" y="544258"/>
                    <a:pt x="1298360" y="545199"/>
                    <a:pt x="1298226" y="545570"/>
                  </a:cubicBezTo>
                  <a:cubicBezTo>
                    <a:pt x="1298091" y="545940"/>
                    <a:pt x="1297923" y="547016"/>
                    <a:pt x="1297923" y="547016"/>
                  </a:cubicBezTo>
                  <a:cubicBezTo>
                    <a:pt x="1297923" y="547016"/>
                    <a:pt x="1296543" y="548698"/>
                    <a:pt x="1295668" y="548900"/>
                  </a:cubicBezTo>
                  <a:cubicBezTo>
                    <a:pt x="1294793" y="549102"/>
                    <a:pt x="1294860" y="548900"/>
                    <a:pt x="1294860" y="548900"/>
                  </a:cubicBezTo>
                  <a:lnTo>
                    <a:pt x="1294052" y="544560"/>
                  </a:lnTo>
                  <a:cubicBezTo>
                    <a:pt x="1294052" y="544560"/>
                    <a:pt x="1294692" y="541365"/>
                    <a:pt x="1294692" y="540927"/>
                  </a:cubicBezTo>
                  <a:cubicBezTo>
                    <a:pt x="1294692" y="540490"/>
                    <a:pt x="1294826" y="539413"/>
                    <a:pt x="1294826" y="538976"/>
                  </a:cubicBezTo>
                  <a:cubicBezTo>
                    <a:pt x="1294826" y="538539"/>
                    <a:pt x="1294894" y="536521"/>
                    <a:pt x="1294894" y="536521"/>
                  </a:cubicBezTo>
                  <a:lnTo>
                    <a:pt x="1294692" y="534569"/>
                  </a:lnTo>
                  <a:cubicBezTo>
                    <a:pt x="1294692" y="534569"/>
                    <a:pt x="1292740" y="531979"/>
                    <a:pt x="1292504" y="531878"/>
                  </a:cubicBezTo>
                  <a:cubicBezTo>
                    <a:pt x="1292302" y="531811"/>
                    <a:pt x="1289374" y="529557"/>
                    <a:pt x="1289374" y="529557"/>
                  </a:cubicBezTo>
                  <a:cubicBezTo>
                    <a:pt x="1289374" y="529557"/>
                    <a:pt x="1286345" y="528111"/>
                    <a:pt x="1285975" y="527808"/>
                  </a:cubicBezTo>
                  <a:cubicBezTo>
                    <a:pt x="1285605" y="527505"/>
                    <a:pt x="1281196" y="527572"/>
                    <a:pt x="1280893" y="527740"/>
                  </a:cubicBezTo>
                  <a:cubicBezTo>
                    <a:pt x="1280590" y="527875"/>
                    <a:pt x="1277932" y="528245"/>
                    <a:pt x="1277629" y="528245"/>
                  </a:cubicBezTo>
                  <a:cubicBezTo>
                    <a:pt x="1277326" y="528245"/>
                    <a:pt x="1276047" y="529254"/>
                    <a:pt x="1275744" y="529322"/>
                  </a:cubicBezTo>
                  <a:cubicBezTo>
                    <a:pt x="1275475" y="529389"/>
                    <a:pt x="1270158" y="530465"/>
                    <a:pt x="1269451" y="530263"/>
                  </a:cubicBezTo>
                  <a:cubicBezTo>
                    <a:pt x="1268710" y="530062"/>
                    <a:pt x="1267129" y="529456"/>
                    <a:pt x="1267129" y="529456"/>
                  </a:cubicBezTo>
                  <a:lnTo>
                    <a:pt x="1265749" y="527135"/>
                  </a:lnTo>
                  <a:lnTo>
                    <a:pt x="1266119" y="524948"/>
                  </a:lnTo>
                  <a:lnTo>
                    <a:pt x="1266119" y="523367"/>
                  </a:lnTo>
                  <a:cubicBezTo>
                    <a:pt x="1266119" y="523367"/>
                    <a:pt x="1264504" y="519028"/>
                    <a:pt x="1264066" y="518456"/>
                  </a:cubicBezTo>
                  <a:cubicBezTo>
                    <a:pt x="1263629" y="517884"/>
                    <a:pt x="1262720" y="516068"/>
                    <a:pt x="1262720" y="516068"/>
                  </a:cubicBezTo>
                  <a:cubicBezTo>
                    <a:pt x="1262720" y="516068"/>
                    <a:pt x="1259085" y="512502"/>
                    <a:pt x="1258648" y="512165"/>
                  </a:cubicBezTo>
                  <a:cubicBezTo>
                    <a:pt x="1258210" y="511795"/>
                    <a:pt x="1257705" y="511728"/>
                    <a:pt x="1256898" y="511762"/>
                  </a:cubicBezTo>
                  <a:cubicBezTo>
                    <a:pt x="1256090" y="511795"/>
                    <a:pt x="1255316" y="511795"/>
                    <a:pt x="1254878" y="511762"/>
                  </a:cubicBezTo>
                  <a:cubicBezTo>
                    <a:pt x="1254441" y="511728"/>
                    <a:pt x="1253633" y="511829"/>
                    <a:pt x="1253196" y="511728"/>
                  </a:cubicBezTo>
                  <a:cubicBezTo>
                    <a:pt x="1252758" y="511661"/>
                    <a:pt x="1249426" y="511795"/>
                    <a:pt x="1249224" y="511728"/>
                  </a:cubicBezTo>
                  <a:cubicBezTo>
                    <a:pt x="1249023" y="511661"/>
                    <a:pt x="1248720" y="511089"/>
                    <a:pt x="1248720" y="511089"/>
                  </a:cubicBezTo>
                  <a:cubicBezTo>
                    <a:pt x="1248720" y="511089"/>
                    <a:pt x="1247138" y="509340"/>
                    <a:pt x="1246700" y="509070"/>
                  </a:cubicBezTo>
                  <a:cubicBezTo>
                    <a:pt x="1246263" y="508768"/>
                    <a:pt x="1244445" y="507624"/>
                    <a:pt x="1243570" y="507119"/>
                  </a:cubicBezTo>
                  <a:cubicBezTo>
                    <a:pt x="1242695" y="506615"/>
                    <a:pt x="1242628" y="506817"/>
                    <a:pt x="1241820" y="506312"/>
                  </a:cubicBezTo>
                  <a:cubicBezTo>
                    <a:pt x="1241013" y="505807"/>
                    <a:pt x="1241013" y="504563"/>
                    <a:pt x="1240945" y="503991"/>
                  </a:cubicBezTo>
                  <a:cubicBezTo>
                    <a:pt x="1240878" y="503419"/>
                    <a:pt x="1240508" y="501973"/>
                    <a:pt x="1240508" y="501468"/>
                  </a:cubicBezTo>
                  <a:cubicBezTo>
                    <a:pt x="1240508" y="500963"/>
                    <a:pt x="1238253" y="500089"/>
                    <a:pt x="1237614" y="499584"/>
                  </a:cubicBezTo>
                  <a:cubicBezTo>
                    <a:pt x="1236974" y="499080"/>
                    <a:pt x="1236537" y="499080"/>
                    <a:pt x="1236301" y="498777"/>
                  </a:cubicBezTo>
                  <a:cubicBezTo>
                    <a:pt x="1236099" y="498474"/>
                    <a:pt x="1234147" y="496018"/>
                    <a:pt x="1233912" y="495379"/>
                  </a:cubicBezTo>
                  <a:cubicBezTo>
                    <a:pt x="1233710" y="494740"/>
                    <a:pt x="1232162" y="491847"/>
                    <a:pt x="1232162" y="491847"/>
                  </a:cubicBezTo>
                  <a:lnTo>
                    <a:pt x="1230210" y="488079"/>
                  </a:lnTo>
                  <a:lnTo>
                    <a:pt x="1229065" y="486397"/>
                  </a:lnTo>
                  <a:lnTo>
                    <a:pt x="1228190" y="484884"/>
                  </a:lnTo>
                  <a:cubicBezTo>
                    <a:pt x="1228190" y="484884"/>
                    <a:pt x="1227820" y="483504"/>
                    <a:pt x="1227686" y="483303"/>
                  </a:cubicBezTo>
                  <a:cubicBezTo>
                    <a:pt x="1227551" y="483101"/>
                    <a:pt x="1227315" y="481284"/>
                    <a:pt x="1227315" y="481284"/>
                  </a:cubicBezTo>
                  <a:lnTo>
                    <a:pt x="1225935" y="479535"/>
                  </a:lnTo>
                  <a:lnTo>
                    <a:pt x="1225363" y="479098"/>
                  </a:lnTo>
                  <a:lnTo>
                    <a:pt x="1223041" y="477584"/>
                  </a:lnTo>
                  <a:lnTo>
                    <a:pt x="1221358" y="477012"/>
                  </a:lnTo>
                  <a:lnTo>
                    <a:pt x="1220854" y="474623"/>
                  </a:lnTo>
                  <a:lnTo>
                    <a:pt x="1220854" y="473816"/>
                  </a:lnTo>
                  <a:lnTo>
                    <a:pt x="1221459" y="472874"/>
                  </a:lnTo>
                  <a:cubicBezTo>
                    <a:pt x="1221459" y="472874"/>
                    <a:pt x="1222368" y="472134"/>
                    <a:pt x="1222503" y="471932"/>
                  </a:cubicBezTo>
                  <a:cubicBezTo>
                    <a:pt x="1222637" y="471731"/>
                    <a:pt x="1222940" y="470049"/>
                    <a:pt x="1222940" y="470049"/>
                  </a:cubicBezTo>
                  <a:lnTo>
                    <a:pt x="1222806" y="468737"/>
                  </a:lnTo>
                  <a:cubicBezTo>
                    <a:pt x="1222806" y="468737"/>
                    <a:pt x="1218969" y="466415"/>
                    <a:pt x="1218094" y="465844"/>
                  </a:cubicBezTo>
                  <a:cubicBezTo>
                    <a:pt x="1217219" y="465272"/>
                    <a:pt x="1216209" y="465339"/>
                    <a:pt x="1215906" y="465272"/>
                  </a:cubicBezTo>
                  <a:cubicBezTo>
                    <a:pt x="1215603" y="465204"/>
                    <a:pt x="1213012" y="464700"/>
                    <a:pt x="1212709" y="464532"/>
                  </a:cubicBezTo>
                  <a:cubicBezTo>
                    <a:pt x="1212440" y="464397"/>
                    <a:pt x="1210757" y="464599"/>
                    <a:pt x="1209882" y="464397"/>
                  </a:cubicBezTo>
                  <a:cubicBezTo>
                    <a:pt x="1209007" y="464195"/>
                    <a:pt x="1208065" y="464834"/>
                    <a:pt x="1207358" y="465036"/>
                  </a:cubicBezTo>
                  <a:cubicBezTo>
                    <a:pt x="1206651" y="465238"/>
                    <a:pt x="1206618" y="465978"/>
                    <a:pt x="1206348" y="466045"/>
                  </a:cubicBezTo>
                  <a:cubicBezTo>
                    <a:pt x="1206046" y="466113"/>
                    <a:pt x="1204834" y="466853"/>
                    <a:pt x="1204834" y="466853"/>
                  </a:cubicBezTo>
                  <a:cubicBezTo>
                    <a:pt x="1204834" y="466853"/>
                    <a:pt x="1202815" y="467156"/>
                    <a:pt x="1202579" y="467223"/>
                  </a:cubicBezTo>
                  <a:cubicBezTo>
                    <a:pt x="1202344" y="467290"/>
                    <a:pt x="1201435" y="469107"/>
                    <a:pt x="1201435" y="469107"/>
                  </a:cubicBezTo>
                  <a:lnTo>
                    <a:pt x="1200627" y="470183"/>
                  </a:lnTo>
                  <a:cubicBezTo>
                    <a:pt x="1200627" y="470183"/>
                    <a:pt x="1199752" y="470620"/>
                    <a:pt x="1199382" y="471260"/>
                  </a:cubicBezTo>
                  <a:cubicBezTo>
                    <a:pt x="1199012" y="471899"/>
                    <a:pt x="1198137" y="472706"/>
                    <a:pt x="1197565" y="472706"/>
                  </a:cubicBezTo>
                  <a:cubicBezTo>
                    <a:pt x="1196993" y="472706"/>
                    <a:pt x="1196118" y="472504"/>
                    <a:pt x="1196118" y="472504"/>
                  </a:cubicBezTo>
                  <a:lnTo>
                    <a:pt x="1194603" y="471260"/>
                  </a:lnTo>
                  <a:lnTo>
                    <a:pt x="1192651" y="469174"/>
                  </a:lnTo>
                  <a:lnTo>
                    <a:pt x="1190699" y="468097"/>
                  </a:lnTo>
                  <a:lnTo>
                    <a:pt x="1185348" y="467660"/>
                  </a:lnTo>
                  <a:lnTo>
                    <a:pt x="1182656" y="468400"/>
                  </a:lnTo>
                  <a:lnTo>
                    <a:pt x="1180704" y="469477"/>
                  </a:lnTo>
                  <a:cubicBezTo>
                    <a:pt x="1180704" y="469477"/>
                    <a:pt x="1179055" y="470856"/>
                    <a:pt x="1178886" y="471159"/>
                  </a:cubicBezTo>
                  <a:cubicBezTo>
                    <a:pt x="1178752" y="471461"/>
                    <a:pt x="1177574" y="473244"/>
                    <a:pt x="1177372" y="473547"/>
                  </a:cubicBezTo>
                  <a:cubicBezTo>
                    <a:pt x="1177170" y="473850"/>
                    <a:pt x="1175925" y="475633"/>
                    <a:pt x="1175353" y="475868"/>
                  </a:cubicBezTo>
                  <a:cubicBezTo>
                    <a:pt x="1174781" y="476104"/>
                    <a:pt x="1174410" y="476945"/>
                    <a:pt x="1173771" y="477449"/>
                  </a:cubicBezTo>
                  <a:cubicBezTo>
                    <a:pt x="1173131" y="477954"/>
                    <a:pt x="1170372" y="478526"/>
                    <a:pt x="1170002" y="478694"/>
                  </a:cubicBezTo>
                  <a:cubicBezTo>
                    <a:pt x="1169631" y="478828"/>
                    <a:pt x="1168252" y="479198"/>
                    <a:pt x="1167107" y="479501"/>
                  </a:cubicBezTo>
                  <a:cubicBezTo>
                    <a:pt x="1165963" y="479804"/>
                    <a:pt x="1162631" y="480746"/>
                    <a:pt x="1162631" y="480746"/>
                  </a:cubicBezTo>
                  <a:lnTo>
                    <a:pt x="1159737" y="480746"/>
                  </a:lnTo>
                  <a:lnTo>
                    <a:pt x="1158290" y="478122"/>
                  </a:lnTo>
                  <a:cubicBezTo>
                    <a:pt x="1158290" y="478122"/>
                    <a:pt x="1158290" y="476810"/>
                    <a:pt x="1158290" y="476541"/>
                  </a:cubicBezTo>
                  <a:cubicBezTo>
                    <a:pt x="1158290" y="476238"/>
                    <a:pt x="1157549" y="474152"/>
                    <a:pt x="1157549" y="474152"/>
                  </a:cubicBezTo>
                  <a:cubicBezTo>
                    <a:pt x="1157549" y="474152"/>
                    <a:pt x="1151256" y="468131"/>
                    <a:pt x="1150650" y="467425"/>
                  </a:cubicBezTo>
                  <a:cubicBezTo>
                    <a:pt x="1150078" y="466685"/>
                    <a:pt x="1145568" y="462648"/>
                    <a:pt x="1145501" y="462412"/>
                  </a:cubicBezTo>
                  <a:cubicBezTo>
                    <a:pt x="1145434" y="462210"/>
                    <a:pt x="1143482" y="459654"/>
                    <a:pt x="1143246" y="459587"/>
                  </a:cubicBezTo>
                  <a:cubicBezTo>
                    <a:pt x="1143044" y="459519"/>
                    <a:pt x="1139275" y="457131"/>
                    <a:pt x="1139275" y="457131"/>
                  </a:cubicBezTo>
                  <a:lnTo>
                    <a:pt x="1133756" y="455987"/>
                  </a:lnTo>
                  <a:lnTo>
                    <a:pt x="1130121" y="453733"/>
                  </a:lnTo>
                  <a:lnTo>
                    <a:pt x="1129549" y="452421"/>
                  </a:lnTo>
                  <a:lnTo>
                    <a:pt x="1128606" y="449898"/>
                  </a:lnTo>
                  <a:lnTo>
                    <a:pt x="1126722" y="446703"/>
                  </a:lnTo>
                  <a:lnTo>
                    <a:pt x="1125914" y="444684"/>
                  </a:lnTo>
                  <a:cubicBezTo>
                    <a:pt x="1125914" y="444684"/>
                    <a:pt x="1124770" y="440614"/>
                    <a:pt x="1124534" y="440479"/>
                  </a:cubicBezTo>
                  <a:cubicBezTo>
                    <a:pt x="1124332" y="440345"/>
                    <a:pt x="1122885" y="439470"/>
                    <a:pt x="1122515" y="439235"/>
                  </a:cubicBezTo>
                  <a:cubicBezTo>
                    <a:pt x="1122145" y="438999"/>
                    <a:pt x="1120698" y="437990"/>
                    <a:pt x="1120698" y="437990"/>
                  </a:cubicBezTo>
                  <a:lnTo>
                    <a:pt x="1120327" y="436409"/>
                  </a:lnTo>
                  <a:cubicBezTo>
                    <a:pt x="1120327" y="436409"/>
                    <a:pt x="1120193" y="434895"/>
                    <a:pt x="1120193" y="434155"/>
                  </a:cubicBezTo>
                  <a:cubicBezTo>
                    <a:pt x="1120193" y="433449"/>
                    <a:pt x="1120058" y="430892"/>
                    <a:pt x="1120058" y="430623"/>
                  </a:cubicBezTo>
                  <a:cubicBezTo>
                    <a:pt x="1120058" y="430320"/>
                    <a:pt x="1119755" y="427730"/>
                    <a:pt x="1119755" y="427730"/>
                  </a:cubicBezTo>
                  <a:cubicBezTo>
                    <a:pt x="1119755" y="427730"/>
                    <a:pt x="1118241" y="424097"/>
                    <a:pt x="1118073" y="423895"/>
                  </a:cubicBezTo>
                  <a:cubicBezTo>
                    <a:pt x="1117938" y="423693"/>
                    <a:pt x="1117332" y="422953"/>
                    <a:pt x="1117332" y="422953"/>
                  </a:cubicBezTo>
                  <a:cubicBezTo>
                    <a:pt x="1117332" y="422953"/>
                    <a:pt x="1113563" y="419488"/>
                    <a:pt x="1113361" y="419320"/>
                  </a:cubicBezTo>
                  <a:cubicBezTo>
                    <a:pt x="1113159" y="419185"/>
                    <a:pt x="1111173" y="417806"/>
                    <a:pt x="1111173" y="417806"/>
                  </a:cubicBezTo>
                  <a:lnTo>
                    <a:pt x="1110164" y="415418"/>
                  </a:lnTo>
                  <a:cubicBezTo>
                    <a:pt x="1110164" y="415418"/>
                    <a:pt x="1109726" y="414543"/>
                    <a:pt x="1109356" y="413904"/>
                  </a:cubicBezTo>
                  <a:cubicBezTo>
                    <a:pt x="1108986" y="413265"/>
                    <a:pt x="1108414" y="412525"/>
                    <a:pt x="1108346" y="412323"/>
                  </a:cubicBezTo>
                  <a:cubicBezTo>
                    <a:pt x="1108279" y="412121"/>
                    <a:pt x="1106765" y="412020"/>
                    <a:pt x="1106260" y="411818"/>
                  </a:cubicBezTo>
                  <a:cubicBezTo>
                    <a:pt x="1105755" y="411583"/>
                    <a:pt x="1104745" y="411078"/>
                    <a:pt x="1103736" y="411011"/>
                  </a:cubicBezTo>
                  <a:cubicBezTo>
                    <a:pt x="1102726" y="410944"/>
                    <a:pt x="1102423" y="410506"/>
                    <a:pt x="1101346" y="410506"/>
                  </a:cubicBezTo>
                  <a:cubicBezTo>
                    <a:pt x="1100269" y="410506"/>
                    <a:pt x="1100202" y="410372"/>
                    <a:pt x="1099966" y="410136"/>
                  </a:cubicBezTo>
                  <a:cubicBezTo>
                    <a:pt x="1099764" y="409901"/>
                    <a:pt x="1098654" y="408993"/>
                    <a:pt x="1098654" y="408993"/>
                  </a:cubicBezTo>
                  <a:cubicBezTo>
                    <a:pt x="1098654" y="408993"/>
                    <a:pt x="1098654" y="406537"/>
                    <a:pt x="1098587" y="406301"/>
                  </a:cubicBezTo>
                  <a:cubicBezTo>
                    <a:pt x="1098519" y="406066"/>
                    <a:pt x="1098587" y="405730"/>
                    <a:pt x="1098587" y="405427"/>
                  </a:cubicBezTo>
                  <a:cubicBezTo>
                    <a:pt x="1098587" y="405158"/>
                    <a:pt x="1098957" y="404350"/>
                    <a:pt x="1098957" y="404350"/>
                  </a:cubicBezTo>
                  <a:cubicBezTo>
                    <a:pt x="1098957" y="404350"/>
                    <a:pt x="1099899" y="402332"/>
                    <a:pt x="1100101" y="402096"/>
                  </a:cubicBezTo>
                  <a:cubicBezTo>
                    <a:pt x="1100303" y="401895"/>
                    <a:pt x="1100808" y="401659"/>
                    <a:pt x="1100808" y="401659"/>
                  </a:cubicBezTo>
                  <a:lnTo>
                    <a:pt x="1100808" y="398631"/>
                  </a:lnTo>
                  <a:lnTo>
                    <a:pt x="1099933" y="397320"/>
                  </a:lnTo>
                  <a:lnTo>
                    <a:pt x="1098486" y="396243"/>
                  </a:lnTo>
                  <a:lnTo>
                    <a:pt x="1095457" y="394561"/>
                  </a:lnTo>
                  <a:lnTo>
                    <a:pt x="1094649" y="391601"/>
                  </a:lnTo>
                  <a:lnTo>
                    <a:pt x="1097173" y="389280"/>
                  </a:lnTo>
                  <a:cubicBezTo>
                    <a:pt x="1097173" y="389280"/>
                    <a:pt x="1097543" y="388405"/>
                    <a:pt x="1097678" y="387463"/>
                  </a:cubicBezTo>
                  <a:cubicBezTo>
                    <a:pt x="1097812" y="386521"/>
                    <a:pt x="1097913" y="384570"/>
                    <a:pt x="1097913" y="384267"/>
                  </a:cubicBezTo>
                  <a:cubicBezTo>
                    <a:pt x="1097913" y="383965"/>
                    <a:pt x="1096332" y="382182"/>
                    <a:pt x="1096029" y="381946"/>
                  </a:cubicBezTo>
                  <a:cubicBezTo>
                    <a:pt x="1095726" y="381745"/>
                    <a:pt x="1091452" y="380803"/>
                    <a:pt x="1091452" y="380803"/>
                  </a:cubicBezTo>
                  <a:lnTo>
                    <a:pt x="1087817" y="377842"/>
                  </a:lnTo>
                  <a:cubicBezTo>
                    <a:pt x="1087817" y="377842"/>
                    <a:pt x="1084182" y="372561"/>
                    <a:pt x="1083913" y="371619"/>
                  </a:cubicBezTo>
                  <a:cubicBezTo>
                    <a:pt x="1083610" y="370677"/>
                    <a:pt x="1081591" y="367145"/>
                    <a:pt x="1081591" y="367145"/>
                  </a:cubicBezTo>
                  <a:lnTo>
                    <a:pt x="1080649" y="360989"/>
                  </a:lnTo>
                  <a:lnTo>
                    <a:pt x="1080581" y="355909"/>
                  </a:lnTo>
                  <a:lnTo>
                    <a:pt x="1079706" y="349450"/>
                  </a:lnTo>
                  <a:cubicBezTo>
                    <a:pt x="1079706" y="349450"/>
                    <a:pt x="1080144" y="346759"/>
                    <a:pt x="1080783" y="345885"/>
                  </a:cubicBezTo>
                  <a:cubicBezTo>
                    <a:pt x="1081423" y="345010"/>
                    <a:pt x="1081860" y="343362"/>
                    <a:pt x="1081860" y="343059"/>
                  </a:cubicBezTo>
                  <a:cubicBezTo>
                    <a:pt x="1081860" y="342756"/>
                    <a:pt x="1083880" y="342487"/>
                    <a:pt x="1084182" y="342487"/>
                  </a:cubicBezTo>
                  <a:cubicBezTo>
                    <a:pt x="1084485" y="342487"/>
                    <a:pt x="1087884" y="344573"/>
                    <a:pt x="1088154" y="344573"/>
                  </a:cubicBezTo>
                  <a:cubicBezTo>
                    <a:pt x="1088456" y="344573"/>
                    <a:pt x="1090678" y="344203"/>
                    <a:pt x="1090981" y="344203"/>
                  </a:cubicBezTo>
                  <a:cubicBezTo>
                    <a:pt x="1091283" y="344203"/>
                    <a:pt x="1094111" y="342756"/>
                    <a:pt x="1094111" y="342756"/>
                  </a:cubicBezTo>
                  <a:cubicBezTo>
                    <a:pt x="1094111" y="342756"/>
                    <a:pt x="1095490" y="341680"/>
                    <a:pt x="1095558" y="341377"/>
                  </a:cubicBezTo>
                  <a:cubicBezTo>
                    <a:pt x="1095625" y="341074"/>
                    <a:pt x="1099260" y="339560"/>
                    <a:pt x="1099260" y="339560"/>
                  </a:cubicBezTo>
                  <a:cubicBezTo>
                    <a:pt x="1099260" y="339560"/>
                    <a:pt x="1101784" y="336936"/>
                    <a:pt x="1102019" y="336230"/>
                  </a:cubicBezTo>
                  <a:cubicBezTo>
                    <a:pt x="1102221" y="335524"/>
                    <a:pt x="1103265" y="332900"/>
                    <a:pt x="1103265" y="332900"/>
                  </a:cubicBezTo>
                  <a:lnTo>
                    <a:pt x="1102524" y="330377"/>
                  </a:lnTo>
                  <a:lnTo>
                    <a:pt x="1102524" y="327114"/>
                  </a:lnTo>
                  <a:lnTo>
                    <a:pt x="1102894" y="322909"/>
                  </a:lnTo>
                  <a:lnTo>
                    <a:pt x="1102962" y="320150"/>
                  </a:lnTo>
                  <a:lnTo>
                    <a:pt x="1102390" y="318132"/>
                  </a:lnTo>
                  <a:cubicBezTo>
                    <a:pt x="1102390" y="318132"/>
                    <a:pt x="1102591" y="314364"/>
                    <a:pt x="1102591" y="314162"/>
                  </a:cubicBezTo>
                  <a:cubicBezTo>
                    <a:pt x="1102591" y="313961"/>
                    <a:pt x="1102457" y="312077"/>
                    <a:pt x="1102457" y="311774"/>
                  </a:cubicBezTo>
                  <a:cubicBezTo>
                    <a:pt x="1102457" y="311471"/>
                    <a:pt x="1102322" y="309251"/>
                    <a:pt x="1102322" y="308948"/>
                  </a:cubicBezTo>
                  <a:cubicBezTo>
                    <a:pt x="1102322" y="308645"/>
                    <a:pt x="1102524" y="306055"/>
                    <a:pt x="1102524" y="306055"/>
                  </a:cubicBezTo>
                  <a:cubicBezTo>
                    <a:pt x="1102524" y="306055"/>
                    <a:pt x="1102524" y="304542"/>
                    <a:pt x="1102524" y="303532"/>
                  </a:cubicBezTo>
                  <a:cubicBezTo>
                    <a:pt x="1102524" y="302523"/>
                    <a:pt x="1102053" y="300337"/>
                    <a:pt x="1102053" y="299899"/>
                  </a:cubicBezTo>
                  <a:cubicBezTo>
                    <a:pt x="1102053" y="299462"/>
                    <a:pt x="1102524" y="297376"/>
                    <a:pt x="1102524" y="297376"/>
                  </a:cubicBezTo>
                  <a:lnTo>
                    <a:pt x="1102524" y="295358"/>
                  </a:lnTo>
                  <a:lnTo>
                    <a:pt x="1101447" y="293541"/>
                  </a:lnTo>
                  <a:lnTo>
                    <a:pt x="1100640" y="292095"/>
                  </a:lnTo>
                  <a:lnTo>
                    <a:pt x="1099899" y="290077"/>
                  </a:lnTo>
                  <a:lnTo>
                    <a:pt x="1098216" y="288125"/>
                  </a:lnTo>
                  <a:lnTo>
                    <a:pt x="1096837" y="287554"/>
                  </a:lnTo>
                  <a:lnTo>
                    <a:pt x="1095961" y="286679"/>
                  </a:lnTo>
                  <a:lnTo>
                    <a:pt x="1094649" y="285434"/>
                  </a:lnTo>
                  <a:lnTo>
                    <a:pt x="1094582" y="283618"/>
                  </a:lnTo>
                  <a:lnTo>
                    <a:pt x="1096029" y="281936"/>
                  </a:lnTo>
                  <a:lnTo>
                    <a:pt x="1097846" y="280119"/>
                  </a:lnTo>
                  <a:lnTo>
                    <a:pt x="1102053" y="277731"/>
                  </a:lnTo>
                  <a:lnTo>
                    <a:pt x="1108010" y="276217"/>
                  </a:lnTo>
                  <a:lnTo>
                    <a:pt x="1110534" y="271743"/>
                  </a:lnTo>
                  <a:cubicBezTo>
                    <a:pt x="1110534" y="271743"/>
                    <a:pt x="1111039" y="270936"/>
                    <a:pt x="1111274" y="270801"/>
                  </a:cubicBezTo>
                  <a:cubicBezTo>
                    <a:pt x="1111476" y="270666"/>
                    <a:pt x="1112587" y="269119"/>
                    <a:pt x="1112856" y="268850"/>
                  </a:cubicBezTo>
                  <a:cubicBezTo>
                    <a:pt x="1113159" y="268547"/>
                    <a:pt x="1113428" y="266091"/>
                    <a:pt x="1113428" y="266091"/>
                  </a:cubicBezTo>
                  <a:cubicBezTo>
                    <a:pt x="1113428" y="266091"/>
                    <a:pt x="1110736" y="263905"/>
                    <a:pt x="1109861" y="263266"/>
                  </a:cubicBezTo>
                  <a:cubicBezTo>
                    <a:pt x="1108986" y="262626"/>
                    <a:pt x="1107404" y="260238"/>
                    <a:pt x="1107269" y="260003"/>
                  </a:cubicBezTo>
                  <a:cubicBezTo>
                    <a:pt x="1107135" y="259801"/>
                    <a:pt x="1103366" y="257614"/>
                    <a:pt x="1103366" y="257614"/>
                  </a:cubicBezTo>
                  <a:lnTo>
                    <a:pt x="1101784" y="257480"/>
                  </a:lnTo>
                  <a:cubicBezTo>
                    <a:pt x="1101784" y="257480"/>
                    <a:pt x="1097072" y="258052"/>
                    <a:pt x="1095928" y="258421"/>
                  </a:cubicBezTo>
                  <a:cubicBezTo>
                    <a:pt x="1094750" y="258792"/>
                    <a:pt x="1093034" y="258421"/>
                    <a:pt x="1093034" y="258421"/>
                  </a:cubicBezTo>
                  <a:cubicBezTo>
                    <a:pt x="1093034" y="258421"/>
                    <a:pt x="1090005" y="256403"/>
                    <a:pt x="1089769" y="256403"/>
                  </a:cubicBezTo>
                  <a:cubicBezTo>
                    <a:pt x="1089567" y="256403"/>
                    <a:pt x="1086942" y="255259"/>
                    <a:pt x="1086942" y="255259"/>
                  </a:cubicBezTo>
                  <a:lnTo>
                    <a:pt x="1085360" y="252366"/>
                  </a:lnTo>
                  <a:lnTo>
                    <a:pt x="1086875" y="250987"/>
                  </a:lnTo>
                  <a:lnTo>
                    <a:pt x="1088322" y="248733"/>
                  </a:lnTo>
                  <a:lnTo>
                    <a:pt x="1089634" y="246345"/>
                  </a:lnTo>
                  <a:lnTo>
                    <a:pt x="1090644" y="242140"/>
                  </a:lnTo>
                  <a:lnTo>
                    <a:pt x="1094043" y="236354"/>
                  </a:lnTo>
                  <a:lnTo>
                    <a:pt x="1093303" y="233158"/>
                  </a:lnTo>
                  <a:lnTo>
                    <a:pt x="1087884" y="228886"/>
                  </a:lnTo>
                  <a:lnTo>
                    <a:pt x="1085360" y="222427"/>
                  </a:lnTo>
                  <a:lnTo>
                    <a:pt x="1088692" y="216910"/>
                  </a:lnTo>
                  <a:lnTo>
                    <a:pt x="1091519" y="210452"/>
                  </a:lnTo>
                  <a:lnTo>
                    <a:pt x="1094346" y="204228"/>
                  </a:lnTo>
                  <a:lnTo>
                    <a:pt x="1096668" y="201604"/>
                  </a:lnTo>
                  <a:cubicBezTo>
                    <a:pt x="1096668" y="201604"/>
                    <a:pt x="1101750" y="199720"/>
                    <a:pt x="1102019" y="199586"/>
                  </a:cubicBezTo>
                  <a:cubicBezTo>
                    <a:pt x="1102322" y="199451"/>
                    <a:pt x="1105149" y="199148"/>
                    <a:pt x="1105149" y="199148"/>
                  </a:cubicBezTo>
                  <a:lnTo>
                    <a:pt x="1107606" y="199148"/>
                  </a:lnTo>
                  <a:cubicBezTo>
                    <a:pt x="1107606" y="199148"/>
                    <a:pt x="1110366" y="200460"/>
                    <a:pt x="1110568" y="200090"/>
                  </a:cubicBezTo>
                  <a:cubicBezTo>
                    <a:pt x="1110769" y="199720"/>
                    <a:pt x="1112890" y="199788"/>
                    <a:pt x="1112890" y="199788"/>
                  </a:cubicBezTo>
                  <a:cubicBezTo>
                    <a:pt x="1112890" y="199788"/>
                    <a:pt x="1114068" y="198408"/>
                    <a:pt x="1114202" y="197769"/>
                  </a:cubicBezTo>
                  <a:cubicBezTo>
                    <a:pt x="1114337" y="197130"/>
                    <a:pt x="1114202" y="196087"/>
                    <a:pt x="1114202" y="196087"/>
                  </a:cubicBezTo>
                  <a:lnTo>
                    <a:pt x="1113462" y="192454"/>
                  </a:lnTo>
                  <a:lnTo>
                    <a:pt x="1113159" y="188989"/>
                  </a:lnTo>
                  <a:lnTo>
                    <a:pt x="1114404" y="187173"/>
                  </a:lnTo>
                  <a:lnTo>
                    <a:pt x="1119924" y="184347"/>
                  </a:lnTo>
                  <a:lnTo>
                    <a:pt x="1119924" y="180344"/>
                  </a:lnTo>
                  <a:lnTo>
                    <a:pt x="1119385" y="176778"/>
                  </a:lnTo>
                  <a:cubicBezTo>
                    <a:pt x="1119385" y="176778"/>
                    <a:pt x="1121236" y="171194"/>
                    <a:pt x="1121606" y="170992"/>
                  </a:cubicBezTo>
                  <a:cubicBezTo>
                    <a:pt x="1121977" y="170790"/>
                    <a:pt x="1123424" y="168032"/>
                    <a:pt x="1123558" y="167796"/>
                  </a:cubicBezTo>
                  <a:cubicBezTo>
                    <a:pt x="1123693" y="167594"/>
                    <a:pt x="1126453" y="164466"/>
                    <a:pt x="1126587" y="163894"/>
                  </a:cubicBezTo>
                  <a:cubicBezTo>
                    <a:pt x="1126722" y="163322"/>
                    <a:pt x="1128472" y="159992"/>
                    <a:pt x="1128472" y="159992"/>
                  </a:cubicBezTo>
                  <a:lnTo>
                    <a:pt x="1128775" y="158041"/>
                  </a:lnTo>
                  <a:lnTo>
                    <a:pt x="1125880" y="154778"/>
                  </a:lnTo>
                  <a:lnTo>
                    <a:pt x="1123121" y="151515"/>
                  </a:lnTo>
                  <a:cubicBezTo>
                    <a:pt x="1123121" y="151515"/>
                    <a:pt x="1121236" y="149934"/>
                    <a:pt x="1120799" y="149496"/>
                  </a:cubicBezTo>
                  <a:cubicBezTo>
                    <a:pt x="1120361" y="149059"/>
                    <a:pt x="1116760" y="147411"/>
                    <a:pt x="1116760" y="147411"/>
                  </a:cubicBezTo>
                  <a:lnTo>
                    <a:pt x="1112688" y="146166"/>
                  </a:lnTo>
                  <a:lnTo>
                    <a:pt x="1107539" y="145662"/>
                  </a:lnTo>
                  <a:lnTo>
                    <a:pt x="1104274" y="145022"/>
                  </a:lnTo>
                  <a:lnTo>
                    <a:pt x="1100740" y="141995"/>
                  </a:lnTo>
                  <a:lnTo>
                    <a:pt x="1099058" y="139169"/>
                  </a:lnTo>
                  <a:lnTo>
                    <a:pt x="1099058" y="133888"/>
                  </a:lnTo>
                  <a:lnTo>
                    <a:pt x="1099361" y="130322"/>
                  </a:lnTo>
                  <a:lnTo>
                    <a:pt x="1102120" y="127799"/>
                  </a:lnTo>
                  <a:lnTo>
                    <a:pt x="1105149" y="127227"/>
                  </a:lnTo>
                  <a:lnTo>
                    <a:pt x="1108279" y="126588"/>
                  </a:lnTo>
                  <a:cubicBezTo>
                    <a:pt x="1108279" y="126588"/>
                    <a:pt x="1110231" y="125646"/>
                    <a:pt x="1112048" y="125074"/>
                  </a:cubicBezTo>
                  <a:cubicBezTo>
                    <a:pt x="1113866" y="124502"/>
                    <a:pt x="1115380" y="123426"/>
                    <a:pt x="1115380" y="123426"/>
                  </a:cubicBezTo>
                  <a:lnTo>
                    <a:pt x="1118746" y="122013"/>
                  </a:lnTo>
                  <a:lnTo>
                    <a:pt x="1118174" y="121340"/>
                  </a:lnTo>
                  <a:lnTo>
                    <a:pt x="1113260" y="117472"/>
                  </a:lnTo>
                  <a:lnTo>
                    <a:pt x="1108616" y="117472"/>
                  </a:lnTo>
                  <a:lnTo>
                    <a:pt x="1101649" y="103848"/>
                  </a:lnTo>
                  <a:lnTo>
                    <a:pt x="1096433" y="102536"/>
                  </a:lnTo>
                  <a:lnTo>
                    <a:pt x="1090341" y="98331"/>
                  </a:lnTo>
                  <a:lnTo>
                    <a:pt x="1086000" y="98331"/>
                  </a:lnTo>
                  <a:lnTo>
                    <a:pt x="1079706" y="100080"/>
                  </a:lnTo>
                  <a:lnTo>
                    <a:pt x="1076442" y="92242"/>
                  </a:lnTo>
                  <a:cubicBezTo>
                    <a:pt x="1076442" y="92242"/>
                    <a:pt x="1073817" y="90223"/>
                    <a:pt x="1072672" y="90223"/>
                  </a:cubicBezTo>
                  <a:cubicBezTo>
                    <a:pt x="1071495" y="90223"/>
                    <a:pt x="1064259" y="83832"/>
                    <a:pt x="1064259" y="83832"/>
                  </a:cubicBezTo>
                  <a:lnTo>
                    <a:pt x="1060792" y="80367"/>
                  </a:lnTo>
                  <a:lnTo>
                    <a:pt x="1055576" y="78618"/>
                  </a:lnTo>
                  <a:lnTo>
                    <a:pt x="1050932" y="81813"/>
                  </a:lnTo>
                  <a:lnTo>
                    <a:pt x="1046287" y="84437"/>
                  </a:lnTo>
                  <a:lnTo>
                    <a:pt x="1040499" y="76330"/>
                  </a:lnTo>
                  <a:lnTo>
                    <a:pt x="1033263" y="70544"/>
                  </a:lnTo>
                  <a:lnTo>
                    <a:pt x="1035282" y="67348"/>
                  </a:lnTo>
                  <a:lnTo>
                    <a:pt x="1033263" y="61697"/>
                  </a:lnTo>
                  <a:lnTo>
                    <a:pt x="1025152" y="60116"/>
                  </a:lnTo>
                  <a:lnTo>
                    <a:pt x="1019936" y="60116"/>
                  </a:lnTo>
                  <a:lnTo>
                    <a:pt x="1015864" y="58367"/>
                  </a:lnTo>
                  <a:lnTo>
                    <a:pt x="1006003" y="58367"/>
                  </a:lnTo>
                  <a:lnTo>
                    <a:pt x="997017" y="56617"/>
                  </a:lnTo>
                  <a:lnTo>
                    <a:pt x="981671" y="56617"/>
                  </a:lnTo>
                  <a:lnTo>
                    <a:pt x="967771" y="56617"/>
                  </a:lnTo>
                  <a:lnTo>
                    <a:pt x="963699" y="59813"/>
                  </a:lnTo>
                  <a:lnTo>
                    <a:pt x="958617" y="58299"/>
                  </a:lnTo>
                  <a:lnTo>
                    <a:pt x="948824" y="53388"/>
                  </a:lnTo>
                  <a:lnTo>
                    <a:pt x="938963" y="50495"/>
                  </a:lnTo>
                  <a:lnTo>
                    <a:pt x="934992" y="51874"/>
                  </a:lnTo>
                  <a:lnTo>
                    <a:pt x="929943" y="47366"/>
                  </a:lnTo>
                  <a:cubicBezTo>
                    <a:pt x="929943" y="47366"/>
                    <a:pt x="930347" y="45987"/>
                    <a:pt x="930347" y="45718"/>
                  </a:cubicBezTo>
                  <a:cubicBezTo>
                    <a:pt x="930347" y="45415"/>
                    <a:pt x="930347" y="43599"/>
                    <a:pt x="930347" y="43599"/>
                  </a:cubicBezTo>
                  <a:lnTo>
                    <a:pt x="926645" y="42724"/>
                  </a:lnTo>
                  <a:lnTo>
                    <a:pt x="922506" y="42724"/>
                  </a:lnTo>
                  <a:lnTo>
                    <a:pt x="919746" y="47366"/>
                  </a:lnTo>
                  <a:cubicBezTo>
                    <a:pt x="919746" y="47366"/>
                    <a:pt x="917794" y="47804"/>
                    <a:pt x="917558" y="48073"/>
                  </a:cubicBezTo>
                  <a:cubicBezTo>
                    <a:pt x="917323" y="48376"/>
                    <a:pt x="912106" y="50024"/>
                    <a:pt x="911703" y="50091"/>
                  </a:cubicBezTo>
                  <a:cubicBezTo>
                    <a:pt x="911265" y="50159"/>
                    <a:pt x="907058" y="51168"/>
                    <a:pt x="906688" y="51403"/>
                  </a:cubicBezTo>
                  <a:cubicBezTo>
                    <a:pt x="906318" y="51605"/>
                    <a:pt x="902784" y="51538"/>
                    <a:pt x="902784" y="51538"/>
                  </a:cubicBezTo>
                  <a:lnTo>
                    <a:pt x="896322" y="52547"/>
                  </a:lnTo>
                  <a:cubicBezTo>
                    <a:pt x="896322" y="52547"/>
                    <a:pt x="887976" y="54195"/>
                    <a:pt x="887707" y="54195"/>
                  </a:cubicBezTo>
                  <a:cubicBezTo>
                    <a:pt x="887404" y="54195"/>
                    <a:pt x="882423" y="53052"/>
                    <a:pt x="882120" y="53119"/>
                  </a:cubicBezTo>
                  <a:cubicBezTo>
                    <a:pt x="881817" y="53186"/>
                    <a:pt x="876399" y="52042"/>
                    <a:pt x="876163" y="51807"/>
                  </a:cubicBezTo>
                  <a:cubicBezTo>
                    <a:pt x="875961" y="51571"/>
                    <a:pt x="874649" y="47905"/>
                    <a:pt x="872832" y="47905"/>
                  </a:cubicBezTo>
                  <a:cubicBezTo>
                    <a:pt x="871014" y="47905"/>
                    <a:pt x="865158" y="47972"/>
                    <a:pt x="864721" y="48544"/>
                  </a:cubicBezTo>
                  <a:cubicBezTo>
                    <a:pt x="864283" y="49116"/>
                    <a:pt x="860952" y="49688"/>
                    <a:pt x="859639" y="50562"/>
                  </a:cubicBezTo>
                  <a:cubicBezTo>
                    <a:pt x="858327" y="51437"/>
                    <a:pt x="854995" y="53085"/>
                    <a:pt x="854927" y="53321"/>
                  </a:cubicBezTo>
                  <a:cubicBezTo>
                    <a:pt x="854860" y="53556"/>
                    <a:pt x="851394" y="53960"/>
                    <a:pt x="851394" y="53960"/>
                  </a:cubicBezTo>
                  <a:lnTo>
                    <a:pt x="848668" y="49620"/>
                  </a:lnTo>
                  <a:lnTo>
                    <a:pt x="845841" y="47871"/>
                  </a:lnTo>
                  <a:cubicBezTo>
                    <a:pt x="845841" y="47871"/>
                    <a:pt x="842038" y="48409"/>
                    <a:pt x="841163" y="49048"/>
                  </a:cubicBezTo>
                  <a:cubicBezTo>
                    <a:pt x="840288" y="49688"/>
                    <a:pt x="837259" y="50798"/>
                    <a:pt x="836720" y="51336"/>
                  </a:cubicBezTo>
                  <a:cubicBezTo>
                    <a:pt x="836182" y="51874"/>
                    <a:pt x="834129" y="52749"/>
                    <a:pt x="832480" y="53724"/>
                  </a:cubicBezTo>
                  <a:cubicBezTo>
                    <a:pt x="830864" y="54700"/>
                    <a:pt x="830292" y="54801"/>
                    <a:pt x="828239" y="54801"/>
                  </a:cubicBezTo>
                  <a:cubicBezTo>
                    <a:pt x="826186" y="54801"/>
                    <a:pt x="821609" y="54801"/>
                    <a:pt x="821609" y="54801"/>
                  </a:cubicBezTo>
                  <a:lnTo>
                    <a:pt x="816729" y="54263"/>
                  </a:lnTo>
                  <a:cubicBezTo>
                    <a:pt x="816729" y="54263"/>
                    <a:pt x="812691" y="55036"/>
                    <a:pt x="812287" y="56012"/>
                  </a:cubicBezTo>
                  <a:cubicBezTo>
                    <a:pt x="811849" y="56987"/>
                    <a:pt x="809898" y="60149"/>
                    <a:pt x="809898" y="60149"/>
                  </a:cubicBezTo>
                  <a:lnTo>
                    <a:pt x="807172" y="65700"/>
                  </a:lnTo>
                  <a:cubicBezTo>
                    <a:pt x="807172" y="65700"/>
                    <a:pt x="804008" y="67887"/>
                    <a:pt x="803907" y="68526"/>
                  </a:cubicBezTo>
                  <a:cubicBezTo>
                    <a:pt x="803806" y="69165"/>
                    <a:pt x="802056" y="71991"/>
                    <a:pt x="802056" y="71991"/>
                  </a:cubicBezTo>
                  <a:cubicBezTo>
                    <a:pt x="802056" y="71991"/>
                    <a:pt x="800104" y="75254"/>
                    <a:pt x="800003" y="75691"/>
                  </a:cubicBezTo>
                  <a:cubicBezTo>
                    <a:pt x="799902" y="76128"/>
                    <a:pt x="798926" y="77440"/>
                    <a:pt x="798152" y="77979"/>
                  </a:cubicBezTo>
                  <a:cubicBezTo>
                    <a:pt x="797378" y="78517"/>
                    <a:pt x="794989" y="81679"/>
                    <a:pt x="794888" y="82116"/>
                  </a:cubicBezTo>
                  <a:cubicBezTo>
                    <a:pt x="794787" y="82554"/>
                    <a:pt x="792498" y="84202"/>
                    <a:pt x="791287" y="84303"/>
                  </a:cubicBezTo>
                  <a:cubicBezTo>
                    <a:pt x="790075" y="84404"/>
                    <a:pt x="788998" y="85615"/>
                    <a:pt x="788022" y="85817"/>
                  </a:cubicBezTo>
                  <a:cubicBezTo>
                    <a:pt x="787046" y="86018"/>
                    <a:pt x="786407" y="86018"/>
                    <a:pt x="785431" y="86153"/>
                  </a:cubicBezTo>
                  <a:cubicBezTo>
                    <a:pt x="784455" y="86254"/>
                    <a:pt x="781830" y="86153"/>
                    <a:pt x="780012" y="86153"/>
                  </a:cubicBezTo>
                  <a:cubicBezTo>
                    <a:pt x="778161" y="86153"/>
                    <a:pt x="774796" y="85951"/>
                    <a:pt x="773281" y="86254"/>
                  </a:cubicBezTo>
                  <a:cubicBezTo>
                    <a:pt x="771767" y="86590"/>
                    <a:pt x="768401" y="86456"/>
                    <a:pt x="766853" y="86691"/>
                  </a:cubicBezTo>
                  <a:cubicBezTo>
                    <a:pt x="765339" y="86893"/>
                    <a:pt x="761199" y="87230"/>
                    <a:pt x="761199" y="87230"/>
                  </a:cubicBezTo>
                  <a:lnTo>
                    <a:pt x="751641" y="90257"/>
                  </a:lnTo>
                  <a:lnTo>
                    <a:pt x="750564" y="92982"/>
                  </a:lnTo>
                  <a:lnTo>
                    <a:pt x="748411" y="95707"/>
                  </a:lnTo>
                  <a:cubicBezTo>
                    <a:pt x="748411" y="95707"/>
                    <a:pt x="747435" y="96682"/>
                    <a:pt x="746896" y="96918"/>
                  </a:cubicBezTo>
                  <a:cubicBezTo>
                    <a:pt x="746358" y="97153"/>
                    <a:pt x="743733" y="96817"/>
                    <a:pt x="743295" y="96817"/>
                  </a:cubicBezTo>
                  <a:cubicBezTo>
                    <a:pt x="742858" y="96817"/>
                    <a:pt x="741343" y="96480"/>
                    <a:pt x="740367" y="96379"/>
                  </a:cubicBezTo>
                  <a:cubicBezTo>
                    <a:pt x="739391" y="96279"/>
                    <a:pt x="737641" y="95168"/>
                    <a:pt x="737641" y="94731"/>
                  </a:cubicBezTo>
                  <a:cubicBezTo>
                    <a:pt x="737641" y="94294"/>
                    <a:pt x="737204" y="94395"/>
                    <a:pt x="738617" y="93520"/>
                  </a:cubicBezTo>
                  <a:cubicBezTo>
                    <a:pt x="740031" y="92645"/>
                    <a:pt x="742084" y="91569"/>
                    <a:pt x="742084" y="91569"/>
                  </a:cubicBezTo>
                  <a:lnTo>
                    <a:pt x="745011" y="88541"/>
                  </a:lnTo>
                  <a:lnTo>
                    <a:pt x="743834" y="86624"/>
                  </a:lnTo>
                  <a:cubicBezTo>
                    <a:pt x="743834" y="86624"/>
                    <a:pt x="740569" y="86119"/>
                    <a:pt x="739593" y="86119"/>
                  </a:cubicBezTo>
                  <a:cubicBezTo>
                    <a:pt x="738617" y="86119"/>
                    <a:pt x="734713" y="86119"/>
                    <a:pt x="734713" y="86119"/>
                  </a:cubicBezTo>
                  <a:cubicBezTo>
                    <a:pt x="734713" y="86119"/>
                    <a:pt x="734377" y="87196"/>
                    <a:pt x="732223" y="85245"/>
                  </a:cubicBezTo>
                  <a:cubicBezTo>
                    <a:pt x="730035" y="83294"/>
                    <a:pt x="728622" y="81780"/>
                    <a:pt x="728184" y="81443"/>
                  </a:cubicBezTo>
                  <a:cubicBezTo>
                    <a:pt x="727747" y="81107"/>
                    <a:pt x="725357" y="79257"/>
                    <a:pt x="725357" y="79257"/>
                  </a:cubicBezTo>
                  <a:cubicBezTo>
                    <a:pt x="725357" y="79257"/>
                    <a:pt x="723742" y="77306"/>
                    <a:pt x="723170" y="76431"/>
                  </a:cubicBezTo>
                  <a:cubicBezTo>
                    <a:pt x="722631" y="75556"/>
                    <a:pt x="720881" y="72966"/>
                    <a:pt x="720881" y="72966"/>
                  </a:cubicBezTo>
                  <a:cubicBezTo>
                    <a:pt x="720881" y="72966"/>
                    <a:pt x="720780" y="70914"/>
                    <a:pt x="719131" y="70241"/>
                  </a:cubicBezTo>
                  <a:cubicBezTo>
                    <a:pt x="717516" y="69602"/>
                    <a:pt x="714689" y="67214"/>
                    <a:pt x="714251" y="67416"/>
                  </a:cubicBezTo>
                  <a:cubicBezTo>
                    <a:pt x="713814" y="67651"/>
                    <a:pt x="713040" y="67315"/>
                    <a:pt x="712299" y="68728"/>
                  </a:cubicBezTo>
                  <a:cubicBezTo>
                    <a:pt x="711525" y="70141"/>
                    <a:pt x="711222" y="70376"/>
                    <a:pt x="710886" y="71318"/>
                  </a:cubicBezTo>
                  <a:cubicBezTo>
                    <a:pt x="710549" y="72294"/>
                    <a:pt x="710112" y="74346"/>
                    <a:pt x="710112" y="74783"/>
                  </a:cubicBezTo>
                  <a:cubicBezTo>
                    <a:pt x="710112" y="75220"/>
                    <a:pt x="709237" y="76835"/>
                    <a:pt x="708698" y="77407"/>
                  </a:cubicBezTo>
                  <a:cubicBezTo>
                    <a:pt x="708160" y="77945"/>
                    <a:pt x="707722" y="78281"/>
                    <a:pt x="705333" y="77844"/>
                  </a:cubicBezTo>
                  <a:cubicBezTo>
                    <a:pt x="702943" y="77407"/>
                    <a:pt x="701092" y="76767"/>
                    <a:pt x="700756" y="76767"/>
                  </a:cubicBezTo>
                  <a:cubicBezTo>
                    <a:pt x="700419" y="76767"/>
                    <a:pt x="699914" y="76532"/>
                    <a:pt x="699914" y="76532"/>
                  </a:cubicBezTo>
                  <a:lnTo>
                    <a:pt x="693284" y="76196"/>
                  </a:lnTo>
                  <a:lnTo>
                    <a:pt x="689683" y="76397"/>
                  </a:lnTo>
                  <a:cubicBezTo>
                    <a:pt x="689683" y="76397"/>
                    <a:pt x="682077" y="80401"/>
                    <a:pt x="681640" y="80535"/>
                  </a:cubicBezTo>
                  <a:cubicBezTo>
                    <a:pt x="681202" y="80636"/>
                    <a:pt x="674135" y="80737"/>
                    <a:pt x="673697" y="81073"/>
                  </a:cubicBezTo>
                  <a:cubicBezTo>
                    <a:pt x="673260" y="81410"/>
                    <a:pt x="663803" y="83798"/>
                    <a:pt x="663803" y="83798"/>
                  </a:cubicBezTo>
                  <a:cubicBezTo>
                    <a:pt x="663803" y="83798"/>
                    <a:pt x="655322" y="83025"/>
                    <a:pt x="654885" y="82688"/>
                  </a:cubicBezTo>
                  <a:cubicBezTo>
                    <a:pt x="654447" y="82385"/>
                    <a:pt x="650880" y="81612"/>
                    <a:pt x="647918" y="81713"/>
                  </a:cubicBezTo>
                  <a:cubicBezTo>
                    <a:pt x="644990" y="81813"/>
                    <a:pt x="642601" y="82049"/>
                    <a:pt x="642601" y="82049"/>
                  </a:cubicBezTo>
                  <a:lnTo>
                    <a:pt x="640413" y="84976"/>
                  </a:lnTo>
                  <a:lnTo>
                    <a:pt x="642601" y="87162"/>
                  </a:lnTo>
                  <a:lnTo>
                    <a:pt x="644654" y="90190"/>
                  </a:lnTo>
                  <a:cubicBezTo>
                    <a:pt x="644654" y="90190"/>
                    <a:pt x="645091" y="91603"/>
                    <a:pt x="644654" y="91939"/>
                  </a:cubicBezTo>
                  <a:cubicBezTo>
                    <a:pt x="644216" y="92275"/>
                    <a:pt x="641389" y="92376"/>
                    <a:pt x="640951" y="92275"/>
                  </a:cubicBezTo>
                  <a:cubicBezTo>
                    <a:pt x="640514" y="92174"/>
                    <a:pt x="636610" y="91300"/>
                    <a:pt x="635197" y="91300"/>
                  </a:cubicBezTo>
                  <a:cubicBezTo>
                    <a:pt x="633783" y="91300"/>
                    <a:pt x="631932" y="91098"/>
                    <a:pt x="629980" y="91300"/>
                  </a:cubicBezTo>
                  <a:cubicBezTo>
                    <a:pt x="628028" y="91535"/>
                    <a:pt x="626817" y="92074"/>
                    <a:pt x="624562" y="92275"/>
                  </a:cubicBezTo>
                  <a:cubicBezTo>
                    <a:pt x="622273" y="92477"/>
                    <a:pt x="623586" y="91939"/>
                    <a:pt x="620759" y="92713"/>
                  </a:cubicBezTo>
                  <a:cubicBezTo>
                    <a:pt x="617932" y="93486"/>
                    <a:pt x="616518" y="93352"/>
                    <a:pt x="616182" y="93486"/>
                  </a:cubicBezTo>
                  <a:cubicBezTo>
                    <a:pt x="615845" y="93587"/>
                    <a:pt x="613994" y="93722"/>
                    <a:pt x="612816" y="93924"/>
                  </a:cubicBezTo>
                  <a:cubicBezTo>
                    <a:pt x="611605" y="94126"/>
                    <a:pt x="609215" y="94025"/>
                    <a:pt x="608811" y="94025"/>
                  </a:cubicBezTo>
                  <a:cubicBezTo>
                    <a:pt x="608374" y="94025"/>
                    <a:pt x="605783" y="93385"/>
                    <a:pt x="605345" y="93251"/>
                  </a:cubicBezTo>
                  <a:cubicBezTo>
                    <a:pt x="604907" y="93150"/>
                    <a:pt x="601340" y="91199"/>
                    <a:pt x="601004" y="91064"/>
                  </a:cubicBezTo>
                  <a:cubicBezTo>
                    <a:pt x="600667" y="90963"/>
                    <a:pt x="598816" y="89315"/>
                    <a:pt x="598816" y="89315"/>
                  </a:cubicBezTo>
                  <a:cubicBezTo>
                    <a:pt x="598816" y="89315"/>
                    <a:pt x="596427" y="87801"/>
                    <a:pt x="595888" y="87566"/>
                  </a:cubicBezTo>
                  <a:cubicBezTo>
                    <a:pt x="595350" y="87364"/>
                    <a:pt x="591412" y="86153"/>
                    <a:pt x="591109" y="86153"/>
                  </a:cubicBezTo>
                  <a:cubicBezTo>
                    <a:pt x="590806" y="86153"/>
                    <a:pt x="586869" y="86052"/>
                    <a:pt x="586431" y="86052"/>
                  </a:cubicBezTo>
                  <a:cubicBezTo>
                    <a:pt x="585994" y="86052"/>
                    <a:pt x="582090" y="86254"/>
                    <a:pt x="582090" y="86254"/>
                  </a:cubicBezTo>
                  <a:lnTo>
                    <a:pt x="571657" y="85817"/>
                  </a:lnTo>
                  <a:cubicBezTo>
                    <a:pt x="571657" y="85817"/>
                    <a:pt x="562301" y="85278"/>
                    <a:pt x="561998" y="85278"/>
                  </a:cubicBezTo>
                  <a:cubicBezTo>
                    <a:pt x="561661" y="85278"/>
                    <a:pt x="556950" y="84639"/>
                    <a:pt x="556512" y="84639"/>
                  </a:cubicBezTo>
                  <a:cubicBezTo>
                    <a:pt x="556075" y="84639"/>
                    <a:pt x="549512" y="82688"/>
                    <a:pt x="549512" y="82688"/>
                  </a:cubicBezTo>
                  <a:lnTo>
                    <a:pt x="549512" y="79997"/>
                  </a:lnTo>
                  <a:lnTo>
                    <a:pt x="547897" y="75658"/>
                  </a:lnTo>
                  <a:cubicBezTo>
                    <a:pt x="547897" y="75658"/>
                    <a:pt x="544531" y="73269"/>
                    <a:pt x="544195" y="73168"/>
                  </a:cubicBezTo>
                  <a:cubicBezTo>
                    <a:pt x="543858" y="73067"/>
                    <a:pt x="539954" y="72394"/>
                    <a:pt x="539954" y="72394"/>
                  </a:cubicBezTo>
                  <a:cubicBezTo>
                    <a:pt x="539954" y="72394"/>
                    <a:pt x="537329" y="71957"/>
                    <a:pt x="537026" y="71957"/>
                  </a:cubicBezTo>
                  <a:cubicBezTo>
                    <a:pt x="536690" y="71957"/>
                    <a:pt x="533762" y="71856"/>
                    <a:pt x="533324" y="71856"/>
                  </a:cubicBezTo>
                  <a:cubicBezTo>
                    <a:pt x="532887" y="71856"/>
                    <a:pt x="525180" y="71318"/>
                    <a:pt x="525180" y="71318"/>
                  </a:cubicBezTo>
                  <a:cubicBezTo>
                    <a:pt x="525180" y="71318"/>
                    <a:pt x="521814" y="69905"/>
                    <a:pt x="521377" y="69905"/>
                  </a:cubicBezTo>
                  <a:cubicBezTo>
                    <a:pt x="520939" y="69905"/>
                    <a:pt x="516160" y="68055"/>
                    <a:pt x="516160" y="68055"/>
                  </a:cubicBezTo>
                  <a:lnTo>
                    <a:pt x="514107" y="66205"/>
                  </a:lnTo>
                  <a:lnTo>
                    <a:pt x="511920" y="64792"/>
                  </a:lnTo>
                  <a:lnTo>
                    <a:pt x="510405" y="62942"/>
                  </a:lnTo>
                  <a:lnTo>
                    <a:pt x="509766" y="60217"/>
                  </a:lnTo>
                  <a:lnTo>
                    <a:pt x="508352" y="56416"/>
                  </a:lnTo>
                  <a:lnTo>
                    <a:pt x="506064" y="52715"/>
                  </a:lnTo>
                  <a:lnTo>
                    <a:pt x="506064" y="48712"/>
                  </a:lnTo>
                  <a:lnTo>
                    <a:pt x="507376" y="45684"/>
                  </a:lnTo>
                  <a:lnTo>
                    <a:pt x="507814" y="40369"/>
                  </a:lnTo>
                  <a:lnTo>
                    <a:pt x="508352" y="36030"/>
                  </a:lnTo>
                  <a:lnTo>
                    <a:pt x="507713" y="33843"/>
                  </a:lnTo>
                  <a:lnTo>
                    <a:pt x="505324" y="32094"/>
                  </a:lnTo>
                  <a:lnTo>
                    <a:pt x="500646" y="28495"/>
                  </a:lnTo>
                  <a:cubicBezTo>
                    <a:pt x="500646" y="28495"/>
                    <a:pt x="498357" y="27183"/>
                    <a:pt x="498021" y="27082"/>
                  </a:cubicBezTo>
                  <a:cubicBezTo>
                    <a:pt x="497684" y="26981"/>
                    <a:pt x="495530" y="26409"/>
                    <a:pt x="495093" y="27082"/>
                  </a:cubicBezTo>
                  <a:cubicBezTo>
                    <a:pt x="494655" y="27721"/>
                    <a:pt x="492804" y="27957"/>
                    <a:pt x="492602" y="28394"/>
                  </a:cubicBezTo>
                  <a:cubicBezTo>
                    <a:pt x="492400" y="28831"/>
                    <a:pt x="491391" y="30244"/>
                    <a:pt x="491290" y="30580"/>
                  </a:cubicBezTo>
                  <a:cubicBezTo>
                    <a:pt x="491189" y="30917"/>
                    <a:pt x="490314" y="32430"/>
                    <a:pt x="490314" y="32430"/>
                  </a:cubicBezTo>
                  <a:lnTo>
                    <a:pt x="487386" y="32767"/>
                  </a:lnTo>
                  <a:lnTo>
                    <a:pt x="482708" y="31690"/>
                  </a:lnTo>
                  <a:lnTo>
                    <a:pt x="478804" y="29066"/>
                  </a:lnTo>
                  <a:lnTo>
                    <a:pt x="476212" y="25703"/>
                  </a:lnTo>
                  <a:lnTo>
                    <a:pt x="475438" y="24626"/>
                  </a:lnTo>
                  <a:lnTo>
                    <a:pt x="472611" y="22776"/>
                  </a:lnTo>
                  <a:lnTo>
                    <a:pt x="470323" y="21027"/>
                  </a:lnTo>
                  <a:lnTo>
                    <a:pt x="466621" y="19614"/>
                  </a:lnTo>
                  <a:cubicBezTo>
                    <a:pt x="466621" y="19614"/>
                    <a:pt x="462044" y="18941"/>
                    <a:pt x="461505" y="19076"/>
                  </a:cubicBezTo>
                  <a:cubicBezTo>
                    <a:pt x="460967" y="19176"/>
                    <a:pt x="458241" y="19378"/>
                    <a:pt x="456726" y="19076"/>
                  </a:cubicBezTo>
                  <a:cubicBezTo>
                    <a:pt x="455212" y="18773"/>
                    <a:pt x="453260" y="19277"/>
                    <a:pt x="452284" y="19076"/>
                  </a:cubicBezTo>
                  <a:cubicBezTo>
                    <a:pt x="451308" y="18874"/>
                    <a:pt x="449356" y="18537"/>
                    <a:pt x="448818" y="18975"/>
                  </a:cubicBezTo>
                  <a:cubicBezTo>
                    <a:pt x="448279" y="19412"/>
                    <a:pt x="446967" y="20825"/>
                    <a:pt x="446967" y="21262"/>
                  </a:cubicBezTo>
                  <a:cubicBezTo>
                    <a:pt x="446967" y="21699"/>
                    <a:pt x="446967" y="22675"/>
                    <a:pt x="446967" y="22675"/>
                  </a:cubicBezTo>
                  <a:lnTo>
                    <a:pt x="449995" y="25265"/>
                  </a:lnTo>
                  <a:lnTo>
                    <a:pt x="450197" y="26342"/>
                  </a:lnTo>
                  <a:cubicBezTo>
                    <a:pt x="450197" y="26342"/>
                    <a:pt x="449760" y="26779"/>
                    <a:pt x="449423" y="27216"/>
                  </a:cubicBezTo>
                  <a:cubicBezTo>
                    <a:pt x="449087" y="27654"/>
                    <a:pt x="447034" y="28865"/>
                    <a:pt x="446933" y="29403"/>
                  </a:cubicBezTo>
                  <a:cubicBezTo>
                    <a:pt x="446832" y="29941"/>
                    <a:pt x="446293" y="30277"/>
                    <a:pt x="445957" y="30614"/>
                  </a:cubicBezTo>
                  <a:cubicBezTo>
                    <a:pt x="445620" y="30950"/>
                    <a:pt x="445183" y="31152"/>
                    <a:pt x="444442" y="31489"/>
                  </a:cubicBezTo>
                  <a:cubicBezTo>
                    <a:pt x="443668" y="31825"/>
                    <a:pt x="441514" y="32700"/>
                    <a:pt x="441514" y="32700"/>
                  </a:cubicBezTo>
                  <a:lnTo>
                    <a:pt x="439865" y="33137"/>
                  </a:lnTo>
                  <a:lnTo>
                    <a:pt x="438014" y="34112"/>
                  </a:lnTo>
                  <a:cubicBezTo>
                    <a:pt x="438014" y="34112"/>
                    <a:pt x="436264" y="34550"/>
                    <a:pt x="435288" y="34886"/>
                  </a:cubicBezTo>
                  <a:cubicBezTo>
                    <a:pt x="434312" y="35223"/>
                    <a:pt x="431687" y="35525"/>
                    <a:pt x="430812" y="35660"/>
                  </a:cubicBezTo>
                  <a:cubicBezTo>
                    <a:pt x="429937" y="35761"/>
                    <a:pt x="427985" y="36097"/>
                    <a:pt x="427985" y="36097"/>
                  </a:cubicBezTo>
                  <a:cubicBezTo>
                    <a:pt x="427985" y="36097"/>
                    <a:pt x="427110" y="37510"/>
                    <a:pt x="426235" y="37947"/>
                  </a:cubicBezTo>
                  <a:cubicBezTo>
                    <a:pt x="425360" y="38385"/>
                    <a:pt x="421658" y="39461"/>
                    <a:pt x="421658" y="39798"/>
                  </a:cubicBezTo>
                  <a:cubicBezTo>
                    <a:pt x="421658" y="40134"/>
                    <a:pt x="419908" y="41749"/>
                    <a:pt x="419605" y="42085"/>
                  </a:cubicBezTo>
                  <a:cubicBezTo>
                    <a:pt x="419269" y="42422"/>
                    <a:pt x="417115" y="45449"/>
                    <a:pt x="417115" y="45449"/>
                  </a:cubicBezTo>
                  <a:lnTo>
                    <a:pt x="415802" y="47736"/>
                  </a:lnTo>
                  <a:lnTo>
                    <a:pt x="413312" y="49048"/>
                  </a:lnTo>
                  <a:cubicBezTo>
                    <a:pt x="413312" y="49048"/>
                    <a:pt x="409172" y="50360"/>
                    <a:pt x="408735" y="50360"/>
                  </a:cubicBezTo>
                  <a:cubicBezTo>
                    <a:pt x="408297" y="50360"/>
                    <a:pt x="403081" y="50360"/>
                    <a:pt x="402643" y="50562"/>
                  </a:cubicBezTo>
                  <a:cubicBezTo>
                    <a:pt x="402206" y="50764"/>
                    <a:pt x="399615" y="50764"/>
                    <a:pt x="398605" y="51000"/>
                  </a:cubicBezTo>
                  <a:cubicBezTo>
                    <a:pt x="397629" y="51201"/>
                    <a:pt x="395576" y="50798"/>
                    <a:pt x="394364" y="51201"/>
                  </a:cubicBezTo>
                  <a:cubicBezTo>
                    <a:pt x="393153" y="51639"/>
                    <a:pt x="390763" y="51302"/>
                    <a:pt x="390326" y="51302"/>
                  </a:cubicBezTo>
                  <a:cubicBezTo>
                    <a:pt x="389888" y="51302"/>
                    <a:pt x="385883" y="51403"/>
                    <a:pt x="385883" y="51403"/>
                  </a:cubicBezTo>
                  <a:cubicBezTo>
                    <a:pt x="385883" y="51403"/>
                    <a:pt x="382181" y="49452"/>
                    <a:pt x="381744" y="49217"/>
                  </a:cubicBezTo>
                  <a:cubicBezTo>
                    <a:pt x="381306" y="48981"/>
                    <a:pt x="374037" y="48678"/>
                    <a:pt x="374037" y="48678"/>
                  </a:cubicBezTo>
                  <a:lnTo>
                    <a:pt x="368619" y="45853"/>
                  </a:lnTo>
                  <a:lnTo>
                    <a:pt x="368619" y="41816"/>
                  </a:lnTo>
                  <a:lnTo>
                    <a:pt x="367104" y="38889"/>
                  </a:lnTo>
                  <a:lnTo>
                    <a:pt x="364378" y="35189"/>
                  </a:lnTo>
                  <a:cubicBezTo>
                    <a:pt x="364378" y="35189"/>
                    <a:pt x="360912" y="33137"/>
                    <a:pt x="360474" y="32901"/>
                  </a:cubicBezTo>
                  <a:cubicBezTo>
                    <a:pt x="360037" y="32700"/>
                    <a:pt x="353844" y="30849"/>
                    <a:pt x="353844" y="30849"/>
                  </a:cubicBezTo>
                  <a:lnTo>
                    <a:pt x="350681" y="30513"/>
                  </a:lnTo>
                  <a:lnTo>
                    <a:pt x="345666" y="28999"/>
                  </a:lnTo>
                  <a:lnTo>
                    <a:pt x="339036" y="25837"/>
                  </a:lnTo>
                  <a:cubicBezTo>
                    <a:pt x="339036" y="25837"/>
                    <a:pt x="338834" y="24963"/>
                    <a:pt x="338397" y="24525"/>
                  </a:cubicBezTo>
                  <a:cubicBezTo>
                    <a:pt x="337959" y="24088"/>
                    <a:pt x="335233" y="21800"/>
                    <a:pt x="335233" y="21800"/>
                  </a:cubicBezTo>
                  <a:lnTo>
                    <a:pt x="332070" y="19311"/>
                  </a:lnTo>
                  <a:lnTo>
                    <a:pt x="329478" y="19513"/>
                  </a:lnTo>
                  <a:lnTo>
                    <a:pt x="328603" y="21363"/>
                  </a:lnTo>
                  <a:lnTo>
                    <a:pt x="328603" y="22675"/>
                  </a:lnTo>
                  <a:lnTo>
                    <a:pt x="329243" y="25837"/>
                  </a:lnTo>
                  <a:cubicBezTo>
                    <a:pt x="329243" y="25837"/>
                    <a:pt x="329579" y="25938"/>
                    <a:pt x="328603" y="26611"/>
                  </a:cubicBezTo>
                  <a:cubicBezTo>
                    <a:pt x="327627" y="27250"/>
                    <a:pt x="325675" y="27586"/>
                    <a:pt x="325675" y="27586"/>
                  </a:cubicBezTo>
                  <a:cubicBezTo>
                    <a:pt x="325675" y="27586"/>
                    <a:pt x="324901" y="28225"/>
                    <a:pt x="324464" y="28225"/>
                  </a:cubicBezTo>
                  <a:cubicBezTo>
                    <a:pt x="324026" y="28225"/>
                    <a:pt x="321637" y="28764"/>
                    <a:pt x="321199" y="28764"/>
                  </a:cubicBezTo>
                  <a:cubicBezTo>
                    <a:pt x="320762" y="28764"/>
                    <a:pt x="319012" y="28764"/>
                    <a:pt x="319012" y="28764"/>
                  </a:cubicBezTo>
                  <a:lnTo>
                    <a:pt x="312045" y="23550"/>
                  </a:lnTo>
                  <a:lnTo>
                    <a:pt x="309016" y="20623"/>
                  </a:lnTo>
                  <a:lnTo>
                    <a:pt x="303901" y="17259"/>
                  </a:lnTo>
                  <a:lnTo>
                    <a:pt x="299559" y="13693"/>
                  </a:lnTo>
                  <a:lnTo>
                    <a:pt x="295319" y="10430"/>
                  </a:lnTo>
                  <a:lnTo>
                    <a:pt x="291718" y="8143"/>
                  </a:lnTo>
                  <a:lnTo>
                    <a:pt x="289026" y="5317"/>
                  </a:lnTo>
                  <a:lnTo>
                    <a:pt x="288487" y="3265"/>
                  </a:lnTo>
                  <a:lnTo>
                    <a:pt x="287713" y="1583"/>
                  </a:lnTo>
                  <a:cubicBezTo>
                    <a:pt x="287713" y="1583"/>
                    <a:pt x="285324" y="977"/>
                    <a:pt x="284886" y="977"/>
                  </a:cubicBezTo>
                  <a:cubicBezTo>
                    <a:pt x="284449" y="977"/>
                    <a:pt x="282497" y="977"/>
                    <a:pt x="282497" y="977"/>
                  </a:cubicBezTo>
                  <a:cubicBezTo>
                    <a:pt x="282497" y="977"/>
                    <a:pt x="280982" y="-536"/>
                    <a:pt x="279468" y="204"/>
                  </a:cubicBezTo>
                  <a:cubicBezTo>
                    <a:pt x="277953" y="977"/>
                    <a:pt x="277617" y="843"/>
                    <a:pt x="276304" y="1078"/>
                  </a:cubicBezTo>
                  <a:cubicBezTo>
                    <a:pt x="274992" y="1280"/>
                    <a:pt x="275227" y="742"/>
                    <a:pt x="273275" y="1617"/>
                  </a:cubicBezTo>
                  <a:cubicBezTo>
                    <a:pt x="271323" y="2491"/>
                    <a:pt x="270650" y="2491"/>
                    <a:pt x="269270" y="3130"/>
                  </a:cubicBezTo>
                  <a:cubicBezTo>
                    <a:pt x="267857" y="3770"/>
                    <a:pt x="266679" y="3669"/>
                    <a:pt x="265905" y="4207"/>
                  </a:cubicBezTo>
                  <a:cubicBezTo>
                    <a:pt x="265131" y="4745"/>
                    <a:pt x="263313" y="3971"/>
                    <a:pt x="262304" y="4981"/>
                  </a:cubicBezTo>
                  <a:cubicBezTo>
                    <a:pt x="261328" y="5956"/>
                    <a:pt x="260251" y="5620"/>
                    <a:pt x="259813" y="6494"/>
                  </a:cubicBezTo>
                  <a:cubicBezTo>
                    <a:pt x="259376" y="7369"/>
                    <a:pt x="257659" y="9085"/>
                    <a:pt x="257760" y="9522"/>
                  </a:cubicBezTo>
                  <a:cubicBezTo>
                    <a:pt x="257861" y="9959"/>
                    <a:pt x="257323" y="11910"/>
                    <a:pt x="257323" y="11910"/>
                  </a:cubicBezTo>
                  <a:lnTo>
                    <a:pt x="257323" y="15712"/>
                  </a:lnTo>
                  <a:lnTo>
                    <a:pt x="258400" y="18739"/>
                  </a:lnTo>
                  <a:lnTo>
                    <a:pt x="258063" y="20926"/>
                  </a:lnTo>
                  <a:lnTo>
                    <a:pt x="257289" y="22137"/>
                  </a:lnTo>
                  <a:cubicBezTo>
                    <a:pt x="257289" y="22137"/>
                    <a:pt x="254126" y="24727"/>
                    <a:pt x="253688" y="24963"/>
                  </a:cubicBezTo>
                  <a:cubicBezTo>
                    <a:pt x="253251" y="25198"/>
                    <a:pt x="253587" y="25602"/>
                    <a:pt x="251635" y="26174"/>
                  </a:cubicBezTo>
                  <a:cubicBezTo>
                    <a:pt x="249683" y="26712"/>
                    <a:pt x="248371" y="27486"/>
                    <a:pt x="247731" y="28125"/>
                  </a:cubicBezTo>
                  <a:cubicBezTo>
                    <a:pt x="247092" y="28764"/>
                    <a:pt x="245140" y="29201"/>
                    <a:pt x="245140" y="29201"/>
                  </a:cubicBezTo>
                  <a:cubicBezTo>
                    <a:pt x="245140" y="29201"/>
                    <a:pt x="243289" y="30177"/>
                    <a:pt x="243289" y="30614"/>
                  </a:cubicBezTo>
                  <a:cubicBezTo>
                    <a:pt x="243289" y="31051"/>
                    <a:pt x="241976" y="33877"/>
                    <a:pt x="241976" y="34314"/>
                  </a:cubicBezTo>
                  <a:cubicBezTo>
                    <a:pt x="241976" y="34752"/>
                    <a:pt x="237399" y="36703"/>
                    <a:pt x="237097" y="36938"/>
                  </a:cubicBezTo>
                  <a:cubicBezTo>
                    <a:pt x="236760" y="37140"/>
                    <a:pt x="234707" y="37476"/>
                    <a:pt x="234270" y="38250"/>
                  </a:cubicBezTo>
                  <a:cubicBezTo>
                    <a:pt x="233832" y="39024"/>
                    <a:pt x="230029" y="42590"/>
                    <a:pt x="230029" y="42590"/>
                  </a:cubicBezTo>
                  <a:lnTo>
                    <a:pt x="228178" y="45180"/>
                  </a:lnTo>
                  <a:cubicBezTo>
                    <a:pt x="228178" y="45180"/>
                    <a:pt x="225149" y="48342"/>
                    <a:pt x="223837" y="48544"/>
                  </a:cubicBezTo>
                  <a:cubicBezTo>
                    <a:pt x="222524" y="48746"/>
                    <a:pt x="216231" y="48712"/>
                    <a:pt x="215894" y="48914"/>
                  </a:cubicBezTo>
                  <a:cubicBezTo>
                    <a:pt x="215558" y="49149"/>
                    <a:pt x="212966" y="49620"/>
                    <a:pt x="212529" y="49620"/>
                  </a:cubicBezTo>
                  <a:cubicBezTo>
                    <a:pt x="212091" y="49620"/>
                    <a:pt x="207750" y="49620"/>
                    <a:pt x="207750" y="49620"/>
                  </a:cubicBezTo>
                  <a:lnTo>
                    <a:pt x="203711" y="53220"/>
                  </a:lnTo>
                  <a:cubicBezTo>
                    <a:pt x="203711" y="53220"/>
                    <a:pt x="200884" y="55272"/>
                    <a:pt x="200548" y="56382"/>
                  </a:cubicBezTo>
                  <a:cubicBezTo>
                    <a:pt x="200211" y="57458"/>
                    <a:pt x="197081" y="61226"/>
                    <a:pt x="197081" y="61226"/>
                  </a:cubicBezTo>
                  <a:cubicBezTo>
                    <a:pt x="197081" y="61226"/>
                    <a:pt x="191966" y="60856"/>
                    <a:pt x="190990" y="61226"/>
                  </a:cubicBezTo>
                  <a:cubicBezTo>
                    <a:pt x="190014" y="61596"/>
                    <a:pt x="178268" y="61932"/>
                    <a:pt x="178268" y="61932"/>
                  </a:cubicBezTo>
                  <a:lnTo>
                    <a:pt x="174028" y="61831"/>
                  </a:lnTo>
                  <a:lnTo>
                    <a:pt x="170427" y="60957"/>
                  </a:lnTo>
                  <a:lnTo>
                    <a:pt x="165749" y="61831"/>
                  </a:lnTo>
                  <a:lnTo>
                    <a:pt x="162518" y="61831"/>
                  </a:lnTo>
                  <a:cubicBezTo>
                    <a:pt x="162518" y="61831"/>
                    <a:pt x="158816" y="65633"/>
                    <a:pt x="158076" y="65969"/>
                  </a:cubicBezTo>
                  <a:cubicBezTo>
                    <a:pt x="157302" y="66306"/>
                    <a:pt x="153835" y="68156"/>
                    <a:pt x="153196" y="68694"/>
                  </a:cubicBezTo>
                  <a:cubicBezTo>
                    <a:pt x="152556" y="69232"/>
                    <a:pt x="150369" y="70746"/>
                    <a:pt x="150369" y="70746"/>
                  </a:cubicBezTo>
                  <a:lnTo>
                    <a:pt x="147003" y="72260"/>
                  </a:lnTo>
                  <a:lnTo>
                    <a:pt x="141787" y="71923"/>
                  </a:lnTo>
                  <a:cubicBezTo>
                    <a:pt x="141787" y="71923"/>
                    <a:pt x="138085" y="71823"/>
                    <a:pt x="137782" y="72024"/>
                  </a:cubicBezTo>
                  <a:cubicBezTo>
                    <a:pt x="137445" y="72226"/>
                    <a:pt x="130815" y="72226"/>
                    <a:pt x="130815" y="72226"/>
                  </a:cubicBezTo>
                  <a:lnTo>
                    <a:pt x="125700" y="73303"/>
                  </a:lnTo>
                  <a:lnTo>
                    <a:pt x="120685" y="73202"/>
                  </a:lnTo>
                  <a:lnTo>
                    <a:pt x="120147" y="77676"/>
                  </a:lnTo>
                  <a:cubicBezTo>
                    <a:pt x="120147" y="77676"/>
                    <a:pt x="118229" y="78988"/>
                    <a:pt x="117926" y="79190"/>
                  </a:cubicBezTo>
                  <a:cubicBezTo>
                    <a:pt x="117589" y="79425"/>
                    <a:pt x="112978" y="82789"/>
                    <a:pt x="112978" y="82789"/>
                  </a:cubicBezTo>
                  <a:lnTo>
                    <a:pt x="112978" y="85278"/>
                  </a:lnTo>
                  <a:cubicBezTo>
                    <a:pt x="112978" y="85278"/>
                    <a:pt x="110252" y="87230"/>
                    <a:pt x="109950" y="87330"/>
                  </a:cubicBezTo>
                  <a:cubicBezTo>
                    <a:pt x="109613" y="87431"/>
                    <a:pt x="108873" y="88306"/>
                    <a:pt x="108435" y="88642"/>
                  </a:cubicBezTo>
                  <a:cubicBezTo>
                    <a:pt x="107998" y="88979"/>
                    <a:pt x="107459" y="89820"/>
                    <a:pt x="106685" y="90156"/>
                  </a:cubicBezTo>
                  <a:cubicBezTo>
                    <a:pt x="105911" y="90492"/>
                    <a:pt x="103959" y="91132"/>
                    <a:pt x="103959" y="91132"/>
                  </a:cubicBezTo>
                  <a:lnTo>
                    <a:pt x="100358" y="92511"/>
                  </a:lnTo>
                  <a:lnTo>
                    <a:pt x="95882" y="93217"/>
                  </a:lnTo>
                  <a:cubicBezTo>
                    <a:pt x="95882" y="93217"/>
                    <a:pt x="92685" y="93957"/>
                    <a:pt x="91978" y="94092"/>
                  </a:cubicBezTo>
                  <a:cubicBezTo>
                    <a:pt x="91238" y="94226"/>
                    <a:pt x="88209" y="94529"/>
                    <a:pt x="88209" y="94529"/>
                  </a:cubicBezTo>
                  <a:lnTo>
                    <a:pt x="85314" y="95101"/>
                  </a:lnTo>
                  <a:lnTo>
                    <a:pt x="82723" y="95404"/>
                  </a:lnTo>
                  <a:lnTo>
                    <a:pt x="81713" y="96413"/>
                  </a:lnTo>
                  <a:lnTo>
                    <a:pt x="82285" y="99609"/>
                  </a:lnTo>
                  <a:lnTo>
                    <a:pt x="82588" y="103814"/>
                  </a:lnTo>
                  <a:lnTo>
                    <a:pt x="84776" y="108019"/>
                  </a:lnTo>
                  <a:cubicBezTo>
                    <a:pt x="84776" y="108019"/>
                    <a:pt x="85213" y="109768"/>
                    <a:pt x="85348" y="110777"/>
                  </a:cubicBezTo>
                  <a:cubicBezTo>
                    <a:pt x="85483" y="111786"/>
                    <a:pt x="85651" y="116731"/>
                    <a:pt x="85651" y="116731"/>
                  </a:cubicBezTo>
                  <a:lnTo>
                    <a:pt x="85213" y="124973"/>
                  </a:lnTo>
                  <a:lnTo>
                    <a:pt x="81747" y="129010"/>
                  </a:lnTo>
                  <a:lnTo>
                    <a:pt x="81747" y="133921"/>
                  </a:lnTo>
                  <a:cubicBezTo>
                    <a:pt x="81747" y="133921"/>
                    <a:pt x="79862" y="135233"/>
                    <a:pt x="79559" y="135670"/>
                  </a:cubicBezTo>
                  <a:cubicBezTo>
                    <a:pt x="79257" y="136108"/>
                    <a:pt x="76665" y="137992"/>
                    <a:pt x="76531" y="138429"/>
                  </a:cubicBezTo>
                  <a:cubicBezTo>
                    <a:pt x="76396" y="138866"/>
                    <a:pt x="75016" y="141457"/>
                    <a:pt x="74848" y="141894"/>
                  </a:cubicBezTo>
                  <a:cubicBezTo>
                    <a:pt x="74713" y="142331"/>
                    <a:pt x="73030" y="144652"/>
                    <a:pt x="73030" y="145224"/>
                  </a:cubicBezTo>
                  <a:cubicBezTo>
                    <a:pt x="73030" y="145796"/>
                    <a:pt x="73030" y="147848"/>
                    <a:pt x="73030" y="147848"/>
                  </a:cubicBezTo>
                  <a:lnTo>
                    <a:pt x="73030" y="153062"/>
                  </a:lnTo>
                  <a:cubicBezTo>
                    <a:pt x="73030" y="153062"/>
                    <a:pt x="76665" y="160598"/>
                    <a:pt x="76800" y="161169"/>
                  </a:cubicBezTo>
                  <a:cubicBezTo>
                    <a:pt x="76934" y="161741"/>
                    <a:pt x="83329" y="175365"/>
                    <a:pt x="83329" y="175365"/>
                  </a:cubicBezTo>
                  <a:lnTo>
                    <a:pt x="85516" y="179268"/>
                  </a:lnTo>
                  <a:lnTo>
                    <a:pt x="86526" y="183472"/>
                  </a:lnTo>
                  <a:lnTo>
                    <a:pt x="87536" y="188687"/>
                  </a:lnTo>
                  <a:lnTo>
                    <a:pt x="88983" y="192892"/>
                  </a:lnTo>
                  <a:lnTo>
                    <a:pt x="89689" y="194641"/>
                  </a:lnTo>
                  <a:cubicBezTo>
                    <a:pt x="89689" y="194641"/>
                    <a:pt x="91271" y="197534"/>
                    <a:pt x="91877" y="198106"/>
                  </a:cubicBezTo>
                  <a:cubicBezTo>
                    <a:pt x="92449" y="198678"/>
                    <a:pt x="97968" y="204632"/>
                    <a:pt x="97968" y="204632"/>
                  </a:cubicBezTo>
                  <a:lnTo>
                    <a:pt x="99483" y="206818"/>
                  </a:lnTo>
                  <a:lnTo>
                    <a:pt x="100863" y="209577"/>
                  </a:lnTo>
                  <a:lnTo>
                    <a:pt x="100863" y="212201"/>
                  </a:lnTo>
                  <a:cubicBezTo>
                    <a:pt x="100863" y="212201"/>
                    <a:pt x="99719" y="215396"/>
                    <a:pt x="98978" y="216540"/>
                  </a:cubicBezTo>
                  <a:cubicBezTo>
                    <a:pt x="98238" y="217684"/>
                    <a:pt x="97666" y="220880"/>
                    <a:pt x="97228" y="221317"/>
                  </a:cubicBezTo>
                  <a:cubicBezTo>
                    <a:pt x="96791" y="221754"/>
                    <a:pt x="95916" y="223638"/>
                    <a:pt x="95916" y="223638"/>
                  </a:cubicBezTo>
                  <a:cubicBezTo>
                    <a:pt x="95916" y="223638"/>
                    <a:pt x="95343" y="226094"/>
                    <a:pt x="95343" y="226666"/>
                  </a:cubicBezTo>
                  <a:cubicBezTo>
                    <a:pt x="95343" y="227238"/>
                    <a:pt x="96353" y="232014"/>
                    <a:pt x="96925" y="233192"/>
                  </a:cubicBezTo>
                  <a:cubicBezTo>
                    <a:pt x="97497" y="234336"/>
                    <a:pt x="98372" y="239718"/>
                    <a:pt x="98372" y="240424"/>
                  </a:cubicBezTo>
                  <a:cubicBezTo>
                    <a:pt x="98372" y="241164"/>
                    <a:pt x="98675" y="243620"/>
                    <a:pt x="97632" y="244629"/>
                  </a:cubicBezTo>
                  <a:cubicBezTo>
                    <a:pt x="96622" y="245638"/>
                    <a:pt x="95613" y="246076"/>
                    <a:pt x="95613" y="246076"/>
                  </a:cubicBezTo>
                  <a:lnTo>
                    <a:pt x="95613" y="246950"/>
                  </a:lnTo>
                  <a:lnTo>
                    <a:pt x="95613" y="250415"/>
                  </a:lnTo>
                  <a:cubicBezTo>
                    <a:pt x="95613" y="250415"/>
                    <a:pt x="95310" y="252871"/>
                    <a:pt x="94872" y="253308"/>
                  </a:cubicBezTo>
                  <a:cubicBezTo>
                    <a:pt x="94435" y="253746"/>
                    <a:pt x="93863" y="257648"/>
                    <a:pt x="93863" y="257648"/>
                  </a:cubicBezTo>
                  <a:lnTo>
                    <a:pt x="94166" y="260541"/>
                  </a:lnTo>
                  <a:cubicBezTo>
                    <a:pt x="94166" y="260541"/>
                    <a:pt x="94603" y="262425"/>
                    <a:pt x="94166" y="262727"/>
                  </a:cubicBezTo>
                  <a:cubicBezTo>
                    <a:pt x="93728" y="263030"/>
                    <a:pt x="93425" y="265351"/>
                    <a:pt x="93425" y="265351"/>
                  </a:cubicBezTo>
                  <a:lnTo>
                    <a:pt x="93291" y="267370"/>
                  </a:lnTo>
                  <a:cubicBezTo>
                    <a:pt x="93291" y="267370"/>
                    <a:pt x="93156" y="269556"/>
                    <a:pt x="91978" y="270566"/>
                  </a:cubicBezTo>
                  <a:cubicBezTo>
                    <a:pt x="90834" y="271575"/>
                    <a:pt x="90093" y="273593"/>
                    <a:pt x="89521" y="274198"/>
                  </a:cubicBezTo>
                  <a:cubicBezTo>
                    <a:pt x="88949" y="274771"/>
                    <a:pt x="87334" y="276217"/>
                    <a:pt x="87334" y="276217"/>
                  </a:cubicBezTo>
                  <a:cubicBezTo>
                    <a:pt x="87334" y="276217"/>
                    <a:pt x="85887" y="277226"/>
                    <a:pt x="84305" y="278841"/>
                  </a:cubicBezTo>
                  <a:cubicBezTo>
                    <a:pt x="82723" y="280422"/>
                    <a:pt x="80670" y="281734"/>
                    <a:pt x="80670" y="281734"/>
                  </a:cubicBezTo>
                  <a:lnTo>
                    <a:pt x="78079" y="283483"/>
                  </a:lnTo>
                  <a:lnTo>
                    <a:pt x="75117" y="284190"/>
                  </a:lnTo>
                  <a:lnTo>
                    <a:pt x="73030" y="287654"/>
                  </a:lnTo>
                  <a:lnTo>
                    <a:pt x="73030" y="288664"/>
                  </a:lnTo>
                  <a:lnTo>
                    <a:pt x="72155" y="289975"/>
                  </a:lnTo>
                  <a:lnTo>
                    <a:pt x="70641" y="290682"/>
                  </a:lnTo>
                  <a:cubicBezTo>
                    <a:pt x="70641" y="290682"/>
                    <a:pt x="69160" y="292801"/>
                    <a:pt x="69127" y="293003"/>
                  </a:cubicBezTo>
                  <a:cubicBezTo>
                    <a:pt x="69059" y="293239"/>
                    <a:pt x="66737" y="293810"/>
                    <a:pt x="66535" y="293945"/>
                  </a:cubicBezTo>
                  <a:cubicBezTo>
                    <a:pt x="66300" y="294046"/>
                    <a:pt x="65828" y="294113"/>
                    <a:pt x="64482" y="294382"/>
                  </a:cubicBezTo>
                  <a:cubicBezTo>
                    <a:pt x="63136" y="294651"/>
                    <a:pt x="60948" y="294147"/>
                    <a:pt x="60343" y="294382"/>
                  </a:cubicBezTo>
                  <a:cubicBezTo>
                    <a:pt x="59737" y="294584"/>
                    <a:pt x="58727" y="294113"/>
                    <a:pt x="58727" y="294113"/>
                  </a:cubicBezTo>
                  <a:cubicBezTo>
                    <a:pt x="58727" y="294113"/>
                    <a:pt x="55900" y="293508"/>
                    <a:pt x="55732" y="293676"/>
                  </a:cubicBezTo>
                  <a:cubicBezTo>
                    <a:pt x="55564" y="293844"/>
                    <a:pt x="52568" y="292431"/>
                    <a:pt x="51592" y="291826"/>
                  </a:cubicBezTo>
                  <a:cubicBezTo>
                    <a:pt x="50616" y="291220"/>
                    <a:pt x="46746" y="288933"/>
                    <a:pt x="46713" y="288731"/>
                  </a:cubicBezTo>
                  <a:cubicBezTo>
                    <a:pt x="46645" y="288529"/>
                    <a:pt x="47049" y="288630"/>
                    <a:pt x="46006" y="286813"/>
                  </a:cubicBezTo>
                  <a:cubicBezTo>
                    <a:pt x="44963" y="285031"/>
                    <a:pt x="43414" y="282508"/>
                    <a:pt x="43246" y="281667"/>
                  </a:cubicBezTo>
                  <a:cubicBezTo>
                    <a:pt x="43078" y="280792"/>
                    <a:pt x="42203" y="278033"/>
                    <a:pt x="42203" y="277226"/>
                  </a:cubicBezTo>
                  <a:cubicBezTo>
                    <a:pt x="42203" y="276419"/>
                    <a:pt x="42136" y="275208"/>
                    <a:pt x="42203" y="274468"/>
                  </a:cubicBezTo>
                  <a:cubicBezTo>
                    <a:pt x="42270" y="273694"/>
                    <a:pt x="42136" y="273156"/>
                    <a:pt x="42809" y="272416"/>
                  </a:cubicBezTo>
                  <a:cubicBezTo>
                    <a:pt x="43448" y="271676"/>
                    <a:pt x="44054" y="271339"/>
                    <a:pt x="44761" y="270397"/>
                  </a:cubicBezTo>
                  <a:cubicBezTo>
                    <a:pt x="45467" y="269489"/>
                    <a:pt x="45804" y="269321"/>
                    <a:pt x="45804" y="268715"/>
                  </a:cubicBezTo>
                  <a:cubicBezTo>
                    <a:pt x="45804" y="268110"/>
                    <a:pt x="44054" y="266327"/>
                    <a:pt x="44054" y="264544"/>
                  </a:cubicBezTo>
                  <a:cubicBezTo>
                    <a:pt x="44054" y="262761"/>
                    <a:pt x="44390" y="259397"/>
                    <a:pt x="44390" y="259061"/>
                  </a:cubicBezTo>
                  <a:cubicBezTo>
                    <a:pt x="44390" y="258724"/>
                    <a:pt x="43448" y="256134"/>
                    <a:pt x="43448" y="256134"/>
                  </a:cubicBezTo>
                  <a:lnTo>
                    <a:pt x="43515" y="253510"/>
                  </a:lnTo>
                  <a:cubicBezTo>
                    <a:pt x="43515" y="253510"/>
                    <a:pt x="41934" y="250987"/>
                    <a:pt x="41698" y="250819"/>
                  </a:cubicBezTo>
                  <a:cubicBezTo>
                    <a:pt x="41496" y="250684"/>
                    <a:pt x="39679" y="248363"/>
                    <a:pt x="39376" y="248296"/>
                  </a:cubicBezTo>
                  <a:cubicBezTo>
                    <a:pt x="39073" y="248229"/>
                    <a:pt x="37289" y="249372"/>
                    <a:pt x="37054" y="249440"/>
                  </a:cubicBezTo>
                  <a:cubicBezTo>
                    <a:pt x="36818" y="249507"/>
                    <a:pt x="34664" y="251458"/>
                    <a:pt x="34361" y="251626"/>
                  </a:cubicBezTo>
                  <a:cubicBezTo>
                    <a:pt x="34058" y="251761"/>
                    <a:pt x="33419" y="252131"/>
                    <a:pt x="32914" y="252636"/>
                  </a:cubicBezTo>
                  <a:cubicBezTo>
                    <a:pt x="32409" y="253140"/>
                    <a:pt x="31905" y="253577"/>
                    <a:pt x="30727" y="253880"/>
                  </a:cubicBezTo>
                  <a:cubicBezTo>
                    <a:pt x="29582" y="254183"/>
                    <a:pt x="26890" y="252736"/>
                    <a:pt x="26890" y="252736"/>
                  </a:cubicBezTo>
                  <a:cubicBezTo>
                    <a:pt x="26890" y="252736"/>
                    <a:pt x="24635" y="253241"/>
                    <a:pt x="24366" y="253308"/>
                  </a:cubicBezTo>
                  <a:cubicBezTo>
                    <a:pt x="24063" y="253376"/>
                    <a:pt x="19351" y="253813"/>
                    <a:pt x="19351" y="253813"/>
                  </a:cubicBezTo>
                  <a:lnTo>
                    <a:pt x="16020" y="254957"/>
                  </a:lnTo>
                  <a:cubicBezTo>
                    <a:pt x="16020" y="254957"/>
                    <a:pt x="14135" y="258926"/>
                    <a:pt x="13697" y="259431"/>
                  </a:cubicBezTo>
                  <a:cubicBezTo>
                    <a:pt x="13260" y="259935"/>
                    <a:pt x="10938" y="261819"/>
                    <a:pt x="10870" y="262391"/>
                  </a:cubicBezTo>
                  <a:cubicBezTo>
                    <a:pt x="10803" y="262963"/>
                    <a:pt x="9524" y="266596"/>
                    <a:pt x="9524" y="266596"/>
                  </a:cubicBezTo>
                  <a:lnTo>
                    <a:pt x="8683" y="272685"/>
                  </a:lnTo>
                  <a:lnTo>
                    <a:pt x="8683" y="276520"/>
                  </a:lnTo>
                  <a:lnTo>
                    <a:pt x="6933" y="283315"/>
                  </a:lnTo>
                  <a:lnTo>
                    <a:pt x="6933" y="288664"/>
                  </a:lnTo>
                  <a:cubicBezTo>
                    <a:pt x="6933" y="288664"/>
                    <a:pt x="4476" y="291691"/>
                    <a:pt x="3904" y="292869"/>
                  </a:cubicBezTo>
                  <a:cubicBezTo>
                    <a:pt x="3332" y="294012"/>
                    <a:pt x="1716" y="298957"/>
                    <a:pt x="1716" y="298957"/>
                  </a:cubicBezTo>
                  <a:lnTo>
                    <a:pt x="2457" y="303028"/>
                  </a:lnTo>
                  <a:cubicBezTo>
                    <a:pt x="2457" y="303028"/>
                    <a:pt x="4207" y="308545"/>
                    <a:pt x="4779" y="309116"/>
                  </a:cubicBezTo>
                  <a:cubicBezTo>
                    <a:pt x="5351" y="309688"/>
                    <a:pt x="6361" y="314331"/>
                    <a:pt x="6361" y="314331"/>
                  </a:cubicBezTo>
                  <a:lnTo>
                    <a:pt x="8380" y="320554"/>
                  </a:lnTo>
                  <a:lnTo>
                    <a:pt x="12284" y="325196"/>
                  </a:lnTo>
                  <a:cubicBezTo>
                    <a:pt x="12284" y="325196"/>
                    <a:pt x="14471" y="327383"/>
                    <a:pt x="15481" y="327955"/>
                  </a:cubicBezTo>
                  <a:cubicBezTo>
                    <a:pt x="16491" y="328527"/>
                    <a:pt x="17366" y="328998"/>
                    <a:pt x="17366" y="328998"/>
                  </a:cubicBezTo>
                  <a:lnTo>
                    <a:pt x="19553" y="330747"/>
                  </a:lnTo>
                  <a:lnTo>
                    <a:pt x="21169" y="333371"/>
                  </a:lnTo>
                  <a:lnTo>
                    <a:pt x="21068" y="335860"/>
                  </a:lnTo>
                  <a:lnTo>
                    <a:pt x="20092" y="336835"/>
                  </a:lnTo>
                  <a:lnTo>
                    <a:pt x="15952" y="342252"/>
                  </a:lnTo>
                  <a:cubicBezTo>
                    <a:pt x="15952" y="342252"/>
                    <a:pt x="14202" y="342891"/>
                    <a:pt x="14101" y="343227"/>
                  </a:cubicBezTo>
                  <a:cubicBezTo>
                    <a:pt x="14000" y="343563"/>
                    <a:pt x="12688" y="345178"/>
                    <a:pt x="12688" y="345178"/>
                  </a:cubicBezTo>
                  <a:cubicBezTo>
                    <a:pt x="12688" y="345178"/>
                    <a:pt x="12250" y="347466"/>
                    <a:pt x="12048" y="347903"/>
                  </a:cubicBezTo>
                  <a:cubicBezTo>
                    <a:pt x="11846" y="348340"/>
                    <a:pt x="10971" y="350191"/>
                    <a:pt x="10971" y="350191"/>
                  </a:cubicBezTo>
                  <a:cubicBezTo>
                    <a:pt x="10971" y="350191"/>
                    <a:pt x="9659" y="351603"/>
                    <a:pt x="9659" y="352142"/>
                  </a:cubicBezTo>
                  <a:cubicBezTo>
                    <a:pt x="9659" y="352680"/>
                    <a:pt x="9322" y="354194"/>
                    <a:pt x="9322" y="354194"/>
                  </a:cubicBezTo>
                  <a:cubicBezTo>
                    <a:pt x="9322" y="354194"/>
                    <a:pt x="9120" y="356582"/>
                    <a:pt x="9120" y="356918"/>
                  </a:cubicBezTo>
                  <a:cubicBezTo>
                    <a:pt x="9120" y="357255"/>
                    <a:pt x="9894" y="359946"/>
                    <a:pt x="10197" y="360081"/>
                  </a:cubicBezTo>
                  <a:cubicBezTo>
                    <a:pt x="10534" y="360181"/>
                    <a:pt x="11611" y="363007"/>
                    <a:pt x="11611" y="363007"/>
                  </a:cubicBezTo>
                  <a:lnTo>
                    <a:pt x="12923" y="365631"/>
                  </a:lnTo>
                  <a:lnTo>
                    <a:pt x="12048" y="372157"/>
                  </a:lnTo>
                  <a:lnTo>
                    <a:pt x="11409" y="374983"/>
                  </a:lnTo>
                  <a:lnTo>
                    <a:pt x="10769" y="376497"/>
                  </a:lnTo>
                  <a:lnTo>
                    <a:pt x="7168" y="380836"/>
                  </a:lnTo>
                  <a:lnTo>
                    <a:pt x="6529" y="384436"/>
                  </a:lnTo>
                  <a:cubicBezTo>
                    <a:pt x="6529" y="384436"/>
                    <a:pt x="5116" y="387800"/>
                    <a:pt x="4880" y="388338"/>
                  </a:cubicBezTo>
                  <a:cubicBezTo>
                    <a:pt x="4678" y="388876"/>
                    <a:pt x="3365" y="390625"/>
                    <a:pt x="3130" y="391063"/>
                  </a:cubicBezTo>
                  <a:cubicBezTo>
                    <a:pt x="2928" y="391500"/>
                    <a:pt x="2356" y="392240"/>
                    <a:pt x="1615" y="393451"/>
                  </a:cubicBezTo>
                  <a:cubicBezTo>
                    <a:pt x="841" y="394662"/>
                    <a:pt x="0" y="396916"/>
                    <a:pt x="0" y="399002"/>
                  </a:cubicBezTo>
                  <a:cubicBezTo>
                    <a:pt x="0" y="401054"/>
                    <a:pt x="0" y="403442"/>
                    <a:pt x="0" y="403442"/>
                  </a:cubicBezTo>
                  <a:cubicBezTo>
                    <a:pt x="0" y="403442"/>
                    <a:pt x="2389" y="406705"/>
                    <a:pt x="3904" y="408017"/>
                  </a:cubicBezTo>
                  <a:cubicBezTo>
                    <a:pt x="5418" y="409329"/>
                    <a:pt x="8481" y="412592"/>
                    <a:pt x="9558" y="413567"/>
                  </a:cubicBezTo>
                  <a:cubicBezTo>
                    <a:pt x="10635" y="414543"/>
                    <a:pt x="11846" y="415956"/>
                    <a:pt x="11846" y="415956"/>
                  </a:cubicBezTo>
                  <a:cubicBezTo>
                    <a:pt x="11846" y="415956"/>
                    <a:pt x="12923" y="417571"/>
                    <a:pt x="13058" y="418681"/>
                  </a:cubicBezTo>
                  <a:cubicBezTo>
                    <a:pt x="13159" y="419757"/>
                    <a:pt x="13058" y="423996"/>
                    <a:pt x="13058" y="424433"/>
                  </a:cubicBezTo>
                  <a:cubicBezTo>
                    <a:pt x="13058" y="424871"/>
                    <a:pt x="12082" y="429311"/>
                    <a:pt x="12082" y="429311"/>
                  </a:cubicBezTo>
                  <a:lnTo>
                    <a:pt x="12520" y="433886"/>
                  </a:lnTo>
                  <a:cubicBezTo>
                    <a:pt x="12520" y="433886"/>
                    <a:pt x="12856" y="436476"/>
                    <a:pt x="12856" y="436913"/>
                  </a:cubicBezTo>
                  <a:cubicBezTo>
                    <a:pt x="12856" y="437351"/>
                    <a:pt x="13630" y="440378"/>
                    <a:pt x="13731" y="440715"/>
                  </a:cubicBezTo>
                  <a:cubicBezTo>
                    <a:pt x="13832" y="441051"/>
                    <a:pt x="15919" y="443103"/>
                    <a:pt x="16121" y="443978"/>
                  </a:cubicBezTo>
                  <a:cubicBezTo>
                    <a:pt x="16322" y="444852"/>
                    <a:pt x="18173" y="446602"/>
                    <a:pt x="20024" y="448015"/>
                  </a:cubicBezTo>
                  <a:cubicBezTo>
                    <a:pt x="21875" y="449427"/>
                    <a:pt x="24029" y="450403"/>
                    <a:pt x="24164" y="450739"/>
                  </a:cubicBezTo>
                  <a:cubicBezTo>
                    <a:pt x="24265" y="451076"/>
                    <a:pt x="26015" y="452354"/>
                    <a:pt x="26015" y="452354"/>
                  </a:cubicBezTo>
                  <a:lnTo>
                    <a:pt x="28404" y="453431"/>
                  </a:lnTo>
                  <a:lnTo>
                    <a:pt x="31669" y="455920"/>
                  </a:lnTo>
                  <a:cubicBezTo>
                    <a:pt x="31669" y="455920"/>
                    <a:pt x="33082" y="456895"/>
                    <a:pt x="33857" y="457232"/>
                  </a:cubicBezTo>
                  <a:cubicBezTo>
                    <a:pt x="34631" y="457568"/>
                    <a:pt x="36145" y="457972"/>
                    <a:pt x="37020" y="457232"/>
                  </a:cubicBezTo>
                  <a:cubicBezTo>
                    <a:pt x="37895" y="456458"/>
                    <a:pt x="38535" y="455045"/>
                    <a:pt x="38669" y="454608"/>
                  </a:cubicBezTo>
                  <a:cubicBezTo>
                    <a:pt x="38770" y="454171"/>
                    <a:pt x="39309" y="452993"/>
                    <a:pt x="39746" y="452859"/>
                  </a:cubicBezTo>
                  <a:cubicBezTo>
                    <a:pt x="40184" y="452758"/>
                    <a:pt x="40722" y="452320"/>
                    <a:pt x="40722" y="452320"/>
                  </a:cubicBezTo>
                  <a:cubicBezTo>
                    <a:pt x="40722" y="452320"/>
                    <a:pt x="44761" y="453195"/>
                    <a:pt x="45164" y="453397"/>
                  </a:cubicBezTo>
                  <a:cubicBezTo>
                    <a:pt x="45602" y="453599"/>
                    <a:pt x="47217" y="454911"/>
                    <a:pt x="48092" y="455684"/>
                  </a:cubicBezTo>
                  <a:cubicBezTo>
                    <a:pt x="48967" y="456458"/>
                    <a:pt x="49741" y="457534"/>
                    <a:pt x="51357" y="458948"/>
                  </a:cubicBezTo>
                  <a:cubicBezTo>
                    <a:pt x="52972" y="460360"/>
                    <a:pt x="55496" y="461773"/>
                    <a:pt x="55496" y="461773"/>
                  </a:cubicBezTo>
                  <a:lnTo>
                    <a:pt x="56809" y="462547"/>
                  </a:lnTo>
                  <a:cubicBezTo>
                    <a:pt x="56809" y="462547"/>
                    <a:pt x="60847" y="465474"/>
                    <a:pt x="61689" y="466012"/>
                  </a:cubicBezTo>
                  <a:cubicBezTo>
                    <a:pt x="62564" y="466550"/>
                    <a:pt x="61150" y="466113"/>
                    <a:pt x="63876" y="466651"/>
                  </a:cubicBezTo>
                  <a:cubicBezTo>
                    <a:pt x="66602" y="467189"/>
                    <a:pt x="69867" y="468602"/>
                    <a:pt x="69867" y="468602"/>
                  </a:cubicBezTo>
                  <a:cubicBezTo>
                    <a:pt x="69867" y="468602"/>
                    <a:pt x="73030" y="470015"/>
                    <a:pt x="73905" y="470553"/>
                  </a:cubicBezTo>
                  <a:cubicBezTo>
                    <a:pt x="74780" y="471091"/>
                    <a:pt x="77506" y="473581"/>
                    <a:pt x="77506" y="473581"/>
                  </a:cubicBezTo>
                  <a:lnTo>
                    <a:pt x="79257" y="476171"/>
                  </a:lnTo>
                  <a:lnTo>
                    <a:pt x="80031" y="479198"/>
                  </a:lnTo>
                  <a:lnTo>
                    <a:pt x="81781" y="482462"/>
                  </a:lnTo>
                  <a:cubicBezTo>
                    <a:pt x="81781" y="482462"/>
                    <a:pt x="82656" y="484648"/>
                    <a:pt x="82757" y="485085"/>
                  </a:cubicBezTo>
                  <a:cubicBezTo>
                    <a:pt x="82858" y="485523"/>
                    <a:pt x="84372" y="489761"/>
                    <a:pt x="84372" y="489761"/>
                  </a:cubicBezTo>
                  <a:lnTo>
                    <a:pt x="85987" y="493798"/>
                  </a:lnTo>
                  <a:lnTo>
                    <a:pt x="87939" y="495985"/>
                  </a:lnTo>
                  <a:lnTo>
                    <a:pt x="89891" y="499012"/>
                  </a:lnTo>
                  <a:lnTo>
                    <a:pt x="92180" y="503352"/>
                  </a:lnTo>
                  <a:cubicBezTo>
                    <a:pt x="92180" y="503352"/>
                    <a:pt x="92281" y="503991"/>
                    <a:pt x="93055" y="505303"/>
                  </a:cubicBezTo>
                  <a:cubicBezTo>
                    <a:pt x="93829" y="506615"/>
                    <a:pt x="96858" y="512266"/>
                    <a:pt x="97194" y="513242"/>
                  </a:cubicBezTo>
                  <a:cubicBezTo>
                    <a:pt x="97531" y="514217"/>
                    <a:pt x="97834" y="515630"/>
                    <a:pt x="98507" y="516606"/>
                  </a:cubicBezTo>
                  <a:cubicBezTo>
                    <a:pt x="99146" y="517581"/>
                    <a:pt x="101334" y="518792"/>
                    <a:pt x="101570" y="519230"/>
                  </a:cubicBezTo>
                  <a:cubicBezTo>
                    <a:pt x="101771" y="519667"/>
                    <a:pt x="102445" y="521282"/>
                    <a:pt x="102747" y="521719"/>
                  </a:cubicBezTo>
                  <a:cubicBezTo>
                    <a:pt x="103084" y="522156"/>
                    <a:pt x="108839" y="526933"/>
                    <a:pt x="108839" y="526933"/>
                  </a:cubicBezTo>
                  <a:lnTo>
                    <a:pt x="113079" y="531710"/>
                  </a:lnTo>
                  <a:lnTo>
                    <a:pt x="117858" y="535309"/>
                  </a:lnTo>
                  <a:lnTo>
                    <a:pt x="121998" y="539010"/>
                  </a:lnTo>
                  <a:lnTo>
                    <a:pt x="129402" y="544123"/>
                  </a:lnTo>
                  <a:lnTo>
                    <a:pt x="134181" y="547487"/>
                  </a:lnTo>
                  <a:lnTo>
                    <a:pt x="137445" y="551187"/>
                  </a:lnTo>
                  <a:lnTo>
                    <a:pt x="144412" y="557377"/>
                  </a:lnTo>
                  <a:lnTo>
                    <a:pt x="147878" y="560741"/>
                  </a:lnTo>
                  <a:lnTo>
                    <a:pt x="151244" y="565753"/>
                  </a:lnTo>
                  <a:lnTo>
                    <a:pt x="153431" y="570766"/>
                  </a:lnTo>
                  <a:lnTo>
                    <a:pt x="158008" y="574802"/>
                  </a:lnTo>
                  <a:lnTo>
                    <a:pt x="159085" y="575442"/>
                  </a:lnTo>
                  <a:lnTo>
                    <a:pt x="161138" y="578772"/>
                  </a:lnTo>
                  <a:lnTo>
                    <a:pt x="163090" y="579916"/>
                  </a:lnTo>
                  <a:lnTo>
                    <a:pt x="166220" y="579916"/>
                  </a:lnTo>
                  <a:lnTo>
                    <a:pt x="167095" y="580992"/>
                  </a:lnTo>
                  <a:lnTo>
                    <a:pt x="170124" y="584591"/>
                  </a:lnTo>
                  <a:lnTo>
                    <a:pt x="170360" y="586879"/>
                  </a:lnTo>
                  <a:lnTo>
                    <a:pt x="170561" y="589166"/>
                  </a:lnTo>
                  <a:cubicBezTo>
                    <a:pt x="170561" y="589166"/>
                    <a:pt x="170797" y="590478"/>
                    <a:pt x="170662" y="590916"/>
                  </a:cubicBezTo>
                  <a:cubicBezTo>
                    <a:pt x="170561" y="591353"/>
                    <a:pt x="170561" y="593842"/>
                    <a:pt x="170561" y="593842"/>
                  </a:cubicBezTo>
                  <a:lnTo>
                    <a:pt x="170561" y="596466"/>
                  </a:lnTo>
                  <a:cubicBezTo>
                    <a:pt x="170561" y="596466"/>
                    <a:pt x="170662" y="599494"/>
                    <a:pt x="170797" y="600267"/>
                  </a:cubicBezTo>
                  <a:cubicBezTo>
                    <a:pt x="170898" y="601008"/>
                    <a:pt x="171571" y="601680"/>
                    <a:pt x="171874" y="602757"/>
                  </a:cubicBezTo>
                  <a:cubicBezTo>
                    <a:pt x="172211" y="603833"/>
                    <a:pt x="172749" y="604170"/>
                    <a:pt x="172951" y="604809"/>
                  </a:cubicBezTo>
                  <a:cubicBezTo>
                    <a:pt x="173153" y="605448"/>
                    <a:pt x="174028" y="606995"/>
                    <a:pt x="174129" y="607635"/>
                  </a:cubicBezTo>
                  <a:cubicBezTo>
                    <a:pt x="174230" y="608274"/>
                    <a:pt x="174903" y="609586"/>
                    <a:pt x="175206" y="610225"/>
                  </a:cubicBezTo>
                  <a:cubicBezTo>
                    <a:pt x="175542" y="610864"/>
                    <a:pt x="176182" y="612512"/>
                    <a:pt x="176182" y="612512"/>
                  </a:cubicBezTo>
                  <a:cubicBezTo>
                    <a:pt x="176182" y="612512"/>
                    <a:pt x="176821" y="613690"/>
                    <a:pt x="177393" y="614026"/>
                  </a:cubicBezTo>
                  <a:cubicBezTo>
                    <a:pt x="177932" y="614362"/>
                    <a:pt x="177595" y="614564"/>
                    <a:pt x="178470" y="614564"/>
                  </a:cubicBezTo>
                  <a:cubicBezTo>
                    <a:pt x="179345" y="614564"/>
                    <a:pt x="180321" y="614228"/>
                    <a:pt x="180961" y="614564"/>
                  </a:cubicBezTo>
                  <a:cubicBezTo>
                    <a:pt x="181600" y="614901"/>
                    <a:pt x="183014" y="615203"/>
                    <a:pt x="183014" y="615203"/>
                  </a:cubicBezTo>
                  <a:cubicBezTo>
                    <a:pt x="183014" y="615203"/>
                    <a:pt x="184865" y="615405"/>
                    <a:pt x="185504" y="615203"/>
                  </a:cubicBezTo>
                  <a:cubicBezTo>
                    <a:pt x="186144" y="615002"/>
                    <a:pt x="187557" y="614665"/>
                    <a:pt x="187557" y="614665"/>
                  </a:cubicBezTo>
                  <a:cubicBezTo>
                    <a:pt x="187557" y="614665"/>
                    <a:pt x="187456" y="615540"/>
                    <a:pt x="188331" y="614463"/>
                  </a:cubicBezTo>
                  <a:cubicBezTo>
                    <a:pt x="189206" y="613387"/>
                    <a:pt x="188970" y="614262"/>
                    <a:pt x="189206" y="613387"/>
                  </a:cubicBezTo>
                  <a:cubicBezTo>
                    <a:pt x="189408" y="612512"/>
                    <a:pt x="189644" y="610898"/>
                    <a:pt x="189644" y="610898"/>
                  </a:cubicBezTo>
                  <a:cubicBezTo>
                    <a:pt x="189644" y="610898"/>
                    <a:pt x="189845" y="610124"/>
                    <a:pt x="189980" y="609821"/>
                  </a:cubicBezTo>
                  <a:cubicBezTo>
                    <a:pt x="190081" y="609485"/>
                    <a:pt x="190182" y="608610"/>
                    <a:pt x="190182" y="607870"/>
                  </a:cubicBezTo>
                  <a:cubicBezTo>
                    <a:pt x="190182" y="607096"/>
                    <a:pt x="190283" y="605818"/>
                    <a:pt x="190283" y="605818"/>
                  </a:cubicBezTo>
                  <a:cubicBezTo>
                    <a:pt x="190283" y="605818"/>
                    <a:pt x="191057" y="604843"/>
                    <a:pt x="191360" y="604742"/>
                  </a:cubicBezTo>
                  <a:cubicBezTo>
                    <a:pt x="191696" y="604641"/>
                    <a:pt x="191360" y="603430"/>
                    <a:pt x="191898" y="602891"/>
                  </a:cubicBezTo>
                  <a:cubicBezTo>
                    <a:pt x="192437" y="602353"/>
                    <a:pt x="193850" y="601277"/>
                    <a:pt x="193850" y="601277"/>
                  </a:cubicBezTo>
                  <a:lnTo>
                    <a:pt x="196576" y="599864"/>
                  </a:lnTo>
                  <a:lnTo>
                    <a:pt x="199168" y="598989"/>
                  </a:lnTo>
                  <a:lnTo>
                    <a:pt x="201793" y="597476"/>
                  </a:lnTo>
                  <a:lnTo>
                    <a:pt x="203644" y="596164"/>
                  </a:lnTo>
                  <a:cubicBezTo>
                    <a:pt x="203644" y="596164"/>
                    <a:pt x="204182" y="596164"/>
                    <a:pt x="205057" y="595625"/>
                  </a:cubicBezTo>
                  <a:cubicBezTo>
                    <a:pt x="205932" y="595087"/>
                    <a:pt x="206269" y="593775"/>
                    <a:pt x="206908" y="593573"/>
                  </a:cubicBezTo>
                  <a:cubicBezTo>
                    <a:pt x="207548" y="593371"/>
                    <a:pt x="208524" y="593371"/>
                    <a:pt x="208961" y="593035"/>
                  </a:cubicBezTo>
                  <a:cubicBezTo>
                    <a:pt x="209399" y="592699"/>
                    <a:pt x="209937" y="592497"/>
                    <a:pt x="210577" y="592396"/>
                  </a:cubicBezTo>
                  <a:cubicBezTo>
                    <a:pt x="211216" y="592295"/>
                    <a:pt x="212091" y="592194"/>
                    <a:pt x="212091" y="591757"/>
                  </a:cubicBezTo>
                  <a:cubicBezTo>
                    <a:pt x="212091" y="591319"/>
                    <a:pt x="212293" y="589907"/>
                    <a:pt x="212293" y="589469"/>
                  </a:cubicBezTo>
                  <a:cubicBezTo>
                    <a:pt x="212293" y="589032"/>
                    <a:pt x="212192" y="588931"/>
                    <a:pt x="212192" y="587283"/>
                  </a:cubicBezTo>
                  <a:cubicBezTo>
                    <a:pt x="212192" y="585634"/>
                    <a:pt x="212293" y="584255"/>
                    <a:pt x="212293" y="584255"/>
                  </a:cubicBezTo>
                  <a:lnTo>
                    <a:pt x="212495" y="582943"/>
                  </a:lnTo>
                  <a:lnTo>
                    <a:pt x="213033" y="581732"/>
                  </a:lnTo>
                  <a:lnTo>
                    <a:pt x="213808" y="580117"/>
                  </a:lnTo>
                  <a:cubicBezTo>
                    <a:pt x="213808" y="580117"/>
                    <a:pt x="215019" y="579243"/>
                    <a:pt x="215659" y="579142"/>
                  </a:cubicBezTo>
                  <a:cubicBezTo>
                    <a:pt x="216298" y="579041"/>
                    <a:pt x="218250" y="578267"/>
                    <a:pt x="218250" y="578267"/>
                  </a:cubicBezTo>
                  <a:lnTo>
                    <a:pt x="219462" y="578065"/>
                  </a:lnTo>
                  <a:lnTo>
                    <a:pt x="220774" y="578839"/>
                  </a:lnTo>
                  <a:cubicBezTo>
                    <a:pt x="220774" y="578839"/>
                    <a:pt x="222087" y="578637"/>
                    <a:pt x="222288" y="579075"/>
                  </a:cubicBezTo>
                  <a:cubicBezTo>
                    <a:pt x="222490" y="579512"/>
                    <a:pt x="223063" y="580689"/>
                    <a:pt x="223365" y="580925"/>
                  </a:cubicBezTo>
                  <a:cubicBezTo>
                    <a:pt x="223702" y="581160"/>
                    <a:pt x="224341" y="581564"/>
                    <a:pt x="224577" y="581900"/>
                  </a:cubicBezTo>
                  <a:cubicBezTo>
                    <a:pt x="224813" y="582237"/>
                    <a:pt x="226630" y="583852"/>
                    <a:pt x="226966" y="583952"/>
                  </a:cubicBezTo>
                  <a:cubicBezTo>
                    <a:pt x="227303" y="584053"/>
                    <a:pt x="227303" y="583515"/>
                    <a:pt x="228043" y="583078"/>
                  </a:cubicBezTo>
                  <a:cubicBezTo>
                    <a:pt x="228817" y="582640"/>
                    <a:pt x="228918" y="582977"/>
                    <a:pt x="229659" y="582001"/>
                  </a:cubicBezTo>
                  <a:cubicBezTo>
                    <a:pt x="230433" y="581026"/>
                    <a:pt x="229861" y="581463"/>
                    <a:pt x="230433" y="581026"/>
                  </a:cubicBezTo>
                  <a:cubicBezTo>
                    <a:pt x="230971" y="580588"/>
                    <a:pt x="231914" y="580218"/>
                    <a:pt x="231914" y="580218"/>
                  </a:cubicBezTo>
                  <a:lnTo>
                    <a:pt x="233596" y="579781"/>
                  </a:lnTo>
                  <a:lnTo>
                    <a:pt x="236323" y="579714"/>
                  </a:lnTo>
                  <a:lnTo>
                    <a:pt x="237837" y="580353"/>
                  </a:lnTo>
                  <a:cubicBezTo>
                    <a:pt x="237837" y="580353"/>
                    <a:pt x="239049" y="582102"/>
                    <a:pt x="239183" y="582270"/>
                  </a:cubicBezTo>
                  <a:cubicBezTo>
                    <a:pt x="239351" y="582438"/>
                    <a:pt x="241573" y="584827"/>
                    <a:pt x="241573" y="584827"/>
                  </a:cubicBezTo>
                  <a:lnTo>
                    <a:pt x="243693" y="587754"/>
                  </a:lnTo>
                  <a:lnTo>
                    <a:pt x="245645" y="590075"/>
                  </a:lnTo>
                  <a:lnTo>
                    <a:pt x="250592" y="595053"/>
                  </a:lnTo>
                  <a:lnTo>
                    <a:pt x="255337" y="597711"/>
                  </a:lnTo>
                  <a:cubicBezTo>
                    <a:pt x="255337" y="597711"/>
                    <a:pt x="259208" y="600200"/>
                    <a:pt x="259409" y="600200"/>
                  </a:cubicBezTo>
                  <a:cubicBezTo>
                    <a:pt x="259611" y="600200"/>
                    <a:pt x="261698" y="600402"/>
                    <a:pt x="262405" y="600570"/>
                  </a:cubicBezTo>
                  <a:cubicBezTo>
                    <a:pt x="263112" y="600738"/>
                    <a:pt x="266309" y="600839"/>
                    <a:pt x="266915" y="600839"/>
                  </a:cubicBezTo>
                  <a:cubicBezTo>
                    <a:pt x="267520" y="600839"/>
                    <a:pt x="270448" y="600839"/>
                    <a:pt x="270448" y="600839"/>
                  </a:cubicBezTo>
                  <a:lnTo>
                    <a:pt x="271761" y="600974"/>
                  </a:lnTo>
                  <a:lnTo>
                    <a:pt x="274083" y="602151"/>
                  </a:lnTo>
                  <a:cubicBezTo>
                    <a:pt x="274083" y="602151"/>
                    <a:pt x="274958" y="602656"/>
                    <a:pt x="275160" y="603228"/>
                  </a:cubicBezTo>
                  <a:cubicBezTo>
                    <a:pt x="275362" y="603800"/>
                    <a:pt x="276102" y="606054"/>
                    <a:pt x="276102" y="606054"/>
                  </a:cubicBezTo>
                  <a:cubicBezTo>
                    <a:pt x="276102" y="606054"/>
                    <a:pt x="276237" y="607635"/>
                    <a:pt x="276237" y="608005"/>
                  </a:cubicBezTo>
                  <a:cubicBezTo>
                    <a:pt x="276237" y="608375"/>
                    <a:pt x="275867" y="609518"/>
                    <a:pt x="275867" y="609754"/>
                  </a:cubicBezTo>
                  <a:cubicBezTo>
                    <a:pt x="275867" y="609956"/>
                    <a:pt x="275294" y="612075"/>
                    <a:pt x="275294" y="612075"/>
                  </a:cubicBezTo>
                  <a:lnTo>
                    <a:pt x="274924" y="614026"/>
                  </a:lnTo>
                  <a:cubicBezTo>
                    <a:pt x="274924" y="614026"/>
                    <a:pt x="274722" y="615977"/>
                    <a:pt x="274722" y="616616"/>
                  </a:cubicBezTo>
                  <a:cubicBezTo>
                    <a:pt x="274722" y="617256"/>
                    <a:pt x="274722" y="618803"/>
                    <a:pt x="274588" y="619139"/>
                  </a:cubicBezTo>
                  <a:cubicBezTo>
                    <a:pt x="274453" y="619509"/>
                    <a:pt x="274520" y="620956"/>
                    <a:pt x="274520" y="620956"/>
                  </a:cubicBezTo>
                  <a:cubicBezTo>
                    <a:pt x="274520" y="620956"/>
                    <a:pt x="275463" y="623075"/>
                    <a:pt x="275463" y="623479"/>
                  </a:cubicBezTo>
                  <a:cubicBezTo>
                    <a:pt x="275463" y="623916"/>
                    <a:pt x="276102" y="625430"/>
                    <a:pt x="276102" y="625430"/>
                  </a:cubicBezTo>
                  <a:lnTo>
                    <a:pt x="277482" y="630274"/>
                  </a:lnTo>
                  <a:cubicBezTo>
                    <a:pt x="277482" y="630274"/>
                    <a:pt x="277785" y="632898"/>
                    <a:pt x="277785" y="633167"/>
                  </a:cubicBezTo>
                  <a:cubicBezTo>
                    <a:pt x="277785" y="633470"/>
                    <a:pt x="278290" y="635253"/>
                    <a:pt x="278357" y="635556"/>
                  </a:cubicBezTo>
                  <a:cubicBezTo>
                    <a:pt x="278424" y="635858"/>
                    <a:pt x="280174" y="637372"/>
                    <a:pt x="280174" y="637372"/>
                  </a:cubicBezTo>
                  <a:lnTo>
                    <a:pt x="281622" y="639390"/>
                  </a:lnTo>
                  <a:cubicBezTo>
                    <a:pt x="281622" y="639390"/>
                    <a:pt x="282126" y="639761"/>
                    <a:pt x="282429" y="639895"/>
                  </a:cubicBezTo>
                  <a:cubicBezTo>
                    <a:pt x="282732" y="640030"/>
                    <a:pt x="284886" y="641207"/>
                    <a:pt x="284886" y="641207"/>
                  </a:cubicBezTo>
                  <a:lnTo>
                    <a:pt x="286973" y="642519"/>
                  </a:lnTo>
                  <a:lnTo>
                    <a:pt x="290002" y="643966"/>
                  </a:lnTo>
                  <a:lnTo>
                    <a:pt x="293905" y="646421"/>
                  </a:lnTo>
                  <a:cubicBezTo>
                    <a:pt x="293905" y="646421"/>
                    <a:pt x="297607" y="648742"/>
                    <a:pt x="297877" y="649045"/>
                  </a:cubicBezTo>
                  <a:cubicBezTo>
                    <a:pt x="298180" y="649348"/>
                    <a:pt x="302285" y="652745"/>
                    <a:pt x="302285" y="652745"/>
                  </a:cubicBezTo>
                  <a:cubicBezTo>
                    <a:pt x="302285" y="652745"/>
                    <a:pt x="303295" y="654697"/>
                    <a:pt x="303531" y="655134"/>
                  </a:cubicBezTo>
                  <a:cubicBezTo>
                    <a:pt x="303733" y="655571"/>
                    <a:pt x="305718" y="659036"/>
                    <a:pt x="306290" y="660045"/>
                  </a:cubicBezTo>
                  <a:cubicBezTo>
                    <a:pt x="306862" y="661054"/>
                    <a:pt x="310127" y="665259"/>
                    <a:pt x="310497" y="665999"/>
                  </a:cubicBezTo>
                  <a:cubicBezTo>
                    <a:pt x="310867" y="666706"/>
                    <a:pt x="312685" y="669767"/>
                    <a:pt x="312685" y="669767"/>
                  </a:cubicBezTo>
                  <a:cubicBezTo>
                    <a:pt x="312685" y="669767"/>
                    <a:pt x="314435" y="673030"/>
                    <a:pt x="314435" y="673333"/>
                  </a:cubicBezTo>
                  <a:cubicBezTo>
                    <a:pt x="314435" y="673635"/>
                    <a:pt x="314805" y="677100"/>
                    <a:pt x="314805" y="677807"/>
                  </a:cubicBezTo>
                  <a:cubicBezTo>
                    <a:pt x="314805" y="678547"/>
                    <a:pt x="314805" y="681642"/>
                    <a:pt x="314805" y="681642"/>
                  </a:cubicBezTo>
                  <a:lnTo>
                    <a:pt x="317262" y="684669"/>
                  </a:lnTo>
                  <a:cubicBezTo>
                    <a:pt x="317262" y="684669"/>
                    <a:pt x="319887" y="687125"/>
                    <a:pt x="320223" y="687630"/>
                  </a:cubicBezTo>
                  <a:cubicBezTo>
                    <a:pt x="320594" y="688134"/>
                    <a:pt x="324632" y="690825"/>
                    <a:pt x="325137" y="690893"/>
                  </a:cubicBezTo>
                  <a:cubicBezTo>
                    <a:pt x="325642" y="690960"/>
                    <a:pt x="328536" y="692709"/>
                    <a:pt x="329041" y="693079"/>
                  </a:cubicBezTo>
                  <a:cubicBezTo>
                    <a:pt x="329546" y="693449"/>
                    <a:pt x="335637" y="696275"/>
                    <a:pt x="336075" y="696981"/>
                  </a:cubicBezTo>
                  <a:cubicBezTo>
                    <a:pt x="336512" y="697722"/>
                    <a:pt x="339911" y="700816"/>
                    <a:pt x="340349" y="701254"/>
                  </a:cubicBezTo>
                  <a:cubicBezTo>
                    <a:pt x="340786" y="701691"/>
                    <a:pt x="344993" y="705257"/>
                    <a:pt x="344993" y="705257"/>
                  </a:cubicBezTo>
                  <a:cubicBezTo>
                    <a:pt x="344993" y="705257"/>
                    <a:pt x="348190" y="708015"/>
                    <a:pt x="348460" y="708015"/>
                  </a:cubicBezTo>
                  <a:cubicBezTo>
                    <a:pt x="348762" y="708015"/>
                    <a:pt x="353104" y="709765"/>
                    <a:pt x="353373" y="709765"/>
                  </a:cubicBezTo>
                  <a:cubicBezTo>
                    <a:pt x="353676" y="709765"/>
                    <a:pt x="356772" y="709394"/>
                    <a:pt x="357210" y="709765"/>
                  </a:cubicBezTo>
                  <a:cubicBezTo>
                    <a:pt x="357647" y="710135"/>
                    <a:pt x="359296" y="711211"/>
                    <a:pt x="359296" y="711211"/>
                  </a:cubicBezTo>
                  <a:cubicBezTo>
                    <a:pt x="359296" y="711211"/>
                    <a:pt x="361114" y="713398"/>
                    <a:pt x="361181" y="713667"/>
                  </a:cubicBezTo>
                  <a:cubicBezTo>
                    <a:pt x="361248" y="713970"/>
                    <a:pt x="362830" y="715921"/>
                    <a:pt x="363066" y="716560"/>
                  </a:cubicBezTo>
                  <a:cubicBezTo>
                    <a:pt x="363301" y="717199"/>
                    <a:pt x="363941" y="719688"/>
                    <a:pt x="364075" y="720462"/>
                  </a:cubicBezTo>
                  <a:cubicBezTo>
                    <a:pt x="364210" y="721269"/>
                    <a:pt x="364950" y="723927"/>
                    <a:pt x="364950" y="724230"/>
                  </a:cubicBezTo>
                  <a:cubicBezTo>
                    <a:pt x="364950" y="724532"/>
                    <a:pt x="365320" y="726113"/>
                    <a:pt x="365455" y="726483"/>
                  </a:cubicBezTo>
                  <a:cubicBezTo>
                    <a:pt x="365590" y="726853"/>
                    <a:pt x="366700" y="728435"/>
                    <a:pt x="366768" y="728636"/>
                  </a:cubicBezTo>
                  <a:cubicBezTo>
                    <a:pt x="366835" y="728872"/>
                    <a:pt x="367845" y="734860"/>
                    <a:pt x="367845" y="734860"/>
                  </a:cubicBezTo>
                  <a:cubicBezTo>
                    <a:pt x="367845" y="734860"/>
                    <a:pt x="367979" y="736441"/>
                    <a:pt x="368282" y="737114"/>
                  </a:cubicBezTo>
                  <a:cubicBezTo>
                    <a:pt x="368585" y="737753"/>
                    <a:pt x="371816" y="739199"/>
                    <a:pt x="371816" y="739435"/>
                  </a:cubicBezTo>
                  <a:cubicBezTo>
                    <a:pt x="371816" y="739637"/>
                    <a:pt x="373128" y="742900"/>
                    <a:pt x="373128" y="742900"/>
                  </a:cubicBezTo>
                  <a:cubicBezTo>
                    <a:pt x="373128" y="742900"/>
                    <a:pt x="374710" y="746869"/>
                    <a:pt x="374710" y="747475"/>
                  </a:cubicBezTo>
                  <a:cubicBezTo>
                    <a:pt x="374710" y="748047"/>
                    <a:pt x="375148" y="751242"/>
                    <a:pt x="375148" y="751679"/>
                  </a:cubicBezTo>
                  <a:cubicBezTo>
                    <a:pt x="375148" y="752117"/>
                    <a:pt x="375518" y="753866"/>
                    <a:pt x="375518" y="754135"/>
                  </a:cubicBezTo>
                  <a:cubicBezTo>
                    <a:pt x="375518" y="754404"/>
                    <a:pt x="376460" y="756221"/>
                    <a:pt x="376460" y="756725"/>
                  </a:cubicBezTo>
                  <a:cubicBezTo>
                    <a:pt x="376460" y="757230"/>
                    <a:pt x="377100" y="758609"/>
                    <a:pt x="377403" y="759114"/>
                  </a:cubicBezTo>
                  <a:cubicBezTo>
                    <a:pt x="377705" y="759619"/>
                    <a:pt x="379287" y="762074"/>
                    <a:pt x="379422" y="762377"/>
                  </a:cubicBezTo>
                  <a:cubicBezTo>
                    <a:pt x="379556" y="762680"/>
                    <a:pt x="380229" y="764059"/>
                    <a:pt x="380566" y="764194"/>
                  </a:cubicBezTo>
                  <a:cubicBezTo>
                    <a:pt x="380936" y="764328"/>
                    <a:pt x="383595" y="766010"/>
                    <a:pt x="383965" y="766077"/>
                  </a:cubicBezTo>
                  <a:cubicBezTo>
                    <a:pt x="384335" y="766144"/>
                    <a:pt x="384975" y="765707"/>
                    <a:pt x="385850" y="766077"/>
                  </a:cubicBezTo>
                  <a:cubicBezTo>
                    <a:pt x="386725" y="766447"/>
                    <a:pt x="387869" y="766077"/>
                    <a:pt x="388475" y="766077"/>
                  </a:cubicBezTo>
                  <a:cubicBezTo>
                    <a:pt x="389047" y="766077"/>
                    <a:pt x="389283" y="765640"/>
                    <a:pt x="389989" y="765640"/>
                  </a:cubicBezTo>
                  <a:cubicBezTo>
                    <a:pt x="390696" y="765640"/>
                    <a:pt x="390932" y="765135"/>
                    <a:pt x="391504" y="765135"/>
                  </a:cubicBezTo>
                  <a:cubicBezTo>
                    <a:pt x="392076" y="765135"/>
                    <a:pt x="392446" y="764833"/>
                    <a:pt x="393186" y="764833"/>
                  </a:cubicBezTo>
                  <a:cubicBezTo>
                    <a:pt x="393893" y="764833"/>
                    <a:pt x="394768" y="764530"/>
                    <a:pt x="395273" y="764631"/>
                  </a:cubicBezTo>
                  <a:cubicBezTo>
                    <a:pt x="395778" y="764698"/>
                    <a:pt x="396417" y="765001"/>
                    <a:pt x="396855" y="765001"/>
                  </a:cubicBezTo>
                  <a:cubicBezTo>
                    <a:pt x="397292" y="765001"/>
                    <a:pt x="397090" y="765068"/>
                    <a:pt x="398100" y="764934"/>
                  </a:cubicBezTo>
                  <a:cubicBezTo>
                    <a:pt x="399110" y="764799"/>
                    <a:pt x="399547" y="764732"/>
                    <a:pt x="400490" y="764362"/>
                  </a:cubicBezTo>
                  <a:cubicBezTo>
                    <a:pt x="401432" y="763992"/>
                    <a:pt x="401869" y="763487"/>
                    <a:pt x="402576" y="763218"/>
                  </a:cubicBezTo>
                  <a:cubicBezTo>
                    <a:pt x="403317" y="762949"/>
                    <a:pt x="403014" y="762579"/>
                    <a:pt x="403889" y="762343"/>
                  </a:cubicBezTo>
                  <a:cubicBezTo>
                    <a:pt x="404764" y="762142"/>
                    <a:pt x="404023" y="761704"/>
                    <a:pt x="405773" y="761536"/>
                  </a:cubicBezTo>
                  <a:cubicBezTo>
                    <a:pt x="407523" y="761401"/>
                    <a:pt x="408903" y="760729"/>
                    <a:pt x="409475" y="760729"/>
                  </a:cubicBezTo>
                  <a:cubicBezTo>
                    <a:pt x="410047" y="760729"/>
                    <a:pt x="414692" y="760594"/>
                    <a:pt x="414692" y="760594"/>
                  </a:cubicBezTo>
                  <a:cubicBezTo>
                    <a:pt x="414692" y="760594"/>
                    <a:pt x="415870" y="760460"/>
                    <a:pt x="417014" y="760527"/>
                  </a:cubicBezTo>
                  <a:cubicBezTo>
                    <a:pt x="418158" y="760594"/>
                    <a:pt x="421086" y="760594"/>
                    <a:pt x="421288" y="760661"/>
                  </a:cubicBezTo>
                  <a:cubicBezTo>
                    <a:pt x="421490" y="760729"/>
                    <a:pt x="427077" y="764194"/>
                    <a:pt x="427077" y="764194"/>
                  </a:cubicBezTo>
                  <a:cubicBezTo>
                    <a:pt x="427077" y="764194"/>
                    <a:pt x="428894" y="764126"/>
                    <a:pt x="429163" y="764126"/>
                  </a:cubicBezTo>
                  <a:cubicBezTo>
                    <a:pt x="429466" y="764126"/>
                    <a:pt x="432865" y="766279"/>
                    <a:pt x="433067" y="766245"/>
                  </a:cubicBezTo>
                  <a:cubicBezTo>
                    <a:pt x="433269" y="766245"/>
                    <a:pt x="434885" y="768331"/>
                    <a:pt x="434885" y="768331"/>
                  </a:cubicBezTo>
                  <a:cubicBezTo>
                    <a:pt x="434885" y="768331"/>
                    <a:pt x="435760" y="769845"/>
                    <a:pt x="435961" y="770013"/>
                  </a:cubicBezTo>
                  <a:cubicBezTo>
                    <a:pt x="436163" y="770148"/>
                    <a:pt x="436601" y="771527"/>
                    <a:pt x="436601" y="771527"/>
                  </a:cubicBezTo>
                  <a:lnTo>
                    <a:pt x="437173" y="773041"/>
                  </a:lnTo>
                  <a:cubicBezTo>
                    <a:pt x="437173" y="773041"/>
                    <a:pt x="437308" y="773747"/>
                    <a:pt x="437308" y="774353"/>
                  </a:cubicBezTo>
                  <a:cubicBezTo>
                    <a:pt x="437308" y="774925"/>
                    <a:pt x="437510" y="776371"/>
                    <a:pt x="437812" y="776808"/>
                  </a:cubicBezTo>
                  <a:cubicBezTo>
                    <a:pt x="438115" y="777246"/>
                    <a:pt x="439394" y="780206"/>
                    <a:pt x="439394" y="780206"/>
                  </a:cubicBezTo>
                  <a:lnTo>
                    <a:pt x="440034" y="783974"/>
                  </a:lnTo>
                  <a:lnTo>
                    <a:pt x="440303" y="789188"/>
                  </a:lnTo>
                  <a:lnTo>
                    <a:pt x="439832" y="792653"/>
                  </a:lnTo>
                  <a:lnTo>
                    <a:pt x="439832" y="798069"/>
                  </a:lnTo>
                  <a:lnTo>
                    <a:pt x="440269" y="805671"/>
                  </a:lnTo>
                  <a:lnTo>
                    <a:pt x="441043" y="812096"/>
                  </a:lnTo>
                  <a:lnTo>
                    <a:pt x="441279" y="815359"/>
                  </a:lnTo>
                  <a:lnTo>
                    <a:pt x="444207" y="821011"/>
                  </a:lnTo>
                  <a:lnTo>
                    <a:pt x="445957" y="821885"/>
                  </a:lnTo>
                  <a:lnTo>
                    <a:pt x="447471" y="824375"/>
                  </a:lnTo>
                  <a:cubicBezTo>
                    <a:pt x="447471" y="824375"/>
                    <a:pt x="449524" y="828176"/>
                    <a:pt x="450096" y="828714"/>
                  </a:cubicBezTo>
                  <a:cubicBezTo>
                    <a:pt x="450635" y="829252"/>
                    <a:pt x="454101" y="830665"/>
                    <a:pt x="454539" y="830901"/>
                  </a:cubicBezTo>
                  <a:cubicBezTo>
                    <a:pt x="454976" y="831103"/>
                    <a:pt x="456390" y="832650"/>
                    <a:pt x="456592" y="833390"/>
                  </a:cubicBezTo>
                  <a:cubicBezTo>
                    <a:pt x="456794" y="834164"/>
                    <a:pt x="456794" y="836216"/>
                    <a:pt x="456794" y="836216"/>
                  </a:cubicBezTo>
                  <a:lnTo>
                    <a:pt x="457231" y="838604"/>
                  </a:lnTo>
                  <a:cubicBezTo>
                    <a:pt x="457231" y="838604"/>
                    <a:pt x="461909" y="839916"/>
                    <a:pt x="463222" y="841094"/>
                  </a:cubicBezTo>
                  <a:cubicBezTo>
                    <a:pt x="464534" y="842271"/>
                    <a:pt x="467227" y="843482"/>
                    <a:pt x="467227" y="843482"/>
                  </a:cubicBezTo>
                  <a:cubicBezTo>
                    <a:pt x="467227" y="843482"/>
                    <a:pt x="468102" y="842944"/>
                    <a:pt x="468539" y="843482"/>
                  </a:cubicBezTo>
                  <a:cubicBezTo>
                    <a:pt x="468977" y="844020"/>
                    <a:pt x="469414" y="844794"/>
                    <a:pt x="469852" y="845870"/>
                  </a:cubicBezTo>
                  <a:cubicBezTo>
                    <a:pt x="470289" y="846947"/>
                    <a:pt x="471265" y="849470"/>
                    <a:pt x="471265" y="849470"/>
                  </a:cubicBezTo>
                  <a:lnTo>
                    <a:pt x="476482" y="855323"/>
                  </a:lnTo>
                  <a:cubicBezTo>
                    <a:pt x="476482" y="855323"/>
                    <a:pt x="479645" y="859663"/>
                    <a:pt x="480285" y="860436"/>
                  </a:cubicBezTo>
                  <a:cubicBezTo>
                    <a:pt x="480924" y="861210"/>
                    <a:pt x="482472" y="863599"/>
                    <a:pt x="483448" y="864036"/>
                  </a:cubicBezTo>
                  <a:cubicBezTo>
                    <a:pt x="484424" y="864473"/>
                    <a:pt x="486275" y="865247"/>
                    <a:pt x="487891" y="865247"/>
                  </a:cubicBezTo>
                  <a:cubicBezTo>
                    <a:pt x="489506" y="865247"/>
                    <a:pt x="490617" y="864709"/>
                    <a:pt x="491256" y="865247"/>
                  </a:cubicBezTo>
                  <a:cubicBezTo>
                    <a:pt x="491895" y="865785"/>
                    <a:pt x="496371" y="867534"/>
                    <a:pt x="496371" y="867534"/>
                  </a:cubicBezTo>
                  <a:cubicBezTo>
                    <a:pt x="496371" y="867534"/>
                    <a:pt x="498424" y="867198"/>
                    <a:pt x="498996" y="866996"/>
                  </a:cubicBezTo>
                  <a:cubicBezTo>
                    <a:pt x="499535" y="866794"/>
                    <a:pt x="498996" y="866458"/>
                    <a:pt x="500073" y="866021"/>
                  </a:cubicBezTo>
                  <a:cubicBezTo>
                    <a:pt x="501150" y="865583"/>
                    <a:pt x="501386" y="865583"/>
                    <a:pt x="501824" y="865381"/>
                  </a:cubicBezTo>
                  <a:cubicBezTo>
                    <a:pt x="502261" y="865146"/>
                    <a:pt x="503237" y="864170"/>
                    <a:pt x="503237" y="864170"/>
                  </a:cubicBezTo>
                  <a:lnTo>
                    <a:pt x="504011" y="863397"/>
                  </a:lnTo>
                  <a:lnTo>
                    <a:pt x="505761" y="862085"/>
                  </a:lnTo>
                  <a:cubicBezTo>
                    <a:pt x="505761" y="862085"/>
                    <a:pt x="506737" y="861311"/>
                    <a:pt x="506838" y="861042"/>
                  </a:cubicBezTo>
                  <a:cubicBezTo>
                    <a:pt x="506939" y="860773"/>
                    <a:pt x="507545" y="860235"/>
                    <a:pt x="508083" y="860235"/>
                  </a:cubicBezTo>
                  <a:cubicBezTo>
                    <a:pt x="508622" y="860235"/>
                    <a:pt x="510540" y="860066"/>
                    <a:pt x="510843" y="859999"/>
                  </a:cubicBezTo>
                  <a:cubicBezTo>
                    <a:pt x="511179" y="859932"/>
                    <a:pt x="513232" y="859932"/>
                    <a:pt x="513434" y="859932"/>
                  </a:cubicBezTo>
                  <a:cubicBezTo>
                    <a:pt x="513670" y="859932"/>
                    <a:pt x="515218" y="860033"/>
                    <a:pt x="515386" y="860033"/>
                  </a:cubicBezTo>
                  <a:cubicBezTo>
                    <a:pt x="515555" y="860033"/>
                    <a:pt x="516194" y="860369"/>
                    <a:pt x="516362" y="860504"/>
                  </a:cubicBezTo>
                  <a:cubicBezTo>
                    <a:pt x="516531" y="860672"/>
                    <a:pt x="517170" y="861412"/>
                    <a:pt x="517506" y="861479"/>
                  </a:cubicBezTo>
                  <a:cubicBezTo>
                    <a:pt x="517843" y="861547"/>
                    <a:pt x="518550" y="862522"/>
                    <a:pt x="518718" y="862623"/>
                  </a:cubicBezTo>
                  <a:cubicBezTo>
                    <a:pt x="518886" y="862724"/>
                    <a:pt x="519761" y="863767"/>
                    <a:pt x="519930" y="864036"/>
                  </a:cubicBezTo>
                  <a:cubicBezTo>
                    <a:pt x="520098" y="864305"/>
                    <a:pt x="520704" y="865516"/>
                    <a:pt x="520704" y="865516"/>
                  </a:cubicBezTo>
                  <a:cubicBezTo>
                    <a:pt x="520704" y="865516"/>
                    <a:pt x="520872" y="867198"/>
                    <a:pt x="520872" y="867467"/>
                  </a:cubicBezTo>
                  <a:cubicBezTo>
                    <a:pt x="520872" y="867736"/>
                    <a:pt x="520805" y="868880"/>
                    <a:pt x="520805" y="868880"/>
                  </a:cubicBezTo>
                  <a:cubicBezTo>
                    <a:pt x="520805" y="868880"/>
                    <a:pt x="520468" y="870024"/>
                    <a:pt x="520434" y="870192"/>
                  </a:cubicBezTo>
                  <a:cubicBezTo>
                    <a:pt x="520367" y="870360"/>
                    <a:pt x="519660" y="871538"/>
                    <a:pt x="519660" y="871538"/>
                  </a:cubicBezTo>
                  <a:lnTo>
                    <a:pt x="518718" y="873152"/>
                  </a:lnTo>
                  <a:lnTo>
                    <a:pt x="517675" y="874195"/>
                  </a:lnTo>
                  <a:lnTo>
                    <a:pt x="517136" y="875103"/>
                  </a:lnTo>
                  <a:lnTo>
                    <a:pt x="512997" y="877660"/>
                  </a:lnTo>
                  <a:lnTo>
                    <a:pt x="511516" y="879510"/>
                  </a:lnTo>
                  <a:lnTo>
                    <a:pt x="510977" y="879947"/>
                  </a:lnTo>
                  <a:lnTo>
                    <a:pt x="510271" y="881360"/>
                  </a:lnTo>
                  <a:lnTo>
                    <a:pt x="509934" y="882605"/>
                  </a:lnTo>
                  <a:cubicBezTo>
                    <a:pt x="509934" y="882605"/>
                    <a:pt x="509564" y="884085"/>
                    <a:pt x="509564" y="884287"/>
                  </a:cubicBezTo>
                  <a:cubicBezTo>
                    <a:pt x="509564" y="884522"/>
                    <a:pt x="509396" y="885700"/>
                    <a:pt x="509396" y="886238"/>
                  </a:cubicBezTo>
                  <a:cubicBezTo>
                    <a:pt x="509396" y="886776"/>
                    <a:pt x="509396" y="888425"/>
                    <a:pt x="509396" y="888425"/>
                  </a:cubicBezTo>
                  <a:lnTo>
                    <a:pt x="509396" y="890174"/>
                  </a:lnTo>
                  <a:lnTo>
                    <a:pt x="509497" y="892899"/>
                  </a:lnTo>
                  <a:cubicBezTo>
                    <a:pt x="509497" y="892899"/>
                    <a:pt x="510574" y="894850"/>
                    <a:pt x="510708" y="895018"/>
                  </a:cubicBezTo>
                  <a:cubicBezTo>
                    <a:pt x="510809" y="895186"/>
                    <a:pt x="511617" y="896330"/>
                    <a:pt x="511785" y="896599"/>
                  </a:cubicBezTo>
                  <a:cubicBezTo>
                    <a:pt x="511954" y="896868"/>
                    <a:pt x="512593" y="898012"/>
                    <a:pt x="512997" y="898079"/>
                  </a:cubicBezTo>
                  <a:cubicBezTo>
                    <a:pt x="513367" y="898147"/>
                    <a:pt x="515016" y="898853"/>
                    <a:pt x="515555" y="899324"/>
                  </a:cubicBezTo>
                  <a:cubicBezTo>
                    <a:pt x="516093" y="899829"/>
                    <a:pt x="517305" y="900569"/>
                    <a:pt x="517742" y="900804"/>
                  </a:cubicBezTo>
                  <a:cubicBezTo>
                    <a:pt x="518180" y="901006"/>
                    <a:pt x="519189" y="901241"/>
                    <a:pt x="519425" y="901410"/>
                  </a:cubicBezTo>
                  <a:cubicBezTo>
                    <a:pt x="519660" y="901578"/>
                    <a:pt x="520838" y="902049"/>
                    <a:pt x="521040" y="902183"/>
                  </a:cubicBezTo>
                  <a:cubicBezTo>
                    <a:pt x="521242" y="902352"/>
                    <a:pt x="523261" y="903260"/>
                    <a:pt x="523598" y="903260"/>
                  </a:cubicBezTo>
                  <a:cubicBezTo>
                    <a:pt x="523935" y="903260"/>
                    <a:pt x="525920" y="903260"/>
                    <a:pt x="525920" y="903260"/>
                  </a:cubicBezTo>
                  <a:lnTo>
                    <a:pt x="528209" y="903260"/>
                  </a:lnTo>
                  <a:lnTo>
                    <a:pt x="529387" y="903260"/>
                  </a:lnTo>
                  <a:cubicBezTo>
                    <a:pt x="529387" y="903260"/>
                    <a:pt x="532752" y="903596"/>
                    <a:pt x="532920" y="903596"/>
                  </a:cubicBezTo>
                  <a:cubicBezTo>
                    <a:pt x="533089" y="903596"/>
                    <a:pt x="534401" y="903529"/>
                    <a:pt x="534771" y="903865"/>
                  </a:cubicBezTo>
                  <a:cubicBezTo>
                    <a:pt x="535142" y="904202"/>
                    <a:pt x="536353" y="904773"/>
                    <a:pt x="536353" y="904773"/>
                  </a:cubicBezTo>
                  <a:lnTo>
                    <a:pt x="539618" y="904134"/>
                  </a:lnTo>
                  <a:cubicBezTo>
                    <a:pt x="539618" y="904134"/>
                    <a:pt x="540930" y="904269"/>
                    <a:pt x="541368" y="904269"/>
                  </a:cubicBezTo>
                  <a:cubicBezTo>
                    <a:pt x="541805" y="904269"/>
                    <a:pt x="542613" y="904639"/>
                    <a:pt x="543252" y="904773"/>
                  </a:cubicBezTo>
                  <a:cubicBezTo>
                    <a:pt x="543892" y="904908"/>
                    <a:pt x="545574" y="906287"/>
                    <a:pt x="545642" y="906590"/>
                  </a:cubicBezTo>
                  <a:cubicBezTo>
                    <a:pt x="545709" y="906893"/>
                    <a:pt x="546349" y="908844"/>
                    <a:pt x="546651" y="909113"/>
                  </a:cubicBezTo>
                  <a:cubicBezTo>
                    <a:pt x="546954" y="909416"/>
                    <a:pt x="547291" y="910425"/>
                    <a:pt x="547224" y="910997"/>
                  </a:cubicBezTo>
                  <a:cubicBezTo>
                    <a:pt x="547156" y="911569"/>
                    <a:pt x="546214" y="914327"/>
                    <a:pt x="547022" y="914899"/>
                  </a:cubicBezTo>
                  <a:cubicBezTo>
                    <a:pt x="547829" y="915471"/>
                    <a:pt x="548974" y="916783"/>
                    <a:pt x="549411" y="916985"/>
                  </a:cubicBezTo>
                  <a:cubicBezTo>
                    <a:pt x="549849" y="917187"/>
                    <a:pt x="552743" y="916480"/>
                    <a:pt x="553820" y="916346"/>
                  </a:cubicBezTo>
                  <a:cubicBezTo>
                    <a:pt x="554897" y="916211"/>
                    <a:pt x="556411" y="915404"/>
                    <a:pt x="557017" y="915034"/>
                  </a:cubicBezTo>
                  <a:cubicBezTo>
                    <a:pt x="557589" y="914664"/>
                    <a:pt x="557454" y="914529"/>
                    <a:pt x="558094" y="913890"/>
                  </a:cubicBezTo>
                  <a:cubicBezTo>
                    <a:pt x="558733" y="913251"/>
                    <a:pt x="560180" y="912645"/>
                    <a:pt x="560180" y="912645"/>
                  </a:cubicBezTo>
                  <a:lnTo>
                    <a:pt x="561190" y="910627"/>
                  </a:lnTo>
                  <a:lnTo>
                    <a:pt x="561628" y="909618"/>
                  </a:lnTo>
                  <a:lnTo>
                    <a:pt x="564017" y="910122"/>
                  </a:lnTo>
                  <a:cubicBezTo>
                    <a:pt x="564017" y="910122"/>
                    <a:pt x="564488" y="910930"/>
                    <a:pt x="564724" y="911199"/>
                  </a:cubicBezTo>
                  <a:cubicBezTo>
                    <a:pt x="564926" y="911501"/>
                    <a:pt x="565060" y="914092"/>
                    <a:pt x="565060" y="914092"/>
                  </a:cubicBezTo>
                  <a:lnTo>
                    <a:pt x="565060" y="916278"/>
                  </a:lnTo>
                  <a:cubicBezTo>
                    <a:pt x="565060" y="916278"/>
                    <a:pt x="566003" y="918599"/>
                    <a:pt x="566003" y="919037"/>
                  </a:cubicBezTo>
                  <a:cubicBezTo>
                    <a:pt x="566003" y="919474"/>
                    <a:pt x="566137" y="922804"/>
                    <a:pt x="566137" y="923073"/>
                  </a:cubicBezTo>
                  <a:cubicBezTo>
                    <a:pt x="566137" y="923376"/>
                    <a:pt x="566272" y="924587"/>
                    <a:pt x="566272" y="924587"/>
                  </a:cubicBezTo>
                  <a:cubicBezTo>
                    <a:pt x="566272" y="924587"/>
                    <a:pt x="567147" y="927346"/>
                    <a:pt x="567080" y="928153"/>
                  </a:cubicBezTo>
                  <a:cubicBezTo>
                    <a:pt x="567012" y="928960"/>
                    <a:pt x="567383" y="931618"/>
                    <a:pt x="567887" y="931853"/>
                  </a:cubicBezTo>
                  <a:cubicBezTo>
                    <a:pt x="568392" y="932055"/>
                    <a:pt x="569637" y="934477"/>
                    <a:pt x="570344" y="934814"/>
                  </a:cubicBezTo>
                  <a:cubicBezTo>
                    <a:pt x="571085" y="935184"/>
                    <a:pt x="572027" y="935890"/>
                    <a:pt x="572229" y="935957"/>
                  </a:cubicBezTo>
                  <a:cubicBezTo>
                    <a:pt x="572431" y="936025"/>
                    <a:pt x="575493" y="939422"/>
                    <a:pt x="575493" y="939422"/>
                  </a:cubicBezTo>
                  <a:cubicBezTo>
                    <a:pt x="575493" y="939422"/>
                    <a:pt x="577513" y="941878"/>
                    <a:pt x="577816" y="942618"/>
                  </a:cubicBezTo>
                  <a:cubicBezTo>
                    <a:pt x="578118" y="943325"/>
                    <a:pt x="578522" y="947092"/>
                    <a:pt x="578522" y="947092"/>
                  </a:cubicBezTo>
                  <a:lnTo>
                    <a:pt x="579027" y="950860"/>
                  </a:lnTo>
                  <a:cubicBezTo>
                    <a:pt x="579027" y="950860"/>
                    <a:pt x="578960" y="951297"/>
                    <a:pt x="578960" y="953618"/>
                  </a:cubicBezTo>
                  <a:cubicBezTo>
                    <a:pt x="578960" y="955939"/>
                    <a:pt x="578960" y="959707"/>
                    <a:pt x="578960" y="959707"/>
                  </a:cubicBezTo>
                  <a:lnTo>
                    <a:pt x="579700" y="962466"/>
                  </a:lnTo>
                  <a:cubicBezTo>
                    <a:pt x="579700" y="962466"/>
                    <a:pt x="580272" y="963340"/>
                    <a:pt x="580441" y="964484"/>
                  </a:cubicBezTo>
                  <a:cubicBezTo>
                    <a:pt x="580575" y="965628"/>
                    <a:pt x="580306" y="968823"/>
                    <a:pt x="582325" y="969395"/>
                  </a:cubicBezTo>
                  <a:cubicBezTo>
                    <a:pt x="584345" y="969967"/>
                    <a:pt x="586801" y="969160"/>
                    <a:pt x="586801" y="969160"/>
                  </a:cubicBezTo>
                  <a:lnTo>
                    <a:pt x="589292" y="967108"/>
                  </a:lnTo>
                  <a:lnTo>
                    <a:pt x="589999" y="964181"/>
                  </a:lnTo>
                  <a:cubicBezTo>
                    <a:pt x="589999" y="964181"/>
                    <a:pt x="591143" y="960649"/>
                    <a:pt x="591244" y="960380"/>
                  </a:cubicBezTo>
                  <a:cubicBezTo>
                    <a:pt x="591345" y="960111"/>
                    <a:pt x="591614" y="957991"/>
                    <a:pt x="591614" y="957991"/>
                  </a:cubicBezTo>
                  <a:lnTo>
                    <a:pt x="591984" y="956579"/>
                  </a:lnTo>
                  <a:lnTo>
                    <a:pt x="592523" y="954728"/>
                  </a:lnTo>
                  <a:lnTo>
                    <a:pt x="593431" y="952979"/>
                  </a:lnTo>
                  <a:lnTo>
                    <a:pt x="593801" y="951667"/>
                  </a:lnTo>
                  <a:cubicBezTo>
                    <a:pt x="593801" y="951667"/>
                    <a:pt x="594138" y="950961"/>
                    <a:pt x="594239" y="950792"/>
                  </a:cubicBezTo>
                  <a:cubicBezTo>
                    <a:pt x="594340" y="950624"/>
                    <a:pt x="595753" y="948068"/>
                    <a:pt x="595753" y="948068"/>
                  </a:cubicBezTo>
                  <a:lnTo>
                    <a:pt x="596830" y="946554"/>
                  </a:lnTo>
                  <a:lnTo>
                    <a:pt x="598715" y="944603"/>
                  </a:lnTo>
                  <a:cubicBezTo>
                    <a:pt x="598715" y="944603"/>
                    <a:pt x="599489" y="943526"/>
                    <a:pt x="599624" y="943459"/>
                  </a:cubicBezTo>
                  <a:cubicBezTo>
                    <a:pt x="599792" y="943392"/>
                    <a:pt x="600162" y="942584"/>
                    <a:pt x="600330" y="942517"/>
                  </a:cubicBezTo>
                  <a:cubicBezTo>
                    <a:pt x="600499" y="942450"/>
                    <a:pt x="601306" y="941205"/>
                    <a:pt x="601306" y="941205"/>
                  </a:cubicBezTo>
                  <a:cubicBezTo>
                    <a:pt x="601306" y="941205"/>
                    <a:pt x="602552" y="940162"/>
                    <a:pt x="602720" y="940129"/>
                  </a:cubicBezTo>
                  <a:cubicBezTo>
                    <a:pt x="602888" y="940061"/>
                    <a:pt x="603797" y="939591"/>
                    <a:pt x="604032" y="939591"/>
                  </a:cubicBezTo>
                  <a:cubicBezTo>
                    <a:pt x="604234" y="939591"/>
                    <a:pt x="605076" y="939658"/>
                    <a:pt x="605278" y="939658"/>
                  </a:cubicBezTo>
                  <a:cubicBezTo>
                    <a:pt x="605480" y="939658"/>
                    <a:pt x="605648" y="939557"/>
                    <a:pt x="606186" y="940095"/>
                  </a:cubicBezTo>
                  <a:cubicBezTo>
                    <a:pt x="606725" y="940633"/>
                    <a:pt x="606994" y="940869"/>
                    <a:pt x="607095" y="942046"/>
                  </a:cubicBezTo>
                  <a:cubicBezTo>
                    <a:pt x="607196" y="943224"/>
                    <a:pt x="607533" y="945915"/>
                    <a:pt x="607533" y="945915"/>
                  </a:cubicBezTo>
                  <a:lnTo>
                    <a:pt x="607600" y="947496"/>
                  </a:lnTo>
                  <a:lnTo>
                    <a:pt x="607499" y="950422"/>
                  </a:lnTo>
                  <a:lnTo>
                    <a:pt x="607297" y="952172"/>
                  </a:lnTo>
                  <a:lnTo>
                    <a:pt x="606657" y="954661"/>
                  </a:lnTo>
                  <a:lnTo>
                    <a:pt x="606557" y="955973"/>
                  </a:lnTo>
                  <a:lnTo>
                    <a:pt x="606052" y="957285"/>
                  </a:lnTo>
                  <a:cubicBezTo>
                    <a:pt x="606052" y="957285"/>
                    <a:pt x="605850" y="958429"/>
                    <a:pt x="605850" y="958631"/>
                  </a:cubicBezTo>
                  <a:cubicBezTo>
                    <a:pt x="605850" y="958832"/>
                    <a:pt x="605379" y="959976"/>
                    <a:pt x="605379" y="959976"/>
                  </a:cubicBezTo>
                  <a:lnTo>
                    <a:pt x="604975" y="961860"/>
                  </a:lnTo>
                  <a:lnTo>
                    <a:pt x="604975" y="963172"/>
                  </a:lnTo>
                  <a:lnTo>
                    <a:pt x="605244" y="963777"/>
                  </a:lnTo>
                  <a:cubicBezTo>
                    <a:pt x="605244" y="963777"/>
                    <a:pt x="605345" y="965257"/>
                    <a:pt x="605581" y="965358"/>
                  </a:cubicBezTo>
                  <a:cubicBezTo>
                    <a:pt x="605783" y="965459"/>
                    <a:pt x="606220" y="966704"/>
                    <a:pt x="606456" y="966939"/>
                  </a:cubicBezTo>
                  <a:cubicBezTo>
                    <a:pt x="606691" y="967141"/>
                    <a:pt x="608408" y="968722"/>
                    <a:pt x="609451" y="968891"/>
                  </a:cubicBezTo>
                  <a:cubicBezTo>
                    <a:pt x="610494" y="969059"/>
                    <a:pt x="613254" y="969294"/>
                    <a:pt x="613254" y="969294"/>
                  </a:cubicBezTo>
                  <a:lnTo>
                    <a:pt x="614566" y="969294"/>
                  </a:lnTo>
                  <a:lnTo>
                    <a:pt x="618369" y="970169"/>
                  </a:lnTo>
                  <a:lnTo>
                    <a:pt x="619446" y="972894"/>
                  </a:lnTo>
                  <a:lnTo>
                    <a:pt x="619345" y="975282"/>
                  </a:lnTo>
                  <a:cubicBezTo>
                    <a:pt x="619345" y="975282"/>
                    <a:pt x="620220" y="976359"/>
                    <a:pt x="620658" y="976594"/>
                  </a:cubicBezTo>
                  <a:cubicBezTo>
                    <a:pt x="621095" y="976830"/>
                    <a:pt x="622509" y="976392"/>
                    <a:pt x="622946" y="976594"/>
                  </a:cubicBezTo>
                  <a:cubicBezTo>
                    <a:pt x="623384" y="976830"/>
                    <a:pt x="624595" y="977031"/>
                    <a:pt x="625235" y="976056"/>
                  </a:cubicBezTo>
                  <a:cubicBezTo>
                    <a:pt x="625874" y="975080"/>
                    <a:pt x="630451" y="973768"/>
                    <a:pt x="630451" y="973768"/>
                  </a:cubicBezTo>
                  <a:lnTo>
                    <a:pt x="632942" y="970842"/>
                  </a:lnTo>
                  <a:lnTo>
                    <a:pt x="634894" y="968453"/>
                  </a:lnTo>
                  <a:lnTo>
                    <a:pt x="638697" y="965728"/>
                  </a:lnTo>
                  <a:lnTo>
                    <a:pt x="639572" y="963239"/>
                  </a:lnTo>
                  <a:lnTo>
                    <a:pt x="640649" y="961725"/>
                  </a:lnTo>
                  <a:lnTo>
                    <a:pt x="641288" y="960413"/>
                  </a:lnTo>
                  <a:lnTo>
                    <a:pt x="643139" y="959001"/>
                  </a:lnTo>
                  <a:cubicBezTo>
                    <a:pt x="643139" y="959001"/>
                    <a:pt x="643577" y="959102"/>
                    <a:pt x="643913" y="959001"/>
                  </a:cubicBezTo>
                  <a:cubicBezTo>
                    <a:pt x="644250" y="958900"/>
                    <a:pt x="646841" y="958361"/>
                    <a:pt x="646841" y="958361"/>
                  </a:cubicBezTo>
                  <a:cubicBezTo>
                    <a:pt x="646841" y="958361"/>
                    <a:pt x="649029" y="958025"/>
                    <a:pt x="649668" y="958025"/>
                  </a:cubicBezTo>
                  <a:cubicBezTo>
                    <a:pt x="650307" y="958025"/>
                    <a:pt x="651957" y="958462"/>
                    <a:pt x="651957" y="958462"/>
                  </a:cubicBezTo>
                  <a:lnTo>
                    <a:pt x="652832" y="959976"/>
                  </a:lnTo>
                  <a:cubicBezTo>
                    <a:pt x="652832" y="959976"/>
                    <a:pt x="652731" y="962163"/>
                    <a:pt x="652832" y="962466"/>
                  </a:cubicBezTo>
                  <a:cubicBezTo>
                    <a:pt x="652933" y="962802"/>
                    <a:pt x="653168" y="963239"/>
                    <a:pt x="653606" y="963441"/>
                  </a:cubicBezTo>
                  <a:cubicBezTo>
                    <a:pt x="654043" y="963677"/>
                    <a:pt x="656197" y="963677"/>
                    <a:pt x="656971" y="963677"/>
                  </a:cubicBezTo>
                  <a:cubicBezTo>
                    <a:pt x="657745" y="963677"/>
                    <a:pt x="658620" y="962903"/>
                    <a:pt x="658620" y="962903"/>
                  </a:cubicBezTo>
                  <a:lnTo>
                    <a:pt x="659159" y="962264"/>
                  </a:lnTo>
                  <a:lnTo>
                    <a:pt x="661447" y="963340"/>
                  </a:lnTo>
                  <a:cubicBezTo>
                    <a:pt x="661447" y="963340"/>
                    <a:pt x="661986" y="964652"/>
                    <a:pt x="662221" y="964955"/>
                  </a:cubicBezTo>
                  <a:cubicBezTo>
                    <a:pt x="662423" y="965291"/>
                    <a:pt x="662423" y="965728"/>
                    <a:pt x="662760" y="966569"/>
                  </a:cubicBezTo>
                  <a:cubicBezTo>
                    <a:pt x="663096" y="967444"/>
                    <a:pt x="666226" y="968958"/>
                    <a:pt x="666226" y="968958"/>
                  </a:cubicBezTo>
                  <a:lnTo>
                    <a:pt x="667976" y="970034"/>
                  </a:lnTo>
                  <a:lnTo>
                    <a:pt x="671005" y="972187"/>
                  </a:lnTo>
                  <a:lnTo>
                    <a:pt x="674606" y="973499"/>
                  </a:lnTo>
                  <a:lnTo>
                    <a:pt x="678746" y="977200"/>
                  </a:lnTo>
                  <a:lnTo>
                    <a:pt x="680597" y="979487"/>
                  </a:lnTo>
                  <a:lnTo>
                    <a:pt x="682986" y="983389"/>
                  </a:lnTo>
                  <a:lnTo>
                    <a:pt x="686688" y="987628"/>
                  </a:lnTo>
                  <a:cubicBezTo>
                    <a:pt x="686688" y="987628"/>
                    <a:pt x="688304" y="991227"/>
                    <a:pt x="688640" y="991530"/>
                  </a:cubicBezTo>
                  <a:cubicBezTo>
                    <a:pt x="688977" y="991867"/>
                    <a:pt x="690929" y="994120"/>
                    <a:pt x="690929" y="994120"/>
                  </a:cubicBezTo>
                  <a:lnTo>
                    <a:pt x="691568" y="996072"/>
                  </a:lnTo>
                  <a:cubicBezTo>
                    <a:pt x="691568" y="996072"/>
                    <a:pt x="692881" y="996980"/>
                    <a:pt x="693217" y="997316"/>
                  </a:cubicBezTo>
                  <a:cubicBezTo>
                    <a:pt x="693554" y="997652"/>
                    <a:pt x="695506" y="998796"/>
                    <a:pt x="695506" y="998796"/>
                  </a:cubicBezTo>
                  <a:lnTo>
                    <a:pt x="696381" y="998796"/>
                  </a:lnTo>
                  <a:cubicBezTo>
                    <a:pt x="696381" y="998796"/>
                    <a:pt x="698434" y="999671"/>
                    <a:pt x="699107" y="999671"/>
                  </a:cubicBezTo>
                  <a:cubicBezTo>
                    <a:pt x="699746" y="999671"/>
                    <a:pt x="702573" y="998964"/>
                    <a:pt x="703011" y="999402"/>
                  </a:cubicBezTo>
                  <a:cubicBezTo>
                    <a:pt x="703448" y="999839"/>
                    <a:pt x="705501" y="1000546"/>
                    <a:pt x="705501" y="1000546"/>
                  </a:cubicBezTo>
                  <a:lnTo>
                    <a:pt x="708530" y="1000546"/>
                  </a:lnTo>
                  <a:cubicBezTo>
                    <a:pt x="708530" y="1000546"/>
                    <a:pt x="709943" y="999772"/>
                    <a:pt x="710919" y="1000209"/>
                  </a:cubicBezTo>
                  <a:cubicBezTo>
                    <a:pt x="711895" y="1000646"/>
                    <a:pt x="714386" y="1000546"/>
                    <a:pt x="715160" y="1000546"/>
                  </a:cubicBezTo>
                  <a:cubicBezTo>
                    <a:pt x="715934" y="1000546"/>
                    <a:pt x="718963" y="1000546"/>
                    <a:pt x="718963" y="1000546"/>
                  </a:cubicBezTo>
                  <a:lnTo>
                    <a:pt x="720578" y="1001757"/>
                  </a:lnTo>
                  <a:lnTo>
                    <a:pt x="723069" y="1002396"/>
                  </a:lnTo>
                  <a:cubicBezTo>
                    <a:pt x="723069" y="1002396"/>
                    <a:pt x="725896" y="1003472"/>
                    <a:pt x="726434" y="1003607"/>
                  </a:cubicBezTo>
                  <a:cubicBezTo>
                    <a:pt x="726973" y="1003708"/>
                    <a:pt x="728184" y="1003169"/>
                    <a:pt x="728487" y="1003607"/>
                  </a:cubicBezTo>
                  <a:cubicBezTo>
                    <a:pt x="728824" y="1004044"/>
                    <a:pt x="729699" y="1004380"/>
                    <a:pt x="730002" y="1004818"/>
                  </a:cubicBezTo>
                  <a:cubicBezTo>
                    <a:pt x="730338" y="1005255"/>
                    <a:pt x="730776" y="1005457"/>
                    <a:pt x="731415" y="1006332"/>
                  </a:cubicBezTo>
                  <a:cubicBezTo>
                    <a:pt x="732054" y="1007206"/>
                    <a:pt x="732728" y="1008081"/>
                    <a:pt x="733266" y="1008518"/>
                  </a:cubicBezTo>
                  <a:cubicBezTo>
                    <a:pt x="733805" y="1008956"/>
                    <a:pt x="735454" y="1010570"/>
                    <a:pt x="735756" y="1010906"/>
                  </a:cubicBezTo>
                  <a:cubicBezTo>
                    <a:pt x="736093" y="1011243"/>
                    <a:pt x="737809" y="1012521"/>
                    <a:pt x="737809" y="1012521"/>
                  </a:cubicBezTo>
                  <a:lnTo>
                    <a:pt x="741612" y="1014472"/>
                  </a:lnTo>
                  <a:lnTo>
                    <a:pt x="748444" y="1014472"/>
                  </a:lnTo>
                  <a:lnTo>
                    <a:pt x="751709" y="1013160"/>
                  </a:lnTo>
                  <a:lnTo>
                    <a:pt x="755512" y="1009797"/>
                  </a:lnTo>
                  <a:lnTo>
                    <a:pt x="758339" y="1006332"/>
                  </a:lnTo>
                  <a:lnTo>
                    <a:pt x="760964" y="1004414"/>
                  </a:lnTo>
                  <a:lnTo>
                    <a:pt x="763555" y="1002295"/>
                  </a:lnTo>
                  <a:lnTo>
                    <a:pt x="765844" y="1002295"/>
                  </a:lnTo>
                  <a:lnTo>
                    <a:pt x="769209" y="1003506"/>
                  </a:lnTo>
                  <a:cubicBezTo>
                    <a:pt x="769209" y="1003506"/>
                    <a:pt x="773450" y="1005558"/>
                    <a:pt x="773786" y="1005692"/>
                  </a:cubicBezTo>
                  <a:cubicBezTo>
                    <a:pt x="774123" y="1005793"/>
                    <a:pt x="776277" y="1007543"/>
                    <a:pt x="776277" y="1007543"/>
                  </a:cubicBezTo>
                  <a:lnTo>
                    <a:pt x="777690" y="1009830"/>
                  </a:lnTo>
                  <a:lnTo>
                    <a:pt x="781156" y="1012320"/>
                  </a:lnTo>
                  <a:cubicBezTo>
                    <a:pt x="781156" y="1012320"/>
                    <a:pt x="783445" y="1013396"/>
                    <a:pt x="784320" y="1013968"/>
                  </a:cubicBezTo>
                  <a:cubicBezTo>
                    <a:pt x="785195" y="1014506"/>
                    <a:pt x="787786" y="1015111"/>
                    <a:pt x="788224" y="1015313"/>
                  </a:cubicBezTo>
                  <a:cubicBezTo>
                    <a:pt x="788661" y="1015549"/>
                    <a:pt x="789873" y="1016255"/>
                    <a:pt x="791152" y="1016255"/>
                  </a:cubicBezTo>
                  <a:cubicBezTo>
                    <a:pt x="792464" y="1016255"/>
                    <a:pt x="795392" y="1016255"/>
                    <a:pt x="795392" y="1016255"/>
                  </a:cubicBezTo>
                  <a:cubicBezTo>
                    <a:pt x="795392" y="1016255"/>
                    <a:pt x="797243" y="1016592"/>
                    <a:pt x="797883" y="1016255"/>
                  </a:cubicBezTo>
                  <a:cubicBezTo>
                    <a:pt x="798522" y="1015919"/>
                    <a:pt x="800474" y="1015717"/>
                    <a:pt x="801484" y="1015482"/>
                  </a:cubicBezTo>
                  <a:cubicBezTo>
                    <a:pt x="802460" y="1015246"/>
                    <a:pt x="804748" y="1015044"/>
                    <a:pt x="804748" y="1015044"/>
                  </a:cubicBezTo>
                  <a:lnTo>
                    <a:pt x="806599" y="1014708"/>
                  </a:lnTo>
                  <a:lnTo>
                    <a:pt x="810200" y="1013530"/>
                  </a:lnTo>
                  <a:cubicBezTo>
                    <a:pt x="810200" y="1013530"/>
                    <a:pt x="811715" y="1011781"/>
                    <a:pt x="812152" y="1011344"/>
                  </a:cubicBezTo>
                  <a:cubicBezTo>
                    <a:pt x="812590" y="1010906"/>
                    <a:pt x="814340" y="1008316"/>
                    <a:pt x="814340" y="1008316"/>
                  </a:cubicBezTo>
                  <a:lnTo>
                    <a:pt x="816628" y="1005053"/>
                  </a:lnTo>
                  <a:lnTo>
                    <a:pt x="819994" y="1003842"/>
                  </a:lnTo>
                  <a:cubicBezTo>
                    <a:pt x="819994" y="1003842"/>
                    <a:pt x="822181" y="1002867"/>
                    <a:pt x="822619" y="1002867"/>
                  </a:cubicBezTo>
                  <a:cubicBezTo>
                    <a:pt x="823056" y="1002867"/>
                    <a:pt x="828273" y="1001992"/>
                    <a:pt x="828273" y="1001992"/>
                  </a:cubicBezTo>
                  <a:lnTo>
                    <a:pt x="833052" y="1001117"/>
                  </a:lnTo>
                  <a:lnTo>
                    <a:pt x="839480" y="1002194"/>
                  </a:lnTo>
                  <a:lnTo>
                    <a:pt x="842744" y="1001319"/>
                  </a:lnTo>
                  <a:lnTo>
                    <a:pt x="849273" y="1000007"/>
                  </a:lnTo>
                  <a:cubicBezTo>
                    <a:pt x="849273" y="1000007"/>
                    <a:pt x="852538" y="1001319"/>
                    <a:pt x="853076" y="1001757"/>
                  </a:cubicBezTo>
                  <a:cubicBezTo>
                    <a:pt x="853615" y="1002194"/>
                    <a:pt x="856778" y="1004683"/>
                    <a:pt x="856778" y="1004683"/>
                  </a:cubicBezTo>
                  <a:cubicBezTo>
                    <a:pt x="856778" y="1004683"/>
                    <a:pt x="858394" y="1006870"/>
                    <a:pt x="858966" y="1007307"/>
                  </a:cubicBezTo>
                  <a:cubicBezTo>
                    <a:pt x="859504" y="1007744"/>
                    <a:pt x="861995" y="1014136"/>
                    <a:pt x="861995" y="1014136"/>
                  </a:cubicBezTo>
                  <a:lnTo>
                    <a:pt x="862870" y="1016356"/>
                  </a:lnTo>
                  <a:lnTo>
                    <a:pt x="862971" y="1023387"/>
                  </a:lnTo>
                  <a:lnTo>
                    <a:pt x="862634" y="1027390"/>
                  </a:lnTo>
                  <a:cubicBezTo>
                    <a:pt x="862634" y="1027390"/>
                    <a:pt x="861322" y="1035632"/>
                    <a:pt x="860783" y="1036069"/>
                  </a:cubicBezTo>
                  <a:cubicBezTo>
                    <a:pt x="860245" y="1036506"/>
                    <a:pt x="858394" y="1037583"/>
                    <a:pt x="858394" y="1038020"/>
                  </a:cubicBezTo>
                  <a:cubicBezTo>
                    <a:pt x="858394" y="1038457"/>
                    <a:pt x="856475" y="1043268"/>
                    <a:pt x="856475" y="1043268"/>
                  </a:cubicBezTo>
                  <a:lnTo>
                    <a:pt x="853581" y="1048785"/>
                  </a:lnTo>
                  <a:lnTo>
                    <a:pt x="851259" y="1050971"/>
                  </a:lnTo>
                  <a:lnTo>
                    <a:pt x="848129" y="1059650"/>
                  </a:lnTo>
                  <a:lnTo>
                    <a:pt x="846749" y="1064730"/>
                  </a:lnTo>
                  <a:lnTo>
                    <a:pt x="846749" y="1074418"/>
                  </a:lnTo>
                  <a:cubicBezTo>
                    <a:pt x="846749" y="1074418"/>
                    <a:pt x="848062" y="1079330"/>
                    <a:pt x="848062" y="1079935"/>
                  </a:cubicBezTo>
                  <a:cubicBezTo>
                    <a:pt x="848062" y="1080507"/>
                    <a:pt x="850822" y="1085284"/>
                    <a:pt x="850956" y="1085721"/>
                  </a:cubicBezTo>
                  <a:cubicBezTo>
                    <a:pt x="851091" y="1086158"/>
                    <a:pt x="853413" y="1090498"/>
                    <a:pt x="853985" y="1091373"/>
                  </a:cubicBezTo>
                  <a:cubicBezTo>
                    <a:pt x="854557" y="1092247"/>
                    <a:pt x="857754" y="1096721"/>
                    <a:pt x="858327" y="1096889"/>
                  </a:cubicBezTo>
                  <a:cubicBezTo>
                    <a:pt x="858899" y="1097024"/>
                    <a:pt x="863105" y="1098639"/>
                    <a:pt x="863846" y="1099076"/>
                  </a:cubicBezTo>
                  <a:cubicBezTo>
                    <a:pt x="864586" y="1099513"/>
                    <a:pt x="866033" y="1098067"/>
                    <a:pt x="867750" y="1098201"/>
                  </a:cubicBezTo>
                  <a:cubicBezTo>
                    <a:pt x="869500" y="1098336"/>
                    <a:pt x="871519" y="1097192"/>
                    <a:pt x="872529" y="1096183"/>
                  </a:cubicBezTo>
                  <a:cubicBezTo>
                    <a:pt x="873538" y="1095174"/>
                    <a:pt x="875558" y="1093155"/>
                    <a:pt x="875558" y="1093155"/>
                  </a:cubicBezTo>
                  <a:cubicBezTo>
                    <a:pt x="875558" y="1093155"/>
                    <a:pt x="878149" y="1090128"/>
                    <a:pt x="878452" y="1089691"/>
                  </a:cubicBezTo>
                  <a:cubicBezTo>
                    <a:pt x="878755" y="1089253"/>
                    <a:pt x="881212" y="1085048"/>
                    <a:pt x="881212" y="1085048"/>
                  </a:cubicBezTo>
                  <a:cubicBezTo>
                    <a:pt x="881212" y="1085048"/>
                    <a:pt x="881514" y="1082021"/>
                    <a:pt x="881514" y="1081415"/>
                  </a:cubicBezTo>
                  <a:cubicBezTo>
                    <a:pt x="881514" y="1080843"/>
                    <a:pt x="881514" y="1074452"/>
                    <a:pt x="881514" y="1074452"/>
                  </a:cubicBezTo>
                  <a:cubicBezTo>
                    <a:pt x="881514" y="1074452"/>
                    <a:pt x="881380" y="1069810"/>
                    <a:pt x="881514" y="1069238"/>
                  </a:cubicBezTo>
                  <a:cubicBezTo>
                    <a:pt x="881649" y="1068666"/>
                    <a:pt x="882524" y="1063586"/>
                    <a:pt x="882524" y="1063586"/>
                  </a:cubicBezTo>
                  <a:cubicBezTo>
                    <a:pt x="882524" y="1063586"/>
                    <a:pt x="883837" y="1057632"/>
                    <a:pt x="884106" y="1057195"/>
                  </a:cubicBezTo>
                  <a:cubicBezTo>
                    <a:pt x="884375" y="1056757"/>
                    <a:pt x="887000" y="1053562"/>
                    <a:pt x="887000" y="1053562"/>
                  </a:cubicBezTo>
                  <a:lnTo>
                    <a:pt x="891645" y="1049929"/>
                  </a:lnTo>
                  <a:lnTo>
                    <a:pt x="894101" y="1047170"/>
                  </a:lnTo>
                  <a:lnTo>
                    <a:pt x="896558" y="1044109"/>
                  </a:lnTo>
                  <a:lnTo>
                    <a:pt x="898880" y="1042090"/>
                  </a:lnTo>
                  <a:lnTo>
                    <a:pt x="901909" y="1038760"/>
                  </a:lnTo>
                  <a:lnTo>
                    <a:pt x="906553" y="1036305"/>
                  </a:lnTo>
                  <a:lnTo>
                    <a:pt x="913958" y="1031090"/>
                  </a:lnTo>
                  <a:lnTo>
                    <a:pt x="917424" y="1028500"/>
                  </a:lnTo>
                  <a:cubicBezTo>
                    <a:pt x="917424" y="1028500"/>
                    <a:pt x="921059" y="1026044"/>
                    <a:pt x="921496" y="1025742"/>
                  </a:cubicBezTo>
                  <a:cubicBezTo>
                    <a:pt x="921934" y="1025439"/>
                    <a:pt x="925400" y="1022411"/>
                    <a:pt x="925838" y="1022411"/>
                  </a:cubicBezTo>
                  <a:cubicBezTo>
                    <a:pt x="926275" y="1022411"/>
                    <a:pt x="930616" y="1020090"/>
                    <a:pt x="930616" y="1020090"/>
                  </a:cubicBezTo>
                  <a:lnTo>
                    <a:pt x="934083" y="1016188"/>
                  </a:lnTo>
                  <a:lnTo>
                    <a:pt x="937112" y="1014170"/>
                  </a:lnTo>
                  <a:lnTo>
                    <a:pt x="940881" y="1012286"/>
                  </a:lnTo>
                  <a:lnTo>
                    <a:pt x="942900" y="1011848"/>
                  </a:lnTo>
                  <a:lnTo>
                    <a:pt x="946367" y="1010537"/>
                  </a:lnTo>
                  <a:lnTo>
                    <a:pt x="950708" y="1010099"/>
                  </a:lnTo>
                  <a:lnTo>
                    <a:pt x="955622" y="1009797"/>
                  </a:lnTo>
                  <a:lnTo>
                    <a:pt x="960973" y="1008922"/>
                  </a:lnTo>
                  <a:lnTo>
                    <a:pt x="966761" y="1009225"/>
                  </a:lnTo>
                  <a:lnTo>
                    <a:pt x="975007" y="1011680"/>
                  </a:lnTo>
                  <a:cubicBezTo>
                    <a:pt x="975007" y="1011680"/>
                    <a:pt x="979517" y="1013867"/>
                    <a:pt x="980089" y="1013867"/>
                  </a:cubicBezTo>
                  <a:cubicBezTo>
                    <a:pt x="980661" y="1013867"/>
                    <a:pt x="984430" y="1014741"/>
                    <a:pt x="985002" y="1014741"/>
                  </a:cubicBezTo>
                  <a:cubicBezTo>
                    <a:pt x="985574" y="1014741"/>
                    <a:pt x="989074" y="1015044"/>
                    <a:pt x="989074" y="1015044"/>
                  </a:cubicBezTo>
                  <a:lnTo>
                    <a:pt x="994729" y="1015347"/>
                  </a:lnTo>
                  <a:cubicBezTo>
                    <a:pt x="994729" y="1015347"/>
                    <a:pt x="997926" y="1016053"/>
                    <a:pt x="998363" y="1016222"/>
                  </a:cubicBezTo>
                  <a:cubicBezTo>
                    <a:pt x="998801" y="1016356"/>
                    <a:pt x="1000382" y="1017231"/>
                    <a:pt x="1000820" y="1017668"/>
                  </a:cubicBezTo>
                  <a:cubicBezTo>
                    <a:pt x="1001257" y="1018105"/>
                    <a:pt x="1003849" y="1020696"/>
                    <a:pt x="1003849" y="1020696"/>
                  </a:cubicBezTo>
                  <a:lnTo>
                    <a:pt x="1007181" y="1024161"/>
                  </a:lnTo>
                  <a:cubicBezTo>
                    <a:pt x="1007181" y="1024161"/>
                    <a:pt x="1007753" y="1026044"/>
                    <a:pt x="1008190" y="1026179"/>
                  </a:cubicBezTo>
                  <a:cubicBezTo>
                    <a:pt x="1008628" y="1026313"/>
                    <a:pt x="1013104" y="1029206"/>
                    <a:pt x="1013104" y="1029206"/>
                  </a:cubicBezTo>
                  <a:lnTo>
                    <a:pt x="1016436" y="1033411"/>
                  </a:lnTo>
                  <a:lnTo>
                    <a:pt x="1017883" y="1036305"/>
                  </a:lnTo>
                  <a:cubicBezTo>
                    <a:pt x="1017883" y="1036305"/>
                    <a:pt x="1021349" y="1037616"/>
                    <a:pt x="1022224" y="1037616"/>
                  </a:cubicBezTo>
                  <a:cubicBezTo>
                    <a:pt x="1023099" y="1037616"/>
                    <a:pt x="1027878" y="1038794"/>
                    <a:pt x="1028450" y="1038794"/>
                  </a:cubicBezTo>
                  <a:cubicBezTo>
                    <a:pt x="1029022" y="1038794"/>
                    <a:pt x="1033532" y="1038794"/>
                    <a:pt x="1033532" y="1038794"/>
                  </a:cubicBezTo>
                  <a:cubicBezTo>
                    <a:pt x="1033532" y="1038794"/>
                    <a:pt x="1035720" y="1038491"/>
                    <a:pt x="1036292" y="1038491"/>
                  </a:cubicBezTo>
                  <a:cubicBezTo>
                    <a:pt x="1036864" y="1038491"/>
                    <a:pt x="1039927" y="1038491"/>
                    <a:pt x="1040499" y="1038626"/>
                  </a:cubicBezTo>
                  <a:cubicBezTo>
                    <a:pt x="1041071" y="1038760"/>
                    <a:pt x="1044133" y="1039769"/>
                    <a:pt x="1044133" y="1039769"/>
                  </a:cubicBezTo>
                  <a:lnTo>
                    <a:pt x="1045143" y="1040510"/>
                  </a:lnTo>
                  <a:lnTo>
                    <a:pt x="1049047" y="1043100"/>
                  </a:lnTo>
                  <a:lnTo>
                    <a:pt x="1051941" y="1045118"/>
                  </a:lnTo>
                  <a:lnTo>
                    <a:pt x="1054129" y="1048886"/>
                  </a:lnTo>
                  <a:lnTo>
                    <a:pt x="1055576" y="1053225"/>
                  </a:lnTo>
                  <a:lnTo>
                    <a:pt x="1060792" y="1058742"/>
                  </a:lnTo>
                  <a:lnTo>
                    <a:pt x="1063384" y="1060626"/>
                  </a:lnTo>
                  <a:lnTo>
                    <a:pt x="1065841" y="1063519"/>
                  </a:lnTo>
                  <a:lnTo>
                    <a:pt x="1067725" y="1065403"/>
                  </a:lnTo>
                  <a:lnTo>
                    <a:pt x="1071495" y="1068430"/>
                  </a:lnTo>
                  <a:lnTo>
                    <a:pt x="1074120" y="1070180"/>
                  </a:lnTo>
                  <a:lnTo>
                    <a:pt x="1077014" y="1072198"/>
                  </a:lnTo>
                  <a:cubicBezTo>
                    <a:pt x="1077014" y="1072198"/>
                    <a:pt x="1080480" y="1073207"/>
                    <a:pt x="1081086" y="1073342"/>
                  </a:cubicBezTo>
                  <a:cubicBezTo>
                    <a:pt x="1081658" y="1073476"/>
                    <a:pt x="1082971" y="1074216"/>
                    <a:pt x="1084721" y="1073914"/>
                  </a:cubicBezTo>
                  <a:cubicBezTo>
                    <a:pt x="1086471" y="1073611"/>
                    <a:pt x="1085293" y="1074788"/>
                    <a:pt x="1086740" y="1072030"/>
                  </a:cubicBezTo>
                  <a:cubicBezTo>
                    <a:pt x="1088187" y="1069271"/>
                    <a:pt x="1087178" y="1068834"/>
                    <a:pt x="1087178" y="1068834"/>
                  </a:cubicBezTo>
                  <a:cubicBezTo>
                    <a:pt x="1087178" y="1068834"/>
                    <a:pt x="1086606" y="1068531"/>
                    <a:pt x="1088759" y="1067253"/>
                  </a:cubicBezTo>
                  <a:cubicBezTo>
                    <a:pt x="1090947" y="1065941"/>
                    <a:pt x="1090947" y="1065941"/>
                    <a:pt x="1090947" y="1065941"/>
                  </a:cubicBezTo>
                  <a:lnTo>
                    <a:pt x="1094851" y="1065504"/>
                  </a:lnTo>
                  <a:lnTo>
                    <a:pt x="1097038" y="1064932"/>
                  </a:lnTo>
                  <a:lnTo>
                    <a:pt x="1101514" y="1065369"/>
                  </a:lnTo>
                  <a:lnTo>
                    <a:pt x="1103837" y="1065235"/>
                  </a:lnTo>
                  <a:cubicBezTo>
                    <a:pt x="1103837" y="1065235"/>
                    <a:pt x="1106024" y="1064932"/>
                    <a:pt x="1106428" y="1064797"/>
                  </a:cubicBezTo>
                  <a:cubicBezTo>
                    <a:pt x="1106866" y="1064663"/>
                    <a:pt x="1108313" y="1063788"/>
                    <a:pt x="1108313" y="1063788"/>
                  </a:cubicBezTo>
                  <a:lnTo>
                    <a:pt x="1112789" y="1063216"/>
                  </a:lnTo>
                  <a:lnTo>
                    <a:pt x="1116087" y="1064225"/>
                  </a:lnTo>
                  <a:lnTo>
                    <a:pt x="1118443" y="1065672"/>
                  </a:lnTo>
                  <a:cubicBezTo>
                    <a:pt x="1118443" y="1065672"/>
                    <a:pt x="1120327" y="1068430"/>
                    <a:pt x="1120765" y="1068699"/>
                  </a:cubicBezTo>
                  <a:cubicBezTo>
                    <a:pt x="1121202" y="1069002"/>
                    <a:pt x="1123356" y="1072467"/>
                    <a:pt x="1123356" y="1072467"/>
                  </a:cubicBezTo>
                  <a:lnTo>
                    <a:pt x="1125948" y="1073914"/>
                  </a:lnTo>
                  <a:lnTo>
                    <a:pt x="1127967" y="1075663"/>
                  </a:lnTo>
                  <a:lnTo>
                    <a:pt x="1129414" y="1078253"/>
                  </a:lnTo>
                  <a:lnTo>
                    <a:pt x="1130996" y="1080002"/>
                  </a:lnTo>
                  <a:lnTo>
                    <a:pt x="1131736" y="1081752"/>
                  </a:lnTo>
                  <a:lnTo>
                    <a:pt x="1131736" y="1084813"/>
                  </a:lnTo>
                  <a:lnTo>
                    <a:pt x="1133486" y="1089455"/>
                  </a:lnTo>
                  <a:lnTo>
                    <a:pt x="1133486" y="1091776"/>
                  </a:lnTo>
                  <a:lnTo>
                    <a:pt x="1133486" y="1096990"/>
                  </a:lnTo>
                  <a:lnTo>
                    <a:pt x="1132780" y="1099883"/>
                  </a:lnTo>
                  <a:lnTo>
                    <a:pt x="1131030" y="1103079"/>
                  </a:lnTo>
                  <a:cubicBezTo>
                    <a:pt x="1131030" y="1103079"/>
                    <a:pt x="1130289" y="1105097"/>
                    <a:pt x="1130155" y="1105703"/>
                  </a:cubicBezTo>
                  <a:cubicBezTo>
                    <a:pt x="1130020" y="1106275"/>
                    <a:pt x="1129852" y="1110043"/>
                    <a:pt x="1130289" y="1110614"/>
                  </a:cubicBezTo>
                  <a:cubicBezTo>
                    <a:pt x="1130727" y="1111186"/>
                    <a:pt x="1131030" y="1111758"/>
                    <a:pt x="1131030" y="1112633"/>
                  </a:cubicBezTo>
                  <a:cubicBezTo>
                    <a:pt x="1131030" y="1113507"/>
                    <a:pt x="1130895" y="1115660"/>
                    <a:pt x="1130895" y="1115660"/>
                  </a:cubicBezTo>
                  <a:lnTo>
                    <a:pt x="1130592" y="1120000"/>
                  </a:lnTo>
                  <a:lnTo>
                    <a:pt x="1133486" y="1123330"/>
                  </a:lnTo>
                  <a:lnTo>
                    <a:pt x="1135674" y="1125214"/>
                  </a:lnTo>
                  <a:cubicBezTo>
                    <a:pt x="1135674" y="1125214"/>
                    <a:pt x="1137121" y="1124642"/>
                    <a:pt x="1137693" y="1125214"/>
                  </a:cubicBezTo>
                  <a:cubicBezTo>
                    <a:pt x="1138265" y="1125786"/>
                    <a:pt x="1141765" y="1126661"/>
                    <a:pt x="1142169" y="1126661"/>
                  </a:cubicBezTo>
                  <a:cubicBezTo>
                    <a:pt x="1142607" y="1126661"/>
                    <a:pt x="1146241" y="1126526"/>
                    <a:pt x="1147083" y="1126661"/>
                  </a:cubicBezTo>
                  <a:cubicBezTo>
                    <a:pt x="1147958" y="1126795"/>
                    <a:pt x="1148092" y="1126526"/>
                    <a:pt x="1149540" y="1126661"/>
                  </a:cubicBezTo>
                  <a:cubicBezTo>
                    <a:pt x="1150987" y="1126795"/>
                    <a:pt x="1153612" y="1126593"/>
                    <a:pt x="1154184" y="1126694"/>
                  </a:cubicBezTo>
                  <a:cubicBezTo>
                    <a:pt x="1154756" y="1126795"/>
                    <a:pt x="1155934" y="1125618"/>
                    <a:pt x="1157381" y="1126694"/>
                  </a:cubicBezTo>
                  <a:cubicBezTo>
                    <a:pt x="1158828" y="1127804"/>
                    <a:pt x="1162025" y="1130697"/>
                    <a:pt x="1162463" y="1130832"/>
                  </a:cubicBezTo>
                  <a:cubicBezTo>
                    <a:pt x="1162901" y="1130966"/>
                    <a:pt x="1164651" y="1130966"/>
                    <a:pt x="1165795" y="1132413"/>
                  </a:cubicBezTo>
                  <a:cubicBezTo>
                    <a:pt x="1166939" y="1133860"/>
                    <a:pt x="1169564" y="1137190"/>
                    <a:pt x="1170271" y="1137762"/>
                  </a:cubicBezTo>
                  <a:cubicBezTo>
                    <a:pt x="1170978" y="1138333"/>
                    <a:pt x="1172290" y="1141092"/>
                    <a:pt x="1172290" y="1141092"/>
                  </a:cubicBezTo>
                  <a:cubicBezTo>
                    <a:pt x="1172290" y="1141092"/>
                    <a:pt x="1171987" y="1141967"/>
                    <a:pt x="1172290" y="1143548"/>
                  </a:cubicBezTo>
                  <a:cubicBezTo>
                    <a:pt x="1172593" y="1145129"/>
                    <a:pt x="1173165" y="1147618"/>
                    <a:pt x="1173165" y="1147618"/>
                  </a:cubicBezTo>
                  <a:cubicBezTo>
                    <a:pt x="1173165" y="1147618"/>
                    <a:pt x="1172290" y="1150646"/>
                    <a:pt x="1172290" y="1151520"/>
                  </a:cubicBezTo>
                  <a:cubicBezTo>
                    <a:pt x="1172290" y="1152395"/>
                    <a:pt x="1170978" y="1153404"/>
                    <a:pt x="1170978" y="1153404"/>
                  </a:cubicBezTo>
                  <a:lnTo>
                    <a:pt x="1167949" y="1159325"/>
                  </a:lnTo>
                  <a:lnTo>
                    <a:pt x="1165929" y="1162218"/>
                  </a:lnTo>
                  <a:lnTo>
                    <a:pt x="1164920" y="1165111"/>
                  </a:lnTo>
                  <a:lnTo>
                    <a:pt x="1164348" y="1166860"/>
                  </a:lnTo>
                  <a:lnTo>
                    <a:pt x="1163607" y="1168575"/>
                  </a:lnTo>
                  <a:lnTo>
                    <a:pt x="1164348" y="1172646"/>
                  </a:lnTo>
                  <a:lnTo>
                    <a:pt x="1164785" y="1175674"/>
                  </a:lnTo>
                  <a:lnTo>
                    <a:pt x="1164785" y="1176817"/>
                  </a:lnTo>
                  <a:lnTo>
                    <a:pt x="1164348" y="1180720"/>
                  </a:lnTo>
                  <a:lnTo>
                    <a:pt x="1164785" y="1184790"/>
                  </a:lnTo>
                  <a:lnTo>
                    <a:pt x="1164785" y="1187246"/>
                  </a:lnTo>
                  <a:lnTo>
                    <a:pt x="1164213" y="1189129"/>
                  </a:lnTo>
                  <a:lnTo>
                    <a:pt x="1164078" y="1192325"/>
                  </a:lnTo>
                  <a:lnTo>
                    <a:pt x="1163944" y="1194781"/>
                  </a:lnTo>
                  <a:lnTo>
                    <a:pt x="1164516" y="1198246"/>
                  </a:lnTo>
                  <a:lnTo>
                    <a:pt x="1164651" y="1201711"/>
                  </a:lnTo>
                  <a:lnTo>
                    <a:pt x="1164718" y="1203292"/>
                  </a:lnTo>
                  <a:lnTo>
                    <a:pt x="1165862" y="1204570"/>
                  </a:lnTo>
                  <a:lnTo>
                    <a:pt x="1167175" y="1205478"/>
                  </a:lnTo>
                  <a:lnTo>
                    <a:pt x="1169127" y="1205478"/>
                  </a:lnTo>
                  <a:cubicBezTo>
                    <a:pt x="1169127" y="1205478"/>
                    <a:pt x="1174040" y="1206454"/>
                    <a:pt x="1174276" y="1206454"/>
                  </a:cubicBezTo>
                  <a:cubicBezTo>
                    <a:pt x="1174511" y="1206454"/>
                    <a:pt x="1178348" y="1207228"/>
                    <a:pt x="1178348" y="1207228"/>
                  </a:cubicBezTo>
                  <a:lnTo>
                    <a:pt x="1181309" y="1207228"/>
                  </a:lnTo>
                  <a:lnTo>
                    <a:pt x="1184776" y="1207228"/>
                  </a:lnTo>
                  <a:cubicBezTo>
                    <a:pt x="1184776" y="1207228"/>
                    <a:pt x="1187738" y="1207362"/>
                    <a:pt x="1188175" y="1207228"/>
                  </a:cubicBezTo>
                  <a:cubicBezTo>
                    <a:pt x="1188613" y="1207093"/>
                    <a:pt x="1189858" y="1207059"/>
                    <a:pt x="1190632" y="1207059"/>
                  </a:cubicBezTo>
                  <a:cubicBezTo>
                    <a:pt x="1191440" y="1207059"/>
                    <a:pt x="1195781" y="1207228"/>
                    <a:pt x="1195781" y="1207228"/>
                  </a:cubicBezTo>
                  <a:lnTo>
                    <a:pt x="1198675" y="1207228"/>
                  </a:lnTo>
                  <a:lnTo>
                    <a:pt x="1201637" y="1207228"/>
                  </a:lnTo>
                  <a:lnTo>
                    <a:pt x="1205608" y="1207228"/>
                  </a:lnTo>
                  <a:cubicBezTo>
                    <a:pt x="1205608" y="1207228"/>
                    <a:pt x="1209377" y="1207497"/>
                    <a:pt x="1209815" y="1207295"/>
                  </a:cubicBezTo>
                  <a:cubicBezTo>
                    <a:pt x="1210252" y="1207093"/>
                    <a:pt x="1215469" y="1208741"/>
                    <a:pt x="1215469" y="1208741"/>
                  </a:cubicBezTo>
                  <a:lnTo>
                    <a:pt x="1217152" y="1209683"/>
                  </a:lnTo>
                  <a:lnTo>
                    <a:pt x="1221358" y="1210255"/>
                  </a:lnTo>
                  <a:lnTo>
                    <a:pt x="1228762" y="1211903"/>
                  </a:lnTo>
                  <a:lnTo>
                    <a:pt x="1232599" y="1212711"/>
                  </a:lnTo>
                  <a:lnTo>
                    <a:pt x="1237243" y="1214292"/>
                  </a:lnTo>
                  <a:cubicBezTo>
                    <a:pt x="1237243" y="1214292"/>
                    <a:pt x="1244715" y="1216310"/>
                    <a:pt x="1244917" y="1216310"/>
                  </a:cubicBezTo>
                  <a:cubicBezTo>
                    <a:pt x="1245119" y="1216310"/>
                    <a:pt x="1252657" y="1219270"/>
                    <a:pt x="1252960" y="1219439"/>
                  </a:cubicBezTo>
                  <a:cubicBezTo>
                    <a:pt x="1253263" y="1219573"/>
                    <a:pt x="1258681" y="1220582"/>
                    <a:pt x="1258984" y="1220751"/>
                  </a:cubicBezTo>
                  <a:cubicBezTo>
                    <a:pt x="1259287" y="1220885"/>
                    <a:pt x="1267533" y="1220952"/>
                    <a:pt x="1269047" y="1221121"/>
                  </a:cubicBezTo>
                  <a:cubicBezTo>
                    <a:pt x="1270561" y="1221255"/>
                    <a:pt x="1275004" y="1221020"/>
                    <a:pt x="1277528" y="1221020"/>
                  </a:cubicBezTo>
                  <a:cubicBezTo>
                    <a:pt x="1280052" y="1221020"/>
                    <a:pt x="1285942" y="1221121"/>
                    <a:pt x="1286211" y="1221121"/>
                  </a:cubicBezTo>
                  <a:cubicBezTo>
                    <a:pt x="1286480" y="1221121"/>
                    <a:pt x="1297788" y="1221121"/>
                    <a:pt x="1297788" y="1221121"/>
                  </a:cubicBezTo>
                  <a:lnTo>
                    <a:pt x="1307077" y="1219674"/>
                  </a:lnTo>
                  <a:cubicBezTo>
                    <a:pt x="1307077" y="1219674"/>
                    <a:pt x="1315255" y="1219741"/>
                    <a:pt x="1315558" y="1219741"/>
                  </a:cubicBezTo>
                  <a:cubicBezTo>
                    <a:pt x="1315861" y="1219741"/>
                    <a:pt x="1323029" y="1219809"/>
                    <a:pt x="1324106" y="1219674"/>
                  </a:cubicBezTo>
                  <a:cubicBezTo>
                    <a:pt x="1325183" y="1219540"/>
                    <a:pt x="1330332" y="1218867"/>
                    <a:pt x="1330635" y="1218867"/>
                  </a:cubicBezTo>
                  <a:cubicBezTo>
                    <a:pt x="1330938" y="1218867"/>
                    <a:pt x="1336289" y="1217050"/>
                    <a:pt x="1336928" y="1216781"/>
                  </a:cubicBezTo>
                  <a:cubicBezTo>
                    <a:pt x="1337568" y="1216478"/>
                    <a:pt x="1338746" y="1213956"/>
                    <a:pt x="1338880" y="1213754"/>
                  </a:cubicBezTo>
                  <a:cubicBezTo>
                    <a:pt x="1339015" y="1213552"/>
                    <a:pt x="1342212" y="1210289"/>
                    <a:pt x="1342212" y="1210289"/>
                  </a:cubicBezTo>
                  <a:cubicBezTo>
                    <a:pt x="1342212" y="1210289"/>
                    <a:pt x="1344602" y="1206588"/>
                    <a:pt x="1344736" y="1206387"/>
                  </a:cubicBezTo>
                  <a:cubicBezTo>
                    <a:pt x="1344871" y="1206185"/>
                    <a:pt x="1346823" y="1203493"/>
                    <a:pt x="1346991" y="1203191"/>
                  </a:cubicBezTo>
                  <a:cubicBezTo>
                    <a:pt x="1347126" y="1202888"/>
                    <a:pt x="1347294" y="1201610"/>
                    <a:pt x="1347933" y="1201004"/>
                  </a:cubicBezTo>
                  <a:cubicBezTo>
                    <a:pt x="1348573" y="1200432"/>
                    <a:pt x="1351467" y="1197237"/>
                    <a:pt x="1351467" y="1197237"/>
                  </a:cubicBezTo>
                  <a:cubicBezTo>
                    <a:pt x="1351467" y="1197237"/>
                    <a:pt x="1352982" y="1194915"/>
                    <a:pt x="1353284" y="1194714"/>
                  </a:cubicBezTo>
                  <a:cubicBezTo>
                    <a:pt x="1353587" y="1194512"/>
                    <a:pt x="1357861" y="1191013"/>
                    <a:pt x="1357861" y="1191013"/>
                  </a:cubicBezTo>
                  <a:lnTo>
                    <a:pt x="1361059" y="1187885"/>
                  </a:lnTo>
                  <a:lnTo>
                    <a:pt x="1365636" y="1184857"/>
                  </a:lnTo>
                  <a:lnTo>
                    <a:pt x="1368967" y="1182233"/>
                  </a:lnTo>
                  <a:cubicBezTo>
                    <a:pt x="1368967" y="1182233"/>
                    <a:pt x="1372232" y="1179408"/>
                    <a:pt x="1372299" y="1179138"/>
                  </a:cubicBezTo>
                  <a:cubicBezTo>
                    <a:pt x="1372367" y="1178836"/>
                    <a:pt x="1374823" y="1176245"/>
                    <a:pt x="1374823" y="1176245"/>
                  </a:cubicBezTo>
                  <a:cubicBezTo>
                    <a:pt x="1374823" y="1176245"/>
                    <a:pt x="1377650" y="1173655"/>
                    <a:pt x="1377852" y="1173420"/>
                  </a:cubicBezTo>
                  <a:cubicBezTo>
                    <a:pt x="1378054" y="1173218"/>
                    <a:pt x="1383136" y="1168845"/>
                    <a:pt x="1383439" y="1168710"/>
                  </a:cubicBezTo>
                  <a:cubicBezTo>
                    <a:pt x="1383742" y="1168575"/>
                    <a:pt x="1388016" y="1164505"/>
                    <a:pt x="1388655" y="1164371"/>
                  </a:cubicBezTo>
                  <a:cubicBezTo>
                    <a:pt x="1389295" y="1164236"/>
                    <a:pt x="1391718" y="1162991"/>
                    <a:pt x="1392223" y="1162689"/>
                  </a:cubicBezTo>
                  <a:cubicBezTo>
                    <a:pt x="1392728" y="1162386"/>
                    <a:pt x="1399122" y="1162117"/>
                    <a:pt x="1399324" y="1161949"/>
                  </a:cubicBezTo>
                  <a:cubicBezTo>
                    <a:pt x="1399526" y="1161814"/>
                    <a:pt x="1402588" y="1161679"/>
                    <a:pt x="1403396" y="1161511"/>
                  </a:cubicBezTo>
                  <a:cubicBezTo>
                    <a:pt x="1404204" y="1161377"/>
                    <a:pt x="1408310" y="1161646"/>
                    <a:pt x="1408747" y="1161713"/>
                  </a:cubicBezTo>
                  <a:cubicBezTo>
                    <a:pt x="1409185" y="1161780"/>
                    <a:pt x="1412146" y="1161276"/>
                    <a:pt x="1412146" y="1161276"/>
                  </a:cubicBezTo>
                  <a:lnTo>
                    <a:pt x="1418440" y="1160468"/>
                  </a:lnTo>
                  <a:lnTo>
                    <a:pt x="1425238" y="1159829"/>
                  </a:lnTo>
                  <a:lnTo>
                    <a:pt x="1434594" y="1157441"/>
                  </a:lnTo>
                  <a:lnTo>
                    <a:pt x="1442132" y="1152664"/>
                  </a:lnTo>
                  <a:cubicBezTo>
                    <a:pt x="1442132" y="1152664"/>
                    <a:pt x="1445969" y="1151857"/>
                    <a:pt x="1446205" y="1151789"/>
                  </a:cubicBezTo>
                  <a:cubicBezTo>
                    <a:pt x="1446407" y="1151722"/>
                    <a:pt x="1451421" y="1149603"/>
                    <a:pt x="1452061" y="1149266"/>
                  </a:cubicBezTo>
                  <a:cubicBezTo>
                    <a:pt x="1452700" y="1148896"/>
                    <a:pt x="1454820" y="1147954"/>
                    <a:pt x="1454820" y="1147954"/>
                  </a:cubicBezTo>
                  <a:lnTo>
                    <a:pt x="1467138" y="1144422"/>
                  </a:lnTo>
                  <a:lnTo>
                    <a:pt x="1473869" y="1141395"/>
                  </a:lnTo>
                  <a:cubicBezTo>
                    <a:pt x="1473869" y="1141395"/>
                    <a:pt x="1479388" y="1140150"/>
                    <a:pt x="1479893" y="1140015"/>
                  </a:cubicBezTo>
                  <a:cubicBezTo>
                    <a:pt x="1480398" y="1139881"/>
                    <a:pt x="1487566" y="1139074"/>
                    <a:pt x="1487802" y="1139006"/>
                  </a:cubicBezTo>
                  <a:cubicBezTo>
                    <a:pt x="1488037" y="1138939"/>
                    <a:pt x="1494331" y="1137122"/>
                    <a:pt x="1494701" y="1136853"/>
                  </a:cubicBezTo>
                  <a:cubicBezTo>
                    <a:pt x="1495071" y="1136551"/>
                    <a:pt x="1498167" y="1133220"/>
                    <a:pt x="1498167" y="1133220"/>
                  </a:cubicBezTo>
                  <a:lnTo>
                    <a:pt x="1499682" y="1130630"/>
                  </a:lnTo>
                  <a:lnTo>
                    <a:pt x="1502509" y="1126560"/>
                  </a:lnTo>
                  <a:lnTo>
                    <a:pt x="1504898" y="1123162"/>
                  </a:lnTo>
                  <a:lnTo>
                    <a:pt x="1507591" y="1120706"/>
                  </a:lnTo>
                  <a:cubicBezTo>
                    <a:pt x="1507591" y="1120706"/>
                    <a:pt x="1510350" y="1118385"/>
                    <a:pt x="1510788" y="1118251"/>
                  </a:cubicBezTo>
                  <a:cubicBezTo>
                    <a:pt x="1511225" y="1118116"/>
                    <a:pt x="1514423" y="1115930"/>
                    <a:pt x="1514423" y="1115930"/>
                  </a:cubicBezTo>
                  <a:lnTo>
                    <a:pt x="1518326" y="1114248"/>
                  </a:lnTo>
                  <a:lnTo>
                    <a:pt x="1523980" y="1110345"/>
                  </a:lnTo>
                  <a:lnTo>
                    <a:pt x="1530005" y="1108596"/>
                  </a:lnTo>
                  <a:cubicBezTo>
                    <a:pt x="1530005" y="1108596"/>
                    <a:pt x="1534279" y="1104963"/>
                    <a:pt x="1534716" y="1104627"/>
                  </a:cubicBezTo>
                  <a:cubicBezTo>
                    <a:pt x="1535154" y="1104257"/>
                    <a:pt x="1538048" y="1103382"/>
                    <a:pt x="1538486" y="1103180"/>
                  </a:cubicBezTo>
                  <a:cubicBezTo>
                    <a:pt x="1538923" y="1102978"/>
                    <a:pt x="1542053" y="1100859"/>
                    <a:pt x="1542053" y="1100859"/>
                  </a:cubicBezTo>
                  <a:lnTo>
                    <a:pt x="1544880" y="1100119"/>
                  </a:lnTo>
                  <a:cubicBezTo>
                    <a:pt x="1544880" y="1100119"/>
                    <a:pt x="1546697" y="1099816"/>
                    <a:pt x="1547269" y="1099816"/>
                  </a:cubicBezTo>
                  <a:cubicBezTo>
                    <a:pt x="1547842" y="1099816"/>
                    <a:pt x="1550904" y="1099682"/>
                    <a:pt x="1550904" y="1099682"/>
                  </a:cubicBezTo>
                  <a:lnTo>
                    <a:pt x="1552991" y="1100119"/>
                  </a:lnTo>
                  <a:lnTo>
                    <a:pt x="1555750" y="1100758"/>
                  </a:lnTo>
                  <a:lnTo>
                    <a:pt x="1558510" y="1103214"/>
                  </a:lnTo>
                  <a:cubicBezTo>
                    <a:pt x="1558510" y="1103214"/>
                    <a:pt x="1561202" y="1105838"/>
                    <a:pt x="1561472" y="1106040"/>
                  </a:cubicBezTo>
                  <a:cubicBezTo>
                    <a:pt x="1561741" y="1106241"/>
                    <a:pt x="1564366" y="1108932"/>
                    <a:pt x="1564803" y="1109235"/>
                  </a:cubicBezTo>
                  <a:cubicBezTo>
                    <a:pt x="1565241" y="1109538"/>
                    <a:pt x="1566688" y="1110682"/>
                    <a:pt x="1567698" y="1111556"/>
                  </a:cubicBezTo>
                  <a:cubicBezTo>
                    <a:pt x="1568707" y="1112431"/>
                    <a:pt x="1570895" y="1113440"/>
                    <a:pt x="1571534" y="1113878"/>
                  </a:cubicBezTo>
                  <a:cubicBezTo>
                    <a:pt x="1572174" y="1114315"/>
                    <a:pt x="1573924" y="1115963"/>
                    <a:pt x="1574429" y="1116333"/>
                  </a:cubicBezTo>
                  <a:cubicBezTo>
                    <a:pt x="1574934" y="1116703"/>
                    <a:pt x="1576381" y="1117410"/>
                    <a:pt x="1576818" y="1117578"/>
                  </a:cubicBezTo>
                  <a:cubicBezTo>
                    <a:pt x="1577256" y="1117712"/>
                    <a:pt x="1578198" y="1118150"/>
                    <a:pt x="1579645" y="1118284"/>
                  </a:cubicBezTo>
                  <a:cubicBezTo>
                    <a:pt x="1581092" y="1118419"/>
                    <a:pt x="1584491" y="1117040"/>
                    <a:pt x="1584491" y="1117040"/>
                  </a:cubicBezTo>
                  <a:cubicBezTo>
                    <a:pt x="1584491" y="1117040"/>
                    <a:pt x="1586376" y="1115660"/>
                    <a:pt x="1586578" y="1115660"/>
                  </a:cubicBezTo>
                  <a:cubicBezTo>
                    <a:pt x="1586780" y="1115660"/>
                    <a:pt x="1590482" y="1113777"/>
                    <a:pt x="1590482" y="1113777"/>
                  </a:cubicBezTo>
                  <a:lnTo>
                    <a:pt x="1591559" y="1112196"/>
                  </a:lnTo>
                  <a:lnTo>
                    <a:pt x="1592804" y="1111556"/>
                  </a:lnTo>
                  <a:cubicBezTo>
                    <a:pt x="1592804" y="1111556"/>
                    <a:pt x="1594689" y="1111691"/>
                    <a:pt x="1594891" y="1111691"/>
                  </a:cubicBezTo>
                  <a:cubicBezTo>
                    <a:pt x="1595126" y="1111691"/>
                    <a:pt x="1596775" y="1111624"/>
                    <a:pt x="1596775" y="1111624"/>
                  </a:cubicBezTo>
                  <a:lnTo>
                    <a:pt x="1598660" y="1111758"/>
                  </a:lnTo>
                  <a:lnTo>
                    <a:pt x="1599266" y="1112936"/>
                  </a:lnTo>
                  <a:lnTo>
                    <a:pt x="1599535" y="1114752"/>
                  </a:lnTo>
                  <a:lnTo>
                    <a:pt x="1599535" y="1115997"/>
                  </a:lnTo>
                  <a:lnTo>
                    <a:pt x="1599535" y="1117746"/>
                  </a:lnTo>
                  <a:lnTo>
                    <a:pt x="1599535" y="1119495"/>
                  </a:lnTo>
                  <a:cubicBezTo>
                    <a:pt x="1599535" y="1119495"/>
                    <a:pt x="1599232" y="1120303"/>
                    <a:pt x="1599535" y="1120740"/>
                  </a:cubicBezTo>
                  <a:cubicBezTo>
                    <a:pt x="1599838" y="1121177"/>
                    <a:pt x="1599771" y="1121447"/>
                    <a:pt x="1600275" y="1121749"/>
                  </a:cubicBezTo>
                  <a:cubicBezTo>
                    <a:pt x="1600780" y="1122052"/>
                    <a:pt x="1600578" y="1122893"/>
                    <a:pt x="1602362" y="1123128"/>
                  </a:cubicBezTo>
                  <a:cubicBezTo>
                    <a:pt x="1604179" y="1123330"/>
                    <a:pt x="1605559" y="1123498"/>
                    <a:pt x="1606131" y="1123330"/>
                  </a:cubicBezTo>
                  <a:cubicBezTo>
                    <a:pt x="1606703" y="1123196"/>
                    <a:pt x="1607208" y="1122321"/>
                    <a:pt x="1608319" y="1122321"/>
                  </a:cubicBezTo>
                  <a:cubicBezTo>
                    <a:pt x="1609396" y="1122321"/>
                    <a:pt x="1609833" y="1121514"/>
                    <a:pt x="1610473" y="1122018"/>
                  </a:cubicBezTo>
                  <a:cubicBezTo>
                    <a:pt x="1611112" y="1122523"/>
                    <a:pt x="1611617" y="1123027"/>
                    <a:pt x="1612054" y="1123902"/>
                  </a:cubicBezTo>
                  <a:cubicBezTo>
                    <a:pt x="1612492" y="1124777"/>
                    <a:pt x="1612694" y="1125719"/>
                    <a:pt x="1613199" y="1126291"/>
                  </a:cubicBezTo>
                  <a:cubicBezTo>
                    <a:pt x="1613704" y="1126862"/>
                    <a:pt x="1615218" y="1128612"/>
                    <a:pt x="1615521" y="1128914"/>
                  </a:cubicBezTo>
                  <a:cubicBezTo>
                    <a:pt x="1615824" y="1129217"/>
                    <a:pt x="1617910" y="1131673"/>
                    <a:pt x="1617910" y="1131673"/>
                  </a:cubicBezTo>
                  <a:lnTo>
                    <a:pt x="1620367" y="1133691"/>
                  </a:lnTo>
                  <a:lnTo>
                    <a:pt x="1622252" y="1135878"/>
                  </a:lnTo>
                  <a:cubicBezTo>
                    <a:pt x="1622252" y="1135878"/>
                    <a:pt x="1625012" y="1139477"/>
                    <a:pt x="1625449" y="1139780"/>
                  </a:cubicBezTo>
                  <a:cubicBezTo>
                    <a:pt x="1625887" y="1140083"/>
                    <a:pt x="1628074" y="1141798"/>
                    <a:pt x="1628074" y="1141798"/>
                  </a:cubicBezTo>
                  <a:cubicBezTo>
                    <a:pt x="1628074" y="1141798"/>
                    <a:pt x="1628949" y="1142236"/>
                    <a:pt x="1630531" y="1142942"/>
                  </a:cubicBezTo>
                  <a:cubicBezTo>
                    <a:pt x="1632113" y="1143682"/>
                    <a:pt x="1634738" y="1145835"/>
                    <a:pt x="1634738" y="1145835"/>
                  </a:cubicBezTo>
                  <a:cubicBezTo>
                    <a:pt x="1634738" y="1145835"/>
                    <a:pt x="1637329" y="1148594"/>
                    <a:pt x="1638070" y="1148728"/>
                  </a:cubicBezTo>
                  <a:cubicBezTo>
                    <a:pt x="1638810" y="1148863"/>
                    <a:pt x="1642714" y="1151756"/>
                    <a:pt x="1642714" y="1151756"/>
                  </a:cubicBezTo>
                  <a:lnTo>
                    <a:pt x="1646483" y="1155658"/>
                  </a:lnTo>
                  <a:cubicBezTo>
                    <a:pt x="1646483" y="1155658"/>
                    <a:pt x="1648671" y="1155658"/>
                    <a:pt x="1648805" y="1156095"/>
                  </a:cubicBezTo>
                  <a:cubicBezTo>
                    <a:pt x="1648940" y="1156533"/>
                    <a:pt x="1650690" y="1156835"/>
                    <a:pt x="1650690" y="1156835"/>
                  </a:cubicBezTo>
                  <a:cubicBezTo>
                    <a:pt x="1650690" y="1156835"/>
                    <a:pt x="1654156" y="1157273"/>
                    <a:pt x="1654325" y="1157710"/>
                  </a:cubicBezTo>
                  <a:cubicBezTo>
                    <a:pt x="1654459" y="1158147"/>
                    <a:pt x="1654628" y="1158147"/>
                    <a:pt x="1655200" y="1158282"/>
                  </a:cubicBezTo>
                  <a:cubicBezTo>
                    <a:pt x="1655772" y="1158416"/>
                    <a:pt x="1660719" y="1158282"/>
                    <a:pt x="1660854" y="1159022"/>
                  </a:cubicBezTo>
                  <a:cubicBezTo>
                    <a:pt x="1660988" y="1159762"/>
                    <a:pt x="1662873" y="1160166"/>
                    <a:pt x="1663310" y="1160906"/>
                  </a:cubicBezTo>
                  <a:cubicBezTo>
                    <a:pt x="1663748" y="1161646"/>
                    <a:pt x="1666508" y="1164236"/>
                    <a:pt x="1666508" y="1164236"/>
                  </a:cubicBezTo>
                  <a:cubicBezTo>
                    <a:pt x="1666508" y="1164236"/>
                    <a:pt x="1667820" y="1165111"/>
                    <a:pt x="1668527" y="1165111"/>
                  </a:cubicBezTo>
                  <a:cubicBezTo>
                    <a:pt x="1669267" y="1165111"/>
                    <a:pt x="1669402" y="1166860"/>
                    <a:pt x="1669536" y="1167432"/>
                  </a:cubicBezTo>
                  <a:cubicBezTo>
                    <a:pt x="1669671" y="1168004"/>
                    <a:pt x="1669402" y="1169618"/>
                    <a:pt x="1669536" y="1170459"/>
                  </a:cubicBezTo>
                  <a:cubicBezTo>
                    <a:pt x="1669671" y="1171334"/>
                    <a:pt x="1669335" y="1172343"/>
                    <a:pt x="1669570" y="1173352"/>
                  </a:cubicBezTo>
                  <a:cubicBezTo>
                    <a:pt x="1669806" y="1174362"/>
                    <a:pt x="1668460" y="1175808"/>
                    <a:pt x="1669570" y="1176683"/>
                  </a:cubicBezTo>
                  <a:cubicBezTo>
                    <a:pt x="1670681" y="1177557"/>
                    <a:pt x="1670109" y="1178264"/>
                    <a:pt x="1671690" y="1178701"/>
                  </a:cubicBezTo>
                  <a:cubicBezTo>
                    <a:pt x="1673272" y="1179138"/>
                    <a:pt x="1673710" y="1179138"/>
                    <a:pt x="1675157" y="1178836"/>
                  </a:cubicBezTo>
                  <a:cubicBezTo>
                    <a:pt x="1676604" y="1178533"/>
                    <a:pt x="1675628" y="1178264"/>
                    <a:pt x="1677142" y="1177389"/>
                  </a:cubicBezTo>
                  <a:cubicBezTo>
                    <a:pt x="1678657" y="1176515"/>
                    <a:pt x="1678657" y="1176077"/>
                    <a:pt x="1679667" y="1175068"/>
                  </a:cubicBezTo>
                  <a:cubicBezTo>
                    <a:pt x="1680676" y="1174059"/>
                    <a:pt x="1681551" y="1172881"/>
                    <a:pt x="1681551" y="1172881"/>
                  </a:cubicBezTo>
                  <a:lnTo>
                    <a:pt x="1682696" y="1171738"/>
                  </a:lnTo>
                  <a:lnTo>
                    <a:pt x="1683570" y="1170560"/>
                  </a:lnTo>
                  <a:lnTo>
                    <a:pt x="1684883" y="1169248"/>
                  </a:lnTo>
                  <a:cubicBezTo>
                    <a:pt x="1684883" y="1169248"/>
                    <a:pt x="1685018" y="1168374"/>
                    <a:pt x="1685623" y="1168239"/>
                  </a:cubicBezTo>
                  <a:cubicBezTo>
                    <a:pt x="1686196" y="1168105"/>
                    <a:pt x="1685926" y="1168239"/>
                    <a:pt x="1687811" y="1167667"/>
                  </a:cubicBezTo>
                  <a:cubicBezTo>
                    <a:pt x="1689696" y="1167095"/>
                    <a:pt x="1689999" y="1166221"/>
                    <a:pt x="1692152" y="1166086"/>
                  </a:cubicBezTo>
                  <a:cubicBezTo>
                    <a:pt x="1694340" y="1165952"/>
                    <a:pt x="1695047" y="1165649"/>
                    <a:pt x="1695047" y="1165649"/>
                  </a:cubicBezTo>
                  <a:lnTo>
                    <a:pt x="1698513" y="1165212"/>
                  </a:lnTo>
                  <a:cubicBezTo>
                    <a:pt x="1698513" y="1165212"/>
                    <a:pt x="1701105" y="1164774"/>
                    <a:pt x="1701980" y="1164472"/>
                  </a:cubicBezTo>
                  <a:cubicBezTo>
                    <a:pt x="1702855" y="1164169"/>
                    <a:pt x="1704739" y="1165043"/>
                    <a:pt x="1705008" y="1164034"/>
                  </a:cubicBezTo>
                  <a:cubicBezTo>
                    <a:pt x="1705311" y="1163025"/>
                    <a:pt x="1707465" y="1162285"/>
                    <a:pt x="1707331" y="1160569"/>
                  </a:cubicBezTo>
                  <a:cubicBezTo>
                    <a:pt x="1707196" y="1158820"/>
                    <a:pt x="1707028" y="1157979"/>
                    <a:pt x="1706758" y="1157239"/>
                  </a:cubicBezTo>
                  <a:cubicBezTo>
                    <a:pt x="1706456" y="1156533"/>
                    <a:pt x="1705749" y="1155658"/>
                    <a:pt x="1705614" y="1154346"/>
                  </a:cubicBezTo>
                  <a:cubicBezTo>
                    <a:pt x="1705480" y="1153034"/>
                    <a:pt x="1705917" y="1153909"/>
                    <a:pt x="1705480" y="1153034"/>
                  </a:cubicBezTo>
                  <a:cubicBezTo>
                    <a:pt x="1705042" y="1152159"/>
                    <a:pt x="1705278" y="1151285"/>
                    <a:pt x="1705278" y="1150713"/>
                  </a:cubicBezTo>
                  <a:cubicBezTo>
                    <a:pt x="1705278" y="1150141"/>
                    <a:pt x="1705648" y="1148829"/>
                    <a:pt x="1705648" y="1148392"/>
                  </a:cubicBezTo>
                  <a:cubicBezTo>
                    <a:pt x="1705648" y="1147954"/>
                    <a:pt x="1705648" y="1145499"/>
                    <a:pt x="1705648" y="1145499"/>
                  </a:cubicBezTo>
                  <a:lnTo>
                    <a:pt x="1705648" y="1142034"/>
                  </a:lnTo>
                  <a:lnTo>
                    <a:pt x="1705648" y="1140285"/>
                  </a:lnTo>
                  <a:cubicBezTo>
                    <a:pt x="1705648" y="1140285"/>
                    <a:pt x="1705076" y="1138703"/>
                    <a:pt x="1705076" y="1137829"/>
                  </a:cubicBezTo>
                  <a:cubicBezTo>
                    <a:pt x="1705076" y="1136954"/>
                    <a:pt x="1705379" y="1135945"/>
                    <a:pt x="1705513" y="1135071"/>
                  </a:cubicBezTo>
                  <a:cubicBezTo>
                    <a:pt x="1705648" y="1134196"/>
                    <a:pt x="1705210" y="1134196"/>
                    <a:pt x="1705951" y="1133321"/>
                  </a:cubicBezTo>
                  <a:cubicBezTo>
                    <a:pt x="1706691" y="1132447"/>
                    <a:pt x="1706388" y="1132749"/>
                    <a:pt x="1707398" y="1132144"/>
                  </a:cubicBezTo>
                  <a:cubicBezTo>
                    <a:pt x="1708407" y="1131572"/>
                    <a:pt x="1707970" y="1132009"/>
                    <a:pt x="1709552" y="1131000"/>
                  </a:cubicBezTo>
                  <a:cubicBezTo>
                    <a:pt x="1711134" y="1129991"/>
                    <a:pt x="1711436" y="1129856"/>
                    <a:pt x="1711739" y="1129251"/>
                  </a:cubicBezTo>
                  <a:cubicBezTo>
                    <a:pt x="1712042" y="1128679"/>
                    <a:pt x="1713052" y="1126627"/>
                    <a:pt x="1713489" y="1126358"/>
                  </a:cubicBezTo>
                  <a:cubicBezTo>
                    <a:pt x="1713927" y="1126055"/>
                    <a:pt x="1714936" y="1124339"/>
                    <a:pt x="1715812" y="1123734"/>
                  </a:cubicBezTo>
                  <a:cubicBezTo>
                    <a:pt x="1716687" y="1123162"/>
                    <a:pt x="1717124" y="1123162"/>
                    <a:pt x="1717562" y="1122288"/>
                  </a:cubicBezTo>
                  <a:cubicBezTo>
                    <a:pt x="1717999" y="1121413"/>
                    <a:pt x="1719143" y="1119966"/>
                    <a:pt x="1719446" y="1119529"/>
                  </a:cubicBezTo>
                  <a:cubicBezTo>
                    <a:pt x="1719749" y="1119092"/>
                    <a:pt x="1720321" y="1118520"/>
                    <a:pt x="1720624" y="1118083"/>
                  </a:cubicBezTo>
                  <a:cubicBezTo>
                    <a:pt x="1720927" y="1117645"/>
                    <a:pt x="1721768" y="1116636"/>
                    <a:pt x="1721937" y="1116064"/>
                  </a:cubicBezTo>
                  <a:cubicBezTo>
                    <a:pt x="1722071" y="1115492"/>
                    <a:pt x="1721432" y="1115055"/>
                    <a:pt x="1722139" y="1114180"/>
                  </a:cubicBezTo>
                  <a:cubicBezTo>
                    <a:pt x="1722879" y="1113306"/>
                    <a:pt x="1723081" y="1112868"/>
                    <a:pt x="1723081" y="1112296"/>
                  </a:cubicBezTo>
                  <a:cubicBezTo>
                    <a:pt x="1723081" y="1111725"/>
                    <a:pt x="1723081" y="1110715"/>
                    <a:pt x="1723081" y="1110715"/>
                  </a:cubicBezTo>
                  <a:lnTo>
                    <a:pt x="1723081" y="1108966"/>
                  </a:lnTo>
                  <a:lnTo>
                    <a:pt x="1723889" y="1106140"/>
                  </a:lnTo>
                  <a:cubicBezTo>
                    <a:pt x="1723889" y="1106140"/>
                    <a:pt x="1724393" y="1103752"/>
                    <a:pt x="1724461" y="1103550"/>
                  </a:cubicBezTo>
                  <a:cubicBezTo>
                    <a:pt x="1724528" y="1103348"/>
                    <a:pt x="1725773" y="1101229"/>
                    <a:pt x="1725773" y="1101229"/>
                  </a:cubicBezTo>
                  <a:lnTo>
                    <a:pt x="1726413" y="1099412"/>
                  </a:lnTo>
                  <a:cubicBezTo>
                    <a:pt x="1726413" y="1099412"/>
                    <a:pt x="1727658" y="1098168"/>
                    <a:pt x="1727860" y="1098101"/>
                  </a:cubicBezTo>
                  <a:cubicBezTo>
                    <a:pt x="1728062" y="1098033"/>
                    <a:pt x="1729745" y="1097091"/>
                    <a:pt x="1729745" y="1097091"/>
                  </a:cubicBezTo>
                  <a:lnTo>
                    <a:pt x="1731697" y="1096452"/>
                  </a:lnTo>
                  <a:cubicBezTo>
                    <a:pt x="1731697" y="1096452"/>
                    <a:pt x="1733211" y="1095948"/>
                    <a:pt x="1733447" y="1095948"/>
                  </a:cubicBezTo>
                  <a:cubicBezTo>
                    <a:pt x="1733682" y="1095948"/>
                    <a:pt x="1734591" y="1096082"/>
                    <a:pt x="1734894" y="1096082"/>
                  </a:cubicBezTo>
                  <a:cubicBezTo>
                    <a:pt x="1735197" y="1096082"/>
                    <a:pt x="1736846" y="1096217"/>
                    <a:pt x="1737149" y="1096217"/>
                  </a:cubicBezTo>
                  <a:cubicBezTo>
                    <a:pt x="1737451" y="1096217"/>
                    <a:pt x="1739033" y="1096789"/>
                    <a:pt x="1739235" y="1096856"/>
                  </a:cubicBezTo>
                  <a:cubicBezTo>
                    <a:pt x="1739437" y="1096923"/>
                    <a:pt x="1740615" y="1098538"/>
                    <a:pt x="1740985" y="1098874"/>
                  </a:cubicBezTo>
                  <a:cubicBezTo>
                    <a:pt x="1741355" y="1099244"/>
                    <a:pt x="1742231" y="1101565"/>
                    <a:pt x="1742231" y="1101565"/>
                  </a:cubicBezTo>
                  <a:lnTo>
                    <a:pt x="1742231" y="1103752"/>
                  </a:lnTo>
                  <a:lnTo>
                    <a:pt x="1742971" y="1106140"/>
                  </a:lnTo>
                  <a:cubicBezTo>
                    <a:pt x="1742971" y="1106140"/>
                    <a:pt x="1743408" y="1107520"/>
                    <a:pt x="1743476" y="1107822"/>
                  </a:cubicBezTo>
                  <a:cubicBezTo>
                    <a:pt x="1743543" y="1108125"/>
                    <a:pt x="1744654" y="1110514"/>
                    <a:pt x="1744654" y="1110514"/>
                  </a:cubicBezTo>
                  <a:cubicBezTo>
                    <a:pt x="1744654" y="1110514"/>
                    <a:pt x="1745158" y="1112330"/>
                    <a:pt x="1745798" y="1112700"/>
                  </a:cubicBezTo>
                  <a:cubicBezTo>
                    <a:pt x="1746437" y="1113070"/>
                    <a:pt x="1747447" y="1114079"/>
                    <a:pt x="1747817" y="1114584"/>
                  </a:cubicBezTo>
                  <a:cubicBezTo>
                    <a:pt x="1748187" y="1115089"/>
                    <a:pt x="1749264" y="1115728"/>
                    <a:pt x="1750139" y="1115896"/>
                  </a:cubicBezTo>
                  <a:cubicBezTo>
                    <a:pt x="1751014" y="1116030"/>
                    <a:pt x="1749769" y="1116030"/>
                    <a:pt x="1752394" y="1115829"/>
                  </a:cubicBezTo>
                  <a:cubicBezTo>
                    <a:pt x="1755019" y="1115627"/>
                    <a:pt x="1756668" y="1114954"/>
                    <a:pt x="1756668" y="1114954"/>
                  </a:cubicBezTo>
                  <a:lnTo>
                    <a:pt x="1758755" y="1115761"/>
                  </a:lnTo>
                  <a:lnTo>
                    <a:pt x="1760404" y="1116199"/>
                  </a:lnTo>
                  <a:cubicBezTo>
                    <a:pt x="1760404" y="1116199"/>
                    <a:pt x="1762423" y="1116905"/>
                    <a:pt x="1763365" y="1117141"/>
                  </a:cubicBezTo>
                  <a:cubicBezTo>
                    <a:pt x="1764308" y="1117376"/>
                    <a:pt x="1766193" y="1119159"/>
                    <a:pt x="1766193" y="1119159"/>
                  </a:cubicBezTo>
                  <a:cubicBezTo>
                    <a:pt x="1766193" y="1119159"/>
                    <a:pt x="1766933" y="1120404"/>
                    <a:pt x="1767067" y="1120673"/>
                  </a:cubicBezTo>
                  <a:cubicBezTo>
                    <a:pt x="1767202" y="1120976"/>
                    <a:pt x="1766697" y="1122052"/>
                    <a:pt x="1767067" y="1122624"/>
                  </a:cubicBezTo>
                  <a:cubicBezTo>
                    <a:pt x="1767438" y="1123196"/>
                    <a:pt x="1767202" y="1122859"/>
                    <a:pt x="1767101" y="1124878"/>
                  </a:cubicBezTo>
                  <a:cubicBezTo>
                    <a:pt x="1767000" y="1126896"/>
                    <a:pt x="1766865" y="1128713"/>
                    <a:pt x="1766865" y="1128713"/>
                  </a:cubicBezTo>
                  <a:lnTo>
                    <a:pt x="1766293" y="1130731"/>
                  </a:lnTo>
                  <a:lnTo>
                    <a:pt x="1766563" y="1133489"/>
                  </a:lnTo>
                  <a:lnTo>
                    <a:pt x="1766563" y="1135071"/>
                  </a:lnTo>
                  <a:lnTo>
                    <a:pt x="1768144" y="1137526"/>
                  </a:lnTo>
                  <a:lnTo>
                    <a:pt x="1770029" y="1139847"/>
                  </a:lnTo>
                  <a:cubicBezTo>
                    <a:pt x="1770029" y="1139847"/>
                    <a:pt x="1772116" y="1139982"/>
                    <a:pt x="1772991" y="1140554"/>
                  </a:cubicBezTo>
                  <a:cubicBezTo>
                    <a:pt x="1773866" y="1141126"/>
                    <a:pt x="1775010" y="1141294"/>
                    <a:pt x="1776390" y="1141294"/>
                  </a:cubicBezTo>
                  <a:cubicBezTo>
                    <a:pt x="1777770" y="1141294"/>
                    <a:pt x="1779419" y="1141798"/>
                    <a:pt x="1779419" y="1141798"/>
                  </a:cubicBezTo>
                  <a:lnTo>
                    <a:pt x="1781808" y="1142875"/>
                  </a:lnTo>
                  <a:lnTo>
                    <a:pt x="1783626" y="1143884"/>
                  </a:lnTo>
                  <a:lnTo>
                    <a:pt x="1785645" y="1146138"/>
                  </a:lnTo>
                  <a:lnTo>
                    <a:pt x="1787159" y="1144961"/>
                  </a:lnTo>
                  <a:cubicBezTo>
                    <a:pt x="1787159" y="1144961"/>
                    <a:pt x="1789010" y="1143009"/>
                    <a:pt x="1789347" y="1143009"/>
                  </a:cubicBezTo>
                  <a:cubicBezTo>
                    <a:pt x="1789683" y="1143009"/>
                    <a:pt x="1791097" y="1141597"/>
                    <a:pt x="1791534" y="1141597"/>
                  </a:cubicBezTo>
                  <a:cubicBezTo>
                    <a:pt x="1791972" y="1141597"/>
                    <a:pt x="1793587" y="1140621"/>
                    <a:pt x="1793587" y="1140621"/>
                  </a:cubicBezTo>
                  <a:cubicBezTo>
                    <a:pt x="1793587" y="1140621"/>
                    <a:pt x="1795001" y="1139746"/>
                    <a:pt x="1795438" y="1139746"/>
                  </a:cubicBezTo>
                  <a:cubicBezTo>
                    <a:pt x="1795876" y="1139746"/>
                    <a:pt x="1798030" y="1138132"/>
                    <a:pt x="1798030" y="1138132"/>
                  </a:cubicBezTo>
                  <a:cubicBezTo>
                    <a:pt x="1798030" y="1138132"/>
                    <a:pt x="1799881" y="1136383"/>
                    <a:pt x="1800318" y="1136180"/>
                  </a:cubicBezTo>
                  <a:cubicBezTo>
                    <a:pt x="1800756" y="1135979"/>
                    <a:pt x="1802169" y="1135205"/>
                    <a:pt x="1802607" y="1134667"/>
                  </a:cubicBezTo>
                  <a:cubicBezTo>
                    <a:pt x="1803044" y="1134129"/>
                    <a:pt x="1804020" y="1132817"/>
                    <a:pt x="1804357" y="1132043"/>
                  </a:cubicBezTo>
                  <a:cubicBezTo>
                    <a:pt x="1804693" y="1131269"/>
                    <a:pt x="1804121" y="1127905"/>
                    <a:pt x="1804121" y="1127905"/>
                  </a:cubicBezTo>
                  <a:cubicBezTo>
                    <a:pt x="1804121" y="1127905"/>
                    <a:pt x="1804054" y="1125079"/>
                    <a:pt x="1803751" y="1124743"/>
                  </a:cubicBezTo>
                  <a:cubicBezTo>
                    <a:pt x="1803415" y="1124407"/>
                    <a:pt x="1801294" y="1122456"/>
                    <a:pt x="1801294" y="1121917"/>
                  </a:cubicBezTo>
                  <a:cubicBezTo>
                    <a:pt x="1801294" y="1121379"/>
                    <a:pt x="1801294" y="1119428"/>
                    <a:pt x="1801294" y="1119428"/>
                  </a:cubicBezTo>
                  <a:lnTo>
                    <a:pt x="1802708" y="1116703"/>
                  </a:lnTo>
                  <a:lnTo>
                    <a:pt x="1803684" y="1115526"/>
                  </a:lnTo>
                  <a:cubicBezTo>
                    <a:pt x="1803684" y="1115526"/>
                    <a:pt x="1806309" y="1114550"/>
                    <a:pt x="1806948" y="1114449"/>
                  </a:cubicBezTo>
                  <a:cubicBezTo>
                    <a:pt x="1807588" y="1114348"/>
                    <a:pt x="1809775" y="1114449"/>
                    <a:pt x="1809775" y="1114449"/>
                  </a:cubicBezTo>
                  <a:cubicBezTo>
                    <a:pt x="1809775" y="1114449"/>
                    <a:pt x="1810852" y="1114786"/>
                    <a:pt x="1811525" y="1114416"/>
                  </a:cubicBezTo>
                  <a:cubicBezTo>
                    <a:pt x="1812165" y="1114046"/>
                    <a:pt x="1813915" y="1115761"/>
                    <a:pt x="1813915" y="1115761"/>
                  </a:cubicBezTo>
                  <a:cubicBezTo>
                    <a:pt x="1813915" y="1115761"/>
                    <a:pt x="1814790" y="1117174"/>
                    <a:pt x="1814790" y="1117612"/>
                  </a:cubicBezTo>
                  <a:cubicBezTo>
                    <a:pt x="1814790" y="1118049"/>
                    <a:pt x="1815564" y="1119798"/>
                    <a:pt x="1815564" y="1119798"/>
                  </a:cubicBezTo>
                  <a:lnTo>
                    <a:pt x="1816977" y="1123700"/>
                  </a:lnTo>
                  <a:cubicBezTo>
                    <a:pt x="1816977" y="1123700"/>
                    <a:pt x="1817179" y="1125450"/>
                    <a:pt x="1817179" y="1125887"/>
                  </a:cubicBezTo>
                  <a:cubicBezTo>
                    <a:pt x="1817179" y="1126324"/>
                    <a:pt x="1816203" y="1128174"/>
                    <a:pt x="1816203" y="1128612"/>
                  </a:cubicBezTo>
                  <a:cubicBezTo>
                    <a:pt x="1816203" y="1129049"/>
                    <a:pt x="1816001" y="1130664"/>
                    <a:pt x="1816001" y="1130664"/>
                  </a:cubicBezTo>
                  <a:cubicBezTo>
                    <a:pt x="1816001" y="1130664"/>
                    <a:pt x="1816001" y="1132951"/>
                    <a:pt x="1816439" y="1133590"/>
                  </a:cubicBezTo>
                  <a:cubicBezTo>
                    <a:pt x="1816876" y="1134230"/>
                    <a:pt x="1816271" y="1136753"/>
                    <a:pt x="1816271" y="1136753"/>
                  </a:cubicBezTo>
                  <a:lnTo>
                    <a:pt x="1815227" y="1138502"/>
                  </a:lnTo>
                  <a:lnTo>
                    <a:pt x="1815227" y="1142101"/>
                  </a:lnTo>
                  <a:lnTo>
                    <a:pt x="1816001" y="1144153"/>
                  </a:lnTo>
                  <a:lnTo>
                    <a:pt x="1816540" y="1145902"/>
                  </a:lnTo>
                  <a:lnTo>
                    <a:pt x="1818155" y="1146878"/>
                  </a:lnTo>
                  <a:lnTo>
                    <a:pt x="1820208" y="1148291"/>
                  </a:lnTo>
                  <a:lnTo>
                    <a:pt x="1822597" y="1148392"/>
                  </a:lnTo>
                  <a:lnTo>
                    <a:pt x="1825862" y="1146542"/>
                  </a:lnTo>
                  <a:lnTo>
                    <a:pt x="1828252" y="1145129"/>
                  </a:lnTo>
                  <a:lnTo>
                    <a:pt x="1829126" y="1143615"/>
                  </a:lnTo>
                  <a:lnTo>
                    <a:pt x="1830338" y="1142101"/>
                  </a:lnTo>
                  <a:lnTo>
                    <a:pt x="1832290" y="1141226"/>
                  </a:lnTo>
                  <a:lnTo>
                    <a:pt x="1835218" y="1141226"/>
                  </a:lnTo>
                  <a:lnTo>
                    <a:pt x="1838819" y="1142875"/>
                  </a:lnTo>
                  <a:lnTo>
                    <a:pt x="1840670" y="1144187"/>
                  </a:lnTo>
                  <a:lnTo>
                    <a:pt x="1842184" y="1144826"/>
                  </a:lnTo>
                  <a:lnTo>
                    <a:pt x="1845012" y="1144927"/>
                  </a:lnTo>
                  <a:cubicBezTo>
                    <a:pt x="1845012" y="1144927"/>
                    <a:pt x="1847401" y="1142202"/>
                    <a:pt x="1847838" y="1142101"/>
                  </a:cubicBezTo>
                  <a:cubicBezTo>
                    <a:pt x="1848276" y="1142000"/>
                    <a:pt x="1849353" y="1139612"/>
                    <a:pt x="1849454" y="1139275"/>
                  </a:cubicBezTo>
                  <a:cubicBezTo>
                    <a:pt x="1849555" y="1138939"/>
                    <a:pt x="1851305" y="1133860"/>
                    <a:pt x="1851305" y="1133860"/>
                  </a:cubicBezTo>
                  <a:lnTo>
                    <a:pt x="1851742" y="1131807"/>
                  </a:lnTo>
                  <a:lnTo>
                    <a:pt x="1852079" y="1125180"/>
                  </a:lnTo>
                  <a:lnTo>
                    <a:pt x="1850867" y="1119327"/>
                  </a:lnTo>
                  <a:cubicBezTo>
                    <a:pt x="1850867" y="1119327"/>
                    <a:pt x="1849353" y="1116064"/>
                    <a:pt x="1849117" y="1115627"/>
                  </a:cubicBezTo>
                  <a:cubicBezTo>
                    <a:pt x="1848915" y="1115189"/>
                    <a:pt x="1847704" y="1112263"/>
                    <a:pt x="1847704" y="1112263"/>
                  </a:cubicBezTo>
                  <a:lnTo>
                    <a:pt x="1846290" y="1109000"/>
                  </a:lnTo>
                  <a:cubicBezTo>
                    <a:pt x="1846290" y="1109000"/>
                    <a:pt x="1846055" y="1107923"/>
                    <a:pt x="1846055" y="1106948"/>
                  </a:cubicBezTo>
                  <a:cubicBezTo>
                    <a:pt x="1846055" y="1105972"/>
                    <a:pt x="1845853" y="1103685"/>
                    <a:pt x="1845853" y="1102608"/>
                  </a:cubicBezTo>
                  <a:cubicBezTo>
                    <a:pt x="1845853" y="1101532"/>
                    <a:pt x="1845617" y="1098807"/>
                    <a:pt x="1845617" y="1098807"/>
                  </a:cubicBezTo>
                  <a:cubicBezTo>
                    <a:pt x="1845617" y="1098807"/>
                    <a:pt x="1845180" y="1096419"/>
                    <a:pt x="1845180" y="1095443"/>
                  </a:cubicBezTo>
                  <a:cubicBezTo>
                    <a:pt x="1845180" y="1094467"/>
                    <a:pt x="1845281" y="1092180"/>
                    <a:pt x="1845281" y="1091843"/>
                  </a:cubicBezTo>
                  <a:cubicBezTo>
                    <a:pt x="1845281" y="1091507"/>
                    <a:pt x="1845281" y="1090330"/>
                    <a:pt x="1845382" y="1089993"/>
                  </a:cubicBezTo>
                  <a:cubicBezTo>
                    <a:pt x="1845483" y="1089657"/>
                    <a:pt x="1847569" y="1087807"/>
                    <a:pt x="1847569" y="1087807"/>
                  </a:cubicBezTo>
                  <a:lnTo>
                    <a:pt x="1849420" y="1085519"/>
                  </a:lnTo>
                  <a:lnTo>
                    <a:pt x="1852146" y="1083232"/>
                  </a:lnTo>
                  <a:cubicBezTo>
                    <a:pt x="1852146" y="1083232"/>
                    <a:pt x="1852247" y="1080843"/>
                    <a:pt x="1852146" y="1080070"/>
                  </a:cubicBezTo>
                  <a:cubicBezTo>
                    <a:pt x="1852045" y="1079296"/>
                    <a:pt x="1851170" y="1077042"/>
                    <a:pt x="1851170" y="1077042"/>
                  </a:cubicBezTo>
                  <a:cubicBezTo>
                    <a:pt x="1851170" y="1077042"/>
                    <a:pt x="1848680" y="1074116"/>
                    <a:pt x="1848579" y="1073779"/>
                  </a:cubicBezTo>
                  <a:cubicBezTo>
                    <a:pt x="1848478" y="1073443"/>
                    <a:pt x="1848478" y="1071828"/>
                    <a:pt x="1848478" y="1071828"/>
                  </a:cubicBezTo>
                  <a:lnTo>
                    <a:pt x="1850531" y="1070213"/>
                  </a:lnTo>
                  <a:cubicBezTo>
                    <a:pt x="1850531" y="1070213"/>
                    <a:pt x="1851608" y="1067926"/>
                    <a:pt x="1851944" y="1067825"/>
                  </a:cubicBezTo>
                  <a:cubicBezTo>
                    <a:pt x="1852281" y="1067724"/>
                    <a:pt x="1852920" y="1066412"/>
                    <a:pt x="1852920" y="1065975"/>
                  </a:cubicBezTo>
                  <a:cubicBezTo>
                    <a:pt x="1852920" y="1065537"/>
                    <a:pt x="1853122" y="1063250"/>
                    <a:pt x="1853122" y="1062812"/>
                  </a:cubicBezTo>
                  <a:cubicBezTo>
                    <a:pt x="1853122" y="1062375"/>
                    <a:pt x="1852920" y="1059785"/>
                    <a:pt x="1852584" y="1059550"/>
                  </a:cubicBezTo>
                  <a:cubicBezTo>
                    <a:pt x="1852247" y="1059348"/>
                    <a:pt x="1850968" y="1056623"/>
                    <a:pt x="1850968" y="1056623"/>
                  </a:cubicBezTo>
                  <a:lnTo>
                    <a:pt x="1851170" y="1055311"/>
                  </a:lnTo>
                  <a:cubicBezTo>
                    <a:pt x="1851170" y="1055311"/>
                    <a:pt x="1851810" y="1054672"/>
                    <a:pt x="1852483" y="1054436"/>
                  </a:cubicBezTo>
                  <a:cubicBezTo>
                    <a:pt x="1853122" y="1054201"/>
                    <a:pt x="1855074" y="1052922"/>
                    <a:pt x="1855074" y="1052922"/>
                  </a:cubicBezTo>
                  <a:lnTo>
                    <a:pt x="1856151" y="1052283"/>
                  </a:lnTo>
                  <a:cubicBezTo>
                    <a:pt x="1856151" y="1052283"/>
                    <a:pt x="1858339" y="1051409"/>
                    <a:pt x="1858440" y="1052283"/>
                  </a:cubicBezTo>
                  <a:cubicBezTo>
                    <a:pt x="1858541" y="1053158"/>
                    <a:pt x="1858103" y="1053259"/>
                    <a:pt x="1859214" y="1054033"/>
                  </a:cubicBezTo>
                  <a:cubicBezTo>
                    <a:pt x="1860291" y="1054806"/>
                    <a:pt x="1860291" y="1054806"/>
                    <a:pt x="1860291" y="1054806"/>
                  </a:cubicBezTo>
                  <a:cubicBezTo>
                    <a:pt x="1860291" y="1054806"/>
                    <a:pt x="1861065" y="1055143"/>
                    <a:pt x="1861368" y="1054907"/>
                  </a:cubicBezTo>
                  <a:cubicBezTo>
                    <a:pt x="1861704" y="1054705"/>
                    <a:pt x="1862546" y="1051913"/>
                    <a:pt x="1862546" y="1051913"/>
                  </a:cubicBezTo>
                  <a:cubicBezTo>
                    <a:pt x="1863185" y="1051745"/>
                    <a:pt x="1866685" y="1051913"/>
                    <a:pt x="1866685" y="1051913"/>
                  </a:cubicBezTo>
                  <a:lnTo>
                    <a:pt x="1867459" y="1053494"/>
                  </a:lnTo>
                  <a:lnTo>
                    <a:pt x="1868435" y="1059247"/>
                  </a:lnTo>
                  <a:lnTo>
                    <a:pt x="1867897" y="1062409"/>
                  </a:lnTo>
                  <a:lnTo>
                    <a:pt x="1867459" y="1066008"/>
                  </a:lnTo>
                  <a:lnTo>
                    <a:pt x="1867358" y="1068498"/>
                  </a:lnTo>
                  <a:lnTo>
                    <a:pt x="1867358" y="1070886"/>
                  </a:lnTo>
                  <a:lnTo>
                    <a:pt x="1868233" y="1072837"/>
                  </a:lnTo>
                  <a:cubicBezTo>
                    <a:pt x="1868233" y="1072837"/>
                    <a:pt x="1869209" y="1073106"/>
                    <a:pt x="1869546" y="1073106"/>
                  </a:cubicBezTo>
                  <a:cubicBezTo>
                    <a:pt x="1869882" y="1073106"/>
                    <a:pt x="1870858" y="1073476"/>
                    <a:pt x="1870858" y="1073476"/>
                  </a:cubicBezTo>
                  <a:lnTo>
                    <a:pt x="1873450" y="1073476"/>
                  </a:lnTo>
                  <a:lnTo>
                    <a:pt x="1876176" y="1073140"/>
                  </a:lnTo>
                  <a:cubicBezTo>
                    <a:pt x="1876176" y="1073140"/>
                    <a:pt x="1878027" y="1071727"/>
                    <a:pt x="1878464" y="1071492"/>
                  </a:cubicBezTo>
                  <a:cubicBezTo>
                    <a:pt x="1878902" y="1071290"/>
                    <a:pt x="1879104" y="1070180"/>
                    <a:pt x="1879104" y="1070180"/>
                  </a:cubicBezTo>
                  <a:lnTo>
                    <a:pt x="1878128" y="1066580"/>
                  </a:lnTo>
                  <a:cubicBezTo>
                    <a:pt x="1878128" y="1066580"/>
                    <a:pt x="1877926" y="1064831"/>
                    <a:pt x="1877926" y="1064427"/>
                  </a:cubicBezTo>
                  <a:cubicBezTo>
                    <a:pt x="1877926" y="1063990"/>
                    <a:pt x="1877724" y="1061501"/>
                    <a:pt x="1877724" y="1061501"/>
                  </a:cubicBezTo>
                  <a:lnTo>
                    <a:pt x="1878599" y="1059112"/>
                  </a:lnTo>
                  <a:lnTo>
                    <a:pt x="1881762" y="1057800"/>
                  </a:lnTo>
                  <a:lnTo>
                    <a:pt x="1882402" y="1056724"/>
                  </a:lnTo>
                  <a:lnTo>
                    <a:pt x="1880450" y="1054134"/>
                  </a:lnTo>
                  <a:cubicBezTo>
                    <a:pt x="1880450" y="1054134"/>
                    <a:pt x="1881325" y="1052721"/>
                    <a:pt x="1881661" y="1052721"/>
                  </a:cubicBezTo>
                  <a:cubicBezTo>
                    <a:pt x="1881998" y="1052721"/>
                    <a:pt x="1884589" y="1052620"/>
                    <a:pt x="1884589" y="1052620"/>
                  </a:cubicBezTo>
                  <a:lnTo>
                    <a:pt x="1887080" y="1052519"/>
                  </a:lnTo>
                  <a:cubicBezTo>
                    <a:pt x="1887080" y="1052519"/>
                    <a:pt x="1887416" y="1050770"/>
                    <a:pt x="1887416" y="1050332"/>
                  </a:cubicBezTo>
                  <a:cubicBezTo>
                    <a:pt x="1887416" y="1049895"/>
                    <a:pt x="1887315" y="1047708"/>
                    <a:pt x="1887315" y="1047708"/>
                  </a:cubicBezTo>
                  <a:lnTo>
                    <a:pt x="1886676" y="1046396"/>
                  </a:lnTo>
                  <a:lnTo>
                    <a:pt x="1885060" y="1044983"/>
                  </a:lnTo>
                  <a:lnTo>
                    <a:pt x="1884623" y="1044109"/>
                  </a:lnTo>
                  <a:cubicBezTo>
                    <a:pt x="1884623" y="1044109"/>
                    <a:pt x="1885599" y="1042259"/>
                    <a:pt x="1885935" y="1042023"/>
                  </a:cubicBezTo>
                  <a:cubicBezTo>
                    <a:pt x="1886272" y="1041821"/>
                    <a:pt x="1887147" y="1041384"/>
                    <a:pt x="1887450" y="1041250"/>
                  </a:cubicBezTo>
                  <a:cubicBezTo>
                    <a:pt x="1887787" y="1041148"/>
                    <a:pt x="1886810" y="1039500"/>
                    <a:pt x="1886810" y="1039500"/>
                  </a:cubicBezTo>
                  <a:lnTo>
                    <a:pt x="1883109" y="1034824"/>
                  </a:lnTo>
                  <a:lnTo>
                    <a:pt x="1883109" y="1034286"/>
                  </a:lnTo>
                  <a:lnTo>
                    <a:pt x="1885700" y="1032638"/>
                  </a:lnTo>
                  <a:cubicBezTo>
                    <a:pt x="1885700" y="1032638"/>
                    <a:pt x="1887753" y="1030788"/>
                    <a:pt x="1889065" y="1030788"/>
                  </a:cubicBezTo>
                  <a:cubicBezTo>
                    <a:pt x="1890378" y="1030788"/>
                    <a:pt x="1891354" y="1030249"/>
                    <a:pt x="1892431" y="1030249"/>
                  </a:cubicBezTo>
                  <a:cubicBezTo>
                    <a:pt x="1893508" y="1030249"/>
                    <a:pt x="1896133" y="1030687"/>
                    <a:pt x="1896671" y="1030788"/>
                  </a:cubicBezTo>
                  <a:cubicBezTo>
                    <a:pt x="1897580" y="1031124"/>
                    <a:pt x="1899094" y="1031662"/>
                    <a:pt x="1899094" y="1031662"/>
                  </a:cubicBezTo>
                  <a:close/>
                </a:path>
              </a:pathLst>
            </a:custGeom>
            <a:grpFill/>
            <a:ln w="6350" cap="flat">
              <a:solidFill>
                <a:schemeClr val="bg1"/>
              </a:solidFill>
              <a:prstDash val="solid"/>
              <a:miter/>
            </a:ln>
          </p:spPr>
          <p:txBody>
            <a:bodyPr rtlCol="0" anchor="ctr"/>
            <a:lstStyle/>
            <a:p>
              <a:endParaRPr lang="en-US"/>
            </a:p>
          </p:txBody>
        </p:sp>
        <p:sp>
          <p:nvSpPr>
            <p:cNvPr id="195" name="Freeform 912">
              <a:extLst>
                <a:ext uri="{FF2B5EF4-FFF2-40B4-BE49-F238E27FC236}">
                  <a16:creationId xmlns:a16="http://schemas.microsoft.com/office/drawing/2014/main" id="{929D6B07-63FA-0411-36A8-3E31C29E483B}"/>
                </a:ext>
              </a:extLst>
            </p:cNvPr>
            <p:cNvSpPr/>
            <p:nvPr/>
          </p:nvSpPr>
          <p:spPr>
            <a:xfrm>
              <a:off x="6097266" y="1897501"/>
              <a:ext cx="1051007" cy="784315"/>
            </a:xfrm>
            <a:custGeom>
              <a:avLst/>
              <a:gdLst>
                <a:gd name="connsiteX0" fmla="*/ 1673575 w 2017827"/>
                <a:gd name="connsiteY0" fmla="*/ 1173514 h 1505806"/>
                <a:gd name="connsiteX1" fmla="*/ 1674349 w 2017827"/>
                <a:gd name="connsiteY1" fmla="*/ 1170352 h 1505806"/>
                <a:gd name="connsiteX2" fmla="*/ 1674989 w 2017827"/>
                <a:gd name="connsiteY2" fmla="*/ 1168502 h 1505806"/>
                <a:gd name="connsiteX3" fmla="*/ 1675527 w 2017827"/>
                <a:gd name="connsiteY3" fmla="*/ 1166854 h 1505806"/>
                <a:gd name="connsiteX4" fmla="*/ 1676301 w 2017827"/>
                <a:gd name="connsiteY4" fmla="*/ 1162716 h 1505806"/>
                <a:gd name="connsiteX5" fmla="*/ 1676739 w 2017827"/>
                <a:gd name="connsiteY5" fmla="*/ 1159991 h 1505806"/>
                <a:gd name="connsiteX6" fmla="*/ 1676941 w 2017827"/>
                <a:gd name="connsiteY6" fmla="*/ 1157502 h 1505806"/>
                <a:gd name="connsiteX7" fmla="*/ 1677041 w 2017827"/>
                <a:gd name="connsiteY7" fmla="*/ 1155651 h 1505806"/>
                <a:gd name="connsiteX8" fmla="*/ 1677041 w 2017827"/>
                <a:gd name="connsiteY8" fmla="*/ 1153902 h 1505806"/>
                <a:gd name="connsiteX9" fmla="*/ 1676671 w 2017827"/>
                <a:gd name="connsiteY9" fmla="*/ 1150875 h 1505806"/>
                <a:gd name="connsiteX10" fmla="*/ 1676402 w 2017827"/>
                <a:gd name="connsiteY10" fmla="*/ 1149125 h 1505806"/>
                <a:gd name="connsiteX11" fmla="*/ 1674551 w 2017827"/>
                <a:gd name="connsiteY11" fmla="*/ 1147914 h 1505806"/>
                <a:gd name="connsiteX12" fmla="*/ 1673575 w 2017827"/>
                <a:gd name="connsiteY12" fmla="*/ 1146939 h 1505806"/>
                <a:gd name="connsiteX13" fmla="*/ 1669570 w 2017827"/>
                <a:gd name="connsiteY13" fmla="*/ 1144349 h 1505806"/>
                <a:gd name="connsiteX14" fmla="*/ 1668796 w 2017827"/>
                <a:gd name="connsiteY14" fmla="*/ 1143810 h 1505806"/>
                <a:gd name="connsiteX15" fmla="*/ 1668460 w 2017827"/>
                <a:gd name="connsiteY15" fmla="*/ 1140648 h 1505806"/>
                <a:gd name="connsiteX16" fmla="*/ 1667820 w 2017827"/>
                <a:gd name="connsiteY16" fmla="*/ 1136511 h 1505806"/>
                <a:gd name="connsiteX17" fmla="*/ 1666609 w 2017827"/>
                <a:gd name="connsiteY17" fmla="*/ 1133046 h 1505806"/>
                <a:gd name="connsiteX18" fmla="*/ 1666609 w 2017827"/>
                <a:gd name="connsiteY18" fmla="*/ 1129682 h 1505806"/>
                <a:gd name="connsiteX19" fmla="*/ 1670075 w 2017827"/>
                <a:gd name="connsiteY19" fmla="*/ 1126082 h 1505806"/>
                <a:gd name="connsiteX20" fmla="*/ 1670075 w 2017827"/>
                <a:gd name="connsiteY20" fmla="*/ 1119018 h 1505806"/>
                <a:gd name="connsiteX21" fmla="*/ 1670916 w 2017827"/>
                <a:gd name="connsiteY21" fmla="*/ 1110204 h 1505806"/>
                <a:gd name="connsiteX22" fmla="*/ 1671825 w 2017827"/>
                <a:gd name="connsiteY22" fmla="*/ 1106941 h 1505806"/>
                <a:gd name="connsiteX23" fmla="*/ 1671825 w 2017827"/>
                <a:gd name="connsiteY23" fmla="*/ 1104116 h 1505806"/>
                <a:gd name="connsiteX24" fmla="*/ 1671287 w 2017827"/>
                <a:gd name="connsiteY24" fmla="*/ 1102030 h 1505806"/>
                <a:gd name="connsiteX25" fmla="*/ 1670950 w 2017827"/>
                <a:gd name="connsiteY25" fmla="*/ 1100079 h 1505806"/>
                <a:gd name="connsiteX26" fmla="*/ 1670950 w 2017827"/>
                <a:gd name="connsiteY26" fmla="*/ 1098229 h 1505806"/>
                <a:gd name="connsiteX27" fmla="*/ 1672566 w 2017827"/>
                <a:gd name="connsiteY27" fmla="*/ 1095504 h 1505806"/>
                <a:gd name="connsiteX28" fmla="*/ 1675056 w 2017827"/>
                <a:gd name="connsiteY28" fmla="*/ 1091804 h 1505806"/>
                <a:gd name="connsiteX29" fmla="*/ 1676907 w 2017827"/>
                <a:gd name="connsiteY29" fmla="*/ 1088641 h 1505806"/>
                <a:gd name="connsiteX30" fmla="*/ 1680373 w 2017827"/>
                <a:gd name="connsiteY30" fmla="*/ 1086589 h 1505806"/>
                <a:gd name="connsiteX31" fmla="*/ 1683974 w 2017827"/>
                <a:gd name="connsiteY31" fmla="*/ 1081712 h 1505806"/>
                <a:gd name="connsiteX32" fmla="*/ 1686027 w 2017827"/>
                <a:gd name="connsiteY32" fmla="*/ 1079660 h 1505806"/>
                <a:gd name="connsiteX33" fmla="*/ 1688518 w 2017827"/>
                <a:gd name="connsiteY33" fmla="*/ 1076598 h 1505806"/>
                <a:gd name="connsiteX34" fmla="*/ 1689830 w 2017827"/>
                <a:gd name="connsiteY34" fmla="*/ 1073133 h 1505806"/>
                <a:gd name="connsiteX35" fmla="*/ 1689628 w 2017827"/>
                <a:gd name="connsiteY35" fmla="*/ 1070745 h 1505806"/>
                <a:gd name="connsiteX36" fmla="*/ 1688551 w 2017827"/>
                <a:gd name="connsiteY36" fmla="*/ 1066506 h 1505806"/>
                <a:gd name="connsiteX37" fmla="*/ 1689022 w 2017827"/>
                <a:gd name="connsiteY37" fmla="*/ 1043699 h 1505806"/>
                <a:gd name="connsiteX38" fmla="*/ 1689527 w 2017827"/>
                <a:gd name="connsiteY38" fmla="*/ 1041209 h 1505806"/>
                <a:gd name="connsiteX39" fmla="*/ 1689191 w 2017827"/>
                <a:gd name="connsiteY39" fmla="*/ 1039023 h 1505806"/>
                <a:gd name="connsiteX40" fmla="*/ 1689191 w 2017827"/>
                <a:gd name="connsiteY40" fmla="*/ 1037375 h 1505806"/>
                <a:gd name="connsiteX41" fmla="*/ 1689191 w 2017827"/>
                <a:gd name="connsiteY41" fmla="*/ 1033910 h 1505806"/>
                <a:gd name="connsiteX42" fmla="*/ 1689191 w 2017827"/>
                <a:gd name="connsiteY42" fmla="*/ 1032160 h 1505806"/>
                <a:gd name="connsiteX43" fmla="*/ 1691109 w 2017827"/>
                <a:gd name="connsiteY43" fmla="*/ 1032059 h 1505806"/>
                <a:gd name="connsiteX44" fmla="*/ 1693330 w 2017827"/>
                <a:gd name="connsiteY44" fmla="*/ 1032160 h 1505806"/>
                <a:gd name="connsiteX45" fmla="*/ 1696157 w 2017827"/>
                <a:gd name="connsiteY45" fmla="*/ 1032699 h 1505806"/>
                <a:gd name="connsiteX46" fmla="*/ 1698883 w 2017827"/>
                <a:gd name="connsiteY46" fmla="*/ 1033876 h 1505806"/>
                <a:gd name="connsiteX47" fmla="*/ 1703763 w 2017827"/>
                <a:gd name="connsiteY47" fmla="*/ 1035188 h 1505806"/>
                <a:gd name="connsiteX48" fmla="*/ 1709081 w 2017827"/>
                <a:gd name="connsiteY48" fmla="*/ 1035289 h 1505806"/>
                <a:gd name="connsiteX49" fmla="*/ 1715711 w 2017827"/>
                <a:gd name="connsiteY49" fmla="*/ 1038451 h 1505806"/>
                <a:gd name="connsiteX50" fmla="*/ 1719312 w 2017827"/>
                <a:gd name="connsiteY50" fmla="*/ 1039763 h 1505806"/>
                <a:gd name="connsiteX51" fmla="*/ 1722374 w 2017827"/>
                <a:gd name="connsiteY51" fmla="*/ 1040638 h 1505806"/>
                <a:gd name="connsiteX52" fmla="*/ 1726413 w 2017827"/>
                <a:gd name="connsiteY52" fmla="*/ 1040974 h 1505806"/>
                <a:gd name="connsiteX53" fmla="*/ 1729240 w 2017827"/>
                <a:gd name="connsiteY53" fmla="*/ 1040873 h 1505806"/>
                <a:gd name="connsiteX54" fmla="*/ 1732841 w 2017827"/>
                <a:gd name="connsiteY54" fmla="*/ 1040671 h 1505806"/>
                <a:gd name="connsiteX55" fmla="*/ 1735769 w 2017827"/>
                <a:gd name="connsiteY55" fmla="*/ 1039898 h 1505806"/>
                <a:gd name="connsiteX56" fmla="*/ 1738394 w 2017827"/>
                <a:gd name="connsiteY56" fmla="*/ 1038922 h 1505806"/>
                <a:gd name="connsiteX57" fmla="*/ 1739471 w 2017827"/>
                <a:gd name="connsiteY57" fmla="*/ 1038283 h 1505806"/>
                <a:gd name="connsiteX58" fmla="*/ 1741221 w 2017827"/>
                <a:gd name="connsiteY58" fmla="*/ 1037745 h 1505806"/>
                <a:gd name="connsiteX59" fmla="*/ 1743509 w 2017827"/>
                <a:gd name="connsiteY59" fmla="*/ 1037105 h 1505806"/>
                <a:gd name="connsiteX60" fmla="*/ 1745461 w 2017827"/>
                <a:gd name="connsiteY60" fmla="*/ 1036231 h 1505806"/>
                <a:gd name="connsiteX61" fmla="*/ 1747211 w 2017827"/>
                <a:gd name="connsiteY61" fmla="*/ 1035592 h 1505806"/>
                <a:gd name="connsiteX62" fmla="*/ 1749163 w 2017827"/>
                <a:gd name="connsiteY62" fmla="*/ 1034381 h 1505806"/>
                <a:gd name="connsiteX63" fmla="*/ 1750476 w 2017827"/>
                <a:gd name="connsiteY63" fmla="*/ 1033304 h 1505806"/>
                <a:gd name="connsiteX64" fmla="*/ 1751889 w 2017827"/>
                <a:gd name="connsiteY64" fmla="*/ 1032228 h 1505806"/>
                <a:gd name="connsiteX65" fmla="*/ 1753404 w 2017827"/>
                <a:gd name="connsiteY65" fmla="*/ 1031689 h 1505806"/>
                <a:gd name="connsiteX66" fmla="*/ 1754481 w 2017827"/>
                <a:gd name="connsiteY66" fmla="*/ 1031252 h 1505806"/>
                <a:gd name="connsiteX67" fmla="*/ 1756433 w 2017827"/>
                <a:gd name="connsiteY67" fmla="*/ 1030377 h 1505806"/>
                <a:gd name="connsiteX68" fmla="*/ 1758385 w 2017827"/>
                <a:gd name="connsiteY68" fmla="*/ 1028763 h 1505806"/>
                <a:gd name="connsiteX69" fmla="*/ 1759563 w 2017827"/>
                <a:gd name="connsiteY69" fmla="*/ 1027552 h 1505806"/>
                <a:gd name="connsiteX70" fmla="*/ 1760337 w 2017827"/>
                <a:gd name="connsiteY70" fmla="*/ 1027014 h 1505806"/>
                <a:gd name="connsiteX71" fmla="*/ 1761212 w 2017827"/>
                <a:gd name="connsiteY71" fmla="*/ 1026576 h 1505806"/>
                <a:gd name="connsiteX72" fmla="*/ 1762524 w 2017827"/>
                <a:gd name="connsiteY72" fmla="*/ 1025399 h 1505806"/>
                <a:gd name="connsiteX73" fmla="*/ 1764274 w 2017827"/>
                <a:gd name="connsiteY73" fmla="*/ 1024760 h 1505806"/>
                <a:gd name="connsiteX74" fmla="*/ 1766024 w 2017827"/>
                <a:gd name="connsiteY74" fmla="*/ 1023986 h 1505806"/>
                <a:gd name="connsiteX75" fmla="*/ 1767101 w 2017827"/>
                <a:gd name="connsiteY75" fmla="*/ 1022775 h 1505806"/>
                <a:gd name="connsiteX76" fmla="*/ 1767976 w 2017827"/>
                <a:gd name="connsiteY76" fmla="*/ 1021026 h 1505806"/>
                <a:gd name="connsiteX77" fmla="*/ 1770029 w 2017827"/>
                <a:gd name="connsiteY77" fmla="*/ 1017998 h 1505806"/>
                <a:gd name="connsiteX78" fmla="*/ 1771779 w 2017827"/>
                <a:gd name="connsiteY78" fmla="*/ 1015711 h 1505806"/>
                <a:gd name="connsiteX79" fmla="*/ 1772856 w 2017827"/>
                <a:gd name="connsiteY79" fmla="*/ 1012549 h 1505806"/>
                <a:gd name="connsiteX80" fmla="*/ 1775145 w 2017827"/>
                <a:gd name="connsiteY80" fmla="*/ 1008074 h 1505806"/>
                <a:gd name="connsiteX81" fmla="*/ 1780799 w 2017827"/>
                <a:gd name="connsiteY81" fmla="*/ 1002221 h 1505806"/>
                <a:gd name="connsiteX82" fmla="*/ 1785477 w 2017827"/>
                <a:gd name="connsiteY82" fmla="*/ 998958 h 1505806"/>
                <a:gd name="connsiteX83" fmla="*/ 1790357 w 2017827"/>
                <a:gd name="connsiteY83" fmla="*/ 990918 h 1505806"/>
                <a:gd name="connsiteX84" fmla="*/ 1797861 w 2017827"/>
                <a:gd name="connsiteY84" fmla="*/ 982441 h 1505806"/>
                <a:gd name="connsiteX85" fmla="*/ 1807857 w 2017827"/>
                <a:gd name="connsiteY85" fmla="*/ 975814 h 1505806"/>
                <a:gd name="connsiteX86" fmla="*/ 1817415 w 2017827"/>
                <a:gd name="connsiteY86" fmla="*/ 970163 h 1505806"/>
                <a:gd name="connsiteX87" fmla="*/ 1825795 w 2017827"/>
                <a:gd name="connsiteY87" fmla="*/ 963973 h 1505806"/>
                <a:gd name="connsiteX88" fmla="*/ 1831449 w 2017827"/>
                <a:gd name="connsiteY88" fmla="*/ 959297 h 1505806"/>
                <a:gd name="connsiteX89" fmla="*/ 1845483 w 2017827"/>
                <a:gd name="connsiteY89" fmla="*/ 949306 h 1505806"/>
                <a:gd name="connsiteX90" fmla="*/ 1853627 w 2017827"/>
                <a:gd name="connsiteY90" fmla="*/ 942141 h 1505806"/>
                <a:gd name="connsiteX91" fmla="*/ 1857329 w 2017827"/>
                <a:gd name="connsiteY91" fmla="*/ 939651 h 1505806"/>
                <a:gd name="connsiteX92" fmla="*/ 1861334 w 2017827"/>
                <a:gd name="connsiteY92" fmla="*/ 936287 h 1505806"/>
                <a:gd name="connsiteX93" fmla="*/ 1866651 w 2017827"/>
                <a:gd name="connsiteY93" fmla="*/ 933024 h 1505806"/>
                <a:gd name="connsiteX94" fmla="*/ 1872844 w 2017827"/>
                <a:gd name="connsiteY94" fmla="*/ 930098 h 1505806"/>
                <a:gd name="connsiteX95" fmla="*/ 1877959 w 2017827"/>
                <a:gd name="connsiteY95" fmla="*/ 928046 h 1505806"/>
                <a:gd name="connsiteX96" fmla="*/ 1882099 w 2017827"/>
                <a:gd name="connsiteY96" fmla="*/ 925018 h 1505806"/>
                <a:gd name="connsiteX97" fmla="*/ 1897210 w 2017827"/>
                <a:gd name="connsiteY97" fmla="*/ 922966 h 1505806"/>
                <a:gd name="connsiteX98" fmla="*/ 1915787 w 2017827"/>
                <a:gd name="connsiteY98" fmla="*/ 918055 h 1505806"/>
                <a:gd name="connsiteX99" fmla="*/ 1918816 w 2017827"/>
                <a:gd name="connsiteY99" fmla="*/ 917617 h 1505806"/>
                <a:gd name="connsiteX100" fmla="*/ 1925008 w 2017827"/>
                <a:gd name="connsiteY100" fmla="*/ 920006 h 1505806"/>
                <a:gd name="connsiteX101" fmla="*/ 1927936 w 2017827"/>
                <a:gd name="connsiteY101" fmla="*/ 919569 h 1505806"/>
                <a:gd name="connsiteX102" fmla="*/ 1931201 w 2017827"/>
                <a:gd name="connsiteY102" fmla="*/ 918257 h 1505806"/>
                <a:gd name="connsiteX103" fmla="*/ 1934364 w 2017827"/>
                <a:gd name="connsiteY103" fmla="*/ 917517 h 1505806"/>
                <a:gd name="connsiteX104" fmla="*/ 1938807 w 2017827"/>
                <a:gd name="connsiteY104" fmla="*/ 914893 h 1505806"/>
                <a:gd name="connsiteX105" fmla="*/ 1942273 w 2017827"/>
                <a:gd name="connsiteY105" fmla="*/ 914893 h 1505806"/>
                <a:gd name="connsiteX106" fmla="*/ 1946615 w 2017827"/>
                <a:gd name="connsiteY106" fmla="*/ 915666 h 1505806"/>
                <a:gd name="connsiteX107" fmla="*/ 1951629 w 2017827"/>
                <a:gd name="connsiteY107" fmla="*/ 917617 h 1505806"/>
                <a:gd name="connsiteX108" fmla="*/ 1956509 w 2017827"/>
                <a:gd name="connsiteY108" fmla="*/ 918828 h 1505806"/>
                <a:gd name="connsiteX109" fmla="*/ 1967279 w 2017827"/>
                <a:gd name="connsiteY109" fmla="*/ 922091 h 1505806"/>
                <a:gd name="connsiteX110" fmla="*/ 1976197 w 2017827"/>
                <a:gd name="connsiteY110" fmla="*/ 921553 h 1505806"/>
                <a:gd name="connsiteX111" fmla="*/ 1980337 w 2017827"/>
                <a:gd name="connsiteY111" fmla="*/ 915902 h 1505806"/>
                <a:gd name="connsiteX112" fmla="*/ 1983803 w 2017827"/>
                <a:gd name="connsiteY112" fmla="*/ 913413 h 1505806"/>
                <a:gd name="connsiteX113" fmla="*/ 1989659 w 2017827"/>
                <a:gd name="connsiteY113" fmla="*/ 910385 h 1505806"/>
                <a:gd name="connsiteX114" fmla="*/ 1992250 w 2017827"/>
                <a:gd name="connsiteY114" fmla="*/ 907357 h 1505806"/>
                <a:gd name="connsiteX115" fmla="*/ 1992048 w 2017827"/>
                <a:gd name="connsiteY115" fmla="*/ 904733 h 1505806"/>
                <a:gd name="connsiteX116" fmla="*/ 1987471 w 2017827"/>
                <a:gd name="connsiteY116" fmla="*/ 899519 h 1505806"/>
                <a:gd name="connsiteX117" fmla="*/ 1989659 w 2017827"/>
                <a:gd name="connsiteY117" fmla="*/ 888015 h 1505806"/>
                <a:gd name="connsiteX118" fmla="*/ 1992688 w 2017827"/>
                <a:gd name="connsiteY118" fmla="*/ 880076 h 1505806"/>
                <a:gd name="connsiteX119" fmla="*/ 1993563 w 2017827"/>
                <a:gd name="connsiteY119" fmla="*/ 869008 h 1505806"/>
                <a:gd name="connsiteX120" fmla="*/ 1992149 w 2017827"/>
                <a:gd name="connsiteY120" fmla="*/ 858344 h 1505806"/>
                <a:gd name="connsiteX121" fmla="*/ 1993226 w 2017827"/>
                <a:gd name="connsiteY121" fmla="*/ 851818 h 1505806"/>
                <a:gd name="connsiteX122" fmla="*/ 1993226 w 2017827"/>
                <a:gd name="connsiteY122" fmla="*/ 847681 h 1505806"/>
                <a:gd name="connsiteX123" fmla="*/ 1993866 w 2017827"/>
                <a:gd name="connsiteY123" fmla="*/ 842467 h 1505806"/>
                <a:gd name="connsiteX124" fmla="*/ 1996457 w 2017827"/>
                <a:gd name="connsiteY124" fmla="*/ 839203 h 1505806"/>
                <a:gd name="connsiteX125" fmla="*/ 2002212 w 2017827"/>
                <a:gd name="connsiteY125" fmla="*/ 835739 h 1505806"/>
                <a:gd name="connsiteX126" fmla="*/ 2008405 w 2017827"/>
                <a:gd name="connsiteY126" fmla="*/ 831500 h 1505806"/>
                <a:gd name="connsiteX127" fmla="*/ 2015674 w 2017827"/>
                <a:gd name="connsiteY127" fmla="*/ 830861 h 1505806"/>
                <a:gd name="connsiteX128" fmla="*/ 2017087 w 2017827"/>
                <a:gd name="connsiteY128" fmla="*/ 829179 h 1505806"/>
                <a:gd name="connsiteX129" fmla="*/ 2017828 w 2017827"/>
                <a:gd name="connsiteY129" fmla="*/ 827160 h 1505806"/>
                <a:gd name="connsiteX130" fmla="*/ 2017828 w 2017827"/>
                <a:gd name="connsiteY130" fmla="*/ 823696 h 1505806"/>
                <a:gd name="connsiteX131" fmla="*/ 2017828 w 2017827"/>
                <a:gd name="connsiteY131" fmla="*/ 816194 h 1505806"/>
                <a:gd name="connsiteX132" fmla="*/ 2016751 w 2017827"/>
                <a:gd name="connsiteY132" fmla="*/ 810643 h 1505806"/>
                <a:gd name="connsiteX133" fmla="*/ 2014900 w 2017827"/>
                <a:gd name="connsiteY133" fmla="*/ 807044 h 1505806"/>
                <a:gd name="connsiteX134" fmla="*/ 2012174 w 2017827"/>
                <a:gd name="connsiteY134" fmla="*/ 802805 h 1505806"/>
                <a:gd name="connsiteX135" fmla="*/ 2008371 w 2017827"/>
                <a:gd name="connsiteY135" fmla="*/ 798029 h 1505806"/>
                <a:gd name="connsiteX136" fmla="*/ 2005880 w 2017827"/>
                <a:gd name="connsiteY136" fmla="*/ 792377 h 1505806"/>
                <a:gd name="connsiteX137" fmla="*/ 2003491 w 2017827"/>
                <a:gd name="connsiteY137" fmla="*/ 789350 h 1505806"/>
                <a:gd name="connsiteX138" fmla="*/ 1997837 w 2017827"/>
                <a:gd name="connsiteY138" fmla="*/ 782487 h 1505806"/>
                <a:gd name="connsiteX139" fmla="*/ 1995347 w 2017827"/>
                <a:gd name="connsiteY139" fmla="*/ 777710 h 1505806"/>
                <a:gd name="connsiteX140" fmla="*/ 1990568 w 2017827"/>
                <a:gd name="connsiteY140" fmla="*/ 772933 h 1505806"/>
                <a:gd name="connsiteX141" fmla="*/ 1987842 w 2017827"/>
                <a:gd name="connsiteY141" fmla="*/ 769468 h 1505806"/>
                <a:gd name="connsiteX142" fmla="*/ 1982962 w 2017827"/>
                <a:gd name="connsiteY142" fmla="*/ 762606 h 1505806"/>
                <a:gd name="connsiteX143" fmla="*/ 1981346 w 2017827"/>
                <a:gd name="connsiteY143" fmla="*/ 755878 h 1505806"/>
                <a:gd name="connsiteX144" fmla="*/ 1981346 w 2017827"/>
                <a:gd name="connsiteY144" fmla="*/ 748040 h 1505806"/>
                <a:gd name="connsiteX145" fmla="*/ 1980370 w 2017827"/>
                <a:gd name="connsiteY145" fmla="*/ 735560 h 1505806"/>
                <a:gd name="connsiteX146" fmla="*/ 1978317 w 2017827"/>
                <a:gd name="connsiteY146" fmla="*/ 727419 h 1505806"/>
                <a:gd name="connsiteX147" fmla="*/ 1975591 w 2017827"/>
                <a:gd name="connsiteY147" fmla="*/ 719816 h 1505806"/>
                <a:gd name="connsiteX148" fmla="*/ 1974514 w 2017827"/>
                <a:gd name="connsiteY148" fmla="*/ 711137 h 1505806"/>
                <a:gd name="connsiteX149" fmla="*/ 1973538 w 2017827"/>
                <a:gd name="connsiteY149" fmla="*/ 702997 h 1505806"/>
                <a:gd name="connsiteX150" fmla="*/ 1974514 w 2017827"/>
                <a:gd name="connsiteY150" fmla="*/ 698993 h 1505806"/>
                <a:gd name="connsiteX151" fmla="*/ 1972461 w 2017827"/>
                <a:gd name="connsiteY151" fmla="*/ 690180 h 1505806"/>
                <a:gd name="connsiteX152" fmla="*/ 1971216 w 2017827"/>
                <a:gd name="connsiteY152" fmla="*/ 686580 h 1505806"/>
                <a:gd name="connsiteX153" fmla="*/ 1971149 w 2017827"/>
                <a:gd name="connsiteY153" fmla="*/ 680929 h 1505806"/>
                <a:gd name="connsiteX154" fmla="*/ 1971149 w 2017827"/>
                <a:gd name="connsiteY154" fmla="*/ 674941 h 1505806"/>
                <a:gd name="connsiteX155" fmla="*/ 1969735 w 2017827"/>
                <a:gd name="connsiteY155" fmla="*/ 673730 h 1505806"/>
                <a:gd name="connsiteX156" fmla="*/ 1966706 w 2017827"/>
                <a:gd name="connsiteY156" fmla="*/ 676455 h 1505806"/>
                <a:gd name="connsiteX157" fmla="*/ 1961591 w 2017827"/>
                <a:gd name="connsiteY157" fmla="*/ 676657 h 1505806"/>
                <a:gd name="connsiteX158" fmla="*/ 1958326 w 2017827"/>
                <a:gd name="connsiteY158" fmla="*/ 674268 h 1505806"/>
                <a:gd name="connsiteX159" fmla="*/ 1956812 w 2017827"/>
                <a:gd name="connsiteY159" fmla="*/ 671005 h 1505806"/>
                <a:gd name="connsiteX160" fmla="*/ 1956173 w 2017827"/>
                <a:gd name="connsiteY160" fmla="*/ 669592 h 1505806"/>
                <a:gd name="connsiteX161" fmla="*/ 1955399 w 2017827"/>
                <a:gd name="connsiteY161" fmla="*/ 667978 h 1505806"/>
                <a:gd name="connsiteX162" fmla="*/ 1954759 w 2017827"/>
                <a:gd name="connsiteY162" fmla="*/ 665354 h 1505806"/>
                <a:gd name="connsiteX163" fmla="*/ 1954120 w 2017827"/>
                <a:gd name="connsiteY163" fmla="*/ 661216 h 1505806"/>
                <a:gd name="connsiteX164" fmla="*/ 1954658 w 2017827"/>
                <a:gd name="connsiteY164" fmla="*/ 658592 h 1505806"/>
                <a:gd name="connsiteX165" fmla="*/ 1954860 w 2017827"/>
                <a:gd name="connsiteY165" fmla="*/ 657381 h 1505806"/>
                <a:gd name="connsiteX166" fmla="*/ 1956812 w 2017827"/>
                <a:gd name="connsiteY166" fmla="*/ 654555 h 1505806"/>
                <a:gd name="connsiteX167" fmla="*/ 1959841 w 2017827"/>
                <a:gd name="connsiteY167" fmla="*/ 652806 h 1505806"/>
                <a:gd name="connsiteX168" fmla="*/ 1963005 w 2017827"/>
                <a:gd name="connsiteY168" fmla="*/ 650956 h 1505806"/>
                <a:gd name="connsiteX169" fmla="*/ 1961591 w 2017827"/>
                <a:gd name="connsiteY169" fmla="*/ 647928 h 1505806"/>
                <a:gd name="connsiteX170" fmla="*/ 1959639 w 2017827"/>
                <a:gd name="connsiteY170" fmla="*/ 647188 h 1505806"/>
                <a:gd name="connsiteX171" fmla="*/ 1955937 w 2017827"/>
                <a:gd name="connsiteY171" fmla="*/ 647188 h 1505806"/>
                <a:gd name="connsiteX172" fmla="*/ 1944192 w 2017827"/>
                <a:gd name="connsiteY172" fmla="*/ 647525 h 1505806"/>
                <a:gd name="connsiteX173" fmla="*/ 1932547 w 2017827"/>
                <a:gd name="connsiteY173" fmla="*/ 646347 h 1505806"/>
                <a:gd name="connsiteX174" fmla="*/ 1926355 w 2017827"/>
                <a:gd name="connsiteY174" fmla="*/ 644699 h 1505806"/>
                <a:gd name="connsiteX175" fmla="*/ 1915484 w 2017827"/>
                <a:gd name="connsiteY175" fmla="*/ 637971 h 1505806"/>
                <a:gd name="connsiteX176" fmla="*/ 1908215 w 2017827"/>
                <a:gd name="connsiteY176" fmla="*/ 630133 h 1505806"/>
                <a:gd name="connsiteX177" fmla="*/ 1897984 w 2017827"/>
                <a:gd name="connsiteY177" fmla="*/ 619469 h 1505806"/>
                <a:gd name="connsiteX178" fmla="*/ 1892566 w 2017827"/>
                <a:gd name="connsiteY178" fmla="*/ 616105 h 1505806"/>
                <a:gd name="connsiteX179" fmla="*/ 1884421 w 2017827"/>
                <a:gd name="connsiteY179" fmla="*/ 607527 h 1505806"/>
                <a:gd name="connsiteX180" fmla="*/ 1879979 w 2017827"/>
                <a:gd name="connsiteY180" fmla="*/ 602414 h 1505806"/>
                <a:gd name="connsiteX181" fmla="*/ 1871599 w 2017827"/>
                <a:gd name="connsiteY181" fmla="*/ 596662 h 1505806"/>
                <a:gd name="connsiteX182" fmla="*/ 1864969 w 2017827"/>
                <a:gd name="connsiteY182" fmla="*/ 588723 h 1505806"/>
                <a:gd name="connsiteX183" fmla="*/ 1854872 w 2017827"/>
                <a:gd name="connsiteY183" fmla="*/ 576882 h 1505806"/>
                <a:gd name="connsiteX184" fmla="*/ 1847468 w 2017827"/>
                <a:gd name="connsiteY184" fmla="*/ 570355 h 1505806"/>
                <a:gd name="connsiteX185" fmla="*/ 1841612 w 2017827"/>
                <a:gd name="connsiteY185" fmla="*/ 562753 h 1505806"/>
                <a:gd name="connsiteX186" fmla="*/ 1837608 w 2017827"/>
                <a:gd name="connsiteY186" fmla="*/ 558615 h 1505806"/>
                <a:gd name="connsiteX187" fmla="*/ 1825122 w 2017827"/>
                <a:gd name="connsiteY187" fmla="*/ 552190 h 1505806"/>
                <a:gd name="connsiteX188" fmla="*/ 1820242 w 2017827"/>
                <a:gd name="connsiteY188" fmla="*/ 548389 h 1505806"/>
                <a:gd name="connsiteX189" fmla="*/ 1811862 w 2017827"/>
                <a:gd name="connsiteY189" fmla="*/ 546202 h 1505806"/>
                <a:gd name="connsiteX190" fmla="*/ 1796549 w 2017827"/>
                <a:gd name="connsiteY190" fmla="*/ 537523 h 1505806"/>
                <a:gd name="connsiteX191" fmla="*/ 1780361 w 2017827"/>
                <a:gd name="connsiteY191" fmla="*/ 535034 h 1505806"/>
                <a:gd name="connsiteX192" fmla="*/ 1765688 w 2017827"/>
                <a:gd name="connsiteY192" fmla="*/ 530459 h 1505806"/>
                <a:gd name="connsiteX193" fmla="*/ 1757207 w 2017827"/>
                <a:gd name="connsiteY193" fmla="*/ 529820 h 1505806"/>
                <a:gd name="connsiteX194" fmla="*/ 1746673 w 2017827"/>
                <a:gd name="connsiteY194" fmla="*/ 530257 h 1505806"/>
                <a:gd name="connsiteX195" fmla="*/ 1736240 w 2017827"/>
                <a:gd name="connsiteY195" fmla="*/ 530055 h 1505806"/>
                <a:gd name="connsiteX196" fmla="*/ 1725167 w 2017827"/>
                <a:gd name="connsiteY196" fmla="*/ 529517 h 1505806"/>
                <a:gd name="connsiteX197" fmla="*/ 1721028 w 2017827"/>
                <a:gd name="connsiteY197" fmla="*/ 529080 h 1505806"/>
                <a:gd name="connsiteX198" fmla="*/ 1717764 w 2017827"/>
                <a:gd name="connsiteY198" fmla="*/ 526691 h 1505806"/>
                <a:gd name="connsiteX199" fmla="*/ 1706792 w 2017827"/>
                <a:gd name="connsiteY199" fmla="*/ 522453 h 1505806"/>
                <a:gd name="connsiteX200" fmla="*/ 1702787 w 2017827"/>
                <a:gd name="connsiteY200" fmla="*/ 517575 h 1505806"/>
                <a:gd name="connsiteX201" fmla="*/ 1697907 w 2017827"/>
                <a:gd name="connsiteY201" fmla="*/ 517373 h 1505806"/>
                <a:gd name="connsiteX202" fmla="*/ 1693128 w 2017827"/>
                <a:gd name="connsiteY202" fmla="*/ 517138 h 1505806"/>
                <a:gd name="connsiteX203" fmla="*/ 1686936 w 2017827"/>
                <a:gd name="connsiteY203" fmla="*/ 516364 h 1505806"/>
                <a:gd name="connsiteX204" fmla="*/ 1679094 w 2017827"/>
                <a:gd name="connsiteY204" fmla="*/ 515927 h 1505806"/>
                <a:gd name="connsiteX205" fmla="*/ 1672902 w 2017827"/>
                <a:gd name="connsiteY205" fmla="*/ 515725 h 1505806"/>
                <a:gd name="connsiteX206" fmla="*/ 1667248 w 2017827"/>
                <a:gd name="connsiteY206" fmla="*/ 513975 h 1505806"/>
                <a:gd name="connsiteX207" fmla="*/ 1661493 w 2017827"/>
                <a:gd name="connsiteY207" fmla="*/ 510073 h 1505806"/>
                <a:gd name="connsiteX208" fmla="*/ 1657589 w 2017827"/>
                <a:gd name="connsiteY208" fmla="*/ 506171 h 1505806"/>
                <a:gd name="connsiteX209" fmla="*/ 1654661 w 2017827"/>
                <a:gd name="connsiteY209" fmla="*/ 502908 h 1505806"/>
                <a:gd name="connsiteX210" fmla="*/ 1648132 w 2017827"/>
                <a:gd name="connsiteY210" fmla="*/ 501596 h 1505806"/>
                <a:gd name="connsiteX211" fmla="*/ 1643791 w 2017827"/>
                <a:gd name="connsiteY211" fmla="*/ 499309 h 1505806"/>
                <a:gd name="connsiteX212" fmla="*/ 1639113 w 2017827"/>
                <a:gd name="connsiteY212" fmla="*/ 494868 h 1505806"/>
                <a:gd name="connsiteX213" fmla="*/ 1636185 w 2017827"/>
                <a:gd name="connsiteY213" fmla="*/ 493657 h 1505806"/>
                <a:gd name="connsiteX214" fmla="*/ 1630093 w 2017827"/>
                <a:gd name="connsiteY214" fmla="*/ 491908 h 1505806"/>
                <a:gd name="connsiteX215" fmla="*/ 1624338 w 2017827"/>
                <a:gd name="connsiteY215" fmla="*/ 490495 h 1505806"/>
                <a:gd name="connsiteX216" fmla="*/ 1620199 w 2017827"/>
                <a:gd name="connsiteY216" fmla="*/ 486896 h 1505806"/>
                <a:gd name="connsiteX217" fmla="*/ 1616934 w 2017827"/>
                <a:gd name="connsiteY217" fmla="*/ 483195 h 1505806"/>
                <a:gd name="connsiteX218" fmla="*/ 1615083 w 2017827"/>
                <a:gd name="connsiteY218" fmla="*/ 481984 h 1505806"/>
                <a:gd name="connsiteX219" fmla="*/ 1610843 w 2017827"/>
                <a:gd name="connsiteY219" fmla="*/ 477981 h 1505806"/>
                <a:gd name="connsiteX220" fmla="*/ 1607377 w 2017827"/>
                <a:gd name="connsiteY220" fmla="*/ 474180 h 1505806"/>
                <a:gd name="connsiteX221" fmla="*/ 1606838 w 2017827"/>
                <a:gd name="connsiteY221" fmla="*/ 470143 h 1505806"/>
                <a:gd name="connsiteX222" fmla="*/ 1604550 w 2017827"/>
                <a:gd name="connsiteY222" fmla="*/ 462440 h 1505806"/>
                <a:gd name="connsiteX223" fmla="*/ 1604213 w 2017827"/>
                <a:gd name="connsiteY223" fmla="*/ 455039 h 1505806"/>
                <a:gd name="connsiteX224" fmla="*/ 1604651 w 2017827"/>
                <a:gd name="connsiteY224" fmla="*/ 448075 h 1505806"/>
                <a:gd name="connsiteX225" fmla="*/ 1609328 w 2017827"/>
                <a:gd name="connsiteY225" fmla="*/ 439161 h 1505806"/>
                <a:gd name="connsiteX226" fmla="*/ 1613367 w 2017827"/>
                <a:gd name="connsiteY226" fmla="*/ 434149 h 1505806"/>
                <a:gd name="connsiteX227" fmla="*/ 1615117 w 2017827"/>
                <a:gd name="connsiteY227" fmla="*/ 428934 h 1505806"/>
                <a:gd name="connsiteX228" fmla="*/ 1618045 w 2017827"/>
                <a:gd name="connsiteY228" fmla="*/ 424359 h 1505806"/>
                <a:gd name="connsiteX229" fmla="*/ 1621848 w 2017827"/>
                <a:gd name="connsiteY229" fmla="*/ 417396 h 1505806"/>
                <a:gd name="connsiteX230" fmla="*/ 1626728 w 2017827"/>
                <a:gd name="connsiteY230" fmla="*/ 409995 h 1505806"/>
                <a:gd name="connsiteX231" fmla="*/ 1632382 w 2017827"/>
                <a:gd name="connsiteY231" fmla="*/ 406396 h 1505806"/>
                <a:gd name="connsiteX232" fmla="*/ 1638036 w 2017827"/>
                <a:gd name="connsiteY232" fmla="*/ 399433 h 1505806"/>
                <a:gd name="connsiteX233" fmla="*/ 1639651 w 2017827"/>
                <a:gd name="connsiteY233" fmla="*/ 396169 h 1505806"/>
                <a:gd name="connsiteX234" fmla="*/ 1639988 w 2017827"/>
                <a:gd name="connsiteY234" fmla="*/ 390417 h 1505806"/>
                <a:gd name="connsiteX235" fmla="*/ 1639012 w 2017827"/>
                <a:gd name="connsiteY235" fmla="*/ 385539 h 1505806"/>
                <a:gd name="connsiteX236" fmla="*/ 1637262 w 2017827"/>
                <a:gd name="connsiteY236" fmla="*/ 380325 h 1505806"/>
                <a:gd name="connsiteX237" fmla="*/ 1634872 w 2017827"/>
                <a:gd name="connsiteY237" fmla="*/ 375111 h 1505806"/>
                <a:gd name="connsiteX238" fmla="*/ 1634973 w 2017827"/>
                <a:gd name="connsiteY238" fmla="*/ 372386 h 1505806"/>
                <a:gd name="connsiteX239" fmla="*/ 1636723 w 2017827"/>
                <a:gd name="connsiteY239" fmla="*/ 367710 h 1505806"/>
                <a:gd name="connsiteX240" fmla="*/ 1638473 w 2017827"/>
                <a:gd name="connsiteY240" fmla="*/ 366062 h 1505806"/>
                <a:gd name="connsiteX241" fmla="*/ 1646517 w 2017827"/>
                <a:gd name="connsiteY241" fmla="*/ 358998 h 1505806"/>
                <a:gd name="connsiteX242" fmla="*/ 1648368 w 2017827"/>
                <a:gd name="connsiteY242" fmla="*/ 356710 h 1505806"/>
                <a:gd name="connsiteX243" fmla="*/ 1651296 w 2017827"/>
                <a:gd name="connsiteY243" fmla="*/ 346820 h 1505806"/>
                <a:gd name="connsiteX244" fmla="*/ 1651632 w 2017827"/>
                <a:gd name="connsiteY244" fmla="*/ 344331 h 1505806"/>
                <a:gd name="connsiteX245" fmla="*/ 1652507 w 2017827"/>
                <a:gd name="connsiteY245" fmla="*/ 334542 h 1505806"/>
                <a:gd name="connsiteX246" fmla="*/ 1652507 w 2017827"/>
                <a:gd name="connsiteY246" fmla="*/ 326401 h 1505806"/>
                <a:gd name="connsiteX247" fmla="*/ 1651531 w 2017827"/>
                <a:gd name="connsiteY247" fmla="*/ 319673 h 1505806"/>
                <a:gd name="connsiteX248" fmla="*/ 1650320 w 2017827"/>
                <a:gd name="connsiteY248" fmla="*/ 311196 h 1505806"/>
                <a:gd name="connsiteX249" fmla="*/ 1649680 w 2017827"/>
                <a:gd name="connsiteY249" fmla="*/ 304468 h 1505806"/>
                <a:gd name="connsiteX250" fmla="*/ 1645339 w 2017827"/>
                <a:gd name="connsiteY250" fmla="*/ 297740 h 1505806"/>
                <a:gd name="connsiteX251" fmla="*/ 1644363 w 2017827"/>
                <a:gd name="connsiteY251" fmla="*/ 294712 h 1505806"/>
                <a:gd name="connsiteX252" fmla="*/ 1644363 w 2017827"/>
                <a:gd name="connsiteY252" fmla="*/ 292324 h 1505806"/>
                <a:gd name="connsiteX253" fmla="*/ 1639921 w 2017827"/>
                <a:gd name="connsiteY253" fmla="*/ 288523 h 1505806"/>
                <a:gd name="connsiteX254" fmla="*/ 1638305 w 2017827"/>
                <a:gd name="connsiteY254" fmla="*/ 285596 h 1505806"/>
                <a:gd name="connsiteX255" fmla="*/ 1636454 w 2017827"/>
                <a:gd name="connsiteY255" fmla="*/ 283308 h 1505806"/>
                <a:gd name="connsiteX256" fmla="*/ 1634401 w 2017827"/>
                <a:gd name="connsiteY256" fmla="*/ 280584 h 1505806"/>
                <a:gd name="connsiteX257" fmla="*/ 1632752 w 2017827"/>
                <a:gd name="connsiteY257" fmla="*/ 277993 h 1505806"/>
                <a:gd name="connsiteX258" fmla="*/ 1630699 w 2017827"/>
                <a:gd name="connsiteY258" fmla="*/ 274966 h 1505806"/>
                <a:gd name="connsiteX259" fmla="*/ 1629521 w 2017827"/>
                <a:gd name="connsiteY259" fmla="*/ 272678 h 1505806"/>
                <a:gd name="connsiteX260" fmla="*/ 1628882 w 2017827"/>
                <a:gd name="connsiteY260" fmla="*/ 269214 h 1505806"/>
                <a:gd name="connsiteX261" fmla="*/ 1628007 w 2017827"/>
                <a:gd name="connsiteY261" fmla="*/ 265850 h 1505806"/>
                <a:gd name="connsiteX262" fmla="*/ 1628007 w 2017827"/>
                <a:gd name="connsiteY262" fmla="*/ 262486 h 1505806"/>
                <a:gd name="connsiteX263" fmla="*/ 1626997 w 2017827"/>
                <a:gd name="connsiteY263" fmla="*/ 259323 h 1505806"/>
                <a:gd name="connsiteX264" fmla="*/ 1626795 w 2017827"/>
                <a:gd name="connsiteY264" fmla="*/ 257271 h 1505806"/>
                <a:gd name="connsiteX265" fmla="*/ 1626795 w 2017827"/>
                <a:gd name="connsiteY265" fmla="*/ 253470 h 1505806"/>
                <a:gd name="connsiteX266" fmla="*/ 1626795 w 2017827"/>
                <a:gd name="connsiteY266" fmla="*/ 249871 h 1505806"/>
                <a:gd name="connsiteX267" fmla="*/ 1626795 w 2017827"/>
                <a:gd name="connsiteY267" fmla="*/ 243446 h 1505806"/>
                <a:gd name="connsiteX268" fmla="*/ 1625012 w 2017827"/>
                <a:gd name="connsiteY268" fmla="*/ 241057 h 1505806"/>
                <a:gd name="connsiteX269" fmla="*/ 1625180 w 2017827"/>
                <a:gd name="connsiteY269" fmla="*/ 237020 h 1505806"/>
                <a:gd name="connsiteX270" fmla="*/ 1625180 w 2017827"/>
                <a:gd name="connsiteY270" fmla="*/ 232883 h 1505806"/>
                <a:gd name="connsiteX271" fmla="*/ 1624406 w 2017827"/>
                <a:gd name="connsiteY271" fmla="*/ 228880 h 1505806"/>
                <a:gd name="connsiteX272" fmla="*/ 1624406 w 2017827"/>
                <a:gd name="connsiteY272" fmla="*/ 224843 h 1505806"/>
                <a:gd name="connsiteX273" fmla="*/ 1622555 w 2017827"/>
                <a:gd name="connsiteY273" fmla="*/ 220503 h 1505806"/>
                <a:gd name="connsiteX274" fmla="*/ 1620502 w 2017827"/>
                <a:gd name="connsiteY274" fmla="*/ 217038 h 1505806"/>
                <a:gd name="connsiteX275" fmla="*/ 1618987 w 2017827"/>
                <a:gd name="connsiteY275" fmla="*/ 214549 h 1505806"/>
                <a:gd name="connsiteX276" fmla="*/ 1615723 w 2017827"/>
                <a:gd name="connsiteY276" fmla="*/ 209436 h 1505806"/>
                <a:gd name="connsiteX277" fmla="*/ 1612896 w 2017827"/>
                <a:gd name="connsiteY277" fmla="*/ 207148 h 1505806"/>
                <a:gd name="connsiteX278" fmla="*/ 1610607 w 2017827"/>
                <a:gd name="connsiteY278" fmla="*/ 204962 h 1505806"/>
                <a:gd name="connsiteX279" fmla="*/ 1607006 w 2017827"/>
                <a:gd name="connsiteY279" fmla="*/ 197897 h 1505806"/>
                <a:gd name="connsiteX280" fmla="*/ 1605929 w 2017827"/>
                <a:gd name="connsiteY280" fmla="*/ 192582 h 1505806"/>
                <a:gd name="connsiteX281" fmla="*/ 1604617 w 2017827"/>
                <a:gd name="connsiteY281" fmla="*/ 189656 h 1505806"/>
                <a:gd name="connsiteX282" fmla="*/ 1602564 w 2017827"/>
                <a:gd name="connsiteY282" fmla="*/ 187705 h 1505806"/>
                <a:gd name="connsiteX283" fmla="*/ 1599636 w 2017827"/>
                <a:gd name="connsiteY283" fmla="*/ 186931 h 1505806"/>
                <a:gd name="connsiteX284" fmla="*/ 1596169 w 2017827"/>
                <a:gd name="connsiteY284" fmla="*/ 186494 h 1505806"/>
                <a:gd name="connsiteX285" fmla="*/ 1593780 w 2017827"/>
                <a:gd name="connsiteY285" fmla="*/ 186595 h 1505806"/>
                <a:gd name="connsiteX286" fmla="*/ 1591391 w 2017827"/>
                <a:gd name="connsiteY286" fmla="*/ 186393 h 1505806"/>
                <a:gd name="connsiteX287" fmla="*/ 1588025 w 2017827"/>
                <a:gd name="connsiteY287" fmla="*/ 185955 h 1505806"/>
                <a:gd name="connsiteX288" fmla="*/ 1585737 w 2017827"/>
                <a:gd name="connsiteY288" fmla="*/ 185417 h 1505806"/>
                <a:gd name="connsiteX289" fmla="*/ 1583448 w 2017827"/>
                <a:gd name="connsiteY289" fmla="*/ 184980 h 1505806"/>
                <a:gd name="connsiteX290" fmla="*/ 1580621 w 2017827"/>
                <a:gd name="connsiteY290" fmla="*/ 183231 h 1505806"/>
                <a:gd name="connsiteX291" fmla="*/ 1577155 w 2017827"/>
                <a:gd name="connsiteY291" fmla="*/ 178992 h 1505806"/>
                <a:gd name="connsiteX292" fmla="*/ 1575943 w 2017827"/>
                <a:gd name="connsiteY292" fmla="*/ 177142 h 1505806"/>
                <a:gd name="connsiteX293" fmla="*/ 1574799 w 2017827"/>
                <a:gd name="connsiteY293" fmla="*/ 173004 h 1505806"/>
                <a:gd name="connsiteX294" fmla="*/ 1574799 w 2017827"/>
                <a:gd name="connsiteY294" fmla="*/ 170414 h 1505806"/>
                <a:gd name="connsiteX295" fmla="*/ 1574765 w 2017827"/>
                <a:gd name="connsiteY295" fmla="*/ 168564 h 1505806"/>
                <a:gd name="connsiteX296" fmla="*/ 1574765 w 2017827"/>
                <a:gd name="connsiteY296" fmla="*/ 166074 h 1505806"/>
                <a:gd name="connsiteX297" fmla="*/ 1573890 w 2017827"/>
                <a:gd name="connsiteY297" fmla="*/ 163686 h 1505806"/>
                <a:gd name="connsiteX298" fmla="*/ 1571938 w 2017827"/>
                <a:gd name="connsiteY298" fmla="*/ 161398 h 1505806"/>
                <a:gd name="connsiteX299" fmla="*/ 1568135 w 2017827"/>
                <a:gd name="connsiteY299" fmla="*/ 159986 h 1505806"/>
                <a:gd name="connsiteX300" fmla="*/ 1566183 w 2017827"/>
                <a:gd name="connsiteY300" fmla="*/ 159885 h 1505806"/>
                <a:gd name="connsiteX301" fmla="*/ 1564568 w 2017827"/>
                <a:gd name="connsiteY301" fmla="*/ 159986 h 1505806"/>
                <a:gd name="connsiteX302" fmla="*/ 1563424 w 2017827"/>
                <a:gd name="connsiteY302" fmla="*/ 160356 h 1505806"/>
                <a:gd name="connsiteX303" fmla="*/ 1557231 w 2017827"/>
                <a:gd name="connsiteY303" fmla="*/ 160356 h 1505806"/>
                <a:gd name="connsiteX304" fmla="*/ 1551241 w 2017827"/>
                <a:gd name="connsiteY304" fmla="*/ 159716 h 1505806"/>
                <a:gd name="connsiteX305" fmla="*/ 1544274 w 2017827"/>
                <a:gd name="connsiteY305" fmla="*/ 156891 h 1505806"/>
                <a:gd name="connsiteX306" fmla="*/ 1541784 w 2017827"/>
                <a:gd name="connsiteY306" fmla="*/ 156891 h 1505806"/>
                <a:gd name="connsiteX307" fmla="*/ 1539058 w 2017827"/>
                <a:gd name="connsiteY307" fmla="*/ 155141 h 1505806"/>
                <a:gd name="connsiteX308" fmla="*/ 1537880 w 2017827"/>
                <a:gd name="connsiteY308" fmla="*/ 155141 h 1505806"/>
                <a:gd name="connsiteX309" fmla="*/ 1535591 w 2017827"/>
                <a:gd name="connsiteY309" fmla="*/ 155141 h 1505806"/>
                <a:gd name="connsiteX310" fmla="*/ 1534952 w 2017827"/>
                <a:gd name="connsiteY310" fmla="*/ 155141 h 1505806"/>
                <a:gd name="connsiteX311" fmla="*/ 1533202 w 2017827"/>
                <a:gd name="connsiteY311" fmla="*/ 155141 h 1505806"/>
                <a:gd name="connsiteX312" fmla="*/ 1531250 w 2017827"/>
                <a:gd name="connsiteY312" fmla="*/ 154704 h 1505806"/>
                <a:gd name="connsiteX313" fmla="*/ 1529500 w 2017827"/>
                <a:gd name="connsiteY313" fmla="*/ 154065 h 1505806"/>
                <a:gd name="connsiteX314" fmla="*/ 1528086 w 2017827"/>
                <a:gd name="connsiteY314" fmla="*/ 153628 h 1505806"/>
                <a:gd name="connsiteX315" fmla="*/ 1525259 w 2017827"/>
                <a:gd name="connsiteY315" fmla="*/ 151878 h 1505806"/>
                <a:gd name="connsiteX316" fmla="*/ 1523745 w 2017827"/>
                <a:gd name="connsiteY316" fmla="*/ 150567 h 1505806"/>
                <a:gd name="connsiteX317" fmla="*/ 1522769 w 2017827"/>
                <a:gd name="connsiteY317" fmla="*/ 149154 h 1505806"/>
                <a:gd name="connsiteX318" fmla="*/ 1521254 w 2017827"/>
                <a:gd name="connsiteY318" fmla="*/ 146664 h 1505806"/>
                <a:gd name="connsiteX319" fmla="*/ 1520043 w 2017827"/>
                <a:gd name="connsiteY319" fmla="*/ 145689 h 1505806"/>
                <a:gd name="connsiteX320" fmla="*/ 1518293 w 2017827"/>
                <a:gd name="connsiteY320" fmla="*/ 143401 h 1505806"/>
                <a:gd name="connsiteX321" fmla="*/ 1516341 w 2017827"/>
                <a:gd name="connsiteY321" fmla="*/ 141988 h 1505806"/>
                <a:gd name="connsiteX322" fmla="*/ 1513413 w 2017827"/>
                <a:gd name="connsiteY322" fmla="*/ 139398 h 1505806"/>
                <a:gd name="connsiteX323" fmla="*/ 1509812 w 2017827"/>
                <a:gd name="connsiteY323" fmla="*/ 137346 h 1505806"/>
                <a:gd name="connsiteX324" fmla="*/ 1506110 w 2017827"/>
                <a:gd name="connsiteY324" fmla="*/ 135294 h 1505806"/>
                <a:gd name="connsiteX325" fmla="*/ 1501331 w 2017827"/>
                <a:gd name="connsiteY325" fmla="*/ 131392 h 1505806"/>
                <a:gd name="connsiteX326" fmla="*/ 1499581 w 2017827"/>
                <a:gd name="connsiteY326" fmla="*/ 128129 h 1505806"/>
                <a:gd name="connsiteX327" fmla="*/ 1495340 w 2017827"/>
                <a:gd name="connsiteY327" fmla="*/ 123890 h 1505806"/>
                <a:gd name="connsiteX328" fmla="*/ 1494735 w 2017827"/>
                <a:gd name="connsiteY328" fmla="*/ 120728 h 1505806"/>
                <a:gd name="connsiteX329" fmla="*/ 1494701 w 2017827"/>
                <a:gd name="connsiteY329" fmla="*/ 116052 h 1505806"/>
                <a:gd name="connsiteX330" fmla="*/ 1494701 w 2017827"/>
                <a:gd name="connsiteY330" fmla="*/ 113126 h 1505806"/>
                <a:gd name="connsiteX331" fmla="*/ 1494701 w 2017827"/>
                <a:gd name="connsiteY331" fmla="*/ 109762 h 1505806"/>
                <a:gd name="connsiteX332" fmla="*/ 1493288 w 2017827"/>
                <a:gd name="connsiteY332" fmla="*/ 105960 h 1505806"/>
                <a:gd name="connsiteX333" fmla="*/ 1490124 w 2017827"/>
                <a:gd name="connsiteY333" fmla="*/ 103135 h 1505806"/>
                <a:gd name="connsiteX334" fmla="*/ 1484806 w 2017827"/>
                <a:gd name="connsiteY334" fmla="*/ 98694 h 1505806"/>
                <a:gd name="connsiteX335" fmla="*/ 1478715 w 2017827"/>
                <a:gd name="connsiteY335" fmla="*/ 93581 h 1505806"/>
                <a:gd name="connsiteX336" fmla="*/ 1472725 w 2017827"/>
                <a:gd name="connsiteY336" fmla="*/ 89006 h 1505806"/>
                <a:gd name="connsiteX337" fmla="*/ 1467946 w 2017827"/>
                <a:gd name="connsiteY337" fmla="*/ 84532 h 1505806"/>
                <a:gd name="connsiteX338" fmla="*/ 1465893 w 2017827"/>
                <a:gd name="connsiteY338" fmla="*/ 82783 h 1505806"/>
                <a:gd name="connsiteX339" fmla="*/ 1464008 w 2017827"/>
                <a:gd name="connsiteY339" fmla="*/ 79419 h 1505806"/>
                <a:gd name="connsiteX340" fmla="*/ 1463369 w 2017827"/>
                <a:gd name="connsiteY340" fmla="*/ 76055 h 1505806"/>
                <a:gd name="connsiteX341" fmla="*/ 1463806 w 2017827"/>
                <a:gd name="connsiteY341" fmla="*/ 72354 h 1505806"/>
                <a:gd name="connsiteX342" fmla="*/ 1463806 w 2017827"/>
                <a:gd name="connsiteY342" fmla="*/ 67477 h 1505806"/>
                <a:gd name="connsiteX343" fmla="*/ 1463335 w 2017827"/>
                <a:gd name="connsiteY343" fmla="*/ 63238 h 1505806"/>
                <a:gd name="connsiteX344" fmla="*/ 1461753 w 2017827"/>
                <a:gd name="connsiteY344" fmla="*/ 59235 h 1505806"/>
                <a:gd name="connsiteX345" fmla="*/ 1457614 w 2017827"/>
                <a:gd name="connsiteY345" fmla="*/ 54559 h 1505806"/>
                <a:gd name="connsiteX346" fmla="*/ 1454686 w 2017827"/>
                <a:gd name="connsiteY346" fmla="*/ 50960 h 1505806"/>
                <a:gd name="connsiteX347" fmla="*/ 1453171 w 2017827"/>
                <a:gd name="connsiteY347" fmla="*/ 47932 h 1505806"/>
                <a:gd name="connsiteX348" fmla="*/ 1447753 w 2017827"/>
                <a:gd name="connsiteY348" fmla="*/ 45880 h 1505806"/>
                <a:gd name="connsiteX349" fmla="*/ 1445027 w 2017827"/>
                <a:gd name="connsiteY349" fmla="*/ 42516 h 1505806"/>
                <a:gd name="connsiteX350" fmla="*/ 1444253 w 2017827"/>
                <a:gd name="connsiteY350" fmla="*/ 39589 h 1505806"/>
                <a:gd name="connsiteX351" fmla="*/ 1444253 w 2017827"/>
                <a:gd name="connsiteY351" fmla="*/ 37201 h 1505806"/>
                <a:gd name="connsiteX352" fmla="*/ 1449032 w 2017827"/>
                <a:gd name="connsiteY352" fmla="*/ 33736 h 1505806"/>
                <a:gd name="connsiteX353" fmla="*/ 1451219 w 2017827"/>
                <a:gd name="connsiteY353" fmla="*/ 32660 h 1505806"/>
                <a:gd name="connsiteX354" fmla="*/ 1454147 w 2017827"/>
                <a:gd name="connsiteY354" fmla="*/ 29598 h 1505806"/>
                <a:gd name="connsiteX355" fmla="*/ 1455561 w 2017827"/>
                <a:gd name="connsiteY355" fmla="*/ 28623 h 1505806"/>
                <a:gd name="connsiteX356" fmla="*/ 1457849 w 2017827"/>
                <a:gd name="connsiteY356" fmla="*/ 26133 h 1505806"/>
                <a:gd name="connsiteX357" fmla="*/ 1459801 w 2017827"/>
                <a:gd name="connsiteY357" fmla="*/ 23543 h 1505806"/>
                <a:gd name="connsiteX358" fmla="*/ 1461215 w 2017827"/>
                <a:gd name="connsiteY358" fmla="*/ 19506 h 1505806"/>
                <a:gd name="connsiteX359" fmla="*/ 1462965 w 2017827"/>
                <a:gd name="connsiteY359" fmla="*/ 16479 h 1505806"/>
                <a:gd name="connsiteX360" fmla="*/ 1462965 w 2017827"/>
                <a:gd name="connsiteY360" fmla="*/ 13014 h 1505806"/>
                <a:gd name="connsiteX361" fmla="*/ 1462426 w 2017827"/>
                <a:gd name="connsiteY361" fmla="*/ 9112 h 1505806"/>
                <a:gd name="connsiteX362" fmla="*/ 1459599 w 2017827"/>
                <a:gd name="connsiteY362" fmla="*/ 8237 h 1505806"/>
                <a:gd name="connsiteX363" fmla="*/ 1457412 w 2017827"/>
                <a:gd name="connsiteY363" fmla="*/ 6387 h 1505806"/>
                <a:gd name="connsiteX364" fmla="*/ 1451421 w 2017827"/>
                <a:gd name="connsiteY364" fmla="*/ 5411 h 1505806"/>
                <a:gd name="connsiteX365" fmla="*/ 1446407 w 2017827"/>
                <a:gd name="connsiteY365" fmla="*/ 4772 h 1505806"/>
                <a:gd name="connsiteX366" fmla="*/ 1442604 w 2017827"/>
                <a:gd name="connsiteY366" fmla="*/ 4133 h 1505806"/>
                <a:gd name="connsiteX367" fmla="*/ 1438363 w 2017827"/>
                <a:gd name="connsiteY367" fmla="*/ 5008 h 1505806"/>
                <a:gd name="connsiteX368" fmla="*/ 1436748 w 2017827"/>
                <a:gd name="connsiteY368" fmla="*/ 5445 h 1505806"/>
                <a:gd name="connsiteX369" fmla="*/ 1433147 w 2017827"/>
                <a:gd name="connsiteY369" fmla="*/ 7194 h 1505806"/>
                <a:gd name="connsiteX370" fmla="*/ 1429344 w 2017827"/>
                <a:gd name="connsiteY370" fmla="*/ 7733 h 1505806"/>
                <a:gd name="connsiteX371" fmla="*/ 1425440 w 2017827"/>
                <a:gd name="connsiteY371" fmla="*/ 7396 h 1505806"/>
                <a:gd name="connsiteX372" fmla="*/ 1416959 w 2017827"/>
                <a:gd name="connsiteY372" fmla="*/ 5647 h 1505806"/>
                <a:gd name="connsiteX373" fmla="*/ 1411641 w 2017827"/>
                <a:gd name="connsiteY373" fmla="*/ 5109 h 1505806"/>
                <a:gd name="connsiteX374" fmla="*/ 1407939 w 2017827"/>
                <a:gd name="connsiteY374" fmla="*/ 4032 h 1505806"/>
                <a:gd name="connsiteX375" fmla="*/ 1405651 w 2017827"/>
                <a:gd name="connsiteY375" fmla="*/ 2081 h 1505806"/>
                <a:gd name="connsiteX376" fmla="*/ 1400435 w 2017827"/>
                <a:gd name="connsiteY376" fmla="*/ 1106 h 1505806"/>
                <a:gd name="connsiteX377" fmla="*/ 1396632 w 2017827"/>
                <a:gd name="connsiteY377" fmla="*/ 29 h 1505806"/>
                <a:gd name="connsiteX378" fmla="*/ 1393030 w 2017827"/>
                <a:gd name="connsiteY378" fmla="*/ 29 h 1505806"/>
                <a:gd name="connsiteX379" fmla="*/ 1387175 w 2017827"/>
                <a:gd name="connsiteY379" fmla="*/ 1240 h 1505806"/>
                <a:gd name="connsiteX380" fmla="*/ 1382295 w 2017827"/>
                <a:gd name="connsiteY380" fmla="*/ 1240 h 1505806"/>
                <a:gd name="connsiteX381" fmla="*/ 1378155 w 2017827"/>
                <a:gd name="connsiteY381" fmla="*/ 2216 h 1505806"/>
                <a:gd name="connsiteX382" fmla="*/ 1375665 w 2017827"/>
                <a:gd name="connsiteY382" fmla="*/ 2754 h 1505806"/>
                <a:gd name="connsiteX383" fmla="*/ 1373477 w 2017827"/>
                <a:gd name="connsiteY383" fmla="*/ 4066 h 1505806"/>
                <a:gd name="connsiteX384" fmla="*/ 1371626 w 2017827"/>
                <a:gd name="connsiteY384" fmla="*/ 5714 h 1505806"/>
                <a:gd name="connsiteX385" fmla="*/ 1369573 w 2017827"/>
                <a:gd name="connsiteY385" fmla="*/ 8977 h 1505806"/>
                <a:gd name="connsiteX386" fmla="*/ 1368160 w 2017827"/>
                <a:gd name="connsiteY386" fmla="*/ 12577 h 1505806"/>
                <a:gd name="connsiteX387" fmla="*/ 1367285 w 2017827"/>
                <a:gd name="connsiteY387" fmla="*/ 15941 h 1505806"/>
                <a:gd name="connsiteX388" fmla="*/ 1367487 w 2017827"/>
                <a:gd name="connsiteY388" fmla="*/ 19540 h 1505806"/>
                <a:gd name="connsiteX389" fmla="*/ 1368900 w 2017827"/>
                <a:gd name="connsiteY389" fmla="*/ 24653 h 1505806"/>
                <a:gd name="connsiteX390" fmla="*/ 1369540 w 2017827"/>
                <a:gd name="connsiteY390" fmla="*/ 31381 h 1505806"/>
                <a:gd name="connsiteX391" fmla="*/ 1368025 w 2017827"/>
                <a:gd name="connsiteY391" fmla="*/ 36158 h 1505806"/>
                <a:gd name="connsiteX392" fmla="*/ 1366073 w 2017827"/>
                <a:gd name="connsiteY392" fmla="*/ 39858 h 1505806"/>
                <a:gd name="connsiteX393" fmla="*/ 1364121 w 2017827"/>
                <a:gd name="connsiteY393" fmla="*/ 42348 h 1505806"/>
                <a:gd name="connsiteX394" fmla="*/ 1360083 w 2017827"/>
                <a:gd name="connsiteY394" fmla="*/ 46048 h 1505806"/>
                <a:gd name="connsiteX395" fmla="*/ 1353655 w 2017827"/>
                <a:gd name="connsiteY395" fmla="*/ 48235 h 1505806"/>
                <a:gd name="connsiteX396" fmla="*/ 1349515 w 2017827"/>
                <a:gd name="connsiteY396" fmla="*/ 50085 h 1505806"/>
                <a:gd name="connsiteX397" fmla="*/ 1345510 w 2017827"/>
                <a:gd name="connsiteY397" fmla="*/ 52473 h 1505806"/>
                <a:gd name="connsiteX398" fmla="*/ 1341505 w 2017827"/>
                <a:gd name="connsiteY398" fmla="*/ 55501 h 1505806"/>
                <a:gd name="connsiteX399" fmla="*/ 1333798 w 2017827"/>
                <a:gd name="connsiteY399" fmla="*/ 57687 h 1505806"/>
                <a:gd name="connsiteX400" fmla="*/ 1320101 w 2017827"/>
                <a:gd name="connsiteY400" fmla="*/ 56476 h 1505806"/>
                <a:gd name="connsiteX401" fmla="*/ 1316062 w 2017827"/>
                <a:gd name="connsiteY401" fmla="*/ 56140 h 1505806"/>
                <a:gd name="connsiteX402" fmla="*/ 1308457 w 2017827"/>
                <a:gd name="connsiteY402" fmla="*/ 55501 h 1505806"/>
                <a:gd name="connsiteX403" fmla="*/ 1301726 w 2017827"/>
                <a:gd name="connsiteY403" fmla="*/ 54290 h 1505806"/>
                <a:gd name="connsiteX404" fmla="*/ 1295197 w 2017827"/>
                <a:gd name="connsiteY404" fmla="*/ 53853 h 1505806"/>
                <a:gd name="connsiteX405" fmla="*/ 1290317 w 2017827"/>
                <a:gd name="connsiteY405" fmla="*/ 52642 h 1505806"/>
                <a:gd name="connsiteX406" fmla="*/ 1285740 w 2017827"/>
                <a:gd name="connsiteY406" fmla="*/ 52642 h 1505806"/>
                <a:gd name="connsiteX407" fmla="*/ 1280961 w 2017827"/>
                <a:gd name="connsiteY407" fmla="*/ 56241 h 1505806"/>
                <a:gd name="connsiteX408" fmla="*/ 1277696 w 2017827"/>
                <a:gd name="connsiteY408" fmla="*/ 58428 h 1505806"/>
                <a:gd name="connsiteX409" fmla="*/ 1274230 w 2017827"/>
                <a:gd name="connsiteY409" fmla="*/ 63541 h 1505806"/>
                <a:gd name="connsiteX410" fmla="*/ 1273153 w 2017827"/>
                <a:gd name="connsiteY410" fmla="*/ 66467 h 1505806"/>
                <a:gd name="connsiteX411" fmla="*/ 1269249 w 2017827"/>
                <a:gd name="connsiteY411" fmla="*/ 71244 h 1505806"/>
                <a:gd name="connsiteX412" fmla="*/ 1264369 w 2017827"/>
                <a:gd name="connsiteY412" fmla="*/ 76458 h 1505806"/>
                <a:gd name="connsiteX413" fmla="*/ 1260129 w 2017827"/>
                <a:gd name="connsiteY413" fmla="*/ 82547 h 1505806"/>
                <a:gd name="connsiteX414" fmla="*/ 1256965 w 2017827"/>
                <a:gd name="connsiteY414" fmla="*/ 89275 h 1505806"/>
                <a:gd name="connsiteX415" fmla="*/ 1254374 w 2017827"/>
                <a:gd name="connsiteY415" fmla="*/ 92975 h 1505806"/>
                <a:gd name="connsiteX416" fmla="*/ 1253297 w 2017827"/>
                <a:gd name="connsiteY416" fmla="*/ 97214 h 1505806"/>
                <a:gd name="connsiteX417" fmla="*/ 1252657 w 2017827"/>
                <a:gd name="connsiteY417" fmla="*/ 101890 h 1505806"/>
                <a:gd name="connsiteX418" fmla="*/ 1251782 w 2017827"/>
                <a:gd name="connsiteY418" fmla="*/ 105052 h 1505806"/>
                <a:gd name="connsiteX419" fmla="*/ 1250907 w 2017827"/>
                <a:gd name="connsiteY419" fmla="*/ 111578 h 1505806"/>
                <a:gd name="connsiteX420" fmla="*/ 1250840 w 2017827"/>
                <a:gd name="connsiteY420" fmla="*/ 114505 h 1505806"/>
                <a:gd name="connsiteX421" fmla="*/ 1250840 w 2017827"/>
                <a:gd name="connsiteY421" fmla="*/ 122747 h 1505806"/>
                <a:gd name="connsiteX422" fmla="*/ 1249090 w 2017827"/>
                <a:gd name="connsiteY422" fmla="*/ 127086 h 1505806"/>
                <a:gd name="connsiteX423" fmla="*/ 1248114 w 2017827"/>
                <a:gd name="connsiteY423" fmla="*/ 145218 h 1505806"/>
                <a:gd name="connsiteX424" fmla="*/ 1248551 w 2017827"/>
                <a:gd name="connsiteY424" fmla="*/ 149658 h 1505806"/>
                <a:gd name="connsiteX425" fmla="*/ 1248484 w 2017827"/>
                <a:gd name="connsiteY425" fmla="*/ 153460 h 1505806"/>
                <a:gd name="connsiteX426" fmla="*/ 1248484 w 2017827"/>
                <a:gd name="connsiteY426" fmla="*/ 157597 h 1505806"/>
                <a:gd name="connsiteX427" fmla="*/ 1248417 w 2017827"/>
                <a:gd name="connsiteY427" fmla="*/ 163047 h 1505806"/>
                <a:gd name="connsiteX428" fmla="*/ 1248417 w 2017827"/>
                <a:gd name="connsiteY428" fmla="*/ 167521 h 1505806"/>
                <a:gd name="connsiteX429" fmla="*/ 1248417 w 2017827"/>
                <a:gd name="connsiteY429" fmla="*/ 171221 h 1505806"/>
                <a:gd name="connsiteX430" fmla="*/ 1247777 w 2017827"/>
                <a:gd name="connsiteY430" fmla="*/ 174047 h 1505806"/>
                <a:gd name="connsiteX431" fmla="*/ 1247777 w 2017827"/>
                <a:gd name="connsiteY431" fmla="*/ 175796 h 1505806"/>
                <a:gd name="connsiteX432" fmla="*/ 1246162 w 2017827"/>
                <a:gd name="connsiteY432" fmla="*/ 180035 h 1505806"/>
                <a:gd name="connsiteX433" fmla="*/ 1243234 w 2017827"/>
                <a:gd name="connsiteY433" fmla="*/ 186023 h 1505806"/>
                <a:gd name="connsiteX434" fmla="*/ 1241046 w 2017827"/>
                <a:gd name="connsiteY434" fmla="*/ 190699 h 1505806"/>
                <a:gd name="connsiteX435" fmla="*/ 1238859 w 2017827"/>
                <a:gd name="connsiteY435" fmla="*/ 193188 h 1505806"/>
                <a:gd name="connsiteX436" fmla="*/ 1233541 w 2017827"/>
                <a:gd name="connsiteY436" fmla="*/ 195139 h 1505806"/>
                <a:gd name="connsiteX437" fmla="*/ 1227551 w 2017827"/>
                <a:gd name="connsiteY437" fmla="*/ 196215 h 1505806"/>
                <a:gd name="connsiteX438" fmla="*/ 1217656 w 2017827"/>
                <a:gd name="connsiteY438" fmla="*/ 196552 h 1505806"/>
                <a:gd name="connsiteX439" fmla="*/ 1213416 w 2017827"/>
                <a:gd name="connsiteY439" fmla="*/ 196653 h 1505806"/>
                <a:gd name="connsiteX440" fmla="*/ 1207998 w 2017827"/>
                <a:gd name="connsiteY440" fmla="*/ 197628 h 1505806"/>
                <a:gd name="connsiteX441" fmla="*/ 1202344 w 2017827"/>
                <a:gd name="connsiteY441" fmla="*/ 196115 h 1505806"/>
                <a:gd name="connsiteX442" fmla="*/ 1197666 w 2017827"/>
                <a:gd name="connsiteY442" fmla="*/ 195341 h 1505806"/>
                <a:gd name="connsiteX443" fmla="*/ 1192988 w 2017827"/>
                <a:gd name="connsiteY443" fmla="*/ 195341 h 1505806"/>
                <a:gd name="connsiteX444" fmla="*/ 1189723 w 2017827"/>
                <a:gd name="connsiteY444" fmla="*/ 193053 h 1505806"/>
                <a:gd name="connsiteX445" fmla="*/ 1180266 w 2017827"/>
                <a:gd name="connsiteY445" fmla="*/ 189790 h 1505806"/>
                <a:gd name="connsiteX446" fmla="*/ 1176800 w 2017827"/>
                <a:gd name="connsiteY446" fmla="*/ 193154 h 1505806"/>
                <a:gd name="connsiteX447" fmla="*/ 1170708 w 2017827"/>
                <a:gd name="connsiteY447" fmla="*/ 195778 h 1505806"/>
                <a:gd name="connsiteX448" fmla="*/ 1166569 w 2017827"/>
                <a:gd name="connsiteY448" fmla="*/ 192313 h 1505806"/>
                <a:gd name="connsiteX449" fmla="*/ 1162530 w 2017827"/>
                <a:gd name="connsiteY449" fmla="*/ 188277 h 1505806"/>
                <a:gd name="connsiteX450" fmla="*/ 1159602 w 2017827"/>
                <a:gd name="connsiteY450" fmla="*/ 184374 h 1505806"/>
                <a:gd name="connsiteX451" fmla="*/ 1156876 w 2017827"/>
                <a:gd name="connsiteY451" fmla="*/ 183601 h 1505806"/>
                <a:gd name="connsiteX452" fmla="*/ 1147419 w 2017827"/>
                <a:gd name="connsiteY452" fmla="*/ 181851 h 1505806"/>
                <a:gd name="connsiteX453" fmla="*/ 1137861 w 2017827"/>
                <a:gd name="connsiteY453" fmla="*/ 180775 h 1505806"/>
                <a:gd name="connsiteX454" fmla="*/ 1125140 w 2017827"/>
                <a:gd name="connsiteY454" fmla="*/ 177949 h 1505806"/>
                <a:gd name="connsiteX455" fmla="*/ 1121102 w 2017827"/>
                <a:gd name="connsiteY455" fmla="*/ 177949 h 1505806"/>
                <a:gd name="connsiteX456" fmla="*/ 1115347 w 2017827"/>
                <a:gd name="connsiteY456" fmla="*/ 177041 h 1505806"/>
                <a:gd name="connsiteX457" fmla="*/ 1110029 w 2017827"/>
                <a:gd name="connsiteY457" fmla="*/ 176133 h 1505806"/>
                <a:gd name="connsiteX458" fmla="*/ 1106327 w 2017827"/>
                <a:gd name="connsiteY458" fmla="*/ 175056 h 1505806"/>
                <a:gd name="connsiteX459" fmla="*/ 1101447 w 2017827"/>
                <a:gd name="connsiteY459" fmla="*/ 173307 h 1505806"/>
                <a:gd name="connsiteX460" fmla="*/ 1098957 w 2017827"/>
                <a:gd name="connsiteY460" fmla="*/ 171255 h 1505806"/>
                <a:gd name="connsiteX461" fmla="*/ 1096466 w 2017827"/>
                <a:gd name="connsiteY461" fmla="*/ 169640 h 1505806"/>
                <a:gd name="connsiteX462" fmla="*/ 1092327 w 2017827"/>
                <a:gd name="connsiteY462" fmla="*/ 166377 h 1505806"/>
                <a:gd name="connsiteX463" fmla="*/ 1088726 w 2017827"/>
                <a:gd name="connsiteY463" fmla="*/ 163350 h 1505806"/>
                <a:gd name="connsiteX464" fmla="*/ 1085360 w 2017827"/>
                <a:gd name="connsiteY464" fmla="*/ 161600 h 1505806"/>
                <a:gd name="connsiteX465" fmla="*/ 1081355 w 2017827"/>
                <a:gd name="connsiteY465" fmla="*/ 159010 h 1505806"/>
                <a:gd name="connsiteX466" fmla="*/ 1078730 w 2017827"/>
                <a:gd name="connsiteY466" fmla="*/ 157362 h 1505806"/>
                <a:gd name="connsiteX467" fmla="*/ 1076442 w 2017827"/>
                <a:gd name="connsiteY467" fmla="*/ 155310 h 1505806"/>
                <a:gd name="connsiteX468" fmla="*/ 1072201 w 2017827"/>
                <a:gd name="connsiteY468" fmla="*/ 151845 h 1505806"/>
                <a:gd name="connsiteX469" fmla="*/ 1069812 w 2017827"/>
                <a:gd name="connsiteY469" fmla="*/ 150096 h 1505806"/>
                <a:gd name="connsiteX470" fmla="*/ 1066884 w 2017827"/>
                <a:gd name="connsiteY470" fmla="*/ 148245 h 1505806"/>
                <a:gd name="connsiteX471" fmla="*/ 1063081 w 2017827"/>
                <a:gd name="connsiteY471" fmla="*/ 145655 h 1505806"/>
                <a:gd name="connsiteX472" fmla="*/ 1059076 w 2017827"/>
                <a:gd name="connsiteY472" fmla="*/ 143267 h 1505806"/>
                <a:gd name="connsiteX473" fmla="*/ 1057764 w 2017827"/>
                <a:gd name="connsiteY473" fmla="*/ 143267 h 1505806"/>
                <a:gd name="connsiteX474" fmla="*/ 1054768 w 2017827"/>
                <a:gd name="connsiteY474" fmla="*/ 141753 h 1505806"/>
                <a:gd name="connsiteX475" fmla="*/ 1052985 w 2017827"/>
                <a:gd name="connsiteY475" fmla="*/ 141215 h 1505806"/>
                <a:gd name="connsiteX476" fmla="*/ 1051302 w 2017827"/>
                <a:gd name="connsiteY476" fmla="*/ 140777 h 1505806"/>
                <a:gd name="connsiteX477" fmla="*/ 1050932 w 2017827"/>
                <a:gd name="connsiteY477" fmla="*/ 140710 h 1505806"/>
                <a:gd name="connsiteX478" fmla="*/ 1049148 w 2017827"/>
                <a:gd name="connsiteY478" fmla="*/ 138759 h 1505806"/>
                <a:gd name="connsiteX479" fmla="*/ 1046321 w 2017827"/>
                <a:gd name="connsiteY479" fmla="*/ 136909 h 1505806"/>
                <a:gd name="connsiteX480" fmla="*/ 1044571 w 2017827"/>
                <a:gd name="connsiteY480" fmla="*/ 135967 h 1505806"/>
                <a:gd name="connsiteX481" fmla="*/ 1041037 w 2017827"/>
                <a:gd name="connsiteY481" fmla="*/ 136404 h 1505806"/>
                <a:gd name="connsiteX482" fmla="*/ 1039960 w 2017827"/>
                <a:gd name="connsiteY482" fmla="*/ 137043 h 1505806"/>
                <a:gd name="connsiteX483" fmla="*/ 1039388 w 2017827"/>
                <a:gd name="connsiteY483" fmla="*/ 137851 h 1505806"/>
                <a:gd name="connsiteX484" fmla="*/ 1039153 w 2017827"/>
                <a:gd name="connsiteY484" fmla="*/ 138994 h 1505806"/>
                <a:gd name="connsiteX485" fmla="*/ 1039388 w 2017827"/>
                <a:gd name="connsiteY485" fmla="*/ 140138 h 1505806"/>
                <a:gd name="connsiteX486" fmla="*/ 1039254 w 2017827"/>
                <a:gd name="connsiteY486" fmla="*/ 141349 h 1505806"/>
                <a:gd name="connsiteX487" fmla="*/ 1039254 w 2017827"/>
                <a:gd name="connsiteY487" fmla="*/ 142796 h 1505806"/>
                <a:gd name="connsiteX488" fmla="*/ 1037806 w 2017827"/>
                <a:gd name="connsiteY488" fmla="*/ 145420 h 1505806"/>
                <a:gd name="connsiteX489" fmla="*/ 1035484 w 2017827"/>
                <a:gd name="connsiteY489" fmla="*/ 147875 h 1505806"/>
                <a:gd name="connsiteX490" fmla="*/ 1033162 w 2017827"/>
                <a:gd name="connsiteY490" fmla="*/ 151643 h 1505806"/>
                <a:gd name="connsiteX491" fmla="*/ 1031277 w 2017827"/>
                <a:gd name="connsiteY491" fmla="*/ 153964 h 1505806"/>
                <a:gd name="connsiteX492" fmla="*/ 1029830 w 2017827"/>
                <a:gd name="connsiteY492" fmla="*/ 156151 h 1505806"/>
                <a:gd name="connsiteX493" fmla="*/ 1028080 w 2017827"/>
                <a:gd name="connsiteY493" fmla="*/ 159346 h 1505806"/>
                <a:gd name="connsiteX494" fmla="*/ 1024446 w 2017827"/>
                <a:gd name="connsiteY494" fmla="*/ 161802 h 1505806"/>
                <a:gd name="connsiteX495" fmla="*/ 1020239 w 2017827"/>
                <a:gd name="connsiteY495" fmla="*/ 165435 h 1505806"/>
                <a:gd name="connsiteX496" fmla="*/ 1014450 w 2017827"/>
                <a:gd name="connsiteY496" fmla="*/ 169775 h 1505806"/>
                <a:gd name="connsiteX497" fmla="*/ 1010815 w 2017827"/>
                <a:gd name="connsiteY497" fmla="*/ 174854 h 1505806"/>
                <a:gd name="connsiteX498" fmla="*/ 1008628 w 2017827"/>
                <a:gd name="connsiteY498" fmla="*/ 179362 h 1505806"/>
                <a:gd name="connsiteX499" fmla="*/ 1006743 w 2017827"/>
                <a:gd name="connsiteY499" fmla="*/ 185148 h 1505806"/>
                <a:gd name="connsiteX500" fmla="*/ 1003983 w 2017827"/>
                <a:gd name="connsiteY500" fmla="*/ 190665 h 1505806"/>
                <a:gd name="connsiteX501" fmla="*/ 1000080 w 2017827"/>
                <a:gd name="connsiteY501" fmla="*/ 197056 h 1505806"/>
                <a:gd name="connsiteX502" fmla="*/ 997185 w 2017827"/>
                <a:gd name="connsiteY502" fmla="*/ 203852 h 1505806"/>
                <a:gd name="connsiteX503" fmla="*/ 995435 w 2017827"/>
                <a:gd name="connsiteY503" fmla="*/ 207485 h 1505806"/>
                <a:gd name="connsiteX504" fmla="*/ 989781 w 2017827"/>
                <a:gd name="connsiteY504" fmla="*/ 212564 h 1505806"/>
                <a:gd name="connsiteX505" fmla="*/ 987459 w 2017827"/>
                <a:gd name="connsiteY505" fmla="*/ 217476 h 1505806"/>
                <a:gd name="connsiteX506" fmla="*/ 983555 w 2017827"/>
                <a:gd name="connsiteY506" fmla="*/ 222118 h 1505806"/>
                <a:gd name="connsiteX507" fmla="*/ 979214 w 2017827"/>
                <a:gd name="connsiteY507" fmla="*/ 229081 h 1505806"/>
                <a:gd name="connsiteX508" fmla="*/ 976319 w 2017827"/>
                <a:gd name="connsiteY508" fmla="*/ 231840 h 1505806"/>
                <a:gd name="connsiteX509" fmla="*/ 973863 w 2017827"/>
                <a:gd name="connsiteY509" fmla="*/ 235305 h 1505806"/>
                <a:gd name="connsiteX510" fmla="*/ 969521 w 2017827"/>
                <a:gd name="connsiteY510" fmla="*/ 238635 h 1505806"/>
                <a:gd name="connsiteX511" fmla="*/ 966055 w 2017827"/>
                <a:gd name="connsiteY511" fmla="*/ 242975 h 1505806"/>
                <a:gd name="connsiteX512" fmla="*/ 963867 w 2017827"/>
                <a:gd name="connsiteY512" fmla="*/ 246439 h 1505806"/>
                <a:gd name="connsiteX513" fmla="*/ 960098 w 2017827"/>
                <a:gd name="connsiteY513" fmla="*/ 249198 h 1505806"/>
                <a:gd name="connsiteX514" fmla="*/ 956631 w 2017827"/>
                <a:gd name="connsiteY514" fmla="*/ 252394 h 1505806"/>
                <a:gd name="connsiteX515" fmla="*/ 952896 w 2017827"/>
                <a:gd name="connsiteY515" fmla="*/ 257305 h 1505806"/>
                <a:gd name="connsiteX516" fmla="*/ 949093 w 2017827"/>
                <a:gd name="connsiteY516" fmla="*/ 261207 h 1505806"/>
                <a:gd name="connsiteX517" fmla="*/ 948790 w 2017827"/>
                <a:gd name="connsiteY517" fmla="*/ 265850 h 1505806"/>
                <a:gd name="connsiteX518" fmla="*/ 948655 w 2017827"/>
                <a:gd name="connsiteY518" fmla="*/ 270189 h 1505806"/>
                <a:gd name="connsiteX519" fmla="*/ 947511 w 2017827"/>
                <a:gd name="connsiteY519" fmla="*/ 276412 h 1505806"/>
                <a:gd name="connsiteX520" fmla="*/ 944920 w 2017827"/>
                <a:gd name="connsiteY520" fmla="*/ 279305 h 1505806"/>
                <a:gd name="connsiteX521" fmla="*/ 941723 w 2017827"/>
                <a:gd name="connsiteY521" fmla="*/ 282938 h 1505806"/>
                <a:gd name="connsiteX522" fmla="*/ 939838 w 2017827"/>
                <a:gd name="connsiteY522" fmla="*/ 286572 h 1505806"/>
                <a:gd name="connsiteX523" fmla="*/ 938391 w 2017827"/>
                <a:gd name="connsiteY523" fmla="*/ 288893 h 1505806"/>
                <a:gd name="connsiteX524" fmla="*/ 936944 w 2017827"/>
                <a:gd name="connsiteY524" fmla="*/ 291348 h 1505806"/>
                <a:gd name="connsiteX525" fmla="*/ 936506 w 2017827"/>
                <a:gd name="connsiteY525" fmla="*/ 295419 h 1505806"/>
                <a:gd name="connsiteX526" fmla="*/ 936506 w 2017827"/>
                <a:gd name="connsiteY526" fmla="*/ 298043 h 1505806"/>
                <a:gd name="connsiteX527" fmla="*/ 937314 w 2017827"/>
                <a:gd name="connsiteY527" fmla="*/ 301373 h 1505806"/>
                <a:gd name="connsiteX528" fmla="*/ 939131 w 2017827"/>
                <a:gd name="connsiteY528" fmla="*/ 304434 h 1505806"/>
                <a:gd name="connsiteX529" fmla="*/ 940881 w 2017827"/>
                <a:gd name="connsiteY529" fmla="*/ 305881 h 1505806"/>
                <a:gd name="connsiteX530" fmla="*/ 943338 w 2017827"/>
                <a:gd name="connsiteY530" fmla="*/ 308639 h 1505806"/>
                <a:gd name="connsiteX531" fmla="*/ 944045 w 2017827"/>
                <a:gd name="connsiteY531" fmla="*/ 311095 h 1505806"/>
                <a:gd name="connsiteX532" fmla="*/ 945795 w 2017827"/>
                <a:gd name="connsiteY532" fmla="*/ 314122 h 1505806"/>
                <a:gd name="connsiteX533" fmla="*/ 948992 w 2017827"/>
                <a:gd name="connsiteY533" fmla="*/ 318596 h 1505806"/>
                <a:gd name="connsiteX534" fmla="*/ 950304 w 2017827"/>
                <a:gd name="connsiteY534" fmla="*/ 320480 h 1505806"/>
                <a:gd name="connsiteX535" fmla="*/ 951752 w 2017827"/>
                <a:gd name="connsiteY535" fmla="*/ 323508 h 1505806"/>
                <a:gd name="connsiteX536" fmla="*/ 952761 w 2017827"/>
                <a:gd name="connsiteY536" fmla="*/ 330034 h 1505806"/>
                <a:gd name="connsiteX537" fmla="*/ 952761 w 2017827"/>
                <a:gd name="connsiteY537" fmla="*/ 333667 h 1505806"/>
                <a:gd name="connsiteX538" fmla="*/ 950439 w 2017827"/>
                <a:gd name="connsiteY538" fmla="*/ 334542 h 1505806"/>
                <a:gd name="connsiteX539" fmla="*/ 945795 w 2017827"/>
                <a:gd name="connsiteY539" fmla="*/ 335282 h 1505806"/>
                <a:gd name="connsiteX540" fmla="*/ 938121 w 2017827"/>
                <a:gd name="connsiteY540" fmla="*/ 335282 h 1505806"/>
                <a:gd name="connsiteX541" fmla="*/ 933780 w 2017827"/>
                <a:gd name="connsiteY541" fmla="*/ 334844 h 1505806"/>
                <a:gd name="connsiteX542" fmla="*/ 927991 w 2017827"/>
                <a:gd name="connsiteY542" fmla="*/ 332221 h 1505806"/>
                <a:gd name="connsiteX543" fmla="*/ 922775 w 2017827"/>
                <a:gd name="connsiteY543" fmla="*/ 330202 h 1505806"/>
                <a:gd name="connsiteX544" fmla="*/ 918871 w 2017827"/>
                <a:gd name="connsiteY544" fmla="*/ 329630 h 1505806"/>
                <a:gd name="connsiteX545" fmla="*/ 914967 w 2017827"/>
                <a:gd name="connsiteY545" fmla="*/ 327444 h 1505806"/>
                <a:gd name="connsiteX546" fmla="*/ 911063 w 2017827"/>
                <a:gd name="connsiteY546" fmla="*/ 324685 h 1505806"/>
                <a:gd name="connsiteX547" fmla="*/ 908304 w 2017827"/>
                <a:gd name="connsiteY547" fmla="*/ 323373 h 1505806"/>
                <a:gd name="connsiteX548" fmla="*/ 903962 w 2017827"/>
                <a:gd name="connsiteY548" fmla="*/ 318294 h 1505806"/>
                <a:gd name="connsiteX549" fmla="*/ 898173 w 2017827"/>
                <a:gd name="connsiteY549" fmla="*/ 312205 h 1505806"/>
                <a:gd name="connsiteX550" fmla="*/ 892250 w 2017827"/>
                <a:gd name="connsiteY550" fmla="*/ 311902 h 1505806"/>
                <a:gd name="connsiteX551" fmla="*/ 870644 w 2017827"/>
                <a:gd name="connsiteY551" fmla="*/ 311902 h 1505806"/>
                <a:gd name="connsiteX552" fmla="*/ 858192 w 2017827"/>
                <a:gd name="connsiteY552" fmla="*/ 311969 h 1505806"/>
                <a:gd name="connsiteX553" fmla="*/ 840086 w 2017827"/>
                <a:gd name="connsiteY553" fmla="*/ 311599 h 1505806"/>
                <a:gd name="connsiteX554" fmla="*/ 825311 w 2017827"/>
                <a:gd name="connsiteY554" fmla="*/ 309581 h 1505806"/>
                <a:gd name="connsiteX555" fmla="*/ 817066 w 2017827"/>
                <a:gd name="connsiteY555" fmla="*/ 309446 h 1505806"/>
                <a:gd name="connsiteX556" fmla="*/ 800407 w 2017827"/>
                <a:gd name="connsiteY556" fmla="*/ 309144 h 1505806"/>
                <a:gd name="connsiteX557" fmla="*/ 787652 w 2017827"/>
                <a:gd name="connsiteY557" fmla="*/ 310456 h 1505806"/>
                <a:gd name="connsiteX558" fmla="*/ 775906 w 2017827"/>
                <a:gd name="connsiteY558" fmla="*/ 310456 h 1505806"/>
                <a:gd name="connsiteX559" fmla="*/ 762714 w 2017827"/>
                <a:gd name="connsiteY559" fmla="*/ 309581 h 1505806"/>
                <a:gd name="connsiteX560" fmla="*/ 757060 w 2017827"/>
                <a:gd name="connsiteY560" fmla="*/ 306856 h 1505806"/>
                <a:gd name="connsiteX561" fmla="*/ 748949 w 2017827"/>
                <a:gd name="connsiteY561" fmla="*/ 307125 h 1505806"/>
                <a:gd name="connsiteX562" fmla="*/ 741545 w 2017827"/>
                <a:gd name="connsiteY562" fmla="*/ 307125 h 1505806"/>
                <a:gd name="connsiteX563" fmla="*/ 736194 w 2017827"/>
                <a:gd name="connsiteY563" fmla="*/ 310153 h 1505806"/>
                <a:gd name="connsiteX564" fmla="*/ 732290 w 2017827"/>
                <a:gd name="connsiteY564" fmla="*/ 314661 h 1505806"/>
                <a:gd name="connsiteX565" fmla="*/ 731415 w 2017827"/>
                <a:gd name="connsiteY565" fmla="*/ 317991 h 1505806"/>
                <a:gd name="connsiteX566" fmla="*/ 731415 w 2017827"/>
                <a:gd name="connsiteY566" fmla="*/ 323777 h 1505806"/>
                <a:gd name="connsiteX567" fmla="*/ 735184 w 2017827"/>
                <a:gd name="connsiteY567" fmla="*/ 327679 h 1505806"/>
                <a:gd name="connsiteX568" fmla="*/ 738954 w 2017827"/>
                <a:gd name="connsiteY568" fmla="*/ 329294 h 1505806"/>
                <a:gd name="connsiteX569" fmla="*/ 741983 w 2017827"/>
                <a:gd name="connsiteY569" fmla="*/ 330000 h 1505806"/>
                <a:gd name="connsiteX570" fmla="*/ 745617 w 2017827"/>
                <a:gd name="connsiteY570" fmla="*/ 331178 h 1505806"/>
                <a:gd name="connsiteX571" fmla="*/ 747637 w 2017827"/>
                <a:gd name="connsiteY571" fmla="*/ 331178 h 1505806"/>
                <a:gd name="connsiteX572" fmla="*/ 749521 w 2017827"/>
                <a:gd name="connsiteY572" fmla="*/ 334205 h 1505806"/>
                <a:gd name="connsiteX573" fmla="*/ 749084 w 2017827"/>
                <a:gd name="connsiteY573" fmla="*/ 336964 h 1505806"/>
                <a:gd name="connsiteX574" fmla="*/ 748646 w 2017827"/>
                <a:gd name="connsiteY574" fmla="*/ 341000 h 1505806"/>
                <a:gd name="connsiteX575" fmla="*/ 748343 w 2017827"/>
                <a:gd name="connsiteY575" fmla="*/ 344768 h 1505806"/>
                <a:gd name="connsiteX576" fmla="*/ 752685 w 2017827"/>
                <a:gd name="connsiteY576" fmla="*/ 348973 h 1505806"/>
                <a:gd name="connsiteX577" fmla="*/ 753829 w 2017827"/>
                <a:gd name="connsiteY577" fmla="*/ 355331 h 1505806"/>
                <a:gd name="connsiteX578" fmla="*/ 753829 w 2017827"/>
                <a:gd name="connsiteY578" fmla="*/ 361117 h 1505806"/>
                <a:gd name="connsiteX579" fmla="*/ 752516 w 2017827"/>
                <a:gd name="connsiteY579" fmla="*/ 367340 h 1505806"/>
                <a:gd name="connsiteX580" fmla="*/ 751675 w 2017827"/>
                <a:gd name="connsiteY580" fmla="*/ 372252 h 1505806"/>
                <a:gd name="connsiteX581" fmla="*/ 751641 w 2017827"/>
                <a:gd name="connsiteY581" fmla="*/ 378610 h 1505806"/>
                <a:gd name="connsiteX582" fmla="*/ 751641 w 2017827"/>
                <a:gd name="connsiteY582" fmla="*/ 382377 h 1505806"/>
                <a:gd name="connsiteX583" fmla="*/ 750194 w 2017827"/>
                <a:gd name="connsiteY583" fmla="*/ 388029 h 1505806"/>
                <a:gd name="connsiteX584" fmla="*/ 749353 w 2017827"/>
                <a:gd name="connsiteY584" fmla="*/ 397010 h 1505806"/>
                <a:gd name="connsiteX585" fmla="*/ 747468 w 2017827"/>
                <a:gd name="connsiteY585" fmla="*/ 402965 h 1505806"/>
                <a:gd name="connsiteX586" fmla="*/ 747165 w 2017827"/>
                <a:gd name="connsiteY586" fmla="*/ 409491 h 1505806"/>
                <a:gd name="connsiteX587" fmla="*/ 744540 w 2017827"/>
                <a:gd name="connsiteY587" fmla="*/ 413393 h 1505806"/>
                <a:gd name="connsiteX588" fmla="*/ 744103 w 2017827"/>
                <a:gd name="connsiteY588" fmla="*/ 422509 h 1505806"/>
                <a:gd name="connsiteX589" fmla="*/ 744406 w 2017827"/>
                <a:gd name="connsiteY589" fmla="*/ 427723 h 1505806"/>
                <a:gd name="connsiteX590" fmla="*/ 745415 w 2017827"/>
                <a:gd name="connsiteY590" fmla="*/ 434956 h 1505806"/>
                <a:gd name="connsiteX591" fmla="*/ 745718 w 2017827"/>
                <a:gd name="connsiteY591" fmla="*/ 439598 h 1505806"/>
                <a:gd name="connsiteX592" fmla="*/ 745281 w 2017827"/>
                <a:gd name="connsiteY592" fmla="*/ 444812 h 1505806"/>
                <a:gd name="connsiteX593" fmla="*/ 745281 w 2017827"/>
                <a:gd name="connsiteY593" fmla="*/ 448008 h 1505806"/>
                <a:gd name="connsiteX594" fmla="*/ 746526 w 2017827"/>
                <a:gd name="connsiteY594" fmla="*/ 452650 h 1505806"/>
                <a:gd name="connsiteX595" fmla="*/ 746896 w 2017827"/>
                <a:gd name="connsiteY595" fmla="*/ 458436 h 1505806"/>
                <a:gd name="connsiteX596" fmla="*/ 746459 w 2017827"/>
                <a:gd name="connsiteY596" fmla="*/ 465097 h 1505806"/>
                <a:gd name="connsiteX597" fmla="*/ 745146 w 2017827"/>
                <a:gd name="connsiteY597" fmla="*/ 470614 h 1505806"/>
                <a:gd name="connsiteX598" fmla="*/ 746459 w 2017827"/>
                <a:gd name="connsiteY598" fmla="*/ 474819 h 1505806"/>
                <a:gd name="connsiteX599" fmla="*/ 747031 w 2017827"/>
                <a:gd name="connsiteY599" fmla="*/ 478452 h 1505806"/>
                <a:gd name="connsiteX600" fmla="*/ 744002 w 2017827"/>
                <a:gd name="connsiteY600" fmla="*/ 484541 h 1505806"/>
                <a:gd name="connsiteX601" fmla="*/ 745449 w 2017827"/>
                <a:gd name="connsiteY601" fmla="*/ 486559 h 1505806"/>
                <a:gd name="connsiteX602" fmla="*/ 746593 w 2017827"/>
                <a:gd name="connsiteY602" fmla="*/ 489452 h 1505806"/>
                <a:gd name="connsiteX603" fmla="*/ 746896 w 2017827"/>
                <a:gd name="connsiteY603" fmla="*/ 491033 h 1505806"/>
                <a:gd name="connsiteX604" fmla="*/ 746459 w 2017827"/>
                <a:gd name="connsiteY604" fmla="*/ 495104 h 1505806"/>
                <a:gd name="connsiteX605" fmla="*/ 746762 w 2017827"/>
                <a:gd name="connsiteY605" fmla="*/ 500755 h 1505806"/>
                <a:gd name="connsiteX606" fmla="*/ 743295 w 2017827"/>
                <a:gd name="connsiteY606" fmla="*/ 506104 h 1505806"/>
                <a:gd name="connsiteX607" fmla="*/ 746055 w 2017827"/>
                <a:gd name="connsiteY607" fmla="*/ 510881 h 1505806"/>
                <a:gd name="connsiteX608" fmla="*/ 749252 w 2017827"/>
                <a:gd name="connsiteY608" fmla="*/ 514514 h 1505806"/>
                <a:gd name="connsiteX609" fmla="*/ 749252 w 2017827"/>
                <a:gd name="connsiteY609" fmla="*/ 518416 h 1505806"/>
                <a:gd name="connsiteX610" fmla="*/ 743295 w 2017827"/>
                <a:gd name="connsiteY610" fmla="*/ 518416 h 1505806"/>
                <a:gd name="connsiteX611" fmla="*/ 741276 w 2017827"/>
                <a:gd name="connsiteY611" fmla="*/ 520165 h 1505806"/>
                <a:gd name="connsiteX612" fmla="*/ 738516 w 2017827"/>
                <a:gd name="connsiteY612" fmla="*/ 521612 h 1505806"/>
                <a:gd name="connsiteX613" fmla="*/ 736497 w 2017827"/>
                <a:gd name="connsiteY613" fmla="*/ 521612 h 1505806"/>
                <a:gd name="connsiteX614" fmla="*/ 730978 w 2017827"/>
                <a:gd name="connsiteY614" fmla="*/ 523024 h 1505806"/>
                <a:gd name="connsiteX615" fmla="*/ 728958 w 2017827"/>
                <a:gd name="connsiteY615" fmla="*/ 523058 h 1505806"/>
                <a:gd name="connsiteX616" fmla="*/ 725626 w 2017827"/>
                <a:gd name="connsiteY616" fmla="*/ 523058 h 1505806"/>
                <a:gd name="connsiteX617" fmla="*/ 722598 w 2017827"/>
                <a:gd name="connsiteY617" fmla="*/ 523630 h 1505806"/>
                <a:gd name="connsiteX618" fmla="*/ 718963 w 2017827"/>
                <a:gd name="connsiteY618" fmla="*/ 524370 h 1505806"/>
                <a:gd name="connsiteX619" fmla="*/ 715631 w 2017827"/>
                <a:gd name="connsiteY619" fmla="*/ 526119 h 1505806"/>
                <a:gd name="connsiteX620" fmla="*/ 714319 w 2017827"/>
                <a:gd name="connsiteY620" fmla="*/ 527129 h 1505806"/>
                <a:gd name="connsiteX621" fmla="*/ 711862 w 2017827"/>
                <a:gd name="connsiteY621" fmla="*/ 529887 h 1505806"/>
                <a:gd name="connsiteX622" fmla="*/ 710280 w 2017827"/>
                <a:gd name="connsiteY622" fmla="*/ 532040 h 1505806"/>
                <a:gd name="connsiteX623" fmla="*/ 709977 w 2017827"/>
                <a:gd name="connsiteY623" fmla="*/ 533924 h 1505806"/>
                <a:gd name="connsiteX624" fmla="*/ 710280 w 2017827"/>
                <a:gd name="connsiteY624" fmla="*/ 535068 h 1505806"/>
                <a:gd name="connsiteX625" fmla="*/ 713746 w 2017827"/>
                <a:gd name="connsiteY625" fmla="*/ 539273 h 1505806"/>
                <a:gd name="connsiteX626" fmla="*/ 716506 w 2017827"/>
                <a:gd name="connsiteY626" fmla="*/ 540584 h 1505806"/>
                <a:gd name="connsiteX627" fmla="*/ 716506 w 2017827"/>
                <a:gd name="connsiteY627" fmla="*/ 541728 h 1505806"/>
                <a:gd name="connsiteX628" fmla="*/ 714756 w 2017827"/>
                <a:gd name="connsiteY628" fmla="*/ 543612 h 1505806"/>
                <a:gd name="connsiteX629" fmla="*/ 712434 w 2017827"/>
                <a:gd name="connsiteY629" fmla="*/ 545361 h 1505806"/>
                <a:gd name="connsiteX630" fmla="*/ 708799 w 2017827"/>
                <a:gd name="connsiteY630" fmla="*/ 545361 h 1505806"/>
                <a:gd name="connsiteX631" fmla="*/ 706208 w 2017827"/>
                <a:gd name="connsiteY631" fmla="*/ 546505 h 1505806"/>
                <a:gd name="connsiteX632" fmla="*/ 702876 w 2017827"/>
                <a:gd name="connsiteY632" fmla="*/ 546505 h 1505806"/>
                <a:gd name="connsiteX633" fmla="*/ 698265 w 2017827"/>
                <a:gd name="connsiteY633" fmla="*/ 547581 h 1505806"/>
                <a:gd name="connsiteX634" fmla="*/ 695337 w 2017827"/>
                <a:gd name="connsiteY634" fmla="*/ 549196 h 1505806"/>
                <a:gd name="connsiteX635" fmla="*/ 691433 w 2017827"/>
                <a:gd name="connsiteY635" fmla="*/ 550609 h 1505806"/>
                <a:gd name="connsiteX636" fmla="*/ 688808 w 2017827"/>
                <a:gd name="connsiteY636" fmla="*/ 551786 h 1505806"/>
                <a:gd name="connsiteX637" fmla="*/ 686183 w 2017827"/>
                <a:gd name="connsiteY637" fmla="*/ 553536 h 1505806"/>
                <a:gd name="connsiteX638" fmla="*/ 683457 w 2017827"/>
                <a:gd name="connsiteY638" fmla="*/ 555823 h 1505806"/>
                <a:gd name="connsiteX639" fmla="*/ 681707 w 2017827"/>
                <a:gd name="connsiteY639" fmla="*/ 557875 h 1505806"/>
                <a:gd name="connsiteX640" fmla="*/ 679082 w 2017827"/>
                <a:gd name="connsiteY640" fmla="*/ 562114 h 1505806"/>
                <a:gd name="connsiteX641" fmla="*/ 677770 w 2017827"/>
                <a:gd name="connsiteY641" fmla="*/ 564704 h 1505806"/>
                <a:gd name="connsiteX642" fmla="*/ 675582 w 2017827"/>
                <a:gd name="connsiteY642" fmla="*/ 568741 h 1505806"/>
                <a:gd name="connsiteX643" fmla="*/ 674505 w 2017827"/>
                <a:gd name="connsiteY643" fmla="*/ 571230 h 1505806"/>
                <a:gd name="connsiteX644" fmla="*/ 673967 w 2017827"/>
                <a:gd name="connsiteY644" fmla="*/ 575132 h 1505806"/>
                <a:gd name="connsiteX645" fmla="*/ 673967 w 2017827"/>
                <a:gd name="connsiteY645" fmla="*/ 580447 h 1505806"/>
                <a:gd name="connsiteX646" fmla="*/ 675279 w 2017827"/>
                <a:gd name="connsiteY646" fmla="*/ 585897 h 1505806"/>
                <a:gd name="connsiteX647" fmla="*/ 676726 w 2017827"/>
                <a:gd name="connsiteY647" fmla="*/ 589799 h 1505806"/>
                <a:gd name="connsiteX648" fmla="*/ 676693 w 2017827"/>
                <a:gd name="connsiteY648" fmla="*/ 593062 h 1505806"/>
                <a:gd name="connsiteX649" fmla="*/ 676693 w 2017827"/>
                <a:gd name="connsiteY649" fmla="*/ 596224 h 1505806"/>
                <a:gd name="connsiteX650" fmla="*/ 676154 w 2017827"/>
                <a:gd name="connsiteY650" fmla="*/ 599151 h 1505806"/>
                <a:gd name="connsiteX651" fmla="*/ 675279 w 2017827"/>
                <a:gd name="connsiteY651" fmla="*/ 601640 h 1505806"/>
                <a:gd name="connsiteX652" fmla="*/ 673967 w 2017827"/>
                <a:gd name="connsiteY652" fmla="*/ 602717 h 1505806"/>
                <a:gd name="connsiteX653" fmla="*/ 672116 w 2017827"/>
                <a:gd name="connsiteY653" fmla="*/ 605307 h 1505806"/>
                <a:gd name="connsiteX654" fmla="*/ 671140 w 2017827"/>
                <a:gd name="connsiteY654" fmla="*/ 606384 h 1505806"/>
                <a:gd name="connsiteX655" fmla="*/ 669861 w 2017827"/>
                <a:gd name="connsiteY655" fmla="*/ 607796 h 1505806"/>
                <a:gd name="connsiteX656" fmla="*/ 669726 w 2017827"/>
                <a:gd name="connsiteY656" fmla="*/ 609546 h 1505806"/>
                <a:gd name="connsiteX657" fmla="*/ 669726 w 2017827"/>
                <a:gd name="connsiteY657" fmla="*/ 612270 h 1505806"/>
                <a:gd name="connsiteX658" fmla="*/ 668750 w 2017827"/>
                <a:gd name="connsiteY658" fmla="*/ 614558 h 1505806"/>
                <a:gd name="connsiteX659" fmla="*/ 667438 w 2017827"/>
                <a:gd name="connsiteY659" fmla="*/ 616946 h 1505806"/>
                <a:gd name="connsiteX660" fmla="*/ 665048 w 2017827"/>
                <a:gd name="connsiteY660" fmla="*/ 619133 h 1505806"/>
                <a:gd name="connsiteX661" fmla="*/ 662120 w 2017827"/>
                <a:gd name="connsiteY661" fmla="*/ 622161 h 1505806"/>
                <a:gd name="connsiteX662" fmla="*/ 660067 w 2017827"/>
                <a:gd name="connsiteY662" fmla="*/ 623775 h 1505806"/>
                <a:gd name="connsiteX663" fmla="*/ 657139 w 2017827"/>
                <a:gd name="connsiteY663" fmla="*/ 625726 h 1505806"/>
                <a:gd name="connsiteX664" fmla="*/ 651485 w 2017827"/>
                <a:gd name="connsiteY664" fmla="*/ 626937 h 1505806"/>
                <a:gd name="connsiteX665" fmla="*/ 647581 w 2017827"/>
                <a:gd name="connsiteY665" fmla="*/ 625524 h 1505806"/>
                <a:gd name="connsiteX666" fmla="*/ 643678 w 2017827"/>
                <a:gd name="connsiteY666" fmla="*/ 625524 h 1505806"/>
                <a:gd name="connsiteX667" fmla="*/ 641288 w 2017827"/>
                <a:gd name="connsiteY667" fmla="*/ 625524 h 1505806"/>
                <a:gd name="connsiteX668" fmla="*/ 639774 w 2017827"/>
                <a:gd name="connsiteY668" fmla="*/ 628350 h 1505806"/>
                <a:gd name="connsiteX669" fmla="*/ 636072 w 2017827"/>
                <a:gd name="connsiteY669" fmla="*/ 629965 h 1505806"/>
                <a:gd name="connsiteX670" fmla="*/ 630653 w 2017827"/>
                <a:gd name="connsiteY670" fmla="*/ 630503 h 1505806"/>
                <a:gd name="connsiteX671" fmla="*/ 620860 w 2017827"/>
                <a:gd name="connsiteY671" fmla="*/ 631580 h 1505806"/>
                <a:gd name="connsiteX672" fmla="*/ 614566 w 2017827"/>
                <a:gd name="connsiteY672" fmla="*/ 635179 h 1505806"/>
                <a:gd name="connsiteX673" fmla="*/ 608710 w 2017827"/>
                <a:gd name="connsiteY673" fmla="*/ 636794 h 1505806"/>
                <a:gd name="connsiteX674" fmla="*/ 601306 w 2017827"/>
                <a:gd name="connsiteY674" fmla="*/ 638980 h 1505806"/>
                <a:gd name="connsiteX675" fmla="*/ 595888 w 2017827"/>
                <a:gd name="connsiteY675" fmla="*/ 640158 h 1505806"/>
                <a:gd name="connsiteX676" fmla="*/ 590335 w 2017827"/>
                <a:gd name="connsiteY676" fmla="*/ 641133 h 1505806"/>
                <a:gd name="connsiteX677" fmla="*/ 585220 w 2017827"/>
                <a:gd name="connsiteY677" fmla="*/ 641772 h 1505806"/>
                <a:gd name="connsiteX678" fmla="*/ 578590 w 2017827"/>
                <a:gd name="connsiteY678" fmla="*/ 642412 h 1505806"/>
                <a:gd name="connsiteX679" fmla="*/ 572835 w 2017827"/>
                <a:gd name="connsiteY679" fmla="*/ 642412 h 1505806"/>
                <a:gd name="connsiteX680" fmla="*/ 561964 w 2017827"/>
                <a:gd name="connsiteY680" fmla="*/ 643488 h 1505806"/>
                <a:gd name="connsiteX681" fmla="*/ 553147 w 2017827"/>
                <a:gd name="connsiteY681" fmla="*/ 648265 h 1505806"/>
                <a:gd name="connsiteX682" fmla="*/ 544228 w 2017827"/>
                <a:gd name="connsiteY682" fmla="*/ 651965 h 1505806"/>
                <a:gd name="connsiteX683" fmla="*/ 526526 w 2017827"/>
                <a:gd name="connsiteY683" fmla="*/ 651427 h 1505806"/>
                <a:gd name="connsiteX684" fmla="*/ 515756 w 2017827"/>
                <a:gd name="connsiteY684" fmla="*/ 652840 h 1505806"/>
                <a:gd name="connsiteX685" fmla="*/ 509564 w 2017827"/>
                <a:gd name="connsiteY685" fmla="*/ 654320 h 1505806"/>
                <a:gd name="connsiteX686" fmla="*/ 500982 w 2017827"/>
                <a:gd name="connsiteY686" fmla="*/ 658054 h 1505806"/>
                <a:gd name="connsiteX687" fmla="*/ 492939 w 2017827"/>
                <a:gd name="connsiteY687" fmla="*/ 658256 h 1505806"/>
                <a:gd name="connsiteX688" fmla="*/ 484794 w 2017827"/>
                <a:gd name="connsiteY688" fmla="*/ 657919 h 1505806"/>
                <a:gd name="connsiteX689" fmla="*/ 478501 w 2017827"/>
                <a:gd name="connsiteY689" fmla="*/ 655968 h 1505806"/>
                <a:gd name="connsiteX690" fmla="*/ 470457 w 2017827"/>
                <a:gd name="connsiteY690" fmla="*/ 654354 h 1505806"/>
                <a:gd name="connsiteX691" fmla="*/ 463390 w 2017827"/>
                <a:gd name="connsiteY691" fmla="*/ 657617 h 1505806"/>
                <a:gd name="connsiteX692" fmla="*/ 455986 w 2017827"/>
                <a:gd name="connsiteY692" fmla="*/ 659030 h 1505806"/>
                <a:gd name="connsiteX693" fmla="*/ 452284 w 2017827"/>
                <a:gd name="connsiteY693" fmla="*/ 661115 h 1505806"/>
                <a:gd name="connsiteX694" fmla="*/ 446967 w 2017827"/>
                <a:gd name="connsiteY694" fmla="*/ 661115 h 1505806"/>
                <a:gd name="connsiteX695" fmla="*/ 437072 w 2017827"/>
                <a:gd name="connsiteY695" fmla="*/ 661923 h 1505806"/>
                <a:gd name="connsiteX696" fmla="*/ 427178 w 2017827"/>
                <a:gd name="connsiteY696" fmla="*/ 663066 h 1505806"/>
                <a:gd name="connsiteX697" fmla="*/ 419908 w 2017827"/>
                <a:gd name="connsiteY697" fmla="*/ 663705 h 1505806"/>
                <a:gd name="connsiteX698" fmla="*/ 414490 w 2017827"/>
                <a:gd name="connsiteY698" fmla="*/ 666195 h 1505806"/>
                <a:gd name="connsiteX699" fmla="*/ 408937 w 2017827"/>
                <a:gd name="connsiteY699" fmla="*/ 667810 h 1505806"/>
                <a:gd name="connsiteX700" fmla="*/ 401331 w 2017827"/>
                <a:gd name="connsiteY700" fmla="*/ 670198 h 1505806"/>
                <a:gd name="connsiteX701" fmla="*/ 392076 w 2017827"/>
                <a:gd name="connsiteY701" fmla="*/ 670837 h 1505806"/>
                <a:gd name="connsiteX702" fmla="*/ 387095 w 2017827"/>
                <a:gd name="connsiteY702" fmla="*/ 670602 h 1505806"/>
                <a:gd name="connsiteX703" fmla="*/ 378412 w 2017827"/>
                <a:gd name="connsiteY703" fmla="*/ 668751 h 1505806"/>
                <a:gd name="connsiteX704" fmla="*/ 373633 w 2017827"/>
                <a:gd name="connsiteY704" fmla="*/ 667103 h 1505806"/>
                <a:gd name="connsiteX705" fmla="*/ 369931 w 2017827"/>
                <a:gd name="connsiteY705" fmla="*/ 666027 h 1505806"/>
                <a:gd name="connsiteX706" fmla="*/ 365926 w 2017827"/>
                <a:gd name="connsiteY706" fmla="*/ 663537 h 1505806"/>
                <a:gd name="connsiteX707" fmla="*/ 363739 w 2017827"/>
                <a:gd name="connsiteY707" fmla="*/ 663100 h 1505806"/>
                <a:gd name="connsiteX708" fmla="*/ 358421 w 2017827"/>
                <a:gd name="connsiteY708" fmla="*/ 662461 h 1505806"/>
                <a:gd name="connsiteX709" fmla="*/ 355056 w 2017827"/>
                <a:gd name="connsiteY709" fmla="*/ 663672 h 1505806"/>
                <a:gd name="connsiteX710" fmla="*/ 348426 w 2017827"/>
                <a:gd name="connsiteY710" fmla="*/ 665186 h 1505806"/>
                <a:gd name="connsiteX711" fmla="*/ 345060 w 2017827"/>
                <a:gd name="connsiteY711" fmla="*/ 667036 h 1505806"/>
                <a:gd name="connsiteX712" fmla="*/ 342133 w 2017827"/>
                <a:gd name="connsiteY712" fmla="*/ 669761 h 1505806"/>
                <a:gd name="connsiteX713" fmla="*/ 338330 w 2017827"/>
                <a:gd name="connsiteY713" fmla="*/ 674235 h 1505806"/>
                <a:gd name="connsiteX714" fmla="*/ 332238 w 2017827"/>
                <a:gd name="connsiteY714" fmla="*/ 677700 h 1505806"/>
                <a:gd name="connsiteX715" fmla="*/ 325406 w 2017827"/>
                <a:gd name="connsiteY715" fmla="*/ 684966 h 1505806"/>
                <a:gd name="connsiteX716" fmla="*/ 322243 w 2017827"/>
                <a:gd name="connsiteY716" fmla="*/ 687455 h 1505806"/>
                <a:gd name="connsiteX717" fmla="*/ 320728 w 2017827"/>
                <a:gd name="connsiteY717" fmla="*/ 690180 h 1505806"/>
                <a:gd name="connsiteX718" fmla="*/ 315949 w 2017827"/>
                <a:gd name="connsiteY718" fmla="*/ 696605 h 1505806"/>
                <a:gd name="connsiteX719" fmla="*/ 312920 w 2017827"/>
                <a:gd name="connsiteY719" fmla="*/ 700608 h 1505806"/>
                <a:gd name="connsiteX720" fmla="*/ 310194 w 2017827"/>
                <a:gd name="connsiteY720" fmla="*/ 702660 h 1505806"/>
                <a:gd name="connsiteX721" fmla="*/ 307906 w 2017827"/>
                <a:gd name="connsiteY721" fmla="*/ 703972 h 1505806"/>
                <a:gd name="connsiteX722" fmla="*/ 304742 w 2017827"/>
                <a:gd name="connsiteY722" fmla="*/ 707975 h 1505806"/>
                <a:gd name="connsiteX723" fmla="*/ 302992 w 2017827"/>
                <a:gd name="connsiteY723" fmla="*/ 710700 h 1505806"/>
                <a:gd name="connsiteX724" fmla="*/ 299627 w 2017827"/>
                <a:gd name="connsiteY724" fmla="*/ 714838 h 1505806"/>
                <a:gd name="connsiteX725" fmla="*/ 294511 w 2017827"/>
                <a:gd name="connsiteY725" fmla="*/ 718000 h 1505806"/>
                <a:gd name="connsiteX726" fmla="*/ 289295 w 2017827"/>
                <a:gd name="connsiteY726" fmla="*/ 717226 h 1505806"/>
                <a:gd name="connsiteX727" fmla="*/ 287006 w 2017827"/>
                <a:gd name="connsiteY727" fmla="*/ 714501 h 1505806"/>
                <a:gd name="connsiteX728" fmla="*/ 284617 w 2017827"/>
                <a:gd name="connsiteY728" fmla="*/ 713728 h 1505806"/>
                <a:gd name="connsiteX729" fmla="*/ 281352 w 2017827"/>
                <a:gd name="connsiteY729" fmla="*/ 712853 h 1505806"/>
                <a:gd name="connsiteX730" fmla="*/ 275799 w 2017827"/>
                <a:gd name="connsiteY730" fmla="*/ 710902 h 1505806"/>
                <a:gd name="connsiteX731" fmla="*/ 269708 w 2017827"/>
                <a:gd name="connsiteY731" fmla="*/ 709691 h 1505806"/>
                <a:gd name="connsiteX732" fmla="*/ 265265 w 2017827"/>
                <a:gd name="connsiteY732" fmla="*/ 709691 h 1505806"/>
                <a:gd name="connsiteX733" fmla="*/ 259813 w 2017827"/>
                <a:gd name="connsiteY733" fmla="*/ 709758 h 1505806"/>
                <a:gd name="connsiteX734" fmla="*/ 250457 w 2017827"/>
                <a:gd name="connsiteY734" fmla="*/ 710801 h 1505806"/>
                <a:gd name="connsiteX735" fmla="*/ 243626 w 2017827"/>
                <a:gd name="connsiteY735" fmla="*/ 710801 h 1505806"/>
                <a:gd name="connsiteX736" fmla="*/ 238510 w 2017827"/>
                <a:gd name="connsiteY736" fmla="*/ 709186 h 1505806"/>
                <a:gd name="connsiteX737" fmla="*/ 234471 w 2017827"/>
                <a:gd name="connsiteY737" fmla="*/ 704948 h 1505806"/>
                <a:gd name="connsiteX738" fmla="*/ 233933 w 2017827"/>
                <a:gd name="connsiteY738" fmla="*/ 702559 h 1505806"/>
                <a:gd name="connsiteX739" fmla="*/ 234270 w 2017827"/>
                <a:gd name="connsiteY739" fmla="*/ 698523 h 1505806"/>
                <a:gd name="connsiteX740" fmla="*/ 235246 w 2017827"/>
                <a:gd name="connsiteY740" fmla="*/ 691021 h 1505806"/>
                <a:gd name="connsiteX741" fmla="*/ 236558 w 2017827"/>
                <a:gd name="connsiteY741" fmla="*/ 688733 h 1505806"/>
                <a:gd name="connsiteX742" fmla="*/ 237871 w 2017827"/>
                <a:gd name="connsiteY742" fmla="*/ 685369 h 1505806"/>
                <a:gd name="connsiteX743" fmla="*/ 237770 w 2017827"/>
                <a:gd name="connsiteY743" fmla="*/ 682443 h 1505806"/>
                <a:gd name="connsiteX744" fmla="*/ 237332 w 2017827"/>
                <a:gd name="connsiteY744" fmla="*/ 677868 h 1505806"/>
                <a:gd name="connsiteX745" fmla="*/ 236255 w 2017827"/>
                <a:gd name="connsiteY745" fmla="*/ 673629 h 1505806"/>
                <a:gd name="connsiteX746" fmla="*/ 233327 w 2017827"/>
                <a:gd name="connsiteY746" fmla="*/ 670703 h 1505806"/>
                <a:gd name="connsiteX747" fmla="*/ 230298 w 2017827"/>
                <a:gd name="connsiteY747" fmla="*/ 668852 h 1505806"/>
                <a:gd name="connsiteX748" fmla="*/ 227370 w 2017827"/>
                <a:gd name="connsiteY748" fmla="*/ 667776 h 1505806"/>
                <a:gd name="connsiteX749" fmla="*/ 224644 w 2017827"/>
                <a:gd name="connsiteY749" fmla="*/ 667675 h 1505806"/>
                <a:gd name="connsiteX750" fmla="*/ 221615 w 2017827"/>
                <a:gd name="connsiteY750" fmla="*/ 668112 h 1505806"/>
                <a:gd name="connsiteX751" fmla="*/ 220303 w 2017827"/>
                <a:gd name="connsiteY751" fmla="*/ 670299 h 1505806"/>
                <a:gd name="connsiteX752" fmla="*/ 218115 w 2017827"/>
                <a:gd name="connsiteY752" fmla="*/ 672687 h 1505806"/>
                <a:gd name="connsiteX753" fmla="*/ 216163 w 2017827"/>
                <a:gd name="connsiteY753" fmla="*/ 673562 h 1505806"/>
                <a:gd name="connsiteX754" fmla="*/ 213000 w 2017827"/>
                <a:gd name="connsiteY754" fmla="*/ 674437 h 1505806"/>
                <a:gd name="connsiteX755" fmla="*/ 207884 w 2017827"/>
                <a:gd name="connsiteY755" fmla="*/ 674874 h 1505806"/>
                <a:gd name="connsiteX756" fmla="*/ 203004 w 2017827"/>
                <a:gd name="connsiteY756" fmla="*/ 674874 h 1505806"/>
                <a:gd name="connsiteX757" fmla="*/ 198865 w 2017827"/>
                <a:gd name="connsiteY757" fmla="*/ 674100 h 1505806"/>
                <a:gd name="connsiteX758" fmla="*/ 191697 w 2017827"/>
                <a:gd name="connsiteY758" fmla="*/ 676724 h 1505806"/>
                <a:gd name="connsiteX759" fmla="*/ 189509 w 2017827"/>
                <a:gd name="connsiteY759" fmla="*/ 676926 h 1505806"/>
                <a:gd name="connsiteX760" fmla="*/ 184831 w 2017827"/>
                <a:gd name="connsiteY760" fmla="*/ 673226 h 1505806"/>
                <a:gd name="connsiteX761" fmla="*/ 182105 w 2017827"/>
                <a:gd name="connsiteY761" fmla="*/ 670501 h 1505806"/>
                <a:gd name="connsiteX762" fmla="*/ 178639 w 2017827"/>
                <a:gd name="connsiteY762" fmla="*/ 667036 h 1505806"/>
                <a:gd name="connsiteX763" fmla="*/ 177225 w 2017827"/>
                <a:gd name="connsiteY763" fmla="*/ 664984 h 1505806"/>
                <a:gd name="connsiteX764" fmla="*/ 175172 w 2017827"/>
                <a:gd name="connsiteY764" fmla="*/ 662932 h 1505806"/>
                <a:gd name="connsiteX765" fmla="*/ 173119 w 2017827"/>
                <a:gd name="connsiteY765" fmla="*/ 660005 h 1505806"/>
                <a:gd name="connsiteX766" fmla="*/ 171706 w 2017827"/>
                <a:gd name="connsiteY766" fmla="*/ 659231 h 1505806"/>
                <a:gd name="connsiteX767" fmla="*/ 168980 w 2017827"/>
                <a:gd name="connsiteY767" fmla="*/ 658357 h 1505806"/>
                <a:gd name="connsiteX768" fmla="*/ 167364 w 2017827"/>
                <a:gd name="connsiteY768" fmla="*/ 658895 h 1505806"/>
                <a:gd name="connsiteX769" fmla="*/ 164436 w 2017827"/>
                <a:gd name="connsiteY769" fmla="*/ 661082 h 1505806"/>
                <a:gd name="connsiteX770" fmla="*/ 162585 w 2017827"/>
                <a:gd name="connsiteY770" fmla="*/ 663369 h 1505806"/>
                <a:gd name="connsiteX771" fmla="*/ 162148 w 2017827"/>
                <a:gd name="connsiteY771" fmla="*/ 666531 h 1505806"/>
                <a:gd name="connsiteX772" fmla="*/ 163124 w 2017827"/>
                <a:gd name="connsiteY772" fmla="*/ 670332 h 1505806"/>
                <a:gd name="connsiteX773" fmla="*/ 161946 w 2017827"/>
                <a:gd name="connsiteY773" fmla="*/ 674033 h 1505806"/>
                <a:gd name="connsiteX774" fmla="*/ 160633 w 2017827"/>
                <a:gd name="connsiteY774" fmla="*/ 675883 h 1505806"/>
                <a:gd name="connsiteX775" fmla="*/ 158042 w 2017827"/>
                <a:gd name="connsiteY775" fmla="*/ 676926 h 1505806"/>
                <a:gd name="connsiteX776" fmla="*/ 152624 w 2017827"/>
                <a:gd name="connsiteY776" fmla="*/ 676959 h 1505806"/>
                <a:gd name="connsiteX777" fmla="*/ 149023 w 2017827"/>
                <a:gd name="connsiteY777" fmla="*/ 676959 h 1505806"/>
                <a:gd name="connsiteX778" fmla="*/ 145220 w 2017827"/>
                <a:gd name="connsiteY778" fmla="*/ 676959 h 1505806"/>
                <a:gd name="connsiteX779" fmla="*/ 142056 w 2017827"/>
                <a:gd name="connsiteY779" fmla="*/ 677834 h 1505806"/>
                <a:gd name="connsiteX780" fmla="*/ 139027 w 2017827"/>
                <a:gd name="connsiteY780" fmla="*/ 679348 h 1505806"/>
                <a:gd name="connsiteX781" fmla="*/ 136638 w 2017827"/>
                <a:gd name="connsiteY781" fmla="*/ 680862 h 1505806"/>
                <a:gd name="connsiteX782" fmla="*/ 133037 w 2017827"/>
                <a:gd name="connsiteY782" fmla="*/ 683351 h 1505806"/>
                <a:gd name="connsiteX783" fmla="*/ 127921 w 2017827"/>
                <a:gd name="connsiteY783" fmla="*/ 684764 h 1505806"/>
                <a:gd name="connsiteX784" fmla="*/ 123883 w 2017827"/>
                <a:gd name="connsiteY784" fmla="*/ 685403 h 1505806"/>
                <a:gd name="connsiteX785" fmla="*/ 120955 w 2017827"/>
                <a:gd name="connsiteY785" fmla="*/ 686177 h 1505806"/>
                <a:gd name="connsiteX786" fmla="*/ 117051 w 2017827"/>
                <a:gd name="connsiteY786" fmla="*/ 686816 h 1505806"/>
                <a:gd name="connsiteX787" fmla="*/ 113046 w 2017827"/>
                <a:gd name="connsiteY787" fmla="*/ 686816 h 1505806"/>
                <a:gd name="connsiteX788" fmla="*/ 109243 w 2017827"/>
                <a:gd name="connsiteY788" fmla="*/ 686614 h 1505806"/>
                <a:gd name="connsiteX789" fmla="*/ 104666 w 2017827"/>
                <a:gd name="connsiteY789" fmla="*/ 684764 h 1505806"/>
                <a:gd name="connsiteX790" fmla="*/ 100863 w 2017827"/>
                <a:gd name="connsiteY790" fmla="*/ 683149 h 1505806"/>
                <a:gd name="connsiteX791" fmla="*/ 97161 w 2017827"/>
                <a:gd name="connsiteY791" fmla="*/ 683048 h 1505806"/>
                <a:gd name="connsiteX792" fmla="*/ 94132 w 2017827"/>
                <a:gd name="connsiteY792" fmla="*/ 681972 h 1505806"/>
                <a:gd name="connsiteX793" fmla="*/ 90766 w 2017827"/>
                <a:gd name="connsiteY793" fmla="*/ 681972 h 1505806"/>
                <a:gd name="connsiteX794" fmla="*/ 85550 w 2017827"/>
                <a:gd name="connsiteY794" fmla="*/ 684091 h 1505806"/>
                <a:gd name="connsiteX795" fmla="*/ 82184 w 2017827"/>
                <a:gd name="connsiteY795" fmla="*/ 685571 h 1505806"/>
                <a:gd name="connsiteX796" fmla="*/ 78146 w 2017827"/>
                <a:gd name="connsiteY796" fmla="*/ 688733 h 1505806"/>
                <a:gd name="connsiteX797" fmla="*/ 74780 w 2017827"/>
                <a:gd name="connsiteY797" fmla="*/ 691458 h 1505806"/>
                <a:gd name="connsiteX798" fmla="*/ 70877 w 2017827"/>
                <a:gd name="connsiteY798" fmla="*/ 694822 h 1505806"/>
                <a:gd name="connsiteX799" fmla="*/ 68252 w 2017827"/>
                <a:gd name="connsiteY799" fmla="*/ 697009 h 1505806"/>
                <a:gd name="connsiteX800" fmla="*/ 65088 w 2017827"/>
                <a:gd name="connsiteY800" fmla="*/ 700373 h 1505806"/>
                <a:gd name="connsiteX801" fmla="*/ 63674 w 2017827"/>
                <a:gd name="connsiteY801" fmla="*/ 702559 h 1505806"/>
                <a:gd name="connsiteX802" fmla="*/ 63035 w 2017827"/>
                <a:gd name="connsiteY802" fmla="*/ 705183 h 1505806"/>
                <a:gd name="connsiteX803" fmla="*/ 62261 w 2017827"/>
                <a:gd name="connsiteY803" fmla="*/ 708446 h 1505806"/>
                <a:gd name="connsiteX804" fmla="*/ 62160 w 2017827"/>
                <a:gd name="connsiteY804" fmla="*/ 712046 h 1505806"/>
                <a:gd name="connsiteX805" fmla="*/ 61521 w 2017827"/>
                <a:gd name="connsiteY805" fmla="*/ 714636 h 1505806"/>
                <a:gd name="connsiteX806" fmla="*/ 61420 w 2017827"/>
                <a:gd name="connsiteY806" fmla="*/ 718673 h 1505806"/>
                <a:gd name="connsiteX807" fmla="*/ 60545 w 2017827"/>
                <a:gd name="connsiteY807" fmla="*/ 722474 h 1505806"/>
                <a:gd name="connsiteX808" fmla="*/ 58795 w 2017827"/>
                <a:gd name="connsiteY808" fmla="*/ 725199 h 1505806"/>
                <a:gd name="connsiteX809" fmla="*/ 57482 w 2017827"/>
                <a:gd name="connsiteY809" fmla="*/ 727486 h 1505806"/>
                <a:gd name="connsiteX810" fmla="*/ 54891 w 2017827"/>
                <a:gd name="connsiteY810" fmla="*/ 729673 h 1505806"/>
                <a:gd name="connsiteX811" fmla="*/ 52703 w 2017827"/>
                <a:gd name="connsiteY811" fmla="*/ 731086 h 1505806"/>
                <a:gd name="connsiteX812" fmla="*/ 50078 w 2017827"/>
                <a:gd name="connsiteY812" fmla="*/ 732499 h 1505806"/>
                <a:gd name="connsiteX813" fmla="*/ 48025 w 2017827"/>
                <a:gd name="connsiteY813" fmla="*/ 734012 h 1505806"/>
                <a:gd name="connsiteX814" fmla="*/ 45299 w 2017827"/>
                <a:gd name="connsiteY814" fmla="*/ 735963 h 1505806"/>
                <a:gd name="connsiteX815" fmla="*/ 43448 w 2017827"/>
                <a:gd name="connsiteY815" fmla="*/ 737814 h 1505806"/>
                <a:gd name="connsiteX816" fmla="*/ 40520 w 2017827"/>
                <a:gd name="connsiteY816" fmla="*/ 737814 h 1505806"/>
                <a:gd name="connsiteX817" fmla="*/ 36717 w 2017827"/>
                <a:gd name="connsiteY817" fmla="*/ 739428 h 1505806"/>
                <a:gd name="connsiteX818" fmla="*/ 33453 w 2017827"/>
                <a:gd name="connsiteY818" fmla="*/ 739428 h 1505806"/>
                <a:gd name="connsiteX819" fmla="*/ 30962 w 2017827"/>
                <a:gd name="connsiteY819" fmla="*/ 740236 h 1505806"/>
                <a:gd name="connsiteX820" fmla="*/ 26621 w 2017827"/>
                <a:gd name="connsiteY820" fmla="*/ 740067 h 1505806"/>
                <a:gd name="connsiteX821" fmla="*/ 24332 w 2017827"/>
                <a:gd name="connsiteY821" fmla="*/ 740067 h 1505806"/>
                <a:gd name="connsiteX822" fmla="*/ 19318 w 2017827"/>
                <a:gd name="connsiteY822" fmla="*/ 740841 h 1505806"/>
                <a:gd name="connsiteX823" fmla="*/ 15077 w 2017827"/>
                <a:gd name="connsiteY823" fmla="*/ 742490 h 1505806"/>
                <a:gd name="connsiteX824" fmla="*/ 11173 w 2017827"/>
                <a:gd name="connsiteY824" fmla="*/ 743902 h 1505806"/>
                <a:gd name="connsiteX825" fmla="*/ 7034 w 2017827"/>
                <a:gd name="connsiteY825" fmla="*/ 746526 h 1505806"/>
                <a:gd name="connsiteX826" fmla="*/ 6159 w 2017827"/>
                <a:gd name="connsiteY826" fmla="*/ 748578 h 1505806"/>
                <a:gd name="connsiteX827" fmla="*/ 8784 w 2017827"/>
                <a:gd name="connsiteY827" fmla="*/ 751942 h 1505806"/>
                <a:gd name="connsiteX828" fmla="*/ 12486 w 2017827"/>
                <a:gd name="connsiteY828" fmla="*/ 755104 h 1505806"/>
                <a:gd name="connsiteX829" fmla="*/ 16188 w 2017827"/>
                <a:gd name="connsiteY829" fmla="*/ 759007 h 1505806"/>
                <a:gd name="connsiteX830" fmla="*/ 17601 w 2017827"/>
                <a:gd name="connsiteY830" fmla="*/ 761395 h 1505806"/>
                <a:gd name="connsiteX831" fmla="*/ 21202 w 2017827"/>
                <a:gd name="connsiteY831" fmla="*/ 765533 h 1505806"/>
                <a:gd name="connsiteX832" fmla="*/ 21976 w 2017827"/>
                <a:gd name="connsiteY832" fmla="*/ 769569 h 1505806"/>
                <a:gd name="connsiteX833" fmla="*/ 20563 w 2017827"/>
                <a:gd name="connsiteY833" fmla="*/ 778047 h 1505806"/>
                <a:gd name="connsiteX834" fmla="*/ 20226 w 2017827"/>
                <a:gd name="connsiteY834" fmla="*/ 782050 h 1505806"/>
                <a:gd name="connsiteX835" fmla="*/ 20226 w 2017827"/>
                <a:gd name="connsiteY835" fmla="*/ 784438 h 1505806"/>
                <a:gd name="connsiteX836" fmla="*/ 22111 w 2017827"/>
                <a:gd name="connsiteY836" fmla="*/ 786187 h 1505806"/>
                <a:gd name="connsiteX837" fmla="*/ 25645 w 2017827"/>
                <a:gd name="connsiteY837" fmla="*/ 789350 h 1505806"/>
                <a:gd name="connsiteX838" fmla="*/ 27159 w 2017827"/>
                <a:gd name="connsiteY838" fmla="*/ 791637 h 1505806"/>
                <a:gd name="connsiteX839" fmla="*/ 27260 w 2017827"/>
                <a:gd name="connsiteY839" fmla="*/ 794463 h 1505806"/>
                <a:gd name="connsiteX840" fmla="*/ 26183 w 2017827"/>
                <a:gd name="connsiteY840" fmla="*/ 796212 h 1505806"/>
                <a:gd name="connsiteX841" fmla="*/ 23794 w 2017827"/>
                <a:gd name="connsiteY841" fmla="*/ 797726 h 1505806"/>
                <a:gd name="connsiteX842" fmla="*/ 21842 w 2017827"/>
                <a:gd name="connsiteY842" fmla="*/ 798365 h 1505806"/>
                <a:gd name="connsiteX843" fmla="*/ 18039 w 2017827"/>
                <a:gd name="connsiteY843" fmla="*/ 798264 h 1505806"/>
                <a:gd name="connsiteX844" fmla="*/ 16188 w 2017827"/>
                <a:gd name="connsiteY844" fmla="*/ 797524 h 1505806"/>
                <a:gd name="connsiteX845" fmla="*/ 14135 w 2017827"/>
                <a:gd name="connsiteY845" fmla="*/ 796885 h 1505806"/>
                <a:gd name="connsiteX846" fmla="*/ 12284 w 2017827"/>
                <a:gd name="connsiteY846" fmla="*/ 796885 h 1505806"/>
                <a:gd name="connsiteX847" fmla="*/ 11846 w 2017827"/>
                <a:gd name="connsiteY847" fmla="*/ 798769 h 1505806"/>
                <a:gd name="connsiteX848" fmla="*/ 10971 w 2017827"/>
                <a:gd name="connsiteY848" fmla="*/ 801426 h 1505806"/>
                <a:gd name="connsiteX849" fmla="*/ 8582 w 2017827"/>
                <a:gd name="connsiteY849" fmla="*/ 803377 h 1505806"/>
                <a:gd name="connsiteX850" fmla="*/ 6630 w 2017827"/>
                <a:gd name="connsiteY850" fmla="*/ 804252 h 1505806"/>
                <a:gd name="connsiteX851" fmla="*/ 3164 w 2017827"/>
                <a:gd name="connsiteY851" fmla="*/ 805564 h 1505806"/>
                <a:gd name="connsiteX852" fmla="*/ 774 w 2017827"/>
                <a:gd name="connsiteY852" fmla="*/ 807313 h 1505806"/>
                <a:gd name="connsiteX853" fmla="*/ 0 w 2017827"/>
                <a:gd name="connsiteY853" fmla="*/ 809802 h 1505806"/>
                <a:gd name="connsiteX854" fmla="*/ 538 w 2017827"/>
                <a:gd name="connsiteY854" fmla="*/ 812628 h 1505806"/>
                <a:gd name="connsiteX855" fmla="*/ 1178 w 2017827"/>
                <a:gd name="connsiteY855" fmla="*/ 816968 h 1505806"/>
                <a:gd name="connsiteX856" fmla="*/ 2793 w 2017827"/>
                <a:gd name="connsiteY856" fmla="*/ 819457 h 1505806"/>
                <a:gd name="connsiteX857" fmla="*/ 5183 w 2017827"/>
                <a:gd name="connsiteY857" fmla="*/ 821206 h 1505806"/>
                <a:gd name="connsiteX858" fmla="*/ 8885 w 2017827"/>
                <a:gd name="connsiteY858" fmla="*/ 827497 h 1505806"/>
                <a:gd name="connsiteX859" fmla="*/ 9524 w 2017827"/>
                <a:gd name="connsiteY859" fmla="*/ 830524 h 1505806"/>
                <a:gd name="connsiteX860" fmla="*/ 13866 w 2017827"/>
                <a:gd name="connsiteY860" fmla="*/ 836176 h 1505806"/>
                <a:gd name="connsiteX861" fmla="*/ 15044 w 2017827"/>
                <a:gd name="connsiteY861" fmla="*/ 839977 h 1505806"/>
                <a:gd name="connsiteX862" fmla="*/ 17231 w 2017827"/>
                <a:gd name="connsiteY862" fmla="*/ 844014 h 1505806"/>
                <a:gd name="connsiteX863" fmla="*/ 19856 w 2017827"/>
                <a:gd name="connsiteY863" fmla="*/ 847378 h 1505806"/>
                <a:gd name="connsiteX864" fmla="*/ 20395 w 2017827"/>
                <a:gd name="connsiteY864" fmla="*/ 848152 h 1505806"/>
                <a:gd name="connsiteX865" fmla="*/ 23121 w 2017827"/>
                <a:gd name="connsiteY865" fmla="*/ 849026 h 1505806"/>
                <a:gd name="connsiteX866" fmla="*/ 26486 w 2017827"/>
                <a:gd name="connsiteY866" fmla="*/ 849228 h 1505806"/>
                <a:gd name="connsiteX867" fmla="*/ 29852 w 2017827"/>
                <a:gd name="connsiteY867" fmla="*/ 848690 h 1505806"/>
                <a:gd name="connsiteX868" fmla="*/ 32443 w 2017827"/>
                <a:gd name="connsiteY868" fmla="*/ 847378 h 1505806"/>
                <a:gd name="connsiteX869" fmla="*/ 32443 w 2017827"/>
                <a:gd name="connsiteY869" fmla="*/ 846941 h 1505806"/>
                <a:gd name="connsiteX870" fmla="*/ 34395 w 2017827"/>
                <a:gd name="connsiteY870" fmla="*/ 846167 h 1505806"/>
                <a:gd name="connsiteX871" fmla="*/ 35607 w 2017827"/>
                <a:gd name="connsiteY871" fmla="*/ 845292 h 1505806"/>
                <a:gd name="connsiteX872" fmla="*/ 37121 w 2017827"/>
                <a:gd name="connsiteY872" fmla="*/ 844216 h 1505806"/>
                <a:gd name="connsiteX873" fmla="*/ 39309 w 2017827"/>
                <a:gd name="connsiteY873" fmla="*/ 842803 h 1505806"/>
                <a:gd name="connsiteX874" fmla="*/ 41496 w 2017827"/>
                <a:gd name="connsiteY874" fmla="*/ 842366 h 1505806"/>
                <a:gd name="connsiteX875" fmla="*/ 44660 w 2017827"/>
                <a:gd name="connsiteY875" fmla="*/ 842029 h 1505806"/>
                <a:gd name="connsiteX876" fmla="*/ 47150 w 2017827"/>
                <a:gd name="connsiteY876" fmla="*/ 842029 h 1505806"/>
                <a:gd name="connsiteX877" fmla="*/ 50616 w 2017827"/>
                <a:gd name="connsiteY877" fmla="*/ 842029 h 1505806"/>
                <a:gd name="connsiteX878" fmla="*/ 53443 w 2017827"/>
                <a:gd name="connsiteY878" fmla="*/ 843711 h 1505806"/>
                <a:gd name="connsiteX879" fmla="*/ 54218 w 2017827"/>
                <a:gd name="connsiteY879" fmla="*/ 846705 h 1505806"/>
                <a:gd name="connsiteX880" fmla="*/ 59872 w 2017827"/>
                <a:gd name="connsiteY880" fmla="*/ 848993 h 1505806"/>
                <a:gd name="connsiteX881" fmla="*/ 62799 w 2017827"/>
                <a:gd name="connsiteY881" fmla="*/ 848993 h 1505806"/>
                <a:gd name="connsiteX882" fmla="*/ 64751 w 2017827"/>
                <a:gd name="connsiteY882" fmla="*/ 848993 h 1505806"/>
                <a:gd name="connsiteX883" fmla="*/ 66602 w 2017827"/>
                <a:gd name="connsiteY883" fmla="*/ 851549 h 1505806"/>
                <a:gd name="connsiteX884" fmla="*/ 68992 w 2017827"/>
                <a:gd name="connsiteY884" fmla="*/ 853870 h 1505806"/>
                <a:gd name="connsiteX885" fmla="*/ 72593 w 2017827"/>
                <a:gd name="connsiteY885" fmla="*/ 856158 h 1505806"/>
                <a:gd name="connsiteX886" fmla="*/ 76295 w 2017827"/>
                <a:gd name="connsiteY886" fmla="*/ 858109 h 1505806"/>
                <a:gd name="connsiteX887" fmla="*/ 81309 w 2017827"/>
                <a:gd name="connsiteY887" fmla="*/ 862011 h 1505806"/>
                <a:gd name="connsiteX888" fmla="*/ 84473 w 2017827"/>
                <a:gd name="connsiteY888" fmla="*/ 865712 h 1505806"/>
                <a:gd name="connsiteX889" fmla="*/ 86223 w 2017827"/>
                <a:gd name="connsiteY889" fmla="*/ 868638 h 1505806"/>
                <a:gd name="connsiteX890" fmla="*/ 86560 w 2017827"/>
                <a:gd name="connsiteY890" fmla="*/ 870690 h 1505806"/>
                <a:gd name="connsiteX891" fmla="*/ 86358 w 2017827"/>
                <a:gd name="connsiteY891" fmla="*/ 875904 h 1505806"/>
                <a:gd name="connsiteX892" fmla="*/ 86358 w 2017827"/>
                <a:gd name="connsiteY892" fmla="*/ 877956 h 1505806"/>
                <a:gd name="connsiteX893" fmla="*/ 86358 w 2017827"/>
                <a:gd name="connsiteY893" fmla="*/ 881085 h 1505806"/>
                <a:gd name="connsiteX894" fmla="*/ 86358 w 2017827"/>
                <a:gd name="connsiteY894" fmla="*/ 883910 h 1505806"/>
                <a:gd name="connsiteX895" fmla="*/ 86459 w 2017827"/>
                <a:gd name="connsiteY895" fmla="*/ 886938 h 1505806"/>
                <a:gd name="connsiteX896" fmla="*/ 85382 w 2017827"/>
                <a:gd name="connsiteY896" fmla="*/ 889125 h 1505806"/>
                <a:gd name="connsiteX897" fmla="*/ 83766 w 2017827"/>
                <a:gd name="connsiteY897" fmla="*/ 892152 h 1505806"/>
                <a:gd name="connsiteX898" fmla="*/ 82252 w 2017827"/>
                <a:gd name="connsiteY898" fmla="*/ 894204 h 1505806"/>
                <a:gd name="connsiteX899" fmla="*/ 81175 w 2017827"/>
                <a:gd name="connsiteY899" fmla="*/ 897232 h 1505806"/>
                <a:gd name="connsiteX900" fmla="*/ 80535 w 2017827"/>
                <a:gd name="connsiteY900" fmla="*/ 899519 h 1505806"/>
                <a:gd name="connsiteX901" fmla="*/ 80098 w 2017827"/>
                <a:gd name="connsiteY901" fmla="*/ 904296 h 1505806"/>
                <a:gd name="connsiteX902" fmla="*/ 79761 w 2017827"/>
                <a:gd name="connsiteY902" fmla="*/ 907122 h 1505806"/>
                <a:gd name="connsiteX903" fmla="*/ 79324 w 2017827"/>
                <a:gd name="connsiteY903" fmla="*/ 911125 h 1505806"/>
                <a:gd name="connsiteX904" fmla="*/ 78348 w 2017827"/>
                <a:gd name="connsiteY904" fmla="*/ 913951 h 1505806"/>
                <a:gd name="connsiteX905" fmla="*/ 77708 w 2017827"/>
                <a:gd name="connsiteY905" fmla="*/ 915801 h 1505806"/>
                <a:gd name="connsiteX906" fmla="*/ 77708 w 2017827"/>
                <a:gd name="connsiteY906" fmla="*/ 917853 h 1505806"/>
                <a:gd name="connsiteX907" fmla="*/ 77338 w 2017827"/>
                <a:gd name="connsiteY907" fmla="*/ 920578 h 1505806"/>
                <a:gd name="connsiteX908" fmla="*/ 76833 w 2017827"/>
                <a:gd name="connsiteY908" fmla="*/ 923504 h 1505806"/>
                <a:gd name="connsiteX909" fmla="*/ 76497 w 2017827"/>
                <a:gd name="connsiteY909" fmla="*/ 926330 h 1505806"/>
                <a:gd name="connsiteX910" fmla="*/ 75622 w 2017827"/>
                <a:gd name="connsiteY910" fmla="*/ 928517 h 1505806"/>
                <a:gd name="connsiteX911" fmla="*/ 75285 w 2017827"/>
                <a:gd name="connsiteY911" fmla="*/ 931342 h 1505806"/>
                <a:gd name="connsiteX912" fmla="*/ 75083 w 2017827"/>
                <a:gd name="connsiteY912" fmla="*/ 934505 h 1505806"/>
                <a:gd name="connsiteX913" fmla="*/ 75285 w 2017827"/>
                <a:gd name="connsiteY913" fmla="*/ 939382 h 1505806"/>
                <a:gd name="connsiteX914" fmla="*/ 75925 w 2017827"/>
                <a:gd name="connsiteY914" fmla="*/ 941872 h 1505806"/>
                <a:gd name="connsiteX915" fmla="*/ 75925 w 2017827"/>
                <a:gd name="connsiteY915" fmla="*/ 944596 h 1505806"/>
                <a:gd name="connsiteX916" fmla="*/ 80064 w 2017827"/>
                <a:gd name="connsiteY916" fmla="*/ 948297 h 1505806"/>
                <a:gd name="connsiteX917" fmla="*/ 82454 w 2017827"/>
                <a:gd name="connsiteY917" fmla="*/ 953074 h 1505806"/>
                <a:gd name="connsiteX918" fmla="*/ 82454 w 2017827"/>
                <a:gd name="connsiteY918" fmla="*/ 956236 h 1505806"/>
                <a:gd name="connsiteX919" fmla="*/ 82117 w 2017827"/>
                <a:gd name="connsiteY919" fmla="*/ 958086 h 1505806"/>
                <a:gd name="connsiteX920" fmla="*/ 80704 w 2017827"/>
                <a:gd name="connsiteY920" fmla="*/ 960138 h 1505806"/>
                <a:gd name="connsiteX921" fmla="*/ 78314 w 2017827"/>
                <a:gd name="connsiteY921" fmla="*/ 962089 h 1505806"/>
                <a:gd name="connsiteX922" fmla="*/ 77237 w 2017827"/>
                <a:gd name="connsiteY922" fmla="*/ 963065 h 1505806"/>
                <a:gd name="connsiteX923" fmla="*/ 75386 w 2017827"/>
                <a:gd name="connsiteY923" fmla="*/ 964578 h 1505806"/>
                <a:gd name="connsiteX924" fmla="*/ 73636 w 2017827"/>
                <a:gd name="connsiteY924" fmla="*/ 967202 h 1505806"/>
                <a:gd name="connsiteX925" fmla="*/ 72189 w 2017827"/>
                <a:gd name="connsiteY925" fmla="*/ 969389 h 1505806"/>
                <a:gd name="connsiteX926" fmla="*/ 70574 w 2017827"/>
                <a:gd name="connsiteY926" fmla="*/ 971239 h 1505806"/>
                <a:gd name="connsiteX927" fmla="*/ 69598 w 2017827"/>
                <a:gd name="connsiteY927" fmla="*/ 972450 h 1505806"/>
                <a:gd name="connsiteX928" fmla="*/ 69295 w 2017827"/>
                <a:gd name="connsiteY928" fmla="*/ 974939 h 1505806"/>
                <a:gd name="connsiteX929" fmla="*/ 69497 w 2017827"/>
                <a:gd name="connsiteY929" fmla="*/ 978404 h 1505806"/>
                <a:gd name="connsiteX930" fmla="*/ 70910 w 2017827"/>
                <a:gd name="connsiteY930" fmla="*/ 982407 h 1505806"/>
                <a:gd name="connsiteX931" fmla="*/ 72526 w 2017827"/>
                <a:gd name="connsiteY931" fmla="*/ 985132 h 1505806"/>
                <a:gd name="connsiteX932" fmla="*/ 72862 w 2017827"/>
                <a:gd name="connsiteY932" fmla="*/ 989270 h 1505806"/>
                <a:gd name="connsiteX933" fmla="*/ 74276 w 2017827"/>
                <a:gd name="connsiteY933" fmla="*/ 991658 h 1505806"/>
                <a:gd name="connsiteX934" fmla="*/ 74915 w 2017827"/>
                <a:gd name="connsiteY934" fmla="*/ 994585 h 1505806"/>
                <a:gd name="connsiteX935" fmla="*/ 75151 w 2017827"/>
                <a:gd name="connsiteY935" fmla="*/ 998184 h 1505806"/>
                <a:gd name="connsiteX936" fmla="*/ 75487 w 2017827"/>
                <a:gd name="connsiteY936" fmla="*/ 1003028 h 1505806"/>
                <a:gd name="connsiteX937" fmla="*/ 75050 w 2017827"/>
                <a:gd name="connsiteY937" fmla="*/ 1004912 h 1505806"/>
                <a:gd name="connsiteX938" fmla="*/ 72458 w 2017827"/>
                <a:gd name="connsiteY938" fmla="*/ 1007738 h 1505806"/>
                <a:gd name="connsiteX939" fmla="*/ 69732 w 2017827"/>
                <a:gd name="connsiteY939" fmla="*/ 1008814 h 1505806"/>
                <a:gd name="connsiteX940" fmla="*/ 67343 w 2017827"/>
                <a:gd name="connsiteY940" fmla="*/ 1010126 h 1505806"/>
                <a:gd name="connsiteX941" fmla="*/ 64617 w 2017827"/>
                <a:gd name="connsiteY941" fmla="*/ 1011102 h 1505806"/>
                <a:gd name="connsiteX942" fmla="*/ 61790 w 2017827"/>
                <a:gd name="connsiteY942" fmla="*/ 1011539 h 1505806"/>
                <a:gd name="connsiteX943" fmla="*/ 60477 w 2017827"/>
                <a:gd name="connsiteY943" fmla="*/ 1011977 h 1505806"/>
                <a:gd name="connsiteX944" fmla="*/ 57011 w 2017827"/>
                <a:gd name="connsiteY944" fmla="*/ 1012414 h 1505806"/>
                <a:gd name="connsiteX945" fmla="*/ 51996 w 2017827"/>
                <a:gd name="connsiteY945" fmla="*/ 1011977 h 1505806"/>
                <a:gd name="connsiteX946" fmla="*/ 48732 w 2017827"/>
                <a:gd name="connsiteY946" fmla="*/ 1011775 h 1505806"/>
                <a:gd name="connsiteX947" fmla="*/ 47217 w 2017827"/>
                <a:gd name="connsiteY947" fmla="*/ 1011438 h 1505806"/>
                <a:gd name="connsiteX948" fmla="*/ 43414 w 2017827"/>
                <a:gd name="connsiteY948" fmla="*/ 1010799 h 1505806"/>
                <a:gd name="connsiteX949" fmla="*/ 39712 w 2017827"/>
                <a:gd name="connsiteY949" fmla="*/ 1008512 h 1505806"/>
                <a:gd name="connsiteX950" fmla="*/ 37861 w 2017827"/>
                <a:gd name="connsiteY950" fmla="*/ 1006998 h 1505806"/>
                <a:gd name="connsiteX951" fmla="*/ 34698 w 2017827"/>
                <a:gd name="connsiteY951" fmla="*/ 1005148 h 1505806"/>
                <a:gd name="connsiteX952" fmla="*/ 31433 w 2017827"/>
                <a:gd name="connsiteY952" fmla="*/ 1003399 h 1505806"/>
                <a:gd name="connsiteX953" fmla="*/ 27630 w 2017827"/>
                <a:gd name="connsiteY953" fmla="*/ 1003399 h 1505806"/>
                <a:gd name="connsiteX954" fmla="*/ 23188 w 2017827"/>
                <a:gd name="connsiteY954" fmla="*/ 1004475 h 1505806"/>
                <a:gd name="connsiteX955" fmla="*/ 20899 w 2017827"/>
                <a:gd name="connsiteY955" fmla="*/ 1004475 h 1505806"/>
                <a:gd name="connsiteX956" fmla="*/ 19149 w 2017827"/>
                <a:gd name="connsiteY956" fmla="*/ 1005451 h 1505806"/>
                <a:gd name="connsiteX957" fmla="*/ 16962 w 2017827"/>
                <a:gd name="connsiteY957" fmla="*/ 1007402 h 1505806"/>
                <a:gd name="connsiteX958" fmla="*/ 13596 w 2017827"/>
                <a:gd name="connsiteY958" fmla="*/ 1009588 h 1505806"/>
                <a:gd name="connsiteX959" fmla="*/ 12520 w 2017827"/>
                <a:gd name="connsiteY959" fmla="*/ 1011640 h 1505806"/>
                <a:gd name="connsiteX960" fmla="*/ 12318 w 2017827"/>
                <a:gd name="connsiteY960" fmla="*/ 1015004 h 1505806"/>
                <a:gd name="connsiteX961" fmla="*/ 11745 w 2017827"/>
                <a:gd name="connsiteY961" fmla="*/ 1018805 h 1505806"/>
                <a:gd name="connsiteX962" fmla="*/ 11779 w 2017827"/>
                <a:gd name="connsiteY962" fmla="*/ 1023784 h 1505806"/>
                <a:gd name="connsiteX963" fmla="*/ 12755 w 2017827"/>
                <a:gd name="connsiteY963" fmla="*/ 1026173 h 1505806"/>
                <a:gd name="connsiteX964" fmla="*/ 17197 w 2017827"/>
                <a:gd name="connsiteY964" fmla="*/ 1027922 h 1505806"/>
                <a:gd name="connsiteX965" fmla="*/ 21101 w 2017827"/>
                <a:gd name="connsiteY965" fmla="*/ 1027922 h 1505806"/>
                <a:gd name="connsiteX966" fmla="*/ 25577 w 2017827"/>
                <a:gd name="connsiteY966" fmla="*/ 1026509 h 1505806"/>
                <a:gd name="connsiteX967" fmla="*/ 29380 w 2017827"/>
                <a:gd name="connsiteY967" fmla="*/ 1026173 h 1505806"/>
                <a:gd name="connsiteX968" fmla="*/ 33621 w 2017827"/>
                <a:gd name="connsiteY968" fmla="*/ 1029637 h 1505806"/>
                <a:gd name="connsiteX969" fmla="*/ 37525 w 2017827"/>
                <a:gd name="connsiteY969" fmla="*/ 1033338 h 1505806"/>
                <a:gd name="connsiteX970" fmla="*/ 40352 w 2017827"/>
                <a:gd name="connsiteY970" fmla="*/ 1042017 h 1505806"/>
                <a:gd name="connsiteX971" fmla="*/ 42842 w 2017827"/>
                <a:gd name="connsiteY971" fmla="*/ 1043632 h 1505806"/>
                <a:gd name="connsiteX972" fmla="*/ 49809 w 2017827"/>
                <a:gd name="connsiteY972" fmla="*/ 1044170 h 1505806"/>
                <a:gd name="connsiteX973" fmla="*/ 54689 w 2017827"/>
                <a:gd name="connsiteY973" fmla="*/ 1044170 h 1505806"/>
                <a:gd name="connsiteX974" fmla="*/ 58054 w 2017827"/>
                <a:gd name="connsiteY974" fmla="*/ 1044170 h 1505806"/>
                <a:gd name="connsiteX975" fmla="*/ 64886 w 2017827"/>
                <a:gd name="connsiteY975" fmla="*/ 1045784 h 1505806"/>
                <a:gd name="connsiteX976" fmla="*/ 68588 w 2017827"/>
                <a:gd name="connsiteY976" fmla="*/ 1047197 h 1505806"/>
                <a:gd name="connsiteX977" fmla="*/ 73704 w 2017827"/>
                <a:gd name="connsiteY977" fmla="*/ 1051335 h 1505806"/>
                <a:gd name="connsiteX978" fmla="*/ 73704 w 2017827"/>
                <a:gd name="connsiteY978" fmla="*/ 1053185 h 1505806"/>
                <a:gd name="connsiteX979" fmla="*/ 78482 w 2017827"/>
                <a:gd name="connsiteY979" fmla="*/ 1057525 h 1505806"/>
                <a:gd name="connsiteX980" fmla="*/ 81511 w 2017827"/>
                <a:gd name="connsiteY980" fmla="*/ 1060552 h 1505806"/>
                <a:gd name="connsiteX981" fmla="*/ 83564 w 2017827"/>
                <a:gd name="connsiteY981" fmla="*/ 1063277 h 1505806"/>
                <a:gd name="connsiteX982" fmla="*/ 85213 w 2017827"/>
                <a:gd name="connsiteY982" fmla="*/ 1065329 h 1505806"/>
                <a:gd name="connsiteX983" fmla="*/ 84776 w 2017827"/>
                <a:gd name="connsiteY983" fmla="*/ 1068693 h 1505806"/>
                <a:gd name="connsiteX984" fmla="*/ 83564 w 2017827"/>
                <a:gd name="connsiteY984" fmla="*/ 1074244 h 1505806"/>
                <a:gd name="connsiteX985" fmla="*/ 81949 w 2017827"/>
                <a:gd name="connsiteY985" fmla="*/ 1076195 h 1505806"/>
                <a:gd name="connsiteX986" fmla="*/ 79458 w 2017827"/>
                <a:gd name="connsiteY986" fmla="*/ 1077944 h 1505806"/>
                <a:gd name="connsiteX987" fmla="*/ 79458 w 2017827"/>
                <a:gd name="connsiteY987" fmla="*/ 1080972 h 1505806"/>
                <a:gd name="connsiteX988" fmla="*/ 81511 w 2017827"/>
                <a:gd name="connsiteY988" fmla="*/ 1083461 h 1505806"/>
                <a:gd name="connsiteX989" fmla="*/ 87805 w 2017827"/>
                <a:gd name="connsiteY989" fmla="*/ 1083461 h 1505806"/>
                <a:gd name="connsiteX990" fmla="*/ 94973 w 2017827"/>
                <a:gd name="connsiteY990" fmla="*/ 1085210 h 1505806"/>
                <a:gd name="connsiteX991" fmla="*/ 99012 w 2017827"/>
                <a:gd name="connsiteY991" fmla="*/ 1087397 h 1505806"/>
                <a:gd name="connsiteX992" fmla="*/ 103050 w 2017827"/>
                <a:gd name="connsiteY992" fmla="*/ 1090424 h 1505806"/>
                <a:gd name="connsiteX993" fmla="*/ 106517 w 2017827"/>
                <a:gd name="connsiteY993" fmla="*/ 1094326 h 1505806"/>
                <a:gd name="connsiteX994" fmla="*/ 109445 w 2017827"/>
                <a:gd name="connsiteY994" fmla="*/ 1097791 h 1505806"/>
                <a:gd name="connsiteX995" fmla="*/ 110320 w 2017827"/>
                <a:gd name="connsiteY995" fmla="*/ 1102030 h 1505806"/>
                <a:gd name="connsiteX996" fmla="*/ 112171 w 2017827"/>
                <a:gd name="connsiteY996" fmla="*/ 1106706 h 1505806"/>
                <a:gd name="connsiteX997" fmla="*/ 114224 w 2017827"/>
                <a:gd name="connsiteY997" fmla="*/ 1111920 h 1505806"/>
                <a:gd name="connsiteX998" fmla="*/ 116849 w 2017827"/>
                <a:gd name="connsiteY998" fmla="*/ 1120734 h 1505806"/>
                <a:gd name="connsiteX999" fmla="*/ 117825 w 2017827"/>
                <a:gd name="connsiteY999" fmla="*/ 1127798 h 1505806"/>
                <a:gd name="connsiteX1000" fmla="*/ 117623 w 2017827"/>
                <a:gd name="connsiteY1000" fmla="*/ 1132137 h 1505806"/>
                <a:gd name="connsiteX1001" fmla="*/ 116411 w 2017827"/>
                <a:gd name="connsiteY1001" fmla="*/ 1137150 h 1505806"/>
                <a:gd name="connsiteX1002" fmla="*/ 115099 w 2017827"/>
                <a:gd name="connsiteY1002" fmla="*/ 1141287 h 1505806"/>
                <a:gd name="connsiteX1003" fmla="*/ 112272 w 2017827"/>
                <a:gd name="connsiteY1003" fmla="*/ 1145862 h 1505806"/>
                <a:gd name="connsiteX1004" fmla="*/ 111935 w 2017827"/>
                <a:gd name="connsiteY1004" fmla="*/ 1149025 h 1505806"/>
                <a:gd name="connsiteX1005" fmla="*/ 111296 w 2017827"/>
                <a:gd name="connsiteY1005" fmla="*/ 1154340 h 1505806"/>
                <a:gd name="connsiteX1006" fmla="*/ 109781 w 2017827"/>
                <a:gd name="connsiteY1006" fmla="*/ 1159217 h 1505806"/>
                <a:gd name="connsiteX1007" fmla="*/ 105877 w 2017827"/>
                <a:gd name="connsiteY1007" fmla="*/ 1162682 h 1505806"/>
                <a:gd name="connsiteX1008" fmla="*/ 99786 w 2017827"/>
                <a:gd name="connsiteY1008" fmla="*/ 1169511 h 1505806"/>
                <a:gd name="connsiteX1009" fmla="*/ 99786 w 2017827"/>
                <a:gd name="connsiteY1009" fmla="*/ 1171260 h 1505806"/>
                <a:gd name="connsiteX1010" fmla="*/ 99786 w 2017827"/>
                <a:gd name="connsiteY1010" fmla="*/ 1175163 h 1505806"/>
                <a:gd name="connsiteX1011" fmla="*/ 101469 w 2017827"/>
                <a:gd name="connsiteY1011" fmla="*/ 1177786 h 1505806"/>
                <a:gd name="connsiteX1012" fmla="*/ 105339 w 2017827"/>
                <a:gd name="connsiteY1012" fmla="*/ 1179973 h 1505806"/>
                <a:gd name="connsiteX1013" fmla="*/ 110454 w 2017827"/>
                <a:gd name="connsiteY1013" fmla="*/ 1183438 h 1505806"/>
                <a:gd name="connsiteX1014" fmla="*/ 113382 w 2017827"/>
                <a:gd name="connsiteY1014" fmla="*/ 1187340 h 1505806"/>
                <a:gd name="connsiteX1015" fmla="*/ 113180 w 2017827"/>
                <a:gd name="connsiteY1015" fmla="*/ 1191242 h 1505806"/>
                <a:gd name="connsiteX1016" fmla="*/ 112305 w 2017827"/>
                <a:gd name="connsiteY1016" fmla="*/ 1195918 h 1505806"/>
                <a:gd name="connsiteX1017" fmla="*/ 112945 w 2017827"/>
                <a:gd name="connsiteY1017" fmla="*/ 1199820 h 1505806"/>
                <a:gd name="connsiteX1018" fmla="*/ 113921 w 2017827"/>
                <a:gd name="connsiteY1018" fmla="*/ 1202108 h 1505806"/>
                <a:gd name="connsiteX1019" fmla="*/ 114560 w 2017827"/>
                <a:gd name="connsiteY1019" fmla="*/ 1205135 h 1505806"/>
                <a:gd name="connsiteX1020" fmla="*/ 119238 w 2017827"/>
                <a:gd name="connsiteY1020" fmla="*/ 1205135 h 1505806"/>
                <a:gd name="connsiteX1021" fmla="*/ 124354 w 2017827"/>
                <a:gd name="connsiteY1021" fmla="*/ 1205405 h 1505806"/>
                <a:gd name="connsiteX1022" fmla="*/ 128258 w 2017827"/>
                <a:gd name="connsiteY1022" fmla="*/ 1205775 h 1505806"/>
                <a:gd name="connsiteX1023" fmla="*/ 131421 w 2017827"/>
                <a:gd name="connsiteY1023" fmla="*/ 1207288 h 1505806"/>
                <a:gd name="connsiteX1024" fmla="*/ 134787 w 2017827"/>
                <a:gd name="connsiteY1024" fmla="*/ 1208701 h 1505806"/>
                <a:gd name="connsiteX1025" fmla="*/ 136301 w 2017827"/>
                <a:gd name="connsiteY1025" fmla="*/ 1207625 h 1505806"/>
                <a:gd name="connsiteX1026" fmla="*/ 140642 w 2017827"/>
                <a:gd name="connsiteY1026" fmla="*/ 1205135 h 1505806"/>
                <a:gd name="connsiteX1027" fmla="*/ 145859 w 2017827"/>
                <a:gd name="connsiteY1027" fmla="*/ 1205135 h 1505806"/>
                <a:gd name="connsiteX1028" fmla="*/ 149325 w 2017827"/>
                <a:gd name="connsiteY1028" fmla="*/ 1205135 h 1505806"/>
                <a:gd name="connsiteX1029" fmla="*/ 151917 w 2017827"/>
                <a:gd name="connsiteY1029" fmla="*/ 1207154 h 1505806"/>
                <a:gd name="connsiteX1030" fmla="*/ 152354 w 2017827"/>
                <a:gd name="connsiteY1030" fmla="*/ 1210450 h 1505806"/>
                <a:gd name="connsiteX1031" fmla="*/ 151917 w 2017827"/>
                <a:gd name="connsiteY1031" fmla="*/ 1214050 h 1505806"/>
                <a:gd name="connsiteX1032" fmla="*/ 151479 w 2017827"/>
                <a:gd name="connsiteY1032" fmla="*/ 1218625 h 1505806"/>
                <a:gd name="connsiteX1033" fmla="*/ 150941 w 2017827"/>
                <a:gd name="connsiteY1033" fmla="*/ 1224276 h 1505806"/>
                <a:gd name="connsiteX1034" fmla="*/ 151479 w 2017827"/>
                <a:gd name="connsiteY1034" fmla="*/ 1228717 h 1505806"/>
                <a:gd name="connsiteX1035" fmla="*/ 154946 w 2017827"/>
                <a:gd name="connsiteY1035" fmla="*/ 1233494 h 1505806"/>
                <a:gd name="connsiteX1036" fmla="*/ 162653 w 2017827"/>
                <a:gd name="connsiteY1036" fmla="*/ 1240020 h 1505806"/>
                <a:gd name="connsiteX1037" fmla="*/ 169821 w 2017827"/>
                <a:gd name="connsiteY1037" fmla="*/ 1246647 h 1505806"/>
                <a:gd name="connsiteX1038" fmla="*/ 177864 w 2017827"/>
                <a:gd name="connsiteY1038" fmla="*/ 1251659 h 1505806"/>
                <a:gd name="connsiteX1039" fmla="*/ 190485 w 2017827"/>
                <a:gd name="connsiteY1039" fmla="*/ 1259060 h 1505806"/>
                <a:gd name="connsiteX1040" fmla="*/ 198528 w 2017827"/>
                <a:gd name="connsiteY1040" fmla="*/ 1266561 h 1505806"/>
                <a:gd name="connsiteX1041" fmla="*/ 208322 w 2017827"/>
                <a:gd name="connsiteY1041" fmla="*/ 1271675 h 1505806"/>
                <a:gd name="connsiteX1042" fmla="*/ 215288 w 2017827"/>
                <a:gd name="connsiteY1042" fmla="*/ 1275039 h 1505806"/>
                <a:gd name="connsiteX1043" fmla="*/ 221716 w 2017827"/>
                <a:gd name="connsiteY1043" fmla="*/ 1278739 h 1505806"/>
                <a:gd name="connsiteX1044" fmla="*/ 226832 w 2017827"/>
                <a:gd name="connsiteY1044" fmla="*/ 1282002 h 1505806"/>
                <a:gd name="connsiteX1045" fmla="*/ 230635 w 2017827"/>
                <a:gd name="connsiteY1045" fmla="*/ 1283280 h 1505806"/>
                <a:gd name="connsiteX1046" fmla="*/ 235649 w 2017827"/>
                <a:gd name="connsiteY1046" fmla="*/ 1283314 h 1505806"/>
                <a:gd name="connsiteX1047" fmla="*/ 239553 w 2017827"/>
                <a:gd name="connsiteY1047" fmla="*/ 1283314 h 1505806"/>
                <a:gd name="connsiteX1048" fmla="*/ 243895 w 2017827"/>
                <a:gd name="connsiteY1048" fmla="*/ 1283314 h 1505806"/>
                <a:gd name="connsiteX1049" fmla="*/ 246823 w 2017827"/>
                <a:gd name="connsiteY1049" fmla="*/ 1284727 h 1505806"/>
                <a:gd name="connsiteX1050" fmla="*/ 249010 w 2017827"/>
                <a:gd name="connsiteY1050" fmla="*/ 1287452 h 1505806"/>
                <a:gd name="connsiteX1051" fmla="*/ 249650 w 2017827"/>
                <a:gd name="connsiteY1051" fmla="*/ 1288629 h 1505806"/>
                <a:gd name="connsiteX1052" fmla="*/ 253688 w 2017827"/>
                <a:gd name="connsiteY1052" fmla="*/ 1288629 h 1505806"/>
                <a:gd name="connsiteX1053" fmla="*/ 257390 w 2017827"/>
                <a:gd name="connsiteY1053" fmla="*/ 1288629 h 1505806"/>
                <a:gd name="connsiteX1054" fmla="*/ 261530 w 2017827"/>
                <a:gd name="connsiteY1054" fmla="*/ 1290277 h 1505806"/>
                <a:gd name="connsiteX1055" fmla="*/ 269371 w 2017827"/>
                <a:gd name="connsiteY1055" fmla="*/ 1295592 h 1505806"/>
                <a:gd name="connsiteX1056" fmla="*/ 270516 w 2017827"/>
                <a:gd name="connsiteY1056" fmla="*/ 1295592 h 1505806"/>
                <a:gd name="connsiteX1057" fmla="*/ 268496 w 2017827"/>
                <a:gd name="connsiteY1057" fmla="*/ 1299797 h 1505806"/>
                <a:gd name="connsiteX1058" fmla="*/ 266746 w 2017827"/>
                <a:gd name="connsiteY1058" fmla="*/ 1301378 h 1505806"/>
                <a:gd name="connsiteX1059" fmla="*/ 262674 w 2017827"/>
                <a:gd name="connsiteY1059" fmla="*/ 1305449 h 1505806"/>
                <a:gd name="connsiteX1060" fmla="*/ 259477 w 2017827"/>
                <a:gd name="connsiteY1060" fmla="*/ 1305449 h 1505806"/>
                <a:gd name="connsiteX1061" fmla="*/ 257155 w 2017827"/>
                <a:gd name="connsiteY1061" fmla="*/ 1309486 h 1505806"/>
                <a:gd name="connsiteX1062" fmla="*/ 254530 w 2017827"/>
                <a:gd name="connsiteY1062" fmla="*/ 1312109 h 1505806"/>
                <a:gd name="connsiteX1063" fmla="*/ 254530 w 2017827"/>
                <a:gd name="connsiteY1063" fmla="*/ 1315574 h 1505806"/>
                <a:gd name="connsiteX1064" fmla="*/ 254530 w 2017827"/>
                <a:gd name="connsiteY1064" fmla="*/ 1320789 h 1505806"/>
                <a:gd name="connsiteX1065" fmla="*/ 254530 w 2017827"/>
                <a:gd name="connsiteY1065" fmla="*/ 1323984 h 1505806"/>
                <a:gd name="connsiteX1066" fmla="*/ 257458 w 2017827"/>
                <a:gd name="connsiteY1066" fmla="*/ 1328896 h 1505806"/>
                <a:gd name="connsiteX1067" fmla="*/ 259174 w 2017827"/>
                <a:gd name="connsiteY1067" fmla="*/ 1330645 h 1505806"/>
                <a:gd name="connsiteX1068" fmla="*/ 261799 w 2017827"/>
                <a:gd name="connsiteY1068" fmla="*/ 1336431 h 1505806"/>
                <a:gd name="connsiteX1069" fmla="*/ 261496 w 2017827"/>
                <a:gd name="connsiteY1069" fmla="*/ 1340501 h 1505806"/>
                <a:gd name="connsiteX1070" fmla="*/ 261799 w 2017827"/>
                <a:gd name="connsiteY1070" fmla="*/ 1343394 h 1505806"/>
                <a:gd name="connsiteX1071" fmla="*/ 262943 w 2017827"/>
                <a:gd name="connsiteY1071" fmla="*/ 1348911 h 1505806"/>
                <a:gd name="connsiteX1072" fmla="*/ 262371 w 2017827"/>
                <a:gd name="connsiteY1072" fmla="*/ 1352982 h 1505806"/>
                <a:gd name="connsiteX1073" fmla="*/ 262068 w 2017827"/>
                <a:gd name="connsiteY1073" fmla="*/ 1355471 h 1505806"/>
                <a:gd name="connsiteX1074" fmla="*/ 260049 w 2017827"/>
                <a:gd name="connsiteY1074" fmla="*/ 1357893 h 1505806"/>
                <a:gd name="connsiteX1075" fmla="*/ 257458 w 2017827"/>
                <a:gd name="connsiteY1075" fmla="*/ 1361358 h 1505806"/>
                <a:gd name="connsiteX1076" fmla="*/ 257458 w 2017827"/>
                <a:gd name="connsiteY1076" fmla="*/ 1363982 h 1505806"/>
                <a:gd name="connsiteX1077" fmla="*/ 260655 w 2017827"/>
                <a:gd name="connsiteY1077" fmla="*/ 1369499 h 1505806"/>
                <a:gd name="connsiteX1078" fmla="*/ 261799 w 2017827"/>
                <a:gd name="connsiteY1078" fmla="*/ 1372123 h 1505806"/>
                <a:gd name="connsiteX1079" fmla="*/ 265265 w 2017827"/>
                <a:gd name="connsiteY1079" fmla="*/ 1378480 h 1505806"/>
                <a:gd name="connsiteX1080" fmla="*/ 267285 w 2017827"/>
                <a:gd name="connsiteY1080" fmla="*/ 1382248 h 1505806"/>
                <a:gd name="connsiteX1081" fmla="*/ 273376 w 2017827"/>
                <a:gd name="connsiteY1081" fmla="*/ 1388606 h 1505806"/>
                <a:gd name="connsiteX1082" fmla="*/ 278896 w 2017827"/>
                <a:gd name="connsiteY1082" fmla="*/ 1391230 h 1505806"/>
                <a:gd name="connsiteX1083" fmla="*/ 284684 w 2017827"/>
                <a:gd name="connsiteY1083" fmla="*/ 1394426 h 1505806"/>
                <a:gd name="connsiteX1084" fmla="*/ 293670 w 2017827"/>
                <a:gd name="connsiteY1084" fmla="*/ 1402533 h 1505806"/>
                <a:gd name="connsiteX1085" fmla="*/ 301209 w 2017827"/>
                <a:gd name="connsiteY1085" fmla="*/ 1408050 h 1505806"/>
                <a:gd name="connsiteX1086" fmla="*/ 304675 w 2017827"/>
                <a:gd name="connsiteY1086" fmla="*/ 1411515 h 1505806"/>
                <a:gd name="connsiteX1087" fmla="*/ 308141 w 2017827"/>
                <a:gd name="connsiteY1087" fmla="*/ 1416426 h 1505806"/>
                <a:gd name="connsiteX1088" fmla="*/ 313930 w 2017827"/>
                <a:gd name="connsiteY1088" fmla="*/ 1421943 h 1505806"/>
                <a:gd name="connsiteX1089" fmla="*/ 317127 w 2017827"/>
                <a:gd name="connsiteY1089" fmla="*/ 1425139 h 1505806"/>
                <a:gd name="connsiteX1090" fmla="*/ 317127 w 2017827"/>
                <a:gd name="connsiteY1090" fmla="*/ 1428604 h 1505806"/>
                <a:gd name="connsiteX1091" fmla="*/ 317800 w 2017827"/>
                <a:gd name="connsiteY1091" fmla="*/ 1429310 h 1505806"/>
                <a:gd name="connsiteX1092" fmla="*/ 317868 w 2017827"/>
                <a:gd name="connsiteY1092" fmla="*/ 1428705 h 1505806"/>
                <a:gd name="connsiteX1093" fmla="*/ 322882 w 2017827"/>
                <a:gd name="connsiteY1093" fmla="*/ 1428805 h 1505806"/>
                <a:gd name="connsiteX1094" fmla="*/ 327998 w 2017827"/>
                <a:gd name="connsiteY1094" fmla="*/ 1427729 h 1505806"/>
                <a:gd name="connsiteX1095" fmla="*/ 334964 w 2017827"/>
                <a:gd name="connsiteY1095" fmla="*/ 1427527 h 1505806"/>
                <a:gd name="connsiteX1096" fmla="*/ 339003 w 2017827"/>
                <a:gd name="connsiteY1096" fmla="*/ 1427426 h 1505806"/>
                <a:gd name="connsiteX1097" fmla="*/ 344219 w 2017827"/>
                <a:gd name="connsiteY1097" fmla="*/ 1427763 h 1505806"/>
                <a:gd name="connsiteX1098" fmla="*/ 347585 w 2017827"/>
                <a:gd name="connsiteY1098" fmla="*/ 1426249 h 1505806"/>
                <a:gd name="connsiteX1099" fmla="*/ 350412 w 2017827"/>
                <a:gd name="connsiteY1099" fmla="*/ 1424197 h 1505806"/>
                <a:gd name="connsiteX1100" fmla="*/ 355291 w 2017827"/>
                <a:gd name="connsiteY1100" fmla="*/ 1421472 h 1505806"/>
                <a:gd name="connsiteX1101" fmla="*/ 359734 w 2017827"/>
                <a:gd name="connsiteY1101" fmla="*/ 1417334 h 1505806"/>
                <a:gd name="connsiteX1102" fmla="*/ 362998 w 2017827"/>
                <a:gd name="connsiteY1102" fmla="*/ 1417334 h 1505806"/>
                <a:gd name="connsiteX1103" fmla="*/ 367676 w 2017827"/>
                <a:gd name="connsiteY1103" fmla="*/ 1416460 h 1505806"/>
                <a:gd name="connsiteX1104" fmla="*/ 371277 w 2017827"/>
                <a:gd name="connsiteY1104" fmla="*/ 1417334 h 1505806"/>
                <a:gd name="connsiteX1105" fmla="*/ 375518 w 2017827"/>
                <a:gd name="connsiteY1105" fmla="*/ 1417435 h 1505806"/>
                <a:gd name="connsiteX1106" fmla="*/ 388239 w 2017827"/>
                <a:gd name="connsiteY1106" fmla="*/ 1416729 h 1505806"/>
                <a:gd name="connsiteX1107" fmla="*/ 394331 w 2017827"/>
                <a:gd name="connsiteY1107" fmla="*/ 1416729 h 1505806"/>
                <a:gd name="connsiteX1108" fmla="*/ 397797 w 2017827"/>
                <a:gd name="connsiteY1108" fmla="*/ 1411885 h 1505806"/>
                <a:gd name="connsiteX1109" fmla="*/ 400961 w 2017827"/>
                <a:gd name="connsiteY1109" fmla="*/ 1408723 h 1505806"/>
                <a:gd name="connsiteX1110" fmla="*/ 404966 w 2017827"/>
                <a:gd name="connsiteY1110" fmla="*/ 1405123 h 1505806"/>
                <a:gd name="connsiteX1111" fmla="*/ 409745 w 2017827"/>
                <a:gd name="connsiteY1111" fmla="*/ 1405123 h 1505806"/>
                <a:gd name="connsiteX1112" fmla="*/ 413110 w 2017827"/>
                <a:gd name="connsiteY1112" fmla="*/ 1404417 h 1505806"/>
                <a:gd name="connsiteX1113" fmla="*/ 421052 w 2017827"/>
                <a:gd name="connsiteY1113" fmla="*/ 1404047 h 1505806"/>
                <a:gd name="connsiteX1114" fmla="*/ 425394 w 2017827"/>
                <a:gd name="connsiteY1114" fmla="*/ 1400683 h 1505806"/>
                <a:gd name="connsiteX1115" fmla="*/ 427245 w 2017827"/>
                <a:gd name="connsiteY1115" fmla="*/ 1398059 h 1505806"/>
                <a:gd name="connsiteX1116" fmla="*/ 431485 w 2017827"/>
                <a:gd name="connsiteY1116" fmla="*/ 1393719 h 1505806"/>
                <a:gd name="connsiteX1117" fmla="*/ 434312 w 2017827"/>
                <a:gd name="connsiteY1117" fmla="*/ 1392407 h 1505806"/>
                <a:gd name="connsiteX1118" fmla="*/ 439192 w 2017827"/>
                <a:gd name="connsiteY1118" fmla="*/ 1389783 h 1505806"/>
                <a:gd name="connsiteX1119" fmla="*/ 440505 w 2017827"/>
                <a:gd name="connsiteY1119" fmla="*/ 1386083 h 1505806"/>
                <a:gd name="connsiteX1120" fmla="*/ 442356 w 2017827"/>
                <a:gd name="connsiteY1120" fmla="*/ 1384670 h 1505806"/>
                <a:gd name="connsiteX1121" fmla="*/ 444981 w 2017827"/>
                <a:gd name="connsiteY1121" fmla="*/ 1383594 h 1505806"/>
                <a:gd name="connsiteX1122" fmla="*/ 448885 w 2017827"/>
                <a:gd name="connsiteY1122" fmla="*/ 1381643 h 1505806"/>
                <a:gd name="connsiteX1123" fmla="*/ 450938 w 2017827"/>
                <a:gd name="connsiteY1123" fmla="*/ 1380432 h 1505806"/>
                <a:gd name="connsiteX1124" fmla="*/ 454539 w 2017827"/>
                <a:gd name="connsiteY1124" fmla="*/ 1377606 h 1505806"/>
                <a:gd name="connsiteX1125" fmla="*/ 455313 w 2017827"/>
                <a:gd name="connsiteY1125" fmla="*/ 1376395 h 1505806"/>
                <a:gd name="connsiteX1126" fmla="*/ 455649 w 2017827"/>
                <a:gd name="connsiteY1126" fmla="*/ 1374208 h 1505806"/>
                <a:gd name="connsiteX1127" fmla="*/ 454539 w 2017827"/>
                <a:gd name="connsiteY1127" fmla="*/ 1371181 h 1505806"/>
                <a:gd name="connsiteX1128" fmla="*/ 454539 w 2017827"/>
                <a:gd name="connsiteY1128" fmla="*/ 1367379 h 1505806"/>
                <a:gd name="connsiteX1129" fmla="*/ 454976 w 2017827"/>
                <a:gd name="connsiteY1129" fmla="*/ 1364991 h 1505806"/>
                <a:gd name="connsiteX1130" fmla="*/ 457029 w 2017827"/>
                <a:gd name="connsiteY1130" fmla="*/ 1361963 h 1505806"/>
                <a:gd name="connsiteX1131" fmla="*/ 459520 w 2017827"/>
                <a:gd name="connsiteY1131" fmla="*/ 1360450 h 1505806"/>
                <a:gd name="connsiteX1132" fmla="*/ 463121 w 2017827"/>
                <a:gd name="connsiteY1132" fmla="*/ 1359676 h 1505806"/>
                <a:gd name="connsiteX1133" fmla="*/ 466486 w 2017827"/>
                <a:gd name="connsiteY1133" fmla="*/ 1358599 h 1505806"/>
                <a:gd name="connsiteX1134" fmla="*/ 470525 w 2017827"/>
                <a:gd name="connsiteY1134" fmla="*/ 1357086 h 1505806"/>
                <a:gd name="connsiteX1135" fmla="*/ 473554 w 2017827"/>
                <a:gd name="connsiteY1135" fmla="*/ 1356547 h 1505806"/>
                <a:gd name="connsiteX1136" fmla="*/ 476717 w 2017827"/>
                <a:gd name="connsiteY1136" fmla="*/ 1355673 h 1505806"/>
                <a:gd name="connsiteX1137" fmla="*/ 479746 w 2017827"/>
                <a:gd name="connsiteY1137" fmla="*/ 1356446 h 1505806"/>
                <a:gd name="connsiteX1138" fmla="*/ 482136 w 2017827"/>
                <a:gd name="connsiteY1138" fmla="*/ 1356446 h 1505806"/>
                <a:gd name="connsiteX1139" fmla="*/ 484963 w 2017827"/>
                <a:gd name="connsiteY1139" fmla="*/ 1357052 h 1505806"/>
                <a:gd name="connsiteX1140" fmla="*/ 485737 w 2017827"/>
                <a:gd name="connsiteY1140" fmla="*/ 1358734 h 1505806"/>
                <a:gd name="connsiteX1141" fmla="*/ 486275 w 2017827"/>
                <a:gd name="connsiteY1141" fmla="*/ 1360786 h 1505806"/>
                <a:gd name="connsiteX1142" fmla="*/ 489001 w 2017827"/>
                <a:gd name="connsiteY1142" fmla="*/ 1363612 h 1505806"/>
                <a:gd name="connsiteX1143" fmla="*/ 492602 w 2017827"/>
                <a:gd name="connsiteY1143" fmla="*/ 1365899 h 1505806"/>
                <a:gd name="connsiteX1144" fmla="*/ 496843 w 2017827"/>
                <a:gd name="connsiteY1144" fmla="*/ 1369162 h 1505806"/>
                <a:gd name="connsiteX1145" fmla="*/ 501184 w 2017827"/>
                <a:gd name="connsiteY1145" fmla="*/ 1372762 h 1505806"/>
                <a:gd name="connsiteX1146" fmla="*/ 506300 w 2017827"/>
                <a:gd name="connsiteY1146" fmla="*/ 1376126 h 1505806"/>
                <a:gd name="connsiteX1147" fmla="*/ 509328 w 2017827"/>
                <a:gd name="connsiteY1147" fmla="*/ 1379052 h 1505806"/>
                <a:gd name="connsiteX1148" fmla="*/ 516295 w 2017827"/>
                <a:gd name="connsiteY1148" fmla="*/ 1384267 h 1505806"/>
                <a:gd name="connsiteX1149" fmla="*/ 518482 w 2017827"/>
                <a:gd name="connsiteY1149" fmla="*/ 1384267 h 1505806"/>
                <a:gd name="connsiteX1150" fmla="*/ 521747 w 2017827"/>
                <a:gd name="connsiteY1150" fmla="*/ 1383728 h 1505806"/>
                <a:gd name="connsiteX1151" fmla="*/ 522959 w 2017827"/>
                <a:gd name="connsiteY1151" fmla="*/ 1383089 h 1505806"/>
                <a:gd name="connsiteX1152" fmla="*/ 525887 w 2017827"/>
                <a:gd name="connsiteY1152" fmla="*/ 1382114 h 1505806"/>
                <a:gd name="connsiteX1153" fmla="*/ 526526 w 2017827"/>
                <a:gd name="connsiteY1153" fmla="*/ 1381340 h 1505806"/>
                <a:gd name="connsiteX1154" fmla="*/ 525853 w 2017827"/>
                <a:gd name="connsiteY1154" fmla="*/ 1378178 h 1505806"/>
                <a:gd name="connsiteX1155" fmla="*/ 525853 w 2017827"/>
                <a:gd name="connsiteY1155" fmla="*/ 1376866 h 1505806"/>
                <a:gd name="connsiteX1156" fmla="*/ 526728 w 2017827"/>
                <a:gd name="connsiteY1156" fmla="*/ 1375016 h 1505806"/>
                <a:gd name="connsiteX1157" fmla="*/ 529353 w 2017827"/>
                <a:gd name="connsiteY1157" fmla="*/ 1374780 h 1505806"/>
                <a:gd name="connsiteX1158" fmla="*/ 532516 w 2017827"/>
                <a:gd name="connsiteY1158" fmla="*/ 1377269 h 1505806"/>
                <a:gd name="connsiteX1159" fmla="*/ 535680 w 2017827"/>
                <a:gd name="connsiteY1159" fmla="*/ 1379994 h 1505806"/>
                <a:gd name="connsiteX1160" fmla="*/ 536319 w 2017827"/>
                <a:gd name="connsiteY1160" fmla="*/ 1381306 h 1505806"/>
                <a:gd name="connsiteX1161" fmla="*/ 542949 w 2017827"/>
                <a:gd name="connsiteY1161" fmla="*/ 1384468 h 1505806"/>
                <a:gd name="connsiteX1162" fmla="*/ 547964 w 2017827"/>
                <a:gd name="connsiteY1162" fmla="*/ 1385982 h 1505806"/>
                <a:gd name="connsiteX1163" fmla="*/ 551127 w 2017827"/>
                <a:gd name="connsiteY1163" fmla="*/ 1386318 h 1505806"/>
                <a:gd name="connsiteX1164" fmla="*/ 557757 w 2017827"/>
                <a:gd name="connsiteY1164" fmla="*/ 1388370 h 1505806"/>
                <a:gd name="connsiteX1165" fmla="*/ 561661 w 2017827"/>
                <a:gd name="connsiteY1165" fmla="*/ 1390658 h 1505806"/>
                <a:gd name="connsiteX1166" fmla="*/ 564387 w 2017827"/>
                <a:gd name="connsiteY1166" fmla="*/ 1394358 h 1505806"/>
                <a:gd name="connsiteX1167" fmla="*/ 565902 w 2017827"/>
                <a:gd name="connsiteY1167" fmla="*/ 1397285 h 1505806"/>
                <a:gd name="connsiteX1168" fmla="*/ 565902 w 2017827"/>
                <a:gd name="connsiteY1168" fmla="*/ 1401322 h 1505806"/>
                <a:gd name="connsiteX1169" fmla="*/ 571320 w 2017827"/>
                <a:gd name="connsiteY1169" fmla="*/ 1404147 h 1505806"/>
                <a:gd name="connsiteX1170" fmla="*/ 579027 w 2017827"/>
                <a:gd name="connsiteY1170" fmla="*/ 1404686 h 1505806"/>
                <a:gd name="connsiteX1171" fmla="*/ 583167 w 2017827"/>
                <a:gd name="connsiteY1171" fmla="*/ 1406872 h 1505806"/>
                <a:gd name="connsiteX1172" fmla="*/ 587609 w 2017827"/>
                <a:gd name="connsiteY1172" fmla="*/ 1406771 h 1505806"/>
                <a:gd name="connsiteX1173" fmla="*/ 591614 w 2017827"/>
                <a:gd name="connsiteY1173" fmla="*/ 1406670 h 1505806"/>
                <a:gd name="connsiteX1174" fmla="*/ 595854 w 2017827"/>
                <a:gd name="connsiteY1174" fmla="*/ 1406435 h 1505806"/>
                <a:gd name="connsiteX1175" fmla="*/ 599859 w 2017827"/>
                <a:gd name="connsiteY1175" fmla="*/ 1405998 h 1505806"/>
                <a:gd name="connsiteX1176" fmla="*/ 605951 w 2017827"/>
                <a:gd name="connsiteY1176" fmla="*/ 1405796 h 1505806"/>
                <a:gd name="connsiteX1177" fmla="*/ 610528 w 2017827"/>
                <a:gd name="connsiteY1177" fmla="*/ 1404484 h 1505806"/>
                <a:gd name="connsiteX1178" fmla="*/ 613018 w 2017827"/>
                <a:gd name="connsiteY1178" fmla="*/ 1403172 h 1505806"/>
                <a:gd name="connsiteX1179" fmla="*/ 614331 w 2017827"/>
                <a:gd name="connsiteY1179" fmla="*/ 1400884 h 1505806"/>
                <a:gd name="connsiteX1180" fmla="*/ 616821 w 2017827"/>
                <a:gd name="connsiteY1180" fmla="*/ 1397521 h 1505806"/>
                <a:gd name="connsiteX1181" fmla="*/ 618874 w 2017827"/>
                <a:gd name="connsiteY1181" fmla="*/ 1395233 h 1505806"/>
                <a:gd name="connsiteX1182" fmla="*/ 623451 w 2017827"/>
                <a:gd name="connsiteY1182" fmla="*/ 1393383 h 1505806"/>
                <a:gd name="connsiteX1183" fmla="*/ 625201 w 2017827"/>
                <a:gd name="connsiteY1183" fmla="*/ 1391533 h 1505806"/>
                <a:gd name="connsiteX1184" fmla="*/ 628028 w 2017827"/>
                <a:gd name="connsiteY1184" fmla="*/ 1391095 h 1505806"/>
                <a:gd name="connsiteX1185" fmla="*/ 632471 w 2017827"/>
                <a:gd name="connsiteY1185" fmla="*/ 1390322 h 1505806"/>
                <a:gd name="connsiteX1186" fmla="*/ 635197 w 2017827"/>
                <a:gd name="connsiteY1186" fmla="*/ 1389548 h 1505806"/>
                <a:gd name="connsiteX1187" fmla="*/ 637048 w 2017827"/>
                <a:gd name="connsiteY1187" fmla="*/ 1388572 h 1505806"/>
                <a:gd name="connsiteX1188" fmla="*/ 638663 w 2017827"/>
                <a:gd name="connsiteY1188" fmla="*/ 1388135 h 1505806"/>
                <a:gd name="connsiteX1189" fmla="*/ 641591 w 2017827"/>
                <a:gd name="connsiteY1189" fmla="*/ 1386924 h 1505806"/>
                <a:gd name="connsiteX1190" fmla="*/ 643105 w 2017827"/>
                <a:gd name="connsiteY1190" fmla="*/ 1386049 h 1505806"/>
                <a:gd name="connsiteX1191" fmla="*/ 644081 w 2017827"/>
                <a:gd name="connsiteY1191" fmla="*/ 1384838 h 1505806"/>
                <a:gd name="connsiteX1192" fmla="*/ 646572 w 2017827"/>
                <a:gd name="connsiteY1192" fmla="*/ 1382652 h 1505806"/>
                <a:gd name="connsiteX1193" fmla="*/ 647346 w 2017827"/>
                <a:gd name="connsiteY1193" fmla="*/ 1381777 h 1505806"/>
                <a:gd name="connsiteX1194" fmla="*/ 647110 w 2017827"/>
                <a:gd name="connsiteY1194" fmla="*/ 1380701 h 1505806"/>
                <a:gd name="connsiteX1195" fmla="*/ 644081 w 2017827"/>
                <a:gd name="connsiteY1195" fmla="*/ 1378110 h 1505806"/>
                <a:gd name="connsiteX1196" fmla="*/ 644081 w 2017827"/>
                <a:gd name="connsiteY1196" fmla="*/ 1376698 h 1505806"/>
                <a:gd name="connsiteX1197" fmla="*/ 645932 w 2017827"/>
                <a:gd name="connsiteY1197" fmla="*/ 1374410 h 1505806"/>
                <a:gd name="connsiteX1198" fmla="*/ 649399 w 2017827"/>
                <a:gd name="connsiteY1198" fmla="*/ 1374511 h 1505806"/>
                <a:gd name="connsiteX1199" fmla="*/ 653875 w 2017827"/>
                <a:gd name="connsiteY1199" fmla="*/ 1374511 h 1505806"/>
                <a:gd name="connsiteX1200" fmla="*/ 658654 w 2017827"/>
                <a:gd name="connsiteY1200" fmla="*/ 1374511 h 1505806"/>
                <a:gd name="connsiteX1201" fmla="*/ 663769 w 2017827"/>
                <a:gd name="connsiteY1201" fmla="*/ 1375049 h 1505806"/>
                <a:gd name="connsiteX1202" fmla="*/ 667471 w 2017827"/>
                <a:gd name="connsiteY1202" fmla="*/ 1376462 h 1505806"/>
                <a:gd name="connsiteX1203" fmla="*/ 669760 w 2017827"/>
                <a:gd name="connsiteY1203" fmla="*/ 1378211 h 1505806"/>
                <a:gd name="connsiteX1204" fmla="*/ 672587 w 2017827"/>
                <a:gd name="connsiteY1204" fmla="*/ 1380062 h 1505806"/>
                <a:gd name="connsiteX1205" fmla="*/ 673361 w 2017827"/>
                <a:gd name="connsiteY1205" fmla="*/ 1381138 h 1505806"/>
                <a:gd name="connsiteX1206" fmla="*/ 675986 w 2017827"/>
                <a:gd name="connsiteY1206" fmla="*/ 1384502 h 1505806"/>
                <a:gd name="connsiteX1207" fmla="*/ 679890 w 2017827"/>
                <a:gd name="connsiteY1207" fmla="*/ 1387126 h 1505806"/>
                <a:gd name="connsiteX1208" fmla="*/ 684568 w 2017827"/>
                <a:gd name="connsiteY1208" fmla="*/ 1388202 h 1505806"/>
                <a:gd name="connsiteX1209" fmla="*/ 687496 w 2017827"/>
                <a:gd name="connsiteY1209" fmla="*/ 1387866 h 1505806"/>
                <a:gd name="connsiteX1210" fmla="*/ 688472 w 2017827"/>
                <a:gd name="connsiteY1210" fmla="*/ 1386016 h 1505806"/>
                <a:gd name="connsiteX1211" fmla="*/ 689784 w 2017827"/>
                <a:gd name="connsiteY1211" fmla="*/ 1383829 h 1505806"/>
                <a:gd name="connsiteX1212" fmla="*/ 692275 w 2017827"/>
                <a:gd name="connsiteY1212" fmla="*/ 1382517 h 1505806"/>
                <a:gd name="connsiteX1213" fmla="*/ 695203 w 2017827"/>
                <a:gd name="connsiteY1213" fmla="*/ 1382517 h 1505806"/>
                <a:gd name="connsiteX1214" fmla="*/ 697794 w 2017827"/>
                <a:gd name="connsiteY1214" fmla="*/ 1383930 h 1505806"/>
                <a:gd name="connsiteX1215" fmla="*/ 702472 w 2017827"/>
                <a:gd name="connsiteY1215" fmla="*/ 1387529 h 1505806"/>
                <a:gd name="connsiteX1216" fmla="*/ 704862 w 2017827"/>
                <a:gd name="connsiteY1216" fmla="*/ 1389279 h 1505806"/>
                <a:gd name="connsiteX1217" fmla="*/ 705501 w 2017827"/>
                <a:gd name="connsiteY1217" fmla="*/ 1391465 h 1505806"/>
                <a:gd name="connsiteX1218" fmla="*/ 704963 w 2017827"/>
                <a:gd name="connsiteY1218" fmla="*/ 1395805 h 1505806"/>
                <a:gd name="connsiteX1219" fmla="*/ 704525 w 2017827"/>
                <a:gd name="connsiteY1219" fmla="*/ 1401120 h 1505806"/>
                <a:gd name="connsiteX1220" fmla="*/ 703213 w 2017827"/>
                <a:gd name="connsiteY1220" fmla="*/ 1404147 h 1505806"/>
                <a:gd name="connsiteX1221" fmla="*/ 703213 w 2017827"/>
                <a:gd name="connsiteY1221" fmla="*/ 1408184 h 1505806"/>
                <a:gd name="connsiteX1222" fmla="*/ 705501 w 2017827"/>
                <a:gd name="connsiteY1222" fmla="*/ 1411885 h 1505806"/>
                <a:gd name="connsiteX1223" fmla="*/ 706915 w 2017827"/>
                <a:gd name="connsiteY1223" fmla="*/ 1415686 h 1505806"/>
                <a:gd name="connsiteX1224" fmla="*/ 707554 w 2017827"/>
                <a:gd name="connsiteY1224" fmla="*/ 1418411 h 1505806"/>
                <a:gd name="connsiteX1225" fmla="*/ 709068 w 2017827"/>
                <a:gd name="connsiteY1225" fmla="*/ 1420261 h 1505806"/>
                <a:gd name="connsiteX1226" fmla="*/ 711256 w 2017827"/>
                <a:gd name="connsiteY1226" fmla="*/ 1421674 h 1505806"/>
                <a:gd name="connsiteX1227" fmla="*/ 713309 w 2017827"/>
                <a:gd name="connsiteY1227" fmla="*/ 1423524 h 1505806"/>
                <a:gd name="connsiteX1228" fmla="*/ 718525 w 2017827"/>
                <a:gd name="connsiteY1228" fmla="*/ 1425374 h 1505806"/>
                <a:gd name="connsiteX1229" fmla="*/ 722295 w 2017827"/>
                <a:gd name="connsiteY1229" fmla="*/ 1426787 h 1505806"/>
                <a:gd name="connsiteX1230" fmla="*/ 730439 w 2017827"/>
                <a:gd name="connsiteY1230" fmla="*/ 1427325 h 1505806"/>
                <a:gd name="connsiteX1231" fmla="*/ 734141 w 2017827"/>
                <a:gd name="connsiteY1231" fmla="*/ 1427426 h 1505806"/>
                <a:gd name="connsiteX1232" fmla="*/ 737069 w 2017827"/>
                <a:gd name="connsiteY1232" fmla="*/ 1427864 h 1505806"/>
                <a:gd name="connsiteX1233" fmla="*/ 741310 w 2017827"/>
                <a:gd name="connsiteY1233" fmla="*/ 1428637 h 1505806"/>
                <a:gd name="connsiteX1234" fmla="*/ 745011 w 2017827"/>
                <a:gd name="connsiteY1234" fmla="*/ 1431126 h 1505806"/>
                <a:gd name="connsiteX1235" fmla="*/ 746627 w 2017827"/>
                <a:gd name="connsiteY1235" fmla="*/ 1435466 h 1505806"/>
                <a:gd name="connsiteX1236" fmla="*/ 746627 w 2017827"/>
                <a:gd name="connsiteY1236" fmla="*/ 1438191 h 1505806"/>
                <a:gd name="connsiteX1237" fmla="*/ 753627 w 2017827"/>
                <a:gd name="connsiteY1237" fmla="*/ 1440142 h 1505806"/>
                <a:gd name="connsiteX1238" fmla="*/ 759113 w 2017827"/>
                <a:gd name="connsiteY1238" fmla="*/ 1440781 h 1505806"/>
                <a:gd name="connsiteX1239" fmla="*/ 768772 w 2017827"/>
                <a:gd name="connsiteY1239" fmla="*/ 1441319 h 1505806"/>
                <a:gd name="connsiteX1240" fmla="*/ 779205 w 2017827"/>
                <a:gd name="connsiteY1240" fmla="*/ 1441757 h 1505806"/>
                <a:gd name="connsiteX1241" fmla="*/ 783546 w 2017827"/>
                <a:gd name="connsiteY1241" fmla="*/ 1441521 h 1505806"/>
                <a:gd name="connsiteX1242" fmla="*/ 788224 w 2017827"/>
                <a:gd name="connsiteY1242" fmla="*/ 1441622 h 1505806"/>
                <a:gd name="connsiteX1243" fmla="*/ 793003 w 2017827"/>
                <a:gd name="connsiteY1243" fmla="*/ 1443035 h 1505806"/>
                <a:gd name="connsiteX1244" fmla="*/ 795931 w 2017827"/>
                <a:gd name="connsiteY1244" fmla="*/ 1444784 h 1505806"/>
                <a:gd name="connsiteX1245" fmla="*/ 798118 w 2017827"/>
                <a:gd name="connsiteY1245" fmla="*/ 1446533 h 1505806"/>
                <a:gd name="connsiteX1246" fmla="*/ 802460 w 2017827"/>
                <a:gd name="connsiteY1246" fmla="*/ 1448720 h 1505806"/>
                <a:gd name="connsiteX1247" fmla="*/ 805926 w 2017827"/>
                <a:gd name="connsiteY1247" fmla="*/ 1449494 h 1505806"/>
                <a:gd name="connsiteX1248" fmla="*/ 809965 w 2017827"/>
                <a:gd name="connsiteY1248" fmla="*/ 1449393 h 1505806"/>
                <a:gd name="connsiteX1249" fmla="*/ 813330 w 2017827"/>
                <a:gd name="connsiteY1249" fmla="*/ 1448955 h 1505806"/>
                <a:gd name="connsiteX1250" fmla="*/ 817907 w 2017827"/>
                <a:gd name="connsiteY1250" fmla="*/ 1448182 h 1505806"/>
                <a:gd name="connsiteX1251" fmla="*/ 821710 w 2017827"/>
                <a:gd name="connsiteY1251" fmla="*/ 1447744 h 1505806"/>
                <a:gd name="connsiteX1252" fmla="*/ 827129 w 2017827"/>
                <a:gd name="connsiteY1252" fmla="*/ 1446769 h 1505806"/>
                <a:gd name="connsiteX1253" fmla="*/ 832345 w 2017827"/>
                <a:gd name="connsiteY1253" fmla="*/ 1446769 h 1505806"/>
                <a:gd name="connsiteX1254" fmla="*/ 838100 w 2017827"/>
                <a:gd name="connsiteY1254" fmla="*/ 1447744 h 1505806"/>
                <a:gd name="connsiteX1255" fmla="*/ 841802 w 2017827"/>
                <a:gd name="connsiteY1255" fmla="*/ 1447408 h 1505806"/>
                <a:gd name="connsiteX1256" fmla="*/ 841802 w 2017827"/>
                <a:gd name="connsiteY1256" fmla="*/ 1445659 h 1505806"/>
                <a:gd name="connsiteX1257" fmla="*/ 839749 w 2017827"/>
                <a:gd name="connsiteY1257" fmla="*/ 1442631 h 1505806"/>
                <a:gd name="connsiteX1258" fmla="*/ 837562 w 2017827"/>
                <a:gd name="connsiteY1258" fmla="*/ 1440445 h 1505806"/>
                <a:gd name="connsiteX1259" fmla="*/ 839749 w 2017827"/>
                <a:gd name="connsiteY1259" fmla="*/ 1437518 h 1505806"/>
                <a:gd name="connsiteX1260" fmla="*/ 845067 w 2017827"/>
                <a:gd name="connsiteY1260" fmla="*/ 1437182 h 1505806"/>
                <a:gd name="connsiteX1261" fmla="*/ 852033 w 2017827"/>
                <a:gd name="connsiteY1261" fmla="*/ 1438157 h 1505806"/>
                <a:gd name="connsiteX1262" fmla="*/ 860952 w 2017827"/>
                <a:gd name="connsiteY1262" fmla="*/ 1439267 h 1505806"/>
                <a:gd name="connsiteX1263" fmla="*/ 870846 w 2017827"/>
                <a:gd name="connsiteY1263" fmla="*/ 1436542 h 1505806"/>
                <a:gd name="connsiteX1264" fmla="*/ 878788 w 2017827"/>
                <a:gd name="connsiteY1264" fmla="*/ 1436004 h 1505806"/>
                <a:gd name="connsiteX1265" fmla="*/ 886832 w 2017827"/>
                <a:gd name="connsiteY1265" fmla="*/ 1431866 h 1505806"/>
                <a:gd name="connsiteX1266" fmla="*/ 890433 w 2017827"/>
                <a:gd name="connsiteY1266" fmla="*/ 1431665 h 1505806"/>
                <a:gd name="connsiteX1267" fmla="*/ 897063 w 2017827"/>
                <a:gd name="connsiteY1267" fmla="*/ 1432001 h 1505806"/>
                <a:gd name="connsiteX1268" fmla="*/ 897938 w 2017827"/>
                <a:gd name="connsiteY1268" fmla="*/ 1432203 h 1505806"/>
                <a:gd name="connsiteX1269" fmla="*/ 902515 w 2017827"/>
                <a:gd name="connsiteY1269" fmla="*/ 1433279 h 1505806"/>
                <a:gd name="connsiteX1270" fmla="*/ 905880 w 2017827"/>
                <a:gd name="connsiteY1270" fmla="*/ 1432842 h 1505806"/>
                <a:gd name="connsiteX1271" fmla="*/ 907294 w 2017827"/>
                <a:gd name="connsiteY1271" fmla="*/ 1430218 h 1505806"/>
                <a:gd name="connsiteX1272" fmla="*/ 908068 w 2017827"/>
                <a:gd name="connsiteY1272" fmla="*/ 1426753 h 1505806"/>
                <a:gd name="connsiteX1273" fmla="*/ 909481 w 2017827"/>
                <a:gd name="connsiteY1273" fmla="*/ 1424163 h 1505806"/>
                <a:gd name="connsiteX1274" fmla="*/ 911433 w 2017827"/>
                <a:gd name="connsiteY1274" fmla="*/ 1422851 h 1505806"/>
                <a:gd name="connsiteX1275" fmla="*/ 916313 w 2017827"/>
                <a:gd name="connsiteY1275" fmla="*/ 1425677 h 1505806"/>
                <a:gd name="connsiteX1276" fmla="*/ 918063 w 2017827"/>
                <a:gd name="connsiteY1276" fmla="*/ 1428402 h 1505806"/>
                <a:gd name="connsiteX1277" fmla="*/ 920352 w 2017827"/>
                <a:gd name="connsiteY1277" fmla="*/ 1431866 h 1505806"/>
                <a:gd name="connsiteX1278" fmla="*/ 922539 w 2017827"/>
                <a:gd name="connsiteY1278" fmla="*/ 1434692 h 1505806"/>
                <a:gd name="connsiteX1279" fmla="*/ 925366 w 2017827"/>
                <a:gd name="connsiteY1279" fmla="*/ 1436879 h 1505806"/>
                <a:gd name="connsiteX1280" fmla="*/ 929405 w 2017827"/>
                <a:gd name="connsiteY1280" fmla="*/ 1440680 h 1505806"/>
                <a:gd name="connsiteX1281" fmla="*/ 931895 w 2017827"/>
                <a:gd name="connsiteY1281" fmla="*/ 1441555 h 1505806"/>
                <a:gd name="connsiteX1282" fmla="*/ 936775 w 2017827"/>
                <a:gd name="connsiteY1282" fmla="*/ 1441555 h 1505806"/>
                <a:gd name="connsiteX1283" fmla="*/ 941016 w 2017827"/>
                <a:gd name="connsiteY1283" fmla="*/ 1442059 h 1505806"/>
                <a:gd name="connsiteX1284" fmla="*/ 942227 w 2017827"/>
                <a:gd name="connsiteY1284" fmla="*/ 1443977 h 1505806"/>
                <a:gd name="connsiteX1285" fmla="*/ 939299 w 2017827"/>
                <a:gd name="connsiteY1285" fmla="*/ 1447004 h 1505806"/>
                <a:gd name="connsiteX1286" fmla="*/ 935833 w 2017827"/>
                <a:gd name="connsiteY1286" fmla="*/ 1448955 h 1505806"/>
                <a:gd name="connsiteX1287" fmla="*/ 934857 w 2017827"/>
                <a:gd name="connsiteY1287" fmla="*/ 1450133 h 1505806"/>
                <a:gd name="connsiteX1288" fmla="*/ 937583 w 2017827"/>
                <a:gd name="connsiteY1288" fmla="*/ 1451781 h 1505806"/>
                <a:gd name="connsiteX1289" fmla="*/ 940511 w 2017827"/>
                <a:gd name="connsiteY1289" fmla="*/ 1452219 h 1505806"/>
                <a:gd name="connsiteX1290" fmla="*/ 944112 w 2017827"/>
                <a:gd name="connsiteY1290" fmla="*/ 1452319 h 1505806"/>
                <a:gd name="connsiteX1291" fmla="*/ 945626 w 2017827"/>
                <a:gd name="connsiteY1291" fmla="*/ 1451108 h 1505806"/>
                <a:gd name="connsiteX1292" fmla="*/ 947814 w 2017827"/>
                <a:gd name="connsiteY1292" fmla="*/ 1448384 h 1505806"/>
                <a:gd name="connsiteX1293" fmla="*/ 948891 w 2017827"/>
                <a:gd name="connsiteY1293" fmla="*/ 1445659 h 1505806"/>
                <a:gd name="connsiteX1294" fmla="*/ 958449 w 2017827"/>
                <a:gd name="connsiteY1294" fmla="*/ 1442631 h 1505806"/>
                <a:gd name="connsiteX1295" fmla="*/ 964103 w 2017827"/>
                <a:gd name="connsiteY1295" fmla="*/ 1442093 h 1505806"/>
                <a:gd name="connsiteX1296" fmla="*/ 970497 w 2017827"/>
                <a:gd name="connsiteY1296" fmla="*/ 1441656 h 1505806"/>
                <a:gd name="connsiteX1297" fmla="*/ 977228 w 2017827"/>
                <a:gd name="connsiteY1297" fmla="*/ 1441555 h 1505806"/>
                <a:gd name="connsiteX1298" fmla="*/ 982646 w 2017827"/>
                <a:gd name="connsiteY1298" fmla="*/ 1441555 h 1505806"/>
                <a:gd name="connsiteX1299" fmla="*/ 985238 w 2017827"/>
                <a:gd name="connsiteY1299" fmla="*/ 1441218 h 1505806"/>
                <a:gd name="connsiteX1300" fmla="*/ 988502 w 2017827"/>
                <a:gd name="connsiteY1300" fmla="*/ 1439705 h 1505806"/>
                <a:gd name="connsiteX1301" fmla="*/ 992103 w 2017827"/>
                <a:gd name="connsiteY1301" fmla="*/ 1437518 h 1505806"/>
                <a:gd name="connsiteX1302" fmla="*/ 995368 w 2017827"/>
                <a:gd name="connsiteY1302" fmla="*/ 1433380 h 1505806"/>
                <a:gd name="connsiteX1303" fmla="*/ 997219 w 2017827"/>
                <a:gd name="connsiteY1303" fmla="*/ 1431093 h 1505806"/>
                <a:gd name="connsiteX1304" fmla="*/ 999272 w 2017827"/>
                <a:gd name="connsiteY1304" fmla="*/ 1427393 h 1505806"/>
                <a:gd name="connsiteX1305" fmla="*/ 1001123 w 2017827"/>
                <a:gd name="connsiteY1305" fmla="*/ 1423928 h 1505806"/>
                <a:gd name="connsiteX1306" fmla="*/ 1004387 w 2017827"/>
                <a:gd name="connsiteY1306" fmla="*/ 1421102 h 1505806"/>
                <a:gd name="connsiteX1307" fmla="*/ 1007113 w 2017827"/>
                <a:gd name="connsiteY1307" fmla="*/ 1415551 h 1505806"/>
                <a:gd name="connsiteX1308" fmla="*/ 1009503 w 2017827"/>
                <a:gd name="connsiteY1308" fmla="*/ 1411414 h 1505806"/>
                <a:gd name="connsiteX1309" fmla="*/ 1013979 w 2017827"/>
                <a:gd name="connsiteY1309" fmla="*/ 1409664 h 1505806"/>
                <a:gd name="connsiteX1310" fmla="*/ 1018859 w 2017827"/>
                <a:gd name="connsiteY1310" fmla="*/ 1410203 h 1505806"/>
                <a:gd name="connsiteX1311" fmla="*/ 1025489 w 2017827"/>
                <a:gd name="connsiteY1311" fmla="*/ 1410203 h 1505806"/>
                <a:gd name="connsiteX1312" fmla="*/ 1029729 w 2017827"/>
                <a:gd name="connsiteY1312" fmla="*/ 1409126 h 1505806"/>
                <a:gd name="connsiteX1313" fmla="*/ 1033970 w 2017827"/>
                <a:gd name="connsiteY1313" fmla="*/ 1406738 h 1505806"/>
                <a:gd name="connsiteX1314" fmla="*/ 1038412 w 2017827"/>
                <a:gd name="connsiteY1314" fmla="*/ 1404450 h 1505806"/>
                <a:gd name="connsiteX1315" fmla="*/ 1043090 w 2017827"/>
                <a:gd name="connsiteY1315" fmla="*/ 1403239 h 1505806"/>
                <a:gd name="connsiteX1316" fmla="*/ 1045917 w 2017827"/>
                <a:gd name="connsiteY1316" fmla="*/ 1404988 h 1505806"/>
                <a:gd name="connsiteX1317" fmla="*/ 1048643 w 2017827"/>
                <a:gd name="connsiteY1317" fmla="*/ 1409328 h 1505806"/>
                <a:gd name="connsiteX1318" fmla="*/ 1052211 w 2017827"/>
                <a:gd name="connsiteY1318" fmla="*/ 1408689 h 1505806"/>
                <a:gd name="connsiteX1319" fmla="*/ 1056922 w 2017827"/>
                <a:gd name="connsiteY1319" fmla="*/ 1405930 h 1505806"/>
                <a:gd name="connsiteX1320" fmla="*/ 1062004 w 2017827"/>
                <a:gd name="connsiteY1320" fmla="*/ 1403912 h 1505806"/>
                <a:gd name="connsiteX1321" fmla="*/ 1070115 w 2017827"/>
                <a:gd name="connsiteY1321" fmla="*/ 1403273 h 1505806"/>
                <a:gd name="connsiteX1322" fmla="*/ 1073447 w 2017827"/>
                <a:gd name="connsiteY1322" fmla="*/ 1407175 h 1505806"/>
                <a:gd name="connsiteX1323" fmla="*/ 1079403 w 2017827"/>
                <a:gd name="connsiteY1323" fmla="*/ 1408487 h 1505806"/>
                <a:gd name="connsiteX1324" fmla="*/ 1084990 w 2017827"/>
                <a:gd name="connsiteY1324" fmla="*/ 1409564 h 1505806"/>
                <a:gd name="connsiteX1325" fmla="*/ 1093606 w 2017827"/>
                <a:gd name="connsiteY1325" fmla="*/ 1407915 h 1505806"/>
                <a:gd name="connsiteX1326" fmla="*/ 1100067 w 2017827"/>
                <a:gd name="connsiteY1326" fmla="*/ 1406906 h 1505806"/>
                <a:gd name="connsiteX1327" fmla="*/ 1103971 w 2017827"/>
                <a:gd name="connsiteY1327" fmla="*/ 1406771 h 1505806"/>
                <a:gd name="connsiteX1328" fmla="*/ 1108986 w 2017827"/>
                <a:gd name="connsiteY1328" fmla="*/ 1405459 h 1505806"/>
                <a:gd name="connsiteX1329" fmla="*/ 1114842 w 2017827"/>
                <a:gd name="connsiteY1329" fmla="*/ 1403441 h 1505806"/>
                <a:gd name="connsiteX1330" fmla="*/ 1117029 w 2017827"/>
                <a:gd name="connsiteY1330" fmla="*/ 1402735 h 1505806"/>
                <a:gd name="connsiteX1331" fmla="*/ 1119789 w 2017827"/>
                <a:gd name="connsiteY1331" fmla="*/ 1398092 h 1505806"/>
                <a:gd name="connsiteX1332" fmla="*/ 1123928 w 2017827"/>
                <a:gd name="connsiteY1332" fmla="*/ 1398092 h 1505806"/>
                <a:gd name="connsiteX1333" fmla="*/ 1127630 w 2017827"/>
                <a:gd name="connsiteY1333" fmla="*/ 1398967 h 1505806"/>
                <a:gd name="connsiteX1334" fmla="*/ 1127630 w 2017827"/>
                <a:gd name="connsiteY1334" fmla="*/ 1401086 h 1505806"/>
                <a:gd name="connsiteX1335" fmla="*/ 1127227 w 2017827"/>
                <a:gd name="connsiteY1335" fmla="*/ 1402735 h 1505806"/>
                <a:gd name="connsiteX1336" fmla="*/ 1132275 w 2017827"/>
                <a:gd name="connsiteY1336" fmla="*/ 1407209 h 1505806"/>
                <a:gd name="connsiteX1337" fmla="*/ 1136246 w 2017827"/>
                <a:gd name="connsiteY1337" fmla="*/ 1405829 h 1505806"/>
                <a:gd name="connsiteX1338" fmla="*/ 1146107 w 2017827"/>
                <a:gd name="connsiteY1338" fmla="*/ 1408723 h 1505806"/>
                <a:gd name="connsiteX1339" fmla="*/ 1155900 w 2017827"/>
                <a:gd name="connsiteY1339" fmla="*/ 1413634 h 1505806"/>
                <a:gd name="connsiteX1340" fmla="*/ 1160982 w 2017827"/>
                <a:gd name="connsiteY1340" fmla="*/ 1415148 h 1505806"/>
                <a:gd name="connsiteX1341" fmla="*/ 1165021 w 2017827"/>
                <a:gd name="connsiteY1341" fmla="*/ 1411952 h 1505806"/>
                <a:gd name="connsiteX1342" fmla="*/ 1178920 w 2017827"/>
                <a:gd name="connsiteY1342" fmla="*/ 1411952 h 1505806"/>
                <a:gd name="connsiteX1343" fmla="*/ 1194267 w 2017827"/>
                <a:gd name="connsiteY1343" fmla="*/ 1411952 h 1505806"/>
                <a:gd name="connsiteX1344" fmla="*/ 1203252 w 2017827"/>
                <a:gd name="connsiteY1344" fmla="*/ 1413701 h 1505806"/>
                <a:gd name="connsiteX1345" fmla="*/ 1213113 w 2017827"/>
                <a:gd name="connsiteY1345" fmla="*/ 1413701 h 1505806"/>
                <a:gd name="connsiteX1346" fmla="*/ 1217185 w 2017827"/>
                <a:gd name="connsiteY1346" fmla="*/ 1415451 h 1505806"/>
                <a:gd name="connsiteX1347" fmla="*/ 1222402 w 2017827"/>
                <a:gd name="connsiteY1347" fmla="*/ 1415451 h 1505806"/>
                <a:gd name="connsiteX1348" fmla="*/ 1230512 w 2017827"/>
                <a:gd name="connsiteY1348" fmla="*/ 1417031 h 1505806"/>
                <a:gd name="connsiteX1349" fmla="*/ 1232532 w 2017827"/>
                <a:gd name="connsiteY1349" fmla="*/ 1422683 h 1505806"/>
                <a:gd name="connsiteX1350" fmla="*/ 1230512 w 2017827"/>
                <a:gd name="connsiteY1350" fmla="*/ 1425879 h 1505806"/>
                <a:gd name="connsiteX1351" fmla="*/ 1237748 w 2017827"/>
                <a:gd name="connsiteY1351" fmla="*/ 1431665 h 1505806"/>
                <a:gd name="connsiteX1352" fmla="*/ 1243537 w 2017827"/>
                <a:gd name="connsiteY1352" fmla="*/ 1439772 h 1505806"/>
                <a:gd name="connsiteX1353" fmla="*/ 1248181 w 2017827"/>
                <a:gd name="connsiteY1353" fmla="*/ 1437148 h 1505806"/>
                <a:gd name="connsiteX1354" fmla="*/ 1252825 w 2017827"/>
                <a:gd name="connsiteY1354" fmla="*/ 1433952 h 1505806"/>
                <a:gd name="connsiteX1355" fmla="*/ 1258042 w 2017827"/>
                <a:gd name="connsiteY1355" fmla="*/ 1435701 h 1505806"/>
                <a:gd name="connsiteX1356" fmla="*/ 1261508 w 2017827"/>
                <a:gd name="connsiteY1356" fmla="*/ 1439166 h 1505806"/>
                <a:gd name="connsiteX1357" fmla="*/ 1269922 w 2017827"/>
                <a:gd name="connsiteY1357" fmla="*/ 1445558 h 1505806"/>
                <a:gd name="connsiteX1358" fmla="*/ 1273691 w 2017827"/>
                <a:gd name="connsiteY1358" fmla="*/ 1447576 h 1505806"/>
                <a:gd name="connsiteX1359" fmla="*/ 1276956 w 2017827"/>
                <a:gd name="connsiteY1359" fmla="*/ 1455414 h 1505806"/>
                <a:gd name="connsiteX1360" fmla="*/ 1283249 w 2017827"/>
                <a:gd name="connsiteY1360" fmla="*/ 1453665 h 1505806"/>
                <a:gd name="connsiteX1361" fmla="*/ 1287591 w 2017827"/>
                <a:gd name="connsiteY1361" fmla="*/ 1453665 h 1505806"/>
                <a:gd name="connsiteX1362" fmla="*/ 1293682 w 2017827"/>
                <a:gd name="connsiteY1362" fmla="*/ 1457870 h 1505806"/>
                <a:gd name="connsiteX1363" fmla="*/ 1298899 w 2017827"/>
                <a:gd name="connsiteY1363" fmla="*/ 1459182 h 1505806"/>
                <a:gd name="connsiteX1364" fmla="*/ 1305865 w 2017827"/>
                <a:gd name="connsiteY1364" fmla="*/ 1472806 h 1505806"/>
                <a:gd name="connsiteX1365" fmla="*/ 1310509 w 2017827"/>
                <a:gd name="connsiteY1365" fmla="*/ 1472806 h 1505806"/>
                <a:gd name="connsiteX1366" fmla="*/ 1315423 w 2017827"/>
                <a:gd name="connsiteY1366" fmla="*/ 1476674 h 1505806"/>
                <a:gd name="connsiteX1367" fmla="*/ 1315995 w 2017827"/>
                <a:gd name="connsiteY1367" fmla="*/ 1477347 h 1505806"/>
                <a:gd name="connsiteX1368" fmla="*/ 1312630 w 2017827"/>
                <a:gd name="connsiteY1368" fmla="*/ 1478760 h 1505806"/>
                <a:gd name="connsiteX1369" fmla="*/ 1316264 w 2017827"/>
                <a:gd name="connsiteY1369" fmla="*/ 1477246 h 1505806"/>
                <a:gd name="connsiteX1370" fmla="*/ 1318082 w 2017827"/>
                <a:gd name="connsiteY1370" fmla="*/ 1478054 h 1505806"/>
                <a:gd name="connsiteX1371" fmla="*/ 1321548 w 2017827"/>
                <a:gd name="connsiteY1371" fmla="*/ 1478054 h 1505806"/>
                <a:gd name="connsiteX1372" fmla="*/ 1327404 w 2017827"/>
                <a:gd name="connsiteY1372" fmla="*/ 1477515 h 1505806"/>
                <a:gd name="connsiteX1373" fmla="*/ 1331039 w 2017827"/>
                <a:gd name="connsiteY1373" fmla="*/ 1477179 h 1505806"/>
                <a:gd name="connsiteX1374" fmla="*/ 1334505 w 2017827"/>
                <a:gd name="connsiteY1374" fmla="*/ 1477314 h 1505806"/>
                <a:gd name="connsiteX1375" fmla="*/ 1337399 w 2017827"/>
                <a:gd name="connsiteY1375" fmla="*/ 1478996 h 1505806"/>
                <a:gd name="connsiteX1376" fmla="*/ 1338847 w 2017827"/>
                <a:gd name="connsiteY1376" fmla="*/ 1480879 h 1505806"/>
                <a:gd name="connsiteX1377" fmla="*/ 1343491 w 2017827"/>
                <a:gd name="connsiteY1377" fmla="*/ 1483705 h 1505806"/>
                <a:gd name="connsiteX1378" fmla="*/ 1348404 w 2017827"/>
                <a:gd name="connsiteY1378" fmla="*/ 1483503 h 1505806"/>
                <a:gd name="connsiteX1379" fmla="*/ 1349852 w 2017827"/>
                <a:gd name="connsiteY1379" fmla="*/ 1479433 h 1505806"/>
                <a:gd name="connsiteX1380" fmla="*/ 1352039 w 2017827"/>
                <a:gd name="connsiteY1380" fmla="*/ 1478256 h 1505806"/>
                <a:gd name="connsiteX1381" fmla="*/ 1355674 w 2017827"/>
                <a:gd name="connsiteY1381" fmla="*/ 1477549 h 1505806"/>
                <a:gd name="connsiteX1382" fmla="*/ 1355236 w 2017827"/>
                <a:gd name="connsiteY1382" fmla="*/ 1472402 h 1505806"/>
                <a:gd name="connsiteX1383" fmla="*/ 1357424 w 2017827"/>
                <a:gd name="connsiteY1383" fmla="*/ 1469274 h 1505806"/>
                <a:gd name="connsiteX1384" fmla="*/ 1359813 w 2017827"/>
                <a:gd name="connsiteY1384" fmla="*/ 1467625 h 1505806"/>
                <a:gd name="connsiteX1385" fmla="*/ 1364155 w 2017827"/>
                <a:gd name="connsiteY1385" fmla="*/ 1467625 h 1505806"/>
                <a:gd name="connsiteX1386" fmla="*/ 1367924 w 2017827"/>
                <a:gd name="connsiteY1386" fmla="*/ 1471090 h 1505806"/>
                <a:gd name="connsiteX1387" fmla="*/ 1372266 w 2017827"/>
                <a:gd name="connsiteY1387" fmla="*/ 1477179 h 1505806"/>
                <a:gd name="connsiteX1388" fmla="*/ 1376910 w 2017827"/>
                <a:gd name="connsiteY1388" fmla="*/ 1480072 h 1505806"/>
                <a:gd name="connsiteX1389" fmla="*/ 1382699 w 2017827"/>
                <a:gd name="connsiteY1389" fmla="*/ 1484714 h 1505806"/>
                <a:gd name="connsiteX1390" fmla="*/ 1391987 w 2017827"/>
                <a:gd name="connsiteY1390" fmla="*/ 1486464 h 1505806"/>
                <a:gd name="connsiteX1391" fmla="*/ 1404439 w 2017827"/>
                <a:gd name="connsiteY1391" fmla="*/ 1487338 h 1505806"/>
                <a:gd name="connsiteX1392" fmla="*/ 1409084 w 2017827"/>
                <a:gd name="connsiteY1392" fmla="*/ 1489929 h 1505806"/>
                <a:gd name="connsiteX1393" fmla="*/ 1417767 w 2017827"/>
                <a:gd name="connsiteY1393" fmla="*/ 1491375 h 1505806"/>
                <a:gd name="connsiteX1394" fmla="*/ 1420392 w 2017827"/>
                <a:gd name="connsiteY1394" fmla="*/ 1491947 h 1505806"/>
                <a:gd name="connsiteX1395" fmla="*/ 1421267 w 2017827"/>
                <a:gd name="connsiteY1395" fmla="*/ 1496858 h 1505806"/>
                <a:gd name="connsiteX1396" fmla="*/ 1426786 w 2017827"/>
                <a:gd name="connsiteY1396" fmla="*/ 1501770 h 1505806"/>
                <a:gd name="connsiteX1397" fmla="*/ 1432877 w 2017827"/>
                <a:gd name="connsiteY1397" fmla="*/ 1503216 h 1505806"/>
                <a:gd name="connsiteX1398" fmla="*/ 1436344 w 2017827"/>
                <a:gd name="connsiteY1398" fmla="*/ 1505807 h 1505806"/>
                <a:gd name="connsiteX1399" fmla="*/ 1439238 w 2017827"/>
                <a:gd name="connsiteY1399" fmla="*/ 1505807 h 1505806"/>
                <a:gd name="connsiteX1400" fmla="*/ 1443310 w 2017827"/>
                <a:gd name="connsiteY1400" fmla="*/ 1500592 h 1505806"/>
                <a:gd name="connsiteX1401" fmla="*/ 1447383 w 2017827"/>
                <a:gd name="connsiteY1401" fmla="*/ 1500592 h 1505806"/>
                <a:gd name="connsiteX1402" fmla="*/ 1449402 w 2017827"/>
                <a:gd name="connsiteY1402" fmla="*/ 1497262 h 1505806"/>
                <a:gd name="connsiteX1403" fmla="*/ 1452868 w 2017827"/>
                <a:gd name="connsiteY1403" fmla="*/ 1490736 h 1505806"/>
                <a:gd name="connsiteX1404" fmla="*/ 1453743 w 2017827"/>
                <a:gd name="connsiteY1404" fmla="*/ 1485825 h 1505806"/>
                <a:gd name="connsiteX1405" fmla="*/ 1453171 w 2017827"/>
                <a:gd name="connsiteY1405" fmla="*/ 1481182 h 1505806"/>
                <a:gd name="connsiteX1406" fmla="*/ 1451724 w 2017827"/>
                <a:gd name="connsiteY1406" fmla="*/ 1477112 h 1505806"/>
                <a:gd name="connsiteX1407" fmla="*/ 1452027 w 2017827"/>
                <a:gd name="connsiteY1407" fmla="*/ 1471595 h 1505806"/>
                <a:gd name="connsiteX1408" fmla="*/ 1451152 w 2017827"/>
                <a:gd name="connsiteY1408" fmla="*/ 1464934 h 1505806"/>
                <a:gd name="connsiteX1409" fmla="*/ 1451152 w 2017827"/>
                <a:gd name="connsiteY1409" fmla="*/ 1460797 h 1505806"/>
                <a:gd name="connsiteX1410" fmla="*/ 1450782 w 2017827"/>
                <a:gd name="connsiteY1410" fmla="*/ 1457433 h 1505806"/>
                <a:gd name="connsiteX1411" fmla="*/ 1448998 w 2017827"/>
                <a:gd name="connsiteY1411" fmla="*/ 1453968 h 1505806"/>
                <a:gd name="connsiteX1412" fmla="*/ 1444320 w 2017827"/>
                <a:gd name="connsiteY1412" fmla="*/ 1450267 h 1505806"/>
                <a:gd name="connsiteX1413" fmla="*/ 1441729 w 2017827"/>
                <a:gd name="connsiteY1413" fmla="*/ 1449191 h 1505806"/>
                <a:gd name="connsiteX1414" fmla="*/ 1438464 w 2017827"/>
                <a:gd name="connsiteY1414" fmla="*/ 1447879 h 1505806"/>
                <a:gd name="connsiteX1415" fmla="*/ 1434560 w 2017827"/>
                <a:gd name="connsiteY1415" fmla="*/ 1445827 h 1505806"/>
                <a:gd name="connsiteX1416" fmla="*/ 1429344 w 2017827"/>
                <a:gd name="connsiteY1416" fmla="*/ 1444750 h 1505806"/>
                <a:gd name="connsiteX1417" fmla="*/ 1428570 w 2017827"/>
                <a:gd name="connsiteY1417" fmla="*/ 1440613 h 1505806"/>
                <a:gd name="connsiteX1418" fmla="*/ 1428570 w 2017827"/>
                <a:gd name="connsiteY1418" fmla="*/ 1437148 h 1505806"/>
                <a:gd name="connsiteX1419" fmla="*/ 1429175 w 2017827"/>
                <a:gd name="connsiteY1419" fmla="*/ 1433448 h 1505806"/>
                <a:gd name="connsiteX1420" fmla="*/ 1429882 w 2017827"/>
                <a:gd name="connsiteY1420" fmla="*/ 1430958 h 1505806"/>
                <a:gd name="connsiteX1421" fmla="*/ 1430522 w 2017827"/>
                <a:gd name="connsiteY1421" fmla="*/ 1429983 h 1505806"/>
                <a:gd name="connsiteX1422" fmla="*/ 1432137 w 2017827"/>
                <a:gd name="connsiteY1422" fmla="*/ 1426821 h 1505806"/>
                <a:gd name="connsiteX1423" fmla="*/ 1432238 w 2017827"/>
                <a:gd name="connsiteY1423" fmla="*/ 1425206 h 1505806"/>
                <a:gd name="connsiteX1424" fmla="*/ 1428873 w 2017827"/>
                <a:gd name="connsiteY1424" fmla="*/ 1422380 h 1505806"/>
                <a:gd name="connsiteX1425" fmla="*/ 1428772 w 2017827"/>
                <a:gd name="connsiteY1425" fmla="*/ 1419353 h 1505806"/>
                <a:gd name="connsiteX1426" fmla="*/ 1428233 w 2017827"/>
                <a:gd name="connsiteY1426" fmla="*/ 1417603 h 1505806"/>
                <a:gd name="connsiteX1427" fmla="*/ 1429748 w 2017827"/>
                <a:gd name="connsiteY1427" fmla="*/ 1415417 h 1505806"/>
                <a:gd name="connsiteX1428" fmla="*/ 1433786 w 2017827"/>
                <a:gd name="connsiteY1428" fmla="*/ 1413802 h 1505806"/>
                <a:gd name="connsiteX1429" fmla="*/ 1435536 w 2017827"/>
                <a:gd name="connsiteY1429" fmla="*/ 1412389 h 1505806"/>
                <a:gd name="connsiteX1430" fmla="*/ 1440753 w 2017827"/>
                <a:gd name="connsiteY1430" fmla="*/ 1409799 h 1505806"/>
                <a:gd name="connsiteX1431" fmla="*/ 1443916 w 2017827"/>
                <a:gd name="connsiteY1431" fmla="*/ 1407949 h 1505806"/>
                <a:gd name="connsiteX1432" fmla="*/ 1445969 w 2017827"/>
                <a:gd name="connsiteY1432" fmla="*/ 1406704 h 1505806"/>
                <a:gd name="connsiteX1433" fmla="*/ 1450311 w 2017827"/>
                <a:gd name="connsiteY1433" fmla="*/ 1406637 h 1505806"/>
                <a:gd name="connsiteX1434" fmla="*/ 1458893 w 2017827"/>
                <a:gd name="connsiteY1434" fmla="*/ 1406637 h 1505806"/>
                <a:gd name="connsiteX1435" fmla="*/ 1463133 w 2017827"/>
                <a:gd name="connsiteY1435" fmla="*/ 1405661 h 1505806"/>
                <a:gd name="connsiteX1436" fmla="*/ 1467138 w 2017827"/>
                <a:gd name="connsiteY1436" fmla="*/ 1403710 h 1505806"/>
                <a:gd name="connsiteX1437" fmla="*/ 1468989 w 2017827"/>
                <a:gd name="connsiteY1437" fmla="*/ 1401221 h 1505806"/>
                <a:gd name="connsiteX1438" fmla="*/ 1471479 w 2017827"/>
                <a:gd name="connsiteY1438" fmla="*/ 1399808 h 1505806"/>
                <a:gd name="connsiteX1439" fmla="*/ 1472893 w 2017827"/>
                <a:gd name="connsiteY1439" fmla="*/ 1398059 h 1505806"/>
                <a:gd name="connsiteX1440" fmla="*/ 1476359 w 2017827"/>
                <a:gd name="connsiteY1440" fmla="*/ 1398059 h 1505806"/>
                <a:gd name="connsiteX1441" fmla="*/ 1479826 w 2017827"/>
                <a:gd name="connsiteY1441" fmla="*/ 1399808 h 1505806"/>
                <a:gd name="connsiteX1442" fmla="*/ 1483292 w 2017827"/>
                <a:gd name="connsiteY1442" fmla="*/ 1399808 h 1505806"/>
                <a:gd name="connsiteX1443" fmla="*/ 1485042 w 2017827"/>
                <a:gd name="connsiteY1443" fmla="*/ 1399808 h 1505806"/>
                <a:gd name="connsiteX1444" fmla="*/ 1486792 w 2017827"/>
                <a:gd name="connsiteY1444" fmla="*/ 1398362 h 1505806"/>
                <a:gd name="connsiteX1445" fmla="*/ 1488105 w 2017827"/>
                <a:gd name="connsiteY1445" fmla="*/ 1396780 h 1505806"/>
                <a:gd name="connsiteX1446" fmla="*/ 1489989 w 2017827"/>
                <a:gd name="connsiteY1446" fmla="*/ 1392004 h 1505806"/>
                <a:gd name="connsiteX1447" fmla="*/ 1491134 w 2017827"/>
                <a:gd name="connsiteY1447" fmla="*/ 1388539 h 1505806"/>
                <a:gd name="connsiteX1448" fmla="*/ 1491134 w 2017827"/>
                <a:gd name="connsiteY1448" fmla="*/ 1384906 h 1505806"/>
                <a:gd name="connsiteX1449" fmla="*/ 1486119 w 2017827"/>
                <a:gd name="connsiteY1449" fmla="*/ 1378548 h 1505806"/>
                <a:gd name="connsiteX1450" fmla="*/ 1481273 w 2017827"/>
                <a:gd name="connsiteY1450" fmla="*/ 1372324 h 1505806"/>
                <a:gd name="connsiteX1451" fmla="*/ 1479691 w 2017827"/>
                <a:gd name="connsiteY1451" fmla="*/ 1365933 h 1505806"/>
                <a:gd name="connsiteX1452" fmla="*/ 1477234 w 2017827"/>
                <a:gd name="connsiteY1452" fmla="*/ 1355202 h 1505806"/>
                <a:gd name="connsiteX1453" fmla="*/ 1477537 w 2017827"/>
                <a:gd name="connsiteY1453" fmla="*/ 1350694 h 1505806"/>
                <a:gd name="connsiteX1454" fmla="*/ 1474205 w 2017827"/>
                <a:gd name="connsiteY1454" fmla="*/ 1349954 h 1505806"/>
                <a:gd name="connsiteX1455" fmla="*/ 1470739 w 2017827"/>
                <a:gd name="connsiteY1455" fmla="*/ 1347498 h 1505806"/>
                <a:gd name="connsiteX1456" fmla="*/ 1463772 w 2017827"/>
                <a:gd name="connsiteY1456" fmla="*/ 1342284 h 1505806"/>
                <a:gd name="connsiteX1457" fmla="*/ 1457816 w 2017827"/>
                <a:gd name="connsiteY1457" fmla="*/ 1340098 h 1505806"/>
                <a:gd name="connsiteX1458" fmla="*/ 1458085 w 2017827"/>
                <a:gd name="connsiteY1458" fmla="*/ 1334614 h 1505806"/>
                <a:gd name="connsiteX1459" fmla="*/ 1458085 w 2017827"/>
                <a:gd name="connsiteY1459" fmla="*/ 1329097 h 1505806"/>
                <a:gd name="connsiteX1460" fmla="*/ 1457580 w 2017827"/>
                <a:gd name="connsiteY1460" fmla="*/ 1323883 h 1505806"/>
                <a:gd name="connsiteX1461" fmla="*/ 1453171 w 2017827"/>
                <a:gd name="connsiteY1461" fmla="*/ 1324758 h 1505806"/>
                <a:gd name="connsiteX1462" fmla="*/ 1444185 w 2017827"/>
                <a:gd name="connsiteY1462" fmla="*/ 1318400 h 1505806"/>
                <a:gd name="connsiteX1463" fmla="*/ 1439541 w 2017827"/>
                <a:gd name="connsiteY1463" fmla="*/ 1312311 h 1505806"/>
                <a:gd name="connsiteX1464" fmla="*/ 1431430 w 2017827"/>
                <a:gd name="connsiteY1464" fmla="*/ 1307669 h 1505806"/>
                <a:gd name="connsiteX1465" fmla="*/ 1422747 w 2017827"/>
                <a:gd name="connsiteY1465" fmla="*/ 1300134 h 1505806"/>
                <a:gd name="connsiteX1466" fmla="*/ 1423892 w 2017827"/>
                <a:gd name="connsiteY1466" fmla="*/ 1294348 h 1505806"/>
                <a:gd name="connsiteX1467" fmla="*/ 1424767 w 2017827"/>
                <a:gd name="connsiteY1467" fmla="*/ 1286812 h 1505806"/>
                <a:gd name="connsiteX1468" fmla="*/ 1430555 w 2017827"/>
                <a:gd name="connsiteY1468" fmla="*/ 1283919 h 1505806"/>
                <a:gd name="connsiteX1469" fmla="*/ 1432575 w 2017827"/>
                <a:gd name="connsiteY1469" fmla="*/ 1275812 h 1505806"/>
                <a:gd name="connsiteX1470" fmla="*/ 1430252 w 2017827"/>
                <a:gd name="connsiteY1470" fmla="*/ 1271742 h 1505806"/>
                <a:gd name="connsiteX1471" fmla="*/ 1425608 w 2017827"/>
                <a:gd name="connsiteY1471" fmla="*/ 1262188 h 1505806"/>
                <a:gd name="connsiteX1472" fmla="*/ 1418642 w 2017827"/>
                <a:gd name="connsiteY1472" fmla="*/ 1249439 h 1505806"/>
                <a:gd name="connsiteX1473" fmla="*/ 1412853 w 2017827"/>
                <a:gd name="connsiteY1473" fmla="*/ 1237261 h 1505806"/>
                <a:gd name="connsiteX1474" fmla="*/ 1412853 w 2017827"/>
                <a:gd name="connsiteY1474" fmla="*/ 1229154 h 1505806"/>
                <a:gd name="connsiteX1475" fmla="*/ 1417194 w 2017827"/>
                <a:gd name="connsiteY1475" fmla="*/ 1225958 h 1505806"/>
                <a:gd name="connsiteX1476" fmla="*/ 1427930 w 2017827"/>
                <a:gd name="connsiteY1476" fmla="*/ 1225958 h 1505806"/>
                <a:gd name="connsiteX1477" fmla="*/ 1432002 w 2017827"/>
                <a:gd name="connsiteY1477" fmla="*/ 1223503 h 1505806"/>
                <a:gd name="connsiteX1478" fmla="*/ 1436344 w 2017827"/>
                <a:gd name="connsiteY1478" fmla="*/ 1219600 h 1505806"/>
                <a:gd name="connsiteX1479" fmla="*/ 1445330 w 2017827"/>
                <a:gd name="connsiteY1479" fmla="*/ 1213814 h 1505806"/>
                <a:gd name="connsiteX1480" fmla="*/ 1450243 w 2017827"/>
                <a:gd name="connsiteY1480" fmla="*/ 1207154 h 1505806"/>
                <a:gd name="connsiteX1481" fmla="*/ 1454585 w 2017827"/>
                <a:gd name="connsiteY1481" fmla="*/ 1204833 h 1505806"/>
                <a:gd name="connsiteX1482" fmla="*/ 1463873 w 2017827"/>
                <a:gd name="connsiteY1482" fmla="*/ 1203958 h 1505806"/>
                <a:gd name="connsiteX1483" fmla="*/ 1471715 w 2017827"/>
                <a:gd name="connsiteY1483" fmla="*/ 1208600 h 1505806"/>
                <a:gd name="connsiteX1484" fmla="*/ 1483292 w 2017827"/>
                <a:gd name="connsiteY1484" fmla="*/ 1212065 h 1505806"/>
                <a:gd name="connsiteX1485" fmla="*/ 1499817 w 2017827"/>
                <a:gd name="connsiteY1485" fmla="*/ 1212065 h 1505806"/>
                <a:gd name="connsiteX1486" fmla="*/ 1515466 w 2017827"/>
                <a:gd name="connsiteY1486" fmla="*/ 1209609 h 1505806"/>
                <a:gd name="connsiteX1487" fmla="*/ 1530240 w 2017827"/>
                <a:gd name="connsiteY1487" fmla="*/ 1206582 h 1505806"/>
                <a:gd name="connsiteX1488" fmla="*/ 1548784 w 2017827"/>
                <a:gd name="connsiteY1488" fmla="*/ 1203117 h 1505806"/>
                <a:gd name="connsiteX1489" fmla="*/ 1558073 w 2017827"/>
                <a:gd name="connsiteY1489" fmla="*/ 1201671 h 1505806"/>
                <a:gd name="connsiteX1490" fmla="*/ 1565039 w 2017827"/>
                <a:gd name="connsiteY1490" fmla="*/ 1201671 h 1505806"/>
                <a:gd name="connsiteX1491" fmla="*/ 1574025 w 2017827"/>
                <a:gd name="connsiteY1491" fmla="*/ 1201671 h 1505806"/>
                <a:gd name="connsiteX1492" fmla="*/ 1579241 w 2017827"/>
                <a:gd name="connsiteY1492" fmla="*/ 1198912 h 1505806"/>
                <a:gd name="connsiteX1493" fmla="*/ 1582708 w 2017827"/>
                <a:gd name="connsiteY1493" fmla="*/ 1194404 h 1505806"/>
                <a:gd name="connsiteX1494" fmla="*/ 1592838 w 2017827"/>
                <a:gd name="connsiteY1494" fmla="*/ 1194404 h 1505806"/>
                <a:gd name="connsiteX1495" fmla="*/ 1600646 w 2017827"/>
                <a:gd name="connsiteY1495" fmla="*/ 1192386 h 1505806"/>
                <a:gd name="connsiteX1496" fmla="*/ 1607881 w 2017827"/>
                <a:gd name="connsiteY1496" fmla="*/ 1189762 h 1505806"/>
                <a:gd name="connsiteX1497" fmla="*/ 1611651 w 2017827"/>
                <a:gd name="connsiteY1497" fmla="*/ 1194404 h 1505806"/>
                <a:gd name="connsiteX1498" fmla="*/ 1617742 w 2017827"/>
                <a:gd name="connsiteY1498" fmla="*/ 1192958 h 1505806"/>
                <a:gd name="connsiteX1499" fmla="*/ 1626156 w 2017827"/>
                <a:gd name="connsiteY1499" fmla="*/ 1185994 h 1505806"/>
                <a:gd name="connsiteX1500" fmla="*/ 1637464 w 2017827"/>
                <a:gd name="connsiteY1500" fmla="*/ 1181352 h 1505806"/>
                <a:gd name="connsiteX1501" fmla="*/ 1641536 w 2017827"/>
                <a:gd name="connsiteY1501" fmla="*/ 1185994 h 1505806"/>
                <a:gd name="connsiteX1502" fmla="*/ 1649377 w 2017827"/>
                <a:gd name="connsiteY1502" fmla="*/ 1185994 h 1505806"/>
                <a:gd name="connsiteX1503" fmla="*/ 1652575 w 2017827"/>
                <a:gd name="connsiteY1503" fmla="*/ 1184413 h 1505806"/>
                <a:gd name="connsiteX1504" fmla="*/ 1670243 w 2017827"/>
                <a:gd name="connsiteY1504" fmla="*/ 1181655 h 1505806"/>
                <a:gd name="connsiteX1505" fmla="*/ 1670243 w 2017827"/>
                <a:gd name="connsiteY1505" fmla="*/ 1177147 h 1505806"/>
                <a:gd name="connsiteX1506" fmla="*/ 1673609 w 2017827"/>
                <a:gd name="connsiteY1506" fmla="*/ 1174422 h 1505806"/>
                <a:gd name="connsiteX1507" fmla="*/ 1673676 w 2017827"/>
                <a:gd name="connsiteY1507" fmla="*/ 1174422 h 1505806"/>
                <a:gd name="connsiteX1508" fmla="*/ 1673575 w 2017827"/>
                <a:gd name="connsiteY1508" fmla="*/ 1173514 h 150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Lst>
              <a:rect l="l" t="t" r="r" b="b"/>
              <a:pathLst>
                <a:path w="2017827" h="1505806">
                  <a:moveTo>
                    <a:pt x="1673575" y="1173514"/>
                  </a:moveTo>
                  <a:cubicBezTo>
                    <a:pt x="1673575" y="1173514"/>
                    <a:pt x="1674114" y="1170789"/>
                    <a:pt x="1674349" y="1170352"/>
                  </a:cubicBezTo>
                  <a:cubicBezTo>
                    <a:pt x="1674551" y="1169915"/>
                    <a:pt x="1674887" y="1168939"/>
                    <a:pt x="1674989" y="1168502"/>
                  </a:cubicBezTo>
                  <a:cubicBezTo>
                    <a:pt x="1675090" y="1168065"/>
                    <a:pt x="1675527" y="1167526"/>
                    <a:pt x="1675527" y="1166854"/>
                  </a:cubicBezTo>
                  <a:cubicBezTo>
                    <a:pt x="1675527" y="1166214"/>
                    <a:pt x="1676301" y="1163153"/>
                    <a:pt x="1676301" y="1162716"/>
                  </a:cubicBezTo>
                  <a:cubicBezTo>
                    <a:pt x="1676301" y="1162278"/>
                    <a:pt x="1676739" y="1159991"/>
                    <a:pt x="1676739" y="1159991"/>
                  </a:cubicBezTo>
                  <a:cubicBezTo>
                    <a:pt x="1676739" y="1159991"/>
                    <a:pt x="1676941" y="1157939"/>
                    <a:pt x="1676941" y="1157502"/>
                  </a:cubicBezTo>
                  <a:cubicBezTo>
                    <a:pt x="1676941" y="1157064"/>
                    <a:pt x="1677041" y="1155651"/>
                    <a:pt x="1677041" y="1155651"/>
                  </a:cubicBezTo>
                  <a:lnTo>
                    <a:pt x="1677041" y="1153902"/>
                  </a:lnTo>
                  <a:cubicBezTo>
                    <a:pt x="1677041" y="1153902"/>
                    <a:pt x="1676772" y="1151615"/>
                    <a:pt x="1676671" y="1150875"/>
                  </a:cubicBezTo>
                  <a:cubicBezTo>
                    <a:pt x="1676570" y="1150101"/>
                    <a:pt x="1676402" y="1149125"/>
                    <a:pt x="1676402" y="1149125"/>
                  </a:cubicBezTo>
                  <a:lnTo>
                    <a:pt x="1674551" y="1147914"/>
                  </a:lnTo>
                  <a:lnTo>
                    <a:pt x="1673575" y="1146939"/>
                  </a:lnTo>
                  <a:lnTo>
                    <a:pt x="1669570" y="1144349"/>
                  </a:lnTo>
                  <a:lnTo>
                    <a:pt x="1668796" y="1143810"/>
                  </a:lnTo>
                  <a:lnTo>
                    <a:pt x="1668460" y="1140648"/>
                  </a:lnTo>
                  <a:lnTo>
                    <a:pt x="1667820" y="1136511"/>
                  </a:lnTo>
                  <a:lnTo>
                    <a:pt x="1666609" y="1133046"/>
                  </a:lnTo>
                  <a:lnTo>
                    <a:pt x="1666609" y="1129682"/>
                  </a:lnTo>
                  <a:lnTo>
                    <a:pt x="1670075" y="1126082"/>
                  </a:lnTo>
                  <a:lnTo>
                    <a:pt x="1670075" y="1119018"/>
                  </a:lnTo>
                  <a:lnTo>
                    <a:pt x="1670916" y="1110204"/>
                  </a:lnTo>
                  <a:lnTo>
                    <a:pt x="1671825" y="1106941"/>
                  </a:lnTo>
                  <a:lnTo>
                    <a:pt x="1671825" y="1104116"/>
                  </a:lnTo>
                  <a:cubicBezTo>
                    <a:pt x="1671825" y="1104116"/>
                    <a:pt x="1671623" y="1102501"/>
                    <a:pt x="1671287" y="1102030"/>
                  </a:cubicBezTo>
                  <a:cubicBezTo>
                    <a:pt x="1670950" y="1101593"/>
                    <a:pt x="1670647" y="1100819"/>
                    <a:pt x="1670950" y="1100079"/>
                  </a:cubicBezTo>
                  <a:cubicBezTo>
                    <a:pt x="1671287" y="1099305"/>
                    <a:pt x="1670950" y="1098229"/>
                    <a:pt x="1670950" y="1098229"/>
                  </a:cubicBezTo>
                  <a:lnTo>
                    <a:pt x="1672566" y="1095504"/>
                  </a:lnTo>
                  <a:lnTo>
                    <a:pt x="1675056" y="1091804"/>
                  </a:lnTo>
                  <a:cubicBezTo>
                    <a:pt x="1675056" y="1091804"/>
                    <a:pt x="1676368" y="1089314"/>
                    <a:pt x="1676907" y="1088641"/>
                  </a:cubicBezTo>
                  <a:cubicBezTo>
                    <a:pt x="1677445" y="1088002"/>
                    <a:pt x="1680373" y="1086589"/>
                    <a:pt x="1680373" y="1086589"/>
                  </a:cubicBezTo>
                  <a:cubicBezTo>
                    <a:pt x="1680373" y="1086589"/>
                    <a:pt x="1682998" y="1083663"/>
                    <a:pt x="1683974" y="1081712"/>
                  </a:cubicBezTo>
                  <a:cubicBezTo>
                    <a:pt x="1684950" y="1079760"/>
                    <a:pt x="1684614" y="1080938"/>
                    <a:pt x="1686027" y="1079660"/>
                  </a:cubicBezTo>
                  <a:cubicBezTo>
                    <a:pt x="1687441" y="1078348"/>
                    <a:pt x="1687643" y="1077809"/>
                    <a:pt x="1688518" y="1076598"/>
                  </a:cubicBezTo>
                  <a:cubicBezTo>
                    <a:pt x="1689393" y="1075421"/>
                    <a:pt x="1689729" y="1073571"/>
                    <a:pt x="1689830" y="1073133"/>
                  </a:cubicBezTo>
                  <a:cubicBezTo>
                    <a:pt x="1689931" y="1072696"/>
                    <a:pt x="1689628" y="1070745"/>
                    <a:pt x="1689628" y="1070745"/>
                  </a:cubicBezTo>
                  <a:lnTo>
                    <a:pt x="1688551" y="1066506"/>
                  </a:lnTo>
                  <a:lnTo>
                    <a:pt x="1689022" y="1043699"/>
                  </a:lnTo>
                  <a:cubicBezTo>
                    <a:pt x="1689022" y="1043699"/>
                    <a:pt x="1689527" y="1041647"/>
                    <a:pt x="1689527" y="1041209"/>
                  </a:cubicBezTo>
                  <a:cubicBezTo>
                    <a:pt x="1689527" y="1040772"/>
                    <a:pt x="1689628" y="1039595"/>
                    <a:pt x="1689191" y="1039023"/>
                  </a:cubicBezTo>
                  <a:cubicBezTo>
                    <a:pt x="1688753" y="1038485"/>
                    <a:pt x="1689191" y="1037375"/>
                    <a:pt x="1689191" y="1037375"/>
                  </a:cubicBezTo>
                  <a:lnTo>
                    <a:pt x="1689191" y="1033910"/>
                  </a:lnTo>
                  <a:lnTo>
                    <a:pt x="1689191" y="1032160"/>
                  </a:lnTo>
                  <a:lnTo>
                    <a:pt x="1691109" y="1032059"/>
                  </a:lnTo>
                  <a:lnTo>
                    <a:pt x="1693330" y="1032160"/>
                  </a:lnTo>
                  <a:cubicBezTo>
                    <a:pt x="1693330" y="1032160"/>
                    <a:pt x="1695720" y="1032699"/>
                    <a:pt x="1696157" y="1032699"/>
                  </a:cubicBezTo>
                  <a:cubicBezTo>
                    <a:pt x="1696595" y="1032699"/>
                    <a:pt x="1698883" y="1033876"/>
                    <a:pt x="1698883" y="1033876"/>
                  </a:cubicBezTo>
                  <a:cubicBezTo>
                    <a:pt x="1698883" y="1033876"/>
                    <a:pt x="1703326" y="1034953"/>
                    <a:pt x="1703763" y="1035188"/>
                  </a:cubicBezTo>
                  <a:cubicBezTo>
                    <a:pt x="1704201" y="1035423"/>
                    <a:pt x="1708206" y="1035289"/>
                    <a:pt x="1709081" y="1035289"/>
                  </a:cubicBezTo>
                  <a:cubicBezTo>
                    <a:pt x="1709956" y="1035289"/>
                    <a:pt x="1715071" y="1038451"/>
                    <a:pt x="1715711" y="1038451"/>
                  </a:cubicBezTo>
                  <a:cubicBezTo>
                    <a:pt x="1716350" y="1038451"/>
                    <a:pt x="1718975" y="1039628"/>
                    <a:pt x="1719312" y="1039763"/>
                  </a:cubicBezTo>
                  <a:cubicBezTo>
                    <a:pt x="1719648" y="1039864"/>
                    <a:pt x="1720826" y="1040537"/>
                    <a:pt x="1722374" y="1040638"/>
                  </a:cubicBezTo>
                  <a:cubicBezTo>
                    <a:pt x="1723889" y="1040739"/>
                    <a:pt x="1723889" y="1040974"/>
                    <a:pt x="1726413" y="1040974"/>
                  </a:cubicBezTo>
                  <a:cubicBezTo>
                    <a:pt x="1728903" y="1040974"/>
                    <a:pt x="1728903" y="1041075"/>
                    <a:pt x="1729240" y="1040873"/>
                  </a:cubicBezTo>
                  <a:cubicBezTo>
                    <a:pt x="1729576" y="1040638"/>
                    <a:pt x="1731528" y="1040772"/>
                    <a:pt x="1732841" y="1040671"/>
                  </a:cubicBezTo>
                  <a:cubicBezTo>
                    <a:pt x="1734153" y="1040570"/>
                    <a:pt x="1734692" y="1040133"/>
                    <a:pt x="1735769" y="1039898"/>
                  </a:cubicBezTo>
                  <a:cubicBezTo>
                    <a:pt x="1736846" y="1039696"/>
                    <a:pt x="1737956" y="1039258"/>
                    <a:pt x="1738394" y="1038922"/>
                  </a:cubicBezTo>
                  <a:cubicBezTo>
                    <a:pt x="1738831" y="1038586"/>
                    <a:pt x="1739471" y="1038283"/>
                    <a:pt x="1739471" y="1038283"/>
                  </a:cubicBezTo>
                  <a:lnTo>
                    <a:pt x="1741221" y="1037745"/>
                  </a:lnTo>
                  <a:cubicBezTo>
                    <a:pt x="1741221" y="1037745"/>
                    <a:pt x="1742399" y="1037307"/>
                    <a:pt x="1743509" y="1037105"/>
                  </a:cubicBezTo>
                  <a:cubicBezTo>
                    <a:pt x="1744586" y="1036904"/>
                    <a:pt x="1744923" y="1036668"/>
                    <a:pt x="1745461" y="1036231"/>
                  </a:cubicBezTo>
                  <a:cubicBezTo>
                    <a:pt x="1746000" y="1035794"/>
                    <a:pt x="1746538" y="1035794"/>
                    <a:pt x="1747211" y="1035592"/>
                  </a:cubicBezTo>
                  <a:cubicBezTo>
                    <a:pt x="1747851" y="1035390"/>
                    <a:pt x="1748827" y="1034717"/>
                    <a:pt x="1749163" y="1034381"/>
                  </a:cubicBezTo>
                  <a:cubicBezTo>
                    <a:pt x="1749500" y="1034044"/>
                    <a:pt x="1750476" y="1033304"/>
                    <a:pt x="1750476" y="1033304"/>
                  </a:cubicBezTo>
                  <a:lnTo>
                    <a:pt x="1751889" y="1032228"/>
                  </a:lnTo>
                  <a:lnTo>
                    <a:pt x="1753404" y="1031689"/>
                  </a:lnTo>
                  <a:lnTo>
                    <a:pt x="1754481" y="1031252"/>
                  </a:lnTo>
                  <a:cubicBezTo>
                    <a:pt x="1754481" y="1031252"/>
                    <a:pt x="1755995" y="1030815"/>
                    <a:pt x="1756433" y="1030377"/>
                  </a:cubicBezTo>
                  <a:cubicBezTo>
                    <a:pt x="1756870" y="1029940"/>
                    <a:pt x="1757745" y="1029200"/>
                    <a:pt x="1758385" y="1028763"/>
                  </a:cubicBezTo>
                  <a:cubicBezTo>
                    <a:pt x="1759024" y="1028326"/>
                    <a:pt x="1759563" y="1027552"/>
                    <a:pt x="1759563" y="1027552"/>
                  </a:cubicBezTo>
                  <a:lnTo>
                    <a:pt x="1760337" y="1027014"/>
                  </a:lnTo>
                  <a:lnTo>
                    <a:pt x="1761212" y="1026576"/>
                  </a:lnTo>
                  <a:lnTo>
                    <a:pt x="1762524" y="1025399"/>
                  </a:lnTo>
                  <a:cubicBezTo>
                    <a:pt x="1762524" y="1025399"/>
                    <a:pt x="1763837" y="1024760"/>
                    <a:pt x="1764274" y="1024760"/>
                  </a:cubicBezTo>
                  <a:cubicBezTo>
                    <a:pt x="1764712" y="1024760"/>
                    <a:pt x="1766024" y="1023986"/>
                    <a:pt x="1766024" y="1023986"/>
                  </a:cubicBezTo>
                  <a:lnTo>
                    <a:pt x="1767101" y="1022775"/>
                  </a:lnTo>
                  <a:lnTo>
                    <a:pt x="1767976" y="1021026"/>
                  </a:lnTo>
                  <a:cubicBezTo>
                    <a:pt x="1767976" y="1021026"/>
                    <a:pt x="1769928" y="1018402"/>
                    <a:pt x="1770029" y="1017998"/>
                  </a:cubicBezTo>
                  <a:cubicBezTo>
                    <a:pt x="1770130" y="1017561"/>
                    <a:pt x="1771442" y="1016249"/>
                    <a:pt x="1771779" y="1015711"/>
                  </a:cubicBezTo>
                  <a:cubicBezTo>
                    <a:pt x="1772116" y="1015172"/>
                    <a:pt x="1772553" y="1013423"/>
                    <a:pt x="1772856" y="1012549"/>
                  </a:cubicBezTo>
                  <a:cubicBezTo>
                    <a:pt x="1773193" y="1011674"/>
                    <a:pt x="1775145" y="1008074"/>
                    <a:pt x="1775145" y="1008074"/>
                  </a:cubicBezTo>
                  <a:cubicBezTo>
                    <a:pt x="1775145" y="1008074"/>
                    <a:pt x="1779486" y="1002961"/>
                    <a:pt x="1780799" y="1002221"/>
                  </a:cubicBezTo>
                  <a:cubicBezTo>
                    <a:pt x="1782111" y="1001447"/>
                    <a:pt x="1785477" y="998958"/>
                    <a:pt x="1785477" y="998958"/>
                  </a:cubicBezTo>
                  <a:lnTo>
                    <a:pt x="1790357" y="990918"/>
                  </a:lnTo>
                  <a:lnTo>
                    <a:pt x="1797861" y="982441"/>
                  </a:lnTo>
                  <a:lnTo>
                    <a:pt x="1807857" y="975814"/>
                  </a:lnTo>
                  <a:cubicBezTo>
                    <a:pt x="1807857" y="975814"/>
                    <a:pt x="1817112" y="970398"/>
                    <a:pt x="1817415" y="970163"/>
                  </a:cubicBezTo>
                  <a:cubicBezTo>
                    <a:pt x="1817751" y="969927"/>
                    <a:pt x="1825795" y="963973"/>
                    <a:pt x="1825795" y="963973"/>
                  </a:cubicBezTo>
                  <a:lnTo>
                    <a:pt x="1831449" y="959297"/>
                  </a:lnTo>
                  <a:lnTo>
                    <a:pt x="1845483" y="949306"/>
                  </a:lnTo>
                  <a:lnTo>
                    <a:pt x="1853627" y="942141"/>
                  </a:lnTo>
                  <a:cubicBezTo>
                    <a:pt x="1853627" y="942141"/>
                    <a:pt x="1856892" y="939752"/>
                    <a:pt x="1857329" y="939651"/>
                  </a:cubicBezTo>
                  <a:cubicBezTo>
                    <a:pt x="1857767" y="939550"/>
                    <a:pt x="1860796" y="936725"/>
                    <a:pt x="1861334" y="936287"/>
                  </a:cubicBezTo>
                  <a:cubicBezTo>
                    <a:pt x="1861873" y="935850"/>
                    <a:pt x="1865473" y="934000"/>
                    <a:pt x="1866651" y="933024"/>
                  </a:cubicBezTo>
                  <a:cubicBezTo>
                    <a:pt x="1867863" y="932049"/>
                    <a:pt x="1871868" y="930737"/>
                    <a:pt x="1872844" y="930098"/>
                  </a:cubicBezTo>
                  <a:cubicBezTo>
                    <a:pt x="1873820" y="929425"/>
                    <a:pt x="1877959" y="928046"/>
                    <a:pt x="1877959" y="928046"/>
                  </a:cubicBezTo>
                  <a:lnTo>
                    <a:pt x="1882099" y="925018"/>
                  </a:lnTo>
                  <a:lnTo>
                    <a:pt x="1897210" y="922966"/>
                  </a:lnTo>
                  <a:lnTo>
                    <a:pt x="1915787" y="918055"/>
                  </a:lnTo>
                  <a:lnTo>
                    <a:pt x="1918816" y="917617"/>
                  </a:lnTo>
                  <a:cubicBezTo>
                    <a:pt x="1918816" y="917617"/>
                    <a:pt x="1922619" y="918694"/>
                    <a:pt x="1925008" y="920006"/>
                  </a:cubicBezTo>
                  <a:cubicBezTo>
                    <a:pt x="1927398" y="921318"/>
                    <a:pt x="1927196" y="919669"/>
                    <a:pt x="1927936" y="919569"/>
                  </a:cubicBezTo>
                  <a:cubicBezTo>
                    <a:pt x="1928710" y="919468"/>
                    <a:pt x="1930864" y="918257"/>
                    <a:pt x="1931201" y="918257"/>
                  </a:cubicBezTo>
                  <a:cubicBezTo>
                    <a:pt x="1931537" y="918257"/>
                    <a:pt x="1934364" y="917517"/>
                    <a:pt x="1934364" y="917517"/>
                  </a:cubicBezTo>
                  <a:cubicBezTo>
                    <a:pt x="1934364" y="917517"/>
                    <a:pt x="1938369" y="914893"/>
                    <a:pt x="1938807" y="914893"/>
                  </a:cubicBezTo>
                  <a:cubicBezTo>
                    <a:pt x="1939244" y="914893"/>
                    <a:pt x="1942273" y="914893"/>
                    <a:pt x="1942273" y="914893"/>
                  </a:cubicBezTo>
                  <a:cubicBezTo>
                    <a:pt x="1942273" y="914893"/>
                    <a:pt x="1944999" y="915666"/>
                    <a:pt x="1946615" y="915666"/>
                  </a:cubicBezTo>
                  <a:cubicBezTo>
                    <a:pt x="1948230" y="915666"/>
                    <a:pt x="1951192" y="917617"/>
                    <a:pt x="1951629" y="917617"/>
                  </a:cubicBezTo>
                  <a:cubicBezTo>
                    <a:pt x="1952067" y="917617"/>
                    <a:pt x="1956072" y="918694"/>
                    <a:pt x="1956509" y="918828"/>
                  </a:cubicBezTo>
                  <a:cubicBezTo>
                    <a:pt x="1956947" y="918929"/>
                    <a:pt x="1966841" y="922091"/>
                    <a:pt x="1967279" y="922091"/>
                  </a:cubicBezTo>
                  <a:cubicBezTo>
                    <a:pt x="1967716" y="922091"/>
                    <a:pt x="1975961" y="921991"/>
                    <a:pt x="1976197" y="921553"/>
                  </a:cubicBezTo>
                  <a:cubicBezTo>
                    <a:pt x="1976399" y="921116"/>
                    <a:pt x="1980337" y="915902"/>
                    <a:pt x="1980337" y="915902"/>
                  </a:cubicBezTo>
                  <a:cubicBezTo>
                    <a:pt x="1980337" y="915902"/>
                    <a:pt x="1983702" y="913715"/>
                    <a:pt x="1983803" y="913413"/>
                  </a:cubicBezTo>
                  <a:cubicBezTo>
                    <a:pt x="1983904" y="913076"/>
                    <a:pt x="1989659" y="910385"/>
                    <a:pt x="1989659" y="910385"/>
                  </a:cubicBezTo>
                  <a:cubicBezTo>
                    <a:pt x="1989659" y="910385"/>
                    <a:pt x="1991947" y="907896"/>
                    <a:pt x="1992250" y="907357"/>
                  </a:cubicBezTo>
                  <a:cubicBezTo>
                    <a:pt x="1992587" y="906819"/>
                    <a:pt x="1992048" y="904733"/>
                    <a:pt x="1992048" y="904733"/>
                  </a:cubicBezTo>
                  <a:lnTo>
                    <a:pt x="1987471" y="899519"/>
                  </a:lnTo>
                  <a:lnTo>
                    <a:pt x="1989659" y="888015"/>
                  </a:lnTo>
                  <a:lnTo>
                    <a:pt x="1992688" y="880076"/>
                  </a:lnTo>
                  <a:lnTo>
                    <a:pt x="1993563" y="869008"/>
                  </a:lnTo>
                  <a:lnTo>
                    <a:pt x="1992149" y="858344"/>
                  </a:lnTo>
                  <a:cubicBezTo>
                    <a:pt x="1992149" y="858344"/>
                    <a:pt x="1993125" y="852155"/>
                    <a:pt x="1993226" y="851818"/>
                  </a:cubicBezTo>
                  <a:cubicBezTo>
                    <a:pt x="1993327" y="851482"/>
                    <a:pt x="1993226" y="848017"/>
                    <a:pt x="1993226" y="847681"/>
                  </a:cubicBezTo>
                  <a:cubicBezTo>
                    <a:pt x="1993226" y="847344"/>
                    <a:pt x="1993664" y="843005"/>
                    <a:pt x="1993866" y="842467"/>
                  </a:cubicBezTo>
                  <a:cubicBezTo>
                    <a:pt x="1994068" y="841928"/>
                    <a:pt x="1996053" y="839876"/>
                    <a:pt x="1996457" y="839203"/>
                  </a:cubicBezTo>
                  <a:cubicBezTo>
                    <a:pt x="1996895" y="838564"/>
                    <a:pt x="2000058" y="837252"/>
                    <a:pt x="2002212" y="835739"/>
                  </a:cubicBezTo>
                  <a:cubicBezTo>
                    <a:pt x="2004400" y="834225"/>
                    <a:pt x="2008068" y="831735"/>
                    <a:pt x="2008405" y="831500"/>
                  </a:cubicBezTo>
                  <a:cubicBezTo>
                    <a:pt x="2008741" y="831264"/>
                    <a:pt x="2015674" y="830861"/>
                    <a:pt x="2015674" y="830861"/>
                  </a:cubicBezTo>
                  <a:lnTo>
                    <a:pt x="2017087" y="829179"/>
                  </a:lnTo>
                  <a:lnTo>
                    <a:pt x="2017828" y="827160"/>
                  </a:lnTo>
                  <a:lnTo>
                    <a:pt x="2017828" y="823696"/>
                  </a:lnTo>
                  <a:cubicBezTo>
                    <a:pt x="2017828" y="823696"/>
                    <a:pt x="2017828" y="816631"/>
                    <a:pt x="2017828" y="816194"/>
                  </a:cubicBezTo>
                  <a:cubicBezTo>
                    <a:pt x="2017828" y="815757"/>
                    <a:pt x="2017188" y="811955"/>
                    <a:pt x="2016751" y="810643"/>
                  </a:cubicBezTo>
                  <a:cubicBezTo>
                    <a:pt x="2016313" y="809331"/>
                    <a:pt x="2015337" y="807380"/>
                    <a:pt x="2014900" y="807044"/>
                  </a:cubicBezTo>
                  <a:cubicBezTo>
                    <a:pt x="2014462" y="806708"/>
                    <a:pt x="2012409" y="803344"/>
                    <a:pt x="2012174" y="802805"/>
                  </a:cubicBezTo>
                  <a:cubicBezTo>
                    <a:pt x="2011972" y="802267"/>
                    <a:pt x="2008371" y="798029"/>
                    <a:pt x="2008371" y="798029"/>
                  </a:cubicBezTo>
                  <a:cubicBezTo>
                    <a:pt x="2008371" y="798029"/>
                    <a:pt x="2005880" y="792814"/>
                    <a:pt x="2005880" y="792377"/>
                  </a:cubicBezTo>
                  <a:cubicBezTo>
                    <a:pt x="2005880" y="791940"/>
                    <a:pt x="2003491" y="789350"/>
                    <a:pt x="2003491" y="789350"/>
                  </a:cubicBezTo>
                  <a:lnTo>
                    <a:pt x="1997837" y="782487"/>
                  </a:lnTo>
                  <a:cubicBezTo>
                    <a:pt x="1997837" y="782487"/>
                    <a:pt x="1995650" y="778248"/>
                    <a:pt x="1995347" y="777710"/>
                  </a:cubicBezTo>
                  <a:cubicBezTo>
                    <a:pt x="1995010" y="777172"/>
                    <a:pt x="1990568" y="772933"/>
                    <a:pt x="1990568" y="772933"/>
                  </a:cubicBezTo>
                  <a:cubicBezTo>
                    <a:pt x="1990568" y="772933"/>
                    <a:pt x="1988077" y="769771"/>
                    <a:pt x="1987842" y="769468"/>
                  </a:cubicBezTo>
                  <a:cubicBezTo>
                    <a:pt x="1987640" y="769132"/>
                    <a:pt x="1982962" y="762606"/>
                    <a:pt x="1982962" y="762606"/>
                  </a:cubicBezTo>
                  <a:lnTo>
                    <a:pt x="1981346" y="755878"/>
                  </a:lnTo>
                  <a:lnTo>
                    <a:pt x="1981346" y="748040"/>
                  </a:lnTo>
                  <a:lnTo>
                    <a:pt x="1980370" y="735560"/>
                  </a:lnTo>
                  <a:lnTo>
                    <a:pt x="1978317" y="727419"/>
                  </a:lnTo>
                  <a:lnTo>
                    <a:pt x="1975591" y="719816"/>
                  </a:lnTo>
                  <a:lnTo>
                    <a:pt x="1974514" y="711137"/>
                  </a:lnTo>
                  <a:lnTo>
                    <a:pt x="1973538" y="702997"/>
                  </a:lnTo>
                  <a:lnTo>
                    <a:pt x="1974514" y="698993"/>
                  </a:lnTo>
                  <a:cubicBezTo>
                    <a:pt x="1974514" y="698993"/>
                    <a:pt x="1972764" y="690516"/>
                    <a:pt x="1972461" y="690180"/>
                  </a:cubicBezTo>
                  <a:cubicBezTo>
                    <a:pt x="1972125" y="689844"/>
                    <a:pt x="1971687" y="687455"/>
                    <a:pt x="1971216" y="686580"/>
                  </a:cubicBezTo>
                  <a:cubicBezTo>
                    <a:pt x="1970745" y="685706"/>
                    <a:pt x="1971384" y="682005"/>
                    <a:pt x="1971149" y="680929"/>
                  </a:cubicBezTo>
                  <a:cubicBezTo>
                    <a:pt x="1970913" y="679853"/>
                    <a:pt x="1971351" y="676051"/>
                    <a:pt x="1971149" y="674941"/>
                  </a:cubicBezTo>
                  <a:cubicBezTo>
                    <a:pt x="1970913" y="673865"/>
                    <a:pt x="1970173" y="673865"/>
                    <a:pt x="1969735" y="673730"/>
                  </a:cubicBezTo>
                  <a:cubicBezTo>
                    <a:pt x="1969298" y="673629"/>
                    <a:pt x="1967144" y="675681"/>
                    <a:pt x="1966706" y="676455"/>
                  </a:cubicBezTo>
                  <a:cubicBezTo>
                    <a:pt x="1966269" y="677229"/>
                    <a:pt x="1962028" y="676892"/>
                    <a:pt x="1961591" y="676657"/>
                  </a:cubicBezTo>
                  <a:cubicBezTo>
                    <a:pt x="1961154" y="676455"/>
                    <a:pt x="1958326" y="674268"/>
                    <a:pt x="1958326" y="674268"/>
                  </a:cubicBezTo>
                  <a:cubicBezTo>
                    <a:pt x="1958326" y="674268"/>
                    <a:pt x="1956913" y="671544"/>
                    <a:pt x="1956812" y="671005"/>
                  </a:cubicBezTo>
                  <a:cubicBezTo>
                    <a:pt x="1956711" y="670467"/>
                    <a:pt x="1956173" y="669592"/>
                    <a:pt x="1956173" y="669592"/>
                  </a:cubicBezTo>
                  <a:lnTo>
                    <a:pt x="1955399" y="667978"/>
                  </a:lnTo>
                  <a:cubicBezTo>
                    <a:pt x="1955399" y="667978"/>
                    <a:pt x="1954759" y="665791"/>
                    <a:pt x="1954759" y="665354"/>
                  </a:cubicBezTo>
                  <a:cubicBezTo>
                    <a:pt x="1954759" y="664917"/>
                    <a:pt x="1954120" y="661216"/>
                    <a:pt x="1954120" y="661216"/>
                  </a:cubicBezTo>
                  <a:lnTo>
                    <a:pt x="1954658" y="658592"/>
                  </a:lnTo>
                  <a:lnTo>
                    <a:pt x="1954860" y="657381"/>
                  </a:lnTo>
                  <a:lnTo>
                    <a:pt x="1956812" y="654555"/>
                  </a:lnTo>
                  <a:lnTo>
                    <a:pt x="1959841" y="652806"/>
                  </a:lnTo>
                  <a:cubicBezTo>
                    <a:pt x="1959841" y="652806"/>
                    <a:pt x="1962129" y="653782"/>
                    <a:pt x="1963005" y="650956"/>
                  </a:cubicBezTo>
                  <a:cubicBezTo>
                    <a:pt x="1963880" y="648130"/>
                    <a:pt x="1961591" y="647928"/>
                    <a:pt x="1961591" y="647928"/>
                  </a:cubicBezTo>
                  <a:lnTo>
                    <a:pt x="1959639" y="647188"/>
                  </a:lnTo>
                  <a:lnTo>
                    <a:pt x="1955937" y="647188"/>
                  </a:lnTo>
                  <a:lnTo>
                    <a:pt x="1944192" y="647525"/>
                  </a:lnTo>
                  <a:cubicBezTo>
                    <a:pt x="1944192" y="647525"/>
                    <a:pt x="1933523" y="646112"/>
                    <a:pt x="1932547" y="646347"/>
                  </a:cubicBezTo>
                  <a:cubicBezTo>
                    <a:pt x="1931571" y="646549"/>
                    <a:pt x="1926355" y="644699"/>
                    <a:pt x="1926355" y="644699"/>
                  </a:cubicBezTo>
                  <a:lnTo>
                    <a:pt x="1915484" y="637971"/>
                  </a:lnTo>
                  <a:lnTo>
                    <a:pt x="1908215" y="630133"/>
                  </a:lnTo>
                  <a:lnTo>
                    <a:pt x="1897984" y="619469"/>
                  </a:lnTo>
                  <a:lnTo>
                    <a:pt x="1892566" y="616105"/>
                  </a:lnTo>
                  <a:lnTo>
                    <a:pt x="1884421" y="607527"/>
                  </a:lnTo>
                  <a:lnTo>
                    <a:pt x="1879979" y="602414"/>
                  </a:lnTo>
                  <a:lnTo>
                    <a:pt x="1871599" y="596662"/>
                  </a:lnTo>
                  <a:lnTo>
                    <a:pt x="1864969" y="588723"/>
                  </a:lnTo>
                  <a:lnTo>
                    <a:pt x="1854872" y="576882"/>
                  </a:lnTo>
                  <a:lnTo>
                    <a:pt x="1847468" y="570355"/>
                  </a:lnTo>
                  <a:lnTo>
                    <a:pt x="1841612" y="562753"/>
                  </a:lnTo>
                  <a:lnTo>
                    <a:pt x="1837608" y="558615"/>
                  </a:lnTo>
                  <a:lnTo>
                    <a:pt x="1825122" y="552190"/>
                  </a:lnTo>
                  <a:lnTo>
                    <a:pt x="1820242" y="548389"/>
                  </a:lnTo>
                  <a:lnTo>
                    <a:pt x="1811862" y="546202"/>
                  </a:lnTo>
                  <a:lnTo>
                    <a:pt x="1796549" y="537523"/>
                  </a:lnTo>
                  <a:lnTo>
                    <a:pt x="1780361" y="535034"/>
                  </a:lnTo>
                  <a:lnTo>
                    <a:pt x="1765688" y="530459"/>
                  </a:lnTo>
                  <a:cubicBezTo>
                    <a:pt x="1765688" y="530459"/>
                    <a:pt x="1759495" y="529820"/>
                    <a:pt x="1757207" y="529820"/>
                  </a:cubicBezTo>
                  <a:cubicBezTo>
                    <a:pt x="1754918" y="529820"/>
                    <a:pt x="1748524" y="530022"/>
                    <a:pt x="1746673" y="530257"/>
                  </a:cubicBezTo>
                  <a:cubicBezTo>
                    <a:pt x="1744822" y="530459"/>
                    <a:pt x="1739168" y="530257"/>
                    <a:pt x="1736240" y="530055"/>
                  </a:cubicBezTo>
                  <a:cubicBezTo>
                    <a:pt x="1733312" y="529853"/>
                    <a:pt x="1726884" y="529853"/>
                    <a:pt x="1725167" y="529517"/>
                  </a:cubicBezTo>
                  <a:cubicBezTo>
                    <a:pt x="1723418" y="529181"/>
                    <a:pt x="1721466" y="529181"/>
                    <a:pt x="1721028" y="529080"/>
                  </a:cubicBezTo>
                  <a:cubicBezTo>
                    <a:pt x="1720590" y="528979"/>
                    <a:pt x="1717764" y="526691"/>
                    <a:pt x="1717764" y="526691"/>
                  </a:cubicBezTo>
                  <a:lnTo>
                    <a:pt x="1706792" y="522453"/>
                  </a:lnTo>
                  <a:lnTo>
                    <a:pt x="1702787" y="517575"/>
                  </a:lnTo>
                  <a:cubicBezTo>
                    <a:pt x="1702787" y="517575"/>
                    <a:pt x="1698749" y="517474"/>
                    <a:pt x="1697907" y="517373"/>
                  </a:cubicBezTo>
                  <a:cubicBezTo>
                    <a:pt x="1697032" y="517272"/>
                    <a:pt x="1694643" y="517373"/>
                    <a:pt x="1693128" y="517138"/>
                  </a:cubicBezTo>
                  <a:cubicBezTo>
                    <a:pt x="1691614" y="516936"/>
                    <a:pt x="1688248" y="516599"/>
                    <a:pt x="1686936" y="516364"/>
                  </a:cubicBezTo>
                  <a:cubicBezTo>
                    <a:pt x="1685623" y="516162"/>
                    <a:pt x="1680508" y="516162"/>
                    <a:pt x="1679094" y="515927"/>
                  </a:cubicBezTo>
                  <a:cubicBezTo>
                    <a:pt x="1677681" y="515725"/>
                    <a:pt x="1672902" y="515725"/>
                    <a:pt x="1672902" y="515725"/>
                  </a:cubicBezTo>
                  <a:lnTo>
                    <a:pt x="1667248" y="513975"/>
                  </a:lnTo>
                  <a:cubicBezTo>
                    <a:pt x="1667248" y="513975"/>
                    <a:pt x="1661695" y="510376"/>
                    <a:pt x="1661493" y="510073"/>
                  </a:cubicBezTo>
                  <a:cubicBezTo>
                    <a:pt x="1661257" y="509737"/>
                    <a:pt x="1657589" y="506171"/>
                    <a:pt x="1657589" y="506171"/>
                  </a:cubicBezTo>
                  <a:cubicBezTo>
                    <a:pt x="1657589" y="506171"/>
                    <a:pt x="1655839" y="503144"/>
                    <a:pt x="1654661" y="502908"/>
                  </a:cubicBezTo>
                  <a:cubicBezTo>
                    <a:pt x="1653450" y="502706"/>
                    <a:pt x="1648570" y="501596"/>
                    <a:pt x="1648132" y="501596"/>
                  </a:cubicBezTo>
                  <a:cubicBezTo>
                    <a:pt x="1647695" y="501596"/>
                    <a:pt x="1643791" y="499309"/>
                    <a:pt x="1643791" y="499309"/>
                  </a:cubicBezTo>
                  <a:cubicBezTo>
                    <a:pt x="1643791" y="499309"/>
                    <a:pt x="1639887" y="495171"/>
                    <a:pt x="1639113" y="494868"/>
                  </a:cubicBezTo>
                  <a:cubicBezTo>
                    <a:pt x="1638339" y="494532"/>
                    <a:pt x="1636521" y="493893"/>
                    <a:pt x="1636185" y="493657"/>
                  </a:cubicBezTo>
                  <a:cubicBezTo>
                    <a:pt x="1635848" y="493455"/>
                    <a:pt x="1630093" y="491908"/>
                    <a:pt x="1630093" y="491908"/>
                  </a:cubicBezTo>
                  <a:lnTo>
                    <a:pt x="1624338" y="490495"/>
                  </a:lnTo>
                  <a:lnTo>
                    <a:pt x="1620199" y="486896"/>
                  </a:lnTo>
                  <a:lnTo>
                    <a:pt x="1616934" y="483195"/>
                  </a:lnTo>
                  <a:cubicBezTo>
                    <a:pt x="1616934" y="483195"/>
                    <a:pt x="1615420" y="481984"/>
                    <a:pt x="1615083" y="481984"/>
                  </a:cubicBezTo>
                  <a:cubicBezTo>
                    <a:pt x="1614747" y="481984"/>
                    <a:pt x="1610843" y="477981"/>
                    <a:pt x="1610843" y="477981"/>
                  </a:cubicBezTo>
                  <a:lnTo>
                    <a:pt x="1607377" y="474180"/>
                  </a:lnTo>
                  <a:lnTo>
                    <a:pt x="1606838" y="470143"/>
                  </a:lnTo>
                  <a:lnTo>
                    <a:pt x="1604550" y="462440"/>
                  </a:lnTo>
                  <a:lnTo>
                    <a:pt x="1604213" y="455039"/>
                  </a:lnTo>
                  <a:lnTo>
                    <a:pt x="1604651" y="448075"/>
                  </a:lnTo>
                  <a:lnTo>
                    <a:pt x="1609328" y="439161"/>
                  </a:lnTo>
                  <a:lnTo>
                    <a:pt x="1613367" y="434149"/>
                  </a:lnTo>
                  <a:cubicBezTo>
                    <a:pt x="1613367" y="434149"/>
                    <a:pt x="1614982" y="429473"/>
                    <a:pt x="1615117" y="428934"/>
                  </a:cubicBezTo>
                  <a:cubicBezTo>
                    <a:pt x="1615218" y="428396"/>
                    <a:pt x="1618045" y="424359"/>
                    <a:pt x="1618045" y="424359"/>
                  </a:cubicBezTo>
                  <a:lnTo>
                    <a:pt x="1621848" y="417396"/>
                  </a:lnTo>
                  <a:cubicBezTo>
                    <a:pt x="1621848" y="417396"/>
                    <a:pt x="1626290" y="410870"/>
                    <a:pt x="1626728" y="409995"/>
                  </a:cubicBezTo>
                  <a:cubicBezTo>
                    <a:pt x="1627165" y="409121"/>
                    <a:pt x="1629454" y="407708"/>
                    <a:pt x="1632382" y="406396"/>
                  </a:cubicBezTo>
                  <a:cubicBezTo>
                    <a:pt x="1635310" y="405084"/>
                    <a:pt x="1637396" y="400206"/>
                    <a:pt x="1638036" y="399433"/>
                  </a:cubicBezTo>
                  <a:cubicBezTo>
                    <a:pt x="1638675" y="398659"/>
                    <a:pt x="1639449" y="396607"/>
                    <a:pt x="1639651" y="396169"/>
                  </a:cubicBezTo>
                  <a:cubicBezTo>
                    <a:pt x="1639853" y="395732"/>
                    <a:pt x="1639988" y="392166"/>
                    <a:pt x="1639988" y="390417"/>
                  </a:cubicBezTo>
                  <a:cubicBezTo>
                    <a:pt x="1639988" y="388668"/>
                    <a:pt x="1639348" y="386178"/>
                    <a:pt x="1639012" y="385539"/>
                  </a:cubicBezTo>
                  <a:cubicBezTo>
                    <a:pt x="1638675" y="384900"/>
                    <a:pt x="1637497" y="381099"/>
                    <a:pt x="1637262" y="380325"/>
                  </a:cubicBezTo>
                  <a:cubicBezTo>
                    <a:pt x="1637060" y="379551"/>
                    <a:pt x="1634872" y="375548"/>
                    <a:pt x="1634872" y="375111"/>
                  </a:cubicBezTo>
                  <a:cubicBezTo>
                    <a:pt x="1634872" y="374674"/>
                    <a:pt x="1634771" y="373496"/>
                    <a:pt x="1634973" y="372386"/>
                  </a:cubicBezTo>
                  <a:cubicBezTo>
                    <a:pt x="1635175" y="371310"/>
                    <a:pt x="1636488" y="368047"/>
                    <a:pt x="1636723" y="367710"/>
                  </a:cubicBezTo>
                  <a:cubicBezTo>
                    <a:pt x="1636925" y="367374"/>
                    <a:pt x="1638473" y="366062"/>
                    <a:pt x="1638473" y="366062"/>
                  </a:cubicBezTo>
                  <a:cubicBezTo>
                    <a:pt x="1638473" y="366062"/>
                    <a:pt x="1645440" y="359771"/>
                    <a:pt x="1646517" y="358998"/>
                  </a:cubicBezTo>
                  <a:cubicBezTo>
                    <a:pt x="1647594" y="358224"/>
                    <a:pt x="1648368" y="356710"/>
                    <a:pt x="1648368" y="356710"/>
                  </a:cubicBezTo>
                  <a:cubicBezTo>
                    <a:pt x="1648368" y="356710"/>
                    <a:pt x="1651296" y="347257"/>
                    <a:pt x="1651296" y="346820"/>
                  </a:cubicBezTo>
                  <a:cubicBezTo>
                    <a:pt x="1651296" y="346383"/>
                    <a:pt x="1651632" y="344331"/>
                    <a:pt x="1651632" y="344331"/>
                  </a:cubicBezTo>
                  <a:lnTo>
                    <a:pt x="1652507" y="334542"/>
                  </a:lnTo>
                  <a:cubicBezTo>
                    <a:pt x="1652507" y="334542"/>
                    <a:pt x="1652709" y="327276"/>
                    <a:pt x="1652507" y="326401"/>
                  </a:cubicBezTo>
                  <a:cubicBezTo>
                    <a:pt x="1652272" y="325526"/>
                    <a:pt x="1651969" y="320312"/>
                    <a:pt x="1651531" y="319673"/>
                  </a:cubicBezTo>
                  <a:cubicBezTo>
                    <a:pt x="1651094" y="319034"/>
                    <a:pt x="1650454" y="311869"/>
                    <a:pt x="1650320" y="311196"/>
                  </a:cubicBezTo>
                  <a:cubicBezTo>
                    <a:pt x="1650219" y="310557"/>
                    <a:pt x="1649680" y="304468"/>
                    <a:pt x="1649680" y="304468"/>
                  </a:cubicBezTo>
                  <a:lnTo>
                    <a:pt x="1645339" y="297740"/>
                  </a:lnTo>
                  <a:cubicBezTo>
                    <a:pt x="1645339" y="297740"/>
                    <a:pt x="1645002" y="295688"/>
                    <a:pt x="1644363" y="294712"/>
                  </a:cubicBezTo>
                  <a:cubicBezTo>
                    <a:pt x="1643724" y="293737"/>
                    <a:pt x="1644363" y="292324"/>
                    <a:pt x="1644363" y="292324"/>
                  </a:cubicBezTo>
                  <a:cubicBezTo>
                    <a:pt x="1644363" y="292324"/>
                    <a:pt x="1641435" y="290474"/>
                    <a:pt x="1639921" y="288523"/>
                  </a:cubicBezTo>
                  <a:cubicBezTo>
                    <a:pt x="1638406" y="286572"/>
                    <a:pt x="1638406" y="286033"/>
                    <a:pt x="1638305" y="285596"/>
                  </a:cubicBezTo>
                  <a:cubicBezTo>
                    <a:pt x="1638204" y="285159"/>
                    <a:pt x="1637093" y="284520"/>
                    <a:pt x="1636454" y="283308"/>
                  </a:cubicBezTo>
                  <a:cubicBezTo>
                    <a:pt x="1635815" y="282097"/>
                    <a:pt x="1635478" y="281694"/>
                    <a:pt x="1634401" y="280584"/>
                  </a:cubicBezTo>
                  <a:cubicBezTo>
                    <a:pt x="1633324" y="279507"/>
                    <a:pt x="1633190" y="278969"/>
                    <a:pt x="1632752" y="277993"/>
                  </a:cubicBezTo>
                  <a:cubicBezTo>
                    <a:pt x="1632315" y="277018"/>
                    <a:pt x="1631002" y="275706"/>
                    <a:pt x="1630699" y="274966"/>
                  </a:cubicBezTo>
                  <a:cubicBezTo>
                    <a:pt x="1630363" y="274192"/>
                    <a:pt x="1629622" y="273217"/>
                    <a:pt x="1629521" y="272678"/>
                  </a:cubicBezTo>
                  <a:cubicBezTo>
                    <a:pt x="1629420" y="272140"/>
                    <a:pt x="1628983" y="269954"/>
                    <a:pt x="1628882" y="269214"/>
                  </a:cubicBezTo>
                  <a:cubicBezTo>
                    <a:pt x="1628781" y="268440"/>
                    <a:pt x="1628646" y="267027"/>
                    <a:pt x="1628007" y="265850"/>
                  </a:cubicBezTo>
                  <a:cubicBezTo>
                    <a:pt x="1627367" y="264639"/>
                    <a:pt x="1628007" y="263461"/>
                    <a:pt x="1628007" y="262486"/>
                  </a:cubicBezTo>
                  <a:cubicBezTo>
                    <a:pt x="1628007" y="261510"/>
                    <a:pt x="1627132" y="260736"/>
                    <a:pt x="1626997" y="259323"/>
                  </a:cubicBezTo>
                  <a:cubicBezTo>
                    <a:pt x="1626863" y="257911"/>
                    <a:pt x="1626795" y="257911"/>
                    <a:pt x="1626795" y="257271"/>
                  </a:cubicBezTo>
                  <a:cubicBezTo>
                    <a:pt x="1626795" y="256632"/>
                    <a:pt x="1627233" y="253807"/>
                    <a:pt x="1626795" y="253470"/>
                  </a:cubicBezTo>
                  <a:cubicBezTo>
                    <a:pt x="1626358" y="253134"/>
                    <a:pt x="1626795" y="249871"/>
                    <a:pt x="1626795" y="249871"/>
                  </a:cubicBezTo>
                  <a:lnTo>
                    <a:pt x="1626795" y="243446"/>
                  </a:lnTo>
                  <a:cubicBezTo>
                    <a:pt x="1626795" y="243446"/>
                    <a:pt x="1625180" y="242033"/>
                    <a:pt x="1625012" y="241057"/>
                  </a:cubicBezTo>
                  <a:cubicBezTo>
                    <a:pt x="1624843" y="240082"/>
                    <a:pt x="1625079" y="238030"/>
                    <a:pt x="1625180" y="237020"/>
                  </a:cubicBezTo>
                  <a:cubicBezTo>
                    <a:pt x="1625281" y="236045"/>
                    <a:pt x="1625180" y="233858"/>
                    <a:pt x="1625180" y="232883"/>
                  </a:cubicBezTo>
                  <a:cubicBezTo>
                    <a:pt x="1625180" y="231907"/>
                    <a:pt x="1624944" y="230696"/>
                    <a:pt x="1624406" y="228880"/>
                  </a:cubicBezTo>
                  <a:cubicBezTo>
                    <a:pt x="1623867" y="227029"/>
                    <a:pt x="1624608" y="225617"/>
                    <a:pt x="1624406" y="224843"/>
                  </a:cubicBezTo>
                  <a:cubicBezTo>
                    <a:pt x="1624170" y="224069"/>
                    <a:pt x="1622790" y="220941"/>
                    <a:pt x="1622555" y="220503"/>
                  </a:cubicBezTo>
                  <a:cubicBezTo>
                    <a:pt x="1622353" y="220066"/>
                    <a:pt x="1620939" y="218014"/>
                    <a:pt x="1620502" y="217038"/>
                  </a:cubicBezTo>
                  <a:cubicBezTo>
                    <a:pt x="1620064" y="216063"/>
                    <a:pt x="1619425" y="215188"/>
                    <a:pt x="1618987" y="214549"/>
                  </a:cubicBezTo>
                  <a:cubicBezTo>
                    <a:pt x="1618550" y="213910"/>
                    <a:pt x="1616396" y="209974"/>
                    <a:pt x="1615723" y="209436"/>
                  </a:cubicBezTo>
                  <a:cubicBezTo>
                    <a:pt x="1615083" y="208898"/>
                    <a:pt x="1612896" y="207148"/>
                    <a:pt x="1612896" y="207148"/>
                  </a:cubicBezTo>
                  <a:lnTo>
                    <a:pt x="1610607" y="204962"/>
                  </a:lnTo>
                  <a:cubicBezTo>
                    <a:pt x="1610607" y="204962"/>
                    <a:pt x="1607679" y="198974"/>
                    <a:pt x="1607006" y="197897"/>
                  </a:cubicBezTo>
                  <a:cubicBezTo>
                    <a:pt x="1606367" y="196821"/>
                    <a:pt x="1606670" y="194298"/>
                    <a:pt x="1605929" y="192582"/>
                  </a:cubicBezTo>
                  <a:cubicBezTo>
                    <a:pt x="1605155" y="190833"/>
                    <a:pt x="1605054" y="190295"/>
                    <a:pt x="1604617" y="189656"/>
                  </a:cubicBezTo>
                  <a:cubicBezTo>
                    <a:pt x="1604179" y="189017"/>
                    <a:pt x="1603203" y="188344"/>
                    <a:pt x="1602564" y="187705"/>
                  </a:cubicBezTo>
                  <a:cubicBezTo>
                    <a:pt x="1601924" y="187065"/>
                    <a:pt x="1600713" y="187604"/>
                    <a:pt x="1599636" y="186931"/>
                  </a:cubicBezTo>
                  <a:cubicBezTo>
                    <a:pt x="1598559" y="186292"/>
                    <a:pt x="1597145" y="186595"/>
                    <a:pt x="1596169" y="186494"/>
                  </a:cubicBezTo>
                  <a:cubicBezTo>
                    <a:pt x="1595194" y="186393"/>
                    <a:pt x="1594218" y="186595"/>
                    <a:pt x="1593780" y="186595"/>
                  </a:cubicBezTo>
                  <a:cubicBezTo>
                    <a:pt x="1593343" y="186595"/>
                    <a:pt x="1591828" y="186494"/>
                    <a:pt x="1591391" y="186393"/>
                  </a:cubicBezTo>
                  <a:cubicBezTo>
                    <a:pt x="1590953" y="186292"/>
                    <a:pt x="1588799" y="186191"/>
                    <a:pt x="1588025" y="185955"/>
                  </a:cubicBezTo>
                  <a:cubicBezTo>
                    <a:pt x="1587251" y="185754"/>
                    <a:pt x="1586073" y="185754"/>
                    <a:pt x="1585737" y="185417"/>
                  </a:cubicBezTo>
                  <a:cubicBezTo>
                    <a:pt x="1585400" y="185081"/>
                    <a:pt x="1583448" y="184980"/>
                    <a:pt x="1583448" y="184980"/>
                  </a:cubicBezTo>
                  <a:lnTo>
                    <a:pt x="1580621" y="183231"/>
                  </a:lnTo>
                  <a:cubicBezTo>
                    <a:pt x="1580621" y="183231"/>
                    <a:pt x="1579309" y="181818"/>
                    <a:pt x="1577155" y="178992"/>
                  </a:cubicBezTo>
                  <a:cubicBezTo>
                    <a:pt x="1574967" y="176166"/>
                    <a:pt x="1576515" y="178016"/>
                    <a:pt x="1575943" y="177142"/>
                  </a:cubicBezTo>
                  <a:cubicBezTo>
                    <a:pt x="1575405" y="176267"/>
                    <a:pt x="1575068" y="173677"/>
                    <a:pt x="1574799" y="173004"/>
                  </a:cubicBezTo>
                  <a:cubicBezTo>
                    <a:pt x="1574530" y="172365"/>
                    <a:pt x="1574866" y="171356"/>
                    <a:pt x="1574799" y="170414"/>
                  </a:cubicBezTo>
                  <a:cubicBezTo>
                    <a:pt x="1574732" y="169438"/>
                    <a:pt x="1574866" y="169539"/>
                    <a:pt x="1574765" y="168564"/>
                  </a:cubicBezTo>
                  <a:cubicBezTo>
                    <a:pt x="1574664" y="167588"/>
                    <a:pt x="1574866" y="166814"/>
                    <a:pt x="1574765" y="166074"/>
                  </a:cubicBezTo>
                  <a:cubicBezTo>
                    <a:pt x="1574664" y="165301"/>
                    <a:pt x="1574126" y="164224"/>
                    <a:pt x="1573890" y="163686"/>
                  </a:cubicBezTo>
                  <a:cubicBezTo>
                    <a:pt x="1573655" y="163148"/>
                    <a:pt x="1572578" y="162071"/>
                    <a:pt x="1571938" y="161398"/>
                  </a:cubicBezTo>
                  <a:cubicBezTo>
                    <a:pt x="1571299" y="160759"/>
                    <a:pt x="1568909" y="160187"/>
                    <a:pt x="1568135" y="159986"/>
                  </a:cubicBezTo>
                  <a:cubicBezTo>
                    <a:pt x="1567361" y="159784"/>
                    <a:pt x="1566183" y="159885"/>
                    <a:pt x="1566183" y="159885"/>
                  </a:cubicBezTo>
                  <a:lnTo>
                    <a:pt x="1564568" y="159986"/>
                  </a:lnTo>
                  <a:lnTo>
                    <a:pt x="1563424" y="160356"/>
                  </a:lnTo>
                  <a:lnTo>
                    <a:pt x="1557231" y="160356"/>
                  </a:lnTo>
                  <a:lnTo>
                    <a:pt x="1551241" y="159716"/>
                  </a:lnTo>
                  <a:lnTo>
                    <a:pt x="1544274" y="156891"/>
                  </a:lnTo>
                  <a:lnTo>
                    <a:pt x="1541784" y="156891"/>
                  </a:lnTo>
                  <a:lnTo>
                    <a:pt x="1539058" y="155141"/>
                  </a:lnTo>
                  <a:lnTo>
                    <a:pt x="1537880" y="155141"/>
                  </a:lnTo>
                  <a:lnTo>
                    <a:pt x="1535591" y="155141"/>
                  </a:lnTo>
                  <a:lnTo>
                    <a:pt x="1534952" y="155141"/>
                  </a:lnTo>
                  <a:lnTo>
                    <a:pt x="1533202" y="155141"/>
                  </a:lnTo>
                  <a:cubicBezTo>
                    <a:pt x="1533202" y="155141"/>
                    <a:pt x="1531687" y="154805"/>
                    <a:pt x="1531250" y="154704"/>
                  </a:cubicBezTo>
                  <a:cubicBezTo>
                    <a:pt x="1530812" y="154603"/>
                    <a:pt x="1529500" y="154065"/>
                    <a:pt x="1529500" y="154065"/>
                  </a:cubicBezTo>
                  <a:cubicBezTo>
                    <a:pt x="1529500" y="154065"/>
                    <a:pt x="1528423" y="153729"/>
                    <a:pt x="1528086" y="153628"/>
                  </a:cubicBezTo>
                  <a:cubicBezTo>
                    <a:pt x="1527750" y="153527"/>
                    <a:pt x="1525259" y="151878"/>
                    <a:pt x="1525259" y="151878"/>
                  </a:cubicBezTo>
                  <a:lnTo>
                    <a:pt x="1523745" y="150567"/>
                  </a:lnTo>
                  <a:lnTo>
                    <a:pt x="1522769" y="149154"/>
                  </a:lnTo>
                  <a:lnTo>
                    <a:pt x="1521254" y="146664"/>
                  </a:lnTo>
                  <a:lnTo>
                    <a:pt x="1520043" y="145689"/>
                  </a:lnTo>
                  <a:cubicBezTo>
                    <a:pt x="1520043" y="145689"/>
                    <a:pt x="1518629" y="143839"/>
                    <a:pt x="1518293" y="143401"/>
                  </a:cubicBezTo>
                  <a:cubicBezTo>
                    <a:pt x="1517956" y="142964"/>
                    <a:pt x="1516778" y="142089"/>
                    <a:pt x="1516341" y="141988"/>
                  </a:cubicBezTo>
                  <a:cubicBezTo>
                    <a:pt x="1515903" y="141887"/>
                    <a:pt x="1513951" y="140037"/>
                    <a:pt x="1513413" y="139398"/>
                  </a:cubicBezTo>
                  <a:cubicBezTo>
                    <a:pt x="1512874" y="138759"/>
                    <a:pt x="1510586" y="137783"/>
                    <a:pt x="1509812" y="137346"/>
                  </a:cubicBezTo>
                  <a:cubicBezTo>
                    <a:pt x="1509038" y="136909"/>
                    <a:pt x="1506547" y="135597"/>
                    <a:pt x="1506110" y="135294"/>
                  </a:cubicBezTo>
                  <a:cubicBezTo>
                    <a:pt x="1505672" y="134958"/>
                    <a:pt x="1501970" y="131930"/>
                    <a:pt x="1501331" y="131392"/>
                  </a:cubicBezTo>
                  <a:cubicBezTo>
                    <a:pt x="1500691" y="130854"/>
                    <a:pt x="1499581" y="128129"/>
                    <a:pt x="1499581" y="128129"/>
                  </a:cubicBezTo>
                  <a:lnTo>
                    <a:pt x="1495340" y="123890"/>
                  </a:lnTo>
                  <a:lnTo>
                    <a:pt x="1494735" y="120728"/>
                  </a:lnTo>
                  <a:cubicBezTo>
                    <a:pt x="1494735" y="120728"/>
                    <a:pt x="1495138" y="117129"/>
                    <a:pt x="1494701" y="116052"/>
                  </a:cubicBezTo>
                  <a:cubicBezTo>
                    <a:pt x="1494263" y="114976"/>
                    <a:pt x="1494937" y="113563"/>
                    <a:pt x="1494701" y="113126"/>
                  </a:cubicBezTo>
                  <a:cubicBezTo>
                    <a:pt x="1494499" y="112688"/>
                    <a:pt x="1494701" y="109762"/>
                    <a:pt x="1494701" y="109762"/>
                  </a:cubicBezTo>
                  <a:cubicBezTo>
                    <a:pt x="1494701" y="109762"/>
                    <a:pt x="1493489" y="106297"/>
                    <a:pt x="1493288" y="105960"/>
                  </a:cubicBezTo>
                  <a:cubicBezTo>
                    <a:pt x="1493086" y="105624"/>
                    <a:pt x="1490124" y="103135"/>
                    <a:pt x="1490124" y="103135"/>
                  </a:cubicBezTo>
                  <a:lnTo>
                    <a:pt x="1484806" y="98694"/>
                  </a:lnTo>
                  <a:lnTo>
                    <a:pt x="1478715" y="93581"/>
                  </a:lnTo>
                  <a:lnTo>
                    <a:pt x="1472725" y="89006"/>
                  </a:lnTo>
                  <a:lnTo>
                    <a:pt x="1467946" y="84532"/>
                  </a:lnTo>
                  <a:cubicBezTo>
                    <a:pt x="1467946" y="84532"/>
                    <a:pt x="1466532" y="83119"/>
                    <a:pt x="1465893" y="82783"/>
                  </a:cubicBezTo>
                  <a:cubicBezTo>
                    <a:pt x="1465253" y="82446"/>
                    <a:pt x="1464479" y="79755"/>
                    <a:pt x="1464008" y="79419"/>
                  </a:cubicBezTo>
                  <a:cubicBezTo>
                    <a:pt x="1463537" y="79082"/>
                    <a:pt x="1463503" y="76492"/>
                    <a:pt x="1463369" y="76055"/>
                  </a:cubicBezTo>
                  <a:cubicBezTo>
                    <a:pt x="1463268" y="75617"/>
                    <a:pt x="1463369" y="73330"/>
                    <a:pt x="1463806" y="72354"/>
                  </a:cubicBezTo>
                  <a:cubicBezTo>
                    <a:pt x="1464244" y="71379"/>
                    <a:pt x="1463806" y="68318"/>
                    <a:pt x="1463806" y="67477"/>
                  </a:cubicBezTo>
                  <a:cubicBezTo>
                    <a:pt x="1463806" y="66602"/>
                    <a:pt x="1463335" y="63238"/>
                    <a:pt x="1463335" y="63238"/>
                  </a:cubicBezTo>
                  <a:lnTo>
                    <a:pt x="1461753" y="59235"/>
                  </a:lnTo>
                  <a:lnTo>
                    <a:pt x="1457614" y="54559"/>
                  </a:lnTo>
                  <a:lnTo>
                    <a:pt x="1454686" y="50960"/>
                  </a:lnTo>
                  <a:lnTo>
                    <a:pt x="1453171" y="47932"/>
                  </a:lnTo>
                  <a:cubicBezTo>
                    <a:pt x="1453171" y="47932"/>
                    <a:pt x="1450142" y="47730"/>
                    <a:pt x="1447753" y="45880"/>
                  </a:cubicBezTo>
                  <a:cubicBezTo>
                    <a:pt x="1445363" y="44030"/>
                    <a:pt x="1445027" y="42516"/>
                    <a:pt x="1445027" y="42516"/>
                  </a:cubicBezTo>
                  <a:lnTo>
                    <a:pt x="1444253" y="39589"/>
                  </a:lnTo>
                  <a:lnTo>
                    <a:pt x="1444253" y="37201"/>
                  </a:lnTo>
                  <a:cubicBezTo>
                    <a:pt x="1444253" y="37201"/>
                    <a:pt x="1448594" y="33837"/>
                    <a:pt x="1449032" y="33736"/>
                  </a:cubicBezTo>
                  <a:cubicBezTo>
                    <a:pt x="1449469" y="33635"/>
                    <a:pt x="1451219" y="32660"/>
                    <a:pt x="1451219" y="32660"/>
                  </a:cubicBezTo>
                  <a:cubicBezTo>
                    <a:pt x="1451219" y="32660"/>
                    <a:pt x="1453844" y="30036"/>
                    <a:pt x="1454147" y="29598"/>
                  </a:cubicBezTo>
                  <a:cubicBezTo>
                    <a:pt x="1454484" y="29161"/>
                    <a:pt x="1455561" y="28623"/>
                    <a:pt x="1455561" y="28623"/>
                  </a:cubicBezTo>
                  <a:cubicBezTo>
                    <a:pt x="1455561" y="28623"/>
                    <a:pt x="1457412" y="26335"/>
                    <a:pt x="1457849" y="26133"/>
                  </a:cubicBezTo>
                  <a:cubicBezTo>
                    <a:pt x="1458287" y="25932"/>
                    <a:pt x="1459263" y="24519"/>
                    <a:pt x="1459801" y="23543"/>
                  </a:cubicBezTo>
                  <a:cubicBezTo>
                    <a:pt x="1460340" y="22568"/>
                    <a:pt x="1460676" y="20381"/>
                    <a:pt x="1461215" y="19506"/>
                  </a:cubicBezTo>
                  <a:cubicBezTo>
                    <a:pt x="1461753" y="18632"/>
                    <a:pt x="1462090" y="17454"/>
                    <a:pt x="1462965" y="16479"/>
                  </a:cubicBezTo>
                  <a:cubicBezTo>
                    <a:pt x="1463840" y="15503"/>
                    <a:pt x="1462965" y="13451"/>
                    <a:pt x="1462965" y="13014"/>
                  </a:cubicBezTo>
                  <a:cubicBezTo>
                    <a:pt x="1462965" y="12577"/>
                    <a:pt x="1462426" y="9112"/>
                    <a:pt x="1462426" y="9112"/>
                  </a:cubicBezTo>
                  <a:lnTo>
                    <a:pt x="1459599" y="8237"/>
                  </a:lnTo>
                  <a:cubicBezTo>
                    <a:pt x="1459599" y="8237"/>
                    <a:pt x="1457748" y="6387"/>
                    <a:pt x="1457412" y="6387"/>
                  </a:cubicBezTo>
                  <a:cubicBezTo>
                    <a:pt x="1457075" y="6387"/>
                    <a:pt x="1451421" y="5411"/>
                    <a:pt x="1451421" y="5411"/>
                  </a:cubicBezTo>
                  <a:cubicBezTo>
                    <a:pt x="1451421" y="5411"/>
                    <a:pt x="1446743" y="4772"/>
                    <a:pt x="1446407" y="4772"/>
                  </a:cubicBezTo>
                  <a:cubicBezTo>
                    <a:pt x="1446070" y="4772"/>
                    <a:pt x="1442940" y="4133"/>
                    <a:pt x="1442604" y="4133"/>
                  </a:cubicBezTo>
                  <a:cubicBezTo>
                    <a:pt x="1442267" y="4133"/>
                    <a:pt x="1438700" y="4907"/>
                    <a:pt x="1438363" y="5008"/>
                  </a:cubicBezTo>
                  <a:cubicBezTo>
                    <a:pt x="1438027" y="5109"/>
                    <a:pt x="1436748" y="5445"/>
                    <a:pt x="1436748" y="5445"/>
                  </a:cubicBezTo>
                  <a:cubicBezTo>
                    <a:pt x="1436748" y="5445"/>
                    <a:pt x="1434695" y="6522"/>
                    <a:pt x="1433147" y="7194"/>
                  </a:cubicBezTo>
                  <a:cubicBezTo>
                    <a:pt x="1431632" y="7834"/>
                    <a:pt x="1431733" y="7194"/>
                    <a:pt x="1429344" y="7733"/>
                  </a:cubicBezTo>
                  <a:cubicBezTo>
                    <a:pt x="1426954" y="8271"/>
                    <a:pt x="1425743" y="7396"/>
                    <a:pt x="1425440" y="7396"/>
                  </a:cubicBezTo>
                  <a:cubicBezTo>
                    <a:pt x="1425103" y="7396"/>
                    <a:pt x="1418372" y="5647"/>
                    <a:pt x="1416959" y="5647"/>
                  </a:cubicBezTo>
                  <a:cubicBezTo>
                    <a:pt x="1415545" y="5647"/>
                    <a:pt x="1412079" y="5109"/>
                    <a:pt x="1411641" y="5109"/>
                  </a:cubicBezTo>
                  <a:cubicBezTo>
                    <a:pt x="1411204" y="5109"/>
                    <a:pt x="1407939" y="4032"/>
                    <a:pt x="1407939" y="4032"/>
                  </a:cubicBezTo>
                  <a:cubicBezTo>
                    <a:pt x="1407939" y="4032"/>
                    <a:pt x="1406324" y="2283"/>
                    <a:pt x="1405651" y="2081"/>
                  </a:cubicBezTo>
                  <a:cubicBezTo>
                    <a:pt x="1405012" y="1879"/>
                    <a:pt x="1401612" y="1442"/>
                    <a:pt x="1400435" y="1106"/>
                  </a:cubicBezTo>
                  <a:cubicBezTo>
                    <a:pt x="1399257" y="769"/>
                    <a:pt x="1397069" y="-105"/>
                    <a:pt x="1396632" y="29"/>
                  </a:cubicBezTo>
                  <a:cubicBezTo>
                    <a:pt x="1396194" y="130"/>
                    <a:pt x="1393367" y="-72"/>
                    <a:pt x="1393030" y="29"/>
                  </a:cubicBezTo>
                  <a:cubicBezTo>
                    <a:pt x="1392694" y="130"/>
                    <a:pt x="1389564" y="1005"/>
                    <a:pt x="1387175" y="1240"/>
                  </a:cubicBezTo>
                  <a:cubicBezTo>
                    <a:pt x="1384785" y="1442"/>
                    <a:pt x="1382833" y="1240"/>
                    <a:pt x="1382295" y="1240"/>
                  </a:cubicBezTo>
                  <a:cubicBezTo>
                    <a:pt x="1381756" y="1240"/>
                    <a:pt x="1378828" y="2115"/>
                    <a:pt x="1378155" y="2216"/>
                  </a:cubicBezTo>
                  <a:cubicBezTo>
                    <a:pt x="1377516" y="2317"/>
                    <a:pt x="1376102" y="2653"/>
                    <a:pt x="1375665" y="2754"/>
                  </a:cubicBezTo>
                  <a:cubicBezTo>
                    <a:pt x="1375227" y="2855"/>
                    <a:pt x="1373814" y="3965"/>
                    <a:pt x="1373477" y="4066"/>
                  </a:cubicBezTo>
                  <a:cubicBezTo>
                    <a:pt x="1373141" y="4167"/>
                    <a:pt x="1371626" y="5714"/>
                    <a:pt x="1371626" y="5714"/>
                  </a:cubicBezTo>
                  <a:cubicBezTo>
                    <a:pt x="1371626" y="5714"/>
                    <a:pt x="1369876" y="8540"/>
                    <a:pt x="1369573" y="8977"/>
                  </a:cubicBezTo>
                  <a:cubicBezTo>
                    <a:pt x="1369270" y="9415"/>
                    <a:pt x="1368597" y="11467"/>
                    <a:pt x="1368160" y="12577"/>
                  </a:cubicBezTo>
                  <a:cubicBezTo>
                    <a:pt x="1367722" y="13653"/>
                    <a:pt x="1367285" y="15503"/>
                    <a:pt x="1367285" y="15941"/>
                  </a:cubicBezTo>
                  <a:cubicBezTo>
                    <a:pt x="1367285" y="16378"/>
                    <a:pt x="1367487" y="19103"/>
                    <a:pt x="1367487" y="19540"/>
                  </a:cubicBezTo>
                  <a:cubicBezTo>
                    <a:pt x="1367487" y="19977"/>
                    <a:pt x="1368900" y="24653"/>
                    <a:pt x="1368900" y="24653"/>
                  </a:cubicBezTo>
                  <a:cubicBezTo>
                    <a:pt x="1368900" y="24653"/>
                    <a:pt x="1369674" y="30944"/>
                    <a:pt x="1369540" y="31381"/>
                  </a:cubicBezTo>
                  <a:cubicBezTo>
                    <a:pt x="1369439" y="31819"/>
                    <a:pt x="1368564" y="34846"/>
                    <a:pt x="1368025" y="36158"/>
                  </a:cubicBezTo>
                  <a:cubicBezTo>
                    <a:pt x="1367487" y="37470"/>
                    <a:pt x="1366948" y="38547"/>
                    <a:pt x="1366073" y="39858"/>
                  </a:cubicBezTo>
                  <a:cubicBezTo>
                    <a:pt x="1365198" y="41170"/>
                    <a:pt x="1364996" y="41810"/>
                    <a:pt x="1364121" y="42348"/>
                  </a:cubicBezTo>
                  <a:cubicBezTo>
                    <a:pt x="1363246" y="42886"/>
                    <a:pt x="1360958" y="45813"/>
                    <a:pt x="1360083" y="46048"/>
                  </a:cubicBezTo>
                  <a:cubicBezTo>
                    <a:pt x="1359208" y="46250"/>
                    <a:pt x="1355405" y="47797"/>
                    <a:pt x="1353655" y="48235"/>
                  </a:cubicBezTo>
                  <a:cubicBezTo>
                    <a:pt x="1351905" y="48672"/>
                    <a:pt x="1350188" y="49984"/>
                    <a:pt x="1349515" y="50085"/>
                  </a:cubicBezTo>
                  <a:cubicBezTo>
                    <a:pt x="1348876" y="50186"/>
                    <a:pt x="1346049" y="52372"/>
                    <a:pt x="1345510" y="52473"/>
                  </a:cubicBezTo>
                  <a:cubicBezTo>
                    <a:pt x="1344972" y="52608"/>
                    <a:pt x="1341707" y="55064"/>
                    <a:pt x="1341505" y="55501"/>
                  </a:cubicBezTo>
                  <a:cubicBezTo>
                    <a:pt x="1341303" y="55938"/>
                    <a:pt x="1334640" y="57687"/>
                    <a:pt x="1333798" y="57687"/>
                  </a:cubicBezTo>
                  <a:cubicBezTo>
                    <a:pt x="1332957" y="57687"/>
                    <a:pt x="1330433" y="57687"/>
                    <a:pt x="1320101" y="56476"/>
                  </a:cubicBezTo>
                  <a:cubicBezTo>
                    <a:pt x="1309769" y="55299"/>
                    <a:pt x="1316736" y="56140"/>
                    <a:pt x="1316062" y="56140"/>
                  </a:cubicBezTo>
                  <a:cubicBezTo>
                    <a:pt x="1315423" y="56140"/>
                    <a:pt x="1311485" y="55905"/>
                    <a:pt x="1308457" y="55501"/>
                  </a:cubicBezTo>
                  <a:cubicBezTo>
                    <a:pt x="1305428" y="55064"/>
                    <a:pt x="1303442" y="54525"/>
                    <a:pt x="1301726" y="54290"/>
                  </a:cubicBezTo>
                  <a:cubicBezTo>
                    <a:pt x="1299976" y="54088"/>
                    <a:pt x="1297149" y="54088"/>
                    <a:pt x="1295197" y="53853"/>
                  </a:cubicBezTo>
                  <a:cubicBezTo>
                    <a:pt x="1293245" y="53617"/>
                    <a:pt x="1291394" y="52978"/>
                    <a:pt x="1290317" y="52642"/>
                  </a:cubicBezTo>
                  <a:cubicBezTo>
                    <a:pt x="1289240" y="52305"/>
                    <a:pt x="1287725" y="52440"/>
                    <a:pt x="1285740" y="52642"/>
                  </a:cubicBezTo>
                  <a:cubicBezTo>
                    <a:pt x="1283788" y="52877"/>
                    <a:pt x="1282374" y="55131"/>
                    <a:pt x="1280961" y="56241"/>
                  </a:cubicBezTo>
                  <a:cubicBezTo>
                    <a:pt x="1279547" y="57317"/>
                    <a:pt x="1277696" y="58428"/>
                    <a:pt x="1277696" y="58428"/>
                  </a:cubicBezTo>
                  <a:cubicBezTo>
                    <a:pt x="1277696" y="58428"/>
                    <a:pt x="1275206" y="62464"/>
                    <a:pt x="1274230" y="63541"/>
                  </a:cubicBezTo>
                  <a:cubicBezTo>
                    <a:pt x="1273254" y="64617"/>
                    <a:pt x="1273153" y="66467"/>
                    <a:pt x="1273153" y="66467"/>
                  </a:cubicBezTo>
                  <a:cubicBezTo>
                    <a:pt x="1273153" y="66467"/>
                    <a:pt x="1269787" y="70706"/>
                    <a:pt x="1269249" y="71244"/>
                  </a:cubicBezTo>
                  <a:cubicBezTo>
                    <a:pt x="1268710" y="71782"/>
                    <a:pt x="1264369" y="76458"/>
                    <a:pt x="1264369" y="76458"/>
                  </a:cubicBezTo>
                  <a:lnTo>
                    <a:pt x="1260129" y="82547"/>
                  </a:lnTo>
                  <a:cubicBezTo>
                    <a:pt x="1260129" y="82547"/>
                    <a:pt x="1257100" y="88972"/>
                    <a:pt x="1256965" y="89275"/>
                  </a:cubicBezTo>
                  <a:cubicBezTo>
                    <a:pt x="1256864" y="89611"/>
                    <a:pt x="1254374" y="92975"/>
                    <a:pt x="1254374" y="92975"/>
                  </a:cubicBezTo>
                  <a:lnTo>
                    <a:pt x="1253297" y="97214"/>
                  </a:lnTo>
                  <a:cubicBezTo>
                    <a:pt x="1253297" y="97214"/>
                    <a:pt x="1252657" y="101015"/>
                    <a:pt x="1252657" y="101890"/>
                  </a:cubicBezTo>
                  <a:cubicBezTo>
                    <a:pt x="1252657" y="102765"/>
                    <a:pt x="1251782" y="105052"/>
                    <a:pt x="1251782" y="105052"/>
                  </a:cubicBezTo>
                  <a:cubicBezTo>
                    <a:pt x="1251782" y="105052"/>
                    <a:pt x="1251143" y="111343"/>
                    <a:pt x="1250907" y="111578"/>
                  </a:cubicBezTo>
                  <a:cubicBezTo>
                    <a:pt x="1250672" y="111780"/>
                    <a:pt x="1250840" y="114505"/>
                    <a:pt x="1250840" y="114505"/>
                  </a:cubicBezTo>
                  <a:cubicBezTo>
                    <a:pt x="1250840" y="114505"/>
                    <a:pt x="1251042" y="122444"/>
                    <a:pt x="1250840" y="122747"/>
                  </a:cubicBezTo>
                  <a:cubicBezTo>
                    <a:pt x="1250638" y="123083"/>
                    <a:pt x="1249224" y="126750"/>
                    <a:pt x="1249090" y="127086"/>
                  </a:cubicBezTo>
                  <a:cubicBezTo>
                    <a:pt x="1248989" y="127422"/>
                    <a:pt x="1247912" y="144915"/>
                    <a:pt x="1248114" y="145218"/>
                  </a:cubicBezTo>
                  <a:cubicBezTo>
                    <a:pt x="1248316" y="145554"/>
                    <a:pt x="1248450" y="148144"/>
                    <a:pt x="1248551" y="149658"/>
                  </a:cubicBezTo>
                  <a:cubicBezTo>
                    <a:pt x="1248686" y="151172"/>
                    <a:pt x="1248518" y="152047"/>
                    <a:pt x="1248484" y="153460"/>
                  </a:cubicBezTo>
                  <a:cubicBezTo>
                    <a:pt x="1248450" y="154872"/>
                    <a:pt x="1248619" y="155949"/>
                    <a:pt x="1248484" y="157597"/>
                  </a:cubicBezTo>
                  <a:cubicBezTo>
                    <a:pt x="1248316" y="159212"/>
                    <a:pt x="1248652" y="161735"/>
                    <a:pt x="1248417" y="163047"/>
                  </a:cubicBezTo>
                  <a:cubicBezTo>
                    <a:pt x="1248215" y="164359"/>
                    <a:pt x="1248652" y="165099"/>
                    <a:pt x="1248417" y="167521"/>
                  </a:cubicBezTo>
                  <a:cubicBezTo>
                    <a:pt x="1248215" y="169909"/>
                    <a:pt x="1248417" y="169808"/>
                    <a:pt x="1248417" y="171221"/>
                  </a:cubicBezTo>
                  <a:cubicBezTo>
                    <a:pt x="1248417" y="172634"/>
                    <a:pt x="1248215" y="172533"/>
                    <a:pt x="1247777" y="174047"/>
                  </a:cubicBezTo>
                  <a:cubicBezTo>
                    <a:pt x="1247340" y="175561"/>
                    <a:pt x="1247777" y="175796"/>
                    <a:pt x="1247777" y="175796"/>
                  </a:cubicBezTo>
                  <a:cubicBezTo>
                    <a:pt x="1247777" y="175796"/>
                    <a:pt x="1246364" y="179059"/>
                    <a:pt x="1246162" y="180035"/>
                  </a:cubicBezTo>
                  <a:cubicBezTo>
                    <a:pt x="1245926" y="181010"/>
                    <a:pt x="1245186" y="181549"/>
                    <a:pt x="1243234" y="186023"/>
                  </a:cubicBezTo>
                  <a:cubicBezTo>
                    <a:pt x="1241282" y="190463"/>
                    <a:pt x="1241820" y="188209"/>
                    <a:pt x="1241046" y="190699"/>
                  </a:cubicBezTo>
                  <a:cubicBezTo>
                    <a:pt x="1240272" y="193188"/>
                    <a:pt x="1239195" y="192885"/>
                    <a:pt x="1238859" y="193188"/>
                  </a:cubicBezTo>
                  <a:cubicBezTo>
                    <a:pt x="1238522" y="193524"/>
                    <a:pt x="1235931" y="194264"/>
                    <a:pt x="1233541" y="195139"/>
                  </a:cubicBezTo>
                  <a:cubicBezTo>
                    <a:pt x="1231152" y="196014"/>
                    <a:pt x="1228863" y="196014"/>
                    <a:pt x="1227551" y="196215"/>
                  </a:cubicBezTo>
                  <a:cubicBezTo>
                    <a:pt x="1226238" y="196417"/>
                    <a:pt x="1222435" y="196215"/>
                    <a:pt x="1217656" y="196552"/>
                  </a:cubicBezTo>
                  <a:cubicBezTo>
                    <a:pt x="1212878" y="196888"/>
                    <a:pt x="1213753" y="196316"/>
                    <a:pt x="1213416" y="196653"/>
                  </a:cubicBezTo>
                  <a:cubicBezTo>
                    <a:pt x="1213079" y="196989"/>
                    <a:pt x="1207998" y="197628"/>
                    <a:pt x="1207998" y="197628"/>
                  </a:cubicBezTo>
                  <a:cubicBezTo>
                    <a:pt x="1207998" y="197628"/>
                    <a:pt x="1203858" y="196417"/>
                    <a:pt x="1202344" y="196115"/>
                  </a:cubicBezTo>
                  <a:cubicBezTo>
                    <a:pt x="1200829" y="195778"/>
                    <a:pt x="1199315" y="195677"/>
                    <a:pt x="1197666" y="195341"/>
                  </a:cubicBezTo>
                  <a:cubicBezTo>
                    <a:pt x="1196050" y="195004"/>
                    <a:pt x="1193863" y="195442"/>
                    <a:pt x="1192988" y="195341"/>
                  </a:cubicBezTo>
                  <a:cubicBezTo>
                    <a:pt x="1192113" y="195240"/>
                    <a:pt x="1190161" y="193289"/>
                    <a:pt x="1189723" y="193053"/>
                  </a:cubicBezTo>
                  <a:cubicBezTo>
                    <a:pt x="1189286" y="192851"/>
                    <a:pt x="1181680" y="189353"/>
                    <a:pt x="1180266" y="189790"/>
                  </a:cubicBezTo>
                  <a:cubicBezTo>
                    <a:pt x="1178853" y="190228"/>
                    <a:pt x="1179189" y="190665"/>
                    <a:pt x="1176800" y="193154"/>
                  </a:cubicBezTo>
                  <a:cubicBezTo>
                    <a:pt x="1174410" y="195644"/>
                    <a:pt x="1172021" y="195778"/>
                    <a:pt x="1170708" y="195778"/>
                  </a:cubicBezTo>
                  <a:cubicBezTo>
                    <a:pt x="1169396" y="195778"/>
                    <a:pt x="1167006" y="192751"/>
                    <a:pt x="1166569" y="192313"/>
                  </a:cubicBezTo>
                  <a:cubicBezTo>
                    <a:pt x="1166131" y="191876"/>
                    <a:pt x="1162766" y="188613"/>
                    <a:pt x="1162530" y="188277"/>
                  </a:cubicBezTo>
                  <a:cubicBezTo>
                    <a:pt x="1162295" y="187940"/>
                    <a:pt x="1160477" y="185014"/>
                    <a:pt x="1159602" y="184374"/>
                  </a:cubicBezTo>
                  <a:cubicBezTo>
                    <a:pt x="1158727" y="183735"/>
                    <a:pt x="1156876" y="183601"/>
                    <a:pt x="1156876" y="183601"/>
                  </a:cubicBezTo>
                  <a:cubicBezTo>
                    <a:pt x="1156876" y="183601"/>
                    <a:pt x="1148294" y="181851"/>
                    <a:pt x="1147419" y="181851"/>
                  </a:cubicBezTo>
                  <a:cubicBezTo>
                    <a:pt x="1146544" y="181851"/>
                    <a:pt x="1137861" y="180775"/>
                    <a:pt x="1137861" y="180775"/>
                  </a:cubicBezTo>
                  <a:lnTo>
                    <a:pt x="1125140" y="177949"/>
                  </a:lnTo>
                  <a:lnTo>
                    <a:pt x="1121102" y="177949"/>
                  </a:lnTo>
                  <a:cubicBezTo>
                    <a:pt x="1121102" y="177949"/>
                    <a:pt x="1116323" y="177142"/>
                    <a:pt x="1115347" y="177041"/>
                  </a:cubicBezTo>
                  <a:cubicBezTo>
                    <a:pt x="1114371" y="176940"/>
                    <a:pt x="1111005" y="176133"/>
                    <a:pt x="1110029" y="176133"/>
                  </a:cubicBezTo>
                  <a:cubicBezTo>
                    <a:pt x="1109053" y="176133"/>
                    <a:pt x="1107101" y="175258"/>
                    <a:pt x="1106327" y="175056"/>
                  </a:cubicBezTo>
                  <a:cubicBezTo>
                    <a:pt x="1105553" y="174821"/>
                    <a:pt x="1102087" y="173643"/>
                    <a:pt x="1101447" y="173307"/>
                  </a:cubicBezTo>
                  <a:cubicBezTo>
                    <a:pt x="1100808" y="172971"/>
                    <a:pt x="1099495" y="171793"/>
                    <a:pt x="1098957" y="171255"/>
                  </a:cubicBezTo>
                  <a:cubicBezTo>
                    <a:pt x="1098418" y="170717"/>
                    <a:pt x="1096904" y="169943"/>
                    <a:pt x="1096466" y="169640"/>
                  </a:cubicBezTo>
                  <a:cubicBezTo>
                    <a:pt x="1096029" y="169304"/>
                    <a:pt x="1093303" y="167050"/>
                    <a:pt x="1092327" y="166377"/>
                  </a:cubicBezTo>
                  <a:cubicBezTo>
                    <a:pt x="1091351" y="165738"/>
                    <a:pt x="1089836" y="164426"/>
                    <a:pt x="1088726" y="163350"/>
                  </a:cubicBezTo>
                  <a:cubicBezTo>
                    <a:pt x="1087649" y="162273"/>
                    <a:pt x="1086538" y="162139"/>
                    <a:pt x="1085360" y="161600"/>
                  </a:cubicBezTo>
                  <a:cubicBezTo>
                    <a:pt x="1084149" y="161062"/>
                    <a:pt x="1082971" y="160087"/>
                    <a:pt x="1081355" y="159010"/>
                  </a:cubicBezTo>
                  <a:cubicBezTo>
                    <a:pt x="1079706" y="157934"/>
                    <a:pt x="1079067" y="157698"/>
                    <a:pt x="1078730" y="157362"/>
                  </a:cubicBezTo>
                  <a:cubicBezTo>
                    <a:pt x="1078394" y="157025"/>
                    <a:pt x="1076442" y="155310"/>
                    <a:pt x="1076442" y="155310"/>
                  </a:cubicBezTo>
                  <a:cubicBezTo>
                    <a:pt x="1076442" y="155310"/>
                    <a:pt x="1072841" y="152719"/>
                    <a:pt x="1072201" y="151845"/>
                  </a:cubicBezTo>
                  <a:cubicBezTo>
                    <a:pt x="1071562" y="150970"/>
                    <a:pt x="1070115" y="150331"/>
                    <a:pt x="1069812" y="150096"/>
                  </a:cubicBezTo>
                  <a:cubicBezTo>
                    <a:pt x="1069475" y="149894"/>
                    <a:pt x="1067321" y="148245"/>
                    <a:pt x="1066884" y="148245"/>
                  </a:cubicBezTo>
                  <a:cubicBezTo>
                    <a:pt x="1066446" y="148245"/>
                    <a:pt x="1063956" y="145756"/>
                    <a:pt x="1063081" y="145655"/>
                  </a:cubicBezTo>
                  <a:cubicBezTo>
                    <a:pt x="1062206" y="145554"/>
                    <a:pt x="1059076" y="143267"/>
                    <a:pt x="1059076" y="143267"/>
                  </a:cubicBezTo>
                  <a:lnTo>
                    <a:pt x="1057764" y="143267"/>
                  </a:lnTo>
                  <a:lnTo>
                    <a:pt x="1054768" y="141753"/>
                  </a:lnTo>
                  <a:cubicBezTo>
                    <a:pt x="1054768" y="141753"/>
                    <a:pt x="1053456" y="141215"/>
                    <a:pt x="1052985" y="141215"/>
                  </a:cubicBezTo>
                  <a:cubicBezTo>
                    <a:pt x="1052513" y="141215"/>
                    <a:pt x="1051504" y="140777"/>
                    <a:pt x="1051302" y="140777"/>
                  </a:cubicBezTo>
                  <a:cubicBezTo>
                    <a:pt x="1051100" y="140777"/>
                    <a:pt x="1050932" y="140710"/>
                    <a:pt x="1050932" y="140710"/>
                  </a:cubicBezTo>
                  <a:cubicBezTo>
                    <a:pt x="1050932" y="140710"/>
                    <a:pt x="1049586" y="139634"/>
                    <a:pt x="1049148" y="138759"/>
                  </a:cubicBezTo>
                  <a:cubicBezTo>
                    <a:pt x="1048710" y="137884"/>
                    <a:pt x="1047095" y="137514"/>
                    <a:pt x="1046321" y="136909"/>
                  </a:cubicBezTo>
                  <a:cubicBezTo>
                    <a:pt x="1045547" y="136303"/>
                    <a:pt x="1045109" y="135967"/>
                    <a:pt x="1044571" y="135967"/>
                  </a:cubicBezTo>
                  <a:cubicBezTo>
                    <a:pt x="1044032" y="135967"/>
                    <a:pt x="1043393" y="135429"/>
                    <a:pt x="1041037" y="136404"/>
                  </a:cubicBezTo>
                  <a:cubicBezTo>
                    <a:pt x="1038715" y="137380"/>
                    <a:pt x="1040230" y="136942"/>
                    <a:pt x="1039960" y="137043"/>
                  </a:cubicBezTo>
                  <a:cubicBezTo>
                    <a:pt x="1039691" y="137144"/>
                    <a:pt x="1039590" y="137548"/>
                    <a:pt x="1039388" y="137851"/>
                  </a:cubicBezTo>
                  <a:cubicBezTo>
                    <a:pt x="1039186" y="138187"/>
                    <a:pt x="1039153" y="138759"/>
                    <a:pt x="1039153" y="138994"/>
                  </a:cubicBezTo>
                  <a:cubicBezTo>
                    <a:pt x="1039153" y="139196"/>
                    <a:pt x="1039254" y="139903"/>
                    <a:pt x="1039388" y="140138"/>
                  </a:cubicBezTo>
                  <a:cubicBezTo>
                    <a:pt x="1039489" y="140340"/>
                    <a:pt x="1039254" y="141349"/>
                    <a:pt x="1039254" y="141349"/>
                  </a:cubicBezTo>
                  <a:cubicBezTo>
                    <a:pt x="1039254" y="141349"/>
                    <a:pt x="1039556" y="142358"/>
                    <a:pt x="1039254" y="142796"/>
                  </a:cubicBezTo>
                  <a:cubicBezTo>
                    <a:pt x="1038951" y="143233"/>
                    <a:pt x="1037806" y="145420"/>
                    <a:pt x="1037806" y="145420"/>
                  </a:cubicBezTo>
                  <a:lnTo>
                    <a:pt x="1035484" y="147875"/>
                  </a:lnTo>
                  <a:lnTo>
                    <a:pt x="1033162" y="151643"/>
                  </a:lnTo>
                  <a:lnTo>
                    <a:pt x="1031277" y="153964"/>
                  </a:lnTo>
                  <a:lnTo>
                    <a:pt x="1029830" y="156151"/>
                  </a:lnTo>
                  <a:lnTo>
                    <a:pt x="1028080" y="159346"/>
                  </a:lnTo>
                  <a:lnTo>
                    <a:pt x="1024446" y="161802"/>
                  </a:lnTo>
                  <a:cubicBezTo>
                    <a:pt x="1024446" y="161802"/>
                    <a:pt x="1021686" y="164392"/>
                    <a:pt x="1020239" y="165435"/>
                  </a:cubicBezTo>
                  <a:cubicBezTo>
                    <a:pt x="1018791" y="166444"/>
                    <a:pt x="1015594" y="169203"/>
                    <a:pt x="1014450" y="169775"/>
                  </a:cubicBezTo>
                  <a:cubicBezTo>
                    <a:pt x="1013306" y="170347"/>
                    <a:pt x="1010815" y="174854"/>
                    <a:pt x="1010815" y="174854"/>
                  </a:cubicBezTo>
                  <a:cubicBezTo>
                    <a:pt x="1010815" y="174854"/>
                    <a:pt x="1009234" y="178319"/>
                    <a:pt x="1008628" y="179362"/>
                  </a:cubicBezTo>
                  <a:cubicBezTo>
                    <a:pt x="1008056" y="180371"/>
                    <a:pt x="1007181" y="184273"/>
                    <a:pt x="1006743" y="185148"/>
                  </a:cubicBezTo>
                  <a:cubicBezTo>
                    <a:pt x="1006306" y="186023"/>
                    <a:pt x="1004421" y="190059"/>
                    <a:pt x="1003983" y="190665"/>
                  </a:cubicBezTo>
                  <a:cubicBezTo>
                    <a:pt x="1003546" y="191237"/>
                    <a:pt x="1000517" y="196451"/>
                    <a:pt x="1000080" y="197056"/>
                  </a:cubicBezTo>
                  <a:cubicBezTo>
                    <a:pt x="999642" y="197628"/>
                    <a:pt x="997185" y="203852"/>
                    <a:pt x="997185" y="203852"/>
                  </a:cubicBezTo>
                  <a:lnTo>
                    <a:pt x="995435" y="207485"/>
                  </a:lnTo>
                  <a:lnTo>
                    <a:pt x="989781" y="212564"/>
                  </a:lnTo>
                  <a:lnTo>
                    <a:pt x="987459" y="217476"/>
                  </a:lnTo>
                  <a:cubicBezTo>
                    <a:pt x="987459" y="217476"/>
                    <a:pt x="983690" y="221546"/>
                    <a:pt x="983555" y="222118"/>
                  </a:cubicBezTo>
                  <a:cubicBezTo>
                    <a:pt x="983421" y="222690"/>
                    <a:pt x="979214" y="229081"/>
                    <a:pt x="979214" y="229081"/>
                  </a:cubicBezTo>
                  <a:lnTo>
                    <a:pt x="976319" y="231840"/>
                  </a:lnTo>
                  <a:lnTo>
                    <a:pt x="973863" y="235305"/>
                  </a:lnTo>
                  <a:cubicBezTo>
                    <a:pt x="973863" y="235305"/>
                    <a:pt x="970665" y="238063"/>
                    <a:pt x="969521" y="238635"/>
                  </a:cubicBezTo>
                  <a:cubicBezTo>
                    <a:pt x="968377" y="239207"/>
                    <a:pt x="966492" y="242705"/>
                    <a:pt x="966055" y="242975"/>
                  </a:cubicBezTo>
                  <a:cubicBezTo>
                    <a:pt x="965617" y="243277"/>
                    <a:pt x="964305" y="246002"/>
                    <a:pt x="963867" y="246439"/>
                  </a:cubicBezTo>
                  <a:cubicBezTo>
                    <a:pt x="963430" y="246877"/>
                    <a:pt x="960098" y="249198"/>
                    <a:pt x="960098" y="249198"/>
                  </a:cubicBezTo>
                  <a:cubicBezTo>
                    <a:pt x="960098" y="249198"/>
                    <a:pt x="957641" y="251654"/>
                    <a:pt x="956631" y="252394"/>
                  </a:cubicBezTo>
                  <a:cubicBezTo>
                    <a:pt x="955622" y="253100"/>
                    <a:pt x="954612" y="255859"/>
                    <a:pt x="952896" y="257305"/>
                  </a:cubicBezTo>
                  <a:cubicBezTo>
                    <a:pt x="951213" y="258752"/>
                    <a:pt x="949530" y="261073"/>
                    <a:pt x="949093" y="261207"/>
                  </a:cubicBezTo>
                  <a:cubicBezTo>
                    <a:pt x="948655" y="261342"/>
                    <a:pt x="948790" y="265850"/>
                    <a:pt x="948790" y="265850"/>
                  </a:cubicBezTo>
                  <a:lnTo>
                    <a:pt x="948655" y="270189"/>
                  </a:lnTo>
                  <a:lnTo>
                    <a:pt x="947511" y="276412"/>
                  </a:lnTo>
                  <a:cubicBezTo>
                    <a:pt x="947511" y="276412"/>
                    <a:pt x="945492" y="278868"/>
                    <a:pt x="944920" y="279305"/>
                  </a:cubicBezTo>
                  <a:cubicBezTo>
                    <a:pt x="944348" y="279743"/>
                    <a:pt x="942160" y="282770"/>
                    <a:pt x="941723" y="282938"/>
                  </a:cubicBezTo>
                  <a:cubicBezTo>
                    <a:pt x="941285" y="283073"/>
                    <a:pt x="939838" y="286572"/>
                    <a:pt x="939838" y="286572"/>
                  </a:cubicBezTo>
                  <a:cubicBezTo>
                    <a:pt x="939838" y="286572"/>
                    <a:pt x="938525" y="288455"/>
                    <a:pt x="938391" y="288893"/>
                  </a:cubicBezTo>
                  <a:cubicBezTo>
                    <a:pt x="938256" y="289330"/>
                    <a:pt x="936944" y="291348"/>
                    <a:pt x="936944" y="291348"/>
                  </a:cubicBezTo>
                  <a:lnTo>
                    <a:pt x="936506" y="295419"/>
                  </a:lnTo>
                  <a:lnTo>
                    <a:pt x="936506" y="298043"/>
                  </a:lnTo>
                  <a:cubicBezTo>
                    <a:pt x="936506" y="298043"/>
                    <a:pt x="937011" y="300061"/>
                    <a:pt x="937314" y="301373"/>
                  </a:cubicBezTo>
                  <a:cubicBezTo>
                    <a:pt x="937617" y="302685"/>
                    <a:pt x="938694" y="304131"/>
                    <a:pt x="939131" y="304434"/>
                  </a:cubicBezTo>
                  <a:cubicBezTo>
                    <a:pt x="939569" y="304737"/>
                    <a:pt x="940006" y="305174"/>
                    <a:pt x="940881" y="305881"/>
                  </a:cubicBezTo>
                  <a:cubicBezTo>
                    <a:pt x="941756" y="306587"/>
                    <a:pt x="943338" y="308639"/>
                    <a:pt x="943338" y="308639"/>
                  </a:cubicBezTo>
                  <a:lnTo>
                    <a:pt x="944045" y="311095"/>
                  </a:lnTo>
                  <a:lnTo>
                    <a:pt x="945795" y="314122"/>
                  </a:lnTo>
                  <a:cubicBezTo>
                    <a:pt x="945795" y="314122"/>
                    <a:pt x="948992" y="318193"/>
                    <a:pt x="948992" y="318596"/>
                  </a:cubicBezTo>
                  <a:cubicBezTo>
                    <a:pt x="948992" y="319034"/>
                    <a:pt x="950304" y="320480"/>
                    <a:pt x="950304" y="320480"/>
                  </a:cubicBezTo>
                  <a:lnTo>
                    <a:pt x="951752" y="323508"/>
                  </a:lnTo>
                  <a:cubicBezTo>
                    <a:pt x="951752" y="323508"/>
                    <a:pt x="952324" y="324080"/>
                    <a:pt x="952761" y="330034"/>
                  </a:cubicBezTo>
                  <a:cubicBezTo>
                    <a:pt x="953199" y="335988"/>
                    <a:pt x="952761" y="332052"/>
                    <a:pt x="952761" y="333667"/>
                  </a:cubicBezTo>
                  <a:cubicBezTo>
                    <a:pt x="952761" y="335248"/>
                    <a:pt x="950877" y="334542"/>
                    <a:pt x="950439" y="334542"/>
                  </a:cubicBezTo>
                  <a:cubicBezTo>
                    <a:pt x="950002" y="334542"/>
                    <a:pt x="946670" y="334979"/>
                    <a:pt x="945795" y="335282"/>
                  </a:cubicBezTo>
                  <a:cubicBezTo>
                    <a:pt x="944920" y="335584"/>
                    <a:pt x="939569" y="335282"/>
                    <a:pt x="938121" y="335282"/>
                  </a:cubicBezTo>
                  <a:cubicBezTo>
                    <a:pt x="936674" y="335282"/>
                    <a:pt x="933780" y="334844"/>
                    <a:pt x="933780" y="334844"/>
                  </a:cubicBezTo>
                  <a:lnTo>
                    <a:pt x="927991" y="332221"/>
                  </a:lnTo>
                  <a:lnTo>
                    <a:pt x="922775" y="330202"/>
                  </a:lnTo>
                  <a:lnTo>
                    <a:pt x="918871" y="329630"/>
                  </a:lnTo>
                  <a:lnTo>
                    <a:pt x="914967" y="327444"/>
                  </a:lnTo>
                  <a:lnTo>
                    <a:pt x="911063" y="324685"/>
                  </a:lnTo>
                  <a:lnTo>
                    <a:pt x="908304" y="323373"/>
                  </a:lnTo>
                  <a:lnTo>
                    <a:pt x="903962" y="318294"/>
                  </a:lnTo>
                  <a:lnTo>
                    <a:pt x="898173" y="312205"/>
                  </a:lnTo>
                  <a:lnTo>
                    <a:pt x="892250" y="311902"/>
                  </a:lnTo>
                  <a:lnTo>
                    <a:pt x="870644" y="311902"/>
                  </a:lnTo>
                  <a:cubicBezTo>
                    <a:pt x="870644" y="311902"/>
                    <a:pt x="867178" y="311095"/>
                    <a:pt x="858192" y="311969"/>
                  </a:cubicBezTo>
                  <a:cubicBezTo>
                    <a:pt x="849206" y="312844"/>
                    <a:pt x="847187" y="311599"/>
                    <a:pt x="840086" y="311599"/>
                  </a:cubicBezTo>
                  <a:cubicBezTo>
                    <a:pt x="832985" y="311599"/>
                    <a:pt x="834735" y="310725"/>
                    <a:pt x="825311" y="309581"/>
                  </a:cubicBezTo>
                  <a:cubicBezTo>
                    <a:pt x="815888" y="308437"/>
                    <a:pt x="820398" y="309446"/>
                    <a:pt x="817066" y="309446"/>
                  </a:cubicBezTo>
                  <a:cubicBezTo>
                    <a:pt x="813734" y="309446"/>
                    <a:pt x="807643" y="309446"/>
                    <a:pt x="800407" y="309144"/>
                  </a:cubicBezTo>
                  <a:cubicBezTo>
                    <a:pt x="793171" y="308841"/>
                    <a:pt x="792734" y="310018"/>
                    <a:pt x="787652" y="310456"/>
                  </a:cubicBezTo>
                  <a:cubicBezTo>
                    <a:pt x="782570" y="310893"/>
                    <a:pt x="781291" y="310456"/>
                    <a:pt x="775906" y="310456"/>
                  </a:cubicBezTo>
                  <a:cubicBezTo>
                    <a:pt x="770555" y="310456"/>
                    <a:pt x="766921" y="310456"/>
                    <a:pt x="762714" y="309581"/>
                  </a:cubicBezTo>
                  <a:cubicBezTo>
                    <a:pt x="758507" y="308706"/>
                    <a:pt x="758507" y="307563"/>
                    <a:pt x="757060" y="306856"/>
                  </a:cubicBezTo>
                  <a:cubicBezTo>
                    <a:pt x="755613" y="306150"/>
                    <a:pt x="751406" y="306823"/>
                    <a:pt x="748949" y="307125"/>
                  </a:cubicBezTo>
                  <a:cubicBezTo>
                    <a:pt x="746492" y="307428"/>
                    <a:pt x="743598" y="306419"/>
                    <a:pt x="741545" y="307125"/>
                  </a:cubicBezTo>
                  <a:cubicBezTo>
                    <a:pt x="739526" y="307865"/>
                    <a:pt x="738651" y="309144"/>
                    <a:pt x="736194" y="310153"/>
                  </a:cubicBezTo>
                  <a:cubicBezTo>
                    <a:pt x="733737" y="311162"/>
                    <a:pt x="733603" y="312609"/>
                    <a:pt x="732290" y="314661"/>
                  </a:cubicBezTo>
                  <a:cubicBezTo>
                    <a:pt x="730978" y="316679"/>
                    <a:pt x="731415" y="317991"/>
                    <a:pt x="731415" y="317991"/>
                  </a:cubicBezTo>
                  <a:cubicBezTo>
                    <a:pt x="731415" y="317991"/>
                    <a:pt x="731415" y="321624"/>
                    <a:pt x="731415" y="323777"/>
                  </a:cubicBezTo>
                  <a:cubicBezTo>
                    <a:pt x="731415" y="325930"/>
                    <a:pt x="735184" y="327679"/>
                    <a:pt x="735184" y="327679"/>
                  </a:cubicBezTo>
                  <a:cubicBezTo>
                    <a:pt x="735184" y="327679"/>
                    <a:pt x="736497" y="327982"/>
                    <a:pt x="738954" y="329294"/>
                  </a:cubicBezTo>
                  <a:cubicBezTo>
                    <a:pt x="741410" y="330606"/>
                    <a:pt x="741410" y="329731"/>
                    <a:pt x="741983" y="330000"/>
                  </a:cubicBezTo>
                  <a:cubicBezTo>
                    <a:pt x="742555" y="330303"/>
                    <a:pt x="744574" y="330875"/>
                    <a:pt x="745617" y="331178"/>
                  </a:cubicBezTo>
                  <a:cubicBezTo>
                    <a:pt x="746627" y="331480"/>
                    <a:pt x="747637" y="331178"/>
                    <a:pt x="747637" y="331178"/>
                  </a:cubicBezTo>
                  <a:cubicBezTo>
                    <a:pt x="747637" y="331178"/>
                    <a:pt x="749521" y="333633"/>
                    <a:pt x="749521" y="334205"/>
                  </a:cubicBezTo>
                  <a:cubicBezTo>
                    <a:pt x="749521" y="334777"/>
                    <a:pt x="749084" y="335214"/>
                    <a:pt x="749084" y="336964"/>
                  </a:cubicBezTo>
                  <a:cubicBezTo>
                    <a:pt x="749084" y="338713"/>
                    <a:pt x="748781" y="340597"/>
                    <a:pt x="748646" y="341000"/>
                  </a:cubicBezTo>
                  <a:cubicBezTo>
                    <a:pt x="748512" y="341438"/>
                    <a:pt x="748074" y="344028"/>
                    <a:pt x="748343" y="344768"/>
                  </a:cubicBezTo>
                  <a:cubicBezTo>
                    <a:pt x="748646" y="345508"/>
                    <a:pt x="750093" y="346652"/>
                    <a:pt x="752685" y="348973"/>
                  </a:cubicBezTo>
                  <a:cubicBezTo>
                    <a:pt x="755276" y="351294"/>
                    <a:pt x="754132" y="354759"/>
                    <a:pt x="753829" y="355331"/>
                  </a:cubicBezTo>
                  <a:cubicBezTo>
                    <a:pt x="753526" y="355903"/>
                    <a:pt x="753829" y="360545"/>
                    <a:pt x="753829" y="361117"/>
                  </a:cubicBezTo>
                  <a:cubicBezTo>
                    <a:pt x="753829" y="361689"/>
                    <a:pt x="752516" y="366768"/>
                    <a:pt x="752516" y="367340"/>
                  </a:cubicBezTo>
                  <a:cubicBezTo>
                    <a:pt x="752516" y="367912"/>
                    <a:pt x="751776" y="371680"/>
                    <a:pt x="751675" y="372252"/>
                  </a:cubicBezTo>
                  <a:cubicBezTo>
                    <a:pt x="751574" y="372824"/>
                    <a:pt x="751776" y="377163"/>
                    <a:pt x="751641" y="378610"/>
                  </a:cubicBezTo>
                  <a:cubicBezTo>
                    <a:pt x="751507" y="380056"/>
                    <a:pt x="751776" y="381805"/>
                    <a:pt x="751641" y="382377"/>
                  </a:cubicBezTo>
                  <a:cubicBezTo>
                    <a:pt x="751507" y="382949"/>
                    <a:pt x="751069" y="385842"/>
                    <a:pt x="750194" y="388029"/>
                  </a:cubicBezTo>
                  <a:cubicBezTo>
                    <a:pt x="749319" y="390215"/>
                    <a:pt x="749925" y="394252"/>
                    <a:pt x="749353" y="397010"/>
                  </a:cubicBezTo>
                  <a:cubicBezTo>
                    <a:pt x="748781" y="399769"/>
                    <a:pt x="747771" y="402090"/>
                    <a:pt x="747468" y="402965"/>
                  </a:cubicBezTo>
                  <a:cubicBezTo>
                    <a:pt x="747165" y="403839"/>
                    <a:pt x="747165" y="407035"/>
                    <a:pt x="747165" y="409491"/>
                  </a:cubicBezTo>
                  <a:cubicBezTo>
                    <a:pt x="747165" y="411946"/>
                    <a:pt x="744540" y="413393"/>
                    <a:pt x="744540" y="413393"/>
                  </a:cubicBezTo>
                  <a:cubicBezTo>
                    <a:pt x="744540" y="413393"/>
                    <a:pt x="744103" y="421366"/>
                    <a:pt x="744103" y="422509"/>
                  </a:cubicBezTo>
                  <a:cubicBezTo>
                    <a:pt x="744103" y="423687"/>
                    <a:pt x="744237" y="425133"/>
                    <a:pt x="744406" y="427723"/>
                  </a:cubicBezTo>
                  <a:cubicBezTo>
                    <a:pt x="744540" y="430347"/>
                    <a:pt x="745146" y="432635"/>
                    <a:pt x="745415" y="434956"/>
                  </a:cubicBezTo>
                  <a:cubicBezTo>
                    <a:pt x="745718" y="437277"/>
                    <a:pt x="745415" y="437277"/>
                    <a:pt x="745718" y="439598"/>
                  </a:cubicBezTo>
                  <a:cubicBezTo>
                    <a:pt x="746021" y="441919"/>
                    <a:pt x="745281" y="444812"/>
                    <a:pt x="745281" y="444812"/>
                  </a:cubicBezTo>
                  <a:cubicBezTo>
                    <a:pt x="745281" y="444812"/>
                    <a:pt x="745281" y="446696"/>
                    <a:pt x="745281" y="448008"/>
                  </a:cubicBezTo>
                  <a:cubicBezTo>
                    <a:pt x="745281" y="449320"/>
                    <a:pt x="745786" y="450464"/>
                    <a:pt x="746526" y="452650"/>
                  </a:cubicBezTo>
                  <a:cubicBezTo>
                    <a:pt x="747233" y="454837"/>
                    <a:pt x="746896" y="456418"/>
                    <a:pt x="746896" y="458436"/>
                  </a:cubicBezTo>
                  <a:cubicBezTo>
                    <a:pt x="746896" y="460455"/>
                    <a:pt x="746896" y="461767"/>
                    <a:pt x="746459" y="465097"/>
                  </a:cubicBezTo>
                  <a:cubicBezTo>
                    <a:pt x="746021" y="468427"/>
                    <a:pt x="745886" y="467687"/>
                    <a:pt x="745146" y="470614"/>
                  </a:cubicBezTo>
                  <a:cubicBezTo>
                    <a:pt x="744406" y="473507"/>
                    <a:pt x="745584" y="473070"/>
                    <a:pt x="746459" y="474819"/>
                  </a:cubicBezTo>
                  <a:cubicBezTo>
                    <a:pt x="747334" y="476568"/>
                    <a:pt x="747031" y="478452"/>
                    <a:pt x="747031" y="478452"/>
                  </a:cubicBezTo>
                  <a:cubicBezTo>
                    <a:pt x="747031" y="478452"/>
                    <a:pt x="743834" y="483801"/>
                    <a:pt x="744002" y="484541"/>
                  </a:cubicBezTo>
                  <a:cubicBezTo>
                    <a:pt x="744136" y="485247"/>
                    <a:pt x="745011" y="485987"/>
                    <a:pt x="745449" y="486559"/>
                  </a:cubicBezTo>
                  <a:cubicBezTo>
                    <a:pt x="745886" y="487131"/>
                    <a:pt x="746459" y="488880"/>
                    <a:pt x="746593" y="489452"/>
                  </a:cubicBezTo>
                  <a:cubicBezTo>
                    <a:pt x="746728" y="490024"/>
                    <a:pt x="746896" y="491033"/>
                    <a:pt x="746896" y="491033"/>
                  </a:cubicBezTo>
                  <a:cubicBezTo>
                    <a:pt x="746896" y="491033"/>
                    <a:pt x="746762" y="494666"/>
                    <a:pt x="746459" y="495104"/>
                  </a:cubicBezTo>
                  <a:cubicBezTo>
                    <a:pt x="746156" y="495541"/>
                    <a:pt x="746762" y="500318"/>
                    <a:pt x="746762" y="500755"/>
                  </a:cubicBezTo>
                  <a:cubicBezTo>
                    <a:pt x="746762" y="501192"/>
                    <a:pt x="741680" y="504388"/>
                    <a:pt x="743295" y="506104"/>
                  </a:cubicBezTo>
                  <a:cubicBezTo>
                    <a:pt x="744877" y="507853"/>
                    <a:pt x="743867" y="507988"/>
                    <a:pt x="746055" y="510881"/>
                  </a:cubicBezTo>
                  <a:cubicBezTo>
                    <a:pt x="748242" y="513774"/>
                    <a:pt x="747064" y="512193"/>
                    <a:pt x="749252" y="514514"/>
                  </a:cubicBezTo>
                  <a:cubicBezTo>
                    <a:pt x="751439" y="516835"/>
                    <a:pt x="749387" y="517541"/>
                    <a:pt x="749252" y="518416"/>
                  </a:cubicBezTo>
                  <a:cubicBezTo>
                    <a:pt x="749117" y="519291"/>
                    <a:pt x="743901" y="518281"/>
                    <a:pt x="743295" y="518416"/>
                  </a:cubicBezTo>
                  <a:cubicBezTo>
                    <a:pt x="742723" y="518550"/>
                    <a:pt x="742151" y="519560"/>
                    <a:pt x="741276" y="520165"/>
                  </a:cubicBezTo>
                  <a:cubicBezTo>
                    <a:pt x="740401" y="520737"/>
                    <a:pt x="739526" y="520905"/>
                    <a:pt x="738516" y="521612"/>
                  </a:cubicBezTo>
                  <a:cubicBezTo>
                    <a:pt x="737507" y="522318"/>
                    <a:pt x="736497" y="521612"/>
                    <a:pt x="736497" y="521612"/>
                  </a:cubicBezTo>
                  <a:lnTo>
                    <a:pt x="730978" y="523024"/>
                  </a:lnTo>
                  <a:cubicBezTo>
                    <a:pt x="730978" y="523024"/>
                    <a:pt x="729968" y="522924"/>
                    <a:pt x="728958" y="523058"/>
                  </a:cubicBezTo>
                  <a:cubicBezTo>
                    <a:pt x="727949" y="523193"/>
                    <a:pt x="726636" y="522924"/>
                    <a:pt x="725626" y="523058"/>
                  </a:cubicBezTo>
                  <a:cubicBezTo>
                    <a:pt x="724617" y="523193"/>
                    <a:pt x="723304" y="523361"/>
                    <a:pt x="722598" y="523630"/>
                  </a:cubicBezTo>
                  <a:cubicBezTo>
                    <a:pt x="721857" y="523933"/>
                    <a:pt x="720848" y="523933"/>
                    <a:pt x="718963" y="524370"/>
                  </a:cubicBezTo>
                  <a:cubicBezTo>
                    <a:pt x="717078" y="524807"/>
                    <a:pt x="716203" y="525951"/>
                    <a:pt x="715631" y="526119"/>
                  </a:cubicBezTo>
                  <a:cubicBezTo>
                    <a:pt x="715059" y="526254"/>
                    <a:pt x="714319" y="527129"/>
                    <a:pt x="714319" y="527129"/>
                  </a:cubicBezTo>
                  <a:cubicBezTo>
                    <a:pt x="714319" y="527129"/>
                    <a:pt x="711996" y="529450"/>
                    <a:pt x="711862" y="529887"/>
                  </a:cubicBezTo>
                  <a:cubicBezTo>
                    <a:pt x="711727" y="530324"/>
                    <a:pt x="710852" y="530896"/>
                    <a:pt x="710280" y="532040"/>
                  </a:cubicBezTo>
                  <a:cubicBezTo>
                    <a:pt x="709708" y="533217"/>
                    <a:pt x="709977" y="533924"/>
                    <a:pt x="709977" y="533924"/>
                  </a:cubicBezTo>
                  <a:cubicBezTo>
                    <a:pt x="709977" y="533924"/>
                    <a:pt x="709977" y="534496"/>
                    <a:pt x="710280" y="535068"/>
                  </a:cubicBezTo>
                  <a:cubicBezTo>
                    <a:pt x="710583" y="535639"/>
                    <a:pt x="712165" y="537826"/>
                    <a:pt x="713746" y="539273"/>
                  </a:cubicBezTo>
                  <a:cubicBezTo>
                    <a:pt x="715328" y="540719"/>
                    <a:pt x="714891" y="540013"/>
                    <a:pt x="716506" y="540584"/>
                  </a:cubicBezTo>
                  <a:cubicBezTo>
                    <a:pt x="718088" y="541156"/>
                    <a:pt x="716506" y="541291"/>
                    <a:pt x="716506" y="541728"/>
                  </a:cubicBezTo>
                  <a:cubicBezTo>
                    <a:pt x="716506" y="542165"/>
                    <a:pt x="715194" y="543309"/>
                    <a:pt x="714756" y="543612"/>
                  </a:cubicBezTo>
                  <a:cubicBezTo>
                    <a:pt x="714319" y="543881"/>
                    <a:pt x="713174" y="544621"/>
                    <a:pt x="712434" y="545361"/>
                  </a:cubicBezTo>
                  <a:cubicBezTo>
                    <a:pt x="711693" y="546068"/>
                    <a:pt x="709674" y="545361"/>
                    <a:pt x="708799" y="545361"/>
                  </a:cubicBezTo>
                  <a:cubicBezTo>
                    <a:pt x="707924" y="545361"/>
                    <a:pt x="706208" y="546505"/>
                    <a:pt x="706208" y="546505"/>
                  </a:cubicBezTo>
                  <a:lnTo>
                    <a:pt x="702876" y="546505"/>
                  </a:lnTo>
                  <a:lnTo>
                    <a:pt x="698265" y="547581"/>
                  </a:lnTo>
                  <a:cubicBezTo>
                    <a:pt x="698265" y="547581"/>
                    <a:pt x="695674" y="548994"/>
                    <a:pt x="695337" y="549196"/>
                  </a:cubicBezTo>
                  <a:cubicBezTo>
                    <a:pt x="695001" y="549398"/>
                    <a:pt x="691736" y="550407"/>
                    <a:pt x="691433" y="550609"/>
                  </a:cubicBezTo>
                  <a:cubicBezTo>
                    <a:pt x="691097" y="550811"/>
                    <a:pt x="689246" y="551786"/>
                    <a:pt x="688808" y="551786"/>
                  </a:cubicBezTo>
                  <a:cubicBezTo>
                    <a:pt x="688371" y="551786"/>
                    <a:pt x="686183" y="553536"/>
                    <a:pt x="686183" y="553536"/>
                  </a:cubicBezTo>
                  <a:cubicBezTo>
                    <a:pt x="686183" y="553536"/>
                    <a:pt x="683794" y="555487"/>
                    <a:pt x="683457" y="555823"/>
                  </a:cubicBezTo>
                  <a:cubicBezTo>
                    <a:pt x="683121" y="556160"/>
                    <a:pt x="682145" y="557572"/>
                    <a:pt x="681707" y="557875"/>
                  </a:cubicBezTo>
                  <a:cubicBezTo>
                    <a:pt x="681270" y="558212"/>
                    <a:pt x="679082" y="562114"/>
                    <a:pt x="679082" y="562114"/>
                  </a:cubicBezTo>
                  <a:cubicBezTo>
                    <a:pt x="679082" y="562114"/>
                    <a:pt x="677770" y="564300"/>
                    <a:pt x="677770" y="564704"/>
                  </a:cubicBezTo>
                  <a:cubicBezTo>
                    <a:pt x="677770" y="565141"/>
                    <a:pt x="675582" y="568741"/>
                    <a:pt x="675582" y="568741"/>
                  </a:cubicBezTo>
                  <a:cubicBezTo>
                    <a:pt x="675582" y="568741"/>
                    <a:pt x="674707" y="570927"/>
                    <a:pt x="674505" y="571230"/>
                  </a:cubicBezTo>
                  <a:cubicBezTo>
                    <a:pt x="674303" y="571567"/>
                    <a:pt x="673967" y="575132"/>
                    <a:pt x="673967" y="575132"/>
                  </a:cubicBezTo>
                  <a:lnTo>
                    <a:pt x="673967" y="580447"/>
                  </a:lnTo>
                  <a:cubicBezTo>
                    <a:pt x="673967" y="580447"/>
                    <a:pt x="675044" y="585123"/>
                    <a:pt x="675279" y="585897"/>
                  </a:cubicBezTo>
                  <a:cubicBezTo>
                    <a:pt x="675515" y="586671"/>
                    <a:pt x="676491" y="588723"/>
                    <a:pt x="676726" y="589799"/>
                  </a:cubicBezTo>
                  <a:cubicBezTo>
                    <a:pt x="676962" y="590876"/>
                    <a:pt x="677029" y="592087"/>
                    <a:pt x="676693" y="593062"/>
                  </a:cubicBezTo>
                  <a:cubicBezTo>
                    <a:pt x="676356" y="594038"/>
                    <a:pt x="676794" y="594812"/>
                    <a:pt x="676693" y="596224"/>
                  </a:cubicBezTo>
                  <a:cubicBezTo>
                    <a:pt x="676592" y="597637"/>
                    <a:pt x="676356" y="598075"/>
                    <a:pt x="676154" y="599151"/>
                  </a:cubicBezTo>
                  <a:cubicBezTo>
                    <a:pt x="675952" y="600228"/>
                    <a:pt x="675380" y="601203"/>
                    <a:pt x="675279" y="601640"/>
                  </a:cubicBezTo>
                  <a:cubicBezTo>
                    <a:pt x="675178" y="602078"/>
                    <a:pt x="673967" y="602717"/>
                    <a:pt x="673967" y="602717"/>
                  </a:cubicBezTo>
                  <a:cubicBezTo>
                    <a:pt x="673967" y="602717"/>
                    <a:pt x="672217" y="605004"/>
                    <a:pt x="672116" y="605307"/>
                  </a:cubicBezTo>
                  <a:cubicBezTo>
                    <a:pt x="672015" y="605643"/>
                    <a:pt x="671140" y="606384"/>
                    <a:pt x="671140" y="606384"/>
                  </a:cubicBezTo>
                  <a:cubicBezTo>
                    <a:pt x="671140" y="606384"/>
                    <a:pt x="670601" y="607359"/>
                    <a:pt x="669861" y="607796"/>
                  </a:cubicBezTo>
                  <a:cubicBezTo>
                    <a:pt x="669120" y="608234"/>
                    <a:pt x="669524" y="608772"/>
                    <a:pt x="669726" y="609546"/>
                  </a:cubicBezTo>
                  <a:cubicBezTo>
                    <a:pt x="669928" y="610319"/>
                    <a:pt x="669827" y="611598"/>
                    <a:pt x="669726" y="612270"/>
                  </a:cubicBezTo>
                  <a:cubicBezTo>
                    <a:pt x="669625" y="612910"/>
                    <a:pt x="668952" y="614222"/>
                    <a:pt x="668750" y="614558"/>
                  </a:cubicBezTo>
                  <a:cubicBezTo>
                    <a:pt x="668548" y="614894"/>
                    <a:pt x="667774" y="616745"/>
                    <a:pt x="667438" y="616946"/>
                  </a:cubicBezTo>
                  <a:cubicBezTo>
                    <a:pt x="667101" y="617148"/>
                    <a:pt x="666024" y="618561"/>
                    <a:pt x="665048" y="619133"/>
                  </a:cubicBezTo>
                  <a:cubicBezTo>
                    <a:pt x="664072" y="619671"/>
                    <a:pt x="662457" y="621959"/>
                    <a:pt x="662120" y="622161"/>
                  </a:cubicBezTo>
                  <a:cubicBezTo>
                    <a:pt x="661784" y="622396"/>
                    <a:pt x="660505" y="623775"/>
                    <a:pt x="660067" y="623775"/>
                  </a:cubicBezTo>
                  <a:cubicBezTo>
                    <a:pt x="659630" y="623775"/>
                    <a:pt x="657476" y="625625"/>
                    <a:pt x="657139" y="625726"/>
                  </a:cubicBezTo>
                  <a:cubicBezTo>
                    <a:pt x="656803" y="625827"/>
                    <a:pt x="651485" y="626937"/>
                    <a:pt x="651485" y="626937"/>
                  </a:cubicBezTo>
                  <a:cubicBezTo>
                    <a:pt x="651485" y="626937"/>
                    <a:pt x="648557" y="625962"/>
                    <a:pt x="647581" y="625524"/>
                  </a:cubicBezTo>
                  <a:cubicBezTo>
                    <a:pt x="646605" y="625087"/>
                    <a:pt x="644115" y="625188"/>
                    <a:pt x="643678" y="625524"/>
                  </a:cubicBezTo>
                  <a:cubicBezTo>
                    <a:pt x="643240" y="625861"/>
                    <a:pt x="641288" y="625524"/>
                    <a:pt x="641288" y="625524"/>
                  </a:cubicBezTo>
                  <a:cubicBezTo>
                    <a:pt x="641288" y="625524"/>
                    <a:pt x="640211" y="628350"/>
                    <a:pt x="639774" y="628350"/>
                  </a:cubicBezTo>
                  <a:cubicBezTo>
                    <a:pt x="639336" y="628350"/>
                    <a:pt x="636072" y="629965"/>
                    <a:pt x="636072" y="629965"/>
                  </a:cubicBezTo>
                  <a:lnTo>
                    <a:pt x="630653" y="630503"/>
                  </a:lnTo>
                  <a:cubicBezTo>
                    <a:pt x="630653" y="630503"/>
                    <a:pt x="622273" y="631580"/>
                    <a:pt x="620860" y="631580"/>
                  </a:cubicBezTo>
                  <a:cubicBezTo>
                    <a:pt x="619446" y="631580"/>
                    <a:pt x="616619" y="633867"/>
                    <a:pt x="614566" y="635179"/>
                  </a:cubicBezTo>
                  <a:cubicBezTo>
                    <a:pt x="612513" y="636491"/>
                    <a:pt x="611201" y="636356"/>
                    <a:pt x="608710" y="636794"/>
                  </a:cubicBezTo>
                  <a:cubicBezTo>
                    <a:pt x="606220" y="637231"/>
                    <a:pt x="603056" y="638308"/>
                    <a:pt x="601306" y="638980"/>
                  </a:cubicBezTo>
                  <a:cubicBezTo>
                    <a:pt x="599556" y="639619"/>
                    <a:pt x="596965" y="640158"/>
                    <a:pt x="595888" y="640158"/>
                  </a:cubicBezTo>
                  <a:cubicBezTo>
                    <a:pt x="594811" y="640158"/>
                    <a:pt x="591648" y="640931"/>
                    <a:pt x="590335" y="641133"/>
                  </a:cubicBezTo>
                  <a:cubicBezTo>
                    <a:pt x="589023" y="641335"/>
                    <a:pt x="586734" y="641335"/>
                    <a:pt x="585220" y="641772"/>
                  </a:cubicBezTo>
                  <a:cubicBezTo>
                    <a:pt x="583705" y="642210"/>
                    <a:pt x="580441" y="641873"/>
                    <a:pt x="578590" y="642412"/>
                  </a:cubicBezTo>
                  <a:cubicBezTo>
                    <a:pt x="576739" y="642950"/>
                    <a:pt x="574585" y="642311"/>
                    <a:pt x="572835" y="642412"/>
                  </a:cubicBezTo>
                  <a:cubicBezTo>
                    <a:pt x="571085" y="642513"/>
                    <a:pt x="562839" y="642950"/>
                    <a:pt x="561964" y="643488"/>
                  </a:cubicBezTo>
                  <a:cubicBezTo>
                    <a:pt x="561089" y="644026"/>
                    <a:pt x="557959" y="644262"/>
                    <a:pt x="553147" y="648265"/>
                  </a:cubicBezTo>
                  <a:cubicBezTo>
                    <a:pt x="548368" y="652268"/>
                    <a:pt x="545642" y="651730"/>
                    <a:pt x="544228" y="651965"/>
                  </a:cubicBezTo>
                  <a:cubicBezTo>
                    <a:pt x="542815" y="652201"/>
                    <a:pt x="535747" y="652066"/>
                    <a:pt x="526526" y="651427"/>
                  </a:cubicBezTo>
                  <a:cubicBezTo>
                    <a:pt x="517271" y="650788"/>
                    <a:pt x="521108" y="651864"/>
                    <a:pt x="515756" y="652840"/>
                  </a:cubicBezTo>
                  <a:cubicBezTo>
                    <a:pt x="510439" y="653815"/>
                    <a:pt x="511853" y="654253"/>
                    <a:pt x="509564" y="654320"/>
                  </a:cubicBezTo>
                  <a:cubicBezTo>
                    <a:pt x="507276" y="654387"/>
                    <a:pt x="504449" y="656540"/>
                    <a:pt x="500982" y="658054"/>
                  </a:cubicBezTo>
                  <a:cubicBezTo>
                    <a:pt x="497516" y="659568"/>
                    <a:pt x="494790" y="658256"/>
                    <a:pt x="492939" y="658256"/>
                  </a:cubicBezTo>
                  <a:cubicBezTo>
                    <a:pt x="491088" y="658256"/>
                    <a:pt x="486544" y="657919"/>
                    <a:pt x="484794" y="657919"/>
                  </a:cubicBezTo>
                  <a:cubicBezTo>
                    <a:pt x="483044" y="657919"/>
                    <a:pt x="479780" y="656069"/>
                    <a:pt x="478501" y="655968"/>
                  </a:cubicBezTo>
                  <a:cubicBezTo>
                    <a:pt x="477188" y="655867"/>
                    <a:pt x="471972" y="654017"/>
                    <a:pt x="470457" y="654354"/>
                  </a:cubicBezTo>
                  <a:cubicBezTo>
                    <a:pt x="468943" y="654690"/>
                    <a:pt x="465241" y="656204"/>
                    <a:pt x="463390" y="657617"/>
                  </a:cubicBezTo>
                  <a:cubicBezTo>
                    <a:pt x="461539" y="659030"/>
                    <a:pt x="456423" y="658929"/>
                    <a:pt x="455986" y="659030"/>
                  </a:cubicBezTo>
                  <a:cubicBezTo>
                    <a:pt x="455548" y="659131"/>
                    <a:pt x="452284" y="661115"/>
                    <a:pt x="452284" y="661115"/>
                  </a:cubicBezTo>
                  <a:cubicBezTo>
                    <a:pt x="452284" y="661115"/>
                    <a:pt x="447606" y="661115"/>
                    <a:pt x="446967" y="661115"/>
                  </a:cubicBezTo>
                  <a:cubicBezTo>
                    <a:pt x="446327" y="661115"/>
                    <a:pt x="438587" y="661485"/>
                    <a:pt x="437072" y="661923"/>
                  </a:cubicBezTo>
                  <a:cubicBezTo>
                    <a:pt x="435558" y="662360"/>
                    <a:pt x="428692" y="662831"/>
                    <a:pt x="427178" y="663066"/>
                  </a:cubicBezTo>
                  <a:cubicBezTo>
                    <a:pt x="425663" y="663302"/>
                    <a:pt x="420985" y="663504"/>
                    <a:pt x="419908" y="663705"/>
                  </a:cubicBezTo>
                  <a:cubicBezTo>
                    <a:pt x="418831" y="663941"/>
                    <a:pt x="414490" y="666195"/>
                    <a:pt x="414490" y="666195"/>
                  </a:cubicBezTo>
                  <a:cubicBezTo>
                    <a:pt x="414490" y="666195"/>
                    <a:pt x="410148" y="667406"/>
                    <a:pt x="408937" y="667810"/>
                  </a:cubicBezTo>
                  <a:cubicBezTo>
                    <a:pt x="407725" y="668247"/>
                    <a:pt x="402845" y="669996"/>
                    <a:pt x="401331" y="670198"/>
                  </a:cubicBezTo>
                  <a:cubicBezTo>
                    <a:pt x="399816" y="670433"/>
                    <a:pt x="392412" y="670837"/>
                    <a:pt x="392076" y="670837"/>
                  </a:cubicBezTo>
                  <a:cubicBezTo>
                    <a:pt x="391739" y="670837"/>
                    <a:pt x="387398" y="670602"/>
                    <a:pt x="387095" y="670602"/>
                  </a:cubicBezTo>
                  <a:cubicBezTo>
                    <a:pt x="386758" y="670602"/>
                    <a:pt x="378412" y="668751"/>
                    <a:pt x="378412" y="668751"/>
                  </a:cubicBezTo>
                  <a:cubicBezTo>
                    <a:pt x="378412" y="668751"/>
                    <a:pt x="374071" y="667103"/>
                    <a:pt x="373633" y="667103"/>
                  </a:cubicBezTo>
                  <a:cubicBezTo>
                    <a:pt x="373196" y="667103"/>
                    <a:pt x="369931" y="666027"/>
                    <a:pt x="369931" y="666027"/>
                  </a:cubicBezTo>
                  <a:cubicBezTo>
                    <a:pt x="369931" y="666027"/>
                    <a:pt x="366330" y="663537"/>
                    <a:pt x="365926" y="663537"/>
                  </a:cubicBezTo>
                  <a:cubicBezTo>
                    <a:pt x="365489" y="663537"/>
                    <a:pt x="364614" y="663335"/>
                    <a:pt x="363739" y="663100"/>
                  </a:cubicBezTo>
                  <a:cubicBezTo>
                    <a:pt x="362864" y="662898"/>
                    <a:pt x="358421" y="662461"/>
                    <a:pt x="358421" y="662461"/>
                  </a:cubicBezTo>
                  <a:lnTo>
                    <a:pt x="355056" y="663672"/>
                  </a:lnTo>
                  <a:lnTo>
                    <a:pt x="348426" y="665186"/>
                  </a:lnTo>
                  <a:cubicBezTo>
                    <a:pt x="348426" y="665186"/>
                    <a:pt x="345498" y="667036"/>
                    <a:pt x="345060" y="667036"/>
                  </a:cubicBezTo>
                  <a:cubicBezTo>
                    <a:pt x="344623" y="667036"/>
                    <a:pt x="342570" y="669424"/>
                    <a:pt x="342133" y="669761"/>
                  </a:cubicBezTo>
                  <a:cubicBezTo>
                    <a:pt x="341695" y="670097"/>
                    <a:pt x="338330" y="674235"/>
                    <a:pt x="338330" y="674235"/>
                  </a:cubicBezTo>
                  <a:lnTo>
                    <a:pt x="332238" y="677700"/>
                  </a:lnTo>
                  <a:lnTo>
                    <a:pt x="325406" y="684966"/>
                  </a:lnTo>
                  <a:lnTo>
                    <a:pt x="322243" y="687455"/>
                  </a:lnTo>
                  <a:lnTo>
                    <a:pt x="320728" y="690180"/>
                  </a:lnTo>
                  <a:cubicBezTo>
                    <a:pt x="320728" y="690180"/>
                    <a:pt x="316589" y="696269"/>
                    <a:pt x="315949" y="696605"/>
                  </a:cubicBezTo>
                  <a:cubicBezTo>
                    <a:pt x="315310" y="696941"/>
                    <a:pt x="313459" y="699868"/>
                    <a:pt x="312920" y="700608"/>
                  </a:cubicBezTo>
                  <a:cubicBezTo>
                    <a:pt x="312382" y="701382"/>
                    <a:pt x="310867" y="702122"/>
                    <a:pt x="310194" y="702660"/>
                  </a:cubicBezTo>
                  <a:cubicBezTo>
                    <a:pt x="309555" y="703198"/>
                    <a:pt x="307906" y="703972"/>
                    <a:pt x="307906" y="703972"/>
                  </a:cubicBezTo>
                  <a:cubicBezTo>
                    <a:pt x="307906" y="703972"/>
                    <a:pt x="304877" y="707572"/>
                    <a:pt x="304742" y="707975"/>
                  </a:cubicBezTo>
                  <a:cubicBezTo>
                    <a:pt x="304641" y="708413"/>
                    <a:pt x="304204" y="709489"/>
                    <a:pt x="302992" y="710700"/>
                  </a:cubicBezTo>
                  <a:cubicBezTo>
                    <a:pt x="301781" y="711911"/>
                    <a:pt x="300939" y="713290"/>
                    <a:pt x="299627" y="714838"/>
                  </a:cubicBezTo>
                  <a:cubicBezTo>
                    <a:pt x="298314" y="716351"/>
                    <a:pt x="296026" y="717226"/>
                    <a:pt x="294511" y="718000"/>
                  </a:cubicBezTo>
                  <a:cubicBezTo>
                    <a:pt x="292997" y="718774"/>
                    <a:pt x="290069" y="717226"/>
                    <a:pt x="289295" y="717226"/>
                  </a:cubicBezTo>
                  <a:cubicBezTo>
                    <a:pt x="288521" y="717226"/>
                    <a:pt x="287006" y="714501"/>
                    <a:pt x="287006" y="714501"/>
                  </a:cubicBezTo>
                  <a:lnTo>
                    <a:pt x="284617" y="713728"/>
                  </a:lnTo>
                  <a:lnTo>
                    <a:pt x="281352" y="712853"/>
                  </a:lnTo>
                  <a:cubicBezTo>
                    <a:pt x="281352" y="712853"/>
                    <a:pt x="276136" y="710801"/>
                    <a:pt x="275799" y="710902"/>
                  </a:cubicBezTo>
                  <a:cubicBezTo>
                    <a:pt x="275463" y="711003"/>
                    <a:pt x="269708" y="709691"/>
                    <a:pt x="269708" y="709691"/>
                  </a:cubicBezTo>
                  <a:lnTo>
                    <a:pt x="265265" y="709691"/>
                  </a:lnTo>
                  <a:lnTo>
                    <a:pt x="259813" y="709758"/>
                  </a:lnTo>
                  <a:cubicBezTo>
                    <a:pt x="259813" y="709758"/>
                    <a:pt x="253823" y="710027"/>
                    <a:pt x="250457" y="710801"/>
                  </a:cubicBezTo>
                  <a:cubicBezTo>
                    <a:pt x="247092" y="711575"/>
                    <a:pt x="244029" y="710801"/>
                    <a:pt x="243626" y="710801"/>
                  </a:cubicBezTo>
                  <a:cubicBezTo>
                    <a:pt x="243188" y="710801"/>
                    <a:pt x="238510" y="709186"/>
                    <a:pt x="238510" y="709186"/>
                  </a:cubicBezTo>
                  <a:cubicBezTo>
                    <a:pt x="238510" y="709186"/>
                    <a:pt x="234707" y="705250"/>
                    <a:pt x="234471" y="704948"/>
                  </a:cubicBezTo>
                  <a:cubicBezTo>
                    <a:pt x="234236" y="704611"/>
                    <a:pt x="233933" y="702559"/>
                    <a:pt x="233933" y="702559"/>
                  </a:cubicBezTo>
                  <a:lnTo>
                    <a:pt x="234270" y="698523"/>
                  </a:lnTo>
                  <a:lnTo>
                    <a:pt x="235246" y="691021"/>
                  </a:lnTo>
                  <a:cubicBezTo>
                    <a:pt x="235246" y="691021"/>
                    <a:pt x="236457" y="689070"/>
                    <a:pt x="236558" y="688733"/>
                  </a:cubicBezTo>
                  <a:cubicBezTo>
                    <a:pt x="236659" y="688397"/>
                    <a:pt x="237635" y="686446"/>
                    <a:pt x="237871" y="685369"/>
                  </a:cubicBezTo>
                  <a:cubicBezTo>
                    <a:pt x="238073" y="684293"/>
                    <a:pt x="237770" y="682443"/>
                    <a:pt x="237770" y="682443"/>
                  </a:cubicBezTo>
                  <a:cubicBezTo>
                    <a:pt x="237770" y="682443"/>
                    <a:pt x="237433" y="678204"/>
                    <a:pt x="237332" y="677868"/>
                  </a:cubicBezTo>
                  <a:cubicBezTo>
                    <a:pt x="237231" y="677531"/>
                    <a:pt x="236693" y="674403"/>
                    <a:pt x="236255" y="673629"/>
                  </a:cubicBezTo>
                  <a:cubicBezTo>
                    <a:pt x="235818" y="672855"/>
                    <a:pt x="233664" y="670803"/>
                    <a:pt x="233327" y="670703"/>
                  </a:cubicBezTo>
                  <a:cubicBezTo>
                    <a:pt x="232991" y="670602"/>
                    <a:pt x="231039" y="668852"/>
                    <a:pt x="230298" y="668852"/>
                  </a:cubicBezTo>
                  <a:cubicBezTo>
                    <a:pt x="229524" y="668852"/>
                    <a:pt x="227808" y="667776"/>
                    <a:pt x="227370" y="667776"/>
                  </a:cubicBezTo>
                  <a:cubicBezTo>
                    <a:pt x="226933" y="667776"/>
                    <a:pt x="225755" y="667675"/>
                    <a:pt x="224644" y="667675"/>
                  </a:cubicBezTo>
                  <a:cubicBezTo>
                    <a:pt x="223567" y="667675"/>
                    <a:pt x="221615" y="668112"/>
                    <a:pt x="221615" y="668112"/>
                  </a:cubicBezTo>
                  <a:cubicBezTo>
                    <a:pt x="221615" y="668112"/>
                    <a:pt x="220841" y="669525"/>
                    <a:pt x="220303" y="670299"/>
                  </a:cubicBezTo>
                  <a:cubicBezTo>
                    <a:pt x="219764" y="671073"/>
                    <a:pt x="218687" y="671947"/>
                    <a:pt x="218115" y="672687"/>
                  </a:cubicBezTo>
                  <a:cubicBezTo>
                    <a:pt x="217577" y="673461"/>
                    <a:pt x="216163" y="673562"/>
                    <a:pt x="216163" y="673562"/>
                  </a:cubicBezTo>
                  <a:cubicBezTo>
                    <a:pt x="216163" y="673562"/>
                    <a:pt x="214110" y="674336"/>
                    <a:pt x="213000" y="674437"/>
                  </a:cubicBezTo>
                  <a:cubicBezTo>
                    <a:pt x="211923" y="674537"/>
                    <a:pt x="210173" y="674437"/>
                    <a:pt x="207884" y="674874"/>
                  </a:cubicBezTo>
                  <a:cubicBezTo>
                    <a:pt x="205596" y="675311"/>
                    <a:pt x="203004" y="674874"/>
                    <a:pt x="203004" y="674874"/>
                  </a:cubicBezTo>
                  <a:lnTo>
                    <a:pt x="198865" y="674100"/>
                  </a:lnTo>
                  <a:lnTo>
                    <a:pt x="191697" y="676724"/>
                  </a:lnTo>
                  <a:cubicBezTo>
                    <a:pt x="191697" y="676724"/>
                    <a:pt x="189946" y="677060"/>
                    <a:pt x="189509" y="676926"/>
                  </a:cubicBezTo>
                  <a:cubicBezTo>
                    <a:pt x="189071" y="676825"/>
                    <a:pt x="185168" y="673461"/>
                    <a:pt x="184831" y="673226"/>
                  </a:cubicBezTo>
                  <a:cubicBezTo>
                    <a:pt x="184494" y="673024"/>
                    <a:pt x="182105" y="670501"/>
                    <a:pt x="182105" y="670501"/>
                  </a:cubicBezTo>
                  <a:cubicBezTo>
                    <a:pt x="182105" y="670501"/>
                    <a:pt x="178941" y="667473"/>
                    <a:pt x="178639" y="667036"/>
                  </a:cubicBezTo>
                  <a:cubicBezTo>
                    <a:pt x="178302" y="666599"/>
                    <a:pt x="177225" y="664984"/>
                    <a:pt x="177225" y="664984"/>
                  </a:cubicBezTo>
                  <a:cubicBezTo>
                    <a:pt x="177225" y="664984"/>
                    <a:pt x="175475" y="663134"/>
                    <a:pt x="175172" y="662932"/>
                  </a:cubicBezTo>
                  <a:cubicBezTo>
                    <a:pt x="174836" y="662696"/>
                    <a:pt x="173321" y="660745"/>
                    <a:pt x="173119" y="660005"/>
                  </a:cubicBezTo>
                  <a:cubicBezTo>
                    <a:pt x="172917" y="659231"/>
                    <a:pt x="172042" y="659669"/>
                    <a:pt x="171706" y="659231"/>
                  </a:cubicBezTo>
                  <a:cubicBezTo>
                    <a:pt x="171369" y="658794"/>
                    <a:pt x="169855" y="658357"/>
                    <a:pt x="168980" y="658357"/>
                  </a:cubicBezTo>
                  <a:cubicBezTo>
                    <a:pt x="168105" y="658357"/>
                    <a:pt x="167667" y="658794"/>
                    <a:pt x="167364" y="658895"/>
                  </a:cubicBezTo>
                  <a:cubicBezTo>
                    <a:pt x="167028" y="658996"/>
                    <a:pt x="165513" y="660409"/>
                    <a:pt x="164436" y="661082"/>
                  </a:cubicBezTo>
                  <a:cubicBezTo>
                    <a:pt x="163359" y="661721"/>
                    <a:pt x="163023" y="662696"/>
                    <a:pt x="162585" y="663369"/>
                  </a:cubicBezTo>
                  <a:cubicBezTo>
                    <a:pt x="162148" y="664008"/>
                    <a:pt x="162249" y="665556"/>
                    <a:pt x="162148" y="666531"/>
                  </a:cubicBezTo>
                  <a:cubicBezTo>
                    <a:pt x="162047" y="667507"/>
                    <a:pt x="163023" y="669559"/>
                    <a:pt x="163124" y="670332"/>
                  </a:cubicBezTo>
                  <a:cubicBezTo>
                    <a:pt x="163225" y="671106"/>
                    <a:pt x="161946" y="674033"/>
                    <a:pt x="161946" y="674033"/>
                  </a:cubicBezTo>
                  <a:cubicBezTo>
                    <a:pt x="161946" y="674033"/>
                    <a:pt x="161071" y="675648"/>
                    <a:pt x="160633" y="675883"/>
                  </a:cubicBezTo>
                  <a:cubicBezTo>
                    <a:pt x="160196" y="676085"/>
                    <a:pt x="158345" y="676959"/>
                    <a:pt x="158042" y="676926"/>
                  </a:cubicBezTo>
                  <a:cubicBezTo>
                    <a:pt x="157705" y="676892"/>
                    <a:pt x="153465" y="676859"/>
                    <a:pt x="152624" y="676959"/>
                  </a:cubicBezTo>
                  <a:cubicBezTo>
                    <a:pt x="151749" y="677060"/>
                    <a:pt x="149460" y="676859"/>
                    <a:pt x="149023" y="676959"/>
                  </a:cubicBezTo>
                  <a:cubicBezTo>
                    <a:pt x="148585" y="677060"/>
                    <a:pt x="146095" y="676959"/>
                    <a:pt x="145220" y="676959"/>
                  </a:cubicBezTo>
                  <a:cubicBezTo>
                    <a:pt x="144345" y="676959"/>
                    <a:pt x="143032" y="677733"/>
                    <a:pt x="142056" y="677834"/>
                  </a:cubicBezTo>
                  <a:cubicBezTo>
                    <a:pt x="141080" y="677935"/>
                    <a:pt x="139868" y="678911"/>
                    <a:pt x="139027" y="679348"/>
                  </a:cubicBezTo>
                  <a:cubicBezTo>
                    <a:pt x="138152" y="679785"/>
                    <a:pt x="137412" y="680761"/>
                    <a:pt x="136638" y="680862"/>
                  </a:cubicBezTo>
                  <a:cubicBezTo>
                    <a:pt x="135864" y="680963"/>
                    <a:pt x="133811" y="683250"/>
                    <a:pt x="133037" y="683351"/>
                  </a:cubicBezTo>
                  <a:cubicBezTo>
                    <a:pt x="132263" y="683452"/>
                    <a:pt x="129873" y="684562"/>
                    <a:pt x="127921" y="684764"/>
                  </a:cubicBezTo>
                  <a:cubicBezTo>
                    <a:pt x="125969" y="684966"/>
                    <a:pt x="124455" y="685403"/>
                    <a:pt x="123883" y="685403"/>
                  </a:cubicBezTo>
                  <a:cubicBezTo>
                    <a:pt x="123344" y="685403"/>
                    <a:pt x="121392" y="686177"/>
                    <a:pt x="120955" y="686177"/>
                  </a:cubicBezTo>
                  <a:cubicBezTo>
                    <a:pt x="120517" y="686177"/>
                    <a:pt x="118565" y="686715"/>
                    <a:pt x="117051" y="686816"/>
                  </a:cubicBezTo>
                  <a:cubicBezTo>
                    <a:pt x="115536" y="686917"/>
                    <a:pt x="113887" y="686917"/>
                    <a:pt x="113046" y="686816"/>
                  </a:cubicBezTo>
                  <a:cubicBezTo>
                    <a:pt x="112171" y="686715"/>
                    <a:pt x="110421" y="686614"/>
                    <a:pt x="109243" y="686614"/>
                  </a:cubicBezTo>
                  <a:cubicBezTo>
                    <a:pt x="108065" y="686614"/>
                    <a:pt x="105103" y="684764"/>
                    <a:pt x="104666" y="684764"/>
                  </a:cubicBezTo>
                  <a:cubicBezTo>
                    <a:pt x="104228" y="684764"/>
                    <a:pt x="101300" y="683149"/>
                    <a:pt x="100863" y="683149"/>
                  </a:cubicBezTo>
                  <a:cubicBezTo>
                    <a:pt x="100425" y="683149"/>
                    <a:pt x="97598" y="683149"/>
                    <a:pt x="97161" y="683048"/>
                  </a:cubicBezTo>
                  <a:cubicBezTo>
                    <a:pt x="96723" y="682947"/>
                    <a:pt x="94132" y="681972"/>
                    <a:pt x="94132" y="681972"/>
                  </a:cubicBezTo>
                  <a:lnTo>
                    <a:pt x="90766" y="681972"/>
                  </a:lnTo>
                  <a:cubicBezTo>
                    <a:pt x="90766" y="681972"/>
                    <a:pt x="85886" y="683990"/>
                    <a:pt x="85550" y="684091"/>
                  </a:cubicBezTo>
                  <a:cubicBezTo>
                    <a:pt x="85213" y="684192"/>
                    <a:pt x="82184" y="685571"/>
                    <a:pt x="82184" y="685571"/>
                  </a:cubicBezTo>
                  <a:lnTo>
                    <a:pt x="78146" y="688733"/>
                  </a:lnTo>
                  <a:lnTo>
                    <a:pt x="74780" y="691458"/>
                  </a:lnTo>
                  <a:lnTo>
                    <a:pt x="70877" y="694822"/>
                  </a:lnTo>
                  <a:lnTo>
                    <a:pt x="68252" y="697009"/>
                  </a:lnTo>
                  <a:cubicBezTo>
                    <a:pt x="68252" y="697009"/>
                    <a:pt x="65525" y="700036"/>
                    <a:pt x="65088" y="700373"/>
                  </a:cubicBezTo>
                  <a:cubicBezTo>
                    <a:pt x="64650" y="700709"/>
                    <a:pt x="63674" y="702559"/>
                    <a:pt x="63674" y="702559"/>
                  </a:cubicBezTo>
                  <a:lnTo>
                    <a:pt x="63035" y="705183"/>
                  </a:lnTo>
                  <a:lnTo>
                    <a:pt x="62261" y="708446"/>
                  </a:lnTo>
                  <a:lnTo>
                    <a:pt x="62160" y="712046"/>
                  </a:lnTo>
                  <a:lnTo>
                    <a:pt x="61521" y="714636"/>
                  </a:lnTo>
                  <a:lnTo>
                    <a:pt x="61420" y="718673"/>
                  </a:lnTo>
                  <a:lnTo>
                    <a:pt x="60545" y="722474"/>
                  </a:lnTo>
                  <a:cubicBezTo>
                    <a:pt x="60545" y="722474"/>
                    <a:pt x="59131" y="724761"/>
                    <a:pt x="58795" y="725199"/>
                  </a:cubicBezTo>
                  <a:cubicBezTo>
                    <a:pt x="58458" y="725636"/>
                    <a:pt x="57482" y="727486"/>
                    <a:pt x="57482" y="727486"/>
                  </a:cubicBezTo>
                  <a:cubicBezTo>
                    <a:pt x="57482" y="727486"/>
                    <a:pt x="55429" y="729437"/>
                    <a:pt x="54891" y="729673"/>
                  </a:cubicBezTo>
                  <a:cubicBezTo>
                    <a:pt x="54352" y="729875"/>
                    <a:pt x="53040" y="731086"/>
                    <a:pt x="52703" y="731086"/>
                  </a:cubicBezTo>
                  <a:cubicBezTo>
                    <a:pt x="52367" y="731086"/>
                    <a:pt x="50953" y="732297"/>
                    <a:pt x="50078" y="732499"/>
                  </a:cubicBezTo>
                  <a:cubicBezTo>
                    <a:pt x="49203" y="732700"/>
                    <a:pt x="48665" y="733810"/>
                    <a:pt x="48025" y="734012"/>
                  </a:cubicBezTo>
                  <a:cubicBezTo>
                    <a:pt x="47386" y="734214"/>
                    <a:pt x="46410" y="735526"/>
                    <a:pt x="45299" y="735963"/>
                  </a:cubicBezTo>
                  <a:cubicBezTo>
                    <a:pt x="44222" y="736401"/>
                    <a:pt x="43785" y="737174"/>
                    <a:pt x="43448" y="737814"/>
                  </a:cubicBezTo>
                  <a:cubicBezTo>
                    <a:pt x="43112" y="738453"/>
                    <a:pt x="40520" y="737814"/>
                    <a:pt x="40520" y="737814"/>
                  </a:cubicBezTo>
                  <a:lnTo>
                    <a:pt x="36717" y="739428"/>
                  </a:lnTo>
                  <a:lnTo>
                    <a:pt x="33453" y="739428"/>
                  </a:lnTo>
                  <a:lnTo>
                    <a:pt x="30962" y="740236"/>
                  </a:lnTo>
                  <a:cubicBezTo>
                    <a:pt x="30962" y="740236"/>
                    <a:pt x="27698" y="739967"/>
                    <a:pt x="26621" y="740067"/>
                  </a:cubicBezTo>
                  <a:cubicBezTo>
                    <a:pt x="25544" y="740168"/>
                    <a:pt x="24770" y="740067"/>
                    <a:pt x="24332" y="740067"/>
                  </a:cubicBezTo>
                  <a:cubicBezTo>
                    <a:pt x="23895" y="740067"/>
                    <a:pt x="20327" y="740841"/>
                    <a:pt x="19318" y="740841"/>
                  </a:cubicBezTo>
                  <a:cubicBezTo>
                    <a:pt x="18342" y="740841"/>
                    <a:pt x="16390" y="742153"/>
                    <a:pt x="15077" y="742490"/>
                  </a:cubicBezTo>
                  <a:cubicBezTo>
                    <a:pt x="13765" y="742826"/>
                    <a:pt x="12688" y="743028"/>
                    <a:pt x="11173" y="743902"/>
                  </a:cubicBezTo>
                  <a:cubicBezTo>
                    <a:pt x="9659" y="744777"/>
                    <a:pt x="7808" y="745753"/>
                    <a:pt x="7034" y="746526"/>
                  </a:cubicBezTo>
                  <a:cubicBezTo>
                    <a:pt x="6260" y="747300"/>
                    <a:pt x="6260" y="746863"/>
                    <a:pt x="6159" y="748578"/>
                  </a:cubicBezTo>
                  <a:cubicBezTo>
                    <a:pt x="6058" y="750328"/>
                    <a:pt x="8548" y="751606"/>
                    <a:pt x="8784" y="751942"/>
                  </a:cubicBezTo>
                  <a:cubicBezTo>
                    <a:pt x="8986" y="752279"/>
                    <a:pt x="10298" y="753557"/>
                    <a:pt x="12486" y="755104"/>
                  </a:cubicBezTo>
                  <a:cubicBezTo>
                    <a:pt x="14673" y="756618"/>
                    <a:pt x="15952" y="758569"/>
                    <a:pt x="16188" y="759007"/>
                  </a:cubicBezTo>
                  <a:cubicBezTo>
                    <a:pt x="16390" y="759444"/>
                    <a:pt x="17500" y="761059"/>
                    <a:pt x="17601" y="761395"/>
                  </a:cubicBezTo>
                  <a:cubicBezTo>
                    <a:pt x="17702" y="761731"/>
                    <a:pt x="21068" y="765095"/>
                    <a:pt x="21202" y="765533"/>
                  </a:cubicBezTo>
                  <a:cubicBezTo>
                    <a:pt x="21303" y="765970"/>
                    <a:pt x="21976" y="769569"/>
                    <a:pt x="21976" y="769569"/>
                  </a:cubicBezTo>
                  <a:lnTo>
                    <a:pt x="20563" y="778047"/>
                  </a:lnTo>
                  <a:lnTo>
                    <a:pt x="20226" y="782050"/>
                  </a:lnTo>
                  <a:lnTo>
                    <a:pt x="20226" y="784438"/>
                  </a:lnTo>
                  <a:cubicBezTo>
                    <a:pt x="20226" y="784438"/>
                    <a:pt x="21808" y="785851"/>
                    <a:pt x="22111" y="786187"/>
                  </a:cubicBezTo>
                  <a:cubicBezTo>
                    <a:pt x="22448" y="786524"/>
                    <a:pt x="25409" y="789013"/>
                    <a:pt x="25645" y="789350"/>
                  </a:cubicBezTo>
                  <a:cubicBezTo>
                    <a:pt x="25847" y="789686"/>
                    <a:pt x="27058" y="791200"/>
                    <a:pt x="27159" y="791637"/>
                  </a:cubicBezTo>
                  <a:cubicBezTo>
                    <a:pt x="27260" y="792074"/>
                    <a:pt x="27260" y="794463"/>
                    <a:pt x="27260" y="794463"/>
                  </a:cubicBezTo>
                  <a:lnTo>
                    <a:pt x="26183" y="796212"/>
                  </a:lnTo>
                  <a:cubicBezTo>
                    <a:pt x="26183" y="796212"/>
                    <a:pt x="24770" y="797423"/>
                    <a:pt x="23794" y="797726"/>
                  </a:cubicBezTo>
                  <a:cubicBezTo>
                    <a:pt x="22818" y="798062"/>
                    <a:pt x="21842" y="798365"/>
                    <a:pt x="21842" y="798365"/>
                  </a:cubicBezTo>
                  <a:cubicBezTo>
                    <a:pt x="21842" y="798365"/>
                    <a:pt x="19116" y="798701"/>
                    <a:pt x="18039" y="798264"/>
                  </a:cubicBezTo>
                  <a:cubicBezTo>
                    <a:pt x="16962" y="797827"/>
                    <a:pt x="16726" y="798163"/>
                    <a:pt x="16188" y="797524"/>
                  </a:cubicBezTo>
                  <a:cubicBezTo>
                    <a:pt x="15649" y="796885"/>
                    <a:pt x="14135" y="796885"/>
                    <a:pt x="14135" y="796885"/>
                  </a:cubicBezTo>
                  <a:lnTo>
                    <a:pt x="12284" y="796885"/>
                  </a:lnTo>
                  <a:cubicBezTo>
                    <a:pt x="12284" y="796885"/>
                    <a:pt x="11846" y="798466"/>
                    <a:pt x="11846" y="798769"/>
                  </a:cubicBezTo>
                  <a:cubicBezTo>
                    <a:pt x="11846" y="799105"/>
                    <a:pt x="10971" y="801426"/>
                    <a:pt x="10971" y="801426"/>
                  </a:cubicBezTo>
                  <a:cubicBezTo>
                    <a:pt x="10971" y="801426"/>
                    <a:pt x="9120" y="803276"/>
                    <a:pt x="8582" y="803377"/>
                  </a:cubicBezTo>
                  <a:cubicBezTo>
                    <a:pt x="8043" y="803478"/>
                    <a:pt x="6630" y="804252"/>
                    <a:pt x="6630" y="804252"/>
                  </a:cubicBezTo>
                  <a:cubicBezTo>
                    <a:pt x="6630" y="804252"/>
                    <a:pt x="4005" y="805429"/>
                    <a:pt x="3164" y="805564"/>
                  </a:cubicBezTo>
                  <a:cubicBezTo>
                    <a:pt x="2289" y="805665"/>
                    <a:pt x="774" y="807313"/>
                    <a:pt x="774" y="807313"/>
                  </a:cubicBezTo>
                  <a:lnTo>
                    <a:pt x="0" y="809802"/>
                  </a:lnTo>
                  <a:lnTo>
                    <a:pt x="538" y="812628"/>
                  </a:lnTo>
                  <a:lnTo>
                    <a:pt x="1178" y="816968"/>
                  </a:lnTo>
                  <a:lnTo>
                    <a:pt x="2793" y="819457"/>
                  </a:lnTo>
                  <a:lnTo>
                    <a:pt x="5183" y="821206"/>
                  </a:lnTo>
                  <a:lnTo>
                    <a:pt x="8885" y="827497"/>
                  </a:lnTo>
                  <a:lnTo>
                    <a:pt x="9524" y="830524"/>
                  </a:lnTo>
                  <a:lnTo>
                    <a:pt x="13866" y="836176"/>
                  </a:lnTo>
                  <a:lnTo>
                    <a:pt x="15044" y="839977"/>
                  </a:lnTo>
                  <a:lnTo>
                    <a:pt x="17231" y="844014"/>
                  </a:lnTo>
                  <a:cubicBezTo>
                    <a:pt x="17231" y="844014"/>
                    <a:pt x="19722" y="847041"/>
                    <a:pt x="19856" y="847378"/>
                  </a:cubicBezTo>
                  <a:cubicBezTo>
                    <a:pt x="19957" y="847714"/>
                    <a:pt x="20395" y="848152"/>
                    <a:pt x="20395" y="848152"/>
                  </a:cubicBezTo>
                  <a:cubicBezTo>
                    <a:pt x="20395" y="848152"/>
                    <a:pt x="22784" y="849026"/>
                    <a:pt x="23121" y="849026"/>
                  </a:cubicBezTo>
                  <a:cubicBezTo>
                    <a:pt x="23457" y="849026"/>
                    <a:pt x="26150" y="849228"/>
                    <a:pt x="26486" y="849228"/>
                  </a:cubicBezTo>
                  <a:cubicBezTo>
                    <a:pt x="26823" y="849228"/>
                    <a:pt x="28876" y="849228"/>
                    <a:pt x="29852" y="848690"/>
                  </a:cubicBezTo>
                  <a:cubicBezTo>
                    <a:pt x="30828" y="848152"/>
                    <a:pt x="31366" y="848589"/>
                    <a:pt x="32443" y="847378"/>
                  </a:cubicBezTo>
                  <a:cubicBezTo>
                    <a:pt x="33520" y="846200"/>
                    <a:pt x="32443" y="847378"/>
                    <a:pt x="32443" y="846941"/>
                  </a:cubicBezTo>
                  <a:cubicBezTo>
                    <a:pt x="32443" y="846503"/>
                    <a:pt x="34092" y="846604"/>
                    <a:pt x="34395" y="846167"/>
                  </a:cubicBezTo>
                  <a:cubicBezTo>
                    <a:pt x="34732" y="845730"/>
                    <a:pt x="35607" y="845292"/>
                    <a:pt x="35607" y="845292"/>
                  </a:cubicBezTo>
                  <a:cubicBezTo>
                    <a:pt x="35607" y="845292"/>
                    <a:pt x="36684" y="844855"/>
                    <a:pt x="37121" y="844216"/>
                  </a:cubicBezTo>
                  <a:cubicBezTo>
                    <a:pt x="37559" y="843577"/>
                    <a:pt x="39073" y="843139"/>
                    <a:pt x="39309" y="842803"/>
                  </a:cubicBezTo>
                  <a:cubicBezTo>
                    <a:pt x="39544" y="842467"/>
                    <a:pt x="41496" y="842366"/>
                    <a:pt x="41496" y="842366"/>
                  </a:cubicBezTo>
                  <a:cubicBezTo>
                    <a:pt x="41496" y="842366"/>
                    <a:pt x="43987" y="842366"/>
                    <a:pt x="44660" y="842029"/>
                  </a:cubicBezTo>
                  <a:cubicBezTo>
                    <a:pt x="45299" y="841693"/>
                    <a:pt x="47150" y="842029"/>
                    <a:pt x="47150" y="842029"/>
                  </a:cubicBezTo>
                  <a:lnTo>
                    <a:pt x="50616" y="842029"/>
                  </a:lnTo>
                  <a:lnTo>
                    <a:pt x="53443" y="843711"/>
                  </a:lnTo>
                  <a:lnTo>
                    <a:pt x="54218" y="846705"/>
                  </a:lnTo>
                  <a:cubicBezTo>
                    <a:pt x="54218" y="846705"/>
                    <a:pt x="58121" y="848555"/>
                    <a:pt x="59872" y="848993"/>
                  </a:cubicBezTo>
                  <a:cubicBezTo>
                    <a:pt x="61622" y="849430"/>
                    <a:pt x="62799" y="848993"/>
                    <a:pt x="62799" y="848993"/>
                  </a:cubicBezTo>
                  <a:lnTo>
                    <a:pt x="64751" y="848993"/>
                  </a:lnTo>
                  <a:lnTo>
                    <a:pt x="66602" y="851549"/>
                  </a:lnTo>
                  <a:lnTo>
                    <a:pt x="68992" y="853870"/>
                  </a:lnTo>
                  <a:lnTo>
                    <a:pt x="72593" y="856158"/>
                  </a:lnTo>
                  <a:cubicBezTo>
                    <a:pt x="72593" y="856158"/>
                    <a:pt x="75083" y="857571"/>
                    <a:pt x="76295" y="858109"/>
                  </a:cubicBezTo>
                  <a:cubicBezTo>
                    <a:pt x="77473" y="858647"/>
                    <a:pt x="80872" y="861708"/>
                    <a:pt x="81309" y="862011"/>
                  </a:cubicBezTo>
                  <a:cubicBezTo>
                    <a:pt x="81747" y="862348"/>
                    <a:pt x="84473" y="865712"/>
                    <a:pt x="84473" y="865712"/>
                  </a:cubicBezTo>
                  <a:lnTo>
                    <a:pt x="86223" y="868638"/>
                  </a:lnTo>
                  <a:lnTo>
                    <a:pt x="86560" y="870690"/>
                  </a:lnTo>
                  <a:lnTo>
                    <a:pt x="86358" y="875904"/>
                  </a:lnTo>
                  <a:lnTo>
                    <a:pt x="86358" y="877956"/>
                  </a:lnTo>
                  <a:lnTo>
                    <a:pt x="86358" y="881085"/>
                  </a:lnTo>
                  <a:lnTo>
                    <a:pt x="86358" y="883910"/>
                  </a:lnTo>
                  <a:lnTo>
                    <a:pt x="86459" y="886938"/>
                  </a:lnTo>
                  <a:lnTo>
                    <a:pt x="85382" y="889125"/>
                  </a:lnTo>
                  <a:lnTo>
                    <a:pt x="83766" y="892152"/>
                  </a:lnTo>
                  <a:lnTo>
                    <a:pt x="82252" y="894204"/>
                  </a:lnTo>
                  <a:lnTo>
                    <a:pt x="81175" y="897232"/>
                  </a:lnTo>
                  <a:lnTo>
                    <a:pt x="80535" y="899519"/>
                  </a:lnTo>
                  <a:lnTo>
                    <a:pt x="80098" y="904296"/>
                  </a:lnTo>
                  <a:lnTo>
                    <a:pt x="79761" y="907122"/>
                  </a:lnTo>
                  <a:lnTo>
                    <a:pt x="79324" y="911125"/>
                  </a:lnTo>
                  <a:lnTo>
                    <a:pt x="78348" y="913951"/>
                  </a:lnTo>
                  <a:lnTo>
                    <a:pt x="77708" y="915801"/>
                  </a:lnTo>
                  <a:lnTo>
                    <a:pt x="77708" y="917853"/>
                  </a:lnTo>
                  <a:lnTo>
                    <a:pt x="77338" y="920578"/>
                  </a:lnTo>
                  <a:cubicBezTo>
                    <a:pt x="77338" y="920578"/>
                    <a:pt x="76833" y="923067"/>
                    <a:pt x="76833" y="923504"/>
                  </a:cubicBezTo>
                  <a:cubicBezTo>
                    <a:pt x="76833" y="923942"/>
                    <a:pt x="76833" y="925018"/>
                    <a:pt x="76497" y="926330"/>
                  </a:cubicBezTo>
                  <a:cubicBezTo>
                    <a:pt x="76160" y="927642"/>
                    <a:pt x="75622" y="928517"/>
                    <a:pt x="75622" y="928517"/>
                  </a:cubicBezTo>
                  <a:lnTo>
                    <a:pt x="75285" y="931342"/>
                  </a:lnTo>
                  <a:cubicBezTo>
                    <a:pt x="75285" y="931342"/>
                    <a:pt x="75083" y="934067"/>
                    <a:pt x="75083" y="934505"/>
                  </a:cubicBezTo>
                  <a:cubicBezTo>
                    <a:pt x="75083" y="934942"/>
                    <a:pt x="75285" y="939080"/>
                    <a:pt x="75285" y="939382"/>
                  </a:cubicBezTo>
                  <a:cubicBezTo>
                    <a:pt x="75285" y="939719"/>
                    <a:pt x="75925" y="941872"/>
                    <a:pt x="75925" y="941872"/>
                  </a:cubicBezTo>
                  <a:lnTo>
                    <a:pt x="75925" y="944596"/>
                  </a:lnTo>
                  <a:cubicBezTo>
                    <a:pt x="75925" y="944596"/>
                    <a:pt x="78516" y="946985"/>
                    <a:pt x="80064" y="948297"/>
                  </a:cubicBezTo>
                  <a:cubicBezTo>
                    <a:pt x="81579" y="949609"/>
                    <a:pt x="82353" y="952636"/>
                    <a:pt x="82454" y="953074"/>
                  </a:cubicBezTo>
                  <a:cubicBezTo>
                    <a:pt x="82555" y="953511"/>
                    <a:pt x="82454" y="955798"/>
                    <a:pt x="82454" y="956236"/>
                  </a:cubicBezTo>
                  <a:cubicBezTo>
                    <a:pt x="82454" y="956673"/>
                    <a:pt x="82117" y="958086"/>
                    <a:pt x="82117" y="958086"/>
                  </a:cubicBezTo>
                  <a:cubicBezTo>
                    <a:pt x="82117" y="958086"/>
                    <a:pt x="81040" y="959936"/>
                    <a:pt x="80704" y="960138"/>
                  </a:cubicBezTo>
                  <a:cubicBezTo>
                    <a:pt x="80367" y="960340"/>
                    <a:pt x="79290" y="961887"/>
                    <a:pt x="78314" y="962089"/>
                  </a:cubicBezTo>
                  <a:cubicBezTo>
                    <a:pt x="77338" y="962291"/>
                    <a:pt x="77237" y="963065"/>
                    <a:pt x="77237" y="963065"/>
                  </a:cubicBezTo>
                  <a:lnTo>
                    <a:pt x="75386" y="964578"/>
                  </a:lnTo>
                  <a:lnTo>
                    <a:pt x="73636" y="967202"/>
                  </a:lnTo>
                  <a:lnTo>
                    <a:pt x="72189" y="969389"/>
                  </a:lnTo>
                  <a:lnTo>
                    <a:pt x="70574" y="971239"/>
                  </a:lnTo>
                  <a:lnTo>
                    <a:pt x="69598" y="972450"/>
                  </a:lnTo>
                  <a:lnTo>
                    <a:pt x="69295" y="974939"/>
                  </a:lnTo>
                  <a:lnTo>
                    <a:pt x="69497" y="978404"/>
                  </a:lnTo>
                  <a:lnTo>
                    <a:pt x="70910" y="982407"/>
                  </a:lnTo>
                  <a:lnTo>
                    <a:pt x="72526" y="985132"/>
                  </a:lnTo>
                  <a:lnTo>
                    <a:pt x="72862" y="989270"/>
                  </a:lnTo>
                  <a:cubicBezTo>
                    <a:pt x="72862" y="989270"/>
                    <a:pt x="74175" y="991322"/>
                    <a:pt x="74276" y="991658"/>
                  </a:cubicBezTo>
                  <a:cubicBezTo>
                    <a:pt x="74377" y="991995"/>
                    <a:pt x="74915" y="994585"/>
                    <a:pt x="74915" y="994585"/>
                  </a:cubicBezTo>
                  <a:cubicBezTo>
                    <a:pt x="74915" y="994585"/>
                    <a:pt x="75151" y="997848"/>
                    <a:pt x="75151" y="998184"/>
                  </a:cubicBezTo>
                  <a:cubicBezTo>
                    <a:pt x="75151" y="998521"/>
                    <a:pt x="75487" y="1003028"/>
                    <a:pt x="75487" y="1003028"/>
                  </a:cubicBezTo>
                  <a:lnTo>
                    <a:pt x="75050" y="1004912"/>
                  </a:lnTo>
                  <a:lnTo>
                    <a:pt x="72458" y="1007738"/>
                  </a:lnTo>
                  <a:cubicBezTo>
                    <a:pt x="72458" y="1007738"/>
                    <a:pt x="70170" y="1008814"/>
                    <a:pt x="69732" y="1008814"/>
                  </a:cubicBezTo>
                  <a:cubicBezTo>
                    <a:pt x="69295" y="1008814"/>
                    <a:pt x="67343" y="1010126"/>
                    <a:pt x="67343" y="1010126"/>
                  </a:cubicBezTo>
                  <a:lnTo>
                    <a:pt x="64617" y="1011102"/>
                  </a:lnTo>
                  <a:lnTo>
                    <a:pt x="61790" y="1011539"/>
                  </a:lnTo>
                  <a:lnTo>
                    <a:pt x="60477" y="1011977"/>
                  </a:lnTo>
                  <a:lnTo>
                    <a:pt x="57011" y="1012414"/>
                  </a:lnTo>
                  <a:cubicBezTo>
                    <a:pt x="57011" y="1012414"/>
                    <a:pt x="53847" y="1012515"/>
                    <a:pt x="51996" y="1011977"/>
                  </a:cubicBezTo>
                  <a:cubicBezTo>
                    <a:pt x="50145" y="1011438"/>
                    <a:pt x="50044" y="1011977"/>
                    <a:pt x="48732" y="1011775"/>
                  </a:cubicBezTo>
                  <a:cubicBezTo>
                    <a:pt x="47419" y="1011539"/>
                    <a:pt x="47217" y="1011438"/>
                    <a:pt x="47217" y="1011438"/>
                  </a:cubicBezTo>
                  <a:lnTo>
                    <a:pt x="43414" y="1010799"/>
                  </a:lnTo>
                  <a:lnTo>
                    <a:pt x="39712" y="1008512"/>
                  </a:lnTo>
                  <a:cubicBezTo>
                    <a:pt x="39712" y="1008512"/>
                    <a:pt x="38198" y="1007435"/>
                    <a:pt x="37861" y="1006998"/>
                  </a:cubicBezTo>
                  <a:cubicBezTo>
                    <a:pt x="37525" y="1006561"/>
                    <a:pt x="35371" y="1005787"/>
                    <a:pt x="34698" y="1005148"/>
                  </a:cubicBezTo>
                  <a:cubicBezTo>
                    <a:pt x="34058" y="1004509"/>
                    <a:pt x="31871" y="1004273"/>
                    <a:pt x="31433" y="1003399"/>
                  </a:cubicBezTo>
                  <a:cubicBezTo>
                    <a:pt x="30996" y="1002524"/>
                    <a:pt x="28270" y="1003499"/>
                    <a:pt x="27630" y="1003399"/>
                  </a:cubicBezTo>
                  <a:cubicBezTo>
                    <a:pt x="27630" y="1003399"/>
                    <a:pt x="23592" y="1004374"/>
                    <a:pt x="23188" y="1004475"/>
                  </a:cubicBezTo>
                  <a:cubicBezTo>
                    <a:pt x="22751" y="1004576"/>
                    <a:pt x="21337" y="1004475"/>
                    <a:pt x="20899" y="1004475"/>
                  </a:cubicBezTo>
                  <a:cubicBezTo>
                    <a:pt x="20462" y="1004475"/>
                    <a:pt x="19486" y="1005451"/>
                    <a:pt x="19149" y="1005451"/>
                  </a:cubicBezTo>
                  <a:cubicBezTo>
                    <a:pt x="18813" y="1005451"/>
                    <a:pt x="17736" y="1006762"/>
                    <a:pt x="16962" y="1007402"/>
                  </a:cubicBezTo>
                  <a:cubicBezTo>
                    <a:pt x="16188" y="1008041"/>
                    <a:pt x="14135" y="1009353"/>
                    <a:pt x="13596" y="1009588"/>
                  </a:cubicBezTo>
                  <a:cubicBezTo>
                    <a:pt x="13058" y="1009824"/>
                    <a:pt x="12620" y="1011203"/>
                    <a:pt x="12520" y="1011640"/>
                  </a:cubicBezTo>
                  <a:cubicBezTo>
                    <a:pt x="12419" y="1012078"/>
                    <a:pt x="12318" y="1013591"/>
                    <a:pt x="12318" y="1015004"/>
                  </a:cubicBezTo>
                  <a:cubicBezTo>
                    <a:pt x="12318" y="1016417"/>
                    <a:pt x="12318" y="1018469"/>
                    <a:pt x="11745" y="1018805"/>
                  </a:cubicBezTo>
                  <a:cubicBezTo>
                    <a:pt x="11173" y="1019142"/>
                    <a:pt x="12015" y="1021396"/>
                    <a:pt x="11779" y="1023784"/>
                  </a:cubicBezTo>
                  <a:cubicBezTo>
                    <a:pt x="11577" y="1026173"/>
                    <a:pt x="12318" y="1025298"/>
                    <a:pt x="12755" y="1026173"/>
                  </a:cubicBezTo>
                  <a:cubicBezTo>
                    <a:pt x="13193" y="1027014"/>
                    <a:pt x="17197" y="1027922"/>
                    <a:pt x="17197" y="1027922"/>
                  </a:cubicBezTo>
                  <a:lnTo>
                    <a:pt x="21101" y="1027922"/>
                  </a:lnTo>
                  <a:lnTo>
                    <a:pt x="25577" y="1026509"/>
                  </a:lnTo>
                  <a:cubicBezTo>
                    <a:pt x="25577" y="1026509"/>
                    <a:pt x="28842" y="1026072"/>
                    <a:pt x="29380" y="1026173"/>
                  </a:cubicBezTo>
                  <a:cubicBezTo>
                    <a:pt x="29919" y="1026273"/>
                    <a:pt x="33621" y="1029637"/>
                    <a:pt x="33621" y="1029637"/>
                  </a:cubicBezTo>
                  <a:lnTo>
                    <a:pt x="37525" y="1033338"/>
                  </a:lnTo>
                  <a:cubicBezTo>
                    <a:pt x="37525" y="1033338"/>
                    <a:pt x="40251" y="1041613"/>
                    <a:pt x="40352" y="1042017"/>
                  </a:cubicBezTo>
                  <a:cubicBezTo>
                    <a:pt x="40453" y="1042454"/>
                    <a:pt x="42405" y="1043531"/>
                    <a:pt x="42842" y="1043632"/>
                  </a:cubicBezTo>
                  <a:cubicBezTo>
                    <a:pt x="43280" y="1043732"/>
                    <a:pt x="49371" y="1043632"/>
                    <a:pt x="49809" y="1044170"/>
                  </a:cubicBezTo>
                  <a:cubicBezTo>
                    <a:pt x="50246" y="1044708"/>
                    <a:pt x="54251" y="1044069"/>
                    <a:pt x="54689" y="1044170"/>
                  </a:cubicBezTo>
                  <a:cubicBezTo>
                    <a:pt x="55126" y="1044271"/>
                    <a:pt x="58054" y="1044170"/>
                    <a:pt x="58054" y="1044170"/>
                  </a:cubicBezTo>
                  <a:cubicBezTo>
                    <a:pt x="58054" y="1044170"/>
                    <a:pt x="64482" y="1045784"/>
                    <a:pt x="64886" y="1045784"/>
                  </a:cubicBezTo>
                  <a:cubicBezTo>
                    <a:pt x="65324" y="1045784"/>
                    <a:pt x="68588" y="1047197"/>
                    <a:pt x="68588" y="1047197"/>
                  </a:cubicBezTo>
                  <a:lnTo>
                    <a:pt x="73704" y="1051335"/>
                  </a:lnTo>
                  <a:lnTo>
                    <a:pt x="73704" y="1053185"/>
                  </a:lnTo>
                  <a:lnTo>
                    <a:pt x="78482" y="1057525"/>
                  </a:lnTo>
                  <a:lnTo>
                    <a:pt x="81511" y="1060552"/>
                  </a:lnTo>
                  <a:cubicBezTo>
                    <a:pt x="81511" y="1060552"/>
                    <a:pt x="83564" y="1062941"/>
                    <a:pt x="83564" y="1063277"/>
                  </a:cubicBezTo>
                  <a:cubicBezTo>
                    <a:pt x="83564" y="1063613"/>
                    <a:pt x="85213" y="1065329"/>
                    <a:pt x="85213" y="1065329"/>
                  </a:cubicBezTo>
                  <a:lnTo>
                    <a:pt x="84776" y="1068693"/>
                  </a:lnTo>
                  <a:lnTo>
                    <a:pt x="83564" y="1074244"/>
                  </a:lnTo>
                  <a:lnTo>
                    <a:pt x="81949" y="1076195"/>
                  </a:lnTo>
                  <a:cubicBezTo>
                    <a:pt x="81949" y="1076195"/>
                    <a:pt x="79997" y="1077843"/>
                    <a:pt x="79458" y="1077944"/>
                  </a:cubicBezTo>
                  <a:cubicBezTo>
                    <a:pt x="78920" y="1078045"/>
                    <a:pt x="79458" y="1080972"/>
                    <a:pt x="79458" y="1080972"/>
                  </a:cubicBezTo>
                  <a:lnTo>
                    <a:pt x="81511" y="1083461"/>
                  </a:lnTo>
                  <a:cubicBezTo>
                    <a:pt x="81511" y="1083461"/>
                    <a:pt x="87367" y="1083461"/>
                    <a:pt x="87805" y="1083461"/>
                  </a:cubicBezTo>
                  <a:cubicBezTo>
                    <a:pt x="88242" y="1083461"/>
                    <a:pt x="94536" y="1085210"/>
                    <a:pt x="94973" y="1085210"/>
                  </a:cubicBezTo>
                  <a:cubicBezTo>
                    <a:pt x="95411" y="1085210"/>
                    <a:pt x="99012" y="1087397"/>
                    <a:pt x="99012" y="1087397"/>
                  </a:cubicBezTo>
                  <a:lnTo>
                    <a:pt x="103050" y="1090424"/>
                  </a:lnTo>
                  <a:lnTo>
                    <a:pt x="106517" y="1094326"/>
                  </a:lnTo>
                  <a:lnTo>
                    <a:pt x="109445" y="1097791"/>
                  </a:lnTo>
                  <a:lnTo>
                    <a:pt x="110320" y="1102030"/>
                  </a:lnTo>
                  <a:lnTo>
                    <a:pt x="112171" y="1106706"/>
                  </a:lnTo>
                  <a:lnTo>
                    <a:pt x="114224" y="1111920"/>
                  </a:lnTo>
                  <a:lnTo>
                    <a:pt x="116849" y="1120734"/>
                  </a:lnTo>
                  <a:lnTo>
                    <a:pt x="117825" y="1127798"/>
                  </a:lnTo>
                  <a:lnTo>
                    <a:pt x="117623" y="1132137"/>
                  </a:lnTo>
                  <a:cubicBezTo>
                    <a:pt x="117623" y="1132137"/>
                    <a:pt x="116647" y="1136712"/>
                    <a:pt x="116411" y="1137150"/>
                  </a:cubicBezTo>
                  <a:cubicBezTo>
                    <a:pt x="116209" y="1137587"/>
                    <a:pt x="115099" y="1141287"/>
                    <a:pt x="115099" y="1141287"/>
                  </a:cubicBezTo>
                  <a:cubicBezTo>
                    <a:pt x="115099" y="1141287"/>
                    <a:pt x="112272" y="1145526"/>
                    <a:pt x="112272" y="1145862"/>
                  </a:cubicBezTo>
                  <a:cubicBezTo>
                    <a:pt x="112272" y="1146199"/>
                    <a:pt x="111935" y="1149025"/>
                    <a:pt x="111935" y="1149025"/>
                  </a:cubicBezTo>
                  <a:lnTo>
                    <a:pt x="111296" y="1154340"/>
                  </a:lnTo>
                  <a:cubicBezTo>
                    <a:pt x="111296" y="1154340"/>
                    <a:pt x="110084" y="1159015"/>
                    <a:pt x="109781" y="1159217"/>
                  </a:cubicBezTo>
                  <a:cubicBezTo>
                    <a:pt x="109445" y="1159419"/>
                    <a:pt x="105877" y="1162682"/>
                    <a:pt x="105877" y="1162682"/>
                  </a:cubicBezTo>
                  <a:lnTo>
                    <a:pt x="99786" y="1169511"/>
                  </a:lnTo>
                  <a:lnTo>
                    <a:pt x="99786" y="1171260"/>
                  </a:lnTo>
                  <a:lnTo>
                    <a:pt x="99786" y="1175163"/>
                  </a:lnTo>
                  <a:cubicBezTo>
                    <a:pt x="99786" y="1175163"/>
                    <a:pt x="100829" y="1177450"/>
                    <a:pt x="101469" y="1177786"/>
                  </a:cubicBezTo>
                  <a:cubicBezTo>
                    <a:pt x="102108" y="1178123"/>
                    <a:pt x="104026" y="1179401"/>
                    <a:pt x="105339" y="1179973"/>
                  </a:cubicBezTo>
                  <a:cubicBezTo>
                    <a:pt x="106651" y="1180511"/>
                    <a:pt x="107627" y="1181823"/>
                    <a:pt x="110454" y="1183438"/>
                  </a:cubicBezTo>
                  <a:cubicBezTo>
                    <a:pt x="113281" y="1185053"/>
                    <a:pt x="112406" y="1185490"/>
                    <a:pt x="113382" y="1187340"/>
                  </a:cubicBezTo>
                  <a:cubicBezTo>
                    <a:pt x="114358" y="1189190"/>
                    <a:pt x="113382" y="1190166"/>
                    <a:pt x="113180" y="1191242"/>
                  </a:cubicBezTo>
                  <a:cubicBezTo>
                    <a:pt x="112978" y="1192319"/>
                    <a:pt x="112541" y="1194943"/>
                    <a:pt x="112305" y="1195918"/>
                  </a:cubicBezTo>
                  <a:cubicBezTo>
                    <a:pt x="112070" y="1196894"/>
                    <a:pt x="112507" y="1198643"/>
                    <a:pt x="112945" y="1199820"/>
                  </a:cubicBezTo>
                  <a:cubicBezTo>
                    <a:pt x="113382" y="1200998"/>
                    <a:pt x="113921" y="1202108"/>
                    <a:pt x="113921" y="1202108"/>
                  </a:cubicBezTo>
                  <a:lnTo>
                    <a:pt x="114560" y="1205135"/>
                  </a:lnTo>
                  <a:lnTo>
                    <a:pt x="119238" y="1205135"/>
                  </a:lnTo>
                  <a:cubicBezTo>
                    <a:pt x="119238" y="1205135"/>
                    <a:pt x="124017" y="1205606"/>
                    <a:pt x="124354" y="1205405"/>
                  </a:cubicBezTo>
                  <a:cubicBezTo>
                    <a:pt x="124690" y="1205203"/>
                    <a:pt x="125969" y="1205775"/>
                    <a:pt x="128258" y="1205775"/>
                  </a:cubicBezTo>
                  <a:cubicBezTo>
                    <a:pt x="130546" y="1205775"/>
                    <a:pt x="131085" y="1207187"/>
                    <a:pt x="131421" y="1207288"/>
                  </a:cubicBezTo>
                  <a:cubicBezTo>
                    <a:pt x="131758" y="1207389"/>
                    <a:pt x="134787" y="1208701"/>
                    <a:pt x="134787" y="1208701"/>
                  </a:cubicBezTo>
                  <a:cubicBezTo>
                    <a:pt x="134787" y="1208701"/>
                    <a:pt x="136200" y="1207927"/>
                    <a:pt x="136301" y="1207625"/>
                  </a:cubicBezTo>
                  <a:cubicBezTo>
                    <a:pt x="136402" y="1207288"/>
                    <a:pt x="140642" y="1205135"/>
                    <a:pt x="140642" y="1205135"/>
                  </a:cubicBezTo>
                  <a:lnTo>
                    <a:pt x="145859" y="1205135"/>
                  </a:lnTo>
                  <a:lnTo>
                    <a:pt x="149325" y="1205135"/>
                  </a:lnTo>
                  <a:lnTo>
                    <a:pt x="151917" y="1207154"/>
                  </a:lnTo>
                  <a:cubicBezTo>
                    <a:pt x="151917" y="1207154"/>
                    <a:pt x="152354" y="1210047"/>
                    <a:pt x="152354" y="1210450"/>
                  </a:cubicBezTo>
                  <a:cubicBezTo>
                    <a:pt x="152354" y="1210888"/>
                    <a:pt x="151917" y="1213613"/>
                    <a:pt x="151917" y="1214050"/>
                  </a:cubicBezTo>
                  <a:cubicBezTo>
                    <a:pt x="151917" y="1214487"/>
                    <a:pt x="151479" y="1218188"/>
                    <a:pt x="151479" y="1218625"/>
                  </a:cubicBezTo>
                  <a:cubicBezTo>
                    <a:pt x="151479" y="1219062"/>
                    <a:pt x="150941" y="1224276"/>
                    <a:pt x="150941" y="1224276"/>
                  </a:cubicBezTo>
                  <a:cubicBezTo>
                    <a:pt x="150941" y="1224276"/>
                    <a:pt x="151479" y="1228414"/>
                    <a:pt x="151479" y="1228717"/>
                  </a:cubicBezTo>
                  <a:cubicBezTo>
                    <a:pt x="151479" y="1229053"/>
                    <a:pt x="154744" y="1233056"/>
                    <a:pt x="154946" y="1233494"/>
                  </a:cubicBezTo>
                  <a:cubicBezTo>
                    <a:pt x="155148" y="1233931"/>
                    <a:pt x="162350" y="1239784"/>
                    <a:pt x="162653" y="1240020"/>
                  </a:cubicBezTo>
                  <a:cubicBezTo>
                    <a:pt x="162989" y="1240222"/>
                    <a:pt x="169821" y="1246647"/>
                    <a:pt x="169821" y="1246647"/>
                  </a:cubicBezTo>
                  <a:lnTo>
                    <a:pt x="177864" y="1251659"/>
                  </a:lnTo>
                  <a:cubicBezTo>
                    <a:pt x="177864" y="1251659"/>
                    <a:pt x="190350" y="1258622"/>
                    <a:pt x="190485" y="1259060"/>
                  </a:cubicBezTo>
                  <a:cubicBezTo>
                    <a:pt x="190586" y="1259497"/>
                    <a:pt x="197990" y="1266225"/>
                    <a:pt x="198528" y="1266561"/>
                  </a:cubicBezTo>
                  <a:cubicBezTo>
                    <a:pt x="199067" y="1266898"/>
                    <a:pt x="205596" y="1270262"/>
                    <a:pt x="208322" y="1271675"/>
                  </a:cubicBezTo>
                  <a:cubicBezTo>
                    <a:pt x="211048" y="1273088"/>
                    <a:pt x="212125" y="1273424"/>
                    <a:pt x="215288" y="1275039"/>
                  </a:cubicBezTo>
                  <a:cubicBezTo>
                    <a:pt x="218418" y="1276653"/>
                    <a:pt x="219529" y="1277225"/>
                    <a:pt x="221716" y="1278739"/>
                  </a:cubicBezTo>
                  <a:cubicBezTo>
                    <a:pt x="223904" y="1280253"/>
                    <a:pt x="224005" y="1280051"/>
                    <a:pt x="226832" y="1282002"/>
                  </a:cubicBezTo>
                  <a:cubicBezTo>
                    <a:pt x="229659" y="1283953"/>
                    <a:pt x="228683" y="1282641"/>
                    <a:pt x="230635" y="1283280"/>
                  </a:cubicBezTo>
                  <a:cubicBezTo>
                    <a:pt x="232587" y="1283886"/>
                    <a:pt x="234000" y="1283213"/>
                    <a:pt x="235649" y="1283314"/>
                  </a:cubicBezTo>
                  <a:cubicBezTo>
                    <a:pt x="237265" y="1283415"/>
                    <a:pt x="239116" y="1283213"/>
                    <a:pt x="239553" y="1283314"/>
                  </a:cubicBezTo>
                  <a:cubicBezTo>
                    <a:pt x="239991" y="1283415"/>
                    <a:pt x="243592" y="1283415"/>
                    <a:pt x="243895" y="1283314"/>
                  </a:cubicBezTo>
                  <a:cubicBezTo>
                    <a:pt x="244231" y="1283213"/>
                    <a:pt x="246082" y="1284189"/>
                    <a:pt x="246823" y="1284727"/>
                  </a:cubicBezTo>
                  <a:cubicBezTo>
                    <a:pt x="247597" y="1285265"/>
                    <a:pt x="248674" y="1286577"/>
                    <a:pt x="249010" y="1287452"/>
                  </a:cubicBezTo>
                  <a:cubicBezTo>
                    <a:pt x="249347" y="1288326"/>
                    <a:pt x="249212" y="1288091"/>
                    <a:pt x="249650" y="1288629"/>
                  </a:cubicBezTo>
                  <a:cubicBezTo>
                    <a:pt x="250087" y="1289167"/>
                    <a:pt x="253688" y="1288629"/>
                    <a:pt x="253688" y="1288629"/>
                  </a:cubicBezTo>
                  <a:lnTo>
                    <a:pt x="257390" y="1288629"/>
                  </a:lnTo>
                  <a:lnTo>
                    <a:pt x="261530" y="1290277"/>
                  </a:lnTo>
                  <a:lnTo>
                    <a:pt x="269371" y="1295592"/>
                  </a:lnTo>
                  <a:lnTo>
                    <a:pt x="270516" y="1295592"/>
                  </a:lnTo>
                  <a:cubicBezTo>
                    <a:pt x="270516" y="1295592"/>
                    <a:pt x="269371" y="1298654"/>
                    <a:pt x="268496" y="1299797"/>
                  </a:cubicBezTo>
                  <a:cubicBezTo>
                    <a:pt x="267621" y="1300941"/>
                    <a:pt x="266746" y="1301378"/>
                    <a:pt x="266746" y="1301378"/>
                  </a:cubicBezTo>
                  <a:lnTo>
                    <a:pt x="262674" y="1305449"/>
                  </a:lnTo>
                  <a:cubicBezTo>
                    <a:pt x="262674" y="1305449"/>
                    <a:pt x="260352" y="1305146"/>
                    <a:pt x="259477" y="1305449"/>
                  </a:cubicBezTo>
                  <a:cubicBezTo>
                    <a:pt x="258602" y="1305752"/>
                    <a:pt x="257155" y="1309486"/>
                    <a:pt x="257155" y="1309486"/>
                  </a:cubicBezTo>
                  <a:lnTo>
                    <a:pt x="254530" y="1312109"/>
                  </a:lnTo>
                  <a:lnTo>
                    <a:pt x="254530" y="1315574"/>
                  </a:lnTo>
                  <a:lnTo>
                    <a:pt x="254530" y="1320789"/>
                  </a:lnTo>
                  <a:lnTo>
                    <a:pt x="254530" y="1323984"/>
                  </a:lnTo>
                  <a:cubicBezTo>
                    <a:pt x="254530" y="1323984"/>
                    <a:pt x="256111" y="1328021"/>
                    <a:pt x="257458" y="1328896"/>
                  </a:cubicBezTo>
                  <a:cubicBezTo>
                    <a:pt x="258770" y="1329770"/>
                    <a:pt x="258030" y="1329770"/>
                    <a:pt x="259174" y="1330645"/>
                  </a:cubicBezTo>
                  <a:cubicBezTo>
                    <a:pt x="260318" y="1331520"/>
                    <a:pt x="261799" y="1335287"/>
                    <a:pt x="261799" y="1336431"/>
                  </a:cubicBezTo>
                  <a:cubicBezTo>
                    <a:pt x="261799" y="1337575"/>
                    <a:pt x="261496" y="1340501"/>
                    <a:pt x="261496" y="1340501"/>
                  </a:cubicBezTo>
                  <a:lnTo>
                    <a:pt x="261799" y="1343394"/>
                  </a:lnTo>
                  <a:lnTo>
                    <a:pt x="262943" y="1348911"/>
                  </a:lnTo>
                  <a:lnTo>
                    <a:pt x="262371" y="1352982"/>
                  </a:lnTo>
                  <a:lnTo>
                    <a:pt x="262068" y="1355471"/>
                  </a:lnTo>
                  <a:lnTo>
                    <a:pt x="260049" y="1357893"/>
                  </a:lnTo>
                  <a:lnTo>
                    <a:pt x="257458" y="1361358"/>
                  </a:lnTo>
                  <a:cubicBezTo>
                    <a:pt x="257458" y="1361358"/>
                    <a:pt x="257155" y="1362535"/>
                    <a:pt x="257458" y="1363982"/>
                  </a:cubicBezTo>
                  <a:lnTo>
                    <a:pt x="260655" y="1369499"/>
                  </a:lnTo>
                  <a:cubicBezTo>
                    <a:pt x="260655" y="1369499"/>
                    <a:pt x="261799" y="1371248"/>
                    <a:pt x="261799" y="1372123"/>
                  </a:cubicBezTo>
                  <a:cubicBezTo>
                    <a:pt x="261799" y="1372997"/>
                    <a:pt x="264693" y="1377639"/>
                    <a:pt x="265265" y="1378480"/>
                  </a:cubicBezTo>
                  <a:cubicBezTo>
                    <a:pt x="265838" y="1379355"/>
                    <a:pt x="267285" y="1382248"/>
                    <a:pt x="267285" y="1382248"/>
                  </a:cubicBezTo>
                  <a:lnTo>
                    <a:pt x="273376" y="1388606"/>
                  </a:lnTo>
                  <a:lnTo>
                    <a:pt x="278896" y="1391230"/>
                  </a:lnTo>
                  <a:lnTo>
                    <a:pt x="284684" y="1394426"/>
                  </a:lnTo>
                  <a:lnTo>
                    <a:pt x="293670" y="1402533"/>
                  </a:lnTo>
                  <a:lnTo>
                    <a:pt x="301209" y="1408050"/>
                  </a:lnTo>
                  <a:lnTo>
                    <a:pt x="304675" y="1411515"/>
                  </a:lnTo>
                  <a:lnTo>
                    <a:pt x="308141" y="1416426"/>
                  </a:lnTo>
                  <a:lnTo>
                    <a:pt x="313930" y="1421943"/>
                  </a:lnTo>
                  <a:lnTo>
                    <a:pt x="317127" y="1425139"/>
                  </a:lnTo>
                  <a:lnTo>
                    <a:pt x="317127" y="1428604"/>
                  </a:lnTo>
                  <a:lnTo>
                    <a:pt x="317800" y="1429310"/>
                  </a:lnTo>
                  <a:lnTo>
                    <a:pt x="317868" y="1428705"/>
                  </a:lnTo>
                  <a:lnTo>
                    <a:pt x="322882" y="1428805"/>
                  </a:lnTo>
                  <a:lnTo>
                    <a:pt x="327998" y="1427729"/>
                  </a:lnTo>
                  <a:cubicBezTo>
                    <a:pt x="327998" y="1427729"/>
                    <a:pt x="334628" y="1427729"/>
                    <a:pt x="334964" y="1427527"/>
                  </a:cubicBezTo>
                  <a:cubicBezTo>
                    <a:pt x="335301" y="1427325"/>
                    <a:pt x="339003" y="1427426"/>
                    <a:pt x="339003" y="1427426"/>
                  </a:cubicBezTo>
                  <a:lnTo>
                    <a:pt x="344219" y="1427763"/>
                  </a:lnTo>
                  <a:lnTo>
                    <a:pt x="347585" y="1426249"/>
                  </a:lnTo>
                  <a:cubicBezTo>
                    <a:pt x="347585" y="1426249"/>
                    <a:pt x="349772" y="1424735"/>
                    <a:pt x="350412" y="1424197"/>
                  </a:cubicBezTo>
                  <a:cubicBezTo>
                    <a:pt x="351051" y="1423659"/>
                    <a:pt x="354551" y="1421808"/>
                    <a:pt x="355291" y="1421472"/>
                  </a:cubicBezTo>
                  <a:cubicBezTo>
                    <a:pt x="356066" y="1421136"/>
                    <a:pt x="359734" y="1417334"/>
                    <a:pt x="359734" y="1417334"/>
                  </a:cubicBezTo>
                  <a:lnTo>
                    <a:pt x="362998" y="1417334"/>
                  </a:lnTo>
                  <a:lnTo>
                    <a:pt x="367676" y="1416460"/>
                  </a:lnTo>
                  <a:lnTo>
                    <a:pt x="371277" y="1417334"/>
                  </a:lnTo>
                  <a:lnTo>
                    <a:pt x="375518" y="1417435"/>
                  </a:lnTo>
                  <a:cubicBezTo>
                    <a:pt x="375518" y="1417435"/>
                    <a:pt x="387263" y="1417099"/>
                    <a:pt x="388239" y="1416729"/>
                  </a:cubicBezTo>
                  <a:cubicBezTo>
                    <a:pt x="389215" y="1416359"/>
                    <a:pt x="394331" y="1416729"/>
                    <a:pt x="394331" y="1416729"/>
                  </a:cubicBezTo>
                  <a:cubicBezTo>
                    <a:pt x="394331" y="1416729"/>
                    <a:pt x="397494" y="1412995"/>
                    <a:pt x="397797" y="1411885"/>
                  </a:cubicBezTo>
                  <a:cubicBezTo>
                    <a:pt x="398134" y="1410808"/>
                    <a:pt x="400961" y="1408723"/>
                    <a:pt x="400961" y="1408723"/>
                  </a:cubicBezTo>
                  <a:lnTo>
                    <a:pt x="404966" y="1405123"/>
                  </a:lnTo>
                  <a:cubicBezTo>
                    <a:pt x="404966" y="1405123"/>
                    <a:pt x="409307" y="1405123"/>
                    <a:pt x="409745" y="1405123"/>
                  </a:cubicBezTo>
                  <a:cubicBezTo>
                    <a:pt x="410182" y="1405123"/>
                    <a:pt x="412773" y="1404618"/>
                    <a:pt x="413110" y="1404417"/>
                  </a:cubicBezTo>
                  <a:cubicBezTo>
                    <a:pt x="413447" y="1404215"/>
                    <a:pt x="419740" y="1404248"/>
                    <a:pt x="421052" y="1404047"/>
                  </a:cubicBezTo>
                  <a:cubicBezTo>
                    <a:pt x="422365" y="1403845"/>
                    <a:pt x="425394" y="1400683"/>
                    <a:pt x="425394" y="1400683"/>
                  </a:cubicBezTo>
                  <a:lnTo>
                    <a:pt x="427245" y="1398059"/>
                  </a:lnTo>
                  <a:cubicBezTo>
                    <a:pt x="427245" y="1398059"/>
                    <a:pt x="431048" y="1394459"/>
                    <a:pt x="431485" y="1393719"/>
                  </a:cubicBezTo>
                  <a:cubicBezTo>
                    <a:pt x="431923" y="1392946"/>
                    <a:pt x="433976" y="1392643"/>
                    <a:pt x="434312" y="1392407"/>
                  </a:cubicBezTo>
                  <a:cubicBezTo>
                    <a:pt x="434649" y="1392205"/>
                    <a:pt x="439192" y="1390221"/>
                    <a:pt x="439192" y="1389783"/>
                  </a:cubicBezTo>
                  <a:cubicBezTo>
                    <a:pt x="439192" y="1389346"/>
                    <a:pt x="440505" y="1386520"/>
                    <a:pt x="440505" y="1386083"/>
                  </a:cubicBezTo>
                  <a:cubicBezTo>
                    <a:pt x="440505" y="1385646"/>
                    <a:pt x="442356" y="1384670"/>
                    <a:pt x="442356" y="1384670"/>
                  </a:cubicBezTo>
                  <a:cubicBezTo>
                    <a:pt x="442356" y="1384670"/>
                    <a:pt x="444308" y="1384233"/>
                    <a:pt x="444981" y="1383594"/>
                  </a:cubicBezTo>
                  <a:cubicBezTo>
                    <a:pt x="445620" y="1382955"/>
                    <a:pt x="446933" y="1382181"/>
                    <a:pt x="448885" y="1381643"/>
                  </a:cubicBezTo>
                  <a:cubicBezTo>
                    <a:pt x="450837" y="1381104"/>
                    <a:pt x="450500" y="1380667"/>
                    <a:pt x="450938" y="1380432"/>
                  </a:cubicBezTo>
                  <a:cubicBezTo>
                    <a:pt x="451375" y="1380230"/>
                    <a:pt x="454539" y="1377606"/>
                    <a:pt x="454539" y="1377606"/>
                  </a:cubicBezTo>
                  <a:lnTo>
                    <a:pt x="455313" y="1376395"/>
                  </a:lnTo>
                  <a:lnTo>
                    <a:pt x="455649" y="1374208"/>
                  </a:lnTo>
                  <a:lnTo>
                    <a:pt x="454539" y="1371181"/>
                  </a:lnTo>
                  <a:lnTo>
                    <a:pt x="454539" y="1367379"/>
                  </a:lnTo>
                  <a:cubicBezTo>
                    <a:pt x="454539" y="1367379"/>
                    <a:pt x="455077" y="1365428"/>
                    <a:pt x="454976" y="1364991"/>
                  </a:cubicBezTo>
                  <a:cubicBezTo>
                    <a:pt x="454875" y="1364554"/>
                    <a:pt x="456592" y="1362804"/>
                    <a:pt x="457029" y="1361963"/>
                  </a:cubicBezTo>
                  <a:cubicBezTo>
                    <a:pt x="457467" y="1361089"/>
                    <a:pt x="458544" y="1361425"/>
                    <a:pt x="459520" y="1360450"/>
                  </a:cubicBezTo>
                  <a:cubicBezTo>
                    <a:pt x="460496" y="1359474"/>
                    <a:pt x="462347" y="1360248"/>
                    <a:pt x="463121" y="1359676"/>
                  </a:cubicBezTo>
                  <a:cubicBezTo>
                    <a:pt x="463895" y="1359138"/>
                    <a:pt x="465073" y="1359239"/>
                    <a:pt x="466486" y="1358599"/>
                  </a:cubicBezTo>
                  <a:cubicBezTo>
                    <a:pt x="467900" y="1357960"/>
                    <a:pt x="468573" y="1357960"/>
                    <a:pt x="470525" y="1357086"/>
                  </a:cubicBezTo>
                  <a:cubicBezTo>
                    <a:pt x="472477" y="1356211"/>
                    <a:pt x="472275" y="1356749"/>
                    <a:pt x="473554" y="1356547"/>
                  </a:cubicBezTo>
                  <a:cubicBezTo>
                    <a:pt x="474866" y="1356346"/>
                    <a:pt x="475169" y="1356446"/>
                    <a:pt x="476717" y="1355673"/>
                  </a:cubicBezTo>
                  <a:cubicBezTo>
                    <a:pt x="478232" y="1354899"/>
                    <a:pt x="479746" y="1356446"/>
                    <a:pt x="479746" y="1356446"/>
                  </a:cubicBezTo>
                  <a:cubicBezTo>
                    <a:pt x="479746" y="1356446"/>
                    <a:pt x="481698" y="1356446"/>
                    <a:pt x="482136" y="1356446"/>
                  </a:cubicBezTo>
                  <a:cubicBezTo>
                    <a:pt x="482573" y="1356446"/>
                    <a:pt x="484963" y="1357052"/>
                    <a:pt x="484963" y="1357052"/>
                  </a:cubicBezTo>
                  <a:lnTo>
                    <a:pt x="485737" y="1358734"/>
                  </a:lnTo>
                  <a:lnTo>
                    <a:pt x="486275" y="1360786"/>
                  </a:lnTo>
                  <a:lnTo>
                    <a:pt x="489001" y="1363612"/>
                  </a:lnTo>
                  <a:lnTo>
                    <a:pt x="492602" y="1365899"/>
                  </a:lnTo>
                  <a:lnTo>
                    <a:pt x="496843" y="1369162"/>
                  </a:lnTo>
                  <a:lnTo>
                    <a:pt x="501184" y="1372762"/>
                  </a:lnTo>
                  <a:lnTo>
                    <a:pt x="506300" y="1376126"/>
                  </a:lnTo>
                  <a:lnTo>
                    <a:pt x="509328" y="1379052"/>
                  </a:lnTo>
                  <a:lnTo>
                    <a:pt x="516295" y="1384267"/>
                  </a:lnTo>
                  <a:cubicBezTo>
                    <a:pt x="516295" y="1384267"/>
                    <a:pt x="518045" y="1384267"/>
                    <a:pt x="518482" y="1384267"/>
                  </a:cubicBezTo>
                  <a:cubicBezTo>
                    <a:pt x="518920" y="1384267"/>
                    <a:pt x="521309" y="1383728"/>
                    <a:pt x="521747" y="1383728"/>
                  </a:cubicBezTo>
                  <a:cubicBezTo>
                    <a:pt x="522185" y="1383728"/>
                    <a:pt x="522959" y="1383089"/>
                    <a:pt x="522959" y="1383089"/>
                  </a:cubicBezTo>
                  <a:cubicBezTo>
                    <a:pt x="522959" y="1383089"/>
                    <a:pt x="524911" y="1382753"/>
                    <a:pt x="525887" y="1382114"/>
                  </a:cubicBezTo>
                  <a:cubicBezTo>
                    <a:pt x="526863" y="1381474"/>
                    <a:pt x="526526" y="1381340"/>
                    <a:pt x="526526" y="1381340"/>
                  </a:cubicBezTo>
                  <a:lnTo>
                    <a:pt x="525853" y="1378178"/>
                  </a:lnTo>
                  <a:lnTo>
                    <a:pt x="525853" y="1376866"/>
                  </a:lnTo>
                  <a:lnTo>
                    <a:pt x="526728" y="1375016"/>
                  </a:lnTo>
                  <a:lnTo>
                    <a:pt x="529353" y="1374780"/>
                  </a:lnTo>
                  <a:lnTo>
                    <a:pt x="532516" y="1377269"/>
                  </a:lnTo>
                  <a:cubicBezTo>
                    <a:pt x="532516" y="1377269"/>
                    <a:pt x="535242" y="1379557"/>
                    <a:pt x="535680" y="1379994"/>
                  </a:cubicBezTo>
                  <a:cubicBezTo>
                    <a:pt x="536118" y="1380432"/>
                    <a:pt x="536319" y="1381306"/>
                    <a:pt x="536319" y="1381306"/>
                  </a:cubicBezTo>
                  <a:lnTo>
                    <a:pt x="542949" y="1384468"/>
                  </a:lnTo>
                  <a:lnTo>
                    <a:pt x="547964" y="1385982"/>
                  </a:lnTo>
                  <a:lnTo>
                    <a:pt x="551127" y="1386318"/>
                  </a:lnTo>
                  <a:cubicBezTo>
                    <a:pt x="551127" y="1386318"/>
                    <a:pt x="557320" y="1388169"/>
                    <a:pt x="557757" y="1388370"/>
                  </a:cubicBezTo>
                  <a:cubicBezTo>
                    <a:pt x="558195" y="1388572"/>
                    <a:pt x="561661" y="1390658"/>
                    <a:pt x="561661" y="1390658"/>
                  </a:cubicBezTo>
                  <a:lnTo>
                    <a:pt x="564387" y="1394358"/>
                  </a:lnTo>
                  <a:lnTo>
                    <a:pt x="565902" y="1397285"/>
                  </a:lnTo>
                  <a:lnTo>
                    <a:pt x="565902" y="1401322"/>
                  </a:lnTo>
                  <a:lnTo>
                    <a:pt x="571320" y="1404147"/>
                  </a:lnTo>
                  <a:cubicBezTo>
                    <a:pt x="571320" y="1404147"/>
                    <a:pt x="578590" y="1404484"/>
                    <a:pt x="579027" y="1404686"/>
                  </a:cubicBezTo>
                  <a:cubicBezTo>
                    <a:pt x="579465" y="1404888"/>
                    <a:pt x="583167" y="1406872"/>
                    <a:pt x="583167" y="1406872"/>
                  </a:cubicBezTo>
                  <a:cubicBezTo>
                    <a:pt x="583167" y="1406872"/>
                    <a:pt x="587205" y="1406771"/>
                    <a:pt x="587609" y="1406771"/>
                  </a:cubicBezTo>
                  <a:cubicBezTo>
                    <a:pt x="588047" y="1406771"/>
                    <a:pt x="590436" y="1407108"/>
                    <a:pt x="591614" y="1406670"/>
                  </a:cubicBezTo>
                  <a:cubicBezTo>
                    <a:pt x="592825" y="1406233"/>
                    <a:pt x="594878" y="1406670"/>
                    <a:pt x="595854" y="1406435"/>
                  </a:cubicBezTo>
                  <a:cubicBezTo>
                    <a:pt x="596830" y="1406233"/>
                    <a:pt x="599455" y="1406233"/>
                    <a:pt x="599859" y="1405998"/>
                  </a:cubicBezTo>
                  <a:cubicBezTo>
                    <a:pt x="600297" y="1405796"/>
                    <a:pt x="605513" y="1405796"/>
                    <a:pt x="605951" y="1405796"/>
                  </a:cubicBezTo>
                  <a:cubicBezTo>
                    <a:pt x="606388" y="1405796"/>
                    <a:pt x="610528" y="1404484"/>
                    <a:pt x="610528" y="1404484"/>
                  </a:cubicBezTo>
                  <a:lnTo>
                    <a:pt x="613018" y="1403172"/>
                  </a:lnTo>
                  <a:lnTo>
                    <a:pt x="614331" y="1400884"/>
                  </a:lnTo>
                  <a:cubicBezTo>
                    <a:pt x="614331" y="1400884"/>
                    <a:pt x="616518" y="1397823"/>
                    <a:pt x="616821" y="1397521"/>
                  </a:cubicBezTo>
                  <a:cubicBezTo>
                    <a:pt x="617158" y="1397184"/>
                    <a:pt x="618874" y="1395569"/>
                    <a:pt x="618874" y="1395233"/>
                  </a:cubicBezTo>
                  <a:cubicBezTo>
                    <a:pt x="618874" y="1394897"/>
                    <a:pt x="622576" y="1393820"/>
                    <a:pt x="623451" y="1393383"/>
                  </a:cubicBezTo>
                  <a:cubicBezTo>
                    <a:pt x="624326" y="1392946"/>
                    <a:pt x="625201" y="1391533"/>
                    <a:pt x="625201" y="1391533"/>
                  </a:cubicBezTo>
                  <a:cubicBezTo>
                    <a:pt x="625201" y="1391533"/>
                    <a:pt x="627153" y="1391196"/>
                    <a:pt x="628028" y="1391095"/>
                  </a:cubicBezTo>
                  <a:cubicBezTo>
                    <a:pt x="628903" y="1390994"/>
                    <a:pt x="631495" y="1390658"/>
                    <a:pt x="632471" y="1390322"/>
                  </a:cubicBezTo>
                  <a:cubicBezTo>
                    <a:pt x="633447" y="1389985"/>
                    <a:pt x="635197" y="1389548"/>
                    <a:pt x="635197" y="1389548"/>
                  </a:cubicBezTo>
                  <a:lnTo>
                    <a:pt x="637048" y="1388572"/>
                  </a:lnTo>
                  <a:lnTo>
                    <a:pt x="638663" y="1388135"/>
                  </a:lnTo>
                  <a:cubicBezTo>
                    <a:pt x="638663" y="1388135"/>
                    <a:pt x="640851" y="1387260"/>
                    <a:pt x="641591" y="1386924"/>
                  </a:cubicBezTo>
                  <a:cubicBezTo>
                    <a:pt x="642365" y="1386588"/>
                    <a:pt x="642803" y="1386386"/>
                    <a:pt x="643105" y="1386049"/>
                  </a:cubicBezTo>
                  <a:cubicBezTo>
                    <a:pt x="643442" y="1385713"/>
                    <a:pt x="643980" y="1385410"/>
                    <a:pt x="644081" y="1384838"/>
                  </a:cubicBezTo>
                  <a:cubicBezTo>
                    <a:pt x="644182" y="1384300"/>
                    <a:pt x="646269" y="1383089"/>
                    <a:pt x="646572" y="1382652"/>
                  </a:cubicBezTo>
                  <a:cubicBezTo>
                    <a:pt x="646908" y="1382215"/>
                    <a:pt x="647346" y="1381777"/>
                    <a:pt x="647346" y="1381777"/>
                  </a:cubicBezTo>
                  <a:lnTo>
                    <a:pt x="647110" y="1380701"/>
                  </a:lnTo>
                  <a:lnTo>
                    <a:pt x="644081" y="1378110"/>
                  </a:lnTo>
                  <a:cubicBezTo>
                    <a:pt x="644081" y="1378110"/>
                    <a:pt x="644081" y="1377135"/>
                    <a:pt x="644081" y="1376698"/>
                  </a:cubicBezTo>
                  <a:cubicBezTo>
                    <a:pt x="644081" y="1376260"/>
                    <a:pt x="645394" y="1374847"/>
                    <a:pt x="645932" y="1374410"/>
                  </a:cubicBezTo>
                  <a:cubicBezTo>
                    <a:pt x="646471" y="1373973"/>
                    <a:pt x="648423" y="1374309"/>
                    <a:pt x="649399" y="1374511"/>
                  </a:cubicBezTo>
                  <a:cubicBezTo>
                    <a:pt x="650375" y="1374713"/>
                    <a:pt x="652327" y="1374208"/>
                    <a:pt x="653875" y="1374511"/>
                  </a:cubicBezTo>
                  <a:cubicBezTo>
                    <a:pt x="655389" y="1374814"/>
                    <a:pt x="658115" y="1374646"/>
                    <a:pt x="658654" y="1374511"/>
                  </a:cubicBezTo>
                  <a:cubicBezTo>
                    <a:pt x="659192" y="1374410"/>
                    <a:pt x="663769" y="1375049"/>
                    <a:pt x="663769" y="1375049"/>
                  </a:cubicBezTo>
                  <a:lnTo>
                    <a:pt x="667471" y="1376462"/>
                  </a:lnTo>
                  <a:lnTo>
                    <a:pt x="669760" y="1378211"/>
                  </a:lnTo>
                  <a:lnTo>
                    <a:pt x="672587" y="1380062"/>
                  </a:lnTo>
                  <a:lnTo>
                    <a:pt x="673361" y="1381138"/>
                  </a:lnTo>
                  <a:lnTo>
                    <a:pt x="675986" y="1384502"/>
                  </a:lnTo>
                  <a:lnTo>
                    <a:pt x="679890" y="1387126"/>
                  </a:lnTo>
                  <a:lnTo>
                    <a:pt x="684568" y="1388202"/>
                  </a:lnTo>
                  <a:lnTo>
                    <a:pt x="687496" y="1387866"/>
                  </a:lnTo>
                  <a:cubicBezTo>
                    <a:pt x="687496" y="1387866"/>
                    <a:pt x="688371" y="1386352"/>
                    <a:pt x="688472" y="1386016"/>
                  </a:cubicBezTo>
                  <a:cubicBezTo>
                    <a:pt x="688573" y="1385679"/>
                    <a:pt x="689549" y="1384267"/>
                    <a:pt x="689784" y="1383829"/>
                  </a:cubicBezTo>
                  <a:cubicBezTo>
                    <a:pt x="690020" y="1383392"/>
                    <a:pt x="691837" y="1383190"/>
                    <a:pt x="692275" y="1382517"/>
                  </a:cubicBezTo>
                  <a:cubicBezTo>
                    <a:pt x="692712" y="1381844"/>
                    <a:pt x="694900" y="1382416"/>
                    <a:pt x="695203" y="1382517"/>
                  </a:cubicBezTo>
                  <a:cubicBezTo>
                    <a:pt x="695539" y="1382618"/>
                    <a:pt x="697794" y="1383930"/>
                    <a:pt x="697794" y="1383930"/>
                  </a:cubicBezTo>
                  <a:lnTo>
                    <a:pt x="702472" y="1387529"/>
                  </a:lnTo>
                  <a:lnTo>
                    <a:pt x="704862" y="1389279"/>
                  </a:lnTo>
                  <a:lnTo>
                    <a:pt x="705501" y="1391465"/>
                  </a:lnTo>
                  <a:lnTo>
                    <a:pt x="704963" y="1395805"/>
                  </a:lnTo>
                  <a:lnTo>
                    <a:pt x="704525" y="1401120"/>
                  </a:lnTo>
                  <a:lnTo>
                    <a:pt x="703213" y="1404147"/>
                  </a:lnTo>
                  <a:lnTo>
                    <a:pt x="703213" y="1408184"/>
                  </a:lnTo>
                  <a:lnTo>
                    <a:pt x="705501" y="1411885"/>
                  </a:lnTo>
                  <a:lnTo>
                    <a:pt x="706915" y="1415686"/>
                  </a:lnTo>
                  <a:lnTo>
                    <a:pt x="707554" y="1418411"/>
                  </a:lnTo>
                  <a:lnTo>
                    <a:pt x="709068" y="1420261"/>
                  </a:lnTo>
                  <a:lnTo>
                    <a:pt x="711256" y="1421674"/>
                  </a:lnTo>
                  <a:lnTo>
                    <a:pt x="713309" y="1423524"/>
                  </a:lnTo>
                  <a:cubicBezTo>
                    <a:pt x="713309" y="1423524"/>
                    <a:pt x="718088" y="1425374"/>
                    <a:pt x="718525" y="1425374"/>
                  </a:cubicBezTo>
                  <a:cubicBezTo>
                    <a:pt x="718963" y="1425374"/>
                    <a:pt x="722295" y="1426787"/>
                    <a:pt x="722295" y="1426787"/>
                  </a:cubicBezTo>
                  <a:cubicBezTo>
                    <a:pt x="722295" y="1426787"/>
                    <a:pt x="730002" y="1427325"/>
                    <a:pt x="730439" y="1427325"/>
                  </a:cubicBezTo>
                  <a:cubicBezTo>
                    <a:pt x="730877" y="1427325"/>
                    <a:pt x="733805" y="1427426"/>
                    <a:pt x="734141" y="1427426"/>
                  </a:cubicBezTo>
                  <a:cubicBezTo>
                    <a:pt x="734478" y="1427426"/>
                    <a:pt x="737069" y="1427864"/>
                    <a:pt x="737069" y="1427864"/>
                  </a:cubicBezTo>
                  <a:cubicBezTo>
                    <a:pt x="737069" y="1427864"/>
                    <a:pt x="740973" y="1428502"/>
                    <a:pt x="741310" y="1428637"/>
                  </a:cubicBezTo>
                  <a:cubicBezTo>
                    <a:pt x="741646" y="1428738"/>
                    <a:pt x="745011" y="1431126"/>
                    <a:pt x="745011" y="1431126"/>
                  </a:cubicBezTo>
                  <a:lnTo>
                    <a:pt x="746627" y="1435466"/>
                  </a:lnTo>
                  <a:lnTo>
                    <a:pt x="746627" y="1438191"/>
                  </a:lnTo>
                  <a:cubicBezTo>
                    <a:pt x="746627" y="1438191"/>
                    <a:pt x="753190" y="1440142"/>
                    <a:pt x="753627" y="1440142"/>
                  </a:cubicBezTo>
                  <a:cubicBezTo>
                    <a:pt x="754065" y="1440142"/>
                    <a:pt x="758776" y="1440781"/>
                    <a:pt x="759113" y="1440781"/>
                  </a:cubicBezTo>
                  <a:cubicBezTo>
                    <a:pt x="759449" y="1440781"/>
                    <a:pt x="768772" y="1441319"/>
                    <a:pt x="768772" y="1441319"/>
                  </a:cubicBezTo>
                  <a:lnTo>
                    <a:pt x="779205" y="1441757"/>
                  </a:lnTo>
                  <a:cubicBezTo>
                    <a:pt x="779205" y="1441757"/>
                    <a:pt x="783108" y="1441521"/>
                    <a:pt x="783546" y="1441521"/>
                  </a:cubicBezTo>
                  <a:cubicBezTo>
                    <a:pt x="783983" y="1441521"/>
                    <a:pt x="787887" y="1441622"/>
                    <a:pt x="788224" y="1441622"/>
                  </a:cubicBezTo>
                  <a:cubicBezTo>
                    <a:pt x="788560" y="1441622"/>
                    <a:pt x="792464" y="1442799"/>
                    <a:pt x="793003" y="1443035"/>
                  </a:cubicBezTo>
                  <a:cubicBezTo>
                    <a:pt x="793541" y="1443237"/>
                    <a:pt x="795931" y="1444784"/>
                    <a:pt x="795931" y="1444784"/>
                  </a:cubicBezTo>
                  <a:cubicBezTo>
                    <a:pt x="795931" y="1444784"/>
                    <a:pt x="797782" y="1446399"/>
                    <a:pt x="798118" y="1446533"/>
                  </a:cubicBezTo>
                  <a:cubicBezTo>
                    <a:pt x="798455" y="1446634"/>
                    <a:pt x="802022" y="1448585"/>
                    <a:pt x="802460" y="1448720"/>
                  </a:cubicBezTo>
                  <a:cubicBezTo>
                    <a:pt x="802897" y="1448821"/>
                    <a:pt x="805489" y="1449494"/>
                    <a:pt x="805926" y="1449494"/>
                  </a:cubicBezTo>
                  <a:cubicBezTo>
                    <a:pt x="806364" y="1449494"/>
                    <a:pt x="808753" y="1449595"/>
                    <a:pt x="809965" y="1449393"/>
                  </a:cubicBezTo>
                  <a:cubicBezTo>
                    <a:pt x="811176" y="1449157"/>
                    <a:pt x="812994" y="1449056"/>
                    <a:pt x="813330" y="1448955"/>
                  </a:cubicBezTo>
                  <a:cubicBezTo>
                    <a:pt x="813667" y="1448855"/>
                    <a:pt x="815080" y="1448955"/>
                    <a:pt x="817907" y="1448182"/>
                  </a:cubicBezTo>
                  <a:cubicBezTo>
                    <a:pt x="820734" y="1447408"/>
                    <a:pt x="819422" y="1447946"/>
                    <a:pt x="821710" y="1447744"/>
                  </a:cubicBezTo>
                  <a:cubicBezTo>
                    <a:pt x="823999" y="1447509"/>
                    <a:pt x="825177" y="1446971"/>
                    <a:pt x="827129" y="1446769"/>
                  </a:cubicBezTo>
                  <a:cubicBezTo>
                    <a:pt x="829081" y="1446567"/>
                    <a:pt x="830932" y="1446769"/>
                    <a:pt x="832345" y="1446769"/>
                  </a:cubicBezTo>
                  <a:cubicBezTo>
                    <a:pt x="833759" y="1446769"/>
                    <a:pt x="837663" y="1447643"/>
                    <a:pt x="838100" y="1447744"/>
                  </a:cubicBezTo>
                  <a:cubicBezTo>
                    <a:pt x="838538" y="1447845"/>
                    <a:pt x="841365" y="1447744"/>
                    <a:pt x="841802" y="1447408"/>
                  </a:cubicBezTo>
                  <a:cubicBezTo>
                    <a:pt x="842240" y="1447072"/>
                    <a:pt x="841802" y="1445659"/>
                    <a:pt x="841802" y="1445659"/>
                  </a:cubicBezTo>
                  <a:lnTo>
                    <a:pt x="839749" y="1442631"/>
                  </a:lnTo>
                  <a:lnTo>
                    <a:pt x="837562" y="1440445"/>
                  </a:lnTo>
                  <a:lnTo>
                    <a:pt x="839749" y="1437518"/>
                  </a:lnTo>
                  <a:cubicBezTo>
                    <a:pt x="839749" y="1437518"/>
                    <a:pt x="842139" y="1437316"/>
                    <a:pt x="845067" y="1437182"/>
                  </a:cubicBezTo>
                  <a:cubicBezTo>
                    <a:pt x="847994" y="1437081"/>
                    <a:pt x="851596" y="1437821"/>
                    <a:pt x="852033" y="1438157"/>
                  </a:cubicBezTo>
                  <a:cubicBezTo>
                    <a:pt x="852471" y="1438460"/>
                    <a:pt x="860952" y="1439267"/>
                    <a:pt x="860952" y="1439267"/>
                  </a:cubicBezTo>
                  <a:cubicBezTo>
                    <a:pt x="860952" y="1439267"/>
                    <a:pt x="870408" y="1436879"/>
                    <a:pt x="870846" y="1436542"/>
                  </a:cubicBezTo>
                  <a:cubicBezTo>
                    <a:pt x="871283" y="1436206"/>
                    <a:pt x="878351" y="1436105"/>
                    <a:pt x="878788" y="1436004"/>
                  </a:cubicBezTo>
                  <a:cubicBezTo>
                    <a:pt x="879226" y="1435903"/>
                    <a:pt x="886832" y="1431866"/>
                    <a:pt x="886832" y="1431866"/>
                  </a:cubicBezTo>
                  <a:lnTo>
                    <a:pt x="890433" y="1431665"/>
                  </a:lnTo>
                  <a:lnTo>
                    <a:pt x="897063" y="1432001"/>
                  </a:lnTo>
                  <a:cubicBezTo>
                    <a:pt x="897063" y="1432001"/>
                    <a:pt x="897601" y="1432203"/>
                    <a:pt x="897938" y="1432203"/>
                  </a:cubicBezTo>
                  <a:cubicBezTo>
                    <a:pt x="898274" y="1432203"/>
                    <a:pt x="900125" y="1432842"/>
                    <a:pt x="902515" y="1433279"/>
                  </a:cubicBezTo>
                  <a:cubicBezTo>
                    <a:pt x="904904" y="1433717"/>
                    <a:pt x="905342" y="1433380"/>
                    <a:pt x="905880" y="1432842"/>
                  </a:cubicBezTo>
                  <a:cubicBezTo>
                    <a:pt x="906419" y="1432304"/>
                    <a:pt x="907294" y="1430655"/>
                    <a:pt x="907294" y="1430218"/>
                  </a:cubicBezTo>
                  <a:cubicBezTo>
                    <a:pt x="907294" y="1429781"/>
                    <a:pt x="907731" y="1427729"/>
                    <a:pt x="908068" y="1426753"/>
                  </a:cubicBezTo>
                  <a:cubicBezTo>
                    <a:pt x="908404" y="1425778"/>
                    <a:pt x="908707" y="1425542"/>
                    <a:pt x="909481" y="1424163"/>
                  </a:cubicBezTo>
                  <a:cubicBezTo>
                    <a:pt x="910255" y="1422750"/>
                    <a:pt x="910996" y="1423087"/>
                    <a:pt x="911433" y="1422851"/>
                  </a:cubicBezTo>
                  <a:cubicBezTo>
                    <a:pt x="911871" y="1422616"/>
                    <a:pt x="914698" y="1425038"/>
                    <a:pt x="916313" y="1425677"/>
                  </a:cubicBezTo>
                  <a:cubicBezTo>
                    <a:pt x="917962" y="1426316"/>
                    <a:pt x="918063" y="1428402"/>
                    <a:pt x="918063" y="1428402"/>
                  </a:cubicBezTo>
                  <a:cubicBezTo>
                    <a:pt x="918063" y="1428402"/>
                    <a:pt x="919813" y="1431025"/>
                    <a:pt x="920352" y="1431866"/>
                  </a:cubicBezTo>
                  <a:cubicBezTo>
                    <a:pt x="920890" y="1432741"/>
                    <a:pt x="922539" y="1434692"/>
                    <a:pt x="922539" y="1434692"/>
                  </a:cubicBezTo>
                  <a:cubicBezTo>
                    <a:pt x="922539" y="1434692"/>
                    <a:pt x="924929" y="1436542"/>
                    <a:pt x="925366" y="1436879"/>
                  </a:cubicBezTo>
                  <a:cubicBezTo>
                    <a:pt x="925804" y="1437215"/>
                    <a:pt x="927217" y="1438729"/>
                    <a:pt x="929405" y="1440680"/>
                  </a:cubicBezTo>
                  <a:cubicBezTo>
                    <a:pt x="931592" y="1442631"/>
                    <a:pt x="931895" y="1441555"/>
                    <a:pt x="931895" y="1441555"/>
                  </a:cubicBezTo>
                  <a:cubicBezTo>
                    <a:pt x="931895" y="1441555"/>
                    <a:pt x="935799" y="1441555"/>
                    <a:pt x="936775" y="1441555"/>
                  </a:cubicBezTo>
                  <a:cubicBezTo>
                    <a:pt x="937751" y="1441555"/>
                    <a:pt x="941016" y="1442059"/>
                    <a:pt x="941016" y="1442059"/>
                  </a:cubicBezTo>
                  <a:lnTo>
                    <a:pt x="942227" y="1443977"/>
                  </a:lnTo>
                  <a:lnTo>
                    <a:pt x="939299" y="1447004"/>
                  </a:lnTo>
                  <a:cubicBezTo>
                    <a:pt x="939299" y="1447004"/>
                    <a:pt x="937246" y="1448081"/>
                    <a:pt x="935833" y="1448955"/>
                  </a:cubicBezTo>
                  <a:cubicBezTo>
                    <a:pt x="934420" y="1449830"/>
                    <a:pt x="934857" y="1449729"/>
                    <a:pt x="934857" y="1450133"/>
                  </a:cubicBezTo>
                  <a:cubicBezTo>
                    <a:pt x="934857" y="1450570"/>
                    <a:pt x="936607" y="1451647"/>
                    <a:pt x="937583" y="1451781"/>
                  </a:cubicBezTo>
                  <a:cubicBezTo>
                    <a:pt x="938559" y="1451882"/>
                    <a:pt x="940073" y="1452219"/>
                    <a:pt x="940511" y="1452219"/>
                  </a:cubicBezTo>
                  <a:cubicBezTo>
                    <a:pt x="940949" y="1452219"/>
                    <a:pt x="943540" y="1452555"/>
                    <a:pt x="944112" y="1452319"/>
                  </a:cubicBezTo>
                  <a:cubicBezTo>
                    <a:pt x="944650" y="1452084"/>
                    <a:pt x="945626" y="1451108"/>
                    <a:pt x="945626" y="1451108"/>
                  </a:cubicBezTo>
                  <a:lnTo>
                    <a:pt x="947814" y="1448384"/>
                  </a:lnTo>
                  <a:lnTo>
                    <a:pt x="948891" y="1445659"/>
                  </a:lnTo>
                  <a:lnTo>
                    <a:pt x="958449" y="1442631"/>
                  </a:lnTo>
                  <a:cubicBezTo>
                    <a:pt x="958449" y="1442631"/>
                    <a:pt x="962588" y="1442295"/>
                    <a:pt x="964103" y="1442093"/>
                  </a:cubicBezTo>
                  <a:cubicBezTo>
                    <a:pt x="965617" y="1441891"/>
                    <a:pt x="968983" y="1441992"/>
                    <a:pt x="970497" y="1441656"/>
                  </a:cubicBezTo>
                  <a:cubicBezTo>
                    <a:pt x="972012" y="1441319"/>
                    <a:pt x="975377" y="1441555"/>
                    <a:pt x="977228" y="1441555"/>
                  </a:cubicBezTo>
                  <a:cubicBezTo>
                    <a:pt x="979079" y="1441555"/>
                    <a:pt x="981670" y="1441656"/>
                    <a:pt x="982646" y="1441555"/>
                  </a:cubicBezTo>
                  <a:cubicBezTo>
                    <a:pt x="983622" y="1441454"/>
                    <a:pt x="984296" y="1441454"/>
                    <a:pt x="985238" y="1441218"/>
                  </a:cubicBezTo>
                  <a:cubicBezTo>
                    <a:pt x="986214" y="1440983"/>
                    <a:pt x="987291" y="1439806"/>
                    <a:pt x="988502" y="1439705"/>
                  </a:cubicBezTo>
                  <a:cubicBezTo>
                    <a:pt x="989680" y="1439604"/>
                    <a:pt x="991969" y="1437955"/>
                    <a:pt x="992103" y="1437518"/>
                  </a:cubicBezTo>
                  <a:cubicBezTo>
                    <a:pt x="992238" y="1437081"/>
                    <a:pt x="994594" y="1433919"/>
                    <a:pt x="995368" y="1433380"/>
                  </a:cubicBezTo>
                  <a:cubicBezTo>
                    <a:pt x="996142" y="1432842"/>
                    <a:pt x="997118" y="1431530"/>
                    <a:pt x="997219" y="1431093"/>
                  </a:cubicBezTo>
                  <a:cubicBezTo>
                    <a:pt x="997320" y="1430655"/>
                    <a:pt x="999272" y="1427393"/>
                    <a:pt x="999272" y="1427393"/>
                  </a:cubicBezTo>
                  <a:cubicBezTo>
                    <a:pt x="999272" y="1427393"/>
                    <a:pt x="1001022" y="1424567"/>
                    <a:pt x="1001123" y="1423928"/>
                  </a:cubicBezTo>
                  <a:cubicBezTo>
                    <a:pt x="1001224" y="1423288"/>
                    <a:pt x="1004387" y="1421102"/>
                    <a:pt x="1004387" y="1421102"/>
                  </a:cubicBezTo>
                  <a:lnTo>
                    <a:pt x="1007113" y="1415551"/>
                  </a:lnTo>
                  <a:cubicBezTo>
                    <a:pt x="1007113" y="1415551"/>
                    <a:pt x="1009065" y="1412389"/>
                    <a:pt x="1009503" y="1411414"/>
                  </a:cubicBezTo>
                  <a:cubicBezTo>
                    <a:pt x="1009940" y="1410438"/>
                    <a:pt x="1013979" y="1409664"/>
                    <a:pt x="1013979" y="1409664"/>
                  </a:cubicBezTo>
                  <a:lnTo>
                    <a:pt x="1018859" y="1410203"/>
                  </a:lnTo>
                  <a:cubicBezTo>
                    <a:pt x="1018859" y="1410203"/>
                    <a:pt x="1023436" y="1410203"/>
                    <a:pt x="1025489" y="1410203"/>
                  </a:cubicBezTo>
                  <a:cubicBezTo>
                    <a:pt x="1027542" y="1410203"/>
                    <a:pt x="1028080" y="1410102"/>
                    <a:pt x="1029729" y="1409126"/>
                  </a:cubicBezTo>
                  <a:cubicBezTo>
                    <a:pt x="1031345" y="1408151"/>
                    <a:pt x="1033431" y="1407276"/>
                    <a:pt x="1033970" y="1406738"/>
                  </a:cubicBezTo>
                  <a:cubicBezTo>
                    <a:pt x="1034508" y="1406200"/>
                    <a:pt x="1037571" y="1405123"/>
                    <a:pt x="1038412" y="1404450"/>
                  </a:cubicBezTo>
                  <a:cubicBezTo>
                    <a:pt x="1039287" y="1403811"/>
                    <a:pt x="1043090" y="1403239"/>
                    <a:pt x="1043090" y="1403239"/>
                  </a:cubicBezTo>
                  <a:lnTo>
                    <a:pt x="1045917" y="1404988"/>
                  </a:lnTo>
                  <a:lnTo>
                    <a:pt x="1048643" y="1409328"/>
                  </a:lnTo>
                  <a:cubicBezTo>
                    <a:pt x="1048643" y="1409328"/>
                    <a:pt x="1052110" y="1408891"/>
                    <a:pt x="1052211" y="1408689"/>
                  </a:cubicBezTo>
                  <a:cubicBezTo>
                    <a:pt x="1052278" y="1408487"/>
                    <a:pt x="1055610" y="1406805"/>
                    <a:pt x="1056922" y="1405930"/>
                  </a:cubicBezTo>
                  <a:cubicBezTo>
                    <a:pt x="1058235" y="1405056"/>
                    <a:pt x="1061567" y="1404484"/>
                    <a:pt x="1062004" y="1403912"/>
                  </a:cubicBezTo>
                  <a:cubicBezTo>
                    <a:pt x="1062441" y="1403340"/>
                    <a:pt x="1068297" y="1403273"/>
                    <a:pt x="1070115" y="1403273"/>
                  </a:cubicBezTo>
                  <a:cubicBezTo>
                    <a:pt x="1071932" y="1403273"/>
                    <a:pt x="1073245" y="1406973"/>
                    <a:pt x="1073447" y="1407175"/>
                  </a:cubicBezTo>
                  <a:cubicBezTo>
                    <a:pt x="1073649" y="1407411"/>
                    <a:pt x="1079101" y="1408554"/>
                    <a:pt x="1079403" y="1408487"/>
                  </a:cubicBezTo>
                  <a:cubicBezTo>
                    <a:pt x="1079706" y="1408420"/>
                    <a:pt x="1084687" y="1409564"/>
                    <a:pt x="1084990" y="1409564"/>
                  </a:cubicBezTo>
                  <a:cubicBezTo>
                    <a:pt x="1085293" y="1409564"/>
                    <a:pt x="1093606" y="1407915"/>
                    <a:pt x="1093606" y="1407915"/>
                  </a:cubicBezTo>
                  <a:lnTo>
                    <a:pt x="1100067" y="1406906"/>
                  </a:lnTo>
                  <a:cubicBezTo>
                    <a:pt x="1100067" y="1406906"/>
                    <a:pt x="1103635" y="1406973"/>
                    <a:pt x="1103971" y="1406771"/>
                  </a:cubicBezTo>
                  <a:cubicBezTo>
                    <a:pt x="1104341" y="1406570"/>
                    <a:pt x="1108548" y="1405527"/>
                    <a:pt x="1108986" y="1405459"/>
                  </a:cubicBezTo>
                  <a:cubicBezTo>
                    <a:pt x="1109423" y="1405392"/>
                    <a:pt x="1114640" y="1403710"/>
                    <a:pt x="1114842" y="1403441"/>
                  </a:cubicBezTo>
                  <a:cubicBezTo>
                    <a:pt x="1115044" y="1403138"/>
                    <a:pt x="1117029" y="1402735"/>
                    <a:pt x="1117029" y="1402735"/>
                  </a:cubicBezTo>
                  <a:lnTo>
                    <a:pt x="1119789" y="1398092"/>
                  </a:lnTo>
                  <a:lnTo>
                    <a:pt x="1123928" y="1398092"/>
                  </a:lnTo>
                  <a:lnTo>
                    <a:pt x="1127630" y="1398967"/>
                  </a:lnTo>
                  <a:cubicBezTo>
                    <a:pt x="1127630" y="1398967"/>
                    <a:pt x="1127630" y="1400783"/>
                    <a:pt x="1127630" y="1401086"/>
                  </a:cubicBezTo>
                  <a:cubicBezTo>
                    <a:pt x="1127630" y="1401355"/>
                    <a:pt x="1127227" y="1402735"/>
                    <a:pt x="1127227" y="1402735"/>
                  </a:cubicBezTo>
                  <a:lnTo>
                    <a:pt x="1132275" y="1407209"/>
                  </a:lnTo>
                  <a:lnTo>
                    <a:pt x="1136246" y="1405829"/>
                  </a:lnTo>
                  <a:lnTo>
                    <a:pt x="1146107" y="1408723"/>
                  </a:lnTo>
                  <a:lnTo>
                    <a:pt x="1155900" y="1413634"/>
                  </a:lnTo>
                  <a:lnTo>
                    <a:pt x="1160982" y="1415148"/>
                  </a:lnTo>
                  <a:lnTo>
                    <a:pt x="1165021" y="1411952"/>
                  </a:lnTo>
                  <a:lnTo>
                    <a:pt x="1178920" y="1411952"/>
                  </a:lnTo>
                  <a:lnTo>
                    <a:pt x="1194267" y="1411952"/>
                  </a:lnTo>
                  <a:lnTo>
                    <a:pt x="1203252" y="1413701"/>
                  </a:lnTo>
                  <a:lnTo>
                    <a:pt x="1213113" y="1413701"/>
                  </a:lnTo>
                  <a:lnTo>
                    <a:pt x="1217185" y="1415451"/>
                  </a:lnTo>
                  <a:lnTo>
                    <a:pt x="1222402" y="1415451"/>
                  </a:lnTo>
                  <a:lnTo>
                    <a:pt x="1230512" y="1417031"/>
                  </a:lnTo>
                  <a:lnTo>
                    <a:pt x="1232532" y="1422683"/>
                  </a:lnTo>
                  <a:lnTo>
                    <a:pt x="1230512" y="1425879"/>
                  </a:lnTo>
                  <a:lnTo>
                    <a:pt x="1237748" y="1431665"/>
                  </a:lnTo>
                  <a:lnTo>
                    <a:pt x="1243537" y="1439772"/>
                  </a:lnTo>
                  <a:lnTo>
                    <a:pt x="1248181" y="1437148"/>
                  </a:lnTo>
                  <a:lnTo>
                    <a:pt x="1252825" y="1433952"/>
                  </a:lnTo>
                  <a:lnTo>
                    <a:pt x="1258042" y="1435701"/>
                  </a:lnTo>
                  <a:lnTo>
                    <a:pt x="1261508" y="1439166"/>
                  </a:lnTo>
                  <a:cubicBezTo>
                    <a:pt x="1261508" y="1439166"/>
                    <a:pt x="1268744" y="1445558"/>
                    <a:pt x="1269922" y="1445558"/>
                  </a:cubicBezTo>
                  <a:cubicBezTo>
                    <a:pt x="1271066" y="1445558"/>
                    <a:pt x="1273691" y="1447576"/>
                    <a:pt x="1273691" y="1447576"/>
                  </a:cubicBezTo>
                  <a:lnTo>
                    <a:pt x="1276956" y="1455414"/>
                  </a:lnTo>
                  <a:lnTo>
                    <a:pt x="1283249" y="1453665"/>
                  </a:lnTo>
                  <a:lnTo>
                    <a:pt x="1287591" y="1453665"/>
                  </a:lnTo>
                  <a:lnTo>
                    <a:pt x="1293682" y="1457870"/>
                  </a:lnTo>
                  <a:lnTo>
                    <a:pt x="1298899" y="1459182"/>
                  </a:lnTo>
                  <a:lnTo>
                    <a:pt x="1305865" y="1472806"/>
                  </a:lnTo>
                  <a:lnTo>
                    <a:pt x="1310509" y="1472806"/>
                  </a:lnTo>
                  <a:lnTo>
                    <a:pt x="1315423" y="1476674"/>
                  </a:lnTo>
                  <a:lnTo>
                    <a:pt x="1315995" y="1477347"/>
                  </a:lnTo>
                  <a:lnTo>
                    <a:pt x="1312630" y="1478760"/>
                  </a:lnTo>
                  <a:lnTo>
                    <a:pt x="1316264" y="1477246"/>
                  </a:lnTo>
                  <a:lnTo>
                    <a:pt x="1318082" y="1478054"/>
                  </a:lnTo>
                  <a:lnTo>
                    <a:pt x="1321548" y="1478054"/>
                  </a:lnTo>
                  <a:lnTo>
                    <a:pt x="1327404" y="1477515"/>
                  </a:lnTo>
                  <a:lnTo>
                    <a:pt x="1331039" y="1477179"/>
                  </a:lnTo>
                  <a:cubicBezTo>
                    <a:pt x="1331039" y="1477179"/>
                    <a:pt x="1334236" y="1477314"/>
                    <a:pt x="1334505" y="1477314"/>
                  </a:cubicBezTo>
                  <a:cubicBezTo>
                    <a:pt x="1334808" y="1477314"/>
                    <a:pt x="1337198" y="1478996"/>
                    <a:pt x="1337399" y="1478996"/>
                  </a:cubicBezTo>
                  <a:cubicBezTo>
                    <a:pt x="1337601" y="1478996"/>
                    <a:pt x="1338847" y="1480879"/>
                    <a:pt x="1338847" y="1480879"/>
                  </a:cubicBezTo>
                  <a:lnTo>
                    <a:pt x="1343491" y="1483705"/>
                  </a:lnTo>
                  <a:lnTo>
                    <a:pt x="1348404" y="1483503"/>
                  </a:lnTo>
                  <a:cubicBezTo>
                    <a:pt x="1348404" y="1483503"/>
                    <a:pt x="1349280" y="1479971"/>
                    <a:pt x="1349852" y="1479433"/>
                  </a:cubicBezTo>
                  <a:cubicBezTo>
                    <a:pt x="1350424" y="1478928"/>
                    <a:pt x="1352039" y="1478256"/>
                    <a:pt x="1352039" y="1478256"/>
                  </a:cubicBezTo>
                  <a:lnTo>
                    <a:pt x="1355674" y="1477549"/>
                  </a:lnTo>
                  <a:cubicBezTo>
                    <a:pt x="1355674" y="1477549"/>
                    <a:pt x="1355236" y="1472705"/>
                    <a:pt x="1355236" y="1472402"/>
                  </a:cubicBezTo>
                  <a:cubicBezTo>
                    <a:pt x="1355236" y="1472100"/>
                    <a:pt x="1357424" y="1469274"/>
                    <a:pt x="1357424" y="1469274"/>
                  </a:cubicBezTo>
                  <a:lnTo>
                    <a:pt x="1359813" y="1467625"/>
                  </a:lnTo>
                  <a:lnTo>
                    <a:pt x="1364155" y="1467625"/>
                  </a:lnTo>
                  <a:lnTo>
                    <a:pt x="1367924" y="1471090"/>
                  </a:lnTo>
                  <a:lnTo>
                    <a:pt x="1372266" y="1477179"/>
                  </a:lnTo>
                  <a:lnTo>
                    <a:pt x="1376910" y="1480072"/>
                  </a:lnTo>
                  <a:lnTo>
                    <a:pt x="1382699" y="1484714"/>
                  </a:lnTo>
                  <a:lnTo>
                    <a:pt x="1391987" y="1486464"/>
                  </a:lnTo>
                  <a:lnTo>
                    <a:pt x="1404439" y="1487338"/>
                  </a:lnTo>
                  <a:lnTo>
                    <a:pt x="1409084" y="1489929"/>
                  </a:lnTo>
                  <a:lnTo>
                    <a:pt x="1417767" y="1491375"/>
                  </a:lnTo>
                  <a:lnTo>
                    <a:pt x="1420392" y="1491947"/>
                  </a:lnTo>
                  <a:lnTo>
                    <a:pt x="1421267" y="1496858"/>
                  </a:lnTo>
                  <a:lnTo>
                    <a:pt x="1426786" y="1501770"/>
                  </a:lnTo>
                  <a:lnTo>
                    <a:pt x="1432877" y="1503216"/>
                  </a:lnTo>
                  <a:lnTo>
                    <a:pt x="1436344" y="1505807"/>
                  </a:lnTo>
                  <a:lnTo>
                    <a:pt x="1439238" y="1505807"/>
                  </a:lnTo>
                  <a:lnTo>
                    <a:pt x="1443310" y="1500592"/>
                  </a:lnTo>
                  <a:lnTo>
                    <a:pt x="1447383" y="1500592"/>
                  </a:lnTo>
                  <a:lnTo>
                    <a:pt x="1449402" y="1497262"/>
                  </a:lnTo>
                  <a:lnTo>
                    <a:pt x="1452868" y="1490736"/>
                  </a:lnTo>
                  <a:lnTo>
                    <a:pt x="1453743" y="1485825"/>
                  </a:lnTo>
                  <a:lnTo>
                    <a:pt x="1453171" y="1481182"/>
                  </a:lnTo>
                  <a:lnTo>
                    <a:pt x="1451724" y="1477112"/>
                  </a:lnTo>
                  <a:lnTo>
                    <a:pt x="1452027" y="1471595"/>
                  </a:lnTo>
                  <a:lnTo>
                    <a:pt x="1451152" y="1464934"/>
                  </a:lnTo>
                  <a:lnTo>
                    <a:pt x="1451152" y="1460797"/>
                  </a:lnTo>
                  <a:lnTo>
                    <a:pt x="1450782" y="1457433"/>
                  </a:lnTo>
                  <a:lnTo>
                    <a:pt x="1448998" y="1453968"/>
                  </a:lnTo>
                  <a:cubicBezTo>
                    <a:pt x="1448998" y="1453968"/>
                    <a:pt x="1444859" y="1450806"/>
                    <a:pt x="1444320" y="1450267"/>
                  </a:cubicBezTo>
                  <a:cubicBezTo>
                    <a:pt x="1443782" y="1449729"/>
                    <a:pt x="1442133" y="1449191"/>
                    <a:pt x="1441729" y="1449191"/>
                  </a:cubicBezTo>
                  <a:cubicBezTo>
                    <a:pt x="1441291" y="1449191"/>
                    <a:pt x="1438464" y="1447879"/>
                    <a:pt x="1438464" y="1447879"/>
                  </a:cubicBezTo>
                  <a:lnTo>
                    <a:pt x="1434560" y="1445827"/>
                  </a:lnTo>
                  <a:lnTo>
                    <a:pt x="1429344" y="1444750"/>
                  </a:lnTo>
                  <a:lnTo>
                    <a:pt x="1428570" y="1440613"/>
                  </a:lnTo>
                  <a:lnTo>
                    <a:pt x="1428570" y="1437148"/>
                  </a:lnTo>
                  <a:lnTo>
                    <a:pt x="1429175" y="1433448"/>
                  </a:lnTo>
                  <a:lnTo>
                    <a:pt x="1429882" y="1430958"/>
                  </a:lnTo>
                  <a:lnTo>
                    <a:pt x="1430522" y="1429983"/>
                  </a:lnTo>
                  <a:cubicBezTo>
                    <a:pt x="1430522" y="1429983"/>
                    <a:pt x="1432036" y="1427157"/>
                    <a:pt x="1432137" y="1426821"/>
                  </a:cubicBezTo>
                  <a:cubicBezTo>
                    <a:pt x="1432238" y="1426484"/>
                    <a:pt x="1432238" y="1425206"/>
                    <a:pt x="1432238" y="1425206"/>
                  </a:cubicBezTo>
                  <a:cubicBezTo>
                    <a:pt x="1432238" y="1425206"/>
                    <a:pt x="1429411" y="1423356"/>
                    <a:pt x="1428873" y="1422380"/>
                  </a:cubicBezTo>
                  <a:cubicBezTo>
                    <a:pt x="1428334" y="1421405"/>
                    <a:pt x="1428772" y="1419353"/>
                    <a:pt x="1428772" y="1419353"/>
                  </a:cubicBezTo>
                  <a:lnTo>
                    <a:pt x="1428233" y="1417603"/>
                  </a:lnTo>
                  <a:lnTo>
                    <a:pt x="1429748" y="1415417"/>
                  </a:lnTo>
                  <a:cubicBezTo>
                    <a:pt x="1429748" y="1415417"/>
                    <a:pt x="1433012" y="1414105"/>
                    <a:pt x="1433786" y="1413802"/>
                  </a:cubicBezTo>
                  <a:cubicBezTo>
                    <a:pt x="1434560" y="1413466"/>
                    <a:pt x="1435536" y="1412389"/>
                    <a:pt x="1435536" y="1412389"/>
                  </a:cubicBezTo>
                  <a:cubicBezTo>
                    <a:pt x="1435536" y="1412389"/>
                    <a:pt x="1440315" y="1410001"/>
                    <a:pt x="1440753" y="1409799"/>
                  </a:cubicBezTo>
                  <a:cubicBezTo>
                    <a:pt x="1441190" y="1409597"/>
                    <a:pt x="1443479" y="1408184"/>
                    <a:pt x="1443916" y="1407949"/>
                  </a:cubicBezTo>
                  <a:cubicBezTo>
                    <a:pt x="1444354" y="1407747"/>
                    <a:pt x="1445969" y="1406704"/>
                    <a:pt x="1445969" y="1406704"/>
                  </a:cubicBezTo>
                  <a:lnTo>
                    <a:pt x="1450311" y="1406637"/>
                  </a:lnTo>
                  <a:cubicBezTo>
                    <a:pt x="1450311" y="1406637"/>
                    <a:pt x="1458455" y="1406738"/>
                    <a:pt x="1458893" y="1406637"/>
                  </a:cubicBezTo>
                  <a:cubicBezTo>
                    <a:pt x="1459330" y="1406536"/>
                    <a:pt x="1463133" y="1405661"/>
                    <a:pt x="1463133" y="1405661"/>
                  </a:cubicBezTo>
                  <a:lnTo>
                    <a:pt x="1467138" y="1403710"/>
                  </a:lnTo>
                  <a:lnTo>
                    <a:pt x="1468989" y="1401221"/>
                  </a:lnTo>
                  <a:lnTo>
                    <a:pt x="1471479" y="1399808"/>
                  </a:lnTo>
                  <a:lnTo>
                    <a:pt x="1472893" y="1398059"/>
                  </a:lnTo>
                  <a:lnTo>
                    <a:pt x="1476359" y="1398059"/>
                  </a:lnTo>
                  <a:lnTo>
                    <a:pt x="1479826" y="1399808"/>
                  </a:lnTo>
                  <a:lnTo>
                    <a:pt x="1483292" y="1399808"/>
                  </a:lnTo>
                  <a:lnTo>
                    <a:pt x="1485042" y="1399808"/>
                  </a:lnTo>
                  <a:lnTo>
                    <a:pt x="1486792" y="1398362"/>
                  </a:lnTo>
                  <a:lnTo>
                    <a:pt x="1488105" y="1396780"/>
                  </a:lnTo>
                  <a:lnTo>
                    <a:pt x="1489989" y="1392004"/>
                  </a:lnTo>
                  <a:lnTo>
                    <a:pt x="1491134" y="1388539"/>
                  </a:lnTo>
                  <a:lnTo>
                    <a:pt x="1491134" y="1384906"/>
                  </a:lnTo>
                  <a:lnTo>
                    <a:pt x="1486119" y="1378548"/>
                  </a:lnTo>
                  <a:lnTo>
                    <a:pt x="1481273" y="1372324"/>
                  </a:lnTo>
                  <a:lnTo>
                    <a:pt x="1479691" y="1365933"/>
                  </a:lnTo>
                  <a:lnTo>
                    <a:pt x="1477234" y="1355202"/>
                  </a:lnTo>
                  <a:lnTo>
                    <a:pt x="1477537" y="1350694"/>
                  </a:lnTo>
                  <a:lnTo>
                    <a:pt x="1474205" y="1349954"/>
                  </a:lnTo>
                  <a:lnTo>
                    <a:pt x="1470739" y="1347498"/>
                  </a:lnTo>
                  <a:lnTo>
                    <a:pt x="1463772" y="1342284"/>
                  </a:lnTo>
                  <a:lnTo>
                    <a:pt x="1457816" y="1340098"/>
                  </a:lnTo>
                  <a:lnTo>
                    <a:pt x="1458085" y="1334614"/>
                  </a:lnTo>
                  <a:lnTo>
                    <a:pt x="1458085" y="1329097"/>
                  </a:lnTo>
                  <a:lnTo>
                    <a:pt x="1457580" y="1323883"/>
                  </a:lnTo>
                  <a:lnTo>
                    <a:pt x="1453171" y="1324758"/>
                  </a:lnTo>
                  <a:lnTo>
                    <a:pt x="1444185" y="1318400"/>
                  </a:lnTo>
                  <a:lnTo>
                    <a:pt x="1439541" y="1312311"/>
                  </a:lnTo>
                  <a:lnTo>
                    <a:pt x="1431430" y="1307669"/>
                  </a:lnTo>
                  <a:lnTo>
                    <a:pt x="1422747" y="1300134"/>
                  </a:lnTo>
                  <a:lnTo>
                    <a:pt x="1423892" y="1294348"/>
                  </a:lnTo>
                  <a:lnTo>
                    <a:pt x="1424767" y="1286812"/>
                  </a:lnTo>
                  <a:lnTo>
                    <a:pt x="1430555" y="1283919"/>
                  </a:lnTo>
                  <a:lnTo>
                    <a:pt x="1432575" y="1275812"/>
                  </a:lnTo>
                  <a:lnTo>
                    <a:pt x="1430252" y="1271742"/>
                  </a:lnTo>
                  <a:lnTo>
                    <a:pt x="1425608" y="1262188"/>
                  </a:lnTo>
                  <a:lnTo>
                    <a:pt x="1418642" y="1249439"/>
                  </a:lnTo>
                  <a:lnTo>
                    <a:pt x="1412853" y="1237261"/>
                  </a:lnTo>
                  <a:lnTo>
                    <a:pt x="1412853" y="1229154"/>
                  </a:lnTo>
                  <a:lnTo>
                    <a:pt x="1417194" y="1225958"/>
                  </a:lnTo>
                  <a:lnTo>
                    <a:pt x="1427930" y="1225958"/>
                  </a:lnTo>
                  <a:lnTo>
                    <a:pt x="1432002" y="1223503"/>
                  </a:lnTo>
                  <a:lnTo>
                    <a:pt x="1436344" y="1219600"/>
                  </a:lnTo>
                  <a:lnTo>
                    <a:pt x="1445330" y="1213814"/>
                  </a:lnTo>
                  <a:lnTo>
                    <a:pt x="1450243" y="1207154"/>
                  </a:lnTo>
                  <a:lnTo>
                    <a:pt x="1454585" y="1204833"/>
                  </a:lnTo>
                  <a:lnTo>
                    <a:pt x="1463873" y="1203958"/>
                  </a:lnTo>
                  <a:lnTo>
                    <a:pt x="1471715" y="1208600"/>
                  </a:lnTo>
                  <a:lnTo>
                    <a:pt x="1483292" y="1212065"/>
                  </a:lnTo>
                  <a:lnTo>
                    <a:pt x="1499817" y="1212065"/>
                  </a:lnTo>
                  <a:lnTo>
                    <a:pt x="1515466" y="1209609"/>
                  </a:lnTo>
                  <a:lnTo>
                    <a:pt x="1530240" y="1206582"/>
                  </a:lnTo>
                  <a:lnTo>
                    <a:pt x="1548784" y="1203117"/>
                  </a:lnTo>
                  <a:lnTo>
                    <a:pt x="1558073" y="1201671"/>
                  </a:lnTo>
                  <a:lnTo>
                    <a:pt x="1565039" y="1201671"/>
                  </a:lnTo>
                  <a:lnTo>
                    <a:pt x="1574025" y="1201671"/>
                  </a:lnTo>
                  <a:lnTo>
                    <a:pt x="1579241" y="1198912"/>
                  </a:lnTo>
                  <a:lnTo>
                    <a:pt x="1582708" y="1194404"/>
                  </a:lnTo>
                  <a:cubicBezTo>
                    <a:pt x="1582708" y="1194404"/>
                    <a:pt x="1591693" y="1194707"/>
                    <a:pt x="1592838" y="1194404"/>
                  </a:cubicBezTo>
                  <a:cubicBezTo>
                    <a:pt x="1593982" y="1194102"/>
                    <a:pt x="1600646" y="1192386"/>
                    <a:pt x="1600646" y="1192386"/>
                  </a:cubicBezTo>
                  <a:lnTo>
                    <a:pt x="1607881" y="1189762"/>
                  </a:lnTo>
                  <a:lnTo>
                    <a:pt x="1611651" y="1194404"/>
                  </a:lnTo>
                  <a:lnTo>
                    <a:pt x="1617742" y="1192958"/>
                  </a:lnTo>
                  <a:lnTo>
                    <a:pt x="1626156" y="1185994"/>
                  </a:lnTo>
                  <a:lnTo>
                    <a:pt x="1637464" y="1181352"/>
                  </a:lnTo>
                  <a:lnTo>
                    <a:pt x="1641536" y="1185994"/>
                  </a:lnTo>
                  <a:lnTo>
                    <a:pt x="1649377" y="1185994"/>
                  </a:lnTo>
                  <a:lnTo>
                    <a:pt x="1652575" y="1184413"/>
                  </a:lnTo>
                  <a:lnTo>
                    <a:pt x="1670243" y="1181655"/>
                  </a:lnTo>
                  <a:lnTo>
                    <a:pt x="1670243" y="1177147"/>
                  </a:lnTo>
                  <a:lnTo>
                    <a:pt x="1673609" y="1174422"/>
                  </a:lnTo>
                  <a:lnTo>
                    <a:pt x="1673676" y="1174422"/>
                  </a:lnTo>
                  <a:cubicBezTo>
                    <a:pt x="1673541" y="1173951"/>
                    <a:pt x="1673575" y="1173514"/>
                    <a:pt x="1673575" y="1173514"/>
                  </a:cubicBezTo>
                  <a:close/>
                </a:path>
              </a:pathLst>
            </a:custGeom>
            <a:solidFill>
              <a:srgbClr val="BB3023"/>
            </a:solidFill>
            <a:ln w="6350" cap="flat">
              <a:solidFill>
                <a:schemeClr val="bg1"/>
              </a:solidFill>
              <a:prstDash val="solid"/>
              <a:miter/>
            </a:ln>
          </p:spPr>
          <p:txBody>
            <a:bodyPr rtlCol="0" anchor="ctr"/>
            <a:lstStyle/>
            <a:p>
              <a:endParaRPr lang="en-US"/>
            </a:p>
          </p:txBody>
        </p:sp>
        <p:sp>
          <p:nvSpPr>
            <p:cNvPr id="196" name="Freeform 913">
              <a:extLst>
                <a:ext uri="{FF2B5EF4-FFF2-40B4-BE49-F238E27FC236}">
                  <a16:creationId xmlns:a16="http://schemas.microsoft.com/office/drawing/2014/main" id="{BE79E447-2DF6-4D6E-F5FB-C0296194FE43}"/>
                </a:ext>
              </a:extLst>
            </p:cNvPr>
            <p:cNvSpPr/>
            <p:nvPr/>
          </p:nvSpPr>
          <p:spPr>
            <a:xfrm>
              <a:off x="7669701" y="3706583"/>
              <a:ext cx="138026" cy="112855"/>
            </a:xfrm>
            <a:custGeom>
              <a:avLst/>
              <a:gdLst>
                <a:gd name="connsiteX0" fmla="*/ 1245 w 264996"/>
                <a:gd name="connsiteY0" fmla="*/ 99943 h 216669"/>
                <a:gd name="connsiteX1" fmla="*/ 0 w 264996"/>
                <a:gd name="connsiteY1" fmla="*/ 97723 h 216669"/>
                <a:gd name="connsiteX2" fmla="*/ 976 w 264996"/>
                <a:gd name="connsiteY2" fmla="*/ 95335 h 216669"/>
                <a:gd name="connsiteX3" fmla="*/ 1851 w 264996"/>
                <a:gd name="connsiteY3" fmla="*/ 91802 h 216669"/>
                <a:gd name="connsiteX4" fmla="*/ 2894 w 264996"/>
                <a:gd name="connsiteY4" fmla="*/ 88741 h 216669"/>
                <a:gd name="connsiteX5" fmla="*/ 6394 w 264996"/>
                <a:gd name="connsiteY5" fmla="*/ 87059 h 216669"/>
                <a:gd name="connsiteX6" fmla="*/ 9726 w 264996"/>
                <a:gd name="connsiteY6" fmla="*/ 85074 h 216669"/>
                <a:gd name="connsiteX7" fmla="*/ 13798 w 264996"/>
                <a:gd name="connsiteY7" fmla="*/ 81778 h 216669"/>
                <a:gd name="connsiteX8" fmla="*/ 20159 w 264996"/>
                <a:gd name="connsiteY8" fmla="*/ 79457 h 216669"/>
                <a:gd name="connsiteX9" fmla="*/ 27395 w 264996"/>
                <a:gd name="connsiteY9" fmla="*/ 74377 h 216669"/>
                <a:gd name="connsiteX10" fmla="*/ 36078 w 264996"/>
                <a:gd name="connsiteY10" fmla="*/ 69298 h 216669"/>
                <a:gd name="connsiteX11" fmla="*/ 40722 w 264996"/>
                <a:gd name="connsiteY11" fmla="*/ 63781 h 216669"/>
                <a:gd name="connsiteX12" fmla="*/ 49136 w 264996"/>
                <a:gd name="connsiteY12" fmla="*/ 58701 h 216669"/>
                <a:gd name="connsiteX13" fmla="*/ 57987 w 264996"/>
                <a:gd name="connsiteY13" fmla="*/ 52478 h 216669"/>
                <a:gd name="connsiteX14" fmla="*/ 65088 w 264996"/>
                <a:gd name="connsiteY14" fmla="*/ 46691 h 216669"/>
                <a:gd name="connsiteX15" fmla="*/ 70170 w 264996"/>
                <a:gd name="connsiteY15" fmla="*/ 45682 h 216669"/>
                <a:gd name="connsiteX16" fmla="*/ 70372 w 264996"/>
                <a:gd name="connsiteY16" fmla="*/ 44438 h 216669"/>
                <a:gd name="connsiteX17" fmla="*/ 72425 w 264996"/>
                <a:gd name="connsiteY17" fmla="*/ 42520 h 216669"/>
                <a:gd name="connsiteX18" fmla="*/ 72088 w 264996"/>
                <a:gd name="connsiteY18" fmla="*/ 41275 h 216669"/>
                <a:gd name="connsiteX19" fmla="*/ 70910 w 264996"/>
                <a:gd name="connsiteY19" fmla="*/ 40300 h 216669"/>
                <a:gd name="connsiteX20" fmla="*/ 69261 w 264996"/>
                <a:gd name="connsiteY20" fmla="*/ 40300 h 216669"/>
                <a:gd name="connsiteX21" fmla="*/ 67747 w 264996"/>
                <a:gd name="connsiteY21" fmla="*/ 40603 h 216669"/>
                <a:gd name="connsiteX22" fmla="*/ 65660 w 264996"/>
                <a:gd name="connsiteY22" fmla="*/ 40637 h 216669"/>
                <a:gd name="connsiteX23" fmla="*/ 63607 w 264996"/>
                <a:gd name="connsiteY23" fmla="*/ 40670 h 216669"/>
                <a:gd name="connsiteX24" fmla="*/ 60208 w 264996"/>
                <a:gd name="connsiteY24" fmla="*/ 40468 h 216669"/>
                <a:gd name="connsiteX25" fmla="*/ 58963 w 264996"/>
                <a:gd name="connsiteY25" fmla="*/ 39493 h 216669"/>
                <a:gd name="connsiteX26" fmla="*/ 59131 w 264996"/>
                <a:gd name="connsiteY26" fmla="*/ 39156 h 216669"/>
                <a:gd name="connsiteX27" fmla="*/ 60141 w 264996"/>
                <a:gd name="connsiteY27" fmla="*/ 38349 h 216669"/>
                <a:gd name="connsiteX28" fmla="*/ 61924 w 264996"/>
                <a:gd name="connsiteY28" fmla="*/ 35591 h 216669"/>
                <a:gd name="connsiteX29" fmla="*/ 64448 w 264996"/>
                <a:gd name="connsiteY29" fmla="*/ 32698 h 216669"/>
                <a:gd name="connsiteX30" fmla="*/ 67208 w 264996"/>
                <a:gd name="connsiteY30" fmla="*/ 29872 h 216669"/>
                <a:gd name="connsiteX31" fmla="*/ 69732 w 264996"/>
                <a:gd name="connsiteY31" fmla="*/ 27214 h 216669"/>
                <a:gd name="connsiteX32" fmla="*/ 72997 w 264996"/>
                <a:gd name="connsiteY32" fmla="*/ 24658 h 216669"/>
                <a:gd name="connsiteX33" fmla="*/ 72728 w 264996"/>
                <a:gd name="connsiteY33" fmla="*/ 24658 h 216669"/>
                <a:gd name="connsiteX34" fmla="*/ 75689 w 264996"/>
                <a:gd name="connsiteY34" fmla="*/ 24658 h 216669"/>
                <a:gd name="connsiteX35" fmla="*/ 77641 w 264996"/>
                <a:gd name="connsiteY35" fmla="*/ 24590 h 216669"/>
                <a:gd name="connsiteX36" fmla="*/ 80401 w 264996"/>
                <a:gd name="connsiteY36" fmla="*/ 24456 h 216669"/>
                <a:gd name="connsiteX37" fmla="*/ 83295 w 264996"/>
                <a:gd name="connsiteY37" fmla="*/ 24658 h 216669"/>
                <a:gd name="connsiteX38" fmla="*/ 86627 w 264996"/>
                <a:gd name="connsiteY38" fmla="*/ 24658 h 216669"/>
                <a:gd name="connsiteX39" fmla="*/ 89151 w 264996"/>
                <a:gd name="connsiteY39" fmla="*/ 26912 h 216669"/>
                <a:gd name="connsiteX40" fmla="*/ 90598 w 264996"/>
                <a:gd name="connsiteY40" fmla="*/ 27685 h 216669"/>
                <a:gd name="connsiteX41" fmla="*/ 92920 w 264996"/>
                <a:gd name="connsiteY41" fmla="*/ 28055 h 216669"/>
                <a:gd name="connsiteX42" fmla="*/ 95680 w 264996"/>
                <a:gd name="connsiteY42" fmla="*/ 28291 h 216669"/>
                <a:gd name="connsiteX43" fmla="*/ 99954 w 264996"/>
                <a:gd name="connsiteY43" fmla="*/ 29165 h 216669"/>
                <a:gd name="connsiteX44" fmla="*/ 101267 w 264996"/>
                <a:gd name="connsiteY44" fmla="*/ 29300 h 216669"/>
                <a:gd name="connsiteX45" fmla="*/ 103387 w 264996"/>
                <a:gd name="connsiteY45" fmla="*/ 28930 h 216669"/>
                <a:gd name="connsiteX46" fmla="*/ 103959 w 264996"/>
                <a:gd name="connsiteY46" fmla="*/ 28055 h 216669"/>
                <a:gd name="connsiteX47" fmla="*/ 102949 w 264996"/>
                <a:gd name="connsiteY47" fmla="*/ 26609 h 216669"/>
                <a:gd name="connsiteX48" fmla="*/ 100762 w 264996"/>
                <a:gd name="connsiteY48" fmla="*/ 24792 h 216669"/>
                <a:gd name="connsiteX49" fmla="*/ 101435 w 264996"/>
                <a:gd name="connsiteY49" fmla="*/ 23346 h 216669"/>
                <a:gd name="connsiteX50" fmla="*/ 101704 w 264996"/>
                <a:gd name="connsiteY50" fmla="*/ 21731 h 216669"/>
                <a:gd name="connsiteX51" fmla="*/ 102276 w 264996"/>
                <a:gd name="connsiteY51" fmla="*/ 20587 h 216669"/>
                <a:gd name="connsiteX52" fmla="*/ 103151 w 264996"/>
                <a:gd name="connsiteY52" fmla="*/ 19780 h 216669"/>
                <a:gd name="connsiteX53" fmla="*/ 104228 w 264996"/>
                <a:gd name="connsiteY53" fmla="*/ 17156 h 216669"/>
                <a:gd name="connsiteX54" fmla="*/ 104767 w 264996"/>
                <a:gd name="connsiteY54" fmla="*/ 15339 h 216669"/>
                <a:gd name="connsiteX55" fmla="*/ 107089 w 264996"/>
                <a:gd name="connsiteY55" fmla="*/ 14128 h 216669"/>
                <a:gd name="connsiteX56" fmla="*/ 110791 w 264996"/>
                <a:gd name="connsiteY56" fmla="*/ 14128 h 216669"/>
                <a:gd name="connsiteX57" fmla="*/ 116445 w 264996"/>
                <a:gd name="connsiteY57" fmla="*/ 13556 h 216669"/>
                <a:gd name="connsiteX58" fmla="*/ 122032 w 264996"/>
                <a:gd name="connsiteY58" fmla="*/ 12043 h 216669"/>
                <a:gd name="connsiteX59" fmla="*/ 125229 w 264996"/>
                <a:gd name="connsiteY59" fmla="*/ 10731 h 216669"/>
                <a:gd name="connsiteX60" fmla="*/ 130142 w 264996"/>
                <a:gd name="connsiteY60" fmla="*/ 10731 h 216669"/>
                <a:gd name="connsiteX61" fmla="*/ 133272 w 264996"/>
                <a:gd name="connsiteY61" fmla="*/ 12244 h 216669"/>
                <a:gd name="connsiteX62" fmla="*/ 136469 w 264996"/>
                <a:gd name="connsiteY62" fmla="*/ 14936 h 216669"/>
                <a:gd name="connsiteX63" fmla="*/ 138354 w 264996"/>
                <a:gd name="connsiteY63" fmla="*/ 17190 h 216669"/>
                <a:gd name="connsiteX64" fmla="*/ 141820 w 264996"/>
                <a:gd name="connsiteY64" fmla="*/ 18434 h 216669"/>
                <a:gd name="connsiteX65" fmla="*/ 143840 w 264996"/>
                <a:gd name="connsiteY65" fmla="*/ 18064 h 216669"/>
                <a:gd name="connsiteX66" fmla="*/ 145724 w 264996"/>
                <a:gd name="connsiteY66" fmla="*/ 17761 h 216669"/>
                <a:gd name="connsiteX67" fmla="*/ 146868 w 264996"/>
                <a:gd name="connsiteY67" fmla="*/ 17930 h 216669"/>
                <a:gd name="connsiteX68" fmla="*/ 149628 w 264996"/>
                <a:gd name="connsiteY68" fmla="*/ 19410 h 216669"/>
                <a:gd name="connsiteX69" fmla="*/ 151008 w 264996"/>
                <a:gd name="connsiteY69" fmla="*/ 19410 h 216669"/>
                <a:gd name="connsiteX70" fmla="*/ 155417 w 264996"/>
                <a:gd name="connsiteY70" fmla="*/ 19040 h 216669"/>
                <a:gd name="connsiteX71" fmla="*/ 157234 w 264996"/>
                <a:gd name="connsiteY71" fmla="*/ 17795 h 216669"/>
                <a:gd name="connsiteX72" fmla="*/ 157604 w 264996"/>
                <a:gd name="connsiteY72" fmla="*/ 15608 h 216669"/>
                <a:gd name="connsiteX73" fmla="*/ 157604 w 264996"/>
                <a:gd name="connsiteY73" fmla="*/ 14229 h 216669"/>
                <a:gd name="connsiteX74" fmla="*/ 155787 w 264996"/>
                <a:gd name="connsiteY74" fmla="*/ 12312 h 216669"/>
                <a:gd name="connsiteX75" fmla="*/ 155619 w 264996"/>
                <a:gd name="connsiteY75" fmla="*/ 8713 h 216669"/>
                <a:gd name="connsiteX76" fmla="*/ 157638 w 264996"/>
                <a:gd name="connsiteY76" fmla="*/ 5887 h 216669"/>
                <a:gd name="connsiteX77" fmla="*/ 160532 w 264996"/>
                <a:gd name="connsiteY77" fmla="*/ 3700 h 216669"/>
                <a:gd name="connsiteX78" fmla="*/ 164941 w 264996"/>
                <a:gd name="connsiteY78" fmla="*/ 3700 h 216669"/>
                <a:gd name="connsiteX79" fmla="*/ 170158 w 264996"/>
                <a:gd name="connsiteY79" fmla="*/ 4440 h 216669"/>
                <a:gd name="connsiteX80" fmla="*/ 173859 w 264996"/>
                <a:gd name="connsiteY80" fmla="*/ 4676 h 216669"/>
                <a:gd name="connsiteX81" fmla="*/ 176855 w 264996"/>
                <a:gd name="connsiteY81" fmla="*/ 4777 h 216669"/>
                <a:gd name="connsiteX82" fmla="*/ 184797 w 264996"/>
                <a:gd name="connsiteY82" fmla="*/ 4508 h 216669"/>
                <a:gd name="connsiteX83" fmla="*/ 191461 w 264996"/>
                <a:gd name="connsiteY83" fmla="*/ 2489 h 216669"/>
                <a:gd name="connsiteX84" fmla="*/ 193480 w 264996"/>
                <a:gd name="connsiteY84" fmla="*/ 2489 h 216669"/>
                <a:gd name="connsiteX85" fmla="*/ 196745 w 264996"/>
                <a:gd name="connsiteY85" fmla="*/ 3599 h 216669"/>
                <a:gd name="connsiteX86" fmla="*/ 200379 w 264996"/>
                <a:gd name="connsiteY86" fmla="*/ 6862 h 216669"/>
                <a:gd name="connsiteX87" fmla="*/ 203274 w 264996"/>
                <a:gd name="connsiteY87" fmla="*/ 9251 h 216669"/>
                <a:gd name="connsiteX88" fmla="*/ 206168 w 264996"/>
                <a:gd name="connsiteY88" fmla="*/ 11437 h 216669"/>
                <a:gd name="connsiteX89" fmla="*/ 208692 w 264996"/>
                <a:gd name="connsiteY89" fmla="*/ 11370 h 216669"/>
                <a:gd name="connsiteX90" fmla="*/ 212394 w 264996"/>
                <a:gd name="connsiteY90" fmla="*/ 9991 h 216669"/>
                <a:gd name="connsiteX91" fmla="*/ 213909 w 264996"/>
                <a:gd name="connsiteY91" fmla="*/ 7031 h 216669"/>
                <a:gd name="connsiteX92" fmla="*/ 214716 w 264996"/>
                <a:gd name="connsiteY92" fmla="*/ 5147 h 216669"/>
                <a:gd name="connsiteX93" fmla="*/ 216096 w 264996"/>
                <a:gd name="connsiteY93" fmla="*/ 3532 h 216669"/>
                <a:gd name="connsiteX94" fmla="*/ 217173 w 264996"/>
                <a:gd name="connsiteY94" fmla="*/ 1951 h 216669"/>
                <a:gd name="connsiteX95" fmla="*/ 218553 w 264996"/>
                <a:gd name="connsiteY95" fmla="*/ 1312 h 216669"/>
                <a:gd name="connsiteX96" fmla="*/ 219933 w 264996"/>
                <a:gd name="connsiteY96" fmla="*/ 572 h 216669"/>
                <a:gd name="connsiteX97" fmla="*/ 223264 w 264996"/>
                <a:gd name="connsiteY97" fmla="*/ 0 h 216669"/>
                <a:gd name="connsiteX98" fmla="*/ 225216 w 264996"/>
                <a:gd name="connsiteY98" fmla="*/ 673 h 216669"/>
                <a:gd name="connsiteX99" fmla="*/ 227740 w 264996"/>
                <a:gd name="connsiteY99" fmla="*/ 2254 h 216669"/>
                <a:gd name="connsiteX100" fmla="*/ 231510 w 264996"/>
                <a:gd name="connsiteY100" fmla="*/ 5012 h 216669"/>
                <a:gd name="connsiteX101" fmla="*/ 235346 w 264996"/>
                <a:gd name="connsiteY101" fmla="*/ 7199 h 216669"/>
                <a:gd name="connsiteX102" fmla="*/ 238409 w 264996"/>
                <a:gd name="connsiteY102" fmla="*/ 10966 h 216669"/>
                <a:gd name="connsiteX103" fmla="*/ 250794 w 264996"/>
                <a:gd name="connsiteY103" fmla="*/ 17257 h 216669"/>
                <a:gd name="connsiteX104" fmla="*/ 254429 w 264996"/>
                <a:gd name="connsiteY104" fmla="*/ 19006 h 216669"/>
                <a:gd name="connsiteX105" fmla="*/ 258265 w 264996"/>
                <a:gd name="connsiteY105" fmla="*/ 22976 h 216669"/>
                <a:gd name="connsiteX106" fmla="*/ 260150 w 264996"/>
                <a:gd name="connsiteY106" fmla="*/ 25364 h 216669"/>
                <a:gd name="connsiteX107" fmla="*/ 261462 w 264996"/>
                <a:gd name="connsiteY107" fmla="*/ 28324 h 216669"/>
                <a:gd name="connsiteX108" fmla="*/ 261462 w 264996"/>
                <a:gd name="connsiteY108" fmla="*/ 32462 h 216669"/>
                <a:gd name="connsiteX109" fmla="*/ 260756 w 264996"/>
                <a:gd name="connsiteY109" fmla="*/ 34851 h 216669"/>
                <a:gd name="connsiteX110" fmla="*/ 260890 w 264996"/>
                <a:gd name="connsiteY110" fmla="*/ 36734 h 216669"/>
                <a:gd name="connsiteX111" fmla="*/ 262573 w 264996"/>
                <a:gd name="connsiteY111" fmla="*/ 40569 h 216669"/>
                <a:gd name="connsiteX112" fmla="*/ 264828 w 264996"/>
                <a:gd name="connsiteY112" fmla="*/ 43092 h 216669"/>
                <a:gd name="connsiteX113" fmla="*/ 264996 w 264996"/>
                <a:gd name="connsiteY113" fmla="*/ 45279 h 216669"/>
                <a:gd name="connsiteX114" fmla="*/ 264962 w 264996"/>
                <a:gd name="connsiteY114" fmla="*/ 46927 h 216669"/>
                <a:gd name="connsiteX115" fmla="*/ 264962 w 264996"/>
                <a:gd name="connsiteY115" fmla="*/ 49820 h 216669"/>
                <a:gd name="connsiteX116" fmla="*/ 264458 w 264996"/>
                <a:gd name="connsiteY116" fmla="*/ 52578 h 216669"/>
                <a:gd name="connsiteX117" fmla="*/ 261059 w 264996"/>
                <a:gd name="connsiteY117" fmla="*/ 55976 h 216669"/>
                <a:gd name="connsiteX118" fmla="*/ 256481 w 264996"/>
                <a:gd name="connsiteY118" fmla="*/ 58802 h 216669"/>
                <a:gd name="connsiteX119" fmla="*/ 256347 w 264996"/>
                <a:gd name="connsiteY119" fmla="*/ 62502 h 216669"/>
                <a:gd name="connsiteX120" fmla="*/ 253520 w 264996"/>
                <a:gd name="connsiteY120" fmla="*/ 64218 h 216669"/>
                <a:gd name="connsiteX121" fmla="*/ 251837 w 264996"/>
                <a:gd name="connsiteY121" fmla="*/ 64622 h 216669"/>
                <a:gd name="connsiteX122" fmla="*/ 250154 w 264996"/>
                <a:gd name="connsiteY122" fmla="*/ 64622 h 216669"/>
                <a:gd name="connsiteX123" fmla="*/ 248943 w 264996"/>
                <a:gd name="connsiteY123" fmla="*/ 63545 h 216669"/>
                <a:gd name="connsiteX124" fmla="*/ 248573 w 264996"/>
                <a:gd name="connsiteY124" fmla="*/ 61359 h 216669"/>
                <a:gd name="connsiteX125" fmla="*/ 249078 w 264996"/>
                <a:gd name="connsiteY125" fmla="*/ 60114 h 216669"/>
                <a:gd name="connsiteX126" fmla="*/ 250323 w 264996"/>
                <a:gd name="connsiteY126" fmla="*/ 57793 h 216669"/>
                <a:gd name="connsiteX127" fmla="*/ 250996 w 264996"/>
                <a:gd name="connsiteY127" fmla="*/ 56985 h 216669"/>
                <a:gd name="connsiteX128" fmla="*/ 251299 w 264996"/>
                <a:gd name="connsiteY128" fmla="*/ 54530 h 216669"/>
                <a:gd name="connsiteX129" fmla="*/ 250929 w 264996"/>
                <a:gd name="connsiteY129" fmla="*/ 53722 h 216669"/>
                <a:gd name="connsiteX130" fmla="*/ 247361 w 264996"/>
                <a:gd name="connsiteY130" fmla="*/ 51771 h 216669"/>
                <a:gd name="connsiteX131" fmla="*/ 243827 w 264996"/>
                <a:gd name="connsiteY131" fmla="*/ 53520 h 216669"/>
                <a:gd name="connsiteX132" fmla="*/ 241741 w 264996"/>
                <a:gd name="connsiteY132" fmla="*/ 55909 h 216669"/>
                <a:gd name="connsiteX133" fmla="*/ 239553 w 264996"/>
                <a:gd name="connsiteY133" fmla="*/ 58297 h 216669"/>
                <a:gd name="connsiteX134" fmla="*/ 239991 w 264996"/>
                <a:gd name="connsiteY134" fmla="*/ 60820 h 216669"/>
                <a:gd name="connsiteX135" fmla="*/ 241572 w 264996"/>
                <a:gd name="connsiteY135" fmla="*/ 62401 h 216669"/>
                <a:gd name="connsiteX136" fmla="*/ 243154 w 264996"/>
                <a:gd name="connsiteY136" fmla="*/ 64857 h 216669"/>
                <a:gd name="connsiteX137" fmla="*/ 243659 w 264996"/>
                <a:gd name="connsiteY137" fmla="*/ 66169 h 216669"/>
                <a:gd name="connsiteX138" fmla="*/ 243356 w 264996"/>
                <a:gd name="connsiteY138" fmla="*/ 68423 h 216669"/>
                <a:gd name="connsiteX139" fmla="*/ 241909 w 264996"/>
                <a:gd name="connsiteY139" fmla="*/ 70542 h 216669"/>
                <a:gd name="connsiteX140" fmla="*/ 240294 w 264996"/>
                <a:gd name="connsiteY140" fmla="*/ 71988 h 216669"/>
                <a:gd name="connsiteX141" fmla="*/ 238712 w 264996"/>
                <a:gd name="connsiteY141" fmla="*/ 72998 h 216669"/>
                <a:gd name="connsiteX142" fmla="*/ 235010 w 264996"/>
                <a:gd name="connsiteY142" fmla="*/ 75083 h 216669"/>
                <a:gd name="connsiteX143" fmla="*/ 233327 w 264996"/>
                <a:gd name="connsiteY143" fmla="*/ 77909 h 216669"/>
                <a:gd name="connsiteX144" fmla="*/ 231072 w 264996"/>
                <a:gd name="connsiteY144" fmla="*/ 80668 h 216669"/>
                <a:gd name="connsiteX145" fmla="*/ 228548 w 264996"/>
                <a:gd name="connsiteY145" fmla="*/ 83628 h 216669"/>
                <a:gd name="connsiteX146" fmla="*/ 226967 w 264996"/>
                <a:gd name="connsiteY146" fmla="*/ 88102 h 216669"/>
                <a:gd name="connsiteX147" fmla="*/ 226091 w 264996"/>
                <a:gd name="connsiteY147" fmla="*/ 92442 h 216669"/>
                <a:gd name="connsiteX148" fmla="*/ 224005 w 264996"/>
                <a:gd name="connsiteY148" fmla="*/ 96949 h 216669"/>
                <a:gd name="connsiteX149" fmla="*/ 221245 w 264996"/>
                <a:gd name="connsiteY149" fmla="*/ 102668 h 216669"/>
                <a:gd name="connsiteX150" fmla="*/ 220101 w 264996"/>
                <a:gd name="connsiteY150" fmla="*/ 105427 h 216669"/>
                <a:gd name="connsiteX151" fmla="*/ 217207 w 264996"/>
                <a:gd name="connsiteY151" fmla="*/ 108555 h 216669"/>
                <a:gd name="connsiteX152" fmla="*/ 214178 w 264996"/>
                <a:gd name="connsiteY152" fmla="*/ 109867 h 216669"/>
                <a:gd name="connsiteX153" fmla="*/ 212293 w 264996"/>
                <a:gd name="connsiteY153" fmla="*/ 111751 h 216669"/>
                <a:gd name="connsiteX154" fmla="*/ 211418 w 264996"/>
                <a:gd name="connsiteY154" fmla="*/ 113702 h 216669"/>
                <a:gd name="connsiteX155" fmla="*/ 211048 w 264996"/>
                <a:gd name="connsiteY155" fmla="*/ 118916 h 216669"/>
                <a:gd name="connsiteX156" fmla="*/ 211620 w 264996"/>
                <a:gd name="connsiteY156" fmla="*/ 129210 h 216669"/>
                <a:gd name="connsiteX157" fmla="*/ 210038 w 264996"/>
                <a:gd name="connsiteY157" fmla="*/ 133179 h 216669"/>
                <a:gd name="connsiteX158" fmla="*/ 206269 w 264996"/>
                <a:gd name="connsiteY158" fmla="*/ 137216 h 216669"/>
                <a:gd name="connsiteX159" fmla="*/ 204620 w 264996"/>
                <a:gd name="connsiteY159" fmla="*/ 141387 h 216669"/>
                <a:gd name="connsiteX160" fmla="*/ 204519 w 264996"/>
                <a:gd name="connsiteY160" fmla="*/ 144045 h 216669"/>
                <a:gd name="connsiteX161" fmla="*/ 206437 w 264996"/>
                <a:gd name="connsiteY161" fmla="*/ 146231 h 216669"/>
                <a:gd name="connsiteX162" fmla="*/ 209096 w 264996"/>
                <a:gd name="connsiteY162" fmla="*/ 148283 h 216669"/>
                <a:gd name="connsiteX163" fmla="*/ 210577 w 264996"/>
                <a:gd name="connsiteY163" fmla="*/ 150470 h 216669"/>
                <a:gd name="connsiteX164" fmla="*/ 209163 w 264996"/>
                <a:gd name="connsiteY164" fmla="*/ 155852 h 216669"/>
                <a:gd name="connsiteX165" fmla="*/ 206269 w 264996"/>
                <a:gd name="connsiteY165" fmla="*/ 158073 h 216669"/>
                <a:gd name="connsiteX166" fmla="*/ 202096 w 264996"/>
                <a:gd name="connsiteY166" fmla="*/ 158409 h 216669"/>
                <a:gd name="connsiteX167" fmla="*/ 196442 w 264996"/>
                <a:gd name="connsiteY167" fmla="*/ 159048 h 216669"/>
                <a:gd name="connsiteX168" fmla="*/ 190990 w 264996"/>
                <a:gd name="connsiteY168" fmla="*/ 160562 h 216669"/>
                <a:gd name="connsiteX169" fmla="*/ 184797 w 264996"/>
                <a:gd name="connsiteY169" fmla="*/ 162345 h 216669"/>
                <a:gd name="connsiteX170" fmla="*/ 181095 w 264996"/>
                <a:gd name="connsiteY170" fmla="*/ 164464 h 216669"/>
                <a:gd name="connsiteX171" fmla="*/ 177562 w 264996"/>
                <a:gd name="connsiteY171" fmla="*/ 167996 h 216669"/>
                <a:gd name="connsiteX172" fmla="*/ 172850 w 264996"/>
                <a:gd name="connsiteY172" fmla="*/ 170822 h 216669"/>
                <a:gd name="connsiteX173" fmla="*/ 171874 w 264996"/>
                <a:gd name="connsiteY173" fmla="*/ 172739 h 216669"/>
                <a:gd name="connsiteX174" fmla="*/ 170662 w 264996"/>
                <a:gd name="connsiteY174" fmla="*/ 174758 h 216669"/>
                <a:gd name="connsiteX175" fmla="*/ 167903 w 264996"/>
                <a:gd name="connsiteY175" fmla="*/ 179871 h 216669"/>
                <a:gd name="connsiteX176" fmla="*/ 166287 w 264996"/>
                <a:gd name="connsiteY176" fmla="*/ 183033 h 216669"/>
                <a:gd name="connsiteX177" fmla="*/ 164773 w 264996"/>
                <a:gd name="connsiteY177" fmla="*/ 185051 h 216669"/>
                <a:gd name="connsiteX178" fmla="*/ 163797 w 264996"/>
                <a:gd name="connsiteY178" fmla="*/ 187104 h 216669"/>
                <a:gd name="connsiteX179" fmla="*/ 160734 w 264996"/>
                <a:gd name="connsiteY179" fmla="*/ 190804 h 216669"/>
                <a:gd name="connsiteX180" fmla="*/ 159691 w 264996"/>
                <a:gd name="connsiteY180" fmla="*/ 193091 h 216669"/>
                <a:gd name="connsiteX181" fmla="*/ 158378 w 264996"/>
                <a:gd name="connsiteY181" fmla="*/ 194134 h 216669"/>
                <a:gd name="connsiteX182" fmla="*/ 154912 w 264996"/>
                <a:gd name="connsiteY182" fmla="*/ 195009 h 216669"/>
                <a:gd name="connsiteX183" fmla="*/ 152792 w 264996"/>
                <a:gd name="connsiteY183" fmla="*/ 195009 h 216669"/>
                <a:gd name="connsiteX184" fmla="*/ 150503 w 264996"/>
                <a:gd name="connsiteY184" fmla="*/ 194235 h 216669"/>
                <a:gd name="connsiteX185" fmla="*/ 150167 w 264996"/>
                <a:gd name="connsiteY185" fmla="*/ 193091 h 216669"/>
                <a:gd name="connsiteX186" fmla="*/ 150167 w 264996"/>
                <a:gd name="connsiteY186" fmla="*/ 190636 h 216669"/>
                <a:gd name="connsiteX187" fmla="*/ 151479 w 264996"/>
                <a:gd name="connsiteY187" fmla="*/ 189290 h 216669"/>
                <a:gd name="connsiteX188" fmla="*/ 152455 w 264996"/>
                <a:gd name="connsiteY188" fmla="*/ 187978 h 216669"/>
                <a:gd name="connsiteX189" fmla="*/ 153869 w 264996"/>
                <a:gd name="connsiteY189" fmla="*/ 186464 h 216669"/>
                <a:gd name="connsiteX190" fmla="*/ 154845 w 264996"/>
                <a:gd name="connsiteY190" fmla="*/ 184278 h 216669"/>
                <a:gd name="connsiteX191" fmla="*/ 154138 w 264996"/>
                <a:gd name="connsiteY191" fmla="*/ 182697 h 216669"/>
                <a:gd name="connsiteX192" fmla="*/ 153364 w 264996"/>
                <a:gd name="connsiteY192" fmla="*/ 182327 h 216669"/>
                <a:gd name="connsiteX193" fmla="*/ 152051 w 264996"/>
                <a:gd name="connsiteY193" fmla="*/ 182360 h 216669"/>
                <a:gd name="connsiteX194" fmla="*/ 150638 w 264996"/>
                <a:gd name="connsiteY194" fmla="*/ 183134 h 216669"/>
                <a:gd name="connsiteX195" fmla="*/ 148450 w 264996"/>
                <a:gd name="connsiteY195" fmla="*/ 185691 h 216669"/>
                <a:gd name="connsiteX196" fmla="*/ 146498 w 264996"/>
                <a:gd name="connsiteY196" fmla="*/ 187810 h 216669"/>
                <a:gd name="connsiteX197" fmla="*/ 145354 w 264996"/>
                <a:gd name="connsiteY197" fmla="*/ 189896 h 216669"/>
                <a:gd name="connsiteX198" fmla="*/ 140239 w 264996"/>
                <a:gd name="connsiteY198" fmla="*/ 191073 h 216669"/>
                <a:gd name="connsiteX199" fmla="*/ 136166 w 264996"/>
                <a:gd name="connsiteY199" fmla="*/ 192654 h 216669"/>
                <a:gd name="connsiteX200" fmla="*/ 130613 w 264996"/>
                <a:gd name="connsiteY200" fmla="*/ 192688 h 216669"/>
                <a:gd name="connsiteX201" fmla="*/ 126474 w 264996"/>
                <a:gd name="connsiteY201" fmla="*/ 192755 h 216669"/>
                <a:gd name="connsiteX202" fmla="*/ 123983 w 264996"/>
                <a:gd name="connsiteY202" fmla="*/ 194975 h 216669"/>
                <a:gd name="connsiteX203" fmla="*/ 120450 w 264996"/>
                <a:gd name="connsiteY203" fmla="*/ 198238 h 216669"/>
                <a:gd name="connsiteX204" fmla="*/ 116546 w 264996"/>
                <a:gd name="connsiteY204" fmla="*/ 201400 h 216669"/>
                <a:gd name="connsiteX205" fmla="*/ 116882 w 264996"/>
                <a:gd name="connsiteY205" fmla="*/ 205403 h 216669"/>
                <a:gd name="connsiteX206" fmla="*/ 115974 w 264996"/>
                <a:gd name="connsiteY206" fmla="*/ 207085 h 216669"/>
                <a:gd name="connsiteX207" fmla="*/ 113248 w 264996"/>
                <a:gd name="connsiteY207" fmla="*/ 208397 h 216669"/>
                <a:gd name="connsiteX208" fmla="*/ 110623 w 264996"/>
                <a:gd name="connsiteY208" fmla="*/ 208734 h 216669"/>
                <a:gd name="connsiteX209" fmla="*/ 108570 w 264996"/>
                <a:gd name="connsiteY209" fmla="*/ 209104 h 216669"/>
                <a:gd name="connsiteX210" fmla="*/ 108031 w 264996"/>
                <a:gd name="connsiteY210" fmla="*/ 209978 h 216669"/>
                <a:gd name="connsiteX211" fmla="*/ 107425 w 264996"/>
                <a:gd name="connsiteY211" fmla="*/ 211324 h 216669"/>
                <a:gd name="connsiteX212" fmla="*/ 106651 w 264996"/>
                <a:gd name="connsiteY212" fmla="*/ 212636 h 216669"/>
                <a:gd name="connsiteX213" fmla="*/ 105978 w 264996"/>
                <a:gd name="connsiteY213" fmla="*/ 214419 h 216669"/>
                <a:gd name="connsiteX214" fmla="*/ 105372 w 264996"/>
                <a:gd name="connsiteY214" fmla="*/ 215495 h 216669"/>
                <a:gd name="connsiteX215" fmla="*/ 103723 w 264996"/>
                <a:gd name="connsiteY215" fmla="*/ 216639 h 216669"/>
                <a:gd name="connsiteX216" fmla="*/ 101603 w 264996"/>
                <a:gd name="connsiteY216" fmla="*/ 216639 h 216669"/>
                <a:gd name="connsiteX217" fmla="*/ 99584 w 264996"/>
                <a:gd name="connsiteY217" fmla="*/ 216404 h 216669"/>
                <a:gd name="connsiteX218" fmla="*/ 97396 w 264996"/>
                <a:gd name="connsiteY218" fmla="*/ 215159 h 216669"/>
                <a:gd name="connsiteX219" fmla="*/ 94738 w 264996"/>
                <a:gd name="connsiteY219" fmla="*/ 213847 h 216669"/>
                <a:gd name="connsiteX220" fmla="*/ 93492 w 264996"/>
                <a:gd name="connsiteY220" fmla="*/ 212972 h 216669"/>
                <a:gd name="connsiteX221" fmla="*/ 91372 w 264996"/>
                <a:gd name="connsiteY221" fmla="*/ 210046 h 216669"/>
                <a:gd name="connsiteX222" fmla="*/ 88915 w 264996"/>
                <a:gd name="connsiteY222" fmla="*/ 207926 h 216669"/>
                <a:gd name="connsiteX223" fmla="*/ 85314 w 264996"/>
                <a:gd name="connsiteY223" fmla="*/ 207052 h 216669"/>
                <a:gd name="connsiteX224" fmla="*/ 82218 w 264996"/>
                <a:gd name="connsiteY224" fmla="*/ 205168 h 216669"/>
                <a:gd name="connsiteX225" fmla="*/ 77877 w 264996"/>
                <a:gd name="connsiteY225" fmla="*/ 204966 h 216669"/>
                <a:gd name="connsiteX226" fmla="*/ 74141 w 264996"/>
                <a:gd name="connsiteY226" fmla="*/ 204562 h 216669"/>
                <a:gd name="connsiteX227" fmla="*/ 70271 w 264996"/>
                <a:gd name="connsiteY227" fmla="*/ 204024 h 216669"/>
                <a:gd name="connsiteX228" fmla="*/ 66972 w 264996"/>
                <a:gd name="connsiteY228" fmla="*/ 203520 h 216669"/>
                <a:gd name="connsiteX229" fmla="*/ 60612 w 264996"/>
                <a:gd name="connsiteY229" fmla="*/ 203250 h 216669"/>
                <a:gd name="connsiteX230" fmla="*/ 58323 w 264996"/>
                <a:gd name="connsiteY230" fmla="*/ 202914 h 216669"/>
                <a:gd name="connsiteX231" fmla="*/ 55395 w 264996"/>
                <a:gd name="connsiteY231" fmla="*/ 201501 h 216669"/>
                <a:gd name="connsiteX232" fmla="*/ 54621 w 264996"/>
                <a:gd name="connsiteY232" fmla="*/ 200256 h 216669"/>
                <a:gd name="connsiteX233" fmla="*/ 51626 w 264996"/>
                <a:gd name="connsiteY233" fmla="*/ 197229 h 216669"/>
                <a:gd name="connsiteX234" fmla="*/ 49842 w 264996"/>
                <a:gd name="connsiteY234" fmla="*/ 196892 h 216669"/>
                <a:gd name="connsiteX235" fmla="*/ 43684 w 264996"/>
                <a:gd name="connsiteY235" fmla="*/ 196186 h 216669"/>
                <a:gd name="connsiteX236" fmla="*/ 41933 w 264996"/>
                <a:gd name="connsiteY236" fmla="*/ 195681 h 216669"/>
                <a:gd name="connsiteX237" fmla="*/ 38198 w 264996"/>
                <a:gd name="connsiteY237" fmla="*/ 192654 h 216669"/>
                <a:gd name="connsiteX238" fmla="*/ 33015 w 264996"/>
                <a:gd name="connsiteY238" fmla="*/ 188853 h 216669"/>
                <a:gd name="connsiteX239" fmla="*/ 27900 w 264996"/>
                <a:gd name="connsiteY239" fmla="*/ 186532 h 216669"/>
                <a:gd name="connsiteX240" fmla="*/ 24635 w 264996"/>
                <a:gd name="connsiteY240" fmla="*/ 185556 h 216669"/>
                <a:gd name="connsiteX241" fmla="*/ 18544 w 264996"/>
                <a:gd name="connsiteY241" fmla="*/ 183941 h 216669"/>
                <a:gd name="connsiteX242" fmla="*/ 15010 w 264996"/>
                <a:gd name="connsiteY242" fmla="*/ 182697 h 216669"/>
                <a:gd name="connsiteX243" fmla="*/ 12116 w 264996"/>
                <a:gd name="connsiteY243" fmla="*/ 179871 h 216669"/>
                <a:gd name="connsiteX244" fmla="*/ 10265 w 264996"/>
                <a:gd name="connsiteY244" fmla="*/ 176440 h 216669"/>
                <a:gd name="connsiteX245" fmla="*/ 9221 w 264996"/>
                <a:gd name="connsiteY245" fmla="*/ 172302 h 216669"/>
                <a:gd name="connsiteX246" fmla="*/ 8986 w 264996"/>
                <a:gd name="connsiteY246" fmla="*/ 167861 h 216669"/>
                <a:gd name="connsiteX247" fmla="*/ 8918 w 264996"/>
                <a:gd name="connsiteY247" fmla="*/ 162143 h 216669"/>
                <a:gd name="connsiteX248" fmla="*/ 8279 w 264996"/>
                <a:gd name="connsiteY248" fmla="*/ 158173 h 216669"/>
                <a:gd name="connsiteX249" fmla="*/ 4510 w 264996"/>
                <a:gd name="connsiteY249" fmla="*/ 152858 h 216669"/>
                <a:gd name="connsiteX250" fmla="*/ 3803 w 264996"/>
                <a:gd name="connsiteY250" fmla="*/ 143035 h 216669"/>
                <a:gd name="connsiteX251" fmla="*/ 3433 w 264996"/>
                <a:gd name="connsiteY251" fmla="*/ 134895 h 216669"/>
                <a:gd name="connsiteX252" fmla="*/ 4241 w 264996"/>
                <a:gd name="connsiteY252" fmla="*/ 129681 h 216669"/>
                <a:gd name="connsiteX253" fmla="*/ 4072 w 264996"/>
                <a:gd name="connsiteY253" fmla="*/ 124803 h 216669"/>
                <a:gd name="connsiteX254" fmla="*/ 3130 w 264996"/>
                <a:gd name="connsiteY254" fmla="*/ 121405 h 216669"/>
                <a:gd name="connsiteX255" fmla="*/ 1683 w 264996"/>
                <a:gd name="connsiteY255" fmla="*/ 116359 h 216669"/>
                <a:gd name="connsiteX256" fmla="*/ 1514 w 264996"/>
                <a:gd name="connsiteY256" fmla="*/ 110102 h 216669"/>
                <a:gd name="connsiteX257" fmla="*/ 1413 w 264996"/>
                <a:gd name="connsiteY257" fmla="*/ 105931 h 216669"/>
                <a:gd name="connsiteX258" fmla="*/ 1245 w 264996"/>
                <a:gd name="connsiteY258" fmla="*/ 99943 h 2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264996" h="216669">
                  <a:moveTo>
                    <a:pt x="1245" y="99943"/>
                  </a:moveTo>
                  <a:lnTo>
                    <a:pt x="0" y="97723"/>
                  </a:lnTo>
                  <a:lnTo>
                    <a:pt x="976" y="95335"/>
                  </a:lnTo>
                  <a:lnTo>
                    <a:pt x="1851" y="91802"/>
                  </a:lnTo>
                  <a:lnTo>
                    <a:pt x="2894" y="88741"/>
                  </a:lnTo>
                  <a:cubicBezTo>
                    <a:pt x="2894" y="88741"/>
                    <a:pt x="5822" y="87362"/>
                    <a:pt x="6394" y="87059"/>
                  </a:cubicBezTo>
                  <a:cubicBezTo>
                    <a:pt x="6967" y="86756"/>
                    <a:pt x="9726" y="85074"/>
                    <a:pt x="9726" y="85074"/>
                  </a:cubicBezTo>
                  <a:lnTo>
                    <a:pt x="13798" y="81778"/>
                  </a:lnTo>
                  <a:lnTo>
                    <a:pt x="20159" y="79457"/>
                  </a:lnTo>
                  <a:lnTo>
                    <a:pt x="27395" y="74377"/>
                  </a:lnTo>
                  <a:lnTo>
                    <a:pt x="36078" y="69298"/>
                  </a:lnTo>
                  <a:lnTo>
                    <a:pt x="40722" y="63781"/>
                  </a:lnTo>
                  <a:lnTo>
                    <a:pt x="49136" y="58701"/>
                  </a:lnTo>
                  <a:lnTo>
                    <a:pt x="57987" y="52478"/>
                  </a:lnTo>
                  <a:lnTo>
                    <a:pt x="65088" y="46691"/>
                  </a:lnTo>
                  <a:lnTo>
                    <a:pt x="70170" y="45682"/>
                  </a:lnTo>
                  <a:cubicBezTo>
                    <a:pt x="70170" y="45682"/>
                    <a:pt x="70271" y="44438"/>
                    <a:pt x="70372" y="44438"/>
                  </a:cubicBezTo>
                  <a:cubicBezTo>
                    <a:pt x="70473" y="44438"/>
                    <a:pt x="72425" y="42520"/>
                    <a:pt x="72425" y="42520"/>
                  </a:cubicBezTo>
                  <a:cubicBezTo>
                    <a:pt x="72425" y="42520"/>
                    <a:pt x="72223" y="41275"/>
                    <a:pt x="72088" y="41275"/>
                  </a:cubicBezTo>
                  <a:cubicBezTo>
                    <a:pt x="71954" y="41275"/>
                    <a:pt x="71112" y="40300"/>
                    <a:pt x="70910" y="40300"/>
                  </a:cubicBezTo>
                  <a:cubicBezTo>
                    <a:pt x="70675" y="40300"/>
                    <a:pt x="69261" y="40300"/>
                    <a:pt x="69261" y="40300"/>
                  </a:cubicBezTo>
                  <a:cubicBezTo>
                    <a:pt x="69261" y="40300"/>
                    <a:pt x="67881" y="40603"/>
                    <a:pt x="67747" y="40603"/>
                  </a:cubicBezTo>
                  <a:cubicBezTo>
                    <a:pt x="67612" y="40603"/>
                    <a:pt x="66199" y="40603"/>
                    <a:pt x="65660" y="40637"/>
                  </a:cubicBezTo>
                  <a:cubicBezTo>
                    <a:pt x="65155" y="40670"/>
                    <a:pt x="63809" y="40603"/>
                    <a:pt x="63607" y="40670"/>
                  </a:cubicBezTo>
                  <a:cubicBezTo>
                    <a:pt x="63405" y="40738"/>
                    <a:pt x="60208" y="40468"/>
                    <a:pt x="60208" y="40468"/>
                  </a:cubicBezTo>
                  <a:lnTo>
                    <a:pt x="58963" y="39493"/>
                  </a:lnTo>
                  <a:cubicBezTo>
                    <a:pt x="58963" y="39493"/>
                    <a:pt x="58896" y="39257"/>
                    <a:pt x="59131" y="39156"/>
                  </a:cubicBezTo>
                  <a:cubicBezTo>
                    <a:pt x="59400" y="39056"/>
                    <a:pt x="60073" y="38484"/>
                    <a:pt x="60141" y="38349"/>
                  </a:cubicBezTo>
                  <a:cubicBezTo>
                    <a:pt x="60208" y="38248"/>
                    <a:pt x="61924" y="35591"/>
                    <a:pt x="61924" y="35591"/>
                  </a:cubicBezTo>
                  <a:lnTo>
                    <a:pt x="64448" y="32698"/>
                  </a:lnTo>
                  <a:lnTo>
                    <a:pt x="67208" y="29872"/>
                  </a:lnTo>
                  <a:cubicBezTo>
                    <a:pt x="67208" y="29872"/>
                    <a:pt x="69530" y="27315"/>
                    <a:pt x="69732" y="27214"/>
                  </a:cubicBezTo>
                  <a:cubicBezTo>
                    <a:pt x="69934" y="27147"/>
                    <a:pt x="72997" y="24658"/>
                    <a:pt x="72997" y="24658"/>
                  </a:cubicBezTo>
                  <a:lnTo>
                    <a:pt x="72728" y="24658"/>
                  </a:lnTo>
                  <a:cubicBezTo>
                    <a:pt x="72728" y="24658"/>
                    <a:pt x="74747" y="24523"/>
                    <a:pt x="75689" y="24658"/>
                  </a:cubicBezTo>
                  <a:cubicBezTo>
                    <a:pt x="76631" y="24792"/>
                    <a:pt x="77372" y="24389"/>
                    <a:pt x="77641" y="24590"/>
                  </a:cubicBezTo>
                  <a:cubicBezTo>
                    <a:pt x="77944" y="24826"/>
                    <a:pt x="79963" y="24187"/>
                    <a:pt x="80401" y="24456"/>
                  </a:cubicBezTo>
                  <a:cubicBezTo>
                    <a:pt x="80838" y="24725"/>
                    <a:pt x="82723" y="24658"/>
                    <a:pt x="83295" y="24658"/>
                  </a:cubicBezTo>
                  <a:cubicBezTo>
                    <a:pt x="83867" y="24658"/>
                    <a:pt x="86627" y="24658"/>
                    <a:pt x="86627" y="24658"/>
                  </a:cubicBezTo>
                  <a:lnTo>
                    <a:pt x="89151" y="26912"/>
                  </a:lnTo>
                  <a:cubicBezTo>
                    <a:pt x="89151" y="26912"/>
                    <a:pt x="89454" y="27349"/>
                    <a:pt x="90598" y="27685"/>
                  </a:cubicBezTo>
                  <a:cubicBezTo>
                    <a:pt x="91742" y="28055"/>
                    <a:pt x="92415" y="28055"/>
                    <a:pt x="92920" y="28055"/>
                  </a:cubicBezTo>
                  <a:cubicBezTo>
                    <a:pt x="93425" y="28055"/>
                    <a:pt x="92853" y="27988"/>
                    <a:pt x="95680" y="28291"/>
                  </a:cubicBezTo>
                  <a:cubicBezTo>
                    <a:pt x="98507" y="28594"/>
                    <a:pt x="99719" y="29098"/>
                    <a:pt x="99954" y="29165"/>
                  </a:cubicBezTo>
                  <a:cubicBezTo>
                    <a:pt x="100190" y="29233"/>
                    <a:pt x="100257" y="29300"/>
                    <a:pt x="101267" y="29300"/>
                  </a:cubicBezTo>
                  <a:cubicBezTo>
                    <a:pt x="102276" y="29300"/>
                    <a:pt x="103017" y="29300"/>
                    <a:pt x="103387" y="28930"/>
                  </a:cubicBezTo>
                  <a:cubicBezTo>
                    <a:pt x="103757" y="28560"/>
                    <a:pt x="104666" y="28863"/>
                    <a:pt x="103959" y="28055"/>
                  </a:cubicBezTo>
                  <a:cubicBezTo>
                    <a:pt x="103252" y="27248"/>
                    <a:pt x="103286" y="26844"/>
                    <a:pt x="102949" y="26609"/>
                  </a:cubicBezTo>
                  <a:cubicBezTo>
                    <a:pt x="102579" y="26373"/>
                    <a:pt x="100762" y="24792"/>
                    <a:pt x="100762" y="24792"/>
                  </a:cubicBezTo>
                  <a:lnTo>
                    <a:pt x="101435" y="23346"/>
                  </a:lnTo>
                  <a:cubicBezTo>
                    <a:pt x="101435" y="23346"/>
                    <a:pt x="101637" y="21966"/>
                    <a:pt x="101704" y="21731"/>
                  </a:cubicBezTo>
                  <a:cubicBezTo>
                    <a:pt x="101771" y="21529"/>
                    <a:pt x="102276" y="20587"/>
                    <a:pt x="102276" y="20587"/>
                  </a:cubicBezTo>
                  <a:lnTo>
                    <a:pt x="103151" y="19780"/>
                  </a:lnTo>
                  <a:lnTo>
                    <a:pt x="104228" y="17156"/>
                  </a:lnTo>
                  <a:lnTo>
                    <a:pt x="104767" y="15339"/>
                  </a:lnTo>
                  <a:lnTo>
                    <a:pt x="107089" y="14128"/>
                  </a:lnTo>
                  <a:cubicBezTo>
                    <a:pt x="107089" y="14128"/>
                    <a:pt x="110555" y="14566"/>
                    <a:pt x="110791" y="14128"/>
                  </a:cubicBezTo>
                  <a:cubicBezTo>
                    <a:pt x="110993" y="13691"/>
                    <a:pt x="115873" y="13556"/>
                    <a:pt x="116445" y="13556"/>
                  </a:cubicBezTo>
                  <a:cubicBezTo>
                    <a:pt x="117017" y="13556"/>
                    <a:pt x="122032" y="12043"/>
                    <a:pt x="122032" y="12043"/>
                  </a:cubicBezTo>
                  <a:lnTo>
                    <a:pt x="125229" y="10731"/>
                  </a:lnTo>
                  <a:lnTo>
                    <a:pt x="130142" y="10731"/>
                  </a:lnTo>
                  <a:lnTo>
                    <a:pt x="133272" y="12244"/>
                  </a:lnTo>
                  <a:lnTo>
                    <a:pt x="136469" y="14936"/>
                  </a:lnTo>
                  <a:cubicBezTo>
                    <a:pt x="136469" y="14936"/>
                    <a:pt x="137479" y="16887"/>
                    <a:pt x="138354" y="17190"/>
                  </a:cubicBezTo>
                  <a:cubicBezTo>
                    <a:pt x="139229" y="17492"/>
                    <a:pt x="141551" y="18434"/>
                    <a:pt x="141820" y="18434"/>
                  </a:cubicBezTo>
                  <a:cubicBezTo>
                    <a:pt x="142123" y="18434"/>
                    <a:pt x="143133" y="18232"/>
                    <a:pt x="143840" y="18064"/>
                  </a:cubicBezTo>
                  <a:cubicBezTo>
                    <a:pt x="144580" y="17930"/>
                    <a:pt x="145724" y="17761"/>
                    <a:pt x="145724" y="17761"/>
                  </a:cubicBezTo>
                  <a:cubicBezTo>
                    <a:pt x="145724" y="17761"/>
                    <a:pt x="145859" y="17290"/>
                    <a:pt x="146868" y="17930"/>
                  </a:cubicBezTo>
                  <a:cubicBezTo>
                    <a:pt x="147878" y="18569"/>
                    <a:pt x="149325" y="19410"/>
                    <a:pt x="149628" y="19410"/>
                  </a:cubicBezTo>
                  <a:cubicBezTo>
                    <a:pt x="149931" y="19410"/>
                    <a:pt x="151008" y="19410"/>
                    <a:pt x="151008" y="19410"/>
                  </a:cubicBezTo>
                  <a:lnTo>
                    <a:pt x="155417" y="19040"/>
                  </a:lnTo>
                  <a:lnTo>
                    <a:pt x="157234" y="17795"/>
                  </a:lnTo>
                  <a:cubicBezTo>
                    <a:pt x="157234" y="17795"/>
                    <a:pt x="157537" y="15979"/>
                    <a:pt x="157604" y="15608"/>
                  </a:cubicBezTo>
                  <a:cubicBezTo>
                    <a:pt x="157672" y="15238"/>
                    <a:pt x="157604" y="14229"/>
                    <a:pt x="157604" y="14229"/>
                  </a:cubicBezTo>
                  <a:lnTo>
                    <a:pt x="155787" y="12312"/>
                  </a:lnTo>
                  <a:cubicBezTo>
                    <a:pt x="155787" y="12312"/>
                    <a:pt x="155551" y="8948"/>
                    <a:pt x="155619" y="8713"/>
                  </a:cubicBezTo>
                  <a:cubicBezTo>
                    <a:pt x="155686" y="8477"/>
                    <a:pt x="156527" y="6694"/>
                    <a:pt x="157638" y="5887"/>
                  </a:cubicBezTo>
                  <a:cubicBezTo>
                    <a:pt x="158715" y="5079"/>
                    <a:pt x="159052" y="3700"/>
                    <a:pt x="160532" y="3700"/>
                  </a:cubicBezTo>
                  <a:cubicBezTo>
                    <a:pt x="162013" y="3700"/>
                    <a:pt x="164941" y="3700"/>
                    <a:pt x="164941" y="3700"/>
                  </a:cubicBezTo>
                  <a:cubicBezTo>
                    <a:pt x="164941" y="3700"/>
                    <a:pt x="169081" y="4407"/>
                    <a:pt x="170158" y="4440"/>
                  </a:cubicBezTo>
                  <a:cubicBezTo>
                    <a:pt x="171235" y="4508"/>
                    <a:pt x="173085" y="4541"/>
                    <a:pt x="173859" y="4676"/>
                  </a:cubicBezTo>
                  <a:cubicBezTo>
                    <a:pt x="174633" y="4777"/>
                    <a:pt x="176417" y="4676"/>
                    <a:pt x="176855" y="4777"/>
                  </a:cubicBezTo>
                  <a:cubicBezTo>
                    <a:pt x="177292" y="4878"/>
                    <a:pt x="184797" y="4508"/>
                    <a:pt x="184797" y="4508"/>
                  </a:cubicBezTo>
                  <a:cubicBezTo>
                    <a:pt x="184797" y="4508"/>
                    <a:pt x="191158" y="2489"/>
                    <a:pt x="191461" y="2489"/>
                  </a:cubicBezTo>
                  <a:cubicBezTo>
                    <a:pt x="191764" y="2489"/>
                    <a:pt x="193211" y="2624"/>
                    <a:pt x="193480" y="2489"/>
                  </a:cubicBezTo>
                  <a:cubicBezTo>
                    <a:pt x="193783" y="2355"/>
                    <a:pt x="196509" y="3364"/>
                    <a:pt x="196745" y="3599"/>
                  </a:cubicBezTo>
                  <a:cubicBezTo>
                    <a:pt x="196946" y="3801"/>
                    <a:pt x="199841" y="6627"/>
                    <a:pt x="200379" y="6862"/>
                  </a:cubicBezTo>
                  <a:cubicBezTo>
                    <a:pt x="200884" y="7098"/>
                    <a:pt x="203072" y="8612"/>
                    <a:pt x="203274" y="9251"/>
                  </a:cubicBezTo>
                  <a:cubicBezTo>
                    <a:pt x="203475" y="9924"/>
                    <a:pt x="205293" y="11437"/>
                    <a:pt x="206168" y="11437"/>
                  </a:cubicBezTo>
                  <a:cubicBezTo>
                    <a:pt x="207043" y="11437"/>
                    <a:pt x="208187" y="11572"/>
                    <a:pt x="208692" y="11370"/>
                  </a:cubicBezTo>
                  <a:cubicBezTo>
                    <a:pt x="209197" y="11168"/>
                    <a:pt x="212024" y="11168"/>
                    <a:pt x="212394" y="9991"/>
                  </a:cubicBezTo>
                  <a:cubicBezTo>
                    <a:pt x="212764" y="8847"/>
                    <a:pt x="213909" y="7300"/>
                    <a:pt x="213909" y="7031"/>
                  </a:cubicBezTo>
                  <a:cubicBezTo>
                    <a:pt x="213909" y="6761"/>
                    <a:pt x="214279" y="5517"/>
                    <a:pt x="214716" y="5147"/>
                  </a:cubicBezTo>
                  <a:cubicBezTo>
                    <a:pt x="215154" y="4777"/>
                    <a:pt x="215961" y="3768"/>
                    <a:pt x="216096" y="3532"/>
                  </a:cubicBezTo>
                  <a:cubicBezTo>
                    <a:pt x="216231" y="3330"/>
                    <a:pt x="216971" y="2220"/>
                    <a:pt x="217173" y="1951"/>
                  </a:cubicBezTo>
                  <a:cubicBezTo>
                    <a:pt x="217409" y="1648"/>
                    <a:pt x="218317" y="1312"/>
                    <a:pt x="218553" y="1312"/>
                  </a:cubicBezTo>
                  <a:cubicBezTo>
                    <a:pt x="218755" y="1312"/>
                    <a:pt x="219933" y="572"/>
                    <a:pt x="219933" y="572"/>
                  </a:cubicBezTo>
                  <a:lnTo>
                    <a:pt x="223264" y="0"/>
                  </a:lnTo>
                  <a:lnTo>
                    <a:pt x="225216" y="673"/>
                  </a:lnTo>
                  <a:cubicBezTo>
                    <a:pt x="225216" y="673"/>
                    <a:pt x="227539" y="2119"/>
                    <a:pt x="227740" y="2254"/>
                  </a:cubicBezTo>
                  <a:cubicBezTo>
                    <a:pt x="227942" y="2388"/>
                    <a:pt x="231510" y="5012"/>
                    <a:pt x="231510" y="5012"/>
                  </a:cubicBezTo>
                  <a:lnTo>
                    <a:pt x="235346" y="7199"/>
                  </a:lnTo>
                  <a:lnTo>
                    <a:pt x="238409" y="10966"/>
                  </a:lnTo>
                  <a:lnTo>
                    <a:pt x="250794" y="17257"/>
                  </a:lnTo>
                  <a:lnTo>
                    <a:pt x="254429" y="19006"/>
                  </a:lnTo>
                  <a:cubicBezTo>
                    <a:pt x="254429" y="19006"/>
                    <a:pt x="258131" y="22774"/>
                    <a:pt x="258265" y="22976"/>
                  </a:cubicBezTo>
                  <a:cubicBezTo>
                    <a:pt x="258400" y="23177"/>
                    <a:pt x="260150" y="25364"/>
                    <a:pt x="260150" y="25364"/>
                  </a:cubicBezTo>
                  <a:lnTo>
                    <a:pt x="261462" y="28324"/>
                  </a:lnTo>
                  <a:lnTo>
                    <a:pt x="261462" y="32462"/>
                  </a:lnTo>
                  <a:lnTo>
                    <a:pt x="260756" y="34851"/>
                  </a:lnTo>
                  <a:lnTo>
                    <a:pt x="260890" y="36734"/>
                  </a:lnTo>
                  <a:lnTo>
                    <a:pt x="262573" y="40569"/>
                  </a:lnTo>
                  <a:lnTo>
                    <a:pt x="264828" y="43092"/>
                  </a:lnTo>
                  <a:lnTo>
                    <a:pt x="264996" y="45279"/>
                  </a:lnTo>
                  <a:cubicBezTo>
                    <a:pt x="264996" y="45279"/>
                    <a:pt x="264962" y="46422"/>
                    <a:pt x="264962" y="46927"/>
                  </a:cubicBezTo>
                  <a:cubicBezTo>
                    <a:pt x="264962" y="47432"/>
                    <a:pt x="264962" y="49820"/>
                    <a:pt x="264962" y="49820"/>
                  </a:cubicBezTo>
                  <a:lnTo>
                    <a:pt x="264458" y="52578"/>
                  </a:lnTo>
                  <a:lnTo>
                    <a:pt x="261059" y="55976"/>
                  </a:lnTo>
                  <a:lnTo>
                    <a:pt x="256481" y="58802"/>
                  </a:lnTo>
                  <a:lnTo>
                    <a:pt x="256347" y="62502"/>
                  </a:lnTo>
                  <a:lnTo>
                    <a:pt x="253520" y="64218"/>
                  </a:lnTo>
                  <a:cubicBezTo>
                    <a:pt x="253520" y="64218"/>
                    <a:pt x="252578" y="64622"/>
                    <a:pt x="251837" y="64622"/>
                  </a:cubicBezTo>
                  <a:cubicBezTo>
                    <a:pt x="251130" y="64622"/>
                    <a:pt x="250154" y="64622"/>
                    <a:pt x="250154" y="64622"/>
                  </a:cubicBezTo>
                  <a:cubicBezTo>
                    <a:pt x="250154" y="64622"/>
                    <a:pt x="249145" y="63747"/>
                    <a:pt x="248943" y="63545"/>
                  </a:cubicBezTo>
                  <a:cubicBezTo>
                    <a:pt x="248707" y="63343"/>
                    <a:pt x="248573" y="61661"/>
                    <a:pt x="248573" y="61359"/>
                  </a:cubicBezTo>
                  <a:cubicBezTo>
                    <a:pt x="248573" y="61056"/>
                    <a:pt x="248943" y="60417"/>
                    <a:pt x="249078" y="60114"/>
                  </a:cubicBezTo>
                  <a:cubicBezTo>
                    <a:pt x="249212" y="59811"/>
                    <a:pt x="250323" y="57793"/>
                    <a:pt x="250323" y="57793"/>
                  </a:cubicBezTo>
                  <a:cubicBezTo>
                    <a:pt x="250323" y="57793"/>
                    <a:pt x="250827" y="57490"/>
                    <a:pt x="250996" y="56985"/>
                  </a:cubicBezTo>
                  <a:cubicBezTo>
                    <a:pt x="251130" y="56481"/>
                    <a:pt x="251299" y="54530"/>
                    <a:pt x="251299" y="54530"/>
                  </a:cubicBezTo>
                  <a:cubicBezTo>
                    <a:pt x="251299" y="54530"/>
                    <a:pt x="251433" y="54160"/>
                    <a:pt x="250929" y="53722"/>
                  </a:cubicBezTo>
                  <a:cubicBezTo>
                    <a:pt x="250424" y="53285"/>
                    <a:pt x="247731" y="51771"/>
                    <a:pt x="247361" y="51771"/>
                  </a:cubicBezTo>
                  <a:cubicBezTo>
                    <a:pt x="246991" y="51771"/>
                    <a:pt x="244265" y="52780"/>
                    <a:pt x="243827" y="53520"/>
                  </a:cubicBezTo>
                  <a:cubicBezTo>
                    <a:pt x="243390" y="54260"/>
                    <a:pt x="241741" y="55909"/>
                    <a:pt x="241741" y="55909"/>
                  </a:cubicBezTo>
                  <a:lnTo>
                    <a:pt x="239553" y="58297"/>
                  </a:lnTo>
                  <a:cubicBezTo>
                    <a:pt x="239553" y="58297"/>
                    <a:pt x="239621" y="60753"/>
                    <a:pt x="239991" y="60820"/>
                  </a:cubicBezTo>
                  <a:cubicBezTo>
                    <a:pt x="240361" y="60888"/>
                    <a:pt x="241000" y="61392"/>
                    <a:pt x="241572" y="62401"/>
                  </a:cubicBezTo>
                  <a:cubicBezTo>
                    <a:pt x="242145" y="63411"/>
                    <a:pt x="243020" y="64655"/>
                    <a:pt x="243154" y="64857"/>
                  </a:cubicBezTo>
                  <a:cubicBezTo>
                    <a:pt x="243289" y="65093"/>
                    <a:pt x="243659" y="65664"/>
                    <a:pt x="243659" y="66169"/>
                  </a:cubicBezTo>
                  <a:cubicBezTo>
                    <a:pt x="243659" y="66674"/>
                    <a:pt x="243457" y="68120"/>
                    <a:pt x="243356" y="68423"/>
                  </a:cubicBezTo>
                  <a:cubicBezTo>
                    <a:pt x="243289" y="68726"/>
                    <a:pt x="242111" y="70307"/>
                    <a:pt x="241909" y="70542"/>
                  </a:cubicBezTo>
                  <a:cubicBezTo>
                    <a:pt x="241674" y="70744"/>
                    <a:pt x="240294" y="71988"/>
                    <a:pt x="240294" y="71988"/>
                  </a:cubicBezTo>
                  <a:cubicBezTo>
                    <a:pt x="240294" y="71988"/>
                    <a:pt x="239351" y="72863"/>
                    <a:pt x="238712" y="72998"/>
                  </a:cubicBezTo>
                  <a:cubicBezTo>
                    <a:pt x="238072" y="73133"/>
                    <a:pt x="235010" y="75083"/>
                    <a:pt x="235010" y="75083"/>
                  </a:cubicBezTo>
                  <a:cubicBezTo>
                    <a:pt x="235010" y="75083"/>
                    <a:pt x="233428" y="77707"/>
                    <a:pt x="233327" y="77909"/>
                  </a:cubicBezTo>
                  <a:cubicBezTo>
                    <a:pt x="233260" y="78111"/>
                    <a:pt x="231308" y="80096"/>
                    <a:pt x="231072" y="80668"/>
                  </a:cubicBezTo>
                  <a:cubicBezTo>
                    <a:pt x="230870" y="81239"/>
                    <a:pt x="228750" y="82989"/>
                    <a:pt x="228548" y="83628"/>
                  </a:cubicBezTo>
                  <a:cubicBezTo>
                    <a:pt x="228313" y="84267"/>
                    <a:pt x="226967" y="88102"/>
                    <a:pt x="226967" y="88102"/>
                  </a:cubicBezTo>
                  <a:cubicBezTo>
                    <a:pt x="226967" y="88102"/>
                    <a:pt x="226462" y="91870"/>
                    <a:pt x="226091" y="92442"/>
                  </a:cubicBezTo>
                  <a:cubicBezTo>
                    <a:pt x="225721" y="93047"/>
                    <a:pt x="224005" y="96949"/>
                    <a:pt x="224005" y="96949"/>
                  </a:cubicBezTo>
                  <a:lnTo>
                    <a:pt x="221245" y="102668"/>
                  </a:lnTo>
                  <a:cubicBezTo>
                    <a:pt x="221245" y="102668"/>
                    <a:pt x="220236" y="105191"/>
                    <a:pt x="220101" y="105427"/>
                  </a:cubicBezTo>
                  <a:cubicBezTo>
                    <a:pt x="219966" y="105662"/>
                    <a:pt x="217207" y="108555"/>
                    <a:pt x="217207" y="108555"/>
                  </a:cubicBezTo>
                  <a:cubicBezTo>
                    <a:pt x="217207" y="108555"/>
                    <a:pt x="214312" y="109497"/>
                    <a:pt x="214178" y="109867"/>
                  </a:cubicBezTo>
                  <a:cubicBezTo>
                    <a:pt x="214043" y="110237"/>
                    <a:pt x="212293" y="111751"/>
                    <a:pt x="212293" y="111751"/>
                  </a:cubicBezTo>
                  <a:cubicBezTo>
                    <a:pt x="212293" y="111751"/>
                    <a:pt x="211418" y="113332"/>
                    <a:pt x="211418" y="113702"/>
                  </a:cubicBezTo>
                  <a:cubicBezTo>
                    <a:pt x="211418" y="114072"/>
                    <a:pt x="210846" y="118344"/>
                    <a:pt x="211048" y="118916"/>
                  </a:cubicBezTo>
                  <a:cubicBezTo>
                    <a:pt x="211283" y="119488"/>
                    <a:pt x="211620" y="129210"/>
                    <a:pt x="211620" y="129210"/>
                  </a:cubicBezTo>
                  <a:lnTo>
                    <a:pt x="210038" y="133179"/>
                  </a:lnTo>
                  <a:lnTo>
                    <a:pt x="206269" y="137216"/>
                  </a:lnTo>
                  <a:lnTo>
                    <a:pt x="204620" y="141387"/>
                  </a:lnTo>
                  <a:lnTo>
                    <a:pt x="204519" y="144045"/>
                  </a:lnTo>
                  <a:cubicBezTo>
                    <a:pt x="204519" y="144045"/>
                    <a:pt x="206168" y="146063"/>
                    <a:pt x="206437" y="146231"/>
                  </a:cubicBezTo>
                  <a:cubicBezTo>
                    <a:pt x="206706" y="146399"/>
                    <a:pt x="208759" y="147947"/>
                    <a:pt x="209096" y="148283"/>
                  </a:cubicBezTo>
                  <a:cubicBezTo>
                    <a:pt x="209432" y="148620"/>
                    <a:pt x="210577" y="149864"/>
                    <a:pt x="210577" y="150470"/>
                  </a:cubicBezTo>
                  <a:cubicBezTo>
                    <a:pt x="210577" y="151075"/>
                    <a:pt x="209163" y="155852"/>
                    <a:pt x="209163" y="155852"/>
                  </a:cubicBezTo>
                  <a:lnTo>
                    <a:pt x="206269" y="158073"/>
                  </a:lnTo>
                  <a:lnTo>
                    <a:pt x="202096" y="158409"/>
                  </a:lnTo>
                  <a:cubicBezTo>
                    <a:pt x="202096" y="158409"/>
                    <a:pt x="196644" y="159014"/>
                    <a:pt x="196442" y="159048"/>
                  </a:cubicBezTo>
                  <a:cubicBezTo>
                    <a:pt x="196206" y="159115"/>
                    <a:pt x="190990" y="160562"/>
                    <a:pt x="190990" y="160562"/>
                  </a:cubicBezTo>
                  <a:cubicBezTo>
                    <a:pt x="190990" y="160562"/>
                    <a:pt x="184999" y="162311"/>
                    <a:pt x="184797" y="162345"/>
                  </a:cubicBezTo>
                  <a:cubicBezTo>
                    <a:pt x="184595" y="162412"/>
                    <a:pt x="181162" y="164296"/>
                    <a:pt x="181095" y="164464"/>
                  </a:cubicBezTo>
                  <a:cubicBezTo>
                    <a:pt x="181028" y="164632"/>
                    <a:pt x="177562" y="167996"/>
                    <a:pt x="177562" y="167996"/>
                  </a:cubicBezTo>
                  <a:lnTo>
                    <a:pt x="172850" y="170822"/>
                  </a:lnTo>
                  <a:lnTo>
                    <a:pt x="171874" y="172739"/>
                  </a:lnTo>
                  <a:cubicBezTo>
                    <a:pt x="171874" y="172739"/>
                    <a:pt x="170797" y="174522"/>
                    <a:pt x="170662" y="174758"/>
                  </a:cubicBezTo>
                  <a:cubicBezTo>
                    <a:pt x="170561" y="174959"/>
                    <a:pt x="167903" y="179703"/>
                    <a:pt x="167903" y="179871"/>
                  </a:cubicBezTo>
                  <a:cubicBezTo>
                    <a:pt x="167903" y="180039"/>
                    <a:pt x="166489" y="182798"/>
                    <a:pt x="166287" y="183033"/>
                  </a:cubicBezTo>
                  <a:cubicBezTo>
                    <a:pt x="166052" y="183235"/>
                    <a:pt x="164773" y="185051"/>
                    <a:pt x="164773" y="185051"/>
                  </a:cubicBezTo>
                  <a:cubicBezTo>
                    <a:pt x="164773" y="185051"/>
                    <a:pt x="164335" y="186296"/>
                    <a:pt x="163797" y="187104"/>
                  </a:cubicBezTo>
                  <a:cubicBezTo>
                    <a:pt x="163258" y="187911"/>
                    <a:pt x="160734" y="190804"/>
                    <a:pt x="160734" y="190804"/>
                  </a:cubicBezTo>
                  <a:lnTo>
                    <a:pt x="159691" y="193091"/>
                  </a:lnTo>
                  <a:lnTo>
                    <a:pt x="158378" y="194134"/>
                  </a:lnTo>
                  <a:lnTo>
                    <a:pt x="154912" y="195009"/>
                  </a:lnTo>
                  <a:lnTo>
                    <a:pt x="152792" y="195009"/>
                  </a:lnTo>
                  <a:lnTo>
                    <a:pt x="150503" y="194235"/>
                  </a:lnTo>
                  <a:lnTo>
                    <a:pt x="150167" y="193091"/>
                  </a:lnTo>
                  <a:lnTo>
                    <a:pt x="150167" y="190636"/>
                  </a:lnTo>
                  <a:cubicBezTo>
                    <a:pt x="150167" y="190636"/>
                    <a:pt x="151345" y="189492"/>
                    <a:pt x="151479" y="189290"/>
                  </a:cubicBezTo>
                  <a:cubicBezTo>
                    <a:pt x="151580" y="189088"/>
                    <a:pt x="152119" y="188315"/>
                    <a:pt x="152455" y="187978"/>
                  </a:cubicBezTo>
                  <a:cubicBezTo>
                    <a:pt x="152792" y="187642"/>
                    <a:pt x="153869" y="186464"/>
                    <a:pt x="153869" y="186464"/>
                  </a:cubicBezTo>
                  <a:lnTo>
                    <a:pt x="154845" y="184278"/>
                  </a:lnTo>
                  <a:lnTo>
                    <a:pt x="154138" y="182697"/>
                  </a:lnTo>
                  <a:lnTo>
                    <a:pt x="153364" y="182327"/>
                  </a:lnTo>
                  <a:lnTo>
                    <a:pt x="152051" y="182360"/>
                  </a:lnTo>
                  <a:lnTo>
                    <a:pt x="150638" y="183134"/>
                  </a:lnTo>
                  <a:lnTo>
                    <a:pt x="148450" y="185691"/>
                  </a:lnTo>
                  <a:lnTo>
                    <a:pt x="146498" y="187810"/>
                  </a:lnTo>
                  <a:lnTo>
                    <a:pt x="145354" y="189896"/>
                  </a:lnTo>
                  <a:lnTo>
                    <a:pt x="140239" y="191073"/>
                  </a:lnTo>
                  <a:cubicBezTo>
                    <a:pt x="140239" y="191073"/>
                    <a:pt x="137142" y="192587"/>
                    <a:pt x="136166" y="192654"/>
                  </a:cubicBezTo>
                  <a:cubicBezTo>
                    <a:pt x="135190" y="192688"/>
                    <a:pt x="130613" y="192688"/>
                    <a:pt x="130613" y="192688"/>
                  </a:cubicBezTo>
                  <a:lnTo>
                    <a:pt x="126474" y="192755"/>
                  </a:lnTo>
                  <a:cubicBezTo>
                    <a:pt x="126474" y="192755"/>
                    <a:pt x="124455" y="194168"/>
                    <a:pt x="123983" y="194975"/>
                  </a:cubicBezTo>
                  <a:cubicBezTo>
                    <a:pt x="123479" y="195783"/>
                    <a:pt x="120988" y="197733"/>
                    <a:pt x="120450" y="198238"/>
                  </a:cubicBezTo>
                  <a:cubicBezTo>
                    <a:pt x="119911" y="198709"/>
                    <a:pt x="116546" y="201400"/>
                    <a:pt x="116546" y="201400"/>
                  </a:cubicBezTo>
                  <a:lnTo>
                    <a:pt x="116882" y="205403"/>
                  </a:lnTo>
                  <a:cubicBezTo>
                    <a:pt x="116882" y="205403"/>
                    <a:pt x="116108" y="206816"/>
                    <a:pt x="115974" y="207085"/>
                  </a:cubicBezTo>
                  <a:cubicBezTo>
                    <a:pt x="115805" y="207354"/>
                    <a:pt x="113416" y="208330"/>
                    <a:pt x="113248" y="208397"/>
                  </a:cubicBezTo>
                  <a:cubicBezTo>
                    <a:pt x="113079" y="208431"/>
                    <a:pt x="110791" y="208566"/>
                    <a:pt x="110623" y="208734"/>
                  </a:cubicBezTo>
                  <a:cubicBezTo>
                    <a:pt x="110454" y="208902"/>
                    <a:pt x="108570" y="209104"/>
                    <a:pt x="108570" y="209104"/>
                  </a:cubicBezTo>
                  <a:lnTo>
                    <a:pt x="108031" y="209978"/>
                  </a:lnTo>
                  <a:lnTo>
                    <a:pt x="107425" y="211324"/>
                  </a:lnTo>
                  <a:lnTo>
                    <a:pt x="106651" y="212636"/>
                  </a:lnTo>
                  <a:cubicBezTo>
                    <a:pt x="106651" y="212636"/>
                    <a:pt x="106113" y="214049"/>
                    <a:pt x="105978" y="214419"/>
                  </a:cubicBezTo>
                  <a:cubicBezTo>
                    <a:pt x="105877" y="214789"/>
                    <a:pt x="105776" y="215024"/>
                    <a:pt x="105372" y="215495"/>
                  </a:cubicBezTo>
                  <a:cubicBezTo>
                    <a:pt x="104969" y="216000"/>
                    <a:pt x="105103" y="216538"/>
                    <a:pt x="103723" y="216639"/>
                  </a:cubicBezTo>
                  <a:cubicBezTo>
                    <a:pt x="102377" y="216740"/>
                    <a:pt x="102848" y="216538"/>
                    <a:pt x="101603" y="216639"/>
                  </a:cubicBezTo>
                  <a:cubicBezTo>
                    <a:pt x="100358" y="216740"/>
                    <a:pt x="100190" y="216572"/>
                    <a:pt x="99584" y="216404"/>
                  </a:cubicBezTo>
                  <a:cubicBezTo>
                    <a:pt x="98978" y="216235"/>
                    <a:pt x="97800" y="215327"/>
                    <a:pt x="97396" y="215159"/>
                  </a:cubicBezTo>
                  <a:cubicBezTo>
                    <a:pt x="97026" y="214991"/>
                    <a:pt x="94738" y="213847"/>
                    <a:pt x="94738" y="213847"/>
                  </a:cubicBezTo>
                  <a:lnTo>
                    <a:pt x="93492" y="212972"/>
                  </a:lnTo>
                  <a:lnTo>
                    <a:pt x="91372" y="210046"/>
                  </a:lnTo>
                  <a:lnTo>
                    <a:pt x="88915" y="207926"/>
                  </a:lnTo>
                  <a:lnTo>
                    <a:pt x="85314" y="207052"/>
                  </a:lnTo>
                  <a:lnTo>
                    <a:pt x="82218" y="205168"/>
                  </a:lnTo>
                  <a:lnTo>
                    <a:pt x="77877" y="204966"/>
                  </a:lnTo>
                  <a:lnTo>
                    <a:pt x="74141" y="204562"/>
                  </a:lnTo>
                  <a:cubicBezTo>
                    <a:pt x="74141" y="204562"/>
                    <a:pt x="70506" y="204024"/>
                    <a:pt x="70271" y="204024"/>
                  </a:cubicBezTo>
                  <a:cubicBezTo>
                    <a:pt x="70069" y="204024"/>
                    <a:pt x="67949" y="203654"/>
                    <a:pt x="66972" y="203520"/>
                  </a:cubicBezTo>
                  <a:cubicBezTo>
                    <a:pt x="65997" y="203419"/>
                    <a:pt x="61756" y="203351"/>
                    <a:pt x="60612" y="203250"/>
                  </a:cubicBezTo>
                  <a:cubicBezTo>
                    <a:pt x="59468" y="203149"/>
                    <a:pt x="58727" y="203049"/>
                    <a:pt x="58323" y="202914"/>
                  </a:cubicBezTo>
                  <a:cubicBezTo>
                    <a:pt x="57953" y="202813"/>
                    <a:pt x="55496" y="201703"/>
                    <a:pt x="55395" y="201501"/>
                  </a:cubicBezTo>
                  <a:cubicBezTo>
                    <a:pt x="55294" y="201299"/>
                    <a:pt x="55126" y="200862"/>
                    <a:pt x="54621" y="200256"/>
                  </a:cubicBezTo>
                  <a:cubicBezTo>
                    <a:pt x="54116" y="199651"/>
                    <a:pt x="51626" y="197229"/>
                    <a:pt x="51626" y="197229"/>
                  </a:cubicBezTo>
                  <a:cubicBezTo>
                    <a:pt x="51626" y="197229"/>
                    <a:pt x="50919" y="196892"/>
                    <a:pt x="49842" y="196892"/>
                  </a:cubicBezTo>
                  <a:cubicBezTo>
                    <a:pt x="48765" y="196892"/>
                    <a:pt x="43684" y="196186"/>
                    <a:pt x="43684" y="196186"/>
                  </a:cubicBezTo>
                  <a:lnTo>
                    <a:pt x="41933" y="195681"/>
                  </a:lnTo>
                  <a:cubicBezTo>
                    <a:pt x="41933" y="195681"/>
                    <a:pt x="38299" y="192822"/>
                    <a:pt x="38198" y="192654"/>
                  </a:cubicBezTo>
                  <a:cubicBezTo>
                    <a:pt x="38097" y="192486"/>
                    <a:pt x="33015" y="188853"/>
                    <a:pt x="33015" y="188853"/>
                  </a:cubicBezTo>
                  <a:lnTo>
                    <a:pt x="27900" y="186532"/>
                  </a:lnTo>
                  <a:lnTo>
                    <a:pt x="24635" y="185556"/>
                  </a:lnTo>
                  <a:cubicBezTo>
                    <a:pt x="24635" y="185556"/>
                    <a:pt x="18746" y="184042"/>
                    <a:pt x="18544" y="183941"/>
                  </a:cubicBezTo>
                  <a:cubicBezTo>
                    <a:pt x="18342" y="183840"/>
                    <a:pt x="15616" y="183201"/>
                    <a:pt x="15010" y="182697"/>
                  </a:cubicBezTo>
                  <a:cubicBezTo>
                    <a:pt x="14404" y="182192"/>
                    <a:pt x="12991" y="181183"/>
                    <a:pt x="12116" y="179871"/>
                  </a:cubicBezTo>
                  <a:cubicBezTo>
                    <a:pt x="11241" y="178559"/>
                    <a:pt x="10332" y="176776"/>
                    <a:pt x="10265" y="176440"/>
                  </a:cubicBezTo>
                  <a:cubicBezTo>
                    <a:pt x="10197" y="176103"/>
                    <a:pt x="9221" y="172706"/>
                    <a:pt x="9221" y="172302"/>
                  </a:cubicBezTo>
                  <a:cubicBezTo>
                    <a:pt x="9221" y="171932"/>
                    <a:pt x="8986" y="169039"/>
                    <a:pt x="8986" y="167861"/>
                  </a:cubicBezTo>
                  <a:cubicBezTo>
                    <a:pt x="8986" y="166650"/>
                    <a:pt x="8986" y="162547"/>
                    <a:pt x="8918" y="162143"/>
                  </a:cubicBezTo>
                  <a:cubicBezTo>
                    <a:pt x="8851" y="161773"/>
                    <a:pt x="8279" y="158173"/>
                    <a:pt x="8279" y="158173"/>
                  </a:cubicBezTo>
                  <a:lnTo>
                    <a:pt x="4510" y="152858"/>
                  </a:lnTo>
                  <a:lnTo>
                    <a:pt x="3803" y="143035"/>
                  </a:lnTo>
                  <a:cubicBezTo>
                    <a:pt x="3803" y="143035"/>
                    <a:pt x="3433" y="135096"/>
                    <a:pt x="3433" y="134895"/>
                  </a:cubicBezTo>
                  <a:cubicBezTo>
                    <a:pt x="3433" y="134693"/>
                    <a:pt x="4207" y="129849"/>
                    <a:pt x="4241" y="129681"/>
                  </a:cubicBezTo>
                  <a:cubicBezTo>
                    <a:pt x="4274" y="129513"/>
                    <a:pt x="4072" y="124803"/>
                    <a:pt x="4072" y="124803"/>
                  </a:cubicBezTo>
                  <a:lnTo>
                    <a:pt x="3130" y="121405"/>
                  </a:lnTo>
                  <a:lnTo>
                    <a:pt x="1683" y="116359"/>
                  </a:lnTo>
                  <a:lnTo>
                    <a:pt x="1514" y="110102"/>
                  </a:lnTo>
                  <a:lnTo>
                    <a:pt x="1413" y="105931"/>
                  </a:lnTo>
                  <a:lnTo>
                    <a:pt x="1245" y="99943"/>
                  </a:lnTo>
                  <a:close/>
                </a:path>
              </a:pathLst>
            </a:custGeom>
            <a:grpFill/>
            <a:ln w="6350" cap="flat">
              <a:solidFill>
                <a:schemeClr val="bg1"/>
              </a:solidFill>
              <a:prstDash val="solid"/>
              <a:miter/>
            </a:ln>
          </p:spPr>
          <p:txBody>
            <a:bodyPr rtlCol="0" anchor="ctr"/>
            <a:lstStyle/>
            <a:p>
              <a:endParaRPr lang="en-US"/>
            </a:p>
          </p:txBody>
        </p:sp>
        <p:grpSp>
          <p:nvGrpSpPr>
            <p:cNvPr id="197" name="Graphic 11">
              <a:extLst>
                <a:ext uri="{FF2B5EF4-FFF2-40B4-BE49-F238E27FC236}">
                  <a16:creationId xmlns:a16="http://schemas.microsoft.com/office/drawing/2014/main" id="{053ECC64-EC2B-8407-2C8F-7E0313BA7404}"/>
                </a:ext>
              </a:extLst>
            </p:cNvPr>
            <p:cNvGrpSpPr/>
            <p:nvPr/>
          </p:nvGrpSpPr>
          <p:grpSpPr>
            <a:xfrm>
              <a:off x="8260662" y="3367264"/>
              <a:ext cx="133381" cy="212869"/>
              <a:chOff x="6167900" y="3272800"/>
              <a:chExt cx="256078" cy="408687"/>
            </a:xfrm>
            <a:grpFill/>
          </p:grpSpPr>
          <p:sp>
            <p:nvSpPr>
              <p:cNvPr id="198" name="Freeform 915">
                <a:extLst>
                  <a:ext uri="{FF2B5EF4-FFF2-40B4-BE49-F238E27FC236}">
                    <a16:creationId xmlns:a16="http://schemas.microsoft.com/office/drawing/2014/main" id="{9BB66C10-BE44-8414-0C3E-1EE0DA41EC1C}"/>
                  </a:ext>
                </a:extLst>
              </p:cNvPr>
              <p:cNvSpPr/>
              <p:nvPr/>
            </p:nvSpPr>
            <p:spPr>
              <a:xfrm>
                <a:off x="6244464" y="3272800"/>
                <a:ext cx="179513" cy="394660"/>
              </a:xfrm>
              <a:custGeom>
                <a:avLst/>
                <a:gdLst>
                  <a:gd name="connsiteX0" fmla="*/ 136335 w 179513"/>
                  <a:gd name="connsiteY0" fmla="*/ 0 h 394660"/>
                  <a:gd name="connsiteX1" fmla="*/ 132869 w 179513"/>
                  <a:gd name="connsiteY1" fmla="*/ 0 h 394660"/>
                  <a:gd name="connsiteX2" fmla="*/ 128729 w 179513"/>
                  <a:gd name="connsiteY2" fmla="*/ 1514 h 394660"/>
                  <a:gd name="connsiteX3" fmla="*/ 125700 w 179513"/>
                  <a:gd name="connsiteY3" fmla="*/ 6291 h 394660"/>
                  <a:gd name="connsiteX4" fmla="*/ 120921 w 179513"/>
                  <a:gd name="connsiteY4" fmla="*/ 12144 h 394660"/>
                  <a:gd name="connsiteX5" fmla="*/ 117657 w 179513"/>
                  <a:gd name="connsiteY5" fmla="*/ 16719 h 394660"/>
                  <a:gd name="connsiteX6" fmla="*/ 115065 w 179513"/>
                  <a:gd name="connsiteY6" fmla="*/ 19746 h 394660"/>
                  <a:gd name="connsiteX7" fmla="*/ 111161 w 179513"/>
                  <a:gd name="connsiteY7" fmla="*/ 21933 h 394660"/>
                  <a:gd name="connsiteX8" fmla="*/ 107897 w 179513"/>
                  <a:gd name="connsiteY8" fmla="*/ 24120 h 394660"/>
                  <a:gd name="connsiteX9" fmla="*/ 103118 w 179513"/>
                  <a:gd name="connsiteY9" fmla="*/ 27147 h 394660"/>
                  <a:gd name="connsiteX10" fmla="*/ 99853 w 179513"/>
                  <a:gd name="connsiteY10" fmla="*/ 29535 h 394660"/>
                  <a:gd name="connsiteX11" fmla="*/ 94637 w 179513"/>
                  <a:gd name="connsiteY11" fmla="*/ 29535 h 394660"/>
                  <a:gd name="connsiteX12" fmla="*/ 90296 w 179513"/>
                  <a:gd name="connsiteY12" fmla="*/ 32563 h 394660"/>
                  <a:gd name="connsiteX13" fmla="*/ 85516 w 179513"/>
                  <a:gd name="connsiteY13" fmla="*/ 36903 h 394660"/>
                  <a:gd name="connsiteX14" fmla="*/ 84440 w 179513"/>
                  <a:gd name="connsiteY14" fmla="*/ 41040 h 394660"/>
                  <a:gd name="connsiteX15" fmla="*/ 83127 w 179513"/>
                  <a:gd name="connsiteY15" fmla="*/ 45178 h 394660"/>
                  <a:gd name="connsiteX16" fmla="*/ 80737 w 179513"/>
                  <a:gd name="connsiteY16" fmla="*/ 49753 h 394660"/>
                  <a:gd name="connsiteX17" fmla="*/ 78988 w 179513"/>
                  <a:gd name="connsiteY17" fmla="*/ 53453 h 394660"/>
                  <a:gd name="connsiteX18" fmla="*/ 76160 w 179513"/>
                  <a:gd name="connsiteY18" fmla="*/ 56716 h 394660"/>
                  <a:gd name="connsiteX19" fmla="*/ 74209 w 179513"/>
                  <a:gd name="connsiteY19" fmla="*/ 60686 h 394660"/>
                  <a:gd name="connsiteX20" fmla="*/ 73064 w 179513"/>
                  <a:gd name="connsiteY20" fmla="*/ 63882 h 394660"/>
                  <a:gd name="connsiteX21" fmla="*/ 71617 w 179513"/>
                  <a:gd name="connsiteY21" fmla="*/ 66943 h 394660"/>
                  <a:gd name="connsiteX22" fmla="*/ 69530 w 179513"/>
                  <a:gd name="connsiteY22" fmla="*/ 69769 h 394660"/>
                  <a:gd name="connsiteX23" fmla="*/ 66905 w 179513"/>
                  <a:gd name="connsiteY23" fmla="*/ 73099 h 394660"/>
                  <a:gd name="connsiteX24" fmla="*/ 62564 w 179513"/>
                  <a:gd name="connsiteY24" fmla="*/ 76934 h 394660"/>
                  <a:gd name="connsiteX25" fmla="*/ 60444 w 179513"/>
                  <a:gd name="connsiteY25" fmla="*/ 81576 h 394660"/>
                  <a:gd name="connsiteX26" fmla="*/ 57482 w 179513"/>
                  <a:gd name="connsiteY26" fmla="*/ 84469 h 394660"/>
                  <a:gd name="connsiteX27" fmla="*/ 56371 w 179513"/>
                  <a:gd name="connsiteY27" fmla="*/ 86857 h 394660"/>
                  <a:gd name="connsiteX28" fmla="*/ 55530 w 179513"/>
                  <a:gd name="connsiteY28" fmla="*/ 92812 h 394660"/>
                  <a:gd name="connsiteX29" fmla="*/ 55530 w 179513"/>
                  <a:gd name="connsiteY29" fmla="*/ 94763 h 394660"/>
                  <a:gd name="connsiteX30" fmla="*/ 53780 w 179513"/>
                  <a:gd name="connsiteY30" fmla="*/ 98463 h 394660"/>
                  <a:gd name="connsiteX31" fmla="*/ 51525 w 179513"/>
                  <a:gd name="connsiteY31" fmla="*/ 101558 h 394660"/>
                  <a:gd name="connsiteX32" fmla="*/ 50852 w 179513"/>
                  <a:gd name="connsiteY32" fmla="*/ 106267 h 394660"/>
                  <a:gd name="connsiteX33" fmla="*/ 47016 w 179513"/>
                  <a:gd name="connsiteY33" fmla="*/ 112558 h 394660"/>
                  <a:gd name="connsiteX34" fmla="*/ 45905 w 179513"/>
                  <a:gd name="connsiteY34" fmla="*/ 116259 h 394660"/>
                  <a:gd name="connsiteX35" fmla="*/ 44761 w 179513"/>
                  <a:gd name="connsiteY35" fmla="*/ 119589 h 394660"/>
                  <a:gd name="connsiteX36" fmla="*/ 40419 w 179513"/>
                  <a:gd name="connsiteY36" fmla="*/ 125980 h 394660"/>
                  <a:gd name="connsiteX37" fmla="*/ 37525 w 179513"/>
                  <a:gd name="connsiteY37" fmla="*/ 132271 h 394660"/>
                  <a:gd name="connsiteX38" fmla="*/ 36886 w 179513"/>
                  <a:gd name="connsiteY38" fmla="*/ 137283 h 394660"/>
                  <a:gd name="connsiteX39" fmla="*/ 34126 w 179513"/>
                  <a:gd name="connsiteY39" fmla="*/ 143574 h 394660"/>
                  <a:gd name="connsiteX40" fmla="*/ 31938 w 179513"/>
                  <a:gd name="connsiteY40" fmla="*/ 150470 h 394660"/>
                  <a:gd name="connsiteX41" fmla="*/ 31064 w 179513"/>
                  <a:gd name="connsiteY41" fmla="*/ 153430 h 394660"/>
                  <a:gd name="connsiteX42" fmla="*/ 27227 w 179513"/>
                  <a:gd name="connsiteY42" fmla="*/ 161470 h 394660"/>
                  <a:gd name="connsiteX43" fmla="*/ 20630 w 179513"/>
                  <a:gd name="connsiteY43" fmla="*/ 170385 h 394660"/>
                  <a:gd name="connsiteX44" fmla="*/ 17669 w 179513"/>
                  <a:gd name="connsiteY44" fmla="*/ 176978 h 394660"/>
                  <a:gd name="connsiteX45" fmla="*/ 13462 w 179513"/>
                  <a:gd name="connsiteY45" fmla="*/ 183639 h 394660"/>
                  <a:gd name="connsiteX46" fmla="*/ 9895 w 179513"/>
                  <a:gd name="connsiteY46" fmla="*/ 186902 h 394660"/>
                  <a:gd name="connsiteX47" fmla="*/ 7640 w 179513"/>
                  <a:gd name="connsiteY47" fmla="*/ 188786 h 394660"/>
                  <a:gd name="connsiteX48" fmla="*/ 4544 w 179513"/>
                  <a:gd name="connsiteY48" fmla="*/ 193865 h 394660"/>
                  <a:gd name="connsiteX49" fmla="*/ 3870 w 179513"/>
                  <a:gd name="connsiteY49" fmla="*/ 196893 h 394660"/>
                  <a:gd name="connsiteX50" fmla="*/ 3063 w 179513"/>
                  <a:gd name="connsiteY50" fmla="*/ 204361 h 394660"/>
                  <a:gd name="connsiteX51" fmla="*/ 3500 w 179513"/>
                  <a:gd name="connsiteY51" fmla="*/ 212031 h 394660"/>
                  <a:gd name="connsiteX52" fmla="*/ 3365 w 179513"/>
                  <a:gd name="connsiteY52" fmla="*/ 218422 h 394660"/>
                  <a:gd name="connsiteX53" fmla="*/ 5014 w 179513"/>
                  <a:gd name="connsiteY53" fmla="*/ 222627 h 394660"/>
                  <a:gd name="connsiteX54" fmla="*/ 5452 w 179513"/>
                  <a:gd name="connsiteY54" fmla="*/ 226597 h 394660"/>
                  <a:gd name="connsiteX55" fmla="*/ 4510 w 179513"/>
                  <a:gd name="connsiteY55" fmla="*/ 230364 h 394660"/>
                  <a:gd name="connsiteX56" fmla="*/ 4375 w 179513"/>
                  <a:gd name="connsiteY56" fmla="*/ 233392 h 394660"/>
                  <a:gd name="connsiteX57" fmla="*/ 3736 w 179513"/>
                  <a:gd name="connsiteY57" fmla="*/ 237798 h 394660"/>
                  <a:gd name="connsiteX58" fmla="*/ 3870 w 179513"/>
                  <a:gd name="connsiteY58" fmla="*/ 243013 h 394660"/>
                  <a:gd name="connsiteX59" fmla="*/ 2625 w 179513"/>
                  <a:gd name="connsiteY59" fmla="*/ 249169 h 394660"/>
                  <a:gd name="connsiteX60" fmla="*/ 1885 w 179513"/>
                  <a:gd name="connsiteY60" fmla="*/ 252802 h 394660"/>
                  <a:gd name="connsiteX61" fmla="*/ 572 w 179513"/>
                  <a:gd name="connsiteY61" fmla="*/ 257747 h 394660"/>
                  <a:gd name="connsiteX62" fmla="*/ 0 w 179513"/>
                  <a:gd name="connsiteY62" fmla="*/ 263903 h 394660"/>
                  <a:gd name="connsiteX63" fmla="*/ 438 w 179513"/>
                  <a:gd name="connsiteY63" fmla="*/ 268478 h 394660"/>
                  <a:gd name="connsiteX64" fmla="*/ 7606 w 179513"/>
                  <a:gd name="connsiteY64" fmla="*/ 277830 h 394660"/>
                  <a:gd name="connsiteX65" fmla="*/ 13899 w 179513"/>
                  <a:gd name="connsiteY65" fmla="*/ 285062 h 394660"/>
                  <a:gd name="connsiteX66" fmla="*/ 16861 w 179513"/>
                  <a:gd name="connsiteY66" fmla="*/ 289133 h 394660"/>
                  <a:gd name="connsiteX67" fmla="*/ 18174 w 179513"/>
                  <a:gd name="connsiteY67" fmla="*/ 293035 h 394660"/>
                  <a:gd name="connsiteX68" fmla="*/ 23087 w 179513"/>
                  <a:gd name="connsiteY68" fmla="*/ 299830 h 394660"/>
                  <a:gd name="connsiteX69" fmla="*/ 24534 w 179513"/>
                  <a:gd name="connsiteY69" fmla="*/ 308004 h 394660"/>
                  <a:gd name="connsiteX70" fmla="*/ 27496 w 179513"/>
                  <a:gd name="connsiteY70" fmla="*/ 313656 h 394660"/>
                  <a:gd name="connsiteX71" fmla="*/ 30121 w 179513"/>
                  <a:gd name="connsiteY71" fmla="*/ 317424 h 394660"/>
                  <a:gd name="connsiteX72" fmla="*/ 37727 w 179513"/>
                  <a:gd name="connsiteY72" fmla="*/ 324387 h 394660"/>
                  <a:gd name="connsiteX73" fmla="*/ 43953 w 179513"/>
                  <a:gd name="connsiteY73" fmla="*/ 330106 h 394660"/>
                  <a:gd name="connsiteX74" fmla="*/ 47857 w 179513"/>
                  <a:gd name="connsiteY74" fmla="*/ 332864 h 394660"/>
                  <a:gd name="connsiteX75" fmla="*/ 52771 w 179513"/>
                  <a:gd name="connsiteY75" fmla="*/ 338583 h 394660"/>
                  <a:gd name="connsiteX76" fmla="*/ 58997 w 179513"/>
                  <a:gd name="connsiteY76" fmla="*/ 340837 h 394660"/>
                  <a:gd name="connsiteX77" fmla="*/ 65458 w 179513"/>
                  <a:gd name="connsiteY77" fmla="*/ 345984 h 394660"/>
                  <a:gd name="connsiteX78" fmla="*/ 68117 w 179513"/>
                  <a:gd name="connsiteY78" fmla="*/ 349449 h 394660"/>
                  <a:gd name="connsiteX79" fmla="*/ 71785 w 179513"/>
                  <a:gd name="connsiteY79" fmla="*/ 356681 h 394660"/>
                  <a:gd name="connsiteX80" fmla="*/ 74478 w 179513"/>
                  <a:gd name="connsiteY80" fmla="*/ 361895 h 394660"/>
                  <a:gd name="connsiteX81" fmla="*/ 78550 w 179513"/>
                  <a:gd name="connsiteY81" fmla="*/ 367177 h 394660"/>
                  <a:gd name="connsiteX82" fmla="*/ 80435 w 179513"/>
                  <a:gd name="connsiteY82" fmla="*/ 371011 h 394660"/>
                  <a:gd name="connsiteX83" fmla="*/ 81242 w 179513"/>
                  <a:gd name="connsiteY83" fmla="*/ 373703 h 394660"/>
                  <a:gd name="connsiteX84" fmla="*/ 81713 w 179513"/>
                  <a:gd name="connsiteY84" fmla="*/ 376966 h 394660"/>
                  <a:gd name="connsiteX85" fmla="*/ 81545 w 179513"/>
                  <a:gd name="connsiteY85" fmla="*/ 379590 h 394660"/>
                  <a:gd name="connsiteX86" fmla="*/ 81545 w 179513"/>
                  <a:gd name="connsiteY86" fmla="*/ 381608 h 394660"/>
                  <a:gd name="connsiteX87" fmla="*/ 81545 w 179513"/>
                  <a:gd name="connsiteY87" fmla="*/ 383492 h 394660"/>
                  <a:gd name="connsiteX88" fmla="*/ 81545 w 179513"/>
                  <a:gd name="connsiteY88" fmla="*/ 386822 h 394660"/>
                  <a:gd name="connsiteX89" fmla="*/ 82286 w 179513"/>
                  <a:gd name="connsiteY89" fmla="*/ 387999 h 394660"/>
                  <a:gd name="connsiteX90" fmla="*/ 82353 w 179513"/>
                  <a:gd name="connsiteY90" fmla="*/ 388807 h 394660"/>
                  <a:gd name="connsiteX91" fmla="*/ 82420 w 179513"/>
                  <a:gd name="connsiteY91" fmla="*/ 390623 h 394660"/>
                  <a:gd name="connsiteX92" fmla="*/ 83800 w 179513"/>
                  <a:gd name="connsiteY92" fmla="*/ 392373 h 394660"/>
                  <a:gd name="connsiteX93" fmla="*/ 84473 w 179513"/>
                  <a:gd name="connsiteY93" fmla="*/ 392877 h 394660"/>
                  <a:gd name="connsiteX94" fmla="*/ 86358 w 179513"/>
                  <a:gd name="connsiteY94" fmla="*/ 393550 h 394660"/>
                  <a:gd name="connsiteX95" fmla="*/ 90430 w 179513"/>
                  <a:gd name="connsiteY95" fmla="*/ 394660 h 394660"/>
                  <a:gd name="connsiteX96" fmla="*/ 92887 w 179513"/>
                  <a:gd name="connsiteY96" fmla="*/ 394660 h 394660"/>
                  <a:gd name="connsiteX97" fmla="*/ 94637 w 179513"/>
                  <a:gd name="connsiteY97" fmla="*/ 394660 h 394660"/>
                  <a:gd name="connsiteX98" fmla="*/ 98103 w 179513"/>
                  <a:gd name="connsiteY98" fmla="*/ 394660 h 394660"/>
                  <a:gd name="connsiteX99" fmla="*/ 99483 w 179513"/>
                  <a:gd name="connsiteY99" fmla="*/ 394357 h 394660"/>
                  <a:gd name="connsiteX100" fmla="*/ 99786 w 179513"/>
                  <a:gd name="connsiteY100" fmla="*/ 393281 h 394660"/>
                  <a:gd name="connsiteX101" fmla="*/ 100291 w 179513"/>
                  <a:gd name="connsiteY101" fmla="*/ 392137 h 394660"/>
                  <a:gd name="connsiteX102" fmla="*/ 100863 w 179513"/>
                  <a:gd name="connsiteY102" fmla="*/ 390119 h 394660"/>
                  <a:gd name="connsiteX103" fmla="*/ 100930 w 179513"/>
                  <a:gd name="connsiteY103" fmla="*/ 387865 h 394660"/>
                  <a:gd name="connsiteX104" fmla="*/ 101200 w 179513"/>
                  <a:gd name="connsiteY104" fmla="*/ 382146 h 394660"/>
                  <a:gd name="connsiteX105" fmla="*/ 100728 w 179513"/>
                  <a:gd name="connsiteY105" fmla="*/ 376697 h 394660"/>
                  <a:gd name="connsiteX106" fmla="*/ 100728 w 179513"/>
                  <a:gd name="connsiteY106" fmla="*/ 371213 h 394660"/>
                  <a:gd name="connsiteX107" fmla="*/ 100728 w 179513"/>
                  <a:gd name="connsiteY107" fmla="*/ 367950 h 394660"/>
                  <a:gd name="connsiteX108" fmla="*/ 100728 w 179513"/>
                  <a:gd name="connsiteY108" fmla="*/ 327751 h 394660"/>
                  <a:gd name="connsiteX109" fmla="*/ 102546 w 179513"/>
                  <a:gd name="connsiteY109" fmla="*/ 325060 h 394660"/>
                  <a:gd name="connsiteX110" fmla="*/ 103791 w 179513"/>
                  <a:gd name="connsiteY110" fmla="*/ 320855 h 394660"/>
                  <a:gd name="connsiteX111" fmla="*/ 107628 w 179513"/>
                  <a:gd name="connsiteY111" fmla="*/ 313454 h 394660"/>
                  <a:gd name="connsiteX112" fmla="*/ 112339 w 179513"/>
                  <a:gd name="connsiteY112" fmla="*/ 305549 h 394660"/>
                  <a:gd name="connsiteX113" fmla="*/ 114796 w 179513"/>
                  <a:gd name="connsiteY113" fmla="*/ 300032 h 394660"/>
                  <a:gd name="connsiteX114" fmla="*/ 118565 w 179513"/>
                  <a:gd name="connsiteY114" fmla="*/ 293304 h 394660"/>
                  <a:gd name="connsiteX115" fmla="*/ 124084 w 179513"/>
                  <a:gd name="connsiteY115" fmla="*/ 285062 h 394660"/>
                  <a:gd name="connsiteX116" fmla="*/ 127181 w 179513"/>
                  <a:gd name="connsiteY116" fmla="*/ 279545 h 394660"/>
                  <a:gd name="connsiteX117" fmla="*/ 129066 w 179513"/>
                  <a:gd name="connsiteY117" fmla="*/ 276652 h 394660"/>
                  <a:gd name="connsiteX118" fmla="*/ 132599 w 179513"/>
                  <a:gd name="connsiteY118" fmla="*/ 270294 h 394660"/>
                  <a:gd name="connsiteX119" fmla="*/ 134618 w 179513"/>
                  <a:gd name="connsiteY119" fmla="*/ 264004 h 394660"/>
                  <a:gd name="connsiteX120" fmla="*/ 137075 w 179513"/>
                  <a:gd name="connsiteY120" fmla="*/ 258588 h 394660"/>
                  <a:gd name="connsiteX121" fmla="*/ 139970 w 179513"/>
                  <a:gd name="connsiteY121" fmla="*/ 253071 h 394660"/>
                  <a:gd name="connsiteX122" fmla="*/ 144513 w 179513"/>
                  <a:gd name="connsiteY122" fmla="*/ 245838 h 394660"/>
                  <a:gd name="connsiteX123" fmla="*/ 145927 w 179513"/>
                  <a:gd name="connsiteY123" fmla="*/ 240557 h 394660"/>
                  <a:gd name="connsiteX124" fmla="*/ 145927 w 179513"/>
                  <a:gd name="connsiteY124" fmla="*/ 232147 h 394660"/>
                  <a:gd name="connsiteX125" fmla="*/ 148451 w 179513"/>
                  <a:gd name="connsiteY125" fmla="*/ 213376 h 394660"/>
                  <a:gd name="connsiteX126" fmla="*/ 148013 w 179513"/>
                  <a:gd name="connsiteY126" fmla="*/ 200559 h 394660"/>
                  <a:gd name="connsiteX127" fmla="*/ 149157 w 179513"/>
                  <a:gd name="connsiteY127" fmla="*/ 193159 h 394660"/>
                  <a:gd name="connsiteX128" fmla="*/ 151109 w 179513"/>
                  <a:gd name="connsiteY128" fmla="*/ 165709 h 394660"/>
                  <a:gd name="connsiteX129" fmla="*/ 152859 w 179513"/>
                  <a:gd name="connsiteY129" fmla="*/ 155213 h 394660"/>
                  <a:gd name="connsiteX130" fmla="*/ 154542 w 179513"/>
                  <a:gd name="connsiteY130" fmla="*/ 138831 h 394660"/>
                  <a:gd name="connsiteX131" fmla="*/ 156292 w 179513"/>
                  <a:gd name="connsiteY131" fmla="*/ 131867 h 394660"/>
                  <a:gd name="connsiteX132" fmla="*/ 159489 w 179513"/>
                  <a:gd name="connsiteY132" fmla="*/ 124063 h 394660"/>
                  <a:gd name="connsiteX133" fmla="*/ 162754 w 179513"/>
                  <a:gd name="connsiteY133" fmla="*/ 112995 h 394660"/>
                  <a:gd name="connsiteX134" fmla="*/ 165446 w 179513"/>
                  <a:gd name="connsiteY134" fmla="*/ 108286 h 394660"/>
                  <a:gd name="connsiteX135" fmla="*/ 166893 w 179513"/>
                  <a:gd name="connsiteY135" fmla="*/ 105023 h 394660"/>
                  <a:gd name="connsiteX136" fmla="*/ 170090 w 179513"/>
                  <a:gd name="connsiteY136" fmla="*/ 99304 h 394660"/>
                  <a:gd name="connsiteX137" fmla="*/ 171672 w 179513"/>
                  <a:gd name="connsiteY137" fmla="*/ 96108 h 394660"/>
                  <a:gd name="connsiteX138" fmla="*/ 172749 w 179513"/>
                  <a:gd name="connsiteY138" fmla="*/ 92542 h 394660"/>
                  <a:gd name="connsiteX139" fmla="*/ 174331 w 179513"/>
                  <a:gd name="connsiteY139" fmla="*/ 88405 h 394660"/>
                  <a:gd name="connsiteX140" fmla="*/ 174028 w 179513"/>
                  <a:gd name="connsiteY140" fmla="*/ 81879 h 394660"/>
                  <a:gd name="connsiteX141" fmla="*/ 173893 w 179513"/>
                  <a:gd name="connsiteY141" fmla="*/ 78548 h 394660"/>
                  <a:gd name="connsiteX142" fmla="*/ 173254 w 179513"/>
                  <a:gd name="connsiteY142" fmla="*/ 69197 h 394660"/>
                  <a:gd name="connsiteX143" fmla="*/ 171571 w 179513"/>
                  <a:gd name="connsiteY143" fmla="*/ 64420 h 394660"/>
                  <a:gd name="connsiteX144" fmla="*/ 170427 w 179513"/>
                  <a:gd name="connsiteY144" fmla="*/ 59004 h 394660"/>
                  <a:gd name="connsiteX145" fmla="*/ 169485 w 179513"/>
                  <a:gd name="connsiteY145" fmla="*/ 54799 h 394660"/>
                  <a:gd name="connsiteX146" fmla="*/ 169922 w 179513"/>
                  <a:gd name="connsiteY146" fmla="*/ 49719 h 394660"/>
                  <a:gd name="connsiteX147" fmla="*/ 170293 w 179513"/>
                  <a:gd name="connsiteY147" fmla="*/ 46759 h 394660"/>
                  <a:gd name="connsiteX148" fmla="*/ 172110 w 179513"/>
                  <a:gd name="connsiteY148" fmla="*/ 42420 h 394660"/>
                  <a:gd name="connsiteX149" fmla="*/ 175509 w 179513"/>
                  <a:gd name="connsiteY149" fmla="*/ 37273 h 394660"/>
                  <a:gd name="connsiteX150" fmla="*/ 178336 w 179513"/>
                  <a:gd name="connsiteY150" fmla="*/ 32294 h 394660"/>
                  <a:gd name="connsiteX151" fmla="*/ 179514 w 179513"/>
                  <a:gd name="connsiteY151" fmla="*/ 28022 h 394660"/>
                  <a:gd name="connsiteX152" fmla="*/ 178942 w 179513"/>
                  <a:gd name="connsiteY152" fmla="*/ 21731 h 394660"/>
                  <a:gd name="connsiteX153" fmla="*/ 176620 w 179513"/>
                  <a:gd name="connsiteY153" fmla="*/ 18266 h 394660"/>
                  <a:gd name="connsiteX154" fmla="*/ 173220 w 179513"/>
                  <a:gd name="connsiteY154" fmla="*/ 15306 h 394660"/>
                  <a:gd name="connsiteX155" fmla="*/ 168744 w 179513"/>
                  <a:gd name="connsiteY155" fmla="*/ 14431 h 394660"/>
                  <a:gd name="connsiteX156" fmla="*/ 166287 w 179513"/>
                  <a:gd name="connsiteY156" fmla="*/ 12682 h 394660"/>
                  <a:gd name="connsiteX157" fmla="*/ 160634 w 179513"/>
                  <a:gd name="connsiteY157" fmla="*/ 12615 h 394660"/>
                  <a:gd name="connsiteX158" fmla="*/ 156427 w 179513"/>
                  <a:gd name="connsiteY158" fmla="*/ 14061 h 394660"/>
                  <a:gd name="connsiteX159" fmla="*/ 154239 w 179513"/>
                  <a:gd name="connsiteY159" fmla="*/ 14768 h 394660"/>
                  <a:gd name="connsiteX160" fmla="*/ 151648 w 179513"/>
                  <a:gd name="connsiteY160" fmla="*/ 13624 h 394660"/>
                  <a:gd name="connsiteX161" fmla="*/ 150335 w 179513"/>
                  <a:gd name="connsiteY161" fmla="*/ 11942 h 394660"/>
                  <a:gd name="connsiteX162" fmla="*/ 146128 w 179513"/>
                  <a:gd name="connsiteY162" fmla="*/ 8746 h 394660"/>
                  <a:gd name="connsiteX163" fmla="*/ 144177 w 179513"/>
                  <a:gd name="connsiteY163" fmla="*/ 6728 h 394660"/>
                  <a:gd name="connsiteX164" fmla="*/ 142359 w 179513"/>
                  <a:gd name="connsiteY164" fmla="*/ 3902 h 394660"/>
                  <a:gd name="connsiteX165" fmla="*/ 140037 w 179513"/>
                  <a:gd name="connsiteY165" fmla="*/ 1312 h 394660"/>
                  <a:gd name="connsiteX166" fmla="*/ 138455 w 179513"/>
                  <a:gd name="connsiteY166" fmla="*/ 673 h 394660"/>
                  <a:gd name="connsiteX167" fmla="*/ 136335 w 179513"/>
                  <a:gd name="connsiteY167" fmla="*/ 0 h 3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79513" h="394660">
                    <a:moveTo>
                      <a:pt x="136335" y="0"/>
                    </a:moveTo>
                    <a:lnTo>
                      <a:pt x="132869" y="0"/>
                    </a:lnTo>
                    <a:lnTo>
                      <a:pt x="128729" y="1514"/>
                    </a:lnTo>
                    <a:cubicBezTo>
                      <a:pt x="128729" y="1514"/>
                      <a:pt x="125902" y="5651"/>
                      <a:pt x="125700" y="6291"/>
                    </a:cubicBezTo>
                    <a:cubicBezTo>
                      <a:pt x="125498" y="6930"/>
                      <a:pt x="120921" y="12144"/>
                      <a:pt x="120921" y="12144"/>
                    </a:cubicBezTo>
                    <a:lnTo>
                      <a:pt x="117657" y="16719"/>
                    </a:lnTo>
                    <a:lnTo>
                      <a:pt x="115065" y="19746"/>
                    </a:lnTo>
                    <a:lnTo>
                      <a:pt x="111161" y="21933"/>
                    </a:lnTo>
                    <a:lnTo>
                      <a:pt x="107897" y="24120"/>
                    </a:lnTo>
                    <a:lnTo>
                      <a:pt x="103118" y="27147"/>
                    </a:lnTo>
                    <a:lnTo>
                      <a:pt x="99853" y="29535"/>
                    </a:lnTo>
                    <a:lnTo>
                      <a:pt x="94637" y="29535"/>
                    </a:lnTo>
                    <a:cubicBezTo>
                      <a:pt x="94637" y="29535"/>
                      <a:pt x="90935" y="32361"/>
                      <a:pt x="90296" y="32563"/>
                    </a:cubicBezTo>
                    <a:cubicBezTo>
                      <a:pt x="89656" y="32765"/>
                      <a:pt x="85516" y="36903"/>
                      <a:pt x="85516" y="36903"/>
                    </a:cubicBezTo>
                    <a:lnTo>
                      <a:pt x="84440" y="41040"/>
                    </a:lnTo>
                    <a:lnTo>
                      <a:pt x="83127" y="45178"/>
                    </a:lnTo>
                    <a:lnTo>
                      <a:pt x="80737" y="49753"/>
                    </a:lnTo>
                    <a:lnTo>
                      <a:pt x="78988" y="53453"/>
                    </a:lnTo>
                    <a:lnTo>
                      <a:pt x="76160" y="56716"/>
                    </a:lnTo>
                    <a:lnTo>
                      <a:pt x="74209" y="60686"/>
                    </a:lnTo>
                    <a:lnTo>
                      <a:pt x="73064" y="63882"/>
                    </a:lnTo>
                    <a:lnTo>
                      <a:pt x="71617" y="66943"/>
                    </a:lnTo>
                    <a:lnTo>
                      <a:pt x="69530" y="69769"/>
                    </a:lnTo>
                    <a:lnTo>
                      <a:pt x="66905" y="73099"/>
                    </a:lnTo>
                    <a:lnTo>
                      <a:pt x="62564" y="76934"/>
                    </a:lnTo>
                    <a:lnTo>
                      <a:pt x="60444" y="81576"/>
                    </a:lnTo>
                    <a:lnTo>
                      <a:pt x="57482" y="84469"/>
                    </a:lnTo>
                    <a:lnTo>
                      <a:pt x="56371" y="86857"/>
                    </a:lnTo>
                    <a:lnTo>
                      <a:pt x="55530" y="92812"/>
                    </a:lnTo>
                    <a:lnTo>
                      <a:pt x="55530" y="94763"/>
                    </a:lnTo>
                    <a:lnTo>
                      <a:pt x="53780" y="98463"/>
                    </a:lnTo>
                    <a:lnTo>
                      <a:pt x="51525" y="101558"/>
                    </a:lnTo>
                    <a:lnTo>
                      <a:pt x="50852" y="106267"/>
                    </a:lnTo>
                    <a:cubicBezTo>
                      <a:pt x="50852" y="106267"/>
                      <a:pt x="47319" y="112121"/>
                      <a:pt x="47016" y="112558"/>
                    </a:cubicBezTo>
                    <a:cubicBezTo>
                      <a:pt x="46713" y="112995"/>
                      <a:pt x="45905" y="116259"/>
                      <a:pt x="45905" y="116259"/>
                    </a:cubicBezTo>
                    <a:lnTo>
                      <a:pt x="44761" y="119589"/>
                    </a:lnTo>
                    <a:cubicBezTo>
                      <a:pt x="44761" y="119589"/>
                      <a:pt x="40352" y="125745"/>
                      <a:pt x="40419" y="125980"/>
                    </a:cubicBezTo>
                    <a:cubicBezTo>
                      <a:pt x="40487" y="126182"/>
                      <a:pt x="37525" y="132271"/>
                      <a:pt x="37525" y="132271"/>
                    </a:cubicBezTo>
                    <a:lnTo>
                      <a:pt x="36886" y="137283"/>
                    </a:lnTo>
                    <a:lnTo>
                      <a:pt x="34126" y="143574"/>
                    </a:lnTo>
                    <a:lnTo>
                      <a:pt x="31938" y="150470"/>
                    </a:lnTo>
                    <a:lnTo>
                      <a:pt x="31064" y="153430"/>
                    </a:lnTo>
                    <a:lnTo>
                      <a:pt x="27227" y="161470"/>
                    </a:lnTo>
                    <a:lnTo>
                      <a:pt x="20630" y="170385"/>
                    </a:lnTo>
                    <a:lnTo>
                      <a:pt x="17669" y="176978"/>
                    </a:lnTo>
                    <a:lnTo>
                      <a:pt x="13462" y="183639"/>
                    </a:lnTo>
                    <a:lnTo>
                      <a:pt x="9895" y="186902"/>
                    </a:lnTo>
                    <a:lnTo>
                      <a:pt x="7640" y="188786"/>
                    </a:lnTo>
                    <a:lnTo>
                      <a:pt x="4544" y="193865"/>
                    </a:lnTo>
                    <a:lnTo>
                      <a:pt x="3870" y="196893"/>
                    </a:lnTo>
                    <a:lnTo>
                      <a:pt x="3063" y="204361"/>
                    </a:lnTo>
                    <a:lnTo>
                      <a:pt x="3500" y="212031"/>
                    </a:lnTo>
                    <a:lnTo>
                      <a:pt x="3365" y="218422"/>
                    </a:lnTo>
                    <a:lnTo>
                      <a:pt x="5014" y="222627"/>
                    </a:lnTo>
                    <a:lnTo>
                      <a:pt x="5452" y="226597"/>
                    </a:lnTo>
                    <a:lnTo>
                      <a:pt x="4510" y="230364"/>
                    </a:lnTo>
                    <a:lnTo>
                      <a:pt x="4375" y="233392"/>
                    </a:lnTo>
                    <a:lnTo>
                      <a:pt x="3736" y="237798"/>
                    </a:lnTo>
                    <a:lnTo>
                      <a:pt x="3870" y="243013"/>
                    </a:lnTo>
                    <a:lnTo>
                      <a:pt x="2625" y="249169"/>
                    </a:lnTo>
                    <a:lnTo>
                      <a:pt x="1885" y="252802"/>
                    </a:lnTo>
                    <a:lnTo>
                      <a:pt x="572" y="257747"/>
                    </a:lnTo>
                    <a:lnTo>
                      <a:pt x="0" y="263903"/>
                    </a:lnTo>
                    <a:lnTo>
                      <a:pt x="438" y="268478"/>
                    </a:lnTo>
                    <a:lnTo>
                      <a:pt x="7606" y="277830"/>
                    </a:lnTo>
                    <a:lnTo>
                      <a:pt x="13899" y="285062"/>
                    </a:lnTo>
                    <a:lnTo>
                      <a:pt x="16861" y="289133"/>
                    </a:lnTo>
                    <a:lnTo>
                      <a:pt x="18174" y="293035"/>
                    </a:lnTo>
                    <a:lnTo>
                      <a:pt x="23087" y="299830"/>
                    </a:lnTo>
                    <a:lnTo>
                      <a:pt x="24534" y="308004"/>
                    </a:lnTo>
                    <a:lnTo>
                      <a:pt x="27496" y="313656"/>
                    </a:lnTo>
                    <a:lnTo>
                      <a:pt x="30121" y="317424"/>
                    </a:lnTo>
                    <a:lnTo>
                      <a:pt x="37727" y="324387"/>
                    </a:lnTo>
                    <a:lnTo>
                      <a:pt x="43953" y="330106"/>
                    </a:lnTo>
                    <a:lnTo>
                      <a:pt x="47857" y="332864"/>
                    </a:lnTo>
                    <a:lnTo>
                      <a:pt x="52771" y="338583"/>
                    </a:lnTo>
                    <a:lnTo>
                      <a:pt x="58997" y="340837"/>
                    </a:lnTo>
                    <a:lnTo>
                      <a:pt x="65458" y="345984"/>
                    </a:lnTo>
                    <a:cubicBezTo>
                      <a:pt x="65458" y="345984"/>
                      <a:pt x="67915" y="349247"/>
                      <a:pt x="68117" y="349449"/>
                    </a:cubicBezTo>
                    <a:cubicBezTo>
                      <a:pt x="68285" y="349650"/>
                      <a:pt x="71785" y="356681"/>
                      <a:pt x="71785" y="356681"/>
                    </a:cubicBezTo>
                    <a:lnTo>
                      <a:pt x="74478" y="361895"/>
                    </a:lnTo>
                    <a:lnTo>
                      <a:pt x="78550" y="367177"/>
                    </a:lnTo>
                    <a:lnTo>
                      <a:pt x="80435" y="371011"/>
                    </a:lnTo>
                    <a:lnTo>
                      <a:pt x="81242" y="373703"/>
                    </a:lnTo>
                    <a:lnTo>
                      <a:pt x="81713" y="376966"/>
                    </a:lnTo>
                    <a:lnTo>
                      <a:pt x="81545" y="379590"/>
                    </a:lnTo>
                    <a:lnTo>
                      <a:pt x="81545" y="381608"/>
                    </a:lnTo>
                    <a:lnTo>
                      <a:pt x="81545" y="383492"/>
                    </a:lnTo>
                    <a:lnTo>
                      <a:pt x="81545" y="386822"/>
                    </a:lnTo>
                    <a:lnTo>
                      <a:pt x="82286" y="387999"/>
                    </a:lnTo>
                    <a:lnTo>
                      <a:pt x="82353" y="388807"/>
                    </a:lnTo>
                    <a:lnTo>
                      <a:pt x="82420" y="390623"/>
                    </a:lnTo>
                    <a:lnTo>
                      <a:pt x="83800" y="392373"/>
                    </a:lnTo>
                    <a:cubicBezTo>
                      <a:pt x="83800" y="392373"/>
                      <a:pt x="84238" y="392810"/>
                      <a:pt x="84473" y="392877"/>
                    </a:cubicBezTo>
                    <a:cubicBezTo>
                      <a:pt x="84675" y="392944"/>
                      <a:pt x="86156" y="393550"/>
                      <a:pt x="86358" y="393550"/>
                    </a:cubicBezTo>
                    <a:cubicBezTo>
                      <a:pt x="86560" y="393550"/>
                      <a:pt x="90430" y="394660"/>
                      <a:pt x="90430" y="394660"/>
                    </a:cubicBezTo>
                    <a:lnTo>
                      <a:pt x="92887" y="394660"/>
                    </a:lnTo>
                    <a:cubicBezTo>
                      <a:pt x="92887" y="394660"/>
                      <a:pt x="93325" y="394660"/>
                      <a:pt x="94637" y="394660"/>
                    </a:cubicBezTo>
                    <a:cubicBezTo>
                      <a:pt x="95949" y="394660"/>
                      <a:pt x="98103" y="394660"/>
                      <a:pt x="98103" y="394660"/>
                    </a:cubicBezTo>
                    <a:lnTo>
                      <a:pt x="99483" y="394357"/>
                    </a:lnTo>
                    <a:lnTo>
                      <a:pt x="99786" y="393281"/>
                    </a:lnTo>
                    <a:lnTo>
                      <a:pt x="100291" y="392137"/>
                    </a:lnTo>
                    <a:lnTo>
                      <a:pt x="100863" y="390119"/>
                    </a:lnTo>
                    <a:lnTo>
                      <a:pt x="100930" y="387865"/>
                    </a:lnTo>
                    <a:lnTo>
                      <a:pt x="101200" y="382146"/>
                    </a:lnTo>
                    <a:lnTo>
                      <a:pt x="100728" y="376697"/>
                    </a:lnTo>
                    <a:lnTo>
                      <a:pt x="100728" y="371213"/>
                    </a:lnTo>
                    <a:lnTo>
                      <a:pt x="100728" y="367950"/>
                    </a:lnTo>
                    <a:lnTo>
                      <a:pt x="100728" y="327751"/>
                    </a:lnTo>
                    <a:lnTo>
                      <a:pt x="102546" y="325060"/>
                    </a:lnTo>
                    <a:lnTo>
                      <a:pt x="103791" y="320855"/>
                    </a:lnTo>
                    <a:lnTo>
                      <a:pt x="107628" y="313454"/>
                    </a:lnTo>
                    <a:lnTo>
                      <a:pt x="112339" y="305549"/>
                    </a:lnTo>
                    <a:lnTo>
                      <a:pt x="114796" y="300032"/>
                    </a:lnTo>
                    <a:lnTo>
                      <a:pt x="118565" y="293304"/>
                    </a:lnTo>
                    <a:lnTo>
                      <a:pt x="124084" y="285062"/>
                    </a:lnTo>
                    <a:cubicBezTo>
                      <a:pt x="124084" y="285062"/>
                      <a:pt x="127046" y="279781"/>
                      <a:pt x="127181" y="279545"/>
                    </a:cubicBezTo>
                    <a:cubicBezTo>
                      <a:pt x="127316" y="279343"/>
                      <a:pt x="129066" y="276652"/>
                      <a:pt x="129066" y="276652"/>
                    </a:cubicBezTo>
                    <a:lnTo>
                      <a:pt x="132599" y="270294"/>
                    </a:lnTo>
                    <a:lnTo>
                      <a:pt x="134618" y="264004"/>
                    </a:lnTo>
                    <a:lnTo>
                      <a:pt x="137075" y="258588"/>
                    </a:lnTo>
                    <a:lnTo>
                      <a:pt x="139970" y="253071"/>
                    </a:lnTo>
                    <a:cubicBezTo>
                      <a:pt x="139970" y="253071"/>
                      <a:pt x="144277" y="246108"/>
                      <a:pt x="144513" y="245838"/>
                    </a:cubicBezTo>
                    <a:cubicBezTo>
                      <a:pt x="144715" y="245536"/>
                      <a:pt x="145927" y="241869"/>
                      <a:pt x="145927" y="240557"/>
                    </a:cubicBezTo>
                    <a:cubicBezTo>
                      <a:pt x="145927" y="239245"/>
                      <a:pt x="145927" y="232147"/>
                      <a:pt x="145927" y="232147"/>
                    </a:cubicBezTo>
                    <a:lnTo>
                      <a:pt x="148451" y="213376"/>
                    </a:lnTo>
                    <a:lnTo>
                      <a:pt x="148013" y="200559"/>
                    </a:lnTo>
                    <a:lnTo>
                      <a:pt x="149157" y="193159"/>
                    </a:lnTo>
                    <a:lnTo>
                      <a:pt x="151109" y="165709"/>
                    </a:lnTo>
                    <a:lnTo>
                      <a:pt x="152859" y="155213"/>
                    </a:lnTo>
                    <a:lnTo>
                      <a:pt x="154542" y="138831"/>
                    </a:lnTo>
                    <a:lnTo>
                      <a:pt x="156292" y="131867"/>
                    </a:lnTo>
                    <a:lnTo>
                      <a:pt x="159489" y="124063"/>
                    </a:lnTo>
                    <a:lnTo>
                      <a:pt x="162754" y="112995"/>
                    </a:lnTo>
                    <a:lnTo>
                      <a:pt x="165446" y="108286"/>
                    </a:lnTo>
                    <a:lnTo>
                      <a:pt x="166893" y="105023"/>
                    </a:lnTo>
                    <a:lnTo>
                      <a:pt x="170090" y="99304"/>
                    </a:lnTo>
                    <a:lnTo>
                      <a:pt x="171672" y="96108"/>
                    </a:lnTo>
                    <a:lnTo>
                      <a:pt x="172749" y="92542"/>
                    </a:lnTo>
                    <a:lnTo>
                      <a:pt x="174331" y="88405"/>
                    </a:lnTo>
                    <a:lnTo>
                      <a:pt x="174028" y="81879"/>
                    </a:lnTo>
                    <a:lnTo>
                      <a:pt x="173893" y="78548"/>
                    </a:lnTo>
                    <a:lnTo>
                      <a:pt x="173254" y="69197"/>
                    </a:lnTo>
                    <a:lnTo>
                      <a:pt x="171571" y="64420"/>
                    </a:lnTo>
                    <a:lnTo>
                      <a:pt x="170427" y="59004"/>
                    </a:lnTo>
                    <a:lnTo>
                      <a:pt x="169485" y="54799"/>
                    </a:lnTo>
                    <a:lnTo>
                      <a:pt x="169922" y="49719"/>
                    </a:lnTo>
                    <a:lnTo>
                      <a:pt x="170293" y="46759"/>
                    </a:lnTo>
                    <a:cubicBezTo>
                      <a:pt x="170293" y="46759"/>
                      <a:pt x="171874" y="42722"/>
                      <a:pt x="172110" y="42420"/>
                    </a:cubicBezTo>
                    <a:cubicBezTo>
                      <a:pt x="172345" y="42117"/>
                      <a:pt x="175509" y="37273"/>
                      <a:pt x="175509" y="37273"/>
                    </a:cubicBezTo>
                    <a:lnTo>
                      <a:pt x="178336" y="32294"/>
                    </a:lnTo>
                    <a:lnTo>
                      <a:pt x="179514" y="28022"/>
                    </a:lnTo>
                    <a:lnTo>
                      <a:pt x="178942" y="21731"/>
                    </a:lnTo>
                    <a:lnTo>
                      <a:pt x="176620" y="18266"/>
                    </a:lnTo>
                    <a:cubicBezTo>
                      <a:pt x="176620" y="18266"/>
                      <a:pt x="173523" y="15306"/>
                      <a:pt x="173220" y="15306"/>
                    </a:cubicBezTo>
                    <a:cubicBezTo>
                      <a:pt x="172917" y="15306"/>
                      <a:pt x="168744" y="14431"/>
                      <a:pt x="168744" y="14431"/>
                    </a:cubicBezTo>
                    <a:lnTo>
                      <a:pt x="166287" y="12682"/>
                    </a:lnTo>
                    <a:cubicBezTo>
                      <a:pt x="166287" y="12682"/>
                      <a:pt x="161946" y="11942"/>
                      <a:pt x="160634" y="12615"/>
                    </a:cubicBezTo>
                    <a:cubicBezTo>
                      <a:pt x="159321" y="13254"/>
                      <a:pt x="156427" y="14061"/>
                      <a:pt x="156427" y="14061"/>
                    </a:cubicBezTo>
                    <a:lnTo>
                      <a:pt x="154239" y="14768"/>
                    </a:lnTo>
                    <a:lnTo>
                      <a:pt x="151648" y="13624"/>
                    </a:lnTo>
                    <a:lnTo>
                      <a:pt x="150335" y="11942"/>
                    </a:lnTo>
                    <a:lnTo>
                      <a:pt x="146128" y="8746"/>
                    </a:lnTo>
                    <a:cubicBezTo>
                      <a:pt x="146128" y="8746"/>
                      <a:pt x="144311" y="7064"/>
                      <a:pt x="144177" y="6728"/>
                    </a:cubicBezTo>
                    <a:cubicBezTo>
                      <a:pt x="144042" y="6358"/>
                      <a:pt x="142359" y="3902"/>
                      <a:pt x="142359" y="3902"/>
                    </a:cubicBezTo>
                    <a:lnTo>
                      <a:pt x="140037" y="1312"/>
                    </a:lnTo>
                    <a:lnTo>
                      <a:pt x="138455" y="673"/>
                    </a:lnTo>
                    <a:lnTo>
                      <a:pt x="136335" y="0"/>
                    </a:lnTo>
                    <a:close/>
                  </a:path>
                </a:pathLst>
              </a:custGeom>
              <a:grpFill/>
              <a:ln w="6350" cap="flat">
                <a:solidFill>
                  <a:schemeClr val="bg1"/>
                </a:solidFill>
                <a:prstDash val="solid"/>
                <a:miter/>
              </a:ln>
            </p:spPr>
            <p:txBody>
              <a:bodyPr rtlCol="0" anchor="ctr"/>
              <a:lstStyle/>
              <a:p>
                <a:endParaRPr lang="en-US"/>
              </a:p>
            </p:txBody>
          </p:sp>
          <p:sp>
            <p:nvSpPr>
              <p:cNvPr id="199" name="Freeform 916">
                <a:extLst>
                  <a:ext uri="{FF2B5EF4-FFF2-40B4-BE49-F238E27FC236}">
                    <a16:creationId xmlns:a16="http://schemas.microsoft.com/office/drawing/2014/main" id="{09026C6B-88A4-B844-C592-4EA80F2DABE2}"/>
                  </a:ext>
                </a:extLst>
              </p:cNvPr>
              <p:cNvSpPr/>
              <p:nvPr/>
            </p:nvSpPr>
            <p:spPr>
              <a:xfrm>
                <a:off x="6399073" y="3562874"/>
                <a:ext cx="5216" cy="9015"/>
              </a:xfrm>
              <a:custGeom>
                <a:avLst/>
                <a:gdLst>
                  <a:gd name="connsiteX0" fmla="*/ 1414 w 5216"/>
                  <a:gd name="connsiteY0" fmla="*/ 9016 h 9015"/>
                  <a:gd name="connsiteX1" fmla="*/ 5216 w 5216"/>
                  <a:gd name="connsiteY1" fmla="*/ 7165 h 9015"/>
                  <a:gd name="connsiteX2" fmla="*/ 5216 w 5216"/>
                  <a:gd name="connsiteY2" fmla="*/ 4541 h 9015"/>
                  <a:gd name="connsiteX3" fmla="*/ 5216 w 5216"/>
                  <a:gd name="connsiteY3" fmla="*/ 1076 h 9015"/>
                  <a:gd name="connsiteX4" fmla="*/ 1414 w 5216"/>
                  <a:gd name="connsiteY4" fmla="*/ 0 h 9015"/>
                  <a:gd name="connsiteX5" fmla="*/ 0 w 5216"/>
                  <a:gd name="connsiteY5" fmla="*/ 2927 h 9015"/>
                  <a:gd name="connsiteX6" fmla="*/ 0 w 5216"/>
                  <a:gd name="connsiteY6" fmla="*/ 4541 h 9015"/>
                  <a:gd name="connsiteX7" fmla="*/ 0 w 5216"/>
                  <a:gd name="connsiteY7" fmla="*/ 6291 h 9015"/>
                  <a:gd name="connsiteX8" fmla="*/ 0 w 5216"/>
                  <a:gd name="connsiteY8" fmla="*/ 8006 h 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6" h="9015">
                    <a:moveTo>
                      <a:pt x="1414" y="9016"/>
                    </a:moveTo>
                    <a:lnTo>
                      <a:pt x="5216" y="7165"/>
                    </a:lnTo>
                    <a:lnTo>
                      <a:pt x="5216" y="4541"/>
                    </a:lnTo>
                    <a:lnTo>
                      <a:pt x="5216" y="1076"/>
                    </a:lnTo>
                    <a:lnTo>
                      <a:pt x="1414" y="0"/>
                    </a:lnTo>
                    <a:lnTo>
                      <a:pt x="0" y="2927"/>
                    </a:lnTo>
                    <a:lnTo>
                      <a:pt x="0" y="4541"/>
                    </a:lnTo>
                    <a:lnTo>
                      <a:pt x="0" y="6291"/>
                    </a:lnTo>
                    <a:lnTo>
                      <a:pt x="0" y="8006"/>
                    </a:lnTo>
                    <a:close/>
                  </a:path>
                </a:pathLst>
              </a:custGeom>
              <a:grpFill/>
              <a:ln w="6350" cap="flat">
                <a:solidFill>
                  <a:schemeClr val="bg1"/>
                </a:solidFill>
                <a:prstDash val="solid"/>
                <a:miter/>
              </a:ln>
            </p:spPr>
            <p:txBody>
              <a:bodyPr rtlCol="0" anchor="ctr"/>
              <a:lstStyle/>
              <a:p>
                <a:endParaRPr lang="en-US"/>
              </a:p>
            </p:txBody>
          </p:sp>
          <p:sp>
            <p:nvSpPr>
              <p:cNvPr id="200" name="Freeform 917">
                <a:extLst>
                  <a:ext uri="{FF2B5EF4-FFF2-40B4-BE49-F238E27FC236}">
                    <a16:creationId xmlns:a16="http://schemas.microsoft.com/office/drawing/2014/main" id="{BD43F526-C94F-BBF5-75E7-C40D708EC11F}"/>
                  </a:ext>
                </a:extLst>
              </p:cNvPr>
              <p:cNvSpPr/>
              <p:nvPr/>
            </p:nvSpPr>
            <p:spPr>
              <a:xfrm>
                <a:off x="6390357" y="3588238"/>
                <a:ext cx="3499" cy="4372"/>
              </a:xfrm>
              <a:custGeom>
                <a:avLst/>
                <a:gdLst>
                  <a:gd name="connsiteX0" fmla="*/ 1312 w 3499"/>
                  <a:gd name="connsiteY0" fmla="*/ 0 h 4372"/>
                  <a:gd name="connsiteX1" fmla="*/ 0 w 3499"/>
                  <a:gd name="connsiteY1" fmla="*/ 807 h 4372"/>
                  <a:gd name="connsiteX2" fmla="*/ 0 w 3499"/>
                  <a:gd name="connsiteY2" fmla="*/ 4373 h 4372"/>
                  <a:gd name="connsiteX3" fmla="*/ 2625 w 3499"/>
                  <a:gd name="connsiteY3" fmla="*/ 4373 h 4372"/>
                  <a:gd name="connsiteX4" fmla="*/ 3500 w 3499"/>
                  <a:gd name="connsiteY4" fmla="*/ 2186 h 4372"/>
                  <a:gd name="connsiteX5" fmla="*/ 3500 w 3499"/>
                  <a:gd name="connsiteY5" fmla="*/ 34 h 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 h="4372">
                    <a:moveTo>
                      <a:pt x="1312" y="0"/>
                    </a:moveTo>
                    <a:lnTo>
                      <a:pt x="0" y="807"/>
                    </a:lnTo>
                    <a:lnTo>
                      <a:pt x="0" y="4373"/>
                    </a:lnTo>
                    <a:lnTo>
                      <a:pt x="2625" y="4373"/>
                    </a:lnTo>
                    <a:lnTo>
                      <a:pt x="3500" y="2186"/>
                    </a:lnTo>
                    <a:lnTo>
                      <a:pt x="3500" y="34"/>
                    </a:lnTo>
                    <a:close/>
                  </a:path>
                </a:pathLst>
              </a:custGeom>
              <a:grpFill/>
              <a:ln w="6350" cap="flat">
                <a:solidFill>
                  <a:schemeClr val="bg1"/>
                </a:solidFill>
                <a:prstDash val="solid"/>
                <a:miter/>
              </a:ln>
            </p:spPr>
            <p:txBody>
              <a:bodyPr rtlCol="0" anchor="ctr"/>
              <a:lstStyle/>
              <a:p>
                <a:endParaRPr lang="en-US"/>
              </a:p>
            </p:txBody>
          </p:sp>
          <p:sp>
            <p:nvSpPr>
              <p:cNvPr id="201" name="Freeform 918">
                <a:extLst>
                  <a:ext uri="{FF2B5EF4-FFF2-40B4-BE49-F238E27FC236}">
                    <a16:creationId xmlns:a16="http://schemas.microsoft.com/office/drawing/2014/main" id="{6C885457-091F-A622-E8D7-406E7E8AC8C3}"/>
                  </a:ext>
                </a:extLst>
              </p:cNvPr>
              <p:cNvSpPr/>
              <p:nvPr/>
            </p:nvSpPr>
            <p:spPr>
              <a:xfrm>
                <a:off x="6410213" y="3629178"/>
                <a:ext cx="9692" cy="12480"/>
              </a:xfrm>
              <a:custGeom>
                <a:avLst/>
                <a:gdLst>
                  <a:gd name="connsiteX0" fmla="*/ 371 w 9692"/>
                  <a:gd name="connsiteY0" fmla="*/ 2624 h 12480"/>
                  <a:gd name="connsiteX1" fmla="*/ 0 w 9692"/>
                  <a:gd name="connsiteY1" fmla="*/ 4777 h 12480"/>
                  <a:gd name="connsiteX2" fmla="*/ 606 w 9692"/>
                  <a:gd name="connsiteY2" fmla="*/ 6997 h 12480"/>
                  <a:gd name="connsiteX3" fmla="*/ 1178 w 9692"/>
                  <a:gd name="connsiteY3" fmla="*/ 8545 h 12480"/>
                  <a:gd name="connsiteX4" fmla="*/ 2490 w 9692"/>
                  <a:gd name="connsiteY4" fmla="*/ 9655 h 12480"/>
                  <a:gd name="connsiteX5" fmla="*/ 5318 w 9692"/>
                  <a:gd name="connsiteY5" fmla="*/ 10967 h 12480"/>
                  <a:gd name="connsiteX6" fmla="*/ 7606 w 9692"/>
                  <a:gd name="connsiteY6" fmla="*/ 12481 h 12480"/>
                  <a:gd name="connsiteX7" fmla="*/ 7943 w 9692"/>
                  <a:gd name="connsiteY7" fmla="*/ 11303 h 12480"/>
                  <a:gd name="connsiteX8" fmla="*/ 7943 w 9692"/>
                  <a:gd name="connsiteY8" fmla="*/ 9554 h 12480"/>
                  <a:gd name="connsiteX9" fmla="*/ 9693 w 9692"/>
                  <a:gd name="connsiteY9" fmla="*/ 5652 h 12480"/>
                  <a:gd name="connsiteX10" fmla="*/ 9693 w 9692"/>
                  <a:gd name="connsiteY10" fmla="*/ 2624 h 12480"/>
                  <a:gd name="connsiteX11" fmla="*/ 9154 w 9692"/>
                  <a:gd name="connsiteY11" fmla="*/ 1144 h 12480"/>
                  <a:gd name="connsiteX12" fmla="*/ 6967 w 9692"/>
                  <a:gd name="connsiteY12" fmla="*/ 0 h 12480"/>
                  <a:gd name="connsiteX13" fmla="*/ 3601 w 9692"/>
                  <a:gd name="connsiteY13" fmla="*/ 0 h 12480"/>
                  <a:gd name="connsiteX14" fmla="*/ 2726 w 9692"/>
                  <a:gd name="connsiteY14" fmla="*/ 1077 h 12480"/>
                  <a:gd name="connsiteX15" fmla="*/ 976 w 9692"/>
                  <a:gd name="connsiteY15" fmla="*/ 1850 h 12480"/>
                  <a:gd name="connsiteX16" fmla="*/ 371 w 9692"/>
                  <a:gd name="connsiteY16" fmla="*/ 262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2" h="12480">
                    <a:moveTo>
                      <a:pt x="371" y="2624"/>
                    </a:moveTo>
                    <a:lnTo>
                      <a:pt x="0" y="4777"/>
                    </a:lnTo>
                    <a:lnTo>
                      <a:pt x="606" y="6997"/>
                    </a:lnTo>
                    <a:lnTo>
                      <a:pt x="1178" y="8545"/>
                    </a:lnTo>
                    <a:lnTo>
                      <a:pt x="2490" y="9655"/>
                    </a:lnTo>
                    <a:lnTo>
                      <a:pt x="5318" y="10967"/>
                    </a:lnTo>
                    <a:lnTo>
                      <a:pt x="7606" y="12481"/>
                    </a:lnTo>
                    <a:cubicBezTo>
                      <a:pt x="7606" y="12481"/>
                      <a:pt x="7943" y="11740"/>
                      <a:pt x="7943" y="11303"/>
                    </a:cubicBezTo>
                    <a:cubicBezTo>
                      <a:pt x="7943" y="10866"/>
                      <a:pt x="7943" y="9554"/>
                      <a:pt x="7943" y="9554"/>
                    </a:cubicBezTo>
                    <a:lnTo>
                      <a:pt x="9693" y="5652"/>
                    </a:lnTo>
                    <a:lnTo>
                      <a:pt x="9693" y="2624"/>
                    </a:lnTo>
                    <a:lnTo>
                      <a:pt x="9154" y="1144"/>
                    </a:lnTo>
                    <a:lnTo>
                      <a:pt x="6967" y="0"/>
                    </a:lnTo>
                    <a:lnTo>
                      <a:pt x="3601" y="0"/>
                    </a:lnTo>
                    <a:lnTo>
                      <a:pt x="2726" y="1077"/>
                    </a:lnTo>
                    <a:lnTo>
                      <a:pt x="976" y="1850"/>
                    </a:lnTo>
                    <a:lnTo>
                      <a:pt x="371" y="2624"/>
                    </a:lnTo>
                    <a:close/>
                  </a:path>
                </a:pathLst>
              </a:custGeom>
              <a:grpFill/>
              <a:ln w="6350" cap="flat">
                <a:solidFill>
                  <a:schemeClr val="bg1"/>
                </a:solidFill>
                <a:prstDash val="solid"/>
                <a:miter/>
              </a:ln>
            </p:spPr>
            <p:txBody>
              <a:bodyPr rtlCol="0" anchor="ctr"/>
              <a:lstStyle/>
              <a:p>
                <a:endParaRPr lang="en-US"/>
              </a:p>
            </p:txBody>
          </p:sp>
          <p:sp>
            <p:nvSpPr>
              <p:cNvPr id="202" name="Freeform 919">
                <a:extLst>
                  <a:ext uri="{FF2B5EF4-FFF2-40B4-BE49-F238E27FC236}">
                    <a16:creationId xmlns:a16="http://schemas.microsoft.com/office/drawing/2014/main" id="{6AF3F521-E455-CCF1-BA84-C42F029BC33C}"/>
                  </a:ext>
                </a:extLst>
              </p:cNvPr>
              <p:cNvSpPr/>
              <p:nvPr/>
            </p:nvSpPr>
            <p:spPr>
              <a:xfrm>
                <a:off x="6343913" y="3678359"/>
                <a:ext cx="3197" cy="3128"/>
              </a:xfrm>
              <a:custGeom>
                <a:avLst/>
                <a:gdLst>
                  <a:gd name="connsiteX0" fmla="*/ 0 w 3197"/>
                  <a:gd name="connsiteY0" fmla="*/ 1985 h 3128"/>
                  <a:gd name="connsiteX1" fmla="*/ 942 w 3197"/>
                  <a:gd name="connsiteY1" fmla="*/ 3129 h 3128"/>
                  <a:gd name="connsiteX2" fmla="*/ 2322 w 3197"/>
                  <a:gd name="connsiteY2" fmla="*/ 2557 h 3128"/>
                  <a:gd name="connsiteX3" fmla="*/ 3197 w 3197"/>
                  <a:gd name="connsiteY3" fmla="*/ 505 h 3128"/>
                  <a:gd name="connsiteX4" fmla="*/ 1615 w 3197"/>
                  <a:gd name="connsiteY4" fmla="*/ 0 h 3128"/>
                  <a:gd name="connsiteX5" fmla="*/ 808 w 3197"/>
                  <a:gd name="connsiteY5" fmla="*/ 1110 h 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 h="3128">
                    <a:moveTo>
                      <a:pt x="0" y="1985"/>
                    </a:moveTo>
                    <a:lnTo>
                      <a:pt x="942" y="3129"/>
                    </a:lnTo>
                    <a:lnTo>
                      <a:pt x="2322" y="2557"/>
                    </a:lnTo>
                    <a:lnTo>
                      <a:pt x="3197" y="505"/>
                    </a:lnTo>
                    <a:lnTo>
                      <a:pt x="1615" y="0"/>
                    </a:lnTo>
                    <a:lnTo>
                      <a:pt x="808" y="1110"/>
                    </a:lnTo>
                    <a:close/>
                  </a:path>
                </a:pathLst>
              </a:custGeom>
              <a:grpFill/>
              <a:ln w="6350" cap="flat">
                <a:solidFill>
                  <a:schemeClr val="bg1"/>
                </a:solidFill>
                <a:prstDash val="solid"/>
                <a:miter/>
              </a:ln>
            </p:spPr>
            <p:txBody>
              <a:bodyPr rtlCol="0" anchor="ctr"/>
              <a:lstStyle/>
              <a:p>
                <a:endParaRPr lang="en-US"/>
              </a:p>
            </p:txBody>
          </p:sp>
          <p:sp>
            <p:nvSpPr>
              <p:cNvPr id="203" name="Freeform 920">
                <a:extLst>
                  <a:ext uri="{FF2B5EF4-FFF2-40B4-BE49-F238E27FC236}">
                    <a16:creationId xmlns:a16="http://schemas.microsoft.com/office/drawing/2014/main" id="{BF7AB33D-E8D7-1147-3EDF-DA6273789EB3}"/>
                  </a:ext>
                </a:extLst>
              </p:cNvPr>
              <p:cNvSpPr/>
              <p:nvPr/>
            </p:nvSpPr>
            <p:spPr>
              <a:xfrm>
                <a:off x="6167900" y="3531690"/>
                <a:ext cx="3668" cy="4103"/>
              </a:xfrm>
              <a:custGeom>
                <a:avLst/>
                <a:gdLst>
                  <a:gd name="connsiteX0" fmla="*/ 0 w 3668"/>
                  <a:gd name="connsiteY0" fmla="*/ 1951 h 4103"/>
                  <a:gd name="connsiteX1" fmla="*/ 1716 w 3668"/>
                  <a:gd name="connsiteY1" fmla="*/ 4104 h 4103"/>
                  <a:gd name="connsiteX2" fmla="*/ 3669 w 3668"/>
                  <a:gd name="connsiteY2" fmla="*/ 1951 h 4103"/>
                  <a:gd name="connsiteX3" fmla="*/ 2928 w 3668"/>
                  <a:gd name="connsiteY3" fmla="*/ 0 h 4103"/>
                </a:gdLst>
                <a:ahLst/>
                <a:cxnLst>
                  <a:cxn ang="0">
                    <a:pos x="connsiteX0" y="connsiteY0"/>
                  </a:cxn>
                  <a:cxn ang="0">
                    <a:pos x="connsiteX1" y="connsiteY1"/>
                  </a:cxn>
                  <a:cxn ang="0">
                    <a:pos x="connsiteX2" y="connsiteY2"/>
                  </a:cxn>
                  <a:cxn ang="0">
                    <a:pos x="connsiteX3" y="connsiteY3"/>
                  </a:cxn>
                </a:cxnLst>
                <a:rect l="l" t="t" r="r" b="b"/>
                <a:pathLst>
                  <a:path w="3668" h="4103">
                    <a:moveTo>
                      <a:pt x="0" y="1951"/>
                    </a:moveTo>
                    <a:lnTo>
                      <a:pt x="1716" y="4104"/>
                    </a:lnTo>
                    <a:lnTo>
                      <a:pt x="3669" y="1951"/>
                    </a:lnTo>
                    <a:lnTo>
                      <a:pt x="2928" y="0"/>
                    </a:lnTo>
                    <a:close/>
                  </a:path>
                </a:pathLst>
              </a:custGeom>
              <a:grpFill/>
              <a:ln w="6350" cap="flat">
                <a:solidFill>
                  <a:schemeClr val="bg1"/>
                </a:solidFill>
                <a:prstDash val="solid"/>
                <a:miter/>
              </a:ln>
            </p:spPr>
            <p:txBody>
              <a:bodyPr rtlCol="0" anchor="ctr"/>
              <a:lstStyle/>
              <a:p>
                <a:endParaRPr lang="en-US"/>
              </a:p>
            </p:txBody>
          </p:sp>
          <p:sp>
            <p:nvSpPr>
              <p:cNvPr id="204" name="Freeform 921">
                <a:extLst>
                  <a:ext uri="{FF2B5EF4-FFF2-40B4-BE49-F238E27FC236}">
                    <a16:creationId xmlns:a16="http://schemas.microsoft.com/office/drawing/2014/main" id="{B63023ED-79CB-C1D7-6EBF-C52E725605EB}"/>
                  </a:ext>
                </a:extLst>
              </p:cNvPr>
              <p:cNvSpPr/>
              <p:nvPr/>
            </p:nvSpPr>
            <p:spPr>
              <a:xfrm>
                <a:off x="6176482" y="3509993"/>
                <a:ext cx="5553" cy="6155"/>
              </a:xfrm>
              <a:custGeom>
                <a:avLst/>
                <a:gdLst>
                  <a:gd name="connsiteX0" fmla="*/ 0 w 5553"/>
                  <a:gd name="connsiteY0" fmla="*/ 3768 h 6155"/>
                  <a:gd name="connsiteX1" fmla="*/ 1043 w 5553"/>
                  <a:gd name="connsiteY1" fmla="*/ 5281 h 6155"/>
                  <a:gd name="connsiteX2" fmla="*/ 2759 w 5553"/>
                  <a:gd name="connsiteY2" fmla="*/ 6156 h 6155"/>
                  <a:gd name="connsiteX3" fmla="*/ 4342 w 5553"/>
                  <a:gd name="connsiteY3" fmla="*/ 6156 h 6155"/>
                  <a:gd name="connsiteX4" fmla="*/ 5553 w 5553"/>
                  <a:gd name="connsiteY4" fmla="*/ 3431 h 6155"/>
                  <a:gd name="connsiteX5" fmla="*/ 4712 w 5553"/>
                  <a:gd name="connsiteY5" fmla="*/ 1009 h 6155"/>
                  <a:gd name="connsiteX6" fmla="*/ 2861 w 5553"/>
                  <a:gd name="connsiteY6" fmla="*/ 0 h 6155"/>
                  <a:gd name="connsiteX7" fmla="*/ 673 w 5553"/>
                  <a:gd name="connsiteY7" fmla="*/ 875 h 6155"/>
                  <a:gd name="connsiteX8" fmla="*/ 0 w 5553"/>
                  <a:gd name="connsiteY8" fmla="*/ 2657 h 6155"/>
                  <a:gd name="connsiteX9" fmla="*/ 0 w 5553"/>
                  <a:gd name="connsiteY9" fmla="*/ 3768 h 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3" h="6155">
                    <a:moveTo>
                      <a:pt x="0" y="3768"/>
                    </a:moveTo>
                    <a:lnTo>
                      <a:pt x="1043" y="5281"/>
                    </a:lnTo>
                    <a:lnTo>
                      <a:pt x="2759" y="6156"/>
                    </a:lnTo>
                    <a:lnTo>
                      <a:pt x="4342" y="6156"/>
                    </a:lnTo>
                    <a:cubicBezTo>
                      <a:pt x="4342" y="6156"/>
                      <a:pt x="5553" y="3599"/>
                      <a:pt x="5553" y="3431"/>
                    </a:cubicBezTo>
                    <a:cubicBezTo>
                      <a:pt x="5553" y="3297"/>
                      <a:pt x="4813" y="1043"/>
                      <a:pt x="4712" y="1009"/>
                    </a:cubicBezTo>
                    <a:cubicBezTo>
                      <a:pt x="4611" y="975"/>
                      <a:pt x="2861" y="0"/>
                      <a:pt x="2861" y="0"/>
                    </a:cubicBezTo>
                    <a:lnTo>
                      <a:pt x="673" y="875"/>
                    </a:lnTo>
                    <a:lnTo>
                      <a:pt x="0" y="2657"/>
                    </a:lnTo>
                    <a:lnTo>
                      <a:pt x="0" y="3768"/>
                    </a:lnTo>
                    <a:close/>
                  </a:path>
                </a:pathLst>
              </a:custGeom>
              <a:grpFill/>
              <a:ln w="6350" cap="flat">
                <a:solidFill>
                  <a:schemeClr val="bg1"/>
                </a:solidFill>
                <a:prstDash val="solid"/>
                <a:miter/>
              </a:ln>
            </p:spPr>
            <p:txBody>
              <a:bodyPr rtlCol="0" anchor="ctr"/>
              <a:lstStyle/>
              <a:p>
                <a:endParaRPr lang="en-US"/>
              </a:p>
            </p:txBody>
          </p:sp>
          <p:sp>
            <p:nvSpPr>
              <p:cNvPr id="205" name="Freeform 922">
                <a:extLst>
                  <a:ext uri="{FF2B5EF4-FFF2-40B4-BE49-F238E27FC236}">
                    <a16:creationId xmlns:a16="http://schemas.microsoft.com/office/drawing/2014/main" id="{69A01DAA-78D0-2C7C-EECF-673D90F799FC}"/>
                  </a:ext>
                </a:extLst>
              </p:cNvPr>
              <p:cNvSpPr/>
              <p:nvPr/>
            </p:nvSpPr>
            <p:spPr>
              <a:xfrm>
                <a:off x="6171345" y="3477343"/>
                <a:ext cx="21604" cy="21248"/>
              </a:xfrm>
              <a:custGeom>
                <a:avLst/>
                <a:gdLst>
                  <a:gd name="connsiteX0" fmla="*/ 10185 w 21604"/>
                  <a:gd name="connsiteY0" fmla="*/ 13812 h 21248"/>
                  <a:gd name="connsiteX1" fmla="*/ 8906 w 21604"/>
                  <a:gd name="connsiteY1" fmla="*/ 17108 h 21248"/>
                  <a:gd name="connsiteX2" fmla="*/ 9478 w 21604"/>
                  <a:gd name="connsiteY2" fmla="*/ 19967 h 21248"/>
                  <a:gd name="connsiteX3" fmla="*/ 15166 w 21604"/>
                  <a:gd name="connsiteY3" fmla="*/ 21010 h 21248"/>
                  <a:gd name="connsiteX4" fmla="*/ 19507 w 21604"/>
                  <a:gd name="connsiteY4" fmla="*/ 15695 h 21248"/>
                  <a:gd name="connsiteX5" fmla="*/ 19507 w 21604"/>
                  <a:gd name="connsiteY5" fmla="*/ 11625 h 21248"/>
                  <a:gd name="connsiteX6" fmla="*/ 19945 w 21604"/>
                  <a:gd name="connsiteY6" fmla="*/ 9438 h 21248"/>
                  <a:gd name="connsiteX7" fmla="*/ 21526 w 21604"/>
                  <a:gd name="connsiteY7" fmla="*/ 4729 h 21248"/>
                  <a:gd name="connsiteX8" fmla="*/ 21526 w 21604"/>
                  <a:gd name="connsiteY8" fmla="*/ 1836 h 21248"/>
                  <a:gd name="connsiteX9" fmla="*/ 17387 w 21604"/>
                  <a:gd name="connsiteY9" fmla="*/ 826 h 21248"/>
                  <a:gd name="connsiteX10" fmla="*/ 13819 w 21604"/>
                  <a:gd name="connsiteY10" fmla="*/ 86 h 21248"/>
                  <a:gd name="connsiteX11" fmla="*/ 7896 w 21604"/>
                  <a:gd name="connsiteY11" fmla="*/ 2609 h 21248"/>
                  <a:gd name="connsiteX12" fmla="*/ 6281 w 21604"/>
                  <a:gd name="connsiteY12" fmla="*/ 3686 h 21248"/>
                  <a:gd name="connsiteX13" fmla="*/ 5541 w 21604"/>
                  <a:gd name="connsiteY13" fmla="*/ 4830 h 21248"/>
                  <a:gd name="connsiteX14" fmla="*/ 1569 w 21604"/>
                  <a:gd name="connsiteY14" fmla="*/ 4830 h 21248"/>
                  <a:gd name="connsiteX15" fmla="*/ 761 w 21604"/>
                  <a:gd name="connsiteY15" fmla="*/ 5704 h 21248"/>
                  <a:gd name="connsiteX16" fmla="*/ 55 w 21604"/>
                  <a:gd name="connsiteY16" fmla="*/ 8025 h 21248"/>
                  <a:gd name="connsiteX17" fmla="*/ 324 w 21604"/>
                  <a:gd name="connsiteY17" fmla="*/ 11725 h 21248"/>
                  <a:gd name="connsiteX18" fmla="*/ 2344 w 21604"/>
                  <a:gd name="connsiteY18" fmla="*/ 12870 h 21248"/>
                  <a:gd name="connsiteX19" fmla="*/ 5810 w 21604"/>
                  <a:gd name="connsiteY19" fmla="*/ 11120 h 21248"/>
                  <a:gd name="connsiteX20" fmla="*/ 7863 w 21604"/>
                  <a:gd name="connsiteY20" fmla="*/ 9977 h 21248"/>
                  <a:gd name="connsiteX21" fmla="*/ 9445 w 21604"/>
                  <a:gd name="connsiteY21" fmla="*/ 10548 h 21248"/>
                  <a:gd name="connsiteX22" fmla="*/ 10320 w 21604"/>
                  <a:gd name="connsiteY22" fmla="*/ 11558 h 21248"/>
                  <a:gd name="connsiteX23" fmla="*/ 10320 w 21604"/>
                  <a:gd name="connsiteY23" fmla="*/ 13508 h 21248"/>
                  <a:gd name="connsiteX24" fmla="*/ 10185 w 21604"/>
                  <a:gd name="connsiteY24" fmla="*/ 13812 h 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04" h="21248">
                    <a:moveTo>
                      <a:pt x="10185" y="13812"/>
                    </a:moveTo>
                    <a:lnTo>
                      <a:pt x="8906" y="17108"/>
                    </a:lnTo>
                    <a:cubicBezTo>
                      <a:pt x="8906" y="17108"/>
                      <a:pt x="7829" y="18285"/>
                      <a:pt x="9478" y="19967"/>
                    </a:cubicBezTo>
                    <a:cubicBezTo>
                      <a:pt x="11127" y="21616"/>
                      <a:pt x="14863" y="21313"/>
                      <a:pt x="15166" y="21010"/>
                    </a:cubicBezTo>
                    <a:cubicBezTo>
                      <a:pt x="15435" y="20707"/>
                      <a:pt x="19507" y="15695"/>
                      <a:pt x="19507" y="15695"/>
                    </a:cubicBezTo>
                    <a:cubicBezTo>
                      <a:pt x="19507" y="15695"/>
                      <a:pt x="19205" y="12196"/>
                      <a:pt x="19507" y="11625"/>
                    </a:cubicBezTo>
                    <a:cubicBezTo>
                      <a:pt x="19776" y="11053"/>
                      <a:pt x="19945" y="9438"/>
                      <a:pt x="19945" y="9438"/>
                    </a:cubicBezTo>
                    <a:cubicBezTo>
                      <a:pt x="19945" y="9438"/>
                      <a:pt x="21459" y="5031"/>
                      <a:pt x="21526" y="4729"/>
                    </a:cubicBezTo>
                    <a:cubicBezTo>
                      <a:pt x="21594" y="4426"/>
                      <a:pt x="21661" y="1970"/>
                      <a:pt x="21526" y="1836"/>
                    </a:cubicBezTo>
                    <a:cubicBezTo>
                      <a:pt x="21392" y="1701"/>
                      <a:pt x="17690" y="826"/>
                      <a:pt x="17387" y="826"/>
                    </a:cubicBezTo>
                    <a:cubicBezTo>
                      <a:pt x="17084" y="826"/>
                      <a:pt x="14863" y="-317"/>
                      <a:pt x="13819" y="86"/>
                    </a:cubicBezTo>
                    <a:cubicBezTo>
                      <a:pt x="12810" y="524"/>
                      <a:pt x="8367" y="2273"/>
                      <a:pt x="7896" y="2609"/>
                    </a:cubicBezTo>
                    <a:cubicBezTo>
                      <a:pt x="7459" y="2979"/>
                      <a:pt x="6281" y="3686"/>
                      <a:pt x="6281" y="3686"/>
                    </a:cubicBezTo>
                    <a:cubicBezTo>
                      <a:pt x="6281" y="3686"/>
                      <a:pt x="6147" y="4561"/>
                      <a:pt x="5541" y="4830"/>
                    </a:cubicBezTo>
                    <a:cubicBezTo>
                      <a:pt x="4968" y="5132"/>
                      <a:pt x="1569" y="4830"/>
                      <a:pt x="1569" y="4830"/>
                    </a:cubicBezTo>
                    <a:cubicBezTo>
                      <a:pt x="1569" y="4830"/>
                      <a:pt x="1065" y="5402"/>
                      <a:pt x="761" y="5704"/>
                    </a:cubicBezTo>
                    <a:cubicBezTo>
                      <a:pt x="459" y="6007"/>
                      <a:pt x="55" y="8025"/>
                      <a:pt x="55" y="8025"/>
                    </a:cubicBezTo>
                    <a:cubicBezTo>
                      <a:pt x="55" y="8025"/>
                      <a:pt x="-181" y="11490"/>
                      <a:pt x="324" y="11725"/>
                    </a:cubicBezTo>
                    <a:cubicBezTo>
                      <a:pt x="829" y="11928"/>
                      <a:pt x="1637" y="13105"/>
                      <a:pt x="2344" y="12870"/>
                    </a:cubicBezTo>
                    <a:cubicBezTo>
                      <a:pt x="3050" y="12667"/>
                      <a:pt x="4968" y="11725"/>
                      <a:pt x="5810" y="11120"/>
                    </a:cubicBezTo>
                    <a:cubicBezTo>
                      <a:pt x="6685" y="10548"/>
                      <a:pt x="7425" y="9876"/>
                      <a:pt x="7863" y="9977"/>
                    </a:cubicBezTo>
                    <a:cubicBezTo>
                      <a:pt x="8267" y="10043"/>
                      <a:pt x="9445" y="10548"/>
                      <a:pt x="9445" y="10548"/>
                    </a:cubicBezTo>
                    <a:lnTo>
                      <a:pt x="10320" y="11558"/>
                    </a:lnTo>
                    <a:lnTo>
                      <a:pt x="10320" y="13508"/>
                    </a:lnTo>
                    <a:lnTo>
                      <a:pt x="10185" y="13812"/>
                    </a:lnTo>
                    <a:close/>
                  </a:path>
                </a:pathLst>
              </a:custGeom>
              <a:grpFill/>
              <a:ln w="6350" cap="flat">
                <a:solidFill>
                  <a:schemeClr val="bg1"/>
                </a:solidFill>
                <a:prstDash val="solid"/>
                <a:miter/>
              </a:ln>
            </p:spPr>
            <p:txBody>
              <a:bodyPr rtlCol="0" anchor="ctr"/>
              <a:lstStyle/>
              <a:p>
                <a:endParaRPr lang="en-US"/>
              </a:p>
            </p:txBody>
          </p:sp>
        </p:grpSp>
      </p:grpSp>
      <p:sp>
        <p:nvSpPr>
          <p:cNvPr id="252" name="椭圆 251">
            <a:extLst>
              <a:ext uri="{FF2B5EF4-FFF2-40B4-BE49-F238E27FC236}">
                <a16:creationId xmlns:a16="http://schemas.microsoft.com/office/drawing/2014/main" id="{CC7E80ED-1C0F-3928-22F3-DC5DC3C9BD31}"/>
              </a:ext>
            </a:extLst>
          </p:cNvPr>
          <p:cNvSpPr/>
          <p:nvPr/>
        </p:nvSpPr>
        <p:spPr>
          <a:xfrm rot="20635996">
            <a:off x="-9179" y="1959689"/>
            <a:ext cx="5267739" cy="2078384"/>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3" name="椭圆 252">
            <a:extLst>
              <a:ext uri="{FF2B5EF4-FFF2-40B4-BE49-F238E27FC236}">
                <a16:creationId xmlns:a16="http://schemas.microsoft.com/office/drawing/2014/main" id="{591C1824-9E70-0FC8-FB4C-984974A0EFB1}"/>
              </a:ext>
            </a:extLst>
          </p:cNvPr>
          <p:cNvSpPr/>
          <p:nvPr/>
        </p:nvSpPr>
        <p:spPr>
          <a:xfrm rot="20635996">
            <a:off x="3875576" y="4069743"/>
            <a:ext cx="1675795" cy="1627937"/>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4" name="文本框 253">
            <a:extLst>
              <a:ext uri="{FF2B5EF4-FFF2-40B4-BE49-F238E27FC236}">
                <a16:creationId xmlns:a16="http://schemas.microsoft.com/office/drawing/2014/main" id="{B71939CC-C6D9-DF4F-C016-0A98397A1ED0}"/>
              </a:ext>
            </a:extLst>
          </p:cNvPr>
          <p:cNvSpPr txBox="1"/>
          <p:nvPr/>
        </p:nvSpPr>
        <p:spPr>
          <a:xfrm>
            <a:off x="2194432" y="2265202"/>
            <a:ext cx="2243202" cy="307777"/>
          </a:xfrm>
          <a:prstGeom prst="rect">
            <a:avLst/>
          </a:prstGeom>
          <a:noFill/>
        </p:spPr>
        <p:txBody>
          <a:bodyPr wrap="square" rtlCol="0">
            <a:spAutoFit/>
          </a:bodyPr>
          <a:lstStyle/>
          <a:p>
            <a:pPr algn="l"/>
            <a:r>
              <a:rPr kumimoji="1" lang="en" altLang="zh-CN" sz="1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5" name="文本框 254">
            <a:extLst>
              <a:ext uri="{FF2B5EF4-FFF2-40B4-BE49-F238E27FC236}">
                <a16:creationId xmlns:a16="http://schemas.microsoft.com/office/drawing/2014/main" id="{61CE1412-07EB-585F-7229-A144DB020233}"/>
              </a:ext>
            </a:extLst>
          </p:cNvPr>
          <p:cNvSpPr txBox="1"/>
          <p:nvPr/>
        </p:nvSpPr>
        <p:spPr>
          <a:xfrm>
            <a:off x="1997102" y="2568920"/>
            <a:ext cx="2392071" cy="738664"/>
          </a:xfrm>
          <a:prstGeom prst="rect">
            <a:avLst/>
          </a:prstGeom>
          <a:noFill/>
        </p:spPr>
        <p:txBody>
          <a:bodyPr wrap="square" rtlCol="0">
            <a:spAutoFit/>
          </a:bodyPr>
          <a:lstStyle/>
          <a:p>
            <a:pPr algn="ct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56" name="文本框 255">
            <a:extLst>
              <a:ext uri="{FF2B5EF4-FFF2-40B4-BE49-F238E27FC236}">
                <a16:creationId xmlns:a16="http://schemas.microsoft.com/office/drawing/2014/main" id="{9E1DEBC8-A9C4-C564-DDD3-2C921F319680}"/>
              </a:ext>
            </a:extLst>
          </p:cNvPr>
          <p:cNvSpPr txBox="1"/>
          <p:nvPr/>
        </p:nvSpPr>
        <p:spPr>
          <a:xfrm>
            <a:off x="3944211" y="4589067"/>
            <a:ext cx="1708422" cy="246221"/>
          </a:xfrm>
          <a:prstGeom prst="rect">
            <a:avLst/>
          </a:prstGeom>
          <a:noFill/>
        </p:spPr>
        <p:txBody>
          <a:bodyPr wrap="square" rtlCol="0">
            <a:spAutoFit/>
          </a:bodyPr>
          <a:lstStyle/>
          <a:p>
            <a:pPr algn="l"/>
            <a:r>
              <a:rPr kumimoji="1" lang="en" altLang="zh-CN" sz="10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8" name="文本框 257">
            <a:extLst>
              <a:ext uri="{FF2B5EF4-FFF2-40B4-BE49-F238E27FC236}">
                <a16:creationId xmlns:a16="http://schemas.microsoft.com/office/drawing/2014/main" id="{AE6DF13F-B5C1-01C5-3144-03FC5F56948F}"/>
              </a:ext>
            </a:extLst>
          </p:cNvPr>
          <p:cNvSpPr txBox="1"/>
          <p:nvPr/>
        </p:nvSpPr>
        <p:spPr>
          <a:xfrm>
            <a:off x="3917539" y="4793681"/>
            <a:ext cx="1708422" cy="246221"/>
          </a:xfrm>
          <a:prstGeom prst="rect">
            <a:avLst/>
          </a:prstGeom>
          <a:noFill/>
        </p:spPr>
        <p:txBody>
          <a:bodyPr wrap="square" rtlCol="0">
            <a:spAutoFit/>
          </a:bodyPr>
          <a:lstStyle/>
          <a:p>
            <a:pPr algn="l"/>
            <a:r>
              <a:rPr kumimoji="1" lang="en" altLang="zh-CN" sz="10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9" name="文本框 258">
            <a:extLst>
              <a:ext uri="{FF2B5EF4-FFF2-40B4-BE49-F238E27FC236}">
                <a16:creationId xmlns:a16="http://schemas.microsoft.com/office/drawing/2014/main" id="{85D58F36-082C-B85D-1061-2A17655BD7BC}"/>
              </a:ext>
            </a:extLst>
          </p:cNvPr>
          <p:cNvSpPr txBox="1"/>
          <p:nvPr/>
        </p:nvSpPr>
        <p:spPr>
          <a:xfrm>
            <a:off x="8110768" y="2083087"/>
            <a:ext cx="2243202" cy="307777"/>
          </a:xfrm>
          <a:prstGeom prst="rect">
            <a:avLst/>
          </a:prstGeom>
          <a:noFill/>
        </p:spPr>
        <p:txBody>
          <a:bodyPr wrap="square" rtlCol="0">
            <a:spAutoFit/>
          </a:bodyPr>
          <a:lstStyle/>
          <a:p>
            <a:pPr algn="l"/>
            <a:r>
              <a:rPr kumimoji="1" lang="en" altLang="zh-CN" sz="1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1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0" name="文本框 259">
            <a:extLst>
              <a:ext uri="{FF2B5EF4-FFF2-40B4-BE49-F238E27FC236}">
                <a16:creationId xmlns:a16="http://schemas.microsoft.com/office/drawing/2014/main" id="{9E38F1A0-AB8D-1F63-A39E-647FE7486549}"/>
              </a:ext>
            </a:extLst>
          </p:cNvPr>
          <p:cNvSpPr txBox="1"/>
          <p:nvPr/>
        </p:nvSpPr>
        <p:spPr>
          <a:xfrm>
            <a:off x="7913438" y="2386805"/>
            <a:ext cx="2392071" cy="738664"/>
          </a:xfrm>
          <a:prstGeom prst="rect">
            <a:avLst/>
          </a:prstGeom>
          <a:noFill/>
        </p:spPr>
        <p:txBody>
          <a:bodyPr wrap="square" rtlCol="0">
            <a:spAutoFit/>
          </a:bodyPr>
          <a:lstStyle/>
          <a:p>
            <a:pPr algn="ct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61" name="矩形 260">
            <a:extLst>
              <a:ext uri="{FF2B5EF4-FFF2-40B4-BE49-F238E27FC236}">
                <a16:creationId xmlns:a16="http://schemas.microsoft.com/office/drawing/2014/main" id="{BBFC74A6-A870-3BC9-8782-2A0B6A480584}"/>
              </a:ext>
            </a:extLst>
          </p:cNvPr>
          <p:cNvSpPr/>
          <p:nvPr/>
        </p:nvSpPr>
        <p:spPr>
          <a:xfrm>
            <a:off x="641338" y="6101641"/>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2" name="文本框 261">
            <a:extLst>
              <a:ext uri="{FF2B5EF4-FFF2-40B4-BE49-F238E27FC236}">
                <a16:creationId xmlns:a16="http://schemas.microsoft.com/office/drawing/2014/main" id="{27356B0F-C40B-056B-BB39-174711335AB9}"/>
              </a:ext>
            </a:extLst>
          </p:cNvPr>
          <p:cNvSpPr txBox="1"/>
          <p:nvPr/>
        </p:nvSpPr>
        <p:spPr>
          <a:xfrm>
            <a:off x="956575" y="6046508"/>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63" name="矩形 262">
            <a:extLst>
              <a:ext uri="{FF2B5EF4-FFF2-40B4-BE49-F238E27FC236}">
                <a16:creationId xmlns:a16="http://schemas.microsoft.com/office/drawing/2014/main" id="{CB1BFD85-7B91-1E4D-0F51-661373941203}"/>
              </a:ext>
            </a:extLst>
          </p:cNvPr>
          <p:cNvSpPr/>
          <p:nvPr/>
        </p:nvSpPr>
        <p:spPr>
          <a:xfrm>
            <a:off x="641338" y="6344320"/>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4" name="文本框 263">
            <a:extLst>
              <a:ext uri="{FF2B5EF4-FFF2-40B4-BE49-F238E27FC236}">
                <a16:creationId xmlns:a16="http://schemas.microsoft.com/office/drawing/2014/main" id="{1F847FDA-50CA-C0BE-D05C-C625F3C78968}"/>
              </a:ext>
            </a:extLst>
          </p:cNvPr>
          <p:cNvSpPr txBox="1"/>
          <p:nvPr/>
        </p:nvSpPr>
        <p:spPr>
          <a:xfrm>
            <a:off x="956575" y="6321085"/>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67" name="矩形 266">
            <a:extLst>
              <a:ext uri="{FF2B5EF4-FFF2-40B4-BE49-F238E27FC236}">
                <a16:creationId xmlns:a16="http://schemas.microsoft.com/office/drawing/2014/main" id="{03D7248E-8B5A-9890-0A63-2C84BBBF8CD7}"/>
              </a:ext>
            </a:extLst>
          </p:cNvPr>
          <p:cNvSpPr/>
          <p:nvPr/>
        </p:nvSpPr>
        <p:spPr>
          <a:xfrm>
            <a:off x="6643403" y="6101641"/>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8" name="文本框 267">
            <a:extLst>
              <a:ext uri="{FF2B5EF4-FFF2-40B4-BE49-F238E27FC236}">
                <a16:creationId xmlns:a16="http://schemas.microsoft.com/office/drawing/2014/main" id="{92BF1893-FC95-685D-DC3D-0D7362866B03}"/>
              </a:ext>
            </a:extLst>
          </p:cNvPr>
          <p:cNvSpPr txBox="1"/>
          <p:nvPr/>
        </p:nvSpPr>
        <p:spPr>
          <a:xfrm>
            <a:off x="6958640" y="6046508"/>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69" name="矩形 268">
            <a:extLst>
              <a:ext uri="{FF2B5EF4-FFF2-40B4-BE49-F238E27FC236}">
                <a16:creationId xmlns:a16="http://schemas.microsoft.com/office/drawing/2014/main" id="{709E2A37-AAB8-F2EF-A232-60E85015D11B}"/>
              </a:ext>
            </a:extLst>
          </p:cNvPr>
          <p:cNvSpPr/>
          <p:nvPr/>
        </p:nvSpPr>
        <p:spPr>
          <a:xfrm>
            <a:off x="6643403" y="6344320"/>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70" name="文本框 269">
            <a:extLst>
              <a:ext uri="{FF2B5EF4-FFF2-40B4-BE49-F238E27FC236}">
                <a16:creationId xmlns:a16="http://schemas.microsoft.com/office/drawing/2014/main" id="{3DF0E6CF-9018-E3EA-E210-90FDFB30D5C2}"/>
              </a:ext>
            </a:extLst>
          </p:cNvPr>
          <p:cNvSpPr txBox="1"/>
          <p:nvPr/>
        </p:nvSpPr>
        <p:spPr>
          <a:xfrm>
            <a:off x="6958640" y="6321085"/>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71" name="文本框 270">
            <a:extLst>
              <a:ext uri="{FF2B5EF4-FFF2-40B4-BE49-F238E27FC236}">
                <a16:creationId xmlns:a16="http://schemas.microsoft.com/office/drawing/2014/main" id="{927FDA44-BFE5-290B-3A50-FEA0B0B1ECDA}"/>
              </a:ext>
            </a:extLst>
          </p:cNvPr>
          <p:cNvSpPr txBox="1"/>
          <p:nvPr/>
        </p:nvSpPr>
        <p:spPr>
          <a:xfrm>
            <a:off x="270163" y="959947"/>
            <a:ext cx="11700164" cy="954107"/>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a:p>
            <a:endParaRPr kumimoji="1" lang="zh-CN" altLang="en-US" sz="1400" dirty="0">
              <a:solidFill>
                <a:srgbClr val="1E344D"/>
              </a:solidFill>
              <a:latin typeface="Alibaba PuHuiTi" pitchFamily="18" charset="-122"/>
              <a:ea typeface="Alibaba PuHuiTi" pitchFamily="18" charset="-122"/>
              <a:cs typeface="Alibaba PuHuiTi" pitchFamily="18" charset="-122"/>
            </a:endParaRPr>
          </a:p>
          <a:p>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4" name="弧 3">
            <a:extLst>
              <a:ext uri="{FF2B5EF4-FFF2-40B4-BE49-F238E27FC236}">
                <a16:creationId xmlns:a16="http://schemas.microsoft.com/office/drawing/2014/main" id="{5E52227F-7C74-2CD3-84EB-2F238590D922}"/>
              </a:ext>
            </a:extLst>
          </p:cNvPr>
          <p:cNvSpPr/>
          <p:nvPr/>
        </p:nvSpPr>
        <p:spPr>
          <a:xfrm rot="18686983">
            <a:off x="4961465" y="1693333"/>
            <a:ext cx="1930400" cy="2032000"/>
          </a:xfrm>
          <a:prstGeom prst="arc">
            <a:avLst>
              <a:gd name="adj1" fmla="val 16200000"/>
              <a:gd name="adj2" fmla="val 2706497"/>
            </a:avLst>
          </a:prstGeom>
          <a:ln w="41275">
            <a:solidFill>
              <a:srgbClr val="1E344D"/>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Tree>
    <p:extLst>
      <p:ext uri="{BB962C8B-B14F-4D97-AF65-F5344CB8AC3E}">
        <p14:creationId xmlns:p14="http://schemas.microsoft.com/office/powerpoint/2010/main" val="164944294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object 2">
            <a:extLst>
              <a:ext uri="{FF2B5EF4-FFF2-40B4-BE49-F238E27FC236}">
                <a16:creationId xmlns:a16="http://schemas.microsoft.com/office/drawing/2014/main" id="{2B3DEF14-D284-D85A-A7E8-1FCC425C15E8}"/>
              </a:ext>
            </a:extLst>
          </p:cNvPr>
          <p:cNvSpPr>
            <a:spLocks/>
          </p:cNvSpPr>
          <p:nvPr/>
        </p:nvSpPr>
        <p:spPr>
          <a:xfrm>
            <a:off x="246224" y="1028248"/>
            <a:ext cx="11594151" cy="5788633"/>
          </a:xfrm>
          <a:prstGeom prst="rect">
            <a:avLst/>
          </a:prstGeom>
          <a:blipFill>
            <a:blip r:embed="rId3" cstate="print"/>
            <a:stretch>
              <a:fillRect/>
            </a:stretch>
          </a:blip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5" name="object 3">
            <a:extLst>
              <a:ext uri="{FF2B5EF4-FFF2-40B4-BE49-F238E27FC236}">
                <a16:creationId xmlns:a16="http://schemas.microsoft.com/office/drawing/2014/main" id="{94BA5CBD-1176-56F8-036E-0E2BF2440EF8}"/>
              </a:ext>
            </a:extLst>
          </p:cNvPr>
          <p:cNvSpPr/>
          <p:nvPr/>
        </p:nvSpPr>
        <p:spPr>
          <a:xfrm>
            <a:off x="6394808" y="1296196"/>
            <a:ext cx="71151" cy="73451"/>
          </a:xfrm>
          <a:custGeom>
            <a:avLst/>
            <a:gdLst/>
            <a:ahLst/>
            <a:cxnLst/>
            <a:rect l="l" t="t" r="r" b="b"/>
            <a:pathLst>
              <a:path w="36829" h="38100">
                <a:moveTo>
                  <a:pt x="22542" y="0"/>
                </a:moveTo>
                <a:lnTo>
                  <a:pt x="14262" y="0"/>
                </a:lnTo>
                <a:lnTo>
                  <a:pt x="4127" y="5829"/>
                </a:lnTo>
                <a:lnTo>
                  <a:pt x="0" y="13004"/>
                </a:lnTo>
                <a:lnTo>
                  <a:pt x="0" y="24688"/>
                </a:lnTo>
                <a:lnTo>
                  <a:pt x="4127" y="31864"/>
                </a:lnTo>
                <a:lnTo>
                  <a:pt x="14262" y="37706"/>
                </a:lnTo>
                <a:lnTo>
                  <a:pt x="22542" y="37706"/>
                </a:lnTo>
                <a:lnTo>
                  <a:pt x="32651" y="31864"/>
                </a:lnTo>
                <a:lnTo>
                  <a:pt x="36791" y="24688"/>
                </a:lnTo>
                <a:lnTo>
                  <a:pt x="36791" y="13004"/>
                </a:lnTo>
                <a:lnTo>
                  <a:pt x="32651" y="5829"/>
                </a:lnTo>
                <a:lnTo>
                  <a:pt x="22542"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7" name="object 4">
            <a:extLst>
              <a:ext uri="{FF2B5EF4-FFF2-40B4-BE49-F238E27FC236}">
                <a16:creationId xmlns:a16="http://schemas.microsoft.com/office/drawing/2014/main" id="{F66F405E-F8C5-65F1-6457-E2EBA01A7535}"/>
              </a:ext>
            </a:extLst>
          </p:cNvPr>
          <p:cNvSpPr/>
          <p:nvPr/>
        </p:nvSpPr>
        <p:spPr>
          <a:xfrm>
            <a:off x="6498162" y="1296196"/>
            <a:ext cx="71151" cy="73451"/>
          </a:xfrm>
          <a:custGeom>
            <a:avLst/>
            <a:gdLst/>
            <a:ahLst/>
            <a:cxnLst/>
            <a:rect l="l" t="t" r="r" b="b"/>
            <a:pathLst>
              <a:path w="36829" h="38100">
                <a:moveTo>
                  <a:pt x="22542" y="0"/>
                </a:moveTo>
                <a:lnTo>
                  <a:pt x="14274" y="0"/>
                </a:lnTo>
                <a:lnTo>
                  <a:pt x="4140" y="5829"/>
                </a:lnTo>
                <a:lnTo>
                  <a:pt x="0" y="13004"/>
                </a:lnTo>
                <a:lnTo>
                  <a:pt x="0" y="24688"/>
                </a:lnTo>
                <a:lnTo>
                  <a:pt x="4140" y="31864"/>
                </a:lnTo>
                <a:lnTo>
                  <a:pt x="14274" y="37706"/>
                </a:lnTo>
                <a:lnTo>
                  <a:pt x="22542" y="37706"/>
                </a:lnTo>
                <a:lnTo>
                  <a:pt x="32664" y="31864"/>
                </a:lnTo>
                <a:lnTo>
                  <a:pt x="36804" y="24688"/>
                </a:lnTo>
                <a:lnTo>
                  <a:pt x="36804" y="13004"/>
                </a:lnTo>
                <a:lnTo>
                  <a:pt x="32664" y="5829"/>
                </a:lnTo>
                <a:lnTo>
                  <a:pt x="22542"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8" name="object 5">
            <a:extLst>
              <a:ext uri="{FF2B5EF4-FFF2-40B4-BE49-F238E27FC236}">
                <a16:creationId xmlns:a16="http://schemas.microsoft.com/office/drawing/2014/main" id="{1C096EB2-E366-1082-6A73-AD983139AAFC}"/>
              </a:ext>
            </a:extLst>
          </p:cNvPr>
          <p:cNvSpPr/>
          <p:nvPr/>
        </p:nvSpPr>
        <p:spPr>
          <a:xfrm>
            <a:off x="7325024" y="1296196"/>
            <a:ext cx="71151" cy="73451"/>
          </a:xfrm>
          <a:custGeom>
            <a:avLst/>
            <a:gdLst/>
            <a:ahLst/>
            <a:cxnLst/>
            <a:rect l="l" t="t" r="r" b="b"/>
            <a:pathLst>
              <a:path w="36829" h="38100">
                <a:moveTo>
                  <a:pt x="22529" y="0"/>
                </a:moveTo>
                <a:lnTo>
                  <a:pt x="14262" y="0"/>
                </a:lnTo>
                <a:lnTo>
                  <a:pt x="4140" y="5829"/>
                </a:lnTo>
                <a:lnTo>
                  <a:pt x="0" y="13004"/>
                </a:lnTo>
                <a:lnTo>
                  <a:pt x="0" y="24688"/>
                </a:lnTo>
                <a:lnTo>
                  <a:pt x="4140" y="31864"/>
                </a:lnTo>
                <a:lnTo>
                  <a:pt x="14262" y="37706"/>
                </a:lnTo>
                <a:lnTo>
                  <a:pt x="22529" y="37706"/>
                </a:lnTo>
                <a:lnTo>
                  <a:pt x="32651" y="31864"/>
                </a:lnTo>
                <a:lnTo>
                  <a:pt x="36791" y="24688"/>
                </a:lnTo>
                <a:lnTo>
                  <a:pt x="36791" y="13004"/>
                </a:lnTo>
                <a:lnTo>
                  <a:pt x="32651" y="5829"/>
                </a:lnTo>
                <a:lnTo>
                  <a:pt x="22529"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9" name="object 6">
            <a:extLst>
              <a:ext uri="{FF2B5EF4-FFF2-40B4-BE49-F238E27FC236}">
                <a16:creationId xmlns:a16="http://schemas.microsoft.com/office/drawing/2014/main" id="{6BE38B70-ECC4-14A1-BF0F-00346EC5032E}"/>
              </a:ext>
            </a:extLst>
          </p:cNvPr>
          <p:cNvSpPr/>
          <p:nvPr/>
        </p:nvSpPr>
        <p:spPr>
          <a:xfrm>
            <a:off x="7583414" y="1206876"/>
            <a:ext cx="71151" cy="73451"/>
          </a:xfrm>
          <a:custGeom>
            <a:avLst/>
            <a:gdLst/>
            <a:ahLst/>
            <a:cxnLst/>
            <a:rect l="l" t="t" r="r" b="b"/>
            <a:pathLst>
              <a:path w="36829" h="38100">
                <a:moveTo>
                  <a:pt x="22529" y="0"/>
                </a:moveTo>
                <a:lnTo>
                  <a:pt x="14249" y="0"/>
                </a:lnTo>
                <a:lnTo>
                  <a:pt x="4140" y="5841"/>
                </a:lnTo>
                <a:lnTo>
                  <a:pt x="0" y="13017"/>
                </a:lnTo>
                <a:lnTo>
                  <a:pt x="0" y="24688"/>
                </a:lnTo>
                <a:lnTo>
                  <a:pt x="4140" y="31864"/>
                </a:lnTo>
                <a:lnTo>
                  <a:pt x="14249" y="37706"/>
                </a:lnTo>
                <a:lnTo>
                  <a:pt x="22529" y="37706"/>
                </a:lnTo>
                <a:lnTo>
                  <a:pt x="32651" y="31864"/>
                </a:lnTo>
                <a:lnTo>
                  <a:pt x="36779" y="24688"/>
                </a:lnTo>
                <a:lnTo>
                  <a:pt x="36779" y="13017"/>
                </a:lnTo>
                <a:lnTo>
                  <a:pt x="32651" y="5841"/>
                </a:lnTo>
                <a:lnTo>
                  <a:pt x="22529"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0" name="object 7">
            <a:extLst>
              <a:ext uri="{FF2B5EF4-FFF2-40B4-BE49-F238E27FC236}">
                <a16:creationId xmlns:a16="http://schemas.microsoft.com/office/drawing/2014/main" id="{984E952C-AE49-9826-60EA-D6913DD40FEF}"/>
              </a:ext>
            </a:extLst>
          </p:cNvPr>
          <p:cNvSpPr/>
          <p:nvPr/>
        </p:nvSpPr>
        <p:spPr>
          <a:xfrm>
            <a:off x="7738393" y="1296196"/>
            <a:ext cx="71151" cy="73451"/>
          </a:xfrm>
          <a:custGeom>
            <a:avLst/>
            <a:gdLst/>
            <a:ahLst/>
            <a:cxnLst/>
            <a:rect l="l" t="t" r="r" b="b"/>
            <a:pathLst>
              <a:path w="36829" h="38100">
                <a:moveTo>
                  <a:pt x="22567" y="0"/>
                </a:moveTo>
                <a:lnTo>
                  <a:pt x="14287" y="0"/>
                </a:lnTo>
                <a:lnTo>
                  <a:pt x="4152" y="5829"/>
                </a:lnTo>
                <a:lnTo>
                  <a:pt x="0" y="13004"/>
                </a:lnTo>
                <a:lnTo>
                  <a:pt x="0" y="24688"/>
                </a:lnTo>
                <a:lnTo>
                  <a:pt x="4152" y="31864"/>
                </a:lnTo>
                <a:lnTo>
                  <a:pt x="14287" y="37706"/>
                </a:lnTo>
                <a:lnTo>
                  <a:pt x="22567" y="37706"/>
                </a:lnTo>
                <a:lnTo>
                  <a:pt x="32689" y="31864"/>
                </a:lnTo>
                <a:lnTo>
                  <a:pt x="36817" y="24688"/>
                </a:lnTo>
                <a:lnTo>
                  <a:pt x="36817" y="13004"/>
                </a:lnTo>
                <a:lnTo>
                  <a:pt x="32689" y="5829"/>
                </a:lnTo>
                <a:lnTo>
                  <a:pt x="22567"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3" name="object 8">
            <a:extLst>
              <a:ext uri="{FF2B5EF4-FFF2-40B4-BE49-F238E27FC236}">
                <a16:creationId xmlns:a16="http://schemas.microsoft.com/office/drawing/2014/main" id="{10FCBB01-C956-57B9-6A85-873BAEB6AA93}"/>
              </a:ext>
            </a:extLst>
          </p:cNvPr>
          <p:cNvSpPr/>
          <p:nvPr/>
        </p:nvSpPr>
        <p:spPr>
          <a:xfrm>
            <a:off x="6136430" y="1385499"/>
            <a:ext cx="71151" cy="73451"/>
          </a:xfrm>
          <a:custGeom>
            <a:avLst/>
            <a:gdLst/>
            <a:ahLst/>
            <a:cxnLst/>
            <a:rect l="l" t="t" r="r" b="b"/>
            <a:pathLst>
              <a:path w="36829" h="38100">
                <a:moveTo>
                  <a:pt x="22529" y="0"/>
                </a:moveTo>
                <a:lnTo>
                  <a:pt x="14249" y="0"/>
                </a:lnTo>
                <a:lnTo>
                  <a:pt x="4140" y="5841"/>
                </a:lnTo>
                <a:lnTo>
                  <a:pt x="0" y="13017"/>
                </a:lnTo>
                <a:lnTo>
                  <a:pt x="0" y="24688"/>
                </a:lnTo>
                <a:lnTo>
                  <a:pt x="4140" y="31864"/>
                </a:lnTo>
                <a:lnTo>
                  <a:pt x="14249" y="37693"/>
                </a:lnTo>
                <a:lnTo>
                  <a:pt x="22529" y="37693"/>
                </a:lnTo>
                <a:lnTo>
                  <a:pt x="32651" y="31864"/>
                </a:lnTo>
                <a:lnTo>
                  <a:pt x="36779" y="24688"/>
                </a:lnTo>
                <a:lnTo>
                  <a:pt x="36779" y="13017"/>
                </a:lnTo>
                <a:lnTo>
                  <a:pt x="32651" y="5841"/>
                </a:lnTo>
                <a:lnTo>
                  <a:pt x="22529"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4" name="object 9">
            <a:extLst>
              <a:ext uri="{FF2B5EF4-FFF2-40B4-BE49-F238E27FC236}">
                <a16:creationId xmlns:a16="http://schemas.microsoft.com/office/drawing/2014/main" id="{134751D0-7E3D-02D8-C8C6-9EAB631DD629}"/>
              </a:ext>
            </a:extLst>
          </p:cNvPr>
          <p:cNvSpPr/>
          <p:nvPr/>
        </p:nvSpPr>
        <p:spPr>
          <a:xfrm>
            <a:off x="6188082" y="1474825"/>
            <a:ext cx="71151" cy="73451"/>
          </a:xfrm>
          <a:custGeom>
            <a:avLst/>
            <a:gdLst/>
            <a:ahLst/>
            <a:cxnLst/>
            <a:rect l="l" t="t" r="r" b="b"/>
            <a:pathLst>
              <a:path w="36829" h="38100">
                <a:moveTo>
                  <a:pt x="22529" y="0"/>
                </a:moveTo>
                <a:lnTo>
                  <a:pt x="14249" y="0"/>
                </a:lnTo>
                <a:lnTo>
                  <a:pt x="4127" y="5829"/>
                </a:lnTo>
                <a:lnTo>
                  <a:pt x="0" y="12992"/>
                </a:lnTo>
                <a:lnTo>
                  <a:pt x="0" y="24676"/>
                </a:lnTo>
                <a:lnTo>
                  <a:pt x="4127" y="31864"/>
                </a:lnTo>
                <a:lnTo>
                  <a:pt x="14249" y="37706"/>
                </a:lnTo>
                <a:lnTo>
                  <a:pt x="22529" y="37706"/>
                </a:lnTo>
                <a:lnTo>
                  <a:pt x="32664" y="31864"/>
                </a:lnTo>
                <a:lnTo>
                  <a:pt x="36804" y="24676"/>
                </a:lnTo>
                <a:lnTo>
                  <a:pt x="36804" y="12992"/>
                </a:lnTo>
                <a:lnTo>
                  <a:pt x="32664" y="5829"/>
                </a:lnTo>
                <a:lnTo>
                  <a:pt x="22529"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6" name="object 10">
            <a:extLst>
              <a:ext uri="{FF2B5EF4-FFF2-40B4-BE49-F238E27FC236}">
                <a16:creationId xmlns:a16="http://schemas.microsoft.com/office/drawing/2014/main" id="{2B7FE683-B493-D8EF-BC39-A13FDFFE12B7}"/>
              </a:ext>
            </a:extLst>
          </p:cNvPr>
          <p:cNvSpPr/>
          <p:nvPr/>
        </p:nvSpPr>
        <p:spPr>
          <a:xfrm>
            <a:off x="6239764" y="1385499"/>
            <a:ext cx="71151" cy="73451"/>
          </a:xfrm>
          <a:custGeom>
            <a:avLst/>
            <a:gdLst/>
            <a:ahLst/>
            <a:cxnLst/>
            <a:rect l="l" t="t" r="r" b="b"/>
            <a:pathLst>
              <a:path w="36829" h="38100">
                <a:moveTo>
                  <a:pt x="22555" y="0"/>
                </a:moveTo>
                <a:lnTo>
                  <a:pt x="14274" y="0"/>
                </a:lnTo>
                <a:lnTo>
                  <a:pt x="4140" y="5841"/>
                </a:lnTo>
                <a:lnTo>
                  <a:pt x="0" y="13017"/>
                </a:lnTo>
                <a:lnTo>
                  <a:pt x="0" y="24688"/>
                </a:lnTo>
                <a:lnTo>
                  <a:pt x="4140" y="31864"/>
                </a:lnTo>
                <a:lnTo>
                  <a:pt x="14274" y="37693"/>
                </a:lnTo>
                <a:lnTo>
                  <a:pt x="22555" y="37693"/>
                </a:lnTo>
                <a:lnTo>
                  <a:pt x="32677" y="31864"/>
                </a:lnTo>
                <a:lnTo>
                  <a:pt x="36804" y="24688"/>
                </a:lnTo>
                <a:lnTo>
                  <a:pt x="36804" y="13017"/>
                </a:lnTo>
                <a:lnTo>
                  <a:pt x="32677" y="5841"/>
                </a:lnTo>
                <a:lnTo>
                  <a:pt x="22555"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7" name="object 11">
            <a:extLst>
              <a:ext uri="{FF2B5EF4-FFF2-40B4-BE49-F238E27FC236}">
                <a16:creationId xmlns:a16="http://schemas.microsoft.com/office/drawing/2014/main" id="{9E7AA19B-09E3-28EA-0E3F-AAFE90DECAAC}"/>
              </a:ext>
            </a:extLst>
          </p:cNvPr>
          <p:cNvSpPr/>
          <p:nvPr/>
        </p:nvSpPr>
        <p:spPr>
          <a:xfrm>
            <a:off x="6343131" y="1385499"/>
            <a:ext cx="71151" cy="73451"/>
          </a:xfrm>
          <a:custGeom>
            <a:avLst/>
            <a:gdLst/>
            <a:ahLst/>
            <a:cxnLst/>
            <a:rect l="l" t="t" r="r" b="b"/>
            <a:pathLst>
              <a:path w="36829" h="38100">
                <a:moveTo>
                  <a:pt x="22529" y="0"/>
                </a:moveTo>
                <a:lnTo>
                  <a:pt x="14249" y="0"/>
                </a:lnTo>
                <a:lnTo>
                  <a:pt x="4127" y="5841"/>
                </a:lnTo>
                <a:lnTo>
                  <a:pt x="0" y="13017"/>
                </a:lnTo>
                <a:lnTo>
                  <a:pt x="0" y="24688"/>
                </a:lnTo>
                <a:lnTo>
                  <a:pt x="4127" y="31864"/>
                </a:lnTo>
                <a:lnTo>
                  <a:pt x="14249" y="37693"/>
                </a:lnTo>
                <a:lnTo>
                  <a:pt x="22529" y="37693"/>
                </a:lnTo>
                <a:lnTo>
                  <a:pt x="32664" y="31864"/>
                </a:lnTo>
                <a:lnTo>
                  <a:pt x="36804" y="24688"/>
                </a:lnTo>
                <a:lnTo>
                  <a:pt x="36804" y="13017"/>
                </a:lnTo>
                <a:lnTo>
                  <a:pt x="32664" y="5841"/>
                </a:lnTo>
                <a:lnTo>
                  <a:pt x="22529"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8" name="object 12">
            <a:extLst>
              <a:ext uri="{FF2B5EF4-FFF2-40B4-BE49-F238E27FC236}">
                <a16:creationId xmlns:a16="http://schemas.microsoft.com/office/drawing/2014/main" id="{530E3802-CB7C-49FC-8EA6-C916E9C71B98}"/>
              </a:ext>
            </a:extLst>
          </p:cNvPr>
          <p:cNvSpPr/>
          <p:nvPr/>
        </p:nvSpPr>
        <p:spPr>
          <a:xfrm>
            <a:off x="6394808" y="1474825"/>
            <a:ext cx="71151" cy="73451"/>
          </a:xfrm>
          <a:custGeom>
            <a:avLst/>
            <a:gdLst/>
            <a:ahLst/>
            <a:cxnLst/>
            <a:rect l="l" t="t" r="r" b="b"/>
            <a:pathLst>
              <a:path w="36829" h="38100">
                <a:moveTo>
                  <a:pt x="22542" y="0"/>
                </a:moveTo>
                <a:lnTo>
                  <a:pt x="14262" y="0"/>
                </a:lnTo>
                <a:lnTo>
                  <a:pt x="4127" y="5829"/>
                </a:lnTo>
                <a:lnTo>
                  <a:pt x="0" y="12992"/>
                </a:lnTo>
                <a:lnTo>
                  <a:pt x="0" y="24676"/>
                </a:lnTo>
                <a:lnTo>
                  <a:pt x="4127" y="31864"/>
                </a:lnTo>
                <a:lnTo>
                  <a:pt x="14262" y="37706"/>
                </a:lnTo>
                <a:lnTo>
                  <a:pt x="22542" y="37706"/>
                </a:lnTo>
                <a:lnTo>
                  <a:pt x="32651" y="31864"/>
                </a:lnTo>
                <a:lnTo>
                  <a:pt x="36791" y="24676"/>
                </a:lnTo>
                <a:lnTo>
                  <a:pt x="36791" y="12992"/>
                </a:lnTo>
                <a:lnTo>
                  <a:pt x="32651" y="5829"/>
                </a:lnTo>
                <a:lnTo>
                  <a:pt x="22542" y="0"/>
                </a:lnTo>
                <a:close/>
              </a:path>
            </a:pathLst>
          </a:custGeom>
          <a:solidFill>
            <a:srgbClr val="D4D6D7"/>
          </a:solidFill>
        </p:spPr>
        <p:txBody>
          <a:bodyPr wrap="square" lIns="0" tIns="0" rIns="0" bIns="0" rtlCol="0"/>
          <a:lstStyle/>
          <a:p>
            <a:pPr eaLnBrk="1" fontAlgn="auto" hangingPunct="1">
              <a:spcBef>
                <a:spcPts val="0"/>
              </a:spcBef>
              <a:spcAft>
                <a:spcPts val="0"/>
              </a:spcAft>
            </a:pPr>
            <a:endParaRPr sz="500" baseline="0">
              <a:solidFill>
                <a:prstClr val="black"/>
              </a:solidFill>
              <a:latin typeface="Alibaba PuHuiTi Medium" pitchFamily="18" charset="-122"/>
              <a:ea typeface="Alibaba PuHuiTi Medium" pitchFamily="18" charset="-122"/>
              <a:cs typeface="Alibaba PuHuiTi Medium" pitchFamily="18" charset="-122"/>
            </a:endParaRPr>
          </a:p>
        </p:txBody>
      </p:sp>
      <p:sp>
        <p:nvSpPr>
          <p:cNvPr id="19" name="object 13">
            <a:extLst>
              <a:ext uri="{FF2B5EF4-FFF2-40B4-BE49-F238E27FC236}">
                <a16:creationId xmlns:a16="http://schemas.microsoft.com/office/drawing/2014/main" id="{7F043F92-C6B5-16EF-38FF-1258CDD44BCA}"/>
              </a:ext>
            </a:extLst>
          </p:cNvPr>
          <p:cNvSpPr txBox="1"/>
          <p:nvPr/>
        </p:nvSpPr>
        <p:spPr>
          <a:xfrm>
            <a:off x="7402594" y="2695120"/>
            <a:ext cx="423872"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MOSCOW</a:t>
            </a:r>
          </a:p>
        </p:txBody>
      </p:sp>
      <p:sp>
        <p:nvSpPr>
          <p:cNvPr id="20" name="object 14">
            <a:extLst>
              <a:ext uri="{FF2B5EF4-FFF2-40B4-BE49-F238E27FC236}">
                <a16:creationId xmlns:a16="http://schemas.microsoft.com/office/drawing/2014/main" id="{5BF48FEB-CF1C-F9DC-8F43-5E07C6160CFA}"/>
              </a:ext>
            </a:extLst>
          </p:cNvPr>
          <p:cNvSpPr txBox="1"/>
          <p:nvPr/>
        </p:nvSpPr>
        <p:spPr>
          <a:xfrm>
            <a:off x="8228333" y="2872543"/>
            <a:ext cx="606209"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NUR-SULTAN</a:t>
            </a:r>
          </a:p>
        </p:txBody>
      </p:sp>
      <p:sp>
        <p:nvSpPr>
          <p:cNvPr id="21" name="object 16">
            <a:extLst>
              <a:ext uri="{FF2B5EF4-FFF2-40B4-BE49-F238E27FC236}">
                <a16:creationId xmlns:a16="http://schemas.microsoft.com/office/drawing/2014/main" id="{890CC5FB-5440-8B13-460E-64BE639B4638}"/>
              </a:ext>
            </a:extLst>
          </p:cNvPr>
          <p:cNvSpPr txBox="1"/>
          <p:nvPr/>
        </p:nvSpPr>
        <p:spPr>
          <a:xfrm>
            <a:off x="3290935" y="3417470"/>
            <a:ext cx="53753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ANNAPOLIS</a:t>
            </a:r>
          </a:p>
        </p:txBody>
      </p:sp>
      <p:sp>
        <p:nvSpPr>
          <p:cNvPr id="36" name="object 17">
            <a:extLst>
              <a:ext uri="{FF2B5EF4-FFF2-40B4-BE49-F238E27FC236}">
                <a16:creationId xmlns:a16="http://schemas.microsoft.com/office/drawing/2014/main" id="{CE51901F-B2F5-8EC0-D58A-E46510A86B58}"/>
              </a:ext>
            </a:extLst>
          </p:cNvPr>
          <p:cNvSpPr txBox="1"/>
          <p:nvPr/>
        </p:nvSpPr>
        <p:spPr>
          <a:xfrm>
            <a:off x="2606863" y="3064342"/>
            <a:ext cx="449922"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TORONTO</a:t>
            </a:r>
          </a:p>
        </p:txBody>
      </p:sp>
      <p:sp>
        <p:nvSpPr>
          <p:cNvPr id="37" name="object 18">
            <a:extLst>
              <a:ext uri="{FF2B5EF4-FFF2-40B4-BE49-F238E27FC236}">
                <a16:creationId xmlns:a16="http://schemas.microsoft.com/office/drawing/2014/main" id="{6E475F2F-5DC1-7FB9-8810-26C4F7CB928A}"/>
              </a:ext>
            </a:extLst>
          </p:cNvPr>
          <p:cNvSpPr txBox="1"/>
          <p:nvPr/>
        </p:nvSpPr>
        <p:spPr>
          <a:xfrm>
            <a:off x="3546117" y="3153253"/>
            <a:ext cx="378879"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BOSTON</a:t>
            </a:r>
          </a:p>
        </p:txBody>
      </p:sp>
      <p:sp>
        <p:nvSpPr>
          <p:cNvPr id="39" name="object 19">
            <a:extLst>
              <a:ext uri="{FF2B5EF4-FFF2-40B4-BE49-F238E27FC236}">
                <a16:creationId xmlns:a16="http://schemas.microsoft.com/office/drawing/2014/main" id="{58AB5227-FCC4-DBD8-2977-9DC01AA4E3B7}"/>
              </a:ext>
            </a:extLst>
          </p:cNvPr>
          <p:cNvSpPr txBox="1"/>
          <p:nvPr/>
        </p:nvSpPr>
        <p:spPr>
          <a:xfrm>
            <a:off x="5255849" y="3114482"/>
            <a:ext cx="400192"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LONDON</a:t>
            </a:r>
          </a:p>
        </p:txBody>
      </p:sp>
      <p:sp>
        <p:nvSpPr>
          <p:cNvPr id="40" name="object 21">
            <a:extLst>
              <a:ext uri="{FF2B5EF4-FFF2-40B4-BE49-F238E27FC236}">
                <a16:creationId xmlns:a16="http://schemas.microsoft.com/office/drawing/2014/main" id="{BF0C29FD-2530-860E-1EAB-A4194099A7B7}"/>
              </a:ext>
            </a:extLst>
          </p:cNvPr>
          <p:cNvSpPr txBox="1"/>
          <p:nvPr/>
        </p:nvSpPr>
        <p:spPr>
          <a:xfrm>
            <a:off x="4230907" y="5565945"/>
            <a:ext cx="71276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RIO DE JANEIRO</a:t>
            </a:r>
          </a:p>
        </p:txBody>
      </p:sp>
      <p:sp>
        <p:nvSpPr>
          <p:cNvPr id="41" name="object 24">
            <a:extLst>
              <a:ext uri="{FF2B5EF4-FFF2-40B4-BE49-F238E27FC236}">
                <a16:creationId xmlns:a16="http://schemas.microsoft.com/office/drawing/2014/main" id="{174629CA-4481-81A2-E7C6-443A1B40F65C}"/>
              </a:ext>
            </a:extLst>
          </p:cNvPr>
          <p:cNvSpPr txBox="1"/>
          <p:nvPr/>
        </p:nvSpPr>
        <p:spPr>
          <a:xfrm>
            <a:off x="1845337" y="4137437"/>
            <a:ext cx="58489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MEXICO CITY</a:t>
            </a:r>
          </a:p>
        </p:txBody>
      </p:sp>
      <p:sp>
        <p:nvSpPr>
          <p:cNvPr id="42" name="object 26">
            <a:extLst>
              <a:ext uri="{FF2B5EF4-FFF2-40B4-BE49-F238E27FC236}">
                <a16:creationId xmlns:a16="http://schemas.microsoft.com/office/drawing/2014/main" id="{CF764DE3-6059-B42C-805E-5F65DD0C24DF}"/>
              </a:ext>
            </a:extLst>
          </p:cNvPr>
          <p:cNvSpPr txBox="1"/>
          <p:nvPr/>
        </p:nvSpPr>
        <p:spPr>
          <a:xfrm>
            <a:off x="1392560" y="2883637"/>
            <a:ext cx="426240" cy="113664"/>
          </a:xfrm>
          <a:prstGeom prst="rect">
            <a:avLst/>
          </a:prstGeom>
          <a:solidFill>
            <a:schemeClr val="bg1"/>
          </a:solidFill>
        </p:spPr>
        <p:txBody>
          <a:bodyPr vert="horz" wrap="none" lIns="0" tIns="0" rIns="0" bIns="0" rtlCol="0" anchor="ctr">
            <a:spAutoFit/>
          </a:bodyPr>
          <a:lstStyle>
            <a:defPPr>
              <a:defRPr lang="en-GB"/>
            </a:defPPr>
            <a:lvl1pPr algn="r" eaLnBrk="1" fontAlgn="auto" hangingPunct="1">
              <a:spcBef>
                <a:spcPts val="0"/>
              </a:spcBef>
              <a:spcAft>
                <a:spcPts val="0"/>
              </a:spcAft>
              <a:defRPr sz="500" b="0" baseline="0">
                <a:solidFill>
                  <a:srgbClr val="006D9E"/>
                </a:solidFill>
                <a:latin typeface="Roboto Medium" panose="02000000000000000000" pitchFamily="2" charset="0"/>
                <a:ea typeface="+mn-ea"/>
                <a:cs typeface="Roboto Medium" panose="02000000000000000000" pitchFamily="2" charset="0"/>
              </a:defRPr>
            </a:lvl1pPr>
          </a:lstStyle>
          <a:p>
            <a:r>
              <a:rPr dirty="0">
                <a:solidFill>
                  <a:schemeClr val="tx1"/>
                </a:solidFill>
                <a:latin typeface="Alibaba PuHuiTi Medium" pitchFamily="18" charset="-122"/>
                <a:ea typeface="Alibaba PuHuiTi Medium" pitchFamily="18" charset="-122"/>
                <a:cs typeface="Alibaba PuHuiTi Medium" pitchFamily="18" charset="-122"/>
              </a:rPr>
              <a:t>CALGARY</a:t>
            </a:r>
          </a:p>
        </p:txBody>
      </p:sp>
      <p:sp>
        <p:nvSpPr>
          <p:cNvPr id="43" name="object 28">
            <a:extLst>
              <a:ext uri="{FF2B5EF4-FFF2-40B4-BE49-F238E27FC236}">
                <a16:creationId xmlns:a16="http://schemas.microsoft.com/office/drawing/2014/main" id="{B8E622B7-42A0-63D0-EC56-907F937DE1B2}"/>
              </a:ext>
            </a:extLst>
          </p:cNvPr>
          <p:cNvSpPr txBox="1"/>
          <p:nvPr/>
        </p:nvSpPr>
        <p:spPr>
          <a:xfrm>
            <a:off x="9163382" y="5748531"/>
            <a:ext cx="303103"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PERTH</a:t>
            </a:r>
          </a:p>
        </p:txBody>
      </p:sp>
      <p:sp>
        <p:nvSpPr>
          <p:cNvPr id="44" name="object 29">
            <a:extLst>
              <a:ext uri="{FF2B5EF4-FFF2-40B4-BE49-F238E27FC236}">
                <a16:creationId xmlns:a16="http://schemas.microsoft.com/office/drawing/2014/main" id="{CB8A8CE1-0A0E-7F0B-3B5E-777CDB70EC0F}"/>
              </a:ext>
            </a:extLst>
          </p:cNvPr>
          <p:cNvSpPr txBox="1"/>
          <p:nvPr/>
        </p:nvSpPr>
        <p:spPr>
          <a:xfrm>
            <a:off x="10671927" y="6012823"/>
            <a:ext cx="367040"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SYDNEY</a:t>
            </a:r>
          </a:p>
        </p:txBody>
      </p:sp>
      <p:sp>
        <p:nvSpPr>
          <p:cNvPr id="45" name="object 30">
            <a:extLst>
              <a:ext uri="{FF2B5EF4-FFF2-40B4-BE49-F238E27FC236}">
                <a16:creationId xmlns:a16="http://schemas.microsoft.com/office/drawing/2014/main" id="{90E8B891-3E64-8B1E-5250-3E255A15B670}"/>
              </a:ext>
            </a:extLst>
          </p:cNvPr>
          <p:cNvSpPr txBox="1"/>
          <p:nvPr/>
        </p:nvSpPr>
        <p:spPr>
          <a:xfrm>
            <a:off x="10784101" y="5647300"/>
            <a:ext cx="457023"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BRISBANE</a:t>
            </a:r>
          </a:p>
        </p:txBody>
      </p:sp>
      <p:sp>
        <p:nvSpPr>
          <p:cNvPr id="46" name="object 31">
            <a:extLst>
              <a:ext uri="{FF2B5EF4-FFF2-40B4-BE49-F238E27FC236}">
                <a16:creationId xmlns:a16="http://schemas.microsoft.com/office/drawing/2014/main" id="{163359DF-4289-C7F7-3E25-380187AF8820}"/>
              </a:ext>
            </a:extLst>
          </p:cNvPr>
          <p:cNvSpPr txBox="1"/>
          <p:nvPr/>
        </p:nvSpPr>
        <p:spPr>
          <a:xfrm>
            <a:off x="7652801" y="3947142"/>
            <a:ext cx="291265"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DUBAI</a:t>
            </a:r>
          </a:p>
        </p:txBody>
      </p:sp>
      <p:sp>
        <p:nvSpPr>
          <p:cNvPr id="47" name="object 32">
            <a:extLst>
              <a:ext uri="{FF2B5EF4-FFF2-40B4-BE49-F238E27FC236}">
                <a16:creationId xmlns:a16="http://schemas.microsoft.com/office/drawing/2014/main" id="{F936BA5D-7BA3-47C1-B430-4233328C6C5E}"/>
              </a:ext>
            </a:extLst>
          </p:cNvPr>
          <p:cNvSpPr txBox="1"/>
          <p:nvPr/>
        </p:nvSpPr>
        <p:spPr>
          <a:xfrm>
            <a:off x="6838686" y="4043178"/>
            <a:ext cx="511488"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ABU DHABI</a:t>
            </a:r>
          </a:p>
        </p:txBody>
      </p:sp>
      <p:sp>
        <p:nvSpPr>
          <p:cNvPr id="48" name="object 33">
            <a:extLst>
              <a:ext uri="{FF2B5EF4-FFF2-40B4-BE49-F238E27FC236}">
                <a16:creationId xmlns:a16="http://schemas.microsoft.com/office/drawing/2014/main" id="{156D3B0F-E236-EE5B-68A6-13001AD4CF1B}"/>
              </a:ext>
            </a:extLst>
          </p:cNvPr>
          <p:cNvSpPr txBox="1"/>
          <p:nvPr/>
        </p:nvSpPr>
        <p:spPr>
          <a:xfrm>
            <a:off x="8179228" y="3657965"/>
            <a:ext cx="262849"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DELHI</a:t>
            </a:r>
          </a:p>
        </p:txBody>
      </p:sp>
      <p:sp>
        <p:nvSpPr>
          <p:cNvPr id="49" name="object 34">
            <a:extLst>
              <a:ext uri="{FF2B5EF4-FFF2-40B4-BE49-F238E27FC236}">
                <a16:creationId xmlns:a16="http://schemas.microsoft.com/office/drawing/2014/main" id="{9D7C7A62-1920-41E0-419C-E4CA708E9F88}"/>
              </a:ext>
            </a:extLst>
          </p:cNvPr>
          <p:cNvSpPr txBox="1"/>
          <p:nvPr/>
        </p:nvSpPr>
        <p:spPr>
          <a:xfrm>
            <a:off x="9173599" y="3328220"/>
            <a:ext cx="336255"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BEIJING</a:t>
            </a:r>
          </a:p>
        </p:txBody>
      </p:sp>
      <p:sp>
        <p:nvSpPr>
          <p:cNvPr id="50" name="object 35">
            <a:extLst>
              <a:ext uri="{FF2B5EF4-FFF2-40B4-BE49-F238E27FC236}">
                <a16:creationId xmlns:a16="http://schemas.microsoft.com/office/drawing/2014/main" id="{1BBCD1B9-72B7-C893-8DBC-6B15BBEFDA5E}"/>
              </a:ext>
            </a:extLst>
          </p:cNvPr>
          <p:cNvSpPr txBox="1"/>
          <p:nvPr/>
        </p:nvSpPr>
        <p:spPr>
          <a:xfrm>
            <a:off x="9904164" y="3423262"/>
            <a:ext cx="293631"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SEOUL</a:t>
            </a:r>
          </a:p>
        </p:txBody>
      </p:sp>
      <p:sp>
        <p:nvSpPr>
          <p:cNvPr id="51" name="object 36">
            <a:extLst>
              <a:ext uri="{FF2B5EF4-FFF2-40B4-BE49-F238E27FC236}">
                <a16:creationId xmlns:a16="http://schemas.microsoft.com/office/drawing/2014/main" id="{7A34B5F8-181E-EFB8-6E7A-9A39D9226F79}"/>
              </a:ext>
            </a:extLst>
          </p:cNvPr>
          <p:cNvSpPr txBox="1"/>
          <p:nvPr/>
        </p:nvSpPr>
        <p:spPr>
          <a:xfrm>
            <a:off x="10366256" y="3506753"/>
            <a:ext cx="317311"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TOKYO</a:t>
            </a:r>
          </a:p>
        </p:txBody>
      </p:sp>
      <p:sp>
        <p:nvSpPr>
          <p:cNvPr id="164" name="object 37">
            <a:extLst>
              <a:ext uri="{FF2B5EF4-FFF2-40B4-BE49-F238E27FC236}">
                <a16:creationId xmlns:a16="http://schemas.microsoft.com/office/drawing/2014/main" id="{E8169031-782F-A6C8-6901-A584B0A7AFCD}"/>
              </a:ext>
            </a:extLst>
          </p:cNvPr>
          <p:cNvSpPr txBox="1"/>
          <p:nvPr/>
        </p:nvSpPr>
        <p:spPr>
          <a:xfrm>
            <a:off x="9586073" y="3961693"/>
            <a:ext cx="49017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SHANGHAI</a:t>
            </a:r>
          </a:p>
        </p:txBody>
      </p:sp>
      <p:sp>
        <p:nvSpPr>
          <p:cNvPr id="257" name="object 38">
            <a:extLst>
              <a:ext uri="{FF2B5EF4-FFF2-40B4-BE49-F238E27FC236}">
                <a16:creationId xmlns:a16="http://schemas.microsoft.com/office/drawing/2014/main" id="{9E43C0D5-0422-B8A0-F052-F8B8C8DE6AE6}"/>
              </a:ext>
            </a:extLst>
          </p:cNvPr>
          <p:cNvSpPr txBox="1"/>
          <p:nvPr/>
        </p:nvSpPr>
        <p:spPr>
          <a:xfrm>
            <a:off x="8693567" y="4935090"/>
            <a:ext cx="402559"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JAKARTA</a:t>
            </a:r>
          </a:p>
        </p:txBody>
      </p:sp>
      <p:sp>
        <p:nvSpPr>
          <p:cNvPr id="265" name="object 39">
            <a:extLst>
              <a:ext uri="{FF2B5EF4-FFF2-40B4-BE49-F238E27FC236}">
                <a16:creationId xmlns:a16="http://schemas.microsoft.com/office/drawing/2014/main" id="{C4AB0E1A-CEAE-5510-D72D-75FB719D0A4A}"/>
              </a:ext>
            </a:extLst>
          </p:cNvPr>
          <p:cNvSpPr txBox="1"/>
          <p:nvPr/>
        </p:nvSpPr>
        <p:spPr>
          <a:xfrm>
            <a:off x="8426318" y="4488374"/>
            <a:ext cx="52569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SINGAPORE</a:t>
            </a:r>
          </a:p>
        </p:txBody>
      </p:sp>
      <p:sp>
        <p:nvSpPr>
          <p:cNvPr id="266" name="object 40">
            <a:extLst>
              <a:ext uri="{FF2B5EF4-FFF2-40B4-BE49-F238E27FC236}">
                <a16:creationId xmlns:a16="http://schemas.microsoft.com/office/drawing/2014/main" id="{8BC6B76F-D071-82DC-B44A-2FE955170B9F}"/>
              </a:ext>
            </a:extLst>
          </p:cNvPr>
          <p:cNvSpPr txBox="1"/>
          <p:nvPr/>
        </p:nvSpPr>
        <p:spPr>
          <a:xfrm>
            <a:off x="9114120" y="4584339"/>
            <a:ext cx="726975"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KUALA LUMPUR</a:t>
            </a:r>
          </a:p>
        </p:txBody>
      </p:sp>
      <p:sp>
        <p:nvSpPr>
          <p:cNvPr id="272" name="object 41">
            <a:extLst>
              <a:ext uri="{FF2B5EF4-FFF2-40B4-BE49-F238E27FC236}">
                <a16:creationId xmlns:a16="http://schemas.microsoft.com/office/drawing/2014/main" id="{163BBE83-7C3A-35D7-F79E-9E71ECF69EA0}"/>
              </a:ext>
            </a:extLst>
          </p:cNvPr>
          <p:cNvSpPr txBox="1"/>
          <p:nvPr/>
        </p:nvSpPr>
        <p:spPr>
          <a:xfrm>
            <a:off x="6114328" y="3074301"/>
            <a:ext cx="457024"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HOLZWEG</a:t>
            </a:r>
          </a:p>
        </p:txBody>
      </p:sp>
      <p:sp>
        <p:nvSpPr>
          <p:cNvPr id="273" name="object 25">
            <a:extLst>
              <a:ext uri="{FF2B5EF4-FFF2-40B4-BE49-F238E27FC236}">
                <a16:creationId xmlns:a16="http://schemas.microsoft.com/office/drawing/2014/main" id="{07649848-BF3F-9526-E518-68B3FA75277D}"/>
              </a:ext>
            </a:extLst>
          </p:cNvPr>
          <p:cNvSpPr txBox="1"/>
          <p:nvPr/>
        </p:nvSpPr>
        <p:spPr>
          <a:xfrm>
            <a:off x="2564125" y="3776781"/>
            <a:ext cx="457024"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HOUSTON</a:t>
            </a:r>
          </a:p>
        </p:txBody>
      </p:sp>
      <p:sp>
        <p:nvSpPr>
          <p:cNvPr id="274" name="object 23">
            <a:extLst>
              <a:ext uri="{FF2B5EF4-FFF2-40B4-BE49-F238E27FC236}">
                <a16:creationId xmlns:a16="http://schemas.microsoft.com/office/drawing/2014/main" id="{A0C63545-8D58-E84D-4ECB-177B82F9B5F3}"/>
              </a:ext>
            </a:extLst>
          </p:cNvPr>
          <p:cNvSpPr txBox="1"/>
          <p:nvPr/>
        </p:nvSpPr>
        <p:spPr>
          <a:xfrm>
            <a:off x="2888198" y="5122805"/>
            <a:ext cx="227327"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LIMA</a:t>
            </a:r>
          </a:p>
        </p:txBody>
      </p:sp>
      <p:sp>
        <p:nvSpPr>
          <p:cNvPr id="275" name="object 21">
            <a:extLst>
              <a:ext uri="{FF2B5EF4-FFF2-40B4-BE49-F238E27FC236}">
                <a16:creationId xmlns:a16="http://schemas.microsoft.com/office/drawing/2014/main" id="{14B72AA8-9CB9-C9FD-EC9F-FA94008609DA}"/>
              </a:ext>
            </a:extLst>
          </p:cNvPr>
          <p:cNvSpPr txBox="1"/>
          <p:nvPr/>
        </p:nvSpPr>
        <p:spPr>
          <a:xfrm>
            <a:off x="3911125" y="5925312"/>
            <a:ext cx="660670"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IN" sz="500" b="0" dirty="0">
                <a:solidFill>
                  <a:schemeClr val="tx1"/>
                </a:solidFill>
                <a:latin typeface="Alibaba PuHuiTi Medium" pitchFamily="18" charset="-122"/>
                <a:ea typeface="Alibaba PuHuiTi Medium" pitchFamily="18" charset="-122"/>
                <a:cs typeface="Alibaba PuHuiTi Medium" pitchFamily="18" charset="-122"/>
              </a:rPr>
              <a:t>BUENOS AIRES</a:t>
            </a:r>
          </a:p>
        </p:txBody>
      </p:sp>
      <p:sp>
        <p:nvSpPr>
          <p:cNvPr id="276" name="object 26">
            <a:extLst>
              <a:ext uri="{FF2B5EF4-FFF2-40B4-BE49-F238E27FC236}">
                <a16:creationId xmlns:a16="http://schemas.microsoft.com/office/drawing/2014/main" id="{71ACA07D-55B4-1D39-0A0A-F8FD1D57013E}"/>
              </a:ext>
            </a:extLst>
          </p:cNvPr>
          <p:cNvSpPr txBox="1"/>
          <p:nvPr/>
        </p:nvSpPr>
        <p:spPr>
          <a:xfrm>
            <a:off x="5601373" y="4401828"/>
            <a:ext cx="291265"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IN" sz="500" b="0">
                <a:solidFill>
                  <a:schemeClr val="tx1"/>
                </a:solidFill>
                <a:latin typeface="Alibaba PuHuiTi Medium" pitchFamily="18" charset="-122"/>
                <a:ea typeface="Alibaba PuHuiTi Medium" pitchFamily="18" charset="-122"/>
                <a:cs typeface="Alibaba PuHuiTi Medium" pitchFamily="18" charset="-122"/>
              </a:rPr>
              <a:t>ABUJA</a:t>
            </a:r>
          </a:p>
        </p:txBody>
      </p:sp>
      <p:sp>
        <p:nvSpPr>
          <p:cNvPr id="277" name="object 26">
            <a:extLst>
              <a:ext uri="{FF2B5EF4-FFF2-40B4-BE49-F238E27FC236}">
                <a16:creationId xmlns:a16="http://schemas.microsoft.com/office/drawing/2014/main" id="{D21C7C43-71B5-F383-2D65-E055E05623C8}"/>
              </a:ext>
            </a:extLst>
          </p:cNvPr>
          <p:cNvSpPr txBox="1"/>
          <p:nvPr/>
        </p:nvSpPr>
        <p:spPr>
          <a:xfrm>
            <a:off x="6706863" y="5564185"/>
            <a:ext cx="743551"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IN" sz="500" b="0" dirty="0">
                <a:solidFill>
                  <a:schemeClr val="tx1"/>
                </a:solidFill>
                <a:latin typeface="Alibaba PuHuiTi Medium" pitchFamily="18" charset="-122"/>
                <a:ea typeface="Alibaba PuHuiTi Medium" pitchFamily="18" charset="-122"/>
                <a:cs typeface="Alibaba PuHuiTi Medium" pitchFamily="18" charset="-122"/>
              </a:rPr>
              <a:t>JOHANNESBURG</a:t>
            </a:r>
          </a:p>
        </p:txBody>
      </p:sp>
      <p:sp>
        <p:nvSpPr>
          <p:cNvPr id="278" name="object 41">
            <a:extLst>
              <a:ext uri="{FF2B5EF4-FFF2-40B4-BE49-F238E27FC236}">
                <a16:creationId xmlns:a16="http://schemas.microsoft.com/office/drawing/2014/main" id="{BB7926A4-6A5A-EA8E-D7B8-145C47069936}"/>
              </a:ext>
            </a:extLst>
          </p:cNvPr>
          <p:cNvSpPr txBox="1"/>
          <p:nvPr/>
        </p:nvSpPr>
        <p:spPr>
          <a:xfrm>
            <a:off x="6378812" y="2954770"/>
            <a:ext cx="352832"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VIENNA</a:t>
            </a:r>
          </a:p>
        </p:txBody>
      </p:sp>
      <p:sp>
        <p:nvSpPr>
          <p:cNvPr id="279" name="object 18">
            <a:extLst>
              <a:ext uri="{FF2B5EF4-FFF2-40B4-BE49-F238E27FC236}">
                <a16:creationId xmlns:a16="http://schemas.microsoft.com/office/drawing/2014/main" id="{F6BDDD0A-1E05-0065-68C6-23C7089A05F1}"/>
              </a:ext>
            </a:extLst>
          </p:cNvPr>
          <p:cNvSpPr txBox="1"/>
          <p:nvPr/>
        </p:nvSpPr>
        <p:spPr>
          <a:xfrm>
            <a:off x="2770857" y="3235397"/>
            <a:ext cx="49017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dirty="0">
                <a:solidFill>
                  <a:schemeClr val="tx1"/>
                </a:solidFill>
                <a:latin typeface="Alibaba PuHuiTi Medium" pitchFamily="18" charset="-122"/>
                <a:ea typeface="Alibaba PuHuiTi Medium" pitchFamily="18" charset="-122"/>
                <a:cs typeface="Alibaba PuHuiTi Medium" pitchFamily="18" charset="-122"/>
              </a:rPr>
              <a:t>NEW YORK</a:t>
            </a:r>
          </a:p>
        </p:txBody>
      </p:sp>
      <p:sp>
        <p:nvSpPr>
          <p:cNvPr id="280" name="object 18">
            <a:extLst>
              <a:ext uri="{FF2B5EF4-FFF2-40B4-BE49-F238E27FC236}">
                <a16:creationId xmlns:a16="http://schemas.microsoft.com/office/drawing/2014/main" id="{A7061408-F7EC-F8BB-FDE5-0C70D00CC533}"/>
              </a:ext>
            </a:extLst>
          </p:cNvPr>
          <p:cNvSpPr txBox="1"/>
          <p:nvPr/>
        </p:nvSpPr>
        <p:spPr>
          <a:xfrm>
            <a:off x="1670399" y="3332161"/>
            <a:ext cx="51385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dirty="0">
                <a:solidFill>
                  <a:schemeClr val="tx1"/>
                </a:solidFill>
                <a:latin typeface="Alibaba PuHuiTi Medium" pitchFamily="18" charset="-122"/>
                <a:ea typeface="Alibaba PuHuiTi Medium" pitchFamily="18" charset="-122"/>
                <a:cs typeface="Alibaba PuHuiTi Medium" pitchFamily="18" charset="-122"/>
              </a:rPr>
              <a:t>COLORADO</a:t>
            </a:r>
            <a:endParaRPr sz="500" b="0" dirty="0">
              <a:solidFill>
                <a:schemeClr val="tx1"/>
              </a:solidFill>
              <a:latin typeface="Alibaba PuHuiTi Medium" pitchFamily="18" charset="-122"/>
              <a:ea typeface="Alibaba PuHuiTi Medium" pitchFamily="18" charset="-122"/>
              <a:cs typeface="Alibaba PuHuiTi Medium" pitchFamily="18" charset="-122"/>
            </a:endParaRPr>
          </a:p>
        </p:txBody>
      </p:sp>
      <p:sp>
        <p:nvSpPr>
          <p:cNvPr id="281" name="object 18">
            <a:extLst>
              <a:ext uri="{FF2B5EF4-FFF2-40B4-BE49-F238E27FC236}">
                <a16:creationId xmlns:a16="http://schemas.microsoft.com/office/drawing/2014/main" id="{B483C29B-2421-37E7-7D47-56190B221D8B}"/>
              </a:ext>
            </a:extLst>
          </p:cNvPr>
          <p:cNvSpPr txBox="1"/>
          <p:nvPr/>
        </p:nvSpPr>
        <p:spPr>
          <a:xfrm>
            <a:off x="2316635" y="3510394"/>
            <a:ext cx="485440"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IN" sz="500" b="0">
                <a:solidFill>
                  <a:schemeClr val="tx1"/>
                </a:solidFill>
                <a:latin typeface="Alibaba PuHuiTi Medium" pitchFamily="18" charset="-122"/>
                <a:ea typeface="Alibaba PuHuiTi Medium" pitchFamily="18" charset="-122"/>
                <a:cs typeface="Alibaba PuHuiTi Medium" pitchFamily="18" charset="-122"/>
              </a:rPr>
              <a:t>KENTUCKY</a:t>
            </a:r>
          </a:p>
        </p:txBody>
      </p:sp>
      <p:sp>
        <p:nvSpPr>
          <p:cNvPr id="282" name="object 16">
            <a:extLst>
              <a:ext uri="{FF2B5EF4-FFF2-40B4-BE49-F238E27FC236}">
                <a16:creationId xmlns:a16="http://schemas.microsoft.com/office/drawing/2014/main" id="{02056809-65A0-1402-1AFF-B32CFB690B94}"/>
              </a:ext>
            </a:extLst>
          </p:cNvPr>
          <p:cNvSpPr txBox="1"/>
          <p:nvPr/>
        </p:nvSpPr>
        <p:spPr>
          <a:xfrm>
            <a:off x="1937966" y="3669955"/>
            <a:ext cx="338623"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dirty="0">
                <a:solidFill>
                  <a:schemeClr val="tx1"/>
                </a:solidFill>
                <a:latin typeface="Alibaba PuHuiTi Medium" pitchFamily="18" charset="-122"/>
                <a:ea typeface="Alibaba PuHuiTi Medium" pitchFamily="18" charset="-122"/>
                <a:cs typeface="Alibaba PuHuiTi Medium" pitchFamily="18" charset="-122"/>
              </a:rPr>
              <a:t>AUSTIN</a:t>
            </a:r>
            <a:endParaRPr sz="500" b="0" dirty="0">
              <a:solidFill>
                <a:schemeClr val="tx1"/>
              </a:solidFill>
              <a:latin typeface="Alibaba PuHuiTi Medium" pitchFamily="18" charset="-122"/>
              <a:ea typeface="Alibaba PuHuiTi Medium" pitchFamily="18" charset="-122"/>
              <a:cs typeface="Alibaba PuHuiTi Medium" pitchFamily="18" charset="-122"/>
            </a:endParaRPr>
          </a:p>
        </p:txBody>
      </p:sp>
      <p:sp>
        <p:nvSpPr>
          <p:cNvPr id="283" name="object 15">
            <a:extLst>
              <a:ext uri="{FF2B5EF4-FFF2-40B4-BE49-F238E27FC236}">
                <a16:creationId xmlns:a16="http://schemas.microsoft.com/office/drawing/2014/main" id="{B5CB9001-0400-96E8-8F1B-AA66C69A0E92}"/>
              </a:ext>
            </a:extLst>
          </p:cNvPr>
          <p:cNvSpPr txBox="1"/>
          <p:nvPr/>
        </p:nvSpPr>
        <p:spPr>
          <a:xfrm>
            <a:off x="4987735" y="2796843"/>
            <a:ext cx="395456"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a:solidFill>
                  <a:schemeClr val="tx1"/>
                </a:solidFill>
                <a:latin typeface="Alibaba PuHuiTi Medium" pitchFamily="18" charset="-122"/>
                <a:ea typeface="Alibaba PuHuiTi Medium" pitchFamily="18" charset="-122"/>
                <a:cs typeface="Alibaba PuHuiTi Medium" pitchFamily="18" charset="-122"/>
              </a:rPr>
              <a:t>IRELAND</a:t>
            </a:r>
            <a:endParaRPr sz="500" b="0">
              <a:solidFill>
                <a:schemeClr val="tx1"/>
              </a:solidFill>
              <a:latin typeface="Alibaba PuHuiTi Medium" pitchFamily="18" charset="-122"/>
              <a:ea typeface="Alibaba PuHuiTi Medium" pitchFamily="18" charset="-122"/>
              <a:cs typeface="Alibaba PuHuiTi Medium" pitchFamily="18" charset="-122"/>
            </a:endParaRPr>
          </a:p>
        </p:txBody>
      </p:sp>
      <p:sp>
        <p:nvSpPr>
          <p:cNvPr id="284" name="object 41">
            <a:extLst>
              <a:ext uri="{FF2B5EF4-FFF2-40B4-BE49-F238E27FC236}">
                <a16:creationId xmlns:a16="http://schemas.microsoft.com/office/drawing/2014/main" id="{4C8D6E32-21E5-8A6E-011A-224003796B9D}"/>
              </a:ext>
            </a:extLst>
          </p:cNvPr>
          <p:cNvSpPr txBox="1"/>
          <p:nvPr/>
        </p:nvSpPr>
        <p:spPr>
          <a:xfrm>
            <a:off x="5872257" y="3187398"/>
            <a:ext cx="589632"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a:solidFill>
                  <a:schemeClr val="tx1"/>
                </a:solidFill>
                <a:latin typeface="Alibaba PuHuiTi Medium" pitchFamily="18" charset="-122"/>
                <a:ea typeface="Alibaba PuHuiTi Medium" pitchFamily="18" charset="-122"/>
                <a:cs typeface="Alibaba PuHuiTi Medium" pitchFamily="18" charset="-122"/>
              </a:rPr>
              <a:t>AMSTERDAM</a:t>
            </a:r>
            <a:endParaRPr sz="500" b="0">
              <a:solidFill>
                <a:schemeClr val="tx1"/>
              </a:solidFill>
              <a:latin typeface="Alibaba PuHuiTi Medium" pitchFamily="18" charset="-122"/>
              <a:ea typeface="Alibaba PuHuiTi Medium" pitchFamily="18" charset="-122"/>
              <a:cs typeface="Alibaba PuHuiTi Medium" pitchFamily="18" charset="-122"/>
            </a:endParaRPr>
          </a:p>
        </p:txBody>
      </p:sp>
      <p:sp>
        <p:nvSpPr>
          <p:cNvPr id="285" name="object 41">
            <a:extLst>
              <a:ext uri="{FF2B5EF4-FFF2-40B4-BE49-F238E27FC236}">
                <a16:creationId xmlns:a16="http://schemas.microsoft.com/office/drawing/2014/main" id="{6D80B804-9E69-EC06-E3FB-866248475678}"/>
              </a:ext>
            </a:extLst>
          </p:cNvPr>
          <p:cNvSpPr txBox="1"/>
          <p:nvPr/>
        </p:nvSpPr>
        <p:spPr>
          <a:xfrm>
            <a:off x="6296894" y="2792739"/>
            <a:ext cx="475968"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IN" sz="500" b="0">
                <a:solidFill>
                  <a:schemeClr val="tx1"/>
                </a:solidFill>
                <a:latin typeface="Alibaba PuHuiTi Medium" pitchFamily="18" charset="-122"/>
                <a:ea typeface="Alibaba PuHuiTi Medium" pitchFamily="18" charset="-122"/>
                <a:cs typeface="Alibaba PuHuiTi Medium" pitchFamily="18" charset="-122"/>
              </a:rPr>
              <a:t>HAMBURG</a:t>
            </a:r>
            <a:endParaRPr sz="500" b="0">
              <a:solidFill>
                <a:schemeClr val="tx1"/>
              </a:solidFill>
              <a:latin typeface="Alibaba PuHuiTi Medium" pitchFamily="18" charset="-122"/>
              <a:ea typeface="Alibaba PuHuiTi Medium" pitchFamily="18" charset="-122"/>
              <a:cs typeface="Alibaba PuHuiTi Medium" pitchFamily="18" charset="-122"/>
            </a:endParaRPr>
          </a:p>
        </p:txBody>
      </p:sp>
      <p:sp>
        <p:nvSpPr>
          <p:cNvPr id="286" name="object 41">
            <a:extLst>
              <a:ext uri="{FF2B5EF4-FFF2-40B4-BE49-F238E27FC236}">
                <a16:creationId xmlns:a16="http://schemas.microsoft.com/office/drawing/2014/main" id="{A97E3524-13BE-E9BB-57E5-9639E1403976}"/>
              </a:ext>
            </a:extLst>
          </p:cNvPr>
          <p:cNvSpPr txBox="1"/>
          <p:nvPr/>
        </p:nvSpPr>
        <p:spPr>
          <a:xfrm>
            <a:off x="5134836" y="2514824"/>
            <a:ext cx="483073"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a:solidFill>
                  <a:schemeClr val="tx1"/>
                </a:solidFill>
                <a:latin typeface="Alibaba PuHuiTi Medium" pitchFamily="18" charset="-122"/>
                <a:ea typeface="Alibaba PuHuiTi Medium" pitchFamily="18" charset="-122"/>
                <a:cs typeface="Alibaba PuHuiTi Medium" pitchFamily="18" charset="-122"/>
              </a:rPr>
              <a:t>ABERDEEN</a:t>
            </a:r>
          </a:p>
        </p:txBody>
      </p:sp>
      <p:sp>
        <p:nvSpPr>
          <p:cNvPr id="287" name="object 41">
            <a:extLst>
              <a:ext uri="{FF2B5EF4-FFF2-40B4-BE49-F238E27FC236}">
                <a16:creationId xmlns:a16="http://schemas.microsoft.com/office/drawing/2014/main" id="{4B58898D-771C-B36F-9C55-D62902A96793}"/>
              </a:ext>
            </a:extLst>
          </p:cNvPr>
          <p:cNvSpPr txBox="1"/>
          <p:nvPr/>
        </p:nvSpPr>
        <p:spPr>
          <a:xfrm>
            <a:off x="5124835" y="2950151"/>
            <a:ext cx="528064"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a:solidFill>
                  <a:schemeClr val="tx1"/>
                </a:solidFill>
                <a:latin typeface="Alibaba PuHuiTi Medium" pitchFamily="18" charset="-122"/>
                <a:ea typeface="Alibaba PuHuiTi Medium" pitchFamily="18" charset="-122"/>
                <a:cs typeface="Alibaba PuHuiTi Medium" pitchFamily="18" charset="-122"/>
              </a:rPr>
              <a:t>GUILDFORD</a:t>
            </a:r>
          </a:p>
        </p:txBody>
      </p:sp>
      <p:sp>
        <p:nvSpPr>
          <p:cNvPr id="288" name="object 41">
            <a:extLst>
              <a:ext uri="{FF2B5EF4-FFF2-40B4-BE49-F238E27FC236}">
                <a16:creationId xmlns:a16="http://schemas.microsoft.com/office/drawing/2014/main" id="{9617B8D3-FC22-0AA7-C147-B3F30F5F5334}"/>
              </a:ext>
            </a:extLst>
          </p:cNvPr>
          <p:cNvSpPr txBox="1"/>
          <p:nvPr/>
        </p:nvSpPr>
        <p:spPr>
          <a:xfrm>
            <a:off x="4995709" y="2668119"/>
            <a:ext cx="544640"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US" sz="500" b="0">
                <a:solidFill>
                  <a:schemeClr val="tx1"/>
                </a:solidFill>
                <a:latin typeface="Alibaba PuHuiTi Medium" pitchFamily="18" charset="-122"/>
                <a:ea typeface="Alibaba PuHuiTi Medium" pitchFamily="18" charset="-122"/>
                <a:cs typeface="Alibaba PuHuiTi Medium" pitchFamily="18" charset="-122"/>
              </a:rPr>
              <a:t>EDINBURGH</a:t>
            </a:r>
          </a:p>
        </p:txBody>
      </p:sp>
      <p:sp>
        <p:nvSpPr>
          <p:cNvPr id="289" name="Oval 118">
            <a:extLst>
              <a:ext uri="{FF2B5EF4-FFF2-40B4-BE49-F238E27FC236}">
                <a16:creationId xmlns:a16="http://schemas.microsoft.com/office/drawing/2014/main" id="{0B0A0E6C-34A8-E387-19E9-A97596E799BA}"/>
              </a:ext>
            </a:extLst>
          </p:cNvPr>
          <p:cNvSpPr>
            <a:spLocks noChangeAspect="1"/>
          </p:cNvSpPr>
          <p:nvPr/>
        </p:nvSpPr>
        <p:spPr>
          <a:xfrm>
            <a:off x="2222312" y="3359203"/>
            <a:ext cx="54275" cy="54161"/>
          </a:xfrm>
          <a:prstGeom prst="ellipse">
            <a:avLst/>
          </a:prstGeom>
          <a:solidFill>
            <a:srgbClr val="006D9E"/>
          </a:solidFill>
          <a:ln>
            <a:solidFill>
              <a:srgbClr val="006D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0" name="Oval 119">
            <a:extLst>
              <a:ext uri="{FF2B5EF4-FFF2-40B4-BE49-F238E27FC236}">
                <a16:creationId xmlns:a16="http://schemas.microsoft.com/office/drawing/2014/main" id="{C757790E-9FC7-B75C-AA30-C2F73C83E6E0}"/>
              </a:ext>
            </a:extLst>
          </p:cNvPr>
          <p:cNvSpPr>
            <a:spLocks noChangeAspect="1"/>
          </p:cNvSpPr>
          <p:nvPr/>
        </p:nvSpPr>
        <p:spPr>
          <a:xfrm>
            <a:off x="2840556" y="3536289"/>
            <a:ext cx="54275" cy="54161"/>
          </a:xfrm>
          <a:prstGeom prst="ellipse">
            <a:avLst/>
          </a:prstGeom>
          <a:solidFill>
            <a:srgbClr val="006D9E"/>
          </a:solidFill>
          <a:ln>
            <a:solidFill>
              <a:srgbClr val="006D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1" name="Oval 120">
            <a:extLst>
              <a:ext uri="{FF2B5EF4-FFF2-40B4-BE49-F238E27FC236}">
                <a16:creationId xmlns:a16="http://schemas.microsoft.com/office/drawing/2014/main" id="{CE55F851-8F28-2166-CF7D-01AB399C1258}"/>
              </a:ext>
            </a:extLst>
          </p:cNvPr>
          <p:cNvSpPr>
            <a:spLocks noChangeAspect="1"/>
          </p:cNvSpPr>
          <p:nvPr/>
        </p:nvSpPr>
        <p:spPr>
          <a:xfrm>
            <a:off x="2321057" y="3714800"/>
            <a:ext cx="54275" cy="54161"/>
          </a:xfrm>
          <a:prstGeom prst="ellipse">
            <a:avLst/>
          </a:prstGeom>
          <a:solidFill>
            <a:srgbClr val="006D9E"/>
          </a:solidFill>
          <a:ln>
            <a:solidFill>
              <a:srgbClr val="006D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2" name="Oval 121">
            <a:extLst>
              <a:ext uri="{FF2B5EF4-FFF2-40B4-BE49-F238E27FC236}">
                <a16:creationId xmlns:a16="http://schemas.microsoft.com/office/drawing/2014/main" id="{3A10313D-007C-348C-AE62-EC3C04B4238A}"/>
              </a:ext>
            </a:extLst>
          </p:cNvPr>
          <p:cNvSpPr>
            <a:spLocks noChangeAspect="1"/>
          </p:cNvSpPr>
          <p:nvPr/>
        </p:nvSpPr>
        <p:spPr>
          <a:xfrm>
            <a:off x="5631241" y="2639449"/>
            <a:ext cx="54275" cy="54161"/>
          </a:xfrm>
          <a:prstGeom prst="ellipse">
            <a:avLst/>
          </a:prstGeom>
          <a:solidFill>
            <a:srgbClr val="006E9F"/>
          </a:solidFill>
          <a:ln>
            <a:solidFill>
              <a:srgbClr val="006E9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3" name="Oval 122">
            <a:extLst>
              <a:ext uri="{FF2B5EF4-FFF2-40B4-BE49-F238E27FC236}">
                <a16:creationId xmlns:a16="http://schemas.microsoft.com/office/drawing/2014/main" id="{C0DF6FF1-07B0-D257-A6C4-7A5AE76D9998}"/>
              </a:ext>
            </a:extLst>
          </p:cNvPr>
          <p:cNvSpPr>
            <a:spLocks noChangeAspect="1"/>
          </p:cNvSpPr>
          <p:nvPr/>
        </p:nvSpPr>
        <p:spPr>
          <a:xfrm>
            <a:off x="5416574" y="2823671"/>
            <a:ext cx="54275" cy="54161"/>
          </a:xfrm>
          <a:prstGeom prst="ellipse">
            <a:avLst/>
          </a:prstGeom>
          <a:solidFill>
            <a:srgbClr val="006D9E"/>
          </a:solidFill>
          <a:ln>
            <a:solidFill>
              <a:srgbClr val="006D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4" name="Oval 123">
            <a:extLst>
              <a:ext uri="{FF2B5EF4-FFF2-40B4-BE49-F238E27FC236}">
                <a16:creationId xmlns:a16="http://schemas.microsoft.com/office/drawing/2014/main" id="{D5404696-2E61-1588-9A2E-5BA3FF7FD45D}"/>
              </a:ext>
            </a:extLst>
          </p:cNvPr>
          <p:cNvSpPr>
            <a:spLocks noChangeAspect="1"/>
          </p:cNvSpPr>
          <p:nvPr/>
        </p:nvSpPr>
        <p:spPr>
          <a:xfrm>
            <a:off x="5777215" y="3089297"/>
            <a:ext cx="54275" cy="54161"/>
          </a:xfrm>
          <a:prstGeom prst="ellipse">
            <a:avLst/>
          </a:prstGeom>
          <a:solidFill>
            <a:srgbClr val="006D9E"/>
          </a:solidFill>
          <a:ln>
            <a:solidFill>
              <a:srgbClr val="006D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5" name="Oval 124">
            <a:extLst>
              <a:ext uri="{FF2B5EF4-FFF2-40B4-BE49-F238E27FC236}">
                <a16:creationId xmlns:a16="http://schemas.microsoft.com/office/drawing/2014/main" id="{49C38390-E58B-33E5-A1CC-1872DCFE645A}"/>
              </a:ext>
            </a:extLst>
          </p:cNvPr>
          <p:cNvSpPr>
            <a:spLocks noChangeAspect="1"/>
          </p:cNvSpPr>
          <p:nvPr/>
        </p:nvSpPr>
        <p:spPr>
          <a:xfrm>
            <a:off x="6137859" y="2823671"/>
            <a:ext cx="54275" cy="54161"/>
          </a:xfrm>
          <a:prstGeom prst="ellipse">
            <a:avLst/>
          </a:prstGeom>
          <a:solidFill>
            <a:srgbClr val="006D9E"/>
          </a:solidFill>
          <a:ln>
            <a:solidFill>
              <a:srgbClr val="006D9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500" baseline="0" err="1">
              <a:latin typeface="Alibaba PuHuiTi Medium" pitchFamily="18" charset="-122"/>
              <a:ea typeface="Alibaba PuHuiTi Medium" pitchFamily="18" charset="-122"/>
              <a:cs typeface="Alibaba PuHuiTi Medium" pitchFamily="18" charset="-122"/>
            </a:endParaRPr>
          </a:p>
        </p:txBody>
      </p:sp>
      <p:sp>
        <p:nvSpPr>
          <p:cNvPr id="296" name="object 41">
            <a:extLst>
              <a:ext uri="{FF2B5EF4-FFF2-40B4-BE49-F238E27FC236}">
                <a16:creationId xmlns:a16="http://schemas.microsoft.com/office/drawing/2014/main" id="{C76707B0-4CA2-A71A-A18F-F74FE23CF212}"/>
              </a:ext>
            </a:extLst>
          </p:cNvPr>
          <p:cNvSpPr txBox="1"/>
          <p:nvPr/>
        </p:nvSpPr>
        <p:spPr>
          <a:xfrm>
            <a:off x="5872201" y="2686205"/>
            <a:ext cx="385984" cy="113664"/>
          </a:xfrm>
          <a:prstGeom prst="rect">
            <a:avLst/>
          </a:prstGeom>
          <a:solidFill>
            <a:schemeClr val="bg1"/>
          </a:solid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sz="500" b="0">
                <a:solidFill>
                  <a:schemeClr val="tx1"/>
                </a:solidFill>
                <a:latin typeface="Alibaba PuHuiTi Medium" pitchFamily="18" charset="-122"/>
                <a:ea typeface="Alibaba PuHuiTi Medium" pitchFamily="18" charset="-122"/>
                <a:cs typeface="Alibaba PuHuiTi Medium" pitchFamily="18" charset="-122"/>
              </a:rPr>
              <a:t>AARHUS</a:t>
            </a:r>
          </a:p>
        </p:txBody>
      </p:sp>
      <p:sp>
        <p:nvSpPr>
          <p:cNvPr id="297" name="Oval 126">
            <a:extLst>
              <a:ext uri="{FF2B5EF4-FFF2-40B4-BE49-F238E27FC236}">
                <a16:creationId xmlns:a16="http://schemas.microsoft.com/office/drawing/2014/main" id="{AA83B468-ECE8-4E7C-E861-5B615F23D85D}"/>
              </a:ext>
            </a:extLst>
          </p:cNvPr>
          <p:cNvSpPr/>
          <p:nvPr/>
        </p:nvSpPr>
        <p:spPr>
          <a:xfrm>
            <a:off x="3442693" y="316840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298" name="Oval 127">
            <a:extLst>
              <a:ext uri="{FF2B5EF4-FFF2-40B4-BE49-F238E27FC236}">
                <a16:creationId xmlns:a16="http://schemas.microsoft.com/office/drawing/2014/main" id="{B0B56090-B309-ED05-D219-C6EA6781E9F9}"/>
              </a:ext>
            </a:extLst>
          </p:cNvPr>
          <p:cNvSpPr/>
          <p:nvPr/>
        </p:nvSpPr>
        <p:spPr>
          <a:xfrm>
            <a:off x="3087409" y="308046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299" name="Oval 128">
            <a:extLst>
              <a:ext uri="{FF2B5EF4-FFF2-40B4-BE49-F238E27FC236}">
                <a16:creationId xmlns:a16="http://schemas.microsoft.com/office/drawing/2014/main" id="{85834FAF-F06C-64A6-D49F-D534FBAC434D}"/>
              </a:ext>
            </a:extLst>
          </p:cNvPr>
          <p:cNvSpPr/>
          <p:nvPr/>
        </p:nvSpPr>
        <p:spPr>
          <a:xfrm>
            <a:off x="3291434" y="325986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0" name="Oval 129">
            <a:extLst>
              <a:ext uri="{FF2B5EF4-FFF2-40B4-BE49-F238E27FC236}">
                <a16:creationId xmlns:a16="http://schemas.microsoft.com/office/drawing/2014/main" id="{B65D044C-7C93-0782-1A7F-A3EB4F10833D}"/>
              </a:ext>
            </a:extLst>
          </p:cNvPr>
          <p:cNvSpPr/>
          <p:nvPr/>
        </p:nvSpPr>
        <p:spPr>
          <a:xfrm>
            <a:off x="3185906" y="343926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1" name="Oval 130">
            <a:extLst>
              <a:ext uri="{FF2B5EF4-FFF2-40B4-BE49-F238E27FC236}">
                <a16:creationId xmlns:a16="http://schemas.microsoft.com/office/drawing/2014/main" id="{A1CA8F1E-584C-F26C-17FD-DF4AE3112822}"/>
              </a:ext>
            </a:extLst>
          </p:cNvPr>
          <p:cNvSpPr/>
          <p:nvPr/>
        </p:nvSpPr>
        <p:spPr>
          <a:xfrm>
            <a:off x="2830626" y="352720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2" name="Oval 131">
            <a:extLst>
              <a:ext uri="{FF2B5EF4-FFF2-40B4-BE49-F238E27FC236}">
                <a16:creationId xmlns:a16="http://schemas.microsoft.com/office/drawing/2014/main" id="{B9322294-46B9-1B31-45AC-CBC592912370}"/>
              </a:ext>
            </a:extLst>
          </p:cNvPr>
          <p:cNvSpPr/>
          <p:nvPr/>
        </p:nvSpPr>
        <p:spPr>
          <a:xfrm>
            <a:off x="1842168" y="290106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3" name="Oval 132">
            <a:extLst>
              <a:ext uri="{FF2B5EF4-FFF2-40B4-BE49-F238E27FC236}">
                <a16:creationId xmlns:a16="http://schemas.microsoft.com/office/drawing/2014/main" id="{609F9B0E-5823-9511-1763-59044851E5FA}"/>
              </a:ext>
            </a:extLst>
          </p:cNvPr>
          <p:cNvSpPr/>
          <p:nvPr/>
        </p:nvSpPr>
        <p:spPr>
          <a:xfrm>
            <a:off x="2211522" y="334780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4" name="Oval 133">
            <a:extLst>
              <a:ext uri="{FF2B5EF4-FFF2-40B4-BE49-F238E27FC236}">
                <a16:creationId xmlns:a16="http://schemas.microsoft.com/office/drawing/2014/main" id="{DEE6535D-DC93-F23C-F6DD-1E91FFA0E816}"/>
              </a:ext>
            </a:extLst>
          </p:cNvPr>
          <p:cNvSpPr/>
          <p:nvPr/>
        </p:nvSpPr>
        <p:spPr>
          <a:xfrm>
            <a:off x="2310016" y="370660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5" name="Oval 134">
            <a:extLst>
              <a:ext uri="{FF2B5EF4-FFF2-40B4-BE49-F238E27FC236}">
                <a16:creationId xmlns:a16="http://schemas.microsoft.com/office/drawing/2014/main" id="{EF869343-6AE3-619C-6EB9-32539ADE5455}"/>
              </a:ext>
            </a:extLst>
          </p:cNvPr>
          <p:cNvSpPr/>
          <p:nvPr/>
        </p:nvSpPr>
        <p:spPr>
          <a:xfrm>
            <a:off x="2468310" y="379454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6" name="Oval 135">
            <a:extLst>
              <a:ext uri="{FF2B5EF4-FFF2-40B4-BE49-F238E27FC236}">
                <a16:creationId xmlns:a16="http://schemas.microsoft.com/office/drawing/2014/main" id="{C064EF3A-7489-5C70-7B35-C2941AC0E75F}"/>
              </a:ext>
            </a:extLst>
          </p:cNvPr>
          <p:cNvSpPr/>
          <p:nvPr/>
        </p:nvSpPr>
        <p:spPr>
          <a:xfrm>
            <a:off x="2464791" y="4149822"/>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7" name="Oval 136">
            <a:extLst>
              <a:ext uri="{FF2B5EF4-FFF2-40B4-BE49-F238E27FC236}">
                <a16:creationId xmlns:a16="http://schemas.microsoft.com/office/drawing/2014/main" id="{79A4FDE2-3796-A73C-C2C6-CEB26C44F4CE}"/>
              </a:ext>
            </a:extLst>
          </p:cNvPr>
          <p:cNvSpPr/>
          <p:nvPr/>
        </p:nvSpPr>
        <p:spPr>
          <a:xfrm>
            <a:off x="3136661" y="5134762"/>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8" name="Oval 137">
            <a:extLst>
              <a:ext uri="{FF2B5EF4-FFF2-40B4-BE49-F238E27FC236}">
                <a16:creationId xmlns:a16="http://schemas.microsoft.com/office/drawing/2014/main" id="{75F54A6C-291F-B1A2-8019-4767CB6614FF}"/>
              </a:ext>
            </a:extLst>
          </p:cNvPr>
          <p:cNvSpPr/>
          <p:nvPr/>
        </p:nvSpPr>
        <p:spPr>
          <a:xfrm>
            <a:off x="4121600" y="5577985"/>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09" name="Oval 138">
            <a:extLst>
              <a:ext uri="{FF2B5EF4-FFF2-40B4-BE49-F238E27FC236}">
                <a16:creationId xmlns:a16="http://schemas.microsoft.com/office/drawing/2014/main" id="{E8F83740-AE5D-24FA-9E6C-ECEBC0AB2165}"/>
              </a:ext>
            </a:extLst>
          </p:cNvPr>
          <p:cNvSpPr/>
          <p:nvPr/>
        </p:nvSpPr>
        <p:spPr>
          <a:xfrm>
            <a:off x="3805011" y="5940303"/>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0" name="Oval 139">
            <a:extLst>
              <a:ext uri="{FF2B5EF4-FFF2-40B4-BE49-F238E27FC236}">
                <a16:creationId xmlns:a16="http://schemas.microsoft.com/office/drawing/2014/main" id="{B5109E20-E858-1DFE-72F4-FBD4DA885F82}"/>
              </a:ext>
            </a:extLst>
          </p:cNvPr>
          <p:cNvSpPr/>
          <p:nvPr/>
        </p:nvSpPr>
        <p:spPr>
          <a:xfrm>
            <a:off x="5563833" y="2725177"/>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1" name="Oval 140">
            <a:extLst>
              <a:ext uri="{FF2B5EF4-FFF2-40B4-BE49-F238E27FC236}">
                <a16:creationId xmlns:a16="http://schemas.microsoft.com/office/drawing/2014/main" id="{4D017BF0-F95D-B56F-FEED-4658DB1E53D2}"/>
              </a:ext>
            </a:extLst>
          </p:cNvPr>
          <p:cNvSpPr/>
          <p:nvPr/>
        </p:nvSpPr>
        <p:spPr>
          <a:xfrm>
            <a:off x="5623632" y="2630202"/>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2" name="Oval 141">
            <a:extLst>
              <a:ext uri="{FF2B5EF4-FFF2-40B4-BE49-F238E27FC236}">
                <a16:creationId xmlns:a16="http://schemas.microsoft.com/office/drawing/2014/main" id="{4EDF81FF-1A37-6183-D4FF-C1CC6D5EAEF5}"/>
              </a:ext>
            </a:extLst>
          </p:cNvPr>
          <p:cNvSpPr/>
          <p:nvPr/>
        </p:nvSpPr>
        <p:spPr>
          <a:xfrm>
            <a:off x="5405538" y="2813119"/>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3" name="Oval 142">
            <a:extLst>
              <a:ext uri="{FF2B5EF4-FFF2-40B4-BE49-F238E27FC236}">
                <a16:creationId xmlns:a16="http://schemas.microsoft.com/office/drawing/2014/main" id="{14FC534F-43D7-BEC0-0153-68037624DEF8}"/>
              </a:ext>
            </a:extLst>
          </p:cNvPr>
          <p:cNvSpPr/>
          <p:nvPr/>
        </p:nvSpPr>
        <p:spPr>
          <a:xfrm>
            <a:off x="5665844" y="2904577"/>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4" name="Oval 143">
            <a:extLst>
              <a:ext uri="{FF2B5EF4-FFF2-40B4-BE49-F238E27FC236}">
                <a16:creationId xmlns:a16="http://schemas.microsoft.com/office/drawing/2014/main" id="{76E88C93-7FB2-FE10-8B2B-CFB182D40FFF}"/>
              </a:ext>
            </a:extLst>
          </p:cNvPr>
          <p:cNvSpPr/>
          <p:nvPr/>
        </p:nvSpPr>
        <p:spPr>
          <a:xfrm>
            <a:off x="5669361" y="308046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5" name="Oval 144">
            <a:extLst>
              <a:ext uri="{FF2B5EF4-FFF2-40B4-BE49-F238E27FC236}">
                <a16:creationId xmlns:a16="http://schemas.microsoft.com/office/drawing/2014/main" id="{BD7D8750-EBF0-61FD-1E93-E93B4909A048}"/>
              </a:ext>
            </a:extLst>
          </p:cNvPr>
          <p:cNvSpPr/>
          <p:nvPr/>
        </p:nvSpPr>
        <p:spPr>
          <a:xfrm>
            <a:off x="5767855" y="3080460"/>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6" name="Oval 145">
            <a:extLst>
              <a:ext uri="{FF2B5EF4-FFF2-40B4-BE49-F238E27FC236}">
                <a16:creationId xmlns:a16="http://schemas.microsoft.com/office/drawing/2014/main" id="{12B37387-07D6-C87B-DC90-D0D907A0E8F2}"/>
              </a:ext>
            </a:extLst>
          </p:cNvPr>
          <p:cNvSpPr/>
          <p:nvPr/>
        </p:nvSpPr>
        <p:spPr>
          <a:xfrm>
            <a:off x="6028160" y="281312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7" name="Oval 146">
            <a:extLst>
              <a:ext uri="{FF2B5EF4-FFF2-40B4-BE49-F238E27FC236}">
                <a16:creationId xmlns:a16="http://schemas.microsoft.com/office/drawing/2014/main" id="{B759591B-4C08-F181-51A5-7E461A3BBCA4}"/>
              </a:ext>
            </a:extLst>
          </p:cNvPr>
          <p:cNvSpPr/>
          <p:nvPr/>
        </p:nvSpPr>
        <p:spPr>
          <a:xfrm>
            <a:off x="6126654" y="281312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8" name="Oval 147">
            <a:extLst>
              <a:ext uri="{FF2B5EF4-FFF2-40B4-BE49-F238E27FC236}">
                <a16:creationId xmlns:a16="http://schemas.microsoft.com/office/drawing/2014/main" id="{CCAF9638-848F-C9EF-C583-69C1D3DB59E6}"/>
              </a:ext>
            </a:extLst>
          </p:cNvPr>
          <p:cNvSpPr/>
          <p:nvPr/>
        </p:nvSpPr>
        <p:spPr>
          <a:xfrm>
            <a:off x="6031679" y="299252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19" name="Oval 148">
            <a:extLst>
              <a:ext uri="{FF2B5EF4-FFF2-40B4-BE49-F238E27FC236}">
                <a16:creationId xmlns:a16="http://schemas.microsoft.com/office/drawing/2014/main" id="{61518E70-62D9-4FEA-D045-0F6554A92255}"/>
              </a:ext>
            </a:extLst>
          </p:cNvPr>
          <p:cNvSpPr/>
          <p:nvPr/>
        </p:nvSpPr>
        <p:spPr>
          <a:xfrm>
            <a:off x="6239764" y="299252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0" name="Oval 149">
            <a:extLst>
              <a:ext uri="{FF2B5EF4-FFF2-40B4-BE49-F238E27FC236}">
                <a16:creationId xmlns:a16="http://schemas.microsoft.com/office/drawing/2014/main" id="{AA23A172-FE0A-5F5C-38C8-646459E77D68}"/>
              </a:ext>
            </a:extLst>
          </p:cNvPr>
          <p:cNvSpPr/>
          <p:nvPr/>
        </p:nvSpPr>
        <p:spPr>
          <a:xfrm>
            <a:off x="7217668" y="2721663"/>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1" name="Oval 150">
            <a:extLst>
              <a:ext uri="{FF2B5EF4-FFF2-40B4-BE49-F238E27FC236}">
                <a16:creationId xmlns:a16="http://schemas.microsoft.com/office/drawing/2014/main" id="{8EEACB63-2B7E-B2C8-A022-692C14393E5F}"/>
              </a:ext>
            </a:extLst>
          </p:cNvPr>
          <p:cNvSpPr/>
          <p:nvPr/>
        </p:nvSpPr>
        <p:spPr>
          <a:xfrm>
            <a:off x="8047832" y="2901063"/>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2" name="Oval 151">
            <a:extLst>
              <a:ext uri="{FF2B5EF4-FFF2-40B4-BE49-F238E27FC236}">
                <a16:creationId xmlns:a16="http://schemas.microsoft.com/office/drawing/2014/main" id="{94BF2C3D-3B76-393D-FE59-E438509E3855}"/>
              </a:ext>
            </a:extLst>
          </p:cNvPr>
          <p:cNvSpPr/>
          <p:nvPr/>
        </p:nvSpPr>
        <p:spPr>
          <a:xfrm>
            <a:off x="8251854" y="3794543"/>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3" name="Oval 152">
            <a:extLst>
              <a:ext uri="{FF2B5EF4-FFF2-40B4-BE49-F238E27FC236}">
                <a16:creationId xmlns:a16="http://schemas.microsoft.com/office/drawing/2014/main" id="{BF3665D9-933C-7E43-1EF3-5FF20C3355F8}"/>
              </a:ext>
            </a:extLst>
          </p:cNvPr>
          <p:cNvSpPr/>
          <p:nvPr/>
        </p:nvSpPr>
        <p:spPr>
          <a:xfrm>
            <a:off x="7530738" y="397746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4" name="Oval 153">
            <a:extLst>
              <a:ext uri="{FF2B5EF4-FFF2-40B4-BE49-F238E27FC236}">
                <a16:creationId xmlns:a16="http://schemas.microsoft.com/office/drawing/2014/main" id="{85FEE9B4-76B6-8BD2-0042-E3FE555C86F7}"/>
              </a:ext>
            </a:extLst>
          </p:cNvPr>
          <p:cNvSpPr/>
          <p:nvPr/>
        </p:nvSpPr>
        <p:spPr>
          <a:xfrm>
            <a:off x="7375962" y="4065401"/>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5" name="Oval 154">
            <a:extLst>
              <a:ext uri="{FF2B5EF4-FFF2-40B4-BE49-F238E27FC236}">
                <a16:creationId xmlns:a16="http://schemas.microsoft.com/office/drawing/2014/main" id="{1AA2F8D6-9237-549D-B9B4-EA24ADED35AB}"/>
              </a:ext>
            </a:extLst>
          </p:cNvPr>
          <p:cNvSpPr/>
          <p:nvPr/>
        </p:nvSpPr>
        <p:spPr>
          <a:xfrm>
            <a:off x="5930210" y="4417167"/>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6" name="Oval 155">
            <a:extLst>
              <a:ext uri="{FF2B5EF4-FFF2-40B4-BE49-F238E27FC236}">
                <a16:creationId xmlns:a16="http://schemas.microsoft.com/office/drawing/2014/main" id="{10CBBA57-0355-1C17-4988-EC4039F2865E}"/>
              </a:ext>
            </a:extLst>
          </p:cNvPr>
          <p:cNvSpPr/>
          <p:nvPr/>
        </p:nvSpPr>
        <p:spPr>
          <a:xfrm>
            <a:off x="8978355" y="4508457"/>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7" name="Oval 156">
            <a:extLst>
              <a:ext uri="{FF2B5EF4-FFF2-40B4-BE49-F238E27FC236}">
                <a16:creationId xmlns:a16="http://schemas.microsoft.com/office/drawing/2014/main" id="{6DD46F7A-A05F-9055-7411-6215C9852D67}"/>
              </a:ext>
            </a:extLst>
          </p:cNvPr>
          <p:cNvSpPr/>
          <p:nvPr/>
        </p:nvSpPr>
        <p:spPr>
          <a:xfrm>
            <a:off x="9031120" y="4599916"/>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8" name="Oval 157">
            <a:extLst>
              <a:ext uri="{FF2B5EF4-FFF2-40B4-BE49-F238E27FC236}">
                <a16:creationId xmlns:a16="http://schemas.microsoft.com/office/drawing/2014/main" id="{9D7BD0C0-5B01-F229-C292-1D2A80B5EC0A}"/>
              </a:ext>
            </a:extLst>
          </p:cNvPr>
          <p:cNvSpPr/>
          <p:nvPr/>
        </p:nvSpPr>
        <p:spPr>
          <a:xfrm>
            <a:off x="9133132" y="4955199"/>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29" name="Oval 158">
            <a:extLst>
              <a:ext uri="{FF2B5EF4-FFF2-40B4-BE49-F238E27FC236}">
                <a16:creationId xmlns:a16="http://schemas.microsoft.com/office/drawing/2014/main" id="{1E57DC2B-2AF4-2963-3A69-0471F6781932}"/>
              </a:ext>
            </a:extLst>
          </p:cNvPr>
          <p:cNvSpPr/>
          <p:nvPr/>
        </p:nvSpPr>
        <p:spPr>
          <a:xfrm>
            <a:off x="9491932" y="3973776"/>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0" name="Oval 159">
            <a:extLst>
              <a:ext uri="{FF2B5EF4-FFF2-40B4-BE49-F238E27FC236}">
                <a16:creationId xmlns:a16="http://schemas.microsoft.com/office/drawing/2014/main" id="{3383FDC1-A33C-A04A-D6C6-A49ACDCA97BD}"/>
              </a:ext>
            </a:extLst>
          </p:cNvPr>
          <p:cNvSpPr/>
          <p:nvPr/>
        </p:nvSpPr>
        <p:spPr>
          <a:xfrm>
            <a:off x="9544696" y="3347637"/>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1" name="Oval 160">
            <a:extLst>
              <a:ext uri="{FF2B5EF4-FFF2-40B4-BE49-F238E27FC236}">
                <a16:creationId xmlns:a16="http://schemas.microsoft.com/office/drawing/2014/main" id="{D90ED68D-6FE5-FD52-C82D-C9790A7BDED4}"/>
              </a:ext>
            </a:extLst>
          </p:cNvPr>
          <p:cNvSpPr/>
          <p:nvPr/>
        </p:nvSpPr>
        <p:spPr>
          <a:xfrm>
            <a:off x="9805000" y="3439095"/>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2" name="Oval 161">
            <a:extLst>
              <a:ext uri="{FF2B5EF4-FFF2-40B4-BE49-F238E27FC236}">
                <a16:creationId xmlns:a16="http://schemas.microsoft.com/office/drawing/2014/main" id="{DDEA4F30-EA64-31AA-9D9E-FA81F00B1279}"/>
              </a:ext>
            </a:extLst>
          </p:cNvPr>
          <p:cNvSpPr/>
          <p:nvPr/>
        </p:nvSpPr>
        <p:spPr>
          <a:xfrm>
            <a:off x="10276364" y="3523518"/>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3" name="Oval 162">
            <a:extLst>
              <a:ext uri="{FF2B5EF4-FFF2-40B4-BE49-F238E27FC236}">
                <a16:creationId xmlns:a16="http://schemas.microsoft.com/office/drawing/2014/main" id="{D8317D26-4F26-6A1D-212D-F302FA1601F0}"/>
              </a:ext>
            </a:extLst>
          </p:cNvPr>
          <p:cNvSpPr/>
          <p:nvPr/>
        </p:nvSpPr>
        <p:spPr>
          <a:xfrm>
            <a:off x="6602081" y="5577988"/>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4" name="Oval 163">
            <a:extLst>
              <a:ext uri="{FF2B5EF4-FFF2-40B4-BE49-F238E27FC236}">
                <a16:creationId xmlns:a16="http://schemas.microsoft.com/office/drawing/2014/main" id="{8BC02342-BD23-ADA3-09A1-49450B0202A4}"/>
              </a:ext>
            </a:extLst>
          </p:cNvPr>
          <p:cNvSpPr/>
          <p:nvPr/>
        </p:nvSpPr>
        <p:spPr>
          <a:xfrm>
            <a:off x="9490068" y="5760906"/>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5" name="Oval 164">
            <a:extLst>
              <a:ext uri="{FF2B5EF4-FFF2-40B4-BE49-F238E27FC236}">
                <a16:creationId xmlns:a16="http://schemas.microsoft.com/office/drawing/2014/main" id="{4C77B9E4-5D26-31FA-A6A8-9C163CC7E461}"/>
              </a:ext>
            </a:extLst>
          </p:cNvPr>
          <p:cNvSpPr/>
          <p:nvPr/>
        </p:nvSpPr>
        <p:spPr>
          <a:xfrm>
            <a:off x="10679032" y="5669448"/>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6" name="Oval 165">
            <a:extLst>
              <a:ext uri="{FF2B5EF4-FFF2-40B4-BE49-F238E27FC236}">
                <a16:creationId xmlns:a16="http://schemas.microsoft.com/office/drawing/2014/main" id="{58B6938B-CCFB-E2D0-12BC-7724C6A552D0}"/>
              </a:ext>
            </a:extLst>
          </p:cNvPr>
          <p:cNvSpPr/>
          <p:nvPr/>
        </p:nvSpPr>
        <p:spPr>
          <a:xfrm>
            <a:off x="10580538" y="6028248"/>
            <a:ext cx="74452" cy="74452"/>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9" name="Rectangle: Rounded Corners 168">
            <a:extLst>
              <a:ext uri="{FF2B5EF4-FFF2-40B4-BE49-F238E27FC236}">
                <a16:creationId xmlns:a16="http://schemas.microsoft.com/office/drawing/2014/main" id="{36166EA0-9CAE-2A55-B780-F59D7EE9B5F3}"/>
              </a:ext>
            </a:extLst>
          </p:cNvPr>
          <p:cNvSpPr/>
          <p:nvPr/>
        </p:nvSpPr>
        <p:spPr>
          <a:xfrm>
            <a:off x="444618" y="5919577"/>
            <a:ext cx="1502194" cy="261782"/>
          </a:xfrm>
          <a:prstGeom prst="roundRect">
            <a:avLst>
              <a:gd name="adj" fmla="val 30105"/>
            </a:avLst>
          </a:prstGeom>
          <a:solidFill>
            <a:srgbClr val="BB3023"/>
          </a:solidFill>
          <a:ln w="12700">
            <a:solidFill>
              <a:schemeClr val="bg1">
                <a:lumMod val="9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41" name="Rectangle 3">
            <a:extLst>
              <a:ext uri="{FF2B5EF4-FFF2-40B4-BE49-F238E27FC236}">
                <a16:creationId xmlns:a16="http://schemas.microsoft.com/office/drawing/2014/main" id="{7992F09C-C1CC-B65C-DDD4-BF929E5A62F5}"/>
              </a:ext>
            </a:extLst>
          </p:cNvPr>
          <p:cNvSpPr/>
          <p:nvPr/>
        </p:nvSpPr>
        <p:spPr>
          <a:xfrm>
            <a:off x="2911359" y="1012544"/>
            <a:ext cx="6296223" cy="18147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latin typeface="Alibaba PuHuiTi Medium" pitchFamily="18" charset="-122"/>
              <a:ea typeface="Alibaba PuHuiTi Medium" pitchFamily="18" charset="-122"/>
              <a:cs typeface="Alibaba PuHuiTi Medium" pitchFamily="18" charset="-122"/>
            </a:endParaRPr>
          </a:p>
        </p:txBody>
      </p:sp>
      <p:sp>
        <p:nvSpPr>
          <p:cNvPr id="337" name="object 16">
            <a:extLst>
              <a:ext uri="{FF2B5EF4-FFF2-40B4-BE49-F238E27FC236}">
                <a16:creationId xmlns:a16="http://schemas.microsoft.com/office/drawing/2014/main" id="{6EF04C29-A7CD-2069-C3BD-5099CF7EA0FB}"/>
              </a:ext>
            </a:extLst>
          </p:cNvPr>
          <p:cNvSpPr txBox="1"/>
          <p:nvPr/>
        </p:nvSpPr>
        <p:spPr>
          <a:xfrm>
            <a:off x="696338" y="5993930"/>
            <a:ext cx="1176604" cy="107722"/>
          </a:xfrm>
          <a:prstGeom prst="rect">
            <a:avLst/>
          </a:prstGeom>
          <a:noFill/>
        </p:spPr>
        <p:txBody>
          <a:bodyPr vert="horz" wrap="none" lIns="0" tIns="0" rIns="0" bIns="0" rtlCol="0" anchor="ctr">
            <a:spAutoFit/>
          </a:bodyPr>
          <a:lstStyle>
            <a:defPPr>
              <a:defRPr lang="en-US"/>
            </a:defPPr>
            <a:lvl1pPr algn="r" fontAlgn="auto">
              <a:spcBef>
                <a:spcPts val="0"/>
              </a:spcBef>
              <a:spcAft>
                <a:spcPts val="0"/>
              </a:spcAft>
              <a:defRPr sz="400" b="1" baseline="0">
                <a:solidFill>
                  <a:srgbClr val="006D9E"/>
                </a:solidFill>
                <a:latin typeface="Roboto" panose="020B0604020202020204" charset="0"/>
                <a:ea typeface="Roboto" panose="020B0604020202020204" charset="0"/>
                <a:cs typeface="Roboto" panose="020B0604020202020204" charset="0"/>
              </a:defRPr>
            </a:lvl1pPr>
          </a:lstStyle>
          <a:p>
            <a:r>
              <a:rPr lang="en-GB" sz="700" b="0" dirty="0">
                <a:solidFill>
                  <a:schemeClr val="bg1"/>
                </a:solidFill>
                <a:latin typeface="Alibaba PuHuiTi Medium" pitchFamily="18" charset="-122"/>
                <a:ea typeface="Alibaba PuHuiTi Medium" pitchFamily="18" charset="-122"/>
                <a:cs typeface="Alibaba PuHuiTi Medium" pitchFamily="18" charset="-122"/>
              </a:rPr>
              <a:t>WOOD MACKENZIE OFFICES</a:t>
            </a:r>
            <a:endParaRPr sz="700" b="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38" name="Oval 167">
            <a:extLst>
              <a:ext uri="{FF2B5EF4-FFF2-40B4-BE49-F238E27FC236}">
                <a16:creationId xmlns:a16="http://schemas.microsoft.com/office/drawing/2014/main" id="{1AA2A162-750D-4E4B-A030-F4A461B41322}"/>
              </a:ext>
            </a:extLst>
          </p:cNvPr>
          <p:cNvSpPr/>
          <p:nvPr/>
        </p:nvSpPr>
        <p:spPr>
          <a:xfrm>
            <a:off x="526850" y="6009233"/>
            <a:ext cx="74452" cy="74452"/>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baseline="0" dirty="0">
              <a:solidFill>
                <a:schemeClr val="bg1"/>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263136320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 name="Group 3">
            <a:extLst>
              <a:ext uri="{FF2B5EF4-FFF2-40B4-BE49-F238E27FC236}">
                <a16:creationId xmlns:a16="http://schemas.microsoft.com/office/drawing/2014/main" id="{1DE1875C-F58F-9B07-B7E5-F9F6492ABD0E}"/>
              </a:ext>
            </a:extLst>
          </p:cNvPr>
          <p:cNvGrpSpPr/>
          <p:nvPr/>
        </p:nvGrpSpPr>
        <p:grpSpPr>
          <a:xfrm>
            <a:off x="505482" y="2153178"/>
            <a:ext cx="5550139" cy="4373217"/>
            <a:chOff x="6097266" y="1718655"/>
            <a:chExt cx="2666145" cy="2100783"/>
          </a:xfrm>
          <a:solidFill>
            <a:srgbClr val="1E344D">
              <a:alpha val="28412"/>
            </a:srgbClr>
          </a:solidFill>
        </p:grpSpPr>
        <p:grpSp>
          <p:nvGrpSpPr>
            <p:cNvPr id="166" name="Graphic 11">
              <a:extLst>
                <a:ext uri="{FF2B5EF4-FFF2-40B4-BE49-F238E27FC236}">
                  <a16:creationId xmlns:a16="http://schemas.microsoft.com/office/drawing/2014/main" id="{10A4A742-2F08-2069-68D2-06D8548BAB64}"/>
                </a:ext>
              </a:extLst>
            </p:cNvPr>
            <p:cNvGrpSpPr/>
            <p:nvPr/>
          </p:nvGrpSpPr>
          <p:grpSpPr>
            <a:xfrm>
              <a:off x="8300669" y="2982486"/>
              <a:ext cx="51396" cy="65250"/>
              <a:chOff x="6244733" y="2534073"/>
              <a:chExt cx="98675" cy="125273"/>
            </a:xfrm>
            <a:grpFill/>
          </p:grpSpPr>
          <p:sp>
            <p:nvSpPr>
              <p:cNvPr id="248" name="Freeform 965">
                <a:extLst>
                  <a:ext uri="{FF2B5EF4-FFF2-40B4-BE49-F238E27FC236}">
                    <a16:creationId xmlns:a16="http://schemas.microsoft.com/office/drawing/2014/main" id="{87F03F6C-9E20-CC60-FDE9-CA150AD216F4}"/>
                  </a:ext>
                </a:extLst>
              </p:cNvPr>
              <p:cNvSpPr/>
              <p:nvPr/>
            </p:nvSpPr>
            <p:spPr>
              <a:xfrm>
                <a:off x="6258700" y="2534073"/>
                <a:ext cx="72525" cy="34749"/>
              </a:xfrm>
              <a:custGeom>
                <a:avLst/>
                <a:gdLst>
                  <a:gd name="connsiteX0" fmla="*/ 54857 w 72525"/>
                  <a:gd name="connsiteY0" fmla="*/ 34178 h 34749"/>
                  <a:gd name="connsiteX1" fmla="*/ 58626 w 72525"/>
                  <a:gd name="connsiteY1" fmla="*/ 34750 h 34749"/>
                  <a:gd name="connsiteX2" fmla="*/ 68184 w 72525"/>
                  <a:gd name="connsiteY2" fmla="*/ 34750 h 34749"/>
                  <a:gd name="connsiteX3" fmla="*/ 72525 w 72525"/>
                  <a:gd name="connsiteY3" fmla="*/ 31857 h 34749"/>
                  <a:gd name="connsiteX4" fmla="*/ 72525 w 72525"/>
                  <a:gd name="connsiteY4" fmla="*/ 30410 h 34749"/>
                  <a:gd name="connsiteX5" fmla="*/ 68756 w 72525"/>
                  <a:gd name="connsiteY5" fmla="*/ 26071 h 34749"/>
                  <a:gd name="connsiteX6" fmla="*/ 63371 w 72525"/>
                  <a:gd name="connsiteY6" fmla="*/ 24322 h 34749"/>
                  <a:gd name="connsiteX7" fmla="*/ 59467 w 72525"/>
                  <a:gd name="connsiteY7" fmla="*/ 24322 h 34749"/>
                  <a:gd name="connsiteX8" fmla="*/ 54554 w 72525"/>
                  <a:gd name="connsiteY8" fmla="*/ 22303 h 34749"/>
                  <a:gd name="connsiteX9" fmla="*/ 46140 w 72525"/>
                  <a:gd name="connsiteY9" fmla="*/ 17089 h 34749"/>
                  <a:gd name="connsiteX10" fmla="*/ 35135 w 72525"/>
                  <a:gd name="connsiteY10" fmla="*/ 11875 h 34749"/>
                  <a:gd name="connsiteX11" fmla="*/ 29044 w 72525"/>
                  <a:gd name="connsiteY11" fmla="*/ 5786 h 34749"/>
                  <a:gd name="connsiteX12" fmla="*/ 17736 w 72525"/>
                  <a:gd name="connsiteY12" fmla="*/ 0 h 34749"/>
                  <a:gd name="connsiteX13" fmla="*/ 10769 w 72525"/>
                  <a:gd name="connsiteY13" fmla="*/ 0 h 34749"/>
                  <a:gd name="connsiteX14" fmla="*/ 2928 w 72525"/>
                  <a:gd name="connsiteY14" fmla="*/ 4070 h 34749"/>
                  <a:gd name="connsiteX15" fmla="*/ 1178 w 72525"/>
                  <a:gd name="connsiteY15" fmla="*/ 9285 h 34749"/>
                  <a:gd name="connsiteX16" fmla="*/ 0 w 72525"/>
                  <a:gd name="connsiteY16" fmla="*/ 15373 h 34749"/>
                  <a:gd name="connsiteX17" fmla="*/ 4913 w 72525"/>
                  <a:gd name="connsiteY17" fmla="*/ 19444 h 34749"/>
                  <a:gd name="connsiteX18" fmla="*/ 10130 w 72525"/>
                  <a:gd name="connsiteY18" fmla="*/ 21462 h 34749"/>
                  <a:gd name="connsiteX19" fmla="*/ 14774 w 72525"/>
                  <a:gd name="connsiteY19" fmla="*/ 23783 h 34749"/>
                  <a:gd name="connsiteX20" fmla="*/ 24332 w 72525"/>
                  <a:gd name="connsiteY20" fmla="*/ 24961 h 34749"/>
                  <a:gd name="connsiteX21" fmla="*/ 30693 w 72525"/>
                  <a:gd name="connsiteY21" fmla="*/ 26710 h 34749"/>
                  <a:gd name="connsiteX22" fmla="*/ 33587 w 72525"/>
                  <a:gd name="connsiteY22" fmla="*/ 29031 h 34749"/>
                  <a:gd name="connsiteX23" fmla="*/ 39073 w 72525"/>
                  <a:gd name="connsiteY23" fmla="*/ 29334 h 34749"/>
                  <a:gd name="connsiteX24" fmla="*/ 41395 w 72525"/>
                  <a:gd name="connsiteY24" fmla="*/ 30478 h 34749"/>
                  <a:gd name="connsiteX25" fmla="*/ 46914 w 72525"/>
                  <a:gd name="connsiteY25" fmla="*/ 33101 h 34749"/>
                  <a:gd name="connsiteX26" fmla="*/ 54857 w 72525"/>
                  <a:gd name="connsiteY26" fmla="*/ 34178 h 3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525" h="34749">
                    <a:moveTo>
                      <a:pt x="54857" y="34178"/>
                    </a:moveTo>
                    <a:lnTo>
                      <a:pt x="58626" y="34750"/>
                    </a:lnTo>
                    <a:lnTo>
                      <a:pt x="68184" y="34750"/>
                    </a:lnTo>
                    <a:lnTo>
                      <a:pt x="72525" y="31857"/>
                    </a:lnTo>
                    <a:lnTo>
                      <a:pt x="72525" y="30410"/>
                    </a:lnTo>
                    <a:lnTo>
                      <a:pt x="68756" y="26071"/>
                    </a:lnTo>
                    <a:lnTo>
                      <a:pt x="63371" y="24322"/>
                    </a:lnTo>
                    <a:lnTo>
                      <a:pt x="59467" y="24322"/>
                    </a:lnTo>
                    <a:lnTo>
                      <a:pt x="54554" y="22303"/>
                    </a:lnTo>
                    <a:lnTo>
                      <a:pt x="46140" y="17089"/>
                    </a:lnTo>
                    <a:lnTo>
                      <a:pt x="35135" y="11875"/>
                    </a:lnTo>
                    <a:cubicBezTo>
                      <a:pt x="35135" y="11875"/>
                      <a:pt x="30222" y="6661"/>
                      <a:pt x="29044" y="5786"/>
                    </a:cubicBezTo>
                    <a:cubicBezTo>
                      <a:pt x="27899" y="4911"/>
                      <a:pt x="17736" y="0"/>
                      <a:pt x="17736" y="0"/>
                    </a:cubicBezTo>
                    <a:lnTo>
                      <a:pt x="10769" y="0"/>
                    </a:lnTo>
                    <a:lnTo>
                      <a:pt x="2928" y="4070"/>
                    </a:lnTo>
                    <a:lnTo>
                      <a:pt x="1178" y="9285"/>
                    </a:lnTo>
                    <a:lnTo>
                      <a:pt x="0" y="15373"/>
                    </a:lnTo>
                    <a:lnTo>
                      <a:pt x="4913" y="19444"/>
                    </a:lnTo>
                    <a:lnTo>
                      <a:pt x="10130" y="21462"/>
                    </a:lnTo>
                    <a:lnTo>
                      <a:pt x="14774" y="23783"/>
                    </a:lnTo>
                    <a:lnTo>
                      <a:pt x="24332" y="24961"/>
                    </a:lnTo>
                    <a:lnTo>
                      <a:pt x="30693" y="26710"/>
                    </a:lnTo>
                    <a:lnTo>
                      <a:pt x="33587" y="29031"/>
                    </a:lnTo>
                    <a:lnTo>
                      <a:pt x="39073" y="29334"/>
                    </a:lnTo>
                    <a:lnTo>
                      <a:pt x="41395" y="30478"/>
                    </a:lnTo>
                    <a:lnTo>
                      <a:pt x="46914" y="33101"/>
                    </a:lnTo>
                    <a:lnTo>
                      <a:pt x="54857" y="34178"/>
                    </a:lnTo>
                    <a:close/>
                  </a:path>
                </a:pathLst>
              </a:custGeom>
              <a:grpFill/>
              <a:ln w="6350" cap="flat">
                <a:solidFill>
                  <a:schemeClr val="bg1"/>
                </a:solidFill>
                <a:prstDash val="solid"/>
                <a:miter/>
              </a:ln>
            </p:spPr>
            <p:txBody>
              <a:bodyPr rtlCol="0" anchor="ctr"/>
              <a:lstStyle/>
              <a:p>
                <a:endParaRPr lang="en-US"/>
              </a:p>
            </p:txBody>
          </p:sp>
          <p:sp>
            <p:nvSpPr>
              <p:cNvPr id="249" name="Freeform 966">
                <a:extLst>
                  <a:ext uri="{FF2B5EF4-FFF2-40B4-BE49-F238E27FC236}">
                    <a16:creationId xmlns:a16="http://schemas.microsoft.com/office/drawing/2014/main" id="{B81B6086-5A26-9F8D-A7A7-8097867D54BF}"/>
                  </a:ext>
                </a:extLst>
              </p:cNvPr>
              <p:cNvSpPr/>
              <p:nvPr/>
            </p:nvSpPr>
            <p:spPr>
              <a:xfrm>
                <a:off x="6295013" y="2571278"/>
                <a:ext cx="18846" cy="13186"/>
              </a:xfrm>
              <a:custGeom>
                <a:avLst/>
                <a:gdLst>
                  <a:gd name="connsiteX0" fmla="*/ 3399 w 18846"/>
                  <a:gd name="connsiteY0" fmla="*/ 8275 h 13186"/>
                  <a:gd name="connsiteX1" fmla="*/ 8077 w 18846"/>
                  <a:gd name="connsiteY1" fmla="*/ 9419 h 13186"/>
                  <a:gd name="connsiteX2" fmla="*/ 11443 w 18846"/>
                  <a:gd name="connsiteY2" fmla="*/ 10563 h 13186"/>
                  <a:gd name="connsiteX3" fmla="*/ 16154 w 18846"/>
                  <a:gd name="connsiteY3" fmla="*/ 13187 h 13186"/>
                  <a:gd name="connsiteX4" fmla="*/ 18846 w 18846"/>
                  <a:gd name="connsiteY4" fmla="*/ 12312 h 13186"/>
                  <a:gd name="connsiteX5" fmla="*/ 18846 w 18846"/>
                  <a:gd name="connsiteY5" fmla="*/ 10563 h 13186"/>
                  <a:gd name="connsiteX6" fmla="*/ 18846 w 18846"/>
                  <a:gd name="connsiteY6" fmla="*/ 7098 h 13186"/>
                  <a:gd name="connsiteX7" fmla="*/ 17097 w 18846"/>
                  <a:gd name="connsiteY7" fmla="*/ 4945 h 13186"/>
                  <a:gd name="connsiteX8" fmla="*/ 12183 w 18846"/>
                  <a:gd name="connsiteY8" fmla="*/ 2321 h 13186"/>
                  <a:gd name="connsiteX9" fmla="*/ 7101 w 18846"/>
                  <a:gd name="connsiteY9" fmla="*/ 0 h 13186"/>
                  <a:gd name="connsiteX10" fmla="*/ 2457 w 18846"/>
                  <a:gd name="connsiteY10" fmla="*/ 1009 h 13186"/>
                  <a:gd name="connsiteX11" fmla="*/ 0 w 18846"/>
                  <a:gd name="connsiteY11" fmla="*/ 4777 h 13186"/>
                  <a:gd name="connsiteX12" fmla="*/ 1750 w 18846"/>
                  <a:gd name="connsiteY12" fmla="*/ 6593 h 1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46" h="13186">
                    <a:moveTo>
                      <a:pt x="3399" y="8275"/>
                    </a:moveTo>
                    <a:lnTo>
                      <a:pt x="8077" y="9419"/>
                    </a:lnTo>
                    <a:lnTo>
                      <a:pt x="11443" y="10563"/>
                    </a:lnTo>
                    <a:lnTo>
                      <a:pt x="16154" y="13187"/>
                    </a:lnTo>
                    <a:lnTo>
                      <a:pt x="18846" y="12312"/>
                    </a:lnTo>
                    <a:lnTo>
                      <a:pt x="18846" y="10563"/>
                    </a:lnTo>
                    <a:lnTo>
                      <a:pt x="18846" y="7098"/>
                    </a:lnTo>
                    <a:lnTo>
                      <a:pt x="17097" y="4945"/>
                    </a:lnTo>
                    <a:lnTo>
                      <a:pt x="12183" y="2321"/>
                    </a:lnTo>
                    <a:lnTo>
                      <a:pt x="7101" y="0"/>
                    </a:lnTo>
                    <a:lnTo>
                      <a:pt x="2457" y="1009"/>
                    </a:lnTo>
                    <a:lnTo>
                      <a:pt x="0" y="4777"/>
                    </a:lnTo>
                    <a:lnTo>
                      <a:pt x="1750" y="6593"/>
                    </a:lnTo>
                    <a:close/>
                  </a:path>
                </a:pathLst>
              </a:custGeom>
              <a:grpFill/>
              <a:ln w="6350" cap="flat">
                <a:solidFill>
                  <a:schemeClr val="bg1"/>
                </a:solidFill>
                <a:prstDash val="solid"/>
                <a:miter/>
              </a:ln>
            </p:spPr>
            <p:txBody>
              <a:bodyPr rtlCol="0" anchor="ctr"/>
              <a:lstStyle/>
              <a:p>
                <a:endParaRPr lang="en-US"/>
              </a:p>
            </p:txBody>
          </p:sp>
          <p:sp>
            <p:nvSpPr>
              <p:cNvPr id="250" name="Freeform 967">
                <a:extLst>
                  <a:ext uri="{FF2B5EF4-FFF2-40B4-BE49-F238E27FC236}">
                    <a16:creationId xmlns:a16="http://schemas.microsoft.com/office/drawing/2014/main" id="{8E9ED9E6-FF9B-7180-B80C-C6A6F859BAAE}"/>
                  </a:ext>
                </a:extLst>
              </p:cNvPr>
              <p:cNvSpPr/>
              <p:nvPr/>
            </p:nvSpPr>
            <p:spPr>
              <a:xfrm>
                <a:off x="6316687" y="2576964"/>
                <a:ext cx="5855" cy="9587"/>
              </a:xfrm>
              <a:custGeom>
                <a:avLst/>
                <a:gdLst>
                  <a:gd name="connsiteX0" fmla="*/ 0 w 5855"/>
                  <a:gd name="connsiteY0" fmla="*/ 5584 h 9587"/>
                  <a:gd name="connsiteX1" fmla="*/ 3365 w 5855"/>
                  <a:gd name="connsiteY1" fmla="*/ 8645 h 9587"/>
                  <a:gd name="connsiteX2" fmla="*/ 5116 w 5855"/>
                  <a:gd name="connsiteY2" fmla="*/ 9587 h 9587"/>
                  <a:gd name="connsiteX3" fmla="*/ 5856 w 5855"/>
                  <a:gd name="connsiteY3" fmla="*/ 7502 h 9587"/>
                  <a:gd name="connsiteX4" fmla="*/ 5856 w 5855"/>
                  <a:gd name="connsiteY4" fmla="*/ 3162 h 9587"/>
                  <a:gd name="connsiteX5" fmla="*/ 5856 w 5855"/>
                  <a:gd name="connsiteY5" fmla="*/ 1413 h 9587"/>
                  <a:gd name="connsiteX6" fmla="*/ 4812 w 5855"/>
                  <a:gd name="connsiteY6" fmla="*/ 269 h 9587"/>
                  <a:gd name="connsiteX7" fmla="*/ 3399 w 5855"/>
                  <a:gd name="connsiteY7" fmla="*/ 0 h 9587"/>
                  <a:gd name="connsiteX8" fmla="*/ 2120 w 5855"/>
                  <a:gd name="connsiteY8" fmla="*/ 269 h 9587"/>
                  <a:gd name="connsiteX9" fmla="*/ 1110 w 5855"/>
                  <a:gd name="connsiteY9" fmla="*/ 1144 h 9587"/>
                  <a:gd name="connsiteX10" fmla="*/ 538 w 5855"/>
                  <a:gd name="connsiteY10" fmla="*/ 2220 h 9587"/>
                  <a:gd name="connsiteX11" fmla="*/ 404 w 5855"/>
                  <a:gd name="connsiteY11" fmla="*/ 3835 h 9587"/>
                  <a:gd name="connsiteX12" fmla="*/ 0 w 5855"/>
                  <a:gd name="connsiteY12" fmla="*/ 5584 h 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55" h="9587">
                    <a:moveTo>
                      <a:pt x="0" y="5584"/>
                    </a:moveTo>
                    <a:lnTo>
                      <a:pt x="3365" y="8645"/>
                    </a:lnTo>
                    <a:lnTo>
                      <a:pt x="5116" y="9587"/>
                    </a:lnTo>
                    <a:lnTo>
                      <a:pt x="5856" y="7502"/>
                    </a:lnTo>
                    <a:lnTo>
                      <a:pt x="5856" y="3162"/>
                    </a:lnTo>
                    <a:lnTo>
                      <a:pt x="5856" y="1413"/>
                    </a:lnTo>
                    <a:lnTo>
                      <a:pt x="4812" y="269"/>
                    </a:lnTo>
                    <a:lnTo>
                      <a:pt x="3399" y="0"/>
                    </a:lnTo>
                    <a:lnTo>
                      <a:pt x="2120" y="269"/>
                    </a:lnTo>
                    <a:lnTo>
                      <a:pt x="1110" y="1144"/>
                    </a:lnTo>
                    <a:cubicBezTo>
                      <a:pt x="1110" y="1144"/>
                      <a:pt x="538" y="2086"/>
                      <a:pt x="538" y="2220"/>
                    </a:cubicBezTo>
                    <a:cubicBezTo>
                      <a:pt x="538" y="2355"/>
                      <a:pt x="404" y="3835"/>
                      <a:pt x="404" y="3835"/>
                    </a:cubicBezTo>
                    <a:lnTo>
                      <a:pt x="0" y="5584"/>
                    </a:lnTo>
                    <a:close/>
                  </a:path>
                </a:pathLst>
              </a:custGeom>
              <a:grpFill/>
              <a:ln w="6350" cap="flat">
                <a:solidFill>
                  <a:schemeClr val="bg1"/>
                </a:solidFill>
                <a:prstDash val="solid"/>
                <a:miter/>
              </a:ln>
            </p:spPr>
            <p:txBody>
              <a:bodyPr rtlCol="0" anchor="ctr"/>
              <a:lstStyle/>
              <a:p>
                <a:endParaRPr lang="en-US"/>
              </a:p>
            </p:txBody>
          </p:sp>
          <p:sp>
            <p:nvSpPr>
              <p:cNvPr id="251" name="Freeform 968">
                <a:extLst>
                  <a:ext uri="{FF2B5EF4-FFF2-40B4-BE49-F238E27FC236}">
                    <a16:creationId xmlns:a16="http://schemas.microsoft.com/office/drawing/2014/main" id="{A8ADE804-5EC4-57A9-B0ED-02120999DD7B}"/>
                  </a:ext>
                </a:extLst>
              </p:cNvPr>
              <p:cNvSpPr/>
              <p:nvPr/>
            </p:nvSpPr>
            <p:spPr>
              <a:xfrm>
                <a:off x="6244733" y="2575786"/>
                <a:ext cx="98675" cy="83560"/>
              </a:xfrm>
              <a:custGeom>
                <a:avLst/>
                <a:gdLst>
                  <a:gd name="connsiteX0" fmla="*/ 12587 w 98675"/>
                  <a:gd name="connsiteY0" fmla="*/ 69533 h 83560"/>
                  <a:gd name="connsiteX1" fmla="*/ 19553 w 98675"/>
                  <a:gd name="connsiteY1" fmla="*/ 69533 h 83560"/>
                  <a:gd name="connsiteX2" fmla="*/ 24635 w 98675"/>
                  <a:gd name="connsiteY2" fmla="*/ 71686 h 83560"/>
                  <a:gd name="connsiteX3" fmla="*/ 27092 w 98675"/>
                  <a:gd name="connsiteY3" fmla="*/ 74310 h 83560"/>
                  <a:gd name="connsiteX4" fmla="*/ 32881 w 98675"/>
                  <a:gd name="connsiteY4" fmla="*/ 73570 h 83560"/>
                  <a:gd name="connsiteX5" fmla="*/ 34765 w 98675"/>
                  <a:gd name="connsiteY5" fmla="*/ 71922 h 83560"/>
                  <a:gd name="connsiteX6" fmla="*/ 37828 w 98675"/>
                  <a:gd name="connsiteY6" fmla="*/ 76328 h 83560"/>
                  <a:gd name="connsiteX7" fmla="*/ 37828 w 98675"/>
                  <a:gd name="connsiteY7" fmla="*/ 79087 h 83560"/>
                  <a:gd name="connsiteX8" fmla="*/ 40991 w 98675"/>
                  <a:gd name="connsiteY8" fmla="*/ 80802 h 83560"/>
                  <a:gd name="connsiteX9" fmla="*/ 45804 w 98675"/>
                  <a:gd name="connsiteY9" fmla="*/ 83561 h 83560"/>
                  <a:gd name="connsiteX10" fmla="*/ 50280 w 98675"/>
                  <a:gd name="connsiteY10" fmla="*/ 79221 h 83560"/>
                  <a:gd name="connsiteX11" fmla="*/ 54049 w 98675"/>
                  <a:gd name="connsiteY11" fmla="*/ 77472 h 83560"/>
                  <a:gd name="connsiteX12" fmla="*/ 56809 w 98675"/>
                  <a:gd name="connsiteY12" fmla="*/ 75151 h 83560"/>
                  <a:gd name="connsiteX13" fmla="*/ 61453 w 98675"/>
                  <a:gd name="connsiteY13" fmla="*/ 72830 h 83560"/>
                  <a:gd name="connsiteX14" fmla="*/ 66939 w 98675"/>
                  <a:gd name="connsiteY14" fmla="*/ 72056 h 83560"/>
                  <a:gd name="connsiteX15" fmla="*/ 71954 w 98675"/>
                  <a:gd name="connsiteY15" fmla="*/ 71249 h 83560"/>
                  <a:gd name="connsiteX16" fmla="*/ 78684 w 98675"/>
                  <a:gd name="connsiteY16" fmla="*/ 71249 h 83560"/>
                  <a:gd name="connsiteX17" fmla="*/ 83329 w 98675"/>
                  <a:gd name="connsiteY17" fmla="*/ 69533 h 83560"/>
                  <a:gd name="connsiteX18" fmla="*/ 87367 w 98675"/>
                  <a:gd name="connsiteY18" fmla="*/ 69533 h 83560"/>
                  <a:gd name="connsiteX19" fmla="*/ 92584 w 98675"/>
                  <a:gd name="connsiteY19" fmla="*/ 69533 h 83560"/>
                  <a:gd name="connsiteX20" fmla="*/ 96286 w 98675"/>
                  <a:gd name="connsiteY20" fmla="*/ 67784 h 83560"/>
                  <a:gd name="connsiteX21" fmla="*/ 98675 w 98675"/>
                  <a:gd name="connsiteY21" fmla="*/ 64453 h 83560"/>
                  <a:gd name="connsiteX22" fmla="*/ 98675 w 98675"/>
                  <a:gd name="connsiteY22" fmla="*/ 59946 h 83560"/>
                  <a:gd name="connsiteX23" fmla="*/ 97531 w 98675"/>
                  <a:gd name="connsiteY23" fmla="*/ 54597 h 83560"/>
                  <a:gd name="connsiteX24" fmla="*/ 96353 w 98675"/>
                  <a:gd name="connsiteY24" fmla="*/ 50392 h 83560"/>
                  <a:gd name="connsiteX25" fmla="*/ 92314 w 98675"/>
                  <a:gd name="connsiteY25" fmla="*/ 41982 h 83560"/>
                  <a:gd name="connsiteX26" fmla="*/ 86492 w 98675"/>
                  <a:gd name="connsiteY26" fmla="*/ 34178 h 83560"/>
                  <a:gd name="connsiteX27" fmla="*/ 81881 w 98675"/>
                  <a:gd name="connsiteY27" fmla="*/ 27786 h 83560"/>
                  <a:gd name="connsiteX28" fmla="*/ 74208 w 98675"/>
                  <a:gd name="connsiteY28" fmla="*/ 20991 h 83560"/>
                  <a:gd name="connsiteX29" fmla="*/ 66501 w 98675"/>
                  <a:gd name="connsiteY29" fmla="*/ 15474 h 83560"/>
                  <a:gd name="connsiteX30" fmla="*/ 57516 w 98675"/>
                  <a:gd name="connsiteY30" fmla="*/ 10765 h 83560"/>
                  <a:gd name="connsiteX31" fmla="*/ 53174 w 98675"/>
                  <a:gd name="connsiteY31" fmla="*/ 8679 h 83560"/>
                  <a:gd name="connsiteX32" fmla="*/ 46948 w 98675"/>
                  <a:gd name="connsiteY32" fmla="*/ 5988 h 83560"/>
                  <a:gd name="connsiteX33" fmla="*/ 40991 w 98675"/>
                  <a:gd name="connsiteY33" fmla="*/ 2018 h 83560"/>
                  <a:gd name="connsiteX34" fmla="*/ 37390 w 98675"/>
                  <a:gd name="connsiteY34" fmla="*/ 0 h 83560"/>
                  <a:gd name="connsiteX35" fmla="*/ 33452 w 98675"/>
                  <a:gd name="connsiteY35" fmla="*/ 0 h 83560"/>
                  <a:gd name="connsiteX36" fmla="*/ 25510 w 98675"/>
                  <a:gd name="connsiteY36" fmla="*/ 1177 h 83560"/>
                  <a:gd name="connsiteX37" fmla="*/ 19553 w 98675"/>
                  <a:gd name="connsiteY37" fmla="*/ 4474 h 83560"/>
                  <a:gd name="connsiteX38" fmla="*/ 14774 w 98675"/>
                  <a:gd name="connsiteY38" fmla="*/ 10765 h 83560"/>
                  <a:gd name="connsiteX39" fmla="*/ 11745 w 98675"/>
                  <a:gd name="connsiteY39" fmla="*/ 14599 h 83560"/>
                  <a:gd name="connsiteX40" fmla="*/ 11745 w 98675"/>
                  <a:gd name="connsiteY40" fmla="*/ 18233 h 83560"/>
                  <a:gd name="connsiteX41" fmla="*/ 16087 w 98675"/>
                  <a:gd name="connsiteY41" fmla="*/ 21294 h 83560"/>
                  <a:gd name="connsiteX42" fmla="*/ 14067 w 98675"/>
                  <a:gd name="connsiteY42" fmla="*/ 23581 h 83560"/>
                  <a:gd name="connsiteX43" fmla="*/ 9861 w 98675"/>
                  <a:gd name="connsiteY43" fmla="*/ 26643 h 83560"/>
                  <a:gd name="connsiteX44" fmla="*/ 11005 w 98675"/>
                  <a:gd name="connsiteY44" fmla="*/ 33740 h 83560"/>
                  <a:gd name="connsiteX45" fmla="*/ 9861 w 98675"/>
                  <a:gd name="connsiteY45" fmla="*/ 36196 h 83560"/>
                  <a:gd name="connsiteX46" fmla="*/ 6091 w 98675"/>
                  <a:gd name="connsiteY46" fmla="*/ 39527 h 83560"/>
                  <a:gd name="connsiteX47" fmla="*/ 2457 w 98675"/>
                  <a:gd name="connsiteY47" fmla="*/ 43866 h 83560"/>
                  <a:gd name="connsiteX48" fmla="*/ 0 w 98675"/>
                  <a:gd name="connsiteY48" fmla="*/ 47365 h 83560"/>
                  <a:gd name="connsiteX49" fmla="*/ 7370 w 98675"/>
                  <a:gd name="connsiteY49" fmla="*/ 48374 h 83560"/>
                  <a:gd name="connsiteX50" fmla="*/ 10433 w 98675"/>
                  <a:gd name="connsiteY50" fmla="*/ 51973 h 83560"/>
                  <a:gd name="connsiteX51" fmla="*/ 10130 w 98675"/>
                  <a:gd name="connsiteY51" fmla="*/ 55606 h 83560"/>
                  <a:gd name="connsiteX52" fmla="*/ 10702 w 98675"/>
                  <a:gd name="connsiteY52" fmla="*/ 59239 h 83560"/>
                  <a:gd name="connsiteX53" fmla="*/ 8245 w 98675"/>
                  <a:gd name="connsiteY53" fmla="*/ 62267 h 83560"/>
                  <a:gd name="connsiteX54" fmla="*/ 8986 w 98675"/>
                  <a:gd name="connsiteY54" fmla="*/ 65463 h 83560"/>
                  <a:gd name="connsiteX55" fmla="*/ 9693 w 98675"/>
                  <a:gd name="connsiteY55" fmla="*/ 69096 h 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675" h="83560">
                    <a:moveTo>
                      <a:pt x="12587" y="69533"/>
                    </a:moveTo>
                    <a:lnTo>
                      <a:pt x="19553" y="69533"/>
                    </a:lnTo>
                    <a:lnTo>
                      <a:pt x="24635" y="71686"/>
                    </a:lnTo>
                    <a:lnTo>
                      <a:pt x="27092" y="74310"/>
                    </a:lnTo>
                    <a:lnTo>
                      <a:pt x="32881" y="73570"/>
                    </a:lnTo>
                    <a:lnTo>
                      <a:pt x="34765" y="71922"/>
                    </a:lnTo>
                    <a:lnTo>
                      <a:pt x="37828" y="76328"/>
                    </a:lnTo>
                    <a:lnTo>
                      <a:pt x="37828" y="79087"/>
                    </a:lnTo>
                    <a:lnTo>
                      <a:pt x="40991" y="80802"/>
                    </a:lnTo>
                    <a:lnTo>
                      <a:pt x="45804" y="83561"/>
                    </a:lnTo>
                    <a:lnTo>
                      <a:pt x="50280" y="79221"/>
                    </a:lnTo>
                    <a:lnTo>
                      <a:pt x="54049" y="77472"/>
                    </a:lnTo>
                    <a:lnTo>
                      <a:pt x="56809" y="75151"/>
                    </a:lnTo>
                    <a:lnTo>
                      <a:pt x="61453" y="72830"/>
                    </a:lnTo>
                    <a:lnTo>
                      <a:pt x="66939" y="72056"/>
                    </a:lnTo>
                    <a:lnTo>
                      <a:pt x="71954" y="71249"/>
                    </a:lnTo>
                    <a:lnTo>
                      <a:pt x="78684" y="71249"/>
                    </a:lnTo>
                    <a:lnTo>
                      <a:pt x="83329" y="69533"/>
                    </a:lnTo>
                    <a:lnTo>
                      <a:pt x="87367" y="69533"/>
                    </a:lnTo>
                    <a:lnTo>
                      <a:pt x="92584" y="69533"/>
                    </a:lnTo>
                    <a:lnTo>
                      <a:pt x="96286" y="67784"/>
                    </a:lnTo>
                    <a:lnTo>
                      <a:pt x="98675" y="64453"/>
                    </a:lnTo>
                    <a:lnTo>
                      <a:pt x="98675" y="59946"/>
                    </a:lnTo>
                    <a:lnTo>
                      <a:pt x="97531" y="54597"/>
                    </a:lnTo>
                    <a:lnTo>
                      <a:pt x="96353" y="50392"/>
                    </a:lnTo>
                    <a:lnTo>
                      <a:pt x="92314" y="41982"/>
                    </a:lnTo>
                    <a:lnTo>
                      <a:pt x="86492" y="34178"/>
                    </a:lnTo>
                    <a:lnTo>
                      <a:pt x="81881" y="27786"/>
                    </a:lnTo>
                    <a:lnTo>
                      <a:pt x="74208" y="20991"/>
                    </a:lnTo>
                    <a:lnTo>
                      <a:pt x="66501" y="15474"/>
                    </a:lnTo>
                    <a:lnTo>
                      <a:pt x="57516" y="10765"/>
                    </a:lnTo>
                    <a:lnTo>
                      <a:pt x="53174" y="8679"/>
                    </a:lnTo>
                    <a:lnTo>
                      <a:pt x="46948" y="5988"/>
                    </a:lnTo>
                    <a:lnTo>
                      <a:pt x="40991" y="2018"/>
                    </a:lnTo>
                    <a:lnTo>
                      <a:pt x="37390" y="0"/>
                    </a:lnTo>
                    <a:lnTo>
                      <a:pt x="33452" y="0"/>
                    </a:lnTo>
                    <a:lnTo>
                      <a:pt x="25510" y="1177"/>
                    </a:lnTo>
                    <a:lnTo>
                      <a:pt x="19553" y="4474"/>
                    </a:lnTo>
                    <a:lnTo>
                      <a:pt x="14774" y="10765"/>
                    </a:lnTo>
                    <a:lnTo>
                      <a:pt x="11745" y="14599"/>
                    </a:lnTo>
                    <a:lnTo>
                      <a:pt x="11745" y="18233"/>
                    </a:lnTo>
                    <a:lnTo>
                      <a:pt x="16087" y="21294"/>
                    </a:lnTo>
                    <a:lnTo>
                      <a:pt x="14067" y="23581"/>
                    </a:lnTo>
                    <a:lnTo>
                      <a:pt x="9861" y="26643"/>
                    </a:lnTo>
                    <a:lnTo>
                      <a:pt x="11005" y="33740"/>
                    </a:lnTo>
                    <a:lnTo>
                      <a:pt x="9861" y="36196"/>
                    </a:lnTo>
                    <a:lnTo>
                      <a:pt x="6091" y="39527"/>
                    </a:lnTo>
                    <a:lnTo>
                      <a:pt x="2457" y="43866"/>
                    </a:lnTo>
                    <a:lnTo>
                      <a:pt x="0" y="47365"/>
                    </a:lnTo>
                    <a:lnTo>
                      <a:pt x="7370" y="48374"/>
                    </a:lnTo>
                    <a:lnTo>
                      <a:pt x="10433" y="51973"/>
                    </a:lnTo>
                    <a:lnTo>
                      <a:pt x="10130" y="55606"/>
                    </a:lnTo>
                    <a:lnTo>
                      <a:pt x="10702" y="59239"/>
                    </a:lnTo>
                    <a:lnTo>
                      <a:pt x="8245" y="62267"/>
                    </a:lnTo>
                    <a:lnTo>
                      <a:pt x="8986" y="65463"/>
                    </a:lnTo>
                    <a:lnTo>
                      <a:pt x="9693" y="69096"/>
                    </a:lnTo>
                    <a:close/>
                  </a:path>
                </a:pathLst>
              </a:custGeom>
              <a:solidFill>
                <a:srgbClr val="BB3023"/>
              </a:solidFill>
              <a:ln w="6350" cap="flat">
                <a:solidFill>
                  <a:schemeClr val="bg1"/>
                </a:solidFill>
                <a:prstDash val="solid"/>
                <a:miter/>
              </a:ln>
            </p:spPr>
            <p:txBody>
              <a:bodyPr rtlCol="0" anchor="ctr"/>
              <a:lstStyle/>
              <a:p>
                <a:endParaRPr lang="en-US"/>
              </a:p>
            </p:txBody>
          </p:sp>
        </p:grpSp>
        <p:sp>
          <p:nvSpPr>
            <p:cNvPr id="167" name="Freeform 884">
              <a:extLst>
                <a:ext uri="{FF2B5EF4-FFF2-40B4-BE49-F238E27FC236}">
                  <a16:creationId xmlns:a16="http://schemas.microsoft.com/office/drawing/2014/main" id="{0DFCCF18-D8B6-7578-EE52-2DB7B2391E7D}"/>
                </a:ext>
              </a:extLst>
            </p:cNvPr>
            <p:cNvSpPr/>
            <p:nvPr/>
          </p:nvSpPr>
          <p:spPr>
            <a:xfrm>
              <a:off x="8056836" y="2798702"/>
              <a:ext cx="288901" cy="251855"/>
            </a:xfrm>
            <a:custGeom>
              <a:avLst/>
              <a:gdLst>
                <a:gd name="connsiteX0" fmla="*/ 474226 w 554660"/>
                <a:gd name="connsiteY0" fmla="*/ 434086 h 483536"/>
                <a:gd name="connsiteX1" fmla="*/ 477996 w 554660"/>
                <a:gd name="connsiteY1" fmla="*/ 430756 h 483536"/>
                <a:gd name="connsiteX2" fmla="*/ 479140 w 554660"/>
                <a:gd name="connsiteY2" fmla="*/ 428300 h 483536"/>
                <a:gd name="connsiteX3" fmla="*/ 477996 w 554660"/>
                <a:gd name="connsiteY3" fmla="*/ 421202 h 483536"/>
                <a:gd name="connsiteX4" fmla="*/ 482203 w 554660"/>
                <a:gd name="connsiteY4" fmla="*/ 418174 h 483536"/>
                <a:gd name="connsiteX5" fmla="*/ 484222 w 554660"/>
                <a:gd name="connsiteY5" fmla="*/ 415853 h 483536"/>
                <a:gd name="connsiteX6" fmla="*/ 479881 w 554660"/>
                <a:gd name="connsiteY6" fmla="*/ 412826 h 483536"/>
                <a:gd name="connsiteX7" fmla="*/ 479881 w 554660"/>
                <a:gd name="connsiteY7" fmla="*/ 409193 h 483536"/>
                <a:gd name="connsiteX8" fmla="*/ 482910 w 554660"/>
                <a:gd name="connsiteY8" fmla="*/ 405358 h 483536"/>
                <a:gd name="connsiteX9" fmla="*/ 487688 w 554660"/>
                <a:gd name="connsiteY9" fmla="*/ 399067 h 483536"/>
                <a:gd name="connsiteX10" fmla="*/ 493645 w 554660"/>
                <a:gd name="connsiteY10" fmla="*/ 395770 h 483536"/>
                <a:gd name="connsiteX11" fmla="*/ 501621 w 554660"/>
                <a:gd name="connsiteY11" fmla="*/ 394593 h 483536"/>
                <a:gd name="connsiteX12" fmla="*/ 504246 w 554660"/>
                <a:gd name="connsiteY12" fmla="*/ 394593 h 483536"/>
                <a:gd name="connsiteX13" fmla="*/ 504246 w 554660"/>
                <a:gd name="connsiteY13" fmla="*/ 394526 h 483536"/>
                <a:gd name="connsiteX14" fmla="*/ 494352 w 554660"/>
                <a:gd name="connsiteY14" fmla="*/ 385746 h 483536"/>
                <a:gd name="connsiteX15" fmla="*/ 489136 w 554660"/>
                <a:gd name="connsiteY15" fmla="*/ 380532 h 483536"/>
                <a:gd name="connsiteX16" fmla="*/ 485265 w 554660"/>
                <a:gd name="connsiteY16" fmla="*/ 375553 h 483536"/>
                <a:gd name="connsiteX17" fmla="*/ 482135 w 554660"/>
                <a:gd name="connsiteY17" fmla="*/ 372727 h 483536"/>
                <a:gd name="connsiteX18" fmla="*/ 477356 w 554660"/>
                <a:gd name="connsiteY18" fmla="*/ 367950 h 483536"/>
                <a:gd name="connsiteX19" fmla="*/ 474866 w 554660"/>
                <a:gd name="connsiteY19" fmla="*/ 367076 h 483536"/>
                <a:gd name="connsiteX20" fmla="*/ 471400 w 554660"/>
                <a:gd name="connsiteY20" fmla="*/ 366302 h 483536"/>
                <a:gd name="connsiteX21" fmla="*/ 465745 w 554660"/>
                <a:gd name="connsiteY21" fmla="*/ 366302 h 483536"/>
                <a:gd name="connsiteX22" fmla="*/ 458880 w 554660"/>
                <a:gd name="connsiteY22" fmla="*/ 365427 h 483536"/>
                <a:gd name="connsiteX23" fmla="*/ 450063 w 554660"/>
                <a:gd name="connsiteY23" fmla="*/ 363813 h 483536"/>
                <a:gd name="connsiteX24" fmla="*/ 446461 w 554660"/>
                <a:gd name="connsiteY24" fmla="*/ 361323 h 483536"/>
                <a:gd name="connsiteX25" fmla="*/ 443971 w 554660"/>
                <a:gd name="connsiteY25" fmla="*/ 358498 h 483536"/>
                <a:gd name="connsiteX26" fmla="*/ 446461 w 554660"/>
                <a:gd name="connsiteY26" fmla="*/ 356210 h 483536"/>
                <a:gd name="connsiteX27" fmla="*/ 449188 w 554660"/>
                <a:gd name="connsiteY27" fmla="*/ 354696 h 483536"/>
                <a:gd name="connsiteX28" fmla="*/ 454067 w 554660"/>
                <a:gd name="connsiteY28" fmla="*/ 351433 h 483536"/>
                <a:gd name="connsiteX29" fmla="*/ 457231 w 554660"/>
                <a:gd name="connsiteY29" fmla="*/ 351433 h 483536"/>
                <a:gd name="connsiteX30" fmla="*/ 461034 w 554660"/>
                <a:gd name="connsiteY30" fmla="*/ 352846 h 483536"/>
                <a:gd name="connsiteX31" fmla="*/ 465174 w 554660"/>
                <a:gd name="connsiteY31" fmla="*/ 354158 h 483536"/>
                <a:gd name="connsiteX32" fmla="*/ 474731 w 554660"/>
                <a:gd name="connsiteY32" fmla="*/ 355235 h 483536"/>
                <a:gd name="connsiteX33" fmla="*/ 476044 w 554660"/>
                <a:gd name="connsiteY33" fmla="*/ 354259 h 483536"/>
                <a:gd name="connsiteX34" fmla="*/ 480284 w 554660"/>
                <a:gd name="connsiteY34" fmla="*/ 351837 h 483536"/>
                <a:gd name="connsiteX35" fmla="*/ 483650 w 554660"/>
                <a:gd name="connsiteY35" fmla="*/ 351131 h 483536"/>
                <a:gd name="connsiteX36" fmla="*/ 487688 w 554660"/>
                <a:gd name="connsiteY36" fmla="*/ 351131 h 483536"/>
                <a:gd name="connsiteX37" fmla="*/ 493140 w 554660"/>
                <a:gd name="connsiteY37" fmla="*/ 347666 h 483536"/>
                <a:gd name="connsiteX38" fmla="*/ 499871 w 554660"/>
                <a:gd name="connsiteY38" fmla="*/ 347666 h 483536"/>
                <a:gd name="connsiteX39" fmla="*/ 506165 w 554660"/>
                <a:gd name="connsiteY39" fmla="*/ 349617 h 483536"/>
                <a:gd name="connsiteX40" fmla="*/ 511381 w 554660"/>
                <a:gd name="connsiteY40" fmla="*/ 351030 h 483536"/>
                <a:gd name="connsiteX41" fmla="*/ 516934 w 554660"/>
                <a:gd name="connsiteY41" fmla="*/ 355268 h 483536"/>
                <a:gd name="connsiteX42" fmla="*/ 523901 w 554660"/>
                <a:gd name="connsiteY42" fmla="*/ 359070 h 483536"/>
                <a:gd name="connsiteX43" fmla="*/ 531507 w 554660"/>
                <a:gd name="connsiteY43" fmla="*/ 362333 h 483536"/>
                <a:gd name="connsiteX44" fmla="*/ 537261 w 554660"/>
                <a:gd name="connsiteY44" fmla="*/ 363947 h 483536"/>
                <a:gd name="connsiteX45" fmla="*/ 543017 w 554660"/>
                <a:gd name="connsiteY45" fmla="*/ 364586 h 483536"/>
                <a:gd name="connsiteX46" fmla="*/ 549646 w 554660"/>
                <a:gd name="connsiteY46" fmla="*/ 364385 h 483536"/>
                <a:gd name="connsiteX47" fmla="*/ 553786 w 554660"/>
                <a:gd name="connsiteY47" fmla="*/ 362871 h 483536"/>
                <a:gd name="connsiteX48" fmla="*/ 554661 w 554660"/>
                <a:gd name="connsiteY48" fmla="*/ 359070 h 483536"/>
                <a:gd name="connsiteX49" fmla="*/ 552373 w 554660"/>
                <a:gd name="connsiteY49" fmla="*/ 353855 h 483536"/>
                <a:gd name="connsiteX50" fmla="*/ 547358 w 554660"/>
                <a:gd name="connsiteY50" fmla="*/ 343763 h 483536"/>
                <a:gd name="connsiteX51" fmla="*/ 541603 w 554660"/>
                <a:gd name="connsiteY51" fmla="*/ 332461 h 483536"/>
                <a:gd name="connsiteX52" fmla="*/ 534872 w 554660"/>
                <a:gd name="connsiteY52" fmla="*/ 325598 h 483536"/>
                <a:gd name="connsiteX53" fmla="*/ 526930 w 554660"/>
                <a:gd name="connsiteY53" fmla="*/ 321158 h 483536"/>
                <a:gd name="connsiteX54" fmla="*/ 516732 w 554660"/>
                <a:gd name="connsiteY54" fmla="*/ 317693 h 483536"/>
                <a:gd name="connsiteX55" fmla="*/ 510203 w 554660"/>
                <a:gd name="connsiteY55" fmla="*/ 316280 h 483536"/>
                <a:gd name="connsiteX56" fmla="*/ 501823 w 554660"/>
                <a:gd name="connsiteY56" fmla="*/ 313555 h 483536"/>
                <a:gd name="connsiteX57" fmla="*/ 497414 w 554660"/>
                <a:gd name="connsiteY57" fmla="*/ 310527 h 483536"/>
                <a:gd name="connsiteX58" fmla="*/ 495496 w 554660"/>
                <a:gd name="connsiteY58" fmla="*/ 308778 h 483536"/>
                <a:gd name="connsiteX59" fmla="*/ 495496 w 554660"/>
                <a:gd name="connsiteY59" fmla="*/ 287720 h 483536"/>
                <a:gd name="connsiteX60" fmla="*/ 493544 w 554660"/>
                <a:gd name="connsiteY60" fmla="*/ 283818 h 483536"/>
                <a:gd name="connsiteX61" fmla="*/ 488967 w 554660"/>
                <a:gd name="connsiteY61" fmla="*/ 281429 h 483536"/>
                <a:gd name="connsiteX62" fmla="*/ 485064 w 554660"/>
                <a:gd name="connsiteY62" fmla="*/ 277830 h 483536"/>
                <a:gd name="connsiteX63" fmla="*/ 478097 w 554660"/>
                <a:gd name="connsiteY63" fmla="*/ 275374 h 483536"/>
                <a:gd name="connsiteX64" fmla="*/ 472678 w 554660"/>
                <a:gd name="connsiteY64" fmla="*/ 274668 h 483536"/>
                <a:gd name="connsiteX65" fmla="*/ 465072 w 554660"/>
                <a:gd name="connsiteY65" fmla="*/ 274668 h 483536"/>
                <a:gd name="connsiteX66" fmla="*/ 460293 w 554660"/>
                <a:gd name="connsiteY66" fmla="*/ 273894 h 483536"/>
                <a:gd name="connsiteX67" fmla="*/ 452890 w 554660"/>
                <a:gd name="connsiteY67" fmla="*/ 273356 h 483536"/>
                <a:gd name="connsiteX68" fmla="*/ 447336 w 554660"/>
                <a:gd name="connsiteY68" fmla="*/ 271607 h 483536"/>
                <a:gd name="connsiteX69" fmla="*/ 444510 w 554660"/>
                <a:gd name="connsiteY69" fmla="*/ 267267 h 483536"/>
                <a:gd name="connsiteX70" fmla="*/ 443971 w 554660"/>
                <a:gd name="connsiteY70" fmla="*/ 262154 h 483536"/>
                <a:gd name="connsiteX71" fmla="*/ 441582 w 554660"/>
                <a:gd name="connsiteY71" fmla="*/ 255628 h 483536"/>
                <a:gd name="connsiteX72" fmla="*/ 440707 w 554660"/>
                <a:gd name="connsiteY72" fmla="*/ 251187 h 483536"/>
                <a:gd name="connsiteX73" fmla="*/ 437678 w 554660"/>
                <a:gd name="connsiteY73" fmla="*/ 248698 h 483536"/>
                <a:gd name="connsiteX74" fmla="*/ 436163 w 554660"/>
                <a:gd name="connsiteY74" fmla="*/ 245334 h 483536"/>
                <a:gd name="connsiteX75" fmla="*/ 439730 w 554660"/>
                <a:gd name="connsiteY75" fmla="*/ 239918 h 483536"/>
                <a:gd name="connsiteX76" fmla="*/ 441245 w 554660"/>
                <a:gd name="connsiteY76" fmla="*/ 235040 h 483536"/>
                <a:gd name="connsiteX77" fmla="*/ 440808 w 554660"/>
                <a:gd name="connsiteY77" fmla="*/ 233089 h 483536"/>
                <a:gd name="connsiteX78" fmla="*/ 440471 w 554660"/>
                <a:gd name="connsiteY78" fmla="*/ 227438 h 483536"/>
                <a:gd name="connsiteX79" fmla="*/ 439159 w 554660"/>
                <a:gd name="connsiteY79" fmla="*/ 223737 h 483536"/>
                <a:gd name="connsiteX80" fmla="*/ 436668 w 554660"/>
                <a:gd name="connsiteY80" fmla="*/ 219835 h 483536"/>
                <a:gd name="connsiteX81" fmla="*/ 433202 w 554660"/>
                <a:gd name="connsiteY81" fmla="*/ 215058 h 483536"/>
                <a:gd name="connsiteX82" fmla="*/ 427177 w 554660"/>
                <a:gd name="connsiteY82" fmla="*/ 210382 h 483536"/>
                <a:gd name="connsiteX83" fmla="*/ 424182 w 554660"/>
                <a:gd name="connsiteY83" fmla="*/ 206480 h 483536"/>
                <a:gd name="connsiteX84" fmla="*/ 424182 w 554660"/>
                <a:gd name="connsiteY84" fmla="*/ 200829 h 483536"/>
                <a:gd name="connsiteX85" fmla="*/ 424182 w 554660"/>
                <a:gd name="connsiteY85" fmla="*/ 197364 h 483536"/>
                <a:gd name="connsiteX86" fmla="*/ 421557 w 554660"/>
                <a:gd name="connsiteY86" fmla="*/ 192251 h 483536"/>
                <a:gd name="connsiteX87" fmla="*/ 419269 w 554660"/>
                <a:gd name="connsiteY87" fmla="*/ 189324 h 483536"/>
                <a:gd name="connsiteX88" fmla="*/ 415197 w 554660"/>
                <a:gd name="connsiteY88" fmla="*/ 185422 h 483536"/>
                <a:gd name="connsiteX89" fmla="*/ 413716 w 554660"/>
                <a:gd name="connsiteY89" fmla="*/ 180107 h 483536"/>
                <a:gd name="connsiteX90" fmla="*/ 413716 w 554660"/>
                <a:gd name="connsiteY90" fmla="*/ 174792 h 483536"/>
                <a:gd name="connsiteX91" fmla="*/ 411663 w 554660"/>
                <a:gd name="connsiteY91" fmla="*/ 170015 h 483536"/>
                <a:gd name="connsiteX92" fmla="*/ 409071 w 554660"/>
                <a:gd name="connsiteY92" fmla="*/ 166314 h 483536"/>
                <a:gd name="connsiteX93" fmla="*/ 406783 w 554660"/>
                <a:gd name="connsiteY93" fmla="*/ 162278 h 483536"/>
                <a:gd name="connsiteX94" fmla="*/ 401667 w 554660"/>
                <a:gd name="connsiteY94" fmla="*/ 154002 h 483536"/>
                <a:gd name="connsiteX95" fmla="*/ 397763 w 554660"/>
                <a:gd name="connsiteY95" fmla="*/ 147375 h 483536"/>
                <a:gd name="connsiteX96" fmla="*/ 394499 w 554660"/>
                <a:gd name="connsiteY96" fmla="*/ 139773 h 483536"/>
                <a:gd name="connsiteX97" fmla="*/ 391773 w 554660"/>
                <a:gd name="connsiteY97" fmla="*/ 135736 h 483536"/>
                <a:gd name="connsiteX98" fmla="*/ 389383 w 554660"/>
                <a:gd name="connsiteY98" fmla="*/ 132910 h 483536"/>
                <a:gd name="connsiteX99" fmla="*/ 389383 w 554660"/>
                <a:gd name="connsiteY99" fmla="*/ 126081 h 483536"/>
                <a:gd name="connsiteX100" fmla="*/ 388508 w 554660"/>
                <a:gd name="connsiteY100" fmla="*/ 117167 h 483536"/>
                <a:gd name="connsiteX101" fmla="*/ 386321 w 554660"/>
                <a:gd name="connsiteY101" fmla="*/ 111078 h 483536"/>
                <a:gd name="connsiteX102" fmla="*/ 385008 w 554660"/>
                <a:gd name="connsiteY102" fmla="*/ 105662 h 483536"/>
                <a:gd name="connsiteX103" fmla="*/ 375989 w 554660"/>
                <a:gd name="connsiteY103" fmla="*/ 89145 h 483536"/>
                <a:gd name="connsiteX104" fmla="*/ 372085 w 554660"/>
                <a:gd name="connsiteY104" fmla="*/ 81206 h 483536"/>
                <a:gd name="connsiteX105" fmla="*/ 361012 w 554660"/>
                <a:gd name="connsiteY105" fmla="*/ 73604 h 483536"/>
                <a:gd name="connsiteX106" fmla="*/ 343176 w 554660"/>
                <a:gd name="connsiteY106" fmla="*/ 63713 h 483536"/>
                <a:gd name="connsiteX107" fmla="*/ 333921 w 554660"/>
                <a:gd name="connsiteY107" fmla="*/ 62301 h 483536"/>
                <a:gd name="connsiteX108" fmla="*/ 324228 w 554660"/>
                <a:gd name="connsiteY108" fmla="*/ 61426 h 483536"/>
                <a:gd name="connsiteX109" fmla="*/ 318574 w 554660"/>
                <a:gd name="connsiteY109" fmla="*/ 57288 h 483536"/>
                <a:gd name="connsiteX110" fmla="*/ 312045 w 554660"/>
                <a:gd name="connsiteY110" fmla="*/ 56414 h 483536"/>
                <a:gd name="connsiteX111" fmla="*/ 305954 w 554660"/>
                <a:gd name="connsiteY111" fmla="*/ 55337 h 483536"/>
                <a:gd name="connsiteX112" fmla="*/ 300636 w 554660"/>
                <a:gd name="connsiteY112" fmla="*/ 50459 h 483536"/>
                <a:gd name="connsiteX113" fmla="*/ 294343 w 554660"/>
                <a:gd name="connsiteY113" fmla="*/ 43395 h 483536"/>
                <a:gd name="connsiteX114" fmla="*/ 289766 w 554660"/>
                <a:gd name="connsiteY114" fmla="*/ 39695 h 483536"/>
                <a:gd name="connsiteX115" fmla="*/ 281083 w 554660"/>
                <a:gd name="connsiteY115" fmla="*/ 33068 h 483536"/>
                <a:gd name="connsiteX116" fmla="*/ 271525 w 554660"/>
                <a:gd name="connsiteY116" fmla="*/ 32294 h 483536"/>
                <a:gd name="connsiteX117" fmla="*/ 264626 w 554660"/>
                <a:gd name="connsiteY117" fmla="*/ 31756 h 483536"/>
                <a:gd name="connsiteX118" fmla="*/ 262405 w 554660"/>
                <a:gd name="connsiteY118" fmla="*/ 26004 h 483536"/>
                <a:gd name="connsiteX119" fmla="*/ 262405 w 554660"/>
                <a:gd name="connsiteY119" fmla="*/ 20016 h 483536"/>
                <a:gd name="connsiteX120" fmla="*/ 262405 w 554660"/>
                <a:gd name="connsiteY120" fmla="*/ 13052 h 483536"/>
                <a:gd name="connsiteX121" fmla="*/ 265568 w 554660"/>
                <a:gd name="connsiteY121" fmla="*/ 8175 h 483536"/>
                <a:gd name="connsiteX122" fmla="*/ 270246 w 554660"/>
                <a:gd name="connsiteY122" fmla="*/ 4575 h 483536"/>
                <a:gd name="connsiteX123" fmla="*/ 271996 w 554660"/>
                <a:gd name="connsiteY123" fmla="*/ 3263 h 483536"/>
                <a:gd name="connsiteX124" fmla="*/ 273410 w 554660"/>
                <a:gd name="connsiteY124" fmla="*/ 1615 h 483536"/>
                <a:gd name="connsiteX125" fmla="*/ 271458 w 554660"/>
                <a:gd name="connsiteY125" fmla="*/ 0 h 483536"/>
                <a:gd name="connsiteX126" fmla="*/ 261563 w 554660"/>
                <a:gd name="connsiteY126" fmla="*/ 0 h 483536"/>
                <a:gd name="connsiteX127" fmla="*/ 252645 w 554660"/>
                <a:gd name="connsiteY127" fmla="*/ 1413 h 483536"/>
                <a:gd name="connsiteX128" fmla="*/ 247866 w 554660"/>
                <a:gd name="connsiteY128" fmla="*/ 5113 h 483536"/>
                <a:gd name="connsiteX129" fmla="*/ 241875 w 554660"/>
                <a:gd name="connsiteY129" fmla="*/ 7939 h 483536"/>
                <a:gd name="connsiteX130" fmla="*/ 235784 w 554660"/>
                <a:gd name="connsiteY130" fmla="*/ 9352 h 483536"/>
                <a:gd name="connsiteX131" fmla="*/ 226865 w 554660"/>
                <a:gd name="connsiteY131" fmla="*/ 10126 h 483536"/>
                <a:gd name="connsiteX132" fmla="*/ 224510 w 554660"/>
                <a:gd name="connsiteY132" fmla="*/ 15575 h 483536"/>
                <a:gd name="connsiteX133" fmla="*/ 224139 w 554660"/>
                <a:gd name="connsiteY133" fmla="*/ 19276 h 483536"/>
                <a:gd name="connsiteX134" fmla="*/ 224139 w 554660"/>
                <a:gd name="connsiteY134" fmla="*/ 25263 h 483536"/>
                <a:gd name="connsiteX135" fmla="*/ 223500 w 554660"/>
                <a:gd name="connsiteY135" fmla="*/ 29065 h 483536"/>
                <a:gd name="connsiteX136" fmla="*/ 222187 w 554660"/>
                <a:gd name="connsiteY136" fmla="*/ 34279 h 483536"/>
                <a:gd name="connsiteX137" fmla="*/ 218586 w 554660"/>
                <a:gd name="connsiteY137" fmla="*/ 38854 h 483536"/>
                <a:gd name="connsiteX138" fmla="*/ 217610 w 554660"/>
                <a:gd name="connsiteY138" fmla="*/ 44842 h 483536"/>
                <a:gd name="connsiteX139" fmla="*/ 219461 w 554660"/>
                <a:gd name="connsiteY139" fmla="*/ 48441 h 483536"/>
                <a:gd name="connsiteX140" fmla="*/ 215995 w 554660"/>
                <a:gd name="connsiteY140" fmla="*/ 50729 h 483536"/>
                <a:gd name="connsiteX141" fmla="*/ 205226 w 554660"/>
                <a:gd name="connsiteY141" fmla="*/ 51368 h 483536"/>
                <a:gd name="connsiteX142" fmla="*/ 199672 w 554660"/>
                <a:gd name="connsiteY142" fmla="*/ 52680 h 483536"/>
                <a:gd name="connsiteX143" fmla="*/ 196071 w 554660"/>
                <a:gd name="connsiteY143" fmla="*/ 59845 h 483536"/>
                <a:gd name="connsiteX144" fmla="*/ 194658 w 554660"/>
                <a:gd name="connsiteY144" fmla="*/ 65160 h 483536"/>
                <a:gd name="connsiteX145" fmla="*/ 196307 w 554660"/>
                <a:gd name="connsiteY145" fmla="*/ 74075 h 483536"/>
                <a:gd name="connsiteX146" fmla="*/ 194658 w 554660"/>
                <a:gd name="connsiteY146" fmla="*/ 79289 h 483536"/>
                <a:gd name="connsiteX147" fmla="*/ 189980 w 554660"/>
                <a:gd name="connsiteY147" fmla="*/ 85714 h 483536"/>
                <a:gd name="connsiteX148" fmla="*/ 184427 w 554660"/>
                <a:gd name="connsiteY148" fmla="*/ 89179 h 483536"/>
                <a:gd name="connsiteX149" fmla="*/ 175609 w 554660"/>
                <a:gd name="connsiteY149" fmla="*/ 92105 h 483536"/>
                <a:gd name="connsiteX150" fmla="*/ 169417 w 554660"/>
                <a:gd name="connsiteY150" fmla="*/ 89919 h 483536"/>
                <a:gd name="connsiteX151" fmla="*/ 162989 w 554660"/>
                <a:gd name="connsiteY151" fmla="*/ 80903 h 483536"/>
                <a:gd name="connsiteX152" fmla="*/ 163629 w 554660"/>
                <a:gd name="connsiteY152" fmla="*/ 75454 h 483536"/>
                <a:gd name="connsiteX153" fmla="*/ 162989 w 554660"/>
                <a:gd name="connsiteY153" fmla="*/ 69802 h 483536"/>
                <a:gd name="connsiteX154" fmla="*/ 159186 w 554660"/>
                <a:gd name="connsiteY154" fmla="*/ 64386 h 483536"/>
                <a:gd name="connsiteX155" fmla="*/ 155383 w 554660"/>
                <a:gd name="connsiteY155" fmla="*/ 61897 h 483536"/>
                <a:gd name="connsiteX156" fmla="*/ 148652 w 554660"/>
                <a:gd name="connsiteY156" fmla="*/ 59408 h 483536"/>
                <a:gd name="connsiteX157" fmla="*/ 143436 w 554660"/>
                <a:gd name="connsiteY157" fmla="*/ 60282 h 483536"/>
                <a:gd name="connsiteX158" fmla="*/ 136907 w 554660"/>
                <a:gd name="connsiteY158" fmla="*/ 64723 h 483536"/>
                <a:gd name="connsiteX159" fmla="*/ 136368 w 554660"/>
                <a:gd name="connsiteY159" fmla="*/ 69399 h 483536"/>
                <a:gd name="connsiteX160" fmla="*/ 134854 w 554660"/>
                <a:gd name="connsiteY160" fmla="*/ 76362 h 483536"/>
                <a:gd name="connsiteX161" fmla="*/ 130950 w 554660"/>
                <a:gd name="connsiteY161" fmla="*/ 81677 h 483536"/>
                <a:gd name="connsiteX162" fmla="*/ 125834 w 554660"/>
                <a:gd name="connsiteY162" fmla="*/ 82552 h 483536"/>
                <a:gd name="connsiteX163" fmla="*/ 119406 w 554660"/>
                <a:gd name="connsiteY163" fmla="*/ 83628 h 483536"/>
                <a:gd name="connsiteX164" fmla="*/ 113315 w 554660"/>
                <a:gd name="connsiteY164" fmla="*/ 85041 h 483536"/>
                <a:gd name="connsiteX165" fmla="*/ 107762 w 554660"/>
                <a:gd name="connsiteY165" fmla="*/ 83965 h 483536"/>
                <a:gd name="connsiteX166" fmla="*/ 104598 w 554660"/>
                <a:gd name="connsiteY166" fmla="*/ 80601 h 483536"/>
                <a:gd name="connsiteX167" fmla="*/ 93627 w 554660"/>
                <a:gd name="connsiteY167" fmla="*/ 72897 h 483536"/>
                <a:gd name="connsiteX168" fmla="*/ 86661 w 554660"/>
                <a:gd name="connsiteY168" fmla="*/ 76598 h 483536"/>
                <a:gd name="connsiteX169" fmla="*/ 86661 w 554660"/>
                <a:gd name="connsiteY169" fmla="*/ 82686 h 483536"/>
                <a:gd name="connsiteX170" fmla="*/ 84338 w 554660"/>
                <a:gd name="connsiteY170" fmla="*/ 86454 h 483536"/>
                <a:gd name="connsiteX171" fmla="*/ 78247 w 554660"/>
                <a:gd name="connsiteY171" fmla="*/ 91365 h 483536"/>
                <a:gd name="connsiteX172" fmla="*/ 73905 w 554660"/>
                <a:gd name="connsiteY172" fmla="*/ 86454 h 483536"/>
                <a:gd name="connsiteX173" fmla="*/ 70574 w 554660"/>
                <a:gd name="connsiteY173" fmla="*/ 84436 h 483536"/>
                <a:gd name="connsiteX174" fmla="*/ 64044 w 554660"/>
                <a:gd name="connsiteY174" fmla="*/ 77203 h 483536"/>
                <a:gd name="connsiteX175" fmla="*/ 64044 w 554660"/>
                <a:gd name="connsiteY175" fmla="*/ 67077 h 483536"/>
                <a:gd name="connsiteX176" fmla="*/ 64044 w 554660"/>
                <a:gd name="connsiteY176" fmla="*/ 58399 h 483536"/>
                <a:gd name="connsiteX177" fmla="*/ 59400 w 554660"/>
                <a:gd name="connsiteY177" fmla="*/ 55203 h 483536"/>
                <a:gd name="connsiteX178" fmla="*/ 56237 w 554660"/>
                <a:gd name="connsiteY178" fmla="*/ 47970 h 483536"/>
                <a:gd name="connsiteX179" fmla="*/ 52467 w 554660"/>
                <a:gd name="connsiteY179" fmla="*/ 45077 h 483536"/>
                <a:gd name="connsiteX180" fmla="*/ 42910 w 554660"/>
                <a:gd name="connsiteY180" fmla="*/ 42184 h 483536"/>
                <a:gd name="connsiteX181" fmla="*/ 29582 w 554660"/>
                <a:gd name="connsiteY181" fmla="*/ 40166 h 483536"/>
                <a:gd name="connsiteX182" fmla="*/ 17096 w 554660"/>
                <a:gd name="connsiteY182" fmla="*/ 41310 h 483536"/>
                <a:gd name="connsiteX183" fmla="*/ 11308 w 554660"/>
                <a:gd name="connsiteY183" fmla="*/ 45952 h 483536"/>
                <a:gd name="connsiteX184" fmla="*/ 6529 w 554660"/>
                <a:gd name="connsiteY184" fmla="*/ 49417 h 483536"/>
                <a:gd name="connsiteX185" fmla="*/ 1447 w 554660"/>
                <a:gd name="connsiteY185" fmla="*/ 58399 h 483536"/>
                <a:gd name="connsiteX186" fmla="*/ 1447 w 554660"/>
                <a:gd name="connsiteY186" fmla="*/ 63613 h 483536"/>
                <a:gd name="connsiteX187" fmla="*/ 0 w 554660"/>
                <a:gd name="connsiteY187" fmla="*/ 69399 h 483536"/>
                <a:gd name="connsiteX188" fmla="*/ 4341 w 554660"/>
                <a:gd name="connsiteY188" fmla="*/ 73738 h 483536"/>
                <a:gd name="connsiteX189" fmla="*/ 7808 w 554660"/>
                <a:gd name="connsiteY189" fmla="*/ 77203 h 483536"/>
                <a:gd name="connsiteX190" fmla="*/ 22582 w 554660"/>
                <a:gd name="connsiteY190" fmla="*/ 86488 h 483536"/>
                <a:gd name="connsiteX191" fmla="*/ 30423 w 554660"/>
                <a:gd name="connsiteY191" fmla="*/ 90827 h 483536"/>
                <a:gd name="connsiteX192" fmla="*/ 37390 w 554660"/>
                <a:gd name="connsiteY192" fmla="*/ 91702 h 483536"/>
                <a:gd name="connsiteX193" fmla="*/ 44054 w 554660"/>
                <a:gd name="connsiteY193" fmla="*/ 96613 h 483536"/>
                <a:gd name="connsiteX194" fmla="*/ 48967 w 554660"/>
                <a:gd name="connsiteY194" fmla="*/ 100953 h 483536"/>
                <a:gd name="connsiteX195" fmla="*/ 54487 w 554660"/>
                <a:gd name="connsiteY195" fmla="*/ 100953 h 483536"/>
                <a:gd name="connsiteX196" fmla="*/ 58559 w 554660"/>
                <a:gd name="connsiteY196" fmla="*/ 109060 h 483536"/>
                <a:gd name="connsiteX197" fmla="*/ 64044 w 554660"/>
                <a:gd name="connsiteY197" fmla="*/ 119185 h 483536"/>
                <a:gd name="connsiteX198" fmla="*/ 70439 w 554660"/>
                <a:gd name="connsiteY198" fmla="*/ 119488 h 483536"/>
                <a:gd name="connsiteX199" fmla="*/ 71886 w 554660"/>
                <a:gd name="connsiteY199" fmla="*/ 123827 h 483536"/>
                <a:gd name="connsiteX200" fmla="*/ 76800 w 554660"/>
                <a:gd name="connsiteY200" fmla="*/ 129614 h 483536"/>
                <a:gd name="connsiteX201" fmla="*/ 83194 w 554660"/>
                <a:gd name="connsiteY201" fmla="*/ 132069 h 483536"/>
                <a:gd name="connsiteX202" fmla="*/ 97093 w 554660"/>
                <a:gd name="connsiteY202" fmla="*/ 132204 h 483536"/>
                <a:gd name="connsiteX203" fmla="*/ 108401 w 554660"/>
                <a:gd name="connsiteY203" fmla="*/ 132204 h 483536"/>
                <a:gd name="connsiteX204" fmla="*/ 117387 w 554660"/>
                <a:gd name="connsiteY204" fmla="*/ 133650 h 483536"/>
                <a:gd name="connsiteX205" fmla="*/ 123748 w 554660"/>
                <a:gd name="connsiteY205" fmla="*/ 140614 h 483536"/>
                <a:gd name="connsiteX206" fmla="*/ 128089 w 554660"/>
                <a:gd name="connsiteY206" fmla="*/ 144953 h 483536"/>
                <a:gd name="connsiteX207" fmla="*/ 132565 w 554660"/>
                <a:gd name="connsiteY207" fmla="*/ 150739 h 483536"/>
                <a:gd name="connsiteX208" fmla="*/ 133575 w 554660"/>
                <a:gd name="connsiteY208" fmla="*/ 154507 h 483536"/>
                <a:gd name="connsiteX209" fmla="*/ 133575 w 554660"/>
                <a:gd name="connsiteY209" fmla="*/ 164363 h 483536"/>
                <a:gd name="connsiteX210" fmla="*/ 136469 w 554660"/>
                <a:gd name="connsiteY210" fmla="*/ 168434 h 483536"/>
                <a:gd name="connsiteX211" fmla="*/ 145724 w 554660"/>
                <a:gd name="connsiteY211" fmla="*/ 168434 h 483536"/>
                <a:gd name="connsiteX212" fmla="*/ 152388 w 554660"/>
                <a:gd name="connsiteY212" fmla="*/ 164969 h 483536"/>
                <a:gd name="connsiteX213" fmla="*/ 157032 w 554660"/>
                <a:gd name="connsiteY213" fmla="*/ 160898 h 483536"/>
                <a:gd name="connsiteX214" fmla="*/ 162249 w 554660"/>
                <a:gd name="connsiteY214" fmla="*/ 163522 h 483536"/>
                <a:gd name="connsiteX215" fmla="*/ 171806 w 554660"/>
                <a:gd name="connsiteY215" fmla="*/ 165272 h 483536"/>
                <a:gd name="connsiteX216" fmla="*/ 179042 w 554660"/>
                <a:gd name="connsiteY216" fmla="*/ 166146 h 483536"/>
                <a:gd name="connsiteX217" fmla="*/ 178167 w 554660"/>
                <a:gd name="connsiteY217" fmla="*/ 173984 h 483536"/>
                <a:gd name="connsiteX218" fmla="*/ 174095 w 554660"/>
                <a:gd name="connsiteY218" fmla="*/ 179501 h 483536"/>
                <a:gd name="connsiteX219" fmla="*/ 173523 w 554660"/>
                <a:gd name="connsiteY219" fmla="*/ 184413 h 483536"/>
                <a:gd name="connsiteX220" fmla="*/ 171504 w 554660"/>
                <a:gd name="connsiteY220" fmla="*/ 190804 h 483536"/>
                <a:gd name="connsiteX221" fmla="*/ 167432 w 554660"/>
                <a:gd name="connsiteY221" fmla="*/ 197465 h 483536"/>
                <a:gd name="connsiteX222" fmla="*/ 164840 w 554660"/>
                <a:gd name="connsiteY222" fmla="*/ 202107 h 483536"/>
                <a:gd name="connsiteX223" fmla="*/ 162821 w 554660"/>
                <a:gd name="connsiteY223" fmla="*/ 209070 h 483536"/>
                <a:gd name="connsiteX224" fmla="*/ 161071 w 554660"/>
                <a:gd name="connsiteY224" fmla="*/ 222694 h 483536"/>
                <a:gd name="connsiteX225" fmla="*/ 161340 w 554660"/>
                <a:gd name="connsiteY225" fmla="*/ 224444 h 483536"/>
                <a:gd name="connsiteX226" fmla="*/ 165681 w 554660"/>
                <a:gd name="connsiteY226" fmla="*/ 229355 h 483536"/>
                <a:gd name="connsiteX227" fmla="*/ 176114 w 554660"/>
                <a:gd name="connsiteY227" fmla="*/ 228481 h 483536"/>
                <a:gd name="connsiteX228" fmla="*/ 183081 w 554660"/>
                <a:gd name="connsiteY228" fmla="*/ 226159 h 483536"/>
                <a:gd name="connsiteX229" fmla="*/ 185403 w 554660"/>
                <a:gd name="connsiteY229" fmla="*/ 235713 h 483536"/>
                <a:gd name="connsiteX230" fmla="*/ 189475 w 554660"/>
                <a:gd name="connsiteY230" fmla="*/ 244392 h 483536"/>
                <a:gd name="connsiteX231" fmla="*/ 192672 w 554660"/>
                <a:gd name="connsiteY231" fmla="*/ 252802 h 483536"/>
                <a:gd name="connsiteX232" fmla="*/ 191797 w 554660"/>
                <a:gd name="connsiteY232" fmla="*/ 260606 h 483536"/>
                <a:gd name="connsiteX233" fmla="*/ 194692 w 554660"/>
                <a:gd name="connsiteY233" fmla="*/ 268713 h 483536"/>
                <a:gd name="connsiteX234" fmla="*/ 205697 w 554660"/>
                <a:gd name="connsiteY234" fmla="*/ 277123 h 483536"/>
                <a:gd name="connsiteX235" fmla="*/ 211485 w 554660"/>
                <a:gd name="connsiteY235" fmla="*/ 277998 h 483536"/>
                <a:gd name="connsiteX236" fmla="*/ 220168 w 554660"/>
                <a:gd name="connsiteY236" fmla="*/ 275980 h 483536"/>
                <a:gd name="connsiteX237" fmla="*/ 227404 w 554660"/>
                <a:gd name="connsiteY237" fmla="*/ 276282 h 483536"/>
                <a:gd name="connsiteX238" fmla="*/ 234067 w 554660"/>
                <a:gd name="connsiteY238" fmla="*/ 275980 h 483536"/>
                <a:gd name="connsiteX239" fmla="*/ 239284 w 554660"/>
                <a:gd name="connsiteY239" fmla="*/ 273087 h 483536"/>
                <a:gd name="connsiteX240" fmla="*/ 241034 w 554660"/>
                <a:gd name="connsiteY240" fmla="*/ 266998 h 483536"/>
                <a:gd name="connsiteX241" fmla="*/ 245106 w 554660"/>
                <a:gd name="connsiteY241" fmla="*/ 261481 h 483536"/>
                <a:gd name="connsiteX242" fmla="*/ 245409 w 554660"/>
                <a:gd name="connsiteY242" fmla="*/ 250750 h 483536"/>
                <a:gd name="connsiteX243" fmla="*/ 248000 w 554660"/>
                <a:gd name="connsiteY243" fmla="*/ 244661 h 483536"/>
                <a:gd name="connsiteX244" fmla="*/ 256111 w 554660"/>
                <a:gd name="connsiteY244" fmla="*/ 242340 h 483536"/>
                <a:gd name="connsiteX245" fmla="*/ 261631 w 554660"/>
                <a:gd name="connsiteY245" fmla="*/ 248731 h 483536"/>
                <a:gd name="connsiteX246" fmla="*/ 269438 w 554660"/>
                <a:gd name="connsiteY246" fmla="*/ 255392 h 483536"/>
                <a:gd name="connsiteX247" fmla="*/ 281319 w 554660"/>
                <a:gd name="connsiteY247" fmla="*/ 261481 h 483536"/>
                <a:gd name="connsiteX248" fmla="*/ 287982 w 554660"/>
                <a:gd name="connsiteY248" fmla="*/ 266123 h 483536"/>
                <a:gd name="connsiteX249" fmla="*/ 286232 w 554660"/>
                <a:gd name="connsiteY249" fmla="*/ 277426 h 483536"/>
                <a:gd name="connsiteX250" fmla="*/ 283607 w 554660"/>
                <a:gd name="connsiteY250" fmla="*/ 281194 h 483536"/>
                <a:gd name="connsiteX251" fmla="*/ 285054 w 554660"/>
                <a:gd name="connsiteY251" fmla="*/ 289032 h 483536"/>
                <a:gd name="connsiteX252" fmla="*/ 286501 w 554660"/>
                <a:gd name="connsiteY252" fmla="*/ 294818 h 483536"/>
                <a:gd name="connsiteX253" fmla="*/ 281588 w 554660"/>
                <a:gd name="connsiteY253" fmla="*/ 300335 h 483536"/>
                <a:gd name="connsiteX254" fmla="*/ 274352 w 554660"/>
                <a:gd name="connsiteY254" fmla="*/ 304102 h 483536"/>
                <a:gd name="connsiteX255" fmla="*/ 268563 w 554660"/>
                <a:gd name="connsiteY255" fmla="*/ 299191 h 483536"/>
                <a:gd name="connsiteX256" fmla="*/ 260722 w 554660"/>
                <a:gd name="connsiteY256" fmla="*/ 298888 h 483536"/>
                <a:gd name="connsiteX257" fmla="*/ 252039 w 554660"/>
                <a:gd name="connsiteY257" fmla="*/ 297442 h 483536"/>
                <a:gd name="connsiteX258" fmla="*/ 247698 w 554660"/>
                <a:gd name="connsiteY258" fmla="*/ 292530 h 483536"/>
                <a:gd name="connsiteX259" fmla="*/ 239587 w 554660"/>
                <a:gd name="connsiteY259" fmla="*/ 289335 h 483536"/>
                <a:gd name="connsiteX260" fmla="*/ 234101 w 554660"/>
                <a:gd name="connsiteY260" fmla="*/ 293977 h 483536"/>
                <a:gd name="connsiteX261" fmla="*/ 233529 w 554660"/>
                <a:gd name="connsiteY261" fmla="*/ 301512 h 483536"/>
                <a:gd name="connsiteX262" fmla="*/ 236423 w 554660"/>
                <a:gd name="connsiteY262" fmla="*/ 311066 h 483536"/>
                <a:gd name="connsiteX263" fmla="*/ 237568 w 554660"/>
                <a:gd name="connsiteY263" fmla="*/ 317457 h 483536"/>
                <a:gd name="connsiteX264" fmla="*/ 236693 w 554660"/>
                <a:gd name="connsiteY264" fmla="*/ 327314 h 483536"/>
                <a:gd name="connsiteX265" fmla="*/ 233798 w 554660"/>
                <a:gd name="connsiteY265" fmla="*/ 331384 h 483536"/>
                <a:gd name="connsiteX266" fmla="*/ 232351 w 554660"/>
                <a:gd name="connsiteY266" fmla="*/ 336598 h 483536"/>
                <a:gd name="connsiteX267" fmla="*/ 228010 w 554660"/>
                <a:gd name="connsiteY267" fmla="*/ 338045 h 483536"/>
                <a:gd name="connsiteX268" fmla="*/ 222490 w 554660"/>
                <a:gd name="connsiteY268" fmla="*/ 338617 h 483536"/>
                <a:gd name="connsiteX269" fmla="*/ 217846 w 554660"/>
                <a:gd name="connsiteY269" fmla="*/ 345008 h 483536"/>
                <a:gd name="connsiteX270" fmla="*/ 216096 w 554660"/>
                <a:gd name="connsiteY270" fmla="*/ 353115 h 483536"/>
                <a:gd name="connsiteX271" fmla="*/ 211183 w 554660"/>
                <a:gd name="connsiteY271" fmla="*/ 361222 h 483536"/>
                <a:gd name="connsiteX272" fmla="*/ 208860 w 554660"/>
                <a:gd name="connsiteY272" fmla="*/ 367009 h 483536"/>
                <a:gd name="connsiteX273" fmla="*/ 214649 w 554660"/>
                <a:gd name="connsiteY273" fmla="*/ 370473 h 483536"/>
                <a:gd name="connsiteX274" fmla="*/ 219865 w 554660"/>
                <a:gd name="connsiteY274" fmla="*/ 373366 h 483536"/>
                <a:gd name="connsiteX275" fmla="*/ 224510 w 554660"/>
                <a:gd name="connsiteY275" fmla="*/ 379152 h 483536"/>
                <a:gd name="connsiteX276" fmla="*/ 226832 w 554660"/>
                <a:gd name="connsiteY276" fmla="*/ 389581 h 483536"/>
                <a:gd name="connsiteX277" fmla="*/ 229726 w 554660"/>
                <a:gd name="connsiteY277" fmla="*/ 394795 h 483536"/>
                <a:gd name="connsiteX278" fmla="*/ 238712 w 554660"/>
                <a:gd name="connsiteY278" fmla="*/ 395030 h 483536"/>
                <a:gd name="connsiteX279" fmla="*/ 249145 w 554660"/>
                <a:gd name="connsiteY279" fmla="*/ 396578 h 483536"/>
                <a:gd name="connsiteX280" fmla="*/ 259578 w 554660"/>
                <a:gd name="connsiteY280" fmla="*/ 396578 h 483536"/>
                <a:gd name="connsiteX281" fmla="*/ 261328 w 554660"/>
                <a:gd name="connsiteY281" fmla="*/ 401792 h 483536"/>
                <a:gd name="connsiteX282" fmla="*/ 262472 w 554660"/>
                <a:gd name="connsiteY282" fmla="*/ 408183 h 483536"/>
                <a:gd name="connsiteX283" fmla="*/ 263650 w 554660"/>
                <a:gd name="connsiteY283" fmla="*/ 413700 h 483536"/>
                <a:gd name="connsiteX284" fmla="*/ 260452 w 554660"/>
                <a:gd name="connsiteY284" fmla="*/ 421505 h 483536"/>
                <a:gd name="connsiteX285" fmla="*/ 255236 w 554660"/>
                <a:gd name="connsiteY285" fmla="*/ 425844 h 483536"/>
                <a:gd name="connsiteX286" fmla="*/ 247698 w 554660"/>
                <a:gd name="connsiteY286" fmla="*/ 433077 h 483536"/>
                <a:gd name="connsiteX287" fmla="*/ 249717 w 554660"/>
                <a:gd name="connsiteY287" fmla="*/ 438863 h 483536"/>
                <a:gd name="connsiteX288" fmla="*/ 252914 w 554660"/>
                <a:gd name="connsiteY288" fmla="*/ 442193 h 483536"/>
                <a:gd name="connsiteX289" fmla="*/ 261328 w 554660"/>
                <a:gd name="connsiteY289" fmla="*/ 446970 h 483536"/>
                <a:gd name="connsiteX290" fmla="*/ 270011 w 554660"/>
                <a:gd name="connsiteY290" fmla="*/ 446970 h 483536"/>
                <a:gd name="connsiteX291" fmla="*/ 277112 w 554660"/>
                <a:gd name="connsiteY291" fmla="*/ 444952 h 483536"/>
                <a:gd name="connsiteX292" fmla="*/ 284785 w 554660"/>
                <a:gd name="connsiteY292" fmla="*/ 441756 h 483536"/>
                <a:gd name="connsiteX293" fmla="*/ 292020 w 554660"/>
                <a:gd name="connsiteY293" fmla="*/ 440881 h 483536"/>
                <a:gd name="connsiteX294" fmla="*/ 299862 w 554660"/>
                <a:gd name="connsiteY294" fmla="*/ 438829 h 483536"/>
                <a:gd name="connsiteX295" fmla="*/ 310867 w 554660"/>
                <a:gd name="connsiteY295" fmla="*/ 436542 h 483536"/>
                <a:gd name="connsiteX296" fmla="*/ 315209 w 554660"/>
                <a:gd name="connsiteY296" fmla="*/ 436542 h 483536"/>
                <a:gd name="connsiteX297" fmla="*/ 316084 w 554660"/>
                <a:gd name="connsiteY297" fmla="*/ 444649 h 483536"/>
                <a:gd name="connsiteX298" fmla="*/ 316656 w 554660"/>
                <a:gd name="connsiteY298" fmla="*/ 449863 h 483536"/>
                <a:gd name="connsiteX299" fmla="*/ 326786 w 554660"/>
                <a:gd name="connsiteY299" fmla="*/ 448685 h 483536"/>
                <a:gd name="connsiteX300" fmla="*/ 334055 w 554660"/>
                <a:gd name="connsiteY300" fmla="*/ 446667 h 483536"/>
                <a:gd name="connsiteX301" fmla="*/ 337825 w 554660"/>
                <a:gd name="connsiteY301" fmla="*/ 453631 h 483536"/>
                <a:gd name="connsiteX302" fmla="*/ 342738 w 554660"/>
                <a:gd name="connsiteY302" fmla="*/ 447273 h 483536"/>
                <a:gd name="connsiteX303" fmla="*/ 349704 w 554660"/>
                <a:gd name="connsiteY303" fmla="*/ 444380 h 483536"/>
                <a:gd name="connsiteX304" fmla="*/ 360440 w 554660"/>
                <a:gd name="connsiteY304" fmla="*/ 443808 h 483536"/>
                <a:gd name="connsiteX305" fmla="*/ 367676 w 554660"/>
                <a:gd name="connsiteY305" fmla="*/ 448450 h 483536"/>
                <a:gd name="connsiteX306" fmla="*/ 375787 w 554660"/>
                <a:gd name="connsiteY306" fmla="*/ 455985 h 483536"/>
                <a:gd name="connsiteX307" fmla="*/ 380128 w 554660"/>
                <a:gd name="connsiteY307" fmla="*/ 460897 h 483536"/>
                <a:gd name="connsiteX308" fmla="*/ 384200 w 554660"/>
                <a:gd name="connsiteY308" fmla="*/ 463218 h 483536"/>
                <a:gd name="connsiteX309" fmla="*/ 388542 w 554660"/>
                <a:gd name="connsiteY309" fmla="*/ 466985 h 483536"/>
                <a:gd name="connsiteX310" fmla="*/ 398975 w 554660"/>
                <a:gd name="connsiteY310" fmla="*/ 469576 h 483536"/>
                <a:gd name="connsiteX311" fmla="*/ 412605 w 554660"/>
                <a:gd name="connsiteY311" fmla="*/ 469576 h 483536"/>
                <a:gd name="connsiteX312" fmla="*/ 417249 w 554660"/>
                <a:gd name="connsiteY312" fmla="*/ 468432 h 483536"/>
                <a:gd name="connsiteX313" fmla="*/ 421019 w 554660"/>
                <a:gd name="connsiteY313" fmla="*/ 472502 h 483536"/>
                <a:gd name="connsiteX314" fmla="*/ 424216 w 554660"/>
                <a:gd name="connsiteY314" fmla="*/ 479466 h 483536"/>
                <a:gd name="connsiteX315" fmla="*/ 425091 w 554660"/>
                <a:gd name="connsiteY315" fmla="*/ 483536 h 483536"/>
                <a:gd name="connsiteX316" fmla="*/ 431754 w 554660"/>
                <a:gd name="connsiteY316" fmla="*/ 483536 h 483536"/>
                <a:gd name="connsiteX317" fmla="*/ 432629 w 554660"/>
                <a:gd name="connsiteY317" fmla="*/ 476875 h 483536"/>
                <a:gd name="connsiteX318" fmla="*/ 436096 w 554660"/>
                <a:gd name="connsiteY318" fmla="*/ 473411 h 483536"/>
                <a:gd name="connsiteX319" fmla="*/ 443937 w 554660"/>
                <a:gd name="connsiteY319" fmla="*/ 472839 h 483536"/>
                <a:gd name="connsiteX320" fmla="*/ 446260 w 554660"/>
                <a:gd name="connsiteY320" fmla="*/ 466178 h 483536"/>
                <a:gd name="connsiteX321" fmla="*/ 446832 w 554660"/>
                <a:gd name="connsiteY321" fmla="*/ 461267 h 483536"/>
                <a:gd name="connsiteX322" fmla="*/ 444510 w 554660"/>
                <a:gd name="connsiteY322" fmla="*/ 454034 h 483536"/>
                <a:gd name="connsiteX323" fmla="*/ 447976 w 554660"/>
                <a:gd name="connsiteY323" fmla="*/ 449997 h 483536"/>
                <a:gd name="connsiteX324" fmla="*/ 454942 w 554660"/>
                <a:gd name="connsiteY324" fmla="*/ 444783 h 483536"/>
                <a:gd name="connsiteX325" fmla="*/ 462481 w 554660"/>
                <a:gd name="connsiteY325" fmla="*/ 444514 h 483536"/>
                <a:gd name="connsiteX326" fmla="*/ 467832 w 554660"/>
                <a:gd name="connsiteY326" fmla="*/ 442328 h 483536"/>
                <a:gd name="connsiteX327" fmla="*/ 470289 w 554660"/>
                <a:gd name="connsiteY327" fmla="*/ 438863 h 483536"/>
                <a:gd name="connsiteX328" fmla="*/ 474226 w 554660"/>
                <a:gd name="connsiteY328" fmla="*/ 434086 h 48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554660" h="483536">
                  <a:moveTo>
                    <a:pt x="474226" y="434086"/>
                  </a:moveTo>
                  <a:lnTo>
                    <a:pt x="477996" y="430756"/>
                  </a:lnTo>
                  <a:lnTo>
                    <a:pt x="479140" y="428300"/>
                  </a:lnTo>
                  <a:lnTo>
                    <a:pt x="477996" y="421202"/>
                  </a:lnTo>
                  <a:lnTo>
                    <a:pt x="482203" y="418174"/>
                  </a:lnTo>
                  <a:lnTo>
                    <a:pt x="484222" y="415853"/>
                  </a:lnTo>
                  <a:lnTo>
                    <a:pt x="479881" y="412826"/>
                  </a:lnTo>
                  <a:lnTo>
                    <a:pt x="479881" y="409193"/>
                  </a:lnTo>
                  <a:lnTo>
                    <a:pt x="482910" y="405358"/>
                  </a:lnTo>
                  <a:lnTo>
                    <a:pt x="487688" y="399067"/>
                  </a:lnTo>
                  <a:lnTo>
                    <a:pt x="493645" y="395770"/>
                  </a:lnTo>
                  <a:lnTo>
                    <a:pt x="501621" y="394593"/>
                  </a:lnTo>
                  <a:lnTo>
                    <a:pt x="504246" y="394593"/>
                  </a:lnTo>
                  <a:lnTo>
                    <a:pt x="504246" y="394526"/>
                  </a:lnTo>
                  <a:lnTo>
                    <a:pt x="494352" y="385746"/>
                  </a:lnTo>
                  <a:lnTo>
                    <a:pt x="489136" y="380532"/>
                  </a:lnTo>
                  <a:lnTo>
                    <a:pt x="485265" y="375553"/>
                  </a:lnTo>
                  <a:lnTo>
                    <a:pt x="482135" y="372727"/>
                  </a:lnTo>
                  <a:lnTo>
                    <a:pt x="477356" y="367950"/>
                  </a:lnTo>
                  <a:lnTo>
                    <a:pt x="474866" y="367076"/>
                  </a:lnTo>
                  <a:cubicBezTo>
                    <a:pt x="474866" y="367076"/>
                    <a:pt x="471736" y="366437"/>
                    <a:pt x="471400" y="366302"/>
                  </a:cubicBezTo>
                  <a:cubicBezTo>
                    <a:pt x="471063" y="366201"/>
                    <a:pt x="465745" y="366302"/>
                    <a:pt x="465745" y="366302"/>
                  </a:cubicBezTo>
                  <a:cubicBezTo>
                    <a:pt x="465745" y="366302"/>
                    <a:pt x="461269" y="365427"/>
                    <a:pt x="458880" y="365427"/>
                  </a:cubicBezTo>
                  <a:cubicBezTo>
                    <a:pt x="456490" y="365427"/>
                    <a:pt x="450063" y="363813"/>
                    <a:pt x="450063" y="363813"/>
                  </a:cubicBezTo>
                  <a:lnTo>
                    <a:pt x="446461" y="361323"/>
                  </a:lnTo>
                  <a:lnTo>
                    <a:pt x="443971" y="358498"/>
                  </a:lnTo>
                  <a:cubicBezTo>
                    <a:pt x="443971" y="358498"/>
                    <a:pt x="446058" y="356311"/>
                    <a:pt x="446461" y="356210"/>
                  </a:cubicBezTo>
                  <a:cubicBezTo>
                    <a:pt x="446899" y="356109"/>
                    <a:pt x="448211" y="355134"/>
                    <a:pt x="449188" y="354696"/>
                  </a:cubicBezTo>
                  <a:cubicBezTo>
                    <a:pt x="450163" y="354259"/>
                    <a:pt x="453765" y="351433"/>
                    <a:pt x="454067" y="351433"/>
                  </a:cubicBezTo>
                  <a:cubicBezTo>
                    <a:pt x="454370" y="351433"/>
                    <a:pt x="456457" y="351332"/>
                    <a:pt x="457231" y="351433"/>
                  </a:cubicBezTo>
                  <a:cubicBezTo>
                    <a:pt x="458005" y="351534"/>
                    <a:pt x="459957" y="351972"/>
                    <a:pt x="461034" y="352846"/>
                  </a:cubicBezTo>
                  <a:cubicBezTo>
                    <a:pt x="462111" y="353721"/>
                    <a:pt x="463524" y="353822"/>
                    <a:pt x="465174" y="354158"/>
                  </a:cubicBezTo>
                  <a:cubicBezTo>
                    <a:pt x="466823" y="354494"/>
                    <a:pt x="474731" y="355235"/>
                    <a:pt x="474731" y="355235"/>
                  </a:cubicBezTo>
                  <a:cubicBezTo>
                    <a:pt x="474731" y="355235"/>
                    <a:pt x="475606" y="354360"/>
                    <a:pt x="476044" y="354259"/>
                  </a:cubicBezTo>
                  <a:cubicBezTo>
                    <a:pt x="476481" y="354158"/>
                    <a:pt x="478972" y="352005"/>
                    <a:pt x="480284" y="351837"/>
                  </a:cubicBezTo>
                  <a:cubicBezTo>
                    <a:pt x="481597" y="351669"/>
                    <a:pt x="482910" y="351131"/>
                    <a:pt x="483650" y="351131"/>
                  </a:cubicBezTo>
                  <a:cubicBezTo>
                    <a:pt x="484424" y="351131"/>
                    <a:pt x="487688" y="351131"/>
                    <a:pt x="487688" y="351131"/>
                  </a:cubicBezTo>
                  <a:lnTo>
                    <a:pt x="493140" y="347666"/>
                  </a:lnTo>
                  <a:lnTo>
                    <a:pt x="499871" y="347666"/>
                  </a:lnTo>
                  <a:cubicBezTo>
                    <a:pt x="499871" y="347666"/>
                    <a:pt x="505862" y="349516"/>
                    <a:pt x="506165" y="349617"/>
                  </a:cubicBezTo>
                  <a:cubicBezTo>
                    <a:pt x="506501" y="349718"/>
                    <a:pt x="510944" y="351030"/>
                    <a:pt x="511381" y="351030"/>
                  </a:cubicBezTo>
                  <a:cubicBezTo>
                    <a:pt x="511819" y="351030"/>
                    <a:pt x="516934" y="355268"/>
                    <a:pt x="516934" y="355268"/>
                  </a:cubicBezTo>
                  <a:lnTo>
                    <a:pt x="523901" y="359070"/>
                  </a:lnTo>
                  <a:lnTo>
                    <a:pt x="531507" y="362333"/>
                  </a:lnTo>
                  <a:lnTo>
                    <a:pt x="537261" y="363947"/>
                  </a:lnTo>
                  <a:cubicBezTo>
                    <a:pt x="537261" y="363947"/>
                    <a:pt x="542478" y="364586"/>
                    <a:pt x="543017" y="364586"/>
                  </a:cubicBezTo>
                  <a:cubicBezTo>
                    <a:pt x="543555" y="364586"/>
                    <a:pt x="549646" y="364385"/>
                    <a:pt x="549646" y="364385"/>
                  </a:cubicBezTo>
                  <a:lnTo>
                    <a:pt x="553786" y="362871"/>
                  </a:lnTo>
                  <a:lnTo>
                    <a:pt x="554661" y="359070"/>
                  </a:lnTo>
                  <a:lnTo>
                    <a:pt x="552373" y="353855"/>
                  </a:lnTo>
                  <a:lnTo>
                    <a:pt x="547358" y="343763"/>
                  </a:lnTo>
                  <a:lnTo>
                    <a:pt x="541603" y="332461"/>
                  </a:lnTo>
                  <a:lnTo>
                    <a:pt x="534872" y="325598"/>
                  </a:lnTo>
                  <a:cubicBezTo>
                    <a:pt x="534872" y="325598"/>
                    <a:pt x="527805" y="321360"/>
                    <a:pt x="526930" y="321158"/>
                  </a:cubicBezTo>
                  <a:cubicBezTo>
                    <a:pt x="526055" y="320922"/>
                    <a:pt x="516732" y="317693"/>
                    <a:pt x="516732" y="317693"/>
                  </a:cubicBezTo>
                  <a:lnTo>
                    <a:pt x="510203" y="316280"/>
                  </a:lnTo>
                  <a:lnTo>
                    <a:pt x="501823" y="313555"/>
                  </a:lnTo>
                  <a:lnTo>
                    <a:pt x="497414" y="310527"/>
                  </a:lnTo>
                  <a:lnTo>
                    <a:pt x="495496" y="308778"/>
                  </a:lnTo>
                  <a:lnTo>
                    <a:pt x="495496" y="287720"/>
                  </a:lnTo>
                  <a:lnTo>
                    <a:pt x="493544" y="283818"/>
                  </a:lnTo>
                  <a:lnTo>
                    <a:pt x="488967" y="281429"/>
                  </a:lnTo>
                  <a:lnTo>
                    <a:pt x="485064" y="277830"/>
                  </a:lnTo>
                  <a:lnTo>
                    <a:pt x="478097" y="275374"/>
                  </a:lnTo>
                  <a:cubicBezTo>
                    <a:pt x="478097" y="275374"/>
                    <a:pt x="473116" y="274668"/>
                    <a:pt x="472678" y="274668"/>
                  </a:cubicBezTo>
                  <a:cubicBezTo>
                    <a:pt x="472241" y="274668"/>
                    <a:pt x="465072" y="274668"/>
                    <a:pt x="465072" y="274668"/>
                  </a:cubicBezTo>
                  <a:lnTo>
                    <a:pt x="460293" y="273894"/>
                  </a:lnTo>
                  <a:cubicBezTo>
                    <a:pt x="460293" y="273894"/>
                    <a:pt x="453327" y="273356"/>
                    <a:pt x="452890" y="273356"/>
                  </a:cubicBezTo>
                  <a:cubicBezTo>
                    <a:pt x="452452" y="273356"/>
                    <a:pt x="447673" y="272044"/>
                    <a:pt x="447336" y="271607"/>
                  </a:cubicBezTo>
                  <a:cubicBezTo>
                    <a:pt x="447000" y="271169"/>
                    <a:pt x="444711" y="268781"/>
                    <a:pt x="444510" y="267267"/>
                  </a:cubicBezTo>
                  <a:cubicBezTo>
                    <a:pt x="444274" y="265753"/>
                    <a:pt x="443971" y="262154"/>
                    <a:pt x="443971" y="262154"/>
                  </a:cubicBezTo>
                  <a:lnTo>
                    <a:pt x="441582" y="255628"/>
                  </a:lnTo>
                  <a:lnTo>
                    <a:pt x="440707" y="251187"/>
                  </a:lnTo>
                  <a:cubicBezTo>
                    <a:pt x="440707" y="251187"/>
                    <a:pt x="438081" y="249438"/>
                    <a:pt x="437678" y="248698"/>
                  </a:cubicBezTo>
                  <a:cubicBezTo>
                    <a:pt x="437240" y="247924"/>
                    <a:pt x="435625" y="246310"/>
                    <a:pt x="436163" y="245334"/>
                  </a:cubicBezTo>
                  <a:cubicBezTo>
                    <a:pt x="436701" y="244358"/>
                    <a:pt x="439730" y="239918"/>
                    <a:pt x="439730" y="239918"/>
                  </a:cubicBezTo>
                  <a:lnTo>
                    <a:pt x="441245" y="235040"/>
                  </a:lnTo>
                  <a:cubicBezTo>
                    <a:pt x="441245" y="235040"/>
                    <a:pt x="440808" y="233425"/>
                    <a:pt x="440808" y="233089"/>
                  </a:cubicBezTo>
                  <a:cubicBezTo>
                    <a:pt x="440808" y="232753"/>
                    <a:pt x="440471" y="227976"/>
                    <a:pt x="440471" y="227438"/>
                  </a:cubicBezTo>
                  <a:cubicBezTo>
                    <a:pt x="440471" y="226899"/>
                    <a:pt x="439159" y="224175"/>
                    <a:pt x="439159" y="223737"/>
                  </a:cubicBezTo>
                  <a:cubicBezTo>
                    <a:pt x="439159" y="223300"/>
                    <a:pt x="436971" y="221147"/>
                    <a:pt x="436668" y="219835"/>
                  </a:cubicBezTo>
                  <a:cubicBezTo>
                    <a:pt x="436365" y="218523"/>
                    <a:pt x="433202" y="215058"/>
                    <a:pt x="433202" y="215058"/>
                  </a:cubicBezTo>
                  <a:lnTo>
                    <a:pt x="427177" y="210382"/>
                  </a:lnTo>
                  <a:lnTo>
                    <a:pt x="424182" y="206480"/>
                  </a:lnTo>
                  <a:lnTo>
                    <a:pt x="424182" y="200829"/>
                  </a:lnTo>
                  <a:lnTo>
                    <a:pt x="424182" y="197364"/>
                  </a:lnTo>
                  <a:lnTo>
                    <a:pt x="421557" y="192251"/>
                  </a:lnTo>
                  <a:lnTo>
                    <a:pt x="419269" y="189324"/>
                  </a:lnTo>
                  <a:lnTo>
                    <a:pt x="415197" y="185422"/>
                  </a:lnTo>
                  <a:lnTo>
                    <a:pt x="413716" y="180107"/>
                  </a:lnTo>
                  <a:lnTo>
                    <a:pt x="413716" y="174792"/>
                  </a:lnTo>
                  <a:lnTo>
                    <a:pt x="411663" y="170015"/>
                  </a:lnTo>
                  <a:lnTo>
                    <a:pt x="409071" y="166314"/>
                  </a:lnTo>
                  <a:lnTo>
                    <a:pt x="406783" y="162278"/>
                  </a:lnTo>
                  <a:lnTo>
                    <a:pt x="401667" y="154002"/>
                  </a:lnTo>
                  <a:cubicBezTo>
                    <a:pt x="401667" y="154002"/>
                    <a:pt x="397763" y="147813"/>
                    <a:pt x="397763" y="147375"/>
                  </a:cubicBezTo>
                  <a:cubicBezTo>
                    <a:pt x="397763" y="146938"/>
                    <a:pt x="394499" y="139773"/>
                    <a:pt x="394499" y="139773"/>
                  </a:cubicBezTo>
                  <a:lnTo>
                    <a:pt x="391773" y="135736"/>
                  </a:lnTo>
                  <a:lnTo>
                    <a:pt x="389383" y="132910"/>
                  </a:lnTo>
                  <a:lnTo>
                    <a:pt x="389383" y="126081"/>
                  </a:lnTo>
                  <a:lnTo>
                    <a:pt x="388508" y="117167"/>
                  </a:lnTo>
                  <a:lnTo>
                    <a:pt x="386321" y="111078"/>
                  </a:lnTo>
                  <a:lnTo>
                    <a:pt x="385008" y="105662"/>
                  </a:lnTo>
                  <a:lnTo>
                    <a:pt x="375989" y="89145"/>
                  </a:lnTo>
                  <a:lnTo>
                    <a:pt x="372085" y="81206"/>
                  </a:lnTo>
                  <a:lnTo>
                    <a:pt x="361012" y="73604"/>
                  </a:lnTo>
                  <a:lnTo>
                    <a:pt x="343176" y="63713"/>
                  </a:lnTo>
                  <a:lnTo>
                    <a:pt x="333921" y="62301"/>
                  </a:lnTo>
                  <a:lnTo>
                    <a:pt x="324228" y="61426"/>
                  </a:lnTo>
                  <a:lnTo>
                    <a:pt x="318574" y="57288"/>
                  </a:lnTo>
                  <a:lnTo>
                    <a:pt x="312045" y="56414"/>
                  </a:lnTo>
                  <a:cubicBezTo>
                    <a:pt x="312045" y="56414"/>
                    <a:pt x="307165" y="56077"/>
                    <a:pt x="305954" y="55337"/>
                  </a:cubicBezTo>
                  <a:cubicBezTo>
                    <a:pt x="304776" y="54564"/>
                    <a:pt x="301074" y="51099"/>
                    <a:pt x="300636" y="50459"/>
                  </a:cubicBezTo>
                  <a:cubicBezTo>
                    <a:pt x="300199" y="49820"/>
                    <a:pt x="295622" y="44169"/>
                    <a:pt x="294343" y="43395"/>
                  </a:cubicBezTo>
                  <a:cubicBezTo>
                    <a:pt x="293030" y="42622"/>
                    <a:pt x="289766" y="39695"/>
                    <a:pt x="289766" y="39695"/>
                  </a:cubicBezTo>
                  <a:lnTo>
                    <a:pt x="281083" y="33068"/>
                  </a:lnTo>
                  <a:lnTo>
                    <a:pt x="271525" y="32294"/>
                  </a:lnTo>
                  <a:lnTo>
                    <a:pt x="264626" y="31756"/>
                  </a:lnTo>
                  <a:cubicBezTo>
                    <a:pt x="264626" y="31756"/>
                    <a:pt x="262405" y="26340"/>
                    <a:pt x="262405" y="26004"/>
                  </a:cubicBezTo>
                  <a:cubicBezTo>
                    <a:pt x="262405" y="25667"/>
                    <a:pt x="262405" y="20016"/>
                    <a:pt x="262405" y="20016"/>
                  </a:cubicBezTo>
                  <a:lnTo>
                    <a:pt x="262405" y="13052"/>
                  </a:lnTo>
                  <a:cubicBezTo>
                    <a:pt x="262405" y="13052"/>
                    <a:pt x="265130" y="8376"/>
                    <a:pt x="265568" y="8175"/>
                  </a:cubicBezTo>
                  <a:cubicBezTo>
                    <a:pt x="266006" y="7973"/>
                    <a:pt x="270246" y="4575"/>
                    <a:pt x="270246" y="4575"/>
                  </a:cubicBezTo>
                  <a:lnTo>
                    <a:pt x="271996" y="3263"/>
                  </a:lnTo>
                  <a:lnTo>
                    <a:pt x="273410" y="1615"/>
                  </a:lnTo>
                  <a:lnTo>
                    <a:pt x="271458" y="0"/>
                  </a:lnTo>
                  <a:lnTo>
                    <a:pt x="261563" y="0"/>
                  </a:lnTo>
                  <a:lnTo>
                    <a:pt x="252645" y="1413"/>
                  </a:lnTo>
                  <a:lnTo>
                    <a:pt x="247866" y="5113"/>
                  </a:lnTo>
                  <a:lnTo>
                    <a:pt x="241875" y="7939"/>
                  </a:lnTo>
                  <a:cubicBezTo>
                    <a:pt x="241875" y="7939"/>
                    <a:pt x="236221" y="9150"/>
                    <a:pt x="235784" y="9352"/>
                  </a:cubicBezTo>
                  <a:cubicBezTo>
                    <a:pt x="235346" y="9554"/>
                    <a:pt x="226865" y="10126"/>
                    <a:pt x="226865" y="10126"/>
                  </a:cubicBezTo>
                  <a:lnTo>
                    <a:pt x="224510" y="15575"/>
                  </a:lnTo>
                  <a:cubicBezTo>
                    <a:pt x="224510" y="15575"/>
                    <a:pt x="224139" y="18838"/>
                    <a:pt x="224139" y="19276"/>
                  </a:cubicBezTo>
                  <a:cubicBezTo>
                    <a:pt x="224139" y="19713"/>
                    <a:pt x="224139" y="25263"/>
                    <a:pt x="224139" y="25263"/>
                  </a:cubicBezTo>
                  <a:lnTo>
                    <a:pt x="223500" y="29065"/>
                  </a:lnTo>
                  <a:lnTo>
                    <a:pt x="222187" y="34279"/>
                  </a:lnTo>
                  <a:lnTo>
                    <a:pt x="218586" y="38854"/>
                  </a:lnTo>
                  <a:lnTo>
                    <a:pt x="217610" y="44842"/>
                  </a:lnTo>
                  <a:lnTo>
                    <a:pt x="219461" y="48441"/>
                  </a:lnTo>
                  <a:lnTo>
                    <a:pt x="215995" y="50729"/>
                  </a:lnTo>
                  <a:cubicBezTo>
                    <a:pt x="215995" y="50729"/>
                    <a:pt x="206000" y="51166"/>
                    <a:pt x="205226" y="51368"/>
                  </a:cubicBezTo>
                  <a:cubicBezTo>
                    <a:pt x="204452" y="51570"/>
                    <a:pt x="199672" y="52680"/>
                    <a:pt x="199672" y="52680"/>
                  </a:cubicBezTo>
                  <a:lnTo>
                    <a:pt x="196071" y="59845"/>
                  </a:lnTo>
                  <a:lnTo>
                    <a:pt x="194658" y="65160"/>
                  </a:lnTo>
                  <a:lnTo>
                    <a:pt x="196307" y="74075"/>
                  </a:lnTo>
                  <a:cubicBezTo>
                    <a:pt x="196307" y="74075"/>
                    <a:pt x="194893" y="78952"/>
                    <a:pt x="194658" y="79289"/>
                  </a:cubicBezTo>
                  <a:cubicBezTo>
                    <a:pt x="194456" y="79625"/>
                    <a:pt x="189980" y="85714"/>
                    <a:pt x="189980" y="85714"/>
                  </a:cubicBezTo>
                  <a:cubicBezTo>
                    <a:pt x="189980" y="85714"/>
                    <a:pt x="185100" y="88977"/>
                    <a:pt x="184427" y="89179"/>
                  </a:cubicBezTo>
                  <a:cubicBezTo>
                    <a:pt x="183788" y="89414"/>
                    <a:pt x="175609" y="92105"/>
                    <a:pt x="175609" y="92105"/>
                  </a:cubicBezTo>
                  <a:lnTo>
                    <a:pt x="169417" y="89919"/>
                  </a:lnTo>
                  <a:lnTo>
                    <a:pt x="162989" y="80903"/>
                  </a:lnTo>
                  <a:cubicBezTo>
                    <a:pt x="162989" y="80903"/>
                    <a:pt x="163629" y="75891"/>
                    <a:pt x="163629" y="75454"/>
                  </a:cubicBezTo>
                  <a:cubicBezTo>
                    <a:pt x="163629" y="75017"/>
                    <a:pt x="162652" y="70341"/>
                    <a:pt x="162989" y="69802"/>
                  </a:cubicBezTo>
                  <a:cubicBezTo>
                    <a:pt x="163325" y="69264"/>
                    <a:pt x="159186" y="64386"/>
                    <a:pt x="159186" y="64386"/>
                  </a:cubicBezTo>
                  <a:cubicBezTo>
                    <a:pt x="159186" y="64386"/>
                    <a:pt x="156023" y="62200"/>
                    <a:pt x="155383" y="61897"/>
                  </a:cubicBezTo>
                  <a:cubicBezTo>
                    <a:pt x="154744" y="61561"/>
                    <a:pt x="148652" y="59408"/>
                    <a:pt x="148652" y="59408"/>
                  </a:cubicBezTo>
                  <a:lnTo>
                    <a:pt x="143436" y="60282"/>
                  </a:lnTo>
                  <a:lnTo>
                    <a:pt x="136907" y="64723"/>
                  </a:lnTo>
                  <a:lnTo>
                    <a:pt x="136368" y="69399"/>
                  </a:lnTo>
                  <a:lnTo>
                    <a:pt x="134854" y="76362"/>
                  </a:lnTo>
                  <a:lnTo>
                    <a:pt x="130950" y="81677"/>
                  </a:lnTo>
                  <a:cubicBezTo>
                    <a:pt x="130950" y="81677"/>
                    <a:pt x="126272" y="82552"/>
                    <a:pt x="125834" y="82552"/>
                  </a:cubicBezTo>
                  <a:cubicBezTo>
                    <a:pt x="125397" y="82552"/>
                    <a:pt x="119844" y="83325"/>
                    <a:pt x="119406" y="83628"/>
                  </a:cubicBezTo>
                  <a:cubicBezTo>
                    <a:pt x="118969" y="83965"/>
                    <a:pt x="113315" y="85041"/>
                    <a:pt x="113315" y="85041"/>
                  </a:cubicBezTo>
                  <a:cubicBezTo>
                    <a:pt x="113315" y="85041"/>
                    <a:pt x="108099" y="84066"/>
                    <a:pt x="107762" y="83965"/>
                  </a:cubicBezTo>
                  <a:cubicBezTo>
                    <a:pt x="107425" y="83864"/>
                    <a:pt x="104598" y="80601"/>
                    <a:pt x="104598" y="80601"/>
                  </a:cubicBezTo>
                  <a:lnTo>
                    <a:pt x="93627" y="72897"/>
                  </a:lnTo>
                  <a:lnTo>
                    <a:pt x="86661" y="76598"/>
                  </a:lnTo>
                  <a:lnTo>
                    <a:pt x="86661" y="82686"/>
                  </a:lnTo>
                  <a:lnTo>
                    <a:pt x="84338" y="86454"/>
                  </a:lnTo>
                  <a:lnTo>
                    <a:pt x="78247" y="91365"/>
                  </a:lnTo>
                  <a:lnTo>
                    <a:pt x="73905" y="86454"/>
                  </a:lnTo>
                  <a:lnTo>
                    <a:pt x="70574" y="84436"/>
                  </a:lnTo>
                  <a:lnTo>
                    <a:pt x="64044" y="77203"/>
                  </a:lnTo>
                  <a:lnTo>
                    <a:pt x="64044" y="67077"/>
                  </a:lnTo>
                  <a:lnTo>
                    <a:pt x="64044" y="58399"/>
                  </a:lnTo>
                  <a:lnTo>
                    <a:pt x="59400" y="55203"/>
                  </a:lnTo>
                  <a:lnTo>
                    <a:pt x="56237" y="47970"/>
                  </a:lnTo>
                  <a:cubicBezTo>
                    <a:pt x="56237" y="47970"/>
                    <a:pt x="53612" y="45649"/>
                    <a:pt x="52467" y="45077"/>
                  </a:cubicBezTo>
                  <a:cubicBezTo>
                    <a:pt x="51323" y="44505"/>
                    <a:pt x="42910" y="42184"/>
                    <a:pt x="42910" y="42184"/>
                  </a:cubicBezTo>
                  <a:lnTo>
                    <a:pt x="29582" y="40166"/>
                  </a:lnTo>
                  <a:lnTo>
                    <a:pt x="17096" y="41310"/>
                  </a:lnTo>
                  <a:lnTo>
                    <a:pt x="11308" y="45952"/>
                  </a:lnTo>
                  <a:lnTo>
                    <a:pt x="6529" y="49417"/>
                  </a:lnTo>
                  <a:lnTo>
                    <a:pt x="1447" y="58399"/>
                  </a:lnTo>
                  <a:lnTo>
                    <a:pt x="1447" y="63613"/>
                  </a:lnTo>
                  <a:lnTo>
                    <a:pt x="0" y="69399"/>
                  </a:lnTo>
                  <a:lnTo>
                    <a:pt x="4341" y="73738"/>
                  </a:lnTo>
                  <a:lnTo>
                    <a:pt x="7808" y="77203"/>
                  </a:lnTo>
                  <a:lnTo>
                    <a:pt x="22582" y="86488"/>
                  </a:lnTo>
                  <a:lnTo>
                    <a:pt x="30423" y="90827"/>
                  </a:lnTo>
                  <a:lnTo>
                    <a:pt x="37390" y="91702"/>
                  </a:lnTo>
                  <a:lnTo>
                    <a:pt x="44054" y="96613"/>
                  </a:lnTo>
                  <a:lnTo>
                    <a:pt x="48967" y="100953"/>
                  </a:lnTo>
                  <a:lnTo>
                    <a:pt x="54487" y="100953"/>
                  </a:lnTo>
                  <a:lnTo>
                    <a:pt x="58559" y="109060"/>
                  </a:lnTo>
                  <a:lnTo>
                    <a:pt x="64044" y="119185"/>
                  </a:lnTo>
                  <a:lnTo>
                    <a:pt x="70439" y="119488"/>
                  </a:lnTo>
                  <a:lnTo>
                    <a:pt x="71886" y="123827"/>
                  </a:lnTo>
                  <a:lnTo>
                    <a:pt x="76800" y="129614"/>
                  </a:lnTo>
                  <a:lnTo>
                    <a:pt x="83194" y="132069"/>
                  </a:lnTo>
                  <a:lnTo>
                    <a:pt x="97093" y="132204"/>
                  </a:lnTo>
                  <a:lnTo>
                    <a:pt x="108401" y="132204"/>
                  </a:lnTo>
                  <a:lnTo>
                    <a:pt x="117387" y="133650"/>
                  </a:lnTo>
                  <a:lnTo>
                    <a:pt x="123748" y="140614"/>
                  </a:lnTo>
                  <a:lnTo>
                    <a:pt x="128089" y="144953"/>
                  </a:lnTo>
                  <a:lnTo>
                    <a:pt x="132565" y="150739"/>
                  </a:lnTo>
                  <a:lnTo>
                    <a:pt x="133575" y="154507"/>
                  </a:lnTo>
                  <a:lnTo>
                    <a:pt x="133575" y="164363"/>
                  </a:lnTo>
                  <a:lnTo>
                    <a:pt x="136469" y="168434"/>
                  </a:lnTo>
                  <a:cubicBezTo>
                    <a:pt x="136469" y="168434"/>
                    <a:pt x="144580" y="168737"/>
                    <a:pt x="145724" y="168434"/>
                  </a:cubicBezTo>
                  <a:cubicBezTo>
                    <a:pt x="146902" y="168131"/>
                    <a:pt x="152388" y="164969"/>
                    <a:pt x="152388" y="164969"/>
                  </a:cubicBezTo>
                  <a:lnTo>
                    <a:pt x="157032" y="160898"/>
                  </a:lnTo>
                  <a:lnTo>
                    <a:pt x="162249" y="163522"/>
                  </a:lnTo>
                  <a:lnTo>
                    <a:pt x="171806" y="165272"/>
                  </a:lnTo>
                  <a:lnTo>
                    <a:pt x="179042" y="166146"/>
                  </a:lnTo>
                  <a:lnTo>
                    <a:pt x="178167" y="173984"/>
                  </a:lnTo>
                  <a:lnTo>
                    <a:pt x="174095" y="179501"/>
                  </a:lnTo>
                  <a:lnTo>
                    <a:pt x="173523" y="184413"/>
                  </a:lnTo>
                  <a:lnTo>
                    <a:pt x="171504" y="190804"/>
                  </a:lnTo>
                  <a:lnTo>
                    <a:pt x="167432" y="197465"/>
                  </a:lnTo>
                  <a:lnTo>
                    <a:pt x="164840" y="202107"/>
                  </a:lnTo>
                  <a:lnTo>
                    <a:pt x="162821" y="209070"/>
                  </a:lnTo>
                  <a:lnTo>
                    <a:pt x="161071" y="222694"/>
                  </a:lnTo>
                  <a:lnTo>
                    <a:pt x="161340" y="224444"/>
                  </a:lnTo>
                  <a:lnTo>
                    <a:pt x="165681" y="229355"/>
                  </a:lnTo>
                  <a:lnTo>
                    <a:pt x="176114" y="228481"/>
                  </a:lnTo>
                  <a:lnTo>
                    <a:pt x="183081" y="226159"/>
                  </a:lnTo>
                  <a:lnTo>
                    <a:pt x="185403" y="235713"/>
                  </a:lnTo>
                  <a:lnTo>
                    <a:pt x="189475" y="244392"/>
                  </a:lnTo>
                  <a:lnTo>
                    <a:pt x="192672" y="252802"/>
                  </a:lnTo>
                  <a:lnTo>
                    <a:pt x="191797" y="260606"/>
                  </a:lnTo>
                  <a:cubicBezTo>
                    <a:pt x="191797" y="260606"/>
                    <a:pt x="193547" y="268713"/>
                    <a:pt x="194692" y="268713"/>
                  </a:cubicBezTo>
                  <a:cubicBezTo>
                    <a:pt x="195836" y="268713"/>
                    <a:pt x="205697" y="277123"/>
                    <a:pt x="205697" y="277123"/>
                  </a:cubicBezTo>
                  <a:lnTo>
                    <a:pt x="211485" y="277998"/>
                  </a:lnTo>
                  <a:lnTo>
                    <a:pt x="220168" y="275980"/>
                  </a:lnTo>
                  <a:lnTo>
                    <a:pt x="227404" y="276282"/>
                  </a:lnTo>
                  <a:lnTo>
                    <a:pt x="234067" y="275980"/>
                  </a:lnTo>
                  <a:lnTo>
                    <a:pt x="239284" y="273087"/>
                  </a:lnTo>
                  <a:lnTo>
                    <a:pt x="241034" y="266998"/>
                  </a:lnTo>
                  <a:lnTo>
                    <a:pt x="245106" y="261481"/>
                  </a:lnTo>
                  <a:lnTo>
                    <a:pt x="245409" y="250750"/>
                  </a:lnTo>
                  <a:cubicBezTo>
                    <a:pt x="245409" y="250750"/>
                    <a:pt x="245981" y="245839"/>
                    <a:pt x="248000" y="244661"/>
                  </a:cubicBezTo>
                  <a:cubicBezTo>
                    <a:pt x="250020" y="243517"/>
                    <a:pt x="256111" y="242340"/>
                    <a:pt x="256111" y="242340"/>
                  </a:cubicBezTo>
                  <a:lnTo>
                    <a:pt x="261631" y="248731"/>
                  </a:lnTo>
                  <a:lnTo>
                    <a:pt x="269438" y="255392"/>
                  </a:lnTo>
                  <a:lnTo>
                    <a:pt x="281319" y="261481"/>
                  </a:lnTo>
                  <a:lnTo>
                    <a:pt x="287982" y="266123"/>
                  </a:lnTo>
                  <a:lnTo>
                    <a:pt x="286232" y="277426"/>
                  </a:lnTo>
                  <a:lnTo>
                    <a:pt x="283607" y="281194"/>
                  </a:lnTo>
                  <a:lnTo>
                    <a:pt x="285054" y="289032"/>
                  </a:lnTo>
                  <a:lnTo>
                    <a:pt x="286501" y="294818"/>
                  </a:lnTo>
                  <a:lnTo>
                    <a:pt x="281588" y="300335"/>
                  </a:lnTo>
                  <a:lnTo>
                    <a:pt x="274352" y="304102"/>
                  </a:lnTo>
                  <a:lnTo>
                    <a:pt x="268563" y="299191"/>
                  </a:lnTo>
                  <a:lnTo>
                    <a:pt x="260722" y="298888"/>
                  </a:lnTo>
                  <a:lnTo>
                    <a:pt x="252039" y="297442"/>
                  </a:lnTo>
                  <a:cubicBezTo>
                    <a:pt x="252039" y="297442"/>
                    <a:pt x="248842" y="293371"/>
                    <a:pt x="247698" y="292530"/>
                  </a:cubicBezTo>
                  <a:cubicBezTo>
                    <a:pt x="246553" y="291689"/>
                    <a:pt x="239587" y="289335"/>
                    <a:pt x="239587" y="289335"/>
                  </a:cubicBezTo>
                  <a:lnTo>
                    <a:pt x="234101" y="293977"/>
                  </a:lnTo>
                  <a:lnTo>
                    <a:pt x="233529" y="301512"/>
                  </a:lnTo>
                  <a:lnTo>
                    <a:pt x="236423" y="311066"/>
                  </a:lnTo>
                  <a:lnTo>
                    <a:pt x="237568" y="317457"/>
                  </a:lnTo>
                  <a:cubicBezTo>
                    <a:pt x="237568" y="317457"/>
                    <a:pt x="238139" y="326439"/>
                    <a:pt x="236693" y="327314"/>
                  </a:cubicBezTo>
                  <a:cubicBezTo>
                    <a:pt x="235245" y="328188"/>
                    <a:pt x="233798" y="331384"/>
                    <a:pt x="233798" y="331384"/>
                  </a:cubicBezTo>
                  <a:lnTo>
                    <a:pt x="232351" y="336598"/>
                  </a:lnTo>
                  <a:lnTo>
                    <a:pt x="228010" y="338045"/>
                  </a:lnTo>
                  <a:lnTo>
                    <a:pt x="222490" y="338617"/>
                  </a:lnTo>
                  <a:lnTo>
                    <a:pt x="217846" y="345008"/>
                  </a:lnTo>
                  <a:lnTo>
                    <a:pt x="216096" y="353115"/>
                  </a:lnTo>
                  <a:lnTo>
                    <a:pt x="211183" y="361222"/>
                  </a:lnTo>
                  <a:lnTo>
                    <a:pt x="208860" y="367009"/>
                  </a:lnTo>
                  <a:lnTo>
                    <a:pt x="214649" y="370473"/>
                  </a:lnTo>
                  <a:lnTo>
                    <a:pt x="219865" y="373366"/>
                  </a:lnTo>
                  <a:lnTo>
                    <a:pt x="224510" y="379152"/>
                  </a:lnTo>
                  <a:lnTo>
                    <a:pt x="226832" y="389581"/>
                  </a:lnTo>
                  <a:cubicBezTo>
                    <a:pt x="226832" y="389581"/>
                    <a:pt x="228582" y="395636"/>
                    <a:pt x="229726" y="394795"/>
                  </a:cubicBezTo>
                  <a:cubicBezTo>
                    <a:pt x="230870" y="393954"/>
                    <a:pt x="238712" y="395030"/>
                    <a:pt x="238712" y="395030"/>
                  </a:cubicBezTo>
                  <a:lnTo>
                    <a:pt x="249145" y="396578"/>
                  </a:lnTo>
                  <a:lnTo>
                    <a:pt x="259578" y="396578"/>
                  </a:lnTo>
                  <a:lnTo>
                    <a:pt x="261328" y="401792"/>
                  </a:lnTo>
                  <a:lnTo>
                    <a:pt x="262472" y="408183"/>
                  </a:lnTo>
                  <a:lnTo>
                    <a:pt x="263650" y="413700"/>
                  </a:lnTo>
                  <a:lnTo>
                    <a:pt x="260452" y="421505"/>
                  </a:lnTo>
                  <a:lnTo>
                    <a:pt x="255236" y="425844"/>
                  </a:lnTo>
                  <a:lnTo>
                    <a:pt x="247698" y="433077"/>
                  </a:lnTo>
                  <a:lnTo>
                    <a:pt x="249717" y="438863"/>
                  </a:lnTo>
                  <a:lnTo>
                    <a:pt x="252914" y="442193"/>
                  </a:lnTo>
                  <a:lnTo>
                    <a:pt x="261328" y="446970"/>
                  </a:lnTo>
                  <a:lnTo>
                    <a:pt x="270011" y="446970"/>
                  </a:lnTo>
                  <a:lnTo>
                    <a:pt x="277112" y="444952"/>
                  </a:lnTo>
                  <a:lnTo>
                    <a:pt x="284785" y="441756"/>
                  </a:lnTo>
                  <a:lnTo>
                    <a:pt x="292020" y="440881"/>
                  </a:lnTo>
                  <a:lnTo>
                    <a:pt x="299862" y="438829"/>
                  </a:lnTo>
                  <a:lnTo>
                    <a:pt x="310867" y="436542"/>
                  </a:lnTo>
                  <a:lnTo>
                    <a:pt x="315209" y="436542"/>
                  </a:lnTo>
                  <a:lnTo>
                    <a:pt x="316084" y="444649"/>
                  </a:lnTo>
                  <a:lnTo>
                    <a:pt x="316656" y="449863"/>
                  </a:lnTo>
                  <a:lnTo>
                    <a:pt x="326786" y="448685"/>
                  </a:lnTo>
                  <a:lnTo>
                    <a:pt x="334055" y="446667"/>
                  </a:lnTo>
                  <a:cubicBezTo>
                    <a:pt x="334055" y="446667"/>
                    <a:pt x="337522" y="454505"/>
                    <a:pt x="337825" y="453631"/>
                  </a:cubicBezTo>
                  <a:cubicBezTo>
                    <a:pt x="338127" y="452756"/>
                    <a:pt x="342738" y="447273"/>
                    <a:pt x="342738" y="447273"/>
                  </a:cubicBezTo>
                  <a:lnTo>
                    <a:pt x="349704" y="444380"/>
                  </a:lnTo>
                  <a:lnTo>
                    <a:pt x="360440" y="443808"/>
                  </a:lnTo>
                  <a:lnTo>
                    <a:pt x="367676" y="448450"/>
                  </a:lnTo>
                  <a:lnTo>
                    <a:pt x="375787" y="455985"/>
                  </a:lnTo>
                  <a:lnTo>
                    <a:pt x="380128" y="460897"/>
                  </a:lnTo>
                  <a:lnTo>
                    <a:pt x="384200" y="463218"/>
                  </a:lnTo>
                  <a:lnTo>
                    <a:pt x="388542" y="466985"/>
                  </a:lnTo>
                  <a:lnTo>
                    <a:pt x="398975" y="469576"/>
                  </a:lnTo>
                  <a:lnTo>
                    <a:pt x="412605" y="469576"/>
                  </a:lnTo>
                  <a:lnTo>
                    <a:pt x="417249" y="468432"/>
                  </a:lnTo>
                  <a:lnTo>
                    <a:pt x="421019" y="472502"/>
                  </a:lnTo>
                  <a:lnTo>
                    <a:pt x="424216" y="479466"/>
                  </a:lnTo>
                  <a:lnTo>
                    <a:pt x="425091" y="483536"/>
                  </a:lnTo>
                  <a:lnTo>
                    <a:pt x="431754" y="483536"/>
                  </a:lnTo>
                  <a:lnTo>
                    <a:pt x="432629" y="476875"/>
                  </a:lnTo>
                  <a:lnTo>
                    <a:pt x="436096" y="473411"/>
                  </a:lnTo>
                  <a:lnTo>
                    <a:pt x="443937" y="472839"/>
                  </a:lnTo>
                  <a:lnTo>
                    <a:pt x="446260" y="466178"/>
                  </a:lnTo>
                  <a:lnTo>
                    <a:pt x="446832" y="461267"/>
                  </a:lnTo>
                  <a:lnTo>
                    <a:pt x="444510" y="454034"/>
                  </a:lnTo>
                  <a:lnTo>
                    <a:pt x="447976" y="449997"/>
                  </a:lnTo>
                  <a:lnTo>
                    <a:pt x="454942" y="444783"/>
                  </a:lnTo>
                  <a:lnTo>
                    <a:pt x="462481" y="444514"/>
                  </a:lnTo>
                  <a:lnTo>
                    <a:pt x="467832" y="442328"/>
                  </a:lnTo>
                  <a:lnTo>
                    <a:pt x="470289" y="438863"/>
                  </a:lnTo>
                  <a:lnTo>
                    <a:pt x="474226" y="434086"/>
                  </a:lnTo>
                  <a:close/>
                </a:path>
              </a:pathLst>
            </a:custGeom>
            <a:solidFill>
              <a:srgbClr val="BB3023"/>
            </a:solidFill>
            <a:ln w="6350" cap="flat">
              <a:solidFill>
                <a:schemeClr val="bg1"/>
              </a:solidFill>
              <a:prstDash val="solid"/>
              <a:miter/>
            </a:ln>
          </p:spPr>
          <p:txBody>
            <a:bodyPr rtlCol="0" anchor="ctr"/>
            <a:lstStyle/>
            <a:p>
              <a:endParaRPr lang="en-US"/>
            </a:p>
          </p:txBody>
        </p:sp>
        <p:grpSp>
          <p:nvGrpSpPr>
            <p:cNvPr id="168" name="Graphic 11">
              <a:extLst>
                <a:ext uri="{FF2B5EF4-FFF2-40B4-BE49-F238E27FC236}">
                  <a16:creationId xmlns:a16="http://schemas.microsoft.com/office/drawing/2014/main" id="{08D9D70B-4AE6-F2AE-0A94-4E52411E5A78}"/>
                </a:ext>
              </a:extLst>
            </p:cNvPr>
            <p:cNvGrpSpPr/>
            <p:nvPr/>
          </p:nvGrpSpPr>
          <p:grpSpPr>
            <a:xfrm>
              <a:off x="8160908" y="3028866"/>
              <a:ext cx="222219" cy="234106"/>
              <a:chOff x="5976405" y="2623117"/>
              <a:chExt cx="426638" cy="449459"/>
            </a:xfrm>
            <a:grpFill/>
          </p:grpSpPr>
          <p:sp>
            <p:nvSpPr>
              <p:cNvPr id="233" name="Freeform 950">
                <a:extLst>
                  <a:ext uri="{FF2B5EF4-FFF2-40B4-BE49-F238E27FC236}">
                    <a16:creationId xmlns:a16="http://schemas.microsoft.com/office/drawing/2014/main" id="{AC13BABB-5B1D-F7B2-E614-14BB7022AC0F}"/>
                  </a:ext>
                </a:extLst>
              </p:cNvPr>
              <p:cNvSpPr/>
              <p:nvPr/>
            </p:nvSpPr>
            <p:spPr>
              <a:xfrm>
                <a:off x="6350375" y="2836493"/>
                <a:ext cx="6966" cy="8443"/>
              </a:xfrm>
              <a:custGeom>
                <a:avLst/>
                <a:gdLst>
                  <a:gd name="connsiteX0" fmla="*/ 2389 w 6966"/>
                  <a:gd name="connsiteY0" fmla="*/ 7199 h 8443"/>
                  <a:gd name="connsiteX1" fmla="*/ 4442 w 6966"/>
                  <a:gd name="connsiteY1" fmla="*/ 8444 h 8443"/>
                  <a:gd name="connsiteX2" fmla="*/ 6966 w 6966"/>
                  <a:gd name="connsiteY2" fmla="*/ 6223 h 8443"/>
                  <a:gd name="connsiteX3" fmla="*/ 6966 w 6966"/>
                  <a:gd name="connsiteY3" fmla="*/ 4373 h 8443"/>
                  <a:gd name="connsiteX4" fmla="*/ 6966 w 6966"/>
                  <a:gd name="connsiteY4" fmla="*/ 875 h 8443"/>
                  <a:gd name="connsiteX5" fmla="*/ 5856 w 6966"/>
                  <a:gd name="connsiteY5" fmla="*/ 0 h 8443"/>
                  <a:gd name="connsiteX6" fmla="*/ 0 w 6966"/>
                  <a:gd name="connsiteY6" fmla="*/ 0 h 8443"/>
                  <a:gd name="connsiteX7" fmla="*/ 0 w 6966"/>
                  <a:gd name="connsiteY7" fmla="*/ 875 h 8443"/>
                  <a:gd name="connsiteX8" fmla="*/ 1582 w 6966"/>
                  <a:gd name="connsiteY8" fmla="*/ 2186 h 8443"/>
                  <a:gd name="connsiteX9" fmla="*/ 1279 w 6966"/>
                  <a:gd name="connsiteY9" fmla="*/ 4070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6" h="8443">
                    <a:moveTo>
                      <a:pt x="2389" y="7199"/>
                    </a:moveTo>
                    <a:lnTo>
                      <a:pt x="4442" y="8444"/>
                    </a:lnTo>
                    <a:lnTo>
                      <a:pt x="6966" y="6223"/>
                    </a:lnTo>
                    <a:lnTo>
                      <a:pt x="6966" y="4373"/>
                    </a:lnTo>
                    <a:lnTo>
                      <a:pt x="6966" y="875"/>
                    </a:lnTo>
                    <a:lnTo>
                      <a:pt x="5856" y="0"/>
                    </a:lnTo>
                    <a:lnTo>
                      <a:pt x="0" y="0"/>
                    </a:lnTo>
                    <a:lnTo>
                      <a:pt x="0" y="875"/>
                    </a:lnTo>
                    <a:lnTo>
                      <a:pt x="1582" y="2186"/>
                    </a:lnTo>
                    <a:lnTo>
                      <a:pt x="1279" y="4070"/>
                    </a:lnTo>
                    <a:close/>
                  </a:path>
                </a:pathLst>
              </a:custGeom>
              <a:grpFill/>
              <a:ln w="6350" cap="flat">
                <a:solidFill>
                  <a:schemeClr val="bg1"/>
                </a:solidFill>
                <a:prstDash val="solid"/>
                <a:miter/>
              </a:ln>
            </p:spPr>
            <p:txBody>
              <a:bodyPr rtlCol="0" anchor="ctr"/>
              <a:lstStyle/>
              <a:p>
                <a:endParaRPr lang="en-US"/>
              </a:p>
            </p:txBody>
          </p:sp>
          <p:sp>
            <p:nvSpPr>
              <p:cNvPr id="234" name="Freeform 951">
                <a:extLst>
                  <a:ext uri="{FF2B5EF4-FFF2-40B4-BE49-F238E27FC236}">
                    <a16:creationId xmlns:a16="http://schemas.microsoft.com/office/drawing/2014/main" id="{9140A1B6-EE9E-7E95-FCD4-2A4A8190A2DE}"/>
                  </a:ext>
                </a:extLst>
              </p:cNvPr>
              <p:cNvSpPr/>
              <p:nvPr/>
            </p:nvSpPr>
            <p:spPr>
              <a:xfrm>
                <a:off x="6339942" y="2834038"/>
                <a:ext cx="8615" cy="6559"/>
              </a:xfrm>
              <a:custGeom>
                <a:avLst/>
                <a:gdLst>
                  <a:gd name="connsiteX0" fmla="*/ 4846 w 8615"/>
                  <a:gd name="connsiteY0" fmla="*/ 5618 h 6559"/>
                  <a:gd name="connsiteX1" fmla="*/ 6462 w 8615"/>
                  <a:gd name="connsiteY1" fmla="*/ 6560 h 6559"/>
                  <a:gd name="connsiteX2" fmla="*/ 8616 w 8615"/>
                  <a:gd name="connsiteY2" fmla="*/ 3566 h 6559"/>
                  <a:gd name="connsiteX3" fmla="*/ 5688 w 8615"/>
                  <a:gd name="connsiteY3" fmla="*/ 707 h 6559"/>
                  <a:gd name="connsiteX4" fmla="*/ 0 w 8615"/>
                  <a:gd name="connsiteY4" fmla="*/ 0 h 6559"/>
                  <a:gd name="connsiteX5" fmla="*/ 0 w 8615"/>
                  <a:gd name="connsiteY5" fmla="*/ 1615 h 6559"/>
                  <a:gd name="connsiteX6" fmla="*/ 2760 w 8615"/>
                  <a:gd name="connsiteY6" fmla="*/ 4777 h 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5" h="6559">
                    <a:moveTo>
                      <a:pt x="4846" y="5618"/>
                    </a:moveTo>
                    <a:lnTo>
                      <a:pt x="6462" y="6560"/>
                    </a:lnTo>
                    <a:lnTo>
                      <a:pt x="8616" y="3566"/>
                    </a:lnTo>
                    <a:lnTo>
                      <a:pt x="5688" y="707"/>
                    </a:lnTo>
                    <a:lnTo>
                      <a:pt x="0" y="0"/>
                    </a:lnTo>
                    <a:lnTo>
                      <a:pt x="0" y="1615"/>
                    </a:lnTo>
                    <a:lnTo>
                      <a:pt x="2760" y="4777"/>
                    </a:lnTo>
                    <a:close/>
                  </a:path>
                </a:pathLst>
              </a:custGeom>
              <a:grpFill/>
              <a:ln w="6350" cap="flat">
                <a:solidFill>
                  <a:schemeClr val="bg1"/>
                </a:solidFill>
                <a:prstDash val="solid"/>
                <a:miter/>
              </a:ln>
            </p:spPr>
            <p:txBody>
              <a:bodyPr rtlCol="0" anchor="ctr"/>
              <a:lstStyle/>
              <a:p>
                <a:endParaRPr lang="en-US"/>
              </a:p>
            </p:txBody>
          </p:sp>
          <p:sp>
            <p:nvSpPr>
              <p:cNvPr id="235" name="Freeform 952">
                <a:extLst>
                  <a:ext uri="{FF2B5EF4-FFF2-40B4-BE49-F238E27FC236}">
                    <a16:creationId xmlns:a16="http://schemas.microsoft.com/office/drawing/2014/main" id="{583B89EE-0709-44C8-0BEC-1D070F5B3F60}"/>
                  </a:ext>
                </a:extLst>
              </p:cNvPr>
              <p:cNvSpPr/>
              <p:nvPr/>
            </p:nvSpPr>
            <p:spPr>
              <a:xfrm>
                <a:off x="5976405" y="2623117"/>
                <a:ext cx="401801" cy="449459"/>
              </a:xfrm>
              <a:custGeom>
                <a:avLst/>
                <a:gdLst>
                  <a:gd name="connsiteX0" fmla="*/ 401196 w 401801"/>
                  <a:gd name="connsiteY0" fmla="*/ 126317 h 449459"/>
                  <a:gd name="connsiteX1" fmla="*/ 400186 w 401801"/>
                  <a:gd name="connsiteY1" fmla="*/ 124567 h 449459"/>
                  <a:gd name="connsiteX2" fmla="*/ 397494 w 401801"/>
                  <a:gd name="connsiteY2" fmla="*/ 123693 h 449459"/>
                  <a:gd name="connsiteX3" fmla="*/ 393388 w 401801"/>
                  <a:gd name="connsiteY3" fmla="*/ 123390 h 449459"/>
                  <a:gd name="connsiteX4" fmla="*/ 384167 w 401801"/>
                  <a:gd name="connsiteY4" fmla="*/ 124265 h 449459"/>
                  <a:gd name="connsiteX5" fmla="*/ 379859 w 401801"/>
                  <a:gd name="connsiteY5" fmla="*/ 123390 h 449459"/>
                  <a:gd name="connsiteX6" fmla="*/ 375383 w 401801"/>
                  <a:gd name="connsiteY6" fmla="*/ 122650 h 449459"/>
                  <a:gd name="connsiteX7" fmla="*/ 371917 w 401801"/>
                  <a:gd name="connsiteY7" fmla="*/ 121506 h 449459"/>
                  <a:gd name="connsiteX8" fmla="*/ 365994 w 401801"/>
                  <a:gd name="connsiteY8" fmla="*/ 120194 h 449459"/>
                  <a:gd name="connsiteX9" fmla="*/ 361787 w 401801"/>
                  <a:gd name="connsiteY9" fmla="*/ 119623 h 449459"/>
                  <a:gd name="connsiteX10" fmla="*/ 357748 w 401801"/>
                  <a:gd name="connsiteY10" fmla="*/ 116999 h 449459"/>
                  <a:gd name="connsiteX11" fmla="*/ 354416 w 401801"/>
                  <a:gd name="connsiteY11" fmla="*/ 115418 h 449459"/>
                  <a:gd name="connsiteX12" fmla="*/ 349637 w 401801"/>
                  <a:gd name="connsiteY12" fmla="*/ 112524 h 449459"/>
                  <a:gd name="connsiteX13" fmla="*/ 345868 w 401801"/>
                  <a:gd name="connsiteY13" fmla="*/ 110338 h 449459"/>
                  <a:gd name="connsiteX14" fmla="*/ 344858 w 401801"/>
                  <a:gd name="connsiteY14" fmla="*/ 108589 h 449459"/>
                  <a:gd name="connsiteX15" fmla="*/ 341089 w 401801"/>
                  <a:gd name="connsiteY15" fmla="*/ 105830 h 449459"/>
                  <a:gd name="connsiteX16" fmla="*/ 337454 w 401801"/>
                  <a:gd name="connsiteY16" fmla="*/ 103072 h 449459"/>
                  <a:gd name="connsiteX17" fmla="*/ 334997 w 401801"/>
                  <a:gd name="connsiteY17" fmla="*/ 101760 h 449459"/>
                  <a:gd name="connsiteX18" fmla="*/ 333247 w 401801"/>
                  <a:gd name="connsiteY18" fmla="*/ 100011 h 449459"/>
                  <a:gd name="connsiteX19" fmla="*/ 331498 w 401801"/>
                  <a:gd name="connsiteY19" fmla="*/ 96377 h 449459"/>
                  <a:gd name="connsiteX20" fmla="*/ 330050 w 401801"/>
                  <a:gd name="connsiteY20" fmla="*/ 94056 h 449459"/>
                  <a:gd name="connsiteX21" fmla="*/ 328435 w 401801"/>
                  <a:gd name="connsiteY21" fmla="*/ 92172 h 449459"/>
                  <a:gd name="connsiteX22" fmla="*/ 324968 w 401801"/>
                  <a:gd name="connsiteY22" fmla="*/ 87833 h 449459"/>
                  <a:gd name="connsiteX23" fmla="*/ 322781 w 401801"/>
                  <a:gd name="connsiteY23" fmla="*/ 88136 h 449459"/>
                  <a:gd name="connsiteX24" fmla="*/ 318574 w 401801"/>
                  <a:gd name="connsiteY24" fmla="*/ 88136 h 449459"/>
                  <a:gd name="connsiteX25" fmla="*/ 310464 w 401801"/>
                  <a:gd name="connsiteY25" fmla="*/ 88136 h 449459"/>
                  <a:gd name="connsiteX26" fmla="*/ 304507 w 401801"/>
                  <a:gd name="connsiteY26" fmla="*/ 88136 h 449459"/>
                  <a:gd name="connsiteX27" fmla="*/ 300030 w 401801"/>
                  <a:gd name="connsiteY27" fmla="*/ 88136 h 449459"/>
                  <a:gd name="connsiteX28" fmla="*/ 294679 w 401801"/>
                  <a:gd name="connsiteY28" fmla="*/ 89313 h 449459"/>
                  <a:gd name="connsiteX29" fmla="*/ 291920 w 401801"/>
                  <a:gd name="connsiteY29" fmla="*/ 93215 h 449459"/>
                  <a:gd name="connsiteX30" fmla="*/ 288891 w 401801"/>
                  <a:gd name="connsiteY30" fmla="*/ 96176 h 449459"/>
                  <a:gd name="connsiteX31" fmla="*/ 286703 w 401801"/>
                  <a:gd name="connsiteY31" fmla="*/ 99237 h 449459"/>
                  <a:gd name="connsiteX32" fmla="*/ 284246 w 401801"/>
                  <a:gd name="connsiteY32" fmla="*/ 101659 h 449459"/>
                  <a:gd name="connsiteX33" fmla="*/ 281217 w 401801"/>
                  <a:gd name="connsiteY33" fmla="*/ 104518 h 449459"/>
                  <a:gd name="connsiteX34" fmla="*/ 279198 w 401801"/>
                  <a:gd name="connsiteY34" fmla="*/ 105796 h 449459"/>
                  <a:gd name="connsiteX35" fmla="*/ 274722 w 401801"/>
                  <a:gd name="connsiteY35" fmla="*/ 106671 h 449459"/>
                  <a:gd name="connsiteX36" fmla="*/ 270818 w 401801"/>
                  <a:gd name="connsiteY36" fmla="*/ 108690 h 449459"/>
                  <a:gd name="connsiteX37" fmla="*/ 265164 w 401801"/>
                  <a:gd name="connsiteY37" fmla="*/ 108824 h 449459"/>
                  <a:gd name="connsiteX38" fmla="*/ 261395 w 401801"/>
                  <a:gd name="connsiteY38" fmla="*/ 110405 h 449459"/>
                  <a:gd name="connsiteX39" fmla="*/ 257323 w 401801"/>
                  <a:gd name="connsiteY39" fmla="*/ 112726 h 449459"/>
                  <a:gd name="connsiteX40" fmla="*/ 253688 w 401801"/>
                  <a:gd name="connsiteY40" fmla="*/ 111549 h 449459"/>
                  <a:gd name="connsiteX41" fmla="*/ 251501 w 401801"/>
                  <a:gd name="connsiteY41" fmla="*/ 109228 h 449459"/>
                  <a:gd name="connsiteX42" fmla="*/ 248606 w 401801"/>
                  <a:gd name="connsiteY42" fmla="*/ 103442 h 449459"/>
                  <a:gd name="connsiteX43" fmla="*/ 248169 w 401801"/>
                  <a:gd name="connsiteY43" fmla="*/ 97218 h 449459"/>
                  <a:gd name="connsiteX44" fmla="*/ 247294 w 401801"/>
                  <a:gd name="connsiteY44" fmla="*/ 95032 h 449459"/>
                  <a:gd name="connsiteX45" fmla="*/ 243962 w 401801"/>
                  <a:gd name="connsiteY45" fmla="*/ 92576 h 449459"/>
                  <a:gd name="connsiteX46" fmla="*/ 240058 w 401801"/>
                  <a:gd name="connsiteY46" fmla="*/ 90995 h 449459"/>
                  <a:gd name="connsiteX47" fmla="*/ 235851 w 401801"/>
                  <a:gd name="connsiteY47" fmla="*/ 91702 h 449459"/>
                  <a:gd name="connsiteX48" fmla="*/ 230769 w 401801"/>
                  <a:gd name="connsiteY48" fmla="*/ 94325 h 449459"/>
                  <a:gd name="connsiteX49" fmla="*/ 227707 w 401801"/>
                  <a:gd name="connsiteY49" fmla="*/ 97656 h 449459"/>
                  <a:gd name="connsiteX50" fmla="*/ 223500 w 401801"/>
                  <a:gd name="connsiteY50" fmla="*/ 99977 h 449459"/>
                  <a:gd name="connsiteX51" fmla="*/ 220471 w 401801"/>
                  <a:gd name="connsiteY51" fmla="*/ 97656 h 449459"/>
                  <a:gd name="connsiteX52" fmla="*/ 223365 w 401801"/>
                  <a:gd name="connsiteY52" fmla="*/ 93585 h 449459"/>
                  <a:gd name="connsiteX53" fmla="*/ 226394 w 401801"/>
                  <a:gd name="connsiteY53" fmla="*/ 91567 h 449459"/>
                  <a:gd name="connsiteX54" fmla="*/ 231745 w 401801"/>
                  <a:gd name="connsiteY54" fmla="*/ 88977 h 449459"/>
                  <a:gd name="connsiteX55" fmla="*/ 235515 w 401801"/>
                  <a:gd name="connsiteY55" fmla="*/ 87968 h 449459"/>
                  <a:gd name="connsiteX56" fmla="*/ 238409 w 401801"/>
                  <a:gd name="connsiteY56" fmla="*/ 86387 h 449459"/>
                  <a:gd name="connsiteX57" fmla="*/ 241606 w 401801"/>
                  <a:gd name="connsiteY57" fmla="*/ 85747 h 449459"/>
                  <a:gd name="connsiteX58" fmla="*/ 245510 w 401801"/>
                  <a:gd name="connsiteY58" fmla="*/ 84671 h 449459"/>
                  <a:gd name="connsiteX59" fmla="*/ 251299 w 401801"/>
                  <a:gd name="connsiteY59" fmla="*/ 84671 h 449459"/>
                  <a:gd name="connsiteX60" fmla="*/ 253318 w 401801"/>
                  <a:gd name="connsiteY60" fmla="*/ 84368 h 449459"/>
                  <a:gd name="connsiteX61" fmla="*/ 257087 w 401801"/>
                  <a:gd name="connsiteY61" fmla="*/ 85680 h 449459"/>
                  <a:gd name="connsiteX62" fmla="*/ 260991 w 401801"/>
                  <a:gd name="connsiteY62" fmla="*/ 86925 h 449459"/>
                  <a:gd name="connsiteX63" fmla="*/ 268395 w 401801"/>
                  <a:gd name="connsiteY63" fmla="*/ 86958 h 449459"/>
                  <a:gd name="connsiteX64" fmla="*/ 272467 w 401801"/>
                  <a:gd name="connsiteY64" fmla="*/ 86319 h 449459"/>
                  <a:gd name="connsiteX65" fmla="*/ 276809 w 401801"/>
                  <a:gd name="connsiteY65" fmla="*/ 84267 h 449459"/>
                  <a:gd name="connsiteX66" fmla="*/ 278121 w 401801"/>
                  <a:gd name="connsiteY66" fmla="*/ 81509 h 449459"/>
                  <a:gd name="connsiteX67" fmla="*/ 278996 w 401801"/>
                  <a:gd name="connsiteY67" fmla="*/ 79053 h 449459"/>
                  <a:gd name="connsiteX68" fmla="*/ 280578 w 401801"/>
                  <a:gd name="connsiteY68" fmla="*/ 73536 h 449459"/>
                  <a:gd name="connsiteX69" fmla="*/ 281588 w 401801"/>
                  <a:gd name="connsiteY69" fmla="*/ 71350 h 449459"/>
                  <a:gd name="connsiteX70" fmla="*/ 283910 w 401801"/>
                  <a:gd name="connsiteY70" fmla="*/ 67885 h 449459"/>
                  <a:gd name="connsiteX71" fmla="*/ 286535 w 401801"/>
                  <a:gd name="connsiteY71" fmla="*/ 63982 h 449459"/>
                  <a:gd name="connsiteX72" fmla="*/ 290170 w 401801"/>
                  <a:gd name="connsiteY72" fmla="*/ 60787 h 449459"/>
                  <a:gd name="connsiteX73" fmla="*/ 293501 w 401801"/>
                  <a:gd name="connsiteY73" fmla="*/ 55875 h 449459"/>
                  <a:gd name="connsiteX74" fmla="*/ 300300 w 401801"/>
                  <a:gd name="connsiteY74" fmla="*/ 50661 h 449459"/>
                  <a:gd name="connsiteX75" fmla="*/ 304069 w 401801"/>
                  <a:gd name="connsiteY75" fmla="*/ 47465 h 449459"/>
                  <a:gd name="connsiteX76" fmla="*/ 310160 w 401801"/>
                  <a:gd name="connsiteY76" fmla="*/ 40233 h 449459"/>
                  <a:gd name="connsiteX77" fmla="*/ 311776 w 401801"/>
                  <a:gd name="connsiteY77" fmla="*/ 37340 h 449459"/>
                  <a:gd name="connsiteX78" fmla="*/ 314098 w 401801"/>
                  <a:gd name="connsiteY78" fmla="*/ 36196 h 449459"/>
                  <a:gd name="connsiteX79" fmla="*/ 308444 w 401801"/>
                  <a:gd name="connsiteY79" fmla="*/ 33438 h 449459"/>
                  <a:gd name="connsiteX80" fmla="*/ 304372 w 401801"/>
                  <a:gd name="connsiteY80" fmla="*/ 31688 h 449459"/>
                  <a:gd name="connsiteX81" fmla="*/ 304372 w 401801"/>
                  <a:gd name="connsiteY81" fmla="*/ 28930 h 449459"/>
                  <a:gd name="connsiteX82" fmla="*/ 302184 w 401801"/>
                  <a:gd name="connsiteY82" fmla="*/ 24523 h 449459"/>
                  <a:gd name="connsiteX83" fmla="*/ 300737 w 401801"/>
                  <a:gd name="connsiteY83" fmla="*/ 26205 h 449459"/>
                  <a:gd name="connsiteX84" fmla="*/ 295151 w 401801"/>
                  <a:gd name="connsiteY84" fmla="*/ 26945 h 449459"/>
                  <a:gd name="connsiteX85" fmla="*/ 292795 w 401801"/>
                  <a:gd name="connsiteY85" fmla="*/ 25196 h 449459"/>
                  <a:gd name="connsiteX86" fmla="*/ 287847 w 401801"/>
                  <a:gd name="connsiteY86" fmla="*/ 23884 h 449459"/>
                  <a:gd name="connsiteX87" fmla="*/ 280881 w 401801"/>
                  <a:gd name="connsiteY87" fmla="*/ 23884 h 449459"/>
                  <a:gd name="connsiteX88" fmla="*/ 277987 w 401801"/>
                  <a:gd name="connsiteY88" fmla="*/ 22572 h 449459"/>
                  <a:gd name="connsiteX89" fmla="*/ 277280 w 401801"/>
                  <a:gd name="connsiteY89" fmla="*/ 18502 h 449459"/>
                  <a:gd name="connsiteX90" fmla="*/ 276573 w 401801"/>
                  <a:gd name="connsiteY90" fmla="*/ 15104 h 449459"/>
                  <a:gd name="connsiteX91" fmla="*/ 279030 w 401801"/>
                  <a:gd name="connsiteY91" fmla="*/ 11942 h 449459"/>
                  <a:gd name="connsiteX92" fmla="*/ 278458 w 401801"/>
                  <a:gd name="connsiteY92" fmla="*/ 8275 h 449459"/>
                  <a:gd name="connsiteX93" fmla="*/ 278761 w 401801"/>
                  <a:gd name="connsiteY93" fmla="*/ 4642 h 449459"/>
                  <a:gd name="connsiteX94" fmla="*/ 275698 w 401801"/>
                  <a:gd name="connsiteY94" fmla="*/ 1009 h 449459"/>
                  <a:gd name="connsiteX95" fmla="*/ 268294 w 401801"/>
                  <a:gd name="connsiteY95" fmla="*/ 0 h 449459"/>
                  <a:gd name="connsiteX96" fmla="*/ 262943 w 401801"/>
                  <a:gd name="connsiteY96" fmla="*/ 2153 h 449459"/>
                  <a:gd name="connsiteX97" fmla="*/ 255404 w 401801"/>
                  <a:gd name="connsiteY97" fmla="*/ 2456 h 449459"/>
                  <a:gd name="connsiteX98" fmla="*/ 248438 w 401801"/>
                  <a:gd name="connsiteY98" fmla="*/ 7670 h 449459"/>
                  <a:gd name="connsiteX99" fmla="*/ 244971 w 401801"/>
                  <a:gd name="connsiteY99" fmla="*/ 11707 h 449459"/>
                  <a:gd name="connsiteX100" fmla="*/ 247294 w 401801"/>
                  <a:gd name="connsiteY100" fmla="*/ 18939 h 449459"/>
                  <a:gd name="connsiteX101" fmla="*/ 246722 w 401801"/>
                  <a:gd name="connsiteY101" fmla="*/ 23850 h 449459"/>
                  <a:gd name="connsiteX102" fmla="*/ 244400 w 401801"/>
                  <a:gd name="connsiteY102" fmla="*/ 30511 h 449459"/>
                  <a:gd name="connsiteX103" fmla="*/ 236558 w 401801"/>
                  <a:gd name="connsiteY103" fmla="*/ 31083 h 449459"/>
                  <a:gd name="connsiteX104" fmla="*/ 233092 w 401801"/>
                  <a:gd name="connsiteY104" fmla="*/ 35422 h 449459"/>
                  <a:gd name="connsiteX105" fmla="*/ 232217 w 401801"/>
                  <a:gd name="connsiteY105" fmla="*/ 42958 h 449459"/>
                  <a:gd name="connsiteX106" fmla="*/ 225553 w 401801"/>
                  <a:gd name="connsiteY106" fmla="*/ 42958 h 449459"/>
                  <a:gd name="connsiteX107" fmla="*/ 224678 w 401801"/>
                  <a:gd name="connsiteY107" fmla="*/ 38046 h 449459"/>
                  <a:gd name="connsiteX108" fmla="*/ 221481 w 401801"/>
                  <a:gd name="connsiteY108" fmla="*/ 30646 h 449459"/>
                  <a:gd name="connsiteX109" fmla="*/ 217711 w 401801"/>
                  <a:gd name="connsiteY109" fmla="*/ 27248 h 449459"/>
                  <a:gd name="connsiteX110" fmla="*/ 213067 w 401801"/>
                  <a:gd name="connsiteY110" fmla="*/ 29064 h 449459"/>
                  <a:gd name="connsiteX111" fmla="*/ 199437 w 401801"/>
                  <a:gd name="connsiteY111" fmla="*/ 29064 h 449459"/>
                  <a:gd name="connsiteX112" fmla="*/ 189004 w 401801"/>
                  <a:gd name="connsiteY112" fmla="*/ 25600 h 449459"/>
                  <a:gd name="connsiteX113" fmla="*/ 184663 w 401801"/>
                  <a:gd name="connsiteY113" fmla="*/ 21395 h 449459"/>
                  <a:gd name="connsiteX114" fmla="*/ 180590 w 401801"/>
                  <a:gd name="connsiteY114" fmla="*/ 18872 h 449459"/>
                  <a:gd name="connsiteX115" fmla="*/ 176249 w 401801"/>
                  <a:gd name="connsiteY115" fmla="*/ 13826 h 449459"/>
                  <a:gd name="connsiteX116" fmla="*/ 168138 w 401801"/>
                  <a:gd name="connsiteY116" fmla="*/ 6257 h 449459"/>
                  <a:gd name="connsiteX117" fmla="*/ 160902 w 401801"/>
                  <a:gd name="connsiteY117" fmla="*/ 1581 h 449459"/>
                  <a:gd name="connsiteX118" fmla="*/ 150167 w 401801"/>
                  <a:gd name="connsiteY118" fmla="*/ 2153 h 449459"/>
                  <a:gd name="connsiteX119" fmla="*/ 143200 w 401801"/>
                  <a:gd name="connsiteY119" fmla="*/ 5046 h 449459"/>
                  <a:gd name="connsiteX120" fmla="*/ 138287 w 401801"/>
                  <a:gd name="connsiteY120" fmla="*/ 11404 h 449459"/>
                  <a:gd name="connsiteX121" fmla="*/ 136638 w 401801"/>
                  <a:gd name="connsiteY121" fmla="*/ 10563 h 449459"/>
                  <a:gd name="connsiteX122" fmla="*/ 135661 w 401801"/>
                  <a:gd name="connsiteY122" fmla="*/ 10832 h 449459"/>
                  <a:gd name="connsiteX123" fmla="*/ 135661 w 401801"/>
                  <a:gd name="connsiteY123" fmla="*/ 19511 h 449459"/>
                  <a:gd name="connsiteX124" fmla="*/ 134349 w 401801"/>
                  <a:gd name="connsiteY124" fmla="*/ 36163 h 449459"/>
                  <a:gd name="connsiteX125" fmla="*/ 130882 w 401801"/>
                  <a:gd name="connsiteY125" fmla="*/ 43832 h 449459"/>
                  <a:gd name="connsiteX126" fmla="*/ 125229 w 401801"/>
                  <a:gd name="connsiteY126" fmla="*/ 53823 h 449459"/>
                  <a:gd name="connsiteX127" fmla="*/ 125229 w 401801"/>
                  <a:gd name="connsiteY127" fmla="*/ 64689 h 449459"/>
                  <a:gd name="connsiteX128" fmla="*/ 119574 w 401801"/>
                  <a:gd name="connsiteY128" fmla="*/ 69028 h 449459"/>
                  <a:gd name="connsiteX129" fmla="*/ 112171 w 401801"/>
                  <a:gd name="connsiteY129" fmla="*/ 69028 h 449459"/>
                  <a:gd name="connsiteX130" fmla="*/ 105641 w 401801"/>
                  <a:gd name="connsiteY130" fmla="*/ 76833 h 449459"/>
                  <a:gd name="connsiteX131" fmla="*/ 112372 w 401801"/>
                  <a:gd name="connsiteY131" fmla="*/ 83796 h 449459"/>
                  <a:gd name="connsiteX132" fmla="*/ 116512 w 401801"/>
                  <a:gd name="connsiteY132" fmla="*/ 89010 h 449459"/>
                  <a:gd name="connsiteX133" fmla="*/ 116512 w 401801"/>
                  <a:gd name="connsiteY133" fmla="*/ 97689 h 449459"/>
                  <a:gd name="connsiteX134" fmla="*/ 113483 w 401801"/>
                  <a:gd name="connsiteY134" fmla="*/ 105292 h 449459"/>
                  <a:gd name="connsiteX135" fmla="*/ 103488 w 401801"/>
                  <a:gd name="connsiteY135" fmla="*/ 108992 h 449459"/>
                  <a:gd name="connsiteX136" fmla="*/ 91305 w 401801"/>
                  <a:gd name="connsiteY136" fmla="*/ 108992 h 449459"/>
                  <a:gd name="connsiteX137" fmla="*/ 80872 w 401801"/>
                  <a:gd name="connsiteY137" fmla="*/ 108992 h 449459"/>
                  <a:gd name="connsiteX138" fmla="*/ 77102 w 401801"/>
                  <a:gd name="connsiteY138" fmla="*/ 103778 h 449459"/>
                  <a:gd name="connsiteX139" fmla="*/ 73030 w 401801"/>
                  <a:gd name="connsiteY139" fmla="*/ 103778 h 449459"/>
                  <a:gd name="connsiteX140" fmla="*/ 73030 w 401801"/>
                  <a:gd name="connsiteY140" fmla="*/ 120295 h 449459"/>
                  <a:gd name="connsiteX141" fmla="*/ 73030 w 401801"/>
                  <a:gd name="connsiteY141" fmla="*/ 128974 h 449459"/>
                  <a:gd name="connsiteX142" fmla="*/ 76665 w 401801"/>
                  <a:gd name="connsiteY142" fmla="*/ 134188 h 449459"/>
                  <a:gd name="connsiteX143" fmla="*/ 79559 w 401801"/>
                  <a:gd name="connsiteY143" fmla="*/ 144179 h 449459"/>
                  <a:gd name="connsiteX144" fmla="*/ 73468 w 401801"/>
                  <a:gd name="connsiteY144" fmla="*/ 159385 h 449459"/>
                  <a:gd name="connsiteX145" fmla="*/ 67814 w 401801"/>
                  <a:gd name="connsiteY145" fmla="*/ 162446 h 449459"/>
                  <a:gd name="connsiteX146" fmla="*/ 67814 w 401801"/>
                  <a:gd name="connsiteY146" fmla="*/ 170687 h 449459"/>
                  <a:gd name="connsiteX147" fmla="*/ 64785 w 401801"/>
                  <a:gd name="connsiteY147" fmla="*/ 176574 h 449459"/>
                  <a:gd name="connsiteX148" fmla="*/ 55227 w 401801"/>
                  <a:gd name="connsiteY148" fmla="*/ 181789 h 449459"/>
                  <a:gd name="connsiteX149" fmla="*/ 50448 w 401801"/>
                  <a:gd name="connsiteY149" fmla="*/ 184816 h 449459"/>
                  <a:gd name="connsiteX150" fmla="*/ 46847 w 401801"/>
                  <a:gd name="connsiteY150" fmla="*/ 189828 h 449459"/>
                  <a:gd name="connsiteX151" fmla="*/ 41025 w 401801"/>
                  <a:gd name="connsiteY151" fmla="*/ 194403 h 449459"/>
                  <a:gd name="connsiteX152" fmla="*/ 36279 w 401801"/>
                  <a:gd name="connsiteY152" fmla="*/ 201804 h 449459"/>
                  <a:gd name="connsiteX153" fmla="*/ 30222 w 401801"/>
                  <a:gd name="connsiteY153" fmla="*/ 205504 h 449459"/>
                  <a:gd name="connsiteX154" fmla="*/ 23255 w 401801"/>
                  <a:gd name="connsiteY154" fmla="*/ 211358 h 449459"/>
                  <a:gd name="connsiteX155" fmla="*/ 19116 w 401801"/>
                  <a:gd name="connsiteY155" fmla="*/ 215697 h 449459"/>
                  <a:gd name="connsiteX156" fmla="*/ 17601 w 401801"/>
                  <a:gd name="connsiteY156" fmla="*/ 222425 h 449459"/>
                  <a:gd name="connsiteX157" fmla="*/ 15414 w 401801"/>
                  <a:gd name="connsiteY157" fmla="*/ 226126 h 449459"/>
                  <a:gd name="connsiteX158" fmla="*/ 7808 w 401801"/>
                  <a:gd name="connsiteY158" fmla="*/ 227639 h 449459"/>
                  <a:gd name="connsiteX159" fmla="*/ 3466 w 401801"/>
                  <a:gd name="connsiteY159" fmla="*/ 231979 h 449459"/>
                  <a:gd name="connsiteX160" fmla="*/ 3466 w 401801"/>
                  <a:gd name="connsiteY160" fmla="*/ 240254 h 449459"/>
                  <a:gd name="connsiteX161" fmla="*/ 0 w 401801"/>
                  <a:gd name="connsiteY161" fmla="*/ 242643 h 449459"/>
                  <a:gd name="connsiteX162" fmla="*/ 3466 w 401801"/>
                  <a:gd name="connsiteY162" fmla="*/ 254383 h 449459"/>
                  <a:gd name="connsiteX163" fmla="*/ 9322 w 401801"/>
                  <a:gd name="connsiteY163" fmla="*/ 260472 h 449459"/>
                  <a:gd name="connsiteX164" fmla="*/ 20731 w 401801"/>
                  <a:gd name="connsiteY164" fmla="*/ 267839 h 449459"/>
                  <a:gd name="connsiteX165" fmla="*/ 29279 w 401801"/>
                  <a:gd name="connsiteY165" fmla="*/ 276518 h 449459"/>
                  <a:gd name="connsiteX166" fmla="*/ 37996 w 401801"/>
                  <a:gd name="connsiteY166" fmla="*/ 287383 h 449459"/>
                  <a:gd name="connsiteX167" fmla="*/ 45838 w 401801"/>
                  <a:gd name="connsiteY167" fmla="*/ 297610 h 449459"/>
                  <a:gd name="connsiteX168" fmla="*/ 45198 w 401801"/>
                  <a:gd name="connsiteY168" fmla="*/ 308913 h 449459"/>
                  <a:gd name="connsiteX169" fmla="*/ 47823 w 401801"/>
                  <a:gd name="connsiteY169" fmla="*/ 319778 h 449459"/>
                  <a:gd name="connsiteX170" fmla="*/ 54116 w 401801"/>
                  <a:gd name="connsiteY170" fmla="*/ 325867 h 449459"/>
                  <a:gd name="connsiteX171" fmla="*/ 51087 w 401801"/>
                  <a:gd name="connsiteY171" fmla="*/ 337170 h 449459"/>
                  <a:gd name="connsiteX172" fmla="*/ 47823 w 401801"/>
                  <a:gd name="connsiteY172" fmla="*/ 344133 h 449459"/>
                  <a:gd name="connsiteX173" fmla="*/ 54352 w 401801"/>
                  <a:gd name="connsiteY173" fmla="*/ 346320 h 449459"/>
                  <a:gd name="connsiteX174" fmla="*/ 62395 w 401801"/>
                  <a:gd name="connsiteY174" fmla="*/ 343494 h 449459"/>
                  <a:gd name="connsiteX175" fmla="*/ 72828 w 401801"/>
                  <a:gd name="connsiteY175" fmla="*/ 339357 h 449459"/>
                  <a:gd name="connsiteX176" fmla="*/ 79997 w 401801"/>
                  <a:gd name="connsiteY176" fmla="*/ 338482 h 449459"/>
                  <a:gd name="connsiteX177" fmla="*/ 86963 w 401801"/>
                  <a:gd name="connsiteY177" fmla="*/ 346320 h 449459"/>
                  <a:gd name="connsiteX178" fmla="*/ 85886 w 401801"/>
                  <a:gd name="connsiteY178" fmla="*/ 355874 h 449459"/>
                  <a:gd name="connsiteX179" fmla="*/ 82184 w 401801"/>
                  <a:gd name="connsiteY179" fmla="*/ 363039 h 449459"/>
                  <a:gd name="connsiteX180" fmla="*/ 81107 w 401801"/>
                  <a:gd name="connsiteY180" fmla="*/ 372391 h 449459"/>
                  <a:gd name="connsiteX181" fmla="*/ 90026 w 401801"/>
                  <a:gd name="connsiteY181" fmla="*/ 385645 h 449459"/>
                  <a:gd name="connsiteX182" fmla="*/ 94603 w 401801"/>
                  <a:gd name="connsiteY182" fmla="*/ 395434 h 449459"/>
                  <a:gd name="connsiteX183" fmla="*/ 97665 w 401801"/>
                  <a:gd name="connsiteY183" fmla="*/ 404113 h 449459"/>
                  <a:gd name="connsiteX184" fmla="*/ 100694 w 401801"/>
                  <a:gd name="connsiteY184" fmla="*/ 413465 h 449459"/>
                  <a:gd name="connsiteX185" fmla="*/ 100896 w 401801"/>
                  <a:gd name="connsiteY185" fmla="*/ 423254 h 449459"/>
                  <a:gd name="connsiteX186" fmla="*/ 102209 w 401801"/>
                  <a:gd name="connsiteY186" fmla="*/ 429343 h 449459"/>
                  <a:gd name="connsiteX187" fmla="*/ 109377 w 401801"/>
                  <a:gd name="connsiteY187" fmla="*/ 431933 h 449459"/>
                  <a:gd name="connsiteX188" fmla="*/ 116344 w 401801"/>
                  <a:gd name="connsiteY188" fmla="*/ 429343 h 449459"/>
                  <a:gd name="connsiteX189" fmla="*/ 120921 w 401801"/>
                  <a:gd name="connsiteY189" fmla="*/ 427392 h 449459"/>
                  <a:gd name="connsiteX190" fmla="*/ 130916 w 401801"/>
                  <a:gd name="connsiteY190" fmla="*/ 426954 h 449459"/>
                  <a:gd name="connsiteX191" fmla="*/ 132868 w 401801"/>
                  <a:gd name="connsiteY191" fmla="*/ 431966 h 449459"/>
                  <a:gd name="connsiteX192" fmla="*/ 133507 w 401801"/>
                  <a:gd name="connsiteY192" fmla="*/ 436743 h 449459"/>
                  <a:gd name="connsiteX193" fmla="*/ 140474 w 401801"/>
                  <a:gd name="connsiteY193" fmla="*/ 436743 h 449459"/>
                  <a:gd name="connsiteX194" fmla="*/ 145253 w 401801"/>
                  <a:gd name="connsiteY194" fmla="*/ 433716 h 449459"/>
                  <a:gd name="connsiteX195" fmla="*/ 151345 w 401801"/>
                  <a:gd name="connsiteY195" fmla="*/ 425878 h 449459"/>
                  <a:gd name="connsiteX196" fmla="*/ 151345 w 401801"/>
                  <a:gd name="connsiteY196" fmla="*/ 422850 h 449459"/>
                  <a:gd name="connsiteX197" fmla="*/ 155922 w 401801"/>
                  <a:gd name="connsiteY197" fmla="*/ 419587 h 449459"/>
                  <a:gd name="connsiteX198" fmla="*/ 160499 w 401801"/>
                  <a:gd name="connsiteY198" fmla="*/ 418511 h 449459"/>
                  <a:gd name="connsiteX199" fmla="*/ 164638 w 401801"/>
                  <a:gd name="connsiteY199" fmla="*/ 411985 h 449459"/>
                  <a:gd name="connsiteX200" fmla="*/ 166489 w 401801"/>
                  <a:gd name="connsiteY200" fmla="*/ 406569 h 449459"/>
                  <a:gd name="connsiteX201" fmla="*/ 169148 w 401801"/>
                  <a:gd name="connsiteY201" fmla="*/ 403945 h 449459"/>
                  <a:gd name="connsiteX202" fmla="*/ 175273 w 401801"/>
                  <a:gd name="connsiteY202" fmla="*/ 402868 h 449459"/>
                  <a:gd name="connsiteX203" fmla="*/ 179412 w 401801"/>
                  <a:gd name="connsiteY203" fmla="*/ 409832 h 449459"/>
                  <a:gd name="connsiteX204" fmla="*/ 181364 w 401801"/>
                  <a:gd name="connsiteY204" fmla="*/ 418746 h 449459"/>
                  <a:gd name="connsiteX205" fmla="*/ 185706 w 401801"/>
                  <a:gd name="connsiteY205" fmla="*/ 426349 h 449459"/>
                  <a:gd name="connsiteX206" fmla="*/ 189172 w 401801"/>
                  <a:gd name="connsiteY206" fmla="*/ 433312 h 449459"/>
                  <a:gd name="connsiteX207" fmla="*/ 191764 w 401801"/>
                  <a:gd name="connsiteY207" fmla="*/ 438762 h 449459"/>
                  <a:gd name="connsiteX208" fmla="*/ 198091 w 401801"/>
                  <a:gd name="connsiteY208" fmla="*/ 440511 h 449459"/>
                  <a:gd name="connsiteX209" fmla="*/ 205259 w 401801"/>
                  <a:gd name="connsiteY209" fmla="*/ 439435 h 449459"/>
                  <a:gd name="connsiteX210" fmla="*/ 211990 w 401801"/>
                  <a:gd name="connsiteY210" fmla="*/ 437685 h 449459"/>
                  <a:gd name="connsiteX211" fmla="*/ 215692 w 401801"/>
                  <a:gd name="connsiteY211" fmla="*/ 432269 h 449459"/>
                  <a:gd name="connsiteX212" fmla="*/ 220908 w 401801"/>
                  <a:gd name="connsiteY212" fmla="*/ 425541 h 449459"/>
                  <a:gd name="connsiteX213" fmla="*/ 227202 w 401801"/>
                  <a:gd name="connsiteY213" fmla="*/ 422278 h 449459"/>
                  <a:gd name="connsiteX214" fmla="*/ 238072 w 401801"/>
                  <a:gd name="connsiteY214" fmla="*/ 420764 h 449459"/>
                  <a:gd name="connsiteX215" fmla="*/ 248068 w 401801"/>
                  <a:gd name="connsiteY215" fmla="*/ 422514 h 449459"/>
                  <a:gd name="connsiteX216" fmla="*/ 251097 w 401801"/>
                  <a:gd name="connsiteY216" fmla="*/ 426853 h 449459"/>
                  <a:gd name="connsiteX217" fmla="*/ 251299 w 401801"/>
                  <a:gd name="connsiteY217" fmla="*/ 432269 h 449459"/>
                  <a:gd name="connsiteX218" fmla="*/ 253890 w 401801"/>
                  <a:gd name="connsiteY218" fmla="*/ 438795 h 449459"/>
                  <a:gd name="connsiteX219" fmla="*/ 253890 w 401801"/>
                  <a:gd name="connsiteY219" fmla="*/ 443808 h 449459"/>
                  <a:gd name="connsiteX220" fmla="*/ 258904 w 401801"/>
                  <a:gd name="connsiteY220" fmla="*/ 447710 h 449459"/>
                  <a:gd name="connsiteX221" fmla="*/ 261092 w 401801"/>
                  <a:gd name="connsiteY221" fmla="*/ 449459 h 449459"/>
                  <a:gd name="connsiteX222" fmla="*/ 264895 w 401801"/>
                  <a:gd name="connsiteY222" fmla="*/ 447508 h 449459"/>
                  <a:gd name="connsiteX223" fmla="*/ 269573 w 401801"/>
                  <a:gd name="connsiteY223" fmla="*/ 445759 h 449459"/>
                  <a:gd name="connsiteX224" fmla="*/ 269573 w 401801"/>
                  <a:gd name="connsiteY224" fmla="*/ 440343 h 449459"/>
                  <a:gd name="connsiteX225" fmla="*/ 269371 w 401801"/>
                  <a:gd name="connsiteY225" fmla="*/ 432303 h 449459"/>
                  <a:gd name="connsiteX226" fmla="*/ 267621 w 401801"/>
                  <a:gd name="connsiteY226" fmla="*/ 426012 h 449459"/>
                  <a:gd name="connsiteX227" fmla="*/ 268496 w 401801"/>
                  <a:gd name="connsiteY227" fmla="*/ 421437 h 449459"/>
                  <a:gd name="connsiteX228" fmla="*/ 271222 w 401801"/>
                  <a:gd name="connsiteY228" fmla="*/ 423826 h 449459"/>
                  <a:gd name="connsiteX229" fmla="*/ 274319 w 401801"/>
                  <a:gd name="connsiteY229" fmla="*/ 425340 h 449459"/>
                  <a:gd name="connsiteX230" fmla="*/ 274453 w 401801"/>
                  <a:gd name="connsiteY230" fmla="*/ 423388 h 449459"/>
                  <a:gd name="connsiteX231" fmla="*/ 274789 w 401801"/>
                  <a:gd name="connsiteY231" fmla="*/ 421000 h 449459"/>
                  <a:gd name="connsiteX232" fmla="*/ 274789 w 401801"/>
                  <a:gd name="connsiteY232" fmla="*/ 419486 h 449459"/>
                  <a:gd name="connsiteX233" fmla="*/ 276539 w 401801"/>
                  <a:gd name="connsiteY233" fmla="*/ 416425 h 449459"/>
                  <a:gd name="connsiteX234" fmla="*/ 276539 w 401801"/>
                  <a:gd name="connsiteY234" fmla="*/ 414272 h 449459"/>
                  <a:gd name="connsiteX235" fmla="*/ 275664 w 401801"/>
                  <a:gd name="connsiteY235" fmla="*/ 407981 h 449459"/>
                  <a:gd name="connsiteX236" fmla="*/ 273713 w 401801"/>
                  <a:gd name="connsiteY236" fmla="*/ 403844 h 449459"/>
                  <a:gd name="connsiteX237" fmla="*/ 271525 w 401801"/>
                  <a:gd name="connsiteY237" fmla="*/ 400782 h 449459"/>
                  <a:gd name="connsiteX238" fmla="*/ 272703 w 401801"/>
                  <a:gd name="connsiteY238" fmla="*/ 397721 h 449459"/>
                  <a:gd name="connsiteX239" fmla="*/ 275160 w 401801"/>
                  <a:gd name="connsiteY239" fmla="*/ 396006 h 449459"/>
                  <a:gd name="connsiteX240" fmla="*/ 276506 w 401801"/>
                  <a:gd name="connsiteY240" fmla="*/ 392743 h 449459"/>
                  <a:gd name="connsiteX241" fmla="*/ 276506 w 401801"/>
                  <a:gd name="connsiteY241" fmla="*/ 389917 h 449459"/>
                  <a:gd name="connsiteX242" fmla="*/ 276506 w 401801"/>
                  <a:gd name="connsiteY242" fmla="*/ 382953 h 449459"/>
                  <a:gd name="connsiteX243" fmla="*/ 275631 w 401801"/>
                  <a:gd name="connsiteY243" fmla="*/ 380902 h 449459"/>
                  <a:gd name="connsiteX244" fmla="*/ 281049 w 401801"/>
                  <a:gd name="connsiteY244" fmla="*/ 380363 h 449459"/>
                  <a:gd name="connsiteX245" fmla="*/ 284314 w 401801"/>
                  <a:gd name="connsiteY245" fmla="*/ 380363 h 449459"/>
                  <a:gd name="connsiteX246" fmla="*/ 286939 w 401801"/>
                  <a:gd name="connsiteY246" fmla="*/ 377739 h 449459"/>
                  <a:gd name="connsiteX247" fmla="*/ 286939 w 401801"/>
                  <a:gd name="connsiteY247" fmla="*/ 374174 h 449459"/>
                  <a:gd name="connsiteX248" fmla="*/ 290203 w 401801"/>
                  <a:gd name="connsiteY248" fmla="*/ 369397 h 449459"/>
                  <a:gd name="connsiteX249" fmla="*/ 293468 w 401801"/>
                  <a:gd name="connsiteY249" fmla="*/ 363745 h 449459"/>
                  <a:gd name="connsiteX250" fmla="*/ 292155 w 401801"/>
                  <a:gd name="connsiteY250" fmla="*/ 358094 h 449459"/>
                  <a:gd name="connsiteX251" fmla="*/ 291179 w 401801"/>
                  <a:gd name="connsiteY251" fmla="*/ 355470 h 449459"/>
                  <a:gd name="connsiteX252" fmla="*/ 287545 w 401801"/>
                  <a:gd name="connsiteY252" fmla="*/ 354595 h 449459"/>
                  <a:gd name="connsiteX253" fmla="*/ 281285 w 401801"/>
                  <a:gd name="connsiteY253" fmla="*/ 352644 h 449459"/>
                  <a:gd name="connsiteX254" fmla="*/ 280006 w 401801"/>
                  <a:gd name="connsiteY254" fmla="*/ 350256 h 449459"/>
                  <a:gd name="connsiteX255" fmla="*/ 280006 w 401801"/>
                  <a:gd name="connsiteY255" fmla="*/ 348069 h 449459"/>
                  <a:gd name="connsiteX256" fmla="*/ 283270 w 401801"/>
                  <a:gd name="connsiteY256" fmla="*/ 346993 h 449459"/>
                  <a:gd name="connsiteX257" fmla="*/ 286535 w 401801"/>
                  <a:gd name="connsiteY257" fmla="*/ 346555 h 449459"/>
                  <a:gd name="connsiteX258" fmla="*/ 289564 w 401801"/>
                  <a:gd name="connsiteY258" fmla="*/ 348069 h 449459"/>
                  <a:gd name="connsiteX259" fmla="*/ 291852 w 401801"/>
                  <a:gd name="connsiteY259" fmla="*/ 348507 h 449459"/>
                  <a:gd name="connsiteX260" fmla="*/ 296261 w 401801"/>
                  <a:gd name="connsiteY260" fmla="*/ 350996 h 449459"/>
                  <a:gd name="connsiteX261" fmla="*/ 301545 w 401801"/>
                  <a:gd name="connsiteY261" fmla="*/ 352409 h 449459"/>
                  <a:gd name="connsiteX262" fmla="*/ 305247 w 401801"/>
                  <a:gd name="connsiteY262" fmla="*/ 352409 h 449459"/>
                  <a:gd name="connsiteX263" fmla="*/ 306122 w 401801"/>
                  <a:gd name="connsiteY263" fmla="*/ 346757 h 449459"/>
                  <a:gd name="connsiteX264" fmla="*/ 306122 w 401801"/>
                  <a:gd name="connsiteY264" fmla="*/ 342855 h 449459"/>
                  <a:gd name="connsiteX265" fmla="*/ 306122 w 401801"/>
                  <a:gd name="connsiteY265" fmla="*/ 335892 h 449459"/>
                  <a:gd name="connsiteX266" fmla="*/ 308511 w 401801"/>
                  <a:gd name="connsiteY266" fmla="*/ 332427 h 449459"/>
                  <a:gd name="connsiteX267" fmla="*/ 310901 w 401801"/>
                  <a:gd name="connsiteY267" fmla="*/ 330274 h 449459"/>
                  <a:gd name="connsiteX268" fmla="*/ 313728 w 401801"/>
                  <a:gd name="connsiteY268" fmla="*/ 329399 h 449459"/>
                  <a:gd name="connsiteX269" fmla="*/ 316218 w 401801"/>
                  <a:gd name="connsiteY269" fmla="*/ 325934 h 449459"/>
                  <a:gd name="connsiteX270" fmla="*/ 318877 w 401801"/>
                  <a:gd name="connsiteY270" fmla="*/ 324622 h 449459"/>
                  <a:gd name="connsiteX271" fmla="*/ 320863 w 401801"/>
                  <a:gd name="connsiteY271" fmla="*/ 320922 h 449459"/>
                  <a:gd name="connsiteX272" fmla="*/ 317834 w 401801"/>
                  <a:gd name="connsiteY272" fmla="*/ 317895 h 449459"/>
                  <a:gd name="connsiteX273" fmla="*/ 312954 w 401801"/>
                  <a:gd name="connsiteY273" fmla="*/ 315506 h 449459"/>
                  <a:gd name="connsiteX274" fmla="*/ 309588 w 401801"/>
                  <a:gd name="connsiteY274" fmla="*/ 315069 h 449459"/>
                  <a:gd name="connsiteX275" fmla="*/ 309588 w 401801"/>
                  <a:gd name="connsiteY275" fmla="*/ 313319 h 449459"/>
                  <a:gd name="connsiteX276" fmla="*/ 311776 w 401801"/>
                  <a:gd name="connsiteY276" fmla="*/ 310494 h 449459"/>
                  <a:gd name="connsiteX277" fmla="*/ 314165 w 401801"/>
                  <a:gd name="connsiteY277" fmla="*/ 309619 h 449459"/>
                  <a:gd name="connsiteX278" fmla="*/ 318305 w 401801"/>
                  <a:gd name="connsiteY278" fmla="*/ 307432 h 449459"/>
                  <a:gd name="connsiteX279" fmla="*/ 320795 w 401801"/>
                  <a:gd name="connsiteY279" fmla="*/ 306625 h 449459"/>
                  <a:gd name="connsiteX280" fmla="*/ 323319 w 401801"/>
                  <a:gd name="connsiteY280" fmla="*/ 307702 h 449459"/>
                  <a:gd name="connsiteX281" fmla="*/ 324800 w 401801"/>
                  <a:gd name="connsiteY281" fmla="*/ 309720 h 449459"/>
                  <a:gd name="connsiteX282" fmla="*/ 325238 w 401801"/>
                  <a:gd name="connsiteY282" fmla="*/ 313353 h 449459"/>
                  <a:gd name="connsiteX283" fmla="*/ 325238 w 401801"/>
                  <a:gd name="connsiteY283" fmla="*/ 316683 h 449459"/>
                  <a:gd name="connsiteX284" fmla="*/ 325238 w 401801"/>
                  <a:gd name="connsiteY284" fmla="*/ 320216 h 449459"/>
                  <a:gd name="connsiteX285" fmla="*/ 325238 w 401801"/>
                  <a:gd name="connsiteY285" fmla="*/ 323680 h 449459"/>
                  <a:gd name="connsiteX286" fmla="*/ 323218 w 401801"/>
                  <a:gd name="connsiteY286" fmla="*/ 326506 h 449459"/>
                  <a:gd name="connsiteX287" fmla="*/ 321637 w 401801"/>
                  <a:gd name="connsiteY287" fmla="*/ 328693 h 449459"/>
                  <a:gd name="connsiteX288" fmla="*/ 320829 w 401801"/>
                  <a:gd name="connsiteY288" fmla="*/ 331956 h 449459"/>
                  <a:gd name="connsiteX289" fmla="*/ 319920 w 401801"/>
                  <a:gd name="connsiteY289" fmla="*/ 336026 h 449459"/>
                  <a:gd name="connsiteX290" fmla="*/ 321132 w 401801"/>
                  <a:gd name="connsiteY290" fmla="*/ 338785 h 449459"/>
                  <a:gd name="connsiteX291" fmla="*/ 322478 w 401801"/>
                  <a:gd name="connsiteY291" fmla="*/ 341678 h 449459"/>
                  <a:gd name="connsiteX292" fmla="*/ 324968 w 401801"/>
                  <a:gd name="connsiteY292" fmla="*/ 341913 h 449459"/>
                  <a:gd name="connsiteX293" fmla="*/ 327358 w 401801"/>
                  <a:gd name="connsiteY293" fmla="*/ 342048 h 449459"/>
                  <a:gd name="connsiteX294" fmla="*/ 329545 w 401801"/>
                  <a:gd name="connsiteY294" fmla="*/ 340366 h 449459"/>
                  <a:gd name="connsiteX295" fmla="*/ 331363 w 401801"/>
                  <a:gd name="connsiteY295" fmla="*/ 338415 h 449459"/>
                  <a:gd name="connsiteX296" fmla="*/ 333618 w 401801"/>
                  <a:gd name="connsiteY296" fmla="*/ 336329 h 449459"/>
                  <a:gd name="connsiteX297" fmla="*/ 336882 w 401801"/>
                  <a:gd name="connsiteY297" fmla="*/ 334748 h 449459"/>
                  <a:gd name="connsiteX298" fmla="*/ 340517 w 401801"/>
                  <a:gd name="connsiteY298" fmla="*/ 332629 h 449459"/>
                  <a:gd name="connsiteX299" fmla="*/ 344421 w 401801"/>
                  <a:gd name="connsiteY299" fmla="*/ 332124 h 449459"/>
                  <a:gd name="connsiteX300" fmla="*/ 349637 w 401801"/>
                  <a:gd name="connsiteY300" fmla="*/ 333436 h 449459"/>
                  <a:gd name="connsiteX301" fmla="*/ 353979 w 401801"/>
                  <a:gd name="connsiteY301" fmla="*/ 330846 h 449459"/>
                  <a:gd name="connsiteX302" fmla="*/ 353407 w 401801"/>
                  <a:gd name="connsiteY302" fmla="*/ 325766 h 449459"/>
                  <a:gd name="connsiteX303" fmla="*/ 350512 w 401801"/>
                  <a:gd name="connsiteY303" fmla="*/ 321124 h 449459"/>
                  <a:gd name="connsiteX304" fmla="*/ 346945 w 401801"/>
                  <a:gd name="connsiteY304" fmla="*/ 318803 h 449459"/>
                  <a:gd name="connsiteX305" fmla="*/ 344421 w 401801"/>
                  <a:gd name="connsiteY305" fmla="*/ 315472 h 449459"/>
                  <a:gd name="connsiteX306" fmla="*/ 344421 w 401801"/>
                  <a:gd name="connsiteY306" fmla="*/ 309821 h 449459"/>
                  <a:gd name="connsiteX307" fmla="*/ 346003 w 401801"/>
                  <a:gd name="connsiteY307" fmla="*/ 309821 h 449459"/>
                  <a:gd name="connsiteX308" fmla="*/ 350782 w 401801"/>
                  <a:gd name="connsiteY308" fmla="*/ 308946 h 449459"/>
                  <a:gd name="connsiteX309" fmla="*/ 353979 w 401801"/>
                  <a:gd name="connsiteY309" fmla="*/ 308946 h 449459"/>
                  <a:gd name="connsiteX310" fmla="*/ 359498 w 401801"/>
                  <a:gd name="connsiteY310" fmla="*/ 309384 h 449459"/>
                  <a:gd name="connsiteX311" fmla="*/ 362258 w 401801"/>
                  <a:gd name="connsiteY311" fmla="*/ 314295 h 449459"/>
                  <a:gd name="connsiteX312" fmla="*/ 363133 w 401801"/>
                  <a:gd name="connsiteY312" fmla="*/ 319745 h 449459"/>
                  <a:gd name="connsiteX313" fmla="*/ 364445 w 401801"/>
                  <a:gd name="connsiteY313" fmla="*/ 321225 h 449459"/>
                  <a:gd name="connsiteX314" fmla="*/ 365320 w 401801"/>
                  <a:gd name="connsiteY314" fmla="*/ 319106 h 449459"/>
                  <a:gd name="connsiteX315" fmla="*/ 365320 w 401801"/>
                  <a:gd name="connsiteY315" fmla="*/ 313319 h 449459"/>
                  <a:gd name="connsiteX316" fmla="*/ 368585 w 401801"/>
                  <a:gd name="connsiteY316" fmla="*/ 309417 h 449459"/>
                  <a:gd name="connsiteX317" fmla="*/ 370537 w 401801"/>
                  <a:gd name="connsiteY317" fmla="*/ 305078 h 449459"/>
                  <a:gd name="connsiteX318" fmla="*/ 370537 w 401801"/>
                  <a:gd name="connsiteY318" fmla="*/ 301176 h 449459"/>
                  <a:gd name="connsiteX319" fmla="*/ 365758 w 401801"/>
                  <a:gd name="connsiteY319" fmla="*/ 298417 h 449459"/>
                  <a:gd name="connsiteX320" fmla="*/ 362864 w 401801"/>
                  <a:gd name="connsiteY320" fmla="*/ 294347 h 449459"/>
                  <a:gd name="connsiteX321" fmla="*/ 360171 w 401801"/>
                  <a:gd name="connsiteY321" fmla="*/ 289570 h 449459"/>
                  <a:gd name="connsiteX322" fmla="*/ 356806 w 401801"/>
                  <a:gd name="connsiteY322" fmla="*/ 280891 h 449459"/>
                  <a:gd name="connsiteX323" fmla="*/ 353238 w 401801"/>
                  <a:gd name="connsiteY323" fmla="*/ 275811 h 449459"/>
                  <a:gd name="connsiteX324" fmla="*/ 348762 w 401801"/>
                  <a:gd name="connsiteY324" fmla="*/ 270294 h 449459"/>
                  <a:gd name="connsiteX325" fmla="*/ 348055 w 401801"/>
                  <a:gd name="connsiteY325" fmla="*/ 266830 h 449459"/>
                  <a:gd name="connsiteX326" fmla="*/ 349806 w 401801"/>
                  <a:gd name="connsiteY326" fmla="*/ 263062 h 449459"/>
                  <a:gd name="connsiteX327" fmla="*/ 353710 w 401801"/>
                  <a:gd name="connsiteY327" fmla="*/ 261178 h 449459"/>
                  <a:gd name="connsiteX328" fmla="*/ 357479 w 401801"/>
                  <a:gd name="connsiteY328" fmla="*/ 259597 h 449459"/>
                  <a:gd name="connsiteX329" fmla="*/ 361955 w 401801"/>
                  <a:gd name="connsiteY329" fmla="*/ 258722 h 449459"/>
                  <a:gd name="connsiteX330" fmla="*/ 363705 w 401801"/>
                  <a:gd name="connsiteY330" fmla="*/ 255829 h 449459"/>
                  <a:gd name="connsiteX331" fmla="*/ 365455 w 401801"/>
                  <a:gd name="connsiteY331" fmla="*/ 253508 h 449459"/>
                  <a:gd name="connsiteX332" fmla="*/ 366768 w 401801"/>
                  <a:gd name="connsiteY332" fmla="*/ 252062 h 449459"/>
                  <a:gd name="connsiteX333" fmla="*/ 368787 w 401801"/>
                  <a:gd name="connsiteY333" fmla="*/ 249169 h 449459"/>
                  <a:gd name="connsiteX334" fmla="*/ 368046 w 401801"/>
                  <a:gd name="connsiteY334" fmla="*/ 245704 h 449459"/>
                  <a:gd name="connsiteX335" fmla="*/ 365152 w 401801"/>
                  <a:gd name="connsiteY335" fmla="*/ 243517 h 449459"/>
                  <a:gd name="connsiteX336" fmla="*/ 359363 w 401801"/>
                  <a:gd name="connsiteY336" fmla="*/ 242374 h 449459"/>
                  <a:gd name="connsiteX337" fmla="*/ 356032 w 401801"/>
                  <a:gd name="connsiteY337" fmla="*/ 241499 h 449459"/>
                  <a:gd name="connsiteX338" fmla="*/ 351959 w 401801"/>
                  <a:gd name="connsiteY338" fmla="*/ 238740 h 449459"/>
                  <a:gd name="connsiteX339" fmla="*/ 353407 w 401801"/>
                  <a:gd name="connsiteY339" fmla="*/ 237866 h 449459"/>
                  <a:gd name="connsiteX340" fmla="*/ 354551 w 401801"/>
                  <a:gd name="connsiteY340" fmla="*/ 238236 h 449459"/>
                  <a:gd name="connsiteX341" fmla="*/ 359330 w 401801"/>
                  <a:gd name="connsiteY341" fmla="*/ 239481 h 449459"/>
                  <a:gd name="connsiteX342" fmla="*/ 364412 w 401801"/>
                  <a:gd name="connsiteY342" fmla="*/ 239481 h 449459"/>
                  <a:gd name="connsiteX343" fmla="*/ 369628 w 401801"/>
                  <a:gd name="connsiteY343" fmla="*/ 239481 h 449459"/>
                  <a:gd name="connsiteX344" fmla="*/ 371210 w 401801"/>
                  <a:gd name="connsiteY344" fmla="*/ 236453 h 449459"/>
                  <a:gd name="connsiteX345" fmla="*/ 371345 w 401801"/>
                  <a:gd name="connsiteY345" fmla="*/ 232248 h 449459"/>
                  <a:gd name="connsiteX346" fmla="*/ 368450 w 401801"/>
                  <a:gd name="connsiteY346" fmla="*/ 228850 h 449459"/>
                  <a:gd name="connsiteX347" fmla="*/ 368753 w 401801"/>
                  <a:gd name="connsiteY347" fmla="*/ 226899 h 449459"/>
                  <a:gd name="connsiteX348" fmla="*/ 368753 w 401801"/>
                  <a:gd name="connsiteY348" fmla="*/ 222997 h 449459"/>
                  <a:gd name="connsiteX349" fmla="*/ 370503 w 401801"/>
                  <a:gd name="connsiteY349" fmla="*/ 220407 h 449459"/>
                  <a:gd name="connsiteX350" fmla="*/ 367407 w 401801"/>
                  <a:gd name="connsiteY350" fmla="*/ 220407 h 449459"/>
                  <a:gd name="connsiteX351" fmla="*/ 365152 w 401801"/>
                  <a:gd name="connsiteY351" fmla="*/ 222156 h 449459"/>
                  <a:gd name="connsiteX352" fmla="*/ 362695 w 401801"/>
                  <a:gd name="connsiteY352" fmla="*/ 222156 h 449459"/>
                  <a:gd name="connsiteX353" fmla="*/ 359498 w 401801"/>
                  <a:gd name="connsiteY353" fmla="*/ 220340 h 449459"/>
                  <a:gd name="connsiteX354" fmla="*/ 356166 w 401801"/>
                  <a:gd name="connsiteY354" fmla="*/ 220407 h 449459"/>
                  <a:gd name="connsiteX355" fmla="*/ 352262 w 401801"/>
                  <a:gd name="connsiteY355" fmla="*/ 220407 h 449459"/>
                  <a:gd name="connsiteX356" fmla="*/ 348628 w 401801"/>
                  <a:gd name="connsiteY356" fmla="*/ 219835 h 449459"/>
                  <a:gd name="connsiteX357" fmla="*/ 343411 w 401801"/>
                  <a:gd name="connsiteY357" fmla="*/ 219700 h 449459"/>
                  <a:gd name="connsiteX358" fmla="*/ 340652 w 401801"/>
                  <a:gd name="connsiteY358" fmla="*/ 218187 h 449459"/>
                  <a:gd name="connsiteX359" fmla="*/ 339642 w 401801"/>
                  <a:gd name="connsiteY359" fmla="*/ 213443 h 449459"/>
                  <a:gd name="connsiteX360" fmla="*/ 342839 w 401801"/>
                  <a:gd name="connsiteY360" fmla="*/ 208768 h 449459"/>
                  <a:gd name="connsiteX361" fmla="*/ 345296 w 401801"/>
                  <a:gd name="connsiteY361" fmla="*/ 206715 h 449459"/>
                  <a:gd name="connsiteX362" fmla="*/ 348190 w 401801"/>
                  <a:gd name="connsiteY362" fmla="*/ 203217 h 449459"/>
                  <a:gd name="connsiteX363" fmla="*/ 348459 w 401801"/>
                  <a:gd name="connsiteY363" fmla="*/ 197700 h 449459"/>
                  <a:gd name="connsiteX364" fmla="*/ 348594 w 401801"/>
                  <a:gd name="connsiteY364" fmla="*/ 196085 h 449459"/>
                  <a:gd name="connsiteX365" fmla="*/ 350344 w 401801"/>
                  <a:gd name="connsiteY365" fmla="*/ 196085 h 449459"/>
                  <a:gd name="connsiteX366" fmla="*/ 352229 w 401801"/>
                  <a:gd name="connsiteY366" fmla="*/ 196085 h 449459"/>
                  <a:gd name="connsiteX367" fmla="*/ 354854 w 401801"/>
                  <a:gd name="connsiteY367" fmla="*/ 195076 h 449459"/>
                  <a:gd name="connsiteX368" fmla="*/ 354854 w 401801"/>
                  <a:gd name="connsiteY368" fmla="*/ 198844 h 449459"/>
                  <a:gd name="connsiteX369" fmla="*/ 354854 w 401801"/>
                  <a:gd name="connsiteY369" fmla="*/ 202174 h 449459"/>
                  <a:gd name="connsiteX370" fmla="*/ 354854 w 401801"/>
                  <a:gd name="connsiteY370" fmla="*/ 205639 h 449459"/>
                  <a:gd name="connsiteX371" fmla="*/ 356873 w 401801"/>
                  <a:gd name="connsiteY371" fmla="*/ 206076 h 449459"/>
                  <a:gd name="connsiteX372" fmla="*/ 359767 w 401801"/>
                  <a:gd name="connsiteY372" fmla="*/ 206379 h 449459"/>
                  <a:gd name="connsiteX373" fmla="*/ 362594 w 401801"/>
                  <a:gd name="connsiteY373" fmla="*/ 206682 h 449459"/>
                  <a:gd name="connsiteX374" fmla="*/ 364715 w 401801"/>
                  <a:gd name="connsiteY374" fmla="*/ 206379 h 449459"/>
                  <a:gd name="connsiteX375" fmla="*/ 367239 w 401801"/>
                  <a:gd name="connsiteY375" fmla="*/ 205504 h 449459"/>
                  <a:gd name="connsiteX376" fmla="*/ 368988 w 401801"/>
                  <a:gd name="connsiteY376" fmla="*/ 203755 h 449459"/>
                  <a:gd name="connsiteX377" fmla="*/ 369864 w 401801"/>
                  <a:gd name="connsiteY377" fmla="*/ 201165 h 449459"/>
                  <a:gd name="connsiteX378" fmla="*/ 369729 w 401801"/>
                  <a:gd name="connsiteY378" fmla="*/ 197835 h 449459"/>
                  <a:gd name="connsiteX379" fmla="*/ 368719 w 401801"/>
                  <a:gd name="connsiteY379" fmla="*/ 195514 h 449459"/>
                  <a:gd name="connsiteX380" fmla="*/ 368719 w 401801"/>
                  <a:gd name="connsiteY380" fmla="*/ 191746 h 449459"/>
                  <a:gd name="connsiteX381" fmla="*/ 370873 w 401801"/>
                  <a:gd name="connsiteY381" fmla="*/ 189997 h 449459"/>
                  <a:gd name="connsiteX382" fmla="*/ 370806 w 401801"/>
                  <a:gd name="connsiteY382" fmla="*/ 187675 h 449459"/>
                  <a:gd name="connsiteX383" fmla="*/ 372287 w 401801"/>
                  <a:gd name="connsiteY383" fmla="*/ 187238 h 449459"/>
                  <a:gd name="connsiteX384" fmla="*/ 373095 w 401801"/>
                  <a:gd name="connsiteY384" fmla="*/ 187373 h 449459"/>
                  <a:gd name="connsiteX385" fmla="*/ 374508 w 401801"/>
                  <a:gd name="connsiteY385" fmla="*/ 188819 h 449459"/>
                  <a:gd name="connsiteX386" fmla="*/ 376090 w 401801"/>
                  <a:gd name="connsiteY386" fmla="*/ 189963 h 449459"/>
                  <a:gd name="connsiteX387" fmla="*/ 374912 w 401801"/>
                  <a:gd name="connsiteY387" fmla="*/ 196489 h 449459"/>
                  <a:gd name="connsiteX388" fmla="*/ 373902 w 401801"/>
                  <a:gd name="connsiteY388" fmla="*/ 198810 h 449459"/>
                  <a:gd name="connsiteX389" fmla="*/ 373902 w 401801"/>
                  <a:gd name="connsiteY389" fmla="*/ 202140 h 449459"/>
                  <a:gd name="connsiteX390" fmla="*/ 376224 w 401801"/>
                  <a:gd name="connsiteY390" fmla="*/ 206480 h 449459"/>
                  <a:gd name="connsiteX391" fmla="*/ 378984 w 401801"/>
                  <a:gd name="connsiteY391" fmla="*/ 208229 h 449459"/>
                  <a:gd name="connsiteX392" fmla="*/ 381744 w 401801"/>
                  <a:gd name="connsiteY392" fmla="*/ 208229 h 449459"/>
                  <a:gd name="connsiteX393" fmla="*/ 383124 w 401801"/>
                  <a:gd name="connsiteY393" fmla="*/ 206480 h 449459"/>
                  <a:gd name="connsiteX394" fmla="*/ 384369 w 401801"/>
                  <a:gd name="connsiteY394" fmla="*/ 206480 h 449459"/>
                  <a:gd name="connsiteX395" fmla="*/ 384369 w 401801"/>
                  <a:gd name="connsiteY395" fmla="*/ 209104 h 449459"/>
                  <a:gd name="connsiteX396" fmla="*/ 386994 w 401801"/>
                  <a:gd name="connsiteY396" fmla="*/ 212434 h 449459"/>
                  <a:gd name="connsiteX397" fmla="*/ 388441 w 401801"/>
                  <a:gd name="connsiteY397" fmla="*/ 211291 h 449459"/>
                  <a:gd name="connsiteX398" fmla="*/ 390629 w 401801"/>
                  <a:gd name="connsiteY398" fmla="*/ 209541 h 449459"/>
                  <a:gd name="connsiteX399" fmla="*/ 391335 w 401801"/>
                  <a:gd name="connsiteY399" fmla="*/ 206480 h 449459"/>
                  <a:gd name="connsiteX400" fmla="*/ 391335 w 401801"/>
                  <a:gd name="connsiteY400" fmla="*/ 203890 h 449459"/>
                  <a:gd name="connsiteX401" fmla="*/ 391032 w 401801"/>
                  <a:gd name="connsiteY401" fmla="*/ 200559 h 449459"/>
                  <a:gd name="connsiteX402" fmla="*/ 391167 w 401801"/>
                  <a:gd name="connsiteY402" fmla="*/ 194605 h 449459"/>
                  <a:gd name="connsiteX403" fmla="*/ 391235 w 401801"/>
                  <a:gd name="connsiteY403" fmla="*/ 190838 h 449459"/>
                  <a:gd name="connsiteX404" fmla="*/ 389619 w 401801"/>
                  <a:gd name="connsiteY404" fmla="*/ 186363 h 449459"/>
                  <a:gd name="connsiteX405" fmla="*/ 389383 w 401801"/>
                  <a:gd name="connsiteY405" fmla="*/ 183740 h 449459"/>
                  <a:gd name="connsiteX406" fmla="*/ 386792 w 401801"/>
                  <a:gd name="connsiteY406" fmla="*/ 181284 h 449459"/>
                  <a:gd name="connsiteX407" fmla="*/ 385951 w 401801"/>
                  <a:gd name="connsiteY407" fmla="*/ 178256 h 449459"/>
                  <a:gd name="connsiteX408" fmla="*/ 387835 w 401801"/>
                  <a:gd name="connsiteY408" fmla="*/ 176507 h 449459"/>
                  <a:gd name="connsiteX409" fmla="*/ 388710 w 401801"/>
                  <a:gd name="connsiteY409" fmla="*/ 173480 h 449459"/>
                  <a:gd name="connsiteX410" fmla="*/ 388576 w 401801"/>
                  <a:gd name="connsiteY410" fmla="*/ 169846 h 449459"/>
                  <a:gd name="connsiteX411" fmla="*/ 386691 w 401801"/>
                  <a:gd name="connsiteY411" fmla="*/ 167088 h 449459"/>
                  <a:gd name="connsiteX412" fmla="*/ 384369 w 401801"/>
                  <a:gd name="connsiteY412" fmla="*/ 165507 h 449459"/>
                  <a:gd name="connsiteX413" fmla="*/ 384369 w 401801"/>
                  <a:gd name="connsiteY413" fmla="*/ 163926 h 449459"/>
                  <a:gd name="connsiteX414" fmla="*/ 387128 w 401801"/>
                  <a:gd name="connsiteY414" fmla="*/ 160898 h 449459"/>
                  <a:gd name="connsiteX415" fmla="*/ 387869 w 401801"/>
                  <a:gd name="connsiteY415" fmla="*/ 159317 h 449459"/>
                  <a:gd name="connsiteX416" fmla="*/ 387802 w 401801"/>
                  <a:gd name="connsiteY416" fmla="*/ 156424 h 449459"/>
                  <a:gd name="connsiteX417" fmla="*/ 387330 w 401801"/>
                  <a:gd name="connsiteY417" fmla="*/ 155247 h 449459"/>
                  <a:gd name="connsiteX418" fmla="*/ 384773 w 401801"/>
                  <a:gd name="connsiteY418" fmla="*/ 155112 h 449459"/>
                  <a:gd name="connsiteX419" fmla="*/ 381037 w 401801"/>
                  <a:gd name="connsiteY419" fmla="*/ 154978 h 449459"/>
                  <a:gd name="connsiteX420" fmla="*/ 374676 w 401801"/>
                  <a:gd name="connsiteY420" fmla="*/ 155718 h 449459"/>
                  <a:gd name="connsiteX421" fmla="*/ 371782 w 401801"/>
                  <a:gd name="connsiteY421" fmla="*/ 158039 h 449459"/>
                  <a:gd name="connsiteX422" fmla="*/ 369460 w 401801"/>
                  <a:gd name="connsiteY422" fmla="*/ 162816 h 449459"/>
                  <a:gd name="connsiteX423" fmla="*/ 368585 w 401801"/>
                  <a:gd name="connsiteY423" fmla="*/ 166281 h 449459"/>
                  <a:gd name="connsiteX424" fmla="*/ 368147 w 401801"/>
                  <a:gd name="connsiteY424" fmla="*/ 169308 h 449459"/>
                  <a:gd name="connsiteX425" fmla="*/ 364378 w 401801"/>
                  <a:gd name="connsiteY425" fmla="*/ 169611 h 449459"/>
                  <a:gd name="connsiteX426" fmla="*/ 359599 w 401801"/>
                  <a:gd name="connsiteY426" fmla="*/ 169745 h 449459"/>
                  <a:gd name="connsiteX427" fmla="*/ 355830 w 401801"/>
                  <a:gd name="connsiteY427" fmla="*/ 170048 h 449459"/>
                  <a:gd name="connsiteX428" fmla="*/ 352801 w 401801"/>
                  <a:gd name="connsiteY428" fmla="*/ 171057 h 449459"/>
                  <a:gd name="connsiteX429" fmla="*/ 348459 w 401801"/>
                  <a:gd name="connsiteY429" fmla="*/ 173379 h 449459"/>
                  <a:gd name="connsiteX430" fmla="*/ 346305 w 401801"/>
                  <a:gd name="connsiteY430" fmla="*/ 174522 h 449459"/>
                  <a:gd name="connsiteX431" fmla="*/ 342671 w 401801"/>
                  <a:gd name="connsiteY431" fmla="*/ 175834 h 449459"/>
                  <a:gd name="connsiteX432" fmla="*/ 340483 w 401801"/>
                  <a:gd name="connsiteY432" fmla="*/ 177853 h 449459"/>
                  <a:gd name="connsiteX433" fmla="*/ 337589 w 401801"/>
                  <a:gd name="connsiteY433" fmla="*/ 178425 h 449459"/>
                  <a:gd name="connsiteX434" fmla="*/ 337151 w 401801"/>
                  <a:gd name="connsiteY434" fmla="*/ 177415 h 449459"/>
                  <a:gd name="connsiteX435" fmla="*/ 336849 w 401801"/>
                  <a:gd name="connsiteY435" fmla="*/ 174825 h 449459"/>
                  <a:gd name="connsiteX436" fmla="*/ 337724 w 401801"/>
                  <a:gd name="connsiteY436" fmla="*/ 172067 h 449459"/>
                  <a:gd name="connsiteX437" fmla="*/ 339036 w 401801"/>
                  <a:gd name="connsiteY437" fmla="*/ 170486 h 449459"/>
                  <a:gd name="connsiteX438" fmla="*/ 341190 w 401801"/>
                  <a:gd name="connsiteY438" fmla="*/ 169611 h 449459"/>
                  <a:gd name="connsiteX439" fmla="*/ 343815 w 401801"/>
                  <a:gd name="connsiteY439" fmla="*/ 168165 h 449459"/>
                  <a:gd name="connsiteX440" fmla="*/ 346406 w 401801"/>
                  <a:gd name="connsiteY440" fmla="*/ 166853 h 449459"/>
                  <a:gd name="connsiteX441" fmla="*/ 351488 w 401801"/>
                  <a:gd name="connsiteY441" fmla="*/ 165978 h 449459"/>
                  <a:gd name="connsiteX442" fmla="*/ 355392 w 401801"/>
                  <a:gd name="connsiteY442" fmla="*/ 165843 h 449459"/>
                  <a:gd name="connsiteX443" fmla="*/ 357849 w 401801"/>
                  <a:gd name="connsiteY443" fmla="*/ 162513 h 449459"/>
                  <a:gd name="connsiteX444" fmla="*/ 359296 w 401801"/>
                  <a:gd name="connsiteY444" fmla="*/ 160192 h 449459"/>
                  <a:gd name="connsiteX445" fmla="*/ 364075 w 401801"/>
                  <a:gd name="connsiteY445" fmla="*/ 157299 h 449459"/>
                  <a:gd name="connsiteX446" fmla="*/ 365522 w 401801"/>
                  <a:gd name="connsiteY446" fmla="*/ 155718 h 449459"/>
                  <a:gd name="connsiteX447" fmla="*/ 367272 w 401801"/>
                  <a:gd name="connsiteY447" fmla="*/ 153094 h 449459"/>
                  <a:gd name="connsiteX448" fmla="*/ 369292 w 401801"/>
                  <a:gd name="connsiteY448" fmla="*/ 150066 h 449459"/>
                  <a:gd name="connsiteX449" fmla="*/ 371614 w 401801"/>
                  <a:gd name="connsiteY449" fmla="*/ 146871 h 449459"/>
                  <a:gd name="connsiteX450" fmla="*/ 373364 w 401801"/>
                  <a:gd name="connsiteY450" fmla="*/ 143103 h 449459"/>
                  <a:gd name="connsiteX451" fmla="*/ 376998 w 401801"/>
                  <a:gd name="connsiteY451" fmla="*/ 140075 h 449459"/>
                  <a:gd name="connsiteX452" fmla="*/ 379758 w 401801"/>
                  <a:gd name="connsiteY452" fmla="*/ 137182 h 449459"/>
                  <a:gd name="connsiteX453" fmla="*/ 382955 w 401801"/>
                  <a:gd name="connsiteY453" fmla="*/ 134727 h 449459"/>
                  <a:gd name="connsiteX454" fmla="*/ 387903 w 401801"/>
                  <a:gd name="connsiteY454" fmla="*/ 133583 h 449459"/>
                  <a:gd name="connsiteX455" fmla="*/ 393119 w 401801"/>
                  <a:gd name="connsiteY455" fmla="*/ 133280 h 449459"/>
                  <a:gd name="connsiteX456" fmla="*/ 398470 w 401801"/>
                  <a:gd name="connsiteY456" fmla="*/ 132977 h 449459"/>
                  <a:gd name="connsiteX457" fmla="*/ 400355 w 401801"/>
                  <a:gd name="connsiteY457" fmla="*/ 132675 h 449459"/>
                  <a:gd name="connsiteX458" fmla="*/ 401297 w 401801"/>
                  <a:gd name="connsiteY458" fmla="*/ 131363 h 449459"/>
                  <a:gd name="connsiteX459" fmla="*/ 401802 w 401801"/>
                  <a:gd name="connsiteY459" fmla="*/ 130051 h 449459"/>
                  <a:gd name="connsiteX460" fmla="*/ 401802 w 401801"/>
                  <a:gd name="connsiteY460" fmla="*/ 127460 h 449459"/>
                  <a:gd name="connsiteX461" fmla="*/ 401196 w 401801"/>
                  <a:gd name="connsiteY461" fmla="*/ 126317 h 4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401801" h="449459">
                    <a:moveTo>
                      <a:pt x="401196" y="126317"/>
                    </a:moveTo>
                    <a:lnTo>
                      <a:pt x="400186" y="124567"/>
                    </a:lnTo>
                    <a:cubicBezTo>
                      <a:pt x="400186" y="124567"/>
                      <a:pt x="398100" y="123996"/>
                      <a:pt x="397494" y="123693"/>
                    </a:cubicBezTo>
                    <a:cubicBezTo>
                      <a:pt x="396922" y="123390"/>
                      <a:pt x="393388" y="123390"/>
                      <a:pt x="393388" y="123390"/>
                    </a:cubicBezTo>
                    <a:lnTo>
                      <a:pt x="384167" y="124265"/>
                    </a:lnTo>
                    <a:lnTo>
                      <a:pt x="379859" y="123390"/>
                    </a:lnTo>
                    <a:lnTo>
                      <a:pt x="375383" y="122650"/>
                    </a:lnTo>
                    <a:lnTo>
                      <a:pt x="371917" y="121506"/>
                    </a:lnTo>
                    <a:lnTo>
                      <a:pt x="365994" y="120194"/>
                    </a:lnTo>
                    <a:lnTo>
                      <a:pt x="361787" y="119623"/>
                    </a:lnTo>
                    <a:lnTo>
                      <a:pt x="357748" y="116999"/>
                    </a:lnTo>
                    <a:lnTo>
                      <a:pt x="354416" y="115418"/>
                    </a:lnTo>
                    <a:lnTo>
                      <a:pt x="349637" y="112524"/>
                    </a:lnTo>
                    <a:lnTo>
                      <a:pt x="345868" y="110338"/>
                    </a:lnTo>
                    <a:lnTo>
                      <a:pt x="344858" y="108589"/>
                    </a:lnTo>
                    <a:lnTo>
                      <a:pt x="341089" y="105830"/>
                    </a:lnTo>
                    <a:lnTo>
                      <a:pt x="337454" y="103072"/>
                    </a:lnTo>
                    <a:lnTo>
                      <a:pt x="334997" y="101760"/>
                    </a:lnTo>
                    <a:lnTo>
                      <a:pt x="333247" y="100011"/>
                    </a:lnTo>
                    <a:lnTo>
                      <a:pt x="331498" y="96377"/>
                    </a:lnTo>
                    <a:lnTo>
                      <a:pt x="330050" y="94056"/>
                    </a:lnTo>
                    <a:lnTo>
                      <a:pt x="328435" y="92172"/>
                    </a:lnTo>
                    <a:lnTo>
                      <a:pt x="324968" y="87833"/>
                    </a:lnTo>
                    <a:lnTo>
                      <a:pt x="322781" y="88136"/>
                    </a:lnTo>
                    <a:cubicBezTo>
                      <a:pt x="322781" y="88136"/>
                      <a:pt x="319752" y="88136"/>
                      <a:pt x="318574" y="88136"/>
                    </a:cubicBezTo>
                    <a:cubicBezTo>
                      <a:pt x="317396" y="88136"/>
                      <a:pt x="310464" y="88136"/>
                      <a:pt x="310464" y="88136"/>
                    </a:cubicBezTo>
                    <a:cubicBezTo>
                      <a:pt x="310464" y="88136"/>
                      <a:pt x="305382" y="88136"/>
                      <a:pt x="304507" y="88136"/>
                    </a:cubicBezTo>
                    <a:cubicBezTo>
                      <a:pt x="303632" y="88136"/>
                      <a:pt x="300030" y="88136"/>
                      <a:pt x="300030" y="88136"/>
                    </a:cubicBezTo>
                    <a:lnTo>
                      <a:pt x="294679" y="89313"/>
                    </a:lnTo>
                    <a:lnTo>
                      <a:pt x="291920" y="93215"/>
                    </a:lnTo>
                    <a:lnTo>
                      <a:pt x="288891" y="96176"/>
                    </a:lnTo>
                    <a:lnTo>
                      <a:pt x="286703" y="99237"/>
                    </a:lnTo>
                    <a:lnTo>
                      <a:pt x="284246" y="101659"/>
                    </a:lnTo>
                    <a:lnTo>
                      <a:pt x="281217" y="104518"/>
                    </a:lnTo>
                    <a:lnTo>
                      <a:pt x="279198" y="105796"/>
                    </a:lnTo>
                    <a:lnTo>
                      <a:pt x="274722" y="106671"/>
                    </a:lnTo>
                    <a:lnTo>
                      <a:pt x="270818" y="108690"/>
                    </a:lnTo>
                    <a:lnTo>
                      <a:pt x="265164" y="108824"/>
                    </a:lnTo>
                    <a:lnTo>
                      <a:pt x="261395" y="110405"/>
                    </a:lnTo>
                    <a:lnTo>
                      <a:pt x="257323" y="112726"/>
                    </a:lnTo>
                    <a:lnTo>
                      <a:pt x="253688" y="111549"/>
                    </a:lnTo>
                    <a:cubicBezTo>
                      <a:pt x="253688" y="111549"/>
                      <a:pt x="252376" y="111112"/>
                      <a:pt x="251501" y="109228"/>
                    </a:cubicBezTo>
                    <a:cubicBezTo>
                      <a:pt x="250626" y="107344"/>
                      <a:pt x="248741" y="104014"/>
                      <a:pt x="248606" y="103442"/>
                    </a:cubicBezTo>
                    <a:cubicBezTo>
                      <a:pt x="248472" y="102870"/>
                      <a:pt x="248169" y="97218"/>
                      <a:pt x="248169" y="97218"/>
                    </a:cubicBezTo>
                    <a:cubicBezTo>
                      <a:pt x="248169" y="97218"/>
                      <a:pt x="248472" y="95907"/>
                      <a:pt x="247294" y="95032"/>
                    </a:cubicBezTo>
                    <a:cubicBezTo>
                      <a:pt x="246149" y="94157"/>
                      <a:pt x="243962" y="92576"/>
                      <a:pt x="243962" y="92576"/>
                    </a:cubicBezTo>
                    <a:lnTo>
                      <a:pt x="240058" y="90995"/>
                    </a:lnTo>
                    <a:cubicBezTo>
                      <a:pt x="240058" y="90995"/>
                      <a:pt x="236423" y="91567"/>
                      <a:pt x="235851" y="91702"/>
                    </a:cubicBezTo>
                    <a:cubicBezTo>
                      <a:pt x="235279" y="91836"/>
                      <a:pt x="230769" y="94325"/>
                      <a:pt x="230769" y="94325"/>
                    </a:cubicBezTo>
                    <a:lnTo>
                      <a:pt x="227707" y="97656"/>
                    </a:lnTo>
                    <a:lnTo>
                      <a:pt x="223500" y="99977"/>
                    </a:lnTo>
                    <a:lnTo>
                      <a:pt x="220471" y="97656"/>
                    </a:lnTo>
                    <a:cubicBezTo>
                      <a:pt x="220471" y="97656"/>
                      <a:pt x="222658" y="93888"/>
                      <a:pt x="223365" y="93585"/>
                    </a:cubicBezTo>
                    <a:cubicBezTo>
                      <a:pt x="224072" y="93283"/>
                      <a:pt x="224812" y="92004"/>
                      <a:pt x="226394" y="91567"/>
                    </a:cubicBezTo>
                    <a:cubicBezTo>
                      <a:pt x="227976" y="91130"/>
                      <a:pt x="231745" y="88977"/>
                      <a:pt x="231745" y="88977"/>
                    </a:cubicBezTo>
                    <a:cubicBezTo>
                      <a:pt x="231745" y="88977"/>
                      <a:pt x="234942" y="88102"/>
                      <a:pt x="235515" y="87968"/>
                    </a:cubicBezTo>
                    <a:cubicBezTo>
                      <a:pt x="236087" y="87833"/>
                      <a:pt x="236827" y="86824"/>
                      <a:pt x="238409" y="86387"/>
                    </a:cubicBezTo>
                    <a:cubicBezTo>
                      <a:pt x="240024" y="85949"/>
                      <a:pt x="240428" y="86017"/>
                      <a:pt x="241606" y="85747"/>
                    </a:cubicBezTo>
                    <a:cubicBezTo>
                      <a:pt x="242751" y="85445"/>
                      <a:pt x="242616" y="84671"/>
                      <a:pt x="245510" y="84671"/>
                    </a:cubicBezTo>
                    <a:cubicBezTo>
                      <a:pt x="248404" y="84671"/>
                      <a:pt x="251299" y="84671"/>
                      <a:pt x="251299" y="84671"/>
                    </a:cubicBezTo>
                    <a:cubicBezTo>
                      <a:pt x="251299" y="84671"/>
                      <a:pt x="251871" y="83796"/>
                      <a:pt x="253318" y="84368"/>
                    </a:cubicBezTo>
                    <a:cubicBezTo>
                      <a:pt x="254765" y="84940"/>
                      <a:pt x="257087" y="85680"/>
                      <a:pt x="257087" y="85680"/>
                    </a:cubicBezTo>
                    <a:cubicBezTo>
                      <a:pt x="257087" y="85680"/>
                      <a:pt x="260419" y="86925"/>
                      <a:pt x="260991" y="86925"/>
                    </a:cubicBezTo>
                    <a:cubicBezTo>
                      <a:pt x="261563" y="86925"/>
                      <a:pt x="268395" y="86958"/>
                      <a:pt x="268395" y="86958"/>
                    </a:cubicBezTo>
                    <a:lnTo>
                      <a:pt x="272467" y="86319"/>
                    </a:lnTo>
                    <a:lnTo>
                      <a:pt x="276809" y="84267"/>
                    </a:lnTo>
                    <a:lnTo>
                      <a:pt x="278121" y="81509"/>
                    </a:lnTo>
                    <a:cubicBezTo>
                      <a:pt x="278121" y="81509"/>
                      <a:pt x="278693" y="79625"/>
                      <a:pt x="278996" y="79053"/>
                    </a:cubicBezTo>
                    <a:cubicBezTo>
                      <a:pt x="279299" y="78481"/>
                      <a:pt x="280578" y="73536"/>
                      <a:pt x="280578" y="73536"/>
                    </a:cubicBezTo>
                    <a:lnTo>
                      <a:pt x="281588" y="71350"/>
                    </a:lnTo>
                    <a:cubicBezTo>
                      <a:pt x="281588" y="71350"/>
                      <a:pt x="283775" y="68322"/>
                      <a:pt x="283910" y="67885"/>
                    </a:cubicBezTo>
                    <a:cubicBezTo>
                      <a:pt x="284044" y="67447"/>
                      <a:pt x="286535" y="63982"/>
                      <a:pt x="286535" y="63982"/>
                    </a:cubicBezTo>
                    <a:lnTo>
                      <a:pt x="290170" y="60787"/>
                    </a:lnTo>
                    <a:lnTo>
                      <a:pt x="293501" y="55875"/>
                    </a:lnTo>
                    <a:lnTo>
                      <a:pt x="300300" y="50661"/>
                    </a:lnTo>
                    <a:cubicBezTo>
                      <a:pt x="300300" y="50661"/>
                      <a:pt x="303497" y="47903"/>
                      <a:pt x="304069" y="47465"/>
                    </a:cubicBezTo>
                    <a:cubicBezTo>
                      <a:pt x="304641" y="47028"/>
                      <a:pt x="310160" y="40233"/>
                      <a:pt x="310160" y="40233"/>
                    </a:cubicBezTo>
                    <a:lnTo>
                      <a:pt x="311776" y="37340"/>
                    </a:lnTo>
                    <a:lnTo>
                      <a:pt x="314098" y="36196"/>
                    </a:lnTo>
                    <a:lnTo>
                      <a:pt x="308444" y="33438"/>
                    </a:lnTo>
                    <a:lnTo>
                      <a:pt x="304372" y="31688"/>
                    </a:lnTo>
                    <a:lnTo>
                      <a:pt x="304372" y="28930"/>
                    </a:lnTo>
                    <a:lnTo>
                      <a:pt x="302184" y="24523"/>
                    </a:lnTo>
                    <a:lnTo>
                      <a:pt x="300737" y="26205"/>
                    </a:lnTo>
                    <a:lnTo>
                      <a:pt x="295151" y="26945"/>
                    </a:lnTo>
                    <a:lnTo>
                      <a:pt x="292795" y="25196"/>
                    </a:lnTo>
                    <a:lnTo>
                      <a:pt x="287847" y="23884"/>
                    </a:lnTo>
                    <a:lnTo>
                      <a:pt x="280881" y="23884"/>
                    </a:lnTo>
                    <a:lnTo>
                      <a:pt x="277987" y="22572"/>
                    </a:lnTo>
                    <a:lnTo>
                      <a:pt x="277280" y="18502"/>
                    </a:lnTo>
                    <a:lnTo>
                      <a:pt x="276573" y="15104"/>
                    </a:lnTo>
                    <a:lnTo>
                      <a:pt x="279030" y="11942"/>
                    </a:lnTo>
                    <a:lnTo>
                      <a:pt x="278458" y="8275"/>
                    </a:lnTo>
                    <a:lnTo>
                      <a:pt x="278761" y="4642"/>
                    </a:lnTo>
                    <a:lnTo>
                      <a:pt x="275698" y="1009"/>
                    </a:lnTo>
                    <a:lnTo>
                      <a:pt x="268294" y="0"/>
                    </a:lnTo>
                    <a:lnTo>
                      <a:pt x="262943" y="2153"/>
                    </a:lnTo>
                    <a:lnTo>
                      <a:pt x="255404" y="2456"/>
                    </a:lnTo>
                    <a:lnTo>
                      <a:pt x="248438" y="7670"/>
                    </a:lnTo>
                    <a:lnTo>
                      <a:pt x="244971" y="11707"/>
                    </a:lnTo>
                    <a:lnTo>
                      <a:pt x="247294" y="18939"/>
                    </a:lnTo>
                    <a:lnTo>
                      <a:pt x="246722" y="23850"/>
                    </a:lnTo>
                    <a:lnTo>
                      <a:pt x="244400" y="30511"/>
                    </a:lnTo>
                    <a:lnTo>
                      <a:pt x="236558" y="31083"/>
                    </a:lnTo>
                    <a:lnTo>
                      <a:pt x="233092" y="35422"/>
                    </a:lnTo>
                    <a:lnTo>
                      <a:pt x="232217" y="42958"/>
                    </a:lnTo>
                    <a:lnTo>
                      <a:pt x="225553" y="42958"/>
                    </a:lnTo>
                    <a:lnTo>
                      <a:pt x="224678" y="38046"/>
                    </a:lnTo>
                    <a:lnTo>
                      <a:pt x="221481" y="30646"/>
                    </a:lnTo>
                    <a:lnTo>
                      <a:pt x="217711" y="27248"/>
                    </a:lnTo>
                    <a:lnTo>
                      <a:pt x="213067" y="29064"/>
                    </a:lnTo>
                    <a:lnTo>
                      <a:pt x="199437" y="29064"/>
                    </a:lnTo>
                    <a:lnTo>
                      <a:pt x="189004" y="25600"/>
                    </a:lnTo>
                    <a:lnTo>
                      <a:pt x="184663" y="21395"/>
                    </a:lnTo>
                    <a:lnTo>
                      <a:pt x="180590" y="18872"/>
                    </a:lnTo>
                    <a:lnTo>
                      <a:pt x="176249" y="13826"/>
                    </a:lnTo>
                    <a:lnTo>
                      <a:pt x="168138" y="6257"/>
                    </a:lnTo>
                    <a:lnTo>
                      <a:pt x="160902" y="1581"/>
                    </a:lnTo>
                    <a:lnTo>
                      <a:pt x="150167" y="2153"/>
                    </a:lnTo>
                    <a:lnTo>
                      <a:pt x="143200" y="5046"/>
                    </a:lnTo>
                    <a:cubicBezTo>
                      <a:pt x="143200" y="5046"/>
                      <a:pt x="138556" y="10563"/>
                      <a:pt x="138287" y="11404"/>
                    </a:cubicBezTo>
                    <a:cubicBezTo>
                      <a:pt x="138219" y="11639"/>
                      <a:pt x="137041" y="11236"/>
                      <a:pt x="136638" y="10563"/>
                    </a:cubicBezTo>
                    <a:lnTo>
                      <a:pt x="135661" y="10832"/>
                    </a:lnTo>
                    <a:lnTo>
                      <a:pt x="135661" y="19511"/>
                    </a:lnTo>
                    <a:lnTo>
                      <a:pt x="134349" y="36163"/>
                    </a:lnTo>
                    <a:lnTo>
                      <a:pt x="130882" y="43832"/>
                    </a:lnTo>
                    <a:lnTo>
                      <a:pt x="125229" y="53823"/>
                    </a:lnTo>
                    <a:lnTo>
                      <a:pt x="125229" y="64689"/>
                    </a:lnTo>
                    <a:lnTo>
                      <a:pt x="119574" y="69028"/>
                    </a:lnTo>
                    <a:lnTo>
                      <a:pt x="112171" y="69028"/>
                    </a:lnTo>
                    <a:cubicBezTo>
                      <a:pt x="112171" y="69028"/>
                      <a:pt x="106079" y="74243"/>
                      <a:pt x="105641" y="76833"/>
                    </a:cubicBezTo>
                    <a:cubicBezTo>
                      <a:pt x="105204" y="79457"/>
                      <a:pt x="112372" y="83796"/>
                      <a:pt x="112372" y="83796"/>
                    </a:cubicBezTo>
                    <a:lnTo>
                      <a:pt x="116512" y="89010"/>
                    </a:lnTo>
                    <a:lnTo>
                      <a:pt x="116512" y="97689"/>
                    </a:lnTo>
                    <a:lnTo>
                      <a:pt x="113483" y="105292"/>
                    </a:lnTo>
                    <a:lnTo>
                      <a:pt x="103488" y="108992"/>
                    </a:lnTo>
                    <a:lnTo>
                      <a:pt x="91305" y="108992"/>
                    </a:lnTo>
                    <a:lnTo>
                      <a:pt x="80872" y="108992"/>
                    </a:lnTo>
                    <a:lnTo>
                      <a:pt x="77102" y="103778"/>
                    </a:lnTo>
                    <a:lnTo>
                      <a:pt x="73030" y="103778"/>
                    </a:lnTo>
                    <a:lnTo>
                      <a:pt x="73030" y="120295"/>
                    </a:lnTo>
                    <a:lnTo>
                      <a:pt x="73030" y="128974"/>
                    </a:lnTo>
                    <a:lnTo>
                      <a:pt x="76665" y="134188"/>
                    </a:lnTo>
                    <a:lnTo>
                      <a:pt x="79559" y="144179"/>
                    </a:lnTo>
                    <a:lnTo>
                      <a:pt x="73468" y="159385"/>
                    </a:lnTo>
                    <a:lnTo>
                      <a:pt x="67814" y="162446"/>
                    </a:lnTo>
                    <a:lnTo>
                      <a:pt x="67814" y="170687"/>
                    </a:lnTo>
                    <a:lnTo>
                      <a:pt x="64785" y="176574"/>
                    </a:lnTo>
                    <a:lnTo>
                      <a:pt x="55227" y="181789"/>
                    </a:lnTo>
                    <a:lnTo>
                      <a:pt x="50448" y="184816"/>
                    </a:lnTo>
                    <a:lnTo>
                      <a:pt x="46847" y="189828"/>
                    </a:lnTo>
                    <a:lnTo>
                      <a:pt x="41025" y="194403"/>
                    </a:lnTo>
                    <a:lnTo>
                      <a:pt x="36279" y="201804"/>
                    </a:lnTo>
                    <a:cubicBezTo>
                      <a:pt x="36279" y="201804"/>
                      <a:pt x="31063" y="205269"/>
                      <a:pt x="30222" y="205504"/>
                    </a:cubicBezTo>
                    <a:cubicBezTo>
                      <a:pt x="29347" y="205706"/>
                      <a:pt x="23255" y="211358"/>
                      <a:pt x="23255" y="211358"/>
                    </a:cubicBezTo>
                    <a:lnTo>
                      <a:pt x="19116" y="215697"/>
                    </a:lnTo>
                    <a:lnTo>
                      <a:pt x="17601" y="222425"/>
                    </a:lnTo>
                    <a:lnTo>
                      <a:pt x="15414" y="226126"/>
                    </a:lnTo>
                    <a:lnTo>
                      <a:pt x="7808" y="227639"/>
                    </a:lnTo>
                    <a:lnTo>
                      <a:pt x="3466" y="231979"/>
                    </a:lnTo>
                    <a:lnTo>
                      <a:pt x="3466" y="240254"/>
                    </a:lnTo>
                    <a:lnTo>
                      <a:pt x="0" y="242643"/>
                    </a:lnTo>
                    <a:lnTo>
                      <a:pt x="3466" y="254383"/>
                    </a:lnTo>
                    <a:lnTo>
                      <a:pt x="9322" y="260472"/>
                    </a:lnTo>
                    <a:lnTo>
                      <a:pt x="20731" y="267839"/>
                    </a:lnTo>
                    <a:lnTo>
                      <a:pt x="29279" y="276518"/>
                    </a:lnTo>
                    <a:lnTo>
                      <a:pt x="37996" y="287383"/>
                    </a:lnTo>
                    <a:lnTo>
                      <a:pt x="45838" y="297610"/>
                    </a:lnTo>
                    <a:lnTo>
                      <a:pt x="45198" y="308913"/>
                    </a:lnTo>
                    <a:lnTo>
                      <a:pt x="47823" y="319778"/>
                    </a:lnTo>
                    <a:lnTo>
                      <a:pt x="54116" y="325867"/>
                    </a:lnTo>
                    <a:lnTo>
                      <a:pt x="51087" y="337170"/>
                    </a:lnTo>
                    <a:lnTo>
                      <a:pt x="47823" y="344133"/>
                    </a:lnTo>
                    <a:cubicBezTo>
                      <a:pt x="47823" y="344133"/>
                      <a:pt x="53679" y="346522"/>
                      <a:pt x="54352" y="346320"/>
                    </a:cubicBezTo>
                    <a:cubicBezTo>
                      <a:pt x="54991" y="346085"/>
                      <a:pt x="62395" y="343494"/>
                      <a:pt x="62395" y="343494"/>
                    </a:cubicBezTo>
                    <a:lnTo>
                      <a:pt x="72828" y="339357"/>
                    </a:lnTo>
                    <a:lnTo>
                      <a:pt x="79997" y="338482"/>
                    </a:lnTo>
                    <a:lnTo>
                      <a:pt x="86963" y="346320"/>
                    </a:lnTo>
                    <a:lnTo>
                      <a:pt x="85886" y="355874"/>
                    </a:lnTo>
                    <a:lnTo>
                      <a:pt x="82184" y="363039"/>
                    </a:lnTo>
                    <a:lnTo>
                      <a:pt x="81107" y="372391"/>
                    </a:lnTo>
                    <a:lnTo>
                      <a:pt x="90026" y="385645"/>
                    </a:lnTo>
                    <a:lnTo>
                      <a:pt x="94603" y="395434"/>
                    </a:lnTo>
                    <a:lnTo>
                      <a:pt x="97665" y="404113"/>
                    </a:lnTo>
                    <a:lnTo>
                      <a:pt x="100694" y="413465"/>
                    </a:lnTo>
                    <a:lnTo>
                      <a:pt x="100896" y="423254"/>
                    </a:lnTo>
                    <a:lnTo>
                      <a:pt x="102209" y="429343"/>
                    </a:lnTo>
                    <a:cubicBezTo>
                      <a:pt x="102209" y="429343"/>
                      <a:pt x="108738" y="431933"/>
                      <a:pt x="109377" y="431933"/>
                    </a:cubicBezTo>
                    <a:cubicBezTo>
                      <a:pt x="110017" y="431933"/>
                      <a:pt x="115469" y="429343"/>
                      <a:pt x="116344" y="429343"/>
                    </a:cubicBezTo>
                    <a:cubicBezTo>
                      <a:pt x="117219" y="429343"/>
                      <a:pt x="117420" y="427829"/>
                      <a:pt x="120921" y="427392"/>
                    </a:cubicBezTo>
                    <a:cubicBezTo>
                      <a:pt x="124387" y="426954"/>
                      <a:pt x="130916" y="426954"/>
                      <a:pt x="130916" y="426954"/>
                    </a:cubicBezTo>
                    <a:lnTo>
                      <a:pt x="132868" y="431966"/>
                    </a:lnTo>
                    <a:cubicBezTo>
                      <a:pt x="132868" y="431966"/>
                      <a:pt x="132868" y="436541"/>
                      <a:pt x="133507" y="436743"/>
                    </a:cubicBezTo>
                    <a:cubicBezTo>
                      <a:pt x="134147" y="436945"/>
                      <a:pt x="139599" y="437382"/>
                      <a:pt x="140474" y="436743"/>
                    </a:cubicBezTo>
                    <a:cubicBezTo>
                      <a:pt x="141349" y="436104"/>
                      <a:pt x="144378" y="434153"/>
                      <a:pt x="145253" y="433716"/>
                    </a:cubicBezTo>
                    <a:cubicBezTo>
                      <a:pt x="146128" y="433278"/>
                      <a:pt x="151345" y="427627"/>
                      <a:pt x="151345" y="425878"/>
                    </a:cubicBezTo>
                    <a:cubicBezTo>
                      <a:pt x="151345" y="424128"/>
                      <a:pt x="151345" y="422850"/>
                      <a:pt x="151345" y="422850"/>
                    </a:cubicBezTo>
                    <a:lnTo>
                      <a:pt x="155922" y="419587"/>
                    </a:lnTo>
                    <a:cubicBezTo>
                      <a:pt x="155922" y="419587"/>
                      <a:pt x="159623" y="418511"/>
                      <a:pt x="160499" y="418511"/>
                    </a:cubicBezTo>
                    <a:cubicBezTo>
                      <a:pt x="161374" y="418511"/>
                      <a:pt x="164638" y="411985"/>
                      <a:pt x="164638" y="411985"/>
                    </a:cubicBezTo>
                    <a:lnTo>
                      <a:pt x="166489" y="406569"/>
                    </a:lnTo>
                    <a:lnTo>
                      <a:pt x="169148" y="403945"/>
                    </a:lnTo>
                    <a:lnTo>
                      <a:pt x="175273" y="402868"/>
                    </a:lnTo>
                    <a:lnTo>
                      <a:pt x="179412" y="409832"/>
                    </a:lnTo>
                    <a:lnTo>
                      <a:pt x="181364" y="418746"/>
                    </a:lnTo>
                    <a:lnTo>
                      <a:pt x="185706" y="426349"/>
                    </a:lnTo>
                    <a:lnTo>
                      <a:pt x="189172" y="433312"/>
                    </a:lnTo>
                    <a:lnTo>
                      <a:pt x="191764" y="438762"/>
                    </a:lnTo>
                    <a:lnTo>
                      <a:pt x="198091" y="440511"/>
                    </a:lnTo>
                    <a:cubicBezTo>
                      <a:pt x="198091" y="440511"/>
                      <a:pt x="204620" y="439636"/>
                      <a:pt x="205259" y="439435"/>
                    </a:cubicBezTo>
                    <a:cubicBezTo>
                      <a:pt x="205899" y="439233"/>
                      <a:pt x="211990" y="437685"/>
                      <a:pt x="211990" y="437685"/>
                    </a:cubicBezTo>
                    <a:lnTo>
                      <a:pt x="215692" y="432269"/>
                    </a:lnTo>
                    <a:lnTo>
                      <a:pt x="220908" y="425541"/>
                    </a:lnTo>
                    <a:cubicBezTo>
                      <a:pt x="220908" y="425541"/>
                      <a:pt x="226562" y="422514"/>
                      <a:pt x="227202" y="422278"/>
                    </a:cubicBezTo>
                    <a:cubicBezTo>
                      <a:pt x="227841" y="422076"/>
                      <a:pt x="238072" y="420764"/>
                      <a:pt x="238072" y="420764"/>
                    </a:cubicBezTo>
                    <a:lnTo>
                      <a:pt x="248068" y="422514"/>
                    </a:lnTo>
                    <a:cubicBezTo>
                      <a:pt x="248068" y="422514"/>
                      <a:pt x="250457" y="426214"/>
                      <a:pt x="251097" y="426853"/>
                    </a:cubicBezTo>
                    <a:cubicBezTo>
                      <a:pt x="251736" y="427492"/>
                      <a:pt x="251299" y="432269"/>
                      <a:pt x="251299" y="432269"/>
                    </a:cubicBezTo>
                    <a:lnTo>
                      <a:pt x="253890" y="438795"/>
                    </a:lnTo>
                    <a:lnTo>
                      <a:pt x="253890" y="443808"/>
                    </a:lnTo>
                    <a:lnTo>
                      <a:pt x="258904" y="447710"/>
                    </a:lnTo>
                    <a:lnTo>
                      <a:pt x="261092" y="449459"/>
                    </a:lnTo>
                    <a:lnTo>
                      <a:pt x="264895" y="447508"/>
                    </a:lnTo>
                    <a:lnTo>
                      <a:pt x="269573" y="445759"/>
                    </a:lnTo>
                    <a:lnTo>
                      <a:pt x="269573" y="440343"/>
                    </a:lnTo>
                    <a:lnTo>
                      <a:pt x="269371" y="432303"/>
                    </a:lnTo>
                    <a:lnTo>
                      <a:pt x="267621" y="426012"/>
                    </a:lnTo>
                    <a:lnTo>
                      <a:pt x="268496" y="421437"/>
                    </a:lnTo>
                    <a:lnTo>
                      <a:pt x="271222" y="423826"/>
                    </a:lnTo>
                    <a:lnTo>
                      <a:pt x="274319" y="425340"/>
                    </a:lnTo>
                    <a:lnTo>
                      <a:pt x="274453" y="423388"/>
                    </a:lnTo>
                    <a:lnTo>
                      <a:pt x="274789" y="421000"/>
                    </a:lnTo>
                    <a:lnTo>
                      <a:pt x="274789" y="419486"/>
                    </a:lnTo>
                    <a:lnTo>
                      <a:pt x="276539" y="416425"/>
                    </a:lnTo>
                    <a:lnTo>
                      <a:pt x="276539" y="414272"/>
                    </a:lnTo>
                    <a:lnTo>
                      <a:pt x="275664" y="407981"/>
                    </a:lnTo>
                    <a:lnTo>
                      <a:pt x="273713" y="403844"/>
                    </a:lnTo>
                    <a:lnTo>
                      <a:pt x="271525" y="400782"/>
                    </a:lnTo>
                    <a:lnTo>
                      <a:pt x="272703" y="397721"/>
                    </a:lnTo>
                    <a:lnTo>
                      <a:pt x="275160" y="396006"/>
                    </a:lnTo>
                    <a:lnTo>
                      <a:pt x="276506" y="392743"/>
                    </a:lnTo>
                    <a:lnTo>
                      <a:pt x="276506" y="389917"/>
                    </a:lnTo>
                    <a:lnTo>
                      <a:pt x="276506" y="382953"/>
                    </a:lnTo>
                    <a:lnTo>
                      <a:pt x="275631" y="380902"/>
                    </a:lnTo>
                    <a:lnTo>
                      <a:pt x="281049" y="380363"/>
                    </a:lnTo>
                    <a:lnTo>
                      <a:pt x="284314" y="380363"/>
                    </a:lnTo>
                    <a:lnTo>
                      <a:pt x="286939" y="377739"/>
                    </a:lnTo>
                    <a:lnTo>
                      <a:pt x="286939" y="374174"/>
                    </a:lnTo>
                    <a:lnTo>
                      <a:pt x="290203" y="369397"/>
                    </a:lnTo>
                    <a:lnTo>
                      <a:pt x="293468" y="363745"/>
                    </a:lnTo>
                    <a:lnTo>
                      <a:pt x="292155" y="358094"/>
                    </a:lnTo>
                    <a:lnTo>
                      <a:pt x="291179" y="355470"/>
                    </a:lnTo>
                    <a:lnTo>
                      <a:pt x="287545" y="354595"/>
                    </a:lnTo>
                    <a:lnTo>
                      <a:pt x="281285" y="352644"/>
                    </a:lnTo>
                    <a:lnTo>
                      <a:pt x="280006" y="350256"/>
                    </a:lnTo>
                    <a:lnTo>
                      <a:pt x="280006" y="348069"/>
                    </a:lnTo>
                    <a:lnTo>
                      <a:pt x="283270" y="346993"/>
                    </a:lnTo>
                    <a:lnTo>
                      <a:pt x="286535" y="346555"/>
                    </a:lnTo>
                    <a:lnTo>
                      <a:pt x="289564" y="348069"/>
                    </a:lnTo>
                    <a:lnTo>
                      <a:pt x="291852" y="348507"/>
                    </a:lnTo>
                    <a:cubicBezTo>
                      <a:pt x="291852" y="348507"/>
                      <a:pt x="295386" y="350996"/>
                      <a:pt x="296261" y="350996"/>
                    </a:cubicBezTo>
                    <a:cubicBezTo>
                      <a:pt x="297136" y="350996"/>
                      <a:pt x="301545" y="352409"/>
                      <a:pt x="301545" y="352409"/>
                    </a:cubicBezTo>
                    <a:lnTo>
                      <a:pt x="305247" y="352409"/>
                    </a:lnTo>
                    <a:lnTo>
                      <a:pt x="306122" y="346757"/>
                    </a:lnTo>
                    <a:lnTo>
                      <a:pt x="306122" y="342855"/>
                    </a:lnTo>
                    <a:lnTo>
                      <a:pt x="306122" y="335892"/>
                    </a:lnTo>
                    <a:lnTo>
                      <a:pt x="308511" y="332427"/>
                    </a:lnTo>
                    <a:lnTo>
                      <a:pt x="310901" y="330274"/>
                    </a:lnTo>
                    <a:lnTo>
                      <a:pt x="313728" y="329399"/>
                    </a:lnTo>
                    <a:lnTo>
                      <a:pt x="316218" y="325934"/>
                    </a:lnTo>
                    <a:lnTo>
                      <a:pt x="318877" y="324622"/>
                    </a:lnTo>
                    <a:lnTo>
                      <a:pt x="320863" y="320922"/>
                    </a:lnTo>
                    <a:lnTo>
                      <a:pt x="317834" y="317895"/>
                    </a:lnTo>
                    <a:lnTo>
                      <a:pt x="312954" y="315506"/>
                    </a:lnTo>
                    <a:lnTo>
                      <a:pt x="309588" y="315069"/>
                    </a:lnTo>
                    <a:lnTo>
                      <a:pt x="309588" y="313319"/>
                    </a:lnTo>
                    <a:lnTo>
                      <a:pt x="311776" y="310494"/>
                    </a:lnTo>
                    <a:lnTo>
                      <a:pt x="314165" y="309619"/>
                    </a:lnTo>
                    <a:lnTo>
                      <a:pt x="318305" y="307432"/>
                    </a:lnTo>
                    <a:lnTo>
                      <a:pt x="320795" y="306625"/>
                    </a:lnTo>
                    <a:lnTo>
                      <a:pt x="323319" y="307702"/>
                    </a:lnTo>
                    <a:lnTo>
                      <a:pt x="324800" y="309720"/>
                    </a:lnTo>
                    <a:lnTo>
                      <a:pt x="325238" y="313353"/>
                    </a:lnTo>
                    <a:lnTo>
                      <a:pt x="325238" y="316683"/>
                    </a:lnTo>
                    <a:lnTo>
                      <a:pt x="325238" y="320216"/>
                    </a:lnTo>
                    <a:lnTo>
                      <a:pt x="325238" y="323680"/>
                    </a:lnTo>
                    <a:lnTo>
                      <a:pt x="323218" y="326506"/>
                    </a:lnTo>
                    <a:lnTo>
                      <a:pt x="321637" y="328693"/>
                    </a:lnTo>
                    <a:lnTo>
                      <a:pt x="320829" y="331956"/>
                    </a:lnTo>
                    <a:lnTo>
                      <a:pt x="319920" y="336026"/>
                    </a:lnTo>
                    <a:lnTo>
                      <a:pt x="321132" y="338785"/>
                    </a:lnTo>
                    <a:lnTo>
                      <a:pt x="322478" y="341678"/>
                    </a:lnTo>
                    <a:lnTo>
                      <a:pt x="324968" y="341913"/>
                    </a:lnTo>
                    <a:lnTo>
                      <a:pt x="327358" y="342048"/>
                    </a:lnTo>
                    <a:lnTo>
                      <a:pt x="329545" y="340366"/>
                    </a:lnTo>
                    <a:cubicBezTo>
                      <a:pt x="329545" y="340366"/>
                      <a:pt x="331127" y="338482"/>
                      <a:pt x="331363" y="338415"/>
                    </a:cubicBezTo>
                    <a:cubicBezTo>
                      <a:pt x="331565" y="338347"/>
                      <a:pt x="333113" y="336531"/>
                      <a:pt x="333618" y="336329"/>
                    </a:cubicBezTo>
                    <a:cubicBezTo>
                      <a:pt x="334122" y="336127"/>
                      <a:pt x="336882" y="334748"/>
                      <a:pt x="336882" y="334748"/>
                    </a:cubicBezTo>
                    <a:lnTo>
                      <a:pt x="340517" y="332629"/>
                    </a:lnTo>
                    <a:lnTo>
                      <a:pt x="344421" y="332124"/>
                    </a:lnTo>
                    <a:lnTo>
                      <a:pt x="349637" y="333436"/>
                    </a:lnTo>
                    <a:lnTo>
                      <a:pt x="353979" y="330846"/>
                    </a:lnTo>
                    <a:lnTo>
                      <a:pt x="353407" y="325766"/>
                    </a:lnTo>
                    <a:lnTo>
                      <a:pt x="350512" y="321124"/>
                    </a:lnTo>
                    <a:lnTo>
                      <a:pt x="346945" y="318803"/>
                    </a:lnTo>
                    <a:lnTo>
                      <a:pt x="344421" y="315472"/>
                    </a:lnTo>
                    <a:lnTo>
                      <a:pt x="344421" y="309821"/>
                    </a:lnTo>
                    <a:lnTo>
                      <a:pt x="346003" y="309821"/>
                    </a:lnTo>
                    <a:lnTo>
                      <a:pt x="350782" y="308946"/>
                    </a:lnTo>
                    <a:lnTo>
                      <a:pt x="353979" y="308946"/>
                    </a:lnTo>
                    <a:lnTo>
                      <a:pt x="359498" y="309384"/>
                    </a:lnTo>
                    <a:lnTo>
                      <a:pt x="362258" y="314295"/>
                    </a:lnTo>
                    <a:lnTo>
                      <a:pt x="363133" y="319745"/>
                    </a:lnTo>
                    <a:lnTo>
                      <a:pt x="364445" y="321225"/>
                    </a:lnTo>
                    <a:lnTo>
                      <a:pt x="365320" y="319106"/>
                    </a:lnTo>
                    <a:lnTo>
                      <a:pt x="365320" y="313319"/>
                    </a:lnTo>
                    <a:cubicBezTo>
                      <a:pt x="365320" y="313319"/>
                      <a:pt x="368450" y="309855"/>
                      <a:pt x="368585" y="309417"/>
                    </a:cubicBezTo>
                    <a:cubicBezTo>
                      <a:pt x="368719" y="308980"/>
                      <a:pt x="370537" y="305078"/>
                      <a:pt x="370537" y="305078"/>
                    </a:cubicBezTo>
                    <a:lnTo>
                      <a:pt x="370537" y="301176"/>
                    </a:lnTo>
                    <a:lnTo>
                      <a:pt x="365758" y="298417"/>
                    </a:lnTo>
                    <a:cubicBezTo>
                      <a:pt x="365758" y="298417"/>
                      <a:pt x="363301" y="294784"/>
                      <a:pt x="362864" y="294347"/>
                    </a:cubicBezTo>
                    <a:cubicBezTo>
                      <a:pt x="362426" y="293909"/>
                      <a:pt x="360171" y="289570"/>
                      <a:pt x="360171" y="289570"/>
                    </a:cubicBezTo>
                    <a:lnTo>
                      <a:pt x="356806" y="280891"/>
                    </a:lnTo>
                    <a:lnTo>
                      <a:pt x="353238" y="275811"/>
                    </a:lnTo>
                    <a:lnTo>
                      <a:pt x="348762" y="270294"/>
                    </a:lnTo>
                    <a:lnTo>
                      <a:pt x="348055" y="266830"/>
                    </a:lnTo>
                    <a:lnTo>
                      <a:pt x="349806" y="263062"/>
                    </a:lnTo>
                    <a:lnTo>
                      <a:pt x="353710" y="261178"/>
                    </a:lnTo>
                    <a:lnTo>
                      <a:pt x="357479" y="259597"/>
                    </a:lnTo>
                    <a:lnTo>
                      <a:pt x="361955" y="258722"/>
                    </a:lnTo>
                    <a:lnTo>
                      <a:pt x="363705" y="255829"/>
                    </a:lnTo>
                    <a:lnTo>
                      <a:pt x="365455" y="253508"/>
                    </a:lnTo>
                    <a:lnTo>
                      <a:pt x="366768" y="252062"/>
                    </a:lnTo>
                    <a:lnTo>
                      <a:pt x="368787" y="249169"/>
                    </a:lnTo>
                    <a:lnTo>
                      <a:pt x="368046" y="245704"/>
                    </a:lnTo>
                    <a:lnTo>
                      <a:pt x="365152" y="243517"/>
                    </a:lnTo>
                    <a:lnTo>
                      <a:pt x="359363" y="242374"/>
                    </a:lnTo>
                    <a:cubicBezTo>
                      <a:pt x="359363" y="242374"/>
                      <a:pt x="356469" y="241936"/>
                      <a:pt x="356032" y="241499"/>
                    </a:cubicBezTo>
                    <a:cubicBezTo>
                      <a:pt x="355594" y="241062"/>
                      <a:pt x="351959" y="238740"/>
                      <a:pt x="351959" y="238740"/>
                    </a:cubicBezTo>
                    <a:lnTo>
                      <a:pt x="353407" y="237866"/>
                    </a:lnTo>
                    <a:lnTo>
                      <a:pt x="354551" y="238236"/>
                    </a:lnTo>
                    <a:lnTo>
                      <a:pt x="359330" y="239481"/>
                    </a:lnTo>
                    <a:lnTo>
                      <a:pt x="364412" y="239481"/>
                    </a:lnTo>
                    <a:lnTo>
                      <a:pt x="369628" y="239481"/>
                    </a:lnTo>
                    <a:lnTo>
                      <a:pt x="371210" y="236453"/>
                    </a:lnTo>
                    <a:lnTo>
                      <a:pt x="371345" y="232248"/>
                    </a:lnTo>
                    <a:lnTo>
                      <a:pt x="368450" y="228850"/>
                    </a:lnTo>
                    <a:lnTo>
                      <a:pt x="368753" y="226899"/>
                    </a:lnTo>
                    <a:lnTo>
                      <a:pt x="368753" y="222997"/>
                    </a:lnTo>
                    <a:lnTo>
                      <a:pt x="370503" y="220407"/>
                    </a:lnTo>
                    <a:lnTo>
                      <a:pt x="367407" y="220407"/>
                    </a:lnTo>
                    <a:lnTo>
                      <a:pt x="365152" y="222156"/>
                    </a:lnTo>
                    <a:lnTo>
                      <a:pt x="362695" y="222156"/>
                    </a:lnTo>
                    <a:lnTo>
                      <a:pt x="359498" y="220340"/>
                    </a:lnTo>
                    <a:lnTo>
                      <a:pt x="356166" y="220407"/>
                    </a:lnTo>
                    <a:lnTo>
                      <a:pt x="352262" y="220407"/>
                    </a:lnTo>
                    <a:lnTo>
                      <a:pt x="348628" y="219835"/>
                    </a:lnTo>
                    <a:lnTo>
                      <a:pt x="343411" y="219700"/>
                    </a:lnTo>
                    <a:lnTo>
                      <a:pt x="340652" y="218187"/>
                    </a:lnTo>
                    <a:lnTo>
                      <a:pt x="339642" y="213443"/>
                    </a:lnTo>
                    <a:lnTo>
                      <a:pt x="342839" y="208768"/>
                    </a:lnTo>
                    <a:lnTo>
                      <a:pt x="345296" y="206715"/>
                    </a:lnTo>
                    <a:lnTo>
                      <a:pt x="348190" y="203217"/>
                    </a:lnTo>
                    <a:lnTo>
                      <a:pt x="348459" y="197700"/>
                    </a:lnTo>
                    <a:lnTo>
                      <a:pt x="348594" y="196085"/>
                    </a:lnTo>
                    <a:lnTo>
                      <a:pt x="350344" y="196085"/>
                    </a:lnTo>
                    <a:lnTo>
                      <a:pt x="352229" y="196085"/>
                    </a:lnTo>
                    <a:lnTo>
                      <a:pt x="354854" y="195076"/>
                    </a:lnTo>
                    <a:lnTo>
                      <a:pt x="354854" y="198844"/>
                    </a:lnTo>
                    <a:lnTo>
                      <a:pt x="354854" y="202174"/>
                    </a:lnTo>
                    <a:lnTo>
                      <a:pt x="354854" y="205639"/>
                    </a:lnTo>
                    <a:lnTo>
                      <a:pt x="356873" y="206076"/>
                    </a:lnTo>
                    <a:lnTo>
                      <a:pt x="359767" y="206379"/>
                    </a:lnTo>
                    <a:lnTo>
                      <a:pt x="362594" y="206682"/>
                    </a:lnTo>
                    <a:lnTo>
                      <a:pt x="364715" y="206379"/>
                    </a:lnTo>
                    <a:lnTo>
                      <a:pt x="367239" y="205504"/>
                    </a:lnTo>
                    <a:lnTo>
                      <a:pt x="368988" y="203755"/>
                    </a:lnTo>
                    <a:lnTo>
                      <a:pt x="369864" y="201165"/>
                    </a:lnTo>
                    <a:lnTo>
                      <a:pt x="369729" y="197835"/>
                    </a:lnTo>
                    <a:lnTo>
                      <a:pt x="368719" y="195514"/>
                    </a:lnTo>
                    <a:lnTo>
                      <a:pt x="368719" y="191746"/>
                    </a:lnTo>
                    <a:lnTo>
                      <a:pt x="370873" y="189997"/>
                    </a:lnTo>
                    <a:lnTo>
                      <a:pt x="370806" y="187675"/>
                    </a:lnTo>
                    <a:lnTo>
                      <a:pt x="372287" y="187238"/>
                    </a:lnTo>
                    <a:lnTo>
                      <a:pt x="373095" y="187373"/>
                    </a:lnTo>
                    <a:lnTo>
                      <a:pt x="374508" y="188819"/>
                    </a:lnTo>
                    <a:cubicBezTo>
                      <a:pt x="374508" y="188819"/>
                      <a:pt x="375652" y="189694"/>
                      <a:pt x="376090" y="189963"/>
                    </a:cubicBezTo>
                    <a:cubicBezTo>
                      <a:pt x="376527" y="190266"/>
                      <a:pt x="374912" y="196489"/>
                      <a:pt x="374912" y="196489"/>
                    </a:cubicBezTo>
                    <a:lnTo>
                      <a:pt x="373902" y="198810"/>
                    </a:lnTo>
                    <a:lnTo>
                      <a:pt x="373902" y="202140"/>
                    </a:lnTo>
                    <a:lnTo>
                      <a:pt x="376224" y="206480"/>
                    </a:lnTo>
                    <a:lnTo>
                      <a:pt x="378984" y="208229"/>
                    </a:lnTo>
                    <a:lnTo>
                      <a:pt x="381744" y="208229"/>
                    </a:lnTo>
                    <a:lnTo>
                      <a:pt x="383124" y="206480"/>
                    </a:lnTo>
                    <a:lnTo>
                      <a:pt x="384369" y="206480"/>
                    </a:lnTo>
                    <a:lnTo>
                      <a:pt x="384369" y="209104"/>
                    </a:lnTo>
                    <a:lnTo>
                      <a:pt x="386994" y="212434"/>
                    </a:lnTo>
                    <a:lnTo>
                      <a:pt x="388441" y="211291"/>
                    </a:lnTo>
                    <a:lnTo>
                      <a:pt x="390629" y="209541"/>
                    </a:lnTo>
                    <a:lnTo>
                      <a:pt x="391335" y="206480"/>
                    </a:lnTo>
                    <a:lnTo>
                      <a:pt x="391335" y="203890"/>
                    </a:lnTo>
                    <a:lnTo>
                      <a:pt x="391032" y="200559"/>
                    </a:lnTo>
                    <a:lnTo>
                      <a:pt x="391167" y="194605"/>
                    </a:lnTo>
                    <a:lnTo>
                      <a:pt x="391235" y="190838"/>
                    </a:lnTo>
                    <a:lnTo>
                      <a:pt x="389619" y="186363"/>
                    </a:lnTo>
                    <a:lnTo>
                      <a:pt x="389383" y="183740"/>
                    </a:lnTo>
                    <a:lnTo>
                      <a:pt x="386792" y="181284"/>
                    </a:lnTo>
                    <a:lnTo>
                      <a:pt x="385951" y="178256"/>
                    </a:lnTo>
                    <a:lnTo>
                      <a:pt x="387835" y="176507"/>
                    </a:lnTo>
                    <a:lnTo>
                      <a:pt x="388710" y="173480"/>
                    </a:lnTo>
                    <a:lnTo>
                      <a:pt x="388576" y="169846"/>
                    </a:lnTo>
                    <a:lnTo>
                      <a:pt x="386691" y="167088"/>
                    </a:lnTo>
                    <a:cubicBezTo>
                      <a:pt x="386691" y="167088"/>
                      <a:pt x="384369" y="165944"/>
                      <a:pt x="384369" y="165507"/>
                    </a:cubicBezTo>
                    <a:cubicBezTo>
                      <a:pt x="384369" y="165070"/>
                      <a:pt x="384369" y="163926"/>
                      <a:pt x="384369" y="163926"/>
                    </a:cubicBezTo>
                    <a:lnTo>
                      <a:pt x="387128" y="160898"/>
                    </a:lnTo>
                    <a:lnTo>
                      <a:pt x="387869" y="159317"/>
                    </a:lnTo>
                    <a:lnTo>
                      <a:pt x="387802" y="156424"/>
                    </a:lnTo>
                    <a:lnTo>
                      <a:pt x="387330" y="155247"/>
                    </a:lnTo>
                    <a:lnTo>
                      <a:pt x="384773" y="155112"/>
                    </a:lnTo>
                    <a:lnTo>
                      <a:pt x="381037" y="154978"/>
                    </a:lnTo>
                    <a:lnTo>
                      <a:pt x="374676" y="155718"/>
                    </a:lnTo>
                    <a:cubicBezTo>
                      <a:pt x="374676" y="155718"/>
                      <a:pt x="372220" y="157467"/>
                      <a:pt x="371782" y="158039"/>
                    </a:cubicBezTo>
                    <a:cubicBezTo>
                      <a:pt x="371345" y="158611"/>
                      <a:pt x="369460" y="162816"/>
                      <a:pt x="369460" y="162816"/>
                    </a:cubicBezTo>
                    <a:cubicBezTo>
                      <a:pt x="369460" y="162816"/>
                      <a:pt x="368753" y="165709"/>
                      <a:pt x="368585" y="166281"/>
                    </a:cubicBezTo>
                    <a:cubicBezTo>
                      <a:pt x="368450" y="166853"/>
                      <a:pt x="368147" y="169308"/>
                      <a:pt x="368147" y="169308"/>
                    </a:cubicBezTo>
                    <a:lnTo>
                      <a:pt x="364378" y="169611"/>
                    </a:lnTo>
                    <a:lnTo>
                      <a:pt x="359599" y="169745"/>
                    </a:lnTo>
                    <a:lnTo>
                      <a:pt x="355830" y="170048"/>
                    </a:lnTo>
                    <a:lnTo>
                      <a:pt x="352801" y="171057"/>
                    </a:lnTo>
                    <a:lnTo>
                      <a:pt x="348459" y="173379"/>
                    </a:lnTo>
                    <a:lnTo>
                      <a:pt x="346305" y="174522"/>
                    </a:lnTo>
                    <a:lnTo>
                      <a:pt x="342671" y="175834"/>
                    </a:lnTo>
                    <a:lnTo>
                      <a:pt x="340483" y="177853"/>
                    </a:lnTo>
                    <a:lnTo>
                      <a:pt x="337589" y="178425"/>
                    </a:lnTo>
                    <a:cubicBezTo>
                      <a:pt x="337589" y="178425"/>
                      <a:pt x="337151" y="177987"/>
                      <a:pt x="337151" y="177415"/>
                    </a:cubicBezTo>
                    <a:cubicBezTo>
                      <a:pt x="337151" y="176844"/>
                      <a:pt x="336714" y="175397"/>
                      <a:pt x="336849" y="174825"/>
                    </a:cubicBezTo>
                    <a:cubicBezTo>
                      <a:pt x="336983" y="174253"/>
                      <a:pt x="337724" y="172067"/>
                      <a:pt x="337724" y="172067"/>
                    </a:cubicBezTo>
                    <a:cubicBezTo>
                      <a:pt x="337724" y="172067"/>
                      <a:pt x="338026" y="171192"/>
                      <a:pt x="339036" y="170486"/>
                    </a:cubicBezTo>
                    <a:cubicBezTo>
                      <a:pt x="340046" y="169745"/>
                      <a:pt x="340786" y="169914"/>
                      <a:pt x="341190" y="169611"/>
                    </a:cubicBezTo>
                    <a:cubicBezTo>
                      <a:pt x="341628" y="169308"/>
                      <a:pt x="343075" y="168602"/>
                      <a:pt x="343815" y="168165"/>
                    </a:cubicBezTo>
                    <a:cubicBezTo>
                      <a:pt x="344522" y="167727"/>
                      <a:pt x="345835" y="166853"/>
                      <a:pt x="346406" y="166853"/>
                    </a:cubicBezTo>
                    <a:cubicBezTo>
                      <a:pt x="346979" y="166853"/>
                      <a:pt x="351488" y="165978"/>
                      <a:pt x="351488" y="165978"/>
                    </a:cubicBezTo>
                    <a:cubicBezTo>
                      <a:pt x="351488" y="165978"/>
                      <a:pt x="354820" y="166113"/>
                      <a:pt x="355392" y="165843"/>
                    </a:cubicBezTo>
                    <a:cubicBezTo>
                      <a:pt x="355964" y="165541"/>
                      <a:pt x="357849" y="162513"/>
                      <a:pt x="357849" y="162513"/>
                    </a:cubicBezTo>
                    <a:lnTo>
                      <a:pt x="359296" y="160192"/>
                    </a:lnTo>
                    <a:lnTo>
                      <a:pt x="364075" y="157299"/>
                    </a:lnTo>
                    <a:lnTo>
                      <a:pt x="365522" y="155718"/>
                    </a:lnTo>
                    <a:lnTo>
                      <a:pt x="367272" y="153094"/>
                    </a:lnTo>
                    <a:lnTo>
                      <a:pt x="369292" y="150066"/>
                    </a:lnTo>
                    <a:lnTo>
                      <a:pt x="371614" y="146871"/>
                    </a:lnTo>
                    <a:lnTo>
                      <a:pt x="373364" y="143103"/>
                    </a:lnTo>
                    <a:lnTo>
                      <a:pt x="376998" y="140075"/>
                    </a:lnTo>
                    <a:lnTo>
                      <a:pt x="379758" y="137182"/>
                    </a:lnTo>
                    <a:lnTo>
                      <a:pt x="382955" y="134727"/>
                    </a:lnTo>
                    <a:lnTo>
                      <a:pt x="387903" y="133583"/>
                    </a:lnTo>
                    <a:lnTo>
                      <a:pt x="393119" y="133280"/>
                    </a:lnTo>
                    <a:lnTo>
                      <a:pt x="398470" y="132977"/>
                    </a:lnTo>
                    <a:lnTo>
                      <a:pt x="400355" y="132675"/>
                    </a:lnTo>
                    <a:lnTo>
                      <a:pt x="401297" y="131363"/>
                    </a:lnTo>
                    <a:lnTo>
                      <a:pt x="401802" y="130051"/>
                    </a:lnTo>
                    <a:lnTo>
                      <a:pt x="401802" y="127460"/>
                    </a:lnTo>
                    <a:lnTo>
                      <a:pt x="401196" y="126317"/>
                    </a:lnTo>
                    <a:close/>
                  </a:path>
                </a:pathLst>
              </a:custGeom>
              <a:solidFill>
                <a:srgbClr val="BB3023"/>
              </a:solidFill>
              <a:ln w="6350" cap="flat">
                <a:solidFill>
                  <a:schemeClr val="bg1"/>
                </a:solidFill>
                <a:prstDash val="solid"/>
                <a:miter/>
              </a:ln>
            </p:spPr>
            <p:txBody>
              <a:bodyPr rtlCol="0" anchor="ctr"/>
              <a:lstStyle/>
              <a:p>
                <a:endParaRPr lang="en-US"/>
              </a:p>
            </p:txBody>
          </p:sp>
          <p:sp>
            <p:nvSpPr>
              <p:cNvPr id="236" name="Freeform 953">
                <a:extLst>
                  <a:ext uri="{FF2B5EF4-FFF2-40B4-BE49-F238E27FC236}">
                    <a16:creationId xmlns:a16="http://schemas.microsoft.com/office/drawing/2014/main" id="{301647EF-A2A7-22A1-A959-23130C33BD9C}"/>
                  </a:ext>
                </a:extLst>
              </p:cNvPr>
              <p:cNvSpPr/>
              <p:nvPr/>
            </p:nvSpPr>
            <p:spPr>
              <a:xfrm>
                <a:off x="6346774" y="2731067"/>
                <a:ext cx="10166" cy="9856"/>
              </a:xfrm>
              <a:custGeom>
                <a:avLst/>
                <a:gdLst>
                  <a:gd name="connsiteX0" fmla="*/ 1346 w 10166"/>
                  <a:gd name="connsiteY0" fmla="*/ 7535 h 9856"/>
                  <a:gd name="connsiteX1" fmla="*/ 4173 w 10166"/>
                  <a:gd name="connsiteY1" fmla="*/ 9856 h 9856"/>
                  <a:gd name="connsiteX2" fmla="*/ 6192 w 10166"/>
                  <a:gd name="connsiteY2" fmla="*/ 9856 h 9856"/>
                  <a:gd name="connsiteX3" fmla="*/ 8649 w 10166"/>
                  <a:gd name="connsiteY3" fmla="*/ 8275 h 9856"/>
                  <a:gd name="connsiteX4" fmla="*/ 10164 w 10166"/>
                  <a:gd name="connsiteY4" fmla="*/ 7132 h 9856"/>
                  <a:gd name="connsiteX5" fmla="*/ 10164 w 10166"/>
                  <a:gd name="connsiteY5" fmla="*/ 5181 h 9856"/>
                  <a:gd name="connsiteX6" fmla="*/ 8919 w 10166"/>
                  <a:gd name="connsiteY6" fmla="*/ 2893 h 9856"/>
                  <a:gd name="connsiteX7" fmla="*/ 6159 w 10166"/>
                  <a:gd name="connsiteY7" fmla="*/ 605 h 9856"/>
                  <a:gd name="connsiteX8" fmla="*/ 3702 w 10166"/>
                  <a:gd name="connsiteY8" fmla="*/ 0 h 9856"/>
                  <a:gd name="connsiteX9" fmla="*/ 1986 w 10166"/>
                  <a:gd name="connsiteY9" fmla="*/ 1076 h 9856"/>
                  <a:gd name="connsiteX10" fmla="*/ 370 w 10166"/>
                  <a:gd name="connsiteY10" fmla="*/ 2960 h 9856"/>
                  <a:gd name="connsiteX11" fmla="*/ 0 w 10166"/>
                  <a:gd name="connsiteY11" fmla="*/ 5046 h 9856"/>
                  <a:gd name="connsiteX12" fmla="*/ 1346 w 10166"/>
                  <a:gd name="connsiteY12" fmla="*/ 7535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66" h="9856">
                    <a:moveTo>
                      <a:pt x="1346" y="7535"/>
                    </a:moveTo>
                    <a:lnTo>
                      <a:pt x="4173" y="9856"/>
                    </a:lnTo>
                    <a:lnTo>
                      <a:pt x="6192" y="9856"/>
                    </a:lnTo>
                    <a:lnTo>
                      <a:pt x="8649" y="8275"/>
                    </a:lnTo>
                    <a:lnTo>
                      <a:pt x="10164" y="7132"/>
                    </a:lnTo>
                    <a:cubicBezTo>
                      <a:pt x="10164" y="7132"/>
                      <a:pt x="10096" y="5483"/>
                      <a:pt x="10164" y="5181"/>
                    </a:cubicBezTo>
                    <a:cubicBezTo>
                      <a:pt x="10231" y="4878"/>
                      <a:pt x="8919" y="2893"/>
                      <a:pt x="8919" y="2893"/>
                    </a:cubicBezTo>
                    <a:lnTo>
                      <a:pt x="6159" y="605"/>
                    </a:lnTo>
                    <a:lnTo>
                      <a:pt x="3702" y="0"/>
                    </a:lnTo>
                    <a:lnTo>
                      <a:pt x="1986" y="1076"/>
                    </a:lnTo>
                    <a:lnTo>
                      <a:pt x="370" y="2960"/>
                    </a:lnTo>
                    <a:lnTo>
                      <a:pt x="0" y="5046"/>
                    </a:lnTo>
                    <a:lnTo>
                      <a:pt x="1346" y="7535"/>
                    </a:lnTo>
                    <a:close/>
                  </a:path>
                </a:pathLst>
              </a:custGeom>
              <a:grpFill/>
              <a:ln w="6350" cap="flat">
                <a:solidFill>
                  <a:schemeClr val="bg1"/>
                </a:solidFill>
                <a:prstDash val="solid"/>
                <a:miter/>
              </a:ln>
            </p:spPr>
            <p:txBody>
              <a:bodyPr rtlCol="0" anchor="ctr"/>
              <a:lstStyle/>
              <a:p>
                <a:endParaRPr lang="en-US"/>
              </a:p>
            </p:txBody>
          </p:sp>
          <p:sp>
            <p:nvSpPr>
              <p:cNvPr id="237" name="Freeform 954">
                <a:extLst>
                  <a:ext uri="{FF2B5EF4-FFF2-40B4-BE49-F238E27FC236}">
                    <a16:creationId xmlns:a16="http://schemas.microsoft.com/office/drawing/2014/main" id="{F17BD00D-413F-AB5F-EEEF-ACA83C166E8D}"/>
                  </a:ext>
                </a:extLst>
              </p:cNvPr>
              <p:cNvSpPr/>
              <p:nvPr/>
            </p:nvSpPr>
            <p:spPr>
              <a:xfrm>
                <a:off x="6354346" y="2718372"/>
                <a:ext cx="41664" cy="22988"/>
              </a:xfrm>
              <a:custGeom>
                <a:avLst/>
                <a:gdLst>
                  <a:gd name="connsiteX0" fmla="*/ 5722 w 41664"/>
                  <a:gd name="connsiteY0" fmla="*/ 13536 h 22988"/>
                  <a:gd name="connsiteX1" fmla="*/ 8313 w 41664"/>
                  <a:gd name="connsiteY1" fmla="*/ 15353 h 22988"/>
                  <a:gd name="connsiteX2" fmla="*/ 11005 w 41664"/>
                  <a:gd name="connsiteY2" fmla="*/ 17808 h 22988"/>
                  <a:gd name="connsiteX3" fmla="*/ 14842 w 41664"/>
                  <a:gd name="connsiteY3" fmla="*/ 18818 h 22988"/>
                  <a:gd name="connsiteX4" fmla="*/ 18039 w 41664"/>
                  <a:gd name="connsiteY4" fmla="*/ 19322 h 22988"/>
                  <a:gd name="connsiteX5" fmla="*/ 21808 w 41664"/>
                  <a:gd name="connsiteY5" fmla="*/ 19322 h 22988"/>
                  <a:gd name="connsiteX6" fmla="*/ 26823 w 41664"/>
                  <a:gd name="connsiteY6" fmla="*/ 19322 h 22988"/>
                  <a:gd name="connsiteX7" fmla="*/ 28977 w 41664"/>
                  <a:gd name="connsiteY7" fmla="*/ 19961 h 22988"/>
                  <a:gd name="connsiteX8" fmla="*/ 30861 w 41664"/>
                  <a:gd name="connsiteY8" fmla="*/ 21475 h 22988"/>
                  <a:gd name="connsiteX9" fmla="*/ 33385 w 41664"/>
                  <a:gd name="connsiteY9" fmla="*/ 22283 h 22988"/>
                  <a:gd name="connsiteX10" fmla="*/ 35640 w 41664"/>
                  <a:gd name="connsiteY10" fmla="*/ 22989 h 22988"/>
                  <a:gd name="connsiteX11" fmla="*/ 41093 w 41664"/>
                  <a:gd name="connsiteY11" fmla="*/ 22686 h 22988"/>
                  <a:gd name="connsiteX12" fmla="*/ 41664 w 41664"/>
                  <a:gd name="connsiteY12" fmla="*/ 19558 h 22988"/>
                  <a:gd name="connsiteX13" fmla="*/ 41159 w 41664"/>
                  <a:gd name="connsiteY13" fmla="*/ 16631 h 22988"/>
                  <a:gd name="connsiteX14" fmla="*/ 39275 w 41664"/>
                  <a:gd name="connsiteY14" fmla="*/ 12897 h 22988"/>
                  <a:gd name="connsiteX15" fmla="*/ 39410 w 41664"/>
                  <a:gd name="connsiteY15" fmla="*/ 9264 h 22988"/>
                  <a:gd name="connsiteX16" fmla="*/ 37222 w 41664"/>
                  <a:gd name="connsiteY16" fmla="*/ 6640 h 22988"/>
                  <a:gd name="connsiteX17" fmla="*/ 33385 w 41664"/>
                  <a:gd name="connsiteY17" fmla="*/ 4824 h 22988"/>
                  <a:gd name="connsiteX18" fmla="*/ 30626 w 41664"/>
                  <a:gd name="connsiteY18" fmla="*/ 5126 h 22988"/>
                  <a:gd name="connsiteX19" fmla="*/ 27631 w 41664"/>
                  <a:gd name="connsiteY19" fmla="*/ 5765 h 22988"/>
                  <a:gd name="connsiteX20" fmla="*/ 22919 w 41664"/>
                  <a:gd name="connsiteY20" fmla="*/ 4016 h 22988"/>
                  <a:gd name="connsiteX21" fmla="*/ 18005 w 41664"/>
                  <a:gd name="connsiteY21" fmla="*/ 2267 h 22988"/>
                  <a:gd name="connsiteX22" fmla="*/ 14606 w 41664"/>
                  <a:gd name="connsiteY22" fmla="*/ 753 h 22988"/>
                  <a:gd name="connsiteX23" fmla="*/ 8582 w 41664"/>
                  <a:gd name="connsiteY23" fmla="*/ 13 h 22988"/>
                  <a:gd name="connsiteX24" fmla="*/ 6125 w 41664"/>
                  <a:gd name="connsiteY24" fmla="*/ 13 h 22988"/>
                  <a:gd name="connsiteX25" fmla="*/ 2087 w 41664"/>
                  <a:gd name="connsiteY25" fmla="*/ 820 h 22988"/>
                  <a:gd name="connsiteX26" fmla="*/ 0 w 41664"/>
                  <a:gd name="connsiteY26" fmla="*/ 3444 h 22988"/>
                  <a:gd name="connsiteX27" fmla="*/ 1245 w 41664"/>
                  <a:gd name="connsiteY27" fmla="*/ 6909 h 22988"/>
                  <a:gd name="connsiteX28" fmla="*/ 1986 w 41664"/>
                  <a:gd name="connsiteY28" fmla="*/ 9600 h 22988"/>
                  <a:gd name="connsiteX29" fmla="*/ 3668 w 41664"/>
                  <a:gd name="connsiteY29" fmla="*/ 12493 h 22988"/>
                  <a:gd name="connsiteX30" fmla="*/ 5722 w 41664"/>
                  <a:gd name="connsiteY30" fmla="*/ 13536 h 2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664" h="22988">
                    <a:moveTo>
                      <a:pt x="5722" y="13536"/>
                    </a:moveTo>
                    <a:lnTo>
                      <a:pt x="8313" y="15353"/>
                    </a:lnTo>
                    <a:lnTo>
                      <a:pt x="11005" y="17808"/>
                    </a:lnTo>
                    <a:lnTo>
                      <a:pt x="14842" y="18818"/>
                    </a:lnTo>
                    <a:lnTo>
                      <a:pt x="18039" y="19322"/>
                    </a:lnTo>
                    <a:cubicBezTo>
                      <a:pt x="18039" y="19322"/>
                      <a:pt x="21573" y="19188"/>
                      <a:pt x="21808" y="19322"/>
                    </a:cubicBezTo>
                    <a:cubicBezTo>
                      <a:pt x="22044" y="19457"/>
                      <a:pt x="26823" y="19322"/>
                      <a:pt x="26823" y="19322"/>
                    </a:cubicBezTo>
                    <a:lnTo>
                      <a:pt x="28977" y="19961"/>
                    </a:lnTo>
                    <a:lnTo>
                      <a:pt x="30861" y="21475"/>
                    </a:lnTo>
                    <a:lnTo>
                      <a:pt x="33385" y="22283"/>
                    </a:lnTo>
                    <a:lnTo>
                      <a:pt x="35640" y="22989"/>
                    </a:lnTo>
                    <a:lnTo>
                      <a:pt x="41093" y="22686"/>
                    </a:lnTo>
                    <a:cubicBezTo>
                      <a:pt x="41093" y="22686"/>
                      <a:pt x="41664" y="19860"/>
                      <a:pt x="41664" y="19558"/>
                    </a:cubicBezTo>
                    <a:cubicBezTo>
                      <a:pt x="41664" y="19255"/>
                      <a:pt x="41294" y="18044"/>
                      <a:pt x="41159" y="16631"/>
                    </a:cubicBezTo>
                    <a:cubicBezTo>
                      <a:pt x="41025" y="15218"/>
                      <a:pt x="39342" y="13200"/>
                      <a:pt x="39275" y="12897"/>
                    </a:cubicBezTo>
                    <a:cubicBezTo>
                      <a:pt x="39208" y="12594"/>
                      <a:pt x="39410" y="9264"/>
                      <a:pt x="39410" y="9264"/>
                    </a:cubicBezTo>
                    <a:lnTo>
                      <a:pt x="37222" y="6640"/>
                    </a:lnTo>
                    <a:lnTo>
                      <a:pt x="33385" y="4824"/>
                    </a:lnTo>
                    <a:cubicBezTo>
                      <a:pt x="33385" y="4824"/>
                      <a:pt x="31299" y="5059"/>
                      <a:pt x="30626" y="5126"/>
                    </a:cubicBezTo>
                    <a:cubicBezTo>
                      <a:pt x="29986" y="5194"/>
                      <a:pt x="27631" y="5765"/>
                      <a:pt x="27631" y="5765"/>
                    </a:cubicBezTo>
                    <a:lnTo>
                      <a:pt x="22919" y="4016"/>
                    </a:lnTo>
                    <a:lnTo>
                      <a:pt x="18005" y="2267"/>
                    </a:lnTo>
                    <a:cubicBezTo>
                      <a:pt x="18005" y="2267"/>
                      <a:pt x="14875" y="753"/>
                      <a:pt x="14606" y="753"/>
                    </a:cubicBezTo>
                    <a:cubicBezTo>
                      <a:pt x="14337" y="753"/>
                      <a:pt x="8582" y="13"/>
                      <a:pt x="8582" y="13"/>
                    </a:cubicBezTo>
                    <a:cubicBezTo>
                      <a:pt x="8582" y="13"/>
                      <a:pt x="6394" y="148"/>
                      <a:pt x="6125" y="13"/>
                    </a:cubicBezTo>
                    <a:cubicBezTo>
                      <a:pt x="5856" y="-122"/>
                      <a:pt x="2087" y="820"/>
                      <a:pt x="2087" y="820"/>
                    </a:cubicBezTo>
                    <a:lnTo>
                      <a:pt x="0" y="3444"/>
                    </a:lnTo>
                    <a:lnTo>
                      <a:pt x="1245" y="6909"/>
                    </a:lnTo>
                    <a:cubicBezTo>
                      <a:pt x="1245" y="6909"/>
                      <a:pt x="1683" y="9365"/>
                      <a:pt x="1986" y="9600"/>
                    </a:cubicBezTo>
                    <a:cubicBezTo>
                      <a:pt x="2289" y="9802"/>
                      <a:pt x="3668" y="12493"/>
                      <a:pt x="3668" y="12493"/>
                    </a:cubicBezTo>
                    <a:lnTo>
                      <a:pt x="5722" y="13536"/>
                    </a:lnTo>
                    <a:close/>
                  </a:path>
                </a:pathLst>
              </a:custGeom>
              <a:grpFill/>
              <a:ln w="6350" cap="flat">
                <a:solidFill>
                  <a:schemeClr val="bg1"/>
                </a:solidFill>
                <a:prstDash val="solid"/>
                <a:miter/>
              </a:ln>
            </p:spPr>
            <p:txBody>
              <a:bodyPr rtlCol="0" anchor="ctr"/>
              <a:lstStyle/>
              <a:p>
                <a:endParaRPr lang="en-US"/>
              </a:p>
            </p:txBody>
          </p:sp>
          <p:sp>
            <p:nvSpPr>
              <p:cNvPr id="238" name="Freeform 955">
                <a:extLst>
                  <a:ext uri="{FF2B5EF4-FFF2-40B4-BE49-F238E27FC236}">
                    <a16:creationId xmlns:a16="http://schemas.microsoft.com/office/drawing/2014/main" id="{350F512C-B269-0A1C-26A9-D368A7DE74E2}"/>
                  </a:ext>
                </a:extLst>
              </p:cNvPr>
              <p:cNvSpPr/>
              <p:nvPr/>
            </p:nvSpPr>
            <p:spPr>
              <a:xfrm>
                <a:off x="6373630" y="2712733"/>
                <a:ext cx="7605" cy="5786"/>
              </a:xfrm>
              <a:custGeom>
                <a:avLst/>
                <a:gdLst>
                  <a:gd name="connsiteX0" fmla="*/ 1885 w 7605"/>
                  <a:gd name="connsiteY0" fmla="*/ 5786 h 5786"/>
                  <a:gd name="connsiteX1" fmla="*/ 4779 w 7605"/>
                  <a:gd name="connsiteY1" fmla="*/ 5147 h 5786"/>
                  <a:gd name="connsiteX2" fmla="*/ 6293 w 7605"/>
                  <a:gd name="connsiteY2" fmla="*/ 4642 h 5786"/>
                  <a:gd name="connsiteX3" fmla="*/ 7606 w 7605"/>
                  <a:gd name="connsiteY3" fmla="*/ 2456 h 5786"/>
                  <a:gd name="connsiteX4" fmla="*/ 5149 w 7605"/>
                  <a:gd name="connsiteY4" fmla="*/ 0 h 5786"/>
                  <a:gd name="connsiteX5" fmla="*/ 1548 w 7605"/>
                  <a:gd name="connsiteY5" fmla="*/ 572 h 5786"/>
                  <a:gd name="connsiteX6" fmla="*/ 0 w 7605"/>
                  <a:gd name="connsiteY6" fmla="*/ 2388 h 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5" h="5786">
                    <a:moveTo>
                      <a:pt x="1885" y="5786"/>
                    </a:moveTo>
                    <a:lnTo>
                      <a:pt x="4779" y="5147"/>
                    </a:lnTo>
                    <a:lnTo>
                      <a:pt x="6293" y="4642"/>
                    </a:lnTo>
                    <a:lnTo>
                      <a:pt x="7606" y="2456"/>
                    </a:lnTo>
                    <a:lnTo>
                      <a:pt x="5149" y="0"/>
                    </a:lnTo>
                    <a:lnTo>
                      <a:pt x="1548" y="572"/>
                    </a:lnTo>
                    <a:lnTo>
                      <a:pt x="0" y="2388"/>
                    </a:lnTo>
                    <a:close/>
                  </a:path>
                </a:pathLst>
              </a:custGeom>
              <a:grpFill/>
              <a:ln w="6350" cap="flat">
                <a:solidFill>
                  <a:schemeClr val="bg1"/>
                </a:solidFill>
                <a:prstDash val="solid"/>
                <a:miter/>
              </a:ln>
            </p:spPr>
            <p:txBody>
              <a:bodyPr rtlCol="0" anchor="ctr"/>
              <a:lstStyle/>
              <a:p>
                <a:endParaRPr lang="en-US"/>
              </a:p>
            </p:txBody>
          </p:sp>
          <p:sp>
            <p:nvSpPr>
              <p:cNvPr id="239" name="Freeform 956">
                <a:extLst>
                  <a:ext uri="{FF2B5EF4-FFF2-40B4-BE49-F238E27FC236}">
                    <a16:creationId xmlns:a16="http://schemas.microsoft.com/office/drawing/2014/main" id="{7768C783-E6AF-66C0-9B9D-7ADC631C4086}"/>
                  </a:ext>
                </a:extLst>
              </p:cNvPr>
              <p:cNvSpPr/>
              <p:nvPr/>
            </p:nvSpPr>
            <p:spPr>
              <a:xfrm>
                <a:off x="6387630" y="2700993"/>
                <a:ext cx="7605" cy="6727"/>
              </a:xfrm>
              <a:custGeom>
                <a:avLst/>
                <a:gdLst>
                  <a:gd name="connsiteX0" fmla="*/ 3332 w 7605"/>
                  <a:gd name="connsiteY0" fmla="*/ 6728 h 6727"/>
                  <a:gd name="connsiteX1" fmla="*/ 5923 w 7605"/>
                  <a:gd name="connsiteY1" fmla="*/ 5651 h 6727"/>
                  <a:gd name="connsiteX2" fmla="*/ 7606 w 7605"/>
                  <a:gd name="connsiteY2" fmla="*/ 2893 h 6727"/>
                  <a:gd name="connsiteX3" fmla="*/ 5452 w 7605"/>
                  <a:gd name="connsiteY3" fmla="*/ 0 h 6727"/>
                  <a:gd name="connsiteX4" fmla="*/ 2726 w 7605"/>
                  <a:gd name="connsiteY4" fmla="*/ 1009 h 6727"/>
                  <a:gd name="connsiteX5" fmla="*/ 0 w 7605"/>
                  <a:gd name="connsiteY5" fmla="*/ 5012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5" h="6727">
                    <a:moveTo>
                      <a:pt x="3332" y="6728"/>
                    </a:moveTo>
                    <a:lnTo>
                      <a:pt x="5923" y="5651"/>
                    </a:lnTo>
                    <a:lnTo>
                      <a:pt x="7606" y="2893"/>
                    </a:lnTo>
                    <a:lnTo>
                      <a:pt x="5452" y="0"/>
                    </a:lnTo>
                    <a:lnTo>
                      <a:pt x="2726" y="1009"/>
                    </a:lnTo>
                    <a:lnTo>
                      <a:pt x="0" y="5012"/>
                    </a:lnTo>
                    <a:close/>
                  </a:path>
                </a:pathLst>
              </a:custGeom>
              <a:grpFill/>
              <a:ln w="6350" cap="flat">
                <a:solidFill>
                  <a:schemeClr val="bg1"/>
                </a:solidFill>
                <a:prstDash val="solid"/>
                <a:miter/>
              </a:ln>
            </p:spPr>
            <p:txBody>
              <a:bodyPr rtlCol="0" anchor="ctr"/>
              <a:lstStyle/>
              <a:p>
                <a:endParaRPr lang="en-US"/>
              </a:p>
            </p:txBody>
          </p:sp>
          <p:sp>
            <p:nvSpPr>
              <p:cNvPr id="240" name="Freeform 957">
                <a:extLst>
                  <a:ext uri="{FF2B5EF4-FFF2-40B4-BE49-F238E27FC236}">
                    <a16:creationId xmlns:a16="http://schemas.microsoft.com/office/drawing/2014/main" id="{C88331E8-D1F7-195E-16EE-BC1757D31807}"/>
                  </a:ext>
                </a:extLst>
              </p:cNvPr>
              <p:cNvSpPr/>
              <p:nvPr/>
            </p:nvSpPr>
            <p:spPr>
              <a:xfrm>
                <a:off x="6350375" y="2694332"/>
                <a:ext cx="32813" cy="15479"/>
              </a:xfrm>
              <a:custGeom>
                <a:avLst/>
                <a:gdLst>
                  <a:gd name="connsiteX0" fmla="*/ 32510 w 32813"/>
                  <a:gd name="connsiteY0" fmla="*/ 13759 h 15479"/>
                  <a:gd name="connsiteX1" fmla="*/ 29649 w 32813"/>
                  <a:gd name="connsiteY1" fmla="*/ 10327 h 15479"/>
                  <a:gd name="connsiteX2" fmla="*/ 27799 w 32813"/>
                  <a:gd name="connsiteY2" fmla="*/ 7266 h 15479"/>
                  <a:gd name="connsiteX3" fmla="*/ 27799 w 32813"/>
                  <a:gd name="connsiteY3" fmla="*/ 2254 h 15479"/>
                  <a:gd name="connsiteX4" fmla="*/ 27731 w 32813"/>
                  <a:gd name="connsiteY4" fmla="*/ 1446 h 15479"/>
                  <a:gd name="connsiteX5" fmla="*/ 26620 w 32813"/>
                  <a:gd name="connsiteY5" fmla="*/ 0 h 15479"/>
                  <a:gd name="connsiteX6" fmla="*/ 22380 w 32813"/>
                  <a:gd name="connsiteY6" fmla="*/ 1446 h 15479"/>
                  <a:gd name="connsiteX7" fmla="*/ 21101 w 32813"/>
                  <a:gd name="connsiteY7" fmla="*/ 2590 h 15479"/>
                  <a:gd name="connsiteX8" fmla="*/ 18342 w 32813"/>
                  <a:gd name="connsiteY8" fmla="*/ 2153 h 15479"/>
                  <a:gd name="connsiteX9" fmla="*/ 16693 w 32813"/>
                  <a:gd name="connsiteY9" fmla="*/ 1480 h 15479"/>
                  <a:gd name="connsiteX10" fmla="*/ 13394 w 32813"/>
                  <a:gd name="connsiteY10" fmla="*/ 1379 h 15479"/>
                  <a:gd name="connsiteX11" fmla="*/ 9558 w 32813"/>
                  <a:gd name="connsiteY11" fmla="*/ 1379 h 15479"/>
                  <a:gd name="connsiteX12" fmla="*/ 7606 w 32813"/>
                  <a:gd name="connsiteY12" fmla="*/ 3196 h 15479"/>
                  <a:gd name="connsiteX13" fmla="*/ 4375 w 32813"/>
                  <a:gd name="connsiteY13" fmla="*/ 4777 h 15479"/>
                  <a:gd name="connsiteX14" fmla="*/ 0 w 32813"/>
                  <a:gd name="connsiteY14" fmla="*/ 8679 h 15479"/>
                  <a:gd name="connsiteX15" fmla="*/ 0 w 32813"/>
                  <a:gd name="connsiteY15" fmla="*/ 12649 h 15479"/>
                  <a:gd name="connsiteX16" fmla="*/ 3130 w 32813"/>
                  <a:gd name="connsiteY16" fmla="*/ 12783 h 15479"/>
                  <a:gd name="connsiteX17" fmla="*/ 6765 w 32813"/>
                  <a:gd name="connsiteY17" fmla="*/ 12480 h 15479"/>
                  <a:gd name="connsiteX18" fmla="*/ 9962 w 32813"/>
                  <a:gd name="connsiteY18" fmla="*/ 11471 h 15479"/>
                  <a:gd name="connsiteX19" fmla="*/ 15952 w 32813"/>
                  <a:gd name="connsiteY19" fmla="*/ 10597 h 15479"/>
                  <a:gd name="connsiteX20" fmla="*/ 18241 w 32813"/>
                  <a:gd name="connsiteY20" fmla="*/ 10832 h 15479"/>
                  <a:gd name="connsiteX21" fmla="*/ 22178 w 32813"/>
                  <a:gd name="connsiteY21" fmla="*/ 13725 h 15479"/>
                  <a:gd name="connsiteX22" fmla="*/ 26015 w 32813"/>
                  <a:gd name="connsiteY22" fmla="*/ 14667 h 15479"/>
                  <a:gd name="connsiteX23" fmla="*/ 28270 w 32813"/>
                  <a:gd name="connsiteY23" fmla="*/ 14970 h 15479"/>
                  <a:gd name="connsiteX24" fmla="*/ 31299 w 32813"/>
                  <a:gd name="connsiteY24" fmla="*/ 15474 h 15479"/>
                  <a:gd name="connsiteX25" fmla="*/ 32813 w 32813"/>
                  <a:gd name="connsiteY25" fmla="*/ 14398 h 15479"/>
                  <a:gd name="connsiteX26" fmla="*/ 32510 w 32813"/>
                  <a:gd name="connsiteY26" fmla="*/ 13759 h 1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13" h="15479">
                    <a:moveTo>
                      <a:pt x="32510" y="13759"/>
                    </a:moveTo>
                    <a:cubicBezTo>
                      <a:pt x="32443" y="13523"/>
                      <a:pt x="29649" y="10327"/>
                      <a:pt x="29649" y="10327"/>
                    </a:cubicBezTo>
                    <a:lnTo>
                      <a:pt x="27799" y="7266"/>
                    </a:lnTo>
                    <a:lnTo>
                      <a:pt x="27799" y="2254"/>
                    </a:lnTo>
                    <a:lnTo>
                      <a:pt x="27731" y="1446"/>
                    </a:lnTo>
                    <a:lnTo>
                      <a:pt x="26620" y="0"/>
                    </a:lnTo>
                    <a:lnTo>
                      <a:pt x="22380" y="1446"/>
                    </a:lnTo>
                    <a:lnTo>
                      <a:pt x="21101" y="2590"/>
                    </a:lnTo>
                    <a:lnTo>
                      <a:pt x="18342" y="2153"/>
                    </a:lnTo>
                    <a:lnTo>
                      <a:pt x="16693" y="1480"/>
                    </a:lnTo>
                    <a:lnTo>
                      <a:pt x="13394" y="1379"/>
                    </a:lnTo>
                    <a:lnTo>
                      <a:pt x="9558" y="1379"/>
                    </a:lnTo>
                    <a:cubicBezTo>
                      <a:pt x="9558" y="1379"/>
                      <a:pt x="7673" y="2893"/>
                      <a:pt x="7606" y="3196"/>
                    </a:cubicBezTo>
                    <a:cubicBezTo>
                      <a:pt x="7539" y="3498"/>
                      <a:pt x="4678" y="4440"/>
                      <a:pt x="4375" y="4777"/>
                    </a:cubicBezTo>
                    <a:cubicBezTo>
                      <a:pt x="4106" y="5147"/>
                      <a:pt x="0" y="8679"/>
                      <a:pt x="0" y="8679"/>
                    </a:cubicBezTo>
                    <a:lnTo>
                      <a:pt x="0" y="12649"/>
                    </a:lnTo>
                    <a:lnTo>
                      <a:pt x="3130" y="12783"/>
                    </a:lnTo>
                    <a:lnTo>
                      <a:pt x="6765" y="12480"/>
                    </a:lnTo>
                    <a:lnTo>
                      <a:pt x="9962" y="11471"/>
                    </a:lnTo>
                    <a:lnTo>
                      <a:pt x="15952" y="10597"/>
                    </a:lnTo>
                    <a:lnTo>
                      <a:pt x="18241" y="10832"/>
                    </a:lnTo>
                    <a:lnTo>
                      <a:pt x="22178" y="13725"/>
                    </a:lnTo>
                    <a:cubicBezTo>
                      <a:pt x="22178" y="13725"/>
                      <a:pt x="25745" y="14667"/>
                      <a:pt x="26015" y="14667"/>
                    </a:cubicBezTo>
                    <a:cubicBezTo>
                      <a:pt x="26318" y="14667"/>
                      <a:pt x="28270" y="14970"/>
                      <a:pt x="28270" y="14970"/>
                    </a:cubicBezTo>
                    <a:cubicBezTo>
                      <a:pt x="28270" y="14970"/>
                      <a:pt x="31097" y="15541"/>
                      <a:pt x="31299" y="15474"/>
                    </a:cubicBezTo>
                    <a:cubicBezTo>
                      <a:pt x="31534" y="15407"/>
                      <a:pt x="32813" y="14398"/>
                      <a:pt x="32813" y="14398"/>
                    </a:cubicBezTo>
                    <a:lnTo>
                      <a:pt x="32510" y="13759"/>
                    </a:lnTo>
                    <a:close/>
                  </a:path>
                </a:pathLst>
              </a:custGeom>
              <a:grpFill/>
              <a:ln w="6350" cap="flat">
                <a:solidFill>
                  <a:schemeClr val="bg1"/>
                </a:solidFill>
                <a:prstDash val="solid"/>
                <a:miter/>
              </a:ln>
            </p:spPr>
            <p:txBody>
              <a:bodyPr rtlCol="0" anchor="ctr"/>
              <a:lstStyle/>
              <a:p>
                <a:endParaRPr lang="en-US"/>
              </a:p>
            </p:txBody>
          </p:sp>
          <p:sp>
            <p:nvSpPr>
              <p:cNvPr id="241" name="Freeform 958">
                <a:extLst>
                  <a:ext uri="{FF2B5EF4-FFF2-40B4-BE49-F238E27FC236}">
                    <a16:creationId xmlns:a16="http://schemas.microsoft.com/office/drawing/2014/main" id="{F48EE8B1-CA2E-EE90-ABF4-7872FC31C2F2}"/>
                  </a:ext>
                </a:extLst>
              </p:cNvPr>
              <p:cNvSpPr/>
              <p:nvPr/>
            </p:nvSpPr>
            <p:spPr>
              <a:xfrm>
                <a:off x="6397323" y="2737492"/>
                <a:ext cx="5721" cy="12379"/>
              </a:xfrm>
              <a:custGeom>
                <a:avLst/>
                <a:gdLst>
                  <a:gd name="connsiteX0" fmla="*/ 0 w 5721"/>
                  <a:gd name="connsiteY0" fmla="*/ 9486 h 12379"/>
                  <a:gd name="connsiteX1" fmla="*/ 0 w 5721"/>
                  <a:gd name="connsiteY1" fmla="*/ 6021 h 12379"/>
                  <a:gd name="connsiteX2" fmla="*/ 0 w 5721"/>
                  <a:gd name="connsiteY2" fmla="*/ 2557 h 12379"/>
                  <a:gd name="connsiteX3" fmla="*/ 1750 w 5721"/>
                  <a:gd name="connsiteY3" fmla="*/ 1177 h 12379"/>
                  <a:gd name="connsiteX4" fmla="*/ 3904 w 5721"/>
                  <a:gd name="connsiteY4" fmla="*/ 0 h 12379"/>
                  <a:gd name="connsiteX5" fmla="*/ 4409 w 5721"/>
                  <a:gd name="connsiteY5" fmla="*/ 1682 h 12379"/>
                  <a:gd name="connsiteX6" fmla="*/ 5217 w 5721"/>
                  <a:gd name="connsiteY6" fmla="*/ 3902 h 12379"/>
                  <a:gd name="connsiteX7" fmla="*/ 5217 w 5721"/>
                  <a:gd name="connsiteY7" fmla="*/ 6021 h 12379"/>
                  <a:gd name="connsiteX8" fmla="*/ 5217 w 5721"/>
                  <a:gd name="connsiteY8" fmla="*/ 9486 h 12379"/>
                  <a:gd name="connsiteX9" fmla="*/ 5721 w 5721"/>
                  <a:gd name="connsiteY9" fmla="*/ 12043 h 12379"/>
                  <a:gd name="connsiteX10" fmla="*/ 3029 w 5721"/>
                  <a:gd name="connsiteY10" fmla="*/ 12379 h 1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21" h="12379">
                    <a:moveTo>
                      <a:pt x="0" y="9486"/>
                    </a:moveTo>
                    <a:lnTo>
                      <a:pt x="0" y="6021"/>
                    </a:lnTo>
                    <a:lnTo>
                      <a:pt x="0" y="2557"/>
                    </a:lnTo>
                    <a:lnTo>
                      <a:pt x="1750" y="1177"/>
                    </a:lnTo>
                    <a:lnTo>
                      <a:pt x="3904" y="0"/>
                    </a:lnTo>
                    <a:lnTo>
                      <a:pt x="4409" y="1682"/>
                    </a:lnTo>
                    <a:lnTo>
                      <a:pt x="5217" y="3902"/>
                    </a:lnTo>
                    <a:lnTo>
                      <a:pt x="5217" y="6021"/>
                    </a:lnTo>
                    <a:lnTo>
                      <a:pt x="5217" y="9486"/>
                    </a:lnTo>
                    <a:lnTo>
                      <a:pt x="5721" y="12043"/>
                    </a:lnTo>
                    <a:lnTo>
                      <a:pt x="3029" y="12379"/>
                    </a:lnTo>
                    <a:close/>
                  </a:path>
                </a:pathLst>
              </a:custGeom>
              <a:grpFill/>
              <a:ln w="6350" cap="flat">
                <a:solidFill>
                  <a:schemeClr val="bg1"/>
                </a:solidFill>
                <a:prstDash val="solid"/>
                <a:miter/>
              </a:ln>
            </p:spPr>
            <p:txBody>
              <a:bodyPr rtlCol="0" anchor="ctr"/>
              <a:lstStyle/>
              <a:p>
                <a:endParaRPr lang="en-US"/>
              </a:p>
            </p:txBody>
          </p:sp>
          <p:sp>
            <p:nvSpPr>
              <p:cNvPr id="242" name="Freeform 959">
                <a:extLst>
                  <a:ext uri="{FF2B5EF4-FFF2-40B4-BE49-F238E27FC236}">
                    <a16:creationId xmlns:a16="http://schemas.microsoft.com/office/drawing/2014/main" id="{1ECBD00A-0ED7-784B-E5D3-485AEA2282DA}"/>
                  </a:ext>
                </a:extLst>
              </p:cNvPr>
              <p:cNvSpPr/>
              <p:nvPr/>
            </p:nvSpPr>
            <p:spPr>
              <a:xfrm>
                <a:off x="6390357" y="2746676"/>
                <a:ext cx="4408" cy="3811"/>
              </a:xfrm>
              <a:custGeom>
                <a:avLst/>
                <a:gdLst>
                  <a:gd name="connsiteX0" fmla="*/ 0 w 4408"/>
                  <a:gd name="connsiteY0" fmla="*/ 2691 h 3811"/>
                  <a:gd name="connsiteX1" fmla="*/ 2995 w 4408"/>
                  <a:gd name="connsiteY1" fmla="*/ 3768 h 3811"/>
                  <a:gd name="connsiteX2" fmla="*/ 4409 w 4408"/>
                  <a:gd name="connsiteY2" fmla="*/ 2691 h 3811"/>
                  <a:gd name="connsiteX3" fmla="*/ 3365 w 4408"/>
                  <a:gd name="connsiteY3" fmla="*/ 0 h 3811"/>
                  <a:gd name="connsiteX4" fmla="*/ 0 w 4408"/>
                  <a:gd name="connsiteY4" fmla="*/ 1144 h 3811"/>
                  <a:gd name="connsiteX5" fmla="*/ 0 w 4408"/>
                  <a:gd name="connsiteY5" fmla="*/ 2691 h 3811"/>
                  <a:gd name="connsiteX6" fmla="*/ 0 w 4408"/>
                  <a:gd name="connsiteY6" fmla="*/ 2691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8" h="3811">
                    <a:moveTo>
                      <a:pt x="0" y="2691"/>
                    </a:moveTo>
                    <a:cubicBezTo>
                      <a:pt x="0" y="2691"/>
                      <a:pt x="2995" y="4070"/>
                      <a:pt x="2995" y="3768"/>
                    </a:cubicBezTo>
                    <a:cubicBezTo>
                      <a:pt x="2995" y="3465"/>
                      <a:pt x="4409" y="2691"/>
                      <a:pt x="4409" y="2691"/>
                    </a:cubicBezTo>
                    <a:lnTo>
                      <a:pt x="3365" y="0"/>
                    </a:lnTo>
                    <a:lnTo>
                      <a:pt x="0" y="1144"/>
                    </a:lnTo>
                    <a:lnTo>
                      <a:pt x="0" y="2691"/>
                    </a:lnTo>
                    <a:lnTo>
                      <a:pt x="0" y="2691"/>
                    </a:lnTo>
                    <a:close/>
                  </a:path>
                </a:pathLst>
              </a:custGeom>
              <a:grpFill/>
              <a:ln w="6350" cap="flat">
                <a:solidFill>
                  <a:schemeClr val="bg1"/>
                </a:solidFill>
                <a:prstDash val="solid"/>
                <a:miter/>
              </a:ln>
            </p:spPr>
            <p:txBody>
              <a:bodyPr rtlCol="0" anchor="ctr"/>
              <a:lstStyle/>
              <a:p>
                <a:endParaRPr lang="en-US"/>
              </a:p>
            </p:txBody>
          </p:sp>
          <p:sp>
            <p:nvSpPr>
              <p:cNvPr id="243" name="Freeform 960">
                <a:extLst>
                  <a:ext uri="{FF2B5EF4-FFF2-40B4-BE49-F238E27FC236}">
                    <a16:creationId xmlns:a16="http://schemas.microsoft.com/office/drawing/2014/main" id="{CF1B0485-0879-F3AD-1A48-1572FB7861AA}"/>
                  </a:ext>
                </a:extLst>
              </p:cNvPr>
              <p:cNvSpPr/>
              <p:nvPr/>
            </p:nvSpPr>
            <p:spPr>
              <a:xfrm>
                <a:off x="6386890" y="2754211"/>
                <a:ext cx="9973" cy="11673"/>
              </a:xfrm>
              <a:custGeom>
                <a:avLst/>
                <a:gdLst>
                  <a:gd name="connsiteX0" fmla="*/ 2726 w 9973"/>
                  <a:gd name="connsiteY0" fmla="*/ 841 h 11673"/>
                  <a:gd name="connsiteX1" fmla="*/ 1413 w 9973"/>
                  <a:gd name="connsiteY1" fmla="*/ 4070 h 11673"/>
                  <a:gd name="connsiteX2" fmla="*/ 0 w 9973"/>
                  <a:gd name="connsiteY2" fmla="*/ 6089 h 11673"/>
                  <a:gd name="connsiteX3" fmla="*/ 0 w 9973"/>
                  <a:gd name="connsiteY3" fmla="*/ 8410 h 11673"/>
                  <a:gd name="connsiteX4" fmla="*/ 1851 w 9973"/>
                  <a:gd name="connsiteY4" fmla="*/ 11034 h 11673"/>
                  <a:gd name="connsiteX5" fmla="*/ 4342 w 9973"/>
                  <a:gd name="connsiteY5" fmla="*/ 11673 h 11673"/>
                  <a:gd name="connsiteX6" fmla="*/ 5923 w 9973"/>
                  <a:gd name="connsiteY6" fmla="*/ 10933 h 11673"/>
                  <a:gd name="connsiteX7" fmla="*/ 7707 w 9973"/>
                  <a:gd name="connsiteY7" fmla="*/ 10193 h 11673"/>
                  <a:gd name="connsiteX8" fmla="*/ 9053 w 9973"/>
                  <a:gd name="connsiteY8" fmla="*/ 8107 h 11673"/>
                  <a:gd name="connsiteX9" fmla="*/ 9962 w 9973"/>
                  <a:gd name="connsiteY9" fmla="*/ 5786 h 11673"/>
                  <a:gd name="connsiteX10" fmla="*/ 7740 w 9973"/>
                  <a:gd name="connsiteY10" fmla="*/ 2456 h 11673"/>
                  <a:gd name="connsiteX11" fmla="*/ 5587 w 9973"/>
                  <a:gd name="connsiteY11" fmla="*/ 437 h 11673"/>
                  <a:gd name="connsiteX12" fmla="*/ 3702 w 9973"/>
                  <a:gd name="connsiteY12" fmla="*/ 0 h 11673"/>
                  <a:gd name="connsiteX13" fmla="*/ 2726 w 9973"/>
                  <a:gd name="connsiteY13" fmla="*/ 841 h 1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73" h="11673">
                    <a:moveTo>
                      <a:pt x="2726" y="841"/>
                    </a:moveTo>
                    <a:lnTo>
                      <a:pt x="1413" y="4070"/>
                    </a:lnTo>
                    <a:lnTo>
                      <a:pt x="0" y="6089"/>
                    </a:lnTo>
                    <a:lnTo>
                      <a:pt x="0" y="8410"/>
                    </a:lnTo>
                    <a:lnTo>
                      <a:pt x="1851" y="11034"/>
                    </a:lnTo>
                    <a:lnTo>
                      <a:pt x="4342" y="11673"/>
                    </a:lnTo>
                    <a:lnTo>
                      <a:pt x="5923" y="10933"/>
                    </a:lnTo>
                    <a:cubicBezTo>
                      <a:pt x="5923" y="10933"/>
                      <a:pt x="7471" y="10294"/>
                      <a:pt x="7707" y="10193"/>
                    </a:cubicBezTo>
                    <a:cubicBezTo>
                      <a:pt x="7909" y="10126"/>
                      <a:pt x="9053" y="8376"/>
                      <a:pt x="9053" y="8107"/>
                    </a:cubicBezTo>
                    <a:cubicBezTo>
                      <a:pt x="9053" y="7804"/>
                      <a:pt x="10096" y="6089"/>
                      <a:pt x="9962" y="5786"/>
                    </a:cubicBezTo>
                    <a:cubicBezTo>
                      <a:pt x="9827" y="5483"/>
                      <a:pt x="7740" y="2456"/>
                      <a:pt x="7740" y="2456"/>
                    </a:cubicBezTo>
                    <a:lnTo>
                      <a:pt x="5587" y="437"/>
                    </a:lnTo>
                    <a:lnTo>
                      <a:pt x="3702" y="0"/>
                    </a:lnTo>
                    <a:lnTo>
                      <a:pt x="2726" y="841"/>
                    </a:lnTo>
                    <a:close/>
                  </a:path>
                </a:pathLst>
              </a:custGeom>
              <a:grpFill/>
              <a:ln w="6350" cap="flat">
                <a:solidFill>
                  <a:schemeClr val="bg1"/>
                </a:solidFill>
                <a:prstDash val="solid"/>
                <a:miter/>
              </a:ln>
            </p:spPr>
            <p:txBody>
              <a:bodyPr rtlCol="0" anchor="ctr"/>
              <a:lstStyle/>
              <a:p>
                <a:endParaRPr lang="en-US"/>
              </a:p>
            </p:txBody>
          </p:sp>
          <p:sp>
            <p:nvSpPr>
              <p:cNvPr id="244" name="Freeform 961">
                <a:extLst>
                  <a:ext uri="{FF2B5EF4-FFF2-40B4-BE49-F238E27FC236}">
                    <a16:creationId xmlns:a16="http://schemas.microsoft.com/office/drawing/2014/main" id="{25DB45A4-7AF5-C7DE-55EF-4E0297494327}"/>
                  </a:ext>
                </a:extLst>
              </p:cNvPr>
              <p:cNvSpPr/>
              <p:nvPr/>
            </p:nvSpPr>
            <p:spPr>
              <a:xfrm>
                <a:off x="6369457" y="2761141"/>
                <a:ext cx="13933" cy="13893"/>
              </a:xfrm>
              <a:custGeom>
                <a:avLst/>
                <a:gdLst>
                  <a:gd name="connsiteX0" fmla="*/ 4712 w 13933"/>
                  <a:gd name="connsiteY0" fmla="*/ 0 h 13893"/>
                  <a:gd name="connsiteX1" fmla="*/ 7942 w 13933"/>
                  <a:gd name="connsiteY1" fmla="*/ 1144 h 13893"/>
                  <a:gd name="connsiteX2" fmla="*/ 10029 w 13933"/>
                  <a:gd name="connsiteY2" fmla="*/ 3633 h 13893"/>
                  <a:gd name="connsiteX3" fmla="*/ 11880 w 13933"/>
                  <a:gd name="connsiteY3" fmla="*/ 6392 h 13893"/>
                  <a:gd name="connsiteX4" fmla="*/ 13933 w 13933"/>
                  <a:gd name="connsiteY4" fmla="*/ 9722 h 13893"/>
                  <a:gd name="connsiteX5" fmla="*/ 13933 w 13933"/>
                  <a:gd name="connsiteY5" fmla="*/ 11909 h 13893"/>
                  <a:gd name="connsiteX6" fmla="*/ 13125 w 13933"/>
                  <a:gd name="connsiteY6" fmla="*/ 13591 h 13893"/>
                  <a:gd name="connsiteX7" fmla="*/ 11039 w 13933"/>
                  <a:gd name="connsiteY7" fmla="*/ 13893 h 13893"/>
                  <a:gd name="connsiteX8" fmla="*/ 8212 w 13933"/>
                  <a:gd name="connsiteY8" fmla="*/ 13153 h 13893"/>
                  <a:gd name="connsiteX9" fmla="*/ 6428 w 13933"/>
                  <a:gd name="connsiteY9" fmla="*/ 10765 h 13893"/>
                  <a:gd name="connsiteX10" fmla="*/ 3669 w 13933"/>
                  <a:gd name="connsiteY10" fmla="*/ 7939 h 13893"/>
                  <a:gd name="connsiteX11" fmla="*/ 0 w 13933"/>
                  <a:gd name="connsiteY11" fmla="*/ 4743 h 13893"/>
                  <a:gd name="connsiteX12" fmla="*/ 741 w 13933"/>
                  <a:gd name="connsiteY12" fmla="*/ 2557 h 13893"/>
                  <a:gd name="connsiteX13" fmla="*/ 2322 w 13933"/>
                  <a:gd name="connsiteY13" fmla="*/ 471 h 13893"/>
                  <a:gd name="connsiteX14" fmla="*/ 4712 w 13933"/>
                  <a:gd name="connsiteY14" fmla="*/ 0 h 1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33" h="13893">
                    <a:moveTo>
                      <a:pt x="4712" y="0"/>
                    </a:moveTo>
                    <a:lnTo>
                      <a:pt x="7942" y="1144"/>
                    </a:lnTo>
                    <a:lnTo>
                      <a:pt x="10029" y="3633"/>
                    </a:lnTo>
                    <a:lnTo>
                      <a:pt x="11880" y="6392"/>
                    </a:lnTo>
                    <a:lnTo>
                      <a:pt x="13933" y="9722"/>
                    </a:lnTo>
                    <a:lnTo>
                      <a:pt x="13933" y="11909"/>
                    </a:lnTo>
                    <a:lnTo>
                      <a:pt x="13125" y="13591"/>
                    </a:lnTo>
                    <a:lnTo>
                      <a:pt x="11039" y="13893"/>
                    </a:lnTo>
                    <a:lnTo>
                      <a:pt x="8212" y="13153"/>
                    </a:lnTo>
                    <a:cubicBezTo>
                      <a:pt x="8212" y="13153"/>
                      <a:pt x="6428" y="10967"/>
                      <a:pt x="6428" y="10765"/>
                    </a:cubicBezTo>
                    <a:cubicBezTo>
                      <a:pt x="6428" y="10563"/>
                      <a:pt x="3870" y="8074"/>
                      <a:pt x="3669" y="7939"/>
                    </a:cubicBezTo>
                    <a:cubicBezTo>
                      <a:pt x="3467" y="7804"/>
                      <a:pt x="0" y="4743"/>
                      <a:pt x="0" y="4743"/>
                    </a:cubicBezTo>
                    <a:cubicBezTo>
                      <a:pt x="0" y="4743"/>
                      <a:pt x="505" y="2725"/>
                      <a:pt x="741" y="2557"/>
                    </a:cubicBezTo>
                    <a:cubicBezTo>
                      <a:pt x="942" y="2422"/>
                      <a:pt x="2322" y="471"/>
                      <a:pt x="2322" y="471"/>
                    </a:cubicBezTo>
                    <a:lnTo>
                      <a:pt x="4712" y="0"/>
                    </a:lnTo>
                    <a:close/>
                  </a:path>
                </a:pathLst>
              </a:custGeom>
              <a:grpFill/>
              <a:ln w="6350" cap="flat">
                <a:solidFill>
                  <a:schemeClr val="bg1"/>
                </a:solidFill>
                <a:prstDash val="solid"/>
                <a:miter/>
              </a:ln>
            </p:spPr>
            <p:txBody>
              <a:bodyPr rtlCol="0" anchor="ctr"/>
              <a:lstStyle/>
              <a:p>
                <a:endParaRPr lang="en-US"/>
              </a:p>
            </p:txBody>
          </p:sp>
          <p:sp>
            <p:nvSpPr>
              <p:cNvPr id="245" name="Freeform 962">
                <a:extLst>
                  <a:ext uri="{FF2B5EF4-FFF2-40B4-BE49-F238E27FC236}">
                    <a16:creationId xmlns:a16="http://schemas.microsoft.com/office/drawing/2014/main" id="{2034FBAB-6257-0028-3337-517CB87DD9AE}"/>
                  </a:ext>
                </a:extLst>
              </p:cNvPr>
              <p:cNvSpPr/>
              <p:nvPr/>
            </p:nvSpPr>
            <p:spPr>
              <a:xfrm>
                <a:off x="6383860" y="2679295"/>
                <a:ext cx="13462" cy="7737"/>
              </a:xfrm>
              <a:custGeom>
                <a:avLst/>
                <a:gdLst>
                  <a:gd name="connsiteX0" fmla="*/ 5251 w 13462"/>
                  <a:gd name="connsiteY0" fmla="*/ 6257 h 7737"/>
                  <a:gd name="connsiteX1" fmla="*/ 10367 w 13462"/>
                  <a:gd name="connsiteY1" fmla="*/ 7737 h 7737"/>
                  <a:gd name="connsiteX2" fmla="*/ 13463 w 13462"/>
                  <a:gd name="connsiteY2" fmla="*/ 7737 h 7737"/>
                  <a:gd name="connsiteX3" fmla="*/ 13463 w 13462"/>
                  <a:gd name="connsiteY3" fmla="*/ 5349 h 7737"/>
                  <a:gd name="connsiteX4" fmla="*/ 13463 w 13462"/>
                  <a:gd name="connsiteY4" fmla="*/ 3398 h 7737"/>
                  <a:gd name="connsiteX5" fmla="*/ 12218 w 13462"/>
                  <a:gd name="connsiteY5" fmla="*/ 1514 h 7737"/>
                  <a:gd name="connsiteX6" fmla="*/ 7742 w 13462"/>
                  <a:gd name="connsiteY6" fmla="*/ 0 h 7737"/>
                  <a:gd name="connsiteX7" fmla="*/ 3165 w 13462"/>
                  <a:gd name="connsiteY7" fmla="*/ 1144 h 7737"/>
                  <a:gd name="connsiteX8" fmla="*/ 1 w 13462"/>
                  <a:gd name="connsiteY8" fmla="*/ 2994 h 7737"/>
                  <a:gd name="connsiteX9" fmla="*/ 3165 w 13462"/>
                  <a:gd name="connsiteY9" fmla="*/ 5719 h 7737"/>
                  <a:gd name="connsiteX10" fmla="*/ 5251 w 13462"/>
                  <a:gd name="connsiteY10" fmla="*/ 625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62" h="7737">
                    <a:moveTo>
                      <a:pt x="5251" y="6257"/>
                    </a:moveTo>
                    <a:lnTo>
                      <a:pt x="10367" y="7737"/>
                    </a:lnTo>
                    <a:lnTo>
                      <a:pt x="13463" y="7737"/>
                    </a:lnTo>
                    <a:lnTo>
                      <a:pt x="13463" y="5349"/>
                    </a:lnTo>
                    <a:lnTo>
                      <a:pt x="13463" y="3398"/>
                    </a:lnTo>
                    <a:lnTo>
                      <a:pt x="12218" y="1514"/>
                    </a:lnTo>
                    <a:lnTo>
                      <a:pt x="7742" y="0"/>
                    </a:lnTo>
                    <a:cubicBezTo>
                      <a:pt x="7742" y="0"/>
                      <a:pt x="3400" y="1076"/>
                      <a:pt x="3165" y="1144"/>
                    </a:cubicBezTo>
                    <a:cubicBezTo>
                      <a:pt x="2963" y="1211"/>
                      <a:pt x="-66" y="2153"/>
                      <a:pt x="1" y="2994"/>
                    </a:cubicBezTo>
                    <a:cubicBezTo>
                      <a:pt x="68" y="3835"/>
                      <a:pt x="3165" y="5719"/>
                      <a:pt x="3165" y="5719"/>
                    </a:cubicBezTo>
                    <a:lnTo>
                      <a:pt x="5251" y="6257"/>
                    </a:lnTo>
                    <a:close/>
                  </a:path>
                </a:pathLst>
              </a:custGeom>
              <a:grpFill/>
              <a:ln w="6350" cap="flat">
                <a:solidFill>
                  <a:schemeClr val="bg1"/>
                </a:solidFill>
                <a:prstDash val="solid"/>
                <a:miter/>
              </a:ln>
            </p:spPr>
            <p:txBody>
              <a:bodyPr rtlCol="0" anchor="ctr"/>
              <a:lstStyle/>
              <a:p>
                <a:endParaRPr lang="en-US"/>
              </a:p>
            </p:txBody>
          </p:sp>
          <p:sp>
            <p:nvSpPr>
              <p:cNvPr id="246" name="Freeform 963">
                <a:extLst>
                  <a:ext uri="{FF2B5EF4-FFF2-40B4-BE49-F238E27FC236}">
                    <a16:creationId xmlns:a16="http://schemas.microsoft.com/office/drawing/2014/main" id="{5080BF36-7BAD-02F9-7032-882A421FE0BA}"/>
                  </a:ext>
                </a:extLst>
              </p:cNvPr>
              <p:cNvSpPr/>
              <p:nvPr/>
            </p:nvSpPr>
            <p:spPr>
              <a:xfrm>
                <a:off x="6293506" y="2985046"/>
                <a:ext cx="6636" cy="17013"/>
              </a:xfrm>
              <a:custGeom>
                <a:avLst/>
                <a:gdLst>
                  <a:gd name="connsiteX0" fmla="*/ 4637 w 6636"/>
                  <a:gd name="connsiteY0" fmla="*/ 0 h 17013"/>
                  <a:gd name="connsiteX1" fmla="*/ 2584 w 6636"/>
                  <a:gd name="connsiteY1" fmla="*/ 6055 h 17013"/>
                  <a:gd name="connsiteX2" fmla="*/ 26 w 6636"/>
                  <a:gd name="connsiteY2" fmla="*/ 11337 h 17013"/>
                  <a:gd name="connsiteX3" fmla="*/ 1439 w 6636"/>
                  <a:gd name="connsiteY3" fmla="*/ 16652 h 17013"/>
                  <a:gd name="connsiteX4" fmla="*/ 6420 w 6636"/>
                  <a:gd name="connsiteY4" fmla="*/ 16618 h 17013"/>
                  <a:gd name="connsiteX5" fmla="*/ 6353 w 6636"/>
                  <a:gd name="connsiteY5" fmla="*/ 12682 h 17013"/>
                  <a:gd name="connsiteX6" fmla="*/ 6454 w 6636"/>
                  <a:gd name="connsiteY6" fmla="*/ 10058 h 17013"/>
                  <a:gd name="connsiteX7" fmla="*/ 6454 w 6636"/>
                  <a:gd name="connsiteY7" fmla="*/ 5281 h 17013"/>
                  <a:gd name="connsiteX8" fmla="*/ 4637 w 6636"/>
                  <a:gd name="connsiteY8" fmla="*/ 0 h 1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6" h="17013">
                    <a:moveTo>
                      <a:pt x="4637" y="0"/>
                    </a:moveTo>
                    <a:lnTo>
                      <a:pt x="2584" y="6055"/>
                    </a:lnTo>
                    <a:lnTo>
                      <a:pt x="26" y="11337"/>
                    </a:lnTo>
                    <a:cubicBezTo>
                      <a:pt x="26" y="11337"/>
                      <a:pt x="-311" y="16214"/>
                      <a:pt x="1439" y="16652"/>
                    </a:cubicBezTo>
                    <a:cubicBezTo>
                      <a:pt x="3189" y="17089"/>
                      <a:pt x="6286" y="17190"/>
                      <a:pt x="6420" y="16618"/>
                    </a:cubicBezTo>
                    <a:cubicBezTo>
                      <a:pt x="6555" y="16046"/>
                      <a:pt x="5781" y="13994"/>
                      <a:pt x="6353" y="12682"/>
                    </a:cubicBezTo>
                    <a:cubicBezTo>
                      <a:pt x="6925" y="11370"/>
                      <a:pt x="6454" y="11068"/>
                      <a:pt x="6454" y="10058"/>
                    </a:cubicBezTo>
                    <a:cubicBezTo>
                      <a:pt x="6454" y="9049"/>
                      <a:pt x="6454" y="5281"/>
                      <a:pt x="6454" y="5281"/>
                    </a:cubicBezTo>
                    <a:lnTo>
                      <a:pt x="4637" y="0"/>
                    </a:lnTo>
                    <a:close/>
                  </a:path>
                </a:pathLst>
              </a:custGeom>
              <a:grpFill/>
              <a:ln w="6350" cap="flat">
                <a:solidFill>
                  <a:schemeClr val="bg1"/>
                </a:solidFill>
                <a:prstDash val="solid"/>
                <a:miter/>
              </a:ln>
            </p:spPr>
            <p:txBody>
              <a:bodyPr rtlCol="0" anchor="ctr"/>
              <a:lstStyle/>
              <a:p>
                <a:endParaRPr lang="en-US"/>
              </a:p>
            </p:txBody>
          </p:sp>
          <p:sp>
            <p:nvSpPr>
              <p:cNvPr id="247" name="Freeform 964">
                <a:extLst>
                  <a:ext uri="{FF2B5EF4-FFF2-40B4-BE49-F238E27FC236}">
                    <a16:creationId xmlns:a16="http://schemas.microsoft.com/office/drawing/2014/main" id="{F258DD4F-E641-582D-B030-DADA47001616}"/>
                  </a:ext>
                </a:extLst>
              </p:cNvPr>
              <p:cNvSpPr/>
              <p:nvPr/>
            </p:nvSpPr>
            <p:spPr>
              <a:xfrm>
                <a:off x="6303999" y="2993355"/>
                <a:ext cx="8514" cy="10024"/>
              </a:xfrm>
              <a:custGeom>
                <a:avLst/>
                <a:gdLst>
                  <a:gd name="connsiteX0" fmla="*/ 1009 w 8514"/>
                  <a:gd name="connsiteY0" fmla="*/ 1615 h 10024"/>
                  <a:gd name="connsiteX1" fmla="*/ 0 w 8514"/>
                  <a:gd name="connsiteY1" fmla="*/ 6257 h 10024"/>
                  <a:gd name="connsiteX2" fmla="*/ 2591 w 8514"/>
                  <a:gd name="connsiteY2" fmla="*/ 10025 h 10024"/>
                  <a:gd name="connsiteX3" fmla="*/ 5486 w 8514"/>
                  <a:gd name="connsiteY3" fmla="*/ 10025 h 10024"/>
                  <a:gd name="connsiteX4" fmla="*/ 8515 w 8514"/>
                  <a:gd name="connsiteY4" fmla="*/ 3633 h 10024"/>
                  <a:gd name="connsiteX5" fmla="*/ 4241 w 8514"/>
                  <a:gd name="connsiteY5" fmla="*/ 0 h 10024"/>
                  <a:gd name="connsiteX6" fmla="*/ 1009 w 8514"/>
                  <a:gd name="connsiteY6" fmla="*/ 1615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4" h="10024">
                    <a:moveTo>
                      <a:pt x="1009" y="1615"/>
                    </a:moveTo>
                    <a:lnTo>
                      <a:pt x="0" y="6257"/>
                    </a:lnTo>
                    <a:cubicBezTo>
                      <a:pt x="0" y="6257"/>
                      <a:pt x="2188" y="10025"/>
                      <a:pt x="2591" y="10025"/>
                    </a:cubicBezTo>
                    <a:cubicBezTo>
                      <a:pt x="3029" y="10025"/>
                      <a:pt x="5486" y="10025"/>
                      <a:pt x="5486" y="10025"/>
                    </a:cubicBezTo>
                    <a:lnTo>
                      <a:pt x="8515" y="3633"/>
                    </a:lnTo>
                    <a:lnTo>
                      <a:pt x="4241" y="0"/>
                    </a:lnTo>
                    <a:lnTo>
                      <a:pt x="1009" y="1615"/>
                    </a:lnTo>
                    <a:close/>
                  </a:path>
                </a:pathLst>
              </a:custGeom>
              <a:grpFill/>
              <a:ln w="6350" cap="flat">
                <a:solidFill>
                  <a:schemeClr val="bg1"/>
                </a:solidFill>
                <a:prstDash val="solid"/>
                <a:miter/>
              </a:ln>
            </p:spPr>
            <p:txBody>
              <a:bodyPr rtlCol="0" anchor="ctr"/>
              <a:lstStyle/>
              <a:p>
                <a:endParaRPr lang="en-US"/>
              </a:p>
            </p:txBody>
          </p:sp>
        </p:grpSp>
        <p:grpSp>
          <p:nvGrpSpPr>
            <p:cNvPr id="169" name="Graphic 11">
              <a:extLst>
                <a:ext uri="{FF2B5EF4-FFF2-40B4-BE49-F238E27FC236}">
                  <a16:creationId xmlns:a16="http://schemas.microsoft.com/office/drawing/2014/main" id="{A828EDEA-F069-B94C-126E-E8E20F69B095}"/>
                </a:ext>
              </a:extLst>
            </p:cNvPr>
            <p:cNvGrpSpPr/>
            <p:nvPr/>
          </p:nvGrpSpPr>
          <p:grpSpPr>
            <a:xfrm>
              <a:off x="8062252" y="3205115"/>
              <a:ext cx="235051" cy="285269"/>
              <a:chOff x="5786997" y="2961498"/>
              <a:chExt cx="451274" cy="547687"/>
            </a:xfrm>
            <a:grpFill/>
          </p:grpSpPr>
          <p:sp>
            <p:nvSpPr>
              <p:cNvPr id="227" name="Freeform 944">
                <a:extLst>
                  <a:ext uri="{FF2B5EF4-FFF2-40B4-BE49-F238E27FC236}">
                    <a16:creationId xmlns:a16="http://schemas.microsoft.com/office/drawing/2014/main" id="{DA7A22D1-F418-C4CE-CCB2-E9DD10A43B21}"/>
                  </a:ext>
                </a:extLst>
              </p:cNvPr>
              <p:cNvSpPr/>
              <p:nvPr/>
            </p:nvSpPr>
            <p:spPr>
              <a:xfrm>
                <a:off x="5786997" y="2961498"/>
                <a:ext cx="451274" cy="536619"/>
              </a:xfrm>
              <a:custGeom>
                <a:avLst/>
                <a:gdLst>
                  <a:gd name="connsiteX0" fmla="*/ 451005 w 451274"/>
                  <a:gd name="connsiteY0" fmla="*/ 110977 h 536619"/>
                  <a:gd name="connsiteX1" fmla="*/ 449255 w 451274"/>
                  <a:gd name="connsiteY1" fmla="*/ 109228 h 536619"/>
                  <a:gd name="connsiteX2" fmla="*/ 445116 w 451274"/>
                  <a:gd name="connsiteY2" fmla="*/ 105326 h 536619"/>
                  <a:gd name="connsiteX3" fmla="*/ 445116 w 451274"/>
                  <a:gd name="connsiteY3" fmla="*/ 100313 h 536619"/>
                  <a:gd name="connsiteX4" fmla="*/ 441649 w 451274"/>
                  <a:gd name="connsiteY4" fmla="*/ 93787 h 536619"/>
                  <a:gd name="connsiteX5" fmla="*/ 440572 w 451274"/>
                  <a:gd name="connsiteY5" fmla="*/ 88371 h 536619"/>
                  <a:gd name="connsiteX6" fmla="*/ 437510 w 451274"/>
                  <a:gd name="connsiteY6" fmla="*/ 84032 h 536619"/>
                  <a:gd name="connsiteX7" fmla="*/ 427514 w 451274"/>
                  <a:gd name="connsiteY7" fmla="*/ 82283 h 536619"/>
                  <a:gd name="connsiteX8" fmla="*/ 416643 w 451274"/>
                  <a:gd name="connsiteY8" fmla="*/ 83796 h 536619"/>
                  <a:gd name="connsiteX9" fmla="*/ 410350 w 451274"/>
                  <a:gd name="connsiteY9" fmla="*/ 87059 h 536619"/>
                  <a:gd name="connsiteX10" fmla="*/ 405134 w 451274"/>
                  <a:gd name="connsiteY10" fmla="*/ 93787 h 536619"/>
                  <a:gd name="connsiteX11" fmla="*/ 401432 w 451274"/>
                  <a:gd name="connsiteY11" fmla="*/ 99203 h 536619"/>
                  <a:gd name="connsiteX12" fmla="*/ 394701 w 451274"/>
                  <a:gd name="connsiteY12" fmla="*/ 100953 h 536619"/>
                  <a:gd name="connsiteX13" fmla="*/ 387533 w 451274"/>
                  <a:gd name="connsiteY13" fmla="*/ 102029 h 536619"/>
                  <a:gd name="connsiteX14" fmla="*/ 381206 w 451274"/>
                  <a:gd name="connsiteY14" fmla="*/ 100280 h 536619"/>
                  <a:gd name="connsiteX15" fmla="*/ 378580 w 451274"/>
                  <a:gd name="connsiteY15" fmla="*/ 94830 h 536619"/>
                  <a:gd name="connsiteX16" fmla="*/ 375114 w 451274"/>
                  <a:gd name="connsiteY16" fmla="*/ 87867 h 536619"/>
                  <a:gd name="connsiteX17" fmla="*/ 370772 w 451274"/>
                  <a:gd name="connsiteY17" fmla="*/ 80264 h 536619"/>
                  <a:gd name="connsiteX18" fmla="*/ 368820 w 451274"/>
                  <a:gd name="connsiteY18" fmla="*/ 71350 h 536619"/>
                  <a:gd name="connsiteX19" fmla="*/ 364681 w 451274"/>
                  <a:gd name="connsiteY19" fmla="*/ 64386 h 536619"/>
                  <a:gd name="connsiteX20" fmla="*/ 358589 w 451274"/>
                  <a:gd name="connsiteY20" fmla="*/ 65463 h 536619"/>
                  <a:gd name="connsiteX21" fmla="*/ 355965 w 451274"/>
                  <a:gd name="connsiteY21" fmla="*/ 68087 h 536619"/>
                  <a:gd name="connsiteX22" fmla="*/ 354214 w 451274"/>
                  <a:gd name="connsiteY22" fmla="*/ 73503 h 536619"/>
                  <a:gd name="connsiteX23" fmla="*/ 350310 w 451274"/>
                  <a:gd name="connsiteY23" fmla="*/ 80029 h 536619"/>
                  <a:gd name="connsiteX24" fmla="*/ 346171 w 451274"/>
                  <a:gd name="connsiteY24" fmla="*/ 81105 h 536619"/>
                  <a:gd name="connsiteX25" fmla="*/ 342469 w 451274"/>
                  <a:gd name="connsiteY25" fmla="*/ 84368 h 536619"/>
                  <a:gd name="connsiteX26" fmla="*/ 342469 w 451274"/>
                  <a:gd name="connsiteY26" fmla="*/ 87396 h 536619"/>
                  <a:gd name="connsiteX27" fmla="*/ 335502 w 451274"/>
                  <a:gd name="connsiteY27" fmla="*/ 95234 h 536619"/>
                  <a:gd name="connsiteX28" fmla="*/ 329849 w 451274"/>
                  <a:gd name="connsiteY28" fmla="*/ 98261 h 536619"/>
                  <a:gd name="connsiteX29" fmla="*/ 322882 w 451274"/>
                  <a:gd name="connsiteY29" fmla="*/ 98261 h 536619"/>
                  <a:gd name="connsiteX30" fmla="*/ 322243 w 451274"/>
                  <a:gd name="connsiteY30" fmla="*/ 93485 h 536619"/>
                  <a:gd name="connsiteX31" fmla="*/ 320290 w 451274"/>
                  <a:gd name="connsiteY31" fmla="*/ 88472 h 536619"/>
                  <a:gd name="connsiteX32" fmla="*/ 310295 w 451274"/>
                  <a:gd name="connsiteY32" fmla="*/ 88910 h 536619"/>
                  <a:gd name="connsiteX33" fmla="*/ 305718 w 451274"/>
                  <a:gd name="connsiteY33" fmla="*/ 90861 h 536619"/>
                  <a:gd name="connsiteX34" fmla="*/ 298752 w 451274"/>
                  <a:gd name="connsiteY34" fmla="*/ 93451 h 536619"/>
                  <a:gd name="connsiteX35" fmla="*/ 291583 w 451274"/>
                  <a:gd name="connsiteY35" fmla="*/ 90861 h 536619"/>
                  <a:gd name="connsiteX36" fmla="*/ 290271 w 451274"/>
                  <a:gd name="connsiteY36" fmla="*/ 84772 h 536619"/>
                  <a:gd name="connsiteX37" fmla="*/ 290069 w 451274"/>
                  <a:gd name="connsiteY37" fmla="*/ 74983 h 536619"/>
                  <a:gd name="connsiteX38" fmla="*/ 287040 w 451274"/>
                  <a:gd name="connsiteY38" fmla="*/ 65631 h 536619"/>
                  <a:gd name="connsiteX39" fmla="*/ 283977 w 451274"/>
                  <a:gd name="connsiteY39" fmla="*/ 56952 h 536619"/>
                  <a:gd name="connsiteX40" fmla="*/ 279400 w 451274"/>
                  <a:gd name="connsiteY40" fmla="*/ 47163 h 536619"/>
                  <a:gd name="connsiteX41" fmla="*/ 270482 w 451274"/>
                  <a:gd name="connsiteY41" fmla="*/ 33909 h 536619"/>
                  <a:gd name="connsiteX42" fmla="*/ 271559 w 451274"/>
                  <a:gd name="connsiteY42" fmla="*/ 24557 h 536619"/>
                  <a:gd name="connsiteX43" fmla="*/ 275261 w 451274"/>
                  <a:gd name="connsiteY43" fmla="*/ 17392 h 536619"/>
                  <a:gd name="connsiteX44" fmla="*/ 276338 w 451274"/>
                  <a:gd name="connsiteY44" fmla="*/ 7838 h 536619"/>
                  <a:gd name="connsiteX45" fmla="*/ 269371 w 451274"/>
                  <a:gd name="connsiteY45" fmla="*/ 0 h 536619"/>
                  <a:gd name="connsiteX46" fmla="*/ 262203 w 451274"/>
                  <a:gd name="connsiteY46" fmla="*/ 875 h 536619"/>
                  <a:gd name="connsiteX47" fmla="*/ 251770 w 451274"/>
                  <a:gd name="connsiteY47" fmla="*/ 5012 h 536619"/>
                  <a:gd name="connsiteX48" fmla="*/ 243726 w 451274"/>
                  <a:gd name="connsiteY48" fmla="*/ 7838 h 536619"/>
                  <a:gd name="connsiteX49" fmla="*/ 237197 w 451274"/>
                  <a:gd name="connsiteY49" fmla="*/ 5651 h 536619"/>
                  <a:gd name="connsiteX50" fmla="*/ 233496 w 451274"/>
                  <a:gd name="connsiteY50" fmla="*/ 6089 h 536619"/>
                  <a:gd name="connsiteX51" fmla="*/ 231981 w 451274"/>
                  <a:gd name="connsiteY51" fmla="*/ 7603 h 536619"/>
                  <a:gd name="connsiteX52" fmla="*/ 233496 w 451274"/>
                  <a:gd name="connsiteY52" fmla="*/ 13019 h 536619"/>
                  <a:gd name="connsiteX53" fmla="*/ 234135 w 451274"/>
                  <a:gd name="connsiteY53" fmla="*/ 16921 h 536619"/>
                  <a:gd name="connsiteX54" fmla="*/ 233697 w 451274"/>
                  <a:gd name="connsiteY54" fmla="*/ 24322 h 536619"/>
                  <a:gd name="connsiteX55" fmla="*/ 233260 w 451274"/>
                  <a:gd name="connsiteY55" fmla="*/ 24322 h 536619"/>
                  <a:gd name="connsiteX56" fmla="*/ 229995 w 451274"/>
                  <a:gd name="connsiteY56" fmla="*/ 25835 h 536619"/>
                  <a:gd name="connsiteX57" fmla="*/ 225014 w 451274"/>
                  <a:gd name="connsiteY57" fmla="*/ 29536 h 536619"/>
                  <a:gd name="connsiteX58" fmla="*/ 220000 w 451274"/>
                  <a:gd name="connsiteY58" fmla="*/ 29536 h 536619"/>
                  <a:gd name="connsiteX59" fmla="*/ 214582 w 451274"/>
                  <a:gd name="connsiteY59" fmla="*/ 32361 h 536619"/>
                  <a:gd name="connsiteX60" fmla="*/ 212832 w 451274"/>
                  <a:gd name="connsiteY60" fmla="*/ 33673 h 536619"/>
                  <a:gd name="connsiteX61" fmla="*/ 211754 w 451274"/>
                  <a:gd name="connsiteY61" fmla="*/ 39089 h 536619"/>
                  <a:gd name="connsiteX62" fmla="*/ 208726 w 451274"/>
                  <a:gd name="connsiteY62" fmla="*/ 41915 h 536619"/>
                  <a:gd name="connsiteX63" fmla="*/ 205697 w 451274"/>
                  <a:gd name="connsiteY63" fmla="*/ 40166 h 536619"/>
                  <a:gd name="connsiteX64" fmla="*/ 202634 w 451274"/>
                  <a:gd name="connsiteY64" fmla="*/ 37777 h 536619"/>
                  <a:gd name="connsiteX65" fmla="*/ 195466 w 451274"/>
                  <a:gd name="connsiteY65" fmla="*/ 41915 h 536619"/>
                  <a:gd name="connsiteX66" fmla="*/ 185235 w 451274"/>
                  <a:gd name="connsiteY66" fmla="*/ 46927 h 536619"/>
                  <a:gd name="connsiteX67" fmla="*/ 179816 w 451274"/>
                  <a:gd name="connsiteY67" fmla="*/ 52141 h 536619"/>
                  <a:gd name="connsiteX68" fmla="*/ 176788 w 451274"/>
                  <a:gd name="connsiteY68" fmla="*/ 55405 h 536619"/>
                  <a:gd name="connsiteX69" fmla="*/ 170932 w 451274"/>
                  <a:gd name="connsiteY69" fmla="*/ 58230 h 536619"/>
                  <a:gd name="connsiteX70" fmla="*/ 167667 w 451274"/>
                  <a:gd name="connsiteY70" fmla="*/ 60181 h 536619"/>
                  <a:gd name="connsiteX71" fmla="*/ 161576 w 451274"/>
                  <a:gd name="connsiteY71" fmla="*/ 59307 h 536619"/>
                  <a:gd name="connsiteX72" fmla="*/ 158109 w 451274"/>
                  <a:gd name="connsiteY72" fmla="*/ 53016 h 536619"/>
                  <a:gd name="connsiteX73" fmla="*/ 157234 w 451274"/>
                  <a:gd name="connsiteY73" fmla="*/ 47566 h 536619"/>
                  <a:gd name="connsiteX74" fmla="*/ 152017 w 451274"/>
                  <a:gd name="connsiteY74" fmla="*/ 45178 h 536619"/>
                  <a:gd name="connsiteX75" fmla="*/ 150268 w 451274"/>
                  <a:gd name="connsiteY75" fmla="*/ 45178 h 536619"/>
                  <a:gd name="connsiteX76" fmla="*/ 147676 w 451274"/>
                  <a:gd name="connsiteY76" fmla="*/ 48004 h 536619"/>
                  <a:gd name="connsiteX77" fmla="*/ 145287 w 451274"/>
                  <a:gd name="connsiteY77" fmla="*/ 50392 h 536619"/>
                  <a:gd name="connsiteX78" fmla="*/ 140508 w 451274"/>
                  <a:gd name="connsiteY78" fmla="*/ 53218 h 536619"/>
                  <a:gd name="connsiteX79" fmla="*/ 135291 w 451274"/>
                  <a:gd name="connsiteY79" fmla="*/ 54967 h 536619"/>
                  <a:gd name="connsiteX80" fmla="*/ 131589 w 451274"/>
                  <a:gd name="connsiteY80" fmla="*/ 58028 h 536619"/>
                  <a:gd name="connsiteX81" fmla="*/ 130950 w 451274"/>
                  <a:gd name="connsiteY81" fmla="*/ 60215 h 536619"/>
                  <a:gd name="connsiteX82" fmla="*/ 130513 w 451274"/>
                  <a:gd name="connsiteY82" fmla="*/ 67380 h 536619"/>
                  <a:gd name="connsiteX83" fmla="*/ 127685 w 451274"/>
                  <a:gd name="connsiteY83" fmla="*/ 71955 h 536619"/>
                  <a:gd name="connsiteX84" fmla="*/ 120719 w 451274"/>
                  <a:gd name="connsiteY84" fmla="*/ 77169 h 536619"/>
                  <a:gd name="connsiteX85" fmla="*/ 115502 w 451274"/>
                  <a:gd name="connsiteY85" fmla="*/ 79558 h 536619"/>
                  <a:gd name="connsiteX86" fmla="*/ 107896 w 451274"/>
                  <a:gd name="connsiteY86" fmla="*/ 83460 h 536619"/>
                  <a:gd name="connsiteX87" fmla="*/ 103757 w 451274"/>
                  <a:gd name="connsiteY87" fmla="*/ 87598 h 536619"/>
                  <a:gd name="connsiteX88" fmla="*/ 102680 w 451274"/>
                  <a:gd name="connsiteY88" fmla="*/ 92173 h 536619"/>
                  <a:gd name="connsiteX89" fmla="*/ 101368 w 451274"/>
                  <a:gd name="connsiteY89" fmla="*/ 95436 h 536619"/>
                  <a:gd name="connsiteX90" fmla="*/ 107661 w 451274"/>
                  <a:gd name="connsiteY90" fmla="*/ 98901 h 536619"/>
                  <a:gd name="connsiteX91" fmla="*/ 111565 w 451274"/>
                  <a:gd name="connsiteY91" fmla="*/ 100852 h 536619"/>
                  <a:gd name="connsiteX92" fmla="*/ 113752 w 451274"/>
                  <a:gd name="connsiteY92" fmla="*/ 104989 h 536619"/>
                  <a:gd name="connsiteX93" fmla="*/ 113551 w 451274"/>
                  <a:gd name="connsiteY93" fmla="*/ 110843 h 536619"/>
                  <a:gd name="connsiteX94" fmla="*/ 115940 w 451274"/>
                  <a:gd name="connsiteY94" fmla="*/ 114745 h 536619"/>
                  <a:gd name="connsiteX95" fmla="*/ 119204 w 451274"/>
                  <a:gd name="connsiteY95" fmla="*/ 115821 h 536619"/>
                  <a:gd name="connsiteX96" fmla="*/ 121594 w 451274"/>
                  <a:gd name="connsiteY96" fmla="*/ 120834 h 536619"/>
                  <a:gd name="connsiteX97" fmla="*/ 121594 w 451274"/>
                  <a:gd name="connsiteY97" fmla="*/ 124971 h 536619"/>
                  <a:gd name="connsiteX98" fmla="*/ 118666 w 451274"/>
                  <a:gd name="connsiteY98" fmla="*/ 129748 h 536619"/>
                  <a:gd name="connsiteX99" fmla="*/ 114627 w 451274"/>
                  <a:gd name="connsiteY99" fmla="*/ 133650 h 536619"/>
                  <a:gd name="connsiteX100" fmla="*/ 112238 w 451274"/>
                  <a:gd name="connsiteY100" fmla="*/ 139302 h 536619"/>
                  <a:gd name="connsiteX101" fmla="*/ 109646 w 451274"/>
                  <a:gd name="connsiteY101" fmla="*/ 144516 h 536619"/>
                  <a:gd name="connsiteX102" fmla="*/ 106820 w 451274"/>
                  <a:gd name="connsiteY102" fmla="*/ 146904 h 536619"/>
                  <a:gd name="connsiteX103" fmla="*/ 100526 w 451274"/>
                  <a:gd name="connsiteY103" fmla="*/ 153430 h 536619"/>
                  <a:gd name="connsiteX104" fmla="*/ 93997 w 451274"/>
                  <a:gd name="connsiteY104" fmla="*/ 154069 h 536619"/>
                  <a:gd name="connsiteX105" fmla="*/ 84877 w 451274"/>
                  <a:gd name="connsiteY105" fmla="*/ 155146 h 536619"/>
                  <a:gd name="connsiteX106" fmla="*/ 73804 w 451274"/>
                  <a:gd name="connsiteY106" fmla="*/ 162749 h 536619"/>
                  <a:gd name="connsiteX107" fmla="*/ 69463 w 451274"/>
                  <a:gd name="connsiteY107" fmla="*/ 168165 h 536619"/>
                  <a:gd name="connsiteX108" fmla="*/ 64684 w 451274"/>
                  <a:gd name="connsiteY108" fmla="*/ 172504 h 536619"/>
                  <a:gd name="connsiteX109" fmla="*/ 60780 w 451274"/>
                  <a:gd name="connsiteY109" fmla="*/ 180544 h 536619"/>
                  <a:gd name="connsiteX110" fmla="*/ 58593 w 451274"/>
                  <a:gd name="connsiteY110" fmla="*/ 183370 h 536619"/>
                  <a:gd name="connsiteX111" fmla="*/ 54689 w 451274"/>
                  <a:gd name="connsiteY111" fmla="*/ 185556 h 536619"/>
                  <a:gd name="connsiteX112" fmla="*/ 55126 w 451274"/>
                  <a:gd name="connsiteY112" fmla="*/ 191847 h 536619"/>
                  <a:gd name="connsiteX113" fmla="*/ 59703 w 451274"/>
                  <a:gd name="connsiteY113" fmla="*/ 195547 h 536619"/>
                  <a:gd name="connsiteX114" fmla="*/ 63170 w 451274"/>
                  <a:gd name="connsiteY114" fmla="*/ 203150 h 536619"/>
                  <a:gd name="connsiteX115" fmla="*/ 67747 w 451274"/>
                  <a:gd name="connsiteY115" fmla="*/ 209003 h 536619"/>
                  <a:gd name="connsiteX116" fmla="*/ 72088 w 451274"/>
                  <a:gd name="connsiteY116" fmla="*/ 215092 h 536619"/>
                  <a:gd name="connsiteX117" fmla="*/ 72728 w 451274"/>
                  <a:gd name="connsiteY117" fmla="*/ 220945 h 536619"/>
                  <a:gd name="connsiteX118" fmla="*/ 69699 w 451274"/>
                  <a:gd name="connsiteY118" fmla="*/ 225924 h 536619"/>
                  <a:gd name="connsiteX119" fmla="*/ 63843 w 451274"/>
                  <a:gd name="connsiteY119" fmla="*/ 228951 h 536619"/>
                  <a:gd name="connsiteX120" fmla="*/ 60578 w 451274"/>
                  <a:gd name="connsiteY120" fmla="*/ 231777 h 536619"/>
                  <a:gd name="connsiteX121" fmla="*/ 53410 w 451274"/>
                  <a:gd name="connsiteY121" fmla="*/ 236117 h 536619"/>
                  <a:gd name="connsiteX122" fmla="*/ 49708 w 451274"/>
                  <a:gd name="connsiteY122" fmla="*/ 241331 h 536619"/>
                  <a:gd name="connsiteX123" fmla="*/ 46881 w 451274"/>
                  <a:gd name="connsiteY123" fmla="*/ 247621 h 536619"/>
                  <a:gd name="connsiteX124" fmla="*/ 46881 w 451274"/>
                  <a:gd name="connsiteY124" fmla="*/ 250884 h 536619"/>
                  <a:gd name="connsiteX125" fmla="*/ 49506 w 451274"/>
                  <a:gd name="connsiteY125" fmla="*/ 255459 h 536619"/>
                  <a:gd name="connsiteX126" fmla="*/ 54722 w 451274"/>
                  <a:gd name="connsiteY126" fmla="*/ 255459 h 536619"/>
                  <a:gd name="connsiteX127" fmla="*/ 60376 w 451274"/>
                  <a:gd name="connsiteY127" fmla="*/ 255459 h 536619"/>
                  <a:gd name="connsiteX128" fmla="*/ 63203 w 451274"/>
                  <a:gd name="connsiteY128" fmla="*/ 257511 h 536619"/>
                  <a:gd name="connsiteX129" fmla="*/ 61891 w 451274"/>
                  <a:gd name="connsiteY129" fmla="*/ 261548 h 536619"/>
                  <a:gd name="connsiteX130" fmla="*/ 57112 w 451274"/>
                  <a:gd name="connsiteY130" fmla="*/ 264374 h 536619"/>
                  <a:gd name="connsiteX131" fmla="*/ 54958 w 451274"/>
                  <a:gd name="connsiteY131" fmla="*/ 265888 h 536619"/>
                  <a:gd name="connsiteX132" fmla="*/ 53006 w 451274"/>
                  <a:gd name="connsiteY132" fmla="*/ 268713 h 536619"/>
                  <a:gd name="connsiteX133" fmla="*/ 50179 w 451274"/>
                  <a:gd name="connsiteY133" fmla="*/ 274163 h 536619"/>
                  <a:gd name="connsiteX134" fmla="*/ 47352 w 451274"/>
                  <a:gd name="connsiteY134" fmla="*/ 279579 h 536619"/>
                  <a:gd name="connsiteX135" fmla="*/ 42775 w 451274"/>
                  <a:gd name="connsiteY135" fmla="*/ 282842 h 536619"/>
                  <a:gd name="connsiteX136" fmla="*/ 36044 w 451274"/>
                  <a:gd name="connsiteY136" fmla="*/ 287182 h 536619"/>
                  <a:gd name="connsiteX137" fmla="*/ 32342 w 451274"/>
                  <a:gd name="connsiteY137" fmla="*/ 288056 h 536619"/>
                  <a:gd name="connsiteX138" fmla="*/ 28203 w 451274"/>
                  <a:gd name="connsiteY138" fmla="*/ 291084 h 536619"/>
                  <a:gd name="connsiteX139" fmla="*/ 26049 w 451274"/>
                  <a:gd name="connsiteY139" fmla="*/ 296096 h 536619"/>
                  <a:gd name="connsiteX140" fmla="*/ 27361 w 451274"/>
                  <a:gd name="connsiteY140" fmla="*/ 301310 h 536619"/>
                  <a:gd name="connsiteX141" fmla="*/ 23895 w 451274"/>
                  <a:gd name="connsiteY141" fmla="*/ 310427 h 536619"/>
                  <a:gd name="connsiteX142" fmla="*/ 18241 w 451274"/>
                  <a:gd name="connsiteY142" fmla="*/ 313690 h 536619"/>
                  <a:gd name="connsiteX143" fmla="*/ 18443 w 451274"/>
                  <a:gd name="connsiteY143" fmla="*/ 320216 h 536619"/>
                  <a:gd name="connsiteX144" fmla="*/ 20193 w 451274"/>
                  <a:gd name="connsiteY144" fmla="*/ 325665 h 536619"/>
                  <a:gd name="connsiteX145" fmla="*/ 18039 w 451274"/>
                  <a:gd name="connsiteY145" fmla="*/ 331519 h 536619"/>
                  <a:gd name="connsiteX146" fmla="*/ 16928 w 451274"/>
                  <a:gd name="connsiteY146" fmla="*/ 342149 h 536619"/>
                  <a:gd name="connsiteX147" fmla="*/ 13899 w 451274"/>
                  <a:gd name="connsiteY147" fmla="*/ 354091 h 536619"/>
                  <a:gd name="connsiteX148" fmla="*/ 10635 w 451274"/>
                  <a:gd name="connsiteY148" fmla="*/ 361693 h 536619"/>
                  <a:gd name="connsiteX149" fmla="*/ 0 w 451274"/>
                  <a:gd name="connsiteY149" fmla="*/ 369296 h 536619"/>
                  <a:gd name="connsiteX150" fmla="*/ 0 w 451274"/>
                  <a:gd name="connsiteY150" fmla="*/ 376899 h 536619"/>
                  <a:gd name="connsiteX151" fmla="*/ 6966 w 451274"/>
                  <a:gd name="connsiteY151" fmla="*/ 383189 h 536619"/>
                  <a:gd name="connsiteX152" fmla="*/ 6966 w 451274"/>
                  <a:gd name="connsiteY152" fmla="*/ 390590 h 536619"/>
                  <a:gd name="connsiteX153" fmla="*/ 8919 w 451274"/>
                  <a:gd name="connsiteY153" fmla="*/ 400783 h 536619"/>
                  <a:gd name="connsiteX154" fmla="*/ 20664 w 451274"/>
                  <a:gd name="connsiteY154" fmla="*/ 407746 h 536619"/>
                  <a:gd name="connsiteX155" fmla="*/ 31736 w 451274"/>
                  <a:gd name="connsiteY155" fmla="*/ 412523 h 536619"/>
                  <a:gd name="connsiteX156" fmla="*/ 40015 w 451274"/>
                  <a:gd name="connsiteY156" fmla="*/ 412960 h 536619"/>
                  <a:gd name="connsiteX157" fmla="*/ 45905 w 451274"/>
                  <a:gd name="connsiteY157" fmla="*/ 410135 h 536619"/>
                  <a:gd name="connsiteX158" fmla="*/ 53073 w 451274"/>
                  <a:gd name="connsiteY158" fmla="*/ 408183 h 536619"/>
                  <a:gd name="connsiteX159" fmla="*/ 61319 w 451274"/>
                  <a:gd name="connsiteY159" fmla="*/ 410370 h 536619"/>
                  <a:gd name="connsiteX160" fmla="*/ 61319 w 451274"/>
                  <a:gd name="connsiteY160" fmla="*/ 413835 h 536619"/>
                  <a:gd name="connsiteX161" fmla="*/ 65660 w 451274"/>
                  <a:gd name="connsiteY161" fmla="*/ 418612 h 536619"/>
                  <a:gd name="connsiteX162" fmla="*/ 68925 w 451274"/>
                  <a:gd name="connsiteY162" fmla="*/ 424028 h 536619"/>
                  <a:gd name="connsiteX163" fmla="*/ 75218 w 451274"/>
                  <a:gd name="connsiteY163" fmla="*/ 428805 h 536619"/>
                  <a:gd name="connsiteX164" fmla="*/ 78920 w 451274"/>
                  <a:gd name="connsiteY164" fmla="*/ 431832 h 536619"/>
                  <a:gd name="connsiteX165" fmla="*/ 85213 w 451274"/>
                  <a:gd name="connsiteY165" fmla="*/ 428805 h 536619"/>
                  <a:gd name="connsiteX166" fmla="*/ 90228 w 451274"/>
                  <a:gd name="connsiteY166" fmla="*/ 424465 h 536619"/>
                  <a:gd name="connsiteX167" fmla="*/ 95882 w 451274"/>
                  <a:gd name="connsiteY167" fmla="*/ 420125 h 536619"/>
                  <a:gd name="connsiteX168" fmla="*/ 99146 w 451274"/>
                  <a:gd name="connsiteY168" fmla="*/ 416223 h 536619"/>
                  <a:gd name="connsiteX169" fmla="*/ 103925 w 451274"/>
                  <a:gd name="connsiteY169" fmla="*/ 418612 h 536619"/>
                  <a:gd name="connsiteX170" fmla="*/ 104363 w 451274"/>
                  <a:gd name="connsiteY170" fmla="*/ 421437 h 536619"/>
                  <a:gd name="connsiteX171" fmla="*/ 104363 w 451274"/>
                  <a:gd name="connsiteY171" fmla="*/ 426652 h 536619"/>
                  <a:gd name="connsiteX172" fmla="*/ 99146 w 451274"/>
                  <a:gd name="connsiteY172" fmla="*/ 431866 h 536619"/>
                  <a:gd name="connsiteX173" fmla="*/ 99146 w 451274"/>
                  <a:gd name="connsiteY173" fmla="*/ 440343 h 536619"/>
                  <a:gd name="connsiteX174" fmla="*/ 106113 w 451274"/>
                  <a:gd name="connsiteY174" fmla="*/ 445557 h 536619"/>
                  <a:gd name="connsiteX175" fmla="*/ 111969 w 451274"/>
                  <a:gd name="connsiteY175" fmla="*/ 454236 h 536619"/>
                  <a:gd name="connsiteX176" fmla="*/ 115872 w 451274"/>
                  <a:gd name="connsiteY176" fmla="*/ 462478 h 536619"/>
                  <a:gd name="connsiteX177" fmla="*/ 117825 w 451274"/>
                  <a:gd name="connsiteY177" fmla="*/ 466178 h 536619"/>
                  <a:gd name="connsiteX178" fmla="*/ 121728 w 451274"/>
                  <a:gd name="connsiteY178" fmla="*/ 470955 h 536619"/>
                  <a:gd name="connsiteX179" fmla="*/ 123478 w 451274"/>
                  <a:gd name="connsiteY179" fmla="*/ 478793 h 536619"/>
                  <a:gd name="connsiteX180" fmla="*/ 123478 w 451274"/>
                  <a:gd name="connsiteY180" fmla="*/ 484007 h 536619"/>
                  <a:gd name="connsiteX181" fmla="*/ 123478 w 451274"/>
                  <a:gd name="connsiteY181" fmla="*/ 489659 h 536619"/>
                  <a:gd name="connsiteX182" fmla="*/ 126406 w 451274"/>
                  <a:gd name="connsiteY182" fmla="*/ 497699 h 536619"/>
                  <a:gd name="connsiteX183" fmla="*/ 126070 w 451274"/>
                  <a:gd name="connsiteY183" fmla="*/ 502711 h 536619"/>
                  <a:gd name="connsiteX184" fmla="*/ 128695 w 451274"/>
                  <a:gd name="connsiteY184" fmla="*/ 509002 h 536619"/>
                  <a:gd name="connsiteX185" fmla="*/ 130209 w 451274"/>
                  <a:gd name="connsiteY185" fmla="*/ 516604 h 536619"/>
                  <a:gd name="connsiteX186" fmla="*/ 132801 w 451274"/>
                  <a:gd name="connsiteY186" fmla="*/ 524442 h 536619"/>
                  <a:gd name="connsiteX187" fmla="*/ 136940 w 451274"/>
                  <a:gd name="connsiteY187" fmla="*/ 529656 h 536619"/>
                  <a:gd name="connsiteX188" fmla="*/ 144546 w 451274"/>
                  <a:gd name="connsiteY188" fmla="*/ 536620 h 536619"/>
                  <a:gd name="connsiteX189" fmla="*/ 148686 w 451274"/>
                  <a:gd name="connsiteY189" fmla="*/ 535543 h 536619"/>
                  <a:gd name="connsiteX190" fmla="*/ 153700 w 451274"/>
                  <a:gd name="connsiteY190" fmla="*/ 532516 h 536619"/>
                  <a:gd name="connsiteX191" fmla="*/ 154777 w 451274"/>
                  <a:gd name="connsiteY191" fmla="*/ 531002 h 536619"/>
                  <a:gd name="connsiteX192" fmla="*/ 154777 w 451274"/>
                  <a:gd name="connsiteY192" fmla="*/ 527537 h 536619"/>
                  <a:gd name="connsiteX193" fmla="*/ 154777 w 451274"/>
                  <a:gd name="connsiteY193" fmla="*/ 521448 h 536619"/>
                  <a:gd name="connsiteX194" fmla="*/ 156191 w 451274"/>
                  <a:gd name="connsiteY194" fmla="*/ 516671 h 536619"/>
                  <a:gd name="connsiteX195" fmla="*/ 158244 w 451274"/>
                  <a:gd name="connsiteY195" fmla="*/ 519261 h 536619"/>
                  <a:gd name="connsiteX196" fmla="*/ 166927 w 451274"/>
                  <a:gd name="connsiteY196" fmla="*/ 518824 h 536619"/>
                  <a:gd name="connsiteX197" fmla="*/ 170393 w 451274"/>
                  <a:gd name="connsiteY197" fmla="*/ 517075 h 536619"/>
                  <a:gd name="connsiteX198" fmla="*/ 177562 w 451274"/>
                  <a:gd name="connsiteY198" fmla="*/ 513374 h 536619"/>
                  <a:gd name="connsiteX199" fmla="*/ 177763 w 451274"/>
                  <a:gd name="connsiteY199" fmla="*/ 509909 h 536619"/>
                  <a:gd name="connsiteX200" fmla="*/ 175374 w 451274"/>
                  <a:gd name="connsiteY200" fmla="*/ 507084 h 536619"/>
                  <a:gd name="connsiteX201" fmla="*/ 174061 w 451274"/>
                  <a:gd name="connsiteY201" fmla="*/ 503821 h 536619"/>
                  <a:gd name="connsiteX202" fmla="*/ 169047 w 451274"/>
                  <a:gd name="connsiteY202" fmla="*/ 501231 h 536619"/>
                  <a:gd name="connsiteX203" fmla="*/ 178167 w 451274"/>
                  <a:gd name="connsiteY203" fmla="*/ 500154 h 536619"/>
                  <a:gd name="connsiteX204" fmla="*/ 182509 w 451274"/>
                  <a:gd name="connsiteY204" fmla="*/ 501466 h 536619"/>
                  <a:gd name="connsiteX205" fmla="*/ 187725 w 451274"/>
                  <a:gd name="connsiteY205" fmla="*/ 504931 h 536619"/>
                  <a:gd name="connsiteX206" fmla="*/ 187725 w 451274"/>
                  <a:gd name="connsiteY206" fmla="*/ 513610 h 536619"/>
                  <a:gd name="connsiteX207" fmla="*/ 187725 w 451274"/>
                  <a:gd name="connsiteY207" fmla="*/ 518387 h 536619"/>
                  <a:gd name="connsiteX208" fmla="*/ 188600 w 451274"/>
                  <a:gd name="connsiteY208" fmla="*/ 521414 h 536619"/>
                  <a:gd name="connsiteX209" fmla="*/ 192740 w 451274"/>
                  <a:gd name="connsiteY209" fmla="*/ 521414 h 536619"/>
                  <a:gd name="connsiteX210" fmla="*/ 194692 w 451274"/>
                  <a:gd name="connsiteY210" fmla="*/ 517075 h 536619"/>
                  <a:gd name="connsiteX211" fmla="*/ 194692 w 451274"/>
                  <a:gd name="connsiteY211" fmla="*/ 513610 h 536619"/>
                  <a:gd name="connsiteX212" fmla="*/ 196004 w 451274"/>
                  <a:gd name="connsiteY212" fmla="*/ 509473 h 536619"/>
                  <a:gd name="connsiteX213" fmla="*/ 194692 w 451274"/>
                  <a:gd name="connsiteY213" fmla="*/ 506646 h 536619"/>
                  <a:gd name="connsiteX214" fmla="*/ 194692 w 451274"/>
                  <a:gd name="connsiteY214" fmla="*/ 503384 h 536619"/>
                  <a:gd name="connsiteX215" fmla="*/ 194692 w 451274"/>
                  <a:gd name="connsiteY215" fmla="*/ 494906 h 536619"/>
                  <a:gd name="connsiteX216" fmla="*/ 196879 w 451274"/>
                  <a:gd name="connsiteY216" fmla="*/ 491441 h 536619"/>
                  <a:gd name="connsiteX217" fmla="*/ 199908 w 451274"/>
                  <a:gd name="connsiteY217" fmla="*/ 486227 h 536619"/>
                  <a:gd name="connsiteX218" fmla="*/ 203374 w 451274"/>
                  <a:gd name="connsiteY218" fmla="*/ 486025 h 536619"/>
                  <a:gd name="connsiteX219" fmla="*/ 203374 w 451274"/>
                  <a:gd name="connsiteY219" fmla="*/ 488414 h 536619"/>
                  <a:gd name="connsiteX220" fmla="*/ 202836 w 451274"/>
                  <a:gd name="connsiteY220" fmla="*/ 494065 h 536619"/>
                  <a:gd name="connsiteX221" fmla="*/ 202062 w 451274"/>
                  <a:gd name="connsiteY221" fmla="*/ 500154 h 536619"/>
                  <a:gd name="connsiteX222" fmla="*/ 204687 w 451274"/>
                  <a:gd name="connsiteY222" fmla="*/ 502778 h 536619"/>
                  <a:gd name="connsiteX223" fmla="*/ 208154 w 451274"/>
                  <a:gd name="connsiteY223" fmla="*/ 498640 h 536619"/>
                  <a:gd name="connsiteX224" fmla="*/ 214447 w 451274"/>
                  <a:gd name="connsiteY224" fmla="*/ 492989 h 536619"/>
                  <a:gd name="connsiteX225" fmla="*/ 217274 w 451274"/>
                  <a:gd name="connsiteY225" fmla="*/ 487775 h 536619"/>
                  <a:gd name="connsiteX226" fmla="*/ 217274 w 451274"/>
                  <a:gd name="connsiteY226" fmla="*/ 481047 h 536619"/>
                  <a:gd name="connsiteX227" fmla="*/ 218250 w 451274"/>
                  <a:gd name="connsiteY227" fmla="*/ 474958 h 536619"/>
                  <a:gd name="connsiteX228" fmla="*/ 217038 w 451274"/>
                  <a:gd name="connsiteY228" fmla="*/ 472368 h 536619"/>
                  <a:gd name="connsiteX229" fmla="*/ 222894 w 451274"/>
                  <a:gd name="connsiteY229" fmla="*/ 471056 h 536619"/>
                  <a:gd name="connsiteX230" fmla="*/ 231173 w 451274"/>
                  <a:gd name="connsiteY230" fmla="*/ 471056 h 536619"/>
                  <a:gd name="connsiteX231" fmla="*/ 235750 w 451274"/>
                  <a:gd name="connsiteY231" fmla="*/ 467355 h 536619"/>
                  <a:gd name="connsiteX232" fmla="*/ 237500 w 451274"/>
                  <a:gd name="connsiteY232" fmla="*/ 463218 h 536619"/>
                  <a:gd name="connsiteX233" fmla="*/ 238375 w 451274"/>
                  <a:gd name="connsiteY233" fmla="*/ 457566 h 536619"/>
                  <a:gd name="connsiteX234" fmla="*/ 237298 w 451274"/>
                  <a:gd name="connsiteY234" fmla="*/ 453866 h 536619"/>
                  <a:gd name="connsiteX235" fmla="*/ 233597 w 451274"/>
                  <a:gd name="connsiteY235" fmla="*/ 453866 h 536619"/>
                  <a:gd name="connsiteX236" fmla="*/ 233394 w 451274"/>
                  <a:gd name="connsiteY236" fmla="*/ 449728 h 536619"/>
                  <a:gd name="connsiteX237" fmla="*/ 229255 w 451274"/>
                  <a:gd name="connsiteY237" fmla="*/ 446028 h 536619"/>
                  <a:gd name="connsiteX238" fmla="*/ 229693 w 451274"/>
                  <a:gd name="connsiteY238" fmla="*/ 441890 h 536619"/>
                  <a:gd name="connsiteX239" fmla="*/ 230130 w 451274"/>
                  <a:gd name="connsiteY239" fmla="*/ 438863 h 536619"/>
                  <a:gd name="connsiteX240" fmla="*/ 228817 w 451274"/>
                  <a:gd name="connsiteY240" fmla="*/ 435600 h 536619"/>
                  <a:gd name="connsiteX241" fmla="*/ 226866 w 451274"/>
                  <a:gd name="connsiteY241" fmla="*/ 432337 h 536619"/>
                  <a:gd name="connsiteX242" fmla="*/ 222962 w 451274"/>
                  <a:gd name="connsiteY242" fmla="*/ 427123 h 536619"/>
                  <a:gd name="connsiteX243" fmla="*/ 226462 w 451274"/>
                  <a:gd name="connsiteY243" fmla="*/ 424532 h 536619"/>
                  <a:gd name="connsiteX244" fmla="*/ 230164 w 451274"/>
                  <a:gd name="connsiteY244" fmla="*/ 423658 h 536619"/>
                  <a:gd name="connsiteX245" fmla="*/ 234303 w 451274"/>
                  <a:gd name="connsiteY245" fmla="*/ 423859 h 536619"/>
                  <a:gd name="connsiteX246" fmla="*/ 235380 w 451274"/>
                  <a:gd name="connsiteY246" fmla="*/ 428434 h 536619"/>
                  <a:gd name="connsiteX247" fmla="*/ 235380 w 451274"/>
                  <a:gd name="connsiteY247" fmla="*/ 435162 h 536619"/>
                  <a:gd name="connsiteX248" fmla="*/ 237332 w 451274"/>
                  <a:gd name="connsiteY248" fmla="*/ 439939 h 536619"/>
                  <a:gd name="connsiteX249" fmla="*/ 240798 w 451274"/>
                  <a:gd name="connsiteY249" fmla="*/ 439939 h 536619"/>
                  <a:gd name="connsiteX250" fmla="*/ 247529 w 451274"/>
                  <a:gd name="connsiteY250" fmla="*/ 438964 h 536619"/>
                  <a:gd name="connsiteX251" fmla="*/ 248169 w 451274"/>
                  <a:gd name="connsiteY251" fmla="*/ 435600 h 536619"/>
                  <a:gd name="connsiteX252" fmla="*/ 244702 w 451274"/>
                  <a:gd name="connsiteY252" fmla="*/ 429511 h 536619"/>
                  <a:gd name="connsiteX253" fmla="*/ 241875 w 451274"/>
                  <a:gd name="connsiteY253" fmla="*/ 425609 h 536619"/>
                  <a:gd name="connsiteX254" fmla="*/ 239924 w 451274"/>
                  <a:gd name="connsiteY254" fmla="*/ 419318 h 536619"/>
                  <a:gd name="connsiteX255" fmla="*/ 237971 w 451274"/>
                  <a:gd name="connsiteY255" fmla="*/ 413028 h 536619"/>
                  <a:gd name="connsiteX256" fmla="*/ 242313 w 451274"/>
                  <a:gd name="connsiteY256" fmla="*/ 417165 h 536619"/>
                  <a:gd name="connsiteX257" fmla="*/ 249919 w 451274"/>
                  <a:gd name="connsiteY257" fmla="*/ 424330 h 536619"/>
                  <a:gd name="connsiteX258" fmla="*/ 255371 w 451274"/>
                  <a:gd name="connsiteY258" fmla="*/ 423691 h 536619"/>
                  <a:gd name="connsiteX259" fmla="*/ 260587 w 451274"/>
                  <a:gd name="connsiteY259" fmla="*/ 420865 h 536619"/>
                  <a:gd name="connsiteX260" fmla="*/ 268833 w 451274"/>
                  <a:gd name="connsiteY260" fmla="*/ 420865 h 536619"/>
                  <a:gd name="connsiteX261" fmla="*/ 271222 w 451274"/>
                  <a:gd name="connsiteY261" fmla="*/ 421942 h 536619"/>
                  <a:gd name="connsiteX262" fmla="*/ 279266 w 451274"/>
                  <a:gd name="connsiteY262" fmla="*/ 425642 h 536619"/>
                  <a:gd name="connsiteX263" fmla="*/ 285794 w 451274"/>
                  <a:gd name="connsiteY263" fmla="*/ 427593 h 536619"/>
                  <a:gd name="connsiteX264" fmla="*/ 293199 w 451274"/>
                  <a:gd name="connsiteY264" fmla="*/ 425205 h 536619"/>
                  <a:gd name="connsiteX265" fmla="*/ 293838 w 451274"/>
                  <a:gd name="connsiteY265" fmla="*/ 419789 h 536619"/>
                  <a:gd name="connsiteX266" fmla="*/ 294915 w 451274"/>
                  <a:gd name="connsiteY266" fmla="*/ 413700 h 536619"/>
                  <a:gd name="connsiteX267" fmla="*/ 299492 w 451274"/>
                  <a:gd name="connsiteY267" fmla="*/ 408923 h 536619"/>
                  <a:gd name="connsiteX268" fmla="*/ 302756 w 451274"/>
                  <a:gd name="connsiteY268" fmla="*/ 407847 h 536619"/>
                  <a:gd name="connsiteX269" fmla="*/ 305583 w 451274"/>
                  <a:gd name="connsiteY269" fmla="*/ 405021 h 536619"/>
                  <a:gd name="connsiteX270" fmla="*/ 306223 w 451274"/>
                  <a:gd name="connsiteY270" fmla="*/ 400446 h 536619"/>
                  <a:gd name="connsiteX271" fmla="*/ 303194 w 451274"/>
                  <a:gd name="connsiteY271" fmla="*/ 396746 h 536619"/>
                  <a:gd name="connsiteX272" fmla="*/ 294511 w 451274"/>
                  <a:gd name="connsiteY272" fmla="*/ 395669 h 536619"/>
                  <a:gd name="connsiteX273" fmla="*/ 292122 w 451274"/>
                  <a:gd name="connsiteY273" fmla="*/ 392205 h 536619"/>
                  <a:gd name="connsiteX274" fmla="*/ 292122 w 451274"/>
                  <a:gd name="connsiteY274" fmla="*/ 389614 h 536619"/>
                  <a:gd name="connsiteX275" fmla="*/ 299963 w 451274"/>
                  <a:gd name="connsiteY275" fmla="*/ 389614 h 536619"/>
                  <a:gd name="connsiteX276" fmla="*/ 305180 w 451274"/>
                  <a:gd name="connsiteY276" fmla="*/ 389614 h 536619"/>
                  <a:gd name="connsiteX277" fmla="*/ 310396 w 451274"/>
                  <a:gd name="connsiteY277" fmla="*/ 386150 h 536619"/>
                  <a:gd name="connsiteX278" fmla="*/ 322579 w 451274"/>
                  <a:gd name="connsiteY278" fmla="*/ 386150 h 536619"/>
                  <a:gd name="connsiteX279" fmla="*/ 327594 w 451274"/>
                  <a:gd name="connsiteY279" fmla="*/ 386150 h 536619"/>
                  <a:gd name="connsiteX280" fmla="*/ 330623 w 451274"/>
                  <a:gd name="connsiteY280" fmla="*/ 381810 h 536619"/>
                  <a:gd name="connsiteX281" fmla="*/ 331296 w 451274"/>
                  <a:gd name="connsiteY281" fmla="*/ 372256 h 536619"/>
                  <a:gd name="connsiteX282" fmla="*/ 326719 w 451274"/>
                  <a:gd name="connsiteY282" fmla="*/ 367244 h 536619"/>
                  <a:gd name="connsiteX283" fmla="*/ 322579 w 451274"/>
                  <a:gd name="connsiteY283" fmla="*/ 365293 h 536619"/>
                  <a:gd name="connsiteX284" fmla="*/ 316488 w 451274"/>
                  <a:gd name="connsiteY284" fmla="*/ 365293 h 536619"/>
                  <a:gd name="connsiteX285" fmla="*/ 316488 w 451274"/>
                  <a:gd name="connsiteY285" fmla="*/ 360079 h 536619"/>
                  <a:gd name="connsiteX286" fmla="*/ 318541 w 451274"/>
                  <a:gd name="connsiteY286" fmla="*/ 355100 h 536619"/>
                  <a:gd name="connsiteX287" fmla="*/ 319954 w 451274"/>
                  <a:gd name="connsiteY287" fmla="*/ 350525 h 536619"/>
                  <a:gd name="connsiteX288" fmla="*/ 319954 w 451274"/>
                  <a:gd name="connsiteY288" fmla="*/ 345984 h 536619"/>
                  <a:gd name="connsiteX289" fmla="*/ 322680 w 451274"/>
                  <a:gd name="connsiteY289" fmla="*/ 343360 h 536619"/>
                  <a:gd name="connsiteX290" fmla="*/ 326921 w 451274"/>
                  <a:gd name="connsiteY290" fmla="*/ 343595 h 536619"/>
                  <a:gd name="connsiteX291" fmla="*/ 326921 w 451274"/>
                  <a:gd name="connsiteY291" fmla="*/ 348809 h 536619"/>
                  <a:gd name="connsiteX292" fmla="*/ 326921 w 451274"/>
                  <a:gd name="connsiteY292" fmla="*/ 354259 h 536619"/>
                  <a:gd name="connsiteX293" fmla="*/ 331599 w 451274"/>
                  <a:gd name="connsiteY293" fmla="*/ 358599 h 536619"/>
                  <a:gd name="connsiteX294" fmla="*/ 337151 w 451274"/>
                  <a:gd name="connsiteY294" fmla="*/ 357085 h 536619"/>
                  <a:gd name="connsiteX295" fmla="*/ 338901 w 451274"/>
                  <a:gd name="connsiteY295" fmla="*/ 355571 h 536619"/>
                  <a:gd name="connsiteX296" fmla="*/ 338700 w 451274"/>
                  <a:gd name="connsiteY296" fmla="*/ 347531 h 536619"/>
                  <a:gd name="connsiteX297" fmla="*/ 339575 w 451274"/>
                  <a:gd name="connsiteY297" fmla="*/ 344268 h 536619"/>
                  <a:gd name="connsiteX298" fmla="*/ 342200 w 451274"/>
                  <a:gd name="connsiteY298" fmla="*/ 342317 h 536619"/>
                  <a:gd name="connsiteX299" fmla="*/ 346541 w 451274"/>
                  <a:gd name="connsiteY299" fmla="*/ 344705 h 536619"/>
                  <a:gd name="connsiteX300" fmla="*/ 350681 w 451274"/>
                  <a:gd name="connsiteY300" fmla="*/ 347531 h 536619"/>
                  <a:gd name="connsiteX301" fmla="*/ 354585 w 451274"/>
                  <a:gd name="connsiteY301" fmla="*/ 346455 h 536619"/>
                  <a:gd name="connsiteX302" fmla="*/ 357849 w 451274"/>
                  <a:gd name="connsiteY302" fmla="*/ 341240 h 536619"/>
                  <a:gd name="connsiteX303" fmla="*/ 359801 w 451274"/>
                  <a:gd name="connsiteY303" fmla="*/ 337776 h 536619"/>
                  <a:gd name="connsiteX304" fmla="*/ 357412 w 451274"/>
                  <a:gd name="connsiteY304" fmla="*/ 332360 h 536619"/>
                  <a:gd name="connsiteX305" fmla="*/ 347181 w 451274"/>
                  <a:gd name="connsiteY305" fmla="*/ 332360 h 536619"/>
                  <a:gd name="connsiteX306" fmla="*/ 339575 w 451274"/>
                  <a:gd name="connsiteY306" fmla="*/ 326069 h 536619"/>
                  <a:gd name="connsiteX307" fmla="*/ 337185 w 451274"/>
                  <a:gd name="connsiteY307" fmla="*/ 320855 h 536619"/>
                  <a:gd name="connsiteX308" fmla="*/ 338262 w 451274"/>
                  <a:gd name="connsiteY308" fmla="*/ 316717 h 536619"/>
                  <a:gd name="connsiteX309" fmla="*/ 342839 w 451274"/>
                  <a:gd name="connsiteY309" fmla="*/ 316717 h 536619"/>
                  <a:gd name="connsiteX310" fmla="*/ 348291 w 451274"/>
                  <a:gd name="connsiteY310" fmla="*/ 318904 h 536619"/>
                  <a:gd name="connsiteX311" fmla="*/ 353710 w 451274"/>
                  <a:gd name="connsiteY311" fmla="*/ 321292 h 536619"/>
                  <a:gd name="connsiteX312" fmla="*/ 356536 w 451274"/>
                  <a:gd name="connsiteY312" fmla="*/ 321057 h 536619"/>
                  <a:gd name="connsiteX313" fmla="*/ 356536 w 451274"/>
                  <a:gd name="connsiteY313" fmla="*/ 311503 h 536619"/>
                  <a:gd name="connsiteX314" fmla="*/ 361113 w 451274"/>
                  <a:gd name="connsiteY314" fmla="*/ 303026 h 536619"/>
                  <a:gd name="connsiteX315" fmla="*/ 364378 w 451274"/>
                  <a:gd name="connsiteY315" fmla="*/ 305650 h 536619"/>
                  <a:gd name="connsiteX316" fmla="*/ 368282 w 451274"/>
                  <a:gd name="connsiteY316" fmla="*/ 309787 h 536619"/>
                  <a:gd name="connsiteX317" fmla="*/ 371984 w 451274"/>
                  <a:gd name="connsiteY317" fmla="*/ 315002 h 536619"/>
                  <a:gd name="connsiteX318" fmla="*/ 371547 w 451274"/>
                  <a:gd name="connsiteY318" fmla="*/ 320014 h 536619"/>
                  <a:gd name="connsiteX319" fmla="*/ 378278 w 451274"/>
                  <a:gd name="connsiteY319" fmla="*/ 327179 h 536619"/>
                  <a:gd name="connsiteX320" fmla="*/ 388071 w 451274"/>
                  <a:gd name="connsiteY320" fmla="*/ 327179 h 536619"/>
                  <a:gd name="connsiteX321" fmla="*/ 390662 w 451274"/>
                  <a:gd name="connsiteY321" fmla="*/ 324555 h 536619"/>
                  <a:gd name="connsiteX322" fmla="*/ 389350 w 451274"/>
                  <a:gd name="connsiteY322" fmla="*/ 318702 h 536619"/>
                  <a:gd name="connsiteX323" fmla="*/ 385884 w 451274"/>
                  <a:gd name="connsiteY323" fmla="*/ 308913 h 536619"/>
                  <a:gd name="connsiteX324" fmla="*/ 381542 w 451274"/>
                  <a:gd name="connsiteY324" fmla="*/ 304338 h 536619"/>
                  <a:gd name="connsiteX325" fmla="*/ 376527 w 451274"/>
                  <a:gd name="connsiteY325" fmla="*/ 297610 h 536619"/>
                  <a:gd name="connsiteX326" fmla="*/ 383898 w 451274"/>
                  <a:gd name="connsiteY326" fmla="*/ 297610 h 536619"/>
                  <a:gd name="connsiteX327" fmla="*/ 388475 w 451274"/>
                  <a:gd name="connsiteY327" fmla="*/ 295457 h 536619"/>
                  <a:gd name="connsiteX328" fmla="*/ 387600 w 451274"/>
                  <a:gd name="connsiteY328" fmla="*/ 289166 h 536619"/>
                  <a:gd name="connsiteX329" fmla="*/ 386725 w 451274"/>
                  <a:gd name="connsiteY329" fmla="*/ 283952 h 536619"/>
                  <a:gd name="connsiteX330" fmla="*/ 384335 w 451274"/>
                  <a:gd name="connsiteY330" fmla="*/ 275273 h 536619"/>
                  <a:gd name="connsiteX331" fmla="*/ 384537 w 451274"/>
                  <a:gd name="connsiteY331" fmla="*/ 268747 h 536619"/>
                  <a:gd name="connsiteX332" fmla="*/ 385177 w 451274"/>
                  <a:gd name="connsiteY332" fmla="*/ 266359 h 536619"/>
                  <a:gd name="connsiteX333" fmla="*/ 396249 w 451274"/>
                  <a:gd name="connsiteY333" fmla="*/ 266359 h 536619"/>
                  <a:gd name="connsiteX334" fmla="*/ 399749 w 451274"/>
                  <a:gd name="connsiteY334" fmla="*/ 262759 h 536619"/>
                  <a:gd name="connsiteX335" fmla="*/ 398672 w 451274"/>
                  <a:gd name="connsiteY335" fmla="*/ 257444 h 536619"/>
                  <a:gd name="connsiteX336" fmla="*/ 395206 w 451274"/>
                  <a:gd name="connsiteY336" fmla="*/ 251355 h 536619"/>
                  <a:gd name="connsiteX337" fmla="*/ 388677 w 451274"/>
                  <a:gd name="connsiteY337" fmla="*/ 248967 h 536619"/>
                  <a:gd name="connsiteX338" fmla="*/ 379994 w 451274"/>
                  <a:gd name="connsiteY338" fmla="*/ 248967 h 536619"/>
                  <a:gd name="connsiteX339" fmla="*/ 372826 w 451274"/>
                  <a:gd name="connsiteY339" fmla="*/ 248967 h 536619"/>
                  <a:gd name="connsiteX340" fmla="*/ 373902 w 451274"/>
                  <a:gd name="connsiteY340" fmla="*/ 245368 h 536619"/>
                  <a:gd name="connsiteX341" fmla="*/ 380869 w 451274"/>
                  <a:gd name="connsiteY341" fmla="*/ 238539 h 536619"/>
                  <a:gd name="connsiteX342" fmla="*/ 383696 w 451274"/>
                  <a:gd name="connsiteY342" fmla="*/ 234401 h 536619"/>
                  <a:gd name="connsiteX343" fmla="*/ 384571 w 451274"/>
                  <a:gd name="connsiteY343" fmla="*/ 225924 h 536619"/>
                  <a:gd name="connsiteX344" fmla="*/ 388273 w 451274"/>
                  <a:gd name="connsiteY344" fmla="*/ 220272 h 536619"/>
                  <a:gd name="connsiteX345" fmla="*/ 395441 w 451274"/>
                  <a:gd name="connsiteY345" fmla="*/ 218759 h 536619"/>
                  <a:gd name="connsiteX346" fmla="*/ 401095 w 451274"/>
                  <a:gd name="connsiteY346" fmla="*/ 216370 h 536619"/>
                  <a:gd name="connsiteX347" fmla="*/ 405639 w 451274"/>
                  <a:gd name="connsiteY347" fmla="*/ 216370 h 536619"/>
                  <a:gd name="connsiteX348" fmla="*/ 410417 w 451274"/>
                  <a:gd name="connsiteY348" fmla="*/ 213545 h 536619"/>
                  <a:gd name="connsiteX349" fmla="*/ 411730 w 451274"/>
                  <a:gd name="connsiteY349" fmla="*/ 207893 h 536619"/>
                  <a:gd name="connsiteX350" fmla="*/ 407591 w 451274"/>
                  <a:gd name="connsiteY350" fmla="*/ 203755 h 536619"/>
                  <a:gd name="connsiteX351" fmla="*/ 402811 w 451274"/>
                  <a:gd name="connsiteY351" fmla="*/ 202881 h 536619"/>
                  <a:gd name="connsiteX352" fmla="*/ 398033 w 451274"/>
                  <a:gd name="connsiteY352" fmla="*/ 204193 h 536619"/>
                  <a:gd name="connsiteX353" fmla="*/ 394768 w 451274"/>
                  <a:gd name="connsiteY353" fmla="*/ 207893 h 536619"/>
                  <a:gd name="connsiteX354" fmla="*/ 391706 w 451274"/>
                  <a:gd name="connsiteY354" fmla="*/ 211593 h 536619"/>
                  <a:gd name="connsiteX355" fmla="*/ 388677 w 451274"/>
                  <a:gd name="connsiteY355" fmla="*/ 213545 h 536619"/>
                  <a:gd name="connsiteX356" fmla="*/ 385782 w 451274"/>
                  <a:gd name="connsiteY356" fmla="*/ 211291 h 536619"/>
                  <a:gd name="connsiteX357" fmla="*/ 380869 w 451274"/>
                  <a:gd name="connsiteY357" fmla="*/ 208969 h 536619"/>
                  <a:gd name="connsiteX358" fmla="*/ 375652 w 451274"/>
                  <a:gd name="connsiteY358" fmla="*/ 204058 h 536619"/>
                  <a:gd name="connsiteX359" fmla="*/ 374777 w 451274"/>
                  <a:gd name="connsiteY359" fmla="*/ 200593 h 536619"/>
                  <a:gd name="connsiteX360" fmla="*/ 378244 w 451274"/>
                  <a:gd name="connsiteY360" fmla="*/ 198272 h 536619"/>
                  <a:gd name="connsiteX361" fmla="*/ 379994 w 451274"/>
                  <a:gd name="connsiteY361" fmla="*/ 196826 h 536619"/>
                  <a:gd name="connsiteX362" fmla="*/ 383191 w 451274"/>
                  <a:gd name="connsiteY362" fmla="*/ 196826 h 536619"/>
                  <a:gd name="connsiteX363" fmla="*/ 386388 w 451274"/>
                  <a:gd name="connsiteY363" fmla="*/ 200459 h 536619"/>
                  <a:gd name="connsiteX364" fmla="*/ 390461 w 451274"/>
                  <a:gd name="connsiteY364" fmla="*/ 202040 h 536619"/>
                  <a:gd name="connsiteX365" fmla="*/ 395374 w 451274"/>
                  <a:gd name="connsiteY365" fmla="*/ 202040 h 536619"/>
                  <a:gd name="connsiteX366" fmla="*/ 398268 w 451274"/>
                  <a:gd name="connsiteY366" fmla="*/ 199416 h 536619"/>
                  <a:gd name="connsiteX367" fmla="*/ 398268 w 451274"/>
                  <a:gd name="connsiteY367" fmla="*/ 193899 h 536619"/>
                  <a:gd name="connsiteX368" fmla="*/ 395509 w 451274"/>
                  <a:gd name="connsiteY368" fmla="*/ 190703 h 536619"/>
                  <a:gd name="connsiteX369" fmla="*/ 391302 w 451274"/>
                  <a:gd name="connsiteY369" fmla="*/ 185489 h 536619"/>
                  <a:gd name="connsiteX370" fmla="*/ 391302 w 451274"/>
                  <a:gd name="connsiteY370" fmla="*/ 182865 h 536619"/>
                  <a:gd name="connsiteX371" fmla="*/ 385580 w 451274"/>
                  <a:gd name="connsiteY371" fmla="*/ 179400 h 536619"/>
                  <a:gd name="connsiteX372" fmla="*/ 379119 w 451274"/>
                  <a:gd name="connsiteY372" fmla="*/ 178526 h 536619"/>
                  <a:gd name="connsiteX373" fmla="*/ 379119 w 451274"/>
                  <a:gd name="connsiteY373" fmla="*/ 177651 h 536619"/>
                  <a:gd name="connsiteX374" fmla="*/ 381878 w 451274"/>
                  <a:gd name="connsiteY374" fmla="*/ 175330 h 536619"/>
                  <a:gd name="connsiteX375" fmla="*/ 383460 w 451274"/>
                  <a:gd name="connsiteY375" fmla="*/ 172437 h 536619"/>
                  <a:gd name="connsiteX376" fmla="*/ 377941 w 451274"/>
                  <a:gd name="connsiteY376" fmla="*/ 172437 h 536619"/>
                  <a:gd name="connsiteX377" fmla="*/ 372152 w 451274"/>
                  <a:gd name="connsiteY377" fmla="*/ 169813 h 536619"/>
                  <a:gd name="connsiteX378" fmla="*/ 369527 w 451274"/>
                  <a:gd name="connsiteY378" fmla="*/ 165743 h 536619"/>
                  <a:gd name="connsiteX379" fmla="*/ 371849 w 451274"/>
                  <a:gd name="connsiteY379" fmla="*/ 162547 h 536619"/>
                  <a:gd name="connsiteX380" fmla="*/ 376763 w 451274"/>
                  <a:gd name="connsiteY380" fmla="*/ 165743 h 536619"/>
                  <a:gd name="connsiteX381" fmla="*/ 383730 w 451274"/>
                  <a:gd name="connsiteY381" fmla="*/ 168064 h 536619"/>
                  <a:gd name="connsiteX382" fmla="*/ 384032 w 451274"/>
                  <a:gd name="connsiteY382" fmla="*/ 165743 h 536619"/>
                  <a:gd name="connsiteX383" fmla="*/ 382585 w 451274"/>
                  <a:gd name="connsiteY383" fmla="*/ 162850 h 536619"/>
                  <a:gd name="connsiteX384" fmla="*/ 382585 w 451274"/>
                  <a:gd name="connsiteY384" fmla="*/ 157938 h 536619"/>
                  <a:gd name="connsiteX385" fmla="*/ 385042 w 451274"/>
                  <a:gd name="connsiteY385" fmla="*/ 158207 h 536619"/>
                  <a:gd name="connsiteX386" fmla="*/ 386927 w 451274"/>
                  <a:gd name="connsiteY386" fmla="*/ 158779 h 536619"/>
                  <a:gd name="connsiteX387" fmla="*/ 390124 w 451274"/>
                  <a:gd name="connsiteY387" fmla="*/ 156458 h 536619"/>
                  <a:gd name="connsiteX388" fmla="*/ 394768 w 451274"/>
                  <a:gd name="connsiteY388" fmla="*/ 157602 h 536619"/>
                  <a:gd name="connsiteX389" fmla="*/ 394768 w 451274"/>
                  <a:gd name="connsiteY389" fmla="*/ 164565 h 536619"/>
                  <a:gd name="connsiteX390" fmla="*/ 394768 w 451274"/>
                  <a:gd name="connsiteY390" fmla="*/ 170654 h 536619"/>
                  <a:gd name="connsiteX391" fmla="*/ 401735 w 451274"/>
                  <a:gd name="connsiteY391" fmla="*/ 170654 h 536619"/>
                  <a:gd name="connsiteX392" fmla="*/ 405201 w 451274"/>
                  <a:gd name="connsiteY392" fmla="*/ 169645 h 536619"/>
                  <a:gd name="connsiteX393" fmla="*/ 406648 w 451274"/>
                  <a:gd name="connsiteY393" fmla="*/ 166314 h 536619"/>
                  <a:gd name="connsiteX394" fmla="*/ 408667 w 451274"/>
                  <a:gd name="connsiteY394" fmla="*/ 160528 h 536619"/>
                  <a:gd name="connsiteX395" fmla="*/ 410990 w 451274"/>
                  <a:gd name="connsiteY395" fmla="*/ 159082 h 536619"/>
                  <a:gd name="connsiteX396" fmla="*/ 412740 w 451274"/>
                  <a:gd name="connsiteY396" fmla="*/ 159654 h 536619"/>
                  <a:gd name="connsiteX397" fmla="*/ 415062 w 451274"/>
                  <a:gd name="connsiteY397" fmla="*/ 162278 h 536619"/>
                  <a:gd name="connsiteX398" fmla="*/ 414490 w 451274"/>
                  <a:gd name="connsiteY398" fmla="*/ 164868 h 536619"/>
                  <a:gd name="connsiteX399" fmla="*/ 413918 w 451274"/>
                  <a:gd name="connsiteY399" fmla="*/ 167189 h 536619"/>
                  <a:gd name="connsiteX400" fmla="*/ 411293 w 451274"/>
                  <a:gd name="connsiteY400" fmla="*/ 170957 h 536619"/>
                  <a:gd name="connsiteX401" fmla="*/ 408095 w 451274"/>
                  <a:gd name="connsiteY401" fmla="*/ 173547 h 536619"/>
                  <a:gd name="connsiteX402" fmla="*/ 404326 w 451274"/>
                  <a:gd name="connsiteY402" fmla="*/ 177886 h 536619"/>
                  <a:gd name="connsiteX403" fmla="*/ 401701 w 451274"/>
                  <a:gd name="connsiteY403" fmla="*/ 183673 h 536619"/>
                  <a:gd name="connsiteX404" fmla="*/ 401701 w 451274"/>
                  <a:gd name="connsiteY404" fmla="*/ 185994 h 536619"/>
                  <a:gd name="connsiteX405" fmla="*/ 404461 w 451274"/>
                  <a:gd name="connsiteY405" fmla="*/ 190636 h 536619"/>
                  <a:gd name="connsiteX406" fmla="*/ 411562 w 451274"/>
                  <a:gd name="connsiteY406" fmla="*/ 187171 h 536619"/>
                  <a:gd name="connsiteX407" fmla="*/ 423745 w 451274"/>
                  <a:gd name="connsiteY407" fmla="*/ 181385 h 536619"/>
                  <a:gd name="connsiteX408" fmla="*/ 428389 w 451274"/>
                  <a:gd name="connsiteY408" fmla="*/ 174422 h 536619"/>
                  <a:gd name="connsiteX409" fmla="*/ 430409 w 451274"/>
                  <a:gd name="connsiteY409" fmla="*/ 168333 h 536619"/>
                  <a:gd name="connsiteX410" fmla="*/ 422567 w 451274"/>
                  <a:gd name="connsiteY410" fmla="*/ 159351 h 536619"/>
                  <a:gd name="connsiteX411" fmla="*/ 418797 w 451274"/>
                  <a:gd name="connsiteY411" fmla="*/ 152690 h 536619"/>
                  <a:gd name="connsiteX412" fmla="*/ 420817 w 451274"/>
                  <a:gd name="connsiteY412" fmla="*/ 147173 h 536619"/>
                  <a:gd name="connsiteX413" fmla="*/ 420817 w 451274"/>
                  <a:gd name="connsiteY413" fmla="*/ 142834 h 536619"/>
                  <a:gd name="connsiteX414" fmla="*/ 425158 w 451274"/>
                  <a:gd name="connsiteY414" fmla="*/ 140815 h 536619"/>
                  <a:gd name="connsiteX415" fmla="*/ 430375 w 451274"/>
                  <a:gd name="connsiteY415" fmla="*/ 141118 h 536619"/>
                  <a:gd name="connsiteX416" fmla="*/ 433841 w 451274"/>
                  <a:gd name="connsiteY416" fmla="*/ 142868 h 536619"/>
                  <a:gd name="connsiteX417" fmla="*/ 437611 w 451274"/>
                  <a:gd name="connsiteY417" fmla="*/ 142868 h 536619"/>
                  <a:gd name="connsiteX418" fmla="*/ 438890 w 451274"/>
                  <a:gd name="connsiteY418" fmla="*/ 139537 h 536619"/>
                  <a:gd name="connsiteX419" fmla="*/ 437307 w 451274"/>
                  <a:gd name="connsiteY419" fmla="*/ 135904 h 536619"/>
                  <a:gd name="connsiteX420" fmla="*/ 436736 w 451274"/>
                  <a:gd name="connsiteY420" fmla="*/ 133011 h 536619"/>
                  <a:gd name="connsiteX421" fmla="*/ 435288 w 451274"/>
                  <a:gd name="connsiteY421" fmla="*/ 124904 h 536619"/>
                  <a:gd name="connsiteX422" fmla="*/ 438890 w 451274"/>
                  <a:gd name="connsiteY422" fmla="*/ 123155 h 536619"/>
                  <a:gd name="connsiteX423" fmla="*/ 444846 w 451274"/>
                  <a:gd name="connsiteY423" fmla="*/ 120834 h 536619"/>
                  <a:gd name="connsiteX424" fmla="*/ 446293 w 451274"/>
                  <a:gd name="connsiteY424" fmla="*/ 115922 h 536619"/>
                  <a:gd name="connsiteX425" fmla="*/ 441952 w 451274"/>
                  <a:gd name="connsiteY425" fmla="*/ 111583 h 536619"/>
                  <a:gd name="connsiteX426" fmla="*/ 439058 w 451274"/>
                  <a:gd name="connsiteY426" fmla="*/ 108118 h 536619"/>
                  <a:gd name="connsiteX427" fmla="*/ 433841 w 451274"/>
                  <a:gd name="connsiteY427" fmla="*/ 108118 h 536619"/>
                  <a:gd name="connsiteX428" fmla="*/ 426875 w 451274"/>
                  <a:gd name="connsiteY428" fmla="*/ 106369 h 536619"/>
                  <a:gd name="connsiteX429" fmla="*/ 426572 w 451274"/>
                  <a:gd name="connsiteY429" fmla="*/ 106369 h 536619"/>
                  <a:gd name="connsiteX430" fmla="*/ 429466 w 451274"/>
                  <a:gd name="connsiteY430" fmla="*/ 101154 h 536619"/>
                  <a:gd name="connsiteX431" fmla="*/ 438721 w 451274"/>
                  <a:gd name="connsiteY431" fmla="*/ 102904 h 536619"/>
                  <a:gd name="connsiteX432" fmla="*/ 443635 w 451274"/>
                  <a:gd name="connsiteY432" fmla="*/ 108690 h 536619"/>
                  <a:gd name="connsiteX433" fmla="*/ 447673 w 451274"/>
                  <a:gd name="connsiteY433" fmla="*/ 111583 h 536619"/>
                  <a:gd name="connsiteX434" fmla="*/ 451139 w 451274"/>
                  <a:gd name="connsiteY434" fmla="*/ 111583 h 536619"/>
                  <a:gd name="connsiteX435" fmla="*/ 451274 w 451274"/>
                  <a:gd name="connsiteY435" fmla="*/ 111011 h 536619"/>
                  <a:gd name="connsiteX436" fmla="*/ 451005 w 451274"/>
                  <a:gd name="connsiteY436" fmla="*/ 110977 h 53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451274" h="536619">
                    <a:moveTo>
                      <a:pt x="451005" y="110977"/>
                    </a:moveTo>
                    <a:lnTo>
                      <a:pt x="449255" y="109228"/>
                    </a:lnTo>
                    <a:lnTo>
                      <a:pt x="445116" y="105326"/>
                    </a:lnTo>
                    <a:lnTo>
                      <a:pt x="445116" y="100313"/>
                    </a:lnTo>
                    <a:lnTo>
                      <a:pt x="441649" y="93787"/>
                    </a:lnTo>
                    <a:cubicBezTo>
                      <a:pt x="441649" y="93787"/>
                      <a:pt x="441211" y="89011"/>
                      <a:pt x="440572" y="88371"/>
                    </a:cubicBezTo>
                    <a:cubicBezTo>
                      <a:pt x="439899" y="87732"/>
                      <a:pt x="437510" y="84032"/>
                      <a:pt x="437510" y="84032"/>
                    </a:cubicBezTo>
                    <a:lnTo>
                      <a:pt x="427514" y="82283"/>
                    </a:lnTo>
                    <a:cubicBezTo>
                      <a:pt x="427514" y="82283"/>
                      <a:pt x="417283" y="83595"/>
                      <a:pt x="416643" y="83796"/>
                    </a:cubicBezTo>
                    <a:cubicBezTo>
                      <a:pt x="416004" y="83998"/>
                      <a:pt x="410350" y="87059"/>
                      <a:pt x="410350" y="87059"/>
                    </a:cubicBezTo>
                    <a:lnTo>
                      <a:pt x="405134" y="93787"/>
                    </a:lnTo>
                    <a:lnTo>
                      <a:pt x="401432" y="99203"/>
                    </a:lnTo>
                    <a:cubicBezTo>
                      <a:pt x="401432" y="99203"/>
                      <a:pt x="395340" y="100717"/>
                      <a:pt x="394701" y="100953"/>
                    </a:cubicBezTo>
                    <a:cubicBezTo>
                      <a:pt x="394028" y="101188"/>
                      <a:pt x="387533" y="102029"/>
                      <a:pt x="387533" y="102029"/>
                    </a:cubicBezTo>
                    <a:lnTo>
                      <a:pt x="381206" y="100280"/>
                    </a:lnTo>
                    <a:lnTo>
                      <a:pt x="378580" y="94830"/>
                    </a:lnTo>
                    <a:lnTo>
                      <a:pt x="375114" y="87867"/>
                    </a:lnTo>
                    <a:lnTo>
                      <a:pt x="370772" y="80264"/>
                    </a:lnTo>
                    <a:lnTo>
                      <a:pt x="368820" y="71350"/>
                    </a:lnTo>
                    <a:lnTo>
                      <a:pt x="364681" y="64386"/>
                    </a:lnTo>
                    <a:lnTo>
                      <a:pt x="358589" y="65463"/>
                    </a:lnTo>
                    <a:lnTo>
                      <a:pt x="355965" y="68087"/>
                    </a:lnTo>
                    <a:lnTo>
                      <a:pt x="354214" y="73503"/>
                    </a:lnTo>
                    <a:cubicBezTo>
                      <a:pt x="354214" y="73503"/>
                      <a:pt x="351185" y="80029"/>
                      <a:pt x="350310" y="80029"/>
                    </a:cubicBezTo>
                    <a:cubicBezTo>
                      <a:pt x="349435" y="80029"/>
                      <a:pt x="346171" y="81105"/>
                      <a:pt x="346171" y="81105"/>
                    </a:cubicBezTo>
                    <a:lnTo>
                      <a:pt x="342469" y="84368"/>
                    </a:lnTo>
                    <a:cubicBezTo>
                      <a:pt x="342469" y="84368"/>
                      <a:pt x="342469" y="85680"/>
                      <a:pt x="342469" y="87396"/>
                    </a:cubicBezTo>
                    <a:cubicBezTo>
                      <a:pt x="342469" y="89145"/>
                      <a:pt x="336377" y="94796"/>
                      <a:pt x="335502" y="95234"/>
                    </a:cubicBezTo>
                    <a:cubicBezTo>
                      <a:pt x="334627" y="95671"/>
                      <a:pt x="330724" y="97622"/>
                      <a:pt x="329849" y="98261"/>
                    </a:cubicBezTo>
                    <a:cubicBezTo>
                      <a:pt x="328974" y="98901"/>
                      <a:pt x="323555" y="98463"/>
                      <a:pt x="322882" y="98261"/>
                    </a:cubicBezTo>
                    <a:cubicBezTo>
                      <a:pt x="322243" y="98060"/>
                      <a:pt x="322243" y="93485"/>
                      <a:pt x="322243" y="93485"/>
                    </a:cubicBezTo>
                    <a:lnTo>
                      <a:pt x="320290" y="88472"/>
                    </a:lnTo>
                    <a:cubicBezTo>
                      <a:pt x="320290" y="88472"/>
                      <a:pt x="313762" y="88472"/>
                      <a:pt x="310295" y="88910"/>
                    </a:cubicBezTo>
                    <a:cubicBezTo>
                      <a:pt x="306829" y="89347"/>
                      <a:pt x="306593" y="90861"/>
                      <a:pt x="305718" y="90861"/>
                    </a:cubicBezTo>
                    <a:cubicBezTo>
                      <a:pt x="304843" y="90861"/>
                      <a:pt x="299425" y="93451"/>
                      <a:pt x="298752" y="93451"/>
                    </a:cubicBezTo>
                    <a:cubicBezTo>
                      <a:pt x="298112" y="93451"/>
                      <a:pt x="291583" y="90861"/>
                      <a:pt x="291583" y="90861"/>
                    </a:cubicBezTo>
                    <a:lnTo>
                      <a:pt x="290271" y="84772"/>
                    </a:lnTo>
                    <a:lnTo>
                      <a:pt x="290069" y="74983"/>
                    </a:lnTo>
                    <a:lnTo>
                      <a:pt x="287040" y="65631"/>
                    </a:lnTo>
                    <a:lnTo>
                      <a:pt x="283977" y="56952"/>
                    </a:lnTo>
                    <a:lnTo>
                      <a:pt x="279400" y="47163"/>
                    </a:lnTo>
                    <a:lnTo>
                      <a:pt x="270482" y="33909"/>
                    </a:lnTo>
                    <a:lnTo>
                      <a:pt x="271559" y="24557"/>
                    </a:lnTo>
                    <a:lnTo>
                      <a:pt x="275261" y="17392"/>
                    </a:lnTo>
                    <a:lnTo>
                      <a:pt x="276338" y="7838"/>
                    </a:lnTo>
                    <a:lnTo>
                      <a:pt x="269371" y="0"/>
                    </a:lnTo>
                    <a:lnTo>
                      <a:pt x="262203" y="875"/>
                    </a:lnTo>
                    <a:lnTo>
                      <a:pt x="251770" y="5012"/>
                    </a:lnTo>
                    <a:cubicBezTo>
                      <a:pt x="251770" y="5012"/>
                      <a:pt x="244366" y="7603"/>
                      <a:pt x="243726" y="7838"/>
                    </a:cubicBezTo>
                    <a:cubicBezTo>
                      <a:pt x="243087" y="8040"/>
                      <a:pt x="237197" y="5651"/>
                      <a:pt x="237197" y="5651"/>
                    </a:cubicBezTo>
                    <a:lnTo>
                      <a:pt x="233496" y="6089"/>
                    </a:lnTo>
                    <a:lnTo>
                      <a:pt x="231981" y="7603"/>
                    </a:lnTo>
                    <a:lnTo>
                      <a:pt x="233496" y="13019"/>
                    </a:lnTo>
                    <a:lnTo>
                      <a:pt x="234135" y="16921"/>
                    </a:lnTo>
                    <a:lnTo>
                      <a:pt x="233697" y="24322"/>
                    </a:lnTo>
                    <a:lnTo>
                      <a:pt x="233260" y="24322"/>
                    </a:lnTo>
                    <a:lnTo>
                      <a:pt x="229995" y="25835"/>
                    </a:lnTo>
                    <a:lnTo>
                      <a:pt x="225014" y="29536"/>
                    </a:lnTo>
                    <a:cubicBezTo>
                      <a:pt x="225014" y="29536"/>
                      <a:pt x="220875" y="29536"/>
                      <a:pt x="220000" y="29536"/>
                    </a:cubicBezTo>
                    <a:cubicBezTo>
                      <a:pt x="219125" y="29536"/>
                      <a:pt x="214582" y="32361"/>
                      <a:pt x="214582" y="32361"/>
                    </a:cubicBezTo>
                    <a:lnTo>
                      <a:pt x="212832" y="33673"/>
                    </a:lnTo>
                    <a:lnTo>
                      <a:pt x="211754" y="39089"/>
                    </a:lnTo>
                    <a:lnTo>
                      <a:pt x="208726" y="41915"/>
                    </a:lnTo>
                    <a:lnTo>
                      <a:pt x="205697" y="40166"/>
                    </a:lnTo>
                    <a:lnTo>
                      <a:pt x="202634" y="37777"/>
                    </a:lnTo>
                    <a:lnTo>
                      <a:pt x="195466" y="41915"/>
                    </a:lnTo>
                    <a:cubicBezTo>
                      <a:pt x="195466" y="41915"/>
                      <a:pt x="186110" y="46490"/>
                      <a:pt x="185235" y="46927"/>
                    </a:cubicBezTo>
                    <a:cubicBezTo>
                      <a:pt x="184360" y="47365"/>
                      <a:pt x="179816" y="52141"/>
                      <a:pt x="179816" y="52141"/>
                    </a:cubicBezTo>
                    <a:lnTo>
                      <a:pt x="176788" y="55405"/>
                    </a:lnTo>
                    <a:lnTo>
                      <a:pt x="170932" y="58230"/>
                    </a:lnTo>
                    <a:lnTo>
                      <a:pt x="167667" y="60181"/>
                    </a:lnTo>
                    <a:lnTo>
                      <a:pt x="161576" y="59307"/>
                    </a:lnTo>
                    <a:lnTo>
                      <a:pt x="158109" y="53016"/>
                    </a:lnTo>
                    <a:lnTo>
                      <a:pt x="157234" y="47566"/>
                    </a:lnTo>
                    <a:lnTo>
                      <a:pt x="152017" y="45178"/>
                    </a:lnTo>
                    <a:lnTo>
                      <a:pt x="150268" y="45178"/>
                    </a:lnTo>
                    <a:lnTo>
                      <a:pt x="147676" y="48004"/>
                    </a:lnTo>
                    <a:lnTo>
                      <a:pt x="145287" y="50392"/>
                    </a:lnTo>
                    <a:lnTo>
                      <a:pt x="140508" y="53218"/>
                    </a:lnTo>
                    <a:lnTo>
                      <a:pt x="135291" y="54967"/>
                    </a:lnTo>
                    <a:lnTo>
                      <a:pt x="131589" y="58028"/>
                    </a:lnTo>
                    <a:lnTo>
                      <a:pt x="130950" y="60215"/>
                    </a:lnTo>
                    <a:lnTo>
                      <a:pt x="130513" y="67380"/>
                    </a:lnTo>
                    <a:lnTo>
                      <a:pt x="127685" y="71955"/>
                    </a:lnTo>
                    <a:lnTo>
                      <a:pt x="120719" y="77169"/>
                    </a:lnTo>
                    <a:lnTo>
                      <a:pt x="115502" y="79558"/>
                    </a:lnTo>
                    <a:cubicBezTo>
                      <a:pt x="115502" y="79558"/>
                      <a:pt x="108536" y="83258"/>
                      <a:pt x="107896" y="83460"/>
                    </a:cubicBezTo>
                    <a:cubicBezTo>
                      <a:pt x="107223" y="83662"/>
                      <a:pt x="103757" y="87598"/>
                      <a:pt x="103757" y="87598"/>
                    </a:cubicBezTo>
                    <a:lnTo>
                      <a:pt x="102680" y="92173"/>
                    </a:lnTo>
                    <a:lnTo>
                      <a:pt x="101368" y="95436"/>
                    </a:lnTo>
                    <a:lnTo>
                      <a:pt x="107661" y="98901"/>
                    </a:lnTo>
                    <a:lnTo>
                      <a:pt x="111565" y="100852"/>
                    </a:lnTo>
                    <a:lnTo>
                      <a:pt x="113752" y="104989"/>
                    </a:lnTo>
                    <a:cubicBezTo>
                      <a:pt x="113752" y="104989"/>
                      <a:pt x="113551" y="109766"/>
                      <a:pt x="113551" y="110843"/>
                    </a:cubicBezTo>
                    <a:cubicBezTo>
                      <a:pt x="113551" y="111919"/>
                      <a:pt x="115940" y="114745"/>
                      <a:pt x="115940" y="114745"/>
                    </a:cubicBezTo>
                    <a:lnTo>
                      <a:pt x="119204" y="115821"/>
                    </a:lnTo>
                    <a:lnTo>
                      <a:pt x="121594" y="120834"/>
                    </a:lnTo>
                    <a:lnTo>
                      <a:pt x="121594" y="124971"/>
                    </a:lnTo>
                    <a:lnTo>
                      <a:pt x="118666" y="129748"/>
                    </a:lnTo>
                    <a:lnTo>
                      <a:pt x="114627" y="133650"/>
                    </a:lnTo>
                    <a:lnTo>
                      <a:pt x="112238" y="139302"/>
                    </a:lnTo>
                    <a:lnTo>
                      <a:pt x="109646" y="144516"/>
                    </a:lnTo>
                    <a:lnTo>
                      <a:pt x="106820" y="146904"/>
                    </a:lnTo>
                    <a:lnTo>
                      <a:pt x="100526" y="153430"/>
                    </a:lnTo>
                    <a:lnTo>
                      <a:pt x="93997" y="154069"/>
                    </a:lnTo>
                    <a:lnTo>
                      <a:pt x="84877" y="155146"/>
                    </a:lnTo>
                    <a:lnTo>
                      <a:pt x="73804" y="162749"/>
                    </a:lnTo>
                    <a:lnTo>
                      <a:pt x="69463" y="168165"/>
                    </a:lnTo>
                    <a:lnTo>
                      <a:pt x="64684" y="172504"/>
                    </a:lnTo>
                    <a:lnTo>
                      <a:pt x="60780" y="180544"/>
                    </a:lnTo>
                    <a:lnTo>
                      <a:pt x="58593" y="183370"/>
                    </a:lnTo>
                    <a:lnTo>
                      <a:pt x="54689" y="185556"/>
                    </a:lnTo>
                    <a:lnTo>
                      <a:pt x="55126" y="191847"/>
                    </a:lnTo>
                    <a:lnTo>
                      <a:pt x="59703" y="195547"/>
                    </a:lnTo>
                    <a:lnTo>
                      <a:pt x="63170" y="203150"/>
                    </a:lnTo>
                    <a:lnTo>
                      <a:pt x="67747" y="209003"/>
                    </a:lnTo>
                    <a:cubicBezTo>
                      <a:pt x="67747" y="209003"/>
                      <a:pt x="71886" y="214453"/>
                      <a:pt x="72088" y="215092"/>
                    </a:cubicBezTo>
                    <a:cubicBezTo>
                      <a:pt x="72290" y="215731"/>
                      <a:pt x="72728" y="220945"/>
                      <a:pt x="72728" y="220945"/>
                    </a:cubicBezTo>
                    <a:lnTo>
                      <a:pt x="69699" y="225924"/>
                    </a:lnTo>
                    <a:lnTo>
                      <a:pt x="63843" y="228951"/>
                    </a:lnTo>
                    <a:lnTo>
                      <a:pt x="60578" y="231777"/>
                    </a:lnTo>
                    <a:cubicBezTo>
                      <a:pt x="60578" y="231777"/>
                      <a:pt x="54049" y="236117"/>
                      <a:pt x="53410" y="236117"/>
                    </a:cubicBezTo>
                    <a:cubicBezTo>
                      <a:pt x="52770" y="236117"/>
                      <a:pt x="49708" y="241331"/>
                      <a:pt x="49708" y="241331"/>
                    </a:cubicBezTo>
                    <a:lnTo>
                      <a:pt x="46881" y="247621"/>
                    </a:lnTo>
                    <a:lnTo>
                      <a:pt x="46881" y="250884"/>
                    </a:lnTo>
                    <a:lnTo>
                      <a:pt x="49506" y="255459"/>
                    </a:lnTo>
                    <a:lnTo>
                      <a:pt x="54722" y="255459"/>
                    </a:lnTo>
                    <a:lnTo>
                      <a:pt x="60376" y="255459"/>
                    </a:lnTo>
                    <a:lnTo>
                      <a:pt x="63203" y="257511"/>
                    </a:lnTo>
                    <a:lnTo>
                      <a:pt x="61891" y="261548"/>
                    </a:lnTo>
                    <a:lnTo>
                      <a:pt x="57112" y="264374"/>
                    </a:lnTo>
                    <a:lnTo>
                      <a:pt x="54958" y="265888"/>
                    </a:lnTo>
                    <a:lnTo>
                      <a:pt x="53006" y="268713"/>
                    </a:lnTo>
                    <a:lnTo>
                      <a:pt x="50179" y="274163"/>
                    </a:lnTo>
                    <a:lnTo>
                      <a:pt x="47352" y="279579"/>
                    </a:lnTo>
                    <a:lnTo>
                      <a:pt x="42775" y="282842"/>
                    </a:lnTo>
                    <a:cubicBezTo>
                      <a:pt x="42775" y="282842"/>
                      <a:pt x="36885" y="286744"/>
                      <a:pt x="36044" y="287182"/>
                    </a:cubicBezTo>
                    <a:cubicBezTo>
                      <a:pt x="35169" y="287619"/>
                      <a:pt x="32342" y="288056"/>
                      <a:pt x="32342" y="288056"/>
                    </a:cubicBezTo>
                    <a:lnTo>
                      <a:pt x="28203" y="291084"/>
                    </a:lnTo>
                    <a:lnTo>
                      <a:pt x="26049" y="296096"/>
                    </a:lnTo>
                    <a:lnTo>
                      <a:pt x="27361" y="301310"/>
                    </a:lnTo>
                    <a:lnTo>
                      <a:pt x="23895" y="310427"/>
                    </a:lnTo>
                    <a:cubicBezTo>
                      <a:pt x="23895" y="310427"/>
                      <a:pt x="18880" y="313454"/>
                      <a:pt x="18241" y="313690"/>
                    </a:cubicBezTo>
                    <a:cubicBezTo>
                      <a:pt x="17568" y="313891"/>
                      <a:pt x="18443" y="320216"/>
                      <a:pt x="18443" y="320216"/>
                    </a:cubicBezTo>
                    <a:lnTo>
                      <a:pt x="20193" y="325665"/>
                    </a:lnTo>
                    <a:lnTo>
                      <a:pt x="18039" y="331519"/>
                    </a:lnTo>
                    <a:lnTo>
                      <a:pt x="16928" y="342149"/>
                    </a:lnTo>
                    <a:lnTo>
                      <a:pt x="13899" y="354091"/>
                    </a:lnTo>
                    <a:lnTo>
                      <a:pt x="10635" y="361693"/>
                    </a:lnTo>
                    <a:lnTo>
                      <a:pt x="0" y="369296"/>
                    </a:lnTo>
                    <a:lnTo>
                      <a:pt x="0" y="376899"/>
                    </a:lnTo>
                    <a:lnTo>
                      <a:pt x="6966" y="383189"/>
                    </a:lnTo>
                    <a:lnTo>
                      <a:pt x="6966" y="390590"/>
                    </a:lnTo>
                    <a:lnTo>
                      <a:pt x="8919" y="400783"/>
                    </a:lnTo>
                    <a:lnTo>
                      <a:pt x="20664" y="407746"/>
                    </a:lnTo>
                    <a:lnTo>
                      <a:pt x="31736" y="412523"/>
                    </a:lnTo>
                    <a:lnTo>
                      <a:pt x="40015" y="412960"/>
                    </a:lnTo>
                    <a:lnTo>
                      <a:pt x="45905" y="410135"/>
                    </a:lnTo>
                    <a:lnTo>
                      <a:pt x="53073" y="408183"/>
                    </a:lnTo>
                    <a:cubicBezTo>
                      <a:pt x="53073" y="408183"/>
                      <a:pt x="60679" y="409697"/>
                      <a:pt x="61319" y="410370"/>
                    </a:cubicBezTo>
                    <a:cubicBezTo>
                      <a:pt x="61958" y="411009"/>
                      <a:pt x="61319" y="413835"/>
                      <a:pt x="61319" y="413835"/>
                    </a:cubicBezTo>
                    <a:cubicBezTo>
                      <a:pt x="61319" y="413835"/>
                      <a:pt x="64819" y="418612"/>
                      <a:pt x="65660" y="418612"/>
                    </a:cubicBezTo>
                    <a:cubicBezTo>
                      <a:pt x="66535" y="418612"/>
                      <a:pt x="68925" y="424028"/>
                      <a:pt x="68925" y="424028"/>
                    </a:cubicBezTo>
                    <a:cubicBezTo>
                      <a:pt x="68925" y="424028"/>
                      <a:pt x="74579" y="428367"/>
                      <a:pt x="75218" y="428805"/>
                    </a:cubicBezTo>
                    <a:cubicBezTo>
                      <a:pt x="75858" y="429242"/>
                      <a:pt x="78920" y="431832"/>
                      <a:pt x="78920" y="431832"/>
                    </a:cubicBezTo>
                    <a:lnTo>
                      <a:pt x="85213" y="428805"/>
                    </a:lnTo>
                    <a:lnTo>
                      <a:pt x="90228" y="424465"/>
                    </a:lnTo>
                    <a:lnTo>
                      <a:pt x="95882" y="420125"/>
                    </a:lnTo>
                    <a:lnTo>
                      <a:pt x="99146" y="416223"/>
                    </a:lnTo>
                    <a:lnTo>
                      <a:pt x="103925" y="418612"/>
                    </a:lnTo>
                    <a:lnTo>
                      <a:pt x="104363" y="421437"/>
                    </a:lnTo>
                    <a:lnTo>
                      <a:pt x="104363" y="426652"/>
                    </a:lnTo>
                    <a:lnTo>
                      <a:pt x="99146" y="431866"/>
                    </a:lnTo>
                    <a:lnTo>
                      <a:pt x="99146" y="440343"/>
                    </a:lnTo>
                    <a:lnTo>
                      <a:pt x="106113" y="445557"/>
                    </a:lnTo>
                    <a:lnTo>
                      <a:pt x="111969" y="454236"/>
                    </a:lnTo>
                    <a:cubicBezTo>
                      <a:pt x="111969" y="454236"/>
                      <a:pt x="115872" y="461200"/>
                      <a:pt x="115872" y="462478"/>
                    </a:cubicBezTo>
                    <a:cubicBezTo>
                      <a:pt x="115872" y="463790"/>
                      <a:pt x="117589" y="465505"/>
                      <a:pt x="117825" y="466178"/>
                    </a:cubicBezTo>
                    <a:cubicBezTo>
                      <a:pt x="118060" y="466817"/>
                      <a:pt x="121728" y="470955"/>
                      <a:pt x="121728" y="470955"/>
                    </a:cubicBezTo>
                    <a:lnTo>
                      <a:pt x="123478" y="478793"/>
                    </a:lnTo>
                    <a:lnTo>
                      <a:pt x="123478" y="484007"/>
                    </a:lnTo>
                    <a:lnTo>
                      <a:pt x="123478" y="489659"/>
                    </a:lnTo>
                    <a:cubicBezTo>
                      <a:pt x="123478" y="489659"/>
                      <a:pt x="125767" y="496824"/>
                      <a:pt x="126406" y="497699"/>
                    </a:cubicBezTo>
                    <a:cubicBezTo>
                      <a:pt x="127046" y="498573"/>
                      <a:pt x="126070" y="502711"/>
                      <a:pt x="126070" y="502711"/>
                    </a:cubicBezTo>
                    <a:lnTo>
                      <a:pt x="128695" y="509002"/>
                    </a:lnTo>
                    <a:cubicBezTo>
                      <a:pt x="128695" y="509002"/>
                      <a:pt x="130209" y="515729"/>
                      <a:pt x="130209" y="516604"/>
                    </a:cubicBezTo>
                    <a:cubicBezTo>
                      <a:pt x="130209" y="517478"/>
                      <a:pt x="132801" y="524442"/>
                      <a:pt x="132801" y="524442"/>
                    </a:cubicBezTo>
                    <a:lnTo>
                      <a:pt x="136940" y="529656"/>
                    </a:lnTo>
                    <a:lnTo>
                      <a:pt x="144546" y="536620"/>
                    </a:lnTo>
                    <a:lnTo>
                      <a:pt x="148686" y="535543"/>
                    </a:lnTo>
                    <a:lnTo>
                      <a:pt x="153700" y="532516"/>
                    </a:lnTo>
                    <a:lnTo>
                      <a:pt x="154777" y="531002"/>
                    </a:lnTo>
                    <a:lnTo>
                      <a:pt x="154777" y="527537"/>
                    </a:lnTo>
                    <a:lnTo>
                      <a:pt x="154777" y="521448"/>
                    </a:lnTo>
                    <a:lnTo>
                      <a:pt x="156191" y="516671"/>
                    </a:lnTo>
                    <a:lnTo>
                      <a:pt x="158244" y="519261"/>
                    </a:lnTo>
                    <a:lnTo>
                      <a:pt x="166927" y="518824"/>
                    </a:lnTo>
                    <a:lnTo>
                      <a:pt x="170393" y="517075"/>
                    </a:lnTo>
                    <a:lnTo>
                      <a:pt x="177562" y="513374"/>
                    </a:lnTo>
                    <a:lnTo>
                      <a:pt x="177763" y="509909"/>
                    </a:lnTo>
                    <a:lnTo>
                      <a:pt x="175374" y="507084"/>
                    </a:lnTo>
                    <a:lnTo>
                      <a:pt x="174061" y="503821"/>
                    </a:lnTo>
                    <a:lnTo>
                      <a:pt x="169047" y="501231"/>
                    </a:lnTo>
                    <a:lnTo>
                      <a:pt x="178167" y="500154"/>
                    </a:lnTo>
                    <a:lnTo>
                      <a:pt x="182509" y="501466"/>
                    </a:lnTo>
                    <a:lnTo>
                      <a:pt x="187725" y="504931"/>
                    </a:lnTo>
                    <a:lnTo>
                      <a:pt x="187725" y="513610"/>
                    </a:lnTo>
                    <a:lnTo>
                      <a:pt x="187725" y="518387"/>
                    </a:lnTo>
                    <a:lnTo>
                      <a:pt x="188600" y="521414"/>
                    </a:lnTo>
                    <a:lnTo>
                      <a:pt x="192740" y="521414"/>
                    </a:lnTo>
                    <a:lnTo>
                      <a:pt x="194692" y="517075"/>
                    </a:lnTo>
                    <a:lnTo>
                      <a:pt x="194692" y="513610"/>
                    </a:lnTo>
                    <a:lnTo>
                      <a:pt x="196004" y="509473"/>
                    </a:lnTo>
                    <a:lnTo>
                      <a:pt x="194692" y="506646"/>
                    </a:lnTo>
                    <a:lnTo>
                      <a:pt x="194692" y="503384"/>
                    </a:lnTo>
                    <a:lnTo>
                      <a:pt x="194692" y="494906"/>
                    </a:lnTo>
                    <a:lnTo>
                      <a:pt x="196879" y="491441"/>
                    </a:lnTo>
                    <a:lnTo>
                      <a:pt x="199908" y="486227"/>
                    </a:lnTo>
                    <a:lnTo>
                      <a:pt x="203374" y="486025"/>
                    </a:lnTo>
                    <a:lnTo>
                      <a:pt x="203374" y="488414"/>
                    </a:lnTo>
                    <a:lnTo>
                      <a:pt x="202836" y="494065"/>
                    </a:lnTo>
                    <a:lnTo>
                      <a:pt x="202062" y="500154"/>
                    </a:lnTo>
                    <a:lnTo>
                      <a:pt x="204687" y="502778"/>
                    </a:lnTo>
                    <a:lnTo>
                      <a:pt x="208154" y="498640"/>
                    </a:lnTo>
                    <a:lnTo>
                      <a:pt x="214447" y="492989"/>
                    </a:lnTo>
                    <a:lnTo>
                      <a:pt x="217274" y="487775"/>
                    </a:lnTo>
                    <a:lnTo>
                      <a:pt x="217274" y="481047"/>
                    </a:lnTo>
                    <a:lnTo>
                      <a:pt x="218250" y="474958"/>
                    </a:lnTo>
                    <a:lnTo>
                      <a:pt x="217038" y="472368"/>
                    </a:lnTo>
                    <a:lnTo>
                      <a:pt x="222894" y="471056"/>
                    </a:lnTo>
                    <a:cubicBezTo>
                      <a:pt x="222894" y="471056"/>
                      <a:pt x="230500" y="471258"/>
                      <a:pt x="231173" y="471056"/>
                    </a:cubicBezTo>
                    <a:cubicBezTo>
                      <a:pt x="231813" y="470820"/>
                      <a:pt x="235077" y="468028"/>
                      <a:pt x="235750" y="467355"/>
                    </a:cubicBezTo>
                    <a:cubicBezTo>
                      <a:pt x="236390" y="466716"/>
                      <a:pt x="237500" y="463218"/>
                      <a:pt x="237500" y="463218"/>
                    </a:cubicBezTo>
                    <a:lnTo>
                      <a:pt x="238375" y="457566"/>
                    </a:lnTo>
                    <a:lnTo>
                      <a:pt x="237298" y="453866"/>
                    </a:lnTo>
                    <a:lnTo>
                      <a:pt x="233597" y="453866"/>
                    </a:lnTo>
                    <a:lnTo>
                      <a:pt x="233394" y="449728"/>
                    </a:lnTo>
                    <a:lnTo>
                      <a:pt x="229255" y="446028"/>
                    </a:lnTo>
                    <a:lnTo>
                      <a:pt x="229693" y="441890"/>
                    </a:lnTo>
                    <a:lnTo>
                      <a:pt x="230130" y="438863"/>
                    </a:lnTo>
                    <a:lnTo>
                      <a:pt x="228817" y="435600"/>
                    </a:lnTo>
                    <a:lnTo>
                      <a:pt x="226866" y="432337"/>
                    </a:lnTo>
                    <a:lnTo>
                      <a:pt x="222962" y="427123"/>
                    </a:lnTo>
                    <a:lnTo>
                      <a:pt x="226462" y="424532"/>
                    </a:lnTo>
                    <a:lnTo>
                      <a:pt x="230164" y="423658"/>
                    </a:lnTo>
                    <a:cubicBezTo>
                      <a:pt x="230164" y="423658"/>
                      <a:pt x="231914" y="423456"/>
                      <a:pt x="234303" y="423859"/>
                    </a:cubicBezTo>
                    <a:cubicBezTo>
                      <a:pt x="236693" y="424297"/>
                      <a:pt x="234942" y="427762"/>
                      <a:pt x="235380" y="428434"/>
                    </a:cubicBezTo>
                    <a:cubicBezTo>
                      <a:pt x="235817" y="429074"/>
                      <a:pt x="235380" y="432572"/>
                      <a:pt x="235380" y="435162"/>
                    </a:cubicBezTo>
                    <a:cubicBezTo>
                      <a:pt x="235380" y="437786"/>
                      <a:pt x="237332" y="439939"/>
                      <a:pt x="237332" y="439939"/>
                    </a:cubicBezTo>
                    <a:lnTo>
                      <a:pt x="240798" y="439939"/>
                    </a:lnTo>
                    <a:cubicBezTo>
                      <a:pt x="240798" y="439939"/>
                      <a:pt x="245813" y="440040"/>
                      <a:pt x="247529" y="438964"/>
                    </a:cubicBezTo>
                    <a:cubicBezTo>
                      <a:pt x="249246" y="437887"/>
                      <a:pt x="248169" y="435600"/>
                      <a:pt x="248169" y="435600"/>
                    </a:cubicBezTo>
                    <a:lnTo>
                      <a:pt x="244702" y="429511"/>
                    </a:lnTo>
                    <a:lnTo>
                      <a:pt x="241875" y="425609"/>
                    </a:lnTo>
                    <a:lnTo>
                      <a:pt x="239924" y="419318"/>
                    </a:lnTo>
                    <a:lnTo>
                      <a:pt x="237971" y="413028"/>
                    </a:lnTo>
                    <a:lnTo>
                      <a:pt x="242313" y="417165"/>
                    </a:lnTo>
                    <a:cubicBezTo>
                      <a:pt x="242313" y="417165"/>
                      <a:pt x="249481" y="423691"/>
                      <a:pt x="249919" y="424330"/>
                    </a:cubicBezTo>
                    <a:cubicBezTo>
                      <a:pt x="250356" y="424970"/>
                      <a:pt x="255371" y="423691"/>
                      <a:pt x="255371" y="423691"/>
                    </a:cubicBezTo>
                    <a:lnTo>
                      <a:pt x="260587" y="420865"/>
                    </a:lnTo>
                    <a:cubicBezTo>
                      <a:pt x="260587" y="420865"/>
                      <a:pt x="265602" y="420428"/>
                      <a:pt x="268833" y="420865"/>
                    </a:cubicBezTo>
                    <a:cubicBezTo>
                      <a:pt x="272097" y="421303"/>
                      <a:pt x="271222" y="421942"/>
                      <a:pt x="271222" y="421942"/>
                    </a:cubicBezTo>
                    <a:cubicBezTo>
                      <a:pt x="271222" y="421942"/>
                      <a:pt x="278626" y="425642"/>
                      <a:pt x="279266" y="425642"/>
                    </a:cubicBezTo>
                    <a:cubicBezTo>
                      <a:pt x="279905" y="425642"/>
                      <a:pt x="285794" y="427593"/>
                      <a:pt x="285794" y="427593"/>
                    </a:cubicBezTo>
                    <a:cubicBezTo>
                      <a:pt x="285794" y="427593"/>
                      <a:pt x="292963" y="425844"/>
                      <a:pt x="293199" y="425205"/>
                    </a:cubicBezTo>
                    <a:cubicBezTo>
                      <a:pt x="293400" y="424566"/>
                      <a:pt x="293838" y="419789"/>
                      <a:pt x="293838" y="419789"/>
                    </a:cubicBezTo>
                    <a:lnTo>
                      <a:pt x="294915" y="413700"/>
                    </a:lnTo>
                    <a:lnTo>
                      <a:pt x="299492" y="408923"/>
                    </a:lnTo>
                    <a:lnTo>
                      <a:pt x="302756" y="407847"/>
                    </a:lnTo>
                    <a:lnTo>
                      <a:pt x="305583" y="405021"/>
                    </a:lnTo>
                    <a:lnTo>
                      <a:pt x="306223" y="400446"/>
                    </a:lnTo>
                    <a:lnTo>
                      <a:pt x="303194" y="396746"/>
                    </a:lnTo>
                    <a:lnTo>
                      <a:pt x="294511" y="395669"/>
                    </a:lnTo>
                    <a:lnTo>
                      <a:pt x="292122" y="392205"/>
                    </a:lnTo>
                    <a:lnTo>
                      <a:pt x="292122" y="389614"/>
                    </a:lnTo>
                    <a:lnTo>
                      <a:pt x="299963" y="389614"/>
                    </a:lnTo>
                    <a:lnTo>
                      <a:pt x="305180" y="389614"/>
                    </a:lnTo>
                    <a:lnTo>
                      <a:pt x="310396" y="386150"/>
                    </a:lnTo>
                    <a:lnTo>
                      <a:pt x="322579" y="386150"/>
                    </a:lnTo>
                    <a:lnTo>
                      <a:pt x="327594" y="386150"/>
                    </a:lnTo>
                    <a:lnTo>
                      <a:pt x="330623" y="381810"/>
                    </a:lnTo>
                    <a:lnTo>
                      <a:pt x="331296" y="372256"/>
                    </a:lnTo>
                    <a:lnTo>
                      <a:pt x="326719" y="367244"/>
                    </a:lnTo>
                    <a:lnTo>
                      <a:pt x="322579" y="365293"/>
                    </a:lnTo>
                    <a:lnTo>
                      <a:pt x="316488" y="365293"/>
                    </a:lnTo>
                    <a:lnTo>
                      <a:pt x="316488" y="360079"/>
                    </a:lnTo>
                    <a:lnTo>
                      <a:pt x="318541" y="355100"/>
                    </a:lnTo>
                    <a:lnTo>
                      <a:pt x="319954" y="350525"/>
                    </a:lnTo>
                    <a:lnTo>
                      <a:pt x="319954" y="345984"/>
                    </a:lnTo>
                    <a:lnTo>
                      <a:pt x="322680" y="343360"/>
                    </a:lnTo>
                    <a:lnTo>
                      <a:pt x="326921" y="343595"/>
                    </a:lnTo>
                    <a:lnTo>
                      <a:pt x="326921" y="348809"/>
                    </a:lnTo>
                    <a:lnTo>
                      <a:pt x="326921" y="354259"/>
                    </a:lnTo>
                    <a:lnTo>
                      <a:pt x="331599" y="358599"/>
                    </a:lnTo>
                    <a:lnTo>
                      <a:pt x="337151" y="357085"/>
                    </a:lnTo>
                    <a:lnTo>
                      <a:pt x="338901" y="355571"/>
                    </a:lnTo>
                    <a:lnTo>
                      <a:pt x="338700" y="347531"/>
                    </a:lnTo>
                    <a:lnTo>
                      <a:pt x="339575" y="344268"/>
                    </a:lnTo>
                    <a:lnTo>
                      <a:pt x="342200" y="342317"/>
                    </a:lnTo>
                    <a:cubicBezTo>
                      <a:pt x="342200" y="342317"/>
                      <a:pt x="345902" y="344504"/>
                      <a:pt x="346541" y="344705"/>
                    </a:cubicBezTo>
                    <a:cubicBezTo>
                      <a:pt x="347181" y="344907"/>
                      <a:pt x="350681" y="347531"/>
                      <a:pt x="350681" y="347531"/>
                    </a:cubicBezTo>
                    <a:lnTo>
                      <a:pt x="354585" y="346455"/>
                    </a:lnTo>
                    <a:lnTo>
                      <a:pt x="357849" y="341240"/>
                    </a:lnTo>
                    <a:lnTo>
                      <a:pt x="359801" y="337776"/>
                    </a:lnTo>
                    <a:lnTo>
                      <a:pt x="357412" y="332360"/>
                    </a:lnTo>
                    <a:lnTo>
                      <a:pt x="347181" y="332360"/>
                    </a:lnTo>
                    <a:lnTo>
                      <a:pt x="339575" y="326069"/>
                    </a:lnTo>
                    <a:lnTo>
                      <a:pt x="337185" y="320855"/>
                    </a:lnTo>
                    <a:lnTo>
                      <a:pt x="338262" y="316717"/>
                    </a:lnTo>
                    <a:lnTo>
                      <a:pt x="342839" y="316717"/>
                    </a:lnTo>
                    <a:lnTo>
                      <a:pt x="348291" y="318904"/>
                    </a:lnTo>
                    <a:lnTo>
                      <a:pt x="353710" y="321292"/>
                    </a:lnTo>
                    <a:lnTo>
                      <a:pt x="356536" y="321057"/>
                    </a:lnTo>
                    <a:lnTo>
                      <a:pt x="356536" y="311503"/>
                    </a:lnTo>
                    <a:lnTo>
                      <a:pt x="361113" y="303026"/>
                    </a:lnTo>
                    <a:lnTo>
                      <a:pt x="364378" y="305650"/>
                    </a:lnTo>
                    <a:lnTo>
                      <a:pt x="368282" y="309787"/>
                    </a:lnTo>
                    <a:lnTo>
                      <a:pt x="371984" y="315002"/>
                    </a:lnTo>
                    <a:lnTo>
                      <a:pt x="371547" y="320014"/>
                    </a:lnTo>
                    <a:lnTo>
                      <a:pt x="378278" y="327179"/>
                    </a:lnTo>
                    <a:lnTo>
                      <a:pt x="388071" y="327179"/>
                    </a:lnTo>
                    <a:lnTo>
                      <a:pt x="390662" y="324555"/>
                    </a:lnTo>
                    <a:lnTo>
                      <a:pt x="389350" y="318702"/>
                    </a:lnTo>
                    <a:lnTo>
                      <a:pt x="385884" y="308913"/>
                    </a:lnTo>
                    <a:lnTo>
                      <a:pt x="381542" y="304338"/>
                    </a:lnTo>
                    <a:lnTo>
                      <a:pt x="376527" y="297610"/>
                    </a:lnTo>
                    <a:lnTo>
                      <a:pt x="383898" y="297610"/>
                    </a:lnTo>
                    <a:lnTo>
                      <a:pt x="388475" y="295457"/>
                    </a:lnTo>
                    <a:lnTo>
                      <a:pt x="387600" y="289166"/>
                    </a:lnTo>
                    <a:lnTo>
                      <a:pt x="386725" y="283952"/>
                    </a:lnTo>
                    <a:lnTo>
                      <a:pt x="384335" y="275273"/>
                    </a:lnTo>
                    <a:lnTo>
                      <a:pt x="384537" y="268747"/>
                    </a:lnTo>
                    <a:lnTo>
                      <a:pt x="385177" y="266359"/>
                    </a:lnTo>
                    <a:cubicBezTo>
                      <a:pt x="385177" y="266359"/>
                      <a:pt x="394970" y="266359"/>
                      <a:pt x="396249" y="266359"/>
                    </a:cubicBezTo>
                    <a:cubicBezTo>
                      <a:pt x="397562" y="266359"/>
                      <a:pt x="399749" y="262759"/>
                      <a:pt x="399749" y="262759"/>
                    </a:cubicBezTo>
                    <a:lnTo>
                      <a:pt x="398672" y="257444"/>
                    </a:lnTo>
                    <a:lnTo>
                      <a:pt x="395206" y="251355"/>
                    </a:lnTo>
                    <a:lnTo>
                      <a:pt x="388677" y="248967"/>
                    </a:lnTo>
                    <a:lnTo>
                      <a:pt x="379994" y="248967"/>
                    </a:lnTo>
                    <a:lnTo>
                      <a:pt x="372826" y="248967"/>
                    </a:lnTo>
                    <a:lnTo>
                      <a:pt x="373902" y="245368"/>
                    </a:lnTo>
                    <a:lnTo>
                      <a:pt x="380869" y="238539"/>
                    </a:lnTo>
                    <a:lnTo>
                      <a:pt x="383696" y="234401"/>
                    </a:lnTo>
                    <a:lnTo>
                      <a:pt x="384571" y="225924"/>
                    </a:lnTo>
                    <a:lnTo>
                      <a:pt x="388273" y="220272"/>
                    </a:lnTo>
                    <a:lnTo>
                      <a:pt x="395441" y="218759"/>
                    </a:lnTo>
                    <a:cubicBezTo>
                      <a:pt x="395441" y="218759"/>
                      <a:pt x="400220" y="217245"/>
                      <a:pt x="401095" y="216370"/>
                    </a:cubicBezTo>
                    <a:cubicBezTo>
                      <a:pt x="401970" y="215495"/>
                      <a:pt x="405639" y="216370"/>
                      <a:pt x="405639" y="216370"/>
                    </a:cubicBezTo>
                    <a:lnTo>
                      <a:pt x="410417" y="213545"/>
                    </a:lnTo>
                    <a:lnTo>
                      <a:pt x="411730" y="207893"/>
                    </a:lnTo>
                    <a:lnTo>
                      <a:pt x="407591" y="203755"/>
                    </a:lnTo>
                    <a:lnTo>
                      <a:pt x="402811" y="202881"/>
                    </a:lnTo>
                    <a:lnTo>
                      <a:pt x="398033" y="204193"/>
                    </a:lnTo>
                    <a:lnTo>
                      <a:pt x="394768" y="207893"/>
                    </a:lnTo>
                    <a:lnTo>
                      <a:pt x="391706" y="211593"/>
                    </a:lnTo>
                    <a:lnTo>
                      <a:pt x="388677" y="213545"/>
                    </a:lnTo>
                    <a:lnTo>
                      <a:pt x="385782" y="211291"/>
                    </a:lnTo>
                    <a:lnTo>
                      <a:pt x="380869" y="208969"/>
                    </a:lnTo>
                    <a:lnTo>
                      <a:pt x="375652" y="204058"/>
                    </a:lnTo>
                    <a:lnTo>
                      <a:pt x="374777" y="200593"/>
                    </a:lnTo>
                    <a:lnTo>
                      <a:pt x="378244" y="198272"/>
                    </a:lnTo>
                    <a:lnTo>
                      <a:pt x="379994" y="196826"/>
                    </a:lnTo>
                    <a:lnTo>
                      <a:pt x="383191" y="196826"/>
                    </a:lnTo>
                    <a:lnTo>
                      <a:pt x="386388" y="200459"/>
                    </a:lnTo>
                    <a:lnTo>
                      <a:pt x="390461" y="202040"/>
                    </a:lnTo>
                    <a:lnTo>
                      <a:pt x="395374" y="202040"/>
                    </a:lnTo>
                    <a:lnTo>
                      <a:pt x="398268" y="199416"/>
                    </a:lnTo>
                    <a:lnTo>
                      <a:pt x="398268" y="193899"/>
                    </a:lnTo>
                    <a:lnTo>
                      <a:pt x="395509" y="190703"/>
                    </a:lnTo>
                    <a:lnTo>
                      <a:pt x="391302" y="185489"/>
                    </a:lnTo>
                    <a:lnTo>
                      <a:pt x="391302" y="182865"/>
                    </a:lnTo>
                    <a:cubicBezTo>
                      <a:pt x="391302" y="182865"/>
                      <a:pt x="387600" y="179669"/>
                      <a:pt x="385580" y="179400"/>
                    </a:cubicBezTo>
                    <a:cubicBezTo>
                      <a:pt x="383561" y="179097"/>
                      <a:pt x="379119" y="178526"/>
                      <a:pt x="379119" y="178526"/>
                    </a:cubicBezTo>
                    <a:lnTo>
                      <a:pt x="379119" y="177651"/>
                    </a:lnTo>
                    <a:lnTo>
                      <a:pt x="381878" y="175330"/>
                    </a:lnTo>
                    <a:lnTo>
                      <a:pt x="383460" y="172437"/>
                    </a:lnTo>
                    <a:lnTo>
                      <a:pt x="377941" y="172437"/>
                    </a:lnTo>
                    <a:lnTo>
                      <a:pt x="372152" y="169813"/>
                    </a:lnTo>
                    <a:lnTo>
                      <a:pt x="369527" y="165743"/>
                    </a:lnTo>
                    <a:lnTo>
                      <a:pt x="371849" y="162547"/>
                    </a:lnTo>
                    <a:lnTo>
                      <a:pt x="376763" y="165743"/>
                    </a:lnTo>
                    <a:lnTo>
                      <a:pt x="383730" y="168064"/>
                    </a:lnTo>
                    <a:lnTo>
                      <a:pt x="384032" y="165743"/>
                    </a:lnTo>
                    <a:lnTo>
                      <a:pt x="382585" y="162850"/>
                    </a:lnTo>
                    <a:lnTo>
                      <a:pt x="382585" y="157938"/>
                    </a:lnTo>
                    <a:lnTo>
                      <a:pt x="385042" y="158207"/>
                    </a:lnTo>
                    <a:lnTo>
                      <a:pt x="386927" y="158779"/>
                    </a:lnTo>
                    <a:lnTo>
                      <a:pt x="390124" y="156458"/>
                    </a:lnTo>
                    <a:lnTo>
                      <a:pt x="394768" y="157602"/>
                    </a:lnTo>
                    <a:lnTo>
                      <a:pt x="394768" y="164565"/>
                    </a:lnTo>
                    <a:lnTo>
                      <a:pt x="394768" y="170654"/>
                    </a:lnTo>
                    <a:lnTo>
                      <a:pt x="401735" y="170654"/>
                    </a:lnTo>
                    <a:lnTo>
                      <a:pt x="405201" y="169645"/>
                    </a:lnTo>
                    <a:lnTo>
                      <a:pt x="406648" y="166314"/>
                    </a:lnTo>
                    <a:lnTo>
                      <a:pt x="408667" y="160528"/>
                    </a:lnTo>
                    <a:lnTo>
                      <a:pt x="410990" y="159082"/>
                    </a:lnTo>
                    <a:lnTo>
                      <a:pt x="412740" y="159654"/>
                    </a:lnTo>
                    <a:lnTo>
                      <a:pt x="415062" y="162278"/>
                    </a:lnTo>
                    <a:lnTo>
                      <a:pt x="414490" y="164868"/>
                    </a:lnTo>
                    <a:lnTo>
                      <a:pt x="413918" y="167189"/>
                    </a:lnTo>
                    <a:lnTo>
                      <a:pt x="411293" y="170957"/>
                    </a:lnTo>
                    <a:lnTo>
                      <a:pt x="408095" y="173547"/>
                    </a:lnTo>
                    <a:lnTo>
                      <a:pt x="404326" y="177886"/>
                    </a:lnTo>
                    <a:lnTo>
                      <a:pt x="401701" y="183673"/>
                    </a:lnTo>
                    <a:lnTo>
                      <a:pt x="401701" y="185994"/>
                    </a:lnTo>
                    <a:lnTo>
                      <a:pt x="404461" y="190636"/>
                    </a:lnTo>
                    <a:lnTo>
                      <a:pt x="411562" y="187171"/>
                    </a:lnTo>
                    <a:cubicBezTo>
                      <a:pt x="411562" y="187171"/>
                      <a:pt x="422870" y="181654"/>
                      <a:pt x="423745" y="181385"/>
                    </a:cubicBezTo>
                    <a:cubicBezTo>
                      <a:pt x="424620" y="181082"/>
                      <a:pt x="428389" y="174422"/>
                      <a:pt x="428389" y="174422"/>
                    </a:cubicBezTo>
                    <a:lnTo>
                      <a:pt x="430409" y="168333"/>
                    </a:lnTo>
                    <a:lnTo>
                      <a:pt x="422567" y="159351"/>
                    </a:lnTo>
                    <a:lnTo>
                      <a:pt x="418797" y="152690"/>
                    </a:lnTo>
                    <a:lnTo>
                      <a:pt x="420817" y="147173"/>
                    </a:lnTo>
                    <a:lnTo>
                      <a:pt x="420817" y="142834"/>
                    </a:lnTo>
                    <a:lnTo>
                      <a:pt x="425158" y="140815"/>
                    </a:lnTo>
                    <a:lnTo>
                      <a:pt x="430375" y="141118"/>
                    </a:lnTo>
                    <a:lnTo>
                      <a:pt x="433841" y="142868"/>
                    </a:lnTo>
                    <a:lnTo>
                      <a:pt x="437611" y="142868"/>
                    </a:lnTo>
                    <a:lnTo>
                      <a:pt x="438890" y="139537"/>
                    </a:lnTo>
                    <a:lnTo>
                      <a:pt x="437307" y="135904"/>
                    </a:lnTo>
                    <a:lnTo>
                      <a:pt x="436736" y="133011"/>
                    </a:lnTo>
                    <a:lnTo>
                      <a:pt x="435288" y="124904"/>
                    </a:lnTo>
                    <a:cubicBezTo>
                      <a:pt x="435288" y="124904"/>
                      <a:pt x="436736" y="123155"/>
                      <a:pt x="438890" y="123155"/>
                    </a:cubicBezTo>
                    <a:cubicBezTo>
                      <a:pt x="441077" y="123155"/>
                      <a:pt x="444846" y="120834"/>
                      <a:pt x="444846" y="120834"/>
                    </a:cubicBezTo>
                    <a:lnTo>
                      <a:pt x="446293" y="115922"/>
                    </a:lnTo>
                    <a:lnTo>
                      <a:pt x="441952" y="111583"/>
                    </a:lnTo>
                    <a:lnTo>
                      <a:pt x="439058" y="108118"/>
                    </a:lnTo>
                    <a:lnTo>
                      <a:pt x="433841" y="108118"/>
                    </a:lnTo>
                    <a:lnTo>
                      <a:pt x="426875" y="106369"/>
                    </a:lnTo>
                    <a:lnTo>
                      <a:pt x="426572" y="106369"/>
                    </a:lnTo>
                    <a:lnTo>
                      <a:pt x="429466" y="101154"/>
                    </a:lnTo>
                    <a:lnTo>
                      <a:pt x="438721" y="102904"/>
                    </a:lnTo>
                    <a:lnTo>
                      <a:pt x="443635" y="108690"/>
                    </a:lnTo>
                    <a:lnTo>
                      <a:pt x="447673" y="111583"/>
                    </a:lnTo>
                    <a:lnTo>
                      <a:pt x="451139" y="111583"/>
                    </a:lnTo>
                    <a:lnTo>
                      <a:pt x="451274" y="111011"/>
                    </a:lnTo>
                    <a:lnTo>
                      <a:pt x="451005" y="110977"/>
                    </a:lnTo>
                    <a:close/>
                  </a:path>
                </a:pathLst>
              </a:custGeom>
              <a:grpFill/>
              <a:ln w="6350" cap="flat">
                <a:solidFill>
                  <a:schemeClr val="bg1"/>
                </a:solidFill>
                <a:prstDash val="solid"/>
                <a:miter/>
              </a:ln>
            </p:spPr>
            <p:txBody>
              <a:bodyPr rtlCol="0" anchor="ctr"/>
              <a:lstStyle/>
              <a:p>
                <a:endParaRPr lang="en-US"/>
              </a:p>
            </p:txBody>
          </p:sp>
          <p:sp>
            <p:nvSpPr>
              <p:cNvPr id="228" name="Freeform 945">
                <a:extLst>
                  <a:ext uri="{FF2B5EF4-FFF2-40B4-BE49-F238E27FC236}">
                    <a16:creationId xmlns:a16="http://schemas.microsoft.com/office/drawing/2014/main" id="{D072A5BB-90F1-328E-517D-09966BE20418}"/>
                  </a:ext>
                </a:extLst>
              </p:cNvPr>
              <p:cNvSpPr/>
              <p:nvPr/>
            </p:nvSpPr>
            <p:spPr>
              <a:xfrm>
                <a:off x="6194083" y="3181973"/>
                <a:ext cx="7168" cy="7804"/>
              </a:xfrm>
              <a:custGeom>
                <a:avLst/>
                <a:gdLst>
                  <a:gd name="connsiteX0" fmla="*/ 1952 w 7168"/>
                  <a:gd name="connsiteY0" fmla="*/ 6291 h 7804"/>
                  <a:gd name="connsiteX1" fmla="*/ 4543 w 7168"/>
                  <a:gd name="connsiteY1" fmla="*/ 7804 h 7804"/>
                  <a:gd name="connsiteX2" fmla="*/ 6092 w 7168"/>
                  <a:gd name="connsiteY2" fmla="*/ 7064 h 7804"/>
                  <a:gd name="connsiteX3" fmla="*/ 7168 w 7168"/>
                  <a:gd name="connsiteY3" fmla="*/ 4575 h 7804"/>
                  <a:gd name="connsiteX4" fmla="*/ 6092 w 7168"/>
                  <a:gd name="connsiteY4" fmla="*/ 874 h 7804"/>
                  <a:gd name="connsiteX5" fmla="*/ 1952 w 7168"/>
                  <a:gd name="connsiteY5" fmla="*/ 0 h 7804"/>
                  <a:gd name="connsiteX6" fmla="*/ 0 w 7168"/>
                  <a:gd name="connsiteY6" fmla="*/ 2624 h 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68" h="7804">
                    <a:moveTo>
                      <a:pt x="1952" y="6291"/>
                    </a:moveTo>
                    <a:lnTo>
                      <a:pt x="4543" y="7804"/>
                    </a:lnTo>
                    <a:lnTo>
                      <a:pt x="6092" y="7064"/>
                    </a:lnTo>
                    <a:lnTo>
                      <a:pt x="7168" y="4575"/>
                    </a:lnTo>
                    <a:lnTo>
                      <a:pt x="6092" y="874"/>
                    </a:lnTo>
                    <a:lnTo>
                      <a:pt x="1952" y="0"/>
                    </a:lnTo>
                    <a:lnTo>
                      <a:pt x="0" y="2624"/>
                    </a:lnTo>
                    <a:close/>
                  </a:path>
                </a:pathLst>
              </a:custGeom>
              <a:grpFill/>
              <a:ln w="6350" cap="flat">
                <a:solidFill>
                  <a:schemeClr val="bg1"/>
                </a:solidFill>
                <a:prstDash val="solid"/>
                <a:miter/>
              </a:ln>
            </p:spPr>
            <p:txBody>
              <a:bodyPr rtlCol="0" anchor="ctr"/>
              <a:lstStyle/>
              <a:p>
                <a:endParaRPr lang="en-US"/>
              </a:p>
            </p:txBody>
          </p:sp>
          <p:sp>
            <p:nvSpPr>
              <p:cNvPr id="229" name="Freeform 946">
                <a:extLst>
                  <a:ext uri="{FF2B5EF4-FFF2-40B4-BE49-F238E27FC236}">
                    <a16:creationId xmlns:a16="http://schemas.microsoft.com/office/drawing/2014/main" id="{07C67702-F360-8CEC-4A0A-1E5A63C11597}"/>
                  </a:ext>
                </a:extLst>
              </p:cNvPr>
              <p:cNvSpPr/>
              <p:nvPr/>
            </p:nvSpPr>
            <p:spPr>
              <a:xfrm>
                <a:off x="6191256" y="3189777"/>
                <a:ext cx="3466" cy="3061"/>
              </a:xfrm>
              <a:custGeom>
                <a:avLst/>
                <a:gdLst>
                  <a:gd name="connsiteX0" fmla="*/ 3467 w 3466"/>
                  <a:gd name="connsiteY0" fmla="*/ 3061 h 3061"/>
                  <a:gd name="connsiteX1" fmla="*/ 0 w 3466"/>
                  <a:gd name="connsiteY1" fmla="*/ 3061 h 3061"/>
                  <a:gd name="connsiteX2" fmla="*/ 0 w 3466"/>
                  <a:gd name="connsiteY2" fmla="*/ 0 h 3061"/>
                  <a:gd name="connsiteX3" fmla="*/ 2827 w 3466"/>
                  <a:gd name="connsiteY3" fmla="*/ 0 h 3061"/>
                </a:gdLst>
                <a:ahLst/>
                <a:cxnLst>
                  <a:cxn ang="0">
                    <a:pos x="connsiteX0" y="connsiteY0"/>
                  </a:cxn>
                  <a:cxn ang="0">
                    <a:pos x="connsiteX1" y="connsiteY1"/>
                  </a:cxn>
                  <a:cxn ang="0">
                    <a:pos x="connsiteX2" y="connsiteY2"/>
                  </a:cxn>
                  <a:cxn ang="0">
                    <a:pos x="connsiteX3" y="connsiteY3"/>
                  </a:cxn>
                </a:cxnLst>
                <a:rect l="l" t="t" r="r" b="b"/>
                <a:pathLst>
                  <a:path w="3466" h="3061">
                    <a:moveTo>
                      <a:pt x="3467" y="3061"/>
                    </a:moveTo>
                    <a:lnTo>
                      <a:pt x="0" y="3061"/>
                    </a:lnTo>
                    <a:lnTo>
                      <a:pt x="0" y="0"/>
                    </a:lnTo>
                    <a:lnTo>
                      <a:pt x="2827" y="0"/>
                    </a:lnTo>
                    <a:close/>
                  </a:path>
                </a:pathLst>
              </a:custGeom>
              <a:grpFill/>
              <a:ln w="6350" cap="flat">
                <a:solidFill>
                  <a:schemeClr val="bg1"/>
                </a:solidFill>
                <a:prstDash val="solid"/>
                <a:miter/>
              </a:ln>
            </p:spPr>
            <p:txBody>
              <a:bodyPr rtlCol="0" anchor="ctr"/>
              <a:lstStyle/>
              <a:p>
                <a:endParaRPr lang="en-US"/>
              </a:p>
            </p:txBody>
          </p:sp>
          <p:sp>
            <p:nvSpPr>
              <p:cNvPr id="230" name="Freeform 947">
                <a:extLst>
                  <a:ext uri="{FF2B5EF4-FFF2-40B4-BE49-F238E27FC236}">
                    <a16:creationId xmlns:a16="http://schemas.microsoft.com/office/drawing/2014/main" id="{F5214752-9E5D-7F6D-E1D2-9B63A9E7498A}"/>
                  </a:ext>
                </a:extLst>
              </p:cNvPr>
              <p:cNvSpPr/>
              <p:nvPr/>
            </p:nvSpPr>
            <p:spPr>
              <a:xfrm>
                <a:off x="6178232" y="3255408"/>
                <a:ext cx="23457" cy="25767"/>
              </a:xfrm>
              <a:custGeom>
                <a:avLst/>
                <a:gdLst>
                  <a:gd name="connsiteX0" fmla="*/ 12587 w 23457"/>
                  <a:gd name="connsiteY0" fmla="*/ 0 h 25767"/>
                  <a:gd name="connsiteX1" fmla="*/ 15616 w 23457"/>
                  <a:gd name="connsiteY1" fmla="*/ 2052 h 25767"/>
                  <a:gd name="connsiteX2" fmla="*/ 16491 w 23457"/>
                  <a:gd name="connsiteY2" fmla="*/ 5214 h 25767"/>
                  <a:gd name="connsiteX3" fmla="*/ 23457 w 23457"/>
                  <a:gd name="connsiteY3" fmla="*/ 5214 h 25767"/>
                  <a:gd name="connsiteX4" fmla="*/ 23020 w 23457"/>
                  <a:gd name="connsiteY4" fmla="*/ 10866 h 25767"/>
                  <a:gd name="connsiteX5" fmla="*/ 19015 w 23457"/>
                  <a:gd name="connsiteY5" fmla="*/ 13691 h 25767"/>
                  <a:gd name="connsiteX6" fmla="*/ 15649 w 23457"/>
                  <a:gd name="connsiteY6" fmla="*/ 20857 h 25767"/>
                  <a:gd name="connsiteX7" fmla="*/ 15649 w 23457"/>
                  <a:gd name="connsiteY7" fmla="*/ 25196 h 25767"/>
                  <a:gd name="connsiteX8" fmla="*/ 13899 w 23457"/>
                  <a:gd name="connsiteY8" fmla="*/ 25196 h 25767"/>
                  <a:gd name="connsiteX9" fmla="*/ 10433 w 23457"/>
                  <a:gd name="connsiteY9" fmla="*/ 25196 h 25767"/>
                  <a:gd name="connsiteX10" fmla="*/ 5856 w 23457"/>
                  <a:gd name="connsiteY10" fmla="*/ 20857 h 25767"/>
                  <a:gd name="connsiteX11" fmla="*/ 5856 w 23457"/>
                  <a:gd name="connsiteY11" fmla="*/ 17156 h 25767"/>
                  <a:gd name="connsiteX12" fmla="*/ 5654 w 23457"/>
                  <a:gd name="connsiteY12" fmla="*/ 15407 h 25767"/>
                  <a:gd name="connsiteX13" fmla="*/ 0 w 23457"/>
                  <a:gd name="connsiteY13" fmla="*/ 12750 h 25767"/>
                  <a:gd name="connsiteX14" fmla="*/ 0 w 23457"/>
                  <a:gd name="connsiteY14" fmla="*/ 11269 h 25767"/>
                  <a:gd name="connsiteX15" fmla="*/ 1952 w 23457"/>
                  <a:gd name="connsiteY15" fmla="*/ 6492 h 25767"/>
                  <a:gd name="connsiteX16" fmla="*/ 5856 w 23457"/>
                  <a:gd name="connsiteY16" fmla="*/ 3229 h 25767"/>
                  <a:gd name="connsiteX17" fmla="*/ 6731 w 23457"/>
                  <a:gd name="connsiteY17" fmla="*/ 3028 h 25767"/>
                  <a:gd name="connsiteX18" fmla="*/ 8683 w 23457"/>
                  <a:gd name="connsiteY18" fmla="*/ 0 h 25767"/>
                  <a:gd name="connsiteX19" fmla="*/ 12587 w 23457"/>
                  <a:gd name="connsiteY19" fmla="*/ 0 h 2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57" h="25767">
                    <a:moveTo>
                      <a:pt x="12587" y="0"/>
                    </a:moveTo>
                    <a:lnTo>
                      <a:pt x="15616" y="2052"/>
                    </a:lnTo>
                    <a:lnTo>
                      <a:pt x="16491" y="5214"/>
                    </a:lnTo>
                    <a:lnTo>
                      <a:pt x="23457" y="5214"/>
                    </a:lnTo>
                    <a:lnTo>
                      <a:pt x="23020" y="10866"/>
                    </a:lnTo>
                    <a:lnTo>
                      <a:pt x="19015" y="13691"/>
                    </a:lnTo>
                    <a:lnTo>
                      <a:pt x="15649" y="20857"/>
                    </a:lnTo>
                    <a:lnTo>
                      <a:pt x="15649" y="25196"/>
                    </a:lnTo>
                    <a:cubicBezTo>
                      <a:pt x="15649" y="25196"/>
                      <a:pt x="14572" y="24557"/>
                      <a:pt x="13899" y="25196"/>
                    </a:cubicBezTo>
                    <a:cubicBezTo>
                      <a:pt x="13260" y="25835"/>
                      <a:pt x="12149" y="26071"/>
                      <a:pt x="10433" y="25196"/>
                    </a:cubicBezTo>
                    <a:cubicBezTo>
                      <a:pt x="8683" y="24322"/>
                      <a:pt x="5856" y="20857"/>
                      <a:pt x="5856" y="20857"/>
                    </a:cubicBezTo>
                    <a:cubicBezTo>
                      <a:pt x="5856" y="20857"/>
                      <a:pt x="6058" y="17829"/>
                      <a:pt x="5856" y="17156"/>
                    </a:cubicBezTo>
                    <a:cubicBezTo>
                      <a:pt x="5654" y="16517"/>
                      <a:pt x="5654" y="15407"/>
                      <a:pt x="5654" y="15407"/>
                    </a:cubicBezTo>
                    <a:lnTo>
                      <a:pt x="0" y="12750"/>
                    </a:lnTo>
                    <a:lnTo>
                      <a:pt x="0" y="11269"/>
                    </a:lnTo>
                    <a:cubicBezTo>
                      <a:pt x="0" y="11269"/>
                      <a:pt x="1313" y="6694"/>
                      <a:pt x="1952" y="6492"/>
                    </a:cubicBezTo>
                    <a:cubicBezTo>
                      <a:pt x="2591" y="6291"/>
                      <a:pt x="4981" y="3667"/>
                      <a:pt x="5856" y="3229"/>
                    </a:cubicBezTo>
                    <a:cubicBezTo>
                      <a:pt x="6731" y="2792"/>
                      <a:pt x="6731" y="3028"/>
                      <a:pt x="6731" y="3028"/>
                    </a:cubicBezTo>
                    <a:lnTo>
                      <a:pt x="8683" y="0"/>
                    </a:lnTo>
                    <a:lnTo>
                      <a:pt x="12587" y="0"/>
                    </a:lnTo>
                    <a:close/>
                  </a:path>
                </a:pathLst>
              </a:custGeom>
              <a:grpFill/>
              <a:ln w="6350" cap="flat">
                <a:solidFill>
                  <a:schemeClr val="bg1"/>
                </a:solidFill>
                <a:prstDash val="solid"/>
                <a:miter/>
              </a:ln>
            </p:spPr>
            <p:txBody>
              <a:bodyPr rtlCol="0" anchor="ctr"/>
              <a:lstStyle/>
              <a:p>
                <a:endParaRPr lang="en-US"/>
              </a:p>
            </p:txBody>
          </p:sp>
          <p:sp>
            <p:nvSpPr>
              <p:cNvPr id="231" name="Freeform 948">
                <a:extLst>
                  <a:ext uri="{FF2B5EF4-FFF2-40B4-BE49-F238E27FC236}">
                    <a16:creationId xmlns:a16="http://schemas.microsoft.com/office/drawing/2014/main" id="{5C987BB9-9A68-CC58-EF17-F061F6ACB6B5}"/>
                  </a:ext>
                </a:extLst>
              </p:cNvPr>
              <p:cNvSpPr/>
              <p:nvPr/>
            </p:nvSpPr>
            <p:spPr>
              <a:xfrm>
                <a:off x="6151476" y="3302335"/>
                <a:ext cx="14539" cy="11134"/>
              </a:xfrm>
              <a:custGeom>
                <a:avLst/>
                <a:gdLst>
                  <a:gd name="connsiteX0" fmla="*/ 4779 w 14539"/>
                  <a:gd name="connsiteY0" fmla="*/ 0 h 11134"/>
                  <a:gd name="connsiteX1" fmla="*/ 8683 w 14539"/>
                  <a:gd name="connsiteY1" fmla="*/ 1514 h 11134"/>
                  <a:gd name="connsiteX2" fmla="*/ 14539 w 14539"/>
                  <a:gd name="connsiteY2" fmla="*/ 4104 h 11134"/>
                  <a:gd name="connsiteX3" fmla="*/ 13024 w 14539"/>
                  <a:gd name="connsiteY3" fmla="*/ 9655 h 11134"/>
                  <a:gd name="connsiteX4" fmla="*/ 9659 w 14539"/>
                  <a:gd name="connsiteY4" fmla="*/ 11135 h 11134"/>
                  <a:gd name="connsiteX5" fmla="*/ 6058 w 14539"/>
                  <a:gd name="connsiteY5" fmla="*/ 7636 h 11134"/>
                  <a:gd name="connsiteX6" fmla="*/ 2154 w 14539"/>
                  <a:gd name="connsiteY6" fmla="*/ 3700 h 11134"/>
                  <a:gd name="connsiteX7" fmla="*/ 0 w 14539"/>
                  <a:gd name="connsiteY7" fmla="*/ 875 h 11134"/>
                  <a:gd name="connsiteX8" fmla="*/ 1952 w 14539"/>
                  <a:gd name="connsiteY8" fmla="*/ 0 h 11134"/>
                  <a:gd name="connsiteX9" fmla="*/ 4779 w 14539"/>
                  <a:gd name="connsiteY9" fmla="*/ 0 h 11134"/>
                  <a:gd name="connsiteX10" fmla="*/ 4779 w 14539"/>
                  <a:gd name="connsiteY10" fmla="*/ 0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39" h="11134">
                    <a:moveTo>
                      <a:pt x="4779" y="0"/>
                    </a:moveTo>
                    <a:lnTo>
                      <a:pt x="8683" y="1514"/>
                    </a:lnTo>
                    <a:lnTo>
                      <a:pt x="14539" y="4104"/>
                    </a:lnTo>
                    <a:lnTo>
                      <a:pt x="13024" y="9655"/>
                    </a:lnTo>
                    <a:lnTo>
                      <a:pt x="9659" y="11135"/>
                    </a:lnTo>
                    <a:cubicBezTo>
                      <a:pt x="9659" y="11135"/>
                      <a:pt x="6933" y="7636"/>
                      <a:pt x="6058" y="7636"/>
                    </a:cubicBezTo>
                    <a:cubicBezTo>
                      <a:pt x="5183" y="7636"/>
                      <a:pt x="2154" y="3700"/>
                      <a:pt x="2154" y="3700"/>
                    </a:cubicBezTo>
                    <a:lnTo>
                      <a:pt x="0" y="875"/>
                    </a:lnTo>
                    <a:lnTo>
                      <a:pt x="1952" y="0"/>
                    </a:lnTo>
                    <a:lnTo>
                      <a:pt x="4779" y="0"/>
                    </a:lnTo>
                    <a:lnTo>
                      <a:pt x="4779" y="0"/>
                    </a:lnTo>
                    <a:close/>
                  </a:path>
                </a:pathLst>
              </a:custGeom>
              <a:grpFill/>
              <a:ln w="6350" cap="flat">
                <a:solidFill>
                  <a:schemeClr val="bg1"/>
                </a:solidFill>
                <a:prstDash val="solid"/>
                <a:miter/>
              </a:ln>
            </p:spPr>
            <p:txBody>
              <a:bodyPr rtlCol="0" anchor="ctr"/>
              <a:lstStyle/>
              <a:p>
                <a:endParaRPr lang="en-US"/>
              </a:p>
            </p:txBody>
          </p:sp>
          <p:sp>
            <p:nvSpPr>
              <p:cNvPr id="232" name="Freeform 949">
                <a:extLst>
                  <a:ext uri="{FF2B5EF4-FFF2-40B4-BE49-F238E27FC236}">
                    <a16:creationId xmlns:a16="http://schemas.microsoft.com/office/drawing/2014/main" id="{309B7B33-F9F5-9945-EF23-3DAD734F5614}"/>
                  </a:ext>
                </a:extLst>
              </p:cNvPr>
              <p:cNvSpPr/>
              <p:nvPr/>
            </p:nvSpPr>
            <p:spPr>
              <a:xfrm>
                <a:off x="5947799" y="3484864"/>
                <a:ext cx="28269" cy="24321"/>
              </a:xfrm>
              <a:custGeom>
                <a:avLst/>
                <a:gdLst>
                  <a:gd name="connsiteX0" fmla="*/ 10635 w 28269"/>
                  <a:gd name="connsiteY0" fmla="*/ 24322 h 24321"/>
                  <a:gd name="connsiteX1" fmla="*/ 14774 w 28269"/>
                  <a:gd name="connsiteY1" fmla="*/ 20419 h 24321"/>
                  <a:gd name="connsiteX2" fmla="*/ 14774 w 28269"/>
                  <a:gd name="connsiteY2" fmla="*/ 17358 h 24321"/>
                  <a:gd name="connsiteX3" fmla="*/ 17399 w 28269"/>
                  <a:gd name="connsiteY3" fmla="*/ 17358 h 24321"/>
                  <a:gd name="connsiteX4" fmla="*/ 23895 w 28269"/>
                  <a:gd name="connsiteY4" fmla="*/ 13456 h 24321"/>
                  <a:gd name="connsiteX5" fmla="*/ 28270 w 28269"/>
                  <a:gd name="connsiteY5" fmla="*/ 9991 h 24321"/>
                  <a:gd name="connsiteX6" fmla="*/ 24332 w 28269"/>
                  <a:gd name="connsiteY6" fmla="*/ 5416 h 24321"/>
                  <a:gd name="connsiteX7" fmla="*/ 19553 w 28269"/>
                  <a:gd name="connsiteY7" fmla="*/ 1716 h 24321"/>
                  <a:gd name="connsiteX8" fmla="*/ 13899 w 28269"/>
                  <a:gd name="connsiteY8" fmla="*/ 1716 h 24321"/>
                  <a:gd name="connsiteX9" fmla="*/ 11072 w 28269"/>
                  <a:gd name="connsiteY9" fmla="*/ 0 h 24321"/>
                  <a:gd name="connsiteX10" fmla="*/ 0 w 28269"/>
                  <a:gd name="connsiteY10" fmla="*/ 0 h 24321"/>
                  <a:gd name="connsiteX11" fmla="*/ 4341 w 28269"/>
                  <a:gd name="connsiteY11" fmla="*/ 6930 h 24321"/>
                  <a:gd name="connsiteX12" fmla="*/ 4341 w 28269"/>
                  <a:gd name="connsiteY12" fmla="*/ 13019 h 24321"/>
                  <a:gd name="connsiteX13" fmla="*/ 4341 w 28269"/>
                  <a:gd name="connsiteY13" fmla="*/ 18233 h 24321"/>
                  <a:gd name="connsiteX14" fmla="*/ 5654 w 28269"/>
                  <a:gd name="connsiteY14" fmla="*/ 20419 h 2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69" h="24321">
                    <a:moveTo>
                      <a:pt x="10635" y="24322"/>
                    </a:moveTo>
                    <a:lnTo>
                      <a:pt x="14774" y="20419"/>
                    </a:lnTo>
                    <a:lnTo>
                      <a:pt x="14774" y="17358"/>
                    </a:lnTo>
                    <a:lnTo>
                      <a:pt x="17399" y="17358"/>
                    </a:lnTo>
                    <a:lnTo>
                      <a:pt x="23895" y="13456"/>
                    </a:lnTo>
                    <a:lnTo>
                      <a:pt x="28270" y="9991"/>
                    </a:lnTo>
                    <a:lnTo>
                      <a:pt x="24332" y="5416"/>
                    </a:lnTo>
                    <a:lnTo>
                      <a:pt x="19553" y="1716"/>
                    </a:lnTo>
                    <a:lnTo>
                      <a:pt x="13899" y="1716"/>
                    </a:lnTo>
                    <a:lnTo>
                      <a:pt x="11072" y="0"/>
                    </a:lnTo>
                    <a:lnTo>
                      <a:pt x="0" y="0"/>
                    </a:lnTo>
                    <a:lnTo>
                      <a:pt x="4341" y="6930"/>
                    </a:lnTo>
                    <a:lnTo>
                      <a:pt x="4341" y="13019"/>
                    </a:lnTo>
                    <a:lnTo>
                      <a:pt x="4341" y="18233"/>
                    </a:lnTo>
                    <a:lnTo>
                      <a:pt x="5654" y="20419"/>
                    </a:lnTo>
                    <a:close/>
                  </a:path>
                </a:pathLst>
              </a:custGeom>
              <a:grpFill/>
              <a:ln w="6350" cap="flat">
                <a:solidFill>
                  <a:schemeClr val="bg1"/>
                </a:solidFill>
                <a:prstDash val="solid"/>
                <a:miter/>
              </a:ln>
            </p:spPr>
            <p:txBody>
              <a:bodyPr rtlCol="0" anchor="ctr"/>
              <a:lstStyle/>
              <a:p>
                <a:endParaRPr lang="en-US"/>
              </a:p>
            </p:txBody>
          </p:sp>
        </p:grpSp>
        <p:sp>
          <p:nvSpPr>
            <p:cNvPr id="170" name="Freeform 887">
              <a:extLst>
                <a:ext uri="{FF2B5EF4-FFF2-40B4-BE49-F238E27FC236}">
                  <a16:creationId xmlns:a16="http://schemas.microsoft.com/office/drawing/2014/main" id="{71502499-4661-2D0B-8FB1-367C71B612A7}"/>
                </a:ext>
              </a:extLst>
            </p:cNvPr>
            <p:cNvSpPr/>
            <p:nvPr/>
          </p:nvSpPr>
          <p:spPr>
            <a:xfrm>
              <a:off x="7987017" y="2835953"/>
              <a:ext cx="245586" cy="305313"/>
            </a:xfrm>
            <a:custGeom>
              <a:avLst/>
              <a:gdLst>
                <a:gd name="connsiteX0" fmla="*/ 342638 w 471500"/>
                <a:gd name="connsiteY0" fmla="*/ 573051 h 586170"/>
                <a:gd name="connsiteX1" fmla="*/ 344388 w 471500"/>
                <a:gd name="connsiteY1" fmla="*/ 580015 h 586170"/>
                <a:gd name="connsiteX2" fmla="*/ 344388 w 471500"/>
                <a:gd name="connsiteY2" fmla="*/ 582908 h 586170"/>
                <a:gd name="connsiteX3" fmla="*/ 353070 w 471500"/>
                <a:gd name="connsiteY3" fmla="*/ 586171 h 586170"/>
                <a:gd name="connsiteX4" fmla="*/ 357210 w 471500"/>
                <a:gd name="connsiteY4" fmla="*/ 581831 h 586170"/>
                <a:gd name="connsiteX5" fmla="*/ 364177 w 471500"/>
                <a:gd name="connsiteY5" fmla="*/ 575978 h 586170"/>
                <a:gd name="connsiteX6" fmla="*/ 370268 w 471500"/>
                <a:gd name="connsiteY6" fmla="*/ 572277 h 586170"/>
                <a:gd name="connsiteX7" fmla="*/ 375047 w 471500"/>
                <a:gd name="connsiteY7" fmla="*/ 564877 h 586170"/>
                <a:gd name="connsiteX8" fmla="*/ 380936 w 471500"/>
                <a:gd name="connsiteY8" fmla="*/ 560302 h 586170"/>
                <a:gd name="connsiteX9" fmla="*/ 384638 w 471500"/>
                <a:gd name="connsiteY9" fmla="*/ 555289 h 586170"/>
                <a:gd name="connsiteX10" fmla="*/ 389619 w 471500"/>
                <a:gd name="connsiteY10" fmla="*/ 552262 h 586170"/>
                <a:gd name="connsiteX11" fmla="*/ 399614 w 471500"/>
                <a:gd name="connsiteY11" fmla="*/ 547048 h 586170"/>
                <a:gd name="connsiteX12" fmla="*/ 403519 w 471500"/>
                <a:gd name="connsiteY12" fmla="*/ 541161 h 586170"/>
                <a:gd name="connsiteX13" fmla="*/ 403519 w 471500"/>
                <a:gd name="connsiteY13" fmla="*/ 532919 h 586170"/>
                <a:gd name="connsiteX14" fmla="*/ 408533 w 471500"/>
                <a:gd name="connsiteY14" fmla="*/ 529858 h 586170"/>
                <a:gd name="connsiteX15" fmla="*/ 413951 w 471500"/>
                <a:gd name="connsiteY15" fmla="*/ 514653 h 586170"/>
                <a:gd name="connsiteX16" fmla="*/ 411495 w 471500"/>
                <a:gd name="connsiteY16" fmla="*/ 504662 h 586170"/>
                <a:gd name="connsiteX17" fmla="*/ 408735 w 471500"/>
                <a:gd name="connsiteY17" fmla="*/ 499448 h 586170"/>
                <a:gd name="connsiteX18" fmla="*/ 408735 w 471500"/>
                <a:gd name="connsiteY18" fmla="*/ 490769 h 586170"/>
                <a:gd name="connsiteX19" fmla="*/ 408735 w 471500"/>
                <a:gd name="connsiteY19" fmla="*/ 474689 h 586170"/>
                <a:gd name="connsiteX20" fmla="*/ 411495 w 471500"/>
                <a:gd name="connsiteY20" fmla="*/ 474252 h 586170"/>
                <a:gd name="connsiteX21" fmla="*/ 414826 w 471500"/>
                <a:gd name="connsiteY21" fmla="*/ 477716 h 586170"/>
                <a:gd name="connsiteX22" fmla="*/ 425259 w 471500"/>
                <a:gd name="connsiteY22" fmla="*/ 477716 h 586170"/>
                <a:gd name="connsiteX23" fmla="*/ 437442 w 471500"/>
                <a:gd name="connsiteY23" fmla="*/ 477716 h 586170"/>
                <a:gd name="connsiteX24" fmla="*/ 448313 w 471500"/>
                <a:gd name="connsiteY24" fmla="*/ 474891 h 586170"/>
                <a:gd name="connsiteX25" fmla="*/ 452217 w 471500"/>
                <a:gd name="connsiteY25" fmla="*/ 468163 h 586170"/>
                <a:gd name="connsiteX26" fmla="*/ 452217 w 471500"/>
                <a:gd name="connsiteY26" fmla="*/ 459484 h 586170"/>
                <a:gd name="connsiteX27" fmla="*/ 447202 w 471500"/>
                <a:gd name="connsiteY27" fmla="*/ 453832 h 586170"/>
                <a:gd name="connsiteX28" fmla="*/ 439596 w 471500"/>
                <a:gd name="connsiteY28" fmla="*/ 446432 h 586170"/>
                <a:gd name="connsiteX29" fmla="*/ 446125 w 471500"/>
                <a:gd name="connsiteY29" fmla="*/ 437753 h 586170"/>
                <a:gd name="connsiteX30" fmla="*/ 453529 w 471500"/>
                <a:gd name="connsiteY30" fmla="*/ 437753 h 586170"/>
                <a:gd name="connsiteX31" fmla="*/ 460933 w 471500"/>
                <a:gd name="connsiteY31" fmla="*/ 435129 h 586170"/>
                <a:gd name="connsiteX32" fmla="*/ 460933 w 471500"/>
                <a:gd name="connsiteY32" fmla="*/ 424263 h 586170"/>
                <a:gd name="connsiteX33" fmla="*/ 466150 w 471500"/>
                <a:gd name="connsiteY33" fmla="*/ 414272 h 586170"/>
                <a:gd name="connsiteX34" fmla="*/ 469212 w 471500"/>
                <a:gd name="connsiteY34" fmla="*/ 406602 h 586170"/>
                <a:gd name="connsiteX35" fmla="*/ 471400 w 471500"/>
                <a:gd name="connsiteY35" fmla="*/ 389951 h 586170"/>
                <a:gd name="connsiteX36" fmla="*/ 471400 w 471500"/>
                <a:gd name="connsiteY36" fmla="*/ 381272 h 586170"/>
                <a:gd name="connsiteX37" fmla="*/ 471501 w 471500"/>
                <a:gd name="connsiteY37" fmla="*/ 381003 h 586170"/>
                <a:gd name="connsiteX38" fmla="*/ 468506 w 471500"/>
                <a:gd name="connsiteY38" fmla="*/ 374880 h 586170"/>
                <a:gd name="connsiteX39" fmla="*/ 461236 w 471500"/>
                <a:gd name="connsiteY39" fmla="*/ 376899 h 586170"/>
                <a:gd name="connsiteX40" fmla="*/ 451106 w 471500"/>
                <a:gd name="connsiteY40" fmla="*/ 378076 h 586170"/>
                <a:gd name="connsiteX41" fmla="*/ 450534 w 471500"/>
                <a:gd name="connsiteY41" fmla="*/ 372862 h 586170"/>
                <a:gd name="connsiteX42" fmla="*/ 449659 w 471500"/>
                <a:gd name="connsiteY42" fmla="*/ 364755 h 586170"/>
                <a:gd name="connsiteX43" fmla="*/ 445318 w 471500"/>
                <a:gd name="connsiteY43" fmla="*/ 364755 h 586170"/>
                <a:gd name="connsiteX44" fmla="*/ 434313 w 471500"/>
                <a:gd name="connsiteY44" fmla="*/ 367042 h 586170"/>
                <a:gd name="connsiteX45" fmla="*/ 426471 w 471500"/>
                <a:gd name="connsiteY45" fmla="*/ 369094 h 586170"/>
                <a:gd name="connsiteX46" fmla="*/ 419235 w 471500"/>
                <a:gd name="connsiteY46" fmla="*/ 369969 h 586170"/>
                <a:gd name="connsiteX47" fmla="*/ 411562 w 471500"/>
                <a:gd name="connsiteY47" fmla="*/ 373164 h 586170"/>
                <a:gd name="connsiteX48" fmla="*/ 404461 w 471500"/>
                <a:gd name="connsiteY48" fmla="*/ 375183 h 586170"/>
                <a:gd name="connsiteX49" fmla="*/ 395778 w 471500"/>
                <a:gd name="connsiteY49" fmla="*/ 375183 h 586170"/>
                <a:gd name="connsiteX50" fmla="*/ 387364 w 471500"/>
                <a:gd name="connsiteY50" fmla="*/ 370406 h 586170"/>
                <a:gd name="connsiteX51" fmla="*/ 384167 w 471500"/>
                <a:gd name="connsiteY51" fmla="*/ 367076 h 586170"/>
                <a:gd name="connsiteX52" fmla="*/ 382148 w 471500"/>
                <a:gd name="connsiteY52" fmla="*/ 361290 h 586170"/>
                <a:gd name="connsiteX53" fmla="*/ 389687 w 471500"/>
                <a:gd name="connsiteY53" fmla="*/ 354057 h 586170"/>
                <a:gd name="connsiteX54" fmla="*/ 394903 w 471500"/>
                <a:gd name="connsiteY54" fmla="*/ 349718 h 586170"/>
                <a:gd name="connsiteX55" fmla="*/ 398100 w 471500"/>
                <a:gd name="connsiteY55" fmla="*/ 341913 h 586170"/>
                <a:gd name="connsiteX56" fmla="*/ 396922 w 471500"/>
                <a:gd name="connsiteY56" fmla="*/ 336396 h 586170"/>
                <a:gd name="connsiteX57" fmla="*/ 395778 w 471500"/>
                <a:gd name="connsiteY57" fmla="*/ 330005 h 586170"/>
                <a:gd name="connsiteX58" fmla="*/ 394028 w 471500"/>
                <a:gd name="connsiteY58" fmla="*/ 324791 h 586170"/>
                <a:gd name="connsiteX59" fmla="*/ 383595 w 471500"/>
                <a:gd name="connsiteY59" fmla="*/ 324791 h 586170"/>
                <a:gd name="connsiteX60" fmla="*/ 373162 w 471500"/>
                <a:gd name="connsiteY60" fmla="*/ 323243 h 586170"/>
                <a:gd name="connsiteX61" fmla="*/ 364177 w 471500"/>
                <a:gd name="connsiteY61" fmla="*/ 323008 h 586170"/>
                <a:gd name="connsiteX62" fmla="*/ 361282 w 471500"/>
                <a:gd name="connsiteY62" fmla="*/ 317794 h 586170"/>
                <a:gd name="connsiteX63" fmla="*/ 358960 w 471500"/>
                <a:gd name="connsiteY63" fmla="*/ 307365 h 586170"/>
                <a:gd name="connsiteX64" fmla="*/ 354316 w 471500"/>
                <a:gd name="connsiteY64" fmla="*/ 301579 h 586170"/>
                <a:gd name="connsiteX65" fmla="*/ 349099 w 471500"/>
                <a:gd name="connsiteY65" fmla="*/ 298686 h 586170"/>
                <a:gd name="connsiteX66" fmla="*/ 343310 w 471500"/>
                <a:gd name="connsiteY66" fmla="*/ 295221 h 586170"/>
                <a:gd name="connsiteX67" fmla="*/ 345633 w 471500"/>
                <a:gd name="connsiteY67" fmla="*/ 289436 h 586170"/>
                <a:gd name="connsiteX68" fmla="*/ 350546 w 471500"/>
                <a:gd name="connsiteY68" fmla="*/ 281328 h 586170"/>
                <a:gd name="connsiteX69" fmla="*/ 352296 w 471500"/>
                <a:gd name="connsiteY69" fmla="*/ 273221 h 586170"/>
                <a:gd name="connsiteX70" fmla="*/ 356941 w 471500"/>
                <a:gd name="connsiteY70" fmla="*/ 266830 h 586170"/>
                <a:gd name="connsiteX71" fmla="*/ 362460 w 471500"/>
                <a:gd name="connsiteY71" fmla="*/ 266258 h 586170"/>
                <a:gd name="connsiteX72" fmla="*/ 366801 w 471500"/>
                <a:gd name="connsiteY72" fmla="*/ 264811 h 586170"/>
                <a:gd name="connsiteX73" fmla="*/ 368249 w 471500"/>
                <a:gd name="connsiteY73" fmla="*/ 259597 h 586170"/>
                <a:gd name="connsiteX74" fmla="*/ 371143 w 471500"/>
                <a:gd name="connsiteY74" fmla="*/ 255527 h 586170"/>
                <a:gd name="connsiteX75" fmla="*/ 372018 w 471500"/>
                <a:gd name="connsiteY75" fmla="*/ 245670 h 586170"/>
                <a:gd name="connsiteX76" fmla="*/ 370874 w 471500"/>
                <a:gd name="connsiteY76" fmla="*/ 239279 h 586170"/>
                <a:gd name="connsiteX77" fmla="*/ 367979 w 471500"/>
                <a:gd name="connsiteY77" fmla="*/ 229725 h 586170"/>
                <a:gd name="connsiteX78" fmla="*/ 368551 w 471500"/>
                <a:gd name="connsiteY78" fmla="*/ 222190 h 586170"/>
                <a:gd name="connsiteX79" fmla="*/ 374037 w 471500"/>
                <a:gd name="connsiteY79" fmla="*/ 217548 h 586170"/>
                <a:gd name="connsiteX80" fmla="*/ 382148 w 471500"/>
                <a:gd name="connsiteY80" fmla="*/ 220743 h 586170"/>
                <a:gd name="connsiteX81" fmla="*/ 386489 w 471500"/>
                <a:gd name="connsiteY81" fmla="*/ 225655 h 586170"/>
                <a:gd name="connsiteX82" fmla="*/ 395172 w 471500"/>
                <a:gd name="connsiteY82" fmla="*/ 227101 h 586170"/>
                <a:gd name="connsiteX83" fmla="*/ 403014 w 471500"/>
                <a:gd name="connsiteY83" fmla="*/ 227404 h 586170"/>
                <a:gd name="connsiteX84" fmla="*/ 408802 w 471500"/>
                <a:gd name="connsiteY84" fmla="*/ 232315 h 586170"/>
                <a:gd name="connsiteX85" fmla="*/ 416038 w 471500"/>
                <a:gd name="connsiteY85" fmla="*/ 228548 h 586170"/>
                <a:gd name="connsiteX86" fmla="*/ 420952 w 471500"/>
                <a:gd name="connsiteY86" fmla="*/ 223031 h 586170"/>
                <a:gd name="connsiteX87" fmla="*/ 419504 w 471500"/>
                <a:gd name="connsiteY87" fmla="*/ 217245 h 586170"/>
                <a:gd name="connsiteX88" fmla="*/ 418057 w 471500"/>
                <a:gd name="connsiteY88" fmla="*/ 209407 h 586170"/>
                <a:gd name="connsiteX89" fmla="*/ 420682 w 471500"/>
                <a:gd name="connsiteY89" fmla="*/ 205639 h 586170"/>
                <a:gd name="connsiteX90" fmla="*/ 422432 w 471500"/>
                <a:gd name="connsiteY90" fmla="*/ 194336 h 586170"/>
                <a:gd name="connsiteX91" fmla="*/ 415769 w 471500"/>
                <a:gd name="connsiteY91" fmla="*/ 189694 h 586170"/>
                <a:gd name="connsiteX92" fmla="*/ 403889 w 471500"/>
                <a:gd name="connsiteY92" fmla="*/ 183605 h 586170"/>
                <a:gd name="connsiteX93" fmla="*/ 396081 w 471500"/>
                <a:gd name="connsiteY93" fmla="*/ 176945 h 586170"/>
                <a:gd name="connsiteX94" fmla="*/ 390562 w 471500"/>
                <a:gd name="connsiteY94" fmla="*/ 170553 h 586170"/>
                <a:gd name="connsiteX95" fmla="*/ 382451 w 471500"/>
                <a:gd name="connsiteY95" fmla="*/ 172874 h 586170"/>
                <a:gd name="connsiteX96" fmla="*/ 379859 w 471500"/>
                <a:gd name="connsiteY96" fmla="*/ 178963 h 586170"/>
                <a:gd name="connsiteX97" fmla="*/ 379556 w 471500"/>
                <a:gd name="connsiteY97" fmla="*/ 189694 h 586170"/>
                <a:gd name="connsiteX98" fmla="*/ 375484 w 471500"/>
                <a:gd name="connsiteY98" fmla="*/ 195211 h 586170"/>
                <a:gd name="connsiteX99" fmla="*/ 373734 w 471500"/>
                <a:gd name="connsiteY99" fmla="*/ 201300 h 586170"/>
                <a:gd name="connsiteX100" fmla="*/ 368518 w 471500"/>
                <a:gd name="connsiteY100" fmla="*/ 204193 h 586170"/>
                <a:gd name="connsiteX101" fmla="*/ 361854 w 471500"/>
                <a:gd name="connsiteY101" fmla="*/ 204495 h 586170"/>
                <a:gd name="connsiteX102" fmla="*/ 354618 w 471500"/>
                <a:gd name="connsiteY102" fmla="*/ 204193 h 586170"/>
                <a:gd name="connsiteX103" fmla="*/ 345936 w 471500"/>
                <a:gd name="connsiteY103" fmla="*/ 206211 h 586170"/>
                <a:gd name="connsiteX104" fmla="*/ 340147 w 471500"/>
                <a:gd name="connsiteY104" fmla="*/ 205336 h 586170"/>
                <a:gd name="connsiteX105" fmla="*/ 329142 w 471500"/>
                <a:gd name="connsiteY105" fmla="*/ 196927 h 586170"/>
                <a:gd name="connsiteX106" fmla="*/ 326248 w 471500"/>
                <a:gd name="connsiteY106" fmla="*/ 188819 h 586170"/>
                <a:gd name="connsiteX107" fmla="*/ 327123 w 471500"/>
                <a:gd name="connsiteY107" fmla="*/ 181015 h 586170"/>
                <a:gd name="connsiteX108" fmla="*/ 323925 w 471500"/>
                <a:gd name="connsiteY108" fmla="*/ 172605 h 586170"/>
                <a:gd name="connsiteX109" fmla="*/ 319853 w 471500"/>
                <a:gd name="connsiteY109" fmla="*/ 163926 h 586170"/>
                <a:gd name="connsiteX110" fmla="*/ 317531 w 471500"/>
                <a:gd name="connsiteY110" fmla="*/ 154372 h 586170"/>
                <a:gd name="connsiteX111" fmla="*/ 310565 w 471500"/>
                <a:gd name="connsiteY111" fmla="*/ 156693 h 586170"/>
                <a:gd name="connsiteX112" fmla="*/ 300132 w 471500"/>
                <a:gd name="connsiteY112" fmla="*/ 157568 h 586170"/>
                <a:gd name="connsiteX113" fmla="*/ 295790 w 471500"/>
                <a:gd name="connsiteY113" fmla="*/ 152657 h 586170"/>
                <a:gd name="connsiteX114" fmla="*/ 295521 w 471500"/>
                <a:gd name="connsiteY114" fmla="*/ 150908 h 586170"/>
                <a:gd name="connsiteX115" fmla="*/ 297271 w 471500"/>
                <a:gd name="connsiteY115" fmla="*/ 137283 h 586170"/>
                <a:gd name="connsiteX116" fmla="*/ 299290 w 471500"/>
                <a:gd name="connsiteY116" fmla="*/ 130320 h 586170"/>
                <a:gd name="connsiteX117" fmla="*/ 301882 w 471500"/>
                <a:gd name="connsiteY117" fmla="*/ 125678 h 586170"/>
                <a:gd name="connsiteX118" fmla="*/ 305954 w 471500"/>
                <a:gd name="connsiteY118" fmla="*/ 119017 h 586170"/>
                <a:gd name="connsiteX119" fmla="*/ 307973 w 471500"/>
                <a:gd name="connsiteY119" fmla="*/ 112626 h 586170"/>
                <a:gd name="connsiteX120" fmla="*/ 308545 w 471500"/>
                <a:gd name="connsiteY120" fmla="*/ 107714 h 586170"/>
                <a:gd name="connsiteX121" fmla="*/ 312617 w 471500"/>
                <a:gd name="connsiteY121" fmla="*/ 102197 h 586170"/>
                <a:gd name="connsiteX122" fmla="*/ 313493 w 471500"/>
                <a:gd name="connsiteY122" fmla="*/ 94359 h 586170"/>
                <a:gd name="connsiteX123" fmla="*/ 306257 w 471500"/>
                <a:gd name="connsiteY123" fmla="*/ 93485 h 586170"/>
                <a:gd name="connsiteX124" fmla="*/ 296699 w 471500"/>
                <a:gd name="connsiteY124" fmla="*/ 91735 h 586170"/>
                <a:gd name="connsiteX125" fmla="*/ 291482 w 471500"/>
                <a:gd name="connsiteY125" fmla="*/ 89111 h 586170"/>
                <a:gd name="connsiteX126" fmla="*/ 286838 w 471500"/>
                <a:gd name="connsiteY126" fmla="*/ 93182 h 586170"/>
                <a:gd name="connsiteX127" fmla="*/ 280174 w 471500"/>
                <a:gd name="connsiteY127" fmla="*/ 96647 h 586170"/>
                <a:gd name="connsiteX128" fmla="*/ 270919 w 471500"/>
                <a:gd name="connsiteY128" fmla="*/ 96647 h 586170"/>
                <a:gd name="connsiteX129" fmla="*/ 268025 w 471500"/>
                <a:gd name="connsiteY129" fmla="*/ 92576 h 586170"/>
                <a:gd name="connsiteX130" fmla="*/ 268025 w 471500"/>
                <a:gd name="connsiteY130" fmla="*/ 82720 h 586170"/>
                <a:gd name="connsiteX131" fmla="*/ 267015 w 471500"/>
                <a:gd name="connsiteY131" fmla="*/ 78952 h 586170"/>
                <a:gd name="connsiteX132" fmla="*/ 262539 w 471500"/>
                <a:gd name="connsiteY132" fmla="*/ 73166 h 586170"/>
                <a:gd name="connsiteX133" fmla="*/ 258198 w 471500"/>
                <a:gd name="connsiteY133" fmla="*/ 68827 h 586170"/>
                <a:gd name="connsiteX134" fmla="*/ 251838 w 471500"/>
                <a:gd name="connsiteY134" fmla="*/ 61863 h 586170"/>
                <a:gd name="connsiteX135" fmla="*/ 242852 w 471500"/>
                <a:gd name="connsiteY135" fmla="*/ 60417 h 586170"/>
                <a:gd name="connsiteX136" fmla="*/ 231544 w 471500"/>
                <a:gd name="connsiteY136" fmla="*/ 60417 h 586170"/>
                <a:gd name="connsiteX137" fmla="*/ 217644 w 471500"/>
                <a:gd name="connsiteY137" fmla="*/ 60282 h 586170"/>
                <a:gd name="connsiteX138" fmla="*/ 211250 w 471500"/>
                <a:gd name="connsiteY138" fmla="*/ 57827 h 586170"/>
                <a:gd name="connsiteX139" fmla="*/ 206336 w 471500"/>
                <a:gd name="connsiteY139" fmla="*/ 52041 h 586170"/>
                <a:gd name="connsiteX140" fmla="*/ 204889 w 471500"/>
                <a:gd name="connsiteY140" fmla="*/ 47701 h 586170"/>
                <a:gd name="connsiteX141" fmla="*/ 198495 w 471500"/>
                <a:gd name="connsiteY141" fmla="*/ 47398 h 586170"/>
                <a:gd name="connsiteX142" fmla="*/ 193009 w 471500"/>
                <a:gd name="connsiteY142" fmla="*/ 37273 h 586170"/>
                <a:gd name="connsiteX143" fmla="*/ 188937 w 471500"/>
                <a:gd name="connsiteY143" fmla="*/ 29166 h 586170"/>
                <a:gd name="connsiteX144" fmla="*/ 183417 w 471500"/>
                <a:gd name="connsiteY144" fmla="*/ 29166 h 586170"/>
                <a:gd name="connsiteX145" fmla="*/ 178504 w 471500"/>
                <a:gd name="connsiteY145" fmla="*/ 24826 h 586170"/>
                <a:gd name="connsiteX146" fmla="*/ 171840 w 471500"/>
                <a:gd name="connsiteY146" fmla="*/ 19915 h 586170"/>
                <a:gd name="connsiteX147" fmla="*/ 164874 w 471500"/>
                <a:gd name="connsiteY147" fmla="*/ 19040 h 586170"/>
                <a:gd name="connsiteX148" fmla="*/ 157032 w 471500"/>
                <a:gd name="connsiteY148" fmla="*/ 14701 h 586170"/>
                <a:gd name="connsiteX149" fmla="*/ 142258 w 471500"/>
                <a:gd name="connsiteY149" fmla="*/ 5416 h 586170"/>
                <a:gd name="connsiteX150" fmla="*/ 138791 w 471500"/>
                <a:gd name="connsiteY150" fmla="*/ 1951 h 586170"/>
                <a:gd name="connsiteX151" fmla="*/ 136840 w 471500"/>
                <a:gd name="connsiteY151" fmla="*/ 0 h 586170"/>
                <a:gd name="connsiteX152" fmla="*/ 135325 w 471500"/>
                <a:gd name="connsiteY152" fmla="*/ 976 h 586170"/>
                <a:gd name="connsiteX153" fmla="*/ 129166 w 471500"/>
                <a:gd name="connsiteY153" fmla="*/ 2859 h 586170"/>
                <a:gd name="connsiteX154" fmla="*/ 120248 w 471500"/>
                <a:gd name="connsiteY154" fmla="*/ 6156 h 586170"/>
                <a:gd name="connsiteX155" fmla="*/ 114594 w 471500"/>
                <a:gd name="connsiteY155" fmla="*/ 8343 h 586170"/>
                <a:gd name="connsiteX156" fmla="*/ 108570 w 471500"/>
                <a:gd name="connsiteY156" fmla="*/ 8343 h 586170"/>
                <a:gd name="connsiteX157" fmla="*/ 109108 w 471500"/>
                <a:gd name="connsiteY157" fmla="*/ 9655 h 586170"/>
                <a:gd name="connsiteX158" fmla="*/ 116647 w 471500"/>
                <a:gd name="connsiteY158" fmla="*/ 26104 h 586170"/>
                <a:gd name="connsiteX159" fmla="*/ 124825 w 471500"/>
                <a:gd name="connsiteY159" fmla="*/ 35053 h 586170"/>
                <a:gd name="connsiteX160" fmla="*/ 137647 w 471500"/>
                <a:gd name="connsiteY160" fmla="*/ 38787 h 586170"/>
                <a:gd name="connsiteX161" fmla="*/ 137647 w 471500"/>
                <a:gd name="connsiteY161" fmla="*/ 45750 h 586170"/>
                <a:gd name="connsiteX162" fmla="*/ 143167 w 471500"/>
                <a:gd name="connsiteY162" fmla="*/ 43429 h 586170"/>
                <a:gd name="connsiteX163" fmla="*/ 149393 w 471500"/>
                <a:gd name="connsiteY163" fmla="*/ 41108 h 586170"/>
                <a:gd name="connsiteX164" fmla="*/ 153297 w 471500"/>
                <a:gd name="connsiteY164" fmla="*/ 41680 h 586170"/>
                <a:gd name="connsiteX165" fmla="*/ 153297 w 471500"/>
                <a:gd name="connsiteY165" fmla="*/ 47466 h 586170"/>
                <a:gd name="connsiteX166" fmla="*/ 153297 w 471500"/>
                <a:gd name="connsiteY166" fmla="*/ 54429 h 586170"/>
                <a:gd name="connsiteX167" fmla="*/ 155922 w 471500"/>
                <a:gd name="connsiteY167" fmla="*/ 64285 h 586170"/>
                <a:gd name="connsiteX168" fmla="*/ 157941 w 471500"/>
                <a:gd name="connsiteY168" fmla="*/ 69802 h 586170"/>
                <a:gd name="connsiteX169" fmla="*/ 163730 w 471500"/>
                <a:gd name="connsiteY169" fmla="*/ 76463 h 586170"/>
                <a:gd name="connsiteX170" fmla="*/ 163730 w 471500"/>
                <a:gd name="connsiteY170" fmla="*/ 82249 h 586170"/>
                <a:gd name="connsiteX171" fmla="*/ 163730 w 471500"/>
                <a:gd name="connsiteY171" fmla="*/ 84873 h 586170"/>
                <a:gd name="connsiteX172" fmla="*/ 159388 w 471500"/>
                <a:gd name="connsiteY172" fmla="*/ 84873 h 586170"/>
                <a:gd name="connsiteX173" fmla="*/ 155922 w 471500"/>
                <a:gd name="connsiteY173" fmla="*/ 84873 h 586170"/>
                <a:gd name="connsiteX174" fmla="*/ 153600 w 471500"/>
                <a:gd name="connsiteY174" fmla="*/ 88069 h 586170"/>
                <a:gd name="connsiteX175" fmla="*/ 150403 w 471500"/>
                <a:gd name="connsiteY175" fmla="*/ 93014 h 586170"/>
                <a:gd name="connsiteX176" fmla="*/ 143739 w 471500"/>
                <a:gd name="connsiteY176" fmla="*/ 97084 h 586170"/>
                <a:gd name="connsiteX177" fmla="*/ 136200 w 471500"/>
                <a:gd name="connsiteY177" fmla="*/ 101592 h 586170"/>
                <a:gd name="connsiteX178" fmla="*/ 130412 w 471500"/>
                <a:gd name="connsiteY178" fmla="*/ 105797 h 586170"/>
                <a:gd name="connsiteX179" fmla="*/ 124623 w 471500"/>
                <a:gd name="connsiteY179" fmla="*/ 105797 h 586170"/>
                <a:gd name="connsiteX180" fmla="*/ 117657 w 471500"/>
                <a:gd name="connsiteY180" fmla="*/ 105797 h 586170"/>
                <a:gd name="connsiteX181" fmla="*/ 115032 w 471500"/>
                <a:gd name="connsiteY181" fmla="*/ 100583 h 586170"/>
                <a:gd name="connsiteX182" fmla="*/ 113012 w 471500"/>
                <a:gd name="connsiteY182" fmla="*/ 92173 h 586170"/>
                <a:gd name="connsiteX183" fmla="*/ 110993 w 471500"/>
                <a:gd name="connsiteY183" fmla="*/ 86959 h 586170"/>
                <a:gd name="connsiteX184" fmla="*/ 104632 w 471500"/>
                <a:gd name="connsiteY184" fmla="*/ 82619 h 586170"/>
                <a:gd name="connsiteX185" fmla="*/ 101132 w 471500"/>
                <a:gd name="connsiteY185" fmla="*/ 78279 h 586170"/>
                <a:gd name="connsiteX186" fmla="*/ 97935 w 471500"/>
                <a:gd name="connsiteY186" fmla="*/ 73940 h 586170"/>
                <a:gd name="connsiteX187" fmla="*/ 89521 w 471500"/>
                <a:gd name="connsiteY187" fmla="*/ 74815 h 586170"/>
                <a:gd name="connsiteX188" fmla="*/ 84305 w 471500"/>
                <a:gd name="connsiteY188" fmla="*/ 71350 h 586170"/>
                <a:gd name="connsiteX189" fmla="*/ 76194 w 471500"/>
                <a:gd name="connsiteY189" fmla="*/ 68154 h 586170"/>
                <a:gd name="connsiteX190" fmla="*/ 68083 w 471500"/>
                <a:gd name="connsiteY190" fmla="*/ 68726 h 586170"/>
                <a:gd name="connsiteX191" fmla="*/ 66064 w 471500"/>
                <a:gd name="connsiteY191" fmla="*/ 75689 h 586170"/>
                <a:gd name="connsiteX192" fmla="*/ 64617 w 471500"/>
                <a:gd name="connsiteY192" fmla="*/ 82922 h 586170"/>
                <a:gd name="connsiteX193" fmla="*/ 64617 w 471500"/>
                <a:gd name="connsiteY193" fmla="*/ 92778 h 586170"/>
                <a:gd name="connsiteX194" fmla="*/ 67511 w 471500"/>
                <a:gd name="connsiteY194" fmla="*/ 95368 h 586170"/>
                <a:gd name="connsiteX195" fmla="*/ 68386 w 471500"/>
                <a:gd name="connsiteY195" fmla="*/ 100583 h 586170"/>
                <a:gd name="connsiteX196" fmla="*/ 66939 w 471500"/>
                <a:gd name="connsiteY196" fmla="*/ 104350 h 586170"/>
                <a:gd name="connsiteX197" fmla="*/ 64617 w 471500"/>
                <a:gd name="connsiteY197" fmla="*/ 105797 h 586170"/>
                <a:gd name="connsiteX198" fmla="*/ 64617 w 471500"/>
                <a:gd name="connsiteY198" fmla="*/ 110136 h 586170"/>
                <a:gd name="connsiteX199" fmla="*/ 67511 w 471500"/>
                <a:gd name="connsiteY199" fmla="*/ 114778 h 586170"/>
                <a:gd name="connsiteX200" fmla="*/ 68386 w 471500"/>
                <a:gd name="connsiteY200" fmla="*/ 121742 h 586170"/>
                <a:gd name="connsiteX201" fmla="*/ 68083 w 471500"/>
                <a:gd name="connsiteY201" fmla="*/ 128403 h 586170"/>
                <a:gd name="connsiteX202" fmla="*/ 58525 w 471500"/>
                <a:gd name="connsiteY202" fmla="*/ 128403 h 586170"/>
                <a:gd name="connsiteX203" fmla="*/ 53309 w 471500"/>
                <a:gd name="connsiteY203" fmla="*/ 128403 h 586170"/>
                <a:gd name="connsiteX204" fmla="*/ 47520 w 471500"/>
                <a:gd name="connsiteY204" fmla="*/ 134491 h 586170"/>
                <a:gd name="connsiteX205" fmla="*/ 43751 w 471500"/>
                <a:gd name="connsiteY205" fmla="*/ 139706 h 586170"/>
                <a:gd name="connsiteX206" fmla="*/ 43751 w 471500"/>
                <a:gd name="connsiteY206" fmla="*/ 148385 h 586170"/>
                <a:gd name="connsiteX207" fmla="*/ 47823 w 471500"/>
                <a:gd name="connsiteY207" fmla="*/ 154171 h 586170"/>
                <a:gd name="connsiteX208" fmla="*/ 48698 w 471500"/>
                <a:gd name="connsiteY208" fmla="*/ 157938 h 586170"/>
                <a:gd name="connsiteX209" fmla="*/ 49270 w 471500"/>
                <a:gd name="connsiteY209" fmla="*/ 164902 h 586170"/>
                <a:gd name="connsiteX210" fmla="*/ 48395 w 471500"/>
                <a:gd name="connsiteY210" fmla="*/ 172134 h 586170"/>
                <a:gd name="connsiteX211" fmla="*/ 46679 w 471500"/>
                <a:gd name="connsiteY211" fmla="*/ 176171 h 586170"/>
                <a:gd name="connsiteX212" fmla="*/ 40588 w 471500"/>
                <a:gd name="connsiteY212" fmla="*/ 178189 h 586170"/>
                <a:gd name="connsiteX213" fmla="*/ 31029 w 471500"/>
                <a:gd name="connsiteY213" fmla="*/ 187171 h 586170"/>
                <a:gd name="connsiteX214" fmla="*/ 20294 w 471500"/>
                <a:gd name="connsiteY214" fmla="*/ 188920 h 586170"/>
                <a:gd name="connsiteX215" fmla="*/ 11611 w 471500"/>
                <a:gd name="connsiteY215" fmla="*/ 184009 h 586170"/>
                <a:gd name="connsiteX216" fmla="*/ 6967 w 471500"/>
                <a:gd name="connsiteY216" fmla="*/ 178795 h 586170"/>
                <a:gd name="connsiteX217" fmla="*/ 2322 w 471500"/>
                <a:gd name="connsiteY217" fmla="*/ 178223 h 586170"/>
                <a:gd name="connsiteX218" fmla="*/ 0 w 471500"/>
                <a:gd name="connsiteY218" fmla="*/ 182562 h 586170"/>
                <a:gd name="connsiteX219" fmla="*/ 3197 w 471500"/>
                <a:gd name="connsiteY219" fmla="*/ 188920 h 586170"/>
                <a:gd name="connsiteX220" fmla="*/ 3769 w 471500"/>
                <a:gd name="connsiteY220" fmla="*/ 192991 h 586170"/>
                <a:gd name="connsiteX221" fmla="*/ 4947 w 471500"/>
                <a:gd name="connsiteY221" fmla="*/ 201670 h 586170"/>
                <a:gd name="connsiteX222" fmla="*/ 9861 w 471500"/>
                <a:gd name="connsiteY222" fmla="*/ 208028 h 586170"/>
                <a:gd name="connsiteX223" fmla="*/ 23760 w 471500"/>
                <a:gd name="connsiteY223" fmla="*/ 209777 h 586170"/>
                <a:gd name="connsiteX224" fmla="*/ 31299 w 471500"/>
                <a:gd name="connsiteY224" fmla="*/ 211795 h 586170"/>
                <a:gd name="connsiteX225" fmla="*/ 36212 w 471500"/>
                <a:gd name="connsiteY225" fmla="*/ 224847 h 586170"/>
                <a:gd name="connsiteX226" fmla="*/ 42001 w 471500"/>
                <a:gd name="connsiteY226" fmla="*/ 240490 h 586170"/>
                <a:gd name="connsiteX227" fmla="*/ 42001 w 471500"/>
                <a:gd name="connsiteY227" fmla="*/ 250918 h 586170"/>
                <a:gd name="connsiteX228" fmla="*/ 48968 w 471500"/>
                <a:gd name="connsiteY228" fmla="*/ 256435 h 586170"/>
                <a:gd name="connsiteX229" fmla="*/ 60275 w 471500"/>
                <a:gd name="connsiteY229" fmla="*/ 251793 h 586170"/>
                <a:gd name="connsiteX230" fmla="*/ 63472 w 471500"/>
                <a:gd name="connsiteY230" fmla="*/ 249774 h 586170"/>
                <a:gd name="connsiteX231" fmla="*/ 71011 w 471500"/>
                <a:gd name="connsiteY231" fmla="*/ 252095 h 586170"/>
                <a:gd name="connsiteX232" fmla="*/ 78819 w 471500"/>
                <a:gd name="connsiteY232" fmla="*/ 258756 h 586170"/>
                <a:gd name="connsiteX233" fmla="*/ 85483 w 471500"/>
                <a:gd name="connsiteY233" fmla="*/ 258756 h 586170"/>
                <a:gd name="connsiteX234" fmla="*/ 89824 w 471500"/>
                <a:gd name="connsiteY234" fmla="*/ 255291 h 586170"/>
                <a:gd name="connsiteX235" fmla="*/ 95613 w 471500"/>
                <a:gd name="connsiteY235" fmla="*/ 251254 h 586170"/>
                <a:gd name="connsiteX236" fmla="*/ 100526 w 471500"/>
                <a:gd name="connsiteY236" fmla="*/ 252129 h 586170"/>
                <a:gd name="connsiteX237" fmla="*/ 104868 w 471500"/>
                <a:gd name="connsiteY237" fmla="*/ 261380 h 586170"/>
                <a:gd name="connsiteX238" fmla="*/ 106315 w 471500"/>
                <a:gd name="connsiteY238" fmla="*/ 270665 h 586170"/>
                <a:gd name="connsiteX239" fmla="*/ 105743 w 471500"/>
                <a:gd name="connsiteY239" fmla="*/ 284289 h 586170"/>
                <a:gd name="connsiteX240" fmla="*/ 108065 w 471500"/>
                <a:gd name="connsiteY240" fmla="*/ 306895 h 586170"/>
                <a:gd name="connsiteX241" fmla="*/ 108368 w 471500"/>
                <a:gd name="connsiteY241" fmla="*/ 321090 h 586170"/>
                <a:gd name="connsiteX242" fmla="*/ 101704 w 471500"/>
                <a:gd name="connsiteY242" fmla="*/ 326607 h 586170"/>
                <a:gd name="connsiteX243" fmla="*/ 99685 w 471500"/>
                <a:gd name="connsiteY243" fmla="*/ 328626 h 586170"/>
                <a:gd name="connsiteX244" fmla="*/ 93896 w 471500"/>
                <a:gd name="connsiteY244" fmla="*/ 332393 h 586170"/>
                <a:gd name="connsiteX245" fmla="*/ 85214 w 471500"/>
                <a:gd name="connsiteY245" fmla="*/ 336161 h 586170"/>
                <a:gd name="connsiteX246" fmla="*/ 79122 w 471500"/>
                <a:gd name="connsiteY246" fmla="*/ 337910 h 586170"/>
                <a:gd name="connsiteX247" fmla="*/ 73031 w 471500"/>
                <a:gd name="connsiteY247" fmla="*/ 341106 h 586170"/>
                <a:gd name="connsiteX248" fmla="*/ 70406 w 471500"/>
                <a:gd name="connsiteY248" fmla="*/ 348069 h 586170"/>
                <a:gd name="connsiteX249" fmla="*/ 63439 w 471500"/>
                <a:gd name="connsiteY249" fmla="*/ 360516 h 586170"/>
                <a:gd name="connsiteX250" fmla="*/ 63136 w 471500"/>
                <a:gd name="connsiteY250" fmla="*/ 368051 h 586170"/>
                <a:gd name="connsiteX251" fmla="*/ 61386 w 471500"/>
                <a:gd name="connsiteY251" fmla="*/ 372122 h 586170"/>
                <a:gd name="connsiteX252" fmla="*/ 58189 w 471500"/>
                <a:gd name="connsiteY252" fmla="*/ 376899 h 586170"/>
                <a:gd name="connsiteX253" fmla="*/ 59064 w 471500"/>
                <a:gd name="connsiteY253" fmla="*/ 382247 h 586170"/>
                <a:gd name="connsiteX254" fmla="*/ 65458 w 471500"/>
                <a:gd name="connsiteY254" fmla="*/ 382247 h 586170"/>
                <a:gd name="connsiteX255" fmla="*/ 67208 w 471500"/>
                <a:gd name="connsiteY255" fmla="*/ 382247 h 586170"/>
                <a:gd name="connsiteX256" fmla="*/ 72862 w 471500"/>
                <a:gd name="connsiteY256" fmla="*/ 387764 h 586170"/>
                <a:gd name="connsiteX257" fmla="*/ 75016 w 471500"/>
                <a:gd name="connsiteY257" fmla="*/ 392104 h 586170"/>
                <a:gd name="connsiteX258" fmla="*/ 75016 w 471500"/>
                <a:gd name="connsiteY258" fmla="*/ 397015 h 586170"/>
                <a:gd name="connsiteX259" fmla="*/ 81814 w 471500"/>
                <a:gd name="connsiteY259" fmla="*/ 401354 h 586170"/>
                <a:gd name="connsiteX260" fmla="*/ 84574 w 471500"/>
                <a:gd name="connsiteY260" fmla="*/ 401354 h 586170"/>
                <a:gd name="connsiteX261" fmla="*/ 87199 w 471500"/>
                <a:gd name="connsiteY261" fmla="*/ 397284 h 586170"/>
                <a:gd name="connsiteX262" fmla="*/ 89824 w 471500"/>
                <a:gd name="connsiteY262" fmla="*/ 395266 h 586170"/>
                <a:gd name="connsiteX263" fmla="*/ 96488 w 471500"/>
                <a:gd name="connsiteY263" fmla="*/ 397890 h 586170"/>
                <a:gd name="connsiteX264" fmla="*/ 100257 w 471500"/>
                <a:gd name="connsiteY264" fmla="*/ 403541 h 586170"/>
                <a:gd name="connsiteX265" fmla="*/ 104599 w 471500"/>
                <a:gd name="connsiteY265" fmla="*/ 406602 h 586170"/>
                <a:gd name="connsiteX266" fmla="*/ 110690 w 471500"/>
                <a:gd name="connsiteY266" fmla="*/ 406602 h 586170"/>
                <a:gd name="connsiteX267" fmla="*/ 114156 w 471500"/>
                <a:gd name="connsiteY267" fmla="*/ 406602 h 586170"/>
                <a:gd name="connsiteX268" fmla="*/ 118229 w 471500"/>
                <a:gd name="connsiteY268" fmla="*/ 411951 h 586170"/>
                <a:gd name="connsiteX269" fmla="*/ 119373 w 471500"/>
                <a:gd name="connsiteY269" fmla="*/ 417031 h 586170"/>
                <a:gd name="connsiteX270" fmla="*/ 124589 w 471500"/>
                <a:gd name="connsiteY270" fmla="*/ 417031 h 586170"/>
                <a:gd name="connsiteX271" fmla="*/ 128359 w 471500"/>
                <a:gd name="connsiteY271" fmla="*/ 419352 h 586170"/>
                <a:gd name="connsiteX272" fmla="*/ 127484 w 471500"/>
                <a:gd name="connsiteY272" fmla="*/ 422245 h 586170"/>
                <a:gd name="connsiteX273" fmla="*/ 122839 w 471500"/>
                <a:gd name="connsiteY273" fmla="*/ 425710 h 586170"/>
                <a:gd name="connsiteX274" fmla="*/ 117926 w 471500"/>
                <a:gd name="connsiteY274" fmla="*/ 429780 h 586170"/>
                <a:gd name="connsiteX275" fmla="*/ 113854 w 471500"/>
                <a:gd name="connsiteY275" fmla="*/ 432673 h 586170"/>
                <a:gd name="connsiteX276" fmla="*/ 108940 w 471500"/>
                <a:gd name="connsiteY276" fmla="*/ 432673 h 586170"/>
                <a:gd name="connsiteX277" fmla="*/ 110084 w 471500"/>
                <a:gd name="connsiteY277" fmla="*/ 437584 h 586170"/>
                <a:gd name="connsiteX278" fmla="*/ 109512 w 471500"/>
                <a:gd name="connsiteY278" fmla="*/ 443101 h 586170"/>
                <a:gd name="connsiteX279" fmla="*/ 107493 w 471500"/>
                <a:gd name="connsiteY279" fmla="*/ 448887 h 586170"/>
                <a:gd name="connsiteX280" fmla="*/ 103724 w 471500"/>
                <a:gd name="connsiteY280" fmla="*/ 452083 h 586170"/>
                <a:gd name="connsiteX281" fmla="*/ 103454 w 471500"/>
                <a:gd name="connsiteY281" fmla="*/ 458744 h 586170"/>
                <a:gd name="connsiteX282" fmla="*/ 108099 w 471500"/>
                <a:gd name="connsiteY282" fmla="*/ 464832 h 586170"/>
                <a:gd name="connsiteX283" fmla="*/ 112440 w 471500"/>
                <a:gd name="connsiteY283" fmla="*/ 470047 h 586170"/>
                <a:gd name="connsiteX284" fmla="*/ 115772 w 471500"/>
                <a:gd name="connsiteY284" fmla="*/ 474117 h 586170"/>
                <a:gd name="connsiteX285" fmla="*/ 118531 w 471500"/>
                <a:gd name="connsiteY285" fmla="*/ 477582 h 586170"/>
                <a:gd name="connsiteX286" fmla="*/ 118531 w 471500"/>
                <a:gd name="connsiteY286" fmla="*/ 482224 h 586170"/>
                <a:gd name="connsiteX287" fmla="*/ 120854 w 471500"/>
                <a:gd name="connsiteY287" fmla="*/ 489457 h 586170"/>
                <a:gd name="connsiteX288" fmla="*/ 116209 w 471500"/>
                <a:gd name="connsiteY288" fmla="*/ 493527 h 586170"/>
                <a:gd name="connsiteX289" fmla="*/ 119104 w 471500"/>
                <a:gd name="connsiteY289" fmla="*/ 496723 h 586170"/>
                <a:gd name="connsiteX290" fmla="*/ 124017 w 471500"/>
                <a:gd name="connsiteY290" fmla="*/ 498169 h 586170"/>
                <a:gd name="connsiteX291" fmla="*/ 128090 w 471500"/>
                <a:gd name="connsiteY291" fmla="*/ 500793 h 586170"/>
                <a:gd name="connsiteX292" fmla="*/ 132734 w 471500"/>
                <a:gd name="connsiteY292" fmla="*/ 508026 h 586170"/>
                <a:gd name="connsiteX293" fmla="*/ 134484 w 471500"/>
                <a:gd name="connsiteY293" fmla="*/ 512096 h 586170"/>
                <a:gd name="connsiteX294" fmla="*/ 136806 w 471500"/>
                <a:gd name="connsiteY294" fmla="*/ 518454 h 586170"/>
                <a:gd name="connsiteX295" fmla="*/ 138253 w 471500"/>
                <a:gd name="connsiteY295" fmla="*/ 523668 h 586170"/>
                <a:gd name="connsiteX296" fmla="*/ 138556 w 471500"/>
                <a:gd name="connsiteY296" fmla="*/ 528580 h 586170"/>
                <a:gd name="connsiteX297" fmla="*/ 138253 w 471500"/>
                <a:gd name="connsiteY297" fmla="*/ 534097 h 586170"/>
                <a:gd name="connsiteX298" fmla="*/ 138556 w 471500"/>
                <a:gd name="connsiteY298" fmla="*/ 539614 h 586170"/>
                <a:gd name="connsiteX299" fmla="*/ 144075 w 471500"/>
                <a:gd name="connsiteY299" fmla="*/ 548023 h 586170"/>
                <a:gd name="connsiteX300" fmla="*/ 144345 w 471500"/>
                <a:gd name="connsiteY300" fmla="*/ 552497 h 586170"/>
                <a:gd name="connsiteX301" fmla="*/ 145792 w 471500"/>
                <a:gd name="connsiteY301" fmla="*/ 557846 h 586170"/>
                <a:gd name="connsiteX302" fmla="*/ 152455 w 471500"/>
                <a:gd name="connsiteY302" fmla="*/ 557846 h 586170"/>
                <a:gd name="connsiteX303" fmla="*/ 161138 w 471500"/>
                <a:gd name="connsiteY303" fmla="*/ 555256 h 586170"/>
                <a:gd name="connsiteX304" fmla="*/ 166927 w 471500"/>
                <a:gd name="connsiteY304" fmla="*/ 552632 h 586170"/>
                <a:gd name="connsiteX305" fmla="*/ 173893 w 471500"/>
                <a:gd name="connsiteY305" fmla="*/ 549436 h 586170"/>
                <a:gd name="connsiteX306" fmla="*/ 177965 w 471500"/>
                <a:gd name="connsiteY306" fmla="*/ 544222 h 586170"/>
                <a:gd name="connsiteX307" fmla="*/ 183754 w 471500"/>
                <a:gd name="connsiteY307" fmla="*/ 538436 h 586170"/>
                <a:gd name="connsiteX308" fmla="*/ 187826 w 471500"/>
                <a:gd name="connsiteY308" fmla="*/ 534971 h 586170"/>
                <a:gd name="connsiteX309" fmla="*/ 190721 w 471500"/>
                <a:gd name="connsiteY309" fmla="*/ 531506 h 586170"/>
                <a:gd name="connsiteX310" fmla="*/ 189577 w 471500"/>
                <a:gd name="connsiteY310" fmla="*/ 524274 h 586170"/>
                <a:gd name="connsiteX311" fmla="*/ 193043 w 471500"/>
                <a:gd name="connsiteY311" fmla="*/ 521953 h 586170"/>
                <a:gd name="connsiteX312" fmla="*/ 197115 w 471500"/>
                <a:gd name="connsiteY312" fmla="*/ 521650 h 586170"/>
                <a:gd name="connsiteX313" fmla="*/ 205663 w 471500"/>
                <a:gd name="connsiteY313" fmla="*/ 520775 h 586170"/>
                <a:gd name="connsiteX314" fmla="*/ 208995 w 471500"/>
                <a:gd name="connsiteY314" fmla="*/ 524240 h 586170"/>
                <a:gd name="connsiteX315" fmla="*/ 208995 w 471500"/>
                <a:gd name="connsiteY315" fmla="*/ 527436 h 586170"/>
                <a:gd name="connsiteX316" fmla="*/ 214952 w 471500"/>
                <a:gd name="connsiteY316" fmla="*/ 532347 h 586170"/>
                <a:gd name="connsiteX317" fmla="*/ 219428 w 471500"/>
                <a:gd name="connsiteY317" fmla="*/ 536115 h 586170"/>
                <a:gd name="connsiteX318" fmla="*/ 219428 w 471500"/>
                <a:gd name="connsiteY318" fmla="*/ 543078 h 586170"/>
                <a:gd name="connsiteX319" fmla="*/ 212764 w 471500"/>
                <a:gd name="connsiteY319" fmla="*/ 547721 h 586170"/>
                <a:gd name="connsiteX320" fmla="*/ 209567 w 471500"/>
                <a:gd name="connsiteY320" fmla="*/ 551488 h 586170"/>
                <a:gd name="connsiteX321" fmla="*/ 204351 w 471500"/>
                <a:gd name="connsiteY321" fmla="*/ 554381 h 586170"/>
                <a:gd name="connsiteX322" fmla="*/ 199134 w 471500"/>
                <a:gd name="connsiteY322" fmla="*/ 557846 h 586170"/>
                <a:gd name="connsiteX323" fmla="*/ 198562 w 471500"/>
                <a:gd name="connsiteY323" fmla="*/ 562186 h 586170"/>
                <a:gd name="connsiteX324" fmla="*/ 198562 w 471500"/>
                <a:gd name="connsiteY324" fmla="*/ 565651 h 586170"/>
                <a:gd name="connsiteX325" fmla="*/ 200009 w 471500"/>
                <a:gd name="connsiteY325" fmla="*/ 570293 h 586170"/>
                <a:gd name="connsiteX326" fmla="*/ 202601 w 471500"/>
                <a:gd name="connsiteY326" fmla="*/ 573926 h 586170"/>
                <a:gd name="connsiteX327" fmla="*/ 206673 w 471500"/>
                <a:gd name="connsiteY327" fmla="*/ 576953 h 586170"/>
                <a:gd name="connsiteX328" fmla="*/ 213336 w 471500"/>
                <a:gd name="connsiteY328" fmla="*/ 576953 h 586170"/>
                <a:gd name="connsiteX329" fmla="*/ 218553 w 471500"/>
                <a:gd name="connsiteY329" fmla="*/ 576953 h 586170"/>
                <a:gd name="connsiteX330" fmla="*/ 222894 w 471500"/>
                <a:gd name="connsiteY330" fmla="*/ 572042 h 586170"/>
                <a:gd name="connsiteX331" fmla="*/ 226092 w 471500"/>
                <a:gd name="connsiteY331" fmla="*/ 568846 h 586170"/>
                <a:gd name="connsiteX332" fmla="*/ 237097 w 471500"/>
                <a:gd name="connsiteY332" fmla="*/ 565381 h 586170"/>
                <a:gd name="connsiteX333" fmla="*/ 238241 w 471500"/>
                <a:gd name="connsiteY333" fmla="*/ 562186 h 586170"/>
                <a:gd name="connsiteX334" fmla="*/ 240260 w 471500"/>
                <a:gd name="connsiteY334" fmla="*/ 557543 h 586170"/>
                <a:gd name="connsiteX335" fmla="*/ 240260 w 471500"/>
                <a:gd name="connsiteY335" fmla="*/ 553473 h 586170"/>
                <a:gd name="connsiteX336" fmla="*/ 240260 w 471500"/>
                <a:gd name="connsiteY336" fmla="*/ 547956 h 586170"/>
                <a:gd name="connsiteX337" fmla="*/ 237366 w 471500"/>
                <a:gd name="connsiteY337" fmla="*/ 543045 h 586170"/>
                <a:gd name="connsiteX338" fmla="*/ 241034 w 471500"/>
                <a:gd name="connsiteY338" fmla="*/ 538705 h 586170"/>
                <a:gd name="connsiteX339" fmla="*/ 244904 w 471500"/>
                <a:gd name="connsiteY339" fmla="*/ 536384 h 586170"/>
                <a:gd name="connsiteX340" fmla="*/ 246655 w 471500"/>
                <a:gd name="connsiteY340" fmla="*/ 534635 h 586170"/>
                <a:gd name="connsiteX341" fmla="*/ 251568 w 471500"/>
                <a:gd name="connsiteY341" fmla="*/ 534938 h 586170"/>
                <a:gd name="connsiteX342" fmla="*/ 256212 w 471500"/>
                <a:gd name="connsiteY342" fmla="*/ 541026 h 586170"/>
                <a:gd name="connsiteX343" fmla="*/ 258804 w 471500"/>
                <a:gd name="connsiteY343" fmla="*/ 544794 h 586170"/>
                <a:gd name="connsiteX344" fmla="*/ 265770 w 471500"/>
                <a:gd name="connsiteY344" fmla="*/ 545669 h 586170"/>
                <a:gd name="connsiteX345" fmla="*/ 269405 w 471500"/>
                <a:gd name="connsiteY345" fmla="*/ 544794 h 586170"/>
                <a:gd name="connsiteX346" fmla="*/ 271593 w 471500"/>
                <a:gd name="connsiteY346" fmla="*/ 547384 h 586170"/>
                <a:gd name="connsiteX347" fmla="*/ 271593 w 471500"/>
                <a:gd name="connsiteY347" fmla="*/ 549974 h 586170"/>
                <a:gd name="connsiteX348" fmla="*/ 271593 w 471500"/>
                <a:gd name="connsiteY348" fmla="*/ 556938 h 586170"/>
                <a:gd name="connsiteX349" fmla="*/ 273780 w 471500"/>
                <a:gd name="connsiteY349" fmla="*/ 562152 h 586170"/>
                <a:gd name="connsiteX350" fmla="*/ 278559 w 471500"/>
                <a:gd name="connsiteY350" fmla="*/ 563599 h 586170"/>
                <a:gd name="connsiteX351" fmla="*/ 278559 w 471500"/>
                <a:gd name="connsiteY351" fmla="*/ 565617 h 586170"/>
                <a:gd name="connsiteX352" fmla="*/ 284348 w 471500"/>
                <a:gd name="connsiteY352" fmla="*/ 567938 h 586170"/>
                <a:gd name="connsiteX353" fmla="*/ 289261 w 471500"/>
                <a:gd name="connsiteY353" fmla="*/ 569956 h 586170"/>
                <a:gd name="connsiteX354" fmla="*/ 297372 w 471500"/>
                <a:gd name="connsiteY354" fmla="*/ 570259 h 586170"/>
                <a:gd name="connsiteX355" fmla="*/ 308377 w 471500"/>
                <a:gd name="connsiteY355" fmla="*/ 571134 h 586170"/>
                <a:gd name="connsiteX356" fmla="*/ 320829 w 471500"/>
                <a:gd name="connsiteY356" fmla="*/ 573152 h 586170"/>
                <a:gd name="connsiteX357" fmla="*/ 328671 w 471500"/>
                <a:gd name="connsiteY357" fmla="*/ 573724 h 586170"/>
                <a:gd name="connsiteX358" fmla="*/ 337657 w 471500"/>
                <a:gd name="connsiteY358" fmla="*/ 572277 h 586170"/>
                <a:gd name="connsiteX359" fmla="*/ 342638 w 471500"/>
                <a:gd name="connsiteY359" fmla="*/ 573051 h 58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471500" h="586170">
                  <a:moveTo>
                    <a:pt x="342638" y="573051"/>
                  </a:moveTo>
                  <a:lnTo>
                    <a:pt x="344388" y="580015"/>
                  </a:lnTo>
                  <a:lnTo>
                    <a:pt x="344388" y="582908"/>
                  </a:lnTo>
                  <a:lnTo>
                    <a:pt x="353070" y="586171"/>
                  </a:lnTo>
                  <a:lnTo>
                    <a:pt x="357210" y="581831"/>
                  </a:lnTo>
                  <a:cubicBezTo>
                    <a:pt x="357210" y="581831"/>
                    <a:pt x="363301" y="576180"/>
                    <a:pt x="364177" y="575978"/>
                  </a:cubicBezTo>
                  <a:cubicBezTo>
                    <a:pt x="365051" y="575776"/>
                    <a:pt x="370268" y="572277"/>
                    <a:pt x="370268" y="572277"/>
                  </a:cubicBezTo>
                  <a:lnTo>
                    <a:pt x="375047" y="564877"/>
                  </a:lnTo>
                  <a:lnTo>
                    <a:pt x="380936" y="560302"/>
                  </a:lnTo>
                  <a:lnTo>
                    <a:pt x="384638" y="555289"/>
                  </a:lnTo>
                  <a:lnTo>
                    <a:pt x="389619" y="552262"/>
                  </a:lnTo>
                  <a:lnTo>
                    <a:pt x="399614" y="547048"/>
                  </a:lnTo>
                  <a:lnTo>
                    <a:pt x="403519" y="541161"/>
                  </a:lnTo>
                  <a:lnTo>
                    <a:pt x="403519" y="532919"/>
                  </a:lnTo>
                  <a:lnTo>
                    <a:pt x="408533" y="529858"/>
                  </a:lnTo>
                  <a:lnTo>
                    <a:pt x="413951" y="514653"/>
                  </a:lnTo>
                  <a:lnTo>
                    <a:pt x="411495" y="504662"/>
                  </a:lnTo>
                  <a:lnTo>
                    <a:pt x="408735" y="499448"/>
                  </a:lnTo>
                  <a:lnTo>
                    <a:pt x="408735" y="490769"/>
                  </a:lnTo>
                  <a:lnTo>
                    <a:pt x="408735" y="474689"/>
                  </a:lnTo>
                  <a:lnTo>
                    <a:pt x="411495" y="474252"/>
                  </a:lnTo>
                  <a:lnTo>
                    <a:pt x="414826" y="477716"/>
                  </a:lnTo>
                  <a:lnTo>
                    <a:pt x="425259" y="477716"/>
                  </a:lnTo>
                  <a:lnTo>
                    <a:pt x="437442" y="477716"/>
                  </a:lnTo>
                  <a:lnTo>
                    <a:pt x="448313" y="474891"/>
                  </a:lnTo>
                  <a:lnTo>
                    <a:pt x="452217" y="468163"/>
                  </a:lnTo>
                  <a:lnTo>
                    <a:pt x="452217" y="459484"/>
                  </a:lnTo>
                  <a:lnTo>
                    <a:pt x="447202" y="453832"/>
                  </a:lnTo>
                  <a:cubicBezTo>
                    <a:pt x="447202" y="453832"/>
                    <a:pt x="439159" y="449055"/>
                    <a:pt x="439596" y="446432"/>
                  </a:cubicBezTo>
                  <a:cubicBezTo>
                    <a:pt x="440034" y="443841"/>
                    <a:pt x="446125" y="437753"/>
                    <a:pt x="446125" y="437753"/>
                  </a:cubicBezTo>
                  <a:lnTo>
                    <a:pt x="453529" y="437753"/>
                  </a:lnTo>
                  <a:lnTo>
                    <a:pt x="460933" y="435129"/>
                  </a:lnTo>
                  <a:lnTo>
                    <a:pt x="460933" y="424263"/>
                  </a:lnTo>
                  <a:lnTo>
                    <a:pt x="466150" y="414272"/>
                  </a:lnTo>
                  <a:lnTo>
                    <a:pt x="469212" y="406602"/>
                  </a:lnTo>
                  <a:lnTo>
                    <a:pt x="471400" y="389951"/>
                  </a:lnTo>
                  <a:lnTo>
                    <a:pt x="471400" y="381272"/>
                  </a:lnTo>
                  <a:lnTo>
                    <a:pt x="471501" y="381003"/>
                  </a:lnTo>
                  <a:cubicBezTo>
                    <a:pt x="470390" y="379119"/>
                    <a:pt x="468506" y="374880"/>
                    <a:pt x="468506" y="374880"/>
                  </a:cubicBezTo>
                  <a:lnTo>
                    <a:pt x="461236" y="376899"/>
                  </a:lnTo>
                  <a:lnTo>
                    <a:pt x="451106" y="378076"/>
                  </a:lnTo>
                  <a:lnTo>
                    <a:pt x="450534" y="372862"/>
                  </a:lnTo>
                  <a:lnTo>
                    <a:pt x="449659" y="364755"/>
                  </a:lnTo>
                  <a:lnTo>
                    <a:pt x="445318" y="364755"/>
                  </a:lnTo>
                  <a:lnTo>
                    <a:pt x="434313" y="367042"/>
                  </a:lnTo>
                  <a:lnTo>
                    <a:pt x="426471" y="369094"/>
                  </a:lnTo>
                  <a:lnTo>
                    <a:pt x="419235" y="369969"/>
                  </a:lnTo>
                  <a:lnTo>
                    <a:pt x="411562" y="373164"/>
                  </a:lnTo>
                  <a:lnTo>
                    <a:pt x="404461" y="375183"/>
                  </a:lnTo>
                  <a:lnTo>
                    <a:pt x="395778" y="375183"/>
                  </a:lnTo>
                  <a:lnTo>
                    <a:pt x="387364" y="370406"/>
                  </a:lnTo>
                  <a:lnTo>
                    <a:pt x="384167" y="367076"/>
                  </a:lnTo>
                  <a:lnTo>
                    <a:pt x="382148" y="361290"/>
                  </a:lnTo>
                  <a:lnTo>
                    <a:pt x="389687" y="354057"/>
                  </a:lnTo>
                  <a:lnTo>
                    <a:pt x="394903" y="349718"/>
                  </a:lnTo>
                  <a:lnTo>
                    <a:pt x="398100" y="341913"/>
                  </a:lnTo>
                  <a:lnTo>
                    <a:pt x="396922" y="336396"/>
                  </a:lnTo>
                  <a:lnTo>
                    <a:pt x="395778" y="330005"/>
                  </a:lnTo>
                  <a:lnTo>
                    <a:pt x="394028" y="324791"/>
                  </a:lnTo>
                  <a:lnTo>
                    <a:pt x="383595" y="324791"/>
                  </a:lnTo>
                  <a:lnTo>
                    <a:pt x="373162" y="323243"/>
                  </a:lnTo>
                  <a:cubicBezTo>
                    <a:pt x="373162" y="323243"/>
                    <a:pt x="365321" y="322167"/>
                    <a:pt x="364177" y="323008"/>
                  </a:cubicBezTo>
                  <a:cubicBezTo>
                    <a:pt x="363032" y="323849"/>
                    <a:pt x="361282" y="317794"/>
                    <a:pt x="361282" y="317794"/>
                  </a:cubicBezTo>
                  <a:lnTo>
                    <a:pt x="358960" y="307365"/>
                  </a:lnTo>
                  <a:lnTo>
                    <a:pt x="354316" y="301579"/>
                  </a:lnTo>
                  <a:lnTo>
                    <a:pt x="349099" y="298686"/>
                  </a:lnTo>
                  <a:lnTo>
                    <a:pt x="343310" y="295221"/>
                  </a:lnTo>
                  <a:lnTo>
                    <a:pt x="345633" y="289436"/>
                  </a:lnTo>
                  <a:lnTo>
                    <a:pt x="350546" y="281328"/>
                  </a:lnTo>
                  <a:lnTo>
                    <a:pt x="352296" y="273221"/>
                  </a:lnTo>
                  <a:lnTo>
                    <a:pt x="356941" y="266830"/>
                  </a:lnTo>
                  <a:lnTo>
                    <a:pt x="362460" y="266258"/>
                  </a:lnTo>
                  <a:lnTo>
                    <a:pt x="366801" y="264811"/>
                  </a:lnTo>
                  <a:lnTo>
                    <a:pt x="368249" y="259597"/>
                  </a:lnTo>
                  <a:cubicBezTo>
                    <a:pt x="368249" y="259597"/>
                    <a:pt x="369696" y="256401"/>
                    <a:pt x="371143" y="255527"/>
                  </a:cubicBezTo>
                  <a:cubicBezTo>
                    <a:pt x="372590" y="254652"/>
                    <a:pt x="372018" y="245670"/>
                    <a:pt x="372018" y="245670"/>
                  </a:cubicBezTo>
                  <a:lnTo>
                    <a:pt x="370874" y="239279"/>
                  </a:lnTo>
                  <a:lnTo>
                    <a:pt x="367979" y="229725"/>
                  </a:lnTo>
                  <a:lnTo>
                    <a:pt x="368551" y="222190"/>
                  </a:lnTo>
                  <a:lnTo>
                    <a:pt x="374037" y="217548"/>
                  </a:lnTo>
                  <a:cubicBezTo>
                    <a:pt x="374037" y="217548"/>
                    <a:pt x="381004" y="219869"/>
                    <a:pt x="382148" y="220743"/>
                  </a:cubicBezTo>
                  <a:cubicBezTo>
                    <a:pt x="383292" y="221618"/>
                    <a:pt x="386489" y="225655"/>
                    <a:pt x="386489" y="225655"/>
                  </a:cubicBezTo>
                  <a:lnTo>
                    <a:pt x="395172" y="227101"/>
                  </a:lnTo>
                  <a:lnTo>
                    <a:pt x="403014" y="227404"/>
                  </a:lnTo>
                  <a:lnTo>
                    <a:pt x="408802" y="232315"/>
                  </a:lnTo>
                  <a:lnTo>
                    <a:pt x="416038" y="228548"/>
                  </a:lnTo>
                  <a:lnTo>
                    <a:pt x="420952" y="223031"/>
                  </a:lnTo>
                  <a:lnTo>
                    <a:pt x="419504" y="217245"/>
                  </a:lnTo>
                  <a:lnTo>
                    <a:pt x="418057" y="209407"/>
                  </a:lnTo>
                  <a:lnTo>
                    <a:pt x="420682" y="205639"/>
                  </a:lnTo>
                  <a:lnTo>
                    <a:pt x="422432" y="194336"/>
                  </a:lnTo>
                  <a:lnTo>
                    <a:pt x="415769" y="189694"/>
                  </a:lnTo>
                  <a:lnTo>
                    <a:pt x="403889" y="183605"/>
                  </a:lnTo>
                  <a:lnTo>
                    <a:pt x="396081" y="176945"/>
                  </a:lnTo>
                  <a:lnTo>
                    <a:pt x="390562" y="170553"/>
                  </a:lnTo>
                  <a:cubicBezTo>
                    <a:pt x="390562" y="170553"/>
                    <a:pt x="384470" y="171730"/>
                    <a:pt x="382451" y="172874"/>
                  </a:cubicBezTo>
                  <a:cubicBezTo>
                    <a:pt x="380432" y="174018"/>
                    <a:pt x="379859" y="178963"/>
                    <a:pt x="379859" y="178963"/>
                  </a:cubicBezTo>
                  <a:lnTo>
                    <a:pt x="379556" y="189694"/>
                  </a:lnTo>
                  <a:lnTo>
                    <a:pt x="375484" y="195211"/>
                  </a:lnTo>
                  <a:lnTo>
                    <a:pt x="373734" y="201300"/>
                  </a:lnTo>
                  <a:lnTo>
                    <a:pt x="368518" y="204193"/>
                  </a:lnTo>
                  <a:lnTo>
                    <a:pt x="361854" y="204495"/>
                  </a:lnTo>
                  <a:lnTo>
                    <a:pt x="354618" y="204193"/>
                  </a:lnTo>
                  <a:lnTo>
                    <a:pt x="345936" y="206211"/>
                  </a:lnTo>
                  <a:lnTo>
                    <a:pt x="340147" y="205336"/>
                  </a:lnTo>
                  <a:cubicBezTo>
                    <a:pt x="340147" y="205336"/>
                    <a:pt x="330286" y="196927"/>
                    <a:pt x="329142" y="196927"/>
                  </a:cubicBezTo>
                  <a:cubicBezTo>
                    <a:pt x="327998" y="196927"/>
                    <a:pt x="326248" y="188819"/>
                    <a:pt x="326248" y="188819"/>
                  </a:cubicBezTo>
                  <a:lnTo>
                    <a:pt x="327123" y="181015"/>
                  </a:lnTo>
                  <a:lnTo>
                    <a:pt x="323925" y="172605"/>
                  </a:lnTo>
                  <a:lnTo>
                    <a:pt x="319853" y="163926"/>
                  </a:lnTo>
                  <a:lnTo>
                    <a:pt x="317531" y="154372"/>
                  </a:lnTo>
                  <a:lnTo>
                    <a:pt x="310565" y="156693"/>
                  </a:lnTo>
                  <a:lnTo>
                    <a:pt x="300132" y="157568"/>
                  </a:lnTo>
                  <a:lnTo>
                    <a:pt x="295790" y="152657"/>
                  </a:lnTo>
                  <a:lnTo>
                    <a:pt x="295521" y="150908"/>
                  </a:lnTo>
                  <a:lnTo>
                    <a:pt x="297271" y="137283"/>
                  </a:lnTo>
                  <a:lnTo>
                    <a:pt x="299290" y="130320"/>
                  </a:lnTo>
                  <a:lnTo>
                    <a:pt x="301882" y="125678"/>
                  </a:lnTo>
                  <a:lnTo>
                    <a:pt x="305954" y="119017"/>
                  </a:lnTo>
                  <a:lnTo>
                    <a:pt x="307973" y="112626"/>
                  </a:lnTo>
                  <a:lnTo>
                    <a:pt x="308545" y="107714"/>
                  </a:lnTo>
                  <a:lnTo>
                    <a:pt x="312617" y="102197"/>
                  </a:lnTo>
                  <a:lnTo>
                    <a:pt x="313493" y="94359"/>
                  </a:lnTo>
                  <a:lnTo>
                    <a:pt x="306257" y="93485"/>
                  </a:lnTo>
                  <a:lnTo>
                    <a:pt x="296699" y="91735"/>
                  </a:lnTo>
                  <a:lnTo>
                    <a:pt x="291482" y="89111"/>
                  </a:lnTo>
                  <a:lnTo>
                    <a:pt x="286838" y="93182"/>
                  </a:lnTo>
                  <a:cubicBezTo>
                    <a:pt x="286838" y="93182"/>
                    <a:pt x="281319" y="96378"/>
                    <a:pt x="280174" y="96647"/>
                  </a:cubicBezTo>
                  <a:cubicBezTo>
                    <a:pt x="279030" y="96949"/>
                    <a:pt x="270919" y="96647"/>
                    <a:pt x="270919" y="96647"/>
                  </a:cubicBezTo>
                  <a:lnTo>
                    <a:pt x="268025" y="92576"/>
                  </a:lnTo>
                  <a:lnTo>
                    <a:pt x="268025" y="82720"/>
                  </a:lnTo>
                  <a:lnTo>
                    <a:pt x="267015" y="78952"/>
                  </a:lnTo>
                  <a:lnTo>
                    <a:pt x="262539" y="73166"/>
                  </a:lnTo>
                  <a:lnTo>
                    <a:pt x="258198" y="68827"/>
                  </a:lnTo>
                  <a:lnTo>
                    <a:pt x="251838" y="61863"/>
                  </a:lnTo>
                  <a:lnTo>
                    <a:pt x="242852" y="60417"/>
                  </a:lnTo>
                  <a:lnTo>
                    <a:pt x="231544" y="60417"/>
                  </a:lnTo>
                  <a:lnTo>
                    <a:pt x="217644" y="60282"/>
                  </a:lnTo>
                  <a:lnTo>
                    <a:pt x="211250" y="57827"/>
                  </a:lnTo>
                  <a:lnTo>
                    <a:pt x="206336" y="52041"/>
                  </a:lnTo>
                  <a:lnTo>
                    <a:pt x="204889" y="47701"/>
                  </a:lnTo>
                  <a:lnTo>
                    <a:pt x="198495" y="47398"/>
                  </a:lnTo>
                  <a:lnTo>
                    <a:pt x="193009" y="37273"/>
                  </a:lnTo>
                  <a:lnTo>
                    <a:pt x="188937" y="29166"/>
                  </a:lnTo>
                  <a:lnTo>
                    <a:pt x="183417" y="29166"/>
                  </a:lnTo>
                  <a:lnTo>
                    <a:pt x="178504" y="24826"/>
                  </a:lnTo>
                  <a:lnTo>
                    <a:pt x="171840" y="19915"/>
                  </a:lnTo>
                  <a:lnTo>
                    <a:pt x="164874" y="19040"/>
                  </a:lnTo>
                  <a:lnTo>
                    <a:pt x="157032" y="14701"/>
                  </a:lnTo>
                  <a:lnTo>
                    <a:pt x="142258" y="5416"/>
                  </a:lnTo>
                  <a:lnTo>
                    <a:pt x="138791" y="1951"/>
                  </a:lnTo>
                  <a:lnTo>
                    <a:pt x="136840" y="0"/>
                  </a:lnTo>
                  <a:lnTo>
                    <a:pt x="135325" y="976"/>
                  </a:lnTo>
                  <a:lnTo>
                    <a:pt x="129166" y="2859"/>
                  </a:lnTo>
                  <a:lnTo>
                    <a:pt x="120248" y="6156"/>
                  </a:lnTo>
                  <a:lnTo>
                    <a:pt x="114594" y="8343"/>
                  </a:lnTo>
                  <a:lnTo>
                    <a:pt x="108570" y="8343"/>
                  </a:lnTo>
                  <a:lnTo>
                    <a:pt x="109108" y="9655"/>
                  </a:lnTo>
                  <a:lnTo>
                    <a:pt x="116647" y="26104"/>
                  </a:lnTo>
                  <a:lnTo>
                    <a:pt x="124825" y="35053"/>
                  </a:lnTo>
                  <a:lnTo>
                    <a:pt x="137647" y="38787"/>
                  </a:lnTo>
                  <a:lnTo>
                    <a:pt x="137647" y="45750"/>
                  </a:lnTo>
                  <a:lnTo>
                    <a:pt x="143167" y="43429"/>
                  </a:lnTo>
                  <a:lnTo>
                    <a:pt x="149393" y="41108"/>
                  </a:lnTo>
                  <a:lnTo>
                    <a:pt x="153297" y="41680"/>
                  </a:lnTo>
                  <a:lnTo>
                    <a:pt x="153297" y="47466"/>
                  </a:lnTo>
                  <a:lnTo>
                    <a:pt x="153297" y="54429"/>
                  </a:lnTo>
                  <a:lnTo>
                    <a:pt x="155922" y="64285"/>
                  </a:lnTo>
                  <a:lnTo>
                    <a:pt x="157941" y="69802"/>
                  </a:lnTo>
                  <a:lnTo>
                    <a:pt x="163730" y="76463"/>
                  </a:lnTo>
                  <a:lnTo>
                    <a:pt x="163730" y="82249"/>
                  </a:lnTo>
                  <a:lnTo>
                    <a:pt x="163730" y="84873"/>
                  </a:lnTo>
                  <a:lnTo>
                    <a:pt x="159388" y="84873"/>
                  </a:lnTo>
                  <a:lnTo>
                    <a:pt x="155922" y="84873"/>
                  </a:lnTo>
                  <a:lnTo>
                    <a:pt x="153600" y="88069"/>
                  </a:lnTo>
                  <a:lnTo>
                    <a:pt x="150403" y="93014"/>
                  </a:lnTo>
                  <a:lnTo>
                    <a:pt x="143739" y="97084"/>
                  </a:lnTo>
                  <a:lnTo>
                    <a:pt x="136200" y="101592"/>
                  </a:lnTo>
                  <a:lnTo>
                    <a:pt x="130412" y="105797"/>
                  </a:lnTo>
                  <a:lnTo>
                    <a:pt x="124623" y="105797"/>
                  </a:lnTo>
                  <a:lnTo>
                    <a:pt x="117657" y="105797"/>
                  </a:lnTo>
                  <a:lnTo>
                    <a:pt x="115032" y="100583"/>
                  </a:lnTo>
                  <a:lnTo>
                    <a:pt x="113012" y="92173"/>
                  </a:lnTo>
                  <a:lnTo>
                    <a:pt x="110993" y="86959"/>
                  </a:lnTo>
                  <a:lnTo>
                    <a:pt x="104632" y="82619"/>
                  </a:lnTo>
                  <a:lnTo>
                    <a:pt x="101132" y="78279"/>
                  </a:lnTo>
                  <a:lnTo>
                    <a:pt x="97935" y="73940"/>
                  </a:lnTo>
                  <a:lnTo>
                    <a:pt x="89521" y="74815"/>
                  </a:lnTo>
                  <a:lnTo>
                    <a:pt x="84305" y="71350"/>
                  </a:lnTo>
                  <a:lnTo>
                    <a:pt x="76194" y="68154"/>
                  </a:lnTo>
                  <a:lnTo>
                    <a:pt x="68083" y="68726"/>
                  </a:lnTo>
                  <a:lnTo>
                    <a:pt x="66064" y="75689"/>
                  </a:lnTo>
                  <a:lnTo>
                    <a:pt x="64617" y="82922"/>
                  </a:lnTo>
                  <a:lnTo>
                    <a:pt x="64617" y="92778"/>
                  </a:lnTo>
                  <a:lnTo>
                    <a:pt x="67511" y="95368"/>
                  </a:lnTo>
                  <a:lnTo>
                    <a:pt x="68386" y="100583"/>
                  </a:lnTo>
                  <a:lnTo>
                    <a:pt x="66939" y="104350"/>
                  </a:lnTo>
                  <a:lnTo>
                    <a:pt x="64617" y="105797"/>
                  </a:lnTo>
                  <a:lnTo>
                    <a:pt x="64617" y="110136"/>
                  </a:lnTo>
                  <a:lnTo>
                    <a:pt x="67511" y="114778"/>
                  </a:lnTo>
                  <a:lnTo>
                    <a:pt x="68386" y="121742"/>
                  </a:lnTo>
                  <a:lnTo>
                    <a:pt x="68083" y="128403"/>
                  </a:lnTo>
                  <a:lnTo>
                    <a:pt x="58525" y="128403"/>
                  </a:lnTo>
                  <a:lnTo>
                    <a:pt x="53309" y="128403"/>
                  </a:lnTo>
                  <a:lnTo>
                    <a:pt x="47520" y="134491"/>
                  </a:lnTo>
                  <a:lnTo>
                    <a:pt x="43751" y="139706"/>
                  </a:lnTo>
                  <a:lnTo>
                    <a:pt x="43751" y="148385"/>
                  </a:lnTo>
                  <a:lnTo>
                    <a:pt x="47823" y="154171"/>
                  </a:lnTo>
                  <a:lnTo>
                    <a:pt x="48698" y="157938"/>
                  </a:lnTo>
                  <a:lnTo>
                    <a:pt x="49270" y="164902"/>
                  </a:lnTo>
                  <a:lnTo>
                    <a:pt x="48395" y="172134"/>
                  </a:lnTo>
                  <a:cubicBezTo>
                    <a:pt x="48395" y="172134"/>
                    <a:pt x="48093" y="175599"/>
                    <a:pt x="46679" y="176171"/>
                  </a:cubicBezTo>
                  <a:cubicBezTo>
                    <a:pt x="45232" y="176743"/>
                    <a:pt x="41463" y="177920"/>
                    <a:pt x="40588" y="178189"/>
                  </a:cubicBezTo>
                  <a:cubicBezTo>
                    <a:pt x="39713" y="178492"/>
                    <a:pt x="31029" y="187171"/>
                    <a:pt x="31029" y="187171"/>
                  </a:cubicBezTo>
                  <a:lnTo>
                    <a:pt x="20294" y="188920"/>
                  </a:lnTo>
                  <a:lnTo>
                    <a:pt x="11611" y="184009"/>
                  </a:lnTo>
                  <a:lnTo>
                    <a:pt x="6967" y="178795"/>
                  </a:lnTo>
                  <a:lnTo>
                    <a:pt x="2322" y="178223"/>
                  </a:lnTo>
                  <a:lnTo>
                    <a:pt x="0" y="182562"/>
                  </a:lnTo>
                  <a:lnTo>
                    <a:pt x="3197" y="188920"/>
                  </a:lnTo>
                  <a:lnTo>
                    <a:pt x="3769" y="192991"/>
                  </a:lnTo>
                  <a:lnTo>
                    <a:pt x="4947" y="201670"/>
                  </a:lnTo>
                  <a:lnTo>
                    <a:pt x="9861" y="208028"/>
                  </a:lnTo>
                  <a:lnTo>
                    <a:pt x="23760" y="209777"/>
                  </a:lnTo>
                  <a:lnTo>
                    <a:pt x="31299" y="211795"/>
                  </a:lnTo>
                  <a:lnTo>
                    <a:pt x="36212" y="224847"/>
                  </a:lnTo>
                  <a:lnTo>
                    <a:pt x="42001" y="240490"/>
                  </a:lnTo>
                  <a:lnTo>
                    <a:pt x="42001" y="250918"/>
                  </a:lnTo>
                  <a:cubicBezTo>
                    <a:pt x="42001" y="250918"/>
                    <a:pt x="46342" y="258756"/>
                    <a:pt x="48968" y="256435"/>
                  </a:cubicBezTo>
                  <a:cubicBezTo>
                    <a:pt x="51559" y="254114"/>
                    <a:pt x="59098" y="252095"/>
                    <a:pt x="60275" y="251793"/>
                  </a:cubicBezTo>
                  <a:cubicBezTo>
                    <a:pt x="61453" y="251490"/>
                    <a:pt x="63472" y="249774"/>
                    <a:pt x="63472" y="249774"/>
                  </a:cubicBezTo>
                  <a:lnTo>
                    <a:pt x="71011" y="252095"/>
                  </a:lnTo>
                  <a:cubicBezTo>
                    <a:pt x="71011" y="252095"/>
                    <a:pt x="77675" y="258453"/>
                    <a:pt x="78819" y="258756"/>
                  </a:cubicBezTo>
                  <a:cubicBezTo>
                    <a:pt x="79963" y="259059"/>
                    <a:pt x="84339" y="257882"/>
                    <a:pt x="85483" y="258756"/>
                  </a:cubicBezTo>
                  <a:cubicBezTo>
                    <a:pt x="86661" y="259631"/>
                    <a:pt x="89252" y="256132"/>
                    <a:pt x="89824" y="255291"/>
                  </a:cubicBezTo>
                  <a:cubicBezTo>
                    <a:pt x="90396" y="254417"/>
                    <a:pt x="95613" y="251254"/>
                    <a:pt x="95613" y="251254"/>
                  </a:cubicBezTo>
                  <a:lnTo>
                    <a:pt x="100526" y="252129"/>
                  </a:lnTo>
                  <a:lnTo>
                    <a:pt x="104868" y="261380"/>
                  </a:lnTo>
                  <a:lnTo>
                    <a:pt x="106315" y="270665"/>
                  </a:lnTo>
                  <a:lnTo>
                    <a:pt x="105743" y="284289"/>
                  </a:lnTo>
                  <a:lnTo>
                    <a:pt x="108065" y="306895"/>
                  </a:lnTo>
                  <a:lnTo>
                    <a:pt x="108368" y="321090"/>
                  </a:lnTo>
                  <a:lnTo>
                    <a:pt x="101704" y="326607"/>
                  </a:lnTo>
                  <a:lnTo>
                    <a:pt x="99685" y="328626"/>
                  </a:lnTo>
                  <a:lnTo>
                    <a:pt x="93896" y="332393"/>
                  </a:lnTo>
                  <a:lnTo>
                    <a:pt x="85214" y="336161"/>
                  </a:lnTo>
                  <a:lnTo>
                    <a:pt x="79122" y="337910"/>
                  </a:lnTo>
                  <a:lnTo>
                    <a:pt x="73031" y="341106"/>
                  </a:lnTo>
                  <a:lnTo>
                    <a:pt x="70406" y="348069"/>
                  </a:lnTo>
                  <a:lnTo>
                    <a:pt x="63439" y="360516"/>
                  </a:lnTo>
                  <a:lnTo>
                    <a:pt x="63136" y="368051"/>
                  </a:lnTo>
                  <a:lnTo>
                    <a:pt x="61386" y="372122"/>
                  </a:lnTo>
                  <a:lnTo>
                    <a:pt x="58189" y="376899"/>
                  </a:lnTo>
                  <a:lnTo>
                    <a:pt x="59064" y="382247"/>
                  </a:lnTo>
                  <a:lnTo>
                    <a:pt x="65458" y="382247"/>
                  </a:lnTo>
                  <a:lnTo>
                    <a:pt x="67208" y="382247"/>
                  </a:lnTo>
                  <a:lnTo>
                    <a:pt x="72862" y="387764"/>
                  </a:lnTo>
                  <a:lnTo>
                    <a:pt x="75016" y="392104"/>
                  </a:lnTo>
                  <a:lnTo>
                    <a:pt x="75016" y="397015"/>
                  </a:lnTo>
                  <a:lnTo>
                    <a:pt x="81814" y="401354"/>
                  </a:lnTo>
                  <a:lnTo>
                    <a:pt x="84574" y="401354"/>
                  </a:lnTo>
                  <a:lnTo>
                    <a:pt x="87199" y="397284"/>
                  </a:lnTo>
                  <a:lnTo>
                    <a:pt x="89824" y="395266"/>
                  </a:lnTo>
                  <a:lnTo>
                    <a:pt x="96488" y="397890"/>
                  </a:lnTo>
                  <a:lnTo>
                    <a:pt x="100257" y="403541"/>
                  </a:lnTo>
                  <a:lnTo>
                    <a:pt x="104599" y="406602"/>
                  </a:lnTo>
                  <a:lnTo>
                    <a:pt x="110690" y="406602"/>
                  </a:lnTo>
                  <a:lnTo>
                    <a:pt x="114156" y="406602"/>
                  </a:lnTo>
                  <a:lnTo>
                    <a:pt x="118229" y="411951"/>
                  </a:lnTo>
                  <a:cubicBezTo>
                    <a:pt x="119979" y="411379"/>
                    <a:pt x="119373" y="417031"/>
                    <a:pt x="119373" y="417031"/>
                  </a:cubicBezTo>
                  <a:lnTo>
                    <a:pt x="124589" y="417031"/>
                  </a:lnTo>
                  <a:lnTo>
                    <a:pt x="128359" y="419352"/>
                  </a:lnTo>
                  <a:lnTo>
                    <a:pt x="127484" y="422245"/>
                  </a:lnTo>
                  <a:lnTo>
                    <a:pt x="122839" y="425710"/>
                  </a:lnTo>
                  <a:lnTo>
                    <a:pt x="117926" y="429780"/>
                  </a:lnTo>
                  <a:lnTo>
                    <a:pt x="113854" y="432673"/>
                  </a:lnTo>
                  <a:lnTo>
                    <a:pt x="108940" y="432673"/>
                  </a:lnTo>
                  <a:lnTo>
                    <a:pt x="110084" y="437584"/>
                  </a:lnTo>
                  <a:lnTo>
                    <a:pt x="109512" y="443101"/>
                  </a:lnTo>
                  <a:lnTo>
                    <a:pt x="107493" y="448887"/>
                  </a:lnTo>
                  <a:lnTo>
                    <a:pt x="103724" y="452083"/>
                  </a:lnTo>
                  <a:lnTo>
                    <a:pt x="103454" y="458744"/>
                  </a:lnTo>
                  <a:lnTo>
                    <a:pt x="108099" y="464832"/>
                  </a:lnTo>
                  <a:lnTo>
                    <a:pt x="112440" y="470047"/>
                  </a:lnTo>
                  <a:lnTo>
                    <a:pt x="115772" y="474117"/>
                  </a:lnTo>
                  <a:lnTo>
                    <a:pt x="118531" y="477582"/>
                  </a:lnTo>
                  <a:lnTo>
                    <a:pt x="118531" y="482224"/>
                  </a:lnTo>
                  <a:lnTo>
                    <a:pt x="120854" y="489457"/>
                  </a:lnTo>
                  <a:lnTo>
                    <a:pt x="116209" y="493527"/>
                  </a:lnTo>
                  <a:lnTo>
                    <a:pt x="119104" y="496723"/>
                  </a:lnTo>
                  <a:lnTo>
                    <a:pt x="124017" y="498169"/>
                  </a:lnTo>
                  <a:lnTo>
                    <a:pt x="128090" y="500793"/>
                  </a:lnTo>
                  <a:lnTo>
                    <a:pt x="132734" y="508026"/>
                  </a:lnTo>
                  <a:lnTo>
                    <a:pt x="134484" y="512096"/>
                  </a:lnTo>
                  <a:lnTo>
                    <a:pt x="136806" y="518454"/>
                  </a:lnTo>
                  <a:lnTo>
                    <a:pt x="138253" y="523668"/>
                  </a:lnTo>
                  <a:lnTo>
                    <a:pt x="138556" y="528580"/>
                  </a:lnTo>
                  <a:lnTo>
                    <a:pt x="138253" y="534097"/>
                  </a:lnTo>
                  <a:lnTo>
                    <a:pt x="138556" y="539614"/>
                  </a:lnTo>
                  <a:lnTo>
                    <a:pt x="144075" y="548023"/>
                  </a:lnTo>
                  <a:lnTo>
                    <a:pt x="144345" y="552497"/>
                  </a:lnTo>
                  <a:lnTo>
                    <a:pt x="145792" y="557846"/>
                  </a:lnTo>
                  <a:lnTo>
                    <a:pt x="152455" y="557846"/>
                  </a:lnTo>
                  <a:lnTo>
                    <a:pt x="161138" y="555256"/>
                  </a:lnTo>
                  <a:cubicBezTo>
                    <a:pt x="161138" y="555256"/>
                    <a:pt x="165210" y="552632"/>
                    <a:pt x="166927" y="552632"/>
                  </a:cubicBezTo>
                  <a:cubicBezTo>
                    <a:pt x="168677" y="552632"/>
                    <a:pt x="173893" y="549436"/>
                    <a:pt x="173893" y="549436"/>
                  </a:cubicBezTo>
                  <a:cubicBezTo>
                    <a:pt x="173893" y="549436"/>
                    <a:pt x="177663" y="545097"/>
                    <a:pt x="177965" y="544222"/>
                  </a:cubicBezTo>
                  <a:cubicBezTo>
                    <a:pt x="178268" y="543347"/>
                    <a:pt x="183754" y="538436"/>
                    <a:pt x="183754" y="538436"/>
                  </a:cubicBezTo>
                  <a:lnTo>
                    <a:pt x="187826" y="534971"/>
                  </a:lnTo>
                  <a:lnTo>
                    <a:pt x="190721" y="531506"/>
                  </a:lnTo>
                  <a:lnTo>
                    <a:pt x="189577" y="524274"/>
                  </a:lnTo>
                  <a:lnTo>
                    <a:pt x="193043" y="521953"/>
                  </a:lnTo>
                  <a:lnTo>
                    <a:pt x="197115" y="521650"/>
                  </a:lnTo>
                  <a:lnTo>
                    <a:pt x="205663" y="520775"/>
                  </a:lnTo>
                  <a:lnTo>
                    <a:pt x="208995" y="524240"/>
                  </a:lnTo>
                  <a:lnTo>
                    <a:pt x="208995" y="527436"/>
                  </a:lnTo>
                  <a:lnTo>
                    <a:pt x="214952" y="532347"/>
                  </a:lnTo>
                  <a:lnTo>
                    <a:pt x="219428" y="536115"/>
                  </a:lnTo>
                  <a:lnTo>
                    <a:pt x="219428" y="543078"/>
                  </a:lnTo>
                  <a:lnTo>
                    <a:pt x="212764" y="547721"/>
                  </a:lnTo>
                  <a:lnTo>
                    <a:pt x="209567" y="551488"/>
                  </a:lnTo>
                  <a:lnTo>
                    <a:pt x="204351" y="554381"/>
                  </a:lnTo>
                  <a:lnTo>
                    <a:pt x="199134" y="557846"/>
                  </a:lnTo>
                  <a:lnTo>
                    <a:pt x="198562" y="562186"/>
                  </a:lnTo>
                  <a:lnTo>
                    <a:pt x="198562" y="565651"/>
                  </a:lnTo>
                  <a:lnTo>
                    <a:pt x="200009" y="570293"/>
                  </a:lnTo>
                  <a:lnTo>
                    <a:pt x="202601" y="573926"/>
                  </a:lnTo>
                  <a:lnTo>
                    <a:pt x="206673" y="576953"/>
                  </a:lnTo>
                  <a:lnTo>
                    <a:pt x="213336" y="576953"/>
                  </a:lnTo>
                  <a:lnTo>
                    <a:pt x="218553" y="576953"/>
                  </a:lnTo>
                  <a:lnTo>
                    <a:pt x="222894" y="572042"/>
                  </a:lnTo>
                  <a:lnTo>
                    <a:pt x="226092" y="568846"/>
                  </a:lnTo>
                  <a:lnTo>
                    <a:pt x="237097" y="565381"/>
                  </a:lnTo>
                  <a:lnTo>
                    <a:pt x="238241" y="562186"/>
                  </a:lnTo>
                  <a:lnTo>
                    <a:pt x="240260" y="557543"/>
                  </a:lnTo>
                  <a:lnTo>
                    <a:pt x="240260" y="553473"/>
                  </a:lnTo>
                  <a:cubicBezTo>
                    <a:pt x="240260" y="553473"/>
                    <a:pt x="242010" y="549133"/>
                    <a:pt x="240260" y="547956"/>
                  </a:cubicBezTo>
                  <a:cubicBezTo>
                    <a:pt x="238510" y="546812"/>
                    <a:pt x="237366" y="543045"/>
                    <a:pt x="237366" y="543045"/>
                  </a:cubicBezTo>
                  <a:lnTo>
                    <a:pt x="241034" y="538705"/>
                  </a:lnTo>
                  <a:lnTo>
                    <a:pt x="244904" y="536384"/>
                  </a:lnTo>
                  <a:lnTo>
                    <a:pt x="246655" y="534635"/>
                  </a:lnTo>
                  <a:lnTo>
                    <a:pt x="251568" y="534938"/>
                  </a:lnTo>
                  <a:lnTo>
                    <a:pt x="256212" y="541026"/>
                  </a:lnTo>
                  <a:lnTo>
                    <a:pt x="258804" y="544794"/>
                  </a:lnTo>
                  <a:lnTo>
                    <a:pt x="265770" y="545669"/>
                  </a:lnTo>
                  <a:lnTo>
                    <a:pt x="269405" y="544794"/>
                  </a:lnTo>
                  <a:lnTo>
                    <a:pt x="271593" y="547384"/>
                  </a:lnTo>
                  <a:lnTo>
                    <a:pt x="271593" y="549974"/>
                  </a:lnTo>
                  <a:lnTo>
                    <a:pt x="271593" y="556938"/>
                  </a:lnTo>
                  <a:lnTo>
                    <a:pt x="273780" y="562152"/>
                  </a:lnTo>
                  <a:lnTo>
                    <a:pt x="278559" y="563599"/>
                  </a:lnTo>
                  <a:lnTo>
                    <a:pt x="278559" y="565617"/>
                  </a:lnTo>
                  <a:lnTo>
                    <a:pt x="284348" y="567938"/>
                  </a:lnTo>
                  <a:lnTo>
                    <a:pt x="289261" y="569956"/>
                  </a:lnTo>
                  <a:lnTo>
                    <a:pt x="297372" y="570259"/>
                  </a:lnTo>
                  <a:lnTo>
                    <a:pt x="308377" y="571134"/>
                  </a:lnTo>
                  <a:lnTo>
                    <a:pt x="320829" y="573152"/>
                  </a:lnTo>
                  <a:lnTo>
                    <a:pt x="328671" y="573724"/>
                  </a:lnTo>
                  <a:lnTo>
                    <a:pt x="337657" y="572277"/>
                  </a:lnTo>
                  <a:lnTo>
                    <a:pt x="342638" y="573051"/>
                  </a:lnTo>
                  <a:close/>
                </a:path>
              </a:pathLst>
            </a:custGeom>
            <a:solidFill>
              <a:srgbClr val="1E344D">
                <a:alpha val="52000"/>
              </a:srgbClr>
            </a:solidFill>
            <a:ln w="6350" cap="flat">
              <a:solidFill>
                <a:schemeClr val="bg1"/>
              </a:solidFill>
              <a:prstDash val="solid"/>
              <a:miter/>
            </a:ln>
          </p:spPr>
          <p:txBody>
            <a:bodyPr rtlCol="0" anchor="ctr"/>
            <a:lstStyle/>
            <a:p>
              <a:endParaRPr lang="en-US"/>
            </a:p>
          </p:txBody>
        </p:sp>
        <p:grpSp>
          <p:nvGrpSpPr>
            <p:cNvPr id="171" name="Graphic 11">
              <a:extLst>
                <a:ext uri="{FF2B5EF4-FFF2-40B4-BE49-F238E27FC236}">
                  <a16:creationId xmlns:a16="http://schemas.microsoft.com/office/drawing/2014/main" id="{7FDE76DA-80DB-1D2F-BD89-681AED52EBFC}"/>
                </a:ext>
              </a:extLst>
            </p:cNvPr>
            <p:cNvGrpSpPr/>
            <p:nvPr/>
          </p:nvGrpSpPr>
          <p:grpSpPr>
            <a:xfrm>
              <a:off x="7727196" y="3385710"/>
              <a:ext cx="413482" cy="314600"/>
              <a:chOff x="5143724" y="3308222"/>
              <a:chExt cx="793844" cy="603999"/>
            </a:xfrm>
            <a:grpFill/>
          </p:grpSpPr>
          <p:sp>
            <p:nvSpPr>
              <p:cNvPr id="217" name="Freeform 934">
                <a:extLst>
                  <a:ext uri="{FF2B5EF4-FFF2-40B4-BE49-F238E27FC236}">
                    <a16:creationId xmlns:a16="http://schemas.microsoft.com/office/drawing/2014/main" id="{8B37A586-0D8B-D464-2C79-C6898F0586AF}"/>
                  </a:ext>
                </a:extLst>
              </p:cNvPr>
              <p:cNvSpPr/>
              <p:nvPr/>
            </p:nvSpPr>
            <p:spPr>
              <a:xfrm>
                <a:off x="5143724" y="3308222"/>
                <a:ext cx="787079" cy="603999"/>
              </a:xfrm>
              <a:custGeom>
                <a:avLst/>
                <a:gdLst>
                  <a:gd name="connsiteX0" fmla="*/ 780147 w 787079"/>
                  <a:gd name="connsiteY0" fmla="*/ 183168 h 603999"/>
                  <a:gd name="connsiteX1" fmla="*/ 776007 w 787079"/>
                  <a:gd name="connsiteY1" fmla="*/ 177954 h 603999"/>
                  <a:gd name="connsiteX2" fmla="*/ 773416 w 787079"/>
                  <a:gd name="connsiteY2" fmla="*/ 170116 h 603999"/>
                  <a:gd name="connsiteX3" fmla="*/ 771901 w 787079"/>
                  <a:gd name="connsiteY3" fmla="*/ 162513 h 603999"/>
                  <a:gd name="connsiteX4" fmla="*/ 769276 w 787079"/>
                  <a:gd name="connsiteY4" fmla="*/ 156222 h 603999"/>
                  <a:gd name="connsiteX5" fmla="*/ 769613 w 787079"/>
                  <a:gd name="connsiteY5" fmla="*/ 151210 h 603999"/>
                  <a:gd name="connsiteX6" fmla="*/ 766685 w 787079"/>
                  <a:gd name="connsiteY6" fmla="*/ 143170 h 603999"/>
                  <a:gd name="connsiteX7" fmla="*/ 766685 w 787079"/>
                  <a:gd name="connsiteY7" fmla="*/ 137519 h 603999"/>
                  <a:gd name="connsiteX8" fmla="*/ 766685 w 787079"/>
                  <a:gd name="connsiteY8" fmla="*/ 132305 h 603999"/>
                  <a:gd name="connsiteX9" fmla="*/ 764935 w 787079"/>
                  <a:gd name="connsiteY9" fmla="*/ 124467 h 603999"/>
                  <a:gd name="connsiteX10" fmla="*/ 761031 w 787079"/>
                  <a:gd name="connsiteY10" fmla="*/ 119690 h 603999"/>
                  <a:gd name="connsiteX11" fmla="*/ 759079 w 787079"/>
                  <a:gd name="connsiteY11" fmla="*/ 115989 h 603999"/>
                  <a:gd name="connsiteX12" fmla="*/ 755175 w 787079"/>
                  <a:gd name="connsiteY12" fmla="*/ 107748 h 603999"/>
                  <a:gd name="connsiteX13" fmla="*/ 749319 w 787079"/>
                  <a:gd name="connsiteY13" fmla="*/ 99069 h 603999"/>
                  <a:gd name="connsiteX14" fmla="*/ 742353 w 787079"/>
                  <a:gd name="connsiteY14" fmla="*/ 93855 h 603999"/>
                  <a:gd name="connsiteX15" fmla="*/ 742353 w 787079"/>
                  <a:gd name="connsiteY15" fmla="*/ 85377 h 603999"/>
                  <a:gd name="connsiteX16" fmla="*/ 747569 w 787079"/>
                  <a:gd name="connsiteY16" fmla="*/ 80163 h 603999"/>
                  <a:gd name="connsiteX17" fmla="*/ 747569 w 787079"/>
                  <a:gd name="connsiteY17" fmla="*/ 74949 h 603999"/>
                  <a:gd name="connsiteX18" fmla="*/ 747132 w 787079"/>
                  <a:gd name="connsiteY18" fmla="*/ 72123 h 603999"/>
                  <a:gd name="connsiteX19" fmla="*/ 742353 w 787079"/>
                  <a:gd name="connsiteY19" fmla="*/ 69735 h 603999"/>
                  <a:gd name="connsiteX20" fmla="*/ 739088 w 787079"/>
                  <a:gd name="connsiteY20" fmla="*/ 73637 h 603999"/>
                  <a:gd name="connsiteX21" fmla="*/ 733434 w 787079"/>
                  <a:gd name="connsiteY21" fmla="*/ 77977 h 603999"/>
                  <a:gd name="connsiteX22" fmla="*/ 728420 w 787079"/>
                  <a:gd name="connsiteY22" fmla="*/ 82316 h 603999"/>
                  <a:gd name="connsiteX23" fmla="*/ 722126 w 787079"/>
                  <a:gd name="connsiteY23" fmla="*/ 85344 h 603999"/>
                  <a:gd name="connsiteX24" fmla="*/ 718424 w 787079"/>
                  <a:gd name="connsiteY24" fmla="*/ 82316 h 603999"/>
                  <a:gd name="connsiteX25" fmla="*/ 712131 w 787079"/>
                  <a:gd name="connsiteY25" fmla="*/ 77539 h 603999"/>
                  <a:gd name="connsiteX26" fmla="*/ 708866 w 787079"/>
                  <a:gd name="connsiteY26" fmla="*/ 72123 h 603999"/>
                  <a:gd name="connsiteX27" fmla="*/ 704525 w 787079"/>
                  <a:gd name="connsiteY27" fmla="*/ 67347 h 603999"/>
                  <a:gd name="connsiteX28" fmla="*/ 704525 w 787079"/>
                  <a:gd name="connsiteY28" fmla="*/ 63882 h 603999"/>
                  <a:gd name="connsiteX29" fmla="*/ 696280 w 787079"/>
                  <a:gd name="connsiteY29" fmla="*/ 61695 h 603999"/>
                  <a:gd name="connsiteX30" fmla="*/ 689111 w 787079"/>
                  <a:gd name="connsiteY30" fmla="*/ 63646 h 603999"/>
                  <a:gd name="connsiteX31" fmla="*/ 683222 w 787079"/>
                  <a:gd name="connsiteY31" fmla="*/ 66472 h 603999"/>
                  <a:gd name="connsiteX32" fmla="*/ 674943 w 787079"/>
                  <a:gd name="connsiteY32" fmla="*/ 66035 h 603999"/>
                  <a:gd name="connsiteX33" fmla="*/ 663870 w 787079"/>
                  <a:gd name="connsiteY33" fmla="*/ 61258 h 603999"/>
                  <a:gd name="connsiteX34" fmla="*/ 652125 w 787079"/>
                  <a:gd name="connsiteY34" fmla="*/ 54294 h 603999"/>
                  <a:gd name="connsiteX35" fmla="*/ 648288 w 787079"/>
                  <a:gd name="connsiteY35" fmla="*/ 56986 h 603999"/>
                  <a:gd name="connsiteX36" fmla="*/ 646403 w 787079"/>
                  <a:gd name="connsiteY36" fmla="*/ 59307 h 603999"/>
                  <a:gd name="connsiteX37" fmla="*/ 643206 w 787079"/>
                  <a:gd name="connsiteY37" fmla="*/ 61493 h 603999"/>
                  <a:gd name="connsiteX38" fmla="*/ 641894 w 787079"/>
                  <a:gd name="connsiteY38" fmla="*/ 63680 h 603999"/>
                  <a:gd name="connsiteX39" fmla="*/ 637990 w 787079"/>
                  <a:gd name="connsiteY39" fmla="*/ 66136 h 603999"/>
                  <a:gd name="connsiteX40" fmla="*/ 635668 w 787079"/>
                  <a:gd name="connsiteY40" fmla="*/ 69163 h 603999"/>
                  <a:gd name="connsiteX41" fmla="*/ 634220 w 787079"/>
                  <a:gd name="connsiteY41" fmla="*/ 74512 h 603999"/>
                  <a:gd name="connsiteX42" fmla="*/ 637283 w 787079"/>
                  <a:gd name="connsiteY42" fmla="*/ 78414 h 603999"/>
                  <a:gd name="connsiteX43" fmla="*/ 639033 w 787079"/>
                  <a:gd name="connsiteY43" fmla="*/ 81038 h 603999"/>
                  <a:gd name="connsiteX44" fmla="*/ 643812 w 787079"/>
                  <a:gd name="connsiteY44" fmla="*/ 86252 h 603999"/>
                  <a:gd name="connsiteX45" fmla="*/ 644250 w 787079"/>
                  <a:gd name="connsiteY45" fmla="*/ 91466 h 603999"/>
                  <a:gd name="connsiteX46" fmla="*/ 643947 w 787079"/>
                  <a:gd name="connsiteY46" fmla="*/ 94494 h 603999"/>
                  <a:gd name="connsiteX47" fmla="*/ 642365 w 787079"/>
                  <a:gd name="connsiteY47" fmla="*/ 98833 h 603999"/>
                  <a:gd name="connsiteX48" fmla="*/ 639471 w 787079"/>
                  <a:gd name="connsiteY48" fmla="*/ 100280 h 603999"/>
                  <a:gd name="connsiteX49" fmla="*/ 635701 w 787079"/>
                  <a:gd name="connsiteY49" fmla="*/ 99405 h 603999"/>
                  <a:gd name="connsiteX50" fmla="*/ 630788 w 787079"/>
                  <a:gd name="connsiteY50" fmla="*/ 97387 h 603999"/>
                  <a:gd name="connsiteX51" fmla="*/ 627456 w 787079"/>
                  <a:gd name="connsiteY51" fmla="*/ 96378 h 603999"/>
                  <a:gd name="connsiteX52" fmla="*/ 623821 w 787079"/>
                  <a:gd name="connsiteY52" fmla="*/ 94191 h 603999"/>
                  <a:gd name="connsiteX53" fmla="*/ 620927 w 787079"/>
                  <a:gd name="connsiteY53" fmla="*/ 91433 h 603999"/>
                  <a:gd name="connsiteX54" fmla="*/ 614970 w 787079"/>
                  <a:gd name="connsiteY54" fmla="*/ 85041 h 603999"/>
                  <a:gd name="connsiteX55" fmla="*/ 608879 w 787079"/>
                  <a:gd name="connsiteY55" fmla="*/ 79692 h 603999"/>
                  <a:gd name="connsiteX56" fmla="*/ 604100 w 787079"/>
                  <a:gd name="connsiteY56" fmla="*/ 75790 h 603999"/>
                  <a:gd name="connsiteX57" fmla="*/ 598883 w 787079"/>
                  <a:gd name="connsiteY57" fmla="*/ 75790 h 603999"/>
                  <a:gd name="connsiteX58" fmla="*/ 597571 w 787079"/>
                  <a:gd name="connsiteY58" fmla="*/ 76867 h 603999"/>
                  <a:gd name="connsiteX59" fmla="*/ 591479 w 787079"/>
                  <a:gd name="connsiteY59" fmla="*/ 79558 h 603999"/>
                  <a:gd name="connsiteX60" fmla="*/ 589157 w 787079"/>
                  <a:gd name="connsiteY60" fmla="*/ 81879 h 603999"/>
                  <a:gd name="connsiteX61" fmla="*/ 584681 w 787079"/>
                  <a:gd name="connsiteY61" fmla="*/ 83897 h 603999"/>
                  <a:gd name="connsiteX62" fmla="*/ 581181 w 787079"/>
                  <a:gd name="connsiteY62" fmla="*/ 84032 h 603999"/>
                  <a:gd name="connsiteX63" fmla="*/ 577411 w 787079"/>
                  <a:gd name="connsiteY63" fmla="*/ 83897 h 603999"/>
                  <a:gd name="connsiteX64" fmla="*/ 572330 w 787079"/>
                  <a:gd name="connsiteY64" fmla="*/ 84200 h 603999"/>
                  <a:gd name="connsiteX65" fmla="*/ 570142 w 787079"/>
                  <a:gd name="connsiteY65" fmla="*/ 84503 h 603999"/>
                  <a:gd name="connsiteX66" fmla="*/ 566104 w 787079"/>
                  <a:gd name="connsiteY66" fmla="*/ 85680 h 603999"/>
                  <a:gd name="connsiteX67" fmla="*/ 564084 w 787079"/>
                  <a:gd name="connsiteY67" fmla="*/ 88001 h 603999"/>
                  <a:gd name="connsiteX68" fmla="*/ 561628 w 787079"/>
                  <a:gd name="connsiteY68" fmla="*/ 88001 h 603999"/>
                  <a:gd name="connsiteX69" fmla="*/ 556983 w 787079"/>
                  <a:gd name="connsiteY69" fmla="*/ 88741 h 603999"/>
                  <a:gd name="connsiteX70" fmla="*/ 554224 w 787079"/>
                  <a:gd name="connsiteY70" fmla="*/ 91063 h 603999"/>
                  <a:gd name="connsiteX71" fmla="*/ 552777 w 787079"/>
                  <a:gd name="connsiteY71" fmla="*/ 92375 h 603999"/>
                  <a:gd name="connsiteX72" fmla="*/ 552777 w 787079"/>
                  <a:gd name="connsiteY72" fmla="*/ 95267 h 603999"/>
                  <a:gd name="connsiteX73" fmla="*/ 552272 w 787079"/>
                  <a:gd name="connsiteY73" fmla="*/ 98160 h 603999"/>
                  <a:gd name="connsiteX74" fmla="*/ 549882 w 787079"/>
                  <a:gd name="connsiteY74" fmla="*/ 100616 h 603999"/>
                  <a:gd name="connsiteX75" fmla="*/ 545675 w 787079"/>
                  <a:gd name="connsiteY75" fmla="*/ 100751 h 603999"/>
                  <a:gd name="connsiteX76" fmla="*/ 543656 w 787079"/>
                  <a:gd name="connsiteY76" fmla="*/ 99439 h 603999"/>
                  <a:gd name="connsiteX77" fmla="*/ 539752 w 787079"/>
                  <a:gd name="connsiteY77" fmla="*/ 98732 h 603999"/>
                  <a:gd name="connsiteX78" fmla="*/ 537733 w 787079"/>
                  <a:gd name="connsiteY78" fmla="*/ 99170 h 603999"/>
                  <a:gd name="connsiteX79" fmla="*/ 536151 w 787079"/>
                  <a:gd name="connsiteY79" fmla="*/ 100482 h 603999"/>
                  <a:gd name="connsiteX80" fmla="*/ 533391 w 787079"/>
                  <a:gd name="connsiteY80" fmla="*/ 102500 h 603999"/>
                  <a:gd name="connsiteX81" fmla="*/ 530362 w 787079"/>
                  <a:gd name="connsiteY81" fmla="*/ 102365 h 603999"/>
                  <a:gd name="connsiteX82" fmla="*/ 526459 w 787079"/>
                  <a:gd name="connsiteY82" fmla="*/ 101356 h 603999"/>
                  <a:gd name="connsiteX83" fmla="*/ 524002 w 787079"/>
                  <a:gd name="connsiteY83" fmla="*/ 103543 h 603999"/>
                  <a:gd name="connsiteX84" fmla="*/ 521680 w 787079"/>
                  <a:gd name="connsiteY84" fmla="*/ 104855 h 603999"/>
                  <a:gd name="connsiteX85" fmla="*/ 518348 w 787079"/>
                  <a:gd name="connsiteY85" fmla="*/ 106167 h 603999"/>
                  <a:gd name="connsiteX86" fmla="*/ 510237 w 787079"/>
                  <a:gd name="connsiteY86" fmla="*/ 107041 h 603999"/>
                  <a:gd name="connsiteX87" fmla="*/ 504886 w 787079"/>
                  <a:gd name="connsiteY87" fmla="*/ 107916 h 603999"/>
                  <a:gd name="connsiteX88" fmla="*/ 499535 w 787079"/>
                  <a:gd name="connsiteY88" fmla="*/ 108219 h 603999"/>
                  <a:gd name="connsiteX89" fmla="*/ 492299 w 787079"/>
                  <a:gd name="connsiteY89" fmla="*/ 104148 h 603999"/>
                  <a:gd name="connsiteX90" fmla="*/ 489405 w 787079"/>
                  <a:gd name="connsiteY90" fmla="*/ 103005 h 603999"/>
                  <a:gd name="connsiteX91" fmla="*/ 487655 w 787079"/>
                  <a:gd name="connsiteY91" fmla="*/ 101995 h 603999"/>
                  <a:gd name="connsiteX92" fmla="*/ 481866 w 787079"/>
                  <a:gd name="connsiteY92" fmla="*/ 98968 h 603999"/>
                  <a:gd name="connsiteX93" fmla="*/ 477962 w 787079"/>
                  <a:gd name="connsiteY93" fmla="*/ 96949 h 603999"/>
                  <a:gd name="connsiteX94" fmla="*/ 476246 w 787079"/>
                  <a:gd name="connsiteY94" fmla="*/ 93316 h 603999"/>
                  <a:gd name="connsiteX95" fmla="*/ 478837 w 787079"/>
                  <a:gd name="connsiteY95" fmla="*/ 90423 h 603999"/>
                  <a:gd name="connsiteX96" fmla="*/ 482169 w 787079"/>
                  <a:gd name="connsiteY96" fmla="*/ 89111 h 603999"/>
                  <a:gd name="connsiteX97" fmla="*/ 486241 w 787079"/>
                  <a:gd name="connsiteY97" fmla="*/ 87665 h 603999"/>
                  <a:gd name="connsiteX98" fmla="*/ 489708 w 787079"/>
                  <a:gd name="connsiteY98" fmla="*/ 84469 h 603999"/>
                  <a:gd name="connsiteX99" fmla="*/ 491727 w 787079"/>
                  <a:gd name="connsiteY99" fmla="*/ 81879 h 603999"/>
                  <a:gd name="connsiteX100" fmla="*/ 495631 w 787079"/>
                  <a:gd name="connsiteY100" fmla="*/ 77371 h 603999"/>
                  <a:gd name="connsiteX101" fmla="*/ 498088 w 787079"/>
                  <a:gd name="connsiteY101" fmla="*/ 68524 h 603999"/>
                  <a:gd name="connsiteX102" fmla="*/ 497953 w 787079"/>
                  <a:gd name="connsiteY102" fmla="*/ 66943 h 603999"/>
                  <a:gd name="connsiteX103" fmla="*/ 498391 w 787079"/>
                  <a:gd name="connsiteY103" fmla="*/ 63613 h 603999"/>
                  <a:gd name="connsiteX104" fmla="*/ 499266 w 787079"/>
                  <a:gd name="connsiteY104" fmla="*/ 60282 h 603999"/>
                  <a:gd name="connsiteX105" fmla="*/ 503910 w 787079"/>
                  <a:gd name="connsiteY105" fmla="*/ 56515 h 603999"/>
                  <a:gd name="connsiteX106" fmla="*/ 506064 w 787079"/>
                  <a:gd name="connsiteY106" fmla="*/ 53924 h 603999"/>
                  <a:gd name="connsiteX107" fmla="*/ 509968 w 787079"/>
                  <a:gd name="connsiteY107" fmla="*/ 49854 h 603999"/>
                  <a:gd name="connsiteX108" fmla="*/ 513434 w 787079"/>
                  <a:gd name="connsiteY108" fmla="*/ 47398 h 603999"/>
                  <a:gd name="connsiteX109" fmla="*/ 515184 w 787079"/>
                  <a:gd name="connsiteY109" fmla="*/ 46961 h 603999"/>
                  <a:gd name="connsiteX110" fmla="*/ 522588 w 787079"/>
                  <a:gd name="connsiteY110" fmla="*/ 44068 h 603999"/>
                  <a:gd name="connsiteX111" fmla="*/ 524204 w 787079"/>
                  <a:gd name="connsiteY111" fmla="*/ 42319 h 603999"/>
                  <a:gd name="connsiteX112" fmla="*/ 528545 w 787079"/>
                  <a:gd name="connsiteY112" fmla="*/ 39863 h 603999"/>
                  <a:gd name="connsiteX113" fmla="*/ 529420 w 787079"/>
                  <a:gd name="connsiteY113" fmla="*/ 38551 h 603999"/>
                  <a:gd name="connsiteX114" fmla="*/ 528848 w 787079"/>
                  <a:gd name="connsiteY114" fmla="*/ 35793 h 603999"/>
                  <a:gd name="connsiteX115" fmla="*/ 527536 w 787079"/>
                  <a:gd name="connsiteY115" fmla="*/ 32765 h 603999"/>
                  <a:gd name="connsiteX116" fmla="*/ 527098 w 787079"/>
                  <a:gd name="connsiteY116" fmla="*/ 30444 h 603999"/>
                  <a:gd name="connsiteX117" fmla="*/ 527805 w 787079"/>
                  <a:gd name="connsiteY117" fmla="*/ 28257 h 603999"/>
                  <a:gd name="connsiteX118" fmla="*/ 527233 w 787079"/>
                  <a:gd name="connsiteY118" fmla="*/ 24355 h 603999"/>
                  <a:gd name="connsiteX119" fmla="*/ 524910 w 787079"/>
                  <a:gd name="connsiteY119" fmla="*/ 20722 h 603999"/>
                  <a:gd name="connsiteX120" fmla="*/ 522891 w 787079"/>
                  <a:gd name="connsiteY120" fmla="*/ 17964 h 603999"/>
                  <a:gd name="connsiteX121" fmla="*/ 520132 w 787079"/>
                  <a:gd name="connsiteY121" fmla="*/ 15643 h 603999"/>
                  <a:gd name="connsiteX122" fmla="*/ 516228 w 787079"/>
                  <a:gd name="connsiteY122" fmla="*/ 11572 h 603999"/>
                  <a:gd name="connsiteX123" fmla="*/ 512761 w 787079"/>
                  <a:gd name="connsiteY123" fmla="*/ 9991 h 603999"/>
                  <a:gd name="connsiteX124" fmla="*/ 508554 w 787079"/>
                  <a:gd name="connsiteY124" fmla="*/ 6223 h 603999"/>
                  <a:gd name="connsiteX125" fmla="*/ 506973 w 787079"/>
                  <a:gd name="connsiteY125" fmla="*/ 6795 h 603999"/>
                  <a:gd name="connsiteX126" fmla="*/ 504516 w 787079"/>
                  <a:gd name="connsiteY126" fmla="*/ 8376 h 603999"/>
                  <a:gd name="connsiteX127" fmla="*/ 501756 w 787079"/>
                  <a:gd name="connsiteY127" fmla="*/ 11572 h 603999"/>
                  <a:gd name="connsiteX128" fmla="*/ 496977 w 787079"/>
                  <a:gd name="connsiteY128" fmla="*/ 14465 h 603999"/>
                  <a:gd name="connsiteX129" fmla="*/ 492905 w 787079"/>
                  <a:gd name="connsiteY129" fmla="*/ 17930 h 603999"/>
                  <a:gd name="connsiteX130" fmla="*/ 488698 w 787079"/>
                  <a:gd name="connsiteY130" fmla="*/ 19242 h 603999"/>
                  <a:gd name="connsiteX131" fmla="*/ 486679 w 787079"/>
                  <a:gd name="connsiteY131" fmla="*/ 18098 h 603999"/>
                  <a:gd name="connsiteX132" fmla="*/ 480890 w 787079"/>
                  <a:gd name="connsiteY132" fmla="*/ 12884 h 603999"/>
                  <a:gd name="connsiteX133" fmla="*/ 477255 w 787079"/>
                  <a:gd name="connsiteY133" fmla="*/ 11707 h 603999"/>
                  <a:gd name="connsiteX134" fmla="*/ 474361 w 787079"/>
                  <a:gd name="connsiteY134" fmla="*/ 13725 h 603999"/>
                  <a:gd name="connsiteX135" fmla="*/ 471164 w 787079"/>
                  <a:gd name="connsiteY135" fmla="*/ 17055 h 603999"/>
                  <a:gd name="connsiteX136" fmla="*/ 465948 w 787079"/>
                  <a:gd name="connsiteY136" fmla="*/ 23279 h 603999"/>
                  <a:gd name="connsiteX137" fmla="*/ 460731 w 787079"/>
                  <a:gd name="connsiteY137" fmla="*/ 23144 h 603999"/>
                  <a:gd name="connsiteX138" fmla="*/ 458712 w 787079"/>
                  <a:gd name="connsiteY138" fmla="*/ 19074 h 603999"/>
                  <a:gd name="connsiteX139" fmla="*/ 459722 w 787079"/>
                  <a:gd name="connsiteY139" fmla="*/ 18199 h 603999"/>
                  <a:gd name="connsiteX140" fmla="*/ 458275 w 787079"/>
                  <a:gd name="connsiteY140" fmla="*/ 11101 h 603999"/>
                  <a:gd name="connsiteX141" fmla="*/ 451611 w 787079"/>
                  <a:gd name="connsiteY141" fmla="*/ 6627 h 603999"/>
                  <a:gd name="connsiteX142" fmla="*/ 446697 w 787079"/>
                  <a:gd name="connsiteY142" fmla="*/ 6324 h 603999"/>
                  <a:gd name="connsiteX143" fmla="*/ 444375 w 787079"/>
                  <a:gd name="connsiteY143" fmla="*/ 9217 h 603999"/>
                  <a:gd name="connsiteX144" fmla="*/ 442793 w 787079"/>
                  <a:gd name="connsiteY144" fmla="*/ 10967 h 603999"/>
                  <a:gd name="connsiteX145" fmla="*/ 439461 w 787079"/>
                  <a:gd name="connsiteY145" fmla="*/ 12850 h 603999"/>
                  <a:gd name="connsiteX146" fmla="*/ 435692 w 787079"/>
                  <a:gd name="connsiteY146" fmla="*/ 15441 h 603999"/>
                  <a:gd name="connsiteX147" fmla="*/ 433808 w 787079"/>
                  <a:gd name="connsiteY147" fmla="*/ 16752 h 603999"/>
                  <a:gd name="connsiteX148" fmla="*/ 426437 w 787079"/>
                  <a:gd name="connsiteY148" fmla="*/ 16752 h 603999"/>
                  <a:gd name="connsiteX149" fmla="*/ 422365 w 787079"/>
                  <a:gd name="connsiteY149" fmla="*/ 17762 h 603999"/>
                  <a:gd name="connsiteX150" fmla="*/ 417283 w 787079"/>
                  <a:gd name="connsiteY150" fmla="*/ 19343 h 603999"/>
                  <a:gd name="connsiteX151" fmla="*/ 409879 w 787079"/>
                  <a:gd name="connsiteY151" fmla="*/ 18031 h 603999"/>
                  <a:gd name="connsiteX152" fmla="*/ 403081 w 787079"/>
                  <a:gd name="connsiteY152" fmla="*/ 17593 h 603999"/>
                  <a:gd name="connsiteX153" fmla="*/ 397999 w 787079"/>
                  <a:gd name="connsiteY153" fmla="*/ 17156 h 603999"/>
                  <a:gd name="connsiteX154" fmla="*/ 392042 w 787079"/>
                  <a:gd name="connsiteY154" fmla="*/ 14566 h 603999"/>
                  <a:gd name="connsiteX155" fmla="*/ 388273 w 787079"/>
                  <a:gd name="connsiteY155" fmla="*/ 10933 h 603999"/>
                  <a:gd name="connsiteX156" fmla="*/ 386388 w 787079"/>
                  <a:gd name="connsiteY156" fmla="*/ 7165 h 603999"/>
                  <a:gd name="connsiteX157" fmla="*/ 383931 w 787079"/>
                  <a:gd name="connsiteY157" fmla="*/ 2826 h 603999"/>
                  <a:gd name="connsiteX158" fmla="*/ 381172 w 787079"/>
                  <a:gd name="connsiteY158" fmla="*/ 0 h 603999"/>
                  <a:gd name="connsiteX159" fmla="*/ 377268 w 787079"/>
                  <a:gd name="connsiteY159" fmla="*/ 67 h 603999"/>
                  <a:gd name="connsiteX160" fmla="*/ 371042 w 787079"/>
                  <a:gd name="connsiteY160" fmla="*/ 67 h 603999"/>
                  <a:gd name="connsiteX161" fmla="*/ 368450 w 787079"/>
                  <a:gd name="connsiteY161" fmla="*/ 2388 h 603999"/>
                  <a:gd name="connsiteX162" fmla="*/ 365825 w 787079"/>
                  <a:gd name="connsiteY162" fmla="*/ 9049 h 603999"/>
                  <a:gd name="connsiteX163" fmla="*/ 364378 w 787079"/>
                  <a:gd name="connsiteY163" fmla="*/ 12817 h 603999"/>
                  <a:gd name="connsiteX164" fmla="*/ 359162 w 787079"/>
                  <a:gd name="connsiteY164" fmla="*/ 18031 h 603999"/>
                  <a:gd name="connsiteX165" fmla="*/ 355695 w 787079"/>
                  <a:gd name="connsiteY165" fmla="*/ 19343 h 603999"/>
                  <a:gd name="connsiteX166" fmla="*/ 354113 w 787079"/>
                  <a:gd name="connsiteY166" fmla="*/ 20083 h 603999"/>
                  <a:gd name="connsiteX167" fmla="*/ 351354 w 787079"/>
                  <a:gd name="connsiteY167" fmla="*/ 21832 h 603999"/>
                  <a:gd name="connsiteX168" fmla="*/ 347585 w 787079"/>
                  <a:gd name="connsiteY168" fmla="*/ 23851 h 603999"/>
                  <a:gd name="connsiteX169" fmla="*/ 344690 w 787079"/>
                  <a:gd name="connsiteY169" fmla="*/ 23851 h 603999"/>
                  <a:gd name="connsiteX170" fmla="*/ 342065 w 787079"/>
                  <a:gd name="connsiteY170" fmla="*/ 25162 h 603999"/>
                  <a:gd name="connsiteX171" fmla="*/ 339743 w 787079"/>
                  <a:gd name="connsiteY171" fmla="*/ 26609 h 603999"/>
                  <a:gd name="connsiteX172" fmla="*/ 340618 w 787079"/>
                  <a:gd name="connsiteY172" fmla="*/ 29805 h 603999"/>
                  <a:gd name="connsiteX173" fmla="*/ 342065 w 787079"/>
                  <a:gd name="connsiteY173" fmla="*/ 31251 h 603999"/>
                  <a:gd name="connsiteX174" fmla="*/ 350041 w 787079"/>
                  <a:gd name="connsiteY174" fmla="*/ 35153 h 603999"/>
                  <a:gd name="connsiteX175" fmla="*/ 351791 w 787079"/>
                  <a:gd name="connsiteY175" fmla="*/ 37340 h 603999"/>
                  <a:gd name="connsiteX176" fmla="*/ 350647 w 787079"/>
                  <a:gd name="connsiteY176" fmla="*/ 39089 h 603999"/>
                  <a:gd name="connsiteX177" fmla="*/ 348762 w 787079"/>
                  <a:gd name="connsiteY177" fmla="*/ 41276 h 603999"/>
                  <a:gd name="connsiteX178" fmla="*/ 346878 w 787079"/>
                  <a:gd name="connsiteY178" fmla="*/ 42453 h 603999"/>
                  <a:gd name="connsiteX179" fmla="*/ 347753 w 787079"/>
                  <a:gd name="connsiteY179" fmla="*/ 45481 h 603999"/>
                  <a:gd name="connsiteX180" fmla="*/ 348325 w 787079"/>
                  <a:gd name="connsiteY180" fmla="*/ 46927 h 603999"/>
                  <a:gd name="connsiteX181" fmla="*/ 350344 w 787079"/>
                  <a:gd name="connsiteY181" fmla="*/ 50258 h 603999"/>
                  <a:gd name="connsiteX182" fmla="*/ 349604 w 787079"/>
                  <a:gd name="connsiteY182" fmla="*/ 53016 h 603999"/>
                  <a:gd name="connsiteX183" fmla="*/ 349166 w 787079"/>
                  <a:gd name="connsiteY183" fmla="*/ 55203 h 603999"/>
                  <a:gd name="connsiteX184" fmla="*/ 349604 w 787079"/>
                  <a:gd name="connsiteY184" fmla="*/ 57793 h 603999"/>
                  <a:gd name="connsiteX185" fmla="*/ 352801 w 787079"/>
                  <a:gd name="connsiteY185" fmla="*/ 61998 h 603999"/>
                  <a:gd name="connsiteX186" fmla="*/ 352498 w 787079"/>
                  <a:gd name="connsiteY186" fmla="*/ 65194 h 603999"/>
                  <a:gd name="connsiteX187" fmla="*/ 351185 w 787079"/>
                  <a:gd name="connsiteY187" fmla="*/ 67649 h 603999"/>
                  <a:gd name="connsiteX188" fmla="*/ 347113 w 787079"/>
                  <a:gd name="connsiteY188" fmla="*/ 68221 h 603999"/>
                  <a:gd name="connsiteX189" fmla="*/ 344084 w 787079"/>
                  <a:gd name="connsiteY189" fmla="*/ 68524 h 603999"/>
                  <a:gd name="connsiteX190" fmla="*/ 340618 w 787079"/>
                  <a:gd name="connsiteY190" fmla="*/ 70542 h 603999"/>
                  <a:gd name="connsiteX191" fmla="*/ 336142 w 787079"/>
                  <a:gd name="connsiteY191" fmla="*/ 71552 h 603999"/>
                  <a:gd name="connsiteX192" fmla="*/ 330791 w 787079"/>
                  <a:gd name="connsiteY192" fmla="*/ 68928 h 603999"/>
                  <a:gd name="connsiteX193" fmla="*/ 326315 w 787079"/>
                  <a:gd name="connsiteY193" fmla="*/ 62536 h 603999"/>
                  <a:gd name="connsiteX194" fmla="*/ 322545 w 787079"/>
                  <a:gd name="connsiteY194" fmla="*/ 56750 h 603999"/>
                  <a:gd name="connsiteX195" fmla="*/ 317901 w 787079"/>
                  <a:gd name="connsiteY195" fmla="*/ 52108 h 603999"/>
                  <a:gd name="connsiteX196" fmla="*/ 311675 w 787079"/>
                  <a:gd name="connsiteY196" fmla="*/ 45885 h 603999"/>
                  <a:gd name="connsiteX197" fmla="*/ 304843 w 787079"/>
                  <a:gd name="connsiteY197" fmla="*/ 44573 h 603999"/>
                  <a:gd name="connsiteX198" fmla="*/ 300939 w 787079"/>
                  <a:gd name="connsiteY198" fmla="*/ 42823 h 603999"/>
                  <a:gd name="connsiteX199" fmla="*/ 295420 w 787079"/>
                  <a:gd name="connsiteY199" fmla="*/ 41242 h 603999"/>
                  <a:gd name="connsiteX200" fmla="*/ 293838 w 787079"/>
                  <a:gd name="connsiteY200" fmla="*/ 42823 h 603999"/>
                  <a:gd name="connsiteX201" fmla="*/ 290809 w 787079"/>
                  <a:gd name="connsiteY201" fmla="*/ 44135 h 603999"/>
                  <a:gd name="connsiteX202" fmla="*/ 285155 w 787079"/>
                  <a:gd name="connsiteY202" fmla="*/ 44135 h 603999"/>
                  <a:gd name="connsiteX203" fmla="*/ 284280 w 787079"/>
                  <a:gd name="connsiteY203" fmla="*/ 42823 h 603999"/>
                  <a:gd name="connsiteX204" fmla="*/ 275597 w 787079"/>
                  <a:gd name="connsiteY204" fmla="*/ 42823 h 603999"/>
                  <a:gd name="connsiteX205" fmla="*/ 268227 w 787079"/>
                  <a:gd name="connsiteY205" fmla="*/ 42823 h 603999"/>
                  <a:gd name="connsiteX206" fmla="*/ 266342 w 787079"/>
                  <a:gd name="connsiteY206" fmla="*/ 43900 h 603999"/>
                  <a:gd name="connsiteX207" fmla="*/ 262270 w 787079"/>
                  <a:gd name="connsiteY207" fmla="*/ 44976 h 603999"/>
                  <a:gd name="connsiteX208" fmla="*/ 260688 w 787079"/>
                  <a:gd name="connsiteY208" fmla="*/ 45851 h 603999"/>
                  <a:gd name="connsiteX209" fmla="*/ 259982 w 787079"/>
                  <a:gd name="connsiteY209" fmla="*/ 47432 h 603999"/>
                  <a:gd name="connsiteX210" fmla="*/ 262136 w 787079"/>
                  <a:gd name="connsiteY210" fmla="*/ 49013 h 603999"/>
                  <a:gd name="connsiteX211" fmla="*/ 262573 w 787079"/>
                  <a:gd name="connsiteY211" fmla="*/ 54093 h 603999"/>
                  <a:gd name="connsiteX212" fmla="*/ 262573 w 787079"/>
                  <a:gd name="connsiteY212" fmla="*/ 56548 h 603999"/>
                  <a:gd name="connsiteX213" fmla="*/ 262573 w 787079"/>
                  <a:gd name="connsiteY213" fmla="*/ 59307 h 603999"/>
                  <a:gd name="connsiteX214" fmla="*/ 262573 w 787079"/>
                  <a:gd name="connsiteY214" fmla="*/ 61493 h 603999"/>
                  <a:gd name="connsiteX215" fmla="*/ 261866 w 787079"/>
                  <a:gd name="connsiteY215" fmla="*/ 64083 h 603999"/>
                  <a:gd name="connsiteX216" fmla="*/ 259982 w 787079"/>
                  <a:gd name="connsiteY216" fmla="*/ 65227 h 603999"/>
                  <a:gd name="connsiteX217" fmla="*/ 258972 w 787079"/>
                  <a:gd name="connsiteY217" fmla="*/ 67986 h 603999"/>
                  <a:gd name="connsiteX218" fmla="*/ 260116 w 787079"/>
                  <a:gd name="connsiteY218" fmla="*/ 69870 h 603999"/>
                  <a:gd name="connsiteX219" fmla="*/ 263886 w 787079"/>
                  <a:gd name="connsiteY219" fmla="*/ 72460 h 603999"/>
                  <a:gd name="connsiteX220" fmla="*/ 265333 w 787079"/>
                  <a:gd name="connsiteY220" fmla="*/ 75656 h 603999"/>
                  <a:gd name="connsiteX221" fmla="*/ 265198 w 787079"/>
                  <a:gd name="connsiteY221" fmla="*/ 77842 h 603999"/>
                  <a:gd name="connsiteX222" fmla="*/ 265064 w 787079"/>
                  <a:gd name="connsiteY222" fmla="*/ 79289 h 603999"/>
                  <a:gd name="connsiteX223" fmla="*/ 263919 w 787079"/>
                  <a:gd name="connsiteY223" fmla="*/ 80601 h 603999"/>
                  <a:gd name="connsiteX224" fmla="*/ 263482 w 787079"/>
                  <a:gd name="connsiteY224" fmla="*/ 82754 h 603999"/>
                  <a:gd name="connsiteX225" fmla="*/ 261159 w 787079"/>
                  <a:gd name="connsiteY225" fmla="*/ 82754 h 603999"/>
                  <a:gd name="connsiteX226" fmla="*/ 258400 w 787079"/>
                  <a:gd name="connsiteY226" fmla="*/ 83628 h 603999"/>
                  <a:gd name="connsiteX227" fmla="*/ 254496 w 787079"/>
                  <a:gd name="connsiteY227" fmla="*/ 85815 h 603999"/>
                  <a:gd name="connsiteX228" fmla="*/ 251467 w 787079"/>
                  <a:gd name="connsiteY228" fmla="*/ 87396 h 603999"/>
                  <a:gd name="connsiteX229" fmla="*/ 247832 w 787079"/>
                  <a:gd name="connsiteY229" fmla="*/ 91029 h 603999"/>
                  <a:gd name="connsiteX230" fmla="*/ 244635 w 787079"/>
                  <a:gd name="connsiteY230" fmla="*/ 94225 h 603999"/>
                  <a:gd name="connsiteX231" fmla="*/ 242751 w 787079"/>
                  <a:gd name="connsiteY231" fmla="*/ 97252 h 603999"/>
                  <a:gd name="connsiteX232" fmla="*/ 241606 w 787079"/>
                  <a:gd name="connsiteY232" fmla="*/ 100280 h 603999"/>
                  <a:gd name="connsiteX233" fmla="*/ 242178 w 787079"/>
                  <a:gd name="connsiteY233" fmla="*/ 103913 h 603999"/>
                  <a:gd name="connsiteX234" fmla="*/ 243491 w 787079"/>
                  <a:gd name="connsiteY234" fmla="*/ 106671 h 603999"/>
                  <a:gd name="connsiteX235" fmla="*/ 245376 w 787079"/>
                  <a:gd name="connsiteY235" fmla="*/ 109564 h 603999"/>
                  <a:gd name="connsiteX236" fmla="*/ 251164 w 787079"/>
                  <a:gd name="connsiteY236" fmla="*/ 114038 h 603999"/>
                  <a:gd name="connsiteX237" fmla="*/ 251736 w 787079"/>
                  <a:gd name="connsiteY237" fmla="*/ 119118 h 603999"/>
                  <a:gd name="connsiteX238" fmla="*/ 251433 w 787079"/>
                  <a:gd name="connsiteY238" fmla="*/ 124197 h 603999"/>
                  <a:gd name="connsiteX239" fmla="*/ 253621 w 787079"/>
                  <a:gd name="connsiteY239" fmla="*/ 130286 h 603999"/>
                  <a:gd name="connsiteX240" fmla="*/ 255506 w 787079"/>
                  <a:gd name="connsiteY240" fmla="*/ 135501 h 603999"/>
                  <a:gd name="connsiteX241" fmla="*/ 252611 w 787079"/>
                  <a:gd name="connsiteY241" fmla="*/ 141152 h 603999"/>
                  <a:gd name="connsiteX242" fmla="*/ 247092 w 787079"/>
                  <a:gd name="connsiteY242" fmla="*/ 143170 h 603999"/>
                  <a:gd name="connsiteX243" fmla="*/ 241303 w 787079"/>
                  <a:gd name="connsiteY243" fmla="*/ 144751 h 603999"/>
                  <a:gd name="connsiteX244" fmla="*/ 235649 w 787079"/>
                  <a:gd name="connsiteY244" fmla="*/ 149226 h 603999"/>
                  <a:gd name="connsiteX245" fmla="*/ 235212 w 787079"/>
                  <a:gd name="connsiteY245" fmla="*/ 154877 h 603999"/>
                  <a:gd name="connsiteX246" fmla="*/ 237803 w 787079"/>
                  <a:gd name="connsiteY246" fmla="*/ 163421 h 603999"/>
                  <a:gd name="connsiteX247" fmla="*/ 239116 w 787079"/>
                  <a:gd name="connsiteY247" fmla="*/ 167054 h 603999"/>
                  <a:gd name="connsiteX248" fmla="*/ 244770 w 787079"/>
                  <a:gd name="connsiteY248" fmla="*/ 174455 h 603999"/>
                  <a:gd name="connsiteX249" fmla="*/ 244635 w 787079"/>
                  <a:gd name="connsiteY249" fmla="*/ 178795 h 603999"/>
                  <a:gd name="connsiteX250" fmla="*/ 242010 w 787079"/>
                  <a:gd name="connsiteY250" fmla="*/ 180107 h 603999"/>
                  <a:gd name="connsiteX251" fmla="*/ 236221 w 787079"/>
                  <a:gd name="connsiteY251" fmla="*/ 182428 h 603999"/>
                  <a:gd name="connsiteX252" fmla="*/ 229120 w 787079"/>
                  <a:gd name="connsiteY252" fmla="*/ 187776 h 603999"/>
                  <a:gd name="connsiteX253" fmla="*/ 226226 w 787079"/>
                  <a:gd name="connsiteY253" fmla="*/ 186464 h 603999"/>
                  <a:gd name="connsiteX254" fmla="*/ 220707 w 787079"/>
                  <a:gd name="connsiteY254" fmla="*/ 186464 h 603999"/>
                  <a:gd name="connsiteX255" fmla="*/ 212899 w 787079"/>
                  <a:gd name="connsiteY255" fmla="*/ 191241 h 603999"/>
                  <a:gd name="connsiteX256" fmla="*/ 209399 w 787079"/>
                  <a:gd name="connsiteY256" fmla="*/ 198474 h 603999"/>
                  <a:gd name="connsiteX257" fmla="*/ 216062 w 787079"/>
                  <a:gd name="connsiteY257" fmla="*/ 203823 h 603999"/>
                  <a:gd name="connsiteX258" fmla="*/ 217947 w 787079"/>
                  <a:gd name="connsiteY258" fmla="*/ 207590 h 603999"/>
                  <a:gd name="connsiteX259" fmla="*/ 215625 w 787079"/>
                  <a:gd name="connsiteY259" fmla="*/ 212670 h 603999"/>
                  <a:gd name="connsiteX260" fmla="*/ 212159 w 787079"/>
                  <a:gd name="connsiteY260" fmla="*/ 215698 h 603999"/>
                  <a:gd name="connsiteX261" fmla="*/ 208389 w 787079"/>
                  <a:gd name="connsiteY261" fmla="*/ 216841 h 603999"/>
                  <a:gd name="connsiteX262" fmla="*/ 204048 w 787079"/>
                  <a:gd name="connsiteY262" fmla="*/ 217547 h 603999"/>
                  <a:gd name="connsiteX263" fmla="*/ 198091 w 787079"/>
                  <a:gd name="connsiteY263" fmla="*/ 221181 h 603999"/>
                  <a:gd name="connsiteX264" fmla="*/ 193749 w 787079"/>
                  <a:gd name="connsiteY264" fmla="*/ 226260 h 603999"/>
                  <a:gd name="connsiteX265" fmla="*/ 192740 w 787079"/>
                  <a:gd name="connsiteY265" fmla="*/ 227269 h 603999"/>
                  <a:gd name="connsiteX266" fmla="*/ 187826 w 787079"/>
                  <a:gd name="connsiteY266" fmla="*/ 229591 h 603999"/>
                  <a:gd name="connsiteX267" fmla="*/ 187826 w 787079"/>
                  <a:gd name="connsiteY267" fmla="*/ 234367 h 603999"/>
                  <a:gd name="connsiteX268" fmla="*/ 187557 w 787079"/>
                  <a:gd name="connsiteY268" fmla="*/ 238438 h 603999"/>
                  <a:gd name="connsiteX269" fmla="*/ 188264 w 787079"/>
                  <a:gd name="connsiteY269" fmla="*/ 246107 h 603999"/>
                  <a:gd name="connsiteX270" fmla="*/ 187254 w 787079"/>
                  <a:gd name="connsiteY270" fmla="*/ 248731 h 603999"/>
                  <a:gd name="connsiteX271" fmla="*/ 184360 w 787079"/>
                  <a:gd name="connsiteY271" fmla="*/ 252364 h 603999"/>
                  <a:gd name="connsiteX272" fmla="*/ 184360 w 787079"/>
                  <a:gd name="connsiteY272" fmla="*/ 255998 h 603999"/>
                  <a:gd name="connsiteX273" fmla="*/ 186817 w 787079"/>
                  <a:gd name="connsiteY273" fmla="*/ 259328 h 603999"/>
                  <a:gd name="connsiteX274" fmla="*/ 188398 w 787079"/>
                  <a:gd name="connsiteY274" fmla="*/ 262221 h 603999"/>
                  <a:gd name="connsiteX275" fmla="*/ 188836 w 787079"/>
                  <a:gd name="connsiteY275" fmla="*/ 269756 h 603999"/>
                  <a:gd name="connsiteX276" fmla="*/ 190418 w 787079"/>
                  <a:gd name="connsiteY276" fmla="*/ 274264 h 603999"/>
                  <a:gd name="connsiteX277" fmla="*/ 193043 w 787079"/>
                  <a:gd name="connsiteY277" fmla="*/ 278335 h 603999"/>
                  <a:gd name="connsiteX278" fmla="*/ 192302 w 787079"/>
                  <a:gd name="connsiteY278" fmla="*/ 287013 h 603999"/>
                  <a:gd name="connsiteX279" fmla="*/ 185504 w 787079"/>
                  <a:gd name="connsiteY279" fmla="*/ 293539 h 603999"/>
                  <a:gd name="connsiteX280" fmla="*/ 184629 w 787079"/>
                  <a:gd name="connsiteY280" fmla="*/ 299056 h 603999"/>
                  <a:gd name="connsiteX281" fmla="*/ 182172 w 787079"/>
                  <a:gd name="connsiteY281" fmla="*/ 302252 h 603999"/>
                  <a:gd name="connsiteX282" fmla="*/ 179850 w 787079"/>
                  <a:gd name="connsiteY282" fmla="*/ 304573 h 603999"/>
                  <a:gd name="connsiteX283" fmla="*/ 175509 w 787079"/>
                  <a:gd name="connsiteY283" fmla="*/ 307903 h 603999"/>
                  <a:gd name="connsiteX284" fmla="*/ 175071 w 787079"/>
                  <a:gd name="connsiteY284" fmla="*/ 310090 h 603999"/>
                  <a:gd name="connsiteX285" fmla="*/ 172009 w 787079"/>
                  <a:gd name="connsiteY285" fmla="*/ 312849 h 603999"/>
                  <a:gd name="connsiteX286" fmla="*/ 169989 w 787079"/>
                  <a:gd name="connsiteY286" fmla="*/ 314026 h 603999"/>
                  <a:gd name="connsiteX287" fmla="*/ 167532 w 787079"/>
                  <a:gd name="connsiteY287" fmla="*/ 314732 h 603999"/>
                  <a:gd name="connsiteX288" fmla="*/ 163023 w 787079"/>
                  <a:gd name="connsiteY288" fmla="*/ 316482 h 603999"/>
                  <a:gd name="connsiteX289" fmla="*/ 159994 w 787079"/>
                  <a:gd name="connsiteY289" fmla="*/ 318063 h 603999"/>
                  <a:gd name="connsiteX290" fmla="*/ 157672 w 787079"/>
                  <a:gd name="connsiteY290" fmla="*/ 318937 h 603999"/>
                  <a:gd name="connsiteX291" fmla="*/ 156662 w 787079"/>
                  <a:gd name="connsiteY291" fmla="*/ 321999 h 603999"/>
                  <a:gd name="connsiteX292" fmla="*/ 155215 w 787079"/>
                  <a:gd name="connsiteY292" fmla="*/ 323580 h 603999"/>
                  <a:gd name="connsiteX293" fmla="*/ 152893 w 787079"/>
                  <a:gd name="connsiteY293" fmla="*/ 326204 h 603999"/>
                  <a:gd name="connsiteX294" fmla="*/ 148820 w 787079"/>
                  <a:gd name="connsiteY294" fmla="*/ 327347 h 603999"/>
                  <a:gd name="connsiteX295" fmla="*/ 143604 w 787079"/>
                  <a:gd name="connsiteY295" fmla="*/ 328222 h 603999"/>
                  <a:gd name="connsiteX296" fmla="*/ 139700 w 787079"/>
                  <a:gd name="connsiteY296" fmla="*/ 331115 h 603999"/>
                  <a:gd name="connsiteX297" fmla="*/ 133609 w 787079"/>
                  <a:gd name="connsiteY297" fmla="*/ 332730 h 603999"/>
                  <a:gd name="connsiteX298" fmla="*/ 127652 w 787079"/>
                  <a:gd name="connsiteY298" fmla="*/ 334748 h 603999"/>
                  <a:gd name="connsiteX299" fmla="*/ 123883 w 787079"/>
                  <a:gd name="connsiteY299" fmla="*/ 339390 h 603999"/>
                  <a:gd name="connsiteX300" fmla="*/ 120988 w 787079"/>
                  <a:gd name="connsiteY300" fmla="*/ 347060 h 603999"/>
                  <a:gd name="connsiteX301" fmla="*/ 118969 w 787079"/>
                  <a:gd name="connsiteY301" fmla="*/ 348809 h 603999"/>
                  <a:gd name="connsiteX302" fmla="*/ 118834 w 787079"/>
                  <a:gd name="connsiteY302" fmla="*/ 352846 h 603999"/>
                  <a:gd name="connsiteX303" fmla="*/ 122469 w 787079"/>
                  <a:gd name="connsiteY303" fmla="*/ 359944 h 603999"/>
                  <a:gd name="connsiteX304" fmla="*/ 123916 w 787079"/>
                  <a:gd name="connsiteY304" fmla="*/ 364587 h 603999"/>
                  <a:gd name="connsiteX305" fmla="*/ 122604 w 787079"/>
                  <a:gd name="connsiteY305" fmla="*/ 367042 h 603999"/>
                  <a:gd name="connsiteX306" fmla="*/ 119575 w 787079"/>
                  <a:gd name="connsiteY306" fmla="*/ 366470 h 603999"/>
                  <a:gd name="connsiteX307" fmla="*/ 114796 w 787079"/>
                  <a:gd name="connsiteY307" fmla="*/ 365024 h 603999"/>
                  <a:gd name="connsiteX308" fmla="*/ 111464 w 787079"/>
                  <a:gd name="connsiteY308" fmla="*/ 365024 h 603999"/>
                  <a:gd name="connsiteX309" fmla="*/ 108704 w 787079"/>
                  <a:gd name="connsiteY309" fmla="*/ 367210 h 603999"/>
                  <a:gd name="connsiteX310" fmla="*/ 108839 w 787079"/>
                  <a:gd name="connsiteY310" fmla="*/ 371685 h 603999"/>
                  <a:gd name="connsiteX311" fmla="*/ 115065 w 787079"/>
                  <a:gd name="connsiteY311" fmla="*/ 375755 h 603999"/>
                  <a:gd name="connsiteX312" fmla="*/ 111430 w 787079"/>
                  <a:gd name="connsiteY312" fmla="*/ 377638 h 603999"/>
                  <a:gd name="connsiteX313" fmla="*/ 107089 w 787079"/>
                  <a:gd name="connsiteY313" fmla="*/ 379388 h 603999"/>
                  <a:gd name="connsiteX314" fmla="*/ 99416 w 787079"/>
                  <a:gd name="connsiteY314" fmla="*/ 382146 h 603999"/>
                  <a:gd name="connsiteX315" fmla="*/ 97262 w 787079"/>
                  <a:gd name="connsiteY315" fmla="*/ 385342 h 603999"/>
                  <a:gd name="connsiteX316" fmla="*/ 90733 w 787079"/>
                  <a:gd name="connsiteY316" fmla="*/ 384030 h 603999"/>
                  <a:gd name="connsiteX317" fmla="*/ 84944 w 787079"/>
                  <a:gd name="connsiteY317" fmla="*/ 379825 h 603999"/>
                  <a:gd name="connsiteX318" fmla="*/ 78718 w 787079"/>
                  <a:gd name="connsiteY318" fmla="*/ 379522 h 603999"/>
                  <a:gd name="connsiteX319" fmla="*/ 75386 w 787079"/>
                  <a:gd name="connsiteY319" fmla="*/ 381709 h 603999"/>
                  <a:gd name="connsiteX320" fmla="*/ 75521 w 787079"/>
                  <a:gd name="connsiteY320" fmla="*/ 387495 h 603999"/>
                  <a:gd name="connsiteX321" fmla="*/ 79290 w 787079"/>
                  <a:gd name="connsiteY321" fmla="*/ 394593 h 603999"/>
                  <a:gd name="connsiteX322" fmla="*/ 85516 w 787079"/>
                  <a:gd name="connsiteY322" fmla="*/ 401691 h 603999"/>
                  <a:gd name="connsiteX323" fmla="*/ 84944 w 787079"/>
                  <a:gd name="connsiteY323" fmla="*/ 407780 h 603999"/>
                  <a:gd name="connsiteX324" fmla="*/ 79593 w 787079"/>
                  <a:gd name="connsiteY324" fmla="*/ 410235 h 603999"/>
                  <a:gd name="connsiteX325" fmla="*/ 72054 w 787079"/>
                  <a:gd name="connsiteY325" fmla="*/ 409663 h 603999"/>
                  <a:gd name="connsiteX326" fmla="*/ 64651 w 787079"/>
                  <a:gd name="connsiteY326" fmla="*/ 410807 h 603999"/>
                  <a:gd name="connsiteX327" fmla="*/ 57246 w 787079"/>
                  <a:gd name="connsiteY327" fmla="*/ 412119 h 603999"/>
                  <a:gd name="connsiteX328" fmla="*/ 50145 w 787079"/>
                  <a:gd name="connsiteY328" fmla="*/ 413431 h 603999"/>
                  <a:gd name="connsiteX329" fmla="*/ 44626 w 787079"/>
                  <a:gd name="connsiteY329" fmla="*/ 413566 h 603999"/>
                  <a:gd name="connsiteX330" fmla="*/ 38400 w 787079"/>
                  <a:gd name="connsiteY330" fmla="*/ 415012 h 603999"/>
                  <a:gd name="connsiteX331" fmla="*/ 34058 w 787079"/>
                  <a:gd name="connsiteY331" fmla="*/ 417636 h 603999"/>
                  <a:gd name="connsiteX332" fmla="*/ 31029 w 787079"/>
                  <a:gd name="connsiteY332" fmla="*/ 422985 h 603999"/>
                  <a:gd name="connsiteX333" fmla="*/ 34058 w 787079"/>
                  <a:gd name="connsiteY333" fmla="*/ 426887 h 603999"/>
                  <a:gd name="connsiteX334" fmla="*/ 35203 w 787079"/>
                  <a:gd name="connsiteY334" fmla="*/ 432404 h 603999"/>
                  <a:gd name="connsiteX335" fmla="*/ 31871 w 787079"/>
                  <a:gd name="connsiteY335" fmla="*/ 439199 h 603999"/>
                  <a:gd name="connsiteX336" fmla="*/ 23457 w 787079"/>
                  <a:gd name="connsiteY336" fmla="*/ 440948 h 603999"/>
                  <a:gd name="connsiteX337" fmla="*/ 17097 w 787079"/>
                  <a:gd name="connsiteY337" fmla="*/ 440948 h 603999"/>
                  <a:gd name="connsiteX338" fmla="*/ 12890 w 787079"/>
                  <a:gd name="connsiteY338" fmla="*/ 443034 h 603999"/>
                  <a:gd name="connsiteX339" fmla="*/ 9995 w 787079"/>
                  <a:gd name="connsiteY339" fmla="*/ 446734 h 603999"/>
                  <a:gd name="connsiteX340" fmla="*/ 7539 w 787079"/>
                  <a:gd name="connsiteY340" fmla="*/ 451377 h 603999"/>
                  <a:gd name="connsiteX341" fmla="*/ 5957 w 787079"/>
                  <a:gd name="connsiteY341" fmla="*/ 454270 h 603999"/>
                  <a:gd name="connsiteX342" fmla="*/ 4947 w 787079"/>
                  <a:gd name="connsiteY342" fmla="*/ 457163 h 603999"/>
                  <a:gd name="connsiteX343" fmla="*/ 7404 w 787079"/>
                  <a:gd name="connsiteY343" fmla="*/ 460055 h 603999"/>
                  <a:gd name="connsiteX344" fmla="*/ 11308 w 787079"/>
                  <a:gd name="connsiteY344" fmla="*/ 461805 h 603999"/>
                  <a:gd name="connsiteX345" fmla="*/ 13933 w 787079"/>
                  <a:gd name="connsiteY345" fmla="*/ 461805 h 603999"/>
                  <a:gd name="connsiteX346" fmla="*/ 20462 w 787079"/>
                  <a:gd name="connsiteY346" fmla="*/ 463554 h 603999"/>
                  <a:gd name="connsiteX347" fmla="*/ 23928 w 787079"/>
                  <a:gd name="connsiteY347" fmla="*/ 464563 h 603999"/>
                  <a:gd name="connsiteX348" fmla="*/ 25813 w 787079"/>
                  <a:gd name="connsiteY348" fmla="*/ 468634 h 603999"/>
                  <a:gd name="connsiteX349" fmla="*/ 28001 w 787079"/>
                  <a:gd name="connsiteY349" fmla="*/ 470955 h 603999"/>
                  <a:gd name="connsiteX350" fmla="*/ 27429 w 787079"/>
                  <a:gd name="connsiteY350" fmla="*/ 474151 h 603999"/>
                  <a:gd name="connsiteX351" fmla="*/ 23222 w 787079"/>
                  <a:gd name="connsiteY351" fmla="*/ 475732 h 603999"/>
                  <a:gd name="connsiteX352" fmla="*/ 20630 w 787079"/>
                  <a:gd name="connsiteY352" fmla="*/ 476875 h 603999"/>
                  <a:gd name="connsiteX353" fmla="*/ 15111 w 787079"/>
                  <a:gd name="connsiteY353" fmla="*/ 479062 h 603999"/>
                  <a:gd name="connsiteX354" fmla="*/ 11039 w 787079"/>
                  <a:gd name="connsiteY354" fmla="*/ 482392 h 603999"/>
                  <a:gd name="connsiteX355" fmla="*/ 7842 w 787079"/>
                  <a:gd name="connsiteY355" fmla="*/ 485588 h 603999"/>
                  <a:gd name="connsiteX356" fmla="*/ 6394 w 787079"/>
                  <a:gd name="connsiteY356" fmla="*/ 491239 h 603999"/>
                  <a:gd name="connsiteX357" fmla="*/ 4072 w 787079"/>
                  <a:gd name="connsiteY357" fmla="*/ 497026 h 603999"/>
                  <a:gd name="connsiteX358" fmla="*/ 2760 w 787079"/>
                  <a:gd name="connsiteY358" fmla="*/ 503417 h 603999"/>
                  <a:gd name="connsiteX359" fmla="*/ 1885 w 787079"/>
                  <a:gd name="connsiteY359" fmla="*/ 509943 h 603999"/>
                  <a:gd name="connsiteX360" fmla="*/ 2019 w 787079"/>
                  <a:gd name="connsiteY360" fmla="*/ 516167 h 603999"/>
                  <a:gd name="connsiteX361" fmla="*/ 0 w 787079"/>
                  <a:gd name="connsiteY361" fmla="*/ 525283 h 603999"/>
                  <a:gd name="connsiteX362" fmla="*/ 0 w 787079"/>
                  <a:gd name="connsiteY362" fmla="*/ 530800 h 603999"/>
                  <a:gd name="connsiteX363" fmla="*/ 1649 w 787079"/>
                  <a:gd name="connsiteY363" fmla="*/ 535879 h 603999"/>
                  <a:gd name="connsiteX364" fmla="*/ 4476 w 787079"/>
                  <a:gd name="connsiteY364" fmla="*/ 538772 h 603999"/>
                  <a:gd name="connsiteX365" fmla="*/ 7101 w 787079"/>
                  <a:gd name="connsiteY365" fmla="*/ 543247 h 603999"/>
                  <a:gd name="connsiteX366" fmla="*/ 8111 w 787079"/>
                  <a:gd name="connsiteY366" fmla="*/ 548764 h 603999"/>
                  <a:gd name="connsiteX367" fmla="*/ 12149 w 787079"/>
                  <a:gd name="connsiteY367" fmla="*/ 549033 h 603999"/>
                  <a:gd name="connsiteX368" fmla="*/ 17500 w 787079"/>
                  <a:gd name="connsiteY368" fmla="*/ 550042 h 603999"/>
                  <a:gd name="connsiteX369" fmla="*/ 18241 w 787079"/>
                  <a:gd name="connsiteY369" fmla="*/ 552800 h 603999"/>
                  <a:gd name="connsiteX370" fmla="*/ 14606 w 787079"/>
                  <a:gd name="connsiteY370" fmla="*/ 553675 h 603999"/>
                  <a:gd name="connsiteX371" fmla="*/ 11577 w 787079"/>
                  <a:gd name="connsiteY371" fmla="*/ 555693 h 603999"/>
                  <a:gd name="connsiteX372" fmla="*/ 8683 w 787079"/>
                  <a:gd name="connsiteY372" fmla="*/ 558149 h 603999"/>
                  <a:gd name="connsiteX373" fmla="*/ 8111 w 787079"/>
                  <a:gd name="connsiteY373" fmla="*/ 560167 h 603999"/>
                  <a:gd name="connsiteX374" fmla="*/ 12149 w 787079"/>
                  <a:gd name="connsiteY374" fmla="*/ 562926 h 603999"/>
                  <a:gd name="connsiteX375" fmla="*/ 14034 w 787079"/>
                  <a:gd name="connsiteY375" fmla="*/ 568005 h 603999"/>
                  <a:gd name="connsiteX376" fmla="*/ 16625 w 787079"/>
                  <a:gd name="connsiteY376" fmla="*/ 572782 h 603999"/>
                  <a:gd name="connsiteX377" fmla="*/ 17366 w 787079"/>
                  <a:gd name="connsiteY377" fmla="*/ 574363 h 603999"/>
                  <a:gd name="connsiteX378" fmla="*/ 20428 w 787079"/>
                  <a:gd name="connsiteY378" fmla="*/ 576819 h 603999"/>
                  <a:gd name="connsiteX379" fmla="*/ 23188 w 787079"/>
                  <a:gd name="connsiteY379" fmla="*/ 578568 h 603999"/>
                  <a:gd name="connsiteX380" fmla="*/ 24500 w 787079"/>
                  <a:gd name="connsiteY380" fmla="*/ 578434 h 603999"/>
                  <a:gd name="connsiteX381" fmla="*/ 26654 w 787079"/>
                  <a:gd name="connsiteY381" fmla="*/ 575978 h 603999"/>
                  <a:gd name="connsiteX382" fmla="*/ 28404 w 787079"/>
                  <a:gd name="connsiteY382" fmla="*/ 573960 h 603999"/>
                  <a:gd name="connsiteX383" fmla="*/ 31029 w 787079"/>
                  <a:gd name="connsiteY383" fmla="*/ 577155 h 603999"/>
                  <a:gd name="connsiteX384" fmla="*/ 33924 w 787079"/>
                  <a:gd name="connsiteY384" fmla="*/ 579611 h 603999"/>
                  <a:gd name="connsiteX385" fmla="*/ 34664 w 787079"/>
                  <a:gd name="connsiteY385" fmla="*/ 580620 h 603999"/>
                  <a:gd name="connsiteX386" fmla="*/ 37558 w 787079"/>
                  <a:gd name="connsiteY386" fmla="*/ 583379 h 603999"/>
                  <a:gd name="connsiteX387" fmla="*/ 37693 w 787079"/>
                  <a:gd name="connsiteY387" fmla="*/ 585700 h 603999"/>
                  <a:gd name="connsiteX388" fmla="*/ 37121 w 787079"/>
                  <a:gd name="connsiteY388" fmla="*/ 587752 h 603999"/>
                  <a:gd name="connsiteX389" fmla="*/ 34092 w 787079"/>
                  <a:gd name="connsiteY389" fmla="*/ 589333 h 603999"/>
                  <a:gd name="connsiteX390" fmla="*/ 31904 w 787079"/>
                  <a:gd name="connsiteY390" fmla="*/ 588593 h 603999"/>
                  <a:gd name="connsiteX391" fmla="*/ 29145 w 787079"/>
                  <a:gd name="connsiteY391" fmla="*/ 586271 h 603999"/>
                  <a:gd name="connsiteX392" fmla="*/ 25510 w 787079"/>
                  <a:gd name="connsiteY392" fmla="*/ 586137 h 603999"/>
                  <a:gd name="connsiteX393" fmla="*/ 24063 w 787079"/>
                  <a:gd name="connsiteY393" fmla="*/ 587012 h 603999"/>
                  <a:gd name="connsiteX394" fmla="*/ 22616 w 787079"/>
                  <a:gd name="connsiteY394" fmla="*/ 589635 h 603999"/>
                  <a:gd name="connsiteX395" fmla="*/ 22616 w 787079"/>
                  <a:gd name="connsiteY395" fmla="*/ 592663 h 603999"/>
                  <a:gd name="connsiteX396" fmla="*/ 23154 w 787079"/>
                  <a:gd name="connsiteY396" fmla="*/ 600468 h 603999"/>
                  <a:gd name="connsiteX397" fmla="*/ 23491 w 787079"/>
                  <a:gd name="connsiteY397" fmla="*/ 602351 h 603999"/>
                  <a:gd name="connsiteX398" fmla="*/ 27126 w 787079"/>
                  <a:gd name="connsiteY398" fmla="*/ 603966 h 603999"/>
                  <a:gd name="connsiteX399" fmla="*/ 29313 w 787079"/>
                  <a:gd name="connsiteY399" fmla="*/ 603226 h 603999"/>
                  <a:gd name="connsiteX400" fmla="*/ 33217 w 787079"/>
                  <a:gd name="connsiteY400" fmla="*/ 599761 h 603999"/>
                  <a:gd name="connsiteX401" fmla="*/ 39174 w 787079"/>
                  <a:gd name="connsiteY401" fmla="*/ 599189 h 603999"/>
                  <a:gd name="connsiteX402" fmla="*/ 42943 w 787079"/>
                  <a:gd name="connsiteY402" fmla="*/ 599189 h 603999"/>
                  <a:gd name="connsiteX403" fmla="*/ 45972 w 787079"/>
                  <a:gd name="connsiteY403" fmla="*/ 600501 h 603999"/>
                  <a:gd name="connsiteX404" fmla="*/ 46713 w 787079"/>
                  <a:gd name="connsiteY404" fmla="*/ 601073 h 603999"/>
                  <a:gd name="connsiteX405" fmla="*/ 51054 w 787079"/>
                  <a:gd name="connsiteY405" fmla="*/ 603832 h 603999"/>
                  <a:gd name="connsiteX406" fmla="*/ 54520 w 787079"/>
                  <a:gd name="connsiteY406" fmla="*/ 603832 h 603999"/>
                  <a:gd name="connsiteX407" fmla="*/ 58020 w 787079"/>
                  <a:gd name="connsiteY407" fmla="*/ 601645 h 603999"/>
                  <a:gd name="connsiteX408" fmla="*/ 62497 w 787079"/>
                  <a:gd name="connsiteY408" fmla="*/ 600064 h 603999"/>
                  <a:gd name="connsiteX409" fmla="*/ 69463 w 787079"/>
                  <a:gd name="connsiteY409" fmla="*/ 598752 h 603999"/>
                  <a:gd name="connsiteX410" fmla="*/ 74680 w 787079"/>
                  <a:gd name="connsiteY410" fmla="*/ 597440 h 603999"/>
                  <a:gd name="connsiteX411" fmla="*/ 78449 w 787079"/>
                  <a:gd name="connsiteY411" fmla="*/ 594412 h 603999"/>
                  <a:gd name="connsiteX412" fmla="*/ 83531 w 787079"/>
                  <a:gd name="connsiteY412" fmla="*/ 592528 h 603999"/>
                  <a:gd name="connsiteX413" fmla="*/ 87165 w 787079"/>
                  <a:gd name="connsiteY413" fmla="*/ 587886 h 603999"/>
                  <a:gd name="connsiteX414" fmla="*/ 89622 w 787079"/>
                  <a:gd name="connsiteY414" fmla="*/ 581966 h 603999"/>
                  <a:gd name="connsiteX415" fmla="*/ 90935 w 787079"/>
                  <a:gd name="connsiteY415" fmla="*/ 577761 h 603999"/>
                  <a:gd name="connsiteX416" fmla="*/ 93391 w 787079"/>
                  <a:gd name="connsiteY416" fmla="*/ 572109 h 603999"/>
                  <a:gd name="connsiteX417" fmla="*/ 91069 w 787079"/>
                  <a:gd name="connsiteY417" fmla="*/ 568342 h 603999"/>
                  <a:gd name="connsiteX418" fmla="*/ 87738 w 787079"/>
                  <a:gd name="connsiteY418" fmla="*/ 563868 h 603999"/>
                  <a:gd name="connsiteX419" fmla="*/ 86156 w 787079"/>
                  <a:gd name="connsiteY419" fmla="*/ 559393 h 603999"/>
                  <a:gd name="connsiteX420" fmla="*/ 84406 w 787079"/>
                  <a:gd name="connsiteY420" fmla="*/ 557947 h 603999"/>
                  <a:gd name="connsiteX421" fmla="*/ 81074 w 787079"/>
                  <a:gd name="connsiteY421" fmla="*/ 559393 h 603999"/>
                  <a:gd name="connsiteX422" fmla="*/ 79189 w 787079"/>
                  <a:gd name="connsiteY422" fmla="*/ 556938 h 603999"/>
                  <a:gd name="connsiteX423" fmla="*/ 77742 w 787079"/>
                  <a:gd name="connsiteY423" fmla="*/ 554347 h 603999"/>
                  <a:gd name="connsiteX424" fmla="*/ 76867 w 787079"/>
                  <a:gd name="connsiteY424" fmla="*/ 554617 h 603999"/>
                  <a:gd name="connsiteX425" fmla="*/ 73973 w 787079"/>
                  <a:gd name="connsiteY425" fmla="*/ 555760 h 603999"/>
                  <a:gd name="connsiteX426" fmla="*/ 71078 w 787079"/>
                  <a:gd name="connsiteY426" fmla="*/ 555760 h 603999"/>
                  <a:gd name="connsiteX427" fmla="*/ 70069 w 787079"/>
                  <a:gd name="connsiteY427" fmla="*/ 552935 h 603999"/>
                  <a:gd name="connsiteX428" fmla="*/ 69328 w 787079"/>
                  <a:gd name="connsiteY428" fmla="*/ 550681 h 603999"/>
                  <a:gd name="connsiteX429" fmla="*/ 70473 w 787079"/>
                  <a:gd name="connsiteY429" fmla="*/ 547048 h 603999"/>
                  <a:gd name="connsiteX430" fmla="*/ 72223 w 787079"/>
                  <a:gd name="connsiteY430" fmla="*/ 547048 h 603999"/>
                  <a:gd name="connsiteX431" fmla="*/ 75992 w 787079"/>
                  <a:gd name="connsiteY431" fmla="*/ 547048 h 603999"/>
                  <a:gd name="connsiteX432" fmla="*/ 77574 w 787079"/>
                  <a:gd name="connsiteY432" fmla="*/ 545736 h 603999"/>
                  <a:gd name="connsiteX433" fmla="*/ 77002 w 787079"/>
                  <a:gd name="connsiteY433" fmla="*/ 543549 h 603999"/>
                  <a:gd name="connsiteX434" fmla="*/ 76564 w 787079"/>
                  <a:gd name="connsiteY434" fmla="*/ 540084 h 603999"/>
                  <a:gd name="connsiteX435" fmla="*/ 74982 w 787079"/>
                  <a:gd name="connsiteY435" fmla="*/ 538201 h 603999"/>
                  <a:gd name="connsiteX436" fmla="*/ 72660 w 787079"/>
                  <a:gd name="connsiteY436" fmla="*/ 535005 h 603999"/>
                  <a:gd name="connsiteX437" fmla="*/ 71482 w 787079"/>
                  <a:gd name="connsiteY437" fmla="*/ 534197 h 603999"/>
                  <a:gd name="connsiteX438" fmla="*/ 67578 w 787079"/>
                  <a:gd name="connsiteY438" fmla="*/ 534130 h 603999"/>
                  <a:gd name="connsiteX439" fmla="*/ 63102 w 787079"/>
                  <a:gd name="connsiteY439" fmla="*/ 534130 h 603999"/>
                  <a:gd name="connsiteX440" fmla="*/ 59905 w 787079"/>
                  <a:gd name="connsiteY440" fmla="*/ 531506 h 603999"/>
                  <a:gd name="connsiteX441" fmla="*/ 56439 w 787079"/>
                  <a:gd name="connsiteY441" fmla="*/ 528613 h 603999"/>
                  <a:gd name="connsiteX442" fmla="*/ 53847 w 787079"/>
                  <a:gd name="connsiteY442" fmla="*/ 525417 h 603999"/>
                  <a:gd name="connsiteX443" fmla="*/ 52838 w 787079"/>
                  <a:gd name="connsiteY443" fmla="*/ 522659 h 603999"/>
                  <a:gd name="connsiteX444" fmla="*/ 52265 w 787079"/>
                  <a:gd name="connsiteY444" fmla="*/ 521785 h 603999"/>
                  <a:gd name="connsiteX445" fmla="*/ 52265 w 787079"/>
                  <a:gd name="connsiteY445" fmla="*/ 518892 h 603999"/>
                  <a:gd name="connsiteX446" fmla="*/ 52703 w 787079"/>
                  <a:gd name="connsiteY446" fmla="*/ 517008 h 603999"/>
                  <a:gd name="connsiteX447" fmla="*/ 55025 w 787079"/>
                  <a:gd name="connsiteY447" fmla="*/ 514115 h 603999"/>
                  <a:gd name="connsiteX448" fmla="*/ 58054 w 787079"/>
                  <a:gd name="connsiteY448" fmla="*/ 511356 h 603999"/>
                  <a:gd name="connsiteX449" fmla="*/ 61958 w 787079"/>
                  <a:gd name="connsiteY449" fmla="*/ 509910 h 603999"/>
                  <a:gd name="connsiteX450" fmla="*/ 68487 w 787079"/>
                  <a:gd name="connsiteY450" fmla="*/ 508329 h 603999"/>
                  <a:gd name="connsiteX451" fmla="*/ 68622 w 787079"/>
                  <a:gd name="connsiteY451" fmla="*/ 511524 h 603999"/>
                  <a:gd name="connsiteX452" fmla="*/ 64852 w 787079"/>
                  <a:gd name="connsiteY452" fmla="*/ 515595 h 603999"/>
                  <a:gd name="connsiteX453" fmla="*/ 67006 w 787079"/>
                  <a:gd name="connsiteY453" fmla="*/ 517479 h 603999"/>
                  <a:gd name="connsiteX454" fmla="*/ 71785 w 787079"/>
                  <a:gd name="connsiteY454" fmla="*/ 517479 h 603999"/>
                  <a:gd name="connsiteX455" fmla="*/ 74545 w 787079"/>
                  <a:gd name="connsiteY455" fmla="*/ 516335 h 603999"/>
                  <a:gd name="connsiteX456" fmla="*/ 77742 w 787079"/>
                  <a:gd name="connsiteY456" fmla="*/ 515460 h 603999"/>
                  <a:gd name="connsiteX457" fmla="*/ 82252 w 787079"/>
                  <a:gd name="connsiteY457" fmla="*/ 518051 h 603999"/>
                  <a:gd name="connsiteX458" fmla="*/ 85718 w 787079"/>
                  <a:gd name="connsiteY458" fmla="*/ 520944 h 603999"/>
                  <a:gd name="connsiteX459" fmla="*/ 91372 w 787079"/>
                  <a:gd name="connsiteY459" fmla="*/ 522659 h 603999"/>
                  <a:gd name="connsiteX460" fmla="*/ 95714 w 787079"/>
                  <a:gd name="connsiteY460" fmla="*/ 522659 h 603999"/>
                  <a:gd name="connsiteX461" fmla="*/ 96016 w 787079"/>
                  <a:gd name="connsiteY461" fmla="*/ 519463 h 603999"/>
                  <a:gd name="connsiteX462" fmla="*/ 96891 w 787079"/>
                  <a:gd name="connsiteY462" fmla="*/ 516570 h 603999"/>
                  <a:gd name="connsiteX463" fmla="*/ 97026 w 787079"/>
                  <a:gd name="connsiteY463" fmla="*/ 513946 h 603999"/>
                  <a:gd name="connsiteX464" fmla="*/ 96319 w 787079"/>
                  <a:gd name="connsiteY464" fmla="*/ 511928 h 603999"/>
                  <a:gd name="connsiteX465" fmla="*/ 94267 w 787079"/>
                  <a:gd name="connsiteY465" fmla="*/ 510179 h 603999"/>
                  <a:gd name="connsiteX466" fmla="*/ 91675 w 787079"/>
                  <a:gd name="connsiteY466" fmla="*/ 508295 h 603999"/>
                  <a:gd name="connsiteX467" fmla="*/ 89050 w 787079"/>
                  <a:gd name="connsiteY467" fmla="*/ 507151 h 603999"/>
                  <a:gd name="connsiteX468" fmla="*/ 85415 w 787079"/>
                  <a:gd name="connsiteY468" fmla="*/ 504527 h 603999"/>
                  <a:gd name="connsiteX469" fmla="*/ 83396 w 787079"/>
                  <a:gd name="connsiteY469" fmla="*/ 503383 h 603999"/>
                  <a:gd name="connsiteX470" fmla="*/ 79761 w 787079"/>
                  <a:gd name="connsiteY470" fmla="*/ 502206 h 603999"/>
                  <a:gd name="connsiteX471" fmla="*/ 80636 w 787079"/>
                  <a:gd name="connsiteY471" fmla="*/ 500760 h 603999"/>
                  <a:gd name="connsiteX472" fmla="*/ 81713 w 787079"/>
                  <a:gd name="connsiteY472" fmla="*/ 499448 h 603999"/>
                  <a:gd name="connsiteX473" fmla="*/ 81814 w 787079"/>
                  <a:gd name="connsiteY473" fmla="*/ 495680 h 603999"/>
                  <a:gd name="connsiteX474" fmla="*/ 81814 w 787079"/>
                  <a:gd name="connsiteY474" fmla="*/ 490331 h 603999"/>
                  <a:gd name="connsiteX475" fmla="*/ 81882 w 787079"/>
                  <a:gd name="connsiteY475" fmla="*/ 486698 h 603999"/>
                  <a:gd name="connsiteX476" fmla="*/ 81814 w 787079"/>
                  <a:gd name="connsiteY476" fmla="*/ 481787 h 603999"/>
                  <a:gd name="connsiteX477" fmla="*/ 81814 w 787079"/>
                  <a:gd name="connsiteY477" fmla="*/ 478322 h 603999"/>
                  <a:gd name="connsiteX478" fmla="*/ 84002 w 787079"/>
                  <a:gd name="connsiteY478" fmla="*/ 478457 h 603999"/>
                  <a:gd name="connsiteX479" fmla="*/ 87636 w 787079"/>
                  <a:gd name="connsiteY479" fmla="*/ 482090 h 603999"/>
                  <a:gd name="connsiteX480" fmla="*/ 89959 w 787079"/>
                  <a:gd name="connsiteY480" fmla="*/ 486295 h 603999"/>
                  <a:gd name="connsiteX481" fmla="*/ 89084 w 787079"/>
                  <a:gd name="connsiteY481" fmla="*/ 491643 h 603999"/>
                  <a:gd name="connsiteX482" fmla="*/ 89084 w 787079"/>
                  <a:gd name="connsiteY482" fmla="*/ 495108 h 603999"/>
                  <a:gd name="connsiteX483" fmla="*/ 91271 w 787079"/>
                  <a:gd name="connsiteY483" fmla="*/ 497295 h 603999"/>
                  <a:gd name="connsiteX484" fmla="*/ 94738 w 787079"/>
                  <a:gd name="connsiteY484" fmla="*/ 503653 h 603999"/>
                  <a:gd name="connsiteX485" fmla="*/ 98945 w 787079"/>
                  <a:gd name="connsiteY485" fmla="*/ 505099 h 603999"/>
                  <a:gd name="connsiteX486" fmla="*/ 101267 w 787079"/>
                  <a:gd name="connsiteY486" fmla="*/ 504224 h 603999"/>
                  <a:gd name="connsiteX487" fmla="*/ 102848 w 787079"/>
                  <a:gd name="connsiteY487" fmla="*/ 502475 h 603999"/>
                  <a:gd name="connsiteX488" fmla="*/ 104430 w 787079"/>
                  <a:gd name="connsiteY488" fmla="*/ 500894 h 603999"/>
                  <a:gd name="connsiteX489" fmla="*/ 104430 w 787079"/>
                  <a:gd name="connsiteY489" fmla="*/ 497429 h 603999"/>
                  <a:gd name="connsiteX490" fmla="*/ 104430 w 787079"/>
                  <a:gd name="connsiteY490" fmla="*/ 492215 h 603999"/>
                  <a:gd name="connsiteX491" fmla="*/ 104430 w 787079"/>
                  <a:gd name="connsiteY491" fmla="*/ 488750 h 603999"/>
                  <a:gd name="connsiteX492" fmla="*/ 104430 w 787079"/>
                  <a:gd name="connsiteY492" fmla="*/ 482662 h 603999"/>
                  <a:gd name="connsiteX493" fmla="*/ 107325 w 787079"/>
                  <a:gd name="connsiteY493" fmla="*/ 480206 h 603999"/>
                  <a:gd name="connsiteX494" fmla="*/ 108772 w 787079"/>
                  <a:gd name="connsiteY494" fmla="*/ 482662 h 603999"/>
                  <a:gd name="connsiteX495" fmla="*/ 113719 w 787079"/>
                  <a:gd name="connsiteY495" fmla="*/ 482662 h 603999"/>
                  <a:gd name="connsiteX496" fmla="*/ 115603 w 787079"/>
                  <a:gd name="connsiteY496" fmla="*/ 479634 h 603999"/>
                  <a:gd name="connsiteX497" fmla="*/ 116478 w 787079"/>
                  <a:gd name="connsiteY497" fmla="*/ 476741 h 603999"/>
                  <a:gd name="connsiteX498" fmla="*/ 118060 w 787079"/>
                  <a:gd name="connsiteY498" fmla="*/ 471964 h 603999"/>
                  <a:gd name="connsiteX499" fmla="*/ 124589 w 787079"/>
                  <a:gd name="connsiteY499" fmla="*/ 468499 h 603999"/>
                  <a:gd name="connsiteX500" fmla="*/ 133138 w 787079"/>
                  <a:gd name="connsiteY500" fmla="*/ 468768 h 603999"/>
                  <a:gd name="connsiteX501" fmla="*/ 139094 w 787079"/>
                  <a:gd name="connsiteY501" fmla="*/ 468768 h 603999"/>
                  <a:gd name="connsiteX502" fmla="*/ 144883 w 787079"/>
                  <a:gd name="connsiteY502" fmla="*/ 469273 h 603999"/>
                  <a:gd name="connsiteX503" fmla="*/ 149224 w 787079"/>
                  <a:gd name="connsiteY503" fmla="*/ 467019 h 603999"/>
                  <a:gd name="connsiteX504" fmla="*/ 156898 w 787079"/>
                  <a:gd name="connsiteY504" fmla="*/ 465270 h 603999"/>
                  <a:gd name="connsiteX505" fmla="*/ 160801 w 787079"/>
                  <a:gd name="connsiteY505" fmla="*/ 464260 h 603999"/>
                  <a:gd name="connsiteX506" fmla="*/ 164268 w 787079"/>
                  <a:gd name="connsiteY506" fmla="*/ 463117 h 603999"/>
                  <a:gd name="connsiteX507" fmla="*/ 163561 w 787079"/>
                  <a:gd name="connsiteY507" fmla="*/ 459214 h 603999"/>
                  <a:gd name="connsiteX508" fmla="*/ 163561 w 787079"/>
                  <a:gd name="connsiteY508" fmla="*/ 457903 h 603999"/>
                  <a:gd name="connsiteX509" fmla="*/ 167263 w 787079"/>
                  <a:gd name="connsiteY509" fmla="*/ 457331 h 603999"/>
                  <a:gd name="connsiteX510" fmla="*/ 169787 w 787079"/>
                  <a:gd name="connsiteY510" fmla="*/ 458643 h 603999"/>
                  <a:gd name="connsiteX511" fmla="*/ 170528 w 787079"/>
                  <a:gd name="connsiteY511" fmla="*/ 460964 h 603999"/>
                  <a:gd name="connsiteX512" fmla="*/ 170528 w 787079"/>
                  <a:gd name="connsiteY512" fmla="*/ 465034 h 603999"/>
                  <a:gd name="connsiteX513" fmla="*/ 171470 w 787079"/>
                  <a:gd name="connsiteY513" fmla="*/ 469677 h 603999"/>
                  <a:gd name="connsiteX514" fmla="*/ 175038 w 787079"/>
                  <a:gd name="connsiteY514" fmla="*/ 470686 h 603999"/>
                  <a:gd name="connsiteX515" fmla="*/ 177225 w 787079"/>
                  <a:gd name="connsiteY515" fmla="*/ 466783 h 603999"/>
                  <a:gd name="connsiteX516" fmla="*/ 178235 w 787079"/>
                  <a:gd name="connsiteY516" fmla="*/ 464160 h 603999"/>
                  <a:gd name="connsiteX517" fmla="*/ 181432 w 787079"/>
                  <a:gd name="connsiteY517" fmla="*/ 461838 h 603999"/>
                  <a:gd name="connsiteX518" fmla="*/ 186783 w 787079"/>
                  <a:gd name="connsiteY518" fmla="*/ 460089 h 603999"/>
                  <a:gd name="connsiteX519" fmla="*/ 188398 w 787079"/>
                  <a:gd name="connsiteY519" fmla="*/ 457331 h 603999"/>
                  <a:gd name="connsiteX520" fmla="*/ 189845 w 787079"/>
                  <a:gd name="connsiteY520" fmla="*/ 454135 h 603999"/>
                  <a:gd name="connsiteX521" fmla="*/ 190418 w 787079"/>
                  <a:gd name="connsiteY521" fmla="*/ 452520 h 603999"/>
                  <a:gd name="connsiteX522" fmla="*/ 195197 w 787079"/>
                  <a:gd name="connsiteY522" fmla="*/ 453967 h 603999"/>
                  <a:gd name="connsiteX523" fmla="*/ 200278 w 787079"/>
                  <a:gd name="connsiteY523" fmla="*/ 456423 h 603999"/>
                  <a:gd name="connsiteX524" fmla="*/ 206235 w 787079"/>
                  <a:gd name="connsiteY524" fmla="*/ 460022 h 603999"/>
                  <a:gd name="connsiteX525" fmla="*/ 210005 w 787079"/>
                  <a:gd name="connsiteY525" fmla="*/ 460022 h 603999"/>
                  <a:gd name="connsiteX526" fmla="*/ 217543 w 787079"/>
                  <a:gd name="connsiteY526" fmla="*/ 457196 h 603999"/>
                  <a:gd name="connsiteX527" fmla="*/ 218284 w 787079"/>
                  <a:gd name="connsiteY527" fmla="*/ 453664 h 603999"/>
                  <a:gd name="connsiteX528" fmla="*/ 220740 w 787079"/>
                  <a:gd name="connsiteY528" fmla="*/ 450771 h 603999"/>
                  <a:gd name="connsiteX529" fmla="*/ 223063 w 787079"/>
                  <a:gd name="connsiteY529" fmla="*/ 447575 h 603999"/>
                  <a:gd name="connsiteX530" fmla="*/ 225250 w 787079"/>
                  <a:gd name="connsiteY530" fmla="*/ 444380 h 603999"/>
                  <a:gd name="connsiteX531" fmla="*/ 224947 w 787079"/>
                  <a:gd name="connsiteY531" fmla="*/ 442799 h 603999"/>
                  <a:gd name="connsiteX532" fmla="*/ 223635 w 787079"/>
                  <a:gd name="connsiteY532" fmla="*/ 439165 h 603999"/>
                  <a:gd name="connsiteX533" fmla="*/ 219562 w 787079"/>
                  <a:gd name="connsiteY533" fmla="*/ 434389 h 603999"/>
                  <a:gd name="connsiteX534" fmla="*/ 217543 w 787079"/>
                  <a:gd name="connsiteY534" fmla="*/ 430049 h 603999"/>
                  <a:gd name="connsiteX535" fmla="*/ 220135 w 787079"/>
                  <a:gd name="connsiteY535" fmla="*/ 429747 h 603999"/>
                  <a:gd name="connsiteX536" fmla="*/ 223029 w 787079"/>
                  <a:gd name="connsiteY536" fmla="*/ 429443 h 603999"/>
                  <a:gd name="connsiteX537" fmla="*/ 226664 w 787079"/>
                  <a:gd name="connsiteY537" fmla="*/ 428737 h 603999"/>
                  <a:gd name="connsiteX538" fmla="*/ 228111 w 787079"/>
                  <a:gd name="connsiteY538" fmla="*/ 427156 h 603999"/>
                  <a:gd name="connsiteX539" fmla="*/ 232183 w 787079"/>
                  <a:gd name="connsiteY539" fmla="*/ 426282 h 603999"/>
                  <a:gd name="connsiteX540" fmla="*/ 234774 w 787079"/>
                  <a:gd name="connsiteY540" fmla="*/ 426416 h 603999"/>
                  <a:gd name="connsiteX541" fmla="*/ 236356 w 787079"/>
                  <a:gd name="connsiteY541" fmla="*/ 429006 h 603999"/>
                  <a:gd name="connsiteX542" fmla="*/ 234774 w 787079"/>
                  <a:gd name="connsiteY542" fmla="*/ 432908 h 603999"/>
                  <a:gd name="connsiteX543" fmla="*/ 234337 w 787079"/>
                  <a:gd name="connsiteY543" fmla="*/ 435230 h 603999"/>
                  <a:gd name="connsiteX544" fmla="*/ 234068 w 787079"/>
                  <a:gd name="connsiteY544" fmla="*/ 439435 h 603999"/>
                  <a:gd name="connsiteX545" fmla="*/ 233193 w 787079"/>
                  <a:gd name="connsiteY545" fmla="*/ 441756 h 603999"/>
                  <a:gd name="connsiteX546" fmla="*/ 233193 w 787079"/>
                  <a:gd name="connsiteY546" fmla="*/ 445086 h 603999"/>
                  <a:gd name="connsiteX547" fmla="*/ 234269 w 787079"/>
                  <a:gd name="connsiteY547" fmla="*/ 448988 h 603999"/>
                  <a:gd name="connsiteX548" fmla="*/ 236794 w 787079"/>
                  <a:gd name="connsiteY548" fmla="*/ 451612 h 603999"/>
                  <a:gd name="connsiteX549" fmla="*/ 241000 w 787079"/>
                  <a:gd name="connsiteY549" fmla="*/ 453631 h 603999"/>
                  <a:gd name="connsiteX550" fmla="*/ 245780 w 787079"/>
                  <a:gd name="connsiteY550" fmla="*/ 452756 h 603999"/>
                  <a:gd name="connsiteX551" fmla="*/ 247799 w 787079"/>
                  <a:gd name="connsiteY551" fmla="*/ 448686 h 603999"/>
                  <a:gd name="connsiteX552" fmla="*/ 251265 w 787079"/>
                  <a:gd name="connsiteY552" fmla="*/ 446230 h 603999"/>
                  <a:gd name="connsiteX553" fmla="*/ 251837 w 787079"/>
                  <a:gd name="connsiteY553" fmla="*/ 440578 h 603999"/>
                  <a:gd name="connsiteX554" fmla="*/ 251703 w 787079"/>
                  <a:gd name="connsiteY554" fmla="*/ 434489 h 603999"/>
                  <a:gd name="connsiteX555" fmla="*/ 251130 w 787079"/>
                  <a:gd name="connsiteY555" fmla="*/ 432303 h 603999"/>
                  <a:gd name="connsiteX556" fmla="*/ 247933 w 787079"/>
                  <a:gd name="connsiteY556" fmla="*/ 428266 h 603999"/>
                  <a:gd name="connsiteX557" fmla="*/ 244029 w 787079"/>
                  <a:gd name="connsiteY557" fmla="*/ 422918 h 603999"/>
                  <a:gd name="connsiteX558" fmla="*/ 246049 w 787079"/>
                  <a:gd name="connsiteY558" fmla="*/ 420025 h 603999"/>
                  <a:gd name="connsiteX559" fmla="*/ 249515 w 787079"/>
                  <a:gd name="connsiteY559" fmla="*/ 420159 h 603999"/>
                  <a:gd name="connsiteX560" fmla="*/ 253587 w 787079"/>
                  <a:gd name="connsiteY560" fmla="*/ 420025 h 603999"/>
                  <a:gd name="connsiteX561" fmla="*/ 255035 w 787079"/>
                  <a:gd name="connsiteY561" fmla="*/ 422043 h 603999"/>
                  <a:gd name="connsiteX562" fmla="*/ 262438 w 787079"/>
                  <a:gd name="connsiteY562" fmla="*/ 423355 h 603999"/>
                  <a:gd name="connsiteX563" fmla="*/ 266510 w 787079"/>
                  <a:gd name="connsiteY563" fmla="*/ 420159 h 603999"/>
                  <a:gd name="connsiteX564" fmla="*/ 269270 w 787079"/>
                  <a:gd name="connsiteY564" fmla="*/ 417973 h 603999"/>
                  <a:gd name="connsiteX565" fmla="*/ 273915 w 787079"/>
                  <a:gd name="connsiteY565" fmla="*/ 416829 h 603999"/>
                  <a:gd name="connsiteX566" fmla="*/ 274621 w 787079"/>
                  <a:gd name="connsiteY566" fmla="*/ 419587 h 603999"/>
                  <a:gd name="connsiteX567" fmla="*/ 273040 w 787079"/>
                  <a:gd name="connsiteY567" fmla="*/ 425508 h 603999"/>
                  <a:gd name="connsiteX568" fmla="*/ 271896 w 787079"/>
                  <a:gd name="connsiteY568" fmla="*/ 429410 h 603999"/>
                  <a:gd name="connsiteX569" fmla="*/ 272905 w 787079"/>
                  <a:gd name="connsiteY569" fmla="*/ 432875 h 603999"/>
                  <a:gd name="connsiteX570" fmla="*/ 277549 w 787079"/>
                  <a:gd name="connsiteY570" fmla="*/ 433884 h 603999"/>
                  <a:gd name="connsiteX571" fmla="*/ 283641 w 787079"/>
                  <a:gd name="connsiteY571" fmla="*/ 433884 h 603999"/>
                  <a:gd name="connsiteX572" fmla="*/ 287982 w 787079"/>
                  <a:gd name="connsiteY572" fmla="*/ 432875 h 603999"/>
                  <a:gd name="connsiteX573" fmla="*/ 290877 w 787079"/>
                  <a:gd name="connsiteY573" fmla="*/ 429242 h 603999"/>
                  <a:gd name="connsiteX574" fmla="*/ 293333 w 787079"/>
                  <a:gd name="connsiteY574" fmla="*/ 425037 h 603999"/>
                  <a:gd name="connsiteX575" fmla="*/ 294780 w 787079"/>
                  <a:gd name="connsiteY575" fmla="*/ 423456 h 603999"/>
                  <a:gd name="connsiteX576" fmla="*/ 296228 w 787079"/>
                  <a:gd name="connsiteY576" fmla="*/ 419823 h 603999"/>
                  <a:gd name="connsiteX577" fmla="*/ 296497 w 787079"/>
                  <a:gd name="connsiteY577" fmla="*/ 414777 h 603999"/>
                  <a:gd name="connsiteX578" fmla="*/ 293468 w 787079"/>
                  <a:gd name="connsiteY578" fmla="*/ 409697 h 603999"/>
                  <a:gd name="connsiteX579" fmla="*/ 292761 w 787079"/>
                  <a:gd name="connsiteY579" fmla="*/ 406232 h 603999"/>
                  <a:gd name="connsiteX580" fmla="*/ 289429 w 787079"/>
                  <a:gd name="connsiteY580" fmla="*/ 402902 h 603999"/>
                  <a:gd name="connsiteX581" fmla="*/ 288723 w 787079"/>
                  <a:gd name="connsiteY581" fmla="*/ 397688 h 603999"/>
                  <a:gd name="connsiteX582" fmla="*/ 289598 w 787079"/>
                  <a:gd name="connsiteY582" fmla="*/ 393617 h 603999"/>
                  <a:gd name="connsiteX583" fmla="*/ 294074 w 787079"/>
                  <a:gd name="connsiteY583" fmla="*/ 398259 h 603999"/>
                  <a:gd name="connsiteX584" fmla="*/ 294074 w 787079"/>
                  <a:gd name="connsiteY584" fmla="*/ 401724 h 603999"/>
                  <a:gd name="connsiteX585" fmla="*/ 297103 w 787079"/>
                  <a:gd name="connsiteY585" fmla="*/ 404046 h 603999"/>
                  <a:gd name="connsiteX586" fmla="*/ 300435 w 787079"/>
                  <a:gd name="connsiteY586" fmla="*/ 406064 h 603999"/>
                  <a:gd name="connsiteX587" fmla="*/ 303632 w 787079"/>
                  <a:gd name="connsiteY587" fmla="*/ 408385 h 603999"/>
                  <a:gd name="connsiteX588" fmla="*/ 302319 w 787079"/>
                  <a:gd name="connsiteY588" fmla="*/ 410269 h 603999"/>
                  <a:gd name="connsiteX589" fmla="*/ 300435 w 787079"/>
                  <a:gd name="connsiteY589" fmla="*/ 415046 h 603999"/>
                  <a:gd name="connsiteX590" fmla="*/ 302319 w 787079"/>
                  <a:gd name="connsiteY590" fmla="*/ 420563 h 603999"/>
                  <a:gd name="connsiteX591" fmla="*/ 308848 w 787079"/>
                  <a:gd name="connsiteY591" fmla="*/ 425071 h 603999"/>
                  <a:gd name="connsiteX592" fmla="*/ 314939 w 787079"/>
                  <a:gd name="connsiteY592" fmla="*/ 424330 h 603999"/>
                  <a:gd name="connsiteX593" fmla="*/ 319146 w 787079"/>
                  <a:gd name="connsiteY593" fmla="*/ 420697 h 603999"/>
                  <a:gd name="connsiteX594" fmla="*/ 324094 w 787079"/>
                  <a:gd name="connsiteY594" fmla="*/ 417502 h 603999"/>
                  <a:gd name="connsiteX595" fmla="*/ 326988 w 787079"/>
                  <a:gd name="connsiteY595" fmla="*/ 414609 h 603999"/>
                  <a:gd name="connsiteX596" fmla="*/ 329007 w 787079"/>
                  <a:gd name="connsiteY596" fmla="*/ 410841 h 603999"/>
                  <a:gd name="connsiteX597" fmla="*/ 330454 w 787079"/>
                  <a:gd name="connsiteY597" fmla="*/ 406064 h 603999"/>
                  <a:gd name="connsiteX598" fmla="*/ 332204 w 787079"/>
                  <a:gd name="connsiteY598" fmla="*/ 401287 h 603999"/>
                  <a:gd name="connsiteX599" fmla="*/ 334527 w 787079"/>
                  <a:gd name="connsiteY599" fmla="*/ 397957 h 603999"/>
                  <a:gd name="connsiteX600" fmla="*/ 336411 w 787079"/>
                  <a:gd name="connsiteY600" fmla="*/ 397385 h 603999"/>
                  <a:gd name="connsiteX601" fmla="*/ 341190 w 787079"/>
                  <a:gd name="connsiteY601" fmla="*/ 402464 h 603999"/>
                  <a:gd name="connsiteX602" fmla="*/ 341190 w 787079"/>
                  <a:gd name="connsiteY602" fmla="*/ 407813 h 603999"/>
                  <a:gd name="connsiteX603" fmla="*/ 341930 w 787079"/>
                  <a:gd name="connsiteY603" fmla="*/ 411715 h 603999"/>
                  <a:gd name="connsiteX604" fmla="*/ 348291 w 787079"/>
                  <a:gd name="connsiteY604" fmla="*/ 416055 h 603999"/>
                  <a:gd name="connsiteX605" fmla="*/ 353373 w 787079"/>
                  <a:gd name="connsiteY605" fmla="*/ 415315 h 603999"/>
                  <a:gd name="connsiteX606" fmla="*/ 360474 w 787079"/>
                  <a:gd name="connsiteY606" fmla="*/ 416055 h 603999"/>
                  <a:gd name="connsiteX607" fmla="*/ 362662 w 787079"/>
                  <a:gd name="connsiteY607" fmla="*/ 415315 h 603999"/>
                  <a:gd name="connsiteX608" fmla="*/ 364412 w 787079"/>
                  <a:gd name="connsiteY608" fmla="*/ 412859 h 603999"/>
                  <a:gd name="connsiteX609" fmla="*/ 360508 w 787079"/>
                  <a:gd name="connsiteY609" fmla="*/ 410101 h 603999"/>
                  <a:gd name="connsiteX610" fmla="*/ 361383 w 787079"/>
                  <a:gd name="connsiteY610" fmla="*/ 406905 h 603999"/>
                  <a:gd name="connsiteX611" fmla="*/ 363133 w 787079"/>
                  <a:gd name="connsiteY611" fmla="*/ 403272 h 603999"/>
                  <a:gd name="connsiteX612" fmla="*/ 364446 w 787079"/>
                  <a:gd name="connsiteY612" fmla="*/ 402128 h 603999"/>
                  <a:gd name="connsiteX613" fmla="*/ 366330 w 787079"/>
                  <a:gd name="connsiteY613" fmla="*/ 402868 h 603999"/>
                  <a:gd name="connsiteX614" fmla="*/ 367912 w 787079"/>
                  <a:gd name="connsiteY614" fmla="*/ 405055 h 603999"/>
                  <a:gd name="connsiteX615" fmla="*/ 373297 w 787079"/>
                  <a:gd name="connsiteY615" fmla="*/ 405055 h 603999"/>
                  <a:gd name="connsiteX616" fmla="*/ 374744 w 787079"/>
                  <a:gd name="connsiteY616" fmla="*/ 405055 h 603999"/>
                  <a:gd name="connsiteX617" fmla="*/ 377806 w 787079"/>
                  <a:gd name="connsiteY617" fmla="*/ 401590 h 603999"/>
                  <a:gd name="connsiteX618" fmla="*/ 381576 w 787079"/>
                  <a:gd name="connsiteY618" fmla="*/ 398529 h 603999"/>
                  <a:gd name="connsiteX619" fmla="*/ 382888 w 787079"/>
                  <a:gd name="connsiteY619" fmla="*/ 393752 h 603999"/>
                  <a:gd name="connsiteX620" fmla="*/ 386523 w 787079"/>
                  <a:gd name="connsiteY620" fmla="*/ 390556 h 603999"/>
                  <a:gd name="connsiteX621" fmla="*/ 388980 w 787079"/>
                  <a:gd name="connsiteY621" fmla="*/ 387798 h 603999"/>
                  <a:gd name="connsiteX622" fmla="*/ 391436 w 787079"/>
                  <a:gd name="connsiteY622" fmla="*/ 384165 h 603999"/>
                  <a:gd name="connsiteX623" fmla="*/ 393321 w 787079"/>
                  <a:gd name="connsiteY623" fmla="*/ 380700 h 603999"/>
                  <a:gd name="connsiteX624" fmla="*/ 394903 w 787079"/>
                  <a:gd name="connsiteY624" fmla="*/ 378076 h 603999"/>
                  <a:gd name="connsiteX625" fmla="*/ 394465 w 787079"/>
                  <a:gd name="connsiteY625" fmla="*/ 373433 h 603999"/>
                  <a:gd name="connsiteX626" fmla="*/ 394331 w 787079"/>
                  <a:gd name="connsiteY626" fmla="*/ 370238 h 603999"/>
                  <a:gd name="connsiteX627" fmla="*/ 391706 w 787079"/>
                  <a:gd name="connsiteY627" fmla="*/ 366168 h 603999"/>
                  <a:gd name="connsiteX628" fmla="*/ 390696 w 787079"/>
                  <a:gd name="connsiteY628" fmla="*/ 361256 h 603999"/>
                  <a:gd name="connsiteX629" fmla="*/ 396922 w 787079"/>
                  <a:gd name="connsiteY629" fmla="*/ 363140 h 603999"/>
                  <a:gd name="connsiteX630" fmla="*/ 395913 w 787079"/>
                  <a:gd name="connsiteY630" fmla="*/ 366033 h 603999"/>
                  <a:gd name="connsiteX631" fmla="*/ 399110 w 787079"/>
                  <a:gd name="connsiteY631" fmla="*/ 368926 h 603999"/>
                  <a:gd name="connsiteX632" fmla="*/ 401566 w 787079"/>
                  <a:gd name="connsiteY632" fmla="*/ 370810 h 603999"/>
                  <a:gd name="connsiteX633" fmla="*/ 403451 w 787079"/>
                  <a:gd name="connsiteY633" fmla="*/ 375015 h 603999"/>
                  <a:gd name="connsiteX634" fmla="*/ 407523 w 787079"/>
                  <a:gd name="connsiteY634" fmla="*/ 379522 h 603999"/>
                  <a:gd name="connsiteX635" fmla="*/ 407086 w 787079"/>
                  <a:gd name="connsiteY635" fmla="*/ 381978 h 603999"/>
                  <a:gd name="connsiteX636" fmla="*/ 409846 w 787079"/>
                  <a:gd name="connsiteY636" fmla="*/ 385174 h 603999"/>
                  <a:gd name="connsiteX637" fmla="*/ 414759 w 787079"/>
                  <a:gd name="connsiteY637" fmla="*/ 385174 h 603999"/>
                  <a:gd name="connsiteX638" fmla="*/ 418831 w 787079"/>
                  <a:gd name="connsiteY638" fmla="*/ 383223 h 603999"/>
                  <a:gd name="connsiteX639" fmla="*/ 420851 w 787079"/>
                  <a:gd name="connsiteY639" fmla="*/ 380969 h 603999"/>
                  <a:gd name="connsiteX640" fmla="*/ 419976 w 787079"/>
                  <a:gd name="connsiteY640" fmla="*/ 377773 h 603999"/>
                  <a:gd name="connsiteX641" fmla="*/ 417788 w 787079"/>
                  <a:gd name="connsiteY641" fmla="*/ 375015 h 603999"/>
                  <a:gd name="connsiteX642" fmla="*/ 417519 w 787079"/>
                  <a:gd name="connsiteY642" fmla="*/ 372828 h 603999"/>
                  <a:gd name="connsiteX643" fmla="*/ 421153 w 787079"/>
                  <a:gd name="connsiteY643" fmla="*/ 370810 h 603999"/>
                  <a:gd name="connsiteX644" fmla="*/ 421423 w 787079"/>
                  <a:gd name="connsiteY644" fmla="*/ 367345 h 603999"/>
                  <a:gd name="connsiteX645" fmla="*/ 421557 w 787079"/>
                  <a:gd name="connsiteY645" fmla="*/ 361122 h 603999"/>
                  <a:gd name="connsiteX646" fmla="*/ 420380 w 787079"/>
                  <a:gd name="connsiteY646" fmla="*/ 351265 h 603999"/>
                  <a:gd name="connsiteX647" fmla="*/ 420817 w 787079"/>
                  <a:gd name="connsiteY647" fmla="*/ 347060 h 603999"/>
                  <a:gd name="connsiteX648" fmla="*/ 418797 w 787079"/>
                  <a:gd name="connsiteY648" fmla="*/ 343595 h 603999"/>
                  <a:gd name="connsiteX649" fmla="*/ 415600 w 787079"/>
                  <a:gd name="connsiteY649" fmla="*/ 340131 h 603999"/>
                  <a:gd name="connsiteX650" fmla="*/ 415028 w 787079"/>
                  <a:gd name="connsiteY650" fmla="*/ 335354 h 603999"/>
                  <a:gd name="connsiteX651" fmla="*/ 415466 w 787079"/>
                  <a:gd name="connsiteY651" fmla="*/ 330711 h 603999"/>
                  <a:gd name="connsiteX652" fmla="*/ 414322 w 787079"/>
                  <a:gd name="connsiteY652" fmla="*/ 326944 h 603999"/>
                  <a:gd name="connsiteX653" fmla="*/ 410687 w 787079"/>
                  <a:gd name="connsiteY653" fmla="*/ 324488 h 603999"/>
                  <a:gd name="connsiteX654" fmla="*/ 404730 w 787079"/>
                  <a:gd name="connsiteY654" fmla="*/ 320586 h 603999"/>
                  <a:gd name="connsiteX655" fmla="*/ 401836 w 787079"/>
                  <a:gd name="connsiteY655" fmla="*/ 316515 h 603999"/>
                  <a:gd name="connsiteX656" fmla="*/ 400220 w 787079"/>
                  <a:gd name="connsiteY656" fmla="*/ 313050 h 603999"/>
                  <a:gd name="connsiteX657" fmla="*/ 400220 w 787079"/>
                  <a:gd name="connsiteY657" fmla="*/ 311301 h 603999"/>
                  <a:gd name="connsiteX658" fmla="*/ 405235 w 787079"/>
                  <a:gd name="connsiteY658" fmla="*/ 315069 h 603999"/>
                  <a:gd name="connsiteX659" fmla="*/ 410519 w 787079"/>
                  <a:gd name="connsiteY659" fmla="*/ 317087 h 603999"/>
                  <a:gd name="connsiteX660" fmla="*/ 413548 w 787079"/>
                  <a:gd name="connsiteY660" fmla="*/ 318836 h 603999"/>
                  <a:gd name="connsiteX661" fmla="*/ 417317 w 787079"/>
                  <a:gd name="connsiteY661" fmla="*/ 318971 h 603999"/>
                  <a:gd name="connsiteX662" fmla="*/ 419067 w 787079"/>
                  <a:gd name="connsiteY662" fmla="*/ 317524 h 603999"/>
                  <a:gd name="connsiteX663" fmla="*/ 419336 w 787079"/>
                  <a:gd name="connsiteY663" fmla="*/ 313050 h 603999"/>
                  <a:gd name="connsiteX664" fmla="*/ 419336 w 787079"/>
                  <a:gd name="connsiteY664" fmla="*/ 307265 h 603999"/>
                  <a:gd name="connsiteX665" fmla="*/ 416879 w 787079"/>
                  <a:gd name="connsiteY665" fmla="*/ 303934 h 603999"/>
                  <a:gd name="connsiteX666" fmla="*/ 412538 w 787079"/>
                  <a:gd name="connsiteY666" fmla="*/ 300604 h 603999"/>
                  <a:gd name="connsiteX667" fmla="*/ 408197 w 787079"/>
                  <a:gd name="connsiteY667" fmla="*/ 295962 h 603999"/>
                  <a:gd name="connsiteX668" fmla="*/ 403720 w 787079"/>
                  <a:gd name="connsiteY668" fmla="*/ 290445 h 603999"/>
                  <a:gd name="connsiteX669" fmla="*/ 403720 w 787079"/>
                  <a:gd name="connsiteY669" fmla="*/ 286980 h 603999"/>
                  <a:gd name="connsiteX670" fmla="*/ 403720 w 787079"/>
                  <a:gd name="connsiteY670" fmla="*/ 281765 h 603999"/>
                  <a:gd name="connsiteX671" fmla="*/ 405672 w 787079"/>
                  <a:gd name="connsiteY671" fmla="*/ 280622 h 603999"/>
                  <a:gd name="connsiteX672" fmla="*/ 410687 w 787079"/>
                  <a:gd name="connsiteY672" fmla="*/ 286408 h 603999"/>
                  <a:gd name="connsiteX673" fmla="*/ 413009 w 787079"/>
                  <a:gd name="connsiteY673" fmla="*/ 291487 h 603999"/>
                  <a:gd name="connsiteX674" fmla="*/ 417519 w 787079"/>
                  <a:gd name="connsiteY674" fmla="*/ 296702 h 603999"/>
                  <a:gd name="connsiteX675" fmla="*/ 421725 w 787079"/>
                  <a:gd name="connsiteY675" fmla="*/ 301041 h 603999"/>
                  <a:gd name="connsiteX676" fmla="*/ 425360 w 787079"/>
                  <a:gd name="connsiteY676" fmla="*/ 306390 h 603999"/>
                  <a:gd name="connsiteX677" fmla="*/ 426673 w 787079"/>
                  <a:gd name="connsiteY677" fmla="*/ 308139 h 603999"/>
                  <a:gd name="connsiteX678" fmla="*/ 432327 w 787079"/>
                  <a:gd name="connsiteY678" fmla="*/ 309283 h 603999"/>
                  <a:gd name="connsiteX679" fmla="*/ 433774 w 787079"/>
                  <a:gd name="connsiteY679" fmla="*/ 311032 h 603999"/>
                  <a:gd name="connsiteX680" fmla="*/ 436837 w 787079"/>
                  <a:gd name="connsiteY680" fmla="*/ 316818 h 603999"/>
                  <a:gd name="connsiteX681" fmla="*/ 438586 w 787079"/>
                  <a:gd name="connsiteY681" fmla="*/ 321326 h 603999"/>
                  <a:gd name="connsiteX682" fmla="*/ 442188 w 787079"/>
                  <a:gd name="connsiteY682" fmla="*/ 328424 h 603999"/>
                  <a:gd name="connsiteX683" fmla="*/ 443500 w 787079"/>
                  <a:gd name="connsiteY683" fmla="*/ 331317 h 603999"/>
                  <a:gd name="connsiteX684" fmla="*/ 444813 w 787079"/>
                  <a:gd name="connsiteY684" fmla="*/ 334647 h 603999"/>
                  <a:gd name="connsiteX685" fmla="*/ 446866 w 787079"/>
                  <a:gd name="connsiteY685" fmla="*/ 337406 h 603999"/>
                  <a:gd name="connsiteX686" fmla="*/ 449895 w 787079"/>
                  <a:gd name="connsiteY686" fmla="*/ 338280 h 603999"/>
                  <a:gd name="connsiteX687" fmla="*/ 455246 w 787079"/>
                  <a:gd name="connsiteY687" fmla="*/ 338280 h 603999"/>
                  <a:gd name="connsiteX688" fmla="*/ 458005 w 787079"/>
                  <a:gd name="connsiteY688" fmla="*/ 337406 h 603999"/>
                  <a:gd name="connsiteX689" fmla="*/ 462347 w 787079"/>
                  <a:gd name="connsiteY689" fmla="*/ 336397 h 603999"/>
                  <a:gd name="connsiteX690" fmla="*/ 466116 w 787079"/>
                  <a:gd name="connsiteY690" fmla="*/ 335959 h 603999"/>
                  <a:gd name="connsiteX691" fmla="*/ 468135 w 787079"/>
                  <a:gd name="connsiteY691" fmla="*/ 334647 h 603999"/>
                  <a:gd name="connsiteX692" fmla="*/ 470895 w 787079"/>
                  <a:gd name="connsiteY692" fmla="*/ 331451 h 603999"/>
                  <a:gd name="connsiteX693" fmla="*/ 474227 w 787079"/>
                  <a:gd name="connsiteY693" fmla="*/ 329568 h 603999"/>
                  <a:gd name="connsiteX694" fmla="*/ 480453 w 787079"/>
                  <a:gd name="connsiteY694" fmla="*/ 329568 h 603999"/>
                  <a:gd name="connsiteX695" fmla="*/ 484525 w 787079"/>
                  <a:gd name="connsiteY695" fmla="*/ 329332 h 603999"/>
                  <a:gd name="connsiteX696" fmla="*/ 487116 w 787079"/>
                  <a:gd name="connsiteY696" fmla="*/ 329837 h 603999"/>
                  <a:gd name="connsiteX697" fmla="*/ 491761 w 787079"/>
                  <a:gd name="connsiteY697" fmla="*/ 329971 h 603999"/>
                  <a:gd name="connsiteX698" fmla="*/ 493646 w 787079"/>
                  <a:gd name="connsiteY698" fmla="*/ 327213 h 603999"/>
                  <a:gd name="connsiteX699" fmla="*/ 498997 w 787079"/>
                  <a:gd name="connsiteY699" fmla="*/ 326775 h 603999"/>
                  <a:gd name="connsiteX700" fmla="*/ 504650 w 787079"/>
                  <a:gd name="connsiteY700" fmla="*/ 328087 h 603999"/>
                  <a:gd name="connsiteX701" fmla="*/ 508252 w 787079"/>
                  <a:gd name="connsiteY701" fmla="*/ 331855 h 603999"/>
                  <a:gd name="connsiteX702" fmla="*/ 510877 w 787079"/>
                  <a:gd name="connsiteY702" fmla="*/ 334883 h 603999"/>
                  <a:gd name="connsiteX703" fmla="*/ 514646 w 787079"/>
                  <a:gd name="connsiteY703" fmla="*/ 338785 h 603999"/>
                  <a:gd name="connsiteX704" fmla="*/ 519559 w 787079"/>
                  <a:gd name="connsiteY704" fmla="*/ 337036 h 603999"/>
                  <a:gd name="connsiteX705" fmla="*/ 523194 w 787079"/>
                  <a:gd name="connsiteY705" fmla="*/ 335724 h 603999"/>
                  <a:gd name="connsiteX706" fmla="*/ 525819 w 787079"/>
                  <a:gd name="connsiteY706" fmla="*/ 333537 h 603999"/>
                  <a:gd name="connsiteX707" fmla="*/ 525684 w 787079"/>
                  <a:gd name="connsiteY707" fmla="*/ 329769 h 603999"/>
                  <a:gd name="connsiteX708" fmla="*/ 523362 w 787079"/>
                  <a:gd name="connsiteY708" fmla="*/ 325867 h 603999"/>
                  <a:gd name="connsiteX709" fmla="*/ 519458 w 787079"/>
                  <a:gd name="connsiteY709" fmla="*/ 322537 h 603999"/>
                  <a:gd name="connsiteX710" fmla="*/ 515252 w 787079"/>
                  <a:gd name="connsiteY710" fmla="*/ 319341 h 603999"/>
                  <a:gd name="connsiteX711" fmla="*/ 512357 w 787079"/>
                  <a:gd name="connsiteY711" fmla="*/ 313690 h 603999"/>
                  <a:gd name="connsiteX712" fmla="*/ 514511 w 787079"/>
                  <a:gd name="connsiteY712" fmla="*/ 309182 h 603999"/>
                  <a:gd name="connsiteX713" fmla="*/ 517540 w 787079"/>
                  <a:gd name="connsiteY713" fmla="*/ 306995 h 603999"/>
                  <a:gd name="connsiteX714" fmla="*/ 523194 w 787079"/>
                  <a:gd name="connsiteY714" fmla="*/ 305986 h 603999"/>
                  <a:gd name="connsiteX715" fmla="*/ 528983 w 787079"/>
                  <a:gd name="connsiteY715" fmla="*/ 303362 h 603999"/>
                  <a:gd name="connsiteX716" fmla="*/ 532449 w 787079"/>
                  <a:gd name="connsiteY716" fmla="*/ 299729 h 603999"/>
                  <a:gd name="connsiteX717" fmla="*/ 535343 w 787079"/>
                  <a:gd name="connsiteY717" fmla="*/ 296533 h 603999"/>
                  <a:gd name="connsiteX718" fmla="*/ 543454 w 787079"/>
                  <a:gd name="connsiteY718" fmla="*/ 296971 h 603999"/>
                  <a:gd name="connsiteX719" fmla="*/ 544329 w 787079"/>
                  <a:gd name="connsiteY719" fmla="*/ 302488 h 603999"/>
                  <a:gd name="connsiteX720" fmla="*/ 544901 w 787079"/>
                  <a:gd name="connsiteY720" fmla="*/ 306558 h 603999"/>
                  <a:gd name="connsiteX721" fmla="*/ 542142 w 787079"/>
                  <a:gd name="connsiteY721" fmla="*/ 309148 h 603999"/>
                  <a:gd name="connsiteX722" fmla="*/ 538945 w 787079"/>
                  <a:gd name="connsiteY722" fmla="*/ 312781 h 603999"/>
                  <a:gd name="connsiteX723" fmla="*/ 536488 w 787079"/>
                  <a:gd name="connsiteY723" fmla="*/ 316852 h 603999"/>
                  <a:gd name="connsiteX724" fmla="*/ 536488 w 787079"/>
                  <a:gd name="connsiteY724" fmla="*/ 320922 h 603999"/>
                  <a:gd name="connsiteX725" fmla="*/ 539247 w 787079"/>
                  <a:gd name="connsiteY725" fmla="*/ 323546 h 603999"/>
                  <a:gd name="connsiteX726" fmla="*/ 544026 w 787079"/>
                  <a:gd name="connsiteY726" fmla="*/ 325127 h 603999"/>
                  <a:gd name="connsiteX727" fmla="*/ 549108 w 787079"/>
                  <a:gd name="connsiteY727" fmla="*/ 326271 h 603999"/>
                  <a:gd name="connsiteX728" fmla="*/ 553753 w 787079"/>
                  <a:gd name="connsiteY728" fmla="*/ 328289 h 603999"/>
                  <a:gd name="connsiteX729" fmla="*/ 556815 w 787079"/>
                  <a:gd name="connsiteY729" fmla="*/ 326843 h 603999"/>
                  <a:gd name="connsiteX730" fmla="*/ 558969 w 787079"/>
                  <a:gd name="connsiteY730" fmla="*/ 323815 h 603999"/>
                  <a:gd name="connsiteX731" fmla="*/ 558531 w 787079"/>
                  <a:gd name="connsiteY731" fmla="*/ 318601 h 603999"/>
                  <a:gd name="connsiteX732" fmla="*/ 558094 w 787079"/>
                  <a:gd name="connsiteY732" fmla="*/ 316414 h 603999"/>
                  <a:gd name="connsiteX733" fmla="*/ 554628 w 787079"/>
                  <a:gd name="connsiteY733" fmla="*/ 309889 h 603999"/>
                  <a:gd name="connsiteX734" fmla="*/ 552440 w 787079"/>
                  <a:gd name="connsiteY734" fmla="*/ 308139 h 603999"/>
                  <a:gd name="connsiteX735" fmla="*/ 555032 w 787079"/>
                  <a:gd name="connsiteY735" fmla="*/ 304674 h 603999"/>
                  <a:gd name="connsiteX736" fmla="*/ 557185 w 787079"/>
                  <a:gd name="connsiteY736" fmla="*/ 306424 h 603999"/>
                  <a:gd name="connsiteX737" fmla="*/ 560248 w 787079"/>
                  <a:gd name="connsiteY737" fmla="*/ 309889 h 603999"/>
                  <a:gd name="connsiteX738" fmla="*/ 562839 w 787079"/>
                  <a:gd name="connsiteY738" fmla="*/ 312041 h 603999"/>
                  <a:gd name="connsiteX739" fmla="*/ 564589 w 787079"/>
                  <a:gd name="connsiteY739" fmla="*/ 312041 h 603999"/>
                  <a:gd name="connsiteX740" fmla="*/ 567181 w 787079"/>
                  <a:gd name="connsiteY740" fmla="*/ 312041 h 603999"/>
                  <a:gd name="connsiteX741" fmla="*/ 567181 w 787079"/>
                  <a:gd name="connsiteY741" fmla="*/ 307702 h 603999"/>
                  <a:gd name="connsiteX742" fmla="*/ 567181 w 787079"/>
                  <a:gd name="connsiteY742" fmla="*/ 304237 h 603999"/>
                  <a:gd name="connsiteX743" fmla="*/ 567181 w 787079"/>
                  <a:gd name="connsiteY743" fmla="*/ 300772 h 603999"/>
                  <a:gd name="connsiteX744" fmla="*/ 567181 w 787079"/>
                  <a:gd name="connsiteY744" fmla="*/ 298182 h 603999"/>
                  <a:gd name="connsiteX745" fmla="*/ 573474 w 787079"/>
                  <a:gd name="connsiteY745" fmla="*/ 296870 h 603999"/>
                  <a:gd name="connsiteX746" fmla="*/ 579768 w 787079"/>
                  <a:gd name="connsiteY746" fmla="*/ 295995 h 603999"/>
                  <a:gd name="connsiteX747" fmla="*/ 584984 w 787079"/>
                  <a:gd name="connsiteY747" fmla="*/ 292093 h 603999"/>
                  <a:gd name="connsiteX748" fmla="*/ 588450 w 787079"/>
                  <a:gd name="connsiteY748" fmla="*/ 291218 h 603999"/>
                  <a:gd name="connsiteX749" fmla="*/ 593229 w 787079"/>
                  <a:gd name="connsiteY749" fmla="*/ 286879 h 603999"/>
                  <a:gd name="connsiteX750" fmla="*/ 596696 w 787079"/>
                  <a:gd name="connsiteY750" fmla="*/ 288628 h 603999"/>
                  <a:gd name="connsiteX751" fmla="*/ 596696 w 787079"/>
                  <a:gd name="connsiteY751" fmla="*/ 290377 h 603999"/>
                  <a:gd name="connsiteX752" fmla="*/ 593229 w 787079"/>
                  <a:gd name="connsiteY752" fmla="*/ 292127 h 603999"/>
                  <a:gd name="connsiteX753" fmla="*/ 593229 w 787079"/>
                  <a:gd name="connsiteY753" fmla="*/ 293876 h 603999"/>
                  <a:gd name="connsiteX754" fmla="*/ 593229 w 787079"/>
                  <a:gd name="connsiteY754" fmla="*/ 299090 h 603999"/>
                  <a:gd name="connsiteX755" fmla="*/ 595619 w 787079"/>
                  <a:gd name="connsiteY755" fmla="*/ 305179 h 603999"/>
                  <a:gd name="connsiteX756" fmla="*/ 602350 w 787079"/>
                  <a:gd name="connsiteY756" fmla="*/ 306491 h 603999"/>
                  <a:gd name="connsiteX757" fmla="*/ 609316 w 787079"/>
                  <a:gd name="connsiteY757" fmla="*/ 307668 h 603999"/>
                  <a:gd name="connsiteX758" fmla="*/ 616720 w 787079"/>
                  <a:gd name="connsiteY758" fmla="*/ 310393 h 603999"/>
                  <a:gd name="connsiteX759" fmla="*/ 625403 w 787079"/>
                  <a:gd name="connsiteY759" fmla="*/ 310393 h 603999"/>
                  <a:gd name="connsiteX760" fmla="*/ 630182 w 787079"/>
                  <a:gd name="connsiteY760" fmla="*/ 307769 h 603999"/>
                  <a:gd name="connsiteX761" fmla="*/ 628432 w 787079"/>
                  <a:gd name="connsiteY761" fmla="*/ 299931 h 603999"/>
                  <a:gd name="connsiteX762" fmla="*/ 626682 w 787079"/>
                  <a:gd name="connsiteY762" fmla="*/ 297744 h 603999"/>
                  <a:gd name="connsiteX763" fmla="*/ 621903 w 787079"/>
                  <a:gd name="connsiteY763" fmla="*/ 292093 h 603999"/>
                  <a:gd name="connsiteX764" fmla="*/ 617562 w 787079"/>
                  <a:gd name="connsiteY764" fmla="*/ 288628 h 603999"/>
                  <a:gd name="connsiteX765" fmla="*/ 617562 w 787079"/>
                  <a:gd name="connsiteY765" fmla="*/ 284288 h 603999"/>
                  <a:gd name="connsiteX766" fmla="*/ 621466 w 787079"/>
                  <a:gd name="connsiteY766" fmla="*/ 282977 h 603999"/>
                  <a:gd name="connsiteX767" fmla="*/ 628869 w 787079"/>
                  <a:gd name="connsiteY767" fmla="*/ 284726 h 603999"/>
                  <a:gd name="connsiteX768" fmla="*/ 631057 w 787079"/>
                  <a:gd name="connsiteY768" fmla="*/ 282539 h 603999"/>
                  <a:gd name="connsiteX769" fmla="*/ 633649 w 787079"/>
                  <a:gd name="connsiteY769" fmla="*/ 277762 h 603999"/>
                  <a:gd name="connsiteX770" fmla="*/ 636711 w 787079"/>
                  <a:gd name="connsiteY770" fmla="*/ 278200 h 603999"/>
                  <a:gd name="connsiteX771" fmla="*/ 636711 w 787079"/>
                  <a:gd name="connsiteY771" fmla="*/ 281665 h 603999"/>
                  <a:gd name="connsiteX772" fmla="*/ 636711 w 787079"/>
                  <a:gd name="connsiteY772" fmla="*/ 287316 h 603999"/>
                  <a:gd name="connsiteX773" fmla="*/ 643240 w 787079"/>
                  <a:gd name="connsiteY773" fmla="*/ 293842 h 603999"/>
                  <a:gd name="connsiteX774" fmla="*/ 650610 w 787079"/>
                  <a:gd name="connsiteY774" fmla="*/ 299931 h 603999"/>
                  <a:gd name="connsiteX775" fmla="*/ 659327 w 787079"/>
                  <a:gd name="connsiteY775" fmla="*/ 294280 h 603999"/>
                  <a:gd name="connsiteX776" fmla="*/ 665418 w 787079"/>
                  <a:gd name="connsiteY776" fmla="*/ 289940 h 603999"/>
                  <a:gd name="connsiteX777" fmla="*/ 671072 w 787079"/>
                  <a:gd name="connsiteY777" fmla="*/ 286038 h 603999"/>
                  <a:gd name="connsiteX778" fmla="*/ 673260 w 787079"/>
                  <a:gd name="connsiteY778" fmla="*/ 283447 h 603999"/>
                  <a:gd name="connsiteX779" fmla="*/ 673260 w 787079"/>
                  <a:gd name="connsiteY779" fmla="*/ 279983 h 603999"/>
                  <a:gd name="connsiteX780" fmla="*/ 673260 w 787079"/>
                  <a:gd name="connsiteY780" fmla="*/ 274399 h 603999"/>
                  <a:gd name="connsiteX781" fmla="*/ 678476 w 787079"/>
                  <a:gd name="connsiteY781" fmla="*/ 276585 h 603999"/>
                  <a:gd name="connsiteX782" fmla="*/ 678476 w 787079"/>
                  <a:gd name="connsiteY782" fmla="*/ 282674 h 603999"/>
                  <a:gd name="connsiteX783" fmla="*/ 683491 w 787079"/>
                  <a:gd name="connsiteY783" fmla="*/ 286139 h 603999"/>
                  <a:gd name="connsiteX784" fmla="*/ 688943 w 787079"/>
                  <a:gd name="connsiteY784" fmla="*/ 282674 h 603999"/>
                  <a:gd name="connsiteX785" fmla="*/ 694159 w 787079"/>
                  <a:gd name="connsiteY785" fmla="*/ 276148 h 603999"/>
                  <a:gd name="connsiteX786" fmla="*/ 698501 w 787079"/>
                  <a:gd name="connsiteY786" fmla="*/ 270496 h 603999"/>
                  <a:gd name="connsiteX787" fmla="*/ 700251 w 787079"/>
                  <a:gd name="connsiteY787" fmla="*/ 270496 h 603999"/>
                  <a:gd name="connsiteX788" fmla="*/ 710684 w 787079"/>
                  <a:gd name="connsiteY788" fmla="*/ 268747 h 603999"/>
                  <a:gd name="connsiteX789" fmla="*/ 720242 w 787079"/>
                  <a:gd name="connsiteY789" fmla="*/ 268747 h 603999"/>
                  <a:gd name="connsiteX790" fmla="*/ 727208 w 787079"/>
                  <a:gd name="connsiteY790" fmla="*/ 262658 h 603999"/>
                  <a:gd name="connsiteX791" fmla="*/ 727208 w 787079"/>
                  <a:gd name="connsiteY791" fmla="*/ 257444 h 603999"/>
                  <a:gd name="connsiteX792" fmla="*/ 727208 w 787079"/>
                  <a:gd name="connsiteY792" fmla="*/ 246578 h 603999"/>
                  <a:gd name="connsiteX793" fmla="*/ 733300 w 787079"/>
                  <a:gd name="connsiteY793" fmla="*/ 240927 h 603999"/>
                  <a:gd name="connsiteX794" fmla="*/ 744170 w 787079"/>
                  <a:gd name="connsiteY794" fmla="*/ 240927 h 603999"/>
                  <a:gd name="connsiteX795" fmla="*/ 751574 w 787079"/>
                  <a:gd name="connsiteY795" fmla="*/ 237900 h 603999"/>
                  <a:gd name="connsiteX796" fmla="*/ 748949 w 787079"/>
                  <a:gd name="connsiteY796" fmla="*/ 232248 h 603999"/>
                  <a:gd name="connsiteX797" fmla="*/ 745920 w 787079"/>
                  <a:gd name="connsiteY797" fmla="*/ 232248 h 603999"/>
                  <a:gd name="connsiteX798" fmla="*/ 745483 w 787079"/>
                  <a:gd name="connsiteY798" fmla="*/ 225722 h 603999"/>
                  <a:gd name="connsiteX799" fmla="*/ 740704 w 787079"/>
                  <a:gd name="connsiteY799" fmla="*/ 222257 h 603999"/>
                  <a:gd name="connsiteX800" fmla="*/ 748545 w 787079"/>
                  <a:gd name="connsiteY800" fmla="*/ 217480 h 603999"/>
                  <a:gd name="connsiteX801" fmla="*/ 750699 w 787079"/>
                  <a:gd name="connsiteY801" fmla="*/ 225318 h 603999"/>
                  <a:gd name="connsiteX802" fmla="*/ 756791 w 787079"/>
                  <a:gd name="connsiteY802" fmla="*/ 225318 h 603999"/>
                  <a:gd name="connsiteX803" fmla="*/ 756791 w 787079"/>
                  <a:gd name="connsiteY803" fmla="*/ 218355 h 603999"/>
                  <a:gd name="connsiteX804" fmla="*/ 764598 w 787079"/>
                  <a:gd name="connsiteY804" fmla="*/ 218355 h 603999"/>
                  <a:gd name="connsiteX805" fmla="*/ 767190 w 787079"/>
                  <a:gd name="connsiteY805" fmla="*/ 212266 h 603999"/>
                  <a:gd name="connsiteX806" fmla="*/ 767190 w 787079"/>
                  <a:gd name="connsiteY806" fmla="*/ 205303 h 603999"/>
                  <a:gd name="connsiteX807" fmla="*/ 767190 w 787079"/>
                  <a:gd name="connsiteY807" fmla="*/ 200963 h 603999"/>
                  <a:gd name="connsiteX808" fmla="*/ 769815 w 787079"/>
                  <a:gd name="connsiteY808" fmla="*/ 195749 h 603999"/>
                  <a:gd name="connsiteX809" fmla="*/ 776781 w 787079"/>
                  <a:gd name="connsiteY809" fmla="*/ 195749 h 603999"/>
                  <a:gd name="connsiteX810" fmla="*/ 784623 w 787079"/>
                  <a:gd name="connsiteY810" fmla="*/ 195749 h 603999"/>
                  <a:gd name="connsiteX811" fmla="*/ 784623 w 787079"/>
                  <a:gd name="connsiteY811" fmla="*/ 193159 h 603999"/>
                  <a:gd name="connsiteX812" fmla="*/ 787080 w 787079"/>
                  <a:gd name="connsiteY812" fmla="*/ 188987 h 603999"/>
                  <a:gd name="connsiteX813" fmla="*/ 780147 w 787079"/>
                  <a:gd name="connsiteY813" fmla="*/ 183168 h 60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Lst>
                <a:rect l="l" t="t" r="r" b="b"/>
                <a:pathLst>
                  <a:path w="787079" h="603999">
                    <a:moveTo>
                      <a:pt x="780147" y="183168"/>
                    </a:moveTo>
                    <a:lnTo>
                      <a:pt x="776007" y="177954"/>
                    </a:lnTo>
                    <a:cubicBezTo>
                      <a:pt x="776007" y="177954"/>
                      <a:pt x="773416" y="170990"/>
                      <a:pt x="773416" y="170116"/>
                    </a:cubicBezTo>
                    <a:cubicBezTo>
                      <a:pt x="773416" y="169241"/>
                      <a:pt x="771901" y="162513"/>
                      <a:pt x="771901" y="162513"/>
                    </a:cubicBezTo>
                    <a:lnTo>
                      <a:pt x="769276" y="156222"/>
                    </a:lnTo>
                    <a:cubicBezTo>
                      <a:pt x="769276" y="156222"/>
                      <a:pt x="770252" y="152085"/>
                      <a:pt x="769613" y="151210"/>
                    </a:cubicBezTo>
                    <a:cubicBezTo>
                      <a:pt x="768974" y="150336"/>
                      <a:pt x="766685" y="143170"/>
                      <a:pt x="766685" y="143170"/>
                    </a:cubicBezTo>
                    <a:lnTo>
                      <a:pt x="766685" y="137519"/>
                    </a:lnTo>
                    <a:lnTo>
                      <a:pt x="766685" y="132305"/>
                    </a:lnTo>
                    <a:lnTo>
                      <a:pt x="764935" y="124467"/>
                    </a:lnTo>
                    <a:cubicBezTo>
                      <a:pt x="764935" y="124467"/>
                      <a:pt x="761233" y="120329"/>
                      <a:pt x="761031" y="119690"/>
                    </a:cubicBezTo>
                    <a:cubicBezTo>
                      <a:pt x="760795" y="119051"/>
                      <a:pt x="759079" y="117301"/>
                      <a:pt x="759079" y="115989"/>
                    </a:cubicBezTo>
                    <a:cubicBezTo>
                      <a:pt x="759079" y="114678"/>
                      <a:pt x="755175" y="107748"/>
                      <a:pt x="755175" y="107748"/>
                    </a:cubicBezTo>
                    <a:lnTo>
                      <a:pt x="749319" y="99069"/>
                    </a:lnTo>
                    <a:lnTo>
                      <a:pt x="742353" y="93855"/>
                    </a:lnTo>
                    <a:lnTo>
                      <a:pt x="742353" y="85377"/>
                    </a:lnTo>
                    <a:lnTo>
                      <a:pt x="747569" y="80163"/>
                    </a:lnTo>
                    <a:lnTo>
                      <a:pt x="747569" y="74949"/>
                    </a:lnTo>
                    <a:lnTo>
                      <a:pt x="747132" y="72123"/>
                    </a:lnTo>
                    <a:lnTo>
                      <a:pt x="742353" y="69735"/>
                    </a:lnTo>
                    <a:lnTo>
                      <a:pt x="739088" y="73637"/>
                    </a:lnTo>
                    <a:lnTo>
                      <a:pt x="733434" y="77977"/>
                    </a:lnTo>
                    <a:lnTo>
                      <a:pt x="728420" y="82316"/>
                    </a:lnTo>
                    <a:lnTo>
                      <a:pt x="722126" y="85344"/>
                    </a:lnTo>
                    <a:cubicBezTo>
                      <a:pt x="722126" y="85344"/>
                      <a:pt x="719098" y="82720"/>
                      <a:pt x="718424" y="82316"/>
                    </a:cubicBezTo>
                    <a:cubicBezTo>
                      <a:pt x="717785" y="81879"/>
                      <a:pt x="712131" y="77539"/>
                      <a:pt x="712131" y="77539"/>
                    </a:cubicBezTo>
                    <a:cubicBezTo>
                      <a:pt x="712131" y="77539"/>
                      <a:pt x="709742" y="72123"/>
                      <a:pt x="708866" y="72123"/>
                    </a:cubicBezTo>
                    <a:cubicBezTo>
                      <a:pt x="707991" y="72123"/>
                      <a:pt x="704525" y="67347"/>
                      <a:pt x="704525" y="67347"/>
                    </a:cubicBezTo>
                    <a:cubicBezTo>
                      <a:pt x="704525" y="67347"/>
                      <a:pt x="705165" y="64521"/>
                      <a:pt x="704525" y="63882"/>
                    </a:cubicBezTo>
                    <a:cubicBezTo>
                      <a:pt x="703886" y="63242"/>
                      <a:pt x="696280" y="61695"/>
                      <a:pt x="696280" y="61695"/>
                    </a:cubicBezTo>
                    <a:lnTo>
                      <a:pt x="689111" y="63646"/>
                    </a:lnTo>
                    <a:lnTo>
                      <a:pt x="683222" y="66472"/>
                    </a:lnTo>
                    <a:lnTo>
                      <a:pt x="674943" y="66035"/>
                    </a:lnTo>
                    <a:lnTo>
                      <a:pt x="663870" y="61258"/>
                    </a:lnTo>
                    <a:lnTo>
                      <a:pt x="652125" y="54294"/>
                    </a:lnTo>
                    <a:lnTo>
                      <a:pt x="648288" y="56986"/>
                    </a:lnTo>
                    <a:cubicBezTo>
                      <a:pt x="648288" y="56986"/>
                      <a:pt x="646841" y="59172"/>
                      <a:pt x="646403" y="59307"/>
                    </a:cubicBezTo>
                    <a:cubicBezTo>
                      <a:pt x="645966" y="59441"/>
                      <a:pt x="643206" y="61493"/>
                      <a:pt x="643206" y="61493"/>
                    </a:cubicBezTo>
                    <a:lnTo>
                      <a:pt x="641894" y="63680"/>
                    </a:lnTo>
                    <a:lnTo>
                      <a:pt x="637990" y="66136"/>
                    </a:lnTo>
                    <a:cubicBezTo>
                      <a:pt x="637990" y="66136"/>
                      <a:pt x="635971" y="68759"/>
                      <a:pt x="635668" y="69163"/>
                    </a:cubicBezTo>
                    <a:cubicBezTo>
                      <a:pt x="635365" y="69600"/>
                      <a:pt x="634355" y="73368"/>
                      <a:pt x="634220" y="74512"/>
                    </a:cubicBezTo>
                    <a:cubicBezTo>
                      <a:pt x="634086" y="75656"/>
                      <a:pt x="635803" y="76833"/>
                      <a:pt x="637283" y="78414"/>
                    </a:cubicBezTo>
                    <a:cubicBezTo>
                      <a:pt x="638730" y="79995"/>
                      <a:pt x="639033" y="81038"/>
                      <a:pt x="639033" y="81038"/>
                    </a:cubicBezTo>
                    <a:lnTo>
                      <a:pt x="643812" y="86252"/>
                    </a:lnTo>
                    <a:cubicBezTo>
                      <a:pt x="643812" y="86252"/>
                      <a:pt x="644250" y="90592"/>
                      <a:pt x="644250" y="91466"/>
                    </a:cubicBezTo>
                    <a:cubicBezTo>
                      <a:pt x="644250" y="92341"/>
                      <a:pt x="644250" y="93787"/>
                      <a:pt x="643947" y="94494"/>
                    </a:cubicBezTo>
                    <a:cubicBezTo>
                      <a:pt x="643644" y="95234"/>
                      <a:pt x="642365" y="98833"/>
                      <a:pt x="642365" y="98833"/>
                    </a:cubicBezTo>
                    <a:lnTo>
                      <a:pt x="639471" y="100280"/>
                    </a:lnTo>
                    <a:cubicBezTo>
                      <a:pt x="639471" y="100280"/>
                      <a:pt x="636846" y="100414"/>
                      <a:pt x="635701" y="99405"/>
                    </a:cubicBezTo>
                    <a:cubicBezTo>
                      <a:pt x="634557" y="98396"/>
                      <a:pt x="631360" y="97387"/>
                      <a:pt x="630788" y="97387"/>
                    </a:cubicBezTo>
                    <a:cubicBezTo>
                      <a:pt x="630216" y="97387"/>
                      <a:pt x="628028" y="96680"/>
                      <a:pt x="627456" y="96378"/>
                    </a:cubicBezTo>
                    <a:cubicBezTo>
                      <a:pt x="626884" y="96075"/>
                      <a:pt x="623821" y="94191"/>
                      <a:pt x="623821" y="94191"/>
                    </a:cubicBezTo>
                    <a:cubicBezTo>
                      <a:pt x="623821" y="94191"/>
                      <a:pt x="621196" y="92173"/>
                      <a:pt x="620927" y="91433"/>
                    </a:cubicBezTo>
                    <a:cubicBezTo>
                      <a:pt x="620624" y="90726"/>
                      <a:pt x="614970" y="85041"/>
                      <a:pt x="614970" y="85041"/>
                    </a:cubicBezTo>
                    <a:lnTo>
                      <a:pt x="608879" y="79692"/>
                    </a:lnTo>
                    <a:lnTo>
                      <a:pt x="604100" y="75790"/>
                    </a:lnTo>
                    <a:lnTo>
                      <a:pt x="598883" y="75790"/>
                    </a:lnTo>
                    <a:lnTo>
                      <a:pt x="597571" y="76867"/>
                    </a:lnTo>
                    <a:lnTo>
                      <a:pt x="591479" y="79558"/>
                    </a:lnTo>
                    <a:cubicBezTo>
                      <a:pt x="591479" y="79558"/>
                      <a:pt x="590167" y="81744"/>
                      <a:pt x="589157" y="81879"/>
                    </a:cubicBezTo>
                    <a:cubicBezTo>
                      <a:pt x="588148" y="82013"/>
                      <a:pt x="585825" y="83763"/>
                      <a:pt x="584681" y="83897"/>
                    </a:cubicBezTo>
                    <a:cubicBezTo>
                      <a:pt x="583537" y="84032"/>
                      <a:pt x="583368" y="84335"/>
                      <a:pt x="581181" y="84032"/>
                    </a:cubicBezTo>
                    <a:cubicBezTo>
                      <a:pt x="579027" y="83729"/>
                      <a:pt x="578724" y="83897"/>
                      <a:pt x="577411" y="83897"/>
                    </a:cubicBezTo>
                    <a:cubicBezTo>
                      <a:pt x="576099" y="83897"/>
                      <a:pt x="573642" y="84200"/>
                      <a:pt x="572330" y="84200"/>
                    </a:cubicBezTo>
                    <a:cubicBezTo>
                      <a:pt x="571017" y="84200"/>
                      <a:pt x="570748" y="84503"/>
                      <a:pt x="570142" y="84503"/>
                    </a:cubicBezTo>
                    <a:cubicBezTo>
                      <a:pt x="569570" y="84503"/>
                      <a:pt x="567382" y="85680"/>
                      <a:pt x="566104" y="85680"/>
                    </a:cubicBezTo>
                    <a:cubicBezTo>
                      <a:pt x="564791" y="85680"/>
                      <a:pt x="564084" y="88001"/>
                      <a:pt x="564084" y="88001"/>
                    </a:cubicBezTo>
                    <a:lnTo>
                      <a:pt x="561628" y="88001"/>
                    </a:lnTo>
                    <a:lnTo>
                      <a:pt x="556983" y="88741"/>
                    </a:lnTo>
                    <a:lnTo>
                      <a:pt x="554224" y="91063"/>
                    </a:lnTo>
                    <a:lnTo>
                      <a:pt x="552777" y="92375"/>
                    </a:lnTo>
                    <a:lnTo>
                      <a:pt x="552777" y="95267"/>
                    </a:lnTo>
                    <a:lnTo>
                      <a:pt x="552272" y="98160"/>
                    </a:lnTo>
                    <a:lnTo>
                      <a:pt x="549882" y="100616"/>
                    </a:lnTo>
                    <a:lnTo>
                      <a:pt x="545675" y="100751"/>
                    </a:lnTo>
                    <a:cubicBezTo>
                      <a:pt x="545675" y="100751"/>
                      <a:pt x="545675" y="100751"/>
                      <a:pt x="543656" y="99439"/>
                    </a:cubicBezTo>
                    <a:cubicBezTo>
                      <a:pt x="541637" y="98127"/>
                      <a:pt x="540627" y="98867"/>
                      <a:pt x="539752" y="98732"/>
                    </a:cubicBezTo>
                    <a:cubicBezTo>
                      <a:pt x="538877" y="98598"/>
                      <a:pt x="537733" y="99170"/>
                      <a:pt x="537733" y="99170"/>
                    </a:cubicBezTo>
                    <a:lnTo>
                      <a:pt x="536151" y="100482"/>
                    </a:lnTo>
                    <a:lnTo>
                      <a:pt x="533391" y="102500"/>
                    </a:lnTo>
                    <a:lnTo>
                      <a:pt x="530362" y="102365"/>
                    </a:lnTo>
                    <a:lnTo>
                      <a:pt x="526459" y="101356"/>
                    </a:lnTo>
                    <a:cubicBezTo>
                      <a:pt x="526459" y="101356"/>
                      <a:pt x="524574" y="103543"/>
                      <a:pt x="524002" y="103543"/>
                    </a:cubicBezTo>
                    <a:cubicBezTo>
                      <a:pt x="523430" y="103543"/>
                      <a:pt x="521680" y="104855"/>
                      <a:pt x="521680" y="104855"/>
                    </a:cubicBezTo>
                    <a:cubicBezTo>
                      <a:pt x="521680" y="104855"/>
                      <a:pt x="519088" y="105864"/>
                      <a:pt x="518348" y="106167"/>
                    </a:cubicBezTo>
                    <a:cubicBezTo>
                      <a:pt x="517608" y="106470"/>
                      <a:pt x="510237" y="107041"/>
                      <a:pt x="510237" y="107041"/>
                    </a:cubicBezTo>
                    <a:cubicBezTo>
                      <a:pt x="510237" y="107041"/>
                      <a:pt x="506030" y="107613"/>
                      <a:pt x="504886" y="107916"/>
                    </a:cubicBezTo>
                    <a:cubicBezTo>
                      <a:pt x="503708" y="108219"/>
                      <a:pt x="499535" y="108219"/>
                      <a:pt x="499535" y="108219"/>
                    </a:cubicBezTo>
                    <a:lnTo>
                      <a:pt x="492299" y="104148"/>
                    </a:lnTo>
                    <a:lnTo>
                      <a:pt x="489405" y="103005"/>
                    </a:lnTo>
                    <a:lnTo>
                      <a:pt x="487655" y="101995"/>
                    </a:lnTo>
                    <a:cubicBezTo>
                      <a:pt x="487655" y="101995"/>
                      <a:pt x="482304" y="99102"/>
                      <a:pt x="481866" y="98968"/>
                    </a:cubicBezTo>
                    <a:cubicBezTo>
                      <a:pt x="481429" y="98833"/>
                      <a:pt x="478400" y="97084"/>
                      <a:pt x="477962" y="96949"/>
                    </a:cubicBezTo>
                    <a:cubicBezTo>
                      <a:pt x="477525" y="96815"/>
                      <a:pt x="476246" y="93888"/>
                      <a:pt x="476246" y="93316"/>
                    </a:cubicBezTo>
                    <a:cubicBezTo>
                      <a:pt x="476246" y="92744"/>
                      <a:pt x="478703" y="90995"/>
                      <a:pt x="478837" y="90423"/>
                    </a:cubicBezTo>
                    <a:cubicBezTo>
                      <a:pt x="478972" y="89852"/>
                      <a:pt x="482035" y="89549"/>
                      <a:pt x="482169" y="89111"/>
                    </a:cubicBezTo>
                    <a:cubicBezTo>
                      <a:pt x="482304" y="88674"/>
                      <a:pt x="486241" y="87665"/>
                      <a:pt x="486241" y="87665"/>
                    </a:cubicBezTo>
                    <a:lnTo>
                      <a:pt x="489708" y="84469"/>
                    </a:lnTo>
                    <a:lnTo>
                      <a:pt x="491727" y="81879"/>
                    </a:lnTo>
                    <a:lnTo>
                      <a:pt x="495631" y="77371"/>
                    </a:lnTo>
                    <a:cubicBezTo>
                      <a:pt x="495631" y="77371"/>
                      <a:pt x="498391" y="68961"/>
                      <a:pt x="498088" y="68524"/>
                    </a:cubicBezTo>
                    <a:cubicBezTo>
                      <a:pt x="497785" y="68087"/>
                      <a:pt x="497953" y="66943"/>
                      <a:pt x="497953" y="66943"/>
                    </a:cubicBezTo>
                    <a:cubicBezTo>
                      <a:pt x="497953" y="66943"/>
                      <a:pt x="498088" y="64319"/>
                      <a:pt x="498391" y="63613"/>
                    </a:cubicBezTo>
                    <a:cubicBezTo>
                      <a:pt x="498694" y="62872"/>
                      <a:pt x="499266" y="60282"/>
                      <a:pt x="499266" y="60282"/>
                    </a:cubicBezTo>
                    <a:cubicBezTo>
                      <a:pt x="499266" y="60282"/>
                      <a:pt x="502901" y="58398"/>
                      <a:pt x="503910" y="56515"/>
                    </a:cubicBezTo>
                    <a:cubicBezTo>
                      <a:pt x="504920" y="54631"/>
                      <a:pt x="506064" y="54496"/>
                      <a:pt x="506064" y="53924"/>
                    </a:cubicBezTo>
                    <a:cubicBezTo>
                      <a:pt x="506064" y="53352"/>
                      <a:pt x="509530" y="50459"/>
                      <a:pt x="509968" y="49854"/>
                    </a:cubicBezTo>
                    <a:cubicBezTo>
                      <a:pt x="510406" y="49282"/>
                      <a:pt x="513030" y="47667"/>
                      <a:pt x="513434" y="47398"/>
                    </a:cubicBezTo>
                    <a:cubicBezTo>
                      <a:pt x="513872" y="47095"/>
                      <a:pt x="515184" y="46961"/>
                      <a:pt x="515184" y="46961"/>
                    </a:cubicBezTo>
                    <a:cubicBezTo>
                      <a:pt x="515184" y="46961"/>
                      <a:pt x="521982" y="44371"/>
                      <a:pt x="522588" y="44068"/>
                    </a:cubicBezTo>
                    <a:cubicBezTo>
                      <a:pt x="523160" y="43765"/>
                      <a:pt x="524204" y="42319"/>
                      <a:pt x="524204" y="42319"/>
                    </a:cubicBezTo>
                    <a:cubicBezTo>
                      <a:pt x="524204" y="42319"/>
                      <a:pt x="528108" y="40300"/>
                      <a:pt x="528545" y="39863"/>
                    </a:cubicBezTo>
                    <a:cubicBezTo>
                      <a:pt x="528983" y="39426"/>
                      <a:pt x="529420" y="38551"/>
                      <a:pt x="529420" y="38551"/>
                    </a:cubicBezTo>
                    <a:cubicBezTo>
                      <a:pt x="529420" y="38551"/>
                      <a:pt x="528983" y="36533"/>
                      <a:pt x="528848" y="35793"/>
                    </a:cubicBezTo>
                    <a:cubicBezTo>
                      <a:pt x="528713" y="35052"/>
                      <a:pt x="528142" y="34211"/>
                      <a:pt x="527536" y="32765"/>
                    </a:cubicBezTo>
                    <a:cubicBezTo>
                      <a:pt x="526963" y="31318"/>
                      <a:pt x="527098" y="30444"/>
                      <a:pt x="527098" y="30444"/>
                    </a:cubicBezTo>
                    <a:cubicBezTo>
                      <a:pt x="527098" y="30444"/>
                      <a:pt x="527805" y="28695"/>
                      <a:pt x="527805" y="28257"/>
                    </a:cubicBezTo>
                    <a:cubicBezTo>
                      <a:pt x="527805" y="27820"/>
                      <a:pt x="527233" y="24355"/>
                      <a:pt x="527233" y="24355"/>
                    </a:cubicBezTo>
                    <a:cubicBezTo>
                      <a:pt x="527233" y="24355"/>
                      <a:pt x="525213" y="21462"/>
                      <a:pt x="524910" y="20722"/>
                    </a:cubicBezTo>
                    <a:cubicBezTo>
                      <a:pt x="524608" y="20016"/>
                      <a:pt x="523329" y="18704"/>
                      <a:pt x="522891" y="17964"/>
                    </a:cubicBezTo>
                    <a:cubicBezTo>
                      <a:pt x="522454" y="17257"/>
                      <a:pt x="520132" y="15643"/>
                      <a:pt x="520132" y="15643"/>
                    </a:cubicBezTo>
                    <a:lnTo>
                      <a:pt x="516228" y="11572"/>
                    </a:lnTo>
                    <a:lnTo>
                      <a:pt x="512761" y="9991"/>
                    </a:lnTo>
                    <a:cubicBezTo>
                      <a:pt x="512761" y="9991"/>
                      <a:pt x="508992" y="6223"/>
                      <a:pt x="508554" y="6223"/>
                    </a:cubicBezTo>
                    <a:cubicBezTo>
                      <a:pt x="508117" y="6223"/>
                      <a:pt x="506973" y="6795"/>
                      <a:pt x="506973" y="6795"/>
                    </a:cubicBezTo>
                    <a:cubicBezTo>
                      <a:pt x="506973" y="6795"/>
                      <a:pt x="504953" y="8376"/>
                      <a:pt x="504516" y="8376"/>
                    </a:cubicBezTo>
                    <a:cubicBezTo>
                      <a:pt x="504078" y="8376"/>
                      <a:pt x="502328" y="11404"/>
                      <a:pt x="501756" y="11572"/>
                    </a:cubicBezTo>
                    <a:cubicBezTo>
                      <a:pt x="501184" y="11707"/>
                      <a:pt x="497415" y="14331"/>
                      <a:pt x="496977" y="14465"/>
                    </a:cubicBezTo>
                    <a:cubicBezTo>
                      <a:pt x="496540" y="14600"/>
                      <a:pt x="493646" y="17661"/>
                      <a:pt x="492905" y="17930"/>
                    </a:cubicBezTo>
                    <a:cubicBezTo>
                      <a:pt x="492165" y="18233"/>
                      <a:pt x="488698" y="19242"/>
                      <a:pt x="488698" y="19242"/>
                    </a:cubicBezTo>
                    <a:lnTo>
                      <a:pt x="486679" y="18098"/>
                    </a:lnTo>
                    <a:cubicBezTo>
                      <a:pt x="486679" y="18098"/>
                      <a:pt x="481328" y="13321"/>
                      <a:pt x="480890" y="12884"/>
                    </a:cubicBezTo>
                    <a:cubicBezTo>
                      <a:pt x="480453" y="12447"/>
                      <a:pt x="477828" y="11707"/>
                      <a:pt x="477255" y="11707"/>
                    </a:cubicBezTo>
                    <a:cubicBezTo>
                      <a:pt x="476684" y="11707"/>
                      <a:pt x="474361" y="13725"/>
                      <a:pt x="474361" y="13725"/>
                    </a:cubicBezTo>
                    <a:cubicBezTo>
                      <a:pt x="474361" y="13725"/>
                      <a:pt x="471736" y="16921"/>
                      <a:pt x="471164" y="17055"/>
                    </a:cubicBezTo>
                    <a:cubicBezTo>
                      <a:pt x="470592" y="17190"/>
                      <a:pt x="465948" y="23279"/>
                      <a:pt x="465948" y="23279"/>
                    </a:cubicBezTo>
                    <a:lnTo>
                      <a:pt x="460731" y="23144"/>
                    </a:lnTo>
                    <a:lnTo>
                      <a:pt x="458712" y="19074"/>
                    </a:lnTo>
                    <a:lnTo>
                      <a:pt x="459722" y="18199"/>
                    </a:lnTo>
                    <a:lnTo>
                      <a:pt x="458275" y="11101"/>
                    </a:lnTo>
                    <a:lnTo>
                      <a:pt x="451611" y="6627"/>
                    </a:lnTo>
                    <a:lnTo>
                      <a:pt x="446697" y="6324"/>
                    </a:lnTo>
                    <a:cubicBezTo>
                      <a:pt x="446697" y="6324"/>
                      <a:pt x="445116" y="8645"/>
                      <a:pt x="444375" y="9217"/>
                    </a:cubicBezTo>
                    <a:cubicBezTo>
                      <a:pt x="443668" y="9789"/>
                      <a:pt x="442793" y="10967"/>
                      <a:pt x="442793" y="10967"/>
                    </a:cubicBezTo>
                    <a:cubicBezTo>
                      <a:pt x="442793" y="10967"/>
                      <a:pt x="439899" y="12716"/>
                      <a:pt x="439461" y="12850"/>
                    </a:cubicBezTo>
                    <a:cubicBezTo>
                      <a:pt x="439024" y="12985"/>
                      <a:pt x="437139" y="15172"/>
                      <a:pt x="435692" y="15441"/>
                    </a:cubicBezTo>
                    <a:cubicBezTo>
                      <a:pt x="434245" y="15743"/>
                      <a:pt x="433808" y="16752"/>
                      <a:pt x="433808" y="16752"/>
                    </a:cubicBezTo>
                    <a:cubicBezTo>
                      <a:pt x="433808" y="16752"/>
                      <a:pt x="427009" y="16752"/>
                      <a:pt x="426437" y="16752"/>
                    </a:cubicBezTo>
                    <a:cubicBezTo>
                      <a:pt x="425865" y="16752"/>
                      <a:pt x="422365" y="17762"/>
                      <a:pt x="422365" y="17762"/>
                    </a:cubicBezTo>
                    <a:lnTo>
                      <a:pt x="417283" y="19343"/>
                    </a:lnTo>
                    <a:lnTo>
                      <a:pt x="409879" y="18031"/>
                    </a:lnTo>
                    <a:cubicBezTo>
                      <a:pt x="409879" y="18031"/>
                      <a:pt x="404225" y="17896"/>
                      <a:pt x="403081" y="17593"/>
                    </a:cubicBezTo>
                    <a:cubicBezTo>
                      <a:pt x="401937" y="17291"/>
                      <a:pt x="398437" y="17156"/>
                      <a:pt x="397999" y="17156"/>
                    </a:cubicBezTo>
                    <a:cubicBezTo>
                      <a:pt x="397562" y="17156"/>
                      <a:pt x="392042" y="14566"/>
                      <a:pt x="392042" y="14566"/>
                    </a:cubicBezTo>
                    <a:cubicBezTo>
                      <a:pt x="392042" y="14566"/>
                      <a:pt x="388576" y="11370"/>
                      <a:pt x="388273" y="10933"/>
                    </a:cubicBezTo>
                    <a:cubicBezTo>
                      <a:pt x="387970" y="10496"/>
                      <a:pt x="386388" y="7603"/>
                      <a:pt x="386388" y="7165"/>
                    </a:cubicBezTo>
                    <a:cubicBezTo>
                      <a:pt x="386388" y="6728"/>
                      <a:pt x="384201" y="3263"/>
                      <a:pt x="383931" y="2826"/>
                    </a:cubicBezTo>
                    <a:cubicBezTo>
                      <a:pt x="383662" y="2388"/>
                      <a:pt x="381172" y="0"/>
                      <a:pt x="381172" y="0"/>
                    </a:cubicBezTo>
                    <a:cubicBezTo>
                      <a:pt x="381172" y="0"/>
                      <a:pt x="379287" y="202"/>
                      <a:pt x="377268" y="67"/>
                    </a:cubicBezTo>
                    <a:cubicBezTo>
                      <a:pt x="375249" y="-67"/>
                      <a:pt x="371614" y="67"/>
                      <a:pt x="371042" y="67"/>
                    </a:cubicBezTo>
                    <a:cubicBezTo>
                      <a:pt x="370469" y="67"/>
                      <a:pt x="368450" y="2388"/>
                      <a:pt x="368450" y="2388"/>
                    </a:cubicBezTo>
                    <a:cubicBezTo>
                      <a:pt x="368450" y="2388"/>
                      <a:pt x="365825" y="8477"/>
                      <a:pt x="365825" y="9049"/>
                    </a:cubicBezTo>
                    <a:cubicBezTo>
                      <a:pt x="365825" y="9621"/>
                      <a:pt x="364378" y="12817"/>
                      <a:pt x="364378" y="12817"/>
                    </a:cubicBezTo>
                    <a:lnTo>
                      <a:pt x="359162" y="18031"/>
                    </a:lnTo>
                    <a:lnTo>
                      <a:pt x="355695" y="19343"/>
                    </a:lnTo>
                    <a:cubicBezTo>
                      <a:pt x="355695" y="19343"/>
                      <a:pt x="354551" y="19915"/>
                      <a:pt x="354113" y="20083"/>
                    </a:cubicBezTo>
                    <a:cubicBezTo>
                      <a:pt x="353676" y="20217"/>
                      <a:pt x="351354" y="21832"/>
                      <a:pt x="351354" y="21832"/>
                    </a:cubicBezTo>
                    <a:cubicBezTo>
                      <a:pt x="351354" y="21832"/>
                      <a:pt x="348022" y="23716"/>
                      <a:pt x="347585" y="23851"/>
                    </a:cubicBezTo>
                    <a:cubicBezTo>
                      <a:pt x="347147" y="23985"/>
                      <a:pt x="345565" y="23851"/>
                      <a:pt x="344690" y="23851"/>
                    </a:cubicBezTo>
                    <a:cubicBezTo>
                      <a:pt x="343815" y="23851"/>
                      <a:pt x="342503" y="24725"/>
                      <a:pt x="342065" y="25162"/>
                    </a:cubicBezTo>
                    <a:cubicBezTo>
                      <a:pt x="341628" y="25600"/>
                      <a:pt x="339743" y="26609"/>
                      <a:pt x="339743" y="26609"/>
                    </a:cubicBezTo>
                    <a:lnTo>
                      <a:pt x="340618" y="29805"/>
                    </a:lnTo>
                    <a:lnTo>
                      <a:pt x="342065" y="31251"/>
                    </a:lnTo>
                    <a:cubicBezTo>
                      <a:pt x="342065" y="31251"/>
                      <a:pt x="349032" y="35019"/>
                      <a:pt x="350041" y="35153"/>
                    </a:cubicBezTo>
                    <a:cubicBezTo>
                      <a:pt x="351051" y="35288"/>
                      <a:pt x="351791" y="37340"/>
                      <a:pt x="351791" y="37340"/>
                    </a:cubicBezTo>
                    <a:lnTo>
                      <a:pt x="350647" y="39089"/>
                    </a:lnTo>
                    <a:lnTo>
                      <a:pt x="348762" y="41276"/>
                    </a:lnTo>
                    <a:lnTo>
                      <a:pt x="346878" y="42453"/>
                    </a:lnTo>
                    <a:lnTo>
                      <a:pt x="347753" y="45481"/>
                    </a:lnTo>
                    <a:lnTo>
                      <a:pt x="348325" y="46927"/>
                    </a:lnTo>
                    <a:lnTo>
                      <a:pt x="350344" y="50258"/>
                    </a:lnTo>
                    <a:lnTo>
                      <a:pt x="349604" y="53016"/>
                    </a:lnTo>
                    <a:cubicBezTo>
                      <a:pt x="349604" y="53016"/>
                      <a:pt x="349166" y="54765"/>
                      <a:pt x="349166" y="55203"/>
                    </a:cubicBezTo>
                    <a:cubicBezTo>
                      <a:pt x="349166" y="55640"/>
                      <a:pt x="349604" y="57793"/>
                      <a:pt x="349604" y="57793"/>
                    </a:cubicBezTo>
                    <a:cubicBezTo>
                      <a:pt x="349604" y="57793"/>
                      <a:pt x="352363" y="61695"/>
                      <a:pt x="352801" y="61998"/>
                    </a:cubicBezTo>
                    <a:cubicBezTo>
                      <a:pt x="353238" y="62301"/>
                      <a:pt x="352498" y="65194"/>
                      <a:pt x="352498" y="65194"/>
                    </a:cubicBezTo>
                    <a:lnTo>
                      <a:pt x="351185" y="67649"/>
                    </a:lnTo>
                    <a:cubicBezTo>
                      <a:pt x="351185" y="67649"/>
                      <a:pt x="347719" y="68221"/>
                      <a:pt x="347113" y="68221"/>
                    </a:cubicBezTo>
                    <a:cubicBezTo>
                      <a:pt x="346541" y="68221"/>
                      <a:pt x="344084" y="68524"/>
                      <a:pt x="344084" y="68524"/>
                    </a:cubicBezTo>
                    <a:cubicBezTo>
                      <a:pt x="344084" y="68524"/>
                      <a:pt x="341762" y="70273"/>
                      <a:pt x="340618" y="70542"/>
                    </a:cubicBezTo>
                    <a:cubicBezTo>
                      <a:pt x="339474" y="70845"/>
                      <a:pt x="336142" y="71552"/>
                      <a:pt x="336142" y="71552"/>
                    </a:cubicBezTo>
                    <a:lnTo>
                      <a:pt x="330791" y="68928"/>
                    </a:lnTo>
                    <a:lnTo>
                      <a:pt x="326315" y="62536"/>
                    </a:lnTo>
                    <a:lnTo>
                      <a:pt x="322545" y="56750"/>
                    </a:lnTo>
                    <a:lnTo>
                      <a:pt x="317901" y="52108"/>
                    </a:lnTo>
                    <a:lnTo>
                      <a:pt x="311675" y="45885"/>
                    </a:lnTo>
                    <a:lnTo>
                      <a:pt x="304843" y="44573"/>
                    </a:lnTo>
                    <a:lnTo>
                      <a:pt x="300939" y="42823"/>
                    </a:lnTo>
                    <a:lnTo>
                      <a:pt x="295420" y="41242"/>
                    </a:lnTo>
                    <a:lnTo>
                      <a:pt x="293838" y="42823"/>
                    </a:lnTo>
                    <a:cubicBezTo>
                      <a:pt x="293838" y="42823"/>
                      <a:pt x="291381" y="43967"/>
                      <a:pt x="290809" y="44135"/>
                    </a:cubicBezTo>
                    <a:cubicBezTo>
                      <a:pt x="290237" y="44270"/>
                      <a:pt x="285155" y="44135"/>
                      <a:pt x="285155" y="44135"/>
                    </a:cubicBezTo>
                    <a:lnTo>
                      <a:pt x="284280" y="42823"/>
                    </a:lnTo>
                    <a:lnTo>
                      <a:pt x="275597" y="42823"/>
                    </a:lnTo>
                    <a:lnTo>
                      <a:pt x="268227" y="42823"/>
                    </a:lnTo>
                    <a:lnTo>
                      <a:pt x="266342" y="43900"/>
                    </a:lnTo>
                    <a:lnTo>
                      <a:pt x="262270" y="44976"/>
                    </a:lnTo>
                    <a:lnTo>
                      <a:pt x="260688" y="45851"/>
                    </a:lnTo>
                    <a:lnTo>
                      <a:pt x="259982" y="47432"/>
                    </a:lnTo>
                    <a:lnTo>
                      <a:pt x="262136" y="49013"/>
                    </a:lnTo>
                    <a:lnTo>
                      <a:pt x="262573" y="54093"/>
                    </a:lnTo>
                    <a:lnTo>
                      <a:pt x="262573" y="56548"/>
                    </a:lnTo>
                    <a:lnTo>
                      <a:pt x="262573" y="59307"/>
                    </a:lnTo>
                    <a:lnTo>
                      <a:pt x="262573" y="61493"/>
                    </a:lnTo>
                    <a:lnTo>
                      <a:pt x="261866" y="64083"/>
                    </a:lnTo>
                    <a:lnTo>
                      <a:pt x="259982" y="65227"/>
                    </a:lnTo>
                    <a:lnTo>
                      <a:pt x="258972" y="67986"/>
                    </a:lnTo>
                    <a:lnTo>
                      <a:pt x="260116" y="69870"/>
                    </a:lnTo>
                    <a:lnTo>
                      <a:pt x="263886" y="72460"/>
                    </a:lnTo>
                    <a:lnTo>
                      <a:pt x="265333" y="75656"/>
                    </a:lnTo>
                    <a:lnTo>
                      <a:pt x="265198" y="77842"/>
                    </a:lnTo>
                    <a:lnTo>
                      <a:pt x="265064" y="79289"/>
                    </a:lnTo>
                    <a:lnTo>
                      <a:pt x="263919" y="80601"/>
                    </a:lnTo>
                    <a:lnTo>
                      <a:pt x="263482" y="82754"/>
                    </a:lnTo>
                    <a:lnTo>
                      <a:pt x="261159" y="82754"/>
                    </a:lnTo>
                    <a:lnTo>
                      <a:pt x="258400" y="83628"/>
                    </a:lnTo>
                    <a:lnTo>
                      <a:pt x="254496" y="85815"/>
                    </a:lnTo>
                    <a:lnTo>
                      <a:pt x="251467" y="87396"/>
                    </a:lnTo>
                    <a:lnTo>
                      <a:pt x="247832" y="91029"/>
                    </a:lnTo>
                    <a:lnTo>
                      <a:pt x="244635" y="94225"/>
                    </a:lnTo>
                    <a:lnTo>
                      <a:pt x="242751" y="97252"/>
                    </a:lnTo>
                    <a:lnTo>
                      <a:pt x="241606" y="100280"/>
                    </a:lnTo>
                    <a:lnTo>
                      <a:pt x="242178" y="103913"/>
                    </a:lnTo>
                    <a:lnTo>
                      <a:pt x="243491" y="106671"/>
                    </a:lnTo>
                    <a:lnTo>
                      <a:pt x="245376" y="109564"/>
                    </a:lnTo>
                    <a:lnTo>
                      <a:pt x="251164" y="114038"/>
                    </a:lnTo>
                    <a:lnTo>
                      <a:pt x="251736" y="119118"/>
                    </a:lnTo>
                    <a:lnTo>
                      <a:pt x="251433" y="124197"/>
                    </a:lnTo>
                    <a:lnTo>
                      <a:pt x="253621" y="130286"/>
                    </a:lnTo>
                    <a:lnTo>
                      <a:pt x="255506" y="135501"/>
                    </a:lnTo>
                    <a:lnTo>
                      <a:pt x="252611" y="141152"/>
                    </a:lnTo>
                    <a:lnTo>
                      <a:pt x="247092" y="143170"/>
                    </a:lnTo>
                    <a:lnTo>
                      <a:pt x="241303" y="144751"/>
                    </a:lnTo>
                    <a:lnTo>
                      <a:pt x="235649" y="149226"/>
                    </a:lnTo>
                    <a:lnTo>
                      <a:pt x="235212" y="154877"/>
                    </a:lnTo>
                    <a:cubicBezTo>
                      <a:pt x="235212" y="154877"/>
                      <a:pt x="237803" y="162849"/>
                      <a:pt x="237803" y="163421"/>
                    </a:cubicBezTo>
                    <a:cubicBezTo>
                      <a:pt x="237803" y="163993"/>
                      <a:pt x="239116" y="167054"/>
                      <a:pt x="239116" y="167054"/>
                    </a:cubicBezTo>
                    <a:cubicBezTo>
                      <a:pt x="239116" y="167054"/>
                      <a:pt x="243895" y="172841"/>
                      <a:pt x="244770" y="174455"/>
                    </a:cubicBezTo>
                    <a:cubicBezTo>
                      <a:pt x="245645" y="176036"/>
                      <a:pt x="244635" y="178795"/>
                      <a:pt x="244635" y="178795"/>
                    </a:cubicBezTo>
                    <a:cubicBezTo>
                      <a:pt x="244635" y="178795"/>
                      <a:pt x="243626" y="179804"/>
                      <a:pt x="242010" y="180107"/>
                    </a:cubicBezTo>
                    <a:cubicBezTo>
                      <a:pt x="240428" y="180410"/>
                      <a:pt x="236928" y="182428"/>
                      <a:pt x="236221" y="182428"/>
                    </a:cubicBezTo>
                    <a:cubicBezTo>
                      <a:pt x="235481" y="182428"/>
                      <a:pt x="229120" y="187776"/>
                      <a:pt x="229120" y="187776"/>
                    </a:cubicBezTo>
                    <a:lnTo>
                      <a:pt x="226226" y="186464"/>
                    </a:lnTo>
                    <a:cubicBezTo>
                      <a:pt x="226226" y="186464"/>
                      <a:pt x="222322" y="186330"/>
                      <a:pt x="220707" y="186464"/>
                    </a:cubicBezTo>
                    <a:cubicBezTo>
                      <a:pt x="219125" y="186599"/>
                      <a:pt x="213740" y="190938"/>
                      <a:pt x="212899" y="191241"/>
                    </a:cubicBezTo>
                    <a:cubicBezTo>
                      <a:pt x="212024" y="191544"/>
                      <a:pt x="209399" y="198474"/>
                      <a:pt x="209399" y="198474"/>
                    </a:cubicBezTo>
                    <a:lnTo>
                      <a:pt x="216062" y="203823"/>
                    </a:lnTo>
                    <a:lnTo>
                      <a:pt x="217947" y="207590"/>
                    </a:lnTo>
                    <a:cubicBezTo>
                      <a:pt x="217947" y="207590"/>
                      <a:pt x="216365" y="212670"/>
                      <a:pt x="215625" y="212670"/>
                    </a:cubicBezTo>
                    <a:cubicBezTo>
                      <a:pt x="214918" y="212670"/>
                      <a:pt x="213303" y="215428"/>
                      <a:pt x="212159" y="215698"/>
                    </a:cubicBezTo>
                    <a:cubicBezTo>
                      <a:pt x="211014" y="216000"/>
                      <a:pt x="208389" y="216841"/>
                      <a:pt x="208389" y="216841"/>
                    </a:cubicBezTo>
                    <a:lnTo>
                      <a:pt x="204048" y="217547"/>
                    </a:lnTo>
                    <a:cubicBezTo>
                      <a:pt x="204048" y="217547"/>
                      <a:pt x="198831" y="221181"/>
                      <a:pt x="198091" y="221181"/>
                    </a:cubicBezTo>
                    <a:cubicBezTo>
                      <a:pt x="197351" y="221181"/>
                      <a:pt x="194894" y="225823"/>
                      <a:pt x="193749" y="226260"/>
                    </a:cubicBezTo>
                    <a:cubicBezTo>
                      <a:pt x="192571" y="226697"/>
                      <a:pt x="192740" y="227269"/>
                      <a:pt x="192740" y="227269"/>
                    </a:cubicBezTo>
                    <a:lnTo>
                      <a:pt x="187826" y="229591"/>
                    </a:lnTo>
                    <a:lnTo>
                      <a:pt x="187826" y="234367"/>
                    </a:lnTo>
                    <a:lnTo>
                      <a:pt x="187557" y="238438"/>
                    </a:lnTo>
                    <a:cubicBezTo>
                      <a:pt x="187557" y="238438"/>
                      <a:pt x="188432" y="245670"/>
                      <a:pt x="188264" y="246107"/>
                    </a:cubicBezTo>
                    <a:cubicBezTo>
                      <a:pt x="188129" y="246545"/>
                      <a:pt x="187826" y="248429"/>
                      <a:pt x="187254" y="248731"/>
                    </a:cubicBezTo>
                    <a:cubicBezTo>
                      <a:pt x="186682" y="249034"/>
                      <a:pt x="185235" y="251322"/>
                      <a:pt x="184360" y="252364"/>
                    </a:cubicBezTo>
                    <a:cubicBezTo>
                      <a:pt x="183485" y="253374"/>
                      <a:pt x="184360" y="254988"/>
                      <a:pt x="184360" y="255998"/>
                    </a:cubicBezTo>
                    <a:cubicBezTo>
                      <a:pt x="184360" y="257007"/>
                      <a:pt x="186817" y="259328"/>
                      <a:pt x="186817" y="259328"/>
                    </a:cubicBezTo>
                    <a:cubicBezTo>
                      <a:pt x="186817" y="259328"/>
                      <a:pt x="188398" y="261784"/>
                      <a:pt x="188398" y="262221"/>
                    </a:cubicBezTo>
                    <a:cubicBezTo>
                      <a:pt x="188398" y="262658"/>
                      <a:pt x="188836" y="268579"/>
                      <a:pt x="188836" y="269756"/>
                    </a:cubicBezTo>
                    <a:cubicBezTo>
                      <a:pt x="188836" y="270900"/>
                      <a:pt x="190418" y="273827"/>
                      <a:pt x="190418" y="274264"/>
                    </a:cubicBezTo>
                    <a:cubicBezTo>
                      <a:pt x="190418" y="274701"/>
                      <a:pt x="193043" y="278335"/>
                      <a:pt x="193043" y="278335"/>
                    </a:cubicBezTo>
                    <a:lnTo>
                      <a:pt x="192302" y="287013"/>
                    </a:lnTo>
                    <a:lnTo>
                      <a:pt x="185504" y="293539"/>
                    </a:lnTo>
                    <a:lnTo>
                      <a:pt x="184629" y="299056"/>
                    </a:lnTo>
                    <a:lnTo>
                      <a:pt x="182172" y="302252"/>
                    </a:lnTo>
                    <a:lnTo>
                      <a:pt x="179850" y="304573"/>
                    </a:lnTo>
                    <a:lnTo>
                      <a:pt x="175509" y="307903"/>
                    </a:lnTo>
                    <a:lnTo>
                      <a:pt x="175071" y="310090"/>
                    </a:lnTo>
                    <a:lnTo>
                      <a:pt x="172009" y="312849"/>
                    </a:lnTo>
                    <a:cubicBezTo>
                      <a:pt x="172009" y="312849"/>
                      <a:pt x="171133" y="313420"/>
                      <a:pt x="169989" y="314026"/>
                    </a:cubicBezTo>
                    <a:cubicBezTo>
                      <a:pt x="168845" y="314598"/>
                      <a:pt x="167532" y="314732"/>
                      <a:pt x="167532" y="314732"/>
                    </a:cubicBezTo>
                    <a:cubicBezTo>
                      <a:pt x="167532" y="314732"/>
                      <a:pt x="164773" y="316044"/>
                      <a:pt x="163023" y="316482"/>
                    </a:cubicBezTo>
                    <a:cubicBezTo>
                      <a:pt x="161273" y="316919"/>
                      <a:pt x="159994" y="318063"/>
                      <a:pt x="159994" y="318063"/>
                    </a:cubicBezTo>
                    <a:lnTo>
                      <a:pt x="157672" y="318937"/>
                    </a:lnTo>
                    <a:lnTo>
                      <a:pt x="156662" y="321999"/>
                    </a:lnTo>
                    <a:lnTo>
                      <a:pt x="155215" y="323580"/>
                    </a:lnTo>
                    <a:lnTo>
                      <a:pt x="152893" y="326204"/>
                    </a:lnTo>
                    <a:cubicBezTo>
                      <a:pt x="152893" y="326204"/>
                      <a:pt x="149426" y="327347"/>
                      <a:pt x="148820" y="327347"/>
                    </a:cubicBezTo>
                    <a:cubicBezTo>
                      <a:pt x="148248" y="327347"/>
                      <a:pt x="144042" y="328054"/>
                      <a:pt x="143604" y="328222"/>
                    </a:cubicBezTo>
                    <a:cubicBezTo>
                      <a:pt x="143167" y="328357"/>
                      <a:pt x="139700" y="331115"/>
                      <a:pt x="139700" y="331115"/>
                    </a:cubicBezTo>
                    <a:lnTo>
                      <a:pt x="133609" y="332730"/>
                    </a:lnTo>
                    <a:lnTo>
                      <a:pt x="127652" y="334748"/>
                    </a:lnTo>
                    <a:lnTo>
                      <a:pt x="123883" y="339390"/>
                    </a:lnTo>
                    <a:lnTo>
                      <a:pt x="120988" y="347060"/>
                    </a:lnTo>
                    <a:lnTo>
                      <a:pt x="118969" y="348809"/>
                    </a:lnTo>
                    <a:lnTo>
                      <a:pt x="118834" y="352846"/>
                    </a:lnTo>
                    <a:cubicBezTo>
                      <a:pt x="118834" y="352846"/>
                      <a:pt x="122301" y="359372"/>
                      <a:pt x="122469" y="359944"/>
                    </a:cubicBezTo>
                    <a:cubicBezTo>
                      <a:pt x="122604" y="360516"/>
                      <a:pt x="123916" y="364587"/>
                      <a:pt x="123916" y="364587"/>
                    </a:cubicBezTo>
                    <a:lnTo>
                      <a:pt x="122604" y="367042"/>
                    </a:lnTo>
                    <a:lnTo>
                      <a:pt x="119575" y="366470"/>
                    </a:lnTo>
                    <a:cubicBezTo>
                      <a:pt x="119575" y="366470"/>
                      <a:pt x="116512" y="365158"/>
                      <a:pt x="114796" y="365024"/>
                    </a:cubicBezTo>
                    <a:cubicBezTo>
                      <a:pt x="113046" y="364889"/>
                      <a:pt x="112036" y="365024"/>
                      <a:pt x="111464" y="365024"/>
                    </a:cubicBezTo>
                    <a:cubicBezTo>
                      <a:pt x="110892" y="365024"/>
                      <a:pt x="108704" y="367210"/>
                      <a:pt x="108704" y="367210"/>
                    </a:cubicBezTo>
                    <a:lnTo>
                      <a:pt x="108839" y="371685"/>
                    </a:lnTo>
                    <a:lnTo>
                      <a:pt x="115065" y="375755"/>
                    </a:lnTo>
                    <a:lnTo>
                      <a:pt x="111430" y="377638"/>
                    </a:lnTo>
                    <a:lnTo>
                      <a:pt x="107089" y="379388"/>
                    </a:lnTo>
                    <a:lnTo>
                      <a:pt x="99416" y="382146"/>
                    </a:lnTo>
                    <a:lnTo>
                      <a:pt x="97262" y="385342"/>
                    </a:lnTo>
                    <a:lnTo>
                      <a:pt x="90733" y="384030"/>
                    </a:lnTo>
                    <a:lnTo>
                      <a:pt x="84944" y="379825"/>
                    </a:lnTo>
                    <a:lnTo>
                      <a:pt x="78718" y="379522"/>
                    </a:lnTo>
                    <a:lnTo>
                      <a:pt x="75386" y="381709"/>
                    </a:lnTo>
                    <a:cubicBezTo>
                      <a:pt x="75386" y="381709"/>
                      <a:pt x="75521" y="386789"/>
                      <a:pt x="75521" y="387495"/>
                    </a:cubicBezTo>
                    <a:cubicBezTo>
                      <a:pt x="75521" y="388201"/>
                      <a:pt x="79290" y="394593"/>
                      <a:pt x="79290" y="394593"/>
                    </a:cubicBezTo>
                    <a:lnTo>
                      <a:pt x="85516" y="401691"/>
                    </a:lnTo>
                    <a:lnTo>
                      <a:pt x="84944" y="407780"/>
                    </a:lnTo>
                    <a:lnTo>
                      <a:pt x="79593" y="410235"/>
                    </a:lnTo>
                    <a:lnTo>
                      <a:pt x="72054" y="409663"/>
                    </a:lnTo>
                    <a:cubicBezTo>
                      <a:pt x="72054" y="409663"/>
                      <a:pt x="65256" y="410807"/>
                      <a:pt x="64651" y="410807"/>
                    </a:cubicBezTo>
                    <a:cubicBezTo>
                      <a:pt x="64078" y="410807"/>
                      <a:pt x="57246" y="412119"/>
                      <a:pt x="57246" y="412119"/>
                    </a:cubicBezTo>
                    <a:lnTo>
                      <a:pt x="50145" y="413431"/>
                    </a:lnTo>
                    <a:lnTo>
                      <a:pt x="44626" y="413566"/>
                    </a:lnTo>
                    <a:lnTo>
                      <a:pt x="38400" y="415012"/>
                    </a:lnTo>
                    <a:lnTo>
                      <a:pt x="34058" y="417636"/>
                    </a:lnTo>
                    <a:lnTo>
                      <a:pt x="31029" y="422985"/>
                    </a:lnTo>
                    <a:lnTo>
                      <a:pt x="34058" y="426887"/>
                    </a:lnTo>
                    <a:lnTo>
                      <a:pt x="35203" y="432404"/>
                    </a:lnTo>
                    <a:lnTo>
                      <a:pt x="31871" y="439199"/>
                    </a:lnTo>
                    <a:lnTo>
                      <a:pt x="23457" y="440948"/>
                    </a:lnTo>
                    <a:cubicBezTo>
                      <a:pt x="23457" y="440948"/>
                      <a:pt x="17669" y="440948"/>
                      <a:pt x="17097" y="440948"/>
                    </a:cubicBezTo>
                    <a:cubicBezTo>
                      <a:pt x="16524" y="440948"/>
                      <a:pt x="12890" y="443034"/>
                      <a:pt x="12890" y="443034"/>
                    </a:cubicBezTo>
                    <a:lnTo>
                      <a:pt x="9995" y="446734"/>
                    </a:lnTo>
                    <a:lnTo>
                      <a:pt x="7539" y="451377"/>
                    </a:lnTo>
                    <a:lnTo>
                      <a:pt x="5957" y="454270"/>
                    </a:lnTo>
                    <a:lnTo>
                      <a:pt x="4947" y="457163"/>
                    </a:lnTo>
                    <a:lnTo>
                      <a:pt x="7404" y="460055"/>
                    </a:lnTo>
                    <a:lnTo>
                      <a:pt x="11308" y="461805"/>
                    </a:lnTo>
                    <a:lnTo>
                      <a:pt x="13933" y="461805"/>
                    </a:lnTo>
                    <a:lnTo>
                      <a:pt x="20462" y="463554"/>
                    </a:lnTo>
                    <a:lnTo>
                      <a:pt x="23928" y="464563"/>
                    </a:lnTo>
                    <a:lnTo>
                      <a:pt x="25813" y="468634"/>
                    </a:lnTo>
                    <a:lnTo>
                      <a:pt x="28001" y="470955"/>
                    </a:lnTo>
                    <a:lnTo>
                      <a:pt x="27429" y="474151"/>
                    </a:lnTo>
                    <a:lnTo>
                      <a:pt x="23222" y="475732"/>
                    </a:lnTo>
                    <a:lnTo>
                      <a:pt x="20630" y="476875"/>
                    </a:lnTo>
                    <a:lnTo>
                      <a:pt x="15111" y="479062"/>
                    </a:lnTo>
                    <a:lnTo>
                      <a:pt x="11039" y="482392"/>
                    </a:lnTo>
                    <a:lnTo>
                      <a:pt x="7842" y="485588"/>
                    </a:lnTo>
                    <a:lnTo>
                      <a:pt x="6394" y="491239"/>
                    </a:lnTo>
                    <a:lnTo>
                      <a:pt x="4072" y="497026"/>
                    </a:lnTo>
                    <a:lnTo>
                      <a:pt x="2760" y="503417"/>
                    </a:lnTo>
                    <a:lnTo>
                      <a:pt x="1885" y="509943"/>
                    </a:lnTo>
                    <a:lnTo>
                      <a:pt x="2019" y="516167"/>
                    </a:lnTo>
                    <a:lnTo>
                      <a:pt x="0" y="525283"/>
                    </a:lnTo>
                    <a:lnTo>
                      <a:pt x="0" y="530800"/>
                    </a:lnTo>
                    <a:lnTo>
                      <a:pt x="1649" y="535879"/>
                    </a:lnTo>
                    <a:lnTo>
                      <a:pt x="4476" y="538772"/>
                    </a:lnTo>
                    <a:lnTo>
                      <a:pt x="7101" y="543247"/>
                    </a:lnTo>
                    <a:lnTo>
                      <a:pt x="8111" y="548764"/>
                    </a:lnTo>
                    <a:lnTo>
                      <a:pt x="12149" y="549033"/>
                    </a:lnTo>
                    <a:lnTo>
                      <a:pt x="17500" y="550042"/>
                    </a:lnTo>
                    <a:lnTo>
                      <a:pt x="18241" y="552800"/>
                    </a:lnTo>
                    <a:cubicBezTo>
                      <a:pt x="18241" y="552800"/>
                      <a:pt x="15178" y="553405"/>
                      <a:pt x="14606" y="553675"/>
                    </a:cubicBezTo>
                    <a:cubicBezTo>
                      <a:pt x="14034" y="553977"/>
                      <a:pt x="11577" y="555693"/>
                      <a:pt x="11577" y="555693"/>
                    </a:cubicBezTo>
                    <a:lnTo>
                      <a:pt x="8683" y="558149"/>
                    </a:lnTo>
                    <a:lnTo>
                      <a:pt x="8111" y="560167"/>
                    </a:lnTo>
                    <a:lnTo>
                      <a:pt x="12149" y="562926"/>
                    </a:lnTo>
                    <a:lnTo>
                      <a:pt x="14034" y="568005"/>
                    </a:lnTo>
                    <a:cubicBezTo>
                      <a:pt x="14034" y="568005"/>
                      <a:pt x="16053" y="571773"/>
                      <a:pt x="16625" y="572782"/>
                    </a:cubicBezTo>
                    <a:cubicBezTo>
                      <a:pt x="17231" y="573791"/>
                      <a:pt x="17366" y="574363"/>
                      <a:pt x="17366" y="574363"/>
                    </a:cubicBezTo>
                    <a:lnTo>
                      <a:pt x="20428" y="576819"/>
                    </a:lnTo>
                    <a:lnTo>
                      <a:pt x="23188" y="578568"/>
                    </a:lnTo>
                    <a:lnTo>
                      <a:pt x="24500" y="578434"/>
                    </a:lnTo>
                    <a:cubicBezTo>
                      <a:pt x="24500" y="578434"/>
                      <a:pt x="26520" y="576415"/>
                      <a:pt x="26654" y="575978"/>
                    </a:cubicBezTo>
                    <a:cubicBezTo>
                      <a:pt x="26789" y="575541"/>
                      <a:pt x="28404" y="573960"/>
                      <a:pt x="28404" y="573960"/>
                    </a:cubicBezTo>
                    <a:lnTo>
                      <a:pt x="31029" y="577155"/>
                    </a:lnTo>
                    <a:lnTo>
                      <a:pt x="33924" y="579611"/>
                    </a:lnTo>
                    <a:lnTo>
                      <a:pt x="34664" y="580620"/>
                    </a:lnTo>
                    <a:lnTo>
                      <a:pt x="37558" y="583379"/>
                    </a:lnTo>
                    <a:lnTo>
                      <a:pt x="37693" y="585700"/>
                    </a:lnTo>
                    <a:lnTo>
                      <a:pt x="37121" y="587752"/>
                    </a:lnTo>
                    <a:cubicBezTo>
                      <a:pt x="37121" y="587752"/>
                      <a:pt x="34664" y="589333"/>
                      <a:pt x="34092" y="589333"/>
                    </a:cubicBezTo>
                    <a:cubicBezTo>
                      <a:pt x="33520" y="589333"/>
                      <a:pt x="31904" y="588593"/>
                      <a:pt x="31904" y="588593"/>
                    </a:cubicBezTo>
                    <a:lnTo>
                      <a:pt x="29145" y="586271"/>
                    </a:lnTo>
                    <a:lnTo>
                      <a:pt x="25510" y="586137"/>
                    </a:lnTo>
                    <a:lnTo>
                      <a:pt x="24063" y="587012"/>
                    </a:lnTo>
                    <a:lnTo>
                      <a:pt x="22616" y="589635"/>
                    </a:lnTo>
                    <a:lnTo>
                      <a:pt x="22616" y="592663"/>
                    </a:lnTo>
                    <a:cubicBezTo>
                      <a:pt x="22616" y="592663"/>
                      <a:pt x="23592" y="598617"/>
                      <a:pt x="23154" y="600468"/>
                    </a:cubicBezTo>
                    <a:cubicBezTo>
                      <a:pt x="22717" y="602351"/>
                      <a:pt x="23491" y="602351"/>
                      <a:pt x="23491" y="602351"/>
                    </a:cubicBezTo>
                    <a:lnTo>
                      <a:pt x="27126" y="603966"/>
                    </a:lnTo>
                    <a:cubicBezTo>
                      <a:pt x="27126" y="603966"/>
                      <a:pt x="28842" y="603226"/>
                      <a:pt x="29313" y="603226"/>
                    </a:cubicBezTo>
                    <a:cubicBezTo>
                      <a:pt x="29751" y="603226"/>
                      <a:pt x="32948" y="600165"/>
                      <a:pt x="33217" y="599761"/>
                    </a:cubicBezTo>
                    <a:cubicBezTo>
                      <a:pt x="33520" y="599324"/>
                      <a:pt x="39174" y="599189"/>
                      <a:pt x="39174" y="599189"/>
                    </a:cubicBezTo>
                    <a:lnTo>
                      <a:pt x="42943" y="599189"/>
                    </a:lnTo>
                    <a:lnTo>
                      <a:pt x="45972" y="600501"/>
                    </a:lnTo>
                    <a:lnTo>
                      <a:pt x="46713" y="601073"/>
                    </a:lnTo>
                    <a:cubicBezTo>
                      <a:pt x="46713" y="601073"/>
                      <a:pt x="50482" y="603966"/>
                      <a:pt x="51054" y="603832"/>
                    </a:cubicBezTo>
                    <a:cubicBezTo>
                      <a:pt x="51626" y="603697"/>
                      <a:pt x="53948" y="604269"/>
                      <a:pt x="54520" y="603832"/>
                    </a:cubicBezTo>
                    <a:cubicBezTo>
                      <a:pt x="55093" y="603394"/>
                      <a:pt x="58020" y="601645"/>
                      <a:pt x="58020" y="601645"/>
                    </a:cubicBezTo>
                    <a:lnTo>
                      <a:pt x="62497" y="600064"/>
                    </a:lnTo>
                    <a:cubicBezTo>
                      <a:pt x="62497" y="600064"/>
                      <a:pt x="68857" y="598752"/>
                      <a:pt x="69463" y="598752"/>
                    </a:cubicBezTo>
                    <a:cubicBezTo>
                      <a:pt x="70035" y="598752"/>
                      <a:pt x="74107" y="597743"/>
                      <a:pt x="74680" y="597440"/>
                    </a:cubicBezTo>
                    <a:cubicBezTo>
                      <a:pt x="75252" y="597137"/>
                      <a:pt x="78449" y="594412"/>
                      <a:pt x="78449" y="594412"/>
                    </a:cubicBezTo>
                    <a:lnTo>
                      <a:pt x="83531" y="592528"/>
                    </a:lnTo>
                    <a:cubicBezTo>
                      <a:pt x="83531" y="592528"/>
                      <a:pt x="86862" y="588323"/>
                      <a:pt x="87165" y="587886"/>
                    </a:cubicBezTo>
                    <a:cubicBezTo>
                      <a:pt x="87468" y="587449"/>
                      <a:pt x="89622" y="581966"/>
                      <a:pt x="89622" y="581966"/>
                    </a:cubicBezTo>
                    <a:lnTo>
                      <a:pt x="90935" y="577761"/>
                    </a:lnTo>
                    <a:lnTo>
                      <a:pt x="93391" y="572109"/>
                    </a:lnTo>
                    <a:lnTo>
                      <a:pt x="91069" y="568342"/>
                    </a:lnTo>
                    <a:lnTo>
                      <a:pt x="87738" y="563868"/>
                    </a:lnTo>
                    <a:lnTo>
                      <a:pt x="86156" y="559393"/>
                    </a:lnTo>
                    <a:lnTo>
                      <a:pt x="84406" y="557947"/>
                    </a:lnTo>
                    <a:lnTo>
                      <a:pt x="81074" y="559393"/>
                    </a:lnTo>
                    <a:lnTo>
                      <a:pt x="79189" y="556938"/>
                    </a:lnTo>
                    <a:lnTo>
                      <a:pt x="77742" y="554347"/>
                    </a:lnTo>
                    <a:lnTo>
                      <a:pt x="76867" y="554617"/>
                    </a:lnTo>
                    <a:lnTo>
                      <a:pt x="73973" y="555760"/>
                    </a:lnTo>
                    <a:lnTo>
                      <a:pt x="71078" y="555760"/>
                    </a:lnTo>
                    <a:lnTo>
                      <a:pt x="70069" y="552935"/>
                    </a:lnTo>
                    <a:lnTo>
                      <a:pt x="69328" y="550681"/>
                    </a:lnTo>
                    <a:lnTo>
                      <a:pt x="70473" y="547048"/>
                    </a:lnTo>
                    <a:lnTo>
                      <a:pt x="72223" y="547048"/>
                    </a:lnTo>
                    <a:lnTo>
                      <a:pt x="75992" y="547048"/>
                    </a:lnTo>
                    <a:lnTo>
                      <a:pt x="77574" y="545736"/>
                    </a:lnTo>
                    <a:lnTo>
                      <a:pt x="77002" y="543549"/>
                    </a:lnTo>
                    <a:lnTo>
                      <a:pt x="76564" y="540084"/>
                    </a:lnTo>
                    <a:lnTo>
                      <a:pt x="74982" y="538201"/>
                    </a:lnTo>
                    <a:lnTo>
                      <a:pt x="72660" y="535005"/>
                    </a:lnTo>
                    <a:lnTo>
                      <a:pt x="71482" y="534197"/>
                    </a:lnTo>
                    <a:cubicBezTo>
                      <a:pt x="71482" y="534197"/>
                      <a:pt x="68723" y="533996"/>
                      <a:pt x="67578" y="534130"/>
                    </a:cubicBezTo>
                    <a:cubicBezTo>
                      <a:pt x="66434" y="534265"/>
                      <a:pt x="63102" y="534130"/>
                      <a:pt x="63102" y="534130"/>
                    </a:cubicBezTo>
                    <a:lnTo>
                      <a:pt x="59905" y="531506"/>
                    </a:lnTo>
                    <a:lnTo>
                      <a:pt x="56439" y="528613"/>
                    </a:lnTo>
                    <a:cubicBezTo>
                      <a:pt x="56439" y="528613"/>
                      <a:pt x="54117" y="525990"/>
                      <a:pt x="53847" y="525417"/>
                    </a:cubicBezTo>
                    <a:cubicBezTo>
                      <a:pt x="53544" y="524845"/>
                      <a:pt x="52838" y="522659"/>
                      <a:pt x="52838" y="522659"/>
                    </a:cubicBezTo>
                    <a:lnTo>
                      <a:pt x="52265" y="521785"/>
                    </a:lnTo>
                    <a:lnTo>
                      <a:pt x="52265" y="518892"/>
                    </a:lnTo>
                    <a:lnTo>
                      <a:pt x="52703" y="517008"/>
                    </a:lnTo>
                    <a:lnTo>
                      <a:pt x="55025" y="514115"/>
                    </a:lnTo>
                    <a:lnTo>
                      <a:pt x="58054" y="511356"/>
                    </a:lnTo>
                    <a:lnTo>
                      <a:pt x="61958" y="509910"/>
                    </a:lnTo>
                    <a:cubicBezTo>
                      <a:pt x="61958" y="509910"/>
                      <a:pt x="66030" y="508766"/>
                      <a:pt x="68487" y="508329"/>
                    </a:cubicBezTo>
                    <a:cubicBezTo>
                      <a:pt x="70944" y="507891"/>
                      <a:pt x="68622" y="511524"/>
                      <a:pt x="68622" y="511524"/>
                    </a:cubicBezTo>
                    <a:cubicBezTo>
                      <a:pt x="68622" y="511524"/>
                      <a:pt x="65290" y="515292"/>
                      <a:pt x="64852" y="515595"/>
                    </a:cubicBezTo>
                    <a:cubicBezTo>
                      <a:pt x="64415" y="515898"/>
                      <a:pt x="67006" y="517479"/>
                      <a:pt x="67006" y="517479"/>
                    </a:cubicBezTo>
                    <a:lnTo>
                      <a:pt x="71785" y="517479"/>
                    </a:lnTo>
                    <a:lnTo>
                      <a:pt x="74545" y="516335"/>
                    </a:lnTo>
                    <a:lnTo>
                      <a:pt x="77742" y="515460"/>
                    </a:lnTo>
                    <a:lnTo>
                      <a:pt x="82252" y="518051"/>
                    </a:lnTo>
                    <a:lnTo>
                      <a:pt x="85718" y="520944"/>
                    </a:lnTo>
                    <a:lnTo>
                      <a:pt x="91372" y="522659"/>
                    </a:lnTo>
                    <a:lnTo>
                      <a:pt x="95714" y="522659"/>
                    </a:lnTo>
                    <a:lnTo>
                      <a:pt x="96016" y="519463"/>
                    </a:lnTo>
                    <a:lnTo>
                      <a:pt x="96891" y="516570"/>
                    </a:lnTo>
                    <a:lnTo>
                      <a:pt x="97026" y="513946"/>
                    </a:lnTo>
                    <a:lnTo>
                      <a:pt x="96319" y="511928"/>
                    </a:lnTo>
                    <a:lnTo>
                      <a:pt x="94267" y="510179"/>
                    </a:lnTo>
                    <a:cubicBezTo>
                      <a:pt x="94267" y="510179"/>
                      <a:pt x="91944" y="508867"/>
                      <a:pt x="91675" y="508295"/>
                    </a:cubicBezTo>
                    <a:cubicBezTo>
                      <a:pt x="91372" y="507723"/>
                      <a:pt x="90531" y="508160"/>
                      <a:pt x="89050" y="507151"/>
                    </a:cubicBezTo>
                    <a:cubicBezTo>
                      <a:pt x="87603" y="506142"/>
                      <a:pt x="86021" y="504830"/>
                      <a:pt x="85415" y="504527"/>
                    </a:cubicBezTo>
                    <a:cubicBezTo>
                      <a:pt x="84843" y="504258"/>
                      <a:pt x="83396" y="503383"/>
                      <a:pt x="83396" y="503383"/>
                    </a:cubicBezTo>
                    <a:lnTo>
                      <a:pt x="79761" y="502206"/>
                    </a:lnTo>
                    <a:lnTo>
                      <a:pt x="80636" y="500760"/>
                    </a:lnTo>
                    <a:lnTo>
                      <a:pt x="81713" y="499448"/>
                    </a:lnTo>
                    <a:lnTo>
                      <a:pt x="81814" y="495680"/>
                    </a:lnTo>
                    <a:lnTo>
                      <a:pt x="81814" y="490331"/>
                    </a:lnTo>
                    <a:cubicBezTo>
                      <a:pt x="81814" y="490331"/>
                      <a:pt x="82184" y="487270"/>
                      <a:pt x="81882" y="486698"/>
                    </a:cubicBezTo>
                    <a:cubicBezTo>
                      <a:pt x="81579" y="486126"/>
                      <a:pt x="81814" y="481787"/>
                      <a:pt x="81814" y="481787"/>
                    </a:cubicBezTo>
                    <a:lnTo>
                      <a:pt x="81814" y="478322"/>
                    </a:lnTo>
                    <a:lnTo>
                      <a:pt x="84002" y="478457"/>
                    </a:lnTo>
                    <a:lnTo>
                      <a:pt x="87636" y="482090"/>
                    </a:lnTo>
                    <a:cubicBezTo>
                      <a:pt x="87636" y="482090"/>
                      <a:pt x="89959" y="485723"/>
                      <a:pt x="89959" y="486295"/>
                    </a:cubicBezTo>
                    <a:cubicBezTo>
                      <a:pt x="89959" y="486867"/>
                      <a:pt x="89521" y="491206"/>
                      <a:pt x="89084" y="491643"/>
                    </a:cubicBezTo>
                    <a:cubicBezTo>
                      <a:pt x="88646" y="492080"/>
                      <a:pt x="89252" y="494671"/>
                      <a:pt x="89084" y="495108"/>
                    </a:cubicBezTo>
                    <a:cubicBezTo>
                      <a:pt x="88949" y="495545"/>
                      <a:pt x="91271" y="497295"/>
                      <a:pt x="91271" y="497295"/>
                    </a:cubicBezTo>
                    <a:lnTo>
                      <a:pt x="94738" y="503653"/>
                    </a:lnTo>
                    <a:cubicBezTo>
                      <a:pt x="94738" y="503653"/>
                      <a:pt x="98372" y="505099"/>
                      <a:pt x="98945" y="505099"/>
                    </a:cubicBezTo>
                    <a:cubicBezTo>
                      <a:pt x="99517" y="505099"/>
                      <a:pt x="101267" y="504662"/>
                      <a:pt x="101267" y="504224"/>
                    </a:cubicBezTo>
                    <a:cubicBezTo>
                      <a:pt x="101267" y="503787"/>
                      <a:pt x="102848" y="502475"/>
                      <a:pt x="102848" y="502475"/>
                    </a:cubicBezTo>
                    <a:lnTo>
                      <a:pt x="104430" y="500894"/>
                    </a:lnTo>
                    <a:lnTo>
                      <a:pt x="104430" y="497429"/>
                    </a:lnTo>
                    <a:lnTo>
                      <a:pt x="104430" y="492215"/>
                    </a:lnTo>
                    <a:lnTo>
                      <a:pt x="104430" y="488750"/>
                    </a:lnTo>
                    <a:lnTo>
                      <a:pt x="104430" y="482662"/>
                    </a:lnTo>
                    <a:lnTo>
                      <a:pt x="107325" y="480206"/>
                    </a:lnTo>
                    <a:lnTo>
                      <a:pt x="108772" y="482662"/>
                    </a:lnTo>
                    <a:lnTo>
                      <a:pt x="113719" y="482662"/>
                    </a:lnTo>
                    <a:lnTo>
                      <a:pt x="115603" y="479634"/>
                    </a:lnTo>
                    <a:lnTo>
                      <a:pt x="116478" y="476741"/>
                    </a:lnTo>
                    <a:lnTo>
                      <a:pt x="118060" y="471964"/>
                    </a:lnTo>
                    <a:lnTo>
                      <a:pt x="124589" y="468499"/>
                    </a:lnTo>
                    <a:lnTo>
                      <a:pt x="133138" y="468768"/>
                    </a:lnTo>
                    <a:lnTo>
                      <a:pt x="139094" y="468768"/>
                    </a:lnTo>
                    <a:lnTo>
                      <a:pt x="144883" y="469273"/>
                    </a:lnTo>
                    <a:lnTo>
                      <a:pt x="149224" y="467019"/>
                    </a:lnTo>
                    <a:lnTo>
                      <a:pt x="156898" y="465270"/>
                    </a:lnTo>
                    <a:lnTo>
                      <a:pt x="160801" y="464260"/>
                    </a:lnTo>
                    <a:lnTo>
                      <a:pt x="164268" y="463117"/>
                    </a:lnTo>
                    <a:lnTo>
                      <a:pt x="163561" y="459214"/>
                    </a:lnTo>
                    <a:lnTo>
                      <a:pt x="163561" y="457903"/>
                    </a:lnTo>
                    <a:lnTo>
                      <a:pt x="167263" y="457331"/>
                    </a:lnTo>
                    <a:lnTo>
                      <a:pt x="169787" y="458643"/>
                    </a:lnTo>
                    <a:lnTo>
                      <a:pt x="170528" y="460964"/>
                    </a:lnTo>
                    <a:lnTo>
                      <a:pt x="170528" y="465034"/>
                    </a:lnTo>
                    <a:lnTo>
                      <a:pt x="171470" y="469677"/>
                    </a:lnTo>
                    <a:lnTo>
                      <a:pt x="175038" y="470686"/>
                    </a:lnTo>
                    <a:cubicBezTo>
                      <a:pt x="175038" y="470686"/>
                      <a:pt x="177057" y="467221"/>
                      <a:pt x="177225" y="466783"/>
                    </a:cubicBezTo>
                    <a:cubicBezTo>
                      <a:pt x="177360" y="466346"/>
                      <a:pt x="178235" y="464160"/>
                      <a:pt x="178235" y="464160"/>
                    </a:cubicBezTo>
                    <a:lnTo>
                      <a:pt x="181432" y="461838"/>
                    </a:lnTo>
                    <a:lnTo>
                      <a:pt x="186783" y="460089"/>
                    </a:lnTo>
                    <a:lnTo>
                      <a:pt x="188398" y="457331"/>
                    </a:lnTo>
                    <a:lnTo>
                      <a:pt x="189845" y="454135"/>
                    </a:lnTo>
                    <a:lnTo>
                      <a:pt x="190418" y="452520"/>
                    </a:lnTo>
                    <a:lnTo>
                      <a:pt x="195197" y="453967"/>
                    </a:lnTo>
                    <a:lnTo>
                      <a:pt x="200278" y="456423"/>
                    </a:lnTo>
                    <a:lnTo>
                      <a:pt x="206235" y="460022"/>
                    </a:lnTo>
                    <a:lnTo>
                      <a:pt x="210005" y="460022"/>
                    </a:lnTo>
                    <a:lnTo>
                      <a:pt x="217543" y="457196"/>
                    </a:lnTo>
                    <a:lnTo>
                      <a:pt x="218284" y="453664"/>
                    </a:lnTo>
                    <a:cubicBezTo>
                      <a:pt x="218284" y="453664"/>
                      <a:pt x="220740" y="451209"/>
                      <a:pt x="220740" y="450771"/>
                    </a:cubicBezTo>
                    <a:cubicBezTo>
                      <a:pt x="220740" y="450334"/>
                      <a:pt x="223063" y="447575"/>
                      <a:pt x="223063" y="447575"/>
                    </a:cubicBezTo>
                    <a:lnTo>
                      <a:pt x="225250" y="444380"/>
                    </a:lnTo>
                    <a:lnTo>
                      <a:pt x="224947" y="442799"/>
                    </a:lnTo>
                    <a:lnTo>
                      <a:pt x="223635" y="439165"/>
                    </a:lnTo>
                    <a:lnTo>
                      <a:pt x="219562" y="434389"/>
                    </a:lnTo>
                    <a:lnTo>
                      <a:pt x="217543" y="430049"/>
                    </a:lnTo>
                    <a:lnTo>
                      <a:pt x="220135" y="429747"/>
                    </a:lnTo>
                    <a:lnTo>
                      <a:pt x="223029" y="429443"/>
                    </a:lnTo>
                    <a:cubicBezTo>
                      <a:pt x="223029" y="429443"/>
                      <a:pt x="226226" y="429006"/>
                      <a:pt x="226664" y="428737"/>
                    </a:cubicBezTo>
                    <a:cubicBezTo>
                      <a:pt x="227101" y="428435"/>
                      <a:pt x="228111" y="427156"/>
                      <a:pt x="228111" y="427156"/>
                    </a:cubicBezTo>
                    <a:lnTo>
                      <a:pt x="232183" y="426282"/>
                    </a:lnTo>
                    <a:lnTo>
                      <a:pt x="234774" y="426416"/>
                    </a:lnTo>
                    <a:lnTo>
                      <a:pt x="236356" y="429006"/>
                    </a:lnTo>
                    <a:lnTo>
                      <a:pt x="234774" y="432908"/>
                    </a:lnTo>
                    <a:lnTo>
                      <a:pt x="234337" y="435230"/>
                    </a:lnTo>
                    <a:lnTo>
                      <a:pt x="234068" y="439435"/>
                    </a:lnTo>
                    <a:lnTo>
                      <a:pt x="233193" y="441756"/>
                    </a:lnTo>
                    <a:lnTo>
                      <a:pt x="233193" y="445086"/>
                    </a:lnTo>
                    <a:lnTo>
                      <a:pt x="234269" y="448988"/>
                    </a:lnTo>
                    <a:lnTo>
                      <a:pt x="236794" y="451612"/>
                    </a:lnTo>
                    <a:lnTo>
                      <a:pt x="241000" y="453631"/>
                    </a:lnTo>
                    <a:lnTo>
                      <a:pt x="245780" y="452756"/>
                    </a:lnTo>
                    <a:lnTo>
                      <a:pt x="247799" y="448686"/>
                    </a:lnTo>
                    <a:lnTo>
                      <a:pt x="251265" y="446230"/>
                    </a:lnTo>
                    <a:cubicBezTo>
                      <a:pt x="251265" y="446230"/>
                      <a:pt x="251568" y="441150"/>
                      <a:pt x="251837" y="440578"/>
                    </a:cubicBezTo>
                    <a:cubicBezTo>
                      <a:pt x="252107" y="440006"/>
                      <a:pt x="251703" y="434489"/>
                      <a:pt x="251703" y="434489"/>
                    </a:cubicBezTo>
                    <a:lnTo>
                      <a:pt x="251130" y="432303"/>
                    </a:lnTo>
                    <a:lnTo>
                      <a:pt x="247933" y="428266"/>
                    </a:lnTo>
                    <a:lnTo>
                      <a:pt x="244029" y="422918"/>
                    </a:lnTo>
                    <a:lnTo>
                      <a:pt x="246049" y="420025"/>
                    </a:lnTo>
                    <a:lnTo>
                      <a:pt x="249515" y="420159"/>
                    </a:lnTo>
                    <a:lnTo>
                      <a:pt x="253587" y="420025"/>
                    </a:lnTo>
                    <a:lnTo>
                      <a:pt x="255035" y="422043"/>
                    </a:lnTo>
                    <a:lnTo>
                      <a:pt x="262438" y="423355"/>
                    </a:lnTo>
                    <a:lnTo>
                      <a:pt x="266510" y="420159"/>
                    </a:lnTo>
                    <a:lnTo>
                      <a:pt x="269270" y="417973"/>
                    </a:lnTo>
                    <a:lnTo>
                      <a:pt x="273915" y="416829"/>
                    </a:lnTo>
                    <a:lnTo>
                      <a:pt x="274621" y="419587"/>
                    </a:lnTo>
                    <a:lnTo>
                      <a:pt x="273040" y="425508"/>
                    </a:lnTo>
                    <a:lnTo>
                      <a:pt x="271896" y="429410"/>
                    </a:lnTo>
                    <a:lnTo>
                      <a:pt x="272905" y="432875"/>
                    </a:lnTo>
                    <a:lnTo>
                      <a:pt x="277549" y="433884"/>
                    </a:lnTo>
                    <a:lnTo>
                      <a:pt x="283641" y="433884"/>
                    </a:lnTo>
                    <a:lnTo>
                      <a:pt x="287982" y="432875"/>
                    </a:lnTo>
                    <a:lnTo>
                      <a:pt x="290877" y="429242"/>
                    </a:lnTo>
                    <a:lnTo>
                      <a:pt x="293333" y="425037"/>
                    </a:lnTo>
                    <a:lnTo>
                      <a:pt x="294780" y="423456"/>
                    </a:lnTo>
                    <a:lnTo>
                      <a:pt x="296228" y="419823"/>
                    </a:lnTo>
                    <a:lnTo>
                      <a:pt x="296497" y="414777"/>
                    </a:lnTo>
                    <a:lnTo>
                      <a:pt x="293468" y="409697"/>
                    </a:lnTo>
                    <a:lnTo>
                      <a:pt x="292761" y="406232"/>
                    </a:lnTo>
                    <a:lnTo>
                      <a:pt x="289429" y="402902"/>
                    </a:lnTo>
                    <a:lnTo>
                      <a:pt x="288723" y="397688"/>
                    </a:lnTo>
                    <a:lnTo>
                      <a:pt x="289598" y="393617"/>
                    </a:lnTo>
                    <a:lnTo>
                      <a:pt x="294074" y="398259"/>
                    </a:lnTo>
                    <a:lnTo>
                      <a:pt x="294074" y="401724"/>
                    </a:lnTo>
                    <a:lnTo>
                      <a:pt x="297103" y="404046"/>
                    </a:lnTo>
                    <a:lnTo>
                      <a:pt x="300435" y="406064"/>
                    </a:lnTo>
                    <a:lnTo>
                      <a:pt x="303632" y="408385"/>
                    </a:lnTo>
                    <a:lnTo>
                      <a:pt x="302319" y="410269"/>
                    </a:lnTo>
                    <a:lnTo>
                      <a:pt x="300435" y="415046"/>
                    </a:lnTo>
                    <a:lnTo>
                      <a:pt x="302319" y="420563"/>
                    </a:lnTo>
                    <a:lnTo>
                      <a:pt x="308848" y="425071"/>
                    </a:lnTo>
                    <a:lnTo>
                      <a:pt x="314939" y="424330"/>
                    </a:lnTo>
                    <a:lnTo>
                      <a:pt x="319146" y="420697"/>
                    </a:lnTo>
                    <a:cubicBezTo>
                      <a:pt x="319146" y="420697"/>
                      <a:pt x="323623" y="417939"/>
                      <a:pt x="324094" y="417502"/>
                    </a:cubicBezTo>
                    <a:cubicBezTo>
                      <a:pt x="324531" y="417064"/>
                      <a:pt x="326416" y="415450"/>
                      <a:pt x="326988" y="414609"/>
                    </a:cubicBezTo>
                    <a:cubicBezTo>
                      <a:pt x="327560" y="413734"/>
                      <a:pt x="329007" y="410841"/>
                      <a:pt x="329007" y="410841"/>
                    </a:cubicBezTo>
                    <a:lnTo>
                      <a:pt x="330454" y="406064"/>
                    </a:lnTo>
                    <a:lnTo>
                      <a:pt x="332204" y="401287"/>
                    </a:lnTo>
                    <a:lnTo>
                      <a:pt x="334527" y="397957"/>
                    </a:lnTo>
                    <a:lnTo>
                      <a:pt x="336411" y="397385"/>
                    </a:lnTo>
                    <a:cubicBezTo>
                      <a:pt x="336411" y="397385"/>
                      <a:pt x="340618" y="401859"/>
                      <a:pt x="341190" y="402464"/>
                    </a:cubicBezTo>
                    <a:cubicBezTo>
                      <a:pt x="341762" y="403036"/>
                      <a:pt x="341055" y="405492"/>
                      <a:pt x="341190" y="407813"/>
                    </a:cubicBezTo>
                    <a:cubicBezTo>
                      <a:pt x="341325" y="410134"/>
                      <a:pt x="341930" y="411715"/>
                      <a:pt x="341930" y="411715"/>
                    </a:cubicBezTo>
                    <a:cubicBezTo>
                      <a:pt x="341930" y="411715"/>
                      <a:pt x="347416" y="416358"/>
                      <a:pt x="348291" y="416055"/>
                    </a:cubicBezTo>
                    <a:cubicBezTo>
                      <a:pt x="349166" y="415752"/>
                      <a:pt x="353373" y="415315"/>
                      <a:pt x="353373" y="415315"/>
                    </a:cubicBezTo>
                    <a:lnTo>
                      <a:pt x="360474" y="416055"/>
                    </a:lnTo>
                    <a:cubicBezTo>
                      <a:pt x="360474" y="416055"/>
                      <a:pt x="362662" y="415752"/>
                      <a:pt x="362662" y="415315"/>
                    </a:cubicBezTo>
                    <a:cubicBezTo>
                      <a:pt x="362662" y="414878"/>
                      <a:pt x="364412" y="412859"/>
                      <a:pt x="364412" y="412859"/>
                    </a:cubicBezTo>
                    <a:lnTo>
                      <a:pt x="360508" y="410101"/>
                    </a:lnTo>
                    <a:lnTo>
                      <a:pt x="361383" y="406905"/>
                    </a:lnTo>
                    <a:cubicBezTo>
                      <a:pt x="361383" y="406905"/>
                      <a:pt x="363133" y="403877"/>
                      <a:pt x="363133" y="403272"/>
                    </a:cubicBezTo>
                    <a:cubicBezTo>
                      <a:pt x="363133" y="402700"/>
                      <a:pt x="364446" y="402128"/>
                      <a:pt x="364446" y="402128"/>
                    </a:cubicBezTo>
                    <a:lnTo>
                      <a:pt x="366330" y="402868"/>
                    </a:lnTo>
                    <a:lnTo>
                      <a:pt x="367912" y="405055"/>
                    </a:lnTo>
                    <a:cubicBezTo>
                      <a:pt x="367912" y="405055"/>
                      <a:pt x="372691" y="405627"/>
                      <a:pt x="373297" y="405055"/>
                    </a:cubicBezTo>
                    <a:cubicBezTo>
                      <a:pt x="373869" y="404483"/>
                      <a:pt x="374744" y="405055"/>
                      <a:pt x="374744" y="405055"/>
                    </a:cubicBezTo>
                    <a:cubicBezTo>
                      <a:pt x="374744" y="405055"/>
                      <a:pt x="377638" y="402027"/>
                      <a:pt x="377806" y="401590"/>
                    </a:cubicBezTo>
                    <a:cubicBezTo>
                      <a:pt x="377941" y="401153"/>
                      <a:pt x="381138" y="399269"/>
                      <a:pt x="381576" y="398529"/>
                    </a:cubicBezTo>
                    <a:cubicBezTo>
                      <a:pt x="382013" y="397822"/>
                      <a:pt x="382888" y="393752"/>
                      <a:pt x="382888" y="393752"/>
                    </a:cubicBezTo>
                    <a:lnTo>
                      <a:pt x="386523" y="390556"/>
                    </a:lnTo>
                    <a:lnTo>
                      <a:pt x="388980" y="387798"/>
                    </a:lnTo>
                    <a:lnTo>
                      <a:pt x="391436" y="384165"/>
                    </a:lnTo>
                    <a:lnTo>
                      <a:pt x="393321" y="380700"/>
                    </a:lnTo>
                    <a:lnTo>
                      <a:pt x="394903" y="378076"/>
                    </a:lnTo>
                    <a:lnTo>
                      <a:pt x="394465" y="373433"/>
                    </a:lnTo>
                    <a:lnTo>
                      <a:pt x="394331" y="370238"/>
                    </a:lnTo>
                    <a:lnTo>
                      <a:pt x="391706" y="366168"/>
                    </a:lnTo>
                    <a:lnTo>
                      <a:pt x="390696" y="361256"/>
                    </a:lnTo>
                    <a:lnTo>
                      <a:pt x="396922" y="363140"/>
                    </a:lnTo>
                    <a:lnTo>
                      <a:pt x="395913" y="366033"/>
                    </a:lnTo>
                    <a:lnTo>
                      <a:pt x="399110" y="368926"/>
                    </a:lnTo>
                    <a:lnTo>
                      <a:pt x="401566" y="370810"/>
                    </a:lnTo>
                    <a:lnTo>
                      <a:pt x="403451" y="375015"/>
                    </a:lnTo>
                    <a:lnTo>
                      <a:pt x="407523" y="379522"/>
                    </a:lnTo>
                    <a:lnTo>
                      <a:pt x="407086" y="381978"/>
                    </a:lnTo>
                    <a:lnTo>
                      <a:pt x="409846" y="385174"/>
                    </a:lnTo>
                    <a:lnTo>
                      <a:pt x="414759" y="385174"/>
                    </a:lnTo>
                    <a:lnTo>
                      <a:pt x="418831" y="383223"/>
                    </a:lnTo>
                    <a:lnTo>
                      <a:pt x="420851" y="380969"/>
                    </a:lnTo>
                    <a:lnTo>
                      <a:pt x="419976" y="377773"/>
                    </a:lnTo>
                    <a:lnTo>
                      <a:pt x="417788" y="375015"/>
                    </a:lnTo>
                    <a:lnTo>
                      <a:pt x="417519" y="372828"/>
                    </a:lnTo>
                    <a:lnTo>
                      <a:pt x="421153" y="370810"/>
                    </a:lnTo>
                    <a:lnTo>
                      <a:pt x="421423" y="367345"/>
                    </a:lnTo>
                    <a:lnTo>
                      <a:pt x="421557" y="361122"/>
                    </a:lnTo>
                    <a:lnTo>
                      <a:pt x="420380" y="351265"/>
                    </a:lnTo>
                    <a:lnTo>
                      <a:pt x="420817" y="347060"/>
                    </a:lnTo>
                    <a:lnTo>
                      <a:pt x="418797" y="343595"/>
                    </a:lnTo>
                    <a:lnTo>
                      <a:pt x="415600" y="340131"/>
                    </a:lnTo>
                    <a:lnTo>
                      <a:pt x="415028" y="335354"/>
                    </a:lnTo>
                    <a:lnTo>
                      <a:pt x="415466" y="330711"/>
                    </a:lnTo>
                    <a:lnTo>
                      <a:pt x="414322" y="326944"/>
                    </a:lnTo>
                    <a:lnTo>
                      <a:pt x="410687" y="324488"/>
                    </a:lnTo>
                    <a:cubicBezTo>
                      <a:pt x="410687" y="324488"/>
                      <a:pt x="405168" y="320855"/>
                      <a:pt x="404730" y="320586"/>
                    </a:cubicBezTo>
                    <a:cubicBezTo>
                      <a:pt x="404293" y="320283"/>
                      <a:pt x="401836" y="316515"/>
                      <a:pt x="401836" y="316515"/>
                    </a:cubicBezTo>
                    <a:lnTo>
                      <a:pt x="400220" y="313050"/>
                    </a:lnTo>
                    <a:lnTo>
                      <a:pt x="400220" y="311301"/>
                    </a:lnTo>
                    <a:lnTo>
                      <a:pt x="405235" y="315069"/>
                    </a:lnTo>
                    <a:lnTo>
                      <a:pt x="410519" y="317087"/>
                    </a:lnTo>
                    <a:lnTo>
                      <a:pt x="413548" y="318836"/>
                    </a:lnTo>
                    <a:lnTo>
                      <a:pt x="417317" y="318971"/>
                    </a:lnTo>
                    <a:lnTo>
                      <a:pt x="419067" y="317524"/>
                    </a:lnTo>
                    <a:lnTo>
                      <a:pt x="419336" y="313050"/>
                    </a:lnTo>
                    <a:lnTo>
                      <a:pt x="419336" y="307265"/>
                    </a:lnTo>
                    <a:lnTo>
                      <a:pt x="416879" y="303934"/>
                    </a:lnTo>
                    <a:lnTo>
                      <a:pt x="412538" y="300604"/>
                    </a:lnTo>
                    <a:lnTo>
                      <a:pt x="408197" y="295962"/>
                    </a:lnTo>
                    <a:lnTo>
                      <a:pt x="403720" y="290445"/>
                    </a:lnTo>
                    <a:lnTo>
                      <a:pt x="403720" y="286980"/>
                    </a:lnTo>
                    <a:lnTo>
                      <a:pt x="403720" y="281765"/>
                    </a:lnTo>
                    <a:lnTo>
                      <a:pt x="405672" y="280622"/>
                    </a:lnTo>
                    <a:cubicBezTo>
                      <a:pt x="405672" y="280622"/>
                      <a:pt x="410081" y="285970"/>
                      <a:pt x="410687" y="286408"/>
                    </a:cubicBezTo>
                    <a:cubicBezTo>
                      <a:pt x="411259" y="286845"/>
                      <a:pt x="413009" y="291487"/>
                      <a:pt x="413009" y="291487"/>
                    </a:cubicBezTo>
                    <a:lnTo>
                      <a:pt x="417519" y="296702"/>
                    </a:lnTo>
                    <a:lnTo>
                      <a:pt x="421725" y="301041"/>
                    </a:lnTo>
                    <a:lnTo>
                      <a:pt x="425360" y="306390"/>
                    </a:lnTo>
                    <a:lnTo>
                      <a:pt x="426673" y="308139"/>
                    </a:lnTo>
                    <a:lnTo>
                      <a:pt x="432327" y="309283"/>
                    </a:lnTo>
                    <a:lnTo>
                      <a:pt x="433774" y="311032"/>
                    </a:lnTo>
                    <a:cubicBezTo>
                      <a:pt x="433774" y="311032"/>
                      <a:pt x="436533" y="316246"/>
                      <a:pt x="436837" y="316818"/>
                    </a:cubicBezTo>
                    <a:cubicBezTo>
                      <a:pt x="437106" y="317390"/>
                      <a:pt x="438586" y="321326"/>
                      <a:pt x="438586" y="321326"/>
                    </a:cubicBezTo>
                    <a:cubicBezTo>
                      <a:pt x="438586" y="321326"/>
                      <a:pt x="441918" y="326977"/>
                      <a:pt x="442188" y="328424"/>
                    </a:cubicBezTo>
                    <a:cubicBezTo>
                      <a:pt x="442490" y="329870"/>
                      <a:pt x="443500" y="331317"/>
                      <a:pt x="443500" y="331317"/>
                    </a:cubicBezTo>
                    <a:cubicBezTo>
                      <a:pt x="443500" y="331317"/>
                      <a:pt x="444678" y="334210"/>
                      <a:pt x="444813" y="334647"/>
                    </a:cubicBezTo>
                    <a:cubicBezTo>
                      <a:pt x="444947" y="335085"/>
                      <a:pt x="446866" y="337406"/>
                      <a:pt x="446866" y="337406"/>
                    </a:cubicBezTo>
                    <a:lnTo>
                      <a:pt x="449895" y="338280"/>
                    </a:lnTo>
                    <a:lnTo>
                      <a:pt x="455246" y="338280"/>
                    </a:lnTo>
                    <a:cubicBezTo>
                      <a:pt x="455246" y="338280"/>
                      <a:pt x="457568" y="337708"/>
                      <a:pt x="458005" y="337406"/>
                    </a:cubicBezTo>
                    <a:cubicBezTo>
                      <a:pt x="458443" y="337103"/>
                      <a:pt x="462347" y="336397"/>
                      <a:pt x="462347" y="336397"/>
                    </a:cubicBezTo>
                    <a:lnTo>
                      <a:pt x="466116" y="335959"/>
                    </a:lnTo>
                    <a:lnTo>
                      <a:pt x="468135" y="334647"/>
                    </a:lnTo>
                    <a:lnTo>
                      <a:pt x="470895" y="331451"/>
                    </a:lnTo>
                    <a:lnTo>
                      <a:pt x="474227" y="329568"/>
                    </a:lnTo>
                    <a:lnTo>
                      <a:pt x="480453" y="329568"/>
                    </a:lnTo>
                    <a:lnTo>
                      <a:pt x="484525" y="329332"/>
                    </a:lnTo>
                    <a:lnTo>
                      <a:pt x="487116" y="329837"/>
                    </a:lnTo>
                    <a:lnTo>
                      <a:pt x="491761" y="329971"/>
                    </a:lnTo>
                    <a:lnTo>
                      <a:pt x="493646" y="327213"/>
                    </a:lnTo>
                    <a:lnTo>
                      <a:pt x="498997" y="326775"/>
                    </a:lnTo>
                    <a:lnTo>
                      <a:pt x="504650" y="328087"/>
                    </a:lnTo>
                    <a:lnTo>
                      <a:pt x="508252" y="331855"/>
                    </a:lnTo>
                    <a:lnTo>
                      <a:pt x="510877" y="334883"/>
                    </a:lnTo>
                    <a:lnTo>
                      <a:pt x="514646" y="338785"/>
                    </a:lnTo>
                    <a:lnTo>
                      <a:pt x="519559" y="337036"/>
                    </a:lnTo>
                    <a:lnTo>
                      <a:pt x="523194" y="335724"/>
                    </a:lnTo>
                    <a:lnTo>
                      <a:pt x="525819" y="333537"/>
                    </a:lnTo>
                    <a:lnTo>
                      <a:pt x="525684" y="329769"/>
                    </a:lnTo>
                    <a:lnTo>
                      <a:pt x="523362" y="325867"/>
                    </a:lnTo>
                    <a:lnTo>
                      <a:pt x="519458" y="322537"/>
                    </a:lnTo>
                    <a:lnTo>
                      <a:pt x="515252" y="319341"/>
                    </a:lnTo>
                    <a:lnTo>
                      <a:pt x="512357" y="313690"/>
                    </a:lnTo>
                    <a:lnTo>
                      <a:pt x="514511" y="309182"/>
                    </a:lnTo>
                    <a:lnTo>
                      <a:pt x="517540" y="306995"/>
                    </a:lnTo>
                    <a:lnTo>
                      <a:pt x="523194" y="305986"/>
                    </a:lnTo>
                    <a:lnTo>
                      <a:pt x="528983" y="303362"/>
                    </a:lnTo>
                    <a:lnTo>
                      <a:pt x="532449" y="299729"/>
                    </a:lnTo>
                    <a:lnTo>
                      <a:pt x="535343" y="296533"/>
                    </a:lnTo>
                    <a:lnTo>
                      <a:pt x="543454" y="296971"/>
                    </a:lnTo>
                    <a:lnTo>
                      <a:pt x="544329" y="302488"/>
                    </a:lnTo>
                    <a:lnTo>
                      <a:pt x="544901" y="306558"/>
                    </a:lnTo>
                    <a:lnTo>
                      <a:pt x="542142" y="309148"/>
                    </a:lnTo>
                    <a:lnTo>
                      <a:pt x="538945" y="312781"/>
                    </a:lnTo>
                    <a:cubicBezTo>
                      <a:pt x="538945" y="312781"/>
                      <a:pt x="537060" y="316246"/>
                      <a:pt x="536488" y="316852"/>
                    </a:cubicBezTo>
                    <a:cubicBezTo>
                      <a:pt x="535916" y="317457"/>
                      <a:pt x="536488" y="320922"/>
                      <a:pt x="536488" y="320922"/>
                    </a:cubicBezTo>
                    <a:lnTo>
                      <a:pt x="539247" y="323546"/>
                    </a:lnTo>
                    <a:lnTo>
                      <a:pt x="544026" y="325127"/>
                    </a:lnTo>
                    <a:lnTo>
                      <a:pt x="549108" y="326271"/>
                    </a:lnTo>
                    <a:lnTo>
                      <a:pt x="553753" y="328289"/>
                    </a:lnTo>
                    <a:lnTo>
                      <a:pt x="556815" y="326843"/>
                    </a:lnTo>
                    <a:lnTo>
                      <a:pt x="558969" y="323815"/>
                    </a:lnTo>
                    <a:lnTo>
                      <a:pt x="558531" y="318601"/>
                    </a:lnTo>
                    <a:lnTo>
                      <a:pt x="558094" y="316414"/>
                    </a:lnTo>
                    <a:lnTo>
                      <a:pt x="554628" y="309889"/>
                    </a:lnTo>
                    <a:lnTo>
                      <a:pt x="552440" y="308139"/>
                    </a:lnTo>
                    <a:lnTo>
                      <a:pt x="555032" y="304674"/>
                    </a:lnTo>
                    <a:lnTo>
                      <a:pt x="557185" y="306424"/>
                    </a:lnTo>
                    <a:lnTo>
                      <a:pt x="560248" y="309889"/>
                    </a:lnTo>
                    <a:lnTo>
                      <a:pt x="562839" y="312041"/>
                    </a:lnTo>
                    <a:lnTo>
                      <a:pt x="564589" y="312041"/>
                    </a:lnTo>
                    <a:lnTo>
                      <a:pt x="567181" y="312041"/>
                    </a:lnTo>
                    <a:lnTo>
                      <a:pt x="567181" y="307702"/>
                    </a:lnTo>
                    <a:lnTo>
                      <a:pt x="567181" y="304237"/>
                    </a:lnTo>
                    <a:lnTo>
                      <a:pt x="567181" y="300772"/>
                    </a:lnTo>
                    <a:lnTo>
                      <a:pt x="567181" y="298182"/>
                    </a:lnTo>
                    <a:lnTo>
                      <a:pt x="573474" y="296870"/>
                    </a:lnTo>
                    <a:lnTo>
                      <a:pt x="579768" y="295995"/>
                    </a:lnTo>
                    <a:lnTo>
                      <a:pt x="584984" y="292093"/>
                    </a:lnTo>
                    <a:lnTo>
                      <a:pt x="588450" y="291218"/>
                    </a:lnTo>
                    <a:lnTo>
                      <a:pt x="593229" y="286879"/>
                    </a:lnTo>
                    <a:lnTo>
                      <a:pt x="596696" y="288628"/>
                    </a:lnTo>
                    <a:lnTo>
                      <a:pt x="596696" y="290377"/>
                    </a:lnTo>
                    <a:lnTo>
                      <a:pt x="593229" y="292127"/>
                    </a:lnTo>
                    <a:lnTo>
                      <a:pt x="593229" y="293876"/>
                    </a:lnTo>
                    <a:lnTo>
                      <a:pt x="593229" y="299090"/>
                    </a:lnTo>
                    <a:lnTo>
                      <a:pt x="595619" y="305179"/>
                    </a:lnTo>
                    <a:lnTo>
                      <a:pt x="602350" y="306491"/>
                    </a:lnTo>
                    <a:lnTo>
                      <a:pt x="609316" y="307668"/>
                    </a:lnTo>
                    <a:lnTo>
                      <a:pt x="616720" y="310393"/>
                    </a:lnTo>
                    <a:lnTo>
                      <a:pt x="625403" y="310393"/>
                    </a:lnTo>
                    <a:lnTo>
                      <a:pt x="630182" y="307769"/>
                    </a:lnTo>
                    <a:lnTo>
                      <a:pt x="628432" y="299931"/>
                    </a:lnTo>
                    <a:lnTo>
                      <a:pt x="626682" y="297744"/>
                    </a:lnTo>
                    <a:lnTo>
                      <a:pt x="621903" y="292093"/>
                    </a:lnTo>
                    <a:lnTo>
                      <a:pt x="617562" y="288628"/>
                    </a:lnTo>
                    <a:lnTo>
                      <a:pt x="617562" y="284288"/>
                    </a:lnTo>
                    <a:lnTo>
                      <a:pt x="621466" y="282977"/>
                    </a:lnTo>
                    <a:lnTo>
                      <a:pt x="628869" y="284726"/>
                    </a:lnTo>
                    <a:lnTo>
                      <a:pt x="631057" y="282539"/>
                    </a:lnTo>
                    <a:lnTo>
                      <a:pt x="633649" y="277762"/>
                    </a:lnTo>
                    <a:lnTo>
                      <a:pt x="636711" y="278200"/>
                    </a:lnTo>
                    <a:lnTo>
                      <a:pt x="636711" y="281665"/>
                    </a:lnTo>
                    <a:lnTo>
                      <a:pt x="636711" y="287316"/>
                    </a:lnTo>
                    <a:lnTo>
                      <a:pt x="643240" y="293842"/>
                    </a:lnTo>
                    <a:lnTo>
                      <a:pt x="650610" y="299931"/>
                    </a:lnTo>
                    <a:lnTo>
                      <a:pt x="659327" y="294280"/>
                    </a:lnTo>
                    <a:lnTo>
                      <a:pt x="665418" y="289940"/>
                    </a:lnTo>
                    <a:lnTo>
                      <a:pt x="671072" y="286038"/>
                    </a:lnTo>
                    <a:lnTo>
                      <a:pt x="673260" y="283447"/>
                    </a:lnTo>
                    <a:lnTo>
                      <a:pt x="673260" y="279983"/>
                    </a:lnTo>
                    <a:lnTo>
                      <a:pt x="673260" y="274399"/>
                    </a:lnTo>
                    <a:lnTo>
                      <a:pt x="678476" y="276585"/>
                    </a:lnTo>
                    <a:lnTo>
                      <a:pt x="678476" y="282674"/>
                    </a:lnTo>
                    <a:lnTo>
                      <a:pt x="683491" y="286139"/>
                    </a:lnTo>
                    <a:lnTo>
                      <a:pt x="688943" y="282674"/>
                    </a:lnTo>
                    <a:lnTo>
                      <a:pt x="694159" y="276148"/>
                    </a:lnTo>
                    <a:lnTo>
                      <a:pt x="698501" y="270496"/>
                    </a:lnTo>
                    <a:lnTo>
                      <a:pt x="700251" y="270496"/>
                    </a:lnTo>
                    <a:lnTo>
                      <a:pt x="710684" y="268747"/>
                    </a:lnTo>
                    <a:lnTo>
                      <a:pt x="720242" y="268747"/>
                    </a:lnTo>
                    <a:lnTo>
                      <a:pt x="727208" y="262658"/>
                    </a:lnTo>
                    <a:lnTo>
                      <a:pt x="727208" y="257444"/>
                    </a:lnTo>
                    <a:lnTo>
                      <a:pt x="727208" y="246578"/>
                    </a:lnTo>
                    <a:lnTo>
                      <a:pt x="733300" y="240927"/>
                    </a:lnTo>
                    <a:lnTo>
                      <a:pt x="744170" y="240927"/>
                    </a:lnTo>
                    <a:lnTo>
                      <a:pt x="751574" y="237900"/>
                    </a:lnTo>
                    <a:lnTo>
                      <a:pt x="748949" y="232248"/>
                    </a:lnTo>
                    <a:lnTo>
                      <a:pt x="745920" y="232248"/>
                    </a:lnTo>
                    <a:lnTo>
                      <a:pt x="745483" y="225722"/>
                    </a:lnTo>
                    <a:lnTo>
                      <a:pt x="740704" y="222257"/>
                    </a:lnTo>
                    <a:lnTo>
                      <a:pt x="748545" y="217480"/>
                    </a:lnTo>
                    <a:lnTo>
                      <a:pt x="750699" y="225318"/>
                    </a:lnTo>
                    <a:lnTo>
                      <a:pt x="756791" y="225318"/>
                    </a:lnTo>
                    <a:lnTo>
                      <a:pt x="756791" y="218355"/>
                    </a:lnTo>
                    <a:lnTo>
                      <a:pt x="764598" y="218355"/>
                    </a:lnTo>
                    <a:lnTo>
                      <a:pt x="767190" y="212266"/>
                    </a:lnTo>
                    <a:lnTo>
                      <a:pt x="767190" y="205303"/>
                    </a:lnTo>
                    <a:lnTo>
                      <a:pt x="767190" y="200963"/>
                    </a:lnTo>
                    <a:lnTo>
                      <a:pt x="769815" y="195749"/>
                    </a:lnTo>
                    <a:lnTo>
                      <a:pt x="776781" y="195749"/>
                    </a:lnTo>
                    <a:lnTo>
                      <a:pt x="784623" y="195749"/>
                    </a:lnTo>
                    <a:lnTo>
                      <a:pt x="784623" y="193159"/>
                    </a:lnTo>
                    <a:lnTo>
                      <a:pt x="787080" y="188987"/>
                    </a:lnTo>
                    <a:lnTo>
                      <a:pt x="780147" y="183168"/>
                    </a:lnTo>
                    <a:close/>
                  </a:path>
                </a:pathLst>
              </a:custGeom>
              <a:solidFill>
                <a:srgbClr val="BB3023"/>
              </a:solidFill>
              <a:ln w="6350" cap="flat">
                <a:solidFill>
                  <a:schemeClr val="bg1"/>
                </a:solidFill>
                <a:prstDash val="solid"/>
                <a:miter/>
              </a:ln>
            </p:spPr>
            <p:txBody>
              <a:bodyPr rtlCol="0" anchor="ctr"/>
              <a:lstStyle/>
              <a:p>
                <a:endParaRPr lang="en-US"/>
              </a:p>
            </p:txBody>
          </p:sp>
          <p:sp>
            <p:nvSpPr>
              <p:cNvPr id="218" name="Freeform 935">
                <a:extLst>
                  <a:ext uri="{FF2B5EF4-FFF2-40B4-BE49-F238E27FC236}">
                    <a16:creationId xmlns:a16="http://schemas.microsoft.com/office/drawing/2014/main" id="{8D81D4D1-40FA-B067-E2D1-28E84E7A7668}"/>
                  </a:ext>
                </a:extLst>
              </p:cNvPr>
              <p:cNvSpPr/>
              <p:nvPr/>
            </p:nvSpPr>
            <p:spPr>
              <a:xfrm>
                <a:off x="5379137" y="3766461"/>
                <a:ext cx="7841" cy="6761"/>
              </a:xfrm>
              <a:custGeom>
                <a:avLst/>
                <a:gdLst>
                  <a:gd name="connsiteX0" fmla="*/ 1414 w 7841"/>
                  <a:gd name="connsiteY0" fmla="*/ 4878 h 6761"/>
                  <a:gd name="connsiteX1" fmla="*/ 4846 w 7841"/>
                  <a:gd name="connsiteY1" fmla="*/ 6762 h 6761"/>
                  <a:gd name="connsiteX2" fmla="*/ 7842 w 7841"/>
                  <a:gd name="connsiteY2" fmla="*/ 5416 h 6761"/>
                  <a:gd name="connsiteX3" fmla="*/ 7842 w 7841"/>
                  <a:gd name="connsiteY3" fmla="*/ 2590 h 6761"/>
                  <a:gd name="connsiteX4" fmla="*/ 6092 w 7841"/>
                  <a:gd name="connsiteY4" fmla="*/ 0 h 6761"/>
                  <a:gd name="connsiteX5" fmla="*/ 1750 w 7841"/>
                  <a:gd name="connsiteY5" fmla="*/ 0 h 6761"/>
                  <a:gd name="connsiteX6" fmla="*/ 0 w 7841"/>
                  <a:gd name="connsiteY6" fmla="*/ 2153 h 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1" h="6761">
                    <a:moveTo>
                      <a:pt x="1414" y="4878"/>
                    </a:moveTo>
                    <a:lnTo>
                      <a:pt x="4846" y="6762"/>
                    </a:lnTo>
                    <a:lnTo>
                      <a:pt x="7842" y="5416"/>
                    </a:lnTo>
                    <a:lnTo>
                      <a:pt x="7842" y="2590"/>
                    </a:lnTo>
                    <a:lnTo>
                      <a:pt x="6092" y="0"/>
                    </a:lnTo>
                    <a:lnTo>
                      <a:pt x="1750" y="0"/>
                    </a:lnTo>
                    <a:lnTo>
                      <a:pt x="0" y="2153"/>
                    </a:lnTo>
                    <a:close/>
                  </a:path>
                </a:pathLst>
              </a:custGeom>
              <a:grpFill/>
              <a:ln w="6350" cap="flat">
                <a:solidFill>
                  <a:schemeClr val="bg1"/>
                </a:solidFill>
                <a:prstDash val="solid"/>
                <a:miter/>
              </a:ln>
            </p:spPr>
            <p:txBody>
              <a:bodyPr rtlCol="0" anchor="ctr"/>
              <a:lstStyle/>
              <a:p>
                <a:endParaRPr lang="en-US"/>
              </a:p>
            </p:txBody>
          </p:sp>
          <p:sp>
            <p:nvSpPr>
              <p:cNvPr id="219" name="Freeform 936">
                <a:extLst>
                  <a:ext uri="{FF2B5EF4-FFF2-40B4-BE49-F238E27FC236}">
                    <a16:creationId xmlns:a16="http://schemas.microsoft.com/office/drawing/2014/main" id="{656DB923-BD9A-C04A-4402-D1939794F209}"/>
                  </a:ext>
                </a:extLst>
              </p:cNvPr>
              <p:cNvSpPr/>
              <p:nvPr/>
            </p:nvSpPr>
            <p:spPr>
              <a:xfrm>
                <a:off x="5440658" y="3744730"/>
                <a:ext cx="3701" cy="3902"/>
              </a:xfrm>
              <a:custGeom>
                <a:avLst/>
                <a:gdLst>
                  <a:gd name="connsiteX0" fmla="*/ 3702 w 3701"/>
                  <a:gd name="connsiteY0" fmla="*/ 1716 h 3902"/>
                  <a:gd name="connsiteX1" fmla="*/ 3702 w 3701"/>
                  <a:gd name="connsiteY1" fmla="*/ 0 h 3902"/>
                  <a:gd name="connsiteX2" fmla="*/ 0 w 3701"/>
                  <a:gd name="connsiteY2" fmla="*/ 1716 h 3902"/>
                  <a:gd name="connsiteX3" fmla="*/ 1851 w 3701"/>
                  <a:gd name="connsiteY3" fmla="*/ 3902 h 3902"/>
                </a:gdLst>
                <a:ahLst/>
                <a:cxnLst>
                  <a:cxn ang="0">
                    <a:pos x="connsiteX0" y="connsiteY0"/>
                  </a:cxn>
                  <a:cxn ang="0">
                    <a:pos x="connsiteX1" y="connsiteY1"/>
                  </a:cxn>
                  <a:cxn ang="0">
                    <a:pos x="connsiteX2" y="connsiteY2"/>
                  </a:cxn>
                  <a:cxn ang="0">
                    <a:pos x="connsiteX3" y="connsiteY3"/>
                  </a:cxn>
                </a:cxnLst>
                <a:rect l="l" t="t" r="r" b="b"/>
                <a:pathLst>
                  <a:path w="3701" h="3902">
                    <a:moveTo>
                      <a:pt x="3702" y="1716"/>
                    </a:moveTo>
                    <a:lnTo>
                      <a:pt x="3702" y="0"/>
                    </a:lnTo>
                    <a:lnTo>
                      <a:pt x="0" y="1716"/>
                    </a:lnTo>
                    <a:lnTo>
                      <a:pt x="1851" y="3902"/>
                    </a:lnTo>
                    <a:close/>
                  </a:path>
                </a:pathLst>
              </a:custGeom>
              <a:grpFill/>
              <a:ln w="6350" cap="flat">
                <a:solidFill>
                  <a:schemeClr val="bg1"/>
                </a:solidFill>
                <a:prstDash val="solid"/>
                <a:miter/>
              </a:ln>
            </p:spPr>
            <p:txBody>
              <a:bodyPr rtlCol="0" anchor="ctr"/>
              <a:lstStyle/>
              <a:p>
                <a:endParaRPr lang="en-US"/>
              </a:p>
            </p:txBody>
          </p:sp>
          <p:sp>
            <p:nvSpPr>
              <p:cNvPr id="220" name="Freeform 937">
                <a:extLst>
                  <a:ext uri="{FF2B5EF4-FFF2-40B4-BE49-F238E27FC236}">
                    <a16:creationId xmlns:a16="http://schemas.microsoft.com/office/drawing/2014/main" id="{31C28D8A-0579-5FF2-5DFD-8697579BDDA4}"/>
                  </a:ext>
                </a:extLst>
              </p:cNvPr>
              <p:cNvSpPr/>
              <p:nvPr/>
            </p:nvSpPr>
            <p:spPr>
              <a:xfrm>
                <a:off x="5451326" y="3743822"/>
                <a:ext cx="10466" cy="8712"/>
              </a:xfrm>
              <a:custGeom>
                <a:avLst/>
                <a:gdLst>
                  <a:gd name="connsiteX0" fmla="*/ 0 w 10466"/>
                  <a:gd name="connsiteY0" fmla="*/ 4373 h 8712"/>
                  <a:gd name="connsiteX1" fmla="*/ 0 w 10466"/>
                  <a:gd name="connsiteY1" fmla="*/ 8713 h 8712"/>
                  <a:gd name="connsiteX2" fmla="*/ 3062 w 10466"/>
                  <a:gd name="connsiteY2" fmla="*/ 8713 h 8712"/>
                  <a:gd name="connsiteX3" fmla="*/ 6327 w 10466"/>
                  <a:gd name="connsiteY3" fmla="*/ 6526 h 8712"/>
                  <a:gd name="connsiteX4" fmla="*/ 8615 w 10466"/>
                  <a:gd name="connsiteY4" fmla="*/ 4777 h 8712"/>
                  <a:gd name="connsiteX5" fmla="*/ 10467 w 10466"/>
                  <a:gd name="connsiteY5" fmla="*/ 2826 h 8712"/>
                  <a:gd name="connsiteX6" fmla="*/ 10467 w 10466"/>
                  <a:gd name="connsiteY6" fmla="*/ 875 h 8712"/>
                  <a:gd name="connsiteX7" fmla="*/ 10467 w 10466"/>
                  <a:gd name="connsiteY7" fmla="*/ 0 h 8712"/>
                  <a:gd name="connsiteX8" fmla="*/ 4375 w 10466"/>
                  <a:gd name="connsiteY8" fmla="*/ 0 h 8712"/>
                  <a:gd name="connsiteX9" fmla="*/ 2625 w 10466"/>
                  <a:gd name="connsiteY9" fmla="*/ 0 h 8712"/>
                  <a:gd name="connsiteX10" fmla="*/ 2423 w 10466"/>
                  <a:gd name="connsiteY10" fmla="*/ 2826 h 8712"/>
                  <a:gd name="connsiteX11" fmla="*/ 0 w 10466"/>
                  <a:gd name="connsiteY11" fmla="*/ 4373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66" h="8712">
                    <a:moveTo>
                      <a:pt x="0" y="4373"/>
                    </a:moveTo>
                    <a:lnTo>
                      <a:pt x="0" y="8713"/>
                    </a:lnTo>
                    <a:lnTo>
                      <a:pt x="3062" y="8713"/>
                    </a:lnTo>
                    <a:cubicBezTo>
                      <a:pt x="3062" y="8713"/>
                      <a:pt x="5452" y="5887"/>
                      <a:pt x="6327" y="6526"/>
                    </a:cubicBezTo>
                    <a:cubicBezTo>
                      <a:pt x="7202" y="7199"/>
                      <a:pt x="8615" y="4777"/>
                      <a:pt x="8615" y="4777"/>
                    </a:cubicBezTo>
                    <a:lnTo>
                      <a:pt x="10467" y="2826"/>
                    </a:lnTo>
                    <a:lnTo>
                      <a:pt x="10467" y="875"/>
                    </a:lnTo>
                    <a:lnTo>
                      <a:pt x="10467" y="0"/>
                    </a:lnTo>
                    <a:lnTo>
                      <a:pt x="4375" y="0"/>
                    </a:lnTo>
                    <a:lnTo>
                      <a:pt x="2625" y="0"/>
                    </a:lnTo>
                    <a:lnTo>
                      <a:pt x="2423" y="2826"/>
                    </a:lnTo>
                    <a:lnTo>
                      <a:pt x="0" y="4373"/>
                    </a:lnTo>
                    <a:close/>
                  </a:path>
                </a:pathLst>
              </a:custGeom>
              <a:grpFill/>
              <a:ln w="6350" cap="flat">
                <a:solidFill>
                  <a:schemeClr val="bg1"/>
                </a:solidFill>
                <a:prstDash val="solid"/>
                <a:miter/>
              </a:ln>
            </p:spPr>
            <p:txBody>
              <a:bodyPr rtlCol="0" anchor="ctr"/>
              <a:lstStyle/>
              <a:p>
                <a:endParaRPr lang="en-US"/>
              </a:p>
            </p:txBody>
          </p:sp>
          <p:sp>
            <p:nvSpPr>
              <p:cNvPr id="221" name="Freeform 938">
                <a:extLst>
                  <a:ext uri="{FF2B5EF4-FFF2-40B4-BE49-F238E27FC236}">
                    <a16:creationId xmlns:a16="http://schemas.microsoft.com/office/drawing/2014/main" id="{2838C3B6-2247-4FD0-DA65-CB5461ECCB32}"/>
                  </a:ext>
                </a:extLst>
              </p:cNvPr>
              <p:cNvSpPr/>
              <p:nvPr/>
            </p:nvSpPr>
            <p:spPr>
              <a:xfrm>
                <a:off x="5469803" y="3733427"/>
                <a:ext cx="18038" cy="22572"/>
              </a:xfrm>
              <a:custGeom>
                <a:avLst/>
                <a:gdLst>
                  <a:gd name="connsiteX0" fmla="*/ 2692 w 18038"/>
                  <a:gd name="connsiteY0" fmla="*/ 17257 h 22572"/>
                  <a:gd name="connsiteX1" fmla="*/ 6226 w 18038"/>
                  <a:gd name="connsiteY1" fmla="*/ 20789 h 22572"/>
                  <a:gd name="connsiteX2" fmla="*/ 7808 w 18038"/>
                  <a:gd name="connsiteY2" fmla="*/ 22572 h 22572"/>
                  <a:gd name="connsiteX3" fmla="*/ 10197 w 18038"/>
                  <a:gd name="connsiteY3" fmla="*/ 22572 h 22572"/>
                  <a:gd name="connsiteX4" fmla="*/ 11510 w 18038"/>
                  <a:gd name="connsiteY4" fmla="*/ 19713 h 22572"/>
                  <a:gd name="connsiteX5" fmla="*/ 10197 w 18038"/>
                  <a:gd name="connsiteY5" fmla="*/ 15205 h 22572"/>
                  <a:gd name="connsiteX6" fmla="*/ 11510 w 18038"/>
                  <a:gd name="connsiteY6" fmla="*/ 13254 h 22572"/>
                  <a:gd name="connsiteX7" fmla="*/ 13899 w 18038"/>
                  <a:gd name="connsiteY7" fmla="*/ 10866 h 22572"/>
                  <a:gd name="connsiteX8" fmla="*/ 16962 w 18038"/>
                  <a:gd name="connsiteY8" fmla="*/ 6930 h 22572"/>
                  <a:gd name="connsiteX9" fmla="*/ 18039 w 18038"/>
                  <a:gd name="connsiteY9" fmla="*/ 6930 h 22572"/>
                  <a:gd name="connsiteX10" fmla="*/ 18039 w 18038"/>
                  <a:gd name="connsiteY10" fmla="*/ 2590 h 22572"/>
                  <a:gd name="connsiteX11" fmla="*/ 16087 w 18038"/>
                  <a:gd name="connsiteY11" fmla="*/ 0 h 22572"/>
                  <a:gd name="connsiteX12" fmla="*/ 11947 w 18038"/>
                  <a:gd name="connsiteY12" fmla="*/ 0 h 22572"/>
                  <a:gd name="connsiteX13" fmla="*/ 8481 w 18038"/>
                  <a:gd name="connsiteY13" fmla="*/ 0 h 22572"/>
                  <a:gd name="connsiteX14" fmla="*/ 6091 w 18038"/>
                  <a:gd name="connsiteY14" fmla="*/ 2590 h 22572"/>
                  <a:gd name="connsiteX15" fmla="*/ 4981 w 18038"/>
                  <a:gd name="connsiteY15" fmla="*/ 6291 h 22572"/>
                  <a:gd name="connsiteX16" fmla="*/ 2692 w 18038"/>
                  <a:gd name="connsiteY16" fmla="*/ 10429 h 22572"/>
                  <a:gd name="connsiteX17" fmla="*/ 0 w 18038"/>
                  <a:gd name="connsiteY17" fmla="*/ 11303 h 22572"/>
                  <a:gd name="connsiteX18" fmla="*/ 1313 w 18038"/>
                  <a:gd name="connsiteY18" fmla="*/ 13254 h 2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38" h="22572">
                    <a:moveTo>
                      <a:pt x="2692" y="17257"/>
                    </a:moveTo>
                    <a:lnTo>
                      <a:pt x="6226" y="20789"/>
                    </a:lnTo>
                    <a:lnTo>
                      <a:pt x="7808" y="22572"/>
                    </a:lnTo>
                    <a:lnTo>
                      <a:pt x="10197" y="22572"/>
                    </a:lnTo>
                    <a:lnTo>
                      <a:pt x="11510" y="19713"/>
                    </a:lnTo>
                    <a:lnTo>
                      <a:pt x="10197" y="15205"/>
                    </a:lnTo>
                    <a:lnTo>
                      <a:pt x="11510" y="13254"/>
                    </a:lnTo>
                    <a:lnTo>
                      <a:pt x="13899" y="10866"/>
                    </a:lnTo>
                    <a:lnTo>
                      <a:pt x="16962" y="6930"/>
                    </a:lnTo>
                    <a:lnTo>
                      <a:pt x="18039" y="6930"/>
                    </a:lnTo>
                    <a:lnTo>
                      <a:pt x="18039" y="2590"/>
                    </a:lnTo>
                    <a:lnTo>
                      <a:pt x="16087" y="0"/>
                    </a:lnTo>
                    <a:lnTo>
                      <a:pt x="11947" y="0"/>
                    </a:lnTo>
                    <a:lnTo>
                      <a:pt x="8481" y="0"/>
                    </a:lnTo>
                    <a:lnTo>
                      <a:pt x="6091" y="2590"/>
                    </a:lnTo>
                    <a:lnTo>
                      <a:pt x="4981" y="6291"/>
                    </a:lnTo>
                    <a:lnTo>
                      <a:pt x="2692" y="10429"/>
                    </a:lnTo>
                    <a:lnTo>
                      <a:pt x="0" y="11303"/>
                    </a:lnTo>
                    <a:lnTo>
                      <a:pt x="1313" y="13254"/>
                    </a:lnTo>
                    <a:close/>
                  </a:path>
                </a:pathLst>
              </a:custGeom>
              <a:grpFill/>
              <a:ln w="6350" cap="flat">
                <a:solidFill>
                  <a:schemeClr val="bg1"/>
                </a:solidFill>
                <a:prstDash val="solid"/>
                <a:miter/>
              </a:ln>
            </p:spPr>
            <p:txBody>
              <a:bodyPr rtlCol="0" anchor="ctr"/>
              <a:lstStyle/>
              <a:p>
                <a:endParaRPr lang="en-US"/>
              </a:p>
            </p:txBody>
          </p:sp>
          <p:sp>
            <p:nvSpPr>
              <p:cNvPr id="222" name="Freeform 939">
                <a:extLst>
                  <a:ext uri="{FF2B5EF4-FFF2-40B4-BE49-F238E27FC236}">
                    <a16:creationId xmlns:a16="http://schemas.microsoft.com/office/drawing/2014/main" id="{B0E67E66-8064-9DDE-CD5F-6D68AB3C003F}"/>
                  </a:ext>
                </a:extLst>
              </p:cNvPr>
              <p:cNvSpPr/>
              <p:nvPr/>
            </p:nvSpPr>
            <p:spPr>
              <a:xfrm>
                <a:off x="5489592" y="3748632"/>
                <a:ext cx="3668" cy="5920"/>
              </a:xfrm>
              <a:custGeom>
                <a:avLst/>
                <a:gdLst>
                  <a:gd name="connsiteX0" fmla="*/ 0 w 3668"/>
                  <a:gd name="connsiteY0" fmla="*/ 5921 h 5920"/>
                  <a:gd name="connsiteX1" fmla="*/ 3668 w 3668"/>
                  <a:gd name="connsiteY1" fmla="*/ 3936 h 5920"/>
                  <a:gd name="connsiteX2" fmla="*/ 0 w 3668"/>
                  <a:gd name="connsiteY2" fmla="*/ 0 h 5920"/>
                  <a:gd name="connsiteX3" fmla="*/ 0 w 3668"/>
                  <a:gd name="connsiteY3" fmla="*/ 3028 h 5920"/>
                </a:gdLst>
                <a:ahLst/>
                <a:cxnLst>
                  <a:cxn ang="0">
                    <a:pos x="connsiteX0" y="connsiteY0"/>
                  </a:cxn>
                  <a:cxn ang="0">
                    <a:pos x="connsiteX1" y="connsiteY1"/>
                  </a:cxn>
                  <a:cxn ang="0">
                    <a:pos x="connsiteX2" y="connsiteY2"/>
                  </a:cxn>
                  <a:cxn ang="0">
                    <a:pos x="connsiteX3" y="connsiteY3"/>
                  </a:cxn>
                </a:cxnLst>
                <a:rect l="l" t="t" r="r" b="b"/>
                <a:pathLst>
                  <a:path w="3668" h="5920">
                    <a:moveTo>
                      <a:pt x="0" y="5921"/>
                    </a:moveTo>
                    <a:lnTo>
                      <a:pt x="3668" y="3936"/>
                    </a:lnTo>
                    <a:lnTo>
                      <a:pt x="0" y="0"/>
                    </a:lnTo>
                    <a:lnTo>
                      <a:pt x="0" y="3028"/>
                    </a:lnTo>
                    <a:close/>
                  </a:path>
                </a:pathLst>
              </a:custGeom>
              <a:grpFill/>
              <a:ln w="6350" cap="flat">
                <a:solidFill>
                  <a:schemeClr val="bg1"/>
                </a:solidFill>
                <a:prstDash val="solid"/>
                <a:miter/>
              </a:ln>
            </p:spPr>
            <p:txBody>
              <a:bodyPr rtlCol="0" anchor="ctr"/>
              <a:lstStyle/>
              <a:p>
                <a:endParaRPr lang="en-US"/>
              </a:p>
            </p:txBody>
          </p:sp>
          <p:sp>
            <p:nvSpPr>
              <p:cNvPr id="223" name="Freeform 940">
                <a:extLst>
                  <a:ext uri="{FF2B5EF4-FFF2-40B4-BE49-F238E27FC236}">
                    <a16:creationId xmlns:a16="http://schemas.microsoft.com/office/drawing/2014/main" id="{D44F33EF-EE3F-0F60-88E5-B84AE644C00B}"/>
                  </a:ext>
                </a:extLst>
              </p:cNvPr>
              <p:cNvSpPr/>
              <p:nvPr/>
            </p:nvSpPr>
            <p:spPr>
              <a:xfrm>
                <a:off x="5514799" y="3717852"/>
                <a:ext cx="7740" cy="5146"/>
              </a:xfrm>
              <a:custGeom>
                <a:avLst/>
                <a:gdLst>
                  <a:gd name="connsiteX0" fmla="*/ 0 w 7740"/>
                  <a:gd name="connsiteY0" fmla="*/ 5147 h 5146"/>
                  <a:gd name="connsiteX1" fmla="*/ 3467 w 7740"/>
                  <a:gd name="connsiteY1" fmla="*/ 5147 h 5146"/>
                  <a:gd name="connsiteX2" fmla="*/ 5216 w 7740"/>
                  <a:gd name="connsiteY2" fmla="*/ 5147 h 5146"/>
                  <a:gd name="connsiteX3" fmla="*/ 6933 w 7740"/>
                  <a:gd name="connsiteY3" fmla="*/ 3667 h 5146"/>
                  <a:gd name="connsiteX4" fmla="*/ 7740 w 7740"/>
                  <a:gd name="connsiteY4" fmla="*/ 1817 h 5146"/>
                  <a:gd name="connsiteX5" fmla="*/ 6798 w 7740"/>
                  <a:gd name="connsiteY5" fmla="*/ 404 h 5146"/>
                  <a:gd name="connsiteX6" fmla="*/ 3837 w 7740"/>
                  <a:gd name="connsiteY6" fmla="*/ 0 h 5146"/>
                  <a:gd name="connsiteX7" fmla="*/ 2457 w 7740"/>
                  <a:gd name="connsiteY7" fmla="*/ 505 h 5146"/>
                  <a:gd name="connsiteX8" fmla="*/ 1380 w 7740"/>
                  <a:gd name="connsiteY8" fmla="*/ 1985 h 5146"/>
                  <a:gd name="connsiteX9" fmla="*/ 774 w 7740"/>
                  <a:gd name="connsiteY9" fmla="*/ 3230 h 5146"/>
                  <a:gd name="connsiteX10" fmla="*/ 0 w 7740"/>
                  <a:gd name="connsiteY10" fmla="*/ 5147 h 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40" h="5146">
                    <a:moveTo>
                      <a:pt x="0" y="5147"/>
                    </a:moveTo>
                    <a:lnTo>
                      <a:pt x="3467" y="5147"/>
                    </a:lnTo>
                    <a:lnTo>
                      <a:pt x="5216" y="5147"/>
                    </a:lnTo>
                    <a:cubicBezTo>
                      <a:pt x="5216" y="5147"/>
                      <a:pt x="6798" y="3734"/>
                      <a:pt x="6933" y="3667"/>
                    </a:cubicBezTo>
                    <a:cubicBezTo>
                      <a:pt x="7101" y="3633"/>
                      <a:pt x="7740" y="1817"/>
                      <a:pt x="7740" y="1817"/>
                    </a:cubicBezTo>
                    <a:lnTo>
                      <a:pt x="6798" y="404"/>
                    </a:lnTo>
                    <a:lnTo>
                      <a:pt x="3837" y="0"/>
                    </a:lnTo>
                    <a:lnTo>
                      <a:pt x="2457" y="505"/>
                    </a:lnTo>
                    <a:lnTo>
                      <a:pt x="1380" y="1985"/>
                    </a:lnTo>
                    <a:lnTo>
                      <a:pt x="774" y="3230"/>
                    </a:lnTo>
                    <a:lnTo>
                      <a:pt x="0" y="5147"/>
                    </a:lnTo>
                    <a:close/>
                  </a:path>
                </a:pathLst>
              </a:custGeom>
              <a:grpFill/>
              <a:ln w="6350" cap="flat">
                <a:solidFill>
                  <a:schemeClr val="bg1"/>
                </a:solidFill>
                <a:prstDash val="solid"/>
                <a:miter/>
              </a:ln>
            </p:spPr>
            <p:txBody>
              <a:bodyPr rtlCol="0" anchor="ctr"/>
              <a:lstStyle/>
              <a:p>
                <a:endParaRPr lang="en-US"/>
              </a:p>
            </p:txBody>
          </p:sp>
          <p:sp>
            <p:nvSpPr>
              <p:cNvPr id="224" name="Freeform 941">
                <a:extLst>
                  <a:ext uri="{FF2B5EF4-FFF2-40B4-BE49-F238E27FC236}">
                    <a16:creationId xmlns:a16="http://schemas.microsoft.com/office/drawing/2014/main" id="{689E263A-D3F6-CD6D-EF28-D8CDCF2DB7E7}"/>
                  </a:ext>
                </a:extLst>
              </p:cNvPr>
              <p:cNvSpPr/>
              <p:nvPr/>
            </p:nvSpPr>
            <p:spPr>
              <a:xfrm>
                <a:off x="5920808" y="3516149"/>
                <a:ext cx="16759" cy="13994"/>
              </a:xfrm>
              <a:custGeom>
                <a:avLst/>
                <a:gdLst>
                  <a:gd name="connsiteX0" fmla="*/ 34 w 16759"/>
                  <a:gd name="connsiteY0" fmla="*/ 9621 h 13994"/>
                  <a:gd name="connsiteX1" fmla="*/ 7707 w 16759"/>
                  <a:gd name="connsiteY1" fmla="*/ 13994 h 13994"/>
                  <a:gd name="connsiteX2" fmla="*/ 12486 w 16759"/>
                  <a:gd name="connsiteY2" fmla="*/ 11841 h 13994"/>
                  <a:gd name="connsiteX3" fmla="*/ 16760 w 16759"/>
                  <a:gd name="connsiteY3" fmla="*/ 5853 h 13994"/>
                  <a:gd name="connsiteX4" fmla="*/ 14942 w 16759"/>
                  <a:gd name="connsiteY4" fmla="*/ 0 h 13994"/>
                  <a:gd name="connsiteX5" fmla="*/ 6091 w 16759"/>
                  <a:gd name="connsiteY5" fmla="*/ 0 h 13994"/>
                  <a:gd name="connsiteX6" fmla="*/ 1548 w 16759"/>
                  <a:gd name="connsiteY6" fmla="*/ 4205 h 13994"/>
                  <a:gd name="connsiteX7" fmla="*/ 0 w 16759"/>
                  <a:gd name="connsiteY7" fmla="*/ 8275 h 13994"/>
                  <a:gd name="connsiteX8" fmla="*/ 0 w 16759"/>
                  <a:gd name="connsiteY8" fmla="*/ 9621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9" h="13994">
                    <a:moveTo>
                      <a:pt x="34" y="9621"/>
                    </a:moveTo>
                    <a:lnTo>
                      <a:pt x="7707" y="13994"/>
                    </a:lnTo>
                    <a:cubicBezTo>
                      <a:pt x="7707" y="13994"/>
                      <a:pt x="12217" y="12413"/>
                      <a:pt x="12486" y="11841"/>
                    </a:cubicBezTo>
                    <a:cubicBezTo>
                      <a:pt x="12755" y="11269"/>
                      <a:pt x="16760" y="6560"/>
                      <a:pt x="16760" y="5853"/>
                    </a:cubicBezTo>
                    <a:cubicBezTo>
                      <a:pt x="16760" y="5113"/>
                      <a:pt x="14942" y="0"/>
                      <a:pt x="14942" y="0"/>
                    </a:cubicBezTo>
                    <a:lnTo>
                      <a:pt x="6091" y="0"/>
                    </a:lnTo>
                    <a:lnTo>
                      <a:pt x="1548" y="4205"/>
                    </a:lnTo>
                    <a:lnTo>
                      <a:pt x="0" y="8275"/>
                    </a:lnTo>
                    <a:lnTo>
                      <a:pt x="0" y="9621"/>
                    </a:lnTo>
                    <a:close/>
                  </a:path>
                </a:pathLst>
              </a:custGeom>
              <a:grpFill/>
              <a:ln w="6350" cap="flat">
                <a:solidFill>
                  <a:schemeClr val="bg1"/>
                </a:solidFill>
                <a:prstDash val="solid"/>
                <a:miter/>
              </a:ln>
            </p:spPr>
            <p:txBody>
              <a:bodyPr rtlCol="0" anchor="ctr"/>
              <a:lstStyle/>
              <a:p>
                <a:endParaRPr lang="en-US"/>
              </a:p>
            </p:txBody>
          </p:sp>
          <p:sp>
            <p:nvSpPr>
              <p:cNvPr id="225" name="Freeform 942">
                <a:extLst>
                  <a:ext uri="{FF2B5EF4-FFF2-40B4-BE49-F238E27FC236}">
                    <a16:creationId xmlns:a16="http://schemas.microsoft.com/office/drawing/2014/main" id="{D398DDCF-E4CE-5149-255C-BD078287E245}"/>
                  </a:ext>
                </a:extLst>
              </p:cNvPr>
              <p:cNvSpPr/>
              <p:nvPr/>
            </p:nvSpPr>
            <p:spPr>
              <a:xfrm>
                <a:off x="5238865" y="3831621"/>
                <a:ext cx="8985" cy="11235"/>
              </a:xfrm>
              <a:custGeom>
                <a:avLst/>
                <a:gdLst>
                  <a:gd name="connsiteX0" fmla="*/ 1615 w 8985"/>
                  <a:gd name="connsiteY0" fmla="*/ 5651 h 11235"/>
                  <a:gd name="connsiteX1" fmla="*/ 6899 w 8985"/>
                  <a:gd name="connsiteY1" fmla="*/ 11236 h 11235"/>
                  <a:gd name="connsiteX2" fmla="*/ 8986 w 8985"/>
                  <a:gd name="connsiteY2" fmla="*/ 8107 h 11235"/>
                  <a:gd name="connsiteX3" fmla="*/ 8986 w 8985"/>
                  <a:gd name="connsiteY3" fmla="*/ 1749 h 11235"/>
                  <a:gd name="connsiteX4" fmla="*/ 2894 w 8985"/>
                  <a:gd name="connsiteY4" fmla="*/ 0 h 11235"/>
                  <a:gd name="connsiteX5" fmla="*/ 0 w 8985"/>
                  <a:gd name="connsiteY5" fmla="*/ 5618 h 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5" h="11235">
                    <a:moveTo>
                      <a:pt x="1615" y="5651"/>
                    </a:moveTo>
                    <a:lnTo>
                      <a:pt x="6899" y="11236"/>
                    </a:lnTo>
                    <a:lnTo>
                      <a:pt x="8986" y="8107"/>
                    </a:lnTo>
                    <a:lnTo>
                      <a:pt x="8986" y="1749"/>
                    </a:lnTo>
                    <a:lnTo>
                      <a:pt x="2894" y="0"/>
                    </a:lnTo>
                    <a:lnTo>
                      <a:pt x="0" y="5618"/>
                    </a:lnTo>
                    <a:close/>
                  </a:path>
                </a:pathLst>
              </a:custGeom>
              <a:grpFill/>
              <a:ln w="6350" cap="flat">
                <a:solidFill>
                  <a:schemeClr val="bg1"/>
                </a:solidFill>
                <a:prstDash val="solid"/>
                <a:miter/>
              </a:ln>
            </p:spPr>
            <p:txBody>
              <a:bodyPr rtlCol="0" anchor="ctr"/>
              <a:lstStyle/>
              <a:p>
                <a:endParaRPr lang="en-US"/>
              </a:p>
            </p:txBody>
          </p:sp>
          <p:sp>
            <p:nvSpPr>
              <p:cNvPr id="226" name="Freeform 943">
                <a:extLst>
                  <a:ext uri="{FF2B5EF4-FFF2-40B4-BE49-F238E27FC236}">
                    <a16:creationId xmlns:a16="http://schemas.microsoft.com/office/drawing/2014/main" id="{0D0A7BA9-291B-1570-34B4-D2582B595672}"/>
                  </a:ext>
                </a:extLst>
              </p:cNvPr>
              <p:cNvSpPr/>
              <p:nvPr/>
            </p:nvSpPr>
            <p:spPr>
              <a:xfrm>
                <a:off x="5235668" y="3866404"/>
                <a:ext cx="3870" cy="6088"/>
              </a:xfrm>
              <a:custGeom>
                <a:avLst/>
                <a:gdLst>
                  <a:gd name="connsiteX0" fmla="*/ 0 w 3870"/>
                  <a:gd name="connsiteY0" fmla="*/ 0 h 6088"/>
                  <a:gd name="connsiteX1" fmla="*/ 0 w 3870"/>
                  <a:gd name="connsiteY1" fmla="*/ 3465 h 6088"/>
                  <a:gd name="connsiteX2" fmla="*/ 740 w 3870"/>
                  <a:gd name="connsiteY2" fmla="*/ 6089 h 6088"/>
                  <a:gd name="connsiteX3" fmla="*/ 2625 w 3870"/>
                  <a:gd name="connsiteY3" fmla="*/ 6089 h 6088"/>
                  <a:gd name="connsiteX4" fmla="*/ 3500 w 3870"/>
                  <a:gd name="connsiteY4" fmla="*/ 4171 h 6088"/>
                  <a:gd name="connsiteX5" fmla="*/ 3870 w 3870"/>
                  <a:gd name="connsiteY5" fmla="*/ 3028 h 6088"/>
                  <a:gd name="connsiteX6" fmla="*/ 3197 w 3870"/>
                  <a:gd name="connsiteY6" fmla="*/ 1077 h 6088"/>
                  <a:gd name="connsiteX7" fmla="*/ 2255 w 3870"/>
                  <a:gd name="connsiteY7" fmla="*/ 572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 h="6088">
                    <a:moveTo>
                      <a:pt x="0" y="0"/>
                    </a:moveTo>
                    <a:lnTo>
                      <a:pt x="0" y="3465"/>
                    </a:lnTo>
                    <a:lnTo>
                      <a:pt x="740" y="6089"/>
                    </a:lnTo>
                    <a:lnTo>
                      <a:pt x="2625" y="6089"/>
                    </a:lnTo>
                    <a:lnTo>
                      <a:pt x="3500" y="4171"/>
                    </a:lnTo>
                    <a:lnTo>
                      <a:pt x="3870" y="3028"/>
                    </a:lnTo>
                    <a:lnTo>
                      <a:pt x="3197" y="1077"/>
                    </a:lnTo>
                    <a:lnTo>
                      <a:pt x="2255" y="572"/>
                    </a:lnTo>
                    <a:close/>
                  </a:path>
                </a:pathLst>
              </a:custGeom>
              <a:grpFill/>
              <a:ln w="6350" cap="flat">
                <a:solidFill>
                  <a:schemeClr val="bg1"/>
                </a:solidFill>
                <a:prstDash val="solid"/>
                <a:miter/>
              </a:ln>
            </p:spPr>
            <p:txBody>
              <a:bodyPr rtlCol="0" anchor="ctr"/>
              <a:lstStyle/>
              <a:p>
                <a:endParaRPr lang="en-US"/>
              </a:p>
            </p:txBody>
          </p:sp>
        </p:grpSp>
        <p:sp>
          <p:nvSpPr>
            <p:cNvPr id="172" name="Freeform 889">
              <a:extLst>
                <a:ext uri="{FF2B5EF4-FFF2-40B4-BE49-F238E27FC236}">
                  <a16:creationId xmlns:a16="http://schemas.microsoft.com/office/drawing/2014/main" id="{E9427E54-135B-00CC-271F-E861991E292E}"/>
                </a:ext>
              </a:extLst>
            </p:cNvPr>
            <p:cNvSpPr/>
            <p:nvPr/>
          </p:nvSpPr>
          <p:spPr>
            <a:xfrm>
              <a:off x="7450776" y="3336519"/>
              <a:ext cx="409397" cy="292566"/>
            </a:xfrm>
            <a:custGeom>
              <a:avLst/>
              <a:gdLst>
                <a:gd name="connsiteX0" fmla="*/ 537464 w 786002"/>
                <a:gd name="connsiteY0" fmla="*/ 558770 h 561696"/>
                <a:gd name="connsiteX1" fmla="*/ 537464 w 786002"/>
                <a:gd name="connsiteY1" fmla="*/ 555305 h 561696"/>
                <a:gd name="connsiteX2" fmla="*/ 538877 w 786002"/>
                <a:gd name="connsiteY2" fmla="*/ 554868 h 561696"/>
                <a:gd name="connsiteX3" fmla="*/ 537901 w 786002"/>
                <a:gd name="connsiteY3" fmla="*/ 554430 h 561696"/>
                <a:gd name="connsiteX4" fmla="*/ 535444 w 786002"/>
                <a:gd name="connsiteY4" fmla="*/ 551537 h 561696"/>
                <a:gd name="connsiteX5" fmla="*/ 536454 w 786002"/>
                <a:gd name="connsiteY5" fmla="*/ 548644 h 561696"/>
                <a:gd name="connsiteX6" fmla="*/ 538036 w 786002"/>
                <a:gd name="connsiteY6" fmla="*/ 545751 h 561696"/>
                <a:gd name="connsiteX7" fmla="*/ 540493 w 786002"/>
                <a:gd name="connsiteY7" fmla="*/ 541109 h 561696"/>
                <a:gd name="connsiteX8" fmla="*/ 543387 w 786002"/>
                <a:gd name="connsiteY8" fmla="*/ 537408 h 561696"/>
                <a:gd name="connsiteX9" fmla="*/ 547594 w 786002"/>
                <a:gd name="connsiteY9" fmla="*/ 535323 h 561696"/>
                <a:gd name="connsiteX10" fmla="*/ 553954 w 786002"/>
                <a:gd name="connsiteY10" fmla="*/ 535323 h 561696"/>
                <a:gd name="connsiteX11" fmla="*/ 562368 w 786002"/>
                <a:gd name="connsiteY11" fmla="*/ 533573 h 561696"/>
                <a:gd name="connsiteX12" fmla="*/ 565700 w 786002"/>
                <a:gd name="connsiteY12" fmla="*/ 526778 h 561696"/>
                <a:gd name="connsiteX13" fmla="*/ 564556 w 786002"/>
                <a:gd name="connsiteY13" fmla="*/ 521262 h 561696"/>
                <a:gd name="connsiteX14" fmla="*/ 561527 w 786002"/>
                <a:gd name="connsiteY14" fmla="*/ 517359 h 561696"/>
                <a:gd name="connsiteX15" fmla="*/ 564556 w 786002"/>
                <a:gd name="connsiteY15" fmla="*/ 512011 h 561696"/>
                <a:gd name="connsiteX16" fmla="*/ 568897 w 786002"/>
                <a:gd name="connsiteY16" fmla="*/ 509387 h 561696"/>
                <a:gd name="connsiteX17" fmla="*/ 575123 w 786002"/>
                <a:gd name="connsiteY17" fmla="*/ 507940 h 561696"/>
                <a:gd name="connsiteX18" fmla="*/ 580642 w 786002"/>
                <a:gd name="connsiteY18" fmla="*/ 507806 h 561696"/>
                <a:gd name="connsiteX19" fmla="*/ 587744 w 786002"/>
                <a:gd name="connsiteY19" fmla="*/ 506494 h 561696"/>
                <a:gd name="connsiteX20" fmla="*/ 595148 w 786002"/>
                <a:gd name="connsiteY20" fmla="*/ 505182 h 561696"/>
                <a:gd name="connsiteX21" fmla="*/ 602552 w 786002"/>
                <a:gd name="connsiteY21" fmla="*/ 504038 h 561696"/>
                <a:gd name="connsiteX22" fmla="*/ 610090 w 786002"/>
                <a:gd name="connsiteY22" fmla="*/ 504610 h 561696"/>
                <a:gd name="connsiteX23" fmla="*/ 615441 w 786002"/>
                <a:gd name="connsiteY23" fmla="*/ 502154 h 561696"/>
                <a:gd name="connsiteX24" fmla="*/ 616013 w 786002"/>
                <a:gd name="connsiteY24" fmla="*/ 496065 h 561696"/>
                <a:gd name="connsiteX25" fmla="*/ 609787 w 786002"/>
                <a:gd name="connsiteY25" fmla="*/ 488967 h 561696"/>
                <a:gd name="connsiteX26" fmla="*/ 606018 w 786002"/>
                <a:gd name="connsiteY26" fmla="*/ 481869 h 561696"/>
                <a:gd name="connsiteX27" fmla="*/ 605883 w 786002"/>
                <a:gd name="connsiteY27" fmla="*/ 476083 h 561696"/>
                <a:gd name="connsiteX28" fmla="*/ 609215 w 786002"/>
                <a:gd name="connsiteY28" fmla="*/ 473897 h 561696"/>
                <a:gd name="connsiteX29" fmla="*/ 615441 w 786002"/>
                <a:gd name="connsiteY29" fmla="*/ 474199 h 561696"/>
                <a:gd name="connsiteX30" fmla="*/ 621230 w 786002"/>
                <a:gd name="connsiteY30" fmla="*/ 478404 h 561696"/>
                <a:gd name="connsiteX31" fmla="*/ 627759 w 786002"/>
                <a:gd name="connsiteY31" fmla="*/ 479716 h 561696"/>
                <a:gd name="connsiteX32" fmla="*/ 629913 w 786002"/>
                <a:gd name="connsiteY32" fmla="*/ 476521 h 561696"/>
                <a:gd name="connsiteX33" fmla="*/ 637586 w 786002"/>
                <a:gd name="connsiteY33" fmla="*/ 473762 h 561696"/>
                <a:gd name="connsiteX34" fmla="*/ 641927 w 786002"/>
                <a:gd name="connsiteY34" fmla="*/ 472013 h 561696"/>
                <a:gd name="connsiteX35" fmla="*/ 645562 w 786002"/>
                <a:gd name="connsiteY35" fmla="*/ 470129 h 561696"/>
                <a:gd name="connsiteX36" fmla="*/ 639336 w 786002"/>
                <a:gd name="connsiteY36" fmla="*/ 466059 h 561696"/>
                <a:gd name="connsiteX37" fmla="*/ 639201 w 786002"/>
                <a:gd name="connsiteY37" fmla="*/ 461585 h 561696"/>
                <a:gd name="connsiteX38" fmla="*/ 641961 w 786002"/>
                <a:gd name="connsiteY38" fmla="*/ 459398 h 561696"/>
                <a:gd name="connsiteX39" fmla="*/ 645293 w 786002"/>
                <a:gd name="connsiteY39" fmla="*/ 459398 h 561696"/>
                <a:gd name="connsiteX40" fmla="*/ 650072 w 786002"/>
                <a:gd name="connsiteY40" fmla="*/ 460845 h 561696"/>
                <a:gd name="connsiteX41" fmla="*/ 653101 w 786002"/>
                <a:gd name="connsiteY41" fmla="*/ 461417 h 561696"/>
                <a:gd name="connsiteX42" fmla="*/ 654413 w 786002"/>
                <a:gd name="connsiteY42" fmla="*/ 458961 h 561696"/>
                <a:gd name="connsiteX43" fmla="*/ 652966 w 786002"/>
                <a:gd name="connsiteY43" fmla="*/ 454319 h 561696"/>
                <a:gd name="connsiteX44" fmla="*/ 649332 w 786002"/>
                <a:gd name="connsiteY44" fmla="*/ 447221 h 561696"/>
                <a:gd name="connsiteX45" fmla="*/ 649466 w 786002"/>
                <a:gd name="connsiteY45" fmla="*/ 443184 h 561696"/>
                <a:gd name="connsiteX46" fmla="*/ 651485 w 786002"/>
                <a:gd name="connsiteY46" fmla="*/ 441434 h 561696"/>
                <a:gd name="connsiteX47" fmla="*/ 654380 w 786002"/>
                <a:gd name="connsiteY47" fmla="*/ 433765 h 561696"/>
                <a:gd name="connsiteX48" fmla="*/ 658149 w 786002"/>
                <a:gd name="connsiteY48" fmla="*/ 429123 h 561696"/>
                <a:gd name="connsiteX49" fmla="*/ 664106 w 786002"/>
                <a:gd name="connsiteY49" fmla="*/ 427104 h 561696"/>
                <a:gd name="connsiteX50" fmla="*/ 670197 w 786002"/>
                <a:gd name="connsiteY50" fmla="*/ 425489 h 561696"/>
                <a:gd name="connsiteX51" fmla="*/ 674101 w 786002"/>
                <a:gd name="connsiteY51" fmla="*/ 422596 h 561696"/>
                <a:gd name="connsiteX52" fmla="*/ 679318 w 786002"/>
                <a:gd name="connsiteY52" fmla="*/ 421722 h 561696"/>
                <a:gd name="connsiteX53" fmla="*/ 683390 w 786002"/>
                <a:gd name="connsiteY53" fmla="*/ 420578 h 561696"/>
                <a:gd name="connsiteX54" fmla="*/ 685712 w 786002"/>
                <a:gd name="connsiteY54" fmla="*/ 417954 h 561696"/>
                <a:gd name="connsiteX55" fmla="*/ 687159 w 786002"/>
                <a:gd name="connsiteY55" fmla="*/ 416373 h 561696"/>
                <a:gd name="connsiteX56" fmla="*/ 688169 w 786002"/>
                <a:gd name="connsiteY56" fmla="*/ 413312 h 561696"/>
                <a:gd name="connsiteX57" fmla="*/ 690491 w 786002"/>
                <a:gd name="connsiteY57" fmla="*/ 412437 h 561696"/>
                <a:gd name="connsiteX58" fmla="*/ 693520 w 786002"/>
                <a:gd name="connsiteY58" fmla="*/ 410856 h 561696"/>
                <a:gd name="connsiteX59" fmla="*/ 698030 w 786002"/>
                <a:gd name="connsiteY59" fmla="*/ 409107 h 561696"/>
                <a:gd name="connsiteX60" fmla="*/ 700487 w 786002"/>
                <a:gd name="connsiteY60" fmla="*/ 408401 h 561696"/>
                <a:gd name="connsiteX61" fmla="*/ 702506 w 786002"/>
                <a:gd name="connsiteY61" fmla="*/ 407223 h 561696"/>
                <a:gd name="connsiteX62" fmla="*/ 705568 w 786002"/>
                <a:gd name="connsiteY62" fmla="*/ 404465 h 561696"/>
                <a:gd name="connsiteX63" fmla="*/ 706006 w 786002"/>
                <a:gd name="connsiteY63" fmla="*/ 402278 h 561696"/>
                <a:gd name="connsiteX64" fmla="*/ 710347 w 786002"/>
                <a:gd name="connsiteY64" fmla="*/ 398948 h 561696"/>
                <a:gd name="connsiteX65" fmla="*/ 712669 w 786002"/>
                <a:gd name="connsiteY65" fmla="*/ 396627 h 561696"/>
                <a:gd name="connsiteX66" fmla="*/ 715126 w 786002"/>
                <a:gd name="connsiteY66" fmla="*/ 393431 h 561696"/>
                <a:gd name="connsiteX67" fmla="*/ 716001 w 786002"/>
                <a:gd name="connsiteY67" fmla="*/ 387914 h 561696"/>
                <a:gd name="connsiteX68" fmla="*/ 722800 w 786002"/>
                <a:gd name="connsiteY68" fmla="*/ 381388 h 561696"/>
                <a:gd name="connsiteX69" fmla="*/ 723540 w 786002"/>
                <a:gd name="connsiteY69" fmla="*/ 372709 h 561696"/>
                <a:gd name="connsiteX70" fmla="*/ 720915 w 786002"/>
                <a:gd name="connsiteY70" fmla="*/ 368638 h 561696"/>
                <a:gd name="connsiteX71" fmla="*/ 719333 w 786002"/>
                <a:gd name="connsiteY71" fmla="*/ 364131 h 561696"/>
                <a:gd name="connsiteX72" fmla="*/ 718895 w 786002"/>
                <a:gd name="connsiteY72" fmla="*/ 356595 h 561696"/>
                <a:gd name="connsiteX73" fmla="*/ 717314 w 786002"/>
                <a:gd name="connsiteY73" fmla="*/ 353702 h 561696"/>
                <a:gd name="connsiteX74" fmla="*/ 714857 w 786002"/>
                <a:gd name="connsiteY74" fmla="*/ 350372 h 561696"/>
                <a:gd name="connsiteX75" fmla="*/ 714857 w 786002"/>
                <a:gd name="connsiteY75" fmla="*/ 346739 h 561696"/>
                <a:gd name="connsiteX76" fmla="*/ 717751 w 786002"/>
                <a:gd name="connsiteY76" fmla="*/ 343106 h 561696"/>
                <a:gd name="connsiteX77" fmla="*/ 718761 w 786002"/>
                <a:gd name="connsiteY77" fmla="*/ 340482 h 561696"/>
                <a:gd name="connsiteX78" fmla="*/ 718054 w 786002"/>
                <a:gd name="connsiteY78" fmla="*/ 332812 h 561696"/>
                <a:gd name="connsiteX79" fmla="*/ 718323 w 786002"/>
                <a:gd name="connsiteY79" fmla="*/ 328742 h 561696"/>
                <a:gd name="connsiteX80" fmla="*/ 718323 w 786002"/>
                <a:gd name="connsiteY80" fmla="*/ 323965 h 561696"/>
                <a:gd name="connsiteX81" fmla="*/ 723237 w 786002"/>
                <a:gd name="connsiteY81" fmla="*/ 321644 h 561696"/>
                <a:gd name="connsiteX82" fmla="*/ 724247 w 786002"/>
                <a:gd name="connsiteY82" fmla="*/ 320635 h 561696"/>
                <a:gd name="connsiteX83" fmla="*/ 728588 w 786002"/>
                <a:gd name="connsiteY83" fmla="*/ 315555 h 561696"/>
                <a:gd name="connsiteX84" fmla="*/ 734545 w 786002"/>
                <a:gd name="connsiteY84" fmla="*/ 311922 h 561696"/>
                <a:gd name="connsiteX85" fmla="*/ 738886 w 786002"/>
                <a:gd name="connsiteY85" fmla="*/ 311216 h 561696"/>
                <a:gd name="connsiteX86" fmla="*/ 742656 w 786002"/>
                <a:gd name="connsiteY86" fmla="*/ 310072 h 561696"/>
                <a:gd name="connsiteX87" fmla="*/ 746122 w 786002"/>
                <a:gd name="connsiteY87" fmla="*/ 307044 h 561696"/>
                <a:gd name="connsiteX88" fmla="*/ 748444 w 786002"/>
                <a:gd name="connsiteY88" fmla="*/ 301965 h 561696"/>
                <a:gd name="connsiteX89" fmla="*/ 746560 w 786002"/>
                <a:gd name="connsiteY89" fmla="*/ 298197 h 561696"/>
                <a:gd name="connsiteX90" fmla="*/ 739896 w 786002"/>
                <a:gd name="connsiteY90" fmla="*/ 292848 h 561696"/>
                <a:gd name="connsiteX91" fmla="*/ 743396 w 786002"/>
                <a:gd name="connsiteY91" fmla="*/ 285616 h 561696"/>
                <a:gd name="connsiteX92" fmla="*/ 751204 w 786002"/>
                <a:gd name="connsiteY92" fmla="*/ 280839 h 561696"/>
                <a:gd name="connsiteX93" fmla="*/ 756723 w 786002"/>
                <a:gd name="connsiteY93" fmla="*/ 280839 h 561696"/>
                <a:gd name="connsiteX94" fmla="*/ 759618 w 786002"/>
                <a:gd name="connsiteY94" fmla="*/ 282151 h 561696"/>
                <a:gd name="connsiteX95" fmla="*/ 766719 w 786002"/>
                <a:gd name="connsiteY95" fmla="*/ 276802 h 561696"/>
                <a:gd name="connsiteX96" fmla="*/ 772507 w 786002"/>
                <a:gd name="connsiteY96" fmla="*/ 274481 h 561696"/>
                <a:gd name="connsiteX97" fmla="*/ 775132 w 786002"/>
                <a:gd name="connsiteY97" fmla="*/ 273169 h 561696"/>
                <a:gd name="connsiteX98" fmla="*/ 775267 w 786002"/>
                <a:gd name="connsiteY98" fmla="*/ 268830 h 561696"/>
                <a:gd name="connsiteX99" fmla="*/ 769613 w 786002"/>
                <a:gd name="connsiteY99" fmla="*/ 261429 h 561696"/>
                <a:gd name="connsiteX100" fmla="*/ 768300 w 786002"/>
                <a:gd name="connsiteY100" fmla="*/ 257796 h 561696"/>
                <a:gd name="connsiteX101" fmla="*/ 765709 w 786002"/>
                <a:gd name="connsiteY101" fmla="*/ 249251 h 561696"/>
                <a:gd name="connsiteX102" fmla="*/ 766146 w 786002"/>
                <a:gd name="connsiteY102" fmla="*/ 243600 h 561696"/>
                <a:gd name="connsiteX103" fmla="*/ 771801 w 786002"/>
                <a:gd name="connsiteY103" fmla="*/ 239126 h 561696"/>
                <a:gd name="connsiteX104" fmla="*/ 777589 w 786002"/>
                <a:gd name="connsiteY104" fmla="*/ 237545 h 561696"/>
                <a:gd name="connsiteX105" fmla="*/ 783108 w 786002"/>
                <a:gd name="connsiteY105" fmla="*/ 235526 h 561696"/>
                <a:gd name="connsiteX106" fmla="*/ 786003 w 786002"/>
                <a:gd name="connsiteY106" fmla="*/ 229875 h 561696"/>
                <a:gd name="connsiteX107" fmla="*/ 784118 w 786002"/>
                <a:gd name="connsiteY107" fmla="*/ 224661 h 561696"/>
                <a:gd name="connsiteX108" fmla="*/ 781931 w 786002"/>
                <a:gd name="connsiteY108" fmla="*/ 218572 h 561696"/>
                <a:gd name="connsiteX109" fmla="*/ 782233 w 786002"/>
                <a:gd name="connsiteY109" fmla="*/ 213492 h 561696"/>
                <a:gd name="connsiteX110" fmla="*/ 781661 w 786002"/>
                <a:gd name="connsiteY110" fmla="*/ 208413 h 561696"/>
                <a:gd name="connsiteX111" fmla="*/ 775873 w 786002"/>
                <a:gd name="connsiteY111" fmla="*/ 203939 h 561696"/>
                <a:gd name="connsiteX112" fmla="*/ 773988 w 786002"/>
                <a:gd name="connsiteY112" fmla="*/ 201046 h 561696"/>
                <a:gd name="connsiteX113" fmla="*/ 772676 w 786002"/>
                <a:gd name="connsiteY113" fmla="*/ 198287 h 561696"/>
                <a:gd name="connsiteX114" fmla="*/ 772103 w 786002"/>
                <a:gd name="connsiteY114" fmla="*/ 194654 h 561696"/>
                <a:gd name="connsiteX115" fmla="*/ 773248 w 786002"/>
                <a:gd name="connsiteY115" fmla="*/ 191627 h 561696"/>
                <a:gd name="connsiteX116" fmla="*/ 775132 w 786002"/>
                <a:gd name="connsiteY116" fmla="*/ 188599 h 561696"/>
                <a:gd name="connsiteX117" fmla="*/ 778329 w 786002"/>
                <a:gd name="connsiteY117" fmla="*/ 185403 h 561696"/>
                <a:gd name="connsiteX118" fmla="*/ 781964 w 786002"/>
                <a:gd name="connsiteY118" fmla="*/ 181770 h 561696"/>
                <a:gd name="connsiteX119" fmla="*/ 778633 w 786002"/>
                <a:gd name="connsiteY119" fmla="*/ 181030 h 561696"/>
                <a:gd name="connsiteX120" fmla="*/ 774863 w 786002"/>
                <a:gd name="connsiteY120" fmla="*/ 181602 h 561696"/>
                <a:gd name="connsiteX121" fmla="*/ 770219 w 786002"/>
                <a:gd name="connsiteY121" fmla="*/ 182174 h 561696"/>
                <a:gd name="connsiteX122" fmla="*/ 765575 w 786002"/>
                <a:gd name="connsiteY122" fmla="*/ 181165 h 561696"/>
                <a:gd name="connsiteX123" fmla="*/ 761368 w 786002"/>
                <a:gd name="connsiteY123" fmla="*/ 180862 h 561696"/>
                <a:gd name="connsiteX124" fmla="*/ 757733 w 786002"/>
                <a:gd name="connsiteY124" fmla="*/ 180727 h 561696"/>
                <a:gd name="connsiteX125" fmla="*/ 754401 w 786002"/>
                <a:gd name="connsiteY125" fmla="*/ 180727 h 561696"/>
                <a:gd name="connsiteX126" fmla="*/ 750766 w 786002"/>
                <a:gd name="connsiteY126" fmla="*/ 181737 h 561696"/>
                <a:gd name="connsiteX127" fmla="*/ 746122 w 786002"/>
                <a:gd name="connsiteY127" fmla="*/ 183318 h 561696"/>
                <a:gd name="connsiteX128" fmla="*/ 742218 w 786002"/>
                <a:gd name="connsiteY128" fmla="*/ 186345 h 561696"/>
                <a:gd name="connsiteX129" fmla="*/ 738314 w 786002"/>
                <a:gd name="connsiteY129" fmla="*/ 187926 h 561696"/>
                <a:gd name="connsiteX130" fmla="*/ 733098 w 786002"/>
                <a:gd name="connsiteY130" fmla="*/ 191694 h 561696"/>
                <a:gd name="connsiteX131" fmla="*/ 729631 w 786002"/>
                <a:gd name="connsiteY131" fmla="*/ 191694 h 561696"/>
                <a:gd name="connsiteX132" fmla="*/ 728050 w 786002"/>
                <a:gd name="connsiteY132" fmla="*/ 190819 h 561696"/>
                <a:gd name="connsiteX133" fmla="*/ 723708 w 786002"/>
                <a:gd name="connsiteY133" fmla="*/ 188633 h 561696"/>
                <a:gd name="connsiteX134" fmla="*/ 719939 w 786002"/>
                <a:gd name="connsiteY134" fmla="*/ 186312 h 561696"/>
                <a:gd name="connsiteX135" fmla="*/ 719064 w 786002"/>
                <a:gd name="connsiteY135" fmla="*/ 183856 h 561696"/>
                <a:gd name="connsiteX136" fmla="*/ 719501 w 786002"/>
                <a:gd name="connsiteY136" fmla="*/ 181097 h 561696"/>
                <a:gd name="connsiteX137" fmla="*/ 719636 w 786002"/>
                <a:gd name="connsiteY137" fmla="*/ 175177 h 561696"/>
                <a:gd name="connsiteX138" fmla="*/ 720074 w 786002"/>
                <a:gd name="connsiteY138" fmla="*/ 170669 h 561696"/>
                <a:gd name="connsiteX139" fmla="*/ 719939 w 786002"/>
                <a:gd name="connsiteY139" fmla="*/ 167339 h 561696"/>
                <a:gd name="connsiteX140" fmla="*/ 720074 w 786002"/>
                <a:gd name="connsiteY140" fmla="*/ 164143 h 561696"/>
                <a:gd name="connsiteX141" fmla="*/ 720074 w 786002"/>
                <a:gd name="connsiteY141" fmla="*/ 161519 h 561696"/>
                <a:gd name="connsiteX142" fmla="*/ 720646 w 786002"/>
                <a:gd name="connsiteY142" fmla="*/ 155565 h 561696"/>
                <a:gd name="connsiteX143" fmla="*/ 720074 w 786002"/>
                <a:gd name="connsiteY143" fmla="*/ 151797 h 561696"/>
                <a:gd name="connsiteX144" fmla="*/ 720074 w 786002"/>
                <a:gd name="connsiteY144" fmla="*/ 148602 h 561696"/>
                <a:gd name="connsiteX145" fmla="*/ 718761 w 786002"/>
                <a:gd name="connsiteY145" fmla="*/ 144094 h 561696"/>
                <a:gd name="connsiteX146" fmla="*/ 717011 w 786002"/>
                <a:gd name="connsiteY146" fmla="*/ 143219 h 561696"/>
                <a:gd name="connsiteX147" fmla="*/ 713107 w 786002"/>
                <a:gd name="connsiteY147" fmla="*/ 142076 h 561696"/>
                <a:gd name="connsiteX148" fmla="*/ 708765 w 786002"/>
                <a:gd name="connsiteY148" fmla="*/ 141504 h 561696"/>
                <a:gd name="connsiteX149" fmla="*/ 705299 w 786002"/>
                <a:gd name="connsiteY149" fmla="*/ 142244 h 561696"/>
                <a:gd name="connsiteX150" fmla="*/ 702539 w 786002"/>
                <a:gd name="connsiteY150" fmla="*/ 142244 h 561696"/>
                <a:gd name="connsiteX151" fmla="*/ 700352 w 786002"/>
                <a:gd name="connsiteY151" fmla="*/ 143993 h 561696"/>
                <a:gd name="connsiteX152" fmla="*/ 699208 w 786002"/>
                <a:gd name="connsiteY152" fmla="*/ 145170 h 561696"/>
                <a:gd name="connsiteX153" fmla="*/ 697054 w 786002"/>
                <a:gd name="connsiteY153" fmla="*/ 147626 h 561696"/>
                <a:gd name="connsiteX154" fmla="*/ 693587 w 786002"/>
                <a:gd name="connsiteY154" fmla="*/ 149813 h 561696"/>
                <a:gd name="connsiteX155" fmla="*/ 690693 w 786002"/>
                <a:gd name="connsiteY155" fmla="*/ 151562 h 561696"/>
                <a:gd name="connsiteX156" fmla="*/ 688068 w 786002"/>
                <a:gd name="connsiteY156" fmla="*/ 154589 h 561696"/>
                <a:gd name="connsiteX157" fmla="*/ 688203 w 786002"/>
                <a:gd name="connsiteY157" fmla="*/ 159501 h 561696"/>
                <a:gd name="connsiteX158" fmla="*/ 688068 w 786002"/>
                <a:gd name="connsiteY158" fmla="*/ 162091 h 561696"/>
                <a:gd name="connsiteX159" fmla="*/ 685746 w 786002"/>
                <a:gd name="connsiteY159" fmla="*/ 166565 h 561696"/>
                <a:gd name="connsiteX160" fmla="*/ 680529 w 786002"/>
                <a:gd name="connsiteY160" fmla="*/ 167742 h 561696"/>
                <a:gd name="connsiteX161" fmla="*/ 675178 w 786002"/>
                <a:gd name="connsiteY161" fmla="*/ 165724 h 561696"/>
                <a:gd name="connsiteX162" fmla="*/ 672284 w 786002"/>
                <a:gd name="connsiteY162" fmla="*/ 162394 h 561696"/>
                <a:gd name="connsiteX163" fmla="*/ 671409 w 786002"/>
                <a:gd name="connsiteY163" fmla="*/ 158929 h 561696"/>
                <a:gd name="connsiteX164" fmla="*/ 671274 w 786002"/>
                <a:gd name="connsiteY164" fmla="*/ 155027 h 561696"/>
                <a:gd name="connsiteX165" fmla="*/ 670837 w 786002"/>
                <a:gd name="connsiteY165" fmla="*/ 151999 h 561696"/>
                <a:gd name="connsiteX166" fmla="*/ 670702 w 786002"/>
                <a:gd name="connsiteY166" fmla="*/ 148097 h 561696"/>
                <a:gd name="connsiteX167" fmla="*/ 671005 w 786002"/>
                <a:gd name="connsiteY167" fmla="*/ 143758 h 561696"/>
                <a:gd name="connsiteX168" fmla="*/ 676087 w 786002"/>
                <a:gd name="connsiteY168" fmla="*/ 137534 h 561696"/>
                <a:gd name="connsiteX169" fmla="*/ 676524 w 786002"/>
                <a:gd name="connsiteY169" fmla="*/ 137400 h 561696"/>
                <a:gd name="connsiteX170" fmla="*/ 677669 w 786002"/>
                <a:gd name="connsiteY170" fmla="*/ 134069 h 561696"/>
                <a:gd name="connsiteX171" fmla="*/ 681741 w 786002"/>
                <a:gd name="connsiteY171" fmla="*/ 131311 h 561696"/>
                <a:gd name="connsiteX172" fmla="*/ 683053 w 786002"/>
                <a:gd name="connsiteY172" fmla="*/ 130167 h 561696"/>
                <a:gd name="connsiteX173" fmla="*/ 688842 w 786002"/>
                <a:gd name="connsiteY173" fmla="*/ 128283 h 561696"/>
                <a:gd name="connsiteX174" fmla="*/ 688707 w 786002"/>
                <a:gd name="connsiteY174" fmla="*/ 125828 h 561696"/>
                <a:gd name="connsiteX175" fmla="*/ 688842 w 786002"/>
                <a:gd name="connsiteY175" fmla="*/ 123237 h 561696"/>
                <a:gd name="connsiteX176" fmla="*/ 689145 w 786002"/>
                <a:gd name="connsiteY176" fmla="*/ 121353 h 561696"/>
                <a:gd name="connsiteX177" fmla="*/ 691030 w 786002"/>
                <a:gd name="connsiteY177" fmla="*/ 118326 h 561696"/>
                <a:gd name="connsiteX178" fmla="*/ 691332 w 786002"/>
                <a:gd name="connsiteY178" fmla="*/ 117889 h 561696"/>
                <a:gd name="connsiteX179" fmla="*/ 695236 w 786002"/>
                <a:gd name="connsiteY179" fmla="*/ 116005 h 561696"/>
                <a:gd name="connsiteX180" fmla="*/ 697693 w 786002"/>
                <a:gd name="connsiteY180" fmla="*/ 113684 h 561696"/>
                <a:gd name="connsiteX181" fmla="*/ 699578 w 786002"/>
                <a:gd name="connsiteY181" fmla="*/ 111800 h 561696"/>
                <a:gd name="connsiteX182" fmla="*/ 701765 w 786002"/>
                <a:gd name="connsiteY182" fmla="*/ 111228 h 561696"/>
                <a:gd name="connsiteX183" fmla="*/ 704660 w 786002"/>
                <a:gd name="connsiteY183" fmla="*/ 109647 h 561696"/>
                <a:gd name="connsiteX184" fmla="*/ 706241 w 786002"/>
                <a:gd name="connsiteY184" fmla="*/ 107628 h 561696"/>
                <a:gd name="connsiteX185" fmla="*/ 706814 w 786002"/>
                <a:gd name="connsiteY185" fmla="*/ 106047 h 561696"/>
                <a:gd name="connsiteX186" fmla="*/ 707823 w 786002"/>
                <a:gd name="connsiteY186" fmla="*/ 101405 h 561696"/>
                <a:gd name="connsiteX187" fmla="*/ 708530 w 786002"/>
                <a:gd name="connsiteY187" fmla="*/ 95888 h 561696"/>
                <a:gd name="connsiteX188" fmla="*/ 705636 w 786002"/>
                <a:gd name="connsiteY188" fmla="*/ 85157 h 561696"/>
                <a:gd name="connsiteX189" fmla="*/ 706208 w 786002"/>
                <a:gd name="connsiteY189" fmla="*/ 80818 h 561696"/>
                <a:gd name="connsiteX190" fmla="*/ 706645 w 786002"/>
                <a:gd name="connsiteY190" fmla="*/ 77050 h 561696"/>
                <a:gd name="connsiteX191" fmla="*/ 708833 w 786002"/>
                <a:gd name="connsiteY191" fmla="*/ 74022 h 561696"/>
                <a:gd name="connsiteX192" fmla="*/ 710583 w 786002"/>
                <a:gd name="connsiteY192" fmla="*/ 71399 h 561696"/>
                <a:gd name="connsiteX193" fmla="*/ 712468 w 786002"/>
                <a:gd name="connsiteY193" fmla="*/ 69380 h 561696"/>
                <a:gd name="connsiteX194" fmla="*/ 714790 w 786002"/>
                <a:gd name="connsiteY194" fmla="*/ 67799 h 561696"/>
                <a:gd name="connsiteX195" fmla="*/ 716371 w 786002"/>
                <a:gd name="connsiteY195" fmla="*/ 67059 h 561696"/>
                <a:gd name="connsiteX196" fmla="*/ 717987 w 786002"/>
                <a:gd name="connsiteY196" fmla="*/ 66353 h 561696"/>
                <a:gd name="connsiteX197" fmla="*/ 719434 w 786002"/>
                <a:gd name="connsiteY197" fmla="*/ 64166 h 561696"/>
                <a:gd name="connsiteX198" fmla="*/ 721891 w 786002"/>
                <a:gd name="connsiteY198" fmla="*/ 61542 h 561696"/>
                <a:gd name="connsiteX199" fmla="*/ 721891 w 786002"/>
                <a:gd name="connsiteY199" fmla="*/ 57472 h 561696"/>
                <a:gd name="connsiteX200" fmla="*/ 719939 w 786002"/>
                <a:gd name="connsiteY200" fmla="*/ 55722 h 561696"/>
                <a:gd name="connsiteX201" fmla="*/ 717549 w 786002"/>
                <a:gd name="connsiteY201" fmla="*/ 54579 h 561696"/>
                <a:gd name="connsiteX202" fmla="*/ 715227 w 786002"/>
                <a:gd name="connsiteY202" fmla="*/ 54007 h 561696"/>
                <a:gd name="connsiteX203" fmla="*/ 712468 w 786002"/>
                <a:gd name="connsiteY203" fmla="*/ 54007 h 561696"/>
                <a:gd name="connsiteX204" fmla="*/ 710145 w 786002"/>
                <a:gd name="connsiteY204" fmla="*/ 53872 h 561696"/>
                <a:gd name="connsiteX205" fmla="*/ 706241 w 786002"/>
                <a:gd name="connsiteY205" fmla="*/ 54310 h 561696"/>
                <a:gd name="connsiteX206" fmla="*/ 704222 w 786002"/>
                <a:gd name="connsiteY206" fmla="*/ 54747 h 561696"/>
                <a:gd name="connsiteX207" fmla="*/ 701025 w 786002"/>
                <a:gd name="connsiteY207" fmla="*/ 55891 h 561696"/>
                <a:gd name="connsiteX208" fmla="*/ 698265 w 786002"/>
                <a:gd name="connsiteY208" fmla="*/ 55016 h 561696"/>
                <a:gd name="connsiteX209" fmla="*/ 696381 w 786002"/>
                <a:gd name="connsiteY209" fmla="*/ 52392 h 561696"/>
                <a:gd name="connsiteX210" fmla="*/ 694933 w 786002"/>
                <a:gd name="connsiteY210" fmla="*/ 50206 h 561696"/>
                <a:gd name="connsiteX211" fmla="*/ 693789 w 786002"/>
                <a:gd name="connsiteY211" fmla="*/ 48456 h 561696"/>
                <a:gd name="connsiteX212" fmla="*/ 693520 w 786002"/>
                <a:gd name="connsiteY212" fmla="*/ 44823 h 561696"/>
                <a:gd name="connsiteX213" fmla="*/ 695102 w 786002"/>
                <a:gd name="connsiteY213" fmla="*/ 40484 h 561696"/>
                <a:gd name="connsiteX214" fmla="*/ 697121 w 786002"/>
                <a:gd name="connsiteY214" fmla="*/ 37591 h 561696"/>
                <a:gd name="connsiteX215" fmla="*/ 698131 w 786002"/>
                <a:gd name="connsiteY215" fmla="*/ 35572 h 561696"/>
                <a:gd name="connsiteX216" fmla="*/ 700285 w 786002"/>
                <a:gd name="connsiteY216" fmla="*/ 32511 h 561696"/>
                <a:gd name="connsiteX217" fmla="*/ 700015 w 786002"/>
                <a:gd name="connsiteY217" fmla="*/ 31065 h 561696"/>
                <a:gd name="connsiteX218" fmla="*/ 699578 w 786002"/>
                <a:gd name="connsiteY218" fmla="*/ 28037 h 561696"/>
                <a:gd name="connsiteX219" fmla="*/ 699275 w 786002"/>
                <a:gd name="connsiteY219" fmla="*/ 25279 h 561696"/>
                <a:gd name="connsiteX220" fmla="*/ 700150 w 786002"/>
                <a:gd name="connsiteY220" fmla="*/ 22251 h 561696"/>
                <a:gd name="connsiteX221" fmla="*/ 701025 w 786002"/>
                <a:gd name="connsiteY221" fmla="*/ 18046 h 561696"/>
                <a:gd name="connsiteX222" fmla="*/ 701025 w 786002"/>
                <a:gd name="connsiteY222" fmla="*/ 14144 h 561696"/>
                <a:gd name="connsiteX223" fmla="*/ 699510 w 786002"/>
                <a:gd name="connsiteY223" fmla="*/ 11957 h 561696"/>
                <a:gd name="connsiteX224" fmla="*/ 696852 w 786002"/>
                <a:gd name="connsiteY224" fmla="*/ 8930 h 561696"/>
                <a:gd name="connsiteX225" fmla="*/ 693789 w 786002"/>
                <a:gd name="connsiteY225" fmla="*/ 6306 h 561696"/>
                <a:gd name="connsiteX226" fmla="*/ 690020 w 786002"/>
                <a:gd name="connsiteY226" fmla="*/ 7181 h 561696"/>
                <a:gd name="connsiteX227" fmla="*/ 688270 w 786002"/>
                <a:gd name="connsiteY227" fmla="*/ 8930 h 561696"/>
                <a:gd name="connsiteX228" fmla="*/ 684669 w 786002"/>
                <a:gd name="connsiteY228" fmla="*/ 9064 h 561696"/>
                <a:gd name="connsiteX229" fmla="*/ 678712 w 786002"/>
                <a:gd name="connsiteY229" fmla="*/ 6609 h 561696"/>
                <a:gd name="connsiteX230" fmla="*/ 676524 w 786002"/>
                <a:gd name="connsiteY230" fmla="*/ 4590 h 561696"/>
                <a:gd name="connsiteX231" fmla="*/ 673495 w 786002"/>
                <a:gd name="connsiteY231" fmla="*/ 2572 h 561696"/>
                <a:gd name="connsiteX232" fmla="*/ 670601 w 786002"/>
                <a:gd name="connsiteY232" fmla="*/ 116 h 561696"/>
                <a:gd name="connsiteX233" fmla="*/ 668582 w 786002"/>
                <a:gd name="connsiteY233" fmla="*/ 1428 h 561696"/>
                <a:gd name="connsiteX234" fmla="*/ 668010 w 786002"/>
                <a:gd name="connsiteY234" fmla="*/ 2303 h 561696"/>
                <a:gd name="connsiteX235" fmla="*/ 666697 w 786002"/>
                <a:gd name="connsiteY235" fmla="*/ 4759 h 561696"/>
                <a:gd name="connsiteX236" fmla="*/ 665519 w 786002"/>
                <a:gd name="connsiteY236" fmla="*/ 8089 h 561696"/>
                <a:gd name="connsiteX237" fmla="*/ 664813 w 786002"/>
                <a:gd name="connsiteY237" fmla="*/ 10107 h 561696"/>
                <a:gd name="connsiteX238" fmla="*/ 663063 w 786002"/>
                <a:gd name="connsiteY238" fmla="*/ 12294 h 561696"/>
                <a:gd name="connsiteX239" fmla="*/ 659865 w 786002"/>
                <a:gd name="connsiteY239" fmla="*/ 14312 h 561696"/>
                <a:gd name="connsiteX240" fmla="*/ 654077 w 786002"/>
                <a:gd name="connsiteY240" fmla="*/ 14615 h 561696"/>
                <a:gd name="connsiteX241" fmla="*/ 651889 w 786002"/>
                <a:gd name="connsiteY241" fmla="*/ 13606 h 561696"/>
                <a:gd name="connsiteX242" fmla="*/ 646538 w 786002"/>
                <a:gd name="connsiteY242" fmla="*/ 8257 h 561696"/>
                <a:gd name="connsiteX243" fmla="*/ 644519 w 786002"/>
                <a:gd name="connsiteY243" fmla="*/ 6811 h 561696"/>
                <a:gd name="connsiteX244" fmla="*/ 641322 w 786002"/>
                <a:gd name="connsiteY244" fmla="*/ 6811 h 561696"/>
                <a:gd name="connsiteX245" fmla="*/ 637687 w 786002"/>
                <a:gd name="connsiteY245" fmla="*/ 8627 h 561696"/>
                <a:gd name="connsiteX246" fmla="*/ 629711 w 786002"/>
                <a:gd name="connsiteY246" fmla="*/ 9569 h 561696"/>
                <a:gd name="connsiteX247" fmla="*/ 628836 w 786002"/>
                <a:gd name="connsiteY247" fmla="*/ 14346 h 561696"/>
                <a:gd name="connsiteX248" fmla="*/ 627389 w 786002"/>
                <a:gd name="connsiteY248" fmla="*/ 17811 h 561696"/>
                <a:gd name="connsiteX249" fmla="*/ 623922 w 786002"/>
                <a:gd name="connsiteY249" fmla="*/ 20838 h 561696"/>
                <a:gd name="connsiteX250" fmla="*/ 620288 w 786002"/>
                <a:gd name="connsiteY250" fmla="*/ 22857 h 561696"/>
                <a:gd name="connsiteX251" fmla="*/ 617965 w 786002"/>
                <a:gd name="connsiteY251" fmla="*/ 25480 h 561696"/>
                <a:gd name="connsiteX252" fmla="*/ 616081 w 786002"/>
                <a:gd name="connsiteY252" fmla="*/ 26490 h 561696"/>
                <a:gd name="connsiteX253" fmla="*/ 613893 w 786002"/>
                <a:gd name="connsiteY253" fmla="*/ 27936 h 561696"/>
                <a:gd name="connsiteX254" fmla="*/ 612143 w 786002"/>
                <a:gd name="connsiteY254" fmla="*/ 29685 h 561696"/>
                <a:gd name="connsiteX255" fmla="*/ 610561 w 786002"/>
                <a:gd name="connsiteY255" fmla="*/ 32444 h 561696"/>
                <a:gd name="connsiteX256" fmla="*/ 609686 w 786002"/>
                <a:gd name="connsiteY256" fmla="*/ 35640 h 561696"/>
                <a:gd name="connsiteX257" fmla="*/ 608239 w 786002"/>
                <a:gd name="connsiteY257" fmla="*/ 38095 h 561696"/>
                <a:gd name="connsiteX258" fmla="*/ 607364 w 786002"/>
                <a:gd name="connsiteY258" fmla="*/ 43007 h 561696"/>
                <a:gd name="connsiteX259" fmla="*/ 605648 w 786002"/>
                <a:gd name="connsiteY259" fmla="*/ 45328 h 561696"/>
                <a:gd name="connsiteX260" fmla="*/ 602451 w 786002"/>
                <a:gd name="connsiteY260" fmla="*/ 45631 h 561696"/>
                <a:gd name="connsiteX261" fmla="*/ 600566 w 786002"/>
                <a:gd name="connsiteY261" fmla="*/ 43040 h 561696"/>
                <a:gd name="connsiteX262" fmla="*/ 599388 w 786002"/>
                <a:gd name="connsiteY262" fmla="*/ 40585 h 561696"/>
                <a:gd name="connsiteX263" fmla="*/ 598076 w 786002"/>
                <a:gd name="connsiteY263" fmla="*/ 38701 h 561696"/>
                <a:gd name="connsiteX264" fmla="*/ 594609 w 786002"/>
                <a:gd name="connsiteY264" fmla="*/ 37254 h 561696"/>
                <a:gd name="connsiteX265" fmla="*/ 592724 w 786002"/>
                <a:gd name="connsiteY265" fmla="*/ 37389 h 561696"/>
                <a:gd name="connsiteX266" fmla="*/ 591580 w 786002"/>
                <a:gd name="connsiteY266" fmla="*/ 38970 h 561696"/>
                <a:gd name="connsiteX267" fmla="*/ 586061 w 786002"/>
                <a:gd name="connsiteY267" fmla="*/ 41426 h 561696"/>
                <a:gd name="connsiteX268" fmla="*/ 583604 w 786002"/>
                <a:gd name="connsiteY268" fmla="*/ 38230 h 561696"/>
                <a:gd name="connsiteX269" fmla="*/ 582729 w 786002"/>
                <a:gd name="connsiteY269" fmla="*/ 33722 h 561696"/>
                <a:gd name="connsiteX270" fmla="*/ 582729 w 786002"/>
                <a:gd name="connsiteY270" fmla="*/ 27062 h 561696"/>
                <a:gd name="connsiteX271" fmla="*/ 574181 w 786002"/>
                <a:gd name="connsiteY271" fmla="*/ 23866 h 561696"/>
                <a:gd name="connsiteX272" fmla="*/ 571859 w 786002"/>
                <a:gd name="connsiteY272" fmla="*/ 22857 h 561696"/>
                <a:gd name="connsiteX273" fmla="*/ 567080 w 786002"/>
                <a:gd name="connsiteY273" fmla="*/ 24606 h 561696"/>
                <a:gd name="connsiteX274" fmla="*/ 561863 w 786002"/>
                <a:gd name="connsiteY274" fmla="*/ 29080 h 561696"/>
                <a:gd name="connsiteX275" fmla="*/ 560281 w 786002"/>
                <a:gd name="connsiteY275" fmla="*/ 31401 h 561696"/>
                <a:gd name="connsiteX276" fmla="*/ 560281 w 786002"/>
                <a:gd name="connsiteY276" fmla="*/ 37860 h 561696"/>
                <a:gd name="connsiteX277" fmla="*/ 559272 w 786002"/>
                <a:gd name="connsiteY277" fmla="*/ 40215 h 561696"/>
                <a:gd name="connsiteX278" fmla="*/ 557690 w 786002"/>
                <a:gd name="connsiteY278" fmla="*/ 41527 h 561696"/>
                <a:gd name="connsiteX279" fmla="*/ 554055 w 786002"/>
                <a:gd name="connsiteY279" fmla="*/ 45429 h 561696"/>
                <a:gd name="connsiteX280" fmla="*/ 553483 w 786002"/>
                <a:gd name="connsiteY280" fmla="*/ 46001 h 561696"/>
                <a:gd name="connsiteX281" fmla="*/ 553887 w 786002"/>
                <a:gd name="connsiteY281" fmla="*/ 50643 h 561696"/>
                <a:gd name="connsiteX282" fmla="*/ 554156 w 786002"/>
                <a:gd name="connsiteY282" fmla="*/ 51518 h 561696"/>
                <a:gd name="connsiteX283" fmla="*/ 555334 w 786002"/>
                <a:gd name="connsiteY283" fmla="*/ 53704 h 561696"/>
                <a:gd name="connsiteX284" fmla="*/ 556007 w 786002"/>
                <a:gd name="connsiteY284" fmla="*/ 54377 h 561696"/>
                <a:gd name="connsiteX285" fmla="*/ 554459 w 786002"/>
                <a:gd name="connsiteY285" fmla="*/ 57304 h 561696"/>
                <a:gd name="connsiteX286" fmla="*/ 552272 w 786002"/>
                <a:gd name="connsiteY286" fmla="*/ 58178 h 561696"/>
                <a:gd name="connsiteX287" fmla="*/ 547190 w 786002"/>
                <a:gd name="connsiteY287" fmla="*/ 58616 h 561696"/>
                <a:gd name="connsiteX288" fmla="*/ 540829 w 786002"/>
                <a:gd name="connsiteY288" fmla="*/ 57304 h 561696"/>
                <a:gd name="connsiteX289" fmla="*/ 538069 w 786002"/>
                <a:gd name="connsiteY289" fmla="*/ 53671 h 561696"/>
                <a:gd name="connsiteX290" fmla="*/ 539954 w 786002"/>
                <a:gd name="connsiteY290" fmla="*/ 50912 h 561696"/>
                <a:gd name="connsiteX291" fmla="*/ 544868 w 786002"/>
                <a:gd name="connsiteY291" fmla="*/ 47010 h 561696"/>
                <a:gd name="connsiteX292" fmla="*/ 543993 w 786002"/>
                <a:gd name="connsiteY292" fmla="*/ 43680 h 561696"/>
                <a:gd name="connsiteX293" fmla="*/ 538473 w 786002"/>
                <a:gd name="connsiteY293" fmla="*/ 41493 h 561696"/>
                <a:gd name="connsiteX294" fmla="*/ 535848 w 786002"/>
                <a:gd name="connsiteY294" fmla="*/ 39306 h 561696"/>
                <a:gd name="connsiteX295" fmla="*/ 531507 w 786002"/>
                <a:gd name="connsiteY295" fmla="*/ 41493 h 561696"/>
                <a:gd name="connsiteX296" fmla="*/ 526997 w 786002"/>
                <a:gd name="connsiteY296" fmla="*/ 41627 h 561696"/>
                <a:gd name="connsiteX297" fmla="*/ 524540 w 786002"/>
                <a:gd name="connsiteY297" fmla="*/ 40753 h 561696"/>
                <a:gd name="connsiteX298" fmla="*/ 523665 w 786002"/>
                <a:gd name="connsiteY298" fmla="*/ 37995 h 561696"/>
                <a:gd name="connsiteX299" fmla="*/ 519189 w 786002"/>
                <a:gd name="connsiteY299" fmla="*/ 37995 h 561696"/>
                <a:gd name="connsiteX300" fmla="*/ 516598 w 786002"/>
                <a:gd name="connsiteY300" fmla="*/ 37995 h 561696"/>
                <a:gd name="connsiteX301" fmla="*/ 514276 w 786002"/>
                <a:gd name="connsiteY301" fmla="*/ 39138 h 561696"/>
                <a:gd name="connsiteX302" fmla="*/ 513973 w 786002"/>
                <a:gd name="connsiteY302" fmla="*/ 46371 h 561696"/>
                <a:gd name="connsiteX303" fmla="*/ 511785 w 786002"/>
                <a:gd name="connsiteY303" fmla="*/ 49129 h 561696"/>
                <a:gd name="connsiteX304" fmla="*/ 508891 w 786002"/>
                <a:gd name="connsiteY304" fmla="*/ 52325 h 561696"/>
                <a:gd name="connsiteX305" fmla="*/ 506737 w 786002"/>
                <a:gd name="connsiteY305" fmla="*/ 55790 h 561696"/>
                <a:gd name="connsiteX306" fmla="*/ 505593 w 786002"/>
                <a:gd name="connsiteY306" fmla="*/ 58986 h 561696"/>
                <a:gd name="connsiteX307" fmla="*/ 505021 w 786002"/>
                <a:gd name="connsiteY307" fmla="*/ 60869 h 561696"/>
                <a:gd name="connsiteX308" fmla="*/ 502698 w 786002"/>
                <a:gd name="connsiteY308" fmla="*/ 62181 h 561696"/>
                <a:gd name="connsiteX309" fmla="*/ 501386 w 786002"/>
                <a:gd name="connsiteY309" fmla="*/ 64065 h 561696"/>
                <a:gd name="connsiteX310" fmla="*/ 501689 w 786002"/>
                <a:gd name="connsiteY310" fmla="*/ 64940 h 561696"/>
                <a:gd name="connsiteX311" fmla="*/ 503439 w 786002"/>
                <a:gd name="connsiteY311" fmla="*/ 66958 h 561696"/>
                <a:gd name="connsiteX312" fmla="*/ 503574 w 786002"/>
                <a:gd name="connsiteY312" fmla="*/ 67967 h 561696"/>
                <a:gd name="connsiteX313" fmla="*/ 503708 w 786002"/>
                <a:gd name="connsiteY313" fmla="*/ 70154 h 561696"/>
                <a:gd name="connsiteX314" fmla="*/ 502698 w 786002"/>
                <a:gd name="connsiteY314" fmla="*/ 70591 h 561696"/>
                <a:gd name="connsiteX315" fmla="*/ 501386 w 786002"/>
                <a:gd name="connsiteY315" fmla="*/ 73350 h 561696"/>
                <a:gd name="connsiteX316" fmla="*/ 498357 w 786002"/>
                <a:gd name="connsiteY316" fmla="*/ 73787 h 561696"/>
                <a:gd name="connsiteX317" fmla="*/ 494722 w 786002"/>
                <a:gd name="connsiteY317" fmla="*/ 73215 h 561696"/>
                <a:gd name="connsiteX318" fmla="*/ 491088 w 786002"/>
                <a:gd name="connsiteY318" fmla="*/ 72778 h 561696"/>
                <a:gd name="connsiteX319" fmla="*/ 488765 w 786002"/>
                <a:gd name="connsiteY319" fmla="*/ 72038 h 561696"/>
                <a:gd name="connsiteX320" fmla="*/ 486881 w 786002"/>
                <a:gd name="connsiteY320" fmla="*/ 71028 h 561696"/>
                <a:gd name="connsiteX321" fmla="*/ 484996 w 786002"/>
                <a:gd name="connsiteY321" fmla="*/ 69145 h 561696"/>
                <a:gd name="connsiteX322" fmla="*/ 482809 w 786002"/>
                <a:gd name="connsiteY322" fmla="*/ 66386 h 561696"/>
                <a:gd name="connsiteX323" fmla="*/ 482102 w 786002"/>
                <a:gd name="connsiteY323" fmla="*/ 64940 h 561696"/>
                <a:gd name="connsiteX324" fmla="*/ 480924 w 786002"/>
                <a:gd name="connsiteY324" fmla="*/ 64065 h 561696"/>
                <a:gd name="connsiteX325" fmla="*/ 478770 w 786002"/>
                <a:gd name="connsiteY325" fmla="*/ 64065 h 561696"/>
                <a:gd name="connsiteX326" fmla="*/ 476717 w 786002"/>
                <a:gd name="connsiteY326" fmla="*/ 64637 h 561696"/>
                <a:gd name="connsiteX327" fmla="*/ 475135 w 786002"/>
                <a:gd name="connsiteY327" fmla="*/ 65512 h 561696"/>
                <a:gd name="connsiteX328" fmla="*/ 472376 w 786002"/>
                <a:gd name="connsiteY328" fmla="*/ 67261 h 561696"/>
                <a:gd name="connsiteX329" fmla="*/ 470929 w 786002"/>
                <a:gd name="connsiteY329" fmla="*/ 68136 h 561696"/>
                <a:gd name="connsiteX330" fmla="*/ 466587 w 786002"/>
                <a:gd name="connsiteY330" fmla="*/ 70457 h 561696"/>
                <a:gd name="connsiteX331" fmla="*/ 464433 w 786002"/>
                <a:gd name="connsiteY331" fmla="*/ 71769 h 561696"/>
                <a:gd name="connsiteX332" fmla="*/ 462851 w 786002"/>
                <a:gd name="connsiteY332" fmla="*/ 72778 h 561696"/>
                <a:gd name="connsiteX333" fmla="*/ 461404 w 786002"/>
                <a:gd name="connsiteY333" fmla="*/ 74090 h 561696"/>
                <a:gd name="connsiteX334" fmla="*/ 459957 w 786002"/>
                <a:gd name="connsiteY334" fmla="*/ 75402 h 561696"/>
                <a:gd name="connsiteX335" fmla="*/ 459217 w 786002"/>
                <a:gd name="connsiteY335" fmla="*/ 77151 h 561696"/>
                <a:gd name="connsiteX336" fmla="*/ 459217 w 786002"/>
                <a:gd name="connsiteY336" fmla="*/ 78463 h 561696"/>
                <a:gd name="connsiteX337" fmla="*/ 461034 w 786002"/>
                <a:gd name="connsiteY337" fmla="*/ 79035 h 561696"/>
                <a:gd name="connsiteX338" fmla="*/ 462986 w 786002"/>
                <a:gd name="connsiteY338" fmla="*/ 78732 h 561696"/>
                <a:gd name="connsiteX339" fmla="*/ 466621 w 786002"/>
                <a:gd name="connsiteY339" fmla="*/ 77857 h 561696"/>
                <a:gd name="connsiteX340" fmla="*/ 470828 w 786002"/>
                <a:gd name="connsiteY340" fmla="*/ 78867 h 561696"/>
                <a:gd name="connsiteX341" fmla="*/ 471703 w 786002"/>
                <a:gd name="connsiteY341" fmla="*/ 81457 h 561696"/>
                <a:gd name="connsiteX342" fmla="*/ 471837 w 786002"/>
                <a:gd name="connsiteY342" fmla="*/ 84484 h 561696"/>
                <a:gd name="connsiteX343" fmla="*/ 470659 w 786002"/>
                <a:gd name="connsiteY343" fmla="*/ 88689 h 561696"/>
                <a:gd name="connsiteX344" fmla="*/ 468909 w 786002"/>
                <a:gd name="connsiteY344" fmla="*/ 91717 h 561696"/>
                <a:gd name="connsiteX345" fmla="*/ 467765 w 786002"/>
                <a:gd name="connsiteY345" fmla="*/ 92289 h 561696"/>
                <a:gd name="connsiteX346" fmla="*/ 463861 w 786002"/>
                <a:gd name="connsiteY346" fmla="*/ 96494 h 561696"/>
                <a:gd name="connsiteX347" fmla="*/ 458510 w 786002"/>
                <a:gd name="connsiteY347" fmla="*/ 96931 h 561696"/>
                <a:gd name="connsiteX348" fmla="*/ 454034 w 786002"/>
                <a:gd name="connsiteY348" fmla="*/ 96797 h 561696"/>
                <a:gd name="connsiteX349" fmla="*/ 449390 w 786002"/>
                <a:gd name="connsiteY349" fmla="*/ 92322 h 561696"/>
                <a:gd name="connsiteX350" fmla="*/ 449524 w 786002"/>
                <a:gd name="connsiteY350" fmla="*/ 88252 h 561696"/>
                <a:gd name="connsiteX351" fmla="*/ 448212 w 786002"/>
                <a:gd name="connsiteY351" fmla="*/ 85796 h 561696"/>
                <a:gd name="connsiteX352" fmla="*/ 445317 w 786002"/>
                <a:gd name="connsiteY352" fmla="*/ 84484 h 561696"/>
                <a:gd name="connsiteX353" fmla="*/ 443433 w 786002"/>
                <a:gd name="connsiteY353" fmla="*/ 85359 h 561696"/>
                <a:gd name="connsiteX354" fmla="*/ 442120 w 786002"/>
                <a:gd name="connsiteY354" fmla="*/ 86099 h 561696"/>
                <a:gd name="connsiteX355" fmla="*/ 436769 w 786002"/>
                <a:gd name="connsiteY355" fmla="*/ 92020 h 561696"/>
                <a:gd name="connsiteX356" fmla="*/ 436635 w 786002"/>
                <a:gd name="connsiteY356" fmla="*/ 95922 h 561696"/>
                <a:gd name="connsiteX357" fmla="*/ 433875 w 786002"/>
                <a:gd name="connsiteY357" fmla="*/ 98243 h 561696"/>
                <a:gd name="connsiteX358" fmla="*/ 431687 w 786002"/>
                <a:gd name="connsiteY358" fmla="*/ 100261 h 561696"/>
                <a:gd name="connsiteX359" fmla="*/ 429937 w 786002"/>
                <a:gd name="connsiteY359" fmla="*/ 102448 h 561696"/>
                <a:gd name="connsiteX360" fmla="*/ 429634 w 786002"/>
                <a:gd name="connsiteY360" fmla="*/ 106653 h 561696"/>
                <a:gd name="connsiteX361" fmla="*/ 429634 w 786002"/>
                <a:gd name="connsiteY361" fmla="*/ 109714 h 561696"/>
                <a:gd name="connsiteX362" fmla="*/ 429769 w 786002"/>
                <a:gd name="connsiteY362" fmla="*/ 112035 h 561696"/>
                <a:gd name="connsiteX363" fmla="*/ 429197 w 786002"/>
                <a:gd name="connsiteY363" fmla="*/ 115803 h 561696"/>
                <a:gd name="connsiteX364" fmla="*/ 428322 w 786002"/>
                <a:gd name="connsiteY364" fmla="*/ 118427 h 561696"/>
                <a:gd name="connsiteX365" fmla="*/ 425562 w 786002"/>
                <a:gd name="connsiteY365" fmla="*/ 118999 h 561696"/>
                <a:gd name="connsiteX366" fmla="*/ 424250 w 786002"/>
                <a:gd name="connsiteY366" fmla="*/ 118427 h 561696"/>
                <a:gd name="connsiteX367" fmla="*/ 421793 w 786002"/>
                <a:gd name="connsiteY367" fmla="*/ 114659 h 561696"/>
                <a:gd name="connsiteX368" fmla="*/ 420783 w 786002"/>
                <a:gd name="connsiteY368" fmla="*/ 111463 h 561696"/>
                <a:gd name="connsiteX369" fmla="*/ 417149 w 786002"/>
                <a:gd name="connsiteY369" fmla="*/ 109580 h 561696"/>
                <a:gd name="connsiteX370" fmla="*/ 414389 w 786002"/>
                <a:gd name="connsiteY370" fmla="*/ 106821 h 561696"/>
                <a:gd name="connsiteX371" fmla="*/ 408735 w 786002"/>
                <a:gd name="connsiteY371" fmla="*/ 102919 h 561696"/>
                <a:gd name="connsiteX372" fmla="*/ 403216 w 786002"/>
                <a:gd name="connsiteY372" fmla="*/ 99017 h 561696"/>
                <a:gd name="connsiteX373" fmla="*/ 398302 w 786002"/>
                <a:gd name="connsiteY373" fmla="*/ 96258 h 561696"/>
                <a:gd name="connsiteX374" fmla="*/ 390898 w 786002"/>
                <a:gd name="connsiteY374" fmla="*/ 99454 h 561696"/>
                <a:gd name="connsiteX375" fmla="*/ 385681 w 786002"/>
                <a:gd name="connsiteY375" fmla="*/ 103962 h 561696"/>
                <a:gd name="connsiteX376" fmla="*/ 382484 w 786002"/>
                <a:gd name="connsiteY376" fmla="*/ 108739 h 561696"/>
                <a:gd name="connsiteX377" fmla="*/ 381172 w 786002"/>
                <a:gd name="connsiteY377" fmla="*/ 110925 h 561696"/>
                <a:gd name="connsiteX378" fmla="*/ 379994 w 786002"/>
                <a:gd name="connsiteY378" fmla="*/ 116005 h 561696"/>
                <a:gd name="connsiteX379" fmla="*/ 380129 w 786002"/>
                <a:gd name="connsiteY379" fmla="*/ 119772 h 561696"/>
                <a:gd name="connsiteX380" fmla="*/ 381138 w 786002"/>
                <a:gd name="connsiteY380" fmla="*/ 124280 h 561696"/>
                <a:gd name="connsiteX381" fmla="*/ 380263 w 786002"/>
                <a:gd name="connsiteY381" fmla="*/ 127913 h 561696"/>
                <a:gd name="connsiteX382" fmla="*/ 376359 w 786002"/>
                <a:gd name="connsiteY382" fmla="*/ 131378 h 561696"/>
                <a:gd name="connsiteX383" fmla="*/ 373027 w 786002"/>
                <a:gd name="connsiteY383" fmla="*/ 134574 h 561696"/>
                <a:gd name="connsiteX384" fmla="*/ 367373 w 786002"/>
                <a:gd name="connsiteY384" fmla="*/ 136458 h 561696"/>
                <a:gd name="connsiteX385" fmla="*/ 361585 w 786002"/>
                <a:gd name="connsiteY385" fmla="*/ 137198 h 561696"/>
                <a:gd name="connsiteX386" fmla="*/ 354921 w 786002"/>
                <a:gd name="connsiteY386" fmla="*/ 138510 h 561696"/>
                <a:gd name="connsiteX387" fmla="*/ 351455 w 786002"/>
                <a:gd name="connsiteY387" fmla="*/ 139216 h 561696"/>
                <a:gd name="connsiteX388" fmla="*/ 348258 w 786002"/>
                <a:gd name="connsiteY388" fmla="*/ 138644 h 561696"/>
                <a:gd name="connsiteX389" fmla="*/ 343613 w 786002"/>
                <a:gd name="connsiteY389" fmla="*/ 137063 h 561696"/>
                <a:gd name="connsiteX390" fmla="*/ 340281 w 786002"/>
                <a:gd name="connsiteY390" fmla="*/ 135751 h 561696"/>
                <a:gd name="connsiteX391" fmla="*/ 337690 w 786002"/>
                <a:gd name="connsiteY391" fmla="*/ 131849 h 561696"/>
                <a:gd name="connsiteX392" fmla="*/ 336108 w 786002"/>
                <a:gd name="connsiteY392" fmla="*/ 128216 h 561696"/>
                <a:gd name="connsiteX393" fmla="*/ 335233 w 786002"/>
                <a:gd name="connsiteY393" fmla="*/ 124314 h 561696"/>
                <a:gd name="connsiteX394" fmla="*/ 329579 w 786002"/>
                <a:gd name="connsiteY394" fmla="*/ 121993 h 561696"/>
                <a:gd name="connsiteX395" fmla="*/ 328132 w 786002"/>
                <a:gd name="connsiteY395" fmla="*/ 122867 h 561696"/>
                <a:gd name="connsiteX396" fmla="*/ 325541 w 786002"/>
                <a:gd name="connsiteY396" fmla="*/ 125626 h 561696"/>
                <a:gd name="connsiteX397" fmla="*/ 321637 w 786002"/>
                <a:gd name="connsiteY397" fmla="*/ 127644 h 561696"/>
                <a:gd name="connsiteX398" fmla="*/ 318743 w 786002"/>
                <a:gd name="connsiteY398" fmla="*/ 128081 h 561696"/>
                <a:gd name="connsiteX399" fmla="*/ 315108 w 786002"/>
                <a:gd name="connsiteY399" fmla="*/ 128519 h 561696"/>
                <a:gd name="connsiteX400" fmla="*/ 311473 w 786002"/>
                <a:gd name="connsiteY400" fmla="*/ 127644 h 561696"/>
                <a:gd name="connsiteX401" fmla="*/ 308579 w 786002"/>
                <a:gd name="connsiteY401" fmla="*/ 122733 h 561696"/>
                <a:gd name="connsiteX402" fmla="*/ 308713 w 786002"/>
                <a:gd name="connsiteY402" fmla="*/ 116779 h 561696"/>
                <a:gd name="connsiteX403" fmla="*/ 301747 w 786002"/>
                <a:gd name="connsiteY403" fmla="*/ 111127 h 561696"/>
                <a:gd name="connsiteX404" fmla="*/ 300569 w 786002"/>
                <a:gd name="connsiteY404" fmla="*/ 105038 h 561696"/>
                <a:gd name="connsiteX405" fmla="*/ 298112 w 786002"/>
                <a:gd name="connsiteY405" fmla="*/ 99118 h 561696"/>
                <a:gd name="connsiteX406" fmla="*/ 293199 w 786002"/>
                <a:gd name="connsiteY406" fmla="*/ 93769 h 561696"/>
                <a:gd name="connsiteX407" fmla="*/ 289732 w 786002"/>
                <a:gd name="connsiteY407" fmla="*/ 90001 h 561696"/>
                <a:gd name="connsiteX408" fmla="*/ 287107 w 786002"/>
                <a:gd name="connsiteY408" fmla="*/ 89261 h 561696"/>
                <a:gd name="connsiteX409" fmla="*/ 280578 w 786002"/>
                <a:gd name="connsiteY409" fmla="*/ 89261 h 561696"/>
                <a:gd name="connsiteX410" fmla="*/ 273612 w 786002"/>
                <a:gd name="connsiteY410" fmla="*/ 92020 h 561696"/>
                <a:gd name="connsiteX411" fmla="*/ 268698 w 786002"/>
                <a:gd name="connsiteY411" fmla="*/ 95350 h 561696"/>
                <a:gd name="connsiteX412" fmla="*/ 266073 w 786002"/>
                <a:gd name="connsiteY412" fmla="*/ 98680 h 561696"/>
                <a:gd name="connsiteX413" fmla="*/ 261563 w 786002"/>
                <a:gd name="connsiteY413" fmla="*/ 102145 h 561696"/>
                <a:gd name="connsiteX414" fmla="*/ 260823 w 786002"/>
                <a:gd name="connsiteY414" fmla="*/ 106485 h 561696"/>
                <a:gd name="connsiteX415" fmla="*/ 262573 w 786002"/>
                <a:gd name="connsiteY415" fmla="*/ 110824 h 561696"/>
                <a:gd name="connsiteX416" fmla="*/ 263885 w 786002"/>
                <a:gd name="connsiteY416" fmla="*/ 113583 h 561696"/>
                <a:gd name="connsiteX417" fmla="*/ 264020 w 786002"/>
                <a:gd name="connsiteY417" fmla="*/ 118057 h 561696"/>
                <a:gd name="connsiteX418" fmla="*/ 263583 w 786002"/>
                <a:gd name="connsiteY418" fmla="*/ 122396 h 561696"/>
                <a:gd name="connsiteX419" fmla="*/ 261261 w 786002"/>
                <a:gd name="connsiteY419" fmla="*/ 125424 h 561696"/>
                <a:gd name="connsiteX420" fmla="*/ 256044 w 786002"/>
                <a:gd name="connsiteY420" fmla="*/ 130504 h 561696"/>
                <a:gd name="connsiteX421" fmla="*/ 254597 w 786002"/>
                <a:gd name="connsiteY421" fmla="*/ 131244 h 561696"/>
                <a:gd name="connsiteX422" fmla="*/ 252140 w 786002"/>
                <a:gd name="connsiteY422" fmla="*/ 133262 h 561696"/>
                <a:gd name="connsiteX423" fmla="*/ 243592 w 786002"/>
                <a:gd name="connsiteY423" fmla="*/ 134002 h 561696"/>
                <a:gd name="connsiteX424" fmla="*/ 235481 w 786002"/>
                <a:gd name="connsiteY424" fmla="*/ 135146 h 561696"/>
                <a:gd name="connsiteX425" fmla="*/ 231274 w 786002"/>
                <a:gd name="connsiteY425" fmla="*/ 135146 h 561696"/>
                <a:gd name="connsiteX426" fmla="*/ 228952 w 786002"/>
                <a:gd name="connsiteY426" fmla="*/ 136895 h 561696"/>
                <a:gd name="connsiteX427" fmla="*/ 223298 w 786002"/>
                <a:gd name="connsiteY427" fmla="*/ 140663 h 561696"/>
                <a:gd name="connsiteX428" fmla="*/ 219966 w 786002"/>
                <a:gd name="connsiteY428" fmla="*/ 142546 h 561696"/>
                <a:gd name="connsiteX429" fmla="*/ 217375 w 786002"/>
                <a:gd name="connsiteY429" fmla="*/ 143556 h 561696"/>
                <a:gd name="connsiteX430" fmla="*/ 212731 w 786002"/>
                <a:gd name="connsiteY430" fmla="*/ 145305 h 561696"/>
                <a:gd name="connsiteX431" fmla="*/ 206639 w 786002"/>
                <a:gd name="connsiteY431" fmla="*/ 148770 h 561696"/>
                <a:gd name="connsiteX432" fmla="*/ 204317 w 786002"/>
                <a:gd name="connsiteY432" fmla="*/ 150216 h 561696"/>
                <a:gd name="connsiteX433" fmla="*/ 201995 w 786002"/>
                <a:gd name="connsiteY433" fmla="*/ 152672 h 561696"/>
                <a:gd name="connsiteX434" fmla="*/ 198528 w 786002"/>
                <a:gd name="connsiteY434" fmla="*/ 155128 h 561696"/>
                <a:gd name="connsiteX435" fmla="*/ 187086 w 786002"/>
                <a:gd name="connsiteY435" fmla="*/ 155430 h 561696"/>
                <a:gd name="connsiteX436" fmla="*/ 182307 w 786002"/>
                <a:gd name="connsiteY436" fmla="*/ 156002 h 561696"/>
                <a:gd name="connsiteX437" fmla="*/ 179985 w 786002"/>
                <a:gd name="connsiteY437" fmla="*/ 157449 h 561696"/>
                <a:gd name="connsiteX438" fmla="*/ 178538 w 786002"/>
                <a:gd name="connsiteY438" fmla="*/ 161217 h 561696"/>
                <a:gd name="connsiteX439" fmla="*/ 179985 w 786002"/>
                <a:gd name="connsiteY439" fmla="*/ 162663 h 561696"/>
                <a:gd name="connsiteX440" fmla="*/ 183889 w 786002"/>
                <a:gd name="connsiteY440" fmla="*/ 166868 h 561696"/>
                <a:gd name="connsiteX441" fmla="*/ 185201 w 786002"/>
                <a:gd name="connsiteY441" fmla="*/ 172385 h 561696"/>
                <a:gd name="connsiteX442" fmla="*/ 181163 w 786002"/>
                <a:gd name="connsiteY442" fmla="*/ 174841 h 561696"/>
                <a:gd name="connsiteX443" fmla="*/ 177662 w 786002"/>
                <a:gd name="connsiteY443" fmla="*/ 182241 h 561696"/>
                <a:gd name="connsiteX444" fmla="*/ 175340 w 786002"/>
                <a:gd name="connsiteY444" fmla="*/ 185000 h 561696"/>
                <a:gd name="connsiteX445" fmla="*/ 170124 w 786002"/>
                <a:gd name="connsiteY445" fmla="*/ 192535 h 561696"/>
                <a:gd name="connsiteX446" fmla="*/ 164907 w 786002"/>
                <a:gd name="connsiteY446" fmla="*/ 193982 h 561696"/>
                <a:gd name="connsiteX447" fmla="*/ 160398 w 786002"/>
                <a:gd name="connsiteY447" fmla="*/ 193107 h 561696"/>
                <a:gd name="connsiteX448" fmla="*/ 156628 w 786002"/>
                <a:gd name="connsiteY448" fmla="*/ 191223 h 561696"/>
                <a:gd name="connsiteX449" fmla="*/ 155181 w 786002"/>
                <a:gd name="connsiteY449" fmla="*/ 187758 h 561696"/>
                <a:gd name="connsiteX450" fmla="*/ 152994 w 786002"/>
                <a:gd name="connsiteY450" fmla="*/ 183116 h 561696"/>
                <a:gd name="connsiteX451" fmla="*/ 150974 w 786002"/>
                <a:gd name="connsiteY451" fmla="*/ 182981 h 561696"/>
                <a:gd name="connsiteX452" fmla="*/ 148080 w 786002"/>
                <a:gd name="connsiteY452" fmla="*/ 183553 h 561696"/>
                <a:gd name="connsiteX453" fmla="*/ 143301 w 786002"/>
                <a:gd name="connsiteY453" fmla="*/ 184428 h 561696"/>
                <a:gd name="connsiteX454" fmla="*/ 138219 w 786002"/>
                <a:gd name="connsiteY454" fmla="*/ 184125 h 561696"/>
                <a:gd name="connsiteX455" fmla="*/ 137075 w 786002"/>
                <a:gd name="connsiteY455" fmla="*/ 182678 h 561696"/>
                <a:gd name="connsiteX456" fmla="*/ 135190 w 786002"/>
                <a:gd name="connsiteY456" fmla="*/ 180088 h 561696"/>
                <a:gd name="connsiteX457" fmla="*/ 133878 w 786002"/>
                <a:gd name="connsiteY457" fmla="*/ 179214 h 561696"/>
                <a:gd name="connsiteX458" fmla="*/ 127786 w 786002"/>
                <a:gd name="connsiteY458" fmla="*/ 175143 h 561696"/>
                <a:gd name="connsiteX459" fmla="*/ 125902 w 786002"/>
                <a:gd name="connsiteY459" fmla="*/ 174269 h 561696"/>
                <a:gd name="connsiteX460" fmla="*/ 121695 w 786002"/>
                <a:gd name="connsiteY460" fmla="*/ 174000 h 561696"/>
                <a:gd name="connsiteX461" fmla="*/ 115906 w 786002"/>
                <a:gd name="connsiteY461" fmla="*/ 172990 h 561696"/>
                <a:gd name="connsiteX462" fmla="*/ 111868 w 786002"/>
                <a:gd name="connsiteY462" fmla="*/ 170232 h 561696"/>
                <a:gd name="connsiteX463" fmla="*/ 109849 w 786002"/>
                <a:gd name="connsiteY463" fmla="*/ 167911 h 561696"/>
                <a:gd name="connsiteX464" fmla="*/ 106820 w 786002"/>
                <a:gd name="connsiteY464" fmla="*/ 164278 h 561696"/>
                <a:gd name="connsiteX465" fmla="*/ 105238 w 786002"/>
                <a:gd name="connsiteY465" fmla="*/ 161519 h 561696"/>
                <a:gd name="connsiteX466" fmla="*/ 104800 w 786002"/>
                <a:gd name="connsiteY466" fmla="*/ 157886 h 561696"/>
                <a:gd name="connsiteX467" fmla="*/ 105507 w 786002"/>
                <a:gd name="connsiteY467" fmla="*/ 156742 h 561696"/>
                <a:gd name="connsiteX468" fmla="*/ 106820 w 786002"/>
                <a:gd name="connsiteY468" fmla="*/ 154118 h 561696"/>
                <a:gd name="connsiteX469" fmla="*/ 105238 w 786002"/>
                <a:gd name="connsiteY469" fmla="*/ 152672 h 561696"/>
                <a:gd name="connsiteX470" fmla="*/ 100762 w 786002"/>
                <a:gd name="connsiteY470" fmla="*/ 152975 h 561696"/>
                <a:gd name="connsiteX471" fmla="*/ 98574 w 786002"/>
                <a:gd name="connsiteY471" fmla="*/ 154118 h 561696"/>
                <a:gd name="connsiteX472" fmla="*/ 93795 w 786002"/>
                <a:gd name="connsiteY472" fmla="*/ 155868 h 561696"/>
                <a:gd name="connsiteX473" fmla="*/ 88579 w 786002"/>
                <a:gd name="connsiteY473" fmla="*/ 156002 h 561696"/>
                <a:gd name="connsiteX474" fmla="*/ 84810 w 786002"/>
                <a:gd name="connsiteY474" fmla="*/ 154993 h 561696"/>
                <a:gd name="connsiteX475" fmla="*/ 84675 w 786002"/>
                <a:gd name="connsiteY475" fmla="*/ 152235 h 561696"/>
                <a:gd name="connsiteX476" fmla="*/ 84810 w 786002"/>
                <a:gd name="connsiteY476" fmla="*/ 149207 h 561696"/>
                <a:gd name="connsiteX477" fmla="*/ 84237 w 786002"/>
                <a:gd name="connsiteY477" fmla="*/ 145742 h 561696"/>
                <a:gd name="connsiteX478" fmla="*/ 81781 w 786002"/>
                <a:gd name="connsiteY478" fmla="*/ 143152 h 561696"/>
                <a:gd name="connsiteX479" fmla="*/ 78583 w 786002"/>
                <a:gd name="connsiteY479" fmla="*/ 141403 h 561696"/>
                <a:gd name="connsiteX480" fmla="*/ 77439 w 786002"/>
                <a:gd name="connsiteY480" fmla="*/ 142546 h 561696"/>
                <a:gd name="connsiteX481" fmla="*/ 72795 w 786002"/>
                <a:gd name="connsiteY481" fmla="*/ 146449 h 561696"/>
                <a:gd name="connsiteX482" fmla="*/ 69901 w 786002"/>
                <a:gd name="connsiteY482" fmla="*/ 148333 h 561696"/>
                <a:gd name="connsiteX483" fmla="*/ 67309 w 786002"/>
                <a:gd name="connsiteY483" fmla="*/ 150351 h 561696"/>
                <a:gd name="connsiteX484" fmla="*/ 61083 w 786002"/>
                <a:gd name="connsiteY484" fmla="*/ 152369 h 561696"/>
                <a:gd name="connsiteX485" fmla="*/ 59064 w 786002"/>
                <a:gd name="connsiteY485" fmla="*/ 153378 h 561696"/>
                <a:gd name="connsiteX486" fmla="*/ 60208 w 786002"/>
                <a:gd name="connsiteY486" fmla="*/ 155700 h 561696"/>
                <a:gd name="connsiteX487" fmla="*/ 62362 w 786002"/>
                <a:gd name="connsiteY487" fmla="*/ 157449 h 561696"/>
                <a:gd name="connsiteX488" fmla="*/ 62665 w 786002"/>
                <a:gd name="connsiteY488" fmla="*/ 158155 h 561696"/>
                <a:gd name="connsiteX489" fmla="*/ 59905 w 786002"/>
                <a:gd name="connsiteY489" fmla="*/ 161923 h 561696"/>
                <a:gd name="connsiteX490" fmla="*/ 51794 w 786002"/>
                <a:gd name="connsiteY490" fmla="*/ 169895 h 561696"/>
                <a:gd name="connsiteX491" fmla="*/ 50482 w 786002"/>
                <a:gd name="connsiteY491" fmla="*/ 171577 h 561696"/>
                <a:gd name="connsiteX492" fmla="*/ 47722 w 786002"/>
                <a:gd name="connsiteY492" fmla="*/ 173831 h 561696"/>
                <a:gd name="connsiteX493" fmla="*/ 46477 w 786002"/>
                <a:gd name="connsiteY493" fmla="*/ 175211 h 561696"/>
                <a:gd name="connsiteX494" fmla="*/ 45232 w 786002"/>
                <a:gd name="connsiteY494" fmla="*/ 177229 h 561696"/>
                <a:gd name="connsiteX495" fmla="*/ 44491 w 786002"/>
                <a:gd name="connsiteY495" fmla="*/ 179415 h 561696"/>
                <a:gd name="connsiteX496" fmla="*/ 43785 w 786002"/>
                <a:gd name="connsiteY496" fmla="*/ 183049 h 561696"/>
                <a:gd name="connsiteX497" fmla="*/ 42640 w 786002"/>
                <a:gd name="connsiteY497" fmla="*/ 184125 h 561696"/>
                <a:gd name="connsiteX498" fmla="*/ 40015 w 786002"/>
                <a:gd name="connsiteY498" fmla="*/ 184125 h 561696"/>
                <a:gd name="connsiteX499" fmla="*/ 37323 w 786002"/>
                <a:gd name="connsiteY499" fmla="*/ 184293 h 561696"/>
                <a:gd name="connsiteX500" fmla="*/ 34630 w 786002"/>
                <a:gd name="connsiteY500" fmla="*/ 184630 h 561696"/>
                <a:gd name="connsiteX501" fmla="*/ 30861 w 786002"/>
                <a:gd name="connsiteY501" fmla="*/ 186076 h 561696"/>
                <a:gd name="connsiteX502" fmla="*/ 27529 w 786002"/>
                <a:gd name="connsiteY502" fmla="*/ 188162 h 561696"/>
                <a:gd name="connsiteX503" fmla="*/ 24770 w 786002"/>
                <a:gd name="connsiteY503" fmla="*/ 188801 h 561696"/>
                <a:gd name="connsiteX504" fmla="*/ 23525 w 786002"/>
                <a:gd name="connsiteY504" fmla="*/ 188734 h 561696"/>
                <a:gd name="connsiteX505" fmla="*/ 20327 w 786002"/>
                <a:gd name="connsiteY505" fmla="*/ 185841 h 561696"/>
                <a:gd name="connsiteX506" fmla="*/ 17702 w 786002"/>
                <a:gd name="connsiteY506" fmla="*/ 183452 h 561696"/>
                <a:gd name="connsiteX507" fmla="*/ 14303 w 786002"/>
                <a:gd name="connsiteY507" fmla="*/ 179113 h 561696"/>
                <a:gd name="connsiteX508" fmla="*/ 12351 w 786002"/>
                <a:gd name="connsiteY508" fmla="*/ 176926 h 561696"/>
                <a:gd name="connsiteX509" fmla="*/ 10197 w 786002"/>
                <a:gd name="connsiteY509" fmla="*/ 175850 h 561696"/>
                <a:gd name="connsiteX510" fmla="*/ 6058 w 786002"/>
                <a:gd name="connsiteY510" fmla="*/ 177431 h 561696"/>
                <a:gd name="connsiteX511" fmla="*/ 4745 w 786002"/>
                <a:gd name="connsiteY511" fmla="*/ 178440 h 561696"/>
                <a:gd name="connsiteX512" fmla="*/ 2423 w 786002"/>
                <a:gd name="connsiteY512" fmla="*/ 179886 h 561696"/>
                <a:gd name="connsiteX513" fmla="*/ 1716 w 786002"/>
                <a:gd name="connsiteY513" fmla="*/ 181467 h 561696"/>
                <a:gd name="connsiteX514" fmla="*/ 1716 w 786002"/>
                <a:gd name="connsiteY514" fmla="*/ 184663 h 561696"/>
                <a:gd name="connsiteX515" fmla="*/ 639 w 786002"/>
                <a:gd name="connsiteY515" fmla="*/ 187254 h 561696"/>
                <a:gd name="connsiteX516" fmla="*/ 0 w 786002"/>
                <a:gd name="connsiteY516" fmla="*/ 190147 h 561696"/>
                <a:gd name="connsiteX517" fmla="*/ 0 w 786002"/>
                <a:gd name="connsiteY517" fmla="*/ 192165 h 561696"/>
                <a:gd name="connsiteX518" fmla="*/ 1750 w 786002"/>
                <a:gd name="connsiteY518" fmla="*/ 193611 h 561696"/>
                <a:gd name="connsiteX519" fmla="*/ 1750 w 786002"/>
                <a:gd name="connsiteY519" fmla="*/ 195495 h 561696"/>
                <a:gd name="connsiteX520" fmla="*/ 3500 w 786002"/>
                <a:gd name="connsiteY520" fmla="*/ 198691 h 561696"/>
                <a:gd name="connsiteX521" fmla="*/ 2322 w 786002"/>
                <a:gd name="connsiteY521" fmla="*/ 201584 h 561696"/>
                <a:gd name="connsiteX522" fmla="*/ 3500 w 786002"/>
                <a:gd name="connsiteY522" fmla="*/ 205486 h 561696"/>
                <a:gd name="connsiteX523" fmla="*/ 5688 w 786002"/>
                <a:gd name="connsiteY523" fmla="*/ 209119 h 561696"/>
                <a:gd name="connsiteX524" fmla="*/ 7707 w 786002"/>
                <a:gd name="connsiteY524" fmla="*/ 211743 h 561696"/>
                <a:gd name="connsiteX525" fmla="*/ 10904 w 786002"/>
                <a:gd name="connsiteY525" fmla="*/ 214199 h 561696"/>
                <a:gd name="connsiteX526" fmla="*/ 14539 w 786002"/>
                <a:gd name="connsiteY526" fmla="*/ 217664 h 561696"/>
                <a:gd name="connsiteX527" fmla="*/ 16693 w 786002"/>
                <a:gd name="connsiteY527" fmla="*/ 222306 h 561696"/>
                <a:gd name="connsiteX528" fmla="*/ 22649 w 786002"/>
                <a:gd name="connsiteY528" fmla="*/ 223181 h 561696"/>
                <a:gd name="connsiteX529" fmla="*/ 22649 w 786002"/>
                <a:gd name="connsiteY529" fmla="*/ 215780 h 561696"/>
                <a:gd name="connsiteX530" fmla="*/ 23726 w 786002"/>
                <a:gd name="connsiteY530" fmla="*/ 211709 h 561696"/>
                <a:gd name="connsiteX531" fmla="*/ 27698 w 786002"/>
                <a:gd name="connsiteY531" fmla="*/ 208951 h 561696"/>
                <a:gd name="connsiteX532" fmla="*/ 31770 w 786002"/>
                <a:gd name="connsiteY532" fmla="*/ 208379 h 561696"/>
                <a:gd name="connsiteX533" fmla="*/ 35102 w 786002"/>
                <a:gd name="connsiteY533" fmla="*/ 208379 h 561696"/>
                <a:gd name="connsiteX534" fmla="*/ 37727 w 786002"/>
                <a:gd name="connsiteY534" fmla="*/ 209523 h 561696"/>
                <a:gd name="connsiteX535" fmla="*/ 41193 w 786002"/>
                <a:gd name="connsiteY535" fmla="*/ 212147 h 561696"/>
                <a:gd name="connsiteX536" fmla="*/ 43515 w 786002"/>
                <a:gd name="connsiteY536" fmla="*/ 212281 h 561696"/>
                <a:gd name="connsiteX537" fmla="*/ 47991 w 786002"/>
                <a:gd name="connsiteY537" fmla="*/ 211272 h 561696"/>
                <a:gd name="connsiteX538" fmla="*/ 52333 w 786002"/>
                <a:gd name="connsiteY538" fmla="*/ 211138 h 561696"/>
                <a:gd name="connsiteX539" fmla="*/ 59131 w 786002"/>
                <a:gd name="connsiteY539" fmla="*/ 209557 h 561696"/>
                <a:gd name="connsiteX540" fmla="*/ 64785 w 786002"/>
                <a:gd name="connsiteY540" fmla="*/ 211878 h 561696"/>
                <a:gd name="connsiteX541" fmla="*/ 70001 w 786002"/>
                <a:gd name="connsiteY541" fmla="*/ 214905 h 561696"/>
                <a:gd name="connsiteX542" fmla="*/ 73636 w 786002"/>
                <a:gd name="connsiteY542" fmla="*/ 220422 h 561696"/>
                <a:gd name="connsiteX543" fmla="*/ 72929 w 786002"/>
                <a:gd name="connsiteY543" fmla="*/ 224190 h 561696"/>
                <a:gd name="connsiteX544" fmla="*/ 72627 w 786002"/>
                <a:gd name="connsiteY544" fmla="*/ 229976 h 561696"/>
                <a:gd name="connsiteX545" fmla="*/ 74949 w 786002"/>
                <a:gd name="connsiteY545" fmla="*/ 231725 h 561696"/>
                <a:gd name="connsiteX546" fmla="*/ 75958 w 786002"/>
                <a:gd name="connsiteY546" fmla="*/ 234046 h 561696"/>
                <a:gd name="connsiteX547" fmla="*/ 75655 w 786002"/>
                <a:gd name="connsiteY547" fmla="*/ 236367 h 561696"/>
                <a:gd name="connsiteX548" fmla="*/ 74208 w 786002"/>
                <a:gd name="connsiteY548" fmla="*/ 239126 h 561696"/>
                <a:gd name="connsiteX549" fmla="*/ 72324 w 786002"/>
                <a:gd name="connsiteY549" fmla="*/ 240135 h 561696"/>
                <a:gd name="connsiteX550" fmla="*/ 71011 w 786002"/>
                <a:gd name="connsiteY550" fmla="*/ 241279 h 561696"/>
                <a:gd name="connsiteX551" fmla="*/ 69564 w 786002"/>
                <a:gd name="connsiteY551" fmla="*/ 242860 h 561696"/>
                <a:gd name="connsiteX552" fmla="*/ 67814 w 786002"/>
                <a:gd name="connsiteY552" fmla="*/ 244004 h 561696"/>
                <a:gd name="connsiteX553" fmla="*/ 67814 w 786002"/>
                <a:gd name="connsiteY553" fmla="*/ 245719 h 561696"/>
                <a:gd name="connsiteX554" fmla="*/ 69631 w 786002"/>
                <a:gd name="connsiteY554" fmla="*/ 247469 h 561696"/>
                <a:gd name="connsiteX555" fmla="*/ 73030 w 786002"/>
                <a:gd name="connsiteY555" fmla="*/ 250227 h 561696"/>
                <a:gd name="connsiteX556" fmla="*/ 76059 w 786002"/>
                <a:gd name="connsiteY556" fmla="*/ 252548 h 561696"/>
                <a:gd name="connsiteX557" fmla="*/ 79122 w 786002"/>
                <a:gd name="connsiteY557" fmla="*/ 253557 h 561696"/>
                <a:gd name="connsiteX558" fmla="*/ 83194 w 786002"/>
                <a:gd name="connsiteY558" fmla="*/ 253557 h 561696"/>
                <a:gd name="connsiteX559" fmla="*/ 87536 w 786002"/>
                <a:gd name="connsiteY559" fmla="*/ 253625 h 561696"/>
                <a:gd name="connsiteX560" fmla="*/ 90161 w 786002"/>
                <a:gd name="connsiteY560" fmla="*/ 253995 h 561696"/>
                <a:gd name="connsiteX561" fmla="*/ 92752 w 786002"/>
                <a:gd name="connsiteY561" fmla="*/ 255441 h 561696"/>
                <a:gd name="connsiteX562" fmla="*/ 96656 w 786002"/>
                <a:gd name="connsiteY562" fmla="*/ 258906 h 561696"/>
                <a:gd name="connsiteX563" fmla="*/ 97800 w 786002"/>
                <a:gd name="connsiteY563" fmla="*/ 260218 h 561696"/>
                <a:gd name="connsiteX564" fmla="*/ 100122 w 786002"/>
                <a:gd name="connsiteY564" fmla="*/ 262539 h 561696"/>
                <a:gd name="connsiteX565" fmla="*/ 102142 w 786002"/>
                <a:gd name="connsiteY565" fmla="*/ 260218 h 561696"/>
                <a:gd name="connsiteX566" fmla="*/ 103723 w 786002"/>
                <a:gd name="connsiteY566" fmla="*/ 257459 h 561696"/>
                <a:gd name="connsiteX567" fmla="*/ 106348 w 786002"/>
                <a:gd name="connsiteY567" fmla="*/ 255138 h 561696"/>
                <a:gd name="connsiteX568" fmla="*/ 108805 w 786002"/>
                <a:gd name="connsiteY568" fmla="*/ 251808 h 561696"/>
                <a:gd name="connsiteX569" fmla="*/ 112440 w 786002"/>
                <a:gd name="connsiteY569" fmla="*/ 250664 h 561696"/>
                <a:gd name="connsiteX570" fmla="*/ 114762 w 786002"/>
                <a:gd name="connsiteY570" fmla="*/ 251976 h 561696"/>
                <a:gd name="connsiteX571" fmla="*/ 117387 w 786002"/>
                <a:gd name="connsiteY571" fmla="*/ 257056 h 561696"/>
                <a:gd name="connsiteX572" fmla="*/ 119137 w 786002"/>
                <a:gd name="connsiteY572" fmla="*/ 257056 h 561696"/>
                <a:gd name="connsiteX573" fmla="*/ 122907 w 786002"/>
                <a:gd name="connsiteY573" fmla="*/ 256114 h 561696"/>
                <a:gd name="connsiteX574" fmla="*/ 126979 w 786002"/>
                <a:gd name="connsiteY574" fmla="*/ 254869 h 561696"/>
                <a:gd name="connsiteX575" fmla="*/ 131185 w 786002"/>
                <a:gd name="connsiteY575" fmla="*/ 255172 h 561696"/>
                <a:gd name="connsiteX576" fmla="*/ 133945 w 786002"/>
                <a:gd name="connsiteY576" fmla="*/ 255744 h 561696"/>
                <a:gd name="connsiteX577" fmla="*/ 136402 w 786002"/>
                <a:gd name="connsiteY577" fmla="*/ 258502 h 561696"/>
                <a:gd name="connsiteX578" fmla="*/ 138590 w 786002"/>
                <a:gd name="connsiteY578" fmla="*/ 259209 h 561696"/>
                <a:gd name="connsiteX579" fmla="*/ 141215 w 786002"/>
                <a:gd name="connsiteY579" fmla="*/ 258637 h 561696"/>
                <a:gd name="connsiteX580" fmla="*/ 142359 w 786002"/>
                <a:gd name="connsiteY580" fmla="*/ 254869 h 561696"/>
                <a:gd name="connsiteX581" fmla="*/ 143368 w 786002"/>
                <a:gd name="connsiteY581" fmla="*/ 252851 h 561696"/>
                <a:gd name="connsiteX582" fmla="*/ 144378 w 786002"/>
                <a:gd name="connsiteY582" fmla="*/ 249958 h 561696"/>
                <a:gd name="connsiteX583" fmla="*/ 147575 w 786002"/>
                <a:gd name="connsiteY583" fmla="*/ 248377 h 561696"/>
                <a:gd name="connsiteX584" fmla="*/ 150200 w 786002"/>
                <a:gd name="connsiteY584" fmla="*/ 246190 h 561696"/>
                <a:gd name="connsiteX585" fmla="*/ 152220 w 786002"/>
                <a:gd name="connsiteY585" fmla="*/ 246190 h 561696"/>
                <a:gd name="connsiteX586" fmla="*/ 156292 w 786002"/>
                <a:gd name="connsiteY586" fmla="*/ 248949 h 561696"/>
                <a:gd name="connsiteX587" fmla="*/ 157604 w 786002"/>
                <a:gd name="connsiteY587" fmla="*/ 252414 h 561696"/>
                <a:gd name="connsiteX588" fmla="*/ 159354 w 786002"/>
                <a:gd name="connsiteY588" fmla="*/ 256753 h 561696"/>
                <a:gd name="connsiteX589" fmla="*/ 162552 w 786002"/>
                <a:gd name="connsiteY589" fmla="*/ 260958 h 561696"/>
                <a:gd name="connsiteX590" fmla="*/ 165008 w 786002"/>
                <a:gd name="connsiteY590" fmla="*/ 262404 h 561696"/>
                <a:gd name="connsiteX591" fmla="*/ 165883 w 786002"/>
                <a:gd name="connsiteY591" fmla="*/ 264591 h 561696"/>
                <a:gd name="connsiteX592" fmla="*/ 165446 w 786002"/>
                <a:gd name="connsiteY592" fmla="*/ 267619 h 561696"/>
                <a:gd name="connsiteX593" fmla="*/ 164739 w 786002"/>
                <a:gd name="connsiteY593" fmla="*/ 270074 h 561696"/>
                <a:gd name="connsiteX594" fmla="*/ 165042 w 786002"/>
                <a:gd name="connsiteY594" fmla="*/ 272967 h 561696"/>
                <a:gd name="connsiteX595" fmla="*/ 167364 w 786002"/>
                <a:gd name="connsiteY595" fmla="*/ 273674 h 561696"/>
                <a:gd name="connsiteX596" fmla="*/ 171706 w 786002"/>
                <a:gd name="connsiteY596" fmla="*/ 277139 h 561696"/>
                <a:gd name="connsiteX597" fmla="*/ 174903 w 786002"/>
                <a:gd name="connsiteY597" fmla="*/ 279897 h 561696"/>
                <a:gd name="connsiteX598" fmla="*/ 173590 w 786002"/>
                <a:gd name="connsiteY598" fmla="*/ 282218 h 561696"/>
                <a:gd name="connsiteX599" fmla="*/ 170831 w 786002"/>
                <a:gd name="connsiteY599" fmla="*/ 286121 h 561696"/>
                <a:gd name="connsiteX600" fmla="*/ 169821 w 786002"/>
                <a:gd name="connsiteY600" fmla="*/ 289888 h 561696"/>
                <a:gd name="connsiteX601" fmla="*/ 170393 w 786002"/>
                <a:gd name="connsiteY601" fmla="*/ 294227 h 561696"/>
                <a:gd name="connsiteX602" fmla="*/ 170528 w 786002"/>
                <a:gd name="connsiteY602" fmla="*/ 298298 h 561696"/>
                <a:gd name="connsiteX603" fmla="*/ 167061 w 786002"/>
                <a:gd name="connsiteY603" fmla="*/ 301326 h 561696"/>
                <a:gd name="connsiteX604" fmla="*/ 167061 w 786002"/>
                <a:gd name="connsiteY604" fmla="*/ 304219 h 561696"/>
                <a:gd name="connsiteX605" fmla="*/ 167061 w 786002"/>
                <a:gd name="connsiteY605" fmla="*/ 308289 h 561696"/>
                <a:gd name="connsiteX606" fmla="*/ 167061 w 786002"/>
                <a:gd name="connsiteY606" fmla="*/ 311047 h 561696"/>
                <a:gd name="connsiteX607" fmla="*/ 166254 w 786002"/>
                <a:gd name="connsiteY607" fmla="*/ 314950 h 561696"/>
                <a:gd name="connsiteX608" fmla="*/ 164436 w 786002"/>
                <a:gd name="connsiteY608" fmla="*/ 316968 h 561696"/>
                <a:gd name="connsiteX609" fmla="*/ 160801 w 786002"/>
                <a:gd name="connsiteY609" fmla="*/ 320735 h 561696"/>
                <a:gd name="connsiteX610" fmla="*/ 156898 w 786002"/>
                <a:gd name="connsiteY610" fmla="*/ 323629 h 561696"/>
                <a:gd name="connsiteX611" fmla="*/ 154575 w 786002"/>
                <a:gd name="connsiteY611" fmla="*/ 323326 h 561696"/>
                <a:gd name="connsiteX612" fmla="*/ 151681 w 786002"/>
                <a:gd name="connsiteY612" fmla="*/ 322317 h 561696"/>
                <a:gd name="connsiteX613" fmla="*/ 149225 w 786002"/>
                <a:gd name="connsiteY613" fmla="*/ 320298 h 561696"/>
                <a:gd name="connsiteX614" fmla="*/ 145893 w 786002"/>
                <a:gd name="connsiteY614" fmla="*/ 317540 h 561696"/>
                <a:gd name="connsiteX615" fmla="*/ 141854 w 786002"/>
                <a:gd name="connsiteY615" fmla="*/ 316093 h 561696"/>
                <a:gd name="connsiteX616" fmla="*/ 140844 w 786002"/>
                <a:gd name="connsiteY616" fmla="*/ 316093 h 561696"/>
                <a:gd name="connsiteX617" fmla="*/ 139835 w 786002"/>
                <a:gd name="connsiteY617" fmla="*/ 319424 h 561696"/>
                <a:gd name="connsiteX618" fmla="*/ 135628 w 786002"/>
                <a:gd name="connsiteY618" fmla="*/ 322047 h 561696"/>
                <a:gd name="connsiteX619" fmla="*/ 130546 w 786002"/>
                <a:gd name="connsiteY619" fmla="*/ 325512 h 561696"/>
                <a:gd name="connsiteX620" fmla="*/ 124758 w 786002"/>
                <a:gd name="connsiteY620" fmla="*/ 328271 h 561696"/>
                <a:gd name="connsiteX621" fmla="*/ 120854 w 786002"/>
                <a:gd name="connsiteY621" fmla="*/ 329415 h 561696"/>
                <a:gd name="connsiteX622" fmla="*/ 119406 w 786002"/>
                <a:gd name="connsiteY622" fmla="*/ 330558 h 561696"/>
                <a:gd name="connsiteX623" fmla="*/ 118969 w 786002"/>
                <a:gd name="connsiteY623" fmla="*/ 332880 h 561696"/>
                <a:gd name="connsiteX624" fmla="*/ 120416 w 786002"/>
                <a:gd name="connsiteY624" fmla="*/ 334629 h 561696"/>
                <a:gd name="connsiteX625" fmla="*/ 121998 w 786002"/>
                <a:gd name="connsiteY625" fmla="*/ 335773 h 561696"/>
                <a:gd name="connsiteX626" fmla="*/ 120248 w 786002"/>
                <a:gd name="connsiteY626" fmla="*/ 338666 h 561696"/>
                <a:gd name="connsiteX627" fmla="*/ 118229 w 786002"/>
                <a:gd name="connsiteY627" fmla="*/ 338968 h 561696"/>
                <a:gd name="connsiteX628" fmla="*/ 117219 w 786002"/>
                <a:gd name="connsiteY628" fmla="*/ 337219 h 561696"/>
                <a:gd name="connsiteX629" fmla="*/ 110252 w 786002"/>
                <a:gd name="connsiteY629" fmla="*/ 339540 h 561696"/>
                <a:gd name="connsiteX630" fmla="*/ 107358 w 786002"/>
                <a:gd name="connsiteY630" fmla="*/ 344183 h 561696"/>
                <a:gd name="connsiteX631" fmla="*/ 103454 w 786002"/>
                <a:gd name="connsiteY631" fmla="*/ 347950 h 561696"/>
                <a:gd name="connsiteX632" fmla="*/ 99954 w 786002"/>
                <a:gd name="connsiteY632" fmla="*/ 350541 h 561696"/>
                <a:gd name="connsiteX633" fmla="*/ 96757 w 786002"/>
                <a:gd name="connsiteY633" fmla="*/ 354308 h 561696"/>
                <a:gd name="connsiteX634" fmla="*/ 95444 w 786002"/>
                <a:gd name="connsiteY634" fmla="*/ 359387 h 561696"/>
                <a:gd name="connsiteX635" fmla="*/ 97026 w 786002"/>
                <a:gd name="connsiteY635" fmla="*/ 363727 h 561696"/>
                <a:gd name="connsiteX636" fmla="*/ 99483 w 786002"/>
                <a:gd name="connsiteY636" fmla="*/ 364736 h 561696"/>
                <a:gd name="connsiteX637" fmla="*/ 100930 w 786002"/>
                <a:gd name="connsiteY637" fmla="*/ 365611 h 561696"/>
                <a:gd name="connsiteX638" fmla="*/ 100930 w 786002"/>
                <a:gd name="connsiteY638" fmla="*/ 369816 h 561696"/>
                <a:gd name="connsiteX639" fmla="*/ 105002 w 786002"/>
                <a:gd name="connsiteY639" fmla="*/ 371834 h 561696"/>
                <a:gd name="connsiteX640" fmla="*/ 109647 w 786002"/>
                <a:gd name="connsiteY640" fmla="*/ 372709 h 561696"/>
                <a:gd name="connsiteX641" fmla="*/ 117623 w 786002"/>
                <a:gd name="connsiteY641" fmla="*/ 374155 h 561696"/>
                <a:gd name="connsiteX642" fmla="*/ 120214 w 786002"/>
                <a:gd name="connsiteY642" fmla="*/ 376477 h 561696"/>
                <a:gd name="connsiteX643" fmla="*/ 122671 w 786002"/>
                <a:gd name="connsiteY643" fmla="*/ 378663 h 561696"/>
                <a:gd name="connsiteX644" fmla="*/ 127450 w 786002"/>
                <a:gd name="connsiteY644" fmla="*/ 383743 h 561696"/>
                <a:gd name="connsiteX645" fmla="*/ 132532 w 786002"/>
                <a:gd name="connsiteY645" fmla="*/ 385626 h 561696"/>
                <a:gd name="connsiteX646" fmla="*/ 137748 w 786002"/>
                <a:gd name="connsiteY646" fmla="*/ 386366 h 561696"/>
                <a:gd name="connsiteX647" fmla="*/ 143402 w 786002"/>
                <a:gd name="connsiteY647" fmla="*/ 388385 h 561696"/>
                <a:gd name="connsiteX648" fmla="*/ 147744 w 786002"/>
                <a:gd name="connsiteY648" fmla="*/ 387376 h 561696"/>
                <a:gd name="connsiteX649" fmla="*/ 153970 w 786002"/>
                <a:gd name="connsiteY649" fmla="*/ 385626 h 561696"/>
                <a:gd name="connsiteX650" fmla="*/ 161508 w 786002"/>
                <a:gd name="connsiteY650" fmla="*/ 385626 h 561696"/>
                <a:gd name="connsiteX651" fmla="*/ 164537 w 786002"/>
                <a:gd name="connsiteY651" fmla="*/ 387006 h 561696"/>
                <a:gd name="connsiteX652" fmla="*/ 168609 w 786002"/>
                <a:gd name="connsiteY652" fmla="*/ 391412 h 561696"/>
                <a:gd name="connsiteX653" fmla="*/ 174836 w 786002"/>
                <a:gd name="connsiteY653" fmla="*/ 395483 h 561696"/>
                <a:gd name="connsiteX654" fmla="*/ 181062 w 786002"/>
                <a:gd name="connsiteY654" fmla="*/ 401404 h 561696"/>
                <a:gd name="connsiteX655" fmla="*/ 185841 w 786002"/>
                <a:gd name="connsiteY655" fmla="*/ 399822 h 561696"/>
                <a:gd name="connsiteX656" fmla="*/ 190620 w 786002"/>
                <a:gd name="connsiteY656" fmla="*/ 395786 h 561696"/>
                <a:gd name="connsiteX657" fmla="*/ 195398 w 786002"/>
                <a:gd name="connsiteY657" fmla="*/ 395920 h 561696"/>
                <a:gd name="connsiteX658" fmla="*/ 196980 w 786002"/>
                <a:gd name="connsiteY658" fmla="*/ 394911 h 561696"/>
                <a:gd name="connsiteX659" fmla="*/ 199168 w 786002"/>
                <a:gd name="connsiteY659" fmla="*/ 390841 h 561696"/>
                <a:gd name="connsiteX660" fmla="*/ 202803 w 786002"/>
                <a:gd name="connsiteY660" fmla="*/ 390841 h 561696"/>
                <a:gd name="connsiteX661" fmla="*/ 210207 w 786002"/>
                <a:gd name="connsiteY661" fmla="*/ 392859 h 561696"/>
                <a:gd name="connsiteX662" fmla="*/ 215995 w 786002"/>
                <a:gd name="connsiteY662" fmla="*/ 394743 h 561696"/>
                <a:gd name="connsiteX663" fmla="*/ 221514 w 786002"/>
                <a:gd name="connsiteY663" fmla="*/ 396492 h 561696"/>
                <a:gd name="connsiteX664" fmla="*/ 224543 w 786002"/>
                <a:gd name="connsiteY664" fmla="*/ 398948 h 561696"/>
                <a:gd name="connsiteX665" fmla="*/ 229322 w 786002"/>
                <a:gd name="connsiteY665" fmla="*/ 402884 h 561696"/>
                <a:gd name="connsiteX666" fmla="*/ 228010 w 786002"/>
                <a:gd name="connsiteY666" fmla="*/ 410284 h 561696"/>
                <a:gd name="connsiteX667" fmla="*/ 226125 w 786002"/>
                <a:gd name="connsiteY667" fmla="*/ 411596 h 561696"/>
                <a:gd name="connsiteX668" fmla="*/ 222221 w 786002"/>
                <a:gd name="connsiteY668" fmla="*/ 416238 h 561696"/>
                <a:gd name="connsiteX669" fmla="*/ 221514 w 786002"/>
                <a:gd name="connsiteY669" fmla="*/ 420141 h 561696"/>
                <a:gd name="connsiteX670" fmla="*/ 221380 w 786002"/>
                <a:gd name="connsiteY670" fmla="*/ 425052 h 561696"/>
                <a:gd name="connsiteX671" fmla="*/ 219058 w 786002"/>
                <a:gd name="connsiteY671" fmla="*/ 427945 h 561696"/>
                <a:gd name="connsiteX672" fmla="*/ 215591 w 786002"/>
                <a:gd name="connsiteY672" fmla="*/ 429694 h 561696"/>
                <a:gd name="connsiteX673" fmla="*/ 211384 w 786002"/>
                <a:gd name="connsiteY673" fmla="*/ 430569 h 561696"/>
                <a:gd name="connsiteX674" fmla="*/ 207750 w 786002"/>
                <a:gd name="connsiteY674" fmla="*/ 431713 h 561696"/>
                <a:gd name="connsiteX675" fmla="*/ 207312 w 786002"/>
                <a:gd name="connsiteY675" fmla="*/ 434034 h 561696"/>
                <a:gd name="connsiteX676" fmla="*/ 206606 w 786002"/>
                <a:gd name="connsiteY676" fmla="*/ 438104 h 561696"/>
                <a:gd name="connsiteX677" fmla="*/ 204014 w 786002"/>
                <a:gd name="connsiteY677" fmla="*/ 442444 h 561696"/>
                <a:gd name="connsiteX678" fmla="*/ 201995 w 786002"/>
                <a:gd name="connsiteY678" fmla="*/ 448532 h 561696"/>
                <a:gd name="connsiteX679" fmla="*/ 203004 w 786002"/>
                <a:gd name="connsiteY679" fmla="*/ 451863 h 561696"/>
                <a:gd name="connsiteX680" fmla="*/ 204755 w 786002"/>
                <a:gd name="connsiteY680" fmla="*/ 454890 h 561696"/>
                <a:gd name="connsiteX681" fmla="*/ 207952 w 786002"/>
                <a:gd name="connsiteY681" fmla="*/ 456640 h 561696"/>
                <a:gd name="connsiteX682" fmla="*/ 211418 w 786002"/>
                <a:gd name="connsiteY682" fmla="*/ 460407 h 561696"/>
                <a:gd name="connsiteX683" fmla="*/ 213740 w 786002"/>
                <a:gd name="connsiteY683" fmla="*/ 465050 h 561696"/>
                <a:gd name="connsiteX684" fmla="*/ 215759 w 786002"/>
                <a:gd name="connsiteY684" fmla="*/ 469827 h 561696"/>
                <a:gd name="connsiteX685" fmla="*/ 216466 w 786002"/>
                <a:gd name="connsiteY685" fmla="*/ 476218 h 561696"/>
                <a:gd name="connsiteX686" fmla="*/ 216601 w 786002"/>
                <a:gd name="connsiteY686" fmla="*/ 482441 h 561696"/>
                <a:gd name="connsiteX687" fmla="*/ 215726 w 786002"/>
                <a:gd name="connsiteY687" fmla="*/ 489102 h 561696"/>
                <a:gd name="connsiteX688" fmla="*/ 215726 w 786002"/>
                <a:gd name="connsiteY688" fmla="*/ 493744 h 561696"/>
                <a:gd name="connsiteX689" fmla="*/ 222894 w 786002"/>
                <a:gd name="connsiteY689" fmla="*/ 496335 h 561696"/>
                <a:gd name="connsiteX690" fmla="*/ 229188 w 786002"/>
                <a:gd name="connsiteY690" fmla="*/ 497781 h 561696"/>
                <a:gd name="connsiteX691" fmla="*/ 232520 w 786002"/>
                <a:gd name="connsiteY691" fmla="*/ 502995 h 561696"/>
                <a:gd name="connsiteX692" fmla="*/ 234842 w 786002"/>
                <a:gd name="connsiteY692" fmla="*/ 502558 h 561696"/>
                <a:gd name="connsiteX693" fmla="*/ 236861 w 786002"/>
                <a:gd name="connsiteY693" fmla="*/ 500237 h 561696"/>
                <a:gd name="connsiteX694" fmla="*/ 239183 w 786002"/>
                <a:gd name="connsiteY694" fmla="*/ 498622 h 561696"/>
                <a:gd name="connsiteX695" fmla="*/ 242515 w 786002"/>
                <a:gd name="connsiteY695" fmla="*/ 498622 h 561696"/>
                <a:gd name="connsiteX696" fmla="*/ 249044 w 786002"/>
                <a:gd name="connsiteY696" fmla="*/ 501178 h 561696"/>
                <a:gd name="connsiteX697" fmla="*/ 251938 w 786002"/>
                <a:gd name="connsiteY697" fmla="*/ 502558 h 561696"/>
                <a:gd name="connsiteX698" fmla="*/ 254126 w 786002"/>
                <a:gd name="connsiteY698" fmla="*/ 507032 h 561696"/>
                <a:gd name="connsiteX699" fmla="*/ 252679 w 786002"/>
                <a:gd name="connsiteY699" fmla="*/ 508041 h 561696"/>
                <a:gd name="connsiteX700" fmla="*/ 249784 w 786002"/>
                <a:gd name="connsiteY700" fmla="*/ 510059 h 561696"/>
                <a:gd name="connsiteX701" fmla="*/ 249784 w 786002"/>
                <a:gd name="connsiteY701" fmla="*/ 513827 h 561696"/>
                <a:gd name="connsiteX702" fmla="*/ 252847 w 786002"/>
                <a:gd name="connsiteY702" fmla="*/ 518032 h 561696"/>
                <a:gd name="connsiteX703" fmla="*/ 257491 w 786002"/>
                <a:gd name="connsiteY703" fmla="*/ 520219 h 561696"/>
                <a:gd name="connsiteX704" fmla="*/ 261126 w 786002"/>
                <a:gd name="connsiteY704" fmla="*/ 523986 h 561696"/>
                <a:gd name="connsiteX705" fmla="*/ 265333 w 786002"/>
                <a:gd name="connsiteY705" fmla="*/ 527317 h 561696"/>
                <a:gd name="connsiteX706" fmla="*/ 269102 w 786002"/>
                <a:gd name="connsiteY706" fmla="*/ 532094 h 561696"/>
                <a:gd name="connsiteX707" fmla="*/ 271424 w 786002"/>
                <a:gd name="connsiteY707" fmla="*/ 534247 h 561696"/>
                <a:gd name="connsiteX708" fmla="*/ 271424 w 786002"/>
                <a:gd name="connsiteY708" fmla="*/ 530647 h 561696"/>
                <a:gd name="connsiteX709" fmla="*/ 276068 w 786002"/>
                <a:gd name="connsiteY709" fmla="*/ 528898 h 561696"/>
                <a:gd name="connsiteX710" fmla="*/ 280275 w 786002"/>
                <a:gd name="connsiteY710" fmla="*/ 532800 h 561696"/>
                <a:gd name="connsiteX711" fmla="*/ 287377 w 786002"/>
                <a:gd name="connsiteY711" fmla="*/ 538720 h 561696"/>
                <a:gd name="connsiteX712" fmla="*/ 293333 w 786002"/>
                <a:gd name="connsiteY712" fmla="*/ 539595 h 561696"/>
                <a:gd name="connsiteX713" fmla="*/ 295353 w 786002"/>
                <a:gd name="connsiteY713" fmla="*/ 539292 h 561696"/>
                <a:gd name="connsiteX714" fmla="*/ 302891 w 786002"/>
                <a:gd name="connsiteY714" fmla="*/ 538418 h 561696"/>
                <a:gd name="connsiteX715" fmla="*/ 308411 w 786002"/>
                <a:gd name="connsiteY715" fmla="*/ 540301 h 561696"/>
                <a:gd name="connsiteX716" fmla="*/ 313190 w 786002"/>
                <a:gd name="connsiteY716" fmla="*/ 544776 h 561696"/>
                <a:gd name="connsiteX717" fmla="*/ 317968 w 786002"/>
                <a:gd name="connsiteY717" fmla="*/ 546357 h 561696"/>
                <a:gd name="connsiteX718" fmla="*/ 320863 w 786002"/>
                <a:gd name="connsiteY718" fmla="*/ 541580 h 561696"/>
                <a:gd name="connsiteX719" fmla="*/ 323185 w 786002"/>
                <a:gd name="connsiteY719" fmla="*/ 539999 h 561696"/>
                <a:gd name="connsiteX720" fmla="*/ 331430 w 786002"/>
                <a:gd name="connsiteY720" fmla="*/ 538552 h 561696"/>
                <a:gd name="connsiteX721" fmla="*/ 336075 w 786002"/>
                <a:gd name="connsiteY721" fmla="*/ 538552 h 561696"/>
                <a:gd name="connsiteX722" fmla="*/ 340281 w 786002"/>
                <a:gd name="connsiteY722" fmla="*/ 539124 h 561696"/>
                <a:gd name="connsiteX723" fmla="*/ 344185 w 786002"/>
                <a:gd name="connsiteY723" fmla="*/ 541142 h 561696"/>
                <a:gd name="connsiteX724" fmla="*/ 348392 w 786002"/>
                <a:gd name="connsiteY724" fmla="*/ 544170 h 561696"/>
                <a:gd name="connsiteX725" fmla="*/ 349133 w 786002"/>
                <a:gd name="connsiteY725" fmla="*/ 546491 h 561696"/>
                <a:gd name="connsiteX726" fmla="*/ 354046 w 786002"/>
                <a:gd name="connsiteY726" fmla="*/ 547231 h 561696"/>
                <a:gd name="connsiteX727" fmla="*/ 357311 w 786002"/>
                <a:gd name="connsiteY727" fmla="*/ 547231 h 561696"/>
                <a:gd name="connsiteX728" fmla="*/ 360407 w 786002"/>
                <a:gd name="connsiteY728" fmla="*/ 546424 h 561696"/>
                <a:gd name="connsiteX729" fmla="*/ 362494 w 786002"/>
                <a:gd name="connsiteY729" fmla="*/ 548005 h 561696"/>
                <a:gd name="connsiteX730" fmla="*/ 365018 w 786002"/>
                <a:gd name="connsiteY730" fmla="*/ 550663 h 561696"/>
                <a:gd name="connsiteX731" fmla="*/ 367609 w 786002"/>
                <a:gd name="connsiteY731" fmla="*/ 551403 h 561696"/>
                <a:gd name="connsiteX732" fmla="*/ 368922 w 786002"/>
                <a:gd name="connsiteY732" fmla="*/ 549384 h 561696"/>
                <a:gd name="connsiteX733" fmla="*/ 371614 w 786002"/>
                <a:gd name="connsiteY733" fmla="*/ 546188 h 561696"/>
                <a:gd name="connsiteX734" fmla="*/ 374508 w 786002"/>
                <a:gd name="connsiteY734" fmla="*/ 542723 h 561696"/>
                <a:gd name="connsiteX735" fmla="*/ 376696 w 786002"/>
                <a:gd name="connsiteY735" fmla="*/ 540470 h 561696"/>
                <a:gd name="connsiteX736" fmla="*/ 379321 w 786002"/>
                <a:gd name="connsiteY736" fmla="*/ 537072 h 561696"/>
                <a:gd name="connsiteX737" fmla="*/ 380768 w 786002"/>
                <a:gd name="connsiteY737" fmla="*/ 537005 h 561696"/>
                <a:gd name="connsiteX738" fmla="*/ 381912 w 786002"/>
                <a:gd name="connsiteY738" fmla="*/ 540705 h 561696"/>
                <a:gd name="connsiteX739" fmla="*/ 381845 w 786002"/>
                <a:gd name="connsiteY739" fmla="*/ 544540 h 561696"/>
                <a:gd name="connsiteX740" fmla="*/ 380229 w 786002"/>
                <a:gd name="connsiteY740" fmla="*/ 546794 h 561696"/>
                <a:gd name="connsiteX741" fmla="*/ 383292 w 786002"/>
                <a:gd name="connsiteY741" fmla="*/ 551571 h 561696"/>
                <a:gd name="connsiteX742" fmla="*/ 387936 w 786002"/>
                <a:gd name="connsiteY742" fmla="*/ 555473 h 561696"/>
                <a:gd name="connsiteX743" fmla="*/ 390898 w 786002"/>
                <a:gd name="connsiteY743" fmla="*/ 556785 h 561696"/>
                <a:gd name="connsiteX744" fmla="*/ 391201 w 786002"/>
                <a:gd name="connsiteY744" fmla="*/ 555776 h 561696"/>
                <a:gd name="connsiteX745" fmla="*/ 392480 w 786002"/>
                <a:gd name="connsiteY745" fmla="*/ 550259 h 561696"/>
                <a:gd name="connsiteX746" fmla="*/ 393489 w 786002"/>
                <a:gd name="connsiteY746" fmla="*/ 546928 h 561696"/>
                <a:gd name="connsiteX747" fmla="*/ 392547 w 786002"/>
                <a:gd name="connsiteY747" fmla="*/ 543531 h 561696"/>
                <a:gd name="connsiteX748" fmla="*/ 391235 w 786002"/>
                <a:gd name="connsiteY748" fmla="*/ 538956 h 561696"/>
                <a:gd name="connsiteX749" fmla="*/ 391235 w 786002"/>
                <a:gd name="connsiteY749" fmla="*/ 536197 h 561696"/>
                <a:gd name="connsiteX750" fmla="*/ 392749 w 786002"/>
                <a:gd name="connsiteY750" fmla="*/ 532867 h 561696"/>
                <a:gd name="connsiteX751" fmla="*/ 393826 w 786002"/>
                <a:gd name="connsiteY751" fmla="*/ 531050 h 561696"/>
                <a:gd name="connsiteX752" fmla="*/ 395340 w 786002"/>
                <a:gd name="connsiteY752" fmla="*/ 530681 h 561696"/>
                <a:gd name="connsiteX753" fmla="*/ 397326 w 786002"/>
                <a:gd name="connsiteY753" fmla="*/ 532127 h 561696"/>
                <a:gd name="connsiteX754" fmla="*/ 398437 w 786002"/>
                <a:gd name="connsiteY754" fmla="*/ 537038 h 561696"/>
                <a:gd name="connsiteX755" fmla="*/ 398066 w 786002"/>
                <a:gd name="connsiteY755" fmla="*/ 539292 h 561696"/>
                <a:gd name="connsiteX756" fmla="*/ 397326 w 786002"/>
                <a:gd name="connsiteY756" fmla="*/ 542488 h 561696"/>
                <a:gd name="connsiteX757" fmla="*/ 397629 w 786002"/>
                <a:gd name="connsiteY757" fmla="*/ 547769 h 561696"/>
                <a:gd name="connsiteX758" fmla="*/ 401465 w 786002"/>
                <a:gd name="connsiteY758" fmla="*/ 550091 h 561696"/>
                <a:gd name="connsiteX759" fmla="*/ 403485 w 786002"/>
                <a:gd name="connsiteY759" fmla="*/ 550091 h 561696"/>
                <a:gd name="connsiteX760" fmla="*/ 408331 w 786002"/>
                <a:gd name="connsiteY760" fmla="*/ 546188 h 561696"/>
                <a:gd name="connsiteX761" fmla="*/ 410283 w 786002"/>
                <a:gd name="connsiteY761" fmla="*/ 543127 h 561696"/>
                <a:gd name="connsiteX762" fmla="*/ 412672 w 786002"/>
                <a:gd name="connsiteY762" fmla="*/ 538586 h 561696"/>
                <a:gd name="connsiteX763" fmla="*/ 412740 w 786002"/>
                <a:gd name="connsiteY763" fmla="*/ 535390 h 561696"/>
                <a:gd name="connsiteX764" fmla="*/ 411360 w 786002"/>
                <a:gd name="connsiteY764" fmla="*/ 531623 h 561696"/>
                <a:gd name="connsiteX765" fmla="*/ 410620 w 786002"/>
                <a:gd name="connsiteY765" fmla="*/ 529234 h 561696"/>
                <a:gd name="connsiteX766" fmla="*/ 408668 w 786002"/>
                <a:gd name="connsiteY766" fmla="*/ 527216 h 561696"/>
                <a:gd name="connsiteX767" fmla="*/ 408668 w 786002"/>
                <a:gd name="connsiteY767" fmla="*/ 523751 h 561696"/>
                <a:gd name="connsiteX768" fmla="*/ 408668 w 786002"/>
                <a:gd name="connsiteY768" fmla="*/ 518537 h 561696"/>
                <a:gd name="connsiteX769" fmla="*/ 408668 w 786002"/>
                <a:gd name="connsiteY769" fmla="*/ 513322 h 561696"/>
                <a:gd name="connsiteX770" fmla="*/ 408668 w 786002"/>
                <a:gd name="connsiteY770" fmla="*/ 510699 h 561696"/>
                <a:gd name="connsiteX771" fmla="*/ 416475 w 786002"/>
                <a:gd name="connsiteY771" fmla="*/ 510699 h 561696"/>
                <a:gd name="connsiteX772" fmla="*/ 418226 w 786002"/>
                <a:gd name="connsiteY772" fmla="*/ 510699 h 561696"/>
                <a:gd name="connsiteX773" fmla="*/ 421120 w 786002"/>
                <a:gd name="connsiteY773" fmla="*/ 510699 h 561696"/>
                <a:gd name="connsiteX774" fmla="*/ 420817 w 786002"/>
                <a:gd name="connsiteY774" fmla="*/ 513322 h 561696"/>
                <a:gd name="connsiteX775" fmla="*/ 419067 w 786002"/>
                <a:gd name="connsiteY775" fmla="*/ 518537 h 561696"/>
                <a:gd name="connsiteX776" fmla="*/ 419067 w 786002"/>
                <a:gd name="connsiteY776" fmla="*/ 521127 h 561696"/>
                <a:gd name="connsiteX777" fmla="*/ 421827 w 786002"/>
                <a:gd name="connsiteY777" fmla="*/ 527788 h 561696"/>
                <a:gd name="connsiteX778" fmla="*/ 426606 w 786002"/>
                <a:gd name="connsiteY778" fmla="*/ 531858 h 561696"/>
                <a:gd name="connsiteX779" fmla="*/ 430947 w 786002"/>
                <a:gd name="connsiteY779" fmla="*/ 538249 h 561696"/>
                <a:gd name="connsiteX780" fmla="*/ 437038 w 786002"/>
                <a:gd name="connsiteY780" fmla="*/ 539696 h 561696"/>
                <a:gd name="connsiteX781" fmla="*/ 440808 w 786002"/>
                <a:gd name="connsiteY781" fmla="*/ 540268 h 561696"/>
                <a:gd name="connsiteX782" fmla="*/ 444577 w 786002"/>
                <a:gd name="connsiteY782" fmla="*/ 540268 h 561696"/>
                <a:gd name="connsiteX783" fmla="*/ 441986 w 786002"/>
                <a:gd name="connsiteY783" fmla="*/ 533305 h 561696"/>
                <a:gd name="connsiteX784" fmla="*/ 438216 w 786002"/>
                <a:gd name="connsiteY784" fmla="*/ 527788 h 561696"/>
                <a:gd name="connsiteX785" fmla="*/ 439966 w 786002"/>
                <a:gd name="connsiteY785" fmla="*/ 520252 h 561696"/>
                <a:gd name="connsiteX786" fmla="*/ 439966 w 786002"/>
                <a:gd name="connsiteY786" fmla="*/ 519378 h 561696"/>
                <a:gd name="connsiteX787" fmla="*/ 442591 w 786002"/>
                <a:gd name="connsiteY787" fmla="*/ 517628 h 561696"/>
                <a:gd name="connsiteX788" fmla="*/ 444341 w 786002"/>
                <a:gd name="connsiteY788" fmla="*/ 517628 h 561696"/>
                <a:gd name="connsiteX789" fmla="*/ 445519 w 786002"/>
                <a:gd name="connsiteY789" fmla="*/ 517628 h 561696"/>
                <a:gd name="connsiteX790" fmla="*/ 448717 w 786002"/>
                <a:gd name="connsiteY790" fmla="*/ 519075 h 561696"/>
                <a:gd name="connsiteX791" fmla="*/ 448717 w 786002"/>
                <a:gd name="connsiteY791" fmla="*/ 523717 h 561696"/>
                <a:gd name="connsiteX792" fmla="*/ 448717 w 786002"/>
                <a:gd name="connsiteY792" fmla="*/ 529806 h 561696"/>
                <a:gd name="connsiteX793" fmla="*/ 450601 w 786002"/>
                <a:gd name="connsiteY793" fmla="*/ 534718 h 561696"/>
                <a:gd name="connsiteX794" fmla="*/ 453933 w 786002"/>
                <a:gd name="connsiteY794" fmla="*/ 537038 h 561696"/>
                <a:gd name="connsiteX795" fmla="*/ 457130 w 786002"/>
                <a:gd name="connsiteY795" fmla="*/ 539931 h 561696"/>
                <a:gd name="connsiteX796" fmla="*/ 461775 w 786002"/>
                <a:gd name="connsiteY796" fmla="*/ 543699 h 561696"/>
                <a:gd name="connsiteX797" fmla="*/ 467866 w 786002"/>
                <a:gd name="connsiteY797" fmla="*/ 543699 h 561696"/>
                <a:gd name="connsiteX798" fmla="*/ 471332 w 786002"/>
                <a:gd name="connsiteY798" fmla="*/ 546458 h 561696"/>
                <a:gd name="connsiteX799" fmla="*/ 474799 w 786002"/>
                <a:gd name="connsiteY799" fmla="*/ 548072 h 561696"/>
                <a:gd name="connsiteX800" fmla="*/ 474799 w 786002"/>
                <a:gd name="connsiteY800" fmla="*/ 549822 h 561696"/>
                <a:gd name="connsiteX801" fmla="*/ 474799 w 786002"/>
                <a:gd name="connsiteY801" fmla="*/ 554464 h 561696"/>
                <a:gd name="connsiteX802" fmla="*/ 477559 w 786002"/>
                <a:gd name="connsiteY802" fmla="*/ 557929 h 561696"/>
                <a:gd name="connsiteX803" fmla="*/ 483213 w 786002"/>
                <a:gd name="connsiteY803" fmla="*/ 561696 h 561696"/>
                <a:gd name="connsiteX804" fmla="*/ 492198 w 786002"/>
                <a:gd name="connsiteY804" fmla="*/ 560250 h 561696"/>
                <a:gd name="connsiteX805" fmla="*/ 500309 w 786002"/>
                <a:gd name="connsiteY805" fmla="*/ 561696 h 561696"/>
                <a:gd name="connsiteX806" fmla="*/ 508420 w 786002"/>
                <a:gd name="connsiteY806" fmla="*/ 556785 h 561696"/>
                <a:gd name="connsiteX807" fmla="*/ 515083 w 786002"/>
                <a:gd name="connsiteY807" fmla="*/ 554767 h 561696"/>
                <a:gd name="connsiteX808" fmla="*/ 518281 w 786002"/>
                <a:gd name="connsiteY808" fmla="*/ 551571 h 561696"/>
                <a:gd name="connsiteX809" fmla="*/ 518281 w 786002"/>
                <a:gd name="connsiteY809" fmla="*/ 534179 h 561696"/>
                <a:gd name="connsiteX810" fmla="*/ 518281 w 786002"/>
                <a:gd name="connsiteY810" fmla="*/ 528864 h 561696"/>
                <a:gd name="connsiteX811" fmla="*/ 518819 w 786002"/>
                <a:gd name="connsiteY811" fmla="*/ 526913 h 561696"/>
                <a:gd name="connsiteX812" fmla="*/ 519896 w 786002"/>
                <a:gd name="connsiteY812" fmla="*/ 524626 h 561696"/>
                <a:gd name="connsiteX813" fmla="*/ 521949 w 786002"/>
                <a:gd name="connsiteY813" fmla="*/ 524087 h 561696"/>
                <a:gd name="connsiteX814" fmla="*/ 523463 w 786002"/>
                <a:gd name="connsiteY814" fmla="*/ 526913 h 561696"/>
                <a:gd name="connsiteX815" fmla="*/ 524103 w 786002"/>
                <a:gd name="connsiteY815" fmla="*/ 533843 h 561696"/>
                <a:gd name="connsiteX816" fmla="*/ 523463 w 786002"/>
                <a:gd name="connsiteY816" fmla="*/ 541142 h 561696"/>
                <a:gd name="connsiteX817" fmla="*/ 523463 w 786002"/>
                <a:gd name="connsiteY817" fmla="*/ 546020 h 561696"/>
                <a:gd name="connsiteX818" fmla="*/ 525079 w 786002"/>
                <a:gd name="connsiteY818" fmla="*/ 550057 h 561696"/>
                <a:gd name="connsiteX819" fmla="*/ 528444 w 786002"/>
                <a:gd name="connsiteY819" fmla="*/ 555069 h 561696"/>
                <a:gd name="connsiteX820" fmla="*/ 533762 w 786002"/>
                <a:gd name="connsiteY820" fmla="*/ 560485 h 561696"/>
                <a:gd name="connsiteX821" fmla="*/ 537464 w 786002"/>
                <a:gd name="connsiteY821" fmla="*/ 558770 h 56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786002" h="561696">
                  <a:moveTo>
                    <a:pt x="537464" y="558770"/>
                  </a:moveTo>
                  <a:lnTo>
                    <a:pt x="537464" y="555305"/>
                  </a:lnTo>
                  <a:lnTo>
                    <a:pt x="538877" y="554868"/>
                  </a:lnTo>
                  <a:lnTo>
                    <a:pt x="537901" y="554430"/>
                  </a:lnTo>
                  <a:lnTo>
                    <a:pt x="535444" y="551537"/>
                  </a:lnTo>
                  <a:lnTo>
                    <a:pt x="536454" y="548644"/>
                  </a:lnTo>
                  <a:lnTo>
                    <a:pt x="538036" y="545751"/>
                  </a:lnTo>
                  <a:lnTo>
                    <a:pt x="540493" y="541109"/>
                  </a:lnTo>
                  <a:lnTo>
                    <a:pt x="543387" y="537408"/>
                  </a:lnTo>
                  <a:cubicBezTo>
                    <a:pt x="543387" y="537408"/>
                    <a:pt x="547022" y="535323"/>
                    <a:pt x="547594" y="535323"/>
                  </a:cubicBezTo>
                  <a:cubicBezTo>
                    <a:pt x="548166" y="535323"/>
                    <a:pt x="553954" y="535323"/>
                    <a:pt x="553954" y="535323"/>
                  </a:cubicBezTo>
                  <a:lnTo>
                    <a:pt x="562368" y="533573"/>
                  </a:lnTo>
                  <a:lnTo>
                    <a:pt x="565700" y="526778"/>
                  </a:lnTo>
                  <a:lnTo>
                    <a:pt x="564556" y="521262"/>
                  </a:lnTo>
                  <a:lnTo>
                    <a:pt x="561527" y="517359"/>
                  </a:lnTo>
                  <a:lnTo>
                    <a:pt x="564556" y="512011"/>
                  </a:lnTo>
                  <a:lnTo>
                    <a:pt x="568897" y="509387"/>
                  </a:lnTo>
                  <a:lnTo>
                    <a:pt x="575123" y="507940"/>
                  </a:lnTo>
                  <a:lnTo>
                    <a:pt x="580642" y="507806"/>
                  </a:lnTo>
                  <a:lnTo>
                    <a:pt x="587744" y="506494"/>
                  </a:lnTo>
                  <a:cubicBezTo>
                    <a:pt x="587744" y="506494"/>
                    <a:pt x="594575" y="505182"/>
                    <a:pt x="595148" y="505182"/>
                  </a:cubicBezTo>
                  <a:cubicBezTo>
                    <a:pt x="595720" y="505182"/>
                    <a:pt x="602552" y="504038"/>
                    <a:pt x="602552" y="504038"/>
                  </a:cubicBezTo>
                  <a:lnTo>
                    <a:pt x="610090" y="504610"/>
                  </a:lnTo>
                  <a:lnTo>
                    <a:pt x="615441" y="502154"/>
                  </a:lnTo>
                  <a:lnTo>
                    <a:pt x="616013" y="496065"/>
                  </a:lnTo>
                  <a:lnTo>
                    <a:pt x="609787" y="488967"/>
                  </a:lnTo>
                  <a:cubicBezTo>
                    <a:pt x="609787" y="488967"/>
                    <a:pt x="606018" y="482609"/>
                    <a:pt x="606018" y="481869"/>
                  </a:cubicBezTo>
                  <a:cubicBezTo>
                    <a:pt x="606018" y="481129"/>
                    <a:pt x="605883" y="476083"/>
                    <a:pt x="605883" y="476083"/>
                  </a:cubicBezTo>
                  <a:lnTo>
                    <a:pt x="609215" y="473897"/>
                  </a:lnTo>
                  <a:lnTo>
                    <a:pt x="615441" y="474199"/>
                  </a:lnTo>
                  <a:lnTo>
                    <a:pt x="621230" y="478404"/>
                  </a:lnTo>
                  <a:lnTo>
                    <a:pt x="627759" y="479716"/>
                  </a:lnTo>
                  <a:lnTo>
                    <a:pt x="629913" y="476521"/>
                  </a:lnTo>
                  <a:lnTo>
                    <a:pt x="637586" y="473762"/>
                  </a:lnTo>
                  <a:lnTo>
                    <a:pt x="641927" y="472013"/>
                  </a:lnTo>
                  <a:lnTo>
                    <a:pt x="645562" y="470129"/>
                  </a:lnTo>
                  <a:lnTo>
                    <a:pt x="639336" y="466059"/>
                  </a:lnTo>
                  <a:lnTo>
                    <a:pt x="639201" y="461585"/>
                  </a:lnTo>
                  <a:cubicBezTo>
                    <a:pt x="639201" y="461585"/>
                    <a:pt x="641389" y="459398"/>
                    <a:pt x="641961" y="459398"/>
                  </a:cubicBezTo>
                  <a:cubicBezTo>
                    <a:pt x="642533" y="459398"/>
                    <a:pt x="643543" y="459264"/>
                    <a:pt x="645293" y="459398"/>
                  </a:cubicBezTo>
                  <a:cubicBezTo>
                    <a:pt x="647043" y="459533"/>
                    <a:pt x="650072" y="460845"/>
                    <a:pt x="650072" y="460845"/>
                  </a:cubicBezTo>
                  <a:lnTo>
                    <a:pt x="653101" y="461417"/>
                  </a:lnTo>
                  <a:lnTo>
                    <a:pt x="654413" y="458961"/>
                  </a:lnTo>
                  <a:cubicBezTo>
                    <a:pt x="654413" y="458961"/>
                    <a:pt x="653101" y="454890"/>
                    <a:pt x="652966" y="454319"/>
                  </a:cubicBezTo>
                  <a:cubicBezTo>
                    <a:pt x="652832" y="453747"/>
                    <a:pt x="649332" y="447221"/>
                    <a:pt x="649332" y="447221"/>
                  </a:cubicBezTo>
                  <a:lnTo>
                    <a:pt x="649466" y="443184"/>
                  </a:lnTo>
                  <a:lnTo>
                    <a:pt x="651485" y="441434"/>
                  </a:lnTo>
                  <a:lnTo>
                    <a:pt x="654380" y="433765"/>
                  </a:lnTo>
                  <a:lnTo>
                    <a:pt x="658149" y="429123"/>
                  </a:lnTo>
                  <a:lnTo>
                    <a:pt x="664106" y="427104"/>
                  </a:lnTo>
                  <a:lnTo>
                    <a:pt x="670197" y="425489"/>
                  </a:lnTo>
                  <a:cubicBezTo>
                    <a:pt x="670197" y="425489"/>
                    <a:pt x="673664" y="422731"/>
                    <a:pt x="674101" y="422596"/>
                  </a:cubicBezTo>
                  <a:cubicBezTo>
                    <a:pt x="674539" y="422462"/>
                    <a:pt x="678746" y="421722"/>
                    <a:pt x="679318" y="421722"/>
                  </a:cubicBezTo>
                  <a:cubicBezTo>
                    <a:pt x="679890" y="421722"/>
                    <a:pt x="683390" y="420578"/>
                    <a:pt x="683390" y="420578"/>
                  </a:cubicBezTo>
                  <a:lnTo>
                    <a:pt x="685712" y="417954"/>
                  </a:lnTo>
                  <a:lnTo>
                    <a:pt x="687159" y="416373"/>
                  </a:lnTo>
                  <a:lnTo>
                    <a:pt x="688169" y="413312"/>
                  </a:lnTo>
                  <a:lnTo>
                    <a:pt x="690491" y="412437"/>
                  </a:lnTo>
                  <a:cubicBezTo>
                    <a:pt x="690491" y="412437"/>
                    <a:pt x="691804" y="411260"/>
                    <a:pt x="693520" y="410856"/>
                  </a:cubicBezTo>
                  <a:cubicBezTo>
                    <a:pt x="695270" y="410419"/>
                    <a:pt x="698030" y="409107"/>
                    <a:pt x="698030" y="409107"/>
                  </a:cubicBezTo>
                  <a:cubicBezTo>
                    <a:pt x="698030" y="409107"/>
                    <a:pt x="699342" y="408973"/>
                    <a:pt x="700487" y="408401"/>
                  </a:cubicBezTo>
                  <a:cubicBezTo>
                    <a:pt x="701631" y="407828"/>
                    <a:pt x="702506" y="407223"/>
                    <a:pt x="702506" y="407223"/>
                  </a:cubicBezTo>
                  <a:lnTo>
                    <a:pt x="705568" y="404465"/>
                  </a:lnTo>
                  <a:lnTo>
                    <a:pt x="706006" y="402278"/>
                  </a:lnTo>
                  <a:lnTo>
                    <a:pt x="710347" y="398948"/>
                  </a:lnTo>
                  <a:lnTo>
                    <a:pt x="712669" y="396627"/>
                  </a:lnTo>
                  <a:lnTo>
                    <a:pt x="715126" y="393431"/>
                  </a:lnTo>
                  <a:lnTo>
                    <a:pt x="716001" y="387914"/>
                  </a:lnTo>
                  <a:lnTo>
                    <a:pt x="722800" y="381388"/>
                  </a:lnTo>
                  <a:lnTo>
                    <a:pt x="723540" y="372709"/>
                  </a:lnTo>
                  <a:cubicBezTo>
                    <a:pt x="723540" y="372709"/>
                    <a:pt x="720915" y="369076"/>
                    <a:pt x="720915" y="368638"/>
                  </a:cubicBezTo>
                  <a:cubicBezTo>
                    <a:pt x="720915" y="368201"/>
                    <a:pt x="719333" y="365308"/>
                    <a:pt x="719333" y="364131"/>
                  </a:cubicBezTo>
                  <a:cubicBezTo>
                    <a:pt x="719333" y="362987"/>
                    <a:pt x="718895" y="357033"/>
                    <a:pt x="718895" y="356595"/>
                  </a:cubicBezTo>
                  <a:cubicBezTo>
                    <a:pt x="718895" y="356158"/>
                    <a:pt x="717314" y="353702"/>
                    <a:pt x="717314" y="353702"/>
                  </a:cubicBezTo>
                  <a:cubicBezTo>
                    <a:pt x="717314" y="353702"/>
                    <a:pt x="714857" y="351381"/>
                    <a:pt x="714857" y="350372"/>
                  </a:cubicBezTo>
                  <a:cubicBezTo>
                    <a:pt x="714857" y="349363"/>
                    <a:pt x="713982" y="347748"/>
                    <a:pt x="714857" y="346739"/>
                  </a:cubicBezTo>
                  <a:cubicBezTo>
                    <a:pt x="715732" y="345730"/>
                    <a:pt x="717179" y="343409"/>
                    <a:pt x="717751" y="343106"/>
                  </a:cubicBezTo>
                  <a:cubicBezTo>
                    <a:pt x="718323" y="342803"/>
                    <a:pt x="718626" y="340919"/>
                    <a:pt x="718761" y="340482"/>
                  </a:cubicBezTo>
                  <a:cubicBezTo>
                    <a:pt x="718895" y="340045"/>
                    <a:pt x="718054" y="332812"/>
                    <a:pt x="718054" y="332812"/>
                  </a:cubicBezTo>
                  <a:lnTo>
                    <a:pt x="718323" y="328742"/>
                  </a:lnTo>
                  <a:lnTo>
                    <a:pt x="718323" y="323965"/>
                  </a:lnTo>
                  <a:lnTo>
                    <a:pt x="723237" y="321644"/>
                  </a:lnTo>
                  <a:cubicBezTo>
                    <a:pt x="723237" y="321644"/>
                    <a:pt x="723102" y="321072"/>
                    <a:pt x="724247" y="320635"/>
                  </a:cubicBezTo>
                  <a:cubicBezTo>
                    <a:pt x="725391" y="320197"/>
                    <a:pt x="727881" y="315555"/>
                    <a:pt x="728588" y="315555"/>
                  </a:cubicBezTo>
                  <a:cubicBezTo>
                    <a:pt x="729295" y="315555"/>
                    <a:pt x="734545" y="311922"/>
                    <a:pt x="734545" y="311922"/>
                  </a:cubicBezTo>
                  <a:lnTo>
                    <a:pt x="738886" y="311216"/>
                  </a:lnTo>
                  <a:cubicBezTo>
                    <a:pt x="738886" y="311216"/>
                    <a:pt x="741511" y="310341"/>
                    <a:pt x="742656" y="310072"/>
                  </a:cubicBezTo>
                  <a:cubicBezTo>
                    <a:pt x="743800" y="309769"/>
                    <a:pt x="745416" y="307044"/>
                    <a:pt x="746122" y="307044"/>
                  </a:cubicBezTo>
                  <a:cubicBezTo>
                    <a:pt x="746862" y="307044"/>
                    <a:pt x="748444" y="301965"/>
                    <a:pt x="748444" y="301965"/>
                  </a:cubicBezTo>
                  <a:lnTo>
                    <a:pt x="746560" y="298197"/>
                  </a:lnTo>
                  <a:lnTo>
                    <a:pt x="739896" y="292848"/>
                  </a:lnTo>
                  <a:cubicBezTo>
                    <a:pt x="739896" y="292848"/>
                    <a:pt x="742521" y="285885"/>
                    <a:pt x="743396" y="285616"/>
                  </a:cubicBezTo>
                  <a:cubicBezTo>
                    <a:pt x="744271" y="285313"/>
                    <a:pt x="749622" y="280974"/>
                    <a:pt x="751204" y="280839"/>
                  </a:cubicBezTo>
                  <a:cubicBezTo>
                    <a:pt x="752786" y="280705"/>
                    <a:pt x="756723" y="280839"/>
                    <a:pt x="756723" y="280839"/>
                  </a:cubicBezTo>
                  <a:lnTo>
                    <a:pt x="759618" y="282151"/>
                  </a:lnTo>
                  <a:cubicBezTo>
                    <a:pt x="759618" y="282151"/>
                    <a:pt x="765978" y="276802"/>
                    <a:pt x="766719" y="276802"/>
                  </a:cubicBezTo>
                  <a:cubicBezTo>
                    <a:pt x="767425" y="276802"/>
                    <a:pt x="770926" y="274784"/>
                    <a:pt x="772507" y="274481"/>
                  </a:cubicBezTo>
                  <a:cubicBezTo>
                    <a:pt x="774089" y="274178"/>
                    <a:pt x="775132" y="273169"/>
                    <a:pt x="775132" y="273169"/>
                  </a:cubicBezTo>
                  <a:cubicBezTo>
                    <a:pt x="775132" y="273169"/>
                    <a:pt x="776142" y="270411"/>
                    <a:pt x="775267" y="268830"/>
                  </a:cubicBezTo>
                  <a:cubicBezTo>
                    <a:pt x="774392" y="267249"/>
                    <a:pt x="769613" y="261429"/>
                    <a:pt x="769613" y="261429"/>
                  </a:cubicBezTo>
                  <a:cubicBezTo>
                    <a:pt x="769613" y="261429"/>
                    <a:pt x="768300" y="258401"/>
                    <a:pt x="768300" y="257796"/>
                  </a:cubicBezTo>
                  <a:cubicBezTo>
                    <a:pt x="768300" y="257224"/>
                    <a:pt x="765709" y="249251"/>
                    <a:pt x="765709" y="249251"/>
                  </a:cubicBezTo>
                  <a:lnTo>
                    <a:pt x="766146" y="243600"/>
                  </a:lnTo>
                  <a:lnTo>
                    <a:pt x="771801" y="239126"/>
                  </a:lnTo>
                  <a:lnTo>
                    <a:pt x="777589" y="237545"/>
                  </a:lnTo>
                  <a:lnTo>
                    <a:pt x="783108" y="235526"/>
                  </a:lnTo>
                  <a:lnTo>
                    <a:pt x="786003" y="229875"/>
                  </a:lnTo>
                  <a:lnTo>
                    <a:pt x="784118" y="224661"/>
                  </a:lnTo>
                  <a:lnTo>
                    <a:pt x="781931" y="218572"/>
                  </a:lnTo>
                  <a:lnTo>
                    <a:pt x="782233" y="213492"/>
                  </a:lnTo>
                  <a:lnTo>
                    <a:pt x="781661" y="208413"/>
                  </a:lnTo>
                  <a:lnTo>
                    <a:pt x="775873" y="203939"/>
                  </a:lnTo>
                  <a:lnTo>
                    <a:pt x="773988" y="201046"/>
                  </a:lnTo>
                  <a:lnTo>
                    <a:pt x="772676" y="198287"/>
                  </a:lnTo>
                  <a:lnTo>
                    <a:pt x="772103" y="194654"/>
                  </a:lnTo>
                  <a:lnTo>
                    <a:pt x="773248" y="191627"/>
                  </a:lnTo>
                  <a:lnTo>
                    <a:pt x="775132" y="188599"/>
                  </a:lnTo>
                  <a:lnTo>
                    <a:pt x="778329" y="185403"/>
                  </a:lnTo>
                  <a:lnTo>
                    <a:pt x="781964" y="181770"/>
                  </a:lnTo>
                  <a:lnTo>
                    <a:pt x="778633" y="181030"/>
                  </a:lnTo>
                  <a:cubicBezTo>
                    <a:pt x="778633" y="181030"/>
                    <a:pt x="776310" y="181333"/>
                    <a:pt x="774863" y="181602"/>
                  </a:cubicBezTo>
                  <a:cubicBezTo>
                    <a:pt x="773416" y="181905"/>
                    <a:pt x="771666" y="182174"/>
                    <a:pt x="770219" y="182174"/>
                  </a:cubicBezTo>
                  <a:cubicBezTo>
                    <a:pt x="768772" y="182174"/>
                    <a:pt x="766584" y="181467"/>
                    <a:pt x="765575" y="181165"/>
                  </a:cubicBezTo>
                  <a:cubicBezTo>
                    <a:pt x="764565" y="180862"/>
                    <a:pt x="761940" y="180862"/>
                    <a:pt x="761368" y="180862"/>
                  </a:cubicBezTo>
                  <a:cubicBezTo>
                    <a:pt x="760795" y="180862"/>
                    <a:pt x="757733" y="180727"/>
                    <a:pt x="757733" y="180727"/>
                  </a:cubicBezTo>
                  <a:cubicBezTo>
                    <a:pt x="757733" y="180727"/>
                    <a:pt x="755411" y="180862"/>
                    <a:pt x="754401" y="180727"/>
                  </a:cubicBezTo>
                  <a:cubicBezTo>
                    <a:pt x="753392" y="180593"/>
                    <a:pt x="751372" y="181165"/>
                    <a:pt x="750766" y="181737"/>
                  </a:cubicBezTo>
                  <a:cubicBezTo>
                    <a:pt x="750194" y="182308"/>
                    <a:pt x="748310" y="182746"/>
                    <a:pt x="746122" y="183318"/>
                  </a:cubicBezTo>
                  <a:cubicBezTo>
                    <a:pt x="743968" y="183890"/>
                    <a:pt x="743800" y="185639"/>
                    <a:pt x="742218" y="186345"/>
                  </a:cubicBezTo>
                  <a:cubicBezTo>
                    <a:pt x="740603" y="187052"/>
                    <a:pt x="740165" y="186783"/>
                    <a:pt x="738314" y="187926"/>
                  </a:cubicBezTo>
                  <a:cubicBezTo>
                    <a:pt x="736430" y="189104"/>
                    <a:pt x="735555" y="190247"/>
                    <a:pt x="733098" y="191694"/>
                  </a:cubicBezTo>
                  <a:cubicBezTo>
                    <a:pt x="730641" y="193141"/>
                    <a:pt x="730641" y="191829"/>
                    <a:pt x="729631" y="191694"/>
                  </a:cubicBezTo>
                  <a:cubicBezTo>
                    <a:pt x="728622" y="191559"/>
                    <a:pt x="728319" y="191257"/>
                    <a:pt x="728050" y="190819"/>
                  </a:cubicBezTo>
                  <a:cubicBezTo>
                    <a:pt x="727780" y="190382"/>
                    <a:pt x="725021" y="189373"/>
                    <a:pt x="723708" y="188633"/>
                  </a:cubicBezTo>
                  <a:cubicBezTo>
                    <a:pt x="722429" y="187926"/>
                    <a:pt x="721251" y="187186"/>
                    <a:pt x="719939" y="186312"/>
                  </a:cubicBezTo>
                  <a:cubicBezTo>
                    <a:pt x="718626" y="185437"/>
                    <a:pt x="719064" y="184428"/>
                    <a:pt x="719064" y="183856"/>
                  </a:cubicBezTo>
                  <a:cubicBezTo>
                    <a:pt x="719064" y="183284"/>
                    <a:pt x="719198" y="181535"/>
                    <a:pt x="719501" y="181097"/>
                  </a:cubicBezTo>
                  <a:cubicBezTo>
                    <a:pt x="719804" y="180660"/>
                    <a:pt x="719636" y="176455"/>
                    <a:pt x="719636" y="175177"/>
                  </a:cubicBezTo>
                  <a:cubicBezTo>
                    <a:pt x="719636" y="173865"/>
                    <a:pt x="719636" y="172116"/>
                    <a:pt x="720074" y="170669"/>
                  </a:cubicBezTo>
                  <a:cubicBezTo>
                    <a:pt x="720511" y="169223"/>
                    <a:pt x="719939" y="167339"/>
                    <a:pt x="719939" y="167339"/>
                  </a:cubicBezTo>
                  <a:cubicBezTo>
                    <a:pt x="719939" y="167339"/>
                    <a:pt x="719939" y="165018"/>
                    <a:pt x="720074" y="164143"/>
                  </a:cubicBezTo>
                  <a:cubicBezTo>
                    <a:pt x="720208" y="163269"/>
                    <a:pt x="720074" y="161519"/>
                    <a:pt x="720074" y="161519"/>
                  </a:cubicBezTo>
                  <a:lnTo>
                    <a:pt x="720646" y="155565"/>
                  </a:lnTo>
                  <a:lnTo>
                    <a:pt x="720074" y="151797"/>
                  </a:lnTo>
                  <a:lnTo>
                    <a:pt x="720074" y="148602"/>
                  </a:lnTo>
                  <a:lnTo>
                    <a:pt x="718761" y="144094"/>
                  </a:lnTo>
                  <a:lnTo>
                    <a:pt x="717011" y="143219"/>
                  </a:lnTo>
                  <a:lnTo>
                    <a:pt x="713107" y="142076"/>
                  </a:lnTo>
                  <a:cubicBezTo>
                    <a:pt x="713107" y="142076"/>
                    <a:pt x="709338" y="141504"/>
                    <a:pt x="708765" y="141504"/>
                  </a:cubicBezTo>
                  <a:cubicBezTo>
                    <a:pt x="708193" y="141504"/>
                    <a:pt x="705299" y="142244"/>
                    <a:pt x="705299" y="142244"/>
                  </a:cubicBezTo>
                  <a:lnTo>
                    <a:pt x="702539" y="142244"/>
                  </a:lnTo>
                  <a:cubicBezTo>
                    <a:pt x="702539" y="142244"/>
                    <a:pt x="701395" y="143118"/>
                    <a:pt x="700352" y="143993"/>
                  </a:cubicBezTo>
                  <a:cubicBezTo>
                    <a:pt x="699342" y="144868"/>
                    <a:pt x="700352" y="143690"/>
                    <a:pt x="699208" y="145170"/>
                  </a:cubicBezTo>
                  <a:cubicBezTo>
                    <a:pt x="698063" y="146617"/>
                    <a:pt x="697895" y="146314"/>
                    <a:pt x="697054" y="147626"/>
                  </a:cubicBezTo>
                  <a:cubicBezTo>
                    <a:pt x="696179" y="148938"/>
                    <a:pt x="693587" y="149813"/>
                    <a:pt x="693587" y="149813"/>
                  </a:cubicBezTo>
                  <a:lnTo>
                    <a:pt x="690693" y="151562"/>
                  </a:lnTo>
                  <a:cubicBezTo>
                    <a:pt x="690693" y="151562"/>
                    <a:pt x="689549" y="151562"/>
                    <a:pt x="688068" y="154589"/>
                  </a:cubicBezTo>
                  <a:cubicBezTo>
                    <a:pt x="686621" y="157617"/>
                    <a:pt x="687799" y="157348"/>
                    <a:pt x="688203" y="159501"/>
                  </a:cubicBezTo>
                  <a:cubicBezTo>
                    <a:pt x="688640" y="161687"/>
                    <a:pt x="688068" y="161519"/>
                    <a:pt x="688068" y="162091"/>
                  </a:cubicBezTo>
                  <a:cubicBezTo>
                    <a:pt x="688068" y="162663"/>
                    <a:pt x="687058" y="163975"/>
                    <a:pt x="685746" y="166565"/>
                  </a:cubicBezTo>
                  <a:cubicBezTo>
                    <a:pt x="684433" y="169189"/>
                    <a:pt x="681977" y="167742"/>
                    <a:pt x="680529" y="167742"/>
                  </a:cubicBezTo>
                  <a:cubicBezTo>
                    <a:pt x="679082" y="167742"/>
                    <a:pt x="677063" y="166565"/>
                    <a:pt x="675178" y="165724"/>
                  </a:cubicBezTo>
                  <a:cubicBezTo>
                    <a:pt x="673294" y="164849"/>
                    <a:pt x="673597" y="163975"/>
                    <a:pt x="672284" y="162394"/>
                  </a:cubicBezTo>
                  <a:cubicBezTo>
                    <a:pt x="670971" y="160813"/>
                    <a:pt x="671409" y="158929"/>
                    <a:pt x="671409" y="158929"/>
                  </a:cubicBezTo>
                  <a:cubicBezTo>
                    <a:pt x="671409" y="158929"/>
                    <a:pt x="671409" y="155901"/>
                    <a:pt x="671274" y="155027"/>
                  </a:cubicBezTo>
                  <a:cubicBezTo>
                    <a:pt x="671140" y="154152"/>
                    <a:pt x="670837" y="151999"/>
                    <a:pt x="670837" y="151999"/>
                  </a:cubicBezTo>
                  <a:lnTo>
                    <a:pt x="670702" y="148097"/>
                  </a:lnTo>
                  <a:lnTo>
                    <a:pt x="671005" y="143758"/>
                  </a:lnTo>
                  <a:lnTo>
                    <a:pt x="676087" y="137534"/>
                  </a:lnTo>
                  <a:cubicBezTo>
                    <a:pt x="676087" y="137534"/>
                    <a:pt x="676087" y="137534"/>
                    <a:pt x="676524" y="137400"/>
                  </a:cubicBezTo>
                  <a:cubicBezTo>
                    <a:pt x="676962" y="137265"/>
                    <a:pt x="676962" y="134809"/>
                    <a:pt x="677669" y="134069"/>
                  </a:cubicBezTo>
                  <a:cubicBezTo>
                    <a:pt x="678409" y="133363"/>
                    <a:pt x="680260" y="131883"/>
                    <a:pt x="681741" y="131311"/>
                  </a:cubicBezTo>
                  <a:cubicBezTo>
                    <a:pt x="683188" y="130739"/>
                    <a:pt x="683053" y="130167"/>
                    <a:pt x="683053" y="130167"/>
                  </a:cubicBezTo>
                  <a:lnTo>
                    <a:pt x="688842" y="128283"/>
                  </a:lnTo>
                  <a:cubicBezTo>
                    <a:pt x="688842" y="128283"/>
                    <a:pt x="688539" y="126265"/>
                    <a:pt x="688707" y="125828"/>
                  </a:cubicBezTo>
                  <a:cubicBezTo>
                    <a:pt x="688842" y="125390"/>
                    <a:pt x="688842" y="123237"/>
                    <a:pt x="688842" y="123237"/>
                  </a:cubicBezTo>
                  <a:lnTo>
                    <a:pt x="689145" y="121353"/>
                  </a:lnTo>
                  <a:lnTo>
                    <a:pt x="691030" y="118326"/>
                  </a:lnTo>
                  <a:cubicBezTo>
                    <a:pt x="691030" y="118326"/>
                    <a:pt x="691030" y="118326"/>
                    <a:pt x="691332" y="117889"/>
                  </a:cubicBezTo>
                  <a:cubicBezTo>
                    <a:pt x="691635" y="117451"/>
                    <a:pt x="694530" y="116442"/>
                    <a:pt x="695236" y="116005"/>
                  </a:cubicBezTo>
                  <a:cubicBezTo>
                    <a:pt x="695943" y="115568"/>
                    <a:pt x="696852" y="114558"/>
                    <a:pt x="697693" y="113684"/>
                  </a:cubicBezTo>
                  <a:cubicBezTo>
                    <a:pt x="698568" y="112809"/>
                    <a:pt x="699578" y="111800"/>
                    <a:pt x="699578" y="111800"/>
                  </a:cubicBezTo>
                  <a:lnTo>
                    <a:pt x="701765" y="111228"/>
                  </a:lnTo>
                  <a:cubicBezTo>
                    <a:pt x="701765" y="111228"/>
                    <a:pt x="704222" y="109781"/>
                    <a:pt x="704660" y="109647"/>
                  </a:cubicBezTo>
                  <a:cubicBezTo>
                    <a:pt x="705097" y="109512"/>
                    <a:pt x="706241" y="107628"/>
                    <a:pt x="706241" y="107628"/>
                  </a:cubicBezTo>
                  <a:lnTo>
                    <a:pt x="706814" y="106047"/>
                  </a:lnTo>
                  <a:lnTo>
                    <a:pt x="707823" y="101405"/>
                  </a:lnTo>
                  <a:lnTo>
                    <a:pt x="708530" y="95888"/>
                  </a:lnTo>
                  <a:lnTo>
                    <a:pt x="705636" y="85157"/>
                  </a:lnTo>
                  <a:lnTo>
                    <a:pt x="706208" y="80818"/>
                  </a:lnTo>
                  <a:lnTo>
                    <a:pt x="706645" y="77050"/>
                  </a:lnTo>
                  <a:cubicBezTo>
                    <a:pt x="706645" y="77050"/>
                    <a:pt x="708665" y="74460"/>
                    <a:pt x="708833" y="74022"/>
                  </a:cubicBezTo>
                  <a:cubicBezTo>
                    <a:pt x="708967" y="73585"/>
                    <a:pt x="710583" y="71399"/>
                    <a:pt x="710583" y="71399"/>
                  </a:cubicBezTo>
                  <a:lnTo>
                    <a:pt x="712468" y="69380"/>
                  </a:lnTo>
                  <a:lnTo>
                    <a:pt x="714790" y="67799"/>
                  </a:lnTo>
                  <a:lnTo>
                    <a:pt x="716371" y="67059"/>
                  </a:lnTo>
                  <a:lnTo>
                    <a:pt x="717987" y="66353"/>
                  </a:lnTo>
                  <a:lnTo>
                    <a:pt x="719434" y="64166"/>
                  </a:lnTo>
                  <a:lnTo>
                    <a:pt x="721891" y="61542"/>
                  </a:lnTo>
                  <a:cubicBezTo>
                    <a:pt x="721891" y="61542"/>
                    <a:pt x="721891" y="58077"/>
                    <a:pt x="721891" y="57472"/>
                  </a:cubicBezTo>
                  <a:cubicBezTo>
                    <a:pt x="721891" y="56900"/>
                    <a:pt x="720511" y="55891"/>
                    <a:pt x="719939" y="55722"/>
                  </a:cubicBezTo>
                  <a:cubicBezTo>
                    <a:pt x="719367" y="55588"/>
                    <a:pt x="717549" y="54579"/>
                    <a:pt x="717549" y="54579"/>
                  </a:cubicBezTo>
                  <a:cubicBezTo>
                    <a:pt x="717549" y="54579"/>
                    <a:pt x="715833" y="54142"/>
                    <a:pt x="715227" y="54007"/>
                  </a:cubicBezTo>
                  <a:cubicBezTo>
                    <a:pt x="714655" y="53872"/>
                    <a:pt x="713040" y="54007"/>
                    <a:pt x="712468" y="54007"/>
                  </a:cubicBezTo>
                  <a:cubicBezTo>
                    <a:pt x="711895" y="54007"/>
                    <a:pt x="710145" y="53872"/>
                    <a:pt x="710145" y="53872"/>
                  </a:cubicBezTo>
                  <a:cubicBezTo>
                    <a:pt x="710145" y="53872"/>
                    <a:pt x="706814" y="54175"/>
                    <a:pt x="706241" y="54310"/>
                  </a:cubicBezTo>
                  <a:cubicBezTo>
                    <a:pt x="705669" y="54444"/>
                    <a:pt x="704222" y="54747"/>
                    <a:pt x="704222" y="54747"/>
                  </a:cubicBezTo>
                  <a:cubicBezTo>
                    <a:pt x="704222" y="54747"/>
                    <a:pt x="702472" y="55622"/>
                    <a:pt x="701025" y="55891"/>
                  </a:cubicBezTo>
                  <a:cubicBezTo>
                    <a:pt x="699578" y="56193"/>
                    <a:pt x="698703" y="55151"/>
                    <a:pt x="698265" y="55016"/>
                  </a:cubicBezTo>
                  <a:cubicBezTo>
                    <a:pt x="697828" y="54881"/>
                    <a:pt x="696953" y="52560"/>
                    <a:pt x="696381" y="52392"/>
                  </a:cubicBezTo>
                  <a:cubicBezTo>
                    <a:pt x="695808" y="52258"/>
                    <a:pt x="694933" y="50206"/>
                    <a:pt x="694933" y="50206"/>
                  </a:cubicBezTo>
                  <a:lnTo>
                    <a:pt x="693789" y="48456"/>
                  </a:lnTo>
                  <a:lnTo>
                    <a:pt x="693520" y="44823"/>
                  </a:lnTo>
                  <a:cubicBezTo>
                    <a:pt x="693520" y="44823"/>
                    <a:pt x="694664" y="41056"/>
                    <a:pt x="695102" y="40484"/>
                  </a:cubicBezTo>
                  <a:cubicBezTo>
                    <a:pt x="695539" y="39912"/>
                    <a:pt x="696549" y="38600"/>
                    <a:pt x="697121" y="37591"/>
                  </a:cubicBezTo>
                  <a:cubicBezTo>
                    <a:pt x="697693" y="36582"/>
                    <a:pt x="697559" y="36413"/>
                    <a:pt x="698131" y="35572"/>
                  </a:cubicBezTo>
                  <a:cubicBezTo>
                    <a:pt x="698703" y="34698"/>
                    <a:pt x="700285" y="33251"/>
                    <a:pt x="700285" y="32511"/>
                  </a:cubicBezTo>
                  <a:cubicBezTo>
                    <a:pt x="700285" y="31805"/>
                    <a:pt x="700285" y="31637"/>
                    <a:pt x="700015" y="31065"/>
                  </a:cubicBezTo>
                  <a:cubicBezTo>
                    <a:pt x="699712" y="30493"/>
                    <a:pt x="699712" y="28474"/>
                    <a:pt x="699578" y="28037"/>
                  </a:cubicBezTo>
                  <a:cubicBezTo>
                    <a:pt x="699443" y="27600"/>
                    <a:pt x="699140" y="26153"/>
                    <a:pt x="699275" y="25279"/>
                  </a:cubicBezTo>
                  <a:cubicBezTo>
                    <a:pt x="699410" y="24404"/>
                    <a:pt x="700150" y="22251"/>
                    <a:pt x="700150" y="22251"/>
                  </a:cubicBezTo>
                  <a:lnTo>
                    <a:pt x="701025" y="18046"/>
                  </a:lnTo>
                  <a:lnTo>
                    <a:pt x="701025" y="14144"/>
                  </a:lnTo>
                  <a:cubicBezTo>
                    <a:pt x="701025" y="14144"/>
                    <a:pt x="700217" y="12126"/>
                    <a:pt x="699510" y="11957"/>
                  </a:cubicBezTo>
                  <a:cubicBezTo>
                    <a:pt x="698770" y="11823"/>
                    <a:pt x="697996" y="9367"/>
                    <a:pt x="696852" y="8930"/>
                  </a:cubicBezTo>
                  <a:cubicBezTo>
                    <a:pt x="695707" y="8493"/>
                    <a:pt x="693789" y="6306"/>
                    <a:pt x="693789" y="6306"/>
                  </a:cubicBezTo>
                  <a:cubicBezTo>
                    <a:pt x="693789" y="6306"/>
                    <a:pt x="690592" y="7046"/>
                    <a:pt x="690020" y="7181"/>
                  </a:cubicBezTo>
                  <a:cubicBezTo>
                    <a:pt x="689448" y="7315"/>
                    <a:pt x="688573" y="8324"/>
                    <a:pt x="688270" y="8930"/>
                  </a:cubicBezTo>
                  <a:cubicBezTo>
                    <a:pt x="687967" y="9502"/>
                    <a:pt x="684669" y="9064"/>
                    <a:pt x="684669" y="9064"/>
                  </a:cubicBezTo>
                  <a:lnTo>
                    <a:pt x="678712" y="6609"/>
                  </a:lnTo>
                  <a:cubicBezTo>
                    <a:pt x="678712" y="6609"/>
                    <a:pt x="677399" y="4859"/>
                    <a:pt x="676524" y="4590"/>
                  </a:cubicBezTo>
                  <a:cubicBezTo>
                    <a:pt x="675649" y="4288"/>
                    <a:pt x="673495" y="2572"/>
                    <a:pt x="673495" y="2572"/>
                  </a:cubicBezTo>
                  <a:cubicBezTo>
                    <a:pt x="673495" y="2572"/>
                    <a:pt x="671611" y="688"/>
                    <a:pt x="670601" y="116"/>
                  </a:cubicBezTo>
                  <a:cubicBezTo>
                    <a:pt x="669592" y="-456"/>
                    <a:pt x="669289" y="1260"/>
                    <a:pt x="668582" y="1428"/>
                  </a:cubicBezTo>
                  <a:cubicBezTo>
                    <a:pt x="667875" y="1563"/>
                    <a:pt x="668582" y="1428"/>
                    <a:pt x="668010" y="2303"/>
                  </a:cubicBezTo>
                  <a:cubicBezTo>
                    <a:pt x="667438" y="3177"/>
                    <a:pt x="666697" y="3615"/>
                    <a:pt x="666697" y="4759"/>
                  </a:cubicBezTo>
                  <a:cubicBezTo>
                    <a:pt x="666697" y="5902"/>
                    <a:pt x="665822" y="6777"/>
                    <a:pt x="665519" y="8089"/>
                  </a:cubicBezTo>
                  <a:cubicBezTo>
                    <a:pt x="665216" y="9401"/>
                    <a:pt x="664947" y="9535"/>
                    <a:pt x="664813" y="10107"/>
                  </a:cubicBezTo>
                  <a:cubicBezTo>
                    <a:pt x="664678" y="10679"/>
                    <a:pt x="663500" y="11856"/>
                    <a:pt x="663063" y="12294"/>
                  </a:cubicBezTo>
                  <a:cubicBezTo>
                    <a:pt x="662625" y="12731"/>
                    <a:pt x="661043" y="14178"/>
                    <a:pt x="659865" y="14312"/>
                  </a:cubicBezTo>
                  <a:cubicBezTo>
                    <a:pt x="658721" y="14447"/>
                    <a:pt x="654514" y="14749"/>
                    <a:pt x="654077" y="14615"/>
                  </a:cubicBezTo>
                  <a:cubicBezTo>
                    <a:pt x="653639" y="14480"/>
                    <a:pt x="652461" y="13740"/>
                    <a:pt x="651889" y="13606"/>
                  </a:cubicBezTo>
                  <a:cubicBezTo>
                    <a:pt x="651317" y="13471"/>
                    <a:pt x="646538" y="8257"/>
                    <a:pt x="646538" y="8257"/>
                  </a:cubicBezTo>
                  <a:lnTo>
                    <a:pt x="644519" y="6811"/>
                  </a:lnTo>
                  <a:lnTo>
                    <a:pt x="641322" y="6811"/>
                  </a:lnTo>
                  <a:lnTo>
                    <a:pt x="637687" y="8627"/>
                  </a:lnTo>
                  <a:lnTo>
                    <a:pt x="629711" y="9569"/>
                  </a:lnTo>
                  <a:cubicBezTo>
                    <a:pt x="629711" y="9569"/>
                    <a:pt x="628971" y="12462"/>
                    <a:pt x="628836" y="14346"/>
                  </a:cubicBezTo>
                  <a:cubicBezTo>
                    <a:pt x="628701" y="16230"/>
                    <a:pt x="627523" y="16936"/>
                    <a:pt x="627389" y="17811"/>
                  </a:cubicBezTo>
                  <a:cubicBezTo>
                    <a:pt x="627254" y="18685"/>
                    <a:pt x="624494" y="20266"/>
                    <a:pt x="623922" y="20838"/>
                  </a:cubicBezTo>
                  <a:cubicBezTo>
                    <a:pt x="623350" y="21410"/>
                    <a:pt x="621600" y="22722"/>
                    <a:pt x="620288" y="22857"/>
                  </a:cubicBezTo>
                  <a:cubicBezTo>
                    <a:pt x="618975" y="22991"/>
                    <a:pt x="618840" y="24741"/>
                    <a:pt x="617965" y="25480"/>
                  </a:cubicBezTo>
                  <a:cubicBezTo>
                    <a:pt x="617090" y="26221"/>
                    <a:pt x="616821" y="26221"/>
                    <a:pt x="616081" y="26490"/>
                  </a:cubicBezTo>
                  <a:cubicBezTo>
                    <a:pt x="615374" y="26792"/>
                    <a:pt x="614499" y="27633"/>
                    <a:pt x="613893" y="27936"/>
                  </a:cubicBezTo>
                  <a:cubicBezTo>
                    <a:pt x="613321" y="28239"/>
                    <a:pt x="612749" y="29248"/>
                    <a:pt x="612143" y="29685"/>
                  </a:cubicBezTo>
                  <a:cubicBezTo>
                    <a:pt x="611571" y="30123"/>
                    <a:pt x="610831" y="31267"/>
                    <a:pt x="610561" y="32444"/>
                  </a:cubicBezTo>
                  <a:cubicBezTo>
                    <a:pt x="610259" y="33588"/>
                    <a:pt x="609686" y="35202"/>
                    <a:pt x="609686" y="35640"/>
                  </a:cubicBezTo>
                  <a:cubicBezTo>
                    <a:pt x="609686" y="36077"/>
                    <a:pt x="608239" y="37658"/>
                    <a:pt x="608239" y="38095"/>
                  </a:cubicBezTo>
                  <a:cubicBezTo>
                    <a:pt x="608239" y="38533"/>
                    <a:pt x="607667" y="41998"/>
                    <a:pt x="607364" y="43007"/>
                  </a:cubicBezTo>
                  <a:cubicBezTo>
                    <a:pt x="607061" y="44016"/>
                    <a:pt x="605648" y="45328"/>
                    <a:pt x="605648" y="45328"/>
                  </a:cubicBezTo>
                  <a:cubicBezTo>
                    <a:pt x="605648" y="45328"/>
                    <a:pt x="603629" y="45900"/>
                    <a:pt x="602451" y="45631"/>
                  </a:cubicBezTo>
                  <a:cubicBezTo>
                    <a:pt x="601306" y="45328"/>
                    <a:pt x="601004" y="43612"/>
                    <a:pt x="600566" y="43040"/>
                  </a:cubicBezTo>
                  <a:cubicBezTo>
                    <a:pt x="600129" y="42468"/>
                    <a:pt x="599556" y="41022"/>
                    <a:pt x="599388" y="40585"/>
                  </a:cubicBezTo>
                  <a:cubicBezTo>
                    <a:pt x="599220" y="40147"/>
                    <a:pt x="598076" y="38701"/>
                    <a:pt x="598076" y="38701"/>
                  </a:cubicBezTo>
                  <a:lnTo>
                    <a:pt x="594609" y="37254"/>
                  </a:lnTo>
                  <a:lnTo>
                    <a:pt x="592724" y="37389"/>
                  </a:lnTo>
                  <a:lnTo>
                    <a:pt x="591580" y="38970"/>
                  </a:lnTo>
                  <a:cubicBezTo>
                    <a:pt x="591580" y="38970"/>
                    <a:pt x="586667" y="41426"/>
                    <a:pt x="586061" y="41426"/>
                  </a:cubicBezTo>
                  <a:cubicBezTo>
                    <a:pt x="585489" y="41426"/>
                    <a:pt x="583873" y="38667"/>
                    <a:pt x="583604" y="38230"/>
                  </a:cubicBezTo>
                  <a:cubicBezTo>
                    <a:pt x="583301" y="37793"/>
                    <a:pt x="582729" y="33722"/>
                    <a:pt x="582729" y="33722"/>
                  </a:cubicBezTo>
                  <a:lnTo>
                    <a:pt x="582729" y="27062"/>
                  </a:lnTo>
                  <a:lnTo>
                    <a:pt x="574181" y="23866"/>
                  </a:lnTo>
                  <a:lnTo>
                    <a:pt x="571859" y="22857"/>
                  </a:lnTo>
                  <a:lnTo>
                    <a:pt x="567080" y="24606"/>
                  </a:lnTo>
                  <a:cubicBezTo>
                    <a:pt x="567080" y="24606"/>
                    <a:pt x="562301" y="28811"/>
                    <a:pt x="561863" y="29080"/>
                  </a:cubicBezTo>
                  <a:cubicBezTo>
                    <a:pt x="561426" y="29383"/>
                    <a:pt x="560685" y="29955"/>
                    <a:pt x="560281" y="31401"/>
                  </a:cubicBezTo>
                  <a:cubicBezTo>
                    <a:pt x="559844" y="32848"/>
                    <a:pt x="560113" y="36313"/>
                    <a:pt x="560281" y="37860"/>
                  </a:cubicBezTo>
                  <a:cubicBezTo>
                    <a:pt x="560416" y="39407"/>
                    <a:pt x="559272" y="40215"/>
                    <a:pt x="559272" y="40215"/>
                  </a:cubicBezTo>
                  <a:cubicBezTo>
                    <a:pt x="559272" y="40215"/>
                    <a:pt x="558128" y="41089"/>
                    <a:pt x="557690" y="41527"/>
                  </a:cubicBezTo>
                  <a:cubicBezTo>
                    <a:pt x="557253" y="41964"/>
                    <a:pt x="555671" y="43848"/>
                    <a:pt x="554055" y="45429"/>
                  </a:cubicBezTo>
                  <a:cubicBezTo>
                    <a:pt x="553752" y="45732"/>
                    <a:pt x="553618" y="45866"/>
                    <a:pt x="553483" y="46001"/>
                  </a:cubicBezTo>
                  <a:cubicBezTo>
                    <a:pt x="553248" y="46976"/>
                    <a:pt x="553517" y="50273"/>
                    <a:pt x="553887" y="50643"/>
                  </a:cubicBezTo>
                  <a:cubicBezTo>
                    <a:pt x="554325" y="51080"/>
                    <a:pt x="554156" y="51518"/>
                    <a:pt x="554156" y="51518"/>
                  </a:cubicBezTo>
                  <a:cubicBezTo>
                    <a:pt x="554156" y="51518"/>
                    <a:pt x="554291" y="52527"/>
                    <a:pt x="555334" y="53704"/>
                  </a:cubicBezTo>
                  <a:cubicBezTo>
                    <a:pt x="555704" y="54142"/>
                    <a:pt x="555906" y="54310"/>
                    <a:pt x="556007" y="54377"/>
                  </a:cubicBezTo>
                  <a:cubicBezTo>
                    <a:pt x="555806" y="54814"/>
                    <a:pt x="554964" y="56429"/>
                    <a:pt x="554459" y="57304"/>
                  </a:cubicBezTo>
                  <a:cubicBezTo>
                    <a:pt x="553887" y="58313"/>
                    <a:pt x="552877" y="57741"/>
                    <a:pt x="552272" y="58178"/>
                  </a:cubicBezTo>
                  <a:cubicBezTo>
                    <a:pt x="551700" y="58616"/>
                    <a:pt x="548940" y="58616"/>
                    <a:pt x="547190" y="58616"/>
                  </a:cubicBezTo>
                  <a:cubicBezTo>
                    <a:pt x="545440" y="58616"/>
                    <a:pt x="541401" y="57304"/>
                    <a:pt x="540829" y="57304"/>
                  </a:cubicBezTo>
                  <a:cubicBezTo>
                    <a:pt x="540257" y="57304"/>
                    <a:pt x="538069" y="53671"/>
                    <a:pt x="538069" y="53671"/>
                  </a:cubicBezTo>
                  <a:cubicBezTo>
                    <a:pt x="538069" y="53671"/>
                    <a:pt x="539517" y="51080"/>
                    <a:pt x="539954" y="50912"/>
                  </a:cubicBezTo>
                  <a:cubicBezTo>
                    <a:pt x="540392" y="50778"/>
                    <a:pt x="544868" y="47010"/>
                    <a:pt x="544868" y="47010"/>
                  </a:cubicBezTo>
                  <a:lnTo>
                    <a:pt x="543993" y="43680"/>
                  </a:lnTo>
                  <a:lnTo>
                    <a:pt x="538473" y="41493"/>
                  </a:lnTo>
                  <a:cubicBezTo>
                    <a:pt x="538473" y="41493"/>
                    <a:pt x="536454" y="39172"/>
                    <a:pt x="535848" y="39306"/>
                  </a:cubicBezTo>
                  <a:cubicBezTo>
                    <a:pt x="535276" y="39441"/>
                    <a:pt x="532819" y="41190"/>
                    <a:pt x="531507" y="41493"/>
                  </a:cubicBezTo>
                  <a:cubicBezTo>
                    <a:pt x="530194" y="41796"/>
                    <a:pt x="526997" y="41627"/>
                    <a:pt x="526997" y="41627"/>
                  </a:cubicBezTo>
                  <a:lnTo>
                    <a:pt x="524540" y="40753"/>
                  </a:lnTo>
                  <a:lnTo>
                    <a:pt x="523665" y="37995"/>
                  </a:lnTo>
                  <a:cubicBezTo>
                    <a:pt x="523665" y="37995"/>
                    <a:pt x="519761" y="37557"/>
                    <a:pt x="519189" y="37995"/>
                  </a:cubicBezTo>
                  <a:cubicBezTo>
                    <a:pt x="518617" y="38432"/>
                    <a:pt x="516598" y="37995"/>
                    <a:pt x="516598" y="37995"/>
                  </a:cubicBezTo>
                  <a:lnTo>
                    <a:pt x="514276" y="39138"/>
                  </a:lnTo>
                  <a:cubicBezTo>
                    <a:pt x="514276" y="39138"/>
                    <a:pt x="513973" y="45227"/>
                    <a:pt x="513973" y="46371"/>
                  </a:cubicBezTo>
                  <a:cubicBezTo>
                    <a:pt x="513973" y="47548"/>
                    <a:pt x="512357" y="48557"/>
                    <a:pt x="511785" y="49129"/>
                  </a:cubicBezTo>
                  <a:cubicBezTo>
                    <a:pt x="511213" y="49701"/>
                    <a:pt x="510170" y="50878"/>
                    <a:pt x="508891" y="52325"/>
                  </a:cubicBezTo>
                  <a:cubicBezTo>
                    <a:pt x="507578" y="53772"/>
                    <a:pt x="507006" y="55218"/>
                    <a:pt x="506737" y="55790"/>
                  </a:cubicBezTo>
                  <a:cubicBezTo>
                    <a:pt x="506434" y="56362"/>
                    <a:pt x="505727" y="58111"/>
                    <a:pt x="505593" y="58986"/>
                  </a:cubicBezTo>
                  <a:cubicBezTo>
                    <a:pt x="505458" y="59860"/>
                    <a:pt x="505155" y="60432"/>
                    <a:pt x="505021" y="60869"/>
                  </a:cubicBezTo>
                  <a:cubicBezTo>
                    <a:pt x="504886" y="61307"/>
                    <a:pt x="503136" y="62181"/>
                    <a:pt x="502698" y="62181"/>
                  </a:cubicBezTo>
                  <a:cubicBezTo>
                    <a:pt x="502261" y="62181"/>
                    <a:pt x="501386" y="63056"/>
                    <a:pt x="501386" y="64065"/>
                  </a:cubicBezTo>
                  <a:cubicBezTo>
                    <a:pt x="501386" y="65074"/>
                    <a:pt x="501689" y="64940"/>
                    <a:pt x="501689" y="64940"/>
                  </a:cubicBezTo>
                  <a:cubicBezTo>
                    <a:pt x="501689" y="64940"/>
                    <a:pt x="502698" y="66824"/>
                    <a:pt x="503439" y="66958"/>
                  </a:cubicBezTo>
                  <a:cubicBezTo>
                    <a:pt x="504146" y="67093"/>
                    <a:pt x="503574" y="67967"/>
                    <a:pt x="503574" y="67967"/>
                  </a:cubicBezTo>
                  <a:lnTo>
                    <a:pt x="503708" y="70154"/>
                  </a:lnTo>
                  <a:lnTo>
                    <a:pt x="502698" y="70591"/>
                  </a:lnTo>
                  <a:lnTo>
                    <a:pt x="501386" y="73350"/>
                  </a:lnTo>
                  <a:cubicBezTo>
                    <a:pt x="501386" y="73350"/>
                    <a:pt x="499198" y="73787"/>
                    <a:pt x="498357" y="73787"/>
                  </a:cubicBezTo>
                  <a:cubicBezTo>
                    <a:pt x="497482" y="73787"/>
                    <a:pt x="495900" y="73484"/>
                    <a:pt x="494722" y="73215"/>
                  </a:cubicBezTo>
                  <a:cubicBezTo>
                    <a:pt x="493578" y="72912"/>
                    <a:pt x="492266" y="72778"/>
                    <a:pt x="491088" y="72778"/>
                  </a:cubicBezTo>
                  <a:cubicBezTo>
                    <a:pt x="489943" y="72778"/>
                    <a:pt x="489371" y="72206"/>
                    <a:pt x="488765" y="72038"/>
                  </a:cubicBezTo>
                  <a:cubicBezTo>
                    <a:pt x="488193" y="71903"/>
                    <a:pt x="486881" y="71028"/>
                    <a:pt x="486881" y="71028"/>
                  </a:cubicBezTo>
                  <a:lnTo>
                    <a:pt x="484996" y="69145"/>
                  </a:lnTo>
                  <a:lnTo>
                    <a:pt x="482809" y="66386"/>
                  </a:lnTo>
                  <a:lnTo>
                    <a:pt x="482102" y="64940"/>
                  </a:lnTo>
                  <a:lnTo>
                    <a:pt x="480924" y="64065"/>
                  </a:lnTo>
                  <a:cubicBezTo>
                    <a:pt x="480924" y="64065"/>
                    <a:pt x="479174" y="64065"/>
                    <a:pt x="478770" y="64065"/>
                  </a:cubicBezTo>
                  <a:cubicBezTo>
                    <a:pt x="478333" y="64065"/>
                    <a:pt x="477323" y="64368"/>
                    <a:pt x="476717" y="64637"/>
                  </a:cubicBezTo>
                  <a:cubicBezTo>
                    <a:pt x="476145" y="64940"/>
                    <a:pt x="476010" y="65209"/>
                    <a:pt x="475135" y="65512"/>
                  </a:cubicBezTo>
                  <a:cubicBezTo>
                    <a:pt x="474260" y="65814"/>
                    <a:pt x="473251" y="66655"/>
                    <a:pt x="472376" y="67261"/>
                  </a:cubicBezTo>
                  <a:cubicBezTo>
                    <a:pt x="471501" y="67833"/>
                    <a:pt x="470929" y="68136"/>
                    <a:pt x="470929" y="68136"/>
                  </a:cubicBezTo>
                  <a:cubicBezTo>
                    <a:pt x="470929" y="68136"/>
                    <a:pt x="467159" y="70154"/>
                    <a:pt x="466587" y="70457"/>
                  </a:cubicBezTo>
                  <a:cubicBezTo>
                    <a:pt x="466015" y="70760"/>
                    <a:pt x="465005" y="71601"/>
                    <a:pt x="464433" y="71769"/>
                  </a:cubicBezTo>
                  <a:cubicBezTo>
                    <a:pt x="463861" y="71903"/>
                    <a:pt x="463121" y="72340"/>
                    <a:pt x="462851" y="72778"/>
                  </a:cubicBezTo>
                  <a:cubicBezTo>
                    <a:pt x="462549" y="73215"/>
                    <a:pt x="461842" y="73652"/>
                    <a:pt x="461404" y="74090"/>
                  </a:cubicBezTo>
                  <a:cubicBezTo>
                    <a:pt x="460967" y="74527"/>
                    <a:pt x="460395" y="75233"/>
                    <a:pt x="459957" y="75402"/>
                  </a:cubicBezTo>
                  <a:cubicBezTo>
                    <a:pt x="459520" y="75536"/>
                    <a:pt x="459217" y="77151"/>
                    <a:pt x="459217" y="77151"/>
                  </a:cubicBezTo>
                  <a:lnTo>
                    <a:pt x="459217" y="78463"/>
                  </a:lnTo>
                  <a:lnTo>
                    <a:pt x="461034" y="79035"/>
                  </a:lnTo>
                  <a:lnTo>
                    <a:pt x="462986" y="78732"/>
                  </a:lnTo>
                  <a:cubicBezTo>
                    <a:pt x="462986" y="78732"/>
                    <a:pt x="465746" y="77857"/>
                    <a:pt x="466621" y="77857"/>
                  </a:cubicBezTo>
                  <a:cubicBezTo>
                    <a:pt x="467496" y="77857"/>
                    <a:pt x="470255" y="78564"/>
                    <a:pt x="470828" y="78867"/>
                  </a:cubicBezTo>
                  <a:cubicBezTo>
                    <a:pt x="471400" y="79169"/>
                    <a:pt x="471703" y="81457"/>
                    <a:pt x="471703" y="81457"/>
                  </a:cubicBezTo>
                  <a:lnTo>
                    <a:pt x="471837" y="84484"/>
                  </a:lnTo>
                  <a:cubicBezTo>
                    <a:pt x="471837" y="84484"/>
                    <a:pt x="471097" y="87243"/>
                    <a:pt x="470659" y="88689"/>
                  </a:cubicBezTo>
                  <a:cubicBezTo>
                    <a:pt x="470222" y="90136"/>
                    <a:pt x="469347" y="91448"/>
                    <a:pt x="468909" y="91717"/>
                  </a:cubicBezTo>
                  <a:cubicBezTo>
                    <a:pt x="468472" y="92020"/>
                    <a:pt x="467765" y="92289"/>
                    <a:pt x="467765" y="92289"/>
                  </a:cubicBezTo>
                  <a:cubicBezTo>
                    <a:pt x="467765" y="92289"/>
                    <a:pt x="464568" y="95485"/>
                    <a:pt x="463861" y="96494"/>
                  </a:cubicBezTo>
                  <a:cubicBezTo>
                    <a:pt x="463121" y="97503"/>
                    <a:pt x="459351" y="96628"/>
                    <a:pt x="458510" y="96931"/>
                  </a:cubicBezTo>
                  <a:cubicBezTo>
                    <a:pt x="457635" y="97234"/>
                    <a:pt x="454034" y="96797"/>
                    <a:pt x="454034" y="96797"/>
                  </a:cubicBezTo>
                  <a:cubicBezTo>
                    <a:pt x="454034" y="96797"/>
                    <a:pt x="449524" y="93163"/>
                    <a:pt x="449390" y="92322"/>
                  </a:cubicBezTo>
                  <a:cubicBezTo>
                    <a:pt x="449255" y="91448"/>
                    <a:pt x="449524" y="88252"/>
                    <a:pt x="449524" y="88252"/>
                  </a:cubicBezTo>
                  <a:lnTo>
                    <a:pt x="448212" y="85796"/>
                  </a:lnTo>
                  <a:lnTo>
                    <a:pt x="445317" y="84484"/>
                  </a:lnTo>
                  <a:lnTo>
                    <a:pt x="443433" y="85359"/>
                  </a:lnTo>
                  <a:cubicBezTo>
                    <a:pt x="443433" y="85359"/>
                    <a:pt x="442726" y="85796"/>
                    <a:pt x="442120" y="86099"/>
                  </a:cubicBezTo>
                  <a:cubicBezTo>
                    <a:pt x="441548" y="86402"/>
                    <a:pt x="436904" y="91448"/>
                    <a:pt x="436769" y="92020"/>
                  </a:cubicBezTo>
                  <a:cubicBezTo>
                    <a:pt x="436635" y="92592"/>
                    <a:pt x="436635" y="95922"/>
                    <a:pt x="436635" y="95922"/>
                  </a:cubicBezTo>
                  <a:lnTo>
                    <a:pt x="433875" y="98243"/>
                  </a:lnTo>
                  <a:cubicBezTo>
                    <a:pt x="433875" y="98243"/>
                    <a:pt x="432125" y="99690"/>
                    <a:pt x="431687" y="100261"/>
                  </a:cubicBezTo>
                  <a:cubicBezTo>
                    <a:pt x="431250" y="100833"/>
                    <a:pt x="430375" y="101842"/>
                    <a:pt x="429937" y="102448"/>
                  </a:cubicBezTo>
                  <a:cubicBezTo>
                    <a:pt x="429500" y="103020"/>
                    <a:pt x="429634" y="106653"/>
                    <a:pt x="429634" y="106653"/>
                  </a:cubicBezTo>
                  <a:lnTo>
                    <a:pt x="429634" y="109714"/>
                  </a:lnTo>
                  <a:lnTo>
                    <a:pt x="429769" y="112035"/>
                  </a:lnTo>
                  <a:lnTo>
                    <a:pt x="429197" y="115803"/>
                  </a:lnTo>
                  <a:lnTo>
                    <a:pt x="428322" y="118427"/>
                  </a:lnTo>
                  <a:lnTo>
                    <a:pt x="425562" y="118999"/>
                  </a:lnTo>
                  <a:lnTo>
                    <a:pt x="424250" y="118427"/>
                  </a:lnTo>
                  <a:lnTo>
                    <a:pt x="421793" y="114659"/>
                  </a:lnTo>
                  <a:lnTo>
                    <a:pt x="420783" y="111463"/>
                  </a:lnTo>
                  <a:cubicBezTo>
                    <a:pt x="420783" y="111463"/>
                    <a:pt x="417889" y="109714"/>
                    <a:pt x="417149" y="109580"/>
                  </a:cubicBezTo>
                  <a:cubicBezTo>
                    <a:pt x="416442" y="109445"/>
                    <a:pt x="414389" y="106821"/>
                    <a:pt x="414389" y="106821"/>
                  </a:cubicBezTo>
                  <a:lnTo>
                    <a:pt x="408735" y="102919"/>
                  </a:lnTo>
                  <a:lnTo>
                    <a:pt x="403216" y="99017"/>
                  </a:lnTo>
                  <a:lnTo>
                    <a:pt x="398302" y="96258"/>
                  </a:lnTo>
                  <a:lnTo>
                    <a:pt x="390898" y="99454"/>
                  </a:lnTo>
                  <a:lnTo>
                    <a:pt x="385681" y="103962"/>
                  </a:lnTo>
                  <a:lnTo>
                    <a:pt x="382484" y="108739"/>
                  </a:lnTo>
                  <a:lnTo>
                    <a:pt x="381172" y="110925"/>
                  </a:lnTo>
                  <a:cubicBezTo>
                    <a:pt x="381172" y="110925"/>
                    <a:pt x="379994" y="115130"/>
                    <a:pt x="379994" y="116005"/>
                  </a:cubicBezTo>
                  <a:cubicBezTo>
                    <a:pt x="379994" y="116879"/>
                    <a:pt x="380129" y="119772"/>
                    <a:pt x="380129" y="119772"/>
                  </a:cubicBezTo>
                  <a:cubicBezTo>
                    <a:pt x="380129" y="119772"/>
                    <a:pt x="381138" y="123237"/>
                    <a:pt x="381138" y="124280"/>
                  </a:cubicBezTo>
                  <a:cubicBezTo>
                    <a:pt x="381138" y="125289"/>
                    <a:pt x="380701" y="127308"/>
                    <a:pt x="380263" y="127913"/>
                  </a:cubicBezTo>
                  <a:cubicBezTo>
                    <a:pt x="379826" y="128485"/>
                    <a:pt x="378076" y="130672"/>
                    <a:pt x="376359" y="131378"/>
                  </a:cubicBezTo>
                  <a:cubicBezTo>
                    <a:pt x="374609" y="132085"/>
                    <a:pt x="373465" y="134406"/>
                    <a:pt x="373027" y="134574"/>
                  </a:cubicBezTo>
                  <a:cubicBezTo>
                    <a:pt x="372590" y="134708"/>
                    <a:pt x="370571" y="136155"/>
                    <a:pt x="367373" y="136458"/>
                  </a:cubicBezTo>
                  <a:cubicBezTo>
                    <a:pt x="364176" y="136760"/>
                    <a:pt x="364176" y="137030"/>
                    <a:pt x="361585" y="137198"/>
                  </a:cubicBezTo>
                  <a:cubicBezTo>
                    <a:pt x="358960" y="137332"/>
                    <a:pt x="356368" y="138207"/>
                    <a:pt x="354921" y="138510"/>
                  </a:cubicBezTo>
                  <a:cubicBezTo>
                    <a:pt x="353474" y="138812"/>
                    <a:pt x="351892" y="139216"/>
                    <a:pt x="351455" y="139216"/>
                  </a:cubicBezTo>
                  <a:cubicBezTo>
                    <a:pt x="351017" y="139216"/>
                    <a:pt x="348695" y="138779"/>
                    <a:pt x="348258" y="138644"/>
                  </a:cubicBezTo>
                  <a:cubicBezTo>
                    <a:pt x="347820" y="138510"/>
                    <a:pt x="344488" y="137500"/>
                    <a:pt x="343613" y="137063"/>
                  </a:cubicBezTo>
                  <a:cubicBezTo>
                    <a:pt x="342738" y="136626"/>
                    <a:pt x="341022" y="136189"/>
                    <a:pt x="340281" y="135751"/>
                  </a:cubicBezTo>
                  <a:cubicBezTo>
                    <a:pt x="339575" y="135314"/>
                    <a:pt x="337690" y="131849"/>
                    <a:pt x="337690" y="131849"/>
                  </a:cubicBezTo>
                  <a:lnTo>
                    <a:pt x="336108" y="128216"/>
                  </a:lnTo>
                  <a:cubicBezTo>
                    <a:pt x="336108" y="128216"/>
                    <a:pt x="335536" y="124886"/>
                    <a:pt x="335233" y="124314"/>
                  </a:cubicBezTo>
                  <a:cubicBezTo>
                    <a:pt x="334930" y="123742"/>
                    <a:pt x="329579" y="121993"/>
                    <a:pt x="329579" y="121993"/>
                  </a:cubicBezTo>
                  <a:lnTo>
                    <a:pt x="328132" y="122867"/>
                  </a:lnTo>
                  <a:cubicBezTo>
                    <a:pt x="328132" y="122867"/>
                    <a:pt x="326550" y="125054"/>
                    <a:pt x="325541" y="125626"/>
                  </a:cubicBezTo>
                  <a:cubicBezTo>
                    <a:pt x="324531" y="126198"/>
                    <a:pt x="323353" y="127072"/>
                    <a:pt x="321637" y="127644"/>
                  </a:cubicBezTo>
                  <a:cubicBezTo>
                    <a:pt x="319887" y="128216"/>
                    <a:pt x="318743" y="128081"/>
                    <a:pt x="318743" y="128081"/>
                  </a:cubicBezTo>
                  <a:cubicBezTo>
                    <a:pt x="318743" y="128081"/>
                    <a:pt x="315714" y="128519"/>
                    <a:pt x="315108" y="128519"/>
                  </a:cubicBezTo>
                  <a:cubicBezTo>
                    <a:pt x="314536" y="128519"/>
                    <a:pt x="311473" y="127644"/>
                    <a:pt x="311473" y="127644"/>
                  </a:cubicBezTo>
                  <a:lnTo>
                    <a:pt x="308579" y="122733"/>
                  </a:lnTo>
                  <a:lnTo>
                    <a:pt x="308713" y="116779"/>
                  </a:lnTo>
                  <a:cubicBezTo>
                    <a:pt x="308713" y="116779"/>
                    <a:pt x="302319" y="111262"/>
                    <a:pt x="301747" y="111127"/>
                  </a:cubicBezTo>
                  <a:cubicBezTo>
                    <a:pt x="301175" y="110992"/>
                    <a:pt x="300872" y="105778"/>
                    <a:pt x="300569" y="105038"/>
                  </a:cubicBezTo>
                  <a:cubicBezTo>
                    <a:pt x="300266" y="104332"/>
                    <a:pt x="298819" y="100396"/>
                    <a:pt x="298112" y="99118"/>
                  </a:cubicBezTo>
                  <a:cubicBezTo>
                    <a:pt x="297406" y="97806"/>
                    <a:pt x="293906" y="94206"/>
                    <a:pt x="293199" y="93769"/>
                  </a:cubicBezTo>
                  <a:cubicBezTo>
                    <a:pt x="292458" y="93332"/>
                    <a:pt x="289732" y="90001"/>
                    <a:pt x="289732" y="90001"/>
                  </a:cubicBezTo>
                  <a:cubicBezTo>
                    <a:pt x="289732" y="90001"/>
                    <a:pt x="287713" y="89127"/>
                    <a:pt x="287107" y="89261"/>
                  </a:cubicBezTo>
                  <a:cubicBezTo>
                    <a:pt x="286535" y="89396"/>
                    <a:pt x="281016" y="89127"/>
                    <a:pt x="280578" y="89261"/>
                  </a:cubicBezTo>
                  <a:cubicBezTo>
                    <a:pt x="280141" y="89396"/>
                    <a:pt x="273612" y="92020"/>
                    <a:pt x="273612" y="92020"/>
                  </a:cubicBezTo>
                  <a:lnTo>
                    <a:pt x="268698" y="95350"/>
                  </a:lnTo>
                  <a:lnTo>
                    <a:pt x="266073" y="98680"/>
                  </a:lnTo>
                  <a:cubicBezTo>
                    <a:pt x="266073" y="98680"/>
                    <a:pt x="262607" y="101708"/>
                    <a:pt x="261563" y="102145"/>
                  </a:cubicBezTo>
                  <a:cubicBezTo>
                    <a:pt x="260554" y="102582"/>
                    <a:pt x="260823" y="104601"/>
                    <a:pt x="260823" y="106485"/>
                  </a:cubicBezTo>
                  <a:cubicBezTo>
                    <a:pt x="260823" y="108369"/>
                    <a:pt x="261563" y="109075"/>
                    <a:pt x="262573" y="110824"/>
                  </a:cubicBezTo>
                  <a:cubicBezTo>
                    <a:pt x="263583" y="112574"/>
                    <a:pt x="263011" y="111531"/>
                    <a:pt x="263885" y="113583"/>
                  </a:cubicBezTo>
                  <a:cubicBezTo>
                    <a:pt x="264761" y="115601"/>
                    <a:pt x="264020" y="116610"/>
                    <a:pt x="264020" y="118057"/>
                  </a:cubicBezTo>
                  <a:cubicBezTo>
                    <a:pt x="264020" y="119503"/>
                    <a:pt x="263717" y="121522"/>
                    <a:pt x="263583" y="122396"/>
                  </a:cubicBezTo>
                  <a:cubicBezTo>
                    <a:pt x="263448" y="123271"/>
                    <a:pt x="262270" y="124583"/>
                    <a:pt x="261261" y="125424"/>
                  </a:cubicBezTo>
                  <a:cubicBezTo>
                    <a:pt x="260251" y="126299"/>
                    <a:pt x="257491" y="129192"/>
                    <a:pt x="256044" y="130504"/>
                  </a:cubicBezTo>
                  <a:cubicBezTo>
                    <a:pt x="254597" y="131815"/>
                    <a:pt x="254597" y="131244"/>
                    <a:pt x="254597" y="131244"/>
                  </a:cubicBezTo>
                  <a:lnTo>
                    <a:pt x="252140" y="133262"/>
                  </a:lnTo>
                  <a:cubicBezTo>
                    <a:pt x="252140" y="133262"/>
                    <a:pt x="244164" y="133834"/>
                    <a:pt x="243592" y="134002"/>
                  </a:cubicBezTo>
                  <a:cubicBezTo>
                    <a:pt x="243020" y="134136"/>
                    <a:pt x="235919" y="135011"/>
                    <a:pt x="235481" y="135146"/>
                  </a:cubicBezTo>
                  <a:cubicBezTo>
                    <a:pt x="235044" y="135280"/>
                    <a:pt x="231274" y="135146"/>
                    <a:pt x="231274" y="135146"/>
                  </a:cubicBezTo>
                  <a:cubicBezTo>
                    <a:pt x="231274" y="135146"/>
                    <a:pt x="230130" y="136289"/>
                    <a:pt x="228952" y="136895"/>
                  </a:cubicBezTo>
                  <a:cubicBezTo>
                    <a:pt x="227808" y="137467"/>
                    <a:pt x="224476" y="139923"/>
                    <a:pt x="223298" y="140663"/>
                  </a:cubicBezTo>
                  <a:cubicBezTo>
                    <a:pt x="222154" y="141403"/>
                    <a:pt x="221413" y="142244"/>
                    <a:pt x="219966" y="142546"/>
                  </a:cubicBezTo>
                  <a:cubicBezTo>
                    <a:pt x="218519" y="142849"/>
                    <a:pt x="217375" y="143556"/>
                    <a:pt x="217375" y="143556"/>
                  </a:cubicBezTo>
                  <a:cubicBezTo>
                    <a:pt x="217375" y="143556"/>
                    <a:pt x="213606" y="144699"/>
                    <a:pt x="212731" y="145305"/>
                  </a:cubicBezTo>
                  <a:cubicBezTo>
                    <a:pt x="211856" y="145877"/>
                    <a:pt x="207649" y="147929"/>
                    <a:pt x="206639" y="148770"/>
                  </a:cubicBezTo>
                  <a:cubicBezTo>
                    <a:pt x="205629" y="149644"/>
                    <a:pt x="204317" y="150216"/>
                    <a:pt x="204317" y="150216"/>
                  </a:cubicBezTo>
                  <a:lnTo>
                    <a:pt x="201995" y="152672"/>
                  </a:lnTo>
                  <a:lnTo>
                    <a:pt x="198528" y="155128"/>
                  </a:lnTo>
                  <a:cubicBezTo>
                    <a:pt x="198528" y="155128"/>
                    <a:pt x="187961" y="155430"/>
                    <a:pt x="187086" y="155430"/>
                  </a:cubicBezTo>
                  <a:cubicBezTo>
                    <a:pt x="186211" y="155430"/>
                    <a:pt x="182879" y="155733"/>
                    <a:pt x="182307" y="156002"/>
                  </a:cubicBezTo>
                  <a:cubicBezTo>
                    <a:pt x="181735" y="156305"/>
                    <a:pt x="181163" y="156440"/>
                    <a:pt x="179985" y="157449"/>
                  </a:cubicBezTo>
                  <a:cubicBezTo>
                    <a:pt x="178841" y="158458"/>
                    <a:pt x="178403" y="160073"/>
                    <a:pt x="178538" y="161217"/>
                  </a:cubicBezTo>
                  <a:cubicBezTo>
                    <a:pt x="178672" y="162360"/>
                    <a:pt x="178538" y="161217"/>
                    <a:pt x="179985" y="162663"/>
                  </a:cubicBezTo>
                  <a:cubicBezTo>
                    <a:pt x="181432" y="164109"/>
                    <a:pt x="182744" y="164984"/>
                    <a:pt x="183889" y="166868"/>
                  </a:cubicBezTo>
                  <a:cubicBezTo>
                    <a:pt x="185033" y="168752"/>
                    <a:pt x="185201" y="171779"/>
                    <a:pt x="185201" y="172385"/>
                  </a:cubicBezTo>
                  <a:cubicBezTo>
                    <a:pt x="185201" y="172957"/>
                    <a:pt x="181163" y="174841"/>
                    <a:pt x="181163" y="174841"/>
                  </a:cubicBezTo>
                  <a:lnTo>
                    <a:pt x="177662" y="182241"/>
                  </a:lnTo>
                  <a:lnTo>
                    <a:pt x="175340" y="185000"/>
                  </a:lnTo>
                  <a:cubicBezTo>
                    <a:pt x="175340" y="185000"/>
                    <a:pt x="170561" y="191963"/>
                    <a:pt x="170124" y="192535"/>
                  </a:cubicBezTo>
                  <a:cubicBezTo>
                    <a:pt x="169686" y="193107"/>
                    <a:pt x="166085" y="193982"/>
                    <a:pt x="164907" y="193982"/>
                  </a:cubicBezTo>
                  <a:cubicBezTo>
                    <a:pt x="163730" y="193982"/>
                    <a:pt x="161273" y="193409"/>
                    <a:pt x="160398" y="193107"/>
                  </a:cubicBezTo>
                  <a:cubicBezTo>
                    <a:pt x="159523" y="192804"/>
                    <a:pt x="157369" y="191963"/>
                    <a:pt x="156628" y="191223"/>
                  </a:cubicBezTo>
                  <a:cubicBezTo>
                    <a:pt x="155922" y="190483"/>
                    <a:pt x="155181" y="187758"/>
                    <a:pt x="155181" y="187758"/>
                  </a:cubicBezTo>
                  <a:cubicBezTo>
                    <a:pt x="155181" y="187758"/>
                    <a:pt x="153600" y="183419"/>
                    <a:pt x="152994" y="183116"/>
                  </a:cubicBezTo>
                  <a:cubicBezTo>
                    <a:pt x="152422" y="182813"/>
                    <a:pt x="150974" y="182981"/>
                    <a:pt x="150974" y="182981"/>
                  </a:cubicBezTo>
                  <a:cubicBezTo>
                    <a:pt x="150974" y="182981"/>
                    <a:pt x="148652" y="183419"/>
                    <a:pt x="148080" y="183553"/>
                  </a:cubicBezTo>
                  <a:cubicBezTo>
                    <a:pt x="147508" y="183688"/>
                    <a:pt x="143739" y="184428"/>
                    <a:pt x="143301" y="184428"/>
                  </a:cubicBezTo>
                  <a:cubicBezTo>
                    <a:pt x="142864" y="184428"/>
                    <a:pt x="138960" y="184125"/>
                    <a:pt x="138219" y="184125"/>
                  </a:cubicBezTo>
                  <a:cubicBezTo>
                    <a:pt x="137513" y="184125"/>
                    <a:pt x="137075" y="182678"/>
                    <a:pt x="137075" y="182678"/>
                  </a:cubicBezTo>
                  <a:cubicBezTo>
                    <a:pt x="137075" y="182678"/>
                    <a:pt x="135763" y="180492"/>
                    <a:pt x="135190" y="180088"/>
                  </a:cubicBezTo>
                  <a:cubicBezTo>
                    <a:pt x="134618" y="179651"/>
                    <a:pt x="133878" y="179214"/>
                    <a:pt x="133878" y="179214"/>
                  </a:cubicBezTo>
                  <a:cubicBezTo>
                    <a:pt x="133878" y="179214"/>
                    <a:pt x="128661" y="175883"/>
                    <a:pt x="127786" y="175143"/>
                  </a:cubicBezTo>
                  <a:cubicBezTo>
                    <a:pt x="126912" y="174403"/>
                    <a:pt x="125902" y="174269"/>
                    <a:pt x="125902" y="174269"/>
                  </a:cubicBezTo>
                  <a:cubicBezTo>
                    <a:pt x="125902" y="174269"/>
                    <a:pt x="123142" y="174000"/>
                    <a:pt x="121695" y="174000"/>
                  </a:cubicBezTo>
                  <a:cubicBezTo>
                    <a:pt x="120248" y="174000"/>
                    <a:pt x="117051" y="173562"/>
                    <a:pt x="115906" y="172990"/>
                  </a:cubicBezTo>
                  <a:cubicBezTo>
                    <a:pt x="114762" y="172418"/>
                    <a:pt x="112877" y="171106"/>
                    <a:pt x="111868" y="170232"/>
                  </a:cubicBezTo>
                  <a:cubicBezTo>
                    <a:pt x="110858" y="169357"/>
                    <a:pt x="109849" y="167911"/>
                    <a:pt x="109849" y="167911"/>
                  </a:cubicBezTo>
                  <a:cubicBezTo>
                    <a:pt x="109849" y="167911"/>
                    <a:pt x="107392" y="164849"/>
                    <a:pt x="106820" y="164278"/>
                  </a:cubicBezTo>
                  <a:cubicBezTo>
                    <a:pt x="106248" y="163706"/>
                    <a:pt x="105507" y="162091"/>
                    <a:pt x="105238" y="161519"/>
                  </a:cubicBezTo>
                  <a:cubicBezTo>
                    <a:pt x="104935" y="160947"/>
                    <a:pt x="104800" y="157886"/>
                    <a:pt x="104800" y="157886"/>
                  </a:cubicBezTo>
                  <a:lnTo>
                    <a:pt x="105507" y="156742"/>
                  </a:lnTo>
                  <a:lnTo>
                    <a:pt x="106820" y="154118"/>
                  </a:lnTo>
                  <a:lnTo>
                    <a:pt x="105238" y="152672"/>
                  </a:lnTo>
                  <a:cubicBezTo>
                    <a:pt x="105238" y="152672"/>
                    <a:pt x="101771" y="152672"/>
                    <a:pt x="100762" y="152975"/>
                  </a:cubicBezTo>
                  <a:cubicBezTo>
                    <a:pt x="99752" y="153277"/>
                    <a:pt x="99012" y="153681"/>
                    <a:pt x="98574" y="154118"/>
                  </a:cubicBezTo>
                  <a:cubicBezTo>
                    <a:pt x="98137" y="154556"/>
                    <a:pt x="95108" y="155700"/>
                    <a:pt x="93795" y="155868"/>
                  </a:cubicBezTo>
                  <a:cubicBezTo>
                    <a:pt x="92483" y="156002"/>
                    <a:pt x="89454" y="156002"/>
                    <a:pt x="88579" y="156002"/>
                  </a:cubicBezTo>
                  <a:cubicBezTo>
                    <a:pt x="87704" y="156002"/>
                    <a:pt x="84810" y="154993"/>
                    <a:pt x="84810" y="154993"/>
                  </a:cubicBezTo>
                  <a:lnTo>
                    <a:pt x="84675" y="152235"/>
                  </a:lnTo>
                  <a:lnTo>
                    <a:pt x="84810" y="149207"/>
                  </a:lnTo>
                  <a:lnTo>
                    <a:pt x="84237" y="145742"/>
                  </a:lnTo>
                  <a:lnTo>
                    <a:pt x="81781" y="143152"/>
                  </a:lnTo>
                  <a:lnTo>
                    <a:pt x="78583" y="141403"/>
                  </a:lnTo>
                  <a:cubicBezTo>
                    <a:pt x="78583" y="141403"/>
                    <a:pt x="77574" y="142143"/>
                    <a:pt x="77439" y="142546"/>
                  </a:cubicBezTo>
                  <a:cubicBezTo>
                    <a:pt x="77304" y="142984"/>
                    <a:pt x="73232" y="146180"/>
                    <a:pt x="72795" y="146449"/>
                  </a:cubicBezTo>
                  <a:cubicBezTo>
                    <a:pt x="72357" y="146751"/>
                    <a:pt x="70775" y="148030"/>
                    <a:pt x="69901" y="148333"/>
                  </a:cubicBezTo>
                  <a:cubicBezTo>
                    <a:pt x="69026" y="148635"/>
                    <a:pt x="67309" y="150351"/>
                    <a:pt x="67309" y="150351"/>
                  </a:cubicBezTo>
                  <a:cubicBezTo>
                    <a:pt x="67309" y="150351"/>
                    <a:pt x="62396" y="151932"/>
                    <a:pt x="61083" y="152369"/>
                  </a:cubicBezTo>
                  <a:cubicBezTo>
                    <a:pt x="59771" y="152807"/>
                    <a:pt x="59064" y="153378"/>
                    <a:pt x="59064" y="153378"/>
                  </a:cubicBezTo>
                  <a:lnTo>
                    <a:pt x="60208" y="155700"/>
                  </a:lnTo>
                  <a:lnTo>
                    <a:pt x="62362" y="157449"/>
                  </a:lnTo>
                  <a:lnTo>
                    <a:pt x="62665" y="158155"/>
                  </a:lnTo>
                  <a:lnTo>
                    <a:pt x="59905" y="161923"/>
                  </a:lnTo>
                  <a:lnTo>
                    <a:pt x="51794" y="169895"/>
                  </a:lnTo>
                  <a:lnTo>
                    <a:pt x="50482" y="171577"/>
                  </a:lnTo>
                  <a:cubicBezTo>
                    <a:pt x="50482" y="171577"/>
                    <a:pt x="48092" y="173529"/>
                    <a:pt x="47722" y="173831"/>
                  </a:cubicBezTo>
                  <a:cubicBezTo>
                    <a:pt x="47352" y="174134"/>
                    <a:pt x="46477" y="175211"/>
                    <a:pt x="46477" y="175211"/>
                  </a:cubicBezTo>
                  <a:cubicBezTo>
                    <a:pt x="46477" y="175211"/>
                    <a:pt x="45333" y="177027"/>
                    <a:pt x="45232" y="177229"/>
                  </a:cubicBezTo>
                  <a:cubicBezTo>
                    <a:pt x="45164" y="177431"/>
                    <a:pt x="44491" y="179046"/>
                    <a:pt x="44491" y="179415"/>
                  </a:cubicBezTo>
                  <a:cubicBezTo>
                    <a:pt x="44491" y="179785"/>
                    <a:pt x="43785" y="183049"/>
                    <a:pt x="43785" y="183049"/>
                  </a:cubicBezTo>
                  <a:lnTo>
                    <a:pt x="42640" y="184125"/>
                  </a:lnTo>
                  <a:cubicBezTo>
                    <a:pt x="42640" y="184125"/>
                    <a:pt x="40991" y="184125"/>
                    <a:pt x="40015" y="184125"/>
                  </a:cubicBezTo>
                  <a:cubicBezTo>
                    <a:pt x="39073" y="184125"/>
                    <a:pt x="37929" y="184159"/>
                    <a:pt x="37323" y="184293"/>
                  </a:cubicBezTo>
                  <a:cubicBezTo>
                    <a:pt x="36751" y="184428"/>
                    <a:pt x="35135" y="184630"/>
                    <a:pt x="34630" y="184630"/>
                  </a:cubicBezTo>
                  <a:cubicBezTo>
                    <a:pt x="34126" y="184630"/>
                    <a:pt x="31130" y="185773"/>
                    <a:pt x="30861" y="186076"/>
                  </a:cubicBezTo>
                  <a:cubicBezTo>
                    <a:pt x="30558" y="186379"/>
                    <a:pt x="27900" y="187893"/>
                    <a:pt x="27529" y="188162"/>
                  </a:cubicBezTo>
                  <a:cubicBezTo>
                    <a:pt x="27159" y="188465"/>
                    <a:pt x="26082" y="188801"/>
                    <a:pt x="24770" y="188801"/>
                  </a:cubicBezTo>
                  <a:cubicBezTo>
                    <a:pt x="23457" y="188801"/>
                    <a:pt x="23828" y="188734"/>
                    <a:pt x="23525" y="188734"/>
                  </a:cubicBezTo>
                  <a:cubicBezTo>
                    <a:pt x="23222" y="188734"/>
                    <a:pt x="20327" y="185841"/>
                    <a:pt x="20327" y="185841"/>
                  </a:cubicBezTo>
                  <a:lnTo>
                    <a:pt x="17702" y="183452"/>
                  </a:lnTo>
                  <a:lnTo>
                    <a:pt x="14303" y="179113"/>
                  </a:lnTo>
                  <a:lnTo>
                    <a:pt x="12351" y="176926"/>
                  </a:lnTo>
                  <a:lnTo>
                    <a:pt x="10197" y="175850"/>
                  </a:lnTo>
                  <a:cubicBezTo>
                    <a:pt x="10197" y="175850"/>
                    <a:pt x="6798" y="176859"/>
                    <a:pt x="6058" y="177431"/>
                  </a:cubicBezTo>
                  <a:cubicBezTo>
                    <a:pt x="5351" y="178003"/>
                    <a:pt x="5183" y="177868"/>
                    <a:pt x="4745" y="178440"/>
                  </a:cubicBezTo>
                  <a:cubicBezTo>
                    <a:pt x="4308" y="179012"/>
                    <a:pt x="2423" y="179886"/>
                    <a:pt x="2423" y="179886"/>
                  </a:cubicBezTo>
                  <a:lnTo>
                    <a:pt x="1716" y="181467"/>
                  </a:lnTo>
                  <a:cubicBezTo>
                    <a:pt x="1716" y="181467"/>
                    <a:pt x="1716" y="184058"/>
                    <a:pt x="1716" y="184663"/>
                  </a:cubicBezTo>
                  <a:cubicBezTo>
                    <a:pt x="1716" y="185235"/>
                    <a:pt x="774" y="186850"/>
                    <a:pt x="639" y="187254"/>
                  </a:cubicBezTo>
                  <a:cubicBezTo>
                    <a:pt x="505" y="187691"/>
                    <a:pt x="0" y="190147"/>
                    <a:pt x="0" y="190147"/>
                  </a:cubicBezTo>
                  <a:cubicBezTo>
                    <a:pt x="0" y="190147"/>
                    <a:pt x="0" y="191728"/>
                    <a:pt x="0" y="192165"/>
                  </a:cubicBezTo>
                  <a:cubicBezTo>
                    <a:pt x="0" y="192602"/>
                    <a:pt x="1750" y="193611"/>
                    <a:pt x="1750" y="193611"/>
                  </a:cubicBezTo>
                  <a:lnTo>
                    <a:pt x="1750" y="195495"/>
                  </a:lnTo>
                  <a:lnTo>
                    <a:pt x="3500" y="198691"/>
                  </a:lnTo>
                  <a:cubicBezTo>
                    <a:pt x="3500" y="198691"/>
                    <a:pt x="2490" y="201012"/>
                    <a:pt x="2322" y="201584"/>
                  </a:cubicBezTo>
                  <a:cubicBezTo>
                    <a:pt x="2188" y="202156"/>
                    <a:pt x="3500" y="205486"/>
                    <a:pt x="3500" y="205486"/>
                  </a:cubicBezTo>
                  <a:cubicBezTo>
                    <a:pt x="3500" y="205486"/>
                    <a:pt x="5519" y="208514"/>
                    <a:pt x="5688" y="209119"/>
                  </a:cubicBezTo>
                  <a:cubicBezTo>
                    <a:pt x="5822" y="209691"/>
                    <a:pt x="7707" y="211743"/>
                    <a:pt x="7707" y="211743"/>
                  </a:cubicBezTo>
                  <a:lnTo>
                    <a:pt x="10904" y="214199"/>
                  </a:lnTo>
                  <a:lnTo>
                    <a:pt x="14539" y="217664"/>
                  </a:lnTo>
                  <a:lnTo>
                    <a:pt x="16693" y="222306"/>
                  </a:lnTo>
                  <a:lnTo>
                    <a:pt x="22649" y="223181"/>
                  </a:lnTo>
                  <a:lnTo>
                    <a:pt x="22649" y="215780"/>
                  </a:lnTo>
                  <a:lnTo>
                    <a:pt x="23726" y="211709"/>
                  </a:lnTo>
                  <a:lnTo>
                    <a:pt x="27698" y="208951"/>
                  </a:lnTo>
                  <a:cubicBezTo>
                    <a:pt x="27698" y="208951"/>
                    <a:pt x="29010" y="208077"/>
                    <a:pt x="31770" y="208379"/>
                  </a:cubicBezTo>
                  <a:cubicBezTo>
                    <a:pt x="34530" y="208682"/>
                    <a:pt x="34361" y="208077"/>
                    <a:pt x="35102" y="208379"/>
                  </a:cubicBezTo>
                  <a:cubicBezTo>
                    <a:pt x="35842" y="208682"/>
                    <a:pt x="37121" y="209086"/>
                    <a:pt x="37727" y="209523"/>
                  </a:cubicBezTo>
                  <a:cubicBezTo>
                    <a:pt x="38299" y="209927"/>
                    <a:pt x="40621" y="211575"/>
                    <a:pt x="41193" y="212147"/>
                  </a:cubicBezTo>
                  <a:cubicBezTo>
                    <a:pt x="41765" y="212719"/>
                    <a:pt x="42943" y="212281"/>
                    <a:pt x="43515" y="212281"/>
                  </a:cubicBezTo>
                  <a:cubicBezTo>
                    <a:pt x="44087" y="212281"/>
                    <a:pt x="47991" y="211272"/>
                    <a:pt x="47991" y="211272"/>
                  </a:cubicBezTo>
                  <a:lnTo>
                    <a:pt x="52333" y="211138"/>
                  </a:lnTo>
                  <a:cubicBezTo>
                    <a:pt x="52333" y="211138"/>
                    <a:pt x="58727" y="209254"/>
                    <a:pt x="59131" y="209557"/>
                  </a:cubicBezTo>
                  <a:cubicBezTo>
                    <a:pt x="59569" y="209859"/>
                    <a:pt x="64785" y="211878"/>
                    <a:pt x="64785" y="211878"/>
                  </a:cubicBezTo>
                  <a:lnTo>
                    <a:pt x="70001" y="214905"/>
                  </a:lnTo>
                  <a:lnTo>
                    <a:pt x="73636" y="220422"/>
                  </a:lnTo>
                  <a:lnTo>
                    <a:pt x="72929" y="224190"/>
                  </a:lnTo>
                  <a:lnTo>
                    <a:pt x="72627" y="229976"/>
                  </a:lnTo>
                  <a:lnTo>
                    <a:pt x="74949" y="231725"/>
                  </a:lnTo>
                  <a:lnTo>
                    <a:pt x="75958" y="234046"/>
                  </a:lnTo>
                  <a:lnTo>
                    <a:pt x="75655" y="236367"/>
                  </a:lnTo>
                  <a:lnTo>
                    <a:pt x="74208" y="239126"/>
                  </a:lnTo>
                  <a:lnTo>
                    <a:pt x="72324" y="240135"/>
                  </a:lnTo>
                  <a:lnTo>
                    <a:pt x="71011" y="241279"/>
                  </a:lnTo>
                  <a:lnTo>
                    <a:pt x="69564" y="242860"/>
                  </a:lnTo>
                  <a:lnTo>
                    <a:pt x="67814" y="244004"/>
                  </a:lnTo>
                  <a:lnTo>
                    <a:pt x="67814" y="245719"/>
                  </a:lnTo>
                  <a:lnTo>
                    <a:pt x="69631" y="247469"/>
                  </a:lnTo>
                  <a:lnTo>
                    <a:pt x="73030" y="250227"/>
                  </a:lnTo>
                  <a:lnTo>
                    <a:pt x="76059" y="252548"/>
                  </a:lnTo>
                  <a:lnTo>
                    <a:pt x="79122" y="253557"/>
                  </a:lnTo>
                  <a:lnTo>
                    <a:pt x="83194" y="253557"/>
                  </a:lnTo>
                  <a:lnTo>
                    <a:pt x="87536" y="253625"/>
                  </a:lnTo>
                  <a:lnTo>
                    <a:pt x="90161" y="253995"/>
                  </a:lnTo>
                  <a:lnTo>
                    <a:pt x="92752" y="255441"/>
                  </a:lnTo>
                  <a:cubicBezTo>
                    <a:pt x="92752" y="255441"/>
                    <a:pt x="96219" y="258771"/>
                    <a:pt x="96656" y="258906"/>
                  </a:cubicBezTo>
                  <a:cubicBezTo>
                    <a:pt x="97093" y="259040"/>
                    <a:pt x="97800" y="260218"/>
                    <a:pt x="97800" y="260218"/>
                  </a:cubicBezTo>
                  <a:lnTo>
                    <a:pt x="100122" y="262539"/>
                  </a:lnTo>
                  <a:lnTo>
                    <a:pt x="102142" y="260218"/>
                  </a:lnTo>
                  <a:lnTo>
                    <a:pt x="103723" y="257459"/>
                  </a:lnTo>
                  <a:cubicBezTo>
                    <a:pt x="103723" y="257459"/>
                    <a:pt x="106180" y="255575"/>
                    <a:pt x="106348" y="255138"/>
                  </a:cubicBezTo>
                  <a:cubicBezTo>
                    <a:pt x="106483" y="254701"/>
                    <a:pt x="108805" y="251808"/>
                    <a:pt x="108805" y="251808"/>
                  </a:cubicBezTo>
                  <a:cubicBezTo>
                    <a:pt x="108805" y="251808"/>
                    <a:pt x="112002" y="250496"/>
                    <a:pt x="112440" y="250664"/>
                  </a:cubicBezTo>
                  <a:cubicBezTo>
                    <a:pt x="112877" y="250799"/>
                    <a:pt x="114762" y="251976"/>
                    <a:pt x="114762" y="251976"/>
                  </a:cubicBezTo>
                  <a:lnTo>
                    <a:pt x="117387" y="257056"/>
                  </a:lnTo>
                  <a:lnTo>
                    <a:pt x="119137" y="257056"/>
                  </a:lnTo>
                  <a:lnTo>
                    <a:pt x="122907" y="256114"/>
                  </a:lnTo>
                  <a:lnTo>
                    <a:pt x="126979" y="254869"/>
                  </a:lnTo>
                  <a:lnTo>
                    <a:pt x="131185" y="255172"/>
                  </a:lnTo>
                  <a:cubicBezTo>
                    <a:pt x="131185" y="255172"/>
                    <a:pt x="132633" y="255609"/>
                    <a:pt x="133945" y="255744"/>
                  </a:cubicBezTo>
                  <a:cubicBezTo>
                    <a:pt x="135258" y="255879"/>
                    <a:pt x="136402" y="258502"/>
                    <a:pt x="136402" y="258502"/>
                  </a:cubicBezTo>
                  <a:lnTo>
                    <a:pt x="138590" y="259209"/>
                  </a:lnTo>
                  <a:lnTo>
                    <a:pt x="141215" y="258637"/>
                  </a:lnTo>
                  <a:lnTo>
                    <a:pt x="142359" y="254869"/>
                  </a:lnTo>
                  <a:lnTo>
                    <a:pt x="143368" y="252851"/>
                  </a:lnTo>
                  <a:lnTo>
                    <a:pt x="144378" y="249958"/>
                  </a:lnTo>
                  <a:lnTo>
                    <a:pt x="147575" y="248377"/>
                  </a:lnTo>
                  <a:cubicBezTo>
                    <a:pt x="147575" y="248377"/>
                    <a:pt x="149460" y="247233"/>
                    <a:pt x="150200" y="246190"/>
                  </a:cubicBezTo>
                  <a:cubicBezTo>
                    <a:pt x="150907" y="245181"/>
                    <a:pt x="151648" y="246190"/>
                    <a:pt x="152220" y="246190"/>
                  </a:cubicBezTo>
                  <a:cubicBezTo>
                    <a:pt x="152792" y="246190"/>
                    <a:pt x="154845" y="247771"/>
                    <a:pt x="156292" y="248949"/>
                  </a:cubicBezTo>
                  <a:cubicBezTo>
                    <a:pt x="157739" y="250092"/>
                    <a:pt x="157604" y="252414"/>
                    <a:pt x="157604" y="252414"/>
                  </a:cubicBezTo>
                  <a:lnTo>
                    <a:pt x="159354" y="256753"/>
                  </a:lnTo>
                  <a:lnTo>
                    <a:pt x="162552" y="260958"/>
                  </a:lnTo>
                  <a:lnTo>
                    <a:pt x="165008" y="262404"/>
                  </a:lnTo>
                  <a:lnTo>
                    <a:pt x="165883" y="264591"/>
                  </a:lnTo>
                  <a:lnTo>
                    <a:pt x="165446" y="267619"/>
                  </a:lnTo>
                  <a:lnTo>
                    <a:pt x="164739" y="270074"/>
                  </a:lnTo>
                  <a:lnTo>
                    <a:pt x="165042" y="272967"/>
                  </a:lnTo>
                  <a:lnTo>
                    <a:pt x="167364" y="273674"/>
                  </a:lnTo>
                  <a:lnTo>
                    <a:pt x="171706" y="277139"/>
                  </a:lnTo>
                  <a:lnTo>
                    <a:pt x="174903" y="279897"/>
                  </a:lnTo>
                  <a:lnTo>
                    <a:pt x="173590" y="282218"/>
                  </a:lnTo>
                  <a:cubicBezTo>
                    <a:pt x="173590" y="282218"/>
                    <a:pt x="171403" y="285549"/>
                    <a:pt x="170831" y="286121"/>
                  </a:cubicBezTo>
                  <a:cubicBezTo>
                    <a:pt x="170259" y="286692"/>
                    <a:pt x="169821" y="289888"/>
                    <a:pt x="169821" y="289888"/>
                  </a:cubicBezTo>
                  <a:lnTo>
                    <a:pt x="170393" y="294227"/>
                  </a:lnTo>
                  <a:lnTo>
                    <a:pt x="170528" y="298298"/>
                  </a:lnTo>
                  <a:lnTo>
                    <a:pt x="167061" y="301326"/>
                  </a:lnTo>
                  <a:lnTo>
                    <a:pt x="167061" y="304219"/>
                  </a:lnTo>
                  <a:lnTo>
                    <a:pt x="167061" y="308289"/>
                  </a:lnTo>
                  <a:lnTo>
                    <a:pt x="167061" y="311047"/>
                  </a:lnTo>
                  <a:lnTo>
                    <a:pt x="166254" y="314950"/>
                  </a:lnTo>
                  <a:cubicBezTo>
                    <a:pt x="166254" y="314950"/>
                    <a:pt x="165177" y="316699"/>
                    <a:pt x="164436" y="316968"/>
                  </a:cubicBezTo>
                  <a:cubicBezTo>
                    <a:pt x="163730" y="317271"/>
                    <a:pt x="162114" y="319558"/>
                    <a:pt x="160801" y="320735"/>
                  </a:cubicBezTo>
                  <a:cubicBezTo>
                    <a:pt x="159489" y="321913"/>
                    <a:pt x="156898" y="323629"/>
                    <a:pt x="156898" y="323629"/>
                  </a:cubicBezTo>
                  <a:lnTo>
                    <a:pt x="154575" y="323326"/>
                  </a:lnTo>
                  <a:cubicBezTo>
                    <a:pt x="154575" y="323326"/>
                    <a:pt x="152825" y="322888"/>
                    <a:pt x="151681" y="322317"/>
                  </a:cubicBezTo>
                  <a:cubicBezTo>
                    <a:pt x="150537" y="321745"/>
                    <a:pt x="149225" y="320298"/>
                    <a:pt x="149225" y="320298"/>
                  </a:cubicBezTo>
                  <a:cubicBezTo>
                    <a:pt x="149225" y="320298"/>
                    <a:pt x="146465" y="317977"/>
                    <a:pt x="145893" y="317540"/>
                  </a:cubicBezTo>
                  <a:cubicBezTo>
                    <a:pt x="145320" y="317102"/>
                    <a:pt x="141854" y="316093"/>
                    <a:pt x="141854" y="316093"/>
                  </a:cubicBezTo>
                  <a:lnTo>
                    <a:pt x="140844" y="316093"/>
                  </a:lnTo>
                  <a:lnTo>
                    <a:pt x="139835" y="319424"/>
                  </a:lnTo>
                  <a:cubicBezTo>
                    <a:pt x="139835" y="319424"/>
                    <a:pt x="136200" y="322047"/>
                    <a:pt x="135628" y="322047"/>
                  </a:cubicBezTo>
                  <a:cubicBezTo>
                    <a:pt x="135056" y="322047"/>
                    <a:pt x="130546" y="325512"/>
                    <a:pt x="130546" y="325512"/>
                  </a:cubicBezTo>
                  <a:lnTo>
                    <a:pt x="124758" y="328271"/>
                  </a:lnTo>
                  <a:lnTo>
                    <a:pt x="120854" y="329415"/>
                  </a:lnTo>
                  <a:lnTo>
                    <a:pt x="119406" y="330558"/>
                  </a:lnTo>
                  <a:lnTo>
                    <a:pt x="118969" y="332880"/>
                  </a:lnTo>
                  <a:lnTo>
                    <a:pt x="120416" y="334629"/>
                  </a:lnTo>
                  <a:lnTo>
                    <a:pt x="121998" y="335773"/>
                  </a:lnTo>
                  <a:cubicBezTo>
                    <a:pt x="121998" y="335773"/>
                    <a:pt x="120685" y="338531"/>
                    <a:pt x="120248" y="338666"/>
                  </a:cubicBezTo>
                  <a:cubicBezTo>
                    <a:pt x="119810" y="338800"/>
                    <a:pt x="118229" y="338968"/>
                    <a:pt x="118229" y="338968"/>
                  </a:cubicBezTo>
                  <a:lnTo>
                    <a:pt x="117219" y="337219"/>
                  </a:lnTo>
                  <a:cubicBezTo>
                    <a:pt x="117219" y="337219"/>
                    <a:pt x="111430" y="338968"/>
                    <a:pt x="110252" y="339540"/>
                  </a:cubicBezTo>
                  <a:cubicBezTo>
                    <a:pt x="109108" y="340112"/>
                    <a:pt x="107358" y="344183"/>
                    <a:pt x="107358" y="344183"/>
                  </a:cubicBezTo>
                  <a:lnTo>
                    <a:pt x="103454" y="347950"/>
                  </a:lnTo>
                  <a:lnTo>
                    <a:pt x="99954" y="350541"/>
                  </a:lnTo>
                  <a:lnTo>
                    <a:pt x="96757" y="354308"/>
                  </a:lnTo>
                  <a:lnTo>
                    <a:pt x="95444" y="359387"/>
                  </a:lnTo>
                  <a:lnTo>
                    <a:pt x="97026" y="363727"/>
                  </a:lnTo>
                  <a:lnTo>
                    <a:pt x="99483" y="364736"/>
                  </a:lnTo>
                  <a:lnTo>
                    <a:pt x="100930" y="365611"/>
                  </a:lnTo>
                  <a:lnTo>
                    <a:pt x="100930" y="369816"/>
                  </a:lnTo>
                  <a:cubicBezTo>
                    <a:pt x="100930" y="369816"/>
                    <a:pt x="104397" y="371700"/>
                    <a:pt x="105002" y="371834"/>
                  </a:cubicBezTo>
                  <a:cubicBezTo>
                    <a:pt x="105574" y="371969"/>
                    <a:pt x="109209" y="372843"/>
                    <a:pt x="109647" y="372709"/>
                  </a:cubicBezTo>
                  <a:cubicBezTo>
                    <a:pt x="110084" y="372574"/>
                    <a:pt x="115873" y="374155"/>
                    <a:pt x="117623" y="374155"/>
                  </a:cubicBezTo>
                  <a:cubicBezTo>
                    <a:pt x="119373" y="374155"/>
                    <a:pt x="119642" y="375905"/>
                    <a:pt x="120214" y="376477"/>
                  </a:cubicBezTo>
                  <a:cubicBezTo>
                    <a:pt x="120786" y="377048"/>
                    <a:pt x="122671" y="378663"/>
                    <a:pt x="122671" y="378663"/>
                  </a:cubicBezTo>
                  <a:cubicBezTo>
                    <a:pt x="122671" y="378663"/>
                    <a:pt x="127012" y="383137"/>
                    <a:pt x="127450" y="383743"/>
                  </a:cubicBezTo>
                  <a:cubicBezTo>
                    <a:pt x="127887" y="384314"/>
                    <a:pt x="131926" y="385761"/>
                    <a:pt x="132532" y="385626"/>
                  </a:cubicBezTo>
                  <a:cubicBezTo>
                    <a:pt x="133138" y="385492"/>
                    <a:pt x="137748" y="386366"/>
                    <a:pt x="137748" y="386366"/>
                  </a:cubicBezTo>
                  <a:cubicBezTo>
                    <a:pt x="137748" y="386366"/>
                    <a:pt x="142830" y="388385"/>
                    <a:pt x="143402" y="388385"/>
                  </a:cubicBezTo>
                  <a:cubicBezTo>
                    <a:pt x="143974" y="388385"/>
                    <a:pt x="147744" y="387376"/>
                    <a:pt x="147744" y="387376"/>
                  </a:cubicBezTo>
                  <a:lnTo>
                    <a:pt x="153970" y="385626"/>
                  </a:lnTo>
                  <a:lnTo>
                    <a:pt x="161508" y="385626"/>
                  </a:lnTo>
                  <a:lnTo>
                    <a:pt x="164537" y="387006"/>
                  </a:lnTo>
                  <a:lnTo>
                    <a:pt x="168609" y="391412"/>
                  </a:lnTo>
                  <a:lnTo>
                    <a:pt x="174836" y="395483"/>
                  </a:lnTo>
                  <a:lnTo>
                    <a:pt x="181062" y="401404"/>
                  </a:lnTo>
                  <a:cubicBezTo>
                    <a:pt x="181062" y="401404"/>
                    <a:pt x="184393" y="401134"/>
                    <a:pt x="185841" y="399822"/>
                  </a:cubicBezTo>
                  <a:cubicBezTo>
                    <a:pt x="187288" y="398510"/>
                    <a:pt x="188735" y="396358"/>
                    <a:pt x="190620" y="395786"/>
                  </a:cubicBezTo>
                  <a:cubicBezTo>
                    <a:pt x="192504" y="395214"/>
                    <a:pt x="195398" y="395920"/>
                    <a:pt x="195398" y="395920"/>
                  </a:cubicBezTo>
                  <a:cubicBezTo>
                    <a:pt x="195398" y="395920"/>
                    <a:pt x="196846" y="395483"/>
                    <a:pt x="196980" y="394911"/>
                  </a:cubicBezTo>
                  <a:cubicBezTo>
                    <a:pt x="197115" y="394339"/>
                    <a:pt x="199168" y="390841"/>
                    <a:pt x="199168" y="390841"/>
                  </a:cubicBezTo>
                  <a:lnTo>
                    <a:pt x="202803" y="390841"/>
                  </a:lnTo>
                  <a:cubicBezTo>
                    <a:pt x="202803" y="390841"/>
                    <a:pt x="209601" y="392859"/>
                    <a:pt x="210207" y="392859"/>
                  </a:cubicBezTo>
                  <a:cubicBezTo>
                    <a:pt x="210779" y="392859"/>
                    <a:pt x="215995" y="394743"/>
                    <a:pt x="215995" y="394743"/>
                  </a:cubicBezTo>
                  <a:lnTo>
                    <a:pt x="221514" y="396492"/>
                  </a:lnTo>
                  <a:lnTo>
                    <a:pt x="224543" y="398948"/>
                  </a:lnTo>
                  <a:lnTo>
                    <a:pt x="229322" y="402884"/>
                  </a:lnTo>
                  <a:cubicBezTo>
                    <a:pt x="229322" y="402884"/>
                    <a:pt x="228447" y="409981"/>
                    <a:pt x="228010" y="410284"/>
                  </a:cubicBezTo>
                  <a:cubicBezTo>
                    <a:pt x="227572" y="410587"/>
                    <a:pt x="226697" y="411596"/>
                    <a:pt x="226125" y="411596"/>
                  </a:cubicBezTo>
                  <a:cubicBezTo>
                    <a:pt x="225553" y="411596"/>
                    <a:pt x="222793" y="415229"/>
                    <a:pt x="222221" y="416238"/>
                  </a:cubicBezTo>
                  <a:cubicBezTo>
                    <a:pt x="221649" y="417248"/>
                    <a:pt x="221514" y="420141"/>
                    <a:pt x="221514" y="420141"/>
                  </a:cubicBezTo>
                  <a:lnTo>
                    <a:pt x="221380" y="425052"/>
                  </a:lnTo>
                  <a:cubicBezTo>
                    <a:pt x="221380" y="425052"/>
                    <a:pt x="220067" y="427508"/>
                    <a:pt x="219058" y="427945"/>
                  </a:cubicBezTo>
                  <a:cubicBezTo>
                    <a:pt x="218048" y="428382"/>
                    <a:pt x="215591" y="429694"/>
                    <a:pt x="215591" y="429694"/>
                  </a:cubicBezTo>
                  <a:lnTo>
                    <a:pt x="211384" y="430569"/>
                  </a:lnTo>
                  <a:lnTo>
                    <a:pt x="207750" y="431713"/>
                  </a:lnTo>
                  <a:lnTo>
                    <a:pt x="207312" y="434034"/>
                  </a:lnTo>
                  <a:lnTo>
                    <a:pt x="206606" y="438104"/>
                  </a:lnTo>
                  <a:cubicBezTo>
                    <a:pt x="206606" y="438104"/>
                    <a:pt x="204586" y="441434"/>
                    <a:pt x="204014" y="442444"/>
                  </a:cubicBezTo>
                  <a:cubicBezTo>
                    <a:pt x="203442" y="443453"/>
                    <a:pt x="201995" y="447221"/>
                    <a:pt x="201995" y="448532"/>
                  </a:cubicBezTo>
                  <a:cubicBezTo>
                    <a:pt x="201995" y="449844"/>
                    <a:pt x="203004" y="451863"/>
                    <a:pt x="203004" y="451863"/>
                  </a:cubicBezTo>
                  <a:cubicBezTo>
                    <a:pt x="203004" y="451863"/>
                    <a:pt x="204317" y="454319"/>
                    <a:pt x="204755" y="454890"/>
                  </a:cubicBezTo>
                  <a:cubicBezTo>
                    <a:pt x="205192" y="455462"/>
                    <a:pt x="206774" y="456337"/>
                    <a:pt x="207952" y="456640"/>
                  </a:cubicBezTo>
                  <a:cubicBezTo>
                    <a:pt x="209130" y="456942"/>
                    <a:pt x="209971" y="458961"/>
                    <a:pt x="211418" y="460407"/>
                  </a:cubicBezTo>
                  <a:cubicBezTo>
                    <a:pt x="212865" y="461854"/>
                    <a:pt x="213437" y="464041"/>
                    <a:pt x="213740" y="465050"/>
                  </a:cubicBezTo>
                  <a:cubicBezTo>
                    <a:pt x="214043" y="466059"/>
                    <a:pt x="215490" y="468649"/>
                    <a:pt x="215759" y="469827"/>
                  </a:cubicBezTo>
                  <a:cubicBezTo>
                    <a:pt x="216062" y="470970"/>
                    <a:pt x="216466" y="475781"/>
                    <a:pt x="216466" y="476218"/>
                  </a:cubicBezTo>
                  <a:cubicBezTo>
                    <a:pt x="216466" y="476655"/>
                    <a:pt x="216601" y="481869"/>
                    <a:pt x="216601" y="482441"/>
                  </a:cubicBezTo>
                  <a:cubicBezTo>
                    <a:pt x="216601" y="483013"/>
                    <a:pt x="215726" y="489102"/>
                    <a:pt x="215726" y="489102"/>
                  </a:cubicBezTo>
                  <a:lnTo>
                    <a:pt x="215726" y="493744"/>
                  </a:lnTo>
                  <a:lnTo>
                    <a:pt x="222894" y="496335"/>
                  </a:lnTo>
                  <a:cubicBezTo>
                    <a:pt x="222894" y="496335"/>
                    <a:pt x="227471" y="497647"/>
                    <a:pt x="229188" y="497781"/>
                  </a:cubicBezTo>
                  <a:cubicBezTo>
                    <a:pt x="230938" y="497916"/>
                    <a:pt x="232520" y="502995"/>
                    <a:pt x="232520" y="502995"/>
                  </a:cubicBezTo>
                  <a:cubicBezTo>
                    <a:pt x="232520" y="502995"/>
                    <a:pt x="233832" y="502995"/>
                    <a:pt x="234842" y="502558"/>
                  </a:cubicBezTo>
                  <a:cubicBezTo>
                    <a:pt x="235851" y="502120"/>
                    <a:pt x="236726" y="500674"/>
                    <a:pt x="236861" y="500237"/>
                  </a:cubicBezTo>
                  <a:cubicBezTo>
                    <a:pt x="236996" y="499800"/>
                    <a:pt x="239183" y="498622"/>
                    <a:pt x="239183" y="498622"/>
                  </a:cubicBezTo>
                  <a:cubicBezTo>
                    <a:pt x="239183" y="498622"/>
                    <a:pt x="241943" y="498622"/>
                    <a:pt x="242515" y="498622"/>
                  </a:cubicBezTo>
                  <a:cubicBezTo>
                    <a:pt x="243087" y="498622"/>
                    <a:pt x="247731" y="500876"/>
                    <a:pt x="249044" y="501178"/>
                  </a:cubicBezTo>
                  <a:cubicBezTo>
                    <a:pt x="250356" y="501482"/>
                    <a:pt x="251063" y="502120"/>
                    <a:pt x="251938" y="502558"/>
                  </a:cubicBezTo>
                  <a:cubicBezTo>
                    <a:pt x="252813" y="502995"/>
                    <a:pt x="254126" y="506023"/>
                    <a:pt x="254126" y="507032"/>
                  </a:cubicBezTo>
                  <a:cubicBezTo>
                    <a:pt x="254126" y="508041"/>
                    <a:pt x="253419" y="508041"/>
                    <a:pt x="252679" y="508041"/>
                  </a:cubicBezTo>
                  <a:cubicBezTo>
                    <a:pt x="251938" y="508041"/>
                    <a:pt x="251366" y="509353"/>
                    <a:pt x="249784" y="510059"/>
                  </a:cubicBezTo>
                  <a:cubicBezTo>
                    <a:pt x="248169" y="510766"/>
                    <a:pt x="249784" y="513255"/>
                    <a:pt x="249784" y="513827"/>
                  </a:cubicBezTo>
                  <a:cubicBezTo>
                    <a:pt x="249784" y="514399"/>
                    <a:pt x="252847" y="518032"/>
                    <a:pt x="252847" y="518032"/>
                  </a:cubicBezTo>
                  <a:cubicBezTo>
                    <a:pt x="252847" y="518032"/>
                    <a:pt x="256885" y="519781"/>
                    <a:pt x="257491" y="520219"/>
                  </a:cubicBezTo>
                  <a:cubicBezTo>
                    <a:pt x="258063" y="520656"/>
                    <a:pt x="260251" y="522977"/>
                    <a:pt x="261126" y="523986"/>
                  </a:cubicBezTo>
                  <a:cubicBezTo>
                    <a:pt x="262001" y="524996"/>
                    <a:pt x="265333" y="527317"/>
                    <a:pt x="265333" y="527317"/>
                  </a:cubicBezTo>
                  <a:lnTo>
                    <a:pt x="269102" y="532094"/>
                  </a:lnTo>
                  <a:lnTo>
                    <a:pt x="271424" y="534247"/>
                  </a:lnTo>
                  <a:lnTo>
                    <a:pt x="271424" y="530647"/>
                  </a:lnTo>
                  <a:cubicBezTo>
                    <a:pt x="271424" y="530647"/>
                    <a:pt x="275631" y="528629"/>
                    <a:pt x="276068" y="528898"/>
                  </a:cubicBezTo>
                  <a:cubicBezTo>
                    <a:pt x="276506" y="529201"/>
                    <a:pt x="280275" y="532800"/>
                    <a:pt x="280275" y="532800"/>
                  </a:cubicBezTo>
                  <a:cubicBezTo>
                    <a:pt x="280275" y="532800"/>
                    <a:pt x="287377" y="538317"/>
                    <a:pt x="287377" y="538720"/>
                  </a:cubicBezTo>
                  <a:cubicBezTo>
                    <a:pt x="287377" y="539158"/>
                    <a:pt x="293333" y="539595"/>
                    <a:pt x="293333" y="539595"/>
                  </a:cubicBezTo>
                  <a:lnTo>
                    <a:pt x="295353" y="539292"/>
                  </a:lnTo>
                  <a:cubicBezTo>
                    <a:pt x="295353" y="539292"/>
                    <a:pt x="302151" y="538418"/>
                    <a:pt x="302891" y="538418"/>
                  </a:cubicBezTo>
                  <a:cubicBezTo>
                    <a:pt x="303598" y="538418"/>
                    <a:pt x="308411" y="540301"/>
                    <a:pt x="308411" y="540301"/>
                  </a:cubicBezTo>
                  <a:cubicBezTo>
                    <a:pt x="308411" y="540301"/>
                    <a:pt x="312887" y="544372"/>
                    <a:pt x="313190" y="544776"/>
                  </a:cubicBezTo>
                  <a:cubicBezTo>
                    <a:pt x="313493" y="545213"/>
                    <a:pt x="317968" y="546357"/>
                    <a:pt x="317968" y="546357"/>
                  </a:cubicBezTo>
                  <a:lnTo>
                    <a:pt x="320863" y="541580"/>
                  </a:lnTo>
                  <a:lnTo>
                    <a:pt x="323185" y="539999"/>
                  </a:lnTo>
                  <a:lnTo>
                    <a:pt x="331430" y="538552"/>
                  </a:lnTo>
                  <a:lnTo>
                    <a:pt x="336075" y="538552"/>
                  </a:lnTo>
                  <a:lnTo>
                    <a:pt x="340281" y="539124"/>
                  </a:lnTo>
                  <a:lnTo>
                    <a:pt x="344185" y="541142"/>
                  </a:lnTo>
                  <a:lnTo>
                    <a:pt x="348392" y="544170"/>
                  </a:lnTo>
                  <a:lnTo>
                    <a:pt x="349133" y="546491"/>
                  </a:lnTo>
                  <a:lnTo>
                    <a:pt x="354046" y="547231"/>
                  </a:lnTo>
                  <a:lnTo>
                    <a:pt x="357311" y="547231"/>
                  </a:lnTo>
                  <a:lnTo>
                    <a:pt x="360407" y="546424"/>
                  </a:lnTo>
                  <a:cubicBezTo>
                    <a:pt x="360407" y="546424"/>
                    <a:pt x="362157" y="547669"/>
                    <a:pt x="362494" y="548005"/>
                  </a:cubicBezTo>
                  <a:cubicBezTo>
                    <a:pt x="362864" y="548375"/>
                    <a:pt x="364580" y="549956"/>
                    <a:pt x="365018" y="550663"/>
                  </a:cubicBezTo>
                  <a:cubicBezTo>
                    <a:pt x="365455" y="551403"/>
                    <a:pt x="366532" y="551470"/>
                    <a:pt x="367609" y="551403"/>
                  </a:cubicBezTo>
                  <a:cubicBezTo>
                    <a:pt x="368686" y="551335"/>
                    <a:pt x="368922" y="549384"/>
                    <a:pt x="368922" y="549384"/>
                  </a:cubicBezTo>
                  <a:cubicBezTo>
                    <a:pt x="368922" y="549384"/>
                    <a:pt x="371311" y="546424"/>
                    <a:pt x="371614" y="546188"/>
                  </a:cubicBezTo>
                  <a:cubicBezTo>
                    <a:pt x="371917" y="545953"/>
                    <a:pt x="374508" y="542925"/>
                    <a:pt x="374508" y="542723"/>
                  </a:cubicBezTo>
                  <a:cubicBezTo>
                    <a:pt x="374508" y="542488"/>
                    <a:pt x="376696" y="540470"/>
                    <a:pt x="376696" y="540470"/>
                  </a:cubicBezTo>
                  <a:lnTo>
                    <a:pt x="379321" y="537072"/>
                  </a:lnTo>
                  <a:lnTo>
                    <a:pt x="380768" y="537005"/>
                  </a:lnTo>
                  <a:lnTo>
                    <a:pt x="381912" y="540705"/>
                  </a:lnTo>
                  <a:lnTo>
                    <a:pt x="381845" y="544540"/>
                  </a:lnTo>
                  <a:lnTo>
                    <a:pt x="380229" y="546794"/>
                  </a:lnTo>
                  <a:lnTo>
                    <a:pt x="383292" y="551571"/>
                  </a:lnTo>
                  <a:lnTo>
                    <a:pt x="387936" y="555473"/>
                  </a:lnTo>
                  <a:lnTo>
                    <a:pt x="390898" y="556785"/>
                  </a:lnTo>
                  <a:cubicBezTo>
                    <a:pt x="390898" y="556785"/>
                    <a:pt x="391268" y="556079"/>
                    <a:pt x="391201" y="555776"/>
                  </a:cubicBezTo>
                  <a:cubicBezTo>
                    <a:pt x="391133" y="555473"/>
                    <a:pt x="392480" y="550562"/>
                    <a:pt x="392480" y="550259"/>
                  </a:cubicBezTo>
                  <a:cubicBezTo>
                    <a:pt x="392480" y="549956"/>
                    <a:pt x="393489" y="547231"/>
                    <a:pt x="393489" y="546928"/>
                  </a:cubicBezTo>
                  <a:cubicBezTo>
                    <a:pt x="393489" y="546626"/>
                    <a:pt x="392783" y="543598"/>
                    <a:pt x="392547" y="543531"/>
                  </a:cubicBezTo>
                  <a:cubicBezTo>
                    <a:pt x="392345" y="543464"/>
                    <a:pt x="391235" y="539460"/>
                    <a:pt x="391235" y="538956"/>
                  </a:cubicBezTo>
                  <a:cubicBezTo>
                    <a:pt x="391235" y="538451"/>
                    <a:pt x="391100" y="536500"/>
                    <a:pt x="391235" y="536197"/>
                  </a:cubicBezTo>
                  <a:cubicBezTo>
                    <a:pt x="391369" y="535895"/>
                    <a:pt x="392682" y="533136"/>
                    <a:pt x="392749" y="532867"/>
                  </a:cubicBezTo>
                  <a:cubicBezTo>
                    <a:pt x="392816" y="532565"/>
                    <a:pt x="393826" y="531050"/>
                    <a:pt x="393826" y="531050"/>
                  </a:cubicBezTo>
                  <a:lnTo>
                    <a:pt x="395340" y="530681"/>
                  </a:lnTo>
                  <a:lnTo>
                    <a:pt x="397326" y="532127"/>
                  </a:lnTo>
                  <a:cubicBezTo>
                    <a:pt x="397326" y="532127"/>
                    <a:pt x="398437" y="536635"/>
                    <a:pt x="398437" y="537038"/>
                  </a:cubicBezTo>
                  <a:cubicBezTo>
                    <a:pt x="398437" y="537476"/>
                    <a:pt x="398134" y="538922"/>
                    <a:pt x="398066" y="539292"/>
                  </a:cubicBezTo>
                  <a:cubicBezTo>
                    <a:pt x="397999" y="539662"/>
                    <a:pt x="397494" y="542118"/>
                    <a:pt x="397326" y="542488"/>
                  </a:cubicBezTo>
                  <a:cubicBezTo>
                    <a:pt x="397191" y="542858"/>
                    <a:pt x="397629" y="547568"/>
                    <a:pt x="397629" y="547769"/>
                  </a:cubicBezTo>
                  <a:cubicBezTo>
                    <a:pt x="397629" y="548005"/>
                    <a:pt x="401264" y="550158"/>
                    <a:pt x="401465" y="550091"/>
                  </a:cubicBezTo>
                  <a:cubicBezTo>
                    <a:pt x="401667" y="550023"/>
                    <a:pt x="403216" y="550091"/>
                    <a:pt x="403485" y="550091"/>
                  </a:cubicBezTo>
                  <a:cubicBezTo>
                    <a:pt x="403788" y="550091"/>
                    <a:pt x="407994" y="546558"/>
                    <a:pt x="408331" y="546188"/>
                  </a:cubicBezTo>
                  <a:cubicBezTo>
                    <a:pt x="408701" y="545818"/>
                    <a:pt x="410283" y="543127"/>
                    <a:pt x="410283" y="543127"/>
                  </a:cubicBezTo>
                  <a:lnTo>
                    <a:pt x="412672" y="538586"/>
                  </a:lnTo>
                  <a:lnTo>
                    <a:pt x="412740" y="535390"/>
                  </a:lnTo>
                  <a:lnTo>
                    <a:pt x="411360" y="531623"/>
                  </a:lnTo>
                  <a:lnTo>
                    <a:pt x="410620" y="529234"/>
                  </a:lnTo>
                  <a:lnTo>
                    <a:pt x="408668" y="527216"/>
                  </a:lnTo>
                  <a:lnTo>
                    <a:pt x="408668" y="523751"/>
                  </a:lnTo>
                  <a:lnTo>
                    <a:pt x="408668" y="518537"/>
                  </a:lnTo>
                  <a:lnTo>
                    <a:pt x="408668" y="513322"/>
                  </a:lnTo>
                  <a:lnTo>
                    <a:pt x="408668" y="510699"/>
                  </a:lnTo>
                  <a:lnTo>
                    <a:pt x="416475" y="510699"/>
                  </a:lnTo>
                  <a:lnTo>
                    <a:pt x="418226" y="510699"/>
                  </a:lnTo>
                  <a:lnTo>
                    <a:pt x="421120" y="510699"/>
                  </a:lnTo>
                  <a:lnTo>
                    <a:pt x="420817" y="513322"/>
                  </a:lnTo>
                  <a:lnTo>
                    <a:pt x="419067" y="518537"/>
                  </a:lnTo>
                  <a:lnTo>
                    <a:pt x="419067" y="521127"/>
                  </a:lnTo>
                  <a:lnTo>
                    <a:pt x="421827" y="527788"/>
                  </a:lnTo>
                  <a:lnTo>
                    <a:pt x="426606" y="531858"/>
                  </a:lnTo>
                  <a:lnTo>
                    <a:pt x="430947" y="538249"/>
                  </a:lnTo>
                  <a:lnTo>
                    <a:pt x="437038" y="539696"/>
                  </a:lnTo>
                  <a:lnTo>
                    <a:pt x="440808" y="540268"/>
                  </a:lnTo>
                  <a:lnTo>
                    <a:pt x="444577" y="540268"/>
                  </a:lnTo>
                  <a:lnTo>
                    <a:pt x="441986" y="533305"/>
                  </a:lnTo>
                  <a:lnTo>
                    <a:pt x="438216" y="527788"/>
                  </a:lnTo>
                  <a:lnTo>
                    <a:pt x="439966" y="520252"/>
                  </a:lnTo>
                  <a:lnTo>
                    <a:pt x="439966" y="519378"/>
                  </a:lnTo>
                  <a:lnTo>
                    <a:pt x="442591" y="517628"/>
                  </a:lnTo>
                  <a:lnTo>
                    <a:pt x="444341" y="517628"/>
                  </a:lnTo>
                  <a:lnTo>
                    <a:pt x="445519" y="517628"/>
                  </a:lnTo>
                  <a:cubicBezTo>
                    <a:pt x="445519" y="517628"/>
                    <a:pt x="445519" y="517628"/>
                    <a:pt x="448717" y="519075"/>
                  </a:cubicBezTo>
                  <a:cubicBezTo>
                    <a:pt x="451914" y="520521"/>
                    <a:pt x="448717" y="523717"/>
                    <a:pt x="448717" y="523717"/>
                  </a:cubicBezTo>
                  <a:lnTo>
                    <a:pt x="448717" y="529806"/>
                  </a:lnTo>
                  <a:lnTo>
                    <a:pt x="450601" y="534718"/>
                  </a:lnTo>
                  <a:lnTo>
                    <a:pt x="453933" y="537038"/>
                  </a:lnTo>
                  <a:lnTo>
                    <a:pt x="457130" y="539931"/>
                  </a:lnTo>
                  <a:lnTo>
                    <a:pt x="461775" y="543699"/>
                  </a:lnTo>
                  <a:lnTo>
                    <a:pt x="467866" y="543699"/>
                  </a:lnTo>
                  <a:lnTo>
                    <a:pt x="471332" y="546458"/>
                  </a:lnTo>
                  <a:lnTo>
                    <a:pt x="474799" y="548072"/>
                  </a:lnTo>
                  <a:lnTo>
                    <a:pt x="474799" y="549822"/>
                  </a:lnTo>
                  <a:lnTo>
                    <a:pt x="474799" y="554464"/>
                  </a:lnTo>
                  <a:lnTo>
                    <a:pt x="477559" y="557929"/>
                  </a:lnTo>
                  <a:lnTo>
                    <a:pt x="483213" y="561696"/>
                  </a:lnTo>
                  <a:lnTo>
                    <a:pt x="492198" y="560250"/>
                  </a:lnTo>
                  <a:lnTo>
                    <a:pt x="500309" y="561696"/>
                  </a:lnTo>
                  <a:lnTo>
                    <a:pt x="508420" y="556785"/>
                  </a:lnTo>
                  <a:lnTo>
                    <a:pt x="515083" y="554767"/>
                  </a:lnTo>
                  <a:lnTo>
                    <a:pt x="518281" y="551571"/>
                  </a:lnTo>
                  <a:lnTo>
                    <a:pt x="518281" y="534179"/>
                  </a:lnTo>
                  <a:lnTo>
                    <a:pt x="518281" y="528864"/>
                  </a:lnTo>
                  <a:lnTo>
                    <a:pt x="518819" y="526913"/>
                  </a:lnTo>
                  <a:lnTo>
                    <a:pt x="519896" y="524626"/>
                  </a:lnTo>
                  <a:lnTo>
                    <a:pt x="521949" y="524087"/>
                  </a:lnTo>
                  <a:lnTo>
                    <a:pt x="523463" y="526913"/>
                  </a:lnTo>
                  <a:lnTo>
                    <a:pt x="524103" y="533843"/>
                  </a:lnTo>
                  <a:lnTo>
                    <a:pt x="523463" y="541142"/>
                  </a:lnTo>
                  <a:lnTo>
                    <a:pt x="523463" y="546020"/>
                  </a:lnTo>
                  <a:lnTo>
                    <a:pt x="525079" y="550057"/>
                  </a:lnTo>
                  <a:lnTo>
                    <a:pt x="528444" y="555069"/>
                  </a:lnTo>
                  <a:lnTo>
                    <a:pt x="533762" y="560485"/>
                  </a:lnTo>
                  <a:lnTo>
                    <a:pt x="537464" y="558770"/>
                  </a:lnTo>
                  <a:close/>
                </a:path>
              </a:pathLst>
            </a:custGeom>
            <a:solidFill>
              <a:srgbClr val="1E344D">
                <a:alpha val="55269"/>
              </a:srgbClr>
            </a:solidFill>
            <a:ln w="6350" cap="flat">
              <a:solidFill>
                <a:schemeClr val="bg1"/>
              </a:solidFill>
              <a:prstDash val="solid"/>
              <a:miter/>
            </a:ln>
          </p:spPr>
          <p:txBody>
            <a:bodyPr rtlCol="0" anchor="ctr"/>
            <a:lstStyle/>
            <a:p>
              <a:endParaRPr lang="en-US"/>
            </a:p>
          </p:txBody>
        </p:sp>
        <p:sp>
          <p:nvSpPr>
            <p:cNvPr id="173" name="Freeform 890">
              <a:extLst>
                <a:ext uri="{FF2B5EF4-FFF2-40B4-BE49-F238E27FC236}">
                  <a16:creationId xmlns:a16="http://schemas.microsoft.com/office/drawing/2014/main" id="{B65C82F4-EDBB-58DF-FDF1-9C8E28BE5FB6}"/>
                </a:ext>
              </a:extLst>
            </p:cNvPr>
            <p:cNvSpPr/>
            <p:nvPr/>
          </p:nvSpPr>
          <p:spPr>
            <a:xfrm>
              <a:off x="7934866" y="3107135"/>
              <a:ext cx="254192" cy="334977"/>
            </a:xfrm>
            <a:custGeom>
              <a:avLst/>
              <a:gdLst>
                <a:gd name="connsiteX0" fmla="*/ 481900 w 488025"/>
                <a:gd name="connsiteY0" fmla="*/ 169577 h 643122"/>
                <a:gd name="connsiteX1" fmla="*/ 479275 w 488025"/>
                <a:gd name="connsiteY1" fmla="*/ 158712 h 643122"/>
                <a:gd name="connsiteX2" fmla="*/ 479914 w 488025"/>
                <a:gd name="connsiteY2" fmla="*/ 147409 h 643122"/>
                <a:gd name="connsiteX3" fmla="*/ 472073 w 488025"/>
                <a:gd name="connsiteY3" fmla="*/ 137182 h 643122"/>
                <a:gd name="connsiteX4" fmla="*/ 463390 w 488025"/>
                <a:gd name="connsiteY4" fmla="*/ 126317 h 643122"/>
                <a:gd name="connsiteX5" fmla="*/ 454909 w 488025"/>
                <a:gd name="connsiteY5" fmla="*/ 117638 h 643122"/>
                <a:gd name="connsiteX6" fmla="*/ 443601 w 488025"/>
                <a:gd name="connsiteY6" fmla="*/ 110271 h 643122"/>
                <a:gd name="connsiteX7" fmla="*/ 437947 w 488025"/>
                <a:gd name="connsiteY7" fmla="*/ 104182 h 643122"/>
                <a:gd name="connsiteX8" fmla="*/ 434918 w 488025"/>
                <a:gd name="connsiteY8" fmla="*/ 92442 h 643122"/>
                <a:gd name="connsiteX9" fmla="*/ 439260 w 488025"/>
                <a:gd name="connsiteY9" fmla="*/ 90053 h 643122"/>
                <a:gd name="connsiteX10" fmla="*/ 439260 w 488025"/>
                <a:gd name="connsiteY10" fmla="*/ 81778 h 643122"/>
                <a:gd name="connsiteX11" fmla="*/ 442726 w 488025"/>
                <a:gd name="connsiteY11" fmla="*/ 77439 h 643122"/>
                <a:gd name="connsiteX12" fmla="*/ 449457 w 488025"/>
                <a:gd name="connsiteY12" fmla="*/ 75925 h 643122"/>
                <a:gd name="connsiteX13" fmla="*/ 451645 w 488025"/>
                <a:gd name="connsiteY13" fmla="*/ 72224 h 643122"/>
                <a:gd name="connsiteX14" fmla="*/ 453159 w 488025"/>
                <a:gd name="connsiteY14" fmla="*/ 65496 h 643122"/>
                <a:gd name="connsiteX15" fmla="*/ 444476 w 488025"/>
                <a:gd name="connsiteY15" fmla="*/ 62233 h 643122"/>
                <a:gd name="connsiteX16" fmla="*/ 444476 w 488025"/>
                <a:gd name="connsiteY16" fmla="*/ 59340 h 643122"/>
                <a:gd name="connsiteX17" fmla="*/ 442726 w 488025"/>
                <a:gd name="connsiteY17" fmla="*/ 52377 h 643122"/>
                <a:gd name="connsiteX18" fmla="*/ 437510 w 488025"/>
                <a:gd name="connsiteY18" fmla="*/ 51502 h 643122"/>
                <a:gd name="connsiteX19" fmla="*/ 428524 w 488025"/>
                <a:gd name="connsiteY19" fmla="*/ 52949 h 643122"/>
                <a:gd name="connsiteX20" fmla="*/ 420682 w 488025"/>
                <a:gd name="connsiteY20" fmla="*/ 52377 h 643122"/>
                <a:gd name="connsiteX21" fmla="*/ 408230 w 488025"/>
                <a:gd name="connsiteY21" fmla="*/ 50358 h 643122"/>
                <a:gd name="connsiteX22" fmla="*/ 397225 w 488025"/>
                <a:gd name="connsiteY22" fmla="*/ 49484 h 643122"/>
                <a:gd name="connsiteX23" fmla="*/ 389114 w 488025"/>
                <a:gd name="connsiteY23" fmla="*/ 49181 h 643122"/>
                <a:gd name="connsiteX24" fmla="*/ 384201 w 488025"/>
                <a:gd name="connsiteY24" fmla="*/ 47163 h 643122"/>
                <a:gd name="connsiteX25" fmla="*/ 378412 w 488025"/>
                <a:gd name="connsiteY25" fmla="*/ 44842 h 643122"/>
                <a:gd name="connsiteX26" fmla="*/ 378412 w 488025"/>
                <a:gd name="connsiteY26" fmla="*/ 42823 h 643122"/>
                <a:gd name="connsiteX27" fmla="*/ 373633 w 488025"/>
                <a:gd name="connsiteY27" fmla="*/ 41377 h 643122"/>
                <a:gd name="connsiteX28" fmla="*/ 371446 w 488025"/>
                <a:gd name="connsiteY28" fmla="*/ 36163 h 643122"/>
                <a:gd name="connsiteX29" fmla="*/ 371446 w 488025"/>
                <a:gd name="connsiteY29" fmla="*/ 29199 h 643122"/>
                <a:gd name="connsiteX30" fmla="*/ 371446 w 488025"/>
                <a:gd name="connsiteY30" fmla="*/ 26609 h 643122"/>
                <a:gd name="connsiteX31" fmla="*/ 369258 w 488025"/>
                <a:gd name="connsiteY31" fmla="*/ 24019 h 643122"/>
                <a:gd name="connsiteX32" fmla="*/ 365623 w 488025"/>
                <a:gd name="connsiteY32" fmla="*/ 24893 h 643122"/>
                <a:gd name="connsiteX33" fmla="*/ 358657 w 488025"/>
                <a:gd name="connsiteY33" fmla="*/ 24019 h 643122"/>
                <a:gd name="connsiteX34" fmla="*/ 356066 w 488025"/>
                <a:gd name="connsiteY34" fmla="*/ 20251 h 643122"/>
                <a:gd name="connsiteX35" fmla="*/ 351421 w 488025"/>
                <a:gd name="connsiteY35" fmla="*/ 14162 h 643122"/>
                <a:gd name="connsiteX36" fmla="*/ 346508 w 488025"/>
                <a:gd name="connsiteY36" fmla="*/ 13860 h 643122"/>
                <a:gd name="connsiteX37" fmla="*/ 344758 w 488025"/>
                <a:gd name="connsiteY37" fmla="*/ 15609 h 643122"/>
                <a:gd name="connsiteX38" fmla="*/ 340887 w 488025"/>
                <a:gd name="connsiteY38" fmla="*/ 17930 h 643122"/>
                <a:gd name="connsiteX39" fmla="*/ 337219 w 488025"/>
                <a:gd name="connsiteY39" fmla="*/ 22269 h 643122"/>
                <a:gd name="connsiteX40" fmla="*/ 340113 w 488025"/>
                <a:gd name="connsiteY40" fmla="*/ 27181 h 643122"/>
                <a:gd name="connsiteX41" fmla="*/ 340113 w 488025"/>
                <a:gd name="connsiteY41" fmla="*/ 32698 h 643122"/>
                <a:gd name="connsiteX42" fmla="*/ 340113 w 488025"/>
                <a:gd name="connsiteY42" fmla="*/ 36768 h 643122"/>
                <a:gd name="connsiteX43" fmla="*/ 338094 w 488025"/>
                <a:gd name="connsiteY43" fmla="*/ 41410 h 643122"/>
                <a:gd name="connsiteX44" fmla="*/ 336950 w 488025"/>
                <a:gd name="connsiteY44" fmla="*/ 44606 h 643122"/>
                <a:gd name="connsiteX45" fmla="*/ 325945 w 488025"/>
                <a:gd name="connsiteY45" fmla="*/ 48071 h 643122"/>
                <a:gd name="connsiteX46" fmla="*/ 322748 w 488025"/>
                <a:gd name="connsiteY46" fmla="*/ 51267 h 643122"/>
                <a:gd name="connsiteX47" fmla="*/ 318406 w 488025"/>
                <a:gd name="connsiteY47" fmla="*/ 56178 h 643122"/>
                <a:gd name="connsiteX48" fmla="*/ 313190 w 488025"/>
                <a:gd name="connsiteY48" fmla="*/ 56178 h 643122"/>
                <a:gd name="connsiteX49" fmla="*/ 306526 w 488025"/>
                <a:gd name="connsiteY49" fmla="*/ 56178 h 643122"/>
                <a:gd name="connsiteX50" fmla="*/ 302454 w 488025"/>
                <a:gd name="connsiteY50" fmla="*/ 53151 h 643122"/>
                <a:gd name="connsiteX51" fmla="*/ 299862 w 488025"/>
                <a:gd name="connsiteY51" fmla="*/ 49517 h 643122"/>
                <a:gd name="connsiteX52" fmla="*/ 298415 w 488025"/>
                <a:gd name="connsiteY52" fmla="*/ 44875 h 643122"/>
                <a:gd name="connsiteX53" fmla="*/ 298415 w 488025"/>
                <a:gd name="connsiteY53" fmla="*/ 41410 h 643122"/>
                <a:gd name="connsiteX54" fmla="*/ 298987 w 488025"/>
                <a:gd name="connsiteY54" fmla="*/ 37071 h 643122"/>
                <a:gd name="connsiteX55" fmla="*/ 304204 w 488025"/>
                <a:gd name="connsiteY55" fmla="*/ 33606 h 643122"/>
                <a:gd name="connsiteX56" fmla="*/ 309420 w 488025"/>
                <a:gd name="connsiteY56" fmla="*/ 30713 h 643122"/>
                <a:gd name="connsiteX57" fmla="*/ 312617 w 488025"/>
                <a:gd name="connsiteY57" fmla="*/ 26945 h 643122"/>
                <a:gd name="connsiteX58" fmla="*/ 319281 w 488025"/>
                <a:gd name="connsiteY58" fmla="*/ 22303 h 643122"/>
                <a:gd name="connsiteX59" fmla="*/ 319281 w 488025"/>
                <a:gd name="connsiteY59" fmla="*/ 15340 h 643122"/>
                <a:gd name="connsiteX60" fmla="*/ 314805 w 488025"/>
                <a:gd name="connsiteY60" fmla="*/ 11572 h 643122"/>
                <a:gd name="connsiteX61" fmla="*/ 308848 w 488025"/>
                <a:gd name="connsiteY61" fmla="*/ 6661 h 643122"/>
                <a:gd name="connsiteX62" fmla="*/ 308848 w 488025"/>
                <a:gd name="connsiteY62" fmla="*/ 3465 h 643122"/>
                <a:gd name="connsiteX63" fmla="*/ 305516 w 488025"/>
                <a:gd name="connsiteY63" fmla="*/ 0 h 643122"/>
                <a:gd name="connsiteX64" fmla="*/ 296968 w 488025"/>
                <a:gd name="connsiteY64" fmla="*/ 875 h 643122"/>
                <a:gd name="connsiteX65" fmla="*/ 292896 w 488025"/>
                <a:gd name="connsiteY65" fmla="*/ 1177 h 643122"/>
                <a:gd name="connsiteX66" fmla="*/ 289429 w 488025"/>
                <a:gd name="connsiteY66" fmla="*/ 3498 h 643122"/>
                <a:gd name="connsiteX67" fmla="*/ 290574 w 488025"/>
                <a:gd name="connsiteY67" fmla="*/ 10731 h 643122"/>
                <a:gd name="connsiteX68" fmla="*/ 287679 w 488025"/>
                <a:gd name="connsiteY68" fmla="*/ 14196 h 643122"/>
                <a:gd name="connsiteX69" fmla="*/ 283607 w 488025"/>
                <a:gd name="connsiteY69" fmla="*/ 17661 h 643122"/>
                <a:gd name="connsiteX70" fmla="*/ 277819 w 488025"/>
                <a:gd name="connsiteY70" fmla="*/ 23447 h 643122"/>
                <a:gd name="connsiteX71" fmla="*/ 273746 w 488025"/>
                <a:gd name="connsiteY71" fmla="*/ 28661 h 643122"/>
                <a:gd name="connsiteX72" fmla="*/ 266780 w 488025"/>
                <a:gd name="connsiteY72" fmla="*/ 31857 h 643122"/>
                <a:gd name="connsiteX73" fmla="*/ 260991 w 488025"/>
                <a:gd name="connsiteY73" fmla="*/ 34481 h 643122"/>
                <a:gd name="connsiteX74" fmla="*/ 252308 w 488025"/>
                <a:gd name="connsiteY74" fmla="*/ 37071 h 643122"/>
                <a:gd name="connsiteX75" fmla="*/ 245645 w 488025"/>
                <a:gd name="connsiteY75" fmla="*/ 37071 h 643122"/>
                <a:gd name="connsiteX76" fmla="*/ 245409 w 488025"/>
                <a:gd name="connsiteY76" fmla="*/ 36196 h 643122"/>
                <a:gd name="connsiteX77" fmla="*/ 243592 w 488025"/>
                <a:gd name="connsiteY77" fmla="*/ 38652 h 643122"/>
                <a:gd name="connsiteX78" fmla="*/ 238476 w 488025"/>
                <a:gd name="connsiteY78" fmla="*/ 40670 h 643122"/>
                <a:gd name="connsiteX79" fmla="*/ 230736 w 488025"/>
                <a:gd name="connsiteY79" fmla="*/ 44068 h 643122"/>
                <a:gd name="connsiteX80" fmla="*/ 227101 w 488025"/>
                <a:gd name="connsiteY80" fmla="*/ 45716 h 643122"/>
                <a:gd name="connsiteX81" fmla="*/ 217543 w 488025"/>
                <a:gd name="connsiteY81" fmla="*/ 45716 h 643122"/>
                <a:gd name="connsiteX82" fmla="*/ 212764 w 488025"/>
                <a:gd name="connsiteY82" fmla="*/ 38316 h 643122"/>
                <a:gd name="connsiteX83" fmla="*/ 209937 w 488025"/>
                <a:gd name="connsiteY83" fmla="*/ 35591 h 643122"/>
                <a:gd name="connsiteX84" fmla="*/ 204721 w 488025"/>
                <a:gd name="connsiteY84" fmla="*/ 33539 h 643122"/>
                <a:gd name="connsiteX85" fmla="*/ 193211 w 488025"/>
                <a:gd name="connsiteY85" fmla="*/ 33539 h 643122"/>
                <a:gd name="connsiteX86" fmla="*/ 186918 w 488025"/>
                <a:gd name="connsiteY86" fmla="*/ 34851 h 643122"/>
                <a:gd name="connsiteX87" fmla="*/ 178975 w 488025"/>
                <a:gd name="connsiteY87" fmla="*/ 35288 h 643122"/>
                <a:gd name="connsiteX88" fmla="*/ 176687 w 488025"/>
                <a:gd name="connsiteY88" fmla="*/ 39627 h 643122"/>
                <a:gd name="connsiteX89" fmla="*/ 176687 w 488025"/>
                <a:gd name="connsiteY89" fmla="*/ 43092 h 643122"/>
                <a:gd name="connsiteX90" fmla="*/ 174061 w 488025"/>
                <a:gd name="connsiteY90" fmla="*/ 47869 h 643122"/>
                <a:gd name="connsiteX91" fmla="*/ 171235 w 488025"/>
                <a:gd name="connsiteY91" fmla="*/ 51771 h 643122"/>
                <a:gd name="connsiteX92" fmla="*/ 167533 w 488025"/>
                <a:gd name="connsiteY92" fmla="*/ 54160 h 643122"/>
                <a:gd name="connsiteX93" fmla="*/ 162956 w 488025"/>
                <a:gd name="connsiteY93" fmla="*/ 55472 h 643122"/>
                <a:gd name="connsiteX94" fmla="*/ 156426 w 488025"/>
                <a:gd name="connsiteY94" fmla="*/ 58096 h 643122"/>
                <a:gd name="connsiteX95" fmla="*/ 153398 w 488025"/>
                <a:gd name="connsiteY95" fmla="*/ 64184 h 643122"/>
                <a:gd name="connsiteX96" fmla="*/ 152321 w 488025"/>
                <a:gd name="connsiteY96" fmla="*/ 68524 h 643122"/>
                <a:gd name="connsiteX97" fmla="*/ 145792 w 488025"/>
                <a:gd name="connsiteY97" fmla="*/ 71989 h 643122"/>
                <a:gd name="connsiteX98" fmla="*/ 138388 w 488025"/>
                <a:gd name="connsiteY98" fmla="*/ 67010 h 643122"/>
                <a:gd name="connsiteX99" fmla="*/ 132936 w 488025"/>
                <a:gd name="connsiteY99" fmla="*/ 63545 h 643122"/>
                <a:gd name="connsiteX100" fmla="*/ 128157 w 488025"/>
                <a:gd name="connsiteY100" fmla="*/ 67683 h 643122"/>
                <a:gd name="connsiteX101" fmla="*/ 126205 w 488025"/>
                <a:gd name="connsiteY101" fmla="*/ 70946 h 643122"/>
                <a:gd name="connsiteX102" fmla="*/ 122065 w 488025"/>
                <a:gd name="connsiteY102" fmla="*/ 75084 h 643122"/>
                <a:gd name="connsiteX103" fmla="*/ 126407 w 488025"/>
                <a:gd name="connsiteY103" fmla="*/ 83023 h 643122"/>
                <a:gd name="connsiteX104" fmla="*/ 122065 w 488025"/>
                <a:gd name="connsiteY104" fmla="*/ 87463 h 643122"/>
                <a:gd name="connsiteX105" fmla="*/ 114897 w 488025"/>
                <a:gd name="connsiteY105" fmla="*/ 87463 h 643122"/>
                <a:gd name="connsiteX106" fmla="*/ 106214 w 488025"/>
                <a:gd name="connsiteY106" fmla="*/ 87463 h 643122"/>
                <a:gd name="connsiteX107" fmla="*/ 95781 w 488025"/>
                <a:gd name="connsiteY107" fmla="*/ 87463 h 643122"/>
                <a:gd name="connsiteX108" fmla="*/ 92752 w 488025"/>
                <a:gd name="connsiteY108" fmla="*/ 90289 h 643122"/>
                <a:gd name="connsiteX109" fmla="*/ 88848 w 488025"/>
                <a:gd name="connsiteY109" fmla="*/ 94628 h 643122"/>
                <a:gd name="connsiteX110" fmla="*/ 85382 w 488025"/>
                <a:gd name="connsiteY110" fmla="*/ 96142 h 643122"/>
                <a:gd name="connsiteX111" fmla="*/ 77574 w 488025"/>
                <a:gd name="connsiteY111" fmla="*/ 97891 h 643122"/>
                <a:gd name="connsiteX112" fmla="*/ 64516 w 488025"/>
                <a:gd name="connsiteY112" fmla="*/ 97891 h 643122"/>
                <a:gd name="connsiteX113" fmla="*/ 61049 w 488025"/>
                <a:gd name="connsiteY113" fmla="*/ 97891 h 643122"/>
                <a:gd name="connsiteX114" fmla="*/ 60174 w 488025"/>
                <a:gd name="connsiteY114" fmla="*/ 101794 h 643122"/>
                <a:gd name="connsiteX115" fmla="*/ 60174 w 488025"/>
                <a:gd name="connsiteY115" fmla="*/ 103980 h 643122"/>
                <a:gd name="connsiteX116" fmla="*/ 60174 w 488025"/>
                <a:gd name="connsiteY116" fmla="*/ 109194 h 643122"/>
                <a:gd name="connsiteX117" fmla="*/ 57987 w 488025"/>
                <a:gd name="connsiteY117" fmla="*/ 110506 h 643122"/>
                <a:gd name="connsiteX118" fmla="*/ 52568 w 488025"/>
                <a:gd name="connsiteY118" fmla="*/ 111583 h 643122"/>
                <a:gd name="connsiteX119" fmla="*/ 52434 w 488025"/>
                <a:gd name="connsiteY119" fmla="*/ 111650 h 643122"/>
                <a:gd name="connsiteX120" fmla="*/ 50179 w 488025"/>
                <a:gd name="connsiteY120" fmla="*/ 111583 h 643122"/>
                <a:gd name="connsiteX121" fmla="*/ 44087 w 488025"/>
                <a:gd name="connsiteY121" fmla="*/ 111650 h 643122"/>
                <a:gd name="connsiteX122" fmla="*/ 41261 w 488025"/>
                <a:gd name="connsiteY122" fmla="*/ 116158 h 643122"/>
                <a:gd name="connsiteX123" fmla="*/ 38871 w 488025"/>
                <a:gd name="connsiteY123" fmla="*/ 119421 h 643122"/>
                <a:gd name="connsiteX124" fmla="*/ 34092 w 488025"/>
                <a:gd name="connsiteY124" fmla="*/ 123760 h 643122"/>
                <a:gd name="connsiteX125" fmla="*/ 34092 w 488025"/>
                <a:gd name="connsiteY125" fmla="*/ 126586 h 643122"/>
                <a:gd name="connsiteX126" fmla="*/ 35842 w 488025"/>
                <a:gd name="connsiteY126" fmla="*/ 133314 h 643122"/>
                <a:gd name="connsiteX127" fmla="*/ 35842 w 488025"/>
                <a:gd name="connsiteY127" fmla="*/ 140479 h 643122"/>
                <a:gd name="connsiteX128" fmla="*/ 37592 w 488025"/>
                <a:gd name="connsiteY128" fmla="*/ 145929 h 643122"/>
                <a:gd name="connsiteX129" fmla="*/ 45198 w 488025"/>
                <a:gd name="connsiteY129" fmla="*/ 148317 h 643122"/>
                <a:gd name="connsiteX130" fmla="*/ 48900 w 488025"/>
                <a:gd name="connsiteY130" fmla="*/ 148317 h 643122"/>
                <a:gd name="connsiteX131" fmla="*/ 56708 w 488025"/>
                <a:gd name="connsiteY131" fmla="*/ 153969 h 643122"/>
                <a:gd name="connsiteX132" fmla="*/ 57819 w 488025"/>
                <a:gd name="connsiteY132" fmla="*/ 156357 h 643122"/>
                <a:gd name="connsiteX133" fmla="*/ 56069 w 488025"/>
                <a:gd name="connsiteY133" fmla="*/ 166348 h 643122"/>
                <a:gd name="connsiteX134" fmla="*/ 52165 w 488025"/>
                <a:gd name="connsiteY134" fmla="*/ 175262 h 643122"/>
                <a:gd name="connsiteX135" fmla="*/ 49775 w 488025"/>
                <a:gd name="connsiteY135" fmla="*/ 184379 h 643122"/>
                <a:gd name="connsiteX136" fmla="*/ 49775 w 488025"/>
                <a:gd name="connsiteY136" fmla="*/ 188281 h 643122"/>
                <a:gd name="connsiteX137" fmla="*/ 55194 w 488025"/>
                <a:gd name="connsiteY137" fmla="*/ 194807 h 643122"/>
                <a:gd name="connsiteX138" fmla="*/ 62160 w 488025"/>
                <a:gd name="connsiteY138" fmla="*/ 194841 h 643122"/>
                <a:gd name="connsiteX139" fmla="*/ 65189 w 488025"/>
                <a:gd name="connsiteY139" fmla="*/ 196994 h 643122"/>
                <a:gd name="connsiteX140" fmla="*/ 66064 w 488025"/>
                <a:gd name="connsiteY140" fmla="*/ 200694 h 643122"/>
                <a:gd name="connsiteX141" fmla="*/ 65425 w 488025"/>
                <a:gd name="connsiteY141" fmla="*/ 203284 h 643122"/>
                <a:gd name="connsiteX142" fmla="*/ 64112 w 488025"/>
                <a:gd name="connsiteY142" fmla="*/ 206312 h 643122"/>
                <a:gd name="connsiteX143" fmla="*/ 59771 w 488025"/>
                <a:gd name="connsiteY143" fmla="*/ 208498 h 643122"/>
                <a:gd name="connsiteX144" fmla="*/ 62800 w 488025"/>
                <a:gd name="connsiteY144" fmla="*/ 213511 h 643122"/>
                <a:gd name="connsiteX145" fmla="*/ 57348 w 488025"/>
                <a:gd name="connsiteY145" fmla="*/ 220474 h 643122"/>
                <a:gd name="connsiteX146" fmla="*/ 47352 w 488025"/>
                <a:gd name="connsiteY146" fmla="*/ 228077 h 643122"/>
                <a:gd name="connsiteX147" fmla="*/ 40184 w 488025"/>
                <a:gd name="connsiteY147" fmla="*/ 231777 h 643122"/>
                <a:gd name="connsiteX148" fmla="*/ 40823 w 488025"/>
                <a:gd name="connsiteY148" fmla="*/ 235242 h 643122"/>
                <a:gd name="connsiteX149" fmla="*/ 45400 w 488025"/>
                <a:gd name="connsiteY149" fmla="*/ 235242 h 643122"/>
                <a:gd name="connsiteX150" fmla="*/ 47790 w 488025"/>
                <a:gd name="connsiteY150" fmla="*/ 239380 h 643122"/>
                <a:gd name="connsiteX151" fmla="*/ 44962 w 488025"/>
                <a:gd name="connsiteY151" fmla="*/ 244796 h 643122"/>
                <a:gd name="connsiteX152" fmla="*/ 41934 w 488025"/>
                <a:gd name="connsiteY152" fmla="*/ 248260 h 643122"/>
                <a:gd name="connsiteX153" fmla="*/ 34126 w 488025"/>
                <a:gd name="connsiteY153" fmla="*/ 250447 h 643122"/>
                <a:gd name="connsiteX154" fmla="*/ 30861 w 488025"/>
                <a:gd name="connsiteY154" fmla="*/ 251961 h 643122"/>
                <a:gd name="connsiteX155" fmla="*/ 25847 w 488025"/>
                <a:gd name="connsiteY155" fmla="*/ 253037 h 643122"/>
                <a:gd name="connsiteX156" fmla="*/ 22145 w 488025"/>
                <a:gd name="connsiteY156" fmla="*/ 255426 h 643122"/>
                <a:gd name="connsiteX157" fmla="*/ 19755 w 488025"/>
                <a:gd name="connsiteY157" fmla="*/ 258487 h 643122"/>
                <a:gd name="connsiteX158" fmla="*/ 18443 w 488025"/>
                <a:gd name="connsiteY158" fmla="*/ 260875 h 643122"/>
                <a:gd name="connsiteX159" fmla="*/ 18443 w 488025"/>
                <a:gd name="connsiteY159" fmla="*/ 263903 h 643122"/>
                <a:gd name="connsiteX160" fmla="*/ 18443 w 488025"/>
                <a:gd name="connsiteY160" fmla="*/ 269117 h 643122"/>
                <a:gd name="connsiteX161" fmla="*/ 18443 w 488025"/>
                <a:gd name="connsiteY161" fmla="*/ 276081 h 643122"/>
                <a:gd name="connsiteX162" fmla="*/ 16928 w 488025"/>
                <a:gd name="connsiteY162" fmla="*/ 278032 h 643122"/>
                <a:gd name="connsiteX163" fmla="*/ 15616 w 488025"/>
                <a:gd name="connsiteY163" fmla="*/ 280218 h 643122"/>
                <a:gd name="connsiteX164" fmla="*/ 12149 w 488025"/>
                <a:gd name="connsiteY164" fmla="*/ 283279 h 643122"/>
                <a:gd name="connsiteX165" fmla="*/ 9760 w 488025"/>
                <a:gd name="connsiteY165" fmla="*/ 286542 h 643122"/>
                <a:gd name="connsiteX166" fmla="*/ 8683 w 488025"/>
                <a:gd name="connsiteY166" fmla="*/ 289133 h 643122"/>
                <a:gd name="connsiteX167" fmla="*/ 6731 w 488025"/>
                <a:gd name="connsiteY167" fmla="*/ 294549 h 643122"/>
                <a:gd name="connsiteX168" fmla="*/ 3264 w 488025"/>
                <a:gd name="connsiteY168" fmla="*/ 298014 h 643122"/>
                <a:gd name="connsiteX169" fmla="*/ 1750 w 488025"/>
                <a:gd name="connsiteY169" fmla="*/ 299527 h 643122"/>
                <a:gd name="connsiteX170" fmla="*/ 0 w 488025"/>
                <a:gd name="connsiteY170" fmla="*/ 302151 h 643122"/>
                <a:gd name="connsiteX171" fmla="*/ 2625 w 488025"/>
                <a:gd name="connsiteY171" fmla="*/ 305179 h 643122"/>
                <a:gd name="connsiteX172" fmla="*/ 3063 w 488025"/>
                <a:gd name="connsiteY172" fmla="*/ 311032 h 643122"/>
                <a:gd name="connsiteX173" fmla="*/ 3938 w 488025"/>
                <a:gd name="connsiteY173" fmla="*/ 316684 h 643122"/>
                <a:gd name="connsiteX174" fmla="*/ 4577 w 488025"/>
                <a:gd name="connsiteY174" fmla="*/ 317995 h 643122"/>
                <a:gd name="connsiteX175" fmla="*/ 4577 w 488025"/>
                <a:gd name="connsiteY175" fmla="*/ 322133 h 643122"/>
                <a:gd name="connsiteX176" fmla="*/ 7168 w 488025"/>
                <a:gd name="connsiteY176" fmla="*/ 322133 h 643122"/>
                <a:gd name="connsiteX177" fmla="*/ 10669 w 488025"/>
                <a:gd name="connsiteY177" fmla="*/ 324320 h 643122"/>
                <a:gd name="connsiteX178" fmla="*/ 15683 w 488025"/>
                <a:gd name="connsiteY178" fmla="*/ 325632 h 643122"/>
                <a:gd name="connsiteX179" fmla="*/ 19385 w 488025"/>
                <a:gd name="connsiteY179" fmla="*/ 325632 h 643122"/>
                <a:gd name="connsiteX180" fmla="*/ 24837 w 488025"/>
                <a:gd name="connsiteY180" fmla="*/ 321292 h 643122"/>
                <a:gd name="connsiteX181" fmla="*/ 30929 w 488025"/>
                <a:gd name="connsiteY181" fmla="*/ 320418 h 643122"/>
                <a:gd name="connsiteX182" fmla="*/ 34832 w 488025"/>
                <a:gd name="connsiteY182" fmla="*/ 320619 h 643122"/>
                <a:gd name="connsiteX183" fmla="*/ 34597 w 488025"/>
                <a:gd name="connsiteY183" fmla="*/ 322571 h 643122"/>
                <a:gd name="connsiteX184" fmla="*/ 34159 w 488025"/>
                <a:gd name="connsiteY184" fmla="*/ 327347 h 643122"/>
                <a:gd name="connsiteX185" fmla="*/ 33083 w 488025"/>
                <a:gd name="connsiteY185" fmla="*/ 331485 h 643122"/>
                <a:gd name="connsiteX186" fmla="*/ 31770 w 488025"/>
                <a:gd name="connsiteY186" fmla="*/ 335623 h 643122"/>
                <a:gd name="connsiteX187" fmla="*/ 28741 w 488025"/>
                <a:gd name="connsiteY187" fmla="*/ 338246 h 643122"/>
                <a:gd name="connsiteX188" fmla="*/ 26116 w 488025"/>
                <a:gd name="connsiteY188" fmla="*/ 341711 h 643122"/>
                <a:gd name="connsiteX189" fmla="*/ 24164 w 488025"/>
                <a:gd name="connsiteY189" fmla="*/ 344537 h 643122"/>
                <a:gd name="connsiteX190" fmla="*/ 23727 w 488025"/>
                <a:gd name="connsiteY190" fmla="*/ 349751 h 643122"/>
                <a:gd name="connsiteX191" fmla="*/ 25477 w 488025"/>
                <a:gd name="connsiteY191" fmla="*/ 354965 h 643122"/>
                <a:gd name="connsiteX192" fmla="*/ 30255 w 488025"/>
                <a:gd name="connsiteY192" fmla="*/ 360180 h 643122"/>
                <a:gd name="connsiteX193" fmla="*/ 39174 w 488025"/>
                <a:gd name="connsiteY193" fmla="*/ 364755 h 643122"/>
                <a:gd name="connsiteX194" fmla="*/ 40688 w 488025"/>
                <a:gd name="connsiteY194" fmla="*/ 368892 h 643122"/>
                <a:gd name="connsiteX195" fmla="*/ 36347 w 488025"/>
                <a:gd name="connsiteY195" fmla="*/ 374308 h 643122"/>
                <a:gd name="connsiteX196" fmla="*/ 35472 w 488025"/>
                <a:gd name="connsiteY196" fmla="*/ 378009 h 643122"/>
                <a:gd name="connsiteX197" fmla="*/ 35236 w 488025"/>
                <a:gd name="connsiteY197" fmla="*/ 384535 h 643122"/>
                <a:gd name="connsiteX198" fmla="*/ 33049 w 488025"/>
                <a:gd name="connsiteY198" fmla="*/ 388437 h 643122"/>
                <a:gd name="connsiteX199" fmla="*/ 31972 w 488025"/>
                <a:gd name="connsiteY199" fmla="*/ 389749 h 643122"/>
                <a:gd name="connsiteX200" fmla="*/ 31333 w 488025"/>
                <a:gd name="connsiteY200" fmla="*/ 393449 h 643122"/>
                <a:gd name="connsiteX201" fmla="*/ 32208 w 488025"/>
                <a:gd name="connsiteY201" fmla="*/ 397587 h 643122"/>
                <a:gd name="connsiteX202" fmla="*/ 32409 w 488025"/>
                <a:gd name="connsiteY202" fmla="*/ 402599 h 643122"/>
                <a:gd name="connsiteX203" fmla="*/ 34799 w 488025"/>
                <a:gd name="connsiteY203" fmla="*/ 404416 h 643122"/>
                <a:gd name="connsiteX204" fmla="*/ 46612 w 488025"/>
                <a:gd name="connsiteY204" fmla="*/ 405660 h 643122"/>
                <a:gd name="connsiteX205" fmla="*/ 52400 w 488025"/>
                <a:gd name="connsiteY205" fmla="*/ 405660 h 643122"/>
                <a:gd name="connsiteX206" fmla="*/ 58492 w 488025"/>
                <a:gd name="connsiteY206" fmla="*/ 414070 h 643122"/>
                <a:gd name="connsiteX207" fmla="*/ 60242 w 488025"/>
                <a:gd name="connsiteY207" fmla="*/ 417535 h 643122"/>
                <a:gd name="connsiteX208" fmla="*/ 60545 w 488025"/>
                <a:gd name="connsiteY208" fmla="*/ 424196 h 643122"/>
                <a:gd name="connsiteX209" fmla="*/ 57650 w 488025"/>
                <a:gd name="connsiteY209" fmla="*/ 429107 h 643122"/>
                <a:gd name="connsiteX210" fmla="*/ 55900 w 488025"/>
                <a:gd name="connsiteY210" fmla="*/ 432875 h 643122"/>
                <a:gd name="connsiteX211" fmla="*/ 54150 w 488025"/>
                <a:gd name="connsiteY211" fmla="*/ 438964 h 643122"/>
                <a:gd name="connsiteX212" fmla="*/ 53578 w 488025"/>
                <a:gd name="connsiteY212" fmla="*/ 445624 h 643122"/>
                <a:gd name="connsiteX213" fmla="*/ 49237 w 488025"/>
                <a:gd name="connsiteY213" fmla="*/ 448820 h 643122"/>
                <a:gd name="connsiteX214" fmla="*/ 47217 w 488025"/>
                <a:gd name="connsiteY214" fmla="*/ 452016 h 643122"/>
                <a:gd name="connsiteX215" fmla="*/ 46342 w 488025"/>
                <a:gd name="connsiteY215" fmla="*/ 456591 h 643122"/>
                <a:gd name="connsiteX216" fmla="*/ 46915 w 488025"/>
                <a:gd name="connsiteY216" fmla="*/ 459551 h 643122"/>
                <a:gd name="connsiteX217" fmla="*/ 50684 w 488025"/>
                <a:gd name="connsiteY217" fmla="*/ 459551 h 643122"/>
                <a:gd name="connsiteX218" fmla="*/ 56472 w 488025"/>
                <a:gd name="connsiteY218" fmla="*/ 456725 h 643122"/>
                <a:gd name="connsiteX219" fmla="*/ 64886 w 488025"/>
                <a:gd name="connsiteY219" fmla="*/ 453160 h 643122"/>
                <a:gd name="connsiteX220" fmla="*/ 69228 w 488025"/>
                <a:gd name="connsiteY220" fmla="*/ 452285 h 643122"/>
                <a:gd name="connsiteX221" fmla="*/ 72997 w 488025"/>
                <a:gd name="connsiteY221" fmla="*/ 452588 h 643122"/>
                <a:gd name="connsiteX222" fmla="*/ 75891 w 488025"/>
                <a:gd name="connsiteY222" fmla="*/ 456725 h 643122"/>
                <a:gd name="connsiteX223" fmla="*/ 74747 w 488025"/>
                <a:gd name="connsiteY223" fmla="*/ 459551 h 643122"/>
                <a:gd name="connsiteX224" fmla="*/ 71852 w 488025"/>
                <a:gd name="connsiteY224" fmla="*/ 463016 h 643122"/>
                <a:gd name="connsiteX225" fmla="*/ 66636 w 488025"/>
                <a:gd name="connsiteY225" fmla="*/ 465640 h 643122"/>
                <a:gd name="connsiteX226" fmla="*/ 61117 w 488025"/>
                <a:gd name="connsiteY226" fmla="*/ 467658 h 643122"/>
                <a:gd name="connsiteX227" fmla="*/ 54150 w 488025"/>
                <a:gd name="connsiteY227" fmla="*/ 471123 h 643122"/>
                <a:gd name="connsiteX228" fmla="*/ 52131 w 488025"/>
                <a:gd name="connsiteY228" fmla="*/ 476337 h 643122"/>
                <a:gd name="connsiteX229" fmla="*/ 52400 w 488025"/>
                <a:gd name="connsiteY229" fmla="*/ 483570 h 643122"/>
                <a:gd name="connsiteX230" fmla="*/ 52972 w 488025"/>
                <a:gd name="connsiteY230" fmla="*/ 487909 h 643122"/>
                <a:gd name="connsiteX231" fmla="*/ 51391 w 488025"/>
                <a:gd name="connsiteY231" fmla="*/ 491105 h 643122"/>
                <a:gd name="connsiteX232" fmla="*/ 48059 w 488025"/>
                <a:gd name="connsiteY232" fmla="*/ 497766 h 643122"/>
                <a:gd name="connsiteX233" fmla="*/ 48059 w 488025"/>
                <a:gd name="connsiteY233" fmla="*/ 500356 h 643122"/>
                <a:gd name="connsiteX234" fmla="*/ 45736 w 488025"/>
                <a:gd name="connsiteY234" fmla="*/ 504998 h 643122"/>
                <a:gd name="connsiteX235" fmla="*/ 45165 w 488025"/>
                <a:gd name="connsiteY235" fmla="*/ 510515 h 643122"/>
                <a:gd name="connsiteX236" fmla="*/ 44862 w 488025"/>
                <a:gd name="connsiteY236" fmla="*/ 513711 h 643122"/>
                <a:gd name="connsiteX237" fmla="*/ 45434 w 488025"/>
                <a:gd name="connsiteY237" fmla="*/ 519800 h 643122"/>
                <a:gd name="connsiteX238" fmla="*/ 48631 w 488025"/>
                <a:gd name="connsiteY238" fmla="*/ 521818 h 643122"/>
                <a:gd name="connsiteX239" fmla="*/ 49775 w 488025"/>
                <a:gd name="connsiteY239" fmla="*/ 524711 h 643122"/>
                <a:gd name="connsiteX240" fmla="*/ 48631 w 488025"/>
                <a:gd name="connsiteY240" fmla="*/ 529622 h 643122"/>
                <a:gd name="connsiteX241" fmla="*/ 47487 w 488025"/>
                <a:gd name="connsiteY241" fmla="*/ 533390 h 643122"/>
                <a:gd name="connsiteX242" fmla="*/ 48934 w 488025"/>
                <a:gd name="connsiteY242" fmla="*/ 536586 h 643122"/>
                <a:gd name="connsiteX243" fmla="*/ 47924 w 488025"/>
                <a:gd name="connsiteY243" fmla="*/ 541228 h 643122"/>
                <a:gd name="connsiteX244" fmla="*/ 52838 w 488025"/>
                <a:gd name="connsiteY244" fmla="*/ 541531 h 643122"/>
                <a:gd name="connsiteX245" fmla="*/ 59501 w 488025"/>
                <a:gd name="connsiteY245" fmla="*/ 546005 h 643122"/>
                <a:gd name="connsiteX246" fmla="*/ 60948 w 488025"/>
                <a:gd name="connsiteY246" fmla="*/ 553103 h 643122"/>
                <a:gd name="connsiteX247" fmla="*/ 59939 w 488025"/>
                <a:gd name="connsiteY247" fmla="*/ 553977 h 643122"/>
                <a:gd name="connsiteX248" fmla="*/ 61958 w 488025"/>
                <a:gd name="connsiteY248" fmla="*/ 558048 h 643122"/>
                <a:gd name="connsiteX249" fmla="*/ 67175 w 488025"/>
                <a:gd name="connsiteY249" fmla="*/ 558182 h 643122"/>
                <a:gd name="connsiteX250" fmla="*/ 72391 w 488025"/>
                <a:gd name="connsiteY250" fmla="*/ 551959 h 643122"/>
                <a:gd name="connsiteX251" fmla="*/ 75588 w 488025"/>
                <a:gd name="connsiteY251" fmla="*/ 548629 h 643122"/>
                <a:gd name="connsiteX252" fmla="*/ 78483 w 488025"/>
                <a:gd name="connsiteY252" fmla="*/ 546610 h 643122"/>
                <a:gd name="connsiteX253" fmla="*/ 82117 w 488025"/>
                <a:gd name="connsiteY253" fmla="*/ 547788 h 643122"/>
                <a:gd name="connsiteX254" fmla="*/ 87906 w 488025"/>
                <a:gd name="connsiteY254" fmla="*/ 553002 h 643122"/>
                <a:gd name="connsiteX255" fmla="*/ 89925 w 488025"/>
                <a:gd name="connsiteY255" fmla="*/ 554146 h 643122"/>
                <a:gd name="connsiteX256" fmla="*/ 94132 w 488025"/>
                <a:gd name="connsiteY256" fmla="*/ 552834 h 643122"/>
                <a:gd name="connsiteX257" fmla="*/ 98204 w 488025"/>
                <a:gd name="connsiteY257" fmla="*/ 549369 h 643122"/>
                <a:gd name="connsiteX258" fmla="*/ 102983 w 488025"/>
                <a:gd name="connsiteY258" fmla="*/ 546476 h 643122"/>
                <a:gd name="connsiteX259" fmla="*/ 105743 w 488025"/>
                <a:gd name="connsiteY259" fmla="*/ 543280 h 643122"/>
                <a:gd name="connsiteX260" fmla="*/ 108200 w 488025"/>
                <a:gd name="connsiteY260" fmla="*/ 541699 h 643122"/>
                <a:gd name="connsiteX261" fmla="*/ 109781 w 488025"/>
                <a:gd name="connsiteY261" fmla="*/ 541127 h 643122"/>
                <a:gd name="connsiteX262" fmla="*/ 113988 w 488025"/>
                <a:gd name="connsiteY262" fmla="*/ 544895 h 643122"/>
                <a:gd name="connsiteX263" fmla="*/ 117455 w 488025"/>
                <a:gd name="connsiteY263" fmla="*/ 546476 h 643122"/>
                <a:gd name="connsiteX264" fmla="*/ 121359 w 488025"/>
                <a:gd name="connsiteY264" fmla="*/ 550546 h 643122"/>
                <a:gd name="connsiteX265" fmla="*/ 124118 w 488025"/>
                <a:gd name="connsiteY265" fmla="*/ 552867 h 643122"/>
                <a:gd name="connsiteX266" fmla="*/ 126137 w 488025"/>
                <a:gd name="connsiteY266" fmla="*/ 555626 h 643122"/>
                <a:gd name="connsiteX267" fmla="*/ 128460 w 488025"/>
                <a:gd name="connsiteY267" fmla="*/ 559259 h 643122"/>
                <a:gd name="connsiteX268" fmla="*/ 129032 w 488025"/>
                <a:gd name="connsiteY268" fmla="*/ 563161 h 643122"/>
                <a:gd name="connsiteX269" fmla="*/ 128325 w 488025"/>
                <a:gd name="connsiteY269" fmla="*/ 565348 h 643122"/>
                <a:gd name="connsiteX270" fmla="*/ 128762 w 488025"/>
                <a:gd name="connsiteY270" fmla="*/ 567669 h 643122"/>
                <a:gd name="connsiteX271" fmla="*/ 130075 w 488025"/>
                <a:gd name="connsiteY271" fmla="*/ 570696 h 643122"/>
                <a:gd name="connsiteX272" fmla="*/ 130647 w 488025"/>
                <a:gd name="connsiteY272" fmla="*/ 573455 h 643122"/>
                <a:gd name="connsiteX273" fmla="*/ 129772 w 488025"/>
                <a:gd name="connsiteY273" fmla="*/ 574767 h 643122"/>
                <a:gd name="connsiteX274" fmla="*/ 125431 w 488025"/>
                <a:gd name="connsiteY274" fmla="*/ 577223 h 643122"/>
                <a:gd name="connsiteX275" fmla="*/ 123815 w 488025"/>
                <a:gd name="connsiteY275" fmla="*/ 578972 h 643122"/>
                <a:gd name="connsiteX276" fmla="*/ 116411 w 488025"/>
                <a:gd name="connsiteY276" fmla="*/ 581865 h 643122"/>
                <a:gd name="connsiteX277" fmla="*/ 114661 w 488025"/>
                <a:gd name="connsiteY277" fmla="*/ 582302 h 643122"/>
                <a:gd name="connsiteX278" fmla="*/ 111195 w 488025"/>
                <a:gd name="connsiteY278" fmla="*/ 584758 h 643122"/>
                <a:gd name="connsiteX279" fmla="*/ 107291 w 488025"/>
                <a:gd name="connsiteY279" fmla="*/ 588828 h 643122"/>
                <a:gd name="connsiteX280" fmla="*/ 105137 w 488025"/>
                <a:gd name="connsiteY280" fmla="*/ 591418 h 643122"/>
                <a:gd name="connsiteX281" fmla="*/ 100493 w 488025"/>
                <a:gd name="connsiteY281" fmla="*/ 595186 h 643122"/>
                <a:gd name="connsiteX282" fmla="*/ 99617 w 488025"/>
                <a:gd name="connsiteY282" fmla="*/ 598516 h 643122"/>
                <a:gd name="connsiteX283" fmla="*/ 99180 w 488025"/>
                <a:gd name="connsiteY283" fmla="*/ 601847 h 643122"/>
                <a:gd name="connsiteX284" fmla="*/ 99315 w 488025"/>
                <a:gd name="connsiteY284" fmla="*/ 603428 h 643122"/>
                <a:gd name="connsiteX285" fmla="*/ 96858 w 488025"/>
                <a:gd name="connsiteY285" fmla="*/ 612275 h 643122"/>
                <a:gd name="connsiteX286" fmla="*/ 92954 w 488025"/>
                <a:gd name="connsiteY286" fmla="*/ 616783 h 643122"/>
                <a:gd name="connsiteX287" fmla="*/ 90935 w 488025"/>
                <a:gd name="connsiteY287" fmla="*/ 619373 h 643122"/>
                <a:gd name="connsiteX288" fmla="*/ 87468 w 488025"/>
                <a:gd name="connsiteY288" fmla="*/ 622569 h 643122"/>
                <a:gd name="connsiteX289" fmla="*/ 83396 w 488025"/>
                <a:gd name="connsiteY289" fmla="*/ 624015 h 643122"/>
                <a:gd name="connsiteX290" fmla="*/ 80064 w 488025"/>
                <a:gd name="connsiteY290" fmla="*/ 625327 h 643122"/>
                <a:gd name="connsiteX291" fmla="*/ 77473 w 488025"/>
                <a:gd name="connsiteY291" fmla="*/ 628220 h 643122"/>
                <a:gd name="connsiteX292" fmla="*/ 79189 w 488025"/>
                <a:gd name="connsiteY292" fmla="*/ 631853 h 643122"/>
                <a:gd name="connsiteX293" fmla="*/ 83093 w 488025"/>
                <a:gd name="connsiteY293" fmla="*/ 633872 h 643122"/>
                <a:gd name="connsiteX294" fmla="*/ 88882 w 488025"/>
                <a:gd name="connsiteY294" fmla="*/ 636899 h 643122"/>
                <a:gd name="connsiteX295" fmla="*/ 90632 w 488025"/>
                <a:gd name="connsiteY295" fmla="*/ 637908 h 643122"/>
                <a:gd name="connsiteX296" fmla="*/ 93526 w 488025"/>
                <a:gd name="connsiteY296" fmla="*/ 639052 h 643122"/>
                <a:gd name="connsiteX297" fmla="*/ 100762 w 488025"/>
                <a:gd name="connsiteY297" fmla="*/ 643123 h 643122"/>
                <a:gd name="connsiteX298" fmla="*/ 106113 w 488025"/>
                <a:gd name="connsiteY298" fmla="*/ 642820 h 643122"/>
                <a:gd name="connsiteX299" fmla="*/ 111464 w 488025"/>
                <a:gd name="connsiteY299" fmla="*/ 641945 h 643122"/>
                <a:gd name="connsiteX300" fmla="*/ 119575 w 488025"/>
                <a:gd name="connsiteY300" fmla="*/ 641071 h 643122"/>
                <a:gd name="connsiteX301" fmla="*/ 122907 w 488025"/>
                <a:gd name="connsiteY301" fmla="*/ 639759 h 643122"/>
                <a:gd name="connsiteX302" fmla="*/ 125229 w 488025"/>
                <a:gd name="connsiteY302" fmla="*/ 638447 h 643122"/>
                <a:gd name="connsiteX303" fmla="*/ 127686 w 488025"/>
                <a:gd name="connsiteY303" fmla="*/ 636260 h 643122"/>
                <a:gd name="connsiteX304" fmla="*/ 131589 w 488025"/>
                <a:gd name="connsiteY304" fmla="*/ 637269 h 643122"/>
                <a:gd name="connsiteX305" fmla="*/ 134618 w 488025"/>
                <a:gd name="connsiteY305" fmla="*/ 637404 h 643122"/>
                <a:gd name="connsiteX306" fmla="*/ 137378 w 488025"/>
                <a:gd name="connsiteY306" fmla="*/ 635385 h 643122"/>
                <a:gd name="connsiteX307" fmla="*/ 138960 w 488025"/>
                <a:gd name="connsiteY307" fmla="*/ 634073 h 643122"/>
                <a:gd name="connsiteX308" fmla="*/ 140979 w 488025"/>
                <a:gd name="connsiteY308" fmla="*/ 633636 h 643122"/>
                <a:gd name="connsiteX309" fmla="*/ 144883 w 488025"/>
                <a:gd name="connsiteY309" fmla="*/ 634343 h 643122"/>
                <a:gd name="connsiteX310" fmla="*/ 146902 w 488025"/>
                <a:gd name="connsiteY310" fmla="*/ 635655 h 643122"/>
                <a:gd name="connsiteX311" fmla="*/ 151109 w 488025"/>
                <a:gd name="connsiteY311" fmla="*/ 635520 h 643122"/>
                <a:gd name="connsiteX312" fmla="*/ 153499 w 488025"/>
                <a:gd name="connsiteY312" fmla="*/ 633064 h 643122"/>
                <a:gd name="connsiteX313" fmla="*/ 154003 w 488025"/>
                <a:gd name="connsiteY313" fmla="*/ 630171 h 643122"/>
                <a:gd name="connsiteX314" fmla="*/ 154003 w 488025"/>
                <a:gd name="connsiteY314" fmla="*/ 627278 h 643122"/>
                <a:gd name="connsiteX315" fmla="*/ 155451 w 488025"/>
                <a:gd name="connsiteY315" fmla="*/ 625966 h 643122"/>
                <a:gd name="connsiteX316" fmla="*/ 158210 w 488025"/>
                <a:gd name="connsiteY316" fmla="*/ 623645 h 643122"/>
                <a:gd name="connsiteX317" fmla="*/ 162855 w 488025"/>
                <a:gd name="connsiteY317" fmla="*/ 622905 h 643122"/>
                <a:gd name="connsiteX318" fmla="*/ 165311 w 488025"/>
                <a:gd name="connsiteY318" fmla="*/ 622905 h 643122"/>
                <a:gd name="connsiteX319" fmla="*/ 167330 w 488025"/>
                <a:gd name="connsiteY319" fmla="*/ 620584 h 643122"/>
                <a:gd name="connsiteX320" fmla="*/ 171369 w 488025"/>
                <a:gd name="connsiteY320" fmla="*/ 619407 h 643122"/>
                <a:gd name="connsiteX321" fmla="*/ 173557 w 488025"/>
                <a:gd name="connsiteY321" fmla="*/ 619104 h 643122"/>
                <a:gd name="connsiteX322" fmla="*/ 178639 w 488025"/>
                <a:gd name="connsiteY322" fmla="*/ 618801 h 643122"/>
                <a:gd name="connsiteX323" fmla="*/ 182408 w 488025"/>
                <a:gd name="connsiteY323" fmla="*/ 618936 h 643122"/>
                <a:gd name="connsiteX324" fmla="*/ 185908 w 488025"/>
                <a:gd name="connsiteY324" fmla="*/ 618801 h 643122"/>
                <a:gd name="connsiteX325" fmla="*/ 190384 w 488025"/>
                <a:gd name="connsiteY325" fmla="*/ 616783 h 643122"/>
                <a:gd name="connsiteX326" fmla="*/ 192706 w 488025"/>
                <a:gd name="connsiteY326" fmla="*/ 614461 h 643122"/>
                <a:gd name="connsiteX327" fmla="*/ 198798 w 488025"/>
                <a:gd name="connsiteY327" fmla="*/ 611770 h 643122"/>
                <a:gd name="connsiteX328" fmla="*/ 200110 w 488025"/>
                <a:gd name="connsiteY328" fmla="*/ 610694 h 643122"/>
                <a:gd name="connsiteX329" fmla="*/ 205327 w 488025"/>
                <a:gd name="connsiteY329" fmla="*/ 610694 h 643122"/>
                <a:gd name="connsiteX330" fmla="*/ 210106 w 488025"/>
                <a:gd name="connsiteY330" fmla="*/ 614596 h 643122"/>
                <a:gd name="connsiteX331" fmla="*/ 216197 w 488025"/>
                <a:gd name="connsiteY331" fmla="*/ 619945 h 643122"/>
                <a:gd name="connsiteX332" fmla="*/ 222154 w 488025"/>
                <a:gd name="connsiteY332" fmla="*/ 626336 h 643122"/>
                <a:gd name="connsiteX333" fmla="*/ 225048 w 488025"/>
                <a:gd name="connsiteY333" fmla="*/ 629095 h 643122"/>
                <a:gd name="connsiteX334" fmla="*/ 228683 w 488025"/>
                <a:gd name="connsiteY334" fmla="*/ 631281 h 643122"/>
                <a:gd name="connsiteX335" fmla="*/ 232015 w 488025"/>
                <a:gd name="connsiteY335" fmla="*/ 632291 h 643122"/>
                <a:gd name="connsiteX336" fmla="*/ 236928 w 488025"/>
                <a:gd name="connsiteY336" fmla="*/ 634309 h 643122"/>
                <a:gd name="connsiteX337" fmla="*/ 240698 w 488025"/>
                <a:gd name="connsiteY337" fmla="*/ 635184 h 643122"/>
                <a:gd name="connsiteX338" fmla="*/ 243592 w 488025"/>
                <a:gd name="connsiteY338" fmla="*/ 633737 h 643122"/>
                <a:gd name="connsiteX339" fmla="*/ 245174 w 488025"/>
                <a:gd name="connsiteY339" fmla="*/ 629397 h 643122"/>
                <a:gd name="connsiteX340" fmla="*/ 245477 w 488025"/>
                <a:gd name="connsiteY340" fmla="*/ 626370 h 643122"/>
                <a:gd name="connsiteX341" fmla="*/ 245039 w 488025"/>
                <a:gd name="connsiteY341" fmla="*/ 621156 h 643122"/>
                <a:gd name="connsiteX342" fmla="*/ 240260 w 488025"/>
                <a:gd name="connsiteY342" fmla="*/ 615942 h 643122"/>
                <a:gd name="connsiteX343" fmla="*/ 238510 w 488025"/>
                <a:gd name="connsiteY343" fmla="*/ 613318 h 643122"/>
                <a:gd name="connsiteX344" fmla="*/ 235448 w 488025"/>
                <a:gd name="connsiteY344" fmla="*/ 609416 h 643122"/>
                <a:gd name="connsiteX345" fmla="*/ 236895 w 488025"/>
                <a:gd name="connsiteY345" fmla="*/ 604067 h 643122"/>
                <a:gd name="connsiteX346" fmla="*/ 239217 w 488025"/>
                <a:gd name="connsiteY346" fmla="*/ 601039 h 643122"/>
                <a:gd name="connsiteX347" fmla="*/ 243121 w 488025"/>
                <a:gd name="connsiteY347" fmla="*/ 598584 h 643122"/>
                <a:gd name="connsiteX348" fmla="*/ 244433 w 488025"/>
                <a:gd name="connsiteY348" fmla="*/ 596397 h 643122"/>
                <a:gd name="connsiteX349" fmla="*/ 247631 w 488025"/>
                <a:gd name="connsiteY349" fmla="*/ 594211 h 643122"/>
                <a:gd name="connsiteX350" fmla="*/ 249515 w 488025"/>
                <a:gd name="connsiteY350" fmla="*/ 591889 h 643122"/>
                <a:gd name="connsiteX351" fmla="*/ 253352 w 488025"/>
                <a:gd name="connsiteY351" fmla="*/ 589198 h 643122"/>
                <a:gd name="connsiteX352" fmla="*/ 251400 w 488025"/>
                <a:gd name="connsiteY352" fmla="*/ 579005 h 643122"/>
                <a:gd name="connsiteX353" fmla="*/ 251400 w 488025"/>
                <a:gd name="connsiteY353" fmla="*/ 571605 h 643122"/>
                <a:gd name="connsiteX354" fmla="*/ 244433 w 488025"/>
                <a:gd name="connsiteY354" fmla="*/ 565314 h 643122"/>
                <a:gd name="connsiteX355" fmla="*/ 244433 w 488025"/>
                <a:gd name="connsiteY355" fmla="*/ 557711 h 643122"/>
                <a:gd name="connsiteX356" fmla="*/ 255068 w 488025"/>
                <a:gd name="connsiteY356" fmla="*/ 550109 h 643122"/>
                <a:gd name="connsiteX357" fmla="*/ 258333 w 488025"/>
                <a:gd name="connsiteY357" fmla="*/ 542506 h 643122"/>
                <a:gd name="connsiteX358" fmla="*/ 261362 w 488025"/>
                <a:gd name="connsiteY358" fmla="*/ 530564 h 643122"/>
                <a:gd name="connsiteX359" fmla="*/ 262472 w 488025"/>
                <a:gd name="connsiteY359" fmla="*/ 519934 h 643122"/>
                <a:gd name="connsiteX360" fmla="*/ 264626 w 488025"/>
                <a:gd name="connsiteY360" fmla="*/ 514081 h 643122"/>
                <a:gd name="connsiteX361" fmla="*/ 262876 w 488025"/>
                <a:gd name="connsiteY361" fmla="*/ 508631 h 643122"/>
                <a:gd name="connsiteX362" fmla="*/ 262674 w 488025"/>
                <a:gd name="connsiteY362" fmla="*/ 502105 h 643122"/>
                <a:gd name="connsiteX363" fmla="*/ 268328 w 488025"/>
                <a:gd name="connsiteY363" fmla="*/ 498842 h 643122"/>
                <a:gd name="connsiteX364" fmla="*/ 271794 w 488025"/>
                <a:gd name="connsiteY364" fmla="*/ 489726 h 643122"/>
                <a:gd name="connsiteX365" fmla="*/ 270482 w 488025"/>
                <a:gd name="connsiteY365" fmla="*/ 484512 h 643122"/>
                <a:gd name="connsiteX366" fmla="*/ 272636 w 488025"/>
                <a:gd name="connsiteY366" fmla="*/ 479499 h 643122"/>
                <a:gd name="connsiteX367" fmla="*/ 276775 w 488025"/>
                <a:gd name="connsiteY367" fmla="*/ 476472 h 643122"/>
                <a:gd name="connsiteX368" fmla="*/ 280477 w 488025"/>
                <a:gd name="connsiteY368" fmla="*/ 475597 h 643122"/>
                <a:gd name="connsiteX369" fmla="*/ 287208 w 488025"/>
                <a:gd name="connsiteY369" fmla="*/ 471258 h 643122"/>
                <a:gd name="connsiteX370" fmla="*/ 291785 w 488025"/>
                <a:gd name="connsiteY370" fmla="*/ 467995 h 643122"/>
                <a:gd name="connsiteX371" fmla="*/ 294612 w 488025"/>
                <a:gd name="connsiteY371" fmla="*/ 462579 h 643122"/>
                <a:gd name="connsiteX372" fmla="*/ 297439 w 488025"/>
                <a:gd name="connsiteY372" fmla="*/ 457163 h 643122"/>
                <a:gd name="connsiteX373" fmla="*/ 299391 w 488025"/>
                <a:gd name="connsiteY373" fmla="*/ 454337 h 643122"/>
                <a:gd name="connsiteX374" fmla="*/ 301545 w 488025"/>
                <a:gd name="connsiteY374" fmla="*/ 452823 h 643122"/>
                <a:gd name="connsiteX375" fmla="*/ 306324 w 488025"/>
                <a:gd name="connsiteY375" fmla="*/ 449997 h 643122"/>
                <a:gd name="connsiteX376" fmla="*/ 307637 w 488025"/>
                <a:gd name="connsiteY376" fmla="*/ 445994 h 643122"/>
                <a:gd name="connsiteX377" fmla="*/ 304810 w 488025"/>
                <a:gd name="connsiteY377" fmla="*/ 443942 h 643122"/>
                <a:gd name="connsiteX378" fmla="*/ 299156 w 488025"/>
                <a:gd name="connsiteY378" fmla="*/ 443942 h 643122"/>
                <a:gd name="connsiteX379" fmla="*/ 293939 w 488025"/>
                <a:gd name="connsiteY379" fmla="*/ 443942 h 643122"/>
                <a:gd name="connsiteX380" fmla="*/ 291314 w 488025"/>
                <a:gd name="connsiteY380" fmla="*/ 439367 h 643122"/>
                <a:gd name="connsiteX381" fmla="*/ 291314 w 488025"/>
                <a:gd name="connsiteY381" fmla="*/ 436104 h 643122"/>
                <a:gd name="connsiteX382" fmla="*/ 294141 w 488025"/>
                <a:gd name="connsiteY382" fmla="*/ 429814 h 643122"/>
                <a:gd name="connsiteX383" fmla="*/ 297843 w 488025"/>
                <a:gd name="connsiteY383" fmla="*/ 424599 h 643122"/>
                <a:gd name="connsiteX384" fmla="*/ 305011 w 488025"/>
                <a:gd name="connsiteY384" fmla="*/ 420260 h 643122"/>
                <a:gd name="connsiteX385" fmla="*/ 308276 w 488025"/>
                <a:gd name="connsiteY385" fmla="*/ 417434 h 643122"/>
                <a:gd name="connsiteX386" fmla="*/ 314132 w 488025"/>
                <a:gd name="connsiteY386" fmla="*/ 414407 h 643122"/>
                <a:gd name="connsiteX387" fmla="*/ 317161 w 488025"/>
                <a:gd name="connsiteY387" fmla="*/ 409428 h 643122"/>
                <a:gd name="connsiteX388" fmla="*/ 316522 w 488025"/>
                <a:gd name="connsiteY388" fmla="*/ 403575 h 643122"/>
                <a:gd name="connsiteX389" fmla="*/ 312180 w 488025"/>
                <a:gd name="connsiteY389" fmla="*/ 397486 h 643122"/>
                <a:gd name="connsiteX390" fmla="*/ 307603 w 488025"/>
                <a:gd name="connsiteY390" fmla="*/ 391633 h 643122"/>
                <a:gd name="connsiteX391" fmla="*/ 304136 w 488025"/>
                <a:gd name="connsiteY391" fmla="*/ 384030 h 643122"/>
                <a:gd name="connsiteX392" fmla="*/ 299559 w 488025"/>
                <a:gd name="connsiteY392" fmla="*/ 380330 h 643122"/>
                <a:gd name="connsiteX393" fmla="*/ 299122 w 488025"/>
                <a:gd name="connsiteY393" fmla="*/ 374039 h 643122"/>
                <a:gd name="connsiteX394" fmla="*/ 303026 w 488025"/>
                <a:gd name="connsiteY394" fmla="*/ 371852 h 643122"/>
                <a:gd name="connsiteX395" fmla="*/ 305214 w 488025"/>
                <a:gd name="connsiteY395" fmla="*/ 369027 h 643122"/>
                <a:gd name="connsiteX396" fmla="*/ 309117 w 488025"/>
                <a:gd name="connsiteY396" fmla="*/ 360987 h 643122"/>
                <a:gd name="connsiteX397" fmla="*/ 313896 w 488025"/>
                <a:gd name="connsiteY397" fmla="*/ 356647 h 643122"/>
                <a:gd name="connsiteX398" fmla="*/ 318238 w 488025"/>
                <a:gd name="connsiteY398" fmla="*/ 351231 h 643122"/>
                <a:gd name="connsiteX399" fmla="*/ 329310 w 488025"/>
                <a:gd name="connsiteY399" fmla="*/ 343629 h 643122"/>
                <a:gd name="connsiteX400" fmla="*/ 338431 w 488025"/>
                <a:gd name="connsiteY400" fmla="*/ 342552 h 643122"/>
                <a:gd name="connsiteX401" fmla="*/ 344959 w 488025"/>
                <a:gd name="connsiteY401" fmla="*/ 341913 h 643122"/>
                <a:gd name="connsiteX402" fmla="*/ 351253 w 488025"/>
                <a:gd name="connsiteY402" fmla="*/ 335387 h 643122"/>
                <a:gd name="connsiteX403" fmla="*/ 354080 w 488025"/>
                <a:gd name="connsiteY403" fmla="*/ 332999 h 643122"/>
                <a:gd name="connsiteX404" fmla="*/ 356671 w 488025"/>
                <a:gd name="connsiteY404" fmla="*/ 327785 h 643122"/>
                <a:gd name="connsiteX405" fmla="*/ 359061 w 488025"/>
                <a:gd name="connsiteY405" fmla="*/ 322133 h 643122"/>
                <a:gd name="connsiteX406" fmla="*/ 363099 w 488025"/>
                <a:gd name="connsiteY406" fmla="*/ 318231 h 643122"/>
                <a:gd name="connsiteX407" fmla="*/ 366027 w 488025"/>
                <a:gd name="connsiteY407" fmla="*/ 313454 h 643122"/>
                <a:gd name="connsiteX408" fmla="*/ 366027 w 488025"/>
                <a:gd name="connsiteY408" fmla="*/ 309316 h 643122"/>
                <a:gd name="connsiteX409" fmla="*/ 363638 w 488025"/>
                <a:gd name="connsiteY409" fmla="*/ 304304 h 643122"/>
                <a:gd name="connsiteX410" fmla="*/ 360374 w 488025"/>
                <a:gd name="connsiteY410" fmla="*/ 303228 h 643122"/>
                <a:gd name="connsiteX411" fmla="*/ 357984 w 488025"/>
                <a:gd name="connsiteY411" fmla="*/ 299325 h 643122"/>
                <a:gd name="connsiteX412" fmla="*/ 358186 w 488025"/>
                <a:gd name="connsiteY412" fmla="*/ 293472 h 643122"/>
                <a:gd name="connsiteX413" fmla="*/ 355998 w 488025"/>
                <a:gd name="connsiteY413" fmla="*/ 289335 h 643122"/>
                <a:gd name="connsiteX414" fmla="*/ 352094 w 488025"/>
                <a:gd name="connsiteY414" fmla="*/ 287383 h 643122"/>
                <a:gd name="connsiteX415" fmla="*/ 345801 w 488025"/>
                <a:gd name="connsiteY415" fmla="*/ 283919 h 643122"/>
                <a:gd name="connsiteX416" fmla="*/ 347113 w 488025"/>
                <a:gd name="connsiteY416" fmla="*/ 280655 h 643122"/>
                <a:gd name="connsiteX417" fmla="*/ 348191 w 488025"/>
                <a:gd name="connsiteY417" fmla="*/ 276081 h 643122"/>
                <a:gd name="connsiteX418" fmla="*/ 352330 w 488025"/>
                <a:gd name="connsiteY418" fmla="*/ 271943 h 643122"/>
                <a:gd name="connsiteX419" fmla="*/ 359936 w 488025"/>
                <a:gd name="connsiteY419" fmla="*/ 268041 h 643122"/>
                <a:gd name="connsiteX420" fmla="*/ 365152 w 488025"/>
                <a:gd name="connsiteY420" fmla="*/ 265652 h 643122"/>
                <a:gd name="connsiteX421" fmla="*/ 372119 w 488025"/>
                <a:gd name="connsiteY421" fmla="*/ 260438 h 643122"/>
                <a:gd name="connsiteX422" fmla="*/ 374946 w 488025"/>
                <a:gd name="connsiteY422" fmla="*/ 255863 h 643122"/>
                <a:gd name="connsiteX423" fmla="*/ 375383 w 488025"/>
                <a:gd name="connsiteY423" fmla="*/ 248698 h 643122"/>
                <a:gd name="connsiteX424" fmla="*/ 376023 w 488025"/>
                <a:gd name="connsiteY424" fmla="*/ 246511 h 643122"/>
                <a:gd name="connsiteX425" fmla="*/ 379725 w 488025"/>
                <a:gd name="connsiteY425" fmla="*/ 243450 h 643122"/>
                <a:gd name="connsiteX426" fmla="*/ 384941 w 488025"/>
                <a:gd name="connsiteY426" fmla="*/ 241701 h 643122"/>
                <a:gd name="connsiteX427" fmla="*/ 389720 w 488025"/>
                <a:gd name="connsiteY427" fmla="*/ 238875 h 643122"/>
                <a:gd name="connsiteX428" fmla="*/ 392110 w 488025"/>
                <a:gd name="connsiteY428" fmla="*/ 236487 h 643122"/>
                <a:gd name="connsiteX429" fmla="*/ 394701 w 488025"/>
                <a:gd name="connsiteY429" fmla="*/ 233661 h 643122"/>
                <a:gd name="connsiteX430" fmla="*/ 396451 w 488025"/>
                <a:gd name="connsiteY430" fmla="*/ 233661 h 643122"/>
                <a:gd name="connsiteX431" fmla="*/ 401667 w 488025"/>
                <a:gd name="connsiteY431" fmla="*/ 236049 h 643122"/>
                <a:gd name="connsiteX432" fmla="*/ 402542 w 488025"/>
                <a:gd name="connsiteY432" fmla="*/ 241499 h 643122"/>
                <a:gd name="connsiteX433" fmla="*/ 406009 w 488025"/>
                <a:gd name="connsiteY433" fmla="*/ 247789 h 643122"/>
                <a:gd name="connsiteX434" fmla="*/ 412101 w 488025"/>
                <a:gd name="connsiteY434" fmla="*/ 248664 h 643122"/>
                <a:gd name="connsiteX435" fmla="*/ 415365 w 488025"/>
                <a:gd name="connsiteY435" fmla="*/ 246713 h 643122"/>
                <a:gd name="connsiteX436" fmla="*/ 421255 w 488025"/>
                <a:gd name="connsiteY436" fmla="*/ 243887 h 643122"/>
                <a:gd name="connsiteX437" fmla="*/ 424284 w 488025"/>
                <a:gd name="connsiteY437" fmla="*/ 240624 h 643122"/>
                <a:gd name="connsiteX438" fmla="*/ 429702 w 488025"/>
                <a:gd name="connsiteY438" fmla="*/ 235410 h 643122"/>
                <a:gd name="connsiteX439" fmla="*/ 439933 w 488025"/>
                <a:gd name="connsiteY439" fmla="*/ 230398 h 643122"/>
                <a:gd name="connsiteX440" fmla="*/ 447101 w 488025"/>
                <a:gd name="connsiteY440" fmla="*/ 226260 h 643122"/>
                <a:gd name="connsiteX441" fmla="*/ 450164 w 488025"/>
                <a:gd name="connsiteY441" fmla="*/ 228648 h 643122"/>
                <a:gd name="connsiteX442" fmla="*/ 453193 w 488025"/>
                <a:gd name="connsiteY442" fmla="*/ 230398 h 643122"/>
                <a:gd name="connsiteX443" fmla="*/ 456222 w 488025"/>
                <a:gd name="connsiteY443" fmla="*/ 227572 h 643122"/>
                <a:gd name="connsiteX444" fmla="*/ 457332 w 488025"/>
                <a:gd name="connsiteY444" fmla="*/ 222156 h 643122"/>
                <a:gd name="connsiteX445" fmla="*/ 459082 w 488025"/>
                <a:gd name="connsiteY445" fmla="*/ 220844 h 643122"/>
                <a:gd name="connsiteX446" fmla="*/ 464501 w 488025"/>
                <a:gd name="connsiteY446" fmla="*/ 218018 h 643122"/>
                <a:gd name="connsiteX447" fmla="*/ 469515 w 488025"/>
                <a:gd name="connsiteY447" fmla="*/ 218018 h 643122"/>
                <a:gd name="connsiteX448" fmla="*/ 474530 w 488025"/>
                <a:gd name="connsiteY448" fmla="*/ 214318 h 643122"/>
                <a:gd name="connsiteX449" fmla="*/ 477794 w 488025"/>
                <a:gd name="connsiteY449" fmla="*/ 212804 h 643122"/>
                <a:gd name="connsiteX450" fmla="*/ 478232 w 488025"/>
                <a:gd name="connsiteY450" fmla="*/ 212804 h 643122"/>
                <a:gd name="connsiteX451" fmla="*/ 478669 w 488025"/>
                <a:gd name="connsiteY451" fmla="*/ 205404 h 643122"/>
                <a:gd name="connsiteX452" fmla="*/ 478030 w 488025"/>
                <a:gd name="connsiteY452" fmla="*/ 201501 h 643122"/>
                <a:gd name="connsiteX453" fmla="*/ 476515 w 488025"/>
                <a:gd name="connsiteY453" fmla="*/ 196085 h 643122"/>
                <a:gd name="connsiteX454" fmla="*/ 478030 w 488025"/>
                <a:gd name="connsiteY454" fmla="*/ 194572 h 643122"/>
                <a:gd name="connsiteX455" fmla="*/ 481732 w 488025"/>
                <a:gd name="connsiteY455" fmla="*/ 194134 h 643122"/>
                <a:gd name="connsiteX456" fmla="*/ 484996 w 488025"/>
                <a:gd name="connsiteY456" fmla="*/ 187171 h 643122"/>
                <a:gd name="connsiteX457" fmla="*/ 488025 w 488025"/>
                <a:gd name="connsiteY457" fmla="*/ 175868 h 643122"/>
                <a:gd name="connsiteX458" fmla="*/ 481900 w 488025"/>
                <a:gd name="connsiteY458" fmla="*/ 169577 h 64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488025" h="643122">
                  <a:moveTo>
                    <a:pt x="481900" y="169577"/>
                  </a:moveTo>
                  <a:lnTo>
                    <a:pt x="479275" y="158712"/>
                  </a:lnTo>
                  <a:lnTo>
                    <a:pt x="479914" y="147409"/>
                  </a:lnTo>
                  <a:lnTo>
                    <a:pt x="472073" y="137182"/>
                  </a:lnTo>
                  <a:lnTo>
                    <a:pt x="463390" y="126317"/>
                  </a:lnTo>
                  <a:lnTo>
                    <a:pt x="454909" y="117638"/>
                  </a:lnTo>
                  <a:lnTo>
                    <a:pt x="443601" y="110271"/>
                  </a:lnTo>
                  <a:lnTo>
                    <a:pt x="437947" y="104182"/>
                  </a:lnTo>
                  <a:lnTo>
                    <a:pt x="434918" y="92442"/>
                  </a:lnTo>
                  <a:lnTo>
                    <a:pt x="439260" y="90053"/>
                  </a:lnTo>
                  <a:lnTo>
                    <a:pt x="439260" y="81778"/>
                  </a:lnTo>
                  <a:lnTo>
                    <a:pt x="442726" y="77439"/>
                  </a:lnTo>
                  <a:lnTo>
                    <a:pt x="449457" y="75925"/>
                  </a:lnTo>
                  <a:lnTo>
                    <a:pt x="451645" y="72224"/>
                  </a:lnTo>
                  <a:lnTo>
                    <a:pt x="453159" y="65496"/>
                  </a:lnTo>
                  <a:lnTo>
                    <a:pt x="444476" y="62233"/>
                  </a:lnTo>
                  <a:lnTo>
                    <a:pt x="444476" y="59340"/>
                  </a:lnTo>
                  <a:lnTo>
                    <a:pt x="442726" y="52377"/>
                  </a:lnTo>
                  <a:lnTo>
                    <a:pt x="437510" y="51502"/>
                  </a:lnTo>
                  <a:lnTo>
                    <a:pt x="428524" y="52949"/>
                  </a:lnTo>
                  <a:lnTo>
                    <a:pt x="420682" y="52377"/>
                  </a:lnTo>
                  <a:lnTo>
                    <a:pt x="408230" y="50358"/>
                  </a:lnTo>
                  <a:lnTo>
                    <a:pt x="397225" y="49484"/>
                  </a:lnTo>
                  <a:lnTo>
                    <a:pt x="389114" y="49181"/>
                  </a:lnTo>
                  <a:lnTo>
                    <a:pt x="384201" y="47163"/>
                  </a:lnTo>
                  <a:lnTo>
                    <a:pt x="378412" y="44842"/>
                  </a:lnTo>
                  <a:lnTo>
                    <a:pt x="378412" y="42823"/>
                  </a:lnTo>
                  <a:lnTo>
                    <a:pt x="373633" y="41377"/>
                  </a:lnTo>
                  <a:lnTo>
                    <a:pt x="371446" y="36163"/>
                  </a:lnTo>
                  <a:lnTo>
                    <a:pt x="371446" y="29199"/>
                  </a:lnTo>
                  <a:lnTo>
                    <a:pt x="371446" y="26609"/>
                  </a:lnTo>
                  <a:lnTo>
                    <a:pt x="369258" y="24019"/>
                  </a:lnTo>
                  <a:lnTo>
                    <a:pt x="365623" y="24893"/>
                  </a:lnTo>
                  <a:lnTo>
                    <a:pt x="358657" y="24019"/>
                  </a:lnTo>
                  <a:lnTo>
                    <a:pt x="356066" y="20251"/>
                  </a:lnTo>
                  <a:lnTo>
                    <a:pt x="351421" y="14162"/>
                  </a:lnTo>
                  <a:lnTo>
                    <a:pt x="346508" y="13860"/>
                  </a:lnTo>
                  <a:lnTo>
                    <a:pt x="344758" y="15609"/>
                  </a:lnTo>
                  <a:lnTo>
                    <a:pt x="340887" y="17930"/>
                  </a:lnTo>
                  <a:lnTo>
                    <a:pt x="337219" y="22269"/>
                  </a:lnTo>
                  <a:cubicBezTo>
                    <a:pt x="337219" y="22269"/>
                    <a:pt x="338363" y="26037"/>
                    <a:pt x="340113" y="27181"/>
                  </a:cubicBezTo>
                  <a:cubicBezTo>
                    <a:pt x="341864" y="28325"/>
                    <a:pt x="340113" y="32698"/>
                    <a:pt x="340113" y="32698"/>
                  </a:cubicBezTo>
                  <a:lnTo>
                    <a:pt x="340113" y="36768"/>
                  </a:lnTo>
                  <a:lnTo>
                    <a:pt x="338094" y="41410"/>
                  </a:lnTo>
                  <a:lnTo>
                    <a:pt x="336950" y="44606"/>
                  </a:lnTo>
                  <a:lnTo>
                    <a:pt x="325945" y="48071"/>
                  </a:lnTo>
                  <a:lnTo>
                    <a:pt x="322748" y="51267"/>
                  </a:lnTo>
                  <a:lnTo>
                    <a:pt x="318406" y="56178"/>
                  </a:lnTo>
                  <a:lnTo>
                    <a:pt x="313190" y="56178"/>
                  </a:lnTo>
                  <a:lnTo>
                    <a:pt x="306526" y="56178"/>
                  </a:lnTo>
                  <a:lnTo>
                    <a:pt x="302454" y="53151"/>
                  </a:lnTo>
                  <a:lnTo>
                    <a:pt x="299862" y="49517"/>
                  </a:lnTo>
                  <a:lnTo>
                    <a:pt x="298415" y="44875"/>
                  </a:lnTo>
                  <a:lnTo>
                    <a:pt x="298415" y="41410"/>
                  </a:lnTo>
                  <a:lnTo>
                    <a:pt x="298987" y="37071"/>
                  </a:lnTo>
                  <a:lnTo>
                    <a:pt x="304204" y="33606"/>
                  </a:lnTo>
                  <a:lnTo>
                    <a:pt x="309420" y="30713"/>
                  </a:lnTo>
                  <a:lnTo>
                    <a:pt x="312617" y="26945"/>
                  </a:lnTo>
                  <a:lnTo>
                    <a:pt x="319281" y="22303"/>
                  </a:lnTo>
                  <a:lnTo>
                    <a:pt x="319281" y="15340"/>
                  </a:lnTo>
                  <a:lnTo>
                    <a:pt x="314805" y="11572"/>
                  </a:lnTo>
                  <a:lnTo>
                    <a:pt x="308848" y="6661"/>
                  </a:lnTo>
                  <a:lnTo>
                    <a:pt x="308848" y="3465"/>
                  </a:lnTo>
                  <a:lnTo>
                    <a:pt x="305516" y="0"/>
                  </a:lnTo>
                  <a:lnTo>
                    <a:pt x="296968" y="875"/>
                  </a:lnTo>
                  <a:lnTo>
                    <a:pt x="292896" y="1177"/>
                  </a:lnTo>
                  <a:lnTo>
                    <a:pt x="289429" y="3498"/>
                  </a:lnTo>
                  <a:lnTo>
                    <a:pt x="290574" y="10731"/>
                  </a:lnTo>
                  <a:lnTo>
                    <a:pt x="287679" y="14196"/>
                  </a:lnTo>
                  <a:lnTo>
                    <a:pt x="283607" y="17661"/>
                  </a:lnTo>
                  <a:cubicBezTo>
                    <a:pt x="283607" y="17661"/>
                    <a:pt x="278088" y="22572"/>
                    <a:pt x="277819" y="23447"/>
                  </a:cubicBezTo>
                  <a:cubicBezTo>
                    <a:pt x="277549" y="24321"/>
                    <a:pt x="273746" y="28661"/>
                    <a:pt x="273746" y="28661"/>
                  </a:cubicBezTo>
                  <a:cubicBezTo>
                    <a:pt x="273746" y="28661"/>
                    <a:pt x="268530" y="31857"/>
                    <a:pt x="266780" y="31857"/>
                  </a:cubicBezTo>
                  <a:cubicBezTo>
                    <a:pt x="265030" y="31857"/>
                    <a:pt x="260991" y="34481"/>
                    <a:pt x="260991" y="34481"/>
                  </a:cubicBezTo>
                  <a:lnTo>
                    <a:pt x="252308" y="37071"/>
                  </a:lnTo>
                  <a:lnTo>
                    <a:pt x="245645" y="37071"/>
                  </a:lnTo>
                  <a:lnTo>
                    <a:pt x="245409" y="36196"/>
                  </a:lnTo>
                  <a:lnTo>
                    <a:pt x="243592" y="38652"/>
                  </a:lnTo>
                  <a:lnTo>
                    <a:pt x="238476" y="40670"/>
                  </a:lnTo>
                  <a:lnTo>
                    <a:pt x="230736" y="44068"/>
                  </a:lnTo>
                  <a:lnTo>
                    <a:pt x="227101" y="45716"/>
                  </a:lnTo>
                  <a:lnTo>
                    <a:pt x="217543" y="45716"/>
                  </a:lnTo>
                  <a:lnTo>
                    <a:pt x="212764" y="38316"/>
                  </a:lnTo>
                  <a:lnTo>
                    <a:pt x="209937" y="35591"/>
                  </a:lnTo>
                  <a:lnTo>
                    <a:pt x="204721" y="33539"/>
                  </a:lnTo>
                  <a:lnTo>
                    <a:pt x="193211" y="33539"/>
                  </a:lnTo>
                  <a:lnTo>
                    <a:pt x="186918" y="34851"/>
                  </a:lnTo>
                  <a:lnTo>
                    <a:pt x="178975" y="35288"/>
                  </a:lnTo>
                  <a:lnTo>
                    <a:pt x="176687" y="39627"/>
                  </a:lnTo>
                  <a:lnTo>
                    <a:pt x="176687" y="43092"/>
                  </a:lnTo>
                  <a:lnTo>
                    <a:pt x="174061" y="47869"/>
                  </a:lnTo>
                  <a:lnTo>
                    <a:pt x="171235" y="51771"/>
                  </a:lnTo>
                  <a:lnTo>
                    <a:pt x="167533" y="54160"/>
                  </a:lnTo>
                  <a:lnTo>
                    <a:pt x="162956" y="55472"/>
                  </a:lnTo>
                  <a:lnTo>
                    <a:pt x="156426" y="58096"/>
                  </a:lnTo>
                  <a:lnTo>
                    <a:pt x="153398" y="64184"/>
                  </a:lnTo>
                  <a:cubicBezTo>
                    <a:pt x="153398" y="64184"/>
                    <a:pt x="152960" y="68087"/>
                    <a:pt x="152321" y="68524"/>
                  </a:cubicBezTo>
                  <a:cubicBezTo>
                    <a:pt x="151681" y="68961"/>
                    <a:pt x="145792" y="71989"/>
                    <a:pt x="145792" y="71989"/>
                  </a:cubicBezTo>
                  <a:lnTo>
                    <a:pt x="138388" y="67010"/>
                  </a:lnTo>
                  <a:lnTo>
                    <a:pt x="132936" y="63545"/>
                  </a:lnTo>
                  <a:lnTo>
                    <a:pt x="128157" y="67683"/>
                  </a:lnTo>
                  <a:cubicBezTo>
                    <a:pt x="128157" y="67683"/>
                    <a:pt x="126407" y="70071"/>
                    <a:pt x="126205" y="70946"/>
                  </a:cubicBezTo>
                  <a:cubicBezTo>
                    <a:pt x="126003" y="71821"/>
                    <a:pt x="121864" y="73772"/>
                    <a:pt x="122065" y="75084"/>
                  </a:cubicBezTo>
                  <a:cubicBezTo>
                    <a:pt x="122267" y="76396"/>
                    <a:pt x="126407" y="83023"/>
                    <a:pt x="126407" y="83023"/>
                  </a:cubicBezTo>
                  <a:lnTo>
                    <a:pt x="122065" y="87463"/>
                  </a:lnTo>
                  <a:lnTo>
                    <a:pt x="114897" y="87463"/>
                  </a:lnTo>
                  <a:lnTo>
                    <a:pt x="106214" y="87463"/>
                  </a:lnTo>
                  <a:lnTo>
                    <a:pt x="95781" y="87463"/>
                  </a:lnTo>
                  <a:cubicBezTo>
                    <a:pt x="95781" y="87463"/>
                    <a:pt x="93156" y="89414"/>
                    <a:pt x="92752" y="90289"/>
                  </a:cubicBezTo>
                  <a:cubicBezTo>
                    <a:pt x="92315" y="91163"/>
                    <a:pt x="89487" y="94191"/>
                    <a:pt x="88848" y="94628"/>
                  </a:cubicBezTo>
                  <a:cubicBezTo>
                    <a:pt x="88209" y="95066"/>
                    <a:pt x="85382" y="96142"/>
                    <a:pt x="85382" y="96142"/>
                  </a:cubicBezTo>
                  <a:lnTo>
                    <a:pt x="77574" y="97891"/>
                  </a:lnTo>
                  <a:lnTo>
                    <a:pt x="64516" y="97891"/>
                  </a:lnTo>
                  <a:lnTo>
                    <a:pt x="61049" y="97891"/>
                  </a:lnTo>
                  <a:lnTo>
                    <a:pt x="60174" y="101794"/>
                  </a:lnTo>
                  <a:lnTo>
                    <a:pt x="60174" y="103980"/>
                  </a:lnTo>
                  <a:lnTo>
                    <a:pt x="60174" y="109194"/>
                  </a:lnTo>
                  <a:cubicBezTo>
                    <a:pt x="60174" y="109194"/>
                    <a:pt x="58660" y="110069"/>
                    <a:pt x="57987" y="110506"/>
                  </a:cubicBezTo>
                  <a:cubicBezTo>
                    <a:pt x="57348" y="110943"/>
                    <a:pt x="53208" y="111381"/>
                    <a:pt x="52568" y="111583"/>
                  </a:cubicBezTo>
                  <a:cubicBezTo>
                    <a:pt x="52501" y="111616"/>
                    <a:pt x="52434" y="111616"/>
                    <a:pt x="52434" y="111650"/>
                  </a:cubicBezTo>
                  <a:cubicBezTo>
                    <a:pt x="52501" y="111616"/>
                    <a:pt x="52568" y="111448"/>
                    <a:pt x="50179" y="111583"/>
                  </a:cubicBezTo>
                  <a:cubicBezTo>
                    <a:pt x="46679" y="111784"/>
                    <a:pt x="44087" y="111650"/>
                    <a:pt x="44087" y="111650"/>
                  </a:cubicBezTo>
                  <a:lnTo>
                    <a:pt x="41261" y="116158"/>
                  </a:lnTo>
                  <a:cubicBezTo>
                    <a:pt x="41261" y="116158"/>
                    <a:pt x="40184" y="118109"/>
                    <a:pt x="38871" y="119421"/>
                  </a:cubicBezTo>
                  <a:cubicBezTo>
                    <a:pt x="37559" y="120733"/>
                    <a:pt x="34092" y="123760"/>
                    <a:pt x="34092" y="123760"/>
                  </a:cubicBezTo>
                  <a:lnTo>
                    <a:pt x="34092" y="126586"/>
                  </a:lnTo>
                  <a:lnTo>
                    <a:pt x="35842" y="133314"/>
                  </a:lnTo>
                  <a:lnTo>
                    <a:pt x="35842" y="140479"/>
                  </a:lnTo>
                  <a:lnTo>
                    <a:pt x="37592" y="145929"/>
                  </a:lnTo>
                  <a:lnTo>
                    <a:pt x="45198" y="148317"/>
                  </a:lnTo>
                  <a:lnTo>
                    <a:pt x="48900" y="148317"/>
                  </a:lnTo>
                  <a:lnTo>
                    <a:pt x="56708" y="153969"/>
                  </a:lnTo>
                  <a:lnTo>
                    <a:pt x="57819" y="156357"/>
                  </a:lnTo>
                  <a:lnTo>
                    <a:pt x="56069" y="166348"/>
                  </a:lnTo>
                  <a:lnTo>
                    <a:pt x="52165" y="175262"/>
                  </a:lnTo>
                  <a:lnTo>
                    <a:pt x="49775" y="184379"/>
                  </a:lnTo>
                  <a:cubicBezTo>
                    <a:pt x="49775" y="184379"/>
                    <a:pt x="49136" y="186128"/>
                    <a:pt x="49775" y="188281"/>
                  </a:cubicBezTo>
                  <a:cubicBezTo>
                    <a:pt x="50414" y="190468"/>
                    <a:pt x="53679" y="195244"/>
                    <a:pt x="55194" y="194807"/>
                  </a:cubicBezTo>
                  <a:cubicBezTo>
                    <a:pt x="56708" y="194370"/>
                    <a:pt x="62160" y="194841"/>
                    <a:pt x="62160" y="194841"/>
                  </a:cubicBezTo>
                  <a:lnTo>
                    <a:pt x="65189" y="196994"/>
                  </a:lnTo>
                  <a:lnTo>
                    <a:pt x="66064" y="200694"/>
                  </a:lnTo>
                  <a:lnTo>
                    <a:pt x="65425" y="203284"/>
                  </a:lnTo>
                  <a:lnTo>
                    <a:pt x="64112" y="206312"/>
                  </a:lnTo>
                  <a:lnTo>
                    <a:pt x="59771" y="208498"/>
                  </a:lnTo>
                  <a:cubicBezTo>
                    <a:pt x="59771" y="208498"/>
                    <a:pt x="63035" y="212636"/>
                    <a:pt x="62800" y="213511"/>
                  </a:cubicBezTo>
                  <a:cubicBezTo>
                    <a:pt x="62597" y="214385"/>
                    <a:pt x="64112" y="215899"/>
                    <a:pt x="57348" y="220474"/>
                  </a:cubicBezTo>
                  <a:cubicBezTo>
                    <a:pt x="50617" y="225049"/>
                    <a:pt x="47352" y="228077"/>
                    <a:pt x="47352" y="228077"/>
                  </a:cubicBezTo>
                  <a:lnTo>
                    <a:pt x="40184" y="231777"/>
                  </a:lnTo>
                  <a:lnTo>
                    <a:pt x="40823" y="235242"/>
                  </a:lnTo>
                  <a:lnTo>
                    <a:pt x="45400" y="235242"/>
                  </a:lnTo>
                  <a:lnTo>
                    <a:pt x="47790" y="239380"/>
                  </a:lnTo>
                  <a:lnTo>
                    <a:pt x="44962" y="244796"/>
                  </a:lnTo>
                  <a:lnTo>
                    <a:pt x="41934" y="248260"/>
                  </a:lnTo>
                  <a:lnTo>
                    <a:pt x="34126" y="250447"/>
                  </a:lnTo>
                  <a:lnTo>
                    <a:pt x="30861" y="251961"/>
                  </a:lnTo>
                  <a:lnTo>
                    <a:pt x="25847" y="253037"/>
                  </a:lnTo>
                  <a:lnTo>
                    <a:pt x="22145" y="255426"/>
                  </a:lnTo>
                  <a:lnTo>
                    <a:pt x="19755" y="258487"/>
                  </a:lnTo>
                  <a:lnTo>
                    <a:pt x="18443" y="260875"/>
                  </a:lnTo>
                  <a:lnTo>
                    <a:pt x="18443" y="263903"/>
                  </a:lnTo>
                  <a:lnTo>
                    <a:pt x="18443" y="269117"/>
                  </a:lnTo>
                  <a:lnTo>
                    <a:pt x="18443" y="276081"/>
                  </a:lnTo>
                  <a:lnTo>
                    <a:pt x="16928" y="278032"/>
                  </a:lnTo>
                  <a:lnTo>
                    <a:pt x="15616" y="280218"/>
                  </a:lnTo>
                  <a:lnTo>
                    <a:pt x="12149" y="283279"/>
                  </a:lnTo>
                  <a:lnTo>
                    <a:pt x="9760" y="286542"/>
                  </a:lnTo>
                  <a:cubicBezTo>
                    <a:pt x="9760" y="286542"/>
                    <a:pt x="8683" y="287182"/>
                    <a:pt x="8683" y="289133"/>
                  </a:cubicBezTo>
                  <a:cubicBezTo>
                    <a:pt x="8683" y="291084"/>
                    <a:pt x="6731" y="294549"/>
                    <a:pt x="6731" y="294549"/>
                  </a:cubicBezTo>
                  <a:lnTo>
                    <a:pt x="3264" y="298014"/>
                  </a:lnTo>
                  <a:lnTo>
                    <a:pt x="1750" y="299527"/>
                  </a:lnTo>
                  <a:lnTo>
                    <a:pt x="0" y="302151"/>
                  </a:lnTo>
                  <a:lnTo>
                    <a:pt x="2625" y="305179"/>
                  </a:lnTo>
                  <a:lnTo>
                    <a:pt x="3063" y="311032"/>
                  </a:lnTo>
                  <a:lnTo>
                    <a:pt x="3938" y="316684"/>
                  </a:lnTo>
                  <a:lnTo>
                    <a:pt x="4577" y="317995"/>
                  </a:lnTo>
                  <a:lnTo>
                    <a:pt x="4577" y="322133"/>
                  </a:lnTo>
                  <a:lnTo>
                    <a:pt x="7168" y="322133"/>
                  </a:lnTo>
                  <a:lnTo>
                    <a:pt x="10669" y="324320"/>
                  </a:lnTo>
                  <a:lnTo>
                    <a:pt x="15683" y="325632"/>
                  </a:lnTo>
                  <a:lnTo>
                    <a:pt x="19385" y="325632"/>
                  </a:lnTo>
                  <a:lnTo>
                    <a:pt x="24837" y="321292"/>
                  </a:lnTo>
                  <a:lnTo>
                    <a:pt x="30929" y="320418"/>
                  </a:lnTo>
                  <a:lnTo>
                    <a:pt x="34832" y="320619"/>
                  </a:lnTo>
                  <a:lnTo>
                    <a:pt x="34597" y="322571"/>
                  </a:lnTo>
                  <a:lnTo>
                    <a:pt x="34159" y="327347"/>
                  </a:lnTo>
                  <a:lnTo>
                    <a:pt x="33083" y="331485"/>
                  </a:lnTo>
                  <a:lnTo>
                    <a:pt x="31770" y="335623"/>
                  </a:lnTo>
                  <a:lnTo>
                    <a:pt x="28741" y="338246"/>
                  </a:lnTo>
                  <a:lnTo>
                    <a:pt x="26116" y="341711"/>
                  </a:lnTo>
                  <a:lnTo>
                    <a:pt x="24164" y="344537"/>
                  </a:lnTo>
                  <a:cubicBezTo>
                    <a:pt x="24164" y="344537"/>
                    <a:pt x="23727" y="349112"/>
                    <a:pt x="23727" y="349751"/>
                  </a:cubicBezTo>
                  <a:cubicBezTo>
                    <a:pt x="23727" y="350390"/>
                    <a:pt x="25477" y="354965"/>
                    <a:pt x="25477" y="354965"/>
                  </a:cubicBezTo>
                  <a:lnTo>
                    <a:pt x="30255" y="360180"/>
                  </a:lnTo>
                  <a:lnTo>
                    <a:pt x="39174" y="364755"/>
                  </a:lnTo>
                  <a:lnTo>
                    <a:pt x="40688" y="368892"/>
                  </a:lnTo>
                  <a:lnTo>
                    <a:pt x="36347" y="374308"/>
                  </a:lnTo>
                  <a:lnTo>
                    <a:pt x="35472" y="378009"/>
                  </a:lnTo>
                  <a:lnTo>
                    <a:pt x="35236" y="384535"/>
                  </a:lnTo>
                  <a:lnTo>
                    <a:pt x="33049" y="388437"/>
                  </a:lnTo>
                  <a:lnTo>
                    <a:pt x="31972" y="389749"/>
                  </a:lnTo>
                  <a:lnTo>
                    <a:pt x="31333" y="393449"/>
                  </a:lnTo>
                  <a:lnTo>
                    <a:pt x="32208" y="397587"/>
                  </a:lnTo>
                  <a:lnTo>
                    <a:pt x="32409" y="402599"/>
                  </a:lnTo>
                  <a:lnTo>
                    <a:pt x="34799" y="404416"/>
                  </a:lnTo>
                  <a:lnTo>
                    <a:pt x="46612" y="405660"/>
                  </a:lnTo>
                  <a:lnTo>
                    <a:pt x="52400" y="405660"/>
                  </a:lnTo>
                  <a:lnTo>
                    <a:pt x="58492" y="414070"/>
                  </a:lnTo>
                  <a:lnTo>
                    <a:pt x="60242" y="417535"/>
                  </a:lnTo>
                  <a:lnTo>
                    <a:pt x="60545" y="424196"/>
                  </a:lnTo>
                  <a:lnTo>
                    <a:pt x="57650" y="429107"/>
                  </a:lnTo>
                  <a:lnTo>
                    <a:pt x="55900" y="432875"/>
                  </a:lnTo>
                  <a:cubicBezTo>
                    <a:pt x="55900" y="432875"/>
                    <a:pt x="54150" y="437214"/>
                    <a:pt x="54150" y="438964"/>
                  </a:cubicBezTo>
                  <a:cubicBezTo>
                    <a:pt x="54150" y="440713"/>
                    <a:pt x="53578" y="445624"/>
                    <a:pt x="53578" y="445624"/>
                  </a:cubicBezTo>
                  <a:cubicBezTo>
                    <a:pt x="53578" y="445624"/>
                    <a:pt x="50112" y="447945"/>
                    <a:pt x="49237" y="448820"/>
                  </a:cubicBezTo>
                  <a:cubicBezTo>
                    <a:pt x="48362" y="449695"/>
                    <a:pt x="47217" y="452016"/>
                    <a:pt x="47217" y="452016"/>
                  </a:cubicBezTo>
                  <a:lnTo>
                    <a:pt x="46342" y="456591"/>
                  </a:lnTo>
                  <a:lnTo>
                    <a:pt x="46915" y="459551"/>
                  </a:lnTo>
                  <a:lnTo>
                    <a:pt x="50684" y="459551"/>
                  </a:lnTo>
                  <a:cubicBezTo>
                    <a:pt x="50684" y="459551"/>
                    <a:pt x="55328" y="457365"/>
                    <a:pt x="56472" y="456725"/>
                  </a:cubicBezTo>
                  <a:cubicBezTo>
                    <a:pt x="57617" y="456086"/>
                    <a:pt x="64886" y="453160"/>
                    <a:pt x="64886" y="453160"/>
                  </a:cubicBezTo>
                  <a:lnTo>
                    <a:pt x="69228" y="452285"/>
                  </a:lnTo>
                  <a:lnTo>
                    <a:pt x="72997" y="452588"/>
                  </a:lnTo>
                  <a:lnTo>
                    <a:pt x="75891" y="456725"/>
                  </a:lnTo>
                  <a:lnTo>
                    <a:pt x="74747" y="459551"/>
                  </a:lnTo>
                  <a:lnTo>
                    <a:pt x="71852" y="463016"/>
                  </a:lnTo>
                  <a:lnTo>
                    <a:pt x="66636" y="465640"/>
                  </a:lnTo>
                  <a:cubicBezTo>
                    <a:pt x="66636" y="465640"/>
                    <a:pt x="62564" y="466784"/>
                    <a:pt x="61117" y="467658"/>
                  </a:cubicBezTo>
                  <a:cubicBezTo>
                    <a:pt x="59670" y="468533"/>
                    <a:pt x="54150" y="471123"/>
                    <a:pt x="54150" y="471123"/>
                  </a:cubicBezTo>
                  <a:lnTo>
                    <a:pt x="52131" y="476337"/>
                  </a:lnTo>
                  <a:lnTo>
                    <a:pt x="52400" y="483570"/>
                  </a:lnTo>
                  <a:lnTo>
                    <a:pt x="52972" y="487909"/>
                  </a:lnTo>
                  <a:lnTo>
                    <a:pt x="51391" y="491105"/>
                  </a:lnTo>
                  <a:lnTo>
                    <a:pt x="48059" y="497766"/>
                  </a:lnTo>
                  <a:lnTo>
                    <a:pt x="48059" y="500356"/>
                  </a:lnTo>
                  <a:lnTo>
                    <a:pt x="45736" y="504998"/>
                  </a:lnTo>
                  <a:lnTo>
                    <a:pt x="45165" y="510515"/>
                  </a:lnTo>
                  <a:lnTo>
                    <a:pt x="44862" y="513711"/>
                  </a:lnTo>
                  <a:lnTo>
                    <a:pt x="45434" y="519800"/>
                  </a:lnTo>
                  <a:lnTo>
                    <a:pt x="48631" y="521818"/>
                  </a:lnTo>
                  <a:lnTo>
                    <a:pt x="49775" y="524711"/>
                  </a:lnTo>
                  <a:lnTo>
                    <a:pt x="48631" y="529622"/>
                  </a:lnTo>
                  <a:lnTo>
                    <a:pt x="47487" y="533390"/>
                  </a:lnTo>
                  <a:lnTo>
                    <a:pt x="48934" y="536586"/>
                  </a:lnTo>
                  <a:lnTo>
                    <a:pt x="47924" y="541228"/>
                  </a:lnTo>
                  <a:lnTo>
                    <a:pt x="52838" y="541531"/>
                  </a:lnTo>
                  <a:lnTo>
                    <a:pt x="59501" y="546005"/>
                  </a:lnTo>
                  <a:lnTo>
                    <a:pt x="60948" y="553103"/>
                  </a:lnTo>
                  <a:lnTo>
                    <a:pt x="59939" y="553977"/>
                  </a:lnTo>
                  <a:lnTo>
                    <a:pt x="61958" y="558048"/>
                  </a:lnTo>
                  <a:lnTo>
                    <a:pt x="67175" y="558182"/>
                  </a:lnTo>
                  <a:cubicBezTo>
                    <a:pt x="67175" y="558182"/>
                    <a:pt x="71819" y="552094"/>
                    <a:pt x="72391" y="551959"/>
                  </a:cubicBezTo>
                  <a:cubicBezTo>
                    <a:pt x="72963" y="551825"/>
                    <a:pt x="75588" y="548629"/>
                    <a:pt x="75588" y="548629"/>
                  </a:cubicBezTo>
                  <a:cubicBezTo>
                    <a:pt x="75588" y="548629"/>
                    <a:pt x="77910" y="546610"/>
                    <a:pt x="78483" y="546610"/>
                  </a:cubicBezTo>
                  <a:cubicBezTo>
                    <a:pt x="79055" y="546610"/>
                    <a:pt x="81680" y="547351"/>
                    <a:pt x="82117" y="547788"/>
                  </a:cubicBezTo>
                  <a:cubicBezTo>
                    <a:pt x="82555" y="548225"/>
                    <a:pt x="87906" y="553002"/>
                    <a:pt x="87906" y="553002"/>
                  </a:cubicBezTo>
                  <a:lnTo>
                    <a:pt x="89925" y="554146"/>
                  </a:lnTo>
                  <a:cubicBezTo>
                    <a:pt x="89925" y="554146"/>
                    <a:pt x="93391" y="553137"/>
                    <a:pt x="94132" y="552834"/>
                  </a:cubicBezTo>
                  <a:cubicBezTo>
                    <a:pt x="94839" y="552531"/>
                    <a:pt x="97767" y="549503"/>
                    <a:pt x="98204" y="549369"/>
                  </a:cubicBezTo>
                  <a:cubicBezTo>
                    <a:pt x="98642" y="549234"/>
                    <a:pt x="102411" y="546610"/>
                    <a:pt x="102983" y="546476"/>
                  </a:cubicBezTo>
                  <a:cubicBezTo>
                    <a:pt x="103555" y="546341"/>
                    <a:pt x="105305" y="543280"/>
                    <a:pt x="105743" y="543280"/>
                  </a:cubicBezTo>
                  <a:cubicBezTo>
                    <a:pt x="106180" y="543280"/>
                    <a:pt x="108200" y="541699"/>
                    <a:pt x="108200" y="541699"/>
                  </a:cubicBezTo>
                  <a:cubicBezTo>
                    <a:pt x="108200" y="541699"/>
                    <a:pt x="109344" y="541127"/>
                    <a:pt x="109781" y="541127"/>
                  </a:cubicBezTo>
                  <a:cubicBezTo>
                    <a:pt x="110219" y="541127"/>
                    <a:pt x="113988" y="544895"/>
                    <a:pt x="113988" y="544895"/>
                  </a:cubicBezTo>
                  <a:lnTo>
                    <a:pt x="117455" y="546476"/>
                  </a:lnTo>
                  <a:lnTo>
                    <a:pt x="121359" y="550546"/>
                  </a:lnTo>
                  <a:cubicBezTo>
                    <a:pt x="121359" y="550546"/>
                    <a:pt x="123681" y="552127"/>
                    <a:pt x="124118" y="552867"/>
                  </a:cubicBezTo>
                  <a:cubicBezTo>
                    <a:pt x="124556" y="553608"/>
                    <a:pt x="125868" y="554886"/>
                    <a:pt x="126137" y="555626"/>
                  </a:cubicBezTo>
                  <a:cubicBezTo>
                    <a:pt x="126440" y="556366"/>
                    <a:pt x="128460" y="559259"/>
                    <a:pt x="128460" y="559259"/>
                  </a:cubicBezTo>
                  <a:cubicBezTo>
                    <a:pt x="128460" y="559259"/>
                    <a:pt x="129032" y="562724"/>
                    <a:pt x="129032" y="563161"/>
                  </a:cubicBezTo>
                  <a:cubicBezTo>
                    <a:pt x="129032" y="563598"/>
                    <a:pt x="128325" y="565348"/>
                    <a:pt x="128325" y="565348"/>
                  </a:cubicBezTo>
                  <a:cubicBezTo>
                    <a:pt x="128325" y="565348"/>
                    <a:pt x="128190" y="566222"/>
                    <a:pt x="128762" y="567669"/>
                  </a:cubicBezTo>
                  <a:cubicBezTo>
                    <a:pt x="129335" y="569115"/>
                    <a:pt x="129907" y="569990"/>
                    <a:pt x="130075" y="570696"/>
                  </a:cubicBezTo>
                  <a:cubicBezTo>
                    <a:pt x="130210" y="571436"/>
                    <a:pt x="130647" y="573455"/>
                    <a:pt x="130647" y="573455"/>
                  </a:cubicBezTo>
                  <a:cubicBezTo>
                    <a:pt x="130647" y="573455"/>
                    <a:pt x="130210" y="574329"/>
                    <a:pt x="129772" y="574767"/>
                  </a:cubicBezTo>
                  <a:cubicBezTo>
                    <a:pt x="129335" y="575204"/>
                    <a:pt x="125431" y="577223"/>
                    <a:pt x="125431" y="577223"/>
                  </a:cubicBezTo>
                  <a:cubicBezTo>
                    <a:pt x="125431" y="577223"/>
                    <a:pt x="124421" y="578669"/>
                    <a:pt x="123815" y="578972"/>
                  </a:cubicBezTo>
                  <a:cubicBezTo>
                    <a:pt x="123243" y="579275"/>
                    <a:pt x="116411" y="581865"/>
                    <a:pt x="116411" y="581865"/>
                  </a:cubicBezTo>
                  <a:cubicBezTo>
                    <a:pt x="116411" y="581865"/>
                    <a:pt x="115099" y="581999"/>
                    <a:pt x="114661" y="582302"/>
                  </a:cubicBezTo>
                  <a:cubicBezTo>
                    <a:pt x="114224" y="582605"/>
                    <a:pt x="111632" y="584186"/>
                    <a:pt x="111195" y="584758"/>
                  </a:cubicBezTo>
                  <a:cubicBezTo>
                    <a:pt x="110757" y="585330"/>
                    <a:pt x="107291" y="588223"/>
                    <a:pt x="107291" y="588828"/>
                  </a:cubicBezTo>
                  <a:cubicBezTo>
                    <a:pt x="107291" y="589400"/>
                    <a:pt x="106147" y="589568"/>
                    <a:pt x="105137" y="591418"/>
                  </a:cubicBezTo>
                  <a:cubicBezTo>
                    <a:pt x="104127" y="593302"/>
                    <a:pt x="100493" y="595186"/>
                    <a:pt x="100493" y="595186"/>
                  </a:cubicBezTo>
                  <a:cubicBezTo>
                    <a:pt x="100493" y="595186"/>
                    <a:pt x="99921" y="597776"/>
                    <a:pt x="99617" y="598516"/>
                  </a:cubicBezTo>
                  <a:cubicBezTo>
                    <a:pt x="99315" y="599223"/>
                    <a:pt x="99180" y="601847"/>
                    <a:pt x="99180" y="601847"/>
                  </a:cubicBezTo>
                  <a:cubicBezTo>
                    <a:pt x="99180" y="601847"/>
                    <a:pt x="99046" y="602990"/>
                    <a:pt x="99315" y="603428"/>
                  </a:cubicBezTo>
                  <a:cubicBezTo>
                    <a:pt x="99617" y="603865"/>
                    <a:pt x="96858" y="612275"/>
                    <a:pt x="96858" y="612275"/>
                  </a:cubicBezTo>
                  <a:lnTo>
                    <a:pt x="92954" y="616783"/>
                  </a:lnTo>
                  <a:lnTo>
                    <a:pt x="90935" y="619373"/>
                  </a:lnTo>
                  <a:lnTo>
                    <a:pt x="87468" y="622569"/>
                  </a:lnTo>
                  <a:cubicBezTo>
                    <a:pt x="87468" y="622569"/>
                    <a:pt x="83565" y="623578"/>
                    <a:pt x="83396" y="624015"/>
                  </a:cubicBezTo>
                  <a:cubicBezTo>
                    <a:pt x="83261" y="624453"/>
                    <a:pt x="80199" y="624722"/>
                    <a:pt x="80064" y="625327"/>
                  </a:cubicBezTo>
                  <a:cubicBezTo>
                    <a:pt x="79930" y="625899"/>
                    <a:pt x="77473" y="627648"/>
                    <a:pt x="77473" y="628220"/>
                  </a:cubicBezTo>
                  <a:cubicBezTo>
                    <a:pt x="77473" y="628792"/>
                    <a:pt x="78785" y="631685"/>
                    <a:pt x="79189" y="631853"/>
                  </a:cubicBezTo>
                  <a:cubicBezTo>
                    <a:pt x="79627" y="631988"/>
                    <a:pt x="82656" y="633737"/>
                    <a:pt x="83093" y="633872"/>
                  </a:cubicBezTo>
                  <a:cubicBezTo>
                    <a:pt x="83531" y="634006"/>
                    <a:pt x="88882" y="636899"/>
                    <a:pt x="88882" y="636899"/>
                  </a:cubicBezTo>
                  <a:lnTo>
                    <a:pt x="90632" y="637908"/>
                  </a:lnTo>
                  <a:lnTo>
                    <a:pt x="93526" y="639052"/>
                  </a:lnTo>
                  <a:lnTo>
                    <a:pt x="100762" y="643123"/>
                  </a:lnTo>
                  <a:cubicBezTo>
                    <a:pt x="100762" y="643123"/>
                    <a:pt x="104969" y="643123"/>
                    <a:pt x="106113" y="642820"/>
                  </a:cubicBezTo>
                  <a:cubicBezTo>
                    <a:pt x="107257" y="642517"/>
                    <a:pt x="111464" y="641945"/>
                    <a:pt x="111464" y="641945"/>
                  </a:cubicBezTo>
                  <a:cubicBezTo>
                    <a:pt x="111464" y="641945"/>
                    <a:pt x="118868" y="641373"/>
                    <a:pt x="119575" y="641071"/>
                  </a:cubicBezTo>
                  <a:cubicBezTo>
                    <a:pt x="120315" y="640768"/>
                    <a:pt x="122907" y="639759"/>
                    <a:pt x="122907" y="639759"/>
                  </a:cubicBezTo>
                  <a:cubicBezTo>
                    <a:pt x="122907" y="639759"/>
                    <a:pt x="124657" y="638447"/>
                    <a:pt x="125229" y="638447"/>
                  </a:cubicBezTo>
                  <a:cubicBezTo>
                    <a:pt x="125801" y="638447"/>
                    <a:pt x="127686" y="636260"/>
                    <a:pt x="127686" y="636260"/>
                  </a:cubicBezTo>
                  <a:lnTo>
                    <a:pt x="131589" y="637269"/>
                  </a:lnTo>
                  <a:lnTo>
                    <a:pt x="134618" y="637404"/>
                  </a:lnTo>
                  <a:lnTo>
                    <a:pt x="137378" y="635385"/>
                  </a:lnTo>
                  <a:lnTo>
                    <a:pt x="138960" y="634073"/>
                  </a:lnTo>
                  <a:cubicBezTo>
                    <a:pt x="138960" y="634073"/>
                    <a:pt x="140138" y="633502"/>
                    <a:pt x="140979" y="633636"/>
                  </a:cubicBezTo>
                  <a:cubicBezTo>
                    <a:pt x="141854" y="633771"/>
                    <a:pt x="142864" y="633064"/>
                    <a:pt x="144883" y="634343"/>
                  </a:cubicBezTo>
                  <a:cubicBezTo>
                    <a:pt x="146902" y="635655"/>
                    <a:pt x="146902" y="635655"/>
                    <a:pt x="146902" y="635655"/>
                  </a:cubicBezTo>
                  <a:lnTo>
                    <a:pt x="151109" y="635520"/>
                  </a:lnTo>
                  <a:lnTo>
                    <a:pt x="153499" y="633064"/>
                  </a:lnTo>
                  <a:lnTo>
                    <a:pt x="154003" y="630171"/>
                  </a:lnTo>
                  <a:lnTo>
                    <a:pt x="154003" y="627278"/>
                  </a:lnTo>
                  <a:lnTo>
                    <a:pt x="155451" y="625966"/>
                  </a:lnTo>
                  <a:lnTo>
                    <a:pt x="158210" y="623645"/>
                  </a:lnTo>
                  <a:lnTo>
                    <a:pt x="162855" y="622905"/>
                  </a:lnTo>
                  <a:lnTo>
                    <a:pt x="165311" y="622905"/>
                  </a:lnTo>
                  <a:cubicBezTo>
                    <a:pt x="165311" y="622905"/>
                    <a:pt x="166052" y="620584"/>
                    <a:pt x="167330" y="620584"/>
                  </a:cubicBezTo>
                  <a:cubicBezTo>
                    <a:pt x="168643" y="620584"/>
                    <a:pt x="170797" y="619407"/>
                    <a:pt x="171369" y="619407"/>
                  </a:cubicBezTo>
                  <a:cubicBezTo>
                    <a:pt x="171941" y="619407"/>
                    <a:pt x="172244" y="619104"/>
                    <a:pt x="173557" y="619104"/>
                  </a:cubicBezTo>
                  <a:cubicBezTo>
                    <a:pt x="174869" y="619104"/>
                    <a:pt x="177326" y="618801"/>
                    <a:pt x="178639" y="618801"/>
                  </a:cubicBezTo>
                  <a:cubicBezTo>
                    <a:pt x="179951" y="618801"/>
                    <a:pt x="180220" y="618666"/>
                    <a:pt x="182408" y="618936"/>
                  </a:cubicBezTo>
                  <a:cubicBezTo>
                    <a:pt x="184595" y="619238"/>
                    <a:pt x="184730" y="618936"/>
                    <a:pt x="185908" y="618801"/>
                  </a:cubicBezTo>
                  <a:cubicBezTo>
                    <a:pt x="187086" y="618666"/>
                    <a:pt x="189374" y="616917"/>
                    <a:pt x="190384" y="616783"/>
                  </a:cubicBezTo>
                  <a:cubicBezTo>
                    <a:pt x="191394" y="616648"/>
                    <a:pt x="192706" y="614461"/>
                    <a:pt x="192706" y="614461"/>
                  </a:cubicBezTo>
                  <a:lnTo>
                    <a:pt x="198798" y="611770"/>
                  </a:lnTo>
                  <a:lnTo>
                    <a:pt x="200110" y="610694"/>
                  </a:lnTo>
                  <a:lnTo>
                    <a:pt x="205327" y="610694"/>
                  </a:lnTo>
                  <a:lnTo>
                    <a:pt x="210106" y="614596"/>
                  </a:lnTo>
                  <a:lnTo>
                    <a:pt x="216197" y="619945"/>
                  </a:lnTo>
                  <a:cubicBezTo>
                    <a:pt x="216197" y="619945"/>
                    <a:pt x="221851" y="625596"/>
                    <a:pt x="222154" y="626336"/>
                  </a:cubicBezTo>
                  <a:cubicBezTo>
                    <a:pt x="222423" y="627076"/>
                    <a:pt x="225048" y="629095"/>
                    <a:pt x="225048" y="629095"/>
                  </a:cubicBezTo>
                  <a:cubicBezTo>
                    <a:pt x="225048" y="629095"/>
                    <a:pt x="228077" y="630979"/>
                    <a:pt x="228683" y="631281"/>
                  </a:cubicBezTo>
                  <a:cubicBezTo>
                    <a:pt x="229255" y="631584"/>
                    <a:pt x="231443" y="632291"/>
                    <a:pt x="232015" y="632291"/>
                  </a:cubicBezTo>
                  <a:cubicBezTo>
                    <a:pt x="232587" y="632291"/>
                    <a:pt x="235784" y="633300"/>
                    <a:pt x="236928" y="634309"/>
                  </a:cubicBezTo>
                  <a:cubicBezTo>
                    <a:pt x="238072" y="635318"/>
                    <a:pt x="240698" y="635184"/>
                    <a:pt x="240698" y="635184"/>
                  </a:cubicBezTo>
                  <a:lnTo>
                    <a:pt x="243592" y="633737"/>
                  </a:lnTo>
                  <a:cubicBezTo>
                    <a:pt x="243592" y="633737"/>
                    <a:pt x="244904" y="630104"/>
                    <a:pt x="245174" y="629397"/>
                  </a:cubicBezTo>
                  <a:cubicBezTo>
                    <a:pt x="245477" y="628658"/>
                    <a:pt x="245477" y="627211"/>
                    <a:pt x="245477" y="626370"/>
                  </a:cubicBezTo>
                  <a:cubicBezTo>
                    <a:pt x="245477" y="625495"/>
                    <a:pt x="245039" y="621156"/>
                    <a:pt x="245039" y="621156"/>
                  </a:cubicBezTo>
                  <a:lnTo>
                    <a:pt x="240260" y="615942"/>
                  </a:lnTo>
                  <a:cubicBezTo>
                    <a:pt x="240260" y="615942"/>
                    <a:pt x="239957" y="614932"/>
                    <a:pt x="238510" y="613318"/>
                  </a:cubicBezTo>
                  <a:cubicBezTo>
                    <a:pt x="237063" y="611737"/>
                    <a:pt x="235313" y="610559"/>
                    <a:pt x="235448" y="609416"/>
                  </a:cubicBezTo>
                  <a:cubicBezTo>
                    <a:pt x="235582" y="608238"/>
                    <a:pt x="236592" y="604504"/>
                    <a:pt x="236895" y="604067"/>
                  </a:cubicBezTo>
                  <a:cubicBezTo>
                    <a:pt x="237197" y="603630"/>
                    <a:pt x="239217" y="601039"/>
                    <a:pt x="239217" y="601039"/>
                  </a:cubicBezTo>
                  <a:lnTo>
                    <a:pt x="243121" y="598584"/>
                  </a:lnTo>
                  <a:lnTo>
                    <a:pt x="244433" y="596397"/>
                  </a:lnTo>
                  <a:cubicBezTo>
                    <a:pt x="244433" y="596397"/>
                    <a:pt x="247193" y="594379"/>
                    <a:pt x="247631" y="594211"/>
                  </a:cubicBezTo>
                  <a:cubicBezTo>
                    <a:pt x="248068" y="594076"/>
                    <a:pt x="249515" y="591889"/>
                    <a:pt x="249515" y="591889"/>
                  </a:cubicBezTo>
                  <a:lnTo>
                    <a:pt x="253352" y="589198"/>
                  </a:lnTo>
                  <a:lnTo>
                    <a:pt x="251400" y="579005"/>
                  </a:lnTo>
                  <a:lnTo>
                    <a:pt x="251400" y="571605"/>
                  </a:lnTo>
                  <a:lnTo>
                    <a:pt x="244433" y="565314"/>
                  </a:lnTo>
                  <a:lnTo>
                    <a:pt x="244433" y="557711"/>
                  </a:lnTo>
                  <a:lnTo>
                    <a:pt x="255068" y="550109"/>
                  </a:lnTo>
                  <a:lnTo>
                    <a:pt x="258333" y="542506"/>
                  </a:lnTo>
                  <a:lnTo>
                    <a:pt x="261362" y="530564"/>
                  </a:lnTo>
                  <a:lnTo>
                    <a:pt x="262472" y="519934"/>
                  </a:lnTo>
                  <a:lnTo>
                    <a:pt x="264626" y="514081"/>
                  </a:lnTo>
                  <a:lnTo>
                    <a:pt x="262876" y="508631"/>
                  </a:lnTo>
                  <a:cubicBezTo>
                    <a:pt x="262876" y="508631"/>
                    <a:pt x="262001" y="502341"/>
                    <a:pt x="262674" y="502105"/>
                  </a:cubicBezTo>
                  <a:cubicBezTo>
                    <a:pt x="263313" y="501870"/>
                    <a:pt x="268328" y="498842"/>
                    <a:pt x="268328" y="498842"/>
                  </a:cubicBezTo>
                  <a:lnTo>
                    <a:pt x="271794" y="489726"/>
                  </a:lnTo>
                  <a:lnTo>
                    <a:pt x="270482" y="484512"/>
                  </a:lnTo>
                  <a:lnTo>
                    <a:pt x="272636" y="479499"/>
                  </a:lnTo>
                  <a:lnTo>
                    <a:pt x="276775" y="476472"/>
                  </a:lnTo>
                  <a:cubicBezTo>
                    <a:pt x="276775" y="476472"/>
                    <a:pt x="279603" y="476035"/>
                    <a:pt x="280477" y="475597"/>
                  </a:cubicBezTo>
                  <a:cubicBezTo>
                    <a:pt x="281352" y="475160"/>
                    <a:pt x="287208" y="471258"/>
                    <a:pt x="287208" y="471258"/>
                  </a:cubicBezTo>
                  <a:lnTo>
                    <a:pt x="291785" y="467995"/>
                  </a:lnTo>
                  <a:lnTo>
                    <a:pt x="294612" y="462579"/>
                  </a:lnTo>
                  <a:lnTo>
                    <a:pt x="297439" y="457163"/>
                  </a:lnTo>
                  <a:lnTo>
                    <a:pt x="299391" y="454337"/>
                  </a:lnTo>
                  <a:lnTo>
                    <a:pt x="301545" y="452823"/>
                  </a:lnTo>
                  <a:lnTo>
                    <a:pt x="306324" y="449997"/>
                  </a:lnTo>
                  <a:lnTo>
                    <a:pt x="307637" y="445994"/>
                  </a:lnTo>
                  <a:lnTo>
                    <a:pt x="304810" y="443942"/>
                  </a:lnTo>
                  <a:lnTo>
                    <a:pt x="299156" y="443942"/>
                  </a:lnTo>
                  <a:lnTo>
                    <a:pt x="293939" y="443942"/>
                  </a:lnTo>
                  <a:lnTo>
                    <a:pt x="291314" y="439367"/>
                  </a:lnTo>
                  <a:lnTo>
                    <a:pt x="291314" y="436104"/>
                  </a:lnTo>
                  <a:lnTo>
                    <a:pt x="294141" y="429814"/>
                  </a:lnTo>
                  <a:cubicBezTo>
                    <a:pt x="294141" y="429814"/>
                    <a:pt x="297204" y="424599"/>
                    <a:pt x="297843" y="424599"/>
                  </a:cubicBezTo>
                  <a:cubicBezTo>
                    <a:pt x="298483" y="424599"/>
                    <a:pt x="305011" y="420260"/>
                    <a:pt x="305011" y="420260"/>
                  </a:cubicBezTo>
                  <a:lnTo>
                    <a:pt x="308276" y="417434"/>
                  </a:lnTo>
                  <a:lnTo>
                    <a:pt x="314132" y="414407"/>
                  </a:lnTo>
                  <a:lnTo>
                    <a:pt x="317161" y="409428"/>
                  </a:lnTo>
                  <a:cubicBezTo>
                    <a:pt x="317161" y="409428"/>
                    <a:pt x="316723" y="404214"/>
                    <a:pt x="316522" y="403575"/>
                  </a:cubicBezTo>
                  <a:cubicBezTo>
                    <a:pt x="316286" y="402935"/>
                    <a:pt x="312180" y="397486"/>
                    <a:pt x="312180" y="397486"/>
                  </a:cubicBezTo>
                  <a:lnTo>
                    <a:pt x="307603" y="391633"/>
                  </a:lnTo>
                  <a:lnTo>
                    <a:pt x="304136" y="384030"/>
                  </a:lnTo>
                  <a:lnTo>
                    <a:pt x="299559" y="380330"/>
                  </a:lnTo>
                  <a:lnTo>
                    <a:pt x="299122" y="374039"/>
                  </a:lnTo>
                  <a:lnTo>
                    <a:pt x="303026" y="371852"/>
                  </a:lnTo>
                  <a:lnTo>
                    <a:pt x="305214" y="369027"/>
                  </a:lnTo>
                  <a:lnTo>
                    <a:pt x="309117" y="360987"/>
                  </a:lnTo>
                  <a:lnTo>
                    <a:pt x="313896" y="356647"/>
                  </a:lnTo>
                  <a:lnTo>
                    <a:pt x="318238" y="351231"/>
                  </a:lnTo>
                  <a:lnTo>
                    <a:pt x="329310" y="343629"/>
                  </a:lnTo>
                  <a:lnTo>
                    <a:pt x="338431" y="342552"/>
                  </a:lnTo>
                  <a:lnTo>
                    <a:pt x="344959" y="341913"/>
                  </a:lnTo>
                  <a:lnTo>
                    <a:pt x="351253" y="335387"/>
                  </a:lnTo>
                  <a:lnTo>
                    <a:pt x="354080" y="332999"/>
                  </a:lnTo>
                  <a:lnTo>
                    <a:pt x="356671" y="327785"/>
                  </a:lnTo>
                  <a:lnTo>
                    <a:pt x="359061" y="322133"/>
                  </a:lnTo>
                  <a:lnTo>
                    <a:pt x="363099" y="318231"/>
                  </a:lnTo>
                  <a:lnTo>
                    <a:pt x="366027" y="313454"/>
                  </a:lnTo>
                  <a:lnTo>
                    <a:pt x="366027" y="309316"/>
                  </a:lnTo>
                  <a:lnTo>
                    <a:pt x="363638" y="304304"/>
                  </a:lnTo>
                  <a:lnTo>
                    <a:pt x="360374" y="303228"/>
                  </a:lnTo>
                  <a:cubicBezTo>
                    <a:pt x="360374" y="303228"/>
                    <a:pt x="357984" y="300402"/>
                    <a:pt x="357984" y="299325"/>
                  </a:cubicBezTo>
                  <a:cubicBezTo>
                    <a:pt x="357984" y="298249"/>
                    <a:pt x="358186" y="293472"/>
                    <a:pt x="358186" y="293472"/>
                  </a:cubicBezTo>
                  <a:lnTo>
                    <a:pt x="355998" y="289335"/>
                  </a:lnTo>
                  <a:lnTo>
                    <a:pt x="352094" y="287383"/>
                  </a:lnTo>
                  <a:lnTo>
                    <a:pt x="345801" y="283919"/>
                  </a:lnTo>
                  <a:lnTo>
                    <a:pt x="347113" y="280655"/>
                  </a:lnTo>
                  <a:lnTo>
                    <a:pt x="348191" y="276081"/>
                  </a:lnTo>
                  <a:cubicBezTo>
                    <a:pt x="348191" y="276081"/>
                    <a:pt x="351657" y="272178"/>
                    <a:pt x="352330" y="271943"/>
                  </a:cubicBezTo>
                  <a:cubicBezTo>
                    <a:pt x="352969" y="271741"/>
                    <a:pt x="359936" y="268041"/>
                    <a:pt x="359936" y="268041"/>
                  </a:cubicBezTo>
                  <a:lnTo>
                    <a:pt x="365152" y="265652"/>
                  </a:lnTo>
                  <a:lnTo>
                    <a:pt x="372119" y="260438"/>
                  </a:lnTo>
                  <a:lnTo>
                    <a:pt x="374946" y="255863"/>
                  </a:lnTo>
                  <a:lnTo>
                    <a:pt x="375383" y="248698"/>
                  </a:lnTo>
                  <a:lnTo>
                    <a:pt x="376023" y="246511"/>
                  </a:lnTo>
                  <a:lnTo>
                    <a:pt x="379725" y="243450"/>
                  </a:lnTo>
                  <a:lnTo>
                    <a:pt x="384941" y="241701"/>
                  </a:lnTo>
                  <a:lnTo>
                    <a:pt x="389720" y="238875"/>
                  </a:lnTo>
                  <a:lnTo>
                    <a:pt x="392110" y="236487"/>
                  </a:lnTo>
                  <a:lnTo>
                    <a:pt x="394701" y="233661"/>
                  </a:lnTo>
                  <a:lnTo>
                    <a:pt x="396451" y="233661"/>
                  </a:lnTo>
                  <a:lnTo>
                    <a:pt x="401667" y="236049"/>
                  </a:lnTo>
                  <a:lnTo>
                    <a:pt x="402542" y="241499"/>
                  </a:lnTo>
                  <a:lnTo>
                    <a:pt x="406009" y="247789"/>
                  </a:lnTo>
                  <a:lnTo>
                    <a:pt x="412101" y="248664"/>
                  </a:lnTo>
                  <a:lnTo>
                    <a:pt x="415365" y="246713"/>
                  </a:lnTo>
                  <a:lnTo>
                    <a:pt x="421255" y="243887"/>
                  </a:lnTo>
                  <a:lnTo>
                    <a:pt x="424284" y="240624"/>
                  </a:lnTo>
                  <a:cubicBezTo>
                    <a:pt x="424284" y="240624"/>
                    <a:pt x="428861" y="235847"/>
                    <a:pt x="429702" y="235410"/>
                  </a:cubicBezTo>
                  <a:cubicBezTo>
                    <a:pt x="430577" y="234973"/>
                    <a:pt x="439933" y="230398"/>
                    <a:pt x="439933" y="230398"/>
                  </a:cubicBezTo>
                  <a:lnTo>
                    <a:pt x="447101" y="226260"/>
                  </a:lnTo>
                  <a:lnTo>
                    <a:pt x="450164" y="228648"/>
                  </a:lnTo>
                  <a:lnTo>
                    <a:pt x="453193" y="230398"/>
                  </a:lnTo>
                  <a:lnTo>
                    <a:pt x="456222" y="227572"/>
                  </a:lnTo>
                  <a:lnTo>
                    <a:pt x="457332" y="222156"/>
                  </a:lnTo>
                  <a:lnTo>
                    <a:pt x="459082" y="220844"/>
                  </a:lnTo>
                  <a:cubicBezTo>
                    <a:pt x="459082" y="220844"/>
                    <a:pt x="463659" y="218018"/>
                    <a:pt x="464501" y="218018"/>
                  </a:cubicBezTo>
                  <a:cubicBezTo>
                    <a:pt x="465376" y="218018"/>
                    <a:pt x="469515" y="218018"/>
                    <a:pt x="469515" y="218018"/>
                  </a:cubicBezTo>
                  <a:lnTo>
                    <a:pt x="474530" y="214318"/>
                  </a:lnTo>
                  <a:lnTo>
                    <a:pt x="477794" y="212804"/>
                  </a:lnTo>
                  <a:lnTo>
                    <a:pt x="478232" y="212804"/>
                  </a:lnTo>
                  <a:lnTo>
                    <a:pt x="478669" y="205404"/>
                  </a:lnTo>
                  <a:lnTo>
                    <a:pt x="478030" y="201501"/>
                  </a:lnTo>
                  <a:lnTo>
                    <a:pt x="476515" y="196085"/>
                  </a:lnTo>
                  <a:lnTo>
                    <a:pt x="478030" y="194572"/>
                  </a:lnTo>
                  <a:lnTo>
                    <a:pt x="481732" y="194134"/>
                  </a:lnTo>
                  <a:lnTo>
                    <a:pt x="484996" y="187171"/>
                  </a:lnTo>
                  <a:lnTo>
                    <a:pt x="488025" y="175868"/>
                  </a:lnTo>
                  <a:lnTo>
                    <a:pt x="481900" y="169577"/>
                  </a:lnTo>
                  <a:close/>
                </a:path>
              </a:pathLst>
            </a:custGeom>
            <a:grpFill/>
            <a:ln w="6350" cap="flat">
              <a:solidFill>
                <a:schemeClr val="bg1"/>
              </a:solidFill>
              <a:prstDash val="solid"/>
              <a:miter/>
            </a:ln>
          </p:spPr>
          <p:txBody>
            <a:bodyPr rtlCol="0" anchor="ctr"/>
            <a:lstStyle/>
            <a:p>
              <a:endParaRPr lang="en-US"/>
            </a:p>
          </p:txBody>
        </p:sp>
        <p:sp>
          <p:nvSpPr>
            <p:cNvPr id="174" name="Freeform 891">
              <a:extLst>
                <a:ext uri="{FF2B5EF4-FFF2-40B4-BE49-F238E27FC236}">
                  <a16:creationId xmlns:a16="http://schemas.microsoft.com/office/drawing/2014/main" id="{5675DA44-446D-04CA-FB10-4CAE267B0168}"/>
                </a:ext>
              </a:extLst>
            </p:cNvPr>
            <p:cNvSpPr/>
            <p:nvPr/>
          </p:nvSpPr>
          <p:spPr>
            <a:xfrm>
              <a:off x="7686318" y="3112847"/>
              <a:ext cx="288042" cy="323922"/>
            </a:xfrm>
            <a:custGeom>
              <a:avLst/>
              <a:gdLst>
                <a:gd name="connsiteX0" fmla="*/ 524607 w 553012"/>
                <a:gd name="connsiteY0" fmla="*/ 522356 h 621896"/>
                <a:gd name="connsiteX1" fmla="*/ 525752 w 553012"/>
                <a:gd name="connsiteY1" fmla="*/ 518589 h 621896"/>
                <a:gd name="connsiteX2" fmla="*/ 526896 w 553012"/>
                <a:gd name="connsiteY2" fmla="*/ 513677 h 621896"/>
                <a:gd name="connsiteX3" fmla="*/ 525752 w 553012"/>
                <a:gd name="connsiteY3" fmla="*/ 510784 h 621896"/>
                <a:gd name="connsiteX4" fmla="*/ 522555 w 553012"/>
                <a:gd name="connsiteY4" fmla="*/ 508766 h 621896"/>
                <a:gd name="connsiteX5" fmla="*/ 521983 w 553012"/>
                <a:gd name="connsiteY5" fmla="*/ 502677 h 621896"/>
                <a:gd name="connsiteX6" fmla="*/ 522285 w 553012"/>
                <a:gd name="connsiteY6" fmla="*/ 499481 h 621896"/>
                <a:gd name="connsiteX7" fmla="*/ 522858 w 553012"/>
                <a:gd name="connsiteY7" fmla="*/ 493964 h 621896"/>
                <a:gd name="connsiteX8" fmla="*/ 525180 w 553012"/>
                <a:gd name="connsiteY8" fmla="*/ 489322 h 621896"/>
                <a:gd name="connsiteX9" fmla="*/ 525180 w 553012"/>
                <a:gd name="connsiteY9" fmla="*/ 486732 h 621896"/>
                <a:gd name="connsiteX10" fmla="*/ 528511 w 553012"/>
                <a:gd name="connsiteY10" fmla="*/ 480071 h 621896"/>
                <a:gd name="connsiteX11" fmla="*/ 530093 w 553012"/>
                <a:gd name="connsiteY11" fmla="*/ 476875 h 621896"/>
                <a:gd name="connsiteX12" fmla="*/ 529521 w 553012"/>
                <a:gd name="connsiteY12" fmla="*/ 472536 h 621896"/>
                <a:gd name="connsiteX13" fmla="*/ 529252 w 553012"/>
                <a:gd name="connsiteY13" fmla="*/ 465303 h 621896"/>
                <a:gd name="connsiteX14" fmla="*/ 531271 w 553012"/>
                <a:gd name="connsiteY14" fmla="*/ 460089 h 621896"/>
                <a:gd name="connsiteX15" fmla="*/ 538238 w 553012"/>
                <a:gd name="connsiteY15" fmla="*/ 456624 h 621896"/>
                <a:gd name="connsiteX16" fmla="*/ 543757 w 553012"/>
                <a:gd name="connsiteY16" fmla="*/ 454606 h 621896"/>
                <a:gd name="connsiteX17" fmla="*/ 548974 w 553012"/>
                <a:gd name="connsiteY17" fmla="*/ 451982 h 621896"/>
                <a:gd name="connsiteX18" fmla="*/ 551868 w 553012"/>
                <a:gd name="connsiteY18" fmla="*/ 448517 h 621896"/>
                <a:gd name="connsiteX19" fmla="*/ 553012 w 553012"/>
                <a:gd name="connsiteY19" fmla="*/ 445691 h 621896"/>
                <a:gd name="connsiteX20" fmla="*/ 550118 w 553012"/>
                <a:gd name="connsiteY20" fmla="*/ 441554 h 621896"/>
                <a:gd name="connsiteX21" fmla="*/ 546349 w 553012"/>
                <a:gd name="connsiteY21" fmla="*/ 441251 h 621896"/>
                <a:gd name="connsiteX22" fmla="*/ 542007 w 553012"/>
                <a:gd name="connsiteY22" fmla="*/ 442126 h 621896"/>
                <a:gd name="connsiteX23" fmla="*/ 533593 w 553012"/>
                <a:gd name="connsiteY23" fmla="*/ 445691 h 621896"/>
                <a:gd name="connsiteX24" fmla="*/ 527805 w 553012"/>
                <a:gd name="connsiteY24" fmla="*/ 448517 h 621896"/>
                <a:gd name="connsiteX25" fmla="*/ 524036 w 553012"/>
                <a:gd name="connsiteY25" fmla="*/ 448517 h 621896"/>
                <a:gd name="connsiteX26" fmla="*/ 523463 w 553012"/>
                <a:gd name="connsiteY26" fmla="*/ 445557 h 621896"/>
                <a:gd name="connsiteX27" fmla="*/ 524338 w 553012"/>
                <a:gd name="connsiteY27" fmla="*/ 440982 h 621896"/>
                <a:gd name="connsiteX28" fmla="*/ 526358 w 553012"/>
                <a:gd name="connsiteY28" fmla="*/ 437786 h 621896"/>
                <a:gd name="connsiteX29" fmla="*/ 530699 w 553012"/>
                <a:gd name="connsiteY29" fmla="*/ 434590 h 621896"/>
                <a:gd name="connsiteX30" fmla="*/ 531271 w 553012"/>
                <a:gd name="connsiteY30" fmla="*/ 427930 h 621896"/>
                <a:gd name="connsiteX31" fmla="*/ 533021 w 553012"/>
                <a:gd name="connsiteY31" fmla="*/ 421841 h 621896"/>
                <a:gd name="connsiteX32" fmla="*/ 534771 w 553012"/>
                <a:gd name="connsiteY32" fmla="*/ 418073 h 621896"/>
                <a:gd name="connsiteX33" fmla="*/ 537665 w 553012"/>
                <a:gd name="connsiteY33" fmla="*/ 413162 h 621896"/>
                <a:gd name="connsiteX34" fmla="*/ 537363 w 553012"/>
                <a:gd name="connsiteY34" fmla="*/ 406501 h 621896"/>
                <a:gd name="connsiteX35" fmla="*/ 535613 w 553012"/>
                <a:gd name="connsiteY35" fmla="*/ 403036 h 621896"/>
                <a:gd name="connsiteX36" fmla="*/ 529521 w 553012"/>
                <a:gd name="connsiteY36" fmla="*/ 394627 h 621896"/>
                <a:gd name="connsiteX37" fmla="*/ 523733 w 553012"/>
                <a:gd name="connsiteY37" fmla="*/ 394627 h 621896"/>
                <a:gd name="connsiteX38" fmla="*/ 511920 w 553012"/>
                <a:gd name="connsiteY38" fmla="*/ 393382 h 621896"/>
                <a:gd name="connsiteX39" fmla="*/ 509530 w 553012"/>
                <a:gd name="connsiteY39" fmla="*/ 391565 h 621896"/>
                <a:gd name="connsiteX40" fmla="*/ 509329 w 553012"/>
                <a:gd name="connsiteY40" fmla="*/ 386553 h 621896"/>
                <a:gd name="connsiteX41" fmla="*/ 508453 w 553012"/>
                <a:gd name="connsiteY41" fmla="*/ 382415 h 621896"/>
                <a:gd name="connsiteX42" fmla="*/ 509093 w 553012"/>
                <a:gd name="connsiteY42" fmla="*/ 378715 h 621896"/>
                <a:gd name="connsiteX43" fmla="*/ 510170 w 553012"/>
                <a:gd name="connsiteY43" fmla="*/ 377403 h 621896"/>
                <a:gd name="connsiteX44" fmla="*/ 512358 w 553012"/>
                <a:gd name="connsiteY44" fmla="*/ 373501 h 621896"/>
                <a:gd name="connsiteX45" fmla="*/ 512593 w 553012"/>
                <a:gd name="connsiteY45" fmla="*/ 366975 h 621896"/>
                <a:gd name="connsiteX46" fmla="*/ 513468 w 553012"/>
                <a:gd name="connsiteY46" fmla="*/ 363274 h 621896"/>
                <a:gd name="connsiteX47" fmla="*/ 517810 w 553012"/>
                <a:gd name="connsiteY47" fmla="*/ 357858 h 621896"/>
                <a:gd name="connsiteX48" fmla="*/ 516295 w 553012"/>
                <a:gd name="connsiteY48" fmla="*/ 353721 h 621896"/>
                <a:gd name="connsiteX49" fmla="*/ 507376 w 553012"/>
                <a:gd name="connsiteY49" fmla="*/ 349146 h 621896"/>
                <a:gd name="connsiteX50" fmla="*/ 502598 w 553012"/>
                <a:gd name="connsiteY50" fmla="*/ 343932 h 621896"/>
                <a:gd name="connsiteX51" fmla="*/ 500848 w 553012"/>
                <a:gd name="connsiteY51" fmla="*/ 338717 h 621896"/>
                <a:gd name="connsiteX52" fmla="*/ 501285 w 553012"/>
                <a:gd name="connsiteY52" fmla="*/ 333503 h 621896"/>
                <a:gd name="connsiteX53" fmla="*/ 503237 w 553012"/>
                <a:gd name="connsiteY53" fmla="*/ 330678 h 621896"/>
                <a:gd name="connsiteX54" fmla="*/ 505862 w 553012"/>
                <a:gd name="connsiteY54" fmla="*/ 327213 h 621896"/>
                <a:gd name="connsiteX55" fmla="*/ 508891 w 553012"/>
                <a:gd name="connsiteY55" fmla="*/ 324589 h 621896"/>
                <a:gd name="connsiteX56" fmla="*/ 510204 w 553012"/>
                <a:gd name="connsiteY56" fmla="*/ 320451 h 621896"/>
                <a:gd name="connsiteX57" fmla="*/ 511280 w 553012"/>
                <a:gd name="connsiteY57" fmla="*/ 316313 h 621896"/>
                <a:gd name="connsiteX58" fmla="*/ 511718 w 553012"/>
                <a:gd name="connsiteY58" fmla="*/ 311537 h 621896"/>
                <a:gd name="connsiteX59" fmla="*/ 511954 w 553012"/>
                <a:gd name="connsiteY59" fmla="*/ 309585 h 621896"/>
                <a:gd name="connsiteX60" fmla="*/ 508050 w 553012"/>
                <a:gd name="connsiteY60" fmla="*/ 309384 h 621896"/>
                <a:gd name="connsiteX61" fmla="*/ 501958 w 553012"/>
                <a:gd name="connsiteY61" fmla="*/ 310258 h 621896"/>
                <a:gd name="connsiteX62" fmla="*/ 496506 w 553012"/>
                <a:gd name="connsiteY62" fmla="*/ 314598 h 621896"/>
                <a:gd name="connsiteX63" fmla="*/ 492804 w 553012"/>
                <a:gd name="connsiteY63" fmla="*/ 314598 h 621896"/>
                <a:gd name="connsiteX64" fmla="*/ 487790 w 553012"/>
                <a:gd name="connsiteY64" fmla="*/ 313286 h 621896"/>
                <a:gd name="connsiteX65" fmla="*/ 484289 w 553012"/>
                <a:gd name="connsiteY65" fmla="*/ 311099 h 621896"/>
                <a:gd name="connsiteX66" fmla="*/ 481698 w 553012"/>
                <a:gd name="connsiteY66" fmla="*/ 311099 h 621896"/>
                <a:gd name="connsiteX67" fmla="*/ 481698 w 553012"/>
                <a:gd name="connsiteY67" fmla="*/ 306962 h 621896"/>
                <a:gd name="connsiteX68" fmla="*/ 481059 w 553012"/>
                <a:gd name="connsiteY68" fmla="*/ 305650 h 621896"/>
                <a:gd name="connsiteX69" fmla="*/ 480184 w 553012"/>
                <a:gd name="connsiteY69" fmla="*/ 299998 h 621896"/>
                <a:gd name="connsiteX70" fmla="*/ 479746 w 553012"/>
                <a:gd name="connsiteY70" fmla="*/ 294145 h 621896"/>
                <a:gd name="connsiteX71" fmla="*/ 477121 w 553012"/>
                <a:gd name="connsiteY71" fmla="*/ 291117 h 621896"/>
                <a:gd name="connsiteX72" fmla="*/ 478871 w 553012"/>
                <a:gd name="connsiteY72" fmla="*/ 288494 h 621896"/>
                <a:gd name="connsiteX73" fmla="*/ 480386 w 553012"/>
                <a:gd name="connsiteY73" fmla="*/ 286980 h 621896"/>
                <a:gd name="connsiteX74" fmla="*/ 483852 w 553012"/>
                <a:gd name="connsiteY74" fmla="*/ 283515 h 621896"/>
                <a:gd name="connsiteX75" fmla="*/ 485804 w 553012"/>
                <a:gd name="connsiteY75" fmla="*/ 278099 h 621896"/>
                <a:gd name="connsiteX76" fmla="*/ 486881 w 553012"/>
                <a:gd name="connsiteY76" fmla="*/ 275508 h 621896"/>
                <a:gd name="connsiteX77" fmla="*/ 489270 w 553012"/>
                <a:gd name="connsiteY77" fmla="*/ 272246 h 621896"/>
                <a:gd name="connsiteX78" fmla="*/ 492737 w 553012"/>
                <a:gd name="connsiteY78" fmla="*/ 269184 h 621896"/>
                <a:gd name="connsiteX79" fmla="*/ 494049 w 553012"/>
                <a:gd name="connsiteY79" fmla="*/ 266998 h 621896"/>
                <a:gd name="connsiteX80" fmla="*/ 495564 w 553012"/>
                <a:gd name="connsiteY80" fmla="*/ 265047 h 621896"/>
                <a:gd name="connsiteX81" fmla="*/ 495564 w 553012"/>
                <a:gd name="connsiteY81" fmla="*/ 258083 h 621896"/>
                <a:gd name="connsiteX82" fmla="*/ 495564 w 553012"/>
                <a:gd name="connsiteY82" fmla="*/ 252869 h 621896"/>
                <a:gd name="connsiteX83" fmla="*/ 495564 w 553012"/>
                <a:gd name="connsiteY83" fmla="*/ 249841 h 621896"/>
                <a:gd name="connsiteX84" fmla="*/ 496876 w 553012"/>
                <a:gd name="connsiteY84" fmla="*/ 247453 h 621896"/>
                <a:gd name="connsiteX85" fmla="*/ 499266 w 553012"/>
                <a:gd name="connsiteY85" fmla="*/ 244392 h 621896"/>
                <a:gd name="connsiteX86" fmla="*/ 502968 w 553012"/>
                <a:gd name="connsiteY86" fmla="*/ 242004 h 621896"/>
                <a:gd name="connsiteX87" fmla="*/ 507982 w 553012"/>
                <a:gd name="connsiteY87" fmla="*/ 240927 h 621896"/>
                <a:gd name="connsiteX88" fmla="*/ 511247 w 553012"/>
                <a:gd name="connsiteY88" fmla="*/ 239413 h 621896"/>
                <a:gd name="connsiteX89" fmla="*/ 519055 w 553012"/>
                <a:gd name="connsiteY89" fmla="*/ 237227 h 621896"/>
                <a:gd name="connsiteX90" fmla="*/ 522083 w 553012"/>
                <a:gd name="connsiteY90" fmla="*/ 233762 h 621896"/>
                <a:gd name="connsiteX91" fmla="*/ 524911 w 553012"/>
                <a:gd name="connsiteY91" fmla="*/ 228346 h 621896"/>
                <a:gd name="connsiteX92" fmla="*/ 522521 w 553012"/>
                <a:gd name="connsiteY92" fmla="*/ 224208 h 621896"/>
                <a:gd name="connsiteX93" fmla="*/ 517944 w 553012"/>
                <a:gd name="connsiteY93" fmla="*/ 224208 h 621896"/>
                <a:gd name="connsiteX94" fmla="*/ 517305 w 553012"/>
                <a:gd name="connsiteY94" fmla="*/ 220743 h 621896"/>
                <a:gd name="connsiteX95" fmla="*/ 524473 w 553012"/>
                <a:gd name="connsiteY95" fmla="*/ 217043 h 621896"/>
                <a:gd name="connsiteX96" fmla="*/ 534468 w 553012"/>
                <a:gd name="connsiteY96" fmla="*/ 209440 h 621896"/>
                <a:gd name="connsiteX97" fmla="*/ 539920 w 553012"/>
                <a:gd name="connsiteY97" fmla="*/ 202477 h 621896"/>
                <a:gd name="connsiteX98" fmla="*/ 536891 w 553012"/>
                <a:gd name="connsiteY98" fmla="*/ 197465 h 621896"/>
                <a:gd name="connsiteX99" fmla="*/ 541233 w 553012"/>
                <a:gd name="connsiteY99" fmla="*/ 195278 h 621896"/>
                <a:gd name="connsiteX100" fmla="*/ 542546 w 553012"/>
                <a:gd name="connsiteY100" fmla="*/ 192250 h 621896"/>
                <a:gd name="connsiteX101" fmla="*/ 543185 w 553012"/>
                <a:gd name="connsiteY101" fmla="*/ 189660 h 621896"/>
                <a:gd name="connsiteX102" fmla="*/ 542310 w 553012"/>
                <a:gd name="connsiteY102" fmla="*/ 185960 h 621896"/>
                <a:gd name="connsiteX103" fmla="*/ 539281 w 553012"/>
                <a:gd name="connsiteY103" fmla="*/ 183807 h 621896"/>
                <a:gd name="connsiteX104" fmla="*/ 532314 w 553012"/>
                <a:gd name="connsiteY104" fmla="*/ 183773 h 621896"/>
                <a:gd name="connsiteX105" fmla="*/ 526896 w 553012"/>
                <a:gd name="connsiteY105" fmla="*/ 177247 h 621896"/>
                <a:gd name="connsiteX106" fmla="*/ 526896 w 553012"/>
                <a:gd name="connsiteY106" fmla="*/ 173345 h 621896"/>
                <a:gd name="connsiteX107" fmla="*/ 529285 w 553012"/>
                <a:gd name="connsiteY107" fmla="*/ 164229 h 621896"/>
                <a:gd name="connsiteX108" fmla="*/ 533190 w 553012"/>
                <a:gd name="connsiteY108" fmla="*/ 155314 h 621896"/>
                <a:gd name="connsiteX109" fmla="*/ 534940 w 553012"/>
                <a:gd name="connsiteY109" fmla="*/ 145323 h 621896"/>
                <a:gd name="connsiteX110" fmla="*/ 533829 w 553012"/>
                <a:gd name="connsiteY110" fmla="*/ 142935 h 621896"/>
                <a:gd name="connsiteX111" fmla="*/ 526021 w 553012"/>
                <a:gd name="connsiteY111" fmla="*/ 137283 h 621896"/>
                <a:gd name="connsiteX112" fmla="*/ 522319 w 553012"/>
                <a:gd name="connsiteY112" fmla="*/ 137283 h 621896"/>
                <a:gd name="connsiteX113" fmla="*/ 514713 w 553012"/>
                <a:gd name="connsiteY113" fmla="*/ 134895 h 621896"/>
                <a:gd name="connsiteX114" fmla="*/ 512963 w 553012"/>
                <a:gd name="connsiteY114" fmla="*/ 129445 h 621896"/>
                <a:gd name="connsiteX115" fmla="*/ 512963 w 553012"/>
                <a:gd name="connsiteY115" fmla="*/ 122280 h 621896"/>
                <a:gd name="connsiteX116" fmla="*/ 511213 w 553012"/>
                <a:gd name="connsiteY116" fmla="*/ 115552 h 621896"/>
                <a:gd name="connsiteX117" fmla="*/ 511213 w 553012"/>
                <a:gd name="connsiteY117" fmla="*/ 112726 h 621896"/>
                <a:gd name="connsiteX118" fmla="*/ 508016 w 553012"/>
                <a:gd name="connsiteY118" fmla="*/ 115418 h 621896"/>
                <a:gd name="connsiteX119" fmla="*/ 506434 w 553012"/>
                <a:gd name="connsiteY119" fmla="*/ 120497 h 621896"/>
                <a:gd name="connsiteX120" fmla="*/ 502799 w 553012"/>
                <a:gd name="connsiteY120" fmla="*/ 120363 h 621896"/>
                <a:gd name="connsiteX121" fmla="*/ 501083 w 553012"/>
                <a:gd name="connsiteY121" fmla="*/ 121809 h 621896"/>
                <a:gd name="connsiteX122" fmla="*/ 497314 w 553012"/>
                <a:gd name="connsiteY122" fmla="*/ 118344 h 621896"/>
                <a:gd name="connsiteX123" fmla="*/ 497314 w 553012"/>
                <a:gd name="connsiteY123" fmla="*/ 115586 h 621896"/>
                <a:gd name="connsiteX124" fmla="*/ 497314 w 553012"/>
                <a:gd name="connsiteY124" fmla="*/ 114005 h 621896"/>
                <a:gd name="connsiteX125" fmla="*/ 495497 w 553012"/>
                <a:gd name="connsiteY125" fmla="*/ 111549 h 621896"/>
                <a:gd name="connsiteX126" fmla="*/ 493982 w 553012"/>
                <a:gd name="connsiteY126" fmla="*/ 112121 h 621896"/>
                <a:gd name="connsiteX127" fmla="*/ 492838 w 553012"/>
                <a:gd name="connsiteY127" fmla="*/ 113870 h 621896"/>
                <a:gd name="connsiteX128" fmla="*/ 491256 w 553012"/>
                <a:gd name="connsiteY128" fmla="*/ 115451 h 621896"/>
                <a:gd name="connsiteX129" fmla="*/ 488631 w 553012"/>
                <a:gd name="connsiteY129" fmla="*/ 116763 h 621896"/>
                <a:gd name="connsiteX130" fmla="*/ 486309 w 553012"/>
                <a:gd name="connsiteY130" fmla="*/ 117200 h 621896"/>
                <a:gd name="connsiteX131" fmla="*/ 483987 w 553012"/>
                <a:gd name="connsiteY131" fmla="*/ 116326 h 621896"/>
                <a:gd name="connsiteX132" fmla="*/ 480958 w 553012"/>
                <a:gd name="connsiteY132" fmla="*/ 113298 h 621896"/>
                <a:gd name="connsiteX133" fmla="*/ 479073 w 553012"/>
                <a:gd name="connsiteY133" fmla="*/ 111986 h 621896"/>
                <a:gd name="connsiteX134" fmla="*/ 478063 w 553012"/>
                <a:gd name="connsiteY134" fmla="*/ 109093 h 621896"/>
                <a:gd name="connsiteX135" fmla="*/ 478636 w 553012"/>
                <a:gd name="connsiteY135" fmla="*/ 107075 h 621896"/>
                <a:gd name="connsiteX136" fmla="*/ 480655 w 553012"/>
                <a:gd name="connsiteY136" fmla="*/ 104888 h 621896"/>
                <a:gd name="connsiteX137" fmla="*/ 483549 w 553012"/>
                <a:gd name="connsiteY137" fmla="*/ 103745 h 621896"/>
                <a:gd name="connsiteX138" fmla="*/ 486006 w 553012"/>
                <a:gd name="connsiteY138" fmla="*/ 102601 h 621896"/>
                <a:gd name="connsiteX139" fmla="*/ 486881 w 553012"/>
                <a:gd name="connsiteY139" fmla="*/ 100145 h 621896"/>
                <a:gd name="connsiteX140" fmla="*/ 483414 w 553012"/>
                <a:gd name="connsiteY140" fmla="*/ 99573 h 621896"/>
                <a:gd name="connsiteX141" fmla="*/ 480217 w 553012"/>
                <a:gd name="connsiteY141" fmla="*/ 98833 h 621896"/>
                <a:gd name="connsiteX142" fmla="*/ 476145 w 553012"/>
                <a:gd name="connsiteY142" fmla="*/ 98699 h 621896"/>
                <a:gd name="connsiteX143" fmla="*/ 475438 w 553012"/>
                <a:gd name="connsiteY143" fmla="*/ 96512 h 621896"/>
                <a:gd name="connsiteX144" fmla="*/ 476313 w 553012"/>
                <a:gd name="connsiteY144" fmla="*/ 93619 h 621896"/>
                <a:gd name="connsiteX145" fmla="*/ 477121 w 553012"/>
                <a:gd name="connsiteY145" fmla="*/ 90154 h 621896"/>
                <a:gd name="connsiteX146" fmla="*/ 478636 w 553012"/>
                <a:gd name="connsiteY146" fmla="*/ 88405 h 621896"/>
                <a:gd name="connsiteX147" fmla="*/ 480386 w 553012"/>
                <a:gd name="connsiteY147" fmla="*/ 86521 h 621896"/>
                <a:gd name="connsiteX148" fmla="*/ 482708 w 553012"/>
                <a:gd name="connsiteY148" fmla="*/ 84940 h 621896"/>
                <a:gd name="connsiteX149" fmla="*/ 484592 w 553012"/>
                <a:gd name="connsiteY149" fmla="*/ 82753 h 621896"/>
                <a:gd name="connsiteX150" fmla="*/ 486914 w 553012"/>
                <a:gd name="connsiteY150" fmla="*/ 80163 h 621896"/>
                <a:gd name="connsiteX151" fmla="*/ 487487 w 553012"/>
                <a:gd name="connsiteY151" fmla="*/ 79289 h 621896"/>
                <a:gd name="connsiteX152" fmla="*/ 488059 w 553012"/>
                <a:gd name="connsiteY152" fmla="*/ 77842 h 621896"/>
                <a:gd name="connsiteX153" fmla="*/ 488631 w 553012"/>
                <a:gd name="connsiteY153" fmla="*/ 75656 h 621896"/>
                <a:gd name="connsiteX154" fmla="*/ 488631 w 553012"/>
                <a:gd name="connsiteY154" fmla="*/ 73469 h 621896"/>
                <a:gd name="connsiteX155" fmla="*/ 486309 w 553012"/>
                <a:gd name="connsiteY155" fmla="*/ 70004 h 621896"/>
                <a:gd name="connsiteX156" fmla="*/ 484862 w 553012"/>
                <a:gd name="connsiteY156" fmla="*/ 68995 h 621896"/>
                <a:gd name="connsiteX157" fmla="*/ 481530 w 553012"/>
                <a:gd name="connsiteY157" fmla="*/ 70004 h 621896"/>
                <a:gd name="connsiteX158" fmla="*/ 481261 w 553012"/>
                <a:gd name="connsiteY158" fmla="*/ 68558 h 621896"/>
                <a:gd name="connsiteX159" fmla="*/ 479813 w 553012"/>
                <a:gd name="connsiteY159" fmla="*/ 66976 h 621896"/>
                <a:gd name="connsiteX160" fmla="*/ 480116 w 553012"/>
                <a:gd name="connsiteY160" fmla="*/ 65664 h 621896"/>
                <a:gd name="connsiteX161" fmla="*/ 480991 w 553012"/>
                <a:gd name="connsiteY161" fmla="*/ 64790 h 621896"/>
                <a:gd name="connsiteX162" fmla="*/ 482439 w 553012"/>
                <a:gd name="connsiteY162" fmla="*/ 63478 h 621896"/>
                <a:gd name="connsiteX163" fmla="*/ 483448 w 553012"/>
                <a:gd name="connsiteY163" fmla="*/ 61729 h 621896"/>
                <a:gd name="connsiteX164" fmla="*/ 483448 w 553012"/>
                <a:gd name="connsiteY164" fmla="*/ 58533 h 621896"/>
                <a:gd name="connsiteX165" fmla="*/ 481833 w 553012"/>
                <a:gd name="connsiteY165" fmla="*/ 56784 h 621896"/>
                <a:gd name="connsiteX166" fmla="*/ 479813 w 553012"/>
                <a:gd name="connsiteY166" fmla="*/ 54900 h 621896"/>
                <a:gd name="connsiteX167" fmla="*/ 476179 w 553012"/>
                <a:gd name="connsiteY167" fmla="*/ 51570 h 621896"/>
                <a:gd name="connsiteX168" fmla="*/ 474732 w 553012"/>
                <a:gd name="connsiteY168" fmla="*/ 51132 h 621896"/>
                <a:gd name="connsiteX169" fmla="*/ 472410 w 553012"/>
                <a:gd name="connsiteY169" fmla="*/ 48676 h 621896"/>
                <a:gd name="connsiteX170" fmla="*/ 468943 w 553012"/>
                <a:gd name="connsiteY170" fmla="*/ 46355 h 621896"/>
                <a:gd name="connsiteX171" fmla="*/ 468236 w 553012"/>
                <a:gd name="connsiteY171" fmla="*/ 45918 h 621896"/>
                <a:gd name="connsiteX172" fmla="*/ 466217 w 553012"/>
                <a:gd name="connsiteY172" fmla="*/ 44169 h 621896"/>
                <a:gd name="connsiteX173" fmla="*/ 464029 w 553012"/>
                <a:gd name="connsiteY173" fmla="*/ 44034 h 621896"/>
                <a:gd name="connsiteX174" fmla="*/ 461135 w 553012"/>
                <a:gd name="connsiteY174" fmla="*/ 45044 h 621896"/>
                <a:gd name="connsiteX175" fmla="*/ 458106 w 553012"/>
                <a:gd name="connsiteY175" fmla="*/ 46490 h 621896"/>
                <a:gd name="connsiteX176" fmla="*/ 456222 w 553012"/>
                <a:gd name="connsiteY176" fmla="*/ 47230 h 621896"/>
                <a:gd name="connsiteX177" fmla="*/ 451746 w 553012"/>
                <a:gd name="connsiteY177" fmla="*/ 50863 h 621896"/>
                <a:gd name="connsiteX178" fmla="*/ 450164 w 553012"/>
                <a:gd name="connsiteY178" fmla="*/ 51738 h 621896"/>
                <a:gd name="connsiteX179" fmla="*/ 448717 w 553012"/>
                <a:gd name="connsiteY179" fmla="*/ 53756 h 621896"/>
                <a:gd name="connsiteX180" fmla="*/ 444947 w 553012"/>
                <a:gd name="connsiteY180" fmla="*/ 57961 h 621896"/>
                <a:gd name="connsiteX181" fmla="*/ 442793 w 553012"/>
                <a:gd name="connsiteY181" fmla="*/ 61594 h 621896"/>
                <a:gd name="connsiteX182" fmla="*/ 438014 w 553012"/>
                <a:gd name="connsiteY182" fmla="*/ 65227 h 621896"/>
                <a:gd name="connsiteX183" fmla="*/ 430610 w 553012"/>
                <a:gd name="connsiteY183" fmla="*/ 71181 h 621896"/>
                <a:gd name="connsiteX184" fmla="*/ 428726 w 553012"/>
                <a:gd name="connsiteY184" fmla="*/ 74377 h 621896"/>
                <a:gd name="connsiteX185" fmla="*/ 426841 w 553012"/>
                <a:gd name="connsiteY185" fmla="*/ 75689 h 621896"/>
                <a:gd name="connsiteX186" fmla="*/ 423812 w 553012"/>
                <a:gd name="connsiteY186" fmla="*/ 78448 h 621896"/>
                <a:gd name="connsiteX187" fmla="*/ 420918 w 553012"/>
                <a:gd name="connsiteY187" fmla="*/ 79188 h 621896"/>
                <a:gd name="connsiteX188" fmla="*/ 420918 w 553012"/>
                <a:gd name="connsiteY188" fmla="*/ 75723 h 621896"/>
                <a:gd name="connsiteX189" fmla="*/ 420918 w 553012"/>
                <a:gd name="connsiteY189" fmla="*/ 72695 h 621896"/>
                <a:gd name="connsiteX190" fmla="*/ 419975 w 553012"/>
                <a:gd name="connsiteY190" fmla="*/ 70811 h 621896"/>
                <a:gd name="connsiteX191" fmla="*/ 417586 w 553012"/>
                <a:gd name="connsiteY191" fmla="*/ 70240 h 621896"/>
                <a:gd name="connsiteX192" fmla="*/ 415264 w 553012"/>
                <a:gd name="connsiteY192" fmla="*/ 72561 h 621896"/>
                <a:gd name="connsiteX193" fmla="*/ 413077 w 553012"/>
                <a:gd name="connsiteY193" fmla="*/ 73570 h 621896"/>
                <a:gd name="connsiteX194" fmla="*/ 409745 w 553012"/>
                <a:gd name="connsiteY194" fmla="*/ 72392 h 621896"/>
                <a:gd name="connsiteX195" fmla="*/ 407860 w 553012"/>
                <a:gd name="connsiteY195" fmla="*/ 70206 h 621896"/>
                <a:gd name="connsiteX196" fmla="*/ 405639 w 553012"/>
                <a:gd name="connsiteY196" fmla="*/ 67750 h 621896"/>
                <a:gd name="connsiteX197" fmla="*/ 404966 w 553012"/>
                <a:gd name="connsiteY197" fmla="*/ 63982 h 621896"/>
                <a:gd name="connsiteX198" fmla="*/ 405504 w 553012"/>
                <a:gd name="connsiteY198" fmla="*/ 59643 h 621896"/>
                <a:gd name="connsiteX199" fmla="*/ 405369 w 553012"/>
                <a:gd name="connsiteY199" fmla="*/ 56178 h 621896"/>
                <a:gd name="connsiteX200" fmla="*/ 405235 w 553012"/>
                <a:gd name="connsiteY200" fmla="*/ 51099 h 621896"/>
                <a:gd name="connsiteX201" fmla="*/ 405235 w 553012"/>
                <a:gd name="connsiteY201" fmla="*/ 49652 h 621896"/>
                <a:gd name="connsiteX202" fmla="*/ 405235 w 553012"/>
                <a:gd name="connsiteY202" fmla="*/ 44438 h 621896"/>
                <a:gd name="connsiteX203" fmla="*/ 405235 w 553012"/>
                <a:gd name="connsiteY203" fmla="*/ 41242 h 621896"/>
                <a:gd name="connsiteX204" fmla="*/ 404427 w 553012"/>
                <a:gd name="connsiteY204" fmla="*/ 38215 h 621896"/>
                <a:gd name="connsiteX205" fmla="*/ 403619 w 553012"/>
                <a:gd name="connsiteY205" fmla="*/ 37643 h 621896"/>
                <a:gd name="connsiteX206" fmla="*/ 402038 w 553012"/>
                <a:gd name="connsiteY206" fmla="*/ 35624 h 621896"/>
                <a:gd name="connsiteX207" fmla="*/ 399850 w 553012"/>
                <a:gd name="connsiteY207" fmla="*/ 35624 h 621896"/>
                <a:gd name="connsiteX208" fmla="*/ 396384 w 553012"/>
                <a:gd name="connsiteY208" fmla="*/ 35624 h 621896"/>
                <a:gd name="connsiteX209" fmla="*/ 391436 w 553012"/>
                <a:gd name="connsiteY209" fmla="*/ 36768 h 621896"/>
                <a:gd name="connsiteX210" fmla="*/ 389552 w 553012"/>
                <a:gd name="connsiteY210" fmla="*/ 38652 h 621896"/>
                <a:gd name="connsiteX211" fmla="*/ 387667 w 553012"/>
                <a:gd name="connsiteY211" fmla="*/ 41680 h 621896"/>
                <a:gd name="connsiteX212" fmla="*/ 385648 w 553012"/>
                <a:gd name="connsiteY212" fmla="*/ 44707 h 621896"/>
                <a:gd name="connsiteX213" fmla="*/ 383595 w 553012"/>
                <a:gd name="connsiteY213" fmla="*/ 47903 h 621896"/>
                <a:gd name="connsiteX214" fmla="*/ 382013 w 553012"/>
                <a:gd name="connsiteY214" fmla="*/ 50796 h 621896"/>
                <a:gd name="connsiteX215" fmla="*/ 378547 w 553012"/>
                <a:gd name="connsiteY215" fmla="*/ 53992 h 621896"/>
                <a:gd name="connsiteX216" fmla="*/ 376090 w 553012"/>
                <a:gd name="connsiteY216" fmla="*/ 51805 h 621896"/>
                <a:gd name="connsiteX217" fmla="*/ 371311 w 553012"/>
                <a:gd name="connsiteY217" fmla="*/ 52242 h 621896"/>
                <a:gd name="connsiteX218" fmla="*/ 368114 w 553012"/>
                <a:gd name="connsiteY218" fmla="*/ 52242 h 621896"/>
                <a:gd name="connsiteX219" fmla="*/ 364344 w 553012"/>
                <a:gd name="connsiteY219" fmla="*/ 54563 h 621896"/>
                <a:gd name="connsiteX220" fmla="*/ 361888 w 553012"/>
                <a:gd name="connsiteY220" fmla="*/ 55135 h 621896"/>
                <a:gd name="connsiteX221" fmla="*/ 359263 w 553012"/>
                <a:gd name="connsiteY221" fmla="*/ 59777 h 621896"/>
                <a:gd name="connsiteX222" fmla="*/ 356940 w 553012"/>
                <a:gd name="connsiteY222" fmla="*/ 62099 h 621896"/>
                <a:gd name="connsiteX223" fmla="*/ 355056 w 553012"/>
                <a:gd name="connsiteY223" fmla="*/ 64420 h 621896"/>
                <a:gd name="connsiteX224" fmla="*/ 351286 w 553012"/>
                <a:gd name="connsiteY224" fmla="*/ 66573 h 621896"/>
                <a:gd name="connsiteX225" fmla="*/ 348392 w 553012"/>
                <a:gd name="connsiteY225" fmla="*/ 66876 h 621896"/>
                <a:gd name="connsiteX226" fmla="*/ 346070 w 553012"/>
                <a:gd name="connsiteY226" fmla="*/ 65429 h 621896"/>
                <a:gd name="connsiteX227" fmla="*/ 344320 w 553012"/>
                <a:gd name="connsiteY227" fmla="*/ 61796 h 621896"/>
                <a:gd name="connsiteX228" fmla="*/ 344320 w 553012"/>
                <a:gd name="connsiteY228" fmla="*/ 60047 h 621896"/>
                <a:gd name="connsiteX229" fmla="*/ 341931 w 553012"/>
                <a:gd name="connsiteY229" fmla="*/ 57288 h 621896"/>
                <a:gd name="connsiteX230" fmla="*/ 340854 w 553012"/>
                <a:gd name="connsiteY230" fmla="*/ 58298 h 621896"/>
                <a:gd name="connsiteX231" fmla="*/ 340854 w 553012"/>
                <a:gd name="connsiteY231" fmla="*/ 60753 h 621896"/>
                <a:gd name="connsiteX232" fmla="*/ 337892 w 553012"/>
                <a:gd name="connsiteY232" fmla="*/ 64958 h 621896"/>
                <a:gd name="connsiteX233" fmla="*/ 336378 w 553012"/>
                <a:gd name="connsiteY233" fmla="*/ 65395 h 621896"/>
                <a:gd name="connsiteX234" fmla="*/ 335065 w 553012"/>
                <a:gd name="connsiteY234" fmla="*/ 63377 h 621896"/>
                <a:gd name="connsiteX235" fmla="*/ 332743 w 553012"/>
                <a:gd name="connsiteY235" fmla="*/ 55976 h 621896"/>
                <a:gd name="connsiteX236" fmla="*/ 327829 w 553012"/>
                <a:gd name="connsiteY236" fmla="*/ 51906 h 621896"/>
                <a:gd name="connsiteX237" fmla="*/ 324363 w 553012"/>
                <a:gd name="connsiteY237" fmla="*/ 49316 h 621896"/>
                <a:gd name="connsiteX238" fmla="*/ 322343 w 553012"/>
                <a:gd name="connsiteY238" fmla="*/ 43530 h 621896"/>
                <a:gd name="connsiteX239" fmla="*/ 315377 w 553012"/>
                <a:gd name="connsiteY239" fmla="*/ 41209 h 621896"/>
                <a:gd name="connsiteX240" fmla="*/ 308714 w 553012"/>
                <a:gd name="connsiteY240" fmla="*/ 35994 h 621896"/>
                <a:gd name="connsiteX241" fmla="*/ 305247 w 553012"/>
                <a:gd name="connsiteY241" fmla="*/ 34817 h 621896"/>
                <a:gd name="connsiteX242" fmla="*/ 298886 w 553012"/>
                <a:gd name="connsiteY242" fmla="*/ 30747 h 621896"/>
                <a:gd name="connsiteX243" fmla="*/ 294545 w 553012"/>
                <a:gd name="connsiteY243" fmla="*/ 28728 h 621896"/>
                <a:gd name="connsiteX244" fmla="*/ 291348 w 553012"/>
                <a:gd name="connsiteY244" fmla="*/ 26104 h 621896"/>
                <a:gd name="connsiteX245" fmla="*/ 288454 w 553012"/>
                <a:gd name="connsiteY245" fmla="*/ 26104 h 621896"/>
                <a:gd name="connsiteX246" fmla="*/ 281790 w 553012"/>
                <a:gd name="connsiteY246" fmla="*/ 26811 h 621896"/>
                <a:gd name="connsiteX247" fmla="*/ 275698 w 553012"/>
                <a:gd name="connsiteY247" fmla="*/ 27820 h 621896"/>
                <a:gd name="connsiteX248" fmla="*/ 270179 w 553012"/>
                <a:gd name="connsiteY248" fmla="*/ 27820 h 621896"/>
                <a:gd name="connsiteX249" fmla="*/ 265838 w 553012"/>
                <a:gd name="connsiteY249" fmla="*/ 28257 h 621896"/>
                <a:gd name="connsiteX250" fmla="*/ 257727 w 553012"/>
                <a:gd name="connsiteY250" fmla="*/ 25230 h 621896"/>
                <a:gd name="connsiteX251" fmla="*/ 255977 w 553012"/>
                <a:gd name="connsiteY251" fmla="*/ 22337 h 621896"/>
                <a:gd name="connsiteX252" fmla="*/ 252780 w 553012"/>
                <a:gd name="connsiteY252" fmla="*/ 20890 h 621896"/>
                <a:gd name="connsiteX253" fmla="*/ 246419 w 553012"/>
                <a:gd name="connsiteY253" fmla="*/ 19141 h 621896"/>
                <a:gd name="connsiteX254" fmla="*/ 239149 w 553012"/>
                <a:gd name="connsiteY254" fmla="*/ 15945 h 621896"/>
                <a:gd name="connsiteX255" fmla="*/ 235380 w 553012"/>
                <a:gd name="connsiteY255" fmla="*/ 13927 h 621896"/>
                <a:gd name="connsiteX256" fmla="*/ 231039 w 553012"/>
                <a:gd name="connsiteY256" fmla="*/ 10159 h 621896"/>
                <a:gd name="connsiteX257" fmla="*/ 226967 w 553012"/>
                <a:gd name="connsiteY257" fmla="*/ 12178 h 621896"/>
                <a:gd name="connsiteX258" fmla="*/ 218856 w 553012"/>
                <a:gd name="connsiteY258" fmla="*/ 14499 h 621896"/>
                <a:gd name="connsiteX259" fmla="*/ 213067 w 553012"/>
                <a:gd name="connsiteY259" fmla="*/ 15945 h 621896"/>
                <a:gd name="connsiteX260" fmla="*/ 209601 w 553012"/>
                <a:gd name="connsiteY260" fmla="*/ 13052 h 621896"/>
                <a:gd name="connsiteX261" fmla="*/ 207279 w 553012"/>
                <a:gd name="connsiteY261" fmla="*/ 8107 h 621896"/>
                <a:gd name="connsiteX262" fmla="*/ 204081 w 553012"/>
                <a:gd name="connsiteY262" fmla="*/ 1446 h 621896"/>
                <a:gd name="connsiteX263" fmla="*/ 200884 w 553012"/>
                <a:gd name="connsiteY263" fmla="*/ 0 h 621896"/>
                <a:gd name="connsiteX264" fmla="*/ 199437 w 553012"/>
                <a:gd name="connsiteY264" fmla="*/ 0 h 621896"/>
                <a:gd name="connsiteX265" fmla="*/ 196812 w 553012"/>
                <a:gd name="connsiteY265" fmla="*/ 3465 h 621896"/>
                <a:gd name="connsiteX266" fmla="*/ 194490 w 553012"/>
                <a:gd name="connsiteY266" fmla="*/ 6661 h 621896"/>
                <a:gd name="connsiteX267" fmla="*/ 190720 w 553012"/>
                <a:gd name="connsiteY267" fmla="*/ 9789 h 621896"/>
                <a:gd name="connsiteX268" fmla="*/ 184057 w 553012"/>
                <a:gd name="connsiteY268" fmla="*/ 10025 h 621896"/>
                <a:gd name="connsiteX269" fmla="*/ 179716 w 553012"/>
                <a:gd name="connsiteY269" fmla="*/ 10025 h 621896"/>
                <a:gd name="connsiteX270" fmla="*/ 178268 w 553012"/>
                <a:gd name="connsiteY270" fmla="*/ 10025 h 621896"/>
                <a:gd name="connsiteX271" fmla="*/ 170730 w 553012"/>
                <a:gd name="connsiteY271" fmla="*/ 10159 h 621896"/>
                <a:gd name="connsiteX272" fmla="*/ 166388 w 553012"/>
                <a:gd name="connsiteY272" fmla="*/ 10159 h 621896"/>
                <a:gd name="connsiteX273" fmla="*/ 165210 w 553012"/>
                <a:gd name="connsiteY273" fmla="*/ 12178 h 621896"/>
                <a:gd name="connsiteX274" fmla="*/ 165513 w 553012"/>
                <a:gd name="connsiteY274" fmla="*/ 17963 h 621896"/>
                <a:gd name="connsiteX275" fmla="*/ 165210 w 553012"/>
                <a:gd name="connsiteY275" fmla="*/ 22606 h 621896"/>
                <a:gd name="connsiteX276" fmla="*/ 164638 w 553012"/>
                <a:gd name="connsiteY276" fmla="*/ 25499 h 621896"/>
                <a:gd name="connsiteX277" fmla="*/ 166658 w 553012"/>
                <a:gd name="connsiteY277" fmla="*/ 29569 h 621896"/>
                <a:gd name="connsiteX278" fmla="*/ 168980 w 553012"/>
                <a:gd name="connsiteY278" fmla="*/ 32462 h 621896"/>
                <a:gd name="connsiteX279" fmla="*/ 170999 w 553012"/>
                <a:gd name="connsiteY279" fmla="*/ 32462 h 621896"/>
                <a:gd name="connsiteX280" fmla="*/ 174465 w 553012"/>
                <a:gd name="connsiteY280" fmla="*/ 34783 h 621896"/>
                <a:gd name="connsiteX281" fmla="*/ 177662 w 553012"/>
                <a:gd name="connsiteY281" fmla="*/ 36230 h 621896"/>
                <a:gd name="connsiteX282" fmla="*/ 179413 w 553012"/>
                <a:gd name="connsiteY282" fmla="*/ 37407 h 621896"/>
                <a:gd name="connsiteX283" fmla="*/ 180860 w 553012"/>
                <a:gd name="connsiteY283" fmla="*/ 39157 h 621896"/>
                <a:gd name="connsiteX284" fmla="*/ 180860 w 553012"/>
                <a:gd name="connsiteY284" fmla="*/ 43126 h 621896"/>
                <a:gd name="connsiteX285" fmla="*/ 177662 w 553012"/>
                <a:gd name="connsiteY285" fmla="*/ 46120 h 621896"/>
                <a:gd name="connsiteX286" fmla="*/ 174196 w 553012"/>
                <a:gd name="connsiteY286" fmla="*/ 48441 h 621896"/>
                <a:gd name="connsiteX287" fmla="*/ 168677 w 553012"/>
                <a:gd name="connsiteY287" fmla="*/ 51334 h 621896"/>
                <a:gd name="connsiteX288" fmla="*/ 166085 w 553012"/>
                <a:gd name="connsiteY288" fmla="*/ 56245 h 621896"/>
                <a:gd name="connsiteX289" fmla="*/ 158547 w 553012"/>
                <a:gd name="connsiteY289" fmla="*/ 61191 h 621896"/>
                <a:gd name="connsiteX290" fmla="*/ 153330 w 553012"/>
                <a:gd name="connsiteY290" fmla="*/ 58869 h 621896"/>
                <a:gd name="connsiteX291" fmla="*/ 150705 w 553012"/>
                <a:gd name="connsiteY291" fmla="*/ 55102 h 621896"/>
                <a:gd name="connsiteX292" fmla="*/ 148080 w 553012"/>
                <a:gd name="connsiteY292" fmla="*/ 51906 h 621896"/>
                <a:gd name="connsiteX293" fmla="*/ 144311 w 553012"/>
                <a:gd name="connsiteY293" fmla="*/ 49013 h 621896"/>
                <a:gd name="connsiteX294" fmla="*/ 142292 w 553012"/>
                <a:gd name="connsiteY294" fmla="*/ 47869 h 621896"/>
                <a:gd name="connsiteX295" fmla="*/ 138522 w 553012"/>
                <a:gd name="connsiteY295" fmla="*/ 45245 h 621896"/>
                <a:gd name="connsiteX296" fmla="*/ 130681 w 553012"/>
                <a:gd name="connsiteY296" fmla="*/ 44673 h 621896"/>
                <a:gd name="connsiteX297" fmla="*/ 125161 w 553012"/>
                <a:gd name="connsiteY297" fmla="*/ 44371 h 621896"/>
                <a:gd name="connsiteX298" fmla="*/ 119642 w 553012"/>
                <a:gd name="connsiteY298" fmla="*/ 43496 h 621896"/>
                <a:gd name="connsiteX299" fmla="*/ 115570 w 553012"/>
                <a:gd name="connsiteY299" fmla="*/ 43496 h 621896"/>
                <a:gd name="connsiteX300" fmla="*/ 110353 w 553012"/>
                <a:gd name="connsiteY300" fmla="*/ 43496 h 621896"/>
                <a:gd name="connsiteX301" fmla="*/ 107459 w 553012"/>
                <a:gd name="connsiteY301" fmla="*/ 43496 h 621896"/>
                <a:gd name="connsiteX302" fmla="*/ 100493 w 553012"/>
                <a:gd name="connsiteY302" fmla="*/ 47701 h 621896"/>
                <a:gd name="connsiteX303" fmla="*/ 98473 w 553012"/>
                <a:gd name="connsiteY303" fmla="*/ 50157 h 621896"/>
                <a:gd name="connsiteX304" fmla="*/ 94704 w 553012"/>
                <a:gd name="connsiteY304" fmla="*/ 52478 h 621896"/>
                <a:gd name="connsiteX305" fmla="*/ 92113 w 553012"/>
                <a:gd name="connsiteY305" fmla="*/ 55674 h 621896"/>
                <a:gd name="connsiteX306" fmla="*/ 87771 w 553012"/>
                <a:gd name="connsiteY306" fmla="*/ 58567 h 621896"/>
                <a:gd name="connsiteX307" fmla="*/ 84305 w 553012"/>
                <a:gd name="connsiteY307" fmla="*/ 58567 h 621896"/>
                <a:gd name="connsiteX308" fmla="*/ 79358 w 553012"/>
                <a:gd name="connsiteY308" fmla="*/ 58264 h 621896"/>
                <a:gd name="connsiteX309" fmla="*/ 77338 w 553012"/>
                <a:gd name="connsiteY309" fmla="*/ 55674 h 621896"/>
                <a:gd name="connsiteX310" fmla="*/ 70372 w 553012"/>
                <a:gd name="connsiteY310" fmla="*/ 55674 h 621896"/>
                <a:gd name="connsiteX311" fmla="*/ 70675 w 553012"/>
                <a:gd name="connsiteY311" fmla="*/ 60316 h 621896"/>
                <a:gd name="connsiteX312" fmla="*/ 71550 w 553012"/>
                <a:gd name="connsiteY312" fmla="*/ 65227 h 621896"/>
                <a:gd name="connsiteX313" fmla="*/ 70405 w 553012"/>
                <a:gd name="connsiteY313" fmla="*/ 69298 h 621896"/>
                <a:gd name="connsiteX314" fmla="*/ 67511 w 553012"/>
                <a:gd name="connsiteY314" fmla="*/ 72493 h 621896"/>
                <a:gd name="connsiteX315" fmla="*/ 62295 w 553012"/>
                <a:gd name="connsiteY315" fmla="*/ 74512 h 621896"/>
                <a:gd name="connsiteX316" fmla="*/ 60275 w 553012"/>
                <a:gd name="connsiteY316" fmla="*/ 77977 h 621896"/>
                <a:gd name="connsiteX317" fmla="*/ 59131 w 553012"/>
                <a:gd name="connsiteY317" fmla="*/ 86084 h 621896"/>
                <a:gd name="connsiteX318" fmla="*/ 57684 w 553012"/>
                <a:gd name="connsiteY318" fmla="*/ 91601 h 621896"/>
                <a:gd name="connsiteX319" fmla="*/ 54217 w 553012"/>
                <a:gd name="connsiteY319" fmla="*/ 96512 h 621896"/>
                <a:gd name="connsiteX320" fmla="*/ 50145 w 553012"/>
                <a:gd name="connsiteY320" fmla="*/ 100582 h 621896"/>
                <a:gd name="connsiteX321" fmla="*/ 47823 w 553012"/>
                <a:gd name="connsiteY321" fmla="*/ 106099 h 621896"/>
                <a:gd name="connsiteX322" fmla="*/ 45804 w 553012"/>
                <a:gd name="connsiteY322" fmla="*/ 111011 h 621896"/>
                <a:gd name="connsiteX323" fmla="*/ 44626 w 553012"/>
                <a:gd name="connsiteY323" fmla="*/ 115653 h 621896"/>
                <a:gd name="connsiteX324" fmla="*/ 46376 w 553012"/>
                <a:gd name="connsiteY324" fmla="*/ 121742 h 621896"/>
                <a:gd name="connsiteX325" fmla="*/ 49876 w 553012"/>
                <a:gd name="connsiteY325" fmla="*/ 125812 h 621896"/>
                <a:gd name="connsiteX326" fmla="*/ 50448 w 553012"/>
                <a:gd name="connsiteY326" fmla="*/ 132473 h 621896"/>
                <a:gd name="connsiteX327" fmla="*/ 46679 w 553012"/>
                <a:gd name="connsiteY327" fmla="*/ 137990 h 621896"/>
                <a:gd name="connsiteX328" fmla="*/ 44087 w 553012"/>
                <a:gd name="connsiteY328" fmla="*/ 142632 h 621896"/>
                <a:gd name="connsiteX329" fmla="*/ 43515 w 553012"/>
                <a:gd name="connsiteY329" fmla="*/ 145222 h 621896"/>
                <a:gd name="connsiteX330" fmla="*/ 43515 w 553012"/>
                <a:gd name="connsiteY330" fmla="*/ 149293 h 621896"/>
                <a:gd name="connsiteX331" fmla="*/ 44087 w 553012"/>
                <a:gd name="connsiteY331" fmla="*/ 152489 h 621896"/>
                <a:gd name="connsiteX332" fmla="*/ 47285 w 553012"/>
                <a:gd name="connsiteY332" fmla="*/ 155381 h 621896"/>
                <a:gd name="connsiteX333" fmla="*/ 49304 w 553012"/>
                <a:gd name="connsiteY333" fmla="*/ 156525 h 621896"/>
                <a:gd name="connsiteX334" fmla="*/ 49001 w 553012"/>
                <a:gd name="connsiteY334" fmla="*/ 160865 h 621896"/>
                <a:gd name="connsiteX335" fmla="*/ 48429 w 553012"/>
                <a:gd name="connsiteY335" fmla="*/ 163758 h 621896"/>
                <a:gd name="connsiteX336" fmla="*/ 45804 w 553012"/>
                <a:gd name="connsiteY336" fmla="*/ 165776 h 621896"/>
                <a:gd name="connsiteX337" fmla="*/ 43482 w 553012"/>
                <a:gd name="connsiteY337" fmla="*/ 168097 h 621896"/>
                <a:gd name="connsiteX338" fmla="*/ 40015 w 553012"/>
                <a:gd name="connsiteY338" fmla="*/ 169544 h 621896"/>
                <a:gd name="connsiteX339" fmla="*/ 40015 w 553012"/>
                <a:gd name="connsiteY339" fmla="*/ 172168 h 621896"/>
                <a:gd name="connsiteX340" fmla="*/ 42338 w 553012"/>
                <a:gd name="connsiteY340" fmla="*/ 175061 h 621896"/>
                <a:gd name="connsiteX341" fmla="*/ 46107 w 553012"/>
                <a:gd name="connsiteY341" fmla="*/ 176507 h 621896"/>
                <a:gd name="connsiteX342" fmla="*/ 48732 w 553012"/>
                <a:gd name="connsiteY342" fmla="*/ 176507 h 621896"/>
                <a:gd name="connsiteX343" fmla="*/ 48732 w 553012"/>
                <a:gd name="connsiteY343" fmla="*/ 178526 h 621896"/>
                <a:gd name="connsiteX344" fmla="*/ 48597 w 553012"/>
                <a:gd name="connsiteY344" fmla="*/ 181990 h 621896"/>
                <a:gd name="connsiteX345" fmla="*/ 48160 w 553012"/>
                <a:gd name="connsiteY345" fmla="*/ 185455 h 621896"/>
                <a:gd name="connsiteX346" fmla="*/ 47016 w 553012"/>
                <a:gd name="connsiteY346" fmla="*/ 187776 h 621896"/>
                <a:gd name="connsiteX347" fmla="*/ 46443 w 553012"/>
                <a:gd name="connsiteY347" fmla="*/ 191544 h 621896"/>
                <a:gd name="connsiteX348" fmla="*/ 47318 w 553012"/>
                <a:gd name="connsiteY348" fmla="*/ 197633 h 621896"/>
                <a:gd name="connsiteX349" fmla="*/ 45871 w 553012"/>
                <a:gd name="connsiteY349" fmla="*/ 202847 h 621896"/>
                <a:gd name="connsiteX350" fmla="*/ 46746 w 553012"/>
                <a:gd name="connsiteY350" fmla="*/ 209508 h 621896"/>
                <a:gd name="connsiteX351" fmla="*/ 47890 w 553012"/>
                <a:gd name="connsiteY351" fmla="*/ 214150 h 621896"/>
                <a:gd name="connsiteX352" fmla="*/ 52535 w 553012"/>
                <a:gd name="connsiteY352" fmla="*/ 217917 h 621896"/>
                <a:gd name="connsiteX353" fmla="*/ 53107 w 553012"/>
                <a:gd name="connsiteY353" fmla="*/ 219095 h 621896"/>
                <a:gd name="connsiteX354" fmla="*/ 54251 w 553012"/>
                <a:gd name="connsiteY354" fmla="*/ 223434 h 621896"/>
                <a:gd name="connsiteX355" fmla="*/ 52501 w 553012"/>
                <a:gd name="connsiteY355" fmla="*/ 227774 h 621896"/>
                <a:gd name="connsiteX356" fmla="*/ 49607 w 553012"/>
                <a:gd name="connsiteY356" fmla="*/ 232416 h 621896"/>
                <a:gd name="connsiteX357" fmla="*/ 50751 w 553012"/>
                <a:gd name="connsiteY357" fmla="*/ 235612 h 621896"/>
                <a:gd name="connsiteX358" fmla="*/ 52770 w 553012"/>
                <a:gd name="connsiteY358" fmla="*/ 241970 h 621896"/>
                <a:gd name="connsiteX359" fmla="*/ 51020 w 553012"/>
                <a:gd name="connsiteY359" fmla="*/ 245737 h 621896"/>
                <a:gd name="connsiteX360" fmla="*/ 50448 w 553012"/>
                <a:gd name="connsiteY360" fmla="*/ 246881 h 621896"/>
                <a:gd name="connsiteX361" fmla="*/ 49001 w 553012"/>
                <a:gd name="connsiteY361" fmla="*/ 250649 h 621896"/>
                <a:gd name="connsiteX362" fmla="*/ 51323 w 553012"/>
                <a:gd name="connsiteY362" fmla="*/ 254114 h 621896"/>
                <a:gd name="connsiteX363" fmla="*/ 51054 w 553012"/>
                <a:gd name="connsiteY363" fmla="*/ 259025 h 621896"/>
                <a:gd name="connsiteX364" fmla="*/ 50751 w 553012"/>
                <a:gd name="connsiteY364" fmla="*/ 265114 h 621896"/>
                <a:gd name="connsiteX365" fmla="*/ 52501 w 553012"/>
                <a:gd name="connsiteY365" fmla="*/ 270328 h 621896"/>
                <a:gd name="connsiteX366" fmla="*/ 55126 w 553012"/>
                <a:gd name="connsiteY366" fmla="*/ 274668 h 621896"/>
                <a:gd name="connsiteX367" fmla="*/ 57718 w 553012"/>
                <a:gd name="connsiteY367" fmla="*/ 276686 h 621896"/>
                <a:gd name="connsiteX368" fmla="*/ 62059 w 553012"/>
                <a:gd name="connsiteY368" fmla="*/ 282203 h 621896"/>
                <a:gd name="connsiteX369" fmla="*/ 64381 w 553012"/>
                <a:gd name="connsiteY369" fmla="*/ 285399 h 621896"/>
                <a:gd name="connsiteX370" fmla="*/ 64078 w 553012"/>
                <a:gd name="connsiteY370" fmla="*/ 291185 h 621896"/>
                <a:gd name="connsiteX371" fmla="*/ 63775 w 553012"/>
                <a:gd name="connsiteY371" fmla="*/ 296971 h 621896"/>
                <a:gd name="connsiteX372" fmla="*/ 62597 w 553012"/>
                <a:gd name="connsiteY372" fmla="*/ 300166 h 621896"/>
                <a:gd name="connsiteX373" fmla="*/ 60881 w 553012"/>
                <a:gd name="connsiteY373" fmla="*/ 302488 h 621896"/>
                <a:gd name="connsiteX374" fmla="*/ 55665 w 553012"/>
                <a:gd name="connsiteY374" fmla="*/ 304809 h 621896"/>
                <a:gd name="connsiteX375" fmla="*/ 51626 w 553012"/>
                <a:gd name="connsiteY375" fmla="*/ 307130 h 621896"/>
                <a:gd name="connsiteX376" fmla="*/ 49001 w 553012"/>
                <a:gd name="connsiteY376" fmla="*/ 308576 h 621896"/>
                <a:gd name="connsiteX377" fmla="*/ 44087 w 553012"/>
                <a:gd name="connsiteY377" fmla="*/ 311200 h 621896"/>
                <a:gd name="connsiteX378" fmla="*/ 40890 w 553012"/>
                <a:gd name="connsiteY378" fmla="*/ 311200 h 621896"/>
                <a:gd name="connsiteX379" fmla="*/ 36381 w 553012"/>
                <a:gd name="connsiteY379" fmla="*/ 311200 h 621896"/>
                <a:gd name="connsiteX380" fmla="*/ 34193 w 553012"/>
                <a:gd name="connsiteY380" fmla="*/ 312647 h 621896"/>
                <a:gd name="connsiteX381" fmla="*/ 31568 w 553012"/>
                <a:gd name="connsiteY381" fmla="*/ 316112 h 621896"/>
                <a:gd name="connsiteX382" fmla="*/ 30121 w 553012"/>
                <a:gd name="connsiteY382" fmla="*/ 320451 h 621896"/>
                <a:gd name="connsiteX383" fmla="*/ 29852 w 553012"/>
                <a:gd name="connsiteY383" fmla="*/ 324521 h 621896"/>
                <a:gd name="connsiteX384" fmla="*/ 28404 w 553012"/>
                <a:gd name="connsiteY384" fmla="*/ 325968 h 621896"/>
                <a:gd name="connsiteX385" fmla="*/ 25510 w 553012"/>
                <a:gd name="connsiteY385" fmla="*/ 327145 h 621896"/>
                <a:gd name="connsiteX386" fmla="*/ 20597 w 553012"/>
                <a:gd name="connsiteY386" fmla="*/ 328895 h 621896"/>
                <a:gd name="connsiteX387" fmla="*/ 18846 w 553012"/>
                <a:gd name="connsiteY387" fmla="*/ 330341 h 621896"/>
                <a:gd name="connsiteX388" fmla="*/ 17097 w 553012"/>
                <a:gd name="connsiteY388" fmla="*/ 332931 h 621896"/>
                <a:gd name="connsiteX389" fmla="*/ 15952 w 553012"/>
                <a:gd name="connsiteY389" fmla="*/ 335253 h 621896"/>
                <a:gd name="connsiteX390" fmla="*/ 9861 w 553012"/>
                <a:gd name="connsiteY390" fmla="*/ 340769 h 621896"/>
                <a:gd name="connsiteX391" fmla="*/ 5789 w 553012"/>
                <a:gd name="connsiteY391" fmla="*/ 344840 h 621896"/>
                <a:gd name="connsiteX392" fmla="*/ 2591 w 553012"/>
                <a:gd name="connsiteY392" fmla="*/ 347430 h 621896"/>
                <a:gd name="connsiteX393" fmla="*/ 0 w 553012"/>
                <a:gd name="connsiteY393" fmla="*/ 350323 h 621896"/>
                <a:gd name="connsiteX394" fmla="*/ 0 w 553012"/>
                <a:gd name="connsiteY394" fmla="*/ 354393 h 621896"/>
                <a:gd name="connsiteX395" fmla="*/ 7842 w 553012"/>
                <a:gd name="connsiteY395" fmla="*/ 352947 h 621896"/>
                <a:gd name="connsiteX396" fmla="*/ 14202 w 553012"/>
                <a:gd name="connsiteY396" fmla="*/ 351803 h 621896"/>
                <a:gd name="connsiteX397" fmla="*/ 15952 w 553012"/>
                <a:gd name="connsiteY397" fmla="*/ 351231 h 621896"/>
                <a:gd name="connsiteX398" fmla="*/ 22616 w 553012"/>
                <a:gd name="connsiteY398" fmla="*/ 349482 h 621896"/>
                <a:gd name="connsiteX399" fmla="*/ 27260 w 553012"/>
                <a:gd name="connsiteY399" fmla="*/ 346286 h 621896"/>
                <a:gd name="connsiteX400" fmla="*/ 30155 w 553012"/>
                <a:gd name="connsiteY400" fmla="*/ 345412 h 621896"/>
                <a:gd name="connsiteX401" fmla="*/ 33049 w 553012"/>
                <a:gd name="connsiteY401" fmla="*/ 345109 h 621896"/>
                <a:gd name="connsiteX402" fmla="*/ 33049 w 553012"/>
                <a:gd name="connsiteY402" fmla="*/ 346858 h 621896"/>
                <a:gd name="connsiteX403" fmla="*/ 34933 w 553012"/>
                <a:gd name="connsiteY403" fmla="*/ 349179 h 621896"/>
                <a:gd name="connsiteX404" fmla="*/ 38837 w 553012"/>
                <a:gd name="connsiteY404" fmla="*/ 348608 h 621896"/>
                <a:gd name="connsiteX405" fmla="*/ 41159 w 553012"/>
                <a:gd name="connsiteY405" fmla="*/ 346286 h 621896"/>
                <a:gd name="connsiteX406" fmla="*/ 43482 w 553012"/>
                <a:gd name="connsiteY406" fmla="*/ 343091 h 621896"/>
                <a:gd name="connsiteX407" fmla="*/ 46039 w 553012"/>
                <a:gd name="connsiteY407" fmla="*/ 342519 h 621896"/>
                <a:gd name="connsiteX408" fmla="*/ 53040 w 553012"/>
                <a:gd name="connsiteY408" fmla="*/ 340769 h 621896"/>
                <a:gd name="connsiteX409" fmla="*/ 57381 w 553012"/>
                <a:gd name="connsiteY409" fmla="*/ 340769 h 621896"/>
                <a:gd name="connsiteX410" fmla="*/ 63775 w 553012"/>
                <a:gd name="connsiteY410" fmla="*/ 344403 h 621896"/>
                <a:gd name="connsiteX411" fmla="*/ 63203 w 553012"/>
                <a:gd name="connsiteY411" fmla="*/ 349179 h 621896"/>
                <a:gd name="connsiteX412" fmla="*/ 66670 w 553012"/>
                <a:gd name="connsiteY412" fmla="*/ 353519 h 621896"/>
                <a:gd name="connsiteX413" fmla="*/ 71011 w 553012"/>
                <a:gd name="connsiteY413" fmla="*/ 357286 h 621896"/>
                <a:gd name="connsiteX414" fmla="*/ 72761 w 553012"/>
                <a:gd name="connsiteY414" fmla="*/ 361626 h 621896"/>
                <a:gd name="connsiteX415" fmla="*/ 70439 w 553012"/>
                <a:gd name="connsiteY415" fmla="*/ 365091 h 621896"/>
                <a:gd name="connsiteX416" fmla="*/ 69295 w 553012"/>
                <a:gd name="connsiteY416" fmla="*/ 365091 h 621896"/>
                <a:gd name="connsiteX417" fmla="*/ 65223 w 553012"/>
                <a:gd name="connsiteY417" fmla="*/ 367984 h 621896"/>
                <a:gd name="connsiteX418" fmla="*/ 63472 w 553012"/>
                <a:gd name="connsiteY418" fmla="*/ 371449 h 621896"/>
                <a:gd name="connsiteX419" fmla="*/ 63472 w 553012"/>
                <a:gd name="connsiteY419" fmla="*/ 373770 h 621896"/>
                <a:gd name="connsiteX420" fmla="*/ 64920 w 553012"/>
                <a:gd name="connsiteY420" fmla="*/ 373770 h 621896"/>
                <a:gd name="connsiteX421" fmla="*/ 69564 w 553012"/>
                <a:gd name="connsiteY421" fmla="*/ 375082 h 621896"/>
                <a:gd name="connsiteX422" fmla="*/ 72761 w 553012"/>
                <a:gd name="connsiteY422" fmla="*/ 377538 h 621896"/>
                <a:gd name="connsiteX423" fmla="*/ 71011 w 553012"/>
                <a:gd name="connsiteY423" fmla="*/ 381608 h 621896"/>
                <a:gd name="connsiteX424" fmla="*/ 64348 w 553012"/>
                <a:gd name="connsiteY424" fmla="*/ 386250 h 621896"/>
                <a:gd name="connsiteX425" fmla="*/ 60881 w 553012"/>
                <a:gd name="connsiteY425" fmla="*/ 387697 h 621896"/>
                <a:gd name="connsiteX426" fmla="*/ 56943 w 553012"/>
                <a:gd name="connsiteY426" fmla="*/ 388840 h 621896"/>
                <a:gd name="connsiteX427" fmla="*/ 49876 w 553012"/>
                <a:gd name="connsiteY427" fmla="*/ 392305 h 621896"/>
                <a:gd name="connsiteX428" fmla="*/ 46073 w 553012"/>
                <a:gd name="connsiteY428" fmla="*/ 396073 h 621896"/>
                <a:gd name="connsiteX429" fmla="*/ 48429 w 553012"/>
                <a:gd name="connsiteY429" fmla="*/ 398697 h 621896"/>
                <a:gd name="connsiteX430" fmla="*/ 52198 w 553012"/>
                <a:gd name="connsiteY430" fmla="*/ 401590 h 621896"/>
                <a:gd name="connsiteX431" fmla="*/ 56977 w 553012"/>
                <a:gd name="connsiteY431" fmla="*/ 408251 h 621896"/>
                <a:gd name="connsiteX432" fmla="*/ 56977 w 553012"/>
                <a:gd name="connsiteY432" fmla="*/ 411144 h 621896"/>
                <a:gd name="connsiteX433" fmla="*/ 55126 w 553012"/>
                <a:gd name="connsiteY433" fmla="*/ 416930 h 621896"/>
                <a:gd name="connsiteX434" fmla="*/ 51929 w 553012"/>
                <a:gd name="connsiteY434" fmla="*/ 421269 h 621896"/>
                <a:gd name="connsiteX435" fmla="*/ 48463 w 553012"/>
                <a:gd name="connsiteY435" fmla="*/ 426181 h 621896"/>
                <a:gd name="connsiteX436" fmla="*/ 46107 w 553012"/>
                <a:gd name="connsiteY436" fmla="*/ 431966 h 621896"/>
                <a:gd name="connsiteX437" fmla="*/ 46141 w 553012"/>
                <a:gd name="connsiteY437" fmla="*/ 439771 h 621896"/>
                <a:gd name="connsiteX438" fmla="*/ 47588 w 553012"/>
                <a:gd name="connsiteY438" fmla="*/ 442361 h 621896"/>
                <a:gd name="connsiteX439" fmla="*/ 52501 w 553012"/>
                <a:gd name="connsiteY439" fmla="*/ 446129 h 621896"/>
                <a:gd name="connsiteX440" fmla="*/ 55126 w 553012"/>
                <a:gd name="connsiteY440" fmla="*/ 442933 h 621896"/>
                <a:gd name="connsiteX441" fmla="*/ 58323 w 553012"/>
                <a:gd name="connsiteY441" fmla="*/ 439737 h 621896"/>
                <a:gd name="connsiteX442" fmla="*/ 63102 w 553012"/>
                <a:gd name="connsiteY442" fmla="*/ 439737 h 621896"/>
                <a:gd name="connsiteX443" fmla="*/ 65862 w 553012"/>
                <a:gd name="connsiteY443" fmla="*/ 442496 h 621896"/>
                <a:gd name="connsiteX444" fmla="*/ 59501 w 553012"/>
                <a:gd name="connsiteY444" fmla="*/ 446701 h 621896"/>
                <a:gd name="connsiteX445" fmla="*/ 58357 w 553012"/>
                <a:gd name="connsiteY445" fmla="*/ 450737 h 621896"/>
                <a:gd name="connsiteX446" fmla="*/ 65896 w 553012"/>
                <a:gd name="connsiteY446" fmla="*/ 454808 h 621896"/>
                <a:gd name="connsiteX447" fmla="*/ 67915 w 553012"/>
                <a:gd name="connsiteY447" fmla="*/ 461468 h 621896"/>
                <a:gd name="connsiteX448" fmla="*/ 67915 w 553012"/>
                <a:gd name="connsiteY448" fmla="*/ 467389 h 621896"/>
                <a:gd name="connsiteX449" fmla="*/ 71550 w 553012"/>
                <a:gd name="connsiteY449" fmla="*/ 467557 h 621896"/>
                <a:gd name="connsiteX450" fmla="*/ 72425 w 553012"/>
                <a:gd name="connsiteY450" fmla="*/ 470316 h 621896"/>
                <a:gd name="connsiteX451" fmla="*/ 74881 w 553012"/>
                <a:gd name="connsiteY451" fmla="*/ 471190 h 621896"/>
                <a:gd name="connsiteX452" fmla="*/ 79391 w 553012"/>
                <a:gd name="connsiteY452" fmla="*/ 471056 h 621896"/>
                <a:gd name="connsiteX453" fmla="*/ 83733 w 553012"/>
                <a:gd name="connsiteY453" fmla="*/ 468869 h 621896"/>
                <a:gd name="connsiteX454" fmla="*/ 86358 w 553012"/>
                <a:gd name="connsiteY454" fmla="*/ 471056 h 621896"/>
                <a:gd name="connsiteX455" fmla="*/ 91877 w 553012"/>
                <a:gd name="connsiteY455" fmla="*/ 473242 h 621896"/>
                <a:gd name="connsiteX456" fmla="*/ 92752 w 553012"/>
                <a:gd name="connsiteY456" fmla="*/ 476573 h 621896"/>
                <a:gd name="connsiteX457" fmla="*/ 87838 w 553012"/>
                <a:gd name="connsiteY457" fmla="*/ 480475 h 621896"/>
                <a:gd name="connsiteX458" fmla="*/ 85954 w 553012"/>
                <a:gd name="connsiteY458" fmla="*/ 483233 h 621896"/>
                <a:gd name="connsiteX459" fmla="*/ 88713 w 553012"/>
                <a:gd name="connsiteY459" fmla="*/ 486866 h 621896"/>
                <a:gd name="connsiteX460" fmla="*/ 95074 w 553012"/>
                <a:gd name="connsiteY460" fmla="*/ 488178 h 621896"/>
                <a:gd name="connsiteX461" fmla="*/ 100156 w 553012"/>
                <a:gd name="connsiteY461" fmla="*/ 487741 h 621896"/>
                <a:gd name="connsiteX462" fmla="*/ 102343 w 553012"/>
                <a:gd name="connsiteY462" fmla="*/ 486866 h 621896"/>
                <a:gd name="connsiteX463" fmla="*/ 103892 w 553012"/>
                <a:gd name="connsiteY463" fmla="*/ 483940 h 621896"/>
                <a:gd name="connsiteX464" fmla="*/ 103219 w 553012"/>
                <a:gd name="connsiteY464" fmla="*/ 483233 h 621896"/>
                <a:gd name="connsiteX465" fmla="*/ 102041 w 553012"/>
                <a:gd name="connsiteY465" fmla="*/ 481047 h 621896"/>
                <a:gd name="connsiteX466" fmla="*/ 101771 w 553012"/>
                <a:gd name="connsiteY466" fmla="*/ 480172 h 621896"/>
                <a:gd name="connsiteX467" fmla="*/ 101368 w 553012"/>
                <a:gd name="connsiteY467" fmla="*/ 475530 h 621896"/>
                <a:gd name="connsiteX468" fmla="*/ 101401 w 553012"/>
                <a:gd name="connsiteY468" fmla="*/ 475462 h 621896"/>
                <a:gd name="connsiteX469" fmla="*/ 101502 w 553012"/>
                <a:gd name="connsiteY469" fmla="*/ 475261 h 621896"/>
                <a:gd name="connsiteX470" fmla="*/ 101401 w 553012"/>
                <a:gd name="connsiteY470" fmla="*/ 475462 h 621896"/>
                <a:gd name="connsiteX471" fmla="*/ 101368 w 553012"/>
                <a:gd name="connsiteY471" fmla="*/ 475530 h 621896"/>
                <a:gd name="connsiteX472" fmla="*/ 101940 w 553012"/>
                <a:gd name="connsiteY472" fmla="*/ 474958 h 621896"/>
                <a:gd name="connsiteX473" fmla="*/ 105574 w 553012"/>
                <a:gd name="connsiteY473" fmla="*/ 471056 h 621896"/>
                <a:gd name="connsiteX474" fmla="*/ 107156 w 553012"/>
                <a:gd name="connsiteY474" fmla="*/ 469744 h 621896"/>
                <a:gd name="connsiteX475" fmla="*/ 108166 w 553012"/>
                <a:gd name="connsiteY475" fmla="*/ 467389 h 621896"/>
                <a:gd name="connsiteX476" fmla="*/ 108166 w 553012"/>
                <a:gd name="connsiteY476" fmla="*/ 460930 h 621896"/>
                <a:gd name="connsiteX477" fmla="*/ 109748 w 553012"/>
                <a:gd name="connsiteY477" fmla="*/ 458609 h 621896"/>
                <a:gd name="connsiteX478" fmla="*/ 114964 w 553012"/>
                <a:gd name="connsiteY478" fmla="*/ 454135 h 621896"/>
                <a:gd name="connsiteX479" fmla="*/ 119743 w 553012"/>
                <a:gd name="connsiteY479" fmla="*/ 452386 h 621896"/>
                <a:gd name="connsiteX480" fmla="*/ 122065 w 553012"/>
                <a:gd name="connsiteY480" fmla="*/ 453395 h 621896"/>
                <a:gd name="connsiteX481" fmla="*/ 130613 w 553012"/>
                <a:gd name="connsiteY481" fmla="*/ 456591 h 621896"/>
                <a:gd name="connsiteX482" fmla="*/ 130613 w 553012"/>
                <a:gd name="connsiteY482" fmla="*/ 463251 h 621896"/>
                <a:gd name="connsiteX483" fmla="*/ 131488 w 553012"/>
                <a:gd name="connsiteY483" fmla="*/ 467759 h 621896"/>
                <a:gd name="connsiteX484" fmla="*/ 133945 w 553012"/>
                <a:gd name="connsiteY484" fmla="*/ 470955 h 621896"/>
                <a:gd name="connsiteX485" fmla="*/ 139465 w 553012"/>
                <a:gd name="connsiteY485" fmla="*/ 468499 h 621896"/>
                <a:gd name="connsiteX486" fmla="*/ 140609 w 553012"/>
                <a:gd name="connsiteY486" fmla="*/ 466918 h 621896"/>
                <a:gd name="connsiteX487" fmla="*/ 142494 w 553012"/>
                <a:gd name="connsiteY487" fmla="*/ 466784 h 621896"/>
                <a:gd name="connsiteX488" fmla="*/ 145960 w 553012"/>
                <a:gd name="connsiteY488" fmla="*/ 468230 h 621896"/>
                <a:gd name="connsiteX489" fmla="*/ 147272 w 553012"/>
                <a:gd name="connsiteY489" fmla="*/ 470114 h 621896"/>
                <a:gd name="connsiteX490" fmla="*/ 148450 w 553012"/>
                <a:gd name="connsiteY490" fmla="*/ 472570 h 621896"/>
                <a:gd name="connsiteX491" fmla="*/ 150335 w 553012"/>
                <a:gd name="connsiteY491" fmla="*/ 475160 h 621896"/>
                <a:gd name="connsiteX492" fmla="*/ 153532 w 553012"/>
                <a:gd name="connsiteY492" fmla="*/ 474857 h 621896"/>
                <a:gd name="connsiteX493" fmla="*/ 155249 w 553012"/>
                <a:gd name="connsiteY493" fmla="*/ 472536 h 621896"/>
                <a:gd name="connsiteX494" fmla="*/ 156124 w 553012"/>
                <a:gd name="connsiteY494" fmla="*/ 467625 h 621896"/>
                <a:gd name="connsiteX495" fmla="*/ 157571 w 553012"/>
                <a:gd name="connsiteY495" fmla="*/ 465169 h 621896"/>
                <a:gd name="connsiteX496" fmla="*/ 158446 w 553012"/>
                <a:gd name="connsiteY496" fmla="*/ 461973 h 621896"/>
                <a:gd name="connsiteX497" fmla="*/ 160027 w 553012"/>
                <a:gd name="connsiteY497" fmla="*/ 459215 h 621896"/>
                <a:gd name="connsiteX498" fmla="*/ 161778 w 553012"/>
                <a:gd name="connsiteY498" fmla="*/ 457465 h 621896"/>
                <a:gd name="connsiteX499" fmla="*/ 163965 w 553012"/>
                <a:gd name="connsiteY499" fmla="*/ 456019 h 621896"/>
                <a:gd name="connsiteX500" fmla="*/ 165850 w 553012"/>
                <a:gd name="connsiteY500" fmla="*/ 455010 h 621896"/>
                <a:gd name="connsiteX501" fmla="*/ 168172 w 553012"/>
                <a:gd name="connsiteY501" fmla="*/ 452386 h 621896"/>
                <a:gd name="connsiteX502" fmla="*/ 171807 w 553012"/>
                <a:gd name="connsiteY502" fmla="*/ 450367 h 621896"/>
                <a:gd name="connsiteX503" fmla="*/ 175273 w 553012"/>
                <a:gd name="connsiteY503" fmla="*/ 447340 h 621896"/>
                <a:gd name="connsiteX504" fmla="*/ 176720 w 553012"/>
                <a:gd name="connsiteY504" fmla="*/ 443875 h 621896"/>
                <a:gd name="connsiteX505" fmla="*/ 177595 w 553012"/>
                <a:gd name="connsiteY505" fmla="*/ 439098 h 621896"/>
                <a:gd name="connsiteX506" fmla="*/ 185571 w 553012"/>
                <a:gd name="connsiteY506" fmla="*/ 438156 h 621896"/>
                <a:gd name="connsiteX507" fmla="*/ 189206 w 553012"/>
                <a:gd name="connsiteY507" fmla="*/ 436340 h 621896"/>
                <a:gd name="connsiteX508" fmla="*/ 192403 w 553012"/>
                <a:gd name="connsiteY508" fmla="*/ 436340 h 621896"/>
                <a:gd name="connsiteX509" fmla="*/ 194423 w 553012"/>
                <a:gd name="connsiteY509" fmla="*/ 437786 h 621896"/>
                <a:gd name="connsiteX510" fmla="*/ 199774 w 553012"/>
                <a:gd name="connsiteY510" fmla="*/ 443135 h 621896"/>
                <a:gd name="connsiteX511" fmla="*/ 201961 w 553012"/>
                <a:gd name="connsiteY511" fmla="*/ 444144 h 621896"/>
                <a:gd name="connsiteX512" fmla="*/ 207750 w 553012"/>
                <a:gd name="connsiteY512" fmla="*/ 443841 h 621896"/>
                <a:gd name="connsiteX513" fmla="*/ 210947 w 553012"/>
                <a:gd name="connsiteY513" fmla="*/ 441823 h 621896"/>
                <a:gd name="connsiteX514" fmla="*/ 212697 w 553012"/>
                <a:gd name="connsiteY514" fmla="*/ 439636 h 621896"/>
                <a:gd name="connsiteX515" fmla="*/ 213404 w 553012"/>
                <a:gd name="connsiteY515" fmla="*/ 437618 h 621896"/>
                <a:gd name="connsiteX516" fmla="*/ 214582 w 553012"/>
                <a:gd name="connsiteY516" fmla="*/ 434288 h 621896"/>
                <a:gd name="connsiteX517" fmla="*/ 215894 w 553012"/>
                <a:gd name="connsiteY517" fmla="*/ 431832 h 621896"/>
                <a:gd name="connsiteX518" fmla="*/ 216466 w 553012"/>
                <a:gd name="connsiteY518" fmla="*/ 430957 h 621896"/>
                <a:gd name="connsiteX519" fmla="*/ 218485 w 553012"/>
                <a:gd name="connsiteY519" fmla="*/ 429645 h 621896"/>
                <a:gd name="connsiteX520" fmla="*/ 221380 w 553012"/>
                <a:gd name="connsiteY520" fmla="*/ 432101 h 621896"/>
                <a:gd name="connsiteX521" fmla="*/ 224409 w 553012"/>
                <a:gd name="connsiteY521" fmla="*/ 434119 h 621896"/>
                <a:gd name="connsiteX522" fmla="*/ 226596 w 553012"/>
                <a:gd name="connsiteY522" fmla="*/ 436138 h 621896"/>
                <a:gd name="connsiteX523" fmla="*/ 232553 w 553012"/>
                <a:gd name="connsiteY523" fmla="*/ 438594 h 621896"/>
                <a:gd name="connsiteX524" fmla="*/ 236154 w 553012"/>
                <a:gd name="connsiteY524" fmla="*/ 438459 h 621896"/>
                <a:gd name="connsiteX525" fmla="*/ 237904 w 553012"/>
                <a:gd name="connsiteY525" fmla="*/ 436710 h 621896"/>
                <a:gd name="connsiteX526" fmla="*/ 241674 w 553012"/>
                <a:gd name="connsiteY526" fmla="*/ 435835 h 621896"/>
                <a:gd name="connsiteX527" fmla="*/ 244736 w 553012"/>
                <a:gd name="connsiteY527" fmla="*/ 438459 h 621896"/>
                <a:gd name="connsiteX528" fmla="*/ 247395 w 553012"/>
                <a:gd name="connsiteY528" fmla="*/ 441487 h 621896"/>
                <a:gd name="connsiteX529" fmla="*/ 248909 w 553012"/>
                <a:gd name="connsiteY529" fmla="*/ 443673 h 621896"/>
                <a:gd name="connsiteX530" fmla="*/ 248909 w 553012"/>
                <a:gd name="connsiteY530" fmla="*/ 447575 h 621896"/>
                <a:gd name="connsiteX531" fmla="*/ 248034 w 553012"/>
                <a:gd name="connsiteY531" fmla="*/ 451780 h 621896"/>
                <a:gd name="connsiteX532" fmla="*/ 247159 w 553012"/>
                <a:gd name="connsiteY532" fmla="*/ 454808 h 621896"/>
                <a:gd name="connsiteX533" fmla="*/ 247462 w 553012"/>
                <a:gd name="connsiteY533" fmla="*/ 457566 h 621896"/>
                <a:gd name="connsiteX534" fmla="*/ 247900 w 553012"/>
                <a:gd name="connsiteY534" fmla="*/ 460594 h 621896"/>
                <a:gd name="connsiteX535" fmla="*/ 248169 w 553012"/>
                <a:gd name="connsiteY535" fmla="*/ 462040 h 621896"/>
                <a:gd name="connsiteX536" fmla="*/ 246015 w 553012"/>
                <a:gd name="connsiteY536" fmla="*/ 465102 h 621896"/>
                <a:gd name="connsiteX537" fmla="*/ 245005 w 553012"/>
                <a:gd name="connsiteY537" fmla="*/ 467120 h 621896"/>
                <a:gd name="connsiteX538" fmla="*/ 242986 w 553012"/>
                <a:gd name="connsiteY538" fmla="*/ 470013 h 621896"/>
                <a:gd name="connsiteX539" fmla="*/ 241404 w 553012"/>
                <a:gd name="connsiteY539" fmla="*/ 474353 h 621896"/>
                <a:gd name="connsiteX540" fmla="*/ 241674 w 553012"/>
                <a:gd name="connsiteY540" fmla="*/ 477985 h 621896"/>
                <a:gd name="connsiteX541" fmla="*/ 242818 w 553012"/>
                <a:gd name="connsiteY541" fmla="*/ 479735 h 621896"/>
                <a:gd name="connsiteX542" fmla="*/ 244265 w 553012"/>
                <a:gd name="connsiteY542" fmla="*/ 481921 h 621896"/>
                <a:gd name="connsiteX543" fmla="*/ 246150 w 553012"/>
                <a:gd name="connsiteY543" fmla="*/ 484545 h 621896"/>
                <a:gd name="connsiteX544" fmla="*/ 248909 w 553012"/>
                <a:gd name="connsiteY544" fmla="*/ 485420 h 621896"/>
                <a:gd name="connsiteX545" fmla="*/ 252106 w 553012"/>
                <a:gd name="connsiteY545" fmla="*/ 484276 h 621896"/>
                <a:gd name="connsiteX546" fmla="*/ 254126 w 553012"/>
                <a:gd name="connsiteY546" fmla="*/ 483839 h 621896"/>
                <a:gd name="connsiteX547" fmla="*/ 258030 w 553012"/>
                <a:gd name="connsiteY547" fmla="*/ 483402 h 621896"/>
                <a:gd name="connsiteX548" fmla="*/ 260352 w 553012"/>
                <a:gd name="connsiteY548" fmla="*/ 483536 h 621896"/>
                <a:gd name="connsiteX549" fmla="*/ 263112 w 553012"/>
                <a:gd name="connsiteY549" fmla="*/ 483536 h 621896"/>
                <a:gd name="connsiteX550" fmla="*/ 265434 w 553012"/>
                <a:gd name="connsiteY550" fmla="*/ 484108 h 621896"/>
                <a:gd name="connsiteX551" fmla="*/ 267823 w 553012"/>
                <a:gd name="connsiteY551" fmla="*/ 485252 h 621896"/>
                <a:gd name="connsiteX552" fmla="*/ 269775 w 553012"/>
                <a:gd name="connsiteY552" fmla="*/ 487001 h 621896"/>
                <a:gd name="connsiteX553" fmla="*/ 269775 w 553012"/>
                <a:gd name="connsiteY553" fmla="*/ 491071 h 621896"/>
                <a:gd name="connsiteX554" fmla="*/ 267318 w 553012"/>
                <a:gd name="connsiteY554" fmla="*/ 493695 h 621896"/>
                <a:gd name="connsiteX555" fmla="*/ 265871 w 553012"/>
                <a:gd name="connsiteY555" fmla="*/ 495882 h 621896"/>
                <a:gd name="connsiteX556" fmla="*/ 264256 w 553012"/>
                <a:gd name="connsiteY556" fmla="*/ 496588 h 621896"/>
                <a:gd name="connsiteX557" fmla="*/ 262674 w 553012"/>
                <a:gd name="connsiteY557" fmla="*/ 497328 h 621896"/>
                <a:gd name="connsiteX558" fmla="*/ 260352 w 553012"/>
                <a:gd name="connsiteY558" fmla="*/ 498909 h 621896"/>
                <a:gd name="connsiteX559" fmla="*/ 258467 w 553012"/>
                <a:gd name="connsiteY559" fmla="*/ 500928 h 621896"/>
                <a:gd name="connsiteX560" fmla="*/ 256717 w 553012"/>
                <a:gd name="connsiteY560" fmla="*/ 503552 h 621896"/>
                <a:gd name="connsiteX561" fmla="*/ 254530 w 553012"/>
                <a:gd name="connsiteY561" fmla="*/ 506579 h 621896"/>
                <a:gd name="connsiteX562" fmla="*/ 254092 w 553012"/>
                <a:gd name="connsiteY562" fmla="*/ 510347 h 621896"/>
                <a:gd name="connsiteX563" fmla="*/ 253520 w 553012"/>
                <a:gd name="connsiteY563" fmla="*/ 514686 h 621896"/>
                <a:gd name="connsiteX564" fmla="*/ 256414 w 553012"/>
                <a:gd name="connsiteY564" fmla="*/ 525417 h 621896"/>
                <a:gd name="connsiteX565" fmla="*/ 255707 w 553012"/>
                <a:gd name="connsiteY565" fmla="*/ 530934 h 621896"/>
                <a:gd name="connsiteX566" fmla="*/ 254698 w 553012"/>
                <a:gd name="connsiteY566" fmla="*/ 535577 h 621896"/>
                <a:gd name="connsiteX567" fmla="*/ 254126 w 553012"/>
                <a:gd name="connsiteY567" fmla="*/ 537158 h 621896"/>
                <a:gd name="connsiteX568" fmla="*/ 252544 w 553012"/>
                <a:gd name="connsiteY568" fmla="*/ 539176 h 621896"/>
                <a:gd name="connsiteX569" fmla="*/ 249650 w 553012"/>
                <a:gd name="connsiteY569" fmla="*/ 540757 h 621896"/>
                <a:gd name="connsiteX570" fmla="*/ 247462 w 553012"/>
                <a:gd name="connsiteY570" fmla="*/ 541329 h 621896"/>
                <a:gd name="connsiteX571" fmla="*/ 245578 w 553012"/>
                <a:gd name="connsiteY571" fmla="*/ 543213 h 621896"/>
                <a:gd name="connsiteX572" fmla="*/ 243121 w 553012"/>
                <a:gd name="connsiteY572" fmla="*/ 545534 h 621896"/>
                <a:gd name="connsiteX573" fmla="*/ 239217 w 553012"/>
                <a:gd name="connsiteY573" fmla="*/ 547418 h 621896"/>
                <a:gd name="connsiteX574" fmla="*/ 238914 w 553012"/>
                <a:gd name="connsiteY574" fmla="*/ 547855 h 621896"/>
                <a:gd name="connsiteX575" fmla="*/ 237029 w 553012"/>
                <a:gd name="connsiteY575" fmla="*/ 550883 h 621896"/>
                <a:gd name="connsiteX576" fmla="*/ 236726 w 553012"/>
                <a:gd name="connsiteY576" fmla="*/ 552767 h 621896"/>
                <a:gd name="connsiteX577" fmla="*/ 236592 w 553012"/>
                <a:gd name="connsiteY577" fmla="*/ 555357 h 621896"/>
                <a:gd name="connsiteX578" fmla="*/ 236726 w 553012"/>
                <a:gd name="connsiteY578" fmla="*/ 557812 h 621896"/>
                <a:gd name="connsiteX579" fmla="*/ 230938 w 553012"/>
                <a:gd name="connsiteY579" fmla="*/ 559696 h 621896"/>
                <a:gd name="connsiteX580" fmla="*/ 229625 w 553012"/>
                <a:gd name="connsiteY580" fmla="*/ 560840 h 621896"/>
                <a:gd name="connsiteX581" fmla="*/ 225553 w 553012"/>
                <a:gd name="connsiteY581" fmla="*/ 563598 h 621896"/>
                <a:gd name="connsiteX582" fmla="*/ 224409 w 553012"/>
                <a:gd name="connsiteY582" fmla="*/ 566929 h 621896"/>
                <a:gd name="connsiteX583" fmla="*/ 223971 w 553012"/>
                <a:gd name="connsiteY583" fmla="*/ 567063 h 621896"/>
                <a:gd name="connsiteX584" fmla="*/ 218889 w 553012"/>
                <a:gd name="connsiteY584" fmla="*/ 573287 h 621896"/>
                <a:gd name="connsiteX585" fmla="*/ 218587 w 553012"/>
                <a:gd name="connsiteY585" fmla="*/ 577626 h 621896"/>
                <a:gd name="connsiteX586" fmla="*/ 218721 w 553012"/>
                <a:gd name="connsiteY586" fmla="*/ 581528 h 621896"/>
                <a:gd name="connsiteX587" fmla="*/ 219159 w 553012"/>
                <a:gd name="connsiteY587" fmla="*/ 584556 h 621896"/>
                <a:gd name="connsiteX588" fmla="*/ 219293 w 553012"/>
                <a:gd name="connsiteY588" fmla="*/ 588458 h 621896"/>
                <a:gd name="connsiteX589" fmla="*/ 220168 w 553012"/>
                <a:gd name="connsiteY589" fmla="*/ 591923 h 621896"/>
                <a:gd name="connsiteX590" fmla="*/ 223063 w 553012"/>
                <a:gd name="connsiteY590" fmla="*/ 595253 h 621896"/>
                <a:gd name="connsiteX591" fmla="*/ 228414 w 553012"/>
                <a:gd name="connsiteY591" fmla="*/ 597272 h 621896"/>
                <a:gd name="connsiteX592" fmla="*/ 233630 w 553012"/>
                <a:gd name="connsiteY592" fmla="*/ 596094 h 621896"/>
                <a:gd name="connsiteX593" fmla="*/ 235952 w 553012"/>
                <a:gd name="connsiteY593" fmla="*/ 591620 h 621896"/>
                <a:gd name="connsiteX594" fmla="*/ 236087 w 553012"/>
                <a:gd name="connsiteY594" fmla="*/ 589030 h 621896"/>
                <a:gd name="connsiteX595" fmla="*/ 235952 w 553012"/>
                <a:gd name="connsiteY595" fmla="*/ 584119 h 621896"/>
                <a:gd name="connsiteX596" fmla="*/ 238577 w 553012"/>
                <a:gd name="connsiteY596" fmla="*/ 581091 h 621896"/>
                <a:gd name="connsiteX597" fmla="*/ 241472 w 553012"/>
                <a:gd name="connsiteY597" fmla="*/ 579342 h 621896"/>
                <a:gd name="connsiteX598" fmla="*/ 244938 w 553012"/>
                <a:gd name="connsiteY598" fmla="*/ 577155 h 621896"/>
                <a:gd name="connsiteX599" fmla="*/ 247092 w 553012"/>
                <a:gd name="connsiteY599" fmla="*/ 574699 h 621896"/>
                <a:gd name="connsiteX600" fmla="*/ 248236 w 553012"/>
                <a:gd name="connsiteY600" fmla="*/ 573522 h 621896"/>
                <a:gd name="connsiteX601" fmla="*/ 250424 w 553012"/>
                <a:gd name="connsiteY601" fmla="*/ 571773 h 621896"/>
                <a:gd name="connsiteX602" fmla="*/ 253183 w 553012"/>
                <a:gd name="connsiteY602" fmla="*/ 571773 h 621896"/>
                <a:gd name="connsiteX603" fmla="*/ 256650 w 553012"/>
                <a:gd name="connsiteY603" fmla="*/ 571033 h 621896"/>
                <a:gd name="connsiteX604" fmla="*/ 260991 w 553012"/>
                <a:gd name="connsiteY604" fmla="*/ 571605 h 621896"/>
                <a:gd name="connsiteX605" fmla="*/ 264895 w 553012"/>
                <a:gd name="connsiteY605" fmla="*/ 572748 h 621896"/>
                <a:gd name="connsiteX606" fmla="*/ 266645 w 553012"/>
                <a:gd name="connsiteY606" fmla="*/ 573623 h 621896"/>
                <a:gd name="connsiteX607" fmla="*/ 267958 w 553012"/>
                <a:gd name="connsiteY607" fmla="*/ 578131 h 621896"/>
                <a:gd name="connsiteX608" fmla="*/ 267958 w 553012"/>
                <a:gd name="connsiteY608" fmla="*/ 581327 h 621896"/>
                <a:gd name="connsiteX609" fmla="*/ 268530 w 553012"/>
                <a:gd name="connsiteY609" fmla="*/ 585094 h 621896"/>
                <a:gd name="connsiteX610" fmla="*/ 267958 w 553012"/>
                <a:gd name="connsiteY610" fmla="*/ 591048 h 621896"/>
                <a:gd name="connsiteX611" fmla="*/ 267958 w 553012"/>
                <a:gd name="connsiteY611" fmla="*/ 593672 h 621896"/>
                <a:gd name="connsiteX612" fmla="*/ 267823 w 553012"/>
                <a:gd name="connsiteY612" fmla="*/ 596868 h 621896"/>
                <a:gd name="connsiteX613" fmla="*/ 267958 w 553012"/>
                <a:gd name="connsiteY613" fmla="*/ 600198 h 621896"/>
                <a:gd name="connsiteX614" fmla="*/ 267520 w 553012"/>
                <a:gd name="connsiteY614" fmla="*/ 604706 h 621896"/>
                <a:gd name="connsiteX615" fmla="*/ 267386 w 553012"/>
                <a:gd name="connsiteY615" fmla="*/ 610627 h 621896"/>
                <a:gd name="connsiteX616" fmla="*/ 266948 w 553012"/>
                <a:gd name="connsiteY616" fmla="*/ 613385 h 621896"/>
                <a:gd name="connsiteX617" fmla="*/ 267823 w 553012"/>
                <a:gd name="connsiteY617" fmla="*/ 615841 h 621896"/>
                <a:gd name="connsiteX618" fmla="*/ 271593 w 553012"/>
                <a:gd name="connsiteY618" fmla="*/ 618162 h 621896"/>
                <a:gd name="connsiteX619" fmla="*/ 275934 w 553012"/>
                <a:gd name="connsiteY619" fmla="*/ 620348 h 621896"/>
                <a:gd name="connsiteX620" fmla="*/ 277516 w 553012"/>
                <a:gd name="connsiteY620" fmla="*/ 621223 h 621896"/>
                <a:gd name="connsiteX621" fmla="*/ 280982 w 553012"/>
                <a:gd name="connsiteY621" fmla="*/ 621223 h 621896"/>
                <a:gd name="connsiteX622" fmla="*/ 286198 w 553012"/>
                <a:gd name="connsiteY622" fmla="*/ 617455 h 621896"/>
                <a:gd name="connsiteX623" fmla="*/ 290103 w 553012"/>
                <a:gd name="connsiteY623" fmla="*/ 615875 h 621896"/>
                <a:gd name="connsiteX624" fmla="*/ 294007 w 553012"/>
                <a:gd name="connsiteY624" fmla="*/ 612847 h 621896"/>
                <a:gd name="connsiteX625" fmla="*/ 298651 w 553012"/>
                <a:gd name="connsiteY625" fmla="*/ 611266 h 621896"/>
                <a:gd name="connsiteX626" fmla="*/ 302285 w 553012"/>
                <a:gd name="connsiteY626" fmla="*/ 610257 h 621896"/>
                <a:gd name="connsiteX627" fmla="*/ 305617 w 553012"/>
                <a:gd name="connsiteY627" fmla="*/ 610257 h 621896"/>
                <a:gd name="connsiteX628" fmla="*/ 309252 w 553012"/>
                <a:gd name="connsiteY628" fmla="*/ 610391 h 621896"/>
                <a:gd name="connsiteX629" fmla="*/ 313459 w 553012"/>
                <a:gd name="connsiteY629" fmla="*/ 610694 h 621896"/>
                <a:gd name="connsiteX630" fmla="*/ 318103 w 553012"/>
                <a:gd name="connsiteY630" fmla="*/ 611703 h 621896"/>
                <a:gd name="connsiteX631" fmla="*/ 322747 w 553012"/>
                <a:gd name="connsiteY631" fmla="*/ 611131 h 621896"/>
                <a:gd name="connsiteX632" fmla="*/ 326517 w 553012"/>
                <a:gd name="connsiteY632" fmla="*/ 610559 h 621896"/>
                <a:gd name="connsiteX633" fmla="*/ 329848 w 553012"/>
                <a:gd name="connsiteY633" fmla="*/ 611299 h 621896"/>
                <a:gd name="connsiteX634" fmla="*/ 332877 w 553012"/>
                <a:gd name="connsiteY634" fmla="*/ 609718 h 621896"/>
                <a:gd name="connsiteX635" fmla="*/ 336781 w 553012"/>
                <a:gd name="connsiteY635" fmla="*/ 607532 h 621896"/>
                <a:gd name="connsiteX636" fmla="*/ 339541 w 553012"/>
                <a:gd name="connsiteY636" fmla="*/ 606657 h 621896"/>
                <a:gd name="connsiteX637" fmla="*/ 341863 w 553012"/>
                <a:gd name="connsiteY637" fmla="*/ 606657 h 621896"/>
                <a:gd name="connsiteX638" fmla="*/ 342301 w 553012"/>
                <a:gd name="connsiteY638" fmla="*/ 604504 h 621896"/>
                <a:gd name="connsiteX639" fmla="*/ 343445 w 553012"/>
                <a:gd name="connsiteY639" fmla="*/ 603192 h 621896"/>
                <a:gd name="connsiteX640" fmla="*/ 343580 w 553012"/>
                <a:gd name="connsiteY640" fmla="*/ 601746 h 621896"/>
                <a:gd name="connsiteX641" fmla="*/ 343714 w 553012"/>
                <a:gd name="connsiteY641" fmla="*/ 599559 h 621896"/>
                <a:gd name="connsiteX642" fmla="*/ 342267 w 553012"/>
                <a:gd name="connsiteY642" fmla="*/ 596363 h 621896"/>
                <a:gd name="connsiteX643" fmla="*/ 338498 w 553012"/>
                <a:gd name="connsiteY643" fmla="*/ 593773 h 621896"/>
                <a:gd name="connsiteX644" fmla="*/ 337354 w 553012"/>
                <a:gd name="connsiteY644" fmla="*/ 591889 h 621896"/>
                <a:gd name="connsiteX645" fmla="*/ 338363 w 553012"/>
                <a:gd name="connsiteY645" fmla="*/ 589131 h 621896"/>
                <a:gd name="connsiteX646" fmla="*/ 340248 w 553012"/>
                <a:gd name="connsiteY646" fmla="*/ 587987 h 621896"/>
                <a:gd name="connsiteX647" fmla="*/ 340955 w 553012"/>
                <a:gd name="connsiteY647" fmla="*/ 585397 h 621896"/>
                <a:gd name="connsiteX648" fmla="*/ 340955 w 553012"/>
                <a:gd name="connsiteY648" fmla="*/ 583210 h 621896"/>
                <a:gd name="connsiteX649" fmla="*/ 340955 w 553012"/>
                <a:gd name="connsiteY649" fmla="*/ 580452 h 621896"/>
                <a:gd name="connsiteX650" fmla="*/ 340955 w 553012"/>
                <a:gd name="connsiteY650" fmla="*/ 577996 h 621896"/>
                <a:gd name="connsiteX651" fmla="*/ 340517 w 553012"/>
                <a:gd name="connsiteY651" fmla="*/ 572917 h 621896"/>
                <a:gd name="connsiteX652" fmla="*/ 338363 w 553012"/>
                <a:gd name="connsiteY652" fmla="*/ 571335 h 621896"/>
                <a:gd name="connsiteX653" fmla="*/ 339070 w 553012"/>
                <a:gd name="connsiteY653" fmla="*/ 569754 h 621896"/>
                <a:gd name="connsiteX654" fmla="*/ 340652 w 553012"/>
                <a:gd name="connsiteY654" fmla="*/ 568880 h 621896"/>
                <a:gd name="connsiteX655" fmla="*/ 344724 w 553012"/>
                <a:gd name="connsiteY655" fmla="*/ 567803 h 621896"/>
                <a:gd name="connsiteX656" fmla="*/ 346609 w 553012"/>
                <a:gd name="connsiteY656" fmla="*/ 566727 h 621896"/>
                <a:gd name="connsiteX657" fmla="*/ 353979 w 553012"/>
                <a:gd name="connsiteY657" fmla="*/ 566727 h 621896"/>
                <a:gd name="connsiteX658" fmla="*/ 362662 w 553012"/>
                <a:gd name="connsiteY658" fmla="*/ 566727 h 621896"/>
                <a:gd name="connsiteX659" fmla="*/ 363537 w 553012"/>
                <a:gd name="connsiteY659" fmla="*/ 568039 h 621896"/>
                <a:gd name="connsiteX660" fmla="*/ 369191 w 553012"/>
                <a:gd name="connsiteY660" fmla="*/ 568039 h 621896"/>
                <a:gd name="connsiteX661" fmla="*/ 372220 w 553012"/>
                <a:gd name="connsiteY661" fmla="*/ 566727 h 621896"/>
                <a:gd name="connsiteX662" fmla="*/ 373801 w 553012"/>
                <a:gd name="connsiteY662" fmla="*/ 565146 h 621896"/>
                <a:gd name="connsiteX663" fmla="*/ 379321 w 553012"/>
                <a:gd name="connsiteY663" fmla="*/ 566727 h 621896"/>
                <a:gd name="connsiteX664" fmla="*/ 383225 w 553012"/>
                <a:gd name="connsiteY664" fmla="*/ 568476 h 621896"/>
                <a:gd name="connsiteX665" fmla="*/ 390056 w 553012"/>
                <a:gd name="connsiteY665" fmla="*/ 569788 h 621896"/>
                <a:gd name="connsiteX666" fmla="*/ 396283 w 553012"/>
                <a:gd name="connsiteY666" fmla="*/ 576011 h 621896"/>
                <a:gd name="connsiteX667" fmla="*/ 400927 w 553012"/>
                <a:gd name="connsiteY667" fmla="*/ 580654 h 621896"/>
                <a:gd name="connsiteX668" fmla="*/ 404697 w 553012"/>
                <a:gd name="connsiteY668" fmla="*/ 586440 h 621896"/>
                <a:gd name="connsiteX669" fmla="*/ 409172 w 553012"/>
                <a:gd name="connsiteY669" fmla="*/ 592831 h 621896"/>
                <a:gd name="connsiteX670" fmla="*/ 414523 w 553012"/>
                <a:gd name="connsiteY670" fmla="*/ 595455 h 621896"/>
                <a:gd name="connsiteX671" fmla="*/ 419000 w 553012"/>
                <a:gd name="connsiteY671" fmla="*/ 594446 h 621896"/>
                <a:gd name="connsiteX672" fmla="*/ 422466 w 553012"/>
                <a:gd name="connsiteY672" fmla="*/ 592428 h 621896"/>
                <a:gd name="connsiteX673" fmla="*/ 425495 w 553012"/>
                <a:gd name="connsiteY673" fmla="*/ 592125 h 621896"/>
                <a:gd name="connsiteX674" fmla="*/ 429567 w 553012"/>
                <a:gd name="connsiteY674" fmla="*/ 591553 h 621896"/>
                <a:gd name="connsiteX675" fmla="*/ 430880 w 553012"/>
                <a:gd name="connsiteY675" fmla="*/ 589097 h 621896"/>
                <a:gd name="connsiteX676" fmla="*/ 431183 w 553012"/>
                <a:gd name="connsiteY676" fmla="*/ 585901 h 621896"/>
                <a:gd name="connsiteX677" fmla="*/ 427985 w 553012"/>
                <a:gd name="connsiteY677" fmla="*/ 581697 h 621896"/>
                <a:gd name="connsiteX678" fmla="*/ 427548 w 553012"/>
                <a:gd name="connsiteY678" fmla="*/ 579106 h 621896"/>
                <a:gd name="connsiteX679" fmla="*/ 427985 w 553012"/>
                <a:gd name="connsiteY679" fmla="*/ 576920 h 621896"/>
                <a:gd name="connsiteX680" fmla="*/ 428726 w 553012"/>
                <a:gd name="connsiteY680" fmla="*/ 574161 h 621896"/>
                <a:gd name="connsiteX681" fmla="*/ 426706 w 553012"/>
                <a:gd name="connsiteY681" fmla="*/ 570831 h 621896"/>
                <a:gd name="connsiteX682" fmla="*/ 426135 w 553012"/>
                <a:gd name="connsiteY682" fmla="*/ 569385 h 621896"/>
                <a:gd name="connsiteX683" fmla="*/ 425259 w 553012"/>
                <a:gd name="connsiteY683" fmla="*/ 566357 h 621896"/>
                <a:gd name="connsiteX684" fmla="*/ 427144 w 553012"/>
                <a:gd name="connsiteY684" fmla="*/ 565180 h 621896"/>
                <a:gd name="connsiteX685" fmla="*/ 429029 w 553012"/>
                <a:gd name="connsiteY685" fmla="*/ 562993 h 621896"/>
                <a:gd name="connsiteX686" fmla="*/ 430173 w 553012"/>
                <a:gd name="connsiteY686" fmla="*/ 561244 h 621896"/>
                <a:gd name="connsiteX687" fmla="*/ 428423 w 553012"/>
                <a:gd name="connsiteY687" fmla="*/ 559057 h 621896"/>
                <a:gd name="connsiteX688" fmla="*/ 420447 w 553012"/>
                <a:gd name="connsiteY688" fmla="*/ 555155 h 621896"/>
                <a:gd name="connsiteX689" fmla="*/ 419000 w 553012"/>
                <a:gd name="connsiteY689" fmla="*/ 553708 h 621896"/>
                <a:gd name="connsiteX690" fmla="*/ 418125 w 553012"/>
                <a:gd name="connsiteY690" fmla="*/ 550513 h 621896"/>
                <a:gd name="connsiteX691" fmla="*/ 420447 w 553012"/>
                <a:gd name="connsiteY691" fmla="*/ 549066 h 621896"/>
                <a:gd name="connsiteX692" fmla="*/ 423072 w 553012"/>
                <a:gd name="connsiteY692" fmla="*/ 547754 h 621896"/>
                <a:gd name="connsiteX693" fmla="*/ 425966 w 553012"/>
                <a:gd name="connsiteY693" fmla="*/ 547754 h 621896"/>
                <a:gd name="connsiteX694" fmla="*/ 429735 w 553012"/>
                <a:gd name="connsiteY694" fmla="*/ 545736 h 621896"/>
                <a:gd name="connsiteX695" fmla="*/ 432495 w 553012"/>
                <a:gd name="connsiteY695" fmla="*/ 543986 h 621896"/>
                <a:gd name="connsiteX696" fmla="*/ 434077 w 553012"/>
                <a:gd name="connsiteY696" fmla="*/ 543246 h 621896"/>
                <a:gd name="connsiteX697" fmla="*/ 437543 w 553012"/>
                <a:gd name="connsiteY697" fmla="*/ 541934 h 621896"/>
                <a:gd name="connsiteX698" fmla="*/ 442760 w 553012"/>
                <a:gd name="connsiteY698" fmla="*/ 536720 h 621896"/>
                <a:gd name="connsiteX699" fmla="*/ 444207 w 553012"/>
                <a:gd name="connsiteY699" fmla="*/ 532953 h 621896"/>
                <a:gd name="connsiteX700" fmla="*/ 446832 w 553012"/>
                <a:gd name="connsiteY700" fmla="*/ 526292 h 621896"/>
                <a:gd name="connsiteX701" fmla="*/ 449423 w 553012"/>
                <a:gd name="connsiteY701" fmla="*/ 523971 h 621896"/>
                <a:gd name="connsiteX702" fmla="*/ 455649 w 553012"/>
                <a:gd name="connsiteY702" fmla="*/ 523971 h 621896"/>
                <a:gd name="connsiteX703" fmla="*/ 459553 w 553012"/>
                <a:gd name="connsiteY703" fmla="*/ 523904 h 621896"/>
                <a:gd name="connsiteX704" fmla="*/ 462313 w 553012"/>
                <a:gd name="connsiteY704" fmla="*/ 526729 h 621896"/>
                <a:gd name="connsiteX705" fmla="*/ 464770 w 553012"/>
                <a:gd name="connsiteY705" fmla="*/ 531069 h 621896"/>
                <a:gd name="connsiteX706" fmla="*/ 466654 w 553012"/>
                <a:gd name="connsiteY706" fmla="*/ 534837 h 621896"/>
                <a:gd name="connsiteX707" fmla="*/ 470424 w 553012"/>
                <a:gd name="connsiteY707" fmla="*/ 538470 h 621896"/>
                <a:gd name="connsiteX708" fmla="*/ 476381 w 553012"/>
                <a:gd name="connsiteY708" fmla="*/ 541060 h 621896"/>
                <a:gd name="connsiteX709" fmla="*/ 481462 w 553012"/>
                <a:gd name="connsiteY709" fmla="*/ 541497 h 621896"/>
                <a:gd name="connsiteX710" fmla="*/ 488261 w 553012"/>
                <a:gd name="connsiteY710" fmla="*/ 541934 h 621896"/>
                <a:gd name="connsiteX711" fmla="*/ 495665 w 553012"/>
                <a:gd name="connsiteY711" fmla="*/ 543246 h 621896"/>
                <a:gd name="connsiteX712" fmla="*/ 500746 w 553012"/>
                <a:gd name="connsiteY712" fmla="*/ 541665 h 621896"/>
                <a:gd name="connsiteX713" fmla="*/ 504819 w 553012"/>
                <a:gd name="connsiteY713" fmla="*/ 540656 h 621896"/>
                <a:gd name="connsiteX714" fmla="*/ 512189 w 553012"/>
                <a:gd name="connsiteY714" fmla="*/ 540656 h 621896"/>
                <a:gd name="connsiteX715" fmla="*/ 514074 w 553012"/>
                <a:gd name="connsiteY715" fmla="*/ 539344 h 621896"/>
                <a:gd name="connsiteX716" fmla="*/ 517843 w 553012"/>
                <a:gd name="connsiteY716" fmla="*/ 536754 h 621896"/>
                <a:gd name="connsiteX717" fmla="*/ 521175 w 553012"/>
                <a:gd name="connsiteY717" fmla="*/ 534870 h 621896"/>
                <a:gd name="connsiteX718" fmla="*/ 522757 w 553012"/>
                <a:gd name="connsiteY718" fmla="*/ 533121 h 621896"/>
                <a:gd name="connsiteX719" fmla="*/ 525079 w 553012"/>
                <a:gd name="connsiteY719" fmla="*/ 530228 h 621896"/>
                <a:gd name="connsiteX720" fmla="*/ 526088 w 553012"/>
                <a:gd name="connsiteY720" fmla="*/ 525586 h 621896"/>
                <a:gd name="connsiteX721" fmla="*/ 524607 w 553012"/>
                <a:gd name="connsiteY721" fmla="*/ 522356 h 62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553012" h="621896">
                  <a:moveTo>
                    <a:pt x="524607" y="522356"/>
                  </a:moveTo>
                  <a:lnTo>
                    <a:pt x="525752" y="518589"/>
                  </a:lnTo>
                  <a:lnTo>
                    <a:pt x="526896" y="513677"/>
                  </a:lnTo>
                  <a:lnTo>
                    <a:pt x="525752" y="510784"/>
                  </a:lnTo>
                  <a:lnTo>
                    <a:pt x="522555" y="508766"/>
                  </a:lnTo>
                  <a:lnTo>
                    <a:pt x="521983" y="502677"/>
                  </a:lnTo>
                  <a:lnTo>
                    <a:pt x="522285" y="499481"/>
                  </a:lnTo>
                  <a:lnTo>
                    <a:pt x="522858" y="493964"/>
                  </a:lnTo>
                  <a:lnTo>
                    <a:pt x="525180" y="489322"/>
                  </a:lnTo>
                  <a:lnTo>
                    <a:pt x="525180" y="486732"/>
                  </a:lnTo>
                  <a:lnTo>
                    <a:pt x="528511" y="480071"/>
                  </a:lnTo>
                  <a:lnTo>
                    <a:pt x="530093" y="476875"/>
                  </a:lnTo>
                  <a:lnTo>
                    <a:pt x="529521" y="472536"/>
                  </a:lnTo>
                  <a:lnTo>
                    <a:pt x="529252" y="465303"/>
                  </a:lnTo>
                  <a:lnTo>
                    <a:pt x="531271" y="460089"/>
                  </a:lnTo>
                  <a:cubicBezTo>
                    <a:pt x="531271" y="460089"/>
                    <a:pt x="536791" y="457465"/>
                    <a:pt x="538238" y="456624"/>
                  </a:cubicBezTo>
                  <a:cubicBezTo>
                    <a:pt x="539685" y="455750"/>
                    <a:pt x="543757" y="454606"/>
                    <a:pt x="543757" y="454606"/>
                  </a:cubicBezTo>
                  <a:lnTo>
                    <a:pt x="548974" y="451982"/>
                  </a:lnTo>
                  <a:lnTo>
                    <a:pt x="551868" y="448517"/>
                  </a:lnTo>
                  <a:lnTo>
                    <a:pt x="553012" y="445691"/>
                  </a:lnTo>
                  <a:lnTo>
                    <a:pt x="550118" y="441554"/>
                  </a:lnTo>
                  <a:lnTo>
                    <a:pt x="546349" y="441251"/>
                  </a:lnTo>
                  <a:lnTo>
                    <a:pt x="542007" y="442126"/>
                  </a:lnTo>
                  <a:cubicBezTo>
                    <a:pt x="542007" y="442126"/>
                    <a:pt x="534771" y="445019"/>
                    <a:pt x="533593" y="445691"/>
                  </a:cubicBezTo>
                  <a:cubicBezTo>
                    <a:pt x="532449" y="446331"/>
                    <a:pt x="527805" y="448517"/>
                    <a:pt x="527805" y="448517"/>
                  </a:cubicBezTo>
                  <a:lnTo>
                    <a:pt x="524036" y="448517"/>
                  </a:lnTo>
                  <a:lnTo>
                    <a:pt x="523463" y="445557"/>
                  </a:lnTo>
                  <a:lnTo>
                    <a:pt x="524338" y="440982"/>
                  </a:lnTo>
                  <a:cubicBezTo>
                    <a:pt x="524338" y="440982"/>
                    <a:pt x="525483" y="438661"/>
                    <a:pt x="526358" y="437786"/>
                  </a:cubicBezTo>
                  <a:cubicBezTo>
                    <a:pt x="527233" y="436912"/>
                    <a:pt x="530699" y="434590"/>
                    <a:pt x="530699" y="434590"/>
                  </a:cubicBezTo>
                  <a:cubicBezTo>
                    <a:pt x="530699" y="434590"/>
                    <a:pt x="531271" y="429679"/>
                    <a:pt x="531271" y="427930"/>
                  </a:cubicBezTo>
                  <a:cubicBezTo>
                    <a:pt x="531271" y="426181"/>
                    <a:pt x="533021" y="421841"/>
                    <a:pt x="533021" y="421841"/>
                  </a:cubicBezTo>
                  <a:lnTo>
                    <a:pt x="534771" y="418073"/>
                  </a:lnTo>
                  <a:lnTo>
                    <a:pt x="537665" y="413162"/>
                  </a:lnTo>
                  <a:lnTo>
                    <a:pt x="537363" y="406501"/>
                  </a:lnTo>
                  <a:lnTo>
                    <a:pt x="535613" y="403036"/>
                  </a:lnTo>
                  <a:lnTo>
                    <a:pt x="529521" y="394627"/>
                  </a:lnTo>
                  <a:lnTo>
                    <a:pt x="523733" y="394627"/>
                  </a:lnTo>
                  <a:lnTo>
                    <a:pt x="511920" y="393382"/>
                  </a:lnTo>
                  <a:lnTo>
                    <a:pt x="509530" y="391565"/>
                  </a:lnTo>
                  <a:lnTo>
                    <a:pt x="509329" y="386553"/>
                  </a:lnTo>
                  <a:lnTo>
                    <a:pt x="508453" y="382415"/>
                  </a:lnTo>
                  <a:lnTo>
                    <a:pt x="509093" y="378715"/>
                  </a:lnTo>
                  <a:lnTo>
                    <a:pt x="510170" y="377403"/>
                  </a:lnTo>
                  <a:lnTo>
                    <a:pt x="512358" y="373501"/>
                  </a:lnTo>
                  <a:lnTo>
                    <a:pt x="512593" y="366975"/>
                  </a:lnTo>
                  <a:lnTo>
                    <a:pt x="513468" y="363274"/>
                  </a:lnTo>
                  <a:lnTo>
                    <a:pt x="517810" y="357858"/>
                  </a:lnTo>
                  <a:lnTo>
                    <a:pt x="516295" y="353721"/>
                  </a:lnTo>
                  <a:lnTo>
                    <a:pt x="507376" y="349146"/>
                  </a:lnTo>
                  <a:lnTo>
                    <a:pt x="502598" y="343932"/>
                  </a:lnTo>
                  <a:cubicBezTo>
                    <a:pt x="502598" y="343932"/>
                    <a:pt x="500848" y="339357"/>
                    <a:pt x="500848" y="338717"/>
                  </a:cubicBezTo>
                  <a:cubicBezTo>
                    <a:pt x="500848" y="338078"/>
                    <a:pt x="501285" y="333503"/>
                    <a:pt x="501285" y="333503"/>
                  </a:cubicBezTo>
                  <a:lnTo>
                    <a:pt x="503237" y="330678"/>
                  </a:lnTo>
                  <a:lnTo>
                    <a:pt x="505862" y="327213"/>
                  </a:lnTo>
                  <a:lnTo>
                    <a:pt x="508891" y="324589"/>
                  </a:lnTo>
                  <a:lnTo>
                    <a:pt x="510204" y="320451"/>
                  </a:lnTo>
                  <a:lnTo>
                    <a:pt x="511280" y="316313"/>
                  </a:lnTo>
                  <a:lnTo>
                    <a:pt x="511718" y="311537"/>
                  </a:lnTo>
                  <a:lnTo>
                    <a:pt x="511954" y="309585"/>
                  </a:lnTo>
                  <a:lnTo>
                    <a:pt x="508050" y="309384"/>
                  </a:lnTo>
                  <a:lnTo>
                    <a:pt x="501958" y="310258"/>
                  </a:lnTo>
                  <a:lnTo>
                    <a:pt x="496506" y="314598"/>
                  </a:lnTo>
                  <a:lnTo>
                    <a:pt x="492804" y="314598"/>
                  </a:lnTo>
                  <a:lnTo>
                    <a:pt x="487790" y="313286"/>
                  </a:lnTo>
                  <a:lnTo>
                    <a:pt x="484289" y="311099"/>
                  </a:lnTo>
                  <a:lnTo>
                    <a:pt x="481698" y="311099"/>
                  </a:lnTo>
                  <a:lnTo>
                    <a:pt x="481698" y="306962"/>
                  </a:lnTo>
                  <a:lnTo>
                    <a:pt x="481059" y="305650"/>
                  </a:lnTo>
                  <a:lnTo>
                    <a:pt x="480184" y="299998"/>
                  </a:lnTo>
                  <a:lnTo>
                    <a:pt x="479746" y="294145"/>
                  </a:lnTo>
                  <a:lnTo>
                    <a:pt x="477121" y="291117"/>
                  </a:lnTo>
                  <a:lnTo>
                    <a:pt x="478871" y="288494"/>
                  </a:lnTo>
                  <a:lnTo>
                    <a:pt x="480386" y="286980"/>
                  </a:lnTo>
                  <a:lnTo>
                    <a:pt x="483852" y="283515"/>
                  </a:lnTo>
                  <a:cubicBezTo>
                    <a:pt x="483852" y="283515"/>
                    <a:pt x="485804" y="280050"/>
                    <a:pt x="485804" y="278099"/>
                  </a:cubicBezTo>
                  <a:cubicBezTo>
                    <a:pt x="485804" y="276148"/>
                    <a:pt x="486881" y="275508"/>
                    <a:pt x="486881" y="275508"/>
                  </a:cubicBezTo>
                  <a:lnTo>
                    <a:pt x="489270" y="272246"/>
                  </a:lnTo>
                  <a:lnTo>
                    <a:pt x="492737" y="269184"/>
                  </a:lnTo>
                  <a:lnTo>
                    <a:pt x="494049" y="266998"/>
                  </a:lnTo>
                  <a:lnTo>
                    <a:pt x="495564" y="265047"/>
                  </a:lnTo>
                  <a:lnTo>
                    <a:pt x="495564" y="258083"/>
                  </a:lnTo>
                  <a:lnTo>
                    <a:pt x="495564" y="252869"/>
                  </a:lnTo>
                  <a:lnTo>
                    <a:pt x="495564" y="249841"/>
                  </a:lnTo>
                  <a:lnTo>
                    <a:pt x="496876" y="247453"/>
                  </a:lnTo>
                  <a:lnTo>
                    <a:pt x="499266" y="244392"/>
                  </a:lnTo>
                  <a:lnTo>
                    <a:pt x="502968" y="242004"/>
                  </a:lnTo>
                  <a:lnTo>
                    <a:pt x="507982" y="240927"/>
                  </a:lnTo>
                  <a:lnTo>
                    <a:pt x="511247" y="239413"/>
                  </a:lnTo>
                  <a:lnTo>
                    <a:pt x="519055" y="237227"/>
                  </a:lnTo>
                  <a:lnTo>
                    <a:pt x="522083" y="233762"/>
                  </a:lnTo>
                  <a:lnTo>
                    <a:pt x="524911" y="228346"/>
                  </a:lnTo>
                  <a:lnTo>
                    <a:pt x="522521" y="224208"/>
                  </a:lnTo>
                  <a:lnTo>
                    <a:pt x="517944" y="224208"/>
                  </a:lnTo>
                  <a:lnTo>
                    <a:pt x="517305" y="220743"/>
                  </a:lnTo>
                  <a:lnTo>
                    <a:pt x="524473" y="217043"/>
                  </a:lnTo>
                  <a:cubicBezTo>
                    <a:pt x="524473" y="217043"/>
                    <a:pt x="527738" y="214015"/>
                    <a:pt x="534468" y="209440"/>
                  </a:cubicBezTo>
                  <a:cubicBezTo>
                    <a:pt x="541199" y="204865"/>
                    <a:pt x="539685" y="203352"/>
                    <a:pt x="539920" y="202477"/>
                  </a:cubicBezTo>
                  <a:cubicBezTo>
                    <a:pt x="540123" y="201602"/>
                    <a:pt x="536891" y="197465"/>
                    <a:pt x="536891" y="197465"/>
                  </a:cubicBezTo>
                  <a:lnTo>
                    <a:pt x="541233" y="195278"/>
                  </a:lnTo>
                  <a:lnTo>
                    <a:pt x="542546" y="192250"/>
                  </a:lnTo>
                  <a:lnTo>
                    <a:pt x="543185" y="189660"/>
                  </a:lnTo>
                  <a:lnTo>
                    <a:pt x="542310" y="185960"/>
                  </a:lnTo>
                  <a:lnTo>
                    <a:pt x="539281" y="183807"/>
                  </a:lnTo>
                  <a:cubicBezTo>
                    <a:pt x="539281" y="183807"/>
                    <a:pt x="533829" y="183336"/>
                    <a:pt x="532314" y="183773"/>
                  </a:cubicBezTo>
                  <a:cubicBezTo>
                    <a:pt x="530800" y="184211"/>
                    <a:pt x="527536" y="179434"/>
                    <a:pt x="526896" y="177247"/>
                  </a:cubicBezTo>
                  <a:cubicBezTo>
                    <a:pt x="526257" y="175061"/>
                    <a:pt x="526896" y="173345"/>
                    <a:pt x="526896" y="173345"/>
                  </a:cubicBezTo>
                  <a:lnTo>
                    <a:pt x="529285" y="164229"/>
                  </a:lnTo>
                  <a:lnTo>
                    <a:pt x="533190" y="155314"/>
                  </a:lnTo>
                  <a:lnTo>
                    <a:pt x="534940" y="145323"/>
                  </a:lnTo>
                  <a:lnTo>
                    <a:pt x="533829" y="142935"/>
                  </a:lnTo>
                  <a:lnTo>
                    <a:pt x="526021" y="137283"/>
                  </a:lnTo>
                  <a:lnTo>
                    <a:pt x="522319" y="137283"/>
                  </a:lnTo>
                  <a:lnTo>
                    <a:pt x="514713" y="134895"/>
                  </a:lnTo>
                  <a:lnTo>
                    <a:pt x="512963" y="129445"/>
                  </a:lnTo>
                  <a:lnTo>
                    <a:pt x="512963" y="122280"/>
                  </a:lnTo>
                  <a:lnTo>
                    <a:pt x="511213" y="115552"/>
                  </a:lnTo>
                  <a:lnTo>
                    <a:pt x="511213" y="112726"/>
                  </a:lnTo>
                  <a:lnTo>
                    <a:pt x="508016" y="115418"/>
                  </a:lnTo>
                  <a:lnTo>
                    <a:pt x="506434" y="120497"/>
                  </a:lnTo>
                  <a:lnTo>
                    <a:pt x="502799" y="120363"/>
                  </a:lnTo>
                  <a:lnTo>
                    <a:pt x="501083" y="121809"/>
                  </a:lnTo>
                  <a:cubicBezTo>
                    <a:pt x="501083" y="121809"/>
                    <a:pt x="498626" y="119353"/>
                    <a:pt x="497314" y="118344"/>
                  </a:cubicBezTo>
                  <a:cubicBezTo>
                    <a:pt x="496001" y="117335"/>
                    <a:pt x="497314" y="115586"/>
                    <a:pt x="497314" y="115586"/>
                  </a:cubicBezTo>
                  <a:lnTo>
                    <a:pt x="497314" y="114005"/>
                  </a:lnTo>
                  <a:lnTo>
                    <a:pt x="495497" y="111549"/>
                  </a:lnTo>
                  <a:cubicBezTo>
                    <a:pt x="495497" y="111549"/>
                    <a:pt x="494419" y="111986"/>
                    <a:pt x="493982" y="112121"/>
                  </a:cubicBezTo>
                  <a:cubicBezTo>
                    <a:pt x="493544" y="112255"/>
                    <a:pt x="492838" y="113870"/>
                    <a:pt x="492838" y="113870"/>
                  </a:cubicBezTo>
                  <a:lnTo>
                    <a:pt x="491256" y="115451"/>
                  </a:lnTo>
                  <a:lnTo>
                    <a:pt x="488631" y="116763"/>
                  </a:lnTo>
                  <a:cubicBezTo>
                    <a:pt x="488631" y="116763"/>
                    <a:pt x="486746" y="117066"/>
                    <a:pt x="486309" y="117200"/>
                  </a:cubicBezTo>
                  <a:cubicBezTo>
                    <a:pt x="485871" y="117335"/>
                    <a:pt x="484424" y="116763"/>
                    <a:pt x="483987" y="116326"/>
                  </a:cubicBezTo>
                  <a:cubicBezTo>
                    <a:pt x="483549" y="115889"/>
                    <a:pt x="481395" y="113702"/>
                    <a:pt x="480958" y="113298"/>
                  </a:cubicBezTo>
                  <a:cubicBezTo>
                    <a:pt x="480520" y="112861"/>
                    <a:pt x="479073" y="111986"/>
                    <a:pt x="479073" y="111986"/>
                  </a:cubicBezTo>
                  <a:cubicBezTo>
                    <a:pt x="479073" y="111986"/>
                    <a:pt x="478063" y="109665"/>
                    <a:pt x="478063" y="109093"/>
                  </a:cubicBezTo>
                  <a:cubicBezTo>
                    <a:pt x="478063" y="108521"/>
                    <a:pt x="478366" y="107949"/>
                    <a:pt x="478636" y="107075"/>
                  </a:cubicBezTo>
                  <a:cubicBezTo>
                    <a:pt x="478938" y="106200"/>
                    <a:pt x="479948" y="105326"/>
                    <a:pt x="480655" y="104888"/>
                  </a:cubicBezTo>
                  <a:cubicBezTo>
                    <a:pt x="481395" y="104451"/>
                    <a:pt x="482977" y="104148"/>
                    <a:pt x="483549" y="103745"/>
                  </a:cubicBezTo>
                  <a:cubicBezTo>
                    <a:pt x="484121" y="103307"/>
                    <a:pt x="485434" y="102601"/>
                    <a:pt x="486006" y="102601"/>
                  </a:cubicBezTo>
                  <a:cubicBezTo>
                    <a:pt x="486578" y="102601"/>
                    <a:pt x="486881" y="100145"/>
                    <a:pt x="486881" y="100145"/>
                  </a:cubicBezTo>
                  <a:cubicBezTo>
                    <a:pt x="486881" y="100145"/>
                    <a:pt x="485131" y="99573"/>
                    <a:pt x="483414" y="99573"/>
                  </a:cubicBezTo>
                  <a:cubicBezTo>
                    <a:pt x="481665" y="99573"/>
                    <a:pt x="480217" y="98833"/>
                    <a:pt x="480217" y="98833"/>
                  </a:cubicBezTo>
                  <a:cubicBezTo>
                    <a:pt x="480217" y="98833"/>
                    <a:pt x="476751" y="98699"/>
                    <a:pt x="476145" y="98699"/>
                  </a:cubicBezTo>
                  <a:cubicBezTo>
                    <a:pt x="475573" y="98699"/>
                    <a:pt x="475438" y="96512"/>
                    <a:pt x="475438" y="96512"/>
                  </a:cubicBezTo>
                  <a:lnTo>
                    <a:pt x="476313" y="93619"/>
                  </a:lnTo>
                  <a:lnTo>
                    <a:pt x="477121" y="90154"/>
                  </a:lnTo>
                  <a:lnTo>
                    <a:pt x="478636" y="88405"/>
                  </a:lnTo>
                  <a:lnTo>
                    <a:pt x="480386" y="86521"/>
                  </a:lnTo>
                  <a:lnTo>
                    <a:pt x="482708" y="84940"/>
                  </a:lnTo>
                  <a:lnTo>
                    <a:pt x="484592" y="82753"/>
                  </a:lnTo>
                  <a:lnTo>
                    <a:pt x="486914" y="80163"/>
                  </a:lnTo>
                  <a:lnTo>
                    <a:pt x="487487" y="79289"/>
                  </a:lnTo>
                  <a:lnTo>
                    <a:pt x="488059" y="77842"/>
                  </a:lnTo>
                  <a:lnTo>
                    <a:pt x="488631" y="75656"/>
                  </a:lnTo>
                  <a:lnTo>
                    <a:pt x="488631" y="73469"/>
                  </a:lnTo>
                  <a:lnTo>
                    <a:pt x="486309" y="70004"/>
                  </a:lnTo>
                  <a:lnTo>
                    <a:pt x="484862" y="68995"/>
                  </a:lnTo>
                  <a:cubicBezTo>
                    <a:pt x="484862" y="68995"/>
                    <a:pt x="481967" y="69735"/>
                    <a:pt x="481530" y="70004"/>
                  </a:cubicBezTo>
                  <a:cubicBezTo>
                    <a:pt x="481092" y="70307"/>
                    <a:pt x="481261" y="68558"/>
                    <a:pt x="481261" y="68558"/>
                  </a:cubicBezTo>
                  <a:lnTo>
                    <a:pt x="479813" y="66976"/>
                  </a:lnTo>
                  <a:cubicBezTo>
                    <a:pt x="479813" y="66976"/>
                    <a:pt x="479813" y="66102"/>
                    <a:pt x="480116" y="65664"/>
                  </a:cubicBezTo>
                  <a:cubicBezTo>
                    <a:pt x="480386" y="65227"/>
                    <a:pt x="480991" y="64790"/>
                    <a:pt x="480991" y="64790"/>
                  </a:cubicBezTo>
                  <a:lnTo>
                    <a:pt x="482439" y="63478"/>
                  </a:lnTo>
                  <a:lnTo>
                    <a:pt x="483448" y="61729"/>
                  </a:lnTo>
                  <a:lnTo>
                    <a:pt x="483448" y="58533"/>
                  </a:lnTo>
                  <a:lnTo>
                    <a:pt x="481833" y="56784"/>
                  </a:lnTo>
                  <a:lnTo>
                    <a:pt x="479813" y="54900"/>
                  </a:lnTo>
                  <a:lnTo>
                    <a:pt x="476179" y="51570"/>
                  </a:lnTo>
                  <a:lnTo>
                    <a:pt x="474732" y="51132"/>
                  </a:lnTo>
                  <a:lnTo>
                    <a:pt x="472410" y="48676"/>
                  </a:lnTo>
                  <a:cubicBezTo>
                    <a:pt x="472410" y="48676"/>
                    <a:pt x="469515" y="46355"/>
                    <a:pt x="468943" y="46355"/>
                  </a:cubicBezTo>
                  <a:cubicBezTo>
                    <a:pt x="468371" y="46355"/>
                    <a:pt x="468236" y="45918"/>
                    <a:pt x="468236" y="45918"/>
                  </a:cubicBezTo>
                  <a:lnTo>
                    <a:pt x="466217" y="44169"/>
                  </a:lnTo>
                  <a:lnTo>
                    <a:pt x="464029" y="44034"/>
                  </a:lnTo>
                  <a:lnTo>
                    <a:pt x="461135" y="45044"/>
                  </a:lnTo>
                  <a:cubicBezTo>
                    <a:pt x="461135" y="45044"/>
                    <a:pt x="458544" y="46355"/>
                    <a:pt x="458106" y="46490"/>
                  </a:cubicBezTo>
                  <a:cubicBezTo>
                    <a:pt x="457669" y="46624"/>
                    <a:pt x="456222" y="47230"/>
                    <a:pt x="456222" y="47230"/>
                  </a:cubicBezTo>
                  <a:cubicBezTo>
                    <a:pt x="456222" y="47230"/>
                    <a:pt x="453193" y="49988"/>
                    <a:pt x="451746" y="50863"/>
                  </a:cubicBezTo>
                  <a:cubicBezTo>
                    <a:pt x="450298" y="51738"/>
                    <a:pt x="450736" y="51570"/>
                    <a:pt x="450164" y="51738"/>
                  </a:cubicBezTo>
                  <a:cubicBezTo>
                    <a:pt x="449592" y="51906"/>
                    <a:pt x="449289" y="53487"/>
                    <a:pt x="448717" y="53756"/>
                  </a:cubicBezTo>
                  <a:cubicBezTo>
                    <a:pt x="448144" y="54059"/>
                    <a:pt x="445957" y="56952"/>
                    <a:pt x="444947" y="57961"/>
                  </a:cubicBezTo>
                  <a:cubicBezTo>
                    <a:pt x="443938" y="58970"/>
                    <a:pt x="442928" y="61157"/>
                    <a:pt x="442793" y="61594"/>
                  </a:cubicBezTo>
                  <a:cubicBezTo>
                    <a:pt x="442659" y="62031"/>
                    <a:pt x="438452" y="64790"/>
                    <a:pt x="438014" y="65227"/>
                  </a:cubicBezTo>
                  <a:cubicBezTo>
                    <a:pt x="437577" y="65664"/>
                    <a:pt x="430610" y="71181"/>
                    <a:pt x="430610" y="71181"/>
                  </a:cubicBezTo>
                  <a:cubicBezTo>
                    <a:pt x="430610" y="71181"/>
                    <a:pt x="429433" y="73065"/>
                    <a:pt x="428726" y="74377"/>
                  </a:cubicBezTo>
                  <a:cubicBezTo>
                    <a:pt x="428019" y="75689"/>
                    <a:pt x="427279" y="75084"/>
                    <a:pt x="426841" y="75689"/>
                  </a:cubicBezTo>
                  <a:cubicBezTo>
                    <a:pt x="426404" y="76261"/>
                    <a:pt x="424653" y="78145"/>
                    <a:pt x="423812" y="78448"/>
                  </a:cubicBezTo>
                  <a:cubicBezTo>
                    <a:pt x="422937" y="78750"/>
                    <a:pt x="420918" y="79188"/>
                    <a:pt x="420918" y="79188"/>
                  </a:cubicBezTo>
                  <a:lnTo>
                    <a:pt x="420918" y="75723"/>
                  </a:lnTo>
                  <a:lnTo>
                    <a:pt x="420918" y="72695"/>
                  </a:lnTo>
                  <a:lnTo>
                    <a:pt x="419975" y="70811"/>
                  </a:lnTo>
                  <a:lnTo>
                    <a:pt x="417586" y="70240"/>
                  </a:lnTo>
                  <a:lnTo>
                    <a:pt x="415264" y="72561"/>
                  </a:lnTo>
                  <a:cubicBezTo>
                    <a:pt x="415264" y="72561"/>
                    <a:pt x="413952" y="73301"/>
                    <a:pt x="413077" y="73570"/>
                  </a:cubicBezTo>
                  <a:cubicBezTo>
                    <a:pt x="412201" y="73873"/>
                    <a:pt x="409879" y="72830"/>
                    <a:pt x="409745" y="72392"/>
                  </a:cubicBezTo>
                  <a:cubicBezTo>
                    <a:pt x="409610" y="71955"/>
                    <a:pt x="407860" y="70206"/>
                    <a:pt x="407860" y="70206"/>
                  </a:cubicBezTo>
                  <a:cubicBezTo>
                    <a:pt x="407860" y="70206"/>
                    <a:pt x="406547" y="68759"/>
                    <a:pt x="405639" y="67750"/>
                  </a:cubicBezTo>
                  <a:cubicBezTo>
                    <a:pt x="404730" y="66741"/>
                    <a:pt x="404966" y="64857"/>
                    <a:pt x="404966" y="63982"/>
                  </a:cubicBezTo>
                  <a:cubicBezTo>
                    <a:pt x="404966" y="63108"/>
                    <a:pt x="404966" y="60350"/>
                    <a:pt x="405504" y="59643"/>
                  </a:cubicBezTo>
                  <a:cubicBezTo>
                    <a:pt x="406042" y="58937"/>
                    <a:pt x="404966" y="57019"/>
                    <a:pt x="405369" y="56178"/>
                  </a:cubicBezTo>
                  <a:cubicBezTo>
                    <a:pt x="405773" y="55304"/>
                    <a:pt x="404932" y="51973"/>
                    <a:pt x="405235" y="51099"/>
                  </a:cubicBezTo>
                  <a:cubicBezTo>
                    <a:pt x="405504" y="50224"/>
                    <a:pt x="405235" y="49652"/>
                    <a:pt x="405235" y="49652"/>
                  </a:cubicBezTo>
                  <a:lnTo>
                    <a:pt x="405235" y="44438"/>
                  </a:lnTo>
                  <a:cubicBezTo>
                    <a:pt x="405235" y="44438"/>
                    <a:pt x="405235" y="42117"/>
                    <a:pt x="405235" y="41242"/>
                  </a:cubicBezTo>
                  <a:cubicBezTo>
                    <a:pt x="405235" y="40368"/>
                    <a:pt x="404595" y="38652"/>
                    <a:pt x="404427" y="38215"/>
                  </a:cubicBezTo>
                  <a:cubicBezTo>
                    <a:pt x="404292" y="37777"/>
                    <a:pt x="403619" y="37643"/>
                    <a:pt x="403619" y="37643"/>
                  </a:cubicBezTo>
                  <a:lnTo>
                    <a:pt x="402038" y="35624"/>
                  </a:lnTo>
                  <a:cubicBezTo>
                    <a:pt x="402038" y="35624"/>
                    <a:pt x="400456" y="35490"/>
                    <a:pt x="399850" y="35624"/>
                  </a:cubicBezTo>
                  <a:cubicBezTo>
                    <a:pt x="399278" y="35759"/>
                    <a:pt x="397091" y="35624"/>
                    <a:pt x="396384" y="35624"/>
                  </a:cubicBezTo>
                  <a:cubicBezTo>
                    <a:pt x="395643" y="35624"/>
                    <a:pt x="392480" y="36364"/>
                    <a:pt x="391436" y="36768"/>
                  </a:cubicBezTo>
                  <a:cubicBezTo>
                    <a:pt x="390427" y="37205"/>
                    <a:pt x="390292" y="37508"/>
                    <a:pt x="389552" y="38652"/>
                  </a:cubicBezTo>
                  <a:cubicBezTo>
                    <a:pt x="388845" y="39796"/>
                    <a:pt x="387970" y="41108"/>
                    <a:pt x="387667" y="41680"/>
                  </a:cubicBezTo>
                  <a:cubicBezTo>
                    <a:pt x="387364" y="42251"/>
                    <a:pt x="385782" y="44270"/>
                    <a:pt x="385648" y="44707"/>
                  </a:cubicBezTo>
                  <a:cubicBezTo>
                    <a:pt x="385513" y="45144"/>
                    <a:pt x="383898" y="47297"/>
                    <a:pt x="383595" y="47903"/>
                  </a:cubicBezTo>
                  <a:cubicBezTo>
                    <a:pt x="383326" y="48475"/>
                    <a:pt x="382451" y="50661"/>
                    <a:pt x="382013" y="50796"/>
                  </a:cubicBezTo>
                  <a:cubicBezTo>
                    <a:pt x="381575" y="50930"/>
                    <a:pt x="379119" y="54126"/>
                    <a:pt x="378547" y="53992"/>
                  </a:cubicBezTo>
                  <a:cubicBezTo>
                    <a:pt x="377975" y="53857"/>
                    <a:pt x="376965" y="52848"/>
                    <a:pt x="376090" y="51805"/>
                  </a:cubicBezTo>
                  <a:cubicBezTo>
                    <a:pt x="375215" y="50796"/>
                    <a:pt x="371311" y="52242"/>
                    <a:pt x="371311" y="52242"/>
                  </a:cubicBezTo>
                  <a:lnTo>
                    <a:pt x="368114" y="52242"/>
                  </a:lnTo>
                  <a:cubicBezTo>
                    <a:pt x="368114" y="52242"/>
                    <a:pt x="364917" y="54126"/>
                    <a:pt x="364344" y="54563"/>
                  </a:cubicBezTo>
                  <a:cubicBezTo>
                    <a:pt x="363772" y="55001"/>
                    <a:pt x="362325" y="54866"/>
                    <a:pt x="361888" y="55135"/>
                  </a:cubicBezTo>
                  <a:cubicBezTo>
                    <a:pt x="361450" y="55438"/>
                    <a:pt x="359263" y="59340"/>
                    <a:pt x="359263" y="59777"/>
                  </a:cubicBezTo>
                  <a:cubicBezTo>
                    <a:pt x="359263" y="60215"/>
                    <a:pt x="356940" y="62099"/>
                    <a:pt x="356940" y="62099"/>
                  </a:cubicBezTo>
                  <a:cubicBezTo>
                    <a:pt x="356940" y="62099"/>
                    <a:pt x="355796" y="63545"/>
                    <a:pt x="355056" y="64420"/>
                  </a:cubicBezTo>
                  <a:cubicBezTo>
                    <a:pt x="354349" y="65294"/>
                    <a:pt x="352868" y="65429"/>
                    <a:pt x="351286" y="66573"/>
                  </a:cubicBezTo>
                  <a:cubicBezTo>
                    <a:pt x="349671" y="67750"/>
                    <a:pt x="348392" y="66876"/>
                    <a:pt x="348392" y="66876"/>
                  </a:cubicBezTo>
                  <a:lnTo>
                    <a:pt x="346070" y="65429"/>
                  </a:lnTo>
                  <a:lnTo>
                    <a:pt x="344320" y="61796"/>
                  </a:lnTo>
                  <a:lnTo>
                    <a:pt x="344320" y="60047"/>
                  </a:lnTo>
                  <a:cubicBezTo>
                    <a:pt x="344320" y="60047"/>
                    <a:pt x="342503" y="57288"/>
                    <a:pt x="341931" y="57288"/>
                  </a:cubicBezTo>
                  <a:cubicBezTo>
                    <a:pt x="341358" y="57288"/>
                    <a:pt x="340854" y="58298"/>
                    <a:pt x="340854" y="58298"/>
                  </a:cubicBezTo>
                  <a:cubicBezTo>
                    <a:pt x="340854" y="58298"/>
                    <a:pt x="340854" y="60181"/>
                    <a:pt x="340854" y="60753"/>
                  </a:cubicBezTo>
                  <a:cubicBezTo>
                    <a:pt x="340854" y="61325"/>
                    <a:pt x="338329" y="64823"/>
                    <a:pt x="337892" y="64958"/>
                  </a:cubicBezTo>
                  <a:cubicBezTo>
                    <a:pt x="337454" y="65093"/>
                    <a:pt x="336378" y="65395"/>
                    <a:pt x="336378" y="65395"/>
                  </a:cubicBezTo>
                  <a:cubicBezTo>
                    <a:pt x="336378" y="65395"/>
                    <a:pt x="334627" y="63377"/>
                    <a:pt x="335065" y="63377"/>
                  </a:cubicBezTo>
                  <a:cubicBezTo>
                    <a:pt x="335503" y="63377"/>
                    <a:pt x="332743" y="55976"/>
                    <a:pt x="332743" y="55976"/>
                  </a:cubicBezTo>
                  <a:lnTo>
                    <a:pt x="327829" y="51906"/>
                  </a:lnTo>
                  <a:lnTo>
                    <a:pt x="324363" y="49316"/>
                  </a:lnTo>
                  <a:lnTo>
                    <a:pt x="322343" y="43530"/>
                  </a:lnTo>
                  <a:lnTo>
                    <a:pt x="315377" y="41209"/>
                  </a:lnTo>
                  <a:cubicBezTo>
                    <a:pt x="315377" y="41209"/>
                    <a:pt x="309589" y="36263"/>
                    <a:pt x="308714" y="35994"/>
                  </a:cubicBezTo>
                  <a:cubicBezTo>
                    <a:pt x="307839" y="35692"/>
                    <a:pt x="305247" y="34817"/>
                    <a:pt x="305247" y="34817"/>
                  </a:cubicBezTo>
                  <a:cubicBezTo>
                    <a:pt x="305247" y="34817"/>
                    <a:pt x="299728" y="31049"/>
                    <a:pt x="298886" y="30747"/>
                  </a:cubicBezTo>
                  <a:cubicBezTo>
                    <a:pt x="298011" y="30478"/>
                    <a:pt x="294545" y="28728"/>
                    <a:pt x="294545" y="28728"/>
                  </a:cubicBezTo>
                  <a:lnTo>
                    <a:pt x="291348" y="26104"/>
                  </a:lnTo>
                  <a:cubicBezTo>
                    <a:pt x="291348" y="26104"/>
                    <a:pt x="289598" y="26104"/>
                    <a:pt x="288454" y="26104"/>
                  </a:cubicBezTo>
                  <a:cubicBezTo>
                    <a:pt x="287309" y="26104"/>
                    <a:pt x="282665" y="26542"/>
                    <a:pt x="281790" y="26811"/>
                  </a:cubicBezTo>
                  <a:cubicBezTo>
                    <a:pt x="280915" y="27114"/>
                    <a:pt x="276876" y="27820"/>
                    <a:pt x="275698" y="27820"/>
                  </a:cubicBezTo>
                  <a:cubicBezTo>
                    <a:pt x="274554" y="27820"/>
                    <a:pt x="271357" y="27820"/>
                    <a:pt x="270179" y="27820"/>
                  </a:cubicBezTo>
                  <a:cubicBezTo>
                    <a:pt x="269035" y="27820"/>
                    <a:pt x="265838" y="28257"/>
                    <a:pt x="265838" y="28257"/>
                  </a:cubicBezTo>
                  <a:lnTo>
                    <a:pt x="257727" y="25230"/>
                  </a:lnTo>
                  <a:lnTo>
                    <a:pt x="255977" y="22337"/>
                  </a:lnTo>
                  <a:lnTo>
                    <a:pt x="252780" y="20890"/>
                  </a:lnTo>
                  <a:lnTo>
                    <a:pt x="246419" y="19141"/>
                  </a:lnTo>
                  <a:lnTo>
                    <a:pt x="239149" y="15945"/>
                  </a:lnTo>
                  <a:lnTo>
                    <a:pt x="235380" y="13927"/>
                  </a:lnTo>
                  <a:lnTo>
                    <a:pt x="231039" y="10159"/>
                  </a:lnTo>
                  <a:lnTo>
                    <a:pt x="226967" y="12178"/>
                  </a:lnTo>
                  <a:lnTo>
                    <a:pt x="218856" y="14499"/>
                  </a:lnTo>
                  <a:lnTo>
                    <a:pt x="213067" y="15945"/>
                  </a:lnTo>
                  <a:lnTo>
                    <a:pt x="209601" y="13052"/>
                  </a:lnTo>
                  <a:lnTo>
                    <a:pt x="207279" y="8107"/>
                  </a:lnTo>
                  <a:cubicBezTo>
                    <a:pt x="207279" y="8107"/>
                    <a:pt x="204956" y="2018"/>
                    <a:pt x="204081" y="1446"/>
                  </a:cubicBezTo>
                  <a:cubicBezTo>
                    <a:pt x="203206" y="875"/>
                    <a:pt x="200884" y="0"/>
                    <a:pt x="200884" y="0"/>
                  </a:cubicBezTo>
                  <a:lnTo>
                    <a:pt x="199437" y="0"/>
                  </a:lnTo>
                  <a:cubicBezTo>
                    <a:pt x="199437" y="0"/>
                    <a:pt x="197115" y="2590"/>
                    <a:pt x="196812" y="3465"/>
                  </a:cubicBezTo>
                  <a:cubicBezTo>
                    <a:pt x="196543" y="4339"/>
                    <a:pt x="195062" y="4911"/>
                    <a:pt x="194490" y="6661"/>
                  </a:cubicBezTo>
                  <a:cubicBezTo>
                    <a:pt x="193918" y="8410"/>
                    <a:pt x="193043" y="8982"/>
                    <a:pt x="190720" y="9789"/>
                  </a:cubicBezTo>
                  <a:cubicBezTo>
                    <a:pt x="188398" y="10596"/>
                    <a:pt x="187523" y="10159"/>
                    <a:pt x="184057" y="10025"/>
                  </a:cubicBezTo>
                  <a:cubicBezTo>
                    <a:pt x="180590" y="9890"/>
                    <a:pt x="180860" y="9587"/>
                    <a:pt x="179716" y="10025"/>
                  </a:cubicBezTo>
                  <a:cubicBezTo>
                    <a:pt x="178571" y="10462"/>
                    <a:pt x="178268" y="10025"/>
                    <a:pt x="178268" y="10025"/>
                  </a:cubicBezTo>
                  <a:lnTo>
                    <a:pt x="170730" y="10159"/>
                  </a:lnTo>
                  <a:cubicBezTo>
                    <a:pt x="170730" y="10159"/>
                    <a:pt x="167533" y="9856"/>
                    <a:pt x="166388" y="10159"/>
                  </a:cubicBezTo>
                  <a:cubicBezTo>
                    <a:pt x="165244" y="10428"/>
                    <a:pt x="165210" y="11034"/>
                    <a:pt x="165210" y="12178"/>
                  </a:cubicBezTo>
                  <a:cubicBezTo>
                    <a:pt x="165210" y="13321"/>
                    <a:pt x="165210" y="16248"/>
                    <a:pt x="165513" y="17963"/>
                  </a:cubicBezTo>
                  <a:cubicBezTo>
                    <a:pt x="165783" y="19713"/>
                    <a:pt x="165513" y="21159"/>
                    <a:pt x="165210" y="22606"/>
                  </a:cubicBezTo>
                  <a:cubicBezTo>
                    <a:pt x="164907" y="24052"/>
                    <a:pt x="164638" y="24624"/>
                    <a:pt x="164638" y="25499"/>
                  </a:cubicBezTo>
                  <a:cubicBezTo>
                    <a:pt x="164638" y="26373"/>
                    <a:pt x="166085" y="28392"/>
                    <a:pt x="166658" y="29569"/>
                  </a:cubicBezTo>
                  <a:cubicBezTo>
                    <a:pt x="167230" y="30713"/>
                    <a:pt x="168105" y="31016"/>
                    <a:pt x="168980" y="32462"/>
                  </a:cubicBezTo>
                  <a:cubicBezTo>
                    <a:pt x="169855" y="33909"/>
                    <a:pt x="170999" y="32462"/>
                    <a:pt x="170999" y="32462"/>
                  </a:cubicBezTo>
                  <a:lnTo>
                    <a:pt x="174465" y="34783"/>
                  </a:lnTo>
                  <a:lnTo>
                    <a:pt x="177662" y="36230"/>
                  </a:lnTo>
                  <a:lnTo>
                    <a:pt x="179413" y="37407"/>
                  </a:lnTo>
                  <a:lnTo>
                    <a:pt x="180860" y="39157"/>
                  </a:lnTo>
                  <a:cubicBezTo>
                    <a:pt x="180860" y="39157"/>
                    <a:pt x="180860" y="42050"/>
                    <a:pt x="180860" y="43126"/>
                  </a:cubicBezTo>
                  <a:cubicBezTo>
                    <a:pt x="180860" y="44169"/>
                    <a:pt x="177662" y="46120"/>
                    <a:pt x="177662" y="46120"/>
                  </a:cubicBezTo>
                  <a:lnTo>
                    <a:pt x="174196" y="48441"/>
                  </a:lnTo>
                  <a:lnTo>
                    <a:pt x="168677" y="51334"/>
                  </a:lnTo>
                  <a:lnTo>
                    <a:pt x="166085" y="56245"/>
                  </a:lnTo>
                  <a:cubicBezTo>
                    <a:pt x="166085" y="56245"/>
                    <a:pt x="159422" y="61191"/>
                    <a:pt x="158547" y="61191"/>
                  </a:cubicBezTo>
                  <a:cubicBezTo>
                    <a:pt x="157672" y="61191"/>
                    <a:pt x="153330" y="58869"/>
                    <a:pt x="153330" y="58869"/>
                  </a:cubicBezTo>
                  <a:lnTo>
                    <a:pt x="150705" y="55102"/>
                  </a:lnTo>
                  <a:cubicBezTo>
                    <a:pt x="150705" y="55102"/>
                    <a:pt x="149258" y="52209"/>
                    <a:pt x="148080" y="51906"/>
                  </a:cubicBezTo>
                  <a:cubicBezTo>
                    <a:pt x="146936" y="51637"/>
                    <a:pt x="144311" y="49013"/>
                    <a:pt x="144311" y="49013"/>
                  </a:cubicBezTo>
                  <a:cubicBezTo>
                    <a:pt x="144311" y="49013"/>
                    <a:pt x="144311" y="49013"/>
                    <a:pt x="142292" y="47869"/>
                  </a:cubicBezTo>
                  <a:cubicBezTo>
                    <a:pt x="140239" y="46726"/>
                    <a:pt x="138522" y="45245"/>
                    <a:pt x="138522" y="45245"/>
                  </a:cubicBezTo>
                  <a:lnTo>
                    <a:pt x="130681" y="44673"/>
                  </a:lnTo>
                  <a:cubicBezTo>
                    <a:pt x="130681" y="44673"/>
                    <a:pt x="126339" y="44371"/>
                    <a:pt x="125161" y="44371"/>
                  </a:cubicBezTo>
                  <a:cubicBezTo>
                    <a:pt x="124017" y="44371"/>
                    <a:pt x="121392" y="44371"/>
                    <a:pt x="119642" y="43496"/>
                  </a:cubicBezTo>
                  <a:cubicBezTo>
                    <a:pt x="117892" y="42621"/>
                    <a:pt x="115570" y="43496"/>
                    <a:pt x="115570" y="43496"/>
                  </a:cubicBezTo>
                  <a:lnTo>
                    <a:pt x="110353" y="43496"/>
                  </a:lnTo>
                  <a:lnTo>
                    <a:pt x="107459" y="43496"/>
                  </a:lnTo>
                  <a:cubicBezTo>
                    <a:pt x="107459" y="43496"/>
                    <a:pt x="101368" y="47129"/>
                    <a:pt x="100493" y="47701"/>
                  </a:cubicBezTo>
                  <a:cubicBezTo>
                    <a:pt x="99617" y="48273"/>
                    <a:pt x="99315" y="49282"/>
                    <a:pt x="98473" y="50157"/>
                  </a:cubicBezTo>
                  <a:cubicBezTo>
                    <a:pt x="97598" y="51031"/>
                    <a:pt x="95848" y="52175"/>
                    <a:pt x="94704" y="52478"/>
                  </a:cubicBezTo>
                  <a:cubicBezTo>
                    <a:pt x="93560" y="52781"/>
                    <a:pt x="92113" y="55674"/>
                    <a:pt x="92113" y="55674"/>
                  </a:cubicBezTo>
                  <a:cubicBezTo>
                    <a:pt x="92113" y="55674"/>
                    <a:pt x="89790" y="58264"/>
                    <a:pt x="87771" y="58567"/>
                  </a:cubicBezTo>
                  <a:cubicBezTo>
                    <a:pt x="85752" y="58869"/>
                    <a:pt x="87771" y="58567"/>
                    <a:pt x="84305" y="58567"/>
                  </a:cubicBezTo>
                  <a:cubicBezTo>
                    <a:pt x="80805" y="58567"/>
                    <a:pt x="80805" y="58264"/>
                    <a:pt x="79358" y="58264"/>
                  </a:cubicBezTo>
                  <a:cubicBezTo>
                    <a:pt x="77910" y="58264"/>
                    <a:pt x="77338" y="55674"/>
                    <a:pt x="77338" y="55674"/>
                  </a:cubicBezTo>
                  <a:lnTo>
                    <a:pt x="70372" y="55674"/>
                  </a:lnTo>
                  <a:lnTo>
                    <a:pt x="70675" y="60316"/>
                  </a:lnTo>
                  <a:lnTo>
                    <a:pt x="71550" y="65227"/>
                  </a:lnTo>
                  <a:cubicBezTo>
                    <a:pt x="71550" y="65227"/>
                    <a:pt x="70405" y="68120"/>
                    <a:pt x="70405" y="69298"/>
                  </a:cubicBezTo>
                  <a:cubicBezTo>
                    <a:pt x="70405" y="70441"/>
                    <a:pt x="68958" y="71047"/>
                    <a:pt x="67511" y="72493"/>
                  </a:cubicBezTo>
                  <a:cubicBezTo>
                    <a:pt x="66064" y="73940"/>
                    <a:pt x="63170" y="74243"/>
                    <a:pt x="62295" y="74512"/>
                  </a:cubicBezTo>
                  <a:cubicBezTo>
                    <a:pt x="61420" y="74815"/>
                    <a:pt x="60275" y="77977"/>
                    <a:pt x="60275" y="77977"/>
                  </a:cubicBezTo>
                  <a:cubicBezTo>
                    <a:pt x="60275" y="77977"/>
                    <a:pt x="59400" y="82619"/>
                    <a:pt x="59131" y="86084"/>
                  </a:cubicBezTo>
                  <a:cubicBezTo>
                    <a:pt x="58828" y="89549"/>
                    <a:pt x="58256" y="90726"/>
                    <a:pt x="57684" y="91601"/>
                  </a:cubicBezTo>
                  <a:cubicBezTo>
                    <a:pt x="57112" y="92475"/>
                    <a:pt x="55665" y="93922"/>
                    <a:pt x="54217" y="96512"/>
                  </a:cubicBezTo>
                  <a:cubicBezTo>
                    <a:pt x="52770" y="99136"/>
                    <a:pt x="51895" y="98530"/>
                    <a:pt x="50145" y="100582"/>
                  </a:cubicBezTo>
                  <a:cubicBezTo>
                    <a:pt x="48395" y="102601"/>
                    <a:pt x="48395" y="104922"/>
                    <a:pt x="47823" y="106099"/>
                  </a:cubicBezTo>
                  <a:cubicBezTo>
                    <a:pt x="47251" y="107243"/>
                    <a:pt x="46073" y="109867"/>
                    <a:pt x="45804" y="111011"/>
                  </a:cubicBezTo>
                  <a:cubicBezTo>
                    <a:pt x="45501" y="112188"/>
                    <a:pt x="44626" y="115653"/>
                    <a:pt x="44626" y="115653"/>
                  </a:cubicBezTo>
                  <a:lnTo>
                    <a:pt x="46376" y="121742"/>
                  </a:lnTo>
                  <a:lnTo>
                    <a:pt x="49876" y="125812"/>
                  </a:lnTo>
                  <a:lnTo>
                    <a:pt x="50448" y="132473"/>
                  </a:lnTo>
                  <a:cubicBezTo>
                    <a:pt x="50448" y="132473"/>
                    <a:pt x="47857" y="135938"/>
                    <a:pt x="46679" y="137990"/>
                  </a:cubicBezTo>
                  <a:cubicBezTo>
                    <a:pt x="45535" y="140008"/>
                    <a:pt x="44087" y="142632"/>
                    <a:pt x="44087" y="142632"/>
                  </a:cubicBezTo>
                  <a:lnTo>
                    <a:pt x="43515" y="145222"/>
                  </a:lnTo>
                  <a:lnTo>
                    <a:pt x="43515" y="149293"/>
                  </a:lnTo>
                  <a:lnTo>
                    <a:pt x="44087" y="152489"/>
                  </a:lnTo>
                  <a:lnTo>
                    <a:pt x="47285" y="155381"/>
                  </a:lnTo>
                  <a:lnTo>
                    <a:pt x="49304" y="156525"/>
                  </a:lnTo>
                  <a:lnTo>
                    <a:pt x="49001" y="160865"/>
                  </a:lnTo>
                  <a:lnTo>
                    <a:pt x="48429" y="163758"/>
                  </a:lnTo>
                  <a:cubicBezTo>
                    <a:pt x="48429" y="163758"/>
                    <a:pt x="46679" y="164901"/>
                    <a:pt x="45804" y="165776"/>
                  </a:cubicBezTo>
                  <a:cubicBezTo>
                    <a:pt x="44929" y="166651"/>
                    <a:pt x="44054" y="166954"/>
                    <a:pt x="43482" y="168097"/>
                  </a:cubicBezTo>
                  <a:cubicBezTo>
                    <a:pt x="42910" y="169241"/>
                    <a:pt x="40015" y="169544"/>
                    <a:pt x="40015" y="169544"/>
                  </a:cubicBezTo>
                  <a:cubicBezTo>
                    <a:pt x="40015" y="169544"/>
                    <a:pt x="40015" y="171293"/>
                    <a:pt x="40015" y="172168"/>
                  </a:cubicBezTo>
                  <a:cubicBezTo>
                    <a:pt x="40015" y="173042"/>
                    <a:pt x="42338" y="175061"/>
                    <a:pt x="42338" y="175061"/>
                  </a:cubicBezTo>
                  <a:cubicBezTo>
                    <a:pt x="42338" y="175061"/>
                    <a:pt x="44660" y="176204"/>
                    <a:pt x="46107" y="176507"/>
                  </a:cubicBezTo>
                  <a:cubicBezTo>
                    <a:pt x="47554" y="176810"/>
                    <a:pt x="48732" y="176507"/>
                    <a:pt x="48732" y="176507"/>
                  </a:cubicBezTo>
                  <a:lnTo>
                    <a:pt x="48732" y="178526"/>
                  </a:lnTo>
                  <a:cubicBezTo>
                    <a:pt x="48732" y="178526"/>
                    <a:pt x="48867" y="180847"/>
                    <a:pt x="48597" y="181990"/>
                  </a:cubicBezTo>
                  <a:cubicBezTo>
                    <a:pt x="48294" y="183134"/>
                    <a:pt x="48463" y="184311"/>
                    <a:pt x="48160" y="185455"/>
                  </a:cubicBezTo>
                  <a:cubicBezTo>
                    <a:pt x="47890" y="186599"/>
                    <a:pt x="47016" y="187776"/>
                    <a:pt x="47016" y="187776"/>
                  </a:cubicBezTo>
                  <a:lnTo>
                    <a:pt x="46443" y="191544"/>
                  </a:lnTo>
                  <a:cubicBezTo>
                    <a:pt x="46443" y="191544"/>
                    <a:pt x="47016" y="194740"/>
                    <a:pt x="47318" y="197633"/>
                  </a:cubicBezTo>
                  <a:cubicBezTo>
                    <a:pt x="47621" y="200526"/>
                    <a:pt x="46174" y="199954"/>
                    <a:pt x="45871" y="202847"/>
                  </a:cubicBezTo>
                  <a:cubicBezTo>
                    <a:pt x="45568" y="205740"/>
                    <a:pt x="46443" y="206917"/>
                    <a:pt x="46746" y="209508"/>
                  </a:cubicBezTo>
                  <a:cubicBezTo>
                    <a:pt x="47049" y="212098"/>
                    <a:pt x="47621" y="211257"/>
                    <a:pt x="47890" y="214150"/>
                  </a:cubicBezTo>
                  <a:cubicBezTo>
                    <a:pt x="48193" y="217043"/>
                    <a:pt x="52535" y="217917"/>
                    <a:pt x="52535" y="217917"/>
                  </a:cubicBezTo>
                  <a:cubicBezTo>
                    <a:pt x="52535" y="217917"/>
                    <a:pt x="52535" y="217917"/>
                    <a:pt x="53107" y="219095"/>
                  </a:cubicBezTo>
                  <a:cubicBezTo>
                    <a:pt x="53679" y="220239"/>
                    <a:pt x="54251" y="222291"/>
                    <a:pt x="54251" y="223434"/>
                  </a:cubicBezTo>
                  <a:cubicBezTo>
                    <a:pt x="54251" y="224578"/>
                    <a:pt x="52501" y="225453"/>
                    <a:pt x="52501" y="227774"/>
                  </a:cubicBezTo>
                  <a:cubicBezTo>
                    <a:pt x="52501" y="230095"/>
                    <a:pt x="50751" y="230095"/>
                    <a:pt x="49607" y="232416"/>
                  </a:cubicBezTo>
                  <a:cubicBezTo>
                    <a:pt x="48463" y="234737"/>
                    <a:pt x="49910" y="234737"/>
                    <a:pt x="50751" y="235612"/>
                  </a:cubicBezTo>
                  <a:cubicBezTo>
                    <a:pt x="51626" y="236487"/>
                    <a:pt x="52770" y="238808"/>
                    <a:pt x="52770" y="241970"/>
                  </a:cubicBezTo>
                  <a:cubicBezTo>
                    <a:pt x="52770" y="245166"/>
                    <a:pt x="52198" y="243988"/>
                    <a:pt x="51020" y="245737"/>
                  </a:cubicBezTo>
                  <a:cubicBezTo>
                    <a:pt x="49876" y="247487"/>
                    <a:pt x="51020" y="245737"/>
                    <a:pt x="50448" y="246881"/>
                  </a:cubicBezTo>
                  <a:cubicBezTo>
                    <a:pt x="49876" y="248059"/>
                    <a:pt x="48698" y="249774"/>
                    <a:pt x="49001" y="250649"/>
                  </a:cubicBezTo>
                  <a:cubicBezTo>
                    <a:pt x="49304" y="251523"/>
                    <a:pt x="50145" y="252398"/>
                    <a:pt x="51323" y="254114"/>
                  </a:cubicBezTo>
                  <a:cubicBezTo>
                    <a:pt x="52468" y="255863"/>
                    <a:pt x="51323" y="258184"/>
                    <a:pt x="51054" y="259025"/>
                  </a:cubicBezTo>
                  <a:cubicBezTo>
                    <a:pt x="50751" y="259900"/>
                    <a:pt x="50751" y="263936"/>
                    <a:pt x="50751" y="265114"/>
                  </a:cubicBezTo>
                  <a:cubicBezTo>
                    <a:pt x="50751" y="266291"/>
                    <a:pt x="52501" y="269184"/>
                    <a:pt x="52501" y="270328"/>
                  </a:cubicBezTo>
                  <a:cubicBezTo>
                    <a:pt x="52501" y="271472"/>
                    <a:pt x="54251" y="273524"/>
                    <a:pt x="55126" y="274668"/>
                  </a:cubicBezTo>
                  <a:cubicBezTo>
                    <a:pt x="56001" y="275845"/>
                    <a:pt x="57718" y="276686"/>
                    <a:pt x="57718" y="276686"/>
                  </a:cubicBezTo>
                  <a:lnTo>
                    <a:pt x="62059" y="282203"/>
                  </a:lnTo>
                  <a:lnTo>
                    <a:pt x="64381" y="285399"/>
                  </a:lnTo>
                  <a:lnTo>
                    <a:pt x="64078" y="291185"/>
                  </a:lnTo>
                  <a:cubicBezTo>
                    <a:pt x="64078" y="291185"/>
                    <a:pt x="63775" y="294649"/>
                    <a:pt x="63775" y="296971"/>
                  </a:cubicBezTo>
                  <a:cubicBezTo>
                    <a:pt x="63775" y="299292"/>
                    <a:pt x="62597" y="300166"/>
                    <a:pt x="62597" y="300166"/>
                  </a:cubicBezTo>
                  <a:cubicBezTo>
                    <a:pt x="62597" y="300166"/>
                    <a:pt x="61723" y="302185"/>
                    <a:pt x="60881" y="302488"/>
                  </a:cubicBezTo>
                  <a:cubicBezTo>
                    <a:pt x="60006" y="302790"/>
                    <a:pt x="56809" y="304506"/>
                    <a:pt x="55665" y="304809"/>
                  </a:cubicBezTo>
                  <a:cubicBezTo>
                    <a:pt x="54520" y="305112"/>
                    <a:pt x="53915" y="306558"/>
                    <a:pt x="51626" y="307130"/>
                  </a:cubicBezTo>
                  <a:cubicBezTo>
                    <a:pt x="49304" y="307702"/>
                    <a:pt x="50179" y="308274"/>
                    <a:pt x="49001" y="308576"/>
                  </a:cubicBezTo>
                  <a:cubicBezTo>
                    <a:pt x="47857" y="308879"/>
                    <a:pt x="45232" y="310326"/>
                    <a:pt x="44087" y="311200"/>
                  </a:cubicBezTo>
                  <a:cubicBezTo>
                    <a:pt x="42910" y="312075"/>
                    <a:pt x="40890" y="311200"/>
                    <a:pt x="40890" y="311200"/>
                  </a:cubicBezTo>
                  <a:cubicBezTo>
                    <a:pt x="40890" y="311200"/>
                    <a:pt x="38265" y="311200"/>
                    <a:pt x="36381" y="311200"/>
                  </a:cubicBezTo>
                  <a:cubicBezTo>
                    <a:pt x="34496" y="311200"/>
                    <a:pt x="35068" y="312647"/>
                    <a:pt x="34193" y="312647"/>
                  </a:cubicBezTo>
                  <a:cubicBezTo>
                    <a:pt x="33318" y="312647"/>
                    <a:pt x="32443" y="315271"/>
                    <a:pt x="31568" y="316112"/>
                  </a:cubicBezTo>
                  <a:cubicBezTo>
                    <a:pt x="30693" y="316986"/>
                    <a:pt x="30121" y="319307"/>
                    <a:pt x="30121" y="320451"/>
                  </a:cubicBezTo>
                  <a:cubicBezTo>
                    <a:pt x="30121" y="321595"/>
                    <a:pt x="29852" y="323344"/>
                    <a:pt x="29852" y="324521"/>
                  </a:cubicBezTo>
                  <a:cubicBezTo>
                    <a:pt x="29852" y="325665"/>
                    <a:pt x="28404" y="325968"/>
                    <a:pt x="28404" y="325968"/>
                  </a:cubicBezTo>
                  <a:lnTo>
                    <a:pt x="25510" y="327145"/>
                  </a:lnTo>
                  <a:cubicBezTo>
                    <a:pt x="25510" y="327145"/>
                    <a:pt x="21741" y="328592"/>
                    <a:pt x="20597" y="328895"/>
                  </a:cubicBezTo>
                  <a:cubicBezTo>
                    <a:pt x="19419" y="329197"/>
                    <a:pt x="18846" y="330341"/>
                    <a:pt x="18846" y="330341"/>
                  </a:cubicBezTo>
                  <a:lnTo>
                    <a:pt x="17097" y="332931"/>
                  </a:lnTo>
                  <a:lnTo>
                    <a:pt x="15952" y="335253"/>
                  </a:lnTo>
                  <a:lnTo>
                    <a:pt x="9861" y="340769"/>
                  </a:lnTo>
                  <a:cubicBezTo>
                    <a:pt x="9861" y="340769"/>
                    <a:pt x="6664" y="343662"/>
                    <a:pt x="5789" y="344840"/>
                  </a:cubicBezTo>
                  <a:cubicBezTo>
                    <a:pt x="4914" y="345984"/>
                    <a:pt x="2591" y="347430"/>
                    <a:pt x="2591" y="347430"/>
                  </a:cubicBezTo>
                  <a:lnTo>
                    <a:pt x="0" y="350323"/>
                  </a:lnTo>
                  <a:lnTo>
                    <a:pt x="0" y="354393"/>
                  </a:lnTo>
                  <a:lnTo>
                    <a:pt x="7842" y="352947"/>
                  </a:lnTo>
                  <a:lnTo>
                    <a:pt x="14202" y="351803"/>
                  </a:lnTo>
                  <a:lnTo>
                    <a:pt x="15952" y="351231"/>
                  </a:lnTo>
                  <a:lnTo>
                    <a:pt x="22616" y="349482"/>
                  </a:lnTo>
                  <a:lnTo>
                    <a:pt x="27260" y="346286"/>
                  </a:lnTo>
                  <a:lnTo>
                    <a:pt x="30155" y="345412"/>
                  </a:lnTo>
                  <a:lnTo>
                    <a:pt x="33049" y="345109"/>
                  </a:lnTo>
                  <a:lnTo>
                    <a:pt x="33049" y="346858"/>
                  </a:lnTo>
                  <a:lnTo>
                    <a:pt x="34933" y="349179"/>
                  </a:lnTo>
                  <a:lnTo>
                    <a:pt x="38837" y="348608"/>
                  </a:lnTo>
                  <a:lnTo>
                    <a:pt x="41159" y="346286"/>
                  </a:lnTo>
                  <a:lnTo>
                    <a:pt x="43482" y="343091"/>
                  </a:lnTo>
                  <a:lnTo>
                    <a:pt x="46039" y="342519"/>
                  </a:lnTo>
                  <a:lnTo>
                    <a:pt x="53040" y="340769"/>
                  </a:lnTo>
                  <a:lnTo>
                    <a:pt x="57381" y="340769"/>
                  </a:lnTo>
                  <a:lnTo>
                    <a:pt x="63775" y="344403"/>
                  </a:lnTo>
                  <a:lnTo>
                    <a:pt x="63203" y="349179"/>
                  </a:lnTo>
                  <a:lnTo>
                    <a:pt x="66670" y="353519"/>
                  </a:lnTo>
                  <a:lnTo>
                    <a:pt x="71011" y="357286"/>
                  </a:lnTo>
                  <a:lnTo>
                    <a:pt x="72761" y="361626"/>
                  </a:lnTo>
                  <a:lnTo>
                    <a:pt x="70439" y="365091"/>
                  </a:lnTo>
                  <a:lnTo>
                    <a:pt x="69295" y="365091"/>
                  </a:lnTo>
                  <a:lnTo>
                    <a:pt x="65223" y="367984"/>
                  </a:lnTo>
                  <a:cubicBezTo>
                    <a:pt x="65223" y="367984"/>
                    <a:pt x="64348" y="369699"/>
                    <a:pt x="63472" y="371449"/>
                  </a:cubicBezTo>
                  <a:cubicBezTo>
                    <a:pt x="62597" y="373198"/>
                    <a:pt x="63472" y="373770"/>
                    <a:pt x="63472" y="373770"/>
                  </a:cubicBezTo>
                  <a:lnTo>
                    <a:pt x="64920" y="373770"/>
                  </a:lnTo>
                  <a:lnTo>
                    <a:pt x="69564" y="375082"/>
                  </a:lnTo>
                  <a:lnTo>
                    <a:pt x="72761" y="377538"/>
                  </a:lnTo>
                  <a:lnTo>
                    <a:pt x="71011" y="381608"/>
                  </a:lnTo>
                  <a:cubicBezTo>
                    <a:pt x="71011" y="381608"/>
                    <a:pt x="66939" y="384804"/>
                    <a:pt x="64348" y="386250"/>
                  </a:cubicBezTo>
                  <a:cubicBezTo>
                    <a:pt x="61723" y="387697"/>
                    <a:pt x="60881" y="387697"/>
                    <a:pt x="60881" y="387697"/>
                  </a:cubicBezTo>
                  <a:lnTo>
                    <a:pt x="56943" y="388840"/>
                  </a:lnTo>
                  <a:lnTo>
                    <a:pt x="49876" y="392305"/>
                  </a:lnTo>
                  <a:lnTo>
                    <a:pt x="46073" y="396073"/>
                  </a:lnTo>
                  <a:cubicBezTo>
                    <a:pt x="46073" y="396073"/>
                    <a:pt x="46982" y="398394"/>
                    <a:pt x="48429" y="398697"/>
                  </a:cubicBezTo>
                  <a:cubicBezTo>
                    <a:pt x="49876" y="399000"/>
                    <a:pt x="52198" y="401590"/>
                    <a:pt x="52198" y="401590"/>
                  </a:cubicBezTo>
                  <a:cubicBezTo>
                    <a:pt x="52198" y="401590"/>
                    <a:pt x="54823" y="407107"/>
                    <a:pt x="56977" y="408251"/>
                  </a:cubicBezTo>
                  <a:cubicBezTo>
                    <a:pt x="59131" y="409394"/>
                    <a:pt x="55968" y="410000"/>
                    <a:pt x="56977" y="411144"/>
                  </a:cubicBezTo>
                  <a:cubicBezTo>
                    <a:pt x="57953" y="412287"/>
                    <a:pt x="55126" y="416930"/>
                    <a:pt x="55126" y="416930"/>
                  </a:cubicBezTo>
                  <a:lnTo>
                    <a:pt x="51929" y="421269"/>
                  </a:lnTo>
                  <a:lnTo>
                    <a:pt x="48463" y="426181"/>
                  </a:lnTo>
                  <a:lnTo>
                    <a:pt x="46107" y="431966"/>
                  </a:lnTo>
                  <a:cubicBezTo>
                    <a:pt x="46107" y="431966"/>
                    <a:pt x="46443" y="436878"/>
                    <a:pt x="46141" y="439771"/>
                  </a:cubicBezTo>
                  <a:cubicBezTo>
                    <a:pt x="45838" y="442664"/>
                    <a:pt x="47588" y="442361"/>
                    <a:pt x="47588" y="442361"/>
                  </a:cubicBezTo>
                  <a:cubicBezTo>
                    <a:pt x="47588" y="442361"/>
                    <a:pt x="51660" y="446431"/>
                    <a:pt x="52501" y="446129"/>
                  </a:cubicBezTo>
                  <a:cubicBezTo>
                    <a:pt x="53376" y="445826"/>
                    <a:pt x="55126" y="442933"/>
                    <a:pt x="55126" y="442933"/>
                  </a:cubicBezTo>
                  <a:lnTo>
                    <a:pt x="58323" y="439737"/>
                  </a:lnTo>
                  <a:lnTo>
                    <a:pt x="63102" y="439737"/>
                  </a:lnTo>
                  <a:lnTo>
                    <a:pt x="65862" y="442496"/>
                  </a:lnTo>
                  <a:cubicBezTo>
                    <a:pt x="65862" y="442496"/>
                    <a:pt x="59771" y="445826"/>
                    <a:pt x="59501" y="446701"/>
                  </a:cubicBezTo>
                  <a:cubicBezTo>
                    <a:pt x="59199" y="447575"/>
                    <a:pt x="58357" y="450737"/>
                    <a:pt x="58357" y="450737"/>
                  </a:cubicBezTo>
                  <a:lnTo>
                    <a:pt x="65896" y="454808"/>
                  </a:lnTo>
                  <a:lnTo>
                    <a:pt x="67915" y="461468"/>
                  </a:lnTo>
                  <a:lnTo>
                    <a:pt x="67915" y="467389"/>
                  </a:lnTo>
                  <a:cubicBezTo>
                    <a:pt x="69261" y="467322"/>
                    <a:pt x="71550" y="467557"/>
                    <a:pt x="71550" y="467557"/>
                  </a:cubicBezTo>
                  <a:lnTo>
                    <a:pt x="72425" y="470316"/>
                  </a:lnTo>
                  <a:lnTo>
                    <a:pt x="74881" y="471190"/>
                  </a:lnTo>
                  <a:cubicBezTo>
                    <a:pt x="74881" y="471190"/>
                    <a:pt x="78079" y="471325"/>
                    <a:pt x="79391" y="471056"/>
                  </a:cubicBezTo>
                  <a:cubicBezTo>
                    <a:pt x="80704" y="470753"/>
                    <a:pt x="83161" y="469037"/>
                    <a:pt x="83733" y="468869"/>
                  </a:cubicBezTo>
                  <a:cubicBezTo>
                    <a:pt x="84305" y="468735"/>
                    <a:pt x="86358" y="471056"/>
                    <a:pt x="86358" y="471056"/>
                  </a:cubicBezTo>
                  <a:lnTo>
                    <a:pt x="91877" y="473242"/>
                  </a:lnTo>
                  <a:lnTo>
                    <a:pt x="92752" y="476573"/>
                  </a:lnTo>
                  <a:cubicBezTo>
                    <a:pt x="92752" y="476573"/>
                    <a:pt x="88276" y="480340"/>
                    <a:pt x="87838" y="480475"/>
                  </a:cubicBezTo>
                  <a:cubicBezTo>
                    <a:pt x="87401" y="480609"/>
                    <a:pt x="85954" y="483233"/>
                    <a:pt x="85954" y="483233"/>
                  </a:cubicBezTo>
                  <a:cubicBezTo>
                    <a:pt x="85954" y="483233"/>
                    <a:pt x="88141" y="486866"/>
                    <a:pt x="88713" y="486866"/>
                  </a:cubicBezTo>
                  <a:cubicBezTo>
                    <a:pt x="89286" y="486866"/>
                    <a:pt x="93358" y="488178"/>
                    <a:pt x="95074" y="488178"/>
                  </a:cubicBezTo>
                  <a:cubicBezTo>
                    <a:pt x="96824" y="488178"/>
                    <a:pt x="99584" y="488178"/>
                    <a:pt x="100156" y="487741"/>
                  </a:cubicBezTo>
                  <a:cubicBezTo>
                    <a:pt x="100728" y="487304"/>
                    <a:pt x="101738" y="487876"/>
                    <a:pt x="102343" y="486866"/>
                  </a:cubicBezTo>
                  <a:cubicBezTo>
                    <a:pt x="102848" y="485992"/>
                    <a:pt x="103656" y="484377"/>
                    <a:pt x="103892" y="483940"/>
                  </a:cubicBezTo>
                  <a:cubicBezTo>
                    <a:pt x="103791" y="483872"/>
                    <a:pt x="103589" y="483671"/>
                    <a:pt x="103219" y="483233"/>
                  </a:cubicBezTo>
                  <a:cubicBezTo>
                    <a:pt x="102209" y="482090"/>
                    <a:pt x="102041" y="481047"/>
                    <a:pt x="102041" y="481047"/>
                  </a:cubicBezTo>
                  <a:cubicBezTo>
                    <a:pt x="102041" y="481047"/>
                    <a:pt x="102175" y="480609"/>
                    <a:pt x="101771" y="480172"/>
                  </a:cubicBezTo>
                  <a:cubicBezTo>
                    <a:pt x="101401" y="479802"/>
                    <a:pt x="101132" y="476505"/>
                    <a:pt x="101368" y="475530"/>
                  </a:cubicBezTo>
                  <a:cubicBezTo>
                    <a:pt x="101098" y="475799"/>
                    <a:pt x="101233" y="475631"/>
                    <a:pt x="101401" y="475462"/>
                  </a:cubicBezTo>
                  <a:cubicBezTo>
                    <a:pt x="101435" y="475362"/>
                    <a:pt x="101469" y="475294"/>
                    <a:pt x="101502" y="475261"/>
                  </a:cubicBezTo>
                  <a:cubicBezTo>
                    <a:pt x="101671" y="475160"/>
                    <a:pt x="101536" y="475328"/>
                    <a:pt x="101401" y="475462"/>
                  </a:cubicBezTo>
                  <a:cubicBezTo>
                    <a:pt x="101401" y="475496"/>
                    <a:pt x="101368" y="475496"/>
                    <a:pt x="101368" y="475530"/>
                  </a:cubicBezTo>
                  <a:cubicBezTo>
                    <a:pt x="101469" y="475429"/>
                    <a:pt x="101637" y="475261"/>
                    <a:pt x="101940" y="474958"/>
                  </a:cubicBezTo>
                  <a:cubicBezTo>
                    <a:pt x="103522" y="473377"/>
                    <a:pt x="105137" y="471493"/>
                    <a:pt x="105574" y="471056"/>
                  </a:cubicBezTo>
                  <a:cubicBezTo>
                    <a:pt x="106012" y="470618"/>
                    <a:pt x="107156" y="469744"/>
                    <a:pt x="107156" y="469744"/>
                  </a:cubicBezTo>
                  <a:cubicBezTo>
                    <a:pt x="107156" y="469744"/>
                    <a:pt x="108300" y="468936"/>
                    <a:pt x="108166" y="467389"/>
                  </a:cubicBezTo>
                  <a:cubicBezTo>
                    <a:pt x="108031" y="465842"/>
                    <a:pt x="107762" y="462377"/>
                    <a:pt x="108166" y="460930"/>
                  </a:cubicBezTo>
                  <a:cubicBezTo>
                    <a:pt x="108570" y="459484"/>
                    <a:pt x="109310" y="458912"/>
                    <a:pt x="109748" y="458609"/>
                  </a:cubicBezTo>
                  <a:cubicBezTo>
                    <a:pt x="110185" y="458306"/>
                    <a:pt x="114964" y="454135"/>
                    <a:pt x="114964" y="454135"/>
                  </a:cubicBezTo>
                  <a:lnTo>
                    <a:pt x="119743" y="452386"/>
                  </a:lnTo>
                  <a:lnTo>
                    <a:pt x="122065" y="453395"/>
                  </a:lnTo>
                  <a:lnTo>
                    <a:pt x="130613" y="456591"/>
                  </a:lnTo>
                  <a:lnTo>
                    <a:pt x="130613" y="463251"/>
                  </a:lnTo>
                  <a:cubicBezTo>
                    <a:pt x="130613" y="463251"/>
                    <a:pt x="131185" y="467322"/>
                    <a:pt x="131488" y="467759"/>
                  </a:cubicBezTo>
                  <a:cubicBezTo>
                    <a:pt x="131758" y="468196"/>
                    <a:pt x="133373" y="470955"/>
                    <a:pt x="133945" y="470955"/>
                  </a:cubicBezTo>
                  <a:cubicBezTo>
                    <a:pt x="134517" y="470955"/>
                    <a:pt x="139465" y="468499"/>
                    <a:pt x="139465" y="468499"/>
                  </a:cubicBezTo>
                  <a:lnTo>
                    <a:pt x="140609" y="466918"/>
                  </a:lnTo>
                  <a:lnTo>
                    <a:pt x="142494" y="466784"/>
                  </a:lnTo>
                  <a:lnTo>
                    <a:pt x="145960" y="468230"/>
                  </a:lnTo>
                  <a:cubicBezTo>
                    <a:pt x="145960" y="468230"/>
                    <a:pt x="147104" y="469677"/>
                    <a:pt x="147272" y="470114"/>
                  </a:cubicBezTo>
                  <a:cubicBezTo>
                    <a:pt x="147407" y="470551"/>
                    <a:pt x="148013" y="471998"/>
                    <a:pt x="148450" y="472570"/>
                  </a:cubicBezTo>
                  <a:cubicBezTo>
                    <a:pt x="148888" y="473141"/>
                    <a:pt x="149157" y="474891"/>
                    <a:pt x="150335" y="475160"/>
                  </a:cubicBezTo>
                  <a:cubicBezTo>
                    <a:pt x="151513" y="475462"/>
                    <a:pt x="153532" y="474857"/>
                    <a:pt x="153532" y="474857"/>
                  </a:cubicBezTo>
                  <a:cubicBezTo>
                    <a:pt x="153532" y="474857"/>
                    <a:pt x="154979" y="473545"/>
                    <a:pt x="155249" y="472536"/>
                  </a:cubicBezTo>
                  <a:cubicBezTo>
                    <a:pt x="155552" y="471527"/>
                    <a:pt x="156124" y="468028"/>
                    <a:pt x="156124" y="467625"/>
                  </a:cubicBezTo>
                  <a:cubicBezTo>
                    <a:pt x="156124" y="467187"/>
                    <a:pt x="157571" y="465606"/>
                    <a:pt x="157571" y="465169"/>
                  </a:cubicBezTo>
                  <a:cubicBezTo>
                    <a:pt x="157571" y="464731"/>
                    <a:pt x="158143" y="463150"/>
                    <a:pt x="158446" y="461973"/>
                  </a:cubicBezTo>
                  <a:cubicBezTo>
                    <a:pt x="158749" y="460829"/>
                    <a:pt x="159455" y="459652"/>
                    <a:pt x="160027" y="459215"/>
                  </a:cubicBezTo>
                  <a:cubicBezTo>
                    <a:pt x="160600" y="458777"/>
                    <a:pt x="161206" y="457768"/>
                    <a:pt x="161778" y="457465"/>
                  </a:cubicBezTo>
                  <a:cubicBezTo>
                    <a:pt x="162350" y="457163"/>
                    <a:pt x="163225" y="456288"/>
                    <a:pt x="163965" y="456019"/>
                  </a:cubicBezTo>
                  <a:cubicBezTo>
                    <a:pt x="164706" y="455716"/>
                    <a:pt x="164975" y="455716"/>
                    <a:pt x="165850" y="455010"/>
                  </a:cubicBezTo>
                  <a:cubicBezTo>
                    <a:pt x="166725" y="454270"/>
                    <a:pt x="166859" y="452554"/>
                    <a:pt x="168172" y="452386"/>
                  </a:cubicBezTo>
                  <a:cubicBezTo>
                    <a:pt x="169484" y="452251"/>
                    <a:pt x="171235" y="450939"/>
                    <a:pt x="171807" y="450367"/>
                  </a:cubicBezTo>
                  <a:cubicBezTo>
                    <a:pt x="172379" y="449795"/>
                    <a:pt x="175138" y="448214"/>
                    <a:pt x="175273" y="447340"/>
                  </a:cubicBezTo>
                  <a:cubicBezTo>
                    <a:pt x="175408" y="446465"/>
                    <a:pt x="176586" y="445759"/>
                    <a:pt x="176720" y="443875"/>
                  </a:cubicBezTo>
                  <a:cubicBezTo>
                    <a:pt x="176855" y="441991"/>
                    <a:pt x="177595" y="439098"/>
                    <a:pt x="177595" y="439098"/>
                  </a:cubicBezTo>
                  <a:lnTo>
                    <a:pt x="185571" y="438156"/>
                  </a:lnTo>
                  <a:lnTo>
                    <a:pt x="189206" y="436340"/>
                  </a:lnTo>
                  <a:lnTo>
                    <a:pt x="192403" y="436340"/>
                  </a:lnTo>
                  <a:lnTo>
                    <a:pt x="194423" y="437786"/>
                  </a:lnTo>
                  <a:cubicBezTo>
                    <a:pt x="194423" y="437786"/>
                    <a:pt x="199201" y="443000"/>
                    <a:pt x="199774" y="443135"/>
                  </a:cubicBezTo>
                  <a:cubicBezTo>
                    <a:pt x="200346" y="443269"/>
                    <a:pt x="201524" y="444010"/>
                    <a:pt x="201961" y="444144"/>
                  </a:cubicBezTo>
                  <a:cubicBezTo>
                    <a:pt x="202399" y="444279"/>
                    <a:pt x="206606" y="444010"/>
                    <a:pt x="207750" y="443841"/>
                  </a:cubicBezTo>
                  <a:cubicBezTo>
                    <a:pt x="208894" y="443707"/>
                    <a:pt x="210509" y="442260"/>
                    <a:pt x="210947" y="441823"/>
                  </a:cubicBezTo>
                  <a:cubicBezTo>
                    <a:pt x="211384" y="441386"/>
                    <a:pt x="212562" y="440242"/>
                    <a:pt x="212697" y="439636"/>
                  </a:cubicBezTo>
                  <a:cubicBezTo>
                    <a:pt x="212832" y="439064"/>
                    <a:pt x="213135" y="438896"/>
                    <a:pt x="213404" y="437618"/>
                  </a:cubicBezTo>
                  <a:cubicBezTo>
                    <a:pt x="213707" y="436306"/>
                    <a:pt x="214582" y="435431"/>
                    <a:pt x="214582" y="434288"/>
                  </a:cubicBezTo>
                  <a:cubicBezTo>
                    <a:pt x="214582" y="433144"/>
                    <a:pt x="215288" y="432707"/>
                    <a:pt x="215894" y="431832"/>
                  </a:cubicBezTo>
                  <a:cubicBezTo>
                    <a:pt x="216466" y="430957"/>
                    <a:pt x="215759" y="431092"/>
                    <a:pt x="216466" y="430957"/>
                  </a:cubicBezTo>
                  <a:cubicBezTo>
                    <a:pt x="217173" y="430823"/>
                    <a:pt x="217476" y="429074"/>
                    <a:pt x="218485" y="429645"/>
                  </a:cubicBezTo>
                  <a:cubicBezTo>
                    <a:pt x="219495" y="430217"/>
                    <a:pt x="221380" y="432101"/>
                    <a:pt x="221380" y="432101"/>
                  </a:cubicBezTo>
                  <a:cubicBezTo>
                    <a:pt x="221380" y="432101"/>
                    <a:pt x="223567" y="433850"/>
                    <a:pt x="224409" y="434119"/>
                  </a:cubicBezTo>
                  <a:cubicBezTo>
                    <a:pt x="225284" y="434422"/>
                    <a:pt x="226596" y="436138"/>
                    <a:pt x="226596" y="436138"/>
                  </a:cubicBezTo>
                  <a:lnTo>
                    <a:pt x="232553" y="438594"/>
                  </a:lnTo>
                  <a:cubicBezTo>
                    <a:pt x="232553" y="438594"/>
                    <a:pt x="235885" y="439031"/>
                    <a:pt x="236154" y="438459"/>
                  </a:cubicBezTo>
                  <a:cubicBezTo>
                    <a:pt x="236457" y="437887"/>
                    <a:pt x="237298" y="436878"/>
                    <a:pt x="237904" y="436710"/>
                  </a:cubicBezTo>
                  <a:cubicBezTo>
                    <a:pt x="238476" y="436575"/>
                    <a:pt x="241674" y="435835"/>
                    <a:pt x="241674" y="435835"/>
                  </a:cubicBezTo>
                  <a:cubicBezTo>
                    <a:pt x="241674" y="435835"/>
                    <a:pt x="243558" y="438022"/>
                    <a:pt x="244736" y="438459"/>
                  </a:cubicBezTo>
                  <a:cubicBezTo>
                    <a:pt x="245880" y="438896"/>
                    <a:pt x="246688" y="441352"/>
                    <a:pt x="247395" y="441487"/>
                  </a:cubicBezTo>
                  <a:cubicBezTo>
                    <a:pt x="248102" y="441621"/>
                    <a:pt x="248909" y="443673"/>
                    <a:pt x="248909" y="443673"/>
                  </a:cubicBezTo>
                  <a:lnTo>
                    <a:pt x="248909" y="447575"/>
                  </a:lnTo>
                  <a:lnTo>
                    <a:pt x="248034" y="451780"/>
                  </a:lnTo>
                  <a:cubicBezTo>
                    <a:pt x="248034" y="451780"/>
                    <a:pt x="247294" y="453967"/>
                    <a:pt x="247159" y="454808"/>
                  </a:cubicBezTo>
                  <a:cubicBezTo>
                    <a:pt x="247025" y="455682"/>
                    <a:pt x="247294" y="457129"/>
                    <a:pt x="247462" y="457566"/>
                  </a:cubicBezTo>
                  <a:cubicBezTo>
                    <a:pt x="247597" y="458004"/>
                    <a:pt x="247597" y="460022"/>
                    <a:pt x="247900" y="460594"/>
                  </a:cubicBezTo>
                  <a:cubicBezTo>
                    <a:pt x="248169" y="461166"/>
                    <a:pt x="248169" y="461300"/>
                    <a:pt x="248169" y="462040"/>
                  </a:cubicBezTo>
                  <a:cubicBezTo>
                    <a:pt x="248169" y="462780"/>
                    <a:pt x="246587" y="464227"/>
                    <a:pt x="246015" y="465102"/>
                  </a:cubicBezTo>
                  <a:cubicBezTo>
                    <a:pt x="245443" y="465976"/>
                    <a:pt x="245578" y="466111"/>
                    <a:pt x="245005" y="467120"/>
                  </a:cubicBezTo>
                  <a:cubicBezTo>
                    <a:pt x="244433" y="468129"/>
                    <a:pt x="243424" y="469441"/>
                    <a:pt x="242986" y="470013"/>
                  </a:cubicBezTo>
                  <a:cubicBezTo>
                    <a:pt x="242549" y="470585"/>
                    <a:pt x="241404" y="474353"/>
                    <a:pt x="241404" y="474353"/>
                  </a:cubicBezTo>
                  <a:lnTo>
                    <a:pt x="241674" y="477985"/>
                  </a:lnTo>
                  <a:lnTo>
                    <a:pt x="242818" y="479735"/>
                  </a:lnTo>
                  <a:cubicBezTo>
                    <a:pt x="242818" y="479735"/>
                    <a:pt x="243693" y="481753"/>
                    <a:pt x="244265" y="481921"/>
                  </a:cubicBezTo>
                  <a:cubicBezTo>
                    <a:pt x="244837" y="482056"/>
                    <a:pt x="245712" y="484377"/>
                    <a:pt x="246150" y="484545"/>
                  </a:cubicBezTo>
                  <a:cubicBezTo>
                    <a:pt x="246587" y="484680"/>
                    <a:pt x="247462" y="485689"/>
                    <a:pt x="248909" y="485420"/>
                  </a:cubicBezTo>
                  <a:cubicBezTo>
                    <a:pt x="250356" y="485117"/>
                    <a:pt x="252106" y="484276"/>
                    <a:pt x="252106" y="484276"/>
                  </a:cubicBezTo>
                  <a:cubicBezTo>
                    <a:pt x="252106" y="484276"/>
                    <a:pt x="253554" y="483973"/>
                    <a:pt x="254126" y="483839"/>
                  </a:cubicBezTo>
                  <a:cubicBezTo>
                    <a:pt x="254698" y="483704"/>
                    <a:pt x="258030" y="483402"/>
                    <a:pt x="258030" y="483402"/>
                  </a:cubicBezTo>
                  <a:cubicBezTo>
                    <a:pt x="258030" y="483402"/>
                    <a:pt x="259780" y="483536"/>
                    <a:pt x="260352" y="483536"/>
                  </a:cubicBezTo>
                  <a:cubicBezTo>
                    <a:pt x="260924" y="483536"/>
                    <a:pt x="262539" y="483402"/>
                    <a:pt x="263112" y="483536"/>
                  </a:cubicBezTo>
                  <a:cubicBezTo>
                    <a:pt x="263684" y="483671"/>
                    <a:pt x="265434" y="484108"/>
                    <a:pt x="265434" y="484108"/>
                  </a:cubicBezTo>
                  <a:cubicBezTo>
                    <a:pt x="265434" y="484108"/>
                    <a:pt x="267251" y="485117"/>
                    <a:pt x="267823" y="485252"/>
                  </a:cubicBezTo>
                  <a:cubicBezTo>
                    <a:pt x="268395" y="485386"/>
                    <a:pt x="269775" y="486429"/>
                    <a:pt x="269775" y="487001"/>
                  </a:cubicBezTo>
                  <a:cubicBezTo>
                    <a:pt x="269775" y="487573"/>
                    <a:pt x="269775" y="491071"/>
                    <a:pt x="269775" y="491071"/>
                  </a:cubicBezTo>
                  <a:lnTo>
                    <a:pt x="267318" y="493695"/>
                  </a:lnTo>
                  <a:lnTo>
                    <a:pt x="265871" y="495882"/>
                  </a:lnTo>
                  <a:lnTo>
                    <a:pt x="264256" y="496588"/>
                  </a:lnTo>
                  <a:lnTo>
                    <a:pt x="262674" y="497328"/>
                  </a:lnTo>
                  <a:lnTo>
                    <a:pt x="260352" y="498909"/>
                  </a:lnTo>
                  <a:lnTo>
                    <a:pt x="258467" y="500928"/>
                  </a:lnTo>
                  <a:cubicBezTo>
                    <a:pt x="258467" y="500928"/>
                    <a:pt x="256885" y="503114"/>
                    <a:pt x="256717" y="503552"/>
                  </a:cubicBezTo>
                  <a:cubicBezTo>
                    <a:pt x="256583" y="503989"/>
                    <a:pt x="254530" y="506579"/>
                    <a:pt x="254530" y="506579"/>
                  </a:cubicBezTo>
                  <a:lnTo>
                    <a:pt x="254092" y="510347"/>
                  </a:lnTo>
                  <a:lnTo>
                    <a:pt x="253520" y="514686"/>
                  </a:lnTo>
                  <a:lnTo>
                    <a:pt x="256414" y="525417"/>
                  </a:lnTo>
                  <a:lnTo>
                    <a:pt x="255707" y="530934"/>
                  </a:lnTo>
                  <a:lnTo>
                    <a:pt x="254698" y="535577"/>
                  </a:lnTo>
                  <a:lnTo>
                    <a:pt x="254126" y="537158"/>
                  </a:lnTo>
                  <a:cubicBezTo>
                    <a:pt x="254126" y="537158"/>
                    <a:pt x="252981" y="539041"/>
                    <a:pt x="252544" y="539176"/>
                  </a:cubicBezTo>
                  <a:cubicBezTo>
                    <a:pt x="252106" y="539311"/>
                    <a:pt x="249650" y="540757"/>
                    <a:pt x="249650" y="540757"/>
                  </a:cubicBezTo>
                  <a:lnTo>
                    <a:pt x="247462" y="541329"/>
                  </a:lnTo>
                  <a:cubicBezTo>
                    <a:pt x="247462" y="541329"/>
                    <a:pt x="246452" y="542338"/>
                    <a:pt x="245578" y="543213"/>
                  </a:cubicBezTo>
                  <a:cubicBezTo>
                    <a:pt x="244703" y="544087"/>
                    <a:pt x="243827" y="545097"/>
                    <a:pt x="243121" y="545534"/>
                  </a:cubicBezTo>
                  <a:cubicBezTo>
                    <a:pt x="242414" y="545971"/>
                    <a:pt x="239486" y="546980"/>
                    <a:pt x="239217" y="547418"/>
                  </a:cubicBezTo>
                  <a:cubicBezTo>
                    <a:pt x="238914" y="547855"/>
                    <a:pt x="238914" y="547855"/>
                    <a:pt x="238914" y="547855"/>
                  </a:cubicBezTo>
                  <a:lnTo>
                    <a:pt x="237029" y="550883"/>
                  </a:lnTo>
                  <a:lnTo>
                    <a:pt x="236726" y="552767"/>
                  </a:lnTo>
                  <a:cubicBezTo>
                    <a:pt x="236726" y="552767"/>
                    <a:pt x="236726" y="554953"/>
                    <a:pt x="236592" y="555357"/>
                  </a:cubicBezTo>
                  <a:cubicBezTo>
                    <a:pt x="236457" y="555794"/>
                    <a:pt x="236726" y="557812"/>
                    <a:pt x="236726" y="557812"/>
                  </a:cubicBezTo>
                  <a:lnTo>
                    <a:pt x="230938" y="559696"/>
                  </a:lnTo>
                  <a:cubicBezTo>
                    <a:pt x="230938" y="559696"/>
                    <a:pt x="231072" y="560268"/>
                    <a:pt x="229625" y="560840"/>
                  </a:cubicBezTo>
                  <a:cubicBezTo>
                    <a:pt x="228178" y="561412"/>
                    <a:pt x="226293" y="562858"/>
                    <a:pt x="225553" y="563598"/>
                  </a:cubicBezTo>
                  <a:cubicBezTo>
                    <a:pt x="224813" y="564339"/>
                    <a:pt x="224813" y="566794"/>
                    <a:pt x="224409" y="566929"/>
                  </a:cubicBezTo>
                  <a:cubicBezTo>
                    <a:pt x="223971" y="567063"/>
                    <a:pt x="223971" y="567063"/>
                    <a:pt x="223971" y="567063"/>
                  </a:cubicBezTo>
                  <a:lnTo>
                    <a:pt x="218889" y="573287"/>
                  </a:lnTo>
                  <a:lnTo>
                    <a:pt x="218587" y="577626"/>
                  </a:lnTo>
                  <a:lnTo>
                    <a:pt x="218721" y="581528"/>
                  </a:lnTo>
                  <a:cubicBezTo>
                    <a:pt x="218721" y="581528"/>
                    <a:pt x="219024" y="583715"/>
                    <a:pt x="219159" y="584556"/>
                  </a:cubicBezTo>
                  <a:cubicBezTo>
                    <a:pt x="219293" y="585430"/>
                    <a:pt x="219293" y="588458"/>
                    <a:pt x="219293" y="588458"/>
                  </a:cubicBezTo>
                  <a:cubicBezTo>
                    <a:pt x="219293" y="588458"/>
                    <a:pt x="218856" y="590342"/>
                    <a:pt x="220168" y="591923"/>
                  </a:cubicBezTo>
                  <a:cubicBezTo>
                    <a:pt x="221481" y="593504"/>
                    <a:pt x="221178" y="594379"/>
                    <a:pt x="223063" y="595253"/>
                  </a:cubicBezTo>
                  <a:cubicBezTo>
                    <a:pt x="224947" y="596128"/>
                    <a:pt x="226967" y="597272"/>
                    <a:pt x="228414" y="597272"/>
                  </a:cubicBezTo>
                  <a:cubicBezTo>
                    <a:pt x="229861" y="597272"/>
                    <a:pt x="232318" y="598718"/>
                    <a:pt x="233630" y="596094"/>
                  </a:cubicBezTo>
                  <a:cubicBezTo>
                    <a:pt x="234943" y="593504"/>
                    <a:pt x="235952" y="592192"/>
                    <a:pt x="235952" y="591620"/>
                  </a:cubicBezTo>
                  <a:cubicBezTo>
                    <a:pt x="235952" y="591048"/>
                    <a:pt x="236525" y="591183"/>
                    <a:pt x="236087" y="589030"/>
                  </a:cubicBezTo>
                  <a:cubicBezTo>
                    <a:pt x="235649" y="586843"/>
                    <a:pt x="234505" y="587146"/>
                    <a:pt x="235952" y="584119"/>
                  </a:cubicBezTo>
                  <a:cubicBezTo>
                    <a:pt x="237399" y="581091"/>
                    <a:pt x="238577" y="581091"/>
                    <a:pt x="238577" y="581091"/>
                  </a:cubicBezTo>
                  <a:lnTo>
                    <a:pt x="241472" y="579342"/>
                  </a:lnTo>
                  <a:cubicBezTo>
                    <a:pt x="241472" y="579342"/>
                    <a:pt x="244097" y="578467"/>
                    <a:pt x="244938" y="577155"/>
                  </a:cubicBezTo>
                  <a:cubicBezTo>
                    <a:pt x="245813" y="575843"/>
                    <a:pt x="245948" y="576146"/>
                    <a:pt x="247092" y="574699"/>
                  </a:cubicBezTo>
                  <a:cubicBezTo>
                    <a:pt x="248236" y="573253"/>
                    <a:pt x="247227" y="574397"/>
                    <a:pt x="248236" y="573522"/>
                  </a:cubicBezTo>
                  <a:cubicBezTo>
                    <a:pt x="249246" y="572647"/>
                    <a:pt x="250424" y="571773"/>
                    <a:pt x="250424" y="571773"/>
                  </a:cubicBezTo>
                  <a:lnTo>
                    <a:pt x="253183" y="571773"/>
                  </a:lnTo>
                  <a:cubicBezTo>
                    <a:pt x="253183" y="571773"/>
                    <a:pt x="256078" y="571033"/>
                    <a:pt x="256650" y="571033"/>
                  </a:cubicBezTo>
                  <a:cubicBezTo>
                    <a:pt x="257222" y="571033"/>
                    <a:pt x="260991" y="571605"/>
                    <a:pt x="260991" y="571605"/>
                  </a:cubicBezTo>
                  <a:lnTo>
                    <a:pt x="264895" y="572748"/>
                  </a:lnTo>
                  <a:lnTo>
                    <a:pt x="266645" y="573623"/>
                  </a:lnTo>
                  <a:lnTo>
                    <a:pt x="267958" y="578131"/>
                  </a:lnTo>
                  <a:lnTo>
                    <a:pt x="267958" y="581327"/>
                  </a:lnTo>
                  <a:lnTo>
                    <a:pt x="268530" y="585094"/>
                  </a:lnTo>
                  <a:lnTo>
                    <a:pt x="267958" y="591048"/>
                  </a:lnTo>
                  <a:cubicBezTo>
                    <a:pt x="267958" y="591048"/>
                    <a:pt x="268092" y="592798"/>
                    <a:pt x="267958" y="593672"/>
                  </a:cubicBezTo>
                  <a:cubicBezTo>
                    <a:pt x="267823" y="594547"/>
                    <a:pt x="267823" y="596868"/>
                    <a:pt x="267823" y="596868"/>
                  </a:cubicBezTo>
                  <a:cubicBezTo>
                    <a:pt x="267823" y="596868"/>
                    <a:pt x="268395" y="598752"/>
                    <a:pt x="267958" y="600198"/>
                  </a:cubicBezTo>
                  <a:cubicBezTo>
                    <a:pt x="267520" y="601645"/>
                    <a:pt x="267520" y="603394"/>
                    <a:pt x="267520" y="604706"/>
                  </a:cubicBezTo>
                  <a:cubicBezTo>
                    <a:pt x="267520" y="606018"/>
                    <a:pt x="267655" y="610189"/>
                    <a:pt x="267386" y="610627"/>
                  </a:cubicBezTo>
                  <a:cubicBezTo>
                    <a:pt x="267083" y="611064"/>
                    <a:pt x="266948" y="612813"/>
                    <a:pt x="266948" y="613385"/>
                  </a:cubicBezTo>
                  <a:cubicBezTo>
                    <a:pt x="266948" y="613957"/>
                    <a:pt x="266511" y="614966"/>
                    <a:pt x="267823" y="615841"/>
                  </a:cubicBezTo>
                  <a:cubicBezTo>
                    <a:pt x="269136" y="616715"/>
                    <a:pt x="270280" y="617422"/>
                    <a:pt x="271593" y="618162"/>
                  </a:cubicBezTo>
                  <a:cubicBezTo>
                    <a:pt x="272905" y="618868"/>
                    <a:pt x="275665" y="619911"/>
                    <a:pt x="275934" y="620348"/>
                  </a:cubicBezTo>
                  <a:cubicBezTo>
                    <a:pt x="276203" y="620786"/>
                    <a:pt x="276506" y="621089"/>
                    <a:pt x="277516" y="621223"/>
                  </a:cubicBezTo>
                  <a:cubicBezTo>
                    <a:pt x="278525" y="621358"/>
                    <a:pt x="278525" y="622670"/>
                    <a:pt x="280982" y="621223"/>
                  </a:cubicBezTo>
                  <a:cubicBezTo>
                    <a:pt x="283439" y="619777"/>
                    <a:pt x="284314" y="618599"/>
                    <a:pt x="286198" y="617455"/>
                  </a:cubicBezTo>
                  <a:cubicBezTo>
                    <a:pt x="288083" y="616312"/>
                    <a:pt x="288521" y="616581"/>
                    <a:pt x="290103" y="615875"/>
                  </a:cubicBezTo>
                  <a:cubicBezTo>
                    <a:pt x="291684" y="615168"/>
                    <a:pt x="291853" y="613419"/>
                    <a:pt x="294007" y="612847"/>
                  </a:cubicBezTo>
                  <a:cubicBezTo>
                    <a:pt x="296194" y="612275"/>
                    <a:pt x="298079" y="611838"/>
                    <a:pt x="298651" y="611266"/>
                  </a:cubicBezTo>
                  <a:cubicBezTo>
                    <a:pt x="299223" y="610694"/>
                    <a:pt x="301276" y="610122"/>
                    <a:pt x="302285" y="610257"/>
                  </a:cubicBezTo>
                  <a:cubicBezTo>
                    <a:pt x="303295" y="610391"/>
                    <a:pt x="305617" y="610257"/>
                    <a:pt x="305617" y="610257"/>
                  </a:cubicBezTo>
                  <a:cubicBezTo>
                    <a:pt x="305617" y="610257"/>
                    <a:pt x="308646" y="610391"/>
                    <a:pt x="309252" y="610391"/>
                  </a:cubicBezTo>
                  <a:cubicBezTo>
                    <a:pt x="309824" y="610391"/>
                    <a:pt x="312449" y="610391"/>
                    <a:pt x="313459" y="610694"/>
                  </a:cubicBezTo>
                  <a:cubicBezTo>
                    <a:pt x="314468" y="610997"/>
                    <a:pt x="316656" y="611703"/>
                    <a:pt x="318103" y="611703"/>
                  </a:cubicBezTo>
                  <a:cubicBezTo>
                    <a:pt x="319550" y="611703"/>
                    <a:pt x="321300" y="611400"/>
                    <a:pt x="322747" y="611131"/>
                  </a:cubicBezTo>
                  <a:cubicBezTo>
                    <a:pt x="324195" y="610829"/>
                    <a:pt x="326517" y="610559"/>
                    <a:pt x="326517" y="610559"/>
                  </a:cubicBezTo>
                  <a:lnTo>
                    <a:pt x="329848" y="611299"/>
                  </a:lnTo>
                  <a:lnTo>
                    <a:pt x="332877" y="609718"/>
                  </a:lnTo>
                  <a:lnTo>
                    <a:pt x="336781" y="607532"/>
                  </a:lnTo>
                  <a:lnTo>
                    <a:pt x="339541" y="606657"/>
                  </a:lnTo>
                  <a:lnTo>
                    <a:pt x="341863" y="606657"/>
                  </a:lnTo>
                  <a:lnTo>
                    <a:pt x="342301" y="604504"/>
                  </a:lnTo>
                  <a:lnTo>
                    <a:pt x="343445" y="603192"/>
                  </a:lnTo>
                  <a:lnTo>
                    <a:pt x="343580" y="601746"/>
                  </a:lnTo>
                  <a:lnTo>
                    <a:pt x="343714" y="599559"/>
                  </a:lnTo>
                  <a:lnTo>
                    <a:pt x="342267" y="596363"/>
                  </a:lnTo>
                  <a:lnTo>
                    <a:pt x="338498" y="593773"/>
                  </a:lnTo>
                  <a:lnTo>
                    <a:pt x="337354" y="591889"/>
                  </a:lnTo>
                  <a:lnTo>
                    <a:pt x="338363" y="589131"/>
                  </a:lnTo>
                  <a:lnTo>
                    <a:pt x="340248" y="587987"/>
                  </a:lnTo>
                  <a:lnTo>
                    <a:pt x="340955" y="585397"/>
                  </a:lnTo>
                  <a:lnTo>
                    <a:pt x="340955" y="583210"/>
                  </a:lnTo>
                  <a:lnTo>
                    <a:pt x="340955" y="580452"/>
                  </a:lnTo>
                  <a:lnTo>
                    <a:pt x="340955" y="577996"/>
                  </a:lnTo>
                  <a:lnTo>
                    <a:pt x="340517" y="572917"/>
                  </a:lnTo>
                  <a:lnTo>
                    <a:pt x="338363" y="571335"/>
                  </a:lnTo>
                  <a:lnTo>
                    <a:pt x="339070" y="569754"/>
                  </a:lnTo>
                  <a:lnTo>
                    <a:pt x="340652" y="568880"/>
                  </a:lnTo>
                  <a:lnTo>
                    <a:pt x="344724" y="567803"/>
                  </a:lnTo>
                  <a:lnTo>
                    <a:pt x="346609" y="566727"/>
                  </a:lnTo>
                  <a:lnTo>
                    <a:pt x="353979" y="566727"/>
                  </a:lnTo>
                  <a:lnTo>
                    <a:pt x="362662" y="566727"/>
                  </a:lnTo>
                  <a:lnTo>
                    <a:pt x="363537" y="568039"/>
                  </a:lnTo>
                  <a:cubicBezTo>
                    <a:pt x="363537" y="568039"/>
                    <a:pt x="368585" y="568173"/>
                    <a:pt x="369191" y="568039"/>
                  </a:cubicBezTo>
                  <a:cubicBezTo>
                    <a:pt x="369763" y="567904"/>
                    <a:pt x="372220" y="566727"/>
                    <a:pt x="372220" y="566727"/>
                  </a:cubicBezTo>
                  <a:lnTo>
                    <a:pt x="373801" y="565146"/>
                  </a:lnTo>
                  <a:lnTo>
                    <a:pt x="379321" y="566727"/>
                  </a:lnTo>
                  <a:lnTo>
                    <a:pt x="383225" y="568476"/>
                  </a:lnTo>
                  <a:lnTo>
                    <a:pt x="390056" y="569788"/>
                  </a:lnTo>
                  <a:lnTo>
                    <a:pt x="396283" y="576011"/>
                  </a:lnTo>
                  <a:lnTo>
                    <a:pt x="400927" y="580654"/>
                  </a:lnTo>
                  <a:lnTo>
                    <a:pt x="404697" y="586440"/>
                  </a:lnTo>
                  <a:lnTo>
                    <a:pt x="409172" y="592831"/>
                  </a:lnTo>
                  <a:lnTo>
                    <a:pt x="414523" y="595455"/>
                  </a:lnTo>
                  <a:cubicBezTo>
                    <a:pt x="414523" y="595455"/>
                    <a:pt x="417855" y="594715"/>
                    <a:pt x="419000" y="594446"/>
                  </a:cubicBezTo>
                  <a:cubicBezTo>
                    <a:pt x="420144" y="594143"/>
                    <a:pt x="422466" y="592428"/>
                    <a:pt x="422466" y="592428"/>
                  </a:cubicBezTo>
                  <a:cubicBezTo>
                    <a:pt x="422466" y="592428"/>
                    <a:pt x="424923" y="592125"/>
                    <a:pt x="425495" y="592125"/>
                  </a:cubicBezTo>
                  <a:cubicBezTo>
                    <a:pt x="426067" y="592125"/>
                    <a:pt x="429567" y="591553"/>
                    <a:pt x="429567" y="591553"/>
                  </a:cubicBezTo>
                  <a:lnTo>
                    <a:pt x="430880" y="589097"/>
                  </a:lnTo>
                  <a:cubicBezTo>
                    <a:pt x="430880" y="589097"/>
                    <a:pt x="431587" y="586204"/>
                    <a:pt x="431183" y="585901"/>
                  </a:cubicBezTo>
                  <a:cubicBezTo>
                    <a:pt x="430745" y="585599"/>
                    <a:pt x="427985" y="581697"/>
                    <a:pt x="427985" y="581697"/>
                  </a:cubicBezTo>
                  <a:cubicBezTo>
                    <a:pt x="427985" y="581697"/>
                    <a:pt x="427548" y="579510"/>
                    <a:pt x="427548" y="579106"/>
                  </a:cubicBezTo>
                  <a:cubicBezTo>
                    <a:pt x="427548" y="578669"/>
                    <a:pt x="427985" y="576920"/>
                    <a:pt x="427985" y="576920"/>
                  </a:cubicBezTo>
                  <a:lnTo>
                    <a:pt x="428726" y="574161"/>
                  </a:lnTo>
                  <a:lnTo>
                    <a:pt x="426706" y="570831"/>
                  </a:lnTo>
                  <a:lnTo>
                    <a:pt x="426135" y="569385"/>
                  </a:lnTo>
                  <a:lnTo>
                    <a:pt x="425259" y="566357"/>
                  </a:lnTo>
                  <a:lnTo>
                    <a:pt x="427144" y="565180"/>
                  </a:lnTo>
                  <a:lnTo>
                    <a:pt x="429029" y="562993"/>
                  </a:lnTo>
                  <a:lnTo>
                    <a:pt x="430173" y="561244"/>
                  </a:lnTo>
                  <a:cubicBezTo>
                    <a:pt x="430173" y="561244"/>
                    <a:pt x="429433" y="559225"/>
                    <a:pt x="428423" y="559057"/>
                  </a:cubicBezTo>
                  <a:cubicBezTo>
                    <a:pt x="427413" y="558922"/>
                    <a:pt x="420447" y="555155"/>
                    <a:pt x="420447" y="555155"/>
                  </a:cubicBezTo>
                  <a:lnTo>
                    <a:pt x="419000" y="553708"/>
                  </a:lnTo>
                  <a:lnTo>
                    <a:pt x="418125" y="550513"/>
                  </a:lnTo>
                  <a:cubicBezTo>
                    <a:pt x="418125" y="550513"/>
                    <a:pt x="420009" y="549503"/>
                    <a:pt x="420447" y="549066"/>
                  </a:cubicBezTo>
                  <a:cubicBezTo>
                    <a:pt x="420884" y="548629"/>
                    <a:pt x="422197" y="547754"/>
                    <a:pt x="423072" y="547754"/>
                  </a:cubicBezTo>
                  <a:cubicBezTo>
                    <a:pt x="423947" y="547754"/>
                    <a:pt x="425529" y="547889"/>
                    <a:pt x="425966" y="547754"/>
                  </a:cubicBezTo>
                  <a:cubicBezTo>
                    <a:pt x="426404" y="547620"/>
                    <a:pt x="429735" y="545736"/>
                    <a:pt x="429735" y="545736"/>
                  </a:cubicBezTo>
                  <a:cubicBezTo>
                    <a:pt x="429735" y="545736"/>
                    <a:pt x="432057" y="544155"/>
                    <a:pt x="432495" y="543986"/>
                  </a:cubicBezTo>
                  <a:cubicBezTo>
                    <a:pt x="432932" y="543852"/>
                    <a:pt x="434077" y="543246"/>
                    <a:pt x="434077" y="543246"/>
                  </a:cubicBezTo>
                  <a:lnTo>
                    <a:pt x="437543" y="541934"/>
                  </a:lnTo>
                  <a:lnTo>
                    <a:pt x="442760" y="536720"/>
                  </a:lnTo>
                  <a:cubicBezTo>
                    <a:pt x="442760" y="536720"/>
                    <a:pt x="444207" y="533525"/>
                    <a:pt x="444207" y="532953"/>
                  </a:cubicBezTo>
                  <a:cubicBezTo>
                    <a:pt x="444207" y="532381"/>
                    <a:pt x="446832" y="526292"/>
                    <a:pt x="446832" y="526292"/>
                  </a:cubicBezTo>
                  <a:cubicBezTo>
                    <a:pt x="446832" y="526292"/>
                    <a:pt x="448851" y="523971"/>
                    <a:pt x="449423" y="523971"/>
                  </a:cubicBezTo>
                  <a:cubicBezTo>
                    <a:pt x="449995" y="523971"/>
                    <a:pt x="453630" y="523836"/>
                    <a:pt x="455649" y="523971"/>
                  </a:cubicBezTo>
                  <a:cubicBezTo>
                    <a:pt x="457669" y="524105"/>
                    <a:pt x="459553" y="523904"/>
                    <a:pt x="459553" y="523904"/>
                  </a:cubicBezTo>
                  <a:cubicBezTo>
                    <a:pt x="459553" y="523904"/>
                    <a:pt x="462010" y="526292"/>
                    <a:pt x="462313" y="526729"/>
                  </a:cubicBezTo>
                  <a:cubicBezTo>
                    <a:pt x="462616" y="527167"/>
                    <a:pt x="464770" y="530632"/>
                    <a:pt x="464770" y="531069"/>
                  </a:cubicBezTo>
                  <a:cubicBezTo>
                    <a:pt x="464770" y="531506"/>
                    <a:pt x="466352" y="534399"/>
                    <a:pt x="466654" y="534837"/>
                  </a:cubicBezTo>
                  <a:cubicBezTo>
                    <a:pt x="466958" y="535274"/>
                    <a:pt x="470424" y="538470"/>
                    <a:pt x="470424" y="538470"/>
                  </a:cubicBezTo>
                  <a:cubicBezTo>
                    <a:pt x="470424" y="538470"/>
                    <a:pt x="475943" y="541060"/>
                    <a:pt x="476381" y="541060"/>
                  </a:cubicBezTo>
                  <a:cubicBezTo>
                    <a:pt x="476818" y="541060"/>
                    <a:pt x="480285" y="541194"/>
                    <a:pt x="481462" y="541497"/>
                  </a:cubicBezTo>
                  <a:cubicBezTo>
                    <a:pt x="482607" y="541800"/>
                    <a:pt x="488261" y="541934"/>
                    <a:pt x="488261" y="541934"/>
                  </a:cubicBezTo>
                  <a:lnTo>
                    <a:pt x="495665" y="543246"/>
                  </a:lnTo>
                  <a:lnTo>
                    <a:pt x="500746" y="541665"/>
                  </a:lnTo>
                  <a:cubicBezTo>
                    <a:pt x="500746" y="541665"/>
                    <a:pt x="504213" y="540656"/>
                    <a:pt x="504819" y="540656"/>
                  </a:cubicBezTo>
                  <a:cubicBezTo>
                    <a:pt x="505391" y="540656"/>
                    <a:pt x="512189" y="540656"/>
                    <a:pt x="512189" y="540656"/>
                  </a:cubicBezTo>
                  <a:cubicBezTo>
                    <a:pt x="512189" y="540656"/>
                    <a:pt x="512627" y="539647"/>
                    <a:pt x="514074" y="539344"/>
                  </a:cubicBezTo>
                  <a:cubicBezTo>
                    <a:pt x="515521" y="539041"/>
                    <a:pt x="517406" y="536889"/>
                    <a:pt x="517843" y="536754"/>
                  </a:cubicBezTo>
                  <a:cubicBezTo>
                    <a:pt x="518281" y="536619"/>
                    <a:pt x="521175" y="534870"/>
                    <a:pt x="521175" y="534870"/>
                  </a:cubicBezTo>
                  <a:cubicBezTo>
                    <a:pt x="521175" y="534870"/>
                    <a:pt x="522050" y="533726"/>
                    <a:pt x="522757" y="533121"/>
                  </a:cubicBezTo>
                  <a:cubicBezTo>
                    <a:pt x="523497" y="532549"/>
                    <a:pt x="525079" y="530228"/>
                    <a:pt x="525079" y="530228"/>
                  </a:cubicBezTo>
                  <a:lnTo>
                    <a:pt x="526088" y="525586"/>
                  </a:lnTo>
                  <a:lnTo>
                    <a:pt x="524607" y="522356"/>
                  </a:lnTo>
                  <a:close/>
                </a:path>
              </a:pathLst>
            </a:custGeom>
            <a:grpFill/>
            <a:ln w="6350" cap="flat">
              <a:solidFill>
                <a:schemeClr val="bg1"/>
              </a:solidFill>
              <a:prstDash val="solid"/>
              <a:miter/>
            </a:ln>
          </p:spPr>
          <p:txBody>
            <a:bodyPr rtlCol="0" anchor="ctr"/>
            <a:lstStyle/>
            <a:p>
              <a:endParaRPr lang="en-US"/>
            </a:p>
          </p:txBody>
        </p:sp>
        <p:sp>
          <p:nvSpPr>
            <p:cNvPr id="175" name="Freeform 892">
              <a:extLst>
                <a:ext uri="{FF2B5EF4-FFF2-40B4-BE49-F238E27FC236}">
                  <a16:creationId xmlns:a16="http://schemas.microsoft.com/office/drawing/2014/main" id="{634B8909-1E6B-0CB5-6F0B-D508C0EF79A3}"/>
                </a:ext>
              </a:extLst>
            </p:cNvPr>
            <p:cNvSpPr/>
            <p:nvPr/>
          </p:nvSpPr>
          <p:spPr>
            <a:xfrm>
              <a:off x="7665171" y="2926925"/>
              <a:ext cx="397556" cy="249384"/>
            </a:xfrm>
            <a:custGeom>
              <a:avLst/>
              <a:gdLst>
                <a:gd name="connsiteX0" fmla="*/ 761719 w 763267"/>
                <a:gd name="connsiteY0" fmla="*/ 373164 h 478792"/>
                <a:gd name="connsiteX1" fmla="*/ 756200 w 763267"/>
                <a:gd name="connsiteY1" fmla="*/ 364755 h 478792"/>
                <a:gd name="connsiteX2" fmla="*/ 755897 w 763267"/>
                <a:gd name="connsiteY2" fmla="*/ 359238 h 478792"/>
                <a:gd name="connsiteX3" fmla="*/ 756200 w 763267"/>
                <a:gd name="connsiteY3" fmla="*/ 353721 h 478792"/>
                <a:gd name="connsiteX4" fmla="*/ 755897 w 763267"/>
                <a:gd name="connsiteY4" fmla="*/ 348809 h 478792"/>
                <a:gd name="connsiteX5" fmla="*/ 754450 w 763267"/>
                <a:gd name="connsiteY5" fmla="*/ 343595 h 478792"/>
                <a:gd name="connsiteX6" fmla="*/ 752128 w 763267"/>
                <a:gd name="connsiteY6" fmla="*/ 337237 h 478792"/>
                <a:gd name="connsiteX7" fmla="*/ 750377 w 763267"/>
                <a:gd name="connsiteY7" fmla="*/ 333167 h 478792"/>
                <a:gd name="connsiteX8" fmla="*/ 745733 w 763267"/>
                <a:gd name="connsiteY8" fmla="*/ 325934 h 478792"/>
                <a:gd name="connsiteX9" fmla="*/ 741661 w 763267"/>
                <a:gd name="connsiteY9" fmla="*/ 323310 h 478792"/>
                <a:gd name="connsiteX10" fmla="*/ 736748 w 763267"/>
                <a:gd name="connsiteY10" fmla="*/ 321864 h 478792"/>
                <a:gd name="connsiteX11" fmla="*/ 733853 w 763267"/>
                <a:gd name="connsiteY11" fmla="*/ 318668 h 478792"/>
                <a:gd name="connsiteX12" fmla="*/ 738498 w 763267"/>
                <a:gd name="connsiteY12" fmla="*/ 314598 h 478792"/>
                <a:gd name="connsiteX13" fmla="*/ 736175 w 763267"/>
                <a:gd name="connsiteY13" fmla="*/ 307365 h 478792"/>
                <a:gd name="connsiteX14" fmla="*/ 736175 w 763267"/>
                <a:gd name="connsiteY14" fmla="*/ 302723 h 478792"/>
                <a:gd name="connsiteX15" fmla="*/ 733416 w 763267"/>
                <a:gd name="connsiteY15" fmla="*/ 299258 h 478792"/>
                <a:gd name="connsiteX16" fmla="*/ 730084 w 763267"/>
                <a:gd name="connsiteY16" fmla="*/ 295188 h 478792"/>
                <a:gd name="connsiteX17" fmla="*/ 725742 w 763267"/>
                <a:gd name="connsiteY17" fmla="*/ 289973 h 478792"/>
                <a:gd name="connsiteX18" fmla="*/ 721098 w 763267"/>
                <a:gd name="connsiteY18" fmla="*/ 283885 h 478792"/>
                <a:gd name="connsiteX19" fmla="*/ 721367 w 763267"/>
                <a:gd name="connsiteY19" fmla="*/ 277224 h 478792"/>
                <a:gd name="connsiteX20" fmla="*/ 725136 w 763267"/>
                <a:gd name="connsiteY20" fmla="*/ 274028 h 478792"/>
                <a:gd name="connsiteX21" fmla="*/ 727156 w 763267"/>
                <a:gd name="connsiteY21" fmla="*/ 268242 h 478792"/>
                <a:gd name="connsiteX22" fmla="*/ 727728 w 763267"/>
                <a:gd name="connsiteY22" fmla="*/ 262725 h 478792"/>
                <a:gd name="connsiteX23" fmla="*/ 726584 w 763267"/>
                <a:gd name="connsiteY23" fmla="*/ 257814 h 478792"/>
                <a:gd name="connsiteX24" fmla="*/ 731497 w 763267"/>
                <a:gd name="connsiteY24" fmla="*/ 257814 h 478792"/>
                <a:gd name="connsiteX25" fmla="*/ 735570 w 763267"/>
                <a:gd name="connsiteY25" fmla="*/ 254921 h 478792"/>
                <a:gd name="connsiteX26" fmla="*/ 740483 w 763267"/>
                <a:gd name="connsiteY26" fmla="*/ 250851 h 478792"/>
                <a:gd name="connsiteX27" fmla="*/ 745127 w 763267"/>
                <a:gd name="connsiteY27" fmla="*/ 247386 h 478792"/>
                <a:gd name="connsiteX28" fmla="*/ 746003 w 763267"/>
                <a:gd name="connsiteY28" fmla="*/ 244493 h 478792"/>
                <a:gd name="connsiteX29" fmla="*/ 742233 w 763267"/>
                <a:gd name="connsiteY29" fmla="*/ 242172 h 478792"/>
                <a:gd name="connsiteX30" fmla="*/ 737017 w 763267"/>
                <a:gd name="connsiteY30" fmla="*/ 242172 h 478792"/>
                <a:gd name="connsiteX31" fmla="*/ 735872 w 763267"/>
                <a:gd name="connsiteY31" fmla="*/ 237092 h 478792"/>
                <a:gd name="connsiteX32" fmla="*/ 731800 w 763267"/>
                <a:gd name="connsiteY32" fmla="*/ 231743 h 478792"/>
                <a:gd name="connsiteX33" fmla="*/ 728334 w 763267"/>
                <a:gd name="connsiteY33" fmla="*/ 231743 h 478792"/>
                <a:gd name="connsiteX34" fmla="*/ 722242 w 763267"/>
                <a:gd name="connsiteY34" fmla="*/ 231743 h 478792"/>
                <a:gd name="connsiteX35" fmla="*/ 717901 w 763267"/>
                <a:gd name="connsiteY35" fmla="*/ 228682 h 478792"/>
                <a:gd name="connsiteX36" fmla="*/ 714131 w 763267"/>
                <a:gd name="connsiteY36" fmla="*/ 223031 h 478792"/>
                <a:gd name="connsiteX37" fmla="*/ 707468 w 763267"/>
                <a:gd name="connsiteY37" fmla="*/ 220407 h 478792"/>
                <a:gd name="connsiteX38" fmla="*/ 704843 w 763267"/>
                <a:gd name="connsiteY38" fmla="*/ 222425 h 478792"/>
                <a:gd name="connsiteX39" fmla="*/ 702218 w 763267"/>
                <a:gd name="connsiteY39" fmla="*/ 226496 h 478792"/>
                <a:gd name="connsiteX40" fmla="*/ 699458 w 763267"/>
                <a:gd name="connsiteY40" fmla="*/ 226496 h 478792"/>
                <a:gd name="connsiteX41" fmla="*/ 692660 w 763267"/>
                <a:gd name="connsiteY41" fmla="*/ 222156 h 478792"/>
                <a:gd name="connsiteX42" fmla="*/ 692660 w 763267"/>
                <a:gd name="connsiteY42" fmla="*/ 217245 h 478792"/>
                <a:gd name="connsiteX43" fmla="*/ 690506 w 763267"/>
                <a:gd name="connsiteY43" fmla="*/ 212905 h 478792"/>
                <a:gd name="connsiteX44" fmla="*/ 684852 w 763267"/>
                <a:gd name="connsiteY44" fmla="*/ 207388 h 478792"/>
                <a:gd name="connsiteX45" fmla="*/ 683102 w 763267"/>
                <a:gd name="connsiteY45" fmla="*/ 207388 h 478792"/>
                <a:gd name="connsiteX46" fmla="*/ 676707 w 763267"/>
                <a:gd name="connsiteY46" fmla="*/ 207388 h 478792"/>
                <a:gd name="connsiteX47" fmla="*/ 675833 w 763267"/>
                <a:gd name="connsiteY47" fmla="*/ 202040 h 478792"/>
                <a:gd name="connsiteX48" fmla="*/ 673510 w 763267"/>
                <a:gd name="connsiteY48" fmla="*/ 202510 h 478792"/>
                <a:gd name="connsiteX49" fmla="*/ 671760 w 763267"/>
                <a:gd name="connsiteY49" fmla="*/ 203049 h 478792"/>
                <a:gd name="connsiteX50" fmla="*/ 669270 w 763267"/>
                <a:gd name="connsiteY50" fmla="*/ 202174 h 478792"/>
                <a:gd name="connsiteX51" fmla="*/ 666544 w 763267"/>
                <a:gd name="connsiteY51" fmla="*/ 203251 h 478792"/>
                <a:gd name="connsiteX52" fmla="*/ 663078 w 763267"/>
                <a:gd name="connsiteY52" fmla="*/ 203150 h 478792"/>
                <a:gd name="connsiteX53" fmla="*/ 661429 w 763267"/>
                <a:gd name="connsiteY53" fmla="*/ 201064 h 478792"/>
                <a:gd name="connsiteX54" fmla="*/ 663078 w 763267"/>
                <a:gd name="connsiteY54" fmla="*/ 197801 h 478792"/>
                <a:gd name="connsiteX55" fmla="*/ 663078 w 763267"/>
                <a:gd name="connsiteY55" fmla="*/ 194336 h 478792"/>
                <a:gd name="connsiteX56" fmla="*/ 663078 w 763267"/>
                <a:gd name="connsiteY56" fmla="*/ 192587 h 478792"/>
                <a:gd name="connsiteX57" fmla="*/ 663078 w 763267"/>
                <a:gd name="connsiteY57" fmla="*/ 187373 h 478792"/>
                <a:gd name="connsiteX58" fmla="*/ 663078 w 763267"/>
                <a:gd name="connsiteY58" fmla="*/ 183908 h 478792"/>
                <a:gd name="connsiteX59" fmla="*/ 658601 w 763267"/>
                <a:gd name="connsiteY59" fmla="*/ 181957 h 478792"/>
                <a:gd name="connsiteX60" fmla="*/ 655808 w 763267"/>
                <a:gd name="connsiteY60" fmla="*/ 180880 h 478792"/>
                <a:gd name="connsiteX61" fmla="*/ 653924 w 763267"/>
                <a:gd name="connsiteY61" fmla="*/ 183134 h 478792"/>
                <a:gd name="connsiteX62" fmla="*/ 650659 w 763267"/>
                <a:gd name="connsiteY62" fmla="*/ 190737 h 478792"/>
                <a:gd name="connsiteX63" fmla="*/ 645880 w 763267"/>
                <a:gd name="connsiteY63" fmla="*/ 194067 h 478792"/>
                <a:gd name="connsiteX64" fmla="*/ 639149 w 763267"/>
                <a:gd name="connsiteY64" fmla="*/ 196388 h 478792"/>
                <a:gd name="connsiteX65" fmla="*/ 633630 w 763267"/>
                <a:gd name="connsiteY65" fmla="*/ 197969 h 478792"/>
                <a:gd name="connsiteX66" fmla="*/ 629490 w 763267"/>
                <a:gd name="connsiteY66" fmla="*/ 197969 h 478792"/>
                <a:gd name="connsiteX67" fmla="*/ 623635 w 763267"/>
                <a:gd name="connsiteY67" fmla="*/ 195076 h 478792"/>
                <a:gd name="connsiteX68" fmla="*/ 619428 w 763267"/>
                <a:gd name="connsiteY68" fmla="*/ 192049 h 478792"/>
                <a:gd name="connsiteX69" fmla="*/ 614144 w 763267"/>
                <a:gd name="connsiteY69" fmla="*/ 189795 h 478792"/>
                <a:gd name="connsiteX70" fmla="*/ 610004 w 763267"/>
                <a:gd name="connsiteY70" fmla="*/ 185085 h 478792"/>
                <a:gd name="connsiteX71" fmla="*/ 604047 w 763267"/>
                <a:gd name="connsiteY71" fmla="*/ 184076 h 478792"/>
                <a:gd name="connsiteX72" fmla="*/ 601018 w 763267"/>
                <a:gd name="connsiteY72" fmla="*/ 182394 h 478792"/>
                <a:gd name="connsiteX73" fmla="*/ 600749 w 763267"/>
                <a:gd name="connsiteY73" fmla="*/ 179871 h 478792"/>
                <a:gd name="connsiteX74" fmla="*/ 601759 w 763267"/>
                <a:gd name="connsiteY74" fmla="*/ 177045 h 478792"/>
                <a:gd name="connsiteX75" fmla="*/ 603206 w 763267"/>
                <a:gd name="connsiteY75" fmla="*/ 174590 h 478792"/>
                <a:gd name="connsiteX76" fmla="*/ 603846 w 763267"/>
                <a:gd name="connsiteY76" fmla="*/ 171764 h 478792"/>
                <a:gd name="connsiteX77" fmla="*/ 603846 w 763267"/>
                <a:gd name="connsiteY77" fmla="*/ 169073 h 478792"/>
                <a:gd name="connsiteX78" fmla="*/ 602634 w 763267"/>
                <a:gd name="connsiteY78" fmla="*/ 165305 h 478792"/>
                <a:gd name="connsiteX79" fmla="*/ 600009 w 763267"/>
                <a:gd name="connsiteY79" fmla="*/ 163926 h 478792"/>
                <a:gd name="connsiteX80" fmla="*/ 598057 w 763267"/>
                <a:gd name="connsiteY80" fmla="*/ 162177 h 478792"/>
                <a:gd name="connsiteX81" fmla="*/ 594725 w 763267"/>
                <a:gd name="connsiteY81" fmla="*/ 163758 h 478792"/>
                <a:gd name="connsiteX82" fmla="*/ 589744 w 763267"/>
                <a:gd name="connsiteY82" fmla="*/ 165339 h 478792"/>
                <a:gd name="connsiteX83" fmla="*/ 582004 w 763267"/>
                <a:gd name="connsiteY83" fmla="*/ 166483 h 478792"/>
                <a:gd name="connsiteX84" fmla="*/ 577157 w 763267"/>
                <a:gd name="connsiteY84" fmla="*/ 165473 h 478792"/>
                <a:gd name="connsiteX85" fmla="*/ 574701 w 763267"/>
                <a:gd name="connsiteY85" fmla="*/ 162278 h 478792"/>
                <a:gd name="connsiteX86" fmla="*/ 571369 w 763267"/>
                <a:gd name="connsiteY86" fmla="*/ 158644 h 478792"/>
                <a:gd name="connsiteX87" fmla="*/ 567397 w 763267"/>
                <a:gd name="connsiteY87" fmla="*/ 155179 h 478792"/>
                <a:gd name="connsiteX88" fmla="*/ 564638 w 763267"/>
                <a:gd name="connsiteY88" fmla="*/ 153161 h 478792"/>
                <a:gd name="connsiteX89" fmla="*/ 562888 w 763267"/>
                <a:gd name="connsiteY89" fmla="*/ 152522 h 478792"/>
                <a:gd name="connsiteX90" fmla="*/ 557099 w 763267"/>
                <a:gd name="connsiteY90" fmla="*/ 152589 h 478792"/>
                <a:gd name="connsiteX91" fmla="*/ 555955 w 763267"/>
                <a:gd name="connsiteY91" fmla="*/ 153397 h 478792"/>
                <a:gd name="connsiteX92" fmla="*/ 554272 w 763267"/>
                <a:gd name="connsiteY92" fmla="*/ 155987 h 478792"/>
                <a:gd name="connsiteX93" fmla="*/ 552522 w 763267"/>
                <a:gd name="connsiteY93" fmla="*/ 158880 h 478792"/>
                <a:gd name="connsiteX94" fmla="*/ 550133 w 763267"/>
                <a:gd name="connsiteY94" fmla="*/ 161134 h 478792"/>
                <a:gd name="connsiteX95" fmla="*/ 548753 w 763267"/>
                <a:gd name="connsiteY95" fmla="*/ 162883 h 478792"/>
                <a:gd name="connsiteX96" fmla="*/ 546733 w 763267"/>
                <a:gd name="connsiteY96" fmla="*/ 165339 h 478792"/>
                <a:gd name="connsiteX97" fmla="*/ 545522 w 763267"/>
                <a:gd name="connsiteY97" fmla="*/ 167592 h 478792"/>
                <a:gd name="connsiteX98" fmla="*/ 544950 w 763267"/>
                <a:gd name="connsiteY98" fmla="*/ 170216 h 478792"/>
                <a:gd name="connsiteX99" fmla="*/ 543705 w 763267"/>
                <a:gd name="connsiteY99" fmla="*/ 171528 h 478792"/>
                <a:gd name="connsiteX100" fmla="*/ 542123 w 763267"/>
                <a:gd name="connsiteY100" fmla="*/ 172538 h 478792"/>
                <a:gd name="connsiteX101" fmla="*/ 539666 w 763267"/>
                <a:gd name="connsiteY101" fmla="*/ 171327 h 478792"/>
                <a:gd name="connsiteX102" fmla="*/ 537478 w 763267"/>
                <a:gd name="connsiteY102" fmla="*/ 170250 h 478792"/>
                <a:gd name="connsiteX103" fmla="*/ 536603 w 763267"/>
                <a:gd name="connsiteY103" fmla="*/ 166550 h 478792"/>
                <a:gd name="connsiteX104" fmla="*/ 539666 w 763267"/>
                <a:gd name="connsiteY104" fmla="*/ 163085 h 478792"/>
                <a:gd name="connsiteX105" fmla="*/ 539666 w 763267"/>
                <a:gd name="connsiteY105" fmla="*/ 159620 h 478792"/>
                <a:gd name="connsiteX106" fmla="*/ 539666 w 763267"/>
                <a:gd name="connsiteY106" fmla="*/ 157232 h 478792"/>
                <a:gd name="connsiteX107" fmla="*/ 536738 w 763267"/>
                <a:gd name="connsiteY107" fmla="*/ 158745 h 478792"/>
                <a:gd name="connsiteX108" fmla="*/ 534685 w 763267"/>
                <a:gd name="connsiteY108" fmla="*/ 158106 h 478792"/>
                <a:gd name="connsiteX109" fmla="*/ 533474 w 763267"/>
                <a:gd name="connsiteY109" fmla="*/ 156895 h 478792"/>
                <a:gd name="connsiteX110" fmla="*/ 530647 w 763267"/>
                <a:gd name="connsiteY110" fmla="*/ 153195 h 478792"/>
                <a:gd name="connsiteX111" fmla="*/ 527382 w 763267"/>
                <a:gd name="connsiteY111" fmla="*/ 151143 h 478792"/>
                <a:gd name="connsiteX112" fmla="*/ 524252 w 763267"/>
                <a:gd name="connsiteY112" fmla="*/ 149730 h 478792"/>
                <a:gd name="connsiteX113" fmla="*/ 520551 w 763267"/>
                <a:gd name="connsiteY113" fmla="*/ 144415 h 478792"/>
                <a:gd name="connsiteX114" fmla="*/ 521291 w 763267"/>
                <a:gd name="connsiteY114" fmla="*/ 141926 h 478792"/>
                <a:gd name="connsiteX115" fmla="*/ 524219 w 763267"/>
                <a:gd name="connsiteY115" fmla="*/ 137250 h 478792"/>
                <a:gd name="connsiteX116" fmla="*/ 520315 w 763267"/>
                <a:gd name="connsiteY116" fmla="*/ 135299 h 478792"/>
                <a:gd name="connsiteX117" fmla="*/ 515974 w 763267"/>
                <a:gd name="connsiteY117" fmla="*/ 130623 h 478792"/>
                <a:gd name="connsiteX118" fmla="*/ 515872 w 763267"/>
                <a:gd name="connsiteY118" fmla="*/ 127360 h 478792"/>
                <a:gd name="connsiteX119" fmla="*/ 517387 w 763267"/>
                <a:gd name="connsiteY119" fmla="*/ 126283 h 478792"/>
                <a:gd name="connsiteX120" fmla="*/ 519776 w 763267"/>
                <a:gd name="connsiteY120" fmla="*/ 125207 h 478792"/>
                <a:gd name="connsiteX121" fmla="*/ 522065 w 763267"/>
                <a:gd name="connsiteY121" fmla="*/ 123155 h 478792"/>
                <a:gd name="connsiteX122" fmla="*/ 522704 w 763267"/>
                <a:gd name="connsiteY122" fmla="*/ 118479 h 478792"/>
                <a:gd name="connsiteX123" fmla="*/ 517925 w 763267"/>
                <a:gd name="connsiteY123" fmla="*/ 114577 h 478792"/>
                <a:gd name="connsiteX124" fmla="*/ 516041 w 763267"/>
                <a:gd name="connsiteY124" fmla="*/ 113063 h 478792"/>
                <a:gd name="connsiteX125" fmla="*/ 515334 w 763267"/>
                <a:gd name="connsiteY125" fmla="*/ 111011 h 478792"/>
                <a:gd name="connsiteX126" fmla="*/ 515334 w 763267"/>
                <a:gd name="connsiteY126" fmla="*/ 107546 h 478792"/>
                <a:gd name="connsiteX127" fmla="*/ 515603 w 763267"/>
                <a:gd name="connsiteY127" fmla="*/ 103846 h 478792"/>
                <a:gd name="connsiteX128" fmla="*/ 515974 w 763267"/>
                <a:gd name="connsiteY128" fmla="*/ 97992 h 478792"/>
                <a:gd name="connsiteX129" fmla="*/ 515974 w 763267"/>
                <a:gd name="connsiteY129" fmla="*/ 94527 h 478792"/>
                <a:gd name="connsiteX130" fmla="*/ 511867 w 763267"/>
                <a:gd name="connsiteY130" fmla="*/ 92341 h 478792"/>
                <a:gd name="connsiteX131" fmla="*/ 508603 w 763267"/>
                <a:gd name="connsiteY131" fmla="*/ 93215 h 478792"/>
                <a:gd name="connsiteX132" fmla="*/ 505978 w 763267"/>
                <a:gd name="connsiteY132" fmla="*/ 94965 h 478792"/>
                <a:gd name="connsiteX133" fmla="*/ 504228 w 763267"/>
                <a:gd name="connsiteY133" fmla="*/ 96916 h 478792"/>
                <a:gd name="connsiteX134" fmla="*/ 502916 w 763267"/>
                <a:gd name="connsiteY134" fmla="*/ 99741 h 478792"/>
                <a:gd name="connsiteX135" fmla="*/ 500324 w 763267"/>
                <a:gd name="connsiteY135" fmla="*/ 101928 h 478792"/>
                <a:gd name="connsiteX136" fmla="*/ 498372 w 763267"/>
                <a:gd name="connsiteY136" fmla="*/ 102803 h 478792"/>
                <a:gd name="connsiteX137" fmla="*/ 495343 w 763267"/>
                <a:gd name="connsiteY137" fmla="*/ 103677 h 478792"/>
                <a:gd name="connsiteX138" fmla="*/ 493391 w 763267"/>
                <a:gd name="connsiteY138" fmla="*/ 104754 h 478792"/>
                <a:gd name="connsiteX139" fmla="*/ 491641 w 763267"/>
                <a:gd name="connsiteY139" fmla="*/ 106267 h 478792"/>
                <a:gd name="connsiteX140" fmla="*/ 488814 w 763267"/>
                <a:gd name="connsiteY140" fmla="*/ 108656 h 478792"/>
                <a:gd name="connsiteX141" fmla="*/ 487501 w 763267"/>
                <a:gd name="connsiteY141" fmla="*/ 109531 h 478792"/>
                <a:gd name="connsiteX142" fmla="*/ 484675 w 763267"/>
                <a:gd name="connsiteY142" fmla="*/ 108891 h 478792"/>
                <a:gd name="connsiteX143" fmla="*/ 482049 w 763267"/>
                <a:gd name="connsiteY143" fmla="*/ 108252 h 478792"/>
                <a:gd name="connsiteX144" fmla="*/ 479223 w 763267"/>
                <a:gd name="connsiteY144" fmla="*/ 105225 h 478792"/>
                <a:gd name="connsiteX145" fmla="*/ 477035 w 763267"/>
                <a:gd name="connsiteY145" fmla="*/ 104148 h 478792"/>
                <a:gd name="connsiteX146" fmla="*/ 473535 w 763267"/>
                <a:gd name="connsiteY146" fmla="*/ 100683 h 478792"/>
                <a:gd name="connsiteX147" fmla="*/ 473535 w 763267"/>
                <a:gd name="connsiteY147" fmla="*/ 98732 h 478792"/>
                <a:gd name="connsiteX148" fmla="*/ 474747 w 763267"/>
                <a:gd name="connsiteY148" fmla="*/ 94393 h 478792"/>
                <a:gd name="connsiteX149" fmla="*/ 473535 w 763267"/>
                <a:gd name="connsiteY149" fmla="*/ 92442 h 478792"/>
                <a:gd name="connsiteX150" fmla="*/ 468319 w 763267"/>
                <a:gd name="connsiteY150" fmla="*/ 92004 h 478792"/>
                <a:gd name="connsiteX151" fmla="*/ 468319 w 763267"/>
                <a:gd name="connsiteY151" fmla="*/ 93955 h 478792"/>
                <a:gd name="connsiteX152" fmla="*/ 465492 w 763267"/>
                <a:gd name="connsiteY152" fmla="*/ 95705 h 478792"/>
                <a:gd name="connsiteX153" fmla="*/ 460713 w 763267"/>
                <a:gd name="connsiteY153" fmla="*/ 96781 h 478792"/>
                <a:gd name="connsiteX154" fmla="*/ 457011 w 763267"/>
                <a:gd name="connsiteY154" fmla="*/ 96344 h 478792"/>
                <a:gd name="connsiteX155" fmla="*/ 454621 w 763267"/>
                <a:gd name="connsiteY155" fmla="*/ 96344 h 478792"/>
                <a:gd name="connsiteX156" fmla="*/ 450044 w 763267"/>
                <a:gd name="connsiteY156" fmla="*/ 97319 h 478792"/>
                <a:gd name="connsiteX157" fmla="*/ 445501 w 763267"/>
                <a:gd name="connsiteY157" fmla="*/ 98093 h 478792"/>
                <a:gd name="connsiteX158" fmla="*/ 441799 w 763267"/>
                <a:gd name="connsiteY158" fmla="*/ 98295 h 478792"/>
                <a:gd name="connsiteX159" fmla="*/ 436582 w 763267"/>
                <a:gd name="connsiteY159" fmla="*/ 98295 h 478792"/>
                <a:gd name="connsiteX160" fmla="*/ 433318 w 763267"/>
                <a:gd name="connsiteY160" fmla="*/ 99607 h 478792"/>
                <a:gd name="connsiteX161" fmla="*/ 425039 w 763267"/>
                <a:gd name="connsiteY161" fmla="*/ 101793 h 478792"/>
                <a:gd name="connsiteX162" fmla="*/ 420024 w 763267"/>
                <a:gd name="connsiteY162" fmla="*/ 101356 h 478792"/>
                <a:gd name="connsiteX163" fmla="*/ 409154 w 763267"/>
                <a:gd name="connsiteY163" fmla="*/ 100044 h 478792"/>
                <a:gd name="connsiteX164" fmla="*/ 406562 w 763267"/>
                <a:gd name="connsiteY164" fmla="*/ 101558 h 478792"/>
                <a:gd name="connsiteX165" fmla="*/ 399832 w 763267"/>
                <a:gd name="connsiteY165" fmla="*/ 101558 h 478792"/>
                <a:gd name="connsiteX166" fmla="*/ 393740 w 763267"/>
                <a:gd name="connsiteY166" fmla="*/ 102769 h 478792"/>
                <a:gd name="connsiteX167" fmla="*/ 390038 w 763267"/>
                <a:gd name="connsiteY167" fmla="*/ 102231 h 478792"/>
                <a:gd name="connsiteX168" fmla="*/ 388288 w 763267"/>
                <a:gd name="connsiteY168" fmla="*/ 102668 h 478792"/>
                <a:gd name="connsiteX169" fmla="*/ 385225 w 763267"/>
                <a:gd name="connsiteY169" fmla="*/ 103980 h 478792"/>
                <a:gd name="connsiteX170" fmla="*/ 383273 w 763267"/>
                <a:gd name="connsiteY170" fmla="*/ 104619 h 478792"/>
                <a:gd name="connsiteX171" fmla="*/ 380446 w 763267"/>
                <a:gd name="connsiteY171" fmla="*/ 105696 h 478792"/>
                <a:gd name="connsiteX172" fmla="*/ 376980 w 763267"/>
                <a:gd name="connsiteY172" fmla="*/ 105057 h 478792"/>
                <a:gd name="connsiteX173" fmla="*/ 375028 w 763267"/>
                <a:gd name="connsiteY173" fmla="*/ 105057 h 478792"/>
                <a:gd name="connsiteX174" fmla="*/ 372638 w 763267"/>
                <a:gd name="connsiteY174" fmla="*/ 103005 h 478792"/>
                <a:gd name="connsiteX175" fmla="*/ 369812 w 763267"/>
                <a:gd name="connsiteY175" fmla="*/ 100515 h 478792"/>
                <a:gd name="connsiteX176" fmla="*/ 367860 w 763267"/>
                <a:gd name="connsiteY176" fmla="*/ 99876 h 478792"/>
                <a:gd name="connsiteX177" fmla="*/ 365032 w 763267"/>
                <a:gd name="connsiteY177" fmla="*/ 99641 h 478792"/>
                <a:gd name="connsiteX178" fmla="*/ 360893 w 763267"/>
                <a:gd name="connsiteY178" fmla="*/ 98766 h 478792"/>
                <a:gd name="connsiteX179" fmla="*/ 357426 w 763267"/>
                <a:gd name="connsiteY179" fmla="*/ 97017 h 478792"/>
                <a:gd name="connsiteX180" fmla="*/ 354600 w 763267"/>
                <a:gd name="connsiteY180" fmla="*/ 96142 h 478792"/>
                <a:gd name="connsiteX181" fmla="*/ 352849 w 763267"/>
                <a:gd name="connsiteY181" fmla="*/ 93316 h 478792"/>
                <a:gd name="connsiteX182" fmla="*/ 350898 w 763267"/>
                <a:gd name="connsiteY182" fmla="*/ 92004 h 478792"/>
                <a:gd name="connsiteX183" fmla="*/ 348306 w 763267"/>
                <a:gd name="connsiteY183" fmla="*/ 91365 h 478792"/>
                <a:gd name="connsiteX184" fmla="*/ 343292 w 763267"/>
                <a:gd name="connsiteY184" fmla="*/ 90289 h 478792"/>
                <a:gd name="connsiteX185" fmla="*/ 341104 w 763267"/>
                <a:gd name="connsiteY185" fmla="*/ 89650 h 478792"/>
                <a:gd name="connsiteX186" fmla="*/ 339791 w 763267"/>
                <a:gd name="connsiteY186" fmla="*/ 89010 h 478792"/>
                <a:gd name="connsiteX187" fmla="*/ 335013 w 763267"/>
                <a:gd name="connsiteY187" fmla="*/ 87698 h 478792"/>
                <a:gd name="connsiteX188" fmla="*/ 333061 w 763267"/>
                <a:gd name="connsiteY188" fmla="*/ 86824 h 478792"/>
                <a:gd name="connsiteX189" fmla="*/ 330234 w 763267"/>
                <a:gd name="connsiteY189" fmla="*/ 85949 h 478792"/>
                <a:gd name="connsiteX190" fmla="*/ 328046 w 763267"/>
                <a:gd name="connsiteY190" fmla="*/ 84873 h 478792"/>
                <a:gd name="connsiteX191" fmla="*/ 326734 w 763267"/>
                <a:gd name="connsiteY191" fmla="*/ 82922 h 478792"/>
                <a:gd name="connsiteX192" fmla="*/ 324984 w 763267"/>
                <a:gd name="connsiteY192" fmla="*/ 78347 h 478792"/>
                <a:gd name="connsiteX193" fmla="*/ 323032 w 763267"/>
                <a:gd name="connsiteY193" fmla="*/ 74646 h 478792"/>
                <a:gd name="connsiteX194" fmla="*/ 321719 w 763267"/>
                <a:gd name="connsiteY194" fmla="*/ 74209 h 478792"/>
                <a:gd name="connsiteX195" fmla="*/ 318017 w 763267"/>
                <a:gd name="connsiteY195" fmla="*/ 74646 h 478792"/>
                <a:gd name="connsiteX196" fmla="*/ 316065 w 763267"/>
                <a:gd name="connsiteY196" fmla="*/ 76160 h 478792"/>
                <a:gd name="connsiteX197" fmla="*/ 312363 w 763267"/>
                <a:gd name="connsiteY197" fmla="*/ 75521 h 478792"/>
                <a:gd name="connsiteX198" fmla="*/ 305834 w 763267"/>
                <a:gd name="connsiteY198" fmla="*/ 74007 h 478792"/>
                <a:gd name="connsiteX199" fmla="*/ 301493 w 763267"/>
                <a:gd name="connsiteY199" fmla="*/ 72695 h 478792"/>
                <a:gd name="connsiteX200" fmla="*/ 299103 w 763267"/>
                <a:gd name="connsiteY200" fmla="*/ 70307 h 478792"/>
                <a:gd name="connsiteX201" fmla="*/ 297791 w 763267"/>
                <a:gd name="connsiteY201" fmla="*/ 67918 h 478792"/>
                <a:gd name="connsiteX202" fmla="*/ 296478 w 763267"/>
                <a:gd name="connsiteY202" fmla="*/ 65294 h 478792"/>
                <a:gd name="connsiteX203" fmla="*/ 294728 w 763267"/>
                <a:gd name="connsiteY203" fmla="*/ 59879 h 478792"/>
                <a:gd name="connsiteX204" fmla="*/ 292339 w 763267"/>
                <a:gd name="connsiteY204" fmla="*/ 56178 h 478792"/>
                <a:gd name="connsiteX205" fmla="*/ 286483 w 763267"/>
                <a:gd name="connsiteY205" fmla="*/ 51401 h 478792"/>
                <a:gd name="connsiteX206" fmla="*/ 278641 w 763267"/>
                <a:gd name="connsiteY206" fmla="*/ 49652 h 478792"/>
                <a:gd name="connsiteX207" fmla="*/ 276454 w 763267"/>
                <a:gd name="connsiteY207" fmla="*/ 45952 h 478792"/>
                <a:gd name="connsiteX208" fmla="*/ 275713 w 763267"/>
                <a:gd name="connsiteY208" fmla="*/ 41377 h 478792"/>
                <a:gd name="connsiteX209" fmla="*/ 276454 w 763267"/>
                <a:gd name="connsiteY209" fmla="*/ 36701 h 478792"/>
                <a:gd name="connsiteX210" fmla="*/ 274939 w 763267"/>
                <a:gd name="connsiteY210" fmla="*/ 32462 h 478792"/>
                <a:gd name="connsiteX211" fmla="*/ 270261 w 763267"/>
                <a:gd name="connsiteY211" fmla="*/ 24624 h 478792"/>
                <a:gd name="connsiteX212" fmla="*/ 267872 w 763267"/>
                <a:gd name="connsiteY212" fmla="*/ 18973 h 478792"/>
                <a:gd name="connsiteX213" fmla="*/ 265583 w 763267"/>
                <a:gd name="connsiteY213" fmla="*/ 16483 h 478792"/>
                <a:gd name="connsiteX214" fmla="*/ 262655 w 763267"/>
                <a:gd name="connsiteY214" fmla="*/ 11807 h 478792"/>
                <a:gd name="connsiteX215" fmla="*/ 259626 w 763267"/>
                <a:gd name="connsiteY215" fmla="*/ 5954 h 478792"/>
                <a:gd name="connsiteX216" fmla="*/ 257876 w 763267"/>
                <a:gd name="connsiteY216" fmla="*/ 2590 h 478792"/>
                <a:gd name="connsiteX217" fmla="*/ 256900 w 763267"/>
                <a:gd name="connsiteY217" fmla="*/ 538 h 478792"/>
                <a:gd name="connsiteX218" fmla="*/ 254948 w 763267"/>
                <a:gd name="connsiteY218" fmla="*/ 0 h 478792"/>
                <a:gd name="connsiteX219" fmla="*/ 249833 w 763267"/>
                <a:gd name="connsiteY219" fmla="*/ 3902 h 478792"/>
                <a:gd name="connsiteX220" fmla="*/ 246467 w 763267"/>
                <a:gd name="connsiteY220" fmla="*/ 6089 h 478792"/>
                <a:gd name="connsiteX221" fmla="*/ 241890 w 763267"/>
                <a:gd name="connsiteY221" fmla="*/ 7838 h 478792"/>
                <a:gd name="connsiteX222" fmla="*/ 239501 w 763267"/>
                <a:gd name="connsiteY222" fmla="*/ 10125 h 478792"/>
                <a:gd name="connsiteX223" fmla="*/ 237650 w 763267"/>
                <a:gd name="connsiteY223" fmla="*/ 12514 h 478792"/>
                <a:gd name="connsiteX224" fmla="*/ 235261 w 763267"/>
                <a:gd name="connsiteY224" fmla="*/ 14364 h 478792"/>
                <a:gd name="connsiteX225" fmla="*/ 232097 w 763267"/>
                <a:gd name="connsiteY225" fmla="*/ 16551 h 478792"/>
                <a:gd name="connsiteX226" fmla="*/ 228832 w 763267"/>
                <a:gd name="connsiteY226" fmla="*/ 16988 h 478792"/>
                <a:gd name="connsiteX227" fmla="*/ 226746 w 763267"/>
                <a:gd name="connsiteY227" fmla="*/ 16887 h 478792"/>
                <a:gd name="connsiteX228" fmla="*/ 223044 w 763267"/>
                <a:gd name="connsiteY228" fmla="*/ 15911 h 478792"/>
                <a:gd name="connsiteX229" fmla="*/ 219577 w 763267"/>
                <a:gd name="connsiteY229" fmla="*/ 13422 h 478792"/>
                <a:gd name="connsiteX230" fmla="*/ 216751 w 763267"/>
                <a:gd name="connsiteY230" fmla="*/ 10596 h 478792"/>
                <a:gd name="connsiteX231" fmla="*/ 216212 w 763267"/>
                <a:gd name="connsiteY231" fmla="*/ 8107 h 478792"/>
                <a:gd name="connsiteX232" fmla="*/ 216751 w 763267"/>
                <a:gd name="connsiteY232" fmla="*/ 4945 h 478792"/>
                <a:gd name="connsiteX233" fmla="*/ 215976 w 763267"/>
                <a:gd name="connsiteY233" fmla="*/ 3095 h 478792"/>
                <a:gd name="connsiteX234" fmla="*/ 213923 w 763267"/>
                <a:gd name="connsiteY234" fmla="*/ 2119 h 478792"/>
                <a:gd name="connsiteX235" fmla="*/ 211299 w 763267"/>
                <a:gd name="connsiteY235" fmla="*/ 2321 h 478792"/>
                <a:gd name="connsiteX236" fmla="*/ 208471 w 763267"/>
                <a:gd name="connsiteY236" fmla="*/ 5920 h 478792"/>
                <a:gd name="connsiteX237" fmla="*/ 205745 w 763267"/>
                <a:gd name="connsiteY237" fmla="*/ 7973 h 478792"/>
                <a:gd name="connsiteX238" fmla="*/ 199452 w 763267"/>
                <a:gd name="connsiteY238" fmla="*/ 10596 h 478792"/>
                <a:gd name="connsiteX239" fmla="*/ 189255 w 763267"/>
                <a:gd name="connsiteY239" fmla="*/ 10798 h 478792"/>
                <a:gd name="connsiteX240" fmla="*/ 186630 w 763267"/>
                <a:gd name="connsiteY240" fmla="*/ 12312 h 478792"/>
                <a:gd name="connsiteX241" fmla="*/ 178788 w 763267"/>
                <a:gd name="connsiteY241" fmla="*/ 13725 h 478792"/>
                <a:gd name="connsiteX242" fmla="*/ 168927 w 763267"/>
                <a:gd name="connsiteY242" fmla="*/ 12110 h 478792"/>
                <a:gd name="connsiteX243" fmla="*/ 159470 w 763267"/>
                <a:gd name="connsiteY243" fmla="*/ 9722 h 478792"/>
                <a:gd name="connsiteX244" fmla="*/ 152201 w 763267"/>
                <a:gd name="connsiteY244" fmla="*/ 7771 h 478792"/>
                <a:gd name="connsiteX245" fmla="*/ 144797 w 763267"/>
                <a:gd name="connsiteY245" fmla="*/ 5281 h 478792"/>
                <a:gd name="connsiteX246" fmla="*/ 139378 w 763267"/>
                <a:gd name="connsiteY246" fmla="*/ 2792 h 478792"/>
                <a:gd name="connsiteX247" fmla="*/ 135138 w 763267"/>
                <a:gd name="connsiteY247" fmla="*/ 841 h 478792"/>
                <a:gd name="connsiteX248" fmla="*/ 131234 w 763267"/>
                <a:gd name="connsiteY248" fmla="*/ 841 h 478792"/>
                <a:gd name="connsiteX249" fmla="*/ 126253 w 763267"/>
                <a:gd name="connsiteY249" fmla="*/ 2960 h 478792"/>
                <a:gd name="connsiteX250" fmla="*/ 121676 w 763267"/>
                <a:gd name="connsiteY250" fmla="*/ 4306 h 478792"/>
                <a:gd name="connsiteX251" fmla="*/ 117335 w 763267"/>
                <a:gd name="connsiteY251" fmla="*/ 4306 h 478792"/>
                <a:gd name="connsiteX252" fmla="*/ 112758 w 763267"/>
                <a:gd name="connsiteY252" fmla="*/ 6257 h 478792"/>
                <a:gd name="connsiteX253" fmla="*/ 111681 w 763267"/>
                <a:gd name="connsiteY253" fmla="*/ 7333 h 478792"/>
                <a:gd name="connsiteX254" fmla="*/ 108955 w 763267"/>
                <a:gd name="connsiteY254" fmla="*/ 10697 h 478792"/>
                <a:gd name="connsiteX255" fmla="*/ 108181 w 763267"/>
                <a:gd name="connsiteY255" fmla="*/ 13624 h 478792"/>
                <a:gd name="connsiteX256" fmla="*/ 109056 w 763267"/>
                <a:gd name="connsiteY256" fmla="*/ 15575 h 478792"/>
                <a:gd name="connsiteX257" fmla="*/ 117739 w 763267"/>
                <a:gd name="connsiteY257" fmla="*/ 19645 h 478792"/>
                <a:gd name="connsiteX258" fmla="*/ 121508 w 763267"/>
                <a:gd name="connsiteY258" fmla="*/ 21126 h 478792"/>
                <a:gd name="connsiteX259" fmla="*/ 126422 w 763267"/>
                <a:gd name="connsiteY259" fmla="*/ 21395 h 478792"/>
                <a:gd name="connsiteX260" fmla="*/ 131335 w 763267"/>
                <a:gd name="connsiteY260" fmla="*/ 21395 h 478792"/>
                <a:gd name="connsiteX261" fmla="*/ 137427 w 763267"/>
                <a:gd name="connsiteY261" fmla="*/ 24288 h 478792"/>
                <a:gd name="connsiteX262" fmla="*/ 137999 w 763267"/>
                <a:gd name="connsiteY262" fmla="*/ 28930 h 478792"/>
                <a:gd name="connsiteX263" fmla="*/ 138571 w 763267"/>
                <a:gd name="connsiteY263" fmla="*/ 33841 h 478792"/>
                <a:gd name="connsiteX264" fmla="*/ 136383 w 763267"/>
                <a:gd name="connsiteY264" fmla="*/ 37912 h 478792"/>
                <a:gd name="connsiteX265" fmla="*/ 136080 w 763267"/>
                <a:gd name="connsiteY265" fmla="*/ 42689 h 478792"/>
                <a:gd name="connsiteX266" fmla="*/ 141028 w 763267"/>
                <a:gd name="connsiteY266" fmla="*/ 47768 h 478792"/>
                <a:gd name="connsiteX267" fmla="*/ 145100 w 763267"/>
                <a:gd name="connsiteY267" fmla="*/ 47465 h 478792"/>
                <a:gd name="connsiteX268" fmla="*/ 151898 w 763267"/>
                <a:gd name="connsiteY268" fmla="*/ 46759 h 478792"/>
                <a:gd name="connsiteX269" fmla="*/ 160446 w 763267"/>
                <a:gd name="connsiteY269" fmla="*/ 48205 h 478792"/>
                <a:gd name="connsiteX270" fmla="*/ 165663 w 763267"/>
                <a:gd name="connsiteY270" fmla="*/ 51536 h 478792"/>
                <a:gd name="connsiteX271" fmla="*/ 173336 w 763267"/>
                <a:gd name="connsiteY271" fmla="*/ 57019 h 478792"/>
                <a:gd name="connsiteX272" fmla="*/ 174783 w 763267"/>
                <a:gd name="connsiteY272" fmla="*/ 62670 h 478792"/>
                <a:gd name="connsiteX273" fmla="*/ 173336 w 763267"/>
                <a:gd name="connsiteY273" fmla="*/ 67447 h 478792"/>
                <a:gd name="connsiteX274" fmla="*/ 170442 w 763267"/>
                <a:gd name="connsiteY274" fmla="*/ 72359 h 478792"/>
                <a:gd name="connsiteX275" fmla="*/ 164350 w 763267"/>
                <a:gd name="connsiteY275" fmla="*/ 75554 h 478792"/>
                <a:gd name="connsiteX276" fmla="*/ 155802 w 763267"/>
                <a:gd name="connsiteY276" fmla="*/ 77304 h 478792"/>
                <a:gd name="connsiteX277" fmla="*/ 151158 w 763267"/>
                <a:gd name="connsiteY277" fmla="*/ 77304 h 478792"/>
                <a:gd name="connsiteX278" fmla="*/ 142744 w 763267"/>
                <a:gd name="connsiteY278" fmla="*/ 80197 h 478792"/>
                <a:gd name="connsiteX279" fmla="*/ 133624 w 763267"/>
                <a:gd name="connsiteY279" fmla="*/ 80634 h 478792"/>
                <a:gd name="connsiteX280" fmla="*/ 128138 w 763267"/>
                <a:gd name="connsiteY280" fmla="*/ 77304 h 478792"/>
                <a:gd name="connsiteX281" fmla="*/ 121744 w 763267"/>
                <a:gd name="connsiteY281" fmla="*/ 77304 h 478792"/>
                <a:gd name="connsiteX282" fmla="*/ 119421 w 763267"/>
                <a:gd name="connsiteY282" fmla="*/ 80129 h 478792"/>
                <a:gd name="connsiteX283" fmla="*/ 116393 w 763267"/>
                <a:gd name="connsiteY283" fmla="*/ 81206 h 478792"/>
                <a:gd name="connsiteX284" fmla="*/ 115518 w 763267"/>
                <a:gd name="connsiteY284" fmla="*/ 91197 h 478792"/>
                <a:gd name="connsiteX285" fmla="*/ 114811 w 763267"/>
                <a:gd name="connsiteY285" fmla="*/ 99001 h 478792"/>
                <a:gd name="connsiteX286" fmla="*/ 111613 w 763267"/>
                <a:gd name="connsiteY286" fmla="*/ 102769 h 478792"/>
                <a:gd name="connsiteX287" fmla="*/ 107710 w 763267"/>
                <a:gd name="connsiteY287" fmla="*/ 109732 h 478792"/>
                <a:gd name="connsiteX288" fmla="*/ 108282 w 763267"/>
                <a:gd name="connsiteY288" fmla="*/ 114375 h 478792"/>
                <a:gd name="connsiteX289" fmla="*/ 113936 w 763267"/>
                <a:gd name="connsiteY289" fmla="*/ 121170 h 478792"/>
                <a:gd name="connsiteX290" fmla="*/ 118277 w 763267"/>
                <a:gd name="connsiteY290" fmla="*/ 125947 h 478792"/>
                <a:gd name="connsiteX291" fmla="*/ 120465 w 763267"/>
                <a:gd name="connsiteY291" fmla="*/ 131295 h 478792"/>
                <a:gd name="connsiteX292" fmla="*/ 120599 w 763267"/>
                <a:gd name="connsiteY292" fmla="*/ 139537 h 478792"/>
                <a:gd name="connsiteX293" fmla="*/ 120162 w 763267"/>
                <a:gd name="connsiteY293" fmla="*/ 148384 h 478792"/>
                <a:gd name="connsiteX294" fmla="*/ 119724 w 763267"/>
                <a:gd name="connsiteY294" fmla="*/ 156626 h 478792"/>
                <a:gd name="connsiteX295" fmla="*/ 120027 w 763267"/>
                <a:gd name="connsiteY295" fmla="*/ 163287 h 478792"/>
                <a:gd name="connsiteX296" fmla="*/ 123797 w 763267"/>
                <a:gd name="connsiteY296" fmla="*/ 174287 h 478792"/>
                <a:gd name="connsiteX297" fmla="*/ 124941 w 763267"/>
                <a:gd name="connsiteY297" fmla="*/ 178492 h 478792"/>
                <a:gd name="connsiteX298" fmla="*/ 128340 w 763267"/>
                <a:gd name="connsiteY298" fmla="*/ 181519 h 478792"/>
                <a:gd name="connsiteX299" fmla="*/ 132479 w 763267"/>
                <a:gd name="connsiteY299" fmla="*/ 183269 h 478792"/>
                <a:gd name="connsiteX300" fmla="*/ 135071 w 763267"/>
                <a:gd name="connsiteY300" fmla="*/ 187171 h 478792"/>
                <a:gd name="connsiteX301" fmla="*/ 132244 w 763267"/>
                <a:gd name="connsiteY301" fmla="*/ 192183 h 478792"/>
                <a:gd name="connsiteX302" fmla="*/ 130292 w 763267"/>
                <a:gd name="connsiteY302" fmla="*/ 197835 h 478792"/>
                <a:gd name="connsiteX303" fmla="*/ 135071 w 763267"/>
                <a:gd name="connsiteY303" fmla="*/ 198911 h 478792"/>
                <a:gd name="connsiteX304" fmla="*/ 145504 w 763267"/>
                <a:gd name="connsiteY304" fmla="*/ 198911 h 478792"/>
                <a:gd name="connsiteX305" fmla="*/ 147658 w 763267"/>
                <a:gd name="connsiteY305" fmla="*/ 198911 h 478792"/>
                <a:gd name="connsiteX306" fmla="*/ 148970 w 763267"/>
                <a:gd name="connsiteY306" fmla="*/ 202275 h 478792"/>
                <a:gd name="connsiteX307" fmla="*/ 154389 w 763267"/>
                <a:gd name="connsiteY307" fmla="*/ 207590 h 478792"/>
                <a:gd name="connsiteX308" fmla="*/ 158965 w 763267"/>
                <a:gd name="connsiteY308" fmla="*/ 210180 h 478792"/>
                <a:gd name="connsiteX309" fmla="*/ 165259 w 763267"/>
                <a:gd name="connsiteY309" fmla="*/ 213006 h 478792"/>
                <a:gd name="connsiteX310" fmla="*/ 167648 w 763267"/>
                <a:gd name="connsiteY310" fmla="*/ 214755 h 478792"/>
                <a:gd name="connsiteX311" fmla="*/ 169836 w 763267"/>
                <a:gd name="connsiteY311" fmla="*/ 216942 h 478792"/>
                <a:gd name="connsiteX312" fmla="*/ 173538 w 763267"/>
                <a:gd name="connsiteY312" fmla="*/ 221921 h 478792"/>
                <a:gd name="connsiteX313" fmla="*/ 172461 w 763267"/>
                <a:gd name="connsiteY313" fmla="*/ 227572 h 478792"/>
                <a:gd name="connsiteX314" fmla="*/ 172461 w 763267"/>
                <a:gd name="connsiteY314" fmla="*/ 230835 h 478792"/>
                <a:gd name="connsiteX315" fmla="*/ 173774 w 763267"/>
                <a:gd name="connsiteY315" fmla="*/ 234535 h 478792"/>
                <a:gd name="connsiteX316" fmla="*/ 175961 w 763267"/>
                <a:gd name="connsiteY316" fmla="*/ 239750 h 478792"/>
                <a:gd name="connsiteX317" fmla="*/ 175961 w 763267"/>
                <a:gd name="connsiteY317" fmla="*/ 241499 h 478792"/>
                <a:gd name="connsiteX318" fmla="*/ 175961 w 763267"/>
                <a:gd name="connsiteY318" fmla="*/ 243887 h 478792"/>
                <a:gd name="connsiteX319" fmla="*/ 172427 w 763267"/>
                <a:gd name="connsiteY319" fmla="*/ 245636 h 478792"/>
                <a:gd name="connsiteX320" fmla="*/ 171182 w 763267"/>
                <a:gd name="connsiteY320" fmla="*/ 248260 h 478792"/>
                <a:gd name="connsiteX321" fmla="*/ 172057 w 763267"/>
                <a:gd name="connsiteY321" fmla="*/ 251086 h 478792"/>
                <a:gd name="connsiteX322" fmla="*/ 173807 w 763267"/>
                <a:gd name="connsiteY322" fmla="*/ 257814 h 478792"/>
                <a:gd name="connsiteX323" fmla="*/ 175120 w 763267"/>
                <a:gd name="connsiteY323" fmla="*/ 264105 h 478792"/>
                <a:gd name="connsiteX324" fmla="*/ 175120 w 763267"/>
                <a:gd name="connsiteY324" fmla="*/ 268882 h 478792"/>
                <a:gd name="connsiteX325" fmla="*/ 172528 w 763267"/>
                <a:gd name="connsiteY325" fmla="*/ 274533 h 478792"/>
                <a:gd name="connsiteX326" fmla="*/ 172528 w 763267"/>
                <a:gd name="connsiteY326" fmla="*/ 277224 h 478792"/>
                <a:gd name="connsiteX327" fmla="*/ 169365 w 763267"/>
                <a:gd name="connsiteY327" fmla="*/ 281126 h 478792"/>
                <a:gd name="connsiteX328" fmla="*/ 165562 w 763267"/>
                <a:gd name="connsiteY328" fmla="*/ 282203 h 478792"/>
                <a:gd name="connsiteX329" fmla="*/ 162095 w 763267"/>
                <a:gd name="connsiteY329" fmla="*/ 281328 h 478792"/>
                <a:gd name="connsiteX330" fmla="*/ 162095 w 763267"/>
                <a:gd name="connsiteY330" fmla="*/ 278502 h 478792"/>
                <a:gd name="connsiteX331" fmla="*/ 160379 w 763267"/>
                <a:gd name="connsiteY331" fmla="*/ 274365 h 478792"/>
                <a:gd name="connsiteX332" fmla="*/ 160379 w 763267"/>
                <a:gd name="connsiteY332" fmla="*/ 271775 h 478792"/>
                <a:gd name="connsiteX333" fmla="*/ 158191 w 763267"/>
                <a:gd name="connsiteY333" fmla="*/ 271775 h 478792"/>
                <a:gd name="connsiteX334" fmla="*/ 154288 w 763267"/>
                <a:gd name="connsiteY334" fmla="*/ 273524 h 478792"/>
                <a:gd name="connsiteX335" fmla="*/ 149071 w 763267"/>
                <a:gd name="connsiteY335" fmla="*/ 273524 h 478792"/>
                <a:gd name="connsiteX336" fmla="*/ 142340 w 763267"/>
                <a:gd name="connsiteY336" fmla="*/ 273524 h 478792"/>
                <a:gd name="connsiteX337" fmla="*/ 134970 w 763267"/>
                <a:gd name="connsiteY337" fmla="*/ 275374 h 478792"/>
                <a:gd name="connsiteX338" fmla="*/ 131066 w 763267"/>
                <a:gd name="connsiteY338" fmla="*/ 278536 h 478792"/>
                <a:gd name="connsiteX339" fmla="*/ 128037 w 763267"/>
                <a:gd name="connsiteY339" fmla="*/ 281160 h 478792"/>
                <a:gd name="connsiteX340" fmla="*/ 125210 w 763267"/>
                <a:gd name="connsiteY340" fmla="*/ 285298 h 478792"/>
                <a:gd name="connsiteX341" fmla="*/ 122585 w 763267"/>
                <a:gd name="connsiteY341" fmla="*/ 289637 h 478792"/>
                <a:gd name="connsiteX342" fmla="*/ 121508 w 763267"/>
                <a:gd name="connsiteY342" fmla="*/ 291824 h 478792"/>
                <a:gd name="connsiteX343" fmla="*/ 119556 w 763267"/>
                <a:gd name="connsiteY343" fmla="*/ 295289 h 478792"/>
                <a:gd name="connsiteX344" fmla="*/ 118244 w 763267"/>
                <a:gd name="connsiteY344" fmla="*/ 297038 h 478792"/>
                <a:gd name="connsiteX345" fmla="*/ 113229 w 763267"/>
                <a:gd name="connsiteY345" fmla="*/ 298787 h 478792"/>
                <a:gd name="connsiteX346" fmla="*/ 110200 w 763267"/>
                <a:gd name="connsiteY346" fmla="*/ 301411 h 478792"/>
                <a:gd name="connsiteX347" fmla="*/ 106296 w 763267"/>
                <a:gd name="connsiteY347" fmla="*/ 304237 h 478792"/>
                <a:gd name="connsiteX348" fmla="*/ 103032 w 763267"/>
                <a:gd name="connsiteY348" fmla="*/ 307500 h 478792"/>
                <a:gd name="connsiteX349" fmla="*/ 103032 w 763267"/>
                <a:gd name="connsiteY349" fmla="*/ 312714 h 478792"/>
                <a:gd name="connsiteX350" fmla="*/ 103032 w 763267"/>
                <a:gd name="connsiteY350" fmla="*/ 318130 h 478792"/>
                <a:gd name="connsiteX351" fmla="*/ 101315 w 763267"/>
                <a:gd name="connsiteY351" fmla="*/ 323983 h 478792"/>
                <a:gd name="connsiteX352" fmla="*/ 97176 w 763267"/>
                <a:gd name="connsiteY352" fmla="*/ 327448 h 478792"/>
                <a:gd name="connsiteX353" fmla="*/ 96065 w 763267"/>
                <a:gd name="connsiteY353" fmla="*/ 324858 h 478792"/>
                <a:gd name="connsiteX354" fmla="*/ 96065 w 763267"/>
                <a:gd name="connsiteY354" fmla="*/ 317895 h 478792"/>
                <a:gd name="connsiteX355" fmla="*/ 96065 w 763267"/>
                <a:gd name="connsiteY355" fmla="*/ 312680 h 478792"/>
                <a:gd name="connsiteX356" fmla="*/ 96065 w 763267"/>
                <a:gd name="connsiteY356" fmla="*/ 309215 h 478792"/>
                <a:gd name="connsiteX357" fmla="*/ 96065 w 763267"/>
                <a:gd name="connsiteY357" fmla="*/ 305750 h 478792"/>
                <a:gd name="connsiteX358" fmla="*/ 92262 w 763267"/>
                <a:gd name="connsiteY358" fmla="*/ 303127 h 478792"/>
                <a:gd name="connsiteX359" fmla="*/ 89099 w 763267"/>
                <a:gd name="connsiteY359" fmla="*/ 302252 h 478792"/>
                <a:gd name="connsiteX360" fmla="*/ 89099 w 763267"/>
                <a:gd name="connsiteY360" fmla="*/ 304439 h 478792"/>
                <a:gd name="connsiteX361" fmla="*/ 87685 w 763267"/>
                <a:gd name="connsiteY361" fmla="*/ 307062 h 478792"/>
                <a:gd name="connsiteX362" fmla="*/ 84387 w 763267"/>
                <a:gd name="connsiteY362" fmla="*/ 310763 h 478792"/>
                <a:gd name="connsiteX363" fmla="*/ 81291 w 763267"/>
                <a:gd name="connsiteY363" fmla="*/ 312512 h 478792"/>
                <a:gd name="connsiteX364" fmla="*/ 77824 w 763267"/>
                <a:gd name="connsiteY364" fmla="*/ 312748 h 478792"/>
                <a:gd name="connsiteX365" fmla="*/ 74762 w 763267"/>
                <a:gd name="connsiteY365" fmla="*/ 307096 h 478792"/>
                <a:gd name="connsiteX366" fmla="*/ 72170 w 763267"/>
                <a:gd name="connsiteY366" fmla="*/ 304069 h 478792"/>
                <a:gd name="connsiteX367" fmla="*/ 68031 w 763267"/>
                <a:gd name="connsiteY367" fmla="*/ 302757 h 478792"/>
                <a:gd name="connsiteX368" fmla="*/ 63891 w 763267"/>
                <a:gd name="connsiteY368" fmla="*/ 301445 h 478792"/>
                <a:gd name="connsiteX369" fmla="*/ 59314 w 763267"/>
                <a:gd name="connsiteY369" fmla="*/ 301445 h 478792"/>
                <a:gd name="connsiteX370" fmla="*/ 58237 w 763267"/>
                <a:gd name="connsiteY370" fmla="*/ 302757 h 478792"/>
                <a:gd name="connsiteX371" fmla="*/ 56723 w 763267"/>
                <a:gd name="connsiteY371" fmla="*/ 304708 h 478792"/>
                <a:gd name="connsiteX372" fmla="*/ 53458 w 763267"/>
                <a:gd name="connsiteY372" fmla="*/ 306659 h 478792"/>
                <a:gd name="connsiteX373" fmla="*/ 50631 w 763267"/>
                <a:gd name="connsiteY373" fmla="*/ 307971 h 478792"/>
                <a:gd name="connsiteX374" fmla="*/ 49554 w 763267"/>
                <a:gd name="connsiteY374" fmla="*/ 310157 h 478792"/>
                <a:gd name="connsiteX375" fmla="*/ 49117 w 763267"/>
                <a:gd name="connsiteY375" fmla="*/ 312108 h 478792"/>
                <a:gd name="connsiteX376" fmla="*/ 48040 w 763267"/>
                <a:gd name="connsiteY376" fmla="*/ 313622 h 478792"/>
                <a:gd name="connsiteX377" fmla="*/ 46324 w 763267"/>
                <a:gd name="connsiteY377" fmla="*/ 316246 h 478792"/>
                <a:gd name="connsiteX378" fmla="*/ 43261 w 763267"/>
                <a:gd name="connsiteY378" fmla="*/ 316885 h 478792"/>
                <a:gd name="connsiteX379" fmla="*/ 40434 w 763267"/>
                <a:gd name="connsiteY379" fmla="*/ 312748 h 478792"/>
                <a:gd name="connsiteX380" fmla="*/ 34545 w 763267"/>
                <a:gd name="connsiteY380" fmla="*/ 306221 h 478792"/>
                <a:gd name="connsiteX381" fmla="*/ 29126 w 763267"/>
                <a:gd name="connsiteY381" fmla="*/ 301445 h 478792"/>
                <a:gd name="connsiteX382" fmla="*/ 27376 w 763267"/>
                <a:gd name="connsiteY382" fmla="*/ 301445 h 478792"/>
                <a:gd name="connsiteX383" fmla="*/ 24785 w 763267"/>
                <a:gd name="connsiteY383" fmla="*/ 305784 h 478792"/>
                <a:gd name="connsiteX384" fmla="*/ 24785 w 763267"/>
                <a:gd name="connsiteY384" fmla="*/ 308812 h 478792"/>
                <a:gd name="connsiteX385" fmla="*/ 24347 w 763267"/>
                <a:gd name="connsiteY385" fmla="*/ 312277 h 478792"/>
                <a:gd name="connsiteX386" fmla="*/ 24549 w 763267"/>
                <a:gd name="connsiteY386" fmla="*/ 316784 h 478792"/>
                <a:gd name="connsiteX387" fmla="*/ 17145 w 763267"/>
                <a:gd name="connsiteY387" fmla="*/ 317087 h 478792"/>
                <a:gd name="connsiteX388" fmla="*/ 13443 w 763267"/>
                <a:gd name="connsiteY388" fmla="*/ 317087 h 478792"/>
                <a:gd name="connsiteX389" fmla="*/ 11693 w 763267"/>
                <a:gd name="connsiteY389" fmla="*/ 317087 h 478792"/>
                <a:gd name="connsiteX390" fmla="*/ 8227 w 763267"/>
                <a:gd name="connsiteY390" fmla="*/ 317087 h 478792"/>
                <a:gd name="connsiteX391" fmla="*/ 4962 w 763267"/>
                <a:gd name="connsiteY391" fmla="*/ 317087 h 478792"/>
                <a:gd name="connsiteX392" fmla="*/ 3448 w 763267"/>
                <a:gd name="connsiteY392" fmla="*/ 318836 h 478792"/>
                <a:gd name="connsiteX393" fmla="*/ 2337 w 763267"/>
                <a:gd name="connsiteY393" fmla="*/ 323613 h 478792"/>
                <a:gd name="connsiteX394" fmla="*/ 3650 w 763267"/>
                <a:gd name="connsiteY394" fmla="*/ 329265 h 478792"/>
                <a:gd name="connsiteX395" fmla="*/ 6039 w 763267"/>
                <a:gd name="connsiteY395" fmla="*/ 336665 h 478792"/>
                <a:gd name="connsiteX396" fmla="*/ 11929 w 763267"/>
                <a:gd name="connsiteY396" fmla="*/ 340130 h 478792"/>
                <a:gd name="connsiteX397" fmla="*/ 14756 w 763267"/>
                <a:gd name="connsiteY397" fmla="*/ 343831 h 478792"/>
                <a:gd name="connsiteX398" fmla="*/ 15631 w 763267"/>
                <a:gd name="connsiteY398" fmla="*/ 350996 h 478792"/>
                <a:gd name="connsiteX399" fmla="*/ 17381 w 763267"/>
                <a:gd name="connsiteY399" fmla="*/ 357085 h 478792"/>
                <a:gd name="connsiteX400" fmla="*/ 16943 w 763267"/>
                <a:gd name="connsiteY400" fmla="*/ 362501 h 478792"/>
                <a:gd name="connsiteX401" fmla="*/ 14554 w 763267"/>
                <a:gd name="connsiteY401" fmla="*/ 363577 h 478792"/>
                <a:gd name="connsiteX402" fmla="*/ 9337 w 763267"/>
                <a:gd name="connsiteY402" fmla="*/ 366403 h 478792"/>
                <a:gd name="connsiteX403" fmla="*/ 8260 w 763267"/>
                <a:gd name="connsiteY403" fmla="*/ 369430 h 478792"/>
                <a:gd name="connsiteX404" fmla="*/ 13039 w 763267"/>
                <a:gd name="connsiteY404" fmla="*/ 371617 h 478792"/>
                <a:gd name="connsiteX405" fmla="*/ 19131 w 763267"/>
                <a:gd name="connsiteY405" fmla="*/ 374443 h 478792"/>
                <a:gd name="connsiteX406" fmla="*/ 15866 w 763267"/>
                <a:gd name="connsiteY406" fmla="*/ 377067 h 478792"/>
                <a:gd name="connsiteX407" fmla="*/ 15664 w 763267"/>
                <a:gd name="connsiteY407" fmla="*/ 380330 h 478792"/>
                <a:gd name="connsiteX408" fmla="*/ 16102 w 763267"/>
                <a:gd name="connsiteY408" fmla="*/ 387932 h 478792"/>
                <a:gd name="connsiteX409" fmla="*/ 12635 w 763267"/>
                <a:gd name="connsiteY409" fmla="*/ 388134 h 478792"/>
                <a:gd name="connsiteX410" fmla="*/ 6981 w 763267"/>
                <a:gd name="connsiteY410" fmla="*/ 384669 h 478792"/>
                <a:gd name="connsiteX411" fmla="*/ 2405 w 763267"/>
                <a:gd name="connsiteY411" fmla="*/ 386856 h 478792"/>
                <a:gd name="connsiteX412" fmla="*/ 15 w 763267"/>
                <a:gd name="connsiteY412" fmla="*/ 389244 h 478792"/>
                <a:gd name="connsiteX413" fmla="*/ 15 w 763267"/>
                <a:gd name="connsiteY413" fmla="*/ 394458 h 478792"/>
                <a:gd name="connsiteX414" fmla="*/ 3279 w 763267"/>
                <a:gd name="connsiteY414" fmla="*/ 400110 h 478792"/>
                <a:gd name="connsiteX415" fmla="*/ 6746 w 763267"/>
                <a:gd name="connsiteY415" fmla="*/ 404012 h 478792"/>
                <a:gd name="connsiteX416" fmla="*/ 13477 w 763267"/>
                <a:gd name="connsiteY416" fmla="*/ 402935 h 478792"/>
                <a:gd name="connsiteX417" fmla="*/ 15664 w 763267"/>
                <a:gd name="connsiteY417" fmla="*/ 401186 h 478792"/>
                <a:gd name="connsiteX418" fmla="*/ 17852 w 763267"/>
                <a:gd name="connsiteY418" fmla="*/ 399672 h 478792"/>
                <a:gd name="connsiteX419" fmla="*/ 17852 w 763267"/>
                <a:gd name="connsiteY419" fmla="*/ 394458 h 478792"/>
                <a:gd name="connsiteX420" fmla="*/ 22092 w 763267"/>
                <a:gd name="connsiteY420" fmla="*/ 392709 h 478792"/>
                <a:gd name="connsiteX421" fmla="*/ 25256 w 763267"/>
                <a:gd name="connsiteY421" fmla="*/ 394862 h 478792"/>
                <a:gd name="connsiteX422" fmla="*/ 26568 w 763267"/>
                <a:gd name="connsiteY422" fmla="*/ 399639 h 478792"/>
                <a:gd name="connsiteX423" fmla="*/ 26568 w 763267"/>
                <a:gd name="connsiteY423" fmla="*/ 406165 h 478792"/>
                <a:gd name="connsiteX424" fmla="*/ 32021 w 763267"/>
                <a:gd name="connsiteY424" fmla="*/ 408553 h 478792"/>
                <a:gd name="connsiteX425" fmla="*/ 40502 w 763267"/>
                <a:gd name="connsiteY425" fmla="*/ 413566 h 478792"/>
                <a:gd name="connsiteX426" fmla="*/ 47468 w 763267"/>
                <a:gd name="connsiteY426" fmla="*/ 419217 h 478792"/>
                <a:gd name="connsiteX427" fmla="*/ 49420 w 763267"/>
                <a:gd name="connsiteY427" fmla="*/ 422917 h 478792"/>
                <a:gd name="connsiteX428" fmla="*/ 48780 w 763267"/>
                <a:gd name="connsiteY428" fmla="*/ 427055 h 478792"/>
                <a:gd name="connsiteX429" fmla="*/ 47468 w 763267"/>
                <a:gd name="connsiteY429" fmla="*/ 432706 h 478792"/>
                <a:gd name="connsiteX430" fmla="*/ 47468 w 763267"/>
                <a:gd name="connsiteY430" fmla="*/ 435532 h 478792"/>
                <a:gd name="connsiteX431" fmla="*/ 52684 w 763267"/>
                <a:gd name="connsiteY431" fmla="*/ 439872 h 478792"/>
                <a:gd name="connsiteX432" fmla="*/ 52684 w 763267"/>
                <a:gd name="connsiteY432" fmla="*/ 441621 h 478792"/>
                <a:gd name="connsiteX433" fmla="*/ 51271 w 763267"/>
                <a:gd name="connsiteY433" fmla="*/ 443370 h 478792"/>
                <a:gd name="connsiteX434" fmla="*/ 52684 w 763267"/>
                <a:gd name="connsiteY434" fmla="*/ 448147 h 478792"/>
                <a:gd name="connsiteX435" fmla="*/ 57261 w 763267"/>
                <a:gd name="connsiteY435" fmla="*/ 450737 h 478792"/>
                <a:gd name="connsiteX436" fmla="*/ 64665 w 763267"/>
                <a:gd name="connsiteY436" fmla="*/ 445523 h 478792"/>
                <a:gd name="connsiteX437" fmla="*/ 70118 w 763267"/>
                <a:gd name="connsiteY437" fmla="*/ 446600 h 478792"/>
                <a:gd name="connsiteX438" fmla="*/ 71867 w 763267"/>
                <a:gd name="connsiteY438" fmla="*/ 450939 h 478792"/>
                <a:gd name="connsiteX439" fmla="*/ 73819 w 763267"/>
                <a:gd name="connsiteY439" fmla="*/ 457230 h 478792"/>
                <a:gd name="connsiteX440" fmla="*/ 70118 w 763267"/>
                <a:gd name="connsiteY440" fmla="*/ 458744 h 478792"/>
                <a:gd name="connsiteX441" fmla="*/ 70118 w 763267"/>
                <a:gd name="connsiteY441" fmla="*/ 463520 h 478792"/>
                <a:gd name="connsiteX442" fmla="*/ 71733 w 763267"/>
                <a:gd name="connsiteY442" fmla="*/ 468129 h 478792"/>
                <a:gd name="connsiteX443" fmla="*/ 78127 w 763267"/>
                <a:gd name="connsiteY443" fmla="*/ 470988 h 478792"/>
                <a:gd name="connsiteX444" fmla="*/ 84252 w 763267"/>
                <a:gd name="connsiteY444" fmla="*/ 473680 h 478792"/>
                <a:gd name="connsiteX445" fmla="*/ 85599 w 763267"/>
                <a:gd name="connsiteY445" fmla="*/ 474016 h 478792"/>
                <a:gd name="connsiteX446" fmla="*/ 85195 w 763267"/>
                <a:gd name="connsiteY446" fmla="*/ 472637 h 478792"/>
                <a:gd name="connsiteX447" fmla="*/ 86373 w 763267"/>
                <a:gd name="connsiteY447" fmla="*/ 467995 h 478792"/>
                <a:gd name="connsiteX448" fmla="*/ 88392 w 763267"/>
                <a:gd name="connsiteY448" fmla="*/ 463083 h 478792"/>
                <a:gd name="connsiteX449" fmla="*/ 90714 w 763267"/>
                <a:gd name="connsiteY449" fmla="*/ 457566 h 478792"/>
                <a:gd name="connsiteX450" fmla="*/ 94786 w 763267"/>
                <a:gd name="connsiteY450" fmla="*/ 453496 h 478792"/>
                <a:gd name="connsiteX451" fmla="*/ 98253 w 763267"/>
                <a:gd name="connsiteY451" fmla="*/ 448584 h 478792"/>
                <a:gd name="connsiteX452" fmla="*/ 99700 w 763267"/>
                <a:gd name="connsiteY452" fmla="*/ 443068 h 478792"/>
                <a:gd name="connsiteX453" fmla="*/ 100844 w 763267"/>
                <a:gd name="connsiteY453" fmla="*/ 434960 h 478792"/>
                <a:gd name="connsiteX454" fmla="*/ 102863 w 763267"/>
                <a:gd name="connsiteY454" fmla="*/ 431495 h 478792"/>
                <a:gd name="connsiteX455" fmla="*/ 108080 w 763267"/>
                <a:gd name="connsiteY455" fmla="*/ 429477 h 478792"/>
                <a:gd name="connsiteX456" fmla="*/ 110974 w 763267"/>
                <a:gd name="connsiteY456" fmla="*/ 426281 h 478792"/>
                <a:gd name="connsiteX457" fmla="*/ 112118 w 763267"/>
                <a:gd name="connsiteY457" fmla="*/ 422211 h 478792"/>
                <a:gd name="connsiteX458" fmla="*/ 111243 w 763267"/>
                <a:gd name="connsiteY458" fmla="*/ 417300 h 478792"/>
                <a:gd name="connsiteX459" fmla="*/ 110941 w 763267"/>
                <a:gd name="connsiteY459" fmla="*/ 412657 h 478792"/>
                <a:gd name="connsiteX460" fmla="*/ 117907 w 763267"/>
                <a:gd name="connsiteY460" fmla="*/ 412657 h 478792"/>
                <a:gd name="connsiteX461" fmla="*/ 119926 w 763267"/>
                <a:gd name="connsiteY461" fmla="*/ 415248 h 478792"/>
                <a:gd name="connsiteX462" fmla="*/ 124873 w 763267"/>
                <a:gd name="connsiteY462" fmla="*/ 415550 h 478792"/>
                <a:gd name="connsiteX463" fmla="*/ 128340 w 763267"/>
                <a:gd name="connsiteY463" fmla="*/ 415550 h 478792"/>
                <a:gd name="connsiteX464" fmla="*/ 132681 w 763267"/>
                <a:gd name="connsiteY464" fmla="*/ 412657 h 478792"/>
                <a:gd name="connsiteX465" fmla="*/ 135273 w 763267"/>
                <a:gd name="connsiteY465" fmla="*/ 409462 h 478792"/>
                <a:gd name="connsiteX466" fmla="*/ 139042 w 763267"/>
                <a:gd name="connsiteY466" fmla="*/ 407140 h 478792"/>
                <a:gd name="connsiteX467" fmla="*/ 141061 w 763267"/>
                <a:gd name="connsiteY467" fmla="*/ 404685 h 478792"/>
                <a:gd name="connsiteX468" fmla="*/ 148028 w 763267"/>
                <a:gd name="connsiteY468" fmla="*/ 400480 h 478792"/>
                <a:gd name="connsiteX469" fmla="*/ 150922 w 763267"/>
                <a:gd name="connsiteY469" fmla="*/ 400480 h 478792"/>
                <a:gd name="connsiteX470" fmla="*/ 156139 w 763267"/>
                <a:gd name="connsiteY470" fmla="*/ 400480 h 478792"/>
                <a:gd name="connsiteX471" fmla="*/ 160211 w 763267"/>
                <a:gd name="connsiteY471" fmla="*/ 400480 h 478792"/>
                <a:gd name="connsiteX472" fmla="*/ 165730 w 763267"/>
                <a:gd name="connsiteY472" fmla="*/ 401354 h 478792"/>
                <a:gd name="connsiteX473" fmla="*/ 171249 w 763267"/>
                <a:gd name="connsiteY473" fmla="*/ 401657 h 478792"/>
                <a:gd name="connsiteX474" fmla="*/ 179091 w 763267"/>
                <a:gd name="connsiteY474" fmla="*/ 402229 h 478792"/>
                <a:gd name="connsiteX475" fmla="*/ 182860 w 763267"/>
                <a:gd name="connsiteY475" fmla="*/ 404853 h 478792"/>
                <a:gd name="connsiteX476" fmla="*/ 184880 w 763267"/>
                <a:gd name="connsiteY476" fmla="*/ 405997 h 478792"/>
                <a:gd name="connsiteX477" fmla="*/ 188649 w 763267"/>
                <a:gd name="connsiteY477" fmla="*/ 408890 h 478792"/>
                <a:gd name="connsiteX478" fmla="*/ 191274 w 763267"/>
                <a:gd name="connsiteY478" fmla="*/ 412086 h 478792"/>
                <a:gd name="connsiteX479" fmla="*/ 193899 w 763267"/>
                <a:gd name="connsiteY479" fmla="*/ 415853 h 478792"/>
                <a:gd name="connsiteX480" fmla="*/ 199115 w 763267"/>
                <a:gd name="connsiteY480" fmla="*/ 418174 h 478792"/>
                <a:gd name="connsiteX481" fmla="*/ 206654 w 763267"/>
                <a:gd name="connsiteY481" fmla="*/ 413229 h 478792"/>
                <a:gd name="connsiteX482" fmla="*/ 209245 w 763267"/>
                <a:gd name="connsiteY482" fmla="*/ 408318 h 478792"/>
                <a:gd name="connsiteX483" fmla="*/ 214765 w 763267"/>
                <a:gd name="connsiteY483" fmla="*/ 405425 h 478792"/>
                <a:gd name="connsiteX484" fmla="*/ 218231 w 763267"/>
                <a:gd name="connsiteY484" fmla="*/ 403104 h 478792"/>
                <a:gd name="connsiteX485" fmla="*/ 221428 w 763267"/>
                <a:gd name="connsiteY485" fmla="*/ 400110 h 478792"/>
                <a:gd name="connsiteX486" fmla="*/ 221428 w 763267"/>
                <a:gd name="connsiteY486" fmla="*/ 396140 h 478792"/>
                <a:gd name="connsiteX487" fmla="*/ 219981 w 763267"/>
                <a:gd name="connsiteY487" fmla="*/ 394391 h 478792"/>
                <a:gd name="connsiteX488" fmla="*/ 218231 w 763267"/>
                <a:gd name="connsiteY488" fmla="*/ 393214 h 478792"/>
                <a:gd name="connsiteX489" fmla="*/ 215034 w 763267"/>
                <a:gd name="connsiteY489" fmla="*/ 391767 h 478792"/>
                <a:gd name="connsiteX490" fmla="*/ 211568 w 763267"/>
                <a:gd name="connsiteY490" fmla="*/ 389446 h 478792"/>
                <a:gd name="connsiteX491" fmla="*/ 209548 w 763267"/>
                <a:gd name="connsiteY491" fmla="*/ 389446 h 478792"/>
                <a:gd name="connsiteX492" fmla="*/ 207226 w 763267"/>
                <a:gd name="connsiteY492" fmla="*/ 386553 h 478792"/>
                <a:gd name="connsiteX493" fmla="*/ 205207 w 763267"/>
                <a:gd name="connsiteY493" fmla="*/ 382482 h 478792"/>
                <a:gd name="connsiteX494" fmla="*/ 205779 w 763267"/>
                <a:gd name="connsiteY494" fmla="*/ 379590 h 478792"/>
                <a:gd name="connsiteX495" fmla="*/ 206082 w 763267"/>
                <a:gd name="connsiteY495" fmla="*/ 374947 h 478792"/>
                <a:gd name="connsiteX496" fmla="*/ 205779 w 763267"/>
                <a:gd name="connsiteY496" fmla="*/ 369161 h 478792"/>
                <a:gd name="connsiteX497" fmla="*/ 206957 w 763267"/>
                <a:gd name="connsiteY497" fmla="*/ 367143 h 478792"/>
                <a:gd name="connsiteX498" fmla="*/ 211299 w 763267"/>
                <a:gd name="connsiteY498" fmla="*/ 367143 h 478792"/>
                <a:gd name="connsiteX499" fmla="*/ 218837 w 763267"/>
                <a:gd name="connsiteY499" fmla="*/ 367008 h 478792"/>
                <a:gd name="connsiteX500" fmla="*/ 220284 w 763267"/>
                <a:gd name="connsiteY500" fmla="*/ 367008 h 478792"/>
                <a:gd name="connsiteX501" fmla="*/ 224626 w 763267"/>
                <a:gd name="connsiteY501" fmla="*/ 367008 h 478792"/>
                <a:gd name="connsiteX502" fmla="*/ 231289 w 763267"/>
                <a:gd name="connsiteY502" fmla="*/ 366773 h 478792"/>
                <a:gd name="connsiteX503" fmla="*/ 235059 w 763267"/>
                <a:gd name="connsiteY503" fmla="*/ 363644 h 478792"/>
                <a:gd name="connsiteX504" fmla="*/ 237381 w 763267"/>
                <a:gd name="connsiteY504" fmla="*/ 360449 h 478792"/>
                <a:gd name="connsiteX505" fmla="*/ 240006 w 763267"/>
                <a:gd name="connsiteY505" fmla="*/ 356984 h 478792"/>
                <a:gd name="connsiteX506" fmla="*/ 241453 w 763267"/>
                <a:gd name="connsiteY506" fmla="*/ 356984 h 478792"/>
                <a:gd name="connsiteX507" fmla="*/ 244650 w 763267"/>
                <a:gd name="connsiteY507" fmla="*/ 358430 h 478792"/>
                <a:gd name="connsiteX508" fmla="*/ 247847 w 763267"/>
                <a:gd name="connsiteY508" fmla="*/ 365091 h 478792"/>
                <a:gd name="connsiteX509" fmla="*/ 250170 w 763267"/>
                <a:gd name="connsiteY509" fmla="*/ 370036 h 478792"/>
                <a:gd name="connsiteX510" fmla="*/ 253636 w 763267"/>
                <a:gd name="connsiteY510" fmla="*/ 372929 h 478792"/>
                <a:gd name="connsiteX511" fmla="*/ 259425 w 763267"/>
                <a:gd name="connsiteY511" fmla="*/ 371482 h 478792"/>
                <a:gd name="connsiteX512" fmla="*/ 267535 w 763267"/>
                <a:gd name="connsiteY512" fmla="*/ 369161 h 478792"/>
                <a:gd name="connsiteX513" fmla="*/ 271607 w 763267"/>
                <a:gd name="connsiteY513" fmla="*/ 367143 h 478792"/>
                <a:gd name="connsiteX514" fmla="*/ 275949 w 763267"/>
                <a:gd name="connsiteY514" fmla="*/ 370910 h 478792"/>
                <a:gd name="connsiteX515" fmla="*/ 279718 w 763267"/>
                <a:gd name="connsiteY515" fmla="*/ 372929 h 478792"/>
                <a:gd name="connsiteX516" fmla="*/ 286988 w 763267"/>
                <a:gd name="connsiteY516" fmla="*/ 376125 h 478792"/>
                <a:gd name="connsiteX517" fmla="*/ 293348 w 763267"/>
                <a:gd name="connsiteY517" fmla="*/ 377874 h 478792"/>
                <a:gd name="connsiteX518" fmla="*/ 296545 w 763267"/>
                <a:gd name="connsiteY518" fmla="*/ 379320 h 478792"/>
                <a:gd name="connsiteX519" fmla="*/ 298296 w 763267"/>
                <a:gd name="connsiteY519" fmla="*/ 382214 h 478792"/>
                <a:gd name="connsiteX520" fmla="*/ 306406 w 763267"/>
                <a:gd name="connsiteY520" fmla="*/ 385241 h 478792"/>
                <a:gd name="connsiteX521" fmla="*/ 310748 w 763267"/>
                <a:gd name="connsiteY521" fmla="*/ 384804 h 478792"/>
                <a:gd name="connsiteX522" fmla="*/ 316267 w 763267"/>
                <a:gd name="connsiteY522" fmla="*/ 384804 h 478792"/>
                <a:gd name="connsiteX523" fmla="*/ 322359 w 763267"/>
                <a:gd name="connsiteY523" fmla="*/ 383794 h 478792"/>
                <a:gd name="connsiteX524" fmla="*/ 329022 w 763267"/>
                <a:gd name="connsiteY524" fmla="*/ 383088 h 478792"/>
                <a:gd name="connsiteX525" fmla="*/ 331916 w 763267"/>
                <a:gd name="connsiteY525" fmla="*/ 383088 h 478792"/>
                <a:gd name="connsiteX526" fmla="*/ 335113 w 763267"/>
                <a:gd name="connsiteY526" fmla="*/ 385712 h 478792"/>
                <a:gd name="connsiteX527" fmla="*/ 339455 w 763267"/>
                <a:gd name="connsiteY527" fmla="*/ 387730 h 478792"/>
                <a:gd name="connsiteX528" fmla="*/ 345816 w 763267"/>
                <a:gd name="connsiteY528" fmla="*/ 391801 h 478792"/>
                <a:gd name="connsiteX529" fmla="*/ 349282 w 763267"/>
                <a:gd name="connsiteY529" fmla="*/ 392978 h 478792"/>
                <a:gd name="connsiteX530" fmla="*/ 355946 w 763267"/>
                <a:gd name="connsiteY530" fmla="*/ 398192 h 478792"/>
                <a:gd name="connsiteX531" fmla="*/ 362912 w 763267"/>
                <a:gd name="connsiteY531" fmla="*/ 400513 h 478792"/>
                <a:gd name="connsiteX532" fmla="*/ 364932 w 763267"/>
                <a:gd name="connsiteY532" fmla="*/ 406299 h 478792"/>
                <a:gd name="connsiteX533" fmla="*/ 368398 w 763267"/>
                <a:gd name="connsiteY533" fmla="*/ 408890 h 478792"/>
                <a:gd name="connsiteX534" fmla="*/ 373312 w 763267"/>
                <a:gd name="connsiteY534" fmla="*/ 412960 h 478792"/>
                <a:gd name="connsiteX535" fmla="*/ 375634 w 763267"/>
                <a:gd name="connsiteY535" fmla="*/ 420361 h 478792"/>
                <a:gd name="connsiteX536" fmla="*/ 376946 w 763267"/>
                <a:gd name="connsiteY536" fmla="*/ 422379 h 478792"/>
                <a:gd name="connsiteX537" fmla="*/ 378461 w 763267"/>
                <a:gd name="connsiteY537" fmla="*/ 421942 h 478792"/>
                <a:gd name="connsiteX538" fmla="*/ 381422 w 763267"/>
                <a:gd name="connsiteY538" fmla="*/ 417737 h 478792"/>
                <a:gd name="connsiteX539" fmla="*/ 381422 w 763267"/>
                <a:gd name="connsiteY539" fmla="*/ 415281 h 478792"/>
                <a:gd name="connsiteX540" fmla="*/ 382499 w 763267"/>
                <a:gd name="connsiteY540" fmla="*/ 414272 h 478792"/>
                <a:gd name="connsiteX541" fmla="*/ 384889 w 763267"/>
                <a:gd name="connsiteY541" fmla="*/ 417030 h 478792"/>
                <a:gd name="connsiteX542" fmla="*/ 384889 w 763267"/>
                <a:gd name="connsiteY542" fmla="*/ 418780 h 478792"/>
                <a:gd name="connsiteX543" fmla="*/ 386639 w 763267"/>
                <a:gd name="connsiteY543" fmla="*/ 422413 h 478792"/>
                <a:gd name="connsiteX544" fmla="*/ 388961 w 763267"/>
                <a:gd name="connsiteY544" fmla="*/ 423859 h 478792"/>
                <a:gd name="connsiteX545" fmla="*/ 391855 w 763267"/>
                <a:gd name="connsiteY545" fmla="*/ 423557 h 478792"/>
                <a:gd name="connsiteX546" fmla="*/ 395625 w 763267"/>
                <a:gd name="connsiteY546" fmla="*/ 421404 h 478792"/>
                <a:gd name="connsiteX547" fmla="*/ 397509 w 763267"/>
                <a:gd name="connsiteY547" fmla="*/ 419082 h 478792"/>
                <a:gd name="connsiteX548" fmla="*/ 399832 w 763267"/>
                <a:gd name="connsiteY548" fmla="*/ 416761 h 478792"/>
                <a:gd name="connsiteX549" fmla="*/ 402456 w 763267"/>
                <a:gd name="connsiteY549" fmla="*/ 412119 h 478792"/>
                <a:gd name="connsiteX550" fmla="*/ 404913 w 763267"/>
                <a:gd name="connsiteY550" fmla="*/ 411547 h 478792"/>
                <a:gd name="connsiteX551" fmla="*/ 408683 w 763267"/>
                <a:gd name="connsiteY551" fmla="*/ 409226 h 478792"/>
                <a:gd name="connsiteX552" fmla="*/ 411880 w 763267"/>
                <a:gd name="connsiteY552" fmla="*/ 409226 h 478792"/>
                <a:gd name="connsiteX553" fmla="*/ 416659 w 763267"/>
                <a:gd name="connsiteY553" fmla="*/ 408789 h 478792"/>
                <a:gd name="connsiteX554" fmla="*/ 419116 w 763267"/>
                <a:gd name="connsiteY554" fmla="*/ 410975 h 478792"/>
                <a:gd name="connsiteX555" fmla="*/ 422582 w 763267"/>
                <a:gd name="connsiteY555" fmla="*/ 407780 h 478792"/>
                <a:gd name="connsiteX556" fmla="*/ 424164 w 763267"/>
                <a:gd name="connsiteY556" fmla="*/ 404887 h 478792"/>
                <a:gd name="connsiteX557" fmla="*/ 426183 w 763267"/>
                <a:gd name="connsiteY557" fmla="*/ 401691 h 478792"/>
                <a:gd name="connsiteX558" fmla="*/ 428202 w 763267"/>
                <a:gd name="connsiteY558" fmla="*/ 398663 h 478792"/>
                <a:gd name="connsiteX559" fmla="*/ 430087 w 763267"/>
                <a:gd name="connsiteY559" fmla="*/ 395636 h 478792"/>
                <a:gd name="connsiteX560" fmla="*/ 431971 w 763267"/>
                <a:gd name="connsiteY560" fmla="*/ 393752 h 478792"/>
                <a:gd name="connsiteX561" fmla="*/ 436885 w 763267"/>
                <a:gd name="connsiteY561" fmla="*/ 392608 h 478792"/>
                <a:gd name="connsiteX562" fmla="*/ 440351 w 763267"/>
                <a:gd name="connsiteY562" fmla="*/ 392608 h 478792"/>
                <a:gd name="connsiteX563" fmla="*/ 442539 w 763267"/>
                <a:gd name="connsiteY563" fmla="*/ 392608 h 478792"/>
                <a:gd name="connsiteX564" fmla="*/ 444121 w 763267"/>
                <a:gd name="connsiteY564" fmla="*/ 394627 h 478792"/>
                <a:gd name="connsiteX565" fmla="*/ 444895 w 763267"/>
                <a:gd name="connsiteY565" fmla="*/ 395198 h 478792"/>
                <a:gd name="connsiteX566" fmla="*/ 445703 w 763267"/>
                <a:gd name="connsiteY566" fmla="*/ 398226 h 478792"/>
                <a:gd name="connsiteX567" fmla="*/ 445703 w 763267"/>
                <a:gd name="connsiteY567" fmla="*/ 401422 h 478792"/>
                <a:gd name="connsiteX568" fmla="*/ 445703 w 763267"/>
                <a:gd name="connsiteY568" fmla="*/ 406636 h 478792"/>
                <a:gd name="connsiteX569" fmla="*/ 445703 w 763267"/>
                <a:gd name="connsiteY569" fmla="*/ 408082 h 478792"/>
                <a:gd name="connsiteX570" fmla="*/ 445837 w 763267"/>
                <a:gd name="connsiteY570" fmla="*/ 413162 h 478792"/>
                <a:gd name="connsiteX571" fmla="*/ 445972 w 763267"/>
                <a:gd name="connsiteY571" fmla="*/ 416627 h 478792"/>
                <a:gd name="connsiteX572" fmla="*/ 445433 w 763267"/>
                <a:gd name="connsiteY572" fmla="*/ 420966 h 478792"/>
                <a:gd name="connsiteX573" fmla="*/ 446140 w 763267"/>
                <a:gd name="connsiteY573" fmla="*/ 424734 h 478792"/>
                <a:gd name="connsiteX574" fmla="*/ 448361 w 763267"/>
                <a:gd name="connsiteY574" fmla="*/ 427190 h 478792"/>
                <a:gd name="connsiteX575" fmla="*/ 450246 w 763267"/>
                <a:gd name="connsiteY575" fmla="*/ 429376 h 478792"/>
                <a:gd name="connsiteX576" fmla="*/ 453578 w 763267"/>
                <a:gd name="connsiteY576" fmla="*/ 430554 h 478792"/>
                <a:gd name="connsiteX577" fmla="*/ 455765 w 763267"/>
                <a:gd name="connsiteY577" fmla="*/ 429545 h 478792"/>
                <a:gd name="connsiteX578" fmla="*/ 458087 w 763267"/>
                <a:gd name="connsiteY578" fmla="*/ 427223 h 478792"/>
                <a:gd name="connsiteX579" fmla="*/ 460477 w 763267"/>
                <a:gd name="connsiteY579" fmla="*/ 427795 h 478792"/>
                <a:gd name="connsiteX580" fmla="*/ 461419 w 763267"/>
                <a:gd name="connsiteY580" fmla="*/ 429679 h 478792"/>
                <a:gd name="connsiteX581" fmla="*/ 461419 w 763267"/>
                <a:gd name="connsiteY581" fmla="*/ 432706 h 478792"/>
                <a:gd name="connsiteX582" fmla="*/ 461419 w 763267"/>
                <a:gd name="connsiteY582" fmla="*/ 436171 h 478792"/>
                <a:gd name="connsiteX583" fmla="*/ 464313 w 763267"/>
                <a:gd name="connsiteY583" fmla="*/ 435431 h 478792"/>
                <a:gd name="connsiteX584" fmla="*/ 467342 w 763267"/>
                <a:gd name="connsiteY584" fmla="*/ 432673 h 478792"/>
                <a:gd name="connsiteX585" fmla="*/ 469227 w 763267"/>
                <a:gd name="connsiteY585" fmla="*/ 431361 h 478792"/>
                <a:gd name="connsiteX586" fmla="*/ 471112 w 763267"/>
                <a:gd name="connsiteY586" fmla="*/ 428165 h 478792"/>
                <a:gd name="connsiteX587" fmla="*/ 478516 w 763267"/>
                <a:gd name="connsiteY587" fmla="*/ 422211 h 478792"/>
                <a:gd name="connsiteX588" fmla="*/ 483295 w 763267"/>
                <a:gd name="connsiteY588" fmla="*/ 418578 h 478792"/>
                <a:gd name="connsiteX589" fmla="*/ 485449 w 763267"/>
                <a:gd name="connsiteY589" fmla="*/ 414945 h 478792"/>
                <a:gd name="connsiteX590" fmla="*/ 489218 w 763267"/>
                <a:gd name="connsiteY590" fmla="*/ 410740 h 478792"/>
                <a:gd name="connsiteX591" fmla="*/ 490665 w 763267"/>
                <a:gd name="connsiteY591" fmla="*/ 408722 h 478792"/>
                <a:gd name="connsiteX592" fmla="*/ 492247 w 763267"/>
                <a:gd name="connsiteY592" fmla="*/ 407847 h 478792"/>
                <a:gd name="connsiteX593" fmla="*/ 496723 w 763267"/>
                <a:gd name="connsiteY593" fmla="*/ 404214 h 478792"/>
                <a:gd name="connsiteX594" fmla="*/ 498608 w 763267"/>
                <a:gd name="connsiteY594" fmla="*/ 403474 h 478792"/>
                <a:gd name="connsiteX595" fmla="*/ 501637 w 763267"/>
                <a:gd name="connsiteY595" fmla="*/ 402027 h 478792"/>
                <a:gd name="connsiteX596" fmla="*/ 504531 w 763267"/>
                <a:gd name="connsiteY596" fmla="*/ 401018 h 478792"/>
                <a:gd name="connsiteX597" fmla="*/ 506719 w 763267"/>
                <a:gd name="connsiteY597" fmla="*/ 401153 h 478792"/>
                <a:gd name="connsiteX598" fmla="*/ 508738 w 763267"/>
                <a:gd name="connsiteY598" fmla="*/ 402902 h 478792"/>
                <a:gd name="connsiteX599" fmla="*/ 509444 w 763267"/>
                <a:gd name="connsiteY599" fmla="*/ 403339 h 478792"/>
                <a:gd name="connsiteX600" fmla="*/ 512911 w 763267"/>
                <a:gd name="connsiteY600" fmla="*/ 405660 h 478792"/>
                <a:gd name="connsiteX601" fmla="*/ 515233 w 763267"/>
                <a:gd name="connsiteY601" fmla="*/ 408116 h 478792"/>
                <a:gd name="connsiteX602" fmla="*/ 516680 w 763267"/>
                <a:gd name="connsiteY602" fmla="*/ 408553 h 478792"/>
                <a:gd name="connsiteX603" fmla="*/ 520315 w 763267"/>
                <a:gd name="connsiteY603" fmla="*/ 411884 h 478792"/>
                <a:gd name="connsiteX604" fmla="*/ 522334 w 763267"/>
                <a:gd name="connsiteY604" fmla="*/ 413768 h 478792"/>
                <a:gd name="connsiteX605" fmla="*/ 523950 w 763267"/>
                <a:gd name="connsiteY605" fmla="*/ 415517 h 478792"/>
                <a:gd name="connsiteX606" fmla="*/ 523950 w 763267"/>
                <a:gd name="connsiteY606" fmla="*/ 418712 h 478792"/>
                <a:gd name="connsiteX607" fmla="*/ 522940 w 763267"/>
                <a:gd name="connsiteY607" fmla="*/ 420462 h 478792"/>
                <a:gd name="connsiteX608" fmla="*/ 521493 w 763267"/>
                <a:gd name="connsiteY608" fmla="*/ 421774 h 478792"/>
                <a:gd name="connsiteX609" fmla="*/ 520617 w 763267"/>
                <a:gd name="connsiteY609" fmla="*/ 422648 h 478792"/>
                <a:gd name="connsiteX610" fmla="*/ 520315 w 763267"/>
                <a:gd name="connsiteY610" fmla="*/ 423960 h 478792"/>
                <a:gd name="connsiteX611" fmla="*/ 521762 w 763267"/>
                <a:gd name="connsiteY611" fmla="*/ 425541 h 478792"/>
                <a:gd name="connsiteX612" fmla="*/ 522031 w 763267"/>
                <a:gd name="connsiteY612" fmla="*/ 426988 h 478792"/>
                <a:gd name="connsiteX613" fmla="*/ 525363 w 763267"/>
                <a:gd name="connsiteY613" fmla="*/ 425979 h 478792"/>
                <a:gd name="connsiteX614" fmla="*/ 526810 w 763267"/>
                <a:gd name="connsiteY614" fmla="*/ 426988 h 478792"/>
                <a:gd name="connsiteX615" fmla="*/ 529132 w 763267"/>
                <a:gd name="connsiteY615" fmla="*/ 430453 h 478792"/>
                <a:gd name="connsiteX616" fmla="*/ 529132 w 763267"/>
                <a:gd name="connsiteY616" fmla="*/ 432639 h 478792"/>
                <a:gd name="connsiteX617" fmla="*/ 528560 w 763267"/>
                <a:gd name="connsiteY617" fmla="*/ 434826 h 478792"/>
                <a:gd name="connsiteX618" fmla="*/ 527988 w 763267"/>
                <a:gd name="connsiteY618" fmla="*/ 436272 h 478792"/>
                <a:gd name="connsiteX619" fmla="*/ 527416 w 763267"/>
                <a:gd name="connsiteY619" fmla="*/ 437147 h 478792"/>
                <a:gd name="connsiteX620" fmla="*/ 525094 w 763267"/>
                <a:gd name="connsiteY620" fmla="*/ 439737 h 478792"/>
                <a:gd name="connsiteX621" fmla="*/ 523209 w 763267"/>
                <a:gd name="connsiteY621" fmla="*/ 441924 h 478792"/>
                <a:gd name="connsiteX622" fmla="*/ 520887 w 763267"/>
                <a:gd name="connsiteY622" fmla="*/ 443505 h 478792"/>
                <a:gd name="connsiteX623" fmla="*/ 519137 w 763267"/>
                <a:gd name="connsiteY623" fmla="*/ 445389 h 478792"/>
                <a:gd name="connsiteX624" fmla="*/ 517623 w 763267"/>
                <a:gd name="connsiteY624" fmla="*/ 447138 h 478792"/>
                <a:gd name="connsiteX625" fmla="*/ 516815 w 763267"/>
                <a:gd name="connsiteY625" fmla="*/ 450603 h 478792"/>
                <a:gd name="connsiteX626" fmla="*/ 515940 w 763267"/>
                <a:gd name="connsiteY626" fmla="*/ 453496 h 478792"/>
                <a:gd name="connsiteX627" fmla="*/ 516646 w 763267"/>
                <a:gd name="connsiteY627" fmla="*/ 455682 h 478792"/>
                <a:gd name="connsiteX628" fmla="*/ 520719 w 763267"/>
                <a:gd name="connsiteY628" fmla="*/ 455817 h 478792"/>
                <a:gd name="connsiteX629" fmla="*/ 523916 w 763267"/>
                <a:gd name="connsiteY629" fmla="*/ 456557 h 478792"/>
                <a:gd name="connsiteX630" fmla="*/ 527382 w 763267"/>
                <a:gd name="connsiteY630" fmla="*/ 457129 h 478792"/>
                <a:gd name="connsiteX631" fmla="*/ 526507 w 763267"/>
                <a:gd name="connsiteY631" fmla="*/ 459585 h 478792"/>
                <a:gd name="connsiteX632" fmla="*/ 524050 w 763267"/>
                <a:gd name="connsiteY632" fmla="*/ 460728 h 478792"/>
                <a:gd name="connsiteX633" fmla="*/ 521156 w 763267"/>
                <a:gd name="connsiteY633" fmla="*/ 461872 h 478792"/>
                <a:gd name="connsiteX634" fmla="*/ 519137 w 763267"/>
                <a:gd name="connsiteY634" fmla="*/ 464059 h 478792"/>
                <a:gd name="connsiteX635" fmla="*/ 518565 w 763267"/>
                <a:gd name="connsiteY635" fmla="*/ 466077 h 478792"/>
                <a:gd name="connsiteX636" fmla="*/ 519574 w 763267"/>
                <a:gd name="connsiteY636" fmla="*/ 468970 h 478792"/>
                <a:gd name="connsiteX637" fmla="*/ 521459 w 763267"/>
                <a:gd name="connsiteY637" fmla="*/ 470282 h 478792"/>
                <a:gd name="connsiteX638" fmla="*/ 524488 w 763267"/>
                <a:gd name="connsiteY638" fmla="*/ 473309 h 478792"/>
                <a:gd name="connsiteX639" fmla="*/ 526810 w 763267"/>
                <a:gd name="connsiteY639" fmla="*/ 474184 h 478792"/>
                <a:gd name="connsiteX640" fmla="*/ 529132 w 763267"/>
                <a:gd name="connsiteY640" fmla="*/ 473747 h 478792"/>
                <a:gd name="connsiteX641" fmla="*/ 531757 w 763267"/>
                <a:gd name="connsiteY641" fmla="*/ 472435 h 478792"/>
                <a:gd name="connsiteX642" fmla="*/ 533339 w 763267"/>
                <a:gd name="connsiteY642" fmla="*/ 470854 h 478792"/>
                <a:gd name="connsiteX643" fmla="*/ 534484 w 763267"/>
                <a:gd name="connsiteY643" fmla="*/ 469105 h 478792"/>
                <a:gd name="connsiteX644" fmla="*/ 535998 w 763267"/>
                <a:gd name="connsiteY644" fmla="*/ 468533 h 478792"/>
                <a:gd name="connsiteX645" fmla="*/ 537815 w 763267"/>
                <a:gd name="connsiteY645" fmla="*/ 470988 h 478792"/>
                <a:gd name="connsiteX646" fmla="*/ 537815 w 763267"/>
                <a:gd name="connsiteY646" fmla="*/ 472570 h 478792"/>
                <a:gd name="connsiteX647" fmla="*/ 537815 w 763267"/>
                <a:gd name="connsiteY647" fmla="*/ 475328 h 478792"/>
                <a:gd name="connsiteX648" fmla="*/ 541585 w 763267"/>
                <a:gd name="connsiteY648" fmla="*/ 478793 h 478792"/>
                <a:gd name="connsiteX649" fmla="*/ 543301 w 763267"/>
                <a:gd name="connsiteY649" fmla="*/ 477346 h 478792"/>
                <a:gd name="connsiteX650" fmla="*/ 546936 w 763267"/>
                <a:gd name="connsiteY650" fmla="*/ 477481 h 478792"/>
                <a:gd name="connsiteX651" fmla="*/ 548517 w 763267"/>
                <a:gd name="connsiteY651" fmla="*/ 472401 h 478792"/>
                <a:gd name="connsiteX652" fmla="*/ 551715 w 763267"/>
                <a:gd name="connsiteY652" fmla="*/ 469710 h 478792"/>
                <a:gd name="connsiteX653" fmla="*/ 556493 w 763267"/>
                <a:gd name="connsiteY653" fmla="*/ 465371 h 478792"/>
                <a:gd name="connsiteX654" fmla="*/ 558883 w 763267"/>
                <a:gd name="connsiteY654" fmla="*/ 462108 h 478792"/>
                <a:gd name="connsiteX655" fmla="*/ 561710 w 763267"/>
                <a:gd name="connsiteY655" fmla="*/ 457600 h 478792"/>
                <a:gd name="connsiteX656" fmla="*/ 567801 w 763267"/>
                <a:gd name="connsiteY656" fmla="*/ 457533 h 478792"/>
                <a:gd name="connsiteX657" fmla="*/ 570056 w 763267"/>
                <a:gd name="connsiteY657" fmla="*/ 457600 h 478792"/>
                <a:gd name="connsiteX658" fmla="*/ 570191 w 763267"/>
                <a:gd name="connsiteY658" fmla="*/ 457533 h 478792"/>
                <a:gd name="connsiteX659" fmla="*/ 575609 w 763267"/>
                <a:gd name="connsiteY659" fmla="*/ 456456 h 478792"/>
                <a:gd name="connsiteX660" fmla="*/ 577797 w 763267"/>
                <a:gd name="connsiteY660" fmla="*/ 455144 h 478792"/>
                <a:gd name="connsiteX661" fmla="*/ 577797 w 763267"/>
                <a:gd name="connsiteY661" fmla="*/ 449930 h 478792"/>
                <a:gd name="connsiteX662" fmla="*/ 577797 w 763267"/>
                <a:gd name="connsiteY662" fmla="*/ 447743 h 478792"/>
                <a:gd name="connsiteX663" fmla="*/ 578672 w 763267"/>
                <a:gd name="connsiteY663" fmla="*/ 443841 h 478792"/>
                <a:gd name="connsiteX664" fmla="*/ 582138 w 763267"/>
                <a:gd name="connsiteY664" fmla="*/ 443841 h 478792"/>
                <a:gd name="connsiteX665" fmla="*/ 595196 w 763267"/>
                <a:gd name="connsiteY665" fmla="*/ 443841 h 478792"/>
                <a:gd name="connsiteX666" fmla="*/ 603004 w 763267"/>
                <a:gd name="connsiteY666" fmla="*/ 442092 h 478792"/>
                <a:gd name="connsiteX667" fmla="*/ 606470 w 763267"/>
                <a:gd name="connsiteY667" fmla="*/ 440578 h 478792"/>
                <a:gd name="connsiteX668" fmla="*/ 610374 w 763267"/>
                <a:gd name="connsiteY668" fmla="*/ 436239 h 478792"/>
                <a:gd name="connsiteX669" fmla="*/ 613403 w 763267"/>
                <a:gd name="connsiteY669" fmla="*/ 433413 h 478792"/>
                <a:gd name="connsiteX670" fmla="*/ 623836 w 763267"/>
                <a:gd name="connsiteY670" fmla="*/ 433413 h 478792"/>
                <a:gd name="connsiteX671" fmla="*/ 632519 w 763267"/>
                <a:gd name="connsiteY671" fmla="*/ 433413 h 478792"/>
                <a:gd name="connsiteX672" fmla="*/ 639687 w 763267"/>
                <a:gd name="connsiteY672" fmla="*/ 433413 h 478792"/>
                <a:gd name="connsiteX673" fmla="*/ 644029 w 763267"/>
                <a:gd name="connsiteY673" fmla="*/ 428972 h 478792"/>
                <a:gd name="connsiteX674" fmla="*/ 639687 w 763267"/>
                <a:gd name="connsiteY674" fmla="*/ 421034 h 478792"/>
                <a:gd name="connsiteX675" fmla="*/ 643827 w 763267"/>
                <a:gd name="connsiteY675" fmla="*/ 416896 h 478792"/>
                <a:gd name="connsiteX676" fmla="*/ 645779 w 763267"/>
                <a:gd name="connsiteY676" fmla="*/ 413633 h 478792"/>
                <a:gd name="connsiteX677" fmla="*/ 650558 w 763267"/>
                <a:gd name="connsiteY677" fmla="*/ 409495 h 478792"/>
                <a:gd name="connsiteX678" fmla="*/ 656010 w 763267"/>
                <a:gd name="connsiteY678" fmla="*/ 412960 h 478792"/>
                <a:gd name="connsiteX679" fmla="*/ 663414 w 763267"/>
                <a:gd name="connsiteY679" fmla="*/ 417939 h 478792"/>
                <a:gd name="connsiteX680" fmla="*/ 669943 w 763267"/>
                <a:gd name="connsiteY680" fmla="*/ 414474 h 478792"/>
                <a:gd name="connsiteX681" fmla="*/ 671020 w 763267"/>
                <a:gd name="connsiteY681" fmla="*/ 410134 h 478792"/>
                <a:gd name="connsiteX682" fmla="*/ 674049 w 763267"/>
                <a:gd name="connsiteY682" fmla="*/ 404046 h 478792"/>
                <a:gd name="connsiteX683" fmla="*/ 680578 w 763267"/>
                <a:gd name="connsiteY683" fmla="*/ 401422 h 478792"/>
                <a:gd name="connsiteX684" fmla="*/ 685155 w 763267"/>
                <a:gd name="connsiteY684" fmla="*/ 400110 h 478792"/>
                <a:gd name="connsiteX685" fmla="*/ 688857 w 763267"/>
                <a:gd name="connsiteY685" fmla="*/ 397721 h 478792"/>
                <a:gd name="connsiteX686" fmla="*/ 691684 w 763267"/>
                <a:gd name="connsiteY686" fmla="*/ 393819 h 478792"/>
                <a:gd name="connsiteX687" fmla="*/ 694309 w 763267"/>
                <a:gd name="connsiteY687" fmla="*/ 389042 h 478792"/>
                <a:gd name="connsiteX688" fmla="*/ 694309 w 763267"/>
                <a:gd name="connsiteY688" fmla="*/ 385577 h 478792"/>
                <a:gd name="connsiteX689" fmla="*/ 696597 w 763267"/>
                <a:gd name="connsiteY689" fmla="*/ 381238 h 478792"/>
                <a:gd name="connsiteX690" fmla="*/ 704540 w 763267"/>
                <a:gd name="connsiteY690" fmla="*/ 380801 h 478792"/>
                <a:gd name="connsiteX691" fmla="*/ 710833 w 763267"/>
                <a:gd name="connsiteY691" fmla="*/ 379489 h 478792"/>
                <a:gd name="connsiteX692" fmla="*/ 722343 w 763267"/>
                <a:gd name="connsiteY692" fmla="*/ 379489 h 478792"/>
                <a:gd name="connsiteX693" fmla="*/ 727560 w 763267"/>
                <a:gd name="connsiteY693" fmla="*/ 381541 h 478792"/>
                <a:gd name="connsiteX694" fmla="*/ 730387 w 763267"/>
                <a:gd name="connsiteY694" fmla="*/ 384265 h 478792"/>
                <a:gd name="connsiteX695" fmla="*/ 735165 w 763267"/>
                <a:gd name="connsiteY695" fmla="*/ 391666 h 478792"/>
                <a:gd name="connsiteX696" fmla="*/ 744724 w 763267"/>
                <a:gd name="connsiteY696" fmla="*/ 391666 h 478792"/>
                <a:gd name="connsiteX697" fmla="*/ 748358 w 763267"/>
                <a:gd name="connsiteY697" fmla="*/ 390018 h 478792"/>
                <a:gd name="connsiteX698" fmla="*/ 756099 w 763267"/>
                <a:gd name="connsiteY698" fmla="*/ 386620 h 478792"/>
                <a:gd name="connsiteX699" fmla="*/ 761214 w 763267"/>
                <a:gd name="connsiteY699" fmla="*/ 384602 h 478792"/>
                <a:gd name="connsiteX700" fmla="*/ 763032 w 763267"/>
                <a:gd name="connsiteY700" fmla="*/ 382146 h 478792"/>
                <a:gd name="connsiteX701" fmla="*/ 763267 w 763267"/>
                <a:gd name="connsiteY701" fmla="*/ 383021 h 478792"/>
                <a:gd name="connsiteX702" fmla="*/ 761820 w 763267"/>
                <a:gd name="connsiteY702" fmla="*/ 377672 h 478792"/>
                <a:gd name="connsiteX703" fmla="*/ 761719 w 763267"/>
                <a:gd name="connsiteY703" fmla="*/ 373164 h 47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763267" h="478792">
                  <a:moveTo>
                    <a:pt x="761719" y="373164"/>
                  </a:moveTo>
                  <a:lnTo>
                    <a:pt x="756200" y="364755"/>
                  </a:lnTo>
                  <a:lnTo>
                    <a:pt x="755897" y="359238"/>
                  </a:lnTo>
                  <a:lnTo>
                    <a:pt x="756200" y="353721"/>
                  </a:lnTo>
                  <a:lnTo>
                    <a:pt x="755897" y="348809"/>
                  </a:lnTo>
                  <a:lnTo>
                    <a:pt x="754450" y="343595"/>
                  </a:lnTo>
                  <a:lnTo>
                    <a:pt x="752128" y="337237"/>
                  </a:lnTo>
                  <a:lnTo>
                    <a:pt x="750377" y="333167"/>
                  </a:lnTo>
                  <a:lnTo>
                    <a:pt x="745733" y="325934"/>
                  </a:lnTo>
                  <a:lnTo>
                    <a:pt x="741661" y="323310"/>
                  </a:lnTo>
                  <a:lnTo>
                    <a:pt x="736748" y="321864"/>
                  </a:lnTo>
                  <a:lnTo>
                    <a:pt x="733853" y="318668"/>
                  </a:lnTo>
                  <a:lnTo>
                    <a:pt x="738498" y="314598"/>
                  </a:lnTo>
                  <a:lnTo>
                    <a:pt x="736175" y="307365"/>
                  </a:lnTo>
                  <a:lnTo>
                    <a:pt x="736175" y="302723"/>
                  </a:lnTo>
                  <a:lnTo>
                    <a:pt x="733416" y="299258"/>
                  </a:lnTo>
                  <a:lnTo>
                    <a:pt x="730084" y="295188"/>
                  </a:lnTo>
                  <a:lnTo>
                    <a:pt x="725742" y="289973"/>
                  </a:lnTo>
                  <a:lnTo>
                    <a:pt x="721098" y="283885"/>
                  </a:lnTo>
                  <a:lnTo>
                    <a:pt x="721367" y="277224"/>
                  </a:lnTo>
                  <a:lnTo>
                    <a:pt x="725136" y="274028"/>
                  </a:lnTo>
                  <a:lnTo>
                    <a:pt x="727156" y="268242"/>
                  </a:lnTo>
                  <a:lnTo>
                    <a:pt x="727728" y="262725"/>
                  </a:lnTo>
                  <a:lnTo>
                    <a:pt x="726584" y="257814"/>
                  </a:lnTo>
                  <a:lnTo>
                    <a:pt x="731497" y="257814"/>
                  </a:lnTo>
                  <a:lnTo>
                    <a:pt x="735570" y="254921"/>
                  </a:lnTo>
                  <a:lnTo>
                    <a:pt x="740483" y="250851"/>
                  </a:lnTo>
                  <a:lnTo>
                    <a:pt x="745127" y="247386"/>
                  </a:lnTo>
                  <a:lnTo>
                    <a:pt x="746003" y="244493"/>
                  </a:lnTo>
                  <a:lnTo>
                    <a:pt x="742233" y="242172"/>
                  </a:lnTo>
                  <a:lnTo>
                    <a:pt x="737017" y="242172"/>
                  </a:lnTo>
                  <a:cubicBezTo>
                    <a:pt x="737017" y="242172"/>
                    <a:pt x="737589" y="236520"/>
                    <a:pt x="735872" y="237092"/>
                  </a:cubicBezTo>
                  <a:lnTo>
                    <a:pt x="731800" y="231743"/>
                  </a:lnTo>
                  <a:lnTo>
                    <a:pt x="728334" y="231743"/>
                  </a:lnTo>
                  <a:lnTo>
                    <a:pt x="722242" y="231743"/>
                  </a:lnTo>
                  <a:lnTo>
                    <a:pt x="717901" y="228682"/>
                  </a:lnTo>
                  <a:lnTo>
                    <a:pt x="714131" y="223031"/>
                  </a:lnTo>
                  <a:lnTo>
                    <a:pt x="707468" y="220407"/>
                  </a:lnTo>
                  <a:lnTo>
                    <a:pt x="704843" y="222425"/>
                  </a:lnTo>
                  <a:lnTo>
                    <a:pt x="702218" y="226496"/>
                  </a:lnTo>
                  <a:lnTo>
                    <a:pt x="699458" y="226496"/>
                  </a:lnTo>
                  <a:lnTo>
                    <a:pt x="692660" y="222156"/>
                  </a:lnTo>
                  <a:lnTo>
                    <a:pt x="692660" y="217245"/>
                  </a:lnTo>
                  <a:lnTo>
                    <a:pt x="690506" y="212905"/>
                  </a:lnTo>
                  <a:lnTo>
                    <a:pt x="684852" y="207388"/>
                  </a:lnTo>
                  <a:lnTo>
                    <a:pt x="683102" y="207388"/>
                  </a:lnTo>
                  <a:lnTo>
                    <a:pt x="676707" y="207388"/>
                  </a:lnTo>
                  <a:lnTo>
                    <a:pt x="675833" y="202040"/>
                  </a:lnTo>
                  <a:lnTo>
                    <a:pt x="673510" y="202510"/>
                  </a:lnTo>
                  <a:lnTo>
                    <a:pt x="671760" y="203049"/>
                  </a:lnTo>
                  <a:lnTo>
                    <a:pt x="669270" y="202174"/>
                  </a:lnTo>
                  <a:lnTo>
                    <a:pt x="666544" y="203251"/>
                  </a:lnTo>
                  <a:lnTo>
                    <a:pt x="663078" y="203150"/>
                  </a:lnTo>
                  <a:lnTo>
                    <a:pt x="661429" y="201064"/>
                  </a:lnTo>
                  <a:lnTo>
                    <a:pt x="663078" y="197801"/>
                  </a:lnTo>
                  <a:lnTo>
                    <a:pt x="663078" y="194336"/>
                  </a:lnTo>
                  <a:lnTo>
                    <a:pt x="663078" y="192587"/>
                  </a:lnTo>
                  <a:lnTo>
                    <a:pt x="663078" y="187373"/>
                  </a:lnTo>
                  <a:lnTo>
                    <a:pt x="663078" y="183908"/>
                  </a:lnTo>
                  <a:lnTo>
                    <a:pt x="658601" y="181957"/>
                  </a:lnTo>
                  <a:lnTo>
                    <a:pt x="655808" y="180880"/>
                  </a:lnTo>
                  <a:cubicBezTo>
                    <a:pt x="655808" y="180880"/>
                    <a:pt x="653924" y="182899"/>
                    <a:pt x="653924" y="183134"/>
                  </a:cubicBezTo>
                  <a:cubicBezTo>
                    <a:pt x="653924" y="183369"/>
                    <a:pt x="650962" y="190030"/>
                    <a:pt x="650659" y="190737"/>
                  </a:cubicBezTo>
                  <a:cubicBezTo>
                    <a:pt x="650356" y="191443"/>
                    <a:pt x="646957" y="192991"/>
                    <a:pt x="645880" y="194067"/>
                  </a:cubicBezTo>
                  <a:cubicBezTo>
                    <a:pt x="644803" y="195143"/>
                    <a:pt x="640091" y="195884"/>
                    <a:pt x="639149" y="196388"/>
                  </a:cubicBezTo>
                  <a:cubicBezTo>
                    <a:pt x="638207" y="196893"/>
                    <a:pt x="634000" y="197902"/>
                    <a:pt x="633630" y="197969"/>
                  </a:cubicBezTo>
                  <a:cubicBezTo>
                    <a:pt x="633260" y="198037"/>
                    <a:pt x="630601" y="198272"/>
                    <a:pt x="629490" y="197969"/>
                  </a:cubicBezTo>
                  <a:cubicBezTo>
                    <a:pt x="628413" y="197666"/>
                    <a:pt x="624206" y="195345"/>
                    <a:pt x="623635" y="195076"/>
                  </a:cubicBezTo>
                  <a:cubicBezTo>
                    <a:pt x="623062" y="194807"/>
                    <a:pt x="620000" y="192486"/>
                    <a:pt x="619428" y="192049"/>
                  </a:cubicBezTo>
                  <a:cubicBezTo>
                    <a:pt x="618855" y="191611"/>
                    <a:pt x="614716" y="190165"/>
                    <a:pt x="614144" y="189795"/>
                  </a:cubicBezTo>
                  <a:cubicBezTo>
                    <a:pt x="613572" y="189425"/>
                    <a:pt x="610307" y="185724"/>
                    <a:pt x="610004" y="185085"/>
                  </a:cubicBezTo>
                  <a:cubicBezTo>
                    <a:pt x="609701" y="184446"/>
                    <a:pt x="605595" y="184143"/>
                    <a:pt x="604047" y="184076"/>
                  </a:cubicBezTo>
                  <a:cubicBezTo>
                    <a:pt x="602533" y="184009"/>
                    <a:pt x="601893" y="183571"/>
                    <a:pt x="601018" y="182394"/>
                  </a:cubicBezTo>
                  <a:cubicBezTo>
                    <a:pt x="600143" y="181250"/>
                    <a:pt x="600749" y="180376"/>
                    <a:pt x="600749" y="179871"/>
                  </a:cubicBezTo>
                  <a:cubicBezTo>
                    <a:pt x="600749" y="179366"/>
                    <a:pt x="601389" y="177415"/>
                    <a:pt x="601759" y="177045"/>
                  </a:cubicBezTo>
                  <a:cubicBezTo>
                    <a:pt x="602129" y="176675"/>
                    <a:pt x="602466" y="175733"/>
                    <a:pt x="603206" y="174590"/>
                  </a:cubicBezTo>
                  <a:cubicBezTo>
                    <a:pt x="603946" y="173446"/>
                    <a:pt x="603341" y="172638"/>
                    <a:pt x="603846" y="171764"/>
                  </a:cubicBezTo>
                  <a:cubicBezTo>
                    <a:pt x="604350" y="170889"/>
                    <a:pt x="603778" y="169375"/>
                    <a:pt x="603846" y="169073"/>
                  </a:cubicBezTo>
                  <a:cubicBezTo>
                    <a:pt x="603913" y="168770"/>
                    <a:pt x="602634" y="165305"/>
                    <a:pt x="602634" y="165305"/>
                  </a:cubicBezTo>
                  <a:lnTo>
                    <a:pt x="600009" y="163926"/>
                  </a:lnTo>
                  <a:lnTo>
                    <a:pt x="598057" y="162177"/>
                  </a:lnTo>
                  <a:cubicBezTo>
                    <a:pt x="598057" y="162177"/>
                    <a:pt x="596374" y="162816"/>
                    <a:pt x="594725" y="163758"/>
                  </a:cubicBezTo>
                  <a:cubicBezTo>
                    <a:pt x="593076" y="164700"/>
                    <a:pt x="590653" y="165002"/>
                    <a:pt x="589744" y="165339"/>
                  </a:cubicBezTo>
                  <a:cubicBezTo>
                    <a:pt x="588802" y="165709"/>
                    <a:pt x="583215" y="166348"/>
                    <a:pt x="582004" y="166483"/>
                  </a:cubicBezTo>
                  <a:cubicBezTo>
                    <a:pt x="580759" y="166617"/>
                    <a:pt x="578302" y="165978"/>
                    <a:pt x="577157" y="165473"/>
                  </a:cubicBezTo>
                  <a:cubicBezTo>
                    <a:pt x="576013" y="164969"/>
                    <a:pt x="574835" y="162648"/>
                    <a:pt x="574701" y="162278"/>
                  </a:cubicBezTo>
                  <a:cubicBezTo>
                    <a:pt x="574566" y="161907"/>
                    <a:pt x="571504" y="158947"/>
                    <a:pt x="571369" y="158644"/>
                  </a:cubicBezTo>
                  <a:cubicBezTo>
                    <a:pt x="571234" y="158342"/>
                    <a:pt x="568340" y="156121"/>
                    <a:pt x="567397" y="155179"/>
                  </a:cubicBezTo>
                  <a:cubicBezTo>
                    <a:pt x="566455" y="154238"/>
                    <a:pt x="564638" y="153161"/>
                    <a:pt x="564638" y="153161"/>
                  </a:cubicBezTo>
                  <a:lnTo>
                    <a:pt x="562888" y="152522"/>
                  </a:lnTo>
                  <a:cubicBezTo>
                    <a:pt x="562888" y="152522"/>
                    <a:pt x="557368" y="152589"/>
                    <a:pt x="557099" y="152589"/>
                  </a:cubicBezTo>
                  <a:cubicBezTo>
                    <a:pt x="556796" y="152589"/>
                    <a:pt x="556157" y="153228"/>
                    <a:pt x="555955" y="153397"/>
                  </a:cubicBezTo>
                  <a:cubicBezTo>
                    <a:pt x="555719" y="153531"/>
                    <a:pt x="554643" y="154978"/>
                    <a:pt x="554272" y="155987"/>
                  </a:cubicBezTo>
                  <a:cubicBezTo>
                    <a:pt x="553902" y="156996"/>
                    <a:pt x="552522" y="158611"/>
                    <a:pt x="552522" y="158880"/>
                  </a:cubicBezTo>
                  <a:cubicBezTo>
                    <a:pt x="552522" y="159183"/>
                    <a:pt x="550705" y="160764"/>
                    <a:pt x="550133" y="161134"/>
                  </a:cubicBezTo>
                  <a:cubicBezTo>
                    <a:pt x="549561" y="161504"/>
                    <a:pt x="549123" y="162311"/>
                    <a:pt x="548753" y="162883"/>
                  </a:cubicBezTo>
                  <a:cubicBezTo>
                    <a:pt x="548383" y="163455"/>
                    <a:pt x="547575" y="164397"/>
                    <a:pt x="546733" y="165339"/>
                  </a:cubicBezTo>
                  <a:cubicBezTo>
                    <a:pt x="545858" y="166281"/>
                    <a:pt x="545858" y="166483"/>
                    <a:pt x="545522" y="167592"/>
                  </a:cubicBezTo>
                  <a:cubicBezTo>
                    <a:pt x="545152" y="168669"/>
                    <a:pt x="545152" y="169039"/>
                    <a:pt x="544950" y="170216"/>
                  </a:cubicBezTo>
                  <a:cubicBezTo>
                    <a:pt x="544748" y="171360"/>
                    <a:pt x="544142" y="171360"/>
                    <a:pt x="543705" y="171528"/>
                  </a:cubicBezTo>
                  <a:cubicBezTo>
                    <a:pt x="543267" y="171663"/>
                    <a:pt x="542123" y="172538"/>
                    <a:pt x="542123" y="172538"/>
                  </a:cubicBezTo>
                  <a:lnTo>
                    <a:pt x="539666" y="171327"/>
                  </a:lnTo>
                  <a:lnTo>
                    <a:pt x="537478" y="170250"/>
                  </a:lnTo>
                  <a:lnTo>
                    <a:pt x="536603" y="166550"/>
                  </a:lnTo>
                  <a:lnTo>
                    <a:pt x="539666" y="163085"/>
                  </a:lnTo>
                  <a:cubicBezTo>
                    <a:pt x="539666" y="163085"/>
                    <a:pt x="539666" y="160461"/>
                    <a:pt x="539666" y="159620"/>
                  </a:cubicBezTo>
                  <a:cubicBezTo>
                    <a:pt x="539666" y="158745"/>
                    <a:pt x="539666" y="157232"/>
                    <a:pt x="539666" y="157232"/>
                  </a:cubicBezTo>
                  <a:cubicBezTo>
                    <a:pt x="539666" y="157232"/>
                    <a:pt x="537378" y="158745"/>
                    <a:pt x="536738" y="158745"/>
                  </a:cubicBezTo>
                  <a:cubicBezTo>
                    <a:pt x="536099" y="158745"/>
                    <a:pt x="534685" y="158106"/>
                    <a:pt x="534685" y="158106"/>
                  </a:cubicBezTo>
                  <a:lnTo>
                    <a:pt x="533474" y="156895"/>
                  </a:lnTo>
                  <a:lnTo>
                    <a:pt x="530647" y="153195"/>
                  </a:lnTo>
                  <a:lnTo>
                    <a:pt x="527382" y="151143"/>
                  </a:lnTo>
                  <a:lnTo>
                    <a:pt x="524252" y="149730"/>
                  </a:lnTo>
                  <a:lnTo>
                    <a:pt x="520551" y="144415"/>
                  </a:lnTo>
                  <a:lnTo>
                    <a:pt x="521291" y="141926"/>
                  </a:lnTo>
                  <a:lnTo>
                    <a:pt x="524219" y="137250"/>
                  </a:lnTo>
                  <a:cubicBezTo>
                    <a:pt x="524219" y="137250"/>
                    <a:pt x="521055" y="136173"/>
                    <a:pt x="520315" y="135299"/>
                  </a:cubicBezTo>
                  <a:cubicBezTo>
                    <a:pt x="519541" y="134424"/>
                    <a:pt x="516175" y="131396"/>
                    <a:pt x="515974" y="130623"/>
                  </a:cubicBezTo>
                  <a:cubicBezTo>
                    <a:pt x="515771" y="129849"/>
                    <a:pt x="515872" y="127360"/>
                    <a:pt x="515872" y="127360"/>
                  </a:cubicBezTo>
                  <a:cubicBezTo>
                    <a:pt x="515872" y="127360"/>
                    <a:pt x="516646" y="126283"/>
                    <a:pt x="517387" y="126283"/>
                  </a:cubicBezTo>
                  <a:cubicBezTo>
                    <a:pt x="518127" y="126283"/>
                    <a:pt x="519776" y="125207"/>
                    <a:pt x="519776" y="125207"/>
                  </a:cubicBezTo>
                  <a:lnTo>
                    <a:pt x="522065" y="123155"/>
                  </a:lnTo>
                  <a:lnTo>
                    <a:pt x="522704" y="118479"/>
                  </a:lnTo>
                  <a:lnTo>
                    <a:pt x="517925" y="114577"/>
                  </a:lnTo>
                  <a:lnTo>
                    <a:pt x="516041" y="113063"/>
                  </a:lnTo>
                  <a:lnTo>
                    <a:pt x="515334" y="111011"/>
                  </a:lnTo>
                  <a:lnTo>
                    <a:pt x="515334" y="107546"/>
                  </a:lnTo>
                  <a:lnTo>
                    <a:pt x="515603" y="103846"/>
                  </a:lnTo>
                  <a:cubicBezTo>
                    <a:pt x="515603" y="103846"/>
                    <a:pt x="516209" y="99270"/>
                    <a:pt x="515974" y="97992"/>
                  </a:cubicBezTo>
                  <a:cubicBezTo>
                    <a:pt x="515771" y="96680"/>
                    <a:pt x="515974" y="94527"/>
                    <a:pt x="515974" y="94527"/>
                  </a:cubicBezTo>
                  <a:cubicBezTo>
                    <a:pt x="515974" y="94527"/>
                    <a:pt x="512507" y="92341"/>
                    <a:pt x="511867" y="92341"/>
                  </a:cubicBezTo>
                  <a:cubicBezTo>
                    <a:pt x="511194" y="92341"/>
                    <a:pt x="508603" y="93215"/>
                    <a:pt x="508603" y="93215"/>
                  </a:cubicBezTo>
                  <a:cubicBezTo>
                    <a:pt x="508603" y="93215"/>
                    <a:pt x="506651" y="94729"/>
                    <a:pt x="505978" y="94965"/>
                  </a:cubicBezTo>
                  <a:cubicBezTo>
                    <a:pt x="505339" y="95166"/>
                    <a:pt x="504228" y="96916"/>
                    <a:pt x="504228" y="96916"/>
                  </a:cubicBezTo>
                  <a:cubicBezTo>
                    <a:pt x="504228" y="96916"/>
                    <a:pt x="502916" y="98867"/>
                    <a:pt x="502916" y="99741"/>
                  </a:cubicBezTo>
                  <a:cubicBezTo>
                    <a:pt x="502916" y="100616"/>
                    <a:pt x="500324" y="101928"/>
                    <a:pt x="500324" y="101928"/>
                  </a:cubicBezTo>
                  <a:lnTo>
                    <a:pt x="498372" y="102803"/>
                  </a:lnTo>
                  <a:lnTo>
                    <a:pt x="495343" y="103677"/>
                  </a:lnTo>
                  <a:lnTo>
                    <a:pt x="493391" y="104754"/>
                  </a:lnTo>
                  <a:lnTo>
                    <a:pt x="491641" y="106267"/>
                  </a:lnTo>
                  <a:lnTo>
                    <a:pt x="488814" y="108656"/>
                  </a:lnTo>
                  <a:lnTo>
                    <a:pt x="487501" y="109531"/>
                  </a:lnTo>
                  <a:cubicBezTo>
                    <a:pt x="487501" y="109531"/>
                    <a:pt x="485987" y="109531"/>
                    <a:pt x="484675" y="108891"/>
                  </a:cubicBezTo>
                  <a:cubicBezTo>
                    <a:pt x="483362" y="108252"/>
                    <a:pt x="483160" y="108690"/>
                    <a:pt x="482049" y="108252"/>
                  </a:cubicBezTo>
                  <a:cubicBezTo>
                    <a:pt x="480939" y="107815"/>
                    <a:pt x="480535" y="107176"/>
                    <a:pt x="479223" y="105225"/>
                  </a:cubicBezTo>
                  <a:cubicBezTo>
                    <a:pt x="477910" y="103274"/>
                    <a:pt x="477910" y="104586"/>
                    <a:pt x="477035" y="104148"/>
                  </a:cubicBezTo>
                  <a:cubicBezTo>
                    <a:pt x="476160" y="103711"/>
                    <a:pt x="473535" y="100683"/>
                    <a:pt x="473535" y="100683"/>
                  </a:cubicBezTo>
                  <a:lnTo>
                    <a:pt x="473535" y="98732"/>
                  </a:lnTo>
                  <a:cubicBezTo>
                    <a:pt x="473535" y="98732"/>
                    <a:pt x="474747" y="95469"/>
                    <a:pt x="474747" y="94393"/>
                  </a:cubicBezTo>
                  <a:cubicBezTo>
                    <a:pt x="474747" y="93316"/>
                    <a:pt x="473535" y="92442"/>
                    <a:pt x="473535" y="92442"/>
                  </a:cubicBezTo>
                  <a:lnTo>
                    <a:pt x="468319" y="92004"/>
                  </a:lnTo>
                  <a:lnTo>
                    <a:pt x="468319" y="93955"/>
                  </a:lnTo>
                  <a:lnTo>
                    <a:pt x="465492" y="95705"/>
                  </a:lnTo>
                  <a:cubicBezTo>
                    <a:pt x="465492" y="95705"/>
                    <a:pt x="462867" y="96344"/>
                    <a:pt x="460713" y="96781"/>
                  </a:cubicBezTo>
                  <a:cubicBezTo>
                    <a:pt x="458525" y="97218"/>
                    <a:pt x="457011" y="96344"/>
                    <a:pt x="457011" y="96344"/>
                  </a:cubicBezTo>
                  <a:lnTo>
                    <a:pt x="454621" y="96344"/>
                  </a:lnTo>
                  <a:cubicBezTo>
                    <a:pt x="454621" y="96344"/>
                    <a:pt x="450919" y="96882"/>
                    <a:pt x="450044" y="97319"/>
                  </a:cubicBezTo>
                  <a:cubicBezTo>
                    <a:pt x="449169" y="97757"/>
                    <a:pt x="445501" y="98093"/>
                    <a:pt x="445501" y="98093"/>
                  </a:cubicBezTo>
                  <a:lnTo>
                    <a:pt x="441799" y="98295"/>
                  </a:lnTo>
                  <a:cubicBezTo>
                    <a:pt x="441799" y="98295"/>
                    <a:pt x="437457" y="98093"/>
                    <a:pt x="436582" y="98295"/>
                  </a:cubicBezTo>
                  <a:cubicBezTo>
                    <a:pt x="435707" y="98497"/>
                    <a:pt x="433318" y="99607"/>
                    <a:pt x="433318" y="99607"/>
                  </a:cubicBezTo>
                  <a:lnTo>
                    <a:pt x="425039" y="101793"/>
                  </a:lnTo>
                  <a:lnTo>
                    <a:pt x="420024" y="101356"/>
                  </a:lnTo>
                  <a:lnTo>
                    <a:pt x="409154" y="100044"/>
                  </a:lnTo>
                  <a:lnTo>
                    <a:pt x="406562" y="101558"/>
                  </a:lnTo>
                  <a:lnTo>
                    <a:pt x="399832" y="101558"/>
                  </a:lnTo>
                  <a:lnTo>
                    <a:pt x="393740" y="102769"/>
                  </a:lnTo>
                  <a:cubicBezTo>
                    <a:pt x="393740" y="102769"/>
                    <a:pt x="390913" y="102231"/>
                    <a:pt x="390038" y="102231"/>
                  </a:cubicBezTo>
                  <a:cubicBezTo>
                    <a:pt x="389163" y="102231"/>
                    <a:pt x="388288" y="102668"/>
                    <a:pt x="388288" y="102668"/>
                  </a:cubicBezTo>
                  <a:lnTo>
                    <a:pt x="385225" y="103980"/>
                  </a:lnTo>
                  <a:lnTo>
                    <a:pt x="383273" y="104619"/>
                  </a:lnTo>
                  <a:cubicBezTo>
                    <a:pt x="383273" y="104619"/>
                    <a:pt x="381086" y="105696"/>
                    <a:pt x="380446" y="105696"/>
                  </a:cubicBezTo>
                  <a:cubicBezTo>
                    <a:pt x="379807" y="105696"/>
                    <a:pt x="376980" y="105057"/>
                    <a:pt x="376980" y="105057"/>
                  </a:cubicBezTo>
                  <a:lnTo>
                    <a:pt x="375028" y="105057"/>
                  </a:lnTo>
                  <a:cubicBezTo>
                    <a:pt x="375028" y="105057"/>
                    <a:pt x="372841" y="103644"/>
                    <a:pt x="372638" y="103005"/>
                  </a:cubicBezTo>
                  <a:cubicBezTo>
                    <a:pt x="372403" y="102365"/>
                    <a:pt x="370451" y="101827"/>
                    <a:pt x="369812" y="100515"/>
                  </a:cubicBezTo>
                  <a:cubicBezTo>
                    <a:pt x="369139" y="99203"/>
                    <a:pt x="368499" y="99876"/>
                    <a:pt x="367860" y="99876"/>
                  </a:cubicBezTo>
                  <a:cubicBezTo>
                    <a:pt x="367220" y="99876"/>
                    <a:pt x="365672" y="99876"/>
                    <a:pt x="365032" y="99641"/>
                  </a:cubicBezTo>
                  <a:cubicBezTo>
                    <a:pt x="364393" y="99439"/>
                    <a:pt x="360893" y="98766"/>
                    <a:pt x="360893" y="98766"/>
                  </a:cubicBezTo>
                  <a:lnTo>
                    <a:pt x="357426" y="97017"/>
                  </a:lnTo>
                  <a:lnTo>
                    <a:pt x="354600" y="96142"/>
                  </a:lnTo>
                  <a:lnTo>
                    <a:pt x="352849" y="93316"/>
                  </a:lnTo>
                  <a:lnTo>
                    <a:pt x="350898" y="92004"/>
                  </a:lnTo>
                  <a:lnTo>
                    <a:pt x="348306" y="91365"/>
                  </a:lnTo>
                  <a:cubicBezTo>
                    <a:pt x="348306" y="91365"/>
                    <a:pt x="344368" y="90289"/>
                    <a:pt x="343292" y="90289"/>
                  </a:cubicBezTo>
                  <a:cubicBezTo>
                    <a:pt x="342215" y="90289"/>
                    <a:pt x="341104" y="89650"/>
                    <a:pt x="341104" y="89650"/>
                  </a:cubicBezTo>
                  <a:lnTo>
                    <a:pt x="339791" y="89010"/>
                  </a:lnTo>
                  <a:cubicBezTo>
                    <a:pt x="339791" y="89010"/>
                    <a:pt x="335450" y="88371"/>
                    <a:pt x="335013" y="87698"/>
                  </a:cubicBezTo>
                  <a:cubicBezTo>
                    <a:pt x="334575" y="87059"/>
                    <a:pt x="333061" y="86824"/>
                    <a:pt x="333061" y="86824"/>
                  </a:cubicBezTo>
                  <a:cubicBezTo>
                    <a:pt x="333061" y="86824"/>
                    <a:pt x="331310" y="86824"/>
                    <a:pt x="330234" y="85949"/>
                  </a:cubicBezTo>
                  <a:cubicBezTo>
                    <a:pt x="329157" y="85075"/>
                    <a:pt x="328046" y="84873"/>
                    <a:pt x="328046" y="84873"/>
                  </a:cubicBezTo>
                  <a:lnTo>
                    <a:pt x="326734" y="82922"/>
                  </a:lnTo>
                  <a:lnTo>
                    <a:pt x="324984" y="78347"/>
                  </a:lnTo>
                  <a:cubicBezTo>
                    <a:pt x="324984" y="78347"/>
                    <a:pt x="324109" y="76597"/>
                    <a:pt x="323032" y="74646"/>
                  </a:cubicBezTo>
                  <a:lnTo>
                    <a:pt x="321719" y="74209"/>
                  </a:lnTo>
                  <a:lnTo>
                    <a:pt x="318017" y="74646"/>
                  </a:lnTo>
                  <a:cubicBezTo>
                    <a:pt x="318017" y="74646"/>
                    <a:pt x="316940" y="75958"/>
                    <a:pt x="316065" y="76160"/>
                  </a:cubicBezTo>
                  <a:cubicBezTo>
                    <a:pt x="315190" y="76362"/>
                    <a:pt x="313238" y="75958"/>
                    <a:pt x="312363" y="75521"/>
                  </a:cubicBezTo>
                  <a:cubicBezTo>
                    <a:pt x="311488" y="75083"/>
                    <a:pt x="305834" y="74007"/>
                    <a:pt x="305834" y="74007"/>
                  </a:cubicBezTo>
                  <a:cubicBezTo>
                    <a:pt x="305834" y="74007"/>
                    <a:pt x="302368" y="72695"/>
                    <a:pt x="301493" y="72695"/>
                  </a:cubicBezTo>
                  <a:cubicBezTo>
                    <a:pt x="300618" y="72695"/>
                    <a:pt x="299103" y="70307"/>
                    <a:pt x="299103" y="70307"/>
                  </a:cubicBezTo>
                  <a:lnTo>
                    <a:pt x="297791" y="67918"/>
                  </a:lnTo>
                  <a:lnTo>
                    <a:pt x="296478" y="65294"/>
                  </a:lnTo>
                  <a:lnTo>
                    <a:pt x="294728" y="59879"/>
                  </a:lnTo>
                  <a:lnTo>
                    <a:pt x="292339" y="56178"/>
                  </a:lnTo>
                  <a:lnTo>
                    <a:pt x="286483" y="51401"/>
                  </a:lnTo>
                  <a:lnTo>
                    <a:pt x="278641" y="49652"/>
                  </a:lnTo>
                  <a:lnTo>
                    <a:pt x="276454" y="45952"/>
                  </a:lnTo>
                  <a:lnTo>
                    <a:pt x="275713" y="41377"/>
                  </a:lnTo>
                  <a:lnTo>
                    <a:pt x="276454" y="36701"/>
                  </a:lnTo>
                  <a:cubicBezTo>
                    <a:pt x="276454" y="36701"/>
                    <a:pt x="275276" y="32799"/>
                    <a:pt x="274939" y="32462"/>
                  </a:cubicBezTo>
                  <a:cubicBezTo>
                    <a:pt x="274603" y="32126"/>
                    <a:pt x="270699" y="25734"/>
                    <a:pt x="270261" y="24624"/>
                  </a:cubicBezTo>
                  <a:cubicBezTo>
                    <a:pt x="269824" y="23548"/>
                    <a:pt x="267872" y="18973"/>
                    <a:pt x="267872" y="18973"/>
                  </a:cubicBezTo>
                  <a:lnTo>
                    <a:pt x="265583" y="16483"/>
                  </a:lnTo>
                  <a:cubicBezTo>
                    <a:pt x="265583" y="16483"/>
                    <a:pt x="262958" y="12447"/>
                    <a:pt x="262655" y="11807"/>
                  </a:cubicBezTo>
                  <a:cubicBezTo>
                    <a:pt x="262319" y="11168"/>
                    <a:pt x="260266" y="7232"/>
                    <a:pt x="259626" y="5954"/>
                  </a:cubicBezTo>
                  <a:cubicBezTo>
                    <a:pt x="258987" y="4642"/>
                    <a:pt x="257876" y="2590"/>
                    <a:pt x="257876" y="2590"/>
                  </a:cubicBezTo>
                  <a:cubicBezTo>
                    <a:pt x="257876" y="2590"/>
                    <a:pt x="256900" y="942"/>
                    <a:pt x="256900" y="538"/>
                  </a:cubicBezTo>
                  <a:cubicBezTo>
                    <a:pt x="256900" y="101"/>
                    <a:pt x="254948" y="0"/>
                    <a:pt x="254948" y="0"/>
                  </a:cubicBezTo>
                  <a:cubicBezTo>
                    <a:pt x="254948" y="0"/>
                    <a:pt x="250607" y="2826"/>
                    <a:pt x="249833" y="3902"/>
                  </a:cubicBezTo>
                  <a:cubicBezTo>
                    <a:pt x="249093" y="4979"/>
                    <a:pt x="247342" y="5416"/>
                    <a:pt x="246467" y="6089"/>
                  </a:cubicBezTo>
                  <a:cubicBezTo>
                    <a:pt x="245592" y="6728"/>
                    <a:pt x="243304" y="7401"/>
                    <a:pt x="241890" y="7838"/>
                  </a:cubicBezTo>
                  <a:cubicBezTo>
                    <a:pt x="240477" y="8275"/>
                    <a:pt x="240039" y="9587"/>
                    <a:pt x="239501" y="10125"/>
                  </a:cubicBezTo>
                  <a:cubicBezTo>
                    <a:pt x="238962" y="10664"/>
                    <a:pt x="238087" y="12178"/>
                    <a:pt x="237650" y="12514"/>
                  </a:cubicBezTo>
                  <a:cubicBezTo>
                    <a:pt x="237212" y="12850"/>
                    <a:pt x="235698" y="13826"/>
                    <a:pt x="235261" y="14364"/>
                  </a:cubicBezTo>
                  <a:cubicBezTo>
                    <a:pt x="234823" y="14902"/>
                    <a:pt x="232770" y="16315"/>
                    <a:pt x="232097" y="16551"/>
                  </a:cubicBezTo>
                  <a:cubicBezTo>
                    <a:pt x="231458" y="16786"/>
                    <a:pt x="229707" y="16988"/>
                    <a:pt x="228832" y="16988"/>
                  </a:cubicBezTo>
                  <a:cubicBezTo>
                    <a:pt x="227957" y="16988"/>
                    <a:pt x="226746" y="16887"/>
                    <a:pt x="226746" y="16887"/>
                  </a:cubicBezTo>
                  <a:cubicBezTo>
                    <a:pt x="226746" y="16887"/>
                    <a:pt x="223380" y="16113"/>
                    <a:pt x="223044" y="15911"/>
                  </a:cubicBezTo>
                  <a:cubicBezTo>
                    <a:pt x="222707" y="15710"/>
                    <a:pt x="220318" y="14061"/>
                    <a:pt x="219577" y="13422"/>
                  </a:cubicBezTo>
                  <a:cubicBezTo>
                    <a:pt x="218803" y="12783"/>
                    <a:pt x="217726" y="11471"/>
                    <a:pt x="216751" y="10596"/>
                  </a:cubicBezTo>
                  <a:cubicBezTo>
                    <a:pt x="215774" y="9722"/>
                    <a:pt x="216212" y="8107"/>
                    <a:pt x="216212" y="8107"/>
                  </a:cubicBezTo>
                  <a:lnTo>
                    <a:pt x="216751" y="4945"/>
                  </a:lnTo>
                  <a:lnTo>
                    <a:pt x="215976" y="3095"/>
                  </a:lnTo>
                  <a:lnTo>
                    <a:pt x="213923" y="2119"/>
                  </a:lnTo>
                  <a:lnTo>
                    <a:pt x="211299" y="2321"/>
                  </a:lnTo>
                  <a:lnTo>
                    <a:pt x="208471" y="5920"/>
                  </a:lnTo>
                  <a:cubicBezTo>
                    <a:pt x="208471" y="5920"/>
                    <a:pt x="206183" y="7333"/>
                    <a:pt x="205745" y="7973"/>
                  </a:cubicBezTo>
                  <a:cubicBezTo>
                    <a:pt x="205308" y="8612"/>
                    <a:pt x="199452" y="10596"/>
                    <a:pt x="199452" y="10596"/>
                  </a:cubicBezTo>
                  <a:lnTo>
                    <a:pt x="189255" y="10798"/>
                  </a:lnTo>
                  <a:lnTo>
                    <a:pt x="186630" y="12312"/>
                  </a:lnTo>
                  <a:cubicBezTo>
                    <a:pt x="186630" y="12312"/>
                    <a:pt x="179798" y="13389"/>
                    <a:pt x="178788" y="13725"/>
                  </a:cubicBezTo>
                  <a:cubicBezTo>
                    <a:pt x="177812" y="14061"/>
                    <a:pt x="169903" y="12110"/>
                    <a:pt x="168927" y="12110"/>
                  </a:cubicBezTo>
                  <a:cubicBezTo>
                    <a:pt x="167951" y="12110"/>
                    <a:pt x="160547" y="9722"/>
                    <a:pt x="159470" y="9722"/>
                  </a:cubicBezTo>
                  <a:cubicBezTo>
                    <a:pt x="158393" y="9722"/>
                    <a:pt x="153480" y="7973"/>
                    <a:pt x="152201" y="7771"/>
                  </a:cubicBezTo>
                  <a:cubicBezTo>
                    <a:pt x="150889" y="7569"/>
                    <a:pt x="145470" y="5483"/>
                    <a:pt x="144797" y="5281"/>
                  </a:cubicBezTo>
                  <a:cubicBezTo>
                    <a:pt x="144158" y="5079"/>
                    <a:pt x="139378" y="2792"/>
                    <a:pt x="139378" y="2792"/>
                  </a:cubicBezTo>
                  <a:lnTo>
                    <a:pt x="135138" y="841"/>
                  </a:lnTo>
                  <a:lnTo>
                    <a:pt x="131234" y="841"/>
                  </a:lnTo>
                  <a:cubicBezTo>
                    <a:pt x="131234" y="841"/>
                    <a:pt x="126893" y="2523"/>
                    <a:pt x="126253" y="2960"/>
                  </a:cubicBezTo>
                  <a:cubicBezTo>
                    <a:pt x="125614" y="3397"/>
                    <a:pt x="122787" y="3768"/>
                    <a:pt x="121676" y="4306"/>
                  </a:cubicBezTo>
                  <a:cubicBezTo>
                    <a:pt x="120599" y="4844"/>
                    <a:pt x="117974" y="4306"/>
                    <a:pt x="117335" y="4306"/>
                  </a:cubicBezTo>
                  <a:cubicBezTo>
                    <a:pt x="116695" y="4306"/>
                    <a:pt x="113767" y="5719"/>
                    <a:pt x="112758" y="6257"/>
                  </a:cubicBezTo>
                  <a:cubicBezTo>
                    <a:pt x="111782" y="6795"/>
                    <a:pt x="111883" y="6896"/>
                    <a:pt x="111681" y="7333"/>
                  </a:cubicBezTo>
                  <a:cubicBezTo>
                    <a:pt x="111479" y="7771"/>
                    <a:pt x="109291" y="10496"/>
                    <a:pt x="108955" y="10697"/>
                  </a:cubicBezTo>
                  <a:cubicBezTo>
                    <a:pt x="108618" y="10899"/>
                    <a:pt x="108181" y="13187"/>
                    <a:pt x="108181" y="13624"/>
                  </a:cubicBezTo>
                  <a:cubicBezTo>
                    <a:pt x="108181" y="14061"/>
                    <a:pt x="109056" y="15575"/>
                    <a:pt x="109056" y="15575"/>
                  </a:cubicBezTo>
                  <a:cubicBezTo>
                    <a:pt x="109056" y="15575"/>
                    <a:pt x="117167" y="18771"/>
                    <a:pt x="117739" y="19645"/>
                  </a:cubicBezTo>
                  <a:cubicBezTo>
                    <a:pt x="118311" y="20520"/>
                    <a:pt x="118883" y="19948"/>
                    <a:pt x="121508" y="21126"/>
                  </a:cubicBezTo>
                  <a:cubicBezTo>
                    <a:pt x="124133" y="22303"/>
                    <a:pt x="126422" y="21395"/>
                    <a:pt x="126422" y="21395"/>
                  </a:cubicBezTo>
                  <a:cubicBezTo>
                    <a:pt x="126422" y="21395"/>
                    <a:pt x="129888" y="20823"/>
                    <a:pt x="131335" y="21395"/>
                  </a:cubicBezTo>
                  <a:cubicBezTo>
                    <a:pt x="132782" y="21967"/>
                    <a:pt x="137427" y="24288"/>
                    <a:pt x="137427" y="24288"/>
                  </a:cubicBezTo>
                  <a:lnTo>
                    <a:pt x="137999" y="28930"/>
                  </a:lnTo>
                  <a:lnTo>
                    <a:pt x="138571" y="33841"/>
                  </a:lnTo>
                  <a:cubicBezTo>
                    <a:pt x="138571" y="33841"/>
                    <a:pt x="136552" y="37474"/>
                    <a:pt x="136383" y="37912"/>
                  </a:cubicBezTo>
                  <a:cubicBezTo>
                    <a:pt x="136249" y="38349"/>
                    <a:pt x="136080" y="40368"/>
                    <a:pt x="136080" y="42689"/>
                  </a:cubicBezTo>
                  <a:cubicBezTo>
                    <a:pt x="136080" y="45010"/>
                    <a:pt x="138840" y="45716"/>
                    <a:pt x="141028" y="47768"/>
                  </a:cubicBezTo>
                  <a:cubicBezTo>
                    <a:pt x="143215" y="49787"/>
                    <a:pt x="142475" y="47768"/>
                    <a:pt x="145100" y="47465"/>
                  </a:cubicBezTo>
                  <a:cubicBezTo>
                    <a:pt x="147691" y="47163"/>
                    <a:pt x="147254" y="46894"/>
                    <a:pt x="151898" y="46759"/>
                  </a:cubicBezTo>
                  <a:cubicBezTo>
                    <a:pt x="156542" y="46624"/>
                    <a:pt x="157687" y="47768"/>
                    <a:pt x="160446" y="48205"/>
                  </a:cubicBezTo>
                  <a:cubicBezTo>
                    <a:pt x="163206" y="48643"/>
                    <a:pt x="164519" y="50796"/>
                    <a:pt x="165663" y="51536"/>
                  </a:cubicBezTo>
                  <a:cubicBezTo>
                    <a:pt x="166807" y="52242"/>
                    <a:pt x="171451" y="55573"/>
                    <a:pt x="173336" y="57019"/>
                  </a:cubicBezTo>
                  <a:cubicBezTo>
                    <a:pt x="175221" y="58465"/>
                    <a:pt x="174480" y="60215"/>
                    <a:pt x="174783" y="62670"/>
                  </a:cubicBezTo>
                  <a:cubicBezTo>
                    <a:pt x="175052" y="65126"/>
                    <a:pt x="173908" y="66304"/>
                    <a:pt x="173336" y="67447"/>
                  </a:cubicBezTo>
                  <a:cubicBezTo>
                    <a:pt x="172764" y="68591"/>
                    <a:pt x="171148" y="71484"/>
                    <a:pt x="170442" y="72359"/>
                  </a:cubicBezTo>
                  <a:cubicBezTo>
                    <a:pt x="169735" y="73233"/>
                    <a:pt x="166100" y="74949"/>
                    <a:pt x="164350" y="75554"/>
                  </a:cubicBezTo>
                  <a:cubicBezTo>
                    <a:pt x="162600" y="76126"/>
                    <a:pt x="157990" y="78750"/>
                    <a:pt x="155802" y="77304"/>
                  </a:cubicBezTo>
                  <a:cubicBezTo>
                    <a:pt x="153615" y="75857"/>
                    <a:pt x="151158" y="77304"/>
                    <a:pt x="151158" y="77304"/>
                  </a:cubicBezTo>
                  <a:cubicBezTo>
                    <a:pt x="151158" y="77304"/>
                    <a:pt x="143754" y="79928"/>
                    <a:pt x="142744" y="80197"/>
                  </a:cubicBezTo>
                  <a:cubicBezTo>
                    <a:pt x="141734" y="80500"/>
                    <a:pt x="133624" y="80634"/>
                    <a:pt x="133624" y="80634"/>
                  </a:cubicBezTo>
                  <a:lnTo>
                    <a:pt x="128138" y="77304"/>
                  </a:lnTo>
                  <a:lnTo>
                    <a:pt x="121744" y="77304"/>
                  </a:lnTo>
                  <a:lnTo>
                    <a:pt x="119421" y="80129"/>
                  </a:lnTo>
                  <a:lnTo>
                    <a:pt x="116393" y="81206"/>
                  </a:lnTo>
                  <a:lnTo>
                    <a:pt x="115518" y="91197"/>
                  </a:lnTo>
                  <a:cubicBezTo>
                    <a:pt x="115518" y="91197"/>
                    <a:pt x="115383" y="98598"/>
                    <a:pt x="114811" y="99001"/>
                  </a:cubicBezTo>
                  <a:cubicBezTo>
                    <a:pt x="114239" y="99439"/>
                    <a:pt x="112791" y="101625"/>
                    <a:pt x="111613" y="102769"/>
                  </a:cubicBezTo>
                  <a:cubicBezTo>
                    <a:pt x="110469" y="103913"/>
                    <a:pt x="108147" y="107983"/>
                    <a:pt x="107710" y="109732"/>
                  </a:cubicBezTo>
                  <a:cubicBezTo>
                    <a:pt x="107272" y="111482"/>
                    <a:pt x="107844" y="113803"/>
                    <a:pt x="108282" y="114375"/>
                  </a:cubicBezTo>
                  <a:cubicBezTo>
                    <a:pt x="108719" y="114947"/>
                    <a:pt x="112623" y="119589"/>
                    <a:pt x="113936" y="121170"/>
                  </a:cubicBezTo>
                  <a:cubicBezTo>
                    <a:pt x="115248" y="122751"/>
                    <a:pt x="117268" y="125240"/>
                    <a:pt x="118277" y="125947"/>
                  </a:cubicBezTo>
                  <a:cubicBezTo>
                    <a:pt x="119287" y="126687"/>
                    <a:pt x="120465" y="131295"/>
                    <a:pt x="120465" y="131295"/>
                  </a:cubicBezTo>
                  <a:cubicBezTo>
                    <a:pt x="120465" y="131295"/>
                    <a:pt x="120465" y="138091"/>
                    <a:pt x="120599" y="139537"/>
                  </a:cubicBezTo>
                  <a:cubicBezTo>
                    <a:pt x="120734" y="140984"/>
                    <a:pt x="120162" y="147813"/>
                    <a:pt x="120162" y="148384"/>
                  </a:cubicBezTo>
                  <a:cubicBezTo>
                    <a:pt x="120162" y="148956"/>
                    <a:pt x="119724" y="156054"/>
                    <a:pt x="119724" y="156626"/>
                  </a:cubicBezTo>
                  <a:cubicBezTo>
                    <a:pt x="119724" y="157198"/>
                    <a:pt x="120027" y="163287"/>
                    <a:pt x="120027" y="163287"/>
                  </a:cubicBezTo>
                  <a:cubicBezTo>
                    <a:pt x="120027" y="163287"/>
                    <a:pt x="123359" y="173715"/>
                    <a:pt x="123797" y="174287"/>
                  </a:cubicBezTo>
                  <a:cubicBezTo>
                    <a:pt x="124234" y="174859"/>
                    <a:pt x="124941" y="178492"/>
                    <a:pt x="124941" y="178492"/>
                  </a:cubicBezTo>
                  <a:lnTo>
                    <a:pt x="128340" y="181519"/>
                  </a:lnTo>
                  <a:cubicBezTo>
                    <a:pt x="128340" y="181519"/>
                    <a:pt x="131604" y="183269"/>
                    <a:pt x="132479" y="183269"/>
                  </a:cubicBezTo>
                  <a:cubicBezTo>
                    <a:pt x="133354" y="183269"/>
                    <a:pt x="135071" y="187171"/>
                    <a:pt x="135071" y="187171"/>
                  </a:cubicBezTo>
                  <a:cubicBezTo>
                    <a:pt x="135071" y="187171"/>
                    <a:pt x="132883" y="190636"/>
                    <a:pt x="132244" y="192183"/>
                  </a:cubicBezTo>
                  <a:cubicBezTo>
                    <a:pt x="131604" y="193697"/>
                    <a:pt x="130292" y="197835"/>
                    <a:pt x="130292" y="197835"/>
                  </a:cubicBezTo>
                  <a:lnTo>
                    <a:pt x="135071" y="198911"/>
                  </a:lnTo>
                  <a:lnTo>
                    <a:pt x="145504" y="198911"/>
                  </a:lnTo>
                  <a:lnTo>
                    <a:pt x="147658" y="198911"/>
                  </a:lnTo>
                  <a:lnTo>
                    <a:pt x="148970" y="202275"/>
                  </a:lnTo>
                  <a:lnTo>
                    <a:pt x="154389" y="207590"/>
                  </a:lnTo>
                  <a:cubicBezTo>
                    <a:pt x="154389" y="207590"/>
                    <a:pt x="157653" y="209979"/>
                    <a:pt x="158965" y="210180"/>
                  </a:cubicBezTo>
                  <a:cubicBezTo>
                    <a:pt x="160278" y="210382"/>
                    <a:pt x="165259" y="213006"/>
                    <a:pt x="165259" y="213006"/>
                  </a:cubicBezTo>
                  <a:lnTo>
                    <a:pt x="167648" y="214755"/>
                  </a:lnTo>
                  <a:lnTo>
                    <a:pt x="169836" y="216942"/>
                  </a:lnTo>
                  <a:cubicBezTo>
                    <a:pt x="169836" y="216942"/>
                    <a:pt x="173100" y="221281"/>
                    <a:pt x="173538" y="221921"/>
                  </a:cubicBezTo>
                  <a:cubicBezTo>
                    <a:pt x="173976" y="222560"/>
                    <a:pt x="172461" y="227572"/>
                    <a:pt x="172461" y="227572"/>
                  </a:cubicBezTo>
                  <a:lnTo>
                    <a:pt x="172461" y="230835"/>
                  </a:lnTo>
                  <a:lnTo>
                    <a:pt x="173774" y="234535"/>
                  </a:lnTo>
                  <a:lnTo>
                    <a:pt x="175961" y="239750"/>
                  </a:lnTo>
                  <a:lnTo>
                    <a:pt x="175961" y="241499"/>
                  </a:lnTo>
                  <a:lnTo>
                    <a:pt x="175961" y="243887"/>
                  </a:lnTo>
                  <a:lnTo>
                    <a:pt x="172427" y="245636"/>
                  </a:lnTo>
                  <a:lnTo>
                    <a:pt x="171182" y="248260"/>
                  </a:lnTo>
                  <a:lnTo>
                    <a:pt x="172057" y="251086"/>
                  </a:lnTo>
                  <a:cubicBezTo>
                    <a:pt x="172057" y="251086"/>
                    <a:pt x="172495" y="257175"/>
                    <a:pt x="173807" y="257814"/>
                  </a:cubicBezTo>
                  <a:cubicBezTo>
                    <a:pt x="175120" y="258453"/>
                    <a:pt x="174884" y="263028"/>
                    <a:pt x="175120" y="264105"/>
                  </a:cubicBezTo>
                  <a:cubicBezTo>
                    <a:pt x="175355" y="265181"/>
                    <a:pt x="175120" y="268882"/>
                    <a:pt x="175120" y="268882"/>
                  </a:cubicBezTo>
                  <a:lnTo>
                    <a:pt x="172528" y="274533"/>
                  </a:lnTo>
                  <a:lnTo>
                    <a:pt x="172528" y="277224"/>
                  </a:lnTo>
                  <a:lnTo>
                    <a:pt x="169365" y="281126"/>
                  </a:lnTo>
                  <a:lnTo>
                    <a:pt x="165562" y="282203"/>
                  </a:lnTo>
                  <a:lnTo>
                    <a:pt x="162095" y="281328"/>
                  </a:lnTo>
                  <a:lnTo>
                    <a:pt x="162095" y="278502"/>
                  </a:lnTo>
                  <a:lnTo>
                    <a:pt x="160379" y="274365"/>
                  </a:lnTo>
                  <a:lnTo>
                    <a:pt x="160379" y="271775"/>
                  </a:lnTo>
                  <a:lnTo>
                    <a:pt x="158191" y="271775"/>
                  </a:lnTo>
                  <a:lnTo>
                    <a:pt x="154288" y="273524"/>
                  </a:lnTo>
                  <a:lnTo>
                    <a:pt x="149071" y="273524"/>
                  </a:lnTo>
                  <a:lnTo>
                    <a:pt x="142340" y="273524"/>
                  </a:lnTo>
                  <a:cubicBezTo>
                    <a:pt x="142340" y="273524"/>
                    <a:pt x="135811" y="274937"/>
                    <a:pt x="134970" y="275374"/>
                  </a:cubicBezTo>
                  <a:cubicBezTo>
                    <a:pt x="134095" y="275811"/>
                    <a:pt x="131066" y="278536"/>
                    <a:pt x="131066" y="278536"/>
                  </a:cubicBezTo>
                  <a:lnTo>
                    <a:pt x="128037" y="281160"/>
                  </a:lnTo>
                  <a:lnTo>
                    <a:pt x="125210" y="285298"/>
                  </a:lnTo>
                  <a:cubicBezTo>
                    <a:pt x="125210" y="285298"/>
                    <a:pt x="122820" y="288998"/>
                    <a:pt x="122585" y="289637"/>
                  </a:cubicBezTo>
                  <a:cubicBezTo>
                    <a:pt x="122383" y="290276"/>
                    <a:pt x="121508" y="291824"/>
                    <a:pt x="121508" y="291824"/>
                  </a:cubicBezTo>
                  <a:lnTo>
                    <a:pt x="119556" y="295289"/>
                  </a:lnTo>
                  <a:lnTo>
                    <a:pt x="118244" y="297038"/>
                  </a:lnTo>
                  <a:lnTo>
                    <a:pt x="113229" y="298787"/>
                  </a:lnTo>
                  <a:lnTo>
                    <a:pt x="110200" y="301411"/>
                  </a:lnTo>
                  <a:cubicBezTo>
                    <a:pt x="110200" y="301411"/>
                    <a:pt x="107171" y="303800"/>
                    <a:pt x="106296" y="304237"/>
                  </a:cubicBezTo>
                  <a:cubicBezTo>
                    <a:pt x="105421" y="304674"/>
                    <a:pt x="103032" y="307500"/>
                    <a:pt x="103032" y="307500"/>
                  </a:cubicBezTo>
                  <a:lnTo>
                    <a:pt x="103032" y="312714"/>
                  </a:lnTo>
                  <a:lnTo>
                    <a:pt x="103032" y="318130"/>
                  </a:lnTo>
                  <a:lnTo>
                    <a:pt x="101315" y="323983"/>
                  </a:lnTo>
                  <a:cubicBezTo>
                    <a:pt x="101315" y="323983"/>
                    <a:pt x="98051" y="327448"/>
                    <a:pt x="97176" y="327448"/>
                  </a:cubicBezTo>
                  <a:cubicBezTo>
                    <a:pt x="96301" y="327448"/>
                    <a:pt x="96065" y="324858"/>
                    <a:pt x="96065" y="324858"/>
                  </a:cubicBezTo>
                  <a:lnTo>
                    <a:pt x="96065" y="317895"/>
                  </a:lnTo>
                  <a:lnTo>
                    <a:pt x="96065" y="312680"/>
                  </a:lnTo>
                  <a:lnTo>
                    <a:pt x="96065" y="309215"/>
                  </a:lnTo>
                  <a:lnTo>
                    <a:pt x="96065" y="305750"/>
                  </a:lnTo>
                  <a:lnTo>
                    <a:pt x="92262" y="303127"/>
                  </a:lnTo>
                  <a:lnTo>
                    <a:pt x="89099" y="302252"/>
                  </a:lnTo>
                  <a:lnTo>
                    <a:pt x="89099" y="304439"/>
                  </a:lnTo>
                  <a:lnTo>
                    <a:pt x="87685" y="307062"/>
                  </a:lnTo>
                  <a:cubicBezTo>
                    <a:pt x="87685" y="307062"/>
                    <a:pt x="85195" y="310090"/>
                    <a:pt x="84387" y="310763"/>
                  </a:cubicBezTo>
                  <a:cubicBezTo>
                    <a:pt x="83579" y="311402"/>
                    <a:pt x="81291" y="312512"/>
                    <a:pt x="81291" y="312512"/>
                  </a:cubicBezTo>
                  <a:lnTo>
                    <a:pt x="77824" y="312748"/>
                  </a:lnTo>
                  <a:lnTo>
                    <a:pt x="74762" y="307096"/>
                  </a:lnTo>
                  <a:lnTo>
                    <a:pt x="72170" y="304069"/>
                  </a:lnTo>
                  <a:lnTo>
                    <a:pt x="68031" y="302757"/>
                  </a:lnTo>
                  <a:lnTo>
                    <a:pt x="63891" y="301445"/>
                  </a:lnTo>
                  <a:lnTo>
                    <a:pt x="59314" y="301445"/>
                  </a:lnTo>
                  <a:lnTo>
                    <a:pt x="58237" y="302757"/>
                  </a:lnTo>
                  <a:lnTo>
                    <a:pt x="56723" y="304708"/>
                  </a:lnTo>
                  <a:lnTo>
                    <a:pt x="53458" y="306659"/>
                  </a:lnTo>
                  <a:cubicBezTo>
                    <a:pt x="53458" y="306659"/>
                    <a:pt x="51271" y="307971"/>
                    <a:pt x="50631" y="307971"/>
                  </a:cubicBezTo>
                  <a:cubicBezTo>
                    <a:pt x="49992" y="307971"/>
                    <a:pt x="49554" y="310157"/>
                    <a:pt x="49554" y="310157"/>
                  </a:cubicBezTo>
                  <a:lnTo>
                    <a:pt x="49117" y="312108"/>
                  </a:lnTo>
                  <a:lnTo>
                    <a:pt x="48040" y="313622"/>
                  </a:lnTo>
                  <a:cubicBezTo>
                    <a:pt x="48040" y="313622"/>
                    <a:pt x="46728" y="315573"/>
                    <a:pt x="46324" y="316246"/>
                  </a:cubicBezTo>
                  <a:cubicBezTo>
                    <a:pt x="45886" y="316885"/>
                    <a:pt x="43261" y="316885"/>
                    <a:pt x="43261" y="316885"/>
                  </a:cubicBezTo>
                  <a:lnTo>
                    <a:pt x="40434" y="312748"/>
                  </a:lnTo>
                  <a:lnTo>
                    <a:pt x="34545" y="306221"/>
                  </a:lnTo>
                  <a:lnTo>
                    <a:pt x="29126" y="301445"/>
                  </a:lnTo>
                  <a:lnTo>
                    <a:pt x="27376" y="301445"/>
                  </a:lnTo>
                  <a:lnTo>
                    <a:pt x="24785" y="305784"/>
                  </a:lnTo>
                  <a:lnTo>
                    <a:pt x="24785" y="308812"/>
                  </a:lnTo>
                  <a:lnTo>
                    <a:pt x="24347" y="312277"/>
                  </a:lnTo>
                  <a:cubicBezTo>
                    <a:pt x="24347" y="312277"/>
                    <a:pt x="24549" y="315304"/>
                    <a:pt x="24549" y="316784"/>
                  </a:cubicBezTo>
                  <a:cubicBezTo>
                    <a:pt x="24549" y="318231"/>
                    <a:pt x="18020" y="317726"/>
                    <a:pt x="17145" y="317087"/>
                  </a:cubicBezTo>
                  <a:cubicBezTo>
                    <a:pt x="16270" y="316448"/>
                    <a:pt x="13443" y="317087"/>
                    <a:pt x="13443" y="317087"/>
                  </a:cubicBezTo>
                  <a:lnTo>
                    <a:pt x="11693" y="317087"/>
                  </a:lnTo>
                  <a:lnTo>
                    <a:pt x="8227" y="317087"/>
                  </a:lnTo>
                  <a:lnTo>
                    <a:pt x="4962" y="317087"/>
                  </a:lnTo>
                  <a:lnTo>
                    <a:pt x="3448" y="318836"/>
                  </a:lnTo>
                  <a:lnTo>
                    <a:pt x="2337" y="323613"/>
                  </a:lnTo>
                  <a:lnTo>
                    <a:pt x="3650" y="329265"/>
                  </a:lnTo>
                  <a:lnTo>
                    <a:pt x="6039" y="336665"/>
                  </a:lnTo>
                  <a:lnTo>
                    <a:pt x="11929" y="340130"/>
                  </a:lnTo>
                  <a:lnTo>
                    <a:pt x="14756" y="343831"/>
                  </a:lnTo>
                  <a:lnTo>
                    <a:pt x="15631" y="350996"/>
                  </a:lnTo>
                  <a:cubicBezTo>
                    <a:pt x="15631" y="350996"/>
                    <a:pt x="16708" y="356210"/>
                    <a:pt x="17381" y="357085"/>
                  </a:cubicBezTo>
                  <a:cubicBezTo>
                    <a:pt x="18020" y="357959"/>
                    <a:pt x="16943" y="362501"/>
                    <a:pt x="16943" y="362501"/>
                  </a:cubicBezTo>
                  <a:lnTo>
                    <a:pt x="14554" y="363577"/>
                  </a:lnTo>
                  <a:cubicBezTo>
                    <a:pt x="14554" y="363577"/>
                    <a:pt x="9977" y="365966"/>
                    <a:pt x="9337" y="366403"/>
                  </a:cubicBezTo>
                  <a:cubicBezTo>
                    <a:pt x="8698" y="366840"/>
                    <a:pt x="8260" y="369430"/>
                    <a:pt x="8260" y="369430"/>
                  </a:cubicBezTo>
                  <a:cubicBezTo>
                    <a:pt x="8260" y="369430"/>
                    <a:pt x="11289" y="372021"/>
                    <a:pt x="13039" y="371617"/>
                  </a:cubicBezTo>
                  <a:cubicBezTo>
                    <a:pt x="14789" y="371180"/>
                    <a:pt x="19131" y="374443"/>
                    <a:pt x="19131" y="374443"/>
                  </a:cubicBezTo>
                  <a:cubicBezTo>
                    <a:pt x="19131" y="374443"/>
                    <a:pt x="16304" y="376394"/>
                    <a:pt x="15866" y="377067"/>
                  </a:cubicBezTo>
                  <a:cubicBezTo>
                    <a:pt x="15429" y="377739"/>
                    <a:pt x="15664" y="380330"/>
                    <a:pt x="15664" y="380330"/>
                  </a:cubicBezTo>
                  <a:lnTo>
                    <a:pt x="16102" y="387932"/>
                  </a:lnTo>
                  <a:lnTo>
                    <a:pt x="12635" y="388134"/>
                  </a:lnTo>
                  <a:cubicBezTo>
                    <a:pt x="12635" y="388134"/>
                    <a:pt x="8496" y="384669"/>
                    <a:pt x="6981" y="384669"/>
                  </a:cubicBezTo>
                  <a:cubicBezTo>
                    <a:pt x="5467" y="384669"/>
                    <a:pt x="2405" y="386856"/>
                    <a:pt x="2405" y="386856"/>
                  </a:cubicBezTo>
                  <a:cubicBezTo>
                    <a:pt x="2405" y="386856"/>
                    <a:pt x="-221" y="389446"/>
                    <a:pt x="15" y="389244"/>
                  </a:cubicBezTo>
                  <a:cubicBezTo>
                    <a:pt x="217" y="389042"/>
                    <a:pt x="15" y="394458"/>
                    <a:pt x="15" y="394458"/>
                  </a:cubicBezTo>
                  <a:lnTo>
                    <a:pt x="3279" y="400110"/>
                  </a:lnTo>
                  <a:lnTo>
                    <a:pt x="6746" y="404012"/>
                  </a:lnTo>
                  <a:cubicBezTo>
                    <a:pt x="6746" y="404012"/>
                    <a:pt x="13039" y="403575"/>
                    <a:pt x="13477" y="402935"/>
                  </a:cubicBezTo>
                  <a:cubicBezTo>
                    <a:pt x="13914" y="402296"/>
                    <a:pt x="15429" y="401859"/>
                    <a:pt x="15664" y="401186"/>
                  </a:cubicBezTo>
                  <a:cubicBezTo>
                    <a:pt x="15866" y="400547"/>
                    <a:pt x="17852" y="399672"/>
                    <a:pt x="17852" y="399672"/>
                  </a:cubicBezTo>
                  <a:lnTo>
                    <a:pt x="17852" y="394458"/>
                  </a:lnTo>
                  <a:lnTo>
                    <a:pt x="22092" y="392709"/>
                  </a:lnTo>
                  <a:lnTo>
                    <a:pt x="25256" y="394862"/>
                  </a:lnTo>
                  <a:lnTo>
                    <a:pt x="26568" y="399639"/>
                  </a:lnTo>
                  <a:lnTo>
                    <a:pt x="26568" y="406165"/>
                  </a:lnTo>
                  <a:cubicBezTo>
                    <a:pt x="26568" y="406165"/>
                    <a:pt x="31145" y="408351"/>
                    <a:pt x="32021" y="408553"/>
                  </a:cubicBezTo>
                  <a:cubicBezTo>
                    <a:pt x="32896" y="408755"/>
                    <a:pt x="40502" y="413566"/>
                    <a:pt x="40502" y="413566"/>
                  </a:cubicBezTo>
                  <a:lnTo>
                    <a:pt x="47468" y="419217"/>
                  </a:lnTo>
                  <a:lnTo>
                    <a:pt x="49420" y="422917"/>
                  </a:lnTo>
                  <a:lnTo>
                    <a:pt x="48780" y="427055"/>
                  </a:lnTo>
                  <a:lnTo>
                    <a:pt x="47468" y="432706"/>
                  </a:lnTo>
                  <a:lnTo>
                    <a:pt x="47468" y="435532"/>
                  </a:lnTo>
                  <a:lnTo>
                    <a:pt x="52684" y="439872"/>
                  </a:lnTo>
                  <a:lnTo>
                    <a:pt x="52684" y="441621"/>
                  </a:lnTo>
                  <a:cubicBezTo>
                    <a:pt x="52684" y="441621"/>
                    <a:pt x="51708" y="442698"/>
                    <a:pt x="51271" y="443370"/>
                  </a:cubicBezTo>
                  <a:cubicBezTo>
                    <a:pt x="50833" y="444010"/>
                    <a:pt x="52684" y="448147"/>
                    <a:pt x="52684" y="448147"/>
                  </a:cubicBezTo>
                  <a:lnTo>
                    <a:pt x="57261" y="450737"/>
                  </a:lnTo>
                  <a:lnTo>
                    <a:pt x="64665" y="445523"/>
                  </a:lnTo>
                  <a:cubicBezTo>
                    <a:pt x="64665" y="445523"/>
                    <a:pt x="68805" y="445288"/>
                    <a:pt x="70118" y="446600"/>
                  </a:cubicBezTo>
                  <a:cubicBezTo>
                    <a:pt x="71430" y="447912"/>
                    <a:pt x="71867" y="450939"/>
                    <a:pt x="71867" y="450939"/>
                  </a:cubicBezTo>
                  <a:cubicBezTo>
                    <a:pt x="71867" y="450939"/>
                    <a:pt x="74021" y="456591"/>
                    <a:pt x="73819" y="457230"/>
                  </a:cubicBezTo>
                  <a:cubicBezTo>
                    <a:pt x="73618" y="457869"/>
                    <a:pt x="70118" y="458744"/>
                    <a:pt x="70118" y="458744"/>
                  </a:cubicBezTo>
                  <a:cubicBezTo>
                    <a:pt x="70118" y="458744"/>
                    <a:pt x="70118" y="462646"/>
                    <a:pt x="70118" y="463520"/>
                  </a:cubicBezTo>
                  <a:cubicBezTo>
                    <a:pt x="70118" y="464395"/>
                    <a:pt x="71733" y="468129"/>
                    <a:pt x="71733" y="468129"/>
                  </a:cubicBezTo>
                  <a:lnTo>
                    <a:pt x="78127" y="470988"/>
                  </a:lnTo>
                  <a:lnTo>
                    <a:pt x="84252" y="473680"/>
                  </a:lnTo>
                  <a:lnTo>
                    <a:pt x="85599" y="474016"/>
                  </a:lnTo>
                  <a:lnTo>
                    <a:pt x="85195" y="472637"/>
                  </a:lnTo>
                  <a:cubicBezTo>
                    <a:pt x="85195" y="472637"/>
                    <a:pt x="86070" y="469172"/>
                    <a:pt x="86373" y="467995"/>
                  </a:cubicBezTo>
                  <a:cubicBezTo>
                    <a:pt x="86676" y="466851"/>
                    <a:pt x="87820" y="464227"/>
                    <a:pt x="88392" y="463083"/>
                  </a:cubicBezTo>
                  <a:cubicBezTo>
                    <a:pt x="88964" y="461939"/>
                    <a:pt x="88964" y="459618"/>
                    <a:pt x="90714" y="457566"/>
                  </a:cubicBezTo>
                  <a:cubicBezTo>
                    <a:pt x="92464" y="455548"/>
                    <a:pt x="93305" y="456120"/>
                    <a:pt x="94786" y="453496"/>
                  </a:cubicBezTo>
                  <a:cubicBezTo>
                    <a:pt x="96234" y="450872"/>
                    <a:pt x="97681" y="449425"/>
                    <a:pt x="98253" y="448584"/>
                  </a:cubicBezTo>
                  <a:cubicBezTo>
                    <a:pt x="98825" y="447710"/>
                    <a:pt x="99431" y="446566"/>
                    <a:pt x="99700" y="443068"/>
                  </a:cubicBezTo>
                  <a:cubicBezTo>
                    <a:pt x="100003" y="439603"/>
                    <a:pt x="100844" y="434960"/>
                    <a:pt x="100844" y="434960"/>
                  </a:cubicBezTo>
                  <a:cubicBezTo>
                    <a:pt x="100844" y="434960"/>
                    <a:pt x="101988" y="431765"/>
                    <a:pt x="102863" y="431495"/>
                  </a:cubicBezTo>
                  <a:cubicBezTo>
                    <a:pt x="103738" y="431193"/>
                    <a:pt x="106633" y="430924"/>
                    <a:pt x="108080" y="429477"/>
                  </a:cubicBezTo>
                  <a:cubicBezTo>
                    <a:pt x="109527" y="428031"/>
                    <a:pt x="110974" y="427459"/>
                    <a:pt x="110974" y="426281"/>
                  </a:cubicBezTo>
                  <a:cubicBezTo>
                    <a:pt x="110974" y="425138"/>
                    <a:pt x="112118" y="422211"/>
                    <a:pt x="112118" y="422211"/>
                  </a:cubicBezTo>
                  <a:lnTo>
                    <a:pt x="111243" y="417300"/>
                  </a:lnTo>
                  <a:lnTo>
                    <a:pt x="110941" y="412657"/>
                  </a:lnTo>
                  <a:lnTo>
                    <a:pt x="117907" y="412657"/>
                  </a:lnTo>
                  <a:cubicBezTo>
                    <a:pt x="117907" y="412657"/>
                    <a:pt x="118479" y="415248"/>
                    <a:pt x="119926" y="415248"/>
                  </a:cubicBezTo>
                  <a:cubicBezTo>
                    <a:pt x="121373" y="415248"/>
                    <a:pt x="121373" y="415550"/>
                    <a:pt x="124873" y="415550"/>
                  </a:cubicBezTo>
                  <a:cubicBezTo>
                    <a:pt x="128340" y="415550"/>
                    <a:pt x="126321" y="415853"/>
                    <a:pt x="128340" y="415550"/>
                  </a:cubicBezTo>
                  <a:cubicBezTo>
                    <a:pt x="130359" y="415248"/>
                    <a:pt x="132681" y="412657"/>
                    <a:pt x="132681" y="412657"/>
                  </a:cubicBezTo>
                  <a:cubicBezTo>
                    <a:pt x="132681" y="412657"/>
                    <a:pt x="134128" y="409764"/>
                    <a:pt x="135273" y="409462"/>
                  </a:cubicBezTo>
                  <a:cubicBezTo>
                    <a:pt x="136417" y="409159"/>
                    <a:pt x="138167" y="408015"/>
                    <a:pt x="139042" y="407140"/>
                  </a:cubicBezTo>
                  <a:cubicBezTo>
                    <a:pt x="139917" y="406266"/>
                    <a:pt x="140186" y="405257"/>
                    <a:pt x="141061" y="404685"/>
                  </a:cubicBezTo>
                  <a:cubicBezTo>
                    <a:pt x="141936" y="404113"/>
                    <a:pt x="148028" y="400480"/>
                    <a:pt x="148028" y="400480"/>
                  </a:cubicBezTo>
                  <a:lnTo>
                    <a:pt x="150922" y="400480"/>
                  </a:lnTo>
                  <a:lnTo>
                    <a:pt x="156139" y="400480"/>
                  </a:lnTo>
                  <a:cubicBezTo>
                    <a:pt x="156139" y="400480"/>
                    <a:pt x="158461" y="399605"/>
                    <a:pt x="160211" y="400480"/>
                  </a:cubicBezTo>
                  <a:cubicBezTo>
                    <a:pt x="161961" y="401354"/>
                    <a:pt x="164552" y="401354"/>
                    <a:pt x="165730" y="401354"/>
                  </a:cubicBezTo>
                  <a:cubicBezTo>
                    <a:pt x="166908" y="401354"/>
                    <a:pt x="171249" y="401657"/>
                    <a:pt x="171249" y="401657"/>
                  </a:cubicBezTo>
                  <a:lnTo>
                    <a:pt x="179091" y="402229"/>
                  </a:lnTo>
                  <a:cubicBezTo>
                    <a:pt x="179091" y="402229"/>
                    <a:pt x="180841" y="403676"/>
                    <a:pt x="182860" y="404853"/>
                  </a:cubicBezTo>
                  <a:cubicBezTo>
                    <a:pt x="184880" y="405997"/>
                    <a:pt x="184880" y="405997"/>
                    <a:pt x="184880" y="405997"/>
                  </a:cubicBezTo>
                  <a:cubicBezTo>
                    <a:pt x="184880" y="405997"/>
                    <a:pt x="187471" y="408621"/>
                    <a:pt x="188649" y="408890"/>
                  </a:cubicBezTo>
                  <a:cubicBezTo>
                    <a:pt x="189827" y="409192"/>
                    <a:pt x="191274" y="412086"/>
                    <a:pt x="191274" y="412086"/>
                  </a:cubicBezTo>
                  <a:lnTo>
                    <a:pt x="193899" y="415853"/>
                  </a:lnTo>
                  <a:cubicBezTo>
                    <a:pt x="193899" y="415853"/>
                    <a:pt x="198241" y="418174"/>
                    <a:pt x="199115" y="418174"/>
                  </a:cubicBezTo>
                  <a:cubicBezTo>
                    <a:pt x="199990" y="418174"/>
                    <a:pt x="206654" y="413229"/>
                    <a:pt x="206654" y="413229"/>
                  </a:cubicBezTo>
                  <a:lnTo>
                    <a:pt x="209245" y="408318"/>
                  </a:lnTo>
                  <a:lnTo>
                    <a:pt x="214765" y="405425"/>
                  </a:lnTo>
                  <a:lnTo>
                    <a:pt x="218231" y="403104"/>
                  </a:lnTo>
                  <a:cubicBezTo>
                    <a:pt x="218231" y="403104"/>
                    <a:pt x="221428" y="401186"/>
                    <a:pt x="221428" y="400110"/>
                  </a:cubicBezTo>
                  <a:cubicBezTo>
                    <a:pt x="221428" y="399033"/>
                    <a:pt x="221428" y="396140"/>
                    <a:pt x="221428" y="396140"/>
                  </a:cubicBezTo>
                  <a:lnTo>
                    <a:pt x="219981" y="394391"/>
                  </a:lnTo>
                  <a:lnTo>
                    <a:pt x="218231" y="393214"/>
                  </a:lnTo>
                  <a:lnTo>
                    <a:pt x="215034" y="391767"/>
                  </a:lnTo>
                  <a:lnTo>
                    <a:pt x="211568" y="389446"/>
                  </a:lnTo>
                  <a:cubicBezTo>
                    <a:pt x="211568" y="389446"/>
                    <a:pt x="210423" y="390892"/>
                    <a:pt x="209548" y="389446"/>
                  </a:cubicBezTo>
                  <a:cubicBezTo>
                    <a:pt x="208673" y="387999"/>
                    <a:pt x="207798" y="387697"/>
                    <a:pt x="207226" y="386553"/>
                  </a:cubicBezTo>
                  <a:cubicBezTo>
                    <a:pt x="206654" y="385409"/>
                    <a:pt x="205207" y="383357"/>
                    <a:pt x="205207" y="382482"/>
                  </a:cubicBezTo>
                  <a:cubicBezTo>
                    <a:pt x="205207" y="381608"/>
                    <a:pt x="205510" y="381036"/>
                    <a:pt x="205779" y="379590"/>
                  </a:cubicBezTo>
                  <a:cubicBezTo>
                    <a:pt x="206082" y="378143"/>
                    <a:pt x="206351" y="376697"/>
                    <a:pt x="206082" y="374947"/>
                  </a:cubicBezTo>
                  <a:cubicBezTo>
                    <a:pt x="205779" y="373198"/>
                    <a:pt x="205779" y="370305"/>
                    <a:pt x="205779" y="369161"/>
                  </a:cubicBezTo>
                  <a:cubicBezTo>
                    <a:pt x="205779" y="368017"/>
                    <a:pt x="205779" y="367412"/>
                    <a:pt x="206957" y="367143"/>
                  </a:cubicBezTo>
                  <a:cubicBezTo>
                    <a:pt x="208101" y="366840"/>
                    <a:pt x="211299" y="367143"/>
                    <a:pt x="211299" y="367143"/>
                  </a:cubicBezTo>
                  <a:lnTo>
                    <a:pt x="218837" y="367008"/>
                  </a:lnTo>
                  <a:cubicBezTo>
                    <a:pt x="218837" y="367008"/>
                    <a:pt x="219140" y="367446"/>
                    <a:pt x="220284" y="367008"/>
                  </a:cubicBezTo>
                  <a:cubicBezTo>
                    <a:pt x="221428" y="366571"/>
                    <a:pt x="221159" y="366874"/>
                    <a:pt x="224626" y="367008"/>
                  </a:cubicBezTo>
                  <a:cubicBezTo>
                    <a:pt x="228092" y="367143"/>
                    <a:pt x="228967" y="367580"/>
                    <a:pt x="231289" y="366773"/>
                  </a:cubicBezTo>
                  <a:cubicBezTo>
                    <a:pt x="233611" y="365966"/>
                    <a:pt x="234486" y="365394"/>
                    <a:pt x="235059" y="363644"/>
                  </a:cubicBezTo>
                  <a:cubicBezTo>
                    <a:pt x="235631" y="361895"/>
                    <a:pt x="237078" y="361323"/>
                    <a:pt x="237381" y="360449"/>
                  </a:cubicBezTo>
                  <a:cubicBezTo>
                    <a:pt x="237684" y="359574"/>
                    <a:pt x="240006" y="356984"/>
                    <a:pt x="240006" y="356984"/>
                  </a:cubicBezTo>
                  <a:lnTo>
                    <a:pt x="241453" y="356984"/>
                  </a:lnTo>
                  <a:cubicBezTo>
                    <a:pt x="241453" y="356984"/>
                    <a:pt x="243775" y="357858"/>
                    <a:pt x="244650" y="358430"/>
                  </a:cubicBezTo>
                  <a:cubicBezTo>
                    <a:pt x="245525" y="359002"/>
                    <a:pt x="247847" y="365091"/>
                    <a:pt x="247847" y="365091"/>
                  </a:cubicBezTo>
                  <a:lnTo>
                    <a:pt x="250170" y="370036"/>
                  </a:lnTo>
                  <a:lnTo>
                    <a:pt x="253636" y="372929"/>
                  </a:lnTo>
                  <a:lnTo>
                    <a:pt x="259425" y="371482"/>
                  </a:lnTo>
                  <a:lnTo>
                    <a:pt x="267535" y="369161"/>
                  </a:lnTo>
                  <a:lnTo>
                    <a:pt x="271607" y="367143"/>
                  </a:lnTo>
                  <a:lnTo>
                    <a:pt x="275949" y="370910"/>
                  </a:lnTo>
                  <a:lnTo>
                    <a:pt x="279718" y="372929"/>
                  </a:lnTo>
                  <a:lnTo>
                    <a:pt x="286988" y="376125"/>
                  </a:lnTo>
                  <a:lnTo>
                    <a:pt x="293348" y="377874"/>
                  </a:lnTo>
                  <a:lnTo>
                    <a:pt x="296545" y="379320"/>
                  </a:lnTo>
                  <a:lnTo>
                    <a:pt x="298296" y="382214"/>
                  </a:lnTo>
                  <a:lnTo>
                    <a:pt x="306406" y="385241"/>
                  </a:lnTo>
                  <a:cubicBezTo>
                    <a:pt x="306406" y="385241"/>
                    <a:pt x="309603" y="384804"/>
                    <a:pt x="310748" y="384804"/>
                  </a:cubicBezTo>
                  <a:cubicBezTo>
                    <a:pt x="311892" y="384804"/>
                    <a:pt x="315089" y="384804"/>
                    <a:pt x="316267" y="384804"/>
                  </a:cubicBezTo>
                  <a:cubicBezTo>
                    <a:pt x="317445" y="384804"/>
                    <a:pt x="321484" y="384097"/>
                    <a:pt x="322359" y="383794"/>
                  </a:cubicBezTo>
                  <a:cubicBezTo>
                    <a:pt x="323234" y="383492"/>
                    <a:pt x="327878" y="383088"/>
                    <a:pt x="329022" y="383088"/>
                  </a:cubicBezTo>
                  <a:cubicBezTo>
                    <a:pt x="330166" y="383088"/>
                    <a:pt x="331916" y="383088"/>
                    <a:pt x="331916" y="383088"/>
                  </a:cubicBezTo>
                  <a:lnTo>
                    <a:pt x="335113" y="385712"/>
                  </a:lnTo>
                  <a:cubicBezTo>
                    <a:pt x="335113" y="385712"/>
                    <a:pt x="338580" y="387461"/>
                    <a:pt x="339455" y="387730"/>
                  </a:cubicBezTo>
                  <a:cubicBezTo>
                    <a:pt x="340330" y="388033"/>
                    <a:pt x="345816" y="391801"/>
                    <a:pt x="345816" y="391801"/>
                  </a:cubicBezTo>
                  <a:cubicBezTo>
                    <a:pt x="345816" y="391801"/>
                    <a:pt x="348441" y="392675"/>
                    <a:pt x="349282" y="392978"/>
                  </a:cubicBezTo>
                  <a:cubicBezTo>
                    <a:pt x="350157" y="393247"/>
                    <a:pt x="355946" y="398192"/>
                    <a:pt x="355946" y="398192"/>
                  </a:cubicBezTo>
                  <a:lnTo>
                    <a:pt x="362912" y="400513"/>
                  </a:lnTo>
                  <a:lnTo>
                    <a:pt x="364932" y="406299"/>
                  </a:lnTo>
                  <a:lnTo>
                    <a:pt x="368398" y="408890"/>
                  </a:lnTo>
                  <a:lnTo>
                    <a:pt x="373312" y="412960"/>
                  </a:lnTo>
                  <a:cubicBezTo>
                    <a:pt x="373312" y="412960"/>
                    <a:pt x="376071" y="420361"/>
                    <a:pt x="375634" y="420361"/>
                  </a:cubicBezTo>
                  <a:cubicBezTo>
                    <a:pt x="375196" y="420361"/>
                    <a:pt x="376946" y="422379"/>
                    <a:pt x="376946" y="422379"/>
                  </a:cubicBezTo>
                  <a:cubicBezTo>
                    <a:pt x="376946" y="422379"/>
                    <a:pt x="378023" y="422076"/>
                    <a:pt x="378461" y="421942"/>
                  </a:cubicBezTo>
                  <a:cubicBezTo>
                    <a:pt x="378898" y="421807"/>
                    <a:pt x="381422" y="418309"/>
                    <a:pt x="381422" y="417737"/>
                  </a:cubicBezTo>
                  <a:cubicBezTo>
                    <a:pt x="381422" y="417165"/>
                    <a:pt x="381422" y="415281"/>
                    <a:pt x="381422" y="415281"/>
                  </a:cubicBezTo>
                  <a:cubicBezTo>
                    <a:pt x="381422" y="415281"/>
                    <a:pt x="381927" y="414272"/>
                    <a:pt x="382499" y="414272"/>
                  </a:cubicBezTo>
                  <a:cubicBezTo>
                    <a:pt x="383071" y="414272"/>
                    <a:pt x="384889" y="417030"/>
                    <a:pt x="384889" y="417030"/>
                  </a:cubicBezTo>
                  <a:lnTo>
                    <a:pt x="384889" y="418780"/>
                  </a:lnTo>
                  <a:lnTo>
                    <a:pt x="386639" y="422413"/>
                  </a:lnTo>
                  <a:lnTo>
                    <a:pt x="388961" y="423859"/>
                  </a:lnTo>
                  <a:cubicBezTo>
                    <a:pt x="388961" y="423859"/>
                    <a:pt x="390273" y="424734"/>
                    <a:pt x="391855" y="423557"/>
                  </a:cubicBezTo>
                  <a:cubicBezTo>
                    <a:pt x="393437" y="422413"/>
                    <a:pt x="394918" y="422245"/>
                    <a:pt x="395625" y="421404"/>
                  </a:cubicBezTo>
                  <a:cubicBezTo>
                    <a:pt x="396365" y="420529"/>
                    <a:pt x="397509" y="419082"/>
                    <a:pt x="397509" y="419082"/>
                  </a:cubicBezTo>
                  <a:cubicBezTo>
                    <a:pt x="397509" y="419082"/>
                    <a:pt x="399832" y="417199"/>
                    <a:pt x="399832" y="416761"/>
                  </a:cubicBezTo>
                  <a:cubicBezTo>
                    <a:pt x="399832" y="416324"/>
                    <a:pt x="401985" y="412422"/>
                    <a:pt x="402456" y="412119"/>
                  </a:cubicBezTo>
                  <a:cubicBezTo>
                    <a:pt x="402894" y="411850"/>
                    <a:pt x="404341" y="411985"/>
                    <a:pt x="404913" y="411547"/>
                  </a:cubicBezTo>
                  <a:cubicBezTo>
                    <a:pt x="405485" y="411110"/>
                    <a:pt x="408683" y="409226"/>
                    <a:pt x="408683" y="409226"/>
                  </a:cubicBezTo>
                  <a:lnTo>
                    <a:pt x="411880" y="409226"/>
                  </a:lnTo>
                  <a:cubicBezTo>
                    <a:pt x="411880" y="409226"/>
                    <a:pt x="415784" y="407780"/>
                    <a:pt x="416659" y="408789"/>
                  </a:cubicBezTo>
                  <a:cubicBezTo>
                    <a:pt x="417534" y="409798"/>
                    <a:pt x="418543" y="410807"/>
                    <a:pt x="419116" y="410975"/>
                  </a:cubicBezTo>
                  <a:cubicBezTo>
                    <a:pt x="419687" y="411110"/>
                    <a:pt x="422145" y="407948"/>
                    <a:pt x="422582" y="407780"/>
                  </a:cubicBezTo>
                  <a:cubicBezTo>
                    <a:pt x="423019" y="407645"/>
                    <a:pt x="423894" y="405458"/>
                    <a:pt x="424164" y="404887"/>
                  </a:cubicBezTo>
                  <a:cubicBezTo>
                    <a:pt x="424467" y="404315"/>
                    <a:pt x="426048" y="402128"/>
                    <a:pt x="426183" y="401691"/>
                  </a:cubicBezTo>
                  <a:cubicBezTo>
                    <a:pt x="426318" y="401253"/>
                    <a:pt x="427933" y="399235"/>
                    <a:pt x="428202" y="398663"/>
                  </a:cubicBezTo>
                  <a:cubicBezTo>
                    <a:pt x="428505" y="398091"/>
                    <a:pt x="429346" y="396779"/>
                    <a:pt x="430087" y="395636"/>
                  </a:cubicBezTo>
                  <a:cubicBezTo>
                    <a:pt x="430827" y="394492"/>
                    <a:pt x="430962" y="394189"/>
                    <a:pt x="431971" y="393752"/>
                  </a:cubicBezTo>
                  <a:cubicBezTo>
                    <a:pt x="432981" y="393315"/>
                    <a:pt x="436178" y="392608"/>
                    <a:pt x="436885" y="392608"/>
                  </a:cubicBezTo>
                  <a:cubicBezTo>
                    <a:pt x="437592" y="392608"/>
                    <a:pt x="439780" y="392743"/>
                    <a:pt x="440351" y="392608"/>
                  </a:cubicBezTo>
                  <a:cubicBezTo>
                    <a:pt x="440924" y="392474"/>
                    <a:pt x="442539" y="392608"/>
                    <a:pt x="442539" y="392608"/>
                  </a:cubicBezTo>
                  <a:lnTo>
                    <a:pt x="444121" y="394627"/>
                  </a:lnTo>
                  <a:cubicBezTo>
                    <a:pt x="444121" y="394627"/>
                    <a:pt x="444760" y="394761"/>
                    <a:pt x="444895" y="395198"/>
                  </a:cubicBezTo>
                  <a:cubicBezTo>
                    <a:pt x="445029" y="395636"/>
                    <a:pt x="445703" y="397385"/>
                    <a:pt x="445703" y="398226"/>
                  </a:cubicBezTo>
                  <a:cubicBezTo>
                    <a:pt x="445703" y="399100"/>
                    <a:pt x="445703" y="401422"/>
                    <a:pt x="445703" y="401422"/>
                  </a:cubicBezTo>
                  <a:lnTo>
                    <a:pt x="445703" y="406636"/>
                  </a:lnTo>
                  <a:cubicBezTo>
                    <a:pt x="445703" y="406636"/>
                    <a:pt x="446006" y="407208"/>
                    <a:pt x="445703" y="408082"/>
                  </a:cubicBezTo>
                  <a:cubicBezTo>
                    <a:pt x="445400" y="408957"/>
                    <a:pt x="446241" y="412287"/>
                    <a:pt x="445837" y="413162"/>
                  </a:cubicBezTo>
                  <a:cubicBezTo>
                    <a:pt x="445433" y="414036"/>
                    <a:pt x="446510" y="415920"/>
                    <a:pt x="445972" y="416627"/>
                  </a:cubicBezTo>
                  <a:cubicBezTo>
                    <a:pt x="445433" y="417333"/>
                    <a:pt x="445433" y="420092"/>
                    <a:pt x="445433" y="420966"/>
                  </a:cubicBezTo>
                  <a:cubicBezTo>
                    <a:pt x="445433" y="421841"/>
                    <a:pt x="445232" y="423725"/>
                    <a:pt x="446140" y="424734"/>
                  </a:cubicBezTo>
                  <a:cubicBezTo>
                    <a:pt x="447049" y="425743"/>
                    <a:pt x="448361" y="427190"/>
                    <a:pt x="448361" y="427190"/>
                  </a:cubicBezTo>
                  <a:cubicBezTo>
                    <a:pt x="448361" y="427190"/>
                    <a:pt x="450111" y="428939"/>
                    <a:pt x="450246" y="429376"/>
                  </a:cubicBezTo>
                  <a:cubicBezTo>
                    <a:pt x="450380" y="429813"/>
                    <a:pt x="452703" y="430823"/>
                    <a:pt x="453578" y="430554"/>
                  </a:cubicBezTo>
                  <a:cubicBezTo>
                    <a:pt x="454453" y="430251"/>
                    <a:pt x="455765" y="429545"/>
                    <a:pt x="455765" y="429545"/>
                  </a:cubicBezTo>
                  <a:lnTo>
                    <a:pt x="458087" y="427223"/>
                  </a:lnTo>
                  <a:lnTo>
                    <a:pt x="460477" y="427795"/>
                  </a:lnTo>
                  <a:lnTo>
                    <a:pt x="461419" y="429679"/>
                  </a:lnTo>
                  <a:lnTo>
                    <a:pt x="461419" y="432706"/>
                  </a:lnTo>
                  <a:lnTo>
                    <a:pt x="461419" y="436171"/>
                  </a:lnTo>
                  <a:cubicBezTo>
                    <a:pt x="461419" y="436171"/>
                    <a:pt x="463438" y="435734"/>
                    <a:pt x="464313" y="435431"/>
                  </a:cubicBezTo>
                  <a:cubicBezTo>
                    <a:pt x="465188" y="435129"/>
                    <a:pt x="466939" y="433245"/>
                    <a:pt x="467342" y="432673"/>
                  </a:cubicBezTo>
                  <a:cubicBezTo>
                    <a:pt x="467780" y="432101"/>
                    <a:pt x="468520" y="432673"/>
                    <a:pt x="469227" y="431361"/>
                  </a:cubicBezTo>
                  <a:cubicBezTo>
                    <a:pt x="469934" y="430049"/>
                    <a:pt x="471112" y="428165"/>
                    <a:pt x="471112" y="428165"/>
                  </a:cubicBezTo>
                  <a:cubicBezTo>
                    <a:pt x="471112" y="428165"/>
                    <a:pt x="478078" y="422648"/>
                    <a:pt x="478516" y="422211"/>
                  </a:cubicBezTo>
                  <a:cubicBezTo>
                    <a:pt x="478954" y="421774"/>
                    <a:pt x="483160" y="419015"/>
                    <a:pt x="483295" y="418578"/>
                  </a:cubicBezTo>
                  <a:cubicBezTo>
                    <a:pt x="483429" y="418141"/>
                    <a:pt x="484439" y="415988"/>
                    <a:pt x="485449" y="414945"/>
                  </a:cubicBezTo>
                  <a:cubicBezTo>
                    <a:pt x="486458" y="413936"/>
                    <a:pt x="488646" y="411043"/>
                    <a:pt x="489218" y="410740"/>
                  </a:cubicBezTo>
                  <a:cubicBezTo>
                    <a:pt x="489790" y="410437"/>
                    <a:pt x="490093" y="408856"/>
                    <a:pt x="490665" y="408722"/>
                  </a:cubicBezTo>
                  <a:cubicBezTo>
                    <a:pt x="491237" y="408587"/>
                    <a:pt x="490800" y="408722"/>
                    <a:pt x="492247" y="407847"/>
                  </a:cubicBezTo>
                  <a:cubicBezTo>
                    <a:pt x="493694" y="406972"/>
                    <a:pt x="496723" y="404214"/>
                    <a:pt x="496723" y="404214"/>
                  </a:cubicBezTo>
                  <a:cubicBezTo>
                    <a:pt x="496723" y="404214"/>
                    <a:pt x="498170" y="403642"/>
                    <a:pt x="498608" y="403474"/>
                  </a:cubicBezTo>
                  <a:cubicBezTo>
                    <a:pt x="499045" y="403339"/>
                    <a:pt x="501637" y="402027"/>
                    <a:pt x="501637" y="402027"/>
                  </a:cubicBezTo>
                  <a:lnTo>
                    <a:pt x="504531" y="401018"/>
                  </a:lnTo>
                  <a:lnTo>
                    <a:pt x="506719" y="401153"/>
                  </a:lnTo>
                  <a:lnTo>
                    <a:pt x="508738" y="402902"/>
                  </a:lnTo>
                  <a:cubicBezTo>
                    <a:pt x="508738" y="402902"/>
                    <a:pt x="508872" y="403339"/>
                    <a:pt x="509444" y="403339"/>
                  </a:cubicBezTo>
                  <a:cubicBezTo>
                    <a:pt x="510017" y="403339"/>
                    <a:pt x="512911" y="405660"/>
                    <a:pt x="512911" y="405660"/>
                  </a:cubicBezTo>
                  <a:lnTo>
                    <a:pt x="515233" y="408116"/>
                  </a:lnTo>
                  <a:lnTo>
                    <a:pt x="516680" y="408553"/>
                  </a:lnTo>
                  <a:lnTo>
                    <a:pt x="520315" y="411884"/>
                  </a:lnTo>
                  <a:lnTo>
                    <a:pt x="522334" y="413768"/>
                  </a:lnTo>
                  <a:lnTo>
                    <a:pt x="523950" y="415517"/>
                  </a:lnTo>
                  <a:lnTo>
                    <a:pt x="523950" y="418712"/>
                  </a:lnTo>
                  <a:lnTo>
                    <a:pt x="522940" y="420462"/>
                  </a:lnTo>
                  <a:lnTo>
                    <a:pt x="521493" y="421774"/>
                  </a:lnTo>
                  <a:cubicBezTo>
                    <a:pt x="521493" y="421774"/>
                    <a:pt x="520921" y="422211"/>
                    <a:pt x="520617" y="422648"/>
                  </a:cubicBezTo>
                  <a:cubicBezTo>
                    <a:pt x="520315" y="423086"/>
                    <a:pt x="520315" y="423960"/>
                    <a:pt x="520315" y="423960"/>
                  </a:cubicBezTo>
                  <a:lnTo>
                    <a:pt x="521762" y="425541"/>
                  </a:lnTo>
                  <a:cubicBezTo>
                    <a:pt x="521762" y="425541"/>
                    <a:pt x="521627" y="427291"/>
                    <a:pt x="522031" y="426988"/>
                  </a:cubicBezTo>
                  <a:cubicBezTo>
                    <a:pt x="522469" y="426685"/>
                    <a:pt x="525363" y="425979"/>
                    <a:pt x="525363" y="425979"/>
                  </a:cubicBezTo>
                  <a:lnTo>
                    <a:pt x="526810" y="426988"/>
                  </a:lnTo>
                  <a:lnTo>
                    <a:pt x="529132" y="430453"/>
                  </a:lnTo>
                  <a:lnTo>
                    <a:pt x="529132" y="432639"/>
                  </a:lnTo>
                  <a:lnTo>
                    <a:pt x="528560" y="434826"/>
                  </a:lnTo>
                  <a:lnTo>
                    <a:pt x="527988" y="436272"/>
                  </a:lnTo>
                  <a:lnTo>
                    <a:pt x="527416" y="437147"/>
                  </a:lnTo>
                  <a:lnTo>
                    <a:pt x="525094" y="439737"/>
                  </a:lnTo>
                  <a:lnTo>
                    <a:pt x="523209" y="441924"/>
                  </a:lnTo>
                  <a:lnTo>
                    <a:pt x="520887" y="443505"/>
                  </a:lnTo>
                  <a:lnTo>
                    <a:pt x="519137" y="445389"/>
                  </a:lnTo>
                  <a:lnTo>
                    <a:pt x="517623" y="447138"/>
                  </a:lnTo>
                  <a:lnTo>
                    <a:pt x="516815" y="450603"/>
                  </a:lnTo>
                  <a:lnTo>
                    <a:pt x="515940" y="453496"/>
                  </a:lnTo>
                  <a:cubicBezTo>
                    <a:pt x="515940" y="453496"/>
                    <a:pt x="516074" y="455682"/>
                    <a:pt x="516646" y="455682"/>
                  </a:cubicBezTo>
                  <a:cubicBezTo>
                    <a:pt x="517219" y="455682"/>
                    <a:pt x="520719" y="455817"/>
                    <a:pt x="520719" y="455817"/>
                  </a:cubicBezTo>
                  <a:cubicBezTo>
                    <a:pt x="520719" y="455817"/>
                    <a:pt x="522166" y="456557"/>
                    <a:pt x="523916" y="456557"/>
                  </a:cubicBezTo>
                  <a:cubicBezTo>
                    <a:pt x="525666" y="456557"/>
                    <a:pt x="527382" y="457129"/>
                    <a:pt x="527382" y="457129"/>
                  </a:cubicBezTo>
                  <a:cubicBezTo>
                    <a:pt x="527382" y="457129"/>
                    <a:pt x="527113" y="459585"/>
                    <a:pt x="526507" y="459585"/>
                  </a:cubicBezTo>
                  <a:cubicBezTo>
                    <a:pt x="525935" y="459585"/>
                    <a:pt x="524623" y="460291"/>
                    <a:pt x="524050" y="460728"/>
                  </a:cubicBezTo>
                  <a:cubicBezTo>
                    <a:pt x="523478" y="461166"/>
                    <a:pt x="521863" y="461435"/>
                    <a:pt x="521156" y="461872"/>
                  </a:cubicBezTo>
                  <a:cubicBezTo>
                    <a:pt x="520449" y="462309"/>
                    <a:pt x="519440" y="463184"/>
                    <a:pt x="519137" y="464059"/>
                  </a:cubicBezTo>
                  <a:cubicBezTo>
                    <a:pt x="518834" y="464933"/>
                    <a:pt x="518565" y="465505"/>
                    <a:pt x="518565" y="466077"/>
                  </a:cubicBezTo>
                  <a:cubicBezTo>
                    <a:pt x="518565" y="466649"/>
                    <a:pt x="519574" y="468970"/>
                    <a:pt x="519574" y="468970"/>
                  </a:cubicBezTo>
                  <a:cubicBezTo>
                    <a:pt x="519574" y="468970"/>
                    <a:pt x="521022" y="469845"/>
                    <a:pt x="521459" y="470282"/>
                  </a:cubicBezTo>
                  <a:cubicBezTo>
                    <a:pt x="521896" y="470719"/>
                    <a:pt x="524084" y="472872"/>
                    <a:pt x="524488" y="473309"/>
                  </a:cubicBezTo>
                  <a:cubicBezTo>
                    <a:pt x="524925" y="473747"/>
                    <a:pt x="526373" y="474319"/>
                    <a:pt x="526810" y="474184"/>
                  </a:cubicBezTo>
                  <a:cubicBezTo>
                    <a:pt x="527248" y="474050"/>
                    <a:pt x="529132" y="473747"/>
                    <a:pt x="529132" y="473747"/>
                  </a:cubicBezTo>
                  <a:lnTo>
                    <a:pt x="531757" y="472435"/>
                  </a:lnTo>
                  <a:lnTo>
                    <a:pt x="533339" y="470854"/>
                  </a:lnTo>
                  <a:cubicBezTo>
                    <a:pt x="533339" y="470854"/>
                    <a:pt x="534046" y="469273"/>
                    <a:pt x="534484" y="469105"/>
                  </a:cubicBezTo>
                  <a:cubicBezTo>
                    <a:pt x="534921" y="468970"/>
                    <a:pt x="535998" y="468533"/>
                    <a:pt x="535998" y="468533"/>
                  </a:cubicBezTo>
                  <a:lnTo>
                    <a:pt x="537815" y="470988"/>
                  </a:lnTo>
                  <a:lnTo>
                    <a:pt x="537815" y="472570"/>
                  </a:lnTo>
                  <a:cubicBezTo>
                    <a:pt x="537815" y="472570"/>
                    <a:pt x="536503" y="474319"/>
                    <a:pt x="537815" y="475328"/>
                  </a:cubicBezTo>
                  <a:cubicBezTo>
                    <a:pt x="539128" y="476337"/>
                    <a:pt x="541585" y="478793"/>
                    <a:pt x="541585" y="478793"/>
                  </a:cubicBezTo>
                  <a:lnTo>
                    <a:pt x="543301" y="477346"/>
                  </a:lnTo>
                  <a:lnTo>
                    <a:pt x="546936" y="477481"/>
                  </a:lnTo>
                  <a:lnTo>
                    <a:pt x="548517" y="472401"/>
                  </a:lnTo>
                  <a:lnTo>
                    <a:pt x="551715" y="469710"/>
                  </a:lnTo>
                  <a:cubicBezTo>
                    <a:pt x="551715" y="469710"/>
                    <a:pt x="555181" y="466683"/>
                    <a:pt x="556493" y="465371"/>
                  </a:cubicBezTo>
                  <a:cubicBezTo>
                    <a:pt x="557806" y="464059"/>
                    <a:pt x="558883" y="462108"/>
                    <a:pt x="558883" y="462108"/>
                  </a:cubicBezTo>
                  <a:lnTo>
                    <a:pt x="561710" y="457600"/>
                  </a:lnTo>
                  <a:cubicBezTo>
                    <a:pt x="561710" y="457600"/>
                    <a:pt x="564301" y="457768"/>
                    <a:pt x="567801" y="457533"/>
                  </a:cubicBezTo>
                  <a:cubicBezTo>
                    <a:pt x="570157" y="457398"/>
                    <a:pt x="570124" y="457533"/>
                    <a:pt x="570056" y="457600"/>
                  </a:cubicBezTo>
                  <a:cubicBezTo>
                    <a:pt x="570090" y="457600"/>
                    <a:pt x="570124" y="457566"/>
                    <a:pt x="570191" y="457533"/>
                  </a:cubicBezTo>
                  <a:cubicBezTo>
                    <a:pt x="570830" y="457297"/>
                    <a:pt x="574970" y="456893"/>
                    <a:pt x="575609" y="456456"/>
                  </a:cubicBezTo>
                  <a:cubicBezTo>
                    <a:pt x="576249" y="456019"/>
                    <a:pt x="577797" y="455144"/>
                    <a:pt x="577797" y="455144"/>
                  </a:cubicBezTo>
                  <a:lnTo>
                    <a:pt x="577797" y="449930"/>
                  </a:lnTo>
                  <a:lnTo>
                    <a:pt x="577797" y="447743"/>
                  </a:lnTo>
                  <a:lnTo>
                    <a:pt x="578672" y="443841"/>
                  </a:lnTo>
                  <a:lnTo>
                    <a:pt x="582138" y="443841"/>
                  </a:lnTo>
                  <a:lnTo>
                    <a:pt x="595196" y="443841"/>
                  </a:lnTo>
                  <a:lnTo>
                    <a:pt x="603004" y="442092"/>
                  </a:lnTo>
                  <a:cubicBezTo>
                    <a:pt x="603004" y="442092"/>
                    <a:pt x="605831" y="441016"/>
                    <a:pt x="606470" y="440578"/>
                  </a:cubicBezTo>
                  <a:cubicBezTo>
                    <a:pt x="607110" y="440141"/>
                    <a:pt x="609937" y="437113"/>
                    <a:pt x="610374" y="436239"/>
                  </a:cubicBezTo>
                  <a:cubicBezTo>
                    <a:pt x="610812" y="435364"/>
                    <a:pt x="613403" y="433413"/>
                    <a:pt x="613403" y="433413"/>
                  </a:cubicBezTo>
                  <a:lnTo>
                    <a:pt x="623836" y="433413"/>
                  </a:lnTo>
                  <a:lnTo>
                    <a:pt x="632519" y="433413"/>
                  </a:lnTo>
                  <a:lnTo>
                    <a:pt x="639687" y="433413"/>
                  </a:lnTo>
                  <a:lnTo>
                    <a:pt x="644029" y="428972"/>
                  </a:lnTo>
                  <a:cubicBezTo>
                    <a:pt x="644029" y="428972"/>
                    <a:pt x="639890" y="422346"/>
                    <a:pt x="639687" y="421034"/>
                  </a:cubicBezTo>
                  <a:cubicBezTo>
                    <a:pt x="639486" y="419722"/>
                    <a:pt x="643591" y="417771"/>
                    <a:pt x="643827" y="416896"/>
                  </a:cubicBezTo>
                  <a:cubicBezTo>
                    <a:pt x="644029" y="416021"/>
                    <a:pt x="645779" y="413633"/>
                    <a:pt x="645779" y="413633"/>
                  </a:cubicBezTo>
                  <a:lnTo>
                    <a:pt x="650558" y="409495"/>
                  </a:lnTo>
                  <a:lnTo>
                    <a:pt x="656010" y="412960"/>
                  </a:lnTo>
                  <a:lnTo>
                    <a:pt x="663414" y="417939"/>
                  </a:lnTo>
                  <a:cubicBezTo>
                    <a:pt x="663414" y="417939"/>
                    <a:pt x="669270" y="414911"/>
                    <a:pt x="669943" y="414474"/>
                  </a:cubicBezTo>
                  <a:cubicBezTo>
                    <a:pt x="670583" y="414036"/>
                    <a:pt x="671020" y="410134"/>
                    <a:pt x="671020" y="410134"/>
                  </a:cubicBezTo>
                  <a:lnTo>
                    <a:pt x="674049" y="404046"/>
                  </a:lnTo>
                  <a:lnTo>
                    <a:pt x="680578" y="401422"/>
                  </a:lnTo>
                  <a:lnTo>
                    <a:pt x="685155" y="400110"/>
                  </a:lnTo>
                  <a:lnTo>
                    <a:pt x="688857" y="397721"/>
                  </a:lnTo>
                  <a:lnTo>
                    <a:pt x="691684" y="393819"/>
                  </a:lnTo>
                  <a:lnTo>
                    <a:pt x="694309" y="389042"/>
                  </a:lnTo>
                  <a:lnTo>
                    <a:pt x="694309" y="385577"/>
                  </a:lnTo>
                  <a:lnTo>
                    <a:pt x="696597" y="381238"/>
                  </a:lnTo>
                  <a:lnTo>
                    <a:pt x="704540" y="380801"/>
                  </a:lnTo>
                  <a:lnTo>
                    <a:pt x="710833" y="379489"/>
                  </a:lnTo>
                  <a:lnTo>
                    <a:pt x="722343" y="379489"/>
                  </a:lnTo>
                  <a:lnTo>
                    <a:pt x="727560" y="381541"/>
                  </a:lnTo>
                  <a:lnTo>
                    <a:pt x="730387" y="384265"/>
                  </a:lnTo>
                  <a:lnTo>
                    <a:pt x="735165" y="391666"/>
                  </a:lnTo>
                  <a:lnTo>
                    <a:pt x="744724" y="391666"/>
                  </a:lnTo>
                  <a:lnTo>
                    <a:pt x="748358" y="390018"/>
                  </a:lnTo>
                  <a:lnTo>
                    <a:pt x="756099" y="386620"/>
                  </a:lnTo>
                  <a:lnTo>
                    <a:pt x="761214" y="384602"/>
                  </a:lnTo>
                  <a:lnTo>
                    <a:pt x="763032" y="382146"/>
                  </a:lnTo>
                  <a:lnTo>
                    <a:pt x="763267" y="383021"/>
                  </a:lnTo>
                  <a:lnTo>
                    <a:pt x="761820" y="377672"/>
                  </a:lnTo>
                  <a:lnTo>
                    <a:pt x="761719" y="373164"/>
                  </a:lnTo>
                  <a:close/>
                </a:path>
              </a:pathLst>
            </a:custGeom>
            <a:grpFill/>
            <a:ln w="6350" cap="flat">
              <a:solidFill>
                <a:schemeClr val="bg1"/>
              </a:solidFill>
              <a:prstDash val="solid"/>
              <a:miter/>
            </a:ln>
          </p:spPr>
          <p:txBody>
            <a:bodyPr rtlCol="0" anchor="ctr"/>
            <a:lstStyle/>
            <a:p>
              <a:endParaRPr lang="en-US"/>
            </a:p>
          </p:txBody>
        </p:sp>
        <p:sp>
          <p:nvSpPr>
            <p:cNvPr id="176" name="Freeform 893">
              <a:extLst>
                <a:ext uri="{FF2B5EF4-FFF2-40B4-BE49-F238E27FC236}">
                  <a16:creationId xmlns:a16="http://schemas.microsoft.com/office/drawing/2014/main" id="{54C8B44C-1F95-AC6F-E0E9-9824607ACB5F}"/>
                </a:ext>
              </a:extLst>
            </p:cNvPr>
            <p:cNvSpPr/>
            <p:nvPr/>
          </p:nvSpPr>
          <p:spPr>
            <a:xfrm>
              <a:off x="7073510" y="3140268"/>
              <a:ext cx="468366" cy="490722"/>
            </a:xfrm>
            <a:custGeom>
              <a:avLst/>
              <a:gdLst>
                <a:gd name="connsiteX0" fmla="*/ 821072 w 899217"/>
                <a:gd name="connsiteY0" fmla="*/ 731292 h 942137"/>
                <a:gd name="connsiteX1" fmla="*/ 824269 w 899217"/>
                <a:gd name="connsiteY1" fmla="*/ 727524 h 942137"/>
                <a:gd name="connsiteX2" fmla="*/ 827736 w 899217"/>
                <a:gd name="connsiteY2" fmla="*/ 724934 h 942137"/>
                <a:gd name="connsiteX3" fmla="*/ 831640 w 899217"/>
                <a:gd name="connsiteY3" fmla="*/ 721167 h 942137"/>
                <a:gd name="connsiteX4" fmla="*/ 834534 w 899217"/>
                <a:gd name="connsiteY4" fmla="*/ 716524 h 942137"/>
                <a:gd name="connsiteX5" fmla="*/ 841500 w 899217"/>
                <a:gd name="connsiteY5" fmla="*/ 714203 h 942137"/>
                <a:gd name="connsiteX6" fmla="*/ 842510 w 899217"/>
                <a:gd name="connsiteY6" fmla="*/ 715953 h 942137"/>
                <a:gd name="connsiteX7" fmla="*/ 844529 w 899217"/>
                <a:gd name="connsiteY7" fmla="*/ 715650 h 942137"/>
                <a:gd name="connsiteX8" fmla="*/ 846279 w 899217"/>
                <a:gd name="connsiteY8" fmla="*/ 712757 h 942137"/>
                <a:gd name="connsiteX9" fmla="*/ 844698 w 899217"/>
                <a:gd name="connsiteY9" fmla="*/ 711613 h 942137"/>
                <a:gd name="connsiteX10" fmla="*/ 843250 w 899217"/>
                <a:gd name="connsiteY10" fmla="*/ 709864 h 942137"/>
                <a:gd name="connsiteX11" fmla="*/ 843688 w 899217"/>
                <a:gd name="connsiteY11" fmla="*/ 707543 h 942137"/>
                <a:gd name="connsiteX12" fmla="*/ 845135 w 899217"/>
                <a:gd name="connsiteY12" fmla="*/ 706399 h 942137"/>
                <a:gd name="connsiteX13" fmla="*/ 849039 w 899217"/>
                <a:gd name="connsiteY13" fmla="*/ 705255 h 942137"/>
                <a:gd name="connsiteX14" fmla="*/ 854827 w 899217"/>
                <a:gd name="connsiteY14" fmla="*/ 702497 h 942137"/>
                <a:gd name="connsiteX15" fmla="*/ 859909 w 899217"/>
                <a:gd name="connsiteY15" fmla="*/ 699032 h 942137"/>
                <a:gd name="connsiteX16" fmla="*/ 864116 w 899217"/>
                <a:gd name="connsiteY16" fmla="*/ 696408 h 942137"/>
                <a:gd name="connsiteX17" fmla="*/ 865126 w 899217"/>
                <a:gd name="connsiteY17" fmla="*/ 693078 h 942137"/>
                <a:gd name="connsiteX18" fmla="*/ 866135 w 899217"/>
                <a:gd name="connsiteY18" fmla="*/ 693078 h 942137"/>
                <a:gd name="connsiteX19" fmla="*/ 870208 w 899217"/>
                <a:gd name="connsiteY19" fmla="*/ 694524 h 942137"/>
                <a:gd name="connsiteX20" fmla="*/ 873540 w 899217"/>
                <a:gd name="connsiteY20" fmla="*/ 697282 h 942137"/>
                <a:gd name="connsiteX21" fmla="*/ 875996 w 899217"/>
                <a:gd name="connsiteY21" fmla="*/ 699301 h 942137"/>
                <a:gd name="connsiteX22" fmla="*/ 878891 w 899217"/>
                <a:gd name="connsiteY22" fmla="*/ 700310 h 942137"/>
                <a:gd name="connsiteX23" fmla="*/ 881213 w 899217"/>
                <a:gd name="connsiteY23" fmla="*/ 700613 h 942137"/>
                <a:gd name="connsiteX24" fmla="*/ 885117 w 899217"/>
                <a:gd name="connsiteY24" fmla="*/ 697720 h 942137"/>
                <a:gd name="connsiteX25" fmla="*/ 888751 w 899217"/>
                <a:gd name="connsiteY25" fmla="*/ 693952 h 942137"/>
                <a:gd name="connsiteX26" fmla="*/ 890569 w 899217"/>
                <a:gd name="connsiteY26" fmla="*/ 691934 h 942137"/>
                <a:gd name="connsiteX27" fmla="*/ 891376 w 899217"/>
                <a:gd name="connsiteY27" fmla="*/ 688032 h 942137"/>
                <a:gd name="connsiteX28" fmla="*/ 891376 w 899217"/>
                <a:gd name="connsiteY28" fmla="*/ 685273 h 942137"/>
                <a:gd name="connsiteX29" fmla="*/ 891376 w 899217"/>
                <a:gd name="connsiteY29" fmla="*/ 681203 h 942137"/>
                <a:gd name="connsiteX30" fmla="*/ 891376 w 899217"/>
                <a:gd name="connsiteY30" fmla="*/ 678310 h 942137"/>
                <a:gd name="connsiteX31" fmla="*/ 894843 w 899217"/>
                <a:gd name="connsiteY31" fmla="*/ 675282 h 942137"/>
                <a:gd name="connsiteX32" fmla="*/ 894708 w 899217"/>
                <a:gd name="connsiteY32" fmla="*/ 671212 h 942137"/>
                <a:gd name="connsiteX33" fmla="*/ 894136 w 899217"/>
                <a:gd name="connsiteY33" fmla="*/ 666872 h 942137"/>
                <a:gd name="connsiteX34" fmla="*/ 895146 w 899217"/>
                <a:gd name="connsiteY34" fmla="*/ 663104 h 942137"/>
                <a:gd name="connsiteX35" fmla="*/ 897905 w 899217"/>
                <a:gd name="connsiteY35" fmla="*/ 659203 h 942137"/>
                <a:gd name="connsiteX36" fmla="*/ 899218 w 899217"/>
                <a:gd name="connsiteY36" fmla="*/ 656881 h 942137"/>
                <a:gd name="connsiteX37" fmla="*/ 896021 w 899217"/>
                <a:gd name="connsiteY37" fmla="*/ 654123 h 942137"/>
                <a:gd name="connsiteX38" fmla="*/ 891679 w 899217"/>
                <a:gd name="connsiteY38" fmla="*/ 650658 h 942137"/>
                <a:gd name="connsiteX39" fmla="*/ 889357 w 899217"/>
                <a:gd name="connsiteY39" fmla="*/ 649952 h 942137"/>
                <a:gd name="connsiteX40" fmla="*/ 889054 w 899217"/>
                <a:gd name="connsiteY40" fmla="*/ 647058 h 942137"/>
                <a:gd name="connsiteX41" fmla="*/ 889761 w 899217"/>
                <a:gd name="connsiteY41" fmla="*/ 644603 h 942137"/>
                <a:gd name="connsiteX42" fmla="*/ 890198 w 899217"/>
                <a:gd name="connsiteY42" fmla="*/ 641575 h 942137"/>
                <a:gd name="connsiteX43" fmla="*/ 889323 w 899217"/>
                <a:gd name="connsiteY43" fmla="*/ 639389 h 942137"/>
                <a:gd name="connsiteX44" fmla="*/ 886867 w 899217"/>
                <a:gd name="connsiteY44" fmla="*/ 637942 h 942137"/>
                <a:gd name="connsiteX45" fmla="*/ 883669 w 899217"/>
                <a:gd name="connsiteY45" fmla="*/ 633737 h 942137"/>
                <a:gd name="connsiteX46" fmla="*/ 881919 w 899217"/>
                <a:gd name="connsiteY46" fmla="*/ 629397 h 942137"/>
                <a:gd name="connsiteX47" fmla="*/ 880607 w 899217"/>
                <a:gd name="connsiteY47" fmla="*/ 625933 h 942137"/>
                <a:gd name="connsiteX48" fmla="*/ 876568 w 899217"/>
                <a:gd name="connsiteY48" fmla="*/ 623174 h 942137"/>
                <a:gd name="connsiteX49" fmla="*/ 874549 w 899217"/>
                <a:gd name="connsiteY49" fmla="*/ 623174 h 942137"/>
                <a:gd name="connsiteX50" fmla="*/ 871924 w 899217"/>
                <a:gd name="connsiteY50" fmla="*/ 625361 h 942137"/>
                <a:gd name="connsiteX51" fmla="*/ 868727 w 899217"/>
                <a:gd name="connsiteY51" fmla="*/ 626942 h 942137"/>
                <a:gd name="connsiteX52" fmla="*/ 867717 w 899217"/>
                <a:gd name="connsiteY52" fmla="*/ 629835 h 942137"/>
                <a:gd name="connsiteX53" fmla="*/ 866708 w 899217"/>
                <a:gd name="connsiteY53" fmla="*/ 631854 h 942137"/>
                <a:gd name="connsiteX54" fmla="*/ 865563 w 899217"/>
                <a:gd name="connsiteY54" fmla="*/ 635621 h 942137"/>
                <a:gd name="connsiteX55" fmla="*/ 862938 w 899217"/>
                <a:gd name="connsiteY55" fmla="*/ 636193 h 942137"/>
                <a:gd name="connsiteX56" fmla="*/ 860751 w 899217"/>
                <a:gd name="connsiteY56" fmla="*/ 635486 h 942137"/>
                <a:gd name="connsiteX57" fmla="*/ 858294 w 899217"/>
                <a:gd name="connsiteY57" fmla="*/ 632728 h 942137"/>
                <a:gd name="connsiteX58" fmla="*/ 855534 w 899217"/>
                <a:gd name="connsiteY58" fmla="*/ 632156 h 942137"/>
                <a:gd name="connsiteX59" fmla="*/ 851327 w 899217"/>
                <a:gd name="connsiteY59" fmla="*/ 631854 h 942137"/>
                <a:gd name="connsiteX60" fmla="*/ 847255 w 899217"/>
                <a:gd name="connsiteY60" fmla="*/ 633098 h 942137"/>
                <a:gd name="connsiteX61" fmla="*/ 843486 w 899217"/>
                <a:gd name="connsiteY61" fmla="*/ 634040 h 942137"/>
                <a:gd name="connsiteX62" fmla="*/ 841736 w 899217"/>
                <a:gd name="connsiteY62" fmla="*/ 634040 h 942137"/>
                <a:gd name="connsiteX63" fmla="*/ 839111 w 899217"/>
                <a:gd name="connsiteY63" fmla="*/ 628960 h 942137"/>
                <a:gd name="connsiteX64" fmla="*/ 836789 w 899217"/>
                <a:gd name="connsiteY64" fmla="*/ 627649 h 942137"/>
                <a:gd name="connsiteX65" fmla="*/ 833154 w 899217"/>
                <a:gd name="connsiteY65" fmla="*/ 628792 h 942137"/>
                <a:gd name="connsiteX66" fmla="*/ 830697 w 899217"/>
                <a:gd name="connsiteY66" fmla="*/ 632123 h 942137"/>
                <a:gd name="connsiteX67" fmla="*/ 828072 w 899217"/>
                <a:gd name="connsiteY67" fmla="*/ 634443 h 942137"/>
                <a:gd name="connsiteX68" fmla="*/ 826490 w 899217"/>
                <a:gd name="connsiteY68" fmla="*/ 637202 h 942137"/>
                <a:gd name="connsiteX69" fmla="*/ 824471 w 899217"/>
                <a:gd name="connsiteY69" fmla="*/ 639523 h 942137"/>
                <a:gd name="connsiteX70" fmla="*/ 822149 w 899217"/>
                <a:gd name="connsiteY70" fmla="*/ 637202 h 942137"/>
                <a:gd name="connsiteX71" fmla="*/ 821005 w 899217"/>
                <a:gd name="connsiteY71" fmla="*/ 635890 h 942137"/>
                <a:gd name="connsiteX72" fmla="*/ 817101 w 899217"/>
                <a:gd name="connsiteY72" fmla="*/ 632425 h 942137"/>
                <a:gd name="connsiteX73" fmla="*/ 814509 w 899217"/>
                <a:gd name="connsiteY73" fmla="*/ 630979 h 942137"/>
                <a:gd name="connsiteX74" fmla="*/ 811884 w 899217"/>
                <a:gd name="connsiteY74" fmla="*/ 630609 h 942137"/>
                <a:gd name="connsiteX75" fmla="*/ 807543 w 899217"/>
                <a:gd name="connsiteY75" fmla="*/ 630542 h 942137"/>
                <a:gd name="connsiteX76" fmla="*/ 803471 w 899217"/>
                <a:gd name="connsiteY76" fmla="*/ 630542 h 942137"/>
                <a:gd name="connsiteX77" fmla="*/ 800408 w 899217"/>
                <a:gd name="connsiteY77" fmla="*/ 629532 h 942137"/>
                <a:gd name="connsiteX78" fmla="*/ 797379 w 899217"/>
                <a:gd name="connsiteY78" fmla="*/ 627211 h 942137"/>
                <a:gd name="connsiteX79" fmla="*/ 793980 w 899217"/>
                <a:gd name="connsiteY79" fmla="*/ 624453 h 942137"/>
                <a:gd name="connsiteX80" fmla="*/ 792163 w 899217"/>
                <a:gd name="connsiteY80" fmla="*/ 622703 h 942137"/>
                <a:gd name="connsiteX81" fmla="*/ 792163 w 899217"/>
                <a:gd name="connsiteY81" fmla="*/ 620988 h 942137"/>
                <a:gd name="connsiteX82" fmla="*/ 793913 w 899217"/>
                <a:gd name="connsiteY82" fmla="*/ 619844 h 942137"/>
                <a:gd name="connsiteX83" fmla="*/ 795360 w 899217"/>
                <a:gd name="connsiteY83" fmla="*/ 618263 h 942137"/>
                <a:gd name="connsiteX84" fmla="*/ 796672 w 899217"/>
                <a:gd name="connsiteY84" fmla="*/ 617119 h 942137"/>
                <a:gd name="connsiteX85" fmla="*/ 798557 w 899217"/>
                <a:gd name="connsiteY85" fmla="*/ 616110 h 942137"/>
                <a:gd name="connsiteX86" fmla="*/ 800004 w 899217"/>
                <a:gd name="connsiteY86" fmla="*/ 613352 h 942137"/>
                <a:gd name="connsiteX87" fmla="*/ 800307 w 899217"/>
                <a:gd name="connsiteY87" fmla="*/ 611030 h 942137"/>
                <a:gd name="connsiteX88" fmla="*/ 799297 w 899217"/>
                <a:gd name="connsiteY88" fmla="*/ 608709 h 942137"/>
                <a:gd name="connsiteX89" fmla="*/ 796975 w 899217"/>
                <a:gd name="connsiteY89" fmla="*/ 606960 h 942137"/>
                <a:gd name="connsiteX90" fmla="*/ 797278 w 899217"/>
                <a:gd name="connsiteY90" fmla="*/ 601174 h 942137"/>
                <a:gd name="connsiteX91" fmla="*/ 797985 w 899217"/>
                <a:gd name="connsiteY91" fmla="*/ 597406 h 942137"/>
                <a:gd name="connsiteX92" fmla="*/ 794350 w 899217"/>
                <a:gd name="connsiteY92" fmla="*/ 591889 h 942137"/>
                <a:gd name="connsiteX93" fmla="*/ 789134 w 899217"/>
                <a:gd name="connsiteY93" fmla="*/ 588862 h 942137"/>
                <a:gd name="connsiteX94" fmla="*/ 783480 w 899217"/>
                <a:gd name="connsiteY94" fmla="*/ 586541 h 942137"/>
                <a:gd name="connsiteX95" fmla="*/ 776682 w 899217"/>
                <a:gd name="connsiteY95" fmla="*/ 588122 h 942137"/>
                <a:gd name="connsiteX96" fmla="*/ 772340 w 899217"/>
                <a:gd name="connsiteY96" fmla="*/ 588256 h 942137"/>
                <a:gd name="connsiteX97" fmla="*/ 767864 w 899217"/>
                <a:gd name="connsiteY97" fmla="*/ 589266 h 942137"/>
                <a:gd name="connsiteX98" fmla="*/ 765542 w 899217"/>
                <a:gd name="connsiteY98" fmla="*/ 589131 h 942137"/>
                <a:gd name="connsiteX99" fmla="*/ 762075 w 899217"/>
                <a:gd name="connsiteY99" fmla="*/ 586507 h 942137"/>
                <a:gd name="connsiteX100" fmla="*/ 759450 w 899217"/>
                <a:gd name="connsiteY100" fmla="*/ 585363 h 942137"/>
                <a:gd name="connsiteX101" fmla="*/ 756119 w 899217"/>
                <a:gd name="connsiteY101" fmla="*/ 585363 h 942137"/>
                <a:gd name="connsiteX102" fmla="*/ 752046 w 899217"/>
                <a:gd name="connsiteY102" fmla="*/ 585935 h 942137"/>
                <a:gd name="connsiteX103" fmla="*/ 748075 w 899217"/>
                <a:gd name="connsiteY103" fmla="*/ 588694 h 942137"/>
                <a:gd name="connsiteX104" fmla="*/ 746998 w 899217"/>
                <a:gd name="connsiteY104" fmla="*/ 592764 h 942137"/>
                <a:gd name="connsiteX105" fmla="*/ 746998 w 899217"/>
                <a:gd name="connsiteY105" fmla="*/ 600165 h 942137"/>
                <a:gd name="connsiteX106" fmla="*/ 741041 w 899217"/>
                <a:gd name="connsiteY106" fmla="*/ 599290 h 942137"/>
                <a:gd name="connsiteX107" fmla="*/ 738888 w 899217"/>
                <a:gd name="connsiteY107" fmla="*/ 594648 h 942137"/>
                <a:gd name="connsiteX108" fmla="*/ 735253 w 899217"/>
                <a:gd name="connsiteY108" fmla="*/ 591183 h 942137"/>
                <a:gd name="connsiteX109" fmla="*/ 732056 w 899217"/>
                <a:gd name="connsiteY109" fmla="*/ 588727 h 942137"/>
                <a:gd name="connsiteX110" fmla="*/ 730036 w 899217"/>
                <a:gd name="connsiteY110" fmla="*/ 586104 h 942137"/>
                <a:gd name="connsiteX111" fmla="*/ 727849 w 899217"/>
                <a:gd name="connsiteY111" fmla="*/ 582470 h 942137"/>
                <a:gd name="connsiteX112" fmla="*/ 726671 w 899217"/>
                <a:gd name="connsiteY112" fmla="*/ 578568 h 942137"/>
                <a:gd name="connsiteX113" fmla="*/ 727849 w 899217"/>
                <a:gd name="connsiteY113" fmla="*/ 575675 h 942137"/>
                <a:gd name="connsiteX114" fmla="*/ 726099 w 899217"/>
                <a:gd name="connsiteY114" fmla="*/ 572479 h 942137"/>
                <a:gd name="connsiteX115" fmla="*/ 726099 w 899217"/>
                <a:gd name="connsiteY115" fmla="*/ 570595 h 942137"/>
                <a:gd name="connsiteX116" fmla="*/ 724349 w 899217"/>
                <a:gd name="connsiteY116" fmla="*/ 569149 h 942137"/>
                <a:gd name="connsiteX117" fmla="*/ 724349 w 899217"/>
                <a:gd name="connsiteY117" fmla="*/ 567131 h 942137"/>
                <a:gd name="connsiteX118" fmla="*/ 724988 w 899217"/>
                <a:gd name="connsiteY118" fmla="*/ 564238 h 942137"/>
                <a:gd name="connsiteX119" fmla="*/ 726065 w 899217"/>
                <a:gd name="connsiteY119" fmla="*/ 561647 h 942137"/>
                <a:gd name="connsiteX120" fmla="*/ 726065 w 899217"/>
                <a:gd name="connsiteY120" fmla="*/ 558452 h 942137"/>
                <a:gd name="connsiteX121" fmla="*/ 726772 w 899217"/>
                <a:gd name="connsiteY121" fmla="*/ 556871 h 942137"/>
                <a:gd name="connsiteX122" fmla="*/ 729094 w 899217"/>
                <a:gd name="connsiteY122" fmla="*/ 555424 h 942137"/>
                <a:gd name="connsiteX123" fmla="*/ 730407 w 899217"/>
                <a:gd name="connsiteY123" fmla="*/ 554415 h 942137"/>
                <a:gd name="connsiteX124" fmla="*/ 734546 w 899217"/>
                <a:gd name="connsiteY124" fmla="*/ 552834 h 942137"/>
                <a:gd name="connsiteX125" fmla="*/ 732291 w 899217"/>
                <a:gd name="connsiteY125" fmla="*/ 550075 h 942137"/>
                <a:gd name="connsiteX126" fmla="*/ 732796 w 899217"/>
                <a:gd name="connsiteY126" fmla="*/ 545870 h 942137"/>
                <a:gd name="connsiteX127" fmla="*/ 734546 w 899217"/>
                <a:gd name="connsiteY127" fmla="*/ 540858 h 942137"/>
                <a:gd name="connsiteX128" fmla="*/ 736498 w 899217"/>
                <a:gd name="connsiteY128" fmla="*/ 537595 h 942137"/>
                <a:gd name="connsiteX129" fmla="*/ 741950 w 899217"/>
                <a:gd name="connsiteY129" fmla="*/ 534332 h 942137"/>
                <a:gd name="connsiteX130" fmla="*/ 746089 w 899217"/>
                <a:gd name="connsiteY130" fmla="*/ 530632 h 942137"/>
                <a:gd name="connsiteX131" fmla="*/ 746965 w 899217"/>
                <a:gd name="connsiteY131" fmla="*/ 528041 h 942137"/>
                <a:gd name="connsiteX132" fmla="*/ 747604 w 899217"/>
                <a:gd name="connsiteY132" fmla="*/ 521953 h 942137"/>
                <a:gd name="connsiteX133" fmla="*/ 746291 w 899217"/>
                <a:gd name="connsiteY133" fmla="*/ 520203 h 942137"/>
                <a:gd name="connsiteX134" fmla="*/ 744541 w 899217"/>
                <a:gd name="connsiteY134" fmla="*/ 516940 h 942137"/>
                <a:gd name="connsiteX135" fmla="*/ 741512 w 899217"/>
                <a:gd name="connsiteY135" fmla="*/ 510852 h 942137"/>
                <a:gd name="connsiteX136" fmla="*/ 743902 w 899217"/>
                <a:gd name="connsiteY136" fmla="*/ 509540 h 942137"/>
                <a:gd name="connsiteX137" fmla="*/ 749994 w 899217"/>
                <a:gd name="connsiteY137" fmla="*/ 511726 h 942137"/>
                <a:gd name="connsiteX138" fmla="*/ 753258 w 899217"/>
                <a:gd name="connsiteY138" fmla="*/ 508900 h 942137"/>
                <a:gd name="connsiteX139" fmla="*/ 756085 w 899217"/>
                <a:gd name="connsiteY139" fmla="*/ 507387 h 942137"/>
                <a:gd name="connsiteX140" fmla="*/ 759114 w 899217"/>
                <a:gd name="connsiteY140" fmla="*/ 505436 h 942137"/>
                <a:gd name="connsiteX141" fmla="*/ 761503 w 899217"/>
                <a:gd name="connsiteY141" fmla="*/ 504359 h 942137"/>
                <a:gd name="connsiteX142" fmla="*/ 764768 w 899217"/>
                <a:gd name="connsiteY142" fmla="*/ 500221 h 942137"/>
                <a:gd name="connsiteX143" fmla="*/ 766080 w 899217"/>
                <a:gd name="connsiteY143" fmla="*/ 497396 h 942137"/>
                <a:gd name="connsiteX144" fmla="*/ 766282 w 899217"/>
                <a:gd name="connsiteY144" fmla="*/ 493258 h 942137"/>
                <a:gd name="connsiteX145" fmla="*/ 766484 w 899217"/>
                <a:gd name="connsiteY145" fmla="*/ 490634 h 942137"/>
                <a:gd name="connsiteX146" fmla="*/ 763455 w 899217"/>
                <a:gd name="connsiteY146" fmla="*/ 488044 h 942137"/>
                <a:gd name="connsiteX147" fmla="*/ 757801 w 899217"/>
                <a:gd name="connsiteY147" fmla="*/ 488044 h 942137"/>
                <a:gd name="connsiteX148" fmla="*/ 751710 w 899217"/>
                <a:gd name="connsiteY148" fmla="*/ 489019 h 942137"/>
                <a:gd name="connsiteX149" fmla="*/ 747133 w 899217"/>
                <a:gd name="connsiteY149" fmla="*/ 488683 h 942137"/>
                <a:gd name="connsiteX150" fmla="*/ 746493 w 899217"/>
                <a:gd name="connsiteY150" fmla="*/ 486295 h 942137"/>
                <a:gd name="connsiteX151" fmla="*/ 742589 w 899217"/>
                <a:gd name="connsiteY151" fmla="*/ 480441 h 942137"/>
                <a:gd name="connsiteX152" fmla="*/ 739763 w 899217"/>
                <a:gd name="connsiteY152" fmla="*/ 477414 h 942137"/>
                <a:gd name="connsiteX153" fmla="*/ 738248 w 899217"/>
                <a:gd name="connsiteY153" fmla="*/ 475463 h 942137"/>
                <a:gd name="connsiteX154" fmla="*/ 738686 w 899217"/>
                <a:gd name="connsiteY154" fmla="*/ 470955 h 942137"/>
                <a:gd name="connsiteX155" fmla="*/ 741075 w 899217"/>
                <a:gd name="connsiteY155" fmla="*/ 467658 h 942137"/>
                <a:gd name="connsiteX156" fmla="*/ 740873 w 899217"/>
                <a:gd name="connsiteY156" fmla="*/ 463319 h 942137"/>
                <a:gd name="connsiteX157" fmla="*/ 738248 w 899217"/>
                <a:gd name="connsiteY157" fmla="*/ 461368 h 942137"/>
                <a:gd name="connsiteX158" fmla="*/ 734983 w 899217"/>
                <a:gd name="connsiteY158" fmla="*/ 462242 h 942137"/>
                <a:gd name="connsiteX159" fmla="*/ 732359 w 899217"/>
                <a:gd name="connsiteY159" fmla="*/ 464429 h 942137"/>
                <a:gd name="connsiteX160" fmla="*/ 729330 w 899217"/>
                <a:gd name="connsiteY160" fmla="*/ 465943 h 942137"/>
                <a:gd name="connsiteX161" fmla="*/ 724315 w 899217"/>
                <a:gd name="connsiteY161" fmla="*/ 466582 h 942137"/>
                <a:gd name="connsiteX162" fmla="*/ 726940 w 899217"/>
                <a:gd name="connsiteY162" fmla="*/ 461805 h 942137"/>
                <a:gd name="connsiteX163" fmla="*/ 727579 w 899217"/>
                <a:gd name="connsiteY163" fmla="*/ 455716 h 942137"/>
                <a:gd name="connsiteX164" fmla="*/ 724315 w 899217"/>
                <a:gd name="connsiteY164" fmla="*/ 454404 h 942137"/>
                <a:gd name="connsiteX165" fmla="*/ 721488 w 899217"/>
                <a:gd name="connsiteY165" fmla="*/ 453765 h 942137"/>
                <a:gd name="connsiteX166" fmla="*/ 717786 w 899217"/>
                <a:gd name="connsiteY166" fmla="*/ 448551 h 942137"/>
                <a:gd name="connsiteX167" fmla="*/ 713647 w 899217"/>
                <a:gd name="connsiteY167" fmla="*/ 446162 h 942137"/>
                <a:gd name="connsiteX168" fmla="*/ 713209 w 899217"/>
                <a:gd name="connsiteY168" fmla="*/ 441150 h 942137"/>
                <a:gd name="connsiteX169" fmla="*/ 713849 w 899217"/>
                <a:gd name="connsiteY169" fmla="*/ 439401 h 942137"/>
                <a:gd name="connsiteX170" fmla="*/ 717550 w 899217"/>
                <a:gd name="connsiteY170" fmla="*/ 437013 h 942137"/>
                <a:gd name="connsiteX171" fmla="*/ 720579 w 899217"/>
                <a:gd name="connsiteY171" fmla="*/ 435499 h 942137"/>
                <a:gd name="connsiteX172" fmla="*/ 724281 w 899217"/>
                <a:gd name="connsiteY172" fmla="*/ 435701 h 942137"/>
                <a:gd name="connsiteX173" fmla="*/ 726469 w 899217"/>
                <a:gd name="connsiteY173" fmla="*/ 434187 h 942137"/>
                <a:gd name="connsiteX174" fmla="*/ 727108 w 899217"/>
                <a:gd name="connsiteY174" fmla="*/ 429410 h 942137"/>
                <a:gd name="connsiteX175" fmla="*/ 727748 w 899217"/>
                <a:gd name="connsiteY175" fmla="*/ 424633 h 942137"/>
                <a:gd name="connsiteX176" fmla="*/ 727748 w 899217"/>
                <a:gd name="connsiteY176" fmla="*/ 418107 h 942137"/>
                <a:gd name="connsiteX177" fmla="*/ 727512 w 899217"/>
                <a:gd name="connsiteY177" fmla="*/ 413969 h 942137"/>
                <a:gd name="connsiteX178" fmla="*/ 729262 w 899217"/>
                <a:gd name="connsiteY178" fmla="*/ 410505 h 942137"/>
                <a:gd name="connsiteX179" fmla="*/ 730777 w 899217"/>
                <a:gd name="connsiteY179" fmla="*/ 408553 h 942137"/>
                <a:gd name="connsiteX180" fmla="*/ 731854 w 899217"/>
                <a:gd name="connsiteY180" fmla="*/ 406804 h 942137"/>
                <a:gd name="connsiteX181" fmla="*/ 733368 w 899217"/>
                <a:gd name="connsiteY181" fmla="*/ 404214 h 942137"/>
                <a:gd name="connsiteX182" fmla="*/ 734883 w 899217"/>
                <a:gd name="connsiteY182" fmla="*/ 401825 h 942137"/>
                <a:gd name="connsiteX183" fmla="*/ 736633 w 899217"/>
                <a:gd name="connsiteY183" fmla="*/ 396376 h 942137"/>
                <a:gd name="connsiteX184" fmla="*/ 737070 w 899217"/>
                <a:gd name="connsiteY184" fmla="*/ 391162 h 942137"/>
                <a:gd name="connsiteX185" fmla="*/ 739022 w 899217"/>
                <a:gd name="connsiteY185" fmla="*/ 386587 h 942137"/>
                <a:gd name="connsiteX186" fmla="*/ 741647 w 899217"/>
                <a:gd name="connsiteY186" fmla="*/ 382886 h 942137"/>
                <a:gd name="connsiteX187" fmla="*/ 742724 w 899217"/>
                <a:gd name="connsiteY187" fmla="*/ 380498 h 942137"/>
                <a:gd name="connsiteX188" fmla="*/ 747503 w 899217"/>
                <a:gd name="connsiteY188" fmla="*/ 376966 h 942137"/>
                <a:gd name="connsiteX189" fmla="*/ 748580 w 899217"/>
                <a:gd name="connsiteY189" fmla="*/ 374409 h 942137"/>
                <a:gd name="connsiteX190" fmla="*/ 752921 w 899217"/>
                <a:gd name="connsiteY190" fmla="*/ 368119 h 942137"/>
                <a:gd name="connsiteX191" fmla="*/ 753561 w 899217"/>
                <a:gd name="connsiteY191" fmla="*/ 365730 h 942137"/>
                <a:gd name="connsiteX192" fmla="*/ 754873 w 899217"/>
                <a:gd name="connsiteY192" fmla="*/ 363981 h 942137"/>
                <a:gd name="connsiteX193" fmla="*/ 755950 w 899217"/>
                <a:gd name="connsiteY193" fmla="*/ 358128 h 942137"/>
                <a:gd name="connsiteX194" fmla="*/ 754873 w 899217"/>
                <a:gd name="connsiteY194" fmla="*/ 355537 h 942137"/>
                <a:gd name="connsiteX195" fmla="*/ 750296 w 899217"/>
                <a:gd name="connsiteY195" fmla="*/ 351635 h 942137"/>
                <a:gd name="connsiteX196" fmla="*/ 750296 w 899217"/>
                <a:gd name="connsiteY196" fmla="*/ 344907 h 942137"/>
                <a:gd name="connsiteX197" fmla="*/ 745517 w 899217"/>
                <a:gd name="connsiteY197" fmla="*/ 341005 h 942137"/>
                <a:gd name="connsiteX198" fmla="*/ 743565 w 899217"/>
                <a:gd name="connsiteY198" fmla="*/ 339054 h 942137"/>
                <a:gd name="connsiteX199" fmla="*/ 740099 w 899217"/>
                <a:gd name="connsiteY199" fmla="*/ 337742 h 942137"/>
                <a:gd name="connsiteX200" fmla="*/ 736397 w 899217"/>
                <a:gd name="connsiteY200" fmla="*/ 335993 h 942137"/>
                <a:gd name="connsiteX201" fmla="*/ 736397 w 899217"/>
                <a:gd name="connsiteY201" fmla="*/ 333806 h 942137"/>
                <a:gd name="connsiteX202" fmla="*/ 738147 w 899217"/>
                <a:gd name="connsiteY202" fmla="*/ 332494 h 942137"/>
                <a:gd name="connsiteX203" fmla="*/ 738147 w 899217"/>
                <a:gd name="connsiteY203" fmla="*/ 328794 h 942137"/>
                <a:gd name="connsiteX204" fmla="*/ 737171 w 899217"/>
                <a:gd name="connsiteY204" fmla="*/ 325531 h 942137"/>
                <a:gd name="connsiteX205" fmla="*/ 734883 w 899217"/>
                <a:gd name="connsiteY205" fmla="*/ 323142 h 942137"/>
                <a:gd name="connsiteX206" fmla="*/ 730743 w 899217"/>
                <a:gd name="connsiteY206" fmla="*/ 322066 h 942137"/>
                <a:gd name="connsiteX207" fmla="*/ 728993 w 899217"/>
                <a:gd name="connsiteY207" fmla="*/ 321864 h 942137"/>
                <a:gd name="connsiteX208" fmla="*/ 727041 w 899217"/>
                <a:gd name="connsiteY208" fmla="*/ 323613 h 942137"/>
                <a:gd name="connsiteX209" fmla="*/ 725527 w 899217"/>
                <a:gd name="connsiteY209" fmla="*/ 324252 h 942137"/>
                <a:gd name="connsiteX210" fmla="*/ 724214 w 899217"/>
                <a:gd name="connsiteY210" fmla="*/ 325564 h 942137"/>
                <a:gd name="connsiteX211" fmla="*/ 724214 w 899217"/>
                <a:gd name="connsiteY211" fmla="*/ 326876 h 942137"/>
                <a:gd name="connsiteX212" fmla="*/ 723137 w 899217"/>
                <a:gd name="connsiteY212" fmla="*/ 328827 h 942137"/>
                <a:gd name="connsiteX213" fmla="*/ 722060 w 899217"/>
                <a:gd name="connsiteY213" fmla="*/ 330779 h 942137"/>
                <a:gd name="connsiteX214" fmla="*/ 719469 w 899217"/>
                <a:gd name="connsiteY214" fmla="*/ 333167 h 942137"/>
                <a:gd name="connsiteX215" fmla="*/ 716002 w 899217"/>
                <a:gd name="connsiteY215" fmla="*/ 334681 h 942137"/>
                <a:gd name="connsiteX216" fmla="*/ 714488 w 899217"/>
                <a:gd name="connsiteY216" fmla="*/ 335320 h 942137"/>
                <a:gd name="connsiteX217" fmla="*/ 709911 w 899217"/>
                <a:gd name="connsiteY217" fmla="*/ 335118 h 942137"/>
                <a:gd name="connsiteX218" fmla="*/ 707723 w 899217"/>
                <a:gd name="connsiteY218" fmla="*/ 335118 h 942137"/>
                <a:gd name="connsiteX219" fmla="*/ 702709 w 899217"/>
                <a:gd name="connsiteY219" fmla="*/ 335118 h 942137"/>
                <a:gd name="connsiteX220" fmla="*/ 700319 w 899217"/>
                <a:gd name="connsiteY220" fmla="*/ 334916 h 942137"/>
                <a:gd name="connsiteX221" fmla="*/ 698367 w 899217"/>
                <a:gd name="connsiteY221" fmla="*/ 335118 h 942137"/>
                <a:gd name="connsiteX222" fmla="*/ 697930 w 899217"/>
                <a:gd name="connsiteY222" fmla="*/ 336632 h 942137"/>
                <a:gd name="connsiteX223" fmla="*/ 696180 w 899217"/>
                <a:gd name="connsiteY223" fmla="*/ 338146 h 942137"/>
                <a:gd name="connsiteX224" fmla="*/ 694867 w 899217"/>
                <a:gd name="connsiteY224" fmla="*/ 340332 h 942137"/>
                <a:gd name="connsiteX225" fmla="*/ 693790 w 899217"/>
                <a:gd name="connsiteY225" fmla="*/ 343158 h 942137"/>
                <a:gd name="connsiteX226" fmla="*/ 692040 w 899217"/>
                <a:gd name="connsiteY226" fmla="*/ 343797 h 942137"/>
                <a:gd name="connsiteX227" fmla="*/ 686824 w 899217"/>
                <a:gd name="connsiteY227" fmla="*/ 343797 h 942137"/>
                <a:gd name="connsiteX228" fmla="*/ 683357 w 899217"/>
                <a:gd name="connsiteY228" fmla="*/ 343797 h 942137"/>
                <a:gd name="connsiteX229" fmla="*/ 678578 w 899217"/>
                <a:gd name="connsiteY229" fmla="*/ 343797 h 942137"/>
                <a:gd name="connsiteX230" fmla="*/ 673362 w 899217"/>
                <a:gd name="connsiteY230" fmla="*/ 342922 h 942137"/>
                <a:gd name="connsiteX231" fmla="*/ 669021 w 899217"/>
                <a:gd name="connsiteY231" fmla="*/ 340736 h 942137"/>
                <a:gd name="connsiteX232" fmla="*/ 666631 w 899217"/>
                <a:gd name="connsiteY232" fmla="*/ 337910 h 942137"/>
                <a:gd name="connsiteX233" fmla="*/ 663367 w 899217"/>
                <a:gd name="connsiteY233" fmla="*/ 331821 h 942137"/>
                <a:gd name="connsiteX234" fmla="*/ 660203 w 899217"/>
                <a:gd name="connsiteY234" fmla="*/ 328996 h 942137"/>
                <a:gd name="connsiteX235" fmla="*/ 660001 w 899217"/>
                <a:gd name="connsiteY235" fmla="*/ 326607 h 942137"/>
                <a:gd name="connsiteX236" fmla="*/ 660641 w 899217"/>
                <a:gd name="connsiteY236" fmla="*/ 322705 h 942137"/>
                <a:gd name="connsiteX237" fmla="*/ 660741 w 899217"/>
                <a:gd name="connsiteY237" fmla="*/ 319106 h 942137"/>
                <a:gd name="connsiteX238" fmla="*/ 661179 w 899217"/>
                <a:gd name="connsiteY238" fmla="*/ 315203 h 942137"/>
                <a:gd name="connsiteX239" fmla="*/ 661381 w 899217"/>
                <a:gd name="connsiteY239" fmla="*/ 312916 h 942137"/>
                <a:gd name="connsiteX240" fmla="*/ 662020 w 899217"/>
                <a:gd name="connsiteY240" fmla="*/ 310427 h 942137"/>
                <a:gd name="connsiteX241" fmla="*/ 662895 w 899217"/>
                <a:gd name="connsiteY241" fmla="*/ 309787 h 942137"/>
                <a:gd name="connsiteX242" fmla="*/ 663535 w 899217"/>
                <a:gd name="connsiteY242" fmla="*/ 308812 h 942137"/>
                <a:gd name="connsiteX243" fmla="*/ 664847 w 899217"/>
                <a:gd name="connsiteY243" fmla="*/ 307500 h 942137"/>
                <a:gd name="connsiteX244" fmla="*/ 665924 w 899217"/>
                <a:gd name="connsiteY244" fmla="*/ 305549 h 942137"/>
                <a:gd name="connsiteX245" fmla="*/ 666160 w 899217"/>
                <a:gd name="connsiteY245" fmla="*/ 302622 h 942137"/>
                <a:gd name="connsiteX246" fmla="*/ 665083 w 899217"/>
                <a:gd name="connsiteY246" fmla="*/ 301209 h 942137"/>
                <a:gd name="connsiteX247" fmla="*/ 665083 w 899217"/>
                <a:gd name="connsiteY247" fmla="*/ 299460 h 942137"/>
                <a:gd name="connsiteX248" fmla="*/ 665689 w 899217"/>
                <a:gd name="connsiteY248" fmla="*/ 296971 h 942137"/>
                <a:gd name="connsiteX249" fmla="*/ 666597 w 899217"/>
                <a:gd name="connsiteY249" fmla="*/ 295356 h 942137"/>
                <a:gd name="connsiteX250" fmla="*/ 667136 w 899217"/>
                <a:gd name="connsiteY250" fmla="*/ 292631 h 942137"/>
                <a:gd name="connsiteX251" fmla="*/ 666698 w 899217"/>
                <a:gd name="connsiteY251" fmla="*/ 290243 h 942137"/>
                <a:gd name="connsiteX252" fmla="*/ 665487 w 899217"/>
                <a:gd name="connsiteY252" fmla="*/ 287215 h 942137"/>
                <a:gd name="connsiteX253" fmla="*/ 662222 w 899217"/>
                <a:gd name="connsiteY253" fmla="*/ 285365 h 942137"/>
                <a:gd name="connsiteX254" fmla="*/ 660809 w 899217"/>
                <a:gd name="connsiteY254" fmla="*/ 285567 h 942137"/>
                <a:gd name="connsiteX255" fmla="*/ 659092 w 899217"/>
                <a:gd name="connsiteY255" fmla="*/ 286206 h 942137"/>
                <a:gd name="connsiteX256" fmla="*/ 658217 w 899217"/>
                <a:gd name="connsiteY256" fmla="*/ 287081 h 942137"/>
                <a:gd name="connsiteX257" fmla="*/ 655054 w 899217"/>
                <a:gd name="connsiteY257" fmla="*/ 288595 h 942137"/>
                <a:gd name="connsiteX258" fmla="*/ 652227 w 899217"/>
                <a:gd name="connsiteY258" fmla="*/ 288157 h 942137"/>
                <a:gd name="connsiteX259" fmla="*/ 651150 w 899217"/>
                <a:gd name="connsiteY259" fmla="*/ 284692 h 942137"/>
                <a:gd name="connsiteX260" fmla="*/ 651789 w 899217"/>
                <a:gd name="connsiteY260" fmla="*/ 282943 h 942137"/>
                <a:gd name="connsiteX261" fmla="*/ 656568 w 899217"/>
                <a:gd name="connsiteY261" fmla="*/ 281631 h 942137"/>
                <a:gd name="connsiteX262" fmla="*/ 656770 w 899217"/>
                <a:gd name="connsiteY262" fmla="*/ 280555 h 942137"/>
                <a:gd name="connsiteX263" fmla="*/ 656333 w 899217"/>
                <a:gd name="connsiteY263" fmla="*/ 278603 h 942137"/>
                <a:gd name="connsiteX264" fmla="*/ 656333 w 899217"/>
                <a:gd name="connsiteY264" fmla="*/ 272515 h 942137"/>
                <a:gd name="connsiteX265" fmla="*/ 660573 w 899217"/>
                <a:gd name="connsiteY265" fmla="*/ 271640 h 942137"/>
                <a:gd name="connsiteX266" fmla="*/ 663501 w 899217"/>
                <a:gd name="connsiteY266" fmla="*/ 267301 h 942137"/>
                <a:gd name="connsiteX267" fmla="*/ 668280 w 899217"/>
                <a:gd name="connsiteY267" fmla="*/ 264710 h 942137"/>
                <a:gd name="connsiteX268" fmla="*/ 669357 w 899217"/>
                <a:gd name="connsiteY268" fmla="*/ 262759 h 942137"/>
                <a:gd name="connsiteX269" fmla="*/ 670434 w 899217"/>
                <a:gd name="connsiteY269" fmla="*/ 261246 h 942137"/>
                <a:gd name="connsiteX270" fmla="*/ 673160 w 899217"/>
                <a:gd name="connsiteY270" fmla="*/ 258521 h 942137"/>
                <a:gd name="connsiteX271" fmla="*/ 675112 w 899217"/>
                <a:gd name="connsiteY271" fmla="*/ 257007 h 942137"/>
                <a:gd name="connsiteX272" fmla="*/ 676290 w 899217"/>
                <a:gd name="connsiteY272" fmla="*/ 256031 h 942137"/>
                <a:gd name="connsiteX273" fmla="*/ 678242 w 899217"/>
                <a:gd name="connsiteY273" fmla="*/ 254417 h 942137"/>
                <a:gd name="connsiteX274" fmla="*/ 680093 w 899217"/>
                <a:gd name="connsiteY274" fmla="*/ 251927 h 942137"/>
                <a:gd name="connsiteX275" fmla="*/ 681069 w 899217"/>
                <a:gd name="connsiteY275" fmla="*/ 248664 h 942137"/>
                <a:gd name="connsiteX276" fmla="*/ 683256 w 899217"/>
                <a:gd name="connsiteY276" fmla="*/ 244628 h 942137"/>
                <a:gd name="connsiteX277" fmla="*/ 684233 w 899217"/>
                <a:gd name="connsiteY277" fmla="*/ 241701 h 942137"/>
                <a:gd name="connsiteX278" fmla="*/ 685444 w 899217"/>
                <a:gd name="connsiteY278" fmla="*/ 239649 h 942137"/>
                <a:gd name="connsiteX279" fmla="*/ 686420 w 899217"/>
                <a:gd name="connsiteY279" fmla="*/ 238438 h 942137"/>
                <a:gd name="connsiteX280" fmla="*/ 688372 w 899217"/>
                <a:gd name="connsiteY280" fmla="*/ 238539 h 942137"/>
                <a:gd name="connsiteX281" fmla="*/ 689348 w 899217"/>
                <a:gd name="connsiteY281" fmla="*/ 240389 h 942137"/>
                <a:gd name="connsiteX282" fmla="*/ 689348 w 899217"/>
                <a:gd name="connsiteY282" fmla="*/ 242340 h 942137"/>
                <a:gd name="connsiteX283" fmla="*/ 690391 w 899217"/>
                <a:gd name="connsiteY283" fmla="*/ 242878 h 942137"/>
                <a:gd name="connsiteX284" fmla="*/ 692175 w 899217"/>
                <a:gd name="connsiteY284" fmla="*/ 242676 h 942137"/>
                <a:gd name="connsiteX285" fmla="*/ 694127 w 899217"/>
                <a:gd name="connsiteY285" fmla="*/ 243013 h 942137"/>
                <a:gd name="connsiteX286" fmla="*/ 695978 w 899217"/>
                <a:gd name="connsiteY286" fmla="*/ 244964 h 942137"/>
                <a:gd name="connsiteX287" fmla="*/ 696214 w 899217"/>
                <a:gd name="connsiteY287" fmla="*/ 246141 h 942137"/>
                <a:gd name="connsiteX288" fmla="*/ 698266 w 899217"/>
                <a:gd name="connsiteY288" fmla="*/ 248092 h 942137"/>
                <a:gd name="connsiteX289" fmla="*/ 700656 w 899217"/>
                <a:gd name="connsiteY289" fmla="*/ 251019 h 942137"/>
                <a:gd name="connsiteX290" fmla="*/ 702944 w 899217"/>
                <a:gd name="connsiteY290" fmla="*/ 253845 h 942137"/>
                <a:gd name="connsiteX291" fmla="*/ 706108 w 899217"/>
                <a:gd name="connsiteY291" fmla="*/ 257209 h 942137"/>
                <a:gd name="connsiteX292" fmla="*/ 708598 w 899217"/>
                <a:gd name="connsiteY292" fmla="*/ 259698 h 942137"/>
                <a:gd name="connsiteX293" fmla="*/ 711089 w 899217"/>
                <a:gd name="connsiteY293" fmla="*/ 262087 h 942137"/>
                <a:gd name="connsiteX294" fmla="*/ 714151 w 899217"/>
                <a:gd name="connsiteY294" fmla="*/ 262087 h 942137"/>
                <a:gd name="connsiteX295" fmla="*/ 717517 w 899217"/>
                <a:gd name="connsiteY295" fmla="*/ 260337 h 942137"/>
                <a:gd name="connsiteX296" fmla="*/ 719132 w 899217"/>
                <a:gd name="connsiteY296" fmla="*/ 257848 h 942137"/>
                <a:gd name="connsiteX297" fmla="*/ 722397 w 899217"/>
                <a:gd name="connsiteY297" fmla="*/ 254820 h 942137"/>
                <a:gd name="connsiteX298" fmla="*/ 725661 w 899217"/>
                <a:gd name="connsiteY298" fmla="*/ 252768 h 942137"/>
                <a:gd name="connsiteX299" fmla="*/ 728253 w 899217"/>
                <a:gd name="connsiteY299" fmla="*/ 247554 h 942137"/>
                <a:gd name="connsiteX300" fmla="*/ 729128 w 899217"/>
                <a:gd name="connsiteY300" fmla="*/ 245166 h 942137"/>
                <a:gd name="connsiteX301" fmla="*/ 731416 w 899217"/>
                <a:gd name="connsiteY301" fmla="*/ 242542 h 942137"/>
                <a:gd name="connsiteX302" fmla="*/ 733806 w 899217"/>
                <a:gd name="connsiteY302" fmla="*/ 241465 h 942137"/>
                <a:gd name="connsiteX303" fmla="*/ 737609 w 899217"/>
                <a:gd name="connsiteY303" fmla="*/ 243417 h 942137"/>
                <a:gd name="connsiteX304" fmla="*/ 739897 w 899217"/>
                <a:gd name="connsiteY304" fmla="*/ 245166 h 942137"/>
                <a:gd name="connsiteX305" fmla="*/ 743162 w 899217"/>
                <a:gd name="connsiteY305" fmla="*/ 248530 h 942137"/>
                <a:gd name="connsiteX306" fmla="*/ 743599 w 899217"/>
                <a:gd name="connsiteY306" fmla="*/ 250380 h 942137"/>
                <a:gd name="connsiteX307" fmla="*/ 743263 w 899217"/>
                <a:gd name="connsiteY307" fmla="*/ 252566 h 942137"/>
                <a:gd name="connsiteX308" fmla="*/ 743363 w 899217"/>
                <a:gd name="connsiteY308" fmla="*/ 255729 h 942137"/>
                <a:gd name="connsiteX309" fmla="*/ 745854 w 899217"/>
                <a:gd name="connsiteY309" fmla="*/ 258353 h 942137"/>
                <a:gd name="connsiteX310" fmla="*/ 748041 w 899217"/>
                <a:gd name="connsiteY310" fmla="*/ 259126 h 942137"/>
                <a:gd name="connsiteX311" fmla="*/ 749892 w 899217"/>
                <a:gd name="connsiteY311" fmla="*/ 258689 h 942137"/>
                <a:gd name="connsiteX312" fmla="*/ 753258 w 899217"/>
                <a:gd name="connsiteY312" fmla="*/ 257074 h 942137"/>
                <a:gd name="connsiteX313" fmla="*/ 756287 w 899217"/>
                <a:gd name="connsiteY313" fmla="*/ 256872 h 942137"/>
                <a:gd name="connsiteX314" fmla="*/ 763893 w 899217"/>
                <a:gd name="connsiteY314" fmla="*/ 256536 h 942137"/>
                <a:gd name="connsiteX315" fmla="*/ 769446 w 899217"/>
                <a:gd name="connsiteY315" fmla="*/ 256536 h 942137"/>
                <a:gd name="connsiteX316" fmla="*/ 773484 w 899217"/>
                <a:gd name="connsiteY316" fmla="*/ 258285 h 942137"/>
                <a:gd name="connsiteX317" fmla="*/ 777725 w 899217"/>
                <a:gd name="connsiteY317" fmla="*/ 261313 h 942137"/>
                <a:gd name="connsiteX318" fmla="*/ 780013 w 899217"/>
                <a:gd name="connsiteY318" fmla="*/ 260337 h 942137"/>
                <a:gd name="connsiteX319" fmla="*/ 782840 w 899217"/>
                <a:gd name="connsiteY319" fmla="*/ 257175 h 942137"/>
                <a:gd name="connsiteX320" fmla="*/ 785028 w 899217"/>
                <a:gd name="connsiteY320" fmla="*/ 254248 h 942137"/>
                <a:gd name="connsiteX321" fmla="*/ 788393 w 899217"/>
                <a:gd name="connsiteY321" fmla="*/ 251524 h 942137"/>
                <a:gd name="connsiteX322" fmla="*/ 793273 w 899217"/>
                <a:gd name="connsiteY322" fmla="*/ 249472 h 942137"/>
                <a:gd name="connsiteX323" fmla="*/ 794922 w 899217"/>
                <a:gd name="connsiteY323" fmla="*/ 249034 h 942137"/>
                <a:gd name="connsiteX324" fmla="*/ 799062 w 899217"/>
                <a:gd name="connsiteY324" fmla="*/ 248933 h 942137"/>
                <a:gd name="connsiteX325" fmla="*/ 803302 w 899217"/>
                <a:gd name="connsiteY325" fmla="*/ 248294 h 942137"/>
                <a:gd name="connsiteX326" fmla="*/ 808418 w 899217"/>
                <a:gd name="connsiteY326" fmla="*/ 248294 h 942137"/>
                <a:gd name="connsiteX327" fmla="*/ 812456 w 899217"/>
                <a:gd name="connsiteY327" fmla="*/ 248294 h 942137"/>
                <a:gd name="connsiteX328" fmla="*/ 814745 w 899217"/>
                <a:gd name="connsiteY328" fmla="*/ 248294 h 942137"/>
                <a:gd name="connsiteX329" fmla="*/ 816697 w 899217"/>
                <a:gd name="connsiteY329" fmla="*/ 245906 h 942137"/>
                <a:gd name="connsiteX330" fmla="*/ 818211 w 899217"/>
                <a:gd name="connsiteY330" fmla="*/ 243719 h 942137"/>
                <a:gd name="connsiteX331" fmla="*/ 819827 w 899217"/>
                <a:gd name="connsiteY331" fmla="*/ 242205 h 942137"/>
                <a:gd name="connsiteX332" fmla="*/ 819827 w 899217"/>
                <a:gd name="connsiteY332" fmla="*/ 239817 h 942137"/>
                <a:gd name="connsiteX333" fmla="*/ 818077 w 899217"/>
                <a:gd name="connsiteY333" fmla="*/ 236991 h 942137"/>
                <a:gd name="connsiteX334" fmla="*/ 818077 w 899217"/>
                <a:gd name="connsiteY334" fmla="*/ 235377 h 942137"/>
                <a:gd name="connsiteX335" fmla="*/ 819053 w 899217"/>
                <a:gd name="connsiteY335" fmla="*/ 231777 h 942137"/>
                <a:gd name="connsiteX336" fmla="*/ 821240 w 899217"/>
                <a:gd name="connsiteY336" fmla="*/ 229591 h 942137"/>
                <a:gd name="connsiteX337" fmla="*/ 822990 w 899217"/>
                <a:gd name="connsiteY337" fmla="*/ 227101 h 942137"/>
                <a:gd name="connsiteX338" fmla="*/ 826591 w 899217"/>
                <a:gd name="connsiteY338" fmla="*/ 223737 h 942137"/>
                <a:gd name="connsiteX339" fmla="*/ 826793 w 899217"/>
                <a:gd name="connsiteY339" fmla="*/ 220474 h 942137"/>
                <a:gd name="connsiteX340" fmla="*/ 827231 w 899217"/>
                <a:gd name="connsiteY340" fmla="*/ 217850 h 942137"/>
                <a:gd name="connsiteX341" fmla="*/ 826793 w 899217"/>
                <a:gd name="connsiteY341" fmla="*/ 216673 h 942137"/>
                <a:gd name="connsiteX342" fmla="*/ 823899 w 899217"/>
                <a:gd name="connsiteY342" fmla="*/ 215092 h 942137"/>
                <a:gd name="connsiteX343" fmla="*/ 823764 w 899217"/>
                <a:gd name="connsiteY343" fmla="*/ 213645 h 942137"/>
                <a:gd name="connsiteX344" fmla="*/ 825077 w 899217"/>
                <a:gd name="connsiteY344" fmla="*/ 210181 h 942137"/>
                <a:gd name="connsiteX345" fmla="*/ 829856 w 899217"/>
                <a:gd name="connsiteY345" fmla="*/ 208734 h 942137"/>
                <a:gd name="connsiteX346" fmla="*/ 832043 w 899217"/>
                <a:gd name="connsiteY346" fmla="*/ 207422 h 942137"/>
                <a:gd name="connsiteX347" fmla="*/ 832043 w 899217"/>
                <a:gd name="connsiteY347" fmla="*/ 203957 h 942137"/>
                <a:gd name="connsiteX348" fmla="*/ 832043 w 899217"/>
                <a:gd name="connsiteY348" fmla="*/ 203385 h 942137"/>
                <a:gd name="connsiteX349" fmla="*/ 831168 w 899217"/>
                <a:gd name="connsiteY349" fmla="*/ 201367 h 942137"/>
                <a:gd name="connsiteX350" fmla="*/ 825817 w 899217"/>
                <a:gd name="connsiteY350" fmla="*/ 201367 h 942137"/>
                <a:gd name="connsiteX351" fmla="*/ 822788 w 899217"/>
                <a:gd name="connsiteY351" fmla="*/ 201232 h 942137"/>
                <a:gd name="connsiteX352" fmla="*/ 823091 w 899217"/>
                <a:gd name="connsiteY352" fmla="*/ 198037 h 942137"/>
                <a:gd name="connsiteX353" fmla="*/ 823529 w 899217"/>
                <a:gd name="connsiteY353" fmla="*/ 195278 h 942137"/>
                <a:gd name="connsiteX354" fmla="*/ 825279 w 899217"/>
                <a:gd name="connsiteY354" fmla="*/ 193832 h 942137"/>
                <a:gd name="connsiteX355" fmla="*/ 826860 w 899217"/>
                <a:gd name="connsiteY355" fmla="*/ 191813 h 942137"/>
                <a:gd name="connsiteX356" fmla="*/ 826860 w 899217"/>
                <a:gd name="connsiteY356" fmla="*/ 188920 h 942137"/>
                <a:gd name="connsiteX357" fmla="*/ 826793 w 899217"/>
                <a:gd name="connsiteY357" fmla="*/ 185018 h 942137"/>
                <a:gd name="connsiteX358" fmla="*/ 824134 w 899217"/>
                <a:gd name="connsiteY358" fmla="*/ 182260 h 942137"/>
                <a:gd name="connsiteX359" fmla="*/ 820937 w 899217"/>
                <a:gd name="connsiteY359" fmla="*/ 181385 h 942137"/>
                <a:gd name="connsiteX360" fmla="*/ 818750 w 899217"/>
                <a:gd name="connsiteY360" fmla="*/ 180510 h 942137"/>
                <a:gd name="connsiteX361" fmla="*/ 815856 w 899217"/>
                <a:gd name="connsiteY361" fmla="*/ 179804 h 942137"/>
                <a:gd name="connsiteX362" fmla="*/ 813399 w 899217"/>
                <a:gd name="connsiteY362" fmla="*/ 178189 h 942137"/>
                <a:gd name="connsiteX363" fmla="*/ 810067 w 899217"/>
                <a:gd name="connsiteY363" fmla="*/ 176171 h 942137"/>
                <a:gd name="connsiteX364" fmla="*/ 808620 w 899217"/>
                <a:gd name="connsiteY364" fmla="*/ 174724 h 942137"/>
                <a:gd name="connsiteX365" fmla="*/ 807879 w 899217"/>
                <a:gd name="connsiteY365" fmla="*/ 171259 h 942137"/>
                <a:gd name="connsiteX366" fmla="*/ 807004 w 899217"/>
                <a:gd name="connsiteY366" fmla="*/ 168501 h 942137"/>
                <a:gd name="connsiteX367" fmla="*/ 804413 w 899217"/>
                <a:gd name="connsiteY367" fmla="*/ 165473 h 942137"/>
                <a:gd name="connsiteX368" fmla="*/ 801519 w 899217"/>
                <a:gd name="connsiteY368" fmla="*/ 163724 h 942137"/>
                <a:gd name="connsiteX369" fmla="*/ 799062 w 899217"/>
                <a:gd name="connsiteY369" fmla="*/ 166045 h 942137"/>
                <a:gd name="connsiteX370" fmla="*/ 796874 w 899217"/>
                <a:gd name="connsiteY370" fmla="*/ 168938 h 942137"/>
                <a:gd name="connsiteX371" fmla="*/ 794990 w 899217"/>
                <a:gd name="connsiteY371" fmla="*/ 171394 h 942137"/>
                <a:gd name="connsiteX372" fmla="*/ 794249 w 899217"/>
                <a:gd name="connsiteY372" fmla="*/ 173278 h 942137"/>
                <a:gd name="connsiteX373" fmla="*/ 792667 w 899217"/>
                <a:gd name="connsiteY373" fmla="*/ 175868 h 942137"/>
                <a:gd name="connsiteX374" fmla="*/ 790917 w 899217"/>
                <a:gd name="connsiteY374" fmla="*/ 178458 h 942137"/>
                <a:gd name="connsiteX375" fmla="*/ 790042 w 899217"/>
                <a:gd name="connsiteY375" fmla="*/ 180342 h 942137"/>
                <a:gd name="connsiteX376" fmla="*/ 788158 w 899217"/>
                <a:gd name="connsiteY376" fmla="*/ 182361 h 942137"/>
                <a:gd name="connsiteX377" fmla="*/ 787148 w 899217"/>
                <a:gd name="connsiteY377" fmla="*/ 183942 h 942137"/>
                <a:gd name="connsiteX378" fmla="*/ 786273 w 899217"/>
                <a:gd name="connsiteY378" fmla="*/ 186263 h 942137"/>
                <a:gd name="connsiteX379" fmla="*/ 784691 w 899217"/>
                <a:gd name="connsiteY379" fmla="*/ 188584 h 942137"/>
                <a:gd name="connsiteX380" fmla="*/ 782369 w 899217"/>
                <a:gd name="connsiteY380" fmla="*/ 189156 h 942137"/>
                <a:gd name="connsiteX381" fmla="*/ 780619 w 899217"/>
                <a:gd name="connsiteY381" fmla="*/ 188853 h 942137"/>
                <a:gd name="connsiteX382" fmla="*/ 778297 w 899217"/>
                <a:gd name="connsiteY382" fmla="*/ 187978 h 942137"/>
                <a:gd name="connsiteX383" fmla="*/ 776278 w 899217"/>
                <a:gd name="connsiteY383" fmla="*/ 187978 h 942137"/>
                <a:gd name="connsiteX384" fmla="*/ 774090 w 899217"/>
                <a:gd name="connsiteY384" fmla="*/ 188281 h 942137"/>
                <a:gd name="connsiteX385" fmla="*/ 773653 w 899217"/>
                <a:gd name="connsiteY385" fmla="*/ 190737 h 942137"/>
                <a:gd name="connsiteX386" fmla="*/ 772071 w 899217"/>
                <a:gd name="connsiteY386" fmla="*/ 193764 h 942137"/>
                <a:gd name="connsiteX387" fmla="*/ 766989 w 899217"/>
                <a:gd name="connsiteY387" fmla="*/ 196355 h 942137"/>
                <a:gd name="connsiteX388" fmla="*/ 763354 w 899217"/>
                <a:gd name="connsiteY388" fmla="*/ 195648 h 942137"/>
                <a:gd name="connsiteX389" fmla="*/ 760325 w 899217"/>
                <a:gd name="connsiteY389" fmla="*/ 194504 h 942137"/>
                <a:gd name="connsiteX390" fmla="*/ 755546 w 899217"/>
                <a:gd name="connsiteY390" fmla="*/ 194807 h 942137"/>
                <a:gd name="connsiteX391" fmla="*/ 754099 w 899217"/>
                <a:gd name="connsiteY391" fmla="*/ 195951 h 942137"/>
                <a:gd name="connsiteX392" fmla="*/ 749186 w 899217"/>
                <a:gd name="connsiteY392" fmla="*/ 196523 h 942137"/>
                <a:gd name="connsiteX393" fmla="*/ 746729 w 899217"/>
                <a:gd name="connsiteY393" fmla="*/ 195345 h 942137"/>
                <a:gd name="connsiteX394" fmla="*/ 746594 w 899217"/>
                <a:gd name="connsiteY394" fmla="*/ 193899 h 942137"/>
                <a:gd name="connsiteX395" fmla="*/ 746022 w 899217"/>
                <a:gd name="connsiteY395" fmla="*/ 191881 h 942137"/>
                <a:gd name="connsiteX396" fmla="*/ 744878 w 899217"/>
                <a:gd name="connsiteY396" fmla="*/ 189694 h 942137"/>
                <a:gd name="connsiteX397" fmla="*/ 742556 w 899217"/>
                <a:gd name="connsiteY397" fmla="*/ 186667 h 942137"/>
                <a:gd name="connsiteX398" fmla="*/ 738921 w 899217"/>
                <a:gd name="connsiteY398" fmla="*/ 184783 h 942137"/>
                <a:gd name="connsiteX399" fmla="*/ 736599 w 899217"/>
                <a:gd name="connsiteY399" fmla="*/ 184480 h 942137"/>
                <a:gd name="connsiteX400" fmla="*/ 734142 w 899217"/>
                <a:gd name="connsiteY400" fmla="*/ 182899 h 942137"/>
                <a:gd name="connsiteX401" fmla="*/ 730373 w 899217"/>
                <a:gd name="connsiteY401" fmla="*/ 180006 h 942137"/>
                <a:gd name="connsiteX402" fmla="*/ 730238 w 899217"/>
                <a:gd name="connsiteY402" fmla="*/ 178257 h 942137"/>
                <a:gd name="connsiteX403" fmla="*/ 730373 w 899217"/>
                <a:gd name="connsiteY403" fmla="*/ 175801 h 942137"/>
                <a:gd name="connsiteX404" fmla="*/ 735152 w 899217"/>
                <a:gd name="connsiteY404" fmla="*/ 172336 h 942137"/>
                <a:gd name="connsiteX405" fmla="*/ 737474 w 899217"/>
                <a:gd name="connsiteY405" fmla="*/ 170587 h 942137"/>
                <a:gd name="connsiteX406" fmla="*/ 739931 w 899217"/>
                <a:gd name="connsiteY406" fmla="*/ 169712 h 942137"/>
                <a:gd name="connsiteX407" fmla="*/ 743700 w 899217"/>
                <a:gd name="connsiteY407" fmla="*/ 166382 h 942137"/>
                <a:gd name="connsiteX408" fmla="*/ 743835 w 899217"/>
                <a:gd name="connsiteY408" fmla="*/ 161605 h 942137"/>
                <a:gd name="connsiteX409" fmla="*/ 743094 w 899217"/>
                <a:gd name="connsiteY409" fmla="*/ 159586 h 942137"/>
                <a:gd name="connsiteX410" fmla="*/ 740772 w 899217"/>
                <a:gd name="connsiteY410" fmla="*/ 158712 h 942137"/>
                <a:gd name="connsiteX411" fmla="*/ 738585 w 899217"/>
                <a:gd name="connsiteY411" fmla="*/ 158140 h 942137"/>
                <a:gd name="connsiteX412" fmla="*/ 739022 w 899217"/>
                <a:gd name="connsiteY412" fmla="*/ 156391 h 942137"/>
                <a:gd name="connsiteX413" fmla="*/ 740166 w 899217"/>
                <a:gd name="connsiteY413" fmla="*/ 153363 h 942137"/>
                <a:gd name="connsiteX414" fmla="*/ 742489 w 899217"/>
                <a:gd name="connsiteY414" fmla="*/ 151883 h 942137"/>
                <a:gd name="connsiteX415" fmla="*/ 740974 w 899217"/>
                <a:gd name="connsiteY415" fmla="*/ 147409 h 942137"/>
                <a:gd name="connsiteX416" fmla="*/ 737911 w 899217"/>
                <a:gd name="connsiteY416" fmla="*/ 143372 h 942137"/>
                <a:gd name="connsiteX417" fmla="*/ 735421 w 899217"/>
                <a:gd name="connsiteY417" fmla="*/ 141858 h 942137"/>
                <a:gd name="connsiteX418" fmla="*/ 732056 w 899217"/>
                <a:gd name="connsiteY418" fmla="*/ 141858 h 942137"/>
                <a:gd name="connsiteX419" fmla="*/ 725964 w 899217"/>
                <a:gd name="connsiteY419" fmla="*/ 139134 h 942137"/>
                <a:gd name="connsiteX420" fmla="*/ 724012 w 899217"/>
                <a:gd name="connsiteY420" fmla="*/ 136409 h 942137"/>
                <a:gd name="connsiteX421" fmla="*/ 723810 w 899217"/>
                <a:gd name="connsiteY421" fmla="*/ 134660 h 942137"/>
                <a:gd name="connsiteX422" fmla="*/ 723608 w 899217"/>
                <a:gd name="connsiteY422" fmla="*/ 128806 h 942137"/>
                <a:gd name="connsiteX423" fmla="*/ 723810 w 899217"/>
                <a:gd name="connsiteY423" fmla="*/ 125005 h 942137"/>
                <a:gd name="connsiteX424" fmla="*/ 724786 w 899217"/>
                <a:gd name="connsiteY424" fmla="*/ 123794 h 942137"/>
                <a:gd name="connsiteX425" fmla="*/ 727277 w 899217"/>
                <a:gd name="connsiteY425" fmla="*/ 121607 h 942137"/>
                <a:gd name="connsiteX426" fmla="*/ 729229 w 899217"/>
                <a:gd name="connsiteY426" fmla="*/ 119656 h 942137"/>
                <a:gd name="connsiteX427" fmla="*/ 731416 w 899217"/>
                <a:gd name="connsiteY427" fmla="*/ 117470 h 942137"/>
                <a:gd name="connsiteX428" fmla="*/ 733267 w 899217"/>
                <a:gd name="connsiteY428" fmla="*/ 116057 h 942137"/>
                <a:gd name="connsiteX429" fmla="*/ 735859 w 899217"/>
                <a:gd name="connsiteY429" fmla="*/ 114745 h 942137"/>
                <a:gd name="connsiteX430" fmla="*/ 739325 w 899217"/>
                <a:gd name="connsiteY430" fmla="*/ 114207 h 942137"/>
                <a:gd name="connsiteX431" fmla="*/ 742253 w 899217"/>
                <a:gd name="connsiteY431" fmla="*/ 111919 h 942137"/>
                <a:gd name="connsiteX432" fmla="*/ 743666 w 899217"/>
                <a:gd name="connsiteY432" fmla="*/ 110843 h 942137"/>
                <a:gd name="connsiteX433" fmla="*/ 744306 w 899217"/>
                <a:gd name="connsiteY433" fmla="*/ 106705 h 942137"/>
                <a:gd name="connsiteX434" fmla="*/ 741041 w 899217"/>
                <a:gd name="connsiteY434" fmla="*/ 103442 h 942137"/>
                <a:gd name="connsiteX435" fmla="*/ 736700 w 899217"/>
                <a:gd name="connsiteY435" fmla="*/ 104317 h 942137"/>
                <a:gd name="connsiteX436" fmla="*/ 730508 w 899217"/>
                <a:gd name="connsiteY436" fmla="*/ 104956 h 942137"/>
                <a:gd name="connsiteX437" fmla="*/ 723002 w 899217"/>
                <a:gd name="connsiteY437" fmla="*/ 106369 h 942137"/>
                <a:gd name="connsiteX438" fmla="*/ 718964 w 899217"/>
                <a:gd name="connsiteY438" fmla="*/ 104754 h 942137"/>
                <a:gd name="connsiteX439" fmla="*/ 714623 w 899217"/>
                <a:gd name="connsiteY439" fmla="*/ 102164 h 942137"/>
                <a:gd name="connsiteX440" fmla="*/ 712570 w 899217"/>
                <a:gd name="connsiteY440" fmla="*/ 102164 h 942137"/>
                <a:gd name="connsiteX441" fmla="*/ 710079 w 899217"/>
                <a:gd name="connsiteY441" fmla="*/ 102971 h 942137"/>
                <a:gd name="connsiteX442" fmla="*/ 708565 w 899217"/>
                <a:gd name="connsiteY442" fmla="*/ 105427 h 942137"/>
                <a:gd name="connsiteX443" fmla="*/ 704560 w 899217"/>
                <a:gd name="connsiteY443" fmla="*/ 105629 h 942137"/>
                <a:gd name="connsiteX444" fmla="*/ 701632 w 899217"/>
                <a:gd name="connsiteY444" fmla="*/ 105965 h 942137"/>
                <a:gd name="connsiteX445" fmla="*/ 699007 w 899217"/>
                <a:gd name="connsiteY445" fmla="*/ 105629 h 942137"/>
                <a:gd name="connsiteX446" fmla="*/ 697593 w 899217"/>
                <a:gd name="connsiteY446" fmla="*/ 105629 h 942137"/>
                <a:gd name="connsiteX447" fmla="*/ 693790 w 899217"/>
                <a:gd name="connsiteY447" fmla="*/ 105561 h 942137"/>
                <a:gd name="connsiteX448" fmla="*/ 691401 w 899217"/>
                <a:gd name="connsiteY448" fmla="*/ 104855 h 942137"/>
                <a:gd name="connsiteX449" fmla="*/ 690425 w 899217"/>
                <a:gd name="connsiteY449" fmla="*/ 103543 h 942137"/>
                <a:gd name="connsiteX450" fmla="*/ 688910 w 899217"/>
                <a:gd name="connsiteY450" fmla="*/ 100818 h 942137"/>
                <a:gd name="connsiteX451" fmla="*/ 686622 w 899217"/>
                <a:gd name="connsiteY451" fmla="*/ 100919 h 942137"/>
                <a:gd name="connsiteX452" fmla="*/ 685848 w 899217"/>
                <a:gd name="connsiteY452" fmla="*/ 101020 h 942137"/>
                <a:gd name="connsiteX453" fmla="*/ 684434 w 899217"/>
                <a:gd name="connsiteY453" fmla="*/ 103207 h 942137"/>
                <a:gd name="connsiteX454" fmla="*/ 684098 w 899217"/>
                <a:gd name="connsiteY454" fmla="*/ 105494 h 942137"/>
                <a:gd name="connsiteX455" fmla="*/ 682785 w 899217"/>
                <a:gd name="connsiteY455" fmla="*/ 107983 h 942137"/>
                <a:gd name="connsiteX456" fmla="*/ 682146 w 899217"/>
                <a:gd name="connsiteY456" fmla="*/ 110473 h 942137"/>
                <a:gd name="connsiteX457" fmla="*/ 679958 w 899217"/>
                <a:gd name="connsiteY457" fmla="*/ 114610 h 942137"/>
                <a:gd name="connsiteX458" fmla="*/ 678982 w 899217"/>
                <a:gd name="connsiteY458" fmla="*/ 117201 h 942137"/>
                <a:gd name="connsiteX459" fmla="*/ 679319 w 899217"/>
                <a:gd name="connsiteY459" fmla="*/ 119387 h 942137"/>
                <a:gd name="connsiteX460" fmla="*/ 681271 w 899217"/>
                <a:gd name="connsiteY460" fmla="*/ 121136 h 942137"/>
                <a:gd name="connsiteX461" fmla="*/ 683425 w 899217"/>
                <a:gd name="connsiteY461" fmla="*/ 122448 h 942137"/>
                <a:gd name="connsiteX462" fmla="*/ 684939 w 899217"/>
                <a:gd name="connsiteY462" fmla="*/ 125375 h 942137"/>
                <a:gd name="connsiteX463" fmla="*/ 686588 w 899217"/>
                <a:gd name="connsiteY463" fmla="*/ 128302 h 942137"/>
                <a:gd name="connsiteX464" fmla="*/ 687026 w 899217"/>
                <a:gd name="connsiteY464" fmla="*/ 130926 h 942137"/>
                <a:gd name="connsiteX465" fmla="*/ 686925 w 899217"/>
                <a:gd name="connsiteY465" fmla="*/ 133650 h 942137"/>
                <a:gd name="connsiteX466" fmla="*/ 686689 w 899217"/>
                <a:gd name="connsiteY466" fmla="*/ 137452 h 942137"/>
                <a:gd name="connsiteX467" fmla="*/ 685612 w 899217"/>
                <a:gd name="connsiteY467" fmla="*/ 139840 h 942137"/>
                <a:gd name="connsiteX468" fmla="*/ 684199 w 899217"/>
                <a:gd name="connsiteY468" fmla="*/ 142127 h 942137"/>
                <a:gd name="connsiteX469" fmla="*/ 681809 w 899217"/>
                <a:gd name="connsiteY469" fmla="*/ 144852 h 942137"/>
                <a:gd name="connsiteX470" fmla="*/ 678444 w 899217"/>
                <a:gd name="connsiteY470" fmla="*/ 147779 h 942137"/>
                <a:gd name="connsiteX471" fmla="*/ 674978 w 899217"/>
                <a:gd name="connsiteY471" fmla="*/ 149966 h 942137"/>
                <a:gd name="connsiteX472" fmla="*/ 672487 w 899217"/>
                <a:gd name="connsiteY472" fmla="*/ 149966 h 942137"/>
                <a:gd name="connsiteX473" fmla="*/ 669862 w 899217"/>
                <a:gd name="connsiteY473" fmla="*/ 148990 h 942137"/>
                <a:gd name="connsiteX474" fmla="*/ 669088 w 899217"/>
                <a:gd name="connsiteY474" fmla="*/ 148654 h 942137"/>
                <a:gd name="connsiteX475" fmla="*/ 665285 w 899217"/>
                <a:gd name="connsiteY475" fmla="*/ 145391 h 942137"/>
                <a:gd name="connsiteX476" fmla="*/ 662458 w 899217"/>
                <a:gd name="connsiteY476" fmla="*/ 145592 h 942137"/>
                <a:gd name="connsiteX477" fmla="*/ 661280 w 899217"/>
                <a:gd name="connsiteY477" fmla="*/ 145592 h 942137"/>
                <a:gd name="connsiteX478" fmla="*/ 659194 w 899217"/>
                <a:gd name="connsiteY478" fmla="*/ 147611 h 942137"/>
                <a:gd name="connsiteX479" fmla="*/ 656905 w 899217"/>
                <a:gd name="connsiteY479" fmla="*/ 149192 h 942137"/>
                <a:gd name="connsiteX480" fmla="*/ 656131 w 899217"/>
                <a:gd name="connsiteY480" fmla="*/ 150706 h 942137"/>
                <a:gd name="connsiteX481" fmla="*/ 653304 w 899217"/>
                <a:gd name="connsiteY481" fmla="*/ 152892 h 942137"/>
                <a:gd name="connsiteX482" fmla="*/ 650039 w 899217"/>
                <a:gd name="connsiteY482" fmla="*/ 154843 h 942137"/>
                <a:gd name="connsiteX483" fmla="*/ 648727 w 899217"/>
                <a:gd name="connsiteY483" fmla="*/ 155819 h 942137"/>
                <a:gd name="connsiteX484" fmla="*/ 646236 w 899217"/>
                <a:gd name="connsiteY484" fmla="*/ 157770 h 942137"/>
                <a:gd name="connsiteX485" fmla="*/ 644587 w 899217"/>
                <a:gd name="connsiteY485" fmla="*/ 160259 h 942137"/>
                <a:gd name="connsiteX486" fmla="*/ 643510 w 899217"/>
                <a:gd name="connsiteY486" fmla="*/ 162210 h 942137"/>
                <a:gd name="connsiteX487" fmla="*/ 642736 w 899217"/>
                <a:gd name="connsiteY487" fmla="*/ 163859 h 942137"/>
                <a:gd name="connsiteX488" fmla="*/ 642198 w 899217"/>
                <a:gd name="connsiteY488" fmla="*/ 165709 h 942137"/>
                <a:gd name="connsiteX489" fmla="*/ 642299 w 899217"/>
                <a:gd name="connsiteY489" fmla="*/ 167761 h 942137"/>
                <a:gd name="connsiteX490" fmla="*/ 644150 w 899217"/>
                <a:gd name="connsiteY490" fmla="*/ 169174 h 942137"/>
                <a:gd name="connsiteX491" fmla="*/ 647313 w 899217"/>
                <a:gd name="connsiteY491" fmla="*/ 171663 h 942137"/>
                <a:gd name="connsiteX492" fmla="*/ 649804 w 899217"/>
                <a:gd name="connsiteY492" fmla="*/ 173715 h 942137"/>
                <a:gd name="connsiteX493" fmla="*/ 651554 w 899217"/>
                <a:gd name="connsiteY493" fmla="*/ 174489 h 942137"/>
                <a:gd name="connsiteX494" fmla="*/ 652429 w 899217"/>
                <a:gd name="connsiteY494" fmla="*/ 175027 h 942137"/>
                <a:gd name="connsiteX495" fmla="*/ 654280 w 899217"/>
                <a:gd name="connsiteY495" fmla="*/ 177853 h 942137"/>
                <a:gd name="connsiteX496" fmla="*/ 654179 w 899217"/>
                <a:gd name="connsiteY496" fmla="*/ 178929 h 942137"/>
                <a:gd name="connsiteX497" fmla="*/ 653102 w 899217"/>
                <a:gd name="connsiteY497" fmla="*/ 180342 h 942137"/>
                <a:gd name="connsiteX498" fmla="*/ 650914 w 899217"/>
                <a:gd name="connsiteY498" fmla="*/ 182091 h 942137"/>
                <a:gd name="connsiteX499" fmla="*/ 649938 w 899217"/>
                <a:gd name="connsiteY499" fmla="*/ 183067 h 942137"/>
                <a:gd name="connsiteX500" fmla="*/ 649602 w 899217"/>
                <a:gd name="connsiteY500" fmla="*/ 185657 h 942137"/>
                <a:gd name="connsiteX501" fmla="*/ 649063 w 899217"/>
                <a:gd name="connsiteY501" fmla="*/ 188920 h 942137"/>
                <a:gd name="connsiteX502" fmla="*/ 648188 w 899217"/>
                <a:gd name="connsiteY502" fmla="*/ 191208 h 942137"/>
                <a:gd name="connsiteX503" fmla="*/ 646236 w 899217"/>
                <a:gd name="connsiteY503" fmla="*/ 194572 h 942137"/>
                <a:gd name="connsiteX504" fmla="*/ 642534 w 899217"/>
                <a:gd name="connsiteY504" fmla="*/ 198609 h 942137"/>
                <a:gd name="connsiteX505" fmla="*/ 639505 w 899217"/>
                <a:gd name="connsiteY505" fmla="*/ 200559 h 942137"/>
                <a:gd name="connsiteX506" fmla="*/ 638092 w 899217"/>
                <a:gd name="connsiteY506" fmla="*/ 200997 h 942137"/>
                <a:gd name="connsiteX507" fmla="*/ 636679 w 899217"/>
                <a:gd name="connsiteY507" fmla="*/ 201973 h 942137"/>
                <a:gd name="connsiteX508" fmla="*/ 634491 w 899217"/>
                <a:gd name="connsiteY508" fmla="*/ 203722 h 942137"/>
                <a:gd name="connsiteX509" fmla="*/ 632101 w 899217"/>
                <a:gd name="connsiteY509" fmla="*/ 206211 h 942137"/>
                <a:gd name="connsiteX510" fmla="*/ 630150 w 899217"/>
                <a:gd name="connsiteY510" fmla="*/ 208162 h 942137"/>
                <a:gd name="connsiteX511" fmla="*/ 628635 w 899217"/>
                <a:gd name="connsiteY511" fmla="*/ 210551 h 942137"/>
                <a:gd name="connsiteX512" fmla="*/ 627121 w 899217"/>
                <a:gd name="connsiteY512" fmla="*/ 213141 h 942137"/>
                <a:gd name="connsiteX513" fmla="*/ 624933 w 899217"/>
                <a:gd name="connsiteY513" fmla="*/ 217379 h 942137"/>
                <a:gd name="connsiteX514" fmla="*/ 624058 w 899217"/>
                <a:gd name="connsiteY514" fmla="*/ 218456 h 942137"/>
                <a:gd name="connsiteX515" fmla="*/ 621669 w 899217"/>
                <a:gd name="connsiteY515" fmla="*/ 219095 h 942137"/>
                <a:gd name="connsiteX516" fmla="*/ 619178 w 899217"/>
                <a:gd name="connsiteY516" fmla="*/ 220071 h 942137"/>
                <a:gd name="connsiteX517" fmla="*/ 615914 w 899217"/>
                <a:gd name="connsiteY517" fmla="*/ 222459 h 942137"/>
                <a:gd name="connsiteX518" fmla="*/ 614164 w 899217"/>
                <a:gd name="connsiteY518" fmla="*/ 225184 h 942137"/>
                <a:gd name="connsiteX519" fmla="*/ 610798 w 899217"/>
                <a:gd name="connsiteY519" fmla="*/ 229523 h 942137"/>
                <a:gd name="connsiteX520" fmla="*/ 608308 w 899217"/>
                <a:gd name="connsiteY520" fmla="*/ 232248 h 942137"/>
                <a:gd name="connsiteX521" fmla="*/ 602889 w 899217"/>
                <a:gd name="connsiteY521" fmla="*/ 237227 h 942137"/>
                <a:gd name="connsiteX522" fmla="*/ 599423 w 899217"/>
                <a:gd name="connsiteY522" fmla="*/ 238875 h 942137"/>
                <a:gd name="connsiteX523" fmla="*/ 596798 w 899217"/>
                <a:gd name="connsiteY523" fmla="*/ 243349 h 942137"/>
                <a:gd name="connsiteX524" fmla="*/ 592793 w 899217"/>
                <a:gd name="connsiteY524" fmla="*/ 244527 h 942137"/>
                <a:gd name="connsiteX525" fmla="*/ 591144 w 899217"/>
                <a:gd name="connsiteY525" fmla="*/ 243013 h 942137"/>
                <a:gd name="connsiteX526" fmla="*/ 590370 w 899217"/>
                <a:gd name="connsiteY526" fmla="*/ 239212 h 942137"/>
                <a:gd name="connsiteX527" fmla="*/ 589495 w 899217"/>
                <a:gd name="connsiteY527" fmla="*/ 236285 h 942137"/>
                <a:gd name="connsiteX528" fmla="*/ 587442 w 899217"/>
                <a:gd name="connsiteY528" fmla="*/ 234872 h 942137"/>
                <a:gd name="connsiteX529" fmla="*/ 585793 w 899217"/>
                <a:gd name="connsiteY529" fmla="*/ 235208 h 942137"/>
                <a:gd name="connsiteX530" fmla="*/ 585355 w 899217"/>
                <a:gd name="connsiteY530" fmla="*/ 239111 h 942137"/>
                <a:gd name="connsiteX531" fmla="*/ 585019 w 899217"/>
                <a:gd name="connsiteY531" fmla="*/ 243248 h 942137"/>
                <a:gd name="connsiteX532" fmla="*/ 583168 w 899217"/>
                <a:gd name="connsiteY532" fmla="*/ 245536 h 942137"/>
                <a:gd name="connsiteX533" fmla="*/ 580442 w 899217"/>
                <a:gd name="connsiteY533" fmla="*/ 248025 h 942137"/>
                <a:gd name="connsiteX534" fmla="*/ 578490 w 899217"/>
                <a:gd name="connsiteY534" fmla="*/ 251187 h 942137"/>
                <a:gd name="connsiteX535" fmla="*/ 578490 w 899217"/>
                <a:gd name="connsiteY535" fmla="*/ 253475 h 942137"/>
                <a:gd name="connsiteX536" fmla="*/ 580004 w 899217"/>
                <a:gd name="connsiteY536" fmla="*/ 254349 h 942137"/>
                <a:gd name="connsiteX537" fmla="*/ 582932 w 899217"/>
                <a:gd name="connsiteY537" fmla="*/ 257612 h 942137"/>
                <a:gd name="connsiteX538" fmla="*/ 583134 w 899217"/>
                <a:gd name="connsiteY538" fmla="*/ 259564 h 942137"/>
                <a:gd name="connsiteX539" fmla="*/ 582798 w 899217"/>
                <a:gd name="connsiteY539" fmla="*/ 263365 h 942137"/>
                <a:gd name="connsiteX540" fmla="*/ 584110 w 899217"/>
                <a:gd name="connsiteY540" fmla="*/ 268041 h 942137"/>
                <a:gd name="connsiteX541" fmla="*/ 583235 w 899217"/>
                <a:gd name="connsiteY541" fmla="*/ 273356 h 942137"/>
                <a:gd name="connsiteX542" fmla="*/ 583235 w 899217"/>
                <a:gd name="connsiteY542" fmla="*/ 275408 h 942137"/>
                <a:gd name="connsiteX543" fmla="*/ 582461 w 899217"/>
                <a:gd name="connsiteY543" fmla="*/ 281160 h 942137"/>
                <a:gd name="connsiteX544" fmla="*/ 581485 w 899217"/>
                <a:gd name="connsiteY544" fmla="*/ 285062 h 942137"/>
                <a:gd name="connsiteX545" fmla="*/ 580172 w 899217"/>
                <a:gd name="connsiteY545" fmla="*/ 287787 h 942137"/>
                <a:gd name="connsiteX546" fmla="*/ 577783 w 899217"/>
                <a:gd name="connsiteY546" fmla="*/ 291824 h 942137"/>
                <a:gd name="connsiteX547" fmla="*/ 578321 w 899217"/>
                <a:gd name="connsiteY547" fmla="*/ 296399 h 942137"/>
                <a:gd name="connsiteX548" fmla="*/ 579197 w 899217"/>
                <a:gd name="connsiteY548" fmla="*/ 298350 h 942137"/>
                <a:gd name="connsiteX549" fmla="*/ 581687 w 899217"/>
                <a:gd name="connsiteY549" fmla="*/ 301176 h 942137"/>
                <a:gd name="connsiteX550" fmla="*/ 582461 w 899217"/>
                <a:gd name="connsiteY550" fmla="*/ 303463 h 942137"/>
                <a:gd name="connsiteX551" fmla="*/ 584110 w 899217"/>
                <a:gd name="connsiteY551" fmla="*/ 309552 h 942137"/>
                <a:gd name="connsiteX552" fmla="*/ 583235 w 899217"/>
                <a:gd name="connsiteY552" fmla="*/ 313353 h 942137"/>
                <a:gd name="connsiteX553" fmla="*/ 583235 w 899217"/>
                <a:gd name="connsiteY553" fmla="*/ 319879 h 942137"/>
                <a:gd name="connsiteX554" fmla="*/ 583572 w 899217"/>
                <a:gd name="connsiteY554" fmla="*/ 321629 h 942137"/>
                <a:gd name="connsiteX555" fmla="*/ 585221 w 899217"/>
                <a:gd name="connsiteY555" fmla="*/ 325228 h 942137"/>
                <a:gd name="connsiteX556" fmla="*/ 587273 w 899217"/>
                <a:gd name="connsiteY556" fmla="*/ 328054 h 942137"/>
                <a:gd name="connsiteX557" fmla="*/ 589562 w 899217"/>
                <a:gd name="connsiteY557" fmla="*/ 330880 h 942137"/>
                <a:gd name="connsiteX558" fmla="*/ 591211 w 899217"/>
                <a:gd name="connsiteY558" fmla="*/ 332393 h 942137"/>
                <a:gd name="connsiteX559" fmla="*/ 591211 w 899217"/>
                <a:gd name="connsiteY559" fmla="*/ 334782 h 942137"/>
                <a:gd name="connsiteX560" fmla="*/ 590572 w 899217"/>
                <a:gd name="connsiteY560" fmla="*/ 338045 h 942137"/>
                <a:gd name="connsiteX561" fmla="*/ 589394 w 899217"/>
                <a:gd name="connsiteY561" fmla="*/ 340299 h 942137"/>
                <a:gd name="connsiteX562" fmla="*/ 587004 w 899217"/>
                <a:gd name="connsiteY562" fmla="*/ 340299 h 942137"/>
                <a:gd name="connsiteX563" fmla="*/ 584817 w 899217"/>
                <a:gd name="connsiteY563" fmla="*/ 340534 h 942137"/>
                <a:gd name="connsiteX564" fmla="*/ 582966 w 899217"/>
                <a:gd name="connsiteY564" fmla="*/ 341274 h 942137"/>
                <a:gd name="connsiteX565" fmla="*/ 584649 w 899217"/>
                <a:gd name="connsiteY565" fmla="*/ 344806 h 942137"/>
                <a:gd name="connsiteX566" fmla="*/ 586230 w 899217"/>
                <a:gd name="connsiteY566" fmla="*/ 350525 h 942137"/>
                <a:gd name="connsiteX567" fmla="*/ 585658 w 899217"/>
                <a:gd name="connsiteY567" fmla="*/ 355235 h 942137"/>
                <a:gd name="connsiteX568" fmla="*/ 584076 w 899217"/>
                <a:gd name="connsiteY568" fmla="*/ 358935 h 942137"/>
                <a:gd name="connsiteX569" fmla="*/ 581821 w 899217"/>
                <a:gd name="connsiteY569" fmla="*/ 360684 h 942137"/>
                <a:gd name="connsiteX570" fmla="*/ 578557 w 899217"/>
                <a:gd name="connsiteY570" fmla="*/ 361828 h 942137"/>
                <a:gd name="connsiteX571" fmla="*/ 574283 w 899217"/>
                <a:gd name="connsiteY571" fmla="*/ 361963 h 942137"/>
                <a:gd name="connsiteX572" fmla="*/ 570581 w 899217"/>
                <a:gd name="connsiteY572" fmla="*/ 361963 h 942137"/>
                <a:gd name="connsiteX573" fmla="*/ 567989 w 899217"/>
                <a:gd name="connsiteY573" fmla="*/ 363409 h 942137"/>
                <a:gd name="connsiteX574" fmla="*/ 564220 w 899217"/>
                <a:gd name="connsiteY574" fmla="*/ 364553 h 942137"/>
                <a:gd name="connsiteX575" fmla="*/ 558936 w 899217"/>
                <a:gd name="connsiteY575" fmla="*/ 366067 h 942137"/>
                <a:gd name="connsiteX576" fmla="*/ 555167 w 899217"/>
                <a:gd name="connsiteY576" fmla="*/ 368085 h 942137"/>
                <a:gd name="connsiteX577" fmla="*/ 552845 w 899217"/>
                <a:gd name="connsiteY577" fmla="*/ 369834 h 942137"/>
                <a:gd name="connsiteX578" fmla="*/ 549076 w 899217"/>
                <a:gd name="connsiteY578" fmla="*/ 369834 h 942137"/>
                <a:gd name="connsiteX579" fmla="*/ 545003 w 899217"/>
                <a:gd name="connsiteY579" fmla="*/ 367244 h 942137"/>
                <a:gd name="connsiteX580" fmla="*/ 545003 w 899217"/>
                <a:gd name="connsiteY580" fmla="*/ 364048 h 942137"/>
                <a:gd name="connsiteX581" fmla="*/ 548032 w 899217"/>
                <a:gd name="connsiteY581" fmla="*/ 358262 h 942137"/>
                <a:gd name="connsiteX582" fmla="*/ 546720 w 899217"/>
                <a:gd name="connsiteY582" fmla="*/ 356244 h 942137"/>
                <a:gd name="connsiteX583" fmla="*/ 541806 w 899217"/>
                <a:gd name="connsiteY583" fmla="*/ 357388 h 942137"/>
                <a:gd name="connsiteX584" fmla="*/ 538037 w 899217"/>
                <a:gd name="connsiteY584" fmla="*/ 361155 h 942137"/>
                <a:gd name="connsiteX585" fmla="*/ 532248 w 899217"/>
                <a:gd name="connsiteY585" fmla="*/ 366369 h 942137"/>
                <a:gd name="connsiteX586" fmla="*/ 528479 w 899217"/>
                <a:gd name="connsiteY586" fmla="*/ 369834 h 942137"/>
                <a:gd name="connsiteX587" fmla="*/ 525585 w 899217"/>
                <a:gd name="connsiteY587" fmla="*/ 369834 h 942137"/>
                <a:gd name="connsiteX588" fmla="*/ 520234 w 899217"/>
                <a:gd name="connsiteY588" fmla="*/ 370473 h 942137"/>
                <a:gd name="connsiteX589" fmla="*/ 514714 w 899217"/>
                <a:gd name="connsiteY589" fmla="*/ 371415 h 942137"/>
                <a:gd name="connsiteX590" fmla="*/ 512392 w 899217"/>
                <a:gd name="connsiteY590" fmla="*/ 372559 h 942137"/>
                <a:gd name="connsiteX591" fmla="*/ 510373 w 899217"/>
                <a:gd name="connsiteY591" fmla="*/ 375015 h 942137"/>
                <a:gd name="connsiteX592" fmla="*/ 507916 w 899217"/>
                <a:gd name="connsiteY592" fmla="*/ 376327 h 942137"/>
                <a:gd name="connsiteX593" fmla="*/ 503575 w 899217"/>
                <a:gd name="connsiteY593" fmla="*/ 380532 h 942137"/>
                <a:gd name="connsiteX594" fmla="*/ 498930 w 899217"/>
                <a:gd name="connsiteY594" fmla="*/ 383727 h 942137"/>
                <a:gd name="connsiteX595" fmla="*/ 493411 w 899217"/>
                <a:gd name="connsiteY595" fmla="*/ 383727 h 942137"/>
                <a:gd name="connsiteX596" fmla="*/ 486310 w 899217"/>
                <a:gd name="connsiteY596" fmla="*/ 387428 h 942137"/>
                <a:gd name="connsiteX597" fmla="*/ 481834 w 899217"/>
                <a:gd name="connsiteY597" fmla="*/ 389816 h 942137"/>
                <a:gd name="connsiteX598" fmla="*/ 475305 w 899217"/>
                <a:gd name="connsiteY598" fmla="*/ 392844 h 942137"/>
                <a:gd name="connsiteX599" fmla="*/ 468776 w 899217"/>
                <a:gd name="connsiteY599" fmla="*/ 392272 h 942137"/>
                <a:gd name="connsiteX600" fmla="*/ 465747 w 899217"/>
                <a:gd name="connsiteY600" fmla="*/ 390388 h 942137"/>
                <a:gd name="connsiteX601" fmla="*/ 465309 w 899217"/>
                <a:gd name="connsiteY601" fmla="*/ 386183 h 942137"/>
                <a:gd name="connsiteX602" fmla="*/ 465007 w 899217"/>
                <a:gd name="connsiteY602" fmla="*/ 382853 h 942137"/>
                <a:gd name="connsiteX603" fmla="*/ 465007 w 899217"/>
                <a:gd name="connsiteY603" fmla="*/ 377773 h 942137"/>
                <a:gd name="connsiteX604" fmla="*/ 463862 w 899217"/>
                <a:gd name="connsiteY604" fmla="*/ 375587 h 942137"/>
                <a:gd name="connsiteX605" fmla="*/ 460800 w 899217"/>
                <a:gd name="connsiteY605" fmla="*/ 373265 h 942137"/>
                <a:gd name="connsiteX606" fmla="*/ 459353 w 899217"/>
                <a:gd name="connsiteY606" fmla="*/ 368354 h 942137"/>
                <a:gd name="connsiteX607" fmla="*/ 458780 w 899217"/>
                <a:gd name="connsiteY607" fmla="*/ 363275 h 942137"/>
                <a:gd name="connsiteX608" fmla="*/ 457333 w 899217"/>
                <a:gd name="connsiteY608" fmla="*/ 360651 h 942137"/>
                <a:gd name="connsiteX609" fmla="*/ 455314 w 899217"/>
                <a:gd name="connsiteY609" fmla="*/ 362097 h 942137"/>
                <a:gd name="connsiteX610" fmla="*/ 452857 w 899217"/>
                <a:gd name="connsiteY610" fmla="*/ 363846 h 942137"/>
                <a:gd name="connsiteX611" fmla="*/ 450266 w 899217"/>
                <a:gd name="connsiteY611" fmla="*/ 366302 h 942137"/>
                <a:gd name="connsiteX612" fmla="*/ 445049 w 899217"/>
                <a:gd name="connsiteY612" fmla="*/ 366302 h 942137"/>
                <a:gd name="connsiteX613" fmla="*/ 439968 w 899217"/>
                <a:gd name="connsiteY613" fmla="*/ 363981 h 942137"/>
                <a:gd name="connsiteX614" fmla="*/ 438655 w 899217"/>
                <a:gd name="connsiteY614" fmla="*/ 359070 h 942137"/>
                <a:gd name="connsiteX615" fmla="*/ 439665 w 899217"/>
                <a:gd name="connsiteY615" fmla="*/ 353553 h 942137"/>
                <a:gd name="connsiteX616" fmla="*/ 442862 w 899217"/>
                <a:gd name="connsiteY616" fmla="*/ 353418 h 942137"/>
                <a:gd name="connsiteX617" fmla="*/ 449223 w 899217"/>
                <a:gd name="connsiteY617" fmla="*/ 352106 h 942137"/>
                <a:gd name="connsiteX618" fmla="*/ 451107 w 899217"/>
                <a:gd name="connsiteY618" fmla="*/ 348910 h 942137"/>
                <a:gd name="connsiteX619" fmla="*/ 447203 w 899217"/>
                <a:gd name="connsiteY619" fmla="*/ 342384 h 942137"/>
                <a:gd name="connsiteX620" fmla="*/ 444006 w 899217"/>
                <a:gd name="connsiteY620" fmla="*/ 337608 h 942137"/>
                <a:gd name="connsiteX621" fmla="*/ 443131 w 899217"/>
                <a:gd name="connsiteY621" fmla="*/ 335589 h 942137"/>
                <a:gd name="connsiteX622" fmla="*/ 439799 w 899217"/>
                <a:gd name="connsiteY622" fmla="*/ 332393 h 942137"/>
                <a:gd name="connsiteX623" fmla="*/ 432833 w 899217"/>
                <a:gd name="connsiteY623" fmla="*/ 329198 h 942137"/>
                <a:gd name="connsiteX624" fmla="*/ 426472 w 899217"/>
                <a:gd name="connsiteY624" fmla="*/ 325127 h 942137"/>
                <a:gd name="connsiteX625" fmla="*/ 424722 w 899217"/>
                <a:gd name="connsiteY625" fmla="*/ 320350 h 942137"/>
                <a:gd name="connsiteX626" fmla="*/ 424587 w 899217"/>
                <a:gd name="connsiteY626" fmla="*/ 316717 h 942137"/>
                <a:gd name="connsiteX627" fmla="*/ 426775 w 899217"/>
                <a:gd name="connsiteY627" fmla="*/ 314699 h 942137"/>
                <a:gd name="connsiteX628" fmla="*/ 430847 w 899217"/>
                <a:gd name="connsiteY628" fmla="*/ 313690 h 942137"/>
                <a:gd name="connsiteX629" fmla="*/ 434616 w 899217"/>
                <a:gd name="connsiteY629" fmla="*/ 311503 h 942137"/>
                <a:gd name="connsiteX630" fmla="*/ 436939 w 899217"/>
                <a:gd name="connsiteY630" fmla="*/ 309182 h 942137"/>
                <a:gd name="connsiteX631" fmla="*/ 438251 w 899217"/>
                <a:gd name="connsiteY631" fmla="*/ 306726 h 942137"/>
                <a:gd name="connsiteX632" fmla="*/ 440708 w 899217"/>
                <a:gd name="connsiteY632" fmla="*/ 299326 h 942137"/>
                <a:gd name="connsiteX633" fmla="*/ 438823 w 899217"/>
                <a:gd name="connsiteY633" fmla="*/ 298888 h 942137"/>
                <a:gd name="connsiteX634" fmla="*/ 431419 w 899217"/>
                <a:gd name="connsiteY634" fmla="*/ 303093 h 942137"/>
                <a:gd name="connsiteX635" fmla="*/ 427953 w 899217"/>
                <a:gd name="connsiteY635" fmla="*/ 302353 h 942137"/>
                <a:gd name="connsiteX636" fmla="*/ 427515 w 899217"/>
                <a:gd name="connsiteY636" fmla="*/ 299897 h 942137"/>
                <a:gd name="connsiteX637" fmla="*/ 428390 w 899217"/>
                <a:gd name="connsiteY637" fmla="*/ 297576 h 942137"/>
                <a:gd name="connsiteX638" fmla="*/ 428828 w 899217"/>
                <a:gd name="connsiteY638" fmla="*/ 294112 h 942137"/>
                <a:gd name="connsiteX639" fmla="*/ 428962 w 899217"/>
                <a:gd name="connsiteY639" fmla="*/ 292530 h 942137"/>
                <a:gd name="connsiteX640" fmla="*/ 428087 w 899217"/>
                <a:gd name="connsiteY640" fmla="*/ 286307 h 942137"/>
                <a:gd name="connsiteX641" fmla="*/ 424890 w 899217"/>
                <a:gd name="connsiteY641" fmla="*/ 281967 h 942137"/>
                <a:gd name="connsiteX642" fmla="*/ 422568 w 899217"/>
                <a:gd name="connsiteY642" fmla="*/ 280790 h 942137"/>
                <a:gd name="connsiteX643" fmla="*/ 419808 w 899217"/>
                <a:gd name="connsiteY643" fmla="*/ 279915 h 942137"/>
                <a:gd name="connsiteX644" fmla="*/ 414020 w 899217"/>
                <a:gd name="connsiteY644" fmla="*/ 277729 h 942137"/>
                <a:gd name="connsiteX645" fmla="*/ 411395 w 899217"/>
                <a:gd name="connsiteY645" fmla="*/ 273827 h 942137"/>
                <a:gd name="connsiteX646" fmla="*/ 409005 w 899217"/>
                <a:gd name="connsiteY646" fmla="*/ 269050 h 942137"/>
                <a:gd name="connsiteX647" fmla="*/ 406616 w 899217"/>
                <a:gd name="connsiteY647" fmla="*/ 263096 h 942137"/>
                <a:gd name="connsiteX648" fmla="*/ 405875 w 899217"/>
                <a:gd name="connsiteY648" fmla="*/ 261077 h 942137"/>
                <a:gd name="connsiteX649" fmla="*/ 405875 w 899217"/>
                <a:gd name="connsiteY649" fmla="*/ 258487 h 942137"/>
                <a:gd name="connsiteX650" fmla="*/ 406380 w 899217"/>
                <a:gd name="connsiteY650" fmla="*/ 252533 h 942137"/>
                <a:gd name="connsiteX651" fmla="*/ 406313 w 899217"/>
                <a:gd name="connsiteY651" fmla="*/ 250346 h 942137"/>
                <a:gd name="connsiteX652" fmla="*/ 400524 w 899217"/>
                <a:gd name="connsiteY652" fmla="*/ 247890 h 942137"/>
                <a:gd name="connsiteX653" fmla="*/ 398337 w 899217"/>
                <a:gd name="connsiteY653" fmla="*/ 244560 h 942137"/>
                <a:gd name="connsiteX654" fmla="*/ 396890 w 899217"/>
                <a:gd name="connsiteY654" fmla="*/ 241230 h 942137"/>
                <a:gd name="connsiteX655" fmla="*/ 394298 w 899217"/>
                <a:gd name="connsiteY655" fmla="*/ 229355 h 942137"/>
                <a:gd name="connsiteX656" fmla="*/ 393726 w 899217"/>
                <a:gd name="connsiteY656" fmla="*/ 223838 h 942137"/>
                <a:gd name="connsiteX657" fmla="*/ 392279 w 899217"/>
                <a:gd name="connsiteY657" fmla="*/ 218187 h 942137"/>
                <a:gd name="connsiteX658" fmla="*/ 387635 w 899217"/>
                <a:gd name="connsiteY658" fmla="*/ 218489 h 942137"/>
                <a:gd name="connsiteX659" fmla="*/ 385010 w 899217"/>
                <a:gd name="connsiteY659" fmla="*/ 218489 h 942137"/>
                <a:gd name="connsiteX660" fmla="*/ 380231 w 899217"/>
                <a:gd name="connsiteY660" fmla="*/ 213847 h 942137"/>
                <a:gd name="connsiteX661" fmla="*/ 380533 w 899217"/>
                <a:gd name="connsiteY661" fmla="*/ 209945 h 942137"/>
                <a:gd name="connsiteX662" fmla="*/ 379793 w 899217"/>
                <a:gd name="connsiteY662" fmla="*/ 203722 h 942137"/>
                <a:gd name="connsiteX663" fmla="*/ 379793 w 899217"/>
                <a:gd name="connsiteY663" fmla="*/ 197364 h 942137"/>
                <a:gd name="connsiteX664" fmla="*/ 378918 w 899217"/>
                <a:gd name="connsiteY664" fmla="*/ 194471 h 942137"/>
                <a:gd name="connsiteX665" fmla="*/ 374442 w 899217"/>
                <a:gd name="connsiteY665" fmla="*/ 187945 h 942137"/>
                <a:gd name="connsiteX666" fmla="*/ 371413 w 899217"/>
                <a:gd name="connsiteY666" fmla="*/ 183303 h 942137"/>
                <a:gd name="connsiteX667" fmla="*/ 369226 w 899217"/>
                <a:gd name="connsiteY667" fmla="*/ 177214 h 942137"/>
                <a:gd name="connsiteX668" fmla="*/ 367341 w 899217"/>
                <a:gd name="connsiteY668" fmla="*/ 170688 h 942137"/>
                <a:gd name="connsiteX669" fmla="*/ 366903 w 899217"/>
                <a:gd name="connsiteY669" fmla="*/ 165608 h 942137"/>
                <a:gd name="connsiteX670" fmla="*/ 363706 w 899217"/>
                <a:gd name="connsiteY670" fmla="*/ 162580 h 942137"/>
                <a:gd name="connsiteX671" fmla="*/ 361384 w 899217"/>
                <a:gd name="connsiteY671" fmla="*/ 161706 h 942137"/>
                <a:gd name="connsiteX672" fmla="*/ 358187 w 899217"/>
                <a:gd name="connsiteY672" fmla="*/ 162715 h 942137"/>
                <a:gd name="connsiteX673" fmla="*/ 357043 w 899217"/>
                <a:gd name="connsiteY673" fmla="*/ 163287 h 942137"/>
                <a:gd name="connsiteX674" fmla="*/ 354148 w 899217"/>
                <a:gd name="connsiteY674" fmla="*/ 167795 h 942137"/>
                <a:gd name="connsiteX675" fmla="*/ 349908 w 899217"/>
                <a:gd name="connsiteY675" fmla="*/ 166348 h 942137"/>
                <a:gd name="connsiteX676" fmla="*/ 346105 w 899217"/>
                <a:gd name="connsiteY676" fmla="*/ 164061 h 942137"/>
                <a:gd name="connsiteX677" fmla="*/ 345465 w 899217"/>
                <a:gd name="connsiteY677" fmla="*/ 162210 h 942137"/>
                <a:gd name="connsiteX678" fmla="*/ 343076 w 899217"/>
                <a:gd name="connsiteY678" fmla="*/ 162009 h 942137"/>
                <a:gd name="connsiteX679" fmla="*/ 341763 w 899217"/>
                <a:gd name="connsiteY679" fmla="*/ 162648 h 942137"/>
                <a:gd name="connsiteX680" fmla="*/ 340013 w 899217"/>
                <a:gd name="connsiteY680" fmla="*/ 165272 h 942137"/>
                <a:gd name="connsiteX681" fmla="*/ 336210 w 899217"/>
                <a:gd name="connsiteY681" fmla="*/ 169611 h 942137"/>
                <a:gd name="connsiteX682" fmla="*/ 332307 w 899217"/>
                <a:gd name="connsiteY682" fmla="*/ 170587 h 942137"/>
                <a:gd name="connsiteX683" fmla="*/ 326215 w 899217"/>
                <a:gd name="connsiteY683" fmla="*/ 169948 h 942137"/>
                <a:gd name="connsiteX684" fmla="*/ 321638 w 899217"/>
                <a:gd name="connsiteY684" fmla="*/ 166920 h 942137"/>
                <a:gd name="connsiteX685" fmla="*/ 317297 w 899217"/>
                <a:gd name="connsiteY685" fmla="*/ 160932 h 942137"/>
                <a:gd name="connsiteX686" fmla="*/ 314671 w 899217"/>
                <a:gd name="connsiteY686" fmla="*/ 156155 h 942137"/>
                <a:gd name="connsiteX687" fmla="*/ 312820 w 899217"/>
                <a:gd name="connsiteY687" fmla="*/ 151816 h 942137"/>
                <a:gd name="connsiteX688" fmla="*/ 309994 w 899217"/>
                <a:gd name="connsiteY688" fmla="*/ 147039 h 942137"/>
                <a:gd name="connsiteX689" fmla="*/ 307166 w 899217"/>
                <a:gd name="connsiteY689" fmla="*/ 144112 h 942137"/>
                <a:gd name="connsiteX690" fmla="*/ 304979 w 899217"/>
                <a:gd name="connsiteY690" fmla="*/ 139975 h 942137"/>
                <a:gd name="connsiteX691" fmla="*/ 303902 w 899217"/>
                <a:gd name="connsiteY691" fmla="*/ 136072 h 942137"/>
                <a:gd name="connsiteX692" fmla="*/ 302388 w 899217"/>
                <a:gd name="connsiteY692" fmla="*/ 132036 h 942137"/>
                <a:gd name="connsiteX693" fmla="*/ 302388 w 899217"/>
                <a:gd name="connsiteY693" fmla="*/ 129109 h 942137"/>
                <a:gd name="connsiteX694" fmla="*/ 304239 w 899217"/>
                <a:gd name="connsiteY694" fmla="*/ 128234 h 942137"/>
                <a:gd name="connsiteX695" fmla="*/ 306089 w 899217"/>
                <a:gd name="connsiteY695" fmla="*/ 127797 h 942137"/>
                <a:gd name="connsiteX696" fmla="*/ 311643 w 899217"/>
                <a:gd name="connsiteY696" fmla="*/ 126821 h 942137"/>
                <a:gd name="connsiteX697" fmla="*/ 314234 w 899217"/>
                <a:gd name="connsiteY697" fmla="*/ 126182 h 942137"/>
                <a:gd name="connsiteX698" fmla="*/ 315748 w 899217"/>
                <a:gd name="connsiteY698" fmla="*/ 125409 h 942137"/>
                <a:gd name="connsiteX699" fmla="*/ 317936 w 899217"/>
                <a:gd name="connsiteY699" fmla="*/ 122583 h 942137"/>
                <a:gd name="connsiteX700" fmla="*/ 318710 w 899217"/>
                <a:gd name="connsiteY700" fmla="*/ 120531 h 942137"/>
                <a:gd name="connsiteX701" fmla="*/ 319047 w 899217"/>
                <a:gd name="connsiteY701" fmla="*/ 116730 h 942137"/>
                <a:gd name="connsiteX702" fmla="*/ 318710 w 899217"/>
                <a:gd name="connsiteY702" fmla="*/ 114644 h 942137"/>
                <a:gd name="connsiteX703" fmla="*/ 318071 w 899217"/>
                <a:gd name="connsiteY703" fmla="*/ 113029 h 942137"/>
                <a:gd name="connsiteX704" fmla="*/ 315143 w 899217"/>
                <a:gd name="connsiteY704" fmla="*/ 110977 h 942137"/>
                <a:gd name="connsiteX705" fmla="*/ 313090 w 899217"/>
                <a:gd name="connsiteY705" fmla="*/ 109901 h 942137"/>
                <a:gd name="connsiteX706" fmla="*/ 310061 w 899217"/>
                <a:gd name="connsiteY706" fmla="*/ 105898 h 942137"/>
                <a:gd name="connsiteX707" fmla="*/ 308849 w 899217"/>
                <a:gd name="connsiteY707" fmla="*/ 102096 h 942137"/>
                <a:gd name="connsiteX708" fmla="*/ 308748 w 899217"/>
                <a:gd name="connsiteY708" fmla="*/ 99069 h 942137"/>
                <a:gd name="connsiteX709" fmla="*/ 304844 w 899217"/>
                <a:gd name="connsiteY709" fmla="*/ 92442 h 942137"/>
                <a:gd name="connsiteX710" fmla="*/ 301681 w 899217"/>
                <a:gd name="connsiteY710" fmla="*/ 84402 h 942137"/>
                <a:gd name="connsiteX711" fmla="*/ 300469 w 899217"/>
                <a:gd name="connsiteY711" fmla="*/ 80062 h 942137"/>
                <a:gd name="connsiteX712" fmla="*/ 298517 w 899217"/>
                <a:gd name="connsiteY712" fmla="*/ 77472 h 942137"/>
                <a:gd name="connsiteX713" fmla="*/ 293200 w 899217"/>
                <a:gd name="connsiteY713" fmla="*/ 77808 h 942137"/>
                <a:gd name="connsiteX714" fmla="*/ 289397 w 899217"/>
                <a:gd name="connsiteY714" fmla="*/ 74882 h 942137"/>
                <a:gd name="connsiteX715" fmla="*/ 287445 w 899217"/>
                <a:gd name="connsiteY715" fmla="*/ 71182 h 942137"/>
                <a:gd name="connsiteX716" fmla="*/ 284180 w 899217"/>
                <a:gd name="connsiteY716" fmla="*/ 68019 h 942137"/>
                <a:gd name="connsiteX717" fmla="*/ 282531 w 899217"/>
                <a:gd name="connsiteY717" fmla="*/ 64655 h 942137"/>
                <a:gd name="connsiteX718" fmla="*/ 281555 w 899217"/>
                <a:gd name="connsiteY718" fmla="*/ 62031 h 942137"/>
                <a:gd name="connsiteX719" fmla="*/ 281118 w 899217"/>
                <a:gd name="connsiteY719" fmla="*/ 58028 h 942137"/>
                <a:gd name="connsiteX720" fmla="*/ 281757 w 899217"/>
                <a:gd name="connsiteY720" fmla="*/ 55304 h 942137"/>
                <a:gd name="connsiteX721" fmla="*/ 282969 w 899217"/>
                <a:gd name="connsiteY721" fmla="*/ 52915 h 942137"/>
                <a:gd name="connsiteX722" fmla="*/ 283844 w 899217"/>
                <a:gd name="connsiteY722" fmla="*/ 51502 h 942137"/>
                <a:gd name="connsiteX723" fmla="*/ 281892 w 899217"/>
                <a:gd name="connsiteY723" fmla="*/ 48777 h 942137"/>
                <a:gd name="connsiteX724" fmla="*/ 279940 w 899217"/>
                <a:gd name="connsiteY724" fmla="*/ 48576 h 942137"/>
                <a:gd name="connsiteX725" fmla="*/ 276137 w 899217"/>
                <a:gd name="connsiteY725" fmla="*/ 49013 h 942137"/>
                <a:gd name="connsiteX726" fmla="*/ 274185 w 899217"/>
                <a:gd name="connsiteY726" fmla="*/ 49787 h 942137"/>
                <a:gd name="connsiteX727" fmla="*/ 273209 w 899217"/>
                <a:gd name="connsiteY727" fmla="*/ 50863 h 942137"/>
                <a:gd name="connsiteX728" fmla="*/ 271594 w 899217"/>
                <a:gd name="connsiteY728" fmla="*/ 53252 h 942137"/>
                <a:gd name="connsiteX729" fmla="*/ 270718 w 899217"/>
                <a:gd name="connsiteY729" fmla="*/ 54664 h 942137"/>
                <a:gd name="connsiteX730" fmla="*/ 270382 w 899217"/>
                <a:gd name="connsiteY730" fmla="*/ 58264 h 942137"/>
                <a:gd name="connsiteX731" fmla="*/ 267017 w 899217"/>
                <a:gd name="connsiteY731" fmla="*/ 61426 h 942137"/>
                <a:gd name="connsiteX732" fmla="*/ 265502 w 899217"/>
                <a:gd name="connsiteY732" fmla="*/ 63041 h 942137"/>
                <a:gd name="connsiteX733" fmla="*/ 263988 w 899217"/>
                <a:gd name="connsiteY733" fmla="*/ 67279 h 942137"/>
                <a:gd name="connsiteX734" fmla="*/ 261262 w 899217"/>
                <a:gd name="connsiteY734" fmla="*/ 70980 h 942137"/>
                <a:gd name="connsiteX735" fmla="*/ 259613 w 899217"/>
                <a:gd name="connsiteY735" fmla="*/ 73469 h 942137"/>
                <a:gd name="connsiteX736" fmla="*/ 256886 w 899217"/>
                <a:gd name="connsiteY736" fmla="*/ 76396 h 942137"/>
                <a:gd name="connsiteX737" fmla="*/ 254262 w 899217"/>
                <a:gd name="connsiteY737" fmla="*/ 79020 h 942137"/>
                <a:gd name="connsiteX738" fmla="*/ 252848 w 899217"/>
                <a:gd name="connsiteY738" fmla="*/ 79894 h 942137"/>
                <a:gd name="connsiteX739" fmla="*/ 249482 w 899217"/>
                <a:gd name="connsiteY739" fmla="*/ 80769 h 942137"/>
                <a:gd name="connsiteX740" fmla="*/ 245343 w 899217"/>
                <a:gd name="connsiteY740" fmla="*/ 81004 h 942137"/>
                <a:gd name="connsiteX741" fmla="*/ 242853 w 899217"/>
                <a:gd name="connsiteY741" fmla="*/ 82619 h 942137"/>
                <a:gd name="connsiteX742" fmla="*/ 241978 w 899217"/>
                <a:gd name="connsiteY742" fmla="*/ 84469 h 942137"/>
                <a:gd name="connsiteX743" fmla="*/ 241439 w 899217"/>
                <a:gd name="connsiteY743" fmla="*/ 86656 h 942137"/>
                <a:gd name="connsiteX744" fmla="*/ 240699 w 899217"/>
                <a:gd name="connsiteY744" fmla="*/ 90894 h 942137"/>
                <a:gd name="connsiteX745" fmla="*/ 240699 w 899217"/>
                <a:gd name="connsiteY745" fmla="*/ 93485 h 942137"/>
                <a:gd name="connsiteX746" fmla="*/ 242449 w 899217"/>
                <a:gd name="connsiteY746" fmla="*/ 99573 h 942137"/>
                <a:gd name="connsiteX747" fmla="*/ 242449 w 899217"/>
                <a:gd name="connsiteY747" fmla="*/ 103476 h 942137"/>
                <a:gd name="connsiteX748" fmla="*/ 241574 w 899217"/>
                <a:gd name="connsiteY748" fmla="*/ 111414 h 942137"/>
                <a:gd name="connsiteX749" fmla="*/ 240396 w 899217"/>
                <a:gd name="connsiteY749" fmla="*/ 116090 h 942137"/>
                <a:gd name="connsiteX750" fmla="*/ 234304 w 899217"/>
                <a:gd name="connsiteY750" fmla="*/ 116427 h 942137"/>
                <a:gd name="connsiteX751" fmla="*/ 229424 w 899217"/>
                <a:gd name="connsiteY751" fmla="*/ 110002 h 942137"/>
                <a:gd name="connsiteX752" fmla="*/ 225621 w 899217"/>
                <a:gd name="connsiteY752" fmla="*/ 105561 h 942137"/>
                <a:gd name="connsiteX753" fmla="*/ 220607 w 899217"/>
                <a:gd name="connsiteY753" fmla="*/ 98497 h 942137"/>
                <a:gd name="connsiteX754" fmla="*/ 219092 w 899217"/>
                <a:gd name="connsiteY754" fmla="*/ 89582 h 942137"/>
                <a:gd name="connsiteX755" fmla="*/ 218217 w 899217"/>
                <a:gd name="connsiteY755" fmla="*/ 85142 h 942137"/>
                <a:gd name="connsiteX756" fmla="*/ 218554 w 899217"/>
                <a:gd name="connsiteY756" fmla="*/ 79490 h 942137"/>
                <a:gd name="connsiteX757" fmla="*/ 219092 w 899217"/>
                <a:gd name="connsiteY757" fmla="*/ 76665 h 942137"/>
                <a:gd name="connsiteX758" fmla="*/ 220169 w 899217"/>
                <a:gd name="connsiteY758" fmla="*/ 72763 h 942137"/>
                <a:gd name="connsiteX759" fmla="*/ 219833 w 899217"/>
                <a:gd name="connsiteY759" fmla="*/ 70038 h 942137"/>
                <a:gd name="connsiteX760" fmla="*/ 219833 w 899217"/>
                <a:gd name="connsiteY760" fmla="*/ 62099 h 942137"/>
                <a:gd name="connsiteX761" fmla="*/ 219294 w 899217"/>
                <a:gd name="connsiteY761" fmla="*/ 58836 h 942137"/>
                <a:gd name="connsiteX762" fmla="*/ 218958 w 899217"/>
                <a:gd name="connsiteY762" fmla="*/ 55035 h 942137"/>
                <a:gd name="connsiteX763" fmla="*/ 218083 w 899217"/>
                <a:gd name="connsiteY763" fmla="*/ 50897 h 942137"/>
                <a:gd name="connsiteX764" fmla="*/ 218083 w 899217"/>
                <a:gd name="connsiteY764" fmla="*/ 47297 h 942137"/>
                <a:gd name="connsiteX765" fmla="*/ 220203 w 899217"/>
                <a:gd name="connsiteY765" fmla="*/ 43732 h 942137"/>
                <a:gd name="connsiteX766" fmla="*/ 222323 w 899217"/>
                <a:gd name="connsiteY766" fmla="*/ 37004 h 942137"/>
                <a:gd name="connsiteX767" fmla="*/ 224915 w 899217"/>
                <a:gd name="connsiteY767" fmla="*/ 31251 h 942137"/>
                <a:gd name="connsiteX768" fmla="*/ 226429 w 899217"/>
                <a:gd name="connsiteY768" fmla="*/ 24523 h 942137"/>
                <a:gd name="connsiteX769" fmla="*/ 227304 w 899217"/>
                <a:gd name="connsiteY769" fmla="*/ 21496 h 942137"/>
                <a:gd name="connsiteX770" fmla="*/ 227742 w 899217"/>
                <a:gd name="connsiteY770" fmla="*/ 18872 h 942137"/>
                <a:gd name="connsiteX771" fmla="*/ 227102 w 899217"/>
                <a:gd name="connsiteY771" fmla="*/ 9318 h 942137"/>
                <a:gd name="connsiteX772" fmla="*/ 226766 w 899217"/>
                <a:gd name="connsiteY772" fmla="*/ 5618 h 942137"/>
                <a:gd name="connsiteX773" fmla="*/ 223165 w 899217"/>
                <a:gd name="connsiteY773" fmla="*/ 1379 h 942137"/>
                <a:gd name="connsiteX774" fmla="*/ 221549 w 899217"/>
                <a:gd name="connsiteY774" fmla="*/ 1178 h 942137"/>
                <a:gd name="connsiteX775" fmla="*/ 219496 w 899217"/>
                <a:gd name="connsiteY775" fmla="*/ 538 h 942137"/>
                <a:gd name="connsiteX776" fmla="*/ 215256 w 899217"/>
                <a:gd name="connsiteY776" fmla="*/ 0 h 942137"/>
                <a:gd name="connsiteX777" fmla="*/ 211890 w 899217"/>
                <a:gd name="connsiteY777" fmla="*/ 538 h 942137"/>
                <a:gd name="connsiteX778" fmla="*/ 208525 w 899217"/>
                <a:gd name="connsiteY778" fmla="*/ 2388 h 942137"/>
                <a:gd name="connsiteX779" fmla="*/ 205900 w 899217"/>
                <a:gd name="connsiteY779" fmla="*/ 4037 h 942137"/>
                <a:gd name="connsiteX780" fmla="*/ 205900 w 899217"/>
                <a:gd name="connsiteY780" fmla="*/ 4575 h 942137"/>
                <a:gd name="connsiteX781" fmla="*/ 209602 w 899217"/>
                <a:gd name="connsiteY781" fmla="*/ 9251 h 942137"/>
                <a:gd name="connsiteX782" fmla="*/ 210241 w 899217"/>
                <a:gd name="connsiteY782" fmla="*/ 11000 h 942137"/>
                <a:gd name="connsiteX783" fmla="*/ 208727 w 899217"/>
                <a:gd name="connsiteY783" fmla="*/ 11774 h 942137"/>
                <a:gd name="connsiteX784" fmla="*/ 207414 w 899217"/>
                <a:gd name="connsiteY784" fmla="*/ 13826 h 942137"/>
                <a:gd name="connsiteX785" fmla="*/ 207852 w 899217"/>
                <a:gd name="connsiteY785" fmla="*/ 14701 h 942137"/>
                <a:gd name="connsiteX786" fmla="*/ 209501 w 899217"/>
                <a:gd name="connsiteY786" fmla="*/ 16114 h 942137"/>
                <a:gd name="connsiteX787" fmla="*/ 210140 w 899217"/>
                <a:gd name="connsiteY787" fmla="*/ 17426 h 942137"/>
                <a:gd name="connsiteX788" fmla="*/ 210241 w 899217"/>
                <a:gd name="connsiteY788" fmla="*/ 20049 h 942137"/>
                <a:gd name="connsiteX789" fmla="*/ 209905 w 899217"/>
                <a:gd name="connsiteY789" fmla="*/ 22236 h 942137"/>
                <a:gd name="connsiteX790" fmla="*/ 207414 w 899217"/>
                <a:gd name="connsiteY790" fmla="*/ 22337 h 942137"/>
                <a:gd name="connsiteX791" fmla="*/ 204486 w 899217"/>
                <a:gd name="connsiteY791" fmla="*/ 22438 h 942137"/>
                <a:gd name="connsiteX792" fmla="*/ 203275 w 899217"/>
                <a:gd name="connsiteY792" fmla="*/ 23851 h 942137"/>
                <a:gd name="connsiteX793" fmla="*/ 205227 w 899217"/>
                <a:gd name="connsiteY793" fmla="*/ 26441 h 942137"/>
                <a:gd name="connsiteX794" fmla="*/ 204587 w 899217"/>
                <a:gd name="connsiteY794" fmla="*/ 27517 h 942137"/>
                <a:gd name="connsiteX795" fmla="*/ 201424 w 899217"/>
                <a:gd name="connsiteY795" fmla="*/ 28829 h 942137"/>
                <a:gd name="connsiteX796" fmla="*/ 200549 w 899217"/>
                <a:gd name="connsiteY796" fmla="*/ 31218 h 942137"/>
                <a:gd name="connsiteX797" fmla="*/ 200751 w 899217"/>
                <a:gd name="connsiteY797" fmla="*/ 34144 h 942137"/>
                <a:gd name="connsiteX798" fmla="*/ 200953 w 899217"/>
                <a:gd name="connsiteY798" fmla="*/ 36331 h 942137"/>
                <a:gd name="connsiteX799" fmla="*/ 201929 w 899217"/>
                <a:gd name="connsiteY799" fmla="*/ 39897 h 942137"/>
                <a:gd name="connsiteX800" fmla="*/ 201289 w 899217"/>
                <a:gd name="connsiteY800" fmla="*/ 41209 h 942137"/>
                <a:gd name="connsiteX801" fmla="*/ 199001 w 899217"/>
                <a:gd name="connsiteY801" fmla="*/ 42823 h 942137"/>
                <a:gd name="connsiteX802" fmla="*/ 196308 w 899217"/>
                <a:gd name="connsiteY802" fmla="*/ 43160 h 942137"/>
                <a:gd name="connsiteX803" fmla="*/ 193683 w 899217"/>
                <a:gd name="connsiteY803" fmla="*/ 43160 h 942137"/>
                <a:gd name="connsiteX804" fmla="*/ 192371 w 899217"/>
                <a:gd name="connsiteY804" fmla="*/ 42790 h 942137"/>
                <a:gd name="connsiteX805" fmla="*/ 191058 w 899217"/>
                <a:gd name="connsiteY805" fmla="*/ 42521 h 942137"/>
                <a:gd name="connsiteX806" fmla="*/ 190183 w 899217"/>
                <a:gd name="connsiteY806" fmla="*/ 40569 h 942137"/>
                <a:gd name="connsiteX807" fmla="*/ 190183 w 899217"/>
                <a:gd name="connsiteY807" fmla="*/ 38181 h 942137"/>
                <a:gd name="connsiteX808" fmla="*/ 190284 w 899217"/>
                <a:gd name="connsiteY808" fmla="*/ 35692 h 942137"/>
                <a:gd name="connsiteX809" fmla="*/ 190722 w 899217"/>
                <a:gd name="connsiteY809" fmla="*/ 32092 h 942137"/>
                <a:gd name="connsiteX810" fmla="*/ 191260 w 899217"/>
                <a:gd name="connsiteY810" fmla="*/ 28930 h 942137"/>
                <a:gd name="connsiteX811" fmla="*/ 190284 w 899217"/>
                <a:gd name="connsiteY811" fmla="*/ 23178 h 942137"/>
                <a:gd name="connsiteX812" fmla="*/ 189510 w 899217"/>
                <a:gd name="connsiteY812" fmla="*/ 21597 h 942137"/>
                <a:gd name="connsiteX813" fmla="*/ 185371 w 899217"/>
                <a:gd name="connsiteY813" fmla="*/ 21597 h 942137"/>
                <a:gd name="connsiteX814" fmla="*/ 184159 w 899217"/>
                <a:gd name="connsiteY814" fmla="*/ 24591 h 942137"/>
                <a:gd name="connsiteX815" fmla="*/ 183082 w 899217"/>
                <a:gd name="connsiteY815" fmla="*/ 24490 h 942137"/>
                <a:gd name="connsiteX816" fmla="*/ 182005 w 899217"/>
                <a:gd name="connsiteY816" fmla="*/ 23716 h 942137"/>
                <a:gd name="connsiteX817" fmla="*/ 181231 w 899217"/>
                <a:gd name="connsiteY817" fmla="*/ 21967 h 942137"/>
                <a:gd name="connsiteX818" fmla="*/ 178943 w 899217"/>
                <a:gd name="connsiteY818" fmla="*/ 21967 h 942137"/>
                <a:gd name="connsiteX819" fmla="*/ 177866 w 899217"/>
                <a:gd name="connsiteY819" fmla="*/ 22606 h 942137"/>
                <a:gd name="connsiteX820" fmla="*/ 175240 w 899217"/>
                <a:gd name="connsiteY820" fmla="*/ 24120 h 942137"/>
                <a:gd name="connsiteX821" fmla="*/ 173928 w 899217"/>
                <a:gd name="connsiteY821" fmla="*/ 24994 h 942137"/>
                <a:gd name="connsiteX822" fmla="*/ 173726 w 899217"/>
                <a:gd name="connsiteY822" fmla="*/ 26306 h 942137"/>
                <a:gd name="connsiteX823" fmla="*/ 175342 w 899217"/>
                <a:gd name="connsiteY823" fmla="*/ 29233 h 942137"/>
                <a:gd name="connsiteX824" fmla="*/ 175880 w 899217"/>
                <a:gd name="connsiteY824" fmla="*/ 32496 h 942137"/>
                <a:gd name="connsiteX825" fmla="*/ 175678 w 899217"/>
                <a:gd name="connsiteY825" fmla="*/ 35658 h 942137"/>
                <a:gd name="connsiteX826" fmla="*/ 174702 w 899217"/>
                <a:gd name="connsiteY826" fmla="*/ 37508 h 942137"/>
                <a:gd name="connsiteX827" fmla="*/ 173289 w 899217"/>
                <a:gd name="connsiteY827" fmla="*/ 39897 h 942137"/>
                <a:gd name="connsiteX828" fmla="*/ 171236 w 899217"/>
                <a:gd name="connsiteY828" fmla="*/ 41545 h 942137"/>
                <a:gd name="connsiteX829" fmla="*/ 171337 w 899217"/>
                <a:gd name="connsiteY829" fmla="*/ 43496 h 942137"/>
                <a:gd name="connsiteX830" fmla="*/ 173928 w 899217"/>
                <a:gd name="connsiteY830" fmla="*/ 46759 h 942137"/>
                <a:gd name="connsiteX831" fmla="*/ 174904 w 899217"/>
                <a:gd name="connsiteY831" fmla="*/ 49820 h 942137"/>
                <a:gd name="connsiteX832" fmla="*/ 174904 w 899217"/>
                <a:gd name="connsiteY832" fmla="*/ 52982 h 942137"/>
                <a:gd name="connsiteX833" fmla="*/ 172178 w 899217"/>
                <a:gd name="connsiteY833" fmla="*/ 55270 h 942137"/>
                <a:gd name="connsiteX834" fmla="*/ 170327 w 899217"/>
                <a:gd name="connsiteY834" fmla="*/ 57558 h 942137"/>
                <a:gd name="connsiteX835" fmla="*/ 168139 w 899217"/>
                <a:gd name="connsiteY835" fmla="*/ 59744 h 942137"/>
                <a:gd name="connsiteX836" fmla="*/ 168039 w 899217"/>
                <a:gd name="connsiteY836" fmla="*/ 61594 h 942137"/>
                <a:gd name="connsiteX837" fmla="*/ 167937 w 899217"/>
                <a:gd name="connsiteY837" fmla="*/ 65194 h 942137"/>
                <a:gd name="connsiteX838" fmla="*/ 168375 w 899217"/>
                <a:gd name="connsiteY838" fmla="*/ 68558 h 942137"/>
                <a:gd name="connsiteX839" fmla="*/ 168577 w 899217"/>
                <a:gd name="connsiteY839" fmla="*/ 72359 h 942137"/>
                <a:gd name="connsiteX840" fmla="*/ 168779 w 899217"/>
                <a:gd name="connsiteY840" fmla="*/ 76699 h 942137"/>
                <a:gd name="connsiteX841" fmla="*/ 168981 w 899217"/>
                <a:gd name="connsiteY841" fmla="*/ 78751 h 942137"/>
                <a:gd name="connsiteX842" fmla="*/ 170394 w 899217"/>
                <a:gd name="connsiteY842" fmla="*/ 82013 h 942137"/>
                <a:gd name="connsiteX843" fmla="*/ 171808 w 899217"/>
                <a:gd name="connsiteY843" fmla="*/ 85377 h 942137"/>
                <a:gd name="connsiteX844" fmla="*/ 173558 w 899217"/>
                <a:gd name="connsiteY844" fmla="*/ 89078 h 942137"/>
                <a:gd name="connsiteX845" fmla="*/ 174736 w 899217"/>
                <a:gd name="connsiteY845" fmla="*/ 94931 h 942137"/>
                <a:gd name="connsiteX846" fmla="*/ 174399 w 899217"/>
                <a:gd name="connsiteY846" fmla="*/ 101558 h 942137"/>
                <a:gd name="connsiteX847" fmla="*/ 173962 w 899217"/>
                <a:gd name="connsiteY847" fmla="*/ 103610 h 942137"/>
                <a:gd name="connsiteX848" fmla="*/ 172111 w 899217"/>
                <a:gd name="connsiteY848" fmla="*/ 109060 h 942137"/>
                <a:gd name="connsiteX849" fmla="*/ 170495 w 899217"/>
                <a:gd name="connsiteY849" fmla="*/ 111885 h 942137"/>
                <a:gd name="connsiteX850" fmla="*/ 167668 w 899217"/>
                <a:gd name="connsiteY850" fmla="*/ 114711 h 942137"/>
                <a:gd name="connsiteX851" fmla="*/ 164841 w 899217"/>
                <a:gd name="connsiteY851" fmla="*/ 114610 h 942137"/>
                <a:gd name="connsiteX852" fmla="*/ 163327 w 899217"/>
                <a:gd name="connsiteY852" fmla="*/ 113971 h 942137"/>
                <a:gd name="connsiteX853" fmla="*/ 161476 w 899217"/>
                <a:gd name="connsiteY853" fmla="*/ 112659 h 942137"/>
                <a:gd name="connsiteX854" fmla="*/ 157908 w 899217"/>
                <a:gd name="connsiteY854" fmla="*/ 111011 h 942137"/>
                <a:gd name="connsiteX855" fmla="*/ 154981 w 899217"/>
                <a:gd name="connsiteY855" fmla="*/ 111011 h 942137"/>
                <a:gd name="connsiteX856" fmla="*/ 153029 w 899217"/>
                <a:gd name="connsiteY856" fmla="*/ 111885 h 942137"/>
                <a:gd name="connsiteX857" fmla="*/ 151817 w 899217"/>
                <a:gd name="connsiteY857" fmla="*/ 113399 h 942137"/>
                <a:gd name="connsiteX858" fmla="*/ 150942 w 899217"/>
                <a:gd name="connsiteY858" fmla="*/ 114913 h 942137"/>
                <a:gd name="connsiteX859" fmla="*/ 148552 w 899217"/>
                <a:gd name="connsiteY859" fmla="*/ 116326 h 942137"/>
                <a:gd name="connsiteX860" fmla="*/ 145288 w 899217"/>
                <a:gd name="connsiteY860" fmla="*/ 118176 h 942137"/>
                <a:gd name="connsiteX861" fmla="*/ 142898 w 899217"/>
                <a:gd name="connsiteY861" fmla="*/ 118075 h 942137"/>
                <a:gd name="connsiteX862" fmla="*/ 140846 w 899217"/>
                <a:gd name="connsiteY862" fmla="*/ 116662 h 942137"/>
                <a:gd name="connsiteX863" fmla="*/ 139230 w 899217"/>
                <a:gd name="connsiteY863" fmla="*/ 115687 h 942137"/>
                <a:gd name="connsiteX864" fmla="*/ 138692 w 899217"/>
                <a:gd name="connsiteY864" fmla="*/ 113937 h 942137"/>
                <a:gd name="connsiteX865" fmla="*/ 137918 w 899217"/>
                <a:gd name="connsiteY865" fmla="*/ 111885 h 942137"/>
                <a:gd name="connsiteX866" fmla="*/ 137918 w 899217"/>
                <a:gd name="connsiteY866" fmla="*/ 108286 h 942137"/>
                <a:gd name="connsiteX867" fmla="*/ 138961 w 899217"/>
                <a:gd name="connsiteY867" fmla="*/ 106537 h 942137"/>
                <a:gd name="connsiteX868" fmla="*/ 139129 w 899217"/>
                <a:gd name="connsiteY868" fmla="*/ 103375 h 942137"/>
                <a:gd name="connsiteX869" fmla="*/ 138692 w 899217"/>
                <a:gd name="connsiteY869" fmla="*/ 100448 h 942137"/>
                <a:gd name="connsiteX870" fmla="*/ 138894 w 899217"/>
                <a:gd name="connsiteY870" fmla="*/ 98396 h 942137"/>
                <a:gd name="connsiteX871" fmla="*/ 139870 w 899217"/>
                <a:gd name="connsiteY871" fmla="*/ 95671 h 942137"/>
                <a:gd name="connsiteX872" fmla="*/ 139668 w 899217"/>
                <a:gd name="connsiteY872" fmla="*/ 93518 h 942137"/>
                <a:gd name="connsiteX873" fmla="*/ 138254 w 899217"/>
                <a:gd name="connsiteY873" fmla="*/ 89616 h 942137"/>
                <a:gd name="connsiteX874" fmla="*/ 137480 w 899217"/>
                <a:gd name="connsiteY874" fmla="*/ 87430 h 942137"/>
                <a:gd name="connsiteX875" fmla="*/ 136605 w 899217"/>
                <a:gd name="connsiteY875" fmla="*/ 85579 h 942137"/>
                <a:gd name="connsiteX876" fmla="*/ 134216 w 899217"/>
                <a:gd name="connsiteY876" fmla="*/ 84234 h 942137"/>
                <a:gd name="connsiteX877" fmla="*/ 132466 w 899217"/>
                <a:gd name="connsiteY877" fmla="*/ 84267 h 942137"/>
                <a:gd name="connsiteX878" fmla="*/ 129639 w 899217"/>
                <a:gd name="connsiteY878" fmla="*/ 84267 h 942137"/>
                <a:gd name="connsiteX879" fmla="*/ 126374 w 899217"/>
                <a:gd name="connsiteY879" fmla="*/ 85344 h 942137"/>
                <a:gd name="connsiteX880" fmla="*/ 125398 w 899217"/>
                <a:gd name="connsiteY880" fmla="*/ 86555 h 942137"/>
                <a:gd name="connsiteX881" fmla="*/ 123985 w 899217"/>
                <a:gd name="connsiteY881" fmla="*/ 89280 h 942137"/>
                <a:gd name="connsiteX882" fmla="*/ 123985 w 899217"/>
                <a:gd name="connsiteY882" fmla="*/ 91769 h 942137"/>
                <a:gd name="connsiteX883" fmla="*/ 126441 w 899217"/>
                <a:gd name="connsiteY883" fmla="*/ 94595 h 942137"/>
                <a:gd name="connsiteX884" fmla="*/ 126812 w 899217"/>
                <a:gd name="connsiteY884" fmla="*/ 97757 h 942137"/>
                <a:gd name="connsiteX885" fmla="*/ 127014 w 899217"/>
                <a:gd name="connsiteY885" fmla="*/ 101895 h 942137"/>
                <a:gd name="connsiteX886" fmla="*/ 125263 w 899217"/>
                <a:gd name="connsiteY886" fmla="*/ 104518 h 942137"/>
                <a:gd name="connsiteX887" fmla="*/ 122975 w 899217"/>
                <a:gd name="connsiteY887" fmla="*/ 106032 h 942137"/>
                <a:gd name="connsiteX888" fmla="*/ 120686 w 899217"/>
                <a:gd name="connsiteY888" fmla="*/ 107983 h 942137"/>
                <a:gd name="connsiteX889" fmla="*/ 118095 w 899217"/>
                <a:gd name="connsiteY889" fmla="*/ 109598 h 942137"/>
                <a:gd name="connsiteX890" fmla="*/ 116244 w 899217"/>
                <a:gd name="connsiteY890" fmla="*/ 110473 h 942137"/>
                <a:gd name="connsiteX891" fmla="*/ 114191 w 899217"/>
                <a:gd name="connsiteY891" fmla="*/ 111448 h 942137"/>
                <a:gd name="connsiteX892" fmla="*/ 112004 w 899217"/>
                <a:gd name="connsiteY892" fmla="*/ 112861 h 942137"/>
                <a:gd name="connsiteX893" fmla="*/ 109816 w 899217"/>
                <a:gd name="connsiteY893" fmla="*/ 114812 h 942137"/>
                <a:gd name="connsiteX894" fmla="*/ 108302 w 899217"/>
                <a:gd name="connsiteY894" fmla="*/ 115990 h 942137"/>
                <a:gd name="connsiteX895" fmla="*/ 106249 w 899217"/>
                <a:gd name="connsiteY895" fmla="*/ 118378 h 942137"/>
                <a:gd name="connsiteX896" fmla="*/ 105710 w 899217"/>
                <a:gd name="connsiteY896" fmla="*/ 120430 h 942137"/>
                <a:gd name="connsiteX897" fmla="*/ 104835 w 899217"/>
                <a:gd name="connsiteY897" fmla="*/ 122482 h 942137"/>
                <a:gd name="connsiteX898" fmla="*/ 104499 w 899217"/>
                <a:gd name="connsiteY898" fmla="*/ 124130 h 942137"/>
                <a:gd name="connsiteX899" fmla="*/ 104263 w 899217"/>
                <a:gd name="connsiteY899" fmla="*/ 127292 h 942137"/>
                <a:gd name="connsiteX900" fmla="*/ 104499 w 899217"/>
                <a:gd name="connsiteY900" fmla="*/ 128705 h 942137"/>
                <a:gd name="connsiteX901" fmla="*/ 104835 w 899217"/>
                <a:gd name="connsiteY901" fmla="*/ 130455 h 942137"/>
                <a:gd name="connsiteX902" fmla="*/ 106249 w 899217"/>
                <a:gd name="connsiteY902" fmla="*/ 133381 h 942137"/>
                <a:gd name="connsiteX903" fmla="*/ 107561 w 899217"/>
                <a:gd name="connsiteY903" fmla="*/ 137418 h 942137"/>
                <a:gd name="connsiteX904" fmla="*/ 108537 w 899217"/>
                <a:gd name="connsiteY904" fmla="*/ 139907 h 942137"/>
                <a:gd name="connsiteX905" fmla="*/ 109176 w 899217"/>
                <a:gd name="connsiteY905" fmla="*/ 143709 h 942137"/>
                <a:gd name="connsiteX906" fmla="*/ 110253 w 899217"/>
                <a:gd name="connsiteY906" fmla="*/ 148284 h 942137"/>
                <a:gd name="connsiteX907" fmla="*/ 110455 w 899217"/>
                <a:gd name="connsiteY907" fmla="*/ 152825 h 942137"/>
                <a:gd name="connsiteX908" fmla="*/ 109479 w 899217"/>
                <a:gd name="connsiteY908" fmla="*/ 155449 h 942137"/>
                <a:gd name="connsiteX909" fmla="*/ 108167 w 899217"/>
                <a:gd name="connsiteY909" fmla="*/ 158712 h 942137"/>
                <a:gd name="connsiteX910" fmla="*/ 108369 w 899217"/>
                <a:gd name="connsiteY910" fmla="*/ 162311 h 942137"/>
                <a:gd name="connsiteX911" fmla="*/ 109984 w 899217"/>
                <a:gd name="connsiteY911" fmla="*/ 166752 h 942137"/>
                <a:gd name="connsiteX912" fmla="*/ 112912 w 899217"/>
                <a:gd name="connsiteY912" fmla="*/ 168602 h 942137"/>
                <a:gd name="connsiteX913" fmla="*/ 113552 w 899217"/>
                <a:gd name="connsiteY913" fmla="*/ 171764 h 942137"/>
                <a:gd name="connsiteX914" fmla="*/ 113451 w 899217"/>
                <a:gd name="connsiteY914" fmla="*/ 173715 h 942137"/>
                <a:gd name="connsiteX915" fmla="*/ 113552 w 899217"/>
                <a:gd name="connsiteY915" fmla="*/ 175767 h 942137"/>
                <a:gd name="connsiteX916" fmla="*/ 115302 w 899217"/>
                <a:gd name="connsiteY916" fmla="*/ 179669 h 942137"/>
                <a:gd name="connsiteX917" fmla="*/ 117153 w 899217"/>
                <a:gd name="connsiteY917" fmla="*/ 182394 h 942137"/>
                <a:gd name="connsiteX918" fmla="*/ 120754 w 899217"/>
                <a:gd name="connsiteY918" fmla="*/ 185758 h 942137"/>
                <a:gd name="connsiteX919" fmla="*/ 122807 w 899217"/>
                <a:gd name="connsiteY919" fmla="*/ 187709 h 942137"/>
                <a:gd name="connsiteX920" fmla="*/ 125836 w 899217"/>
                <a:gd name="connsiteY920" fmla="*/ 187911 h 942137"/>
                <a:gd name="connsiteX921" fmla="*/ 128326 w 899217"/>
                <a:gd name="connsiteY921" fmla="*/ 187137 h 942137"/>
                <a:gd name="connsiteX922" fmla="*/ 129201 w 899217"/>
                <a:gd name="connsiteY922" fmla="*/ 185085 h 942137"/>
                <a:gd name="connsiteX923" fmla="*/ 129840 w 899217"/>
                <a:gd name="connsiteY923" fmla="*/ 182260 h 942137"/>
                <a:gd name="connsiteX924" fmla="*/ 131893 w 899217"/>
                <a:gd name="connsiteY924" fmla="*/ 180309 h 942137"/>
                <a:gd name="connsiteX925" fmla="*/ 133744 w 899217"/>
                <a:gd name="connsiteY925" fmla="*/ 180510 h 942137"/>
                <a:gd name="connsiteX926" fmla="*/ 135595 w 899217"/>
                <a:gd name="connsiteY926" fmla="*/ 180948 h 942137"/>
                <a:gd name="connsiteX927" fmla="*/ 136369 w 899217"/>
                <a:gd name="connsiteY927" fmla="*/ 179871 h 942137"/>
                <a:gd name="connsiteX928" fmla="*/ 136706 w 899217"/>
                <a:gd name="connsiteY928" fmla="*/ 178021 h 942137"/>
                <a:gd name="connsiteX929" fmla="*/ 140307 w 899217"/>
                <a:gd name="connsiteY929" fmla="*/ 177247 h 942137"/>
                <a:gd name="connsiteX930" fmla="*/ 141821 w 899217"/>
                <a:gd name="connsiteY930" fmla="*/ 177786 h 942137"/>
                <a:gd name="connsiteX931" fmla="*/ 143672 w 899217"/>
                <a:gd name="connsiteY931" fmla="*/ 179838 h 942137"/>
                <a:gd name="connsiteX932" fmla="*/ 143773 w 899217"/>
                <a:gd name="connsiteY932" fmla="*/ 181150 h 942137"/>
                <a:gd name="connsiteX933" fmla="*/ 144985 w 899217"/>
                <a:gd name="connsiteY933" fmla="*/ 183975 h 942137"/>
                <a:gd name="connsiteX934" fmla="*/ 147375 w 899217"/>
                <a:gd name="connsiteY934" fmla="*/ 183975 h 942137"/>
                <a:gd name="connsiteX935" fmla="*/ 149125 w 899217"/>
                <a:gd name="connsiteY935" fmla="*/ 183975 h 942137"/>
                <a:gd name="connsiteX936" fmla="*/ 149899 w 899217"/>
                <a:gd name="connsiteY936" fmla="*/ 183975 h 942137"/>
                <a:gd name="connsiteX937" fmla="*/ 153264 w 899217"/>
                <a:gd name="connsiteY937" fmla="*/ 185422 h 942137"/>
                <a:gd name="connsiteX938" fmla="*/ 153466 w 899217"/>
                <a:gd name="connsiteY938" fmla="*/ 190030 h 942137"/>
                <a:gd name="connsiteX939" fmla="*/ 153466 w 899217"/>
                <a:gd name="connsiteY939" fmla="*/ 194605 h 942137"/>
                <a:gd name="connsiteX940" fmla="*/ 155216 w 899217"/>
                <a:gd name="connsiteY940" fmla="*/ 206985 h 942137"/>
                <a:gd name="connsiteX941" fmla="*/ 154139 w 899217"/>
                <a:gd name="connsiteY941" fmla="*/ 211560 h 942137"/>
                <a:gd name="connsiteX942" fmla="*/ 151009 w 899217"/>
                <a:gd name="connsiteY942" fmla="*/ 219465 h 942137"/>
                <a:gd name="connsiteX943" fmla="*/ 150437 w 899217"/>
                <a:gd name="connsiteY943" fmla="*/ 224242 h 942137"/>
                <a:gd name="connsiteX944" fmla="*/ 151750 w 899217"/>
                <a:gd name="connsiteY944" fmla="*/ 232652 h 942137"/>
                <a:gd name="connsiteX945" fmla="*/ 152490 w 899217"/>
                <a:gd name="connsiteY945" fmla="*/ 235242 h 942137"/>
                <a:gd name="connsiteX946" fmla="*/ 152355 w 899217"/>
                <a:gd name="connsiteY946" fmla="*/ 243921 h 942137"/>
                <a:gd name="connsiteX947" fmla="*/ 151783 w 899217"/>
                <a:gd name="connsiteY947" fmla="*/ 248832 h 942137"/>
                <a:gd name="connsiteX948" fmla="*/ 151649 w 899217"/>
                <a:gd name="connsiteY948" fmla="*/ 255190 h 942137"/>
                <a:gd name="connsiteX949" fmla="*/ 151783 w 899217"/>
                <a:gd name="connsiteY949" fmla="*/ 259530 h 942137"/>
                <a:gd name="connsiteX950" fmla="*/ 151783 w 899217"/>
                <a:gd name="connsiteY950" fmla="*/ 264441 h 942137"/>
                <a:gd name="connsiteX951" fmla="*/ 151918 w 899217"/>
                <a:gd name="connsiteY951" fmla="*/ 266325 h 942137"/>
                <a:gd name="connsiteX952" fmla="*/ 151480 w 899217"/>
                <a:gd name="connsiteY952" fmla="*/ 270093 h 942137"/>
                <a:gd name="connsiteX953" fmla="*/ 149899 w 899217"/>
                <a:gd name="connsiteY953" fmla="*/ 272683 h 942137"/>
                <a:gd name="connsiteX954" fmla="*/ 148452 w 899217"/>
                <a:gd name="connsiteY954" fmla="*/ 275273 h 942137"/>
                <a:gd name="connsiteX955" fmla="*/ 149461 w 899217"/>
                <a:gd name="connsiteY955" fmla="*/ 279915 h 942137"/>
                <a:gd name="connsiteX956" fmla="*/ 151043 w 899217"/>
                <a:gd name="connsiteY956" fmla="*/ 283246 h 942137"/>
                <a:gd name="connsiteX957" fmla="*/ 151918 w 899217"/>
                <a:gd name="connsiteY957" fmla="*/ 289604 h 942137"/>
                <a:gd name="connsiteX958" fmla="*/ 152658 w 899217"/>
                <a:gd name="connsiteY958" fmla="*/ 299023 h 942137"/>
                <a:gd name="connsiteX959" fmla="*/ 149899 w 899217"/>
                <a:gd name="connsiteY959" fmla="*/ 304674 h 942137"/>
                <a:gd name="connsiteX960" fmla="*/ 148855 w 899217"/>
                <a:gd name="connsiteY960" fmla="*/ 309888 h 942137"/>
                <a:gd name="connsiteX961" fmla="*/ 146028 w 899217"/>
                <a:gd name="connsiteY961" fmla="*/ 312714 h 942137"/>
                <a:gd name="connsiteX962" fmla="*/ 144177 w 899217"/>
                <a:gd name="connsiteY962" fmla="*/ 315876 h 942137"/>
                <a:gd name="connsiteX963" fmla="*/ 144615 w 899217"/>
                <a:gd name="connsiteY963" fmla="*/ 318601 h 942137"/>
                <a:gd name="connsiteX964" fmla="*/ 145793 w 899217"/>
                <a:gd name="connsiteY964" fmla="*/ 321662 h 942137"/>
                <a:gd name="connsiteX965" fmla="*/ 146432 w 899217"/>
                <a:gd name="connsiteY965" fmla="*/ 324387 h 942137"/>
                <a:gd name="connsiteX966" fmla="*/ 144043 w 899217"/>
                <a:gd name="connsiteY966" fmla="*/ 326002 h 942137"/>
                <a:gd name="connsiteX967" fmla="*/ 141552 w 899217"/>
                <a:gd name="connsiteY967" fmla="*/ 328289 h 942137"/>
                <a:gd name="connsiteX968" fmla="*/ 138456 w 899217"/>
                <a:gd name="connsiteY968" fmla="*/ 331115 h 942137"/>
                <a:gd name="connsiteX969" fmla="*/ 136942 w 899217"/>
                <a:gd name="connsiteY969" fmla="*/ 332427 h 942137"/>
                <a:gd name="connsiteX970" fmla="*/ 136302 w 899217"/>
                <a:gd name="connsiteY970" fmla="*/ 333941 h 942137"/>
                <a:gd name="connsiteX971" fmla="*/ 136538 w 899217"/>
                <a:gd name="connsiteY971" fmla="*/ 335623 h 942137"/>
                <a:gd name="connsiteX972" fmla="*/ 138120 w 899217"/>
                <a:gd name="connsiteY972" fmla="*/ 337843 h 942137"/>
                <a:gd name="connsiteX973" fmla="*/ 138759 w 899217"/>
                <a:gd name="connsiteY973" fmla="*/ 338617 h 942137"/>
                <a:gd name="connsiteX974" fmla="*/ 140509 w 899217"/>
                <a:gd name="connsiteY974" fmla="*/ 338617 h 942137"/>
                <a:gd name="connsiteX975" fmla="*/ 141754 w 899217"/>
                <a:gd name="connsiteY975" fmla="*/ 338617 h 942137"/>
                <a:gd name="connsiteX976" fmla="*/ 143370 w 899217"/>
                <a:gd name="connsiteY976" fmla="*/ 341644 h 942137"/>
                <a:gd name="connsiteX977" fmla="*/ 143908 w 899217"/>
                <a:gd name="connsiteY977" fmla="*/ 343831 h 942137"/>
                <a:gd name="connsiteX978" fmla="*/ 144009 w 899217"/>
                <a:gd name="connsiteY978" fmla="*/ 346488 h 942137"/>
                <a:gd name="connsiteX979" fmla="*/ 143908 w 899217"/>
                <a:gd name="connsiteY979" fmla="*/ 348944 h 942137"/>
                <a:gd name="connsiteX980" fmla="*/ 143370 w 899217"/>
                <a:gd name="connsiteY980" fmla="*/ 349650 h 942137"/>
                <a:gd name="connsiteX981" fmla="*/ 141317 w 899217"/>
                <a:gd name="connsiteY981" fmla="*/ 350458 h 942137"/>
                <a:gd name="connsiteX982" fmla="*/ 138591 w 899217"/>
                <a:gd name="connsiteY982" fmla="*/ 350458 h 942137"/>
                <a:gd name="connsiteX983" fmla="*/ 136571 w 899217"/>
                <a:gd name="connsiteY983" fmla="*/ 349650 h 942137"/>
                <a:gd name="connsiteX984" fmla="*/ 135595 w 899217"/>
                <a:gd name="connsiteY984" fmla="*/ 348305 h 942137"/>
                <a:gd name="connsiteX985" fmla="*/ 134788 w 899217"/>
                <a:gd name="connsiteY985" fmla="*/ 346455 h 942137"/>
                <a:gd name="connsiteX986" fmla="*/ 133273 w 899217"/>
                <a:gd name="connsiteY986" fmla="*/ 344672 h 942137"/>
                <a:gd name="connsiteX987" fmla="*/ 131792 w 899217"/>
                <a:gd name="connsiteY987" fmla="*/ 343831 h 942137"/>
                <a:gd name="connsiteX988" fmla="*/ 130042 w 899217"/>
                <a:gd name="connsiteY988" fmla="*/ 343831 h 942137"/>
                <a:gd name="connsiteX989" fmla="*/ 127922 w 899217"/>
                <a:gd name="connsiteY989" fmla="*/ 343831 h 942137"/>
                <a:gd name="connsiteX990" fmla="*/ 125364 w 899217"/>
                <a:gd name="connsiteY990" fmla="*/ 343932 h 942137"/>
                <a:gd name="connsiteX991" fmla="*/ 124994 w 899217"/>
                <a:gd name="connsiteY991" fmla="*/ 344504 h 942137"/>
                <a:gd name="connsiteX992" fmla="*/ 125701 w 899217"/>
                <a:gd name="connsiteY992" fmla="*/ 346791 h 942137"/>
                <a:gd name="connsiteX993" fmla="*/ 126340 w 899217"/>
                <a:gd name="connsiteY993" fmla="*/ 349247 h 942137"/>
                <a:gd name="connsiteX994" fmla="*/ 125802 w 899217"/>
                <a:gd name="connsiteY994" fmla="*/ 350323 h 942137"/>
                <a:gd name="connsiteX995" fmla="*/ 125162 w 899217"/>
                <a:gd name="connsiteY995" fmla="*/ 351131 h 942137"/>
                <a:gd name="connsiteX996" fmla="*/ 124254 w 899217"/>
                <a:gd name="connsiteY996" fmla="*/ 352745 h 942137"/>
                <a:gd name="connsiteX997" fmla="*/ 124254 w 899217"/>
                <a:gd name="connsiteY997" fmla="*/ 355201 h 942137"/>
                <a:gd name="connsiteX998" fmla="*/ 124624 w 899217"/>
                <a:gd name="connsiteY998" fmla="*/ 356345 h 942137"/>
                <a:gd name="connsiteX999" fmla="*/ 126576 w 899217"/>
                <a:gd name="connsiteY999" fmla="*/ 357657 h 942137"/>
                <a:gd name="connsiteX1000" fmla="*/ 129066 w 899217"/>
                <a:gd name="connsiteY1000" fmla="*/ 360819 h 942137"/>
                <a:gd name="connsiteX1001" fmla="*/ 130817 w 899217"/>
                <a:gd name="connsiteY1001" fmla="*/ 362669 h 942137"/>
                <a:gd name="connsiteX1002" fmla="*/ 132230 w 899217"/>
                <a:gd name="connsiteY1002" fmla="*/ 364620 h 942137"/>
                <a:gd name="connsiteX1003" fmla="*/ 134417 w 899217"/>
                <a:gd name="connsiteY1003" fmla="*/ 369094 h 942137"/>
                <a:gd name="connsiteX1004" fmla="*/ 134417 w 899217"/>
                <a:gd name="connsiteY1004" fmla="*/ 372357 h 942137"/>
                <a:gd name="connsiteX1005" fmla="*/ 133442 w 899217"/>
                <a:gd name="connsiteY1005" fmla="*/ 375183 h 942137"/>
                <a:gd name="connsiteX1006" fmla="*/ 132365 w 899217"/>
                <a:gd name="connsiteY1006" fmla="*/ 378782 h 942137"/>
                <a:gd name="connsiteX1007" fmla="*/ 131927 w 899217"/>
                <a:gd name="connsiteY1007" fmla="*/ 380834 h 942137"/>
                <a:gd name="connsiteX1008" fmla="*/ 130413 w 899217"/>
                <a:gd name="connsiteY1008" fmla="*/ 382886 h 942137"/>
                <a:gd name="connsiteX1009" fmla="*/ 125095 w 899217"/>
                <a:gd name="connsiteY1009" fmla="*/ 380935 h 942137"/>
                <a:gd name="connsiteX1010" fmla="*/ 122908 w 899217"/>
                <a:gd name="connsiteY1010" fmla="*/ 379085 h 942137"/>
                <a:gd name="connsiteX1011" fmla="*/ 119643 w 899217"/>
                <a:gd name="connsiteY1011" fmla="*/ 376899 h 942137"/>
                <a:gd name="connsiteX1012" fmla="*/ 116480 w 899217"/>
                <a:gd name="connsiteY1012" fmla="*/ 376899 h 942137"/>
                <a:gd name="connsiteX1013" fmla="*/ 113215 w 899217"/>
                <a:gd name="connsiteY1013" fmla="*/ 378211 h 942137"/>
                <a:gd name="connsiteX1014" fmla="*/ 112239 w 899217"/>
                <a:gd name="connsiteY1014" fmla="*/ 380263 h 942137"/>
                <a:gd name="connsiteX1015" fmla="*/ 111028 w 899217"/>
                <a:gd name="connsiteY1015" fmla="*/ 382752 h 942137"/>
                <a:gd name="connsiteX1016" fmla="*/ 109951 w 899217"/>
                <a:gd name="connsiteY1016" fmla="*/ 386755 h 942137"/>
                <a:gd name="connsiteX1017" fmla="*/ 109614 w 899217"/>
                <a:gd name="connsiteY1017" fmla="*/ 390455 h 942137"/>
                <a:gd name="connsiteX1018" fmla="*/ 104398 w 899217"/>
                <a:gd name="connsiteY1018" fmla="*/ 396544 h 942137"/>
                <a:gd name="connsiteX1019" fmla="*/ 101806 w 899217"/>
                <a:gd name="connsiteY1019" fmla="*/ 399370 h 942137"/>
                <a:gd name="connsiteX1020" fmla="*/ 100393 w 899217"/>
                <a:gd name="connsiteY1020" fmla="*/ 400682 h 942137"/>
                <a:gd name="connsiteX1021" fmla="*/ 98878 w 899217"/>
                <a:gd name="connsiteY1021" fmla="*/ 401994 h 942137"/>
                <a:gd name="connsiteX1022" fmla="*/ 96825 w 899217"/>
                <a:gd name="connsiteY1022" fmla="*/ 403205 h 942137"/>
                <a:gd name="connsiteX1023" fmla="*/ 93561 w 899217"/>
                <a:gd name="connsiteY1023" fmla="*/ 405055 h 942137"/>
                <a:gd name="connsiteX1024" fmla="*/ 91508 w 899217"/>
                <a:gd name="connsiteY1024" fmla="*/ 404618 h 942137"/>
                <a:gd name="connsiteX1025" fmla="*/ 90532 w 899217"/>
                <a:gd name="connsiteY1025" fmla="*/ 404281 h 942137"/>
                <a:gd name="connsiteX1026" fmla="*/ 85753 w 899217"/>
                <a:gd name="connsiteY1026" fmla="*/ 400682 h 942137"/>
                <a:gd name="connsiteX1027" fmla="*/ 83363 w 899217"/>
                <a:gd name="connsiteY1027" fmla="*/ 397755 h 942137"/>
                <a:gd name="connsiteX1028" fmla="*/ 81411 w 899217"/>
                <a:gd name="connsiteY1028" fmla="*/ 397755 h 942137"/>
                <a:gd name="connsiteX1029" fmla="*/ 79224 w 899217"/>
                <a:gd name="connsiteY1029" fmla="*/ 397755 h 942137"/>
                <a:gd name="connsiteX1030" fmla="*/ 77710 w 899217"/>
                <a:gd name="connsiteY1030" fmla="*/ 398832 h 942137"/>
                <a:gd name="connsiteX1031" fmla="*/ 77171 w 899217"/>
                <a:gd name="connsiteY1031" fmla="*/ 400783 h 942137"/>
                <a:gd name="connsiteX1032" fmla="*/ 77508 w 899217"/>
                <a:gd name="connsiteY1032" fmla="*/ 402296 h 942137"/>
                <a:gd name="connsiteX1033" fmla="*/ 79560 w 899217"/>
                <a:gd name="connsiteY1033" fmla="*/ 404348 h 942137"/>
                <a:gd name="connsiteX1034" fmla="*/ 81176 w 899217"/>
                <a:gd name="connsiteY1034" fmla="*/ 407813 h 942137"/>
                <a:gd name="connsiteX1035" fmla="*/ 81411 w 899217"/>
                <a:gd name="connsiteY1035" fmla="*/ 408991 h 942137"/>
                <a:gd name="connsiteX1036" fmla="*/ 79662 w 899217"/>
                <a:gd name="connsiteY1036" fmla="*/ 411615 h 942137"/>
                <a:gd name="connsiteX1037" fmla="*/ 78046 w 899217"/>
                <a:gd name="connsiteY1037" fmla="*/ 411615 h 942137"/>
                <a:gd name="connsiteX1038" fmla="*/ 76532 w 899217"/>
                <a:gd name="connsiteY1038" fmla="*/ 409865 h 942137"/>
                <a:gd name="connsiteX1039" fmla="*/ 74782 w 899217"/>
                <a:gd name="connsiteY1039" fmla="*/ 408991 h 942137"/>
                <a:gd name="connsiteX1040" fmla="*/ 73267 w 899217"/>
                <a:gd name="connsiteY1040" fmla="*/ 410740 h 942137"/>
                <a:gd name="connsiteX1041" fmla="*/ 73065 w 899217"/>
                <a:gd name="connsiteY1041" fmla="*/ 413330 h 942137"/>
                <a:gd name="connsiteX1042" fmla="*/ 73503 w 899217"/>
                <a:gd name="connsiteY1042" fmla="*/ 415618 h 942137"/>
                <a:gd name="connsiteX1043" fmla="*/ 74041 w 899217"/>
                <a:gd name="connsiteY1043" fmla="*/ 416392 h 942137"/>
                <a:gd name="connsiteX1044" fmla="*/ 74142 w 899217"/>
                <a:gd name="connsiteY1044" fmla="*/ 418881 h 942137"/>
                <a:gd name="connsiteX1045" fmla="*/ 74479 w 899217"/>
                <a:gd name="connsiteY1045" fmla="*/ 420294 h 942137"/>
                <a:gd name="connsiteX1046" fmla="*/ 72964 w 899217"/>
                <a:gd name="connsiteY1046" fmla="*/ 422682 h 942137"/>
                <a:gd name="connsiteX1047" fmla="*/ 70373 w 899217"/>
                <a:gd name="connsiteY1047" fmla="*/ 426382 h 942137"/>
                <a:gd name="connsiteX1048" fmla="*/ 66671 w 899217"/>
                <a:gd name="connsiteY1048" fmla="*/ 428132 h 942137"/>
                <a:gd name="connsiteX1049" fmla="*/ 61017 w 899217"/>
                <a:gd name="connsiteY1049" fmla="*/ 431832 h 942137"/>
                <a:gd name="connsiteX1050" fmla="*/ 58426 w 899217"/>
                <a:gd name="connsiteY1050" fmla="*/ 434220 h 942137"/>
                <a:gd name="connsiteX1051" fmla="*/ 56675 w 899217"/>
                <a:gd name="connsiteY1051" fmla="*/ 436172 h 942137"/>
                <a:gd name="connsiteX1052" fmla="*/ 54925 w 899217"/>
                <a:gd name="connsiteY1052" fmla="*/ 439435 h 942137"/>
                <a:gd name="connsiteX1053" fmla="*/ 51223 w 899217"/>
                <a:gd name="connsiteY1053" fmla="*/ 443337 h 942137"/>
                <a:gd name="connsiteX1054" fmla="*/ 47959 w 899217"/>
                <a:gd name="connsiteY1054" fmla="*/ 442900 h 942137"/>
                <a:gd name="connsiteX1055" fmla="*/ 44930 w 899217"/>
                <a:gd name="connsiteY1055" fmla="*/ 439435 h 942137"/>
                <a:gd name="connsiteX1056" fmla="*/ 39714 w 899217"/>
                <a:gd name="connsiteY1056" fmla="*/ 439435 h 942137"/>
                <a:gd name="connsiteX1057" fmla="*/ 36887 w 899217"/>
                <a:gd name="connsiteY1057" fmla="*/ 439435 h 942137"/>
                <a:gd name="connsiteX1058" fmla="*/ 35810 w 899217"/>
                <a:gd name="connsiteY1058" fmla="*/ 440948 h 942137"/>
                <a:gd name="connsiteX1059" fmla="*/ 33622 w 899217"/>
                <a:gd name="connsiteY1059" fmla="*/ 444212 h 942137"/>
                <a:gd name="connsiteX1060" fmla="*/ 30795 w 899217"/>
                <a:gd name="connsiteY1060" fmla="*/ 450065 h 942137"/>
                <a:gd name="connsiteX1061" fmla="*/ 29045 w 899217"/>
                <a:gd name="connsiteY1061" fmla="*/ 453967 h 942137"/>
                <a:gd name="connsiteX1062" fmla="*/ 27093 w 899217"/>
                <a:gd name="connsiteY1062" fmla="*/ 458307 h 942137"/>
                <a:gd name="connsiteX1063" fmla="*/ 25579 w 899217"/>
                <a:gd name="connsiteY1063" fmla="*/ 460897 h 942137"/>
                <a:gd name="connsiteX1064" fmla="*/ 24502 w 899217"/>
                <a:gd name="connsiteY1064" fmla="*/ 463722 h 942137"/>
                <a:gd name="connsiteX1065" fmla="*/ 24939 w 899217"/>
                <a:gd name="connsiteY1065" fmla="*/ 466346 h 942137"/>
                <a:gd name="connsiteX1066" fmla="*/ 24939 w 899217"/>
                <a:gd name="connsiteY1066" fmla="*/ 470921 h 942137"/>
                <a:gd name="connsiteX1067" fmla="*/ 28641 w 899217"/>
                <a:gd name="connsiteY1067" fmla="*/ 477649 h 942137"/>
                <a:gd name="connsiteX1068" fmla="*/ 31670 w 899217"/>
                <a:gd name="connsiteY1068" fmla="*/ 479600 h 942137"/>
                <a:gd name="connsiteX1069" fmla="*/ 29281 w 899217"/>
                <a:gd name="connsiteY1069" fmla="*/ 484175 h 942137"/>
                <a:gd name="connsiteX1070" fmla="*/ 26016 w 899217"/>
                <a:gd name="connsiteY1070" fmla="*/ 484175 h 942137"/>
                <a:gd name="connsiteX1071" fmla="*/ 21035 w 899217"/>
                <a:gd name="connsiteY1071" fmla="*/ 486564 h 942137"/>
                <a:gd name="connsiteX1072" fmla="*/ 17131 w 899217"/>
                <a:gd name="connsiteY1072" fmla="*/ 488078 h 942137"/>
                <a:gd name="connsiteX1073" fmla="*/ 16054 w 899217"/>
                <a:gd name="connsiteY1073" fmla="*/ 488078 h 942137"/>
                <a:gd name="connsiteX1074" fmla="*/ 13026 w 899217"/>
                <a:gd name="connsiteY1074" fmla="*/ 489390 h 942137"/>
                <a:gd name="connsiteX1075" fmla="*/ 11073 w 899217"/>
                <a:gd name="connsiteY1075" fmla="*/ 491340 h 942137"/>
                <a:gd name="connsiteX1076" fmla="*/ 8684 w 899217"/>
                <a:gd name="connsiteY1076" fmla="*/ 493292 h 942137"/>
                <a:gd name="connsiteX1077" fmla="*/ 6497 w 899217"/>
                <a:gd name="connsiteY1077" fmla="*/ 494604 h 942137"/>
                <a:gd name="connsiteX1078" fmla="*/ 3468 w 899217"/>
                <a:gd name="connsiteY1078" fmla="*/ 496790 h 942137"/>
                <a:gd name="connsiteX1079" fmla="*/ 3030 w 899217"/>
                <a:gd name="connsiteY1079" fmla="*/ 498102 h 942137"/>
                <a:gd name="connsiteX1080" fmla="*/ 1280 w 899217"/>
                <a:gd name="connsiteY1080" fmla="*/ 503955 h 942137"/>
                <a:gd name="connsiteX1081" fmla="*/ 1078 w 899217"/>
                <a:gd name="connsiteY1081" fmla="*/ 506781 h 942137"/>
                <a:gd name="connsiteX1082" fmla="*/ 1280 w 899217"/>
                <a:gd name="connsiteY1082" fmla="*/ 510919 h 942137"/>
                <a:gd name="connsiteX1083" fmla="*/ 640 w 899217"/>
                <a:gd name="connsiteY1083" fmla="*/ 513307 h 942137"/>
                <a:gd name="connsiteX1084" fmla="*/ 640 w 899217"/>
                <a:gd name="connsiteY1084" fmla="*/ 519396 h 942137"/>
                <a:gd name="connsiteX1085" fmla="*/ 102 w 899217"/>
                <a:gd name="connsiteY1085" fmla="*/ 521986 h 942137"/>
                <a:gd name="connsiteX1086" fmla="*/ 775 w 899217"/>
                <a:gd name="connsiteY1086" fmla="*/ 523937 h 942137"/>
                <a:gd name="connsiteX1087" fmla="*/ 775 w 899217"/>
                <a:gd name="connsiteY1087" fmla="*/ 529589 h 942137"/>
                <a:gd name="connsiteX1088" fmla="*/ 4982 w 899217"/>
                <a:gd name="connsiteY1088" fmla="*/ 533289 h 942137"/>
                <a:gd name="connsiteX1089" fmla="*/ 12588 w 899217"/>
                <a:gd name="connsiteY1089" fmla="*/ 533289 h 942137"/>
                <a:gd name="connsiteX1090" fmla="*/ 13026 w 899217"/>
                <a:gd name="connsiteY1090" fmla="*/ 536990 h 942137"/>
                <a:gd name="connsiteX1091" fmla="*/ 15213 w 899217"/>
                <a:gd name="connsiteY1091" fmla="*/ 542843 h 942137"/>
                <a:gd name="connsiteX1092" fmla="*/ 14338 w 899217"/>
                <a:gd name="connsiteY1092" fmla="*/ 547182 h 942137"/>
                <a:gd name="connsiteX1093" fmla="*/ 14977 w 899217"/>
                <a:gd name="connsiteY1093" fmla="*/ 551757 h 942137"/>
                <a:gd name="connsiteX1094" fmla="*/ 18444 w 899217"/>
                <a:gd name="connsiteY1094" fmla="*/ 554146 h 942137"/>
                <a:gd name="connsiteX1095" fmla="*/ 22348 w 899217"/>
                <a:gd name="connsiteY1095" fmla="*/ 556097 h 942137"/>
                <a:gd name="connsiteX1096" fmla="*/ 22583 w 899217"/>
                <a:gd name="connsiteY1096" fmla="*/ 558485 h 942137"/>
                <a:gd name="connsiteX1097" fmla="*/ 20194 w 899217"/>
                <a:gd name="connsiteY1097" fmla="*/ 563060 h 942137"/>
                <a:gd name="connsiteX1098" fmla="*/ 17367 w 899217"/>
                <a:gd name="connsiteY1098" fmla="*/ 565886 h 942137"/>
                <a:gd name="connsiteX1099" fmla="*/ 14102 w 899217"/>
                <a:gd name="connsiteY1099" fmla="*/ 566963 h 942137"/>
                <a:gd name="connsiteX1100" fmla="*/ 10636 w 899217"/>
                <a:gd name="connsiteY1100" fmla="*/ 569788 h 942137"/>
                <a:gd name="connsiteX1101" fmla="*/ 8684 w 899217"/>
                <a:gd name="connsiteY1101" fmla="*/ 572412 h 942137"/>
                <a:gd name="connsiteX1102" fmla="*/ 5857 w 899217"/>
                <a:gd name="connsiteY1102" fmla="*/ 575002 h 942137"/>
                <a:gd name="connsiteX1103" fmla="*/ 1078 w 899217"/>
                <a:gd name="connsiteY1103" fmla="*/ 580217 h 942137"/>
                <a:gd name="connsiteX1104" fmla="*/ 1078 w 899217"/>
                <a:gd name="connsiteY1104" fmla="*/ 585868 h 942137"/>
                <a:gd name="connsiteX1105" fmla="*/ 2155 w 899217"/>
                <a:gd name="connsiteY1105" fmla="*/ 588256 h 942137"/>
                <a:gd name="connsiteX1106" fmla="*/ 7371 w 899217"/>
                <a:gd name="connsiteY1106" fmla="*/ 591082 h 942137"/>
                <a:gd name="connsiteX1107" fmla="*/ 15415 w 899217"/>
                <a:gd name="connsiteY1107" fmla="*/ 592394 h 942137"/>
                <a:gd name="connsiteX1108" fmla="*/ 20631 w 899217"/>
                <a:gd name="connsiteY1108" fmla="*/ 592394 h 942137"/>
                <a:gd name="connsiteX1109" fmla="*/ 24098 w 899217"/>
                <a:gd name="connsiteY1109" fmla="*/ 589568 h 942137"/>
                <a:gd name="connsiteX1110" fmla="*/ 28237 w 899217"/>
                <a:gd name="connsiteY1110" fmla="*/ 586945 h 942137"/>
                <a:gd name="connsiteX1111" fmla="*/ 34329 w 899217"/>
                <a:gd name="connsiteY1111" fmla="*/ 585868 h 942137"/>
                <a:gd name="connsiteX1112" fmla="*/ 39343 w 899217"/>
                <a:gd name="connsiteY1112" fmla="*/ 582840 h 942137"/>
                <a:gd name="connsiteX1113" fmla="*/ 48699 w 899217"/>
                <a:gd name="connsiteY1113" fmla="*/ 581091 h 942137"/>
                <a:gd name="connsiteX1114" fmla="*/ 54791 w 899217"/>
                <a:gd name="connsiteY1114" fmla="*/ 577391 h 942137"/>
                <a:gd name="connsiteX1115" fmla="*/ 61522 w 899217"/>
                <a:gd name="connsiteY1115" fmla="*/ 577189 h 942137"/>
                <a:gd name="connsiteX1116" fmla="*/ 69363 w 899217"/>
                <a:gd name="connsiteY1116" fmla="*/ 578064 h 942137"/>
                <a:gd name="connsiteX1117" fmla="*/ 76767 w 899217"/>
                <a:gd name="connsiteY1117" fmla="*/ 578064 h 942137"/>
                <a:gd name="connsiteX1118" fmla="*/ 81546 w 899217"/>
                <a:gd name="connsiteY1118" fmla="*/ 576112 h 942137"/>
                <a:gd name="connsiteX1119" fmla="*/ 86763 w 899217"/>
                <a:gd name="connsiteY1119" fmla="*/ 571537 h 942137"/>
                <a:gd name="connsiteX1120" fmla="*/ 93729 w 899217"/>
                <a:gd name="connsiteY1120" fmla="*/ 569788 h 942137"/>
                <a:gd name="connsiteX1121" fmla="*/ 98946 w 899217"/>
                <a:gd name="connsiteY1121" fmla="*/ 569788 h 942137"/>
                <a:gd name="connsiteX1122" fmla="*/ 100023 w 899217"/>
                <a:gd name="connsiteY1122" fmla="*/ 571639 h 942137"/>
                <a:gd name="connsiteX1123" fmla="*/ 103489 w 899217"/>
                <a:gd name="connsiteY1123" fmla="*/ 576953 h 942137"/>
                <a:gd name="connsiteX1124" fmla="*/ 106955 w 899217"/>
                <a:gd name="connsiteY1124" fmla="*/ 579981 h 942137"/>
                <a:gd name="connsiteX1125" fmla="*/ 111869 w 899217"/>
                <a:gd name="connsiteY1125" fmla="*/ 577593 h 942137"/>
                <a:gd name="connsiteX1126" fmla="*/ 119138 w 899217"/>
                <a:gd name="connsiteY1126" fmla="*/ 574565 h 942137"/>
                <a:gd name="connsiteX1127" fmla="*/ 124792 w 899217"/>
                <a:gd name="connsiteY1127" fmla="*/ 574565 h 942137"/>
                <a:gd name="connsiteX1128" fmla="*/ 128259 w 899217"/>
                <a:gd name="connsiteY1128" fmla="*/ 574565 h 942137"/>
                <a:gd name="connsiteX1129" fmla="*/ 132600 w 899217"/>
                <a:gd name="connsiteY1129" fmla="*/ 576314 h 942137"/>
                <a:gd name="connsiteX1130" fmla="*/ 133240 w 899217"/>
                <a:gd name="connsiteY1130" fmla="*/ 579376 h 942137"/>
                <a:gd name="connsiteX1131" fmla="*/ 130413 w 899217"/>
                <a:gd name="connsiteY1131" fmla="*/ 582639 h 942137"/>
                <a:gd name="connsiteX1132" fmla="*/ 126273 w 899217"/>
                <a:gd name="connsiteY1132" fmla="*/ 587415 h 942137"/>
                <a:gd name="connsiteX1133" fmla="*/ 123244 w 899217"/>
                <a:gd name="connsiteY1133" fmla="*/ 588929 h 942137"/>
                <a:gd name="connsiteX1134" fmla="*/ 119542 w 899217"/>
                <a:gd name="connsiteY1134" fmla="*/ 591519 h 942137"/>
                <a:gd name="connsiteX1135" fmla="*/ 114965 w 899217"/>
                <a:gd name="connsiteY1135" fmla="*/ 593471 h 942137"/>
                <a:gd name="connsiteX1136" fmla="*/ 111835 w 899217"/>
                <a:gd name="connsiteY1136" fmla="*/ 596296 h 942137"/>
                <a:gd name="connsiteX1137" fmla="*/ 111936 w 899217"/>
                <a:gd name="connsiteY1137" fmla="*/ 599997 h 942137"/>
                <a:gd name="connsiteX1138" fmla="*/ 111936 w 899217"/>
                <a:gd name="connsiteY1138" fmla="*/ 608911 h 942137"/>
                <a:gd name="connsiteX1139" fmla="*/ 111936 w 899217"/>
                <a:gd name="connsiteY1139" fmla="*/ 612376 h 942137"/>
                <a:gd name="connsiteX1140" fmla="*/ 114561 w 899217"/>
                <a:gd name="connsiteY1140" fmla="*/ 616716 h 942137"/>
                <a:gd name="connsiteX1141" fmla="*/ 116076 w 899217"/>
                <a:gd name="connsiteY1141" fmla="*/ 616716 h 942137"/>
                <a:gd name="connsiteX1142" fmla="*/ 120215 w 899217"/>
                <a:gd name="connsiteY1142" fmla="*/ 619440 h 942137"/>
                <a:gd name="connsiteX1143" fmla="*/ 123682 w 899217"/>
                <a:gd name="connsiteY1143" fmla="*/ 624554 h 942137"/>
                <a:gd name="connsiteX1144" fmla="*/ 127148 w 899217"/>
                <a:gd name="connsiteY1144" fmla="*/ 627817 h 942137"/>
                <a:gd name="connsiteX1145" fmla="*/ 126509 w 899217"/>
                <a:gd name="connsiteY1145" fmla="*/ 633031 h 942137"/>
                <a:gd name="connsiteX1146" fmla="*/ 125533 w 899217"/>
                <a:gd name="connsiteY1146" fmla="*/ 640734 h 942137"/>
                <a:gd name="connsiteX1147" fmla="*/ 124994 w 899217"/>
                <a:gd name="connsiteY1147" fmla="*/ 642248 h 942137"/>
                <a:gd name="connsiteX1148" fmla="*/ 123581 w 899217"/>
                <a:gd name="connsiteY1148" fmla="*/ 644737 h 942137"/>
                <a:gd name="connsiteX1149" fmla="*/ 122369 w 899217"/>
                <a:gd name="connsiteY1149" fmla="*/ 647126 h 942137"/>
                <a:gd name="connsiteX1150" fmla="*/ 122369 w 899217"/>
                <a:gd name="connsiteY1150" fmla="*/ 650288 h 942137"/>
                <a:gd name="connsiteX1151" fmla="*/ 124052 w 899217"/>
                <a:gd name="connsiteY1151" fmla="*/ 654527 h 942137"/>
                <a:gd name="connsiteX1152" fmla="*/ 126172 w 899217"/>
                <a:gd name="connsiteY1152" fmla="*/ 657891 h 942137"/>
                <a:gd name="connsiteX1153" fmla="*/ 129100 w 899217"/>
                <a:gd name="connsiteY1153" fmla="*/ 660615 h 942137"/>
                <a:gd name="connsiteX1154" fmla="*/ 128663 w 899217"/>
                <a:gd name="connsiteY1154" fmla="*/ 663542 h 942137"/>
                <a:gd name="connsiteX1155" fmla="*/ 125196 w 899217"/>
                <a:gd name="connsiteY1155" fmla="*/ 664517 h 942137"/>
                <a:gd name="connsiteX1156" fmla="*/ 125196 w 899217"/>
                <a:gd name="connsiteY1156" fmla="*/ 666367 h 942137"/>
                <a:gd name="connsiteX1157" fmla="*/ 128461 w 899217"/>
                <a:gd name="connsiteY1157" fmla="*/ 667141 h 942137"/>
                <a:gd name="connsiteX1158" fmla="*/ 133139 w 899217"/>
                <a:gd name="connsiteY1158" fmla="*/ 667141 h 942137"/>
                <a:gd name="connsiteX1159" fmla="*/ 134350 w 899217"/>
                <a:gd name="connsiteY1159" fmla="*/ 668049 h 942137"/>
                <a:gd name="connsiteX1160" fmla="*/ 134115 w 899217"/>
                <a:gd name="connsiteY1160" fmla="*/ 669294 h 942137"/>
                <a:gd name="connsiteX1161" fmla="*/ 133139 w 899217"/>
                <a:gd name="connsiteY1161" fmla="*/ 670808 h 942137"/>
                <a:gd name="connsiteX1162" fmla="*/ 131826 w 899217"/>
                <a:gd name="connsiteY1162" fmla="*/ 672221 h 942137"/>
                <a:gd name="connsiteX1163" fmla="*/ 129975 w 899217"/>
                <a:gd name="connsiteY1163" fmla="*/ 673196 h 942137"/>
                <a:gd name="connsiteX1164" fmla="*/ 127350 w 899217"/>
                <a:gd name="connsiteY1164" fmla="*/ 674811 h 942137"/>
                <a:gd name="connsiteX1165" fmla="*/ 128124 w 899217"/>
                <a:gd name="connsiteY1165" fmla="*/ 676998 h 942137"/>
                <a:gd name="connsiteX1166" fmla="*/ 131052 w 899217"/>
                <a:gd name="connsiteY1166" fmla="*/ 678411 h 942137"/>
                <a:gd name="connsiteX1167" fmla="*/ 131052 w 899217"/>
                <a:gd name="connsiteY1167" fmla="*/ 679924 h 942137"/>
                <a:gd name="connsiteX1168" fmla="*/ 128865 w 899217"/>
                <a:gd name="connsiteY1168" fmla="*/ 680698 h 942137"/>
                <a:gd name="connsiteX1169" fmla="*/ 128091 w 899217"/>
                <a:gd name="connsiteY1169" fmla="*/ 682010 h 942137"/>
                <a:gd name="connsiteX1170" fmla="*/ 126340 w 899217"/>
                <a:gd name="connsiteY1170" fmla="*/ 685038 h 942137"/>
                <a:gd name="connsiteX1171" fmla="*/ 127114 w 899217"/>
                <a:gd name="connsiteY1171" fmla="*/ 687964 h 942137"/>
                <a:gd name="connsiteX1172" fmla="*/ 130715 w 899217"/>
                <a:gd name="connsiteY1172" fmla="*/ 688503 h 942137"/>
                <a:gd name="connsiteX1173" fmla="*/ 137884 w 899217"/>
                <a:gd name="connsiteY1173" fmla="*/ 689579 h 942137"/>
                <a:gd name="connsiteX1174" fmla="*/ 141249 w 899217"/>
                <a:gd name="connsiteY1174" fmla="*/ 692203 h 942137"/>
                <a:gd name="connsiteX1175" fmla="*/ 145288 w 899217"/>
                <a:gd name="connsiteY1175" fmla="*/ 693817 h 942137"/>
                <a:gd name="connsiteX1176" fmla="*/ 151144 w 899217"/>
                <a:gd name="connsiteY1176" fmla="*/ 694793 h 942137"/>
                <a:gd name="connsiteX1177" fmla="*/ 155182 w 899217"/>
                <a:gd name="connsiteY1177" fmla="*/ 696441 h 942137"/>
                <a:gd name="connsiteX1178" fmla="*/ 166255 w 899217"/>
                <a:gd name="connsiteY1178" fmla="*/ 698830 h 942137"/>
                <a:gd name="connsiteX1179" fmla="*/ 168745 w 899217"/>
                <a:gd name="connsiteY1179" fmla="*/ 699469 h 942137"/>
                <a:gd name="connsiteX1180" fmla="*/ 176452 w 899217"/>
                <a:gd name="connsiteY1180" fmla="*/ 701218 h 942137"/>
                <a:gd name="connsiteX1181" fmla="*/ 183856 w 899217"/>
                <a:gd name="connsiteY1181" fmla="*/ 701857 h 942137"/>
                <a:gd name="connsiteX1182" fmla="*/ 189712 w 899217"/>
                <a:gd name="connsiteY1182" fmla="*/ 702497 h 942137"/>
                <a:gd name="connsiteX1183" fmla="*/ 191126 w 899217"/>
                <a:gd name="connsiteY1183" fmla="*/ 705659 h 942137"/>
                <a:gd name="connsiteX1184" fmla="*/ 190149 w 899217"/>
                <a:gd name="connsiteY1184" fmla="*/ 711411 h 942137"/>
                <a:gd name="connsiteX1185" fmla="*/ 190149 w 899217"/>
                <a:gd name="connsiteY1185" fmla="*/ 713699 h 942137"/>
                <a:gd name="connsiteX1186" fmla="*/ 189611 w 899217"/>
                <a:gd name="connsiteY1186" fmla="*/ 717164 h 942137"/>
                <a:gd name="connsiteX1187" fmla="*/ 187996 w 899217"/>
                <a:gd name="connsiteY1187" fmla="*/ 718375 h 942137"/>
                <a:gd name="connsiteX1188" fmla="*/ 184630 w 899217"/>
                <a:gd name="connsiteY1188" fmla="*/ 720662 h 942137"/>
                <a:gd name="connsiteX1189" fmla="*/ 180053 w 899217"/>
                <a:gd name="connsiteY1189" fmla="*/ 722815 h 942137"/>
                <a:gd name="connsiteX1190" fmla="*/ 176452 w 899217"/>
                <a:gd name="connsiteY1190" fmla="*/ 725842 h 942137"/>
                <a:gd name="connsiteX1191" fmla="*/ 172986 w 899217"/>
                <a:gd name="connsiteY1191" fmla="*/ 728668 h 942137"/>
                <a:gd name="connsiteX1192" fmla="*/ 171774 w 899217"/>
                <a:gd name="connsiteY1192" fmla="*/ 730518 h 942137"/>
                <a:gd name="connsiteX1193" fmla="*/ 169587 w 899217"/>
                <a:gd name="connsiteY1193" fmla="*/ 734421 h 942137"/>
                <a:gd name="connsiteX1194" fmla="*/ 168173 w 899217"/>
                <a:gd name="connsiteY1194" fmla="*/ 736910 h 942137"/>
                <a:gd name="connsiteX1195" fmla="*/ 166962 w 899217"/>
                <a:gd name="connsiteY1195" fmla="*/ 740072 h 942137"/>
                <a:gd name="connsiteX1196" fmla="*/ 166086 w 899217"/>
                <a:gd name="connsiteY1196" fmla="*/ 742561 h 942137"/>
                <a:gd name="connsiteX1197" fmla="*/ 165750 w 899217"/>
                <a:gd name="connsiteY1197" fmla="*/ 744613 h 942137"/>
                <a:gd name="connsiteX1198" fmla="*/ 168476 w 899217"/>
                <a:gd name="connsiteY1198" fmla="*/ 747338 h 942137"/>
                <a:gd name="connsiteX1199" fmla="*/ 169014 w 899217"/>
                <a:gd name="connsiteY1199" fmla="*/ 748953 h 942137"/>
                <a:gd name="connsiteX1200" fmla="*/ 169351 w 899217"/>
                <a:gd name="connsiteY1200" fmla="*/ 751341 h 942137"/>
                <a:gd name="connsiteX1201" fmla="*/ 169149 w 899217"/>
                <a:gd name="connsiteY1201" fmla="*/ 753528 h 942137"/>
                <a:gd name="connsiteX1202" fmla="*/ 168072 w 899217"/>
                <a:gd name="connsiteY1202" fmla="*/ 754840 h 942137"/>
                <a:gd name="connsiteX1203" fmla="*/ 167971 w 899217"/>
                <a:gd name="connsiteY1203" fmla="*/ 757464 h 942137"/>
                <a:gd name="connsiteX1204" fmla="*/ 166995 w 899217"/>
                <a:gd name="connsiteY1204" fmla="*/ 761500 h 942137"/>
                <a:gd name="connsiteX1205" fmla="*/ 164808 w 899217"/>
                <a:gd name="connsiteY1205" fmla="*/ 765941 h 942137"/>
                <a:gd name="connsiteX1206" fmla="*/ 162620 w 899217"/>
                <a:gd name="connsiteY1206" fmla="*/ 771592 h 942137"/>
                <a:gd name="connsiteX1207" fmla="*/ 160130 w 899217"/>
                <a:gd name="connsiteY1207" fmla="*/ 773644 h 942137"/>
                <a:gd name="connsiteX1208" fmla="*/ 157538 w 899217"/>
                <a:gd name="connsiteY1208" fmla="*/ 775596 h 942137"/>
                <a:gd name="connsiteX1209" fmla="*/ 155923 w 899217"/>
                <a:gd name="connsiteY1209" fmla="*/ 778085 h 942137"/>
                <a:gd name="connsiteX1210" fmla="*/ 153971 w 899217"/>
                <a:gd name="connsiteY1210" fmla="*/ 780810 h 942137"/>
                <a:gd name="connsiteX1211" fmla="*/ 153668 w 899217"/>
                <a:gd name="connsiteY1211" fmla="*/ 784376 h 942137"/>
                <a:gd name="connsiteX1212" fmla="*/ 153668 w 899217"/>
                <a:gd name="connsiteY1212" fmla="*/ 786562 h 942137"/>
                <a:gd name="connsiteX1213" fmla="*/ 152086 w 899217"/>
                <a:gd name="connsiteY1213" fmla="*/ 788849 h 942137"/>
                <a:gd name="connsiteX1214" fmla="*/ 150605 w 899217"/>
                <a:gd name="connsiteY1214" fmla="*/ 791137 h 942137"/>
                <a:gd name="connsiteX1215" fmla="*/ 147879 w 899217"/>
                <a:gd name="connsiteY1215" fmla="*/ 792886 h 942137"/>
                <a:gd name="connsiteX1216" fmla="*/ 144716 w 899217"/>
                <a:gd name="connsiteY1216" fmla="*/ 795073 h 942137"/>
                <a:gd name="connsiteX1217" fmla="*/ 142596 w 899217"/>
                <a:gd name="connsiteY1217" fmla="*/ 797798 h 942137"/>
                <a:gd name="connsiteX1218" fmla="*/ 142663 w 899217"/>
                <a:gd name="connsiteY1218" fmla="*/ 801263 h 942137"/>
                <a:gd name="connsiteX1219" fmla="*/ 142663 w 899217"/>
                <a:gd name="connsiteY1219" fmla="*/ 803012 h 942137"/>
                <a:gd name="connsiteX1220" fmla="*/ 145826 w 899217"/>
                <a:gd name="connsiteY1220" fmla="*/ 806174 h 942137"/>
                <a:gd name="connsiteX1221" fmla="*/ 150504 w 899217"/>
                <a:gd name="connsiteY1221" fmla="*/ 809202 h 942137"/>
                <a:gd name="connsiteX1222" fmla="*/ 157134 w 899217"/>
                <a:gd name="connsiteY1222" fmla="*/ 809975 h 942137"/>
                <a:gd name="connsiteX1223" fmla="*/ 169519 w 899217"/>
                <a:gd name="connsiteY1223" fmla="*/ 810312 h 942137"/>
                <a:gd name="connsiteX1224" fmla="*/ 177361 w 899217"/>
                <a:gd name="connsiteY1224" fmla="*/ 810850 h 942137"/>
                <a:gd name="connsiteX1225" fmla="*/ 185404 w 899217"/>
                <a:gd name="connsiteY1225" fmla="*/ 811624 h 942137"/>
                <a:gd name="connsiteX1226" fmla="*/ 191159 w 899217"/>
                <a:gd name="connsiteY1226" fmla="*/ 813810 h 942137"/>
                <a:gd name="connsiteX1227" fmla="*/ 195736 w 899217"/>
                <a:gd name="connsiteY1227" fmla="*/ 817813 h 942137"/>
                <a:gd name="connsiteX1228" fmla="*/ 201592 w 899217"/>
                <a:gd name="connsiteY1228" fmla="*/ 819764 h 942137"/>
                <a:gd name="connsiteX1229" fmla="*/ 205496 w 899217"/>
                <a:gd name="connsiteY1229" fmla="*/ 820101 h 942137"/>
                <a:gd name="connsiteX1230" fmla="*/ 207986 w 899217"/>
                <a:gd name="connsiteY1230" fmla="*/ 821715 h 942137"/>
                <a:gd name="connsiteX1231" fmla="*/ 212126 w 899217"/>
                <a:gd name="connsiteY1231" fmla="*/ 824205 h 942137"/>
                <a:gd name="connsiteX1232" fmla="*/ 216467 w 899217"/>
                <a:gd name="connsiteY1232" fmla="*/ 824978 h 942137"/>
                <a:gd name="connsiteX1233" fmla="*/ 220607 w 899217"/>
                <a:gd name="connsiteY1233" fmla="*/ 823566 h 942137"/>
                <a:gd name="connsiteX1234" fmla="*/ 225722 w 899217"/>
                <a:gd name="connsiteY1234" fmla="*/ 823566 h 942137"/>
                <a:gd name="connsiteX1235" fmla="*/ 228987 w 899217"/>
                <a:gd name="connsiteY1235" fmla="*/ 823498 h 942137"/>
                <a:gd name="connsiteX1236" fmla="*/ 230501 w 899217"/>
                <a:gd name="connsiteY1236" fmla="*/ 826021 h 942137"/>
                <a:gd name="connsiteX1237" fmla="*/ 230602 w 899217"/>
                <a:gd name="connsiteY1237" fmla="*/ 828342 h 942137"/>
                <a:gd name="connsiteX1238" fmla="*/ 230064 w 899217"/>
                <a:gd name="connsiteY1238" fmla="*/ 830193 h 942137"/>
                <a:gd name="connsiteX1239" fmla="*/ 228751 w 899217"/>
                <a:gd name="connsiteY1239" fmla="*/ 832144 h 942137"/>
                <a:gd name="connsiteX1240" fmla="*/ 228314 w 899217"/>
                <a:gd name="connsiteY1240" fmla="*/ 832917 h 942137"/>
                <a:gd name="connsiteX1241" fmla="*/ 227001 w 899217"/>
                <a:gd name="connsiteY1241" fmla="*/ 835844 h 942137"/>
                <a:gd name="connsiteX1242" fmla="*/ 226126 w 899217"/>
                <a:gd name="connsiteY1242" fmla="*/ 839208 h 942137"/>
                <a:gd name="connsiteX1243" fmla="*/ 224915 w 899217"/>
                <a:gd name="connsiteY1243" fmla="*/ 841832 h 942137"/>
                <a:gd name="connsiteX1244" fmla="*/ 224915 w 899217"/>
                <a:gd name="connsiteY1244" fmla="*/ 845196 h 942137"/>
                <a:gd name="connsiteX1245" fmla="*/ 224915 w 899217"/>
                <a:gd name="connsiteY1245" fmla="*/ 849233 h 942137"/>
                <a:gd name="connsiteX1246" fmla="*/ 224040 w 899217"/>
                <a:gd name="connsiteY1246" fmla="*/ 853707 h 942137"/>
                <a:gd name="connsiteX1247" fmla="*/ 222189 w 899217"/>
                <a:gd name="connsiteY1247" fmla="*/ 855893 h 942137"/>
                <a:gd name="connsiteX1248" fmla="*/ 222189 w 899217"/>
                <a:gd name="connsiteY1248" fmla="*/ 858080 h 942137"/>
                <a:gd name="connsiteX1249" fmla="*/ 223400 w 899217"/>
                <a:gd name="connsiteY1249" fmla="*/ 860266 h 942137"/>
                <a:gd name="connsiteX1250" fmla="*/ 225891 w 899217"/>
                <a:gd name="connsiteY1250" fmla="*/ 863429 h 942137"/>
                <a:gd name="connsiteX1251" fmla="*/ 226968 w 899217"/>
                <a:gd name="connsiteY1251" fmla="*/ 865279 h 942137"/>
                <a:gd name="connsiteX1252" fmla="*/ 229256 w 899217"/>
                <a:gd name="connsiteY1252" fmla="*/ 867129 h 942137"/>
                <a:gd name="connsiteX1253" fmla="*/ 232857 w 899217"/>
                <a:gd name="connsiteY1253" fmla="*/ 867129 h 942137"/>
                <a:gd name="connsiteX1254" fmla="*/ 234910 w 899217"/>
                <a:gd name="connsiteY1254" fmla="*/ 866961 h 942137"/>
                <a:gd name="connsiteX1255" fmla="*/ 237401 w 899217"/>
                <a:gd name="connsiteY1255" fmla="*/ 866591 h 942137"/>
                <a:gd name="connsiteX1256" fmla="*/ 240227 w 899217"/>
                <a:gd name="connsiteY1256" fmla="*/ 867566 h 942137"/>
                <a:gd name="connsiteX1257" fmla="*/ 241978 w 899217"/>
                <a:gd name="connsiteY1257" fmla="*/ 868979 h 942137"/>
                <a:gd name="connsiteX1258" fmla="*/ 242617 w 899217"/>
                <a:gd name="connsiteY1258" fmla="*/ 870392 h 942137"/>
                <a:gd name="connsiteX1259" fmla="*/ 242819 w 899217"/>
                <a:gd name="connsiteY1259" fmla="*/ 873117 h 942137"/>
                <a:gd name="connsiteX1260" fmla="*/ 242617 w 899217"/>
                <a:gd name="connsiteY1260" fmla="*/ 874328 h 942137"/>
                <a:gd name="connsiteX1261" fmla="*/ 241204 w 899217"/>
                <a:gd name="connsiteY1261" fmla="*/ 877389 h 942137"/>
                <a:gd name="connsiteX1262" fmla="*/ 241338 w 899217"/>
                <a:gd name="connsiteY1262" fmla="*/ 879138 h 942137"/>
                <a:gd name="connsiteX1263" fmla="*/ 241338 w 899217"/>
                <a:gd name="connsiteY1263" fmla="*/ 883377 h 942137"/>
                <a:gd name="connsiteX1264" fmla="*/ 241338 w 899217"/>
                <a:gd name="connsiteY1264" fmla="*/ 885664 h 942137"/>
                <a:gd name="connsiteX1265" fmla="*/ 242213 w 899217"/>
                <a:gd name="connsiteY1265" fmla="*/ 887313 h 942137"/>
                <a:gd name="connsiteX1266" fmla="*/ 244704 w 899217"/>
                <a:gd name="connsiteY1266" fmla="*/ 890576 h 942137"/>
                <a:gd name="connsiteX1267" fmla="*/ 246992 w 899217"/>
                <a:gd name="connsiteY1267" fmla="*/ 890138 h 942137"/>
                <a:gd name="connsiteX1268" fmla="*/ 249382 w 899217"/>
                <a:gd name="connsiteY1268" fmla="*/ 888288 h 942137"/>
                <a:gd name="connsiteX1269" fmla="*/ 253959 w 899217"/>
                <a:gd name="connsiteY1269" fmla="*/ 887851 h 942137"/>
                <a:gd name="connsiteX1270" fmla="*/ 257324 w 899217"/>
                <a:gd name="connsiteY1270" fmla="*/ 889499 h 942137"/>
                <a:gd name="connsiteX1271" fmla="*/ 260589 w 899217"/>
                <a:gd name="connsiteY1271" fmla="*/ 888826 h 942137"/>
                <a:gd name="connsiteX1272" fmla="*/ 262540 w 899217"/>
                <a:gd name="connsiteY1272" fmla="*/ 885025 h 942137"/>
                <a:gd name="connsiteX1273" fmla="*/ 271459 w 899217"/>
                <a:gd name="connsiteY1273" fmla="*/ 884588 h 942137"/>
                <a:gd name="connsiteX1274" fmla="*/ 275700 w 899217"/>
                <a:gd name="connsiteY1274" fmla="*/ 887615 h 942137"/>
                <a:gd name="connsiteX1275" fmla="*/ 281454 w 899217"/>
                <a:gd name="connsiteY1275" fmla="*/ 891753 h 942137"/>
                <a:gd name="connsiteX1276" fmla="*/ 285897 w 899217"/>
                <a:gd name="connsiteY1276" fmla="*/ 892628 h 942137"/>
                <a:gd name="connsiteX1277" fmla="*/ 292089 w 899217"/>
                <a:gd name="connsiteY1277" fmla="*/ 892729 h 942137"/>
                <a:gd name="connsiteX1278" fmla="*/ 299157 w 899217"/>
                <a:gd name="connsiteY1278" fmla="*/ 890239 h 942137"/>
                <a:gd name="connsiteX1279" fmla="*/ 304272 w 899217"/>
                <a:gd name="connsiteY1279" fmla="*/ 886875 h 942137"/>
                <a:gd name="connsiteX1280" fmla="*/ 310902 w 899217"/>
                <a:gd name="connsiteY1280" fmla="*/ 882435 h 942137"/>
                <a:gd name="connsiteX1281" fmla="*/ 319854 w 899217"/>
                <a:gd name="connsiteY1281" fmla="*/ 875270 h 942137"/>
                <a:gd name="connsiteX1282" fmla="*/ 326080 w 899217"/>
                <a:gd name="connsiteY1282" fmla="*/ 871199 h 942137"/>
                <a:gd name="connsiteX1283" fmla="*/ 334191 w 899217"/>
                <a:gd name="connsiteY1283" fmla="*/ 869383 h 942137"/>
                <a:gd name="connsiteX1284" fmla="*/ 340922 w 899217"/>
                <a:gd name="connsiteY1284" fmla="*/ 867936 h 942137"/>
                <a:gd name="connsiteX1285" fmla="*/ 343682 w 899217"/>
                <a:gd name="connsiteY1285" fmla="*/ 864606 h 942137"/>
                <a:gd name="connsiteX1286" fmla="*/ 348091 w 899217"/>
                <a:gd name="connsiteY1286" fmla="*/ 861343 h 942137"/>
                <a:gd name="connsiteX1287" fmla="*/ 352230 w 899217"/>
                <a:gd name="connsiteY1287" fmla="*/ 859325 h 942137"/>
                <a:gd name="connsiteX1288" fmla="*/ 354418 w 899217"/>
                <a:gd name="connsiteY1288" fmla="*/ 859392 h 942137"/>
                <a:gd name="connsiteX1289" fmla="*/ 355865 w 899217"/>
                <a:gd name="connsiteY1289" fmla="*/ 859762 h 942137"/>
                <a:gd name="connsiteX1290" fmla="*/ 356504 w 899217"/>
                <a:gd name="connsiteY1290" fmla="*/ 861646 h 942137"/>
                <a:gd name="connsiteX1291" fmla="*/ 355562 w 899217"/>
                <a:gd name="connsiteY1291" fmla="*/ 864539 h 942137"/>
                <a:gd name="connsiteX1292" fmla="*/ 354552 w 899217"/>
                <a:gd name="connsiteY1292" fmla="*/ 866355 h 942137"/>
                <a:gd name="connsiteX1293" fmla="*/ 353374 w 899217"/>
                <a:gd name="connsiteY1293" fmla="*/ 867230 h 942137"/>
                <a:gd name="connsiteX1294" fmla="*/ 351557 w 899217"/>
                <a:gd name="connsiteY1294" fmla="*/ 869753 h 942137"/>
                <a:gd name="connsiteX1295" fmla="*/ 351119 w 899217"/>
                <a:gd name="connsiteY1295" fmla="*/ 870930 h 942137"/>
                <a:gd name="connsiteX1296" fmla="*/ 352869 w 899217"/>
                <a:gd name="connsiteY1296" fmla="*/ 873319 h 942137"/>
                <a:gd name="connsiteX1297" fmla="*/ 354620 w 899217"/>
                <a:gd name="connsiteY1297" fmla="*/ 874193 h 942137"/>
                <a:gd name="connsiteX1298" fmla="*/ 354047 w 899217"/>
                <a:gd name="connsiteY1298" fmla="*/ 877221 h 942137"/>
                <a:gd name="connsiteX1299" fmla="*/ 351018 w 899217"/>
                <a:gd name="connsiteY1299" fmla="*/ 880114 h 942137"/>
                <a:gd name="connsiteX1300" fmla="*/ 350143 w 899217"/>
                <a:gd name="connsiteY1300" fmla="*/ 883747 h 942137"/>
                <a:gd name="connsiteX1301" fmla="*/ 350143 w 899217"/>
                <a:gd name="connsiteY1301" fmla="*/ 888255 h 942137"/>
                <a:gd name="connsiteX1302" fmla="*/ 354215 w 899217"/>
                <a:gd name="connsiteY1302" fmla="*/ 890273 h 942137"/>
                <a:gd name="connsiteX1303" fmla="*/ 353913 w 899217"/>
                <a:gd name="connsiteY1303" fmla="*/ 892729 h 942137"/>
                <a:gd name="connsiteX1304" fmla="*/ 353038 w 899217"/>
                <a:gd name="connsiteY1304" fmla="*/ 895622 h 942137"/>
                <a:gd name="connsiteX1305" fmla="*/ 350446 w 899217"/>
                <a:gd name="connsiteY1305" fmla="*/ 897808 h 942137"/>
                <a:gd name="connsiteX1306" fmla="*/ 348124 w 899217"/>
                <a:gd name="connsiteY1306" fmla="*/ 899389 h 942137"/>
                <a:gd name="connsiteX1307" fmla="*/ 351153 w 899217"/>
                <a:gd name="connsiteY1307" fmla="*/ 902148 h 942137"/>
                <a:gd name="connsiteX1308" fmla="*/ 353610 w 899217"/>
                <a:gd name="connsiteY1308" fmla="*/ 904604 h 942137"/>
                <a:gd name="connsiteX1309" fmla="*/ 353610 w 899217"/>
                <a:gd name="connsiteY1309" fmla="*/ 908943 h 942137"/>
                <a:gd name="connsiteX1310" fmla="*/ 354990 w 899217"/>
                <a:gd name="connsiteY1310" fmla="*/ 914023 h 942137"/>
                <a:gd name="connsiteX1311" fmla="*/ 355360 w 899217"/>
                <a:gd name="connsiteY1311" fmla="*/ 917925 h 942137"/>
                <a:gd name="connsiteX1312" fmla="*/ 356807 w 899217"/>
                <a:gd name="connsiteY1312" fmla="*/ 925023 h 942137"/>
                <a:gd name="connsiteX1313" fmla="*/ 358557 w 899217"/>
                <a:gd name="connsiteY1313" fmla="*/ 928925 h 942137"/>
                <a:gd name="connsiteX1314" fmla="*/ 362192 w 899217"/>
                <a:gd name="connsiteY1314" fmla="*/ 932255 h 942137"/>
                <a:gd name="connsiteX1315" fmla="*/ 365524 w 899217"/>
                <a:gd name="connsiteY1315" fmla="*/ 932962 h 942137"/>
                <a:gd name="connsiteX1316" fmla="*/ 369427 w 899217"/>
                <a:gd name="connsiteY1316" fmla="*/ 933096 h 942137"/>
                <a:gd name="connsiteX1317" fmla="*/ 372759 w 899217"/>
                <a:gd name="connsiteY1317" fmla="*/ 931650 h 942137"/>
                <a:gd name="connsiteX1318" fmla="*/ 375216 w 899217"/>
                <a:gd name="connsiteY1318" fmla="*/ 928622 h 942137"/>
                <a:gd name="connsiteX1319" fmla="*/ 378851 w 899217"/>
                <a:gd name="connsiteY1319" fmla="*/ 926301 h 942137"/>
                <a:gd name="connsiteX1320" fmla="*/ 384067 w 899217"/>
                <a:gd name="connsiteY1320" fmla="*/ 926301 h 942137"/>
                <a:gd name="connsiteX1321" fmla="*/ 390596 w 899217"/>
                <a:gd name="connsiteY1321" fmla="*/ 926873 h 942137"/>
                <a:gd name="connsiteX1322" fmla="*/ 395947 w 899217"/>
                <a:gd name="connsiteY1322" fmla="*/ 931078 h 942137"/>
                <a:gd name="connsiteX1323" fmla="*/ 399582 w 899217"/>
                <a:gd name="connsiteY1323" fmla="*/ 935552 h 942137"/>
                <a:gd name="connsiteX1324" fmla="*/ 406549 w 899217"/>
                <a:gd name="connsiteY1324" fmla="*/ 941943 h 942137"/>
                <a:gd name="connsiteX1325" fmla="*/ 409140 w 899217"/>
                <a:gd name="connsiteY1325" fmla="*/ 941943 h 942137"/>
                <a:gd name="connsiteX1326" fmla="*/ 410722 w 899217"/>
                <a:gd name="connsiteY1326" fmla="*/ 939488 h 942137"/>
                <a:gd name="connsiteX1327" fmla="*/ 413178 w 899217"/>
                <a:gd name="connsiteY1327" fmla="*/ 937907 h 942137"/>
                <a:gd name="connsiteX1328" fmla="*/ 416207 w 899217"/>
                <a:gd name="connsiteY1328" fmla="*/ 937907 h 942137"/>
                <a:gd name="connsiteX1329" fmla="*/ 418832 w 899217"/>
                <a:gd name="connsiteY1329" fmla="*/ 934577 h 942137"/>
                <a:gd name="connsiteX1330" fmla="*/ 419405 w 899217"/>
                <a:gd name="connsiteY1330" fmla="*/ 931381 h 942137"/>
                <a:gd name="connsiteX1331" fmla="*/ 417520 w 899217"/>
                <a:gd name="connsiteY1331" fmla="*/ 927479 h 942137"/>
                <a:gd name="connsiteX1332" fmla="*/ 414626 w 899217"/>
                <a:gd name="connsiteY1332" fmla="*/ 924585 h 942137"/>
                <a:gd name="connsiteX1333" fmla="*/ 412169 w 899217"/>
                <a:gd name="connsiteY1333" fmla="*/ 922399 h 942137"/>
                <a:gd name="connsiteX1334" fmla="*/ 411731 w 899217"/>
                <a:gd name="connsiteY1334" fmla="*/ 916747 h 942137"/>
                <a:gd name="connsiteX1335" fmla="*/ 411866 w 899217"/>
                <a:gd name="connsiteY1335" fmla="*/ 912105 h 942137"/>
                <a:gd name="connsiteX1336" fmla="*/ 412303 w 899217"/>
                <a:gd name="connsiteY1336" fmla="*/ 906757 h 942137"/>
                <a:gd name="connsiteX1337" fmla="*/ 412606 w 899217"/>
                <a:gd name="connsiteY1337" fmla="*/ 903561 h 942137"/>
                <a:gd name="connsiteX1338" fmla="*/ 413919 w 899217"/>
                <a:gd name="connsiteY1338" fmla="*/ 899221 h 942137"/>
                <a:gd name="connsiteX1339" fmla="*/ 414356 w 899217"/>
                <a:gd name="connsiteY1339" fmla="*/ 895016 h 942137"/>
                <a:gd name="connsiteX1340" fmla="*/ 416376 w 899217"/>
                <a:gd name="connsiteY1340" fmla="*/ 891417 h 942137"/>
                <a:gd name="connsiteX1341" fmla="*/ 419135 w 899217"/>
                <a:gd name="connsiteY1341" fmla="*/ 887649 h 942137"/>
                <a:gd name="connsiteX1342" fmla="*/ 421592 w 899217"/>
                <a:gd name="connsiteY1342" fmla="*/ 885025 h 942137"/>
                <a:gd name="connsiteX1343" fmla="*/ 421155 w 899217"/>
                <a:gd name="connsiteY1343" fmla="*/ 881123 h 942137"/>
                <a:gd name="connsiteX1344" fmla="*/ 419707 w 899217"/>
                <a:gd name="connsiteY1344" fmla="*/ 877793 h 942137"/>
                <a:gd name="connsiteX1345" fmla="*/ 417957 w 899217"/>
                <a:gd name="connsiteY1345" fmla="*/ 875034 h 942137"/>
                <a:gd name="connsiteX1346" fmla="*/ 417957 w 899217"/>
                <a:gd name="connsiteY1346" fmla="*/ 871704 h 942137"/>
                <a:gd name="connsiteX1347" fmla="*/ 415501 w 899217"/>
                <a:gd name="connsiteY1347" fmla="*/ 863731 h 942137"/>
                <a:gd name="connsiteX1348" fmla="*/ 412169 w 899217"/>
                <a:gd name="connsiteY1348" fmla="*/ 856499 h 942137"/>
                <a:gd name="connsiteX1349" fmla="*/ 405068 w 899217"/>
                <a:gd name="connsiteY1349" fmla="*/ 846373 h 942137"/>
                <a:gd name="connsiteX1350" fmla="*/ 404058 w 899217"/>
                <a:gd name="connsiteY1350" fmla="*/ 838569 h 942137"/>
                <a:gd name="connsiteX1351" fmla="*/ 404058 w 899217"/>
                <a:gd name="connsiteY1351" fmla="*/ 834936 h 942137"/>
                <a:gd name="connsiteX1352" fmla="*/ 403351 w 899217"/>
                <a:gd name="connsiteY1352" fmla="*/ 830159 h 942137"/>
                <a:gd name="connsiteX1353" fmla="*/ 401164 w 899217"/>
                <a:gd name="connsiteY1353" fmla="*/ 823633 h 942137"/>
                <a:gd name="connsiteX1354" fmla="*/ 399144 w 899217"/>
                <a:gd name="connsiteY1354" fmla="*/ 819865 h 942137"/>
                <a:gd name="connsiteX1355" fmla="*/ 396822 w 899217"/>
                <a:gd name="connsiteY1355" fmla="*/ 816232 h 942137"/>
                <a:gd name="connsiteX1356" fmla="*/ 402039 w 899217"/>
                <a:gd name="connsiteY1356" fmla="*/ 812902 h 942137"/>
                <a:gd name="connsiteX1357" fmla="*/ 405808 w 899217"/>
                <a:gd name="connsiteY1357" fmla="*/ 810446 h 942137"/>
                <a:gd name="connsiteX1358" fmla="*/ 410150 w 899217"/>
                <a:gd name="connsiteY1358" fmla="*/ 803214 h 942137"/>
                <a:gd name="connsiteX1359" fmla="*/ 409409 w 899217"/>
                <a:gd name="connsiteY1359" fmla="*/ 796688 h 942137"/>
                <a:gd name="connsiteX1360" fmla="*/ 412001 w 899217"/>
                <a:gd name="connsiteY1360" fmla="*/ 790901 h 942137"/>
                <a:gd name="connsiteX1361" fmla="*/ 416476 w 899217"/>
                <a:gd name="connsiteY1361" fmla="*/ 788278 h 942137"/>
                <a:gd name="connsiteX1362" fmla="*/ 420683 w 899217"/>
                <a:gd name="connsiteY1362" fmla="*/ 788849 h 942137"/>
                <a:gd name="connsiteX1363" fmla="*/ 427078 w 899217"/>
                <a:gd name="connsiteY1363" fmla="*/ 794635 h 942137"/>
                <a:gd name="connsiteX1364" fmla="*/ 436770 w 899217"/>
                <a:gd name="connsiteY1364" fmla="*/ 795342 h 942137"/>
                <a:gd name="connsiteX1365" fmla="*/ 450670 w 899217"/>
                <a:gd name="connsiteY1365" fmla="*/ 798975 h 942137"/>
                <a:gd name="connsiteX1366" fmla="*/ 464569 w 899217"/>
                <a:gd name="connsiteY1366" fmla="*/ 803886 h 942137"/>
                <a:gd name="connsiteX1367" fmla="*/ 470357 w 899217"/>
                <a:gd name="connsiteY1367" fmla="*/ 797226 h 942137"/>
                <a:gd name="connsiteX1368" fmla="*/ 476584 w 899217"/>
                <a:gd name="connsiteY1368" fmla="*/ 788984 h 942137"/>
                <a:gd name="connsiteX1369" fmla="*/ 480925 w 899217"/>
                <a:gd name="connsiteY1369" fmla="*/ 778556 h 942137"/>
                <a:gd name="connsiteX1370" fmla="*/ 492368 w 899217"/>
                <a:gd name="connsiteY1370" fmla="*/ 768699 h 942137"/>
                <a:gd name="connsiteX1371" fmla="*/ 496844 w 899217"/>
                <a:gd name="connsiteY1371" fmla="*/ 761299 h 942137"/>
                <a:gd name="connsiteX1372" fmla="*/ 503373 w 899217"/>
                <a:gd name="connsiteY1372" fmla="*/ 762745 h 942137"/>
                <a:gd name="connsiteX1373" fmla="*/ 512224 w 899217"/>
                <a:gd name="connsiteY1373" fmla="*/ 765638 h 942137"/>
                <a:gd name="connsiteX1374" fmla="*/ 517878 w 899217"/>
                <a:gd name="connsiteY1374" fmla="*/ 771727 h 942137"/>
                <a:gd name="connsiteX1375" fmla="*/ 528681 w 899217"/>
                <a:gd name="connsiteY1375" fmla="*/ 778320 h 942137"/>
                <a:gd name="connsiteX1376" fmla="*/ 533460 w 899217"/>
                <a:gd name="connsiteY1376" fmla="*/ 783602 h 942137"/>
                <a:gd name="connsiteX1377" fmla="*/ 538676 w 899217"/>
                <a:gd name="connsiteY1377" fmla="*/ 788109 h 942137"/>
                <a:gd name="connsiteX1378" fmla="*/ 539383 w 899217"/>
                <a:gd name="connsiteY1378" fmla="*/ 792953 h 942137"/>
                <a:gd name="connsiteX1379" fmla="*/ 536994 w 899217"/>
                <a:gd name="connsiteY1379" fmla="*/ 796654 h 942137"/>
                <a:gd name="connsiteX1380" fmla="*/ 541402 w 899217"/>
                <a:gd name="connsiteY1380" fmla="*/ 797730 h 942137"/>
                <a:gd name="connsiteX1381" fmla="*/ 545676 w 899217"/>
                <a:gd name="connsiteY1381" fmla="*/ 802877 h 942137"/>
                <a:gd name="connsiteX1382" fmla="*/ 549479 w 899217"/>
                <a:gd name="connsiteY1382" fmla="*/ 802877 h 942137"/>
                <a:gd name="connsiteX1383" fmla="*/ 554629 w 899217"/>
                <a:gd name="connsiteY1383" fmla="*/ 802406 h 942137"/>
                <a:gd name="connsiteX1384" fmla="*/ 557927 w 899217"/>
                <a:gd name="connsiteY1384" fmla="*/ 800960 h 942137"/>
                <a:gd name="connsiteX1385" fmla="*/ 561932 w 899217"/>
                <a:gd name="connsiteY1385" fmla="*/ 799311 h 942137"/>
                <a:gd name="connsiteX1386" fmla="*/ 567316 w 899217"/>
                <a:gd name="connsiteY1386" fmla="*/ 796553 h 942137"/>
                <a:gd name="connsiteX1387" fmla="*/ 569874 w 899217"/>
                <a:gd name="connsiteY1387" fmla="*/ 794602 h 942137"/>
                <a:gd name="connsiteX1388" fmla="*/ 570682 w 899217"/>
                <a:gd name="connsiteY1388" fmla="*/ 793189 h 942137"/>
                <a:gd name="connsiteX1389" fmla="*/ 570244 w 899217"/>
                <a:gd name="connsiteY1389" fmla="*/ 787537 h 942137"/>
                <a:gd name="connsiteX1390" fmla="*/ 571725 w 899217"/>
                <a:gd name="connsiteY1390" fmla="*/ 783366 h 942137"/>
                <a:gd name="connsiteX1391" fmla="*/ 574754 w 899217"/>
                <a:gd name="connsiteY1391" fmla="*/ 779330 h 942137"/>
                <a:gd name="connsiteX1392" fmla="*/ 579533 w 899217"/>
                <a:gd name="connsiteY1392" fmla="*/ 774216 h 942137"/>
                <a:gd name="connsiteX1393" fmla="*/ 582293 w 899217"/>
                <a:gd name="connsiteY1393" fmla="*/ 771323 h 942137"/>
                <a:gd name="connsiteX1394" fmla="*/ 584682 w 899217"/>
                <a:gd name="connsiteY1394" fmla="*/ 770516 h 942137"/>
                <a:gd name="connsiteX1395" fmla="*/ 587947 w 899217"/>
                <a:gd name="connsiteY1395" fmla="*/ 771323 h 942137"/>
                <a:gd name="connsiteX1396" fmla="*/ 592086 w 899217"/>
                <a:gd name="connsiteY1396" fmla="*/ 775226 h 942137"/>
                <a:gd name="connsiteX1397" fmla="*/ 596091 w 899217"/>
                <a:gd name="connsiteY1397" fmla="*/ 778690 h 942137"/>
                <a:gd name="connsiteX1398" fmla="*/ 598144 w 899217"/>
                <a:gd name="connsiteY1398" fmla="*/ 782155 h 942137"/>
                <a:gd name="connsiteX1399" fmla="*/ 602048 w 899217"/>
                <a:gd name="connsiteY1399" fmla="*/ 787807 h 942137"/>
                <a:gd name="connsiteX1400" fmla="*/ 604707 w 899217"/>
                <a:gd name="connsiteY1400" fmla="*/ 788883 h 942137"/>
                <a:gd name="connsiteX1401" fmla="*/ 607298 w 899217"/>
                <a:gd name="connsiteY1401" fmla="*/ 788883 h 942137"/>
                <a:gd name="connsiteX1402" fmla="*/ 610361 w 899217"/>
                <a:gd name="connsiteY1402" fmla="*/ 787403 h 942137"/>
                <a:gd name="connsiteX1403" fmla="*/ 612649 w 899217"/>
                <a:gd name="connsiteY1403" fmla="*/ 784644 h 942137"/>
                <a:gd name="connsiteX1404" fmla="*/ 616015 w 899217"/>
                <a:gd name="connsiteY1404" fmla="*/ 775831 h 942137"/>
                <a:gd name="connsiteX1405" fmla="*/ 616015 w 899217"/>
                <a:gd name="connsiteY1405" fmla="*/ 770079 h 942137"/>
                <a:gd name="connsiteX1406" fmla="*/ 615039 w 899217"/>
                <a:gd name="connsiteY1406" fmla="*/ 763653 h 942137"/>
                <a:gd name="connsiteX1407" fmla="*/ 615914 w 899217"/>
                <a:gd name="connsiteY1407" fmla="*/ 759314 h 942137"/>
                <a:gd name="connsiteX1408" fmla="*/ 618640 w 899217"/>
                <a:gd name="connsiteY1408" fmla="*/ 758338 h 942137"/>
                <a:gd name="connsiteX1409" fmla="*/ 619851 w 899217"/>
                <a:gd name="connsiteY1409" fmla="*/ 758574 h 942137"/>
                <a:gd name="connsiteX1410" fmla="*/ 624092 w 899217"/>
                <a:gd name="connsiteY1410" fmla="*/ 761736 h 942137"/>
                <a:gd name="connsiteX1411" fmla="*/ 628332 w 899217"/>
                <a:gd name="connsiteY1411" fmla="*/ 766748 h 942137"/>
                <a:gd name="connsiteX1412" fmla="*/ 630284 w 899217"/>
                <a:gd name="connsiteY1412" fmla="*/ 770785 h 942137"/>
                <a:gd name="connsiteX1413" fmla="*/ 633650 w 899217"/>
                <a:gd name="connsiteY1413" fmla="*/ 775360 h 942137"/>
                <a:gd name="connsiteX1414" fmla="*/ 639203 w 899217"/>
                <a:gd name="connsiteY1414" fmla="*/ 779801 h 942137"/>
                <a:gd name="connsiteX1415" fmla="*/ 644857 w 899217"/>
                <a:gd name="connsiteY1415" fmla="*/ 784039 h 942137"/>
                <a:gd name="connsiteX1416" fmla="*/ 650073 w 899217"/>
                <a:gd name="connsiteY1416" fmla="*/ 789690 h 942137"/>
                <a:gd name="connsiteX1417" fmla="*/ 651386 w 899217"/>
                <a:gd name="connsiteY1417" fmla="*/ 793391 h 942137"/>
                <a:gd name="connsiteX1418" fmla="*/ 653573 w 899217"/>
                <a:gd name="connsiteY1418" fmla="*/ 796755 h 942137"/>
                <a:gd name="connsiteX1419" fmla="*/ 658150 w 899217"/>
                <a:gd name="connsiteY1419" fmla="*/ 798067 h 942137"/>
                <a:gd name="connsiteX1420" fmla="*/ 661516 w 899217"/>
                <a:gd name="connsiteY1420" fmla="*/ 798067 h 942137"/>
                <a:gd name="connsiteX1421" fmla="*/ 662828 w 899217"/>
                <a:gd name="connsiteY1421" fmla="*/ 797091 h 942137"/>
                <a:gd name="connsiteX1422" fmla="*/ 664578 w 899217"/>
                <a:gd name="connsiteY1422" fmla="*/ 793492 h 942137"/>
                <a:gd name="connsiteX1423" fmla="*/ 666530 w 899217"/>
                <a:gd name="connsiteY1423" fmla="*/ 788042 h 942137"/>
                <a:gd name="connsiteX1424" fmla="*/ 666530 w 899217"/>
                <a:gd name="connsiteY1424" fmla="*/ 784577 h 942137"/>
                <a:gd name="connsiteX1425" fmla="*/ 666530 w 899217"/>
                <a:gd name="connsiteY1425" fmla="*/ 779363 h 942137"/>
                <a:gd name="connsiteX1426" fmla="*/ 666530 w 899217"/>
                <a:gd name="connsiteY1426" fmla="*/ 775226 h 942137"/>
                <a:gd name="connsiteX1427" fmla="*/ 668213 w 899217"/>
                <a:gd name="connsiteY1427" fmla="*/ 768699 h 942137"/>
                <a:gd name="connsiteX1428" fmla="*/ 672723 w 899217"/>
                <a:gd name="connsiteY1428" fmla="*/ 766210 h 942137"/>
                <a:gd name="connsiteX1429" fmla="*/ 679252 w 899217"/>
                <a:gd name="connsiteY1429" fmla="*/ 766109 h 942137"/>
                <a:gd name="connsiteX1430" fmla="*/ 684367 w 899217"/>
                <a:gd name="connsiteY1430" fmla="*/ 771424 h 942137"/>
                <a:gd name="connsiteX1431" fmla="*/ 685814 w 899217"/>
                <a:gd name="connsiteY1431" fmla="*/ 774519 h 942137"/>
                <a:gd name="connsiteX1432" fmla="*/ 687564 w 899217"/>
                <a:gd name="connsiteY1432" fmla="*/ 780103 h 942137"/>
                <a:gd name="connsiteX1433" fmla="*/ 692713 w 899217"/>
                <a:gd name="connsiteY1433" fmla="*/ 781483 h 942137"/>
                <a:gd name="connsiteX1434" fmla="*/ 697863 w 899217"/>
                <a:gd name="connsiteY1434" fmla="*/ 781483 h 942137"/>
                <a:gd name="connsiteX1435" fmla="*/ 701699 w 899217"/>
                <a:gd name="connsiteY1435" fmla="*/ 778421 h 942137"/>
                <a:gd name="connsiteX1436" fmla="*/ 704964 w 899217"/>
                <a:gd name="connsiteY1436" fmla="*/ 775596 h 942137"/>
                <a:gd name="connsiteX1437" fmla="*/ 705334 w 899217"/>
                <a:gd name="connsiteY1437" fmla="*/ 770953 h 942137"/>
                <a:gd name="connsiteX1438" fmla="*/ 708464 w 899217"/>
                <a:gd name="connsiteY1438" fmla="*/ 767757 h 942137"/>
                <a:gd name="connsiteX1439" fmla="*/ 711223 w 899217"/>
                <a:gd name="connsiteY1439" fmla="*/ 765672 h 942137"/>
                <a:gd name="connsiteX1440" fmla="*/ 714387 w 899217"/>
                <a:gd name="connsiteY1440" fmla="*/ 767186 h 942137"/>
                <a:gd name="connsiteX1441" fmla="*/ 716137 w 899217"/>
                <a:gd name="connsiteY1441" fmla="*/ 768060 h 942137"/>
                <a:gd name="connsiteX1442" fmla="*/ 723104 w 899217"/>
                <a:gd name="connsiteY1442" fmla="*/ 768060 h 942137"/>
                <a:gd name="connsiteX1443" fmla="*/ 727748 w 899217"/>
                <a:gd name="connsiteY1443" fmla="*/ 768060 h 942137"/>
                <a:gd name="connsiteX1444" fmla="*/ 733839 w 899217"/>
                <a:gd name="connsiteY1444" fmla="*/ 766748 h 942137"/>
                <a:gd name="connsiteX1445" fmla="*/ 736162 w 899217"/>
                <a:gd name="connsiteY1445" fmla="*/ 763990 h 942137"/>
                <a:gd name="connsiteX1446" fmla="*/ 742556 w 899217"/>
                <a:gd name="connsiteY1446" fmla="*/ 758776 h 942137"/>
                <a:gd name="connsiteX1447" fmla="*/ 746897 w 899217"/>
                <a:gd name="connsiteY1447" fmla="*/ 758776 h 942137"/>
                <a:gd name="connsiteX1448" fmla="*/ 750094 w 899217"/>
                <a:gd name="connsiteY1448" fmla="*/ 753259 h 942137"/>
                <a:gd name="connsiteX1449" fmla="*/ 750094 w 899217"/>
                <a:gd name="connsiteY1449" fmla="*/ 750366 h 942137"/>
                <a:gd name="connsiteX1450" fmla="*/ 747066 w 899217"/>
                <a:gd name="connsiteY1450" fmla="*/ 746901 h 942137"/>
                <a:gd name="connsiteX1451" fmla="*/ 743734 w 899217"/>
                <a:gd name="connsiteY1451" fmla="*/ 742831 h 942137"/>
                <a:gd name="connsiteX1452" fmla="*/ 742589 w 899217"/>
                <a:gd name="connsiteY1452" fmla="*/ 736473 h 942137"/>
                <a:gd name="connsiteX1453" fmla="*/ 749825 w 899217"/>
                <a:gd name="connsiteY1453" fmla="*/ 734454 h 942137"/>
                <a:gd name="connsiteX1454" fmla="*/ 756186 w 899217"/>
                <a:gd name="connsiteY1454" fmla="*/ 731696 h 942137"/>
                <a:gd name="connsiteX1455" fmla="*/ 762850 w 899217"/>
                <a:gd name="connsiteY1455" fmla="*/ 727491 h 942137"/>
                <a:gd name="connsiteX1456" fmla="*/ 770085 w 899217"/>
                <a:gd name="connsiteY1456" fmla="*/ 722848 h 942137"/>
                <a:gd name="connsiteX1457" fmla="*/ 776480 w 899217"/>
                <a:gd name="connsiteY1457" fmla="*/ 722848 h 942137"/>
                <a:gd name="connsiteX1458" fmla="*/ 782268 w 899217"/>
                <a:gd name="connsiteY1458" fmla="*/ 728634 h 942137"/>
                <a:gd name="connsiteX1459" fmla="*/ 784288 w 899217"/>
                <a:gd name="connsiteY1459" fmla="*/ 722848 h 942137"/>
                <a:gd name="connsiteX1460" fmla="*/ 786038 w 899217"/>
                <a:gd name="connsiteY1460" fmla="*/ 723151 h 942137"/>
                <a:gd name="connsiteX1461" fmla="*/ 791826 w 899217"/>
                <a:gd name="connsiteY1461" fmla="*/ 722008 h 942137"/>
                <a:gd name="connsiteX1462" fmla="*/ 791826 w 899217"/>
                <a:gd name="connsiteY1462" fmla="*/ 713329 h 942137"/>
                <a:gd name="connsiteX1463" fmla="*/ 792802 w 899217"/>
                <a:gd name="connsiteY1463" fmla="*/ 711075 h 942137"/>
                <a:gd name="connsiteX1464" fmla="*/ 797547 w 899217"/>
                <a:gd name="connsiteY1464" fmla="*/ 713766 h 942137"/>
                <a:gd name="connsiteX1465" fmla="*/ 814745 w 899217"/>
                <a:gd name="connsiteY1465" fmla="*/ 733041 h 942137"/>
                <a:gd name="connsiteX1466" fmla="*/ 820130 w 899217"/>
                <a:gd name="connsiteY1466" fmla="*/ 733613 h 942137"/>
                <a:gd name="connsiteX1467" fmla="*/ 821072 w 899217"/>
                <a:gd name="connsiteY1467" fmla="*/ 731292 h 94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Lst>
              <a:rect l="l" t="t" r="r" b="b"/>
              <a:pathLst>
                <a:path w="899217" h="942137">
                  <a:moveTo>
                    <a:pt x="821072" y="731292"/>
                  </a:moveTo>
                  <a:lnTo>
                    <a:pt x="824269" y="727524"/>
                  </a:lnTo>
                  <a:lnTo>
                    <a:pt x="827736" y="724934"/>
                  </a:lnTo>
                  <a:lnTo>
                    <a:pt x="831640" y="721167"/>
                  </a:lnTo>
                  <a:cubicBezTo>
                    <a:pt x="831640" y="721167"/>
                    <a:pt x="833389" y="717096"/>
                    <a:pt x="834534" y="716524"/>
                  </a:cubicBezTo>
                  <a:cubicBezTo>
                    <a:pt x="835678" y="715953"/>
                    <a:pt x="841500" y="714203"/>
                    <a:pt x="841500" y="714203"/>
                  </a:cubicBezTo>
                  <a:lnTo>
                    <a:pt x="842510" y="715953"/>
                  </a:lnTo>
                  <a:cubicBezTo>
                    <a:pt x="842510" y="715953"/>
                    <a:pt x="844092" y="715818"/>
                    <a:pt x="844529" y="715650"/>
                  </a:cubicBezTo>
                  <a:cubicBezTo>
                    <a:pt x="844967" y="715515"/>
                    <a:pt x="846279" y="712757"/>
                    <a:pt x="846279" y="712757"/>
                  </a:cubicBezTo>
                  <a:lnTo>
                    <a:pt x="844698" y="711613"/>
                  </a:lnTo>
                  <a:lnTo>
                    <a:pt x="843250" y="709864"/>
                  </a:lnTo>
                  <a:lnTo>
                    <a:pt x="843688" y="707543"/>
                  </a:lnTo>
                  <a:lnTo>
                    <a:pt x="845135" y="706399"/>
                  </a:lnTo>
                  <a:lnTo>
                    <a:pt x="849039" y="705255"/>
                  </a:lnTo>
                  <a:lnTo>
                    <a:pt x="854827" y="702497"/>
                  </a:lnTo>
                  <a:cubicBezTo>
                    <a:pt x="854827" y="702497"/>
                    <a:pt x="859304" y="699032"/>
                    <a:pt x="859909" y="699032"/>
                  </a:cubicBezTo>
                  <a:cubicBezTo>
                    <a:pt x="860482" y="699032"/>
                    <a:pt x="864116" y="696408"/>
                    <a:pt x="864116" y="696408"/>
                  </a:cubicBezTo>
                  <a:lnTo>
                    <a:pt x="865126" y="693078"/>
                  </a:lnTo>
                  <a:lnTo>
                    <a:pt x="866135" y="693078"/>
                  </a:lnTo>
                  <a:cubicBezTo>
                    <a:pt x="866135" y="693078"/>
                    <a:pt x="869602" y="694087"/>
                    <a:pt x="870208" y="694524"/>
                  </a:cubicBezTo>
                  <a:cubicBezTo>
                    <a:pt x="870780" y="694961"/>
                    <a:pt x="873540" y="697282"/>
                    <a:pt x="873540" y="697282"/>
                  </a:cubicBezTo>
                  <a:cubicBezTo>
                    <a:pt x="873540" y="697282"/>
                    <a:pt x="874852" y="698729"/>
                    <a:pt x="875996" y="699301"/>
                  </a:cubicBezTo>
                  <a:cubicBezTo>
                    <a:pt x="877140" y="699873"/>
                    <a:pt x="878891" y="700310"/>
                    <a:pt x="878891" y="700310"/>
                  </a:cubicBezTo>
                  <a:lnTo>
                    <a:pt x="881213" y="700613"/>
                  </a:lnTo>
                  <a:cubicBezTo>
                    <a:pt x="881213" y="700613"/>
                    <a:pt x="883838" y="698863"/>
                    <a:pt x="885117" y="697720"/>
                  </a:cubicBezTo>
                  <a:cubicBezTo>
                    <a:pt x="886429" y="696576"/>
                    <a:pt x="888011" y="694255"/>
                    <a:pt x="888751" y="693952"/>
                  </a:cubicBezTo>
                  <a:cubicBezTo>
                    <a:pt x="889492" y="693650"/>
                    <a:pt x="890569" y="691934"/>
                    <a:pt x="890569" y="691934"/>
                  </a:cubicBezTo>
                  <a:lnTo>
                    <a:pt x="891376" y="688032"/>
                  </a:lnTo>
                  <a:lnTo>
                    <a:pt x="891376" y="685273"/>
                  </a:lnTo>
                  <a:lnTo>
                    <a:pt x="891376" y="681203"/>
                  </a:lnTo>
                  <a:lnTo>
                    <a:pt x="891376" y="678310"/>
                  </a:lnTo>
                  <a:lnTo>
                    <a:pt x="894843" y="675282"/>
                  </a:lnTo>
                  <a:lnTo>
                    <a:pt x="894708" y="671212"/>
                  </a:lnTo>
                  <a:lnTo>
                    <a:pt x="894136" y="666872"/>
                  </a:lnTo>
                  <a:cubicBezTo>
                    <a:pt x="894136" y="666872"/>
                    <a:pt x="894574" y="663676"/>
                    <a:pt x="895146" y="663104"/>
                  </a:cubicBezTo>
                  <a:cubicBezTo>
                    <a:pt x="895718" y="662533"/>
                    <a:pt x="897905" y="659203"/>
                    <a:pt x="897905" y="659203"/>
                  </a:cubicBezTo>
                  <a:lnTo>
                    <a:pt x="899218" y="656881"/>
                  </a:lnTo>
                  <a:lnTo>
                    <a:pt x="896021" y="654123"/>
                  </a:lnTo>
                  <a:lnTo>
                    <a:pt x="891679" y="650658"/>
                  </a:lnTo>
                  <a:lnTo>
                    <a:pt x="889357" y="649952"/>
                  </a:lnTo>
                  <a:lnTo>
                    <a:pt x="889054" y="647058"/>
                  </a:lnTo>
                  <a:lnTo>
                    <a:pt x="889761" y="644603"/>
                  </a:lnTo>
                  <a:lnTo>
                    <a:pt x="890198" y="641575"/>
                  </a:lnTo>
                  <a:lnTo>
                    <a:pt x="889323" y="639389"/>
                  </a:lnTo>
                  <a:lnTo>
                    <a:pt x="886867" y="637942"/>
                  </a:lnTo>
                  <a:lnTo>
                    <a:pt x="883669" y="633737"/>
                  </a:lnTo>
                  <a:lnTo>
                    <a:pt x="881919" y="629397"/>
                  </a:lnTo>
                  <a:cubicBezTo>
                    <a:pt x="881919" y="629397"/>
                    <a:pt x="882054" y="627077"/>
                    <a:pt x="880607" y="625933"/>
                  </a:cubicBezTo>
                  <a:cubicBezTo>
                    <a:pt x="879160" y="624789"/>
                    <a:pt x="877140" y="623174"/>
                    <a:pt x="876568" y="623174"/>
                  </a:cubicBezTo>
                  <a:cubicBezTo>
                    <a:pt x="875996" y="623174"/>
                    <a:pt x="875256" y="622165"/>
                    <a:pt x="874549" y="623174"/>
                  </a:cubicBezTo>
                  <a:cubicBezTo>
                    <a:pt x="873809" y="624184"/>
                    <a:pt x="871924" y="625361"/>
                    <a:pt x="871924" y="625361"/>
                  </a:cubicBezTo>
                  <a:lnTo>
                    <a:pt x="868727" y="626942"/>
                  </a:lnTo>
                  <a:lnTo>
                    <a:pt x="867717" y="629835"/>
                  </a:lnTo>
                  <a:lnTo>
                    <a:pt x="866708" y="631854"/>
                  </a:lnTo>
                  <a:lnTo>
                    <a:pt x="865563" y="635621"/>
                  </a:lnTo>
                  <a:lnTo>
                    <a:pt x="862938" y="636193"/>
                  </a:lnTo>
                  <a:lnTo>
                    <a:pt x="860751" y="635486"/>
                  </a:lnTo>
                  <a:cubicBezTo>
                    <a:pt x="860751" y="635486"/>
                    <a:pt x="859606" y="632862"/>
                    <a:pt x="858294" y="632728"/>
                  </a:cubicBezTo>
                  <a:cubicBezTo>
                    <a:pt x="856981" y="632594"/>
                    <a:pt x="855534" y="632156"/>
                    <a:pt x="855534" y="632156"/>
                  </a:cubicBezTo>
                  <a:lnTo>
                    <a:pt x="851327" y="631854"/>
                  </a:lnTo>
                  <a:lnTo>
                    <a:pt x="847255" y="633098"/>
                  </a:lnTo>
                  <a:lnTo>
                    <a:pt x="843486" y="634040"/>
                  </a:lnTo>
                  <a:lnTo>
                    <a:pt x="841736" y="634040"/>
                  </a:lnTo>
                  <a:lnTo>
                    <a:pt x="839111" y="628960"/>
                  </a:lnTo>
                  <a:cubicBezTo>
                    <a:pt x="839111" y="628960"/>
                    <a:pt x="837226" y="627817"/>
                    <a:pt x="836789" y="627649"/>
                  </a:cubicBezTo>
                  <a:cubicBezTo>
                    <a:pt x="836351" y="627514"/>
                    <a:pt x="833154" y="628792"/>
                    <a:pt x="833154" y="628792"/>
                  </a:cubicBezTo>
                  <a:cubicBezTo>
                    <a:pt x="833154" y="628792"/>
                    <a:pt x="830832" y="631685"/>
                    <a:pt x="830697" y="632123"/>
                  </a:cubicBezTo>
                  <a:cubicBezTo>
                    <a:pt x="830563" y="632560"/>
                    <a:pt x="828072" y="634443"/>
                    <a:pt x="828072" y="634443"/>
                  </a:cubicBezTo>
                  <a:lnTo>
                    <a:pt x="826490" y="637202"/>
                  </a:lnTo>
                  <a:lnTo>
                    <a:pt x="824471" y="639523"/>
                  </a:lnTo>
                  <a:lnTo>
                    <a:pt x="822149" y="637202"/>
                  </a:lnTo>
                  <a:cubicBezTo>
                    <a:pt x="822149" y="637202"/>
                    <a:pt x="821442" y="636025"/>
                    <a:pt x="821005" y="635890"/>
                  </a:cubicBezTo>
                  <a:cubicBezTo>
                    <a:pt x="820567" y="635755"/>
                    <a:pt x="817101" y="632425"/>
                    <a:pt x="817101" y="632425"/>
                  </a:cubicBezTo>
                  <a:lnTo>
                    <a:pt x="814509" y="630979"/>
                  </a:lnTo>
                  <a:lnTo>
                    <a:pt x="811884" y="630609"/>
                  </a:lnTo>
                  <a:lnTo>
                    <a:pt x="807543" y="630542"/>
                  </a:lnTo>
                  <a:lnTo>
                    <a:pt x="803471" y="630542"/>
                  </a:lnTo>
                  <a:lnTo>
                    <a:pt x="800408" y="629532"/>
                  </a:lnTo>
                  <a:lnTo>
                    <a:pt x="797379" y="627211"/>
                  </a:lnTo>
                  <a:lnTo>
                    <a:pt x="793980" y="624453"/>
                  </a:lnTo>
                  <a:lnTo>
                    <a:pt x="792163" y="622703"/>
                  </a:lnTo>
                  <a:lnTo>
                    <a:pt x="792163" y="620988"/>
                  </a:lnTo>
                  <a:lnTo>
                    <a:pt x="793913" y="619844"/>
                  </a:lnTo>
                  <a:lnTo>
                    <a:pt x="795360" y="618263"/>
                  </a:lnTo>
                  <a:lnTo>
                    <a:pt x="796672" y="617119"/>
                  </a:lnTo>
                  <a:lnTo>
                    <a:pt x="798557" y="616110"/>
                  </a:lnTo>
                  <a:lnTo>
                    <a:pt x="800004" y="613352"/>
                  </a:lnTo>
                  <a:lnTo>
                    <a:pt x="800307" y="611030"/>
                  </a:lnTo>
                  <a:lnTo>
                    <a:pt x="799297" y="608709"/>
                  </a:lnTo>
                  <a:lnTo>
                    <a:pt x="796975" y="606960"/>
                  </a:lnTo>
                  <a:lnTo>
                    <a:pt x="797278" y="601174"/>
                  </a:lnTo>
                  <a:lnTo>
                    <a:pt x="797985" y="597406"/>
                  </a:lnTo>
                  <a:lnTo>
                    <a:pt x="794350" y="591889"/>
                  </a:lnTo>
                  <a:lnTo>
                    <a:pt x="789134" y="588862"/>
                  </a:lnTo>
                  <a:cubicBezTo>
                    <a:pt x="789134" y="588862"/>
                    <a:pt x="783917" y="586843"/>
                    <a:pt x="783480" y="586541"/>
                  </a:cubicBezTo>
                  <a:cubicBezTo>
                    <a:pt x="783042" y="586238"/>
                    <a:pt x="776682" y="588122"/>
                    <a:pt x="776682" y="588122"/>
                  </a:cubicBezTo>
                  <a:lnTo>
                    <a:pt x="772340" y="588256"/>
                  </a:lnTo>
                  <a:cubicBezTo>
                    <a:pt x="772340" y="588256"/>
                    <a:pt x="768436" y="589266"/>
                    <a:pt x="767864" y="589266"/>
                  </a:cubicBezTo>
                  <a:cubicBezTo>
                    <a:pt x="767292" y="589266"/>
                    <a:pt x="766114" y="589703"/>
                    <a:pt x="765542" y="589131"/>
                  </a:cubicBezTo>
                  <a:cubicBezTo>
                    <a:pt x="764970" y="588559"/>
                    <a:pt x="762648" y="586911"/>
                    <a:pt x="762075" y="586507"/>
                  </a:cubicBezTo>
                  <a:cubicBezTo>
                    <a:pt x="761503" y="586104"/>
                    <a:pt x="760191" y="585666"/>
                    <a:pt x="759450" y="585363"/>
                  </a:cubicBezTo>
                  <a:cubicBezTo>
                    <a:pt x="758710" y="585061"/>
                    <a:pt x="758878" y="585666"/>
                    <a:pt x="756119" y="585363"/>
                  </a:cubicBezTo>
                  <a:cubicBezTo>
                    <a:pt x="753359" y="585061"/>
                    <a:pt x="752046" y="585935"/>
                    <a:pt x="752046" y="585935"/>
                  </a:cubicBezTo>
                  <a:lnTo>
                    <a:pt x="748075" y="588694"/>
                  </a:lnTo>
                  <a:lnTo>
                    <a:pt x="746998" y="592764"/>
                  </a:lnTo>
                  <a:lnTo>
                    <a:pt x="746998" y="600165"/>
                  </a:lnTo>
                  <a:lnTo>
                    <a:pt x="741041" y="599290"/>
                  </a:lnTo>
                  <a:lnTo>
                    <a:pt x="738888" y="594648"/>
                  </a:lnTo>
                  <a:lnTo>
                    <a:pt x="735253" y="591183"/>
                  </a:lnTo>
                  <a:lnTo>
                    <a:pt x="732056" y="588727"/>
                  </a:lnTo>
                  <a:cubicBezTo>
                    <a:pt x="732056" y="588727"/>
                    <a:pt x="730171" y="586709"/>
                    <a:pt x="730036" y="586104"/>
                  </a:cubicBezTo>
                  <a:cubicBezTo>
                    <a:pt x="729902" y="585531"/>
                    <a:pt x="727849" y="582470"/>
                    <a:pt x="727849" y="582470"/>
                  </a:cubicBezTo>
                  <a:cubicBezTo>
                    <a:pt x="727849" y="582470"/>
                    <a:pt x="726536" y="579140"/>
                    <a:pt x="726671" y="578568"/>
                  </a:cubicBezTo>
                  <a:cubicBezTo>
                    <a:pt x="726805" y="577996"/>
                    <a:pt x="727849" y="575675"/>
                    <a:pt x="727849" y="575675"/>
                  </a:cubicBezTo>
                  <a:lnTo>
                    <a:pt x="726099" y="572479"/>
                  </a:lnTo>
                  <a:lnTo>
                    <a:pt x="726099" y="570595"/>
                  </a:lnTo>
                  <a:cubicBezTo>
                    <a:pt x="726099" y="570595"/>
                    <a:pt x="724349" y="569586"/>
                    <a:pt x="724349" y="569149"/>
                  </a:cubicBezTo>
                  <a:cubicBezTo>
                    <a:pt x="724349" y="568712"/>
                    <a:pt x="724349" y="567131"/>
                    <a:pt x="724349" y="567131"/>
                  </a:cubicBezTo>
                  <a:cubicBezTo>
                    <a:pt x="724349" y="567131"/>
                    <a:pt x="724853" y="564675"/>
                    <a:pt x="724988" y="564238"/>
                  </a:cubicBezTo>
                  <a:cubicBezTo>
                    <a:pt x="725123" y="563800"/>
                    <a:pt x="726065" y="562219"/>
                    <a:pt x="726065" y="561647"/>
                  </a:cubicBezTo>
                  <a:cubicBezTo>
                    <a:pt x="726065" y="561076"/>
                    <a:pt x="726065" y="558452"/>
                    <a:pt x="726065" y="558452"/>
                  </a:cubicBezTo>
                  <a:lnTo>
                    <a:pt x="726772" y="556871"/>
                  </a:lnTo>
                  <a:cubicBezTo>
                    <a:pt x="726772" y="556871"/>
                    <a:pt x="728656" y="555996"/>
                    <a:pt x="729094" y="555424"/>
                  </a:cubicBezTo>
                  <a:cubicBezTo>
                    <a:pt x="729531" y="554852"/>
                    <a:pt x="729666" y="554987"/>
                    <a:pt x="730407" y="554415"/>
                  </a:cubicBezTo>
                  <a:cubicBezTo>
                    <a:pt x="731113" y="553843"/>
                    <a:pt x="734546" y="552834"/>
                    <a:pt x="734546" y="552834"/>
                  </a:cubicBezTo>
                  <a:lnTo>
                    <a:pt x="732291" y="550075"/>
                  </a:lnTo>
                  <a:lnTo>
                    <a:pt x="732796" y="545870"/>
                  </a:lnTo>
                  <a:cubicBezTo>
                    <a:pt x="732796" y="545870"/>
                    <a:pt x="734108" y="541733"/>
                    <a:pt x="734546" y="540858"/>
                  </a:cubicBezTo>
                  <a:cubicBezTo>
                    <a:pt x="734983" y="539983"/>
                    <a:pt x="735421" y="538470"/>
                    <a:pt x="736498" y="537595"/>
                  </a:cubicBezTo>
                  <a:cubicBezTo>
                    <a:pt x="737575" y="536721"/>
                    <a:pt x="740200" y="535409"/>
                    <a:pt x="741950" y="534332"/>
                  </a:cubicBezTo>
                  <a:cubicBezTo>
                    <a:pt x="743700" y="533256"/>
                    <a:pt x="746089" y="530632"/>
                    <a:pt x="746089" y="530632"/>
                  </a:cubicBezTo>
                  <a:lnTo>
                    <a:pt x="746965" y="528041"/>
                  </a:lnTo>
                  <a:lnTo>
                    <a:pt x="747604" y="521953"/>
                  </a:lnTo>
                  <a:lnTo>
                    <a:pt x="746291" y="520203"/>
                  </a:lnTo>
                  <a:lnTo>
                    <a:pt x="744541" y="516940"/>
                  </a:lnTo>
                  <a:cubicBezTo>
                    <a:pt x="744541" y="516940"/>
                    <a:pt x="741714" y="511928"/>
                    <a:pt x="741512" y="510852"/>
                  </a:cubicBezTo>
                  <a:cubicBezTo>
                    <a:pt x="741311" y="509775"/>
                    <a:pt x="743027" y="509540"/>
                    <a:pt x="743902" y="509540"/>
                  </a:cubicBezTo>
                  <a:cubicBezTo>
                    <a:pt x="744777" y="509540"/>
                    <a:pt x="748243" y="510852"/>
                    <a:pt x="749994" y="511726"/>
                  </a:cubicBezTo>
                  <a:cubicBezTo>
                    <a:pt x="751744" y="512601"/>
                    <a:pt x="753258" y="508900"/>
                    <a:pt x="753258" y="508900"/>
                  </a:cubicBezTo>
                  <a:lnTo>
                    <a:pt x="756085" y="507387"/>
                  </a:lnTo>
                  <a:cubicBezTo>
                    <a:pt x="756085" y="507387"/>
                    <a:pt x="758273" y="506075"/>
                    <a:pt x="759114" y="505436"/>
                  </a:cubicBezTo>
                  <a:cubicBezTo>
                    <a:pt x="759989" y="504796"/>
                    <a:pt x="761503" y="504359"/>
                    <a:pt x="761503" y="504359"/>
                  </a:cubicBezTo>
                  <a:cubicBezTo>
                    <a:pt x="761503" y="504359"/>
                    <a:pt x="763455" y="501332"/>
                    <a:pt x="764768" y="500221"/>
                  </a:cubicBezTo>
                  <a:cubicBezTo>
                    <a:pt x="766080" y="499145"/>
                    <a:pt x="765845" y="498035"/>
                    <a:pt x="766080" y="497396"/>
                  </a:cubicBezTo>
                  <a:cubicBezTo>
                    <a:pt x="766282" y="496757"/>
                    <a:pt x="766282" y="493258"/>
                    <a:pt x="766282" y="493258"/>
                  </a:cubicBezTo>
                  <a:lnTo>
                    <a:pt x="766484" y="490634"/>
                  </a:lnTo>
                  <a:lnTo>
                    <a:pt x="763455" y="488044"/>
                  </a:lnTo>
                  <a:cubicBezTo>
                    <a:pt x="763455" y="488044"/>
                    <a:pt x="758676" y="488044"/>
                    <a:pt x="757801" y="488044"/>
                  </a:cubicBezTo>
                  <a:cubicBezTo>
                    <a:pt x="756926" y="488044"/>
                    <a:pt x="753897" y="488380"/>
                    <a:pt x="751710" y="489019"/>
                  </a:cubicBezTo>
                  <a:cubicBezTo>
                    <a:pt x="749522" y="489659"/>
                    <a:pt x="747133" y="488683"/>
                    <a:pt x="747133" y="488683"/>
                  </a:cubicBezTo>
                  <a:lnTo>
                    <a:pt x="746493" y="486295"/>
                  </a:lnTo>
                  <a:cubicBezTo>
                    <a:pt x="746493" y="486295"/>
                    <a:pt x="743902" y="481955"/>
                    <a:pt x="742589" y="480441"/>
                  </a:cubicBezTo>
                  <a:cubicBezTo>
                    <a:pt x="741277" y="478927"/>
                    <a:pt x="739763" y="477414"/>
                    <a:pt x="739763" y="477414"/>
                  </a:cubicBezTo>
                  <a:lnTo>
                    <a:pt x="738248" y="475463"/>
                  </a:lnTo>
                  <a:lnTo>
                    <a:pt x="738686" y="470955"/>
                  </a:lnTo>
                  <a:cubicBezTo>
                    <a:pt x="738686" y="470955"/>
                    <a:pt x="740637" y="468533"/>
                    <a:pt x="741075" y="467658"/>
                  </a:cubicBezTo>
                  <a:cubicBezTo>
                    <a:pt x="741512" y="466784"/>
                    <a:pt x="740873" y="463319"/>
                    <a:pt x="740873" y="463319"/>
                  </a:cubicBezTo>
                  <a:lnTo>
                    <a:pt x="738248" y="461368"/>
                  </a:lnTo>
                  <a:lnTo>
                    <a:pt x="734983" y="462242"/>
                  </a:lnTo>
                  <a:cubicBezTo>
                    <a:pt x="734983" y="462242"/>
                    <a:pt x="733032" y="464193"/>
                    <a:pt x="732359" y="464429"/>
                  </a:cubicBezTo>
                  <a:cubicBezTo>
                    <a:pt x="731719" y="464631"/>
                    <a:pt x="730171" y="465943"/>
                    <a:pt x="729330" y="465943"/>
                  </a:cubicBezTo>
                  <a:cubicBezTo>
                    <a:pt x="728454" y="465943"/>
                    <a:pt x="723911" y="468567"/>
                    <a:pt x="724315" y="466582"/>
                  </a:cubicBezTo>
                  <a:cubicBezTo>
                    <a:pt x="724753" y="464631"/>
                    <a:pt x="726940" y="461805"/>
                    <a:pt x="726940" y="461805"/>
                  </a:cubicBezTo>
                  <a:lnTo>
                    <a:pt x="727579" y="455716"/>
                  </a:lnTo>
                  <a:lnTo>
                    <a:pt x="724315" y="454404"/>
                  </a:lnTo>
                  <a:cubicBezTo>
                    <a:pt x="724315" y="454404"/>
                    <a:pt x="721690" y="454606"/>
                    <a:pt x="721488" y="453765"/>
                  </a:cubicBezTo>
                  <a:cubicBezTo>
                    <a:pt x="721286" y="452890"/>
                    <a:pt x="717786" y="448551"/>
                    <a:pt x="717786" y="448551"/>
                  </a:cubicBezTo>
                  <a:cubicBezTo>
                    <a:pt x="717786" y="448551"/>
                    <a:pt x="714084" y="446802"/>
                    <a:pt x="713647" y="446162"/>
                  </a:cubicBezTo>
                  <a:cubicBezTo>
                    <a:pt x="713209" y="445523"/>
                    <a:pt x="713209" y="442025"/>
                    <a:pt x="713209" y="441150"/>
                  </a:cubicBezTo>
                  <a:cubicBezTo>
                    <a:pt x="713209" y="440276"/>
                    <a:pt x="713849" y="439401"/>
                    <a:pt x="713849" y="439401"/>
                  </a:cubicBezTo>
                  <a:lnTo>
                    <a:pt x="717550" y="437013"/>
                  </a:lnTo>
                  <a:lnTo>
                    <a:pt x="720579" y="435499"/>
                  </a:lnTo>
                  <a:lnTo>
                    <a:pt x="724281" y="435701"/>
                  </a:lnTo>
                  <a:lnTo>
                    <a:pt x="726469" y="434187"/>
                  </a:lnTo>
                  <a:lnTo>
                    <a:pt x="727108" y="429410"/>
                  </a:lnTo>
                  <a:lnTo>
                    <a:pt x="727748" y="424633"/>
                  </a:lnTo>
                  <a:lnTo>
                    <a:pt x="727748" y="418107"/>
                  </a:lnTo>
                  <a:lnTo>
                    <a:pt x="727512" y="413969"/>
                  </a:lnTo>
                  <a:lnTo>
                    <a:pt x="729262" y="410505"/>
                  </a:lnTo>
                  <a:lnTo>
                    <a:pt x="730777" y="408553"/>
                  </a:lnTo>
                  <a:lnTo>
                    <a:pt x="731854" y="406804"/>
                  </a:lnTo>
                  <a:lnTo>
                    <a:pt x="733368" y="404214"/>
                  </a:lnTo>
                  <a:lnTo>
                    <a:pt x="734883" y="401825"/>
                  </a:lnTo>
                  <a:cubicBezTo>
                    <a:pt x="734883" y="401825"/>
                    <a:pt x="736195" y="398125"/>
                    <a:pt x="736633" y="396376"/>
                  </a:cubicBezTo>
                  <a:cubicBezTo>
                    <a:pt x="737070" y="394627"/>
                    <a:pt x="737070" y="391162"/>
                    <a:pt x="737070" y="391162"/>
                  </a:cubicBezTo>
                  <a:lnTo>
                    <a:pt x="739022" y="386587"/>
                  </a:lnTo>
                  <a:cubicBezTo>
                    <a:pt x="739022" y="386587"/>
                    <a:pt x="740974" y="383761"/>
                    <a:pt x="741647" y="382886"/>
                  </a:cubicBezTo>
                  <a:cubicBezTo>
                    <a:pt x="742287" y="382012"/>
                    <a:pt x="742724" y="380498"/>
                    <a:pt x="742724" y="380498"/>
                  </a:cubicBezTo>
                  <a:cubicBezTo>
                    <a:pt x="742724" y="380498"/>
                    <a:pt x="747066" y="377672"/>
                    <a:pt x="747503" y="376966"/>
                  </a:cubicBezTo>
                  <a:cubicBezTo>
                    <a:pt x="747941" y="376259"/>
                    <a:pt x="748580" y="374409"/>
                    <a:pt x="748580" y="374409"/>
                  </a:cubicBezTo>
                  <a:cubicBezTo>
                    <a:pt x="748580" y="374409"/>
                    <a:pt x="752484" y="368993"/>
                    <a:pt x="752921" y="368119"/>
                  </a:cubicBezTo>
                  <a:cubicBezTo>
                    <a:pt x="753359" y="367244"/>
                    <a:pt x="753561" y="365730"/>
                    <a:pt x="753561" y="365730"/>
                  </a:cubicBezTo>
                  <a:cubicBezTo>
                    <a:pt x="753561" y="365730"/>
                    <a:pt x="753561" y="365730"/>
                    <a:pt x="754873" y="363981"/>
                  </a:cubicBezTo>
                  <a:cubicBezTo>
                    <a:pt x="756186" y="362232"/>
                    <a:pt x="755950" y="358767"/>
                    <a:pt x="755950" y="358128"/>
                  </a:cubicBezTo>
                  <a:cubicBezTo>
                    <a:pt x="755950" y="357488"/>
                    <a:pt x="754873" y="355537"/>
                    <a:pt x="754873" y="355537"/>
                  </a:cubicBezTo>
                  <a:lnTo>
                    <a:pt x="750296" y="351635"/>
                  </a:lnTo>
                  <a:lnTo>
                    <a:pt x="750296" y="344907"/>
                  </a:lnTo>
                  <a:lnTo>
                    <a:pt x="745517" y="341005"/>
                  </a:lnTo>
                  <a:lnTo>
                    <a:pt x="743565" y="339054"/>
                  </a:lnTo>
                  <a:cubicBezTo>
                    <a:pt x="743565" y="339054"/>
                    <a:pt x="741176" y="338415"/>
                    <a:pt x="740099" y="337742"/>
                  </a:cubicBezTo>
                  <a:cubicBezTo>
                    <a:pt x="739022" y="337103"/>
                    <a:pt x="736397" y="335993"/>
                    <a:pt x="736397" y="335993"/>
                  </a:cubicBezTo>
                  <a:lnTo>
                    <a:pt x="736397" y="333806"/>
                  </a:lnTo>
                  <a:lnTo>
                    <a:pt x="738147" y="332494"/>
                  </a:lnTo>
                  <a:lnTo>
                    <a:pt x="738147" y="328794"/>
                  </a:lnTo>
                  <a:cubicBezTo>
                    <a:pt x="738147" y="328794"/>
                    <a:pt x="737373" y="326204"/>
                    <a:pt x="737171" y="325531"/>
                  </a:cubicBezTo>
                  <a:cubicBezTo>
                    <a:pt x="736969" y="324892"/>
                    <a:pt x="734883" y="323142"/>
                    <a:pt x="734883" y="323142"/>
                  </a:cubicBezTo>
                  <a:cubicBezTo>
                    <a:pt x="734883" y="323142"/>
                    <a:pt x="731854" y="322066"/>
                    <a:pt x="730743" y="322066"/>
                  </a:cubicBezTo>
                  <a:cubicBezTo>
                    <a:pt x="729666" y="322066"/>
                    <a:pt x="728993" y="321864"/>
                    <a:pt x="728993" y="321864"/>
                  </a:cubicBezTo>
                  <a:lnTo>
                    <a:pt x="727041" y="323613"/>
                  </a:lnTo>
                  <a:lnTo>
                    <a:pt x="725527" y="324252"/>
                  </a:lnTo>
                  <a:lnTo>
                    <a:pt x="724214" y="325564"/>
                  </a:lnTo>
                  <a:lnTo>
                    <a:pt x="724214" y="326876"/>
                  </a:lnTo>
                  <a:cubicBezTo>
                    <a:pt x="724214" y="326876"/>
                    <a:pt x="723339" y="328188"/>
                    <a:pt x="723137" y="328827"/>
                  </a:cubicBezTo>
                  <a:cubicBezTo>
                    <a:pt x="722935" y="329467"/>
                    <a:pt x="722498" y="330139"/>
                    <a:pt x="722060" y="330779"/>
                  </a:cubicBezTo>
                  <a:cubicBezTo>
                    <a:pt x="721623" y="331418"/>
                    <a:pt x="719469" y="333167"/>
                    <a:pt x="719469" y="333167"/>
                  </a:cubicBezTo>
                  <a:lnTo>
                    <a:pt x="716002" y="334681"/>
                  </a:lnTo>
                  <a:lnTo>
                    <a:pt x="714488" y="335320"/>
                  </a:lnTo>
                  <a:cubicBezTo>
                    <a:pt x="714488" y="335320"/>
                    <a:pt x="710584" y="335320"/>
                    <a:pt x="709911" y="335118"/>
                  </a:cubicBezTo>
                  <a:cubicBezTo>
                    <a:pt x="709271" y="334916"/>
                    <a:pt x="707723" y="335118"/>
                    <a:pt x="707723" y="335118"/>
                  </a:cubicBezTo>
                  <a:cubicBezTo>
                    <a:pt x="707723" y="335118"/>
                    <a:pt x="703584" y="335118"/>
                    <a:pt x="702709" y="335118"/>
                  </a:cubicBezTo>
                  <a:cubicBezTo>
                    <a:pt x="701834" y="335118"/>
                    <a:pt x="700319" y="334916"/>
                    <a:pt x="700319" y="334916"/>
                  </a:cubicBezTo>
                  <a:lnTo>
                    <a:pt x="698367" y="335118"/>
                  </a:lnTo>
                  <a:lnTo>
                    <a:pt x="697930" y="336632"/>
                  </a:lnTo>
                  <a:cubicBezTo>
                    <a:pt x="697930" y="336632"/>
                    <a:pt x="696853" y="337069"/>
                    <a:pt x="696180" y="338146"/>
                  </a:cubicBezTo>
                  <a:cubicBezTo>
                    <a:pt x="695540" y="339222"/>
                    <a:pt x="695103" y="339660"/>
                    <a:pt x="694867" y="340332"/>
                  </a:cubicBezTo>
                  <a:cubicBezTo>
                    <a:pt x="694632" y="340971"/>
                    <a:pt x="694228" y="342283"/>
                    <a:pt x="693790" y="343158"/>
                  </a:cubicBezTo>
                  <a:cubicBezTo>
                    <a:pt x="693353" y="344033"/>
                    <a:pt x="692040" y="343797"/>
                    <a:pt x="692040" y="343797"/>
                  </a:cubicBezTo>
                  <a:lnTo>
                    <a:pt x="686824" y="343797"/>
                  </a:lnTo>
                  <a:lnTo>
                    <a:pt x="683357" y="343797"/>
                  </a:lnTo>
                  <a:lnTo>
                    <a:pt x="678578" y="343797"/>
                  </a:lnTo>
                  <a:lnTo>
                    <a:pt x="673362" y="342922"/>
                  </a:lnTo>
                  <a:lnTo>
                    <a:pt x="669021" y="340736"/>
                  </a:lnTo>
                  <a:lnTo>
                    <a:pt x="666631" y="337910"/>
                  </a:lnTo>
                  <a:lnTo>
                    <a:pt x="663367" y="331821"/>
                  </a:lnTo>
                  <a:lnTo>
                    <a:pt x="660203" y="328996"/>
                  </a:lnTo>
                  <a:lnTo>
                    <a:pt x="660001" y="326607"/>
                  </a:lnTo>
                  <a:cubicBezTo>
                    <a:pt x="660001" y="326607"/>
                    <a:pt x="660641" y="323445"/>
                    <a:pt x="660641" y="322705"/>
                  </a:cubicBezTo>
                  <a:cubicBezTo>
                    <a:pt x="660641" y="321931"/>
                    <a:pt x="660741" y="319106"/>
                    <a:pt x="660741" y="319106"/>
                  </a:cubicBezTo>
                  <a:lnTo>
                    <a:pt x="661179" y="315203"/>
                  </a:lnTo>
                  <a:lnTo>
                    <a:pt x="661381" y="312916"/>
                  </a:lnTo>
                  <a:lnTo>
                    <a:pt x="662020" y="310427"/>
                  </a:lnTo>
                  <a:cubicBezTo>
                    <a:pt x="662020" y="310427"/>
                    <a:pt x="662559" y="309888"/>
                    <a:pt x="662895" y="309787"/>
                  </a:cubicBezTo>
                  <a:cubicBezTo>
                    <a:pt x="663232" y="309686"/>
                    <a:pt x="663535" y="308812"/>
                    <a:pt x="663535" y="308812"/>
                  </a:cubicBezTo>
                  <a:lnTo>
                    <a:pt x="664847" y="307500"/>
                  </a:lnTo>
                  <a:lnTo>
                    <a:pt x="665924" y="305549"/>
                  </a:lnTo>
                  <a:lnTo>
                    <a:pt x="666160" y="302622"/>
                  </a:lnTo>
                  <a:lnTo>
                    <a:pt x="665083" y="301209"/>
                  </a:lnTo>
                  <a:lnTo>
                    <a:pt x="665083" y="299460"/>
                  </a:lnTo>
                  <a:lnTo>
                    <a:pt x="665689" y="296971"/>
                  </a:lnTo>
                  <a:lnTo>
                    <a:pt x="666597" y="295356"/>
                  </a:lnTo>
                  <a:cubicBezTo>
                    <a:pt x="666597" y="295356"/>
                    <a:pt x="667136" y="292968"/>
                    <a:pt x="667136" y="292631"/>
                  </a:cubicBezTo>
                  <a:cubicBezTo>
                    <a:pt x="667136" y="292295"/>
                    <a:pt x="666698" y="290243"/>
                    <a:pt x="666698" y="290243"/>
                  </a:cubicBezTo>
                  <a:lnTo>
                    <a:pt x="665487" y="287215"/>
                  </a:lnTo>
                  <a:lnTo>
                    <a:pt x="662222" y="285365"/>
                  </a:lnTo>
                  <a:lnTo>
                    <a:pt x="660809" y="285567"/>
                  </a:lnTo>
                  <a:cubicBezTo>
                    <a:pt x="660809" y="285567"/>
                    <a:pt x="659631" y="286004"/>
                    <a:pt x="659092" y="286206"/>
                  </a:cubicBezTo>
                  <a:cubicBezTo>
                    <a:pt x="658554" y="286408"/>
                    <a:pt x="658217" y="287081"/>
                    <a:pt x="658217" y="287081"/>
                  </a:cubicBezTo>
                  <a:lnTo>
                    <a:pt x="655054" y="288595"/>
                  </a:lnTo>
                  <a:lnTo>
                    <a:pt x="652227" y="288157"/>
                  </a:lnTo>
                  <a:lnTo>
                    <a:pt x="651150" y="284692"/>
                  </a:lnTo>
                  <a:lnTo>
                    <a:pt x="651789" y="282943"/>
                  </a:lnTo>
                  <a:lnTo>
                    <a:pt x="656568" y="281631"/>
                  </a:lnTo>
                  <a:lnTo>
                    <a:pt x="656770" y="280555"/>
                  </a:lnTo>
                  <a:lnTo>
                    <a:pt x="656333" y="278603"/>
                  </a:lnTo>
                  <a:lnTo>
                    <a:pt x="656333" y="272515"/>
                  </a:lnTo>
                  <a:lnTo>
                    <a:pt x="660573" y="271640"/>
                  </a:lnTo>
                  <a:lnTo>
                    <a:pt x="663501" y="267301"/>
                  </a:lnTo>
                  <a:cubicBezTo>
                    <a:pt x="663501" y="267301"/>
                    <a:pt x="668179" y="265114"/>
                    <a:pt x="668280" y="264710"/>
                  </a:cubicBezTo>
                  <a:cubicBezTo>
                    <a:pt x="668381" y="264273"/>
                    <a:pt x="669357" y="262759"/>
                    <a:pt x="669357" y="262759"/>
                  </a:cubicBezTo>
                  <a:lnTo>
                    <a:pt x="670434" y="261246"/>
                  </a:lnTo>
                  <a:lnTo>
                    <a:pt x="673160" y="258521"/>
                  </a:lnTo>
                  <a:cubicBezTo>
                    <a:pt x="673160" y="258521"/>
                    <a:pt x="674675" y="257209"/>
                    <a:pt x="675112" y="257007"/>
                  </a:cubicBezTo>
                  <a:cubicBezTo>
                    <a:pt x="675550" y="256805"/>
                    <a:pt x="676290" y="256031"/>
                    <a:pt x="676290" y="256031"/>
                  </a:cubicBezTo>
                  <a:lnTo>
                    <a:pt x="678242" y="254417"/>
                  </a:lnTo>
                  <a:lnTo>
                    <a:pt x="680093" y="251927"/>
                  </a:lnTo>
                  <a:cubicBezTo>
                    <a:pt x="680093" y="251927"/>
                    <a:pt x="680968" y="249202"/>
                    <a:pt x="681069" y="248664"/>
                  </a:cubicBezTo>
                  <a:lnTo>
                    <a:pt x="683256" y="244628"/>
                  </a:lnTo>
                  <a:cubicBezTo>
                    <a:pt x="683256" y="244628"/>
                    <a:pt x="684030" y="242340"/>
                    <a:pt x="684233" y="241701"/>
                  </a:cubicBezTo>
                  <a:cubicBezTo>
                    <a:pt x="684434" y="241062"/>
                    <a:pt x="685444" y="239649"/>
                    <a:pt x="685444" y="239649"/>
                  </a:cubicBezTo>
                  <a:cubicBezTo>
                    <a:pt x="685444" y="239649"/>
                    <a:pt x="685781" y="238572"/>
                    <a:pt x="686420" y="238438"/>
                  </a:cubicBezTo>
                  <a:cubicBezTo>
                    <a:pt x="687059" y="238337"/>
                    <a:pt x="688069" y="238438"/>
                    <a:pt x="688372" y="238539"/>
                  </a:cubicBezTo>
                  <a:cubicBezTo>
                    <a:pt x="688708" y="238640"/>
                    <a:pt x="689348" y="240389"/>
                    <a:pt x="689348" y="240389"/>
                  </a:cubicBezTo>
                  <a:lnTo>
                    <a:pt x="689348" y="242340"/>
                  </a:lnTo>
                  <a:lnTo>
                    <a:pt x="690391" y="242878"/>
                  </a:lnTo>
                  <a:cubicBezTo>
                    <a:pt x="690391" y="242878"/>
                    <a:pt x="691771" y="242676"/>
                    <a:pt x="692175" y="242676"/>
                  </a:cubicBezTo>
                  <a:cubicBezTo>
                    <a:pt x="692612" y="242676"/>
                    <a:pt x="694127" y="243013"/>
                    <a:pt x="694127" y="243013"/>
                  </a:cubicBezTo>
                  <a:lnTo>
                    <a:pt x="695978" y="244964"/>
                  </a:lnTo>
                  <a:lnTo>
                    <a:pt x="696214" y="246141"/>
                  </a:lnTo>
                  <a:lnTo>
                    <a:pt x="698266" y="248092"/>
                  </a:lnTo>
                  <a:cubicBezTo>
                    <a:pt x="698266" y="248092"/>
                    <a:pt x="700319" y="250582"/>
                    <a:pt x="700656" y="251019"/>
                  </a:cubicBezTo>
                  <a:cubicBezTo>
                    <a:pt x="700992" y="251456"/>
                    <a:pt x="702271" y="253307"/>
                    <a:pt x="702944" y="253845"/>
                  </a:cubicBezTo>
                  <a:cubicBezTo>
                    <a:pt x="703584" y="254383"/>
                    <a:pt x="705973" y="256771"/>
                    <a:pt x="706108" y="257209"/>
                  </a:cubicBezTo>
                  <a:cubicBezTo>
                    <a:pt x="706209" y="257646"/>
                    <a:pt x="708060" y="259294"/>
                    <a:pt x="708598" y="259698"/>
                  </a:cubicBezTo>
                  <a:cubicBezTo>
                    <a:pt x="709137" y="260135"/>
                    <a:pt x="711089" y="262087"/>
                    <a:pt x="711089" y="262087"/>
                  </a:cubicBezTo>
                  <a:lnTo>
                    <a:pt x="714151" y="262087"/>
                  </a:lnTo>
                  <a:lnTo>
                    <a:pt x="717517" y="260337"/>
                  </a:lnTo>
                  <a:lnTo>
                    <a:pt x="719132" y="257848"/>
                  </a:lnTo>
                  <a:lnTo>
                    <a:pt x="722397" y="254820"/>
                  </a:lnTo>
                  <a:cubicBezTo>
                    <a:pt x="722397" y="254820"/>
                    <a:pt x="725022" y="253206"/>
                    <a:pt x="725661" y="252768"/>
                  </a:cubicBezTo>
                  <a:cubicBezTo>
                    <a:pt x="726301" y="252331"/>
                    <a:pt x="728253" y="247554"/>
                    <a:pt x="728253" y="247554"/>
                  </a:cubicBezTo>
                  <a:cubicBezTo>
                    <a:pt x="728253" y="247554"/>
                    <a:pt x="729027" y="245502"/>
                    <a:pt x="729128" y="245166"/>
                  </a:cubicBezTo>
                  <a:cubicBezTo>
                    <a:pt x="729229" y="244829"/>
                    <a:pt x="731416" y="242542"/>
                    <a:pt x="731416" y="242542"/>
                  </a:cubicBezTo>
                  <a:lnTo>
                    <a:pt x="733806" y="241465"/>
                  </a:lnTo>
                  <a:cubicBezTo>
                    <a:pt x="733806" y="241465"/>
                    <a:pt x="736532" y="243215"/>
                    <a:pt x="737609" y="243417"/>
                  </a:cubicBezTo>
                  <a:cubicBezTo>
                    <a:pt x="738686" y="243618"/>
                    <a:pt x="739897" y="245166"/>
                    <a:pt x="739897" y="245166"/>
                  </a:cubicBezTo>
                  <a:lnTo>
                    <a:pt x="743162" y="248530"/>
                  </a:lnTo>
                  <a:cubicBezTo>
                    <a:pt x="743162" y="248530"/>
                    <a:pt x="743599" y="249943"/>
                    <a:pt x="743599" y="250380"/>
                  </a:cubicBezTo>
                  <a:cubicBezTo>
                    <a:pt x="743599" y="250817"/>
                    <a:pt x="743599" y="251692"/>
                    <a:pt x="743263" y="252566"/>
                  </a:cubicBezTo>
                  <a:cubicBezTo>
                    <a:pt x="742926" y="253441"/>
                    <a:pt x="743263" y="254955"/>
                    <a:pt x="743363" y="255729"/>
                  </a:cubicBezTo>
                  <a:cubicBezTo>
                    <a:pt x="743465" y="256502"/>
                    <a:pt x="744777" y="257141"/>
                    <a:pt x="745854" y="258353"/>
                  </a:cubicBezTo>
                  <a:cubicBezTo>
                    <a:pt x="746931" y="259530"/>
                    <a:pt x="748041" y="259126"/>
                    <a:pt x="748041" y="259126"/>
                  </a:cubicBezTo>
                  <a:lnTo>
                    <a:pt x="749892" y="258689"/>
                  </a:lnTo>
                  <a:lnTo>
                    <a:pt x="753258" y="257074"/>
                  </a:lnTo>
                  <a:lnTo>
                    <a:pt x="756287" y="256872"/>
                  </a:lnTo>
                  <a:cubicBezTo>
                    <a:pt x="756287" y="256872"/>
                    <a:pt x="763018" y="256771"/>
                    <a:pt x="763893" y="256536"/>
                  </a:cubicBezTo>
                  <a:cubicBezTo>
                    <a:pt x="764768" y="256334"/>
                    <a:pt x="769109" y="256536"/>
                    <a:pt x="769446" y="256536"/>
                  </a:cubicBezTo>
                  <a:cubicBezTo>
                    <a:pt x="769782" y="256536"/>
                    <a:pt x="773047" y="258285"/>
                    <a:pt x="773484" y="258285"/>
                  </a:cubicBezTo>
                  <a:cubicBezTo>
                    <a:pt x="773922" y="258285"/>
                    <a:pt x="777725" y="261313"/>
                    <a:pt x="777725" y="261313"/>
                  </a:cubicBezTo>
                  <a:lnTo>
                    <a:pt x="780013" y="260337"/>
                  </a:lnTo>
                  <a:cubicBezTo>
                    <a:pt x="780013" y="260337"/>
                    <a:pt x="781965" y="257612"/>
                    <a:pt x="782840" y="257175"/>
                  </a:cubicBezTo>
                  <a:cubicBezTo>
                    <a:pt x="783715" y="256738"/>
                    <a:pt x="784927" y="254686"/>
                    <a:pt x="785028" y="254248"/>
                  </a:cubicBezTo>
                  <a:cubicBezTo>
                    <a:pt x="785129" y="253811"/>
                    <a:pt x="787518" y="252062"/>
                    <a:pt x="788393" y="251524"/>
                  </a:cubicBezTo>
                  <a:cubicBezTo>
                    <a:pt x="789268" y="250985"/>
                    <a:pt x="793273" y="249472"/>
                    <a:pt x="793273" y="249472"/>
                  </a:cubicBezTo>
                  <a:lnTo>
                    <a:pt x="794922" y="249034"/>
                  </a:lnTo>
                  <a:cubicBezTo>
                    <a:pt x="794922" y="249034"/>
                    <a:pt x="797749" y="248933"/>
                    <a:pt x="799062" y="248933"/>
                  </a:cubicBezTo>
                  <a:cubicBezTo>
                    <a:pt x="800374" y="248933"/>
                    <a:pt x="803302" y="248294"/>
                    <a:pt x="803302" y="248294"/>
                  </a:cubicBezTo>
                  <a:cubicBezTo>
                    <a:pt x="803302" y="248294"/>
                    <a:pt x="806567" y="248294"/>
                    <a:pt x="808418" y="248294"/>
                  </a:cubicBezTo>
                  <a:cubicBezTo>
                    <a:pt x="810269" y="248294"/>
                    <a:pt x="812456" y="248294"/>
                    <a:pt x="812456" y="248294"/>
                  </a:cubicBezTo>
                  <a:cubicBezTo>
                    <a:pt x="812456" y="248294"/>
                    <a:pt x="814408" y="248294"/>
                    <a:pt x="814745" y="248294"/>
                  </a:cubicBezTo>
                  <a:cubicBezTo>
                    <a:pt x="815081" y="248294"/>
                    <a:pt x="816360" y="246242"/>
                    <a:pt x="816697" y="245906"/>
                  </a:cubicBezTo>
                  <a:cubicBezTo>
                    <a:pt x="817033" y="245569"/>
                    <a:pt x="818110" y="244056"/>
                    <a:pt x="818211" y="243719"/>
                  </a:cubicBezTo>
                  <a:cubicBezTo>
                    <a:pt x="818312" y="243383"/>
                    <a:pt x="819827" y="242205"/>
                    <a:pt x="819827" y="242205"/>
                  </a:cubicBezTo>
                  <a:lnTo>
                    <a:pt x="819827" y="239817"/>
                  </a:lnTo>
                  <a:lnTo>
                    <a:pt x="818077" y="236991"/>
                  </a:lnTo>
                  <a:lnTo>
                    <a:pt x="818077" y="235377"/>
                  </a:lnTo>
                  <a:lnTo>
                    <a:pt x="819053" y="231777"/>
                  </a:lnTo>
                  <a:lnTo>
                    <a:pt x="821240" y="229591"/>
                  </a:lnTo>
                  <a:lnTo>
                    <a:pt x="822990" y="227101"/>
                  </a:lnTo>
                  <a:lnTo>
                    <a:pt x="826591" y="223737"/>
                  </a:lnTo>
                  <a:lnTo>
                    <a:pt x="826793" y="220474"/>
                  </a:lnTo>
                  <a:cubicBezTo>
                    <a:pt x="826793" y="220474"/>
                    <a:pt x="827231" y="218456"/>
                    <a:pt x="827231" y="217850"/>
                  </a:cubicBezTo>
                  <a:cubicBezTo>
                    <a:pt x="827231" y="217278"/>
                    <a:pt x="826793" y="216673"/>
                    <a:pt x="826793" y="216673"/>
                  </a:cubicBezTo>
                  <a:cubicBezTo>
                    <a:pt x="826793" y="216673"/>
                    <a:pt x="824471" y="215361"/>
                    <a:pt x="823899" y="215092"/>
                  </a:cubicBezTo>
                  <a:cubicBezTo>
                    <a:pt x="823327" y="214789"/>
                    <a:pt x="823764" y="213645"/>
                    <a:pt x="823764" y="213645"/>
                  </a:cubicBezTo>
                  <a:lnTo>
                    <a:pt x="825077" y="210181"/>
                  </a:lnTo>
                  <a:lnTo>
                    <a:pt x="829856" y="208734"/>
                  </a:lnTo>
                  <a:lnTo>
                    <a:pt x="832043" y="207422"/>
                  </a:lnTo>
                  <a:lnTo>
                    <a:pt x="832043" y="203957"/>
                  </a:lnTo>
                  <a:lnTo>
                    <a:pt x="832043" y="203385"/>
                  </a:lnTo>
                  <a:lnTo>
                    <a:pt x="831168" y="201367"/>
                  </a:lnTo>
                  <a:cubicBezTo>
                    <a:pt x="831168" y="201367"/>
                    <a:pt x="826389" y="201367"/>
                    <a:pt x="825817" y="201367"/>
                  </a:cubicBezTo>
                  <a:cubicBezTo>
                    <a:pt x="825245" y="201367"/>
                    <a:pt x="823360" y="201367"/>
                    <a:pt x="822788" y="201232"/>
                  </a:cubicBezTo>
                  <a:cubicBezTo>
                    <a:pt x="822216" y="201098"/>
                    <a:pt x="823091" y="198037"/>
                    <a:pt x="823091" y="198037"/>
                  </a:cubicBezTo>
                  <a:lnTo>
                    <a:pt x="823529" y="195278"/>
                  </a:lnTo>
                  <a:lnTo>
                    <a:pt x="825279" y="193832"/>
                  </a:lnTo>
                  <a:lnTo>
                    <a:pt x="826860" y="191813"/>
                  </a:lnTo>
                  <a:lnTo>
                    <a:pt x="826860" y="188920"/>
                  </a:lnTo>
                  <a:lnTo>
                    <a:pt x="826793" y="185018"/>
                  </a:lnTo>
                  <a:cubicBezTo>
                    <a:pt x="826793" y="185018"/>
                    <a:pt x="827163" y="183572"/>
                    <a:pt x="824134" y="182260"/>
                  </a:cubicBezTo>
                  <a:cubicBezTo>
                    <a:pt x="821106" y="180948"/>
                    <a:pt x="820937" y="181385"/>
                    <a:pt x="820937" y="181385"/>
                  </a:cubicBezTo>
                  <a:lnTo>
                    <a:pt x="818750" y="180510"/>
                  </a:lnTo>
                  <a:cubicBezTo>
                    <a:pt x="818750" y="180510"/>
                    <a:pt x="816731" y="180510"/>
                    <a:pt x="815856" y="179804"/>
                  </a:cubicBezTo>
                  <a:cubicBezTo>
                    <a:pt x="814980" y="179064"/>
                    <a:pt x="814105" y="178492"/>
                    <a:pt x="813399" y="178189"/>
                  </a:cubicBezTo>
                  <a:cubicBezTo>
                    <a:pt x="812692" y="177886"/>
                    <a:pt x="810942" y="176743"/>
                    <a:pt x="810067" y="176171"/>
                  </a:cubicBezTo>
                  <a:cubicBezTo>
                    <a:pt x="809192" y="175599"/>
                    <a:pt x="808620" y="174724"/>
                    <a:pt x="808620" y="174724"/>
                  </a:cubicBezTo>
                  <a:cubicBezTo>
                    <a:pt x="808620" y="174724"/>
                    <a:pt x="808317" y="172134"/>
                    <a:pt x="807879" y="171259"/>
                  </a:cubicBezTo>
                  <a:cubicBezTo>
                    <a:pt x="807442" y="170385"/>
                    <a:pt x="807004" y="168501"/>
                    <a:pt x="807004" y="168501"/>
                  </a:cubicBezTo>
                  <a:lnTo>
                    <a:pt x="804413" y="165473"/>
                  </a:lnTo>
                  <a:cubicBezTo>
                    <a:pt x="804413" y="165473"/>
                    <a:pt x="801519" y="164599"/>
                    <a:pt x="801519" y="163724"/>
                  </a:cubicBezTo>
                  <a:cubicBezTo>
                    <a:pt x="801519" y="162850"/>
                    <a:pt x="799062" y="166045"/>
                    <a:pt x="799062" y="166045"/>
                  </a:cubicBezTo>
                  <a:cubicBezTo>
                    <a:pt x="799062" y="166045"/>
                    <a:pt x="797177" y="168501"/>
                    <a:pt x="796874" y="168938"/>
                  </a:cubicBezTo>
                  <a:cubicBezTo>
                    <a:pt x="796571" y="169376"/>
                    <a:pt x="794990" y="171394"/>
                    <a:pt x="794990" y="171394"/>
                  </a:cubicBezTo>
                  <a:lnTo>
                    <a:pt x="794249" y="173278"/>
                  </a:lnTo>
                  <a:cubicBezTo>
                    <a:pt x="794249" y="173278"/>
                    <a:pt x="792937" y="175296"/>
                    <a:pt x="792667" y="175868"/>
                  </a:cubicBezTo>
                  <a:cubicBezTo>
                    <a:pt x="792365" y="176440"/>
                    <a:pt x="790917" y="178458"/>
                    <a:pt x="790917" y="178458"/>
                  </a:cubicBezTo>
                  <a:cubicBezTo>
                    <a:pt x="790917" y="178458"/>
                    <a:pt x="790042" y="179905"/>
                    <a:pt x="790042" y="180342"/>
                  </a:cubicBezTo>
                  <a:cubicBezTo>
                    <a:pt x="790042" y="180780"/>
                    <a:pt x="788158" y="182361"/>
                    <a:pt x="788158" y="182361"/>
                  </a:cubicBezTo>
                  <a:lnTo>
                    <a:pt x="787148" y="183942"/>
                  </a:lnTo>
                  <a:cubicBezTo>
                    <a:pt x="787148" y="183942"/>
                    <a:pt x="786408" y="185691"/>
                    <a:pt x="786273" y="186263"/>
                  </a:cubicBezTo>
                  <a:cubicBezTo>
                    <a:pt x="786138" y="186835"/>
                    <a:pt x="785129" y="188281"/>
                    <a:pt x="784691" y="188584"/>
                  </a:cubicBezTo>
                  <a:cubicBezTo>
                    <a:pt x="784254" y="188887"/>
                    <a:pt x="782369" y="189156"/>
                    <a:pt x="782369" y="189156"/>
                  </a:cubicBezTo>
                  <a:lnTo>
                    <a:pt x="780619" y="188853"/>
                  </a:lnTo>
                  <a:cubicBezTo>
                    <a:pt x="780619" y="188853"/>
                    <a:pt x="779037" y="188416"/>
                    <a:pt x="778297" y="187978"/>
                  </a:cubicBezTo>
                  <a:cubicBezTo>
                    <a:pt x="777557" y="187541"/>
                    <a:pt x="776278" y="187978"/>
                    <a:pt x="776278" y="187978"/>
                  </a:cubicBezTo>
                  <a:lnTo>
                    <a:pt x="774090" y="188281"/>
                  </a:lnTo>
                  <a:lnTo>
                    <a:pt x="773653" y="190737"/>
                  </a:lnTo>
                  <a:lnTo>
                    <a:pt x="772071" y="193764"/>
                  </a:lnTo>
                  <a:cubicBezTo>
                    <a:pt x="772071" y="193764"/>
                    <a:pt x="768167" y="196355"/>
                    <a:pt x="766989" y="196355"/>
                  </a:cubicBezTo>
                  <a:cubicBezTo>
                    <a:pt x="765845" y="196355"/>
                    <a:pt x="763792" y="195648"/>
                    <a:pt x="763354" y="195648"/>
                  </a:cubicBezTo>
                  <a:cubicBezTo>
                    <a:pt x="762917" y="195648"/>
                    <a:pt x="760898" y="194504"/>
                    <a:pt x="760325" y="194504"/>
                  </a:cubicBezTo>
                  <a:cubicBezTo>
                    <a:pt x="759753" y="194504"/>
                    <a:pt x="755546" y="194807"/>
                    <a:pt x="755546" y="194807"/>
                  </a:cubicBezTo>
                  <a:lnTo>
                    <a:pt x="754099" y="195951"/>
                  </a:lnTo>
                  <a:lnTo>
                    <a:pt x="749186" y="196523"/>
                  </a:lnTo>
                  <a:lnTo>
                    <a:pt x="746729" y="195345"/>
                  </a:lnTo>
                  <a:lnTo>
                    <a:pt x="746594" y="193899"/>
                  </a:lnTo>
                  <a:lnTo>
                    <a:pt x="746022" y="191881"/>
                  </a:lnTo>
                  <a:lnTo>
                    <a:pt x="744878" y="189694"/>
                  </a:lnTo>
                  <a:lnTo>
                    <a:pt x="742556" y="186667"/>
                  </a:lnTo>
                  <a:lnTo>
                    <a:pt x="738921" y="184783"/>
                  </a:lnTo>
                  <a:lnTo>
                    <a:pt x="736599" y="184480"/>
                  </a:lnTo>
                  <a:lnTo>
                    <a:pt x="734142" y="182899"/>
                  </a:lnTo>
                  <a:cubicBezTo>
                    <a:pt x="734142" y="182899"/>
                    <a:pt x="730945" y="181318"/>
                    <a:pt x="730373" y="180006"/>
                  </a:cubicBezTo>
                  <a:cubicBezTo>
                    <a:pt x="729801" y="178694"/>
                    <a:pt x="730238" y="178862"/>
                    <a:pt x="730238" y="178257"/>
                  </a:cubicBezTo>
                  <a:cubicBezTo>
                    <a:pt x="730238" y="177685"/>
                    <a:pt x="730373" y="175801"/>
                    <a:pt x="730373" y="175801"/>
                  </a:cubicBezTo>
                  <a:lnTo>
                    <a:pt x="735152" y="172336"/>
                  </a:lnTo>
                  <a:cubicBezTo>
                    <a:pt x="735152" y="172336"/>
                    <a:pt x="736464" y="171327"/>
                    <a:pt x="737474" y="170587"/>
                  </a:cubicBezTo>
                  <a:cubicBezTo>
                    <a:pt x="738484" y="169880"/>
                    <a:pt x="739931" y="169712"/>
                    <a:pt x="739931" y="169712"/>
                  </a:cubicBezTo>
                  <a:cubicBezTo>
                    <a:pt x="739931" y="169712"/>
                    <a:pt x="743565" y="166954"/>
                    <a:pt x="743700" y="166382"/>
                  </a:cubicBezTo>
                  <a:cubicBezTo>
                    <a:pt x="743835" y="165810"/>
                    <a:pt x="743835" y="161605"/>
                    <a:pt x="743835" y="161605"/>
                  </a:cubicBezTo>
                  <a:lnTo>
                    <a:pt x="743094" y="159586"/>
                  </a:lnTo>
                  <a:cubicBezTo>
                    <a:pt x="743094" y="159586"/>
                    <a:pt x="740907" y="159149"/>
                    <a:pt x="740772" y="158712"/>
                  </a:cubicBezTo>
                  <a:cubicBezTo>
                    <a:pt x="740637" y="158275"/>
                    <a:pt x="738585" y="158140"/>
                    <a:pt x="738585" y="158140"/>
                  </a:cubicBezTo>
                  <a:lnTo>
                    <a:pt x="739022" y="156391"/>
                  </a:lnTo>
                  <a:lnTo>
                    <a:pt x="740166" y="153363"/>
                  </a:lnTo>
                  <a:cubicBezTo>
                    <a:pt x="740166" y="153363"/>
                    <a:pt x="742589" y="152320"/>
                    <a:pt x="742489" y="151883"/>
                  </a:cubicBezTo>
                  <a:cubicBezTo>
                    <a:pt x="742354" y="151446"/>
                    <a:pt x="740974" y="147409"/>
                    <a:pt x="740974" y="147409"/>
                  </a:cubicBezTo>
                  <a:lnTo>
                    <a:pt x="737911" y="143372"/>
                  </a:lnTo>
                  <a:cubicBezTo>
                    <a:pt x="737911" y="143372"/>
                    <a:pt x="736296" y="142060"/>
                    <a:pt x="735421" y="141858"/>
                  </a:cubicBezTo>
                  <a:cubicBezTo>
                    <a:pt x="734546" y="141623"/>
                    <a:pt x="734008" y="141858"/>
                    <a:pt x="732056" y="141858"/>
                  </a:cubicBezTo>
                  <a:cubicBezTo>
                    <a:pt x="730104" y="141858"/>
                    <a:pt x="726402" y="139134"/>
                    <a:pt x="725964" y="139134"/>
                  </a:cubicBezTo>
                  <a:cubicBezTo>
                    <a:pt x="725527" y="139134"/>
                    <a:pt x="724248" y="137082"/>
                    <a:pt x="724012" y="136409"/>
                  </a:cubicBezTo>
                  <a:cubicBezTo>
                    <a:pt x="723810" y="135770"/>
                    <a:pt x="723810" y="134660"/>
                    <a:pt x="723810" y="134660"/>
                  </a:cubicBezTo>
                  <a:cubicBezTo>
                    <a:pt x="723810" y="134660"/>
                    <a:pt x="723608" y="129244"/>
                    <a:pt x="723608" y="128806"/>
                  </a:cubicBezTo>
                  <a:cubicBezTo>
                    <a:pt x="723608" y="128369"/>
                    <a:pt x="723810" y="125005"/>
                    <a:pt x="723810" y="125005"/>
                  </a:cubicBezTo>
                  <a:lnTo>
                    <a:pt x="724786" y="123794"/>
                  </a:lnTo>
                  <a:cubicBezTo>
                    <a:pt x="724786" y="123794"/>
                    <a:pt x="727075" y="121944"/>
                    <a:pt x="727277" y="121607"/>
                  </a:cubicBezTo>
                  <a:cubicBezTo>
                    <a:pt x="727479" y="121271"/>
                    <a:pt x="729027" y="119993"/>
                    <a:pt x="729229" y="119656"/>
                  </a:cubicBezTo>
                  <a:cubicBezTo>
                    <a:pt x="729431" y="119320"/>
                    <a:pt x="731416" y="117470"/>
                    <a:pt x="731416" y="117470"/>
                  </a:cubicBezTo>
                  <a:lnTo>
                    <a:pt x="733267" y="116057"/>
                  </a:lnTo>
                  <a:lnTo>
                    <a:pt x="735859" y="114745"/>
                  </a:lnTo>
                  <a:cubicBezTo>
                    <a:pt x="735859" y="114745"/>
                    <a:pt x="738686" y="114207"/>
                    <a:pt x="739325" y="114207"/>
                  </a:cubicBezTo>
                  <a:cubicBezTo>
                    <a:pt x="739965" y="114207"/>
                    <a:pt x="742253" y="111919"/>
                    <a:pt x="742253" y="111919"/>
                  </a:cubicBezTo>
                  <a:lnTo>
                    <a:pt x="743666" y="110843"/>
                  </a:lnTo>
                  <a:lnTo>
                    <a:pt x="744306" y="106705"/>
                  </a:lnTo>
                  <a:cubicBezTo>
                    <a:pt x="744306" y="106705"/>
                    <a:pt x="741378" y="103442"/>
                    <a:pt x="741041" y="103442"/>
                  </a:cubicBezTo>
                  <a:cubicBezTo>
                    <a:pt x="740705" y="103442"/>
                    <a:pt x="737676" y="103879"/>
                    <a:pt x="736700" y="104317"/>
                  </a:cubicBezTo>
                  <a:cubicBezTo>
                    <a:pt x="735724" y="104754"/>
                    <a:pt x="730508" y="104956"/>
                    <a:pt x="730508" y="104956"/>
                  </a:cubicBezTo>
                  <a:cubicBezTo>
                    <a:pt x="730508" y="104956"/>
                    <a:pt x="723339" y="106268"/>
                    <a:pt x="723002" y="106369"/>
                  </a:cubicBezTo>
                  <a:cubicBezTo>
                    <a:pt x="722666" y="106470"/>
                    <a:pt x="718964" y="104754"/>
                    <a:pt x="718964" y="104754"/>
                  </a:cubicBezTo>
                  <a:lnTo>
                    <a:pt x="714623" y="102164"/>
                  </a:lnTo>
                  <a:cubicBezTo>
                    <a:pt x="714623" y="102164"/>
                    <a:pt x="713007" y="102164"/>
                    <a:pt x="712570" y="102164"/>
                  </a:cubicBezTo>
                  <a:cubicBezTo>
                    <a:pt x="712132" y="102164"/>
                    <a:pt x="710079" y="102971"/>
                    <a:pt x="710079" y="102971"/>
                  </a:cubicBezTo>
                  <a:cubicBezTo>
                    <a:pt x="710079" y="102971"/>
                    <a:pt x="708867" y="105427"/>
                    <a:pt x="708565" y="105427"/>
                  </a:cubicBezTo>
                  <a:cubicBezTo>
                    <a:pt x="708228" y="105427"/>
                    <a:pt x="705738" y="105629"/>
                    <a:pt x="704560" y="105629"/>
                  </a:cubicBezTo>
                  <a:cubicBezTo>
                    <a:pt x="703348" y="105629"/>
                    <a:pt x="701632" y="105965"/>
                    <a:pt x="701632" y="105965"/>
                  </a:cubicBezTo>
                  <a:lnTo>
                    <a:pt x="699007" y="105629"/>
                  </a:lnTo>
                  <a:lnTo>
                    <a:pt x="697593" y="105629"/>
                  </a:lnTo>
                  <a:cubicBezTo>
                    <a:pt x="697593" y="105629"/>
                    <a:pt x="694228" y="105561"/>
                    <a:pt x="693790" y="105561"/>
                  </a:cubicBezTo>
                  <a:cubicBezTo>
                    <a:pt x="693353" y="105561"/>
                    <a:pt x="691401" y="104855"/>
                    <a:pt x="691401" y="104855"/>
                  </a:cubicBezTo>
                  <a:lnTo>
                    <a:pt x="690425" y="103543"/>
                  </a:lnTo>
                  <a:lnTo>
                    <a:pt x="688910" y="100818"/>
                  </a:lnTo>
                  <a:cubicBezTo>
                    <a:pt x="688910" y="100818"/>
                    <a:pt x="687160" y="100919"/>
                    <a:pt x="686622" y="100919"/>
                  </a:cubicBezTo>
                  <a:cubicBezTo>
                    <a:pt x="686083" y="100919"/>
                    <a:pt x="685848" y="101020"/>
                    <a:pt x="685848" y="101020"/>
                  </a:cubicBezTo>
                  <a:lnTo>
                    <a:pt x="684434" y="103207"/>
                  </a:lnTo>
                  <a:lnTo>
                    <a:pt x="684098" y="105494"/>
                  </a:lnTo>
                  <a:lnTo>
                    <a:pt x="682785" y="107983"/>
                  </a:lnTo>
                  <a:lnTo>
                    <a:pt x="682146" y="110473"/>
                  </a:lnTo>
                  <a:cubicBezTo>
                    <a:pt x="682146" y="110473"/>
                    <a:pt x="682146" y="110473"/>
                    <a:pt x="679958" y="114610"/>
                  </a:cubicBezTo>
                  <a:cubicBezTo>
                    <a:pt x="677771" y="118748"/>
                    <a:pt x="678982" y="116797"/>
                    <a:pt x="678982" y="117201"/>
                  </a:cubicBezTo>
                  <a:cubicBezTo>
                    <a:pt x="678982" y="117638"/>
                    <a:pt x="679184" y="118613"/>
                    <a:pt x="679319" y="119387"/>
                  </a:cubicBezTo>
                  <a:cubicBezTo>
                    <a:pt x="679420" y="120161"/>
                    <a:pt x="680396" y="120262"/>
                    <a:pt x="681271" y="121136"/>
                  </a:cubicBezTo>
                  <a:cubicBezTo>
                    <a:pt x="682146" y="122011"/>
                    <a:pt x="683122" y="122347"/>
                    <a:pt x="683425" y="122448"/>
                  </a:cubicBezTo>
                  <a:cubicBezTo>
                    <a:pt x="683761" y="122549"/>
                    <a:pt x="684401" y="124400"/>
                    <a:pt x="684939" y="125375"/>
                  </a:cubicBezTo>
                  <a:cubicBezTo>
                    <a:pt x="685478" y="126350"/>
                    <a:pt x="686454" y="127999"/>
                    <a:pt x="686588" y="128302"/>
                  </a:cubicBezTo>
                  <a:cubicBezTo>
                    <a:pt x="686689" y="128638"/>
                    <a:pt x="686790" y="129614"/>
                    <a:pt x="687026" y="130926"/>
                  </a:cubicBezTo>
                  <a:cubicBezTo>
                    <a:pt x="687228" y="132237"/>
                    <a:pt x="687026" y="132439"/>
                    <a:pt x="686925" y="133650"/>
                  </a:cubicBezTo>
                  <a:cubicBezTo>
                    <a:pt x="686824" y="134828"/>
                    <a:pt x="686689" y="136678"/>
                    <a:pt x="686689" y="137452"/>
                  </a:cubicBezTo>
                  <a:cubicBezTo>
                    <a:pt x="686689" y="138225"/>
                    <a:pt x="685915" y="138965"/>
                    <a:pt x="685612" y="139840"/>
                  </a:cubicBezTo>
                  <a:cubicBezTo>
                    <a:pt x="685276" y="140715"/>
                    <a:pt x="684737" y="141455"/>
                    <a:pt x="684199" y="142127"/>
                  </a:cubicBezTo>
                  <a:cubicBezTo>
                    <a:pt x="683660" y="142767"/>
                    <a:pt x="682348" y="144415"/>
                    <a:pt x="681809" y="144852"/>
                  </a:cubicBezTo>
                  <a:cubicBezTo>
                    <a:pt x="681271" y="145290"/>
                    <a:pt x="679756" y="146501"/>
                    <a:pt x="678444" y="147779"/>
                  </a:cubicBezTo>
                  <a:cubicBezTo>
                    <a:pt x="677131" y="149091"/>
                    <a:pt x="676256" y="149629"/>
                    <a:pt x="674978" y="149966"/>
                  </a:cubicBezTo>
                  <a:cubicBezTo>
                    <a:pt x="673665" y="150302"/>
                    <a:pt x="672487" y="149966"/>
                    <a:pt x="672487" y="149966"/>
                  </a:cubicBezTo>
                  <a:lnTo>
                    <a:pt x="669862" y="148990"/>
                  </a:lnTo>
                  <a:lnTo>
                    <a:pt x="669088" y="148654"/>
                  </a:lnTo>
                  <a:lnTo>
                    <a:pt x="665285" y="145391"/>
                  </a:lnTo>
                  <a:lnTo>
                    <a:pt x="662458" y="145592"/>
                  </a:lnTo>
                  <a:lnTo>
                    <a:pt x="661280" y="145592"/>
                  </a:lnTo>
                  <a:lnTo>
                    <a:pt x="659194" y="147611"/>
                  </a:lnTo>
                  <a:lnTo>
                    <a:pt x="656905" y="149192"/>
                  </a:lnTo>
                  <a:lnTo>
                    <a:pt x="656131" y="150706"/>
                  </a:lnTo>
                  <a:cubicBezTo>
                    <a:pt x="656131" y="150706"/>
                    <a:pt x="654818" y="151917"/>
                    <a:pt x="653304" y="152892"/>
                  </a:cubicBezTo>
                  <a:cubicBezTo>
                    <a:pt x="651789" y="153868"/>
                    <a:pt x="650813" y="154507"/>
                    <a:pt x="650039" y="154843"/>
                  </a:cubicBezTo>
                  <a:cubicBezTo>
                    <a:pt x="649265" y="155180"/>
                    <a:pt x="648727" y="155819"/>
                    <a:pt x="648727" y="155819"/>
                  </a:cubicBezTo>
                  <a:cubicBezTo>
                    <a:pt x="648727" y="155819"/>
                    <a:pt x="646876" y="157131"/>
                    <a:pt x="646236" y="157770"/>
                  </a:cubicBezTo>
                  <a:cubicBezTo>
                    <a:pt x="645597" y="158409"/>
                    <a:pt x="644823" y="159957"/>
                    <a:pt x="644587" y="160259"/>
                  </a:cubicBezTo>
                  <a:cubicBezTo>
                    <a:pt x="644385" y="160596"/>
                    <a:pt x="643510" y="162210"/>
                    <a:pt x="643510" y="162210"/>
                  </a:cubicBezTo>
                  <a:lnTo>
                    <a:pt x="642736" y="163859"/>
                  </a:lnTo>
                  <a:lnTo>
                    <a:pt x="642198" y="165709"/>
                  </a:lnTo>
                  <a:cubicBezTo>
                    <a:pt x="642198" y="165709"/>
                    <a:pt x="642198" y="167458"/>
                    <a:pt x="642299" y="167761"/>
                  </a:cubicBezTo>
                  <a:cubicBezTo>
                    <a:pt x="642400" y="168097"/>
                    <a:pt x="643073" y="168737"/>
                    <a:pt x="644150" y="169174"/>
                  </a:cubicBezTo>
                  <a:cubicBezTo>
                    <a:pt x="645227" y="169611"/>
                    <a:pt x="646640" y="171327"/>
                    <a:pt x="647313" y="171663"/>
                  </a:cubicBezTo>
                  <a:cubicBezTo>
                    <a:pt x="647953" y="171999"/>
                    <a:pt x="649501" y="173614"/>
                    <a:pt x="649804" y="173715"/>
                  </a:cubicBezTo>
                  <a:cubicBezTo>
                    <a:pt x="650140" y="173816"/>
                    <a:pt x="650780" y="174253"/>
                    <a:pt x="651554" y="174489"/>
                  </a:cubicBezTo>
                  <a:cubicBezTo>
                    <a:pt x="652328" y="174724"/>
                    <a:pt x="652429" y="175027"/>
                    <a:pt x="652429" y="175027"/>
                  </a:cubicBezTo>
                  <a:cubicBezTo>
                    <a:pt x="652429" y="175027"/>
                    <a:pt x="653405" y="176978"/>
                    <a:pt x="654280" y="177853"/>
                  </a:cubicBezTo>
                  <a:cubicBezTo>
                    <a:pt x="655155" y="178727"/>
                    <a:pt x="654179" y="178929"/>
                    <a:pt x="654179" y="178929"/>
                  </a:cubicBezTo>
                  <a:cubicBezTo>
                    <a:pt x="654179" y="178929"/>
                    <a:pt x="653405" y="180006"/>
                    <a:pt x="653102" y="180342"/>
                  </a:cubicBezTo>
                  <a:cubicBezTo>
                    <a:pt x="652765" y="180679"/>
                    <a:pt x="651588" y="181217"/>
                    <a:pt x="650914" y="182091"/>
                  </a:cubicBezTo>
                  <a:cubicBezTo>
                    <a:pt x="650241" y="182966"/>
                    <a:pt x="649938" y="183067"/>
                    <a:pt x="649938" y="183067"/>
                  </a:cubicBezTo>
                  <a:cubicBezTo>
                    <a:pt x="649938" y="183067"/>
                    <a:pt x="649602" y="185355"/>
                    <a:pt x="649602" y="185657"/>
                  </a:cubicBezTo>
                  <a:cubicBezTo>
                    <a:pt x="649602" y="185994"/>
                    <a:pt x="649063" y="188584"/>
                    <a:pt x="649063" y="188920"/>
                  </a:cubicBezTo>
                  <a:cubicBezTo>
                    <a:pt x="649063" y="189257"/>
                    <a:pt x="648188" y="191208"/>
                    <a:pt x="648188" y="191208"/>
                  </a:cubicBezTo>
                  <a:cubicBezTo>
                    <a:pt x="648188" y="191208"/>
                    <a:pt x="646438" y="194235"/>
                    <a:pt x="646236" y="194572"/>
                  </a:cubicBezTo>
                  <a:cubicBezTo>
                    <a:pt x="646001" y="194908"/>
                    <a:pt x="642534" y="198609"/>
                    <a:pt x="642534" y="198609"/>
                  </a:cubicBezTo>
                  <a:lnTo>
                    <a:pt x="639505" y="200559"/>
                  </a:lnTo>
                  <a:lnTo>
                    <a:pt x="638092" y="200997"/>
                  </a:lnTo>
                  <a:lnTo>
                    <a:pt x="636679" y="201973"/>
                  </a:lnTo>
                  <a:cubicBezTo>
                    <a:pt x="636679" y="201973"/>
                    <a:pt x="635029" y="203385"/>
                    <a:pt x="634491" y="203722"/>
                  </a:cubicBezTo>
                  <a:cubicBezTo>
                    <a:pt x="633953" y="204058"/>
                    <a:pt x="632438" y="206110"/>
                    <a:pt x="632101" y="206211"/>
                  </a:cubicBezTo>
                  <a:cubicBezTo>
                    <a:pt x="631765" y="206312"/>
                    <a:pt x="630587" y="207960"/>
                    <a:pt x="630150" y="208162"/>
                  </a:cubicBezTo>
                  <a:cubicBezTo>
                    <a:pt x="629712" y="208398"/>
                    <a:pt x="629275" y="209575"/>
                    <a:pt x="628635" y="210551"/>
                  </a:cubicBezTo>
                  <a:cubicBezTo>
                    <a:pt x="627996" y="211526"/>
                    <a:pt x="627558" y="212603"/>
                    <a:pt x="627121" y="213141"/>
                  </a:cubicBezTo>
                  <a:cubicBezTo>
                    <a:pt x="626683" y="213679"/>
                    <a:pt x="625370" y="216303"/>
                    <a:pt x="624933" y="217379"/>
                  </a:cubicBezTo>
                  <a:cubicBezTo>
                    <a:pt x="624496" y="218456"/>
                    <a:pt x="624058" y="218456"/>
                    <a:pt x="624058" y="218456"/>
                  </a:cubicBezTo>
                  <a:cubicBezTo>
                    <a:pt x="624058" y="218456"/>
                    <a:pt x="622544" y="218994"/>
                    <a:pt x="621669" y="219095"/>
                  </a:cubicBezTo>
                  <a:cubicBezTo>
                    <a:pt x="620794" y="219196"/>
                    <a:pt x="619818" y="219970"/>
                    <a:pt x="619178" y="220071"/>
                  </a:cubicBezTo>
                  <a:cubicBezTo>
                    <a:pt x="618539" y="220171"/>
                    <a:pt x="616351" y="221820"/>
                    <a:pt x="615914" y="222459"/>
                  </a:cubicBezTo>
                  <a:cubicBezTo>
                    <a:pt x="615476" y="223098"/>
                    <a:pt x="614601" y="224511"/>
                    <a:pt x="614164" y="225184"/>
                  </a:cubicBezTo>
                  <a:cubicBezTo>
                    <a:pt x="613726" y="225823"/>
                    <a:pt x="610798" y="229523"/>
                    <a:pt x="610798" y="229523"/>
                  </a:cubicBezTo>
                  <a:lnTo>
                    <a:pt x="608308" y="232248"/>
                  </a:lnTo>
                  <a:lnTo>
                    <a:pt x="602889" y="237227"/>
                  </a:lnTo>
                  <a:lnTo>
                    <a:pt x="599423" y="238875"/>
                  </a:lnTo>
                  <a:cubicBezTo>
                    <a:pt x="599423" y="238875"/>
                    <a:pt x="597134" y="243215"/>
                    <a:pt x="596798" y="243349"/>
                  </a:cubicBezTo>
                  <a:cubicBezTo>
                    <a:pt x="596461" y="243450"/>
                    <a:pt x="593769" y="244527"/>
                    <a:pt x="592793" y="244527"/>
                  </a:cubicBezTo>
                  <a:cubicBezTo>
                    <a:pt x="591817" y="244527"/>
                    <a:pt x="591144" y="243013"/>
                    <a:pt x="591144" y="243013"/>
                  </a:cubicBezTo>
                  <a:cubicBezTo>
                    <a:pt x="591144" y="243013"/>
                    <a:pt x="590605" y="239649"/>
                    <a:pt x="590370" y="239212"/>
                  </a:cubicBezTo>
                  <a:cubicBezTo>
                    <a:pt x="590168" y="238774"/>
                    <a:pt x="589495" y="236285"/>
                    <a:pt x="589495" y="236285"/>
                  </a:cubicBezTo>
                  <a:cubicBezTo>
                    <a:pt x="589495" y="236285"/>
                    <a:pt x="588182" y="234872"/>
                    <a:pt x="587442" y="234872"/>
                  </a:cubicBezTo>
                  <a:cubicBezTo>
                    <a:pt x="586668" y="234872"/>
                    <a:pt x="585793" y="235208"/>
                    <a:pt x="585793" y="235208"/>
                  </a:cubicBezTo>
                  <a:cubicBezTo>
                    <a:pt x="585793" y="235208"/>
                    <a:pt x="585456" y="238673"/>
                    <a:pt x="585355" y="239111"/>
                  </a:cubicBezTo>
                  <a:cubicBezTo>
                    <a:pt x="585254" y="239548"/>
                    <a:pt x="585019" y="243248"/>
                    <a:pt x="585019" y="243248"/>
                  </a:cubicBezTo>
                  <a:lnTo>
                    <a:pt x="583168" y="245536"/>
                  </a:lnTo>
                  <a:lnTo>
                    <a:pt x="580442" y="248025"/>
                  </a:lnTo>
                  <a:cubicBezTo>
                    <a:pt x="580442" y="248025"/>
                    <a:pt x="579365" y="249438"/>
                    <a:pt x="578490" y="251187"/>
                  </a:cubicBezTo>
                  <a:cubicBezTo>
                    <a:pt x="577615" y="252936"/>
                    <a:pt x="578490" y="253475"/>
                    <a:pt x="578490" y="253475"/>
                  </a:cubicBezTo>
                  <a:cubicBezTo>
                    <a:pt x="578490" y="253475"/>
                    <a:pt x="579028" y="254013"/>
                    <a:pt x="580004" y="254349"/>
                  </a:cubicBezTo>
                  <a:cubicBezTo>
                    <a:pt x="580980" y="254686"/>
                    <a:pt x="582495" y="256973"/>
                    <a:pt x="582932" y="257612"/>
                  </a:cubicBezTo>
                  <a:cubicBezTo>
                    <a:pt x="583370" y="258252"/>
                    <a:pt x="583134" y="259564"/>
                    <a:pt x="583134" y="259564"/>
                  </a:cubicBezTo>
                  <a:lnTo>
                    <a:pt x="582798" y="263365"/>
                  </a:lnTo>
                  <a:cubicBezTo>
                    <a:pt x="582798" y="263365"/>
                    <a:pt x="583875" y="267704"/>
                    <a:pt x="584110" y="268041"/>
                  </a:cubicBezTo>
                  <a:cubicBezTo>
                    <a:pt x="584312" y="268377"/>
                    <a:pt x="583235" y="273356"/>
                    <a:pt x="583235" y="273356"/>
                  </a:cubicBezTo>
                  <a:lnTo>
                    <a:pt x="583235" y="275408"/>
                  </a:lnTo>
                  <a:cubicBezTo>
                    <a:pt x="583235" y="275408"/>
                    <a:pt x="582697" y="280723"/>
                    <a:pt x="582461" y="281160"/>
                  </a:cubicBezTo>
                  <a:cubicBezTo>
                    <a:pt x="582225" y="281597"/>
                    <a:pt x="581485" y="285062"/>
                    <a:pt x="581485" y="285062"/>
                  </a:cubicBezTo>
                  <a:cubicBezTo>
                    <a:pt x="581485" y="285062"/>
                    <a:pt x="580408" y="286913"/>
                    <a:pt x="580172" y="287787"/>
                  </a:cubicBezTo>
                  <a:cubicBezTo>
                    <a:pt x="579970" y="288662"/>
                    <a:pt x="577783" y="291387"/>
                    <a:pt x="577783" y="291824"/>
                  </a:cubicBezTo>
                  <a:cubicBezTo>
                    <a:pt x="577783" y="292261"/>
                    <a:pt x="578221" y="296062"/>
                    <a:pt x="578321" y="296399"/>
                  </a:cubicBezTo>
                  <a:cubicBezTo>
                    <a:pt x="578423" y="296735"/>
                    <a:pt x="578759" y="298585"/>
                    <a:pt x="579197" y="298350"/>
                  </a:cubicBezTo>
                  <a:cubicBezTo>
                    <a:pt x="579634" y="298148"/>
                    <a:pt x="581687" y="301176"/>
                    <a:pt x="581687" y="301176"/>
                  </a:cubicBezTo>
                  <a:lnTo>
                    <a:pt x="582461" y="303463"/>
                  </a:lnTo>
                  <a:cubicBezTo>
                    <a:pt x="582461" y="303463"/>
                    <a:pt x="584110" y="309115"/>
                    <a:pt x="584110" y="309552"/>
                  </a:cubicBezTo>
                  <a:cubicBezTo>
                    <a:pt x="584110" y="309989"/>
                    <a:pt x="583235" y="313353"/>
                    <a:pt x="583235" y="313353"/>
                  </a:cubicBezTo>
                  <a:cubicBezTo>
                    <a:pt x="583235" y="313353"/>
                    <a:pt x="583235" y="318769"/>
                    <a:pt x="583235" y="319879"/>
                  </a:cubicBezTo>
                  <a:cubicBezTo>
                    <a:pt x="583235" y="320956"/>
                    <a:pt x="583572" y="321629"/>
                    <a:pt x="583572" y="321629"/>
                  </a:cubicBezTo>
                  <a:cubicBezTo>
                    <a:pt x="583572" y="321629"/>
                    <a:pt x="584884" y="324993"/>
                    <a:pt x="585221" y="325228"/>
                  </a:cubicBezTo>
                  <a:cubicBezTo>
                    <a:pt x="585557" y="325430"/>
                    <a:pt x="586634" y="327415"/>
                    <a:pt x="587273" y="328054"/>
                  </a:cubicBezTo>
                  <a:cubicBezTo>
                    <a:pt x="587913" y="328693"/>
                    <a:pt x="589024" y="330240"/>
                    <a:pt x="589562" y="330880"/>
                  </a:cubicBezTo>
                  <a:cubicBezTo>
                    <a:pt x="590101" y="331519"/>
                    <a:pt x="590875" y="332292"/>
                    <a:pt x="591211" y="332393"/>
                  </a:cubicBezTo>
                  <a:cubicBezTo>
                    <a:pt x="591548" y="332494"/>
                    <a:pt x="591211" y="334344"/>
                    <a:pt x="591211" y="334782"/>
                  </a:cubicBezTo>
                  <a:cubicBezTo>
                    <a:pt x="591211" y="335219"/>
                    <a:pt x="590572" y="337507"/>
                    <a:pt x="590572" y="338045"/>
                  </a:cubicBezTo>
                  <a:cubicBezTo>
                    <a:pt x="590572" y="338583"/>
                    <a:pt x="589394" y="340299"/>
                    <a:pt x="589394" y="340299"/>
                  </a:cubicBezTo>
                  <a:cubicBezTo>
                    <a:pt x="589394" y="340299"/>
                    <a:pt x="587442" y="340299"/>
                    <a:pt x="587004" y="340299"/>
                  </a:cubicBezTo>
                  <a:cubicBezTo>
                    <a:pt x="586567" y="340299"/>
                    <a:pt x="585591" y="340299"/>
                    <a:pt x="584817" y="340534"/>
                  </a:cubicBezTo>
                  <a:cubicBezTo>
                    <a:pt x="584043" y="340736"/>
                    <a:pt x="582966" y="341274"/>
                    <a:pt x="582966" y="341274"/>
                  </a:cubicBezTo>
                  <a:lnTo>
                    <a:pt x="584649" y="344806"/>
                  </a:lnTo>
                  <a:lnTo>
                    <a:pt x="586230" y="350525"/>
                  </a:lnTo>
                  <a:cubicBezTo>
                    <a:pt x="586230" y="350525"/>
                    <a:pt x="585658" y="354865"/>
                    <a:pt x="585658" y="355235"/>
                  </a:cubicBezTo>
                  <a:cubicBezTo>
                    <a:pt x="585658" y="355605"/>
                    <a:pt x="584581" y="357690"/>
                    <a:pt x="584076" y="358935"/>
                  </a:cubicBezTo>
                  <a:cubicBezTo>
                    <a:pt x="583572" y="360180"/>
                    <a:pt x="582057" y="360684"/>
                    <a:pt x="581821" y="360684"/>
                  </a:cubicBezTo>
                  <a:cubicBezTo>
                    <a:pt x="581586" y="360684"/>
                    <a:pt x="579365" y="361761"/>
                    <a:pt x="578557" y="361828"/>
                  </a:cubicBezTo>
                  <a:cubicBezTo>
                    <a:pt x="577749" y="361895"/>
                    <a:pt x="574855" y="361828"/>
                    <a:pt x="574283" y="361963"/>
                  </a:cubicBezTo>
                  <a:cubicBezTo>
                    <a:pt x="573711" y="362097"/>
                    <a:pt x="570581" y="361963"/>
                    <a:pt x="570581" y="361963"/>
                  </a:cubicBezTo>
                  <a:cubicBezTo>
                    <a:pt x="570581" y="361963"/>
                    <a:pt x="568259" y="363409"/>
                    <a:pt x="567989" y="363409"/>
                  </a:cubicBezTo>
                  <a:cubicBezTo>
                    <a:pt x="567687" y="363409"/>
                    <a:pt x="564220" y="364553"/>
                    <a:pt x="564220" y="364553"/>
                  </a:cubicBezTo>
                  <a:lnTo>
                    <a:pt x="558936" y="366067"/>
                  </a:lnTo>
                  <a:lnTo>
                    <a:pt x="555167" y="368085"/>
                  </a:lnTo>
                  <a:lnTo>
                    <a:pt x="552845" y="369834"/>
                  </a:lnTo>
                  <a:lnTo>
                    <a:pt x="549076" y="369834"/>
                  </a:lnTo>
                  <a:lnTo>
                    <a:pt x="545003" y="367244"/>
                  </a:lnTo>
                  <a:lnTo>
                    <a:pt x="545003" y="364048"/>
                  </a:lnTo>
                  <a:cubicBezTo>
                    <a:pt x="545003" y="364048"/>
                    <a:pt x="548032" y="359406"/>
                    <a:pt x="548032" y="358262"/>
                  </a:cubicBezTo>
                  <a:cubicBezTo>
                    <a:pt x="548032" y="357118"/>
                    <a:pt x="546720" y="356244"/>
                    <a:pt x="546720" y="356244"/>
                  </a:cubicBezTo>
                  <a:lnTo>
                    <a:pt x="541806" y="357388"/>
                  </a:lnTo>
                  <a:lnTo>
                    <a:pt x="538037" y="361155"/>
                  </a:lnTo>
                  <a:lnTo>
                    <a:pt x="532248" y="366369"/>
                  </a:lnTo>
                  <a:lnTo>
                    <a:pt x="528479" y="369834"/>
                  </a:lnTo>
                  <a:lnTo>
                    <a:pt x="525585" y="369834"/>
                  </a:lnTo>
                  <a:cubicBezTo>
                    <a:pt x="525585" y="369834"/>
                    <a:pt x="521378" y="370473"/>
                    <a:pt x="520234" y="370473"/>
                  </a:cubicBezTo>
                  <a:cubicBezTo>
                    <a:pt x="519089" y="370473"/>
                    <a:pt x="515589" y="371415"/>
                    <a:pt x="514714" y="371415"/>
                  </a:cubicBezTo>
                  <a:cubicBezTo>
                    <a:pt x="513839" y="371415"/>
                    <a:pt x="512392" y="372559"/>
                    <a:pt x="512392" y="372559"/>
                  </a:cubicBezTo>
                  <a:cubicBezTo>
                    <a:pt x="512392" y="372559"/>
                    <a:pt x="510810" y="374880"/>
                    <a:pt x="510373" y="375015"/>
                  </a:cubicBezTo>
                  <a:cubicBezTo>
                    <a:pt x="509935" y="375149"/>
                    <a:pt x="508488" y="376327"/>
                    <a:pt x="507916" y="376327"/>
                  </a:cubicBezTo>
                  <a:cubicBezTo>
                    <a:pt x="507344" y="376327"/>
                    <a:pt x="504012" y="380397"/>
                    <a:pt x="503575" y="380532"/>
                  </a:cubicBezTo>
                  <a:cubicBezTo>
                    <a:pt x="503137" y="380666"/>
                    <a:pt x="498930" y="383727"/>
                    <a:pt x="498930" y="383727"/>
                  </a:cubicBezTo>
                  <a:lnTo>
                    <a:pt x="493411" y="383727"/>
                  </a:lnTo>
                  <a:cubicBezTo>
                    <a:pt x="493411" y="383727"/>
                    <a:pt x="487454" y="387125"/>
                    <a:pt x="486310" y="387428"/>
                  </a:cubicBezTo>
                  <a:cubicBezTo>
                    <a:pt x="485166" y="387730"/>
                    <a:pt x="482978" y="388941"/>
                    <a:pt x="481834" y="389816"/>
                  </a:cubicBezTo>
                  <a:cubicBezTo>
                    <a:pt x="480689" y="390691"/>
                    <a:pt x="475877" y="392844"/>
                    <a:pt x="475305" y="392844"/>
                  </a:cubicBezTo>
                  <a:cubicBezTo>
                    <a:pt x="474733" y="392844"/>
                    <a:pt x="470829" y="392541"/>
                    <a:pt x="468776" y="392272"/>
                  </a:cubicBezTo>
                  <a:cubicBezTo>
                    <a:pt x="466756" y="391969"/>
                    <a:pt x="465747" y="390388"/>
                    <a:pt x="465747" y="390388"/>
                  </a:cubicBezTo>
                  <a:lnTo>
                    <a:pt x="465309" y="386183"/>
                  </a:lnTo>
                  <a:lnTo>
                    <a:pt x="465007" y="382853"/>
                  </a:lnTo>
                  <a:lnTo>
                    <a:pt x="465007" y="377773"/>
                  </a:lnTo>
                  <a:lnTo>
                    <a:pt x="463862" y="375587"/>
                  </a:lnTo>
                  <a:lnTo>
                    <a:pt x="460800" y="373265"/>
                  </a:lnTo>
                  <a:lnTo>
                    <a:pt x="459353" y="368354"/>
                  </a:lnTo>
                  <a:lnTo>
                    <a:pt x="458780" y="363275"/>
                  </a:lnTo>
                  <a:lnTo>
                    <a:pt x="457333" y="360651"/>
                  </a:lnTo>
                  <a:lnTo>
                    <a:pt x="455314" y="362097"/>
                  </a:lnTo>
                  <a:cubicBezTo>
                    <a:pt x="455314" y="362097"/>
                    <a:pt x="453732" y="363409"/>
                    <a:pt x="452857" y="363846"/>
                  </a:cubicBezTo>
                  <a:cubicBezTo>
                    <a:pt x="451982" y="364284"/>
                    <a:pt x="450266" y="366302"/>
                    <a:pt x="450266" y="366302"/>
                  </a:cubicBezTo>
                  <a:cubicBezTo>
                    <a:pt x="450266" y="366302"/>
                    <a:pt x="445924" y="366302"/>
                    <a:pt x="445049" y="366302"/>
                  </a:cubicBezTo>
                  <a:cubicBezTo>
                    <a:pt x="444174" y="366302"/>
                    <a:pt x="439968" y="363981"/>
                    <a:pt x="439968" y="363981"/>
                  </a:cubicBezTo>
                  <a:lnTo>
                    <a:pt x="438655" y="359070"/>
                  </a:lnTo>
                  <a:lnTo>
                    <a:pt x="439665" y="353553"/>
                  </a:lnTo>
                  <a:lnTo>
                    <a:pt x="442862" y="353418"/>
                  </a:lnTo>
                  <a:lnTo>
                    <a:pt x="449223" y="352106"/>
                  </a:lnTo>
                  <a:lnTo>
                    <a:pt x="451107" y="348910"/>
                  </a:lnTo>
                  <a:lnTo>
                    <a:pt x="447203" y="342384"/>
                  </a:lnTo>
                  <a:lnTo>
                    <a:pt x="444006" y="337608"/>
                  </a:lnTo>
                  <a:lnTo>
                    <a:pt x="443131" y="335589"/>
                  </a:lnTo>
                  <a:lnTo>
                    <a:pt x="439799" y="332393"/>
                  </a:lnTo>
                  <a:lnTo>
                    <a:pt x="432833" y="329198"/>
                  </a:lnTo>
                  <a:lnTo>
                    <a:pt x="426472" y="325127"/>
                  </a:lnTo>
                  <a:cubicBezTo>
                    <a:pt x="426472" y="325127"/>
                    <a:pt x="425025" y="320922"/>
                    <a:pt x="424722" y="320350"/>
                  </a:cubicBezTo>
                  <a:cubicBezTo>
                    <a:pt x="424419" y="319778"/>
                    <a:pt x="424587" y="316717"/>
                    <a:pt x="424587" y="316717"/>
                  </a:cubicBezTo>
                  <a:cubicBezTo>
                    <a:pt x="424587" y="316717"/>
                    <a:pt x="425900" y="315136"/>
                    <a:pt x="426775" y="314699"/>
                  </a:cubicBezTo>
                  <a:cubicBezTo>
                    <a:pt x="427650" y="314262"/>
                    <a:pt x="429972" y="313690"/>
                    <a:pt x="430847" y="313690"/>
                  </a:cubicBezTo>
                  <a:cubicBezTo>
                    <a:pt x="431722" y="313690"/>
                    <a:pt x="434616" y="311503"/>
                    <a:pt x="434616" y="311503"/>
                  </a:cubicBezTo>
                  <a:lnTo>
                    <a:pt x="436939" y="309182"/>
                  </a:lnTo>
                  <a:lnTo>
                    <a:pt x="438251" y="306726"/>
                  </a:lnTo>
                  <a:lnTo>
                    <a:pt x="440708" y="299326"/>
                  </a:lnTo>
                  <a:lnTo>
                    <a:pt x="438823" y="298888"/>
                  </a:lnTo>
                  <a:cubicBezTo>
                    <a:pt x="438823" y="298888"/>
                    <a:pt x="433169" y="303093"/>
                    <a:pt x="431419" y="303093"/>
                  </a:cubicBezTo>
                  <a:cubicBezTo>
                    <a:pt x="429669" y="303093"/>
                    <a:pt x="427953" y="302353"/>
                    <a:pt x="427953" y="302353"/>
                  </a:cubicBezTo>
                  <a:lnTo>
                    <a:pt x="427515" y="299897"/>
                  </a:lnTo>
                  <a:lnTo>
                    <a:pt x="428390" y="297576"/>
                  </a:lnTo>
                  <a:lnTo>
                    <a:pt x="428828" y="294112"/>
                  </a:lnTo>
                  <a:lnTo>
                    <a:pt x="428962" y="292530"/>
                  </a:lnTo>
                  <a:lnTo>
                    <a:pt x="428087" y="286307"/>
                  </a:lnTo>
                  <a:lnTo>
                    <a:pt x="424890" y="281967"/>
                  </a:lnTo>
                  <a:lnTo>
                    <a:pt x="422568" y="280790"/>
                  </a:lnTo>
                  <a:lnTo>
                    <a:pt x="419808" y="279915"/>
                  </a:lnTo>
                  <a:lnTo>
                    <a:pt x="414020" y="277729"/>
                  </a:lnTo>
                  <a:lnTo>
                    <a:pt x="411395" y="273827"/>
                  </a:lnTo>
                  <a:lnTo>
                    <a:pt x="409005" y="269050"/>
                  </a:lnTo>
                  <a:lnTo>
                    <a:pt x="406616" y="263096"/>
                  </a:lnTo>
                  <a:lnTo>
                    <a:pt x="405875" y="261077"/>
                  </a:lnTo>
                  <a:lnTo>
                    <a:pt x="405875" y="258487"/>
                  </a:lnTo>
                  <a:lnTo>
                    <a:pt x="406380" y="252533"/>
                  </a:lnTo>
                  <a:lnTo>
                    <a:pt x="406313" y="250346"/>
                  </a:lnTo>
                  <a:lnTo>
                    <a:pt x="400524" y="247890"/>
                  </a:lnTo>
                  <a:lnTo>
                    <a:pt x="398337" y="244560"/>
                  </a:lnTo>
                  <a:lnTo>
                    <a:pt x="396890" y="241230"/>
                  </a:lnTo>
                  <a:cubicBezTo>
                    <a:pt x="396890" y="241230"/>
                    <a:pt x="394568" y="229927"/>
                    <a:pt x="394298" y="229355"/>
                  </a:cubicBezTo>
                  <a:cubicBezTo>
                    <a:pt x="393995" y="228783"/>
                    <a:pt x="393726" y="223838"/>
                    <a:pt x="393726" y="223838"/>
                  </a:cubicBezTo>
                  <a:lnTo>
                    <a:pt x="392279" y="218187"/>
                  </a:lnTo>
                  <a:lnTo>
                    <a:pt x="387635" y="218489"/>
                  </a:lnTo>
                  <a:cubicBezTo>
                    <a:pt x="387635" y="218489"/>
                    <a:pt x="385750" y="218489"/>
                    <a:pt x="385010" y="218489"/>
                  </a:cubicBezTo>
                  <a:cubicBezTo>
                    <a:pt x="384269" y="218489"/>
                    <a:pt x="380231" y="213847"/>
                    <a:pt x="380231" y="213847"/>
                  </a:cubicBezTo>
                  <a:lnTo>
                    <a:pt x="380533" y="209945"/>
                  </a:lnTo>
                  <a:lnTo>
                    <a:pt x="379793" y="203722"/>
                  </a:lnTo>
                  <a:lnTo>
                    <a:pt x="379793" y="197364"/>
                  </a:lnTo>
                  <a:lnTo>
                    <a:pt x="378918" y="194471"/>
                  </a:lnTo>
                  <a:lnTo>
                    <a:pt x="374442" y="187945"/>
                  </a:lnTo>
                  <a:lnTo>
                    <a:pt x="371413" y="183303"/>
                  </a:lnTo>
                  <a:lnTo>
                    <a:pt x="369226" y="177214"/>
                  </a:lnTo>
                  <a:lnTo>
                    <a:pt x="367341" y="170688"/>
                  </a:lnTo>
                  <a:lnTo>
                    <a:pt x="366903" y="165608"/>
                  </a:lnTo>
                  <a:lnTo>
                    <a:pt x="363706" y="162580"/>
                  </a:lnTo>
                  <a:lnTo>
                    <a:pt x="361384" y="161706"/>
                  </a:lnTo>
                  <a:lnTo>
                    <a:pt x="358187" y="162715"/>
                  </a:lnTo>
                  <a:lnTo>
                    <a:pt x="357043" y="163287"/>
                  </a:lnTo>
                  <a:lnTo>
                    <a:pt x="354148" y="167795"/>
                  </a:lnTo>
                  <a:lnTo>
                    <a:pt x="349908" y="166348"/>
                  </a:lnTo>
                  <a:lnTo>
                    <a:pt x="346105" y="164061"/>
                  </a:lnTo>
                  <a:lnTo>
                    <a:pt x="345465" y="162210"/>
                  </a:lnTo>
                  <a:lnTo>
                    <a:pt x="343076" y="162009"/>
                  </a:lnTo>
                  <a:cubicBezTo>
                    <a:pt x="343076" y="162009"/>
                    <a:pt x="341999" y="162345"/>
                    <a:pt x="341763" y="162648"/>
                  </a:cubicBezTo>
                  <a:cubicBezTo>
                    <a:pt x="341562" y="162984"/>
                    <a:pt x="340350" y="164834"/>
                    <a:pt x="340013" y="165272"/>
                  </a:cubicBezTo>
                  <a:cubicBezTo>
                    <a:pt x="339677" y="165709"/>
                    <a:pt x="336850" y="169308"/>
                    <a:pt x="336210" y="169611"/>
                  </a:cubicBezTo>
                  <a:cubicBezTo>
                    <a:pt x="335571" y="169948"/>
                    <a:pt x="332307" y="170587"/>
                    <a:pt x="332307" y="170587"/>
                  </a:cubicBezTo>
                  <a:lnTo>
                    <a:pt x="326215" y="169948"/>
                  </a:lnTo>
                  <a:lnTo>
                    <a:pt x="321638" y="166920"/>
                  </a:lnTo>
                  <a:lnTo>
                    <a:pt x="317297" y="160932"/>
                  </a:lnTo>
                  <a:lnTo>
                    <a:pt x="314671" y="156155"/>
                  </a:lnTo>
                  <a:lnTo>
                    <a:pt x="312820" y="151816"/>
                  </a:lnTo>
                  <a:cubicBezTo>
                    <a:pt x="312820" y="151816"/>
                    <a:pt x="310869" y="147140"/>
                    <a:pt x="309994" y="147039"/>
                  </a:cubicBezTo>
                  <a:cubicBezTo>
                    <a:pt x="309118" y="146938"/>
                    <a:pt x="307604" y="144449"/>
                    <a:pt x="307166" y="144112"/>
                  </a:cubicBezTo>
                  <a:cubicBezTo>
                    <a:pt x="306729" y="143776"/>
                    <a:pt x="305315" y="140109"/>
                    <a:pt x="304979" y="139975"/>
                  </a:cubicBezTo>
                  <a:cubicBezTo>
                    <a:pt x="304642" y="139874"/>
                    <a:pt x="304743" y="137586"/>
                    <a:pt x="303902" y="136072"/>
                  </a:cubicBezTo>
                  <a:cubicBezTo>
                    <a:pt x="303027" y="134559"/>
                    <a:pt x="302488" y="132473"/>
                    <a:pt x="302388" y="132036"/>
                  </a:cubicBezTo>
                  <a:cubicBezTo>
                    <a:pt x="302286" y="131598"/>
                    <a:pt x="302286" y="129412"/>
                    <a:pt x="302388" y="129109"/>
                  </a:cubicBezTo>
                  <a:cubicBezTo>
                    <a:pt x="302488" y="128773"/>
                    <a:pt x="303801" y="128234"/>
                    <a:pt x="304239" y="128234"/>
                  </a:cubicBezTo>
                  <a:cubicBezTo>
                    <a:pt x="304676" y="128234"/>
                    <a:pt x="306089" y="127797"/>
                    <a:pt x="306089" y="127797"/>
                  </a:cubicBezTo>
                  <a:cubicBezTo>
                    <a:pt x="306089" y="127797"/>
                    <a:pt x="307301" y="127360"/>
                    <a:pt x="311643" y="126821"/>
                  </a:cubicBezTo>
                  <a:cubicBezTo>
                    <a:pt x="315984" y="126283"/>
                    <a:pt x="313931" y="126283"/>
                    <a:pt x="314234" y="126182"/>
                  </a:cubicBezTo>
                  <a:cubicBezTo>
                    <a:pt x="314571" y="126081"/>
                    <a:pt x="315008" y="125745"/>
                    <a:pt x="315748" y="125409"/>
                  </a:cubicBezTo>
                  <a:cubicBezTo>
                    <a:pt x="316523" y="125072"/>
                    <a:pt x="317498" y="123121"/>
                    <a:pt x="317936" y="122583"/>
                  </a:cubicBezTo>
                  <a:cubicBezTo>
                    <a:pt x="318373" y="122045"/>
                    <a:pt x="318474" y="120968"/>
                    <a:pt x="318710" y="120531"/>
                  </a:cubicBezTo>
                  <a:cubicBezTo>
                    <a:pt x="318912" y="120094"/>
                    <a:pt x="319047" y="117167"/>
                    <a:pt x="319047" y="116730"/>
                  </a:cubicBezTo>
                  <a:cubicBezTo>
                    <a:pt x="319047" y="116292"/>
                    <a:pt x="319047" y="115081"/>
                    <a:pt x="318710" y="114644"/>
                  </a:cubicBezTo>
                  <a:cubicBezTo>
                    <a:pt x="318373" y="114207"/>
                    <a:pt x="318071" y="113029"/>
                    <a:pt x="318071" y="113029"/>
                  </a:cubicBezTo>
                  <a:cubicBezTo>
                    <a:pt x="318071" y="113029"/>
                    <a:pt x="315580" y="110977"/>
                    <a:pt x="315143" y="110977"/>
                  </a:cubicBezTo>
                  <a:cubicBezTo>
                    <a:pt x="314705" y="110977"/>
                    <a:pt x="313090" y="109901"/>
                    <a:pt x="313090" y="109901"/>
                  </a:cubicBezTo>
                  <a:lnTo>
                    <a:pt x="310061" y="105898"/>
                  </a:lnTo>
                  <a:lnTo>
                    <a:pt x="308849" y="102096"/>
                  </a:lnTo>
                  <a:lnTo>
                    <a:pt x="308748" y="99069"/>
                  </a:lnTo>
                  <a:lnTo>
                    <a:pt x="304844" y="92442"/>
                  </a:lnTo>
                  <a:lnTo>
                    <a:pt x="301681" y="84402"/>
                  </a:lnTo>
                  <a:lnTo>
                    <a:pt x="300469" y="80062"/>
                  </a:lnTo>
                  <a:lnTo>
                    <a:pt x="298517" y="77472"/>
                  </a:lnTo>
                  <a:cubicBezTo>
                    <a:pt x="298517" y="77472"/>
                    <a:pt x="293637" y="77808"/>
                    <a:pt x="293200" y="77808"/>
                  </a:cubicBezTo>
                  <a:cubicBezTo>
                    <a:pt x="292762" y="77808"/>
                    <a:pt x="289397" y="74882"/>
                    <a:pt x="289397" y="74882"/>
                  </a:cubicBezTo>
                  <a:lnTo>
                    <a:pt x="287445" y="71182"/>
                  </a:lnTo>
                  <a:cubicBezTo>
                    <a:pt x="287445" y="71182"/>
                    <a:pt x="284719" y="68793"/>
                    <a:pt x="284180" y="68019"/>
                  </a:cubicBezTo>
                  <a:cubicBezTo>
                    <a:pt x="283642" y="67246"/>
                    <a:pt x="282969" y="65295"/>
                    <a:pt x="282531" y="64655"/>
                  </a:cubicBezTo>
                  <a:cubicBezTo>
                    <a:pt x="282094" y="64016"/>
                    <a:pt x="281555" y="62031"/>
                    <a:pt x="281555" y="62031"/>
                  </a:cubicBezTo>
                  <a:cubicBezTo>
                    <a:pt x="281555" y="62031"/>
                    <a:pt x="281118" y="58668"/>
                    <a:pt x="281118" y="58028"/>
                  </a:cubicBezTo>
                  <a:cubicBezTo>
                    <a:pt x="281118" y="57389"/>
                    <a:pt x="281757" y="55304"/>
                    <a:pt x="281757" y="55304"/>
                  </a:cubicBezTo>
                  <a:cubicBezTo>
                    <a:pt x="281757" y="55304"/>
                    <a:pt x="282531" y="53554"/>
                    <a:pt x="282969" y="52915"/>
                  </a:cubicBezTo>
                  <a:cubicBezTo>
                    <a:pt x="283406" y="52276"/>
                    <a:pt x="283844" y="51502"/>
                    <a:pt x="283844" y="51502"/>
                  </a:cubicBezTo>
                  <a:cubicBezTo>
                    <a:pt x="283844" y="51502"/>
                    <a:pt x="282228" y="48777"/>
                    <a:pt x="281892" y="48777"/>
                  </a:cubicBezTo>
                  <a:cubicBezTo>
                    <a:pt x="281555" y="48777"/>
                    <a:pt x="279940" y="48576"/>
                    <a:pt x="279940" y="48576"/>
                  </a:cubicBezTo>
                  <a:cubicBezTo>
                    <a:pt x="279940" y="48576"/>
                    <a:pt x="277012" y="49013"/>
                    <a:pt x="276137" y="49013"/>
                  </a:cubicBezTo>
                  <a:cubicBezTo>
                    <a:pt x="275262" y="49013"/>
                    <a:pt x="274521" y="49652"/>
                    <a:pt x="274185" y="49787"/>
                  </a:cubicBezTo>
                  <a:cubicBezTo>
                    <a:pt x="273849" y="49888"/>
                    <a:pt x="273209" y="50863"/>
                    <a:pt x="273209" y="50863"/>
                  </a:cubicBezTo>
                  <a:cubicBezTo>
                    <a:pt x="273209" y="50863"/>
                    <a:pt x="271897" y="52915"/>
                    <a:pt x="271594" y="53252"/>
                  </a:cubicBezTo>
                  <a:cubicBezTo>
                    <a:pt x="271257" y="53588"/>
                    <a:pt x="270718" y="54664"/>
                    <a:pt x="270718" y="54664"/>
                  </a:cubicBezTo>
                  <a:lnTo>
                    <a:pt x="270382" y="58264"/>
                  </a:lnTo>
                  <a:cubicBezTo>
                    <a:pt x="270382" y="58264"/>
                    <a:pt x="267791" y="61292"/>
                    <a:pt x="267017" y="61426"/>
                  </a:cubicBezTo>
                  <a:cubicBezTo>
                    <a:pt x="266243" y="61527"/>
                    <a:pt x="265502" y="63041"/>
                    <a:pt x="265502" y="63041"/>
                  </a:cubicBezTo>
                  <a:cubicBezTo>
                    <a:pt x="265502" y="63041"/>
                    <a:pt x="264291" y="66741"/>
                    <a:pt x="263988" y="67279"/>
                  </a:cubicBezTo>
                  <a:cubicBezTo>
                    <a:pt x="263651" y="67818"/>
                    <a:pt x="261262" y="70980"/>
                    <a:pt x="261262" y="70980"/>
                  </a:cubicBezTo>
                  <a:cubicBezTo>
                    <a:pt x="261262" y="70980"/>
                    <a:pt x="260084" y="72931"/>
                    <a:pt x="259613" y="73469"/>
                  </a:cubicBezTo>
                  <a:cubicBezTo>
                    <a:pt x="259175" y="74007"/>
                    <a:pt x="257223" y="76059"/>
                    <a:pt x="256886" y="76396"/>
                  </a:cubicBezTo>
                  <a:cubicBezTo>
                    <a:pt x="256550" y="76732"/>
                    <a:pt x="255574" y="78145"/>
                    <a:pt x="254262" y="79020"/>
                  </a:cubicBezTo>
                  <a:cubicBezTo>
                    <a:pt x="252949" y="79894"/>
                    <a:pt x="253185" y="79793"/>
                    <a:pt x="252848" y="79894"/>
                  </a:cubicBezTo>
                  <a:cubicBezTo>
                    <a:pt x="252511" y="79995"/>
                    <a:pt x="251334" y="80231"/>
                    <a:pt x="249482" y="80769"/>
                  </a:cubicBezTo>
                  <a:cubicBezTo>
                    <a:pt x="247631" y="81307"/>
                    <a:pt x="245882" y="80769"/>
                    <a:pt x="245343" y="81004"/>
                  </a:cubicBezTo>
                  <a:cubicBezTo>
                    <a:pt x="244805" y="81240"/>
                    <a:pt x="243055" y="82182"/>
                    <a:pt x="242853" y="82619"/>
                  </a:cubicBezTo>
                  <a:cubicBezTo>
                    <a:pt x="242651" y="83056"/>
                    <a:pt x="241978" y="84133"/>
                    <a:pt x="241978" y="84469"/>
                  </a:cubicBezTo>
                  <a:cubicBezTo>
                    <a:pt x="241978" y="84806"/>
                    <a:pt x="241540" y="85781"/>
                    <a:pt x="241439" y="86656"/>
                  </a:cubicBezTo>
                  <a:cubicBezTo>
                    <a:pt x="241338" y="87530"/>
                    <a:pt x="240699" y="90894"/>
                    <a:pt x="240699" y="90894"/>
                  </a:cubicBezTo>
                  <a:cubicBezTo>
                    <a:pt x="240699" y="90894"/>
                    <a:pt x="240699" y="92408"/>
                    <a:pt x="240699" y="93485"/>
                  </a:cubicBezTo>
                  <a:cubicBezTo>
                    <a:pt x="240699" y="94561"/>
                    <a:pt x="242449" y="99573"/>
                    <a:pt x="242449" y="99573"/>
                  </a:cubicBezTo>
                  <a:cubicBezTo>
                    <a:pt x="242449" y="99573"/>
                    <a:pt x="242449" y="102399"/>
                    <a:pt x="242449" y="103476"/>
                  </a:cubicBezTo>
                  <a:cubicBezTo>
                    <a:pt x="242449" y="104552"/>
                    <a:pt x="241574" y="110977"/>
                    <a:pt x="241574" y="111414"/>
                  </a:cubicBezTo>
                  <a:cubicBezTo>
                    <a:pt x="241574" y="111852"/>
                    <a:pt x="240497" y="115653"/>
                    <a:pt x="240396" y="116090"/>
                  </a:cubicBezTo>
                  <a:cubicBezTo>
                    <a:pt x="240295" y="116528"/>
                    <a:pt x="234304" y="116427"/>
                    <a:pt x="234304" y="116427"/>
                  </a:cubicBezTo>
                  <a:lnTo>
                    <a:pt x="229424" y="110002"/>
                  </a:lnTo>
                  <a:lnTo>
                    <a:pt x="225621" y="105561"/>
                  </a:lnTo>
                  <a:lnTo>
                    <a:pt x="220607" y="98497"/>
                  </a:lnTo>
                  <a:lnTo>
                    <a:pt x="219092" y="89582"/>
                  </a:lnTo>
                  <a:lnTo>
                    <a:pt x="218217" y="85142"/>
                  </a:lnTo>
                  <a:lnTo>
                    <a:pt x="218554" y="79490"/>
                  </a:lnTo>
                  <a:lnTo>
                    <a:pt x="219092" y="76665"/>
                  </a:lnTo>
                  <a:lnTo>
                    <a:pt x="220169" y="72763"/>
                  </a:lnTo>
                  <a:lnTo>
                    <a:pt x="219833" y="70038"/>
                  </a:lnTo>
                  <a:lnTo>
                    <a:pt x="219833" y="62099"/>
                  </a:lnTo>
                  <a:lnTo>
                    <a:pt x="219294" y="58836"/>
                  </a:lnTo>
                  <a:lnTo>
                    <a:pt x="218958" y="55035"/>
                  </a:lnTo>
                  <a:lnTo>
                    <a:pt x="218083" y="50897"/>
                  </a:lnTo>
                  <a:lnTo>
                    <a:pt x="218083" y="47297"/>
                  </a:lnTo>
                  <a:lnTo>
                    <a:pt x="220203" y="43732"/>
                  </a:lnTo>
                  <a:lnTo>
                    <a:pt x="222323" y="37004"/>
                  </a:lnTo>
                  <a:lnTo>
                    <a:pt x="224915" y="31251"/>
                  </a:lnTo>
                  <a:lnTo>
                    <a:pt x="226429" y="24523"/>
                  </a:lnTo>
                  <a:lnTo>
                    <a:pt x="227304" y="21496"/>
                  </a:lnTo>
                  <a:lnTo>
                    <a:pt x="227742" y="18872"/>
                  </a:lnTo>
                  <a:lnTo>
                    <a:pt x="227102" y="9318"/>
                  </a:lnTo>
                  <a:lnTo>
                    <a:pt x="226766" y="5618"/>
                  </a:lnTo>
                  <a:cubicBezTo>
                    <a:pt x="226766" y="5618"/>
                    <a:pt x="223602" y="1379"/>
                    <a:pt x="223165" y="1379"/>
                  </a:cubicBezTo>
                  <a:cubicBezTo>
                    <a:pt x="222727" y="1379"/>
                    <a:pt x="221549" y="1178"/>
                    <a:pt x="221549" y="1178"/>
                  </a:cubicBezTo>
                  <a:cubicBezTo>
                    <a:pt x="221549" y="1178"/>
                    <a:pt x="220035" y="639"/>
                    <a:pt x="219496" y="538"/>
                  </a:cubicBezTo>
                  <a:cubicBezTo>
                    <a:pt x="218958" y="437"/>
                    <a:pt x="216333" y="0"/>
                    <a:pt x="215256" y="0"/>
                  </a:cubicBezTo>
                  <a:cubicBezTo>
                    <a:pt x="214179" y="0"/>
                    <a:pt x="213203" y="538"/>
                    <a:pt x="211890" y="538"/>
                  </a:cubicBezTo>
                  <a:cubicBezTo>
                    <a:pt x="210578" y="538"/>
                    <a:pt x="208525" y="2388"/>
                    <a:pt x="208525" y="2388"/>
                  </a:cubicBezTo>
                  <a:lnTo>
                    <a:pt x="205900" y="4037"/>
                  </a:lnTo>
                  <a:lnTo>
                    <a:pt x="205900" y="4575"/>
                  </a:lnTo>
                  <a:lnTo>
                    <a:pt x="209602" y="9251"/>
                  </a:lnTo>
                  <a:cubicBezTo>
                    <a:pt x="209602" y="9251"/>
                    <a:pt x="210578" y="10899"/>
                    <a:pt x="210241" y="11000"/>
                  </a:cubicBezTo>
                  <a:cubicBezTo>
                    <a:pt x="209905" y="11101"/>
                    <a:pt x="209063" y="11539"/>
                    <a:pt x="208727" y="11774"/>
                  </a:cubicBezTo>
                  <a:cubicBezTo>
                    <a:pt x="208390" y="12009"/>
                    <a:pt x="207414" y="13826"/>
                    <a:pt x="207414" y="13826"/>
                  </a:cubicBezTo>
                  <a:lnTo>
                    <a:pt x="207852" y="14701"/>
                  </a:lnTo>
                  <a:lnTo>
                    <a:pt x="209501" y="16114"/>
                  </a:lnTo>
                  <a:lnTo>
                    <a:pt x="210140" y="17426"/>
                  </a:lnTo>
                  <a:cubicBezTo>
                    <a:pt x="210140" y="17426"/>
                    <a:pt x="210241" y="19612"/>
                    <a:pt x="210241" y="20049"/>
                  </a:cubicBezTo>
                  <a:cubicBezTo>
                    <a:pt x="210241" y="20487"/>
                    <a:pt x="209905" y="22236"/>
                    <a:pt x="209905" y="22236"/>
                  </a:cubicBezTo>
                  <a:lnTo>
                    <a:pt x="207414" y="22337"/>
                  </a:lnTo>
                  <a:cubicBezTo>
                    <a:pt x="207414" y="22337"/>
                    <a:pt x="204789" y="22438"/>
                    <a:pt x="204486" y="22438"/>
                  </a:cubicBezTo>
                  <a:cubicBezTo>
                    <a:pt x="204150" y="22438"/>
                    <a:pt x="203275" y="23851"/>
                    <a:pt x="203275" y="23851"/>
                  </a:cubicBezTo>
                  <a:lnTo>
                    <a:pt x="205227" y="26441"/>
                  </a:lnTo>
                  <a:lnTo>
                    <a:pt x="204587" y="27517"/>
                  </a:lnTo>
                  <a:lnTo>
                    <a:pt x="201424" y="28829"/>
                  </a:lnTo>
                  <a:lnTo>
                    <a:pt x="200549" y="31218"/>
                  </a:lnTo>
                  <a:cubicBezTo>
                    <a:pt x="200549" y="31218"/>
                    <a:pt x="200751" y="33707"/>
                    <a:pt x="200751" y="34144"/>
                  </a:cubicBezTo>
                  <a:cubicBezTo>
                    <a:pt x="200751" y="34582"/>
                    <a:pt x="200953" y="36331"/>
                    <a:pt x="200953" y="36331"/>
                  </a:cubicBezTo>
                  <a:lnTo>
                    <a:pt x="201929" y="39897"/>
                  </a:lnTo>
                  <a:cubicBezTo>
                    <a:pt x="201929" y="39897"/>
                    <a:pt x="201727" y="40973"/>
                    <a:pt x="201289" y="41209"/>
                  </a:cubicBezTo>
                  <a:cubicBezTo>
                    <a:pt x="200852" y="41444"/>
                    <a:pt x="199001" y="42823"/>
                    <a:pt x="199001" y="42823"/>
                  </a:cubicBezTo>
                  <a:lnTo>
                    <a:pt x="196308" y="43160"/>
                  </a:lnTo>
                  <a:lnTo>
                    <a:pt x="193683" y="43160"/>
                  </a:lnTo>
                  <a:cubicBezTo>
                    <a:pt x="193683" y="43160"/>
                    <a:pt x="192707" y="42790"/>
                    <a:pt x="192371" y="42790"/>
                  </a:cubicBezTo>
                  <a:cubicBezTo>
                    <a:pt x="192034" y="42790"/>
                    <a:pt x="191058" y="42521"/>
                    <a:pt x="191058" y="42521"/>
                  </a:cubicBezTo>
                  <a:lnTo>
                    <a:pt x="190183" y="40569"/>
                  </a:lnTo>
                  <a:lnTo>
                    <a:pt x="190183" y="38181"/>
                  </a:lnTo>
                  <a:lnTo>
                    <a:pt x="190284" y="35692"/>
                  </a:lnTo>
                  <a:lnTo>
                    <a:pt x="190722" y="32092"/>
                  </a:lnTo>
                  <a:lnTo>
                    <a:pt x="191260" y="28930"/>
                  </a:lnTo>
                  <a:lnTo>
                    <a:pt x="190284" y="23178"/>
                  </a:lnTo>
                  <a:lnTo>
                    <a:pt x="189510" y="21597"/>
                  </a:lnTo>
                  <a:cubicBezTo>
                    <a:pt x="189510" y="21597"/>
                    <a:pt x="186044" y="21428"/>
                    <a:pt x="185371" y="21597"/>
                  </a:cubicBezTo>
                  <a:cubicBezTo>
                    <a:pt x="185371" y="21597"/>
                    <a:pt x="184495" y="24389"/>
                    <a:pt x="184159" y="24591"/>
                  </a:cubicBezTo>
                  <a:cubicBezTo>
                    <a:pt x="183823" y="24792"/>
                    <a:pt x="183082" y="24490"/>
                    <a:pt x="183082" y="24490"/>
                  </a:cubicBezTo>
                  <a:cubicBezTo>
                    <a:pt x="183082" y="24490"/>
                    <a:pt x="183082" y="24490"/>
                    <a:pt x="182005" y="23716"/>
                  </a:cubicBezTo>
                  <a:cubicBezTo>
                    <a:pt x="180928" y="22942"/>
                    <a:pt x="181366" y="22841"/>
                    <a:pt x="181231" y="21967"/>
                  </a:cubicBezTo>
                  <a:cubicBezTo>
                    <a:pt x="181130" y="21092"/>
                    <a:pt x="178943" y="21967"/>
                    <a:pt x="178943" y="21967"/>
                  </a:cubicBezTo>
                  <a:lnTo>
                    <a:pt x="177866" y="22606"/>
                  </a:lnTo>
                  <a:cubicBezTo>
                    <a:pt x="177866" y="22606"/>
                    <a:pt x="175914" y="23918"/>
                    <a:pt x="175240" y="24120"/>
                  </a:cubicBezTo>
                  <a:cubicBezTo>
                    <a:pt x="174601" y="24322"/>
                    <a:pt x="173928" y="24994"/>
                    <a:pt x="173928" y="24994"/>
                  </a:cubicBezTo>
                  <a:lnTo>
                    <a:pt x="173726" y="26306"/>
                  </a:lnTo>
                  <a:cubicBezTo>
                    <a:pt x="173726" y="26306"/>
                    <a:pt x="175039" y="29031"/>
                    <a:pt x="175342" y="29233"/>
                  </a:cubicBezTo>
                  <a:cubicBezTo>
                    <a:pt x="175678" y="29468"/>
                    <a:pt x="175880" y="32059"/>
                    <a:pt x="175880" y="32496"/>
                  </a:cubicBezTo>
                  <a:cubicBezTo>
                    <a:pt x="175880" y="32933"/>
                    <a:pt x="175678" y="35221"/>
                    <a:pt x="175678" y="35658"/>
                  </a:cubicBezTo>
                  <a:cubicBezTo>
                    <a:pt x="175678" y="36095"/>
                    <a:pt x="175039" y="37407"/>
                    <a:pt x="174702" y="37508"/>
                  </a:cubicBezTo>
                  <a:cubicBezTo>
                    <a:pt x="174366" y="37609"/>
                    <a:pt x="173289" y="39897"/>
                    <a:pt x="173289" y="39897"/>
                  </a:cubicBezTo>
                  <a:lnTo>
                    <a:pt x="171236" y="41545"/>
                  </a:lnTo>
                  <a:cubicBezTo>
                    <a:pt x="171236" y="41545"/>
                    <a:pt x="171236" y="43193"/>
                    <a:pt x="171337" y="43496"/>
                  </a:cubicBezTo>
                  <a:cubicBezTo>
                    <a:pt x="171437" y="43833"/>
                    <a:pt x="173928" y="46759"/>
                    <a:pt x="173928" y="46759"/>
                  </a:cubicBezTo>
                  <a:cubicBezTo>
                    <a:pt x="173928" y="46759"/>
                    <a:pt x="174803" y="49047"/>
                    <a:pt x="174904" y="49820"/>
                  </a:cubicBezTo>
                  <a:cubicBezTo>
                    <a:pt x="175005" y="50594"/>
                    <a:pt x="174904" y="52982"/>
                    <a:pt x="174904" y="52982"/>
                  </a:cubicBezTo>
                  <a:lnTo>
                    <a:pt x="172178" y="55270"/>
                  </a:lnTo>
                  <a:lnTo>
                    <a:pt x="170327" y="57558"/>
                  </a:lnTo>
                  <a:cubicBezTo>
                    <a:pt x="170327" y="57558"/>
                    <a:pt x="168274" y="59408"/>
                    <a:pt x="168139" y="59744"/>
                  </a:cubicBezTo>
                  <a:cubicBezTo>
                    <a:pt x="168039" y="60081"/>
                    <a:pt x="168039" y="61258"/>
                    <a:pt x="168039" y="61594"/>
                  </a:cubicBezTo>
                  <a:cubicBezTo>
                    <a:pt x="168039" y="61931"/>
                    <a:pt x="167937" y="64218"/>
                    <a:pt x="167937" y="65194"/>
                  </a:cubicBezTo>
                  <a:cubicBezTo>
                    <a:pt x="167937" y="66169"/>
                    <a:pt x="168375" y="68558"/>
                    <a:pt x="168375" y="68558"/>
                  </a:cubicBezTo>
                  <a:cubicBezTo>
                    <a:pt x="168375" y="68558"/>
                    <a:pt x="168577" y="71282"/>
                    <a:pt x="168577" y="72359"/>
                  </a:cubicBezTo>
                  <a:cubicBezTo>
                    <a:pt x="168577" y="73435"/>
                    <a:pt x="168779" y="75723"/>
                    <a:pt x="168779" y="76699"/>
                  </a:cubicBezTo>
                  <a:cubicBezTo>
                    <a:pt x="168779" y="77674"/>
                    <a:pt x="168981" y="78751"/>
                    <a:pt x="168981" y="78751"/>
                  </a:cubicBezTo>
                  <a:lnTo>
                    <a:pt x="170394" y="82013"/>
                  </a:lnTo>
                  <a:cubicBezTo>
                    <a:pt x="170394" y="82013"/>
                    <a:pt x="171572" y="84940"/>
                    <a:pt x="171808" y="85377"/>
                  </a:cubicBezTo>
                  <a:cubicBezTo>
                    <a:pt x="172043" y="85815"/>
                    <a:pt x="173558" y="89078"/>
                    <a:pt x="173558" y="89078"/>
                  </a:cubicBezTo>
                  <a:lnTo>
                    <a:pt x="174736" y="94931"/>
                  </a:lnTo>
                  <a:lnTo>
                    <a:pt x="174399" y="101558"/>
                  </a:lnTo>
                  <a:lnTo>
                    <a:pt x="173962" y="103610"/>
                  </a:lnTo>
                  <a:cubicBezTo>
                    <a:pt x="173962" y="103610"/>
                    <a:pt x="172212" y="108723"/>
                    <a:pt x="172111" y="109060"/>
                  </a:cubicBezTo>
                  <a:cubicBezTo>
                    <a:pt x="172010" y="109396"/>
                    <a:pt x="170899" y="111785"/>
                    <a:pt x="170495" y="111885"/>
                  </a:cubicBezTo>
                  <a:cubicBezTo>
                    <a:pt x="170058" y="111986"/>
                    <a:pt x="167668" y="114711"/>
                    <a:pt x="167668" y="114711"/>
                  </a:cubicBezTo>
                  <a:lnTo>
                    <a:pt x="164841" y="114610"/>
                  </a:lnTo>
                  <a:lnTo>
                    <a:pt x="163327" y="113971"/>
                  </a:lnTo>
                  <a:lnTo>
                    <a:pt x="161476" y="112659"/>
                  </a:lnTo>
                  <a:lnTo>
                    <a:pt x="157908" y="111011"/>
                  </a:lnTo>
                  <a:lnTo>
                    <a:pt x="154981" y="111011"/>
                  </a:lnTo>
                  <a:lnTo>
                    <a:pt x="153029" y="111885"/>
                  </a:lnTo>
                  <a:lnTo>
                    <a:pt x="151817" y="113399"/>
                  </a:lnTo>
                  <a:lnTo>
                    <a:pt x="150942" y="114913"/>
                  </a:lnTo>
                  <a:lnTo>
                    <a:pt x="148552" y="116326"/>
                  </a:lnTo>
                  <a:lnTo>
                    <a:pt x="145288" y="118176"/>
                  </a:lnTo>
                  <a:lnTo>
                    <a:pt x="142898" y="118075"/>
                  </a:lnTo>
                  <a:lnTo>
                    <a:pt x="140846" y="116662"/>
                  </a:lnTo>
                  <a:lnTo>
                    <a:pt x="139230" y="115687"/>
                  </a:lnTo>
                  <a:lnTo>
                    <a:pt x="138692" y="113937"/>
                  </a:lnTo>
                  <a:lnTo>
                    <a:pt x="137918" y="111885"/>
                  </a:lnTo>
                  <a:lnTo>
                    <a:pt x="137918" y="108286"/>
                  </a:lnTo>
                  <a:lnTo>
                    <a:pt x="138961" y="106537"/>
                  </a:lnTo>
                  <a:cubicBezTo>
                    <a:pt x="138961" y="106537"/>
                    <a:pt x="139567" y="104048"/>
                    <a:pt x="139129" y="103375"/>
                  </a:cubicBezTo>
                  <a:cubicBezTo>
                    <a:pt x="138692" y="102736"/>
                    <a:pt x="138692" y="100448"/>
                    <a:pt x="138692" y="100448"/>
                  </a:cubicBezTo>
                  <a:cubicBezTo>
                    <a:pt x="138692" y="100448"/>
                    <a:pt x="138894" y="98833"/>
                    <a:pt x="138894" y="98396"/>
                  </a:cubicBezTo>
                  <a:cubicBezTo>
                    <a:pt x="138894" y="97959"/>
                    <a:pt x="139870" y="96108"/>
                    <a:pt x="139870" y="95671"/>
                  </a:cubicBezTo>
                  <a:cubicBezTo>
                    <a:pt x="139870" y="95234"/>
                    <a:pt x="139668" y="93518"/>
                    <a:pt x="139668" y="93518"/>
                  </a:cubicBezTo>
                  <a:lnTo>
                    <a:pt x="138254" y="89616"/>
                  </a:lnTo>
                  <a:cubicBezTo>
                    <a:pt x="138254" y="89616"/>
                    <a:pt x="137480" y="87867"/>
                    <a:pt x="137480" y="87430"/>
                  </a:cubicBezTo>
                  <a:cubicBezTo>
                    <a:pt x="137480" y="86992"/>
                    <a:pt x="136605" y="85579"/>
                    <a:pt x="136605" y="85579"/>
                  </a:cubicBezTo>
                  <a:cubicBezTo>
                    <a:pt x="136605" y="85579"/>
                    <a:pt x="134855" y="83830"/>
                    <a:pt x="134216" y="84234"/>
                  </a:cubicBezTo>
                  <a:cubicBezTo>
                    <a:pt x="133576" y="84637"/>
                    <a:pt x="132466" y="84267"/>
                    <a:pt x="132466" y="84267"/>
                  </a:cubicBezTo>
                  <a:cubicBezTo>
                    <a:pt x="132466" y="84267"/>
                    <a:pt x="130278" y="84166"/>
                    <a:pt x="129639" y="84267"/>
                  </a:cubicBezTo>
                  <a:cubicBezTo>
                    <a:pt x="128999" y="84368"/>
                    <a:pt x="126374" y="85344"/>
                    <a:pt x="126374" y="85344"/>
                  </a:cubicBezTo>
                  <a:lnTo>
                    <a:pt x="125398" y="86555"/>
                  </a:lnTo>
                  <a:lnTo>
                    <a:pt x="123985" y="89280"/>
                  </a:lnTo>
                  <a:cubicBezTo>
                    <a:pt x="123985" y="89280"/>
                    <a:pt x="123985" y="91231"/>
                    <a:pt x="123985" y="91769"/>
                  </a:cubicBezTo>
                  <a:cubicBezTo>
                    <a:pt x="123985" y="92307"/>
                    <a:pt x="126105" y="94258"/>
                    <a:pt x="126441" y="94595"/>
                  </a:cubicBezTo>
                  <a:cubicBezTo>
                    <a:pt x="126778" y="94931"/>
                    <a:pt x="126812" y="97757"/>
                    <a:pt x="126812" y="97757"/>
                  </a:cubicBezTo>
                  <a:cubicBezTo>
                    <a:pt x="126812" y="97757"/>
                    <a:pt x="127350" y="101121"/>
                    <a:pt x="127014" y="101895"/>
                  </a:cubicBezTo>
                  <a:cubicBezTo>
                    <a:pt x="126677" y="102668"/>
                    <a:pt x="125701" y="103947"/>
                    <a:pt x="125263" y="104518"/>
                  </a:cubicBezTo>
                  <a:cubicBezTo>
                    <a:pt x="124826" y="105057"/>
                    <a:pt x="123413" y="105830"/>
                    <a:pt x="122975" y="106032"/>
                  </a:cubicBezTo>
                  <a:cubicBezTo>
                    <a:pt x="122537" y="106234"/>
                    <a:pt x="120686" y="107983"/>
                    <a:pt x="120686" y="107983"/>
                  </a:cubicBezTo>
                  <a:cubicBezTo>
                    <a:pt x="120686" y="107983"/>
                    <a:pt x="118499" y="109598"/>
                    <a:pt x="118095" y="109598"/>
                  </a:cubicBezTo>
                  <a:cubicBezTo>
                    <a:pt x="117658" y="109598"/>
                    <a:pt x="116244" y="110473"/>
                    <a:pt x="116244" y="110473"/>
                  </a:cubicBezTo>
                  <a:cubicBezTo>
                    <a:pt x="116244" y="110473"/>
                    <a:pt x="114629" y="111448"/>
                    <a:pt x="114191" y="111448"/>
                  </a:cubicBezTo>
                  <a:cubicBezTo>
                    <a:pt x="113754" y="111448"/>
                    <a:pt x="112340" y="112861"/>
                    <a:pt x="112004" y="112861"/>
                  </a:cubicBezTo>
                  <a:cubicBezTo>
                    <a:pt x="111667" y="112861"/>
                    <a:pt x="109816" y="114812"/>
                    <a:pt x="109816" y="114812"/>
                  </a:cubicBezTo>
                  <a:lnTo>
                    <a:pt x="108302" y="115990"/>
                  </a:lnTo>
                  <a:cubicBezTo>
                    <a:pt x="108302" y="115990"/>
                    <a:pt x="106686" y="118042"/>
                    <a:pt x="106249" y="118378"/>
                  </a:cubicBezTo>
                  <a:cubicBezTo>
                    <a:pt x="105811" y="118714"/>
                    <a:pt x="105710" y="120430"/>
                    <a:pt x="105710" y="120430"/>
                  </a:cubicBezTo>
                  <a:cubicBezTo>
                    <a:pt x="105710" y="120430"/>
                    <a:pt x="105172" y="122045"/>
                    <a:pt x="104835" y="122482"/>
                  </a:cubicBezTo>
                  <a:cubicBezTo>
                    <a:pt x="104499" y="122919"/>
                    <a:pt x="104633" y="123559"/>
                    <a:pt x="104499" y="124130"/>
                  </a:cubicBezTo>
                  <a:cubicBezTo>
                    <a:pt x="104398" y="124668"/>
                    <a:pt x="104263" y="126182"/>
                    <a:pt x="104263" y="127292"/>
                  </a:cubicBezTo>
                  <a:cubicBezTo>
                    <a:pt x="104263" y="128369"/>
                    <a:pt x="104364" y="128369"/>
                    <a:pt x="104499" y="128705"/>
                  </a:cubicBezTo>
                  <a:cubicBezTo>
                    <a:pt x="104600" y="129042"/>
                    <a:pt x="104835" y="130455"/>
                    <a:pt x="104835" y="130455"/>
                  </a:cubicBezTo>
                  <a:cubicBezTo>
                    <a:pt x="104835" y="130455"/>
                    <a:pt x="106047" y="132944"/>
                    <a:pt x="106249" y="133381"/>
                  </a:cubicBezTo>
                  <a:cubicBezTo>
                    <a:pt x="106450" y="133819"/>
                    <a:pt x="107225" y="136308"/>
                    <a:pt x="107561" y="137418"/>
                  </a:cubicBezTo>
                  <a:cubicBezTo>
                    <a:pt x="107898" y="138495"/>
                    <a:pt x="108537" y="139470"/>
                    <a:pt x="108537" y="139907"/>
                  </a:cubicBezTo>
                  <a:cubicBezTo>
                    <a:pt x="108537" y="140345"/>
                    <a:pt x="108975" y="143271"/>
                    <a:pt x="109176" y="143709"/>
                  </a:cubicBezTo>
                  <a:cubicBezTo>
                    <a:pt x="109412" y="144146"/>
                    <a:pt x="109951" y="146736"/>
                    <a:pt x="110253" y="148284"/>
                  </a:cubicBezTo>
                  <a:cubicBezTo>
                    <a:pt x="110590" y="149797"/>
                    <a:pt x="110455" y="151547"/>
                    <a:pt x="110455" y="152825"/>
                  </a:cubicBezTo>
                  <a:cubicBezTo>
                    <a:pt x="110455" y="154137"/>
                    <a:pt x="110018" y="154036"/>
                    <a:pt x="109479" y="155449"/>
                  </a:cubicBezTo>
                  <a:cubicBezTo>
                    <a:pt x="108941" y="156862"/>
                    <a:pt x="108268" y="158375"/>
                    <a:pt x="108167" y="158712"/>
                  </a:cubicBezTo>
                  <a:cubicBezTo>
                    <a:pt x="108066" y="159048"/>
                    <a:pt x="108268" y="161975"/>
                    <a:pt x="108369" y="162311"/>
                  </a:cubicBezTo>
                  <a:cubicBezTo>
                    <a:pt x="108470" y="162648"/>
                    <a:pt x="109984" y="166752"/>
                    <a:pt x="109984" y="166752"/>
                  </a:cubicBezTo>
                  <a:lnTo>
                    <a:pt x="112912" y="168602"/>
                  </a:lnTo>
                  <a:cubicBezTo>
                    <a:pt x="112912" y="168602"/>
                    <a:pt x="113552" y="171428"/>
                    <a:pt x="113552" y="171764"/>
                  </a:cubicBezTo>
                  <a:cubicBezTo>
                    <a:pt x="113552" y="172100"/>
                    <a:pt x="113451" y="173715"/>
                    <a:pt x="113451" y="173715"/>
                  </a:cubicBezTo>
                  <a:cubicBezTo>
                    <a:pt x="113451" y="173715"/>
                    <a:pt x="113451" y="175330"/>
                    <a:pt x="113552" y="175767"/>
                  </a:cubicBezTo>
                  <a:cubicBezTo>
                    <a:pt x="113653" y="176204"/>
                    <a:pt x="115066" y="178795"/>
                    <a:pt x="115302" y="179669"/>
                  </a:cubicBezTo>
                  <a:cubicBezTo>
                    <a:pt x="115537" y="180544"/>
                    <a:pt x="116951" y="182058"/>
                    <a:pt x="117153" y="182394"/>
                  </a:cubicBezTo>
                  <a:cubicBezTo>
                    <a:pt x="117355" y="182731"/>
                    <a:pt x="118667" y="184144"/>
                    <a:pt x="120754" y="185758"/>
                  </a:cubicBezTo>
                  <a:cubicBezTo>
                    <a:pt x="122807" y="187373"/>
                    <a:pt x="122807" y="187709"/>
                    <a:pt x="122807" y="187709"/>
                  </a:cubicBezTo>
                  <a:cubicBezTo>
                    <a:pt x="122807" y="187709"/>
                    <a:pt x="124456" y="188046"/>
                    <a:pt x="125836" y="187911"/>
                  </a:cubicBezTo>
                  <a:cubicBezTo>
                    <a:pt x="127249" y="187810"/>
                    <a:pt x="128225" y="187474"/>
                    <a:pt x="128326" y="187137"/>
                  </a:cubicBezTo>
                  <a:cubicBezTo>
                    <a:pt x="128427" y="186801"/>
                    <a:pt x="128965" y="186061"/>
                    <a:pt x="129201" y="185085"/>
                  </a:cubicBezTo>
                  <a:cubicBezTo>
                    <a:pt x="129403" y="184110"/>
                    <a:pt x="129840" y="182260"/>
                    <a:pt x="129840" y="182260"/>
                  </a:cubicBezTo>
                  <a:lnTo>
                    <a:pt x="131893" y="180309"/>
                  </a:lnTo>
                  <a:cubicBezTo>
                    <a:pt x="131893" y="180309"/>
                    <a:pt x="132970" y="180510"/>
                    <a:pt x="133744" y="180510"/>
                  </a:cubicBezTo>
                  <a:cubicBezTo>
                    <a:pt x="134518" y="180510"/>
                    <a:pt x="135595" y="180948"/>
                    <a:pt x="135595" y="180948"/>
                  </a:cubicBezTo>
                  <a:cubicBezTo>
                    <a:pt x="135595" y="180948"/>
                    <a:pt x="136369" y="180309"/>
                    <a:pt x="136369" y="179871"/>
                  </a:cubicBezTo>
                  <a:cubicBezTo>
                    <a:pt x="136369" y="179434"/>
                    <a:pt x="136706" y="178021"/>
                    <a:pt x="136706" y="178021"/>
                  </a:cubicBezTo>
                  <a:lnTo>
                    <a:pt x="140307" y="177247"/>
                  </a:lnTo>
                  <a:lnTo>
                    <a:pt x="141821" y="177786"/>
                  </a:lnTo>
                  <a:cubicBezTo>
                    <a:pt x="141821" y="177786"/>
                    <a:pt x="143336" y="179434"/>
                    <a:pt x="143672" y="179838"/>
                  </a:cubicBezTo>
                  <a:cubicBezTo>
                    <a:pt x="144009" y="180275"/>
                    <a:pt x="143773" y="181150"/>
                    <a:pt x="143773" y="181150"/>
                  </a:cubicBezTo>
                  <a:cubicBezTo>
                    <a:pt x="143773" y="181150"/>
                    <a:pt x="144211" y="182764"/>
                    <a:pt x="144985" y="183975"/>
                  </a:cubicBezTo>
                  <a:cubicBezTo>
                    <a:pt x="145759" y="185186"/>
                    <a:pt x="147375" y="183975"/>
                    <a:pt x="147375" y="183975"/>
                  </a:cubicBezTo>
                  <a:lnTo>
                    <a:pt x="149125" y="183975"/>
                  </a:lnTo>
                  <a:lnTo>
                    <a:pt x="149899" y="183975"/>
                  </a:lnTo>
                  <a:lnTo>
                    <a:pt x="153264" y="185422"/>
                  </a:lnTo>
                  <a:lnTo>
                    <a:pt x="153466" y="190030"/>
                  </a:lnTo>
                  <a:lnTo>
                    <a:pt x="153466" y="194605"/>
                  </a:lnTo>
                  <a:cubicBezTo>
                    <a:pt x="153466" y="194605"/>
                    <a:pt x="155216" y="206110"/>
                    <a:pt x="155216" y="206985"/>
                  </a:cubicBezTo>
                  <a:cubicBezTo>
                    <a:pt x="155216" y="207859"/>
                    <a:pt x="154139" y="211560"/>
                    <a:pt x="154139" y="211560"/>
                  </a:cubicBezTo>
                  <a:lnTo>
                    <a:pt x="151009" y="219465"/>
                  </a:lnTo>
                  <a:cubicBezTo>
                    <a:pt x="151009" y="219465"/>
                    <a:pt x="150437" y="222930"/>
                    <a:pt x="150437" y="224242"/>
                  </a:cubicBezTo>
                  <a:cubicBezTo>
                    <a:pt x="150437" y="225554"/>
                    <a:pt x="151312" y="232349"/>
                    <a:pt x="151750" y="232652"/>
                  </a:cubicBezTo>
                  <a:cubicBezTo>
                    <a:pt x="152187" y="232921"/>
                    <a:pt x="152490" y="235242"/>
                    <a:pt x="152490" y="235242"/>
                  </a:cubicBezTo>
                  <a:lnTo>
                    <a:pt x="152355" y="243921"/>
                  </a:lnTo>
                  <a:lnTo>
                    <a:pt x="151783" y="248832"/>
                  </a:lnTo>
                  <a:lnTo>
                    <a:pt x="151649" y="255190"/>
                  </a:lnTo>
                  <a:lnTo>
                    <a:pt x="151783" y="259530"/>
                  </a:lnTo>
                  <a:cubicBezTo>
                    <a:pt x="151783" y="259530"/>
                    <a:pt x="151783" y="264038"/>
                    <a:pt x="151783" y="264441"/>
                  </a:cubicBezTo>
                  <a:cubicBezTo>
                    <a:pt x="151783" y="264879"/>
                    <a:pt x="152086" y="265888"/>
                    <a:pt x="151918" y="266325"/>
                  </a:cubicBezTo>
                  <a:cubicBezTo>
                    <a:pt x="151783" y="266762"/>
                    <a:pt x="151480" y="270093"/>
                    <a:pt x="151480" y="270093"/>
                  </a:cubicBezTo>
                  <a:cubicBezTo>
                    <a:pt x="151480" y="270093"/>
                    <a:pt x="150302" y="272279"/>
                    <a:pt x="149899" y="272683"/>
                  </a:cubicBezTo>
                  <a:cubicBezTo>
                    <a:pt x="149495" y="273087"/>
                    <a:pt x="148452" y="275273"/>
                    <a:pt x="148452" y="275273"/>
                  </a:cubicBezTo>
                  <a:cubicBezTo>
                    <a:pt x="148452" y="275273"/>
                    <a:pt x="148754" y="278738"/>
                    <a:pt x="149461" y="279915"/>
                  </a:cubicBezTo>
                  <a:cubicBezTo>
                    <a:pt x="150168" y="281093"/>
                    <a:pt x="151043" y="282674"/>
                    <a:pt x="151043" y="283246"/>
                  </a:cubicBezTo>
                  <a:cubicBezTo>
                    <a:pt x="151043" y="283818"/>
                    <a:pt x="151918" y="289032"/>
                    <a:pt x="151918" y="289604"/>
                  </a:cubicBezTo>
                  <a:cubicBezTo>
                    <a:pt x="151918" y="290176"/>
                    <a:pt x="152658" y="298451"/>
                    <a:pt x="152658" y="299023"/>
                  </a:cubicBezTo>
                  <a:cubicBezTo>
                    <a:pt x="152658" y="299595"/>
                    <a:pt x="149899" y="304674"/>
                    <a:pt x="149899" y="304674"/>
                  </a:cubicBezTo>
                  <a:cubicBezTo>
                    <a:pt x="149899" y="304674"/>
                    <a:pt x="149394" y="309014"/>
                    <a:pt x="148855" y="309888"/>
                  </a:cubicBezTo>
                  <a:cubicBezTo>
                    <a:pt x="148317" y="310763"/>
                    <a:pt x="146264" y="312378"/>
                    <a:pt x="146028" y="312714"/>
                  </a:cubicBezTo>
                  <a:cubicBezTo>
                    <a:pt x="145826" y="313050"/>
                    <a:pt x="144850" y="314564"/>
                    <a:pt x="144177" y="315876"/>
                  </a:cubicBezTo>
                  <a:cubicBezTo>
                    <a:pt x="143538" y="317188"/>
                    <a:pt x="144177" y="317726"/>
                    <a:pt x="144615" y="318601"/>
                  </a:cubicBezTo>
                  <a:cubicBezTo>
                    <a:pt x="145052" y="319476"/>
                    <a:pt x="145490" y="320990"/>
                    <a:pt x="145793" y="321662"/>
                  </a:cubicBezTo>
                  <a:cubicBezTo>
                    <a:pt x="146129" y="322301"/>
                    <a:pt x="146567" y="323849"/>
                    <a:pt x="146432" y="324387"/>
                  </a:cubicBezTo>
                  <a:cubicBezTo>
                    <a:pt x="146331" y="324925"/>
                    <a:pt x="144581" y="325800"/>
                    <a:pt x="144043" y="326002"/>
                  </a:cubicBezTo>
                  <a:cubicBezTo>
                    <a:pt x="143504" y="326237"/>
                    <a:pt x="141552" y="328289"/>
                    <a:pt x="141552" y="328289"/>
                  </a:cubicBezTo>
                  <a:lnTo>
                    <a:pt x="138456" y="331115"/>
                  </a:lnTo>
                  <a:cubicBezTo>
                    <a:pt x="138456" y="331115"/>
                    <a:pt x="137110" y="332360"/>
                    <a:pt x="136942" y="332427"/>
                  </a:cubicBezTo>
                  <a:cubicBezTo>
                    <a:pt x="136773" y="332494"/>
                    <a:pt x="136336" y="333739"/>
                    <a:pt x="136302" y="333941"/>
                  </a:cubicBezTo>
                  <a:cubicBezTo>
                    <a:pt x="136269" y="334143"/>
                    <a:pt x="136538" y="335623"/>
                    <a:pt x="136538" y="335623"/>
                  </a:cubicBezTo>
                  <a:lnTo>
                    <a:pt x="138120" y="337843"/>
                  </a:lnTo>
                  <a:lnTo>
                    <a:pt x="138759" y="338617"/>
                  </a:lnTo>
                  <a:lnTo>
                    <a:pt x="140509" y="338617"/>
                  </a:lnTo>
                  <a:lnTo>
                    <a:pt x="141754" y="338617"/>
                  </a:lnTo>
                  <a:lnTo>
                    <a:pt x="143370" y="341644"/>
                  </a:lnTo>
                  <a:cubicBezTo>
                    <a:pt x="143370" y="341644"/>
                    <a:pt x="143740" y="343461"/>
                    <a:pt x="143908" y="343831"/>
                  </a:cubicBezTo>
                  <a:cubicBezTo>
                    <a:pt x="144076" y="344201"/>
                    <a:pt x="144076" y="345580"/>
                    <a:pt x="144009" y="346488"/>
                  </a:cubicBezTo>
                  <a:cubicBezTo>
                    <a:pt x="143942" y="347397"/>
                    <a:pt x="143908" y="348170"/>
                    <a:pt x="143908" y="348944"/>
                  </a:cubicBezTo>
                  <a:cubicBezTo>
                    <a:pt x="143908" y="349718"/>
                    <a:pt x="143370" y="349650"/>
                    <a:pt x="143370" y="349650"/>
                  </a:cubicBezTo>
                  <a:cubicBezTo>
                    <a:pt x="143370" y="349650"/>
                    <a:pt x="141754" y="350290"/>
                    <a:pt x="141317" y="350458"/>
                  </a:cubicBezTo>
                  <a:cubicBezTo>
                    <a:pt x="140879" y="350626"/>
                    <a:pt x="138826" y="350458"/>
                    <a:pt x="138591" y="350458"/>
                  </a:cubicBezTo>
                  <a:cubicBezTo>
                    <a:pt x="138389" y="350458"/>
                    <a:pt x="136807" y="349819"/>
                    <a:pt x="136571" y="349650"/>
                  </a:cubicBezTo>
                  <a:cubicBezTo>
                    <a:pt x="136369" y="349482"/>
                    <a:pt x="135696" y="348507"/>
                    <a:pt x="135595" y="348305"/>
                  </a:cubicBezTo>
                  <a:cubicBezTo>
                    <a:pt x="135494" y="348103"/>
                    <a:pt x="134788" y="346623"/>
                    <a:pt x="134788" y="346455"/>
                  </a:cubicBezTo>
                  <a:cubicBezTo>
                    <a:pt x="134788" y="346286"/>
                    <a:pt x="133711" y="344975"/>
                    <a:pt x="133273" y="344672"/>
                  </a:cubicBezTo>
                  <a:cubicBezTo>
                    <a:pt x="132836" y="344335"/>
                    <a:pt x="131792" y="343831"/>
                    <a:pt x="131792" y="343831"/>
                  </a:cubicBezTo>
                  <a:lnTo>
                    <a:pt x="130042" y="343831"/>
                  </a:lnTo>
                  <a:lnTo>
                    <a:pt x="127922" y="343831"/>
                  </a:lnTo>
                  <a:cubicBezTo>
                    <a:pt x="127922" y="343831"/>
                    <a:pt x="125701" y="343932"/>
                    <a:pt x="125364" y="343932"/>
                  </a:cubicBezTo>
                  <a:cubicBezTo>
                    <a:pt x="125028" y="343932"/>
                    <a:pt x="124927" y="344268"/>
                    <a:pt x="124994" y="344504"/>
                  </a:cubicBezTo>
                  <a:cubicBezTo>
                    <a:pt x="125062" y="344739"/>
                    <a:pt x="125701" y="346017"/>
                    <a:pt x="125701" y="346791"/>
                  </a:cubicBezTo>
                  <a:cubicBezTo>
                    <a:pt x="125701" y="347565"/>
                    <a:pt x="126340" y="348406"/>
                    <a:pt x="126340" y="349247"/>
                  </a:cubicBezTo>
                  <a:cubicBezTo>
                    <a:pt x="126340" y="350088"/>
                    <a:pt x="125802" y="350323"/>
                    <a:pt x="125802" y="350323"/>
                  </a:cubicBezTo>
                  <a:lnTo>
                    <a:pt x="125162" y="351131"/>
                  </a:lnTo>
                  <a:cubicBezTo>
                    <a:pt x="125162" y="351131"/>
                    <a:pt x="124288" y="352611"/>
                    <a:pt x="124254" y="352745"/>
                  </a:cubicBezTo>
                  <a:cubicBezTo>
                    <a:pt x="124186" y="352914"/>
                    <a:pt x="124254" y="355201"/>
                    <a:pt x="124254" y="355201"/>
                  </a:cubicBezTo>
                  <a:lnTo>
                    <a:pt x="124624" y="356345"/>
                  </a:lnTo>
                  <a:lnTo>
                    <a:pt x="126576" y="357657"/>
                  </a:lnTo>
                  <a:cubicBezTo>
                    <a:pt x="126576" y="357657"/>
                    <a:pt x="128427" y="360482"/>
                    <a:pt x="129066" y="360819"/>
                  </a:cubicBezTo>
                  <a:cubicBezTo>
                    <a:pt x="129706" y="361155"/>
                    <a:pt x="130817" y="362669"/>
                    <a:pt x="130817" y="362669"/>
                  </a:cubicBezTo>
                  <a:lnTo>
                    <a:pt x="132230" y="364620"/>
                  </a:lnTo>
                  <a:lnTo>
                    <a:pt x="134417" y="369094"/>
                  </a:lnTo>
                  <a:cubicBezTo>
                    <a:pt x="134417" y="369094"/>
                    <a:pt x="134417" y="371920"/>
                    <a:pt x="134417" y="372357"/>
                  </a:cubicBezTo>
                  <a:cubicBezTo>
                    <a:pt x="134417" y="372794"/>
                    <a:pt x="133543" y="374847"/>
                    <a:pt x="133442" y="375183"/>
                  </a:cubicBezTo>
                  <a:cubicBezTo>
                    <a:pt x="133341" y="375519"/>
                    <a:pt x="132365" y="378782"/>
                    <a:pt x="132365" y="378782"/>
                  </a:cubicBezTo>
                  <a:lnTo>
                    <a:pt x="131927" y="380834"/>
                  </a:lnTo>
                  <a:lnTo>
                    <a:pt x="130413" y="382886"/>
                  </a:lnTo>
                  <a:cubicBezTo>
                    <a:pt x="130413" y="382886"/>
                    <a:pt x="126071" y="381575"/>
                    <a:pt x="125095" y="380935"/>
                  </a:cubicBezTo>
                  <a:cubicBezTo>
                    <a:pt x="124119" y="380296"/>
                    <a:pt x="122908" y="379085"/>
                    <a:pt x="122908" y="379085"/>
                  </a:cubicBezTo>
                  <a:lnTo>
                    <a:pt x="119643" y="376899"/>
                  </a:lnTo>
                  <a:lnTo>
                    <a:pt x="116480" y="376899"/>
                  </a:lnTo>
                  <a:lnTo>
                    <a:pt x="113215" y="378211"/>
                  </a:lnTo>
                  <a:cubicBezTo>
                    <a:pt x="113215" y="378211"/>
                    <a:pt x="112239" y="379859"/>
                    <a:pt x="112239" y="380263"/>
                  </a:cubicBezTo>
                  <a:cubicBezTo>
                    <a:pt x="112239" y="380700"/>
                    <a:pt x="111028" y="382315"/>
                    <a:pt x="111028" y="382752"/>
                  </a:cubicBezTo>
                  <a:cubicBezTo>
                    <a:pt x="111028" y="383189"/>
                    <a:pt x="109951" y="386755"/>
                    <a:pt x="109951" y="386755"/>
                  </a:cubicBezTo>
                  <a:lnTo>
                    <a:pt x="109614" y="390455"/>
                  </a:lnTo>
                  <a:lnTo>
                    <a:pt x="104398" y="396544"/>
                  </a:lnTo>
                  <a:cubicBezTo>
                    <a:pt x="104398" y="396544"/>
                    <a:pt x="102109" y="399370"/>
                    <a:pt x="101806" y="399370"/>
                  </a:cubicBezTo>
                  <a:cubicBezTo>
                    <a:pt x="101470" y="399370"/>
                    <a:pt x="100729" y="400446"/>
                    <a:pt x="100393" y="400682"/>
                  </a:cubicBezTo>
                  <a:cubicBezTo>
                    <a:pt x="100056" y="400884"/>
                    <a:pt x="99316" y="401994"/>
                    <a:pt x="98878" y="401994"/>
                  </a:cubicBezTo>
                  <a:cubicBezTo>
                    <a:pt x="98441" y="401994"/>
                    <a:pt x="96825" y="403205"/>
                    <a:pt x="96825" y="403205"/>
                  </a:cubicBezTo>
                  <a:cubicBezTo>
                    <a:pt x="96825" y="403205"/>
                    <a:pt x="94234" y="405055"/>
                    <a:pt x="93561" y="405055"/>
                  </a:cubicBezTo>
                  <a:cubicBezTo>
                    <a:pt x="92921" y="405055"/>
                    <a:pt x="91811" y="404718"/>
                    <a:pt x="91508" y="404618"/>
                  </a:cubicBezTo>
                  <a:cubicBezTo>
                    <a:pt x="91171" y="404517"/>
                    <a:pt x="90532" y="404281"/>
                    <a:pt x="90532" y="404281"/>
                  </a:cubicBezTo>
                  <a:lnTo>
                    <a:pt x="85753" y="400682"/>
                  </a:lnTo>
                  <a:cubicBezTo>
                    <a:pt x="85753" y="400682"/>
                    <a:pt x="83801" y="397419"/>
                    <a:pt x="83363" y="397755"/>
                  </a:cubicBezTo>
                  <a:cubicBezTo>
                    <a:pt x="82926" y="398092"/>
                    <a:pt x="81411" y="397755"/>
                    <a:pt x="81411" y="397755"/>
                  </a:cubicBezTo>
                  <a:lnTo>
                    <a:pt x="79224" y="397755"/>
                  </a:lnTo>
                  <a:lnTo>
                    <a:pt x="77710" y="398832"/>
                  </a:lnTo>
                  <a:cubicBezTo>
                    <a:pt x="77710" y="398832"/>
                    <a:pt x="77171" y="400345"/>
                    <a:pt x="77171" y="400783"/>
                  </a:cubicBezTo>
                  <a:cubicBezTo>
                    <a:pt x="77171" y="401220"/>
                    <a:pt x="77508" y="402296"/>
                    <a:pt x="77508" y="402296"/>
                  </a:cubicBezTo>
                  <a:lnTo>
                    <a:pt x="79560" y="404348"/>
                  </a:lnTo>
                  <a:lnTo>
                    <a:pt x="81176" y="407813"/>
                  </a:lnTo>
                  <a:lnTo>
                    <a:pt x="81411" y="408991"/>
                  </a:lnTo>
                  <a:lnTo>
                    <a:pt x="79662" y="411615"/>
                  </a:lnTo>
                  <a:lnTo>
                    <a:pt x="78046" y="411615"/>
                  </a:lnTo>
                  <a:lnTo>
                    <a:pt x="76532" y="409865"/>
                  </a:lnTo>
                  <a:lnTo>
                    <a:pt x="74782" y="408991"/>
                  </a:lnTo>
                  <a:lnTo>
                    <a:pt x="73267" y="410740"/>
                  </a:lnTo>
                  <a:cubicBezTo>
                    <a:pt x="73267" y="410740"/>
                    <a:pt x="73065" y="412254"/>
                    <a:pt x="73065" y="413330"/>
                  </a:cubicBezTo>
                  <a:cubicBezTo>
                    <a:pt x="73065" y="414407"/>
                    <a:pt x="73503" y="415618"/>
                    <a:pt x="73503" y="415618"/>
                  </a:cubicBezTo>
                  <a:lnTo>
                    <a:pt x="74041" y="416392"/>
                  </a:lnTo>
                  <a:lnTo>
                    <a:pt x="74142" y="418881"/>
                  </a:lnTo>
                  <a:lnTo>
                    <a:pt x="74479" y="420294"/>
                  </a:lnTo>
                  <a:lnTo>
                    <a:pt x="72964" y="422682"/>
                  </a:lnTo>
                  <a:lnTo>
                    <a:pt x="70373" y="426382"/>
                  </a:lnTo>
                  <a:cubicBezTo>
                    <a:pt x="70373" y="426382"/>
                    <a:pt x="67310" y="428132"/>
                    <a:pt x="66671" y="428132"/>
                  </a:cubicBezTo>
                  <a:cubicBezTo>
                    <a:pt x="66031" y="428132"/>
                    <a:pt x="61017" y="431832"/>
                    <a:pt x="61017" y="431832"/>
                  </a:cubicBezTo>
                  <a:lnTo>
                    <a:pt x="58426" y="434220"/>
                  </a:lnTo>
                  <a:cubicBezTo>
                    <a:pt x="58426" y="434220"/>
                    <a:pt x="57349" y="435970"/>
                    <a:pt x="56675" y="436172"/>
                  </a:cubicBezTo>
                  <a:cubicBezTo>
                    <a:pt x="56036" y="436407"/>
                    <a:pt x="54925" y="439435"/>
                    <a:pt x="54925" y="439435"/>
                  </a:cubicBezTo>
                  <a:lnTo>
                    <a:pt x="51223" y="443337"/>
                  </a:lnTo>
                  <a:lnTo>
                    <a:pt x="47959" y="442900"/>
                  </a:lnTo>
                  <a:lnTo>
                    <a:pt x="44930" y="439435"/>
                  </a:lnTo>
                  <a:lnTo>
                    <a:pt x="39714" y="439435"/>
                  </a:lnTo>
                  <a:lnTo>
                    <a:pt x="36887" y="439435"/>
                  </a:lnTo>
                  <a:cubicBezTo>
                    <a:pt x="36887" y="439435"/>
                    <a:pt x="36011" y="440309"/>
                    <a:pt x="35810" y="440948"/>
                  </a:cubicBezTo>
                  <a:cubicBezTo>
                    <a:pt x="35608" y="441588"/>
                    <a:pt x="33622" y="444212"/>
                    <a:pt x="33622" y="444212"/>
                  </a:cubicBezTo>
                  <a:lnTo>
                    <a:pt x="30795" y="450065"/>
                  </a:lnTo>
                  <a:lnTo>
                    <a:pt x="29045" y="453967"/>
                  </a:lnTo>
                  <a:lnTo>
                    <a:pt x="27093" y="458307"/>
                  </a:lnTo>
                  <a:lnTo>
                    <a:pt x="25579" y="460897"/>
                  </a:lnTo>
                  <a:lnTo>
                    <a:pt x="24502" y="463722"/>
                  </a:lnTo>
                  <a:lnTo>
                    <a:pt x="24939" y="466346"/>
                  </a:lnTo>
                  <a:cubicBezTo>
                    <a:pt x="24939" y="466346"/>
                    <a:pt x="24939" y="470249"/>
                    <a:pt x="24939" y="470921"/>
                  </a:cubicBezTo>
                  <a:cubicBezTo>
                    <a:pt x="24939" y="471561"/>
                    <a:pt x="26891" y="476775"/>
                    <a:pt x="28641" y="477649"/>
                  </a:cubicBezTo>
                  <a:cubicBezTo>
                    <a:pt x="30391" y="478524"/>
                    <a:pt x="31670" y="479600"/>
                    <a:pt x="31670" y="479600"/>
                  </a:cubicBezTo>
                  <a:cubicBezTo>
                    <a:pt x="31670" y="479600"/>
                    <a:pt x="29920" y="482863"/>
                    <a:pt x="29281" y="484175"/>
                  </a:cubicBezTo>
                  <a:cubicBezTo>
                    <a:pt x="28641" y="485487"/>
                    <a:pt x="26016" y="484175"/>
                    <a:pt x="26016" y="484175"/>
                  </a:cubicBezTo>
                  <a:lnTo>
                    <a:pt x="21035" y="486564"/>
                  </a:lnTo>
                  <a:lnTo>
                    <a:pt x="17131" y="488078"/>
                  </a:lnTo>
                  <a:lnTo>
                    <a:pt x="16054" y="488078"/>
                  </a:lnTo>
                  <a:lnTo>
                    <a:pt x="13026" y="489390"/>
                  </a:lnTo>
                  <a:lnTo>
                    <a:pt x="11073" y="491340"/>
                  </a:lnTo>
                  <a:cubicBezTo>
                    <a:pt x="11073" y="491340"/>
                    <a:pt x="9559" y="493292"/>
                    <a:pt x="8684" y="493292"/>
                  </a:cubicBezTo>
                  <a:cubicBezTo>
                    <a:pt x="7809" y="493292"/>
                    <a:pt x="6497" y="494604"/>
                    <a:pt x="6497" y="494604"/>
                  </a:cubicBezTo>
                  <a:lnTo>
                    <a:pt x="3468" y="496790"/>
                  </a:lnTo>
                  <a:lnTo>
                    <a:pt x="3030" y="498102"/>
                  </a:lnTo>
                  <a:lnTo>
                    <a:pt x="1280" y="503955"/>
                  </a:lnTo>
                  <a:cubicBezTo>
                    <a:pt x="1280" y="503955"/>
                    <a:pt x="1078" y="505907"/>
                    <a:pt x="1078" y="506781"/>
                  </a:cubicBezTo>
                  <a:cubicBezTo>
                    <a:pt x="1078" y="507656"/>
                    <a:pt x="1280" y="510246"/>
                    <a:pt x="1280" y="510919"/>
                  </a:cubicBezTo>
                  <a:cubicBezTo>
                    <a:pt x="1280" y="511558"/>
                    <a:pt x="640" y="513307"/>
                    <a:pt x="640" y="513307"/>
                  </a:cubicBezTo>
                  <a:cubicBezTo>
                    <a:pt x="640" y="513307"/>
                    <a:pt x="640" y="518521"/>
                    <a:pt x="640" y="519396"/>
                  </a:cubicBezTo>
                  <a:cubicBezTo>
                    <a:pt x="640" y="520271"/>
                    <a:pt x="540" y="520708"/>
                    <a:pt x="102" y="521986"/>
                  </a:cubicBezTo>
                  <a:cubicBezTo>
                    <a:pt x="-335" y="523298"/>
                    <a:pt x="775" y="523937"/>
                    <a:pt x="775" y="523937"/>
                  </a:cubicBezTo>
                  <a:cubicBezTo>
                    <a:pt x="775" y="523937"/>
                    <a:pt x="-32" y="527402"/>
                    <a:pt x="775" y="529589"/>
                  </a:cubicBezTo>
                  <a:cubicBezTo>
                    <a:pt x="1583" y="531775"/>
                    <a:pt x="4982" y="533289"/>
                    <a:pt x="4982" y="533289"/>
                  </a:cubicBezTo>
                  <a:cubicBezTo>
                    <a:pt x="4982" y="533289"/>
                    <a:pt x="10838" y="533289"/>
                    <a:pt x="12588" y="533289"/>
                  </a:cubicBezTo>
                  <a:cubicBezTo>
                    <a:pt x="14338" y="533289"/>
                    <a:pt x="13026" y="536990"/>
                    <a:pt x="13026" y="536990"/>
                  </a:cubicBezTo>
                  <a:cubicBezTo>
                    <a:pt x="13026" y="536990"/>
                    <a:pt x="14540" y="542204"/>
                    <a:pt x="15213" y="542843"/>
                  </a:cubicBezTo>
                  <a:cubicBezTo>
                    <a:pt x="15852" y="543482"/>
                    <a:pt x="14338" y="547182"/>
                    <a:pt x="14338" y="547182"/>
                  </a:cubicBezTo>
                  <a:lnTo>
                    <a:pt x="14977" y="551757"/>
                  </a:lnTo>
                  <a:cubicBezTo>
                    <a:pt x="14977" y="551757"/>
                    <a:pt x="17602" y="553271"/>
                    <a:pt x="18444" y="554146"/>
                  </a:cubicBezTo>
                  <a:cubicBezTo>
                    <a:pt x="19319" y="555021"/>
                    <a:pt x="21708" y="555895"/>
                    <a:pt x="22348" y="556097"/>
                  </a:cubicBezTo>
                  <a:cubicBezTo>
                    <a:pt x="22987" y="556332"/>
                    <a:pt x="22583" y="557611"/>
                    <a:pt x="22583" y="558485"/>
                  </a:cubicBezTo>
                  <a:cubicBezTo>
                    <a:pt x="22583" y="559360"/>
                    <a:pt x="22583" y="560672"/>
                    <a:pt x="20194" y="563060"/>
                  </a:cubicBezTo>
                  <a:cubicBezTo>
                    <a:pt x="17804" y="565449"/>
                    <a:pt x="17367" y="565886"/>
                    <a:pt x="17367" y="565886"/>
                  </a:cubicBezTo>
                  <a:cubicBezTo>
                    <a:pt x="17367" y="565886"/>
                    <a:pt x="15852" y="566963"/>
                    <a:pt x="14102" y="566963"/>
                  </a:cubicBezTo>
                  <a:cubicBezTo>
                    <a:pt x="12352" y="566963"/>
                    <a:pt x="11275" y="569351"/>
                    <a:pt x="10636" y="569788"/>
                  </a:cubicBezTo>
                  <a:cubicBezTo>
                    <a:pt x="9997" y="570225"/>
                    <a:pt x="9323" y="572177"/>
                    <a:pt x="8684" y="572412"/>
                  </a:cubicBezTo>
                  <a:cubicBezTo>
                    <a:pt x="8045" y="572614"/>
                    <a:pt x="6497" y="574599"/>
                    <a:pt x="5857" y="575002"/>
                  </a:cubicBezTo>
                  <a:cubicBezTo>
                    <a:pt x="5218" y="575440"/>
                    <a:pt x="1717" y="578905"/>
                    <a:pt x="1078" y="580217"/>
                  </a:cubicBezTo>
                  <a:cubicBezTo>
                    <a:pt x="439" y="581528"/>
                    <a:pt x="1078" y="582605"/>
                    <a:pt x="1078" y="585868"/>
                  </a:cubicBezTo>
                  <a:cubicBezTo>
                    <a:pt x="1078" y="589131"/>
                    <a:pt x="1717" y="587617"/>
                    <a:pt x="2155" y="588256"/>
                  </a:cubicBezTo>
                  <a:cubicBezTo>
                    <a:pt x="2592" y="588895"/>
                    <a:pt x="5857" y="590645"/>
                    <a:pt x="7371" y="591082"/>
                  </a:cubicBezTo>
                  <a:cubicBezTo>
                    <a:pt x="8886" y="591519"/>
                    <a:pt x="15415" y="592394"/>
                    <a:pt x="15415" y="592394"/>
                  </a:cubicBezTo>
                  <a:cubicBezTo>
                    <a:pt x="15415" y="592394"/>
                    <a:pt x="18679" y="592394"/>
                    <a:pt x="20631" y="592394"/>
                  </a:cubicBezTo>
                  <a:cubicBezTo>
                    <a:pt x="22583" y="592394"/>
                    <a:pt x="24098" y="589568"/>
                    <a:pt x="24098" y="589568"/>
                  </a:cubicBezTo>
                  <a:lnTo>
                    <a:pt x="28237" y="586945"/>
                  </a:lnTo>
                  <a:lnTo>
                    <a:pt x="34329" y="585868"/>
                  </a:lnTo>
                  <a:lnTo>
                    <a:pt x="39343" y="582840"/>
                  </a:lnTo>
                  <a:lnTo>
                    <a:pt x="48699" y="581091"/>
                  </a:lnTo>
                  <a:lnTo>
                    <a:pt x="54791" y="577391"/>
                  </a:lnTo>
                  <a:cubicBezTo>
                    <a:pt x="54791" y="577391"/>
                    <a:pt x="60647" y="577189"/>
                    <a:pt x="61522" y="577189"/>
                  </a:cubicBezTo>
                  <a:cubicBezTo>
                    <a:pt x="62397" y="577189"/>
                    <a:pt x="66301" y="578064"/>
                    <a:pt x="69363" y="578064"/>
                  </a:cubicBezTo>
                  <a:cubicBezTo>
                    <a:pt x="72392" y="578064"/>
                    <a:pt x="76094" y="578265"/>
                    <a:pt x="76767" y="578064"/>
                  </a:cubicBezTo>
                  <a:cubicBezTo>
                    <a:pt x="77407" y="577862"/>
                    <a:pt x="81344" y="576987"/>
                    <a:pt x="81546" y="576112"/>
                  </a:cubicBezTo>
                  <a:cubicBezTo>
                    <a:pt x="81782" y="575238"/>
                    <a:pt x="85013" y="572210"/>
                    <a:pt x="86763" y="571537"/>
                  </a:cubicBezTo>
                  <a:cubicBezTo>
                    <a:pt x="88513" y="570898"/>
                    <a:pt x="93729" y="569788"/>
                    <a:pt x="93729" y="569788"/>
                  </a:cubicBezTo>
                  <a:lnTo>
                    <a:pt x="98946" y="569788"/>
                  </a:lnTo>
                  <a:lnTo>
                    <a:pt x="100023" y="571639"/>
                  </a:lnTo>
                  <a:cubicBezTo>
                    <a:pt x="100023" y="571639"/>
                    <a:pt x="102850" y="576314"/>
                    <a:pt x="103489" y="576953"/>
                  </a:cubicBezTo>
                  <a:cubicBezTo>
                    <a:pt x="104128" y="577593"/>
                    <a:pt x="106955" y="579981"/>
                    <a:pt x="106955" y="579981"/>
                  </a:cubicBezTo>
                  <a:lnTo>
                    <a:pt x="111869" y="577593"/>
                  </a:lnTo>
                  <a:cubicBezTo>
                    <a:pt x="111869" y="577593"/>
                    <a:pt x="118061" y="574767"/>
                    <a:pt x="119138" y="574565"/>
                  </a:cubicBezTo>
                  <a:cubicBezTo>
                    <a:pt x="120215" y="574330"/>
                    <a:pt x="122840" y="574330"/>
                    <a:pt x="124792" y="574565"/>
                  </a:cubicBezTo>
                  <a:cubicBezTo>
                    <a:pt x="126744" y="574767"/>
                    <a:pt x="128259" y="574565"/>
                    <a:pt x="128259" y="574565"/>
                  </a:cubicBezTo>
                  <a:cubicBezTo>
                    <a:pt x="128259" y="574565"/>
                    <a:pt x="131961" y="576079"/>
                    <a:pt x="132600" y="576314"/>
                  </a:cubicBezTo>
                  <a:cubicBezTo>
                    <a:pt x="133240" y="576516"/>
                    <a:pt x="133240" y="579376"/>
                    <a:pt x="133240" y="579376"/>
                  </a:cubicBezTo>
                  <a:cubicBezTo>
                    <a:pt x="133240" y="579376"/>
                    <a:pt x="131086" y="582403"/>
                    <a:pt x="130413" y="582639"/>
                  </a:cubicBezTo>
                  <a:cubicBezTo>
                    <a:pt x="129773" y="582840"/>
                    <a:pt x="126273" y="587415"/>
                    <a:pt x="126273" y="587415"/>
                  </a:cubicBezTo>
                  <a:lnTo>
                    <a:pt x="123244" y="588929"/>
                  </a:lnTo>
                  <a:cubicBezTo>
                    <a:pt x="123244" y="588929"/>
                    <a:pt x="120215" y="591318"/>
                    <a:pt x="119542" y="591519"/>
                  </a:cubicBezTo>
                  <a:cubicBezTo>
                    <a:pt x="118903" y="591721"/>
                    <a:pt x="115840" y="593033"/>
                    <a:pt x="114965" y="593471"/>
                  </a:cubicBezTo>
                  <a:cubicBezTo>
                    <a:pt x="114090" y="593908"/>
                    <a:pt x="111835" y="596296"/>
                    <a:pt x="111835" y="596296"/>
                  </a:cubicBezTo>
                  <a:cubicBezTo>
                    <a:pt x="111835" y="596296"/>
                    <a:pt x="112138" y="599122"/>
                    <a:pt x="111936" y="599997"/>
                  </a:cubicBezTo>
                  <a:cubicBezTo>
                    <a:pt x="111734" y="600871"/>
                    <a:pt x="111936" y="608911"/>
                    <a:pt x="111936" y="608911"/>
                  </a:cubicBezTo>
                  <a:lnTo>
                    <a:pt x="111936" y="612376"/>
                  </a:lnTo>
                  <a:lnTo>
                    <a:pt x="114561" y="616716"/>
                  </a:lnTo>
                  <a:lnTo>
                    <a:pt x="116076" y="616716"/>
                  </a:lnTo>
                  <a:lnTo>
                    <a:pt x="120215" y="619440"/>
                  </a:lnTo>
                  <a:cubicBezTo>
                    <a:pt x="120215" y="619440"/>
                    <a:pt x="123042" y="624116"/>
                    <a:pt x="123682" y="624554"/>
                  </a:cubicBezTo>
                  <a:cubicBezTo>
                    <a:pt x="124321" y="624991"/>
                    <a:pt x="126307" y="626942"/>
                    <a:pt x="127148" y="627817"/>
                  </a:cubicBezTo>
                  <a:cubicBezTo>
                    <a:pt x="128023" y="628691"/>
                    <a:pt x="126509" y="633031"/>
                    <a:pt x="126509" y="633031"/>
                  </a:cubicBezTo>
                  <a:cubicBezTo>
                    <a:pt x="126509" y="633031"/>
                    <a:pt x="125634" y="640297"/>
                    <a:pt x="125533" y="640734"/>
                  </a:cubicBezTo>
                  <a:cubicBezTo>
                    <a:pt x="125432" y="641171"/>
                    <a:pt x="124994" y="642248"/>
                    <a:pt x="124994" y="642248"/>
                  </a:cubicBezTo>
                  <a:cubicBezTo>
                    <a:pt x="124994" y="642248"/>
                    <a:pt x="123783" y="644300"/>
                    <a:pt x="123581" y="644737"/>
                  </a:cubicBezTo>
                  <a:cubicBezTo>
                    <a:pt x="123345" y="645175"/>
                    <a:pt x="122369" y="647126"/>
                    <a:pt x="122369" y="647126"/>
                  </a:cubicBezTo>
                  <a:lnTo>
                    <a:pt x="122369" y="650288"/>
                  </a:lnTo>
                  <a:lnTo>
                    <a:pt x="124052" y="654527"/>
                  </a:lnTo>
                  <a:lnTo>
                    <a:pt x="126172" y="657891"/>
                  </a:lnTo>
                  <a:lnTo>
                    <a:pt x="129100" y="660615"/>
                  </a:lnTo>
                  <a:lnTo>
                    <a:pt x="128663" y="663542"/>
                  </a:lnTo>
                  <a:cubicBezTo>
                    <a:pt x="128663" y="663542"/>
                    <a:pt x="125836" y="664416"/>
                    <a:pt x="125196" y="664517"/>
                  </a:cubicBezTo>
                  <a:cubicBezTo>
                    <a:pt x="124557" y="664619"/>
                    <a:pt x="125196" y="666367"/>
                    <a:pt x="125196" y="666367"/>
                  </a:cubicBezTo>
                  <a:lnTo>
                    <a:pt x="128461" y="667141"/>
                  </a:lnTo>
                  <a:lnTo>
                    <a:pt x="133139" y="667141"/>
                  </a:lnTo>
                  <a:lnTo>
                    <a:pt x="134350" y="668049"/>
                  </a:lnTo>
                  <a:lnTo>
                    <a:pt x="134115" y="669294"/>
                  </a:lnTo>
                  <a:cubicBezTo>
                    <a:pt x="134115" y="669294"/>
                    <a:pt x="133341" y="670472"/>
                    <a:pt x="133139" y="670808"/>
                  </a:cubicBezTo>
                  <a:cubicBezTo>
                    <a:pt x="132937" y="671144"/>
                    <a:pt x="131826" y="672221"/>
                    <a:pt x="131826" y="672221"/>
                  </a:cubicBezTo>
                  <a:cubicBezTo>
                    <a:pt x="131826" y="672221"/>
                    <a:pt x="130312" y="673095"/>
                    <a:pt x="129975" y="673196"/>
                  </a:cubicBezTo>
                  <a:cubicBezTo>
                    <a:pt x="129639" y="673297"/>
                    <a:pt x="127788" y="674811"/>
                    <a:pt x="127350" y="674811"/>
                  </a:cubicBezTo>
                  <a:cubicBezTo>
                    <a:pt x="126913" y="674811"/>
                    <a:pt x="127888" y="676661"/>
                    <a:pt x="128124" y="676998"/>
                  </a:cubicBezTo>
                  <a:cubicBezTo>
                    <a:pt x="128326" y="677334"/>
                    <a:pt x="131052" y="678411"/>
                    <a:pt x="131052" y="678411"/>
                  </a:cubicBezTo>
                  <a:lnTo>
                    <a:pt x="131052" y="679924"/>
                  </a:lnTo>
                  <a:lnTo>
                    <a:pt x="128865" y="680698"/>
                  </a:lnTo>
                  <a:cubicBezTo>
                    <a:pt x="128865" y="680698"/>
                    <a:pt x="128225" y="681674"/>
                    <a:pt x="128091" y="682010"/>
                  </a:cubicBezTo>
                  <a:cubicBezTo>
                    <a:pt x="127989" y="682346"/>
                    <a:pt x="126340" y="684634"/>
                    <a:pt x="126340" y="685038"/>
                  </a:cubicBezTo>
                  <a:cubicBezTo>
                    <a:pt x="126340" y="685475"/>
                    <a:pt x="127114" y="687964"/>
                    <a:pt x="127114" y="687964"/>
                  </a:cubicBezTo>
                  <a:lnTo>
                    <a:pt x="130715" y="688503"/>
                  </a:lnTo>
                  <a:lnTo>
                    <a:pt x="137884" y="689579"/>
                  </a:lnTo>
                  <a:lnTo>
                    <a:pt x="141249" y="692203"/>
                  </a:lnTo>
                  <a:lnTo>
                    <a:pt x="145288" y="693817"/>
                  </a:lnTo>
                  <a:lnTo>
                    <a:pt x="151144" y="694793"/>
                  </a:lnTo>
                  <a:lnTo>
                    <a:pt x="155182" y="696441"/>
                  </a:lnTo>
                  <a:lnTo>
                    <a:pt x="166255" y="698830"/>
                  </a:lnTo>
                  <a:lnTo>
                    <a:pt x="168745" y="699469"/>
                  </a:lnTo>
                  <a:cubicBezTo>
                    <a:pt x="168745" y="699469"/>
                    <a:pt x="176015" y="701218"/>
                    <a:pt x="176452" y="701218"/>
                  </a:cubicBezTo>
                  <a:cubicBezTo>
                    <a:pt x="176890" y="701218"/>
                    <a:pt x="182106" y="701656"/>
                    <a:pt x="183856" y="701857"/>
                  </a:cubicBezTo>
                  <a:cubicBezTo>
                    <a:pt x="185606" y="702059"/>
                    <a:pt x="189409" y="702396"/>
                    <a:pt x="189712" y="702497"/>
                  </a:cubicBezTo>
                  <a:cubicBezTo>
                    <a:pt x="190049" y="702597"/>
                    <a:pt x="191024" y="705322"/>
                    <a:pt x="191126" y="705659"/>
                  </a:cubicBezTo>
                  <a:cubicBezTo>
                    <a:pt x="191226" y="705995"/>
                    <a:pt x="190149" y="711411"/>
                    <a:pt x="190149" y="711411"/>
                  </a:cubicBezTo>
                  <a:cubicBezTo>
                    <a:pt x="190149" y="711411"/>
                    <a:pt x="190149" y="713261"/>
                    <a:pt x="190149" y="713699"/>
                  </a:cubicBezTo>
                  <a:cubicBezTo>
                    <a:pt x="190149" y="714136"/>
                    <a:pt x="189611" y="717164"/>
                    <a:pt x="189611" y="717164"/>
                  </a:cubicBezTo>
                  <a:lnTo>
                    <a:pt x="187996" y="718375"/>
                  </a:lnTo>
                  <a:cubicBezTo>
                    <a:pt x="187996" y="718375"/>
                    <a:pt x="185169" y="720326"/>
                    <a:pt x="184630" y="720662"/>
                  </a:cubicBezTo>
                  <a:cubicBezTo>
                    <a:pt x="184092" y="720999"/>
                    <a:pt x="180928" y="722512"/>
                    <a:pt x="180053" y="722815"/>
                  </a:cubicBezTo>
                  <a:cubicBezTo>
                    <a:pt x="179178" y="723151"/>
                    <a:pt x="176452" y="725842"/>
                    <a:pt x="176452" y="725842"/>
                  </a:cubicBezTo>
                  <a:cubicBezTo>
                    <a:pt x="176452" y="725842"/>
                    <a:pt x="173289" y="728466"/>
                    <a:pt x="172986" y="728668"/>
                  </a:cubicBezTo>
                  <a:cubicBezTo>
                    <a:pt x="172649" y="728870"/>
                    <a:pt x="172111" y="730417"/>
                    <a:pt x="171774" y="730518"/>
                  </a:cubicBezTo>
                  <a:cubicBezTo>
                    <a:pt x="171437" y="730619"/>
                    <a:pt x="169822" y="733580"/>
                    <a:pt x="169587" y="734421"/>
                  </a:cubicBezTo>
                  <a:cubicBezTo>
                    <a:pt x="169351" y="735295"/>
                    <a:pt x="168173" y="736910"/>
                    <a:pt x="168173" y="736910"/>
                  </a:cubicBezTo>
                  <a:cubicBezTo>
                    <a:pt x="168173" y="736910"/>
                    <a:pt x="166962" y="739635"/>
                    <a:pt x="166962" y="740072"/>
                  </a:cubicBezTo>
                  <a:cubicBezTo>
                    <a:pt x="166962" y="740509"/>
                    <a:pt x="166086" y="742259"/>
                    <a:pt x="166086" y="742561"/>
                  </a:cubicBezTo>
                  <a:cubicBezTo>
                    <a:pt x="166086" y="742898"/>
                    <a:pt x="165750" y="744613"/>
                    <a:pt x="165750" y="744613"/>
                  </a:cubicBezTo>
                  <a:lnTo>
                    <a:pt x="168476" y="747338"/>
                  </a:lnTo>
                  <a:lnTo>
                    <a:pt x="169014" y="748953"/>
                  </a:lnTo>
                  <a:lnTo>
                    <a:pt x="169351" y="751341"/>
                  </a:lnTo>
                  <a:lnTo>
                    <a:pt x="169149" y="753528"/>
                  </a:lnTo>
                  <a:cubicBezTo>
                    <a:pt x="169149" y="753528"/>
                    <a:pt x="168072" y="754402"/>
                    <a:pt x="168072" y="754840"/>
                  </a:cubicBezTo>
                  <a:cubicBezTo>
                    <a:pt x="168072" y="755277"/>
                    <a:pt x="167971" y="757464"/>
                    <a:pt x="167971" y="757464"/>
                  </a:cubicBezTo>
                  <a:cubicBezTo>
                    <a:pt x="167971" y="757464"/>
                    <a:pt x="166995" y="761063"/>
                    <a:pt x="166995" y="761500"/>
                  </a:cubicBezTo>
                  <a:cubicBezTo>
                    <a:pt x="166995" y="761938"/>
                    <a:pt x="164808" y="765941"/>
                    <a:pt x="164808" y="765941"/>
                  </a:cubicBezTo>
                  <a:lnTo>
                    <a:pt x="162620" y="771592"/>
                  </a:lnTo>
                  <a:cubicBezTo>
                    <a:pt x="162620" y="771592"/>
                    <a:pt x="160668" y="773207"/>
                    <a:pt x="160130" y="773644"/>
                  </a:cubicBezTo>
                  <a:cubicBezTo>
                    <a:pt x="159591" y="774082"/>
                    <a:pt x="157841" y="775495"/>
                    <a:pt x="157538" y="775596"/>
                  </a:cubicBezTo>
                  <a:cubicBezTo>
                    <a:pt x="157202" y="775696"/>
                    <a:pt x="155923" y="778085"/>
                    <a:pt x="155923" y="778085"/>
                  </a:cubicBezTo>
                  <a:lnTo>
                    <a:pt x="153971" y="780810"/>
                  </a:lnTo>
                  <a:lnTo>
                    <a:pt x="153668" y="784376"/>
                  </a:lnTo>
                  <a:lnTo>
                    <a:pt x="153668" y="786562"/>
                  </a:lnTo>
                  <a:lnTo>
                    <a:pt x="152086" y="788849"/>
                  </a:lnTo>
                  <a:lnTo>
                    <a:pt x="150605" y="791137"/>
                  </a:lnTo>
                  <a:lnTo>
                    <a:pt x="147879" y="792886"/>
                  </a:lnTo>
                  <a:lnTo>
                    <a:pt x="144716" y="795073"/>
                  </a:lnTo>
                  <a:lnTo>
                    <a:pt x="142596" y="797798"/>
                  </a:lnTo>
                  <a:cubicBezTo>
                    <a:pt x="142596" y="797798"/>
                    <a:pt x="142427" y="800859"/>
                    <a:pt x="142663" y="801263"/>
                  </a:cubicBezTo>
                  <a:cubicBezTo>
                    <a:pt x="142865" y="801700"/>
                    <a:pt x="142427" y="802675"/>
                    <a:pt x="142663" y="803012"/>
                  </a:cubicBezTo>
                  <a:cubicBezTo>
                    <a:pt x="142865" y="803348"/>
                    <a:pt x="145692" y="805838"/>
                    <a:pt x="145826" y="806174"/>
                  </a:cubicBezTo>
                  <a:cubicBezTo>
                    <a:pt x="145927" y="806510"/>
                    <a:pt x="150269" y="808899"/>
                    <a:pt x="150504" y="809202"/>
                  </a:cubicBezTo>
                  <a:cubicBezTo>
                    <a:pt x="150740" y="809538"/>
                    <a:pt x="157134" y="809975"/>
                    <a:pt x="157134" y="809975"/>
                  </a:cubicBezTo>
                  <a:lnTo>
                    <a:pt x="169519" y="810312"/>
                  </a:lnTo>
                  <a:lnTo>
                    <a:pt x="177361" y="810850"/>
                  </a:lnTo>
                  <a:cubicBezTo>
                    <a:pt x="177361" y="810850"/>
                    <a:pt x="184967" y="811624"/>
                    <a:pt x="185404" y="811624"/>
                  </a:cubicBezTo>
                  <a:cubicBezTo>
                    <a:pt x="185842" y="811624"/>
                    <a:pt x="191159" y="813810"/>
                    <a:pt x="191159" y="813810"/>
                  </a:cubicBezTo>
                  <a:cubicBezTo>
                    <a:pt x="191159" y="813810"/>
                    <a:pt x="195299" y="817510"/>
                    <a:pt x="195736" y="817813"/>
                  </a:cubicBezTo>
                  <a:cubicBezTo>
                    <a:pt x="196174" y="818150"/>
                    <a:pt x="201592" y="819764"/>
                    <a:pt x="201592" y="819764"/>
                  </a:cubicBezTo>
                  <a:lnTo>
                    <a:pt x="205496" y="820101"/>
                  </a:lnTo>
                  <a:cubicBezTo>
                    <a:pt x="205496" y="820101"/>
                    <a:pt x="207684" y="821715"/>
                    <a:pt x="207986" y="821715"/>
                  </a:cubicBezTo>
                  <a:cubicBezTo>
                    <a:pt x="208323" y="821715"/>
                    <a:pt x="211352" y="823666"/>
                    <a:pt x="212126" y="824205"/>
                  </a:cubicBezTo>
                  <a:cubicBezTo>
                    <a:pt x="212900" y="824743"/>
                    <a:pt x="215727" y="825079"/>
                    <a:pt x="216467" y="824978"/>
                  </a:cubicBezTo>
                  <a:cubicBezTo>
                    <a:pt x="217242" y="824878"/>
                    <a:pt x="220607" y="823566"/>
                    <a:pt x="220607" y="823566"/>
                  </a:cubicBezTo>
                  <a:lnTo>
                    <a:pt x="225722" y="823566"/>
                  </a:lnTo>
                  <a:lnTo>
                    <a:pt x="228987" y="823498"/>
                  </a:lnTo>
                  <a:lnTo>
                    <a:pt x="230501" y="826021"/>
                  </a:lnTo>
                  <a:lnTo>
                    <a:pt x="230602" y="828342"/>
                  </a:lnTo>
                  <a:lnTo>
                    <a:pt x="230064" y="830193"/>
                  </a:lnTo>
                  <a:lnTo>
                    <a:pt x="228751" y="832144"/>
                  </a:lnTo>
                  <a:lnTo>
                    <a:pt x="228314" y="832917"/>
                  </a:lnTo>
                  <a:cubicBezTo>
                    <a:pt x="228314" y="832917"/>
                    <a:pt x="227338" y="835407"/>
                    <a:pt x="227001" y="835844"/>
                  </a:cubicBezTo>
                  <a:cubicBezTo>
                    <a:pt x="226665" y="836281"/>
                    <a:pt x="226126" y="839208"/>
                    <a:pt x="226126" y="839208"/>
                  </a:cubicBezTo>
                  <a:lnTo>
                    <a:pt x="224915" y="841832"/>
                  </a:lnTo>
                  <a:lnTo>
                    <a:pt x="224915" y="845196"/>
                  </a:lnTo>
                  <a:lnTo>
                    <a:pt x="224915" y="849233"/>
                  </a:lnTo>
                  <a:cubicBezTo>
                    <a:pt x="224915" y="849233"/>
                    <a:pt x="224376" y="853471"/>
                    <a:pt x="224040" y="853707"/>
                  </a:cubicBezTo>
                  <a:cubicBezTo>
                    <a:pt x="223703" y="853908"/>
                    <a:pt x="223165" y="855019"/>
                    <a:pt x="222189" y="855893"/>
                  </a:cubicBezTo>
                  <a:cubicBezTo>
                    <a:pt x="221213" y="856768"/>
                    <a:pt x="222189" y="858080"/>
                    <a:pt x="222189" y="858080"/>
                  </a:cubicBezTo>
                  <a:lnTo>
                    <a:pt x="223400" y="860266"/>
                  </a:lnTo>
                  <a:lnTo>
                    <a:pt x="225891" y="863429"/>
                  </a:lnTo>
                  <a:cubicBezTo>
                    <a:pt x="225891" y="863429"/>
                    <a:pt x="226530" y="865178"/>
                    <a:pt x="226968" y="865279"/>
                  </a:cubicBezTo>
                  <a:cubicBezTo>
                    <a:pt x="227405" y="865380"/>
                    <a:pt x="229256" y="867129"/>
                    <a:pt x="229256" y="867129"/>
                  </a:cubicBezTo>
                  <a:cubicBezTo>
                    <a:pt x="229256" y="867129"/>
                    <a:pt x="232420" y="867129"/>
                    <a:pt x="232857" y="867129"/>
                  </a:cubicBezTo>
                  <a:cubicBezTo>
                    <a:pt x="233295" y="867129"/>
                    <a:pt x="234910" y="866961"/>
                    <a:pt x="234910" y="866961"/>
                  </a:cubicBezTo>
                  <a:cubicBezTo>
                    <a:pt x="234910" y="866961"/>
                    <a:pt x="236526" y="866591"/>
                    <a:pt x="237401" y="866591"/>
                  </a:cubicBezTo>
                  <a:cubicBezTo>
                    <a:pt x="238276" y="866591"/>
                    <a:pt x="239689" y="867465"/>
                    <a:pt x="240227" y="867566"/>
                  </a:cubicBezTo>
                  <a:cubicBezTo>
                    <a:pt x="240766" y="867667"/>
                    <a:pt x="241540" y="868643"/>
                    <a:pt x="241978" y="868979"/>
                  </a:cubicBezTo>
                  <a:cubicBezTo>
                    <a:pt x="242415" y="869316"/>
                    <a:pt x="242617" y="870392"/>
                    <a:pt x="242617" y="870392"/>
                  </a:cubicBezTo>
                  <a:lnTo>
                    <a:pt x="242819" y="873117"/>
                  </a:lnTo>
                  <a:lnTo>
                    <a:pt x="242617" y="874328"/>
                  </a:lnTo>
                  <a:cubicBezTo>
                    <a:pt x="242617" y="874328"/>
                    <a:pt x="241540" y="876851"/>
                    <a:pt x="241204" y="877389"/>
                  </a:cubicBezTo>
                  <a:cubicBezTo>
                    <a:pt x="240867" y="877927"/>
                    <a:pt x="240901" y="878264"/>
                    <a:pt x="241338" y="879138"/>
                  </a:cubicBezTo>
                  <a:cubicBezTo>
                    <a:pt x="241776" y="880013"/>
                    <a:pt x="240901" y="882401"/>
                    <a:pt x="241338" y="883377"/>
                  </a:cubicBezTo>
                  <a:cubicBezTo>
                    <a:pt x="241776" y="884352"/>
                    <a:pt x="241338" y="884790"/>
                    <a:pt x="241338" y="885664"/>
                  </a:cubicBezTo>
                  <a:cubicBezTo>
                    <a:pt x="241338" y="886539"/>
                    <a:pt x="242213" y="887313"/>
                    <a:pt x="242213" y="887313"/>
                  </a:cubicBezTo>
                  <a:cubicBezTo>
                    <a:pt x="242213" y="887313"/>
                    <a:pt x="243425" y="889701"/>
                    <a:pt x="244704" y="890576"/>
                  </a:cubicBezTo>
                  <a:cubicBezTo>
                    <a:pt x="246016" y="891450"/>
                    <a:pt x="246319" y="890475"/>
                    <a:pt x="246992" y="890138"/>
                  </a:cubicBezTo>
                  <a:cubicBezTo>
                    <a:pt x="247631" y="889802"/>
                    <a:pt x="249382" y="888288"/>
                    <a:pt x="249382" y="888288"/>
                  </a:cubicBezTo>
                  <a:lnTo>
                    <a:pt x="253959" y="887851"/>
                  </a:lnTo>
                  <a:lnTo>
                    <a:pt x="257324" y="889499"/>
                  </a:lnTo>
                  <a:lnTo>
                    <a:pt x="260589" y="888826"/>
                  </a:lnTo>
                  <a:lnTo>
                    <a:pt x="262540" y="885025"/>
                  </a:lnTo>
                  <a:cubicBezTo>
                    <a:pt x="262540" y="885025"/>
                    <a:pt x="269709" y="884386"/>
                    <a:pt x="271459" y="884588"/>
                  </a:cubicBezTo>
                  <a:cubicBezTo>
                    <a:pt x="273209" y="884790"/>
                    <a:pt x="275700" y="887615"/>
                    <a:pt x="275700" y="887615"/>
                  </a:cubicBezTo>
                  <a:cubicBezTo>
                    <a:pt x="275700" y="887615"/>
                    <a:pt x="281017" y="891753"/>
                    <a:pt x="281454" y="891753"/>
                  </a:cubicBezTo>
                  <a:cubicBezTo>
                    <a:pt x="281892" y="891753"/>
                    <a:pt x="285897" y="892628"/>
                    <a:pt x="285897" y="892628"/>
                  </a:cubicBezTo>
                  <a:cubicBezTo>
                    <a:pt x="285897" y="892628"/>
                    <a:pt x="291214" y="892729"/>
                    <a:pt x="292089" y="892729"/>
                  </a:cubicBezTo>
                  <a:cubicBezTo>
                    <a:pt x="292964" y="892729"/>
                    <a:pt x="299157" y="890239"/>
                    <a:pt x="299157" y="890239"/>
                  </a:cubicBezTo>
                  <a:lnTo>
                    <a:pt x="304272" y="886875"/>
                  </a:lnTo>
                  <a:lnTo>
                    <a:pt x="310902" y="882435"/>
                  </a:lnTo>
                  <a:cubicBezTo>
                    <a:pt x="310902" y="882435"/>
                    <a:pt x="319484" y="875539"/>
                    <a:pt x="319854" y="875270"/>
                  </a:cubicBezTo>
                  <a:cubicBezTo>
                    <a:pt x="320224" y="874967"/>
                    <a:pt x="325374" y="871300"/>
                    <a:pt x="326080" y="871199"/>
                  </a:cubicBezTo>
                  <a:cubicBezTo>
                    <a:pt x="326821" y="871132"/>
                    <a:pt x="333484" y="869517"/>
                    <a:pt x="334191" y="869383"/>
                  </a:cubicBezTo>
                  <a:cubicBezTo>
                    <a:pt x="334931" y="869248"/>
                    <a:pt x="340922" y="867936"/>
                    <a:pt x="340922" y="867936"/>
                  </a:cubicBezTo>
                  <a:lnTo>
                    <a:pt x="343682" y="864606"/>
                  </a:lnTo>
                  <a:cubicBezTo>
                    <a:pt x="343682" y="864606"/>
                    <a:pt x="348259" y="861646"/>
                    <a:pt x="348091" y="861343"/>
                  </a:cubicBezTo>
                  <a:cubicBezTo>
                    <a:pt x="347956" y="861040"/>
                    <a:pt x="352230" y="859325"/>
                    <a:pt x="352230" y="859325"/>
                  </a:cubicBezTo>
                  <a:lnTo>
                    <a:pt x="354418" y="859392"/>
                  </a:lnTo>
                  <a:lnTo>
                    <a:pt x="355865" y="859762"/>
                  </a:lnTo>
                  <a:lnTo>
                    <a:pt x="356504" y="861646"/>
                  </a:lnTo>
                  <a:cubicBezTo>
                    <a:pt x="356504" y="861646"/>
                    <a:pt x="355764" y="864404"/>
                    <a:pt x="355562" y="864539"/>
                  </a:cubicBezTo>
                  <a:cubicBezTo>
                    <a:pt x="355360" y="864673"/>
                    <a:pt x="354990" y="865783"/>
                    <a:pt x="354552" y="866355"/>
                  </a:cubicBezTo>
                  <a:cubicBezTo>
                    <a:pt x="354115" y="866927"/>
                    <a:pt x="353374" y="867230"/>
                    <a:pt x="353374" y="867230"/>
                  </a:cubicBezTo>
                  <a:cubicBezTo>
                    <a:pt x="353374" y="867230"/>
                    <a:pt x="351860" y="869181"/>
                    <a:pt x="351557" y="869753"/>
                  </a:cubicBezTo>
                  <a:cubicBezTo>
                    <a:pt x="351254" y="870325"/>
                    <a:pt x="351119" y="870930"/>
                    <a:pt x="351119" y="870930"/>
                  </a:cubicBezTo>
                  <a:lnTo>
                    <a:pt x="352869" y="873319"/>
                  </a:lnTo>
                  <a:lnTo>
                    <a:pt x="354620" y="874193"/>
                  </a:lnTo>
                  <a:lnTo>
                    <a:pt x="354047" y="877221"/>
                  </a:lnTo>
                  <a:cubicBezTo>
                    <a:pt x="354047" y="877221"/>
                    <a:pt x="351288" y="879542"/>
                    <a:pt x="351018" y="880114"/>
                  </a:cubicBezTo>
                  <a:cubicBezTo>
                    <a:pt x="350715" y="880686"/>
                    <a:pt x="350143" y="883747"/>
                    <a:pt x="350143" y="883747"/>
                  </a:cubicBezTo>
                  <a:lnTo>
                    <a:pt x="350143" y="888255"/>
                  </a:lnTo>
                  <a:lnTo>
                    <a:pt x="354215" y="890273"/>
                  </a:lnTo>
                  <a:lnTo>
                    <a:pt x="353913" y="892729"/>
                  </a:lnTo>
                  <a:lnTo>
                    <a:pt x="353038" y="895622"/>
                  </a:lnTo>
                  <a:cubicBezTo>
                    <a:pt x="353038" y="895622"/>
                    <a:pt x="350850" y="897640"/>
                    <a:pt x="350446" y="897808"/>
                  </a:cubicBezTo>
                  <a:cubicBezTo>
                    <a:pt x="350009" y="897943"/>
                    <a:pt x="348124" y="899389"/>
                    <a:pt x="348124" y="899389"/>
                  </a:cubicBezTo>
                  <a:lnTo>
                    <a:pt x="351153" y="902148"/>
                  </a:lnTo>
                  <a:lnTo>
                    <a:pt x="353610" y="904604"/>
                  </a:lnTo>
                  <a:lnTo>
                    <a:pt x="353610" y="908943"/>
                  </a:lnTo>
                  <a:lnTo>
                    <a:pt x="354990" y="914023"/>
                  </a:lnTo>
                  <a:lnTo>
                    <a:pt x="355360" y="917925"/>
                  </a:lnTo>
                  <a:cubicBezTo>
                    <a:pt x="355360" y="917925"/>
                    <a:pt x="356672" y="924451"/>
                    <a:pt x="356807" y="925023"/>
                  </a:cubicBezTo>
                  <a:cubicBezTo>
                    <a:pt x="356942" y="925595"/>
                    <a:pt x="358254" y="928353"/>
                    <a:pt x="358557" y="928925"/>
                  </a:cubicBezTo>
                  <a:cubicBezTo>
                    <a:pt x="358860" y="929497"/>
                    <a:pt x="362192" y="932255"/>
                    <a:pt x="362192" y="932255"/>
                  </a:cubicBezTo>
                  <a:cubicBezTo>
                    <a:pt x="362192" y="932255"/>
                    <a:pt x="364951" y="932962"/>
                    <a:pt x="365524" y="932962"/>
                  </a:cubicBezTo>
                  <a:cubicBezTo>
                    <a:pt x="366096" y="932962"/>
                    <a:pt x="368721" y="933096"/>
                    <a:pt x="369427" y="933096"/>
                  </a:cubicBezTo>
                  <a:cubicBezTo>
                    <a:pt x="370168" y="933096"/>
                    <a:pt x="372759" y="931650"/>
                    <a:pt x="372759" y="931650"/>
                  </a:cubicBezTo>
                  <a:lnTo>
                    <a:pt x="375216" y="928622"/>
                  </a:lnTo>
                  <a:lnTo>
                    <a:pt x="378851" y="926301"/>
                  </a:lnTo>
                  <a:lnTo>
                    <a:pt x="384067" y="926301"/>
                  </a:lnTo>
                  <a:lnTo>
                    <a:pt x="390596" y="926873"/>
                  </a:lnTo>
                  <a:lnTo>
                    <a:pt x="395947" y="931078"/>
                  </a:lnTo>
                  <a:lnTo>
                    <a:pt x="399582" y="935552"/>
                  </a:lnTo>
                  <a:cubicBezTo>
                    <a:pt x="399582" y="935552"/>
                    <a:pt x="405943" y="941506"/>
                    <a:pt x="406549" y="941943"/>
                  </a:cubicBezTo>
                  <a:cubicBezTo>
                    <a:pt x="407121" y="942381"/>
                    <a:pt x="409140" y="941943"/>
                    <a:pt x="409140" y="941943"/>
                  </a:cubicBezTo>
                  <a:lnTo>
                    <a:pt x="410722" y="939488"/>
                  </a:lnTo>
                  <a:lnTo>
                    <a:pt x="413178" y="937907"/>
                  </a:lnTo>
                  <a:cubicBezTo>
                    <a:pt x="413178" y="937907"/>
                    <a:pt x="415501" y="938344"/>
                    <a:pt x="416207" y="937907"/>
                  </a:cubicBezTo>
                  <a:cubicBezTo>
                    <a:pt x="416948" y="937470"/>
                    <a:pt x="418227" y="935317"/>
                    <a:pt x="418832" y="934577"/>
                  </a:cubicBezTo>
                  <a:cubicBezTo>
                    <a:pt x="419405" y="933836"/>
                    <a:pt x="419405" y="931381"/>
                    <a:pt x="419405" y="931381"/>
                  </a:cubicBezTo>
                  <a:lnTo>
                    <a:pt x="417520" y="927479"/>
                  </a:lnTo>
                  <a:lnTo>
                    <a:pt x="414626" y="924585"/>
                  </a:lnTo>
                  <a:lnTo>
                    <a:pt x="412169" y="922399"/>
                  </a:lnTo>
                  <a:lnTo>
                    <a:pt x="411731" y="916747"/>
                  </a:lnTo>
                  <a:cubicBezTo>
                    <a:pt x="411731" y="916747"/>
                    <a:pt x="411866" y="912677"/>
                    <a:pt x="411866" y="912105"/>
                  </a:cubicBezTo>
                  <a:cubicBezTo>
                    <a:pt x="411866" y="911533"/>
                    <a:pt x="412303" y="906757"/>
                    <a:pt x="412303" y="906757"/>
                  </a:cubicBezTo>
                  <a:lnTo>
                    <a:pt x="412606" y="903561"/>
                  </a:lnTo>
                  <a:lnTo>
                    <a:pt x="413919" y="899221"/>
                  </a:lnTo>
                  <a:lnTo>
                    <a:pt x="414356" y="895016"/>
                  </a:lnTo>
                  <a:lnTo>
                    <a:pt x="416376" y="891417"/>
                  </a:lnTo>
                  <a:cubicBezTo>
                    <a:pt x="416376" y="891417"/>
                    <a:pt x="418563" y="888658"/>
                    <a:pt x="419135" y="887649"/>
                  </a:cubicBezTo>
                  <a:cubicBezTo>
                    <a:pt x="419707" y="886640"/>
                    <a:pt x="421592" y="885025"/>
                    <a:pt x="421592" y="885025"/>
                  </a:cubicBezTo>
                  <a:lnTo>
                    <a:pt x="421155" y="881123"/>
                  </a:lnTo>
                  <a:lnTo>
                    <a:pt x="419707" y="877793"/>
                  </a:lnTo>
                  <a:lnTo>
                    <a:pt x="417957" y="875034"/>
                  </a:lnTo>
                  <a:lnTo>
                    <a:pt x="417957" y="871704"/>
                  </a:lnTo>
                  <a:lnTo>
                    <a:pt x="415501" y="863731"/>
                  </a:lnTo>
                  <a:lnTo>
                    <a:pt x="412169" y="856499"/>
                  </a:lnTo>
                  <a:lnTo>
                    <a:pt x="405068" y="846373"/>
                  </a:lnTo>
                  <a:lnTo>
                    <a:pt x="404058" y="838569"/>
                  </a:lnTo>
                  <a:lnTo>
                    <a:pt x="404058" y="834936"/>
                  </a:lnTo>
                  <a:lnTo>
                    <a:pt x="403351" y="830159"/>
                  </a:lnTo>
                  <a:lnTo>
                    <a:pt x="401164" y="823633"/>
                  </a:lnTo>
                  <a:lnTo>
                    <a:pt x="399144" y="819865"/>
                  </a:lnTo>
                  <a:lnTo>
                    <a:pt x="396822" y="816232"/>
                  </a:lnTo>
                  <a:lnTo>
                    <a:pt x="402039" y="812902"/>
                  </a:lnTo>
                  <a:lnTo>
                    <a:pt x="405808" y="810446"/>
                  </a:lnTo>
                  <a:lnTo>
                    <a:pt x="410150" y="803214"/>
                  </a:lnTo>
                  <a:lnTo>
                    <a:pt x="409409" y="796688"/>
                  </a:lnTo>
                  <a:lnTo>
                    <a:pt x="412001" y="790901"/>
                  </a:lnTo>
                  <a:lnTo>
                    <a:pt x="416476" y="788278"/>
                  </a:lnTo>
                  <a:cubicBezTo>
                    <a:pt x="416476" y="788278"/>
                    <a:pt x="420111" y="788715"/>
                    <a:pt x="420683" y="788849"/>
                  </a:cubicBezTo>
                  <a:cubicBezTo>
                    <a:pt x="421256" y="788984"/>
                    <a:pt x="426640" y="794804"/>
                    <a:pt x="427078" y="794635"/>
                  </a:cubicBezTo>
                  <a:cubicBezTo>
                    <a:pt x="427515" y="794501"/>
                    <a:pt x="436198" y="795342"/>
                    <a:pt x="436770" y="795342"/>
                  </a:cubicBezTo>
                  <a:cubicBezTo>
                    <a:pt x="437342" y="795342"/>
                    <a:pt x="448381" y="798807"/>
                    <a:pt x="450670" y="798975"/>
                  </a:cubicBezTo>
                  <a:cubicBezTo>
                    <a:pt x="452992" y="799110"/>
                    <a:pt x="463425" y="803886"/>
                    <a:pt x="464569" y="803886"/>
                  </a:cubicBezTo>
                  <a:cubicBezTo>
                    <a:pt x="465713" y="803886"/>
                    <a:pt x="470357" y="797226"/>
                    <a:pt x="470357" y="797226"/>
                  </a:cubicBezTo>
                  <a:lnTo>
                    <a:pt x="476584" y="788984"/>
                  </a:lnTo>
                  <a:lnTo>
                    <a:pt x="480925" y="778556"/>
                  </a:lnTo>
                  <a:lnTo>
                    <a:pt x="492368" y="768699"/>
                  </a:lnTo>
                  <a:lnTo>
                    <a:pt x="496844" y="761299"/>
                  </a:lnTo>
                  <a:lnTo>
                    <a:pt x="503373" y="762745"/>
                  </a:lnTo>
                  <a:lnTo>
                    <a:pt x="512224" y="765638"/>
                  </a:lnTo>
                  <a:lnTo>
                    <a:pt x="517878" y="771727"/>
                  </a:lnTo>
                  <a:lnTo>
                    <a:pt x="528681" y="778320"/>
                  </a:lnTo>
                  <a:lnTo>
                    <a:pt x="533460" y="783602"/>
                  </a:lnTo>
                  <a:lnTo>
                    <a:pt x="538676" y="788109"/>
                  </a:lnTo>
                  <a:lnTo>
                    <a:pt x="539383" y="792953"/>
                  </a:lnTo>
                  <a:lnTo>
                    <a:pt x="536994" y="796654"/>
                  </a:lnTo>
                  <a:cubicBezTo>
                    <a:pt x="536994" y="796654"/>
                    <a:pt x="541234" y="797663"/>
                    <a:pt x="541402" y="797730"/>
                  </a:cubicBezTo>
                  <a:cubicBezTo>
                    <a:pt x="541571" y="797798"/>
                    <a:pt x="545676" y="802877"/>
                    <a:pt x="545676" y="802877"/>
                  </a:cubicBezTo>
                  <a:lnTo>
                    <a:pt x="549479" y="802877"/>
                  </a:lnTo>
                  <a:lnTo>
                    <a:pt x="554629" y="802406"/>
                  </a:lnTo>
                  <a:lnTo>
                    <a:pt x="557927" y="800960"/>
                  </a:lnTo>
                  <a:lnTo>
                    <a:pt x="561932" y="799311"/>
                  </a:lnTo>
                  <a:lnTo>
                    <a:pt x="567316" y="796553"/>
                  </a:lnTo>
                  <a:lnTo>
                    <a:pt x="569874" y="794602"/>
                  </a:lnTo>
                  <a:lnTo>
                    <a:pt x="570682" y="793189"/>
                  </a:lnTo>
                  <a:lnTo>
                    <a:pt x="570244" y="787537"/>
                  </a:lnTo>
                  <a:lnTo>
                    <a:pt x="571725" y="783366"/>
                  </a:lnTo>
                  <a:lnTo>
                    <a:pt x="574754" y="779330"/>
                  </a:lnTo>
                  <a:lnTo>
                    <a:pt x="579533" y="774216"/>
                  </a:lnTo>
                  <a:cubicBezTo>
                    <a:pt x="579533" y="774216"/>
                    <a:pt x="582124" y="771491"/>
                    <a:pt x="582293" y="771323"/>
                  </a:cubicBezTo>
                  <a:cubicBezTo>
                    <a:pt x="582461" y="771155"/>
                    <a:pt x="584682" y="770516"/>
                    <a:pt x="584682" y="770516"/>
                  </a:cubicBezTo>
                  <a:lnTo>
                    <a:pt x="587947" y="771323"/>
                  </a:lnTo>
                  <a:lnTo>
                    <a:pt x="592086" y="775226"/>
                  </a:lnTo>
                  <a:lnTo>
                    <a:pt x="596091" y="778690"/>
                  </a:lnTo>
                  <a:lnTo>
                    <a:pt x="598144" y="782155"/>
                  </a:lnTo>
                  <a:lnTo>
                    <a:pt x="602048" y="787807"/>
                  </a:lnTo>
                  <a:lnTo>
                    <a:pt x="604707" y="788883"/>
                  </a:lnTo>
                  <a:lnTo>
                    <a:pt x="607298" y="788883"/>
                  </a:lnTo>
                  <a:lnTo>
                    <a:pt x="610361" y="787403"/>
                  </a:lnTo>
                  <a:lnTo>
                    <a:pt x="612649" y="784644"/>
                  </a:lnTo>
                  <a:lnTo>
                    <a:pt x="616015" y="775831"/>
                  </a:lnTo>
                  <a:lnTo>
                    <a:pt x="616015" y="770079"/>
                  </a:lnTo>
                  <a:lnTo>
                    <a:pt x="615039" y="763653"/>
                  </a:lnTo>
                  <a:lnTo>
                    <a:pt x="615914" y="759314"/>
                  </a:lnTo>
                  <a:lnTo>
                    <a:pt x="618640" y="758338"/>
                  </a:lnTo>
                  <a:cubicBezTo>
                    <a:pt x="618640" y="758338"/>
                    <a:pt x="619515" y="758439"/>
                    <a:pt x="619851" y="758574"/>
                  </a:cubicBezTo>
                  <a:cubicBezTo>
                    <a:pt x="620188" y="758675"/>
                    <a:pt x="624092" y="761736"/>
                    <a:pt x="624092" y="761736"/>
                  </a:cubicBezTo>
                  <a:cubicBezTo>
                    <a:pt x="624092" y="761736"/>
                    <a:pt x="627558" y="765537"/>
                    <a:pt x="628332" y="766748"/>
                  </a:cubicBezTo>
                  <a:cubicBezTo>
                    <a:pt x="629106" y="767926"/>
                    <a:pt x="630284" y="770348"/>
                    <a:pt x="630284" y="770785"/>
                  </a:cubicBezTo>
                  <a:cubicBezTo>
                    <a:pt x="630284" y="771222"/>
                    <a:pt x="633650" y="775360"/>
                    <a:pt x="633650" y="775360"/>
                  </a:cubicBezTo>
                  <a:cubicBezTo>
                    <a:pt x="633650" y="775360"/>
                    <a:pt x="638765" y="779700"/>
                    <a:pt x="639203" y="779801"/>
                  </a:cubicBezTo>
                  <a:cubicBezTo>
                    <a:pt x="639640" y="779901"/>
                    <a:pt x="644857" y="784039"/>
                    <a:pt x="644857" y="784039"/>
                  </a:cubicBezTo>
                  <a:lnTo>
                    <a:pt x="650073" y="789690"/>
                  </a:lnTo>
                  <a:cubicBezTo>
                    <a:pt x="650073" y="789690"/>
                    <a:pt x="651386" y="792953"/>
                    <a:pt x="651386" y="793391"/>
                  </a:cubicBezTo>
                  <a:cubicBezTo>
                    <a:pt x="651386" y="793828"/>
                    <a:pt x="653573" y="796755"/>
                    <a:pt x="653573" y="796755"/>
                  </a:cubicBezTo>
                  <a:cubicBezTo>
                    <a:pt x="653573" y="796755"/>
                    <a:pt x="657814" y="798470"/>
                    <a:pt x="658150" y="798067"/>
                  </a:cubicBezTo>
                  <a:cubicBezTo>
                    <a:pt x="658487" y="797629"/>
                    <a:pt x="661179" y="798168"/>
                    <a:pt x="661516" y="798067"/>
                  </a:cubicBezTo>
                  <a:cubicBezTo>
                    <a:pt x="661852" y="797966"/>
                    <a:pt x="662828" y="797091"/>
                    <a:pt x="662828" y="797091"/>
                  </a:cubicBezTo>
                  <a:cubicBezTo>
                    <a:pt x="662828" y="797091"/>
                    <a:pt x="664242" y="793727"/>
                    <a:pt x="664578" y="793492"/>
                  </a:cubicBezTo>
                  <a:cubicBezTo>
                    <a:pt x="664915" y="793256"/>
                    <a:pt x="666530" y="788042"/>
                    <a:pt x="666530" y="788042"/>
                  </a:cubicBezTo>
                  <a:lnTo>
                    <a:pt x="666530" y="784577"/>
                  </a:lnTo>
                  <a:lnTo>
                    <a:pt x="666530" y="779363"/>
                  </a:lnTo>
                  <a:lnTo>
                    <a:pt x="666530" y="775226"/>
                  </a:lnTo>
                  <a:cubicBezTo>
                    <a:pt x="666530" y="775226"/>
                    <a:pt x="668213" y="769238"/>
                    <a:pt x="668213" y="768699"/>
                  </a:cubicBezTo>
                  <a:cubicBezTo>
                    <a:pt x="668213" y="768161"/>
                    <a:pt x="671982" y="766311"/>
                    <a:pt x="672723" y="766210"/>
                  </a:cubicBezTo>
                  <a:cubicBezTo>
                    <a:pt x="673497" y="766109"/>
                    <a:pt x="678814" y="766109"/>
                    <a:pt x="679252" y="766109"/>
                  </a:cubicBezTo>
                  <a:cubicBezTo>
                    <a:pt x="679689" y="766109"/>
                    <a:pt x="684367" y="771424"/>
                    <a:pt x="684367" y="771424"/>
                  </a:cubicBezTo>
                  <a:cubicBezTo>
                    <a:pt x="684367" y="771424"/>
                    <a:pt x="685175" y="773544"/>
                    <a:pt x="685814" y="774519"/>
                  </a:cubicBezTo>
                  <a:cubicBezTo>
                    <a:pt x="686454" y="775461"/>
                    <a:pt x="687497" y="779868"/>
                    <a:pt x="687564" y="780103"/>
                  </a:cubicBezTo>
                  <a:cubicBezTo>
                    <a:pt x="687631" y="780339"/>
                    <a:pt x="690963" y="781415"/>
                    <a:pt x="692713" y="781483"/>
                  </a:cubicBezTo>
                  <a:cubicBezTo>
                    <a:pt x="694463" y="781550"/>
                    <a:pt x="696685" y="781483"/>
                    <a:pt x="697863" y="781483"/>
                  </a:cubicBezTo>
                  <a:cubicBezTo>
                    <a:pt x="699007" y="781483"/>
                    <a:pt x="701699" y="778421"/>
                    <a:pt x="701699" y="778421"/>
                  </a:cubicBezTo>
                  <a:lnTo>
                    <a:pt x="704964" y="775596"/>
                  </a:lnTo>
                  <a:lnTo>
                    <a:pt x="705334" y="770953"/>
                  </a:lnTo>
                  <a:lnTo>
                    <a:pt x="708464" y="767757"/>
                  </a:lnTo>
                  <a:lnTo>
                    <a:pt x="711223" y="765672"/>
                  </a:lnTo>
                  <a:lnTo>
                    <a:pt x="714387" y="767186"/>
                  </a:lnTo>
                  <a:lnTo>
                    <a:pt x="716137" y="768060"/>
                  </a:lnTo>
                  <a:lnTo>
                    <a:pt x="723104" y="768060"/>
                  </a:lnTo>
                  <a:lnTo>
                    <a:pt x="727748" y="768060"/>
                  </a:lnTo>
                  <a:lnTo>
                    <a:pt x="733839" y="766748"/>
                  </a:lnTo>
                  <a:lnTo>
                    <a:pt x="736162" y="763990"/>
                  </a:lnTo>
                  <a:cubicBezTo>
                    <a:pt x="736162" y="763990"/>
                    <a:pt x="741950" y="759919"/>
                    <a:pt x="742556" y="758776"/>
                  </a:cubicBezTo>
                  <a:cubicBezTo>
                    <a:pt x="743128" y="757632"/>
                    <a:pt x="746897" y="758776"/>
                    <a:pt x="746897" y="758776"/>
                  </a:cubicBezTo>
                  <a:lnTo>
                    <a:pt x="750094" y="753259"/>
                  </a:lnTo>
                  <a:lnTo>
                    <a:pt x="750094" y="750366"/>
                  </a:lnTo>
                  <a:lnTo>
                    <a:pt x="747066" y="746901"/>
                  </a:lnTo>
                  <a:lnTo>
                    <a:pt x="743734" y="742831"/>
                  </a:lnTo>
                  <a:lnTo>
                    <a:pt x="742589" y="736473"/>
                  </a:lnTo>
                  <a:lnTo>
                    <a:pt x="749825" y="734454"/>
                  </a:lnTo>
                  <a:lnTo>
                    <a:pt x="756186" y="731696"/>
                  </a:lnTo>
                  <a:lnTo>
                    <a:pt x="762850" y="727491"/>
                  </a:lnTo>
                  <a:lnTo>
                    <a:pt x="770085" y="722848"/>
                  </a:lnTo>
                  <a:lnTo>
                    <a:pt x="776480" y="722848"/>
                  </a:lnTo>
                  <a:lnTo>
                    <a:pt x="782268" y="728634"/>
                  </a:lnTo>
                  <a:lnTo>
                    <a:pt x="784288" y="722848"/>
                  </a:lnTo>
                  <a:lnTo>
                    <a:pt x="786038" y="723151"/>
                  </a:lnTo>
                  <a:lnTo>
                    <a:pt x="791826" y="722008"/>
                  </a:lnTo>
                  <a:lnTo>
                    <a:pt x="791826" y="713329"/>
                  </a:lnTo>
                  <a:lnTo>
                    <a:pt x="792802" y="711075"/>
                  </a:lnTo>
                  <a:lnTo>
                    <a:pt x="797547" y="713766"/>
                  </a:lnTo>
                  <a:lnTo>
                    <a:pt x="814745" y="733041"/>
                  </a:lnTo>
                  <a:lnTo>
                    <a:pt x="820130" y="733613"/>
                  </a:lnTo>
                  <a:lnTo>
                    <a:pt x="821072" y="731292"/>
                  </a:lnTo>
                  <a:close/>
                </a:path>
              </a:pathLst>
            </a:custGeom>
            <a:pattFill prst="pct80">
              <a:fgClr>
                <a:srgbClr val="1E344D"/>
              </a:fgClr>
              <a:bgClr>
                <a:schemeClr val="bg1"/>
              </a:bgClr>
            </a:pattFill>
            <a:ln w="6350" cap="flat">
              <a:solidFill>
                <a:schemeClr val="bg1"/>
              </a:solidFill>
              <a:prstDash val="solid"/>
              <a:miter/>
            </a:ln>
          </p:spPr>
          <p:txBody>
            <a:bodyPr rtlCol="0" anchor="ctr"/>
            <a:lstStyle/>
            <a:p>
              <a:endParaRPr lang="en-US"/>
            </a:p>
          </p:txBody>
        </p:sp>
        <p:sp>
          <p:nvSpPr>
            <p:cNvPr id="177" name="Freeform 894">
              <a:extLst>
                <a:ext uri="{FF2B5EF4-FFF2-40B4-BE49-F238E27FC236}">
                  <a16:creationId xmlns:a16="http://schemas.microsoft.com/office/drawing/2014/main" id="{9524F189-062D-9578-F3E7-FA6C75A041FF}"/>
                </a:ext>
              </a:extLst>
            </p:cNvPr>
            <p:cNvSpPr/>
            <p:nvPr/>
          </p:nvSpPr>
          <p:spPr>
            <a:xfrm>
              <a:off x="7412913" y="3167111"/>
              <a:ext cx="311268" cy="270392"/>
            </a:xfrm>
            <a:custGeom>
              <a:avLst/>
              <a:gdLst>
                <a:gd name="connsiteX0" fmla="*/ 592758 w 597604"/>
                <a:gd name="connsiteY0" fmla="*/ 357320 h 519126"/>
                <a:gd name="connsiteX1" fmla="*/ 590739 w 597604"/>
                <a:gd name="connsiteY1" fmla="*/ 350660 h 519126"/>
                <a:gd name="connsiteX2" fmla="*/ 583200 w 597604"/>
                <a:gd name="connsiteY2" fmla="*/ 346589 h 519126"/>
                <a:gd name="connsiteX3" fmla="*/ 584344 w 597604"/>
                <a:gd name="connsiteY3" fmla="*/ 342552 h 519126"/>
                <a:gd name="connsiteX4" fmla="*/ 590705 w 597604"/>
                <a:gd name="connsiteY4" fmla="*/ 338348 h 519126"/>
                <a:gd name="connsiteX5" fmla="*/ 587945 w 597604"/>
                <a:gd name="connsiteY5" fmla="*/ 335589 h 519126"/>
                <a:gd name="connsiteX6" fmla="*/ 583167 w 597604"/>
                <a:gd name="connsiteY6" fmla="*/ 335589 h 519126"/>
                <a:gd name="connsiteX7" fmla="*/ 579969 w 597604"/>
                <a:gd name="connsiteY7" fmla="*/ 338785 h 519126"/>
                <a:gd name="connsiteX8" fmla="*/ 577344 w 597604"/>
                <a:gd name="connsiteY8" fmla="*/ 341981 h 519126"/>
                <a:gd name="connsiteX9" fmla="*/ 572431 w 597604"/>
                <a:gd name="connsiteY9" fmla="*/ 338213 h 519126"/>
                <a:gd name="connsiteX10" fmla="*/ 570984 w 597604"/>
                <a:gd name="connsiteY10" fmla="*/ 335623 h 519126"/>
                <a:gd name="connsiteX11" fmla="*/ 570950 w 597604"/>
                <a:gd name="connsiteY11" fmla="*/ 327818 h 519126"/>
                <a:gd name="connsiteX12" fmla="*/ 573306 w 597604"/>
                <a:gd name="connsiteY12" fmla="*/ 322032 h 519126"/>
                <a:gd name="connsiteX13" fmla="*/ 576772 w 597604"/>
                <a:gd name="connsiteY13" fmla="*/ 317121 h 519126"/>
                <a:gd name="connsiteX14" fmla="*/ 579969 w 597604"/>
                <a:gd name="connsiteY14" fmla="*/ 312781 h 519126"/>
                <a:gd name="connsiteX15" fmla="*/ 581820 w 597604"/>
                <a:gd name="connsiteY15" fmla="*/ 306995 h 519126"/>
                <a:gd name="connsiteX16" fmla="*/ 581820 w 597604"/>
                <a:gd name="connsiteY16" fmla="*/ 304102 h 519126"/>
                <a:gd name="connsiteX17" fmla="*/ 577041 w 597604"/>
                <a:gd name="connsiteY17" fmla="*/ 297442 h 519126"/>
                <a:gd name="connsiteX18" fmla="*/ 573272 w 597604"/>
                <a:gd name="connsiteY18" fmla="*/ 294549 h 519126"/>
                <a:gd name="connsiteX19" fmla="*/ 570916 w 597604"/>
                <a:gd name="connsiteY19" fmla="*/ 291925 h 519126"/>
                <a:gd name="connsiteX20" fmla="*/ 574719 w 597604"/>
                <a:gd name="connsiteY20" fmla="*/ 288157 h 519126"/>
                <a:gd name="connsiteX21" fmla="*/ 581787 w 597604"/>
                <a:gd name="connsiteY21" fmla="*/ 284692 h 519126"/>
                <a:gd name="connsiteX22" fmla="*/ 585724 w 597604"/>
                <a:gd name="connsiteY22" fmla="*/ 283549 h 519126"/>
                <a:gd name="connsiteX23" fmla="*/ 589191 w 597604"/>
                <a:gd name="connsiteY23" fmla="*/ 282102 h 519126"/>
                <a:gd name="connsiteX24" fmla="*/ 595854 w 597604"/>
                <a:gd name="connsiteY24" fmla="*/ 277460 h 519126"/>
                <a:gd name="connsiteX25" fmla="*/ 597604 w 597604"/>
                <a:gd name="connsiteY25" fmla="*/ 273389 h 519126"/>
                <a:gd name="connsiteX26" fmla="*/ 594407 w 597604"/>
                <a:gd name="connsiteY26" fmla="*/ 270934 h 519126"/>
                <a:gd name="connsiteX27" fmla="*/ 589763 w 597604"/>
                <a:gd name="connsiteY27" fmla="*/ 269622 h 519126"/>
                <a:gd name="connsiteX28" fmla="*/ 588316 w 597604"/>
                <a:gd name="connsiteY28" fmla="*/ 269622 h 519126"/>
                <a:gd name="connsiteX29" fmla="*/ 588316 w 597604"/>
                <a:gd name="connsiteY29" fmla="*/ 267301 h 519126"/>
                <a:gd name="connsiteX30" fmla="*/ 590066 w 597604"/>
                <a:gd name="connsiteY30" fmla="*/ 263836 h 519126"/>
                <a:gd name="connsiteX31" fmla="*/ 594138 w 597604"/>
                <a:gd name="connsiteY31" fmla="*/ 260943 h 519126"/>
                <a:gd name="connsiteX32" fmla="*/ 595282 w 597604"/>
                <a:gd name="connsiteY32" fmla="*/ 260943 h 519126"/>
                <a:gd name="connsiteX33" fmla="*/ 597604 w 597604"/>
                <a:gd name="connsiteY33" fmla="*/ 257478 h 519126"/>
                <a:gd name="connsiteX34" fmla="*/ 595854 w 597604"/>
                <a:gd name="connsiteY34" fmla="*/ 253138 h 519126"/>
                <a:gd name="connsiteX35" fmla="*/ 591513 w 597604"/>
                <a:gd name="connsiteY35" fmla="*/ 249371 h 519126"/>
                <a:gd name="connsiteX36" fmla="*/ 588046 w 597604"/>
                <a:gd name="connsiteY36" fmla="*/ 245031 h 519126"/>
                <a:gd name="connsiteX37" fmla="*/ 588619 w 597604"/>
                <a:gd name="connsiteY37" fmla="*/ 240254 h 519126"/>
                <a:gd name="connsiteX38" fmla="*/ 582224 w 597604"/>
                <a:gd name="connsiteY38" fmla="*/ 236621 h 519126"/>
                <a:gd name="connsiteX39" fmla="*/ 577883 w 597604"/>
                <a:gd name="connsiteY39" fmla="*/ 236621 h 519126"/>
                <a:gd name="connsiteX40" fmla="*/ 570882 w 597604"/>
                <a:gd name="connsiteY40" fmla="*/ 238371 h 519126"/>
                <a:gd name="connsiteX41" fmla="*/ 568325 w 597604"/>
                <a:gd name="connsiteY41" fmla="*/ 238942 h 519126"/>
                <a:gd name="connsiteX42" fmla="*/ 566003 w 597604"/>
                <a:gd name="connsiteY42" fmla="*/ 242138 h 519126"/>
                <a:gd name="connsiteX43" fmla="*/ 563681 w 597604"/>
                <a:gd name="connsiteY43" fmla="*/ 244459 h 519126"/>
                <a:gd name="connsiteX44" fmla="*/ 559777 w 597604"/>
                <a:gd name="connsiteY44" fmla="*/ 245031 h 519126"/>
                <a:gd name="connsiteX45" fmla="*/ 557892 w 597604"/>
                <a:gd name="connsiteY45" fmla="*/ 242710 h 519126"/>
                <a:gd name="connsiteX46" fmla="*/ 557892 w 597604"/>
                <a:gd name="connsiteY46" fmla="*/ 240961 h 519126"/>
                <a:gd name="connsiteX47" fmla="*/ 554998 w 597604"/>
                <a:gd name="connsiteY47" fmla="*/ 241264 h 519126"/>
                <a:gd name="connsiteX48" fmla="*/ 552103 w 597604"/>
                <a:gd name="connsiteY48" fmla="*/ 242138 h 519126"/>
                <a:gd name="connsiteX49" fmla="*/ 547459 w 597604"/>
                <a:gd name="connsiteY49" fmla="*/ 245334 h 519126"/>
                <a:gd name="connsiteX50" fmla="*/ 540796 w 597604"/>
                <a:gd name="connsiteY50" fmla="*/ 247083 h 519126"/>
                <a:gd name="connsiteX51" fmla="*/ 539045 w 597604"/>
                <a:gd name="connsiteY51" fmla="*/ 247655 h 519126"/>
                <a:gd name="connsiteX52" fmla="*/ 532685 w 597604"/>
                <a:gd name="connsiteY52" fmla="*/ 248799 h 519126"/>
                <a:gd name="connsiteX53" fmla="*/ 524843 w 597604"/>
                <a:gd name="connsiteY53" fmla="*/ 250245 h 519126"/>
                <a:gd name="connsiteX54" fmla="*/ 524843 w 597604"/>
                <a:gd name="connsiteY54" fmla="*/ 246175 h 519126"/>
                <a:gd name="connsiteX55" fmla="*/ 527435 w 597604"/>
                <a:gd name="connsiteY55" fmla="*/ 243282 h 519126"/>
                <a:gd name="connsiteX56" fmla="*/ 530632 w 597604"/>
                <a:gd name="connsiteY56" fmla="*/ 240692 h 519126"/>
                <a:gd name="connsiteX57" fmla="*/ 534704 w 597604"/>
                <a:gd name="connsiteY57" fmla="*/ 236621 h 519126"/>
                <a:gd name="connsiteX58" fmla="*/ 540796 w 597604"/>
                <a:gd name="connsiteY58" fmla="*/ 231104 h 519126"/>
                <a:gd name="connsiteX59" fmla="*/ 541940 w 597604"/>
                <a:gd name="connsiteY59" fmla="*/ 228783 h 519126"/>
                <a:gd name="connsiteX60" fmla="*/ 543690 w 597604"/>
                <a:gd name="connsiteY60" fmla="*/ 226193 h 519126"/>
                <a:gd name="connsiteX61" fmla="*/ 545440 w 597604"/>
                <a:gd name="connsiteY61" fmla="*/ 224746 h 519126"/>
                <a:gd name="connsiteX62" fmla="*/ 550353 w 597604"/>
                <a:gd name="connsiteY62" fmla="*/ 222997 h 519126"/>
                <a:gd name="connsiteX63" fmla="*/ 553248 w 597604"/>
                <a:gd name="connsiteY63" fmla="*/ 221820 h 519126"/>
                <a:gd name="connsiteX64" fmla="*/ 554695 w 597604"/>
                <a:gd name="connsiteY64" fmla="*/ 220373 h 519126"/>
                <a:gd name="connsiteX65" fmla="*/ 554964 w 597604"/>
                <a:gd name="connsiteY65" fmla="*/ 216303 h 519126"/>
                <a:gd name="connsiteX66" fmla="*/ 556411 w 597604"/>
                <a:gd name="connsiteY66" fmla="*/ 211963 h 519126"/>
                <a:gd name="connsiteX67" fmla="*/ 559036 w 597604"/>
                <a:gd name="connsiteY67" fmla="*/ 208499 h 519126"/>
                <a:gd name="connsiteX68" fmla="*/ 561224 w 597604"/>
                <a:gd name="connsiteY68" fmla="*/ 207052 h 519126"/>
                <a:gd name="connsiteX69" fmla="*/ 565733 w 597604"/>
                <a:gd name="connsiteY69" fmla="*/ 207052 h 519126"/>
                <a:gd name="connsiteX70" fmla="*/ 568931 w 597604"/>
                <a:gd name="connsiteY70" fmla="*/ 207052 h 519126"/>
                <a:gd name="connsiteX71" fmla="*/ 573844 w 597604"/>
                <a:gd name="connsiteY71" fmla="*/ 204428 h 519126"/>
                <a:gd name="connsiteX72" fmla="*/ 576469 w 597604"/>
                <a:gd name="connsiteY72" fmla="*/ 202982 h 519126"/>
                <a:gd name="connsiteX73" fmla="*/ 580508 w 597604"/>
                <a:gd name="connsiteY73" fmla="*/ 200661 h 519126"/>
                <a:gd name="connsiteX74" fmla="*/ 585724 w 597604"/>
                <a:gd name="connsiteY74" fmla="*/ 198339 h 519126"/>
                <a:gd name="connsiteX75" fmla="*/ 587441 w 597604"/>
                <a:gd name="connsiteY75" fmla="*/ 196018 h 519126"/>
                <a:gd name="connsiteX76" fmla="*/ 588619 w 597604"/>
                <a:gd name="connsiteY76" fmla="*/ 192822 h 519126"/>
                <a:gd name="connsiteX77" fmla="*/ 588922 w 597604"/>
                <a:gd name="connsiteY77" fmla="*/ 187036 h 519126"/>
                <a:gd name="connsiteX78" fmla="*/ 589224 w 597604"/>
                <a:gd name="connsiteY78" fmla="*/ 181250 h 519126"/>
                <a:gd name="connsiteX79" fmla="*/ 586902 w 597604"/>
                <a:gd name="connsiteY79" fmla="*/ 178055 h 519126"/>
                <a:gd name="connsiteX80" fmla="*/ 582561 w 597604"/>
                <a:gd name="connsiteY80" fmla="*/ 172538 h 519126"/>
                <a:gd name="connsiteX81" fmla="*/ 579969 w 597604"/>
                <a:gd name="connsiteY81" fmla="*/ 170519 h 519126"/>
                <a:gd name="connsiteX82" fmla="*/ 577344 w 597604"/>
                <a:gd name="connsiteY82" fmla="*/ 166180 h 519126"/>
                <a:gd name="connsiteX83" fmla="*/ 575594 w 597604"/>
                <a:gd name="connsiteY83" fmla="*/ 160966 h 519126"/>
                <a:gd name="connsiteX84" fmla="*/ 575897 w 597604"/>
                <a:gd name="connsiteY84" fmla="*/ 154877 h 519126"/>
                <a:gd name="connsiteX85" fmla="*/ 576166 w 597604"/>
                <a:gd name="connsiteY85" fmla="*/ 149966 h 519126"/>
                <a:gd name="connsiteX86" fmla="*/ 573844 w 597604"/>
                <a:gd name="connsiteY86" fmla="*/ 146501 h 519126"/>
                <a:gd name="connsiteX87" fmla="*/ 575291 w 597604"/>
                <a:gd name="connsiteY87" fmla="*/ 142733 h 519126"/>
                <a:gd name="connsiteX88" fmla="*/ 575864 w 597604"/>
                <a:gd name="connsiteY88" fmla="*/ 141589 h 519126"/>
                <a:gd name="connsiteX89" fmla="*/ 577613 w 597604"/>
                <a:gd name="connsiteY89" fmla="*/ 137822 h 519126"/>
                <a:gd name="connsiteX90" fmla="*/ 575594 w 597604"/>
                <a:gd name="connsiteY90" fmla="*/ 131464 h 519126"/>
                <a:gd name="connsiteX91" fmla="*/ 574450 w 597604"/>
                <a:gd name="connsiteY91" fmla="*/ 128268 h 519126"/>
                <a:gd name="connsiteX92" fmla="*/ 577344 w 597604"/>
                <a:gd name="connsiteY92" fmla="*/ 123626 h 519126"/>
                <a:gd name="connsiteX93" fmla="*/ 579094 w 597604"/>
                <a:gd name="connsiteY93" fmla="*/ 119286 h 519126"/>
                <a:gd name="connsiteX94" fmla="*/ 577950 w 597604"/>
                <a:gd name="connsiteY94" fmla="*/ 114947 h 519126"/>
                <a:gd name="connsiteX95" fmla="*/ 577378 w 597604"/>
                <a:gd name="connsiteY95" fmla="*/ 113769 h 519126"/>
                <a:gd name="connsiteX96" fmla="*/ 572734 w 597604"/>
                <a:gd name="connsiteY96" fmla="*/ 110002 h 519126"/>
                <a:gd name="connsiteX97" fmla="*/ 571589 w 597604"/>
                <a:gd name="connsiteY97" fmla="*/ 105359 h 519126"/>
                <a:gd name="connsiteX98" fmla="*/ 570714 w 597604"/>
                <a:gd name="connsiteY98" fmla="*/ 98699 h 519126"/>
                <a:gd name="connsiteX99" fmla="*/ 572161 w 597604"/>
                <a:gd name="connsiteY99" fmla="*/ 93485 h 519126"/>
                <a:gd name="connsiteX100" fmla="*/ 571354 w 597604"/>
                <a:gd name="connsiteY100" fmla="*/ 87833 h 519126"/>
                <a:gd name="connsiteX101" fmla="*/ 571354 w 597604"/>
                <a:gd name="connsiteY101" fmla="*/ 87833 h 519126"/>
                <a:gd name="connsiteX102" fmla="*/ 568594 w 597604"/>
                <a:gd name="connsiteY102" fmla="*/ 87530 h 519126"/>
                <a:gd name="connsiteX103" fmla="*/ 567517 w 597604"/>
                <a:gd name="connsiteY103" fmla="*/ 88842 h 519126"/>
                <a:gd name="connsiteX104" fmla="*/ 564690 w 597604"/>
                <a:gd name="connsiteY104" fmla="*/ 88842 h 519126"/>
                <a:gd name="connsiteX105" fmla="*/ 562738 w 597604"/>
                <a:gd name="connsiteY105" fmla="*/ 90154 h 519126"/>
                <a:gd name="connsiteX106" fmla="*/ 560887 w 597604"/>
                <a:gd name="connsiteY106" fmla="*/ 92980 h 519126"/>
                <a:gd name="connsiteX107" fmla="*/ 559474 w 597604"/>
                <a:gd name="connsiteY107" fmla="*/ 94931 h 519126"/>
                <a:gd name="connsiteX108" fmla="*/ 558969 w 597604"/>
                <a:gd name="connsiteY108" fmla="*/ 97656 h 519126"/>
                <a:gd name="connsiteX109" fmla="*/ 558935 w 597604"/>
                <a:gd name="connsiteY109" fmla="*/ 100044 h 519126"/>
                <a:gd name="connsiteX110" fmla="*/ 558935 w 597604"/>
                <a:gd name="connsiteY110" fmla="*/ 101794 h 519126"/>
                <a:gd name="connsiteX111" fmla="*/ 558935 w 597604"/>
                <a:gd name="connsiteY111" fmla="*/ 103543 h 519126"/>
                <a:gd name="connsiteX112" fmla="*/ 558060 w 597604"/>
                <a:gd name="connsiteY112" fmla="*/ 106369 h 519126"/>
                <a:gd name="connsiteX113" fmla="*/ 557286 w 597604"/>
                <a:gd name="connsiteY113" fmla="*/ 107681 h 519126"/>
                <a:gd name="connsiteX114" fmla="*/ 556209 w 597604"/>
                <a:gd name="connsiteY114" fmla="*/ 109430 h 519126"/>
                <a:gd name="connsiteX115" fmla="*/ 555031 w 597604"/>
                <a:gd name="connsiteY115" fmla="*/ 111919 h 519126"/>
                <a:gd name="connsiteX116" fmla="*/ 554998 w 597604"/>
                <a:gd name="connsiteY116" fmla="*/ 113870 h 519126"/>
                <a:gd name="connsiteX117" fmla="*/ 554998 w 597604"/>
                <a:gd name="connsiteY117" fmla="*/ 116898 h 519126"/>
                <a:gd name="connsiteX118" fmla="*/ 553921 w 597604"/>
                <a:gd name="connsiteY118" fmla="*/ 118748 h 519126"/>
                <a:gd name="connsiteX119" fmla="*/ 552406 w 597604"/>
                <a:gd name="connsiteY119" fmla="*/ 119084 h 519126"/>
                <a:gd name="connsiteX120" fmla="*/ 550454 w 597604"/>
                <a:gd name="connsiteY120" fmla="*/ 118983 h 519126"/>
                <a:gd name="connsiteX121" fmla="*/ 548166 w 597604"/>
                <a:gd name="connsiteY121" fmla="*/ 117772 h 519126"/>
                <a:gd name="connsiteX122" fmla="*/ 546651 w 597604"/>
                <a:gd name="connsiteY122" fmla="*/ 117436 h 519126"/>
                <a:gd name="connsiteX123" fmla="*/ 544901 w 597604"/>
                <a:gd name="connsiteY123" fmla="*/ 120161 h 519126"/>
                <a:gd name="connsiteX124" fmla="*/ 540762 w 597604"/>
                <a:gd name="connsiteY124" fmla="*/ 120161 h 519126"/>
                <a:gd name="connsiteX125" fmla="*/ 538036 w 597604"/>
                <a:gd name="connsiteY125" fmla="*/ 119724 h 519126"/>
                <a:gd name="connsiteX126" fmla="*/ 533930 w 597604"/>
                <a:gd name="connsiteY126" fmla="*/ 116696 h 519126"/>
                <a:gd name="connsiteX127" fmla="*/ 530766 w 597604"/>
                <a:gd name="connsiteY127" fmla="*/ 112895 h 519126"/>
                <a:gd name="connsiteX128" fmla="*/ 528141 w 597604"/>
                <a:gd name="connsiteY128" fmla="*/ 111482 h 519126"/>
                <a:gd name="connsiteX129" fmla="*/ 527064 w 597604"/>
                <a:gd name="connsiteY129" fmla="*/ 112121 h 519126"/>
                <a:gd name="connsiteX130" fmla="*/ 525987 w 597604"/>
                <a:gd name="connsiteY130" fmla="*/ 114308 h 519126"/>
                <a:gd name="connsiteX131" fmla="*/ 522958 w 597604"/>
                <a:gd name="connsiteY131" fmla="*/ 116360 h 519126"/>
                <a:gd name="connsiteX132" fmla="*/ 521242 w 597604"/>
                <a:gd name="connsiteY132" fmla="*/ 115821 h 519126"/>
                <a:gd name="connsiteX133" fmla="*/ 519694 w 597604"/>
                <a:gd name="connsiteY133" fmla="*/ 114072 h 519126"/>
                <a:gd name="connsiteX134" fmla="*/ 519694 w 597604"/>
                <a:gd name="connsiteY134" fmla="*/ 110170 h 519126"/>
                <a:gd name="connsiteX135" fmla="*/ 520805 w 597604"/>
                <a:gd name="connsiteY135" fmla="*/ 106907 h 519126"/>
                <a:gd name="connsiteX136" fmla="*/ 521208 w 597604"/>
                <a:gd name="connsiteY136" fmla="*/ 103307 h 519126"/>
                <a:gd name="connsiteX137" fmla="*/ 521107 w 597604"/>
                <a:gd name="connsiteY137" fmla="*/ 100482 h 519126"/>
                <a:gd name="connsiteX138" fmla="*/ 521107 w 597604"/>
                <a:gd name="connsiteY138" fmla="*/ 95267 h 519126"/>
                <a:gd name="connsiteX139" fmla="*/ 521107 w 597604"/>
                <a:gd name="connsiteY139" fmla="*/ 93216 h 519126"/>
                <a:gd name="connsiteX140" fmla="*/ 520434 w 597604"/>
                <a:gd name="connsiteY140" fmla="*/ 91164 h 519126"/>
                <a:gd name="connsiteX141" fmla="*/ 519122 w 597604"/>
                <a:gd name="connsiteY141" fmla="*/ 88977 h 519126"/>
                <a:gd name="connsiteX142" fmla="*/ 516497 w 597604"/>
                <a:gd name="connsiteY142" fmla="*/ 86689 h 519126"/>
                <a:gd name="connsiteX143" fmla="*/ 514208 w 597604"/>
                <a:gd name="connsiteY143" fmla="*/ 87329 h 519126"/>
                <a:gd name="connsiteX144" fmla="*/ 512357 w 597604"/>
                <a:gd name="connsiteY144" fmla="*/ 88102 h 519126"/>
                <a:gd name="connsiteX145" fmla="*/ 510304 w 597604"/>
                <a:gd name="connsiteY145" fmla="*/ 88977 h 519126"/>
                <a:gd name="connsiteX146" fmla="*/ 509968 w 597604"/>
                <a:gd name="connsiteY146" fmla="*/ 89616 h 519126"/>
                <a:gd name="connsiteX147" fmla="*/ 510069 w 597604"/>
                <a:gd name="connsiteY147" fmla="*/ 92005 h 519126"/>
                <a:gd name="connsiteX148" fmla="*/ 510977 w 597604"/>
                <a:gd name="connsiteY148" fmla="*/ 93855 h 519126"/>
                <a:gd name="connsiteX149" fmla="*/ 510944 w 597604"/>
                <a:gd name="connsiteY149" fmla="*/ 95066 h 519126"/>
                <a:gd name="connsiteX150" fmla="*/ 510944 w 597604"/>
                <a:gd name="connsiteY150" fmla="*/ 98430 h 519126"/>
                <a:gd name="connsiteX151" fmla="*/ 510944 w 597604"/>
                <a:gd name="connsiteY151" fmla="*/ 100482 h 519126"/>
                <a:gd name="connsiteX152" fmla="*/ 509631 w 597604"/>
                <a:gd name="connsiteY152" fmla="*/ 101895 h 519126"/>
                <a:gd name="connsiteX153" fmla="*/ 504415 w 597604"/>
                <a:gd name="connsiteY153" fmla="*/ 101356 h 519126"/>
                <a:gd name="connsiteX154" fmla="*/ 502025 w 597604"/>
                <a:gd name="connsiteY154" fmla="*/ 98295 h 519126"/>
                <a:gd name="connsiteX155" fmla="*/ 502362 w 597604"/>
                <a:gd name="connsiteY155" fmla="*/ 92846 h 519126"/>
                <a:gd name="connsiteX156" fmla="*/ 502025 w 597604"/>
                <a:gd name="connsiteY156" fmla="*/ 89482 h 519126"/>
                <a:gd name="connsiteX157" fmla="*/ 502799 w 597604"/>
                <a:gd name="connsiteY157" fmla="*/ 85781 h 519126"/>
                <a:gd name="connsiteX158" fmla="*/ 503641 w 597604"/>
                <a:gd name="connsiteY158" fmla="*/ 81374 h 519126"/>
                <a:gd name="connsiteX159" fmla="*/ 504583 w 597604"/>
                <a:gd name="connsiteY159" fmla="*/ 79928 h 519126"/>
                <a:gd name="connsiteX160" fmla="*/ 505895 w 597604"/>
                <a:gd name="connsiteY160" fmla="*/ 78044 h 519126"/>
                <a:gd name="connsiteX161" fmla="*/ 507780 w 597604"/>
                <a:gd name="connsiteY161" fmla="*/ 76968 h 519126"/>
                <a:gd name="connsiteX162" fmla="*/ 509530 w 597604"/>
                <a:gd name="connsiteY162" fmla="*/ 74781 h 519126"/>
                <a:gd name="connsiteX163" fmla="*/ 510271 w 597604"/>
                <a:gd name="connsiteY163" fmla="*/ 73469 h 519126"/>
                <a:gd name="connsiteX164" fmla="*/ 510977 w 597604"/>
                <a:gd name="connsiteY164" fmla="*/ 68827 h 519126"/>
                <a:gd name="connsiteX165" fmla="*/ 510977 w 597604"/>
                <a:gd name="connsiteY165" fmla="*/ 65496 h 519126"/>
                <a:gd name="connsiteX166" fmla="*/ 510775 w 597604"/>
                <a:gd name="connsiteY166" fmla="*/ 63175 h 519126"/>
                <a:gd name="connsiteX167" fmla="*/ 507511 w 597604"/>
                <a:gd name="connsiteY167" fmla="*/ 60417 h 519126"/>
                <a:gd name="connsiteX168" fmla="*/ 504549 w 597604"/>
                <a:gd name="connsiteY168" fmla="*/ 59408 h 519126"/>
                <a:gd name="connsiteX169" fmla="*/ 501924 w 597604"/>
                <a:gd name="connsiteY169" fmla="*/ 59038 h 519126"/>
                <a:gd name="connsiteX170" fmla="*/ 500107 w 597604"/>
                <a:gd name="connsiteY170" fmla="*/ 61056 h 519126"/>
                <a:gd name="connsiteX171" fmla="*/ 498929 w 597604"/>
                <a:gd name="connsiteY171" fmla="*/ 63579 h 519126"/>
                <a:gd name="connsiteX172" fmla="*/ 498559 w 597604"/>
                <a:gd name="connsiteY172" fmla="*/ 65530 h 519126"/>
                <a:gd name="connsiteX173" fmla="*/ 498559 w 597604"/>
                <a:gd name="connsiteY173" fmla="*/ 67212 h 519126"/>
                <a:gd name="connsiteX174" fmla="*/ 497549 w 597604"/>
                <a:gd name="connsiteY174" fmla="*/ 69903 h 519126"/>
                <a:gd name="connsiteX175" fmla="*/ 496742 w 597604"/>
                <a:gd name="connsiteY175" fmla="*/ 71652 h 519126"/>
                <a:gd name="connsiteX176" fmla="*/ 495362 w 597604"/>
                <a:gd name="connsiteY176" fmla="*/ 73974 h 519126"/>
                <a:gd name="connsiteX177" fmla="*/ 491727 w 597604"/>
                <a:gd name="connsiteY177" fmla="*/ 73604 h 519126"/>
                <a:gd name="connsiteX178" fmla="*/ 487655 w 597604"/>
                <a:gd name="connsiteY178" fmla="*/ 70778 h 519126"/>
                <a:gd name="connsiteX179" fmla="*/ 483583 w 597604"/>
                <a:gd name="connsiteY179" fmla="*/ 66775 h 519126"/>
                <a:gd name="connsiteX180" fmla="*/ 479881 w 597604"/>
                <a:gd name="connsiteY180" fmla="*/ 63142 h 519126"/>
                <a:gd name="connsiteX181" fmla="*/ 478736 w 597604"/>
                <a:gd name="connsiteY181" fmla="*/ 59811 h 519126"/>
                <a:gd name="connsiteX182" fmla="*/ 479376 w 597604"/>
                <a:gd name="connsiteY182" fmla="*/ 57356 h 519126"/>
                <a:gd name="connsiteX183" fmla="*/ 481563 w 597604"/>
                <a:gd name="connsiteY183" fmla="*/ 55270 h 519126"/>
                <a:gd name="connsiteX184" fmla="*/ 483583 w 597604"/>
                <a:gd name="connsiteY184" fmla="*/ 53016 h 519126"/>
                <a:gd name="connsiteX185" fmla="*/ 482640 w 597604"/>
                <a:gd name="connsiteY185" fmla="*/ 49753 h 519126"/>
                <a:gd name="connsiteX186" fmla="*/ 481261 w 597604"/>
                <a:gd name="connsiteY186" fmla="*/ 47869 h 519126"/>
                <a:gd name="connsiteX187" fmla="*/ 478635 w 597604"/>
                <a:gd name="connsiteY187" fmla="*/ 43025 h 519126"/>
                <a:gd name="connsiteX188" fmla="*/ 477256 w 597604"/>
                <a:gd name="connsiteY188" fmla="*/ 38820 h 519126"/>
                <a:gd name="connsiteX189" fmla="*/ 478332 w 597604"/>
                <a:gd name="connsiteY189" fmla="*/ 37643 h 519126"/>
                <a:gd name="connsiteX190" fmla="*/ 479578 w 597604"/>
                <a:gd name="connsiteY190" fmla="*/ 35759 h 519126"/>
                <a:gd name="connsiteX191" fmla="*/ 479578 w 597604"/>
                <a:gd name="connsiteY191" fmla="*/ 33303 h 519126"/>
                <a:gd name="connsiteX192" fmla="*/ 479409 w 597604"/>
                <a:gd name="connsiteY192" fmla="*/ 30175 h 519126"/>
                <a:gd name="connsiteX193" fmla="*/ 477626 w 597604"/>
                <a:gd name="connsiteY193" fmla="*/ 25533 h 519126"/>
                <a:gd name="connsiteX194" fmla="*/ 477626 w 597604"/>
                <a:gd name="connsiteY194" fmla="*/ 23279 h 519126"/>
                <a:gd name="connsiteX195" fmla="*/ 477188 w 597604"/>
                <a:gd name="connsiteY195" fmla="*/ 20453 h 519126"/>
                <a:gd name="connsiteX196" fmla="*/ 475741 w 597604"/>
                <a:gd name="connsiteY196" fmla="*/ 18132 h 519126"/>
                <a:gd name="connsiteX197" fmla="*/ 473991 w 597604"/>
                <a:gd name="connsiteY197" fmla="*/ 16820 h 519126"/>
                <a:gd name="connsiteX198" fmla="*/ 472039 w 597604"/>
                <a:gd name="connsiteY198" fmla="*/ 16753 h 519126"/>
                <a:gd name="connsiteX199" fmla="*/ 469784 w 597604"/>
                <a:gd name="connsiteY199" fmla="*/ 18132 h 519126"/>
                <a:gd name="connsiteX200" fmla="*/ 467529 w 597604"/>
                <a:gd name="connsiteY200" fmla="*/ 19444 h 519126"/>
                <a:gd name="connsiteX201" fmla="*/ 464198 w 597604"/>
                <a:gd name="connsiteY201" fmla="*/ 19242 h 519126"/>
                <a:gd name="connsiteX202" fmla="*/ 461741 w 597604"/>
                <a:gd name="connsiteY202" fmla="*/ 18872 h 519126"/>
                <a:gd name="connsiteX203" fmla="*/ 458409 w 597604"/>
                <a:gd name="connsiteY203" fmla="*/ 17627 h 519126"/>
                <a:gd name="connsiteX204" fmla="*/ 455649 w 597604"/>
                <a:gd name="connsiteY204" fmla="*/ 16618 h 519126"/>
                <a:gd name="connsiteX205" fmla="*/ 452553 w 597604"/>
                <a:gd name="connsiteY205" fmla="*/ 16753 h 519126"/>
                <a:gd name="connsiteX206" fmla="*/ 450096 w 597604"/>
                <a:gd name="connsiteY206" fmla="*/ 18334 h 519126"/>
                <a:gd name="connsiteX207" fmla="*/ 448144 w 597604"/>
                <a:gd name="connsiteY207" fmla="*/ 20352 h 519126"/>
                <a:gd name="connsiteX208" fmla="*/ 445822 w 597604"/>
                <a:gd name="connsiteY208" fmla="*/ 21597 h 519126"/>
                <a:gd name="connsiteX209" fmla="*/ 440740 w 597604"/>
                <a:gd name="connsiteY209" fmla="*/ 21967 h 519126"/>
                <a:gd name="connsiteX210" fmla="*/ 438822 w 597604"/>
                <a:gd name="connsiteY210" fmla="*/ 24019 h 519126"/>
                <a:gd name="connsiteX211" fmla="*/ 437038 w 597604"/>
                <a:gd name="connsiteY211" fmla="*/ 24826 h 519126"/>
                <a:gd name="connsiteX212" fmla="*/ 435995 w 597604"/>
                <a:gd name="connsiteY212" fmla="*/ 26609 h 519126"/>
                <a:gd name="connsiteX213" fmla="*/ 433505 w 597604"/>
                <a:gd name="connsiteY213" fmla="*/ 28392 h 519126"/>
                <a:gd name="connsiteX214" fmla="*/ 432192 w 597604"/>
                <a:gd name="connsiteY214" fmla="*/ 28493 h 519126"/>
                <a:gd name="connsiteX215" fmla="*/ 429365 w 597604"/>
                <a:gd name="connsiteY215" fmla="*/ 27786 h 519126"/>
                <a:gd name="connsiteX216" fmla="*/ 428221 w 597604"/>
                <a:gd name="connsiteY216" fmla="*/ 27618 h 519126"/>
                <a:gd name="connsiteX217" fmla="*/ 426706 w 597604"/>
                <a:gd name="connsiteY217" fmla="*/ 25869 h 519126"/>
                <a:gd name="connsiteX218" fmla="*/ 426000 w 597604"/>
                <a:gd name="connsiteY218" fmla="*/ 24288 h 519126"/>
                <a:gd name="connsiteX219" fmla="*/ 425360 w 597604"/>
                <a:gd name="connsiteY219" fmla="*/ 22370 h 519126"/>
                <a:gd name="connsiteX220" fmla="*/ 425024 w 597604"/>
                <a:gd name="connsiteY220" fmla="*/ 20789 h 519126"/>
                <a:gd name="connsiteX221" fmla="*/ 425663 w 597604"/>
                <a:gd name="connsiteY221" fmla="*/ 18233 h 519126"/>
                <a:gd name="connsiteX222" fmla="*/ 425663 w 597604"/>
                <a:gd name="connsiteY222" fmla="*/ 17459 h 519126"/>
                <a:gd name="connsiteX223" fmla="*/ 425899 w 597604"/>
                <a:gd name="connsiteY223" fmla="*/ 15777 h 519126"/>
                <a:gd name="connsiteX224" fmla="*/ 426235 w 597604"/>
                <a:gd name="connsiteY224" fmla="*/ 13927 h 519126"/>
                <a:gd name="connsiteX225" fmla="*/ 425663 w 597604"/>
                <a:gd name="connsiteY225" fmla="*/ 11269 h 519126"/>
                <a:gd name="connsiteX226" fmla="*/ 425663 w 597604"/>
                <a:gd name="connsiteY226" fmla="*/ 8982 h 519126"/>
                <a:gd name="connsiteX227" fmla="*/ 424990 w 597604"/>
                <a:gd name="connsiteY227" fmla="*/ 6963 h 519126"/>
                <a:gd name="connsiteX228" fmla="*/ 424317 w 597604"/>
                <a:gd name="connsiteY228" fmla="*/ 4844 h 519126"/>
                <a:gd name="connsiteX229" fmla="*/ 422971 w 597604"/>
                <a:gd name="connsiteY229" fmla="*/ 3768 h 519126"/>
                <a:gd name="connsiteX230" fmla="*/ 420918 w 597604"/>
                <a:gd name="connsiteY230" fmla="*/ 3061 h 519126"/>
                <a:gd name="connsiteX231" fmla="*/ 418360 w 597604"/>
                <a:gd name="connsiteY231" fmla="*/ 3162 h 519126"/>
                <a:gd name="connsiteX232" fmla="*/ 417048 w 597604"/>
                <a:gd name="connsiteY232" fmla="*/ 3667 h 519126"/>
                <a:gd name="connsiteX233" fmla="*/ 415264 w 597604"/>
                <a:gd name="connsiteY233" fmla="*/ 5147 h 519126"/>
                <a:gd name="connsiteX234" fmla="*/ 413110 w 597604"/>
                <a:gd name="connsiteY234" fmla="*/ 6795 h 519126"/>
                <a:gd name="connsiteX235" fmla="*/ 407456 w 597604"/>
                <a:gd name="connsiteY235" fmla="*/ 5214 h 519126"/>
                <a:gd name="connsiteX236" fmla="*/ 405134 w 597604"/>
                <a:gd name="connsiteY236" fmla="*/ 3768 h 519126"/>
                <a:gd name="connsiteX237" fmla="*/ 403821 w 597604"/>
                <a:gd name="connsiteY237" fmla="*/ 2758 h 519126"/>
                <a:gd name="connsiteX238" fmla="*/ 400927 w 597604"/>
                <a:gd name="connsiteY238" fmla="*/ 875 h 519126"/>
                <a:gd name="connsiteX239" fmla="*/ 398739 w 597604"/>
                <a:gd name="connsiteY239" fmla="*/ 0 h 519126"/>
                <a:gd name="connsiteX240" fmla="*/ 396821 w 597604"/>
                <a:gd name="connsiteY240" fmla="*/ 0 h 519126"/>
                <a:gd name="connsiteX241" fmla="*/ 394364 w 597604"/>
                <a:gd name="connsiteY241" fmla="*/ 1884 h 519126"/>
                <a:gd name="connsiteX242" fmla="*/ 392782 w 597604"/>
                <a:gd name="connsiteY242" fmla="*/ 4642 h 519126"/>
                <a:gd name="connsiteX243" fmla="*/ 389148 w 597604"/>
                <a:gd name="connsiteY243" fmla="*/ 7670 h 519126"/>
                <a:gd name="connsiteX244" fmla="*/ 386691 w 597604"/>
                <a:gd name="connsiteY244" fmla="*/ 8679 h 519126"/>
                <a:gd name="connsiteX245" fmla="*/ 386119 w 597604"/>
                <a:gd name="connsiteY245" fmla="*/ 11303 h 519126"/>
                <a:gd name="connsiteX246" fmla="*/ 385244 w 597604"/>
                <a:gd name="connsiteY246" fmla="*/ 16080 h 519126"/>
                <a:gd name="connsiteX247" fmla="*/ 385816 w 597604"/>
                <a:gd name="connsiteY247" fmla="*/ 19982 h 519126"/>
                <a:gd name="connsiteX248" fmla="*/ 385816 w 597604"/>
                <a:gd name="connsiteY248" fmla="*/ 21866 h 519126"/>
                <a:gd name="connsiteX249" fmla="*/ 387196 w 597604"/>
                <a:gd name="connsiteY249" fmla="*/ 24456 h 519126"/>
                <a:gd name="connsiteX250" fmla="*/ 391033 w 597604"/>
                <a:gd name="connsiteY250" fmla="*/ 25331 h 519126"/>
                <a:gd name="connsiteX251" fmla="*/ 392782 w 597604"/>
                <a:gd name="connsiteY251" fmla="*/ 28661 h 519126"/>
                <a:gd name="connsiteX252" fmla="*/ 392782 w 597604"/>
                <a:gd name="connsiteY252" fmla="*/ 32126 h 519126"/>
                <a:gd name="connsiteX253" fmla="*/ 392782 w 597604"/>
                <a:gd name="connsiteY253" fmla="*/ 34312 h 519126"/>
                <a:gd name="connsiteX254" fmla="*/ 391706 w 597604"/>
                <a:gd name="connsiteY254" fmla="*/ 36499 h 519126"/>
                <a:gd name="connsiteX255" fmla="*/ 389585 w 597604"/>
                <a:gd name="connsiteY255" fmla="*/ 38517 h 519126"/>
                <a:gd name="connsiteX256" fmla="*/ 387129 w 597604"/>
                <a:gd name="connsiteY256" fmla="*/ 39829 h 519126"/>
                <a:gd name="connsiteX257" fmla="*/ 384672 w 597604"/>
                <a:gd name="connsiteY257" fmla="*/ 40704 h 519126"/>
                <a:gd name="connsiteX258" fmla="*/ 382215 w 597604"/>
                <a:gd name="connsiteY258" fmla="*/ 41713 h 519126"/>
                <a:gd name="connsiteX259" fmla="*/ 380465 w 597604"/>
                <a:gd name="connsiteY259" fmla="*/ 43160 h 519126"/>
                <a:gd name="connsiteX260" fmla="*/ 379152 w 597604"/>
                <a:gd name="connsiteY260" fmla="*/ 44741 h 519126"/>
                <a:gd name="connsiteX261" fmla="*/ 377133 w 597604"/>
                <a:gd name="connsiteY261" fmla="*/ 47634 h 519126"/>
                <a:gd name="connsiteX262" fmla="*/ 375551 w 597604"/>
                <a:gd name="connsiteY262" fmla="*/ 49652 h 519126"/>
                <a:gd name="connsiteX263" fmla="*/ 373229 w 597604"/>
                <a:gd name="connsiteY263" fmla="*/ 49787 h 519126"/>
                <a:gd name="connsiteX264" fmla="*/ 371917 w 597604"/>
                <a:gd name="connsiteY264" fmla="*/ 49349 h 519126"/>
                <a:gd name="connsiteX265" fmla="*/ 370469 w 597604"/>
                <a:gd name="connsiteY265" fmla="*/ 45279 h 519126"/>
                <a:gd name="connsiteX266" fmla="*/ 370469 w 597604"/>
                <a:gd name="connsiteY266" fmla="*/ 41949 h 519126"/>
                <a:gd name="connsiteX267" fmla="*/ 367272 w 597604"/>
                <a:gd name="connsiteY267" fmla="*/ 37172 h 519126"/>
                <a:gd name="connsiteX268" fmla="*/ 362359 w 597604"/>
                <a:gd name="connsiteY268" fmla="*/ 36432 h 519126"/>
                <a:gd name="connsiteX269" fmla="*/ 357580 w 597604"/>
                <a:gd name="connsiteY269" fmla="*/ 36432 h 519126"/>
                <a:gd name="connsiteX270" fmla="*/ 353810 w 597604"/>
                <a:gd name="connsiteY270" fmla="*/ 37676 h 519126"/>
                <a:gd name="connsiteX271" fmla="*/ 349402 w 597604"/>
                <a:gd name="connsiteY271" fmla="*/ 39056 h 519126"/>
                <a:gd name="connsiteX272" fmla="*/ 348392 w 597604"/>
                <a:gd name="connsiteY272" fmla="*/ 39493 h 519126"/>
                <a:gd name="connsiteX273" fmla="*/ 347753 w 597604"/>
                <a:gd name="connsiteY273" fmla="*/ 41074 h 519126"/>
                <a:gd name="connsiteX274" fmla="*/ 347181 w 597604"/>
                <a:gd name="connsiteY274" fmla="*/ 43597 h 519126"/>
                <a:gd name="connsiteX275" fmla="*/ 346306 w 597604"/>
                <a:gd name="connsiteY275" fmla="*/ 46793 h 519126"/>
                <a:gd name="connsiteX276" fmla="*/ 344926 w 597604"/>
                <a:gd name="connsiteY276" fmla="*/ 48407 h 519126"/>
                <a:gd name="connsiteX277" fmla="*/ 343277 w 597604"/>
                <a:gd name="connsiteY277" fmla="*/ 47533 h 519126"/>
                <a:gd name="connsiteX278" fmla="*/ 339642 w 597604"/>
                <a:gd name="connsiteY278" fmla="*/ 45851 h 519126"/>
                <a:gd name="connsiteX279" fmla="*/ 337690 w 597604"/>
                <a:gd name="connsiteY279" fmla="*/ 45414 h 519126"/>
                <a:gd name="connsiteX280" fmla="*/ 335940 w 597604"/>
                <a:gd name="connsiteY280" fmla="*/ 45986 h 519126"/>
                <a:gd name="connsiteX281" fmla="*/ 333853 w 597604"/>
                <a:gd name="connsiteY281" fmla="*/ 47230 h 519126"/>
                <a:gd name="connsiteX282" fmla="*/ 330387 w 597604"/>
                <a:gd name="connsiteY282" fmla="*/ 49417 h 519126"/>
                <a:gd name="connsiteX283" fmla="*/ 327796 w 597604"/>
                <a:gd name="connsiteY283" fmla="*/ 53117 h 519126"/>
                <a:gd name="connsiteX284" fmla="*/ 329512 w 597604"/>
                <a:gd name="connsiteY284" fmla="*/ 55068 h 519126"/>
                <a:gd name="connsiteX285" fmla="*/ 333147 w 597604"/>
                <a:gd name="connsiteY285" fmla="*/ 58903 h 519126"/>
                <a:gd name="connsiteX286" fmla="*/ 333954 w 597604"/>
                <a:gd name="connsiteY286" fmla="*/ 61729 h 519126"/>
                <a:gd name="connsiteX287" fmla="*/ 333584 w 597604"/>
                <a:gd name="connsiteY287" fmla="*/ 65059 h 519126"/>
                <a:gd name="connsiteX288" fmla="*/ 332204 w 597604"/>
                <a:gd name="connsiteY288" fmla="*/ 66741 h 519126"/>
                <a:gd name="connsiteX289" fmla="*/ 330050 w 597604"/>
                <a:gd name="connsiteY289" fmla="*/ 69264 h 519126"/>
                <a:gd name="connsiteX290" fmla="*/ 326853 w 597604"/>
                <a:gd name="connsiteY290" fmla="*/ 69062 h 519126"/>
                <a:gd name="connsiteX291" fmla="*/ 324094 w 597604"/>
                <a:gd name="connsiteY291" fmla="*/ 67178 h 519126"/>
                <a:gd name="connsiteX292" fmla="*/ 322209 w 597604"/>
                <a:gd name="connsiteY292" fmla="*/ 66236 h 519126"/>
                <a:gd name="connsiteX293" fmla="*/ 320829 w 597604"/>
                <a:gd name="connsiteY293" fmla="*/ 65597 h 519126"/>
                <a:gd name="connsiteX294" fmla="*/ 319887 w 597604"/>
                <a:gd name="connsiteY294" fmla="*/ 66539 h 519126"/>
                <a:gd name="connsiteX295" fmla="*/ 320391 w 597604"/>
                <a:gd name="connsiteY295" fmla="*/ 68793 h 519126"/>
                <a:gd name="connsiteX296" fmla="*/ 320694 w 597604"/>
                <a:gd name="connsiteY296" fmla="*/ 70744 h 519126"/>
                <a:gd name="connsiteX297" fmla="*/ 321805 w 597604"/>
                <a:gd name="connsiteY297" fmla="*/ 72998 h 519126"/>
                <a:gd name="connsiteX298" fmla="*/ 321704 w 597604"/>
                <a:gd name="connsiteY298" fmla="*/ 75387 h 519126"/>
                <a:gd name="connsiteX299" fmla="*/ 321704 w 597604"/>
                <a:gd name="connsiteY299" fmla="*/ 77203 h 519126"/>
                <a:gd name="connsiteX300" fmla="*/ 321603 w 597604"/>
                <a:gd name="connsiteY300" fmla="*/ 79154 h 519126"/>
                <a:gd name="connsiteX301" fmla="*/ 321603 w 597604"/>
                <a:gd name="connsiteY301" fmla="*/ 80971 h 519126"/>
                <a:gd name="connsiteX302" fmla="*/ 320291 w 597604"/>
                <a:gd name="connsiteY302" fmla="*/ 83729 h 519126"/>
                <a:gd name="connsiteX303" fmla="*/ 318642 w 597604"/>
                <a:gd name="connsiteY303" fmla="*/ 85478 h 519126"/>
                <a:gd name="connsiteX304" fmla="*/ 316622 w 597604"/>
                <a:gd name="connsiteY304" fmla="*/ 84604 h 519126"/>
                <a:gd name="connsiteX305" fmla="*/ 316050 w 597604"/>
                <a:gd name="connsiteY305" fmla="*/ 83292 h 519126"/>
                <a:gd name="connsiteX306" fmla="*/ 314603 w 597604"/>
                <a:gd name="connsiteY306" fmla="*/ 79659 h 519126"/>
                <a:gd name="connsiteX307" fmla="*/ 314031 w 597604"/>
                <a:gd name="connsiteY307" fmla="*/ 79087 h 519126"/>
                <a:gd name="connsiteX308" fmla="*/ 310766 w 597604"/>
                <a:gd name="connsiteY308" fmla="*/ 78649 h 519126"/>
                <a:gd name="connsiteX309" fmla="*/ 307939 w 597604"/>
                <a:gd name="connsiteY309" fmla="*/ 78448 h 519126"/>
                <a:gd name="connsiteX310" fmla="*/ 306290 w 597604"/>
                <a:gd name="connsiteY310" fmla="*/ 76127 h 519126"/>
                <a:gd name="connsiteX311" fmla="*/ 306156 w 597604"/>
                <a:gd name="connsiteY311" fmla="*/ 74445 h 519126"/>
                <a:gd name="connsiteX312" fmla="*/ 306526 w 597604"/>
                <a:gd name="connsiteY312" fmla="*/ 73133 h 519126"/>
                <a:gd name="connsiteX313" fmla="*/ 306829 w 597604"/>
                <a:gd name="connsiteY313" fmla="*/ 71989 h 519126"/>
                <a:gd name="connsiteX314" fmla="*/ 307535 w 597604"/>
                <a:gd name="connsiteY314" fmla="*/ 70542 h 519126"/>
                <a:gd name="connsiteX315" fmla="*/ 307973 w 597604"/>
                <a:gd name="connsiteY315" fmla="*/ 69668 h 519126"/>
                <a:gd name="connsiteX316" fmla="*/ 309218 w 597604"/>
                <a:gd name="connsiteY316" fmla="*/ 67717 h 519126"/>
                <a:gd name="connsiteX317" fmla="*/ 310161 w 597604"/>
                <a:gd name="connsiteY317" fmla="*/ 66707 h 519126"/>
                <a:gd name="connsiteX318" fmla="*/ 311036 w 597604"/>
                <a:gd name="connsiteY318" fmla="*/ 65631 h 519126"/>
                <a:gd name="connsiteX319" fmla="*/ 311473 w 597604"/>
                <a:gd name="connsiteY319" fmla="*/ 64252 h 519126"/>
                <a:gd name="connsiteX320" fmla="*/ 311911 w 597604"/>
                <a:gd name="connsiteY320" fmla="*/ 63310 h 519126"/>
                <a:gd name="connsiteX321" fmla="*/ 312415 w 597604"/>
                <a:gd name="connsiteY321" fmla="*/ 62233 h 519126"/>
                <a:gd name="connsiteX322" fmla="*/ 312920 w 597604"/>
                <a:gd name="connsiteY322" fmla="*/ 59980 h 519126"/>
                <a:gd name="connsiteX323" fmla="*/ 312920 w 597604"/>
                <a:gd name="connsiteY323" fmla="*/ 58903 h 519126"/>
                <a:gd name="connsiteX324" fmla="*/ 312718 w 597604"/>
                <a:gd name="connsiteY324" fmla="*/ 56885 h 519126"/>
                <a:gd name="connsiteX325" fmla="*/ 313391 w 597604"/>
                <a:gd name="connsiteY325" fmla="*/ 54934 h 519126"/>
                <a:gd name="connsiteX326" fmla="*/ 311439 w 597604"/>
                <a:gd name="connsiteY326" fmla="*/ 54227 h 519126"/>
                <a:gd name="connsiteX327" fmla="*/ 310632 w 597604"/>
                <a:gd name="connsiteY327" fmla="*/ 54093 h 519126"/>
                <a:gd name="connsiteX328" fmla="*/ 308949 w 597604"/>
                <a:gd name="connsiteY328" fmla="*/ 53958 h 519126"/>
                <a:gd name="connsiteX329" fmla="*/ 305886 w 597604"/>
                <a:gd name="connsiteY329" fmla="*/ 51940 h 519126"/>
                <a:gd name="connsiteX330" fmla="*/ 304742 w 597604"/>
                <a:gd name="connsiteY330" fmla="*/ 49989 h 519126"/>
                <a:gd name="connsiteX331" fmla="*/ 302285 w 597604"/>
                <a:gd name="connsiteY331" fmla="*/ 49114 h 519126"/>
                <a:gd name="connsiteX332" fmla="*/ 301141 w 597604"/>
                <a:gd name="connsiteY332" fmla="*/ 47297 h 519126"/>
                <a:gd name="connsiteX333" fmla="*/ 300232 w 597604"/>
                <a:gd name="connsiteY333" fmla="*/ 46793 h 519126"/>
                <a:gd name="connsiteX334" fmla="*/ 298886 w 597604"/>
                <a:gd name="connsiteY334" fmla="*/ 43160 h 519126"/>
                <a:gd name="connsiteX335" fmla="*/ 297204 w 597604"/>
                <a:gd name="connsiteY335" fmla="*/ 41579 h 519126"/>
                <a:gd name="connsiteX336" fmla="*/ 295958 w 597604"/>
                <a:gd name="connsiteY336" fmla="*/ 40569 h 519126"/>
                <a:gd name="connsiteX337" fmla="*/ 294949 w 597604"/>
                <a:gd name="connsiteY337" fmla="*/ 39325 h 519126"/>
                <a:gd name="connsiteX338" fmla="*/ 292929 w 597604"/>
                <a:gd name="connsiteY338" fmla="*/ 38316 h 519126"/>
                <a:gd name="connsiteX339" fmla="*/ 291920 w 597604"/>
                <a:gd name="connsiteY339" fmla="*/ 38316 h 519126"/>
                <a:gd name="connsiteX340" fmla="*/ 290977 w 597604"/>
                <a:gd name="connsiteY340" fmla="*/ 39829 h 519126"/>
                <a:gd name="connsiteX341" fmla="*/ 290237 w 597604"/>
                <a:gd name="connsiteY341" fmla="*/ 40973 h 519126"/>
                <a:gd name="connsiteX342" fmla="*/ 289968 w 597604"/>
                <a:gd name="connsiteY342" fmla="*/ 43933 h 519126"/>
                <a:gd name="connsiteX343" fmla="*/ 289968 w 597604"/>
                <a:gd name="connsiteY343" fmla="*/ 46187 h 519126"/>
                <a:gd name="connsiteX344" fmla="*/ 291415 w 597604"/>
                <a:gd name="connsiteY344" fmla="*/ 48811 h 519126"/>
                <a:gd name="connsiteX345" fmla="*/ 292795 w 597604"/>
                <a:gd name="connsiteY345" fmla="*/ 50830 h 519126"/>
                <a:gd name="connsiteX346" fmla="*/ 295050 w 597604"/>
                <a:gd name="connsiteY346" fmla="*/ 52646 h 519126"/>
                <a:gd name="connsiteX347" fmla="*/ 296127 w 597604"/>
                <a:gd name="connsiteY347" fmla="*/ 53891 h 519126"/>
                <a:gd name="connsiteX348" fmla="*/ 298449 w 597604"/>
                <a:gd name="connsiteY348" fmla="*/ 55909 h 519126"/>
                <a:gd name="connsiteX349" fmla="*/ 299896 w 597604"/>
                <a:gd name="connsiteY349" fmla="*/ 58735 h 519126"/>
                <a:gd name="connsiteX350" fmla="*/ 300199 w 597604"/>
                <a:gd name="connsiteY350" fmla="*/ 60417 h 519126"/>
                <a:gd name="connsiteX351" fmla="*/ 299627 w 597604"/>
                <a:gd name="connsiteY351" fmla="*/ 62805 h 519126"/>
                <a:gd name="connsiteX352" fmla="*/ 297944 w 597604"/>
                <a:gd name="connsiteY352" fmla="*/ 63747 h 519126"/>
                <a:gd name="connsiteX353" fmla="*/ 297439 w 597604"/>
                <a:gd name="connsiteY353" fmla="*/ 64117 h 519126"/>
                <a:gd name="connsiteX354" fmla="*/ 295117 w 597604"/>
                <a:gd name="connsiteY354" fmla="*/ 65261 h 519126"/>
                <a:gd name="connsiteX355" fmla="*/ 293434 w 597604"/>
                <a:gd name="connsiteY355" fmla="*/ 66405 h 519126"/>
                <a:gd name="connsiteX356" fmla="*/ 292795 w 597604"/>
                <a:gd name="connsiteY356" fmla="*/ 67481 h 519126"/>
                <a:gd name="connsiteX357" fmla="*/ 293165 w 597604"/>
                <a:gd name="connsiteY357" fmla="*/ 68995 h 519126"/>
                <a:gd name="connsiteX358" fmla="*/ 293804 w 597604"/>
                <a:gd name="connsiteY358" fmla="*/ 69432 h 519126"/>
                <a:gd name="connsiteX359" fmla="*/ 294107 w 597604"/>
                <a:gd name="connsiteY359" fmla="*/ 70576 h 519126"/>
                <a:gd name="connsiteX360" fmla="*/ 294107 w 597604"/>
                <a:gd name="connsiteY360" fmla="*/ 71652 h 519126"/>
                <a:gd name="connsiteX361" fmla="*/ 293165 w 597604"/>
                <a:gd name="connsiteY361" fmla="*/ 72729 h 519126"/>
                <a:gd name="connsiteX362" fmla="*/ 292391 w 597604"/>
                <a:gd name="connsiteY362" fmla="*/ 73032 h 519126"/>
                <a:gd name="connsiteX363" fmla="*/ 291213 w 597604"/>
                <a:gd name="connsiteY363" fmla="*/ 73469 h 519126"/>
                <a:gd name="connsiteX364" fmla="*/ 289396 w 597604"/>
                <a:gd name="connsiteY364" fmla="*/ 71585 h 519126"/>
                <a:gd name="connsiteX365" fmla="*/ 288386 w 597604"/>
                <a:gd name="connsiteY365" fmla="*/ 70946 h 519126"/>
                <a:gd name="connsiteX366" fmla="*/ 287511 w 597604"/>
                <a:gd name="connsiteY366" fmla="*/ 70374 h 519126"/>
                <a:gd name="connsiteX367" fmla="*/ 286939 w 597604"/>
                <a:gd name="connsiteY367" fmla="*/ 69802 h 519126"/>
                <a:gd name="connsiteX368" fmla="*/ 285694 w 597604"/>
                <a:gd name="connsiteY368" fmla="*/ 69500 h 519126"/>
                <a:gd name="connsiteX369" fmla="*/ 284751 w 597604"/>
                <a:gd name="connsiteY369" fmla="*/ 69634 h 519126"/>
                <a:gd name="connsiteX370" fmla="*/ 283371 w 597604"/>
                <a:gd name="connsiteY370" fmla="*/ 70879 h 519126"/>
                <a:gd name="connsiteX371" fmla="*/ 283573 w 597604"/>
                <a:gd name="connsiteY371" fmla="*/ 72695 h 519126"/>
                <a:gd name="connsiteX372" fmla="*/ 285155 w 597604"/>
                <a:gd name="connsiteY372" fmla="*/ 74276 h 519126"/>
                <a:gd name="connsiteX373" fmla="*/ 284213 w 597604"/>
                <a:gd name="connsiteY373" fmla="*/ 77102 h 519126"/>
                <a:gd name="connsiteX374" fmla="*/ 282799 w 597604"/>
                <a:gd name="connsiteY374" fmla="*/ 78582 h 519126"/>
                <a:gd name="connsiteX375" fmla="*/ 281049 w 597604"/>
                <a:gd name="connsiteY375" fmla="*/ 78347 h 519126"/>
                <a:gd name="connsiteX376" fmla="*/ 279198 w 597604"/>
                <a:gd name="connsiteY376" fmla="*/ 77708 h 519126"/>
                <a:gd name="connsiteX377" fmla="*/ 277583 w 597604"/>
                <a:gd name="connsiteY377" fmla="*/ 76934 h 519126"/>
                <a:gd name="connsiteX378" fmla="*/ 275732 w 597604"/>
                <a:gd name="connsiteY378" fmla="*/ 75319 h 519126"/>
                <a:gd name="connsiteX379" fmla="*/ 274756 w 597604"/>
                <a:gd name="connsiteY379" fmla="*/ 73705 h 519126"/>
                <a:gd name="connsiteX380" fmla="*/ 273982 w 597604"/>
                <a:gd name="connsiteY380" fmla="*/ 72090 h 519126"/>
                <a:gd name="connsiteX381" fmla="*/ 272804 w 597604"/>
                <a:gd name="connsiteY381" fmla="*/ 70879 h 519126"/>
                <a:gd name="connsiteX382" fmla="*/ 270717 w 597604"/>
                <a:gd name="connsiteY382" fmla="*/ 71215 h 519126"/>
                <a:gd name="connsiteX383" fmla="*/ 269641 w 597604"/>
                <a:gd name="connsiteY383" fmla="*/ 68928 h 519126"/>
                <a:gd name="connsiteX384" fmla="*/ 268866 w 597604"/>
                <a:gd name="connsiteY384" fmla="*/ 67077 h 519126"/>
                <a:gd name="connsiteX385" fmla="*/ 266813 w 597604"/>
                <a:gd name="connsiteY385" fmla="*/ 62940 h 519126"/>
                <a:gd name="connsiteX386" fmla="*/ 264188 w 597604"/>
                <a:gd name="connsiteY386" fmla="*/ 61628 h 519126"/>
                <a:gd name="connsiteX387" fmla="*/ 262775 w 597604"/>
                <a:gd name="connsiteY387" fmla="*/ 61830 h 519126"/>
                <a:gd name="connsiteX388" fmla="*/ 261260 w 597604"/>
                <a:gd name="connsiteY388" fmla="*/ 62166 h 519126"/>
                <a:gd name="connsiteX389" fmla="*/ 258534 w 597604"/>
                <a:gd name="connsiteY389" fmla="*/ 61964 h 519126"/>
                <a:gd name="connsiteX390" fmla="*/ 256044 w 597604"/>
                <a:gd name="connsiteY390" fmla="*/ 59475 h 519126"/>
                <a:gd name="connsiteX391" fmla="*/ 253991 w 597604"/>
                <a:gd name="connsiteY391" fmla="*/ 56750 h 519126"/>
                <a:gd name="connsiteX392" fmla="*/ 250525 w 597604"/>
                <a:gd name="connsiteY392" fmla="*/ 53386 h 519126"/>
                <a:gd name="connsiteX393" fmla="*/ 249212 w 597604"/>
                <a:gd name="connsiteY393" fmla="*/ 50560 h 519126"/>
                <a:gd name="connsiteX394" fmla="*/ 248438 w 597604"/>
                <a:gd name="connsiteY394" fmla="*/ 47836 h 519126"/>
                <a:gd name="connsiteX395" fmla="*/ 245948 w 597604"/>
                <a:gd name="connsiteY395" fmla="*/ 46961 h 519126"/>
                <a:gd name="connsiteX396" fmla="*/ 243895 w 597604"/>
                <a:gd name="connsiteY396" fmla="*/ 46961 h 519126"/>
                <a:gd name="connsiteX397" fmla="*/ 241606 w 597604"/>
                <a:gd name="connsiteY397" fmla="*/ 50392 h 519126"/>
                <a:gd name="connsiteX398" fmla="*/ 239553 w 597604"/>
                <a:gd name="connsiteY398" fmla="*/ 52512 h 519126"/>
                <a:gd name="connsiteX399" fmla="*/ 238140 w 597604"/>
                <a:gd name="connsiteY399" fmla="*/ 54799 h 519126"/>
                <a:gd name="connsiteX400" fmla="*/ 238140 w 597604"/>
                <a:gd name="connsiteY400" fmla="*/ 55976 h 519126"/>
                <a:gd name="connsiteX401" fmla="*/ 238577 w 597604"/>
                <a:gd name="connsiteY401" fmla="*/ 62065 h 519126"/>
                <a:gd name="connsiteX402" fmla="*/ 236962 w 597604"/>
                <a:gd name="connsiteY402" fmla="*/ 64891 h 519126"/>
                <a:gd name="connsiteX403" fmla="*/ 235212 w 597604"/>
                <a:gd name="connsiteY403" fmla="*/ 65227 h 519126"/>
                <a:gd name="connsiteX404" fmla="*/ 231611 w 597604"/>
                <a:gd name="connsiteY404" fmla="*/ 65126 h 519126"/>
                <a:gd name="connsiteX405" fmla="*/ 229423 w 597604"/>
                <a:gd name="connsiteY405" fmla="*/ 64252 h 519126"/>
                <a:gd name="connsiteX406" fmla="*/ 226832 w 597604"/>
                <a:gd name="connsiteY406" fmla="*/ 62637 h 519126"/>
                <a:gd name="connsiteX407" fmla="*/ 223668 w 597604"/>
                <a:gd name="connsiteY407" fmla="*/ 62637 h 519126"/>
                <a:gd name="connsiteX408" fmla="*/ 220639 w 597604"/>
                <a:gd name="connsiteY408" fmla="*/ 63613 h 519126"/>
                <a:gd name="connsiteX409" fmla="*/ 219125 w 597604"/>
                <a:gd name="connsiteY409" fmla="*/ 64487 h 519126"/>
                <a:gd name="connsiteX410" fmla="*/ 217610 w 597604"/>
                <a:gd name="connsiteY410" fmla="*/ 65799 h 519126"/>
                <a:gd name="connsiteX411" fmla="*/ 216735 w 597604"/>
                <a:gd name="connsiteY411" fmla="*/ 66438 h 519126"/>
                <a:gd name="connsiteX412" fmla="*/ 215658 w 597604"/>
                <a:gd name="connsiteY412" fmla="*/ 67515 h 519126"/>
                <a:gd name="connsiteX413" fmla="*/ 212932 w 597604"/>
                <a:gd name="connsiteY413" fmla="*/ 70441 h 519126"/>
                <a:gd name="connsiteX414" fmla="*/ 211755 w 597604"/>
                <a:gd name="connsiteY414" fmla="*/ 71417 h 519126"/>
                <a:gd name="connsiteX415" fmla="*/ 210678 w 597604"/>
                <a:gd name="connsiteY415" fmla="*/ 73604 h 519126"/>
                <a:gd name="connsiteX416" fmla="*/ 209365 w 597604"/>
                <a:gd name="connsiteY416" fmla="*/ 75454 h 519126"/>
                <a:gd name="connsiteX417" fmla="*/ 207615 w 597604"/>
                <a:gd name="connsiteY417" fmla="*/ 77405 h 519126"/>
                <a:gd name="connsiteX418" fmla="*/ 207278 w 597604"/>
                <a:gd name="connsiteY418" fmla="*/ 79692 h 519126"/>
                <a:gd name="connsiteX419" fmla="*/ 208793 w 597604"/>
                <a:gd name="connsiteY419" fmla="*/ 81442 h 519126"/>
                <a:gd name="connsiteX420" fmla="*/ 212057 w 597604"/>
                <a:gd name="connsiteY420" fmla="*/ 84368 h 519126"/>
                <a:gd name="connsiteX421" fmla="*/ 212057 w 597604"/>
                <a:gd name="connsiteY421" fmla="*/ 86858 h 519126"/>
                <a:gd name="connsiteX422" fmla="*/ 211048 w 597604"/>
                <a:gd name="connsiteY422" fmla="*/ 92846 h 519126"/>
                <a:gd name="connsiteX423" fmla="*/ 211115 w 597604"/>
                <a:gd name="connsiteY423" fmla="*/ 96176 h 519126"/>
                <a:gd name="connsiteX424" fmla="*/ 210678 w 597604"/>
                <a:gd name="connsiteY424" fmla="*/ 98934 h 519126"/>
                <a:gd name="connsiteX425" fmla="*/ 212495 w 597604"/>
                <a:gd name="connsiteY425" fmla="*/ 100583 h 519126"/>
                <a:gd name="connsiteX426" fmla="*/ 213235 w 597604"/>
                <a:gd name="connsiteY426" fmla="*/ 102063 h 519126"/>
                <a:gd name="connsiteX427" fmla="*/ 215423 w 597604"/>
                <a:gd name="connsiteY427" fmla="*/ 104249 h 519126"/>
                <a:gd name="connsiteX428" fmla="*/ 217442 w 597604"/>
                <a:gd name="connsiteY428" fmla="*/ 102937 h 519126"/>
                <a:gd name="connsiteX429" fmla="*/ 222356 w 597604"/>
                <a:gd name="connsiteY429" fmla="*/ 100852 h 519126"/>
                <a:gd name="connsiteX430" fmla="*/ 226125 w 597604"/>
                <a:gd name="connsiteY430" fmla="*/ 100919 h 519126"/>
                <a:gd name="connsiteX431" fmla="*/ 226832 w 597604"/>
                <a:gd name="connsiteY431" fmla="*/ 100919 h 519126"/>
                <a:gd name="connsiteX432" fmla="*/ 227707 w 597604"/>
                <a:gd name="connsiteY432" fmla="*/ 102298 h 519126"/>
                <a:gd name="connsiteX433" fmla="*/ 229019 w 597604"/>
                <a:gd name="connsiteY433" fmla="*/ 104115 h 519126"/>
                <a:gd name="connsiteX434" fmla="*/ 231779 w 597604"/>
                <a:gd name="connsiteY434" fmla="*/ 107008 h 519126"/>
                <a:gd name="connsiteX435" fmla="*/ 232789 w 597604"/>
                <a:gd name="connsiteY435" fmla="*/ 111078 h 519126"/>
                <a:gd name="connsiteX436" fmla="*/ 233091 w 597604"/>
                <a:gd name="connsiteY436" fmla="*/ 115855 h 519126"/>
                <a:gd name="connsiteX437" fmla="*/ 234236 w 597604"/>
                <a:gd name="connsiteY437" fmla="*/ 118883 h 519126"/>
                <a:gd name="connsiteX438" fmla="*/ 233226 w 597604"/>
                <a:gd name="connsiteY438" fmla="*/ 121069 h 519126"/>
                <a:gd name="connsiteX439" fmla="*/ 232519 w 597604"/>
                <a:gd name="connsiteY439" fmla="*/ 122650 h 519126"/>
                <a:gd name="connsiteX440" fmla="*/ 232654 w 597604"/>
                <a:gd name="connsiteY440" fmla="*/ 125678 h 519126"/>
                <a:gd name="connsiteX441" fmla="*/ 233798 w 597604"/>
                <a:gd name="connsiteY441" fmla="*/ 126990 h 519126"/>
                <a:gd name="connsiteX442" fmla="*/ 236996 w 597604"/>
                <a:gd name="connsiteY442" fmla="*/ 126990 h 519126"/>
                <a:gd name="connsiteX443" fmla="*/ 242952 w 597604"/>
                <a:gd name="connsiteY443" fmla="*/ 126418 h 519126"/>
                <a:gd name="connsiteX444" fmla="*/ 246419 w 597604"/>
                <a:gd name="connsiteY444" fmla="*/ 125543 h 519126"/>
                <a:gd name="connsiteX445" fmla="*/ 248741 w 597604"/>
                <a:gd name="connsiteY445" fmla="*/ 124097 h 519126"/>
                <a:gd name="connsiteX446" fmla="*/ 250760 w 597604"/>
                <a:gd name="connsiteY446" fmla="*/ 122852 h 519126"/>
                <a:gd name="connsiteX447" fmla="*/ 253587 w 597604"/>
                <a:gd name="connsiteY447" fmla="*/ 121843 h 519126"/>
                <a:gd name="connsiteX448" fmla="*/ 254900 w 597604"/>
                <a:gd name="connsiteY448" fmla="*/ 120329 h 519126"/>
                <a:gd name="connsiteX449" fmla="*/ 256414 w 597604"/>
                <a:gd name="connsiteY449" fmla="*/ 120026 h 519126"/>
                <a:gd name="connsiteX450" fmla="*/ 260554 w 597604"/>
                <a:gd name="connsiteY450" fmla="*/ 120026 h 519126"/>
                <a:gd name="connsiteX451" fmla="*/ 261799 w 597604"/>
                <a:gd name="connsiteY451" fmla="*/ 120363 h 519126"/>
                <a:gd name="connsiteX452" fmla="*/ 263414 w 597604"/>
                <a:gd name="connsiteY452" fmla="*/ 121776 h 519126"/>
                <a:gd name="connsiteX453" fmla="*/ 265568 w 597604"/>
                <a:gd name="connsiteY453" fmla="*/ 121776 h 519126"/>
                <a:gd name="connsiteX454" fmla="*/ 268328 w 597604"/>
                <a:gd name="connsiteY454" fmla="*/ 123222 h 519126"/>
                <a:gd name="connsiteX455" fmla="*/ 270616 w 597604"/>
                <a:gd name="connsiteY455" fmla="*/ 124265 h 519126"/>
                <a:gd name="connsiteX456" fmla="*/ 271592 w 597604"/>
                <a:gd name="connsiteY456" fmla="*/ 126182 h 519126"/>
                <a:gd name="connsiteX457" fmla="*/ 271592 w 597604"/>
                <a:gd name="connsiteY457" fmla="*/ 128302 h 519126"/>
                <a:gd name="connsiteX458" fmla="*/ 271121 w 597604"/>
                <a:gd name="connsiteY458" fmla="*/ 130253 h 519126"/>
                <a:gd name="connsiteX459" fmla="*/ 270313 w 597604"/>
                <a:gd name="connsiteY459" fmla="*/ 131127 h 519126"/>
                <a:gd name="connsiteX460" fmla="*/ 269506 w 597604"/>
                <a:gd name="connsiteY460" fmla="*/ 132540 h 519126"/>
                <a:gd name="connsiteX461" fmla="*/ 269506 w 597604"/>
                <a:gd name="connsiteY461" fmla="*/ 134559 h 519126"/>
                <a:gd name="connsiteX462" fmla="*/ 272333 w 597604"/>
                <a:gd name="connsiteY462" fmla="*/ 136611 h 519126"/>
                <a:gd name="connsiteX463" fmla="*/ 273847 w 597604"/>
                <a:gd name="connsiteY463" fmla="*/ 137654 h 519126"/>
                <a:gd name="connsiteX464" fmla="*/ 274520 w 597604"/>
                <a:gd name="connsiteY464" fmla="*/ 140042 h 519126"/>
                <a:gd name="connsiteX465" fmla="*/ 276472 w 597604"/>
                <a:gd name="connsiteY465" fmla="*/ 141791 h 519126"/>
                <a:gd name="connsiteX466" fmla="*/ 276472 w 597604"/>
                <a:gd name="connsiteY466" fmla="*/ 144180 h 519126"/>
                <a:gd name="connsiteX467" fmla="*/ 276169 w 597604"/>
                <a:gd name="connsiteY467" fmla="*/ 147005 h 519126"/>
                <a:gd name="connsiteX468" fmla="*/ 276035 w 597604"/>
                <a:gd name="connsiteY468" fmla="*/ 150268 h 519126"/>
                <a:gd name="connsiteX469" fmla="*/ 275900 w 597604"/>
                <a:gd name="connsiteY469" fmla="*/ 151580 h 519126"/>
                <a:gd name="connsiteX470" fmla="*/ 275597 w 597604"/>
                <a:gd name="connsiteY470" fmla="*/ 153531 h 519126"/>
                <a:gd name="connsiteX471" fmla="*/ 275597 w 597604"/>
                <a:gd name="connsiteY471" fmla="*/ 155920 h 519126"/>
                <a:gd name="connsiteX472" fmla="*/ 274285 w 597604"/>
                <a:gd name="connsiteY472" fmla="*/ 157433 h 519126"/>
                <a:gd name="connsiteX473" fmla="*/ 272535 w 597604"/>
                <a:gd name="connsiteY473" fmla="*/ 160697 h 519126"/>
                <a:gd name="connsiteX474" fmla="*/ 270583 w 597604"/>
                <a:gd name="connsiteY474" fmla="*/ 163186 h 519126"/>
                <a:gd name="connsiteX475" fmla="*/ 266679 w 597604"/>
                <a:gd name="connsiteY475" fmla="*/ 165036 h 519126"/>
                <a:gd name="connsiteX476" fmla="*/ 263212 w 597604"/>
                <a:gd name="connsiteY476" fmla="*/ 163186 h 519126"/>
                <a:gd name="connsiteX477" fmla="*/ 261025 w 597604"/>
                <a:gd name="connsiteY477" fmla="*/ 158745 h 519126"/>
                <a:gd name="connsiteX478" fmla="*/ 255573 w 597604"/>
                <a:gd name="connsiteY478" fmla="*/ 157433 h 519126"/>
                <a:gd name="connsiteX479" fmla="*/ 255573 w 597604"/>
                <a:gd name="connsiteY479" fmla="*/ 158005 h 519126"/>
                <a:gd name="connsiteX480" fmla="*/ 253082 w 597604"/>
                <a:gd name="connsiteY480" fmla="*/ 161336 h 519126"/>
                <a:gd name="connsiteX481" fmla="*/ 250154 w 597604"/>
                <a:gd name="connsiteY481" fmla="*/ 163455 h 519126"/>
                <a:gd name="connsiteX482" fmla="*/ 238846 w 597604"/>
                <a:gd name="connsiteY482" fmla="*/ 162210 h 519126"/>
                <a:gd name="connsiteX483" fmla="*/ 233832 w 597604"/>
                <a:gd name="connsiteY483" fmla="*/ 161773 h 519126"/>
                <a:gd name="connsiteX484" fmla="*/ 224476 w 597604"/>
                <a:gd name="connsiteY484" fmla="*/ 161773 h 519126"/>
                <a:gd name="connsiteX485" fmla="*/ 222524 w 597604"/>
                <a:gd name="connsiteY485" fmla="*/ 164700 h 519126"/>
                <a:gd name="connsiteX486" fmla="*/ 219933 w 597604"/>
                <a:gd name="connsiteY486" fmla="*/ 168737 h 519126"/>
                <a:gd name="connsiteX487" fmla="*/ 211250 w 597604"/>
                <a:gd name="connsiteY487" fmla="*/ 168737 h 519126"/>
                <a:gd name="connsiteX488" fmla="*/ 207110 w 597604"/>
                <a:gd name="connsiteY488" fmla="*/ 168737 h 519126"/>
                <a:gd name="connsiteX489" fmla="*/ 200514 w 597604"/>
                <a:gd name="connsiteY489" fmla="*/ 165272 h 519126"/>
                <a:gd name="connsiteX490" fmla="*/ 197620 w 597604"/>
                <a:gd name="connsiteY490" fmla="*/ 163825 h 519126"/>
                <a:gd name="connsiteX491" fmla="*/ 195870 w 597604"/>
                <a:gd name="connsiteY491" fmla="*/ 159755 h 519126"/>
                <a:gd name="connsiteX492" fmla="*/ 193547 w 597604"/>
                <a:gd name="connsiteY492" fmla="*/ 158005 h 519126"/>
                <a:gd name="connsiteX493" fmla="*/ 190350 w 597604"/>
                <a:gd name="connsiteY493" fmla="*/ 160024 h 519126"/>
                <a:gd name="connsiteX494" fmla="*/ 185437 w 597604"/>
                <a:gd name="connsiteY494" fmla="*/ 160024 h 519126"/>
                <a:gd name="connsiteX495" fmla="*/ 179917 w 597604"/>
                <a:gd name="connsiteY495" fmla="*/ 165238 h 519126"/>
                <a:gd name="connsiteX496" fmla="*/ 175744 w 597604"/>
                <a:gd name="connsiteY496" fmla="*/ 165238 h 519126"/>
                <a:gd name="connsiteX497" fmla="*/ 176013 w 597604"/>
                <a:gd name="connsiteY497" fmla="*/ 166113 h 519126"/>
                <a:gd name="connsiteX498" fmla="*/ 175576 w 597604"/>
                <a:gd name="connsiteY498" fmla="*/ 168703 h 519126"/>
                <a:gd name="connsiteX499" fmla="*/ 175374 w 597604"/>
                <a:gd name="connsiteY499" fmla="*/ 171966 h 519126"/>
                <a:gd name="connsiteX500" fmla="*/ 171773 w 597604"/>
                <a:gd name="connsiteY500" fmla="*/ 175330 h 519126"/>
                <a:gd name="connsiteX501" fmla="*/ 170023 w 597604"/>
                <a:gd name="connsiteY501" fmla="*/ 177819 h 519126"/>
                <a:gd name="connsiteX502" fmla="*/ 167869 w 597604"/>
                <a:gd name="connsiteY502" fmla="*/ 180006 h 519126"/>
                <a:gd name="connsiteX503" fmla="*/ 166893 w 597604"/>
                <a:gd name="connsiteY503" fmla="*/ 183605 h 519126"/>
                <a:gd name="connsiteX504" fmla="*/ 166893 w 597604"/>
                <a:gd name="connsiteY504" fmla="*/ 185220 h 519126"/>
                <a:gd name="connsiteX505" fmla="*/ 168643 w 597604"/>
                <a:gd name="connsiteY505" fmla="*/ 188046 h 519126"/>
                <a:gd name="connsiteX506" fmla="*/ 168643 w 597604"/>
                <a:gd name="connsiteY506" fmla="*/ 190434 h 519126"/>
                <a:gd name="connsiteX507" fmla="*/ 166994 w 597604"/>
                <a:gd name="connsiteY507" fmla="*/ 191948 h 519126"/>
                <a:gd name="connsiteX508" fmla="*/ 165480 w 597604"/>
                <a:gd name="connsiteY508" fmla="*/ 194134 h 519126"/>
                <a:gd name="connsiteX509" fmla="*/ 163528 w 597604"/>
                <a:gd name="connsiteY509" fmla="*/ 196523 h 519126"/>
                <a:gd name="connsiteX510" fmla="*/ 161239 w 597604"/>
                <a:gd name="connsiteY510" fmla="*/ 196523 h 519126"/>
                <a:gd name="connsiteX511" fmla="*/ 157200 w 597604"/>
                <a:gd name="connsiteY511" fmla="*/ 196523 h 519126"/>
                <a:gd name="connsiteX512" fmla="*/ 152085 w 597604"/>
                <a:gd name="connsiteY512" fmla="*/ 196523 h 519126"/>
                <a:gd name="connsiteX513" fmla="*/ 147845 w 597604"/>
                <a:gd name="connsiteY513" fmla="*/ 197162 h 519126"/>
                <a:gd name="connsiteX514" fmla="*/ 143705 w 597604"/>
                <a:gd name="connsiteY514" fmla="*/ 197263 h 519126"/>
                <a:gd name="connsiteX515" fmla="*/ 142090 w 597604"/>
                <a:gd name="connsiteY515" fmla="*/ 197700 h 519126"/>
                <a:gd name="connsiteX516" fmla="*/ 137210 w 597604"/>
                <a:gd name="connsiteY516" fmla="*/ 199752 h 519126"/>
                <a:gd name="connsiteX517" fmla="*/ 133844 w 597604"/>
                <a:gd name="connsiteY517" fmla="*/ 202477 h 519126"/>
                <a:gd name="connsiteX518" fmla="*/ 131657 w 597604"/>
                <a:gd name="connsiteY518" fmla="*/ 205404 h 519126"/>
                <a:gd name="connsiteX519" fmla="*/ 128830 w 597604"/>
                <a:gd name="connsiteY519" fmla="*/ 208566 h 519126"/>
                <a:gd name="connsiteX520" fmla="*/ 126541 w 597604"/>
                <a:gd name="connsiteY520" fmla="*/ 209541 h 519126"/>
                <a:gd name="connsiteX521" fmla="*/ 122301 w 597604"/>
                <a:gd name="connsiteY521" fmla="*/ 206480 h 519126"/>
                <a:gd name="connsiteX522" fmla="*/ 118296 w 597604"/>
                <a:gd name="connsiteY522" fmla="*/ 204731 h 519126"/>
                <a:gd name="connsiteX523" fmla="*/ 112743 w 597604"/>
                <a:gd name="connsiteY523" fmla="*/ 204731 h 519126"/>
                <a:gd name="connsiteX524" fmla="*/ 105137 w 597604"/>
                <a:gd name="connsiteY524" fmla="*/ 205067 h 519126"/>
                <a:gd name="connsiteX525" fmla="*/ 102108 w 597604"/>
                <a:gd name="connsiteY525" fmla="*/ 205269 h 519126"/>
                <a:gd name="connsiteX526" fmla="*/ 98742 w 597604"/>
                <a:gd name="connsiteY526" fmla="*/ 206884 h 519126"/>
                <a:gd name="connsiteX527" fmla="*/ 96891 w 597604"/>
                <a:gd name="connsiteY527" fmla="*/ 207321 h 519126"/>
                <a:gd name="connsiteX528" fmla="*/ 94704 w 597604"/>
                <a:gd name="connsiteY528" fmla="*/ 206547 h 519126"/>
                <a:gd name="connsiteX529" fmla="*/ 92213 w 597604"/>
                <a:gd name="connsiteY529" fmla="*/ 203923 h 519126"/>
                <a:gd name="connsiteX530" fmla="*/ 92113 w 597604"/>
                <a:gd name="connsiteY530" fmla="*/ 200761 h 519126"/>
                <a:gd name="connsiteX531" fmla="*/ 92449 w 597604"/>
                <a:gd name="connsiteY531" fmla="*/ 198575 h 519126"/>
                <a:gd name="connsiteX532" fmla="*/ 92012 w 597604"/>
                <a:gd name="connsiteY532" fmla="*/ 196725 h 519126"/>
                <a:gd name="connsiteX533" fmla="*/ 88747 w 597604"/>
                <a:gd name="connsiteY533" fmla="*/ 193361 h 519126"/>
                <a:gd name="connsiteX534" fmla="*/ 86459 w 597604"/>
                <a:gd name="connsiteY534" fmla="*/ 191611 h 519126"/>
                <a:gd name="connsiteX535" fmla="*/ 82656 w 597604"/>
                <a:gd name="connsiteY535" fmla="*/ 189660 h 519126"/>
                <a:gd name="connsiteX536" fmla="*/ 80266 w 597604"/>
                <a:gd name="connsiteY536" fmla="*/ 190737 h 519126"/>
                <a:gd name="connsiteX537" fmla="*/ 77978 w 597604"/>
                <a:gd name="connsiteY537" fmla="*/ 193361 h 519126"/>
                <a:gd name="connsiteX538" fmla="*/ 77103 w 597604"/>
                <a:gd name="connsiteY538" fmla="*/ 195749 h 519126"/>
                <a:gd name="connsiteX539" fmla="*/ 74477 w 597604"/>
                <a:gd name="connsiteY539" fmla="*/ 200963 h 519126"/>
                <a:gd name="connsiteX540" fmla="*/ 71213 w 597604"/>
                <a:gd name="connsiteY540" fmla="*/ 203015 h 519126"/>
                <a:gd name="connsiteX541" fmla="*/ 67949 w 597604"/>
                <a:gd name="connsiteY541" fmla="*/ 206043 h 519126"/>
                <a:gd name="connsiteX542" fmla="*/ 66299 w 597604"/>
                <a:gd name="connsiteY542" fmla="*/ 208532 h 519126"/>
                <a:gd name="connsiteX543" fmla="*/ 62934 w 597604"/>
                <a:gd name="connsiteY543" fmla="*/ 210281 h 519126"/>
                <a:gd name="connsiteX544" fmla="*/ 59905 w 597604"/>
                <a:gd name="connsiteY544" fmla="*/ 210281 h 519126"/>
                <a:gd name="connsiteX545" fmla="*/ 57415 w 597604"/>
                <a:gd name="connsiteY545" fmla="*/ 207893 h 519126"/>
                <a:gd name="connsiteX546" fmla="*/ 54924 w 597604"/>
                <a:gd name="connsiteY546" fmla="*/ 205404 h 519126"/>
                <a:gd name="connsiteX547" fmla="*/ 51761 w 597604"/>
                <a:gd name="connsiteY547" fmla="*/ 202040 h 519126"/>
                <a:gd name="connsiteX548" fmla="*/ 49472 w 597604"/>
                <a:gd name="connsiteY548" fmla="*/ 199214 h 519126"/>
                <a:gd name="connsiteX549" fmla="*/ 47083 w 597604"/>
                <a:gd name="connsiteY549" fmla="*/ 196287 h 519126"/>
                <a:gd name="connsiteX550" fmla="*/ 45030 w 597604"/>
                <a:gd name="connsiteY550" fmla="*/ 194336 h 519126"/>
                <a:gd name="connsiteX551" fmla="*/ 44828 w 597604"/>
                <a:gd name="connsiteY551" fmla="*/ 193125 h 519126"/>
                <a:gd name="connsiteX552" fmla="*/ 42977 w 597604"/>
                <a:gd name="connsiteY552" fmla="*/ 191174 h 519126"/>
                <a:gd name="connsiteX553" fmla="*/ 41025 w 597604"/>
                <a:gd name="connsiteY553" fmla="*/ 190838 h 519126"/>
                <a:gd name="connsiteX554" fmla="*/ 39241 w 597604"/>
                <a:gd name="connsiteY554" fmla="*/ 191040 h 519126"/>
                <a:gd name="connsiteX555" fmla="*/ 38232 w 597604"/>
                <a:gd name="connsiteY555" fmla="*/ 190501 h 519126"/>
                <a:gd name="connsiteX556" fmla="*/ 38232 w 597604"/>
                <a:gd name="connsiteY556" fmla="*/ 188550 h 519126"/>
                <a:gd name="connsiteX557" fmla="*/ 37255 w 597604"/>
                <a:gd name="connsiteY557" fmla="*/ 186700 h 519126"/>
                <a:gd name="connsiteX558" fmla="*/ 35304 w 597604"/>
                <a:gd name="connsiteY558" fmla="*/ 186599 h 519126"/>
                <a:gd name="connsiteX559" fmla="*/ 34328 w 597604"/>
                <a:gd name="connsiteY559" fmla="*/ 187810 h 519126"/>
                <a:gd name="connsiteX560" fmla="*/ 33116 w 597604"/>
                <a:gd name="connsiteY560" fmla="*/ 189862 h 519126"/>
                <a:gd name="connsiteX561" fmla="*/ 32140 w 597604"/>
                <a:gd name="connsiteY561" fmla="*/ 192789 h 519126"/>
                <a:gd name="connsiteX562" fmla="*/ 29952 w 597604"/>
                <a:gd name="connsiteY562" fmla="*/ 196826 h 519126"/>
                <a:gd name="connsiteX563" fmla="*/ 28977 w 597604"/>
                <a:gd name="connsiteY563" fmla="*/ 200089 h 519126"/>
                <a:gd name="connsiteX564" fmla="*/ 27126 w 597604"/>
                <a:gd name="connsiteY564" fmla="*/ 202578 h 519126"/>
                <a:gd name="connsiteX565" fmla="*/ 25174 w 597604"/>
                <a:gd name="connsiteY565" fmla="*/ 204193 h 519126"/>
                <a:gd name="connsiteX566" fmla="*/ 23996 w 597604"/>
                <a:gd name="connsiteY566" fmla="*/ 205168 h 519126"/>
                <a:gd name="connsiteX567" fmla="*/ 22044 w 597604"/>
                <a:gd name="connsiteY567" fmla="*/ 206682 h 519126"/>
                <a:gd name="connsiteX568" fmla="*/ 19318 w 597604"/>
                <a:gd name="connsiteY568" fmla="*/ 209407 h 519126"/>
                <a:gd name="connsiteX569" fmla="*/ 18241 w 597604"/>
                <a:gd name="connsiteY569" fmla="*/ 210921 h 519126"/>
                <a:gd name="connsiteX570" fmla="*/ 17164 w 597604"/>
                <a:gd name="connsiteY570" fmla="*/ 212872 h 519126"/>
                <a:gd name="connsiteX571" fmla="*/ 12385 w 597604"/>
                <a:gd name="connsiteY571" fmla="*/ 215495 h 519126"/>
                <a:gd name="connsiteX572" fmla="*/ 9457 w 597604"/>
                <a:gd name="connsiteY572" fmla="*/ 219835 h 519126"/>
                <a:gd name="connsiteX573" fmla="*/ 5216 w 597604"/>
                <a:gd name="connsiteY573" fmla="*/ 220710 h 519126"/>
                <a:gd name="connsiteX574" fmla="*/ 5216 w 597604"/>
                <a:gd name="connsiteY574" fmla="*/ 226799 h 519126"/>
                <a:gd name="connsiteX575" fmla="*/ 5654 w 597604"/>
                <a:gd name="connsiteY575" fmla="*/ 228750 h 519126"/>
                <a:gd name="connsiteX576" fmla="*/ 5418 w 597604"/>
                <a:gd name="connsiteY576" fmla="*/ 229826 h 519126"/>
                <a:gd name="connsiteX577" fmla="*/ 639 w 597604"/>
                <a:gd name="connsiteY577" fmla="*/ 231138 h 519126"/>
                <a:gd name="connsiteX578" fmla="*/ 0 w 597604"/>
                <a:gd name="connsiteY578" fmla="*/ 232887 h 519126"/>
                <a:gd name="connsiteX579" fmla="*/ 1077 w 597604"/>
                <a:gd name="connsiteY579" fmla="*/ 236352 h 519126"/>
                <a:gd name="connsiteX580" fmla="*/ 3904 w 597604"/>
                <a:gd name="connsiteY580" fmla="*/ 236789 h 519126"/>
                <a:gd name="connsiteX581" fmla="*/ 7067 w 597604"/>
                <a:gd name="connsiteY581" fmla="*/ 235276 h 519126"/>
                <a:gd name="connsiteX582" fmla="*/ 7942 w 597604"/>
                <a:gd name="connsiteY582" fmla="*/ 234401 h 519126"/>
                <a:gd name="connsiteX583" fmla="*/ 9692 w 597604"/>
                <a:gd name="connsiteY583" fmla="*/ 233762 h 519126"/>
                <a:gd name="connsiteX584" fmla="*/ 11106 w 597604"/>
                <a:gd name="connsiteY584" fmla="*/ 233526 h 519126"/>
                <a:gd name="connsiteX585" fmla="*/ 14370 w 597604"/>
                <a:gd name="connsiteY585" fmla="*/ 235377 h 519126"/>
                <a:gd name="connsiteX586" fmla="*/ 15582 w 597604"/>
                <a:gd name="connsiteY586" fmla="*/ 238404 h 519126"/>
                <a:gd name="connsiteX587" fmla="*/ 16019 w 597604"/>
                <a:gd name="connsiteY587" fmla="*/ 240793 h 519126"/>
                <a:gd name="connsiteX588" fmla="*/ 15481 w 597604"/>
                <a:gd name="connsiteY588" fmla="*/ 243517 h 519126"/>
                <a:gd name="connsiteX589" fmla="*/ 14572 w 597604"/>
                <a:gd name="connsiteY589" fmla="*/ 245132 h 519126"/>
                <a:gd name="connsiteX590" fmla="*/ 13967 w 597604"/>
                <a:gd name="connsiteY590" fmla="*/ 247622 h 519126"/>
                <a:gd name="connsiteX591" fmla="*/ 13967 w 597604"/>
                <a:gd name="connsiteY591" fmla="*/ 249371 h 519126"/>
                <a:gd name="connsiteX592" fmla="*/ 15043 w 597604"/>
                <a:gd name="connsiteY592" fmla="*/ 250783 h 519126"/>
                <a:gd name="connsiteX593" fmla="*/ 14842 w 597604"/>
                <a:gd name="connsiteY593" fmla="*/ 253710 h 519126"/>
                <a:gd name="connsiteX594" fmla="*/ 13765 w 597604"/>
                <a:gd name="connsiteY594" fmla="*/ 255661 h 519126"/>
                <a:gd name="connsiteX595" fmla="*/ 12452 w 597604"/>
                <a:gd name="connsiteY595" fmla="*/ 256973 h 519126"/>
                <a:gd name="connsiteX596" fmla="*/ 11813 w 597604"/>
                <a:gd name="connsiteY596" fmla="*/ 257949 h 519126"/>
                <a:gd name="connsiteX597" fmla="*/ 10938 w 597604"/>
                <a:gd name="connsiteY597" fmla="*/ 258588 h 519126"/>
                <a:gd name="connsiteX598" fmla="*/ 10265 w 597604"/>
                <a:gd name="connsiteY598" fmla="*/ 261077 h 519126"/>
                <a:gd name="connsiteX599" fmla="*/ 10063 w 597604"/>
                <a:gd name="connsiteY599" fmla="*/ 263365 h 519126"/>
                <a:gd name="connsiteX600" fmla="*/ 9625 w 597604"/>
                <a:gd name="connsiteY600" fmla="*/ 267267 h 519126"/>
                <a:gd name="connsiteX601" fmla="*/ 9524 w 597604"/>
                <a:gd name="connsiteY601" fmla="*/ 270866 h 519126"/>
                <a:gd name="connsiteX602" fmla="*/ 8885 w 597604"/>
                <a:gd name="connsiteY602" fmla="*/ 274769 h 519126"/>
                <a:gd name="connsiteX603" fmla="*/ 9087 w 597604"/>
                <a:gd name="connsiteY603" fmla="*/ 277157 h 519126"/>
                <a:gd name="connsiteX604" fmla="*/ 12250 w 597604"/>
                <a:gd name="connsiteY604" fmla="*/ 279983 h 519126"/>
                <a:gd name="connsiteX605" fmla="*/ 15515 w 597604"/>
                <a:gd name="connsiteY605" fmla="*/ 286072 h 519126"/>
                <a:gd name="connsiteX606" fmla="*/ 17904 w 597604"/>
                <a:gd name="connsiteY606" fmla="*/ 288897 h 519126"/>
                <a:gd name="connsiteX607" fmla="*/ 22246 w 597604"/>
                <a:gd name="connsiteY607" fmla="*/ 291084 h 519126"/>
                <a:gd name="connsiteX608" fmla="*/ 27462 w 597604"/>
                <a:gd name="connsiteY608" fmla="*/ 291959 h 519126"/>
                <a:gd name="connsiteX609" fmla="*/ 32241 w 597604"/>
                <a:gd name="connsiteY609" fmla="*/ 291959 h 519126"/>
                <a:gd name="connsiteX610" fmla="*/ 35707 w 597604"/>
                <a:gd name="connsiteY610" fmla="*/ 291959 h 519126"/>
                <a:gd name="connsiteX611" fmla="*/ 40924 w 597604"/>
                <a:gd name="connsiteY611" fmla="*/ 291959 h 519126"/>
                <a:gd name="connsiteX612" fmla="*/ 42674 w 597604"/>
                <a:gd name="connsiteY612" fmla="*/ 291319 h 519126"/>
                <a:gd name="connsiteX613" fmla="*/ 43751 w 597604"/>
                <a:gd name="connsiteY613" fmla="*/ 288494 h 519126"/>
                <a:gd name="connsiteX614" fmla="*/ 45063 w 597604"/>
                <a:gd name="connsiteY614" fmla="*/ 286307 h 519126"/>
                <a:gd name="connsiteX615" fmla="*/ 46813 w 597604"/>
                <a:gd name="connsiteY615" fmla="*/ 284793 h 519126"/>
                <a:gd name="connsiteX616" fmla="*/ 47251 w 597604"/>
                <a:gd name="connsiteY616" fmla="*/ 283279 h 519126"/>
                <a:gd name="connsiteX617" fmla="*/ 49203 w 597604"/>
                <a:gd name="connsiteY617" fmla="*/ 283044 h 519126"/>
                <a:gd name="connsiteX618" fmla="*/ 51592 w 597604"/>
                <a:gd name="connsiteY618" fmla="*/ 283279 h 519126"/>
                <a:gd name="connsiteX619" fmla="*/ 56607 w 597604"/>
                <a:gd name="connsiteY619" fmla="*/ 283279 h 519126"/>
                <a:gd name="connsiteX620" fmla="*/ 58794 w 597604"/>
                <a:gd name="connsiteY620" fmla="*/ 283279 h 519126"/>
                <a:gd name="connsiteX621" fmla="*/ 63371 w 597604"/>
                <a:gd name="connsiteY621" fmla="*/ 283481 h 519126"/>
                <a:gd name="connsiteX622" fmla="*/ 64886 w 597604"/>
                <a:gd name="connsiteY622" fmla="*/ 282842 h 519126"/>
                <a:gd name="connsiteX623" fmla="*/ 68352 w 597604"/>
                <a:gd name="connsiteY623" fmla="*/ 281328 h 519126"/>
                <a:gd name="connsiteX624" fmla="*/ 70977 w 597604"/>
                <a:gd name="connsiteY624" fmla="*/ 278940 h 519126"/>
                <a:gd name="connsiteX625" fmla="*/ 72054 w 597604"/>
                <a:gd name="connsiteY625" fmla="*/ 276989 h 519126"/>
                <a:gd name="connsiteX626" fmla="*/ 73131 w 597604"/>
                <a:gd name="connsiteY626" fmla="*/ 275038 h 519126"/>
                <a:gd name="connsiteX627" fmla="*/ 73131 w 597604"/>
                <a:gd name="connsiteY627" fmla="*/ 273726 h 519126"/>
                <a:gd name="connsiteX628" fmla="*/ 74444 w 597604"/>
                <a:gd name="connsiteY628" fmla="*/ 272414 h 519126"/>
                <a:gd name="connsiteX629" fmla="*/ 75958 w 597604"/>
                <a:gd name="connsiteY629" fmla="*/ 271775 h 519126"/>
                <a:gd name="connsiteX630" fmla="*/ 77910 w 597604"/>
                <a:gd name="connsiteY630" fmla="*/ 270025 h 519126"/>
                <a:gd name="connsiteX631" fmla="*/ 79660 w 597604"/>
                <a:gd name="connsiteY631" fmla="*/ 270227 h 519126"/>
                <a:gd name="connsiteX632" fmla="*/ 83800 w 597604"/>
                <a:gd name="connsiteY632" fmla="*/ 271304 h 519126"/>
                <a:gd name="connsiteX633" fmla="*/ 86088 w 597604"/>
                <a:gd name="connsiteY633" fmla="*/ 273692 h 519126"/>
                <a:gd name="connsiteX634" fmla="*/ 87064 w 597604"/>
                <a:gd name="connsiteY634" fmla="*/ 276955 h 519126"/>
                <a:gd name="connsiteX635" fmla="*/ 87064 w 597604"/>
                <a:gd name="connsiteY635" fmla="*/ 280655 h 519126"/>
                <a:gd name="connsiteX636" fmla="*/ 85314 w 597604"/>
                <a:gd name="connsiteY636" fmla="*/ 281967 h 519126"/>
                <a:gd name="connsiteX637" fmla="*/ 85314 w 597604"/>
                <a:gd name="connsiteY637" fmla="*/ 284154 h 519126"/>
                <a:gd name="connsiteX638" fmla="*/ 89016 w 597604"/>
                <a:gd name="connsiteY638" fmla="*/ 285903 h 519126"/>
                <a:gd name="connsiteX639" fmla="*/ 92483 w 597604"/>
                <a:gd name="connsiteY639" fmla="*/ 287215 h 519126"/>
                <a:gd name="connsiteX640" fmla="*/ 94435 w 597604"/>
                <a:gd name="connsiteY640" fmla="*/ 289166 h 519126"/>
                <a:gd name="connsiteX641" fmla="*/ 99214 w 597604"/>
                <a:gd name="connsiteY641" fmla="*/ 293068 h 519126"/>
                <a:gd name="connsiteX642" fmla="*/ 99214 w 597604"/>
                <a:gd name="connsiteY642" fmla="*/ 299796 h 519126"/>
                <a:gd name="connsiteX643" fmla="*/ 103791 w 597604"/>
                <a:gd name="connsiteY643" fmla="*/ 303699 h 519126"/>
                <a:gd name="connsiteX644" fmla="*/ 104868 w 597604"/>
                <a:gd name="connsiteY644" fmla="*/ 306289 h 519126"/>
                <a:gd name="connsiteX645" fmla="*/ 103791 w 597604"/>
                <a:gd name="connsiteY645" fmla="*/ 312142 h 519126"/>
                <a:gd name="connsiteX646" fmla="*/ 102478 w 597604"/>
                <a:gd name="connsiteY646" fmla="*/ 313891 h 519126"/>
                <a:gd name="connsiteX647" fmla="*/ 101839 w 597604"/>
                <a:gd name="connsiteY647" fmla="*/ 316280 h 519126"/>
                <a:gd name="connsiteX648" fmla="*/ 97497 w 597604"/>
                <a:gd name="connsiteY648" fmla="*/ 322571 h 519126"/>
                <a:gd name="connsiteX649" fmla="*/ 96420 w 597604"/>
                <a:gd name="connsiteY649" fmla="*/ 325127 h 519126"/>
                <a:gd name="connsiteX650" fmla="*/ 91641 w 597604"/>
                <a:gd name="connsiteY650" fmla="*/ 328659 h 519126"/>
                <a:gd name="connsiteX651" fmla="*/ 90564 w 597604"/>
                <a:gd name="connsiteY651" fmla="*/ 331048 h 519126"/>
                <a:gd name="connsiteX652" fmla="*/ 87939 w 597604"/>
                <a:gd name="connsiteY652" fmla="*/ 334748 h 519126"/>
                <a:gd name="connsiteX653" fmla="*/ 85987 w 597604"/>
                <a:gd name="connsiteY653" fmla="*/ 339323 h 519126"/>
                <a:gd name="connsiteX654" fmla="*/ 85550 w 597604"/>
                <a:gd name="connsiteY654" fmla="*/ 344537 h 519126"/>
                <a:gd name="connsiteX655" fmla="*/ 83800 w 597604"/>
                <a:gd name="connsiteY655" fmla="*/ 349987 h 519126"/>
                <a:gd name="connsiteX656" fmla="*/ 82285 w 597604"/>
                <a:gd name="connsiteY656" fmla="*/ 352375 h 519126"/>
                <a:gd name="connsiteX657" fmla="*/ 80771 w 597604"/>
                <a:gd name="connsiteY657" fmla="*/ 354965 h 519126"/>
                <a:gd name="connsiteX658" fmla="*/ 79694 w 597604"/>
                <a:gd name="connsiteY658" fmla="*/ 356715 h 519126"/>
                <a:gd name="connsiteX659" fmla="*/ 78180 w 597604"/>
                <a:gd name="connsiteY659" fmla="*/ 358666 h 519126"/>
                <a:gd name="connsiteX660" fmla="*/ 76429 w 597604"/>
                <a:gd name="connsiteY660" fmla="*/ 362131 h 519126"/>
                <a:gd name="connsiteX661" fmla="*/ 76665 w 597604"/>
                <a:gd name="connsiteY661" fmla="*/ 366268 h 519126"/>
                <a:gd name="connsiteX662" fmla="*/ 76665 w 597604"/>
                <a:gd name="connsiteY662" fmla="*/ 372794 h 519126"/>
                <a:gd name="connsiteX663" fmla="*/ 76026 w 597604"/>
                <a:gd name="connsiteY663" fmla="*/ 377571 h 519126"/>
                <a:gd name="connsiteX664" fmla="*/ 75386 w 597604"/>
                <a:gd name="connsiteY664" fmla="*/ 382348 h 519126"/>
                <a:gd name="connsiteX665" fmla="*/ 73199 w 597604"/>
                <a:gd name="connsiteY665" fmla="*/ 383862 h 519126"/>
                <a:gd name="connsiteX666" fmla="*/ 69497 w 597604"/>
                <a:gd name="connsiteY666" fmla="*/ 383660 h 519126"/>
                <a:gd name="connsiteX667" fmla="*/ 66434 w 597604"/>
                <a:gd name="connsiteY667" fmla="*/ 385174 h 519126"/>
                <a:gd name="connsiteX668" fmla="*/ 62732 w 597604"/>
                <a:gd name="connsiteY668" fmla="*/ 387562 h 519126"/>
                <a:gd name="connsiteX669" fmla="*/ 62093 w 597604"/>
                <a:gd name="connsiteY669" fmla="*/ 389312 h 519126"/>
                <a:gd name="connsiteX670" fmla="*/ 62530 w 597604"/>
                <a:gd name="connsiteY670" fmla="*/ 394324 h 519126"/>
                <a:gd name="connsiteX671" fmla="*/ 66670 w 597604"/>
                <a:gd name="connsiteY671" fmla="*/ 396712 h 519126"/>
                <a:gd name="connsiteX672" fmla="*/ 70372 w 597604"/>
                <a:gd name="connsiteY672" fmla="*/ 401926 h 519126"/>
                <a:gd name="connsiteX673" fmla="*/ 73199 w 597604"/>
                <a:gd name="connsiteY673" fmla="*/ 402566 h 519126"/>
                <a:gd name="connsiteX674" fmla="*/ 76463 w 597604"/>
                <a:gd name="connsiteY674" fmla="*/ 403877 h 519126"/>
                <a:gd name="connsiteX675" fmla="*/ 75824 w 597604"/>
                <a:gd name="connsiteY675" fmla="*/ 409966 h 519126"/>
                <a:gd name="connsiteX676" fmla="*/ 73199 w 597604"/>
                <a:gd name="connsiteY676" fmla="*/ 414743 h 519126"/>
                <a:gd name="connsiteX677" fmla="*/ 78213 w 597604"/>
                <a:gd name="connsiteY677" fmla="*/ 414104 h 519126"/>
                <a:gd name="connsiteX678" fmla="*/ 81242 w 597604"/>
                <a:gd name="connsiteY678" fmla="*/ 412590 h 519126"/>
                <a:gd name="connsiteX679" fmla="*/ 83867 w 597604"/>
                <a:gd name="connsiteY679" fmla="*/ 410404 h 519126"/>
                <a:gd name="connsiteX680" fmla="*/ 87132 w 597604"/>
                <a:gd name="connsiteY680" fmla="*/ 409529 h 519126"/>
                <a:gd name="connsiteX681" fmla="*/ 89757 w 597604"/>
                <a:gd name="connsiteY681" fmla="*/ 411480 h 519126"/>
                <a:gd name="connsiteX682" fmla="*/ 89992 w 597604"/>
                <a:gd name="connsiteY682" fmla="*/ 415820 h 519126"/>
                <a:gd name="connsiteX683" fmla="*/ 87603 w 597604"/>
                <a:gd name="connsiteY683" fmla="*/ 419116 h 519126"/>
                <a:gd name="connsiteX684" fmla="*/ 87165 w 597604"/>
                <a:gd name="connsiteY684" fmla="*/ 423624 h 519126"/>
                <a:gd name="connsiteX685" fmla="*/ 88680 w 597604"/>
                <a:gd name="connsiteY685" fmla="*/ 425575 h 519126"/>
                <a:gd name="connsiteX686" fmla="*/ 91507 w 597604"/>
                <a:gd name="connsiteY686" fmla="*/ 428603 h 519126"/>
                <a:gd name="connsiteX687" fmla="*/ 95411 w 597604"/>
                <a:gd name="connsiteY687" fmla="*/ 434456 h 519126"/>
                <a:gd name="connsiteX688" fmla="*/ 96050 w 597604"/>
                <a:gd name="connsiteY688" fmla="*/ 436844 h 519126"/>
                <a:gd name="connsiteX689" fmla="*/ 100627 w 597604"/>
                <a:gd name="connsiteY689" fmla="*/ 437181 h 519126"/>
                <a:gd name="connsiteX690" fmla="*/ 106719 w 597604"/>
                <a:gd name="connsiteY690" fmla="*/ 436205 h 519126"/>
                <a:gd name="connsiteX691" fmla="*/ 112372 w 597604"/>
                <a:gd name="connsiteY691" fmla="*/ 436205 h 519126"/>
                <a:gd name="connsiteX692" fmla="*/ 115401 w 597604"/>
                <a:gd name="connsiteY692" fmla="*/ 438795 h 519126"/>
                <a:gd name="connsiteX693" fmla="*/ 115200 w 597604"/>
                <a:gd name="connsiteY693" fmla="*/ 441419 h 519126"/>
                <a:gd name="connsiteX694" fmla="*/ 114964 w 597604"/>
                <a:gd name="connsiteY694" fmla="*/ 445557 h 519126"/>
                <a:gd name="connsiteX695" fmla="*/ 113651 w 597604"/>
                <a:gd name="connsiteY695" fmla="*/ 448383 h 519126"/>
                <a:gd name="connsiteX696" fmla="*/ 110387 w 597604"/>
                <a:gd name="connsiteY696" fmla="*/ 452520 h 519126"/>
                <a:gd name="connsiteX697" fmla="*/ 107997 w 597604"/>
                <a:gd name="connsiteY697" fmla="*/ 453597 h 519126"/>
                <a:gd name="connsiteX698" fmla="*/ 104969 w 597604"/>
                <a:gd name="connsiteY698" fmla="*/ 455548 h 519126"/>
                <a:gd name="connsiteX699" fmla="*/ 102142 w 597604"/>
                <a:gd name="connsiteY699" fmla="*/ 457062 h 519126"/>
                <a:gd name="connsiteX700" fmla="*/ 98877 w 597604"/>
                <a:gd name="connsiteY700" fmla="*/ 459888 h 519126"/>
                <a:gd name="connsiteX701" fmla="*/ 92786 w 597604"/>
                <a:gd name="connsiteY701" fmla="*/ 457701 h 519126"/>
                <a:gd name="connsiteX702" fmla="*/ 90396 w 597604"/>
                <a:gd name="connsiteY702" fmla="*/ 459013 h 519126"/>
                <a:gd name="connsiteX703" fmla="*/ 93425 w 597604"/>
                <a:gd name="connsiteY703" fmla="*/ 465102 h 519126"/>
                <a:gd name="connsiteX704" fmla="*/ 95175 w 597604"/>
                <a:gd name="connsiteY704" fmla="*/ 468365 h 519126"/>
                <a:gd name="connsiteX705" fmla="*/ 96488 w 597604"/>
                <a:gd name="connsiteY705" fmla="*/ 470114 h 519126"/>
                <a:gd name="connsiteX706" fmla="*/ 95848 w 597604"/>
                <a:gd name="connsiteY706" fmla="*/ 476203 h 519126"/>
                <a:gd name="connsiteX707" fmla="*/ 94973 w 597604"/>
                <a:gd name="connsiteY707" fmla="*/ 478793 h 519126"/>
                <a:gd name="connsiteX708" fmla="*/ 90834 w 597604"/>
                <a:gd name="connsiteY708" fmla="*/ 482493 h 519126"/>
                <a:gd name="connsiteX709" fmla="*/ 85382 w 597604"/>
                <a:gd name="connsiteY709" fmla="*/ 485756 h 519126"/>
                <a:gd name="connsiteX710" fmla="*/ 83430 w 597604"/>
                <a:gd name="connsiteY710" fmla="*/ 489019 h 519126"/>
                <a:gd name="connsiteX711" fmla="*/ 81680 w 597604"/>
                <a:gd name="connsiteY711" fmla="*/ 494032 h 519126"/>
                <a:gd name="connsiteX712" fmla="*/ 81175 w 597604"/>
                <a:gd name="connsiteY712" fmla="*/ 498237 h 519126"/>
                <a:gd name="connsiteX713" fmla="*/ 83430 w 597604"/>
                <a:gd name="connsiteY713" fmla="*/ 500995 h 519126"/>
                <a:gd name="connsiteX714" fmla="*/ 85617 w 597604"/>
                <a:gd name="connsiteY714" fmla="*/ 502072 h 519126"/>
                <a:gd name="connsiteX715" fmla="*/ 87569 w 597604"/>
                <a:gd name="connsiteY715" fmla="*/ 504258 h 519126"/>
                <a:gd name="connsiteX716" fmla="*/ 90968 w 597604"/>
                <a:gd name="connsiteY716" fmla="*/ 508598 h 519126"/>
                <a:gd name="connsiteX717" fmla="*/ 93593 w 597604"/>
                <a:gd name="connsiteY717" fmla="*/ 510986 h 519126"/>
                <a:gd name="connsiteX718" fmla="*/ 96790 w 597604"/>
                <a:gd name="connsiteY718" fmla="*/ 513879 h 519126"/>
                <a:gd name="connsiteX719" fmla="*/ 98036 w 597604"/>
                <a:gd name="connsiteY719" fmla="*/ 513946 h 519126"/>
                <a:gd name="connsiteX720" fmla="*/ 100795 w 597604"/>
                <a:gd name="connsiteY720" fmla="*/ 513307 h 519126"/>
                <a:gd name="connsiteX721" fmla="*/ 104127 w 597604"/>
                <a:gd name="connsiteY721" fmla="*/ 511222 h 519126"/>
                <a:gd name="connsiteX722" fmla="*/ 107897 w 597604"/>
                <a:gd name="connsiteY722" fmla="*/ 509775 h 519126"/>
                <a:gd name="connsiteX723" fmla="*/ 110589 w 597604"/>
                <a:gd name="connsiteY723" fmla="*/ 509439 h 519126"/>
                <a:gd name="connsiteX724" fmla="*/ 113281 w 597604"/>
                <a:gd name="connsiteY724" fmla="*/ 509270 h 519126"/>
                <a:gd name="connsiteX725" fmla="*/ 115906 w 597604"/>
                <a:gd name="connsiteY725" fmla="*/ 509270 h 519126"/>
                <a:gd name="connsiteX726" fmla="*/ 117051 w 597604"/>
                <a:gd name="connsiteY726" fmla="*/ 508194 h 519126"/>
                <a:gd name="connsiteX727" fmla="*/ 117757 w 597604"/>
                <a:gd name="connsiteY727" fmla="*/ 504561 h 519126"/>
                <a:gd name="connsiteX728" fmla="*/ 118498 w 597604"/>
                <a:gd name="connsiteY728" fmla="*/ 502374 h 519126"/>
                <a:gd name="connsiteX729" fmla="*/ 119743 w 597604"/>
                <a:gd name="connsiteY729" fmla="*/ 500356 h 519126"/>
                <a:gd name="connsiteX730" fmla="*/ 120988 w 597604"/>
                <a:gd name="connsiteY730" fmla="*/ 498977 h 519126"/>
                <a:gd name="connsiteX731" fmla="*/ 123748 w 597604"/>
                <a:gd name="connsiteY731" fmla="*/ 496723 h 519126"/>
                <a:gd name="connsiteX732" fmla="*/ 125060 w 597604"/>
                <a:gd name="connsiteY732" fmla="*/ 495041 h 519126"/>
                <a:gd name="connsiteX733" fmla="*/ 133171 w 597604"/>
                <a:gd name="connsiteY733" fmla="*/ 487068 h 519126"/>
                <a:gd name="connsiteX734" fmla="*/ 135931 w 597604"/>
                <a:gd name="connsiteY734" fmla="*/ 483301 h 519126"/>
                <a:gd name="connsiteX735" fmla="*/ 135628 w 597604"/>
                <a:gd name="connsiteY735" fmla="*/ 482594 h 519126"/>
                <a:gd name="connsiteX736" fmla="*/ 133474 w 597604"/>
                <a:gd name="connsiteY736" fmla="*/ 480845 h 519126"/>
                <a:gd name="connsiteX737" fmla="*/ 132296 w 597604"/>
                <a:gd name="connsiteY737" fmla="*/ 478524 h 519126"/>
                <a:gd name="connsiteX738" fmla="*/ 134315 w 597604"/>
                <a:gd name="connsiteY738" fmla="*/ 477515 h 519126"/>
                <a:gd name="connsiteX739" fmla="*/ 140541 w 597604"/>
                <a:gd name="connsiteY739" fmla="*/ 475496 h 519126"/>
                <a:gd name="connsiteX740" fmla="*/ 143133 w 597604"/>
                <a:gd name="connsiteY740" fmla="*/ 473478 h 519126"/>
                <a:gd name="connsiteX741" fmla="*/ 146027 w 597604"/>
                <a:gd name="connsiteY741" fmla="*/ 471594 h 519126"/>
                <a:gd name="connsiteX742" fmla="*/ 150671 w 597604"/>
                <a:gd name="connsiteY742" fmla="*/ 467692 h 519126"/>
                <a:gd name="connsiteX743" fmla="*/ 151816 w 597604"/>
                <a:gd name="connsiteY743" fmla="*/ 466548 h 519126"/>
                <a:gd name="connsiteX744" fmla="*/ 155013 w 597604"/>
                <a:gd name="connsiteY744" fmla="*/ 468297 h 519126"/>
                <a:gd name="connsiteX745" fmla="*/ 157470 w 597604"/>
                <a:gd name="connsiteY745" fmla="*/ 470888 h 519126"/>
                <a:gd name="connsiteX746" fmla="*/ 158042 w 597604"/>
                <a:gd name="connsiteY746" fmla="*/ 474353 h 519126"/>
                <a:gd name="connsiteX747" fmla="*/ 157907 w 597604"/>
                <a:gd name="connsiteY747" fmla="*/ 477380 h 519126"/>
                <a:gd name="connsiteX748" fmla="*/ 158042 w 597604"/>
                <a:gd name="connsiteY748" fmla="*/ 480139 h 519126"/>
                <a:gd name="connsiteX749" fmla="*/ 161811 w 597604"/>
                <a:gd name="connsiteY749" fmla="*/ 481148 h 519126"/>
                <a:gd name="connsiteX750" fmla="*/ 167028 w 597604"/>
                <a:gd name="connsiteY750" fmla="*/ 481013 h 519126"/>
                <a:gd name="connsiteX751" fmla="*/ 171807 w 597604"/>
                <a:gd name="connsiteY751" fmla="*/ 479264 h 519126"/>
                <a:gd name="connsiteX752" fmla="*/ 173994 w 597604"/>
                <a:gd name="connsiteY752" fmla="*/ 478120 h 519126"/>
                <a:gd name="connsiteX753" fmla="*/ 178470 w 597604"/>
                <a:gd name="connsiteY753" fmla="*/ 477818 h 519126"/>
                <a:gd name="connsiteX754" fmla="*/ 180052 w 597604"/>
                <a:gd name="connsiteY754" fmla="*/ 479264 h 519126"/>
                <a:gd name="connsiteX755" fmla="*/ 178739 w 597604"/>
                <a:gd name="connsiteY755" fmla="*/ 481888 h 519126"/>
                <a:gd name="connsiteX756" fmla="*/ 177999 w 597604"/>
                <a:gd name="connsiteY756" fmla="*/ 483032 h 519126"/>
                <a:gd name="connsiteX757" fmla="*/ 178436 w 597604"/>
                <a:gd name="connsiteY757" fmla="*/ 486665 h 519126"/>
                <a:gd name="connsiteX758" fmla="*/ 180018 w 597604"/>
                <a:gd name="connsiteY758" fmla="*/ 489423 h 519126"/>
                <a:gd name="connsiteX759" fmla="*/ 183047 w 597604"/>
                <a:gd name="connsiteY759" fmla="*/ 493056 h 519126"/>
                <a:gd name="connsiteX760" fmla="*/ 185067 w 597604"/>
                <a:gd name="connsiteY760" fmla="*/ 495377 h 519126"/>
                <a:gd name="connsiteX761" fmla="*/ 189139 w 597604"/>
                <a:gd name="connsiteY761" fmla="*/ 498136 h 519126"/>
                <a:gd name="connsiteX762" fmla="*/ 194927 w 597604"/>
                <a:gd name="connsiteY762" fmla="*/ 499145 h 519126"/>
                <a:gd name="connsiteX763" fmla="*/ 199134 w 597604"/>
                <a:gd name="connsiteY763" fmla="*/ 499414 h 519126"/>
                <a:gd name="connsiteX764" fmla="*/ 201019 w 597604"/>
                <a:gd name="connsiteY764" fmla="*/ 500289 h 519126"/>
                <a:gd name="connsiteX765" fmla="*/ 207110 w 597604"/>
                <a:gd name="connsiteY765" fmla="*/ 504359 h 519126"/>
                <a:gd name="connsiteX766" fmla="*/ 208423 w 597604"/>
                <a:gd name="connsiteY766" fmla="*/ 505234 h 519126"/>
                <a:gd name="connsiteX767" fmla="*/ 210307 w 597604"/>
                <a:gd name="connsiteY767" fmla="*/ 507824 h 519126"/>
                <a:gd name="connsiteX768" fmla="*/ 211452 w 597604"/>
                <a:gd name="connsiteY768" fmla="*/ 509270 h 519126"/>
                <a:gd name="connsiteX769" fmla="*/ 216533 w 597604"/>
                <a:gd name="connsiteY769" fmla="*/ 509573 h 519126"/>
                <a:gd name="connsiteX770" fmla="*/ 221312 w 597604"/>
                <a:gd name="connsiteY770" fmla="*/ 508699 h 519126"/>
                <a:gd name="connsiteX771" fmla="*/ 224207 w 597604"/>
                <a:gd name="connsiteY771" fmla="*/ 508127 h 519126"/>
                <a:gd name="connsiteX772" fmla="*/ 226226 w 597604"/>
                <a:gd name="connsiteY772" fmla="*/ 508261 h 519126"/>
                <a:gd name="connsiteX773" fmla="*/ 228414 w 597604"/>
                <a:gd name="connsiteY773" fmla="*/ 512904 h 519126"/>
                <a:gd name="connsiteX774" fmla="*/ 229861 w 597604"/>
                <a:gd name="connsiteY774" fmla="*/ 516368 h 519126"/>
                <a:gd name="connsiteX775" fmla="*/ 233630 w 597604"/>
                <a:gd name="connsiteY775" fmla="*/ 518252 h 519126"/>
                <a:gd name="connsiteX776" fmla="*/ 238140 w 597604"/>
                <a:gd name="connsiteY776" fmla="*/ 519127 h 519126"/>
                <a:gd name="connsiteX777" fmla="*/ 243356 w 597604"/>
                <a:gd name="connsiteY777" fmla="*/ 517680 h 519126"/>
                <a:gd name="connsiteX778" fmla="*/ 248573 w 597604"/>
                <a:gd name="connsiteY778" fmla="*/ 510145 h 519126"/>
                <a:gd name="connsiteX779" fmla="*/ 250895 w 597604"/>
                <a:gd name="connsiteY779" fmla="*/ 507387 h 519126"/>
                <a:gd name="connsiteX780" fmla="*/ 254361 w 597604"/>
                <a:gd name="connsiteY780" fmla="*/ 499986 h 519126"/>
                <a:gd name="connsiteX781" fmla="*/ 258433 w 597604"/>
                <a:gd name="connsiteY781" fmla="*/ 497530 h 519126"/>
                <a:gd name="connsiteX782" fmla="*/ 257121 w 597604"/>
                <a:gd name="connsiteY782" fmla="*/ 492013 h 519126"/>
                <a:gd name="connsiteX783" fmla="*/ 253217 w 597604"/>
                <a:gd name="connsiteY783" fmla="*/ 487808 h 519126"/>
                <a:gd name="connsiteX784" fmla="*/ 251770 w 597604"/>
                <a:gd name="connsiteY784" fmla="*/ 486362 h 519126"/>
                <a:gd name="connsiteX785" fmla="*/ 253217 w 597604"/>
                <a:gd name="connsiteY785" fmla="*/ 482594 h 519126"/>
                <a:gd name="connsiteX786" fmla="*/ 255539 w 597604"/>
                <a:gd name="connsiteY786" fmla="*/ 481148 h 519126"/>
                <a:gd name="connsiteX787" fmla="*/ 260318 w 597604"/>
                <a:gd name="connsiteY787" fmla="*/ 480576 h 519126"/>
                <a:gd name="connsiteX788" fmla="*/ 271761 w 597604"/>
                <a:gd name="connsiteY788" fmla="*/ 480273 h 519126"/>
                <a:gd name="connsiteX789" fmla="*/ 275227 w 597604"/>
                <a:gd name="connsiteY789" fmla="*/ 477818 h 519126"/>
                <a:gd name="connsiteX790" fmla="*/ 277549 w 597604"/>
                <a:gd name="connsiteY790" fmla="*/ 475362 h 519126"/>
                <a:gd name="connsiteX791" fmla="*/ 279871 w 597604"/>
                <a:gd name="connsiteY791" fmla="*/ 473915 h 519126"/>
                <a:gd name="connsiteX792" fmla="*/ 285963 w 597604"/>
                <a:gd name="connsiteY792" fmla="*/ 470450 h 519126"/>
                <a:gd name="connsiteX793" fmla="*/ 290607 w 597604"/>
                <a:gd name="connsiteY793" fmla="*/ 468701 h 519126"/>
                <a:gd name="connsiteX794" fmla="*/ 293199 w 597604"/>
                <a:gd name="connsiteY794" fmla="*/ 467692 h 519126"/>
                <a:gd name="connsiteX795" fmla="*/ 296530 w 597604"/>
                <a:gd name="connsiteY795" fmla="*/ 465808 h 519126"/>
                <a:gd name="connsiteX796" fmla="*/ 302184 w 597604"/>
                <a:gd name="connsiteY796" fmla="*/ 462041 h 519126"/>
                <a:gd name="connsiteX797" fmla="*/ 304507 w 597604"/>
                <a:gd name="connsiteY797" fmla="*/ 460291 h 519126"/>
                <a:gd name="connsiteX798" fmla="*/ 308713 w 597604"/>
                <a:gd name="connsiteY798" fmla="*/ 460291 h 519126"/>
                <a:gd name="connsiteX799" fmla="*/ 316824 w 597604"/>
                <a:gd name="connsiteY799" fmla="*/ 459147 h 519126"/>
                <a:gd name="connsiteX800" fmla="*/ 325372 w 597604"/>
                <a:gd name="connsiteY800" fmla="*/ 458407 h 519126"/>
                <a:gd name="connsiteX801" fmla="*/ 327829 w 597604"/>
                <a:gd name="connsiteY801" fmla="*/ 456389 h 519126"/>
                <a:gd name="connsiteX802" fmla="*/ 329276 w 597604"/>
                <a:gd name="connsiteY802" fmla="*/ 455649 h 519126"/>
                <a:gd name="connsiteX803" fmla="*/ 334493 w 597604"/>
                <a:gd name="connsiteY803" fmla="*/ 450569 h 519126"/>
                <a:gd name="connsiteX804" fmla="*/ 336815 w 597604"/>
                <a:gd name="connsiteY804" fmla="*/ 447542 h 519126"/>
                <a:gd name="connsiteX805" fmla="*/ 337252 w 597604"/>
                <a:gd name="connsiteY805" fmla="*/ 443202 h 519126"/>
                <a:gd name="connsiteX806" fmla="*/ 337118 w 597604"/>
                <a:gd name="connsiteY806" fmla="*/ 438728 h 519126"/>
                <a:gd name="connsiteX807" fmla="*/ 335805 w 597604"/>
                <a:gd name="connsiteY807" fmla="*/ 435970 h 519126"/>
                <a:gd name="connsiteX808" fmla="*/ 334055 w 597604"/>
                <a:gd name="connsiteY808" fmla="*/ 431630 h 519126"/>
                <a:gd name="connsiteX809" fmla="*/ 334762 w 597604"/>
                <a:gd name="connsiteY809" fmla="*/ 427291 h 519126"/>
                <a:gd name="connsiteX810" fmla="*/ 339272 w 597604"/>
                <a:gd name="connsiteY810" fmla="*/ 423826 h 519126"/>
                <a:gd name="connsiteX811" fmla="*/ 341897 w 597604"/>
                <a:gd name="connsiteY811" fmla="*/ 420495 h 519126"/>
                <a:gd name="connsiteX812" fmla="*/ 346810 w 597604"/>
                <a:gd name="connsiteY812" fmla="*/ 417165 h 519126"/>
                <a:gd name="connsiteX813" fmla="*/ 353777 w 597604"/>
                <a:gd name="connsiteY813" fmla="*/ 414407 h 519126"/>
                <a:gd name="connsiteX814" fmla="*/ 360306 w 597604"/>
                <a:gd name="connsiteY814" fmla="*/ 414407 h 519126"/>
                <a:gd name="connsiteX815" fmla="*/ 362931 w 597604"/>
                <a:gd name="connsiteY815" fmla="*/ 415147 h 519126"/>
                <a:gd name="connsiteX816" fmla="*/ 366397 w 597604"/>
                <a:gd name="connsiteY816" fmla="*/ 418914 h 519126"/>
                <a:gd name="connsiteX817" fmla="*/ 371311 w 597604"/>
                <a:gd name="connsiteY817" fmla="*/ 424263 h 519126"/>
                <a:gd name="connsiteX818" fmla="*/ 373768 w 597604"/>
                <a:gd name="connsiteY818" fmla="*/ 430184 h 519126"/>
                <a:gd name="connsiteX819" fmla="*/ 374912 w 597604"/>
                <a:gd name="connsiteY819" fmla="*/ 436272 h 519126"/>
                <a:gd name="connsiteX820" fmla="*/ 381878 w 597604"/>
                <a:gd name="connsiteY820" fmla="*/ 441924 h 519126"/>
                <a:gd name="connsiteX821" fmla="*/ 381744 w 597604"/>
                <a:gd name="connsiteY821" fmla="*/ 447878 h 519126"/>
                <a:gd name="connsiteX822" fmla="*/ 384638 w 597604"/>
                <a:gd name="connsiteY822" fmla="*/ 452790 h 519126"/>
                <a:gd name="connsiteX823" fmla="*/ 388273 w 597604"/>
                <a:gd name="connsiteY823" fmla="*/ 453664 h 519126"/>
                <a:gd name="connsiteX824" fmla="*/ 391907 w 597604"/>
                <a:gd name="connsiteY824" fmla="*/ 453227 h 519126"/>
                <a:gd name="connsiteX825" fmla="*/ 394802 w 597604"/>
                <a:gd name="connsiteY825" fmla="*/ 452790 h 519126"/>
                <a:gd name="connsiteX826" fmla="*/ 398706 w 597604"/>
                <a:gd name="connsiteY826" fmla="*/ 450771 h 519126"/>
                <a:gd name="connsiteX827" fmla="*/ 401297 w 597604"/>
                <a:gd name="connsiteY827" fmla="*/ 448013 h 519126"/>
                <a:gd name="connsiteX828" fmla="*/ 402744 w 597604"/>
                <a:gd name="connsiteY828" fmla="*/ 447138 h 519126"/>
                <a:gd name="connsiteX829" fmla="*/ 408398 w 597604"/>
                <a:gd name="connsiteY829" fmla="*/ 449459 h 519126"/>
                <a:gd name="connsiteX830" fmla="*/ 409273 w 597604"/>
                <a:gd name="connsiteY830" fmla="*/ 453361 h 519126"/>
                <a:gd name="connsiteX831" fmla="*/ 410855 w 597604"/>
                <a:gd name="connsiteY831" fmla="*/ 456995 h 519126"/>
                <a:gd name="connsiteX832" fmla="*/ 413446 w 597604"/>
                <a:gd name="connsiteY832" fmla="*/ 460897 h 519126"/>
                <a:gd name="connsiteX833" fmla="*/ 416778 w 597604"/>
                <a:gd name="connsiteY833" fmla="*/ 462209 h 519126"/>
                <a:gd name="connsiteX834" fmla="*/ 421423 w 597604"/>
                <a:gd name="connsiteY834" fmla="*/ 463790 h 519126"/>
                <a:gd name="connsiteX835" fmla="*/ 424620 w 597604"/>
                <a:gd name="connsiteY835" fmla="*/ 464362 h 519126"/>
                <a:gd name="connsiteX836" fmla="*/ 428086 w 597604"/>
                <a:gd name="connsiteY836" fmla="*/ 463655 h 519126"/>
                <a:gd name="connsiteX837" fmla="*/ 434750 w 597604"/>
                <a:gd name="connsiteY837" fmla="*/ 462343 h 519126"/>
                <a:gd name="connsiteX838" fmla="*/ 440538 w 597604"/>
                <a:gd name="connsiteY838" fmla="*/ 461603 h 519126"/>
                <a:gd name="connsiteX839" fmla="*/ 446192 w 597604"/>
                <a:gd name="connsiteY839" fmla="*/ 459719 h 519126"/>
                <a:gd name="connsiteX840" fmla="*/ 449524 w 597604"/>
                <a:gd name="connsiteY840" fmla="*/ 456524 h 519126"/>
                <a:gd name="connsiteX841" fmla="*/ 453428 w 597604"/>
                <a:gd name="connsiteY841" fmla="*/ 453059 h 519126"/>
                <a:gd name="connsiteX842" fmla="*/ 454303 w 597604"/>
                <a:gd name="connsiteY842" fmla="*/ 449426 h 519126"/>
                <a:gd name="connsiteX843" fmla="*/ 453294 w 597604"/>
                <a:gd name="connsiteY843" fmla="*/ 444918 h 519126"/>
                <a:gd name="connsiteX844" fmla="*/ 453159 w 597604"/>
                <a:gd name="connsiteY844" fmla="*/ 441150 h 519126"/>
                <a:gd name="connsiteX845" fmla="*/ 454337 w 597604"/>
                <a:gd name="connsiteY845" fmla="*/ 436071 h 519126"/>
                <a:gd name="connsiteX846" fmla="*/ 455649 w 597604"/>
                <a:gd name="connsiteY846" fmla="*/ 433884 h 519126"/>
                <a:gd name="connsiteX847" fmla="*/ 458846 w 597604"/>
                <a:gd name="connsiteY847" fmla="*/ 429107 h 519126"/>
                <a:gd name="connsiteX848" fmla="*/ 464063 w 597604"/>
                <a:gd name="connsiteY848" fmla="*/ 424600 h 519126"/>
                <a:gd name="connsiteX849" fmla="*/ 471467 w 597604"/>
                <a:gd name="connsiteY849" fmla="*/ 421404 h 519126"/>
                <a:gd name="connsiteX850" fmla="*/ 476381 w 597604"/>
                <a:gd name="connsiteY850" fmla="*/ 424162 h 519126"/>
                <a:gd name="connsiteX851" fmla="*/ 481866 w 597604"/>
                <a:gd name="connsiteY851" fmla="*/ 428064 h 519126"/>
                <a:gd name="connsiteX852" fmla="*/ 487520 w 597604"/>
                <a:gd name="connsiteY852" fmla="*/ 431967 h 519126"/>
                <a:gd name="connsiteX853" fmla="*/ 490280 w 597604"/>
                <a:gd name="connsiteY853" fmla="*/ 434725 h 519126"/>
                <a:gd name="connsiteX854" fmla="*/ 493914 w 597604"/>
                <a:gd name="connsiteY854" fmla="*/ 436609 h 519126"/>
                <a:gd name="connsiteX855" fmla="*/ 494924 w 597604"/>
                <a:gd name="connsiteY855" fmla="*/ 439805 h 519126"/>
                <a:gd name="connsiteX856" fmla="*/ 497381 w 597604"/>
                <a:gd name="connsiteY856" fmla="*/ 443572 h 519126"/>
                <a:gd name="connsiteX857" fmla="*/ 498694 w 597604"/>
                <a:gd name="connsiteY857" fmla="*/ 444144 h 519126"/>
                <a:gd name="connsiteX858" fmla="*/ 501453 w 597604"/>
                <a:gd name="connsiteY858" fmla="*/ 443572 h 519126"/>
                <a:gd name="connsiteX859" fmla="*/ 502328 w 597604"/>
                <a:gd name="connsiteY859" fmla="*/ 440948 h 519126"/>
                <a:gd name="connsiteX860" fmla="*/ 502900 w 597604"/>
                <a:gd name="connsiteY860" fmla="*/ 437181 h 519126"/>
                <a:gd name="connsiteX861" fmla="*/ 502766 w 597604"/>
                <a:gd name="connsiteY861" fmla="*/ 434860 h 519126"/>
                <a:gd name="connsiteX862" fmla="*/ 502766 w 597604"/>
                <a:gd name="connsiteY862" fmla="*/ 431799 h 519126"/>
                <a:gd name="connsiteX863" fmla="*/ 503069 w 597604"/>
                <a:gd name="connsiteY863" fmla="*/ 427594 h 519126"/>
                <a:gd name="connsiteX864" fmla="*/ 504819 w 597604"/>
                <a:gd name="connsiteY864" fmla="*/ 425407 h 519126"/>
                <a:gd name="connsiteX865" fmla="*/ 507006 w 597604"/>
                <a:gd name="connsiteY865" fmla="*/ 423389 h 519126"/>
                <a:gd name="connsiteX866" fmla="*/ 509766 w 597604"/>
                <a:gd name="connsiteY866" fmla="*/ 421067 h 519126"/>
                <a:gd name="connsiteX867" fmla="*/ 509900 w 597604"/>
                <a:gd name="connsiteY867" fmla="*/ 417165 h 519126"/>
                <a:gd name="connsiteX868" fmla="*/ 515252 w 597604"/>
                <a:gd name="connsiteY868" fmla="*/ 411245 h 519126"/>
                <a:gd name="connsiteX869" fmla="*/ 516564 w 597604"/>
                <a:gd name="connsiteY869" fmla="*/ 410505 h 519126"/>
                <a:gd name="connsiteX870" fmla="*/ 518449 w 597604"/>
                <a:gd name="connsiteY870" fmla="*/ 409630 h 519126"/>
                <a:gd name="connsiteX871" fmla="*/ 521343 w 597604"/>
                <a:gd name="connsiteY871" fmla="*/ 410942 h 519126"/>
                <a:gd name="connsiteX872" fmla="*/ 522656 w 597604"/>
                <a:gd name="connsiteY872" fmla="*/ 413398 h 519126"/>
                <a:gd name="connsiteX873" fmla="*/ 522521 w 597604"/>
                <a:gd name="connsiteY873" fmla="*/ 417468 h 519126"/>
                <a:gd name="connsiteX874" fmla="*/ 527165 w 597604"/>
                <a:gd name="connsiteY874" fmla="*/ 421942 h 519126"/>
                <a:gd name="connsiteX875" fmla="*/ 531641 w 597604"/>
                <a:gd name="connsiteY875" fmla="*/ 422077 h 519126"/>
                <a:gd name="connsiteX876" fmla="*/ 536993 w 597604"/>
                <a:gd name="connsiteY876" fmla="*/ 421639 h 519126"/>
                <a:gd name="connsiteX877" fmla="*/ 540896 w 597604"/>
                <a:gd name="connsiteY877" fmla="*/ 417434 h 519126"/>
                <a:gd name="connsiteX878" fmla="*/ 542041 w 597604"/>
                <a:gd name="connsiteY878" fmla="*/ 416863 h 519126"/>
                <a:gd name="connsiteX879" fmla="*/ 543791 w 597604"/>
                <a:gd name="connsiteY879" fmla="*/ 413835 h 519126"/>
                <a:gd name="connsiteX880" fmla="*/ 544935 w 597604"/>
                <a:gd name="connsiteY880" fmla="*/ 409630 h 519126"/>
                <a:gd name="connsiteX881" fmla="*/ 544800 w 597604"/>
                <a:gd name="connsiteY881" fmla="*/ 406602 h 519126"/>
                <a:gd name="connsiteX882" fmla="*/ 543925 w 597604"/>
                <a:gd name="connsiteY882" fmla="*/ 404012 h 519126"/>
                <a:gd name="connsiteX883" fmla="*/ 539719 w 597604"/>
                <a:gd name="connsiteY883" fmla="*/ 403003 h 519126"/>
                <a:gd name="connsiteX884" fmla="*/ 536084 w 597604"/>
                <a:gd name="connsiteY884" fmla="*/ 403877 h 519126"/>
                <a:gd name="connsiteX885" fmla="*/ 534132 w 597604"/>
                <a:gd name="connsiteY885" fmla="*/ 404180 h 519126"/>
                <a:gd name="connsiteX886" fmla="*/ 532314 w 597604"/>
                <a:gd name="connsiteY886" fmla="*/ 403608 h 519126"/>
                <a:gd name="connsiteX887" fmla="*/ 532314 w 597604"/>
                <a:gd name="connsiteY887" fmla="*/ 402296 h 519126"/>
                <a:gd name="connsiteX888" fmla="*/ 533055 w 597604"/>
                <a:gd name="connsiteY888" fmla="*/ 400547 h 519126"/>
                <a:gd name="connsiteX889" fmla="*/ 534502 w 597604"/>
                <a:gd name="connsiteY889" fmla="*/ 399235 h 519126"/>
                <a:gd name="connsiteX890" fmla="*/ 535949 w 597604"/>
                <a:gd name="connsiteY890" fmla="*/ 397923 h 519126"/>
                <a:gd name="connsiteX891" fmla="*/ 537531 w 597604"/>
                <a:gd name="connsiteY891" fmla="*/ 396914 h 519126"/>
                <a:gd name="connsiteX892" fmla="*/ 539685 w 597604"/>
                <a:gd name="connsiteY892" fmla="*/ 395602 h 519126"/>
                <a:gd name="connsiteX893" fmla="*/ 544026 w 597604"/>
                <a:gd name="connsiteY893" fmla="*/ 393281 h 519126"/>
                <a:gd name="connsiteX894" fmla="*/ 545473 w 597604"/>
                <a:gd name="connsiteY894" fmla="*/ 392406 h 519126"/>
                <a:gd name="connsiteX895" fmla="*/ 548233 w 597604"/>
                <a:gd name="connsiteY895" fmla="*/ 390657 h 519126"/>
                <a:gd name="connsiteX896" fmla="*/ 549848 w 597604"/>
                <a:gd name="connsiteY896" fmla="*/ 389782 h 519126"/>
                <a:gd name="connsiteX897" fmla="*/ 551868 w 597604"/>
                <a:gd name="connsiteY897" fmla="*/ 389211 h 519126"/>
                <a:gd name="connsiteX898" fmla="*/ 554055 w 597604"/>
                <a:gd name="connsiteY898" fmla="*/ 389211 h 519126"/>
                <a:gd name="connsiteX899" fmla="*/ 555200 w 597604"/>
                <a:gd name="connsiteY899" fmla="*/ 390085 h 519126"/>
                <a:gd name="connsiteX900" fmla="*/ 555906 w 597604"/>
                <a:gd name="connsiteY900" fmla="*/ 391532 h 519126"/>
                <a:gd name="connsiteX901" fmla="*/ 558094 w 597604"/>
                <a:gd name="connsiteY901" fmla="*/ 394290 h 519126"/>
                <a:gd name="connsiteX902" fmla="*/ 559978 w 597604"/>
                <a:gd name="connsiteY902" fmla="*/ 396174 h 519126"/>
                <a:gd name="connsiteX903" fmla="*/ 561863 w 597604"/>
                <a:gd name="connsiteY903" fmla="*/ 397183 h 519126"/>
                <a:gd name="connsiteX904" fmla="*/ 564185 w 597604"/>
                <a:gd name="connsiteY904" fmla="*/ 397923 h 519126"/>
                <a:gd name="connsiteX905" fmla="*/ 567786 w 597604"/>
                <a:gd name="connsiteY905" fmla="*/ 398361 h 519126"/>
                <a:gd name="connsiteX906" fmla="*/ 571421 w 597604"/>
                <a:gd name="connsiteY906" fmla="*/ 398933 h 519126"/>
                <a:gd name="connsiteX907" fmla="*/ 574450 w 597604"/>
                <a:gd name="connsiteY907" fmla="*/ 398495 h 519126"/>
                <a:gd name="connsiteX908" fmla="*/ 575762 w 597604"/>
                <a:gd name="connsiteY908" fmla="*/ 395737 h 519126"/>
                <a:gd name="connsiteX909" fmla="*/ 576772 w 597604"/>
                <a:gd name="connsiteY909" fmla="*/ 395299 h 519126"/>
                <a:gd name="connsiteX910" fmla="*/ 576638 w 597604"/>
                <a:gd name="connsiteY910" fmla="*/ 393146 h 519126"/>
                <a:gd name="connsiteX911" fmla="*/ 576503 w 597604"/>
                <a:gd name="connsiteY911" fmla="*/ 392137 h 519126"/>
                <a:gd name="connsiteX912" fmla="*/ 574753 w 597604"/>
                <a:gd name="connsiteY912" fmla="*/ 390119 h 519126"/>
                <a:gd name="connsiteX913" fmla="*/ 574450 w 597604"/>
                <a:gd name="connsiteY913" fmla="*/ 389244 h 519126"/>
                <a:gd name="connsiteX914" fmla="*/ 575762 w 597604"/>
                <a:gd name="connsiteY914" fmla="*/ 387360 h 519126"/>
                <a:gd name="connsiteX915" fmla="*/ 578085 w 597604"/>
                <a:gd name="connsiteY915" fmla="*/ 386048 h 519126"/>
                <a:gd name="connsiteX916" fmla="*/ 578657 w 597604"/>
                <a:gd name="connsiteY916" fmla="*/ 384165 h 519126"/>
                <a:gd name="connsiteX917" fmla="*/ 579801 w 597604"/>
                <a:gd name="connsiteY917" fmla="*/ 380969 h 519126"/>
                <a:gd name="connsiteX918" fmla="*/ 581989 w 597604"/>
                <a:gd name="connsiteY918" fmla="*/ 377504 h 519126"/>
                <a:gd name="connsiteX919" fmla="*/ 584883 w 597604"/>
                <a:gd name="connsiteY919" fmla="*/ 374308 h 519126"/>
                <a:gd name="connsiteX920" fmla="*/ 587071 w 597604"/>
                <a:gd name="connsiteY920" fmla="*/ 371550 h 519126"/>
                <a:gd name="connsiteX921" fmla="*/ 587373 w 597604"/>
                <a:gd name="connsiteY921" fmla="*/ 364317 h 519126"/>
                <a:gd name="connsiteX922" fmla="*/ 589696 w 597604"/>
                <a:gd name="connsiteY922" fmla="*/ 363174 h 519126"/>
                <a:gd name="connsiteX923" fmla="*/ 592287 w 597604"/>
                <a:gd name="connsiteY923" fmla="*/ 363174 h 519126"/>
                <a:gd name="connsiteX924" fmla="*/ 593162 w 597604"/>
                <a:gd name="connsiteY924" fmla="*/ 363005 h 519126"/>
                <a:gd name="connsiteX925" fmla="*/ 592758 w 597604"/>
                <a:gd name="connsiteY925" fmla="*/ 357320 h 519126"/>
                <a:gd name="connsiteX926" fmla="*/ 592758 w 597604"/>
                <a:gd name="connsiteY926" fmla="*/ 357320 h 51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Lst>
              <a:rect l="l" t="t" r="r" b="b"/>
              <a:pathLst>
                <a:path w="597604" h="519126">
                  <a:moveTo>
                    <a:pt x="592758" y="357320"/>
                  </a:moveTo>
                  <a:lnTo>
                    <a:pt x="590739" y="350660"/>
                  </a:lnTo>
                  <a:lnTo>
                    <a:pt x="583200" y="346589"/>
                  </a:lnTo>
                  <a:cubicBezTo>
                    <a:pt x="583200" y="346589"/>
                    <a:pt x="584075" y="343393"/>
                    <a:pt x="584344" y="342552"/>
                  </a:cubicBezTo>
                  <a:cubicBezTo>
                    <a:pt x="584647" y="341678"/>
                    <a:pt x="590705" y="338348"/>
                    <a:pt x="590705" y="338348"/>
                  </a:cubicBezTo>
                  <a:lnTo>
                    <a:pt x="587945" y="335589"/>
                  </a:lnTo>
                  <a:lnTo>
                    <a:pt x="583167" y="335589"/>
                  </a:lnTo>
                  <a:lnTo>
                    <a:pt x="579969" y="338785"/>
                  </a:lnTo>
                  <a:cubicBezTo>
                    <a:pt x="579969" y="338785"/>
                    <a:pt x="578219" y="341678"/>
                    <a:pt x="577344" y="341981"/>
                  </a:cubicBezTo>
                  <a:cubicBezTo>
                    <a:pt x="576469" y="342283"/>
                    <a:pt x="572431" y="338213"/>
                    <a:pt x="572431" y="338213"/>
                  </a:cubicBezTo>
                  <a:cubicBezTo>
                    <a:pt x="572431" y="338213"/>
                    <a:pt x="570681" y="338516"/>
                    <a:pt x="570984" y="335623"/>
                  </a:cubicBezTo>
                  <a:cubicBezTo>
                    <a:pt x="571287" y="332730"/>
                    <a:pt x="570950" y="327818"/>
                    <a:pt x="570950" y="327818"/>
                  </a:cubicBezTo>
                  <a:lnTo>
                    <a:pt x="573306" y="322032"/>
                  </a:lnTo>
                  <a:lnTo>
                    <a:pt x="576772" y="317121"/>
                  </a:lnTo>
                  <a:lnTo>
                    <a:pt x="579969" y="312781"/>
                  </a:lnTo>
                  <a:cubicBezTo>
                    <a:pt x="579969" y="312781"/>
                    <a:pt x="582830" y="308139"/>
                    <a:pt x="581820" y="306995"/>
                  </a:cubicBezTo>
                  <a:cubicBezTo>
                    <a:pt x="580811" y="305852"/>
                    <a:pt x="583974" y="305246"/>
                    <a:pt x="581820" y="304102"/>
                  </a:cubicBezTo>
                  <a:cubicBezTo>
                    <a:pt x="579667" y="302959"/>
                    <a:pt x="577041" y="297442"/>
                    <a:pt x="577041" y="297442"/>
                  </a:cubicBezTo>
                  <a:cubicBezTo>
                    <a:pt x="577041" y="297442"/>
                    <a:pt x="574719" y="294851"/>
                    <a:pt x="573272" y="294549"/>
                  </a:cubicBezTo>
                  <a:cubicBezTo>
                    <a:pt x="571825" y="294246"/>
                    <a:pt x="570916" y="291925"/>
                    <a:pt x="570916" y="291925"/>
                  </a:cubicBezTo>
                  <a:lnTo>
                    <a:pt x="574719" y="288157"/>
                  </a:lnTo>
                  <a:lnTo>
                    <a:pt x="581787" y="284692"/>
                  </a:lnTo>
                  <a:lnTo>
                    <a:pt x="585724" y="283549"/>
                  </a:lnTo>
                  <a:cubicBezTo>
                    <a:pt x="585724" y="283549"/>
                    <a:pt x="586599" y="283549"/>
                    <a:pt x="589191" y="282102"/>
                  </a:cubicBezTo>
                  <a:cubicBezTo>
                    <a:pt x="591782" y="280655"/>
                    <a:pt x="595854" y="277460"/>
                    <a:pt x="595854" y="277460"/>
                  </a:cubicBezTo>
                  <a:lnTo>
                    <a:pt x="597604" y="273389"/>
                  </a:lnTo>
                  <a:lnTo>
                    <a:pt x="594407" y="270934"/>
                  </a:lnTo>
                  <a:lnTo>
                    <a:pt x="589763" y="269622"/>
                  </a:lnTo>
                  <a:lnTo>
                    <a:pt x="588316" y="269622"/>
                  </a:lnTo>
                  <a:cubicBezTo>
                    <a:pt x="588316" y="269622"/>
                    <a:pt x="587441" y="269050"/>
                    <a:pt x="588316" y="267301"/>
                  </a:cubicBezTo>
                  <a:cubicBezTo>
                    <a:pt x="589191" y="265551"/>
                    <a:pt x="590066" y="263836"/>
                    <a:pt x="590066" y="263836"/>
                  </a:cubicBezTo>
                  <a:lnTo>
                    <a:pt x="594138" y="260943"/>
                  </a:lnTo>
                  <a:lnTo>
                    <a:pt x="595282" y="260943"/>
                  </a:lnTo>
                  <a:lnTo>
                    <a:pt x="597604" y="257478"/>
                  </a:lnTo>
                  <a:lnTo>
                    <a:pt x="595854" y="253138"/>
                  </a:lnTo>
                  <a:lnTo>
                    <a:pt x="591513" y="249371"/>
                  </a:lnTo>
                  <a:lnTo>
                    <a:pt x="588046" y="245031"/>
                  </a:lnTo>
                  <a:lnTo>
                    <a:pt x="588619" y="240254"/>
                  </a:lnTo>
                  <a:lnTo>
                    <a:pt x="582224" y="236621"/>
                  </a:lnTo>
                  <a:lnTo>
                    <a:pt x="577883" y="236621"/>
                  </a:lnTo>
                  <a:lnTo>
                    <a:pt x="570882" y="238371"/>
                  </a:lnTo>
                  <a:lnTo>
                    <a:pt x="568325" y="238942"/>
                  </a:lnTo>
                  <a:lnTo>
                    <a:pt x="566003" y="242138"/>
                  </a:lnTo>
                  <a:lnTo>
                    <a:pt x="563681" y="244459"/>
                  </a:lnTo>
                  <a:lnTo>
                    <a:pt x="559777" y="245031"/>
                  </a:lnTo>
                  <a:lnTo>
                    <a:pt x="557892" y="242710"/>
                  </a:lnTo>
                  <a:lnTo>
                    <a:pt x="557892" y="240961"/>
                  </a:lnTo>
                  <a:lnTo>
                    <a:pt x="554998" y="241264"/>
                  </a:lnTo>
                  <a:lnTo>
                    <a:pt x="552103" y="242138"/>
                  </a:lnTo>
                  <a:lnTo>
                    <a:pt x="547459" y="245334"/>
                  </a:lnTo>
                  <a:lnTo>
                    <a:pt x="540796" y="247083"/>
                  </a:lnTo>
                  <a:lnTo>
                    <a:pt x="539045" y="247655"/>
                  </a:lnTo>
                  <a:lnTo>
                    <a:pt x="532685" y="248799"/>
                  </a:lnTo>
                  <a:lnTo>
                    <a:pt x="524843" y="250245"/>
                  </a:lnTo>
                  <a:lnTo>
                    <a:pt x="524843" y="246175"/>
                  </a:lnTo>
                  <a:lnTo>
                    <a:pt x="527435" y="243282"/>
                  </a:lnTo>
                  <a:cubicBezTo>
                    <a:pt x="527435" y="243282"/>
                    <a:pt x="529757" y="241835"/>
                    <a:pt x="530632" y="240692"/>
                  </a:cubicBezTo>
                  <a:cubicBezTo>
                    <a:pt x="531507" y="239548"/>
                    <a:pt x="534704" y="236621"/>
                    <a:pt x="534704" y="236621"/>
                  </a:cubicBezTo>
                  <a:lnTo>
                    <a:pt x="540796" y="231104"/>
                  </a:lnTo>
                  <a:lnTo>
                    <a:pt x="541940" y="228783"/>
                  </a:lnTo>
                  <a:lnTo>
                    <a:pt x="543690" y="226193"/>
                  </a:lnTo>
                  <a:cubicBezTo>
                    <a:pt x="543690" y="226193"/>
                    <a:pt x="544262" y="225049"/>
                    <a:pt x="545440" y="224746"/>
                  </a:cubicBezTo>
                  <a:cubicBezTo>
                    <a:pt x="546584" y="224444"/>
                    <a:pt x="550353" y="222997"/>
                    <a:pt x="550353" y="222997"/>
                  </a:cubicBezTo>
                  <a:lnTo>
                    <a:pt x="553248" y="221820"/>
                  </a:lnTo>
                  <a:cubicBezTo>
                    <a:pt x="553248" y="221820"/>
                    <a:pt x="554695" y="221517"/>
                    <a:pt x="554695" y="220373"/>
                  </a:cubicBezTo>
                  <a:cubicBezTo>
                    <a:pt x="554695" y="219230"/>
                    <a:pt x="554964" y="217480"/>
                    <a:pt x="554964" y="216303"/>
                  </a:cubicBezTo>
                  <a:cubicBezTo>
                    <a:pt x="554964" y="215159"/>
                    <a:pt x="555536" y="212838"/>
                    <a:pt x="556411" y="211963"/>
                  </a:cubicBezTo>
                  <a:cubicBezTo>
                    <a:pt x="557286" y="211089"/>
                    <a:pt x="558161" y="208499"/>
                    <a:pt x="559036" y="208499"/>
                  </a:cubicBezTo>
                  <a:cubicBezTo>
                    <a:pt x="559911" y="208499"/>
                    <a:pt x="559339" y="207052"/>
                    <a:pt x="561224" y="207052"/>
                  </a:cubicBezTo>
                  <a:cubicBezTo>
                    <a:pt x="563108" y="207052"/>
                    <a:pt x="565733" y="207052"/>
                    <a:pt x="565733" y="207052"/>
                  </a:cubicBezTo>
                  <a:cubicBezTo>
                    <a:pt x="565733" y="207052"/>
                    <a:pt x="567753" y="207927"/>
                    <a:pt x="568931" y="207052"/>
                  </a:cubicBezTo>
                  <a:cubicBezTo>
                    <a:pt x="570075" y="206177"/>
                    <a:pt x="572700" y="204731"/>
                    <a:pt x="573844" y="204428"/>
                  </a:cubicBezTo>
                  <a:cubicBezTo>
                    <a:pt x="574988" y="204125"/>
                    <a:pt x="574147" y="203553"/>
                    <a:pt x="576469" y="202982"/>
                  </a:cubicBezTo>
                  <a:cubicBezTo>
                    <a:pt x="578791" y="202410"/>
                    <a:pt x="579364" y="200963"/>
                    <a:pt x="580508" y="200661"/>
                  </a:cubicBezTo>
                  <a:cubicBezTo>
                    <a:pt x="581686" y="200358"/>
                    <a:pt x="584849" y="198642"/>
                    <a:pt x="585724" y="198339"/>
                  </a:cubicBezTo>
                  <a:cubicBezTo>
                    <a:pt x="586599" y="198037"/>
                    <a:pt x="587441" y="196018"/>
                    <a:pt x="587441" y="196018"/>
                  </a:cubicBezTo>
                  <a:cubicBezTo>
                    <a:pt x="587441" y="196018"/>
                    <a:pt x="588619" y="195144"/>
                    <a:pt x="588619" y="192822"/>
                  </a:cubicBezTo>
                  <a:cubicBezTo>
                    <a:pt x="588619" y="190501"/>
                    <a:pt x="588922" y="187036"/>
                    <a:pt x="588922" y="187036"/>
                  </a:cubicBezTo>
                  <a:lnTo>
                    <a:pt x="589224" y="181250"/>
                  </a:lnTo>
                  <a:lnTo>
                    <a:pt x="586902" y="178055"/>
                  </a:lnTo>
                  <a:lnTo>
                    <a:pt x="582561" y="172538"/>
                  </a:lnTo>
                  <a:cubicBezTo>
                    <a:pt x="582561" y="172538"/>
                    <a:pt x="580811" y="171663"/>
                    <a:pt x="579969" y="170519"/>
                  </a:cubicBezTo>
                  <a:cubicBezTo>
                    <a:pt x="579094" y="169376"/>
                    <a:pt x="577344" y="167324"/>
                    <a:pt x="577344" y="166180"/>
                  </a:cubicBezTo>
                  <a:cubicBezTo>
                    <a:pt x="577344" y="165036"/>
                    <a:pt x="575594" y="162109"/>
                    <a:pt x="575594" y="160966"/>
                  </a:cubicBezTo>
                  <a:cubicBezTo>
                    <a:pt x="575594" y="159822"/>
                    <a:pt x="575594" y="155751"/>
                    <a:pt x="575897" y="154877"/>
                  </a:cubicBezTo>
                  <a:cubicBezTo>
                    <a:pt x="576166" y="154002"/>
                    <a:pt x="577344" y="151681"/>
                    <a:pt x="576166" y="149966"/>
                  </a:cubicBezTo>
                  <a:cubicBezTo>
                    <a:pt x="575022" y="148216"/>
                    <a:pt x="574147" y="147375"/>
                    <a:pt x="573844" y="146501"/>
                  </a:cubicBezTo>
                  <a:cubicBezTo>
                    <a:pt x="573541" y="145626"/>
                    <a:pt x="574719" y="143910"/>
                    <a:pt x="575291" y="142733"/>
                  </a:cubicBezTo>
                  <a:cubicBezTo>
                    <a:pt x="575864" y="141589"/>
                    <a:pt x="574719" y="143305"/>
                    <a:pt x="575864" y="141589"/>
                  </a:cubicBezTo>
                  <a:cubicBezTo>
                    <a:pt x="577008" y="139840"/>
                    <a:pt x="577613" y="141018"/>
                    <a:pt x="577613" y="137822"/>
                  </a:cubicBezTo>
                  <a:cubicBezTo>
                    <a:pt x="577613" y="134626"/>
                    <a:pt x="576436" y="132305"/>
                    <a:pt x="575594" y="131464"/>
                  </a:cubicBezTo>
                  <a:cubicBezTo>
                    <a:pt x="574719" y="130589"/>
                    <a:pt x="573272" y="130589"/>
                    <a:pt x="574450" y="128268"/>
                  </a:cubicBezTo>
                  <a:cubicBezTo>
                    <a:pt x="575594" y="125947"/>
                    <a:pt x="577344" y="125947"/>
                    <a:pt x="577344" y="123626"/>
                  </a:cubicBezTo>
                  <a:cubicBezTo>
                    <a:pt x="577344" y="121305"/>
                    <a:pt x="579094" y="120430"/>
                    <a:pt x="579094" y="119286"/>
                  </a:cubicBezTo>
                  <a:cubicBezTo>
                    <a:pt x="579094" y="118142"/>
                    <a:pt x="578522" y="116090"/>
                    <a:pt x="577950" y="114947"/>
                  </a:cubicBezTo>
                  <a:cubicBezTo>
                    <a:pt x="577378" y="113769"/>
                    <a:pt x="577378" y="113769"/>
                    <a:pt x="577378" y="113769"/>
                  </a:cubicBezTo>
                  <a:cubicBezTo>
                    <a:pt x="577378" y="113769"/>
                    <a:pt x="573036" y="112895"/>
                    <a:pt x="572734" y="110002"/>
                  </a:cubicBezTo>
                  <a:cubicBezTo>
                    <a:pt x="572464" y="107109"/>
                    <a:pt x="571859" y="107983"/>
                    <a:pt x="571589" y="105359"/>
                  </a:cubicBezTo>
                  <a:cubicBezTo>
                    <a:pt x="571287" y="102736"/>
                    <a:pt x="570445" y="101592"/>
                    <a:pt x="570714" y="98699"/>
                  </a:cubicBezTo>
                  <a:cubicBezTo>
                    <a:pt x="571017" y="95806"/>
                    <a:pt x="572464" y="96378"/>
                    <a:pt x="572161" y="93485"/>
                  </a:cubicBezTo>
                  <a:cubicBezTo>
                    <a:pt x="571926" y="91197"/>
                    <a:pt x="571522" y="88775"/>
                    <a:pt x="571354" y="87833"/>
                  </a:cubicBezTo>
                  <a:lnTo>
                    <a:pt x="571354" y="87833"/>
                  </a:lnTo>
                  <a:lnTo>
                    <a:pt x="568594" y="87530"/>
                  </a:lnTo>
                  <a:lnTo>
                    <a:pt x="567517" y="88842"/>
                  </a:lnTo>
                  <a:lnTo>
                    <a:pt x="564690" y="88842"/>
                  </a:lnTo>
                  <a:lnTo>
                    <a:pt x="562738" y="90154"/>
                  </a:lnTo>
                  <a:cubicBezTo>
                    <a:pt x="562738" y="90154"/>
                    <a:pt x="561325" y="92206"/>
                    <a:pt x="560887" y="92980"/>
                  </a:cubicBezTo>
                  <a:cubicBezTo>
                    <a:pt x="560450" y="93754"/>
                    <a:pt x="559474" y="94931"/>
                    <a:pt x="559474" y="94931"/>
                  </a:cubicBezTo>
                  <a:lnTo>
                    <a:pt x="558969" y="97656"/>
                  </a:lnTo>
                  <a:cubicBezTo>
                    <a:pt x="558969" y="97656"/>
                    <a:pt x="559036" y="99506"/>
                    <a:pt x="558935" y="100044"/>
                  </a:cubicBezTo>
                  <a:cubicBezTo>
                    <a:pt x="558834" y="100583"/>
                    <a:pt x="559036" y="101121"/>
                    <a:pt x="558935" y="101794"/>
                  </a:cubicBezTo>
                  <a:cubicBezTo>
                    <a:pt x="558834" y="102433"/>
                    <a:pt x="558935" y="103543"/>
                    <a:pt x="558935" y="103543"/>
                  </a:cubicBezTo>
                  <a:cubicBezTo>
                    <a:pt x="558935" y="103543"/>
                    <a:pt x="558060" y="106032"/>
                    <a:pt x="558060" y="106369"/>
                  </a:cubicBezTo>
                  <a:cubicBezTo>
                    <a:pt x="558060" y="106705"/>
                    <a:pt x="557286" y="107681"/>
                    <a:pt x="557286" y="107681"/>
                  </a:cubicBezTo>
                  <a:cubicBezTo>
                    <a:pt x="557286" y="107681"/>
                    <a:pt x="556411" y="109093"/>
                    <a:pt x="556209" y="109430"/>
                  </a:cubicBezTo>
                  <a:cubicBezTo>
                    <a:pt x="556007" y="109766"/>
                    <a:pt x="555031" y="111919"/>
                    <a:pt x="555031" y="111919"/>
                  </a:cubicBezTo>
                  <a:cubicBezTo>
                    <a:pt x="555031" y="111919"/>
                    <a:pt x="555132" y="113433"/>
                    <a:pt x="554998" y="113870"/>
                  </a:cubicBezTo>
                  <a:cubicBezTo>
                    <a:pt x="554897" y="114308"/>
                    <a:pt x="555099" y="116494"/>
                    <a:pt x="554998" y="116898"/>
                  </a:cubicBezTo>
                  <a:cubicBezTo>
                    <a:pt x="554897" y="117335"/>
                    <a:pt x="554123" y="118412"/>
                    <a:pt x="553921" y="118748"/>
                  </a:cubicBezTo>
                  <a:cubicBezTo>
                    <a:pt x="553685" y="119084"/>
                    <a:pt x="552844" y="119084"/>
                    <a:pt x="552406" y="119084"/>
                  </a:cubicBezTo>
                  <a:cubicBezTo>
                    <a:pt x="551969" y="119084"/>
                    <a:pt x="550454" y="118983"/>
                    <a:pt x="550454" y="118983"/>
                  </a:cubicBezTo>
                  <a:lnTo>
                    <a:pt x="548166" y="117772"/>
                  </a:lnTo>
                  <a:lnTo>
                    <a:pt x="546651" y="117436"/>
                  </a:lnTo>
                  <a:lnTo>
                    <a:pt x="544901" y="120161"/>
                  </a:lnTo>
                  <a:lnTo>
                    <a:pt x="540762" y="120161"/>
                  </a:lnTo>
                  <a:lnTo>
                    <a:pt x="538036" y="119724"/>
                  </a:lnTo>
                  <a:lnTo>
                    <a:pt x="533930" y="116696"/>
                  </a:lnTo>
                  <a:lnTo>
                    <a:pt x="530766" y="112895"/>
                  </a:lnTo>
                  <a:lnTo>
                    <a:pt x="528141" y="111482"/>
                  </a:lnTo>
                  <a:cubicBezTo>
                    <a:pt x="528141" y="111482"/>
                    <a:pt x="527367" y="112020"/>
                    <a:pt x="527064" y="112121"/>
                  </a:cubicBezTo>
                  <a:cubicBezTo>
                    <a:pt x="526728" y="112222"/>
                    <a:pt x="526425" y="113332"/>
                    <a:pt x="525987" y="114308"/>
                  </a:cubicBezTo>
                  <a:cubicBezTo>
                    <a:pt x="525550" y="115283"/>
                    <a:pt x="524237" y="115720"/>
                    <a:pt x="522958" y="116360"/>
                  </a:cubicBezTo>
                  <a:cubicBezTo>
                    <a:pt x="521646" y="116999"/>
                    <a:pt x="521007" y="116158"/>
                    <a:pt x="521242" y="115821"/>
                  </a:cubicBezTo>
                  <a:cubicBezTo>
                    <a:pt x="521478" y="115485"/>
                    <a:pt x="519694" y="114072"/>
                    <a:pt x="519694" y="114072"/>
                  </a:cubicBezTo>
                  <a:lnTo>
                    <a:pt x="519694" y="110170"/>
                  </a:lnTo>
                  <a:cubicBezTo>
                    <a:pt x="519694" y="110170"/>
                    <a:pt x="520569" y="107344"/>
                    <a:pt x="520805" y="106907"/>
                  </a:cubicBezTo>
                  <a:cubicBezTo>
                    <a:pt x="521040" y="106470"/>
                    <a:pt x="521107" y="104418"/>
                    <a:pt x="521208" y="103307"/>
                  </a:cubicBezTo>
                  <a:cubicBezTo>
                    <a:pt x="521309" y="102231"/>
                    <a:pt x="521107" y="100482"/>
                    <a:pt x="521107" y="100482"/>
                  </a:cubicBezTo>
                  <a:cubicBezTo>
                    <a:pt x="521107" y="100482"/>
                    <a:pt x="521309" y="95907"/>
                    <a:pt x="521107" y="95267"/>
                  </a:cubicBezTo>
                  <a:cubicBezTo>
                    <a:pt x="520872" y="94628"/>
                    <a:pt x="521107" y="93216"/>
                    <a:pt x="521107" y="93216"/>
                  </a:cubicBezTo>
                  <a:lnTo>
                    <a:pt x="520434" y="91164"/>
                  </a:lnTo>
                  <a:lnTo>
                    <a:pt x="519122" y="88977"/>
                  </a:lnTo>
                  <a:lnTo>
                    <a:pt x="516497" y="86689"/>
                  </a:lnTo>
                  <a:lnTo>
                    <a:pt x="514208" y="87329"/>
                  </a:lnTo>
                  <a:cubicBezTo>
                    <a:pt x="514208" y="87329"/>
                    <a:pt x="512694" y="88102"/>
                    <a:pt x="512357" y="88102"/>
                  </a:cubicBezTo>
                  <a:cubicBezTo>
                    <a:pt x="512021" y="88102"/>
                    <a:pt x="510304" y="88977"/>
                    <a:pt x="510304" y="88977"/>
                  </a:cubicBezTo>
                  <a:lnTo>
                    <a:pt x="509968" y="89616"/>
                  </a:lnTo>
                  <a:cubicBezTo>
                    <a:pt x="509968" y="89616"/>
                    <a:pt x="509968" y="91668"/>
                    <a:pt x="510069" y="92005"/>
                  </a:cubicBezTo>
                  <a:cubicBezTo>
                    <a:pt x="510170" y="92341"/>
                    <a:pt x="510607" y="93417"/>
                    <a:pt x="510977" y="93855"/>
                  </a:cubicBezTo>
                  <a:cubicBezTo>
                    <a:pt x="511348" y="94292"/>
                    <a:pt x="510809" y="94729"/>
                    <a:pt x="510944" y="95066"/>
                  </a:cubicBezTo>
                  <a:cubicBezTo>
                    <a:pt x="511045" y="95402"/>
                    <a:pt x="510944" y="98430"/>
                    <a:pt x="510944" y="98430"/>
                  </a:cubicBezTo>
                  <a:lnTo>
                    <a:pt x="510944" y="100482"/>
                  </a:lnTo>
                  <a:cubicBezTo>
                    <a:pt x="510944" y="100482"/>
                    <a:pt x="510069" y="101895"/>
                    <a:pt x="509631" y="101895"/>
                  </a:cubicBezTo>
                  <a:cubicBezTo>
                    <a:pt x="509194" y="101895"/>
                    <a:pt x="504852" y="101457"/>
                    <a:pt x="504415" y="101356"/>
                  </a:cubicBezTo>
                  <a:cubicBezTo>
                    <a:pt x="503977" y="101255"/>
                    <a:pt x="502025" y="98295"/>
                    <a:pt x="502025" y="98295"/>
                  </a:cubicBezTo>
                  <a:lnTo>
                    <a:pt x="502362" y="92846"/>
                  </a:lnTo>
                  <a:lnTo>
                    <a:pt x="502025" y="89482"/>
                  </a:lnTo>
                  <a:lnTo>
                    <a:pt x="502799" y="85781"/>
                  </a:lnTo>
                  <a:lnTo>
                    <a:pt x="503641" y="81374"/>
                  </a:lnTo>
                  <a:lnTo>
                    <a:pt x="504583" y="79928"/>
                  </a:lnTo>
                  <a:cubicBezTo>
                    <a:pt x="504583" y="79928"/>
                    <a:pt x="505593" y="78111"/>
                    <a:pt x="505895" y="78044"/>
                  </a:cubicBezTo>
                  <a:cubicBezTo>
                    <a:pt x="506198" y="77977"/>
                    <a:pt x="507713" y="77169"/>
                    <a:pt x="507780" y="76968"/>
                  </a:cubicBezTo>
                  <a:cubicBezTo>
                    <a:pt x="507848" y="76766"/>
                    <a:pt x="509160" y="75084"/>
                    <a:pt x="509530" y="74781"/>
                  </a:cubicBezTo>
                  <a:cubicBezTo>
                    <a:pt x="509900" y="74478"/>
                    <a:pt x="510271" y="73469"/>
                    <a:pt x="510271" y="73469"/>
                  </a:cubicBezTo>
                  <a:lnTo>
                    <a:pt x="510977" y="68827"/>
                  </a:lnTo>
                  <a:lnTo>
                    <a:pt x="510977" y="65496"/>
                  </a:lnTo>
                  <a:lnTo>
                    <a:pt x="510775" y="63175"/>
                  </a:lnTo>
                  <a:cubicBezTo>
                    <a:pt x="510775" y="63175"/>
                    <a:pt x="507747" y="60585"/>
                    <a:pt x="507511" y="60417"/>
                  </a:cubicBezTo>
                  <a:cubicBezTo>
                    <a:pt x="507309" y="60282"/>
                    <a:pt x="505424" y="59475"/>
                    <a:pt x="504549" y="59408"/>
                  </a:cubicBezTo>
                  <a:cubicBezTo>
                    <a:pt x="503674" y="59340"/>
                    <a:pt x="501924" y="59038"/>
                    <a:pt x="501924" y="59038"/>
                  </a:cubicBezTo>
                  <a:cubicBezTo>
                    <a:pt x="501924" y="59038"/>
                    <a:pt x="500477" y="60551"/>
                    <a:pt x="500107" y="61056"/>
                  </a:cubicBezTo>
                  <a:cubicBezTo>
                    <a:pt x="499737" y="61560"/>
                    <a:pt x="499097" y="62570"/>
                    <a:pt x="498929" y="63579"/>
                  </a:cubicBezTo>
                  <a:cubicBezTo>
                    <a:pt x="498794" y="64588"/>
                    <a:pt x="498559" y="65093"/>
                    <a:pt x="498559" y="65530"/>
                  </a:cubicBezTo>
                  <a:cubicBezTo>
                    <a:pt x="498559" y="65967"/>
                    <a:pt x="498626" y="66977"/>
                    <a:pt x="498559" y="67212"/>
                  </a:cubicBezTo>
                  <a:cubicBezTo>
                    <a:pt x="498492" y="67414"/>
                    <a:pt x="497919" y="69163"/>
                    <a:pt x="497549" y="69903"/>
                  </a:cubicBezTo>
                  <a:cubicBezTo>
                    <a:pt x="497179" y="70643"/>
                    <a:pt x="496977" y="71484"/>
                    <a:pt x="496742" y="71652"/>
                  </a:cubicBezTo>
                  <a:cubicBezTo>
                    <a:pt x="496506" y="71787"/>
                    <a:pt x="495866" y="73974"/>
                    <a:pt x="495362" y="73974"/>
                  </a:cubicBezTo>
                  <a:cubicBezTo>
                    <a:pt x="494857" y="73974"/>
                    <a:pt x="491727" y="73604"/>
                    <a:pt x="491727" y="73604"/>
                  </a:cubicBezTo>
                  <a:lnTo>
                    <a:pt x="487655" y="70778"/>
                  </a:lnTo>
                  <a:lnTo>
                    <a:pt x="483583" y="66775"/>
                  </a:lnTo>
                  <a:lnTo>
                    <a:pt x="479881" y="63142"/>
                  </a:lnTo>
                  <a:lnTo>
                    <a:pt x="478736" y="59811"/>
                  </a:lnTo>
                  <a:lnTo>
                    <a:pt x="479376" y="57356"/>
                  </a:lnTo>
                  <a:lnTo>
                    <a:pt x="481563" y="55270"/>
                  </a:lnTo>
                  <a:lnTo>
                    <a:pt x="483583" y="53016"/>
                  </a:lnTo>
                  <a:lnTo>
                    <a:pt x="482640" y="49753"/>
                  </a:lnTo>
                  <a:lnTo>
                    <a:pt x="481261" y="47869"/>
                  </a:lnTo>
                  <a:lnTo>
                    <a:pt x="478635" y="43025"/>
                  </a:lnTo>
                  <a:cubicBezTo>
                    <a:pt x="478635" y="43025"/>
                    <a:pt x="477256" y="39123"/>
                    <a:pt x="477256" y="38820"/>
                  </a:cubicBezTo>
                  <a:cubicBezTo>
                    <a:pt x="477256" y="38517"/>
                    <a:pt x="477828" y="37811"/>
                    <a:pt x="478332" y="37643"/>
                  </a:cubicBezTo>
                  <a:cubicBezTo>
                    <a:pt x="478837" y="37508"/>
                    <a:pt x="479578" y="35759"/>
                    <a:pt x="479578" y="35759"/>
                  </a:cubicBezTo>
                  <a:cubicBezTo>
                    <a:pt x="479578" y="35759"/>
                    <a:pt x="479578" y="33505"/>
                    <a:pt x="479578" y="33303"/>
                  </a:cubicBezTo>
                  <a:cubicBezTo>
                    <a:pt x="479578" y="33101"/>
                    <a:pt x="479409" y="30478"/>
                    <a:pt x="479409" y="30175"/>
                  </a:cubicBezTo>
                  <a:cubicBezTo>
                    <a:pt x="479409" y="29872"/>
                    <a:pt x="477626" y="25768"/>
                    <a:pt x="477626" y="25533"/>
                  </a:cubicBezTo>
                  <a:cubicBezTo>
                    <a:pt x="477626" y="25331"/>
                    <a:pt x="477693" y="23649"/>
                    <a:pt x="477626" y="23279"/>
                  </a:cubicBezTo>
                  <a:cubicBezTo>
                    <a:pt x="477558" y="22909"/>
                    <a:pt x="477188" y="20756"/>
                    <a:pt x="477188" y="20453"/>
                  </a:cubicBezTo>
                  <a:cubicBezTo>
                    <a:pt x="477188" y="20150"/>
                    <a:pt x="475741" y="18132"/>
                    <a:pt x="475741" y="18132"/>
                  </a:cubicBezTo>
                  <a:cubicBezTo>
                    <a:pt x="475741" y="18132"/>
                    <a:pt x="474294" y="16820"/>
                    <a:pt x="473991" y="16820"/>
                  </a:cubicBezTo>
                  <a:cubicBezTo>
                    <a:pt x="473688" y="16820"/>
                    <a:pt x="472308" y="16753"/>
                    <a:pt x="472039" y="16753"/>
                  </a:cubicBezTo>
                  <a:cubicBezTo>
                    <a:pt x="471736" y="16753"/>
                    <a:pt x="470592" y="17762"/>
                    <a:pt x="469784" y="18132"/>
                  </a:cubicBezTo>
                  <a:cubicBezTo>
                    <a:pt x="468977" y="18502"/>
                    <a:pt x="467967" y="19376"/>
                    <a:pt x="467529" y="19444"/>
                  </a:cubicBezTo>
                  <a:cubicBezTo>
                    <a:pt x="467092" y="19511"/>
                    <a:pt x="465140" y="19242"/>
                    <a:pt x="464198" y="19242"/>
                  </a:cubicBezTo>
                  <a:cubicBezTo>
                    <a:pt x="463255" y="19242"/>
                    <a:pt x="462010" y="18939"/>
                    <a:pt x="461741" y="18872"/>
                  </a:cubicBezTo>
                  <a:cubicBezTo>
                    <a:pt x="461438" y="18805"/>
                    <a:pt x="458914" y="17728"/>
                    <a:pt x="458409" y="17627"/>
                  </a:cubicBezTo>
                  <a:cubicBezTo>
                    <a:pt x="457904" y="17560"/>
                    <a:pt x="455885" y="16618"/>
                    <a:pt x="455649" y="16618"/>
                  </a:cubicBezTo>
                  <a:cubicBezTo>
                    <a:pt x="455447" y="16618"/>
                    <a:pt x="452890" y="16685"/>
                    <a:pt x="452553" y="16753"/>
                  </a:cubicBezTo>
                  <a:cubicBezTo>
                    <a:pt x="452183" y="16820"/>
                    <a:pt x="450601" y="17997"/>
                    <a:pt x="450096" y="18334"/>
                  </a:cubicBezTo>
                  <a:cubicBezTo>
                    <a:pt x="449591" y="18704"/>
                    <a:pt x="448144" y="20352"/>
                    <a:pt x="448144" y="20352"/>
                  </a:cubicBezTo>
                  <a:lnTo>
                    <a:pt x="445822" y="21597"/>
                  </a:lnTo>
                  <a:lnTo>
                    <a:pt x="440740" y="21967"/>
                  </a:lnTo>
                  <a:cubicBezTo>
                    <a:pt x="440740" y="21967"/>
                    <a:pt x="439529" y="23581"/>
                    <a:pt x="438822" y="24019"/>
                  </a:cubicBezTo>
                  <a:cubicBezTo>
                    <a:pt x="438115" y="24456"/>
                    <a:pt x="437240" y="24725"/>
                    <a:pt x="437038" y="24826"/>
                  </a:cubicBezTo>
                  <a:cubicBezTo>
                    <a:pt x="436803" y="24927"/>
                    <a:pt x="436163" y="26037"/>
                    <a:pt x="435995" y="26609"/>
                  </a:cubicBezTo>
                  <a:cubicBezTo>
                    <a:pt x="435827" y="27215"/>
                    <a:pt x="434144" y="28123"/>
                    <a:pt x="433505" y="28392"/>
                  </a:cubicBezTo>
                  <a:cubicBezTo>
                    <a:pt x="432865" y="28661"/>
                    <a:pt x="432192" y="28493"/>
                    <a:pt x="432192" y="28493"/>
                  </a:cubicBezTo>
                  <a:lnTo>
                    <a:pt x="429365" y="27786"/>
                  </a:lnTo>
                  <a:lnTo>
                    <a:pt x="428221" y="27618"/>
                  </a:lnTo>
                  <a:lnTo>
                    <a:pt x="426706" y="25869"/>
                  </a:lnTo>
                  <a:lnTo>
                    <a:pt x="426000" y="24288"/>
                  </a:lnTo>
                  <a:lnTo>
                    <a:pt x="425360" y="22370"/>
                  </a:lnTo>
                  <a:lnTo>
                    <a:pt x="425024" y="20789"/>
                  </a:lnTo>
                  <a:lnTo>
                    <a:pt x="425663" y="18233"/>
                  </a:lnTo>
                  <a:lnTo>
                    <a:pt x="425663" y="17459"/>
                  </a:lnTo>
                  <a:cubicBezTo>
                    <a:pt x="425663" y="17459"/>
                    <a:pt x="425899" y="15945"/>
                    <a:pt x="425899" y="15777"/>
                  </a:cubicBezTo>
                  <a:cubicBezTo>
                    <a:pt x="425899" y="15609"/>
                    <a:pt x="426235" y="14162"/>
                    <a:pt x="426235" y="13927"/>
                  </a:cubicBezTo>
                  <a:cubicBezTo>
                    <a:pt x="426235" y="13691"/>
                    <a:pt x="425663" y="11269"/>
                    <a:pt x="425663" y="11269"/>
                  </a:cubicBezTo>
                  <a:lnTo>
                    <a:pt x="425663" y="8982"/>
                  </a:lnTo>
                  <a:lnTo>
                    <a:pt x="424990" y="6963"/>
                  </a:lnTo>
                  <a:lnTo>
                    <a:pt x="424317" y="4844"/>
                  </a:lnTo>
                  <a:cubicBezTo>
                    <a:pt x="424317" y="4844"/>
                    <a:pt x="423173" y="3869"/>
                    <a:pt x="422971" y="3768"/>
                  </a:cubicBezTo>
                  <a:cubicBezTo>
                    <a:pt x="422735" y="3667"/>
                    <a:pt x="420918" y="3061"/>
                    <a:pt x="420918" y="3061"/>
                  </a:cubicBezTo>
                  <a:cubicBezTo>
                    <a:pt x="420918" y="3061"/>
                    <a:pt x="418528" y="3128"/>
                    <a:pt x="418360" y="3162"/>
                  </a:cubicBezTo>
                  <a:cubicBezTo>
                    <a:pt x="418192" y="3229"/>
                    <a:pt x="417048" y="3667"/>
                    <a:pt x="417048" y="3667"/>
                  </a:cubicBezTo>
                  <a:lnTo>
                    <a:pt x="415264" y="5147"/>
                  </a:lnTo>
                  <a:lnTo>
                    <a:pt x="413110" y="6795"/>
                  </a:lnTo>
                  <a:cubicBezTo>
                    <a:pt x="413110" y="6795"/>
                    <a:pt x="409610" y="5921"/>
                    <a:pt x="407456" y="5214"/>
                  </a:cubicBezTo>
                  <a:cubicBezTo>
                    <a:pt x="405268" y="4508"/>
                    <a:pt x="405437" y="4205"/>
                    <a:pt x="405134" y="3768"/>
                  </a:cubicBezTo>
                  <a:cubicBezTo>
                    <a:pt x="404831" y="3330"/>
                    <a:pt x="404259" y="2893"/>
                    <a:pt x="403821" y="2758"/>
                  </a:cubicBezTo>
                  <a:cubicBezTo>
                    <a:pt x="403384" y="2624"/>
                    <a:pt x="400927" y="875"/>
                    <a:pt x="400927" y="875"/>
                  </a:cubicBezTo>
                  <a:lnTo>
                    <a:pt x="398739" y="0"/>
                  </a:lnTo>
                  <a:lnTo>
                    <a:pt x="396821" y="0"/>
                  </a:lnTo>
                  <a:lnTo>
                    <a:pt x="394364" y="1884"/>
                  </a:lnTo>
                  <a:lnTo>
                    <a:pt x="392782" y="4642"/>
                  </a:lnTo>
                  <a:lnTo>
                    <a:pt x="389148" y="7670"/>
                  </a:lnTo>
                  <a:lnTo>
                    <a:pt x="386691" y="8679"/>
                  </a:lnTo>
                  <a:lnTo>
                    <a:pt x="386119" y="11303"/>
                  </a:lnTo>
                  <a:cubicBezTo>
                    <a:pt x="386119" y="11303"/>
                    <a:pt x="385244" y="15643"/>
                    <a:pt x="385244" y="16080"/>
                  </a:cubicBezTo>
                  <a:cubicBezTo>
                    <a:pt x="385244" y="16517"/>
                    <a:pt x="385816" y="19982"/>
                    <a:pt x="385816" y="19982"/>
                  </a:cubicBezTo>
                  <a:lnTo>
                    <a:pt x="385816" y="21866"/>
                  </a:lnTo>
                  <a:lnTo>
                    <a:pt x="387196" y="24456"/>
                  </a:lnTo>
                  <a:lnTo>
                    <a:pt x="391033" y="25331"/>
                  </a:lnTo>
                  <a:lnTo>
                    <a:pt x="392782" y="28661"/>
                  </a:lnTo>
                  <a:lnTo>
                    <a:pt x="392782" y="32126"/>
                  </a:lnTo>
                  <a:lnTo>
                    <a:pt x="392782" y="34312"/>
                  </a:lnTo>
                  <a:lnTo>
                    <a:pt x="391706" y="36499"/>
                  </a:lnTo>
                  <a:cubicBezTo>
                    <a:pt x="391706" y="36499"/>
                    <a:pt x="390023" y="38383"/>
                    <a:pt x="389585" y="38517"/>
                  </a:cubicBezTo>
                  <a:cubicBezTo>
                    <a:pt x="389148" y="38652"/>
                    <a:pt x="387701" y="39829"/>
                    <a:pt x="387129" y="39829"/>
                  </a:cubicBezTo>
                  <a:cubicBezTo>
                    <a:pt x="386556" y="39829"/>
                    <a:pt x="384672" y="40704"/>
                    <a:pt x="384672" y="40704"/>
                  </a:cubicBezTo>
                  <a:cubicBezTo>
                    <a:pt x="384672" y="40704"/>
                    <a:pt x="382787" y="41713"/>
                    <a:pt x="382215" y="41713"/>
                  </a:cubicBezTo>
                  <a:cubicBezTo>
                    <a:pt x="381643" y="41713"/>
                    <a:pt x="380465" y="43160"/>
                    <a:pt x="380465" y="43160"/>
                  </a:cubicBezTo>
                  <a:cubicBezTo>
                    <a:pt x="380465" y="43160"/>
                    <a:pt x="379758" y="44472"/>
                    <a:pt x="379152" y="44741"/>
                  </a:cubicBezTo>
                  <a:cubicBezTo>
                    <a:pt x="378580" y="45044"/>
                    <a:pt x="377571" y="47197"/>
                    <a:pt x="377133" y="47634"/>
                  </a:cubicBezTo>
                  <a:cubicBezTo>
                    <a:pt x="376696" y="48071"/>
                    <a:pt x="376123" y="49518"/>
                    <a:pt x="375551" y="49652"/>
                  </a:cubicBezTo>
                  <a:cubicBezTo>
                    <a:pt x="374979" y="49787"/>
                    <a:pt x="373229" y="49787"/>
                    <a:pt x="373229" y="49787"/>
                  </a:cubicBezTo>
                  <a:lnTo>
                    <a:pt x="371917" y="49349"/>
                  </a:lnTo>
                  <a:cubicBezTo>
                    <a:pt x="371917" y="49349"/>
                    <a:pt x="371210" y="45716"/>
                    <a:pt x="370469" y="45279"/>
                  </a:cubicBezTo>
                  <a:cubicBezTo>
                    <a:pt x="369763" y="44842"/>
                    <a:pt x="370772" y="42521"/>
                    <a:pt x="370469" y="41949"/>
                  </a:cubicBezTo>
                  <a:cubicBezTo>
                    <a:pt x="370200" y="41377"/>
                    <a:pt x="367272" y="37172"/>
                    <a:pt x="367272" y="37172"/>
                  </a:cubicBezTo>
                  <a:lnTo>
                    <a:pt x="362359" y="36432"/>
                  </a:lnTo>
                  <a:lnTo>
                    <a:pt x="357580" y="36432"/>
                  </a:lnTo>
                  <a:lnTo>
                    <a:pt x="353810" y="37676"/>
                  </a:lnTo>
                  <a:cubicBezTo>
                    <a:pt x="353810" y="37676"/>
                    <a:pt x="350109" y="38854"/>
                    <a:pt x="349402" y="39056"/>
                  </a:cubicBezTo>
                  <a:cubicBezTo>
                    <a:pt x="348661" y="39258"/>
                    <a:pt x="348392" y="39493"/>
                    <a:pt x="348392" y="39493"/>
                  </a:cubicBezTo>
                  <a:cubicBezTo>
                    <a:pt x="348392" y="39493"/>
                    <a:pt x="347753" y="40805"/>
                    <a:pt x="347753" y="41074"/>
                  </a:cubicBezTo>
                  <a:cubicBezTo>
                    <a:pt x="347753" y="41343"/>
                    <a:pt x="347181" y="42655"/>
                    <a:pt x="347181" y="43597"/>
                  </a:cubicBezTo>
                  <a:cubicBezTo>
                    <a:pt x="347181" y="44539"/>
                    <a:pt x="346541" y="46557"/>
                    <a:pt x="346306" y="46793"/>
                  </a:cubicBezTo>
                  <a:cubicBezTo>
                    <a:pt x="346104" y="47028"/>
                    <a:pt x="344926" y="48407"/>
                    <a:pt x="344926" y="48407"/>
                  </a:cubicBezTo>
                  <a:lnTo>
                    <a:pt x="343277" y="47533"/>
                  </a:lnTo>
                  <a:lnTo>
                    <a:pt x="339642" y="45851"/>
                  </a:lnTo>
                  <a:cubicBezTo>
                    <a:pt x="339642" y="45851"/>
                    <a:pt x="337959" y="45414"/>
                    <a:pt x="337690" y="45414"/>
                  </a:cubicBezTo>
                  <a:cubicBezTo>
                    <a:pt x="337387" y="45414"/>
                    <a:pt x="335940" y="45986"/>
                    <a:pt x="335940" y="45986"/>
                  </a:cubicBezTo>
                  <a:cubicBezTo>
                    <a:pt x="335940" y="45986"/>
                    <a:pt x="334055" y="47230"/>
                    <a:pt x="333853" y="47230"/>
                  </a:cubicBezTo>
                  <a:cubicBezTo>
                    <a:pt x="333618" y="47230"/>
                    <a:pt x="331397" y="48609"/>
                    <a:pt x="330387" y="49417"/>
                  </a:cubicBezTo>
                  <a:cubicBezTo>
                    <a:pt x="329377" y="50224"/>
                    <a:pt x="327493" y="51940"/>
                    <a:pt x="327796" y="53117"/>
                  </a:cubicBezTo>
                  <a:cubicBezTo>
                    <a:pt x="328098" y="54261"/>
                    <a:pt x="328671" y="54261"/>
                    <a:pt x="329512" y="55068"/>
                  </a:cubicBezTo>
                  <a:cubicBezTo>
                    <a:pt x="330387" y="55876"/>
                    <a:pt x="330589" y="56380"/>
                    <a:pt x="333147" y="58903"/>
                  </a:cubicBezTo>
                  <a:cubicBezTo>
                    <a:pt x="335671" y="61426"/>
                    <a:pt x="333719" y="60047"/>
                    <a:pt x="333954" y="61729"/>
                  </a:cubicBezTo>
                  <a:cubicBezTo>
                    <a:pt x="334156" y="63377"/>
                    <a:pt x="333954" y="63814"/>
                    <a:pt x="333584" y="65059"/>
                  </a:cubicBezTo>
                  <a:cubicBezTo>
                    <a:pt x="333214" y="66270"/>
                    <a:pt x="332642" y="66136"/>
                    <a:pt x="332204" y="66741"/>
                  </a:cubicBezTo>
                  <a:cubicBezTo>
                    <a:pt x="331767" y="67313"/>
                    <a:pt x="330623" y="68995"/>
                    <a:pt x="330050" y="69264"/>
                  </a:cubicBezTo>
                  <a:cubicBezTo>
                    <a:pt x="329478" y="69567"/>
                    <a:pt x="327358" y="69264"/>
                    <a:pt x="326853" y="69062"/>
                  </a:cubicBezTo>
                  <a:cubicBezTo>
                    <a:pt x="326348" y="68827"/>
                    <a:pt x="324666" y="67683"/>
                    <a:pt x="324094" y="67178"/>
                  </a:cubicBezTo>
                  <a:cubicBezTo>
                    <a:pt x="323521" y="66674"/>
                    <a:pt x="322209" y="66236"/>
                    <a:pt x="322209" y="66236"/>
                  </a:cubicBezTo>
                  <a:cubicBezTo>
                    <a:pt x="322209" y="66236"/>
                    <a:pt x="321065" y="65530"/>
                    <a:pt x="320829" y="65597"/>
                  </a:cubicBezTo>
                  <a:cubicBezTo>
                    <a:pt x="320627" y="65665"/>
                    <a:pt x="319887" y="66539"/>
                    <a:pt x="319887" y="66539"/>
                  </a:cubicBezTo>
                  <a:cubicBezTo>
                    <a:pt x="319887" y="66539"/>
                    <a:pt x="320257" y="68558"/>
                    <a:pt x="320391" y="68793"/>
                  </a:cubicBezTo>
                  <a:cubicBezTo>
                    <a:pt x="320526" y="69029"/>
                    <a:pt x="320694" y="70744"/>
                    <a:pt x="320694" y="70744"/>
                  </a:cubicBezTo>
                  <a:lnTo>
                    <a:pt x="321805" y="72998"/>
                  </a:lnTo>
                  <a:cubicBezTo>
                    <a:pt x="321805" y="72998"/>
                    <a:pt x="321906" y="74579"/>
                    <a:pt x="321704" y="75387"/>
                  </a:cubicBezTo>
                  <a:cubicBezTo>
                    <a:pt x="321502" y="76194"/>
                    <a:pt x="321973" y="76026"/>
                    <a:pt x="321704" y="77203"/>
                  </a:cubicBezTo>
                  <a:cubicBezTo>
                    <a:pt x="321435" y="78347"/>
                    <a:pt x="321401" y="78279"/>
                    <a:pt x="321603" y="79154"/>
                  </a:cubicBezTo>
                  <a:cubicBezTo>
                    <a:pt x="321839" y="80029"/>
                    <a:pt x="321603" y="80533"/>
                    <a:pt x="321603" y="80971"/>
                  </a:cubicBezTo>
                  <a:cubicBezTo>
                    <a:pt x="321603" y="81408"/>
                    <a:pt x="320526" y="82854"/>
                    <a:pt x="320291" y="83729"/>
                  </a:cubicBezTo>
                  <a:cubicBezTo>
                    <a:pt x="320089" y="84604"/>
                    <a:pt x="319214" y="84671"/>
                    <a:pt x="318642" y="85478"/>
                  </a:cubicBezTo>
                  <a:cubicBezTo>
                    <a:pt x="318069" y="86286"/>
                    <a:pt x="316824" y="84839"/>
                    <a:pt x="316622" y="84604"/>
                  </a:cubicBezTo>
                  <a:cubicBezTo>
                    <a:pt x="316387" y="84368"/>
                    <a:pt x="316050" y="83292"/>
                    <a:pt x="316050" y="83292"/>
                  </a:cubicBezTo>
                  <a:lnTo>
                    <a:pt x="314603" y="79659"/>
                  </a:lnTo>
                  <a:lnTo>
                    <a:pt x="314031" y="79087"/>
                  </a:lnTo>
                  <a:cubicBezTo>
                    <a:pt x="314031" y="79087"/>
                    <a:pt x="311709" y="78717"/>
                    <a:pt x="310766" y="78649"/>
                  </a:cubicBezTo>
                  <a:cubicBezTo>
                    <a:pt x="309824" y="78582"/>
                    <a:pt x="308512" y="78448"/>
                    <a:pt x="307939" y="78448"/>
                  </a:cubicBezTo>
                  <a:cubicBezTo>
                    <a:pt x="307367" y="78448"/>
                    <a:pt x="306425" y="76698"/>
                    <a:pt x="306290" y="76127"/>
                  </a:cubicBezTo>
                  <a:cubicBezTo>
                    <a:pt x="306156" y="75555"/>
                    <a:pt x="306156" y="74445"/>
                    <a:pt x="306156" y="74445"/>
                  </a:cubicBezTo>
                  <a:lnTo>
                    <a:pt x="306526" y="73133"/>
                  </a:lnTo>
                  <a:lnTo>
                    <a:pt x="306829" y="71989"/>
                  </a:lnTo>
                  <a:lnTo>
                    <a:pt x="307535" y="70542"/>
                  </a:lnTo>
                  <a:lnTo>
                    <a:pt x="307973" y="69668"/>
                  </a:lnTo>
                  <a:cubicBezTo>
                    <a:pt x="307973" y="69668"/>
                    <a:pt x="308848" y="67986"/>
                    <a:pt x="309218" y="67717"/>
                  </a:cubicBezTo>
                  <a:cubicBezTo>
                    <a:pt x="309588" y="67414"/>
                    <a:pt x="310161" y="66707"/>
                    <a:pt x="310161" y="66707"/>
                  </a:cubicBezTo>
                  <a:lnTo>
                    <a:pt x="311036" y="65631"/>
                  </a:lnTo>
                  <a:lnTo>
                    <a:pt x="311473" y="64252"/>
                  </a:lnTo>
                  <a:lnTo>
                    <a:pt x="311911" y="63310"/>
                  </a:lnTo>
                  <a:lnTo>
                    <a:pt x="312415" y="62233"/>
                  </a:lnTo>
                  <a:lnTo>
                    <a:pt x="312920" y="59980"/>
                  </a:lnTo>
                  <a:lnTo>
                    <a:pt x="312920" y="58903"/>
                  </a:lnTo>
                  <a:lnTo>
                    <a:pt x="312718" y="56885"/>
                  </a:lnTo>
                  <a:lnTo>
                    <a:pt x="313391" y="54934"/>
                  </a:lnTo>
                  <a:lnTo>
                    <a:pt x="311439" y="54227"/>
                  </a:lnTo>
                  <a:lnTo>
                    <a:pt x="310632" y="54093"/>
                  </a:lnTo>
                  <a:lnTo>
                    <a:pt x="308949" y="53958"/>
                  </a:lnTo>
                  <a:lnTo>
                    <a:pt x="305886" y="51940"/>
                  </a:lnTo>
                  <a:lnTo>
                    <a:pt x="304742" y="49989"/>
                  </a:lnTo>
                  <a:lnTo>
                    <a:pt x="302285" y="49114"/>
                  </a:lnTo>
                  <a:lnTo>
                    <a:pt x="301141" y="47297"/>
                  </a:lnTo>
                  <a:lnTo>
                    <a:pt x="300232" y="46793"/>
                  </a:lnTo>
                  <a:cubicBezTo>
                    <a:pt x="300232" y="46793"/>
                    <a:pt x="298886" y="43463"/>
                    <a:pt x="298886" y="43160"/>
                  </a:cubicBezTo>
                  <a:cubicBezTo>
                    <a:pt x="298886" y="42857"/>
                    <a:pt x="297204" y="41579"/>
                    <a:pt x="297204" y="41579"/>
                  </a:cubicBezTo>
                  <a:lnTo>
                    <a:pt x="295958" y="40569"/>
                  </a:lnTo>
                  <a:cubicBezTo>
                    <a:pt x="295958" y="40569"/>
                    <a:pt x="295386" y="39695"/>
                    <a:pt x="294949" y="39325"/>
                  </a:cubicBezTo>
                  <a:cubicBezTo>
                    <a:pt x="294511" y="38955"/>
                    <a:pt x="292929" y="38316"/>
                    <a:pt x="292929" y="38316"/>
                  </a:cubicBezTo>
                  <a:cubicBezTo>
                    <a:pt x="292929" y="38316"/>
                    <a:pt x="292223" y="38316"/>
                    <a:pt x="291920" y="38316"/>
                  </a:cubicBezTo>
                  <a:cubicBezTo>
                    <a:pt x="291617" y="38316"/>
                    <a:pt x="291280" y="39459"/>
                    <a:pt x="290977" y="39829"/>
                  </a:cubicBezTo>
                  <a:cubicBezTo>
                    <a:pt x="290675" y="40199"/>
                    <a:pt x="290473" y="40704"/>
                    <a:pt x="290237" y="40973"/>
                  </a:cubicBezTo>
                  <a:cubicBezTo>
                    <a:pt x="290035" y="41276"/>
                    <a:pt x="289867" y="43059"/>
                    <a:pt x="289968" y="43933"/>
                  </a:cubicBezTo>
                  <a:cubicBezTo>
                    <a:pt x="290035" y="44808"/>
                    <a:pt x="289968" y="45615"/>
                    <a:pt x="289968" y="46187"/>
                  </a:cubicBezTo>
                  <a:cubicBezTo>
                    <a:pt x="289968" y="46759"/>
                    <a:pt x="290977" y="48004"/>
                    <a:pt x="291415" y="48811"/>
                  </a:cubicBezTo>
                  <a:cubicBezTo>
                    <a:pt x="291852" y="49618"/>
                    <a:pt x="291987" y="49686"/>
                    <a:pt x="292795" y="50830"/>
                  </a:cubicBezTo>
                  <a:cubicBezTo>
                    <a:pt x="293603" y="51973"/>
                    <a:pt x="294747" y="52276"/>
                    <a:pt x="295050" y="52646"/>
                  </a:cubicBezTo>
                  <a:cubicBezTo>
                    <a:pt x="295352" y="53016"/>
                    <a:pt x="295487" y="53353"/>
                    <a:pt x="296127" y="53891"/>
                  </a:cubicBezTo>
                  <a:cubicBezTo>
                    <a:pt x="296766" y="54395"/>
                    <a:pt x="297877" y="55035"/>
                    <a:pt x="298449" y="55909"/>
                  </a:cubicBezTo>
                  <a:cubicBezTo>
                    <a:pt x="299021" y="56784"/>
                    <a:pt x="299391" y="57658"/>
                    <a:pt x="299896" y="58735"/>
                  </a:cubicBezTo>
                  <a:cubicBezTo>
                    <a:pt x="300401" y="59811"/>
                    <a:pt x="300199" y="60114"/>
                    <a:pt x="300199" y="60417"/>
                  </a:cubicBezTo>
                  <a:cubicBezTo>
                    <a:pt x="300199" y="60719"/>
                    <a:pt x="299761" y="62233"/>
                    <a:pt x="299627" y="62805"/>
                  </a:cubicBezTo>
                  <a:cubicBezTo>
                    <a:pt x="299492" y="63377"/>
                    <a:pt x="297944" y="63747"/>
                    <a:pt x="297944" y="63747"/>
                  </a:cubicBezTo>
                  <a:lnTo>
                    <a:pt x="297439" y="64117"/>
                  </a:lnTo>
                  <a:lnTo>
                    <a:pt x="295117" y="65261"/>
                  </a:lnTo>
                  <a:cubicBezTo>
                    <a:pt x="295117" y="65261"/>
                    <a:pt x="293535" y="66136"/>
                    <a:pt x="293434" y="66405"/>
                  </a:cubicBezTo>
                  <a:cubicBezTo>
                    <a:pt x="293367" y="66707"/>
                    <a:pt x="292795" y="67212"/>
                    <a:pt x="292795" y="67481"/>
                  </a:cubicBezTo>
                  <a:cubicBezTo>
                    <a:pt x="292795" y="67784"/>
                    <a:pt x="292795" y="68356"/>
                    <a:pt x="293165" y="68995"/>
                  </a:cubicBezTo>
                  <a:cubicBezTo>
                    <a:pt x="293535" y="69634"/>
                    <a:pt x="293804" y="69432"/>
                    <a:pt x="293804" y="69432"/>
                  </a:cubicBezTo>
                  <a:cubicBezTo>
                    <a:pt x="293804" y="69432"/>
                    <a:pt x="294242" y="70172"/>
                    <a:pt x="294107" y="70576"/>
                  </a:cubicBezTo>
                  <a:cubicBezTo>
                    <a:pt x="293973" y="71013"/>
                    <a:pt x="294107" y="71652"/>
                    <a:pt x="294107" y="71652"/>
                  </a:cubicBezTo>
                  <a:lnTo>
                    <a:pt x="293165" y="72729"/>
                  </a:lnTo>
                  <a:cubicBezTo>
                    <a:pt x="293165" y="72729"/>
                    <a:pt x="292660" y="72931"/>
                    <a:pt x="292391" y="73032"/>
                  </a:cubicBezTo>
                  <a:cubicBezTo>
                    <a:pt x="292088" y="73099"/>
                    <a:pt x="291213" y="73469"/>
                    <a:pt x="291213" y="73469"/>
                  </a:cubicBezTo>
                  <a:lnTo>
                    <a:pt x="289396" y="71585"/>
                  </a:lnTo>
                  <a:cubicBezTo>
                    <a:pt x="289396" y="71585"/>
                    <a:pt x="288588" y="70946"/>
                    <a:pt x="288386" y="70946"/>
                  </a:cubicBezTo>
                  <a:cubicBezTo>
                    <a:pt x="288151" y="70946"/>
                    <a:pt x="287511" y="70374"/>
                    <a:pt x="287511" y="70374"/>
                  </a:cubicBezTo>
                  <a:lnTo>
                    <a:pt x="286939" y="69802"/>
                  </a:lnTo>
                  <a:lnTo>
                    <a:pt x="285694" y="69500"/>
                  </a:lnTo>
                  <a:cubicBezTo>
                    <a:pt x="285694" y="69500"/>
                    <a:pt x="284987" y="69567"/>
                    <a:pt x="284751" y="69634"/>
                  </a:cubicBezTo>
                  <a:cubicBezTo>
                    <a:pt x="284549" y="69701"/>
                    <a:pt x="283371" y="70879"/>
                    <a:pt x="283371" y="70879"/>
                  </a:cubicBezTo>
                  <a:cubicBezTo>
                    <a:pt x="283371" y="70879"/>
                    <a:pt x="283069" y="72258"/>
                    <a:pt x="283573" y="72695"/>
                  </a:cubicBezTo>
                  <a:cubicBezTo>
                    <a:pt x="284078" y="73133"/>
                    <a:pt x="285155" y="74276"/>
                    <a:pt x="285155" y="74276"/>
                  </a:cubicBezTo>
                  <a:lnTo>
                    <a:pt x="284213" y="77102"/>
                  </a:lnTo>
                  <a:cubicBezTo>
                    <a:pt x="284213" y="77102"/>
                    <a:pt x="283775" y="78145"/>
                    <a:pt x="282799" y="78582"/>
                  </a:cubicBezTo>
                  <a:cubicBezTo>
                    <a:pt x="281823" y="79019"/>
                    <a:pt x="281049" y="78347"/>
                    <a:pt x="281049" y="78347"/>
                  </a:cubicBezTo>
                  <a:lnTo>
                    <a:pt x="279198" y="77708"/>
                  </a:lnTo>
                  <a:lnTo>
                    <a:pt x="277583" y="76934"/>
                  </a:lnTo>
                  <a:lnTo>
                    <a:pt x="275732" y="75319"/>
                  </a:lnTo>
                  <a:lnTo>
                    <a:pt x="274756" y="73705"/>
                  </a:lnTo>
                  <a:lnTo>
                    <a:pt x="273982" y="72090"/>
                  </a:lnTo>
                  <a:lnTo>
                    <a:pt x="272804" y="70879"/>
                  </a:lnTo>
                  <a:lnTo>
                    <a:pt x="270717" y="71215"/>
                  </a:lnTo>
                  <a:lnTo>
                    <a:pt x="269641" y="68928"/>
                  </a:lnTo>
                  <a:lnTo>
                    <a:pt x="268866" y="67077"/>
                  </a:lnTo>
                  <a:lnTo>
                    <a:pt x="266813" y="62940"/>
                  </a:lnTo>
                  <a:lnTo>
                    <a:pt x="264188" y="61628"/>
                  </a:lnTo>
                  <a:lnTo>
                    <a:pt x="262775" y="61830"/>
                  </a:lnTo>
                  <a:lnTo>
                    <a:pt x="261260" y="62166"/>
                  </a:lnTo>
                  <a:lnTo>
                    <a:pt x="258534" y="61964"/>
                  </a:lnTo>
                  <a:lnTo>
                    <a:pt x="256044" y="59475"/>
                  </a:lnTo>
                  <a:lnTo>
                    <a:pt x="253991" y="56750"/>
                  </a:lnTo>
                  <a:lnTo>
                    <a:pt x="250525" y="53386"/>
                  </a:lnTo>
                  <a:lnTo>
                    <a:pt x="249212" y="50560"/>
                  </a:lnTo>
                  <a:lnTo>
                    <a:pt x="248438" y="47836"/>
                  </a:lnTo>
                  <a:lnTo>
                    <a:pt x="245948" y="46961"/>
                  </a:lnTo>
                  <a:lnTo>
                    <a:pt x="243895" y="46961"/>
                  </a:lnTo>
                  <a:lnTo>
                    <a:pt x="241606" y="50392"/>
                  </a:lnTo>
                  <a:lnTo>
                    <a:pt x="239553" y="52512"/>
                  </a:lnTo>
                  <a:lnTo>
                    <a:pt x="238140" y="54799"/>
                  </a:lnTo>
                  <a:lnTo>
                    <a:pt x="238140" y="55976"/>
                  </a:lnTo>
                  <a:cubicBezTo>
                    <a:pt x="238140" y="55976"/>
                    <a:pt x="238577" y="61628"/>
                    <a:pt x="238577" y="62065"/>
                  </a:cubicBezTo>
                  <a:cubicBezTo>
                    <a:pt x="238577" y="62502"/>
                    <a:pt x="238039" y="63041"/>
                    <a:pt x="236962" y="64891"/>
                  </a:cubicBezTo>
                  <a:cubicBezTo>
                    <a:pt x="235885" y="66741"/>
                    <a:pt x="235649" y="65227"/>
                    <a:pt x="235212" y="65227"/>
                  </a:cubicBezTo>
                  <a:cubicBezTo>
                    <a:pt x="234774" y="65227"/>
                    <a:pt x="232149" y="65227"/>
                    <a:pt x="231611" y="65126"/>
                  </a:cubicBezTo>
                  <a:cubicBezTo>
                    <a:pt x="231072" y="65025"/>
                    <a:pt x="229861" y="64588"/>
                    <a:pt x="229423" y="64252"/>
                  </a:cubicBezTo>
                  <a:cubicBezTo>
                    <a:pt x="228986" y="63915"/>
                    <a:pt x="226832" y="62637"/>
                    <a:pt x="226832" y="62637"/>
                  </a:cubicBezTo>
                  <a:cubicBezTo>
                    <a:pt x="226832" y="62637"/>
                    <a:pt x="224106" y="62637"/>
                    <a:pt x="223668" y="62637"/>
                  </a:cubicBezTo>
                  <a:cubicBezTo>
                    <a:pt x="223231" y="62637"/>
                    <a:pt x="221481" y="63613"/>
                    <a:pt x="220639" y="63613"/>
                  </a:cubicBezTo>
                  <a:cubicBezTo>
                    <a:pt x="219764" y="63613"/>
                    <a:pt x="219125" y="64487"/>
                    <a:pt x="219125" y="64487"/>
                  </a:cubicBezTo>
                  <a:lnTo>
                    <a:pt x="217610" y="65799"/>
                  </a:lnTo>
                  <a:lnTo>
                    <a:pt x="216735" y="66438"/>
                  </a:lnTo>
                  <a:lnTo>
                    <a:pt x="215658" y="67515"/>
                  </a:lnTo>
                  <a:cubicBezTo>
                    <a:pt x="215658" y="67515"/>
                    <a:pt x="213807" y="69903"/>
                    <a:pt x="212932" y="70441"/>
                  </a:cubicBezTo>
                  <a:cubicBezTo>
                    <a:pt x="212057" y="70980"/>
                    <a:pt x="212057" y="71316"/>
                    <a:pt x="211755" y="71417"/>
                  </a:cubicBezTo>
                  <a:cubicBezTo>
                    <a:pt x="211418" y="71518"/>
                    <a:pt x="210678" y="73604"/>
                    <a:pt x="210678" y="73604"/>
                  </a:cubicBezTo>
                  <a:cubicBezTo>
                    <a:pt x="210678" y="73604"/>
                    <a:pt x="209702" y="75353"/>
                    <a:pt x="209365" y="75454"/>
                  </a:cubicBezTo>
                  <a:cubicBezTo>
                    <a:pt x="209029" y="75555"/>
                    <a:pt x="208154" y="76968"/>
                    <a:pt x="207615" y="77405"/>
                  </a:cubicBezTo>
                  <a:cubicBezTo>
                    <a:pt x="207077" y="77842"/>
                    <a:pt x="207278" y="79692"/>
                    <a:pt x="207278" y="79692"/>
                  </a:cubicBezTo>
                  <a:cubicBezTo>
                    <a:pt x="207278" y="79692"/>
                    <a:pt x="208355" y="81105"/>
                    <a:pt x="208793" y="81442"/>
                  </a:cubicBezTo>
                  <a:cubicBezTo>
                    <a:pt x="209230" y="81778"/>
                    <a:pt x="212057" y="84368"/>
                    <a:pt x="212057" y="84368"/>
                  </a:cubicBezTo>
                  <a:lnTo>
                    <a:pt x="212057" y="86858"/>
                  </a:lnTo>
                  <a:lnTo>
                    <a:pt x="211048" y="92846"/>
                  </a:lnTo>
                  <a:cubicBezTo>
                    <a:pt x="211048" y="92846"/>
                    <a:pt x="211115" y="95873"/>
                    <a:pt x="211115" y="96176"/>
                  </a:cubicBezTo>
                  <a:cubicBezTo>
                    <a:pt x="211115" y="96478"/>
                    <a:pt x="210678" y="98934"/>
                    <a:pt x="210678" y="98934"/>
                  </a:cubicBezTo>
                  <a:lnTo>
                    <a:pt x="212495" y="100583"/>
                  </a:lnTo>
                  <a:lnTo>
                    <a:pt x="213235" y="102063"/>
                  </a:lnTo>
                  <a:cubicBezTo>
                    <a:pt x="213235" y="102063"/>
                    <a:pt x="215120" y="103812"/>
                    <a:pt x="215423" y="104249"/>
                  </a:cubicBezTo>
                  <a:cubicBezTo>
                    <a:pt x="215726" y="104687"/>
                    <a:pt x="217442" y="103543"/>
                    <a:pt x="217442" y="102937"/>
                  </a:cubicBezTo>
                  <a:cubicBezTo>
                    <a:pt x="217442" y="102365"/>
                    <a:pt x="220505" y="101491"/>
                    <a:pt x="222356" y="100852"/>
                  </a:cubicBezTo>
                  <a:cubicBezTo>
                    <a:pt x="224240" y="100213"/>
                    <a:pt x="225250" y="101054"/>
                    <a:pt x="226125" y="100919"/>
                  </a:cubicBezTo>
                  <a:cubicBezTo>
                    <a:pt x="227000" y="100784"/>
                    <a:pt x="226832" y="100919"/>
                    <a:pt x="226832" y="100919"/>
                  </a:cubicBezTo>
                  <a:cubicBezTo>
                    <a:pt x="227404" y="100919"/>
                    <a:pt x="227707" y="102298"/>
                    <a:pt x="227707" y="102298"/>
                  </a:cubicBezTo>
                  <a:lnTo>
                    <a:pt x="229019" y="104115"/>
                  </a:lnTo>
                  <a:cubicBezTo>
                    <a:pt x="229019" y="104115"/>
                    <a:pt x="231207" y="106873"/>
                    <a:pt x="231779" y="107008"/>
                  </a:cubicBezTo>
                  <a:cubicBezTo>
                    <a:pt x="232351" y="107142"/>
                    <a:pt x="232654" y="109632"/>
                    <a:pt x="232789" y="111078"/>
                  </a:cubicBezTo>
                  <a:cubicBezTo>
                    <a:pt x="232923" y="112525"/>
                    <a:pt x="232789" y="113096"/>
                    <a:pt x="233091" y="115855"/>
                  </a:cubicBezTo>
                  <a:cubicBezTo>
                    <a:pt x="233394" y="118613"/>
                    <a:pt x="234404" y="118445"/>
                    <a:pt x="234236" y="118883"/>
                  </a:cubicBezTo>
                  <a:cubicBezTo>
                    <a:pt x="234101" y="119320"/>
                    <a:pt x="233226" y="121069"/>
                    <a:pt x="233226" y="121069"/>
                  </a:cubicBezTo>
                  <a:cubicBezTo>
                    <a:pt x="233226" y="121069"/>
                    <a:pt x="232519" y="122213"/>
                    <a:pt x="232519" y="122650"/>
                  </a:cubicBezTo>
                  <a:cubicBezTo>
                    <a:pt x="232519" y="123088"/>
                    <a:pt x="232519" y="125240"/>
                    <a:pt x="232654" y="125678"/>
                  </a:cubicBezTo>
                  <a:cubicBezTo>
                    <a:pt x="232789" y="126115"/>
                    <a:pt x="233798" y="126990"/>
                    <a:pt x="233798" y="126990"/>
                  </a:cubicBezTo>
                  <a:lnTo>
                    <a:pt x="236996" y="126990"/>
                  </a:lnTo>
                  <a:lnTo>
                    <a:pt x="242952" y="126418"/>
                  </a:lnTo>
                  <a:lnTo>
                    <a:pt x="246419" y="125543"/>
                  </a:lnTo>
                  <a:lnTo>
                    <a:pt x="248741" y="124097"/>
                  </a:lnTo>
                  <a:lnTo>
                    <a:pt x="250760" y="122852"/>
                  </a:lnTo>
                  <a:lnTo>
                    <a:pt x="253587" y="121843"/>
                  </a:lnTo>
                  <a:lnTo>
                    <a:pt x="254900" y="120329"/>
                  </a:lnTo>
                  <a:lnTo>
                    <a:pt x="256414" y="120026"/>
                  </a:lnTo>
                  <a:lnTo>
                    <a:pt x="260554" y="120026"/>
                  </a:lnTo>
                  <a:lnTo>
                    <a:pt x="261799" y="120363"/>
                  </a:lnTo>
                  <a:lnTo>
                    <a:pt x="263414" y="121776"/>
                  </a:lnTo>
                  <a:lnTo>
                    <a:pt x="265568" y="121776"/>
                  </a:lnTo>
                  <a:cubicBezTo>
                    <a:pt x="265568" y="121776"/>
                    <a:pt x="267688" y="122381"/>
                    <a:pt x="268328" y="123222"/>
                  </a:cubicBezTo>
                  <a:cubicBezTo>
                    <a:pt x="268967" y="124029"/>
                    <a:pt x="269842" y="123861"/>
                    <a:pt x="270616" y="124265"/>
                  </a:cubicBezTo>
                  <a:cubicBezTo>
                    <a:pt x="271390" y="124702"/>
                    <a:pt x="271491" y="125509"/>
                    <a:pt x="271592" y="126182"/>
                  </a:cubicBezTo>
                  <a:cubicBezTo>
                    <a:pt x="271693" y="126821"/>
                    <a:pt x="271592" y="127259"/>
                    <a:pt x="271592" y="128302"/>
                  </a:cubicBezTo>
                  <a:cubicBezTo>
                    <a:pt x="271592" y="129344"/>
                    <a:pt x="271390" y="129782"/>
                    <a:pt x="271121" y="130253"/>
                  </a:cubicBezTo>
                  <a:cubicBezTo>
                    <a:pt x="270852" y="130724"/>
                    <a:pt x="270515" y="130858"/>
                    <a:pt x="270313" y="131127"/>
                  </a:cubicBezTo>
                  <a:cubicBezTo>
                    <a:pt x="270112" y="131396"/>
                    <a:pt x="269539" y="132305"/>
                    <a:pt x="269506" y="132540"/>
                  </a:cubicBezTo>
                  <a:cubicBezTo>
                    <a:pt x="269439" y="132776"/>
                    <a:pt x="269506" y="134559"/>
                    <a:pt x="269506" y="134559"/>
                  </a:cubicBezTo>
                  <a:lnTo>
                    <a:pt x="272333" y="136611"/>
                  </a:lnTo>
                  <a:lnTo>
                    <a:pt x="273847" y="137654"/>
                  </a:lnTo>
                  <a:cubicBezTo>
                    <a:pt x="273847" y="137654"/>
                    <a:pt x="274285" y="139403"/>
                    <a:pt x="274520" y="140042"/>
                  </a:cubicBezTo>
                  <a:cubicBezTo>
                    <a:pt x="274722" y="140681"/>
                    <a:pt x="276472" y="141791"/>
                    <a:pt x="276472" y="141791"/>
                  </a:cubicBezTo>
                  <a:lnTo>
                    <a:pt x="276472" y="144180"/>
                  </a:lnTo>
                  <a:lnTo>
                    <a:pt x="276169" y="147005"/>
                  </a:lnTo>
                  <a:cubicBezTo>
                    <a:pt x="276169" y="147005"/>
                    <a:pt x="276472" y="148755"/>
                    <a:pt x="276035" y="150268"/>
                  </a:cubicBezTo>
                  <a:cubicBezTo>
                    <a:pt x="275597" y="151782"/>
                    <a:pt x="276035" y="150268"/>
                    <a:pt x="275900" y="151580"/>
                  </a:cubicBezTo>
                  <a:cubicBezTo>
                    <a:pt x="275766" y="152892"/>
                    <a:pt x="274958" y="152892"/>
                    <a:pt x="275597" y="153531"/>
                  </a:cubicBezTo>
                  <a:cubicBezTo>
                    <a:pt x="276237" y="154171"/>
                    <a:pt x="275597" y="155920"/>
                    <a:pt x="275597" y="155920"/>
                  </a:cubicBezTo>
                  <a:cubicBezTo>
                    <a:pt x="275597" y="155920"/>
                    <a:pt x="274722" y="157232"/>
                    <a:pt x="274285" y="157433"/>
                  </a:cubicBezTo>
                  <a:cubicBezTo>
                    <a:pt x="273847" y="157635"/>
                    <a:pt x="273847" y="159385"/>
                    <a:pt x="272535" y="160697"/>
                  </a:cubicBezTo>
                  <a:cubicBezTo>
                    <a:pt x="271222" y="162009"/>
                    <a:pt x="271222" y="162446"/>
                    <a:pt x="270583" y="163186"/>
                  </a:cubicBezTo>
                  <a:cubicBezTo>
                    <a:pt x="269943" y="163926"/>
                    <a:pt x="267520" y="165036"/>
                    <a:pt x="266679" y="165036"/>
                  </a:cubicBezTo>
                  <a:cubicBezTo>
                    <a:pt x="265804" y="165036"/>
                    <a:pt x="263212" y="163186"/>
                    <a:pt x="263212" y="163186"/>
                  </a:cubicBezTo>
                  <a:lnTo>
                    <a:pt x="261025" y="158745"/>
                  </a:lnTo>
                  <a:lnTo>
                    <a:pt x="255573" y="157433"/>
                  </a:lnTo>
                  <a:lnTo>
                    <a:pt x="255573" y="158005"/>
                  </a:lnTo>
                  <a:cubicBezTo>
                    <a:pt x="255573" y="158005"/>
                    <a:pt x="254799" y="158712"/>
                    <a:pt x="253082" y="161336"/>
                  </a:cubicBezTo>
                  <a:cubicBezTo>
                    <a:pt x="251332" y="163960"/>
                    <a:pt x="251029" y="162648"/>
                    <a:pt x="250154" y="163455"/>
                  </a:cubicBezTo>
                  <a:cubicBezTo>
                    <a:pt x="249279" y="164262"/>
                    <a:pt x="238846" y="162210"/>
                    <a:pt x="238846" y="162210"/>
                  </a:cubicBezTo>
                  <a:lnTo>
                    <a:pt x="233832" y="161773"/>
                  </a:lnTo>
                  <a:lnTo>
                    <a:pt x="224476" y="161773"/>
                  </a:lnTo>
                  <a:lnTo>
                    <a:pt x="222524" y="164700"/>
                  </a:lnTo>
                  <a:cubicBezTo>
                    <a:pt x="222524" y="164700"/>
                    <a:pt x="220572" y="168299"/>
                    <a:pt x="219933" y="168737"/>
                  </a:cubicBezTo>
                  <a:cubicBezTo>
                    <a:pt x="219293" y="169174"/>
                    <a:pt x="211250" y="168737"/>
                    <a:pt x="211250" y="168737"/>
                  </a:cubicBezTo>
                  <a:lnTo>
                    <a:pt x="207110" y="168737"/>
                  </a:lnTo>
                  <a:lnTo>
                    <a:pt x="200514" y="165272"/>
                  </a:lnTo>
                  <a:lnTo>
                    <a:pt x="197620" y="163825"/>
                  </a:lnTo>
                  <a:lnTo>
                    <a:pt x="195870" y="159755"/>
                  </a:lnTo>
                  <a:lnTo>
                    <a:pt x="193547" y="158005"/>
                  </a:lnTo>
                  <a:lnTo>
                    <a:pt x="190350" y="160024"/>
                  </a:lnTo>
                  <a:lnTo>
                    <a:pt x="185437" y="160024"/>
                  </a:lnTo>
                  <a:lnTo>
                    <a:pt x="179917" y="165238"/>
                  </a:lnTo>
                  <a:lnTo>
                    <a:pt x="175744" y="165238"/>
                  </a:lnTo>
                  <a:cubicBezTo>
                    <a:pt x="175879" y="165473"/>
                    <a:pt x="176013" y="165776"/>
                    <a:pt x="176013" y="166113"/>
                  </a:cubicBezTo>
                  <a:cubicBezTo>
                    <a:pt x="176013" y="166684"/>
                    <a:pt x="175576" y="168703"/>
                    <a:pt x="175576" y="168703"/>
                  </a:cubicBezTo>
                  <a:lnTo>
                    <a:pt x="175374" y="171966"/>
                  </a:lnTo>
                  <a:lnTo>
                    <a:pt x="171773" y="175330"/>
                  </a:lnTo>
                  <a:lnTo>
                    <a:pt x="170023" y="177819"/>
                  </a:lnTo>
                  <a:lnTo>
                    <a:pt x="167869" y="180006"/>
                  </a:lnTo>
                  <a:lnTo>
                    <a:pt x="166893" y="183605"/>
                  </a:lnTo>
                  <a:lnTo>
                    <a:pt x="166893" y="185220"/>
                  </a:lnTo>
                  <a:lnTo>
                    <a:pt x="168643" y="188046"/>
                  </a:lnTo>
                  <a:lnTo>
                    <a:pt x="168643" y="190434"/>
                  </a:lnTo>
                  <a:cubicBezTo>
                    <a:pt x="168643" y="190434"/>
                    <a:pt x="167129" y="191611"/>
                    <a:pt x="166994" y="191948"/>
                  </a:cubicBezTo>
                  <a:cubicBezTo>
                    <a:pt x="166893" y="192284"/>
                    <a:pt x="165816" y="193798"/>
                    <a:pt x="165480" y="194134"/>
                  </a:cubicBezTo>
                  <a:cubicBezTo>
                    <a:pt x="165143" y="194471"/>
                    <a:pt x="163864" y="196523"/>
                    <a:pt x="163528" y="196523"/>
                  </a:cubicBezTo>
                  <a:cubicBezTo>
                    <a:pt x="163191" y="196523"/>
                    <a:pt x="161239" y="196523"/>
                    <a:pt x="161239" y="196523"/>
                  </a:cubicBezTo>
                  <a:cubicBezTo>
                    <a:pt x="161239" y="196523"/>
                    <a:pt x="159051" y="196523"/>
                    <a:pt x="157200" y="196523"/>
                  </a:cubicBezTo>
                  <a:cubicBezTo>
                    <a:pt x="155349" y="196523"/>
                    <a:pt x="152085" y="196523"/>
                    <a:pt x="152085" y="196523"/>
                  </a:cubicBezTo>
                  <a:cubicBezTo>
                    <a:pt x="152085" y="196523"/>
                    <a:pt x="149157" y="197162"/>
                    <a:pt x="147845" y="197162"/>
                  </a:cubicBezTo>
                  <a:cubicBezTo>
                    <a:pt x="146532" y="197162"/>
                    <a:pt x="143705" y="197263"/>
                    <a:pt x="143705" y="197263"/>
                  </a:cubicBezTo>
                  <a:lnTo>
                    <a:pt x="142090" y="197700"/>
                  </a:lnTo>
                  <a:cubicBezTo>
                    <a:pt x="142090" y="197700"/>
                    <a:pt x="138085" y="199214"/>
                    <a:pt x="137210" y="199752"/>
                  </a:cubicBezTo>
                  <a:cubicBezTo>
                    <a:pt x="136335" y="200291"/>
                    <a:pt x="133945" y="202040"/>
                    <a:pt x="133844" y="202477"/>
                  </a:cubicBezTo>
                  <a:cubicBezTo>
                    <a:pt x="133743" y="202914"/>
                    <a:pt x="132532" y="204966"/>
                    <a:pt x="131657" y="205404"/>
                  </a:cubicBezTo>
                  <a:cubicBezTo>
                    <a:pt x="130782" y="205841"/>
                    <a:pt x="128830" y="208566"/>
                    <a:pt x="128830" y="208566"/>
                  </a:cubicBezTo>
                  <a:lnTo>
                    <a:pt x="126541" y="209541"/>
                  </a:lnTo>
                  <a:cubicBezTo>
                    <a:pt x="126541" y="209541"/>
                    <a:pt x="122738" y="206480"/>
                    <a:pt x="122301" y="206480"/>
                  </a:cubicBezTo>
                  <a:cubicBezTo>
                    <a:pt x="121863" y="206480"/>
                    <a:pt x="118599" y="204731"/>
                    <a:pt x="118296" y="204731"/>
                  </a:cubicBezTo>
                  <a:cubicBezTo>
                    <a:pt x="117959" y="204731"/>
                    <a:pt x="113618" y="204529"/>
                    <a:pt x="112743" y="204731"/>
                  </a:cubicBezTo>
                  <a:cubicBezTo>
                    <a:pt x="111868" y="204966"/>
                    <a:pt x="105137" y="205067"/>
                    <a:pt x="105137" y="205067"/>
                  </a:cubicBezTo>
                  <a:lnTo>
                    <a:pt x="102108" y="205269"/>
                  </a:lnTo>
                  <a:lnTo>
                    <a:pt x="98742" y="206884"/>
                  </a:lnTo>
                  <a:lnTo>
                    <a:pt x="96891" y="207321"/>
                  </a:lnTo>
                  <a:cubicBezTo>
                    <a:pt x="96891" y="207321"/>
                    <a:pt x="95814" y="207758"/>
                    <a:pt x="94704" y="206547"/>
                  </a:cubicBezTo>
                  <a:cubicBezTo>
                    <a:pt x="93627" y="205370"/>
                    <a:pt x="92314" y="204697"/>
                    <a:pt x="92213" y="203923"/>
                  </a:cubicBezTo>
                  <a:cubicBezTo>
                    <a:pt x="92113" y="203150"/>
                    <a:pt x="91776" y="201636"/>
                    <a:pt x="92113" y="200761"/>
                  </a:cubicBezTo>
                  <a:cubicBezTo>
                    <a:pt x="92449" y="199887"/>
                    <a:pt x="92449" y="199012"/>
                    <a:pt x="92449" y="198575"/>
                  </a:cubicBezTo>
                  <a:cubicBezTo>
                    <a:pt x="92449" y="198138"/>
                    <a:pt x="92012" y="196725"/>
                    <a:pt x="92012" y="196725"/>
                  </a:cubicBezTo>
                  <a:lnTo>
                    <a:pt x="88747" y="193361"/>
                  </a:lnTo>
                  <a:cubicBezTo>
                    <a:pt x="88747" y="193361"/>
                    <a:pt x="87535" y="191847"/>
                    <a:pt x="86459" y="191611"/>
                  </a:cubicBezTo>
                  <a:cubicBezTo>
                    <a:pt x="85382" y="191410"/>
                    <a:pt x="82656" y="189660"/>
                    <a:pt x="82656" y="189660"/>
                  </a:cubicBezTo>
                  <a:lnTo>
                    <a:pt x="80266" y="190737"/>
                  </a:lnTo>
                  <a:cubicBezTo>
                    <a:pt x="80266" y="190737"/>
                    <a:pt x="78078" y="193024"/>
                    <a:pt x="77978" y="193361"/>
                  </a:cubicBezTo>
                  <a:cubicBezTo>
                    <a:pt x="77877" y="193697"/>
                    <a:pt x="77103" y="195749"/>
                    <a:pt x="77103" y="195749"/>
                  </a:cubicBezTo>
                  <a:cubicBezTo>
                    <a:pt x="77103" y="195749"/>
                    <a:pt x="75151" y="200526"/>
                    <a:pt x="74477" y="200963"/>
                  </a:cubicBezTo>
                  <a:cubicBezTo>
                    <a:pt x="73838" y="201400"/>
                    <a:pt x="71213" y="203015"/>
                    <a:pt x="71213" y="203015"/>
                  </a:cubicBezTo>
                  <a:lnTo>
                    <a:pt x="67949" y="206043"/>
                  </a:lnTo>
                  <a:lnTo>
                    <a:pt x="66299" y="208532"/>
                  </a:lnTo>
                  <a:lnTo>
                    <a:pt x="62934" y="210281"/>
                  </a:lnTo>
                  <a:lnTo>
                    <a:pt x="59905" y="210281"/>
                  </a:lnTo>
                  <a:cubicBezTo>
                    <a:pt x="59905" y="210281"/>
                    <a:pt x="57953" y="208330"/>
                    <a:pt x="57415" y="207893"/>
                  </a:cubicBezTo>
                  <a:cubicBezTo>
                    <a:pt x="56876" y="207456"/>
                    <a:pt x="55025" y="205841"/>
                    <a:pt x="54924" y="205404"/>
                  </a:cubicBezTo>
                  <a:cubicBezTo>
                    <a:pt x="54823" y="204966"/>
                    <a:pt x="52434" y="202578"/>
                    <a:pt x="51761" y="202040"/>
                  </a:cubicBezTo>
                  <a:cubicBezTo>
                    <a:pt x="51121" y="201501"/>
                    <a:pt x="49809" y="199651"/>
                    <a:pt x="49472" y="199214"/>
                  </a:cubicBezTo>
                  <a:cubicBezTo>
                    <a:pt x="49136" y="198777"/>
                    <a:pt x="47083" y="196287"/>
                    <a:pt x="47083" y="196287"/>
                  </a:cubicBezTo>
                  <a:lnTo>
                    <a:pt x="45030" y="194336"/>
                  </a:lnTo>
                  <a:lnTo>
                    <a:pt x="44828" y="193125"/>
                  </a:lnTo>
                  <a:lnTo>
                    <a:pt x="42977" y="191174"/>
                  </a:lnTo>
                  <a:cubicBezTo>
                    <a:pt x="42977" y="191174"/>
                    <a:pt x="41462" y="190838"/>
                    <a:pt x="41025" y="190838"/>
                  </a:cubicBezTo>
                  <a:cubicBezTo>
                    <a:pt x="40587" y="190838"/>
                    <a:pt x="39241" y="191040"/>
                    <a:pt x="39241" y="191040"/>
                  </a:cubicBezTo>
                  <a:lnTo>
                    <a:pt x="38232" y="190501"/>
                  </a:lnTo>
                  <a:lnTo>
                    <a:pt x="38232" y="188550"/>
                  </a:lnTo>
                  <a:cubicBezTo>
                    <a:pt x="38232" y="188550"/>
                    <a:pt x="37592" y="186801"/>
                    <a:pt x="37255" y="186700"/>
                  </a:cubicBezTo>
                  <a:cubicBezTo>
                    <a:pt x="36919" y="186599"/>
                    <a:pt x="35943" y="186498"/>
                    <a:pt x="35304" y="186599"/>
                  </a:cubicBezTo>
                  <a:cubicBezTo>
                    <a:pt x="34664" y="186700"/>
                    <a:pt x="34328" y="187810"/>
                    <a:pt x="34328" y="187810"/>
                  </a:cubicBezTo>
                  <a:cubicBezTo>
                    <a:pt x="34328" y="187810"/>
                    <a:pt x="33352" y="189223"/>
                    <a:pt x="33116" y="189862"/>
                  </a:cubicBezTo>
                  <a:cubicBezTo>
                    <a:pt x="32914" y="190501"/>
                    <a:pt x="32140" y="192789"/>
                    <a:pt x="32140" y="192789"/>
                  </a:cubicBezTo>
                  <a:lnTo>
                    <a:pt x="29952" y="196826"/>
                  </a:lnTo>
                  <a:cubicBezTo>
                    <a:pt x="29852" y="197364"/>
                    <a:pt x="28977" y="200089"/>
                    <a:pt x="28977" y="200089"/>
                  </a:cubicBezTo>
                  <a:lnTo>
                    <a:pt x="27126" y="202578"/>
                  </a:lnTo>
                  <a:lnTo>
                    <a:pt x="25174" y="204193"/>
                  </a:lnTo>
                  <a:cubicBezTo>
                    <a:pt x="25174" y="204193"/>
                    <a:pt x="24400" y="204966"/>
                    <a:pt x="23996" y="205168"/>
                  </a:cubicBezTo>
                  <a:cubicBezTo>
                    <a:pt x="23558" y="205370"/>
                    <a:pt x="22044" y="206682"/>
                    <a:pt x="22044" y="206682"/>
                  </a:cubicBezTo>
                  <a:lnTo>
                    <a:pt x="19318" y="209407"/>
                  </a:lnTo>
                  <a:lnTo>
                    <a:pt x="18241" y="210921"/>
                  </a:lnTo>
                  <a:cubicBezTo>
                    <a:pt x="18241" y="210921"/>
                    <a:pt x="17265" y="212434"/>
                    <a:pt x="17164" y="212872"/>
                  </a:cubicBezTo>
                  <a:cubicBezTo>
                    <a:pt x="17063" y="213309"/>
                    <a:pt x="12385" y="215495"/>
                    <a:pt x="12385" y="215495"/>
                  </a:cubicBezTo>
                  <a:lnTo>
                    <a:pt x="9457" y="219835"/>
                  </a:lnTo>
                  <a:lnTo>
                    <a:pt x="5216" y="220710"/>
                  </a:lnTo>
                  <a:lnTo>
                    <a:pt x="5216" y="226799"/>
                  </a:lnTo>
                  <a:lnTo>
                    <a:pt x="5654" y="228750"/>
                  </a:lnTo>
                  <a:lnTo>
                    <a:pt x="5418" y="229826"/>
                  </a:lnTo>
                  <a:lnTo>
                    <a:pt x="639" y="231138"/>
                  </a:lnTo>
                  <a:lnTo>
                    <a:pt x="0" y="232887"/>
                  </a:lnTo>
                  <a:lnTo>
                    <a:pt x="1077" y="236352"/>
                  </a:lnTo>
                  <a:lnTo>
                    <a:pt x="3904" y="236789"/>
                  </a:lnTo>
                  <a:lnTo>
                    <a:pt x="7067" y="235276"/>
                  </a:lnTo>
                  <a:cubicBezTo>
                    <a:pt x="7067" y="235276"/>
                    <a:pt x="7404" y="234636"/>
                    <a:pt x="7942" y="234401"/>
                  </a:cubicBezTo>
                  <a:cubicBezTo>
                    <a:pt x="8481" y="234166"/>
                    <a:pt x="9692" y="233762"/>
                    <a:pt x="9692" y="233762"/>
                  </a:cubicBezTo>
                  <a:lnTo>
                    <a:pt x="11106" y="233526"/>
                  </a:lnTo>
                  <a:lnTo>
                    <a:pt x="14370" y="235377"/>
                  </a:lnTo>
                  <a:lnTo>
                    <a:pt x="15582" y="238404"/>
                  </a:lnTo>
                  <a:cubicBezTo>
                    <a:pt x="15582" y="238404"/>
                    <a:pt x="16019" y="240456"/>
                    <a:pt x="16019" y="240793"/>
                  </a:cubicBezTo>
                  <a:cubicBezTo>
                    <a:pt x="16019" y="241129"/>
                    <a:pt x="15481" y="243517"/>
                    <a:pt x="15481" y="243517"/>
                  </a:cubicBezTo>
                  <a:lnTo>
                    <a:pt x="14572" y="245132"/>
                  </a:lnTo>
                  <a:lnTo>
                    <a:pt x="13967" y="247622"/>
                  </a:lnTo>
                  <a:lnTo>
                    <a:pt x="13967" y="249371"/>
                  </a:lnTo>
                  <a:lnTo>
                    <a:pt x="15043" y="250783"/>
                  </a:lnTo>
                  <a:lnTo>
                    <a:pt x="14842" y="253710"/>
                  </a:lnTo>
                  <a:lnTo>
                    <a:pt x="13765" y="255661"/>
                  </a:lnTo>
                  <a:lnTo>
                    <a:pt x="12452" y="256973"/>
                  </a:lnTo>
                  <a:cubicBezTo>
                    <a:pt x="12452" y="256973"/>
                    <a:pt x="12116" y="257848"/>
                    <a:pt x="11813" y="257949"/>
                  </a:cubicBezTo>
                  <a:cubicBezTo>
                    <a:pt x="11476" y="258050"/>
                    <a:pt x="10938" y="258588"/>
                    <a:pt x="10938" y="258588"/>
                  </a:cubicBezTo>
                  <a:lnTo>
                    <a:pt x="10265" y="261077"/>
                  </a:lnTo>
                  <a:lnTo>
                    <a:pt x="10063" y="263365"/>
                  </a:lnTo>
                  <a:lnTo>
                    <a:pt x="9625" y="267267"/>
                  </a:lnTo>
                  <a:cubicBezTo>
                    <a:pt x="9625" y="267267"/>
                    <a:pt x="9524" y="270093"/>
                    <a:pt x="9524" y="270866"/>
                  </a:cubicBezTo>
                  <a:cubicBezTo>
                    <a:pt x="9524" y="271640"/>
                    <a:pt x="8885" y="274769"/>
                    <a:pt x="8885" y="274769"/>
                  </a:cubicBezTo>
                  <a:lnTo>
                    <a:pt x="9087" y="277157"/>
                  </a:lnTo>
                  <a:lnTo>
                    <a:pt x="12250" y="279983"/>
                  </a:lnTo>
                  <a:lnTo>
                    <a:pt x="15515" y="286072"/>
                  </a:lnTo>
                  <a:lnTo>
                    <a:pt x="17904" y="288897"/>
                  </a:lnTo>
                  <a:lnTo>
                    <a:pt x="22246" y="291084"/>
                  </a:lnTo>
                  <a:lnTo>
                    <a:pt x="27462" y="291959"/>
                  </a:lnTo>
                  <a:lnTo>
                    <a:pt x="32241" y="291959"/>
                  </a:lnTo>
                  <a:lnTo>
                    <a:pt x="35707" y="291959"/>
                  </a:lnTo>
                  <a:lnTo>
                    <a:pt x="40924" y="291959"/>
                  </a:lnTo>
                  <a:cubicBezTo>
                    <a:pt x="40924" y="291959"/>
                    <a:pt x="42236" y="292194"/>
                    <a:pt x="42674" y="291319"/>
                  </a:cubicBezTo>
                  <a:cubicBezTo>
                    <a:pt x="43112" y="290445"/>
                    <a:pt x="43549" y="289133"/>
                    <a:pt x="43751" y="288494"/>
                  </a:cubicBezTo>
                  <a:cubicBezTo>
                    <a:pt x="43953" y="287854"/>
                    <a:pt x="44390" y="287417"/>
                    <a:pt x="45063" y="286307"/>
                  </a:cubicBezTo>
                  <a:cubicBezTo>
                    <a:pt x="45703" y="285231"/>
                    <a:pt x="46813" y="284793"/>
                    <a:pt x="46813" y="284793"/>
                  </a:cubicBezTo>
                  <a:lnTo>
                    <a:pt x="47251" y="283279"/>
                  </a:lnTo>
                  <a:lnTo>
                    <a:pt x="49203" y="283044"/>
                  </a:lnTo>
                  <a:cubicBezTo>
                    <a:pt x="49203" y="283044"/>
                    <a:pt x="50717" y="283279"/>
                    <a:pt x="51592" y="283279"/>
                  </a:cubicBezTo>
                  <a:cubicBezTo>
                    <a:pt x="52467" y="283279"/>
                    <a:pt x="56607" y="283279"/>
                    <a:pt x="56607" y="283279"/>
                  </a:cubicBezTo>
                  <a:cubicBezTo>
                    <a:pt x="56607" y="283279"/>
                    <a:pt x="58121" y="283044"/>
                    <a:pt x="58794" y="283279"/>
                  </a:cubicBezTo>
                  <a:cubicBezTo>
                    <a:pt x="59434" y="283481"/>
                    <a:pt x="63371" y="283481"/>
                    <a:pt x="63371" y="283481"/>
                  </a:cubicBezTo>
                  <a:lnTo>
                    <a:pt x="64886" y="282842"/>
                  </a:lnTo>
                  <a:lnTo>
                    <a:pt x="68352" y="281328"/>
                  </a:lnTo>
                  <a:cubicBezTo>
                    <a:pt x="68352" y="281328"/>
                    <a:pt x="70506" y="279579"/>
                    <a:pt x="70977" y="278940"/>
                  </a:cubicBezTo>
                  <a:cubicBezTo>
                    <a:pt x="71415" y="278301"/>
                    <a:pt x="71852" y="277628"/>
                    <a:pt x="72054" y="276989"/>
                  </a:cubicBezTo>
                  <a:cubicBezTo>
                    <a:pt x="72256" y="276350"/>
                    <a:pt x="73131" y="275038"/>
                    <a:pt x="73131" y="275038"/>
                  </a:cubicBezTo>
                  <a:lnTo>
                    <a:pt x="73131" y="273726"/>
                  </a:lnTo>
                  <a:lnTo>
                    <a:pt x="74444" y="272414"/>
                  </a:lnTo>
                  <a:lnTo>
                    <a:pt x="75958" y="271775"/>
                  </a:lnTo>
                  <a:lnTo>
                    <a:pt x="77910" y="270025"/>
                  </a:lnTo>
                  <a:cubicBezTo>
                    <a:pt x="77910" y="270025"/>
                    <a:pt x="78550" y="270227"/>
                    <a:pt x="79660" y="270227"/>
                  </a:cubicBezTo>
                  <a:cubicBezTo>
                    <a:pt x="80737" y="270227"/>
                    <a:pt x="83800" y="271304"/>
                    <a:pt x="83800" y="271304"/>
                  </a:cubicBezTo>
                  <a:cubicBezTo>
                    <a:pt x="83800" y="271304"/>
                    <a:pt x="85853" y="273053"/>
                    <a:pt x="86088" y="273692"/>
                  </a:cubicBezTo>
                  <a:cubicBezTo>
                    <a:pt x="86290" y="274331"/>
                    <a:pt x="87064" y="276955"/>
                    <a:pt x="87064" y="276955"/>
                  </a:cubicBezTo>
                  <a:lnTo>
                    <a:pt x="87064" y="280655"/>
                  </a:lnTo>
                  <a:lnTo>
                    <a:pt x="85314" y="281967"/>
                  </a:lnTo>
                  <a:lnTo>
                    <a:pt x="85314" y="284154"/>
                  </a:lnTo>
                  <a:cubicBezTo>
                    <a:pt x="85314" y="284154"/>
                    <a:pt x="87939" y="285231"/>
                    <a:pt x="89016" y="285903"/>
                  </a:cubicBezTo>
                  <a:cubicBezTo>
                    <a:pt x="90093" y="286542"/>
                    <a:pt x="92483" y="287215"/>
                    <a:pt x="92483" y="287215"/>
                  </a:cubicBezTo>
                  <a:lnTo>
                    <a:pt x="94435" y="289166"/>
                  </a:lnTo>
                  <a:lnTo>
                    <a:pt x="99214" y="293068"/>
                  </a:lnTo>
                  <a:lnTo>
                    <a:pt x="99214" y="299796"/>
                  </a:lnTo>
                  <a:lnTo>
                    <a:pt x="103791" y="303699"/>
                  </a:lnTo>
                  <a:cubicBezTo>
                    <a:pt x="103791" y="303699"/>
                    <a:pt x="104868" y="305650"/>
                    <a:pt x="104868" y="306289"/>
                  </a:cubicBezTo>
                  <a:cubicBezTo>
                    <a:pt x="104868" y="306928"/>
                    <a:pt x="105070" y="310427"/>
                    <a:pt x="103791" y="312142"/>
                  </a:cubicBezTo>
                  <a:cubicBezTo>
                    <a:pt x="102478" y="313891"/>
                    <a:pt x="102478" y="313891"/>
                    <a:pt x="102478" y="313891"/>
                  </a:cubicBezTo>
                  <a:cubicBezTo>
                    <a:pt x="102478" y="313891"/>
                    <a:pt x="102276" y="315405"/>
                    <a:pt x="101839" y="316280"/>
                  </a:cubicBezTo>
                  <a:cubicBezTo>
                    <a:pt x="101401" y="317155"/>
                    <a:pt x="97497" y="322571"/>
                    <a:pt x="97497" y="322571"/>
                  </a:cubicBezTo>
                  <a:cubicBezTo>
                    <a:pt x="97497" y="322571"/>
                    <a:pt x="96858" y="324454"/>
                    <a:pt x="96420" y="325127"/>
                  </a:cubicBezTo>
                  <a:cubicBezTo>
                    <a:pt x="95983" y="325834"/>
                    <a:pt x="91641" y="328659"/>
                    <a:pt x="91641" y="328659"/>
                  </a:cubicBezTo>
                  <a:cubicBezTo>
                    <a:pt x="91641" y="328659"/>
                    <a:pt x="91204" y="330173"/>
                    <a:pt x="90564" y="331048"/>
                  </a:cubicBezTo>
                  <a:cubicBezTo>
                    <a:pt x="89925" y="331922"/>
                    <a:pt x="87939" y="334748"/>
                    <a:pt x="87939" y="334748"/>
                  </a:cubicBezTo>
                  <a:lnTo>
                    <a:pt x="85987" y="339323"/>
                  </a:lnTo>
                  <a:cubicBezTo>
                    <a:pt x="85987" y="339323"/>
                    <a:pt x="85987" y="342788"/>
                    <a:pt x="85550" y="344537"/>
                  </a:cubicBezTo>
                  <a:cubicBezTo>
                    <a:pt x="85112" y="346286"/>
                    <a:pt x="83800" y="349987"/>
                    <a:pt x="83800" y="349987"/>
                  </a:cubicBezTo>
                  <a:lnTo>
                    <a:pt x="82285" y="352375"/>
                  </a:lnTo>
                  <a:lnTo>
                    <a:pt x="80771" y="354965"/>
                  </a:lnTo>
                  <a:lnTo>
                    <a:pt x="79694" y="356715"/>
                  </a:lnTo>
                  <a:lnTo>
                    <a:pt x="78180" y="358666"/>
                  </a:lnTo>
                  <a:lnTo>
                    <a:pt x="76429" y="362131"/>
                  </a:lnTo>
                  <a:lnTo>
                    <a:pt x="76665" y="366268"/>
                  </a:lnTo>
                  <a:lnTo>
                    <a:pt x="76665" y="372794"/>
                  </a:lnTo>
                  <a:lnTo>
                    <a:pt x="76026" y="377571"/>
                  </a:lnTo>
                  <a:lnTo>
                    <a:pt x="75386" y="382348"/>
                  </a:lnTo>
                  <a:lnTo>
                    <a:pt x="73199" y="383862"/>
                  </a:lnTo>
                  <a:lnTo>
                    <a:pt x="69497" y="383660"/>
                  </a:lnTo>
                  <a:lnTo>
                    <a:pt x="66434" y="385174"/>
                  </a:lnTo>
                  <a:lnTo>
                    <a:pt x="62732" y="387562"/>
                  </a:lnTo>
                  <a:cubicBezTo>
                    <a:pt x="62732" y="387562"/>
                    <a:pt x="62093" y="388437"/>
                    <a:pt x="62093" y="389312"/>
                  </a:cubicBezTo>
                  <a:cubicBezTo>
                    <a:pt x="62093" y="390186"/>
                    <a:pt x="62093" y="393651"/>
                    <a:pt x="62530" y="394324"/>
                  </a:cubicBezTo>
                  <a:cubicBezTo>
                    <a:pt x="62968" y="394963"/>
                    <a:pt x="66670" y="396712"/>
                    <a:pt x="66670" y="396712"/>
                  </a:cubicBezTo>
                  <a:cubicBezTo>
                    <a:pt x="66670" y="396712"/>
                    <a:pt x="70136" y="401052"/>
                    <a:pt x="70372" y="401926"/>
                  </a:cubicBezTo>
                  <a:cubicBezTo>
                    <a:pt x="70607" y="402801"/>
                    <a:pt x="73199" y="402566"/>
                    <a:pt x="73199" y="402566"/>
                  </a:cubicBezTo>
                  <a:lnTo>
                    <a:pt x="76463" y="403877"/>
                  </a:lnTo>
                  <a:lnTo>
                    <a:pt x="75824" y="409966"/>
                  </a:lnTo>
                  <a:cubicBezTo>
                    <a:pt x="75824" y="409966"/>
                    <a:pt x="73636" y="412792"/>
                    <a:pt x="73199" y="414743"/>
                  </a:cubicBezTo>
                  <a:cubicBezTo>
                    <a:pt x="72761" y="416694"/>
                    <a:pt x="77338" y="414104"/>
                    <a:pt x="78213" y="414104"/>
                  </a:cubicBezTo>
                  <a:cubicBezTo>
                    <a:pt x="79088" y="414104"/>
                    <a:pt x="80603" y="412792"/>
                    <a:pt x="81242" y="412590"/>
                  </a:cubicBezTo>
                  <a:cubicBezTo>
                    <a:pt x="81881" y="412355"/>
                    <a:pt x="83867" y="410404"/>
                    <a:pt x="83867" y="410404"/>
                  </a:cubicBezTo>
                  <a:lnTo>
                    <a:pt x="87132" y="409529"/>
                  </a:lnTo>
                  <a:lnTo>
                    <a:pt x="89757" y="411480"/>
                  </a:lnTo>
                  <a:cubicBezTo>
                    <a:pt x="89757" y="411480"/>
                    <a:pt x="90396" y="414945"/>
                    <a:pt x="89992" y="415820"/>
                  </a:cubicBezTo>
                  <a:cubicBezTo>
                    <a:pt x="89555" y="416694"/>
                    <a:pt x="87603" y="419116"/>
                    <a:pt x="87603" y="419116"/>
                  </a:cubicBezTo>
                  <a:lnTo>
                    <a:pt x="87165" y="423624"/>
                  </a:lnTo>
                  <a:lnTo>
                    <a:pt x="88680" y="425575"/>
                  </a:lnTo>
                  <a:cubicBezTo>
                    <a:pt x="88680" y="425575"/>
                    <a:pt x="90194" y="427089"/>
                    <a:pt x="91507" y="428603"/>
                  </a:cubicBezTo>
                  <a:cubicBezTo>
                    <a:pt x="92819" y="430117"/>
                    <a:pt x="95411" y="434456"/>
                    <a:pt x="95411" y="434456"/>
                  </a:cubicBezTo>
                  <a:lnTo>
                    <a:pt x="96050" y="436844"/>
                  </a:lnTo>
                  <a:cubicBezTo>
                    <a:pt x="96050" y="436844"/>
                    <a:pt x="98440" y="437820"/>
                    <a:pt x="100627" y="437181"/>
                  </a:cubicBezTo>
                  <a:cubicBezTo>
                    <a:pt x="102781" y="436542"/>
                    <a:pt x="105843" y="436205"/>
                    <a:pt x="106719" y="436205"/>
                  </a:cubicBezTo>
                  <a:cubicBezTo>
                    <a:pt x="107594" y="436205"/>
                    <a:pt x="112372" y="436205"/>
                    <a:pt x="112372" y="436205"/>
                  </a:cubicBezTo>
                  <a:lnTo>
                    <a:pt x="115401" y="438795"/>
                  </a:lnTo>
                  <a:lnTo>
                    <a:pt x="115200" y="441419"/>
                  </a:lnTo>
                  <a:cubicBezTo>
                    <a:pt x="115200" y="441419"/>
                    <a:pt x="115200" y="444884"/>
                    <a:pt x="114964" y="445557"/>
                  </a:cubicBezTo>
                  <a:cubicBezTo>
                    <a:pt x="114728" y="446196"/>
                    <a:pt x="114964" y="447306"/>
                    <a:pt x="113651" y="448383"/>
                  </a:cubicBezTo>
                  <a:cubicBezTo>
                    <a:pt x="112339" y="449459"/>
                    <a:pt x="110387" y="452520"/>
                    <a:pt x="110387" y="452520"/>
                  </a:cubicBezTo>
                  <a:cubicBezTo>
                    <a:pt x="110387" y="452520"/>
                    <a:pt x="108872" y="452958"/>
                    <a:pt x="107997" y="453597"/>
                  </a:cubicBezTo>
                  <a:cubicBezTo>
                    <a:pt x="107122" y="454236"/>
                    <a:pt x="104969" y="455548"/>
                    <a:pt x="104969" y="455548"/>
                  </a:cubicBezTo>
                  <a:lnTo>
                    <a:pt x="102142" y="457062"/>
                  </a:lnTo>
                  <a:cubicBezTo>
                    <a:pt x="102142" y="457062"/>
                    <a:pt x="100627" y="460762"/>
                    <a:pt x="98877" y="459888"/>
                  </a:cubicBezTo>
                  <a:cubicBezTo>
                    <a:pt x="97127" y="459013"/>
                    <a:pt x="93661" y="457701"/>
                    <a:pt x="92786" y="457701"/>
                  </a:cubicBezTo>
                  <a:cubicBezTo>
                    <a:pt x="91911" y="457701"/>
                    <a:pt x="90194" y="457903"/>
                    <a:pt x="90396" y="459013"/>
                  </a:cubicBezTo>
                  <a:cubicBezTo>
                    <a:pt x="90598" y="460089"/>
                    <a:pt x="93425" y="465102"/>
                    <a:pt x="93425" y="465102"/>
                  </a:cubicBezTo>
                  <a:lnTo>
                    <a:pt x="95175" y="468365"/>
                  </a:lnTo>
                  <a:lnTo>
                    <a:pt x="96488" y="470114"/>
                  </a:lnTo>
                  <a:lnTo>
                    <a:pt x="95848" y="476203"/>
                  </a:lnTo>
                  <a:lnTo>
                    <a:pt x="94973" y="478793"/>
                  </a:lnTo>
                  <a:cubicBezTo>
                    <a:pt x="94973" y="478793"/>
                    <a:pt x="92584" y="481417"/>
                    <a:pt x="90834" y="482493"/>
                  </a:cubicBezTo>
                  <a:cubicBezTo>
                    <a:pt x="89084" y="483570"/>
                    <a:pt x="86492" y="484882"/>
                    <a:pt x="85382" y="485756"/>
                  </a:cubicBezTo>
                  <a:cubicBezTo>
                    <a:pt x="84305" y="486631"/>
                    <a:pt x="83867" y="488145"/>
                    <a:pt x="83430" y="489019"/>
                  </a:cubicBezTo>
                  <a:cubicBezTo>
                    <a:pt x="82992" y="489894"/>
                    <a:pt x="81680" y="494032"/>
                    <a:pt x="81680" y="494032"/>
                  </a:cubicBezTo>
                  <a:lnTo>
                    <a:pt x="81175" y="498237"/>
                  </a:lnTo>
                  <a:lnTo>
                    <a:pt x="83430" y="500995"/>
                  </a:lnTo>
                  <a:lnTo>
                    <a:pt x="85617" y="502072"/>
                  </a:lnTo>
                  <a:lnTo>
                    <a:pt x="87569" y="504258"/>
                  </a:lnTo>
                  <a:lnTo>
                    <a:pt x="90968" y="508598"/>
                  </a:lnTo>
                  <a:lnTo>
                    <a:pt x="93593" y="510986"/>
                  </a:lnTo>
                  <a:cubicBezTo>
                    <a:pt x="93593" y="510986"/>
                    <a:pt x="96488" y="513879"/>
                    <a:pt x="96790" y="513879"/>
                  </a:cubicBezTo>
                  <a:cubicBezTo>
                    <a:pt x="97093" y="513879"/>
                    <a:pt x="96723" y="513946"/>
                    <a:pt x="98036" y="513946"/>
                  </a:cubicBezTo>
                  <a:cubicBezTo>
                    <a:pt x="99348" y="513946"/>
                    <a:pt x="100425" y="513576"/>
                    <a:pt x="100795" y="513307"/>
                  </a:cubicBezTo>
                  <a:cubicBezTo>
                    <a:pt x="101166" y="513004"/>
                    <a:pt x="103858" y="511491"/>
                    <a:pt x="104127" y="511222"/>
                  </a:cubicBezTo>
                  <a:cubicBezTo>
                    <a:pt x="104430" y="510919"/>
                    <a:pt x="107392" y="509775"/>
                    <a:pt x="107897" y="509775"/>
                  </a:cubicBezTo>
                  <a:cubicBezTo>
                    <a:pt x="108401" y="509775"/>
                    <a:pt x="109983" y="509607"/>
                    <a:pt x="110589" y="509439"/>
                  </a:cubicBezTo>
                  <a:cubicBezTo>
                    <a:pt x="111161" y="509304"/>
                    <a:pt x="112339" y="509270"/>
                    <a:pt x="113281" y="509270"/>
                  </a:cubicBezTo>
                  <a:cubicBezTo>
                    <a:pt x="114224" y="509270"/>
                    <a:pt x="115906" y="509270"/>
                    <a:pt x="115906" y="509270"/>
                  </a:cubicBezTo>
                  <a:lnTo>
                    <a:pt x="117051" y="508194"/>
                  </a:lnTo>
                  <a:cubicBezTo>
                    <a:pt x="117051" y="508194"/>
                    <a:pt x="117757" y="504931"/>
                    <a:pt x="117757" y="504561"/>
                  </a:cubicBezTo>
                  <a:cubicBezTo>
                    <a:pt x="117757" y="504191"/>
                    <a:pt x="118397" y="502610"/>
                    <a:pt x="118498" y="502374"/>
                  </a:cubicBezTo>
                  <a:cubicBezTo>
                    <a:pt x="118565" y="502139"/>
                    <a:pt x="119743" y="500356"/>
                    <a:pt x="119743" y="500356"/>
                  </a:cubicBezTo>
                  <a:cubicBezTo>
                    <a:pt x="119743" y="500356"/>
                    <a:pt x="120618" y="499280"/>
                    <a:pt x="120988" y="498977"/>
                  </a:cubicBezTo>
                  <a:cubicBezTo>
                    <a:pt x="121358" y="498674"/>
                    <a:pt x="123748" y="496723"/>
                    <a:pt x="123748" y="496723"/>
                  </a:cubicBezTo>
                  <a:lnTo>
                    <a:pt x="125060" y="495041"/>
                  </a:lnTo>
                  <a:lnTo>
                    <a:pt x="133171" y="487068"/>
                  </a:lnTo>
                  <a:lnTo>
                    <a:pt x="135931" y="483301"/>
                  </a:lnTo>
                  <a:lnTo>
                    <a:pt x="135628" y="482594"/>
                  </a:lnTo>
                  <a:lnTo>
                    <a:pt x="133474" y="480845"/>
                  </a:lnTo>
                  <a:lnTo>
                    <a:pt x="132296" y="478524"/>
                  </a:lnTo>
                  <a:cubicBezTo>
                    <a:pt x="132296" y="478524"/>
                    <a:pt x="133036" y="477952"/>
                    <a:pt x="134315" y="477515"/>
                  </a:cubicBezTo>
                  <a:cubicBezTo>
                    <a:pt x="135628" y="477077"/>
                    <a:pt x="140541" y="475496"/>
                    <a:pt x="140541" y="475496"/>
                  </a:cubicBezTo>
                  <a:cubicBezTo>
                    <a:pt x="140541" y="475496"/>
                    <a:pt x="142291" y="473747"/>
                    <a:pt x="143133" y="473478"/>
                  </a:cubicBezTo>
                  <a:cubicBezTo>
                    <a:pt x="144008" y="473175"/>
                    <a:pt x="145590" y="471897"/>
                    <a:pt x="146027" y="471594"/>
                  </a:cubicBezTo>
                  <a:cubicBezTo>
                    <a:pt x="146465" y="471291"/>
                    <a:pt x="150503" y="468129"/>
                    <a:pt x="150671" y="467692"/>
                  </a:cubicBezTo>
                  <a:cubicBezTo>
                    <a:pt x="150806" y="467255"/>
                    <a:pt x="151816" y="466548"/>
                    <a:pt x="151816" y="466548"/>
                  </a:cubicBezTo>
                  <a:lnTo>
                    <a:pt x="155013" y="468297"/>
                  </a:lnTo>
                  <a:lnTo>
                    <a:pt x="157470" y="470888"/>
                  </a:lnTo>
                  <a:lnTo>
                    <a:pt x="158042" y="474353"/>
                  </a:lnTo>
                  <a:lnTo>
                    <a:pt x="157907" y="477380"/>
                  </a:lnTo>
                  <a:lnTo>
                    <a:pt x="158042" y="480139"/>
                  </a:lnTo>
                  <a:cubicBezTo>
                    <a:pt x="158042" y="480139"/>
                    <a:pt x="160936" y="481148"/>
                    <a:pt x="161811" y="481148"/>
                  </a:cubicBezTo>
                  <a:cubicBezTo>
                    <a:pt x="162686" y="481148"/>
                    <a:pt x="165715" y="481148"/>
                    <a:pt x="167028" y="481013"/>
                  </a:cubicBezTo>
                  <a:cubicBezTo>
                    <a:pt x="168340" y="480879"/>
                    <a:pt x="171369" y="479701"/>
                    <a:pt x="171807" y="479264"/>
                  </a:cubicBezTo>
                  <a:cubicBezTo>
                    <a:pt x="172244" y="478827"/>
                    <a:pt x="172984" y="478389"/>
                    <a:pt x="173994" y="478120"/>
                  </a:cubicBezTo>
                  <a:cubicBezTo>
                    <a:pt x="175004" y="477818"/>
                    <a:pt x="178470" y="477818"/>
                    <a:pt x="178470" y="477818"/>
                  </a:cubicBezTo>
                  <a:lnTo>
                    <a:pt x="180052" y="479264"/>
                  </a:lnTo>
                  <a:lnTo>
                    <a:pt x="178739" y="481888"/>
                  </a:lnTo>
                  <a:lnTo>
                    <a:pt x="177999" y="483032"/>
                  </a:lnTo>
                  <a:cubicBezTo>
                    <a:pt x="177999" y="483032"/>
                    <a:pt x="178134" y="486059"/>
                    <a:pt x="178436" y="486665"/>
                  </a:cubicBezTo>
                  <a:cubicBezTo>
                    <a:pt x="178739" y="487237"/>
                    <a:pt x="179446" y="488851"/>
                    <a:pt x="180018" y="489423"/>
                  </a:cubicBezTo>
                  <a:cubicBezTo>
                    <a:pt x="180590" y="489995"/>
                    <a:pt x="183047" y="493056"/>
                    <a:pt x="183047" y="493056"/>
                  </a:cubicBezTo>
                  <a:cubicBezTo>
                    <a:pt x="183047" y="493056"/>
                    <a:pt x="184057" y="494503"/>
                    <a:pt x="185067" y="495377"/>
                  </a:cubicBezTo>
                  <a:cubicBezTo>
                    <a:pt x="186076" y="496252"/>
                    <a:pt x="187961" y="497564"/>
                    <a:pt x="189139" y="498136"/>
                  </a:cubicBezTo>
                  <a:cubicBezTo>
                    <a:pt x="190283" y="498708"/>
                    <a:pt x="193480" y="499145"/>
                    <a:pt x="194927" y="499145"/>
                  </a:cubicBezTo>
                  <a:cubicBezTo>
                    <a:pt x="196374" y="499145"/>
                    <a:pt x="199134" y="499414"/>
                    <a:pt x="199134" y="499414"/>
                  </a:cubicBezTo>
                  <a:cubicBezTo>
                    <a:pt x="199134" y="499414"/>
                    <a:pt x="200144" y="499549"/>
                    <a:pt x="201019" y="500289"/>
                  </a:cubicBezTo>
                  <a:cubicBezTo>
                    <a:pt x="201894" y="501029"/>
                    <a:pt x="207110" y="504359"/>
                    <a:pt x="207110" y="504359"/>
                  </a:cubicBezTo>
                  <a:cubicBezTo>
                    <a:pt x="207110" y="504359"/>
                    <a:pt x="207817" y="504796"/>
                    <a:pt x="208423" y="505234"/>
                  </a:cubicBezTo>
                  <a:cubicBezTo>
                    <a:pt x="208995" y="505671"/>
                    <a:pt x="210307" y="507824"/>
                    <a:pt x="210307" y="507824"/>
                  </a:cubicBezTo>
                  <a:cubicBezTo>
                    <a:pt x="210307" y="507824"/>
                    <a:pt x="210745" y="509270"/>
                    <a:pt x="211452" y="509270"/>
                  </a:cubicBezTo>
                  <a:cubicBezTo>
                    <a:pt x="212158" y="509270"/>
                    <a:pt x="216096" y="509573"/>
                    <a:pt x="216533" y="509573"/>
                  </a:cubicBezTo>
                  <a:cubicBezTo>
                    <a:pt x="216971" y="509573"/>
                    <a:pt x="220740" y="508867"/>
                    <a:pt x="221312" y="508699"/>
                  </a:cubicBezTo>
                  <a:cubicBezTo>
                    <a:pt x="221885" y="508564"/>
                    <a:pt x="224207" y="508127"/>
                    <a:pt x="224207" y="508127"/>
                  </a:cubicBezTo>
                  <a:cubicBezTo>
                    <a:pt x="224207" y="508127"/>
                    <a:pt x="225654" y="507992"/>
                    <a:pt x="226226" y="508261"/>
                  </a:cubicBezTo>
                  <a:cubicBezTo>
                    <a:pt x="226798" y="508531"/>
                    <a:pt x="228414" y="512904"/>
                    <a:pt x="228414" y="512904"/>
                  </a:cubicBezTo>
                  <a:cubicBezTo>
                    <a:pt x="228414" y="512904"/>
                    <a:pt x="229120" y="515662"/>
                    <a:pt x="229861" y="516368"/>
                  </a:cubicBezTo>
                  <a:cubicBezTo>
                    <a:pt x="230601" y="517109"/>
                    <a:pt x="232755" y="517950"/>
                    <a:pt x="233630" y="518252"/>
                  </a:cubicBezTo>
                  <a:cubicBezTo>
                    <a:pt x="234505" y="518555"/>
                    <a:pt x="236962" y="519127"/>
                    <a:pt x="238140" y="519127"/>
                  </a:cubicBezTo>
                  <a:cubicBezTo>
                    <a:pt x="239284" y="519127"/>
                    <a:pt x="242919" y="518252"/>
                    <a:pt x="243356" y="517680"/>
                  </a:cubicBezTo>
                  <a:cubicBezTo>
                    <a:pt x="243794" y="517109"/>
                    <a:pt x="248573" y="510145"/>
                    <a:pt x="248573" y="510145"/>
                  </a:cubicBezTo>
                  <a:lnTo>
                    <a:pt x="250895" y="507387"/>
                  </a:lnTo>
                  <a:lnTo>
                    <a:pt x="254361" y="499986"/>
                  </a:lnTo>
                  <a:cubicBezTo>
                    <a:pt x="254361" y="499986"/>
                    <a:pt x="258433" y="498102"/>
                    <a:pt x="258433" y="497530"/>
                  </a:cubicBezTo>
                  <a:cubicBezTo>
                    <a:pt x="258433" y="496958"/>
                    <a:pt x="258299" y="493897"/>
                    <a:pt x="257121" y="492013"/>
                  </a:cubicBezTo>
                  <a:cubicBezTo>
                    <a:pt x="255977" y="490130"/>
                    <a:pt x="254664" y="489255"/>
                    <a:pt x="253217" y="487808"/>
                  </a:cubicBezTo>
                  <a:cubicBezTo>
                    <a:pt x="251770" y="486362"/>
                    <a:pt x="251904" y="487506"/>
                    <a:pt x="251770" y="486362"/>
                  </a:cubicBezTo>
                  <a:cubicBezTo>
                    <a:pt x="251635" y="485218"/>
                    <a:pt x="252039" y="483603"/>
                    <a:pt x="253217" y="482594"/>
                  </a:cubicBezTo>
                  <a:cubicBezTo>
                    <a:pt x="254395" y="481585"/>
                    <a:pt x="254967" y="481417"/>
                    <a:pt x="255539" y="481148"/>
                  </a:cubicBezTo>
                  <a:cubicBezTo>
                    <a:pt x="256111" y="480845"/>
                    <a:pt x="259443" y="480576"/>
                    <a:pt x="260318" y="480576"/>
                  </a:cubicBezTo>
                  <a:cubicBezTo>
                    <a:pt x="261193" y="480576"/>
                    <a:pt x="271761" y="480273"/>
                    <a:pt x="271761" y="480273"/>
                  </a:cubicBezTo>
                  <a:lnTo>
                    <a:pt x="275227" y="477818"/>
                  </a:lnTo>
                  <a:lnTo>
                    <a:pt x="277549" y="475362"/>
                  </a:lnTo>
                  <a:cubicBezTo>
                    <a:pt x="277549" y="475362"/>
                    <a:pt x="278862" y="474790"/>
                    <a:pt x="279871" y="473915"/>
                  </a:cubicBezTo>
                  <a:cubicBezTo>
                    <a:pt x="280881" y="473041"/>
                    <a:pt x="285088" y="471022"/>
                    <a:pt x="285963" y="470450"/>
                  </a:cubicBezTo>
                  <a:cubicBezTo>
                    <a:pt x="286838" y="469878"/>
                    <a:pt x="290607" y="468701"/>
                    <a:pt x="290607" y="468701"/>
                  </a:cubicBezTo>
                  <a:cubicBezTo>
                    <a:pt x="290607" y="468701"/>
                    <a:pt x="291752" y="467961"/>
                    <a:pt x="293199" y="467692"/>
                  </a:cubicBezTo>
                  <a:cubicBezTo>
                    <a:pt x="294646" y="467389"/>
                    <a:pt x="295386" y="466548"/>
                    <a:pt x="296530" y="465808"/>
                  </a:cubicBezTo>
                  <a:cubicBezTo>
                    <a:pt x="297675" y="465068"/>
                    <a:pt x="301040" y="462612"/>
                    <a:pt x="302184" y="462041"/>
                  </a:cubicBezTo>
                  <a:cubicBezTo>
                    <a:pt x="303329" y="461468"/>
                    <a:pt x="304507" y="460291"/>
                    <a:pt x="304507" y="460291"/>
                  </a:cubicBezTo>
                  <a:cubicBezTo>
                    <a:pt x="304507" y="460291"/>
                    <a:pt x="308276" y="460426"/>
                    <a:pt x="308713" y="460291"/>
                  </a:cubicBezTo>
                  <a:cubicBezTo>
                    <a:pt x="309151" y="460157"/>
                    <a:pt x="316252" y="459282"/>
                    <a:pt x="316824" y="459147"/>
                  </a:cubicBezTo>
                  <a:cubicBezTo>
                    <a:pt x="317396" y="459013"/>
                    <a:pt x="325372" y="458407"/>
                    <a:pt x="325372" y="458407"/>
                  </a:cubicBezTo>
                  <a:lnTo>
                    <a:pt x="327829" y="456389"/>
                  </a:lnTo>
                  <a:cubicBezTo>
                    <a:pt x="327829" y="456389"/>
                    <a:pt x="327829" y="456961"/>
                    <a:pt x="329276" y="455649"/>
                  </a:cubicBezTo>
                  <a:cubicBezTo>
                    <a:pt x="330723" y="454337"/>
                    <a:pt x="333483" y="451444"/>
                    <a:pt x="334493" y="450569"/>
                  </a:cubicBezTo>
                  <a:cubicBezTo>
                    <a:pt x="335503" y="449695"/>
                    <a:pt x="336680" y="448383"/>
                    <a:pt x="336815" y="447542"/>
                  </a:cubicBezTo>
                  <a:cubicBezTo>
                    <a:pt x="336950" y="446667"/>
                    <a:pt x="337252" y="444649"/>
                    <a:pt x="337252" y="443202"/>
                  </a:cubicBezTo>
                  <a:cubicBezTo>
                    <a:pt x="337252" y="441756"/>
                    <a:pt x="337959" y="440747"/>
                    <a:pt x="337118" y="438728"/>
                  </a:cubicBezTo>
                  <a:cubicBezTo>
                    <a:pt x="336243" y="436710"/>
                    <a:pt x="336815" y="437719"/>
                    <a:pt x="335805" y="435970"/>
                  </a:cubicBezTo>
                  <a:cubicBezTo>
                    <a:pt x="334796" y="434220"/>
                    <a:pt x="334055" y="433514"/>
                    <a:pt x="334055" y="431630"/>
                  </a:cubicBezTo>
                  <a:cubicBezTo>
                    <a:pt x="334055" y="429746"/>
                    <a:pt x="333752" y="427728"/>
                    <a:pt x="334762" y="427291"/>
                  </a:cubicBezTo>
                  <a:cubicBezTo>
                    <a:pt x="335772" y="426853"/>
                    <a:pt x="339272" y="423826"/>
                    <a:pt x="339272" y="423826"/>
                  </a:cubicBezTo>
                  <a:lnTo>
                    <a:pt x="341897" y="420495"/>
                  </a:lnTo>
                  <a:lnTo>
                    <a:pt x="346810" y="417165"/>
                  </a:lnTo>
                  <a:cubicBezTo>
                    <a:pt x="346810" y="417165"/>
                    <a:pt x="353339" y="414575"/>
                    <a:pt x="353777" y="414407"/>
                  </a:cubicBezTo>
                  <a:cubicBezTo>
                    <a:pt x="354214" y="414272"/>
                    <a:pt x="359734" y="414541"/>
                    <a:pt x="360306" y="414407"/>
                  </a:cubicBezTo>
                  <a:cubicBezTo>
                    <a:pt x="360878" y="414272"/>
                    <a:pt x="362931" y="415147"/>
                    <a:pt x="362931" y="415147"/>
                  </a:cubicBezTo>
                  <a:cubicBezTo>
                    <a:pt x="362931" y="415147"/>
                    <a:pt x="365691" y="418477"/>
                    <a:pt x="366397" y="418914"/>
                  </a:cubicBezTo>
                  <a:cubicBezTo>
                    <a:pt x="367104" y="419352"/>
                    <a:pt x="370604" y="422985"/>
                    <a:pt x="371311" y="424263"/>
                  </a:cubicBezTo>
                  <a:cubicBezTo>
                    <a:pt x="372018" y="425575"/>
                    <a:pt x="373498" y="429477"/>
                    <a:pt x="373768" y="430184"/>
                  </a:cubicBezTo>
                  <a:cubicBezTo>
                    <a:pt x="374037" y="430924"/>
                    <a:pt x="374340" y="436138"/>
                    <a:pt x="374912" y="436272"/>
                  </a:cubicBezTo>
                  <a:cubicBezTo>
                    <a:pt x="375484" y="436407"/>
                    <a:pt x="381878" y="441924"/>
                    <a:pt x="381878" y="441924"/>
                  </a:cubicBezTo>
                  <a:lnTo>
                    <a:pt x="381744" y="447878"/>
                  </a:lnTo>
                  <a:lnTo>
                    <a:pt x="384638" y="452790"/>
                  </a:lnTo>
                  <a:cubicBezTo>
                    <a:pt x="384638" y="452790"/>
                    <a:pt x="387667" y="453664"/>
                    <a:pt x="388273" y="453664"/>
                  </a:cubicBezTo>
                  <a:cubicBezTo>
                    <a:pt x="388845" y="453664"/>
                    <a:pt x="391907" y="453227"/>
                    <a:pt x="391907" y="453227"/>
                  </a:cubicBezTo>
                  <a:cubicBezTo>
                    <a:pt x="391907" y="453227"/>
                    <a:pt x="393052" y="453361"/>
                    <a:pt x="394802" y="452790"/>
                  </a:cubicBezTo>
                  <a:cubicBezTo>
                    <a:pt x="396552" y="452218"/>
                    <a:pt x="397696" y="451343"/>
                    <a:pt x="398706" y="450771"/>
                  </a:cubicBezTo>
                  <a:cubicBezTo>
                    <a:pt x="399715" y="450199"/>
                    <a:pt x="401297" y="448013"/>
                    <a:pt x="401297" y="448013"/>
                  </a:cubicBezTo>
                  <a:lnTo>
                    <a:pt x="402744" y="447138"/>
                  </a:lnTo>
                  <a:cubicBezTo>
                    <a:pt x="402744" y="447138"/>
                    <a:pt x="408095" y="448887"/>
                    <a:pt x="408398" y="449459"/>
                  </a:cubicBezTo>
                  <a:cubicBezTo>
                    <a:pt x="408701" y="450031"/>
                    <a:pt x="409273" y="453361"/>
                    <a:pt x="409273" y="453361"/>
                  </a:cubicBezTo>
                  <a:lnTo>
                    <a:pt x="410855" y="456995"/>
                  </a:lnTo>
                  <a:cubicBezTo>
                    <a:pt x="410855" y="456995"/>
                    <a:pt x="412740" y="460459"/>
                    <a:pt x="413446" y="460897"/>
                  </a:cubicBezTo>
                  <a:cubicBezTo>
                    <a:pt x="414187" y="461334"/>
                    <a:pt x="415903" y="461771"/>
                    <a:pt x="416778" y="462209"/>
                  </a:cubicBezTo>
                  <a:cubicBezTo>
                    <a:pt x="417653" y="462646"/>
                    <a:pt x="420985" y="463655"/>
                    <a:pt x="421423" y="463790"/>
                  </a:cubicBezTo>
                  <a:cubicBezTo>
                    <a:pt x="421860" y="463924"/>
                    <a:pt x="424182" y="464362"/>
                    <a:pt x="424620" y="464362"/>
                  </a:cubicBezTo>
                  <a:cubicBezTo>
                    <a:pt x="425057" y="464362"/>
                    <a:pt x="426639" y="463924"/>
                    <a:pt x="428086" y="463655"/>
                  </a:cubicBezTo>
                  <a:cubicBezTo>
                    <a:pt x="429533" y="463352"/>
                    <a:pt x="432125" y="462511"/>
                    <a:pt x="434750" y="462343"/>
                  </a:cubicBezTo>
                  <a:cubicBezTo>
                    <a:pt x="437375" y="462209"/>
                    <a:pt x="437375" y="461906"/>
                    <a:pt x="440538" y="461603"/>
                  </a:cubicBezTo>
                  <a:cubicBezTo>
                    <a:pt x="443736" y="461300"/>
                    <a:pt x="445755" y="459854"/>
                    <a:pt x="446192" y="459719"/>
                  </a:cubicBezTo>
                  <a:cubicBezTo>
                    <a:pt x="446630" y="459585"/>
                    <a:pt x="447774" y="457264"/>
                    <a:pt x="449524" y="456524"/>
                  </a:cubicBezTo>
                  <a:cubicBezTo>
                    <a:pt x="451274" y="455817"/>
                    <a:pt x="452991" y="453631"/>
                    <a:pt x="453428" y="453059"/>
                  </a:cubicBezTo>
                  <a:cubicBezTo>
                    <a:pt x="453866" y="452487"/>
                    <a:pt x="454303" y="450468"/>
                    <a:pt x="454303" y="449426"/>
                  </a:cubicBezTo>
                  <a:cubicBezTo>
                    <a:pt x="454303" y="448416"/>
                    <a:pt x="453294" y="444918"/>
                    <a:pt x="453294" y="444918"/>
                  </a:cubicBezTo>
                  <a:cubicBezTo>
                    <a:pt x="453294" y="444918"/>
                    <a:pt x="453159" y="442025"/>
                    <a:pt x="453159" y="441150"/>
                  </a:cubicBezTo>
                  <a:cubicBezTo>
                    <a:pt x="453159" y="440276"/>
                    <a:pt x="454337" y="436071"/>
                    <a:pt x="454337" y="436071"/>
                  </a:cubicBezTo>
                  <a:lnTo>
                    <a:pt x="455649" y="433884"/>
                  </a:lnTo>
                  <a:lnTo>
                    <a:pt x="458846" y="429107"/>
                  </a:lnTo>
                  <a:lnTo>
                    <a:pt x="464063" y="424600"/>
                  </a:lnTo>
                  <a:lnTo>
                    <a:pt x="471467" y="421404"/>
                  </a:lnTo>
                  <a:lnTo>
                    <a:pt x="476381" y="424162"/>
                  </a:lnTo>
                  <a:lnTo>
                    <a:pt x="481866" y="428064"/>
                  </a:lnTo>
                  <a:lnTo>
                    <a:pt x="487520" y="431967"/>
                  </a:lnTo>
                  <a:cubicBezTo>
                    <a:pt x="487520" y="431967"/>
                    <a:pt x="489539" y="434557"/>
                    <a:pt x="490280" y="434725"/>
                  </a:cubicBezTo>
                  <a:cubicBezTo>
                    <a:pt x="490987" y="434860"/>
                    <a:pt x="493914" y="436609"/>
                    <a:pt x="493914" y="436609"/>
                  </a:cubicBezTo>
                  <a:lnTo>
                    <a:pt x="494924" y="439805"/>
                  </a:lnTo>
                  <a:lnTo>
                    <a:pt x="497381" y="443572"/>
                  </a:lnTo>
                  <a:lnTo>
                    <a:pt x="498694" y="444144"/>
                  </a:lnTo>
                  <a:lnTo>
                    <a:pt x="501453" y="443572"/>
                  </a:lnTo>
                  <a:lnTo>
                    <a:pt x="502328" y="440948"/>
                  </a:lnTo>
                  <a:lnTo>
                    <a:pt x="502900" y="437181"/>
                  </a:lnTo>
                  <a:lnTo>
                    <a:pt x="502766" y="434860"/>
                  </a:lnTo>
                  <a:lnTo>
                    <a:pt x="502766" y="431799"/>
                  </a:lnTo>
                  <a:cubicBezTo>
                    <a:pt x="502766" y="431799"/>
                    <a:pt x="502631" y="428165"/>
                    <a:pt x="503069" y="427594"/>
                  </a:cubicBezTo>
                  <a:cubicBezTo>
                    <a:pt x="503506" y="427022"/>
                    <a:pt x="504381" y="426012"/>
                    <a:pt x="504819" y="425407"/>
                  </a:cubicBezTo>
                  <a:cubicBezTo>
                    <a:pt x="505256" y="424835"/>
                    <a:pt x="507006" y="423389"/>
                    <a:pt x="507006" y="423389"/>
                  </a:cubicBezTo>
                  <a:lnTo>
                    <a:pt x="509766" y="421067"/>
                  </a:lnTo>
                  <a:cubicBezTo>
                    <a:pt x="509766" y="421067"/>
                    <a:pt x="509766" y="417737"/>
                    <a:pt x="509900" y="417165"/>
                  </a:cubicBezTo>
                  <a:cubicBezTo>
                    <a:pt x="510035" y="416593"/>
                    <a:pt x="514679" y="411514"/>
                    <a:pt x="515252" y="411245"/>
                  </a:cubicBezTo>
                  <a:cubicBezTo>
                    <a:pt x="515824" y="410942"/>
                    <a:pt x="516564" y="410505"/>
                    <a:pt x="516564" y="410505"/>
                  </a:cubicBezTo>
                  <a:lnTo>
                    <a:pt x="518449" y="409630"/>
                  </a:lnTo>
                  <a:lnTo>
                    <a:pt x="521343" y="410942"/>
                  </a:lnTo>
                  <a:lnTo>
                    <a:pt x="522656" y="413398"/>
                  </a:lnTo>
                  <a:cubicBezTo>
                    <a:pt x="522656" y="413398"/>
                    <a:pt x="522353" y="416593"/>
                    <a:pt x="522521" y="417468"/>
                  </a:cubicBezTo>
                  <a:cubicBezTo>
                    <a:pt x="522656" y="418343"/>
                    <a:pt x="527165" y="421942"/>
                    <a:pt x="527165" y="421942"/>
                  </a:cubicBezTo>
                  <a:cubicBezTo>
                    <a:pt x="527165" y="421942"/>
                    <a:pt x="530800" y="422379"/>
                    <a:pt x="531641" y="422077"/>
                  </a:cubicBezTo>
                  <a:cubicBezTo>
                    <a:pt x="532516" y="421774"/>
                    <a:pt x="536286" y="422648"/>
                    <a:pt x="536993" y="421639"/>
                  </a:cubicBezTo>
                  <a:cubicBezTo>
                    <a:pt x="537699" y="420630"/>
                    <a:pt x="540896" y="417434"/>
                    <a:pt x="540896" y="417434"/>
                  </a:cubicBezTo>
                  <a:cubicBezTo>
                    <a:pt x="540896" y="417434"/>
                    <a:pt x="541603" y="417131"/>
                    <a:pt x="542041" y="416863"/>
                  </a:cubicBezTo>
                  <a:cubicBezTo>
                    <a:pt x="542478" y="416560"/>
                    <a:pt x="543353" y="415281"/>
                    <a:pt x="543791" y="413835"/>
                  </a:cubicBezTo>
                  <a:cubicBezTo>
                    <a:pt x="544228" y="412388"/>
                    <a:pt x="544935" y="409630"/>
                    <a:pt x="544935" y="409630"/>
                  </a:cubicBezTo>
                  <a:lnTo>
                    <a:pt x="544800" y="406602"/>
                  </a:lnTo>
                  <a:cubicBezTo>
                    <a:pt x="544800" y="406602"/>
                    <a:pt x="544531" y="404281"/>
                    <a:pt x="543925" y="404012"/>
                  </a:cubicBezTo>
                  <a:cubicBezTo>
                    <a:pt x="543353" y="403709"/>
                    <a:pt x="540593" y="403003"/>
                    <a:pt x="539719" y="403003"/>
                  </a:cubicBezTo>
                  <a:cubicBezTo>
                    <a:pt x="538843" y="403003"/>
                    <a:pt x="536084" y="403877"/>
                    <a:pt x="536084" y="403877"/>
                  </a:cubicBezTo>
                  <a:lnTo>
                    <a:pt x="534132" y="404180"/>
                  </a:lnTo>
                  <a:lnTo>
                    <a:pt x="532314" y="403608"/>
                  </a:lnTo>
                  <a:lnTo>
                    <a:pt x="532314" y="402296"/>
                  </a:lnTo>
                  <a:cubicBezTo>
                    <a:pt x="532314" y="402296"/>
                    <a:pt x="532617" y="400715"/>
                    <a:pt x="533055" y="400547"/>
                  </a:cubicBezTo>
                  <a:cubicBezTo>
                    <a:pt x="533492" y="400413"/>
                    <a:pt x="534065" y="399672"/>
                    <a:pt x="534502" y="399235"/>
                  </a:cubicBezTo>
                  <a:cubicBezTo>
                    <a:pt x="534939" y="398798"/>
                    <a:pt x="535646" y="398361"/>
                    <a:pt x="535949" y="397923"/>
                  </a:cubicBezTo>
                  <a:cubicBezTo>
                    <a:pt x="536252" y="397486"/>
                    <a:pt x="536959" y="397049"/>
                    <a:pt x="537531" y="396914"/>
                  </a:cubicBezTo>
                  <a:cubicBezTo>
                    <a:pt x="538103" y="396780"/>
                    <a:pt x="539113" y="395905"/>
                    <a:pt x="539685" y="395602"/>
                  </a:cubicBezTo>
                  <a:cubicBezTo>
                    <a:pt x="540257" y="395299"/>
                    <a:pt x="544026" y="393281"/>
                    <a:pt x="544026" y="393281"/>
                  </a:cubicBezTo>
                  <a:cubicBezTo>
                    <a:pt x="544026" y="393281"/>
                    <a:pt x="544598" y="392978"/>
                    <a:pt x="545473" y="392406"/>
                  </a:cubicBezTo>
                  <a:cubicBezTo>
                    <a:pt x="546348" y="391835"/>
                    <a:pt x="547358" y="390960"/>
                    <a:pt x="548233" y="390657"/>
                  </a:cubicBezTo>
                  <a:cubicBezTo>
                    <a:pt x="549108" y="390354"/>
                    <a:pt x="549243" y="390085"/>
                    <a:pt x="549848" y="389782"/>
                  </a:cubicBezTo>
                  <a:cubicBezTo>
                    <a:pt x="550421" y="389480"/>
                    <a:pt x="551430" y="389211"/>
                    <a:pt x="551868" y="389211"/>
                  </a:cubicBezTo>
                  <a:cubicBezTo>
                    <a:pt x="552305" y="389211"/>
                    <a:pt x="554055" y="389211"/>
                    <a:pt x="554055" y="389211"/>
                  </a:cubicBezTo>
                  <a:lnTo>
                    <a:pt x="555200" y="390085"/>
                  </a:lnTo>
                  <a:lnTo>
                    <a:pt x="555906" y="391532"/>
                  </a:lnTo>
                  <a:lnTo>
                    <a:pt x="558094" y="394290"/>
                  </a:lnTo>
                  <a:lnTo>
                    <a:pt x="559978" y="396174"/>
                  </a:lnTo>
                  <a:cubicBezTo>
                    <a:pt x="559978" y="396174"/>
                    <a:pt x="561291" y="397049"/>
                    <a:pt x="561863" y="397183"/>
                  </a:cubicBezTo>
                  <a:cubicBezTo>
                    <a:pt x="562435" y="397318"/>
                    <a:pt x="563007" y="397923"/>
                    <a:pt x="564185" y="397923"/>
                  </a:cubicBezTo>
                  <a:cubicBezTo>
                    <a:pt x="565363" y="397923"/>
                    <a:pt x="566642" y="398058"/>
                    <a:pt x="567786" y="398361"/>
                  </a:cubicBezTo>
                  <a:cubicBezTo>
                    <a:pt x="568964" y="398663"/>
                    <a:pt x="570546" y="398933"/>
                    <a:pt x="571421" y="398933"/>
                  </a:cubicBezTo>
                  <a:cubicBezTo>
                    <a:pt x="572296" y="398933"/>
                    <a:pt x="574450" y="398495"/>
                    <a:pt x="574450" y="398495"/>
                  </a:cubicBezTo>
                  <a:lnTo>
                    <a:pt x="575762" y="395737"/>
                  </a:lnTo>
                  <a:lnTo>
                    <a:pt x="576772" y="395299"/>
                  </a:lnTo>
                  <a:lnTo>
                    <a:pt x="576638" y="393146"/>
                  </a:lnTo>
                  <a:cubicBezTo>
                    <a:pt x="576638" y="393146"/>
                    <a:pt x="577210" y="392272"/>
                    <a:pt x="576503" y="392137"/>
                  </a:cubicBezTo>
                  <a:cubicBezTo>
                    <a:pt x="575762" y="392003"/>
                    <a:pt x="574753" y="390119"/>
                    <a:pt x="574753" y="390119"/>
                  </a:cubicBezTo>
                  <a:cubicBezTo>
                    <a:pt x="574753" y="390119"/>
                    <a:pt x="574450" y="390253"/>
                    <a:pt x="574450" y="389244"/>
                  </a:cubicBezTo>
                  <a:cubicBezTo>
                    <a:pt x="574450" y="388235"/>
                    <a:pt x="575325" y="387360"/>
                    <a:pt x="575762" y="387360"/>
                  </a:cubicBezTo>
                  <a:cubicBezTo>
                    <a:pt x="576200" y="387360"/>
                    <a:pt x="577950" y="386486"/>
                    <a:pt x="578085" y="386048"/>
                  </a:cubicBezTo>
                  <a:cubicBezTo>
                    <a:pt x="578219" y="385611"/>
                    <a:pt x="578522" y="385039"/>
                    <a:pt x="578657" y="384165"/>
                  </a:cubicBezTo>
                  <a:cubicBezTo>
                    <a:pt x="578791" y="383290"/>
                    <a:pt x="579532" y="381574"/>
                    <a:pt x="579801" y="380969"/>
                  </a:cubicBezTo>
                  <a:cubicBezTo>
                    <a:pt x="580070" y="380397"/>
                    <a:pt x="580676" y="378951"/>
                    <a:pt x="581989" y="377504"/>
                  </a:cubicBezTo>
                  <a:cubicBezTo>
                    <a:pt x="583301" y="376058"/>
                    <a:pt x="584311" y="374880"/>
                    <a:pt x="584883" y="374308"/>
                  </a:cubicBezTo>
                  <a:cubicBezTo>
                    <a:pt x="585455" y="373736"/>
                    <a:pt x="587071" y="372727"/>
                    <a:pt x="587071" y="371550"/>
                  </a:cubicBezTo>
                  <a:cubicBezTo>
                    <a:pt x="587071" y="370406"/>
                    <a:pt x="587373" y="364317"/>
                    <a:pt x="587373" y="364317"/>
                  </a:cubicBezTo>
                  <a:lnTo>
                    <a:pt x="589696" y="363174"/>
                  </a:lnTo>
                  <a:cubicBezTo>
                    <a:pt x="589696" y="363174"/>
                    <a:pt x="591715" y="363611"/>
                    <a:pt x="592287" y="363174"/>
                  </a:cubicBezTo>
                  <a:cubicBezTo>
                    <a:pt x="592422" y="363073"/>
                    <a:pt x="592758" y="363039"/>
                    <a:pt x="593162" y="363005"/>
                  </a:cubicBezTo>
                  <a:lnTo>
                    <a:pt x="592758" y="357320"/>
                  </a:lnTo>
                  <a:lnTo>
                    <a:pt x="592758" y="357320"/>
                  </a:lnTo>
                  <a:close/>
                </a:path>
              </a:pathLst>
            </a:custGeom>
            <a:pattFill prst="pct90">
              <a:fgClr>
                <a:srgbClr val="1E344D"/>
              </a:fgClr>
              <a:bgClr>
                <a:schemeClr val="bg1"/>
              </a:bgClr>
            </a:pattFill>
            <a:ln w="6350" cap="flat">
              <a:solidFill>
                <a:schemeClr val="bg1"/>
              </a:solidFill>
              <a:prstDash val="solid"/>
              <a:miter/>
            </a:ln>
          </p:spPr>
          <p:txBody>
            <a:bodyPr rtlCol="0" anchor="ctr"/>
            <a:lstStyle/>
            <a:p>
              <a:endParaRPr lang="en-US"/>
            </a:p>
          </p:txBody>
        </p:sp>
        <p:sp>
          <p:nvSpPr>
            <p:cNvPr id="178" name="Freeform 895">
              <a:extLst>
                <a:ext uri="{FF2B5EF4-FFF2-40B4-BE49-F238E27FC236}">
                  <a16:creationId xmlns:a16="http://schemas.microsoft.com/office/drawing/2014/main" id="{F3549B2C-F8BE-EB82-E416-0C3DA4EEC9C2}"/>
                </a:ext>
              </a:extLst>
            </p:cNvPr>
            <p:cNvSpPr/>
            <p:nvPr/>
          </p:nvSpPr>
          <p:spPr>
            <a:xfrm>
              <a:off x="7510745" y="2987813"/>
              <a:ext cx="246129" cy="241815"/>
            </a:xfrm>
            <a:custGeom>
              <a:avLst/>
              <a:gdLst>
                <a:gd name="connsiteX0" fmla="*/ 338195 w 472543"/>
                <a:gd name="connsiteY0" fmla="*/ 458407 h 464260"/>
                <a:gd name="connsiteX1" fmla="*/ 339272 w 472543"/>
                <a:gd name="connsiteY1" fmla="*/ 456221 h 464260"/>
                <a:gd name="connsiteX2" fmla="*/ 340349 w 472543"/>
                <a:gd name="connsiteY2" fmla="*/ 455582 h 464260"/>
                <a:gd name="connsiteX3" fmla="*/ 342974 w 472543"/>
                <a:gd name="connsiteY3" fmla="*/ 456994 h 464260"/>
                <a:gd name="connsiteX4" fmla="*/ 346137 w 472543"/>
                <a:gd name="connsiteY4" fmla="*/ 460796 h 464260"/>
                <a:gd name="connsiteX5" fmla="*/ 350277 w 472543"/>
                <a:gd name="connsiteY5" fmla="*/ 463823 h 464260"/>
                <a:gd name="connsiteX6" fmla="*/ 353003 w 472543"/>
                <a:gd name="connsiteY6" fmla="*/ 464260 h 464260"/>
                <a:gd name="connsiteX7" fmla="*/ 357142 w 472543"/>
                <a:gd name="connsiteY7" fmla="*/ 464260 h 464260"/>
                <a:gd name="connsiteX8" fmla="*/ 358892 w 472543"/>
                <a:gd name="connsiteY8" fmla="*/ 461536 h 464260"/>
                <a:gd name="connsiteX9" fmla="*/ 360407 w 472543"/>
                <a:gd name="connsiteY9" fmla="*/ 461872 h 464260"/>
                <a:gd name="connsiteX10" fmla="*/ 362695 w 472543"/>
                <a:gd name="connsiteY10" fmla="*/ 463083 h 464260"/>
                <a:gd name="connsiteX11" fmla="*/ 364647 w 472543"/>
                <a:gd name="connsiteY11" fmla="*/ 463184 h 464260"/>
                <a:gd name="connsiteX12" fmla="*/ 366162 w 472543"/>
                <a:gd name="connsiteY12" fmla="*/ 462848 h 464260"/>
                <a:gd name="connsiteX13" fmla="*/ 367239 w 472543"/>
                <a:gd name="connsiteY13" fmla="*/ 460997 h 464260"/>
                <a:gd name="connsiteX14" fmla="*/ 367239 w 472543"/>
                <a:gd name="connsiteY14" fmla="*/ 457970 h 464260"/>
                <a:gd name="connsiteX15" fmla="*/ 367272 w 472543"/>
                <a:gd name="connsiteY15" fmla="*/ 456019 h 464260"/>
                <a:gd name="connsiteX16" fmla="*/ 368450 w 472543"/>
                <a:gd name="connsiteY16" fmla="*/ 453529 h 464260"/>
                <a:gd name="connsiteX17" fmla="*/ 369527 w 472543"/>
                <a:gd name="connsiteY17" fmla="*/ 451780 h 464260"/>
                <a:gd name="connsiteX18" fmla="*/ 370301 w 472543"/>
                <a:gd name="connsiteY18" fmla="*/ 450468 h 464260"/>
                <a:gd name="connsiteX19" fmla="*/ 371176 w 472543"/>
                <a:gd name="connsiteY19" fmla="*/ 447642 h 464260"/>
                <a:gd name="connsiteX20" fmla="*/ 371176 w 472543"/>
                <a:gd name="connsiteY20" fmla="*/ 445893 h 464260"/>
                <a:gd name="connsiteX21" fmla="*/ 371176 w 472543"/>
                <a:gd name="connsiteY21" fmla="*/ 444144 h 464260"/>
                <a:gd name="connsiteX22" fmla="*/ 371210 w 472543"/>
                <a:gd name="connsiteY22" fmla="*/ 441756 h 464260"/>
                <a:gd name="connsiteX23" fmla="*/ 371715 w 472543"/>
                <a:gd name="connsiteY23" fmla="*/ 439031 h 464260"/>
                <a:gd name="connsiteX24" fmla="*/ 373128 w 472543"/>
                <a:gd name="connsiteY24" fmla="*/ 437080 h 464260"/>
                <a:gd name="connsiteX25" fmla="*/ 374979 w 472543"/>
                <a:gd name="connsiteY25" fmla="*/ 434254 h 464260"/>
                <a:gd name="connsiteX26" fmla="*/ 376931 w 472543"/>
                <a:gd name="connsiteY26" fmla="*/ 432942 h 464260"/>
                <a:gd name="connsiteX27" fmla="*/ 379758 w 472543"/>
                <a:gd name="connsiteY27" fmla="*/ 432942 h 464260"/>
                <a:gd name="connsiteX28" fmla="*/ 380835 w 472543"/>
                <a:gd name="connsiteY28" fmla="*/ 431630 h 464260"/>
                <a:gd name="connsiteX29" fmla="*/ 383595 w 472543"/>
                <a:gd name="connsiteY29" fmla="*/ 431933 h 464260"/>
                <a:gd name="connsiteX30" fmla="*/ 383662 w 472543"/>
                <a:gd name="connsiteY30" fmla="*/ 432336 h 464260"/>
                <a:gd name="connsiteX31" fmla="*/ 383527 w 472543"/>
                <a:gd name="connsiteY31" fmla="*/ 431495 h 464260"/>
                <a:gd name="connsiteX32" fmla="*/ 384100 w 472543"/>
                <a:gd name="connsiteY32" fmla="*/ 427728 h 464260"/>
                <a:gd name="connsiteX33" fmla="*/ 385244 w 472543"/>
                <a:gd name="connsiteY33" fmla="*/ 425407 h 464260"/>
                <a:gd name="connsiteX34" fmla="*/ 385681 w 472543"/>
                <a:gd name="connsiteY34" fmla="*/ 421942 h 464260"/>
                <a:gd name="connsiteX35" fmla="*/ 385816 w 472543"/>
                <a:gd name="connsiteY35" fmla="*/ 418477 h 464260"/>
                <a:gd name="connsiteX36" fmla="*/ 385816 w 472543"/>
                <a:gd name="connsiteY36" fmla="*/ 416459 h 464260"/>
                <a:gd name="connsiteX37" fmla="*/ 383191 w 472543"/>
                <a:gd name="connsiteY37" fmla="*/ 416459 h 464260"/>
                <a:gd name="connsiteX38" fmla="*/ 379422 w 472543"/>
                <a:gd name="connsiteY38" fmla="*/ 415012 h 464260"/>
                <a:gd name="connsiteX39" fmla="*/ 377100 w 472543"/>
                <a:gd name="connsiteY39" fmla="*/ 412119 h 464260"/>
                <a:gd name="connsiteX40" fmla="*/ 377100 w 472543"/>
                <a:gd name="connsiteY40" fmla="*/ 409495 h 464260"/>
                <a:gd name="connsiteX41" fmla="*/ 380566 w 472543"/>
                <a:gd name="connsiteY41" fmla="*/ 408049 h 464260"/>
                <a:gd name="connsiteX42" fmla="*/ 382888 w 472543"/>
                <a:gd name="connsiteY42" fmla="*/ 405728 h 464260"/>
                <a:gd name="connsiteX43" fmla="*/ 385513 w 472543"/>
                <a:gd name="connsiteY43" fmla="*/ 403709 h 464260"/>
                <a:gd name="connsiteX44" fmla="*/ 386085 w 472543"/>
                <a:gd name="connsiteY44" fmla="*/ 400816 h 464260"/>
                <a:gd name="connsiteX45" fmla="*/ 386388 w 472543"/>
                <a:gd name="connsiteY45" fmla="*/ 396477 h 464260"/>
                <a:gd name="connsiteX46" fmla="*/ 384369 w 472543"/>
                <a:gd name="connsiteY46" fmla="*/ 395333 h 464260"/>
                <a:gd name="connsiteX47" fmla="*/ 381172 w 472543"/>
                <a:gd name="connsiteY47" fmla="*/ 392440 h 464260"/>
                <a:gd name="connsiteX48" fmla="*/ 380600 w 472543"/>
                <a:gd name="connsiteY48" fmla="*/ 389244 h 464260"/>
                <a:gd name="connsiteX49" fmla="*/ 380600 w 472543"/>
                <a:gd name="connsiteY49" fmla="*/ 385174 h 464260"/>
                <a:gd name="connsiteX50" fmla="*/ 381172 w 472543"/>
                <a:gd name="connsiteY50" fmla="*/ 382584 h 464260"/>
                <a:gd name="connsiteX51" fmla="*/ 383763 w 472543"/>
                <a:gd name="connsiteY51" fmla="*/ 377941 h 464260"/>
                <a:gd name="connsiteX52" fmla="*/ 387532 w 472543"/>
                <a:gd name="connsiteY52" fmla="*/ 372424 h 464260"/>
                <a:gd name="connsiteX53" fmla="*/ 386960 w 472543"/>
                <a:gd name="connsiteY53" fmla="*/ 365764 h 464260"/>
                <a:gd name="connsiteX54" fmla="*/ 383460 w 472543"/>
                <a:gd name="connsiteY54" fmla="*/ 361693 h 464260"/>
                <a:gd name="connsiteX55" fmla="*/ 382114 w 472543"/>
                <a:gd name="connsiteY55" fmla="*/ 356984 h 464260"/>
                <a:gd name="connsiteX56" fmla="*/ 380768 w 472543"/>
                <a:gd name="connsiteY56" fmla="*/ 356647 h 464260"/>
                <a:gd name="connsiteX57" fmla="*/ 374643 w 472543"/>
                <a:gd name="connsiteY57" fmla="*/ 353956 h 464260"/>
                <a:gd name="connsiteX58" fmla="*/ 368248 w 472543"/>
                <a:gd name="connsiteY58" fmla="*/ 351097 h 464260"/>
                <a:gd name="connsiteX59" fmla="*/ 366633 w 472543"/>
                <a:gd name="connsiteY59" fmla="*/ 346488 h 464260"/>
                <a:gd name="connsiteX60" fmla="*/ 366633 w 472543"/>
                <a:gd name="connsiteY60" fmla="*/ 341711 h 464260"/>
                <a:gd name="connsiteX61" fmla="*/ 370335 w 472543"/>
                <a:gd name="connsiteY61" fmla="*/ 340197 h 464260"/>
                <a:gd name="connsiteX62" fmla="*/ 368383 w 472543"/>
                <a:gd name="connsiteY62" fmla="*/ 333907 h 464260"/>
                <a:gd name="connsiteX63" fmla="*/ 366633 w 472543"/>
                <a:gd name="connsiteY63" fmla="*/ 329567 h 464260"/>
                <a:gd name="connsiteX64" fmla="*/ 361181 w 472543"/>
                <a:gd name="connsiteY64" fmla="*/ 328491 h 464260"/>
                <a:gd name="connsiteX65" fmla="*/ 353777 w 472543"/>
                <a:gd name="connsiteY65" fmla="*/ 333705 h 464260"/>
                <a:gd name="connsiteX66" fmla="*/ 349200 w 472543"/>
                <a:gd name="connsiteY66" fmla="*/ 331115 h 464260"/>
                <a:gd name="connsiteX67" fmla="*/ 347786 w 472543"/>
                <a:gd name="connsiteY67" fmla="*/ 326338 h 464260"/>
                <a:gd name="connsiteX68" fmla="*/ 349200 w 472543"/>
                <a:gd name="connsiteY68" fmla="*/ 324589 h 464260"/>
                <a:gd name="connsiteX69" fmla="*/ 349200 w 472543"/>
                <a:gd name="connsiteY69" fmla="*/ 322839 h 464260"/>
                <a:gd name="connsiteX70" fmla="*/ 343983 w 472543"/>
                <a:gd name="connsiteY70" fmla="*/ 318500 h 464260"/>
                <a:gd name="connsiteX71" fmla="*/ 343983 w 472543"/>
                <a:gd name="connsiteY71" fmla="*/ 315674 h 464260"/>
                <a:gd name="connsiteX72" fmla="*/ 345296 w 472543"/>
                <a:gd name="connsiteY72" fmla="*/ 310023 h 464260"/>
                <a:gd name="connsiteX73" fmla="*/ 345935 w 472543"/>
                <a:gd name="connsiteY73" fmla="*/ 305885 h 464260"/>
                <a:gd name="connsiteX74" fmla="*/ 343983 w 472543"/>
                <a:gd name="connsiteY74" fmla="*/ 302185 h 464260"/>
                <a:gd name="connsiteX75" fmla="*/ 337017 w 472543"/>
                <a:gd name="connsiteY75" fmla="*/ 296533 h 464260"/>
                <a:gd name="connsiteX76" fmla="*/ 328536 w 472543"/>
                <a:gd name="connsiteY76" fmla="*/ 291521 h 464260"/>
                <a:gd name="connsiteX77" fmla="*/ 323084 w 472543"/>
                <a:gd name="connsiteY77" fmla="*/ 289133 h 464260"/>
                <a:gd name="connsiteX78" fmla="*/ 323084 w 472543"/>
                <a:gd name="connsiteY78" fmla="*/ 282606 h 464260"/>
                <a:gd name="connsiteX79" fmla="*/ 321771 w 472543"/>
                <a:gd name="connsiteY79" fmla="*/ 277830 h 464260"/>
                <a:gd name="connsiteX80" fmla="*/ 318608 w 472543"/>
                <a:gd name="connsiteY80" fmla="*/ 275677 h 464260"/>
                <a:gd name="connsiteX81" fmla="*/ 314367 w 472543"/>
                <a:gd name="connsiteY81" fmla="*/ 277426 h 464260"/>
                <a:gd name="connsiteX82" fmla="*/ 314367 w 472543"/>
                <a:gd name="connsiteY82" fmla="*/ 282640 h 464260"/>
                <a:gd name="connsiteX83" fmla="*/ 312180 w 472543"/>
                <a:gd name="connsiteY83" fmla="*/ 284154 h 464260"/>
                <a:gd name="connsiteX84" fmla="*/ 309992 w 472543"/>
                <a:gd name="connsiteY84" fmla="*/ 285903 h 464260"/>
                <a:gd name="connsiteX85" fmla="*/ 303261 w 472543"/>
                <a:gd name="connsiteY85" fmla="*/ 286980 h 464260"/>
                <a:gd name="connsiteX86" fmla="*/ 299795 w 472543"/>
                <a:gd name="connsiteY86" fmla="*/ 283077 h 464260"/>
                <a:gd name="connsiteX87" fmla="*/ 296530 w 472543"/>
                <a:gd name="connsiteY87" fmla="*/ 277426 h 464260"/>
                <a:gd name="connsiteX88" fmla="*/ 296530 w 472543"/>
                <a:gd name="connsiteY88" fmla="*/ 272212 h 464260"/>
                <a:gd name="connsiteX89" fmla="*/ 298920 w 472543"/>
                <a:gd name="connsiteY89" fmla="*/ 269823 h 464260"/>
                <a:gd name="connsiteX90" fmla="*/ 303497 w 472543"/>
                <a:gd name="connsiteY90" fmla="*/ 267637 h 464260"/>
                <a:gd name="connsiteX91" fmla="*/ 309151 w 472543"/>
                <a:gd name="connsiteY91" fmla="*/ 271102 h 464260"/>
                <a:gd name="connsiteX92" fmla="*/ 312617 w 472543"/>
                <a:gd name="connsiteY92" fmla="*/ 270900 h 464260"/>
                <a:gd name="connsiteX93" fmla="*/ 312180 w 472543"/>
                <a:gd name="connsiteY93" fmla="*/ 263297 h 464260"/>
                <a:gd name="connsiteX94" fmla="*/ 312382 w 472543"/>
                <a:gd name="connsiteY94" fmla="*/ 260034 h 464260"/>
                <a:gd name="connsiteX95" fmla="*/ 315646 w 472543"/>
                <a:gd name="connsiteY95" fmla="*/ 257410 h 464260"/>
                <a:gd name="connsiteX96" fmla="*/ 309555 w 472543"/>
                <a:gd name="connsiteY96" fmla="*/ 254585 h 464260"/>
                <a:gd name="connsiteX97" fmla="*/ 304776 w 472543"/>
                <a:gd name="connsiteY97" fmla="*/ 252398 h 464260"/>
                <a:gd name="connsiteX98" fmla="*/ 305853 w 472543"/>
                <a:gd name="connsiteY98" fmla="*/ 249370 h 464260"/>
                <a:gd name="connsiteX99" fmla="*/ 311069 w 472543"/>
                <a:gd name="connsiteY99" fmla="*/ 246545 h 464260"/>
                <a:gd name="connsiteX100" fmla="*/ 313459 w 472543"/>
                <a:gd name="connsiteY100" fmla="*/ 245468 h 464260"/>
                <a:gd name="connsiteX101" fmla="*/ 313896 w 472543"/>
                <a:gd name="connsiteY101" fmla="*/ 240052 h 464260"/>
                <a:gd name="connsiteX102" fmla="*/ 312146 w 472543"/>
                <a:gd name="connsiteY102" fmla="*/ 233964 h 464260"/>
                <a:gd name="connsiteX103" fmla="*/ 311271 w 472543"/>
                <a:gd name="connsiteY103" fmla="*/ 226798 h 464260"/>
                <a:gd name="connsiteX104" fmla="*/ 308444 w 472543"/>
                <a:gd name="connsiteY104" fmla="*/ 223098 h 464260"/>
                <a:gd name="connsiteX105" fmla="*/ 302555 w 472543"/>
                <a:gd name="connsiteY105" fmla="*/ 219633 h 464260"/>
                <a:gd name="connsiteX106" fmla="*/ 300165 w 472543"/>
                <a:gd name="connsiteY106" fmla="*/ 212232 h 464260"/>
                <a:gd name="connsiteX107" fmla="*/ 298853 w 472543"/>
                <a:gd name="connsiteY107" fmla="*/ 206581 h 464260"/>
                <a:gd name="connsiteX108" fmla="*/ 299963 w 472543"/>
                <a:gd name="connsiteY108" fmla="*/ 201804 h 464260"/>
                <a:gd name="connsiteX109" fmla="*/ 301478 w 472543"/>
                <a:gd name="connsiteY109" fmla="*/ 200055 h 464260"/>
                <a:gd name="connsiteX110" fmla="*/ 304742 w 472543"/>
                <a:gd name="connsiteY110" fmla="*/ 200055 h 464260"/>
                <a:gd name="connsiteX111" fmla="*/ 308209 w 472543"/>
                <a:gd name="connsiteY111" fmla="*/ 200055 h 464260"/>
                <a:gd name="connsiteX112" fmla="*/ 309959 w 472543"/>
                <a:gd name="connsiteY112" fmla="*/ 200055 h 464260"/>
                <a:gd name="connsiteX113" fmla="*/ 313661 w 472543"/>
                <a:gd name="connsiteY113" fmla="*/ 200055 h 464260"/>
                <a:gd name="connsiteX114" fmla="*/ 321065 w 472543"/>
                <a:gd name="connsiteY114" fmla="*/ 199752 h 464260"/>
                <a:gd name="connsiteX115" fmla="*/ 320863 w 472543"/>
                <a:gd name="connsiteY115" fmla="*/ 195244 h 464260"/>
                <a:gd name="connsiteX116" fmla="*/ 321300 w 472543"/>
                <a:gd name="connsiteY116" fmla="*/ 191779 h 464260"/>
                <a:gd name="connsiteX117" fmla="*/ 321300 w 472543"/>
                <a:gd name="connsiteY117" fmla="*/ 188752 h 464260"/>
                <a:gd name="connsiteX118" fmla="*/ 323892 w 472543"/>
                <a:gd name="connsiteY118" fmla="*/ 184412 h 464260"/>
                <a:gd name="connsiteX119" fmla="*/ 325642 w 472543"/>
                <a:gd name="connsiteY119" fmla="*/ 184412 h 464260"/>
                <a:gd name="connsiteX120" fmla="*/ 331060 w 472543"/>
                <a:gd name="connsiteY120" fmla="*/ 189189 h 464260"/>
                <a:gd name="connsiteX121" fmla="*/ 336950 w 472543"/>
                <a:gd name="connsiteY121" fmla="*/ 195715 h 464260"/>
                <a:gd name="connsiteX122" fmla="*/ 339777 w 472543"/>
                <a:gd name="connsiteY122" fmla="*/ 199853 h 464260"/>
                <a:gd name="connsiteX123" fmla="*/ 342839 w 472543"/>
                <a:gd name="connsiteY123" fmla="*/ 199214 h 464260"/>
                <a:gd name="connsiteX124" fmla="*/ 344556 w 472543"/>
                <a:gd name="connsiteY124" fmla="*/ 196590 h 464260"/>
                <a:gd name="connsiteX125" fmla="*/ 345632 w 472543"/>
                <a:gd name="connsiteY125" fmla="*/ 195076 h 464260"/>
                <a:gd name="connsiteX126" fmla="*/ 346070 w 472543"/>
                <a:gd name="connsiteY126" fmla="*/ 193125 h 464260"/>
                <a:gd name="connsiteX127" fmla="*/ 347147 w 472543"/>
                <a:gd name="connsiteY127" fmla="*/ 190938 h 464260"/>
                <a:gd name="connsiteX128" fmla="*/ 349974 w 472543"/>
                <a:gd name="connsiteY128" fmla="*/ 189627 h 464260"/>
                <a:gd name="connsiteX129" fmla="*/ 353238 w 472543"/>
                <a:gd name="connsiteY129" fmla="*/ 187675 h 464260"/>
                <a:gd name="connsiteX130" fmla="*/ 354753 w 472543"/>
                <a:gd name="connsiteY130" fmla="*/ 185724 h 464260"/>
                <a:gd name="connsiteX131" fmla="*/ 355830 w 472543"/>
                <a:gd name="connsiteY131" fmla="*/ 184412 h 464260"/>
                <a:gd name="connsiteX132" fmla="*/ 360407 w 472543"/>
                <a:gd name="connsiteY132" fmla="*/ 184412 h 464260"/>
                <a:gd name="connsiteX133" fmla="*/ 364546 w 472543"/>
                <a:gd name="connsiteY133" fmla="*/ 185724 h 464260"/>
                <a:gd name="connsiteX134" fmla="*/ 368686 w 472543"/>
                <a:gd name="connsiteY134" fmla="*/ 187036 h 464260"/>
                <a:gd name="connsiteX135" fmla="*/ 371277 w 472543"/>
                <a:gd name="connsiteY135" fmla="*/ 190064 h 464260"/>
                <a:gd name="connsiteX136" fmla="*/ 374340 w 472543"/>
                <a:gd name="connsiteY136" fmla="*/ 195715 h 464260"/>
                <a:gd name="connsiteX137" fmla="*/ 377806 w 472543"/>
                <a:gd name="connsiteY137" fmla="*/ 195480 h 464260"/>
                <a:gd name="connsiteX138" fmla="*/ 380903 w 472543"/>
                <a:gd name="connsiteY138" fmla="*/ 193731 h 464260"/>
                <a:gd name="connsiteX139" fmla="*/ 384201 w 472543"/>
                <a:gd name="connsiteY139" fmla="*/ 190030 h 464260"/>
                <a:gd name="connsiteX140" fmla="*/ 385614 w 472543"/>
                <a:gd name="connsiteY140" fmla="*/ 187406 h 464260"/>
                <a:gd name="connsiteX141" fmla="*/ 385614 w 472543"/>
                <a:gd name="connsiteY141" fmla="*/ 185220 h 464260"/>
                <a:gd name="connsiteX142" fmla="*/ 388778 w 472543"/>
                <a:gd name="connsiteY142" fmla="*/ 186094 h 464260"/>
                <a:gd name="connsiteX143" fmla="*/ 392581 w 472543"/>
                <a:gd name="connsiteY143" fmla="*/ 188718 h 464260"/>
                <a:gd name="connsiteX144" fmla="*/ 392581 w 472543"/>
                <a:gd name="connsiteY144" fmla="*/ 192183 h 464260"/>
                <a:gd name="connsiteX145" fmla="*/ 392581 w 472543"/>
                <a:gd name="connsiteY145" fmla="*/ 195648 h 464260"/>
                <a:gd name="connsiteX146" fmla="*/ 392581 w 472543"/>
                <a:gd name="connsiteY146" fmla="*/ 200862 h 464260"/>
                <a:gd name="connsiteX147" fmla="*/ 392581 w 472543"/>
                <a:gd name="connsiteY147" fmla="*/ 207826 h 464260"/>
                <a:gd name="connsiteX148" fmla="*/ 393658 w 472543"/>
                <a:gd name="connsiteY148" fmla="*/ 210416 h 464260"/>
                <a:gd name="connsiteX149" fmla="*/ 397797 w 472543"/>
                <a:gd name="connsiteY149" fmla="*/ 206951 h 464260"/>
                <a:gd name="connsiteX150" fmla="*/ 399547 w 472543"/>
                <a:gd name="connsiteY150" fmla="*/ 201098 h 464260"/>
                <a:gd name="connsiteX151" fmla="*/ 399547 w 472543"/>
                <a:gd name="connsiteY151" fmla="*/ 195682 h 464260"/>
                <a:gd name="connsiteX152" fmla="*/ 399547 w 472543"/>
                <a:gd name="connsiteY152" fmla="*/ 190468 h 464260"/>
                <a:gd name="connsiteX153" fmla="*/ 402812 w 472543"/>
                <a:gd name="connsiteY153" fmla="*/ 187204 h 464260"/>
                <a:gd name="connsiteX154" fmla="*/ 406716 w 472543"/>
                <a:gd name="connsiteY154" fmla="*/ 184379 h 464260"/>
                <a:gd name="connsiteX155" fmla="*/ 409745 w 472543"/>
                <a:gd name="connsiteY155" fmla="*/ 181755 h 464260"/>
                <a:gd name="connsiteX156" fmla="*/ 414759 w 472543"/>
                <a:gd name="connsiteY156" fmla="*/ 180006 h 464260"/>
                <a:gd name="connsiteX157" fmla="*/ 416072 w 472543"/>
                <a:gd name="connsiteY157" fmla="*/ 178256 h 464260"/>
                <a:gd name="connsiteX158" fmla="*/ 418023 w 472543"/>
                <a:gd name="connsiteY158" fmla="*/ 174791 h 464260"/>
                <a:gd name="connsiteX159" fmla="*/ 419100 w 472543"/>
                <a:gd name="connsiteY159" fmla="*/ 172605 h 464260"/>
                <a:gd name="connsiteX160" fmla="*/ 421726 w 472543"/>
                <a:gd name="connsiteY160" fmla="*/ 168265 h 464260"/>
                <a:gd name="connsiteX161" fmla="*/ 424552 w 472543"/>
                <a:gd name="connsiteY161" fmla="*/ 164128 h 464260"/>
                <a:gd name="connsiteX162" fmla="*/ 427581 w 472543"/>
                <a:gd name="connsiteY162" fmla="*/ 161504 h 464260"/>
                <a:gd name="connsiteX163" fmla="*/ 431485 w 472543"/>
                <a:gd name="connsiteY163" fmla="*/ 158342 h 464260"/>
                <a:gd name="connsiteX164" fmla="*/ 438889 w 472543"/>
                <a:gd name="connsiteY164" fmla="*/ 156491 h 464260"/>
                <a:gd name="connsiteX165" fmla="*/ 445620 w 472543"/>
                <a:gd name="connsiteY165" fmla="*/ 156491 h 464260"/>
                <a:gd name="connsiteX166" fmla="*/ 450837 w 472543"/>
                <a:gd name="connsiteY166" fmla="*/ 156491 h 464260"/>
                <a:gd name="connsiteX167" fmla="*/ 454741 w 472543"/>
                <a:gd name="connsiteY167" fmla="*/ 154742 h 464260"/>
                <a:gd name="connsiteX168" fmla="*/ 456928 w 472543"/>
                <a:gd name="connsiteY168" fmla="*/ 154742 h 464260"/>
                <a:gd name="connsiteX169" fmla="*/ 456928 w 472543"/>
                <a:gd name="connsiteY169" fmla="*/ 157332 h 464260"/>
                <a:gd name="connsiteX170" fmla="*/ 458645 w 472543"/>
                <a:gd name="connsiteY170" fmla="*/ 161470 h 464260"/>
                <a:gd name="connsiteX171" fmla="*/ 458645 w 472543"/>
                <a:gd name="connsiteY171" fmla="*/ 164296 h 464260"/>
                <a:gd name="connsiteX172" fmla="*/ 462111 w 472543"/>
                <a:gd name="connsiteY172" fmla="*/ 165171 h 464260"/>
                <a:gd name="connsiteX173" fmla="*/ 465914 w 472543"/>
                <a:gd name="connsiteY173" fmla="*/ 164094 h 464260"/>
                <a:gd name="connsiteX174" fmla="*/ 469078 w 472543"/>
                <a:gd name="connsiteY174" fmla="*/ 160192 h 464260"/>
                <a:gd name="connsiteX175" fmla="*/ 469078 w 472543"/>
                <a:gd name="connsiteY175" fmla="*/ 157366 h 464260"/>
                <a:gd name="connsiteX176" fmla="*/ 471703 w 472543"/>
                <a:gd name="connsiteY176" fmla="*/ 151715 h 464260"/>
                <a:gd name="connsiteX177" fmla="*/ 471703 w 472543"/>
                <a:gd name="connsiteY177" fmla="*/ 146938 h 464260"/>
                <a:gd name="connsiteX178" fmla="*/ 470390 w 472543"/>
                <a:gd name="connsiteY178" fmla="*/ 140647 h 464260"/>
                <a:gd name="connsiteX179" fmla="*/ 468640 w 472543"/>
                <a:gd name="connsiteY179" fmla="*/ 133919 h 464260"/>
                <a:gd name="connsiteX180" fmla="*/ 467765 w 472543"/>
                <a:gd name="connsiteY180" fmla="*/ 131094 h 464260"/>
                <a:gd name="connsiteX181" fmla="*/ 469010 w 472543"/>
                <a:gd name="connsiteY181" fmla="*/ 128470 h 464260"/>
                <a:gd name="connsiteX182" fmla="*/ 472544 w 472543"/>
                <a:gd name="connsiteY182" fmla="*/ 126720 h 464260"/>
                <a:gd name="connsiteX183" fmla="*/ 472544 w 472543"/>
                <a:gd name="connsiteY183" fmla="*/ 124332 h 464260"/>
                <a:gd name="connsiteX184" fmla="*/ 472544 w 472543"/>
                <a:gd name="connsiteY184" fmla="*/ 122583 h 464260"/>
                <a:gd name="connsiteX185" fmla="*/ 470356 w 472543"/>
                <a:gd name="connsiteY185" fmla="*/ 117369 h 464260"/>
                <a:gd name="connsiteX186" fmla="*/ 469044 w 472543"/>
                <a:gd name="connsiteY186" fmla="*/ 113668 h 464260"/>
                <a:gd name="connsiteX187" fmla="*/ 469044 w 472543"/>
                <a:gd name="connsiteY187" fmla="*/ 110405 h 464260"/>
                <a:gd name="connsiteX188" fmla="*/ 470121 w 472543"/>
                <a:gd name="connsiteY188" fmla="*/ 104754 h 464260"/>
                <a:gd name="connsiteX189" fmla="*/ 466419 w 472543"/>
                <a:gd name="connsiteY189" fmla="*/ 99741 h 464260"/>
                <a:gd name="connsiteX190" fmla="*/ 464231 w 472543"/>
                <a:gd name="connsiteY190" fmla="*/ 97555 h 464260"/>
                <a:gd name="connsiteX191" fmla="*/ 461842 w 472543"/>
                <a:gd name="connsiteY191" fmla="*/ 95806 h 464260"/>
                <a:gd name="connsiteX192" fmla="*/ 455548 w 472543"/>
                <a:gd name="connsiteY192" fmla="*/ 92980 h 464260"/>
                <a:gd name="connsiteX193" fmla="*/ 450971 w 472543"/>
                <a:gd name="connsiteY193" fmla="*/ 90390 h 464260"/>
                <a:gd name="connsiteX194" fmla="*/ 445553 w 472543"/>
                <a:gd name="connsiteY194" fmla="*/ 85075 h 464260"/>
                <a:gd name="connsiteX195" fmla="*/ 444240 w 472543"/>
                <a:gd name="connsiteY195" fmla="*/ 81711 h 464260"/>
                <a:gd name="connsiteX196" fmla="*/ 442053 w 472543"/>
                <a:gd name="connsiteY196" fmla="*/ 81711 h 464260"/>
                <a:gd name="connsiteX197" fmla="*/ 431620 w 472543"/>
                <a:gd name="connsiteY197" fmla="*/ 81711 h 464260"/>
                <a:gd name="connsiteX198" fmla="*/ 426841 w 472543"/>
                <a:gd name="connsiteY198" fmla="*/ 80634 h 464260"/>
                <a:gd name="connsiteX199" fmla="*/ 428793 w 472543"/>
                <a:gd name="connsiteY199" fmla="*/ 74983 h 464260"/>
                <a:gd name="connsiteX200" fmla="*/ 431620 w 472543"/>
                <a:gd name="connsiteY200" fmla="*/ 69970 h 464260"/>
                <a:gd name="connsiteX201" fmla="*/ 429029 w 472543"/>
                <a:gd name="connsiteY201" fmla="*/ 66068 h 464260"/>
                <a:gd name="connsiteX202" fmla="*/ 424889 w 472543"/>
                <a:gd name="connsiteY202" fmla="*/ 64319 h 464260"/>
                <a:gd name="connsiteX203" fmla="*/ 421490 w 472543"/>
                <a:gd name="connsiteY203" fmla="*/ 61291 h 464260"/>
                <a:gd name="connsiteX204" fmla="*/ 415971 w 472543"/>
                <a:gd name="connsiteY204" fmla="*/ 60854 h 464260"/>
                <a:gd name="connsiteX205" fmla="*/ 412504 w 472543"/>
                <a:gd name="connsiteY205" fmla="*/ 60854 h 464260"/>
                <a:gd name="connsiteX206" fmla="*/ 406413 w 472543"/>
                <a:gd name="connsiteY206" fmla="*/ 60854 h 464260"/>
                <a:gd name="connsiteX207" fmla="*/ 399884 w 472543"/>
                <a:gd name="connsiteY207" fmla="*/ 61493 h 464260"/>
                <a:gd name="connsiteX208" fmla="*/ 396821 w 472543"/>
                <a:gd name="connsiteY208" fmla="*/ 62570 h 464260"/>
                <a:gd name="connsiteX209" fmla="*/ 389720 w 472543"/>
                <a:gd name="connsiteY209" fmla="*/ 62570 h 464260"/>
                <a:gd name="connsiteX210" fmla="*/ 386085 w 472543"/>
                <a:gd name="connsiteY210" fmla="*/ 58365 h 464260"/>
                <a:gd name="connsiteX211" fmla="*/ 384201 w 472543"/>
                <a:gd name="connsiteY211" fmla="*/ 54732 h 464260"/>
                <a:gd name="connsiteX212" fmla="*/ 379253 w 472543"/>
                <a:gd name="connsiteY212" fmla="*/ 50527 h 464260"/>
                <a:gd name="connsiteX213" fmla="*/ 377369 w 472543"/>
                <a:gd name="connsiteY213" fmla="*/ 47062 h 464260"/>
                <a:gd name="connsiteX214" fmla="*/ 376494 w 472543"/>
                <a:gd name="connsiteY214" fmla="*/ 44303 h 464260"/>
                <a:gd name="connsiteX215" fmla="*/ 373027 w 472543"/>
                <a:gd name="connsiteY215" fmla="*/ 41545 h 464260"/>
                <a:gd name="connsiteX216" fmla="*/ 371715 w 472543"/>
                <a:gd name="connsiteY216" fmla="*/ 40233 h 464260"/>
                <a:gd name="connsiteX217" fmla="*/ 368686 w 472543"/>
                <a:gd name="connsiteY217" fmla="*/ 36768 h 464260"/>
                <a:gd name="connsiteX218" fmla="*/ 366667 w 472543"/>
                <a:gd name="connsiteY218" fmla="*/ 35624 h 464260"/>
                <a:gd name="connsiteX219" fmla="*/ 364647 w 472543"/>
                <a:gd name="connsiteY219" fmla="*/ 33303 h 464260"/>
                <a:gd name="connsiteX220" fmla="*/ 363772 w 472543"/>
                <a:gd name="connsiteY220" fmla="*/ 31554 h 464260"/>
                <a:gd name="connsiteX221" fmla="*/ 361181 w 472543"/>
                <a:gd name="connsiteY221" fmla="*/ 30982 h 464260"/>
                <a:gd name="connsiteX222" fmla="*/ 357714 w 472543"/>
                <a:gd name="connsiteY222" fmla="*/ 30847 h 464260"/>
                <a:gd name="connsiteX223" fmla="*/ 354820 w 472543"/>
                <a:gd name="connsiteY223" fmla="*/ 30713 h 464260"/>
                <a:gd name="connsiteX224" fmla="*/ 351354 w 472543"/>
                <a:gd name="connsiteY224" fmla="*/ 28964 h 464260"/>
                <a:gd name="connsiteX225" fmla="*/ 349469 w 472543"/>
                <a:gd name="connsiteY225" fmla="*/ 26945 h 464260"/>
                <a:gd name="connsiteX226" fmla="*/ 346137 w 472543"/>
                <a:gd name="connsiteY226" fmla="*/ 24624 h 464260"/>
                <a:gd name="connsiteX227" fmla="*/ 339777 w 472543"/>
                <a:gd name="connsiteY227" fmla="*/ 20722 h 464260"/>
                <a:gd name="connsiteX228" fmla="*/ 336748 w 472543"/>
                <a:gd name="connsiteY228" fmla="*/ 18535 h 464260"/>
                <a:gd name="connsiteX229" fmla="*/ 333719 w 472543"/>
                <a:gd name="connsiteY229" fmla="*/ 15070 h 464260"/>
                <a:gd name="connsiteX230" fmla="*/ 327055 w 472543"/>
                <a:gd name="connsiteY230" fmla="*/ 11740 h 464260"/>
                <a:gd name="connsiteX231" fmla="*/ 321536 w 472543"/>
                <a:gd name="connsiteY231" fmla="*/ 8713 h 464260"/>
                <a:gd name="connsiteX232" fmla="*/ 318069 w 472543"/>
                <a:gd name="connsiteY232" fmla="*/ 5954 h 464260"/>
                <a:gd name="connsiteX233" fmla="*/ 316117 w 472543"/>
                <a:gd name="connsiteY233" fmla="*/ 2758 h 464260"/>
                <a:gd name="connsiteX234" fmla="*/ 313425 w 472543"/>
                <a:gd name="connsiteY234" fmla="*/ 0 h 464260"/>
                <a:gd name="connsiteX235" fmla="*/ 311675 w 472543"/>
                <a:gd name="connsiteY235" fmla="*/ 0 h 464260"/>
                <a:gd name="connsiteX236" fmla="*/ 306459 w 472543"/>
                <a:gd name="connsiteY236" fmla="*/ 0 h 464260"/>
                <a:gd name="connsiteX237" fmla="*/ 304709 w 472543"/>
                <a:gd name="connsiteY237" fmla="*/ 1682 h 464260"/>
                <a:gd name="connsiteX238" fmla="*/ 302386 w 472543"/>
                <a:gd name="connsiteY238" fmla="*/ 4070 h 464260"/>
                <a:gd name="connsiteX239" fmla="*/ 301949 w 472543"/>
                <a:gd name="connsiteY239" fmla="*/ 5954 h 464260"/>
                <a:gd name="connsiteX240" fmla="*/ 301646 w 472543"/>
                <a:gd name="connsiteY240" fmla="*/ 7703 h 464260"/>
                <a:gd name="connsiteX241" fmla="*/ 301074 w 472543"/>
                <a:gd name="connsiteY241" fmla="*/ 9722 h 464260"/>
                <a:gd name="connsiteX242" fmla="*/ 302386 w 472543"/>
                <a:gd name="connsiteY242" fmla="*/ 11303 h 464260"/>
                <a:gd name="connsiteX243" fmla="*/ 304136 w 472543"/>
                <a:gd name="connsiteY243" fmla="*/ 12312 h 464260"/>
                <a:gd name="connsiteX244" fmla="*/ 306459 w 472543"/>
                <a:gd name="connsiteY244" fmla="*/ 14768 h 464260"/>
                <a:gd name="connsiteX245" fmla="*/ 307603 w 472543"/>
                <a:gd name="connsiteY245" fmla="*/ 14768 h 464260"/>
                <a:gd name="connsiteX246" fmla="*/ 307300 w 472543"/>
                <a:gd name="connsiteY246" fmla="*/ 18233 h 464260"/>
                <a:gd name="connsiteX247" fmla="*/ 307300 w 472543"/>
                <a:gd name="connsiteY247" fmla="*/ 19107 h 464260"/>
                <a:gd name="connsiteX248" fmla="*/ 306425 w 472543"/>
                <a:gd name="connsiteY248" fmla="*/ 20856 h 464260"/>
                <a:gd name="connsiteX249" fmla="*/ 304675 w 472543"/>
                <a:gd name="connsiteY249" fmla="*/ 20856 h 464260"/>
                <a:gd name="connsiteX250" fmla="*/ 303093 w 472543"/>
                <a:gd name="connsiteY250" fmla="*/ 20856 h 464260"/>
                <a:gd name="connsiteX251" fmla="*/ 301646 w 472543"/>
                <a:gd name="connsiteY251" fmla="*/ 21428 h 464260"/>
                <a:gd name="connsiteX252" fmla="*/ 301343 w 472543"/>
                <a:gd name="connsiteY252" fmla="*/ 24187 h 464260"/>
                <a:gd name="connsiteX253" fmla="*/ 300636 w 472543"/>
                <a:gd name="connsiteY253" fmla="*/ 29973 h 464260"/>
                <a:gd name="connsiteX254" fmla="*/ 299055 w 472543"/>
                <a:gd name="connsiteY254" fmla="*/ 30847 h 464260"/>
                <a:gd name="connsiteX255" fmla="*/ 296429 w 472543"/>
                <a:gd name="connsiteY255" fmla="*/ 27214 h 464260"/>
                <a:gd name="connsiteX256" fmla="*/ 291516 w 472543"/>
                <a:gd name="connsiteY256" fmla="*/ 27214 h 464260"/>
                <a:gd name="connsiteX257" fmla="*/ 291651 w 472543"/>
                <a:gd name="connsiteY257" fmla="*/ 28661 h 464260"/>
                <a:gd name="connsiteX258" fmla="*/ 291651 w 472543"/>
                <a:gd name="connsiteY258" fmla="*/ 34581 h 464260"/>
                <a:gd name="connsiteX259" fmla="*/ 291718 w 472543"/>
                <a:gd name="connsiteY259" fmla="*/ 38484 h 464260"/>
                <a:gd name="connsiteX260" fmla="*/ 293098 w 472543"/>
                <a:gd name="connsiteY260" fmla="*/ 39930 h 464260"/>
                <a:gd name="connsiteX261" fmla="*/ 296429 w 472543"/>
                <a:gd name="connsiteY261" fmla="*/ 42386 h 464260"/>
                <a:gd name="connsiteX262" fmla="*/ 297304 w 472543"/>
                <a:gd name="connsiteY262" fmla="*/ 45582 h 464260"/>
                <a:gd name="connsiteX263" fmla="*/ 300939 w 472543"/>
                <a:gd name="connsiteY263" fmla="*/ 47465 h 464260"/>
                <a:gd name="connsiteX264" fmla="*/ 303968 w 472543"/>
                <a:gd name="connsiteY264" fmla="*/ 48912 h 464260"/>
                <a:gd name="connsiteX265" fmla="*/ 310329 w 472543"/>
                <a:gd name="connsiteY265" fmla="*/ 52108 h 464260"/>
                <a:gd name="connsiteX266" fmla="*/ 314401 w 472543"/>
                <a:gd name="connsiteY266" fmla="*/ 55169 h 464260"/>
                <a:gd name="connsiteX267" fmla="*/ 315983 w 472543"/>
                <a:gd name="connsiteY267" fmla="*/ 59811 h 464260"/>
                <a:gd name="connsiteX268" fmla="*/ 315983 w 472543"/>
                <a:gd name="connsiteY268" fmla="*/ 63579 h 464260"/>
                <a:gd name="connsiteX269" fmla="*/ 315983 w 472543"/>
                <a:gd name="connsiteY269" fmla="*/ 65765 h 464260"/>
                <a:gd name="connsiteX270" fmla="*/ 314401 w 472543"/>
                <a:gd name="connsiteY270" fmla="*/ 68221 h 464260"/>
                <a:gd name="connsiteX271" fmla="*/ 312213 w 472543"/>
                <a:gd name="connsiteY271" fmla="*/ 69668 h 464260"/>
                <a:gd name="connsiteX272" fmla="*/ 307872 w 472543"/>
                <a:gd name="connsiteY272" fmla="*/ 71417 h 464260"/>
                <a:gd name="connsiteX273" fmla="*/ 306290 w 472543"/>
                <a:gd name="connsiteY273" fmla="*/ 71417 h 464260"/>
                <a:gd name="connsiteX274" fmla="*/ 302824 w 472543"/>
                <a:gd name="connsiteY274" fmla="*/ 72426 h 464260"/>
                <a:gd name="connsiteX275" fmla="*/ 302117 w 472543"/>
                <a:gd name="connsiteY275" fmla="*/ 73873 h 464260"/>
                <a:gd name="connsiteX276" fmla="*/ 302117 w 472543"/>
                <a:gd name="connsiteY276" fmla="*/ 74882 h 464260"/>
                <a:gd name="connsiteX277" fmla="*/ 301175 w 472543"/>
                <a:gd name="connsiteY277" fmla="*/ 78077 h 464260"/>
                <a:gd name="connsiteX278" fmla="*/ 298213 w 472543"/>
                <a:gd name="connsiteY278" fmla="*/ 81273 h 464260"/>
                <a:gd name="connsiteX279" fmla="*/ 295756 w 472543"/>
                <a:gd name="connsiteY279" fmla="*/ 83729 h 464260"/>
                <a:gd name="connsiteX280" fmla="*/ 291718 w 472543"/>
                <a:gd name="connsiteY280" fmla="*/ 84435 h 464260"/>
                <a:gd name="connsiteX281" fmla="*/ 288958 w 472543"/>
                <a:gd name="connsiteY281" fmla="*/ 84435 h 464260"/>
                <a:gd name="connsiteX282" fmla="*/ 286636 w 472543"/>
                <a:gd name="connsiteY282" fmla="*/ 84435 h 464260"/>
                <a:gd name="connsiteX283" fmla="*/ 284583 w 472543"/>
                <a:gd name="connsiteY283" fmla="*/ 86622 h 464260"/>
                <a:gd name="connsiteX284" fmla="*/ 284448 w 472543"/>
                <a:gd name="connsiteY284" fmla="*/ 88371 h 464260"/>
                <a:gd name="connsiteX285" fmla="*/ 284448 w 472543"/>
                <a:gd name="connsiteY285" fmla="*/ 91130 h 464260"/>
                <a:gd name="connsiteX286" fmla="*/ 284448 w 472543"/>
                <a:gd name="connsiteY286" fmla="*/ 94023 h 464260"/>
                <a:gd name="connsiteX287" fmla="*/ 283304 w 472543"/>
                <a:gd name="connsiteY287" fmla="*/ 97353 h 464260"/>
                <a:gd name="connsiteX288" fmla="*/ 281722 w 472543"/>
                <a:gd name="connsiteY288" fmla="*/ 100683 h 464260"/>
                <a:gd name="connsiteX289" fmla="*/ 280713 w 472543"/>
                <a:gd name="connsiteY289" fmla="*/ 104148 h 464260"/>
                <a:gd name="connsiteX290" fmla="*/ 278256 w 472543"/>
                <a:gd name="connsiteY290" fmla="*/ 107916 h 464260"/>
                <a:gd name="connsiteX291" fmla="*/ 274352 w 472543"/>
                <a:gd name="connsiteY291" fmla="*/ 110102 h 464260"/>
                <a:gd name="connsiteX292" fmla="*/ 269136 w 472543"/>
                <a:gd name="connsiteY292" fmla="*/ 112121 h 464260"/>
                <a:gd name="connsiteX293" fmla="*/ 268126 w 472543"/>
                <a:gd name="connsiteY293" fmla="*/ 115317 h 464260"/>
                <a:gd name="connsiteX294" fmla="*/ 269270 w 472543"/>
                <a:gd name="connsiteY294" fmla="*/ 117200 h 464260"/>
                <a:gd name="connsiteX295" fmla="*/ 272467 w 472543"/>
                <a:gd name="connsiteY295" fmla="*/ 120834 h 464260"/>
                <a:gd name="connsiteX296" fmla="*/ 269439 w 472543"/>
                <a:gd name="connsiteY296" fmla="*/ 124298 h 464260"/>
                <a:gd name="connsiteX297" fmla="*/ 266107 w 472543"/>
                <a:gd name="connsiteY297" fmla="*/ 125879 h 464260"/>
                <a:gd name="connsiteX298" fmla="*/ 264962 w 472543"/>
                <a:gd name="connsiteY298" fmla="*/ 127898 h 464260"/>
                <a:gd name="connsiteX299" fmla="*/ 265535 w 472543"/>
                <a:gd name="connsiteY299" fmla="*/ 130219 h 464260"/>
                <a:gd name="connsiteX300" fmla="*/ 267991 w 472543"/>
                <a:gd name="connsiteY300" fmla="*/ 131968 h 464260"/>
                <a:gd name="connsiteX301" fmla="*/ 265669 w 472543"/>
                <a:gd name="connsiteY301" fmla="*/ 135736 h 464260"/>
                <a:gd name="connsiteX302" fmla="*/ 262640 w 472543"/>
                <a:gd name="connsiteY302" fmla="*/ 138763 h 464260"/>
                <a:gd name="connsiteX303" fmla="*/ 260318 w 472543"/>
                <a:gd name="connsiteY303" fmla="*/ 139638 h 464260"/>
                <a:gd name="connsiteX304" fmla="*/ 257727 w 472543"/>
                <a:gd name="connsiteY304" fmla="*/ 142396 h 464260"/>
                <a:gd name="connsiteX305" fmla="*/ 256583 w 472543"/>
                <a:gd name="connsiteY305" fmla="*/ 145592 h 464260"/>
                <a:gd name="connsiteX306" fmla="*/ 257458 w 472543"/>
                <a:gd name="connsiteY306" fmla="*/ 148923 h 464260"/>
                <a:gd name="connsiteX307" fmla="*/ 260352 w 472543"/>
                <a:gd name="connsiteY307" fmla="*/ 152690 h 464260"/>
                <a:gd name="connsiteX308" fmla="*/ 256448 w 472543"/>
                <a:gd name="connsiteY308" fmla="*/ 157198 h 464260"/>
                <a:gd name="connsiteX309" fmla="*/ 255438 w 472543"/>
                <a:gd name="connsiteY309" fmla="*/ 158644 h 464260"/>
                <a:gd name="connsiteX310" fmla="*/ 253419 w 472543"/>
                <a:gd name="connsiteY310" fmla="*/ 160225 h 464260"/>
                <a:gd name="connsiteX311" fmla="*/ 251837 w 472543"/>
                <a:gd name="connsiteY311" fmla="*/ 160663 h 464260"/>
                <a:gd name="connsiteX312" fmla="*/ 249818 w 472543"/>
                <a:gd name="connsiteY312" fmla="*/ 162412 h 464260"/>
                <a:gd name="connsiteX313" fmla="*/ 247496 w 472543"/>
                <a:gd name="connsiteY313" fmla="*/ 163421 h 464260"/>
                <a:gd name="connsiteX314" fmla="*/ 244904 w 472543"/>
                <a:gd name="connsiteY314" fmla="*/ 163421 h 464260"/>
                <a:gd name="connsiteX315" fmla="*/ 243154 w 472543"/>
                <a:gd name="connsiteY315" fmla="*/ 162412 h 464260"/>
                <a:gd name="connsiteX316" fmla="*/ 240529 w 472543"/>
                <a:gd name="connsiteY316" fmla="*/ 159082 h 464260"/>
                <a:gd name="connsiteX317" fmla="*/ 239822 w 472543"/>
                <a:gd name="connsiteY317" fmla="*/ 156054 h 464260"/>
                <a:gd name="connsiteX318" fmla="*/ 238678 w 472543"/>
                <a:gd name="connsiteY318" fmla="*/ 155617 h 464260"/>
                <a:gd name="connsiteX319" fmla="*/ 236794 w 472543"/>
                <a:gd name="connsiteY319" fmla="*/ 156189 h 464260"/>
                <a:gd name="connsiteX320" fmla="*/ 234034 w 472543"/>
                <a:gd name="connsiteY320" fmla="*/ 158813 h 464260"/>
                <a:gd name="connsiteX321" fmla="*/ 231274 w 472543"/>
                <a:gd name="connsiteY321" fmla="*/ 158947 h 464260"/>
                <a:gd name="connsiteX322" fmla="*/ 228077 w 472543"/>
                <a:gd name="connsiteY322" fmla="*/ 157803 h 464260"/>
                <a:gd name="connsiteX323" fmla="*/ 226630 w 472543"/>
                <a:gd name="connsiteY323" fmla="*/ 156660 h 464260"/>
                <a:gd name="connsiteX324" fmla="*/ 224745 w 472543"/>
                <a:gd name="connsiteY324" fmla="*/ 154776 h 464260"/>
                <a:gd name="connsiteX325" fmla="*/ 221413 w 472543"/>
                <a:gd name="connsiteY325" fmla="*/ 154776 h 464260"/>
                <a:gd name="connsiteX326" fmla="*/ 219663 w 472543"/>
                <a:gd name="connsiteY326" fmla="*/ 154776 h 464260"/>
                <a:gd name="connsiteX327" fmla="*/ 216466 w 472543"/>
                <a:gd name="connsiteY327" fmla="*/ 154776 h 464260"/>
                <a:gd name="connsiteX328" fmla="*/ 215322 w 472543"/>
                <a:gd name="connsiteY328" fmla="*/ 157030 h 464260"/>
                <a:gd name="connsiteX329" fmla="*/ 214178 w 472543"/>
                <a:gd name="connsiteY329" fmla="*/ 158981 h 464260"/>
                <a:gd name="connsiteX330" fmla="*/ 215322 w 472543"/>
                <a:gd name="connsiteY330" fmla="*/ 160865 h 464260"/>
                <a:gd name="connsiteX331" fmla="*/ 215322 w 472543"/>
                <a:gd name="connsiteY331" fmla="*/ 163623 h 464260"/>
                <a:gd name="connsiteX332" fmla="*/ 213370 w 472543"/>
                <a:gd name="connsiteY332" fmla="*/ 165070 h 464260"/>
                <a:gd name="connsiteX333" fmla="*/ 211115 w 472543"/>
                <a:gd name="connsiteY333" fmla="*/ 166651 h 464260"/>
                <a:gd name="connsiteX334" fmla="*/ 209096 w 472543"/>
                <a:gd name="connsiteY334" fmla="*/ 169846 h 464260"/>
                <a:gd name="connsiteX335" fmla="*/ 207952 w 472543"/>
                <a:gd name="connsiteY335" fmla="*/ 172874 h 464260"/>
                <a:gd name="connsiteX336" fmla="*/ 210711 w 472543"/>
                <a:gd name="connsiteY336" fmla="*/ 175195 h 464260"/>
                <a:gd name="connsiteX337" fmla="*/ 213606 w 472543"/>
                <a:gd name="connsiteY337" fmla="*/ 178828 h 464260"/>
                <a:gd name="connsiteX338" fmla="*/ 213606 w 472543"/>
                <a:gd name="connsiteY338" fmla="*/ 181721 h 464260"/>
                <a:gd name="connsiteX339" fmla="*/ 213606 w 472543"/>
                <a:gd name="connsiteY339" fmla="*/ 182865 h 464260"/>
                <a:gd name="connsiteX340" fmla="*/ 211855 w 472543"/>
                <a:gd name="connsiteY340" fmla="*/ 185186 h 464260"/>
                <a:gd name="connsiteX341" fmla="*/ 211855 w 472543"/>
                <a:gd name="connsiteY341" fmla="*/ 186061 h 464260"/>
                <a:gd name="connsiteX342" fmla="*/ 208961 w 472543"/>
                <a:gd name="connsiteY342" fmla="*/ 186061 h 464260"/>
                <a:gd name="connsiteX343" fmla="*/ 207514 w 472543"/>
                <a:gd name="connsiteY343" fmla="*/ 187642 h 464260"/>
                <a:gd name="connsiteX344" fmla="*/ 206201 w 472543"/>
                <a:gd name="connsiteY344" fmla="*/ 190972 h 464260"/>
                <a:gd name="connsiteX345" fmla="*/ 204620 w 472543"/>
                <a:gd name="connsiteY345" fmla="*/ 192856 h 464260"/>
                <a:gd name="connsiteX346" fmla="*/ 203038 w 472543"/>
                <a:gd name="connsiteY346" fmla="*/ 194302 h 464260"/>
                <a:gd name="connsiteX347" fmla="*/ 201019 w 472543"/>
                <a:gd name="connsiteY347" fmla="*/ 198440 h 464260"/>
                <a:gd name="connsiteX348" fmla="*/ 200009 w 472543"/>
                <a:gd name="connsiteY348" fmla="*/ 201266 h 464260"/>
                <a:gd name="connsiteX349" fmla="*/ 198562 w 472543"/>
                <a:gd name="connsiteY349" fmla="*/ 205605 h 464260"/>
                <a:gd name="connsiteX350" fmla="*/ 196980 w 472543"/>
                <a:gd name="connsiteY350" fmla="*/ 208936 h 464260"/>
                <a:gd name="connsiteX351" fmla="*/ 193514 w 472543"/>
                <a:gd name="connsiteY351" fmla="*/ 210954 h 464260"/>
                <a:gd name="connsiteX352" fmla="*/ 190451 w 472543"/>
                <a:gd name="connsiteY352" fmla="*/ 216471 h 464260"/>
                <a:gd name="connsiteX353" fmla="*/ 188701 w 472543"/>
                <a:gd name="connsiteY353" fmla="*/ 222694 h 464260"/>
                <a:gd name="connsiteX354" fmla="*/ 185235 w 472543"/>
                <a:gd name="connsiteY354" fmla="*/ 227034 h 464260"/>
                <a:gd name="connsiteX355" fmla="*/ 183350 w 472543"/>
                <a:gd name="connsiteY355" fmla="*/ 228918 h 464260"/>
                <a:gd name="connsiteX356" fmla="*/ 181465 w 472543"/>
                <a:gd name="connsiteY356" fmla="*/ 231239 h 464260"/>
                <a:gd name="connsiteX357" fmla="*/ 180590 w 472543"/>
                <a:gd name="connsiteY357" fmla="*/ 233829 h 464260"/>
                <a:gd name="connsiteX358" fmla="*/ 180590 w 472543"/>
                <a:gd name="connsiteY358" fmla="*/ 235578 h 464260"/>
                <a:gd name="connsiteX359" fmla="*/ 178638 w 472543"/>
                <a:gd name="connsiteY359" fmla="*/ 239043 h 464260"/>
                <a:gd name="connsiteX360" fmla="*/ 175374 w 472543"/>
                <a:gd name="connsiteY360" fmla="*/ 241802 h 464260"/>
                <a:gd name="connsiteX361" fmla="*/ 170595 w 472543"/>
                <a:gd name="connsiteY361" fmla="*/ 244257 h 464260"/>
                <a:gd name="connsiteX362" fmla="*/ 167263 w 472543"/>
                <a:gd name="connsiteY362" fmla="*/ 245401 h 464260"/>
                <a:gd name="connsiteX363" fmla="*/ 165076 w 472543"/>
                <a:gd name="connsiteY363" fmla="*/ 246410 h 464260"/>
                <a:gd name="connsiteX364" fmla="*/ 162316 w 472543"/>
                <a:gd name="connsiteY364" fmla="*/ 248597 h 464260"/>
                <a:gd name="connsiteX365" fmla="*/ 157234 w 472543"/>
                <a:gd name="connsiteY365" fmla="*/ 248597 h 464260"/>
                <a:gd name="connsiteX366" fmla="*/ 151883 w 472543"/>
                <a:gd name="connsiteY366" fmla="*/ 248597 h 464260"/>
                <a:gd name="connsiteX367" fmla="*/ 148114 w 472543"/>
                <a:gd name="connsiteY367" fmla="*/ 248597 h 464260"/>
                <a:gd name="connsiteX368" fmla="*/ 143200 w 472543"/>
                <a:gd name="connsiteY368" fmla="*/ 248092 h 464260"/>
                <a:gd name="connsiteX369" fmla="*/ 140743 w 472543"/>
                <a:gd name="connsiteY369" fmla="*/ 247588 h 464260"/>
                <a:gd name="connsiteX370" fmla="*/ 135830 w 472543"/>
                <a:gd name="connsiteY370" fmla="*/ 244392 h 464260"/>
                <a:gd name="connsiteX371" fmla="*/ 134955 w 472543"/>
                <a:gd name="connsiteY371" fmla="*/ 241196 h 464260"/>
                <a:gd name="connsiteX372" fmla="*/ 131926 w 472543"/>
                <a:gd name="connsiteY372" fmla="*/ 239010 h 464260"/>
                <a:gd name="connsiteX373" fmla="*/ 131926 w 472543"/>
                <a:gd name="connsiteY373" fmla="*/ 236117 h 464260"/>
                <a:gd name="connsiteX374" fmla="*/ 131421 w 472543"/>
                <a:gd name="connsiteY374" fmla="*/ 231474 h 464260"/>
                <a:gd name="connsiteX375" fmla="*/ 131791 w 472543"/>
                <a:gd name="connsiteY375" fmla="*/ 225688 h 464260"/>
                <a:gd name="connsiteX376" fmla="*/ 131084 w 472543"/>
                <a:gd name="connsiteY376" fmla="*/ 221921 h 464260"/>
                <a:gd name="connsiteX377" fmla="*/ 124555 w 472543"/>
                <a:gd name="connsiteY377" fmla="*/ 217850 h 464260"/>
                <a:gd name="connsiteX378" fmla="*/ 122099 w 472543"/>
                <a:gd name="connsiteY378" fmla="*/ 216538 h 464260"/>
                <a:gd name="connsiteX379" fmla="*/ 120652 w 472543"/>
                <a:gd name="connsiteY379" fmla="*/ 217245 h 464260"/>
                <a:gd name="connsiteX380" fmla="*/ 116310 w 472543"/>
                <a:gd name="connsiteY380" fmla="*/ 217245 h 464260"/>
                <a:gd name="connsiteX381" fmla="*/ 113281 w 472543"/>
                <a:gd name="connsiteY381" fmla="*/ 218052 h 464260"/>
                <a:gd name="connsiteX382" fmla="*/ 112272 w 472543"/>
                <a:gd name="connsiteY382" fmla="*/ 219297 h 464260"/>
                <a:gd name="connsiteX383" fmla="*/ 111094 w 472543"/>
                <a:gd name="connsiteY383" fmla="*/ 221046 h 464260"/>
                <a:gd name="connsiteX384" fmla="*/ 109344 w 472543"/>
                <a:gd name="connsiteY384" fmla="*/ 223636 h 464260"/>
                <a:gd name="connsiteX385" fmla="*/ 108469 w 472543"/>
                <a:gd name="connsiteY385" fmla="*/ 224208 h 464260"/>
                <a:gd name="connsiteX386" fmla="*/ 105271 w 472543"/>
                <a:gd name="connsiteY386" fmla="*/ 224208 h 464260"/>
                <a:gd name="connsiteX387" fmla="*/ 103521 w 472543"/>
                <a:gd name="connsiteY387" fmla="*/ 224141 h 464260"/>
                <a:gd name="connsiteX388" fmla="*/ 102209 w 472543"/>
                <a:gd name="connsiteY388" fmla="*/ 224645 h 464260"/>
                <a:gd name="connsiteX389" fmla="*/ 100762 w 472543"/>
                <a:gd name="connsiteY389" fmla="*/ 226664 h 464260"/>
                <a:gd name="connsiteX390" fmla="*/ 98002 w 472543"/>
                <a:gd name="connsiteY390" fmla="*/ 228245 h 464260"/>
                <a:gd name="connsiteX391" fmla="*/ 95444 w 472543"/>
                <a:gd name="connsiteY391" fmla="*/ 228379 h 464260"/>
                <a:gd name="connsiteX392" fmla="*/ 91069 w 472543"/>
                <a:gd name="connsiteY392" fmla="*/ 228245 h 464260"/>
                <a:gd name="connsiteX393" fmla="*/ 87603 w 472543"/>
                <a:gd name="connsiteY393" fmla="*/ 224915 h 464260"/>
                <a:gd name="connsiteX394" fmla="*/ 85651 w 472543"/>
                <a:gd name="connsiteY394" fmla="*/ 221147 h 464260"/>
                <a:gd name="connsiteX395" fmla="*/ 81747 w 472543"/>
                <a:gd name="connsiteY395" fmla="*/ 217884 h 464260"/>
                <a:gd name="connsiteX396" fmla="*/ 78920 w 472543"/>
                <a:gd name="connsiteY396" fmla="*/ 215495 h 464260"/>
                <a:gd name="connsiteX397" fmla="*/ 75218 w 472543"/>
                <a:gd name="connsiteY397" fmla="*/ 215495 h 464260"/>
                <a:gd name="connsiteX398" fmla="*/ 73030 w 472543"/>
                <a:gd name="connsiteY398" fmla="*/ 212670 h 464260"/>
                <a:gd name="connsiteX399" fmla="*/ 70843 w 472543"/>
                <a:gd name="connsiteY399" fmla="*/ 209407 h 464260"/>
                <a:gd name="connsiteX400" fmla="*/ 67376 w 472543"/>
                <a:gd name="connsiteY400" fmla="*/ 207657 h 464260"/>
                <a:gd name="connsiteX401" fmla="*/ 64987 w 472543"/>
                <a:gd name="connsiteY401" fmla="*/ 206581 h 464260"/>
                <a:gd name="connsiteX402" fmla="*/ 61285 w 472543"/>
                <a:gd name="connsiteY402" fmla="*/ 204394 h 464260"/>
                <a:gd name="connsiteX403" fmla="*/ 57381 w 472543"/>
                <a:gd name="connsiteY403" fmla="*/ 203755 h 464260"/>
                <a:gd name="connsiteX404" fmla="*/ 54116 w 472543"/>
                <a:gd name="connsiteY404" fmla="*/ 200728 h 464260"/>
                <a:gd name="connsiteX405" fmla="*/ 50852 w 472543"/>
                <a:gd name="connsiteY405" fmla="*/ 198339 h 464260"/>
                <a:gd name="connsiteX406" fmla="*/ 47823 w 472543"/>
                <a:gd name="connsiteY406" fmla="*/ 200526 h 464260"/>
                <a:gd name="connsiteX407" fmla="*/ 44996 w 472543"/>
                <a:gd name="connsiteY407" fmla="*/ 204865 h 464260"/>
                <a:gd name="connsiteX408" fmla="*/ 41294 w 472543"/>
                <a:gd name="connsiteY408" fmla="*/ 210079 h 464260"/>
                <a:gd name="connsiteX409" fmla="*/ 38030 w 472543"/>
                <a:gd name="connsiteY409" fmla="*/ 216168 h 464260"/>
                <a:gd name="connsiteX410" fmla="*/ 35842 w 472543"/>
                <a:gd name="connsiteY410" fmla="*/ 216168 h 464260"/>
                <a:gd name="connsiteX411" fmla="*/ 32140 w 472543"/>
                <a:gd name="connsiteY411" fmla="*/ 216168 h 464260"/>
                <a:gd name="connsiteX412" fmla="*/ 29313 w 472543"/>
                <a:gd name="connsiteY412" fmla="*/ 217245 h 464260"/>
                <a:gd name="connsiteX413" fmla="*/ 31938 w 472543"/>
                <a:gd name="connsiteY413" fmla="*/ 221382 h 464260"/>
                <a:gd name="connsiteX414" fmla="*/ 31063 w 472543"/>
                <a:gd name="connsiteY414" fmla="*/ 224645 h 464260"/>
                <a:gd name="connsiteX415" fmla="*/ 26722 w 472543"/>
                <a:gd name="connsiteY415" fmla="*/ 222459 h 464260"/>
                <a:gd name="connsiteX416" fmla="*/ 21943 w 472543"/>
                <a:gd name="connsiteY416" fmla="*/ 222459 h 464260"/>
                <a:gd name="connsiteX417" fmla="*/ 21303 w 472543"/>
                <a:gd name="connsiteY417" fmla="*/ 225621 h 464260"/>
                <a:gd name="connsiteX418" fmla="*/ 21539 w 472543"/>
                <a:gd name="connsiteY418" fmla="*/ 230061 h 464260"/>
                <a:gd name="connsiteX419" fmla="*/ 23928 w 472543"/>
                <a:gd name="connsiteY419" fmla="*/ 234199 h 464260"/>
                <a:gd name="connsiteX420" fmla="*/ 29347 w 472543"/>
                <a:gd name="connsiteY420" fmla="*/ 237462 h 464260"/>
                <a:gd name="connsiteX421" fmla="*/ 35674 w 472543"/>
                <a:gd name="connsiteY421" fmla="*/ 239851 h 464260"/>
                <a:gd name="connsiteX422" fmla="*/ 38299 w 472543"/>
                <a:gd name="connsiteY422" fmla="*/ 244863 h 464260"/>
                <a:gd name="connsiteX423" fmla="*/ 39376 w 472543"/>
                <a:gd name="connsiteY423" fmla="*/ 248328 h 464260"/>
                <a:gd name="connsiteX424" fmla="*/ 38501 w 472543"/>
                <a:gd name="connsiteY424" fmla="*/ 251591 h 464260"/>
                <a:gd name="connsiteX425" fmla="*/ 38063 w 472543"/>
                <a:gd name="connsiteY425" fmla="*/ 254618 h 464260"/>
                <a:gd name="connsiteX426" fmla="*/ 37188 w 472543"/>
                <a:gd name="connsiteY426" fmla="*/ 258521 h 464260"/>
                <a:gd name="connsiteX427" fmla="*/ 35876 w 472543"/>
                <a:gd name="connsiteY427" fmla="*/ 262860 h 464260"/>
                <a:gd name="connsiteX428" fmla="*/ 34563 w 472543"/>
                <a:gd name="connsiteY428" fmla="*/ 265888 h 464260"/>
                <a:gd name="connsiteX429" fmla="*/ 31534 w 472543"/>
                <a:gd name="connsiteY429" fmla="*/ 267637 h 464260"/>
                <a:gd name="connsiteX430" fmla="*/ 28472 w 472543"/>
                <a:gd name="connsiteY430" fmla="*/ 267637 h 464260"/>
                <a:gd name="connsiteX431" fmla="*/ 26082 w 472543"/>
                <a:gd name="connsiteY431" fmla="*/ 267637 h 464260"/>
                <a:gd name="connsiteX432" fmla="*/ 25207 w 472543"/>
                <a:gd name="connsiteY432" fmla="*/ 272111 h 464260"/>
                <a:gd name="connsiteX433" fmla="*/ 23255 w 472543"/>
                <a:gd name="connsiteY433" fmla="*/ 278738 h 464260"/>
                <a:gd name="connsiteX434" fmla="*/ 20428 w 472543"/>
                <a:gd name="connsiteY434" fmla="*/ 281564 h 464260"/>
                <a:gd name="connsiteX435" fmla="*/ 14976 w 472543"/>
                <a:gd name="connsiteY435" fmla="*/ 283313 h 464260"/>
                <a:gd name="connsiteX436" fmla="*/ 9120 w 472543"/>
                <a:gd name="connsiteY436" fmla="*/ 286778 h 464260"/>
                <a:gd name="connsiteX437" fmla="*/ 4139 w 472543"/>
                <a:gd name="connsiteY437" fmla="*/ 292328 h 464260"/>
                <a:gd name="connsiteX438" fmla="*/ 0 w 472543"/>
                <a:gd name="connsiteY438" fmla="*/ 294616 h 464260"/>
                <a:gd name="connsiteX439" fmla="*/ 1312 w 472543"/>
                <a:gd name="connsiteY439" fmla="*/ 299830 h 464260"/>
                <a:gd name="connsiteX440" fmla="*/ 0 w 472543"/>
                <a:gd name="connsiteY440" fmla="*/ 306558 h 464260"/>
                <a:gd name="connsiteX441" fmla="*/ 1077 w 472543"/>
                <a:gd name="connsiteY441" fmla="*/ 309585 h 464260"/>
                <a:gd name="connsiteX442" fmla="*/ 5216 w 472543"/>
                <a:gd name="connsiteY442" fmla="*/ 314800 h 464260"/>
                <a:gd name="connsiteX443" fmla="*/ 6731 w 472543"/>
                <a:gd name="connsiteY443" fmla="*/ 316313 h 464260"/>
                <a:gd name="connsiteX444" fmla="*/ 6293 w 472543"/>
                <a:gd name="connsiteY444" fmla="*/ 318702 h 464260"/>
                <a:gd name="connsiteX445" fmla="*/ 5216 w 472543"/>
                <a:gd name="connsiteY445" fmla="*/ 322839 h 464260"/>
                <a:gd name="connsiteX446" fmla="*/ 7606 w 472543"/>
                <a:gd name="connsiteY446" fmla="*/ 326304 h 464260"/>
                <a:gd name="connsiteX447" fmla="*/ 11072 w 472543"/>
                <a:gd name="connsiteY447" fmla="*/ 329130 h 464260"/>
                <a:gd name="connsiteX448" fmla="*/ 18039 w 472543"/>
                <a:gd name="connsiteY448" fmla="*/ 330207 h 464260"/>
                <a:gd name="connsiteX449" fmla="*/ 21303 w 472543"/>
                <a:gd name="connsiteY449" fmla="*/ 330207 h 464260"/>
                <a:gd name="connsiteX450" fmla="*/ 26520 w 472543"/>
                <a:gd name="connsiteY450" fmla="*/ 327583 h 464260"/>
                <a:gd name="connsiteX451" fmla="*/ 29784 w 472543"/>
                <a:gd name="connsiteY451" fmla="*/ 325833 h 464260"/>
                <a:gd name="connsiteX452" fmla="*/ 35001 w 472543"/>
                <a:gd name="connsiteY452" fmla="*/ 324757 h 464260"/>
                <a:gd name="connsiteX453" fmla="*/ 37188 w 472543"/>
                <a:gd name="connsiteY453" fmla="*/ 329769 h 464260"/>
                <a:gd name="connsiteX454" fmla="*/ 34799 w 472543"/>
                <a:gd name="connsiteY454" fmla="*/ 332595 h 464260"/>
                <a:gd name="connsiteX455" fmla="*/ 34361 w 472543"/>
                <a:gd name="connsiteY455" fmla="*/ 335219 h 464260"/>
                <a:gd name="connsiteX456" fmla="*/ 33924 w 472543"/>
                <a:gd name="connsiteY456" fmla="*/ 338482 h 464260"/>
                <a:gd name="connsiteX457" fmla="*/ 31972 w 472543"/>
                <a:gd name="connsiteY457" fmla="*/ 341106 h 464260"/>
                <a:gd name="connsiteX458" fmla="*/ 30895 w 472543"/>
                <a:gd name="connsiteY458" fmla="*/ 344133 h 464260"/>
                <a:gd name="connsiteX459" fmla="*/ 29818 w 472543"/>
                <a:gd name="connsiteY459" fmla="*/ 346757 h 464260"/>
                <a:gd name="connsiteX460" fmla="*/ 31770 w 472543"/>
                <a:gd name="connsiteY460" fmla="*/ 350458 h 464260"/>
                <a:gd name="connsiteX461" fmla="*/ 34597 w 472543"/>
                <a:gd name="connsiteY461" fmla="*/ 355436 h 464260"/>
                <a:gd name="connsiteX462" fmla="*/ 34597 w 472543"/>
                <a:gd name="connsiteY462" fmla="*/ 360650 h 464260"/>
                <a:gd name="connsiteX463" fmla="*/ 34597 w 472543"/>
                <a:gd name="connsiteY463" fmla="*/ 366167 h 464260"/>
                <a:gd name="connsiteX464" fmla="*/ 39073 w 472543"/>
                <a:gd name="connsiteY464" fmla="*/ 372122 h 464260"/>
                <a:gd name="connsiteX465" fmla="*/ 44155 w 472543"/>
                <a:gd name="connsiteY465" fmla="*/ 372559 h 464260"/>
                <a:gd name="connsiteX466" fmla="*/ 50953 w 472543"/>
                <a:gd name="connsiteY466" fmla="*/ 369969 h 464260"/>
                <a:gd name="connsiteX467" fmla="*/ 58929 w 472543"/>
                <a:gd name="connsiteY467" fmla="*/ 368657 h 464260"/>
                <a:gd name="connsiteX468" fmla="*/ 62261 w 472543"/>
                <a:gd name="connsiteY468" fmla="*/ 370406 h 464260"/>
                <a:gd name="connsiteX469" fmla="*/ 66737 w 472543"/>
                <a:gd name="connsiteY469" fmla="*/ 375620 h 464260"/>
                <a:gd name="connsiteX470" fmla="*/ 72526 w 472543"/>
                <a:gd name="connsiteY470" fmla="*/ 377638 h 464260"/>
                <a:gd name="connsiteX471" fmla="*/ 78482 w 472543"/>
                <a:gd name="connsiteY471" fmla="*/ 376629 h 464260"/>
                <a:gd name="connsiteX472" fmla="*/ 82521 w 472543"/>
                <a:gd name="connsiteY472" fmla="*/ 380834 h 464260"/>
                <a:gd name="connsiteX473" fmla="*/ 84978 w 472543"/>
                <a:gd name="connsiteY473" fmla="*/ 383290 h 464260"/>
                <a:gd name="connsiteX474" fmla="*/ 84978 w 472543"/>
                <a:gd name="connsiteY474" fmla="*/ 387192 h 464260"/>
                <a:gd name="connsiteX475" fmla="*/ 86055 w 472543"/>
                <a:gd name="connsiteY475" fmla="*/ 392541 h 464260"/>
                <a:gd name="connsiteX476" fmla="*/ 88882 w 472543"/>
                <a:gd name="connsiteY476" fmla="*/ 394862 h 464260"/>
                <a:gd name="connsiteX477" fmla="*/ 89757 w 472543"/>
                <a:gd name="connsiteY477" fmla="*/ 399067 h 464260"/>
                <a:gd name="connsiteX478" fmla="*/ 91944 w 472543"/>
                <a:gd name="connsiteY478" fmla="*/ 404146 h 464260"/>
                <a:gd name="connsiteX479" fmla="*/ 91944 w 472543"/>
                <a:gd name="connsiteY479" fmla="*/ 405391 h 464260"/>
                <a:gd name="connsiteX480" fmla="*/ 92550 w 472543"/>
                <a:gd name="connsiteY480" fmla="*/ 408722 h 464260"/>
                <a:gd name="connsiteX481" fmla="*/ 93694 w 472543"/>
                <a:gd name="connsiteY481" fmla="*/ 411110 h 464260"/>
                <a:gd name="connsiteX482" fmla="*/ 93694 w 472543"/>
                <a:gd name="connsiteY482" fmla="*/ 416324 h 464260"/>
                <a:gd name="connsiteX483" fmla="*/ 95848 w 472543"/>
                <a:gd name="connsiteY483" fmla="*/ 421942 h 464260"/>
                <a:gd name="connsiteX484" fmla="*/ 96286 w 472543"/>
                <a:gd name="connsiteY484" fmla="*/ 421269 h 464260"/>
                <a:gd name="connsiteX485" fmla="*/ 97228 w 472543"/>
                <a:gd name="connsiteY485" fmla="*/ 418443 h 464260"/>
                <a:gd name="connsiteX486" fmla="*/ 95646 w 472543"/>
                <a:gd name="connsiteY486" fmla="*/ 416829 h 464260"/>
                <a:gd name="connsiteX487" fmla="*/ 95444 w 472543"/>
                <a:gd name="connsiteY487" fmla="*/ 415012 h 464260"/>
                <a:gd name="connsiteX488" fmla="*/ 96824 w 472543"/>
                <a:gd name="connsiteY488" fmla="*/ 413768 h 464260"/>
                <a:gd name="connsiteX489" fmla="*/ 97767 w 472543"/>
                <a:gd name="connsiteY489" fmla="*/ 413633 h 464260"/>
                <a:gd name="connsiteX490" fmla="*/ 99012 w 472543"/>
                <a:gd name="connsiteY490" fmla="*/ 413936 h 464260"/>
                <a:gd name="connsiteX491" fmla="*/ 99584 w 472543"/>
                <a:gd name="connsiteY491" fmla="*/ 414507 h 464260"/>
                <a:gd name="connsiteX492" fmla="*/ 100459 w 472543"/>
                <a:gd name="connsiteY492" fmla="*/ 415079 h 464260"/>
                <a:gd name="connsiteX493" fmla="*/ 101468 w 472543"/>
                <a:gd name="connsiteY493" fmla="*/ 415718 h 464260"/>
                <a:gd name="connsiteX494" fmla="*/ 103286 w 472543"/>
                <a:gd name="connsiteY494" fmla="*/ 417602 h 464260"/>
                <a:gd name="connsiteX495" fmla="*/ 104464 w 472543"/>
                <a:gd name="connsiteY495" fmla="*/ 417165 h 464260"/>
                <a:gd name="connsiteX496" fmla="*/ 105238 w 472543"/>
                <a:gd name="connsiteY496" fmla="*/ 416862 h 464260"/>
                <a:gd name="connsiteX497" fmla="*/ 106180 w 472543"/>
                <a:gd name="connsiteY497" fmla="*/ 415786 h 464260"/>
                <a:gd name="connsiteX498" fmla="*/ 106180 w 472543"/>
                <a:gd name="connsiteY498" fmla="*/ 414709 h 464260"/>
                <a:gd name="connsiteX499" fmla="*/ 105877 w 472543"/>
                <a:gd name="connsiteY499" fmla="*/ 413566 h 464260"/>
                <a:gd name="connsiteX500" fmla="*/ 105238 w 472543"/>
                <a:gd name="connsiteY500" fmla="*/ 413128 h 464260"/>
                <a:gd name="connsiteX501" fmla="*/ 104868 w 472543"/>
                <a:gd name="connsiteY501" fmla="*/ 411615 h 464260"/>
                <a:gd name="connsiteX502" fmla="*/ 105507 w 472543"/>
                <a:gd name="connsiteY502" fmla="*/ 410538 h 464260"/>
                <a:gd name="connsiteX503" fmla="*/ 107190 w 472543"/>
                <a:gd name="connsiteY503" fmla="*/ 409394 h 464260"/>
                <a:gd name="connsiteX504" fmla="*/ 109512 w 472543"/>
                <a:gd name="connsiteY504" fmla="*/ 408251 h 464260"/>
                <a:gd name="connsiteX505" fmla="*/ 110017 w 472543"/>
                <a:gd name="connsiteY505" fmla="*/ 407881 h 464260"/>
                <a:gd name="connsiteX506" fmla="*/ 111700 w 472543"/>
                <a:gd name="connsiteY506" fmla="*/ 406939 h 464260"/>
                <a:gd name="connsiteX507" fmla="*/ 112272 w 472543"/>
                <a:gd name="connsiteY507" fmla="*/ 404550 h 464260"/>
                <a:gd name="connsiteX508" fmla="*/ 111969 w 472543"/>
                <a:gd name="connsiteY508" fmla="*/ 402868 h 464260"/>
                <a:gd name="connsiteX509" fmla="*/ 110522 w 472543"/>
                <a:gd name="connsiteY509" fmla="*/ 400042 h 464260"/>
                <a:gd name="connsiteX510" fmla="*/ 108199 w 472543"/>
                <a:gd name="connsiteY510" fmla="*/ 398024 h 464260"/>
                <a:gd name="connsiteX511" fmla="*/ 107122 w 472543"/>
                <a:gd name="connsiteY511" fmla="*/ 396779 h 464260"/>
                <a:gd name="connsiteX512" fmla="*/ 104868 w 472543"/>
                <a:gd name="connsiteY512" fmla="*/ 394963 h 464260"/>
                <a:gd name="connsiteX513" fmla="*/ 103488 w 472543"/>
                <a:gd name="connsiteY513" fmla="*/ 392945 h 464260"/>
                <a:gd name="connsiteX514" fmla="*/ 102041 w 472543"/>
                <a:gd name="connsiteY514" fmla="*/ 390321 h 464260"/>
                <a:gd name="connsiteX515" fmla="*/ 102041 w 472543"/>
                <a:gd name="connsiteY515" fmla="*/ 388067 h 464260"/>
                <a:gd name="connsiteX516" fmla="*/ 102310 w 472543"/>
                <a:gd name="connsiteY516" fmla="*/ 385106 h 464260"/>
                <a:gd name="connsiteX517" fmla="*/ 103050 w 472543"/>
                <a:gd name="connsiteY517" fmla="*/ 383963 h 464260"/>
                <a:gd name="connsiteX518" fmla="*/ 103993 w 472543"/>
                <a:gd name="connsiteY518" fmla="*/ 382449 h 464260"/>
                <a:gd name="connsiteX519" fmla="*/ 105002 w 472543"/>
                <a:gd name="connsiteY519" fmla="*/ 382449 h 464260"/>
                <a:gd name="connsiteX520" fmla="*/ 107022 w 472543"/>
                <a:gd name="connsiteY520" fmla="*/ 383458 h 464260"/>
                <a:gd name="connsiteX521" fmla="*/ 108031 w 472543"/>
                <a:gd name="connsiteY521" fmla="*/ 384703 h 464260"/>
                <a:gd name="connsiteX522" fmla="*/ 109276 w 472543"/>
                <a:gd name="connsiteY522" fmla="*/ 385712 h 464260"/>
                <a:gd name="connsiteX523" fmla="*/ 110959 w 472543"/>
                <a:gd name="connsiteY523" fmla="*/ 387293 h 464260"/>
                <a:gd name="connsiteX524" fmla="*/ 112305 w 472543"/>
                <a:gd name="connsiteY524" fmla="*/ 390926 h 464260"/>
                <a:gd name="connsiteX525" fmla="*/ 113214 w 472543"/>
                <a:gd name="connsiteY525" fmla="*/ 391431 h 464260"/>
                <a:gd name="connsiteX526" fmla="*/ 114358 w 472543"/>
                <a:gd name="connsiteY526" fmla="*/ 393247 h 464260"/>
                <a:gd name="connsiteX527" fmla="*/ 116815 w 472543"/>
                <a:gd name="connsiteY527" fmla="*/ 394122 h 464260"/>
                <a:gd name="connsiteX528" fmla="*/ 117959 w 472543"/>
                <a:gd name="connsiteY528" fmla="*/ 396073 h 464260"/>
                <a:gd name="connsiteX529" fmla="*/ 121022 w 472543"/>
                <a:gd name="connsiteY529" fmla="*/ 398091 h 464260"/>
                <a:gd name="connsiteX530" fmla="*/ 122704 w 472543"/>
                <a:gd name="connsiteY530" fmla="*/ 398226 h 464260"/>
                <a:gd name="connsiteX531" fmla="*/ 123512 w 472543"/>
                <a:gd name="connsiteY531" fmla="*/ 398361 h 464260"/>
                <a:gd name="connsiteX532" fmla="*/ 125464 w 472543"/>
                <a:gd name="connsiteY532" fmla="*/ 399100 h 464260"/>
                <a:gd name="connsiteX533" fmla="*/ 124791 w 472543"/>
                <a:gd name="connsiteY533" fmla="*/ 401052 h 464260"/>
                <a:gd name="connsiteX534" fmla="*/ 124993 w 472543"/>
                <a:gd name="connsiteY534" fmla="*/ 403070 h 464260"/>
                <a:gd name="connsiteX535" fmla="*/ 124993 w 472543"/>
                <a:gd name="connsiteY535" fmla="*/ 404146 h 464260"/>
                <a:gd name="connsiteX536" fmla="*/ 124488 w 472543"/>
                <a:gd name="connsiteY536" fmla="*/ 406400 h 464260"/>
                <a:gd name="connsiteX537" fmla="*/ 123983 w 472543"/>
                <a:gd name="connsiteY537" fmla="*/ 407477 h 464260"/>
                <a:gd name="connsiteX538" fmla="*/ 123546 w 472543"/>
                <a:gd name="connsiteY538" fmla="*/ 408419 h 464260"/>
                <a:gd name="connsiteX539" fmla="*/ 123108 w 472543"/>
                <a:gd name="connsiteY539" fmla="*/ 409798 h 464260"/>
                <a:gd name="connsiteX540" fmla="*/ 122233 w 472543"/>
                <a:gd name="connsiteY540" fmla="*/ 410874 h 464260"/>
                <a:gd name="connsiteX541" fmla="*/ 121291 w 472543"/>
                <a:gd name="connsiteY541" fmla="*/ 411884 h 464260"/>
                <a:gd name="connsiteX542" fmla="*/ 120046 w 472543"/>
                <a:gd name="connsiteY542" fmla="*/ 413835 h 464260"/>
                <a:gd name="connsiteX543" fmla="*/ 119608 w 472543"/>
                <a:gd name="connsiteY543" fmla="*/ 414709 h 464260"/>
                <a:gd name="connsiteX544" fmla="*/ 118901 w 472543"/>
                <a:gd name="connsiteY544" fmla="*/ 416156 h 464260"/>
                <a:gd name="connsiteX545" fmla="*/ 118599 w 472543"/>
                <a:gd name="connsiteY545" fmla="*/ 417300 h 464260"/>
                <a:gd name="connsiteX546" fmla="*/ 118229 w 472543"/>
                <a:gd name="connsiteY546" fmla="*/ 418612 h 464260"/>
                <a:gd name="connsiteX547" fmla="*/ 118363 w 472543"/>
                <a:gd name="connsiteY547" fmla="*/ 420294 h 464260"/>
                <a:gd name="connsiteX548" fmla="*/ 120012 w 472543"/>
                <a:gd name="connsiteY548" fmla="*/ 422615 h 464260"/>
                <a:gd name="connsiteX549" fmla="*/ 122839 w 472543"/>
                <a:gd name="connsiteY549" fmla="*/ 422817 h 464260"/>
                <a:gd name="connsiteX550" fmla="*/ 126104 w 472543"/>
                <a:gd name="connsiteY550" fmla="*/ 423254 h 464260"/>
                <a:gd name="connsiteX551" fmla="*/ 126676 w 472543"/>
                <a:gd name="connsiteY551" fmla="*/ 423826 h 464260"/>
                <a:gd name="connsiteX552" fmla="*/ 128123 w 472543"/>
                <a:gd name="connsiteY552" fmla="*/ 427459 h 464260"/>
                <a:gd name="connsiteX553" fmla="*/ 128695 w 472543"/>
                <a:gd name="connsiteY553" fmla="*/ 428771 h 464260"/>
                <a:gd name="connsiteX554" fmla="*/ 130714 w 472543"/>
                <a:gd name="connsiteY554" fmla="*/ 429645 h 464260"/>
                <a:gd name="connsiteX555" fmla="*/ 132363 w 472543"/>
                <a:gd name="connsiteY555" fmla="*/ 427896 h 464260"/>
                <a:gd name="connsiteX556" fmla="*/ 133676 w 472543"/>
                <a:gd name="connsiteY556" fmla="*/ 425138 h 464260"/>
                <a:gd name="connsiteX557" fmla="*/ 133676 w 472543"/>
                <a:gd name="connsiteY557" fmla="*/ 423321 h 464260"/>
                <a:gd name="connsiteX558" fmla="*/ 133777 w 472543"/>
                <a:gd name="connsiteY558" fmla="*/ 421370 h 464260"/>
                <a:gd name="connsiteX559" fmla="*/ 133777 w 472543"/>
                <a:gd name="connsiteY559" fmla="*/ 419553 h 464260"/>
                <a:gd name="connsiteX560" fmla="*/ 133878 w 472543"/>
                <a:gd name="connsiteY560" fmla="*/ 417165 h 464260"/>
                <a:gd name="connsiteX561" fmla="*/ 132767 w 472543"/>
                <a:gd name="connsiteY561" fmla="*/ 414911 h 464260"/>
                <a:gd name="connsiteX562" fmla="*/ 132464 w 472543"/>
                <a:gd name="connsiteY562" fmla="*/ 412960 h 464260"/>
                <a:gd name="connsiteX563" fmla="*/ 131959 w 472543"/>
                <a:gd name="connsiteY563" fmla="*/ 410706 h 464260"/>
                <a:gd name="connsiteX564" fmla="*/ 132902 w 472543"/>
                <a:gd name="connsiteY564" fmla="*/ 409764 h 464260"/>
                <a:gd name="connsiteX565" fmla="*/ 134282 w 472543"/>
                <a:gd name="connsiteY565" fmla="*/ 410404 h 464260"/>
                <a:gd name="connsiteX566" fmla="*/ 136166 w 472543"/>
                <a:gd name="connsiteY566" fmla="*/ 411345 h 464260"/>
                <a:gd name="connsiteX567" fmla="*/ 138926 w 472543"/>
                <a:gd name="connsiteY567" fmla="*/ 413229 h 464260"/>
                <a:gd name="connsiteX568" fmla="*/ 142123 w 472543"/>
                <a:gd name="connsiteY568" fmla="*/ 413431 h 464260"/>
                <a:gd name="connsiteX569" fmla="*/ 144277 w 472543"/>
                <a:gd name="connsiteY569" fmla="*/ 410908 h 464260"/>
                <a:gd name="connsiteX570" fmla="*/ 145657 w 472543"/>
                <a:gd name="connsiteY570" fmla="*/ 409226 h 464260"/>
                <a:gd name="connsiteX571" fmla="*/ 146027 w 472543"/>
                <a:gd name="connsiteY571" fmla="*/ 405896 h 464260"/>
                <a:gd name="connsiteX572" fmla="*/ 145219 w 472543"/>
                <a:gd name="connsiteY572" fmla="*/ 403070 h 464260"/>
                <a:gd name="connsiteX573" fmla="*/ 141585 w 472543"/>
                <a:gd name="connsiteY573" fmla="*/ 399235 h 464260"/>
                <a:gd name="connsiteX574" fmla="*/ 139868 w 472543"/>
                <a:gd name="connsiteY574" fmla="*/ 397284 h 464260"/>
                <a:gd name="connsiteX575" fmla="*/ 142460 w 472543"/>
                <a:gd name="connsiteY575" fmla="*/ 393584 h 464260"/>
                <a:gd name="connsiteX576" fmla="*/ 145926 w 472543"/>
                <a:gd name="connsiteY576" fmla="*/ 391397 h 464260"/>
                <a:gd name="connsiteX577" fmla="*/ 148013 w 472543"/>
                <a:gd name="connsiteY577" fmla="*/ 390152 h 464260"/>
                <a:gd name="connsiteX578" fmla="*/ 149763 w 472543"/>
                <a:gd name="connsiteY578" fmla="*/ 389581 h 464260"/>
                <a:gd name="connsiteX579" fmla="*/ 151715 w 472543"/>
                <a:gd name="connsiteY579" fmla="*/ 390018 h 464260"/>
                <a:gd name="connsiteX580" fmla="*/ 155349 w 472543"/>
                <a:gd name="connsiteY580" fmla="*/ 391700 h 464260"/>
                <a:gd name="connsiteX581" fmla="*/ 156999 w 472543"/>
                <a:gd name="connsiteY581" fmla="*/ 392574 h 464260"/>
                <a:gd name="connsiteX582" fmla="*/ 158378 w 472543"/>
                <a:gd name="connsiteY582" fmla="*/ 390960 h 464260"/>
                <a:gd name="connsiteX583" fmla="*/ 159253 w 472543"/>
                <a:gd name="connsiteY583" fmla="*/ 387764 h 464260"/>
                <a:gd name="connsiteX584" fmla="*/ 159826 w 472543"/>
                <a:gd name="connsiteY584" fmla="*/ 385241 h 464260"/>
                <a:gd name="connsiteX585" fmla="*/ 160465 w 472543"/>
                <a:gd name="connsiteY585" fmla="*/ 383660 h 464260"/>
                <a:gd name="connsiteX586" fmla="*/ 161475 w 472543"/>
                <a:gd name="connsiteY586" fmla="*/ 383223 h 464260"/>
                <a:gd name="connsiteX587" fmla="*/ 165883 w 472543"/>
                <a:gd name="connsiteY587" fmla="*/ 381843 h 464260"/>
                <a:gd name="connsiteX588" fmla="*/ 169653 w 472543"/>
                <a:gd name="connsiteY588" fmla="*/ 380599 h 464260"/>
                <a:gd name="connsiteX589" fmla="*/ 174432 w 472543"/>
                <a:gd name="connsiteY589" fmla="*/ 380599 h 464260"/>
                <a:gd name="connsiteX590" fmla="*/ 179345 w 472543"/>
                <a:gd name="connsiteY590" fmla="*/ 381339 h 464260"/>
                <a:gd name="connsiteX591" fmla="*/ 182542 w 472543"/>
                <a:gd name="connsiteY591" fmla="*/ 386116 h 464260"/>
                <a:gd name="connsiteX592" fmla="*/ 182542 w 472543"/>
                <a:gd name="connsiteY592" fmla="*/ 389446 h 464260"/>
                <a:gd name="connsiteX593" fmla="*/ 183990 w 472543"/>
                <a:gd name="connsiteY593" fmla="*/ 393516 h 464260"/>
                <a:gd name="connsiteX594" fmla="*/ 185302 w 472543"/>
                <a:gd name="connsiteY594" fmla="*/ 393954 h 464260"/>
                <a:gd name="connsiteX595" fmla="*/ 187624 w 472543"/>
                <a:gd name="connsiteY595" fmla="*/ 393819 h 464260"/>
                <a:gd name="connsiteX596" fmla="*/ 189206 w 472543"/>
                <a:gd name="connsiteY596" fmla="*/ 391801 h 464260"/>
                <a:gd name="connsiteX597" fmla="*/ 191225 w 472543"/>
                <a:gd name="connsiteY597" fmla="*/ 388908 h 464260"/>
                <a:gd name="connsiteX598" fmla="*/ 192538 w 472543"/>
                <a:gd name="connsiteY598" fmla="*/ 387327 h 464260"/>
                <a:gd name="connsiteX599" fmla="*/ 194288 w 472543"/>
                <a:gd name="connsiteY599" fmla="*/ 385880 h 464260"/>
                <a:gd name="connsiteX600" fmla="*/ 196745 w 472543"/>
                <a:gd name="connsiteY600" fmla="*/ 384871 h 464260"/>
                <a:gd name="connsiteX601" fmla="*/ 199201 w 472543"/>
                <a:gd name="connsiteY601" fmla="*/ 383996 h 464260"/>
                <a:gd name="connsiteX602" fmla="*/ 201658 w 472543"/>
                <a:gd name="connsiteY602" fmla="*/ 382684 h 464260"/>
                <a:gd name="connsiteX603" fmla="*/ 203745 w 472543"/>
                <a:gd name="connsiteY603" fmla="*/ 380666 h 464260"/>
                <a:gd name="connsiteX604" fmla="*/ 204822 w 472543"/>
                <a:gd name="connsiteY604" fmla="*/ 378479 h 464260"/>
                <a:gd name="connsiteX605" fmla="*/ 204822 w 472543"/>
                <a:gd name="connsiteY605" fmla="*/ 376293 h 464260"/>
                <a:gd name="connsiteX606" fmla="*/ 204822 w 472543"/>
                <a:gd name="connsiteY606" fmla="*/ 372828 h 464260"/>
                <a:gd name="connsiteX607" fmla="*/ 203072 w 472543"/>
                <a:gd name="connsiteY607" fmla="*/ 369498 h 464260"/>
                <a:gd name="connsiteX608" fmla="*/ 199235 w 472543"/>
                <a:gd name="connsiteY608" fmla="*/ 368623 h 464260"/>
                <a:gd name="connsiteX609" fmla="*/ 197855 w 472543"/>
                <a:gd name="connsiteY609" fmla="*/ 366033 h 464260"/>
                <a:gd name="connsiteX610" fmla="*/ 197855 w 472543"/>
                <a:gd name="connsiteY610" fmla="*/ 364149 h 464260"/>
                <a:gd name="connsiteX611" fmla="*/ 197283 w 472543"/>
                <a:gd name="connsiteY611" fmla="*/ 360247 h 464260"/>
                <a:gd name="connsiteX612" fmla="*/ 198158 w 472543"/>
                <a:gd name="connsiteY612" fmla="*/ 355470 h 464260"/>
                <a:gd name="connsiteX613" fmla="*/ 198730 w 472543"/>
                <a:gd name="connsiteY613" fmla="*/ 352846 h 464260"/>
                <a:gd name="connsiteX614" fmla="*/ 201187 w 472543"/>
                <a:gd name="connsiteY614" fmla="*/ 351837 h 464260"/>
                <a:gd name="connsiteX615" fmla="*/ 204822 w 472543"/>
                <a:gd name="connsiteY615" fmla="*/ 348809 h 464260"/>
                <a:gd name="connsiteX616" fmla="*/ 206403 w 472543"/>
                <a:gd name="connsiteY616" fmla="*/ 346051 h 464260"/>
                <a:gd name="connsiteX617" fmla="*/ 208860 w 472543"/>
                <a:gd name="connsiteY617" fmla="*/ 344167 h 464260"/>
                <a:gd name="connsiteX618" fmla="*/ 210880 w 472543"/>
                <a:gd name="connsiteY618" fmla="*/ 344167 h 464260"/>
                <a:gd name="connsiteX619" fmla="*/ 213067 w 472543"/>
                <a:gd name="connsiteY619" fmla="*/ 345042 h 464260"/>
                <a:gd name="connsiteX620" fmla="*/ 215961 w 472543"/>
                <a:gd name="connsiteY620" fmla="*/ 346925 h 464260"/>
                <a:gd name="connsiteX621" fmla="*/ 217274 w 472543"/>
                <a:gd name="connsiteY621" fmla="*/ 347935 h 464260"/>
                <a:gd name="connsiteX622" fmla="*/ 219596 w 472543"/>
                <a:gd name="connsiteY622" fmla="*/ 349381 h 464260"/>
                <a:gd name="connsiteX623" fmla="*/ 225250 w 472543"/>
                <a:gd name="connsiteY623" fmla="*/ 350962 h 464260"/>
                <a:gd name="connsiteX624" fmla="*/ 227404 w 472543"/>
                <a:gd name="connsiteY624" fmla="*/ 349314 h 464260"/>
                <a:gd name="connsiteX625" fmla="*/ 229188 w 472543"/>
                <a:gd name="connsiteY625" fmla="*/ 347834 h 464260"/>
                <a:gd name="connsiteX626" fmla="*/ 230500 w 472543"/>
                <a:gd name="connsiteY626" fmla="*/ 347329 h 464260"/>
                <a:gd name="connsiteX627" fmla="*/ 233058 w 472543"/>
                <a:gd name="connsiteY627" fmla="*/ 347228 h 464260"/>
                <a:gd name="connsiteX628" fmla="*/ 235111 w 472543"/>
                <a:gd name="connsiteY628" fmla="*/ 347935 h 464260"/>
                <a:gd name="connsiteX629" fmla="*/ 236457 w 472543"/>
                <a:gd name="connsiteY629" fmla="*/ 349011 h 464260"/>
                <a:gd name="connsiteX630" fmla="*/ 237130 w 472543"/>
                <a:gd name="connsiteY630" fmla="*/ 351130 h 464260"/>
                <a:gd name="connsiteX631" fmla="*/ 237803 w 472543"/>
                <a:gd name="connsiteY631" fmla="*/ 353149 h 464260"/>
                <a:gd name="connsiteX632" fmla="*/ 237803 w 472543"/>
                <a:gd name="connsiteY632" fmla="*/ 355436 h 464260"/>
                <a:gd name="connsiteX633" fmla="*/ 238409 w 472543"/>
                <a:gd name="connsiteY633" fmla="*/ 358094 h 464260"/>
                <a:gd name="connsiteX634" fmla="*/ 238072 w 472543"/>
                <a:gd name="connsiteY634" fmla="*/ 359944 h 464260"/>
                <a:gd name="connsiteX635" fmla="*/ 237837 w 472543"/>
                <a:gd name="connsiteY635" fmla="*/ 361626 h 464260"/>
                <a:gd name="connsiteX636" fmla="*/ 237837 w 472543"/>
                <a:gd name="connsiteY636" fmla="*/ 362400 h 464260"/>
                <a:gd name="connsiteX637" fmla="*/ 237197 w 472543"/>
                <a:gd name="connsiteY637" fmla="*/ 364956 h 464260"/>
                <a:gd name="connsiteX638" fmla="*/ 237534 w 472543"/>
                <a:gd name="connsiteY638" fmla="*/ 366537 h 464260"/>
                <a:gd name="connsiteX639" fmla="*/ 238173 w 472543"/>
                <a:gd name="connsiteY639" fmla="*/ 368455 h 464260"/>
                <a:gd name="connsiteX640" fmla="*/ 238880 w 472543"/>
                <a:gd name="connsiteY640" fmla="*/ 370036 h 464260"/>
                <a:gd name="connsiteX641" fmla="*/ 240395 w 472543"/>
                <a:gd name="connsiteY641" fmla="*/ 371785 h 464260"/>
                <a:gd name="connsiteX642" fmla="*/ 241539 w 472543"/>
                <a:gd name="connsiteY642" fmla="*/ 371953 h 464260"/>
                <a:gd name="connsiteX643" fmla="*/ 244366 w 472543"/>
                <a:gd name="connsiteY643" fmla="*/ 372660 h 464260"/>
                <a:gd name="connsiteX644" fmla="*/ 245678 w 472543"/>
                <a:gd name="connsiteY644" fmla="*/ 372559 h 464260"/>
                <a:gd name="connsiteX645" fmla="*/ 248169 w 472543"/>
                <a:gd name="connsiteY645" fmla="*/ 370776 h 464260"/>
                <a:gd name="connsiteX646" fmla="*/ 249212 w 472543"/>
                <a:gd name="connsiteY646" fmla="*/ 368993 h 464260"/>
                <a:gd name="connsiteX647" fmla="*/ 250996 w 472543"/>
                <a:gd name="connsiteY647" fmla="*/ 368186 h 464260"/>
                <a:gd name="connsiteX648" fmla="*/ 252914 w 472543"/>
                <a:gd name="connsiteY648" fmla="*/ 366134 h 464260"/>
                <a:gd name="connsiteX649" fmla="*/ 257996 w 472543"/>
                <a:gd name="connsiteY649" fmla="*/ 365764 h 464260"/>
                <a:gd name="connsiteX650" fmla="*/ 260318 w 472543"/>
                <a:gd name="connsiteY650" fmla="*/ 364519 h 464260"/>
                <a:gd name="connsiteX651" fmla="*/ 262270 w 472543"/>
                <a:gd name="connsiteY651" fmla="*/ 362501 h 464260"/>
                <a:gd name="connsiteX652" fmla="*/ 264727 w 472543"/>
                <a:gd name="connsiteY652" fmla="*/ 360920 h 464260"/>
                <a:gd name="connsiteX653" fmla="*/ 267857 w 472543"/>
                <a:gd name="connsiteY653" fmla="*/ 360785 h 464260"/>
                <a:gd name="connsiteX654" fmla="*/ 270616 w 472543"/>
                <a:gd name="connsiteY654" fmla="*/ 361794 h 464260"/>
                <a:gd name="connsiteX655" fmla="*/ 273948 w 472543"/>
                <a:gd name="connsiteY655" fmla="*/ 363039 h 464260"/>
                <a:gd name="connsiteX656" fmla="*/ 276405 w 472543"/>
                <a:gd name="connsiteY656" fmla="*/ 363409 h 464260"/>
                <a:gd name="connsiteX657" fmla="*/ 279737 w 472543"/>
                <a:gd name="connsiteY657" fmla="*/ 363611 h 464260"/>
                <a:gd name="connsiteX658" fmla="*/ 281992 w 472543"/>
                <a:gd name="connsiteY658" fmla="*/ 362299 h 464260"/>
                <a:gd name="connsiteX659" fmla="*/ 284246 w 472543"/>
                <a:gd name="connsiteY659" fmla="*/ 360920 h 464260"/>
                <a:gd name="connsiteX660" fmla="*/ 286198 w 472543"/>
                <a:gd name="connsiteY660" fmla="*/ 360987 h 464260"/>
                <a:gd name="connsiteX661" fmla="*/ 287949 w 472543"/>
                <a:gd name="connsiteY661" fmla="*/ 362299 h 464260"/>
                <a:gd name="connsiteX662" fmla="*/ 289396 w 472543"/>
                <a:gd name="connsiteY662" fmla="*/ 364620 h 464260"/>
                <a:gd name="connsiteX663" fmla="*/ 289833 w 472543"/>
                <a:gd name="connsiteY663" fmla="*/ 367446 h 464260"/>
                <a:gd name="connsiteX664" fmla="*/ 289833 w 472543"/>
                <a:gd name="connsiteY664" fmla="*/ 369699 h 464260"/>
                <a:gd name="connsiteX665" fmla="*/ 291617 w 472543"/>
                <a:gd name="connsiteY665" fmla="*/ 374342 h 464260"/>
                <a:gd name="connsiteX666" fmla="*/ 291785 w 472543"/>
                <a:gd name="connsiteY666" fmla="*/ 377470 h 464260"/>
                <a:gd name="connsiteX667" fmla="*/ 291785 w 472543"/>
                <a:gd name="connsiteY667" fmla="*/ 379926 h 464260"/>
                <a:gd name="connsiteX668" fmla="*/ 290540 w 472543"/>
                <a:gd name="connsiteY668" fmla="*/ 381810 h 464260"/>
                <a:gd name="connsiteX669" fmla="*/ 289429 w 472543"/>
                <a:gd name="connsiteY669" fmla="*/ 382953 h 464260"/>
                <a:gd name="connsiteX670" fmla="*/ 290809 w 472543"/>
                <a:gd name="connsiteY670" fmla="*/ 387158 h 464260"/>
                <a:gd name="connsiteX671" fmla="*/ 293434 w 472543"/>
                <a:gd name="connsiteY671" fmla="*/ 392003 h 464260"/>
                <a:gd name="connsiteX672" fmla="*/ 294814 w 472543"/>
                <a:gd name="connsiteY672" fmla="*/ 393886 h 464260"/>
                <a:gd name="connsiteX673" fmla="*/ 295756 w 472543"/>
                <a:gd name="connsiteY673" fmla="*/ 397150 h 464260"/>
                <a:gd name="connsiteX674" fmla="*/ 293737 w 472543"/>
                <a:gd name="connsiteY674" fmla="*/ 399403 h 464260"/>
                <a:gd name="connsiteX675" fmla="*/ 291550 w 472543"/>
                <a:gd name="connsiteY675" fmla="*/ 401489 h 464260"/>
                <a:gd name="connsiteX676" fmla="*/ 290877 w 472543"/>
                <a:gd name="connsiteY676" fmla="*/ 403945 h 464260"/>
                <a:gd name="connsiteX677" fmla="*/ 292021 w 472543"/>
                <a:gd name="connsiteY677" fmla="*/ 407275 h 464260"/>
                <a:gd name="connsiteX678" fmla="*/ 295723 w 472543"/>
                <a:gd name="connsiteY678" fmla="*/ 410908 h 464260"/>
                <a:gd name="connsiteX679" fmla="*/ 299795 w 472543"/>
                <a:gd name="connsiteY679" fmla="*/ 414911 h 464260"/>
                <a:gd name="connsiteX680" fmla="*/ 303867 w 472543"/>
                <a:gd name="connsiteY680" fmla="*/ 417737 h 464260"/>
                <a:gd name="connsiteX681" fmla="*/ 307502 w 472543"/>
                <a:gd name="connsiteY681" fmla="*/ 418107 h 464260"/>
                <a:gd name="connsiteX682" fmla="*/ 308882 w 472543"/>
                <a:gd name="connsiteY682" fmla="*/ 415786 h 464260"/>
                <a:gd name="connsiteX683" fmla="*/ 309689 w 472543"/>
                <a:gd name="connsiteY683" fmla="*/ 414036 h 464260"/>
                <a:gd name="connsiteX684" fmla="*/ 310699 w 472543"/>
                <a:gd name="connsiteY684" fmla="*/ 411345 h 464260"/>
                <a:gd name="connsiteX685" fmla="*/ 310699 w 472543"/>
                <a:gd name="connsiteY685" fmla="*/ 409663 h 464260"/>
                <a:gd name="connsiteX686" fmla="*/ 311069 w 472543"/>
                <a:gd name="connsiteY686" fmla="*/ 407712 h 464260"/>
                <a:gd name="connsiteX687" fmla="*/ 312213 w 472543"/>
                <a:gd name="connsiteY687" fmla="*/ 405189 h 464260"/>
                <a:gd name="connsiteX688" fmla="*/ 314031 w 472543"/>
                <a:gd name="connsiteY688" fmla="*/ 403171 h 464260"/>
                <a:gd name="connsiteX689" fmla="*/ 316622 w 472543"/>
                <a:gd name="connsiteY689" fmla="*/ 403541 h 464260"/>
                <a:gd name="connsiteX690" fmla="*/ 319584 w 472543"/>
                <a:gd name="connsiteY690" fmla="*/ 404550 h 464260"/>
                <a:gd name="connsiteX691" fmla="*/ 322848 w 472543"/>
                <a:gd name="connsiteY691" fmla="*/ 407309 h 464260"/>
                <a:gd name="connsiteX692" fmla="*/ 323050 w 472543"/>
                <a:gd name="connsiteY692" fmla="*/ 409630 h 464260"/>
                <a:gd name="connsiteX693" fmla="*/ 323050 w 472543"/>
                <a:gd name="connsiteY693" fmla="*/ 412960 h 464260"/>
                <a:gd name="connsiteX694" fmla="*/ 322343 w 472543"/>
                <a:gd name="connsiteY694" fmla="*/ 417602 h 464260"/>
                <a:gd name="connsiteX695" fmla="*/ 321603 w 472543"/>
                <a:gd name="connsiteY695" fmla="*/ 418914 h 464260"/>
                <a:gd name="connsiteX696" fmla="*/ 319853 w 472543"/>
                <a:gd name="connsiteY696" fmla="*/ 421101 h 464260"/>
                <a:gd name="connsiteX697" fmla="*/ 317968 w 472543"/>
                <a:gd name="connsiteY697" fmla="*/ 422177 h 464260"/>
                <a:gd name="connsiteX698" fmla="*/ 316656 w 472543"/>
                <a:gd name="connsiteY698" fmla="*/ 424061 h 464260"/>
                <a:gd name="connsiteX699" fmla="*/ 315714 w 472543"/>
                <a:gd name="connsiteY699" fmla="*/ 425508 h 464260"/>
                <a:gd name="connsiteX700" fmla="*/ 314872 w 472543"/>
                <a:gd name="connsiteY700" fmla="*/ 429914 h 464260"/>
                <a:gd name="connsiteX701" fmla="*/ 314098 w 472543"/>
                <a:gd name="connsiteY701" fmla="*/ 433615 h 464260"/>
                <a:gd name="connsiteX702" fmla="*/ 314435 w 472543"/>
                <a:gd name="connsiteY702" fmla="*/ 436979 h 464260"/>
                <a:gd name="connsiteX703" fmla="*/ 314098 w 472543"/>
                <a:gd name="connsiteY703" fmla="*/ 442428 h 464260"/>
                <a:gd name="connsiteX704" fmla="*/ 316488 w 472543"/>
                <a:gd name="connsiteY704" fmla="*/ 445490 h 464260"/>
                <a:gd name="connsiteX705" fmla="*/ 321704 w 472543"/>
                <a:gd name="connsiteY705" fmla="*/ 446028 h 464260"/>
                <a:gd name="connsiteX706" fmla="*/ 323017 w 472543"/>
                <a:gd name="connsiteY706" fmla="*/ 444615 h 464260"/>
                <a:gd name="connsiteX707" fmla="*/ 323017 w 472543"/>
                <a:gd name="connsiteY707" fmla="*/ 442563 h 464260"/>
                <a:gd name="connsiteX708" fmla="*/ 323017 w 472543"/>
                <a:gd name="connsiteY708" fmla="*/ 439199 h 464260"/>
                <a:gd name="connsiteX709" fmla="*/ 323050 w 472543"/>
                <a:gd name="connsiteY709" fmla="*/ 437988 h 464260"/>
                <a:gd name="connsiteX710" fmla="*/ 322142 w 472543"/>
                <a:gd name="connsiteY710" fmla="*/ 436138 h 464260"/>
                <a:gd name="connsiteX711" fmla="*/ 322041 w 472543"/>
                <a:gd name="connsiteY711" fmla="*/ 433749 h 464260"/>
                <a:gd name="connsiteX712" fmla="*/ 322377 w 472543"/>
                <a:gd name="connsiteY712" fmla="*/ 433110 h 464260"/>
                <a:gd name="connsiteX713" fmla="*/ 324430 w 472543"/>
                <a:gd name="connsiteY713" fmla="*/ 432236 h 464260"/>
                <a:gd name="connsiteX714" fmla="*/ 326281 w 472543"/>
                <a:gd name="connsiteY714" fmla="*/ 431462 h 464260"/>
                <a:gd name="connsiteX715" fmla="*/ 328570 w 472543"/>
                <a:gd name="connsiteY715" fmla="*/ 430823 h 464260"/>
                <a:gd name="connsiteX716" fmla="*/ 331195 w 472543"/>
                <a:gd name="connsiteY716" fmla="*/ 433110 h 464260"/>
                <a:gd name="connsiteX717" fmla="*/ 332507 w 472543"/>
                <a:gd name="connsiteY717" fmla="*/ 435297 h 464260"/>
                <a:gd name="connsiteX718" fmla="*/ 333147 w 472543"/>
                <a:gd name="connsiteY718" fmla="*/ 437349 h 464260"/>
                <a:gd name="connsiteX719" fmla="*/ 333147 w 472543"/>
                <a:gd name="connsiteY719" fmla="*/ 439401 h 464260"/>
                <a:gd name="connsiteX720" fmla="*/ 333147 w 472543"/>
                <a:gd name="connsiteY720" fmla="*/ 444615 h 464260"/>
                <a:gd name="connsiteX721" fmla="*/ 333248 w 472543"/>
                <a:gd name="connsiteY721" fmla="*/ 447441 h 464260"/>
                <a:gd name="connsiteX722" fmla="*/ 332844 w 472543"/>
                <a:gd name="connsiteY722" fmla="*/ 451040 h 464260"/>
                <a:gd name="connsiteX723" fmla="*/ 331733 w 472543"/>
                <a:gd name="connsiteY723" fmla="*/ 454303 h 464260"/>
                <a:gd name="connsiteX724" fmla="*/ 331733 w 472543"/>
                <a:gd name="connsiteY724" fmla="*/ 458205 h 464260"/>
                <a:gd name="connsiteX725" fmla="*/ 333281 w 472543"/>
                <a:gd name="connsiteY725" fmla="*/ 459955 h 464260"/>
                <a:gd name="connsiteX726" fmla="*/ 334998 w 472543"/>
                <a:gd name="connsiteY726" fmla="*/ 460493 h 464260"/>
                <a:gd name="connsiteX727" fmla="*/ 338195 w 472543"/>
                <a:gd name="connsiteY727" fmla="*/ 458407 h 46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Lst>
              <a:rect l="l" t="t" r="r" b="b"/>
              <a:pathLst>
                <a:path w="472543" h="464260">
                  <a:moveTo>
                    <a:pt x="338195" y="458407"/>
                  </a:moveTo>
                  <a:cubicBezTo>
                    <a:pt x="338632" y="457432"/>
                    <a:pt x="338969" y="456355"/>
                    <a:pt x="339272" y="456221"/>
                  </a:cubicBezTo>
                  <a:cubicBezTo>
                    <a:pt x="339608" y="456120"/>
                    <a:pt x="340349" y="455582"/>
                    <a:pt x="340349" y="455582"/>
                  </a:cubicBezTo>
                  <a:lnTo>
                    <a:pt x="342974" y="456994"/>
                  </a:lnTo>
                  <a:lnTo>
                    <a:pt x="346137" y="460796"/>
                  </a:lnTo>
                  <a:lnTo>
                    <a:pt x="350277" y="463823"/>
                  </a:lnTo>
                  <a:lnTo>
                    <a:pt x="353003" y="464260"/>
                  </a:lnTo>
                  <a:lnTo>
                    <a:pt x="357142" y="464260"/>
                  </a:lnTo>
                  <a:lnTo>
                    <a:pt x="358892" y="461536"/>
                  </a:lnTo>
                  <a:lnTo>
                    <a:pt x="360407" y="461872"/>
                  </a:lnTo>
                  <a:lnTo>
                    <a:pt x="362695" y="463083"/>
                  </a:lnTo>
                  <a:cubicBezTo>
                    <a:pt x="362695" y="463083"/>
                    <a:pt x="364210" y="463184"/>
                    <a:pt x="364647" y="463184"/>
                  </a:cubicBezTo>
                  <a:cubicBezTo>
                    <a:pt x="365085" y="463184"/>
                    <a:pt x="365960" y="463184"/>
                    <a:pt x="366162" y="462848"/>
                  </a:cubicBezTo>
                  <a:cubicBezTo>
                    <a:pt x="366364" y="462511"/>
                    <a:pt x="367138" y="461435"/>
                    <a:pt x="367239" y="460997"/>
                  </a:cubicBezTo>
                  <a:cubicBezTo>
                    <a:pt x="367340" y="460560"/>
                    <a:pt x="367138" y="458407"/>
                    <a:pt x="367239" y="457970"/>
                  </a:cubicBezTo>
                  <a:cubicBezTo>
                    <a:pt x="367340" y="457533"/>
                    <a:pt x="367272" y="456019"/>
                    <a:pt x="367272" y="456019"/>
                  </a:cubicBezTo>
                  <a:cubicBezTo>
                    <a:pt x="367272" y="456019"/>
                    <a:pt x="368215" y="453866"/>
                    <a:pt x="368450" y="453529"/>
                  </a:cubicBezTo>
                  <a:cubicBezTo>
                    <a:pt x="368652" y="453193"/>
                    <a:pt x="369527" y="451780"/>
                    <a:pt x="369527" y="451780"/>
                  </a:cubicBezTo>
                  <a:cubicBezTo>
                    <a:pt x="369527" y="451780"/>
                    <a:pt x="370301" y="450805"/>
                    <a:pt x="370301" y="450468"/>
                  </a:cubicBezTo>
                  <a:cubicBezTo>
                    <a:pt x="370301" y="450132"/>
                    <a:pt x="371176" y="447642"/>
                    <a:pt x="371176" y="447642"/>
                  </a:cubicBezTo>
                  <a:cubicBezTo>
                    <a:pt x="371176" y="447642"/>
                    <a:pt x="371075" y="446566"/>
                    <a:pt x="371176" y="445893"/>
                  </a:cubicBezTo>
                  <a:cubicBezTo>
                    <a:pt x="371277" y="445254"/>
                    <a:pt x="371075" y="444682"/>
                    <a:pt x="371176" y="444144"/>
                  </a:cubicBezTo>
                  <a:cubicBezTo>
                    <a:pt x="371277" y="443606"/>
                    <a:pt x="371210" y="441756"/>
                    <a:pt x="371210" y="441756"/>
                  </a:cubicBezTo>
                  <a:lnTo>
                    <a:pt x="371715" y="439031"/>
                  </a:lnTo>
                  <a:cubicBezTo>
                    <a:pt x="371715" y="439031"/>
                    <a:pt x="372691" y="437820"/>
                    <a:pt x="373128" y="437080"/>
                  </a:cubicBezTo>
                  <a:cubicBezTo>
                    <a:pt x="373566" y="436306"/>
                    <a:pt x="374979" y="434254"/>
                    <a:pt x="374979" y="434254"/>
                  </a:cubicBezTo>
                  <a:lnTo>
                    <a:pt x="376931" y="432942"/>
                  </a:lnTo>
                  <a:lnTo>
                    <a:pt x="379758" y="432942"/>
                  </a:lnTo>
                  <a:lnTo>
                    <a:pt x="380835" y="431630"/>
                  </a:lnTo>
                  <a:lnTo>
                    <a:pt x="383595" y="431933"/>
                  </a:lnTo>
                  <a:cubicBezTo>
                    <a:pt x="383629" y="432067"/>
                    <a:pt x="383629" y="432202"/>
                    <a:pt x="383662" y="432336"/>
                  </a:cubicBezTo>
                  <a:cubicBezTo>
                    <a:pt x="383561" y="431832"/>
                    <a:pt x="383527" y="431495"/>
                    <a:pt x="383527" y="431495"/>
                  </a:cubicBezTo>
                  <a:lnTo>
                    <a:pt x="384100" y="427728"/>
                  </a:lnTo>
                  <a:cubicBezTo>
                    <a:pt x="384100" y="427728"/>
                    <a:pt x="384975" y="426584"/>
                    <a:pt x="385244" y="425407"/>
                  </a:cubicBezTo>
                  <a:cubicBezTo>
                    <a:pt x="385547" y="424229"/>
                    <a:pt x="385412" y="423086"/>
                    <a:pt x="385681" y="421942"/>
                  </a:cubicBezTo>
                  <a:cubicBezTo>
                    <a:pt x="385951" y="420798"/>
                    <a:pt x="385816" y="418477"/>
                    <a:pt x="385816" y="418477"/>
                  </a:cubicBezTo>
                  <a:lnTo>
                    <a:pt x="385816" y="416459"/>
                  </a:lnTo>
                  <a:cubicBezTo>
                    <a:pt x="385816" y="416459"/>
                    <a:pt x="384672" y="416761"/>
                    <a:pt x="383191" y="416459"/>
                  </a:cubicBezTo>
                  <a:cubicBezTo>
                    <a:pt x="381710" y="416156"/>
                    <a:pt x="379422" y="415012"/>
                    <a:pt x="379422" y="415012"/>
                  </a:cubicBezTo>
                  <a:cubicBezTo>
                    <a:pt x="379422" y="415012"/>
                    <a:pt x="377100" y="412994"/>
                    <a:pt x="377100" y="412119"/>
                  </a:cubicBezTo>
                  <a:cubicBezTo>
                    <a:pt x="377100" y="411245"/>
                    <a:pt x="377100" y="409495"/>
                    <a:pt x="377100" y="409495"/>
                  </a:cubicBezTo>
                  <a:cubicBezTo>
                    <a:pt x="377100" y="409495"/>
                    <a:pt x="379994" y="409192"/>
                    <a:pt x="380566" y="408049"/>
                  </a:cubicBezTo>
                  <a:cubicBezTo>
                    <a:pt x="381138" y="406871"/>
                    <a:pt x="382013" y="406602"/>
                    <a:pt x="382888" y="405728"/>
                  </a:cubicBezTo>
                  <a:cubicBezTo>
                    <a:pt x="383763" y="404853"/>
                    <a:pt x="385513" y="403709"/>
                    <a:pt x="385513" y="403709"/>
                  </a:cubicBezTo>
                  <a:lnTo>
                    <a:pt x="386085" y="400816"/>
                  </a:lnTo>
                  <a:lnTo>
                    <a:pt x="386388" y="396477"/>
                  </a:lnTo>
                  <a:lnTo>
                    <a:pt x="384369" y="395333"/>
                  </a:lnTo>
                  <a:lnTo>
                    <a:pt x="381172" y="392440"/>
                  </a:lnTo>
                  <a:lnTo>
                    <a:pt x="380600" y="389244"/>
                  </a:lnTo>
                  <a:lnTo>
                    <a:pt x="380600" y="385174"/>
                  </a:lnTo>
                  <a:lnTo>
                    <a:pt x="381172" y="382584"/>
                  </a:lnTo>
                  <a:cubicBezTo>
                    <a:pt x="381172" y="382584"/>
                    <a:pt x="382619" y="379960"/>
                    <a:pt x="383763" y="377941"/>
                  </a:cubicBezTo>
                  <a:cubicBezTo>
                    <a:pt x="384907" y="375923"/>
                    <a:pt x="387532" y="372424"/>
                    <a:pt x="387532" y="372424"/>
                  </a:cubicBezTo>
                  <a:lnTo>
                    <a:pt x="386960" y="365764"/>
                  </a:lnTo>
                  <a:lnTo>
                    <a:pt x="383460" y="361693"/>
                  </a:lnTo>
                  <a:lnTo>
                    <a:pt x="382114" y="356984"/>
                  </a:lnTo>
                  <a:lnTo>
                    <a:pt x="380768" y="356647"/>
                  </a:lnTo>
                  <a:lnTo>
                    <a:pt x="374643" y="353956"/>
                  </a:lnTo>
                  <a:lnTo>
                    <a:pt x="368248" y="351097"/>
                  </a:lnTo>
                  <a:cubicBezTo>
                    <a:pt x="368248" y="351097"/>
                    <a:pt x="366633" y="347363"/>
                    <a:pt x="366633" y="346488"/>
                  </a:cubicBezTo>
                  <a:cubicBezTo>
                    <a:pt x="366633" y="345614"/>
                    <a:pt x="366633" y="341711"/>
                    <a:pt x="366633" y="341711"/>
                  </a:cubicBezTo>
                  <a:cubicBezTo>
                    <a:pt x="366633" y="341711"/>
                    <a:pt x="370099" y="340837"/>
                    <a:pt x="370335" y="340197"/>
                  </a:cubicBezTo>
                  <a:cubicBezTo>
                    <a:pt x="370537" y="339558"/>
                    <a:pt x="368383" y="333907"/>
                    <a:pt x="368383" y="333907"/>
                  </a:cubicBezTo>
                  <a:cubicBezTo>
                    <a:pt x="368383" y="333907"/>
                    <a:pt x="367945" y="330879"/>
                    <a:pt x="366633" y="329567"/>
                  </a:cubicBezTo>
                  <a:cubicBezTo>
                    <a:pt x="365320" y="328255"/>
                    <a:pt x="361181" y="328491"/>
                    <a:pt x="361181" y="328491"/>
                  </a:cubicBezTo>
                  <a:lnTo>
                    <a:pt x="353777" y="333705"/>
                  </a:lnTo>
                  <a:lnTo>
                    <a:pt x="349200" y="331115"/>
                  </a:lnTo>
                  <a:cubicBezTo>
                    <a:pt x="349200" y="331115"/>
                    <a:pt x="347349" y="326977"/>
                    <a:pt x="347786" y="326338"/>
                  </a:cubicBezTo>
                  <a:cubicBezTo>
                    <a:pt x="348224" y="325699"/>
                    <a:pt x="349200" y="324589"/>
                    <a:pt x="349200" y="324589"/>
                  </a:cubicBezTo>
                  <a:lnTo>
                    <a:pt x="349200" y="322839"/>
                  </a:lnTo>
                  <a:lnTo>
                    <a:pt x="343983" y="318500"/>
                  </a:lnTo>
                  <a:lnTo>
                    <a:pt x="343983" y="315674"/>
                  </a:lnTo>
                  <a:lnTo>
                    <a:pt x="345296" y="310023"/>
                  </a:lnTo>
                  <a:lnTo>
                    <a:pt x="345935" y="305885"/>
                  </a:lnTo>
                  <a:lnTo>
                    <a:pt x="343983" y="302185"/>
                  </a:lnTo>
                  <a:lnTo>
                    <a:pt x="337017" y="296533"/>
                  </a:lnTo>
                  <a:cubicBezTo>
                    <a:pt x="337017" y="296533"/>
                    <a:pt x="329411" y="291756"/>
                    <a:pt x="328536" y="291521"/>
                  </a:cubicBezTo>
                  <a:cubicBezTo>
                    <a:pt x="327661" y="291319"/>
                    <a:pt x="323084" y="289133"/>
                    <a:pt x="323084" y="289133"/>
                  </a:cubicBezTo>
                  <a:lnTo>
                    <a:pt x="323084" y="282606"/>
                  </a:lnTo>
                  <a:lnTo>
                    <a:pt x="321771" y="277830"/>
                  </a:lnTo>
                  <a:lnTo>
                    <a:pt x="318608" y="275677"/>
                  </a:lnTo>
                  <a:lnTo>
                    <a:pt x="314367" y="277426"/>
                  </a:lnTo>
                  <a:lnTo>
                    <a:pt x="314367" y="282640"/>
                  </a:lnTo>
                  <a:cubicBezTo>
                    <a:pt x="314367" y="282640"/>
                    <a:pt x="312415" y="283515"/>
                    <a:pt x="312180" y="284154"/>
                  </a:cubicBezTo>
                  <a:cubicBezTo>
                    <a:pt x="311978" y="284793"/>
                    <a:pt x="310430" y="285230"/>
                    <a:pt x="309992" y="285903"/>
                  </a:cubicBezTo>
                  <a:cubicBezTo>
                    <a:pt x="309555" y="286542"/>
                    <a:pt x="303261" y="286980"/>
                    <a:pt x="303261" y="286980"/>
                  </a:cubicBezTo>
                  <a:lnTo>
                    <a:pt x="299795" y="283077"/>
                  </a:lnTo>
                  <a:lnTo>
                    <a:pt x="296530" y="277426"/>
                  </a:lnTo>
                  <a:cubicBezTo>
                    <a:pt x="296530" y="277426"/>
                    <a:pt x="296732" y="271976"/>
                    <a:pt x="296530" y="272212"/>
                  </a:cubicBezTo>
                  <a:cubicBezTo>
                    <a:pt x="296295" y="272414"/>
                    <a:pt x="298920" y="269823"/>
                    <a:pt x="298920" y="269823"/>
                  </a:cubicBezTo>
                  <a:cubicBezTo>
                    <a:pt x="298920" y="269823"/>
                    <a:pt x="301983" y="267637"/>
                    <a:pt x="303497" y="267637"/>
                  </a:cubicBezTo>
                  <a:cubicBezTo>
                    <a:pt x="305011" y="267637"/>
                    <a:pt x="309151" y="271102"/>
                    <a:pt x="309151" y="271102"/>
                  </a:cubicBezTo>
                  <a:lnTo>
                    <a:pt x="312617" y="270900"/>
                  </a:lnTo>
                  <a:lnTo>
                    <a:pt x="312180" y="263297"/>
                  </a:lnTo>
                  <a:cubicBezTo>
                    <a:pt x="312180" y="263297"/>
                    <a:pt x="311978" y="260707"/>
                    <a:pt x="312382" y="260034"/>
                  </a:cubicBezTo>
                  <a:cubicBezTo>
                    <a:pt x="312819" y="259395"/>
                    <a:pt x="315646" y="257410"/>
                    <a:pt x="315646" y="257410"/>
                  </a:cubicBezTo>
                  <a:cubicBezTo>
                    <a:pt x="315646" y="257410"/>
                    <a:pt x="311305" y="254147"/>
                    <a:pt x="309555" y="254585"/>
                  </a:cubicBezTo>
                  <a:cubicBezTo>
                    <a:pt x="307805" y="255022"/>
                    <a:pt x="304776" y="252398"/>
                    <a:pt x="304776" y="252398"/>
                  </a:cubicBezTo>
                  <a:cubicBezTo>
                    <a:pt x="304776" y="252398"/>
                    <a:pt x="305213" y="249774"/>
                    <a:pt x="305853" y="249370"/>
                  </a:cubicBezTo>
                  <a:cubicBezTo>
                    <a:pt x="306492" y="248933"/>
                    <a:pt x="311069" y="246545"/>
                    <a:pt x="311069" y="246545"/>
                  </a:cubicBezTo>
                  <a:lnTo>
                    <a:pt x="313459" y="245468"/>
                  </a:lnTo>
                  <a:cubicBezTo>
                    <a:pt x="313459" y="245468"/>
                    <a:pt x="314536" y="240893"/>
                    <a:pt x="313896" y="240052"/>
                  </a:cubicBezTo>
                  <a:cubicBezTo>
                    <a:pt x="313257" y="239178"/>
                    <a:pt x="312146" y="233964"/>
                    <a:pt x="312146" y="233964"/>
                  </a:cubicBezTo>
                  <a:lnTo>
                    <a:pt x="311271" y="226798"/>
                  </a:lnTo>
                  <a:lnTo>
                    <a:pt x="308444" y="223098"/>
                  </a:lnTo>
                  <a:lnTo>
                    <a:pt x="302555" y="219633"/>
                  </a:lnTo>
                  <a:lnTo>
                    <a:pt x="300165" y="212232"/>
                  </a:lnTo>
                  <a:lnTo>
                    <a:pt x="298853" y="206581"/>
                  </a:lnTo>
                  <a:lnTo>
                    <a:pt x="299963" y="201804"/>
                  </a:lnTo>
                  <a:lnTo>
                    <a:pt x="301478" y="200055"/>
                  </a:lnTo>
                  <a:lnTo>
                    <a:pt x="304742" y="200055"/>
                  </a:lnTo>
                  <a:lnTo>
                    <a:pt x="308209" y="200055"/>
                  </a:lnTo>
                  <a:lnTo>
                    <a:pt x="309959" y="200055"/>
                  </a:lnTo>
                  <a:cubicBezTo>
                    <a:pt x="309959" y="200055"/>
                    <a:pt x="312786" y="199416"/>
                    <a:pt x="313661" y="200055"/>
                  </a:cubicBezTo>
                  <a:cubicBezTo>
                    <a:pt x="314536" y="200694"/>
                    <a:pt x="321065" y="201199"/>
                    <a:pt x="321065" y="199752"/>
                  </a:cubicBezTo>
                  <a:cubicBezTo>
                    <a:pt x="321065" y="198305"/>
                    <a:pt x="320863" y="195244"/>
                    <a:pt x="320863" y="195244"/>
                  </a:cubicBezTo>
                  <a:lnTo>
                    <a:pt x="321300" y="191779"/>
                  </a:lnTo>
                  <a:lnTo>
                    <a:pt x="321300" y="188752"/>
                  </a:lnTo>
                  <a:lnTo>
                    <a:pt x="323892" y="184412"/>
                  </a:lnTo>
                  <a:lnTo>
                    <a:pt x="325642" y="184412"/>
                  </a:lnTo>
                  <a:lnTo>
                    <a:pt x="331060" y="189189"/>
                  </a:lnTo>
                  <a:lnTo>
                    <a:pt x="336950" y="195715"/>
                  </a:lnTo>
                  <a:lnTo>
                    <a:pt x="339777" y="199853"/>
                  </a:lnTo>
                  <a:cubicBezTo>
                    <a:pt x="339777" y="199853"/>
                    <a:pt x="342402" y="199853"/>
                    <a:pt x="342839" y="199214"/>
                  </a:cubicBezTo>
                  <a:cubicBezTo>
                    <a:pt x="343277" y="198575"/>
                    <a:pt x="344556" y="196590"/>
                    <a:pt x="344556" y="196590"/>
                  </a:cubicBezTo>
                  <a:lnTo>
                    <a:pt x="345632" y="195076"/>
                  </a:lnTo>
                  <a:lnTo>
                    <a:pt x="346070" y="193125"/>
                  </a:lnTo>
                  <a:cubicBezTo>
                    <a:pt x="346070" y="193125"/>
                    <a:pt x="346507" y="190938"/>
                    <a:pt x="347147" y="190938"/>
                  </a:cubicBezTo>
                  <a:cubicBezTo>
                    <a:pt x="347786" y="190938"/>
                    <a:pt x="349974" y="189627"/>
                    <a:pt x="349974" y="189627"/>
                  </a:cubicBezTo>
                  <a:lnTo>
                    <a:pt x="353238" y="187675"/>
                  </a:lnTo>
                  <a:lnTo>
                    <a:pt x="354753" y="185724"/>
                  </a:lnTo>
                  <a:lnTo>
                    <a:pt x="355830" y="184412"/>
                  </a:lnTo>
                  <a:lnTo>
                    <a:pt x="360407" y="184412"/>
                  </a:lnTo>
                  <a:lnTo>
                    <a:pt x="364546" y="185724"/>
                  </a:lnTo>
                  <a:lnTo>
                    <a:pt x="368686" y="187036"/>
                  </a:lnTo>
                  <a:lnTo>
                    <a:pt x="371277" y="190064"/>
                  </a:lnTo>
                  <a:lnTo>
                    <a:pt x="374340" y="195715"/>
                  </a:lnTo>
                  <a:lnTo>
                    <a:pt x="377806" y="195480"/>
                  </a:lnTo>
                  <a:cubicBezTo>
                    <a:pt x="377806" y="195480"/>
                    <a:pt x="380128" y="194403"/>
                    <a:pt x="380903" y="193731"/>
                  </a:cubicBezTo>
                  <a:cubicBezTo>
                    <a:pt x="381710" y="193091"/>
                    <a:pt x="384201" y="190030"/>
                    <a:pt x="384201" y="190030"/>
                  </a:cubicBezTo>
                  <a:lnTo>
                    <a:pt x="385614" y="187406"/>
                  </a:lnTo>
                  <a:lnTo>
                    <a:pt x="385614" y="185220"/>
                  </a:lnTo>
                  <a:lnTo>
                    <a:pt x="388778" y="186094"/>
                  </a:lnTo>
                  <a:lnTo>
                    <a:pt x="392581" y="188718"/>
                  </a:lnTo>
                  <a:lnTo>
                    <a:pt x="392581" y="192183"/>
                  </a:lnTo>
                  <a:lnTo>
                    <a:pt x="392581" y="195648"/>
                  </a:lnTo>
                  <a:lnTo>
                    <a:pt x="392581" y="200862"/>
                  </a:lnTo>
                  <a:lnTo>
                    <a:pt x="392581" y="207826"/>
                  </a:lnTo>
                  <a:cubicBezTo>
                    <a:pt x="392581" y="207826"/>
                    <a:pt x="392782" y="210416"/>
                    <a:pt x="393658" y="210416"/>
                  </a:cubicBezTo>
                  <a:cubicBezTo>
                    <a:pt x="394533" y="210416"/>
                    <a:pt x="397797" y="206951"/>
                    <a:pt x="397797" y="206951"/>
                  </a:cubicBezTo>
                  <a:lnTo>
                    <a:pt x="399547" y="201098"/>
                  </a:lnTo>
                  <a:lnTo>
                    <a:pt x="399547" y="195682"/>
                  </a:lnTo>
                  <a:lnTo>
                    <a:pt x="399547" y="190468"/>
                  </a:lnTo>
                  <a:cubicBezTo>
                    <a:pt x="399547" y="190468"/>
                    <a:pt x="401937" y="187642"/>
                    <a:pt x="402812" y="187204"/>
                  </a:cubicBezTo>
                  <a:cubicBezTo>
                    <a:pt x="403687" y="186767"/>
                    <a:pt x="406716" y="184379"/>
                    <a:pt x="406716" y="184379"/>
                  </a:cubicBezTo>
                  <a:lnTo>
                    <a:pt x="409745" y="181755"/>
                  </a:lnTo>
                  <a:lnTo>
                    <a:pt x="414759" y="180006"/>
                  </a:lnTo>
                  <a:lnTo>
                    <a:pt x="416072" y="178256"/>
                  </a:lnTo>
                  <a:lnTo>
                    <a:pt x="418023" y="174791"/>
                  </a:lnTo>
                  <a:cubicBezTo>
                    <a:pt x="418023" y="174791"/>
                    <a:pt x="418898" y="173278"/>
                    <a:pt x="419100" y="172605"/>
                  </a:cubicBezTo>
                  <a:cubicBezTo>
                    <a:pt x="419336" y="171966"/>
                    <a:pt x="421726" y="168265"/>
                    <a:pt x="421726" y="168265"/>
                  </a:cubicBezTo>
                  <a:lnTo>
                    <a:pt x="424552" y="164128"/>
                  </a:lnTo>
                  <a:lnTo>
                    <a:pt x="427581" y="161504"/>
                  </a:lnTo>
                  <a:cubicBezTo>
                    <a:pt x="427581" y="161504"/>
                    <a:pt x="430644" y="158779"/>
                    <a:pt x="431485" y="158342"/>
                  </a:cubicBezTo>
                  <a:cubicBezTo>
                    <a:pt x="432360" y="157904"/>
                    <a:pt x="438889" y="156491"/>
                    <a:pt x="438889" y="156491"/>
                  </a:cubicBezTo>
                  <a:lnTo>
                    <a:pt x="445620" y="156491"/>
                  </a:lnTo>
                  <a:lnTo>
                    <a:pt x="450837" y="156491"/>
                  </a:lnTo>
                  <a:lnTo>
                    <a:pt x="454741" y="154742"/>
                  </a:lnTo>
                  <a:lnTo>
                    <a:pt x="456928" y="154742"/>
                  </a:lnTo>
                  <a:lnTo>
                    <a:pt x="456928" y="157332"/>
                  </a:lnTo>
                  <a:lnTo>
                    <a:pt x="458645" y="161470"/>
                  </a:lnTo>
                  <a:lnTo>
                    <a:pt x="458645" y="164296"/>
                  </a:lnTo>
                  <a:lnTo>
                    <a:pt x="462111" y="165171"/>
                  </a:lnTo>
                  <a:lnTo>
                    <a:pt x="465914" y="164094"/>
                  </a:lnTo>
                  <a:lnTo>
                    <a:pt x="469078" y="160192"/>
                  </a:lnTo>
                  <a:lnTo>
                    <a:pt x="469078" y="157366"/>
                  </a:lnTo>
                  <a:lnTo>
                    <a:pt x="471703" y="151715"/>
                  </a:lnTo>
                  <a:cubicBezTo>
                    <a:pt x="471703" y="151715"/>
                    <a:pt x="471938" y="148014"/>
                    <a:pt x="471703" y="146938"/>
                  </a:cubicBezTo>
                  <a:cubicBezTo>
                    <a:pt x="471467" y="145861"/>
                    <a:pt x="471703" y="141286"/>
                    <a:pt x="470390" y="140647"/>
                  </a:cubicBezTo>
                  <a:cubicBezTo>
                    <a:pt x="469078" y="140008"/>
                    <a:pt x="468640" y="133919"/>
                    <a:pt x="468640" y="133919"/>
                  </a:cubicBezTo>
                  <a:lnTo>
                    <a:pt x="467765" y="131094"/>
                  </a:lnTo>
                  <a:lnTo>
                    <a:pt x="469010" y="128470"/>
                  </a:lnTo>
                  <a:lnTo>
                    <a:pt x="472544" y="126720"/>
                  </a:lnTo>
                  <a:lnTo>
                    <a:pt x="472544" y="124332"/>
                  </a:lnTo>
                  <a:lnTo>
                    <a:pt x="472544" y="122583"/>
                  </a:lnTo>
                  <a:lnTo>
                    <a:pt x="470356" y="117369"/>
                  </a:lnTo>
                  <a:lnTo>
                    <a:pt x="469044" y="113668"/>
                  </a:lnTo>
                  <a:lnTo>
                    <a:pt x="469044" y="110405"/>
                  </a:lnTo>
                  <a:cubicBezTo>
                    <a:pt x="469044" y="110405"/>
                    <a:pt x="470558" y="105393"/>
                    <a:pt x="470121" y="104754"/>
                  </a:cubicBezTo>
                  <a:cubicBezTo>
                    <a:pt x="469683" y="104115"/>
                    <a:pt x="466419" y="99741"/>
                    <a:pt x="466419" y="99741"/>
                  </a:cubicBezTo>
                  <a:lnTo>
                    <a:pt x="464231" y="97555"/>
                  </a:lnTo>
                  <a:lnTo>
                    <a:pt x="461842" y="95806"/>
                  </a:lnTo>
                  <a:cubicBezTo>
                    <a:pt x="461842" y="95806"/>
                    <a:pt x="456827" y="93215"/>
                    <a:pt x="455548" y="92980"/>
                  </a:cubicBezTo>
                  <a:cubicBezTo>
                    <a:pt x="454236" y="92778"/>
                    <a:pt x="450971" y="90390"/>
                    <a:pt x="450971" y="90390"/>
                  </a:cubicBezTo>
                  <a:lnTo>
                    <a:pt x="445553" y="85075"/>
                  </a:lnTo>
                  <a:lnTo>
                    <a:pt x="444240" y="81711"/>
                  </a:lnTo>
                  <a:lnTo>
                    <a:pt x="442053" y="81711"/>
                  </a:lnTo>
                  <a:lnTo>
                    <a:pt x="431620" y="81711"/>
                  </a:lnTo>
                  <a:lnTo>
                    <a:pt x="426841" y="80634"/>
                  </a:lnTo>
                  <a:cubicBezTo>
                    <a:pt x="426841" y="80634"/>
                    <a:pt x="428153" y="76496"/>
                    <a:pt x="428793" y="74983"/>
                  </a:cubicBezTo>
                  <a:cubicBezTo>
                    <a:pt x="429466" y="73469"/>
                    <a:pt x="431620" y="69970"/>
                    <a:pt x="431620" y="69970"/>
                  </a:cubicBezTo>
                  <a:cubicBezTo>
                    <a:pt x="431620" y="69970"/>
                    <a:pt x="429870" y="66068"/>
                    <a:pt x="429029" y="66068"/>
                  </a:cubicBezTo>
                  <a:cubicBezTo>
                    <a:pt x="428153" y="66068"/>
                    <a:pt x="424889" y="64319"/>
                    <a:pt x="424889" y="64319"/>
                  </a:cubicBezTo>
                  <a:lnTo>
                    <a:pt x="421490" y="61291"/>
                  </a:lnTo>
                  <a:lnTo>
                    <a:pt x="415971" y="60854"/>
                  </a:lnTo>
                  <a:lnTo>
                    <a:pt x="412504" y="60854"/>
                  </a:lnTo>
                  <a:lnTo>
                    <a:pt x="406413" y="60854"/>
                  </a:lnTo>
                  <a:lnTo>
                    <a:pt x="399884" y="61493"/>
                  </a:lnTo>
                  <a:lnTo>
                    <a:pt x="396821" y="62570"/>
                  </a:lnTo>
                  <a:lnTo>
                    <a:pt x="389720" y="62570"/>
                  </a:lnTo>
                  <a:lnTo>
                    <a:pt x="386085" y="58365"/>
                  </a:lnTo>
                  <a:lnTo>
                    <a:pt x="384201" y="54732"/>
                  </a:lnTo>
                  <a:cubicBezTo>
                    <a:pt x="384201" y="54732"/>
                    <a:pt x="380297" y="51973"/>
                    <a:pt x="379253" y="50527"/>
                  </a:cubicBezTo>
                  <a:cubicBezTo>
                    <a:pt x="378244" y="49080"/>
                    <a:pt x="377369" y="47062"/>
                    <a:pt x="377369" y="47062"/>
                  </a:cubicBezTo>
                  <a:lnTo>
                    <a:pt x="376494" y="44303"/>
                  </a:lnTo>
                  <a:lnTo>
                    <a:pt x="373027" y="41545"/>
                  </a:lnTo>
                  <a:lnTo>
                    <a:pt x="371715" y="40233"/>
                  </a:lnTo>
                  <a:cubicBezTo>
                    <a:pt x="371715" y="40233"/>
                    <a:pt x="369393" y="37643"/>
                    <a:pt x="368686" y="36768"/>
                  </a:cubicBezTo>
                  <a:cubicBezTo>
                    <a:pt x="367979" y="35893"/>
                    <a:pt x="367239" y="35759"/>
                    <a:pt x="366667" y="35624"/>
                  </a:cubicBezTo>
                  <a:cubicBezTo>
                    <a:pt x="366094" y="35490"/>
                    <a:pt x="364647" y="33303"/>
                    <a:pt x="364647" y="33303"/>
                  </a:cubicBezTo>
                  <a:lnTo>
                    <a:pt x="363772" y="31554"/>
                  </a:lnTo>
                  <a:cubicBezTo>
                    <a:pt x="363772" y="31554"/>
                    <a:pt x="361753" y="30982"/>
                    <a:pt x="361181" y="30982"/>
                  </a:cubicBezTo>
                  <a:cubicBezTo>
                    <a:pt x="360609" y="30982"/>
                    <a:pt x="359296" y="30847"/>
                    <a:pt x="357714" y="30847"/>
                  </a:cubicBezTo>
                  <a:cubicBezTo>
                    <a:pt x="356099" y="30847"/>
                    <a:pt x="354820" y="30713"/>
                    <a:pt x="354820" y="30713"/>
                  </a:cubicBezTo>
                  <a:lnTo>
                    <a:pt x="351354" y="28964"/>
                  </a:lnTo>
                  <a:lnTo>
                    <a:pt x="349469" y="26945"/>
                  </a:lnTo>
                  <a:lnTo>
                    <a:pt x="346137" y="24624"/>
                  </a:lnTo>
                  <a:lnTo>
                    <a:pt x="339777" y="20722"/>
                  </a:lnTo>
                  <a:lnTo>
                    <a:pt x="336748" y="18535"/>
                  </a:lnTo>
                  <a:lnTo>
                    <a:pt x="333719" y="15070"/>
                  </a:lnTo>
                  <a:lnTo>
                    <a:pt x="327055" y="11740"/>
                  </a:lnTo>
                  <a:cubicBezTo>
                    <a:pt x="327055" y="11740"/>
                    <a:pt x="321973" y="8982"/>
                    <a:pt x="321536" y="8713"/>
                  </a:cubicBezTo>
                  <a:cubicBezTo>
                    <a:pt x="321098" y="8410"/>
                    <a:pt x="318069" y="5954"/>
                    <a:pt x="318069" y="5954"/>
                  </a:cubicBezTo>
                  <a:cubicBezTo>
                    <a:pt x="318069" y="5954"/>
                    <a:pt x="315916" y="3196"/>
                    <a:pt x="316117" y="2758"/>
                  </a:cubicBezTo>
                  <a:cubicBezTo>
                    <a:pt x="316319" y="2321"/>
                    <a:pt x="313425" y="0"/>
                    <a:pt x="313425" y="0"/>
                  </a:cubicBezTo>
                  <a:lnTo>
                    <a:pt x="311675" y="0"/>
                  </a:lnTo>
                  <a:lnTo>
                    <a:pt x="306459" y="0"/>
                  </a:lnTo>
                  <a:lnTo>
                    <a:pt x="304709" y="1682"/>
                  </a:lnTo>
                  <a:lnTo>
                    <a:pt x="302386" y="4070"/>
                  </a:lnTo>
                  <a:lnTo>
                    <a:pt x="301949" y="5954"/>
                  </a:lnTo>
                  <a:lnTo>
                    <a:pt x="301646" y="7703"/>
                  </a:lnTo>
                  <a:cubicBezTo>
                    <a:pt x="301646" y="7703"/>
                    <a:pt x="301074" y="9284"/>
                    <a:pt x="301074" y="9722"/>
                  </a:cubicBezTo>
                  <a:cubicBezTo>
                    <a:pt x="301074" y="10159"/>
                    <a:pt x="302386" y="11303"/>
                    <a:pt x="302386" y="11303"/>
                  </a:cubicBezTo>
                  <a:lnTo>
                    <a:pt x="304136" y="12312"/>
                  </a:lnTo>
                  <a:cubicBezTo>
                    <a:pt x="304136" y="12312"/>
                    <a:pt x="306021" y="14330"/>
                    <a:pt x="306459" y="14768"/>
                  </a:cubicBezTo>
                  <a:cubicBezTo>
                    <a:pt x="306896" y="15205"/>
                    <a:pt x="307603" y="14768"/>
                    <a:pt x="307603" y="14768"/>
                  </a:cubicBezTo>
                  <a:lnTo>
                    <a:pt x="307300" y="18233"/>
                  </a:lnTo>
                  <a:lnTo>
                    <a:pt x="307300" y="19107"/>
                  </a:lnTo>
                  <a:lnTo>
                    <a:pt x="306425" y="20856"/>
                  </a:lnTo>
                  <a:lnTo>
                    <a:pt x="304675" y="20856"/>
                  </a:lnTo>
                  <a:lnTo>
                    <a:pt x="303093" y="20856"/>
                  </a:lnTo>
                  <a:cubicBezTo>
                    <a:pt x="303093" y="20856"/>
                    <a:pt x="301781" y="20991"/>
                    <a:pt x="301646" y="21428"/>
                  </a:cubicBezTo>
                  <a:cubicBezTo>
                    <a:pt x="301511" y="21866"/>
                    <a:pt x="301343" y="23615"/>
                    <a:pt x="301343" y="24187"/>
                  </a:cubicBezTo>
                  <a:cubicBezTo>
                    <a:pt x="301343" y="24759"/>
                    <a:pt x="300636" y="29973"/>
                    <a:pt x="300636" y="29973"/>
                  </a:cubicBezTo>
                  <a:lnTo>
                    <a:pt x="299055" y="30847"/>
                  </a:lnTo>
                  <a:cubicBezTo>
                    <a:pt x="299055" y="30847"/>
                    <a:pt x="297304" y="27383"/>
                    <a:pt x="296429" y="27214"/>
                  </a:cubicBezTo>
                  <a:cubicBezTo>
                    <a:pt x="295554" y="27080"/>
                    <a:pt x="291516" y="27214"/>
                    <a:pt x="291516" y="27214"/>
                  </a:cubicBezTo>
                  <a:lnTo>
                    <a:pt x="291651" y="28661"/>
                  </a:lnTo>
                  <a:lnTo>
                    <a:pt x="291651" y="34581"/>
                  </a:lnTo>
                  <a:cubicBezTo>
                    <a:pt x="291651" y="34581"/>
                    <a:pt x="291583" y="37912"/>
                    <a:pt x="291718" y="38484"/>
                  </a:cubicBezTo>
                  <a:cubicBezTo>
                    <a:pt x="291852" y="39056"/>
                    <a:pt x="293098" y="39930"/>
                    <a:pt x="293098" y="39930"/>
                  </a:cubicBezTo>
                  <a:cubicBezTo>
                    <a:pt x="293098" y="39930"/>
                    <a:pt x="295420" y="42251"/>
                    <a:pt x="296429" y="42386"/>
                  </a:cubicBezTo>
                  <a:cubicBezTo>
                    <a:pt x="297439" y="42520"/>
                    <a:pt x="297304" y="45582"/>
                    <a:pt x="297304" y="45582"/>
                  </a:cubicBezTo>
                  <a:lnTo>
                    <a:pt x="300939" y="47465"/>
                  </a:lnTo>
                  <a:lnTo>
                    <a:pt x="303968" y="48912"/>
                  </a:lnTo>
                  <a:lnTo>
                    <a:pt x="310329" y="52108"/>
                  </a:lnTo>
                  <a:lnTo>
                    <a:pt x="314401" y="55169"/>
                  </a:lnTo>
                  <a:lnTo>
                    <a:pt x="315983" y="59811"/>
                  </a:lnTo>
                  <a:cubicBezTo>
                    <a:pt x="315983" y="59811"/>
                    <a:pt x="316117" y="63007"/>
                    <a:pt x="315983" y="63579"/>
                  </a:cubicBezTo>
                  <a:cubicBezTo>
                    <a:pt x="315848" y="64151"/>
                    <a:pt x="315983" y="65765"/>
                    <a:pt x="315983" y="65765"/>
                  </a:cubicBezTo>
                  <a:cubicBezTo>
                    <a:pt x="315983" y="65765"/>
                    <a:pt x="314839" y="68221"/>
                    <a:pt x="314401" y="68221"/>
                  </a:cubicBezTo>
                  <a:cubicBezTo>
                    <a:pt x="313964" y="68221"/>
                    <a:pt x="312651" y="69668"/>
                    <a:pt x="312213" y="69668"/>
                  </a:cubicBezTo>
                  <a:cubicBezTo>
                    <a:pt x="311776" y="69668"/>
                    <a:pt x="308444" y="71249"/>
                    <a:pt x="307872" y="71417"/>
                  </a:cubicBezTo>
                  <a:cubicBezTo>
                    <a:pt x="307300" y="71551"/>
                    <a:pt x="306862" y="71417"/>
                    <a:pt x="306290" y="71417"/>
                  </a:cubicBezTo>
                  <a:cubicBezTo>
                    <a:pt x="305718" y="71417"/>
                    <a:pt x="302824" y="72426"/>
                    <a:pt x="302824" y="72426"/>
                  </a:cubicBezTo>
                  <a:lnTo>
                    <a:pt x="302117" y="73873"/>
                  </a:lnTo>
                  <a:lnTo>
                    <a:pt x="302117" y="74882"/>
                  </a:lnTo>
                  <a:cubicBezTo>
                    <a:pt x="302117" y="74882"/>
                    <a:pt x="301175" y="77506"/>
                    <a:pt x="301175" y="78077"/>
                  </a:cubicBezTo>
                  <a:cubicBezTo>
                    <a:pt x="301175" y="78649"/>
                    <a:pt x="299795" y="80533"/>
                    <a:pt x="298213" y="81273"/>
                  </a:cubicBezTo>
                  <a:cubicBezTo>
                    <a:pt x="296631" y="82013"/>
                    <a:pt x="295756" y="83729"/>
                    <a:pt x="295756" y="83729"/>
                  </a:cubicBezTo>
                  <a:cubicBezTo>
                    <a:pt x="295756" y="83729"/>
                    <a:pt x="292997" y="84301"/>
                    <a:pt x="291718" y="84435"/>
                  </a:cubicBezTo>
                  <a:cubicBezTo>
                    <a:pt x="290405" y="84570"/>
                    <a:pt x="289530" y="84301"/>
                    <a:pt x="288958" y="84435"/>
                  </a:cubicBezTo>
                  <a:cubicBezTo>
                    <a:pt x="288386" y="84570"/>
                    <a:pt x="286636" y="84435"/>
                    <a:pt x="286636" y="84435"/>
                  </a:cubicBezTo>
                  <a:cubicBezTo>
                    <a:pt x="286636" y="84435"/>
                    <a:pt x="285323" y="86185"/>
                    <a:pt x="284583" y="86622"/>
                  </a:cubicBezTo>
                  <a:cubicBezTo>
                    <a:pt x="283843" y="87059"/>
                    <a:pt x="284448" y="88371"/>
                    <a:pt x="284448" y="88371"/>
                  </a:cubicBezTo>
                  <a:cubicBezTo>
                    <a:pt x="284448" y="88371"/>
                    <a:pt x="284751" y="90692"/>
                    <a:pt x="284448" y="91130"/>
                  </a:cubicBezTo>
                  <a:cubicBezTo>
                    <a:pt x="284146" y="91567"/>
                    <a:pt x="284448" y="94023"/>
                    <a:pt x="284448" y="94023"/>
                  </a:cubicBezTo>
                  <a:cubicBezTo>
                    <a:pt x="284448" y="94023"/>
                    <a:pt x="283304" y="96781"/>
                    <a:pt x="283304" y="97353"/>
                  </a:cubicBezTo>
                  <a:cubicBezTo>
                    <a:pt x="283304" y="97925"/>
                    <a:pt x="281722" y="100683"/>
                    <a:pt x="281722" y="100683"/>
                  </a:cubicBezTo>
                  <a:lnTo>
                    <a:pt x="280713" y="104148"/>
                  </a:lnTo>
                  <a:lnTo>
                    <a:pt x="278256" y="107916"/>
                  </a:lnTo>
                  <a:lnTo>
                    <a:pt x="274352" y="110102"/>
                  </a:lnTo>
                  <a:cubicBezTo>
                    <a:pt x="274352" y="110102"/>
                    <a:pt x="269573" y="111986"/>
                    <a:pt x="269136" y="112121"/>
                  </a:cubicBezTo>
                  <a:cubicBezTo>
                    <a:pt x="268698" y="112255"/>
                    <a:pt x="268126" y="115317"/>
                    <a:pt x="268126" y="115317"/>
                  </a:cubicBezTo>
                  <a:lnTo>
                    <a:pt x="269270" y="117200"/>
                  </a:lnTo>
                  <a:lnTo>
                    <a:pt x="272467" y="120834"/>
                  </a:lnTo>
                  <a:lnTo>
                    <a:pt x="269439" y="124298"/>
                  </a:lnTo>
                  <a:lnTo>
                    <a:pt x="266107" y="125879"/>
                  </a:lnTo>
                  <a:lnTo>
                    <a:pt x="264962" y="127898"/>
                  </a:lnTo>
                  <a:lnTo>
                    <a:pt x="265535" y="130219"/>
                  </a:lnTo>
                  <a:lnTo>
                    <a:pt x="267991" y="131968"/>
                  </a:lnTo>
                  <a:cubicBezTo>
                    <a:pt x="267991" y="131968"/>
                    <a:pt x="266241" y="134424"/>
                    <a:pt x="265669" y="135736"/>
                  </a:cubicBezTo>
                  <a:cubicBezTo>
                    <a:pt x="265097" y="137048"/>
                    <a:pt x="262640" y="138763"/>
                    <a:pt x="262640" y="138763"/>
                  </a:cubicBezTo>
                  <a:lnTo>
                    <a:pt x="260318" y="139638"/>
                  </a:lnTo>
                  <a:cubicBezTo>
                    <a:pt x="260318" y="139638"/>
                    <a:pt x="258568" y="141656"/>
                    <a:pt x="257727" y="142396"/>
                  </a:cubicBezTo>
                  <a:cubicBezTo>
                    <a:pt x="256852" y="143137"/>
                    <a:pt x="256717" y="144718"/>
                    <a:pt x="256583" y="145592"/>
                  </a:cubicBezTo>
                  <a:cubicBezTo>
                    <a:pt x="256448" y="146467"/>
                    <a:pt x="257458" y="148923"/>
                    <a:pt x="257458" y="148923"/>
                  </a:cubicBezTo>
                  <a:lnTo>
                    <a:pt x="260352" y="152690"/>
                  </a:lnTo>
                  <a:lnTo>
                    <a:pt x="256448" y="157198"/>
                  </a:lnTo>
                  <a:cubicBezTo>
                    <a:pt x="256448" y="157198"/>
                    <a:pt x="255876" y="158342"/>
                    <a:pt x="255438" y="158644"/>
                  </a:cubicBezTo>
                  <a:cubicBezTo>
                    <a:pt x="255001" y="158947"/>
                    <a:pt x="253856" y="159956"/>
                    <a:pt x="253419" y="160225"/>
                  </a:cubicBezTo>
                  <a:cubicBezTo>
                    <a:pt x="252981" y="160528"/>
                    <a:pt x="251837" y="160663"/>
                    <a:pt x="251837" y="160663"/>
                  </a:cubicBezTo>
                  <a:lnTo>
                    <a:pt x="249818" y="162412"/>
                  </a:lnTo>
                  <a:lnTo>
                    <a:pt x="247496" y="163421"/>
                  </a:lnTo>
                  <a:lnTo>
                    <a:pt x="244904" y="163421"/>
                  </a:lnTo>
                  <a:lnTo>
                    <a:pt x="243154" y="162412"/>
                  </a:lnTo>
                  <a:cubicBezTo>
                    <a:pt x="243154" y="162412"/>
                    <a:pt x="240967" y="159519"/>
                    <a:pt x="240529" y="159082"/>
                  </a:cubicBezTo>
                  <a:cubicBezTo>
                    <a:pt x="240092" y="158644"/>
                    <a:pt x="239822" y="156054"/>
                    <a:pt x="239822" y="156054"/>
                  </a:cubicBezTo>
                  <a:lnTo>
                    <a:pt x="238678" y="155617"/>
                  </a:lnTo>
                  <a:cubicBezTo>
                    <a:pt x="238678" y="155617"/>
                    <a:pt x="237366" y="156189"/>
                    <a:pt x="236794" y="156189"/>
                  </a:cubicBezTo>
                  <a:cubicBezTo>
                    <a:pt x="236222" y="156189"/>
                    <a:pt x="234774" y="158073"/>
                    <a:pt x="234034" y="158813"/>
                  </a:cubicBezTo>
                  <a:cubicBezTo>
                    <a:pt x="233293" y="159519"/>
                    <a:pt x="232015" y="158947"/>
                    <a:pt x="231274" y="158947"/>
                  </a:cubicBezTo>
                  <a:cubicBezTo>
                    <a:pt x="230534" y="158947"/>
                    <a:pt x="228952" y="158375"/>
                    <a:pt x="228077" y="157803"/>
                  </a:cubicBezTo>
                  <a:cubicBezTo>
                    <a:pt x="227202" y="157232"/>
                    <a:pt x="226630" y="156660"/>
                    <a:pt x="226630" y="156660"/>
                  </a:cubicBezTo>
                  <a:cubicBezTo>
                    <a:pt x="226630" y="156660"/>
                    <a:pt x="225620" y="155348"/>
                    <a:pt x="224745" y="154776"/>
                  </a:cubicBezTo>
                  <a:cubicBezTo>
                    <a:pt x="223870" y="154204"/>
                    <a:pt x="221413" y="154776"/>
                    <a:pt x="221413" y="154776"/>
                  </a:cubicBezTo>
                  <a:lnTo>
                    <a:pt x="219663" y="154776"/>
                  </a:lnTo>
                  <a:lnTo>
                    <a:pt x="216466" y="154776"/>
                  </a:lnTo>
                  <a:cubicBezTo>
                    <a:pt x="216466" y="154776"/>
                    <a:pt x="215591" y="156895"/>
                    <a:pt x="215322" y="157030"/>
                  </a:cubicBezTo>
                  <a:cubicBezTo>
                    <a:pt x="215019" y="157164"/>
                    <a:pt x="214581" y="158846"/>
                    <a:pt x="214178" y="158981"/>
                  </a:cubicBezTo>
                  <a:cubicBezTo>
                    <a:pt x="213740" y="159115"/>
                    <a:pt x="215322" y="160865"/>
                    <a:pt x="215322" y="160865"/>
                  </a:cubicBezTo>
                  <a:lnTo>
                    <a:pt x="215322" y="163623"/>
                  </a:lnTo>
                  <a:lnTo>
                    <a:pt x="213370" y="165070"/>
                  </a:lnTo>
                  <a:lnTo>
                    <a:pt x="211115" y="166651"/>
                  </a:lnTo>
                  <a:lnTo>
                    <a:pt x="209096" y="169846"/>
                  </a:lnTo>
                  <a:lnTo>
                    <a:pt x="207952" y="172874"/>
                  </a:lnTo>
                  <a:lnTo>
                    <a:pt x="210711" y="175195"/>
                  </a:lnTo>
                  <a:cubicBezTo>
                    <a:pt x="210711" y="175195"/>
                    <a:pt x="213740" y="178391"/>
                    <a:pt x="213606" y="178828"/>
                  </a:cubicBezTo>
                  <a:cubicBezTo>
                    <a:pt x="213471" y="179266"/>
                    <a:pt x="213606" y="181721"/>
                    <a:pt x="213606" y="181721"/>
                  </a:cubicBezTo>
                  <a:lnTo>
                    <a:pt x="213606" y="182865"/>
                  </a:lnTo>
                  <a:lnTo>
                    <a:pt x="211855" y="185186"/>
                  </a:lnTo>
                  <a:lnTo>
                    <a:pt x="211855" y="186061"/>
                  </a:lnTo>
                  <a:cubicBezTo>
                    <a:pt x="211855" y="186061"/>
                    <a:pt x="210543" y="186061"/>
                    <a:pt x="208961" y="186061"/>
                  </a:cubicBezTo>
                  <a:cubicBezTo>
                    <a:pt x="207380" y="186061"/>
                    <a:pt x="207514" y="187642"/>
                    <a:pt x="207514" y="187642"/>
                  </a:cubicBezTo>
                  <a:lnTo>
                    <a:pt x="206201" y="190972"/>
                  </a:lnTo>
                  <a:cubicBezTo>
                    <a:pt x="206201" y="190972"/>
                    <a:pt x="204754" y="192419"/>
                    <a:pt x="204620" y="192856"/>
                  </a:cubicBezTo>
                  <a:cubicBezTo>
                    <a:pt x="204485" y="193293"/>
                    <a:pt x="203038" y="194302"/>
                    <a:pt x="203038" y="194302"/>
                  </a:cubicBezTo>
                  <a:cubicBezTo>
                    <a:pt x="203038" y="194302"/>
                    <a:pt x="201456" y="197935"/>
                    <a:pt x="201019" y="198440"/>
                  </a:cubicBezTo>
                  <a:cubicBezTo>
                    <a:pt x="200581" y="198945"/>
                    <a:pt x="200009" y="201266"/>
                    <a:pt x="200009" y="201266"/>
                  </a:cubicBezTo>
                  <a:lnTo>
                    <a:pt x="198562" y="205605"/>
                  </a:lnTo>
                  <a:lnTo>
                    <a:pt x="196980" y="208936"/>
                  </a:lnTo>
                  <a:cubicBezTo>
                    <a:pt x="196980" y="208936"/>
                    <a:pt x="194220" y="210954"/>
                    <a:pt x="193514" y="210954"/>
                  </a:cubicBezTo>
                  <a:cubicBezTo>
                    <a:pt x="192773" y="210954"/>
                    <a:pt x="190451" y="216471"/>
                    <a:pt x="190451" y="216471"/>
                  </a:cubicBezTo>
                  <a:lnTo>
                    <a:pt x="188701" y="222694"/>
                  </a:lnTo>
                  <a:lnTo>
                    <a:pt x="185235" y="227034"/>
                  </a:lnTo>
                  <a:lnTo>
                    <a:pt x="183350" y="228918"/>
                  </a:lnTo>
                  <a:lnTo>
                    <a:pt x="181465" y="231239"/>
                  </a:lnTo>
                  <a:lnTo>
                    <a:pt x="180590" y="233829"/>
                  </a:lnTo>
                  <a:lnTo>
                    <a:pt x="180590" y="235578"/>
                  </a:lnTo>
                  <a:cubicBezTo>
                    <a:pt x="180590" y="235578"/>
                    <a:pt x="179076" y="239043"/>
                    <a:pt x="178638" y="239043"/>
                  </a:cubicBezTo>
                  <a:cubicBezTo>
                    <a:pt x="178201" y="239043"/>
                    <a:pt x="175980" y="241633"/>
                    <a:pt x="175374" y="241802"/>
                  </a:cubicBezTo>
                  <a:cubicBezTo>
                    <a:pt x="174802" y="241936"/>
                    <a:pt x="171167" y="244257"/>
                    <a:pt x="170595" y="244257"/>
                  </a:cubicBezTo>
                  <a:cubicBezTo>
                    <a:pt x="170023" y="244257"/>
                    <a:pt x="167263" y="245401"/>
                    <a:pt x="167263" y="245401"/>
                  </a:cubicBezTo>
                  <a:lnTo>
                    <a:pt x="165076" y="246410"/>
                  </a:lnTo>
                  <a:lnTo>
                    <a:pt x="162316" y="248597"/>
                  </a:lnTo>
                  <a:cubicBezTo>
                    <a:pt x="162316" y="248597"/>
                    <a:pt x="158681" y="248597"/>
                    <a:pt x="157234" y="248597"/>
                  </a:cubicBezTo>
                  <a:cubicBezTo>
                    <a:pt x="155787" y="248597"/>
                    <a:pt x="151883" y="248597"/>
                    <a:pt x="151883" y="248597"/>
                  </a:cubicBezTo>
                  <a:cubicBezTo>
                    <a:pt x="151883" y="248597"/>
                    <a:pt x="148686" y="248597"/>
                    <a:pt x="148114" y="248597"/>
                  </a:cubicBezTo>
                  <a:cubicBezTo>
                    <a:pt x="147542" y="248597"/>
                    <a:pt x="144647" y="248395"/>
                    <a:pt x="143200" y="248092"/>
                  </a:cubicBezTo>
                  <a:cubicBezTo>
                    <a:pt x="141753" y="247789"/>
                    <a:pt x="141585" y="247857"/>
                    <a:pt x="140743" y="247588"/>
                  </a:cubicBezTo>
                  <a:cubicBezTo>
                    <a:pt x="139868" y="247285"/>
                    <a:pt x="135830" y="244392"/>
                    <a:pt x="135830" y="244392"/>
                  </a:cubicBezTo>
                  <a:lnTo>
                    <a:pt x="134955" y="241196"/>
                  </a:lnTo>
                  <a:lnTo>
                    <a:pt x="131926" y="239010"/>
                  </a:lnTo>
                  <a:lnTo>
                    <a:pt x="131926" y="236117"/>
                  </a:lnTo>
                  <a:cubicBezTo>
                    <a:pt x="131926" y="236117"/>
                    <a:pt x="131724" y="232080"/>
                    <a:pt x="131421" y="231474"/>
                  </a:cubicBezTo>
                  <a:cubicBezTo>
                    <a:pt x="131118" y="230902"/>
                    <a:pt x="131791" y="225688"/>
                    <a:pt x="131791" y="225688"/>
                  </a:cubicBezTo>
                  <a:lnTo>
                    <a:pt x="131084" y="221921"/>
                  </a:lnTo>
                  <a:cubicBezTo>
                    <a:pt x="131084" y="221921"/>
                    <a:pt x="126003" y="218725"/>
                    <a:pt x="124555" y="217850"/>
                  </a:cubicBezTo>
                  <a:cubicBezTo>
                    <a:pt x="123108" y="216976"/>
                    <a:pt x="122099" y="216538"/>
                    <a:pt x="122099" y="216538"/>
                  </a:cubicBezTo>
                  <a:lnTo>
                    <a:pt x="120652" y="217245"/>
                  </a:lnTo>
                  <a:lnTo>
                    <a:pt x="116310" y="217245"/>
                  </a:lnTo>
                  <a:lnTo>
                    <a:pt x="113281" y="218052"/>
                  </a:lnTo>
                  <a:lnTo>
                    <a:pt x="112272" y="219297"/>
                  </a:lnTo>
                  <a:cubicBezTo>
                    <a:pt x="112272" y="219297"/>
                    <a:pt x="111565" y="220609"/>
                    <a:pt x="111094" y="221046"/>
                  </a:cubicBezTo>
                  <a:cubicBezTo>
                    <a:pt x="110656" y="221483"/>
                    <a:pt x="109344" y="223636"/>
                    <a:pt x="109344" y="223636"/>
                  </a:cubicBezTo>
                  <a:lnTo>
                    <a:pt x="108469" y="224208"/>
                  </a:lnTo>
                  <a:cubicBezTo>
                    <a:pt x="108469" y="224208"/>
                    <a:pt x="105709" y="224208"/>
                    <a:pt x="105271" y="224208"/>
                  </a:cubicBezTo>
                  <a:cubicBezTo>
                    <a:pt x="104834" y="224208"/>
                    <a:pt x="103521" y="224141"/>
                    <a:pt x="103521" y="224141"/>
                  </a:cubicBezTo>
                  <a:lnTo>
                    <a:pt x="102209" y="224645"/>
                  </a:lnTo>
                  <a:lnTo>
                    <a:pt x="100762" y="226664"/>
                  </a:lnTo>
                  <a:cubicBezTo>
                    <a:pt x="100762" y="226664"/>
                    <a:pt x="98440" y="228110"/>
                    <a:pt x="98002" y="228245"/>
                  </a:cubicBezTo>
                  <a:cubicBezTo>
                    <a:pt x="97565" y="228379"/>
                    <a:pt x="95545" y="228379"/>
                    <a:pt x="95444" y="228379"/>
                  </a:cubicBezTo>
                  <a:cubicBezTo>
                    <a:pt x="95343" y="228379"/>
                    <a:pt x="91069" y="228245"/>
                    <a:pt x="91069" y="228245"/>
                  </a:cubicBezTo>
                  <a:lnTo>
                    <a:pt x="87603" y="224915"/>
                  </a:lnTo>
                  <a:lnTo>
                    <a:pt x="85651" y="221147"/>
                  </a:lnTo>
                  <a:lnTo>
                    <a:pt x="81747" y="217884"/>
                  </a:lnTo>
                  <a:lnTo>
                    <a:pt x="78920" y="215495"/>
                  </a:lnTo>
                  <a:lnTo>
                    <a:pt x="75218" y="215495"/>
                  </a:lnTo>
                  <a:lnTo>
                    <a:pt x="73030" y="212670"/>
                  </a:lnTo>
                  <a:lnTo>
                    <a:pt x="70843" y="209407"/>
                  </a:lnTo>
                  <a:lnTo>
                    <a:pt x="67376" y="207657"/>
                  </a:lnTo>
                  <a:lnTo>
                    <a:pt x="64987" y="206581"/>
                  </a:lnTo>
                  <a:cubicBezTo>
                    <a:pt x="64987" y="206581"/>
                    <a:pt x="61958" y="204630"/>
                    <a:pt x="61285" y="204394"/>
                  </a:cubicBezTo>
                  <a:cubicBezTo>
                    <a:pt x="60645" y="204192"/>
                    <a:pt x="57381" y="203755"/>
                    <a:pt x="57381" y="203755"/>
                  </a:cubicBezTo>
                  <a:cubicBezTo>
                    <a:pt x="57381" y="203755"/>
                    <a:pt x="54756" y="200929"/>
                    <a:pt x="54116" y="200728"/>
                  </a:cubicBezTo>
                  <a:cubicBezTo>
                    <a:pt x="53477" y="200492"/>
                    <a:pt x="50852" y="198339"/>
                    <a:pt x="50852" y="198339"/>
                  </a:cubicBezTo>
                  <a:cubicBezTo>
                    <a:pt x="50852" y="198339"/>
                    <a:pt x="48462" y="200526"/>
                    <a:pt x="47823" y="200526"/>
                  </a:cubicBezTo>
                  <a:cubicBezTo>
                    <a:pt x="47184" y="200526"/>
                    <a:pt x="45636" y="203991"/>
                    <a:pt x="44996" y="204865"/>
                  </a:cubicBezTo>
                  <a:cubicBezTo>
                    <a:pt x="44357" y="205740"/>
                    <a:pt x="41294" y="210079"/>
                    <a:pt x="41294" y="210079"/>
                  </a:cubicBezTo>
                  <a:lnTo>
                    <a:pt x="38030" y="216168"/>
                  </a:lnTo>
                  <a:cubicBezTo>
                    <a:pt x="38030" y="216168"/>
                    <a:pt x="36717" y="215731"/>
                    <a:pt x="35842" y="216168"/>
                  </a:cubicBezTo>
                  <a:cubicBezTo>
                    <a:pt x="34967" y="216605"/>
                    <a:pt x="32140" y="216168"/>
                    <a:pt x="32140" y="216168"/>
                  </a:cubicBezTo>
                  <a:lnTo>
                    <a:pt x="29313" y="217245"/>
                  </a:lnTo>
                  <a:lnTo>
                    <a:pt x="31938" y="221382"/>
                  </a:lnTo>
                  <a:lnTo>
                    <a:pt x="31063" y="224645"/>
                  </a:lnTo>
                  <a:lnTo>
                    <a:pt x="26722" y="222459"/>
                  </a:lnTo>
                  <a:lnTo>
                    <a:pt x="21943" y="222459"/>
                  </a:lnTo>
                  <a:lnTo>
                    <a:pt x="21303" y="225621"/>
                  </a:lnTo>
                  <a:lnTo>
                    <a:pt x="21539" y="230061"/>
                  </a:lnTo>
                  <a:cubicBezTo>
                    <a:pt x="21539" y="230061"/>
                    <a:pt x="23289" y="233964"/>
                    <a:pt x="23928" y="234199"/>
                  </a:cubicBezTo>
                  <a:cubicBezTo>
                    <a:pt x="24568" y="234401"/>
                    <a:pt x="26755" y="237025"/>
                    <a:pt x="29347" y="237462"/>
                  </a:cubicBezTo>
                  <a:cubicBezTo>
                    <a:pt x="31972" y="237899"/>
                    <a:pt x="33924" y="238774"/>
                    <a:pt x="35674" y="239851"/>
                  </a:cubicBezTo>
                  <a:cubicBezTo>
                    <a:pt x="37424" y="240927"/>
                    <a:pt x="37626" y="244627"/>
                    <a:pt x="38299" y="244863"/>
                  </a:cubicBezTo>
                  <a:cubicBezTo>
                    <a:pt x="38938" y="245065"/>
                    <a:pt x="38938" y="247453"/>
                    <a:pt x="39376" y="248328"/>
                  </a:cubicBezTo>
                  <a:cubicBezTo>
                    <a:pt x="39813" y="249202"/>
                    <a:pt x="38501" y="250716"/>
                    <a:pt x="38501" y="251591"/>
                  </a:cubicBezTo>
                  <a:cubicBezTo>
                    <a:pt x="38501" y="252465"/>
                    <a:pt x="38063" y="254618"/>
                    <a:pt x="38063" y="254618"/>
                  </a:cubicBezTo>
                  <a:cubicBezTo>
                    <a:pt x="38063" y="254618"/>
                    <a:pt x="37188" y="257646"/>
                    <a:pt x="37188" y="258521"/>
                  </a:cubicBezTo>
                  <a:cubicBezTo>
                    <a:pt x="37188" y="259395"/>
                    <a:pt x="36313" y="262221"/>
                    <a:pt x="35876" y="262860"/>
                  </a:cubicBezTo>
                  <a:cubicBezTo>
                    <a:pt x="35438" y="263499"/>
                    <a:pt x="35236" y="265248"/>
                    <a:pt x="34563" y="265888"/>
                  </a:cubicBezTo>
                  <a:cubicBezTo>
                    <a:pt x="33924" y="266527"/>
                    <a:pt x="33049" y="267401"/>
                    <a:pt x="31534" y="267637"/>
                  </a:cubicBezTo>
                  <a:cubicBezTo>
                    <a:pt x="30020" y="267872"/>
                    <a:pt x="28472" y="267637"/>
                    <a:pt x="28472" y="267637"/>
                  </a:cubicBezTo>
                  <a:lnTo>
                    <a:pt x="26082" y="267637"/>
                  </a:lnTo>
                  <a:cubicBezTo>
                    <a:pt x="26082" y="267637"/>
                    <a:pt x="25207" y="271236"/>
                    <a:pt x="25207" y="272111"/>
                  </a:cubicBezTo>
                  <a:cubicBezTo>
                    <a:pt x="25207" y="272986"/>
                    <a:pt x="23255" y="277863"/>
                    <a:pt x="23255" y="278738"/>
                  </a:cubicBezTo>
                  <a:cubicBezTo>
                    <a:pt x="23255" y="279613"/>
                    <a:pt x="21068" y="281328"/>
                    <a:pt x="20428" y="281564"/>
                  </a:cubicBezTo>
                  <a:cubicBezTo>
                    <a:pt x="19789" y="281799"/>
                    <a:pt x="15414" y="282640"/>
                    <a:pt x="14976" y="283313"/>
                  </a:cubicBezTo>
                  <a:cubicBezTo>
                    <a:pt x="14539" y="283952"/>
                    <a:pt x="9120" y="286778"/>
                    <a:pt x="9120" y="286778"/>
                  </a:cubicBezTo>
                  <a:cubicBezTo>
                    <a:pt x="9120" y="286778"/>
                    <a:pt x="4779" y="292429"/>
                    <a:pt x="4139" y="292328"/>
                  </a:cubicBezTo>
                  <a:cubicBezTo>
                    <a:pt x="3500" y="292227"/>
                    <a:pt x="0" y="294616"/>
                    <a:pt x="0" y="294616"/>
                  </a:cubicBezTo>
                  <a:cubicBezTo>
                    <a:pt x="0" y="294616"/>
                    <a:pt x="1952" y="299628"/>
                    <a:pt x="1312" y="299830"/>
                  </a:cubicBezTo>
                  <a:cubicBezTo>
                    <a:pt x="673" y="300065"/>
                    <a:pt x="0" y="305919"/>
                    <a:pt x="0" y="306558"/>
                  </a:cubicBezTo>
                  <a:cubicBezTo>
                    <a:pt x="0" y="307197"/>
                    <a:pt x="1077" y="309585"/>
                    <a:pt x="1077" y="309585"/>
                  </a:cubicBezTo>
                  <a:lnTo>
                    <a:pt x="5216" y="314800"/>
                  </a:lnTo>
                  <a:lnTo>
                    <a:pt x="6731" y="316313"/>
                  </a:lnTo>
                  <a:lnTo>
                    <a:pt x="6293" y="318702"/>
                  </a:lnTo>
                  <a:lnTo>
                    <a:pt x="5216" y="322839"/>
                  </a:lnTo>
                  <a:lnTo>
                    <a:pt x="7606" y="326304"/>
                  </a:lnTo>
                  <a:lnTo>
                    <a:pt x="11072" y="329130"/>
                  </a:lnTo>
                  <a:lnTo>
                    <a:pt x="18039" y="330207"/>
                  </a:lnTo>
                  <a:lnTo>
                    <a:pt x="21303" y="330207"/>
                  </a:lnTo>
                  <a:cubicBezTo>
                    <a:pt x="21303" y="330207"/>
                    <a:pt x="25880" y="328255"/>
                    <a:pt x="26520" y="327583"/>
                  </a:cubicBezTo>
                  <a:cubicBezTo>
                    <a:pt x="27159" y="326944"/>
                    <a:pt x="29784" y="325833"/>
                    <a:pt x="29784" y="325833"/>
                  </a:cubicBezTo>
                  <a:lnTo>
                    <a:pt x="35001" y="324757"/>
                  </a:lnTo>
                  <a:lnTo>
                    <a:pt x="37188" y="329769"/>
                  </a:lnTo>
                  <a:lnTo>
                    <a:pt x="34799" y="332595"/>
                  </a:lnTo>
                  <a:lnTo>
                    <a:pt x="34361" y="335219"/>
                  </a:lnTo>
                  <a:lnTo>
                    <a:pt x="33924" y="338482"/>
                  </a:lnTo>
                  <a:cubicBezTo>
                    <a:pt x="33924" y="338482"/>
                    <a:pt x="31972" y="340231"/>
                    <a:pt x="31972" y="341106"/>
                  </a:cubicBezTo>
                  <a:cubicBezTo>
                    <a:pt x="31972" y="341980"/>
                    <a:pt x="31097" y="343057"/>
                    <a:pt x="30895" y="344133"/>
                  </a:cubicBezTo>
                  <a:cubicBezTo>
                    <a:pt x="30693" y="345210"/>
                    <a:pt x="29818" y="345883"/>
                    <a:pt x="29818" y="346757"/>
                  </a:cubicBezTo>
                  <a:cubicBezTo>
                    <a:pt x="29818" y="347632"/>
                    <a:pt x="30895" y="349785"/>
                    <a:pt x="31770" y="350458"/>
                  </a:cubicBezTo>
                  <a:cubicBezTo>
                    <a:pt x="32645" y="351097"/>
                    <a:pt x="34597" y="355436"/>
                    <a:pt x="34597" y="355436"/>
                  </a:cubicBezTo>
                  <a:lnTo>
                    <a:pt x="34597" y="360650"/>
                  </a:lnTo>
                  <a:lnTo>
                    <a:pt x="34597" y="366167"/>
                  </a:lnTo>
                  <a:cubicBezTo>
                    <a:pt x="34597" y="366167"/>
                    <a:pt x="38669" y="371953"/>
                    <a:pt x="39073" y="372122"/>
                  </a:cubicBezTo>
                  <a:cubicBezTo>
                    <a:pt x="39510" y="372256"/>
                    <a:pt x="43717" y="372693"/>
                    <a:pt x="44155" y="372559"/>
                  </a:cubicBezTo>
                  <a:cubicBezTo>
                    <a:pt x="44592" y="372424"/>
                    <a:pt x="50953" y="369969"/>
                    <a:pt x="50953" y="369969"/>
                  </a:cubicBezTo>
                  <a:lnTo>
                    <a:pt x="58929" y="368657"/>
                  </a:lnTo>
                  <a:lnTo>
                    <a:pt x="62261" y="370406"/>
                  </a:lnTo>
                  <a:cubicBezTo>
                    <a:pt x="62261" y="370406"/>
                    <a:pt x="65896" y="374308"/>
                    <a:pt x="66737" y="375620"/>
                  </a:cubicBezTo>
                  <a:cubicBezTo>
                    <a:pt x="67612" y="376932"/>
                    <a:pt x="71381" y="377638"/>
                    <a:pt x="72526" y="377638"/>
                  </a:cubicBezTo>
                  <a:cubicBezTo>
                    <a:pt x="73670" y="377638"/>
                    <a:pt x="78482" y="376629"/>
                    <a:pt x="78482" y="376629"/>
                  </a:cubicBezTo>
                  <a:cubicBezTo>
                    <a:pt x="78482" y="376629"/>
                    <a:pt x="81949" y="380834"/>
                    <a:pt x="82521" y="380834"/>
                  </a:cubicBezTo>
                  <a:cubicBezTo>
                    <a:pt x="83093" y="380834"/>
                    <a:pt x="84978" y="383290"/>
                    <a:pt x="84978" y="383290"/>
                  </a:cubicBezTo>
                  <a:lnTo>
                    <a:pt x="84978" y="387192"/>
                  </a:lnTo>
                  <a:lnTo>
                    <a:pt x="86055" y="392541"/>
                  </a:lnTo>
                  <a:lnTo>
                    <a:pt x="88882" y="394862"/>
                  </a:lnTo>
                  <a:cubicBezTo>
                    <a:pt x="88882" y="394862"/>
                    <a:pt x="89757" y="398630"/>
                    <a:pt x="89757" y="399067"/>
                  </a:cubicBezTo>
                  <a:cubicBezTo>
                    <a:pt x="89757" y="399504"/>
                    <a:pt x="91944" y="404146"/>
                    <a:pt x="91944" y="404146"/>
                  </a:cubicBezTo>
                  <a:lnTo>
                    <a:pt x="91944" y="405391"/>
                  </a:lnTo>
                  <a:lnTo>
                    <a:pt x="92550" y="408722"/>
                  </a:lnTo>
                  <a:lnTo>
                    <a:pt x="93694" y="411110"/>
                  </a:lnTo>
                  <a:lnTo>
                    <a:pt x="93694" y="416324"/>
                  </a:lnTo>
                  <a:lnTo>
                    <a:pt x="95848" y="421942"/>
                  </a:lnTo>
                  <a:cubicBezTo>
                    <a:pt x="96151" y="421572"/>
                    <a:pt x="96286" y="421269"/>
                    <a:pt x="96286" y="421269"/>
                  </a:cubicBezTo>
                  <a:lnTo>
                    <a:pt x="97228" y="418443"/>
                  </a:lnTo>
                  <a:cubicBezTo>
                    <a:pt x="97228" y="418443"/>
                    <a:pt x="96151" y="417300"/>
                    <a:pt x="95646" y="416829"/>
                  </a:cubicBezTo>
                  <a:cubicBezTo>
                    <a:pt x="95141" y="416391"/>
                    <a:pt x="95444" y="415012"/>
                    <a:pt x="95444" y="415012"/>
                  </a:cubicBezTo>
                  <a:cubicBezTo>
                    <a:pt x="95444" y="415012"/>
                    <a:pt x="96588" y="413868"/>
                    <a:pt x="96824" y="413768"/>
                  </a:cubicBezTo>
                  <a:cubicBezTo>
                    <a:pt x="97060" y="413700"/>
                    <a:pt x="97767" y="413633"/>
                    <a:pt x="97767" y="413633"/>
                  </a:cubicBezTo>
                  <a:lnTo>
                    <a:pt x="99012" y="413936"/>
                  </a:lnTo>
                  <a:lnTo>
                    <a:pt x="99584" y="414507"/>
                  </a:lnTo>
                  <a:cubicBezTo>
                    <a:pt x="99584" y="414507"/>
                    <a:pt x="100223" y="415079"/>
                    <a:pt x="100459" y="415079"/>
                  </a:cubicBezTo>
                  <a:cubicBezTo>
                    <a:pt x="100661" y="415079"/>
                    <a:pt x="101468" y="415718"/>
                    <a:pt x="101468" y="415718"/>
                  </a:cubicBezTo>
                  <a:lnTo>
                    <a:pt x="103286" y="417602"/>
                  </a:lnTo>
                  <a:cubicBezTo>
                    <a:pt x="103286" y="417602"/>
                    <a:pt x="104161" y="417232"/>
                    <a:pt x="104464" y="417165"/>
                  </a:cubicBezTo>
                  <a:cubicBezTo>
                    <a:pt x="104733" y="417098"/>
                    <a:pt x="105238" y="416862"/>
                    <a:pt x="105238" y="416862"/>
                  </a:cubicBezTo>
                  <a:lnTo>
                    <a:pt x="106180" y="415786"/>
                  </a:lnTo>
                  <a:cubicBezTo>
                    <a:pt x="106180" y="415786"/>
                    <a:pt x="106045" y="415147"/>
                    <a:pt x="106180" y="414709"/>
                  </a:cubicBezTo>
                  <a:cubicBezTo>
                    <a:pt x="106315" y="414272"/>
                    <a:pt x="105877" y="413566"/>
                    <a:pt x="105877" y="413566"/>
                  </a:cubicBezTo>
                  <a:cubicBezTo>
                    <a:pt x="105877" y="413566"/>
                    <a:pt x="105608" y="413768"/>
                    <a:pt x="105238" y="413128"/>
                  </a:cubicBezTo>
                  <a:cubicBezTo>
                    <a:pt x="104868" y="412489"/>
                    <a:pt x="104868" y="411884"/>
                    <a:pt x="104868" y="411615"/>
                  </a:cubicBezTo>
                  <a:cubicBezTo>
                    <a:pt x="104868" y="411345"/>
                    <a:pt x="105440" y="410807"/>
                    <a:pt x="105507" y="410538"/>
                  </a:cubicBezTo>
                  <a:cubicBezTo>
                    <a:pt x="105574" y="410235"/>
                    <a:pt x="107190" y="409394"/>
                    <a:pt x="107190" y="409394"/>
                  </a:cubicBezTo>
                  <a:lnTo>
                    <a:pt x="109512" y="408251"/>
                  </a:lnTo>
                  <a:lnTo>
                    <a:pt x="110017" y="407881"/>
                  </a:lnTo>
                  <a:cubicBezTo>
                    <a:pt x="110017" y="407881"/>
                    <a:pt x="111531" y="407510"/>
                    <a:pt x="111700" y="406939"/>
                  </a:cubicBezTo>
                  <a:cubicBezTo>
                    <a:pt x="111834" y="406367"/>
                    <a:pt x="112272" y="404853"/>
                    <a:pt x="112272" y="404550"/>
                  </a:cubicBezTo>
                  <a:cubicBezTo>
                    <a:pt x="112272" y="404247"/>
                    <a:pt x="112507" y="403978"/>
                    <a:pt x="111969" y="402868"/>
                  </a:cubicBezTo>
                  <a:cubicBezTo>
                    <a:pt x="111464" y="401792"/>
                    <a:pt x="111094" y="400917"/>
                    <a:pt x="110522" y="400042"/>
                  </a:cubicBezTo>
                  <a:cubicBezTo>
                    <a:pt x="109949" y="399168"/>
                    <a:pt x="108839" y="398529"/>
                    <a:pt x="108199" y="398024"/>
                  </a:cubicBezTo>
                  <a:cubicBezTo>
                    <a:pt x="107560" y="397520"/>
                    <a:pt x="107392" y="397150"/>
                    <a:pt x="107122" y="396779"/>
                  </a:cubicBezTo>
                  <a:cubicBezTo>
                    <a:pt x="106820" y="396409"/>
                    <a:pt x="105675" y="396140"/>
                    <a:pt x="104868" y="394963"/>
                  </a:cubicBezTo>
                  <a:cubicBezTo>
                    <a:pt x="104060" y="393819"/>
                    <a:pt x="103925" y="393718"/>
                    <a:pt x="103488" y="392945"/>
                  </a:cubicBezTo>
                  <a:cubicBezTo>
                    <a:pt x="103050" y="392137"/>
                    <a:pt x="102041" y="390926"/>
                    <a:pt x="102041" y="390321"/>
                  </a:cubicBezTo>
                  <a:cubicBezTo>
                    <a:pt x="102041" y="389749"/>
                    <a:pt x="102108" y="388941"/>
                    <a:pt x="102041" y="388067"/>
                  </a:cubicBezTo>
                  <a:cubicBezTo>
                    <a:pt x="101973" y="387192"/>
                    <a:pt x="102108" y="385376"/>
                    <a:pt x="102310" y="385106"/>
                  </a:cubicBezTo>
                  <a:cubicBezTo>
                    <a:pt x="102545" y="384804"/>
                    <a:pt x="102747" y="384299"/>
                    <a:pt x="103050" y="383963"/>
                  </a:cubicBezTo>
                  <a:cubicBezTo>
                    <a:pt x="103353" y="383593"/>
                    <a:pt x="103690" y="382449"/>
                    <a:pt x="103993" y="382449"/>
                  </a:cubicBezTo>
                  <a:cubicBezTo>
                    <a:pt x="104296" y="382449"/>
                    <a:pt x="105002" y="382449"/>
                    <a:pt x="105002" y="382449"/>
                  </a:cubicBezTo>
                  <a:cubicBezTo>
                    <a:pt x="105002" y="382449"/>
                    <a:pt x="106584" y="383088"/>
                    <a:pt x="107022" y="383458"/>
                  </a:cubicBezTo>
                  <a:cubicBezTo>
                    <a:pt x="107459" y="383828"/>
                    <a:pt x="108031" y="384703"/>
                    <a:pt x="108031" y="384703"/>
                  </a:cubicBezTo>
                  <a:lnTo>
                    <a:pt x="109276" y="385712"/>
                  </a:lnTo>
                  <a:cubicBezTo>
                    <a:pt x="109276" y="385712"/>
                    <a:pt x="110959" y="387024"/>
                    <a:pt x="110959" y="387293"/>
                  </a:cubicBezTo>
                  <a:cubicBezTo>
                    <a:pt x="110959" y="387562"/>
                    <a:pt x="112305" y="390926"/>
                    <a:pt x="112305" y="390926"/>
                  </a:cubicBezTo>
                  <a:lnTo>
                    <a:pt x="113214" y="391431"/>
                  </a:lnTo>
                  <a:lnTo>
                    <a:pt x="114358" y="393247"/>
                  </a:lnTo>
                  <a:lnTo>
                    <a:pt x="116815" y="394122"/>
                  </a:lnTo>
                  <a:lnTo>
                    <a:pt x="117959" y="396073"/>
                  </a:lnTo>
                  <a:lnTo>
                    <a:pt x="121022" y="398091"/>
                  </a:lnTo>
                  <a:lnTo>
                    <a:pt x="122704" y="398226"/>
                  </a:lnTo>
                  <a:lnTo>
                    <a:pt x="123512" y="398361"/>
                  </a:lnTo>
                  <a:lnTo>
                    <a:pt x="125464" y="399100"/>
                  </a:lnTo>
                  <a:lnTo>
                    <a:pt x="124791" y="401052"/>
                  </a:lnTo>
                  <a:lnTo>
                    <a:pt x="124993" y="403070"/>
                  </a:lnTo>
                  <a:lnTo>
                    <a:pt x="124993" y="404146"/>
                  </a:lnTo>
                  <a:lnTo>
                    <a:pt x="124488" y="406400"/>
                  </a:lnTo>
                  <a:lnTo>
                    <a:pt x="123983" y="407477"/>
                  </a:lnTo>
                  <a:lnTo>
                    <a:pt x="123546" y="408419"/>
                  </a:lnTo>
                  <a:lnTo>
                    <a:pt x="123108" y="409798"/>
                  </a:lnTo>
                  <a:lnTo>
                    <a:pt x="122233" y="410874"/>
                  </a:lnTo>
                  <a:cubicBezTo>
                    <a:pt x="122233" y="410874"/>
                    <a:pt x="121661" y="411581"/>
                    <a:pt x="121291" y="411884"/>
                  </a:cubicBezTo>
                  <a:cubicBezTo>
                    <a:pt x="120921" y="412186"/>
                    <a:pt x="120046" y="413835"/>
                    <a:pt x="120046" y="413835"/>
                  </a:cubicBezTo>
                  <a:lnTo>
                    <a:pt x="119608" y="414709"/>
                  </a:lnTo>
                  <a:lnTo>
                    <a:pt x="118901" y="416156"/>
                  </a:lnTo>
                  <a:lnTo>
                    <a:pt x="118599" y="417300"/>
                  </a:lnTo>
                  <a:lnTo>
                    <a:pt x="118229" y="418612"/>
                  </a:lnTo>
                  <a:cubicBezTo>
                    <a:pt x="118229" y="418612"/>
                    <a:pt x="118229" y="419688"/>
                    <a:pt x="118363" y="420294"/>
                  </a:cubicBezTo>
                  <a:cubicBezTo>
                    <a:pt x="118498" y="420865"/>
                    <a:pt x="119440" y="422615"/>
                    <a:pt x="120012" y="422615"/>
                  </a:cubicBezTo>
                  <a:cubicBezTo>
                    <a:pt x="120584" y="422615"/>
                    <a:pt x="121897" y="422749"/>
                    <a:pt x="122839" y="422817"/>
                  </a:cubicBezTo>
                  <a:cubicBezTo>
                    <a:pt x="123781" y="422884"/>
                    <a:pt x="126104" y="423254"/>
                    <a:pt x="126104" y="423254"/>
                  </a:cubicBezTo>
                  <a:lnTo>
                    <a:pt x="126676" y="423826"/>
                  </a:lnTo>
                  <a:lnTo>
                    <a:pt x="128123" y="427459"/>
                  </a:lnTo>
                  <a:cubicBezTo>
                    <a:pt x="128123" y="427459"/>
                    <a:pt x="128493" y="428535"/>
                    <a:pt x="128695" y="428771"/>
                  </a:cubicBezTo>
                  <a:cubicBezTo>
                    <a:pt x="128897" y="428972"/>
                    <a:pt x="130142" y="430453"/>
                    <a:pt x="130714" y="429645"/>
                  </a:cubicBezTo>
                  <a:cubicBezTo>
                    <a:pt x="131286" y="428838"/>
                    <a:pt x="132161" y="428771"/>
                    <a:pt x="132363" y="427896"/>
                  </a:cubicBezTo>
                  <a:cubicBezTo>
                    <a:pt x="132599" y="427022"/>
                    <a:pt x="133676" y="425575"/>
                    <a:pt x="133676" y="425138"/>
                  </a:cubicBezTo>
                  <a:cubicBezTo>
                    <a:pt x="133676" y="424700"/>
                    <a:pt x="133912" y="424196"/>
                    <a:pt x="133676" y="423321"/>
                  </a:cubicBezTo>
                  <a:cubicBezTo>
                    <a:pt x="133474" y="422446"/>
                    <a:pt x="133508" y="422514"/>
                    <a:pt x="133777" y="421370"/>
                  </a:cubicBezTo>
                  <a:cubicBezTo>
                    <a:pt x="134046" y="420226"/>
                    <a:pt x="133575" y="420361"/>
                    <a:pt x="133777" y="419553"/>
                  </a:cubicBezTo>
                  <a:cubicBezTo>
                    <a:pt x="133979" y="418746"/>
                    <a:pt x="133878" y="417165"/>
                    <a:pt x="133878" y="417165"/>
                  </a:cubicBezTo>
                  <a:lnTo>
                    <a:pt x="132767" y="414911"/>
                  </a:lnTo>
                  <a:cubicBezTo>
                    <a:pt x="132767" y="414911"/>
                    <a:pt x="132633" y="413162"/>
                    <a:pt x="132464" y="412960"/>
                  </a:cubicBezTo>
                  <a:cubicBezTo>
                    <a:pt x="132330" y="412758"/>
                    <a:pt x="131959" y="410706"/>
                    <a:pt x="131959" y="410706"/>
                  </a:cubicBezTo>
                  <a:cubicBezTo>
                    <a:pt x="131959" y="410706"/>
                    <a:pt x="132700" y="409832"/>
                    <a:pt x="132902" y="409764"/>
                  </a:cubicBezTo>
                  <a:cubicBezTo>
                    <a:pt x="133138" y="409697"/>
                    <a:pt x="134282" y="410404"/>
                    <a:pt x="134282" y="410404"/>
                  </a:cubicBezTo>
                  <a:cubicBezTo>
                    <a:pt x="134282" y="410404"/>
                    <a:pt x="135594" y="410841"/>
                    <a:pt x="136166" y="411345"/>
                  </a:cubicBezTo>
                  <a:cubicBezTo>
                    <a:pt x="136739" y="411850"/>
                    <a:pt x="138421" y="412994"/>
                    <a:pt x="138926" y="413229"/>
                  </a:cubicBezTo>
                  <a:cubicBezTo>
                    <a:pt x="139431" y="413431"/>
                    <a:pt x="141551" y="413734"/>
                    <a:pt x="142123" y="413431"/>
                  </a:cubicBezTo>
                  <a:cubicBezTo>
                    <a:pt x="142695" y="413128"/>
                    <a:pt x="143873" y="411480"/>
                    <a:pt x="144277" y="410908"/>
                  </a:cubicBezTo>
                  <a:cubicBezTo>
                    <a:pt x="144715" y="410336"/>
                    <a:pt x="145287" y="410471"/>
                    <a:pt x="145657" y="409226"/>
                  </a:cubicBezTo>
                  <a:cubicBezTo>
                    <a:pt x="146027" y="407981"/>
                    <a:pt x="146229" y="407578"/>
                    <a:pt x="146027" y="405896"/>
                  </a:cubicBezTo>
                  <a:cubicBezTo>
                    <a:pt x="145825" y="404214"/>
                    <a:pt x="147743" y="405593"/>
                    <a:pt x="145219" y="403070"/>
                  </a:cubicBezTo>
                  <a:cubicBezTo>
                    <a:pt x="142695" y="400547"/>
                    <a:pt x="142460" y="400042"/>
                    <a:pt x="141585" y="399235"/>
                  </a:cubicBezTo>
                  <a:cubicBezTo>
                    <a:pt x="140710" y="398428"/>
                    <a:pt x="140138" y="398428"/>
                    <a:pt x="139868" y="397284"/>
                  </a:cubicBezTo>
                  <a:cubicBezTo>
                    <a:pt x="139565" y="396140"/>
                    <a:pt x="141450" y="394391"/>
                    <a:pt x="142460" y="393584"/>
                  </a:cubicBezTo>
                  <a:cubicBezTo>
                    <a:pt x="143470" y="392776"/>
                    <a:pt x="145724" y="391397"/>
                    <a:pt x="145926" y="391397"/>
                  </a:cubicBezTo>
                  <a:cubicBezTo>
                    <a:pt x="146128" y="391397"/>
                    <a:pt x="148013" y="390152"/>
                    <a:pt x="148013" y="390152"/>
                  </a:cubicBezTo>
                  <a:cubicBezTo>
                    <a:pt x="148013" y="390152"/>
                    <a:pt x="149460" y="389581"/>
                    <a:pt x="149763" y="389581"/>
                  </a:cubicBezTo>
                  <a:cubicBezTo>
                    <a:pt x="150066" y="389581"/>
                    <a:pt x="151715" y="390018"/>
                    <a:pt x="151715" y="390018"/>
                  </a:cubicBezTo>
                  <a:lnTo>
                    <a:pt x="155349" y="391700"/>
                  </a:lnTo>
                  <a:lnTo>
                    <a:pt x="156999" y="392574"/>
                  </a:lnTo>
                  <a:cubicBezTo>
                    <a:pt x="156999" y="392574"/>
                    <a:pt x="158177" y="391195"/>
                    <a:pt x="158378" y="390960"/>
                  </a:cubicBezTo>
                  <a:cubicBezTo>
                    <a:pt x="158580" y="390758"/>
                    <a:pt x="159253" y="388706"/>
                    <a:pt x="159253" y="387764"/>
                  </a:cubicBezTo>
                  <a:cubicBezTo>
                    <a:pt x="159253" y="386822"/>
                    <a:pt x="159826" y="385510"/>
                    <a:pt x="159826" y="385241"/>
                  </a:cubicBezTo>
                  <a:cubicBezTo>
                    <a:pt x="159826" y="384972"/>
                    <a:pt x="160465" y="383660"/>
                    <a:pt x="160465" y="383660"/>
                  </a:cubicBezTo>
                  <a:cubicBezTo>
                    <a:pt x="160465" y="383660"/>
                    <a:pt x="160768" y="383458"/>
                    <a:pt x="161475" y="383223"/>
                  </a:cubicBezTo>
                  <a:cubicBezTo>
                    <a:pt x="162181" y="382987"/>
                    <a:pt x="165883" y="381843"/>
                    <a:pt x="165883" y="381843"/>
                  </a:cubicBezTo>
                  <a:lnTo>
                    <a:pt x="169653" y="380599"/>
                  </a:lnTo>
                  <a:lnTo>
                    <a:pt x="174432" y="380599"/>
                  </a:lnTo>
                  <a:lnTo>
                    <a:pt x="179345" y="381339"/>
                  </a:lnTo>
                  <a:cubicBezTo>
                    <a:pt x="179345" y="381339"/>
                    <a:pt x="182239" y="385544"/>
                    <a:pt x="182542" y="386116"/>
                  </a:cubicBezTo>
                  <a:cubicBezTo>
                    <a:pt x="182845" y="386687"/>
                    <a:pt x="181802" y="389009"/>
                    <a:pt x="182542" y="389446"/>
                  </a:cubicBezTo>
                  <a:cubicBezTo>
                    <a:pt x="183249" y="389883"/>
                    <a:pt x="183990" y="393516"/>
                    <a:pt x="183990" y="393516"/>
                  </a:cubicBezTo>
                  <a:lnTo>
                    <a:pt x="185302" y="393954"/>
                  </a:lnTo>
                  <a:cubicBezTo>
                    <a:pt x="185302" y="393954"/>
                    <a:pt x="187052" y="393954"/>
                    <a:pt x="187624" y="393819"/>
                  </a:cubicBezTo>
                  <a:cubicBezTo>
                    <a:pt x="188196" y="393685"/>
                    <a:pt x="188768" y="392238"/>
                    <a:pt x="189206" y="391801"/>
                  </a:cubicBezTo>
                  <a:cubicBezTo>
                    <a:pt x="189643" y="391363"/>
                    <a:pt x="190653" y="389210"/>
                    <a:pt x="191225" y="388908"/>
                  </a:cubicBezTo>
                  <a:cubicBezTo>
                    <a:pt x="191797" y="388605"/>
                    <a:pt x="192538" y="387327"/>
                    <a:pt x="192538" y="387327"/>
                  </a:cubicBezTo>
                  <a:cubicBezTo>
                    <a:pt x="192538" y="387327"/>
                    <a:pt x="193682" y="385880"/>
                    <a:pt x="194288" y="385880"/>
                  </a:cubicBezTo>
                  <a:cubicBezTo>
                    <a:pt x="194860" y="385880"/>
                    <a:pt x="196745" y="384871"/>
                    <a:pt x="196745" y="384871"/>
                  </a:cubicBezTo>
                  <a:cubicBezTo>
                    <a:pt x="196745" y="384871"/>
                    <a:pt x="198629" y="383996"/>
                    <a:pt x="199201" y="383996"/>
                  </a:cubicBezTo>
                  <a:cubicBezTo>
                    <a:pt x="199774" y="383996"/>
                    <a:pt x="201221" y="382853"/>
                    <a:pt x="201658" y="382684"/>
                  </a:cubicBezTo>
                  <a:cubicBezTo>
                    <a:pt x="202096" y="382550"/>
                    <a:pt x="203745" y="380666"/>
                    <a:pt x="203745" y="380666"/>
                  </a:cubicBezTo>
                  <a:lnTo>
                    <a:pt x="204822" y="378479"/>
                  </a:lnTo>
                  <a:lnTo>
                    <a:pt x="204822" y="376293"/>
                  </a:lnTo>
                  <a:lnTo>
                    <a:pt x="204822" y="372828"/>
                  </a:lnTo>
                  <a:lnTo>
                    <a:pt x="203072" y="369498"/>
                  </a:lnTo>
                  <a:lnTo>
                    <a:pt x="199235" y="368623"/>
                  </a:lnTo>
                  <a:lnTo>
                    <a:pt x="197855" y="366033"/>
                  </a:lnTo>
                  <a:lnTo>
                    <a:pt x="197855" y="364149"/>
                  </a:lnTo>
                  <a:cubicBezTo>
                    <a:pt x="197855" y="364149"/>
                    <a:pt x="197283" y="360684"/>
                    <a:pt x="197283" y="360247"/>
                  </a:cubicBezTo>
                  <a:cubicBezTo>
                    <a:pt x="197283" y="359809"/>
                    <a:pt x="198158" y="355470"/>
                    <a:pt x="198158" y="355470"/>
                  </a:cubicBezTo>
                  <a:lnTo>
                    <a:pt x="198730" y="352846"/>
                  </a:lnTo>
                  <a:lnTo>
                    <a:pt x="201187" y="351837"/>
                  </a:lnTo>
                  <a:lnTo>
                    <a:pt x="204822" y="348809"/>
                  </a:lnTo>
                  <a:lnTo>
                    <a:pt x="206403" y="346051"/>
                  </a:lnTo>
                  <a:lnTo>
                    <a:pt x="208860" y="344167"/>
                  </a:lnTo>
                  <a:lnTo>
                    <a:pt x="210880" y="344167"/>
                  </a:lnTo>
                  <a:lnTo>
                    <a:pt x="213067" y="345042"/>
                  </a:lnTo>
                  <a:cubicBezTo>
                    <a:pt x="213067" y="345042"/>
                    <a:pt x="215524" y="346791"/>
                    <a:pt x="215961" y="346925"/>
                  </a:cubicBezTo>
                  <a:cubicBezTo>
                    <a:pt x="216399" y="347060"/>
                    <a:pt x="216971" y="347497"/>
                    <a:pt x="217274" y="347935"/>
                  </a:cubicBezTo>
                  <a:cubicBezTo>
                    <a:pt x="217577" y="348372"/>
                    <a:pt x="217409" y="348675"/>
                    <a:pt x="219596" y="349381"/>
                  </a:cubicBezTo>
                  <a:cubicBezTo>
                    <a:pt x="221784" y="350121"/>
                    <a:pt x="225250" y="350962"/>
                    <a:pt x="225250" y="350962"/>
                  </a:cubicBezTo>
                  <a:lnTo>
                    <a:pt x="227404" y="349314"/>
                  </a:lnTo>
                  <a:lnTo>
                    <a:pt x="229188" y="347834"/>
                  </a:lnTo>
                  <a:cubicBezTo>
                    <a:pt x="229188" y="347834"/>
                    <a:pt x="230332" y="347396"/>
                    <a:pt x="230500" y="347329"/>
                  </a:cubicBezTo>
                  <a:cubicBezTo>
                    <a:pt x="230668" y="347262"/>
                    <a:pt x="233058" y="347228"/>
                    <a:pt x="233058" y="347228"/>
                  </a:cubicBezTo>
                  <a:cubicBezTo>
                    <a:pt x="233058" y="347228"/>
                    <a:pt x="234909" y="347834"/>
                    <a:pt x="235111" y="347935"/>
                  </a:cubicBezTo>
                  <a:cubicBezTo>
                    <a:pt x="235313" y="348036"/>
                    <a:pt x="236457" y="349011"/>
                    <a:pt x="236457" y="349011"/>
                  </a:cubicBezTo>
                  <a:lnTo>
                    <a:pt x="237130" y="351130"/>
                  </a:lnTo>
                  <a:lnTo>
                    <a:pt x="237803" y="353149"/>
                  </a:lnTo>
                  <a:lnTo>
                    <a:pt x="237803" y="355436"/>
                  </a:lnTo>
                  <a:cubicBezTo>
                    <a:pt x="237803" y="355436"/>
                    <a:pt x="238409" y="357892"/>
                    <a:pt x="238409" y="358094"/>
                  </a:cubicBezTo>
                  <a:cubicBezTo>
                    <a:pt x="238409" y="358296"/>
                    <a:pt x="238072" y="359776"/>
                    <a:pt x="238072" y="359944"/>
                  </a:cubicBezTo>
                  <a:cubicBezTo>
                    <a:pt x="238072" y="360112"/>
                    <a:pt x="237837" y="361626"/>
                    <a:pt x="237837" y="361626"/>
                  </a:cubicBezTo>
                  <a:lnTo>
                    <a:pt x="237837" y="362400"/>
                  </a:lnTo>
                  <a:lnTo>
                    <a:pt x="237197" y="364956"/>
                  </a:lnTo>
                  <a:lnTo>
                    <a:pt x="237534" y="366537"/>
                  </a:lnTo>
                  <a:lnTo>
                    <a:pt x="238173" y="368455"/>
                  </a:lnTo>
                  <a:lnTo>
                    <a:pt x="238880" y="370036"/>
                  </a:lnTo>
                  <a:lnTo>
                    <a:pt x="240395" y="371785"/>
                  </a:lnTo>
                  <a:lnTo>
                    <a:pt x="241539" y="371953"/>
                  </a:lnTo>
                  <a:lnTo>
                    <a:pt x="244366" y="372660"/>
                  </a:lnTo>
                  <a:cubicBezTo>
                    <a:pt x="244366" y="372660"/>
                    <a:pt x="245005" y="372828"/>
                    <a:pt x="245678" y="372559"/>
                  </a:cubicBezTo>
                  <a:cubicBezTo>
                    <a:pt x="246318" y="372290"/>
                    <a:pt x="248034" y="371348"/>
                    <a:pt x="248169" y="370776"/>
                  </a:cubicBezTo>
                  <a:cubicBezTo>
                    <a:pt x="248337" y="370170"/>
                    <a:pt x="248977" y="369094"/>
                    <a:pt x="249212" y="368993"/>
                  </a:cubicBezTo>
                  <a:cubicBezTo>
                    <a:pt x="249414" y="368892"/>
                    <a:pt x="250289" y="368623"/>
                    <a:pt x="250996" y="368186"/>
                  </a:cubicBezTo>
                  <a:cubicBezTo>
                    <a:pt x="251703" y="367748"/>
                    <a:pt x="252914" y="366134"/>
                    <a:pt x="252914" y="366134"/>
                  </a:cubicBezTo>
                  <a:lnTo>
                    <a:pt x="257996" y="365764"/>
                  </a:lnTo>
                  <a:lnTo>
                    <a:pt x="260318" y="364519"/>
                  </a:lnTo>
                  <a:cubicBezTo>
                    <a:pt x="260318" y="364519"/>
                    <a:pt x="261765" y="362837"/>
                    <a:pt x="262270" y="362501"/>
                  </a:cubicBezTo>
                  <a:cubicBezTo>
                    <a:pt x="262775" y="362131"/>
                    <a:pt x="264357" y="360987"/>
                    <a:pt x="264727" y="360920"/>
                  </a:cubicBezTo>
                  <a:cubicBezTo>
                    <a:pt x="265097" y="360852"/>
                    <a:pt x="267621" y="360785"/>
                    <a:pt x="267857" y="360785"/>
                  </a:cubicBezTo>
                  <a:cubicBezTo>
                    <a:pt x="268059" y="360785"/>
                    <a:pt x="270112" y="361727"/>
                    <a:pt x="270616" y="361794"/>
                  </a:cubicBezTo>
                  <a:cubicBezTo>
                    <a:pt x="271121" y="361861"/>
                    <a:pt x="273679" y="362938"/>
                    <a:pt x="273948" y="363039"/>
                  </a:cubicBezTo>
                  <a:cubicBezTo>
                    <a:pt x="274251" y="363106"/>
                    <a:pt x="275463" y="363409"/>
                    <a:pt x="276405" y="363409"/>
                  </a:cubicBezTo>
                  <a:cubicBezTo>
                    <a:pt x="277347" y="363409"/>
                    <a:pt x="279299" y="363712"/>
                    <a:pt x="279737" y="363611"/>
                  </a:cubicBezTo>
                  <a:cubicBezTo>
                    <a:pt x="280174" y="363543"/>
                    <a:pt x="281184" y="362669"/>
                    <a:pt x="281992" y="362299"/>
                  </a:cubicBezTo>
                  <a:cubicBezTo>
                    <a:pt x="282799" y="361929"/>
                    <a:pt x="283944" y="360920"/>
                    <a:pt x="284246" y="360920"/>
                  </a:cubicBezTo>
                  <a:cubicBezTo>
                    <a:pt x="284516" y="360920"/>
                    <a:pt x="285896" y="360987"/>
                    <a:pt x="286198" y="360987"/>
                  </a:cubicBezTo>
                  <a:cubicBezTo>
                    <a:pt x="286468" y="360987"/>
                    <a:pt x="287949" y="362299"/>
                    <a:pt x="287949" y="362299"/>
                  </a:cubicBezTo>
                  <a:cubicBezTo>
                    <a:pt x="287949" y="362299"/>
                    <a:pt x="289396" y="364317"/>
                    <a:pt x="289396" y="364620"/>
                  </a:cubicBezTo>
                  <a:cubicBezTo>
                    <a:pt x="289396" y="364923"/>
                    <a:pt x="289766" y="367076"/>
                    <a:pt x="289833" y="367446"/>
                  </a:cubicBezTo>
                  <a:cubicBezTo>
                    <a:pt x="289900" y="367816"/>
                    <a:pt x="289833" y="369464"/>
                    <a:pt x="289833" y="369699"/>
                  </a:cubicBezTo>
                  <a:cubicBezTo>
                    <a:pt x="289833" y="369901"/>
                    <a:pt x="291617" y="374039"/>
                    <a:pt x="291617" y="374342"/>
                  </a:cubicBezTo>
                  <a:cubicBezTo>
                    <a:pt x="291617" y="374645"/>
                    <a:pt x="291785" y="377235"/>
                    <a:pt x="291785" y="377470"/>
                  </a:cubicBezTo>
                  <a:cubicBezTo>
                    <a:pt x="291785" y="377706"/>
                    <a:pt x="291785" y="379926"/>
                    <a:pt x="291785" y="379926"/>
                  </a:cubicBezTo>
                  <a:cubicBezTo>
                    <a:pt x="291785" y="379926"/>
                    <a:pt x="291045" y="381675"/>
                    <a:pt x="290540" y="381810"/>
                  </a:cubicBezTo>
                  <a:cubicBezTo>
                    <a:pt x="290035" y="381944"/>
                    <a:pt x="289429" y="382684"/>
                    <a:pt x="289429" y="382953"/>
                  </a:cubicBezTo>
                  <a:cubicBezTo>
                    <a:pt x="289429" y="383256"/>
                    <a:pt x="290809" y="387158"/>
                    <a:pt x="290809" y="387158"/>
                  </a:cubicBezTo>
                  <a:lnTo>
                    <a:pt x="293434" y="392003"/>
                  </a:lnTo>
                  <a:lnTo>
                    <a:pt x="294814" y="393886"/>
                  </a:lnTo>
                  <a:lnTo>
                    <a:pt x="295756" y="397150"/>
                  </a:lnTo>
                  <a:lnTo>
                    <a:pt x="293737" y="399403"/>
                  </a:lnTo>
                  <a:lnTo>
                    <a:pt x="291550" y="401489"/>
                  </a:lnTo>
                  <a:lnTo>
                    <a:pt x="290877" y="403945"/>
                  </a:lnTo>
                  <a:lnTo>
                    <a:pt x="292021" y="407275"/>
                  </a:lnTo>
                  <a:lnTo>
                    <a:pt x="295723" y="410908"/>
                  </a:lnTo>
                  <a:lnTo>
                    <a:pt x="299795" y="414911"/>
                  </a:lnTo>
                  <a:lnTo>
                    <a:pt x="303867" y="417737"/>
                  </a:lnTo>
                  <a:cubicBezTo>
                    <a:pt x="303867" y="417737"/>
                    <a:pt x="306997" y="418107"/>
                    <a:pt x="307502" y="418107"/>
                  </a:cubicBezTo>
                  <a:cubicBezTo>
                    <a:pt x="308007" y="418107"/>
                    <a:pt x="308646" y="415920"/>
                    <a:pt x="308882" y="415786"/>
                  </a:cubicBezTo>
                  <a:cubicBezTo>
                    <a:pt x="309084" y="415651"/>
                    <a:pt x="309319" y="414777"/>
                    <a:pt x="309689" y="414036"/>
                  </a:cubicBezTo>
                  <a:cubicBezTo>
                    <a:pt x="310060" y="413297"/>
                    <a:pt x="310632" y="411581"/>
                    <a:pt x="310699" y="411345"/>
                  </a:cubicBezTo>
                  <a:cubicBezTo>
                    <a:pt x="310766" y="411110"/>
                    <a:pt x="310699" y="410101"/>
                    <a:pt x="310699" y="409663"/>
                  </a:cubicBezTo>
                  <a:cubicBezTo>
                    <a:pt x="310699" y="409226"/>
                    <a:pt x="310901" y="408722"/>
                    <a:pt x="311069" y="407712"/>
                  </a:cubicBezTo>
                  <a:cubicBezTo>
                    <a:pt x="311204" y="406703"/>
                    <a:pt x="311877" y="405694"/>
                    <a:pt x="312213" y="405189"/>
                  </a:cubicBezTo>
                  <a:cubicBezTo>
                    <a:pt x="312584" y="404685"/>
                    <a:pt x="314031" y="403171"/>
                    <a:pt x="314031" y="403171"/>
                  </a:cubicBezTo>
                  <a:cubicBezTo>
                    <a:pt x="314031" y="403171"/>
                    <a:pt x="315781" y="403474"/>
                    <a:pt x="316622" y="403541"/>
                  </a:cubicBezTo>
                  <a:cubicBezTo>
                    <a:pt x="317497" y="403608"/>
                    <a:pt x="319382" y="404416"/>
                    <a:pt x="319584" y="404550"/>
                  </a:cubicBezTo>
                  <a:cubicBezTo>
                    <a:pt x="319819" y="404685"/>
                    <a:pt x="322848" y="407309"/>
                    <a:pt x="322848" y="407309"/>
                  </a:cubicBezTo>
                  <a:lnTo>
                    <a:pt x="323050" y="409630"/>
                  </a:lnTo>
                  <a:lnTo>
                    <a:pt x="323050" y="412960"/>
                  </a:lnTo>
                  <a:lnTo>
                    <a:pt x="322343" y="417602"/>
                  </a:lnTo>
                  <a:cubicBezTo>
                    <a:pt x="322343" y="417602"/>
                    <a:pt x="321973" y="418612"/>
                    <a:pt x="321603" y="418914"/>
                  </a:cubicBezTo>
                  <a:cubicBezTo>
                    <a:pt x="321233" y="419217"/>
                    <a:pt x="319920" y="420865"/>
                    <a:pt x="319853" y="421101"/>
                  </a:cubicBezTo>
                  <a:cubicBezTo>
                    <a:pt x="319786" y="421303"/>
                    <a:pt x="318271" y="422110"/>
                    <a:pt x="317968" y="422177"/>
                  </a:cubicBezTo>
                  <a:cubicBezTo>
                    <a:pt x="317665" y="422245"/>
                    <a:pt x="316656" y="424061"/>
                    <a:pt x="316656" y="424061"/>
                  </a:cubicBezTo>
                  <a:lnTo>
                    <a:pt x="315714" y="425508"/>
                  </a:lnTo>
                  <a:lnTo>
                    <a:pt x="314872" y="429914"/>
                  </a:lnTo>
                  <a:lnTo>
                    <a:pt x="314098" y="433615"/>
                  </a:lnTo>
                  <a:lnTo>
                    <a:pt x="314435" y="436979"/>
                  </a:lnTo>
                  <a:lnTo>
                    <a:pt x="314098" y="442428"/>
                  </a:lnTo>
                  <a:cubicBezTo>
                    <a:pt x="314098" y="442428"/>
                    <a:pt x="316050" y="445355"/>
                    <a:pt x="316488" y="445490"/>
                  </a:cubicBezTo>
                  <a:cubicBezTo>
                    <a:pt x="316925" y="445590"/>
                    <a:pt x="321267" y="446028"/>
                    <a:pt x="321704" y="446028"/>
                  </a:cubicBezTo>
                  <a:cubicBezTo>
                    <a:pt x="322142" y="446028"/>
                    <a:pt x="323017" y="444615"/>
                    <a:pt x="323017" y="444615"/>
                  </a:cubicBezTo>
                  <a:lnTo>
                    <a:pt x="323017" y="442563"/>
                  </a:lnTo>
                  <a:cubicBezTo>
                    <a:pt x="323017" y="442563"/>
                    <a:pt x="323117" y="439535"/>
                    <a:pt x="323017" y="439199"/>
                  </a:cubicBezTo>
                  <a:cubicBezTo>
                    <a:pt x="322916" y="438863"/>
                    <a:pt x="323420" y="438425"/>
                    <a:pt x="323050" y="437988"/>
                  </a:cubicBezTo>
                  <a:cubicBezTo>
                    <a:pt x="322680" y="437551"/>
                    <a:pt x="322243" y="436474"/>
                    <a:pt x="322142" y="436138"/>
                  </a:cubicBezTo>
                  <a:cubicBezTo>
                    <a:pt x="322041" y="435801"/>
                    <a:pt x="322041" y="433749"/>
                    <a:pt x="322041" y="433749"/>
                  </a:cubicBezTo>
                  <a:lnTo>
                    <a:pt x="322377" y="433110"/>
                  </a:lnTo>
                  <a:cubicBezTo>
                    <a:pt x="322377" y="433110"/>
                    <a:pt x="324127" y="432236"/>
                    <a:pt x="324430" y="432236"/>
                  </a:cubicBezTo>
                  <a:cubicBezTo>
                    <a:pt x="324767" y="432236"/>
                    <a:pt x="326281" y="431462"/>
                    <a:pt x="326281" y="431462"/>
                  </a:cubicBezTo>
                  <a:lnTo>
                    <a:pt x="328570" y="430823"/>
                  </a:lnTo>
                  <a:lnTo>
                    <a:pt x="331195" y="433110"/>
                  </a:lnTo>
                  <a:lnTo>
                    <a:pt x="332507" y="435297"/>
                  </a:lnTo>
                  <a:lnTo>
                    <a:pt x="333147" y="437349"/>
                  </a:lnTo>
                  <a:cubicBezTo>
                    <a:pt x="333147" y="437349"/>
                    <a:pt x="332911" y="438762"/>
                    <a:pt x="333147" y="439401"/>
                  </a:cubicBezTo>
                  <a:cubicBezTo>
                    <a:pt x="333349" y="440040"/>
                    <a:pt x="333147" y="444615"/>
                    <a:pt x="333147" y="444615"/>
                  </a:cubicBezTo>
                  <a:cubicBezTo>
                    <a:pt x="333147" y="444615"/>
                    <a:pt x="333349" y="446364"/>
                    <a:pt x="333248" y="447441"/>
                  </a:cubicBezTo>
                  <a:cubicBezTo>
                    <a:pt x="333147" y="448517"/>
                    <a:pt x="333079" y="450603"/>
                    <a:pt x="332844" y="451040"/>
                  </a:cubicBezTo>
                  <a:cubicBezTo>
                    <a:pt x="332608" y="451477"/>
                    <a:pt x="331733" y="454303"/>
                    <a:pt x="331733" y="454303"/>
                  </a:cubicBezTo>
                  <a:lnTo>
                    <a:pt x="331733" y="458205"/>
                  </a:lnTo>
                  <a:cubicBezTo>
                    <a:pt x="331733" y="458205"/>
                    <a:pt x="333517" y="459618"/>
                    <a:pt x="333281" y="459955"/>
                  </a:cubicBezTo>
                  <a:cubicBezTo>
                    <a:pt x="333046" y="460291"/>
                    <a:pt x="333685" y="461132"/>
                    <a:pt x="334998" y="460493"/>
                  </a:cubicBezTo>
                  <a:cubicBezTo>
                    <a:pt x="336478" y="459820"/>
                    <a:pt x="337757" y="459383"/>
                    <a:pt x="338195" y="458407"/>
                  </a:cubicBezTo>
                  <a:close/>
                </a:path>
              </a:pathLst>
            </a:custGeom>
            <a:grpFill/>
            <a:ln w="6350" cap="flat">
              <a:solidFill>
                <a:schemeClr val="bg1"/>
              </a:solidFill>
              <a:prstDash val="solid"/>
              <a:miter/>
            </a:ln>
          </p:spPr>
          <p:txBody>
            <a:bodyPr rtlCol="0" anchor="ctr"/>
            <a:lstStyle/>
            <a:p>
              <a:endParaRPr lang="en-US"/>
            </a:p>
          </p:txBody>
        </p:sp>
        <p:grpSp>
          <p:nvGrpSpPr>
            <p:cNvPr id="179" name="Graphic 11">
              <a:extLst>
                <a:ext uri="{FF2B5EF4-FFF2-40B4-BE49-F238E27FC236}">
                  <a16:creationId xmlns:a16="http://schemas.microsoft.com/office/drawing/2014/main" id="{8E3281D4-DAFD-4291-7775-5D30766D5F5A}"/>
                </a:ext>
              </a:extLst>
            </p:cNvPr>
            <p:cNvGrpSpPr/>
            <p:nvPr/>
          </p:nvGrpSpPr>
          <p:grpSpPr>
            <a:xfrm>
              <a:off x="7980671" y="2609627"/>
              <a:ext cx="363191" cy="236874"/>
              <a:chOff x="5630369" y="1818222"/>
              <a:chExt cx="697289" cy="454774"/>
            </a:xfrm>
            <a:grpFill/>
          </p:grpSpPr>
          <p:sp>
            <p:nvSpPr>
              <p:cNvPr id="214" name="Freeform 931">
                <a:extLst>
                  <a:ext uri="{FF2B5EF4-FFF2-40B4-BE49-F238E27FC236}">
                    <a16:creationId xmlns:a16="http://schemas.microsoft.com/office/drawing/2014/main" id="{A6808B62-7336-6F35-68A5-B69FB617B9B3}"/>
                  </a:ext>
                </a:extLst>
              </p:cNvPr>
              <p:cNvSpPr/>
              <p:nvPr/>
            </p:nvSpPr>
            <p:spPr>
              <a:xfrm>
                <a:off x="6126606" y="1832384"/>
                <a:ext cx="18576" cy="21899"/>
              </a:xfrm>
              <a:custGeom>
                <a:avLst/>
                <a:gdLst>
                  <a:gd name="connsiteX0" fmla="*/ 2322 w 18576"/>
                  <a:gd name="connsiteY0" fmla="*/ 13052 h 21899"/>
                  <a:gd name="connsiteX1" fmla="*/ 2793 w 18576"/>
                  <a:gd name="connsiteY1" fmla="*/ 13624 h 21899"/>
                  <a:gd name="connsiteX2" fmla="*/ 9154 w 18576"/>
                  <a:gd name="connsiteY2" fmla="*/ 21899 h 21899"/>
                  <a:gd name="connsiteX3" fmla="*/ 17029 w 18576"/>
                  <a:gd name="connsiteY3" fmla="*/ 17627 h 21899"/>
                  <a:gd name="connsiteX4" fmla="*/ 18577 w 18576"/>
                  <a:gd name="connsiteY4" fmla="*/ 11303 h 21899"/>
                  <a:gd name="connsiteX5" fmla="*/ 18577 w 18576"/>
                  <a:gd name="connsiteY5" fmla="*/ 5517 h 21899"/>
                  <a:gd name="connsiteX6" fmla="*/ 10433 w 18576"/>
                  <a:gd name="connsiteY6" fmla="*/ 1749 h 21899"/>
                  <a:gd name="connsiteX7" fmla="*/ 2322 w 18576"/>
                  <a:gd name="connsiteY7" fmla="*/ 0 h 21899"/>
                  <a:gd name="connsiteX8" fmla="*/ 0 w 18576"/>
                  <a:gd name="connsiteY8" fmla="*/ 5820 h 2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6" h="21899">
                    <a:moveTo>
                      <a:pt x="2322" y="13052"/>
                    </a:moveTo>
                    <a:lnTo>
                      <a:pt x="2793" y="13624"/>
                    </a:lnTo>
                    <a:lnTo>
                      <a:pt x="9154" y="21899"/>
                    </a:lnTo>
                    <a:lnTo>
                      <a:pt x="17029" y="17627"/>
                    </a:lnTo>
                    <a:lnTo>
                      <a:pt x="18577" y="11303"/>
                    </a:lnTo>
                    <a:lnTo>
                      <a:pt x="18577" y="5517"/>
                    </a:lnTo>
                    <a:lnTo>
                      <a:pt x="10433" y="1749"/>
                    </a:lnTo>
                    <a:lnTo>
                      <a:pt x="2322" y="0"/>
                    </a:lnTo>
                    <a:lnTo>
                      <a:pt x="0" y="5820"/>
                    </a:lnTo>
                    <a:close/>
                  </a:path>
                </a:pathLst>
              </a:custGeom>
              <a:grpFill/>
              <a:ln w="6350" cap="flat">
                <a:solidFill>
                  <a:schemeClr val="bg1"/>
                </a:solidFill>
                <a:prstDash val="solid"/>
                <a:miter/>
              </a:ln>
            </p:spPr>
            <p:txBody>
              <a:bodyPr rtlCol="0" anchor="ctr"/>
              <a:lstStyle/>
              <a:p>
                <a:endParaRPr lang="en-US"/>
              </a:p>
            </p:txBody>
          </p:sp>
          <p:sp>
            <p:nvSpPr>
              <p:cNvPr id="215" name="Freeform 932">
                <a:extLst>
                  <a:ext uri="{FF2B5EF4-FFF2-40B4-BE49-F238E27FC236}">
                    <a16:creationId xmlns:a16="http://schemas.microsoft.com/office/drawing/2014/main" id="{4D95E627-B3C2-0095-0D1C-84EE5A19E042}"/>
                  </a:ext>
                </a:extLst>
              </p:cNvPr>
              <p:cNvSpPr/>
              <p:nvPr/>
            </p:nvSpPr>
            <p:spPr>
              <a:xfrm>
                <a:off x="6131250" y="1818222"/>
                <a:ext cx="6663" cy="8376"/>
              </a:xfrm>
              <a:custGeom>
                <a:avLst/>
                <a:gdLst>
                  <a:gd name="connsiteX0" fmla="*/ 0 w 6663"/>
                  <a:gd name="connsiteY0" fmla="*/ 8376 h 8376"/>
                  <a:gd name="connsiteX1" fmla="*/ 4375 w 6663"/>
                  <a:gd name="connsiteY1" fmla="*/ 8376 h 8376"/>
                  <a:gd name="connsiteX2" fmla="*/ 6664 w 6663"/>
                  <a:gd name="connsiteY2" fmla="*/ 2893 h 8376"/>
                  <a:gd name="connsiteX3" fmla="*/ 3332 w 6663"/>
                  <a:gd name="connsiteY3" fmla="*/ 0 h 8376"/>
                  <a:gd name="connsiteX4" fmla="*/ 0 w 6663"/>
                  <a:gd name="connsiteY4" fmla="*/ 4171 h 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 h="8376">
                    <a:moveTo>
                      <a:pt x="0" y="8376"/>
                    </a:moveTo>
                    <a:lnTo>
                      <a:pt x="4375" y="8376"/>
                    </a:lnTo>
                    <a:lnTo>
                      <a:pt x="6664" y="2893"/>
                    </a:lnTo>
                    <a:lnTo>
                      <a:pt x="3332" y="0"/>
                    </a:lnTo>
                    <a:lnTo>
                      <a:pt x="0" y="4171"/>
                    </a:lnTo>
                    <a:close/>
                  </a:path>
                </a:pathLst>
              </a:custGeom>
              <a:grpFill/>
              <a:ln w="6350" cap="flat">
                <a:solidFill>
                  <a:schemeClr val="bg1"/>
                </a:solidFill>
                <a:prstDash val="solid"/>
                <a:miter/>
              </a:ln>
            </p:spPr>
            <p:txBody>
              <a:bodyPr rtlCol="0" anchor="ctr"/>
              <a:lstStyle/>
              <a:p>
                <a:endParaRPr lang="en-US"/>
              </a:p>
            </p:txBody>
          </p:sp>
          <p:sp>
            <p:nvSpPr>
              <p:cNvPr id="216" name="Freeform 933">
                <a:extLst>
                  <a:ext uri="{FF2B5EF4-FFF2-40B4-BE49-F238E27FC236}">
                    <a16:creationId xmlns:a16="http://schemas.microsoft.com/office/drawing/2014/main" id="{AB389446-3972-048E-366C-DE5C22EF6461}"/>
                  </a:ext>
                </a:extLst>
              </p:cNvPr>
              <p:cNvSpPr/>
              <p:nvPr/>
            </p:nvSpPr>
            <p:spPr>
              <a:xfrm>
                <a:off x="5630369" y="1836959"/>
                <a:ext cx="697289" cy="436036"/>
              </a:xfrm>
              <a:custGeom>
                <a:avLst/>
                <a:gdLst>
                  <a:gd name="connsiteX0" fmla="*/ 695977 w 697289"/>
                  <a:gd name="connsiteY0" fmla="*/ 49820 h 436036"/>
                  <a:gd name="connsiteX1" fmla="*/ 693688 w 697289"/>
                  <a:gd name="connsiteY1" fmla="*/ 49618 h 436036"/>
                  <a:gd name="connsiteX2" fmla="*/ 689347 w 697289"/>
                  <a:gd name="connsiteY2" fmla="*/ 51368 h 436036"/>
                  <a:gd name="connsiteX3" fmla="*/ 686318 w 697289"/>
                  <a:gd name="connsiteY3" fmla="*/ 52007 h 436036"/>
                  <a:gd name="connsiteX4" fmla="*/ 680025 w 697289"/>
                  <a:gd name="connsiteY4" fmla="*/ 55270 h 436036"/>
                  <a:gd name="connsiteX5" fmla="*/ 675448 w 697289"/>
                  <a:gd name="connsiteY5" fmla="*/ 57221 h 436036"/>
                  <a:gd name="connsiteX6" fmla="*/ 667404 w 697289"/>
                  <a:gd name="connsiteY6" fmla="*/ 58096 h 436036"/>
                  <a:gd name="connsiteX7" fmla="*/ 662625 w 697289"/>
                  <a:gd name="connsiteY7" fmla="*/ 56582 h 436036"/>
                  <a:gd name="connsiteX8" fmla="*/ 662625 w 697289"/>
                  <a:gd name="connsiteY8" fmla="*/ 49618 h 436036"/>
                  <a:gd name="connsiteX9" fmla="*/ 662625 w 697289"/>
                  <a:gd name="connsiteY9" fmla="*/ 44169 h 436036"/>
                  <a:gd name="connsiteX10" fmla="*/ 658721 w 697289"/>
                  <a:gd name="connsiteY10" fmla="*/ 41141 h 436036"/>
                  <a:gd name="connsiteX11" fmla="*/ 655894 w 697289"/>
                  <a:gd name="connsiteY11" fmla="*/ 43765 h 436036"/>
                  <a:gd name="connsiteX12" fmla="*/ 651317 w 697289"/>
                  <a:gd name="connsiteY12" fmla="*/ 45279 h 436036"/>
                  <a:gd name="connsiteX13" fmla="*/ 648928 w 697289"/>
                  <a:gd name="connsiteY13" fmla="*/ 42251 h 436036"/>
                  <a:gd name="connsiteX14" fmla="*/ 647178 w 697289"/>
                  <a:gd name="connsiteY14" fmla="*/ 38988 h 436036"/>
                  <a:gd name="connsiteX15" fmla="*/ 642029 w 697289"/>
                  <a:gd name="connsiteY15" fmla="*/ 39056 h 436036"/>
                  <a:gd name="connsiteX16" fmla="*/ 638057 w 697289"/>
                  <a:gd name="connsiteY16" fmla="*/ 39863 h 436036"/>
                  <a:gd name="connsiteX17" fmla="*/ 633480 w 697289"/>
                  <a:gd name="connsiteY17" fmla="*/ 42251 h 436036"/>
                  <a:gd name="connsiteX18" fmla="*/ 629778 w 697289"/>
                  <a:gd name="connsiteY18" fmla="*/ 44135 h 436036"/>
                  <a:gd name="connsiteX19" fmla="*/ 627086 w 697289"/>
                  <a:gd name="connsiteY19" fmla="*/ 47533 h 436036"/>
                  <a:gd name="connsiteX20" fmla="*/ 624562 w 697289"/>
                  <a:gd name="connsiteY20" fmla="*/ 51738 h 436036"/>
                  <a:gd name="connsiteX21" fmla="*/ 623485 w 697289"/>
                  <a:gd name="connsiteY21" fmla="*/ 53992 h 436036"/>
                  <a:gd name="connsiteX22" fmla="*/ 619345 w 697289"/>
                  <a:gd name="connsiteY22" fmla="*/ 53992 h 436036"/>
                  <a:gd name="connsiteX23" fmla="*/ 614331 w 697289"/>
                  <a:gd name="connsiteY23" fmla="*/ 54631 h 436036"/>
                  <a:gd name="connsiteX24" fmla="*/ 609350 w 697289"/>
                  <a:gd name="connsiteY24" fmla="*/ 55505 h 436036"/>
                  <a:gd name="connsiteX25" fmla="*/ 605446 w 697289"/>
                  <a:gd name="connsiteY25" fmla="*/ 56380 h 436036"/>
                  <a:gd name="connsiteX26" fmla="*/ 601307 w 697289"/>
                  <a:gd name="connsiteY26" fmla="*/ 57457 h 436036"/>
                  <a:gd name="connsiteX27" fmla="*/ 598042 w 697289"/>
                  <a:gd name="connsiteY27" fmla="*/ 58970 h 436036"/>
                  <a:gd name="connsiteX28" fmla="*/ 594138 w 697289"/>
                  <a:gd name="connsiteY28" fmla="*/ 59172 h 436036"/>
                  <a:gd name="connsiteX29" fmla="*/ 588686 w 697289"/>
                  <a:gd name="connsiteY29" fmla="*/ 58533 h 436036"/>
                  <a:gd name="connsiteX30" fmla="*/ 585657 w 697289"/>
                  <a:gd name="connsiteY30" fmla="*/ 55909 h 436036"/>
                  <a:gd name="connsiteX31" fmla="*/ 583469 w 697289"/>
                  <a:gd name="connsiteY31" fmla="*/ 53756 h 436036"/>
                  <a:gd name="connsiteX32" fmla="*/ 581518 w 697289"/>
                  <a:gd name="connsiteY32" fmla="*/ 50930 h 436036"/>
                  <a:gd name="connsiteX33" fmla="*/ 579128 w 697289"/>
                  <a:gd name="connsiteY33" fmla="*/ 47903 h 436036"/>
                  <a:gd name="connsiteX34" fmla="*/ 577378 w 697289"/>
                  <a:gd name="connsiteY34" fmla="*/ 44438 h 436036"/>
                  <a:gd name="connsiteX35" fmla="*/ 577378 w 697289"/>
                  <a:gd name="connsiteY35" fmla="*/ 40973 h 436036"/>
                  <a:gd name="connsiteX36" fmla="*/ 577378 w 697289"/>
                  <a:gd name="connsiteY36" fmla="*/ 37710 h 436036"/>
                  <a:gd name="connsiteX37" fmla="*/ 575662 w 697289"/>
                  <a:gd name="connsiteY37" fmla="*/ 37508 h 436036"/>
                  <a:gd name="connsiteX38" fmla="*/ 573912 w 697289"/>
                  <a:gd name="connsiteY38" fmla="*/ 38147 h 436036"/>
                  <a:gd name="connsiteX39" fmla="*/ 572162 w 697289"/>
                  <a:gd name="connsiteY39" fmla="*/ 40973 h 436036"/>
                  <a:gd name="connsiteX40" fmla="*/ 572162 w 697289"/>
                  <a:gd name="connsiteY40" fmla="*/ 44001 h 436036"/>
                  <a:gd name="connsiteX41" fmla="*/ 571287 w 697289"/>
                  <a:gd name="connsiteY41" fmla="*/ 48777 h 436036"/>
                  <a:gd name="connsiteX42" fmla="*/ 567147 w 697289"/>
                  <a:gd name="connsiteY42" fmla="*/ 48777 h 436036"/>
                  <a:gd name="connsiteX43" fmla="*/ 564959 w 697289"/>
                  <a:gd name="connsiteY43" fmla="*/ 48004 h 436036"/>
                  <a:gd name="connsiteX44" fmla="*/ 560618 w 697289"/>
                  <a:gd name="connsiteY44" fmla="*/ 44842 h 436036"/>
                  <a:gd name="connsiteX45" fmla="*/ 555839 w 697289"/>
                  <a:gd name="connsiteY45" fmla="*/ 44203 h 436036"/>
                  <a:gd name="connsiteX46" fmla="*/ 553652 w 697289"/>
                  <a:gd name="connsiteY46" fmla="*/ 41579 h 436036"/>
                  <a:gd name="connsiteX47" fmla="*/ 554729 w 697289"/>
                  <a:gd name="connsiteY47" fmla="*/ 35725 h 436036"/>
                  <a:gd name="connsiteX48" fmla="*/ 554729 w 697289"/>
                  <a:gd name="connsiteY48" fmla="*/ 33976 h 436036"/>
                  <a:gd name="connsiteX49" fmla="*/ 552878 w 697289"/>
                  <a:gd name="connsiteY49" fmla="*/ 30074 h 436036"/>
                  <a:gd name="connsiteX50" fmla="*/ 549950 w 697289"/>
                  <a:gd name="connsiteY50" fmla="*/ 29637 h 436036"/>
                  <a:gd name="connsiteX51" fmla="*/ 547123 w 697289"/>
                  <a:gd name="connsiteY51" fmla="*/ 29199 h 436036"/>
                  <a:gd name="connsiteX52" fmla="*/ 540829 w 697289"/>
                  <a:gd name="connsiteY52" fmla="*/ 27685 h 436036"/>
                  <a:gd name="connsiteX53" fmla="*/ 536488 w 697289"/>
                  <a:gd name="connsiteY53" fmla="*/ 25095 h 436036"/>
                  <a:gd name="connsiteX54" fmla="*/ 533425 w 697289"/>
                  <a:gd name="connsiteY54" fmla="*/ 22471 h 436036"/>
                  <a:gd name="connsiteX55" fmla="*/ 529084 w 697289"/>
                  <a:gd name="connsiteY55" fmla="*/ 21832 h 436036"/>
                  <a:gd name="connsiteX56" fmla="*/ 524305 w 697289"/>
                  <a:gd name="connsiteY56" fmla="*/ 22068 h 436036"/>
                  <a:gd name="connsiteX57" fmla="*/ 517136 w 697289"/>
                  <a:gd name="connsiteY57" fmla="*/ 24658 h 436036"/>
                  <a:gd name="connsiteX58" fmla="*/ 508218 w 697289"/>
                  <a:gd name="connsiteY58" fmla="*/ 28796 h 436036"/>
                  <a:gd name="connsiteX59" fmla="*/ 503641 w 697289"/>
                  <a:gd name="connsiteY59" fmla="*/ 29435 h 436036"/>
                  <a:gd name="connsiteX60" fmla="*/ 499939 w 697289"/>
                  <a:gd name="connsiteY60" fmla="*/ 30949 h 436036"/>
                  <a:gd name="connsiteX61" fmla="*/ 493208 w 697289"/>
                  <a:gd name="connsiteY61" fmla="*/ 35086 h 436036"/>
                  <a:gd name="connsiteX62" fmla="*/ 489304 w 697289"/>
                  <a:gd name="connsiteY62" fmla="*/ 36600 h 436036"/>
                  <a:gd name="connsiteX63" fmla="*/ 484525 w 697289"/>
                  <a:gd name="connsiteY63" fmla="*/ 38349 h 436036"/>
                  <a:gd name="connsiteX64" fmla="*/ 479948 w 697289"/>
                  <a:gd name="connsiteY64" fmla="*/ 38114 h 436036"/>
                  <a:gd name="connsiteX65" fmla="*/ 475169 w 697289"/>
                  <a:gd name="connsiteY65" fmla="*/ 39190 h 436036"/>
                  <a:gd name="connsiteX66" fmla="*/ 471904 w 697289"/>
                  <a:gd name="connsiteY66" fmla="*/ 42218 h 436036"/>
                  <a:gd name="connsiteX67" fmla="*/ 473857 w 697289"/>
                  <a:gd name="connsiteY67" fmla="*/ 45918 h 436036"/>
                  <a:gd name="connsiteX68" fmla="*/ 477121 w 697289"/>
                  <a:gd name="connsiteY68" fmla="*/ 46793 h 436036"/>
                  <a:gd name="connsiteX69" fmla="*/ 479948 w 697289"/>
                  <a:gd name="connsiteY69" fmla="*/ 49618 h 436036"/>
                  <a:gd name="connsiteX70" fmla="*/ 479948 w 697289"/>
                  <a:gd name="connsiteY70" fmla="*/ 52007 h 436036"/>
                  <a:gd name="connsiteX71" fmla="*/ 476347 w 697289"/>
                  <a:gd name="connsiteY71" fmla="*/ 56784 h 436036"/>
                  <a:gd name="connsiteX72" fmla="*/ 470356 w 697289"/>
                  <a:gd name="connsiteY72" fmla="*/ 64184 h 436036"/>
                  <a:gd name="connsiteX73" fmla="*/ 463390 w 697289"/>
                  <a:gd name="connsiteY73" fmla="*/ 70912 h 436036"/>
                  <a:gd name="connsiteX74" fmla="*/ 456861 w 697289"/>
                  <a:gd name="connsiteY74" fmla="*/ 76564 h 436036"/>
                  <a:gd name="connsiteX75" fmla="*/ 448616 w 697289"/>
                  <a:gd name="connsiteY75" fmla="*/ 77640 h 436036"/>
                  <a:gd name="connsiteX76" fmla="*/ 446664 w 697289"/>
                  <a:gd name="connsiteY76" fmla="*/ 78515 h 436036"/>
                  <a:gd name="connsiteX77" fmla="*/ 444510 w 697289"/>
                  <a:gd name="connsiteY77" fmla="*/ 81980 h 436036"/>
                  <a:gd name="connsiteX78" fmla="*/ 443837 w 697289"/>
                  <a:gd name="connsiteY78" fmla="*/ 85680 h 436036"/>
                  <a:gd name="connsiteX79" fmla="*/ 446024 w 697289"/>
                  <a:gd name="connsiteY79" fmla="*/ 87429 h 436036"/>
                  <a:gd name="connsiteX80" fmla="*/ 448649 w 697289"/>
                  <a:gd name="connsiteY80" fmla="*/ 89616 h 436036"/>
                  <a:gd name="connsiteX81" fmla="*/ 448649 w 697289"/>
                  <a:gd name="connsiteY81" fmla="*/ 92206 h 436036"/>
                  <a:gd name="connsiteX82" fmla="*/ 446798 w 697289"/>
                  <a:gd name="connsiteY82" fmla="*/ 96983 h 436036"/>
                  <a:gd name="connsiteX83" fmla="*/ 443433 w 697289"/>
                  <a:gd name="connsiteY83" fmla="*/ 102197 h 436036"/>
                  <a:gd name="connsiteX84" fmla="*/ 439731 w 697289"/>
                  <a:gd name="connsiteY84" fmla="*/ 106974 h 436036"/>
                  <a:gd name="connsiteX85" fmla="*/ 432764 w 697289"/>
                  <a:gd name="connsiteY85" fmla="*/ 109362 h 436036"/>
                  <a:gd name="connsiteX86" fmla="*/ 426908 w 697289"/>
                  <a:gd name="connsiteY86" fmla="*/ 109564 h 436036"/>
                  <a:gd name="connsiteX87" fmla="*/ 417351 w 697289"/>
                  <a:gd name="connsiteY87" fmla="*/ 109564 h 436036"/>
                  <a:gd name="connsiteX88" fmla="*/ 410182 w 697289"/>
                  <a:gd name="connsiteY88" fmla="*/ 110102 h 436036"/>
                  <a:gd name="connsiteX89" fmla="*/ 403889 w 697289"/>
                  <a:gd name="connsiteY89" fmla="*/ 111953 h 436036"/>
                  <a:gd name="connsiteX90" fmla="*/ 400187 w 697289"/>
                  <a:gd name="connsiteY90" fmla="*/ 112592 h 436036"/>
                  <a:gd name="connsiteX91" fmla="*/ 391066 w 697289"/>
                  <a:gd name="connsiteY91" fmla="*/ 112794 h 436036"/>
                  <a:gd name="connsiteX92" fmla="*/ 384336 w 697289"/>
                  <a:gd name="connsiteY92" fmla="*/ 110843 h 436036"/>
                  <a:gd name="connsiteX93" fmla="*/ 379119 w 697289"/>
                  <a:gd name="connsiteY93" fmla="*/ 108454 h 436036"/>
                  <a:gd name="connsiteX94" fmla="*/ 373902 w 697289"/>
                  <a:gd name="connsiteY94" fmla="*/ 106940 h 436036"/>
                  <a:gd name="connsiteX95" fmla="*/ 373902 w 697289"/>
                  <a:gd name="connsiteY95" fmla="*/ 101087 h 436036"/>
                  <a:gd name="connsiteX96" fmla="*/ 366835 w 697289"/>
                  <a:gd name="connsiteY96" fmla="*/ 96748 h 436036"/>
                  <a:gd name="connsiteX97" fmla="*/ 363234 w 697289"/>
                  <a:gd name="connsiteY97" fmla="*/ 94359 h 436036"/>
                  <a:gd name="connsiteX98" fmla="*/ 355191 w 697289"/>
                  <a:gd name="connsiteY98" fmla="*/ 90894 h 436036"/>
                  <a:gd name="connsiteX99" fmla="*/ 355830 w 697289"/>
                  <a:gd name="connsiteY99" fmla="*/ 87833 h 436036"/>
                  <a:gd name="connsiteX100" fmla="*/ 356469 w 697289"/>
                  <a:gd name="connsiteY100" fmla="*/ 85007 h 436036"/>
                  <a:gd name="connsiteX101" fmla="*/ 362931 w 697289"/>
                  <a:gd name="connsiteY101" fmla="*/ 83191 h 436036"/>
                  <a:gd name="connsiteX102" fmla="*/ 362123 w 697289"/>
                  <a:gd name="connsiteY102" fmla="*/ 77035 h 436036"/>
                  <a:gd name="connsiteX103" fmla="*/ 361686 w 697289"/>
                  <a:gd name="connsiteY103" fmla="*/ 69230 h 436036"/>
                  <a:gd name="connsiteX104" fmla="*/ 361619 w 697289"/>
                  <a:gd name="connsiteY104" fmla="*/ 61998 h 436036"/>
                  <a:gd name="connsiteX105" fmla="*/ 362864 w 697289"/>
                  <a:gd name="connsiteY105" fmla="*/ 57423 h 436036"/>
                  <a:gd name="connsiteX106" fmla="*/ 363941 w 697289"/>
                  <a:gd name="connsiteY106" fmla="*/ 53352 h 436036"/>
                  <a:gd name="connsiteX107" fmla="*/ 367272 w 697289"/>
                  <a:gd name="connsiteY107" fmla="*/ 49955 h 436036"/>
                  <a:gd name="connsiteX108" fmla="*/ 369931 w 697289"/>
                  <a:gd name="connsiteY108" fmla="*/ 46389 h 436036"/>
                  <a:gd name="connsiteX109" fmla="*/ 370470 w 697289"/>
                  <a:gd name="connsiteY109" fmla="*/ 44034 h 436036"/>
                  <a:gd name="connsiteX110" fmla="*/ 368080 w 697289"/>
                  <a:gd name="connsiteY110" fmla="*/ 41410 h 436036"/>
                  <a:gd name="connsiteX111" fmla="*/ 363840 w 697289"/>
                  <a:gd name="connsiteY111" fmla="*/ 39998 h 436036"/>
                  <a:gd name="connsiteX112" fmla="*/ 360138 w 697289"/>
                  <a:gd name="connsiteY112" fmla="*/ 38786 h 436036"/>
                  <a:gd name="connsiteX113" fmla="*/ 359263 w 697289"/>
                  <a:gd name="connsiteY113" fmla="*/ 37575 h 436036"/>
                  <a:gd name="connsiteX114" fmla="*/ 359902 w 697289"/>
                  <a:gd name="connsiteY114" fmla="*/ 33875 h 436036"/>
                  <a:gd name="connsiteX115" fmla="*/ 359902 w 697289"/>
                  <a:gd name="connsiteY115" fmla="*/ 31386 h 436036"/>
                  <a:gd name="connsiteX116" fmla="*/ 361652 w 697289"/>
                  <a:gd name="connsiteY116" fmla="*/ 28661 h 436036"/>
                  <a:gd name="connsiteX117" fmla="*/ 361652 w 697289"/>
                  <a:gd name="connsiteY117" fmla="*/ 23447 h 436036"/>
                  <a:gd name="connsiteX118" fmla="*/ 361652 w 697289"/>
                  <a:gd name="connsiteY118" fmla="*/ 20857 h 436036"/>
                  <a:gd name="connsiteX119" fmla="*/ 360306 w 697289"/>
                  <a:gd name="connsiteY119" fmla="*/ 20083 h 436036"/>
                  <a:gd name="connsiteX120" fmla="*/ 355897 w 697289"/>
                  <a:gd name="connsiteY120" fmla="*/ 17795 h 436036"/>
                  <a:gd name="connsiteX121" fmla="*/ 352431 w 697289"/>
                  <a:gd name="connsiteY121" fmla="*/ 16921 h 436036"/>
                  <a:gd name="connsiteX122" fmla="*/ 350041 w 697289"/>
                  <a:gd name="connsiteY122" fmla="*/ 18132 h 436036"/>
                  <a:gd name="connsiteX123" fmla="*/ 347551 w 697289"/>
                  <a:gd name="connsiteY123" fmla="*/ 18334 h 436036"/>
                  <a:gd name="connsiteX124" fmla="*/ 346037 w 697289"/>
                  <a:gd name="connsiteY124" fmla="*/ 18535 h 436036"/>
                  <a:gd name="connsiteX125" fmla="*/ 347349 w 697289"/>
                  <a:gd name="connsiteY125" fmla="*/ 16046 h 436036"/>
                  <a:gd name="connsiteX126" fmla="*/ 348325 w 697289"/>
                  <a:gd name="connsiteY126" fmla="*/ 14196 h 436036"/>
                  <a:gd name="connsiteX127" fmla="*/ 349301 w 697289"/>
                  <a:gd name="connsiteY127" fmla="*/ 11908 h 436036"/>
                  <a:gd name="connsiteX128" fmla="*/ 347887 w 697289"/>
                  <a:gd name="connsiteY128" fmla="*/ 9285 h 436036"/>
                  <a:gd name="connsiteX129" fmla="*/ 345936 w 697289"/>
                  <a:gd name="connsiteY129" fmla="*/ 7098 h 436036"/>
                  <a:gd name="connsiteX130" fmla="*/ 342570 w 697289"/>
                  <a:gd name="connsiteY130" fmla="*/ 5483 h 436036"/>
                  <a:gd name="connsiteX131" fmla="*/ 340719 w 697289"/>
                  <a:gd name="connsiteY131" fmla="*/ 5248 h 436036"/>
                  <a:gd name="connsiteX132" fmla="*/ 337017 w 697289"/>
                  <a:gd name="connsiteY132" fmla="*/ 5685 h 436036"/>
                  <a:gd name="connsiteX133" fmla="*/ 334964 w 697289"/>
                  <a:gd name="connsiteY133" fmla="*/ 6896 h 436036"/>
                  <a:gd name="connsiteX134" fmla="*/ 332911 w 697289"/>
                  <a:gd name="connsiteY134" fmla="*/ 9621 h 436036"/>
                  <a:gd name="connsiteX135" fmla="*/ 331700 w 697289"/>
                  <a:gd name="connsiteY135" fmla="*/ 11673 h 436036"/>
                  <a:gd name="connsiteX136" fmla="*/ 329411 w 697289"/>
                  <a:gd name="connsiteY136" fmla="*/ 14061 h 436036"/>
                  <a:gd name="connsiteX137" fmla="*/ 327796 w 697289"/>
                  <a:gd name="connsiteY137" fmla="*/ 16113 h 436036"/>
                  <a:gd name="connsiteX138" fmla="*/ 326281 w 697289"/>
                  <a:gd name="connsiteY138" fmla="*/ 17863 h 436036"/>
                  <a:gd name="connsiteX139" fmla="*/ 322041 w 697289"/>
                  <a:gd name="connsiteY139" fmla="*/ 18199 h 436036"/>
                  <a:gd name="connsiteX140" fmla="*/ 318574 w 697289"/>
                  <a:gd name="connsiteY140" fmla="*/ 17560 h 436036"/>
                  <a:gd name="connsiteX141" fmla="*/ 317397 w 697289"/>
                  <a:gd name="connsiteY141" fmla="*/ 15070 h 436036"/>
                  <a:gd name="connsiteX142" fmla="*/ 315882 w 697289"/>
                  <a:gd name="connsiteY142" fmla="*/ 12581 h 436036"/>
                  <a:gd name="connsiteX143" fmla="*/ 307132 w 697289"/>
                  <a:gd name="connsiteY143" fmla="*/ 12649 h 436036"/>
                  <a:gd name="connsiteX144" fmla="*/ 302218 w 697289"/>
                  <a:gd name="connsiteY144" fmla="*/ 12985 h 436036"/>
                  <a:gd name="connsiteX145" fmla="*/ 294646 w 697289"/>
                  <a:gd name="connsiteY145" fmla="*/ 13792 h 436036"/>
                  <a:gd name="connsiteX146" fmla="*/ 291112 w 697289"/>
                  <a:gd name="connsiteY146" fmla="*/ 12043 h 436036"/>
                  <a:gd name="connsiteX147" fmla="*/ 286939 w 697289"/>
                  <a:gd name="connsiteY147" fmla="*/ 10731 h 436036"/>
                  <a:gd name="connsiteX148" fmla="*/ 285055 w 697289"/>
                  <a:gd name="connsiteY148" fmla="*/ 11774 h 436036"/>
                  <a:gd name="connsiteX149" fmla="*/ 283472 w 697289"/>
                  <a:gd name="connsiteY149" fmla="*/ 14229 h 436036"/>
                  <a:gd name="connsiteX150" fmla="*/ 282766 w 697289"/>
                  <a:gd name="connsiteY150" fmla="*/ 18804 h 436036"/>
                  <a:gd name="connsiteX151" fmla="*/ 283472 w 697289"/>
                  <a:gd name="connsiteY151" fmla="*/ 25802 h 436036"/>
                  <a:gd name="connsiteX152" fmla="*/ 280881 w 697289"/>
                  <a:gd name="connsiteY152" fmla="*/ 29535 h 436036"/>
                  <a:gd name="connsiteX153" fmla="*/ 277684 w 697289"/>
                  <a:gd name="connsiteY153" fmla="*/ 33169 h 436036"/>
                  <a:gd name="connsiteX154" fmla="*/ 275732 w 697289"/>
                  <a:gd name="connsiteY154" fmla="*/ 36364 h 436036"/>
                  <a:gd name="connsiteX155" fmla="*/ 273410 w 697289"/>
                  <a:gd name="connsiteY155" fmla="*/ 38820 h 436036"/>
                  <a:gd name="connsiteX156" fmla="*/ 271559 w 697289"/>
                  <a:gd name="connsiteY156" fmla="*/ 37912 h 436036"/>
                  <a:gd name="connsiteX157" fmla="*/ 271794 w 697289"/>
                  <a:gd name="connsiteY157" fmla="*/ 36499 h 436036"/>
                  <a:gd name="connsiteX158" fmla="*/ 273141 w 697289"/>
                  <a:gd name="connsiteY158" fmla="*/ 32429 h 436036"/>
                  <a:gd name="connsiteX159" fmla="*/ 274386 w 697289"/>
                  <a:gd name="connsiteY159" fmla="*/ 29435 h 436036"/>
                  <a:gd name="connsiteX160" fmla="*/ 275362 w 697289"/>
                  <a:gd name="connsiteY160" fmla="*/ 26441 h 436036"/>
                  <a:gd name="connsiteX161" fmla="*/ 275025 w 697289"/>
                  <a:gd name="connsiteY161" fmla="*/ 18031 h 436036"/>
                  <a:gd name="connsiteX162" fmla="*/ 273073 w 697289"/>
                  <a:gd name="connsiteY162" fmla="*/ 14768 h 436036"/>
                  <a:gd name="connsiteX163" fmla="*/ 270011 w 697289"/>
                  <a:gd name="connsiteY163" fmla="*/ 13019 h 436036"/>
                  <a:gd name="connsiteX164" fmla="*/ 268261 w 697289"/>
                  <a:gd name="connsiteY164" fmla="*/ 11942 h 436036"/>
                  <a:gd name="connsiteX165" fmla="*/ 265669 w 697289"/>
                  <a:gd name="connsiteY165" fmla="*/ 12379 h 436036"/>
                  <a:gd name="connsiteX166" fmla="*/ 260251 w 697289"/>
                  <a:gd name="connsiteY166" fmla="*/ 11303 h 436036"/>
                  <a:gd name="connsiteX167" fmla="*/ 259140 w 697289"/>
                  <a:gd name="connsiteY167" fmla="*/ 9554 h 436036"/>
                  <a:gd name="connsiteX168" fmla="*/ 259140 w 697289"/>
                  <a:gd name="connsiteY168" fmla="*/ 4339 h 436036"/>
                  <a:gd name="connsiteX169" fmla="*/ 259140 w 697289"/>
                  <a:gd name="connsiteY169" fmla="*/ 1749 h 436036"/>
                  <a:gd name="connsiteX170" fmla="*/ 256549 w 697289"/>
                  <a:gd name="connsiteY170" fmla="*/ 0 h 436036"/>
                  <a:gd name="connsiteX171" fmla="*/ 253284 w 697289"/>
                  <a:gd name="connsiteY171" fmla="*/ 0 h 436036"/>
                  <a:gd name="connsiteX172" fmla="*/ 252208 w 697289"/>
                  <a:gd name="connsiteY172" fmla="*/ 875 h 436036"/>
                  <a:gd name="connsiteX173" fmla="*/ 252208 w 697289"/>
                  <a:gd name="connsiteY173" fmla="*/ 3128 h 436036"/>
                  <a:gd name="connsiteX174" fmla="*/ 250356 w 697289"/>
                  <a:gd name="connsiteY174" fmla="*/ 7266 h 436036"/>
                  <a:gd name="connsiteX175" fmla="*/ 248741 w 697289"/>
                  <a:gd name="connsiteY175" fmla="*/ 9890 h 436036"/>
                  <a:gd name="connsiteX176" fmla="*/ 246150 w 697289"/>
                  <a:gd name="connsiteY176" fmla="*/ 12278 h 436036"/>
                  <a:gd name="connsiteX177" fmla="*/ 242649 w 697289"/>
                  <a:gd name="connsiteY177" fmla="*/ 12278 h 436036"/>
                  <a:gd name="connsiteX178" fmla="*/ 236356 w 697289"/>
                  <a:gd name="connsiteY178" fmla="*/ 13355 h 436036"/>
                  <a:gd name="connsiteX179" fmla="*/ 231342 w 697289"/>
                  <a:gd name="connsiteY179" fmla="*/ 14869 h 436036"/>
                  <a:gd name="connsiteX180" fmla="*/ 231342 w 697289"/>
                  <a:gd name="connsiteY180" fmla="*/ 23312 h 436036"/>
                  <a:gd name="connsiteX181" fmla="*/ 229390 w 697289"/>
                  <a:gd name="connsiteY181" fmla="*/ 26340 h 436036"/>
                  <a:gd name="connsiteX182" fmla="*/ 227640 w 697289"/>
                  <a:gd name="connsiteY182" fmla="*/ 31991 h 436036"/>
                  <a:gd name="connsiteX183" fmla="*/ 226563 w 697289"/>
                  <a:gd name="connsiteY183" fmla="*/ 36566 h 436036"/>
                  <a:gd name="connsiteX184" fmla="*/ 220707 w 697289"/>
                  <a:gd name="connsiteY184" fmla="*/ 40704 h 436036"/>
                  <a:gd name="connsiteX185" fmla="*/ 213539 w 697289"/>
                  <a:gd name="connsiteY185" fmla="*/ 43967 h 436036"/>
                  <a:gd name="connsiteX186" fmla="*/ 206168 w 697289"/>
                  <a:gd name="connsiteY186" fmla="*/ 45279 h 436036"/>
                  <a:gd name="connsiteX187" fmla="*/ 201591 w 697289"/>
                  <a:gd name="connsiteY187" fmla="*/ 45279 h 436036"/>
                  <a:gd name="connsiteX188" fmla="*/ 191360 w 697289"/>
                  <a:gd name="connsiteY188" fmla="*/ 48979 h 436036"/>
                  <a:gd name="connsiteX189" fmla="*/ 185269 w 697289"/>
                  <a:gd name="connsiteY189" fmla="*/ 48777 h 436036"/>
                  <a:gd name="connsiteX190" fmla="*/ 178302 w 697289"/>
                  <a:gd name="connsiteY190" fmla="*/ 48777 h 436036"/>
                  <a:gd name="connsiteX191" fmla="*/ 170461 w 697289"/>
                  <a:gd name="connsiteY191" fmla="*/ 48777 h 436036"/>
                  <a:gd name="connsiteX192" fmla="*/ 165681 w 697289"/>
                  <a:gd name="connsiteY192" fmla="*/ 51065 h 436036"/>
                  <a:gd name="connsiteX193" fmla="*/ 160263 w 697289"/>
                  <a:gd name="connsiteY193" fmla="*/ 57053 h 436036"/>
                  <a:gd name="connsiteX194" fmla="*/ 156999 w 697289"/>
                  <a:gd name="connsiteY194" fmla="*/ 63343 h 436036"/>
                  <a:gd name="connsiteX195" fmla="*/ 152422 w 697289"/>
                  <a:gd name="connsiteY195" fmla="*/ 70071 h 436036"/>
                  <a:gd name="connsiteX196" fmla="*/ 146196 w 697289"/>
                  <a:gd name="connsiteY196" fmla="*/ 77674 h 436036"/>
                  <a:gd name="connsiteX197" fmla="*/ 137210 w 697289"/>
                  <a:gd name="connsiteY197" fmla="*/ 76160 h 436036"/>
                  <a:gd name="connsiteX198" fmla="*/ 132195 w 697289"/>
                  <a:gd name="connsiteY198" fmla="*/ 74646 h 436036"/>
                  <a:gd name="connsiteX199" fmla="*/ 126541 w 697289"/>
                  <a:gd name="connsiteY199" fmla="*/ 75723 h 436036"/>
                  <a:gd name="connsiteX200" fmla="*/ 116983 w 697289"/>
                  <a:gd name="connsiteY200" fmla="*/ 87665 h 436036"/>
                  <a:gd name="connsiteX201" fmla="*/ 114594 w 697289"/>
                  <a:gd name="connsiteY201" fmla="*/ 91567 h 436036"/>
                  <a:gd name="connsiteX202" fmla="*/ 109377 w 697289"/>
                  <a:gd name="connsiteY202" fmla="*/ 100246 h 436036"/>
                  <a:gd name="connsiteX203" fmla="*/ 105036 w 697289"/>
                  <a:gd name="connsiteY203" fmla="*/ 101558 h 436036"/>
                  <a:gd name="connsiteX204" fmla="*/ 100021 w 697289"/>
                  <a:gd name="connsiteY204" fmla="*/ 103072 h 436036"/>
                  <a:gd name="connsiteX205" fmla="*/ 94805 w 697289"/>
                  <a:gd name="connsiteY205" fmla="*/ 108084 h 436036"/>
                  <a:gd name="connsiteX206" fmla="*/ 92853 w 697289"/>
                  <a:gd name="connsiteY206" fmla="*/ 113298 h 436036"/>
                  <a:gd name="connsiteX207" fmla="*/ 92415 w 697289"/>
                  <a:gd name="connsiteY207" fmla="*/ 118277 h 436036"/>
                  <a:gd name="connsiteX208" fmla="*/ 92180 w 697289"/>
                  <a:gd name="connsiteY208" fmla="*/ 128705 h 436036"/>
                  <a:gd name="connsiteX209" fmla="*/ 89791 w 697289"/>
                  <a:gd name="connsiteY209" fmla="*/ 136106 h 436036"/>
                  <a:gd name="connsiteX210" fmla="*/ 86762 w 697289"/>
                  <a:gd name="connsiteY210" fmla="*/ 141118 h 436036"/>
                  <a:gd name="connsiteX211" fmla="*/ 80872 w 697289"/>
                  <a:gd name="connsiteY211" fmla="*/ 147644 h 436036"/>
                  <a:gd name="connsiteX212" fmla="*/ 75454 w 697289"/>
                  <a:gd name="connsiteY212" fmla="*/ 154608 h 436036"/>
                  <a:gd name="connsiteX213" fmla="*/ 74377 w 697289"/>
                  <a:gd name="connsiteY213" fmla="*/ 162648 h 436036"/>
                  <a:gd name="connsiteX214" fmla="*/ 66771 w 697289"/>
                  <a:gd name="connsiteY214" fmla="*/ 173076 h 436036"/>
                  <a:gd name="connsiteX215" fmla="*/ 63506 w 697289"/>
                  <a:gd name="connsiteY215" fmla="*/ 176339 h 436036"/>
                  <a:gd name="connsiteX216" fmla="*/ 61756 w 697289"/>
                  <a:gd name="connsiteY216" fmla="*/ 177415 h 436036"/>
                  <a:gd name="connsiteX217" fmla="*/ 56540 w 697289"/>
                  <a:gd name="connsiteY217" fmla="*/ 177415 h 436036"/>
                  <a:gd name="connsiteX218" fmla="*/ 50246 w 697289"/>
                  <a:gd name="connsiteY218" fmla="*/ 179703 h 436036"/>
                  <a:gd name="connsiteX219" fmla="*/ 48698 w 697289"/>
                  <a:gd name="connsiteY219" fmla="*/ 181755 h 436036"/>
                  <a:gd name="connsiteX220" fmla="*/ 48698 w 697289"/>
                  <a:gd name="connsiteY220" fmla="*/ 188483 h 436036"/>
                  <a:gd name="connsiteX221" fmla="*/ 47722 w 697289"/>
                  <a:gd name="connsiteY221" fmla="*/ 191510 h 436036"/>
                  <a:gd name="connsiteX222" fmla="*/ 43482 w 697289"/>
                  <a:gd name="connsiteY222" fmla="*/ 194336 h 436036"/>
                  <a:gd name="connsiteX223" fmla="*/ 37828 w 697289"/>
                  <a:gd name="connsiteY223" fmla="*/ 201737 h 436036"/>
                  <a:gd name="connsiteX224" fmla="*/ 37626 w 697289"/>
                  <a:gd name="connsiteY224" fmla="*/ 214352 h 436036"/>
                  <a:gd name="connsiteX225" fmla="*/ 39140 w 697289"/>
                  <a:gd name="connsiteY225" fmla="*/ 222593 h 436036"/>
                  <a:gd name="connsiteX226" fmla="*/ 43044 w 697289"/>
                  <a:gd name="connsiteY226" fmla="*/ 226496 h 436036"/>
                  <a:gd name="connsiteX227" fmla="*/ 49573 w 697289"/>
                  <a:gd name="connsiteY227" fmla="*/ 232383 h 436036"/>
                  <a:gd name="connsiteX228" fmla="*/ 53915 w 697289"/>
                  <a:gd name="connsiteY228" fmla="*/ 239346 h 436036"/>
                  <a:gd name="connsiteX229" fmla="*/ 56742 w 697289"/>
                  <a:gd name="connsiteY229" fmla="*/ 245199 h 436036"/>
                  <a:gd name="connsiteX230" fmla="*/ 56304 w 697289"/>
                  <a:gd name="connsiteY230" fmla="*/ 251725 h 436036"/>
                  <a:gd name="connsiteX231" fmla="*/ 54117 w 697289"/>
                  <a:gd name="connsiteY231" fmla="*/ 258453 h 436036"/>
                  <a:gd name="connsiteX232" fmla="*/ 51929 w 697289"/>
                  <a:gd name="connsiteY232" fmla="*/ 262154 h 436036"/>
                  <a:gd name="connsiteX233" fmla="*/ 48900 w 697289"/>
                  <a:gd name="connsiteY233" fmla="*/ 265417 h 436036"/>
                  <a:gd name="connsiteX234" fmla="*/ 46511 w 697289"/>
                  <a:gd name="connsiteY234" fmla="*/ 271707 h 436036"/>
                  <a:gd name="connsiteX235" fmla="*/ 45198 w 697289"/>
                  <a:gd name="connsiteY235" fmla="*/ 279545 h 436036"/>
                  <a:gd name="connsiteX236" fmla="*/ 46073 w 697289"/>
                  <a:gd name="connsiteY236" fmla="*/ 284759 h 436036"/>
                  <a:gd name="connsiteX237" fmla="*/ 50414 w 697289"/>
                  <a:gd name="connsiteY237" fmla="*/ 287148 h 436036"/>
                  <a:gd name="connsiteX238" fmla="*/ 54487 w 697289"/>
                  <a:gd name="connsiteY238" fmla="*/ 285331 h 436036"/>
                  <a:gd name="connsiteX239" fmla="*/ 55227 w 697289"/>
                  <a:gd name="connsiteY239" fmla="*/ 283145 h 436036"/>
                  <a:gd name="connsiteX240" fmla="*/ 56540 w 697289"/>
                  <a:gd name="connsiteY240" fmla="*/ 282136 h 436036"/>
                  <a:gd name="connsiteX241" fmla="*/ 58424 w 697289"/>
                  <a:gd name="connsiteY241" fmla="*/ 279949 h 436036"/>
                  <a:gd name="connsiteX242" fmla="*/ 59569 w 697289"/>
                  <a:gd name="connsiteY242" fmla="*/ 277931 h 436036"/>
                  <a:gd name="connsiteX243" fmla="*/ 61151 w 697289"/>
                  <a:gd name="connsiteY243" fmla="*/ 277493 h 436036"/>
                  <a:gd name="connsiteX244" fmla="*/ 63035 w 697289"/>
                  <a:gd name="connsiteY244" fmla="*/ 279377 h 436036"/>
                  <a:gd name="connsiteX245" fmla="*/ 67242 w 697289"/>
                  <a:gd name="connsiteY245" fmla="*/ 280824 h 436036"/>
                  <a:gd name="connsiteX246" fmla="*/ 68117 w 697289"/>
                  <a:gd name="connsiteY246" fmla="*/ 279074 h 436036"/>
                  <a:gd name="connsiteX247" fmla="*/ 69564 w 697289"/>
                  <a:gd name="connsiteY247" fmla="*/ 274600 h 436036"/>
                  <a:gd name="connsiteX248" fmla="*/ 70136 w 697289"/>
                  <a:gd name="connsiteY248" fmla="*/ 271707 h 436036"/>
                  <a:gd name="connsiteX249" fmla="*/ 71886 w 697289"/>
                  <a:gd name="connsiteY249" fmla="*/ 269689 h 436036"/>
                  <a:gd name="connsiteX250" fmla="*/ 75487 w 697289"/>
                  <a:gd name="connsiteY250" fmla="*/ 268377 h 436036"/>
                  <a:gd name="connsiteX251" fmla="*/ 79694 w 697289"/>
                  <a:gd name="connsiteY251" fmla="*/ 267368 h 436036"/>
                  <a:gd name="connsiteX252" fmla="*/ 88814 w 697289"/>
                  <a:gd name="connsiteY252" fmla="*/ 265047 h 436036"/>
                  <a:gd name="connsiteX253" fmla="*/ 91574 w 697289"/>
                  <a:gd name="connsiteY253" fmla="*/ 262725 h 436036"/>
                  <a:gd name="connsiteX254" fmla="*/ 95916 w 697289"/>
                  <a:gd name="connsiteY254" fmla="*/ 258252 h 436036"/>
                  <a:gd name="connsiteX255" fmla="*/ 98675 w 697289"/>
                  <a:gd name="connsiteY255" fmla="*/ 257814 h 436036"/>
                  <a:gd name="connsiteX256" fmla="*/ 100997 w 697289"/>
                  <a:gd name="connsiteY256" fmla="*/ 255930 h 436036"/>
                  <a:gd name="connsiteX257" fmla="*/ 103185 w 697289"/>
                  <a:gd name="connsiteY257" fmla="*/ 252903 h 436036"/>
                  <a:gd name="connsiteX258" fmla="*/ 103050 w 697289"/>
                  <a:gd name="connsiteY258" fmla="*/ 249875 h 436036"/>
                  <a:gd name="connsiteX259" fmla="*/ 102849 w 697289"/>
                  <a:gd name="connsiteY259" fmla="*/ 247991 h 436036"/>
                  <a:gd name="connsiteX260" fmla="*/ 106483 w 697289"/>
                  <a:gd name="connsiteY260" fmla="*/ 244425 h 436036"/>
                  <a:gd name="connsiteX261" fmla="*/ 108031 w 697289"/>
                  <a:gd name="connsiteY261" fmla="*/ 245839 h 436036"/>
                  <a:gd name="connsiteX262" fmla="*/ 113046 w 697289"/>
                  <a:gd name="connsiteY262" fmla="*/ 248698 h 436036"/>
                  <a:gd name="connsiteX263" fmla="*/ 113046 w 697289"/>
                  <a:gd name="connsiteY263" fmla="*/ 253037 h 436036"/>
                  <a:gd name="connsiteX264" fmla="*/ 110455 w 697289"/>
                  <a:gd name="connsiteY264" fmla="*/ 259698 h 436036"/>
                  <a:gd name="connsiteX265" fmla="*/ 109882 w 697289"/>
                  <a:gd name="connsiteY265" fmla="*/ 262288 h 436036"/>
                  <a:gd name="connsiteX266" fmla="*/ 108368 w 697289"/>
                  <a:gd name="connsiteY266" fmla="*/ 266762 h 436036"/>
                  <a:gd name="connsiteX267" fmla="*/ 103656 w 697289"/>
                  <a:gd name="connsiteY267" fmla="*/ 269521 h 436036"/>
                  <a:gd name="connsiteX268" fmla="*/ 93089 w 697289"/>
                  <a:gd name="connsiteY268" fmla="*/ 269521 h 436036"/>
                  <a:gd name="connsiteX269" fmla="*/ 90464 w 697289"/>
                  <a:gd name="connsiteY269" fmla="*/ 275038 h 436036"/>
                  <a:gd name="connsiteX270" fmla="*/ 90464 w 697289"/>
                  <a:gd name="connsiteY270" fmla="*/ 283448 h 436036"/>
                  <a:gd name="connsiteX271" fmla="*/ 86122 w 697289"/>
                  <a:gd name="connsiteY271" fmla="*/ 283448 h 436036"/>
                  <a:gd name="connsiteX272" fmla="*/ 81781 w 697289"/>
                  <a:gd name="connsiteY272" fmla="*/ 287215 h 436036"/>
                  <a:gd name="connsiteX273" fmla="*/ 80333 w 697289"/>
                  <a:gd name="connsiteY273" fmla="*/ 290411 h 436036"/>
                  <a:gd name="connsiteX274" fmla="*/ 78314 w 697289"/>
                  <a:gd name="connsiteY274" fmla="*/ 291555 h 436036"/>
                  <a:gd name="connsiteX275" fmla="*/ 75420 w 697289"/>
                  <a:gd name="connsiteY275" fmla="*/ 295625 h 436036"/>
                  <a:gd name="connsiteX276" fmla="*/ 73973 w 697289"/>
                  <a:gd name="connsiteY276" fmla="*/ 295625 h 436036"/>
                  <a:gd name="connsiteX277" fmla="*/ 68117 w 697289"/>
                  <a:gd name="connsiteY277" fmla="*/ 297374 h 436036"/>
                  <a:gd name="connsiteX278" fmla="*/ 63540 w 697289"/>
                  <a:gd name="connsiteY278" fmla="*/ 297374 h 436036"/>
                  <a:gd name="connsiteX279" fmla="*/ 62026 w 697289"/>
                  <a:gd name="connsiteY279" fmla="*/ 299965 h 436036"/>
                  <a:gd name="connsiteX280" fmla="*/ 58862 w 697289"/>
                  <a:gd name="connsiteY280" fmla="*/ 302689 h 436036"/>
                  <a:gd name="connsiteX281" fmla="*/ 56035 w 697289"/>
                  <a:gd name="connsiteY281" fmla="*/ 304439 h 436036"/>
                  <a:gd name="connsiteX282" fmla="*/ 54184 w 697289"/>
                  <a:gd name="connsiteY282" fmla="*/ 306053 h 436036"/>
                  <a:gd name="connsiteX283" fmla="*/ 50718 w 697289"/>
                  <a:gd name="connsiteY283" fmla="*/ 310393 h 436036"/>
                  <a:gd name="connsiteX284" fmla="*/ 46814 w 697289"/>
                  <a:gd name="connsiteY284" fmla="*/ 312546 h 436036"/>
                  <a:gd name="connsiteX285" fmla="*/ 43549 w 697289"/>
                  <a:gd name="connsiteY285" fmla="*/ 313858 h 436036"/>
                  <a:gd name="connsiteX286" fmla="*/ 43549 w 697289"/>
                  <a:gd name="connsiteY286" fmla="*/ 319509 h 436036"/>
                  <a:gd name="connsiteX287" fmla="*/ 45602 w 697289"/>
                  <a:gd name="connsiteY287" fmla="*/ 323210 h 436036"/>
                  <a:gd name="connsiteX288" fmla="*/ 45266 w 697289"/>
                  <a:gd name="connsiteY288" fmla="*/ 325161 h 436036"/>
                  <a:gd name="connsiteX289" fmla="*/ 42674 w 697289"/>
                  <a:gd name="connsiteY289" fmla="*/ 329063 h 436036"/>
                  <a:gd name="connsiteX290" fmla="*/ 37458 w 697289"/>
                  <a:gd name="connsiteY290" fmla="*/ 332090 h 436036"/>
                  <a:gd name="connsiteX291" fmla="*/ 32006 w 697289"/>
                  <a:gd name="connsiteY291" fmla="*/ 332090 h 436036"/>
                  <a:gd name="connsiteX292" fmla="*/ 26991 w 697289"/>
                  <a:gd name="connsiteY292" fmla="*/ 333503 h 436036"/>
                  <a:gd name="connsiteX293" fmla="*/ 23289 w 697289"/>
                  <a:gd name="connsiteY293" fmla="*/ 335555 h 436036"/>
                  <a:gd name="connsiteX294" fmla="*/ 20226 w 697289"/>
                  <a:gd name="connsiteY294" fmla="*/ 338381 h 436036"/>
                  <a:gd name="connsiteX295" fmla="*/ 17837 w 697289"/>
                  <a:gd name="connsiteY295" fmla="*/ 340332 h 436036"/>
                  <a:gd name="connsiteX296" fmla="*/ 15649 w 697289"/>
                  <a:gd name="connsiteY296" fmla="*/ 345109 h 436036"/>
                  <a:gd name="connsiteX297" fmla="*/ 15649 w 697289"/>
                  <a:gd name="connsiteY297" fmla="*/ 349886 h 436036"/>
                  <a:gd name="connsiteX298" fmla="*/ 14774 w 697289"/>
                  <a:gd name="connsiteY298" fmla="*/ 354663 h 436036"/>
                  <a:gd name="connsiteX299" fmla="*/ 11745 w 697289"/>
                  <a:gd name="connsiteY299" fmla="*/ 354663 h 436036"/>
                  <a:gd name="connsiteX300" fmla="*/ 7842 w 697289"/>
                  <a:gd name="connsiteY300" fmla="*/ 359439 h 436036"/>
                  <a:gd name="connsiteX301" fmla="*/ 4139 w 697289"/>
                  <a:gd name="connsiteY301" fmla="*/ 362265 h 436036"/>
                  <a:gd name="connsiteX302" fmla="*/ 1313 w 697289"/>
                  <a:gd name="connsiteY302" fmla="*/ 365091 h 436036"/>
                  <a:gd name="connsiteX303" fmla="*/ 0 w 697289"/>
                  <a:gd name="connsiteY303" fmla="*/ 367681 h 436036"/>
                  <a:gd name="connsiteX304" fmla="*/ 0 w 697289"/>
                  <a:gd name="connsiteY304" fmla="*/ 371146 h 436036"/>
                  <a:gd name="connsiteX305" fmla="*/ 0 w 697289"/>
                  <a:gd name="connsiteY305" fmla="*/ 376596 h 436036"/>
                  <a:gd name="connsiteX306" fmla="*/ 1515 w 697289"/>
                  <a:gd name="connsiteY306" fmla="*/ 380498 h 436036"/>
                  <a:gd name="connsiteX307" fmla="*/ 6092 w 697289"/>
                  <a:gd name="connsiteY307" fmla="*/ 382449 h 436036"/>
                  <a:gd name="connsiteX308" fmla="*/ 14774 w 697289"/>
                  <a:gd name="connsiteY308" fmla="*/ 382449 h 436036"/>
                  <a:gd name="connsiteX309" fmla="*/ 24130 w 697289"/>
                  <a:gd name="connsiteY309" fmla="*/ 382449 h 436036"/>
                  <a:gd name="connsiteX310" fmla="*/ 31299 w 697289"/>
                  <a:gd name="connsiteY310" fmla="*/ 384635 h 436036"/>
                  <a:gd name="connsiteX311" fmla="*/ 36751 w 697289"/>
                  <a:gd name="connsiteY311" fmla="*/ 389614 h 436036"/>
                  <a:gd name="connsiteX312" fmla="*/ 40890 w 697289"/>
                  <a:gd name="connsiteY312" fmla="*/ 396342 h 436036"/>
                  <a:gd name="connsiteX313" fmla="*/ 48294 w 697289"/>
                  <a:gd name="connsiteY313" fmla="*/ 396342 h 436036"/>
                  <a:gd name="connsiteX314" fmla="*/ 54823 w 697289"/>
                  <a:gd name="connsiteY314" fmla="*/ 401321 h 436036"/>
                  <a:gd name="connsiteX315" fmla="*/ 59165 w 697289"/>
                  <a:gd name="connsiteY315" fmla="*/ 405896 h 436036"/>
                  <a:gd name="connsiteX316" fmla="*/ 59165 w 697289"/>
                  <a:gd name="connsiteY316" fmla="*/ 411749 h 436036"/>
                  <a:gd name="connsiteX317" fmla="*/ 60477 w 697289"/>
                  <a:gd name="connsiteY317" fmla="*/ 419991 h 436036"/>
                  <a:gd name="connsiteX318" fmla="*/ 64381 w 697289"/>
                  <a:gd name="connsiteY318" fmla="*/ 425642 h 436036"/>
                  <a:gd name="connsiteX319" fmla="*/ 75689 w 697289"/>
                  <a:gd name="connsiteY319" fmla="*/ 431058 h 436036"/>
                  <a:gd name="connsiteX320" fmla="*/ 84810 w 697289"/>
                  <a:gd name="connsiteY320" fmla="*/ 431058 h 436036"/>
                  <a:gd name="connsiteX321" fmla="*/ 99820 w 697289"/>
                  <a:gd name="connsiteY321" fmla="*/ 429645 h 436036"/>
                  <a:gd name="connsiteX322" fmla="*/ 102646 w 697289"/>
                  <a:gd name="connsiteY322" fmla="*/ 425642 h 436036"/>
                  <a:gd name="connsiteX323" fmla="*/ 108738 w 697289"/>
                  <a:gd name="connsiteY323" fmla="*/ 424129 h 436036"/>
                  <a:gd name="connsiteX324" fmla="*/ 117421 w 697289"/>
                  <a:gd name="connsiteY324" fmla="*/ 424129 h 436036"/>
                  <a:gd name="connsiteX325" fmla="*/ 126541 w 697289"/>
                  <a:gd name="connsiteY325" fmla="*/ 424129 h 436036"/>
                  <a:gd name="connsiteX326" fmla="*/ 132195 w 697289"/>
                  <a:gd name="connsiteY326" fmla="*/ 421942 h 436036"/>
                  <a:gd name="connsiteX327" fmla="*/ 141114 w 697289"/>
                  <a:gd name="connsiteY327" fmla="*/ 418645 h 436036"/>
                  <a:gd name="connsiteX328" fmla="*/ 147272 w 697289"/>
                  <a:gd name="connsiteY328" fmla="*/ 416761 h 436036"/>
                  <a:gd name="connsiteX329" fmla="*/ 148787 w 697289"/>
                  <a:gd name="connsiteY329" fmla="*/ 415786 h 436036"/>
                  <a:gd name="connsiteX330" fmla="*/ 146397 w 697289"/>
                  <a:gd name="connsiteY330" fmla="*/ 413398 h 436036"/>
                  <a:gd name="connsiteX331" fmla="*/ 147845 w 697289"/>
                  <a:gd name="connsiteY331" fmla="*/ 407611 h 436036"/>
                  <a:gd name="connsiteX332" fmla="*/ 147845 w 697289"/>
                  <a:gd name="connsiteY332" fmla="*/ 402397 h 436036"/>
                  <a:gd name="connsiteX333" fmla="*/ 152927 w 697289"/>
                  <a:gd name="connsiteY333" fmla="*/ 393416 h 436036"/>
                  <a:gd name="connsiteX334" fmla="*/ 157705 w 697289"/>
                  <a:gd name="connsiteY334" fmla="*/ 389951 h 436036"/>
                  <a:gd name="connsiteX335" fmla="*/ 163494 w 697289"/>
                  <a:gd name="connsiteY335" fmla="*/ 385308 h 436036"/>
                  <a:gd name="connsiteX336" fmla="*/ 175946 w 697289"/>
                  <a:gd name="connsiteY336" fmla="*/ 384165 h 436036"/>
                  <a:gd name="connsiteX337" fmla="*/ 189273 w 697289"/>
                  <a:gd name="connsiteY337" fmla="*/ 386183 h 436036"/>
                  <a:gd name="connsiteX338" fmla="*/ 198832 w 697289"/>
                  <a:gd name="connsiteY338" fmla="*/ 389076 h 436036"/>
                  <a:gd name="connsiteX339" fmla="*/ 202601 w 697289"/>
                  <a:gd name="connsiteY339" fmla="*/ 391969 h 436036"/>
                  <a:gd name="connsiteX340" fmla="*/ 205798 w 697289"/>
                  <a:gd name="connsiteY340" fmla="*/ 399201 h 436036"/>
                  <a:gd name="connsiteX341" fmla="*/ 210442 w 697289"/>
                  <a:gd name="connsiteY341" fmla="*/ 402397 h 436036"/>
                  <a:gd name="connsiteX342" fmla="*/ 210442 w 697289"/>
                  <a:gd name="connsiteY342" fmla="*/ 411076 h 436036"/>
                  <a:gd name="connsiteX343" fmla="*/ 210442 w 697289"/>
                  <a:gd name="connsiteY343" fmla="*/ 421202 h 436036"/>
                  <a:gd name="connsiteX344" fmla="*/ 216971 w 697289"/>
                  <a:gd name="connsiteY344" fmla="*/ 428434 h 436036"/>
                  <a:gd name="connsiteX345" fmla="*/ 220303 w 697289"/>
                  <a:gd name="connsiteY345" fmla="*/ 430453 h 436036"/>
                  <a:gd name="connsiteX346" fmla="*/ 224644 w 697289"/>
                  <a:gd name="connsiteY346" fmla="*/ 435364 h 436036"/>
                  <a:gd name="connsiteX347" fmla="*/ 230736 w 697289"/>
                  <a:gd name="connsiteY347" fmla="*/ 430453 h 436036"/>
                  <a:gd name="connsiteX348" fmla="*/ 233058 w 697289"/>
                  <a:gd name="connsiteY348" fmla="*/ 426685 h 436036"/>
                  <a:gd name="connsiteX349" fmla="*/ 233058 w 697289"/>
                  <a:gd name="connsiteY349" fmla="*/ 420596 h 436036"/>
                  <a:gd name="connsiteX350" fmla="*/ 240025 w 697289"/>
                  <a:gd name="connsiteY350" fmla="*/ 416896 h 436036"/>
                  <a:gd name="connsiteX351" fmla="*/ 250996 w 697289"/>
                  <a:gd name="connsiteY351" fmla="*/ 424599 h 436036"/>
                  <a:gd name="connsiteX352" fmla="*/ 254159 w 697289"/>
                  <a:gd name="connsiteY352" fmla="*/ 427963 h 436036"/>
                  <a:gd name="connsiteX353" fmla="*/ 259713 w 697289"/>
                  <a:gd name="connsiteY353" fmla="*/ 429040 h 436036"/>
                  <a:gd name="connsiteX354" fmla="*/ 265804 w 697289"/>
                  <a:gd name="connsiteY354" fmla="*/ 427627 h 436036"/>
                  <a:gd name="connsiteX355" fmla="*/ 272232 w 697289"/>
                  <a:gd name="connsiteY355" fmla="*/ 426551 h 436036"/>
                  <a:gd name="connsiteX356" fmla="*/ 277348 w 697289"/>
                  <a:gd name="connsiteY356" fmla="*/ 425676 h 436036"/>
                  <a:gd name="connsiteX357" fmla="*/ 281252 w 697289"/>
                  <a:gd name="connsiteY357" fmla="*/ 420361 h 436036"/>
                  <a:gd name="connsiteX358" fmla="*/ 282766 w 697289"/>
                  <a:gd name="connsiteY358" fmla="*/ 413398 h 436036"/>
                  <a:gd name="connsiteX359" fmla="*/ 283304 w 697289"/>
                  <a:gd name="connsiteY359" fmla="*/ 408722 h 436036"/>
                  <a:gd name="connsiteX360" fmla="*/ 289833 w 697289"/>
                  <a:gd name="connsiteY360" fmla="*/ 404247 h 436036"/>
                  <a:gd name="connsiteX361" fmla="*/ 295050 w 697289"/>
                  <a:gd name="connsiteY361" fmla="*/ 403373 h 436036"/>
                  <a:gd name="connsiteX362" fmla="*/ 301781 w 697289"/>
                  <a:gd name="connsiteY362" fmla="*/ 405862 h 436036"/>
                  <a:gd name="connsiteX363" fmla="*/ 305584 w 697289"/>
                  <a:gd name="connsiteY363" fmla="*/ 408352 h 436036"/>
                  <a:gd name="connsiteX364" fmla="*/ 309387 w 697289"/>
                  <a:gd name="connsiteY364" fmla="*/ 413768 h 436036"/>
                  <a:gd name="connsiteX365" fmla="*/ 310026 w 697289"/>
                  <a:gd name="connsiteY365" fmla="*/ 419419 h 436036"/>
                  <a:gd name="connsiteX366" fmla="*/ 309387 w 697289"/>
                  <a:gd name="connsiteY366" fmla="*/ 424835 h 436036"/>
                  <a:gd name="connsiteX367" fmla="*/ 315814 w 697289"/>
                  <a:gd name="connsiteY367" fmla="*/ 433850 h 436036"/>
                  <a:gd name="connsiteX368" fmla="*/ 322007 w 697289"/>
                  <a:gd name="connsiteY368" fmla="*/ 436037 h 436036"/>
                  <a:gd name="connsiteX369" fmla="*/ 330825 w 697289"/>
                  <a:gd name="connsiteY369" fmla="*/ 433110 h 436036"/>
                  <a:gd name="connsiteX370" fmla="*/ 336378 w 697289"/>
                  <a:gd name="connsiteY370" fmla="*/ 429645 h 436036"/>
                  <a:gd name="connsiteX371" fmla="*/ 341055 w 697289"/>
                  <a:gd name="connsiteY371" fmla="*/ 423220 h 436036"/>
                  <a:gd name="connsiteX372" fmla="*/ 342671 w 697289"/>
                  <a:gd name="connsiteY372" fmla="*/ 418006 h 436036"/>
                  <a:gd name="connsiteX373" fmla="*/ 341055 w 697289"/>
                  <a:gd name="connsiteY373" fmla="*/ 409092 h 436036"/>
                  <a:gd name="connsiteX374" fmla="*/ 342469 w 697289"/>
                  <a:gd name="connsiteY374" fmla="*/ 403776 h 436036"/>
                  <a:gd name="connsiteX375" fmla="*/ 346070 w 697289"/>
                  <a:gd name="connsiteY375" fmla="*/ 396611 h 436036"/>
                  <a:gd name="connsiteX376" fmla="*/ 351623 w 697289"/>
                  <a:gd name="connsiteY376" fmla="*/ 395299 h 436036"/>
                  <a:gd name="connsiteX377" fmla="*/ 362393 w 697289"/>
                  <a:gd name="connsiteY377" fmla="*/ 394660 h 436036"/>
                  <a:gd name="connsiteX378" fmla="*/ 365859 w 697289"/>
                  <a:gd name="connsiteY378" fmla="*/ 392373 h 436036"/>
                  <a:gd name="connsiteX379" fmla="*/ 364008 w 697289"/>
                  <a:gd name="connsiteY379" fmla="*/ 388773 h 436036"/>
                  <a:gd name="connsiteX380" fmla="*/ 364984 w 697289"/>
                  <a:gd name="connsiteY380" fmla="*/ 382785 h 436036"/>
                  <a:gd name="connsiteX381" fmla="*/ 368585 w 697289"/>
                  <a:gd name="connsiteY381" fmla="*/ 378210 h 436036"/>
                  <a:gd name="connsiteX382" fmla="*/ 369898 w 697289"/>
                  <a:gd name="connsiteY382" fmla="*/ 372996 h 436036"/>
                  <a:gd name="connsiteX383" fmla="*/ 370537 w 697289"/>
                  <a:gd name="connsiteY383" fmla="*/ 369195 h 436036"/>
                  <a:gd name="connsiteX384" fmla="*/ 370537 w 697289"/>
                  <a:gd name="connsiteY384" fmla="*/ 363207 h 436036"/>
                  <a:gd name="connsiteX385" fmla="*/ 370907 w 697289"/>
                  <a:gd name="connsiteY385" fmla="*/ 359507 h 436036"/>
                  <a:gd name="connsiteX386" fmla="*/ 373229 w 697289"/>
                  <a:gd name="connsiteY386" fmla="*/ 354057 h 436036"/>
                  <a:gd name="connsiteX387" fmla="*/ 382148 w 697289"/>
                  <a:gd name="connsiteY387" fmla="*/ 353284 h 436036"/>
                  <a:gd name="connsiteX388" fmla="*/ 388239 w 697289"/>
                  <a:gd name="connsiteY388" fmla="*/ 351871 h 436036"/>
                  <a:gd name="connsiteX389" fmla="*/ 394230 w 697289"/>
                  <a:gd name="connsiteY389" fmla="*/ 349045 h 436036"/>
                  <a:gd name="connsiteX390" fmla="*/ 399009 w 697289"/>
                  <a:gd name="connsiteY390" fmla="*/ 345344 h 436036"/>
                  <a:gd name="connsiteX391" fmla="*/ 407927 w 697289"/>
                  <a:gd name="connsiteY391" fmla="*/ 343932 h 436036"/>
                  <a:gd name="connsiteX392" fmla="*/ 417822 w 697289"/>
                  <a:gd name="connsiteY392" fmla="*/ 343932 h 436036"/>
                  <a:gd name="connsiteX393" fmla="*/ 419774 w 697289"/>
                  <a:gd name="connsiteY393" fmla="*/ 345546 h 436036"/>
                  <a:gd name="connsiteX394" fmla="*/ 420312 w 697289"/>
                  <a:gd name="connsiteY394" fmla="*/ 342182 h 436036"/>
                  <a:gd name="connsiteX395" fmla="*/ 421288 w 697289"/>
                  <a:gd name="connsiteY395" fmla="*/ 333941 h 436036"/>
                  <a:gd name="connsiteX396" fmla="*/ 423240 w 697289"/>
                  <a:gd name="connsiteY396" fmla="*/ 327650 h 436036"/>
                  <a:gd name="connsiteX397" fmla="*/ 426504 w 697289"/>
                  <a:gd name="connsiteY397" fmla="*/ 320821 h 436036"/>
                  <a:gd name="connsiteX398" fmla="*/ 433034 w 697289"/>
                  <a:gd name="connsiteY398" fmla="*/ 313757 h 436036"/>
                  <a:gd name="connsiteX399" fmla="*/ 436601 w 697289"/>
                  <a:gd name="connsiteY399" fmla="*/ 310494 h 436036"/>
                  <a:gd name="connsiteX400" fmla="*/ 439091 w 697289"/>
                  <a:gd name="connsiteY400" fmla="*/ 306692 h 436036"/>
                  <a:gd name="connsiteX401" fmla="*/ 439866 w 697289"/>
                  <a:gd name="connsiteY401" fmla="*/ 298316 h 436036"/>
                  <a:gd name="connsiteX402" fmla="*/ 440640 w 697289"/>
                  <a:gd name="connsiteY402" fmla="*/ 290276 h 436036"/>
                  <a:gd name="connsiteX403" fmla="*/ 443130 w 697289"/>
                  <a:gd name="connsiteY403" fmla="*/ 285836 h 436036"/>
                  <a:gd name="connsiteX404" fmla="*/ 446394 w 697289"/>
                  <a:gd name="connsiteY404" fmla="*/ 284759 h 436036"/>
                  <a:gd name="connsiteX405" fmla="*/ 451712 w 697289"/>
                  <a:gd name="connsiteY405" fmla="*/ 284759 h 436036"/>
                  <a:gd name="connsiteX406" fmla="*/ 458342 w 697289"/>
                  <a:gd name="connsiteY406" fmla="*/ 284860 h 436036"/>
                  <a:gd name="connsiteX407" fmla="*/ 465611 w 697289"/>
                  <a:gd name="connsiteY407" fmla="*/ 284860 h 436036"/>
                  <a:gd name="connsiteX408" fmla="*/ 464635 w 697289"/>
                  <a:gd name="connsiteY408" fmla="*/ 278132 h 436036"/>
                  <a:gd name="connsiteX409" fmla="*/ 462683 w 697289"/>
                  <a:gd name="connsiteY409" fmla="*/ 273120 h 436036"/>
                  <a:gd name="connsiteX410" fmla="*/ 462784 w 697289"/>
                  <a:gd name="connsiteY410" fmla="*/ 267368 h 436036"/>
                  <a:gd name="connsiteX411" fmla="*/ 464837 w 697289"/>
                  <a:gd name="connsiteY411" fmla="*/ 267166 h 436036"/>
                  <a:gd name="connsiteX412" fmla="*/ 470155 w 697289"/>
                  <a:gd name="connsiteY412" fmla="*/ 269554 h 436036"/>
                  <a:gd name="connsiteX413" fmla="*/ 474395 w 697289"/>
                  <a:gd name="connsiteY413" fmla="*/ 269453 h 436036"/>
                  <a:gd name="connsiteX414" fmla="*/ 475910 w 697289"/>
                  <a:gd name="connsiteY414" fmla="*/ 265013 h 436036"/>
                  <a:gd name="connsiteX415" fmla="*/ 476011 w 697289"/>
                  <a:gd name="connsiteY415" fmla="*/ 260337 h 436036"/>
                  <a:gd name="connsiteX416" fmla="*/ 473958 w 697289"/>
                  <a:gd name="connsiteY416" fmla="*/ 254686 h 436036"/>
                  <a:gd name="connsiteX417" fmla="*/ 474832 w 697289"/>
                  <a:gd name="connsiteY417" fmla="*/ 250447 h 436036"/>
                  <a:gd name="connsiteX418" fmla="*/ 477861 w 697289"/>
                  <a:gd name="connsiteY418" fmla="*/ 247823 h 436036"/>
                  <a:gd name="connsiteX419" fmla="*/ 480352 w 697289"/>
                  <a:gd name="connsiteY419" fmla="*/ 245233 h 436036"/>
                  <a:gd name="connsiteX420" fmla="*/ 485131 w 697289"/>
                  <a:gd name="connsiteY420" fmla="*/ 245771 h 436036"/>
                  <a:gd name="connsiteX421" fmla="*/ 487958 w 697289"/>
                  <a:gd name="connsiteY421" fmla="*/ 247958 h 436036"/>
                  <a:gd name="connsiteX422" fmla="*/ 490684 w 697289"/>
                  <a:gd name="connsiteY422" fmla="*/ 248294 h 436036"/>
                  <a:gd name="connsiteX423" fmla="*/ 492198 w 697289"/>
                  <a:gd name="connsiteY423" fmla="*/ 246545 h 436036"/>
                  <a:gd name="connsiteX424" fmla="*/ 493275 w 697289"/>
                  <a:gd name="connsiteY424" fmla="*/ 242104 h 436036"/>
                  <a:gd name="connsiteX425" fmla="*/ 493814 w 697289"/>
                  <a:gd name="connsiteY425" fmla="*/ 237563 h 436036"/>
                  <a:gd name="connsiteX426" fmla="*/ 491323 w 697289"/>
                  <a:gd name="connsiteY426" fmla="*/ 236049 h 436036"/>
                  <a:gd name="connsiteX427" fmla="*/ 488294 w 697289"/>
                  <a:gd name="connsiteY427" fmla="*/ 234838 h 436036"/>
                  <a:gd name="connsiteX428" fmla="*/ 486982 w 697289"/>
                  <a:gd name="connsiteY428" fmla="*/ 231474 h 436036"/>
                  <a:gd name="connsiteX429" fmla="*/ 486746 w 697289"/>
                  <a:gd name="connsiteY429" fmla="*/ 226698 h 436036"/>
                  <a:gd name="connsiteX430" fmla="*/ 485871 w 697289"/>
                  <a:gd name="connsiteY430" fmla="*/ 225924 h 436036"/>
                  <a:gd name="connsiteX431" fmla="*/ 483145 w 697289"/>
                  <a:gd name="connsiteY431" fmla="*/ 225722 h 436036"/>
                  <a:gd name="connsiteX432" fmla="*/ 480116 w 697289"/>
                  <a:gd name="connsiteY432" fmla="*/ 224545 h 436036"/>
                  <a:gd name="connsiteX433" fmla="*/ 478366 w 697289"/>
                  <a:gd name="connsiteY433" fmla="*/ 223031 h 436036"/>
                  <a:gd name="connsiteX434" fmla="*/ 477356 w 697289"/>
                  <a:gd name="connsiteY434" fmla="*/ 221517 h 436036"/>
                  <a:gd name="connsiteX435" fmla="*/ 477020 w 697289"/>
                  <a:gd name="connsiteY435" fmla="*/ 220440 h 436036"/>
                  <a:gd name="connsiteX436" fmla="*/ 476381 w 697289"/>
                  <a:gd name="connsiteY436" fmla="*/ 218489 h 436036"/>
                  <a:gd name="connsiteX437" fmla="*/ 474967 w 697289"/>
                  <a:gd name="connsiteY437" fmla="*/ 215462 h 436036"/>
                  <a:gd name="connsiteX438" fmla="*/ 475506 w 697289"/>
                  <a:gd name="connsiteY438" fmla="*/ 212199 h 436036"/>
                  <a:gd name="connsiteX439" fmla="*/ 477121 w 697289"/>
                  <a:gd name="connsiteY439" fmla="*/ 211324 h 436036"/>
                  <a:gd name="connsiteX440" fmla="*/ 480150 w 697289"/>
                  <a:gd name="connsiteY440" fmla="*/ 211526 h 436036"/>
                  <a:gd name="connsiteX441" fmla="*/ 482539 w 697289"/>
                  <a:gd name="connsiteY441" fmla="*/ 214251 h 436036"/>
                  <a:gd name="connsiteX442" fmla="*/ 485131 w 697289"/>
                  <a:gd name="connsiteY442" fmla="*/ 216303 h 436036"/>
                  <a:gd name="connsiteX443" fmla="*/ 488160 w 697289"/>
                  <a:gd name="connsiteY443" fmla="*/ 217177 h 436036"/>
                  <a:gd name="connsiteX444" fmla="*/ 489775 w 697289"/>
                  <a:gd name="connsiteY444" fmla="*/ 216841 h 436036"/>
                  <a:gd name="connsiteX445" fmla="*/ 491424 w 697289"/>
                  <a:gd name="connsiteY445" fmla="*/ 215428 h 436036"/>
                  <a:gd name="connsiteX446" fmla="*/ 491963 w 697289"/>
                  <a:gd name="connsiteY446" fmla="*/ 213578 h 436036"/>
                  <a:gd name="connsiteX447" fmla="*/ 493477 w 697289"/>
                  <a:gd name="connsiteY447" fmla="*/ 211291 h 436036"/>
                  <a:gd name="connsiteX448" fmla="*/ 494352 w 697289"/>
                  <a:gd name="connsiteY448" fmla="*/ 210517 h 436036"/>
                  <a:gd name="connsiteX449" fmla="*/ 497078 w 697289"/>
                  <a:gd name="connsiteY449" fmla="*/ 209440 h 436036"/>
                  <a:gd name="connsiteX450" fmla="*/ 498054 w 697289"/>
                  <a:gd name="connsiteY450" fmla="*/ 211930 h 436036"/>
                  <a:gd name="connsiteX451" fmla="*/ 498155 w 697289"/>
                  <a:gd name="connsiteY451" fmla="*/ 214116 h 436036"/>
                  <a:gd name="connsiteX452" fmla="*/ 498054 w 697289"/>
                  <a:gd name="connsiteY452" fmla="*/ 218456 h 436036"/>
                  <a:gd name="connsiteX453" fmla="*/ 497516 w 697289"/>
                  <a:gd name="connsiteY453" fmla="*/ 221281 h 436036"/>
                  <a:gd name="connsiteX454" fmla="*/ 495766 w 697289"/>
                  <a:gd name="connsiteY454" fmla="*/ 223771 h 436036"/>
                  <a:gd name="connsiteX455" fmla="*/ 495530 w 697289"/>
                  <a:gd name="connsiteY455" fmla="*/ 226698 h 436036"/>
                  <a:gd name="connsiteX456" fmla="*/ 495530 w 697289"/>
                  <a:gd name="connsiteY456" fmla="*/ 230600 h 436036"/>
                  <a:gd name="connsiteX457" fmla="*/ 496506 w 697289"/>
                  <a:gd name="connsiteY457" fmla="*/ 233964 h 436036"/>
                  <a:gd name="connsiteX458" fmla="*/ 501083 w 697289"/>
                  <a:gd name="connsiteY458" fmla="*/ 234838 h 436036"/>
                  <a:gd name="connsiteX459" fmla="*/ 505122 w 697289"/>
                  <a:gd name="connsiteY459" fmla="*/ 234300 h 436036"/>
                  <a:gd name="connsiteX460" fmla="*/ 506199 w 697289"/>
                  <a:gd name="connsiteY460" fmla="*/ 232248 h 436036"/>
                  <a:gd name="connsiteX461" fmla="*/ 509800 w 697289"/>
                  <a:gd name="connsiteY461" fmla="*/ 228548 h 436036"/>
                  <a:gd name="connsiteX462" fmla="*/ 513064 w 697289"/>
                  <a:gd name="connsiteY462" fmla="*/ 225957 h 436036"/>
                  <a:gd name="connsiteX463" fmla="*/ 516228 w 697289"/>
                  <a:gd name="connsiteY463" fmla="*/ 224107 h 436036"/>
                  <a:gd name="connsiteX464" fmla="*/ 519391 w 697289"/>
                  <a:gd name="connsiteY464" fmla="*/ 222694 h 436036"/>
                  <a:gd name="connsiteX465" fmla="*/ 522858 w 697289"/>
                  <a:gd name="connsiteY465" fmla="*/ 222156 h 436036"/>
                  <a:gd name="connsiteX466" fmla="*/ 528074 w 697289"/>
                  <a:gd name="connsiteY466" fmla="*/ 221954 h 436036"/>
                  <a:gd name="connsiteX467" fmla="*/ 531002 w 697289"/>
                  <a:gd name="connsiteY467" fmla="*/ 220205 h 436036"/>
                  <a:gd name="connsiteX468" fmla="*/ 532079 w 697289"/>
                  <a:gd name="connsiteY468" fmla="*/ 217817 h 436036"/>
                  <a:gd name="connsiteX469" fmla="*/ 532516 w 697289"/>
                  <a:gd name="connsiteY469" fmla="*/ 214015 h 436036"/>
                  <a:gd name="connsiteX470" fmla="*/ 531742 w 697289"/>
                  <a:gd name="connsiteY470" fmla="*/ 210315 h 436036"/>
                  <a:gd name="connsiteX471" fmla="*/ 530093 w 697289"/>
                  <a:gd name="connsiteY471" fmla="*/ 203251 h 436036"/>
                  <a:gd name="connsiteX472" fmla="*/ 529017 w 697289"/>
                  <a:gd name="connsiteY472" fmla="*/ 199113 h 436036"/>
                  <a:gd name="connsiteX473" fmla="*/ 526829 w 697289"/>
                  <a:gd name="connsiteY473" fmla="*/ 193663 h 436036"/>
                  <a:gd name="connsiteX474" fmla="*/ 526829 w 697289"/>
                  <a:gd name="connsiteY474" fmla="*/ 184110 h 436036"/>
                  <a:gd name="connsiteX475" fmla="*/ 527704 w 697289"/>
                  <a:gd name="connsiteY475" fmla="*/ 180645 h 436036"/>
                  <a:gd name="connsiteX476" fmla="*/ 532920 w 697289"/>
                  <a:gd name="connsiteY476" fmla="*/ 180645 h 436036"/>
                  <a:gd name="connsiteX477" fmla="*/ 536185 w 697289"/>
                  <a:gd name="connsiteY477" fmla="*/ 183908 h 436036"/>
                  <a:gd name="connsiteX478" fmla="*/ 540089 w 697289"/>
                  <a:gd name="connsiteY478" fmla="*/ 187608 h 436036"/>
                  <a:gd name="connsiteX479" fmla="*/ 543118 w 697289"/>
                  <a:gd name="connsiteY479" fmla="*/ 188920 h 436036"/>
                  <a:gd name="connsiteX480" fmla="*/ 546382 w 697289"/>
                  <a:gd name="connsiteY480" fmla="*/ 190434 h 436036"/>
                  <a:gd name="connsiteX481" fmla="*/ 547257 w 697289"/>
                  <a:gd name="connsiteY481" fmla="*/ 186296 h 436036"/>
                  <a:gd name="connsiteX482" fmla="*/ 545305 w 697289"/>
                  <a:gd name="connsiteY482" fmla="*/ 181721 h 436036"/>
                  <a:gd name="connsiteX483" fmla="*/ 546180 w 697289"/>
                  <a:gd name="connsiteY483" fmla="*/ 176709 h 436036"/>
                  <a:gd name="connsiteX484" fmla="*/ 546618 w 697289"/>
                  <a:gd name="connsiteY484" fmla="*/ 173681 h 436036"/>
                  <a:gd name="connsiteX485" fmla="*/ 548132 w 697289"/>
                  <a:gd name="connsiteY485" fmla="*/ 172168 h 436036"/>
                  <a:gd name="connsiteX486" fmla="*/ 549647 w 697289"/>
                  <a:gd name="connsiteY486" fmla="*/ 169981 h 436036"/>
                  <a:gd name="connsiteX487" fmla="*/ 546820 w 697289"/>
                  <a:gd name="connsiteY487" fmla="*/ 168467 h 436036"/>
                  <a:gd name="connsiteX488" fmla="*/ 541166 w 697289"/>
                  <a:gd name="connsiteY488" fmla="*/ 168467 h 436036"/>
                  <a:gd name="connsiteX489" fmla="*/ 533122 w 697289"/>
                  <a:gd name="connsiteY489" fmla="*/ 168366 h 436036"/>
                  <a:gd name="connsiteX490" fmla="*/ 527704 w 697289"/>
                  <a:gd name="connsiteY490" fmla="*/ 166314 h 436036"/>
                  <a:gd name="connsiteX491" fmla="*/ 525954 w 697289"/>
                  <a:gd name="connsiteY491" fmla="*/ 160461 h 436036"/>
                  <a:gd name="connsiteX492" fmla="*/ 530531 w 697289"/>
                  <a:gd name="connsiteY492" fmla="*/ 156559 h 436036"/>
                  <a:gd name="connsiteX493" fmla="*/ 534670 w 697289"/>
                  <a:gd name="connsiteY493" fmla="*/ 156323 h 436036"/>
                  <a:gd name="connsiteX494" fmla="*/ 538137 w 697289"/>
                  <a:gd name="connsiteY494" fmla="*/ 156323 h 436036"/>
                  <a:gd name="connsiteX495" fmla="*/ 543791 w 697289"/>
                  <a:gd name="connsiteY495" fmla="*/ 157736 h 436036"/>
                  <a:gd name="connsiteX496" fmla="*/ 545541 w 697289"/>
                  <a:gd name="connsiteY496" fmla="*/ 160226 h 436036"/>
                  <a:gd name="connsiteX497" fmla="*/ 551430 w 697289"/>
                  <a:gd name="connsiteY497" fmla="*/ 160427 h 436036"/>
                  <a:gd name="connsiteX498" fmla="*/ 558161 w 697289"/>
                  <a:gd name="connsiteY498" fmla="*/ 155651 h 436036"/>
                  <a:gd name="connsiteX499" fmla="*/ 561628 w 697289"/>
                  <a:gd name="connsiteY499" fmla="*/ 149360 h 436036"/>
                  <a:gd name="connsiteX500" fmla="*/ 568359 w 697289"/>
                  <a:gd name="connsiteY500" fmla="*/ 148485 h 436036"/>
                  <a:gd name="connsiteX501" fmla="*/ 574652 w 697289"/>
                  <a:gd name="connsiteY501" fmla="*/ 147409 h 436036"/>
                  <a:gd name="connsiteX502" fmla="*/ 583571 w 697289"/>
                  <a:gd name="connsiteY502" fmla="*/ 143708 h 436036"/>
                  <a:gd name="connsiteX503" fmla="*/ 589426 w 697289"/>
                  <a:gd name="connsiteY503" fmla="*/ 143271 h 436036"/>
                  <a:gd name="connsiteX504" fmla="*/ 589426 w 697289"/>
                  <a:gd name="connsiteY504" fmla="*/ 137182 h 436036"/>
                  <a:gd name="connsiteX505" fmla="*/ 588013 w 697289"/>
                  <a:gd name="connsiteY505" fmla="*/ 132406 h 436036"/>
                  <a:gd name="connsiteX506" fmla="*/ 589225 w 697289"/>
                  <a:gd name="connsiteY506" fmla="*/ 127191 h 436036"/>
                  <a:gd name="connsiteX507" fmla="*/ 595316 w 697289"/>
                  <a:gd name="connsiteY507" fmla="*/ 127831 h 436036"/>
                  <a:gd name="connsiteX508" fmla="*/ 602047 w 697289"/>
                  <a:gd name="connsiteY508" fmla="*/ 126956 h 436036"/>
                  <a:gd name="connsiteX509" fmla="*/ 599658 w 697289"/>
                  <a:gd name="connsiteY509" fmla="*/ 131733 h 436036"/>
                  <a:gd name="connsiteX510" fmla="*/ 594643 w 697289"/>
                  <a:gd name="connsiteY510" fmla="*/ 134121 h 436036"/>
                  <a:gd name="connsiteX511" fmla="*/ 593330 w 697289"/>
                  <a:gd name="connsiteY511" fmla="*/ 138696 h 436036"/>
                  <a:gd name="connsiteX512" fmla="*/ 597907 w 697289"/>
                  <a:gd name="connsiteY512" fmla="*/ 143473 h 436036"/>
                  <a:gd name="connsiteX513" fmla="*/ 601609 w 697289"/>
                  <a:gd name="connsiteY513" fmla="*/ 144112 h 436036"/>
                  <a:gd name="connsiteX514" fmla="*/ 605513 w 697289"/>
                  <a:gd name="connsiteY514" fmla="*/ 144549 h 436036"/>
                  <a:gd name="connsiteX515" fmla="*/ 608105 w 697289"/>
                  <a:gd name="connsiteY515" fmla="*/ 143675 h 436036"/>
                  <a:gd name="connsiteX516" fmla="*/ 609215 w 697289"/>
                  <a:gd name="connsiteY516" fmla="*/ 141085 h 436036"/>
                  <a:gd name="connsiteX517" fmla="*/ 608340 w 697289"/>
                  <a:gd name="connsiteY517" fmla="*/ 136745 h 436036"/>
                  <a:gd name="connsiteX518" fmla="*/ 610292 w 697289"/>
                  <a:gd name="connsiteY518" fmla="*/ 132607 h 436036"/>
                  <a:gd name="connsiteX519" fmla="*/ 614432 w 697289"/>
                  <a:gd name="connsiteY519" fmla="*/ 128268 h 436036"/>
                  <a:gd name="connsiteX520" fmla="*/ 615946 w 697289"/>
                  <a:gd name="connsiteY520" fmla="*/ 125442 h 436036"/>
                  <a:gd name="connsiteX521" fmla="*/ 619446 w 697289"/>
                  <a:gd name="connsiteY521" fmla="*/ 122415 h 436036"/>
                  <a:gd name="connsiteX522" fmla="*/ 622913 w 697289"/>
                  <a:gd name="connsiteY522" fmla="*/ 120901 h 436036"/>
                  <a:gd name="connsiteX523" fmla="*/ 627490 w 697289"/>
                  <a:gd name="connsiteY523" fmla="*/ 117873 h 436036"/>
                  <a:gd name="connsiteX524" fmla="*/ 629442 w 697289"/>
                  <a:gd name="connsiteY524" fmla="*/ 116124 h 436036"/>
                  <a:gd name="connsiteX525" fmla="*/ 632033 w 697289"/>
                  <a:gd name="connsiteY525" fmla="*/ 112659 h 436036"/>
                  <a:gd name="connsiteX526" fmla="*/ 637485 w 697289"/>
                  <a:gd name="connsiteY526" fmla="*/ 115922 h 436036"/>
                  <a:gd name="connsiteX527" fmla="*/ 644014 w 697289"/>
                  <a:gd name="connsiteY527" fmla="*/ 116999 h 436036"/>
                  <a:gd name="connsiteX528" fmla="*/ 645764 w 697289"/>
                  <a:gd name="connsiteY528" fmla="*/ 116763 h 436036"/>
                  <a:gd name="connsiteX529" fmla="*/ 647952 w 697289"/>
                  <a:gd name="connsiteY529" fmla="*/ 114375 h 436036"/>
                  <a:gd name="connsiteX530" fmla="*/ 650543 w 697289"/>
                  <a:gd name="connsiteY530" fmla="*/ 108723 h 436036"/>
                  <a:gd name="connsiteX531" fmla="*/ 650981 w 697289"/>
                  <a:gd name="connsiteY531" fmla="*/ 102870 h 436036"/>
                  <a:gd name="connsiteX532" fmla="*/ 651418 w 697289"/>
                  <a:gd name="connsiteY532" fmla="*/ 100482 h 436036"/>
                  <a:gd name="connsiteX533" fmla="*/ 655558 w 697289"/>
                  <a:gd name="connsiteY533" fmla="*/ 100280 h 436036"/>
                  <a:gd name="connsiteX534" fmla="*/ 657072 w 697289"/>
                  <a:gd name="connsiteY534" fmla="*/ 105494 h 436036"/>
                  <a:gd name="connsiteX535" fmla="*/ 658149 w 697289"/>
                  <a:gd name="connsiteY535" fmla="*/ 113298 h 436036"/>
                  <a:gd name="connsiteX536" fmla="*/ 659226 w 697289"/>
                  <a:gd name="connsiteY536" fmla="*/ 118075 h 436036"/>
                  <a:gd name="connsiteX537" fmla="*/ 660976 w 697289"/>
                  <a:gd name="connsiteY537" fmla="*/ 124803 h 436036"/>
                  <a:gd name="connsiteX538" fmla="*/ 666832 w 697289"/>
                  <a:gd name="connsiteY538" fmla="*/ 127393 h 436036"/>
                  <a:gd name="connsiteX539" fmla="*/ 672688 w 697289"/>
                  <a:gd name="connsiteY539" fmla="*/ 128268 h 436036"/>
                  <a:gd name="connsiteX540" fmla="*/ 676827 w 697289"/>
                  <a:gd name="connsiteY540" fmla="*/ 125240 h 436036"/>
                  <a:gd name="connsiteX541" fmla="*/ 683356 w 697289"/>
                  <a:gd name="connsiteY541" fmla="*/ 120026 h 436036"/>
                  <a:gd name="connsiteX542" fmla="*/ 685982 w 697289"/>
                  <a:gd name="connsiteY542" fmla="*/ 118277 h 436036"/>
                  <a:gd name="connsiteX543" fmla="*/ 688808 w 697289"/>
                  <a:gd name="connsiteY543" fmla="*/ 115687 h 436036"/>
                  <a:gd name="connsiteX544" fmla="*/ 690323 w 697289"/>
                  <a:gd name="connsiteY544" fmla="*/ 113736 h 436036"/>
                  <a:gd name="connsiteX545" fmla="*/ 690323 w 697289"/>
                  <a:gd name="connsiteY545" fmla="*/ 111112 h 436036"/>
                  <a:gd name="connsiteX546" fmla="*/ 688270 w 697289"/>
                  <a:gd name="connsiteY546" fmla="*/ 107647 h 436036"/>
                  <a:gd name="connsiteX547" fmla="*/ 690323 w 697289"/>
                  <a:gd name="connsiteY547" fmla="*/ 103072 h 436036"/>
                  <a:gd name="connsiteX548" fmla="*/ 692510 w 697289"/>
                  <a:gd name="connsiteY548" fmla="*/ 101760 h 436036"/>
                  <a:gd name="connsiteX549" fmla="*/ 694261 w 697289"/>
                  <a:gd name="connsiteY549" fmla="*/ 98059 h 436036"/>
                  <a:gd name="connsiteX550" fmla="*/ 690559 w 697289"/>
                  <a:gd name="connsiteY550" fmla="*/ 96108 h 436036"/>
                  <a:gd name="connsiteX551" fmla="*/ 687731 w 697289"/>
                  <a:gd name="connsiteY551" fmla="*/ 96748 h 436036"/>
                  <a:gd name="connsiteX552" fmla="*/ 683828 w 697289"/>
                  <a:gd name="connsiteY552" fmla="*/ 98261 h 436036"/>
                  <a:gd name="connsiteX553" fmla="*/ 678813 w 697289"/>
                  <a:gd name="connsiteY553" fmla="*/ 101087 h 436036"/>
                  <a:gd name="connsiteX554" fmla="*/ 675347 w 697289"/>
                  <a:gd name="connsiteY554" fmla="*/ 101087 h 436036"/>
                  <a:gd name="connsiteX555" fmla="*/ 676659 w 697289"/>
                  <a:gd name="connsiteY555" fmla="*/ 98261 h 436036"/>
                  <a:gd name="connsiteX556" fmla="*/ 677097 w 697289"/>
                  <a:gd name="connsiteY556" fmla="*/ 92845 h 436036"/>
                  <a:gd name="connsiteX557" fmla="*/ 677298 w 697289"/>
                  <a:gd name="connsiteY557" fmla="*/ 89145 h 436036"/>
                  <a:gd name="connsiteX558" fmla="*/ 678611 w 697289"/>
                  <a:gd name="connsiteY558" fmla="*/ 87833 h 436036"/>
                  <a:gd name="connsiteX559" fmla="*/ 681000 w 697289"/>
                  <a:gd name="connsiteY559" fmla="*/ 86319 h 436036"/>
                  <a:gd name="connsiteX560" fmla="*/ 683828 w 697289"/>
                  <a:gd name="connsiteY560" fmla="*/ 84806 h 436036"/>
                  <a:gd name="connsiteX561" fmla="*/ 686856 w 697289"/>
                  <a:gd name="connsiteY561" fmla="*/ 80668 h 436036"/>
                  <a:gd name="connsiteX562" fmla="*/ 686856 w 697289"/>
                  <a:gd name="connsiteY562" fmla="*/ 73704 h 436036"/>
                  <a:gd name="connsiteX563" fmla="*/ 688270 w 697289"/>
                  <a:gd name="connsiteY563" fmla="*/ 68053 h 436036"/>
                  <a:gd name="connsiteX564" fmla="*/ 690356 w 697289"/>
                  <a:gd name="connsiteY564" fmla="*/ 65025 h 436036"/>
                  <a:gd name="connsiteX565" fmla="*/ 692948 w 697289"/>
                  <a:gd name="connsiteY565" fmla="*/ 60248 h 436036"/>
                  <a:gd name="connsiteX566" fmla="*/ 696212 w 697289"/>
                  <a:gd name="connsiteY566" fmla="*/ 56346 h 436036"/>
                  <a:gd name="connsiteX567" fmla="*/ 697290 w 697289"/>
                  <a:gd name="connsiteY567" fmla="*/ 54597 h 436036"/>
                  <a:gd name="connsiteX568" fmla="*/ 697290 w 697289"/>
                  <a:gd name="connsiteY568" fmla="*/ 51771 h 436036"/>
                  <a:gd name="connsiteX569" fmla="*/ 695977 w 697289"/>
                  <a:gd name="connsiteY569" fmla="*/ 49820 h 43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697289" h="436036">
                    <a:moveTo>
                      <a:pt x="695977" y="49820"/>
                    </a:moveTo>
                    <a:lnTo>
                      <a:pt x="693688" y="49618"/>
                    </a:lnTo>
                    <a:lnTo>
                      <a:pt x="689347" y="51368"/>
                    </a:lnTo>
                    <a:cubicBezTo>
                      <a:pt x="689347" y="51368"/>
                      <a:pt x="686957" y="51805"/>
                      <a:pt x="686318" y="52007"/>
                    </a:cubicBezTo>
                    <a:cubicBezTo>
                      <a:pt x="685678" y="52209"/>
                      <a:pt x="680025" y="55270"/>
                      <a:pt x="680025" y="55270"/>
                    </a:cubicBezTo>
                    <a:cubicBezTo>
                      <a:pt x="680025" y="55270"/>
                      <a:pt x="676121" y="57221"/>
                      <a:pt x="675448" y="57221"/>
                    </a:cubicBezTo>
                    <a:cubicBezTo>
                      <a:pt x="674808" y="57221"/>
                      <a:pt x="668279" y="58096"/>
                      <a:pt x="667404" y="58096"/>
                    </a:cubicBezTo>
                    <a:cubicBezTo>
                      <a:pt x="666529" y="58096"/>
                      <a:pt x="662625" y="56582"/>
                      <a:pt x="662625" y="56582"/>
                    </a:cubicBezTo>
                    <a:lnTo>
                      <a:pt x="662625" y="49618"/>
                    </a:lnTo>
                    <a:lnTo>
                      <a:pt x="662625" y="44169"/>
                    </a:lnTo>
                    <a:lnTo>
                      <a:pt x="658721" y="41141"/>
                    </a:lnTo>
                    <a:lnTo>
                      <a:pt x="655894" y="43765"/>
                    </a:lnTo>
                    <a:lnTo>
                      <a:pt x="651317" y="45279"/>
                    </a:lnTo>
                    <a:lnTo>
                      <a:pt x="648928" y="42251"/>
                    </a:lnTo>
                    <a:lnTo>
                      <a:pt x="647178" y="38988"/>
                    </a:lnTo>
                    <a:lnTo>
                      <a:pt x="642029" y="39056"/>
                    </a:lnTo>
                    <a:lnTo>
                      <a:pt x="638057" y="39863"/>
                    </a:lnTo>
                    <a:cubicBezTo>
                      <a:pt x="638057" y="39863"/>
                      <a:pt x="633716" y="42184"/>
                      <a:pt x="633480" y="42251"/>
                    </a:cubicBezTo>
                    <a:cubicBezTo>
                      <a:pt x="633278" y="42319"/>
                      <a:pt x="630081" y="44068"/>
                      <a:pt x="629778" y="44135"/>
                    </a:cubicBezTo>
                    <a:cubicBezTo>
                      <a:pt x="629475" y="44203"/>
                      <a:pt x="627086" y="47533"/>
                      <a:pt x="627086" y="47533"/>
                    </a:cubicBezTo>
                    <a:lnTo>
                      <a:pt x="624562" y="51738"/>
                    </a:lnTo>
                    <a:lnTo>
                      <a:pt x="623485" y="53992"/>
                    </a:lnTo>
                    <a:lnTo>
                      <a:pt x="619345" y="53992"/>
                    </a:lnTo>
                    <a:lnTo>
                      <a:pt x="614331" y="54631"/>
                    </a:lnTo>
                    <a:lnTo>
                      <a:pt x="609350" y="55505"/>
                    </a:lnTo>
                    <a:lnTo>
                      <a:pt x="605446" y="56380"/>
                    </a:lnTo>
                    <a:lnTo>
                      <a:pt x="601307" y="57457"/>
                    </a:lnTo>
                    <a:lnTo>
                      <a:pt x="598042" y="58970"/>
                    </a:lnTo>
                    <a:lnTo>
                      <a:pt x="594138" y="59172"/>
                    </a:lnTo>
                    <a:lnTo>
                      <a:pt x="588686" y="58533"/>
                    </a:lnTo>
                    <a:lnTo>
                      <a:pt x="585657" y="55909"/>
                    </a:lnTo>
                    <a:lnTo>
                      <a:pt x="583469" y="53756"/>
                    </a:lnTo>
                    <a:lnTo>
                      <a:pt x="581518" y="50930"/>
                    </a:lnTo>
                    <a:lnTo>
                      <a:pt x="579128" y="47903"/>
                    </a:lnTo>
                    <a:lnTo>
                      <a:pt x="577378" y="44438"/>
                    </a:lnTo>
                    <a:lnTo>
                      <a:pt x="577378" y="40973"/>
                    </a:lnTo>
                    <a:lnTo>
                      <a:pt x="577378" y="37710"/>
                    </a:lnTo>
                    <a:lnTo>
                      <a:pt x="575662" y="37508"/>
                    </a:lnTo>
                    <a:lnTo>
                      <a:pt x="573912" y="38147"/>
                    </a:lnTo>
                    <a:lnTo>
                      <a:pt x="572162" y="40973"/>
                    </a:lnTo>
                    <a:lnTo>
                      <a:pt x="572162" y="44001"/>
                    </a:lnTo>
                    <a:lnTo>
                      <a:pt x="571287" y="48777"/>
                    </a:lnTo>
                    <a:lnTo>
                      <a:pt x="567147" y="48777"/>
                    </a:lnTo>
                    <a:lnTo>
                      <a:pt x="564959" y="48004"/>
                    </a:lnTo>
                    <a:lnTo>
                      <a:pt x="560618" y="44842"/>
                    </a:lnTo>
                    <a:lnTo>
                      <a:pt x="555839" y="44203"/>
                    </a:lnTo>
                    <a:lnTo>
                      <a:pt x="553652" y="41579"/>
                    </a:lnTo>
                    <a:lnTo>
                      <a:pt x="554729" y="35725"/>
                    </a:lnTo>
                    <a:lnTo>
                      <a:pt x="554729" y="33976"/>
                    </a:lnTo>
                    <a:lnTo>
                      <a:pt x="552878" y="30074"/>
                    </a:lnTo>
                    <a:lnTo>
                      <a:pt x="549950" y="29637"/>
                    </a:lnTo>
                    <a:lnTo>
                      <a:pt x="547123" y="29199"/>
                    </a:lnTo>
                    <a:lnTo>
                      <a:pt x="540829" y="27685"/>
                    </a:lnTo>
                    <a:lnTo>
                      <a:pt x="536488" y="25095"/>
                    </a:lnTo>
                    <a:lnTo>
                      <a:pt x="533425" y="22471"/>
                    </a:lnTo>
                    <a:lnTo>
                      <a:pt x="529084" y="21832"/>
                    </a:lnTo>
                    <a:lnTo>
                      <a:pt x="524305" y="22068"/>
                    </a:lnTo>
                    <a:lnTo>
                      <a:pt x="517136" y="24658"/>
                    </a:lnTo>
                    <a:lnTo>
                      <a:pt x="508218" y="28796"/>
                    </a:lnTo>
                    <a:lnTo>
                      <a:pt x="503641" y="29435"/>
                    </a:lnTo>
                    <a:lnTo>
                      <a:pt x="499939" y="30949"/>
                    </a:lnTo>
                    <a:lnTo>
                      <a:pt x="493208" y="35086"/>
                    </a:lnTo>
                    <a:lnTo>
                      <a:pt x="489304" y="36600"/>
                    </a:lnTo>
                    <a:lnTo>
                      <a:pt x="484525" y="38349"/>
                    </a:lnTo>
                    <a:lnTo>
                      <a:pt x="479948" y="38114"/>
                    </a:lnTo>
                    <a:lnTo>
                      <a:pt x="475169" y="39190"/>
                    </a:lnTo>
                    <a:lnTo>
                      <a:pt x="471904" y="42218"/>
                    </a:lnTo>
                    <a:lnTo>
                      <a:pt x="473857" y="45918"/>
                    </a:lnTo>
                    <a:lnTo>
                      <a:pt x="477121" y="46793"/>
                    </a:lnTo>
                    <a:lnTo>
                      <a:pt x="479948" y="49618"/>
                    </a:lnTo>
                    <a:lnTo>
                      <a:pt x="479948" y="52007"/>
                    </a:lnTo>
                    <a:lnTo>
                      <a:pt x="476347" y="56784"/>
                    </a:lnTo>
                    <a:lnTo>
                      <a:pt x="470356" y="64184"/>
                    </a:lnTo>
                    <a:lnTo>
                      <a:pt x="463390" y="70912"/>
                    </a:lnTo>
                    <a:lnTo>
                      <a:pt x="456861" y="76564"/>
                    </a:lnTo>
                    <a:lnTo>
                      <a:pt x="448616" y="77640"/>
                    </a:lnTo>
                    <a:lnTo>
                      <a:pt x="446664" y="78515"/>
                    </a:lnTo>
                    <a:lnTo>
                      <a:pt x="444510" y="81980"/>
                    </a:lnTo>
                    <a:lnTo>
                      <a:pt x="443837" y="85680"/>
                    </a:lnTo>
                    <a:lnTo>
                      <a:pt x="446024" y="87429"/>
                    </a:lnTo>
                    <a:lnTo>
                      <a:pt x="448649" y="89616"/>
                    </a:lnTo>
                    <a:lnTo>
                      <a:pt x="448649" y="92206"/>
                    </a:lnTo>
                    <a:lnTo>
                      <a:pt x="446798" y="96983"/>
                    </a:lnTo>
                    <a:cubicBezTo>
                      <a:pt x="446798" y="96983"/>
                      <a:pt x="443870" y="101558"/>
                      <a:pt x="443433" y="102197"/>
                    </a:cubicBezTo>
                    <a:cubicBezTo>
                      <a:pt x="442995" y="102836"/>
                      <a:pt x="439731" y="106974"/>
                      <a:pt x="439731" y="106974"/>
                    </a:cubicBezTo>
                    <a:cubicBezTo>
                      <a:pt x="439731" y="106974"/>
                      <a:pt x="433639" y="109362"/>
                      <a:pt x="432764" y="109362"/>
                    </a:cubicBezTo>
                    <a:cubicBezTo>
                      <a:pt x="431890" y="109362"/>
                      <a:pt x="426908" y="109564"/>
                      <a:pt x="426908" y="109564"/>
                    </a:cubicBezTo>
                    <a:lnTo>
                      <a:pt x="417351" y="109564"/>
                    </a:lnTo>
                    <a:lnTo>
                      <a:pt x="410182" y="110102"/>
                    </a:lnTo>
                    <a:lnTo>
                      <a:pt x="403889" y="111953"/>
                    </a:lnTo>
                    <a:lnTo>
                      <a:pt x="400187" y="112592"/>
                    </a:lnTo>
                    <a:cubicBezTo>
                      <a:pt x="400187" y="112592"/>
                      <a:pt x="391941" y="113029"/>
                      <a:pt x="391066" y="112794"/>
                    </a:cubicBezTo>
                    <a:cubicBezTo>
                      <a:pt x="390191" y="112592"/>
                      <a:pt x="384336" y="110843"/>
                      <a:pt x="384336" y="110843"/>
                    </a:cubicBezTo>
                    <a:lnTo>
                      <a:pt x="379119" y="108454"/>
                    </a:lnTo>
                    <a:lnTo>
                      <a:pt x="373902" y="106940"/>
                    </a:lnTo>
                    <a:lnTo>
                      <a:pt x="373902" y="101087"/>
                    </a:lnTo>
                    <a:cubicBezTo>
                      <a:pt x="373902" y="101087"/>
                      <a:pt x="367475" y="97185"/>
                      <a:pt x="366835" y="96748"/>
                    </a:cubicBezTo>
                    <a:cubicBezTo>
                      <a:pt x="366196" y="96310"/>
                      <a:pt x="363234" y="94359"/>
                      <a:pt x="363234" y="94359"/>
                    </a:cubicBezTo>
                    <a:cubicBezTo>
                      <a:pt x="363234" y="94359"/>
                      <a:pt x="356066" y="91331"/>
                      <a:pt x="355191" y="90894"/>
                    </a:cubicBezTo>
                    <a:cubicBezTo>
                      <a:pt x="354316" y="90457"/>
                      <a:pt x="355830" y="87833"/>
                      <a:pt x="355830" y="87833"/>
                    </a:cubicBezTo>
                    <a:lnTo>
                      <a:pt x="356469" y="85007"/>
                    </a:lnTo>
                    <a:lnTo>
                      <a:pt x="362931" y="83191"/>
                    </a:lnTo>
                    <a:lnTo>
                      <a:pt x="362123" y="77035"/>
                    </a:lnTo>
                    <a:lnTo>
                      <a:pt x="361686" y="69230"/>
                    </a:lnTo>
                    <a:lnTo>
                      <a:pt x="361619" y="61998"/>
                    </a:lnTo>
                    <a:lnTo>
                      <a:pt x="362864" y="57423"/>
                    </a:lnTo>
                    <a:lnTo>
                      <a:pt x="363941" y="53352"/>
                    </a:lnTo>
                    <a:lnTo>
                      <a:pt x="367272" y="49955"/>
                    </a:lnTo>
                    <a:lnTo>
                      <a:pt x="369931" y="46389"/>
                    </a:lnTo>
                    <a:lnTo>
                      <a:pt x="370470" y="44034"/>
                    </a:lnTo>
                    <a:cubicBezTo>
                      <a:pt x="370470" y="44034"/>
                      <a:pt x="368518" y="41646"/>
                      <a:pt x="368080" y="41410"/>
                    </a:cubicBezTo>
                    <a:cubicBezTo>
                      <a:pt x="367643" y="41209"/>
                      <a:pt x="364176" y="39998"/>
                      <a:pt x="363840" y="39998"/>
                    </a:cubicBezTo>
                    <a:cubicBezTo>
                      <a:pt x="363503" y="39998"/>
                      <a:pt x="360138" y="38786"/>
                      <a:pt x="360138" y="38786"/>
                    </a:cubicBezTo>
                    <a:lnTo>
                      <a:pt x="359263" y="37575"/>
                    </a:lnTo>
                    <a:lnTo>
                      <a:pt x="359902" y="33875"/>
                    </a:lnTo>
                    <a:lnTo>
                      <a:pt x="359902" y="31386"/>
                    </a:lnTo>
                    <a:lnTo>
                      <a:pt x="361652" y="28661"/>
                    </a:lnTo>
                    <a:lnTo>
                      <a:pt x="361652" y="23447"/>
                    </a:lnTo>
                    <a:lnTo>
                      <a:pt x="361652" y="20857"/>
                    </a:lnTo>
                    <a:lnTo>
                      <a:pt x="360306" y="20083"/>
                    </a:lnTo>
                    <a:lnTo>
                      <a:pt x="355897" y="17795"/>
                    </a:lnTo>
                    <a:lnTo>
                      <a:pt x="352431" y="16921"/>
                    </a:lnTo>
                    <a:lnTo>
                      <a:pt x="350041" y="18132"/>
                    </a:lnTo>
                    <a:lnTo>
                      <a:pt x="347551" y="18334"/>
                    </a:lnTo>
                    <a:lnTo>
                      <a:pt x="346037" y="18535"/>
                    </a:lnTo>
                    <a:cubicBezTo>
                      <a:pt x="346037" y="18535"/>
                      <a:pt x="347214" y="16483"/>
                      <a:pt x="347349" y="16046"/>
                    </a:cubicBezTo>
                    <a:cubicBezTo>
                      <a:pt x="347450" y="15609"/>
                      <a:pt x="348325" y="14196"/>
                      <a:pt x="348325" y="14196"/>
                    </a:cubicBezTo>
                    <a:lnTo>
                      <a:pt x="349301" y="11908"/>
                    </a:lnTo>
                    <a:lnTo>
                      <a:pt x="347887" y="9285"/>
                    </a:lnTo>
                    <a:cubicBezTo>
                      <a:pt x="347887" y="9285"/>
                      <a:pt x="346037" y="7434"/>
                      <a:pt x="345936" y="7098"/>
                    </a:cubicBezTo>
                    <a:cubicBezTo>
                      <a:pt x="345835" y="6762"/>
                      <a:pt x="342570" y="5483"/>
                      <a:pt x="342570" y="5483"/>
                    </a:cubicBezTo>
                    <a:lnTo>
                      <a:pt x="340719" y="5248"/>
                    </a:lnTo>
                    <a:lnTo>
                      <a:pt x="337017" y="5685"/>
                    </a:lnTo>
                    <a:cubicBezTo>
                      <a:pt x="337017" y="5685"/>
                      <a:pt x="335806" y="6459"/>
                      <a:pt x="334964" y="6896"/>
                    </a:cubicBezTo>
                    <a:cubicBezTo>
                      <a:pt x="334089" y="7333"/>
                      <a:pt x="332911" y="9621"/>
                      <a:pt x="332911" y="9621"/>
                    </a:cubicBezTo>
                    <a:lnTo>
                      <a:pt x="331700" y="11673"/>
                    </a:lnTo>
                    <a:lnTo>
                      <a:pt x="329411" y="14061"/>
                    </a:lnTo>
                    <a:cubicBezTo>
                      <a:pt x="329411" y="14061"/>
                      <a:pt x="327897" y="15811"/>
                      <a:pt x="327796" y="16113"/>
                    </a:cubicBezTo>
                    <a:cubicBezTo>
                      <a:pt x="327695" y="16450"/>
                      <a:pt x="326281" y="17863"/>
                      <a:pt x="326281" y="17863"/>
                    </a:cubicBezTo>
                    <a:lnTo>
                      <a:pt x="322041" y="18199"/>
                    </a:lnTo>
                    <a:lnTo>
                      <a:pt x="318574" y="17560"/>
                    </a:lnTo>
                    <a:lnTo>
                      <a:pt x="317397" y="15070"/>
                    </a:lnTo>
                    <a:lnTo>
                      <a:pt x="315882" y="12581"/>
                    </a:lnTo>
                    <a:lnTo>
                      <a:pt x="307132" y="12649"/>
                    </a:lnTo>
                    <a:cubicBezTo>
                      <a:pt x="307132" y="12649"/>
                      <a:pt x="302454" y="12850"/>
                      <a:pt x="302218" y="12985"/>
                    </a:cubicBezTo>
                    <a:cubicBezTo>
                      <a:pt x="302016" y="13086"/>
                      <a:pt x="294646" y="13792"/>
                      <a:pt x="294646" y="13792"/>
                    </a:cubicBezTo>
                    <a:cubicBezTo>
                      <a:pt x="294646" y="13792"/>
                      <a:pt x="291281" y="12178"/>
                      <a:pt x="291112" y="12043"/>
                    </a:cubicBezTo>
                    <a:cubicBezTo>
                      <a:pt x="290944" y="11942"/>
                      <a:pt x="286939" y="10731"/>
                      <a:pt x="286939" y="10731"/>
                    </a:cubicBezTo>
                    <a:cubicBezTo>
                      <a:pt x="286939" y="10731"/>
                      <a:pt x="285189" y="11707"/>
                      <a:pt x="285055" y="11774"/>
                    </a:cubicBezTo>
                    <a:cubicBezTo>
                      <a:pt x="284886" y="11841"/>
                      <a:pt x="283472" y="14229"/>
                      <a:pt x="283472" y="14229"/>
                    </a:cubicBezTo>
                    <a:lnTo>
                      <a:pt x="282766" y="18804"/>
                    </a:lnTo>
                    <a:cubicBezTo>
                      <a:pt x="282766" y="18804"/>
                      <a:pt x="283472" y="25600"/>
                      <a:pt x="283472" y="25802"/>
                    </a:cubicBezTo>
                    <a:cubicBezTo>
                      <a:pt x="283472" y="26037"/>
                      <a:pt x="281588" y="28964"/>
                      <a:pt x="280881" y="29535"/>
                    </a:cubicBezTo>
                    <a:cubicBezTo>
                      <a:pt x="280174" y="30141"/>
                      <a:pt x="278256" y="32529"/>
                      <a:pt x="277684" y="33169"/>
                    </a:cubicBezTo>
                    <a:cubicBezTo>
                      <a:pt x="277078" y="33808"/>
                      <a:pt x="275732" y="36364"/>
                      <a:pt x="275732" y="36364"/>
                    </a:cubicBezTo>
                    <a:lnTo>
                      <a:pt x="273410" y="38820"/>
                    </a:lnTo>
                    <a:lnTo>
                      <a:pt x="271559" y="37912"/>
                    </a:lnTo>
                    <a:lnTo>
                      <a:pt x="271794" y="36499"/>
                    </a:lnTo>
                    <a:lnTo>
                      <a:pt x="273141" y="32429"/>
                    </a:lnTo>
                    <a:lnTo>
                      <a:pt x="274386" y="29435"/>
                    </a:lnTo>
                    <a:lnTo>
                      <a:pt x="275362" y="26441"/>
                    </a:lnTo>
                    <a:lnTo>
                      <a:pt x="275025" y="18031"/>
                    </a:lnTo>
                    <a:lnTo>
                      <a:pt x="273073" y="14768"/>
                    </a:lnTo>
                    <a:lnTo>
                      <a:pt x="270011" y="13019"/>
                    </a:lnTo>
                    <a:lnTo>
                      <a:pt x="268261" y="11942"/>
                    </a:lnTo>
                    <a:lnTo>
                      <a:pt x="265669" y="12379"/>
                    </a:lnTo>
                    <a:lnTo>
                      <a:pt x="260251" y="11303"/>
                    </a:lnTo>
                    <a:lnTo>
                      <a:pt x="259140" y="9554"/>
                    </a:lnTo>
                    <a:lnTo>
                      <a:pt x="259140" y="4339"/>
                    </a:lnTo>
                    <a:lnTo>
                      <a:pt x="259140" y="1749"/>
                    </a:lnTo>
                    <a:lnTo>
                      <a:pt x="256549" y="0"/>
                    </a:lnTo>
                    <a:lnTo>
                      <a:pt x="253284" y="0"/>
                    </a:lnTo>
                    <a:lnTo>
                      <a:pt x="252208" y="875"/>
                    </a:lnTo>
                    <a:lnTo>
                      <a:pt x="252208" y="3128"/>
                    </a:lnTo>
                    <a:lnTo>
                      <a:pt x="250356" y="7266"/>
                    </a:lnTo>
                    <a:lnTo>
                      <a:pt x="248741" y="9890"/>
                    </a:lnTo>
                    <a:lnTo>
                      <a:pt x="246150" y="12278"/>
                    </a:lnTo>
                    <a:cubicBezTo>
                      <a:pt x="246150" y="12278"/>
                      <a:pt x="243525" y="12278"/>
                      <a:pt x="242649" y="12278"/>
                    </a:cubicBezTo>
                    <a:cubicBezTo>
                      <a:pt x="241774" y="12278"/>
                      <a:pt x="236356" y="13355"/>
                      <a:pt x="236356" y="13355"/>
                    </a:cubicBezTo>
                    <a:lnTo>
                      <a:pt x="231342" y="14869"/>
                    </a:lnTo>
                    <a:lnTo>
                      <a:pt x="231342" y="23312"/>
                    </a:lnTo>
                    <a:lnTo>
                      <a:pt x="229390" y="26340"/>
                    </a:lnTo>
                    <a:lnTo>
                      <a:pt x="227640" y="31991"/>
                    </a:lnTo>
                    <a:lnTo>
                      <a:pt x="226563" y="36566"/>
                    </a:lnTo>
                    <a:lnTo>
                      <a:pt x="220707" y="40704"/>
                    </a:lnTo>
                    <a:lnTo>
                      <a:pt x="213539" y="43967"/>
                    </a:lnTo>
                    <a:lnTo>
                      <a:pt x="206168" y="45279"/>
                    </a:lnTo>
                    <a:lnTo>
                      <a:pt x="201591" y="45279"/>
                    </a:lnTo>
                    <a:cubicBezTo>
                      <a:pt x="201591" y="45279"/>
                      <a:pt x="193985" y="48542"/>
                      <a:pt x="191360" y="48979"/>
                    </a:cubicBezTo>
                    <a:cubicBezTo>
                      <a:pt x="188735" y="49417"/>
                      <a:pt x="186144" y="48542"/>
                      <a:pt x="185269" y="48777"/>
                    </a:cubicBezTo>
                    <a:cubicBezTo>
                      <a:pt x="184394" y="48979"/>
                      <a:pt x="178302" y="48777"/>
                      <a:pt x="178302" y="48777"/>
                    </a:cubicBezTo>
                    <a:cubicBezTo>
                      <a:pt x="178302" y="48777"/>
                      <a:pt x="175038" y="48777"/>
                      <a:pt x="170461" y="48777"/>
                    </a:cubicBezTo>
                    <a:cubicBezTo>
                      <a:pt x="165884" y="48777"/>
                      <a:pt x="166119" y="50190"/>
                      <a:pt x="165681" y="51065"/>
                    </a:cubicBezTo>
                    <a:cubicBezTo>
                      <a:pt x="165244" y="51940"/>
                      <a:pt x="161778" y="55068"/>
                      <a:pt x="160263" y="57053"/>
                    </a:cubicBezTo>
                    <a:cubicBezTo>
                      <a:pt x="158749" y="59004"/>
                      <a:pt x="157638" y="62502"/>
                      <a:pt x="156999" y="63343"/>
                    </a:cubicBezTo>
                    <a:cubicBezTo>
                      <a:pt x="156359" y="64218"/>
                      <a:pt x="153095" y="69432"/>
                      <a:pt x="152422" y="70071"/>
                    </a:cubicBezTo>
                    <a:cubicBezTo>
                      <a:pt x="151782" y="70711"/>
                      <a:pt x="147407" y="77237"/>
                      <a:pt x="146196" y="77674"/>
                    </a:cubicBezTo>
                    <a:cubicBezTo>
                      <a:pt x="144984" y="78111"/>
                      <a:pt x="137210" y="76160"/>
                      <a:pt x="137210" y="76160"/>
                    </a:cubicBezTo>
                    <a:lnTo>
                      <a:pt x="132195" y="74646"/>
                    </a:lnTo>
                    <a:lnTo>
                      <a:pt x="126541" y="75723"/>
                    </a:lnTo>
                    <a:lnTo>
                      <a:pt x="116983" y="87665"/>
                    </a:lnTo>
                    <a:lnTo>
                      <a:pt x="114594" y="91567"/>
                    </a:lnTo>
                    <a:lnTo>
                      <a:pt x="109377" y="100246"/>
                    </a:lnTo>
                    <a:lnTo>
                      <a:pt x="105036" y="101558"/>
                    </a:lnTo>
                    <a:lnTo>
                      <a:pt x="100021" y="103072"/>
                    </a:lnTo>
                    <a:cubicBezTo>
                      <a:pt x="100021" y="103072"/>
                      <a:pt x="96555" y="106974"/>
                      <a:pt x="94805" y="108084"/>
                    </a:cubicBezTo>
                    <a:cubicBezTo>
                      <a:pt x="93055" y="109161"/>
                      <a:pt x="92853" y="113298"/>
                      <a:pt x="92853" y="113298"/>
                    </a:cubicBezTo>
                    <a:lnTo>
                      <a:pt x="92415" y="118277"/>
                    </a:lnTo>
                    <a:lnTo>
                      <a:pt x="92180" y="128705"/>
                    </a:lnTo>
                    <a:lnTo>
                      <a:pt x="89791" y="136106"/>
                    </a:lnTo>
                    <a:lnTo>
                      <a:pt x="86762" y="141118"/>
                    </a:lnTo>
                    <a:lnTo>
                      <a:pt x="80872" y="147644"/>
                    </a:lnTo>
                    <a:cubicBezTo>
                      <a:pt x="80872" y="147644"/>
                      <a:pt x="75858" y="153733"/>
                      <a:pt x="75454" y="154608"/>
                    </a:cubicBezTo>
                    <a:cubicBezTo>
                      <a:pt x="75016" y="155482"/>
                      <a:pt x="74377" y="162648"/>
                      <a:pt x="74377" y="162648"/>
                    </a:cubicBezTo>
                    <a:lnTo>
                      <a:pt x="66771" y="173076"/>
                    </a:lnTo>
                    <a:lnTo>
                      <a:pt x="63506" y="176339"/>
                    </a:lnTo>
                    <a:lnTo>
                      <a:pt x="61756" y="177415"/>
                    </a:lnTo>
                    <a:lnTo>
                      <a:pt x="56540" y="177415"/>
                    </a:lnTo>
                    <a:cubicBezTo>
                      <a:pt x="56540" y="177415"/>
                      <a:pt x="50886" y="179467"/>
                      <a:pt x="50246" y="179703"/>
                    </a:cubicBezTo>
                    <a:cubicBezTo>
                      <a:pt x="49607" y="179905"/>
                      <a:pt x="48698" y="181755"/>
                      <a:pt x="48698" y="181755"/>
                    </a:cubicBezTo>
                    <a:lnTo>
                      <a:pt x="48698" y="188483"/>
                    </a:lnTo>
                    <a:lnTo>
                      <a:pt x="47722" y="191510"/>
                    </a:lnTo>
                    <a:lnTo>
                      <a:pt x="43482" y="194336"/>
                    </a:lnTo>
                    <a:lnTo>
                      <a:pt x="37828" y="201737"/>
                    </a:lnTo>
                    <a:lnTo>
                      <a:pt x="37626" y="214352"/>
                    </a:lnTo>
                    <a:lnTo>
                      <a:pt x="39140" y="222593"/>
                    </a:lnTo>
                    <a:lnTo>
                      <a:pt x="43044" y="226496"/>
                    </a:lnTo>
                    <a:lnTo>
                      <a:pt x="49573" y="232383"/>
                    </a:lnTo>
                    <a:lnTo>
                      <a:pt x="53915" y="239346"/>
                    </a:lnTo>
                    <a:lnTo>
                      <a:pt x="56742" y="245199"/>
                    </a:lnTo>
                    <a:lnTo>
                      <a:pt x="56304" y="251725"/>
                    </a:lnTo>
                    <a:lnTo>
                      <a:pt x="54117" y="258453"/>
                    </a:lnTo>
                    <a:cubicBezTo>
                      <a:pt x="54117" y="258453"/>
                      <a:pt x="52165" y="261481"/>
                      <a:pt x="51929" y="262154"/>
                    </a:cubicBezTo>
                    <a:cubicBezTo>
                      <a:pt x="51727" y="262793"/>
                      <a:pt x="49539" y="265181"/>
                      <a:pt x="48900" y="265417"/>
                    </a:cubicBezTo>
                    <a:cubicBezTo>
                      <a:pt x="48261" y="265619"/>
                      <a:pt x="46948" y="270833"/>
                      <a:pt x="46511" y="271707"/>
                    </a:cubicBezTo>
                    <a:cubicBezTo>
                      <a:pt x="46073" y="272582"/>
                      <a:pt x="45198" y="278872"/>
                      <a:pt x="45198" y="279545"/>
                    </a:cubicBezTo>
                    <a:cubicBezTo>
                      <a:pt x="45198" y="280184"/>
                      <a:pt x="46073" y="284759"/>
                      <a:pt x="46073" y="284759"/>
                    </a:cubicBezTo>
                    <a:lnTo>
                      <a:pt x="50414" y="287148"/>
                    </a:lnTo>
                    <a:lnTo>
                      <a:pt x="54487" y="285331"/>
                    </a:lnTo>
                    <a:lnTo>
                      <a:pt x="55227" y="283145"/>
                    </a:lnTo>
                    <a:lnTo>
                      <a:pt x="56540" y="282136"/>
                    </a:lnTo>
                    <a:lnTo>
                      <a:pt x="58424" y="279949"/>
                    </a:lnTo>
                    <a:lnTo>
                      <a:pt x="59569" y="277931"/>
                    </a:lnTo>
                    <a:lnTo>
                      <a:pt x="61151" y="277493"/>
                    </a:lnTo>
                    <a:lnTo>
                      <a:pt x="63035" y="279377"/>
                    </a:lnTo>
                    <a:lnTo>
                      <a:pt x="67242" y="280824"/>
                    </a:lnTo>
                    <a:lnTo>
                      <a:pt x="68117" y="279074"/>
                    </a:lnTo>
                    <a:lnTo>
                      <a:pt x="69564" y="274600"/>
                    </a:lnTo>
                    <a:lnTo>
                      <a:pt x="70136" y="271707"/>
                    </a:lnTo>
                    <a:lnTo>
                      <a:pt x="71886" y="269689"/>
                    </a:lnTo>
                    <a:lnTo>
                      <a:pt x="75487" y="268377"/>
                    </a:lnTo>
                    <a:lnTo>
                      <a:pt x="79694" y="267368"/>
                    </a:lnTo>
                    <a:lnTo>
                      <a:pt x="88814" y="265047"/>
                    </a:lnTo>
                    <a:cubicBezTo>
                      <a:pt x="88814" y="265047"/>
                      <a:pt x="90968" y="263028"/>
                      <a:pt x="91574" y="262725"/>
                    </a:cubicBezTo>
                    <a:cubicBezTo>
                      <a:pt x="92146" y="262457"/>
                      <a:pt x="95916" y="258252"/>
                      <a:pt x="95916" y="258252"/>
                    </a:cubicBezTo>
                    <a:cubicBezTo>
                      <a:pt x="95916" y="258252"/>
                      <a:pt x="98238" y="258252"/>
                      <a:pt x="98675" y="257814"/>
                    </a:cubicBezTo>
                    <a:cubicBezTo>
                      <a:pt x="99113" y="257377"/>
                      <a:pt x="100425" y="256233"/>
                      <a:pt x="100997" y="255930"/>
                    </a:cubicBezTo>
                    <a:cubicBezTo>
                      <a:pt x="101570" y="255628"/>
                      <a:pt x="103185" y="252903"/>
                      <a:pt x="103185" y="252903"/>
                    </a:cubicBezTo>
                    <a:lnTo>
                      <a:pt x="103050" y="249875"/>
                    </a:lnTo>
                    <a:lnTo>
                      <a:pt x="102849" y="247991"/>
                    </a:lnTo>
                    <a:lnTo>
                      <a:pt x="106483" y="244425"/>
                    </a:lnTo>
                    <a:lnTo>
                      <a:pt x="108031" y="245839"/>
                    </a:lnTo>
                    <a:lnTo>
                      <a:pt x="113046" y="248698"/>
                    </a:lnTo>
                    <a:lnTo>
                      <a:pt x="113046" y="253037"/>
                    </a:lnTo>
                    <a:lnTo>
                      <a:pt x="110455" y="259698"/>
                    </a:lnTo>
                    <a:lnTo>
                      <a:pt x="109882" y="262288"/>
                    </a:lnTo>
                    <a:lnTo>
                      <a:pt x="108368" y="266762"/>
                    </a:lnTo>
                    <a:lnTo>
                      <a:pt x="103656" y="269521"/>
                    </a:lnTo>
                    <a:lnTo>
                      <a:pt x="93089" y="269521"/>
                    </a:lnTo>
                    <a:lnTo>
                      <a:pt x="90464" y="275038"/>
                    </a:lnTo>
                    <a:lnTo>
                      <a:pt x="90464" y="283448"/>
                    </a:lnTo>
                    <a:lnTo>
                      <a:pt x="86122" y="283448"/>
                    </a:lnTo>
                    <a:lnTo>
                      <a:pt x="81781" y="287215"/>
                    </a:lnTo>
                    <a:lnTo>
                      <a:pt x="80333" y="290411"/>
                    </a:lnTo>
                    <a:lnTo>
                      <a:pt x="78314" y="291555"/>
                    </a:lnTo>
                    <a:lnTo>
                      <a:pt x="75420" y="295625"/>
                    </a:lnTo>
                    <a:lnTo>
                      <a:pt x="73973" y="295625"/>
                    </a:lnTo>
                    <a:lnTo>
                      <a:pt x="68117" y="297374"/>
                    </a:lnTo>
                    <a:lnTo>
                      <a:pt x="63540" y="297374"/>
                    </a:lnTo>
                    <a:lnTo>
                      <a:pt x="62026" y="299965"/>
                    </a:lnTo>
                    <a:lnTo>
                      <a:pt x="58862" y="302689"/>
                    </a:lnTo>
                    <a:lnTo>
                      <a:pt x="56035" y="304439"/>
                    </a:lnTo>
                    <a:lnTo>
                      <a:pt x="54184" y="306053"/>
                    </a:lnTo>
                    <a:cubicBezTo>
                      <a:pt x="54184" y="306053"/>
                      <a:pt x="51559" y="310191"/>
                      <a:pt x="50718" y="310393"/>
                    </a:cubicBezTo>
                    <a:cubicBezTo>
                      <a:pt x="49843" y="310595"/>
                      <a:pt x="46814" y="312546"/>
                      <a:pt x="46814" y="312546"/>
                    </a:cubicBezTo>
                    <a:lnTo>
                      <a:pt x="43549" y="313858"/>
                    </a:lnTo>
                    <a:lnTo>
                      <a:pt x="43549" y="319509"/>
                    </a:lnTo>
                    <a:lnTo>
                      <a:pt x="45602" y="323210"/>
                    </a:lnTo>
                    <a:lnTo>
                      <a:pt x="45266" y="325161"/>
                    </a:lnTo>
                    <a:lnTo>
                      <a:pt x="42674" y="329063"/>
                    </a:lnTo>
                    <a:lnTo>
                      <a:pt x="37458" y="332090"/>
                    </a:lnTo>
                    <a:lnTo>
                      <a:pt x="32006" y="332090"/>
                    </a:lnTo>
                    <a:lnTo>
                      <a:pt x="26991" y="333503"/>
                    </a:lnTo>
                    <a:lnTo>
                      <a:pt x="23289" y="335555"/>
                    </a:lnTo>
                    <a:lnTo>
                      <a:pt x="20226" y="338381"/>
                    </a:lnTo>
                    <a:lnTo>
                      <a:pt x="17837" y="340332"/>
                    </a:lnTo>
                    <a:lnTo>
                      <a:pt x="15649" y="345109"/>
                    </a:lnTo>
                    <a:lnTo>
                      <a:pt x="15649" y="349886"/>
                    </a:lnTo>
                    <a:lnTo>
                      <a:pt x="14774" y="354663"/>
                    </a:lnTo>
                    <a:lnTo>
                      <a:pt x="11745" y="354663"/>
                    </a:lnTo>
                    <a:lnTo>
                      <a:pt x="7842" y="359439"/>
                    </a:lnTo>
                    <a:lnTo>
                      <a:pt x="4139" y="362265"/>
                    </a:lnTo>
                    <a:lnTo>
                      <a:pt x="1313" y="365091"/>
                    </a:lnTo>
                    <a:lnTo>
                      <a:pt x="0" y="367681"/>
                    </a:lnTo>
                    <a:lnTo>
                      <a:pt x="0" y="371146"/>
                    </a:lnTo>
                    <a:lnTo>
                      <a:pt x="0" y="376596"/>
                    </a:lnTo>
                    <a:lnTo>
                      <a:pt x="1515" y="380498"/>
                    </a:lnTo>
                    <a:lnTo>
                      <a:pt x="6092" y="382449"/>
                    </a:lnTo>
                    <a:lnTo>
                      <a:pt x="14774" y="382449"/>
                    </a:lnTo>
                    <a:lnTo>
                      <a:pt x="24130" y="382449"/>
                    </a:lnTo>
                    <a:lnTo>
                      <a:pt x="31299" y="384635"/>
                    </a:lnTo>
                    <a:lnTo>
                      <a:pt x="36751" y="389614"/>
                    </a:lnTo>
                    <a:lnTo>
                      <a:pt x="40890" y="396342"/>
                    </a:lnTo>
                    <a:lnTo>
                      <a:pt x="48294" y="396342"/>
                    </a:lnTo>
                    <a:lnTo>
                      <a:pt x="54823" y="401321"/>
                    </a:lnTo>
                    <a:lnTo>
                      <a:pt x="59165" y="405896"/>
                    </a:lnTo>
                    <a:cubicBezTo>
                      <a:pt x="59165" y="405896"/>
                      <a:pt x="59165" y="411110"/>
                      <a:pt x="59165" y="411749"/>
                    </a:cubicBezTo>
                    <a:cubicBezTo>
                      <a:pt x="59165" y="412388"/>
                      <a:pt x="60477" y="419150"/>
                      <a:pt x="60477" y="419991"/>
                    </a:cubicBezTo>
                    <a:cubicBezTo>
                      <a:pt x="60477" y="420865"/>
                      <a:pt x="64381" y="425642"/>
                      <a:pt x="64381" y="425642"/>
                    </a:cubicBezTo>
                    <a:lnTo>
                      <a:pt x="75689" y="431058"/>
                    </a:lnTo>
                    <a:lnTo>
                      <a:pt x="84810" y="431058"/>
                    </a:lnTo>
                    <a:cubicBezTo>
                      <a:pt x="84810" y="431058"/>
                      <a:pt x="96993" y="430722"/>
                      <a:pt x="99820" y="429645"/>
                    </a:cubicBezTo>
                    <a:cubicBezTo>
                      <a:pt x="102646" y="428569"/>
                      <a:pt x="102646" y="425642"/>
                      <a:pt x="102646" y="425642"/>
                    </a:cubicBezTo>
                    <a:lnTo>
                      <a:pt x="108738" y="424129"/>
                    </a:lnTo>
                    <a:lnTo>
                      <a:pt x="117421" y="424129"/>
                    </a:lnTo>
                    <a:lnTo>
                      <a:pt x="126541" y="424129"/>
                    </a:lnTo>
                    <a:lnTo>
                      <a:pt x="132195" y="421942"/>
                    </a:lnTo>
                    <a:lnTo>
                      <a:pt x="141114" y="418645"/>
                    </a:lnTo>
                    <a:lnTo>
                      <a:pt x="147272" y="416761"/>
                    </a:lnTo>
                    <a:lnTo>
                      <a:pt x="148787" y="415786"/>
                    </a:lnTo>
                    <a:lnTo>
                      <a:pt x="146397" y="413398"/>
                    </a:lnTo>
                    <a:lnTo>
                      <a:pt x="147845" y="407611"/>
                    </a:lnTo>
                    <a:lnTo>
                      <a:pt x="147845" y="402397"/>
                    </a:lnTo>
                    <a:lnTo>
                      <a:pt x="152927" y="393416"/>
                    </a:lnTo>
                    <a:lnTo>
                      <a:pt x="157705" y="389951"/>
                    </a:lnTo>
                    <a:lnTo>
                      <a:pt x="163494" y="385308"/>
                    </a:lnTo>
                    <a:lnTo>
                      <a:pt x="175946" y="384165"/>
                    </a:lnTo>
                    <a:lnTo>
                      <a:pt x="189273" y="386183"/>
                    </a:lnTo>
                    <a:cubicBezTo>
                      <a:pt x="189273" y="386183"/>
                      <a:pt x="197687" y="388504"/>
                      <a:pt x="198832" y="389076"/>
                    </a:cubicBezTo>
                    <a:cubicBezTo>
                      <a:pt x="199976" y="389648"/>
                      <a:pt x="202601" y="391969"/>
                      <a:pt x="202601" y="391969"/>
                    </a:cubicBezTo>
                    <a:lnTo>
                      <a:pt x="205798" y="399201"/>
                    </a:lnTo>
                    <a:lnTo>
                      <a:pt x="210442" y="402397"/>
                    </a:lnTo>
                    <a:lnTo>
                      <a:pt x="210442" y="411076"/>
                    </a:lnTo>
                    <a:lnTo>
                      <a:pt x="210442" y="421202"/>
                    </a:lnTo>
                    <a:lnTo>
                      <a:pt x="216971" y="428434"/>
                    </a:lnTo>
                    <a:lnTo>
                      <a:pt x="220303" y="430453"/>
                    </a:lnTo>
                    <a:lnTo>
                      <a:pt x="224644" y="435364"/>
                    </a:lnTo>
                    <a:lnTo>
                      <a:pt x="230736" y="430453"/>
                    </a:lnTo>
                    <a:lnTo>
                      <a:pt x="233058" y="426685"/>
                    </a:lnTo>
                    <a:lnTo>
                      <a:pt x="233058" y="420596"/>
                    </a:lnTo>
                    <a:lnTo>
                      <a:pt x="240025" y="416896"/>
                    </a:lnTo>
                    <a:lnTo>
                      <a:pt x="250996" y="424599"/>
                    </a:lnTo>
                    <a:cubicBezTo>
                      <a:pt x="250996" y="424599"/>
                      <a:pt x="253823" y="427863"/>
                      <a:pt x="254159" y="427963"/>
                    </a:cubicBezTo>
                    <a:cubicBezTo>
                      <a:pt x="254496" y="428064"/>
                      <a:pt x="259713" y="429040"/>
                      <a:pt x="259713" y="429040"/>
                    </a:cubicBezTo>
                    <a:cubicBezTo>
                      <a:pt x="259713" y="429040"/>
                      <a:pt x="265366" y="427963"/>
                      <a:pt x="265804" y="427627"/>
                    </a:cubicBezTo>
                    <a:cubicBezTo>
                      <a:pt x="266241" y="427291"/>
                      <a:pt x="271794" y="426551"/>
                      <a:pt x="272232" y="426551"/>
                    </a:cubicBezTo>
                    <a:cubicBezTo>
                      <a:pt x="272669" y="426551"/>
                      <a:pt x="277348" y="425676"/>
                      <a:pt x="277348" y="425676"/>
                    </a:cubicBezTo>
                    <a:lnTo>
                      <a:pt x="281252" y="420361"/>
                    </a:lnTo>
                    <a:lnTo>
                      <a:pt x="282766" y="413398"/>
                    </a:lnTo>
                    <a:lnTo>
                      <a:pt x="283304" y="408722"/>
                    </a:lnTo>
                    <a:lnTo>
                      <a:pt x="289833" y="404247"/>
                    </a:lnTo>
                    <a:lnTo>
                      <a:pt x="295050" y="403373"/>
                    </a:lnTo>
                    <a:cubicBezTo>
                      <a:pt x="295050" y="403373"/>
                      <a:pt x="301141" y="405559"/>
                      <a:pt x="301781" y="405862"/>
                    </a:cubicBezTo>
                    <a:cubicBezTo>
                      <a:pt x="302420" y="406199"/>
                      <a:pt x="305584" y="408352"/>
                      <a:pt x="305584" y="408352"/>
                    </a:cubicBezTo>
                    <a:cubicBezTo>
                      <a:pt x="305584" y="408352"/>
                      <a:pt x="309723" y="413229"/>
                      <a:pt x="309387" y="413768"/>
                    </a:cubicBezTo>
                    <a:cubicBezTo>
                      <a:pt x="309050" y="414306"/>
                      <a:pt x="310026" y="418982"/>
                      <a:pt x="310026" y="419419"/>
                    </a:cubicBezTo>
                    <a:cubicBezTo>
                      <a:pt x="310026" y="419856"/>
                      <a:pt x="309387" y="424835"/>
                      <a:pt x="309387" y="424835"/>
                    </a:cubicBezTo>
                    <a:lnTo>
                      <a:pt x="315814" y="433850"/>
                    </a:lnTo>
                    <a:lnTo>
                      <a:pt x="322007" y="436037"/>
                    </a:lnTo>
                    <a:cubicBezTo>
                      <a:pt x="322007" y="436037"/>
                      <a:pt x="330151" y="433312"/>
                      <a:pt x="330825" y="433110"/>
                    </a:cubicBezTo>
                    <a:cubicBezTo>
                      <a:pt x="331498" y="432908"/>
                      <a:pt x="336378" y="429645"/>
                      <a:pt x="336378" y="429645"/>
                    </a:cubicBezTo>
                    <a:cubicBezTo>
                      <a:pt x="336378" y="429645"/>
                      <a:pt x="340820" y="423557"/>
                      <a:pt x="341055" y="423220"/>
                    </a:cubicBezTo>
                    <a:cubicBezTo>
                      <a:pt x="341258" y="422884"/>
                      <a:pt x="342671" y="418006"/>
                      <a:pt x="342671" y="418006"/>
                    </a:cubicBezTo>
                    <a:lnTo>
                      <a:pt x="341055" y="409092"/>
                    </a:lnTo>
                    <a:lnTo>
                      <a:pt x="342469" y="403776"/>
                    </a:lnTo>
                    <a:lnTo>
                      <a:pt x="346070" y="396611"/>
                    </a:lnTo>
                    <a:cubicBezTo>
                      <a:pt x="346070" y="396611"/>
                      <a:pt x="350849" y="395535"/>
                      <a:pt x="351623" y="395299"/>
                    </a:cubicBezTo>
                    <a:cubicBezTo>
                      <a:pt x="352364" y="395064"/>
                      <a:pt x="362393" y="394660"/>
                      <a:pt x="362393" y="394660"/>
                    </a:cubicBezTo>
                    <a:lnTo>
                      <a:pt x="365859" y="392373"/>
                    </a:lnTo>
                    <a:lnTo>
                      <a:pt x="364008" y="388773"/>
                    </a:lnTo>
                    <a:lnTo>
                      <a:pt x="364984" y="382785"/>
                    </a:lnTo>
                    <a:lnTo>
                      <a:pt x="368585" y="378210"/>
                    </a:lnTo>
                    <a:lnTo>
                      <a:pt x="369898" y="372996"/>
                    </a:lnTo>
                    <a:lnTo>
                      <a:pt x="370537" y="369195"/>
                    </a:lnTo>
                    <a:cubicBezTo>
                      <a:pt x="370537" y="369195"/>
                      <a:pt x="370537" y="363644"/>
                      <a:pt x="370537" y="363207"/>
                    </a:cubicBezTo>
                    <a:cubicBezTo>
                      <a:pt x="370537" y="362770"/>
                      <a:pt x="370907" y="359507"/>
                      <a:pt x="370907" y="359507"/>
                    </a:cubicBezTo>
                    <a:lnTo>
                      <a:pt x="373229" y="354057"/>
                    </a:lnTo>
                    <a:cubicBezTo>
                      <a:pt x="373229" y="354057"/>
                      <a:pt x="381710" y="353519"/>
                      <a:pt x="382148" y="353284"/>
                    </a:cubicBezTo>
                    <a:cubicBezTo>
                      <a:pt x="382585" y="353048"/>
                      <a:pt x="388239" y="351871"/>
                      <a:pt x="388239" y="351871"/>
                    </a:cubicBezTo>
                    <a:lnTo>
                      <a:pt x="394230" y="349045"/>
                    </a:lnTo>
                    <a:lnTo>
                      <a:pt x="399009" y="345344"/>
                    </a:lnTo>
                    <a:lnTo>
                      <a:pt x="407927" y="343932"/>
                    </a:lnTo>
                    <a:lnTo>
                      <a:pt x="417822" y="343932"/>
                    </a:lnTo>
                    <a:lnTo>
                      <a:pt x="419774" y="345546"/>
                    </a:lnTo>
                    <a:lnTo>
                      <a:pt x="420312" y="342182"/>
                    </a:lnTo>
                    <a:lnTo>
                      <a:pt x="421288" y="333941"/>
                    </a:lnTo>
                    <a:cubicBezTo>
                      <a:pt x="421288" y="333941"/>
                      <a:pt x="423038" y="328087"/>
                      <a:pt x="423240" y="327650"/>
                    </a:cubicBezTo>
                    <a:cubicBezTo>
                      <a:pt x="423442" y="327213"/>
                      <a:pt x="426504" y="320821"/>
                      <a:pt x="426504" y="320821"/>
                    </a:cubicBezTo>
                    <a:lnTo>
                      <a:pt x="433034" y="313757"/>
                    </a:lnTo>
                    <a:lnTo>
                      <a:pt x="436601" y="310494"/>
                    </a:lnTo>
                    <a:lnTo>
                      <a:pt x="439091" y="306692"/>
                    </a:lnTo>
                    <a:cubicBezTo>
                      <a:pt x="439091" y="306692"/>
                      <a:pt x="439866" y="299628"/>
                      <a:pt x="439866" y="298316"/>
                    </a:cubicBezTo>
                    <a:cubicBezTo>
                      <a:pt x="439866" y="297004"/>
                      <a:pt x="440640" y="290276"/>
                      <a:pt x="440640" y="290276"/>
                    </a:cubicBezTo>
                    <a:cubicBezTo>
                      <a:pt x="440640" y="290276"/>
                      <a:pt x="442693" y="286374"/>
                      <a:pt x="443130" y="285836"/>
                    </a:cubicBezTo>
                    <a:cubicBezTo>
                      <a:pt x="443568" y="285298"/>
                      <a:pt x="445519" y="285298"/>
                      <a:pt x="446394" y="284759"/>
                    </a:cubicBezTo>
                    <a:cubicBezTo>
                      <a:pt x="447269" y="284221"/>
                      <a:pt x="451274" y="284759"/>
                      <a:pt x="451712" y="284759"/>
                    </a:cubicBezTo>
                    <a:cubicBezTo>
                      <a:pt x="452149" y="284759"/>
                      <a:pt x="458342" y="284860"/>
                      <a:pt x="458342" y="284860"/>
                    </a:cubicBezTo>
                    <a:lnTo>
                      <a:pt x="465611" y="284860"/>
                    </a:lnTo>
                    <a:lnTo>
                      <a:pt x="464635" y="278132"/>
                    </a:lnTo>
                    <a:lnTo>
                      <a:pt x="462683" y="273120"/>
                    </a:lnTo>
                    <a:lnTo>
                      <a:pt x="462784" y="267368"/>
                    </a:lnTo>
                    <a:lnTo>
                      <a:pt x="464837" y="267166"/>
                    </a:lnTo>
                    <a:lnTo>
                      <a:pt x="470155" y="269554"/>
                    </a:lnTo>
                    <a:lnTo>
                      <a:pt x="474395" y="269453"/>
                    </a:lnTo>
                    <a:lnTo>
                      <a:pt x="475910" y="265013"/>
                    </a:lnTo>
                    <a:lnTo>
                      <a:pt x="476011" y="260337"/>
                    </a:lnTo>
                    <a:lnTo>
                      <a:pt x="473958" y="254686"/>
                    </a:lnTo>
                    <a:lnTo>
                      <a:pt x="474832" y="250447"/>
                    </a:lnTo>
                    <a:lnTo>
                      <a:pt x="477861" y="247823"/>
                    </a:lnTo>
                    <a:lnTo>
                      <a:pt x="480352" y="245233"/>
                    </a:lnTo>
                    <a:lnTo>
                      <a:pt x="485131" y="245771"/>
                    </a:lnTo>
                    <a:lnTo>
                      <a:pt x="487958" y="247958"/>
                    </a:lnTo>
                    <a:lnTo>
                      <a:pt x="490684" y="248294"/>
                    </a:lnTo>
                    <a:lnTo>
                      <a:pt x="492198" y="246545"/>
                    </a:lnTo>
                    <a:lnTo>
                      <a:pt x="493275" y="242104"/>
                    </a:lnTo>
                    <a:lnTo>
                      <a:pt x="493814" y="237563"/>
                    </a:lnTo>
                    <a:lnTo>
                      <a:pt x="491323" y="236049"/>
                    </a:lnTo>
                    <a:lnTo>
                      <a:pt x="488294" y="234838"/>
                    </a:lnTo>
                    <a:lnTo>
                      <a:pt x="486982" y="231474"/>
                    </a:lnTo>
                    <a:lnTo>
                      <a:pt x="486746" y="226698"/>
                    </a:lnTo>
                    <a:lnTo>
                      <a:pt x="485871" y="225924"/>
                    </a:lnTo>
                    <a:lnTo>
                      <a:pt x="483145" y="225722"/>
                    </a:lnTo>
                    <a:lnTo>
                      <a:pt x="480116" y="224545"/>
                    </a:lnTo>
                    <a:lnTo>
                      <a:pt x="478366" y="223031"/>
                    </a:lnTo>
                    <a:lnTo>
                      <a:pt x="477356" y="221517"/>
                    </a:lnTo>
                    <a:lnTo>
                      <a:pt x="477020" y="220440"/>
                    </a:lnTo>
                    <a:lnTo>
                      <a:pt x="476381" y="218489"/>
                    </a:lnTo>
                    <a:lnTo>
                      <a:pt x="474967" y="215462"/>
                    </a:lnTo>
                    <a:lnTo>
                      <a:pt x="475506" y="212199"/>
                    </a:lnTo>
                    <a:lnTo>
                      <a:pt x="477121" y="211324"/>
                    </a:lnTo>
                    <a:lnTo>
                      <a:pt x="480150" y="211526"/>
                    </a:lnTo>
                    <a:lnTo>
                      <a:pt x="482539" y="214251"/>
                    </a:lnTo>
                    <a:lnTo>
                      <a:pt x="485131" y="216303"/>
                    </a:lnTo>
                    <a:lnTo>
                      <a:pt x="488160" y="217177"/>
                    </a:lnTo>
                    <a:lnTo>
                      <a:pt x="489775" y="216841"/>
                    </a:lnTo>
                    <a:lnTo>
                      <a:pt x="491424" y="215428"/>
                    </a:lnTo>
                    <a:lnTo>
                      <a:pt x="491963" y="213578"/>
                    </a:lnTo>
                    <a:lnTo>
                      <a:pt x="493477" y="211291"/>
                    </a:lnTo>
                    <a:lnTo>
                      <a:pt x="494352" y="210517"/>
                    </a:lnTo>
                    <a:lnTo>
                      <a:pt x="497078" y="209440"/>
                    </a:lnTo>
                    <a:cubicBezTo>
                      <a:pt x="497078" y="209440"/>
                      <a:pt x="497953" y="211492"/>
                      <a:pt x="498054" y="211930"/>
                    </a:cubicBezTo>
                    <a:cubicBezTo>
                      <a:pt x="498155" y="212367"/>
                      <a:pt x="498155" y="214116"/>
                      <a:pt x="498155" y="214116"/>
                    </a:cubicBezTo>
                    <a:cubicBezTo>
                      <a:pt x="498155" y="214116"/>
                      <a:pt x="498256" y="218153"/>
                      <a:pt x="498054" y="218456"/>
                    </a:cubicBezTo>
                    <a:cubicBezTo>
                      <a:pt x="497819" y="218792"/>
                      <a:pt x="497516" y="221281"/>
                      <a:pt x="497516" y="221281"/>
                    </a:cubicBezTo>
                    <a:lnTo>
                      <a:pt x="495766" y="223771"/>
                    </a:lnTo>
                    <a:lnTo>
                      <a:pt x="495530" y="226698"/>
                    </a:lnTo>
                    <a:lnTo>
                      <a:pt x="495530" y="230600"/>
                    </a:lnTo>
                    <a:lnTo>
                      <a:pt x="496506" y="233964"/>
                    </a:lnTo>
                    <a:lnTo>
                      <a:pt x="501083" y="234838"/>
                    </a:lnTo>
                    <a:lnTo>
                      <a:pt x="505122" y="234300"/>
                    </a:lnTo>
                    <a:lnTo>
                      <a:pt x="506199" y="232248"/>
                    </a:lnTo>
                    <a:cubicBezTo>
                      <a:pt x="506199" y="232248"/>
                      <a:pt x="509463" y="228783"/>
                      <a:pt x="509800" y="228548"/>
                    </a:cubicBezTo>
                    <a:cubicBezTo>
                      <a:pt x="510136" y="228312"/>
                      <a:pt x="512627" y="226597"/>
                      <a:pt x="513064" y="225957"/>
                    </a:cubicBezTo>
                    <a:cubicBezTo>
                      <a:pt x="513502" y="225318"/>
                      <a:pt x="516228" y="224107"/>
                      <a:pt x="516228" y="224107"/>
                    </a:cubicBezTo>
                    <a:lnTo>
                      <a:pt x="519391" y="222694"/>
                    </a:lnTo>
                    <a:lnTo>
                      <a:pt x="522858" y="222156"/>
                    </a:lnTo>
                    <a:lnTo>
                      <a:pt x="528074" y="221954"/>
                    </a:lnTo>
                    <a:lnTo>
                      <a:pt x="531002" y="220205"/>
                    </a:lnTo>
                    <a:lnTo>
                      <a:pt x="532079" y="217817"/>
                    </a:lnTo>
                    <a:lnTo>
                      <a:pt x="532516" y="214015"/>
                    </a:lnTo>
                    <a:lnTo>
                      <a:pt x="531742" y="210315"/>
                    </a:lnTo>
                    <a:lnTo>
                      <a:pt x="530093" y="203251"/>
                    </a:lnTo>
                    <a:lnTo>
                      <a:pt x="529017" y="199113"/>
                    </a:lnTo>
                    <a:lnTo>
                      <a:pt x="526829" y="193663"/>
                    </a:lnTo>
                    <a:lnTo>
                      <a:pt x="526829" y="184110"/>
                    </a:lnTo>
                    <a:lnTo>
                      <a:pt x="527704" y="180645"/>
                    </a:lnTo>
                    <a:lnTo>
                      <a:pt x="532920" y="180645"/>
                    </a:lnTo>
                    <a:lnTo>
                      <a:pt x="536185" y="183908"/>
                    </a:lnTo>
                    <a:lnTo>
                      <a:pt x="540089" y="187608"/>
                    </a:lnTo>
                    <a:lnTo>
                      <a:pt x="543118" y="188920"/>
                    </a:lnTo>
                    <a:lnTo>
                      <a:pt x="546382" y="190434"/>
                    </a:lnTo>
                    <a:lnTo>
                      <a:pt x="547257" y="186296"/>
                    </a:lnTo>
                    <a:lnTo>
                      <a:pt x="545305" y="181721"/>
                    </a:lnTo>
                    <a:lnTo>
                      <a:pt x="546180" y="176709"/>
                    </a:lnTo>
                    <a:lnTo>
                      <a:pt x="546618" y="173681"/>
                    </a:lnTo>
                    <a:lnTo>
                      <a:pt x="548132" y="172168"/>
                    </a:lnTo>
                    <a:lnTo>
                      <a:pt x="549647" y="169981"/>
                    </a:lnTo>
                    <a:lnTo>
                      <a:pt x="546820" y="168467"/>
                    </a:lnTo>
                    <a:lnTo>
                      <a:pt x="541166" y="168467"/>
                    </a:lnTo>
                    <a:lnTo>
                      <a:pt x="533122" y="168366"/>
                    </a:lnTo>
                    <a:lnTo>
                      <a:pt x="527704" y="166314"/>
                    </a:lnTo>
                    <a:lnTo>
                      <a:pt x="525954" y="160461"/>
                    </a:lnTo>
                    <a:lnTo>
                      <a:pt x="530531" y="156559"/>
                    </a:lnTo>
                    <a:lnTo>
                      <a:pt x="534670" y="156323"/>
                    </a:lnTo>
                    <a:lnTo>
                      <a:pt x="538137" y="156323"/>
                    </a:lnTo>
                    <a:lnTo>
                      <a:pt x="543791" y="157736"/>
                    </a:lnTo>
                    <a:lnTo>
                      <a:pt x="545541" y="160226"/>
                    </a:lnTo>
                    <a:lnTo>
                      <a:pt x="551430" y="160427"/>
                    </a:lnTo>
                    <a:lnTo>
                      <a:pt x="558161" y="155651"/>
                    </a:lnTo>
                    <a:lnTo>
                      <a:pt x="561628" y="149360"/>
                    </a:lnTo>
                    <a:lnTo>
                      <a:pt x="568359" y="148485"/>
                    </a:lnTo>
                    <a:lnTo>
                      <a:pt x="574652" y="147409"/>
                    </a:lnTo>
                    <a:lnTo>
                      <a:pt x="583571" y="143708"/>
                    </a:lnTo>
                    <a:lnTo>
                      <a:pt x="589426" y="143271"/>
                    </a:lnTo>
                    <a:lnTo>
                      <a:pt x="589426" y="137182"/>
                    </a:lnTo>
                    <a:lnTo>
                      <a:pt x="588013" y="132406"/>
                    </a:lnTo>
                    <a:lnTo>
                      <a:pt x="589225" y="127191"/>
                    </a:lnTo>
                    <a:lnTo>
                      <a:pt x="595316" y="127831"/>
                    </a:lnTo>
                    <a:lnTo>
                      <a:pt x="602047" y="126956"/>
                    </a:lnTo>
                    <a:lnTo>
                      <a:pt x="599658" y="131733"/>
                    </a:lnTo>
                    <a:cubicBezTo>
                      <a:pt x="599658" y="131733"/>
                      <a:pt x="595316" y="134121"/>
                      <a:pt x="594643" y="134121"/>
                    </a:cubicBezTo>
                    <a:cubicBezTo>
                      <a:pt x="594003" y="134121"/>
                      <a:pt x="593330" y="138696"/>
                      <a:pt x="593330" y="138696"/>
                    </a:cubicBezTo>
                    <a:lnTo>
                      <a:pt x="597907" y="143473"/>
                    </a:lnTo>
                    <a:lnTo>
                      <a:pt x="601609" y="144112"/>
                    </a:lnTo>
                    <a:lnTo>
                      <a:pt x="605513" y="144549"/>
                    </a:lnTo>
                    <a:lnTo>
                      <a:pt x="608105" y="143675"/>
                    </a:lnTo>
                    <a:lnTo>
                      <a:pt x="609215" y="141085"/>
                    </a:lnTo>
                    <a:lnTo>
                      <a:pt x="608340" y="136745"/>
                    </a:lnTo>
                    <a:lnTo>
                      <a:pt x="610292" y="132607"/>
                    </a:lnTo>
                    <a:lnTo>
                      <a:pt x="614432" y="128268"/>
                    </a:lnTo>
                    <a:lnTo>
                      <a:pt x="615946" y="125442"/>
                    </a:lnTo>
                    <a:lnTo>
                      <a:pt x="619446" y="122415"/>
                    </a:lnTo>
                    <a:lnTo>
                      <a:pt x="622913" y="120901"/>
                    </a:lnTo>
                    <a:lnTo>
                      <a:pt x="627490" y="117873"/>
                    </a:lnTo>
                    <a:lnTo>
                      <a:pt x="629442" y="116124"/>
                    </a:lnTo>
                    <a:lnTo>
                      <a:pt x="632033" y="112659"/>
                    </a:lnTo>
                    <a:lnTo>
                      <a:pt x="637485" y="115922"/>
                    </a:lnTo>
                    <a:lnTo>
                      <a:pt x="644014" y="116999"/>
                    </a:lnTo>
                    <a:lnTo>
                      <a:pt x="645764" y="116763"/>
                    </a:lnTo>
                    <a:lnTo>
                      <a:pt x="647952" y="114375"/>
                    </a:lnTo>
                    <a:lnTo>
                      <a:pt x="650543" y="108723"/>
                    </a:lnTo>
                    <a:lnTo>
                      <a:pt x="650981" y="102870"/>
                    </a:lnTo>
                    <a:lnTo>
                      <a:pt x="651418" y="100482"/>
                    </a:lnTo>
                    <a:lnTo>
                      <a:pt x="655558" y="100280"/>
                    </a:lnTo>
                    <a:lnTo>
                      <a:pt x="657072" y="105494"/>
                    </a:lnTo>
                    <a:lnTo>
                      <a:pt x="658149" y="113298"/>
                    </a:lnTo>
                    <a:lnTo>
                      <a:pt x="659226" y="118075"/>
                    </a:lnTo>
                    <a:lnTo>
                      <a:pt x="660976" y="124803"/>
                    </a:lnTo>
                    <a:lnTo>
                      <a:pt x="666832" y="127393"/>
                    </a:lnTo>
                    <a:lnTo>
                      <a:pt x="672688" y="128268"/>
                    </a:lnTo>
                    <a:lnTo>
                      <a:pt x="676827" y="125240"/>
                    </a:lnTo>
                    <a:lnTo>
                      <a:pt x="683356" y="120026"/>
                    </a:lnTo>
                    <a:lnTo>
                      <a:pt x="685982" y="118277"/>
                    </a:lnTo>
                    <a:lnTo>
                      <a:pt x="688808" y="115687"/>
                    </a:lnTo>
                    <a:lnTo>
                      <a:pt x="690323" y="113736"/>
                    </a:lnTo>
                    <a:lnTo>
                      <a:pt x="690323" y="111112"/>
                    </a:lnTo>
                    <a:cubicBezTo>
                      <a:pt x="690323" y="111112"/>
                      <a:pt x="688472" y="108286"/>
                      <a:pt x="688270" y="107647"/>
                    </a:cubicBezTo>
                    <a:cubicBezTo>
                      <a:pt x="688034" y="107008"/>
                      <a:pt x="690323" y="103072"/>
                      <a:pt x="690323" y="103072"/>
                    </a:cubicBezTo>
                    <a:lnTo>
                      <a:pt x="692510" y="101760"/>
                    </a:lnTo>
                    <a:lnTo>
                      <a:pt x="694261" y="98059"/>
                    </a:lnTo>
                    <a:lnTo>
                      <a:pt x="690559" y="96108"/>
                    </a:lnTo>
                    <a:lnTo>
                      <a:pt x="687731" y="96748"/>
                    </a:lnTo>
                    <a:lnTo>
                      <a:pt x="683828" y="98261"/>
                    </a:lnTo>
                    <a:cubicBezTo>
                      <a:pt x="683828" y="98261"/>
                      <a:pt x="679688" y="100852"/>
                      <a:pt x="678813" y="101087"/>
                    </a:cubicBezTo>
                    <a:cubicBezTo>
                      <a:pt x="677938" y="101289"/>
                      <a:pt x="675347" y="101087"/>
                      <a:pt x="675347" y="101087"/>
                    </a:cubicBezTo>
                    <a:lnTo>
                      <a:pt x="676659" y="98261"/>
                    </a:lnTo>
                    <a:lnTo>
                      <a:pt x="677097" y="92845"/>
                    </a:lnTo>
                    <a:lnTo>
                      <a:pt x="677298" y="89145"/>
                    </a:lnTo>
                    <a:lnTo>
                      <a:pt x="678611" y="87833"/>
                    </a:lnTo>
                    <a:lnTo>
                      <a:pt x="681000" y="86319"/>
                    </a:lnTo>
                    <a:lnTo>
                      <a:pt x="683828" y="84806"/>
                    </a:lnTo>
                    <a:lnTo>
                      <a:pt x="686856" y="80668"/>
                    </a:lnTo>
                    <a:lnTo>
                      <a:pt x="686856" y="73704"/>
                    </a:lnTo>
                    <a:lnTo>
                      <a:pt x="688270" y="68053"/>
                    </a:lnTo>
                    <a:lnTo>
                      <a:pt x="690356" y="65025"/>
                    </a:lnTo>
                    <a:lnTo>
                      <a:pt x="692948" y="60248"/>
                    </a:lnTo>
                    <a:lnTo>
                      <a:pt x="696212" y="56346"/>
                    </a:lnTo>
                    <a:lnTo>
                      <a:pt x="697290" y="54597"/>
                    </a:lnTo>
                    <a:lnTo>
                      <a:pt x="697290" y="51771"/>
                    </a:lnTo>
                    <a:lnTo>
                      <a:pt x="695977" y="49820"/>
                    </a:lnTo>
                    <a:close/>
                  </a:path>
                </a:pathLst>
              </a:custGeom>
              <a:grpFill/>
              <a:ln w="6350" cap="flat">
                <a:solidFill>
                  <a:schemeClr val="bg1"/>
                </a:solidFill>
                <a:prstDash val="solid"/>
                <a:miter/>
              </a:ln>
            </p:spPr>
            <p:txBody>
              <a:bodyPr rtlCol="0" anchor="ctr"/>
              <a:lstStyle/>
              <a:p>
                <a:endParaRPr lang="en-US"/>
              </a:p>
            </p:txBody>
          </p:sp>
        </p:grpSp>
        <p:sp>
          <p:nvSpPr>
            <p:cNvPr id="180" name="Freeform 897">
              <a:extLst>
                <a:ext uri="{FF2B5EF4-FFF2-40B4-BE49-F238E27FC236}">
                  <a16:creationId xmlns:a16="http://schemas.microsoft.com/office/drawing/2014/main" id="{86A5A15D-1A78-5CE8-38A2-3C48628A08D2}"/>
                </a:ext>
              </a:extLst>
            </p:cNvPr>
            <p:cNvSpPr/>
            <p:nvPr/>
          </p:nvSpPr>
          <p:spPr>
            <a:xfrm>
              <a:off x="7764148" y="2739847"/>
              <a:ext cx="308043" cy="292908"/>
            </a:xfrm>
            <a:custGeom>
              <a:avLst/>
              <a:gdLst>
                <a:gd name="connsiteX0" fmla="*/ 490819 w 591411"/>
                <a:gd name="connsiteY0" fmla="*/ 552430 h 562353"/>
                <a:gd name="connsiteX1" fmla="*/ 491121 w 591411"/>
                <a:gd name="connsiteY1" fmla="*/ 544895 h 562353"/>
                <a:gd name="connsiteX2" fmla="*/ 498088 w 591411"/>
                <a:gd name="connsiteY2" fmla="*/ 532448 h 562353"/>
                <a:gd name="connsiteX3" fmla="*/ 500713 w 591411"/>
                <a:gd name="connsiteY3" fmla="*/ 525485 h 562353"/>
                <a:gd name="connsiteX4" fmla="*/ 506804 w 591411"/>
                <a:gd name="connsiteY4" fmla="*/ 522289 h 562353"/>
                <a:gd name="connsiteX5" fmla="*/ 512896 w 591411"/>
                <a:gd name="connsiteY5" fmla="*/ 520540 h 562353"/>
                <a:gd name="connsiteX6" fmla="*/ 521578 w 591411"/>
                <a:gd name="connsiteY6" fmla="*/ 516772 h 562353"/>
                <a:gd name="connsiteX7" fmla="*/ 527367 w 591411"/>
                <a:gd name="connsiteY7" fmla="*/ 513004 h 562353"/>
                <a:gd name="connsiteX8" fmla="*/ 529387 w 591411"/>
                <a:gd name="connsiteY8" fmla="*/ 510986 h 562353"/>
                <a:gd name="connsiteX9" fmla="*/ 536050 w 591411"/>
                <a:gd name="connsiteY9" fmla="*/ 505469 h 562353"/>
                <a:gd name="connsiteX10" fmla="*/ 535747 w 591411"/>
                <a:gd name="connsiteY10" fmla="*/ 491273 h 562353"/>
                <a:gd name="connsiteX11" fmla="*/ 533425 w 591411"/>
                <a:gd name="connsiteY11" fmla="*/ 468667 h 562353"/>
                <a:gd name="connsiteX12" fmla="*/ 533997 w 591411"/>
                <a:gd name="connsiteY12" fmla="*/ 455043 h 562353"/>
                <a:gd name="connsiteX13" fmla="*/ 532550 w 591411"/>
                <a:gd name="connsiteY13" fmla="*/ 445759 h 562353"/>
                <a:gd name="connsiteX14" fmla="*/ 528209 w 591411"/>
                <a:gd name="connsiteY14" fmla="*/ 436508 h 562353"/>
                <a:gd name="connsiteX15" fmla="*/ 523295 w 591411"/>
                <a:gd name="connsiteY15" fmla="*/ 435633 h 562353"/>
                <a:gd name="connsiteX16" fmla="*/ 517506 w 591411"/>
                <a:gd name="connsiteY16" fmla="*/ 439670 h 562353"/>
                <a:gd name="connsiteX17" fmla="*/ 513165 w 591411"/>
                <a:gd name="connsiteY17" fmla="*/ 443135 h 562353"/>
                <a:gd name="connsiteX18" fmla="*/ 506501 w 591411"/>
                <a:gd name="connsiteY18" fmla="*/ 443135 h 562353"/>
                <a:gd name="connsiteX19" fmla="*/ 498694 w 591411"/>
                <a:gd name="connsiteY19" fmla="*/ 436474 h 562353"/>
                <a:gd name="connsiteX20" fmla="*/ 491155 w 591411"/>
                <a:gd name="connsiteY20" fmla="*/ 434153 h 562353"/>
                <a:gd name="connsiteX21" fmla="*/ 487958 w 591411"/>
                <a:gd name="connsiteY21" fmla="*/ 436171 h 562353"/>
                <a:gd name="connsiteX22" fmla="*/ 476650 w 591411"/>
                <a:gd name="connsiteY22" fmla="*/ 440814 h 562353"/>
                <a:gd name="connsiteX23" fmla="*/ 469683 w 591411"/>
                <a:gd name="connsiteY23" fmla="*/ 435297 h 562353"/>
                <a:gd name="connsiteX24" fmla="*/ 469683 w 591411"/>
                <a:gd name="connsiteY24" fmla="*/ 424869 h 562353"/>
                <a:gd name="connsiteX25" fmla="*/ 463895 w 591411"/>
                <a:gd name="connsiteY25" fmla="*/ 409226 h 562353"/>
                <a:gd name="connsiteX26" fmla="*/ 458981 w 591411"/>
                <a:gd name="connsiteY26" fmla="*/ 396174 h 562353"/>
                <a:gd name="connsiteX27" fmla="*/ 451442 w 591411"/>
                <a:gd name="connsiteY27" fmla="*/ 394156 h 562353"/>
                <a:gd name="connsiteX28" fmla="*/ 437543 w 591411"/>
                <a:gd name="connsiteY28" fmla="*/ 392406 h 562353"/>
                <a:gd name="connsiteX29" fmla="*/ 432630 w 591411"/>
                <a:gd name="connsiteY29" fmla="*/ 386048 h 562353"/>
                <a:gd name="connsiteX30" fmla="*/ 431452 w 591411"/>
                <a:gd name="connsiteY30" fmla="*/ 377369 h 562353"/>
                <a:gd name="connsiteX31" fmla="*/ 430880 w 591411"/>
                <a:gd name="connsiteY31" fmla="*/ 373299 h 562353"/>
                <a:gd name="connsiteX32" fmla="*/ 427682 w 591411"/>
                <a:gd name="connsiteY32" fmla="*/ 366941 h 562353"/>
                <a:gd name="connsiteX33" fmla="*/ 430004 w 591411"/>
                <a:gd name="connsiteY33" fmla="*/ 362602 h 562353"/>
                <a:gd name="connsiteX34" fmla="*/ 434649 w 591411"/>
                <a:gd name="connsiteY34" fmla="*/ 363174 h 562353"/>
                <a:gd name="connsiteX35" fmla="*/ 439293 w 591411"/>
                <a:gd name="connsiteY35" fmla="*/ 368388 h 562353"/>
                <a:gd name="connsiteX36" fmla="*/ 447976 w 591411"/>
                <a:gd name="connsiteY36" fmla="*/ 373299 h 562353"/>
                <a:gd name="connsiteX37" fmla="*/ 458712 w 591411"/>
                <a:gd name="connsiteY37" fmla="*/ 371550 h 562353"/>
                <a:gd name="connsiteX38" fmla="*/ 468270 w 591411"/>
                <a:gd name="connsiteY38" fmla="*/ 362568 h 562353"/>
                <a:gd name="connsiteX39" fmla="*/ 474361 w 591411"/>
                <a:gd name="connsiteY39" fmla="*/ 360550 h 562353"/>
                <a:gd name="connsiteX40" fmla="*/ 476078 w 591411"/>
                <a:gd name="connsiteY40" fmla="*/ 356513 h 562353"/>
                <a:gd name="connsiteX41" fmla="*/ 476953 w 591411"/>
                <a:gd name="connsiteY41" fmla="*/ 349280 h 562353"/>
                <a:gd name="connsiteX42" fmla="*/ 476381 w 591411"/>
                <a:gd name="connsiteY42" fmla="*/ 342317 h 562353"/>
                <a:gd name="connsiteX43" fmla="*/ 475506 w 591411"/>
                <a:gd name="connsiteY43" fmla="*/ 338549 h 562353"/>
                <a:gd name="connsiteX44" fmla="*/ 471433 w 591411"/>
                <a:gd name="connsiteY44" fmla="*/ 332763 h 562353"/>
                <a:gd name="connsiteX45" fmla="*/ 471433 w 591411"/>
                <a:gd name="connsiteY45" fmla="*/ 324084 h 562353"/>
                <a:gd name="connsiteX46" fmla="*/ 475203 w 591411"/>
                <a:gd name="connsiteY46" fmla="*/ 318870 h 562353"/>
                <a:gd name="connsiteX47" fmla="*/ 480991 w 591411"/>
                <a:gd name="connsiteY47" fmla="*/ 312781 h 562353"/>
                <a:gd name="connsiteX48" fmla="*/ 486208 w 591411"/>
                <a:gd name="connsiteY48" fmla="*/ 312781 h 562353"/>
                <a:gd name="connsiteX49" fmla="*/ 495766 w 591411"/>
                <a:gd name="connsiteY49" fmla="*/ 312781 h 562353"/>
                <a:gd name="connsiteX50" fmla="*/ 496068 w 591411"/>
                <a:gd name="connsiteY50" fmla="*/ 306121 h 562353"/>
                <a:gd name="connsiteX51" fmla="*/ 495193 w 591411"/>
                <a:gd name="connsiteY51" fmla="*/ 299157 h 562353"/>
                <a:gd name="connsiteX52" fmla="*/ 492299 w 591411"/>
                <a:gd name="connsiteY52" fmla="*/ 294515 h 562353"/>
                <a:gd name="connsiteX53" fmla="*/ 492299 w 591411"/>
                <a:gd name="connsiteY53" fmla="*/ 290176 h 562353"/>
                <a:gd name="connsiteX54" fmla="*/ 494621 w 591411"/>
                <a:gd name="connsiteY54" fmla="*/ 288729 h 562353"/>
                <a:gd name="connsiteX55" fmla="*/ 496068 w 591411"/>
                <a:gd name="connsiteY55" fmla="*/ 284961 h 562353"/>
                <a:gd name="connsiteX56" fmla="*/ 495193 w 591411"/>
                <a:gd name="connsiteY56" fmla="*/ 279747 h 562353"/>
                <a:gd name="connsiteX57" fmla="*/ 492299 w 591411"/>
                <a:gd name="connsiteY57" fmla="*/ 277157 h 562353"/>
                <a:gd name="connsiteX58" fmla="*/ 492299 w 591411"/>
                <a:gd name="connsiteY58" fmla="*/ 267301 h 562353"/>
                <a:gd name="connsiteX59" fmla="*/ 493746 w 591411"/>
                <a:gd name="connsiteY59" fmla="*/ 260068 h 562353"/>
                <a:gd name="connsiteX60" fmla="*/ 495766 w 591411"/>
                <a:gd name="connsiteY60" fmla="*/ 253105 h 562353"/>
                <a:gd name="connsiteX61" fmla="*/ 503877 w 591411"/>
                <a:gd name="connsiteY61" fmla="*/ 252533 h 562353"/>
                <a:gd name="connsiteX62" fmla="*/ 511987 w 591411"/>
                <a:gd name="connsiteY62" fmla="*/ 255729 h 562353"/>
                <a:gd name="connsiteX63" fmla="*/ 517204 w 591411"/>
                <a:gd name="connsiteY63" fmla="*/ 259193 h 562353"/>
                <a:gd name="connsiteX64" fmla="*/ 525617 w 591411"/>
                <a:gd name="connsiteY64" fmla="*/ 258319 h 562353"/>
                <a:gd name="connsiteX65" fmla="*/ 528814 w 591411"/>
                <a:gd name="connsiteY65" fmla="*/ 262658 h 562353"/>
                <a:gd name="connsiteX66" fmla="*/ 532314 w 591411"/>
                <a:gd name="connsiteY66" fmla="*/ 266998 h 562353"/>
                <a:gd name="connsiteX67" fmla="*/ 538675 w 591411"/>
                <a:gd name="connsiteY67" fmla="*/ 271337 h 562353"/>
                <a:gd name="connsiteX68" fmla="*/ 540694 w 591411"/>
                <a:gd name="connsiteY68" fmla="*/ 276552 h 562353"/>
                <a:gd name="connsiteX69" fmla="*/ 542714 w 591411"/>
                <a:gd name="connsiteY69" fmla="*/ 284961 h 562353"/>
                <a:gd name="connsiteX70" fmla="*/ 545339 w 591411"/>
                <a:gd name="connsiteY70" fmla="*/ 290176 h 562353"/>
                <a:gd name="connsiteX71" fmla="*/ 552305 w 591411"/>
                <a:gd name="connsiteY71" fmla="*/ 290176 h 562353"/>
                <a:gd name="connsiteX72" fmla="*/ 558094 w 591411"/>
                <a:gd name="connsiteY72" fmla="*/ 290176 h 562353"/>
                <a:gd name="connsiteX73" fmla="*/ 563882 w 591411"/>
                <a:gd name="connsiteY73" fmla="*/ 285971 h 562353"/>
                <a:gd name="connsiteX74" fmla="*/ 571421 w 591411"/>
                <a:gd name="connsiteY74" fmla="*/ 281463 h 562353"/>
                <a:gd name="connsiteX75" fmla="*/ 578085 w 591411"/>
                <a:gd name="connsiteY75" fmla="*/ 277393 h 562353"/>
                <a:gd name="connsiteX76" fmla="*/ 581282 w 591411"/>
                <a:gd name="connsiteY76" fmla="*/ 272447 h 562353"/>
                <a:gd name="connsiteX77" fmla="*/ 583604 w 591411"/>
                <a:gd name="connsiteY77" fmla="*/ 269252 h 562353"/>
                <a:gd name="connsiteX78" fmla="*/ 587071 w 591411"/>
                <a:gd name="connsiteY78" fmla="*/ 269252 h 562353"/>
                <a:gd name="connsiteX79" fmla="*/ 591412 w 591411"/>
                <a:gd name="connsiteY79" fmla="*/ 269252 h 562353"/>
                <a:gd name="connsiteX80" fmla="*/ 591412 w 591411"/>
                <a:gd name="connsiteY80" fmla="*/ 266628 h 562353"/>
                <a:gd name="connsiteX81" fmla="*/ 591412 w 591411"/>
                <a:gd name="connsiteY81" fmla="*/ 260842 h 562353"/>
                <a:gd name="connsiteX82" fmla="*/ 585623 w 591411"/>
                <a:gd name="connsiteY82" fmla="*/ 254181 h 562353"/>
                <a:gd name="connsiteX83" fmla="*/ 583604 w 591411"/>
                <a:gd name="connsiteY83" fmla="*/ 248664 h 562353"/>
                <a:gd name="connsiteX84" fmla="*/ 580979 w 591411"/>
                <a:gd name="connsiteY84" fmla="*/ 238808 h 562353"/>
                <a:gd name="connsiteX85" fmla="*/ 580979 w 591411"/>
                <a:gd name="connsiteY85" fmla="*/ 231844 h 562353"/>
                <a:gd name="connsiteX86" fmla="*/ 580979 w 591411"/>
                <a:gd name="connsiteY86" fmla="*/ 226058 h 562353"/>
                <a:gd name="connsiteX87" fmla="*/ 577075 w 591411"/>
                <a:gd name="connsiteY87" fmla="*/ 225486 h 562353"/>
                <a:gd name="connsiteX88" fmla="*/ 570849 w 591411"/>
                <a:gd name="connsiteY88" fmla="*/ 227808 h 562353"/>
                <a:gd name="connsiteX89" fmla="*/ 565329 w 591411"/>
                <a:gd name="connsiteY89" fmla="*/ 230129 h 562353"/>
                <a:gd name="connsiteX90" fmla="*/ 565329 w 591411"/>
                <a:gd name="connsiteY90" fmla="*/ 223165 h 562353"/>
                <a:gd name="connsiteX91" fmla="*/ 552507 w 591411"/>
                <a:gd name="connsiteY91" fmla="*/ 219431 h 562353"/>
                <a:gd name="connsiteX92" fmla="*/ 544329 w 591411"/>
                <a:gd name="connsiteY92" fmla="*/ 210483 h 562353"/>
                <a:gd name="connsiteX93" fmla="*/ 536790 w 591411"/>
                <a:gd name="connsiteY93" fmla="*/ 194067 h 562353"/>
                <a:gd name="connsiteX94" fmla="*/ 536252 w 591411"/>
                <a:gd name="connsiteY94" fmla="*/ 192755 h 562353"/>
                <a:gd name="connsiteX95" fmla="*/ 533156 w 591411"/>
                <a:gd name="connsiteY95" fmla="*/ 192755 h 562353"/>
                <a:gd name="connsiteX96" fmla="*/ 524473 w 591411"/>
                <a:gd name="connsiteY96" fmla="*/ 192755 h 562353"/>
                <a:gd name="connsiteX97" fmla="*/ 518381 w 591411"/>
                <a:gd name="connsiteY97" fmla="*/ 194269 h 562353"/>
                <a:gd name="connsiteX98" fmla="*/ 515555 w 591411"/>
                <a:gd name="connsiteY98" fmla="*/ 198306 h 562353"/>
                <a:gd name="connsiteX99" fmla="*/ 500544 w 591411"/>
                <a:gd name="connsiteY99" fmla="*/ 199718 h 562353"/>
                <a:gd name="connsiteX100" fmla="*/ 491424 w 591411"/>
                <a:gd name="connsiteY100" fmla="*/ 199718 h 562353"/>
                <a:gd name="connsiteX101" fmla="*/ 480116 w 591411"/>
                <a:gd name="connsiteY101" fmla="*/ 194303 h 562353"/>
                <a:gd name="connsiteX102" fmla="*/ 476212 w 591411"/>
                <a:gd name="connsiteY102" fmla="*/ 188651 h 562353"/>
                <a:gd name="connsiteX103" fmla="*/ 474900 w 591411"/>
                <a:gd name="connsiteY103" fmla="*/ 180409 h 562353"/>
                <a:gd name="connsiteX104" fmla="*/ 474900 w 591411"/>
                <a:gd name="connsiteY104" fmla="*/ 174556 h 562353"/>
                <a:gd name="connsiteX105" fmla="*/ 470558 w 591411"/>
                <a:gd name="connsiteY105" fmla="*/ 169981 h 562353"/>
                <a:gd name="connsiteX106" fmla="*/ 464029 w 591411"/>
                <a:gd name="connsiteY106" fmla="*/ 164969 h 562353"/>
                <a:gd name="connsiteX107" fmla="*/ 456625 w 591411"/>
                <a:gd name="connsiteY107" fmla="*/ 164969 h 562353"/>
                <a:gd name="connsiteX108" fmla="*/ 452486 w 591411"/>
                <a:gd name="connsiteY108" fmla="*/ 158241 h 562353"/>
                <a:gd name="connsiteX109" fmla="*/ 447034 w 591411"/>
                <a:gd name="connsiteY109" fmla="*/ 153228 h 562353"/>
                <a:gd name="connsiteX110" fmla="*/ 439865 w 591411"/>
                <a:gd name="connsiteY110" fmla="*/ 151042 h 562353"/>
                <a:gd name="connsiteX111" fmla="*/ 430509 w 591411"/>
                <a:gd name="connsiteY111" fmla="*/ 151042 h 562353"/>
                <a:gd name="connsiteX112" fmla="*/ 421827 w 591411"/>
                <a:gd name="connsiteY112" fmla="*/ 151042 h 562353"/>
                <a:gd name="connsiteX113" fmla="*/ 417249 w 591411"/>
                <a:gd name="connsiteY113" fmla="*/ 149091 h 562353"/>
                <a:gd name="connsiteX114" fmla="*/ 415735 w 591411"/>
                <a:gd name="connsiteY114" fmla="*/ 145189 h 562353"/>
                <a:gd name="connsiteX115" fmla="*/ 415735 w 591411"/>
                <a:gd name="connsiteY115" fmla="*/ 139773 h 562353"/>
                <a:gd name="connsiteX116" fmla="*/ 415735 w 591411"/>
                <a:gd name="connsiteY116" fmla="*/ 136308 h 562353"/>
                <a:gd name="connsiteX117" fmla="*/ 417048 w 591411"/>
                <a:gd name="connsiteY117" fmla="*/ 133718 h 562353"/>
                <a:gd name="connsiteX118" fmla="*/ 419874 w 591411"/>
                <a:gd name="connsiteY118" fmla="*/ 130892 h 562353"/>
                <a:gd name="connsiteX119" fmla="*/ 423576 w 591411"/>
                <a:gd name="connsiteY119" fmla="*/ 128066 h 562353"/>
                <a:gd name="connsiteX120" fmla="*/ 427480 w 591411"/>
                <a:gd name="connsiteY120" fmla="*/ 123289 h 562353"/>
                <a:gd name="connsiteX121" fmla="*/ 430509 w 591411"/>
                <a:gd name="connsiteY121" fmla="*/ 123289 h 562353"/>
                <a:gd name="connsiteX122" fmla="*/ 431384 w 591411"/>
                <a:gd name="connsiteY122" fmla="*/ 118512 h 562353"/>
                <a:gd name="connsiteX123" fmla="*/ 431384 w 591411"/>
                <a:gd name="connsiteY123" fmla="*/ 113736 h 562353"/>
                <a:gd name="connsiteX124" fmla="*/ 433572 w 591411"/>
                <a:gd name="connsiteY124" fmla="*/ 108959 h 562353"/>
                <a:gd name="connsiteX125" fmla="*/ 435961 w 591411"/>
                <a:gd name="connsiteY125" fmla="*/ 107008 h 562353"/>
                <a:gd name="connsiteX126" fmla="*/ 439024 w 591411"/>
                <a:gd name="connsiteY126" fmla="*/ 104182 h 562353"/>
                <a:gd name="connsiteX127" fmla="*/ 442726 w 591411"/>
                <a:gd name="connsiteY127" fmla="*/ 102130 h 562353"/>
                <a:gd name="connsiteX128" fmla="*/ 447740 w 591411"/>
                <a:gd name="connsiteY128" fmla="*/ 100717 h 562353"/>
                <a:gd name="connsiteX129" fmla="*/ 453193 w 591411"/>
                <a:gd name="connsiteY129" fmla="*/ 100717 h 562353"/>
                <a:gd name="connsiteX130" fmla="*/ 458409 w 591411"/>
                <a:gd name="connsiteY130" fmla="*/ 97689 h 562353"/>
                <a:gd name="connsiteX131" fmla="*/ 461000 w 591411"/>
                <a:gd name="connsiteY131" fmla="*/ 93787 h 562353"/>
                <a:gd name="connsiteX132" fmla="*/ 461337 w 591411"/>
                <a:gd name="connsiteY132" fmla="*/ 91836 h 562353"/>
                <a:gd name="connsiteX133" fmla="*/ 459284 w 591411"/>
                <a:gd name="connsiteY133" fmla="*/ 88136 h 562353"/>
                <a:gd name="connsiteX134" fmla="*/ 459284 w 591411"/>
                <a:gd name="connsiteY134" fmla="*/ 82484 h 562353"/>
                <a:gd name="connsiteX135" fmla="*/ 462549 w 591411"/>
                <a:gd name="connsiteY135" fmla="*/ 81172 h 562353"/>
                <a:gd name="connsiteX136" fmla="*/ 466453 w 591411"/>
                <a:gd name="connsiteY136" fmla="*/ 79019 h 562353"/>
                <a:gd name="connsiteX137" fmla="*/ 469919 w 591411"/>
                <a:gd name="connsiteY137" fmla="*/ 74680 h 562353"/>
                <a:gd name="connsiteX138" fmla="*/ 471770 w 591411"/>
                <a:gd name="connsiteY138" fmla="*/ 73065 h 562353"/>
                <a:gd name="connsiteX139" fmla="*/ 474597 w 591411"/>
                <a:gd name="connsiteY139" fmla="*/ 71316 h 562353"/>
                <a:gd name="connsiteX140" fmla="*/ 477761 w 591411"/>
                <a:gd name="connsiteY140" fmla="*/ 68591 h 562353"/>
                <a:gd name="connsiteX141" fmla="*/ 479275 w 591411"/>
                <a:gd name="connsiteY141" fmla="*/ 66001 h 562353"/>
                <a:gd name="connsiteX142" fmla="*/ 483852 w 591411"/>
                <a:gd name="connsiteY142" fmla="*/ 66001 h 562353"/>
                <a:gd name="connsiteX143" fmla="*/ 489741 w 591411"/>
                <a:gd name="connsiteY143" fmla="*/ 64252 h 562353"/>
                <a:gd name="connsiteX144" fmla="*/ 491189 w 591411"/>
                <a:gd name="connsiteY144" fmla="*/ 64252 h 562353"/>
                <a:gd name="connsiteX145" fmla="*/ 494083 w 591411"/>
                <a:gd name="connsiteY145" fmla="*/ 60181 h 562353"/>
                <a:gd name="connsiteX146" fmla="*/ 496102 w 591411"/>
                <a:gd name="connsiteY146" fmla="*/ 59038 h 562353"/>
                <a:gd name="connsiteX147" fmla="*/ 497549 w 591411"/>
                <a:gd name="connsiteY147" fmla="*/ 55842 h 562353"/>
                <a:gd name="connsiteX148" fmla="*/ 501891 w 591411"/>
                <a:gd name="connsiteY148" fmla="*/ 52074 h 562353"/>
                <a:gd name="connsiteX149" fmla="*/ 506232 w 591411"/>
                <a:gd name="connsiteY149" fmla="*/ 52074 h 562353"/>
                <a:gd name="connsiteX150" fmla="*/ 506232 w 591411"/>
                <a:gd name="connsiteY150" fmla="*/ 43664 h 562353"/>
                <a:gd name="connsiteX151" fmla="*/ 508857 w 591411"/>
                <a:gd name="connsiteY151" fmla="*/ 38147 h 562353"/>
                <a:gd name="connsiteX152" fmla="*/ 519425 w 591411"/>
                <a:gd name="connsiteY152" fmla="*/ 38147 h 562353"/>
                <a:gd name="connsiteX153" fmla="*/ 524136 w 591411"/>
                <a:gd name="connsiteY153" fmla="*/ 35389 h 562353"/>
                <a:gd name="connsiteX154" fmla="*/ 525651 w 591411"/>
                <a:gd name="connsiteY154" fmla="*/ 30915 h 562353"/>
                <a:gd name="connsiteX155" fmla="*/ 526223 w 591411"/>
                <a:gd name="connsiteY155" fmla="*/ 28325 h 562353"/>
                <a:gd name="connsiteX156" fmla="*/ 528848 w 591411"/>
                <a:gd name="connsiteY156" fmla="*/ 21664 h 562353"/>
                <a:gd name="connsiteX157" fmla="*/ 528848 w 591411"/>
                <a:gd name="connsiteY157" fmla="*/ 17324 h 562353"/>
                <a:gd name="connsiteX158" fmla="*/ 523833 w 591411"/>
                <a:gd name="connsiteY158" fmla="*/ 14465 h 562353"/>
                <a:gd name="connsiteX159" fmla="*/ 522285 w 591411"/>
                <a:gd name="connsiteY159" fmla="*/ 13052 h 562353"/>
                <a:gd name="connsiteX160" fmla="*/ 518651 w 591411"/>
                <a:gd name="connsiteY160" fmla="*/ 16618 h 562353"/>
                <a:gd name="connsiteX161" fmla="*/ 518853 w 591411"/>
                <a:gd name="connsiteY161" fmla="*/ 18502 h 562353"/>
                <a:gd name="connsiteX162" fmla="*/ 518987 w 591411"/>
                <a:gd name="connsiteY162" fmla="*/ 21529 h 562353"/>
                <a:gd name="connsiteX163" fmla="*/ 516800 w 591411"/>
                <a:gd name="connsiteY163" fmla="*/ 24557 h 562353"/>
                <a:gd name="connsiteX164" fmla="*/ 514477 w 591411"/>
                <a:gd name="connsiteY164" fmla="*/ 26441 h 562353"/>
                <a:gd name="connsiteX165" fmla="*/ 511718 w 591411"/>
                <a:gd name="connsiteY165" fmla="*/ 26878 h 562353"/>
                <a:gd name="connsiteX166" fmla="*/ 507376 w 591411"/>
                <a:gd name="connsiteY166" fmla="*/ 31352 h 562353"/>
                <a:gd name="connsiteX167" fmla="*/ 504617 w 591411"/>
                <a:gd name="connsiteY167" fmla="*/ 33673 h 562353"/>
                <a:gd name="connsiteX168" fmla="*/ 495496 w 591411"/>
                <a:gd name="connsiteY168" fmla="*/ 35994 h 562353"/>
                <a:gd name="connsiteX169" fmla="*/ 491289 w 591411"/>
                <a:gd name="connsiteY169" fmla="*/ 37004 h 562353"/>
                <a:gd name="connsiteX170" fmla="*/ 487655 w 591411"/>
                <a:gd name="connsiteY170" fmla="*/ 38316 h 562353"/>
                <a:gd name="connsiteX171" fmla="*/ 485905 w 591411"/>
                <a:gd name="connsiteY171" fmla="*/ 40334 h 562353"/>
                <a:gd name="connsiteX172" fmla="*/ 485333 w 591411"/>
                <a:gd name="connsiteY172" fmla="*/ 43227 h 562353"/>
                <a:gd name="connsiteX173" fmla="*/ 483885 w 591411"/>
                <a:gd name="connsiteY173" fmla="*/ 47701 h 562353"/>
                <a:gd name="connsiteX174" fmla="*/ 483010 w 591411"/>
                <a:gd name="connsiteY174" fmla="*/ 49450 h 562353"/>
                <a:gd name="connsiteX175" fmla="*/ 478804 w 591411"/>
                <a:gd name="connsiteY175" fmla="*/ 48004 h 562353"/>
                <a:gd name="connsiteX176" fmla="*/ 476919 w 591411"/>
                <a:gd name="connsiteY176" fmla="*/ 46120 h 562353"/>
                <a:gd name="connsiteX177" fmla="*/ 475337 w 591411"/>
                <a:gd name="connsiteY177" fmla="*/ 46557 h 562353"/>
                <a:gd name="connsiteX178" fmla="*/ 474159 w 591411"/>
                <a:gd name="connsiteY178" fmla="*/ 48576 h 562353"/>
                <a:gd name="connsiteX179" fmla="*/ 472275 w 591411"/>
                <a:gd name="connsiteY179" fmla="*/ 50762 h 562353"/>
                <a:gd name="connsiteX180" fmla="*/ 470962 w 591411"/>
                <a:gd name="connsiteY180" fmla="*/ 51771 h 562353"/>
                <a:gd name="connsiteX181" fmla="*/ 470222 w 591411"/>
                <a:gd name="connsiteY181" fmla="*/ 53958 h 562353"/>
                <a:gd name="connsiteX182" fmla="*/ 466149 w 591411"/>
                <a:gd name="connsiteY182" fmla="*/ 55775 h 562353"/>
                <a:gd name="connsiteX183" fmla="*/ 461808 w 591411"/>
                <a:gd name="connsiteY183" fmla="*/ 53386 h 562353"/>
                <a:gd name="connsiteX184" fmla="*/ 460933 w 591411"/>
                <a:gd name="connsiteY184" fmla="*/ 48172 h 562353"/>
                <a:gd name="connsiteX185" fmla="*/ 462246 w 591411"/>
                <a:gd name="connsiteY185" fmla="*/ 40334 h 562353"/>
                <a:gd name="connsiteX186" fmla="*/ 464635 w 591411"/>
                <a:gd name="connsiteY186" fmla="*/ 34043 h 562353"/>
                <a:gd name="connsiteX187" fmla="*/ 459419 w 591411"/>
                <a:gd name="connsiteY187" fmla="*/ 34817 h 562353"/>
                <a:gd name="connsiteX188" fmla="*/ 458207 w 591411"/>
                <a:gd name="connsiteY188" fmla="*/ 34178 h 562353"/>
                <a:gd name="connsiteX189" fmla="*/ 457467 w 591411"/>
                <a:gd name="connsiteY189" fmla="*/ 32126 h 562353"/>
                <a:gd name="connsiteX190" fmla="*/ 457467 w 591411"/>
                <a:gd name="connsiteY190" fmla="*/ 28661 h 562353"/>
                <a:gd name="connsiteX191" fmla="*/ 457467 w 591411"/>
                <a:gd name="connsiteY191" fmla="*/ 25196 h 562353"/>
                <a:gd name="connsiteX192" fmla="*/ 456457 w 591411"/>
                <a:gd name="connsiteY192" fmla="*/ 23178 h 562353"/>
                <a:gd name="connsiteX193" fmla="*/ 454875 w 591411"/>
                <a:gd name="connsiteY193" fmla="*/ 17526 h 562353"/>
                <a:gd name="connsiteX194" fmla="*/ 448784 w 591411"/>
                <a:gd name="connsiteY194" fmla="*/ 13893 h 562353"/>
                <a:gd name="connsiteX195" fmla="*/ 446899 w 591411"/>
                <a:gd name="connsiteY195" fmla="*/ 13590 h 562353"/>
                <a:gd name="connsiteX196" fmla="*/ 444308 w 591411"/>
                <a:gd name="connsiteY196" fmla="*/ 12716 h 562353"/>
                <a:gd name="connsiteX197" fmla="*/ 441986 w 591411"/>
                <a:gd name="connsiteY197" fmla="*/ 11841 h 562353"/>
                <a:gd name="connsiteX198" fmla="*/ 439663 w 591411"/>
                <a:gd name="connsiteY198" fmla="*/ 13288 h 562353"/>
                <a:gd name="connsiteX199" fmla="*/ 437341 w 591411"/>
                <a:gd name="connsiteY199" fmla="*/ 16181 h 562353"/>
                <a:gd name="connsiteX200" fmla="*/ 434885 w 591411"/>
                <a:gd name="connsiteY200" fmla="*/ 18064 h 562353"/>
                <a:gd name="connsiteX201" fmla="*/ 433000 w 591411"/>
                <a:gd name="connsiteY201" fmla="*/ 20251 h 562353"/>
                <a:gd name="connsiteX202" fmla="*/ 431418 w 591411"/>
                <a:gd name="connsiteY202" fmla="*/ 25162 h 562353"/>
                <a:gd name="connsiteX203" fmla="*/ 431418 w 591411"/>
                <a:gd name="connsiteY203" fmla="*/ 26037 h 562353"/>
                <a:gd name="connsiteX204" fmla="*/ 428827 w 591411"/>
                <a:gd name="connsiteY204" fmla="*/ 31251 h 562353"/>
                <a:gd name="connsiteX205" fmla="*/ 424485 w 591411"/>
                <a:gd name="connsiteY205" fmla="*/ 33875 h 562353"/>
                <a:gd name="connsiteX206" fmla="*/ 424485 w 591411"/>
                <a:gd name="connsiteY206" fmla="*/ 30410 h 562353"/>
                <a:gd name="connsiteX207" fmla="*/ 424485 w 591411"/>
                <a:gd name="connsiteY207" fmla="*/ 28089 h 562353"/>
                <a:gd name="connsiteX208" fmla="*/ 421523 w 591411"/>
                <a:gd name="connsiteY208" fmla="*/ 25028 h 562353"/>
                <a:gd name="connsiteX209" fmla="*/ 418562 w 591411"/>
                <a:gd name="connsiteY209" fmla="*/ 22000 h 562353"/>
                <a:gd name="connsiteX210" fmla="*/ 414927 w 591411"/>
                <a:gd name="connsiteY210" fmla="*/ 22740 h 562353"/>
                <a:gd name="connsiteX211" fmla="*/ 410586 w 591411"/>
                <a:gd name="connsiteY211" fmla="*/ 24052 h 562353"/>
                <a:gd name="connsiteX212" fmla="*/ 405941 w 591411"/>
                <a:gd name="connsiteY212" fmla="*/ 23480 h 562353"/>
                <a:gd name="connsiteX213" fmla="*/ 401600 w 591411"/>
                <a:gd name="connsiteY213" fmla="*/ 21159 h 562353"/>
                <a:gd name="connsiteX214" fmla="*/ 399985 w 591411"/>
                <a:gd name="connsiteY214" fmla="*/ 21294 h 562353"/>
                <a:gd name="connsiteX215" fmla="*/ 398235 w 591411"/>
                <a:gd name="connsiteY215" fmla="*/ 22168 h 562353"/>
                <a:gd name="connsiteX216" fmla="*/ 391571 w 591411"/>
                <a:gd name="connsiteY216" fmla="*/ 22875 h 562353"/>
                <a:gd name="connsiteX217" fmla="*/ 389384 w 591411"/>
                <a:gd name="connsiteY217" fmla="*/ 22572 h 562353"/>
                <a:gd name="connsiteX218" fmla="*/ 383427 w 591411"/>
                <a:gd name="connsiteY218" fmla="*/ 20688 h 562353"/>
                <a:gd name="connsiteX219" fmla="*/ 379220 w 591411"/>
                <a:gd name="connsiteY219" fmla="*/ 19107 h 562353"/>
                <a:gd name="connsiteX220" fmla="*/ 374878 w 591411"/>
                <a:gd name="connsiteY220" fmla="*/ 17089 h 562353"/>
                <a:gd name="connsiteX221" fmla="*/ 373128 w 591411"/>
                <a:gd name="connsiteY221" fmla="*/ 14768 h 562353"/>
                <a:gd name="connsiteX222" fmla="*/ 372253 w 591411"/>
                <a:gd name="connsiteY222" fmla="*/ 14465 h 562353"/>
                <a:gd name="connsiteX223" fmla="*/ 368652 w 591411"/>
                <a:gd name="connsiteY223" fmla="*/ 12009 h 562353"/>
                <a:gd name="connsiteX224" fmla="*/ 365758 w 591411"/>
                <a:gd name="connsiteY224" fmla="*/ 11135 h 562353"/>
                <a:gd name="connsiteX225" fmla="*/ 361854 w 591411"/>
                <a:gd name="connsiteY225" fmla="*/ 10395 h 562353"/>
                <a:gd name="connsiteX226" fmla="*/ 358522 w 591411"/>
                <a:gd name="connsiteY226" fmla="*/ 9957 h 562353"/>
                <a:gd name="connsiteX227" fmla="*/ 354753 w 591411"/>
                <a:gd name="connsiteY227" fmla="*/ 9385 h 562353"/>
                <a:gd name="connsiteX228" fmla="*/ 351556 w 591411"/>
                <a:gd name="connsiteY228" fmla="*/ 8376 h 562353"/>
                <a:gd name="connsiteX229" fmla="*/ 349233 w 591411"/>
                <a:gd name="connsiteY229" fmla="*/ 7232 h 562353"/>
                <a:gd name="connsiteX230" fmla="*/ 344455 w 591411"/>
                <a:gd name="connsiteY230" fmla="*/ 6089 h 562353"/>
                <a:gd name="connsiteX231" fmla="*/ 344455 w 591411"/>
                <a:gd name="connsiteY231" fmla="*/ 4205 h 562353"/>
                <a:gd name="connsiteX232" fmla="*/ 343714 w 591411"/>
                <a:gd name="connsiteY232" fmla="*/ 1009 h 562353"/>
                <a:gd name="connsiteX233" fmla="*/ 341830 w 591411"/>
                <a:gd name="connsiteY233" fmla="*/ 0 h 562353"/>
                <a:gd name="connsiteX234" fmla="*/ 340248 w 591411"/>
                <a:gd name="connsiteY234" fmla="*/ 0 h 562353"/>
                <a:gd name="connsiteX235" fmla="*/ 338094 w 591411"/>
                <a:gd name="connsiteY235" fmla="*/ 1413 h 562353"/>
                <a:gd name="connsiteX236" fmla="*/ 335637 w 591411"/>
                <a:gd name="connsiteY236" fmla="*/ 3330 h 562353"/>
                <a:gd name="connsiteX237" fmla="*/ 331868 w 591411"/>
                <a:gd name="connsiteY237" fmla="*/ 4777 h 562353"/>
                <a:gd name="connsiteX238" fmla="*/ 328233 w 591411"/>
                <a:gd name="connsiteY238" fmla="*/ 3902 h 562353"/>
                <a:gd name="connsiteX239" fmla="*/ 324329 w 591411"/>
                <a:gd name="connsiteY239" fmla="*/ 3330 h 562353"/>
                <a:gd name="connsiteX240" fmla="*/ 322714 w 591411"/>
                <a:gd name="connsiteY240" fmla="*/ 1884 h 562353"/>
                <a:gd name="connsiteX241" fmla="*/ 320560 w 591411"/>
                <a:gd name="connsiteY241" fmla="*/ 1884 h 562353"/>
                <a:gd name="connsiteX242" fmla="*/ 317935 w 591411"/>
                <a:gd name="connsiteY242" fmla="*/ 2456 h 562353"/>
                <a:gd name="connsiteX243" fmla="*/ 315915 w 591411"/>
                <a:gd name="connsiteY243" fmla="*/ 3330 h 562353"/>
                <a:gd name="connsiteX244" fmla="*/ 312584 w 591411"/>
                <a:gd name="connsiteY244" fmla="*/ 5080 h 562353"/>
                <a:gd name="connsiteX245" fmla="*/ 309824 w 591411"/>
                <a:gd name="connsiteY245" fmla="*/ 5820 h 562353"/>
                <a:gd name="connsiteX246" fmla="*/ 307064 w 591411"/>
                <a:gd name="connsiteY246" fmla="*/ 6391 h 562353"/>
                <a:gd name="connsiteX247" fmla="*/ 306189 w 591411"/>
                <a:gd name="connsiteY247" fmla="*/ 11303 h 562353"/>
                <a:gd name="connsiteX248" fmla="*/ 306189 w 591411"/>
                <a:gd name="connsiteY248" fmla="*/ 12312 h 562353"/>
                <a:gd name="connsiteX249" fmla="*/ 306627 w 591411"/>
                <a:gd name="connsiteY249" fmla="*/ 14499 h 562353"/>
                <a:gd name="connsiteX250" fmla="*/ 307064 w 591411"/>
                <a:gd name="connsiteY250" fmla="*/ 19141 h 562353"/>
                <a:gd name="connsiteX251" fmla="*/ 305483 w 591411"/>
                <a:gd name="connsiteY251" fmla="*/ 19141 h 562353"/>
                <a:gd name="connsiteX252" fmla="*/ 303901 w 591411"/>
                <a:gd name="connsiteY252" fmla="*/ 20285 h 562353"/>
                <a:gd name="connsiteX253" fmla="*/ 303026 w 591411"/>
                <a:gd name="connsiteY253" fmla="*/ 22034 h 562353"/>
                <a:gd name="connsiteX254" fmla="*/ 304036 w 591411"/>
                <a:gd name="connsiteY254" fmla="*/ 24221 h 562353"/>
                <a:gd name="connsiteX255" fmla="*/ 306223 w 591411"/>
                <a:gd name="connsiteY255" fmla="*/ 25970 h 562353"/>
                <a:gd name="connsiteX256" fmla="*/ 306088 w 591411"/>
                <a:gd name="connsiteY256" fmla="*/ 27282 h 562353"/>
                <a:gd name="connsiteX257" fmla="*/ 304338 w 591411"/>
                <a:gd name="connsiteY257" fmla="*/ 29031 h 562353"/>
                <a:gd name="connsiteX258" fmla="*/ 305651 w 591411"/>
                <a:gd name="connsiteY258" fmla="*/ 30175 h 562353"/>
                <a:gd name="connsiteX259" fmla="*/ 304944 w 591411"/>
                <a:gd name="connsiteY259" fmla="*/ 31487 h 562353"/>
                <a:gd name="connsiteX260" fmla="*/ 303362 w 591411"/>
                <a:gd name="connsiteY260" fmla="*/ 33673 h 562353"/>
                <a:gd name="connsiteX261" fmla="*/ 304944 w 591411"/>
                <a:gd name="connsiteY261" fmla="*/ 36432 h 562353"/>
                <a:gd name="connsiteX262" fmla="*/ 306896 w 591411"/>
                <a:gd name="connsiteY262" fmla="*/ 38618 h 562353"/>
                <a:gd name="connsiteX263" fmla="*/ 307973 w 591411"/>
                <a:gd name="connsiteY263" fmla="*/ 40939 h 562353"/>
                <a:gd name="connsiteX264" fmla="*/ 307973 w 591411"/>
                <a:gd name="connsiteY264" fmla="*/ 43698 h 562353"/>
                <a:gd name="connsiteX265" fmla="*/ 306088 w 591411"/>
                <a:gd name="connsiteY265" fmla="*/ 44573 h 562353"/>
                <a:gd name="connsiteX266" fmla="*/ 304204 w 591411"/>
                <a:gd name="connsiteY266" fmla="*/ 46322 h 562353"/>
                <a:gd name="connsiteX267" fmla="*/ 302757 w 591411"/>
                <a:gd name="connsiteY267" fmla="*/ 49652 h 562353"/>
                <a:gd name="connsiteX268" fmla="*/ 302757 w 591411"/>
                <a:gd name="connsiteY268" fmla="*/ 51536 h 562353"/>
                <a:gd name="connsiteX269" fmla="*/ 304136 w 591411"/>
                <a:gd name="connsiteY269" fmla="*/ 53722 h 562353"/>
                <a:gd name="connsiteX270" fmla="*/ 305381 w 591411"/>
                <a:gd name="connsiteY270" fmla="*/ 56044 h 562353"/>
                <a:gd name="connsiteX271" fmla="*/ 306829 w 591411"/>
                <a:gd name="connsiteY271" fmla="*/ 59071 h 562353"/>
                <a:gd name="connsiteX272" fmla="*/ 306829 w 591411"/>
                <a:gd name="connsiteY272" fmla="*/ 59946 h 562353"/>
                <a:gd name="connsiteX273" fmla="*/ 303800 w 591411"/>
                <a:gd name="connsiteY273" fmla="*/ 60821 h 562353"/>
                <a:gd name="connsiteX274" fmla="*/ 301343 w 591411"/>
                <a:gd name="connsiteY274" fmla="*/ 60955 h 562353"/>
                <a:gd name="connsiteX275" fmla="*/ 298449 w 591411"/>
                <a:gd name="connsiteY275" fmla="*/ 60955 h 562353"/>
                <a:gd name="connsiteX276" fmla="*/ 297439 w 591411"/>
                <a:gd name="connsiteY276" fmla="*/ 60955 h 562353"/>
                <a:gd name="connsiteX277" fmla="*/ 295420 w 591411"/>
                <a:gd name="connsiteY277" fmla="*/ 61830 h 562353"/>
                <a:gd name="connsiteX278" fmla="*/ 295857 w 591411"/>
                <a:gd name="connsiteY278" fmla="*/ 64453 h 562353"/>
                <a:gd name="connsiteX279" fmla="*/ 296430 w 591411"/>
                <a:gd name="connsiteY279" fmla="*/ 66909 h 562353"/>
                <a:gd name="connsiteX280" fmla="*/ 297439 w 591411"/>
                <a:gd name="connsiteY280" fmla="*/ 70811 h 562353"/>
                <a:gd name="connsiteX281" fmla="*/ 298449 w 591411"/>
                <a:gd name="connsiteY281" fmla="*/ 73704 h 562353"/>
                <a:gd name="connsiteX282" fmla="*/ 299324 w 591411"/>
                <a:gd name="connsiteY282" fmla="*/ 77472 h 562353"/>
                <a:gd name="connsiteX283" fmla="*/ 299324 w 591411"/>
                <a:gd name="connsiteY283" fmla="*/ 80365 h 562353"/>
                <a:gd name="connsiteX284" fmla="*/ 296867 w 591411"/>
                <a:gd name="connsiteY284" fmla="*/ 83561 h 562353"/>
                <a:gd name="connsiteX285" fmla="*/ 295420 w 591411"/>
                <a:gd name="connsiteY285" fmla="*/ 86588 h 562353"/>
                <a:gd name="connsiteX286" fmla="*/ 293232 w 591411"/>
                <a:gd name="connsiteY286" fmla="*/ 91063 h 562353"/>
                <a:gd name="connsiteX287" fmla="*/ 291348 w 591411"/>
                <a:gd name="connsiteY287" fmla="*/ 93249 h 562353"/>
                <a:gd name="connsiteX288" fmla="*/ 289598 w 591411"/>
                <a:gd name="connsiteY288" fmla="*/ 95705 h 562353"/>
                <a:gd name="connsiteX289" fmla="*/ 287410 w 591411"/>
                <a:gd name="connsiteY289" fmla="*/ 97589 h 562353"/>
                <a:gd name="connsiteX290" fmla="*/ 284347 w 591411"/>
                <a:gd name="connsiteY290" fmla="*/ 100044 h 562353"/>
                <a:gd name="connsiteX291" fmla="*/ 281016 w 591411"/>
                <a:gd name="connsiteY291" fmla="*/ 102668 h 562353"/>
                <a:gd name="connsiteX292" fmla="*/ 280141 w 591411"/>
                <a:gd name="connsiteY292" fmla="*/ 102668 h 562353"/>
                <a:gd name="connsiteX293" fmla="*/ 280141 w 591411"/>
                <a:gd name="connsiteY293" fmla="*/ 105258 h 562353"/>
                <a:gd name="connsiteX294" fmla="*/ 280141 w 591411"/>
                <a:gd name="connsiteY294" fmla="*/ 105999 h 562353"/>
                <a:gd name="connsiteX295" fmla="*/ 279265 w 591411"/>
                <a:gd name="connsiteY295" fmla="*/ 108454 h 562353"/>
                <a:gd name="connsiteX296" fmla="*/ 276809 w 591411"/>
                <a:gd name="connsiteY296" fmla="*/ 109329 h 562353"/>
                <a:gd name="connsiteX297" fmla="*/ 274924 w 591411"/>
                <a:gd name="connsiteY297" fmla="*/ 108757 h 562353"/>
                <a:gd name="connsiteX298" fmla="*/ 272905 w 591411"/>
                <a:gd name="connsiteY298" fmla="*/ 106738 h 562353"/>
                <a:gd name="connsiteX299" fmla="*/ 269842 w 591411"/>
                <a:gd name="connsiteY299" fmla="*/ 105999 h 562353"/>
                <a:gd name="connsiteX300" fmla="*/ 265198 w 591411"/>
                <a:gd name="connsiteY300" fmla="*/ 106738 h 562353"/>
                <a:gd name="connsiteX301" fmla="*/ 262135 w 591411"/>
                <a:gd name="connsiteY301" fmla="*/ 109329 h 562353"/>
                <a:gd name="connsiteX302" fmla="*/ 260958 w 591411"/>
                <a:gd name="connsiteY302" fmla="*/ 112222 h 562353"/>
                <a:gd name="connsiteX303" fmla="*/ 259207 w 591411"/>
                <a:gd name="connsiteY303" fmla="*/ 113971 h 562353"/>
                <a:gd name="connsiteX304" fmla="*/ 259207 w 591411"/>
                <a:gd name="connsiteY304" fmla="*/ 118008 h 562353"/>
                <a:gd name="connsiteX305" fmla="*/ 255876 w 591411"/>
                <a:gd name="connsiteY305" fmla="*/ 121035 h 562353"/>
                <a:gd name="connsiteX306" fmla="*/ 251534 w 591411"/>
                <a:gd name="connsiteY306" fmla="*/ 120766 h 562353"/>
                <a:gd name="connsiteX307" fmla="*/ 248640 w 591411"/>
                <a:gd name="connsiteY307" fmla="*/ 118882 h 562353"/>
                <a:gd name="connsiteX308" fmla="*/ 247900 w 591411"/>
                <a:gd name="connsiteY308" fmla="*/ 116561 h 562353"/>
                <a:gd name="connsiteX309" fmla="*/ 245443 w 591411"/>
                <a:gd name="connsiteY309" fmla="*/ 116561 h 562353"/>
                <a:gd name="connsiteX310" fmla="*/ 241976 w 591411"/>
                <a:gd name="connsiteY310" fmla="*/ 117436 h 562353"/>
                <a:gd name="connsiteX311" fmla="*/ 237904 w 591411"/>
                <a:gd name="connsiteY311" fmla="*/ 118445 h 562353"/>
                <a:gd name="connsiteX312" fmla="*/ 236592 w 591411"/>
                <a:gd name="connsiteY312" fmla="*/ 119892 h 562353"/>
                <a:gd name="connsiteX313" fmla="*/ 235717 w 591411"/>
                <a:gd name="connsiteY313" fmla="*/ 121035 h 562353"/>
                <a:gd name="connsiteX314" fmla="*/ 234135 w 591411"/>
                <a:gd name="connsiteY314" fmla="*/ 122785 h 562353"/>
                <a:gd name="connsiteX315" fmla="*/ 233125 w 591411"/>
                <a:gd name="connsiteY315" fmla="*/ 124366 h 562353"/>
                <a:gd name="connsiteX316" fmla="*/ 233125 w 591411"/>
                <a:gd name="connsiteY316" fmla="*/ 127831 h 562353"/>
                <a:gd name="connsiteX317" fmla="*/ 233125 w 591411"/>
                <a:gd name="connsiteY317" fmla="*/ 128571 h 562353"/>
                <a:gd name="connsiteX318" fmla="*/ 231442 w 591411"/>
                <a:gd name="connsiteY318" fmla="*/ 130454 h 562353"/>
                <a:gd name="connsiteX319" fmla="*/ 228043 w 591411"/>
                <a:gd name="connsiteY319" fmla="*/ 133348 h 562353"/>
                <a:gd name="connsiteX320" fmla="*/ 223836 w 591411"/>
                <a:gd name="connsiteY320" fmla="*/ 133482 h 562353"/>
                <a:gd name="connsiteX321" fmla="*/ 221817 w 591411"/>
                <a:gd name="connsiteY321" fmla="*/ 131733 h 562353"/>
                <a:gd name="connsiteX322" fmla="*/ 220942 w 591411"/>
                <a:gd name="connsiteY322" fmla="*/ 129849 h 562353"/>
                <a:gd name="connsiteX323" fmla="*/ 220067 w 591411"/>
                <a:gd name="connsiteY323" fmla="*/ 126956 h 562353"/>
                <a:gd name="connsiteX324" fmla="*/ 218351 w 591411"/>
                <a:gd name="connsiteY324" fmla="*/ 126956 h 562353"/>
                <a:gd name="connsiteX325" fmla="*/ 215456 w 591411"/>
                <a:gd name="connsiteY325" fmla="*/ 126956 h 562353"/>
                <a:gd name="connsiteX326" fmla="*/ 214447 w 591411"/>
                <a:gd name="connsiteY326" fmla="*/ 128974 h 562353"/>
                <a:gd name="connsiteX327" fmla="*/ 212865 w 591411"/>
                <a:gd name="connsiteY327" fmla="*/ 131161 h 562353"/>
                <a:gd name="connsiteX328" fmla="*/ 210846 w 591411"/>
                <a:gd name="connsiteY328" fmla="*/ 133179 h 562353"/>
                <a:gd name="connsiteX329" fmla="*/ 207985 w 591411"/>
                <a:gd name="connsiteY329" fmla="*/ 134828 h 562353"/>
                <a:gd name="connsiteX330" fmla="*/ 205057 w 591411"/>
                <a:gd name="connsiteY330" fmla="*/ 133953 h 562353"/>
                <a:gd name="connsiteX331" fmla="*/ 200918 w 591411"/>
                <a:gd name="connsiteY331" fmla="*/ 133045 h 562353"/>
                <a:gd name="connsiteX332" fmla="*/ 196341 w 591411"/>
                <a:gd name="connsiteY332" fmla="*/ 132507 h 562353"/>
                <a:gd name="connsiteX333" fmla="*/ 191124 w 591411"/>
                <a:gd name="connsiteY333" fmla="*/ 132607 h 562353"/>
                <a:gd name="connsiteX334" fmla="*/ 185908 w 591411"/>
                <a:gd name="connsiteY334" fmla="*/ 131968 h 562353"/>
                <a:gd name="connsiteX335" fmla="*/ 178639 w 591411"/>
                <a:gd name="connsiteY335" fmla="*/ 132338 h 562353"/>
                <a:gd name="connsiteX336" fmla="*/ 174735 w 591411"/>
                <a:gd name="connsiteY336" fmla="*/ 131195 h 562353"/>
                <a:gd name="connsiteX337" fmla="*/ 174028 w 591411"/>
                <a:gd name="connsiteY337" fmla="*/ 129883 h 562353"/>
                <a:gd name="connsiteX338" fmla="*/ 170696 w 591411"/>
                <a:gd name="connsiteY338" fmla="*/ 128739 h 562353"/>
                <a:gd name="connsiteX339" fmla="*/ 167364 w 591411"/>
                <a:gd name="connsiteY339" fmla="*/ 127999 h 562353"/>
                <a:gd name="connsiteX340" fmla="*/ 164470 w 591411"/>
                <a:gd name="connsiteY340" fmla="*/ 128739 h 562353"/>
                <a:gd name="connsiteX341" fmla="*/ 161879 w 591411"/>
                <a:gd name="connsiteY341" fmla="*/ 128739 h 562353"/>
                <a:gd name="connsiteX342" fmla="*/ 160566 w 591411"/>
                <a:gd name="connsiteY342" fmla="*/ 129748 h 562353"/>
                <a:gd name="connsiteX343" fmla="*/ 160700 w 591411"/>
                <a:gd name="connsiteY343" fmla="*/ 130623 h 562353"/>
                <a:gd name="connsiteX344" fmla="*/ 160566 w 591411"/>
                <a:gd name="connsiteY344" fmla="*/ 133078 h 562353"/>
                <a:gd name="connsiteX345" fmla="*/ 159388 w 591411"/>
                <a:gd name="connsiteY345" fmla="*/ 134828 h 562353"/>
                <a:gd name="connsiteX346" fmla="*/ 158378 w 591411"/>
                <a:gd name="connsiteY346" fmla="*/ 136577 h 562353"/>
                <a:gd name="connsiteX347" fmla="*/ 158378 w 591411"/>
                <a:gd name="connsiteY347" fmla="*/ 137317 h 562353"/>
                <a:gd name="connsiteX348" fmla="*/ 159018 w 591411"/>
                <a:gd name="connsiteY348" fmla="*/ 139638 h 562353"/>
                <a:gd name="connsiteX349" fmla="*/ 160095 w 591411"/>
                <a:gd name="connsiteY349" fmla="*/ 141522 h 562353"/>
                <a:gd name="connsiteX350" fmla="*/ 160970 w 591411"/>
                <a:gd name="connsiteY350" fmla="*/ 143708 h 562353"/>
                <a:gd name="connsiteX351" fmla="*/ 161845 w 591411"/>
                <a:gd name="connsiteY351" fmla="*/ 147039 h 562353"/>
                <a:gd name="connsiteX352" fmla="*/ 161845 w 591411"/>
                <a:gd name="connsiteY352" fmla="*/ 149663 h 562353"/>
                <a:gd name="connsiteX353" fmla="*/ 160600 w 591411"/>
                <a:gd name="connsiteY353" fmla="*/ 151244 h 562353"/>
                <a:gd name="connsiteX354" fmla="*/ 158345 w 591411"/>
                <a:gd name="connsiteY354" fmla="*/ 151378 h 562353"/>
                <a:gd name="connsiteX355" fmla="*/ 155585 w 591411"/>
                <a:gd name="connsiteY355" fmla="*/ 150235 h 562353"/>
                <a:gd name="connsiteX356" fmla="*/ 152253 w 591411"/>
                <a:gd name="connsiteY356" fmla="*/ 149663 h 562353"/>
                <a:gd name="connsiteX357" fmla="*/ 147171 w 591411"/>
                <a:gd name="connsiteY357" fmla="*/ 149663 h 562353"/>
                <a:gd name="connsiteX358" fmla="*/ 141383 w 591411"/>
                <a:gd name="connsiteY358" fmla="*/ 150975 h 562353"/>
                <a:gd name="connsiteX359" fmla="*/ 137176 w 591411"/>
                <a:gd name="connsiteY359" fmla="*/ 153598 h 562353"/>
                <a:gd name="connsiteX360" fmla="*/ 132969 w 591411"/>
                <a:gd name="connsiteY360" fmla="*/ 158678 h 562353"/>
                <a:gd name="connsiteX361" fmla="*/ 130950 w 591411"/>
                <a:gd name="connsiteY361" fmla="*/ 160427 h 562353"/>
                <a:gd name="connsiteX362" fmla="*/ 128762 w 591411"/>
                <a:gd name="connsiteY362" fmla="*/ 162614 h 562353"/>
                <a:gd name="connsiteX363" fmla="*/ 126003 w 591411"/>
                <a:gd name="connsiteY363" fmla="*/ 165070 h 562353"/>
                <a:gd name="connsiteX364" fmla="*/ 123546 w 591411"/>
                <a:gd name="connsiteY364" fmla="*/ 166819 h 562353"/>
                <a:gd name="connsiteX365" fmla="*/ 122536 w 591411"/>
                <a:gd name="connsiteY365" fmla="*/ 168131 h 562353"/>
                <a:gd name="connsiteX366" fmla="*/ 120517 w 591411"/>
                <a:gd name="connsiteY366" fmla="*/ 169880 h 562353"/>
                <a:gd name="connsiteX367" fmla="*/ 118329 w 591411"/>
                <a:gd name="connsiteY367" fmla="*/ 171461 h 562353"/>
                <a:gd name="connsiteX368" fmla="*/ 118329 w 591411"/>
                <a:gd name="connsiteY368" fmla="*/ 174085 h 562353"/>
                <a:gd name="connsiteX369" fmla="*/ 117959 w 591411"/>
                <a:gd name="connsiteY369" fmla="*/ 176103 h 562353"/>
                <a:gd name="connsiteX370" fmla="*/ 116310 w 591411"/>
                <a:gd name="connsiteY370" fmla="*/ 177685 h 562353"/>
                <a:gd name="connsiteX371" fmla="*/ 113853 w 591411"/>
                <a:gd name="connsiteY371" fmla="*/ 179266 h 562353"/>
                <a:gd name="connsiteX372" fmla="*/ 112709 w 591411"/>
                <a:gd name="connsiteY372" fmla="*/ 180006 h 562353"/>
                <a:gd name="connsiteX373" fmla="*/ 108805 w 591411"/>
                <a:gd name="connsiteY373" fmla="*/ 182764 h 562353"/>
                <a:gd name="connsiteX374" fmla="*/ 108233 w 591411"/>
                <a:gd name="connsiteY374" fmla="*/ 182764 h 562353"/>
                <a:gd name="connsiteX375" fmla="*/ 104026 w 591411"/>
                <a:gd name="connsiteY375" fmla="*/ 183134 h 562353"/>
                <a:gd name="connsiteX376" fmla="*/ 100829 w 591411"/>
                <a:gd name="connsiteY376" fmla="*/ 182764 h 562353"/>
                <a:gd name="connsiteX377" fmla="*/ 99247 w 591411"/>
                <a:gd name="connsiteY377" fmla="*/ 183639 h 562353"/>
                <a:gd name="connsiteX378" fmla="*/ 93593 w 591411"/>
                <a:gd name="connsiteY378" fmla="*/ 185522 h 562353"/>
                <a:gd name="connsiteX379" fmla="*/ 89656 w 591411"/>
                <a:gd name="connsiteY379" fmla="*/ 186229 h 562353"/>
                <a:gd name="connsiteX380" fmla="*/ 81848 w 591411"/>
                <a:gd name="connsiteY380" fmla="*/ 186229 h 562353"/>
                <a:gd name="connsiteX381" fmla="*/ 76934 w 591411"/>
                <a:gd name="connsiteY381" fmla="*/ 186801 h 562353"/>
                <a:gd name="connsiteX382" fmla="*/ 72155 w 591411"/>
                <a:gd name="connsiteY382" fmla="*/ 189391 h 562353"/>
                <a:gd name="connsiteX383" fmla="*/ 68521 w 591411"/>
                <a:gd name="connsiteY383" fmla="*/ 193159 h 562353"/>
                <a:gd name="connsiteX384" fmla="*/ 65189 w 591411"/>
                <a:gd name="connsiteY384" fmla="*/ 194740 h 562353"/>
                <a:gd name="connsiteX385" fmla="*/ 61992 w 591411"/>
                <a:gd name="connsiteY385" fmla="*/ 195884 h 562353"/>
                <a:gd name="connsiteX386" fmla="*/ 59400 w 591411"/>
                <a:gd name="connsiteY386" fmla="*/ 195884 h 562353"/>
                <a:gd name="connsiteX387" fmla="*/ 55463 w 591411"/>
                <a:gd name="connsiteY387" fmla="*/ 195884 h 562353"/>
                <a:gd name="connsiteX388" fmla="*/ 51256 w 591411"/>
                <a:gd name="connsiteY388" fmla="*/ 196590 h 562353"/>
                <a:gd name="connsiteX389" fmla="*/ 49674 w 591411"/>
                <a:gd name="connsiteY389" fmla="*/ 196590 h 562353"/>
                <a:gd name="connsiteX390" fmla="*/ 47487 w 591411"/>
                <a:gd name="connsiteY390" fmla="*/ 200358 h 562353"/>
                <a:gd name="connsiteX391" fmla="*/ 45736 w 591411"/>
                <a:gd name="connsiteY391" fmla="*/ 203116 h 562353"/>
                <a:gd name="connsiteX392" fmla="*/ 42539 w 591411"/>
                <a:gd name="connsiteY392" fmla="*/ 205437 h 562353"/>
                <a:gd name="connsiteX393" fmla="*/ 40217 w 591411"/>
                <a:gd name="connsiteY393" fmla="*/ 207456 h 562353"/>
                <a:gd name="connsiteX394" fmla="*/ 33688 w 591411"/>
                <a:gd name="connsiteY394" fmla="*/ 210315 h 562353"/>
                <a:gd name="connsiteX395" fmla="*/ 28606 w 591411"/>
                <a:gd name="connsiteY395" fmla="*/ 210517 h 562353"/>
                <a:gd name="connsiteX396" fmla="*/ 22077 w 591411"/>
                <a:gd name="connsiteY396" fmla="*/ 210517 h 562353"/>
                <a:gd name="connsiteX397" fmla="*/ 16558 w 591411"/>
                <a:gd name="connsiteY397" fmla="*/ 210517 h 562353"/>
                <a:gd name="connsiteX398" fmla="*/ 11342 w 591411"/>
                <a:gd name="connsiteY398" fmla="*/ 210517 h 562353"/>
                <a:gd name="connsiteX399" fmla="*/ 9591 w 591411"/>
                <a:gd name="connsiteY399" fmla="*/ 210517 h 562353"/>
                <a:gd name="connsiteX400" fmla="*/ 3938 w 591411"/>
                <a:gd name="connsiteY400" fmla="*/ 210517 h 562353"/>
                <a:gd name="connsiteX401" fmla="*/ 740 w 591411"/>
                <a:gd name="connsiteY401" fmla="*/ 212905 h 562353"/>
                <a:gd name="connsiteX402" fmla="*/ 0 w 591411"/>
                <a:gd name="connsiteY402" fmla="*/ 214856 h 562353"/>
                <a:gd name="connsiteX403" fmla="*/ 0 w 591411"/>
                <a:gd name="connsiteY403" fmla="*/ 219633 h 562353"/>
                <a:gd name="connsiteX404" fmla="*/ 1582 w 591411"/>
                <a:gd name="connsiteY404" fmla="*/ 221954 h 562353"/>
                <a:gd name="connsiteX405" fmla="*/ 5216 w 591411"/>
                <a:gd name="connsiteY405" fmla="*/ 226462 h 562353"/>
                <a:gd name="connsiteX406" fmla="*/ 9693 w 591411"/>
                <a:gd name="connsiteY406" fmla="*/ 231104 h 562353"/>
                <a:gd name="connsiteX407" fmla="*/ 11442 w 591411"/>
                <a:gd name="connsiteY407" fmla="*/ 233123 h 562353"/>
                <a:gd name="connsiteX408" fmla="*/ 14774 w 591411"/>
                <a:gd name="connsiteY408" fmla="*/ 236318 h 562353"/>
                <a:gd name="connsiteX409" fmla="*/ 16491 w 591411"/>
                <a:gd name="connsiteY409" fmla="*/ 238505 h 562353"/>
                <a:gd name="connsiteX410" fmla="*/ 15481 w 591411"/>
                <a:gd name="connsiteY410" fmla="*/ 240086 h 562353"/>
                <a:gd name="connsiteX411" fmla="*/ 14774 w 591411"/>
                <a:gd name="connsiteY411" fmla="*/ 241835 h 562353"/>
                <a:gd name="connsiteX412" fmla="*/ 12183 w 591411"/>
                <a:gd name="connsiteY412" fmla="*/ 241835 h 562353"/>
                <a:gd name="connsiteX413" fmla="*/ 8414 w 591411"/>
                <a:gd name="connsiteY413" fmla="*/ 244089 h 562353"/>
                <a:gd name="connsiteX414" fmla="*/ 8414 w 591411"/>
                <a:gd name="connsiteY414" fmla="*/ 245031 h 562353"/>
                <a:gd name="connsiteX415" fmla="*/ 10164 w 591411"/>
                <a:gd name="connsiteY415" fmla="*/ 248227 h 562353"/>
                <a:gd name="connsiteX416" fmla="*/ 12048 w 591411"/>
                <a:gd name="connsiteY416" fmla="*/ 250683 h 562353"/>
                <a:gd name="connsiteX417" fmla="*/ 15683 w 591411"/>
                <a:gd name="connsiteY417" fmla="*/ 252432 h 562353"/>
                <a:gd name="connsiteX418" fmla="*/ 19890 w 591411"/>
                <a:gd name="connsiteY418" fmla="*/ 253576 h 562353"/>
                <a:gd name="connsiteX419" fmla="*/ 24534 w 591411"/>
                <a:gd name="connsiteY419" fmla="*/ 254753 h 562353"/>
                <a:gd name="connsiteX420" fmla="*/ 27428 w 591411"/>
                <a:gd name="connsiteY420" fmla="*/ 256502 h 562353"/>
                <a:gd name="connsiteX421" fmla="*/ 29178 w 591411"/>
                <a:gd name="connsiteY421" fmla="*/ 257814 h 562353"/>
                <a:gd name="connsiteX422" fmla="*/ 31366 w 591411"/>
                <a:gd name="connsiteY422" fmla="*/ 260404 h 562353"/>
                <a:gd name="connsiteX423" fmla="*/ 31231 w 591411"/>
                <a:gd name="connsiteY423" fmla="*/ 261851 h 562353"/>
                <a:gd name="connsiteX424" fmla="*/ 28775 w 591411"/>
                <a:gd name="connsiteY424" fmla="*/ 264878 h 562353"/>
                <a:gd name="connsiteX425" fmla="*/ 25140 w 591411"/>
                <a:gd name="connsiteY425" fmla="*/ 266762 h 562353"/>
                <a:gd name="connsiteX426" fmla="*/ 21371 w 591411"/>
                <a:gd name="connsiteY426" fmla="*/ 270093 h 562353"/>
                <a:gd name="connsiteX427" fmla="*/ 19923 w 591411"/>
                <a:gd name="connsiteY427" fmla="*/ 272986 h 562353"/>
                <a:gd name="connsiteX428" fmla="*/ 20933 w 591411"/>
                <a:gd name="connsiteY428" fmla="*/ 276013 h 562353"/>
                <a:gd name="connsiteX429" fmla="*/ 23525 w 591411"/>
                <a:gd name="connsiteY429" fmla="*/ 278334 h 562353"/>
                <a:gd name="connsiteX430" fmla="*/ 28741 w 591411"/>
                <a:gd name="connsiteY430" fmla="*/ 278334 h 562353"/>
                <a:gd name="connsiteX431" fmla="*/ 32376 w 591411"/>
                <a:gd name="connsiteY431" fmla="*/ 281799 h 562353"/>
                <a:gd name="connsiteX432" fmla="*/ 29044 w 591411"/>
                <a:gd name="connsiteY432" fmla="*/ 285130 h 562353"/>
                <a:gd name="connsiteX433" fmla="*/ 28034 w 591411"/>
                <a:gd name="connsiteY433" fmla="*/ 286139 h 562353"/>
                <a:gd name="connsiteX434" fmla="*/ 26149 w 591411"/>
                <a:gd name="connsiteY434" fmla="*/ 287888 h 562353"/>
                <a:gd name="connsiteX435" fmla="*/ 26149 w 591411"/>
                <a:gd name="connsiteY435" fmla="*/ 290916 h 562353"/>
                <a:gd name="connsiteX436" fmla="*/ 27159 w 591411"/>
                <a:gd name="connsiteY436" fmla="*/ 293237 h 562353"/>
                <a:gd name="connsiteX437" fmla="*/ 29481 w 591411"/>
                <a:gd name="connsiteY437" fmla="*/ 293977 h 562353"/>
                <a:gd name="connsiteX438" fmla="*/ 32241 w 591411"/>
                <a:gd name="connsiteY438" fmla="*/ 293977 h 562353"/>
                <a:gd name="connsiteX439" fmla="*/ 37895 w 591411"/>
                <a:gd name="connsiteY439" fmla="*/ 293977 h 562353"/>
                <a:gd name="connsiteX440" fmla="*/ 39342 w 591411"/>
                <a:gd name="connsiteY440" fmla="*/ 295356 h 562353"/>
                <a:gd name="connsiteX441" fmla="*/ 43549 w 591411"/>
                <a:gd name="connsiteY441" fmla="*/ 299763 h 562353"/>
                <a:gd name="connsiteX442" fmla="*/ 46107 w 591411"/>
                <a:gd name="connsiteY442" fmla="*/ 302656 h 562353"/>
                <a:gd name="connsiteX443" fmla="*/ 46174 w 591411"/>
                <a:gd name="connsiteY443" fmla="*/ 306861 h 562353"/>
                <a:gd name="connsiteX444" fmla="*/ 46174 w 591411"/>
                <a:gd name="connsiteY444" fmla="*/ 311772 h 562353"/>
                <a:gd name="connsiteX445" fmla="*/ 49641 w 591411"/>
                <a:gd name="connsiteY445" fmla="*/ 316549 h 562353"/>
                <a:gd name="connsiteX446" fmla="*/ 52097 w 591411"/>
                <a:gd name="connsiteY446" fmla="*/ 316549 h 562353"/>
                <a:gd name="connsiteX447" fmla="*/ 53612 w 591411"/>
                <a:gd name="connsiteY447" fmla="*/ 318130 h 562353"/>
                <a:gd name="connsiteX448" fmla="*/ 57011 w 591411"/>
                <a:gd name="connsiteY448" fmla="*/ 320451 h 562353"/>
                <a:gd name="connsiteX449" fmla="*/ 61554 w 591411"/>
                <a:gd name="connsiteY449" fmla="*/ 324421 h 562353"/>
                <a:gd name="connsiteX450" fmla="*/ 65828 w 591411"/>
                <a:gd name="connsiteY450" fmla="*/ 327953 h 562353"/>
                <a:gd name="connsiteX451" fmla="*/ 67915 w 591411"/>
                <a:gd name="connsiteY451" fmla="*/ 332225 h 562353"/>
                <a:gd name="connsiteX452" fmla="*/ 68420 w 591411"/>
                <a:gd name="connsiteY452" fmla="*/ 337136 h 562353"/>
                <a:gd name="connsiteX453" fmla="*/ 67848 w 591411"/>
                <a:gd name="connsiteY453" fmla="*/ 339962 h 562353"/>
                <a:gd name="connsiteX454" fmla="*/ 67848 w 591411"/>
                <a:gd name="connsiteY454" fmla="*/ 345378 h 562353"/>
                <a:gd name="connsiteX455" fmla="*/ 67848 w 591411"/>
                <a:gd name="connsiteY455" fmla="*/ 348641 h 562353"/>
                <a:gd name="connsiteX456" fmla="*/ 67848 w 591411"/>
                <a:gd name="connsiteY456" fmla="*/ 352779 h 562353"/>
                <a:gd name="connsiteX457" fmla="*/ 65223 w 591411"/>
                <a:gd name="connsiteY457" fmla="*/ 356513 h 562353"/>
                <a:gd name="connsiteX458" fmla="*/ 62093 w 591411"/>
                <a:gd name="connsiteY458" fmla="*/ 361222 h 562353"/>
                <a:gd name="connsiteX459" fmla="*/ 65021 w 591411"/>
                <a:gd name="connsiteY459" fmla="*/ 359170 h 562353"/>
                <a:gd name="connsiteX460" fmla="*/ 66972 w 591411"/>
                <a:gd name="connsiteY460" fmla="*/ 359709 h 562353"/>
                <a:gd name="connsiteX461" fmla="*/ 67949 w 591411"/>
                <a:gd name="connsiteY461" fmla="*/ 361761 h 562353"/>
                <a:gd name="connsiteX462" fmla="*/ 69665 w 591411"/>
                <a:gd name="connsiteY462" fmla="*/ 365125 h 562353"/>
                <a:gd name="connsiteX463" fmla="*/ 72694 w 591411"/>
                <a:gd name="connsiteY463" fmla="*/ 370978 h 562353"/>
                <a:gd name="connsiteX464" fmla="*/ 75622 w 591411"/>
                <a:gd name="connsiteY464" fmla="*/ 375654 h 562353"/>
                <a:gd name="connsiteX465" fmla="*/ 77910 w 591411"/>
                <a:gd name="connsiteY465" fmla="*/ 378143 h 562353"/>
                <a:gd name="connsiteX466" fmla="*/ 80300 w 591411"/>
                <a:gd name="connsiteY466" fmla="*/ 383794 h 562353"/>
                <a:gd name="connsiteX467" fmla="*/ 84978 w 591411"/>
                <a:gd name="connsiteY467" fmla="*/ 391599 h 562353"/>
                <a:gd name="connsiteX468" fmla="*/ 86492 w 591411"/>
                <a:gd name="connsiteY468" fmla="*/ 395838 h 562353"/>
                <a:gd name="connsiteX469" fmla="*/ 85752 w 591411"/>
                <a:gd name="connsiteY469" fmla="*/ 400513 h 562353"/>
                <a:gd name="connsiteX470" fmla="*/ 86492 w 591411"/>
                <a:gd name="connsiteY470" fmla="*/ 405088 h 562353"/>
                <a:gd name="connsiteX471" fmla="*/ 88680 w 591411"/>
                <a:gd name="connsiteY471" fmla="*/ 408789 h 562353"/>
                <a:gd name="connsiteX472" fmla="*/ 96521 w 591411"/>
                <a:gd name="connsiteY472" fmla="*/ 410538 h 562353"/>
                <a:gd name="connsiteX473" fmla="*/ 102377 w 591411"/>
                <a:gd name="connsiteY473" fmla="*/ 415315 h 562353"/>
                <a:gd name="connsiteX474" fmla="*/ 104767 w 591411"/>
                <a:gd name="connsiteY474" fmla="*/ 419015 h 562353"/>
                <a:gd name="connsiteX475" fmla="*/ 106517 w 591411"/>
                <a:gd name="connsiteY475" fmla="*/ 424431 h 562353"/>
                <a:gd name="connsiteX476" fmla="*/ 107829 w 591411"/>
                <a:gd name="connsiteY476" fmla="*/ 427022 h 562353"/>
                <a:gd name="connsiteX477" fmla="*/ 109142 w 591411"/>
                <a:gd name="connsiteY477" fmla="*/ 429410 h 562353"/>
                <a:gd name="connsiteX478" fmla="*/ 111531 w 591411"/>
                <a:gd name="connsiteY478" fmla="*/ 431798 h 562353"/>
                <a:gd name="connsiteX479" fmla="*/ 115873 w 591411"/>
                <a:gd name="connsiteY479" fmla="*/ 433110 h 562353"/>
                <a:gd name="connsiteX480" fmla="*/ 122402 w 591411"/>
                <a:gd name="connsiteY480" fmla="*/ 434624 h 562353"/>
                <a:gd name="connsiteX481" fmla="*/ 126104 w 591411"/>
                <a:gd name="connsiteY481" fmla="*/ 435263 h 562353"/>
                <a:gd name="connsiteX482" fmla="*/ 128056 w 591411"/>
                <a:gd name="connsiteY482" fmla="*/ 433749 h 562353"/>
                <a:gd name="connsiteX483" fmla="*/ 131758 w 591411"/>
                <a:gd name="connsiteY483" fmla="*/ 433312 h 562353"/>
                <a:gd name="connsiteX484" fmla="*/ 133070 w 591411"/>
                <a:gd name="connsiteY484" fmla="*/ 433749 h 562353"/>
                <a:gd name="connsiteX485" fmla="*/ 135022 w 591411"/>
                <a:gd name="connsiteY485" fmla="*/ 437450 h 562353"/>
                <a:gd name="connsiteX486" fmla="*/ 136772 w 591411"/>
                <a:gd name="connsiteY486" fmla="*/ 442025 h 562353"/>
                <a:gd name="connsiteX487" fmla="*/ 138085 w 591411"/>
                <a:gd name="connsiteY487" fmla="*/ 443976 h 562353"/>
                <a:gd name="connsiteX488" fmla="*/ 140272 w 591411"/>
                <a:gd name="connsiteY488" fmla="*/ 445052 h 562353"/>
                <a:gd name="connsiteX489" fmla="*/ 143099 w 591411"/>
                <a:gd name="connsiteY489" fmla="*/ 445927 h 562353"/>
                <a:gd name="connsiteX490" fmla="*/ 145051 w 591411"/>
                <a:gd name="connsiteY490" fmla="*/ 446802 h 562353"/>
                <a:gd name="connsiteX491" fmla="*/ 149830 w 591411"/>
                <a:gd name="connsiteY491" fmla="*/ 448114 h 562353"/>
                <a:gd name="connsiteX492" fmla="*/ 151143 w 591411"/>
                <a:gd name="connsiteY492" fmla="*/ 448753 h 562353"/>
                <a:gd name="connsiteX493" fmla="*/ 153330 w 591411"/>
                <a:gd name="connsiteY493" fmla="*/ 449392 h 562353"/>
                <a:gd name="connsiteX494" fmla="*/ 158345 w 591411"/>
                <a:gd name="connsiteY494" fmla="*/ 450468 h 562353"/>
                <a:gd name="connsiteX495" fmla="*/ 160936 w 591411"/>
                <a:gd name="connsiteY495" fmla="*/ 451107 h 562353"/>
                <a:gd name="connsiteX496" fmla="*/ 162888 w 591411"/>
                <a:gd name="connsiteY496" fmla="*/ 452419 h 562353"/>
                <a:gd name="connsiteX497" fmla="*/ 164638 w 591411"/>
                <a:gd name="connsiteY497" fmla="*/ 455245 h 562353"/>
                <a:gd name="connsiteX498" fmla="*/ 167465 w 591411"/>
                <a:gd name="connsiteY498" fmla="*/ 456120 h 562353"/>
                <a:gd name="connsiteX499" fmla="*/ 170932 w 591411"/>
                <a:gd name="connsiteY499" fmla="*/ 457869 h 562353"/>
                <a:gd name="connsiteX500" fmla="*/ 175071 w 591411"/>
                <a:gd name="connsiteY500" fmla="*/ 458744 h 562353"/>
                <a:gd name="connsiteX501" fmla="*/ 177898 w 591411"/>
                <a:gd name="connsiteY501" fmla="*/ 458946 h 562353"/>
                <a:gd name="connsiteX502" fmla="*/ 179850 w 591411"/>
                <a:gd name="connsiteY502" fmla="*/ 459585 h 562353"/>
                <a:gd name="connsiteX503" fmla="*/ 182677 w 591411"/>
                <a:gd name="connsiteY503" fmla="*/ 462074 h 562353"/>
                <a:gd name="connsiteX504" fmla="*/ 185066 w 591411"/>
                <a:gd name="connsiteY504" fmla="*/ 464126 h 562353"/>
                <a:gd name="connsiteX505" fmla="*/ 187019 w 591411"/>
                <a:gd name="connsiteY505" fmla="*/ 464126 h 562353"/>
                <a:gd name="connsiteX506" fmla="*/ 190485 w 591411"/>
                <a:gd name="connsiteY506" fmla="*/ 464765 h 562353"/>
                <a:gd name="connsiteX507" fmla="*/ 193312 w 591411"/>
                <a:gd name="connsiteY507" fmla="*/ 463689 h 562353"/>
                <a:gd name="connsiteX508" fmla="*/ 195264 w 591411"/>
                <a:gd name="connsiteY508" fmla="*/ 463049 h 562353"/>
                <a:gd name="connsiteX509" fmla="*/ 198326 w 591411"/>
                <a:gd name="connsiteY509" fmla="*/ 461738 h 562353"/>
                <a:gd name="connsiteX510" fmla="*/ 200077 w 591411"/>
                <a:gd name="connsiteY510" fmla="*/ 461300 h 562353"/>
                <a:gd name="connsiteX511" fmla="*/ 203778 w 591411"/>
                <a:gd name="connsiteY511" fmla="*/ 461838 h 562353"/>
                <a:gd name="connsiteX512" fmla="*/ 209870 w 591411"/>
                <a:gd name="connsiteY512" fmla="*/ 460627 h 562353"/>
                <a:gd name="connsiteX513" fmla="*/ 216601 w 591411"/>
                <a:gd name="connsiteY513" fmla="*/ 460627 h 562353"/>
                <a:gd name="connsiteX514" fmla="*/ 219192 w 591411"/>
                <a:gd name="connsiteY514" fmla="*/ 459114 h 562353"/>
                <a:gd name="connsiteX515" fmla="*/ 230062 w 591411"/>
                <a:gd name="connsiteY515" fmla="*/ 460426 h 562353"/>
                <a:gd name="connsiteX516" fmla="*/ 235077 w 591411"/>
                <a:gd name="connsiteY516" fmla="*/ 460863 h 562353"/>
                <a:gd name="connsiteX517" fmla="*/ 243356 w 591411"/>
                <a:gd name="connsiteY517" fmla="*/ 458676 h 562353"/>
                <a:gd name="connsiteX518" fmla="*/ 246621 w 591411"/>
                <a:gd name="connsiteY518" fmla="*/ 457365 h 562353"/>
                <a:gd name="connsiteX519" fmla="*/ 251837 w 591411"/>
                <a:gd name="connsiteY519" fmla="*/ 457365 h 562353"/>
                <a:gd name="connsiteX520" fmla="*/ 255539 w 591411"/>
                <a:gd name="connsiteY520" fmla="*/ 457163 h 562353"/>
                <a:gd name="connsiteX521" fmla="*/ 260083 w 591411"/>
                <a:gd name="connsiteY521" fmla="*/ 456389 h 562353"/>
                <a:gd name="connsiteX522" fmla="*/ 264659 w 591411"/>
                <a:gd name="connsiteY522" fmla="*/ 455413 h 562353"/>
                <a:gd name="connsiteX523" fmla="*/ 267049 w 591411"/>
                <a:gd name="connsiteY523" fmla="*/ 455413 h 562353"/>
                <a:gd name="connsiteX524" fmla="*/ 270751 w 591411"/>
                <a:gd name="connsiteY524" fmla="*/ 455851 h 562353"/>
                <a:gd name="connsiteX525" fmla="*/ 275530 w 591411"/>
                <a:gd name="connsiteY525" fmla="*/ 454774 h 562353"/>
                <a:gd name="connsiteX526" fmla="*/ 278357 w 591411"/>
                <a:gd name="connsiteY526" fmla="*/ 453025 h 562353"/>
                <a:gd name="connsiteX527" fmla="*/ 278357 w 591411"/>
                <a:gd name="connsiteY527" fmla="*/ 451074 h 562353"/>
                <a:gd name="connsiteX528" fmla="*/ 283573 w 591411"/>
                <a:gd name="connsiteY528" fmla="*/ 451511 h 562353"/>
                <a:gd name="connsiteX529" fmla="*/ 284785 w 591411"/>
                <a:gd name="connsiteY529" fmla="*/ 453462 h 562353"/>
                <a:gd name="connsiteX530" fmla="*/ 283573 w 591411"/>
                <a:gd name="connsiteY530" fmla="*/ 457802 h 562353"/>
                <a:gd name="connsiteX531" fmla="*/ 283573 w 591411"/>
                <a:gd name="connsiteY531" fmla="*/ 459753 h 562353"/>
                <a:gd name="connsiteX532" fmla="*/ 287074 w 591411"/>
                <a:gd name="connsiteY532" fmla="*/ 463218 h 562353"/>
                <a:gd name="connsiteX533" fmla="*/ 289261 w 591411"/>
                <a:gd name="connsiteY533" fmla="*/ 464294 h 562353"/>
                <a:gd name="connsiteX534" fmla="*/ 292088 w 591411"/>
                <a:gd name="connsiteY534" fmla="*/ 467322 h 562353"/>
                <a:gd name="connsiteX535" fmla="*/ 294713 w 591411"/>
                <a:gd name="connsiteY535" fmla="*/ 467961 h 562353"/>
                <a:gd name="connsiteX536" fmla="*/ 297540 w 591411"/>
                <a:gd name="connsiteY536" fmla="*/ 468600 h 562353"/>
                <a:gd name="connsiteX537" fmla="*/ 298853 w 591411"/>
                <a:gd name="connsiteY537" fmla="*/ 467725 h 562353"/>
                <a:gd name="connsiteX538" fmla="*/ 301680 w 591411"/>
                <a:gd name="connsiteY538" fmla="*/ 465337 h 562353"/>
                <a:gd name="connsiteX539" fmla="*/ 303430 w 591411"/>
                <a:gd name="connsiteY539" fmla="*/ 463823 h 562353"/>
                <a:gd name="connsiteX540" fmla="*/ 305381 w 591411"/>
                <a:gd name="connsiteY540" fmla="*/ 462747 h 562353"/>
                <a:gd name="connsiteX541" fmla="*/ 308410 w 591411"/>
                <a:gd name="connsiteY541" fmla="*/ 461872 h 562353"/>
                <a:gd name="connsiteX542" fmla="*/ 310363 w 591411"/>
                <a:gd name="connsiteY542" fmla="*/ 460997 h 562353"/>
                <a:gd name="connsiteX543" fmla="*/ 312954 w 591411"/>
                <a:gd name="connsiteY543" fmla="*/ 458811 h 562353"/>
                <a:gd name="connsiteX544" fmla="*/ 314266 w 591411"/>
                <a:gd name="connsiteY544" fmla="*/ 455985 h 562353"/>
                <a:gd name="connsiteX545" fmla="*/ 316016 w 591411"/>
                <a:gd name="connsiteY545" fmla="*/ 454034 h 562353"/>
                <a:gd name="connsiteX546" fmla="*/ 318642 w 591411"/>
                <a:gd name="connsiteY546" fmla="*/ 452285 h 562353"/>
                <a:gd name="connsiteX547" fmla="*/ 321906 w 591411"/>
                <a:gd name="connsiteY547" fmla="*/ 451410 h 562353"/>
                <a:gd name="connsiteX548" fmla="*/ 326012 w 591411"/>
                <a:gd name="connsiteY548" fmla="*/ 453597 h 562353"/>
                <a:gd name="connsiteX549" fmla="*/ 326012 w 591411"/>
                <a:gd name="connsiteY549" fmla="*/ 457062 h 562353"/>
                <a:gd name="connsiteX550" fmla="*/ 325642 w 591411"/>
                <a:gd name="connsiteY550" fmla="*/ 462915 h 562353"/>
                <a:gd name="connsiteX551" fmla="*/ 325372 w 591411"/>
                <a:gd name="connsiteY551" fmla="*/ 466615 h 562353"/>
                <a:gd name="connsiteX552" fmla="*/ 325372 w 591411"/>
                <a:gd name="connsiteY552" fmla="*/ 470080 h 562353"/>
                <a:gd name="connsiteX553" fmla="*/ 326079 w 591411"/>
                <a:gd name="connsiteY553" fmla="*/ 472132 h 562353"/>
                <a:gd name="connsiteX554" fmla="*/ 327998 w 591411"/>
                <a:gd name="connsiteY554" fmla="*/ 473646 h 562353"/>
                <a:gd name="connsiteX555" fmla="*/ 332776 w 591411"/>
                <a:gd name="connsiteY555" fmla="*/ 477548 h 562353"/>
                <a:gd name="connsiteX556" fmla="*/ 332137 w 591411"/>
                <a:gd name="connsiteY556" fmla="*/ 482224 h 562353"/>
                <a:gd name="connsiteX557" fmla="*/ 329848 w 591411"/>
                <a:gd name="connsiteY557" fmla="*/ 484276 h 562353"/>
                <a:gd name="connsiteX558" fmla="*/ 327459 w 591411"/>
                <a:gd name="connsiteY558" fmla="*/ 485353 h 562353"/>
                <a:gd name="connsiteX559" fmla="*/ 325945 w 591411"/>
                <a:gd name="connsiteY559" fmla="*/ 486429 h 562353"/>
                <a:gd name="connsiteX560" fmla="*/ 326045 w 591411"/>
                <a:gd name="connsiteY560" fmla="*/ 489692 h 562353"/>
                <a:gd name="connsiteX561" fmla="*/ 330387 w 591411"/>
                <a:gd name="connsiteY561" fmla="*/ 494368 h 562353"/>
                <a:gd name="connsiteX562" fmla="*/ 334291 w 591411"/>
                <a:gd name="connsiteY562" fmla="*/ 496319 h 562353"/>
                <a:gd name="connsiteX563" fmla="*/ 331363 w 591411"/>
                <a:gd name="connsiteY563" fmla="*/ 500995 h 562353"/>
                <a:gd name="connsiteX564" fmla="*/ 330589 w 591411"/>
                <a:gd name="connsiteY564" fmla="*/ 503484 h 562353"/>
                <a:gd name="connsiteX565" fmla="*/ 334291 w 591411"/>
                <a:gd name="connsiteY565" fmla="*/ 508799 h 562353"/>
                <a:gd name="connsiteX566" fmla="*/ 337454 w 591411"/>
                <a:gd name="connsiteY566" fmla="*/ 510212 h 562353"/>
                <a:gd name="connsiteX567" fmla="*/ 340719 w 591411"/>
                <a:gd name="connsiteY567" fmla="*/ 512264 h 562353"/>
                <a:gd name="connsiteX568" fmla="*/ 343546 w 591411"/>
                <a:gd name="connsiteY568" fmla="*/ 515965 h 562353"/>
                <a:gd name="connsiteX569" fmla="*/ 344758 w 591411"/>
                <a:gd name="connsiteY569" fmla="*/ 517176 h 562353"/>
                <a:gd name="connsiteX570" fmla="*/ 346810 w 591411"/>
                <a:gd name="connsiteY570" fmla="*/ 517815 h 562353"/>
                <a:gd name="connsiteX571" fmla="*/ 349738 w 591411"/>
                <a:gd name="connsiteY571" fmla="*/ 516301 h 562353"/>
                <a:gd name="connsiteX572" fmla="*/ 349738 w 591411"/>
                <a:gd name="connsiteY572" fmla="*/ 518690 h 562353"/>
                <a:gd name="connsiteX573" fmla="*/ 349738 w 591411"/>
                <a:gd name="connsiteY573" fmla="*/ 522154 h 562353"/>
                <a:gd name="connsiteX574" fmla="*/ 346676 w 591411"/>
                <a:gd name="connsiteY574" fmla="*/ 525619 h 562353"/>
                <a:gd name="connsiteX575" fmla="*/ 347551 w 591411"/>
                <a:gd name="connsiteY575" fmla="*/ 529320 h 562353"/>
                <a:gd name="connsiteX576" fmla="*/ 349738 w 591411"/>
                <a:gd name="connsiteY576" fmla="*/ 530396 h 562353"/>
                <a:gd name="connsiteX577" fmla="*/ 352195 w 591411"/>
                <a:gd name="connsiteY577" fmla="*/ 531641 h 562353"/>
                <a:gd name="connsiteX578" fmla="*/ 353777 w 591411"/>
                <a:gd name="connsiteY578" fmla="*/ 530632 h 562353"/>
                <a:gd name="connsiteX579" fmla="*/ 354988 w 591411"/>
                <a:gd name="connsiteY579" fmla="*/ 529320 h 562353"/>
                <a:gd name="connsiteX580" fmla="*/ 355561 w 591411"/>
                <a:gd name="connsiteY580" fmla="*/ 526729 h 562353"/>
                <a:gd name="connsiteX581" fmla="*/ 356806 w 591411"/>
                <a:gd name="connsiteY581" fmla="*/ 524475 h 562353"/>
                <a:gd name="connsiteX582" fmla="*/ 358825 w 591411"/>
                <a:gd name="connsiteY582" fmla="*/ 522020 h 562353"/>
                <a:gd name="connsiteX583" fmla="*/ 360205 w 591411"/>
                <a:gd name="connsiteY583" fmla="*/ 520271 h 562353"/>
                <a:gd name="connsiteX584" fmla="*/ 362594 w 591411"/>
                <a:gd name="connsiteY584" fmla="*/ 518017 h 562353"/>
                <a:gd name="connsiteX585" fmla="*/ 364344 w 591411"/>
                <a:gd name="connsiteY585" fmla="*/ 515124 h 562353"/>
                <a:gd name="connsiteX586" fmla="*/ 365993 w 591411"/>
                <a:gd name="connsiteY586" fmla="*/ 512533 h 562353"/>
                <a:gd name="connsiteX587" fmla="*/ 367138 w 591411"/>
                <a:gd name="connsiteY587" fmla="*/ 511726 h 562353"/>
                <a:gd name="connsiteX588" fmla="*/ 372926 w 591411"/>
                <a:gd name="connsiteY588" fmla="*/ 511659 h 562353"/>
                <a:gd name="connsiteX589" fmla="*/ 374677 w 591411"/>
                <a:gd name="connsiteY589" fmla="*/ 512298 h 562353"/>
                <a:gd name="connsiteX590" fmla="*/ 377436 w 591411"/>
                <a:gd name="connsiteY590" fmla="*/ 514316 h 562353"/>
                <a:gd name="connsiteX591" fmla="*/ 381407 w 591411"/>
                <a:gd name="connsiteY591" fmla="*/ 517781 h 562353"/>
                <a:gd name="connsiteX592" fmla="*/ 384739 w 591411"/>
                <a:gd name="connsiteY592" fmla="*/ 521414 h 562353"/>
                <a:gd name="connsiteX593" fmla="*/ 387196 w 591411"/>
                <a:gd name="connsiteY593" fmla="*/ 524610 h 562353"/>
                <a:gd name="connsiteX594" fmla="*/ 392042 w 591411"/>
                <a:gd name="connsiteY594" fmla="*/ 525619 h 562353"/>
                <a:gd name="connsiteX595" fmla="*/ 399783 w 591411"/>
                <a:gd name="connsiteY595" fmla="*/ 524475 h 562353"/>
                <a:gd name="connsiteX596" fmla="*/ 404764 w 591411"/>
                <a:gd name="connsiteY596" fmla="*/ 522894 h 562353"/>
                <a:gd name="connsiteX597" fmla="*/ 408095 w 591411"/>
                <a:gd name="connsiteY597" fmla="*/ 521313 h 562353"/>
                <a:gd name="connsiteX598" fmla="*/ 410048 w 591411"/>
                <a:gd name="connsiteY598" fmla="*/ 523063 h 562353"/>
                <a:gd name="connsiteX599" fmla="*/ 412639 w 591411"/>
                <a:gd name="connsiteY599" fmla="*/ 524442 h 562353"/>
                <a:gd name="connsiteX600" fmla="*/ 413884 w 591411"/>
                <a:gd name="connsiteY600" fmla="*/ 528210 h 562353"/>
                <a:gd name="connsiteX601" fmla="*/ 413884 w 591411"/>
                <a:gd name="connsiteY601" fmla="*/ 530901 h 562353"/>
                <a:gd name="connsiteX602" fmla="*/ 413211 w 591411"/>
                <a:gd name="connsiteY602" fmla="*/ 533726 h 562353"/>
                <a:gd name="connsiteX603" fmla="*/ 411764 w 591411"/>
                <a:gd name="connsiteY603" fmla="*/ 536182 h 562353"/>
                <a:gd name="connsiteX604" fmla="*/ 410754 w 591411"/>
                <a:gd name="connsiteY604" fmla="*/ 539008 h 562353"/>
                <a:gd name="connsiteX605" fmla="*/ 411057 w 591411"/>
                <a:gd name="connsiteY605" fmla="*/ 541531 h 562353"/>
                <a:gd name="connsiteX606" fmla="*/ 414086 w 591411"/>
                <a:gd name="connsiteY606" fmla="*/ 543213 h 562353"/>
                <a:gd name="connsiteX607" fmla="*/ 420009 w 591411"/>
                <a:gd name="connsiteY607" fmla="*/ 544222 h 562353"/>
                <a:gd name="connsiteX608" fmla="*/ 424149 w 591411"/>
                <a:gd name="connsiteY608" fmla="*/ 548932 h 562353"/>
                <a:gd name="connsiteX609" fmla="*/ 429433 w 591411"/>
                <a:gd name="connsiteY609" fmla="*/ 551185 h 562353"/>
                <a:gd name="connsiteX610" fmla="*/ 433639 w 591411"/>
                <a:gd name="connsiteY610" fmla="*/ 554213 h 562353"/>
                <a:gd name="connsiteX611" fmla="*/ 439495 w 591411"/>
                <a:gd name="connsiteY611" fmla="*/ 557106 h 562353"/>
                <a:gd name="connsiteX612" fmla="*/ 443635 w 591411"/>
                <a:gd name="connsiteY612" fmla="*/ 557106 h 562353"/>
                <a:gd name="connsiteX613" fmla="*/ 449154 w 591411"/>
                <a:gd name="connsiteY613" fmla="*/ 555525 h 562353"/>
                <a:gd name="connsiteX614" fmla="*/ 455885 w 591411"/>
                <a:gd name="connsiteY614" fmla="*/ 553204 h 562353"/>
                <a:gd name="connsiteX615" fmla="*/ 460664 w 591411"/>
                <a:gd name="connsiteY615" fmla="*/ 549874 h 562353"/>
                <a:gd name="connsiteX616" fmla="*/ 463929 w 591411"/>
                <a:gd name="connsiteY616" fmla="*/ 542271 h 562353"/>
                <a:gd name="connsiteX617" fmla="*/ 465813 w 591411"/>
                <a:gd name="connsiteY617" fmla="*/ 540017 h 562353"/>
                <a:gd name="connsiteX618" fmla="*/ 468606 w 591411"/>
                <a:gd name="connsiteY618" fmla="*/ 541093 h 562353"/>
                <a:gd name="connsiteX619" fmla="*/ 473082 w 591411"/>
                <a:gd name="connsiteY619" fmla="*/ 543045 h 562353"/>
                <a:gd name="connsiteX620" fmla="*/ 473082 w 591411"/>
                <a:gd name="connsiteY620" fmla="*/ 546510 h 562353"/>
                <a:gd name="connsiteX621" fmla="*/ 473082 w 591411"/>
                <a:gd name="connsiteY621" fmla="*/ 551724 h 562353"/>
                <a:gd name="connsiteX622" fmla="*/ 473082 w 591411"/>
                <a:gd name="connsiteY622" fmla="*/ 553473 h 562353"/>
                <a:gd name="connsiteX623" fmla="*/ 473082 w 591411"/>
                <a:gd name="connsiteY623" fmla="*/ 556938 h 562353"/>
                <a:gd name="connsiteX624" fmla="*/ 471433 w 591411"/>
                <a:gd name="connsiteY624" fmla="*/ 560201 h 562353"/>
                <a:gd name="connsiteX625" fmla="*/ 473082 w 591411"/>
                <a:gd name="connsiteY625" fmla="*/ 562253 h 562353"/>
                <a:gd name="connsiteX626" fmla="*/ 476549 w 591411"/>
                <a:gd name="connsiteY626" fmla="*/ 562354 h 562353"/>
                <a:gd name="connsiteX627" fmla="*/ 479275 w 591411"/>
                <a:gd name="connsiteY627" fmla="*/ 561277 h 562353"/>
                <a:gd name="connsiteX628" fmla="*/ 481765 w 591411"/>
                <a:gd name="connsiteY628" fmla="*/ 562152 h 562353"/>
                <a:gd name="connsiteX629" fmla="*/ 483515 w 591411"/>
                <a:gd name="connsiteY629" fmla="*/ 561614 h 562353"/>
                <a:gd name="connsiteX630" fmla="*/ 485837 w 591411"/>
                <a:gd name="connsiteY630" fmla="*/ 561143 h 562353"/>
                <a:gd name="connsiteX631" fmla="*/ 489035 w 591411"/>
                <a:gd name="connsiteY631" fmla="*/ 556366 h 562353"/>
                <a:gd name="connsiteX632" fmla="*/ 490819 w 591411"/>
                <a:gd name="connsiteY632" fmla="*/ 552430 h 56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Lst>
              <a:rect l="l" t="t" r="r" b="b"/>
              <a:pathLst>
                <a:path w="591411" h="562353">
                  <a:moveTo>
                    <a:pt x="490819" y="552430"/>
                  </a:moveTo>
                  <a:lnTo>
                    <a:pt x="491121" y="544895"/>
                  </a:lnTo>
                  <a:lnTo>
                    <a:pt x="498088" y="532448"/>
                  </a:lnTo>
                  <a:lnTo>
                    <a:pt x="500713" y="525485"/>
                  </a:lnTo>
                  <a:lnTo>
                    <a:pt x="506804" y="522289"/>
                  </a:lnTo>
                  <a:lnTo>
                    <a:pt x="512896" y="520540"/>
                  </a:lnTo>
                  <a:lnTo>
                    <a:pt x="521578" y="516772"/>
                  </a:lnTo>
                  <a:lnTo>
                    <a:pt x="527367" y="513004"/>
                  </a:lnTo>
                  <a:lnTo>
                    <a:pt x="529387" y="510986"/>
                  </a:lnTo>
                  <a:lnTo>
                    <a:pt x="536050" y="505469"/>
                  </a:lnTo>
                  <a:lnTo>
                    <a:pt x="535747" y="491273"/>
                  </a:lnTo>
                  <a:lnTo>
                    <a:pt x="533425" y="468667"/>
                  </a:lnTo>
                  <a:lnTo>
                    <a:pt x="533997" y="455043"/>
                  </a:lnTo>
                  <a:lnTo>
                    <a:pt x="532550" y="445759"/>
                  </a:lnTo>
                  <a:lnTo>
                    <a:pt x="528209" y="436508"/>
                  </a:lnTo>
                  <a:lnTo>
                    <a:pt x="523295" y="435633"/>
                  </a:lnTo>
                  <a:cubicBezTo>
                    <a:pt x="523295" y="435633"/>
                    <a:pt x="518079" y="438829"/>
                    <a:pt x="517506" y="439670"/>
                  </a:cubicBezTo>
                  <a:cubicBezTo>
                    <a:pt x="516935" y="440545"/>
                    <a:pt x="514309" y="444010"/>
                    <a:pt x="513165" y="443135"/>
                  </a:cubicBezTo>
                  <a:cubicBezTo>
                    <a:pt x="512021" y="442260"/>
                    <a:pt x="507646" y="443438"/>
                    <a:pt x="506501" y="443135"/>
                  </a:cubicBezTo>
                  <a:cubicBezTo>
                    <a:pt x="505357" y="442832"/>
                    <a:pt x="498694" y="436474"/>
                    <a:pt x="498694" y="436474"/>
                  </a:cubicBezTo>
                  <a:lnTo>
                    <a:pt x="491155" y="434153"/>
                  </a:lnTo>
                  <a:cubicBezTo>
                    <a:pt x="491155" y="434153"/>
                    <a:pt x="489136" y="435902"/>
                    <a:pt x="487958" y="436171"/>
                  </a:cubicBezTo>
                  <a:cubicBezTo>
                    <a:pt x="486813" y="436474"/>
                    <a:pt x="479275" y="438493"/>
                    <a:pt x="476650" y="440814"/>
                  </a:cubicBezTo>
                  <a:cubicBezTo>
                    <a:pt x="474058" y="443135"/>
                    <a:pt x="469683" y="435297"/>
                    <a:pt x="469683" y="435297"/>
                  </a:cubicBezTo>
                  <a:lnTo>
                    <a:pt x="469683" y="424869"/>
                  </a:lnTo>
                  <a:lnTo>
                    <a:pt x="463895" y="409226"/>
                  </a:lnTo>
                  <a:lnTo>
                    <a:pt x="458981" y="396174"/>
                  </a:lnTo>
                  <a:lnTo>
                    <a:pt x="451442" y="394156"/>
                  </a:lnTo>
                  <a:lnTo>
                    <a:pt x="437543" y="392406"/>
                  </a:lnTo>
                  <a:lnTo>
                    <a:pt x="432630" y="386048"/>
                  </a:lnTo>
                  <a:lnTo>
                    <a:pt x="431452" y="377369"/>
                  </a:lnTo>
                  <a:lnTo>
                    <a:pt x="430880" y="373299"/>
                  </a:lnTo>
                  <a:lnTo>
                    <a:pt x="427682" y="366941"/>
                  </a:lnTo>
                  <a:lnTo>
                    <a:pt x="430004" y="362602"/>
                  </a:lnTo>
                  <a:lnTo>
                    <a:pt x="434649" y="363174"/>
                  </a:lnTo>
                  <a:lnTo>
                    <a:pt x="439293" y="368388"/>
                  </a:lnTo>
                  <a:lnTo>
                    <a:pt x="447976" y="373299"/>
                  </a:lnTo>
                  <a:lnTo>
                    <a:pt x="458712" y="371550"/>
                  </a:lnTo>
                  <a:cubicBezTo>
                    <a:pt x="458712" y="371550"/>
                    <a:pt x="467395" y="362871"/>
                    <a:pt x="468270" y="362568"/>
                  </a:cubicBezTo>
                  <a:cubicBezTo>
                    <a:pt x="469145" y="362265"/>
                    <a:pt x="472914" y="361121"/>
                    <a:pt x="474361" y="360550"/>
                  </a:cubicBezTo>
                  <a:cubicBezTo>
                    <a:pt x="475808" y="359978"/>
                    <a:pt x="476078" y="356513"/>
                    <a:pt x="476078" y="356513"/>
                  </a:cubicBezTo>
                  <a:lnTo>
                    <a:pt x="476953" y="349280"/>
                  </a:lnTo>
                  <a:lnTo>
                    <a:pt x="476381" y="342317"/>
                  </a:lnTo>
                  <a:lnTo>
                    <a:pt x="475506" y="338549"/>
                  </a:lnTo>
                  <a:lnTo>
                    <a:pt x="471433" y="332763"/>
                  </a:lnTo>
                  <a:lnTo>
                    <a:pt x="471433" y="324084"/>
                  </a:lnTo>
                  <a:lnTo>
                    <a:pt x="475203" y="318870"/>
                  </a:lnTo>
                  <a:lnTo>
                    <a:pt x="480991" y="312781"/>
                  </a:lnTo>
                  <a:lnTo>
                    <a:pt x="486208" y="312781"/>
                  </a:lnTo>
                  <a:lnTo>
                    <a:pt x="495766" y="312781"/>
                  </a:lnTo>
                  <a:lnTo>
                    <a:pt x="496068" y="306121"/>
                  </a:lnTo>
                  <a:lnTo>
                    <a:pt x="495193" y="299157"/>
                  </a:lnTo>
                  <a:lnTo>
                    <a:pt x="492299" y="294515"/>
                  </a:lnTo>
                  <a:lnTo>
                    <a:pt x="492299" y="290176"/>
                  </a:lnTo>
                  <a:lnTo>
                    <a:pt x="494621" y="288729"/>
                  </a:lnTo>
                  <a:lnTo>
                    <a:pt x="496068" y="284961"/>
                  </a:lnTo>
                  <a:lnTo>
                    <a:pt x="495193" y="279747"/>
                  </a:lnTo>
                  <a:lnTo>
                    <a:pt x="492299" y="277157"/>
                  </a:lnTo>
                  <a:lnTo>
                    <a:pt x="492299" y="267301"/>
                  </a:lnTo>
                  <a:lnTo>
                    <a:pt x="493746" y="260068"/>
                  </a:lnTo>
                  <a:lnTo>
                    <a:pt x="495766" y="253105"/>
                  </a:lnTo>
                  <a:lnTo>
                    <a:pt x="503877" y="252533"/>
                  </a:lnTo>
                  <a:lnTo>
                    <a:pt x="511987" y="255729"/>
                  </a:lnTo>
                  <a:lnTo>
                    <a:pt x="517204" y="259193"/>
                  </a:lnTo>
                  <a:lnTo>
                    <a:pt x="525617" y="258319"/>
                  </a:lnTo>
                  <a:lnTo>
                    <a:pt x="528814" y="262658"/>
                  </a:lnTo>
                  <a:lnTo>
                    <a:pt x="532314" y="266998"/>
                  </a:lnTo>
                  <a:lnTo>
                    <a:pt x="538675" y="271337"/>
                  </a:lnTo>
                  <a:lnTo>
                    <a:pt x="540694" y="276552"/>
                  </a:lnTo>
                  <a:lnTo>
                    <a:pt x="542714" y="284961"/>
                  </a:lnTo>
                  <a:lnTo>
                    <a:pt x="545339" y="290176"/>
                  </a:lnTo>
                  <a:lnTo>
                    <a:pt x="552305" y="290176"/>
                  </a:lnTo>
                  <a:lnTo>
                    <a:pt x="558094" y="290176"/>
                  </a:lnTo>
                  <a:lnTo>
                    <a:pt x="563882" y="285971"/>
                  </a:lnTo>
                  <a:lnTo>
                    <a:pt x="571421" y="281463"/>
                  </a:lnTo>
                  <a:lnTo>
                    <a:pt x="578085" y="277393"/>
                  </a:lnTo>
                  <a:lnTo>
                    <a:pt x="581282" y="272447"/>
                  </a:lnTo>
                  <a:lnTo>
                    <a:pt x="583604" y="269252"/>
                  </a:lnTo>
                  <a:lnTo>
                    <a:pt x="587071" y="269252"/>
                  </a:lnTo>
                  <a:lnTo>
                    <a:pt x="591412" y="269252"/>
                  </a:lnTo>
                  <a:lnTo>
                    <a:pt x="591412" y="266628"/>
                  </a:lnTo>
                  <a:lnTo>
                    <a:pt x="591412" y="260842"/>
                  </a:lnTo>
                  <a:lnTo>
                    <a:pt x="585623" y="254181"/>
                  </a:lnTo>
                  <a:lnTo>
                    <a:pt x="583604" y="248664"/>
                  </a:lnTo>
                  <a:lnTo>
                    <a:pt x="580979" y="238808"/>
                  </a:lnTo>
                  <a:lnTo>
                    <a:pt x="580979" y="231844"/>
                  </a:lnTo>
                  <a:lnTo>
                    <a:pt x="580979" y="226058"/>
                  </a:lnTo>
                  <a:lnTo>
                    <a:pt x="577075" y="225486"/>
                  </a:lnTo>
                  <a:lnTo>
                    <a:pt x="570849" y="227808"/>
                  </a:lnTo>
                  <a:lnTo>
                    <a:pt x="565329" y="230129"/>
                  </a:lnTo>
                  <a:lnTo>
                    <a:pt x="565329" y="223165"/>
                  </a:lnTo>
                  <a:lnTo>
                    <a:pt x="552507" y="219431"/>
                  </a:lnTo>
                  <a:lnTo>
                    <a:pt x="544329" y="210483"/>
                  </a:lnTo>
                  <a:lnTo>
                    <a:pt x="536790" y="194067"/>
                  </a:lnTo>
                  <a:lnTo>
                    <a:pt x="536252" y="192755"/>
                  </a:lnTo>
                  <a:lnTo>
                    <a:pt x="533156" y="192755"/>
                  </a:lnTo>
                  <a:lnTo>
                    <a:pt x="524473" y="192755"/>
                  </a:lnTo>
                  <a:lnTo>
                    <a:pt x="518381" y="194269"/>
                  </a:lnTo>
                  <a:cubicBezTo>
                    <a:pt x="518381" y="194269"/>
                    <a:pt x="518381" y="197196"/>
                    <a:pt x="515555" y="198306"/>
                  </a:cubicBezTo>
                  <a:cubicBezTo>
                    <a:pt x="512728" y="199382"/>
                    <a:pt x="500544" y="199718"/>
                    <a:pt x="500544" y="199718"/>
                  </a:cubicBezTo>
                  <a:lnTo>
                    <a:pt x="491424" y="199718"/>
                  </a:lnTo>
                  <a:lnTo>
                    <a:pt x="480116" y="194303"/>
                  </a:lnTo>
                  <a:cubicBezTo>
                    <a:pt x="480116" y="194303"/>
                    <a:pt x="476212" y="189526"/>
                    <a:pt x="476212" y="188651"/>
                  </a:cubicBezTo>
                  <a:cubicBezTo>
                    <a:pt x="476212" y="187776"/>
                    <a:pt x="474900" y="181049"/>
                    <a:pt x="474900" y="180409"/>
                  </a:cubicBezTo>
                  <a:cubicBezTo>
                    <a:pt x="474900" y="179770"/>
                    <a:pt x="474900" y="174556"/>
                    <a:pt x="474900" y="174556"/>
                  </a:cubicBezTo>
                  <a:lnTo>
                    <a:pt x="470558" y="169981"/>
                  </a:lnTo>
                  <a:lnTo>
                    <a:pt x="464029" y="164969"/>
                  </a:lnTo>
                  <a:lnTo>
                    <a:pt x="456625" y="164969"/>
                  </a:lnTo>
                  <a:lnTo>
                    <a:pt x="452486" y="158241"/>
                  </a:lnTo>
                  <a:lnTo>
                    <a:pt x="447034" y="153228"/>
                  </a:lnTo>
                  <a:lnTo>
                    <a:pt x="439865" y="151042"/>
                  </a:lnTo>
                  <a:lnTo>
                    <a:pt x="430509" y="151042"/>
                  </a:lnTo>
                  <a:lnTo>
                    <a:pt x="421827" y="151042"/>
                  </a:lnTo>
                  <a:lnTo>
                    <a:pt x="417249" y="149091"/>
                  </a:lnTo>
                  <a:lnTo>
                    <a:pt x="415735" y="145189"/>
                  </a:lnTo>
                  <a:lnTo>
                    <a:pt x="415735" y="139773"/>
                  </a:lnTo>
                  <a:lnTo>
                    <a:pt x="415735" y="136308"/>
                  </a:lnTo>
                  <a:lnTo>
                    <a:pt x="417048" y="133718"/>
                  </a:lnTo>
                  <a:lnTo>
                    <a:pt x="419874" y="130892"/>
                  </a:lnTo>
                  <a:lnTo>
                    <a:pt x="423576" y="128066"/>
                  </a:lnTo>
                  <a:lnTo>
                    <a:pt x="427480" y="123289"/>
                  </a:lnTo>
                  <a:lnTo>
                    <a:pt x="430509" y="123289"/>
                  </a:lnTo>
                  <a:lnTo>
                    <a:pt x="431384" y="118512"/>
                  </a:lnTo>
                  <a:lnTo>
                    <a:pt x="431384" y="113736"/>
                  </a:lnTo>
                  <a:lnTo>
                    <a:pt x="433572" y="108959"/>
                  </a:lnTo>
                  <a:lnTo>
                    <a:pt x="435961" y="107008"/>
                  </a:lnTo>
                  <a:lnTo>
                    <a:pt x="439024" y="104182"/>
                  </a:lnTo>
                  <a:lnTo>
                    <a:pt x="442726" y="102130"/>
                  </a:lnTo>
                  <a:lnTo>
                    <a:pt x="447740" y="100717"/>
                  </a:lnTo>
                  <a:lnTo>
                    <a:pt x="453193" y="100717"/>
                  </a:lnTo>
                  <a:lnTo>
                    <a:pt x="458409" y="97689"/>
                  </a:lnTo>
                  <a:lnTo>
                    <a:pt x="461000" y="93787"/>
                  </a:lnTo>
                  <a:lnTo>
                    <a:pt x="461337" y="91836"/>
                  </a:lnTo>
                  <a:lnTo>
                    <a:pt x="459284" y="88136"/>
                  </a:lnTo>
                  <a:lnTo>
                    <a:pt x="459284" y="82484"/>
                  </a:lnTo>
                  <a:lnTo>
                    <a:pt x="462549" y="81172"/>
                  </a:lnTo>
                  <a:cubicBezTo>
                    <a:pt x="462549" y="81172"/>
                    <a:pt x="465578" y="79221"/>
                    <a:pt x="466453" y="79019"/>
                  </a:cubicBezTo>
                  <a:cubicBezTo>
                    <a:pt x="467327" y="78784"/>
                    <a:pt x="469919" y="74680"/>
                    <a:pt x="469919" y="74680"/>
                  </a:cubicBezTo>
                  <a:lnTo>
                    <a:pt x="471770" y="73065"/>
                  </a:lnTo>
                  <a:lnTo>
                    <a:pt x="474597" y="71316"/>
                  </a:lnTo>
                  <a:lnTo>
                    <a:pt x="477761" y="68591"/>
                  </a:lnTo>
                  <a:lnTo>
                    <a:pt x="479275" y="66001"/>
                  </a:lnTo>
                  <a:lnTo>
                    <a:pt x="483852" y="66001"/>
                  </a:lnTo>
                  <a:lnTo>
                    <a:pt x="489741" y="64252"/>
                  </a:lnTo>
                  <a:lnTo>
                    <a:pt x="491189" y="64252"/>
                  </a:lnTo>
                  <a:lnTo>
                    <a:pt x="494083" y="60181"/>
                  </a:lnTo>
                  <a:lnTo>
                    <a:pt x="496102" y="59038"/>
                  </a:lnTo>
                  <a:lnTo>
                    <a:pt x="497549" y="55842"/>
                  </a:lnTo>
                  <a:lnTo>
                    <a:pt x="501891" y="52074"/>
                  </a:lnTo>
                  <a:lnTo>
                    <a:pt x="506232" y="52074"/>
                  </a:lnTo>
                  <a:lnTo>
                    <a:pt x="506232" y="43664"/>
                  </a:lnTo>
                  <a:lnTo>
                    <a:pt x="508857" y="38147"/>
                  </a:lnTo>
                  <a:lnTo>
                    <a:pt x="519425" y="38147"/>
                  </a:lnTo>
                  <a:lnTo>
                    <a:pt x="524136" y="35389"/>
                  </a:lnTo>
                  <a:lnTo>
                    <a:pt x="525651" y="30915"/>
                  </a:lnTo>
                  <a:lnTo>
                    <a:pt x="526223" y="28325"/>
                  </a:lnTo>
                  <a:lnTo>
                    <a:pt x="528848" y="21664"/>
                  </a:lnTo>
                  <a:lnTo>
                    <a:pt x="528848" y="17324"/>
                  </a:lnTo>
                  <a:lnTo>
                    <a:pt x="523833" y="14465"/>
                  </a:lnTo>
                  <a:lnTo>
                    <a:pt x="522285" y="13052"/>
                  </a:lnTo>
                  <a:lnTo>
                    <a:pt x="518651" y="16618"/>
                  </a:lnTo>
                  <a:lnTo>
                    <a:pt x="518853" y="18502"/>
                  </a:lnTo>
                  <a:lnTo>
                    <a:pt x="518987" y="21529"/>
                  </a:lnTo>
                  <a:cubicBezTo>
                    <a:pt x="518987" y="21529"/>
                    <a:pt x="517405" y="24288"/>
                    <a:pt x="516800" y="24557"/>
                  </a:cubicBezTo>
                  <a:cubicBezTo>
                    <a:pt x="516227" y="24860"/>
                    <a:pt x="514915" y="26003"/>
                    <a:pt x="514477" y="26441"/>
                  </a:cubicBezTo>
                  <a:cubicBezTo>
                    <a:pt x="514040" y="26878"/>
                    <a:pt x="511718" y="26878"/>
                    <a:pt x="511718" y="26878"/>
                  </a:cubicBezTo>
                  <a:cubicBezTo>
                    <a:pt x="511718" y="26878"/>
                    <a:pt x="507949" y="31083"/>
                    <a:pt x="507376" y="31352"/>
                  </a:cubicBezTo>
                  <a:cubicBezTo>
                    <a:pt x="506804" y="31655"/>
                    <a:pt x="504617" y="33673"/>
                    <a:pt x="504617" y="33673"/>
                  </a:cubicBezTo>
                  <a:lnTo>
                    <a:pt x="495496" y="35994"/>
                  </a:lnTo>
                  <a:lnTo>
                    <a:pt x="491289" y="37004"/>
                  </a:lnTo>
                  <a:lnTo>
                    <a:pt x="487655" y="38316"/>
                  </a:lnTo>
                  <a:lnTo>
                    <a:pt x="485905" y="40334"/>
                  </a:lnTo>
                  <a:lnTo>
                    <a:pt x="485333" y="43227"/>
                  </a:lnTo>
                  <a:lnTo>
                    <a:pt x="483885" y="47701"/>
                  </a:lnTo>
                  <a:lnTo>
                    <a:pt x="483010" y="49450"/>
                  </a:lnTo>
                  <a:lnTo>
                    <a:pt x="478804" y="48004"/>
                  </a:lnTo>
                  <a:lnTo>
                    <a:pt x="476919" y="46120"/>
                  </a:lnTo>
                  <a:lnTo>
                    <a:pt x="475337" y="46557"/>
                  </a:lnTo>
                  <a:lnTo>
                    <a:pt x="474159" y="48576"/>
                  </a:lnTo>
                  <a:lnTo>
                    <a:pt x="472275" y="50762"/>
                  </a:lnTo>
                  <a:lnTo>
                    <a:pt x="470962" y="51771"/>
                  </a:lnTo>
                  <a:lnTo>
                    <a:pt x="470222" y="53958"/>
                  </a:lnTo>
                  <a:lnTo>
                    <a:pt x="466149" y="55775"/>
                  </a:lnTo>
                  <a:lnTo>
                    <a:pt x="461808" y="53386"/>
                  </a:lnTo>
                  <a:cubicBezTo>
                    <a:pt x="461808" y="53386"/>
                    <a:pt x="460933" y="48811"/>
                    <a:pt x="460933" y="48172"/>
                  </a:cubicBezTo>
                  <a:cubicBezTo>
                    <a:pt x="460933" y="47533"/>
                    <a:pt x="461808" y="41209"/>
                    <a:pt x="462246" y="40334"/>
                  </a:cubicBezTo>
                  <a:cubicBezTo>
                    <a:pt x="462683" y="39459"/>
                    <a:pt x="463996" y="34245"/>
                    <a:pt x="464635" y="34043"/>
                  </a:cubicBezTo>
                  <a:lnTo>
                    <a:pt x="459419" y="34817"/>
                  </a:lnTo>
                  <a:lnTo>
                    <a:pt x="458207" y="34178"/>
                  </a:lnTo>
                  <a:lnTo>
                    <a:pt x="457467" y="32126"/>
                  </a:lnTo>
                  <a:lnTo>
                    <a:pt x="457467" y="28661"/>
                  </a:lnTo>
                  <a:lnTo>
                    <a:pt x="457467" y="25196"/>
                  </a:lnTo>
                  <a:lnTo>
                    <a:pt x="456457" y="23178"/>
                  </a:lnTo>
                  <a:lnTo>
                    <a:pt x="454875" y="17526"/>
                  </a:lnTo>
                  <a:lnTo>
                    <a:pt x="448784" y="13893"/>
                  </a:lnTo>
                  <a:cubicBezTo>
                    <a:pt x="448784" y="13893"/>
                    <a:pt x="447639" y="13758"/>
                    <a:pt x="446899" y="13590"/>
                  </a:cubicBezTo>
                  <a:cubicBezTo>
                    <a:pt x="446193" y="13456"/>
                    <a:pt x="444711" y="12850"/>
                    <a:pt x="444308" y="12716"/>
                  </a:cubicBezTo>
                  <a:cubicBezTo>
                    <a:pt x="443870" y="12581"/>
                    <a:pt x="441986" y="11841"/>
                    <a:pt x="441986" y="11841"/>
                  </a:cubicBezTo>
                  <a:cubicBezTo>
                    <a:pt x="441986" y="11841"/>
                    <a:pt x="440101" y="13288"/>
                    <a:pt x="439663" y="13288"/>
                  </a:cubicBezTo>
                  <a:cubicBezTo>
                    <a:pt x="439226" y="13288"/>
                    <a:pt x="437644" y="15743"/>
                    <a:pt x="437341" y="16181"/>
                  </a:cubicBezTo>
                  <a:cubicBezTo>
                    <a:pt x="437038" y="16618"/>
                    <a:pt x="435456" y="18064"/>
                    <a:pt x="434885" y="18064"/>
                  </a:cubicBezTo>
                  <a:cubicBezTo>
                    <a:pt x="434312" y="18064"/>
                    <a:pt x="433572" y="19814"/>
                    <a:pt x="433000" y="20251"/>
                  </a:cubicBezTo>
                  <a:cubicBezTo>
                    <a:pt x="432427" y="20688"/>
                    <a:pt x="431418" y="25162"/>
                    <a:pt x="431418" y="25162"/>
                  </a:cubicBezTo>
                  <a:lnTo>
                    <a:pt x="431418" y="26037"/>
                  </a:lnTo>
                  <a:lnTo>
                    <a:pt x="428827" y="31251"/>
                  </a:lnTo>
                  <a:lnTo>
                    <a:pt x="424485" y="33875"/>
                  </a:lnTo>
                  <a:lnTo>
                    <a:pt x="424485" y="30410"/>
                  </a:lnTo>
                  <a:lnTo>
                    <a:pt x="424485" y="28089"/>
                  </a:lnTo>
                  <a:lnTo>
                    <a:pt x="421523" y="25028"/>
                  </a:lnTo>
                  <a:lnTo>
                    <a:pt x="418562" y="22000"/>
                  </a:lnTo>
                  <a:cubicBezTo>
                    <a:pt x="418562" y="22000"/>
                    <a:pt x="415500" y="22740"/>
                    <a:pt x="414927" y="22740"/>
                  </a:cubicBezTo>
                  <a:cubicBezTo>
                    <a:pt x="414355" y="22740"/>
                    <a:pt x="410586" y="24052"/>
                    <a:pt x="410586" y="24052"/>
                  </a:cubicBezTo>
                  <a:lnTo>
                    <a:pt x="405941" y="23480"/>
                  </a:lnTo>
                  <a:cubicBezTo>
                    <a:pt x="405941" y="23480"/>
                    <a:pt x="402038" y="21025"/>
                    <a:pt x="401600" y="21159"/>
                  </a:cubicBezTo>
                  <a:cubicBezTo>
                    <a:pt x="401163" y="21294"/>
                    <a:pt x="399985" y="21294"/>
                    <a:pt x="399985" y="21294"/>
                  </a:cubicBezTo>
                  <a:lnTo>
                    <a:pt x="398235" y="22168"/>
                  </a:lnTo>
                  <a:lnTo>
                    <a:pt x="391571" y="22875"/>
                  </a:lnTo>
                  <a:lnTo>
                    <a:pt x="389384" y="22572"/>
                  </a:lnTo>
                  <a:lnTo>
                    <a:pt x="383427" y="20688"/>
                  </a:lnTo>
                  <a:lnTo>
                    <a:pt x="379220" y="19107"/>
                  </a:lnTo>
                  <a:lnTo>
                    <a:pt x="374878" y="17089"/>
                  </a:lnTo>
                  <a:cubicBezTo>
                    <a:pt x="374878" y="17089"/>
                    <a:pt x="373869" y="15508"/>
                    <a:pt x="373128" y="14768"/>
                  </a:cubicBezTo>
                  <a:cubicBezTo>
                    <a:pt x="372388" y="14028"/>
                    <a:pt x="373128" y="14768"/>
                    <a:pt x="372253" y="14465"/>
                  </a:cubicBezTo>
                  <a:cubicBezTo>
                    <a:pt x="371378" y="14162"/>
                    <a:pt x="368921" y="12447"/>
                    <a:pt x="368652" y="12009"/>
                  </a:cubicBezTo>
                  <a:cubicBezTo>
                    <a:pt x="368349" y="11572"/>
                    <a:pt x="366902" y="11269"/>
                    <a:pt x="365758" y="11135"/>
                  </a:cubicBezTo>
                  <a:cubicBezTo>
                    <a:pt x="364614" y="11000"/>
                    <a:pt x="363301" y="10395"/>
                    <a:pt x="361854" y="10395"/>
                  </a:cubicBezTo>
                  <a:cubicBezTo>
                    <a:pt x="360407" y="10395"/>
                    <a:pt x="359094" y="9957"/>
                    <a:pt x="358522" y="9957"/>
                  </a:cubicBezTo>
                  <a:cubicBezTo>
                    <a:pt x="357950" y="9957"/>
                    <a:pt x="354753" y="9385"/>
                    <a:pt x="354753" y="9385"/>
                  </a:cubicBezTo>
                  <a:cubicBezTo>
                    <a:pt x="354753" y="9385"/>
                    <a:pt x="352161" y="8376"/>
                    <a:pt x="351556" y="8376"/>
                  </a:cubicBezTo>
                  <a:cubicBezTo>
                    <a:pt x="350950" y="8376"/>
                    <a:pt x="349671" y="7367"/>
                    <a:pt x="349233" y="7232"/>
                  </a:cubicBezTo>
                  <a:cubicBezTo>
                    <a:pt x="348796" y="7098"/>
                    <a:pt x="344455" y="6089"/>
                    <a:pt x="344455" y="6089"/>
                  </a:cubicBezTo>
                  <a:lnTo>
                    <a:pt x="344455" y="4205"/>
                  </a:lnTo>
                  <a:cubicBezTo>
                    <a:pt x="344455" y="4205"/>
                    <a:pt x="343882" y="1615"/>
                    <a:pt x="343714" y="1009"/>
                  </a:cubicBezTo>
                  <a:cubicBezTo>
                    <a:pt x="343580" y="437"/>
                    <a:pt x="341830" y="0"/>
                    <a:pt x="341830" y="0"/>
                  </a:cubicBezTo>
                  <a:cubicBezTo>
                    <a:pt x="341830" y="0"/>
                    <a:pt x="340820" y="0"/>
                    <a:pt x="340248" y="0"/>
                  </a:cubicBezTo>
                  <a:cubicBezTo>
                    <a:pt x="339676" y="0"/>
                    <a:pt x="338666" y="875"/>
                    <a:pt x="338094" y="1413"/>
                  </a:cubicBezTo>
                  <a:cubicBezTo>
                    <a:pt x="337522" y="1951"/>
                    <a:pt x="336209" y="2758"/>
                    <a:pt x="335637" y="3330"/>
                  </a:cubicBezTo>
                  <a:cubicBezTo>
                    <a:pt x="335065" y="3902"/>
                    <a:pt x="331868" y="4777"/>
                    <a:pt x="331868" y="4777"/>
                  </a:cubicBezTo>
                  <a:lnTo>
                    <a:pt x="328233" y="3902"/>
                  </a:lnTo>
                  <a:lnTo>
                    <a:pt x="324329" y="3330"/>
                  </a:lnTo>
                  <a:cubicBezTo>
                    <a:pt x="324329" y="3330"/>
                    <a:pt x="323016" y="2590"/>
                    <a:pt x="322714" y="1884"/>
                  </a:cubicBezTo>
                  <a:cubicBezTo>
                    <a:pt x="322445" y="1177"/>
                    <a:pt x="321132" y="1884"/>
                    <a:pt x="320560" y="1884"/>
                  </a:cubicBezTo>
                  <a:cubicBezTo>
                    <a:pt x="319988" y="1884"/>
                    <a:pt x="317935" y="2456"/>
                    <a:pt x="317935" y="2456"/>
                  </a:cubicBezTo>
                  <a:cubicBezTo>
                    <a:pt x="317935" y="2456"/>
                    <a:pt x="316353" y="3196"/>
                    <a:pt x="315915" y="3330"/>
                  </a:cubicBezTo>
                  <a:cubicBezTo>
                    <a:pt x="315478" y="3465"/>
                    <a:pt x="313021" y="4777"/>
                    <a:pt x="312584" y="5080"/>
                  </a:cubicBezTo>
                  <a:cubicBezTo>
                    <a:pt x="312146" y="5382"/>
                    <a:pt x="309824" y="5820"/>
                    <a:pt x="309824" y="5820"/>
                  </a:cubicBezTo>
                  <a:lnTo>
                    <a:pt x="307064" y="6391"/>
                  </a:lnTo>
                  <a:lnTo>
                    <a:pt x="306189" y="11303"/>
                  </a:lnTo>
                  <a:lnTo>
                    <a:pt x="306189" y="12312"/>
                  </a:lnTo>
                  <a:lnTo>
                    <a:pt x="306627" y="14499"/>
                  </a:lnTo>
                  <a:lnTo>
                    <a:pt x="307064" y="19141"/>
                  </a:lnTo>
                  <a:lnTo>
                    <a:pt x="305483" y="19141"/>
                  </a:lnTo>
                  <a:lnTo>
                    <a:pt x="303901" y="20285"/>
                  </a:lnTo>
                  <a:lnTo>
                    <a:pt x="303026" y="22034"/>
                  </a:lnTo>
                  <a:lnTo>
                    <a:pt x="304036" y="24221"/>
                  </a:lnTo>
                  <a:lnTo>
                    <a:pt x="306223" y="25970"/>
                  </a:lnTo>
                  <a:lnTo>
                    <a:pt x="306088" y="27282"/>
                  </a:lnTo>
                  <a:lnTo>
                    <a:pt x="304338" y="29031"/>
                  </a:lnTo>
                  <a:lnTo>
                    <a:pt x="305651" y="30175"/>
                  </a:lnTo>
                  <a:lnTo>
                    <a:pt x="304944" y="31487"/>
                  </a:lnTo>
                  <a:lnTo>
                    <a:pt x="303362" y="33673"/>
                  </a:lnTo>
                  <a:lnTo>
                    <a:pt x="304944" y="36432"/>
                  </a:lnTo>
                  <a:lnTo>
                    <a:pt x="306896" y="38618"/>
                  </a:lnTo>
                  <a:lnTo>
                    <a:pt x="307973" y="40939"/>
                  </a:lnTo>
                  <a:lnTo>
                    <a:pt x="307973" y="43698"/>
                  </a:lnTo>
                  <a:lnTo>
                    <a:pt x="306088" y="44573"/>
                  </a:lnTo>
                  <a:lnTo>
                    <a:pt x="304204" y="46322"/>
                  </a:lnTo>
                  <a:lnTo>
                    <a:pt x="302757" y="49652"/>
                  </a:lnTo>
                  <a:lnTo>
                    <a:pt x="302757" y="51536"/>
                  </a:lnTo>
                  <a:lnTo>
                    <a:pt x="304136" y="53722"/>
                  </a:lnTo>
                  <a:lnTo>
                    <a:pt x="305381" y="56044"/>
                  </a:lnTo>
                  <a:cubicBezTo>
                    <a:pt x="305381" y="56044"/>
                    <a:pt x="307266" y="58499"/>
                    <a:pt x="306829" y="59071"/>
                  </a:cubicBezTo>
                  <a:cubicBezTo>
                    <a:pt x="306391" y="59643"/>
                    <a:pt x="307266" y="59643"/>
                    <a:pt x="306829" y="59946"/>
                  </a:cubicBezTo>
                  <a:cubicBezTo>
                    <a:pt x="306391" y="60248"/>
                    <a:pt x="304810" y="61089"/>
                    <a:pt x="303800" y="60821"/>
                  </a:cubicBezTo>
                  <a:cubicBezTo>
                    <a:pt x="302790" y="60551"/>
                    <a:pt x="301915" y="61224"/>
                    <a:pt x="301343" y="60955"/>
                  </a:cubicBezTo>
                  <a:cubicBezTo>
                    <a:pt x="300771" y="60652"/>
                    <a:pt x="298449" y="60955"/>
                    <a:pt x="298449" y="60955"/>
                  </a:cubicBezTo>
                  <a:lnTo>
                    <a:pt x="297439" y="60955"/>
                  </a:lnTo>
                  <a:lnTo>
                    <a:pt x="295420" y="61830"/>
                  </a:lnTo>
                  <a:cubicBezTo>
                    <a:pt x="295420" y="61830"/>
                    <a:pt x="295689" y="63848"/>
                    <a:pt x="295857" y="64453"/>
                  </a:cubicBezTo>
                  <a:cubicBezTo>
                    <a:pt x="295992" y="65025"/>
                    <a:pt x="296430" y="66909"/>
                    <a:pt x="296430" y="66909"/>
                  </a:cubicBezTo>
                  <a:cubicBezTo>
                    <a:pt x="296430" y="66909"/>
                    <a:pt x="297439" y="70374"/>
                    <a:pt x="297439" y="70811"/>
                  </a:cubicBezTo>
                  <a:cubicBezTo>
                    <a:pt x="297439" y="71249"/>
                    <a:pt x="298449" y="73704"/>
                    <a:pt x="298449" y="73704"/>
                  </a:cubicBezTo>
                  <a:lnTo>
                    <a:pt x="299324" y="77472"/>
                  </a:lnTo>
                  <a:lnTo>
                    <a:pt x="299324" y="80365"/>
                  </a:lnTo>
                  <a:lnTo>
                    <a:pt x="296867" y="83561"/>
                  </a:lnTo>
                  <a:lnTo>
                    <a:pt x="295420" y="86588"/>
                  </a:lnTo>
                  <a:lnTo>
                    <a:pt x="293232" y="91063"/>
                  </a:lnTo>
                  <a:lnTo>
                    <a:pt x="291348" y="93249"/>
                  </a:lnTo>
                  <a:lnTo>
                    <a:pt x="289598" y="95705"/>
                  </a:lnTo>
                  <a:cubicBezTo>
                    <a:pt x="289598" y="95705"/>
                    <a:pt x="288285" y="97151"/>
                    <a:pt x="287410" y="97589"/>
                  </a:cubicBezTo>
                  <a:cubicBezTo>
                    <a:pt x="286535" y="98026"/>
                    <a:pt x="284785" y="99910"/>
                    <a:pt x="284347" y="100044"/>
                  </a:cubicBezTo>
                  <a:cubicBezTo>
                    <a:pt x="283910" y="100179"/>
                    <a:pt x="281016" y="102668"/>
                    <a:pt x="281016" y="102668"/>
                  </a:cubicBezTo>
                  <a:lnTo>
                    <a:pt x="280141" y="102668"/>
                  </a:lnTo>
                  <a:lnTo>
                    <a:pt x="280141" y="105258"/>
                  </a:lnTo>
                  <a:lnTo>
                    <a:pt x="280141" y="105999"/>
                  </a:lnTo>
                  <a:lnTo>
                    <a:pt x="279265" y="108454"/>
                  </a:lnTo>
                  <a:lnTo>
                    <a:pt x="276809" y="109329"/>
                  </a:lnTo>
                  <a:cubicBezTo>
                    <a:pt x="276809" y="109329"/>
                    <a:pt x="275362" y="108891"/>
                    <a:pt x="274924" y="108757"/>
                  </a:cubicBezTo>
                  <a:cubicBezTo>
                    <a:pt x="274487" y="108622"/>
                    <a:pt x="272905" y="106738"/>
                    <a:pt x="272905" y="106738"/>
                  </a:cubicBezTo>
                  <a:lnTo>
                    <a:pt x="269842" y="105999"/>
                  </a:lnTo>
                  <a:lnTo>
                    <a:pt x="265198" y="106738"/>
                  </a:lnTo>
                  <a:cubicBezTo>
                    <a:pt x="265198" y="106738"/>
                    <a:pt x="262741" y="109329"/>
                    <a:pt x="262135" y="109329"/>
                  </a:cubicBezTo>
                  <a:cubicBezTo>
                    <a:pt x="261564" y="109329"/>
                    <a:pt x="261126" y="111650"/>
                    <a:pt x="260958" y="112222"/>
                  </a:cubicBezTo>
                  <a:cubicBezTo>
                    <a:pt x="260823" y="112794"/>
                    <a:pt x="259207" y="113971"/>
                    <a:pt x="259207" y="113971"/>
                  </a:cubicBezTo>
                  <a:lnTo>
                    <a:pt x="259207" y="118008"/>
                  </a:lnTo>
                  <a:lnTo>
                    <a:pt x="255876" y="121035"/>
                  </a:lnTo>
                  <a:lnTo>
                    <a:pt x="251534" y="120766"/>
                  </a:lnTo>
                  <a:lnTo>
                    <a:pt x="248640" y="118882"/>
                  </a:lnTo>
                  <a:lnTo>
                    <a:pt x="247900" y="116561"/>
                  </a:lnTo>
                  <a:lnTo>
                    <a:pt x="245443" y="116561"/>
                  </a:lnTo>
                  <a:lnTo>
                    <a:pt x="241976" y="117436"/>
                  </a:lnTo>
                  <a:lnTo>
                    <a:pt x="237904" y="118445"/>
                  </a:lnTo>
                  <a:lnTo>
                    <a:pt x="236592" y="119892"/>
                  </a:lnTo>
                  <a:lnTo>
                    <a:pt x="235717" y="121035"/>
                  </a:lnTo>
                  <a:lnTo>
                    <a:pt x="234135" y="122785"/>
                  </a:lnTo>
                  <a:lnTo>
                    <a:pt x="233125" y="124366"/>
                  </a:lnTo>
                  <a:lnTo>
                    <a:pt x="233125" y="127831"/>
                  </a:lnTo>
                  <a:lnTo>
                    <a:pt x="233125" y="128571"/>
                  </a:lnTo>
                  <a:cubicBezTo>
                    <a:pt x="233125" y="128571"/>
                    <a:pt x="231880" y="130152"/>
                    <a:pt x="231442" y="130454"/>
                  </a:cubicBezTo>
                  <a:cubicBezTo>
                    <a:pt x="231005" y="130757"/>
                    <a:pt x="228346" y="132776"/>
                    <a:pt x="228043" y="133348"/>
                  </a:cubicBezTo>
                  <a:cubicBezTo>
                    <a:pt x="227740" y="133919"/>
                    <a:pt x="224409" y="133482"/>
                    <a:pt x="223836" y="133482"/>
                  </a:cubicBezTo>
                  <a:cubicBezTo>
                    <a:pt x="223265" y="133482"/>
                    <a:pt x="221817" y="131733"/>
                    <a:pt x="221817" y="131733"/>
                  </a:cubicBezTo>
                  <a:lnTo>
                    <a:pt x="220942" y="129849"/>
                  </a:lnTo>
                  <a:lnTo>
                    <a:pt x="220067" y="126956"/>
                  </a:lnTo>
                  <a:lnTo>
                    <a:pt x="218351" y="126956"/>
                  </a:lnTo>
                  <a:lnTo>
                    <a:pt x="215456" y="126956"/>
                  </a:lnTo>
                  <a:lnTo>
                    <a:pt x="214447" y="128974"/>
                  </a:lnTo>
                  <a:lnTo>
                    <a:pt x="212865" y="131161"/>
                  </a:lnTo>
                  <a:lnTo>
                    <a:pt x="210846" y="133179"/>
                  </a:lnTo>
                  <a:lnTo>
                    <a:pt x="207985" y="134828"/>
                  </a:lnTo>
                  <a:lnTo>
                    <a:pt x="205057" y="133953"/>
                  </a:lnTo>
                  <a:lnTo>
                    <a:pt x="200918" y="133045"/>
                  </a:lnTo>
                  <a:cubicBezTo>
                    <a:pt x="200918" y="133045"/>
                    <a:pt x="196576" y="132507"/>
                    <a:pt x="196341" y="132507"/>
                  </a:cubicBezTo>
                  <a:cubicBezTo>
                    <a:pt x="196105" y="132507"/>
                    <a:pt x="191124" y="132607"/>
                    <a:pt x="191124" y="132607"/>
                  </a:cubicBezTo>
                  <a:lnTo>
                    <a:pt x="185908" y="131968"/>
                  </a:lnTo>
                  <a:lnTo>
                    <a:pt x="178639" y="132338"/>
                  </a:lnTo>
                  <a:lnTo>
                    <a:pt x="174735" y="131195"/>
                  </a:lnTo>
                  <a:lnTo>
                    <a:pt x="174028" y="129883"/>
                  </a:lnTo>
                  <a:lnTo>
                    <a:pt x="170696" y="128739"/>
                  </a:lnTo>
                  <a:lnTo>
                    <a:pt x="167364" y="127999"/>
                  </a:lnTo>
                  <a:lnTo>
                    <a:pt x="164470" y="128739"/>
                  </a:lnTo>
                  <a:lnTo>
                    <a:pt x="161879" y="128739"/>
                  </a:lnTo>
                  <a:lnTo>
                    <a:pt x="160566" y="129748"/>
                  </a:lnTo>
                  <a:lnTo>
                    <a:pt x="160700" y="130623"/>
                  </a:lnTo>
                  <a:lnTo>
                    <a:pt x="160566" y="133078"/>
                  </a:lnTo>
                  <a:lnTo>
                    <a:pt x="159388" y="134828"/>
                  </a:lnTo>
                  <a:lnTo>
                    <a:pt x="158378" y="136577"/>
                  </a:lnTo>
                  <a:lnTo>
                    <a:pt x="158378" y="137317"/>
                  </a:lnTo>
                  <a:lnTo>
                    <a:pt x="159018" y="139638"/>
                  </a:lnTo>
                  <a:lnTo>
                    <a:pt x="160095" y="141522"/>
                  </a:lnTo>
                  <a:lnTo>
                    <a:pt x="160970" y="143708"/>
                  </a:lnTo>
                  <a:lnTo>
                    <a:pt x="161845" y="147039"/>
                  </a:lnTo>
                  <a:lnTo>
                    <a:pt x="161845" y="149663"/>
                  </a:lnTo>
                  <a:lnTo>
                    <a:pt x="160600" y="151244"/>
                  </a:lnTo>
                  <a:lnTo>
                    <a:pt x="158345" y="151378"/>
                  </a:lnTo>
                  <a:lnTo>
                    <a:pt x="155585" y="150235"/>
                  </a:lnTo>
                  <a:lnTo>
                    <a:pt x="152253" y="149663"/>
                  </a:lnTo>
                  <a:lnTo>
                    <a:pt x="147171" y="149663"/>
                  </a:lnTo>
                  <a:lnTo>
                    <a:pt x="141383" y="150975"/>
                  </a:lnTo>
                  <a:lnTo>
                    <a:pt x="137176" y="153598"/>
                  </a:lnTo>
                  <a:lnTo>
                    <a:pt x="132969" y="158678"/>
                  </a:lnTo>
                  <a:lnTo>
                    <a:pt x="130950" y="160427"/>
                  </a:lnTo>
                  <a:cubicBezTo>
                    <a:pt x="130950" y="160427"/>
                    <a:pt x="129200" y="162614"/>
                    <a:pt x="128762" y="162614"/>
                  </a:cubicBezTo>
                  <a:cubicBezTo>
                    <a:pt x="128325" y="162614"/>
                    <a:pt x="126003" y="165070"/>
                    <a:pt x="126003" y="165070"/>
                  </a:cubicBezTo>
                  <a:cubicBezTo>
                    <a:pt x="126003" y="165070"/>
                    <a:pt x="124118" y="166819"/>
                    <a:pt x="123546" y="166819"/>
                  </a:cubicBezTo>
                  <a:cubicBezTo>
                    <a:pt x="122974" y="166819"/>
                    <a:pt x="122536" y="168131"/>
                    <a:pt x="122536" y="168131"/>
                  </a:cubicBezTo>
                  <a:lnTo>
                    <a:pt x="120517" y="169880"/>
                  </a:lnTo>
                  <a:lnTo>
                    <a:pt x="118329" y="171461"/>
                  </a:lnTo>
                  <a:lnTo>
                    <a:pt x="118329" y="174085"/>
                  </a:lnTo>
                  <a:lnTo>
                    <a:pt x="117959" y="176103"/>
                  </a:lnTo>
                  <a:cubicBezTo>
                    <a:pt x="117959" y="176103"/>
                    <a:pt x="116882" y="177550"/>
                    <a:pt x="116310" y="177685"/>
                  </a:cubicBezTo>
                  <a:cubicBezTo>
                    <a:pt x="115738" y="177819"/>
                    <a:pt x="114426" y="178997"/>
                    <a:pt x="113853" y="179266"/>
                  </a:cubicBezTo>
                  <a:cubicBezTo>
                    <a:pt x="113281" y="179568"/>
                    <a:pt x="112709" y="180006"/>
                    <a:pt x="112709" y="180006"/>
                  </a:cubicBezTo>
                  <a:lnTo>
                    <a:pt x="108805" y="182764"/>
                  </a:lnTo>
                  <a:lnTo>
                    <a:pt x="108233" y="182764"/>
                  </a:lnTo>
                  <a:cubicBezTo>
                    <a:pt x="108233" y="182764"/>
                    <a:pt x="104598" y="182831"/>
                    <a:pt x="104026" y="183134"/>
                  </a:cubicBezTo>
                  <a:cubicBezTo>
                    <a:pt x="103454" y="183437"/>
                    <a:pt x="101401" y="182630"/>
                    <a:pt x="100829" y="182764"/>
                  </a:cubicBezTo>
                  <a:cubicBezTo>
                    <a:pt x="100257" y="182899"/>
                    <a:pt x="99819" y="183639"/>
                    <a:pt x="99247" y="183639"/>
                  </a:cubicBezTo>
                  <a:cubicBezTo>
                    <a:pt x="98675" y="183639"/>
                    <a:pt x="95209" y="185388"/>
                    <a:pt x="93593" y="185522"/>
                  </a:cubicBezTo>
                  <a:cubicBezTo>
                    <a:pt x="91978" y="185657"/>
                    <a:pt x="89656" y="186229"/>
                    <a:pt x="89656" y="186229"/>
                  </a:cubicBezTo>
                  <a:cubicBezTo>
                    <a:pt x="89656" y="186229"/>
                    <a:pt x="82285" y="186229"/>
                    <a:pt x="81848" y="186229"/>
                  </a:cubicBezTo>
                  <a:cubicBezTo>
                    <a:pt x="81410" y="186229"/>
                    <a:pt x="76934" y="186801"/>
                    <a:pt x="76934" y="186801"/>
                  </a:cubicBezTo>
                  <a:lnTo>
                    <a:pt x="72155" y="189391"/>
                  </a:lnTo>
                  <a:lnTo>
                    <a:pt x="68521" y="193159"/>
                  </a:lnTo>
                  <a:cubicBezTo>
                    <a:pt x="68521" y="193159"/>
                    <a:pt x="65761" y="194740"/>
                    <a:pt x="65189" y="194740"/>
                  </a:cubicBezTo>
                  <a:cubicBezTo>
                    <a:pt x="64617" y="194740"/>
                    <a:pt x="62429" y="195312"/>
                    <a:pt x="61992" y="195884"/>
                  </a:cubicBezTo>
                  <a:cubicBezTo>
                    <a:pt x="61554" y="196455"/>
                    <a:pt x="59972" y="195581"/>
                    <a:pt x="59400" y="195884"/>
                  </a:cubicBezTo>
                  <a:cubicBezTo>
                    <a:pt x="58828" y="196186"/>
                    <a:pt x="56068" y="195884"/>
                    <a:pt x="55463" y="195884"/>
                  </a:cubicBezTo>
                  <a:cubicBezTo>
                    <a:pt x="54891" y="195884"/>
                    <a:pt x="51828" y="196186"/>
                    <a:pt x="51256" y="196590"/>
                  </a:cubicBezTo>
                  <a:cubicBezTo>
                    <a:pt x="50684" y="197027"/>
                    <a:pt x="50246" y="196590"/>
                    <a:pt x="49674" y="196590"/>
                  </a:cubicBezTo>
                  <a:cubicBezTo>
                    <a:pt x="49102" y="196590"/>
                    <a:pt x="47924" y="199920"/>
                    <a:pt x="47487" y="200358"/>
                  </a:cubicBezTo>
                  <a:cubicBezTo>
                    <a:pt x="47049" y="200795"/>
                    <a:pt x="46174" y="202679"/>
                    <a:pt x="45736" y="203116"/>
                  </a:cubicBezTo>
                  <a:cubicBezTo>
                    <a:pt x="45299" y="203553"/>
                    <a:pt x="42539" y="205437"/>
                    <a:pt x="42539" y="205437"/>
                  </a:cubicBezTo>
                  <a:cubicBezTo>
                    <a:pt x="42539" y="205437"/>
                    <a:pt x="40655" y="207018"/>
                    <a:pt x="40217" y="207456"/>
                  </a:cubicBezTo>
                  <a:cubicBezTo>
                    <a:pt x="39780" y="207893"/>
                    <a:pt x="34563" y="209911"/>
                    <a:pt x="33688" y="210315"/>
                  </a:cubicBezTo>
                  <a:cubicBezTo>
                    <a:pt x="32813" y="210685"/>
                    <a:pt x="28606" y="210517"/>
                    <a:pt x="28606" y="210517"/>
                  </a:cubicBezTo>
                  <a:cubicBezTo>
                    <a:pt x="28606" y="210517"/>
                    <a:pt x="22649" y="210080"/>
                    <a:pt x="22077" y="210517"/>
                  </a:cubicBezTo>
                  <a:cubicBezTo>
                    <a:pt x="21505" y="210954"/>
                    <a:pt x="16558" y="210517"/>
                    <a:pt x="16558" y="210517"/>
                  </a:cubicBezTo>
                  <a:lnTo>
                    <a:pt x="11342" y="210517"/>
                  </a:lnTo>
                  <a:lnTo>
                    <a:pt x="9591" y="210517"/>
                  </a:lnTo>
                  <a:cubicBezTo>
                    <a:pt x="9591" y="210517"/>
                    <a:pt x="4947" y="210517"/>
                    <a:pt x="3938" y="210517"/>
                  </a:cubicBezTo>
                  <a:cubicBezTo>
                    <a:pt x="2928" y="210517"/>
                    <a:pt x="740" y="212905"/>
                    <a:pt x="740" y="212905"/>
                  </a:cubicBezTo>
                  <a:lnTo>
                    <a:pt x="0" y="214856"/>
                  </a:lnTo>
                  <a:cubicBezTo>
                    <a:pt x="0" y="214856"/>
                    <a:pt x="0" y="219061"/>
                    <a:pt x="0" y="219633"/>
                  </a:cubicBezTo>
                  <a:cubicBezTo>
                    <a:pt x="0" y="220205"/>
                    <a:pt x="1582" y="221954"/>
                    <a:pt x="1582" y="221954"/>
                  </a:cubicBezTo>
                  <a:lnTo>
                    <a:pt x="5216" y="226462"/>
                  </a:lnTo>
                  <a:lnTo>
                    <a:pt x="9693" y="231104"/>
                  </a:lnTo>
                  <a:lnTo>
                    <a:pt x="11442" y="233123"/>
                  </a:lnTo>
                  <a:lnTo>
                    <a:pt x="14774" y="236318"/>
                  </a:lnTo>
                  <a:lnTo>
                    <a:pt x="16491" y="238505"/>
                  </a:lnTo>
                  <a:lnTo>
                    <a:pt x="15481" y="240086"/>
                  </a:lnTo>
                  <a:lnTo>
                    <a:pt x="14774" y="241835"/>
                  </a:lnTo>
                  <a:lnTo>
                    <a:pt x="12183" y="241835"/>
                  </a:lnTo>
                  <a:cubicBezTo>
                    <a:pt x="12183" y="241835"/>
                    <a:pt x="9423" y="243921"/>
                    <a:pt x="8414" y="244089"/>
                  </a:cubicBezTo>
                  <a:cubicBezTo>
                    <a:pt x="7404" y="244224"/>
                    <a:pt x="8414" y="245031"/>
                    <a:pt x="8414" y="245031"/>
                  </a:cubicBezTo>
                  <a:lnTo>
                    <a:pt x="10164" y="248227"/>
                  </a:lnTo>
                  <a:lnTo>
                    <a:pt x="12048" y="250683"/>
                  </a:lnTo>
                  <a:cubicBezTo>
                    <a:pt x="12048" y="250683"/>
                    <a:pt x="15077" y="252264"/>
                    <a:pt x="15683" y="252432"/>
                  </a:cubicBezTo>
                  <a:cubicBezTo>
                    <a:pt x="16255" y="252566"/>
                    <a:pt x="19452" y="253306"/>
                    <a:pt x="19890" y="253576"/>
                  </a:cubicBezTo>
                  <a:cubicBezTo>
                    <a:pt x="20327" y="253878"/>
                    <a:pt x="23222" y="254147"/>
                    <a:pt x="24534" y="254753"/>
                  </a:cubicBezTo>
                  <a:cubicBezTo>
                    <a:pt x="25847" y="255325"/>
                    <a:pt x="27428" y="256502"/>
                    <a:pt x="27428" y="256502"/>
                  </a:cubicBezTo>
                  <a:cubicBezTo>
                    <a:pt x="27428" y="256502"/>
                    <a:pt x="28573" y="257511"/>
                    <a:pt x="29178" y="257814"/>
                  </a:cubicBezTo>
                  <a:cubicBezTo>
                    <a:pt x="29751" y="258117"/>
                    <a:pt x="31198" y="259833"/>
                    <a:pt x="31366" y="260404"/>
                  </a:cubicBezTo>
                  <a:cubicBezTo>
                    <a:pt x="31501" y="260976"/>
                    <a:pt x="31231" y="261851"/>
                    <a:pt x="31231" y="261851"/>
                  </a:cubicBezTo>
                  <a:cubicBezTo>
                    <a:pt x="31231" y="261851"/>
                    <a:pt x="29347" y="264609"/>
                    <a:pt x="28775" y="264878"/>
                  </a:cubicBezTo>
                  <a:cubicBezTo>
                    <a:pt x="28203" y="265181"/>
                    <a:pt x="25712" y="266460"/>
                    <a:pt x="25140" y="266762"/>
                  </a:cubicBezTo>
                  <a:cubicBezTo>
                    <a:pt x="24568" y="267065"/>
                    <a:pt x="22380" y="269083"/>
                    <a:pt x="21371" y="270093"/>
                  </a:cubicBezTo>
                  <a:cubicBezTo>
                    <a:pt x="20361" y="271102"/>
                    <a:pt x="19923" y="272414"/>
                    <a:pt x="19923" y="272986"/>
                  </a:cubicBezTo>
                  <a:cubicBezTo>
                    <a:pt x="19923" y="273558"/>
                    <a:pt x="20664" y="275576"/>
                    <a:pt x="20933" y="276013"/>
                  </a:cubicBezTo>
                  <a:cubicBezTo>
                    <a:pt x="21236" y="276451"/>
                    <a:pt x="23525" y="278334"/>
                    <a:pt x="23525" y="278334"/>
                  </a:cubicBezTo>
                  <a:lnTo>
                    <a:pt x="28741" y="278334"/>
                  </a:lnTo>
                  <a:lnTo>
                    <a:pt x="32376" y="281799"/>
                  </a:lnTo>
                  <a:cubicBezTo>
                    <a:pt x="32376" y="281799"/>
                    <a:pt x="29481" y="284995"/>
                    <a:pt x="29044" y="285130"/>
                  </a:cubicBezTo>
                  <a:cubicBezTo>
                    <a:pt x="28606" y="285264"/>
                    <a:pt x="28034" y="286139"/>
                    <a:pt x="28034" y="286139"/>
                  </a:cubicBezTo>
                  <a:lnTo>
                    <a:pt x="26149" y="287888"/>
                  </a:lnTo>
                  <a:lnTo>
                    <a:pt x="26149" y="290916"/>
                  </a:lnTo>
                  <a:lnTo>
                    <a:pt x="27159" y="293237"/>
                  </a:lnTo>
                  <a:cubicBezTo>
                    <a:pt x="27159" y="293237"/>
                    <a:pt x="29044" y="294246"/>
                    <a:pt x="29481" y="293977"/>
                  </a:cubicBezTo>
                  <a:cubicBezTo>
                    <a:pt x="29919" y="293674"/>
                    <a:pt x="32241" y="293977"/>
                    <a:pt x="32241" y="293977"/>
                  </a:cubicBezTo>
                  <a:lnTo>
                    <a:pt x="37895" y="293977"/>
                  </a:lnTo>
                  <a:lnTo>
                    <a:pt x="39342" y="295356"/>
                  </a:lnTo>
                  <a:cubicBezTo>
                    <a:pt x="39342" y="295356"/>
                    <a:pt x="43246" y="299191"/>
                    <a:pt x="43549" y="299763"/>
                  </a:cubicBezTo>
                  <a:cubicBezTo>
                    <a:pt x="43852" y="300335"/>
                    <a:pt x="46107" y="302656"/>
                    <a:pt x="46107" y="302656"/>
                  </a:cubicBezTo>
                  <a:lnTo>
                    <a:pt x="46174" y="306861"/>
                  </a:lnTo>
                  <a:cubicBezTo>
                    <a:pt x="46174" y="306861"/>
                    <a:pt x="46039" y="311200"/>
                    <a:pt x="46174" y="311772"/>
                  </a:cubicBezTo>
                  <a:cubicBezTo>
                    <a:pt x="46309" y="312344"/>
                    <a:pt x="49641" y="316549"/>
                    <a:pt x="49641" y="316549"/>
                  </a:cubicBezTo>
                  <a:lnTo>
                    <a:pt x="52097" y="316549"/>
                  </a:lnTo>
                  <a:lnTo>
                    <a:pt x="53612" y="318130"/>
                  </a:lnTo>
                  <a:cubicBezTo>
                    <a:pt x="53612" y="318130"/>
                    <a:pt x="56943" y="320216"/>
                    <a:pt x="57011" y="320451"/>
                  </a:cubicBezTo>
                  <a:cubicBezTo>
                    <a:pt x="57078" y="320687"/>
                    <a:pt x="61352" y="324286"/>
                    <a:pt x="61554" y="324421"/>
                  </a:cubicBezTo>
                  <a:cubicBezTo>
                    <a:pt x="61790" y="324555"/>
                    <a:pt x="65626" y="327818"/>
                    <a:pt x="65828" y="327953"/>
                  </a:cubicBezTo>
                  <a:cubicBezTo>
                    <a:pt x="66064" y="328087"/>
                    <a:pt x="67848" y="332023"/>
                    <a:pt x="67915" y="332225"/>
                  </a:cubicBezTo>
                  <a:cubicBezTo>
                    <a:pt x="67982" y="332427"/>
                    <a:pt x="68420" y="337136"/>
                    <a:pt x="68420" y="337136"/>
                  </a:cubicBezTo>
                  <a:lnTo>
                    <a:pt x="67848" y="339962"/>
                  </a:lnTo>
                  <a:cubicBezTo>
                    <a:pt x="67848" y="339962"/>
                    <a:pt x="67848" y="345109"/>
                    <a:pt x="67848" y="345378"/>
                  </a:cubicBezTo>
                  <a:cubicBezTo>
                    <a:pt x="67848" y="345681"/>
                    <a:pt x="67848" y="348641"/>
                    <a:pt x="67848" y="348641"/>
                  </a:cubicBezTo>
                  <a:lnTo>
                    <a:pt x="67848" y="352779"/>
                  </a:lnTo>
                  <a:lnTo>
                    <a:pt x="65223" y="356513"/>
                  </a:lnTo>
                  <a:lnTo>
                    <a:pt x="62093" y="361222"/>
                  </a:lnTo>
                  <a:cubicBezTo>
                    <a:pt x="63506" y="360180"/>
                    <a:pt x="65021" y="359170"/>
                    <a:pt x="65021" y="359170"/>
                  </a:cubicBezTo>
                  <a:cubicBezTo>
                    <a:pt x="65021" y="359170"/>
                    <a:pt x="66972" y="359271"/>
                    <a:pt x="66972" y="359709"/>
                  </a:cubicBezTo>
                  <a:cubicBezTo>
                    <a:pt x="66972" y="360146"/>
                    <a:pt x="67949" y="361761"/>
                    <a:pt x="67949" y="361761"/>
                  </a:cubicBezTo>
                  <a:cubicBezTo>
                    <a:pt x="67949" y="361761"/>
                    <a:pt x="69025" y="363846"/>
                    <a:pt x="69665" y="365125"/>
                  </a:cubicBezTo>
                  <a:cubicBezTo>
                    <a:pt x="70304" y="366437"/>
                    <a:pt x="72391" y="370339"/>
                    <a:pt x="72694" y="370978"/>
                  </a:cubicBezTo>
                  <a:cubicBezTo>
                    <a:pt x="73030" y="371617"/>
                    <a:pt x="75622" y="375654"/>
                    <a:pt x="75622" y="375654"/>
                  </a:cubicBezTo>
                  <a:lnTo>
                    <a:pt x="77910" y="378143"/>
                  </a:lnTo>
                  <a:cubicBezTo>
                    <a:pt x="77910" y="378143"/>
                    <a:pt x="79862" y="382718"/>
                    <a:pt x="80300" y="383794"/>
                  </a:cubicBezTo>
                  <a:cubicBezTo>
                    <a:pt x="80737" y="384871"/>
                    <a:pt x="84641" y="391296"/>
                    <a:pt x="84978" y="391599"/>
                  </a:cubicBezTo>
                  <a:cubicBezTo>
                    <a:pt x="85314" y="391935"/>
                    <a:pt x="86492" y="395838"/>
                    <a:pt x="86492" y="395838"/>
                  </a:cubicBezTo>
                  <a:lnTo>
                    <a:pt x="85752" y="400513"/>
                  </a:lnTo>
                  <a:lnTo>
                    <a:pt x="86492" y="405088"/>
                  </a:lnTo>
                  <a:lnTo>
                    <a:pt x="88680" y="408789"/>
                  </a:lnTo>
                  <a:lnTo>
                    <a:pt x="96521" y="410538"/>
                  </a:lnTo>
                  <a:lnTo>
                    <a:pt x="102377" y="415315"/>
                  </a:lnTo>
                  <a:lnTo>
                    <a:pt x="104767" y="419015"/>
                  </a:lnTo>
                  <a:lnTo>
                    <a:pt x="106517" y="424431"/>
                  </a:lnTo>
                  <a:lnTo>
                    <a:pt x="107829" y="427022"/>
                  </a:lnTo>
                  <a:lnTo>
                    <a:pt x="109142" y="429410"/>
                  </a:lnTo>
                  <a:cubicBezTo>
                    <a:pt x="109142" y="429410"/>
                    <a:pt x="110656" y="431798"/>
                    <a:pt x="111531" y="431798"/>
                  </a:cubicBezTo>
                  <a:cubicBezTo>
                    <a:pt x="112406" y="431798"/>
                    <a:pt x="115873" y="433110"/>
                    <a:pt x="115873" y="433110"/>
                  </a:cubicBezTo>
                  <a:cubicBezTo>
                    <a:pt x="115873" y="433110"/>
                    <a:pt x="121527" y="434187"/>
                    <a:pt x="122402" y="434624"/>
                  </a:cubicBezTo>
                  <a:cubicBezTo>
                    <a:pt x="123277" y="435061"/>
                    <a:pt x="125229" y="435499"/>
                    <a:pt x="126104" y="435263"/>
                  </a:cubicBezTo>
                  <a:cubicBezTo>
                    <a:pt x="126979" y="435061"/>
                    <a:pt x="128056" y="433749"/>
                    <a:pt x="128056" y="433749"/>
                  </a:cubicBezTo>
                  <a:lnTo>
                    <a:pt x="131758" y="433312"/>
                  </a:lnTo>
                  <a:lnTo>
                    <a:pt x="133070" y="433749"/>
                  </a:lnTo>
                  <a:cubicBezTo>
                    <a:pt x="134147" y="435701"/>
                    <a:pt x="135022" y="437450"/>
                    <a:pt x="135022" y="437450"/>
                  </a:cubicBezTo>
                  <a:lnTo>
                    <a:pt x="136772" y="442025"/>
                  </a:lnTo>
                  <a:lnTo>
                    <a:pt x="138085" y="443976"/>
                  </a:lnTo>
                  <a:cubicBezTo>
                    <a:pt x="138085" y="443976"/>
                    <a:pt x="139162" y="444178"/>
                    <a:pt x="140272" y="445052"/>
                  </a:cubicBezTo>
                  <a:cubicBezTo>
                    <a:pt x="141349" y="445927"/>
                    <a:pt x="143099" y="445927"/>
                    <a:pt x="143099" y="445927"/>
                  </a:cubicBezTo>
                  <a:cubicBezTo>
                    <a:pt x="143099" y="445927"/>
                    <a:pt x="144614" y="446129"/>
                    <a:pt x="145051" y="446802"/>
                  </a:cubicBezTo>
                  <a:cubicBezTo>
                    <a:pt x="145488" y="447441"/>
                    <a:pt x="149830" y="448114"/>
                    <a:pt x="149830" y="448114"/>
                  </a:cubicBezTo>
                  <a:lnTo>
                    <a:pt x="151143" y="448753"/>
                  </a:lnTo>
                  <a:cubicBezTo>
                    <a:pt x="151143" y="448753"/>
                    <a:pt x="152219" y="449392"/>
                    <a:pt x="153330" y="449392"/>
                  </a:cubicBezTo>
                  <a:cubicBezTo>
                    <a:pt x="154407" y="449392"/>
                    <a:pt x="158345" y="450468"/>
                    <a:pt x="158345" y="450468"/>
                  </a:cubicBezTo>
                  <a:lnTo>
                    <a:pt x="160936" y="451107"/>
                  </a:lnTo>
                  <a:lnTo>
                    <a:pt x="162888" y="452419"/>
                  </a:lnTo>
                  <a:lnTo>
                    <a:pt x="164638" y="455245"/>
                  </a:lnTo>
                  <a:lnTo>
                    <a:pt x="167465" y="456120"/>
                  </a:lnTo>
                  <a:lnTo>
                    <a:pt x="170932" y="457869"/>
                  </a:lnTo>
                  <a:cubicBezTo>
                    <a:pt x="170932" y="457869"/>
                    <a:pt x="174398" y="458508"/>
                    <a:pt x="175071" y="458744"/>
                  </a:cubicBezTo>
                  <a:cubicBezTo>
                    <a:pt x="175711" y="458946"/>
                    <a:pt x="177259" y="458946"/>
                    <a:pt x="177898" y="458946"/>
                  </a:cubicBezTo>
                  <a:cubicBezTo>
                    <a:pt x="178538" y="458946"/>
                    <a:pt x="179210" y="458306"/>
                    <a:pt x="179850" y="459585"/>
                  </a:cubicBezTo>
                  <a:cubicBezTo>
                    <a:pt x="180489" y="460897"/>
                    <a:pt x="182442" y="461435"/>
                    <a:pt x="182677" y="462074"/>
                  </a:cubicBezTo>
                  <a:cubicBezTo>
                    <a:pt x="182879" y="462713"/>
                    <a:pt x="185066" y="464126"/>
                    <a:pt x="185066" y="464126"/>
                  </a:cubicBezTo>
                  <a:lnTo>
                    <a:pt x="187019" y="464126"/>
                  </a:lnTo>
                  <a:cubicBezTo>
                    <a:pt x="187019" y="464126"/>
                    <a:pt x="189845" y="464765"/>
                    <a:pt x="190485" y="464765"/>
                  </a:cubicBezTo>
                  <a:cubicBezTo>
                    <a:pt x="191124" y="464765"/>
                    <a:pt x="193312" y="463689"/>
                    <a:pt x="193312" y="463689"/>
                  </a:cubicBezTo>
                  <a:lnTo>
                    <a:pt x="195264" y="463049"/>
                  </a:lnTo>
                  <a:lnTo>
                    <a:pt x="198326" y="461738"/>
                  </a:lnTo>
                  <a:cubicBezTo>
                    <a:pt x="198326" y="461738"/>
                    <a:pt x="199201" y="461300"/>
                    <a:pt x="200077" y="461300"/>
                  </a:cubicBezTo>
                  <a:cubicBezTo>
                    <a:pt x="200952" y="461300"/>
                    <a:pt x="203778" y="461838"/>
                    <a:pt x="203778" y="461838"/>
                  </a:cubicBezTo>
                  <a:lnTo>
                    <a:pt x="209870" y="460627"/>
                  </a:lnTo>
                  <a:lnTo>
                    <a:pt x="216601" y="460627"/>
                  </a:lnTo>
                  <a:lnTo>
                    <a:pt x="219192" y="459114"/>
                  </a:lnTo>
                  <a:lnTo>
                    <a:pt x="230062" y="460426"/>
                  </a:lnTo>
                  <a:lnTo>
                    <a:pt x="235077" y="460863"/>
                  </a:lnTo>
                  <a:lnTo>
                    <a:pt x="243356" y="458676"/>
                  </a:lnTo>
                  <a:cubicBezTo>
                    <a:pt x="243356" y="458676"/>
                    <a:pt x="245746" y="457600"/>
                    <a:pt x="246621" y="457365"/>
                  </a:cubicBezTo>
                  <a:cubicBezTo>
                    <a:pt x="247496" y="457163"/>
                    <a:pt x="251837" y="457365"/>
                    <a:pt x="251837" y="457365"/>
                  </a:cubicBezTo>
                  <a:lnTo>
                    <a:pt x="255539" y="457163"/>
                  </a:lnTo>
                  <a:cubicBezTo>
                    <a:pt x="255539" y="457163"/>
                    <a:pt x="259241" y="456826"/>
                    <a:pt x="260083" y="456389"/>
                  </a:cubicBezTo>
                  <a:cubicBezTo>
                    <a:pt x="260924" y="455952"/>
                    <a:pt x="264659" y="455413"/>
                    <a:pt x="264659" y="455413"/>
                  </a:cubicBezTo>
                  <a:lnTo>
                    <a:pt x="267049" y="455413"/>
                  </a:lnTo>
                  <a:cubicBezTo>
                    <a:pt x="267049" y="455413"/>
                    <a:pt x="268564" y="456288"/>
                    <a:pt x="270751" y="455851"/>
                  </a:cubicBezTo>
                  <a:cubicBezTo>
                    <a:pt x="272939" y="455413"/>
                    <a:pt x="275530" y="454774"/>
                    <a:pt x="275530" y="454774"/>
                  </a:cubicBezTo>
                  <a:lnTo>
                    <a:pt x="278357" y="453025"/>
                  </a:lnTo>
                  <a:lnTo>
                    <a:pt x="278357" y="451074"/>
                  </a:lnTo>
                  <a:lnTo>
                    <a:pt x="283573" y="451511"/>
                  </a:lnTo>
                  <a:cubicBezTo>
                    <a:pt x="283573" y="451511"/>
                    <a:pt x="284785" y="452386"/>
                    <a:pt x="284785" y="453462"/>
                  </a:cubicBezTo>
                  <a:cubicBezTo>
                    <a:pt x="284785" y="454539"/>
                    <a:pt x="283573" y="457802"/>
                    <a:pt x="283573" y="457802"/>
                  </a:cubicBezTo>
                  <a:lnTo>
                    <a:pt x="283573" y="459753"/>
                  </a:lnTo>
                  <a:cubicBezTo>
                    <a:pt x="283573" y="459753"/>
                    <a:pt x="286198" y="462780"/>
                    <a:pt x="287074" y="463218"/>
                  </a:cubicBezTo>
                  <a:cubicBezTo>
                    <a:pt x="287949" y="463655"/>
                    <a:pt x="287949" y="462343"/>
                    <a:pt x="289261" y="464294"/>
                  </a:cubicBezTo>
                  <a:cubicBezTo>
                    <a:pt x="290574" y="466245"/>
                    <a:pt x="290978" y="466918"/>
                    <a:pt x="292088" y="467322"/>
                  </a:cubicBezTo>
                  <a:cubicBezTo>
                    <a:pt x="293165" y="467759"/>
                    <a:pt x="293401" y="467322"/>
                    <a:pt x="294713" y="467961"/>
                  </a:cubicBezTo>
                  <a:cubicBezTo>
                    <a:pt x="296026" y="468600"/>
                    <a:pt x="297540" y="468600"/>
                    <a:pt x="297540" y="468600"/>
                  </a:cubicBezTo>
                  <a:lnTo>
                    <a:pt x="298853" y="467725"/>
                  </a:lnTo>
                  <a:lnTo>
                    <a:pt x="301680" y="465337"/>
                  </a:lnTo>
                  <a:lnTo>
                    <a:pt x="303430" y="463823"/>
                  </a:lnTo>
                  <a:lnTo>
                    <a:pt x="305381" y="462747"/>
                  </a:lnTo>
                  <a:lnTo>
                    <a:pt x="308410" y="461872"/>
                  </a:lnTo>
                  <a:lnTo>
                    <a:pt x="310363" y="460997"/>
                  </a:lnTo>
                  <a:cubicBezTo>
                    <a:pt x="310363" y="460997"/>
                    <a:pt x="312954" y="459685"/>
                    <a:pt x="312954" y="458811"/>
                  </a:cubicBezTo>
                  <a:cubicBezTo>
                    <a:pt x="312954" y="457936"/>
                    <a:pt x="314266" y="455985"/>
                    <a:pt x="314266" y="455985"/>
                  </a:cubicBezTo>
                  <a:cubicBezTo>
                    <a:pt x="314266" y="455985"/>
                    <a:pt x="315343" y="454236"/>
                    <a:pt x="316016" y="454034"/>
                  </a:cubicBezTo>
                  <a:cubicBezTo>
                    <a:pt x="316690" y="453832"/>
                    <a:pt x="318642" y="452285"/>
                    <a:pt x="318642" y="452285"/>
                  </a:cubicBezTo>
                  <a:cubicBezTo>
                    <a:pt x="318642" y="452285"/>
                    <a:pt x="321267" y="451410"/>
                    <a:pt x="321906" y="451410"/>
                  </a:cubicBezTo>
                  <a:cubicBezTo>
                    <a:pt x="322546" y="451410"/>
                    <a:pt x="326012" y="453597"/>
                    <a:pt x="326012" y="453597"/>
                  </a:cubicBezTo>
                  <a:cubicBezTo>
                    <a:pt x="326012" y="453597"/>
                    <a:pt x="325810" y="455783"/>
                    <a:pt x="326012" y="457062"/>
                  </a:cubicBezTo>
                  <a:cubicBezTo>
                    <a:pt x="326248" y="458374"/>
                    <a:pt x="325642" y="462915"/>
                    <a:pt x="325642" y="462915"/>
                  </a:cubicBezTo>
                  <a:lnTo>
                    <a:pt x="325372" y="466615"/>
                  </a:lnTo>
                  <a:lnTo>
                    <a:pt x="325372" y="470080"/>
                  </a:lnTo>
                  <a:lnTo>
                    <a:pt x="326079" y="472132"/>
                  </a:lnTo>
                  <a:lnTo>
                    <a:pt x="327998" y="473646"/>
                  </a:lnTo>
                  <a:lnTo>
                    <a:pt x="332776" y="477548"/>
                  </a:lnTo>
                  <a:lnTo>
                    <a:pt x="332137" y="482224"/>
                  </a:lnTo>
                  <a:lnTo>
                    <a:pt x="329848" y="484276"/>
                  </a:lnTo>
                  <a:cubicBezTo>
                    <a:pt x="329848" y="484276"/>
                    <a:pt x="328233" y="485353"/>
                    <a:pt x="327459" y="485353"/>
                  </a:cubicBezTo>
                  <a:cubicBezTo>
                    <a:pt x="326685" y="485353"/>
                    <a:pt x="325945" y="486429"/>
                    <a:pt x="325945" y="486429"/>
                  </a:cubicBezTo>
                  <a:cubicBezTo>
                    <a:pt x="325945" y="486429"/>
                    <a:pt x="325844" y="488918"/>
                    <a:pt x="326045" y="489692"/>
                  </a:cubicBezTo>
                  <a:cubicBezTo>
                    <a:pt x="326281" y="490466"/>
                    <a:pt x="329647" y="493493"/>
                    <a:pt x="330387" y="494368"/>
                  </a:cubicBezTo>
                  <a:cubicBezTo>
                    <a:pt x="331161" y="495243"/>
                    <a:pt x="334291" y="496319"/>
                    <a:pt x="334291" y="496319"/>
                  </a:cubicBezTo>
                  <a:lnTo>
                    <a:pt x="331363" y="500995"/>
                  </a:lnTo>
                  <a:lnTo>
                    <a:pt x="330589" y="503484"/>
                  </a:lnTo>
                  <a:lnTo>
                    <a:pt x="334291" y="508799"/>
                  </a:lnTo>
                  <a:lnTo>
                    <a:pt x="337454" y="510212"/>
                  </a:lnTo>
                  <a:lnTo>
                    <a:pt x="340719" y="512264"/>
                  </a:lnTo>
                  <a:lnTo>
                    <a:pt x="343546" y="515965"/>
                  </a:lnTo>
                  <a:lnTo>
                    <a:pt x="344758" y="517176"/>
                  </a:lnTo>
                  <a:cubicBezTo>
                    <a:pt x="344758" y="517176"/>
                    <a:pt x="346171" y="517815"/>
                    <a:pt x="346810" y="517815"/>
                  </a:cubicBezTo>
                  <a:cubicBezTo>
                    <a:pt x="347450" y="517815"/>
                    <a:pt x="349738" y="516301"/>
                    <a:pt x="349738" y="516301"/>
                  </a:cubicBezTo>
                  <a:cubicBezTo>
                    <a:pt x="349738" y="516301"/>
                    <a:pt x="349738" y="517815"/>
                    <a:pt x="349738" y="518690"/>
                  </a:cubicBezTo>
                  <a:cubicBezTo>
                    <a:pt x="349738" y="519564"/>
                    <a:pt x="349738" y="522154"/>
                    <a:pt x="349738" y="522154"/>
                  </a:cubicBezTo>
                  <a:lnTo>
                    <a:pt x="346676" y="525619"/>
                  </a:lnTo>
                  <a:lnTo>
                    <a:pt x="347551" y="529320"/>
                  </a:lnTo>
                  <a:lnTo>
                    <a:pt x="349738" y="530396"/>
                  </a:lnTo>
                  <a:lnTo>
                    <a:pt x="352195" y="531641"/>
                  </a:lnTo>
                  <a:cubicBezTo>
                    <a:pt x="352195" y="531641"/>
                    <a:pt x="353339" y="530766"/>
                    <a:pt x="353777" y="530632"/>
                  </a:cubicBezTo>
                  <a:cubicBezTo>
                    <a:pt x="354214" y="530497"/>
                    <a:pt x="354787" y="530497"/>
                    <a:pt x="354988" y="529320"/>
                  </a:cubicBezTo>
                  <a:cubicBezTo>
                    <a:pt x="355224" y="528176"/>
                    <a:pt x="355224" y="527806"/>
                    <a:pt x="355561" y="526729"/>
                  </a:cubicBezTo>
                  <a:cubicBezTo>
                    <a:pt x="355931" y="525653"/>
                    <a:pt x="355931" y="525417"/>
                    <a:pt x="356806" y="524475"/>
                  </a:cubicBezTo>
                  <a:cubicBezTo>
                    <a:pt x="357681" y="523534"/>
                    <a:pt x="358488" y="522592"/>
                    <a:pt x="358825" y="522020"/>
                  </a:cubicBezTo>
                  <a:cubicBezTo>
                    <a:pt x="359195" y="521448"/>
                    <a:pt x="359633" y="520641"/>
                    <a:pt x="360205" y="520271"/>
                  </a:cubicBezTo>
                  <a:cubicBezTo>
                    <a:pt x="360777" y="519901"/>
                    <a:pt x="362594" y="518320"/>
                    <a:pt x="362594" y="518017"/>
                  </a:cubicBezTo>
                  <a:cubicBezTo>
                    <a:pt x="362594" y="517714"/>
                    <a:pt x="363974" y="516133"/>
                    <a:pt x="364344" y="515124"/>
                  </a:cubicBezTo>
                  <a:cubicBezTo>
                    <a:pt x="364714" y="514115"/>
                    <a:pt x="365792" y="512668"/>
                    <a:pt x="365993" y="512533"/>
                  </a:cubicBezTo>
                  <a:cubicBezTo>
                    <a:pt x="366196" y="512399"/>
                    <a:pt x="366868" y="511726"/>
                    <a:pt x="367138" y="511726"/>
                  </a:cubicBezTo>
                  <a:cubicBezTo>
                    <a:pt x="367441" y="511726"/>
                    <a:pt x="372926" y="511659"/>
                    <a:pt x="372926" y="511659"/>
                  </a:cubicBezTo>
                  <a:lnTo>
                    <a:pt x="374677" y="512298"/>
                  </a:lnTo>
                  <a:cubicBezTo>
                    <a:pt x="374677" y="512298"/>
                    <a:pt x="376494" y="513374"/>
                    <a:pt x="377436" y="514316"/>
                  </a:cubicBezTo>
                  <a:cubicBezTo>
                    <a:pt x="378378" y="515258"/>
                    <a:pt x="381273" y="517512"/>
                    <a:pt x="381407" y="517781"/>
                  </a:cubicBezTo>
                  <a:cubicBezTo>
                    <a:pt x="381542" y="518084"/>
                    <a:pt x="384604" y="521044"/>
                    <a:pt x="384739" y="521414"/>
                  </a:cubicBezTo>
                  <a:cubicBezTo>
                    <a:pt x="384874" y="521784"/>
                    <a:pt x="386052" y="524105"/>
                    <a:pt x="387196" y="524610"/>
                  </a:cubicBezTo>
                  <a:cubicBezTo>
                    <a:pt x="388340" y="525115"/>
                    <a:pt x="390830" y="525787"/>
                    <a:pt x="392042" y="525619"/>
                  </a:cubicBezTo>
                  <a:cubicBezTo>
                    <a:pt x="393287" y="525485"/>
                    <a:pt x="398840" y="524812"/>
                    <a:pt x="399783" y="524475"/>
                  </a:cubicBezTo>
                  <a:cubicBezTo>
                    <a:pt x="400725" y="524105"/>
                    <a:pt x="403114" y="523836"/>
                    <a:pt x="404764" y="522894"/>
                  </a:cubicBezTo>
                  <a:cubicBezTo>
                    <a:pt x="406446" y="521952"/>
                    <a:pt x="408095" y="521313"/>
                    <a:pt x="408095" y="521313"/>
                  </a:cubicBezTo>
                  <a:lnTo>
                    <a:pt x="410048" y="523063"/>
                  </a:lnTo>
                  <a:lnTo>
                    <a:pt x="412639" y="524442"/>
                  </a:lnTo>
                  <a:cubicBezTo>
                    <a:pt x="412639" y="524442"/>
                    <a:pt x="413951" y="527907"/>
                    <a:pt x="413884" y="528210"/>
                  </a:cubicBezTo>
                  <a:cubicBezTo>
                    <a:pt x="413817" y="528512"/>
                    <a:pt x="414389" y="530026"/>
                    <a:pt x="413884" y="530901"/>
                  </a:cubicBezTo>
                  <a:cubicBezTo>
                    <a:pt x="413379" y="531775"/>
                    <a:pt x="413951" y="532583"/>
                    <a:pt x="413211" y="533726"/>
                  </a:cubicBezTo>
                  <a:cubicBezTo>
                    <a:pt x="412504" y="534870"/>
                    <a:pt x="412134" y="535812"/>
                    <a:pt x="411764" y="536182"/>
                  </a:cubicBezTo>
                  <a:cubicBezTo>
                    <a:pt x="411393" y="536552"/>
                    <a:pt x="410754" y="538503"/>
                    <a:pt x="410754" y="539008"/>
                  </a:cubicBezTo>
                  <a:cubicBezTo>
                    <a:pt x="410754" y="539512"/>
                    <a:pt x="410182" y="540387"/>
                    <a:pt x="411057" y="541531"/>
                  </a:cubicBezTo>
                  <a:cubicBezTo>
                    <a:pt x="411932" y="542675"/>
                    <a:pt x="412572" y="543112"/>
                    <a:pt x="414086" y="543213"/>
                  </a:cubicBezTo>
                  <a:cubicBezTo>
                    <a:pt x="415600" y="543280"/>
                    <a:pt x="419740" y="543583"/>
                    <a:pt x="420009" y="544222"/>
                  </a:cubicBezTo>
                  <a:cubicBezTo>
                    <a:pt x="420312" y="544861"/>
                    <a:pt x="423576" y="548562"/>
                    <a:pt x="424149" y="548932"/>
                  </a:cubicBezTo>
                  <a:cubicBezTo>
                    <a:pt x="424721" y="549302"/>
                    <a:pt x="428860" y="550748"/>
                    <a:pt x="429433" y="551185"/>
                  </a:cubicBezTo>
                  <a:cubicBezTo>
                    <a:pt x="430004" y="551623"/>
                    <a:pt x="433067" y="553944"/>
                    <a:pt x="433639" y="554213"/>
                  </a:cubicBezTo>
                  <a:cubicBezTo>
                    <a:pt x="434211" y="554516"/>
                    <a:pt x="438418" y="556837"/>
                    <a:pt x="439495" y="557106"/>
                  </a:cubicBezTo>
                  <a:cubicBezTo>
                    <a:pt x="440572" y="557409"/>
                    <a:pt x="443265" y="557173"/>
                    <a:pt x="443635" y="557106"/>
                  </a:cubicBezTo>
                  <a:cubicBezTo>
                    <a:pt x="444005" y="557039"/>
                    <a:pt x="448212" y="556029"/>
                    <a:pt x="449154" y="555525"/>
                  </a:cubicBezTo>
                  <a:cubicBezTo>
                    <a:pt x="450096" y="555020"/>
                    <a:pt x="454808" y="554280"/>
                    <a:pt x="455885" y="553204"/>
                  </a:cubicBezTo>
                  <a:cubicBezTo>
                    <a:pt x="456962" y="552127"/>
                    <a:pt x="460361" y="550580"/>
                    <a:pt x="460664" y="549874"/>
                  </a:cubicBezTo>
                  <a:cubicBezTo>
                    <a:pt x="460967" y="549167"/>
                    <a:pt x="463929" y="542473"/>
                    <a:pt x="463929" y="542271"/>
                  </a:cubicBezTo>
                  <a:cubicBezTo>
                    <a:pt x="463929" y="542069"/>
                    <a:pt x="465813" y="540017"/>
                    <a:pt x="465813" y="540017"/>
                  </a:cubicBezTo>
                  <a:lnTo>
                    <a:pt x="468606" y="541093"/>
                  </a:lnTo>
                  <a:lnTo>
                    <a:pt x="473082" y="543045"/>
                  </a:lnTo>
                  <a:lnTo>
                    <a:pt x="473082" y="546510"/>
                  </a:lnTo>
                  <a:lnTo>
                    <a:pt x="473082" y="551724"/>
                  </a:lnTo>
                  <a:lnTo>
                    <a:pt x="473082" y="553473"/>
                  </a:lnTo>
                  <a:lnTo>
                    <a:pt x="473082" y="556938"/>
                  </a:lnTo>
                  <a:lnTo>
                    <a:pt x="471433" y="560201"/>
                  </a:lnTo>
                  <a:lnTo>
                    <a:pt x="473082" y="562253"/>
                  </a:lnTo>
                  <a:lnTo>
                    <a:pt x="476549" y="562354"/>
                  </a:lnTo>
                  <a:lnTo>
                    <a:pt x="479275" y="561277"/>
                  </a:lnTo>
                  <a:lnTo>
                    <a:pt x="481765" y="562152"/>
                  </a:lnTo>
                  <a:lnTo>
                    <a:pt x="483515" y="561614"/>
                  </a:lnTo>
                  <a:lnTo>
                    <a:pt x="485837" y="561143"/>
                  </a:lnTo>
                  <a:lnTo>
                    <a:pt x="489035" y="556366"/>
                  </a:lnTo>
                  <a:lnTo>
                    <a:pt x="490819" y="552430"/>
                  </a:lnTo>
                  <a:close/>
                </a:path>
              </a:pathLst>
            </a:custGeom>
            <a:grpFill/>
            <a:ln w="6350" cap="flat">
              <a:solidFill>
                <a:schemeClr val="bg1"/>
              </a:solidFill>
              <a:prstDash val="solid"/>
              <a:miter/>
            </a:ln>
          </p:spPr>
          <p:txBody>
            <a:bodyPr rtlCol="0" anchor="ctr"/>
            <a:lstStyle/>
            <a:p>
              <a:endParaRPr lang="en-US"/>
            </a:p>
          </p:txBody>
        </p:sp>
        <p:sp>
          <p:nvSpPr>
            <p:cNvPr id="181" name="Freeform 898">
              <a:extLst>
                <a:ext uri="{FF2B5EF4-FFF2-40B4-BE49-F238E27FC236}">
                  <a16:creationId xmlns:a16="http://schemas.microsoft.com/office/drawing/2014/main" id="{544B5B73-9D4A-3C04-AD40-FB3DDA45C341}"/>
                </a:ext>
              </a:extLst>
            </p:cNvPr>
            <p:cNvSpPr/>
            <p:nvPr/>
          </p:nvSpPr>
          <p:spPr>
            <a:xfrm>
              <a:off x="7996097" y="2453893"/>
              <a:ext cx="92292" cy="93883"/>
            </a:xfrm>
            <a:custGeom>
              <a:avLst/>
              <a:gdLst>
                <a:gd name="connsiteX0" fmla="*/ 13630 w 177191"/>
                <a:gd name="connsiteY0" fmla="*/ 153133 h 180246"/>
                <a:gd name="connsiteX1" fmla="*/ 14539 w 177191"/>
                <a:gd name="connsiteY1" fmla="*/ 151585 h 180246"/>
                <a:gd name="connsiteX2" fmla="*/ 14909 w 177191"/>
                <a:gd name="connsiteY2" fmla="*/ 149870 h 180246"/>
                <a:gd name="connsiteX3" fmla="*/ 13866 w 177191"/>
                <a:gd name="connsiteY3" fmla="*/ 148255 h 180246"/>
                <a:gd name="connsiteX4" fmla="*/ 10702 w 177191"/>
                <a:gd name="connsiteY4" fmla="*/ 145127 h 180246"/>
                <a:gd name="connsiteX5" fmla="*/ 9221 w 177191"/>
                <a:gd name="connsiteY5" fmla="*/ 142974 h 180246"/>
                <a:gd name="connsiteX6" fmla="*/ 6091 w 177191"/>
                <a:gd name="connsiteY6" fmla="*/ 139677 h 180246"/>
                <a:gd name="connsiteX7" fmla="*/ 3769 w 177191"/>
                <a:gd name="connsiteY7" fmla="*/ 137860 h 180246"/>
                <a:gd name="connsiteX8" fmla="*/ 1514 w 177191"/>
                <a:gd name="connsiteY8" fmla="*/ 135405 h 180246"/>
                <a:gd name="connsiteX9" fmla="*/ 505 w 177191"/>
                <a:gd name="connsiteY9" fmla="*/ 132444 h 180246"/>
                <a:gd name="connsiteX10" fmla="*/ 269 w 177191"/>
                <a:gd name="connsiteY10" fmla="*/ 129854 h 180246"/>
                <a:gd name="connsiteX11" fmla="*/ 0 w 177191"/>
                <a:gd name="connsiteY11" fmla="*/ 126019 h 180246"/>
                <a:gd name="connsiteX12" fmla="*/ 0 w 177191"/>
                <a:gd name="connsiteY12" fmla="*/ 124068 h 180246"/>
                <a:gd name="connsiteX13" fmla="*/ 3601 w 177191"/>
                <a:gd name="connsiteY13" fmla="*/ 123194 h 180246"/>
                <a:gd name="connsiteX14" fmla="*/ 4341 w 177191"/>
                <a:gd name="connsiteY14" fmla="*/ 123194 h 180246"/>
                <a:gd name="connsiteX15" fmla="*/ 6091 w 177191"/>
                <a:gd name="connsiteY15" fmla="*/ 123194 h 180246"/>
                <a:gd name="connsiteX16" fmla="*/ 7841 w 177191"/>
                <a:gd name="connsiteY16" fmla="*/ 123194 h 180246"/>
                <a:gd name="connsiteX17" fmla="*/ 9558 w 177191"/>
                <a:gd name="connsiteY17" fmla="*/ 123194 h 180246"/>
                <a:gd name="connsiteX18" fmla="*/ 10298 w 177191"/>
                <a:gd name="connsiteY18" fmla="*/ 122689 h 180246"/>
                <a:gd name="connsiteX19" fmla="*/ 12250 w 177191"/>
                <a:gd name="connsiteY19" fmla="*/ 121175 h 180246"/>
                <a:gd name="connsiteX20" fmla="*/ 13765 w 177191"/>
                <a:gd name="connsiteY20" fmla="*/ 117912 h 180246"/>
                <a:gd name="connsiteX21" fmla="*/ 16659 w 177191"/>
                <a:gd name="connsiteY21" fmla="*/ 115322 h 180246"/>
                <a:gd name="connsiteX22" fmla="*/ 18476 w 177191"/>
                <a:gd name="connsiteY22" fmla="*/ 114447 h 180246"/>
                <a:gd name="connsiteX23" fmla="*/ 21808 w 177191"/>
                <a:gd name="connsiteY23" fmla="*/ 111756 h 180246"/>
                <a:gd name="connsiteX24" fmla="*/ 23996 w 177191"/>
                <a:gd name="connsiteY24" fmla="*/ 111117 h 180246"/>
                <a:gd name="connsiteX25" fmla="*/ 26318 w 177191"/>
                <a:gd name="connsiteY25" fmla="*/ 111117 h 180246"/>
                <a:gd name="connsiteX26" fmla="*/ 29212 w 177191"/>
                <a:gd name="connsiteY26" fmla="*/ 111083 h 180246"/>
                <a:gd name="connsiteX27" fmla="*/ 31837 w 177191"/>
                <a:gd name="connsiteY27" fmla="*/ 110478 h 180246"/>
                <a:gd name="connsiteX28" fmla="*/ 33722 w 177191"/>
                <a:gd name="connsiteY28" fmla="*/ 109906 h 180246"/>
                <a:gd name="connsiteX29" fmla="*/ 36111 w 177191"/>
                <a:gd name="connsiteY29" fmla="*/ 107955 h 180246"/>
                <a:gd name="connsiteX30" fmla="*/ 36919 w 177191"/>
                <a:gd name="connsiteY30" fmla="*/ 107013 h 180246"/>
                <a:gd name="connsiteX31" fmla="*/ 38299 w 177191"/>
                <a:gd name="connsiteY31" fmla="*/ 105432 h 180246"/>
                <a:gd name="connsiteX32" fmla="*/ 39813 w 177191"/>
                <a:gd name="connsiteY32" fmla="*/ 104490 h 180246"/>
                <a:gd name="connsiteX33" fmla="*/ 42203 w 177191"/>
                <a:gd name="connsiteY33" fmla="*/ 102539 h 180246"/>
                <a:gd name="connsiteX34" fmla="*/ 43717 w 177191"/>
                <a:gd name="connsiteY34" fmla="*/ 101025 h 180246"/>
                <a:gd name="connsiteX35" fmla="*/ 45232 w 177191"/>
                <a:gd name="connsiteY35" fmla="*/ 98704 h 180246"/>
                <a:gd name="connsiteX36" fmla="*/ 45232 w 177191"/>
                <a:gd name="connsiteY36" fmla="*/ 94566 h 180246"/>
                <a:gd name="connsiteX37" fmla="*/ 41900 w 177191"/>
                <a:gd name="connsiteY37" fmla="*/ 91370 h 180246"/>
                <a:gd name="connsiteX38" fmla="*/ 41193 w 177191"/>
                <a:gd name="connsiteY38" fmla="*/ 88107 h 180246"/>
                <a:gd name="connsiteX39" fmla="*/ 37121 w 177191"/>
                <a:gd name="connsiteY39" fmla="*/ 84979 h 180246"/>
                <a:gd name="connsiteX40" fmla="*/ 35674 w 177191"/>
                <a:gd name="connsiteY40" fmla="*/ 84979 h 180246"/>
                <a:gd name="connsiteX41" fmla="*/ 33924 w 177191"/>
                <a:gd name="connsiteY41" fmla="*/ 84979 h 180246"/>
                <a:gd name="connsiteX42" fmla="*/ 31904 w 177191"/>
                <a:gd name="connsiteY42" fmla="*/ 83835 h 180246"/>
                <a:gd name="connsiteX43" fmla="*/ 31029 w 177191"/>
                <a:gd name="connsiteY43" fmla="*/ 82254 h 180246"/>
                <a:gd name="connsiteX44" fmla="*/ 31433 w 177191"/>
                <a:gd name="connsiteY44" fmla="*/ 81043 h 180246"/>
                <a:gd name="connsiteX45" fmla="*/ 30289 w 177191"/>
                <a:gd name="connsiteY45" fmla="*/ 79126 h 180246"/>
                <a:gd name="connsiteX46" fmla="*/ 29481 w 177191"/>
                <a:gd name="connsiteY46" fmla="*/ 77545 h 180246"/>
                <a:gd name="connsiteX47" fmla="*/ 28236 w 177191"/>
                <a:gd name="connsiteY47" fmla="*/ 76771 h 180246"/>
                <a:gd name="connsiteX48" fmla="*/ 25779 w 177191"/>
                <a:gd name="connsiteY48" fmla="*/ 74820 h 180246"/>
                <a:gd name="connsiteX49" fmla="*/ 24669 w 177191"/>
                <a:gd name="connsiteY49" fmla="*/ 72532 h 180246"/>
                <a:gd name="connsiteX50" fmla="*/ 24366 w 177191"/>
                <a:gd name="connsiteY50" fmla="*/ 70783 h 180246"/>
                <a:gd name="connsiteX51" fmla="*/ 24366 w 177191"/>
                <a:gd name="connsiteY51" fmla="*/ 70178 h 180246"/>
                <a:gd name="connsiteX52" fmla="*/ 23996 w 177191"/>
                <a:gd name="connsiteY52" fmla="*/ 68159 h 180246"/>
                <a:gd name="connsiteX53" fmla="*/ 24366 w 177191"/>
                <a:gd name="connsiteY53" fmla="*/ 66847 h 180246"/>
                <a:gd name="connsiteX54" fmla="*/ 25241 w 177191"/>
                <a:gd name="connsiteY54" fmla="*/ 65636 h 180246"/>
                <a:gd name="connsiteX55" fmla="*/ 26991 w 177191"/>
                <a:gd name="connsiteY55" fmla="*/ 64122 h 180246"/>
                <a:gd name="connsiteX56" fmla="*/ 28606 w 177191"/>
                <a:gd name="connsiteY56" fmla="*/ 63685 h 180246"/>
                <a:gd name="connsiteX57" fmla="*/ 29818 w 177191"/>
                <a:gd name="connsiteY57" fmla="*/ 63685 h 180246"/>
                <a:gd name="connsiteX58" fmla="*/ 32039 w 177191"/>
                <a:gd name="connsiteY58" fmla="*/ 62541 h 180246"/>
                <a:gd name="connsiteX59" fmla="*/ 34866 w 177191"/>
                <a:gd name="connsiteY59" fmla="*/ 60523 h 180246"/>
                <a:gd name="connsiteX60" fmla="*/ 35943 w 177191"/>
                <a:gd name="connsiteY60" fmla="*/ 59716 h 180246"/>
                <a:gd name="connsiteX61" fmla="*/ 37188 w 177191"/>
                <a:gd name="connsiteY61" fmla="*/ 59346 h 180246"/>
                <a:gd name="connsiteX62" fmla="*/ 39409 w 177191"/>
                <a:gd name="connsiteY62" fmla="*/ 59346 h 180246"/>
                <a:gd name="connsiteX63" fmla="*/ 41328 w 177191"/>
                <a:gd name="connsiteY63" fmla="*/ 59346 h 180246"/>
                <a:gd name="connsiteX64" fmla="*/ 43212 w 177191"/>
                <a:gd name="connsiteY64" fmla="*/ 59312 h 180246"/>
                <a:gd name="connsiteX65" fmla="*/ 46039 w 177191"/>
                <a:gd name="connsiteY65" fmla="*/ 59278 h 180246"/>
                <a:gd name="connsiteX66" fmla="*/ 47924 w 177191"/>
                <a:gd name="connsiteY66" fmla="*/ 59278 h 180246"/>
                <a:gd name="connsiteX67" fmla="*/ 50112 w 177191"/>
                <a:gd name="connsiteY67" fmla="*/ 59278 h 180246"/>
                <a:gd name="connsiteX68" fmla="*/ 53544 w 177191"/>
                <a:gd name="connsiteY68" fmla="*/ 58471 h 180246"/>
                <a:gd name="connsiteX69" fmla="*/ 54722 w 177191"/>
                <a:gd name="connsiteY69" fmla="*/ 55881 h 180246"/>
                <a:gd name="connsiteX70" fmla="*/ 57011 w 177191"/>
                <a:gd name="connsiteY70" fmla="*/ 52685 h 180246"/>
                <a:gd name="connsiteX71" fmla="*/ 57650 w 177191"/>
                <a:gd name="connsiteY71" fmla="*/ 49691 h 180246"/>
                <a:gd name="connsiteX72" fmla="*/ 58290 w 177191"/>
                <a:gd name="connsiteY72" fmla="*/ 47403 h 180246"/>
                <a:gd name="connsiteX73" fmla="*/ 59939 w 177191"/>
                <a:gd name="connsiteY73" fmla="*/ 45116 h 180246"/>
                <a:gd name="connsiteX74" fmla="*/ 60746 w 177191"/>
                <a:gd name="connsiteY74" fmla="*/ 44140 h 180246"/>
                <a:gd name="connsiteX75" fmla="*/ 62093 w 177191"/>
                <a:gd name="connsiteY75" fmla="*/ 42627 h 180246"/>
                <a:gd name="connsiteX76" fmla="*/ 64011 w 177191"/>
                <a:gd name="connsiteY76" fmla="*/ 40844 h 180246"/>
                <a:gd name="connsiteX77" fmla="*/ 66670 w 177191"/>
                <a:gd name="connsiteY77" fmla="*/ 39935 h 180246"/>
                <a:gd name="connsiteX78" fmla="*/ 68722 w 177191"/>
                <a:gd name="connsiteY78" fmla="*/ 39801 h 180246"/>
                <a:gd name="connsiteX79" fmla="*/ 70405 w 177191"/>
                <a:gd name="connsiteY79" fmla="*/ 39801 h 180246"/>
                <a:gd name="connsiteX80" fmla="*/ 72525 w 177191"/>
                <a:gd name="connsiteY80" fmla="*/ 39465 h 180246"/>
                <a:gd name="connsiteX81" fmla="*/ 74275 w 177191"/>
                <a:gd name="connsiteY81" fmla="*/ 38825 h 180246"/>
                <a:gd name="connsiteX82" fmla="*/ 75689 w 177191"/>
                <a:gd name="connsiteY82" fmla="*/ 37581 h 180246"/>
                <a:gd name="connsiteX83" fmla="*/ 76732 w 177191"/>
                <a:gd name="connsiteY83" fmla="*/ 36538 h 180246"/>
                <a:gd name="connsiteX84" fmla="*/ 78482 w 177191"/>
                <a:gd name="connsiteY84" fmla="*/ 36538 h 180246"/>
                <a:gd name="connsiteX85" fmla="*/ 79290 w 177191"/>
                <a:gd name="connsiteY85" fmla="*/ 37850 h 180246"/>
                <a:gd name="connsiteX86" fmla="*/ 79795 w 177191"/>
                <a:gd name="connsiteY86" fmla="*/ 39027 h 180246"/>
                <a:gd name="connsiteX87" fmla="*/ 82184 w 177191"/>
                <a:gd name="connsiteY87" fmla="*/ 39532 h 180246"/>
                <a:gd name="connsiteX88" fmla="*/ 83968 w 177191"/>
                <a:gd name="connsiteY88" fmla="*/ 39364 h 180246"/>
                <a:gd name="connsiteX89" fmla="*/ 84843 w 177191"/>
                <a:gd name="connsiteY89" fmla="*/ 37850 h 180246"/>
                <a:gd name="connsiteX90" fmla="*/ 83968 w 177191"/>
                <a:gd name="connsiteY90" fmla="*/ 35663 h 180246"/>
                <a:gd name="connsiteX91" fmla="*/ 82184 w 177191"/>
                <a:gd name="connsiteY91" fmla="*/ 34620 h 180246"/>
                <a:gd name="connsiteX92" fmla="*/ 79694 w 177191"/>
                <a:gd name="connsiteY92" fmla="*/ 33207 h 180246"/>
                <a:gd name="connsiteX93" fmla="*/ 76665 w 177191"/>
                <a:gd name="connsiteY93" fmla="*/ 30920 h 180246"/>
                <a:gd name="connsiteX94" fmla="*/ 75588 w 177191"/>
                <a:gd name="connsiteY94" fmla="*/ 28902 h 180246"/>
                <a:gd name="connsiteX95" fmla="*/ 74074 w 177191"/>
                <a:gd name="connsiteY95" fmla="*/ 26614 h 180246"/>
                <a:gd name="connsiteX96" fmla="*/ 72829 w 177191"/>
                <a:gd name="connsiteY96" fmla="*/ 24158 h 180246"/>
                <a:gd name="connsiteX97" fmla="*/ 72559 w 177191"/>
                <a:gd name="connsiteY97" fmla="*/ 22476 h 180246"/>
                <a:gd name="connsiteX98" fmla="*/ 73468 w 177191"/>
                <a:gd name="connsiteY98" fmla="*/ 21333 h 180246"/>
                <a:gd name="connsiteX99" fmla="*/ 75218 w 177191"/>
                <a:gd name="connsiteY99" fmla="*/ 20794 h 180246"/>
                <a:gd name="connsiteX100" fmla="*/ 77372 w 177191"/>
                <a:gd name="connsiteY100" fmla="*/ 21131 h 180246"/>
                <a:gd name="connsiteX101" fmla="*/ 79694 w 177191"/>
                <a:gd name="connsiteY101" fmla="*/ 22443 h 180246"/>
                <a:gd name="connsiteX102" fmla="*/ 80905 w 177191"/>
                <a:gd name="connsiteY102" fmla="*/ 23519 h 180246"/>
                <a:gd name="connsiteX103" fmla="*/ 84338 w 177191"/>
                <a:gd name="connsiteY103" fmla="*/ 24831 h 180246"/>
                <a:gd name="connsiteX104" fmla="*/ 85415 w 177191"/>
                <a:gd name="connsiteY104" fmla="*/ 23755 h 180246"/>
                <a:gd name="connsiteX105" fmla="*/ 84910 w 177191"/>
                <a:gd name="connsiteY105" fmla="*/ 22174 h 180246"/>
                <a:gd name="connsiteX106" fmla="*/ 84742 w 177191"/>
                <a:gd name="connsiteY106" fmla="*/ 20122 h 180246"/>
                <a:gd name="connsiteX107" fmla="*/ 83093 w 177191"/>
                <a:gd name="connsiteY107" fmla="*/ 18171 h 180246"/>
                <a:gd name="connsiteX108" fmla="*/ 81747 w 177191"/>
                <a:gd name="connsiteY108" fmla="*/ 17027 h 180246"/>
                <a:gd name="connsiteX109" fmla="*/ 80771 w 177191"/>
                <a:gd name="connsiteY109" fmla="*/ 15177 h 180246"/>
                <a:gd name="connsiteX110" fmla="*/ 80771 w 177191"/>
                <a:gd name="connsiteY110" fmla="*/ 13764 h 180246"/>
                <a:gd name="connsiteX111" fmla="*/ 82790 w 177191"/>
                <a:gd name="connsiteY111" fmla="*/ 13158 h 180246"/>
                <a:gd name="connsiteX112" fmla="*/ 85415 w 177191"/>
                <a:gd name="connsiteY112" fmla="*/ 12822 h 180246"/>
                <a:gd name="connsiteX113" fmla="*/ 89420 w 177191"/>
                <a:gd name="connsiteY113" fmla="*/ 14067 h 180246"/>
                <a:gd name="connsiteX114" fmla="*/ 92045 w 177191"/>
                <a:gd name="connsiteY114" fmla="*/ 12149 h 180246"/>
                <a:gd name="connsiteX115" fmla="*/ 94435 w 177191"/>
                <a:gd name="connsiteY115" fmla="*/ 10703 h 180246"/>
                <a:gd name="connsiteX116" fmla="*/ 94738 w 177191"/>
                <a:gd name="connsiteY116" fmla="*/ 7574 h 180246"/>
                <a:gd name="connsiteX117" fmla="*/ 94738 w 177191"/>
                <a:gd name="connsiteY117" fmla="*/ 5051 h 180246"/>
                <a:gd name="connsiteX118" fmla="*/ 95814 w 177191"/>
                <a:gd name="connsiteY118" fmla="*/ 3033 h 180246"/>
                <a:gd name="connsiteX119" fmla="*/ 96959 w 177191"/>
                <a:gd name="connsiteY119" fmla="*/ 1351 h 180246"/>
                <a:gd name="connsiteX120" fmla="*/ 99348 w 177191"/>
                <a:gd name="connsiteY120" fmla="*/ 39 h 180246"/>
                <a:gd name="connsiteX121" fmla="*/ 101536 w 177191"/>
                <a:gd name="connsiteY121" fmla="*/ 39 h 180246"/>
                <a:gd name="connsiteX122" fmla="*/ 102848 w 177191"/>
                <a:gd name="connsiteY122" fmla="*/ 543 h 180246"/>
                <a:gd name="connsiteX123" fmla="*/ 103723 w 177191"/>
                <a:gd name="connsiteY123" fmla="*/ 3066 h 180246"/>
                <a:gd name="connsiteX124" fmla="*/ 103723 w 177191"/>
                <a:gd name="connsiteY124" fmla="*/ 6027 h 180246"/>
                <a:gd name="connsiteX125" fmla="*/ 103757 w 177191"/>
                <a:gd name="connsiteY125" fmla="*/ 8482 h 180246"/>
                <a:gd name="connsiteX126" fmla="*/ 103757 w 177191"/>
                <a:gd name="connsiteY126" fmla="*/ 11611 h 180246"/>
                <a:gd name="connsiteX127" fmla="*/ 104161 w 177191"/>
                <a:gd name="connsiteY127" fmla="*/ 13932 h 180246"/>
                <a:gd name="connsiteX128" fmla="*/ 105978 w 177191"/>
                <a:gd name="connsiteY128" fmla="*/ 16825 h 180246"/>
                <a:gd name="connsiteX129" fmla="*/ 107291 w 177191"/>
                <a:gd name="connsiteY129" fmla="*/ 19785 h 180246"/>
                <a:gd name="connsiteX130" fmla="*/ 109680 w 177191"/>
                <a:gd name="connsiteY130" fmla="*/ 22409 h 180246"/>
                <a:gd name="connsiteX131" fmla="*/ 113214 w 177191"/>
                <a:gd name="connsiteY131" fmla="*/ 25100 h 180246"/>
                <a:gd name="connsiteX132" fmla="*/ 117354 w 177191"/>
                <a:gd name="connsiteY132" fmla="*/ 27691 h 180246"/>
                <a:gd name="connsiteX133" fmla="*/ 119507 w 177191"/>
                <a:gd name="connsiteY133" fmla="*/ 29070 h 180246"/>
                <a:gd name="connsiteX134" fmla="*/ 123983 w 177191"/>
                <a:gd name="connsiteY134" fmla="*/ 35091 h 180246"/>
                <a:gd name="connsiteX135" fmla="*/ 127315 w 177191"/>
                <a:gd name="connsiteY135" fmla="*/ 38624 h 180246"/>
                <a:gd name="connsiteX136" fmla="*/ 129839 w 177191"/>
                <a:gd name="connsiteY136" fmla="*/ 41012 h 180246"/>
                <a:gd name="connsiteX137" fmla="*/ 135931 w 177191"/>
                <a:gd name="connsiteY137" fmla="*/ 43535 h 180246"/>
                <a:gd name="connsiteX138" fmla="*/ 142022 w 177191"/>
                <a:gd name="connsiteY138" fmla="*/ 41954 h 180246"/>
                <a:gd name="connsiteX139" fmla="*/ 146667 w 177191"/>
                <a:gd name="connsiteY139" fmla="*/ 41079 h 180246"/>
                <a:gd name="connsiteX140" fmla="*/ 157840 w 177191"/>
                <a:gd name="connsiteY140" fmla="*/ 41449 h 180246"/>
                <a:gd name="connsiteX141" fmla="*/ 161172 w 177191"/>
                <a:gd name="connsiteY141" fmla="*/ 41449 h 180246"/>
                <a:gd name="connsiteX142" fmla="*/ 165379 w 177191"/>
                <a:gd name="connsiteY142" fmla="*/ 43198 h 180246"/>
                <a:gd name="connsiteX143" fmla="*/ 171302 w 177191"/>
                <a:gd name="connsiteY143" fmla="*/ 43198 h 180246"/>
                <a:gd name="connsiteX144" fmla="*/ 174499 w 177191"/>
                <a:gd name="connsiteY144" fmla="*/ 42761 h 180246"/>
                <a:gd name="connsiteX145" fmla="*/ 176383 w 177191"/>
                <a:gd name="connsiteY145" fmla="*/ 45452 h 180246"/>
                <a:gd name="connsiteX146" fmla="*/ 177191 w 177191"/>
                <a:gd name="connsiteY146" fmla="*/ 46966 h 180246"/>
                <a:gd name="connsiteX147" fmla="*/ 176249 w 177191"/>
                <a:gd name="connsiteY147" fmla="*/ 49220 h 180246"/>
                <a:gd name="connsiteX148" fmla="*/ 174667 w 177191"/>
                <a:gd name="connsiteY148" fmla="*/ 50599 h 180246"/>
                <a:gd name="connsiteX149" fmla="*/ 173220 w 177191"/>
                <a:gd name="connsiteY149" fmla="*/ 51037 h 180246"/>
                <a:gd name="connsiteX150" fmla="*/ 171571 w 177191"/>
                <a:gd name="connsiteY150" fmla="*/ 50734 h 180246"/>
                <a:gd name="connsiteX151" fmla="*/ 169855 w 177191"/>
                <a:gd name="connsiteY151" fmla="*/ 50498 h 180246"/>
                <a:gd name="connsiteX152" fmla="*/ 168710 w 177191"/>
                <a:gd name="connsiteY152" fmla="*/ 51373 h 180246"/>
                <a:gd name="connsiteX153" fmla="*/ 168710 w 177191"/>
                <a:gd name="connsiteY153" fmla="*/ 54501 h 180246"/>
                <a:gd name="connsiteX154" fmla="*/ 168912 w 177191"/>
                <a:gd name="connsiteY154" fmla="*/ 55511 h 180246"/>
                <a:gd name="connsiteX155" fmla="*/ 168138 w 177191"/>
                <a:gd name="connsiteY155" fmla="*/ 56957 h 180246"/>
                <a:gd name="connsiteX156" fmla="*/ 165749 w 177191"/>
                <a:gd name="connsiteY156" fmla="*/ 57462 h 180246"/>
                <a:gd name="connsiteX157" fmla="*/ 164066 w 177191"/>
                <a:gd name="connsiteY157" fmla="*/ 56890 h 180246"/>
                <a:gd name="connsiteX158" fmla="*/ 161037 w 177191"/>
                <a:gd name="connsiteY158" fmla="*/ 56587 h 180246"/>
                <a:gd name="connsiteX159" fmla="*/ 158648 w 177191"/>
                <a:gd name="connsiteY159" fmla="*/ 54905 h 180246"/>
                <a:gd name="connsiteX160" fmla="*/ 155181 w 177191"/>
                <a:gd name="connsiteY160" fmla="*/ 55645 h 180246"/>
                <a:gd name="connsiteX161" fmla="*/ 153229 w 177191"/>
                <a:gd name="connsiteY161" fmla="*/ 58538 h 180246"/>
                <a:gd name="connsiteX162" fmla="*/ 150907 w 177191"/>
                <a:gd name="connsiteY162" fmla="*/ 62945 h 180246"/>
                <a:gd name="connsiteX163" fmla="*/ 152287 w 177191"/>
                <a:gd name="connsiteY163" fmla="*/ 65468 h 180246"/>
                <a:gd name="connsiteX164" fmla="*/ 155922 w 177191"/>
                <a:gd name="connsiteY164" fmla="*/ 67924 h 180246"/>
                <a:gd name="connsiteX165" fmla="*/ 155989 w 177191"/>
                <a:gd name="connsiteY165" fmla="*/ 69168 h 180246"/>
                <a:gd name="connsiteX166" fmla="*/ 152926 w 177191"/>
                <a:gd name="connsiteY166" fmla="*/ 71422 h 180246"/>
                <a:gd name="connsiteX167" fmla="*/ 152051 w 177191"/>
                <a:gd name="connsiteY167" fmla="*/ 73811 h 180246"/>
                <a:gd name="connsiteX168" fmla="*/ 152926 w 177191"/>
                <a:gd name="connsiteY168" fmla="*/ 76502 h 180246"/>
                <a:gd name="connsiteX169" fmla="*/ 154945 w 177191"/>
                <a:gd name="connsiteY169" fmla="*/ 78016 h 180246"/>
                <a:gd name="connsiteX170" fmla="*/ 156628 w 177191"/>
                <a:gd name="connsiteY170" fmla="*/ 79597 h 180246"/>
                <a:gd name="connsiteX171" fmla="*/ 156662 w 177191"/>
                <a:gd name="connsiteY171" fmla="*/ 80538 h 180246"/>
                <a:gd name="connsiteX172" fmla="*/ 156561 w 177191"/>
                <a:gd name="connsiteY172" fmla="*/ 81615 h 180246"/>
                <a:gd name="connsiteX173" fmla="*/ 156561 w 177191"/>
                <a:gd name="connsiteY173" fmla="*/ 84003 h 180246"/>
                <a:gd name="connsiteX174" fmla="*/ 157705 w 177191"/>
                <a:gd name="connsiteY174" fmla="*/ 84811 h 180246"/>
                <a:gd name="connsiteX175" fmla="*/ 159388 w 177191"/>
                <a:gd name="connsiteY175" fmla="*/ 86829 h 180246"/>
                <a:gd name="connsiteX176" fmla="*/ 161138 w 177191"/>
                <a:gd name="connsiteY176" fmla="*/ 88276 h 180246"/>
                <a:gd name="connsiteX177" fmla="*/ 162652 w 177191"/>
                <a:gd name="connsiteY177" fmla="*/ 89857 h 180246"/>
                <a:gd name="connsiteX178" fmla="*/ 163696 w 177191"/>
                <a:gd name="connsiteY178" fmla="*/ 92312 h 180246"/>
                <a:gd name="connsiteX179" fmla="*/ 164301 w 177191"/>
                <a:gd name="connsiteY179" fmla="*/ 93927 h 180246"/>
                <a:gd name="connsiteX180" fmla="*/ 164369 w 177191"/>
                <a:gd name="connsiteY180" fmla="*/ 96114 h 180246"/>
                <a:gd name="connsiteX181" fmla="*/ 164436 w 177191"/>
                <a:gd name="connsiteY181" fmla="*/ 98401 h 180246"/>
                <a:gd name="connsiteX182" fmla="*/ 162855 w 177191"/>
                <a:gd name="connsiteY182" fmla="*/ 100689 h 180246"/>
                <a:gd name="connsiteX183" fmla="*/ 160802 w 177191"/>
                <a:gd name="connsiteY183" fmla="*/ 102976 h 180246"/>
                <a:gd name="connsiteX184" fmla="*/ 159152 w 177191"/>
                <a:gd name="connsiteY184" fmla="*/ 104221 h 180246"/>
                <a:gd name="connsiteX185" fmla="*/ 156090 w 177191"/>
                <a:gd name="connsiteY185" fmla="*/ 105835 h 180246"/>
                <a:gd name="connsiteX186" fmla="*/ 154239 w 177191"/>
                <a:gd name="connsiteY186" fmla="*/ 106979 h 180246"/>
                <a:gd name="connsiteX187" fmla="*/ 152825 w 177191"/>
                <a:gd name="connsiteY187" fmla="*/ 107484 h 180246"/>
                <a:gd name="connsiteX188" fmla="*/ 150470 w 177191"/>
                <a:gd name="connsiteY188" fmla="*/ 107484 h 180246"/>
                <a:gd name="connsiteX189" fmla="*/ 148148 w 177191"/>
                <a:gd name="connsiteY189" fmla="*/ 107820 h 180246"/>
                <a:gd name="connsiteX190" fmla="*/ 145253 w 177191"/>
                <a:gd name="connsiteY190" fmla="*/ 107787 h 180246"/>
                <a:gd name="connsiteX191" fmla="*/ 141787 w 177191"/>
                <a:gd name="connsiteY191" fmla="*/ 107080 h 180246"/>
                <a:gd name="connsiteX192" fmla="*/ 137883 w 177191"/>
                <a:gd name="connsiteY192" fmla="*/ 108493 h 180246"/>
                <a:gd name="connsiteX193" fmla="*/ 134282 w 177191"/>
                <a:gd name="connsiteY193" fmla="*/ 109368 h 180246"/>
                <a:gd name="connsiteX194" fmla="*/ 131892 w 177191"/>
                <a:gd name="connsiteY194" fmla="*/ 110141 h 180246"/>
                <a:gd name="connsiteX195" fmla="*/ 128729 w 177191"/>
                <a:gd name="connsiteY195" fmla="*/ 109368 h 180246"/>
                <a:gd name="connsiteX196" fmla="*/ 125901 w 177191"/>
                <a:gd name="connsiteY196" fmla="*/ 107517 h 180246"/>
                <a:gd name="connsiteX197" fmla="*/ 122334 w 177191"/>
                <a:gd name="connsiteY197" fmla="*/ 106643 h 180246"/>
                <a:gd name="connsiteX198" fmla="*/ 117320 w 177191"/>
                <a:gd name="connsiteY198" fmla="*/ 107080 h 180246"/>
                <a:gd name="connsiteX199" fmla="*/ 114493 w 177191"/>
                <a:gd name="connsiteY199" fmla="*/ 111218 h 180246"/>
                <a:gd name="connsiteX200" fmla="*/ 113079 w 177191"/>
                <a:gd name="connsiteY200" fmla="*/ 116096 h 180246"/>
                <a:gd name="connsiteX201" fmla="*/ 113079 w 177191"/>
                <a:gd name="connsiteY201" fmla="*/ 120536 h 180246"/>
                <a:gd name="connsiteX202" fmla="*/ 112305 w 177191"/>
                <a:gd name="connsiteY202" fmla="*/ 126288 h 180246"/>
                <a:gd name="connsiteX203" fmla="*/ 112844 w 177191"/>
                <a:gd name="connsiteY203" fmla="*/ 129652 h 180246"/>
                <a:gd name="connsiteX204" fmla="*/ 116646 w 177191"/>
                <a:gd name="connsiteY204" fmla="*/ 135203 h 180246"/>
                <a:gd name="connsiteX205" fmla="*/ 118262 w 177191"/>
                <a:gd name="connsiteY205" fmla="*/ 138668 h 180246"/>
                <a:gd name="connsiteX206" fmla="*/ 121190 w 177191"/>
                <a:gd name="connsiteY206" fmla="*/ 139038 h 180246"/>
                <a:gd name="connsiteX207" fmla="*/ 124118 w 177191"/>
                <a:gd name="connsiteY207" fmla="*/ 137019 h 180246"/>
                <a:gd name="connsiteX208" fmla="*/ 124320 w 177191"/>
                <a:gd name="connsiteY208" fmla="*/ 137019 h 180246"/>
                <a:gd name="connsiteX209" fmla="*/ 126810 w 177191"/>
                <a:gd name="connsiteY209" fmla="*/ 138971 h 180246"/>
                <a:gd name="connsiteX210" fmla="*/ 129099 w 177191"/>
                <a:gd name="connsiteY210" fmla="*/ 142570 h 180246"/>
                <a:gd name="connsiteX211" fmla="*/ 129638 w 177191"/>
                <a:gd name="connsiteY211" fmla="*/ 144757 h 180246"/>
                <a:gd name="connsiteX212" fmla="*/ 127786 w 177191"/>
                <a:gd name="connsiteY212" fmla="*/ 148760 h 180246"/>
                <a:gd name="connsiteX213" fmla="*/ 127988 w 177191"/>
                <a:gd name="connsiteY213" fmla="*/ 152426 h 180246"/>
                <a:gd name="connsiteX214" fmla="*/ 129402 w 177191"/>
                <a:gd name="connsiteY214" fmla="*/ 153772 h 180246"/>
                <a:gd name="connsiteX215" fmla="*/ 129402 w 177191"/>
                <a:gd name="connsiteY215" fmla="*/ 154647 h 180246"/>
                <a:gd name="connsiteX216" fmla="*/ 126575 w 177191"/>
                <a:gd name="connsiteY216" fmla="*/ 157035 h 180246"/>
                <a:gd name="connsiteX217" fmla="*/ 125161 w 177191"/>
                <a:gd name="connsiteY217" fmla="*/ 158347 h 180246"/>
                <a:gd name="connsiteX218" fmla="*/ 120921 w 177191"/>
                <a:gd name="connsiteY218" fmla="*/ 160735 h 180246"/>
                <a:gd name="connsiteX219" fmla="*/ 118733 w 177191"/>
                <a:gd name="connsiteY219" fmla="*/ 164873 h 180246"/>
                <a:gd name="connsiteX220" fmla="*/ 115570 w 177191"/>
                <a:gd name="connsiteY220" fmla="*/ 164873 h 180246"/>
                <a:gd name="connsiteX221" fmla="*/ 112406 w 177191"/>
                <a:gd name="connsiteY221" fmla="*/ 164873 h 180246"/>
                <a:gd name="connsiteX222" fmla="*/ 108603 w 177191"/>
                <a:gd name="connsiteY222" fmla="*/ 164873 h 180246"/>
                <a:gd name="connsiteX223" fmla="*/ 104363 w 177191"/>
                <a:gd name="connsiteY223" fmla="*/ 160870 h 180246"/>
                <a:gd name="connsiteX224" fmla="*/ 99584 w 177191"/>
                <a:gd name="connsiteY224" fmla="*/ 160197 h 180246"/>
                <a:gd name="connsiteX225" fmla="*/ 98170 w 177191"/>
                <a:gd name="connsiteY225" fmla="*/ 161408 h 180246"/>
                <a:gd name="connsiteX226" fmla="*/ 97497 w 177191"/>
                <a:gd name="connsiteY226" fmla="*/ 162384 h 180246"/>
                <a:gd name="connsiteX227" fmla="*/ 96959 w 177191"/>
                <a:gd name="connsiteY227" fmla="*/ 164234 h 180246"/>
                <a:gd name="connsiteX228" fmla="*/ 96420 w 177191"/>
                <a:gd name="connsiteY228" fmla="*/ 166185 h 180246"/>
                <a:gd name="connsiteX229" fmla="*/ 96521 w 177191"/>
                <a:gd name="connsiteY229" fmla="*/ 168573 h 180246"/>
                <a:gd name="connsiteX230" fmla="*/ 96185 w 177191"/>
                <a:gd name="connsiteY230" fmla="*/ 170424 h 180246"/>
                <a:gd name="connsiteX231" fmla="*/ 95512 w 177191"/>
                <a:gd name="connsiteY231" fmla="*/ 171736 h 180246"/>
                <a:gd name="connsiteX232" fmla="*/ 93997 w 177191"/>
                <a:gd name="connsiteY232" fmla="*/ 173485 h 180246"/>
                <a:gd name="connsiteX233" fmla="*/ 90396 w 177191"/>
                <a:gd name="connsiteY233" fmla="*/ 175133 h 180246"/>
                <a:gd name="connsiteX234" fmla="*/ 87771 w 177191"/>
                <a:gd name="connsiteY234" fmla="*/ 175772 h 180246"/>
                <a:gd name="connsiteX235" fmla="*/ 85382 w 177191"/>
                <a:gd name="connsiteY235" fmla="*/ 176546 h 180246"/>
                <a:gd name="connsiteX236" fmla="*/ 83733 w 177191"/>
                <a:gd name="connsiteY236" fmla="*/ 176546 h 180246"/>
                <a:gd name="connsiteX237" fmla="*/ 81680 w 177191"/>
                <a:gd name="connsiteY237" fmla="*/ 176580 h 180246"/>
                <a:gd name="connsiteX238" fmla="*/ 77439 w 177191"/>
                <a:gd name="connsiteY238" fmla="*/ 173518 h 180246"/>
                <a:gd name="connsiteX239" fmla="*/ 74949 w 177191"/>
                <a:gd name="connsiteY239" fmla="*/ 170491 h 180246"/>
                <a:gd name="connsiteX240" fmla="*/ 72660 w 177191"/>
                <a:gd name="connsiteY240" fmla="*/ 168203 h 180246"/>
                <a:gd name="connsiteX241" fmla="*/ 70271 w 177191"/>
                <a:gd name="connsiteY241" fmla="*/ 168102 h 180246"/>
                <a:gd name="connsiteX242" fmla="*/ 66367 w 177191"/>
                <a:gd name="connsiteY242" fmla="*/ 168203 h 180246"/>
                <a:gd name="connsiteX243" fmla="*/ 63102 w 177191"/>
                <a:gd name="connsiteY243" fmla="*/ 169717 h 180246"/>
                <a:gd name="connsiteX244" fmla="*/ 61251 w 177191"/>
                <a:gd name="connsiteY244" fmla="*/ 171231 h 180246"/>
                <a:gd name="connsiteX245" fmla="*/ 56573 w 177191"/>
                <a:gd name="connsiteY245" fmla="*/ 173619 h 180246"/>
                <a:gd name="connsiteX246" fmla="*/ 52097 w 177191"/>
                <a:gd name="connsiteY246" fmla="*/ 174931 h 180246"/>
                <a:gd name="connsiteX247" fmla="*/ 48294 w 177191"/>
                <a:gd name="connsiteY247" fmla="*/ 175032 h 180246"/>
                <a:gd name="connsiteX248" fmla="*/ 42876 w 177191"/>
                <a:gd name="connsiteY248" fmla="*/ 173619 h 180246"/>
                <a:gd name="connsiteX249" fmla="*/ 40385 w 177191"/>
                <a:gd name="connsiteY249" fmla="*/ 173619 h 180246"/>
                <a:gd name="connsiteX250" fmla="*/ 38097 w 177191"/>
                <a:gd name="connsiteY250" fmla="*/ 175470 h 180246"/>
                <a:gd name="connsiteX251" fmla="*/ 37121 w 177191"/>
                <a:gd name="connsiteY251" fmla="*/ 179607 h 180246"/>
                <a:gd name="connsiteX252" fmla="*/ 35606 w 177191"/>
                <a:gd name="connsiteY252" fmla="*/ 180246 h 180246"/>
                <a:gd name="connsiteX253" fmla="*/ 30827 w 177191"/>
                <a:gd name="connsiteY253" fmla="*/ 179607 h 180246"/>
                <a:gd name="connsiteX254" fmla="*/ 28539 w 177191"/>
                <a:gd name="connsiteY254" fmla="*/ 178194 h 180246"/>
                <a:gd name="connsiteX255" fmla="*/ 25813 w 177191"/>
                <a:gd name="connsiteY255" fmla="*/ 173518 h 180246"/>
                <a:gd name="connsiteX256" fmla="*/ 24938 w 177191"/>
                <a:gd name="connsiteY256" fmla="*/ 170491 h 180246"/>
                <a:gd name="connsiteX257" fmla="*/ 22212 w 177191"/>
                <a:gd name="connsiteY257" fmla="*/ 168540 h 180246"/>
                <a:gd name="connsiteX258" fmla="*/ 18409 w 177191"/>
                <a:gd name="connsiteY258" fmla="*/ 168102 h 180246"/>
                <a:gd name="connsiteX259" fmla="*/ 15481 w 177191"/>
                <a:gd name="connsiteY259" fmla="*/ 167901 h 180246"/>
                <a:gd name="connsiteX260" fmla="*/ 11779 w 177191"/>
                <a:gd name="connsiteY260" fmla="*/ 166589 h 180246"/>
                <a:gd name="connsiteX261" fmla="*/ 11106 w 177191"/>
                <a:gd name="connsiteY261" fmla="*/ 162249 h 180246"/>
                <a:gd name="connsiteX262" fmla="*/ 8515 w 177191"/>
                <a:gd name="connsiteY262" fmla="*/ 161375 h 180246"/>
                <a:gd name="connsiteX263" fmla="*/ 3837 w 177191"/>
                <a:gd name="connsiteY263" fmla="*/ 160500 h 180246"/>
                <a:gd name="connsiteX264" fmla="*/ 3365 w 177191"/>
                <a:gd name="connsiteY264" fmla="*/ 158986 h 180246"/>
                <a:gd name="connsiteX265" fmla="*/ 1548 w 177191"/>
                <a:gd name="connsiteY265" fmla="*/ 155959 h 180246"/>
                <a:gd name="connsiteX266" fmla="*/ 1548 w 177191"/>
                <a:gd name="connsiteY266" fmla="*/ 153671 h 180246"/>
                <a:gd name="connsiteX267" fmla="*/ 2861 w 177191"/>
                <a:gd name="connsiteY267" fmla="*/ 152494 h 180246"/>
                <a:gd name="connsiteX268" fmla="*/ 5788 w 177191"/>
                <a:gd name="connsiteY268" fmla="*/ 152595 h 180246"/>
                <a:gd name="connsiteX269" fmla="*/ 8077 w 177191"/>
                <a:gd name="connsiteY269" fmla="*/ 153469 h 180246"/>
                <a:gd name="connsiteX270" fmla="*/ 9591 w 177191"/>
                <a:gd name="connsiteY270" fmla="*/ 153907 h 180246"/>
                <a:gd name="connsiteX271" fmla="*/ 11981 w 177191"/>
                <a:gd name="connsiteY271" fmla="*/ 154344 h 180246"/>
                <a:gd name="connsiteX272" fmla="*/ 13630 w 177191"/>
                <a:gd name="connsiteY272" fmla="*/ 153133 h 18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77191" h="180246">
                  <a:moveTo>
                    <a:pt x="13630" y="153133"/>
                  </a:moveTo>
                  <a:lnTo>
                    <a:pt x="14539" y="151585"/>
                  </a:lnTo>
                  <a:lnTo>
                    <a:pt x="14909" y="149870"/>
                  </a:lnTo>
                  <a:lnTo>
                    <a:pt x="13866" y="148255"/>
                  </a:lnTo>
                  <a:lnTo>
                    <a:pt x="10702" y="145127"/>
                  </a:lnTo>
                  <a:lnTo>
                    <a:pt x="9221" y="142974"/>
                  </a:lnTo>
                  <a:lnTo>
                    <a:pt x="6091" y="139677"/>
                  </a:lnTo>
                  <a:lnTo>
                    <a:pt x="3769" y="137860"/>
                  </a:lnTo>
                  <a:cubicBezTo>
                    <a:pt x="3769" y="137860"/>
                    <a:pt x="1582" y="135607"/>
                    <a:pt x="1514" y="135405"/>
                  </a:cubicBezTo>
                  <a:cubicBezTo>
                    <a:pt x="1447" y="135203"/>
                    <a:pt x="572" y="132646"/>
                    <a:pt x="505" y="132444"/>
                  </a:cubicBezTo>
                  <a:cubicBezTo>
                    <a:pt x="438" y="132243"/>
                    <a:pt x="269" y="129854"/>
                    <a:pt x="269" y="129854"/>
                  </a:cubicBezTo>
                  <a:lnTo>
                    <a:pt x="0" y="126019"/>
                  </a:lnTo>
                  <a:lnTo>
                    <a:pt x="0" y="124068"/>
                  </a:lnTo>
                  <a:lnTo>
                    <a:pt x="3601" y="123194"/>
                  </a:lnTo>
                  <a:lnTo>
                    <a:pt x="4341" y="123194"/>
                  </a:lnTo>
                  <a:lnTo>
                    <a:pt x="6091" y="123194"/>
                  </a:lnTo>
                  <a:lnTo>
                    <a:pt x="7841" y="123194"/>
                  </a:lnTo>
                  <a:lnTo>
                    <a:pt x="9558" y="123194"/>
                  </a:lnTo>
                  <a:cubicBezTo>
                    <a:pt x="9558" y="123194"/>
                    <a:pt x="9558" y="123261"/>
                    <a:pt x="10298" y="122689"/>
                  </a:cubicBezTo>
                  <a:cubicBezTo>
                    <a:pt x="11039" y="122117"/>
                    <a:pt x="12250" y="121175"/>
                    <a:pt x="12250" y="121175"/>
                  </a:cubicBezTo>
                  <a:lnTo>
                    <a:pt x="13765" y="117912"/>
                  </a:lnTo>
                  <a:lnTo>
                    <a:pt x="16659" y="115322"/>
                  </a:lnTo>
                  <a:cubicBezTo>
                    <a:pt x="16659" y="115322"/>
                    <a:pt x="18039" y="114885"/>
                    <a:pt x="18476" y="114447"/>
                  </a:cubicBezTo>
                  <a:cubicBezTo>
                    <a:pt x="18914" y="114010"/>
                    <a:pt x="21808" y="111756"/>
                    <a:pt x="21808" y="111756"/>
                  </a:cubicBezTo>
                  <a:cubicBezTo>
                    <a:pt x="21808" y="111756"/>
                    <a:pt x="23693" y="111117"/>
                    <a:pt x="23996" y="111117"/>
                  </a:cubicBezTo>
                  <a:cubicBezTo>
                    <a:pt x="24299" y="111117"/>
                    <a:pt x="25510" y="111050"/>
                    <a:pt x="26318" y="111117"/>
                  </a:cubicBezTo>
                  <a:cubicBezTo>
                    <a:pt x="27125" y="111184"/>
                    <a:pt x="28337" y="110982"/>
                    <a:pt x="29212" y="111083"/>
                  </a:cubicBezTo>
                  <a:cubicBezTo>
                    <a:pt x="30087" y="111184"/>
                    <a:pt x="31534" y="110478"/>
                    <a:pt x="31837" y="110478"/>
                  </a:cubicBezTo>
                  <a:cubicBezTo>
                    <a:pt x="32106" y="110478"/>
                    <a:pt x="32981" y="110040"/>
                    <a:pt x="33722" y="109906"/>
                  </a:cubicBezTo>
                  <a:cubicBezTo>
                    <a:pt x="34429" y="109771"/>
                    <a:pt x="36111" y="107955"/>
                    <a:pt x="36111" y="107955"/>
                  </a:cubicBezTo>
                  <a:cubicBezTo>
                    <a:pt x="36111" y="107955"/>
                    <a:pt x="36751" y="107316"/>
                    <a:pt x="36919" y="107013"/>
                  </a:cubicBezTo>
                  <a:cubicBezTo>
                    <a:pt x="37054" y="106744"/>
                    <a:pt x="38063" y="105499"/>
                    <a:pt x="38299" y="105432"/>
                  </a:cubicBezTo>
                  <a:cubicBezTo>
                    <a:pt x="38501" y="105365"/>
                    <a:pt x="39544" y="104490"/>
                    <a:pt x="39813" y="104490"/>
                  </a:cubicBezTo>
                  <a:cubicBezTo>
                    <a:pt x="40082" y="104490"/>
                    <a:pt x="41967" y="102606"/>
                    <a:pt x="42203" y="102539"/>
                  </a:cubicBezTo>
                  <a:cubicBezTo>
                    <a:pt x="42405" y="102471"/>
                    <a:pt x="43448" y="101227"/>
                    <a:pt x="43717" y="101025"/>
                  </a:cubicBezTo>
                  <a:cubicBezTo>
                    <a:pt x="44020" y="100823"/>
                    <a:pt x="45232" y="99007"/>
                    <a:pt x="45232" y="98704"/>
                  </a:cubicBezTo>
                  <a:cubicBezTo>
                    <a:pt x="45232" y="98401"/>
                    <a:pt x="45232" y="94566"/>
                    <a:pt x="45232" y="94566"/>
                  </a:cubicBezTo>
                  <a:lnTo>
                    <a:pt x="41900" y="91370"/>
                  </a:lnTo>
                  <a:lnTo>
                    <a:pt x="41193" y="88107"/>
                  </a:lnTo>
                  <a:lnTo>
                    <a:pt x="37121" y="84979"/>
                  </a:lnTo>
                  <a:lnTo>
                    <a:pt x="35674" y="84979"/>
                  </a:lnTo>
                  <a:lnTo>
                    <a:pt x="33924" y="84979"/>
                  </a:lnTo>
                  <a:lnTo>
                    <a:pt x="31904" y="83835"/>
                  </a:lnTo>
                  <a:lnTo>
                    <a:pt x="31029" y="82254"/>
                  </a:lnTo>
                  <a:lnTo>
                    <a:pt x="31433" y="81043"/>
                  </a:lnTo>
                  <a:lnTo>
                    <a:pt x="30289" y="79126"/>
                  </a:lnTo>
                  <a:lnTo>
                    <a:pt x="29481" y="77545"/>
                  </a:lnTo>
                  <a:lnTo>
                    <a:pt x="28236" y="76771"/>
                  </a:lnTo>
                  <a:cubicBezTo>
                    <a:pt x="28236" y="76771"/>
                    <a:pt x="25914" y="75022"/>
                    <a:pt x="25779" y="74820"/>
                  </a:cubicBezTo>
                  <a:cubicBezTo>
                    <a:pt x="25678" y="74618"/>
                    <a:pt x="24669" y="72532"/>
                    <a:pt x="24669" y="72532"/>
                  </a:cubicBezTo>
                  <a:lnTo>
                    <a:pt x="24366" y="70783"/>
                  </a:lnTo>
                  <a:lnTo>
                    <a:pt x="24366" y="70178"/>
                  </a:lnTo>
                  <a:cubicBezTo>
                    <a:pt x="24366" y="70178"/>
                    <a:pt x="23827" y="68226"/>
                    <a:pt x="23996" y="68159"/>
                  </a:cubicBezTo>
                  <a:cubicBezTo>
                    <a:pt x="24164" y="68092"/>
                    <a:pt x="24366" y="66847"/>
                    <a:pt x="24366" y="66847"/>
                  </a:cubicBezTo>
                  <a:cubicBezTo>
                    <a:pt x="24635" y="66612"/>
                    <a:pt x="25241" y="65636"/>
                    <a:pt x="25241" y="65636"/>
                  </a:cubicBezTo>
                  <a:cubicBezTo>
                    <a:pt x="25241" y="65636"/>
                    <a:pt x="26823" y="64122"/>
                    <a:pt x="26991" y="64122"/>
                  </a:cubicBezTo>
                  <a:cubicBezTo>
                    <a:pt x="27159" y="64122"/>
                    <a:pt x="28404" y="63685"/>
                    <a:pt x="28606" y="63685"/>
                  </a:cubicBezTo>
                  <a:cubicBezTo>
                    <a:pt x="28842" y="63685"/>
                    <a:pt x="29481" y="63786"/>
                    <a:pt x="29818" y="63685"/>
                  </a:cubicBezTo>
                  <a:cubicBezTo>
                    <a:pt x="30154" y="63584"/>
                    <a:pt x="32039" y="62541"/>
                    <a:pt x="32039" y="62541"/>
                  </a:cubicBezTo>
                  <a:lnTo>
                    <a:pt x="34866" y="60523"/>
                  </a:lnTo>
                  <a:lnTo>
                    <a:pt x="35943" y="59716"/>
                  </a:lnTo>
                  <a:cubicBezTo>
                    <a:pt x="35943" y="59716"/>
                    <a:pt x="36986" y="59379"/>
                    <a:pt x="37188" y="59346"/>
                  </a:cubicBezTo>
                  <a:cubicBezTo>
                    <a:pt x="37390" y="59278"/>
                    <a:pt x="39208" y="59514"/>
                    <a:pt x="39409" y="59346"/>
                  </a:cubicBezTo>
                  <a:cubicBezTo>
                    <a:pt x="39612" y="59177"/>
                    <a:pt x="40924" y="59480"/>
                    <a:pt x="41328" y="59346"/>
                  </a:cubicBezTo>
                  <a:cubicBezTo>
                    <a:pt x="41698" y="59177"/>
                    <a:pt x="42674" y="59312"/>
                    <a:pt x="43212" y="59312"/>
                  </a:cubicBezTo>
                  <a:cubicBezTo>
                    <a:pt x="43751" y="59312"/>
                    <a:pt x="45804" y="59245"/>
                    <a:pt x="46039" y="59278"/>
                  </a:cubicBezTo>
                  <a:cubicBezTo>
                    <a:pt x="46241" y="59312"/>
                    <a:pt x="47184" y="59211"/>
                    <a:pt x="47924" y="59278"/>
                  </a:cubicBezTo>
                  <a:cubicBezTo>
                    <a:pt x="48698" y="59312"/>
                    <a:pt x="49573" y="59413"/>
                    <a:pt x="50112" y="59278"/>
                  </a:cubicBezTo>
                  <a:cubicBezTo>
                    <a:pt x="50650" y="59110"/>
                    <a:pt x="53544" y="58471"/>
                    <a:pt x="53544" y="58471"/>
                  </a:cubicBezTo>
                  <a:cubicBezTo>
                    <a:pt x="53544" y="58471"/>
                    <a:pt x="54419" y="55914"/>
                    <a:pt x="54722" y="55881"/>
                  </a:cubicBezTo>
                  <a:cubicBezTo>
                    <a:pt x="55059" y="55813"/>
                    <a:pt x="57011" y="52685"/>
                    <a:pt x="57011" y="52685"/>
                  </a:cubicBezTo>
                  <a:cubicBezTo>
                    <a:pt x="57011" y="52685"/>
                    <a:pt x="57650" y="49859"/>
                    <a:pt x="57650" y="49691"/>
                  </a:cubicBezTo>
                  <a:cubicBezTo>
                    <a:pt x="57650" y="49523"/>
                    <a:pt x="58290" y="47403"/>
                    <a:pt x="58290" y="47403"/>
                  </a:cubicBezTo>
                  <a:lnTo>
                    <a:pt x="59939" y="45116"/>
                  </a:lnTo>
                  <a:lnTo>
                    <a:pt x="60746" y="44140"/>
                  </a:lnTo>
                  <a:lnTo>
                    <a:pt x="62093" y="42627"/>
                  </a:lnTo>
                  <a:cubicBezTo>
                    <a:pt x="62093" y="42627"/>
                    <a:pt x="63775" y="40945"/>
                    <a:pt x="64011" y="40844"/>
                  </a:cubicBezTo>
                  <a:cubicBezTo>
                    <a:pt x="64213" y="40743"/>
                    <a:pt x="66670" y="39935"/>
                    <a:pt x="66670" y="39935"/>
                  </a:cubicBezTo>
                  <a:cubicBezTo>
                    <a:pt x="66670" y="39935"/>
                    <a:pt x="68420" y="39801"/>
                    <a:pt x="68722" y="39801"/>
                  </a:cubicBezTo>
                  <a:cubicBezTo>
                    <a:pt x="69026" y="39801"/>
                    <a:pt x="70405" y="39801"/>
                    <a:pt x="70405" y="39801"/>
                  </a:cubicBezTo>
                  <a:lnTo>
                    <a:pt x="72525" y="39465"/>
                  </a:lnTo>
                  <a:lnTo>
                    <a:pt x="74275" y="38825"/>
                  </a:lnTo>
                  <a:cubicBezTo>
                    <a:pt x="74275" y="38825"/>
                    <a:pt x="75487" y="37581"/>
                    <a:pt x="75689" y="37581"/>
                  </a:cubicBezTo>
                  <a:cubicBezTo>
                    <a:pt x="75891" y="37581"/>
                    <a:pt x="76732" y="36538"/>
                    <a:pt x="76732" y="36538"/>
                  </a:cubicBezTo>
                  <a:cubicBezTo>
                    <a:pt x="76732" y="36538"/>
                    <a:pt x="78247" y="36605"/>
                    <a:pt x="78482" y="36538"/>
                  </a:cubicBezTo>
                  <a:cubicBezTo>
                    <a:pt x="78684" y="36471"/>
                    <a:pt x="79290" y="37850"/>
                    <a:pt x="79290" y="37850"/>
                  </a:cubicBezTo>
                  <a:lnTo>
                    <a:pt x="79795" y="39027"/>
                  </a:lnTo>
                  <a:cubicBezTo>
                    <a:pt x="79795" y="39027"/>
                    <a:pt x="81814" y="39532"/>
                    <a:pt x="82184" y="39532"/>
                  </a:cubicBezTo>
                  <a:cubicBezTo>
                    <a:pt x="82555" y="39532"/>
                    <a:pt x="83968" y="39364"/>
                    <a:pt x="83968" y="39364"/>
                  </a:cubicBezTo>
                  <a:cubicBezTo>
                    <a:pt x="83968" y="39364"/>
                    <a:pt x="84843" y="38018"/>
                    <a:pt x="84843" y="37850"/>
                  </a:cubicBezTo>
                  <a:cubicBezTo>
                    <a:pt x="84843" y="37682"/>
                    <a:pt x="84136" y="35798"/>
                    <a:pt x="83968" y="35663"/>
                  </a:cubicBezTo>
                  <a:cubicBezTo>
                    <a:pt x="83800" y="35562"/>
                    <a:pt x="82353" y="34755"/>
                    <a:pt x="82184" y="34620"/>
                  </a:cubicBezTo>
                  <a:cubicBezTo>
                    <a:pt x="82016" y="34519"/>
                    <a:pt x="79694" y="33207"/>
                    <a:pt x="79694" y="33207"/>
                  </a:cubicBezTo>
                  <a:lnTo>
                    <a:pt x="76665" y="30920"/>
                  </a:lnTo>
                  <a:cubicBezTo>
                    <a:pt x="76665" y="30920"/>
                    <a:pt x="75756" y="29003"/>
                    <a:pt x="75588" y="28902"/>
                  </a:cubicBezTo>
                  <a:cubicBezTo>
                    <a:pt x="75420" y="28801"/>
                    <a:pt x="74174" y="26782"/>
                    <a:pt x="74074" y="26614"/>
                  </a:cubicBezTo>
                  <a:cubicBezTo>
                    <a:pt x="73973" y="26446"/>
                    <a:pt x="72829" y="24394"/>
                    <a:pt x="72829" y="24158"/>
                  </a:cubicBezTo>
                  <a:cubicBezTo>
                    <a:pt x="72829" y="23957"/>
                    <a:pt x="72559" y="22476"/>
                    <a:pt x="72559" y="22476"/>
                  </a:cubicBezTo>
                  <a:cubicBezTo>
                    <a:pt x="72559" y="22476"/>
                    <a:pt x="73333" y="21333"/>
                    <a:pt x="73468" y="21333"/>
                  </a:cubicBezTo>
                  <a:cubicBezTo>
                    <a:pt x="73603" y="21333"/>
                    <a:pt x="75218" y="20794"/>
                    <a:pt x="75218" y="20794"/>
                  </a:cubicBezTo>
                  <a:lnTo>
                    <a:pt x="77372" y="21131"/>
                  </a:lnTo>
                  <a:lnTo>
                    <a:pt x="79694" y="22443"/>
                  </a:lnTo>
                  <a:lnTo>
                    <a:pt x="80905" y="23519"/>
                  </a:lnTo>
                  <a:cubicBezTo>
                    <a:pt x="80905" y="23519"/>
                    <a:pt x="84103" y="24831"/>
                    <a:pt x="84338" y="24831"/>
                  </a:cubicBezTo>
                  <a:cubicBezTo>
                    <a:pt x="84574" y="24831"/>
                    <a:pt x="85550" y="24394"/>
                    <a:pt x="85415" y="23755"/>
                  </a:cubicBezTo>
                  <a:cubicBezTo>
                    <a:pt x="85314" y="23116"/>
                    <a:pt x="84978" y="22342"/>
                    <a:pt x="84910" y="22174"/>
                  </a:cubicBezTo>
                  <a:cubicBezTo>
                    <a:pt x="84843" y="22006"/>
                    <a:pt x="84843" y="20290"/>
                    <a:pt x="84742" y="20122"/>
                  </a:cubicBezTo>
                  <a:cubicBezTo>
                    <a:pt x="84641" y="19953"/>
                    <a:pt x="83093" y="18171"/>
                    <a:pt x="83093" y="18171"/>
                  </a:cubicBezTo>
                  <a:lnTo>
                    <a:pt x="81747" y="17027"/>
                  </a:lnTo>
                  <a:cubicBezTo>
                    <a:pt x="81747" y="17027"/>
                    <a:pt x="80771" y="15715"/>
                    <a:pt x="80771" y="15177"/>
                  </a:cubicBezTo>
                  <a:cubicBezTo>
                    <a:pt x="80771" y="14638"/>
                    <a:pt x="80401" y="13831"/>
                    <a:pt x="80771" y="13764"/>
                  </a:cubicBezTo>
                  <a:cubicBezTo>
                    <a:pt x="81141" y="13697"/>
                    <a:pt x="82117" y="13326"/>
                    <a:pt x="82790" y="13158"/>
                  </a:cubicBezTo>
                  <a:cubicBezTo>
                    <a:pt x="83463" y="12990"/>
                    <a:pt x="84978" y="12822"/>
                    <a:pt x="85415" y="12822"/>
                  </a:cubicBezTo>
                  <a:cubicBezTo>
                    <a:pt x="85853" y="12822"/>
                    <a:pt x="89420" y="14067"/>
                    <a:pt x="89420" y="14067"/>
                  </a:cubicBezTo>
                  <a:cubicBezTo>
                    <a:pt x="89420" y="14067"/>
                    <a:pt x="91843" y="12082"/>
                    <a:pt x="92045" y="12149"/>
                  </a:cubicBezTo>
                  <a:cubicBezTo>
                    <a:pt x="92247" y="12216"/>
                    <a:pt x="94064" y="11140"/>
                    <a:pt x="94435" y="10703"/>
                  </a:cubicBezTo>
                  <a:cubicBezTo>
                    <a:pt x="94805" y="10265"/>
                    <a:pt x="94637" y="8516"/>
                    <a:pt x="94738" y="7574"/>
                  </a:cubicBezTo>
                  <a:cubicBezTo>
                    <a:pt x="94805" y="6632"/>
                    <a:pt x="94603" y="5690"/>
                    <a:pt x="94738" y="5051"/>
                  </a:cubicBezTo>
                  <a:cubicBezTo>
                    <a:pt x="94872" y="4412"/>
                    <a:pt x="95444" y="3470"/>
                    <a:pt x="95814" y="3033"/>
                  </a:cubicBezTo>
                  <a:cubicBezTo>
                    <a:pt x="96185" y="2595"/>
                    <a:pt x="96690" y="1586"/>
                    <a:pt x="96959" y="1351"/>
                  </a:cubicBezTo>
                  <a:cubicBezTo>
                    <a:pt x="97262" y="1115"/>
                    <a:pt x="99079" y="207"/>
                    <a:pt x="99348" y="39"/>
                  </a:cubicBezTo>
                  <a:cubicBezTo>
                    <a:pt x="99651" y="-96"/>
                    <a:pt x="100930" y="173"/>
                    <a:pt x="101536" y="39"/>
                  </a:cubicBezTo>
                  <a:cubicBezTo>
                    <a:pt x="102108" y="-96"/>
                    <a:pt x="102545" y="342"/>
                    <a:pt x="102848" y="543"/>
                  </a:cubicBezTo>
                  <a:cubicBezTo>
                    <a:pt x="103118" y="745"/>
                    <a:pt x="103589" y="1990"/>
                    <a:pt x="103723" y="3066"/>
                  </a:cubicBezTo>
                  <a:cubicBezTo>
                    <a:pt x="103858" y="4143"/>
                    <a:pt x="103589" y="4950"/>
                    <a:pt x="103723" y="6027"/>
                  </a:cubicBezTo>
                  <a:cubicBezTo>
                    <a:pt x="103858" y="7103"/>
                    <a:pt x="103589" y="8045"/>
                    <a:pt x="103757" y="8482"/>
                  </a:cubicBezTo>
                  <a:cubicBezTo>
                    <a:pt x="103925" y="8920"/>
                    <a:pt x="103757" y="11611"/>
                    <a:pt x="103757" y="11611"/>
                  </a:cubicBezTo>
                  <a:cubicBezTo>
                    <a:pt x="103757" y="11611"/>
                    <a:pt x="103286" y="13057"/>
                    <a:pt x="104161" y="13932"/>
                  </a:cubicBezTo>
                  <a:cubicBezTo>
                    <a:pt x="105036" y="14807"/>
                    <a:pt x="105675" y="16388"/>
                    <a:pt x="105978" y="16825"/>
                  </a:cubicBezTo>
                  <a:cubicBezTo>
                    <a:pt x="106281" y="17262"/>
                    <a:pt x="107055" y="19718"/>
                    <a:pt x="107291" y="19785"/>
                  </a:cubicBezTo>
                  <a:cubicBezTo>
                    <a:pt x="107526" y="19853"/>
                    <a:pt x="108738" y="22039"/>
                    <a:pt x="109680" y="22409"/>
                  </a:cubicBezTo>
                  <a:cubicBezTo>
                    <a:pt x="110623" y="22779"/>
                    <a:pt x="111565" y="24226"/>
                    <a:pt x="113214" y="25100"/>
                  </a:cubicBezTo>
                  <a:cubicBezTo>
                    <a:pt x="114863" y="25975"/>
                    <a:pt x="117354" y="27691"/>
                    <a:pt x="117354" y="27691"/>
                  </a:cubicBezTo>
                  <a:lnTo>
                    <a:pt x="119507" y="29070"/>
                  </a:lnTo>
                  <a:lnTo>
                    <a:pt x="123983" y="35091"/>
                  </a:lnTo>
                  <a:lnTo>
                    <a:pt x="127315" y="38624"/>
                  </a:lnTo>
                  <a:lnTo>
                    <a:pt x="129839" y="41012"/>
                  </a:lnTo>
                  <a:lnTo>
                    <a:pt x="135931" y="43535"/>
                  </a:lnTo>
                  <a:cubicBezTo>
                    <a:pt x="135931" y="43535"/>
                    <a:pt x="141585" y="42088"/>
                    <a:pt x="142022" y="41954"/>
                  </a:cubicBezTo>
                  <a:cubicBezTo>
                    <a:pt x="142460" y="41819"/>
                    <a:pt x="146667" y="41079"/>
                    <a:pt x="146667" y="41079"/>
                  </a:cubicBezTo>
                  <a:lnTo>
                    <a:pt x="157840" y="41449"/>
                  </a:lnTo>
                  <a:lnTo>
                    <a:pt x="161172" y="41449"/>
                  </a:lnTo>
                  <a:lnTo>
                    <a:pt x="165379" y="43198"/>
                  </a:lnTo>
                  <a:lnTo>
                    <a:pt x="171302" y="43198"/>
                  </a:lnTo>
                  <a:cubicBezTo>
                    <a:pt x="171302" y="43198"/>
                    <a:pt x="173893" y="42627"/>
                    <a:pt x="174499" y="42761"/>
                  </a:cubicBezTo>
                  <a:cubicBezTo>
                    <a:pt x="175071" y="42896"/>
                    <a:pt x="176383" y="45452"/>
                    <a:pt x="176383" y="45452"/>
                  </a:cubicBezTo>
                  <a:lnTo>
                    <a:pt x="177191" y="46966"/>
                  </a:lnTo>
                  <a:lnTo>
                    <a:pt x="176249" y="49220"/>
                  </a:lnTo>
                  <a:lnTo>
                    <a:pt x="174667" y="50599"/>
                  </a:lnTo>
                  <a:lnTo>
                    <a:pt x="173220" y="51037"/>
                  </a:lnTo>
                  <a:lnTo>
                    <a:pt x="171571" y="50734"/>
                  </a:lnTo>
                  <a:lnTo>
                    <a:pt x="169855" y="50498"/>
                  </a:lnTo>
                  <a:lnTo>
                    <a:pt x="168710" y="51373"/>
                  </a:lnTo>
                  <a:lnTo>
                    <a:pt x="168710" y="54501"/>
                  </a:lnTo>
                  <a:lnTo>
                    <a:pt x="168912" y="55511"/>
                  </a:lnTo>
                  <a:lnTo>
                    <a:pt x="168138" y="56957"/>
                  </a:lnTo>
                  <a:lnTo>
                    <a:pt x="165749" y="57462"/>
                  </a:lnTo>
                  <a:cubicBezTo>
                    <a:pt x="165749" y="57462"/>
                    <a:pt x="164739" y="56890"/>
                    <a:pt x="164066" y="56890"/>
                  </a:cubicBezTo>
                  <a:cubicBezTo>
                    <a:pt x="163393" y="56890"/>
                    <a:pt x="161306" y="56587"/>
                    <a:pt x="161037" y="56587"/>
                  </a:cubicBezTo>
                  <a:cubicBezTo>
                    <a:pt x="160734" y="56587"/>
                    <a:pt x="158917" y="55006"/>
                    <a:pt x="158648" y="54905"/>
                  </a:cubicBezTo>
                  <a:cubicBezTo>
                    <a:pt x="158378" y="54838"/>
                    <a:pt x="155181" y="55645"/>
                    <a:pt x="155181" y="55645"/>
                  </a:cubicBezTo>
                  <a:cubicBezTo>
                    <a:pt x="155181" y="55645"/>
                    <a:pt x="153431" y="58034"/>
                    <a:pt x="153229" y="58538"/>
                  </a:cubicBezTo>
                  <a:cubicBezTo>
                    <a:pt x="153027" y="59043"/>
                    <a:pt x="150907" y="62945"/>
                    <a:pt x="150907" y="62945"/>
                  </a:cubicBezTo>
                  <a:lnTo>
                    <a:pt x="152287" y="65468"/>
                  </a:lnTo>
                  <a:lnTo>
                    <a:pt x="155922" y="67924"/>
                  </a:lnTo>
                  <a:lnTo>
                    <a:pt x="155989" y="69168"/>
                  </a:lnTo>
                  <a:lnTo>
                    <a:pt x="152926" y="71422"/>
                  </a:lnTo>
                  <a:lnTo>
                    <a:pt x="152051" y="73811"/>
                  </a:lnTo>
                  <a:cubicBezTo>
                    <a:pt x="152051" y="73811"/>
                    <a:pt x="152421" y="76064"/>
                    <a:pt x="152926" y="76502"/>
                  </a:cubicBezTo>
                  <a:cubicBezTo>
                    <a:pt x="153431" y="76939"/>
                    <a:pt x="154441" y="77578"/>
                    <a:pt x="154945" y="78016"/>
                  </a:cubicBezTo>
                  <a:cubicBezTo>
                    <a:pt x="155450" y="78453"/>
                    <a:pt x="156393" y="79529"/>
                    <a:pt x="156628" y="79597"/>
                  </a:cubicBezTo>
                  <a:cubicBezTo>
                    <a:pt x="156864" y="79664"/>
                    <a:pt x="156662" y="80538"/>
                    <a:pt x="156662" y="80538"/>
                  </a:cubicBezTo>
                  <a:cubicBezTo>
                    <a:pt x="156662" y="80538"/>
                    <a:pt x="156561" y="81346"/>
                    <a:pt x="156561" y="81615"/>
                  </a:cubicBezTo>
                  <a:cubicBezTo>
                    <a:pt x="156561" y="81918"/>
                    <a:pt x="156561" y="84003"/>
                    <a:pt x="156561" y="84003"/>
                  </a:cubicBezTo>
                  <a:lnTo>
                    <a:pt x="157705" y="84811"/>
                  </a:lnTo>
                  <a:cubicBezTo>
                    <a:pt x="157705" y="84811"/>
                    <a:pt x="159152" y="86560"/>
                    <a:pt x="159388" y="86829"/>
                  </a:cubicBezTo>
                  <a:cubicBezTo>
                    <a:pt x="159590" y="87132"/>
                    <a:pt x="160633" y="87771"/>
                    <a:pt x="161138" y="88276"/>
                  </a:cubicBezTo>
                  <a:cubicBezTo>
                    <a:pt x="161643" y="88780"/>
                    <a:pt x="161777" y="89150"/>
                    <a:pt x="162652" y="89857"/>
                  </a:cubicBezTo>
                  <a:cubicBezTo>
                    <a:pt x="163528" y="90597"/>
                    <a:pt x="163696" y="92312"/>
                    <a:pt x="163696" y="92312"/>
                  </a:cubicBezTo>
                  <a:lnTo>
                    <a:pt x="164301" y="93927"/>
                  </a:lnTo>
                  <a:lnTo>
                    <a:pt x="164369" y="96114"/>
                  </a:lnTo>
                  <a:lnTo>
                    <a:pt x="164436" y="98401"/>
                  </a:lnTo>
                  <a:cubicBezTo>
                    <a:pt x="164436" y="98401"/>
                    <a:pt x="163023" y="100621"/>
                    <a:pt x="162855" y="100689"/>
                  </a:cubicBezTo>
                  <a:cubicBezTo>
                    <a:pt x="162686" y="100756"/>
                    <a:pt x="160802" y="102976"/>
                    <a:pt x="160802" y="102976"/>
                  </a:cubicBezTo>
                  <a:cubicBezTo>
                    <a:pt x="160802" y="102976"/>
                    <a:pt x="159321" y="104120"/>
                    <a:pt x="159152" y="104221"/>
                  </a:cubicBezTo>
                  <a:cubicBezTo>
                    <a:pt x="158984" y="104322"/>
                    <a:pt x="156426" y="105701"/>
                    <a:pt x="156090" y="105835"/>
                  </a:cubicBezTo>
                  <a:cubicBezTo>
                    <a:pt x="155787" y="106004"/>
                    <a:pt x="154475" y="106912"/>
                    <a:pt x="154239" y="106979"/>
                  </a:cubicBezTo>
                  <a:cubicBezTo>
                    <a:pt x="154037" y="107047"/>
                    <a:pt x="153027" y="107484"/>
                    <a:pt x="152825" y="107484"/>
                  </a:cubicBezTo>
                  <a:cubicBezTo>
                    <a:pt x="152623" y="107484"/>
                    <a:pt x="150470" y="107484"/>
                    <a:pt x="150470" y="107484"/>
                  </a:cubicBezTo>
                  <a:cubicBezTo>
                    <a:pt x="150470" y="107484"/>
                    <a:pt x="148955" y="107820"/>
                    <a:pt x="148148" y="107820"/>
                  </a:cubicBezTo>
                  <a:cubicBezTo>
                    <a:pt x="147340" y="107820"/>
                    <a:pt x="145489" y="107787"/>
                    <a:pt x="145253" y="107787"/>
                  </a:cubicBezTo>
                  <a:cubicBezTo>
                    <a:pt x="145051" y="107787"/>
                    <a:pt x="141787" y="107080"/>
                    <a:pt x="141787" y="107080"/>
                  </a:cubicBezTo>
                  <a:lnTo>
                    <a:pt x="137883" y="108493"/>
                  </a:lnTo>
                  <a:lnTo>
                    <a:pt x="134282" y="109368"/>
                  </a:lnTo>
                  <a:lnTo>
                    <a:pt x="131892" y="110141"/>
                  </a:lnTo>
                  <a:lnTo>
                    <a:pt x="128729" y="109368"/>
                  </a:lnTo>
                  <a:lnTo>
                    <a:pt x="125901" y="107517"/>
                  </a:lnTo>
                  <a:lnTo>
                    <a:pt x="122334" y="106643"/>
                  </a:lnTo>
                  <a:lnTo>
                    <a:pt x="117320" y="107080"/>
                  </a:lnTo>
                  <a:lnTo>
                    <a:pt x="114493" y="111218"/>
                  </a:lnTo>
                  <a:lnTo>
                    <a:pt x="113079" y="116096"/>
                  </a:lnTo>
                  <a:lnTo>
                    <a:pt x="113079" y="120536"/>
                  </a:lnTo>
                  <a:lnTo>
                    <a:pt x="112305" y="126288"/>
                  </a:lnTo>
                  <a:lnTo>
                    <a:pt x="112844" y="129652"/>
                  </a:lnTo>
                  <a:lnTo>
                    <a:pt x="116646" y="135203"/>
                  </a:lnTo>
                  <a:lnTo>
                    <a:pt x="118262" y="138668"/>
                  </a:lnTo>
                  <a:lnTo>
                    <a:pt x="121190" y="139038"/>
                  </a:lnTo>
                  <a:lnTo>
                    <a:pt x="124118" y="137019"/>
                  </a:lnTo>
                  <a:lnTo>
                    <a:pt x="124320" y="137019"/>
                  </a:lnTo>
                  <a:lnTo>
                    <a:pt x="126810" y="138971"/>
                  </a:lnTo>
                  <a:lnTo>
                    <a:pt x="129099" y="142570"/>
                  </a:lnTo>
                  <a:lnTo>
                    <a:pt x="129638" y="144757"/>
                  </a:lnTo>
                  <a:lnTo>
                    <a:pt x="127786" y="148760"/>
                  </a:lnTo>
                  <a:lnTo>
                    <a:pt x="127988" y="152426"/>
                  </a:lnTo>
                  <a:lnTo>
                    <a:pt x="129402" y="153772"/>
                  </a:lnTo>
                  <a:cubicBezTo>
                    <a:pt x="129402" y="153772"/>
                    <a:pt x="129503" y="154310"/>
                    <a:pt x="129402" y="154647"/>
                  </a:cubicBezTo>
                  <a:cubicBezTo>
                    <a:pt x="129301" y="154983"/>
                    <a:pt x="126575" y="157035"/>
                    <a:pt x="126575" y="157035"/>
                  </a:cubicBezTo>
                  <a:cubicBezTo>
                    <a:pt x="126575" y="157035"/>
                    <a:pt x="125599" y="158347"/>
                    <a:pt x="125161" y="158347"/>
                  </a:cubicBezTo>
                  <a:cubicBezTo>
                    <a:pt x="124724" y="158347"/>
                    <a:pt x="120921" y="160735"/>
                    <a:pt x="120921" y="160735"/>
                  </a:cubicBezTo>
                  <a:lnTo>
                    <a:pt x="118733" y="164873"/>
                  </a:lnTo>
                  <a:lnTo>
                    <a:pt x="115570" y="164873"/>
                  </a:lnTo>
                  <a:lnTo>
                    <a:pt x="112406" y="164873"/>
                  </a:lnTo>
                  <a:lnTo>
                    <a:pt x="108603" y="164873"/>
                  </a:lnTo>
                  <a:lnTo>
                    <a:pt x="104363" y="160870"/>
                  </a:lnTo>
                  <a:lnTo>
                    <a:pt x="99584" y="160197"/>
                  </a:lnTo>
                  <a:lnTo>
                    <a:pt x="98170" y="161408"/>
                  </a:lnTo>
                  <a:lnTo>
                    <a:pt x="97497" y="162384"/>
                  </a:lnTo>
                  <a:cubicBezTo>
                    <a:pt x="97497" y="162384"/>
                    <a:pt x="96959" y="163797"/>
                    <a:pt x="96959" y="164234"/>
                  </a:cubicBezTo>
                  <a:cubicBezTo>
                    <a:pt x="96959" y="164671"/>
                    <a:pt x="96420" y="166185"/>
                    <a:pt x="96420" y="166185"/>
                  </a:cubicBezTo>
                  <a:lnTo>
                    <a:pt x="96521" y="168573"/>
                  </a:lnTo>
                  <a:lnTo>
                    <a:pt x="96185" y="170424"/>
                  </a:lnTo>
                  <a:cubicBezTo>
                    <a:pt x="96185" y="170424"/>
                    <a:pt x="95747" y="171399"/>
                    <a:pt x="95512" y="171736"/>
                  </a:cubicBezTo>
                  <a:cubicBezTo>
                    <a:pt x="95276" y="172072"/>
                    <a:pt x="94334" y="173148"/>
                    <a:pt x="93997" y="173485"/>
                  </a:cubicBezTo>
                  <a:cubicBezTo>
                    <a:pt x="93661" y="173821"/>
                    <a:pt x="90396" y="175133"/>
                    <a:pt x="90396" y="175133"/>
                  </a:cubicBezTo>
                  <a:lnTo>
                    <a:pt x="87771" y="175772"/>
                  </a:lnTo>
                  <a:cubicBezTo>
                    <a:pt x="87771" y="175772"/>
                    <a:pt x="86021" y="176411"/>
                    <a:pt x="85382" y="176546"/>
                  </a:cubicBezTo>
                  <a:cubicBezTo>
                    <a:pt x="84742" y="176647"/>
                    <a:pt x="84170" y="176445"/>
                    <a:pt x="83733" y="176546"/>
                  </a:cubicBezTo>
                  <a:cubicBezTo>
                    <a:pt x="83295" y="176647"/>
                    <a:pt x="82555" y="176714"/>
                    <a:pt x="81680" y="176580"/>
                  </a:cubicBezTo>
                  <a:cubicBezTo>
                    <a:pt x="80805" y="176445"/>
                    <a:pt x="78651" y="174595"/>
                    <a:pt x="77439" y="173518"/>
                  </a:cubicBezTo>
                  <a:cubicBezTo>
                    <a:pt x="76228" y="172442"/>
                    <a:pt x="75824" y="171029"/>
                    <a:pt x="74949" y="170491"/>
                  </a:cubicBezTo>
                  <a:cubicBezTo>
                    <a:pt x="74074" y="169953"/>
                    <a:pt x="72660" y="168203"/>
                    <a:pt x="72660" y="168203"/>
                  </a:cubicBezTo>
                  <a:cubicBezTo>
                    <a:pt x="72660" y="168203"/>
                    <a:pt x="70708" y="168102"/>
                    <a:pt x="70271" y="168102"/>
                  </a:cubicBezTo>
                  <a:cubicBezTo>
                    <a:pt x="69833" y="168102"/>
                    <a:pt x="66670" y="168203"/>
                    <a:pt x="66367" y="168203"/>
                  </a:cubicBezTo>
                  <a:cubicBezTo>
                    <a:pt x="66030" y="168203"/>
                    <a:pt x="63102" y="169717"/>
                    <a:pt x="63102" y="169717"/>
                  </a:cubicBezTo>
                  <a:lnTo>
                    <a:pt x="61251" y="171231"/>
                  </a:lnTo>
                  <a:lnTo>
                    <a:pt x="56573" y="173619"/>
                  </a:lnTo>
                  <a:lnTo>
                    <a:pt x="52097" y="174931"/>
                  </a:lnTo>
                  <a:cubicBezTo>
                    <a:pt x="52097" y="174931"/>
                    <a:pt x="48732" y="175032"/>
                    <a:pt x="48294" y="175032"/>
                  </a:cubicBezTo>
                  <a:cubicBezTo>
                    <a:pt x="47857" y="175032"/>
                    <a:pt x="43953" y="173619"/>
                    <a:pt x="42876" y="173619"/>
                  </a:cubicBezTo>
                  <a:cubicBezTo>
                    <a:pt x="41765" y="173619"/>
                    <a:pt x="40688" y="173081"/>
                    <a:pt x="40385" y="173619"/>
                  </a:cubicBezTo>
                  <a:cubicBezTo>
                    <a:pt x="40049" y="174158"/>
                    <a:pt x="38770" y="175032"/>
                    <a:pt x="38097" y="175470"/>
                  </a:cubicBezTo>
                  <a:cubicBezTo>
                    <a:pt x="37458" y="175907"/>
                    <a:pt x="37121" y="179607"/>
                    <a:pt x="37121" y="179607"/>
                  </a:cubicBezTo>
                  <a:lnTo>
                    <a:pt x="35606" y="180246"/>
                  </a:lnTo>
                  <a:lnTo>
                    <a:pt x="30827" y="179607"/>
                  </a:lnTo>
                  <a:cubicBezTo>
                    <a:pt x="30827" y="179607"/>
                    <a:pt x="29515" y="179069"/>
                    <a:pt x="28539" y="178194"/>
                  </a:cubicBezTo>
                  <a:cubicBezTo>
                    <a:pt x="27563" y="177320"/>
                    <a:pt x="26150" y="173619"/>
                    <a:pt x="25813" y="173518"/>
                  </a:cubicBezTo>
                  <a:cubicBezTo>
                    <a:pt x="25476" y="173418"/>
                    <a:pt x="25275" y="170794"/>
                    <a:pt x="24938" y="170491"/>
                  </a:cubicBezTo>
                  <a:cubicBezTo>
                    <a:pt x="24601" y="170155"/>
                    <a:pt x="22212" y="168540"/>
                    <a:pt x="22212" y="168540"/>
                  </a:cubicBezTo>
                  <a:cubicBezTo>
                    <a:pt x="22212" y="168540"/>
                    <a:pt x="19385" y="167766"/>
                    <a:pt x="18409" y="168102"/>
                  </a:cubicBezTo>
                  <a:cubicBezTo>
                    <a:pt x="17433" y="168439"/>
                    <a:pt x="16794" y="168102"/>
                    <a:pt x="15481" y="167901"/>
                  </a:cubicBezTo>
                  <a:cubicBezTo>
                    <a:pt x="14168" y="167699"/>
                    <a:pt x="11880" y="166925"/>
                    <a:pt x="11779" y="166589"/>
                  </a:cubicBezTo>
                  <a:cubicBezTo>
                    <a:pt x="11678" y="166252"/>
                    <a:pt x="11106" y="162249"/>
                    <a:pt x="11106" y="162249"/>
                  </a:cubicBezTo>
                  <a:lnTo>
                    <a:pt x="8515" y="161375"/>
                  </a:lnTo>
                  <a:lnTo>
                    <a:pt x="3837" y="160500"/>
                  </a:lnTo>
                  <a:cubicBezTo>
                    <a:pt x="3837" y="160500"/>
                    <a:pt x="3365" y="159423"/>
                    <a:pt x="3365" y="158986"/>
                  </a:cubicBezTo>
                  <a:cubicBezTo>
                    <a:pt x="3365" y="158549"/>
                    <a:pt x="1548" y="156396"/>
                    <a:pt x="1548" y="155959"/>
                  </a:cubicBezTo>
                  <a:cubicBezTo>
                    <a:pt x="1548" y="155521"/>
                    <a:pt x="1548" y="153671"/>
                    <a:pt x="1548" y="153671"/>
                  </a:cubicBezTo>
                  <a:lnTo>
                    <a:pt x="2861" y="152494"/>
                  </a:lnTo>
                  <a:lnTo>
                    <a:pt x="5788" y="152595"/>
                  </a:lnTo>
                  <a:lnTo>
                    <a:pt x="8077" y="153469"/>
                  </a:lnTo>
                  <a:lnTo>
                    <a:pt x="9591" y="153907"/>
                  </a:lnTo>
                  <a:lnTo>
                    <a:pt x="11981" y="154344"/>
                  </a:lnTo>
                  <a:lnTo>
                    <a:pt x="13630" y="153133"/>
                  </a:lnTo>
                  <a:close/>
                </a:path>
              </a:pathLst>
            </a:custGeom>
            <a:grpFill/>
            <a:ln w="6350" cap="flat">
              <a:solidFill>
                <a:schemeClr val="bg1"/>
              </a:solidFill>
              <a:prstDash val="solid"/>
              <a:miter/>
            </a:ln>
          </p:spPr>
          <p:txBody>
            <a:bodyPr rtlCol="0" anchor="ctr"/>
            <a:lstStyle/>
            <a:p>
              <a:endParaRPr lang="en-US"/>
            </a:p>
          </p:txBody>
        </p:sp>
        <p:sp>
          <p:nvSpPr>
            <p:cNvPr id="182" name="Freeform 899">
              <a:extLst>
                <a:ext uri="{FF2B5EF4-FFF2-40B4-BE49-F238E27FC236}">
                  <a16:creationId xmlns:a16="http://schemas.microsoft.com/office/drawing/2014/main" id="{2EE37C09-8C6A-7222-61D9-77A24A73D124}"/>
                </a:ext>
              </a:extLst>
            </p:cNvPr>
            <p:cNvSpPr/>
            <p:nvPr/>
          </p:nvSpPr>
          <p:spPr>
            <a:xfrm>
              <a:off x="8056766" y="2500048"/>
              <a:ext cx="62564" cy="100947"/>
            </a:xfrm>
            <a:custGeom>
              <a:avLst/>
              <a:gdLst>
                <a:gd name="connsiteX0" fmla="*/ 118565 w 120116"/>
                <a:gd name="connsiteY0" fmla="*/ 112087 h 193807"/>
                <a:gd name="connsiteX1" fmla="*/ 120012 w 120116"/>
                <a:gd name="connsiteY1" fmla="*/ 108656 h 193807"/>
                <a:gd name="connsiteX2" fmla="*/ 120012 w 120116"/>
                <a:gd name="connsiteY2" fmla="*/ 104888 h 193807"/>
                <a:gd name="connsiteX3" fmla="*/ 120012 w 120116"/>
                <a:gd name="connsiteY3" fmla="*/ 102399 h 193807"/>
                <a:gd name="connsiteX4" fmla="*/ 118161 w 120116"/>
                <a:gd name="connsiteY4" fmla="*/ 100112 h 193807"/>
                <a:gd name="connsiteX5" fmla="*/ 116209 w 120116"/>
                <a:gd name="connsiteY5" fmla="*/ 98800 h 193807"/>
                <a:gd name="connsiteX6" fmla="*/ 113921 w 120116"/>
                <a:gd name="connsiteY6" fmla="*/ 98800 h 193807"/>
                <a:gd name="connsiteX7" fmla="*/ 113921 w 120116"/>
                <a:gd name="connsiteY7" fmla="*/ 97151 h 193807"/>
                <a:gd name="connsiteX8" fmla="*/ 113921 w 120116"/>
                <a:gd name="connsiteY8" fmla="*/ 95301 h 193807"/>
                <a:gd name="connsiteX9" fmla="*/ 110656 w 120116"/>
                <a:gd name="connsiteY9" fmla="*/ 94527 h 193807"/>
                <a:gd name="connsiteX10" fmla="*/ 108502 w 120116"/>
                <a:gd name="connsiteY10" fmla="*/ 95738 h 193807"/>
                <a:gd name="connsiteX11" fmla="*/ 105675 w 120116"/>
                <a:gd name="connsiteY11" fmla="*/ 96277 h 193807"/>
                <a:gd name="connsiteX12" fmla="*/ 102646 w 120116"/>
                <a:gd name="connsiteY12" fmla="*/ 95301 h 193807"/>
                <a:gd name="connsiteX13" fmla="*/ 102646 w 120116"/>
                <a:gd name="connsiteY13" fmla="*/ 90962 h 193807"/>
                <a:gd name="connsiteX14" fmla="*/ 104598 w 120116"/>
                <a:gd name="connsiteY14" fmla="*/ 89448 h 193807"/>
                <a:gd name="connsiteX15" fmla="*/ 105137 w 120116"/>
                <a:gd name="connsiteY15" fmla="*/ 87396 h 193807"/>
                <a:gd name="connsiteX16" fmla="*/ 106012 w 120116"/>
                <a:gd name="connsiteY16" fmla="*/ 85445 h 193807"/>
                <a:gd name="connsiteX17" fmla="*/ 105103 w 120116"/>
                <a:gd name="connsiteY17" fmla="*/ 83292 h 193807"/>
                <a:gd name="connsiteX18" fmla="*/ 105978 w 120116"/>
                <a:gd name="connsiteY18" fmla="*/ 80971 h 193807"/>
                <a:gd name="connsiteX19" fmla="*/ 106281 w 120116"/>
                <a:gd name="connsiteY19" fmla="*/ 76497 h 193807"/>
                <a:gd name="connsiteX20" fmla="*/ 104093 w 120116"/>
                <a:gd name="connsiteY20" fmla="*/ 73604 h 193807"/>
                <a:gd name="connsiteX21" fmla="*/ 102646 w 120116"/>
                <a:gd name="connsiteY21" fmla="*/ 71417 h 193807"/>
                <a:gd name="connsiteX22" fmla="*/ 95848 w 120116"/>
                <a:gd name="connsiteY22" fmla="*/ 69971 h 193807"/>
                <a:gd name="connsiteX23" fmla="*/ 91776 w 120116"/>
                <a:gd name="connsiteY23" fmla="*/ 70711 h 193807"/>
                <a:gd name="connsiteX24" fmla="*/ 88141 w 120116"/>
                <a:gd name="connsiteY24" fmla="*/ 74478 h 193807"/>
                <a:gd name="connsiteX25" fmla="*/ 85247 w 120116"/>
                <a:gd name="connsiteY25" fmla="*/ 76799 h 193807"/>
                <a:gd name="connsiteX26" fmla="*/ 85247 w 120116"/>
                <a:gd name="connsiteY26" fmla="*/ 78818 h 193807"/>
                <a:gd name="connsiteX27" fmla="*/ 83497 w 120116"/>
                <a:gd name="connsiteY27" fmla="*/ 79120 h 193807"/>
                <a:gd name="connsiteX28" fmla="*/ 81377 w 120116"/>
                <a:gd name="connsiteY28" fmla="*/ 77977 h 193807"/>
                <a:gd name="connsiteX29" fmla="*/ 79997 w 120116"/>
                <a:gd name="connsiteY29" fmla="*/ 75521 h 193807"/>
                <a:gd name="connsiteX30" fmla="*/ 79997 w 120116"/>
                <a:gd name="connsiteY30" fmla="*/ 70172 h 193807"/>
                <a:gd name="connsiteX31" fmla="*/ 80704 w 120116"/>
                <a:gd name="connsiteY31" fmla="*/ 70038 h 193807"/>
                <a:gd name="connsiteX32" fmla="*/ 81276 w 120116"/>
                <a:gd name="connsiteY32" fmla="*/ 66573 h 193807"/>
                <a:gd name="connsiteX33" fmla="*/ 80704 w 120116"/>
                <a:gd name="connsiteY33" fmla="*/ 63814 h 193807"/>
                <a:gd name="connsiteX34" fmla="*/ 75858 w 120116"/>
                <a:gd name="connsiteY34" fmla="*/ 63814 h 193807"/>
                <a:gd name="connsiteX35" fmla="*/ 74780 w 120116"/>
                <a:gd name="connsiteY35" fmla="*/ 60181 h 193807"/>
                <a:gd name="connsiteX36" fmla="*/ 74780 w 120116"/>
                <a:gd name="connsiteY36" fmla="*/ 56279 h 193807"/>
                <a:gd name="connsiteX37" fmla="*/ 71314 w 120116"/>
                <a:gd name="connsiteY37" fmla="*/ 52579 h 193807"/>
                <a:gd name="connsiteX38" fmla="*/ 71314 w 120116"/>
                <a:gd name="connsiteY38" fmla="*/ 51065 h 193807"/>
                <a:gd name="connsiteX39" fmla="*/ 71314 w 120116"/>
                <a:gd name="connsiteY39" fmla="*/ 45851 h 193807"/>
                <a:gd name="connsiteX40" fmla="*/ 69127 w 120116"/>
                <a:gd name="connsiteY40" fmla="*/ 44102 h 193807"/>
                <a:gd name="connsiteX41" fmla="*/ 67174 w 120116"/>
                <a:gd name="connsiteY41" fmla="*/ 41713 h 193807"/>
                <a:gd name="connsiteX42" fmla="*/ 67174 w 120116"/>
                <a:gd name="connsiteY42" fmla="*/ 39964 h 193807"/>
                <a:gd name="connsiteX43" fmla="*/ 67545 w 120116"/>
                <a:gd name="connsiteY43" fmla="*/ 36701 h 193807"/>
                <a:gd name="connsiteX44" fmla="*/ 67814 w 120116"/>
                <a:gd name="connsiteY44" fmla="*/ 35019 h 193807"/>
                <a:gd name="connsiteX45" fmla="*/ 67814 w 120116"/>
                <a:gd name="connsiteY45" fmla="*/ 33640 h 193807"/>
                <a:gd name="connsiteX46" fmla="*/ 67747 w 120116"/>
                <a:gd name="connsiteY46" fmla="*/ 32496 h 193807"/>
                <a:gd name="connsiteX47" fmla="*/ 68689 w 120116"/>
                <a:gd name="connsiteY47" fmla="*/ 31722 h 193807"/>
                <a:gd name="connsiteX48" fmla="*/ 69934 w 120116"/>
                <a:gd name="connsiteY48" fmla="*/ 31016 h 193807"/>
                <a:gd name="connsiteX49" fmla="*/ 70439 w 120116"/>
                <a:gd name="connsiteY49" fmla="*/ 31016 h 193807"/>
                <a:gd name="connsiteX50" fmla="*/ 71751 w 120116"/>
                <a:gd name="connsiteY50" fmla="*/ 31756 h 193807"/>
                <a:gd name="connsiteX51" fmla="*/ 73569 w 120116"/>
                <a:gd name="connsiteY51" fmla="*/ 33068 h 193807"/>
                <a:gd name="connsiteX52" fmla="*/ 74444 w 120116"/>
                <a:gd name="connsiteY52" fmla="*/ 33707 h 193807"/>
                <a:gd name="connsiteX53" fmla="*/ 76194 w 120116"/>
                <a:gd name="connsiteY53" fmla="*/ 34212 h 193807"/>
                <a:gd name="connsiteX54" fmla="*/ 78078 w 120116"/>
                <a:gd name="connsiteY54" fmla="*/ 34952 h 193807"/>
                <a:gd name="connsiteX55" fmla="*/ 80771 w 120116"/>
                <a:gd name="connsiteY55" fmla="*/ 34817 h 193807"/>
                <a:gd name="connsiteX56" fmla="*/ 81848 w 120116"/>
                <a:gd name="connsiteY56" fmla="*/ 33808 h 193807"/>
                <a:gd name="connsiteX57" fmla="*/ 82420 w 120116"/>
                <a:gd name="connsiteY57" fmla="*/ 32664 h 193807"/>
                <a:gd name="connsiteX58" fmla="*/ 84304 w 120116"/>
                <a:gd name="connsiteY58" fmla="*/ 32799 h 193807"/>
                <a:gd name="connsiteX59" fmla="*/ 86122 w 120116"/>
                <a:gd name="connsiteY59" fmla="*/ 32799 h 193807"/>
                <a:gd name="connsiteX60" fmla="*/ 87502 w 120116"/>
                <a:gd name="connsiteY60" fmla="*/ 33371 h 193807"/>
                <a:gd name="connsiteX61" fmla="*/ 87872 w 120116"/>
                <a:gd name="connsiteY61" fmla="*/ 34750 h 193807"/>
                <a:gd name="connsiteX62" fmla="*/ 90060 w 120116"/>
                <a:gd name="connsiteY62" fmla="*/ 34952 h 193807"/>
                <a:gd name="connsiteX63" fmla="*/ 91136 w 120116"/>
                <a:gd name="connsiteY63" fmla="*/ 34245 h 193807"/>
                <a:gd name="connsiteX64" fmla="*/ 91810 w 120116"/>
                <a:gd name="connsiteY64" fmla="*/ 33539 h 193807"/>
                <a:gd name="connsiteX65" fmla="*/ 92584 w 120116"/>
                <a:gd name="connsiteY65" fmla="*/ 31890 h 193807"/>
                <a:gd name="connsiteX66" fmla="*/ 91944 w 120116"/>
                <a:gd name="connsiteY66" fmla="*/ 29670 h 193807"/>
                <a:gd name="connsiteX67" fmla="*/ 90194 w 120116"/>
                <a:gd name="connsiteY67" fmla="*/ 28594 h 193807"/>
                <a:gd name="connsiteX68" fmla="*/ 88612 w 120116"/>
                <a:gd name="connsiteY68" fmla="*/ 27719 h 193807"/>
                <a:gd name="connsiteX69" fmla="*/ 87906 w 120116"/>
                <a:gd name="connsiteY69" fmla="*/ 26407 h 193807"/>
                <a:gd name="connsiteX70" fmla="*/ 88545 w 120116"/>
                <a:gd name="connsiteY70" fmla="*/ 25062 h 193807"/>
                <a:gd name="connsiteX71" fmla="*/ 89622 w 120116"/>
                <a:gd name="connsiteY71" fmla="*/ 23884 h 193807"/>
                <a:gd name="connsiteX72" fmla="*/ 88848 w 120116"/>
                <a:gd name="connsiteY72" fmla="*/ 22808 h 193807"/>
                <a:gd name="connsiteX73" fmla="*/ 85684 w 120116"/>
                <a:gd name="connsiteY73" fmla="*/ 22370 h 193807"/>
                <a:gd name="connsiteX74" fmla="*/ 84372 w 120116"/>
                <a:gd name="connsiteY74" fmla="*/ 22370 h 193807"/>
                <a:gd name="connsiteX75" fmla="*/ 81511 w 120116"/>
                <a:gd name="connsiteY75" fmla="*/ 20688 h 193807"/>
                <a:gd name="connsiteX76" fmla="*/ 82218 w 120116"/>
                <a:gd name="connsiteY76" fmla="*/ 19040 h 193807"/>
                <a:gd name="connsiteX77" fmla="*/ 84843 w 120116"/>
                <a:gd name="connsiteY77" fmla="*/ 17257 h 193807"/>
                <a:gd name="connsiteX78" fmla="*/ 87939 w 120116"/>
                <a:gd name="connsiteY78" fmla="*/ 16887 h 193807"/>
                <a:gd name="connsiteX79" fmla="*/ 88478 w 120116"/>
                <a:gd name="connsiteY79" fmla="*/ 11942 h 193807"/>
                <a:gd name="connsiteX80" fmla="*/ 87872 w 120116"/>
                <a:gd name="connsiteY80" fmla="*/ 9890 h 193807"/>
                <a:gd name="connsiteX81" fmla="*/ 85920 w 120116"/>
                <a:gd name="connsiteY81" fmla="*/ 8208 h 193807"/>
                <a:gd name="connsiteX82" fmla="*/ 81242 w 120116"/>
                <a:gd name="connsiteY82" fmla="*/ 8208 h 193807"/>
                <a:gd name="connsiteX83" fmla="*/ 78348 w 120116"/>
                <a:gd name="connsiteY83" fmla="*/ 11471 h 193807"/>
                <a:gd name="connsiteX84" fmla="*/ 76598 w 120116"/>
                <a:gd name="connsiteY84" fmla="*/ 12009 h 193807"/>
                <a:gd name="connsiteX85" fmla="*/ 73535 w 120116"/>
                <a:gd name="connsiteY85" fmla="*/ 9688 h 193807"/>
                <a:gd name="connsiteX86" fmla="*/ 71785 w 120116"/>
                <a:gd name="connsiteY86" fmla="*/ 5281 h 193807"/>
                <a:gd name="connsiteX87" fmla="*/ 69227 w 120116"/>
                <a:gd name="connsiteY87" fmla="*/ 3936 h 193807"/>
                <a:gd name="connsiteX88" fmla="*/ 67814 w 120116"/>
                <a:gd name="connsiteY88" fmla="*/ 2624 h 193807"/>
                <a:gd name="connsiteX89" fmla="*/ 60646 w 120116"/>
                <a:gd name="connsiteY89" fmla="*/ 0 h 193807"/>
                <a:gd name="connsiteX90" fmla="*/ 56742 w 120116"/>
                <a:gd name="connsiteY90" fmla="*/ 3162 h 193807"/>
                <a:gd name="connsiteX91" fmla="*/ 52165 w 120116"/>
                <a:gd name="connsiteY91" fmla="*/ 5450 h 193807"/>
                <a:gd name="connsiteX92" fmla="*/ 52165 w 120116"/>
                <a:gd name="connsiteY92" fmla="*/ 9486 h 193807"/>
                <a:gd name="connsiteX93" fmla="*/ 49539 w 120116"/>
                <a:gd name="connsiteY93" fmla="*/ 13086 h 193807"/>
                <a:gd name="connsiteX94" fmla="*/ 46948 w 120116"/>
                <a:gd name="connsiteY94" fmla="*/ 15811 h 193807"/>
                <a:gd name="connsiteX95" fmla="*/ 45299 w 120116"/>
                <a:gd name="connsiteY95" fmla="*/ 17997 h 193807"/>
                <a:gd name="connsiteX96" fmla="*/ 42910 w 120116"/>
                <a:gd name="connsiteY96" fmla="*/ 18973 h 193807"/>
                <a:gd name="connsiteX97" fmla="*/ 42203 w 120116"/>
                <a:gd name="connsiteY97" fmla="*/ 20049 h 193807"/>
                <a:gd name="connsiteX98" fmla="*/ 41698 w 120116"/>
                <a:gd name="connsiteY98" fmla="*/ 22101 h 193807"/>
                <a:gd name="connsiteX99" fmla="*/ 41698 w 120116"/>
                <a:gd name="connsiteY99" fmla="*/ 23279 h 193807"/>
                <a:gd name="connsiteX100" fmla="*/ 40621 w 120116"/>
                <a:gd name="connsiteY100" fmla="*/ 26542 h 193807"/>
                <a:gd name="connsiteX101" fmla="*/ 39107 w 120116"/>
                <a:gd name="connsiteY101" fmla="*/ 27181 h 193807"/>
                <a:gd name="connsiteX102" fmla="*/ 35068 w 120116"/>
                <a:gd name="connsiteY102" fmla="*/ 27282 h 193807"/>
                <a:gd name="connsiteX103" fmla="*/ 33655 w 120116"/>
                <a:gd name="connsiteY103" fmla="*/ 29132 h 193807"/>
                <a:gd name="connsiteX104" fmla="*/ 32780 w 120116"/>
                <a:gd name="connsiteY104" fmla="*/ 33808 h 193807"/>
                <a:gd name="connsiteX105" fmla="*/ 32140 w 120116"/>
                <a:gd name="connsiteY105" fmla="*/ 37710 h 193807"/>
                <a:gd name="connsiteX106" fmla="*/ 33991 w 120116"/>
                <a:gd name="connsiteY106" fmla="*/ 43799 h 193807"/>
                <a:gd name="connsiteX107" fmla="*/ 34967 w 120116"/>
                <a:gd name="connsiteY107" fmla="*/ 47062 h 193807"/>
                <a:gd name="connsiteX108" fmla="*/ 38770 w 120116"/>
                <a:gd name="connsiteY108" fmla="*/ 47936 h 193807"/>
                <a:gd name="connsiteX109" fmla="*/ 40722 w 120116"/>
                <a:gd name="connsiteY109" fmla="*/ 48710 h 193807"/>
                <a:gd name="connsiteX110" fmla="*/ 42573 w 120116"/>
                <a:gd name="connsiteY110" fmla="*/ 51334 h 193807"/>
                <a:gd name="connsiteX111" fmla="*/ 42674 w 120116"/>
                <a:gd name="connsiteY111" fmla="*/ 53487 h 193807"/>
                <a:gd name="connsiteX112" fmla="*/ 40722 w 120116"/>
                <a:gd name="connsiteY112" fmla="*/ 54900 h 193807"/>
                <a:gd name="connsiteX113" fmla="*/ 37659 w 120116"/>
                <a:gd name="connsiteY113" fmla="*/ 55236 h 193807"/>
                <a:gd name="connsiteX114" fmla="*/ 35606 w 120116"/>
                <a:gd name="connsiteY114" fmla="*/ 56178 h 193807"/>
                <a:gd name="connsiteX115" fmla="*/ 33318 w 120116"/>
                <a:gd name="connsiteY115" fmla="*/ 59038 h 193807"/>
                <a:gd name="connsiteX116" fmla="*/ 31265 w 120116"/>
                <a:gd name="connsiteY116" fmla="*/ 61863 h 193807"/>
                <a:gd name="connsiteX117" fmla="*/ 34731 w 120116"/>
                <a:gd name="connsiteY117" fmla="*/ 63613 h 193807"/>
                <a:gd name="connsiteX118" fmla="*/ 37996 w 120116"/>
                <a:gd name="connsiteY118" fmla="*/ 64050 h 193807"/>
                <a:gd name="connsiteX119" fmla="*/ 39409 w 120116"/>
                <a:gd name="connsiteY119" fmla="*/ 65463 h 193807"/>
                <a:gd name="connsiteX120" fmla="*/ 40284 w 120116"/>
                <a:gd name="connsiteY120" fmla="*/ 69163 h 193807"/>
                <a:gd name="connsiteX121" fmla="*/ 39308 w 120116"/>
                <a:gd name="connsiteY121" fmla="*/ 73402 h 193807"/>
                <a:gd name="connsiteX122" fmla="*/ 38434 w 120116"/>
                <a:gd name="connsiteY122" fmla="*/ 76328 h 193807"/>
                <a:gd name="connsiteX123" fmla="*/ 35505 w 120116"/>
                <a:gd name="connsiteY123" fmla="*/ 77539 h 193807"/>
                <a:gd name="connsiteX124" fmla="*/ 32477 w 120116"/>
                <a:gd name="connsiteY124" fmla="*/ 76127 h 193807"/>
                <a:gd name="connsiteX125" fmla="*/ 29111 w 120116"/>
                <a:gd name="connsiteY125" fmla="*/ 73536 h 193807"/>
                <a:gd name="connsiteX126" fmla="*/ 25510 w 120116"/>
                <a:gd name="connsiteY126" fmla="*/ 73738 h 193807"/>
                <a:gd name="connsiteX127" fmla="*/ 21371 w 120116"/>
                <a:gd name="connsiteY127" fmla="*/ 72325 h 193807"/>
                <a:gd name="connsiteX128" fmla="*/ 20294 w 120116"/>
                <a:gd name="connsiteY128" fmla="*/ 70912 h 193807"/>
                <a:gd name="connsiteX129" fmla="*/ 20832 w 120116"/>
                <a:gd name="connsiteY129" fmla="*/ 68860 h 193807"/>
                <a:gd name="connsiteX130" fmla="*/ 22010 w 120116"/>
                <a:gd name="connsiteY130" fmla="*/ 67111 h 193807"/>
                <a:gd name="connsiteX131" fmla="*/ 22683 w 120116"/>
                <a:gd name="connsiteY131" fmla="*/ 64487 h 193807"/>
                <a:gd name="connsiteX132" fmla="*/ 22952 w 120116"/>
                <a:gd name="connsiteY132" fmla="*/ 62301 h 193807"/>
                <a:gd name="connsiteX133" fmla="*/ 22649 w 120116"/>
                <a:gd name="connsiteY133" fmla="*/ 60921 h 193807"/>
                <a:gd name="connsiteX134" fmla="*/ 21169 w 120116"/>
                <a:gd name="connsiteY134" fmla="*/ 59879 h 193807"/>
                <a:gd name="connsiteX135" fmla="*/ 19890 w 120116"/>
                <a:gd name="connsiteY135" fmla="*/ 58937 h 193807"/>
                <a:gd name="connsiteX136" fmla="*/ 18241 w 120116"/>
                <a:gd name="connsiteY136" fmla="*/ 58937 h 193807"/>
                <a:gd name="connsiteX137" fmla="*/ 16760 w 120116"/>
                <a:gd name="connsiteY137" fmla="*/ 59374 h 193807"/>
                <a:gd name="connsiteX138" fmla="*/ 15851 w 120116"/>
                <a:gd name="connsiteY138" fmla="*/ 59879 h 193807"/>
                <a:gd name="connsiteX139" fmla="*/ 15851 w 120116"/>
                <a:gd name="connsiteY139" fmla="*/ 61157 h 193807"/>
                <a:gd name="connsiteX140" fmla="*/ 16020 w 120116"/>
                <a:gd name="connsiteY140" fmla="*/ 62435 h 193807"/>
                <a:gd name="connsiteX141" fmla="*/ 15986 w 120116"/>
                <a:gd name="connsiteY141" fmla="*/ 63545 h 193807"/>
                <a:gd name="connsiteX142" fmla="*/ 15817 w 120116"/>
                <a:gd name="connsiteY142" fmla="*/ 65160 h 193807"/>
                <a:gd name="connsiteX143" fmla="*/ 15817 w 120116"/>
                <a:gd name="connsiteY143" fmla="*/ 66943 h 193807"/>
                <a:gd name="connsiteX144" fmla="*/ 15111 w 120116"/>
                <a:gd name="connsiteY144" fmla="*/ 69130 h 193807"/>
                <a:gd name="connsiteX145" fmla="*/ 14067 w 120116"/>
                <a:gd name="connsiteY145" fmla="*/ 70744 h 193807"/>
                <a:gd name="connsiteX146" fmla="*/ 12486 w 120116"/>
                <a:gd name="connsiteY146" fmla="*/ 73099 h 193807"/>
                <a:gd name="connsiteX147" fmla="*/ 10534 w 120116"/>
                <a:gd name="connsiteY147" fmla="*/ 74344 h 193807"/>
                <a:gd name="connsiteX148" fmla="*/ 8649 w 120116"/>
                <a:gd name="connsiteY148" fmla="*/ 77539 h 193807"/>
                <a:gd name="connsiteX149" fmla="*/ 7438 w 120116"/>
                <a:gd name="connsiteY149" fmla="*/ 79726 h 193807"/>
                <a:gd name="connsiteX150" fmla="*/ 6933 w 120116"/>
                <a:gd name="connsiteY150" fmla="*/ 83191 h 193807"/>
                <a:gd name="connsiteX151" fmla="*/ 6933 w 120116"/>
                <a:gd name="connsiteY151" fmla="*/ 85848 h 193807"/>
                <a:gd name="connsiteX152" fmla="*/ 6933 w 120116"/>
                <a:gd name="connsiteY152" fmla="*/ 88136 h 193807"/>
                <a:gd name="connsiteX153" fmla="*/ 8077 w 120116"/>
                <a:gd name="connsiteY153" fmla="*/ 90322 h 193807"/>
                <a:gd name="connsiteX154" fmla="*/ 10096 w 120116"/>
                <a:gd name="connsiteY154" fmla="*/ 93249 h 193807"/>
                <a:gd name="connsiteX155" fmla="*/ 10635 w 120116"/>
                <a:gd name="connsiteY155" fmla="*/ 97925 h 193807"/>
                <a:gd name="connsiteX156" fmla="*/ 6798 w 120116"/>
                <a:gd name="connsiteY156" fmla="*/ 101524 h 193807"/>
                <a:gd name="connsiteX157" fmla="*/ 4543 w 120116"/>
                <a:gd name="connsiteY157" fmla="*/ 103913 h 193807"/>
                <a:gd name="connsiteX158" fmla="*/ 4543 w 120116"/>
                <a:gd name="connsiteY158" fmla="*/ 107378 h 193807"/>
                <a:gd name="connsiteX159" fmla="*/ 10197 w 120116"/>
                <a:gd name="connsiteY159" fmla="*/ 111078 h 193807"/>
                <a:gd name="connsiteX160" fmla="*/ 12385 w 120116"/>
                <a:gd name="connsiteY160" fmla="*/ 114240 h 193807"/>
                <a:gd name="connsiteX161" fmla="*/ 11207 w 120116"/>
                <a:gd name="connsiteY161" fmla="*/ 117705 h 193807"/>
                <a:gd name="connsiteX162" fmla="*/ 9457 w 120116"/>
                <a:gd name="connsiteY162" fmla="*/ 120766 h 193807"/>
                <a:gd name="connsiteX163" fmla="*/ 9894 w 120116"/>
                <a:gd name="connsiteY163" fmla="*/ 124769 h 193807"/>
                <a:gd name="connsiteX164" fmla="*/ 13697 w 120116"/>
                <a:gd name="connsiteY164" fmla="*/ 128470 h 193807"/>
                <a:gd name="connsiteX165" fmla="*/ 19789 w 120116"/>
                <a:gd name="connsiteY165" fmla="*/ 131497 h 193807"/>
                <a:gd name="connsiteX166" fmla="*/ 22717 w 120116"/>
                <a:gd name="connsiteY166" fmla="*/ 132675 h 193807"/>
                <a:gd name="connsiteX167" fmla="*/ 23491 w 120116"/>
                <a:gd name="connsiteY167" fmla="*/ 134962 h 193807"/>
                <a:gd name="connsiteX168" fmla="*/ 20866 w 120116"/>
                <a:gd name="connsiteY168" fmla="*/ 137687 h 193807"/>
                <a:gd name="connsiteX169" fmla="*/ 17938 w 120116"/>
                <a:gd name="connsiteY169" fmla="*/ 139874 h 193807"/>
                <a:gd name="connsiteX170" fmla="*/ 14337 w 120116"/>
                <a:gd name="connsiteY170" fmla="*/ 142060 h 193807"/>
                <a:gd name="connsiteX171" fmla="*/ 11207 w 120116"/>
                <a:gd name="connsiteY171" fmla="*/ 144348 h 193807"/>
                <a:gd name="connsiteX172" fmla="*/ 6630 w 120116"/>
                <a:gd name="connsiteY172" fmla="*/ 145760 h 193807"/>
                <a:gd name="connsiteX173" fmla="*/ 1582 w 120116"/>
                <a:gd name="connsiteY173" fmla="*/ 149360 h 193807"/>
                <a:gd name="connsiteX174" fmla="*/ 0 w 120116"/>
                <a:gd name="connsiteY174" fmla="*/ 151311 h 193807"/>
                <a:gd name="connsiteX175" fmla="*/ 0 w 120116"/>
                <a:gd name="connsiteY175" fmla="*/ 157164 h 193807"/>
                <a:gd name="connsiteX176" fmla="*/ 774 w 120116"/>
                <a:gd name="connsiteY176" fmla="*/ 161168 h 193807"/>
                <a:gd name="connsiteX177" fmla="*/ 1414 w 120116"/>
                <a:gd name="connsiteY177" fmla="*/ 166920 h 193807"/>
                <a:gd name="connsiteX178" fmla="*/ 3500 w 120116"/>
                <a:gd name="connsiteY178" fmla="*/ 170721 h 193807"/>
                <a:gd name="connsiteX179" fmla="*/ 6966 w 120116"/>
                <a:gd name="connsiteY179" fmla="*/ 173984 h 193807"/>
                <a:gd name="connsiteX180" fmla="*/ 9693 w 120116"/>
                <a:gd name="connsiteY180" fmla="*/ 175935 h 193807"/>
                <a:gd name="connsiteX181" fmla="*/ 15683 w 120116"/>
                <a:gd name="connsiteY181" fmla="*/ 180813 h 193807"/>
                <a:gd name="connsiteX182" fmla="*/ 18510 w 120116"/>
                <a:gd name="connsiteY182" fmla="*/ 182327 h 193807"/>
                <a:gd name="connsiteX183" fmla="*/ 21774 w 120116"/>
                <a:gd name="connsiteY183" fmla="*/ 182327 h 193807"/>
                <a:gd name="connsiteX184" fmla="*/ 26991 w 120116"/>
                <a:gd name="connsiteY184" fmla="*/ 182327 h 193807"/>
                <a:gd name="connsiteX185" fmla="*/ 30121 w 120116"/>
                <a:gd name="connsiteY185" fmla="*/ 181553 h 193807"/>
                <a:gd name="connsiteX186" fmla="*/ 31837 w 120116"/>
                <a:gd name="connsiteY186" fmla="*/ 180578 h 193807"/>
                <a:gd name="connsiteX187" fmla="*/ 33150 w 120116"/>
                <a:gd name="connsiteY187" fmla="*/ 179938 h 193807"/>
                <a:gd name="connsiteX188" fmla="*/ 33890 w 120116"/>
                <a:gd name="connsiteY188" fmla="*/ 179837 h 193807"/>
                <a:gd name="connsiteX189" fmla="*/ 36179 w 120116"/>
                <a:gd name="connsiteY189" fmla="*/ 181721 h 193807"/>
                <a:gd name="connsiteX190" fmla="*/ 36616 w 120116"/>
                <a:gd name="connsiteY190" fmla="*/ 183134 h 193807"/>
                <a:gd name="connsiteX191" fmla="*/ 36616 w 120116"/>
                <a:gd name="connsiteY191" fmla="*/ 184951 h 193807"/>
                <a:gd name="connsiteX192" fmla="*/ 36616 w 120116"/>
                <a:gd name="connsiteY192" fmla="*/ 186633 h 193807"/>
                <a:gd name="connsiteX193" fmla="*/ 36616 w 120116"/>
                <a:gd name="connsiteY193" fmla="*/ 186700 h 193807"/>
                <a:gd name="connsiteX194" fmla="*/ 35910 w 120116"/>
                <a:gd name="connsiteY194" fmla="*/ 188584 h 193807"/>
                <a:gd name="connsiteX195" fmla="*/ 36751 w 120116"/>
                <a:gd name="connsiteY195" fmla="*/ 189593 h 193807"/>
                <a:gd name="connsiteX196" fmla="*/ 37861 w 120116"/>
                <a:gd name="connsiteY196" fmla="*/ 190098 h 193807"/>
                <a:gd name="connsiteX197" fmla="*/ 41025 w 120116"/>
                <a:gd name="connsiteY197" fmla="*/ 191443 h 193807"/>
                <a:gd name="connsiteX198" fmla="*/ 42506 w 120116"/>
                <a:gd name="connsiteY198" fmla="*/ 190501 h 193807"/>
                <a:gd name="connsiteX199" fmla="*/ 46746 w 120116"/>
                <a:gd name="connsiteY199" fmla="*/ 189189 h 193807"/>
                <a:gd name="connsiteX200" fmla="*/ 47386 w 120116"/>
                <a:gd name="connsiteY200" fmla="*/ 188113 h 193807"/>
                <a:gd name="connsiteX201" fmla="*/ 48597 w 120116"/>
                <a:gd name="connsiteY201" fmla="*/ 186364 h 193807"/>
                <a:gd name="connsiteX202" fmla="*/ 50886 w 120116"/>
                <a:gd name="connsiteY202" fmla="*/ 186162 h 193807"/>
                <a:gd name="connsiteX203" fmla="*/ 52939 w 120116"/>
                <a:gd name="connsiteY203" fmla="*/ 187676 h 193807"/>
                <a:gd name="connsiteX204" fmla="*/ 53275 w 120116"/>
                <a:gd name="connsiteY204" fmla="*/ 189728 h 193807"/>
                <a:gd name="connsiteX205" fmla="*/ 51424 w 120116"/>
                <a:gd name="connsiteY205" fmla="*/ 191443 h 193807"/>
                <a:gd name="connsiteX206" fmla="*/ 49708 w 120116"/>
                <a:gd name="connsiteY206" fmla="*/ 192352 h 193807"/>
                <a:gd name="connsiteX207" fmla="*/ 49809 w 120116"/>
                <a:gd name="connsiteY207" fmla="*/ 193125 h 193807"/>
                <a:gd name="connsiteX208" fmla="*/ 51896 w 120116"/>
                <a:gd name="connsiteY208" fmla="*/ 193764 h 193807"/>
                <a:gd name="connsiteX209" fmla="*/ 55496 w 120116"/>
                <a:gd name="connsiteY209" fmla="*/ 193764 h 193807"/>
                <a:gd name="connsiteX210" fmla="*/ 57886 w 120116"/>
                <a:gd name="connsiteY210" fmla="*/ 193798 h 193807"/>
                <a:gd name="connsiteX211" fmla="*/ 60208 w 120116"/>
                <a:gd name="connsiteY211" fmla="*/ 192991 h 193807"/>
                <a:gd name="connsiteX212" fmla="*/ 61790 w 120116"/>
                <a:gd name="connsiteY212" fmla="*/ 190905 h 193807"/>
                <a:gd name="connsiteX213" fmla="*/ 63001 w 120116"/>
                <a:gd name="connsiteY213" fmla="*/ 190367 h 193807"/>
                <a:gd name="connsiteX214" fmla="*/ 67040 w 120116"/>
                <a:gd name="connsiteY214" fmla="*/ 192318 h 193807"/>
                <a:gd name="connsiteX215" fmla="*/ 68655 w 120116"/>
                <a:gd name="connsiteY215" fmla="*/ 191679 h 193807"/>
                <a:gd name="connsiteX216" fmla="*/ 71819 w 120116"/>
                <a:gd name="connsiteY216" fmla="*/ 189929 h 193807"/>
                <a:gd name="connsiteX217" fmla="*/ 75958 w 120116"/>
                <a:gd name="connsiteY217" fmla="*/ 188315 h 193807"/>
                <a:gd name="connsiteX218" fmla="*/ 77708 w 120116"/>
                <a:gd name="connsiteY218" fmla="*/ 187978 h 193807"/>
                <a:gd name="connsiteX219" fmla="*/ 80872 w 120116"/>
                <a:gd name="connsiteY219" fmla="*/ 185590 h 193807"/>
                <a:gd name="connsiteX220" fmla="*/ 82117 w 120116"/>
                <a:gd name="connsiteY220" fmla="*/ 182562 h 193807"/>
                <a:gd name="connsiteX221" fmla="*/ 81949 w 120116"/>
                <a:gd name="connsiteY221" fmla="*/ 179400 h 193807"/>
                <a:gd name="connsiteX222" fmla="*/ 81949 w 120116"/>
                <a:gd name="connsiteY222" fmla="*/ 177987 h 193807"/>
                <a:gd name="connsiteX223" fmla="*/ 82723 w 120116"/>
                <a:gd name="connsiteY223" fmla="*/ 175162 h 193807"/>
                <a:gd name="connsiteX224" fmla="*/ 83699 w 120116"/>
                <a:gd name="connsiteY224" fmla="*/ 173412 h 193807"/>
                <a:gd name="connsiteX225" fmla="*/ 83699 w 120116"/>
                <a:gd name="connsiteY225" fmla="*/ 171024 h 193807"/>
                <a:gd name="connsiteX226" fmla="*/ 83261 w 120116"/>
                <a:gd name="connsiteY226" fmla="*/ 168736 h 193807"/>
                <a:gd name="connsiteX227" fmla="*/ 83059 w 120116"/>
                <a:gd name="connsiteY227" fmla="*/ 165372 h 193807"/>
                <a:gd name="connsiteX228" fmla="*/ 82824 w 120116"/>
                <a:gd name="connsiteY228" fmla="*/ 163085 h 193807"/>
                <a:gd name="connsiteX229" fmla="*/ 82824 w 120116"/>
                <a:gd name="connsiteY229" fmla="*/ 161571 h 193807"/>
                <a:gd name="connsiteX230" fmla="*/ 83261 w 120116"/>
                <a:gd name="connsiteY230" fmla="*/ 160360 h 193807"/>
                <a:gd name="connsiteX231" fmla="*/ 84136 w 120116"/>
                <a:gd name="connsiteY231" fmla="*/ 158611 h 193807"/>
                <a:gd name="connsiteX232" fmla="*/ 84776 w 120116"/>
                <a:gd name="connsiteY232" fmla="*/ 156761 h 193807"/>
                <a:gd name="connsiteX233" fmla="*/ 84877 w 120116"/>
                <a:gd name="connsiteY233" fmla="*/ 155247 h 193807"/>
                <a:gd name="connsiteX234" fmla="*/ 85651 w 120116"/>
                <a:gd name="connsiteY234" fmla="*/ 154372 h 193807"/>
                <a:gd name="connsiteX235" fmla="*/ 86526 w 120116"/>
                <a:gd name="connsiteY235" fmla="*/ 153733 h 193807"/>
                <a:gd name="connsiteX236" fmla="*/ 87838 w 120116"/>
                <a:gd name="connsiteY236" fmla="*/ 152859 h 193807"/>
                <a:gd name="connsiteX237" fmla="*/ 88916 w 120116"/>
                <a:gd name="connsiteY237" fmla="*/ 151984 h 193807"/>
                <a:gd name="connsiteX238" fmla="*/ 89891 w 120116"/>
                <a:gd name="connsiteY238" fmla="*/ 150672 h 193807"/>
                <a:gd name="connsiteX239" fmla="*/ 90665 w 120116"/>
                <a:gd name="connsiteY239" fmla="*/ 150033 h 193807"/>
                <a:gd name="connsiteX240" fmla="*/ 91877 w 120116"/>
                <a:gd name="connsiteY240" fmla="*/ 148620 h 193807"/>
                <a:gd name="connsiteX241" fmla="*/ 93627 w 120116"/>
                <a:gd name="connsiteY241" fmla="*/ 147207 h 193807"/>
                <a:gd name="connsiteX242" fmla="*/ 94165 w 120116"/>
                <a:gd name="connsiteY242" fmla="*/ 146770 h 193807"/>
                <a:gd name="connsiteX243" fmla="*/ 94939 w 120116"/>
                <a:gd name="connsiteY243" fmla="*/ 145996 h 193807"/>
                <a:gd name="connsiteX244" fmla="*/ 95713 w 120116"/>
                <a:gd name="connsiteY244" fmla="*/ 145660 h 193807"/>
                <a:gd name="connsiteX245" fmla="*/ 96151 w 120116"/>
                <a:gd name="connsiteY245" fmla="*/ 143877 h 193807"/>
                <a:gd name="connsiteX246" fmla="*/ 95916 w 120116"/>
                <a:gd name="connsiteY246" fmla="*/ 142363 h 193807"/>
                <a:gd name="connsiteX247" fmla="*/ 95916 w 120116"/>
                <a:gd name="connsiteY247" fmla="*/ 139705 h 193807"/>
                <a:gd name="connsiteX248" fmla="*/ 96420 w 120116"/>
                <a:gd name="connsiteY248" fmla="*/ 138259 h 193807"/>
                <a:gd name="connsiteX249" fmla="*/ 95512 w 120116"/>
                <a:gd name="connsiteY249" fmla="*/ 136577 h 193807"/>
                <a:gd name="connsiteX250" fmla="*/ 94165 w 120116"/>
                <a:gd name="connsiteY250" fmla="*/ 135568 h 193807"/>
                <a:gd name="connsiteX251" fmla="*/ 94165 w 120116"/>
                <a:gd name="connsiteY251" fmla="*/ 134491 h 193807"/>
                <a:gd name="connsiteX252" fmla="*/ 94165 w 120116"/>
                <a:gd name="connsiteY252" fmla="*/ 131531 h 193807"/>
                <a:gd name="connsiteX253" fmla="*/ 94165 w 120116"/>
                <a:gd name="connsiteY253" fmla="*/ 129277 h 193807"/>
                <a:gd name="connsiteX254" fmla="*/ 94165 w 120116"/>
                <a:gd name="connsiteY254" fmla="*/ 125812 h 193807"/>
                <a:gd name="connsiteX255" fmla="*/ 94939 w 120116"/>
                <a:gd name="connsiteY255" fmla="*/ 124938 h 193807"/>
                <a:gd name="connsiteX256" fmla="*/ 95882 w 120116"/>
                <a:gd name="connsiteY256" fmla="*/ 124366 h 193807"/>
                <a:gd name="connsiteX257" fmla="*/ 99079 w 120116"/>
                <a:gd name="connsiteY257" fmla="*/ 122919 h 193807"/>
                <a:gd name="connsiteX258" fmla="*/ 100223 w 120116"/>
                <a:gd name="connsiteY258" fmla="*/ 122112 h 193807"/>
                <a:gd name="connsiteX259" fmla="*/ 103353 w 120116"/>
                <a:gd name="connsiteY259" fmla="*/ 121372 h 193807"/>
                <a:gd name="connsiteX260" fmla="*/ 106382 w 120116"/>
                <a:gd name="connsiteY260" fmla="*/ 119623 h 193807"/>
                <a:gd name="connsiteX261" fmla="*/ 107964 w 120116"/>
                <a:gd name="connsiteY261" fmla="*/ 120194 h 193807"/>
                <a:gd name="connsiteX262" fmla="*/ 110151 w 120116"/>
                <a:gd name="connsiteY262" fmla="*/ 117066 h 193807"/>
                <a:gd name="connsiteX263" fmla="*/ 111599 w 120116"/>
                <a:gd name="connsiteY263" fmla="*/ 114879 h 193807"/>
                <a:gd name="connsiteX264" fmla="*/ 116007 w 120116"/>
                <a:gd name="connsiteY264" fmla="*/ 114308 h 193807"/>
                <a:gd name="connsiteX265" fmla="*/ 118026 w 120116"/>
                <a:gd name="connsiteY265" fmla="*/ 113063 h 193807"/>
                <a:gd name="connsiteX266" fmla="*/ 118565 w 120116"/>
                <a:gd name="connsiteY266" fmla="*/ 112087 h 19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20116" h="193807">
                  <a:moveTo>
                    <a:pt x="118565" y="112087"/>
                  </a:moveTo>
                  <a:lnTo>
                    <a:pt x="120012" y="108656"/>
                  </a:lnTo>
                  <a:lnTo>
                    <a:pt x="120012" y="104888"/>
                  </a:lnTo>
                  <a:cubicBezTo>
                    <a:pt x="120012" y="104888"/>
                    <a:pt x="120248" y="102702"/>
                    <a:pt x="120012" y="102399"/>
                  </a:cubicBezTo>
                  <a:cubicBezTo>
                    <a:pt x="119810" y="102063"/>
                    <a:pt x="118161" y="100112"/>
                    <a:pt x="118161" y="100112"/>
                  </a:cubicBezTo>
                  <a:lnTo>
                    <a:pt x="116209" y="98800"/>
                  </a:lnTo>
                  <a:lnTo>
                    <a:pt x="113921" y="98800"/>
                  </a:lnTo>
                  <a:cubicBezTo>
                    <a:pt x="113921" y="98800"/>
                    <a:pt x="114358" y="98161"/>
                    <a:pt x="113921" y="97151"/>
                  </a:cubicBezTo>
                  <a:cubicBezTo>
                    <a:pt x="113483" y="96176"/>
                    <a:pt x="114695" y="95738"/>
                    <a:pt x="113921" y="95301"/>
                  </a:cubicBezTo>
                  <a:cubicBezTo>
                    <a:pt x="113147" y="94864"/>
                    <a:pt x="110892" y="94225"/>
                    <a:pt x="110656" y="94527"/>
                  </a:cubicBezTo>
                  <a:cubicBezTo>
                    <a:pt x="110454" y="94864"/>
                    <a:pt x="109243" y="95402"/>
                    <a:pt x="108502" y="95738"/>
                  </a:cubicBezTo>
                  <a:cubicBezTo>
                    <a:pt x="107728" y="96075"/>
                    <a:pt x="106113" y="95940"/>
                    <a:pt x="105675" y="96277"/>
                  </a:cubicBezTo>
                  <a:cubicBezTo>
                    <a:pt x="105238" y="96613"/>
                    <a:pt x="102646" y="96176"/>
                    <a:pt x="102646" y="95301"/>
                  </a:cubicBezTo>
                  <a:cubicBezTo>
                    <a:pt x="102646" y="94426"/>
                    <a:pt x="102646" y="90962"/>
                    <a:pt x="102646" y="90962"/>
                  </a:cubicBezTo>
                  <a:lnTo>
                    <a:pt x="104598" y="89448"/>
                  </a:lnTo>
                  <a:cubicBezTo>
                    <a:pt x="104598" y="89448"/>
                    <a:pt x="105036" y="87699"/>
                    <a:pt x="105137" y="87396"/>
                  </a:cubicBezTo>
                  <a:cubicBezTo>
                    <a:pt x="105238" y="87059"/>
                    <a:pt x="106012" y="85445"/>
                    <a:pt x="106012" y="85445"/>
                  </a:cubicBezTo>
                  <a:lnTo>
                    <a:pt x="105103" y="83292"/>
                  </a:lnTo>
                  <a:lnTo>
                    <a:pt x="105978" y="80971"/>
                  </a:lnTo>
                  <a:lnTo>
                    <a:pt x="106281" y="76497"/>
                  </a:lnTo>
                  <a:lnTo>
                    <a:pt x="104093" y="73604"/>
                  </a:lnTo>
                  <a:lnTo>
                    <a:pt x="102646" y="71417"/>
                  </a:lnTo>
                  <a:lnTo>
                    <a:pt x="95848" y="69971"/>
                  </a:lnTo>
                  <a:lnTo>
                    <a:pt x="91776" y="70711"/>
                  </a:lnTo>
                  <a:cubicBezTo>
                    <a:pt x="91776" y="70711"/>
                    <a:pt x="88579" y="74344"/>
                    <a:pt x="88141" y="74478"/>
                  </a:cubicBezTo>
                  <a:cubicBezTo>
                    <a:pt x="87704" y="74613"/>
                    <a:pt x="85247" y="76799"/>
                    <a:pt x="85247" y="76799"/>
                  </a:cubicBezTo>
                  <a:lnTo>
                    <a:pt x="85247" y="78818"/>
                  </a:lnTo>
                  <a:cubicBezTo>
                    <a:pt x="85247" y="78818"/>
                    <a:pt x="84238" y="79827"/>
                    <a:pt x="83497" y="79120"/>
                  </a:cubicBezTo>
                  <a:cubicBezTo>
                    <a:pt x="82757" y="78414"/>
                    <a:pt x="81814" y="78414"/>
                    <a:pt x="81377" y="77977"/>
                  </a:cubicBezTo>
                  <a:cubicBezTo>
                    <a:pt x="80939" y="77539"/>
                    <a:pt x="79997" y="77237"/>
                    <a:pt x="79997" y="75521"/>
                  </a:cubicBezTo>
                  <a:cubicBezTo>
                    <a:pt x="79997" y="73772"/>
                    <a:pt x="79997" y="70172"/>
                    <a:pt x="79997" y="70172"/>
                  </a:cubicBezTo>
                  <a:lnTo>
                    <a:pt x="80704" y="70038"/>
                  </a:lnTo>
                  <a:cubicBezTo>
                    <a:pt x="80704" y="70038"/>
                    <a:pt x="81276" y="67010"/>
                    <a:pt x="81276" y="66573"/>
                  </a:cubicBezTo>
                  <a:cubicBezTo>
                    <a:pt x="81276" y="66136"/>
                    <a:pt x="81713" y="63983"/>
                    <a:pt x="80704" y="63814"/>
                  </a:cubicBezTo>
                  <a:cubicBezTo>
                    <a:pt x="79694" y="63680"/>
                    <a:pt x="75858" y="63814"/>
                    <a:pt x="75858" y="63814"/>
                  </a:cubicBezTo>
                  <a:lnTo>
                    <a:pt x="74780" y="60181"/>
                  </a:lnTo>
                  <a:lnTo>
                    <a:pt x="74780" y="56279"/>
                  </a:lnTo>
                  <a:lnTo>
                    <a:pt x="71314" y="52579"/>
                  </a:lnTo>
                  <a:lnTo>
                    <a:pt x="71314" y="51065"/>
                  </a:lnTo>
                  <a:lnTo>
                    <a:pt x="71314" y="45851"/>
                  </a:lnTo>
                  <a:lnTo>
                    <a:pt x="69127" y="44102"/>
                  </a:lnTo>
                  <a:lnTo>
                    <a:pt x="67174" y="41713"/>
                  </a:lnTo>
                  <a:cubicBezTo>
                    <a:pt x="67174" y="41713"/>
                    <a:pt x="67377" y="40839"/>
                    <a:pt x="67174" y="39964"/>
                  </a:cubicBezTo>
                  <a:cubicBezTo>
                    <a:pt x="66939" y="39089"/>
                    <a:pt x="67545" y="36701"/>
                    <a:pt x="67545" y="36701"/>
                  </a:cubicBezTo>
                  <a:lnTo>
                    <a:pt x="67814" y="35019"/>
                  </a:lnTo>
                  <a:lnTo>
                    <a:pt x="67814" y="33640"/>
                  </a:lnTo>
                  <a:lnTo>
                    <a:pt x="67747" y="32496"/>
                  </a:lnTo>
                  <a:lnTo>
                    <a:pt x="68689" y="31722"/>
                  </a:lnTo>
                  <a:lnTo>
                    <a:pt x="69934" y="31016"/>
                  </a:lnTo>
                  <a:lnTo>
                    <a:pt x="70439" y="31016"/>
                  </a:lnTo>
                  <a:lnTo>
                    <a:pt x="71751" y="31756"/>
                  </a:lnTo>
                  <a:cubicBezTo>
                    <a:pt x="71751" y="31756"/>
                    <a:pt x="73367" y="33000"/>
                    <a:pt x="73569" y="33068"/>
                  </a:cubicBezTo>
                  <a:cubicBezTo>
                    <a:pt x="73804" y="33135"/>
                    <a:pt x="74444" y="33707"/>
                    <a:pt x="74444" y="33707"/>
                  </a:cubicBezTo>
                  <a:lnTo>
                    <a:pt x="76194" y="34212"/>
                  </a:lnTo>
                  <a:lnTo>
                    <a:pt x="78078" y="34952"/>
                  </a:lnTo>
                  <a:cubicBezTo>
                    <a:pt x="78078" y="34952"/>
                    <a:pt x="80333" y="35086"/>
                    <a:pt x="80771" y="34817"/>
                  </a:cubicBezTo>
                  <a:cubicBezTo>
                    <a:pt x="81209" y="34514"/>
                    <a:pt x="81579" y="33875"/>
                    <a:pt x="81848" y="33808"/>
                  </a:cubicBezTo>
                  <a:cubicBezTo>
                    <a:pt x="82151" y="33741"/>
                    <a:pt x="82218" y="32664"/>
                    <a:pt x="82420" y="32664"/>
                  </a:cubicBezTo>
                  <a:cubicBezTo>
                    <a:pt x="82655" y="32664"/>
                    <a:pt x="84304" y="32799"/>
                    <a:pt x="84304" y="32799"/>
                  </a:cubicBezTo>
                  <a:lnTo>
                    <a:pt x="86122" y="32799"/>
                  </a:lnTo>
                  <a:lnTo>
                    <a:pt x="87502" y="33371"/>
                  </a:lnTo>
                  <a:lnTo>
                    <a:pt x="87872" y="34750"/>
                  </a:lnTo>
                  <a:lnTo>
                    <a:pt x="90060" y="34952"/>
                  </a:lnTo>
                  <a:lnTo>
                    <a:pt x="91136" y="34245"/>
                  </a:lnTo>
                  <a:cubicBezTo>
                    <a:pt x="91136" y="34245"/>
                    <a:pt x="91742" y="33707"/>
                    <a:pt x="91810" y="33539"/>
                  </a:cubicBezTo>
                  <a:cubicBezTo>
                    <a:pt x="91877" y="33371"/>
                    <a:pt x="92584" y="32328"/>
                    <a:pt x="92584" y="31890"/>
                  </a:cubicBezTo>
                  <a:cubicBezTo>
                    <a:pt x="92584" y="31453"/>
                    <a:pt x="91944" y="29670"/>
                    <a:pt x="91944" y="29670"/>
                  </a:cubicBezTo>
                  <a:lnTo>
                    <a:pt x="90194" y="28594"/>
                  </a:lnTo>
                  <a:cubicBezTo>
                    <a:pt x="90194" y="28594"/>
                    <a:pt x="88612" y="27887"/>
                    <a:pt x="88612" y="27719"/>
                  </a:cubicBezTo>
                  <a:cubicBezTo>
                    <a:pt x="88612" y="27551"/>
                    <a:pt x="87973" y="26643"/>
                    <a:pt x="87906" y="26407"/>
                  </a:cubicBezTo>
                  <a:cubicBezTo>
                    <a:pt x="87838" y="26205"/>
                    <a:pt x="88377" y="25263"/>
                    <a:pt x="88545" y="25062"/>
                  </a:cubicBezTo>
                  <a:cubicBezTo>
                    <a:pt x="88713" y="24860"/>
                    <a:pt x="89622" y="23884"/>
                    <a:pt x="89622" y="23884"/>
                  </a:cubicBezTo>
                  <a:lnTo>
                    <a:pt x="88848" y="22808"/>
                  </a:lnTo>
                  <a:lnTo>
                    <a:pt x="85684" y="22370"/>
                  </a:lnTo>
                  <a:lnTo>
                    <a:pt x="84372" y="22370"/>
                  </a:lnTo>
                  <a:lnTo>
                    <a:pt x="81511" y="20688"/>
                  </a:lnTo>
                  <a:cubicBezTo>
                    <a:pt x="81511" y="20688"/>
                    <a:pt x="81949" y="19343"/>
                    <a:pt x="82218" y="19040"/>
                  </a:cubicBezTo>
                  <a:cubicBezTo>
                    <a:pt x="82487" y="18771"/>
                    <a:pt x="84574" y="17358"/>
                    <a:pt x="84843" y="17257"/>
                  </a:cubicBezTo>
                  <a:cubicBezTo>
                    <a:pt x="85113" y="17156"/>
                    <a:pt x="87939" y="16887"/>
                    <a:pt x="87939" y="16887"/>
                  </a:cubicBezTo>
                  <a:lnTo>
                    <a:pt x="88478" y="11942"/>
                  </a:lnTo>
                  <a:lnTo>
                    <a:pt x="87872" y="9890"/>
                  </a:lnTo>
                  <a:lnTo>
                    <a:pt x="85920" y="8208"/>
                  </a:lnTo>
                  <a:cubicBezTo>
                    <a:pt x="85920" y="8208"/>
                    <a:pt x="81612" y="8006"/>
                    <a:pt x="81242" y="8208"/>
                  </a:cubicBezTo>
                  <a:cubicBezTo>
                    <a:pt x="80872" y="8410"/>
                    <a:pt x="78785" y="11135"/>
                    <a:pt x="78348" y="11471"/>
                  </a:cubicBezTo>
                  <a:cubicBezTo>
                    <a:pt x="77910" y="11808"/>
                    <a:pt x="77910" y="12447"/>
                    <a:pt x="76598" y="12009"/>
                  </a:cubicBezTo>
                  <a:cubicBezTo>
                    <a:pt x="75285" y="11572"/>
                    <a:pt x="73973" y="10697"/>
                    <a:pt x="73535" y="9688"/>
                  </a:cubicBezTo>
                  <a:cubicBezTo>
                    <a:pt x="73098" y="8645"/>
                    <a:pt x="72021" y="5719"/>
                    <a:pt x="71785" y="5281"/>
                  </a:cubicBezTo>
                  <a:cubicBezTo>
                    <a:pt x="71550" y="4844"/>
                    <a:pt x="69227" y="3936"/>
                    <a:pt x="69227" y="3936"/>
                  </a:cubicBezTo>
                  <a:cubicBezTo>
                    <a:pt x="69227" y="3936"/>
                    <a:pt x="68252" y="2725"/>
                    <a:pt x="67814" y="2624"/>
                  </a:cubicBezTo>
                  <a:cubicBezTo>
                    <a:pt x="67377" y="2523"/>
                    <a:pt x="60646" y="0"/>
                    <a:pt x="60646" y="0"/>
                  </a:cubicBezTo>
                  <a:cubicBezTo>
                    <a:pt x="60646" y="0"/>
                    <a:pt x="58054" y="3028"/>
                    <a:pt x="56742" y="3162"/>
                  </a:cubicBezTo>
                  <a:cubicBezTo>
                    <a:pt x="55429" y="3263"/>
                    <a:pt x="52400" y="5012"/>
                    <a:pt x="52165" y="5450"/>
                  </a:cubicBezTo>
                  <a:cubicBezTo>
                    <a:pt x="51962" y="5887"/>
                    <a:pt x="52165" y="9486"/>
                    <a:pt x="52165" y="9486"/>
                  </a:cubicBezTo>
                  <a:lnTo>
                    <a:pt x="49539" y="13086"/>
                  </a:lnTo>
                  <a:lnTo>
                    <a:pt x="46948" y="15811"/>
                  </a:lnTo>
                  <a:lnTo>
                    <a:pt x="45299" y="17997"/>
                  </a:lnTo>
                  <a:lnTo>
                    <a:pt x="42910" y="18973"/>
                  </a:lnTo>
                  <a:lnTo>
                    <a:pt x="42203" y="20049"/>
                  </a:lnTo>
                  <a:lnTo>
                    <a:pt x="41698" y="22101"/>
                  </a:lnTo>
                  <a:lnTo>
                    <a:pt x="41698" y="23279"/>
                  </a:lnTo>
                  <a:lnTo>
                    <a:pt x="40621" y="26542"/>
                  </a:lnTo>
                  <a:cubicBezTo>
                    <a:pt x="40621" y="26542"/>
                    <a:pt x="40083" y="27080"/>
                    <a:pt x="39107" y="27181"/>
                  </a:cubicBezTo>
                  <a:cubicBezTo>
                    <a:pt x="38130" y="27282"/>
                    <a:pt x="35405" y="27181"/>
                    <a:pt x="35068" y="27282"/>
                  </a:cubicBezTo>
                  <a:cubicBezTo>
                    <a:pt x="34731" y="27383"/>
                    <a:pt x="33655" y="29132"/>
                    <a:pt x="33655" y="29132"/>
                  </a:cubicBezTo>
                  <a:lnTo>
                    <a:pt x="32780" y="33808"/>
                  </a:lnTo>
                  <a:lnTo>
                    <a:pt x="32140" y="37710"/>
                  </a:lnTo>
                  <a:lnTo>
                    <a:pt x="33991" y="43799"/>
                  </a:lnTo>
                  <a:lnTo>
                    <a:pt x="34967" y="47062"/>
                  </a:lnTo>
                  <a:lnTo>
                    <a:pt x="38770" y="47936"/>
                  </a:lnTo>
                  <a:cubicBezTo>
                    <a:pt x="38770" y="47936"/>
                    <a:pt x="40284" y="48475"/>
                    <a:pt x="40722" y="48710"/>
                  </a:cubicBezTo>
                  <a:cubicBezTo>
                    <a:pt x="41159" y="48912"/>
                    <a:pt x="42573" y="51334"/>
                    <a:pt x="42573" y="51334"/>
                  </a:cubicBezTo>
                  <a:lnTo>
                    <a:pt x="42674" y="53487"/>
                  </a:lnTo>
                  <a:lnTo>
                    <a:pt x="40722" y="54900"/>
                  </a:lnTo>
                  <a:cubicBezTo>
                    <a:pt x="40722" y="54900"/>
                    <a:pt x="37996" y="54900"/>
                    <a:pt x="37659" y="55236"/>
                  </a:cubicBezTo>
                  <a:cubicBezTo>
                    <a:pt x="37323" y="55573"/>
                    <a:pt x="35606" y="56178"/>
                    <a:pt x="35606" y="56178"/>
                  </a:cubicBezTo>
                  <a:lnTo>
                    <a:pt x="33318" y="59038"/>
                  </a:lnTo>
                  <a:lnTo>
                    <a:pt x="31265" y="61863"/>
                  </a:lnTo>
                  <a:lnTo>
                    <a:pt x="34731" y="63613"/>
                  </a:lnTo>
                  <a:lnTo>
                    <a:pt x="37996" y="64050"/>
                  </a:lnTo>
                  <a:cubicBezTo>
                    <a:pt x="37996" y="64050"/>
                    <a:pt x="39073" y="65227"/>
                    <a:pt x="39409" y="65463"/>
                  </a:cubicBezTo>
                  <a:cubicBezTo>
                    <a:pt x="39746" y="65665"/>
                    <a:pt x="40284" y="69163"/>
                    <a:pt x="40284" y="69163"/>
                  </a:cubicBezTo>
                  <a:lnTo>
                    <a:pt x="39308" y="73402"/>
                  </a:lnTo>
                  <a:lnTo>
                    <a:pt x="38434" y="76328"/>
                  </a:lnTo>
                  <a:cubicBezTo>
                    <a:pt x="38434" y="76328"/>
                    <a:pt x="35943" y="77539"/>
                    <a:pt x="35505" y="77539"/>
                  </a:cubicBezTo>
                  <a:cubicBezTo>
                    <a:pt x="35068" y="77539"/>
                    <a:pt x="32914" y="76227"/>
                    <a:pt x="32477" y="76127"/>
                  </a:cubicBezTo>
                  <a:cubicBezTo>
                    <a:pt x="32039" y="76026"/>
                    <a:pt x="29111" y="73536"/>
                    <a:pt x="29111" y="73536"/>
                  </a:cubicBezTo>
                  <a:lnTo>
                    <a:pt x="25510" y="73738"/>
                  </a:lnTo>
                  <a:lnTo>
                    <a:pt x="21371" y="72325"/>
                  </a:lnTo>
                  <a:cubicBezTo>
                    <a:pt x="21371" y="72325"/>
                    <a:pt x="20394" y="71350"/>
                    <a:pt x="20294" y="70912"/>
                  </a:cubicBezTo>
                  <a:cubicBezTo>
                    <a:pt x="20193" y="70475"/>
                    <a:pt x="20394" y="69163"/>
                    <a:pt x="20832" y="68860"/>
                  </a:cubicBezTo>
                  <a:cubicBezTo>
                    <a:pt x="21270" y="68524"/>
                    <a:pt x="21707" y="68322"/>
                    <a:pt x="22010" y="67111"/>
                  </a:cubicBezTo>
                  <a:cubicBezTo>
                    <a:pt x="22347" y="65900"/>
                    <a:pt x="22683" y="64925"/>
                    <a:pt x="22683" y="64487"/>
                  </a:cubicBezTo>
                  <a:cubicBezTo>
                    <a:pt x="22683" y="64050"/>
                    <a:pt x="22952" y="62301"/>
                    <a:pt x="22952" y="62301"/>
                  </a:cubicBezTo>
                  <a:cubicBezTo>
                    <a:pt x="22952" y="62301"/>
                    <a:pt x="22683" y="60989"/>
                    <a:pt x="22649" y="60921"/>
                  </a:cubicBezTo>
                  <a:cubicBezTo>
                    <a:pt x="22616" y="60854"/>
                    <a:pt x="21270" y="59912"/>
                    <a:pt x="21169" y="59879"/>
                  </a:cubicBezTo>
                  <a:cubicBezTo>
                    <a:pt x="21068" y="59845"/>
                    <a:pt x="19957" y="58937"/>
                    <a:pt x="19890" y="58937"/>
                  </a:cubicBezTo>
                  <a:cubicBezTo>
                    <a:pt x="19823" y="58937"/>
                    <a:pt x="18241" y="58937"/>
                    <a:pt x="18241" y="58937"/>
                  </a:cubicBezTo>
                  <a:cubicBezTo>
                    <a:pt x="18241" y="58937"/>
                    <a:pt x="16861" y="59374"/>
                    <a:pt x="16760" y="59374"/>
                  </a:cubicBezTo>
                  <a:cubicBezTo>
                    <a:pt x="16659" y="59374"/>
                    <a:pt x="15851" y="59879"/>
                    <a:pt x="15851" y="59879"/>
                  </a:cubicBezTo>
                  <a:cubicBezTo>
                    <a:pt x="15851" y="59879"/>
                    <a:pt x="15817" y="61056"/>
                    <a:pt x="15851" y="61157"/>
                  </a:cubicBezTo>
                  <a:cubicBezTo>
                    <a:pt x="15919" y="61258"/>
                    <a:pt x="16020" y="62435"/>
                    <a:pt x="16020" y="62435"/>
                  </a:cubicBezTo>
                  <a:cubicBezTo>
                    <a:pt x="16020" y="62435"/>
                    <a:pt x="15986" y="63343"/>
                    <a:pt x="15986" y="63545"/>
                  </a:cubicBezTo>
                  <a:cubicBezTo>
                    <a:pt x="15986" y="63781"/>
                    <a:pt x="15817" y="65160"/>
                    <a:pt x="15817" y="65160"/>
                  </a:cubicBezTo>
                  <a:cubicBezTo>
                    <a:pt x="15817" y="65160"/>
                    <a:pt x="15817" y="66741"/>
                    <a:pt x="15817" y="66943"/>
                  </a:cubicBezTo>
                  <a:cubicBezTo>
                    <a:pt x="15817" y="67145"/>
                    <a:pt x="15145" y="68995"/>
                    <a:pt x="15111" y="69130"/>
                  </a:cubicBezTo>
                  <a:cubicBezTo>
                    <a:pt x="15077" y="69230"/>
                    <a:pt x="14067" y="70744"/>
                    <a:pt x="14067" y="70744"/>
                  </a:cubicBezTo>
                  <a:lnTo>
                    <a:pt x="12486" y="73099"/>
                  </a:lnTo>
                  <a:lnTo>
                    <a:pt x="10534" y="74344"/>
                  </a:lnTo>
                  <a:lnTo>
                    <a:pt x="8649" y="77539"/>
                  </a:lnTo>
                  <a:cubicBezTo>
                    <a:pt x="8649" y="77539"/>
                    <a:pt x="7572" y="79322"/>
                    <a:pt x="7438" y="79726"/>
                  </a:cubicBezTo>
                  <a:cubicBezTo>
                    <a:pt x="7270" y="80096"/>
                    <a:pt x="6933" y="83191"/>
                    <a:pt x="6933" y="83191"/>
                  </a:cubicBezTo>
                  <a:lnTo>
                    <a:pt x="6933" y="85848"/>
                  </a:lnTo>
                  <a:cubicBezTo>
                    <a:pt x="6933" y="85848"/>
                    <a:pt x="6596" y="87799"/>
                    <a:pt x="6933" y="88136"/>
                  </a:cubicBezTo>
                  <a:cubicBezTo>
                    <a:pt x="7270" y="88472"/>
                    <a:pt x="8077" y="90322"/>
                    <a:pt x="8077" y="90322"/>
                  </a:cubicBezTo>
                  <a:lnTo>
                    <a:pt x="10096" y="93249"/>
                  </a:lnTo>
                  <a:cubicBezTo>
                    <a:pt x="10096" y="93249"/>
                    <a:pt x="10635" y="97488"/>
                    <a:pt x="10635" y="97925"/>
                  </a:cubicBezTo>
                  <a:cubicBezTo>
                    <a:pt x="10635" y="98362"/>
                    <a:pt x="7101" y="101289"/>
                    <a:pt x="6798" y="101524"/>
                  </a:cubicBezTo>
                  <a:cubicBezTo>
                    <a:pt x="6495" y="101726"/>
                    <a:pt x="4779" y="103375"/>
                    <a:pt x="4543" y="103913"/>
                  </a:cubicBezTo>
                  <a:cubicBezTo>
                    <a:pt x="4342" y="104451"/>
                    <a:pt x="3029" y="106739"/>
                    <a:pt x="4543" y="107378"/>
                  </a:cubicBezTo>
                  <a:cubicBezTo>
                    <a:pt x="6058" y="108017"/>
                    <a:pt x="9760" y="111078"/>
                    <a:pt x="10197" y="111078"/>
                  </a:cubicBezTo>
                  <a:cubicBezTo>
                    <a:pt x="10635" y="111078"/>
                    <a:pt x="12385" y="114240"/>
                    <a:pt x="12385" y="114240"/>
                  </a:cubicBezTo>
                  <a:cubicBezTo>
                    <a:pt x="12385" y="114240"/>
                    <a:pt x="11745" y="117268"/>
                    <a:pt x="11207" y="117705"/>
                  </a:cubicBezTo>
                  <a:cubicBezTo>
                    <a:pt x="10669" y="118142"/>
                    <a:pt x="9894" y="120093"/>
                    <a:pt x="9457" y="120766"/>
                  </a:cubicBezTo>
                  <a:cubicBezTo>
                    <a:pt x="9019" y="121405"/>
                    <a:pt x="9255" y="124130"/>
                    <a:pt x="9894" y="124769"/>
                  </a:cubicBezTo>
                  <a:cubicBezTo>
                    <a:pt x="10534" y="125409"/>
                    <a:pt x="13361" y="128133"/>
                    <a:pt x="13697" y="128470"/>
                  </a:cubicBezTo>
                  <a:cubicBezTo>
                    <a:pt x="14034" y="128806"/>
                    <a:pt x="19116" y="131397"/>
                    <a:pt x="19789" y="131497"/>
                  </a:cubicBezTo>
                  <a:cubicBezTo>
                    <a:pt x="20428" y="131598"/>
                    <a:pt x="22717" y="132675"/>
                    <a:pt x="22717" y="132675"/>
                  </a:cubicBezTo>
                  <a:lnTo>
                    <a:pt x="23491" y="134962"/>
                  </a:lnTo>
                  <a:cubicBezTo>
                    <a:pt x="23491" y="134962"/>
                    <a:pt x="21202" y="137351"/>
                    <a:pt x="20866" y="137687"/>
                  </a:cubicBezTo>
                  <a:cubicBezTo>
                    <a:pt x="20529" y="138023"/>
                    <a:pt x="18274" y="139537"/>
                    <a:pt x="17938" y="139874"/>
                  </a:cubicBezTo>
                  <a:cubicBezTo>
                    <a:pt x="17601" y="140210"/>
                    <a:pt x="15010" y="141287"/>
                    <a:pt x="14337" y="142060"/>
                  </a:cubicBezTo>
                  <a:cubicBezTo>
                    <a:pt x="13697" y="142834"/>
                    <a:pt x="12385" y="143810"/>
                    <a:pt x="11207" y="144348"/>
                  </a:cubicBezTo>
                  <a:cubicBezTo>
                    <a:pt x="9995" y="144886"/>
                    <a:pt x="6630" y="145760"/>
                    <a:pt x="6630" y="145760"/>
                  </a:cubicBezTo>
                  <a:lnTo>
                    <a:pt x="1582" y="149360"/>
                  </a:lnTo>
                  <a:lnTo>
                    <a:pt x="0" y="151311"/>
                  </a:lnTo>
                  <a:lnTo>
                    <a:pt x="0" y="157164"/>
                  </a:lnTo>
                  <a:cubicBezTo>
                    <a:pt x="0" y="157164"/>
                    <a:pt x="774" y="160764"/>
                    <a:pt x="774" y="161168"/>
                  </a:cubicBezTo>
                  <a:cubicBezTo>
                    <a:pt x="774" y="161605"/>
                    <a:pt x="1414" y="166382"/>
                    <a:pt x="1414" y="166920"/>
                  </a:cubicBezTo>
                  <a:cubicBezTo>
                    <a:pt x="1414" y="167458"/>
                    <a:pt x="3500" y="170721"/>
                    <a:pt x="3500" y="170721"/>
                  </a:cubicBezTo>
                  <a:cubicBezTo>
                    <a:pt x="3500" y="170721"/>
                    <a:pt x="6529" y="173648"/>
                    <a:pt x="6966" y="173984"/>
                  </a:cubicBezTo>
                  <a:cubicBezTo>
                    <a:pt x="7404" y="174321"/>
                    <a:pt x="8716" y="175397"/>
                    <a:pt x="9693" y="175935"/>
                  </a:cubicBezTo>
                  <a:cubicBezTo>
                    <a:pt x="10669" y="176473"/>
                    <a:pt x="15346" y="180510"/>
                    <a:pt x="15683" y="180813"/>
                  </a:cubicBezTo>
                  <a:cubicBezTo>
                    <a:pt x="16020" y="181149"/>
                    <a:pt x="17433" y="182327"/>
                    <a:pt x="18510" y="182327"/>
                  </a:cubicBezTo>
                  <a:cubicBezTo>
                    <a:pt x="19587" y="182327"/>
                    <a:pt x="21774" y="182327"/>
                    <a:pt x="21774" y="182327"/>
                  </a:cubicBezTo>
                  <a:cubicBezTo>
                    <a:pt x="21774" y="182327"/>
                    <a:pt x="25039" y="182428"/>
                    <a:pt x="26991" y="182327"/>
                  </a:cubicBezTo>
                  <a:cubicBezTo>
                    <a:pt x="28943" y="182226"/>
                    <a:pt x="30121" y="181553"/>
                    <a:pt x="30121" y="181553"/>
                  </a:cubicBezTo>
                  <a:lnTo>
                    <a:pt x="31837" y="180578"/>
                  </a:lnTo>
                  <a:cubicBezTo>
                    <a:pt x="31837" y="180578"/>
                    <a:pt x="32914" y="180006"/>
                    <a:pt x="33150" y="179938"/>
                  </a:cubicBezTo>
                  <a:cubicBezTo>
                    <a:pt x="33385" y="179871"/>
                    <a:pt x="33587" y="179770"/>
                    <a:pt x="33890" y="179837"/>
                  </a:cubicBezTo>
                  <a:cubicBezTo>
                    <a:pt x="34159" y="179905"/>
                    <a:pt x="36179" y="181721"/>
                    <a:pt x="36179" y="181721"/>
                  </a:cubicBezTo>
                  <a:lnTo>
                    <a:pt x="36616" y="183134"/>
                  </a:lnTo>
                  <a:lnTo>
                    <a:pt x="36616" y="184951"/>
                  </a:lnTo>
                  <a:lnTo>
                    <a:pt x="36616" y="186633"/>
                  </a:lnTo>
                  <a:lnTo>
                    <a:pt x="36616" y="186700"/>
                  </a:lnTo>
                  <a:cubicBezTo>
                    <a:pt x="36616" y="186700"/>
                    <a:pt x="35910" y="188449"/>
                    <a:pt x="35910" y="188584"/>
                  </a:cubicBezTo>
                  <a:cubicBezTo>
                    <a:pt x="35910" y="188718"/>
                    <a:pt x="36111" y="189391"/>
                    <a:pt x="36751" y="189593"/>
                  </a:cubicBezTo>
                  <a:cubicBezTo>
                    <a:pt x="37357" y="189795"/>
                    <a:pt x="35842" y="189290"/>
                    <a:pt x="37861" y="190098"/>
                  </a:cubicBezTo>
                  <a:cubicBezTo>
                    <a:pt x="39881" y="190905"/>
                    <a:pt x="41025" y="191443"/>
                    <a:pt x="41025" y="191443"/>
                  </a:cubicBezTo>
                  <a:lnTo>
                    <a:pt x="42506" y="190501"/>
                  </a:lnTo>
                  <a:lnTo>
                    <a:pt x="46746" y="189189"/>
                  </a:lnTo>
                  <a:lnTo>
                    <a:pt x="47386" y="188113"/>
                  </a:lnTo>
                  <a:cubicBezTo>
                    <a:pt x="47386" y="188113"/>
                    <a:pt x="48126" y="186364"/>
                    <a:pt x="48597" y="186364"/>
                  </a:cubicBezTo>
                  <a:cubicBezTo>
                    <a:pt x="49035" y="186364"/>
                    <a:pt x="50886" y="186162"/>
                    <a:pt x="50886" y="186162"/>
                  </a:cubicBezTo>
                  <a:lnTo>
                    <a:pt x="52939" y="187676"/>
                  </a:lnTo>
                  <a:cubicBezTo>
                    <a:pt x="52939" y="187676"/>
                    <a:pt x="53477" y="189425"/>
                    <a:pt x="53275" y="189728"/>
                  </a:cubicBezTo>
                  <a:cubicBezTo>
                    <a:pt x="53040" y="190064"/>
                    <a:pt x="51862" y="191611"/>
                    <a:pt x="51424" y="191443"/>
                  </a:cubicBezTo>
                  <a:cubicBezTo>
                    <a:pt x="50987" y="191275"/>
                    <a:pt x="49708" y="192352"/>
                    <a:pt x="49708" y="192352"/>
                  </a:cubicBezTo>
                  <a:cubicBezTo>
                    <a:pt x="49708" y="192352"/>
                    <a:pt x="49472" y="193125"/>
                    <a:pt x="49809" y="193125"/>
                  </a:cubicBezTo>
                  <a:cubicBezTo>
                    <a:pt x="50145" y="193125"/>
                    <a:pt x="50482" y="193899"/>
                    <a:pt x="51896" y="193764"/>
                  </a:cubicBezTo>
                  <a:cubicBezTo>
                    <a:pt x="53309" y="193664"/>
                    <a:pt x="55025" y="193899"/>
                    <a:pt x="55496" y="193764"/>
                  </a:cubicBezTo>
                  <a:cubicBezTo>
                    <a:pt x="55934" y="193630"/>
                    <a:pt x="57886" y="193798"/>
                    <a:pt x="57886" y="193798"/>
                  </a:cubicBezTo>
                  <a:lnTo>
                    <a:pt x="60208" y="192991"/>
                  </a:lnTo>
                  <a:cubicBezTo>
                    <a:pt x="60208" y="192991"/>
                    <a:pt x="61487" y="191241"/>
                    <a:pt x="61790" y="190905"/>
                  </a:cubicBezTo>
                  <a:cubicBezTo>
                    <a:pt x="62126" y="190569"/>
                    <a:pt x="62665" y="190468"/>
                    <a:pt x="63001" y="190367"/>
                  </a:cubicBezTo>
                  <a:cubicBezTo>
                    <a:pt x="63338" y="190266"/>
                    <a:pt x="67040" y="192318"/>
                    <a:pt x="67040" y="192318"/>
                  </a:cubicBezTo>
                  <a:cubicBezTo>
                    <a:pt x="67040" y="192318"/>
                    <a:pt x="68016" y="191881"/>
                    <a:pt x="68655" y="191679"/>
                  </a:cubicBezTo>
                  <a:cubicBezTo>
                    <a:pt x="69295" y="191477"/>
                    <a:pt x="71381" y="190030"/>
                    <a:pt x="71819" y="189929"/>
                  </a:cubicBezTo>
                  <a:cubicBezTo>
                    <a:pt x="72256" y="189829"/>
                    <a:pt x="75521" y="188315"/>
                    <a:pt x="75958" y="188315"/>
                  </a:cubicBezTo>
                  <a:cubicBezTo>
                    <a:pt x="76396" y="188315"/>
                    <a:pt x="77708" y="187978"/>
                    <a:pt x="77708" y="187978"/>
                  </a:cubicBezTo>
                  <a:lnTo>
                    <a:pt x="80872" y="185590"/>
                  </a:lnTo>
                  <a:lnTo>
                    <a:pt x="82117" y="182562"/>
                  </a:lnTo>
                  <a:lnTo>
                    <a:pt x="81949" y="179400"/>
                  </a:lnTo>
                  <a:lnTo>
                    <a:pt x="81949" y="177987"/>
                  </a:lnTo>
                  <a:cubicBezTo>
                    <a:pt x="81949" y="177987"/>
                    <a:pt x="82285" y="175397"/>
                    <a:pt x="82723" y="175162"/>
                  </a:cubicBezTo>
                  <a:cubicBezTo>
                    <a:pt x="83160" y="174960"/>
                    <a:pt x="83699" y="173412"/>
                    <a:pt x="83699" y="173412"/>
                  </a:cubicBezTo>
                  <a:lnTo>
                    <a:pt x="83699" y="171024"/>
                  </a:lnTo>
                  <a:lnTo>
                    <a:pt x="83261" y="168736"/>
                  </a:lnTo>
                  <a:lnTo>
                    <a:pt x="83059" y="165372"/>
                  </a:lnTo>
                  <a:lnTo>
                    <a:pt x="82824" y="163085"/>
                  </a:lnTo>
                  <a:cubicBezTo>
                    <a:pt x="82824" y="163085"/>
                    <a:pt x="82723" y="161908"/>
                    <a:pt x="82824" y="161571"/>
                  </a:cubicBezTo>
                  <a:cubicBezTo>
                    <a:pt x="82925" y="161235"/>
                    <a:pt x="82925" y="160932"/>
                    <a:pt x="83261" y="160360"/>
                  </a:cubicBezTo>
                  <a:cubicBezTo>
                    <a:pt x="83598" y="159822"/>
                    <a:pt x="84136" y="158611"/>
                    <a:pt x="84136" y="158611"/>
                  </a:cubicBezTo>
                  <a:lnTo>
                    <a:pt x="84776" y="156761"/>
                  </a:lnTo>
                  <a:lnTo>
                    <a:pt x="84877" y="155247"/>
                  </a:lnTo>
                  <a:lnTo>
                    <a:pt x="85651" y="154372"/>
                  </a:lnTo>
                  <a:lnTo>
                    <a:pt x="86526" y="153733"/>
                  </a:lnTo>
                  <a:lnTo>
                    <a:pt x="87838" y="152859"/>
                  </a:lnTo>
                  <a:lnTo>
                    <a:pt x="88916" y="151984"/>
                  </a:lnTo>
                  <a:lnTo>
                    <a:pt x="89891" y="150672"/>
                  </a:lnTo>
                  <a:lnTo>
                    <a:pt x="90665" y="150033"/>
                  </a:lnTo>
                  <a:cubicBezTo>
                    <a:pt x="90665" y="150033"/>
                    <a:pt x="91540" y="148721"/>
                    <a:pt x="91877" y="148620"/>
                  </a:cubicBezTo>
                  <a:cubicBezTo>
                    <a:pt x="92214" y="148519"/>
                    <a:pt x="93627" y="147207"/>
                    <a:pt x="93627" y="147207"/>
                  </a:cubicBezTo>
                  <a:lnTo>
                    <a:pt x="94165" y="146770"/>
                  </a:lnTo>
                  <a:lnTo>
                    <a:pt x="94939" y="145996"/>
                  </a:lnTo>
                  <a:lnTo>
                    <a:pt x="95713" y="145660"/>
                  </a:lnTo>
                  <a:lnTo>
                    <a:pt x="96151" y="143877"/>
                  </a:lnTo>
                  <a:lnTo>
                    <a:pt x="95916" y="142363"/>
                  </a:lnTo>
                  <a:lnTo>
                    <a:pt x="95916" y="139705"/>
                  </a:lnTo>
                  <a:lnTo>
                    <a:pt x="96420" y="138259"/>
                  </a:lnTo>
                  <a:lnTo>
                    <a:pt x="95512" y="136577"/>
                  </a:lnTo>
                  <a:lnTo>
                    <a:pt x="94165" y="135568"/>
                  </a:lnTo>
                  <a:lnTo>
                    <a:pt x="94165" y="134491"/>
                  </a:lnTo>
                  <a:lnTo>
                    <a:pt x="94165" y="131531"/>
                  </a:lnTo>
                  <a:lnTo>
                    <a:pt x="94165" y="129277"/>
                  </a:lnTo>
                  <a:lnTo>
                    <a:pt x="94165" y="125812"/>
                  </a:lnTo>
                  <a:lnTo>
                    <a:pt x="94939" y="124938"/>
                  </a:lnTo>
                  <a:lnTo>
                    <a:pt x="95882" y="124366"/>
                  </a:lnTo>
                  <a:lnTo>
                    <a:pt x="99079" y="122919"/>
                  </a:lnTo>
                  <a:cubicBezTo>
                    <a:pt x="99079" y="122919"/>
                    <a:pt x="99954" y="122213"/>
                    <a:pt x="100223" y="122112"/>
                  </a:cubicBezTo>
                  <a:cubicBezTo>
                    <a:pt x="100526" y="122045"/>
                    <a:pt x="103353" y="121372"/>
                    <a:pt x="103353" y="121372"/>
                  </a:cubicBezTo>
                  <a:lnTo>
                    <a:pt x="106382" y="119623"/>
                  </a:lnTo>
                  <a:lnTo>
                    <a:pt x="107964" y="120194"/>
                  </a:lnTo>
                  <a:lnTo>
                    <a:pt x="110151" y="117066"/>
                  </a:lnTo>
                  <a:lnTo>
                    <a:pt x="111599" y="114879"/>
                  </a:lnTo>
                  <a:lnTo>
                    <a:pt x="116007" y="114308"/>
                  </a:lnTo>
                  <a:lnTo>
                    <a:pt x="118026" y="113063"/>
                  </a:lnTo>
                  <a:lnTo>
                    <a:pt x="118565" y="112087"/>
                  </a:lnTo>
                  <a:close/>
                </a:path>
              </a:pathLst>
            </a:custGeom>
            <a:grpFill/>
            <a:ln w="6350" cap="flat">
              <a:solidFill>
                <a:schemeClr val="bg1"/>
              </a:solidFill>
              <a:prstDash val="solid"/>
              <a:miter/>
            </a:ln>
          </p:spPr>
          <p:txBody>
            <a:bodyPr rtlCol="0" anchor="ctr"/>
            <a:lstStyle/>
            <a:p>
              <a:endParaRPr lang="en-US"/>
            </a:p>
          </p:txBody>
        </p:sp>
        <p:sp>
          <p:nvSpPr>
            <p:cNvPr id="183" name="Freeform 900">
              <a:extLst>
                <a:ext uri="{FF2B5EF4-FFF2-40B4-BE49-F238E27FC236}">
                  <a16:creationId xmlns:a16="http://schemas.microsoft.com/office/drawing/2014/main" id="{60490632-5E25-C221-E07F-0B0793694CA4}"/>
                </a:ext>
              </a:extLst>
            </p:cNvPr>
            <p:cNvSpPr/>
            <p:nvPr/>
          </p:nvSpPr>
          <p:spPr>
            <a:xfrm>
              <a:off x="7910632" y="2362503"/>
              <a:ext cx="286439" cy="395672"/>
            </a:xfrm>
            <a:custGeom>
              <a:avLst/>
              <a:gdLst>
                <a:gd name="connsiteX0" fmla="*/ 547410 w 549933"/>
                <a:gd name="connsiteY0" fmla="*/ 270059 h 759650"/>
                <a:gd name="connsiteX1" fmla="*/ 544078 w 549933"/>
                <a:gd name="connsiteY1" fmla="*/ 266729 h 759650"/>
                <a:gd name="connsiteX2" fmla="*/ 542328 w 549933"/>
                <a:gd name="connsiteY2" fmla="*/ 262591 h 759650"/>
                <a:gd name="connsiteX3" fmla="*/ 542462 w 549933"/>
                <a:gd name="connsiteY3" fmla="*/ 256872 h 759650"/>
                <a:gd name="connsiteX4" fmla="*/ 542328 w 549933"/>
                <a:gd name="connsiteY4" fmla="*/ 256872 h 759650"/>
                <a:gd name="connsiteX5" fmla="*/ 535361 w 549933"/>
                <a:gd name="connsiteY5" fmla="*/ 254282 h 759650"/>
                <a:gd name="connsiteX6" fmla="*/ 530717 w 549933"/>
                <a:gd name="connsiteY6" fmla="*/ 250952 h 759650"/>
                <a:gd name="connsiteX7" fmla="*/ 523885 w 549933"/>
                <a:gd name="connsiteY7" fmla="*/ 247184 h 759650"/>
                <a:gd name="connsiteX8" fmla="*/ 522505 w 549933"/>
                <a:gd name="connsiteY8" fmla="*/ 243282 h 759650"/>
                <a:gd name="connsiteX9" fmla="*/ 522303 w 549933"/>
                <a:gd name="connsiteY9" fmla="*/ 239380 h 759650"/>
                <a:gd name="connsiteX10" fmla="*/ 522303 w 549933"/>
                <a:gd name="connsiteY10" fmla="*/ 233425 h 759650"/>
                <a:gd name="connsiteX11" fmla="*/ 522000 w 549933"/>
                <a:gd name="connsiteY11" fmla="*/ 229221 h 759650"/>
                <a:gd name="connsiteX12" fmla="*/ 519241 w 549933"/>
                <a:gd name="connsiteY12" fmla="*/ 225016 h 759650"/>
                <a:gd name="connsiteX13" fmla="*/ 514462 w 549933"/>
                <a:gd name="connsiteY13" fmla="*/ 220541 h 759650"/>
                <a:gd name="connsiteX14" fmla="*/ 510390 w 549933"/>
                <a:gd name="connsiteY14" fmla="*/ 218220 h 759650"/>
                <a:gd name="connsiteX15" fmla="*/ 505913 w 549933"/>
                <a:gd name="connsiteY15" fmla="*/ 218220 h 759650"/>
                <a:gd name="connsiteX16" fmla="*/ 501404 w 549933"/>
                <a:gd name="connsiteY16" fmla="*/ 219600 h 759650"/>
                <a:gd name="connsiteX17" fmla="*/ 500091 w 549933"/>
                <a:gd name="connsiteY17" fmla="*/ 220407 h 759650"/>
                <a:gd name="connsiteX18" fmla="*/ 497029 w 549933"/>
                <a:gd name="connsiteY18" fmla="*/ 220407 h 759650"/>
                <a:gd name="connsiteX19" fmla="*/ 490803 w 549933"/>
                <a:gd name="connsiteY19" fmla="*/ 219700 h 759650"/>
                <a:gd name="connsiteX20" fmla="*/ 488177 w 549933"/>
                <a:gd name="connsiteY20" fmla="*/ 219129 h 759650"/>
                <a:gd name="connsiteX21" fmla="*/ 486293 w 549933"/>
                <a:gd name="connsiteY21" fmla="*/ 214655 h 759650"/>
                <a:gd name="connsiteX22" fmla="*/ 482961 w 549933"/>
                <a:gd name="connsiteY22" fmla="*/ 209642 h 759650"/>
                <a:gd name="connsiteX23" fmla="*/ 482524 w 549933"/>
                <a:gd name="connsiteY23" fmla="*/ 204798 h 759650"/>
                <a:gd name="connsiteX24" fmla="*/ 477879 w 549933"/>
                <a:gd name="connsiteY24" fmla="*/ 204798 h 759650"/>
                <a:gd name="connsiteX25" fmla="*/ 473403 w 549933"/>
                <a:gd name="connsiteY25" fmla="*/ 205538 h 759650"/>
                <a:gd name="connsiteX26" fmla="*/ 469937 w 549933"/>
                <a:gd name="connsiteY26" fmla="*/ 204092 h 759650"/>
                <a:gd name="connsiteX27" fmla="*/ 465461 w 549933"/>
                <a:gd name="connsiteY27" fmla="*/ 200459 h 759650"/>
                <a:gd name="connsiteX28" fmla="*/ 458663 w 549933"/>
                <a:gd name="connsiteY28" fmla="*/ 196422 h 759650"/>
                <a:gd name="connsiteX29" fmla="*/ 453715 w 549933"/>
                <a:gd name="connsiteY29" fmla="*/ 191645 h 759650"/>
                <a:gd name="connsiteX30" fmla="*/ 450383 w 549933"/>
                <a:gd name="connsiteY30" fmla="*/ 188012 h 759650"/>
                <a:gd name="connsiteX31" fmla="*/ 451696 w 549933"/>
                <a:gd name="connsiteY31" fmla="*/ 182798 h 759650"/>
                <a:gd name="connsiteX32" fmla="*/ 458932 w 549933"/>
                <a:gd name="connsiteY32" fmla="*/ 175431 h 759650"/>
                <a:gd name="connsiteX33" fmla="*/ 461119 w 549933"/>
                <a:gd name="connsiteY33" fmla="*/ 173412 h 759650"/>
                <a:gd name="connsiteX34" fmla="*/ 462870 w 549933"/>
                <a:gd name="connsiteY34" fmla="*/ 170957 h 759650"/>
                <a:gd name="connsiteX35" fmla="*/ 463576 w 549933"/>
                <a:gd name="connsiteY35" fmla="*/ 168636 h 759650"/>
                <a:gd name="connsiteX36" fmla="*/ 459537 w 549933"/>
                <a:gd name="connsiteY36" fmla="*/ 166617 h 759650"/>
                <a:gd name="connsiteX37" fmla="*/ 457788 w 549933"/>
                <a:gd name="connsiteY37" fmla="*/ 165171 h 759650"/>
                <a:gd name="connsiteX38" fmla="*/ 459235 w 549933"/>
                <a:gd name="connsiteY38" fmla="*/ 161975 h 759650"/>
                <a:gd name="connsiteX39" fmla="*/ 463307 w 549933"/>
                <a:gd name="connsiteY39" fmla="*/ 159654 h 759650"/>
                <a:gd name="connsiteX40" fmla="*/ 466201 w 549933"/>
                <a:gd name="connsiteY40" fmla="*/ 157770 h 759650"/>
                <a:gd name="connsiteX41" fmla="*/ 471990 w 549933"/>
                <a:gd name="connsiteY41" fmla="*/ 155583 h 759650"/>
                <a:gd name="connsiteX42" fmla="*/ 476634 w 549933"/>
                <a:gd name="connsiteY42" fmla="*/ 150941 h 759650"/>
                <a:gd name="connsiteX43" fmla="*/ 478822 w 549933"/>
                <a:gd name="connsiteY43" fmla="*/ 146871 h 759650"/>
                <a:gd name="connsiteX44" fmla="*/ 478822 w 549933"/>
                <a:gd name="connsiteY44" fmla="*/ 143103 h 759650"/>
                <a:gd name="connsiteX45" fmla="*/ 479394 w 549933"/>
                <a:gd name="connsiteY45" fmla="*/ 139033 h 759650"/>
                <a:gd name="connsiteX46" fmla="*/ 482288 w 549933"/>
                <a:gd name="connsiteY46" fmla="*/ 136846 h 759650"/>
                <a:gd name="connsiteX47" fmla="*/ 485048 w 549933"/>
                <a:gd name="connsiteY47" fmla="*/ 136274 h 759650"/>
                <a:gd name="connsiteX48" fmla="*/ 488380 w 549933"/>
                <a:gd name="connsiteY48" fmla="*/ 134256 h 759650"/>
                <a:gd name="connsiteX49" fmla="*/ 488514 w 549933"/>
                <a:gd name="connsiteY49" fmla="*/ 131060 h 759650"/>
                <a:gd name="connsiteX50" fmla="*/ 481985 w 549933"/>
                <a:gd name="connsiteY50" fmla="*/ 131060 h 759650"/>
                <a:gd name="connsiteX51" fmla="*/ 478351 w 549933"/>
                <a:gd name="connsiteY51" fmla="*/ 131026 h 759650"/>
                <a:gd name="connsiteX52" fmla="*/ 475456 w 549933"/>
                <a:gd name="connsiteY52" fmla="*/ 132641 h 759650"/>
                <a:gd name="connsiteX53" fmla="*/ 470812 w 549933"/>
                <a:gd name="connsiteY53" fmla="*/ 134828 h 759650"/>
                <a:gd name="connsiteX54" fmla="*/ 465595 w 549933"/>
                <a:gd name="connsiteY54" fmla="*/ 135568 h 759650"/>
                <a:gd name="connsiteX55" fmla="*/ 463273 w 549933"/>
                <a:gd name="connsiteY55" fmla="*/ 134828 h 759650"/>
                <a:gd name="connsiteX56" fmla="*/ 461086 w 549933"/>
                <a:gd name="connsiteY56" fmla="*/ 132809 h 759650"/>
                <a:gd name="connsiteX57" fmla="*/ 458191 w 549933"/>
                <a:gd name="connsiteY57" fmla="*/ 133381 h 759650"/>
                <a:gd name="connsiteX58" fmla="*/ 456172 w 549933"/>
                <a:gd name="connsiteY58" fmla="*/ 135971 h 759650"/>
                <a:gd name="connsiteX59" fmla="*/ 454153 w 549933"/>
                <a:gd name="connsiteY59" fmla="*/ 137418 h 759650"/>
                <a:gd name="connsiteX60" fmla="*/ 449812 w 549933"/>
                <a:gd name="connsiteY60" fmla="*/ 134390 h 759650"/>
                <a:gd name="connsiteX61" fmla="*/ 447186 w 549933"/>
                <a:gd name="connsiteY61" fmla="*/ 132372 h 759650"/>
                <a:gd name="connsiteX62" fmla="*/ 444426 w 549933"/>
                <a:gd name="connsiteY62" fmla="*/ 130926 h 759650"/>
                <a:gd name="connsiteX63" fmla="*/ 439648 w 549933"/>
                <a:gd name="connsiteY63" fmla="*/ 133247 h 759650"/>
                <a:gd name="connsiteX64" fmla="*/ 434296 w 549933"/>
                <a:gd name="connsiteY64" fmla="*/ 134121 h 759650"/>
                <a:gd name="connsiteX65" fmla="*/ 431268 w 549933"/>
                <a:gd name="connsiteY65" fmla="*/ 134861 h 759650"/>
                <a:gd name="connsiteX66" fmla="*/ 429686 w 549933"/>
                <a:gd name="connsiteY66" fmla="*/ 132103 h 759650"/>
                <a:gd name="connsiteX67" fmla="*/ 427499 w 549933"/>
                <a:gd name="connsiteY67" fmla="*/ 132237 h 759650"/>
                <a:gd name="connsiteX68" fmla="*/ 423594 w 549933"/>
                <a:gd name="connsiteY68" fmla="*/ 129479 h 759650"/>
                <a:gd name="connsiteX69" fmla="*/ 421575 w 549933"/>
                <a:gd name="connsiteY69" fmla="*/ 131935 h 759650"/>
                <a:gd name="connsiteX70" fmla="*/ 419825 w 549933"/>
                <a:gd name="connsiteY70" fmla="*/ 135130 h 759650"/>
                <a:gd name="connsiteX71" fmla="*/ 417065 w 549933"/>
                <a:gd name="connsiteY71" fmla="*/ 136712 h 759650"/>
                <a:gd name="connsiteX72" fmla="*/ 414037 w 549933"/>
                <a:gd name="connsiteY72" fmla="*/ 137452 h 759650"/>
                <a:gd name="connsiteX73" fmla="*/ 411714 w 549933"/>
                <a:gd name="connsiteY73" fmla="*/ 138595 h 759650"/>
                <a:gd name="connsiteX74" fmla="*/ 406195 w 549933"/>
                <a:gd name="connsiteY74" fmla="*/ 135265 h 759650"/>
                <a:gd name="connsiteX75" fmla="*/ 404445 w 549933"/>
                <a:gd name="connsiteY75" fmla="*/ 134559 h 759650"/>
                <a:gd name="connsiteX76" fmla="*/ 403873 w 549933"/>
                <a:gd name="connsiteY76" fmla="*/ 130926 h 759650"/>
                <a:gd name="connsiteX77" fmla="*/ 402291 w 549933"/>
                <a:gd name="connsiteY77" fmla="*/ 126855 h 759650"/>
                <a:gd name="connsiteX78" fmla="*/ 401147 w 549933"/>
                <a:gd name="connsiteY78" fmla="*/ 124534 h 759650"/>
                <a:gd name="connsiteX79" fmla="*/ 400272 w 549933"/>
                <a:gd name="connsiteY79" fmla="*/ 122516 h 759650"/>
                <a:gd name="connsiteX80" fmla="*/ 400709 w 549933"/>
                <a:gd name="connsiteY80" fmla="*/ 120766 h 759650"/>
                <a:gd name="connsiteX81" fmla="*/ 402291 w 549933"/>
                <a:gd name="connsiteY81" fmla="*/ 118748 h 759650"/>
                <a:gd name="connsiteX82" fmla="*/ 402291 w 549933"/>
                <a:gd name="connsiteY82" fmla="*/ 113534 h 759650"/>
                <a:gd name="connsiteX83" fmla="*/ 401416 w 549933"/>
                <a:gd name="connsiteY83" fmla="*/ 112659 h 759650"/>
                <a:gd name="connsiteX84" fmla="*/ 394315 w 549933"/>
                <a:gd name="connsiteY84" fmla="*/ 111650 h 759650"/>
                <a:gd name="connsiteX85" fmla="*/ 393137 w 549933"/>
                <a:gd name="connsiteY85" fmla="*/ 108622 h 759650"/>
                <a:gd name="connsiteX86" fmla="*/ 396772 w 549933"/>
                <a:gd name="connsiteY86" fmla="*/ 106604 h 759650"/>
                <a:gd name="connsiteX87" fmla="*/ 393878 w 549933"/>
                <a:gd name="connsiteY87" fmla="*/ 103139 h 759650"/>
                <a:gd name="connsiteX88" fmla="*/ 390545 w 549933"/>
                <a:gd name="connsiteY88" fmla="*/ 102264 h 759650"/>
                <a:gd name="connsiteX89" fmla="*/ 389401 w 549933"/>
                <a:gd name="connsiteY89" fmla="*/ 100515 h 759650"/>
                <a:gd name="connsiteX90" fmla="*/ 386945 w 549933"/>
                <a:gd name="connsiteY90" fmla="*/ 96748 h 759650"/>
                <a:gd name="connsiteX91" fmla="*/ 385800 w 549933"/>
                <a:gd name="connsiteY91" fmla="*/ 93855 h 759650"/>
                <a:gd name="connsiteX92" fmla="*/ 385800 w 549933"/>
                <a:gd name="connsiteY92" fmla="*/ 91668 h 759650"/>
                <a:gd name="connsiteX93" fmla="*/ 387820 w 549933"/>
                <a:gd name="connsiteY93" fmla="*/ 87699 h 759650"/>
                <a:gd name="connsiteX94" fmla="*/ 388695 w 549933"/>
                <a:gd name="connsiteY94" fmla="*/ 86622 h 759650"/>
                <a:gd name="connsiteX95" fmla="*/ 389267 w 549933"/>
                <a:gd name="connsiteY95" fmla="*/ 86622 h 759650"/>
                <a:gd name="connsiteX96" fmla="*/ 390849 w 549933"/>
                <a:gd name="connsiteY96" fmla="*/ 86622 h 759650"/>
                <a:gd name="connsiteX97" fmla="*/ 394046 w 549933"/>
                <a:gd name="connsiteY97" fmla="*/ 87497 h 759650"/>
                <a:gd name="connsiteX98" fmla="*/ 397243 w 549933"/>
                <a:gd name="connsiteY98" fmla="*/ 89818 h 759650"/>
                <a:gd name="connsiteX99" fmla="*/ 400440 w 549933"/>
                <a:gd name="connsiteY99" fmla="*/ 91130 h 759650"/>
                <a:gd name="connsiteX100" fmla="*/ 403637 w 549933"/>
                <a:gd name="connsiteY100" fmla="*/ 87497 h 759650"/>
                <a:gd name="connsiteX101" fmla="*/ 402931 w 549933"/>
                <a:gd name="connsiteY101" fmla="*/ 81845 h 759650"/>
                <a:gd name="connsiteX102" fmla="*/ 400474 w 549933"/>
                <a:gd name="connsiteY102" fmla="*/ 78212 h 759650"/>
                <a:gd name="connsiteX103" fmla="*/ 399599 w 549933"/>
                <a:gd name="connsiteY103" fmla="*/ 74747 h 759650"/>
                <a:gd name="connsiteX104" fmla="*/ 396267 w 549933"/>
                <a:gd name="connsiteY104" fmla="*/ 71417 h 759650"/>
                <a:gd name="connsiteX105" fmla="*/ 396839 w 549933"/>
                <a:gd name="connsiteY105" fmla="*/ 69533 h 759650"/>
                <a:gd name="connsiteX106" fmla="*/ 400305 w 549933"/>
                <a:gd name="connsiteY106" fmla="*/ 66640 h 759650"/>
                <a:gd name="connsiteX107" fmla="*/ 400878 w 549933"/>
                <a:gd name="connsiteY107" fmla="*/ 64050 h 759650"/>
                <a:gd name="connsiteX108" fmla="*/ 396536 w 549933"/>
                <a:gd name="connsiteY108" fmla="*/ 63310 h 759650"/>
                <a:gd name="connsiteX109" fmla="*/ 394079 w 549933"/>
                <a:gd name="connsiteY109" fmla="*/ 61729 h 759650"/>
                <a:gd name="connsiteX110" fmla="*/ 395661 w 549933"/>
                <a:gd name="connsiteY110" fmla="*/ 59408 h 759650"/>
                <a:gd name="connsiteX111" fmla="*/ 396233 w 549933"/>
                <a:gd name="connsiteY111" fmla="*/ 57658 h 759650"/>
                <a:gd name="connsiteX112" fmla="*/ 395527 w 549933"/>
                <a:gd name="connsiteY112" fmla="*/ 55337 h 759650"/>
                <a:gd name="connsiteX113" fmla="*/ 394517 w 549933"/>
                <a:gd name="connsiteY113" fmla="*/ 55337 h 759650"/>
                <a:gd name="connsiteX114" fmla="*/ 391757 w 549933"/>
                <a:gd name="connsiteY114" fmla="*/ 53588 h 759650"/>
                <a:gd name="connsiteX115" fmla="*/ 389570 w 549933"/>
                <a:gd name="connsiteY115" fmla="*/ 54328 h 759650"/>
                <a:gd name="connsiteX116" fmla="*/ 388392 w 549933"/>
                <a:gd name="connsiteY116" fmla="*/ 56212 h 759650"/>
                <a:gd name="connsiteX117" fmla="*/ 387247 w 549933"/>
                <a:gd name="connsiteY117" fmla="*/ 58096 h 759650"/>
                <a:gd name="connsiteX118" fmla="*/ 385598 w 549933"/>
                <a:gd name="connsiteY118" fmla="*/ 59542 h 759650"/>
                <a:gd name="connsiteX119" fmla="*/ 383781 w 549933"/>
                <a:gd name="connsiteY119" fmla="*/ 59408 h 759650"/>
                <a:gd name="connsiteX120" fmla="*/ 382569 w 549933"/>
                <a:gd name="connsiteY120" fmla="*/ 57961 h 759650"/>
                <a:gd name="connsiteX121" fmla="*/ 381459 w 549933"/>
                <a:gd name="connsiteY121" fmla="*/ 56515 h 759650"/>
                <a:gd name="connsiteX122" fmla="*/ 381459 w 549933"/>
                <a:gd name="connsiteY122" fmla="*/ 54496 h 759650"/>
                <a:gd name="connsiteX123" fmla="*/ 384252 w 549933"/>
                <a:gd name="connsiteY123" fmla="*/ 53285 h 759650"/>
                <a:gd name="connsiteX124" fmla="*/ 383579 w 549933"/>
                <a:gd name="connsiteY124" fmla="*/ 51603 h 759650"/>
                <a:gd name="connsiteX125" fmla="*/ 382873 w 549933"/>
                <a:gd name="connsiteY125" fmla="*/ 50426 h 759650"/>
                <a:gd name="connsiteX126" fmla="*/ 380012 w 549933"/>
                <a:gd name="connsiteY126" fmla="*/ 48307 h 759650"/>
                <a:gd name="connsiteX127" fmla="*/ 377892 w 549933"/>
                <a:gd name="connsiteY127" fmla="*/ 49719 h 759650"/>
                <a:gd name="connsiteX128" fmla="*/ 377252 w 549933"/>
                <a:gd name="connsiteY128" fmla="*/ 49349 h 759650"/>
                <a:gd name="connsiteX129" fmla="*/ 377252 w 549933"/>
                <a:gd name="connsiteY129" fmla="*/ 46692 h 759650"/>
                <a:gd name="connsiteX130" fmla="*/ 377858 w 549933"/>
                <a:gd name="connsiteY130" fmla="*/ 44842 h 759650"/>
                <a:gd name="connsiteX131" fmla="*/ 377185 w 549933"/>
                <a:gd name="connsiteY131" fmla="*/ 43698 h 759650"/>
                <a:gd name="connsiteX132" fmla="*/ 372844 w 549933"/>
                <a:gd name="connsiteY132" fmla="*/ 40939 h 759650"/>
                <a:gd name="connsiteX133" fmla="*/ 371430 w 549933"/>
                <a:gd name="connsiteY133" fmla="*/ 37845 h 759650"/>
                <a:gd name="connsiteX134" fmla="*/ 370622 w 549933"/>
                <a:gd name="connsiteY134" fmla="*/ 35086 h 759650"/>
                <a:gd name="connsiteX135" fmla="*/ 372877 w 549933"/>
                <a:gd name="connsiteY135" fmla="*/ 32563 h 759650"/>
                <a:gd name="connsiteX136" fmla="*/ 373146 w 549933"/>
                <a:gd name="connsiteY136" fmla="*/ 32193 h 759650"/>
                <a:gd name="connsiteX137" fmla="*/ 374593 w 549933"/>
                <a:gd name="connsiteY137" fmla="*/ 30040 h 759650"/>
                <a:gd name="connsiteX138" fmla="*/ 374089 w 549933"/>
                <a:gd name="connsiteY138" fmla="*/ 27652 h 759650"/>
                <a:gd name="connsiteX139" fmla="*/ 372844 w 549933"/>
                <a:gd name="connsiteY139" fmla="*/ 26071 h 759650"/>
                <a:gd name="connsiteX140" fmla="*/ 371598 w 549933"/>
                <a:gd name="connsiteY140" fmla="*/ 24389 h 759650"/>
                <a:gd name="connsiteX141" fmla="*/ 370589 w 549933"/>
                <a:gd name="connsiteY141" fmla="*/ 22068 h 759650"/>
                <a:gd name="connsiteX142" fmla="*/ 369915 w 549933"/>
                <a:gd name="connsiteY142" fmla="*/ 20184 h 759650"/>
                <a:gd name="connsiteX143" fmla="*/ 367458 w 549933"/>
                <a:gd name="connsiteY143" fmla="*/ 18300 h 759650"/>
                <a:gd name="connsiteX144" fmla="*/ 362949 w 549933"/>
                <a:gd name="connsiteY144" fmla="*/ 13893 h 759650"/>
                <a:gd name="connsiteX145" fmla="*/ 357093 w 549933"/>
                <a:gd name="connsiteY145" fmla="*/ 10630 h 759650"/>
                <a:gd name="connsiteX146" fmla="*/ 355780 w 549933"/>
                <a:gd name="connsiteY146" fmla="*/ 7165 h 759650"/>
                <a:gd name="connsiteX147" fmla="*/ 355780 w 549933"/>
                <a:gd name="connsiteY147" fmla="*/ 5214 h 759650"/>
                <a:gd name="connsiteX148" fmla="*/ 352516 w 549933"/>
                <a:gd name="connsiteY148" fmla="*/ 1749 h 759650"/>
                <a:gd name="connsiteX149" fmla="*/ 347098 w 549933"/>
                <a:gd name="connsiteY149" fmla="*/ 0 h 759650"/>
                <a:gd name="connsiteX150" fmla="*/ 343900 w 549933"/>
                <a:gd name="connsiteY150" fmla="*/ 639 h 759650"/>
                <a:gd name="connsiteX151" fmla="*/ 340266 w 549933"/>
                <a:gd name="connsiteY151" fmla="*/ 1379 h 759650"/>
                <a:gd name="connsiteX152" fmla="*/ 337506 w 549933"/>
                <a:gd name="connsiteY152" fmla="*/ 2388 h 759650"/>
                <a:gd name="connsiteX153" fmla="*/ 335487 w 549933"/>
                <a:gd name="connsiteY153" fmla="*/ 5147 h 759650"/>
                <a:gd name="connsiteX154" fmla="*/ 333333 w 549933"/>
                <a:gd name="connsiteY154" fmla="*/ 6896 h 759650"/>
                <a:gd name="connsiteX155" fmla="*/ 329833 w 549933"/>
                <a:gd name="connsiteY155" fmla="*/ 5887 h 759650"/>
                <a:gd name="connsiteX156" fmla="*/ 327814 w 549933"/>
                <a:gd name="connsiteY156" fmla="*/ 4440 h 759650"/>
                <a:gd name="connsiteX157" fmla="*/ 326939 w 549933"/>
                <a:gd name="connsiteY157" fmla="*/ 3869 h 759650"/>
                <a:gd name="connsiteX158" fmla="*/ 323910 w 549933"/>
                <a:gd name="connsiteY158" fmla="*/ 4306 h 759650"/>
                <a:gd name="connsiteX159" fmla="*/ 322462 w 549933"/>
                <a:gd name="connsiteY159" fmla="*/ 6627 h 759650"/>
                <a:gd name="connsiteX160" fmla="*/ 321587 w 549933"/>
                <a:gd name="connsiteY160" fmla="*/ 8343 h 759650"/>
                <a:gd name="connsiteX161" fmla="*/ 320578 w 549933"/>
                <a:gd name="connsiteY161" fmla="*/ 10664 h 759650"/>
                <a:gd name="connsiteX162" fmla="*/ 320578 w 549933"/>
                <a:gd name="connsiteY162" fmla="*/ 12850 h 759650"/>
                <a:gd name="connsiteX163" fmla="*/ 317684 w 549933"/>
                <a:gd name="connsiteY163" fmla="*/ 16046 h 759650"/>
                <a:gd name="connsiteX164" fmla="*/ 316943 w 549933"/>
                <a:gd name="connsiteY164" fmla="*/ 16551 h 759650"/>
                <a:gd name="connsiteX165" fmla="*/ 314318 w 549933"/>
                <a:gd name="connsiteY165" fmla="*/ 17190 h 759650"/>
                <a:gd name="connsiteX166" fmla="*/ 310986 w 549933"/>
                <a:gd name="connsiteY166" fmla="*/ 17190 h 759650"/>
                <a:gd name="connsiteX167" fmla="*/ 309236 w 549933"/>
                <a:gd name="connsiteY167" fmla="*/ 16315 h 759650"/>
                <a:gd name="connsiteX168" fmla="*/ 305601 w 549933"/>
                <a:gd name="connsiteY168" fmla="*/ 14297 h 759650"/>
                <a:gd name="connsiteX169" fmla="*/ 304020 w 549933"/>
                <a:gd name="connsiteY169" fmla="*/ 13288 h 759650"/>
                <a:gd name="connsiteX170" fmla="*/ 300688 w 549933"/>
                <a:gd name="connsiteY170" fmla="*/ 15172 h 759650"/>
                <a:gd name="connsiteX171" fmla="*/ 299375 w 549933"/>
                <a:gd name="connsiteY171" fmla="*/ 17358 h 759650"/>
                <a:gd name="connsiteX172" fmla="*/ 295741 w 549933"/>
                <a:gd name="connsiteY172" fmla="*/ 17661 h 759650"/>
                <a:gd name="connsiteX173" fmla="*/ 290390 w 549933"/>
                <a:gd name="connsiteY173" fmla="*/ 17358 h 759650"/>
                <a:gd name="connsiteX174" fmla="*/ 287495 w 549933"/>
                <a:gd name="connsiteY174" fmla="*/ 17493 h 759650"/>
                <a:gd name="connsiteX175" fmla="*/ 283861 w 549933"/>
                <a:gd name="connsiteY175" fmla="*/ 18636 h 759650"/>
                <a:gd name="connsiteX176" fmla="*/ 280966 w 549933"/>
                <a:gd name="connsiteY176" fmla="*/ 19343 h 759650"/>
                <a:gd name="connsiteX177" fmla="*/ 278510 w 549933"/>
                <a:gd name="connsiteY177" fmla="*/ 20083 h 759650"/>
                <a:gd name="connsiteX178" fmla="*/ 278577 w 549933"/>
                <a:gd name="connsiteY178" fmla="*/ 24422 h 759650"/>
                <a:gd name="connsiteX179" fmla="*/ 271846 w 549933"/>
                <a:gd name="connsiteY179" fmla="*/ 25566 h 759650"/>
                <a:gd name="connsiteX180" fmla="*/ 271846 w 549933"/>
                <a:gd name="connsiteY180" fmla="*/ 28459 h 759650"/>
                <a:gd name="connsiteX181" fmla="*/ 272855 w 549933"/>
                <a:gd name="connsiteY181" fmla="*/ 29468 h 759650"/>
                <a:gd name="connsiteX182" fmla="*/ 273731 w 549933"/>
                <a:gd name="connsiteY182" fmla="*/ 31218 h 759650"/>
                <a:gd name="connsiteX183" fmla="*/ 274168 w 549933"/>
                <a:gd name="connsiteY183" fmla="*/ 32967 h 759650"/>
                <a:gd name="connsiteX184" fmla="*/ 274875 w 549933"/>
                <a:gd name="connsiteY184" fmla="*/ 34716 h 759650"/>
                <a:gd name="connsiteX185" fmla="*/ 275178 w 549933"/>
                <a:gd name="connsiteY185" fmla="*/ 37912 h 759650"/>
                <a:gd name="connsiteX186" fmla="*/ 275312 w 549933"/>
                <a:gd name="connsiteY186" fmla="*/ 39796 h 759650"/>
                <a:gd name="connsiteX187" fmla="*/ 277332 w 549933"/>
                <a:gd name="connsiteY187" fmla="*/ 44001 h 759650"/>
                <a:gd name="connsiteX188" fmla="*/ 276187 w 549933"/>
                <a:gd name="connsiteY188" fmla="*/ 47768 h 759650"/>
                <a:gd name="connsiteX189" fmla="*/ 273293 w 549933"/>
                <a:gd name="connsiteY189" fmla="*/ 48475 h 759650"/>
                <a:gd name="connsiteX190" fmla="*/ 267067 w 549933"/>
                <a:gd name="connsiteY190" fmla="*/ 50224 h 759650"/>
                <a:gd name="connsiteX191" fmla="*/ 270096 w 549933"/>
                <a:gd name="connsiteY191" fmla="*/ 55304 h 759650"/>
                <a:gd name="connsiteX192" fmla="*/ 274000 w 549933"/>
                <a:gd name="connsiteY192" fmla="*/ 57187 h 759650"/>
                <a:gd name="connsiteX193" fmla="*/ 276154 w 549933"/>
                <a:gd name="connsiteY193" fmla="*/ 58499 h 759650"/>
                <a:gd name="connsiteX194" fmla="*/ 277163 w 549933"/>
                <a:gd name="connsiteY194" fmla="*/ 60383 h 759650"/>
                <a:gd name="connsiteX195" fmla="*/ 276591 w 549933"/>
                <a:gd name="connsiteY195" fmla="*/ 62704 h 759650"/>
                <a:gd name="connsiteX196" fmla="*/ 275716 w 549933"/>
                <a:gd name="connsiteY196" fmla="*/ 66775 h 759650"/>
                <a:gd name="connsiteX197" fmla="*/ 275009 w 549933"/>
                <a:gd name="connsiteY197" fmla="*/ 70845 h 759650"/>
                <a:gd name="connsiteX198" fmla="*/ 274000 w 549933"/>
                <a:gd name="connsiteY198" fmla="*/ 72662 h 759650"/>
                <a:gd name="connsiteX199" fmla="*/ 271980 w 549933"/>
                <a:gd name="connsiteY199" fmla="*/ 72863 h 759650"/>
                <a:gd name="connsiteX200" fmla="*/ 269221 w 549933"/>
                <a:gd name="connsiteY200" fmla="*/ 72863 h 759650"/>
                <a:gd name="connsiteX201" fmla="*/ 266327 w 549933"/>
                <a:gd name="connsiteY201" fmla="*/ 73166 h 759650"/>
                <a:gd name="connsiteX202" fmla="*/ 264745 w 549933"/>
                <a:gd name="connsiteY202" fmla="*/ 74747 h 759650"/>
                <a:gd name="connsiteX203" fmla="*/ 263735 w 549933"/>
                <a:gd name="connsiteY203" fmla="*/ 79255 h 759650"/>
                <a:gd name="connsiteX204" fmla="*/ 262591 w 549933"/>
                <a:gd name="connsiteY204" fmla="*/ 80399 h 759650"/>
                <a:gd name="connsiteX205" fmla="*/ 256802 w 549933"/>
                <a:gd name="connsiteY205" fmla="*/ 80836 h 759650"/>
                <a:gd name="connsiteX206" fmla="*/ 251014 w 549933"/>
                <a:gd name="connsiteY206" fmla="*/ 81139 h 759650"/>
                <a:gd name="connsiteX207" fmla="*/ 247513 w 549933"/>
                <a:gd name="connsiteY207" fmla="*/ 79827 h 759650"/>
                <a:gd name="connsiteX208" fmla="*/ 244451 w 549933"/>
                <a:gd name="connsiteY208" fmla="*/ 76564 h 759650"/>
                <a:gd name="connsiteX209" fmla="*/ 242869 w 549933"/>
                <a:gd name="connsiteY209" fmla="*/ 74613 h 759650"/>
                <a:gd name="connsiteX210" fmla="*/ 239672 w 549933"/>
                <a:gd name="connsiteY210" fmla="*/ 74613 h 759650"/>
                <a:gd name="connsiteX211" fmla="*/ 238225 w 549933"/>
                <a:gd name="connsiteY211" fmla="*/ 77808 h 759650"/>
                <a:gd name="connsiteX212" fmla="*/ 235465 w 549933"/>
                <a:gd name="connsiteY212" fmla="*/ 78549 h 759650"/>
                <a:gd name="connsiteX213" fmla="*/ 235768 w 549933"/>
                <a:gd name="connsiteY213" fmla="*/ 76227 h 759650"/>
                <a:gd name="connsiteX214" fmla="*/ 237081 w 549933"/>
                <a:gd name="connsiteY214" fmla="*/ 74646 h 759650"/>
                <a:gd name="connsiteX215" fmla="*/ 237081 w 549933"/>
                <a:gd name="connsiteY215" fmla="*/ 72056 h 759650"/>
                <a:gd name="connsiteX216" fmla="*/ 233884 w 549933"/>
                <a:gd name="connsiteY216" fmla="*/ 71047 h 759650"/>
                <a:gd name="connsiteX217" fmla="*/ 230855 w 549933"/>
                <a:gd name="connsiteY217" fmla="*/ 72191 h 759650"/>
                <a:gd name="connsiteX218" fmla="*/ 228835 w 549933"/>
                <a:gd name="connsiteY218" fmla="*/ 74075 h 759650"/>
                <a:gd name="connsiteX219" fmla="*/ 226648 w 549933"/>
                <a:gd name="connsiteY219" fmla="*/ 77270 h 759650"/>
                <a:gd name="connsiteX220" fmla="*/ 226648 w 549933"/>
                <a:gd name="connsiteY220" fmla="*/ 79020 h 759650"/>
                <a:gd name="connsiteX221" fmla="*/ 224898 w 549933"/>
                <a:gd name="connsiteY221" fmla="*/ 81038 h 759650"/>
                <a:gd name="connsiteX222" fmla="*/ 224898 w 549933"/>
                <a:gd name="connsiteY222" fmla="*/ 82484 h 759650"/>
                <a:gd name="connsiteX223" fmla="*/ 221970 w 549933"/>
                <a:gd name="connsiteY223" fmla="*/ 85411 h 759650"/>
                <a:gd name="connsiteX224" fmla="*/ 220220 w 549933"/>
                <a:gd name="connsiteY224" fmla="*/ 87362 h 759650"/>
                <a:gd name="connsiteX225" fmla="*/ 217830 w 549933"/>
                <a:gd name="connsiteY225" fmla="*/ 89011 h 759650"/>
                <a:gd name="connsiteX226" fmla="*/ 216080 w 549933"/>
                <a:gd name="connsiteY226" fmla="*/ 89784 h 759650"/>
                <a:gd name="connsiteX227" fmla="*/ 213792 w 549933"/>
                <a:gd name="connsiteY227" fmla="*/ 90659 h 759650"/>
                <a:gd name="connsiteX228" fmla="*/ 212277 w 549933"/>
                <a:gd name="connsiteY228" fmla="*/ 91197 h 759650"/>
                <a:gd name="connsiteX229" fmla="*/ 210662 w 549933"/>
                <a:gd name="connsiteY229" fmla="*/ 92711 h 759650"/>
                <a:gd name="connsiteX230" fmla="*/ 209248 w 549933"/>
                <a:gd name="connsiteY230" fmla="*/ 95436 h 759650"/>
                <a:gd name="connsiteX231" fmla="*/ 209248 w 549933"/>
                <a:gd name="connsiteY231" fmla="*/ 98161 h 759650"/>
                <a:gd name="connsiteX232" fmla="*/ 209248 w 549933"/>
                <a:gd name="connsiteY232" fmla="*/ 101625 h 759650"/>
                <a:gd name="connsiteX233" fmla="*/ 205345 w 549933"/>
                <a:gd name="connsiteY233" fmla="*/ 99674 h 759650"/>
                <a:gd name="connsiteX234" fmla="*/ 203830 w 549933"/>
                <a:gd name="connsiteY234" fmla="*/ 97387 h 759650"/>
                <a:gd name="connsiteX235" fmla="*/ 202753 w 549933"/>
                <a:gd name="connsiteY235" fmla="*/ 90659 h 759650"/>
                <a:gd name="connsiteX236" fmla="*/ 201542 w 549933"/>
                <a:gd name="connsiteY236" fmla="*/ 88472 h 759650"/>
                <a:gd name="connsiteX237" fmla="*/ 198916 w 549933"/>
                <a:gd name="connsiteY237" fmla="*/ 86858 h 759650"/>
                <a:gd name="connsiteX238" fmla="*/ 196527 w 549933"/>
                <a:gd name="connsiteY238" fmla="*/ 84267 h 759650"/>
                <a:gd name="connsiteX239" fmla="*/ 193902 w 549933"/>
                <a:gd name="connsiteY239" fmla="*/ 82215 h 759650"/>
                <a:gd name="connsiteX240" fmla="*/ 189661 w 549933"/>
                <a:gd name="connsiteY240" fmla="*/ 83090 h 759650"/>
                <a:gd name="connsiteX241" fmla="*/ 188248 w 549933"/>
                <a:gd name="connsiteY241" fmla="*/ 83628 h 759650"/>
                <a:gd name="connsiteX242" fmla="*/ 185219 w 549933"/>
                <a:gd name="connsiteY242" fmla="*/ 85680 h 759650"/>
                <a:gd name="connsiteX243" fmla="*/ 181517 w 549933"/>
                <a:gd name="connsiteY243" fmla="*/ 88741 h 759650"/>
                <a:gd name="connsiteX244" fmla="*/ 173036 w 549933"/>
                <a:gd name="connsiteY244" fmla="*/ 95570 h 759650"/>
                <a:gd name="connsiteX245" fmla="*/ 169771 w 549933"/>
                <a:gd name="connsiteY245" fmla="*/ 98295 h 759650"/>
                <a:gd name="connsiteX246" fmla="*/ 161627 w 549933"/>
                <a:gd name="connsiteY246" fmla="*/ 103610 h 759650"/>
                <a:gd name="connsiteX247" fmla="*/ 158800 w 549933"/>
                <a:gd name="connsiteY247" fmla="*/ 105561 h 759650"/>
                <a:gd name="connsiteX248" fmla="*/ 157387 w 549933"/>
                <a:gd name="connsiteY248" fmla="*/ 108286 h 759650"/>
                <a:gd name="connsiteX249" fmla="*/ 155637 w 549933"/>
                <a:gd name="connsiteY249" fmla="*/ 110473 h 759650"/>
                <a:gd name="connsiteX250" fmla="*/ 148805 w 549933"/>
                <a:gd name="connsiteY250" fmla="*/ 106469 h 759650"/>
                <a:gd name="connsiteX251" fmla="*/ 146853 w 549933"/>
                <a:gd name="connsiteY251" fmla="*/ 106469 h 759650"/>
                <a:gd name="connsiteX252" fmla="*/ 144026 w 549933"/>
                <a:gd name="connsiteY252" fmla="*/ 109194 h 759650"/>
                <a:gd name="connsiteX253" fmla="*/ 143252 w 549933"/>
                <a:gd name="connsiteY253" fmla="*/ 112255 h 759650"/>
                <a:gd name="connsiteX254" fmla="*/ 146954 w 549933"/>
                <a:gd name="connsiteY254" fmla="*/ 116696 h 759650"/>
                <a:gd name="connsiteX255" fmla="*/ 149882 w 549933"/>
                <a:gd name="connsiteY255" fmla="*/ 118748 h 759650"/>
                <a:gd name="connsiteX256" fmla="*/ 151733 w 549933"/>
                <a:gd name="connsiteY256" fmla="*/ 120497 h 759650"/>
                <a:gd name="connsiteX257" fmla="*/ 151632 w 549933"/>
                <a:gd name="connsiteY257" fmla="*/ 122011 h 759650"/>
                <a:gd name="connsiteX258" fmla="*/ 150016 w 549933"/>
                <a:gd name="connsiteY258" fmla="*/ 123760 h 759650"/>
                <a:gd name="connsiteX259" fmla="*/ 145002 w 549933"/>
                <a:gd name="connsiteY259" fmla="*/ 123962 h 759650"/>
                <a:gd name="connsiteX260" fmla="*/ 142713 w 549933"/>
                <a:gd name="connsiteY260" fmla="*/ 124063 h 759650"/>
                <a:gd name="connsiteX261" fmla="*/ 137800 w 549933"/>
                <a:gd name="connsiteY261" fmla="*/ 123827 h 759650"/>
                <a:gd name="connsiteX262" fmla="*/ 133761 w 549933"/>
                <a:gd name="connsiteY262" fmla="*/ 123727 h 759650"/>
                <a:gd name="connsiteX263" fmla="*/ 130295 w 549933"/>
                <a:gd name="connsiteY263" fmla="*/ 120901 h 759650"/>
                <a:gd name="connsiteX264" fmla="*/ 126155 w 549933"/>
                <a:gd name="connsiteY264" fmla="*/ 121675 h 759650"/>
                <a:gd name="connsiteX265" fmla="*/ 123867 w 549933"/>
                <a:gd name="connsiteY265" fmla="*/ 124399 h 759650"/>
                <a:gd name="connsiteX266" fmla="*/ 120939 w 549933"/>
                <a:gd name="connsiteY266" fmla="*/ 125375 h 759650"/>
                <a:gd name="connsiteX267" fmla="*/ 117674 w 549933"/>
                <a:gd name="connsiteY267" fmla="*/ 124837 h 759650"/>
                <a:gd name="connsiteX268" fmla="*/ 115285 w 549933"/>
                <a:gd name="connsiteY268" fmla="*/ 124063 h 759650"/>
                <a:gd name="connsiteX269" fmla="*/ 112021 w 549933"/>
                <a:gd name="connsiteY269" fmla="*/ 125139 h 759650"/>
                <a:gd name="connsiteX270" fmla="*/ 110371 w 549933"/>
                <a:gd name="connsiteY270" fmla="*/ 126451 h 759650"/>
                <a:gd name="connsiteX271" fmla="*/ 105155 w 549933"/>
                <a:gd name="connsiteY271" fmla="*/ 126889 h 759650"/>
                <a:gd name="connsiteX272" fmla="*/ 105155 w 549933"/>
                <a:gd name="connsiteY272" fmla="*/ 126014 h 759650"/>
                <a:gd name="connsiteX273" fmla="*/ 107208 w 549933"/>
                <a:gd name="connsiteY273" fmla="*/ 124164 h 759650"/>
                <a:gd name="connsiteX274" fmla="*/ 108284 w 549933"/>
                <a:gd name="connsiteY274" fmla="*/ 122415 h 759650"/>
                <a:gd name="connsiteX275" fmla="*/ 109059 w 549933"/>
                <a:gd name="connsiteY275" fmla="*/ 119690 h 759650"/>
                <a:gd name="connsiteX276" fmla="*/ 109496 w 549933"/>
                <a:gd name="connsiteY276" fmla="*/ 115889 h 759650"/>
                <a:gd name="connsiteX277" fmla="*/ 108857 w 549933"/>
                <a:gd name="connsiteY277" fmla="*/ 113265 h 759650"/>
                <a:gd name="connsiteX278" fmla="*/ 107881 w 549933"/>
                <a:gd name="connsiteY278" fmla="*/ 111213 h 759650"/>
                <a:gd name="connsiteX279" fmla="*/ 107107 w 549933"/>
                <a:gd name="connsiteY279" fmla="*/ 108723 h 759650"/>
                <a:gd name="connsiteX280" fmla="*/ 107544 w 549933"/>
                <a:gd name="connsiteY280" fmla="*/ 106234 h 759650"/>
                <a:gd name="connsiteX281" fmla="*/ 108857 w 549933"/>
                <a:gd name="connsiteY281" fmla="*/ 104922 h 759650"/>
                <a:gd name="connsiteX282" fmla="*/ 109934 w 549933"/>
                <a:gd name="connsiteY282" fmla="*/ 103509 h 759650"/>
                <a:gd name="connsiteX283" fmla="*/ 109395 w 549933"/>
                <a:gd name="connsiteY283" fmla="*/ 100347 h 759650"/>
                <a:gd name="connsiteX284" fmla="*/ 110809 w 549933"/>
                <a:gd name="connsiteY284" fmla="*/ 97757 h 759650"/>
                <a:gd name="connsiteX285" fmla="*/ 111785 w 549933"/>
                <a:gd name="connsiteY285" fmla="*/ 96546 h 759650"/>
                <a:gd name="connsiteX286" fmla="*/ 111145 w 549933"/>
                <a:gd name="connsiteY286" fmla="*/ 89280 h 759650"/>
                <a:gd name="connsiteX287" fmla="*/ 112222 w 549933"/>
                <a:gd name="connsiteY287" fmla="*/ 86117 h 759650"/>
                <a:gd name="connsiteX288" fmla="*/ 106905 w 549933"/>
                <a:gd name="connsiteY288" fmla="*/ 80802 h 759650"/>
                <a:gd name="connsiteX289" fmla="*/ 105592 w 549933"/>
                <a:gd name="connsiteY289" fmla="*/ 78750 h 759650"/>
                <a:gd name="connsiteX290" fmla="*/ 103640 w 549933"/>
                <a:gd name="connsiteY290" fmla="*/ 76160 h 759650"/>
                <a:gd name="connsiteX291" fmla="*/ 106467 w 549933"/>
                <a:gd name="connsiteY291" fmla="*/ 73772 h 759650"/>
                <a:gd name="connsiteX292" fmla="*/ 107342 w 549933"/>
                <a:gd name="connsiteY292" fmla="*/ 72258 h 759650"/>
                <a:gd name="connsiteX293" fmla="*/ 105390 w 549933"/>
                <a:gd name="connsiteY293" fmla="*/ 68019 h 759650"/>
                <a:gd name="connsiteX294" fmla="*/ 103539 w 549933"/>
                <a:gd name="connsiteY294" fmla="*/ 66169 h 759650"/>
                <a:gd name="connsiteX295" fmla="*/ 102126 w 549933"/>
                <a:gd name="connsiteY295" fmla="*/ 62570 h 759650"/>
                <a:gd name="connsiteX296" fmla="*/ 98760 w 549933"/>
                <a:gd name="connsiteY296" fmla="*/ 62570 h 759650"/>
                <a:gd name="connsiteX297" fmla="*/ 97986 w 549933"/>
                <a:gd name="connsiteY297" fmla="*/ 63343 h 759650"/>
                <a:gd name="connsiteX298" fmla="*/ 96573 w 549933"/>
                <a:gd name="connsiteY298" fmla="*/ 66270 h 759650"/>
                <a:gd name="connsiteX299" fmla="*/ 95496 w 549933"/>
                <a:gd name="connsiteY299" fmla="*/ 67683 h 759650"/>
                <a:gd name="connsiteX300" fmla="*/ 93308 w 549933"/>
                <a:gd name="connsiteY300" fmla="*/ 68558 h 759650"/>
                <a:gd name="connsiteX301" fmla="*/ 90683 w 549933"/>
                <a:gd name="connsiteY301" fmla="*/ 68019 h 759650"/>
                <a:gd name="connsiteX302" fmla="*/ 90044 w 549933"/>
                <a:gd name="connsiteY302" fmla="*/ 65194 h 759650"/>
                <a:gd name="connsiteX303" fmla="*/ 87654 w 549933"/>
                <a:gd name="connsiteY303" fmla="*/ 63444 h 759650"/>
                <a:gd name="connsiteX304" fmla="*/ 85467 w 549933"/>
                <a:gd name="connsiteY304" fmla="*/ 66371 h 759650"/>
                <a:gd name="connsiteX305" fmla="*/ 84491 w 549933"/>
                <a:gd name="connsiteY305" fmla="*/ 67784 h 759650"/>
                <a:gd name="connsiteX306" fmla="*/ 82000 w 549933"/>
                <a:gd name="connsiteY306" fmla="*/ 65833 h 759650"/>
                <a:gd name="connsiteX307" fmla="*/ 81024 w 549933"/>
                <a:gd name="connsiteY307" fmla="*/ 64319 h 759650"/>
                <a:gd name="connsiteX308" fmla="*/ 79611 w 549933"/>
                <a:gd name="connsiteY308" fmla="*/ 64117 h 759650"/>
                <a:gd name="connsiteX309" fmla="*/ 76683 w 549933"/>
                <a:gd name="connsiteY309" fmla="*/ 64756 h 759650"/>
                <a:gd name="connsiteX310" fmla="*/ 75707 w 549933"/>
                <a:gd name="connsiteY310" fmla="*/ 66808 h 759650"/>
                <a:gd name="connsiteX311" fmla="*/ 75168 w 549933"/>
                <a:gd name="connsiteY311" fmla="*/ 68995 h 759650"/>
                <a:gd name="connsiteX312" fmla="*/ 74092 w 549933"/>
                <a:gd name="connsiteY312" fmla="*/ 70744 h 759650"/>
                <a:gd name="connsiteX313" fmla="*/ 71803 w 549933"/>
                <a:gd name="connsiteY313" fmla="*/ 71619 h 759650"/>
                <a:gd name="connsiteX314" fmla="*/ 70053 w 549933"/>
                <a:gd name="connsiteY314" fmla="*/ 72931 h 759650"/>
                <a:gd name="connsiteX315" fmla="*/ 70053 w 549933"/>
                <a:gd name="connsiteY315" fmla="*/ 75656 h 759650"/>
                <a:gd name="connsiteX316" fmla="*/ 71467 w 549933"/>
                <a:gd name="connsiteY316" fmla="*/ 77708 h 759650"/>
                <a:gd name="connsiteX317" fmla="*/ 72106 w 549933"/>
                <a:gd name="connsiteY317" fmla="*/ 78919 h 759650"/>
                <a:gd name="connsiteX318" fmla="*/ 73418 w 549933"/>
                <a:gd name="connsiteY318" fmla="*/ 79894 h 759650"/>
                <a:gd name="connsiteX319" fmla="*/ 74395 w 549933"/>
                <a:gd name="connsiteY319" fmla="*/ 81744 h 759650"/>
                <a:gd name="connsiteX320" fmla="*/ 74192 w 549933"/>
                <a:gd name="connsiteY320" fmla="*/ 84234 h 759650"/>
                <a:gd name="connsiteX321" fmla="*/ 73856 w 549933"/>
                <a:gd name="connsiteY321" fmla="*/ 85310 h 759650"/>
                <a:gd name="connsiteX322" fmla="*/ 72543 w 549933"/>
                <a:gd name="connsiteY322" fmla="*/ 86824 h 759650"/>
                <a:gd name="connsiteX323" fmla="*/ 71029 w 549933"/>
                <a:gd name="connsiteY323" fmla="*/ 87026 h 759650"/>
                <a:gd name="connsiteX324" fmla="*/ 67765 w 549933"/>
                <a:gd name="connsiteY324" fmla="*/ 86925 h 759650"/>
                <a:gd name="connsiteX325" fmla="*/ 64937 w 549933"/>
                <a:gd name="connsiteY325" fmla="*/ 87026 h 759650"/>
                <a:gd name="connsiteX326" fmla="*/ 61134 w 549933"/>
                <a:gd name="connsiteY326" fmla="*/ 87261 h 759650"/>
                <a:gd name="connsiteX327" fmla="*/ 58409 w 549933"/>
                <a:gd name="connsiteY327" fmla="*/ 88136 h 759650"/>
                <a:gd name="connsiteX328" fmla="*/ 55918 w 549933"/>
                <a:gd name="connsiteY328" fmla="*/ 89347 h 759650"/>
                <a:gd name="connsiteX329" fmla="*/ 53731 w 549933"/>
                <a:gd name="connsiteY329" fmla="*/ 92173 h 759650"/>
                <a:gd name="connsiteX330" fmla="*/ 51678 w 549933"/>
                <a:gd name="connsiteY330" fmla="*/ 94561 h 759650"/>
                <a:gd name="connsiteX331" fmla="*/ 49826 w 549933"/>
                <a:gd name="connsiteY331" fmla="*/ 97488 h 759650"/>
                <a:gd name="connsiteX332" fmla="*/ 48177 w 549933"/>
                <a:gd name="connsiteY332" fmla="*/ 101087 h 759650"/>
                <a:gd name="connsiteX333" fmla="*/ 48581 w 549933"/>
                <a:gd name="connsiteY333" fmla="*/ 104115 h 759650"/>
                <a:gd name="connsiteX334" fmla="*/ 47403 w 549933"/>
                <a:gd name="connsiteY334" fmla="*/ 106503 h 759650"/>
                <a:gd name="connsiteX335" fmla="*/ 47403 w 549933"/>
                <a:gd name="connsiteY335" fmla="*/ 108656 h 759650"/>
                <a:gd name="connsiteX336" fmla="*/ 48951 w 549933"/>
                <a:gd name="connsiteY336" fmla="*/ 110708 h 759650"/>
                <a:gd name="connsiteX337" fmla="*/ 48548 w 549933"/>
                <a:gd name="connsiteY337" fmla="*/ 112289 h 759650"/>
                <a:gd name="connsiteX338" fmla="*/ 47807 w 549933"/>
                <a:gd name="connsiteY338" fmla="*/ 114577 h 759650"/>
                <a:gd name="connsiteX339" fmla="*/ 48884 w 549933"/>
                <a:gd name="connsiteY339" fmla="*/ 117571 h 759650"/>
                <a:gd name="connsiteX340" fmla="*/ 49557 w 549933"/>
                <a:gd name="connsiteY340" fmla="*/ 119959 h 759650"/>
                <a:gd name="connsiteX341" fmla="*/ 50534 w 549933"/>
                <a:gd name="connsiteY341" fmla="*/ 124097 h 759650"/>
                <a:gd name="connsiteX342" fmla="*/ 50735 w 549933"/>
                <a:gd name="connsiteY342" fmla="*/ 126552 h 759650"/>
                <a:gd name="connsiteX343" fmla="*/ 51173 w 549933"/>
                <a:gd name="connsiteY343" fmla="*/ 130791 h 759650"/>
                <a:gd name="connsiteX344" fmla="*/ 52048 w 549933"/>
                <a:gd name="connsiteY344" fmla="*/ 133886 h 759650"/>
                <a:gd name="connsiteX345" fmla="*/ 51139 w 549933"/>
                <a:gd name="connsiteY345" fmla="*/ 135097 h 759650"/>
                <a:gd name="connsiteX346" fmla="*/ 48481 w 549933"/>
                <a:gd name="connsiteY346" fmla="*/ 134760 h 759650"/>
                <a:gd name="connsiteX347" fmla="*/ 44678 w 549933"/>
                <a:gd name="connsiteY347" fmla="*/ 132305 h 759650"/>
                <a:gd name="connsiteX348" fmla="*/ 39831 w 549933"/>
                <a:gd name="connsiteY348" fmla="*/ 134088 h 759650"/>
                <a:gd name="connsiteX349" fmla="*/ 34413 w 549933"/>
                <a:gd name="connsiteY349" fmla="*/ 133448 h 759650"/>
                <a:gd name="connsiteX350" fmla="*/ 31788 w 549933"/>
                <a:gd name="connsiteY350" fmla="*/ 134962 h 759650"/>
                <a:gd name="connsiteX351" fmla="*/ 28321 w 549933"/>
                <a:gd name="connsiteY351" fmla="*/ 137788 h 759650"/>
                <a:gd name="connsiteX352" fmla="*/ 22432 w 549933"/>
                <a:gd name="connsiteY352" fmla="*/ 143439 h 759650"/>
                <a:gd name="connsiteX353" fmla="*/ 21119 w 549933"/>
                <a:gd name="connsiteY353" fmla="*/ 145626 h 759650"/>
                <a:gd name="connsiteX354" fmla="*/ 20042 w 549933"/>
                <a:gd name="connsiteY354" fmla="*/ 148014 h 759650"/>
                <a:gd name="connsiteX355" fmla="*/ 21792 w 549933"/>
                <a:gd name="connsiteY355" fmla="*/ 150201 h 759650"/>
                <a:gd name="connsiteX356" fmla="*/ 22869 w 549933"/>
                <a:gd name="connsiteY356" fmla="*/ 150840 h 759650"/>
                <a:gd name="connsiteX357" fmla="*/ 26773 w 549933"/>
                <a:gd name="connsiteY357" fmla="*/ 151042 h 759650"/>
                <a:gd name="connsiteX358" fmla="*/ 29937 w 549933"/>
                <a:gd name="connsiteY358" fmla="*/ 152556 h 759650"/>
                <a:gd name="connsiteX359" fmla="*/ 31788 w 549933"/>
                <a:gd name="connsiteY359" fmla="*/ 156054 h 759650"/>
                <a:gd name="connsiteX360" fmla="*/ 31788 w 549933"/>
                <a:gd name="connsiteY360" fmla="*/ 160831 h 759650"/>
                <a:gd name="connsiteX361" fmla="*/ 28961 w 549933"/>
                <a:gd name="connsiteY361" fmla="*/ 162345 h 759650"/>
                <a:gd name="connsiteX362" fmla="*/ 29836 w 549933"/>
                <a:gd name="connsiteY362" fmla="*/ 166045 h 759650"/>
                <a:gd name="connsiteX363" fmla="*/ 31586 w 549933"/>
                <a:gd name="connsiteY363" fmla="*/ 166281 h 759650"/>
                <a:gd name="connsiteX364" fmla="*/ 34211 w 549933"/>
                <a:gd name="connsiteY364" fmla="*/ 166483 h 759650"/>
                <a:gd name="connsiteX365" fmla="*/ 35826 w 549933"/>
                <a:gd name="connsiteY365" fmla="*/ 167795 h 759650"/>
                <a:gd name="connsiteX366" fmla="*/ 37038 w 549933"/>
                <a:gd name="connsiteY366" fmla="*/ 170385 h 759650"/>
                <a:gd name="connsiteX367" fmla="*/ 37038 w 549933"/>
                <a:gd name="connsiteY367" fmla="*/ 173009 h 759650"/>
                <a:gd name="connsiteX368" fmla="*/ 34009 w 549933"/>
                <a:gd name="connsiteY368" fmla="*/ 175868 h 759650"/>
                <a:gd name="connsiteX369" fmla="*/ 31821 w 549933"/>
                <a:gd name="connsiteY369" fmla="*/ 177146 h 759650"/>
                <a:gd name="connsiteX370" fmla="*/ 28557 w 549933"/>
                <a:gd name="connsiteY370" fmla="*/ 178223 h 759650"/>
                <a:gd name="connsiteX371" fmla="*/ 27480 w 549933"/>
                <a:gd name="connsiteY371" fmla="*/ 178862 h 759650"/>
                <a:gd name="connsiteX372" fmla="*/ 25090 w 549933"/>
                <a:gd name="connsiteY372" fmla="*/ 180174 h 759650"/>
                <a:gd name="connsiteX373" fmla="*/ 23576 w 549933"/>
                <a:gd name="connsiteY373" fmla="*/ 182125 h 759650"/>
                <a:gd name="connsiteX374" fmla="*/ 21759 w 549933"/>
                <a:gd name="connsiteY374" fmla="*/ 185758 h 759650"/>
                <a:gd name="connsiteX375" fmla="*/ 21389 w 549933"/>
                <a:gd name="connsiteY375" fmla="*/ 187945 h 759650"/>
                <a:gd name="connsiteX376" fmla="*/ 21389 w 549933"/>
                <a:gd name="connsiteY376" fmla="*/ 190400 h 759650"/>
                <a:gd name="connsiteX377" fmla="*/ 23273 w 549933"/>
                <a:gd name="connsiteY377" fmla="*/ 190972 h 759650"/>
                <a:gd name="connsiteX378" fmla="*/ 26033 w 549933"/>
                <a:gd name="connsiteY378" fmla="*/ 192419 h 759650"/>
                <a:gd name="connsiteX379" fmla="*/ 27615 w 549933"/>
                <a:gd name="connsiteY379" fmla="*/ 193428 h 759650"/>
                <a:gd name="connsiteX380" fmla="*/ 28490 w 549933"/>
                <a:gd name="connsiteY380" fmla="*/ 194605 h 759650"/>
                <a:gd name="connsiteX381" fmla="*/ 29365 w 549933"/>
                <a:gd name="connsiteY381" fmla="*/ 196926 h 759650"/>
                <a:gd name="connsiteX382" fmla="*/ 31250 w 549933"/>
                <a:gd name="connsiteY382" fmla="*/ 198945 h 759650"/>
                <a:gd name="connsiteX383" fmla="*/ 34413 w 549933"/>
                <a:gd name="connsiteY383" fmla="*/ 201703 h 759650"/>
                <a:gd name="connsiteX384" fmla="*/ 37139 w 549933"/>
                <a:gd name="connsiteY384" fmla="*/ 205605 h 759650"/>
                <a:gd name="connsiteX385" fmla="*/ 40067 w 549933"/>
                <a:gd name="connsiteY385" fmla="*/ 209743 h 759650"/>
                <a:gd name="connsiteX386" fmla="*/ 41043 w 549933"/>
                <a:gd name="connsiteY386" fmla="*/ 213107 h 759650"/>
                <a:gd name="connsiteX387" fmla="*/ 42120 w 549933"/>
                <a:gd name="connsiteY387" fmla="*/ 217009 h 759650"/>
                <a:gd name="connsiteX388" fmla="*/ 43634 w 549933"/>
                <a:gd name="connsiteY388" fmla="*/ 221450 h 759650"/>
                <a:gd name="connsiteX389" fmla="*/ 45148 w 549933"/>
                <a:gd name="connsiteY389" fmla="*/ 223838 h 759650"/>
                <a:gd name="connsiteX390" fmla="*/ 46125 w 549933"/>
                <a:gd name="connsiteY390" fmla="*/ 227539 h 759650"/>
                <a:gd name="connsiteX391" fmla="*/ 46865 w 549933"/>
                <a:gd name="connsiteY391" fmla="*/ 229927 h 759650"/>
                <a:gd name="connsiteX392" fmla="*/ 50466 w 549933"/>
                <a:gd name="connsiteY392" fmla="*/ 232954 h 759650"/>
                <a:gd name="connsiteX393" fmla="*/ 53832 w 549933"/>
                <a:gd name="connsiteY393" fmla="*/ 235780 h 759650"/>
                <a:gd name="connsiteX394" fmla="*/ 56658 w 549933"/>
                <a:gd name="connsiteY394" fmla="*/ 237832 h 759650"/>
                <a:gd name="connsiteX395" fmla="*/ 60024 w 549933"/>
                <a:gd name="connsiteY395" fmla="*/ 241297 h 759650"/>
                <a:gd name="connsiteX396" fmla="*/ 61101 w 549933"/>
                <a:gd name="connsiteY396" fmla="*/ 244022 h 759650"/>
                <a:gd name="connsiteX397" fmla="*/ 61438 w 549933"/>
                <a:gd name="connsiteY397" fmla="*/ 245973 h 759650"/>
                <a:gd name="connsiteX398" fmla="*/ 61438 w 549933"/>
                <a:gd name="connsiteY398" fmla="*/ 248698 h 759650"/>
                <a:gd name="connsiteX399" fmla="*/ 62077 w 549933"/>
                <a:gd name="connsiteY399" fmla="*/ 251860 h 759650"/>
                <a:gd name="connsiteX400" fmla="*/ 62615 w 549933"/>
                <a:gd name="connsiteY400" fmla="*/ 257612 h 759650"/>
                <a:gd name="connsiteX401" fmla="*/ 63692 w 549933"/>
                <a:gd name="connsiteY401" fmla="*/ 262187 h 759650"/>
                <a:gd name="connsiteX402" fmla="*/ 62481 w 549933"/>
                <a:gd name="connsiteY402" fmla="*/ 265955 h 759650"/>
                <a:gd name="connsiteX403" fmla="*/ 64433 w 549933"/>
                <a:gd name="connsiteY403" fmla="*/ 269891 h 759650"/>
                <a:gd name="connsiteX404" fmla="*/ 66721 w 549933"/>
                <a:gd name="connsiteY404" fmla="*/ 269655 h 759650"/>
                <a:gd name="connsiteX405" fmla="*/ 69447 w 549933"/>
                <a:gd name="connsiteY405" fmla="*/ 269756 h 759650"/>
                <a:gd name="connsiteX406" fmla="*/ 74226 w 549933"/>
                <a:gd name="connsiteY406" fmla="*/ 270294 h 759650"/>
                <a:gd name="connsiteX407" fmla="*/ 76952 w 549933"/>
                <a:gd name="connsiteY407" fmla="*/ 271001 h 759650"/>
                <a:gd name="connsiteX408" fmla="*/ 80755 w 549933"/>
                <a:gd name="connsiteY408" fmla="*/ 271169 h 759650"/>
                <a:gd name="connsiteX409" fmla="*/ 81294 w 549933"/>
                <a:gd name="connsiteY409" fmla="*/ 271169 h 759650"/>
                <a:gd name="connsiteX410" fmla="*/ 82707 w 549933"/>
                <a:gd name="connsiteY410" fmla="*/ 273221 h 759650"/>
                <a:gd name="connsiteX411" fmla="*/ 82472 w 549933"/>
                <a:gd name="connsiteY411" fmla="*/ 273995 h 759650"/>
                <a:gd name="connsiteX412" fmla="*/ 79308 w 549933"/>
                <a:gd name="connsiteY412" fmla="*/ 275071 h 759650"/>
                <a:gd name="connsiteX413" fmla="*/ 77558 w 549933"/>
                <a:gd name="connsiteY413" fmla="*/ 277561 h 759650"/>
                <a:gd name="connsiteX414" fmla="*/ 75371 w 549933"/>
                <a:gd name="connsiteY414" fmla="*/ 278536 h 759650"/>
                <a:gd name="connsiteX415" fmla="*/ 72981 w 549933"/>
                <a:gd name="connsiteY415" fmla="*/ 279747 h 759650"/>
                <a:gd name="connsiteX416" fmla="*/ 65139 w 549933"/>
                <a:gd name="connsiteY416" fmla="*/ 283347 h 759650"/>
                <a:gd name="connsiteX417" fmla="*/ 57534 w 549933"/>
                <a:gd name="connsiteY417" fmla="*/ 284423 h 759650"/>
                <a:gd name="connsiteX418" fmla="*/ 55346 w 549933"/>
                <a:gd name="connsiteY418" fmla="*/ 285836 h 759650"/>
                <a:gd name="connsiteX419" fmla="*/ 51846 w 549933"/>
                <a:gd name="connsiteY419" fmla="*/ 288561 h 759650"/>
                <a:gd name="connsiteX420" fmla="*/ 42928 w 549933"/>
                <a:gd name="connsiteY420" fmla="*/ 288561 h 759650"/>
                <a:gd name="connsiteX421" fmla="*/ 43567 w 549933"/>
                <a:gd name="connsiteY421" fmla="*/ 294010 h 759650"/>
                <a:gd name="connsiteX422" fmla="*/ 44004 w 549933"/>
                <a:gd name="connsiteY422" fmla="*/ 298585 h 759650"/>
                <a:gd name="connsiteX423" fmla="*/ 42692 w 549933"/>
                <a:gd name="connsiteY423" fmla="*/ 299662 h 759650"/>
                <a:gd name="connsiteX424" fmla="*/ 38351 w 549933"/>
                <a:gd name="connsiteY424" fmla="*/ 299023 h 759650"/>
                <a:gd name="connsiteX425" fmla="*/ 35725 w 549933"/>
                <a:gd name="connsiteY425" fmla="*/ 298585 h 759650"/>
                <a:gd name="connsiteX426" fmla="*/ 33774 w 549933"/>
                <a:gd name="connsiteY426" fmla="*/ 299897 h 759650"/>
                <a:gd name="connsiteX427" fmla="*/ 31586 w 549933"/>
                <a:gd name="connsiteY427" fmla="*/ 305986 h 759650"/>
                <a:gd name="connsiteX428" fmla="*/ 32899 w 549933"/>
                <a:gd name="connsiteY428" fmla="*/ 310763 h 759650"/>
                <a:gd name="connsiteX429" fmla="*/ 37038 w 549933"/>
                <a:gd name="connsiteY429" fmla="*/ 314026 h 759650"/>
                <a:gd name="connsiteX430" fmla="*/ 40505 w 549933"/>
                <a:gd name="connsiteY430" fmla="*/ 314665 h 759650"/>
                <a:gd name="connsiteX431" fmla="*/ 42894 w 549933"/>
                <a:gd name="connsiteY431" fmla="*/ 314665 h 759650"/>
                <a:gd name="connsiteX432" fmla="*/ 44644 w 549933"/>
                <a:gd name="connsiteY432" fmla="*/ 316616 h 759650"/>
                <a:gd name="connsiteX433" fmla="*/ 45721 w 549933"/>
                <a:gd name="connsiteY433" fmla="*/ 318366 h 759650"/>
                <a:gd name="connsiteX434" fmla="*/ 51610 w 549933"/>
                <a:gd name="connsiteY434" fmla="*/ 320956 h 759650"/>
                <a:gd name="connsiteX435" fmla="*/ 55952 w 549933"/>
                <a:gd name="connsiteY435" fmla="*/ 322470 h 759650"/>
                <a:gd name="connsiteX436" fmla="*/ 62043 w 549933"/>
                <a:gd name="connsiteY436" fmla="*/ 322907 h 759650"/>
                <a:gd name="connsiteX437" fmla="*/ 65947 w 549933"/>
                <a:gd name="connsiteY437" fmla="*/ 323445 h 759650"/>
                <a:gd name="connsiteX438" fmla="*/ 70962 w 549933"/>
                <a:gd name="connsiteY438" fmla="*/ 323344 h 759650"/>
                <a:gd name="connsiteX439" fmla="*/ 74226 w 549933"/>
                <a:gd name="connsiteY439" fmla="*/ 323344 h 759650"/>
                <a:gd name="connsiteX440" fmla="*/ 75303 w 549933"/>
                <a:gd name="connsiteY440" fmla="*/ 323781 h 759650"/>
                <a:gd name="connsiteX441" fmla="*/ 76178 w 549933"/>
                <a:gd name="connsiteY441" fmla="*/ 325531 h 759650"/>
                <a:gd name="connsiteX442" fmla="*/ 78130 w 549933"/>
                <a:gd name="connsiteY442" fmla="*/ 328357 h 759650"/>
                <a:gd name="connsiteX443" fmla="*/ 77895 w 549933"/>
                <a:gd name="connsiteY443" fmla="*/ 331182 h 759650"/>
                <a:gd name="connsiteX444" fmla="*/ 76818 w 549933"/>
                <a:gd name="connsiteY444" fmla="*/ 334008 h 759650"/>
                <a:gd name="connsiteX445" fmla="*/ 76178 w 549933"/>
                <a:gd name="connsiteY445" fmla="*/ 334883 h 759650"/>
                <a:gd name="connsiteX446" fmla="*/ 73991 w 549933"/>
                <a:gd name="connsiteY446" fmla="*/ 338785 h 759650"/>
                <a:gd name="connsiteX447" fmla="*/ 73856 w 549933"/>
                <a:gd name="connsiteY447" fmla="*/ 340299 h 759650"/>
                <a:gd name="connsiteX448" fmla="*/ 75101 w 549933"/>
                <a:gd name="connsiteY448" fmla="*/ 343326 h 759650"/>
                <a:gd name="connsiteX449" fmla="*/ 75101 w 549933"/>
                <a:gd name="connsiteY449" fmla="*/ 346791 h 759650"/>
                <a:gd name="connsiteX450" fmla="*/ 76246 w 549933"/>
                <a:gd name="connsiteY450" fmla="*/ 348103 h 759650"/>
                <a:gd name="connsiteX451" fmla="*/ 77390 w 549933"/>
                <a:gd name="connsiteY451" fmla="*/ 350727 h 759650"/>
                <a:gd name="connsiteX452" fmla="*/ 81159 w 549933"/>
                <a:gd name="connsiteY452" fmla="*/ 352308 h 759650"/>
                <a:gd name="connsiteX453" fmla="*/ 82472 w 549933"/>
                <a:gd name="connsiteY453" fmla="*/ 352443 h 759650"/>
                <a:gd name="connsiteX454" fmla="*/ 83784 w 549933"/>
                <a:gd name="connsiteY454" fmla="*/ 354326 h 759650"/>
                <a:gd name="connsiteX455" fmla="*/ 85803 w 549933"/>
                <a:gd name="connsiteY455" fmla="*/ 356647 h 759650"/>
                <a:gd name="connsiteX456" fmla="*/ 86106 w 549933"/>
                <a:gd name="connsiteY456" fmla="*/ 358834 h 759650"/>
                <a:gd name="connsiteX457" fmla="*/ 86981 w 549933"/>
                <a:gd name="connsiteY457" fmla="*/ 362030 h 759650"/>
                <a:gd name="connsiteX458" fmla="*/ 86409 w 549933"/>
                <a:gd name="connsiteY458" fmla="*/ 366369 h 759650"/>
                <a:gd name="connsiteX459" fmla="*/ 86275 w 549933"/>
                <a:gd name="connsiteY459" fmla="*/ 367984 h 759650"/>
                <a:gd name="connsiteX460" fmla="*/ 85265 w 549933"/>
                <a:gd name="connsiteY460" fmla="*/ 370574 h 759650"/>
                <a:gd name="connsiteX461" fmla="*/ 83515 w 549933"/>
                <a:gd name="connsiteY461" fmla="*/ 376091 h 759650"/>
                <a:gd name="connsiteX462" fmla="*/ 82068 w 549933"/>
                <a:gd name="connsiteY462" fmla="*/ 376966 h 759650"/>
                <a:gd name="connsiteX463" fmla="*/ 79611 w 549933"/>
                <a:gd name="connsiteY463" fmla="*/ 377975 h 759650"/>
                <a:gd name="connsiteX464" fmla="*/ 79174 w 549933"/>
                <a:gd name="connsiteY464" fmla="*/ 380733 h 759650"/>
                <a:gd name="connsiteX465" fmla="*/ 80486 w 549933"/>
                <a:gd name="connsiteY465" fmla="*/ 383357 h 759650"/>
                <a:gd name="connsiteX466" fmla="*/ 81058 w 549933"/>
                <a:gd name="connsiteY466" fmla="*/ 385376 h 759650"/>
                <a:gd name="connsiteX467" fmla="*/ 80351 w 549933"/>
                <a:gd name="connsiteY467" fmla="*/ 387260 h 759650"/>
                <a:gd name="connsiteX468" fmla="*/ 78332 w 549933"/>
                <a:gd name="connsiteY468" fmla="*/ 388571 h 759650"/>
                <a:gd name="connsiteX469" fmla="*/ 77625 w 549933"/>
                <a:gd name="connsiteY469" fmla="*/ 389143 h 759650"/>
                <a:gd name="connsiteX470" fmla="*/ 79207 w 549933"/>
                <a:gd name="connsiteY470" fmla="*/ 393214 h 759650"/>
                <a:gd name="connsiteX471" fmla="*/ 80890 w 549933"/>
                <a:gd name="connsiteY471" fmla="*/ 397116 h 759650"/>
                <a:gd name="connsiteX472" fmla="*/ 83851 w 549933"/>
                <a:gd name="connsiteY472" fmla="*/ 400581 h 759650"/>
                <a:gd name="connsiteX473" fmla="*/ 83851 w 549933"/>
                <a:gd name="connsiteY473" fmla="*/ 402397 h 759650"/>
                <a:gd name="connsiteX474" fmla="*/ 82102 w 549933"/>
                <a:gd name="connsiteY474" fmla="*/ 402498 h 759650"/>
                <a:gd name="connsiteX475" fmla="*/ 77625 w 549933"/>
                <a:gd name="connsiteY475" fmla="*/ 404651 h 759650"/>
                <a:gd name="connsiteX476" fmla="*/ 75168 w 549933"/>
                <a:gd name="connsiteY476" fmla="*/ 405660 h 759650"/>
                <a:gd name="connsiteX477" fmla="*/ 71264 w 549933"/>
                <a:gd name="connsiteY477" fmla="*/ 407847 h 759650"/>
                <a:gd name="connsiteX478" fmla="*/ 68236 w 549933"/>
                <a:gd name="connsiteY478" fmla="*/ 411043 h 759650"/>
                <a:gd name="connsiteX479" fmla="*/ 65644 w 549933"/>
                <a:gd name="connsiteY479" fmla="*/ 413061 h 759650"/>
                <a:gd name="connsiteX480" fmla="*/ 62009 w 549933"/>
                <a:gd name="connsiteY480" fmla="*/ 414070 h 759650"/>
                <a:gd name="connsiteX481" fmla="*/ 59250 w 549933"/>
                <a:gd name="connsiteY481" fmla="*/ 417098 h 759650"/>
                <a:gd name="connsiteX482" fmla="*/ 56793 w 549933"/>
                <a:gd name="connsiteY482" fmla="*/ 417098 h 759650"/>
                <a:gd name="connsiteX483" fmla="*/ 50702 w 549933"/>
                <a:gd name="connsiteY483" fmla="*/ 410874 h 759650"/>
                <a:gd name="connsiteX484" fmla="*/ 47067 w 549933"/>
                <a:gd name="connsiteY484" fmla="*/ 407679 h 759650"/>
                <a:gd name="connsiteX485" fmla="*/ 42995 w 549933"/>
                <a:gd name="connsiteY485" fmla="*/ 407242 h 759650"/>
                <a:gd name="connsiteX486" fmla="*/ 38956 w 549933"/>
                <a:gd name="connsiteY486" fmla="*/ 409697 h 759650"/>
                <a:gd name="connsiteX487" fmla="*/ 33740 w 549933"/>
                <a:gd name="connsiteY487" fmla="*/ 413162 h 759650"/>
                <a:gd name="connsiteX488" fmla="*/ 32999 w 549933"/>
                <a:gd name="connsiteY488" fmla="*/ 415483 h 759650"/>
                <a:gd name="connsiteX489" fmla="*/ 31148 w 549933"/>
                <a:gd name="connsiteY489" fmla="*/ 416526 h 759650"/>
                <a:gd name="connsiteX490" fmla="*/ 30408 w 549933"/>
                <a:gd name="connsiteY490" fmla="*/ 416930 h 759650"/>
                <a:gd name="connsiteX491" fmla="*/ 26638 w 549933"/>
                <a:gd name="connsiteY491" fmla="*/ 418040 h 759650"/>
                <a:gd name="connsiteX492" fmla="*/ 25461 w 549933"/>
                <a:gd name="connsiteY492" fmla="*/ 420697 h 759650"/>
                <a:gd name="connsiteX493" fmla="*/ 21691 w 549933"/>
                <a:gd name="connsiteY493" fmla="*/ 424465 h 759650"/>
                <a:gd name="connsiteX494" fmla="*/ 19235 w 549933"/>
                <a:gd name="connsiteY494" fmla="*/ 426921 h 759650"/>
                <a:gd name="connsiteX495" fmla="*/ 19975 w 549933"/>
                <a:gd name="connsiteY495" fmla="*/ 430116 h 759650"/>
                <a:gd name="connsiteX496" fmla="*/ 22163 w 549933"/>
                <a:gd name="connsiteY496" fmla="*/ 433447 h 759650"/>
                <a:gd name="connsiteX497" fmla="*/ 24485 w 549933"/>
                <a:gd name="connsiteY497" fmla="*/ 436340 h 759650"/>
                <a:gd name="connsiteX498" fmla="*/ 27244 w 549933"/>
                <a:gd name="connsiteY498" fmla="*/ 438964 h 759650"/>
                <a:gd name="connsiteX499" fmla="*/ 30004 w 549933"/>
                <a:gd name="connsiteY499" fmla="*/ 442731 h 759650"/>
                <a:gd name="connsiteX500" fmla="*/ 30307 w 549933"/>
                <a:gd name="connsiteY500" fmla="*/ 445052 h 759650"/>
                <a:gd name="connsiteX501" fmla="*/ 29432 w 549933"/>
                <a:gd name="connsiteY501" fmla="*/ 448248 h 759650"/>
                <a:gd name="connsiteX502" fmla="*/ 28288 w 549933"/>
                <a:gd name="connsiteY502" fmla="*/ 453462 h 759650"/>
                <a:gd name="connsiteX503" fmla="*/ 24215 w 549933"/>
                <a:gd name="connsiteY503" fmla="*/ 456355 h 759650"/>
                <a:gd name="connsiteX504" fmla="*/ 18562 w 549933"/>
                <a:gd name="connsiteY504" fmla="*/ 459551 h 759650"/>
                <a:gd name="connsiteX505" fmla="*/ 17552 w 549933"/>
                <a:gd name="connsiteY505" fmla="*/ 462444 h 759650"/>
                <a:gd name="connsiteX506" fmla="*/ 16812 w 549933"/>
                <a:gd name="connsiteY506" fmla="*/ 464463 h 759650"/>
                <a:gd name="connsiteX507" fmla="*/ 12335 w 549933"/>
                <a:gd name="connsiteY507" fmla="*/ 465606 h 759650"/>
                <a:gd name="connsiteX508" fmla="*/ 9441 w 549933"/>
                <a:gd name="connsiteY508" fmla="*/ 466615 h 759650"/>
                <a:gd name="connsiteX509" fmla="*/ 4797 w 549933"/>
                <a:gd name="connsiteY509" fmla="*/ 469340 h 759650"/>
                <a:gd name="connsiteX510" fmla="*/ 2980 w 549933"/>
                <a:gd name="connsiteY510" fmla="*/ 472233 h 759650"/>
                <a:gd name="connsiteX511" fmla="*/ 2172 w 549933"/>
                <a:gd name="connsiteY511" fmla="*/ 476304 h 759650"/>
                <a:gd name="connsiteX512" fmla="*/ 2172 w 549933"/>
                <a:gd name="connsiteY512" fmla="*/ 480643 h 759650"/>
                <a:gd name="connsiteX513" fmla="*/ 2912 w 549933"/>
                <a:gd name="connsiteY513" fmla="*/ 486732 h 759650"/>
                <a:gd name="connsiteX514" fmla="*/ 3787 w 549933"/>
                <a:gd name="connsiteY514" fmla="*/ 490769 h 759650"/>
                <a:gd name="connsiteX515" fmla="*/ 4056 w 549933"/>
                <a:gd name="connsiteY515" fmla="*/ 493527 h 759650"/>
                <a:gd name="connsiteX516" fmla="*/ 3047 w 549933"/>
                <a:gd name="connsiteY516" fmla="*/ 496555 h 759650"/>
                <a:gd name="connsiteX517" fmla="*/ 18 w 549933"/>
                <a:gd name="connsiteY517" fmla="*/ 500322 h 759650"/>
                <a:gd name="connsiteX518" fmla="*/ 3350 w 549933"/>
                <a:gd name="connsiteY518" fmla="*/ 505234 h 759650"/>
                <a:gd name="connsiteX519" fmla="*/ 4662 w 549933"/>
                <a:gd name="connsiteY519" fmla="*/ 508261 h 759650"/>
                <a:gd name="connsiteX520" fmla="*/ 7994 w 549933"/>
                <a:gd name="connsiteY520" fmla="*/ 510448 h 759650"/>
                <a:gd name="connsiteX521" fmla="*/ 11191 w 549933"/>
                <a:gd name="connsiteY521" fmla="*/ 512769 h 759650"/>
                <a:gd name="connsiteX522" fmla="*/ 14826 w 549933"/>
                <a:gd name="connsiteY522" fmla="*/ 513778 h 759650"/>
                <a:gd name="connsiteX523" fmla="*/ 18158 w 549933"/>
                <a:gd name="connsiteY523" fmla="*/ 512769 h 759650"/>
                <a:gd name="connsiteX524" fmla="*/ 18730 w 549933"/>
                <a:gd name="connsiteY524" fmla="*/ 512769 h 759650"/>
                <a:gd name="connsiteX525" fmla="*/ 21624 w 549933"/>
                <a:gd name="connsiteY525" fmla="*/ 512971 h 759650"/>
                <a:gd name="connsiteX526" fmla="*/ 25696 w 549933"/>
                <a:gd name="connsiteY526" fmla="*/ 517983 h 759650"/>
                <a:gd name="connsiteX527" fmla="*/ 29163 w 549933"/>
                <a:gd name="connsiteY527" fmla="*/ 517983 h 759650"/>
                <a:gd name="connsiteX528" fmla="*/ 31653 w 549933"/>
                <a:gd name="connsiteY528" fmla="*/ 517445 h 759650"/>
                <a:gd name="connsiteX529" fmla="*/ 33504 w 549933"/>
                <a:gd name="connsiteY529" fmla="*/ 517983 h 759650"/>
                <a:gd name="connsiteX530" fmla="*/ 33504 w 549933"/>
                <a:gd name="connsiteY530" fmla="*/ 520607 h 759650"/>
                <a:gd name="connsiteX531" fmla="*/ 33067 w 549933"/>
                <a:gd name="connsiteY531" fmla="*/ 523870 h 759650"/>
                <a:gd name="connsiteX532" fmla="*/ 32427 w 549933"/>
                <a:gd name="connsiteY532" fmla="*/ 525485 h 759650"/>
                <a:gd name="connsiteX533" fmla="*/ 31889 w 549933"/>
                <a:gd name="connsiteY533" fmla="*/ 528109 h 759650"/>
                <a:gd name="connsiteX534" fmla="*/ 31990 w 549933"/>
                <a:gd name="connsiteY534" fmla="*/ 530834 h 759650"/>
                <a:gd name="connsiteX535" fmla="*/ 34278 w 549933"/>
                <a:gd name="connsiteY535" fmla="*/ 534298 h 759650"/>
                <a:gd name="connsiteX536" fmla="*/ 36836 w 549933"/>
                <a:gd name="connsiteY536" fmla="*/ 536350 h 759650"/>
                <a:gd name="connsiteX537" fmla="*/ 37004 w 549933"/>
                <a:gd name="connsiteY537" fmla="*/ 539513 h 759650"/>
                <a:gd name="connsiteX538" fmla="*/ 37004 w 549933"/>
                <a:gd name="connsiteY538" fmla="*/ 543213 h 759650"/>
                <a:gd name="connsiteX539" fmla="*/ 38418 w 549933"/>
                <a:gd name="connsiteY539" fmla="*/ 545601 h 759650"/>
                <a:gd name="connsiteX540" fmla="*/ 40605 w 549933"/>
                <a:gd name="connsiteY540" fmla="*/ 548091 h 759650"/>
                <a:gd name="connsiteX541" fmla="*/ 42456 w 549933"/>
                <a:gd name="connsiteY541" fmla="*/ 550143 h 759650"/>
                <a:gd name="connsiteX542" fmla="*/ 43870 w 549933"/>
                <a:gd name="connsiteY542" fmla="*/ 551656 h 759650"/>
                <a:gd name="connsiteX543" fmla="*/ 46057 w 549933"/>
                <a:gd name="connsiteY543" fmla="*/ 553944 h 759650"/>
                <a:gd name="connsiteX544" fmla="*/ 48346 w 549933"/>
                <a:gd name="connsiteY544" fmla="*/ 557207 h 759650"/>
                <a:gd name="connsiteX545" fmla="*/ 48682 w 549933"/>
                <a:gd name="connsiteY545" fmla="*/ 559495 h 759650"/>
                <a:gd name="connsiteX546" fmla="*/ 49658 w 549933"/>
                <a:gd name="connsiteY546" fmla="*/ 560806 h 759650"/>
                <a:gd name="connsiteX547" fmla="*/ 49355 w 549933"/>
                <a:gd name="connsiteY547" fmla="*/ 563060 h 759650"/>
                <a:gd name="connsiteX548" fmla="*/ 49490 w 549933"/>
                <a:gd name="connsiteY548" fmla="*/ 565314 h 759650"/>
                <a:gd name="connsiteX549" fmla="*/ 52384 w 549933"/>
                <a:gd name="connsiteY549" fmla="*/ 566693 h 759650"/>
                <a:gd name="connsiteX550" fmla="*/ 53529 w 549933"/>
                <a:gd name="connsiteY550" fmla="*/ 566693 h 759650"/>
                <a:gd name="connsiteX551" fmla="*/ 56423 w 549933"/>
                <a:gd name="connsiteY551" fmla="*/ 568443 h 759650"/>
                <a:gd name="connsiteX552" fmla="*/ 59183 w 549933"/>
                <a:gd name="connsiteY552" fmla="*/ 570461 h 759650"/>
                <a:gd name="connsiteX553" fmla="*/ 61505 w 549933"/>
                <a:gd name="connsiteY553" fmla="*/ 573219 h 759650"/>
                <a:gd name="connsiteX554" fmla="*/ 61505 w 549933"/>
                <a:gd name="connsiteY554" fmla="*/ 575238 h 759650"/>
                <a:gd name="connsiteX555" fmla="*/ 60933 w 549933"/>
                <a:gd name="connsiteY555" fmla="*/ 578131 h 759650"/>
                <a:gd name="connsiteX556" fmla="*/ 60360 w 549933"/>
                <a:gd name="connsiteY556" fmla="*/ 581327 h 759650"/>
                <a:gd name="connsiteX557" fmla="*/ 59048 w 549933"/>
                <a:gd name="connsiteY557" fmla="*/ 587113 h 759650"/>
                <a:gd name="connsiteX558" fmla="*/ 56726 w 549933"/>
                <a:gd name="connsiteY558" fmla="*/ 590746 h 759650"/>
                <a:gd name="connsiteX559" fmla="*/ 55144 w 549933"/>
                <a:gd name="connsiteY559" fmla="*/ 595253 h 759650"/>
                <a:gd name="connsiteX560" fmla="*/ 53832 w 549933"/>
                <a:gd name="connsiteY560" fmla="*/ 598146 h 759650"/>
                <a:gd name="connsiteX561" fmla="*/ 51644 w 549933"/>
                <a:gd name="connsiteY561" fmla="*/ 599593 h 759650"/>
                <a:gd name="connsiteX562" fmla="*/ 49187 w 549933"/>
                <a:gd name="connsiteY562" fmla="*/ 602183 h 759650"/>
                <a:gd name="connsiteX563" fmla="*/ 46158 w 549933"/>
                <a:gd name="connsiteY563" fmla="*/ 604504 h 759650"/>
                <a:gd name="connsiteX564" fmla="*/ 44139 w 549933"/>
                <a:gd name="connsiteY564" fmla="*/ 607532 h 759650"/>
                <a:gd name="connsiteX565" fmla="*/ 44442 w 549933"/>
                <a:gd name="connsiteY565" fmla="*/ 610559 h 759650"/>
                <a:gd name="connsiteX566" fmla="*/ 48514 w 549933"/>
                <a:gd name="connsiteY566" fmla="*/ 614462 h 759650"/>
                <a:gd name="connsiteX567" fmla="*/ 46932 w 549933"/>
                <a:gd name="connsiteY567" fmla="*/ 616648 h 759650"/>
                <a:gd name="connsiteX568" fmla="*/ 43029 w 549933"/>
                <a:gd name="connsiteY568" fmla="*/ 618532 h 759650"/>
                <a:gd name="connsiteX569" fmla="*/ 38822 w 549933"/>
                <a:gd name="connsiteY569" fmla="*/ 622602 h 759650"/>
                <a:gd name="connsiteX570" fmla="*/ 36870 w 549933"/>
                <a:gd name="connsiteY570" fmla="*/ 628187 h 759650"/>
                <a:gd name="connsiteX571" fmla="*/ 34043 w 549933"/>
                <a:gd name="connsiteY571" fmla="*/ 633401 h 759650"/>
                <a:gd name="connsiteX572" fmla="*/ 30341 w 549933"/>
                <a:gd name="connsiteY572" fmla="*/ 637303 h 759650"/>
                <a:gd name="connsiteX573" fmla="*/ 28826 w 549933"/>
                <a:gd name="connsiteY573" fmla="*/ 641003 h 759650"/>
                <a:gd name="connsiteX574" fmla="*/ 28624 w 549933"/>
                <a:gd name="connsiteY574" fmla="*/ 646419 h 759650"/>
                <a:gd name="connsiteX575" fmla="*/ 29264 w 549933"/>
                <a:gd name="connsiteY575" fmla="*/ 652071 h 759650"/>
                <a:gd name="connsiteX576" fmla="*/ 31653 w 549933"/>
                <a:gd name="connsiteY576" fmla="*/ 653585 h 759650"/>
                <a:gd name="connsiteX577" fmla="*/ 29701 w 549933"/>
                <a:gd name="connsiteY577" fmla="*/ 659673 h 759650"/>
                <a:gd name="connsiteX578" fmla="*/ 30576 w 549933"/>
                <a:gd name="connsiteY578" fmla="*/ 664248 h 759650"/>
                <a:gd name="connsiteX579" fmla="*/ 30341 w 549933"/>
                <a:gd name="connsiteY579" fmla="*/ 667074 h 759650"/>
                <a:gd name="connsiteX580" fmla="*/ 28591 w 549933"/>
                <a:gd name="connsiteY580" fmla="*/ 667074 h 759650"/>
                <a:gd name="connsiteX581" fmla="*/ 25966 w 549933"/>
                <a:gd name="connsiteY581" fmla="*/ 667074 h 759650"/>
                <a:gd name="connsiteX582" fmla="*/ 22061 w 549933"/>
                <a:gd name="connsiteY582" fmla="*/ 668386 h 759650"/>
                <a:gd name="connsiteX583" fmla="*/ 17720 w 549933"/>
                <a:gd name="connsiteY583" fmla="*/ 669462 h 759650"/>
                <a:gd name="connsiteX584" fmla="*/ 18360 w 549933"/>
                <a:gd name="connsiteY584" fmla="*/ 672053 h 759650"/>
                <a:gd name="connsiteX585" fmla="*/ 19437 w 549933"/>
                <a:gd name="connsiteY585" fmla="*/ 674004 h 759650"/>
                <a:gd name="connsiteX586" fmla="*/ 16609 w 549933"/>
                <a:gd name="connsiteY586" fmla="*/ 677906 h 759650"/>
                <a:gd name="connsiteX587" fmla="*/ 11831 w 549933"/>
                <a:gd name="connsiteY587" fmla="*/ 677906 h 759650"/>
                <a:gd name="connsiteX588" fmla="*/ 8566 w 549933"/>
                <a:gd name="connsiteY588" fmla="*/ 680294 h 759650"/>
                <a:gd name="connsiteX589" fmla="*/ 4427 w 549933"/>
                <a:gd name="connsiteY589" fmla="*/ 682044 h 759650"/>
                <a:gd name="connsiteX590" fmla="*/ 3787 w 549933"/>
                <a:gd name="connsiteY590" fmla="*/ 685508 h 759650"/>
                <a:gd name="connsiteX591" fmla="*/ 9643 w 549933"/>
                <a:gd name="connsiteY591" fmla="*/ 688973 h 759650"/>
                <a:gd name="connsiteX592" fmla="*/ 9879 w 549933"/>
                <a:gd name="connsiteY592" fmla="*/ 690050 h 759650"/>
                <a:gd name="connsiteX593" fmla="*/ 4225 w 549933"/>
                <a:gd name="connsiteY593" fmla="*/ 692001 h 759650"/>
                <a:gd name="connsiteX594" fmla="*/ 4864 w 549933"/>
                <a:gd name="connsiteY594" fmla="*/ 695264 h 759650"/>
                <a:gd name="connsiteX595" fmla="*/ 8768 w 549933"/>
                <a:gd name="connsiteY595" fmla="*/ 698964 h 759650"/>
                <a:gd name="connsiteX596" fmla="*/ 12470 w 549933"/>
                <a:gd name="connsiteY596" fmla="*/ 703304 h 759650"/>
                <a:gd name="connsiteX597" fmla="*/ 14422 w 549933"/>
                <a:gd name="connsiteY597" fmla="*/ 705490 h 759650"/>
                <a:gd name="connsiteX598" fmla="*/ 14422 w 549933"/>
                <a:gd name="connsiteY598" fmla="*/ 709393 h 759650"/>
                <a:gd name="connsiteX599" fmla="*/ 14422 w 549933"/>
                <a:gd name="connsiteY599" fmla="*/ 713530 h 759650"/>
                <a:gd name="connsiteX600" fmla="*/ 19201 w 549933"/>
                <a:gd name="connsiteY600" fmla="*/ 717668 h 759650"/>
                <a:gd name="connsiteX601" fmla="*/ 26369 w 549933"/>
                <a:gd name="connsiteY601" fmla="*/ 723319 h 759650"/>
                <a:gd name="connsiteX602" fmla="*/ 30946 w 549933"/>
                <a:gd name="connsiteY602" fmla="*/ 724833 h 759650"/>
                <a:gd name="connsiteX603" fmla="*/ 31250 w 549933"/>
                <a:gd name="connsiteY603" fmla="*/ 729913 h 759650"/>
                <a:gd name="connsiteX604" fmla="*/ 34581 w 549933"/>
                <a:gd name="connsiteY604" fmla="*/ 728164 h 759650"/>
                <a:gd name="connsiteX605" fmla="*/ 36600 w 549933"/>
                <a:gd name="connsiteY605" fmla="*/ 727289 h 759650"/>
                <a:gd name="connsiteX606" fmla="*/ 39226 w 549933"/>
                <a:gd name="connsiteY606" fmla="*/ 726717 h 759650"/>
                <a:gd name="connsiteX607" fmla="*/ 41379 w 549933"/>
                <a:gd name="connsiteY607" fmla="*/ 726717 h 759650"/>
                <a:gd name="connsiteX608" fmla="*/ 42995 w 549933"/>
                <a:gd name="connsiteY608" fmla="*/ 728164 h 759650"/>
                <a:gd name="connsiteX609" fmla="*/ 46899 w 549933"/>
                <a:gd name="connsiteY609" fmla="*/ 728736 h 759650"/>
                <a:gd name="connsiteX610" fmla="*/ 50534 w 549933"/>
                <a:gd name="connsiteY610" fmla="*/ 729610 h 759650"/>
                <a:gd name="connsiteX611" fmla="*/ 54303 w 549933"/>
                <a:gd name="connsiteY611" fmla="*/ 728164 h 759650"/>
                <a:gd name="connsiteX612" fmla="*/ 56760 w 549933"/>
                <a:gd name="connsiteY612" fmla="*/ 726246 h 759650"/>
                <a:gd name="connsiteX613" fmla="*/ 58913 w 549933"/>
                <a:gd name="connsiteY613" fmla="*/ 724833 h 759650"/>
                <a:gd name="connsiteX614" fmla="*/ 60495 w 549933"/>
                <a:gd name="connsiteY614" fmla="*/ 724833 h 759650"/>
                <a:gd name="connsiteX615" fmla="*/ 62380 w 549933"/>
                <a:gd name="connsiteY615" fmla="*/ 725842 h 759650"/>
                <a:gd name="connsiteX616" fmla="*/ 63120 w 549933"/>
                <a:gd name="connsiteY616" fmla="*/ 729038 h 759650"/>
                <a:gd name="connsiteX617" fmla="*/ 63120 w 549933"/>
                <a:gd name="connsiteY617" fmla="*/ 730922 h 759650"/>
                <a:gd name="connsiteX618" fmla="*/ 67899 w 549933"/>
                <a:gd name="connsiteY618" fmla="*/ 732066 h 759650"/>
                <a:gd name="connsiteX619" fmla="*/ 70221 w 549933"/>
                <a:gd name="connsiteY619" fmla="*/ 733209 h 759650"/>
                <a:gd name="connsiteX620" fmla="*/ 73418 w 549933"/>
                <a:gd name="connsiteY620" fmla="*/ 734219 h 759650"/>
                <a:gd name="connsiteX621" fmla="*/ 77188 w 549933"/>
                <a:gd name="connsiteY621" fmla="*/ 734791 h 759650"/>
                <a:gd name="connsiteX622" fmla="*/ 80519 w 549933"/>
                <a:gd name="connsiteY622" fmla="*/ 735228 h 759650"/>
                <a:gd name="connsiteX623" fmla="*/ 84424 w 549933"/>
                <a:gd name="connsiteY623" fmla="*/ 735968 h 759650"/>
                <a:gd name="connsiteX624" fmla="*/ 87318 w 549933"/>
                <a:gd name="connsiteY624" fmla="*/ 736843 h 759650"/>
                <a:gd name="connsiteX625" fmla="*/ 90919 w 549933"/>
                <a:gd name="connsiteY625" fmla="*/ 739298 h 759650"/>
                <a:gd name="connsiteX626" fmla="*/ 91794 w 549933"/>
                <a:gd name="connsiteY626" fmla="*/ 739601 h 759650"/>
                <a:gd name="connsiteX627" fmla="*/ 93544 w 549933"/>
                <a:gd name="connsiteY627" fmla="*/ 741922 h 759650"/>
                <a:gd name="connsiteX628" fmla="*/ 97885 w 549933"/>
                <a:gd name="connsiteY628" fmla="*/ 743941 h 759650"/>
                <a:gd name="connsiteX629" fmla="*/ 102092 w 549933"/>
                <a:gd name="connsiteY629" fmla="*/ 745522 h 759650"/>
                <a:gd name="connsiteX630" fmla="*/ 108049 w 549933"/>
                <a:gd name="connsiteY630" fmla="*/ 747405 h 759650"/>
                <a:gd name="connsiteX631" fmla="*/ 110237 w 549933"/>
                <a:gd name="connsiteY631" fmla="*/ 747708 h 759650"/>
                <a:gd name="connsiteX632" fmla="*/ 116900 w 549933"/>
                <a:gd name="connsiteY632" fmla="*/ 747002 h 759650"/>
                <a:gd name="connsiteX633" fmla="*/ 118650 w 549933"/>
                <a:gd name="connsiteY633" fmla="*/ 746127 h 759650"/>
                <a:gd name="connsiteX634" fmla="*/ 120266 w 549933"/>
                <a:gd name="connsiteY634" fmla="*/ 745992 h 759650"/>
                <a:gd name="connsiteX635" fmla="*/ 124607 w 549933"/>
                <a:gd name="connsiteY635" fmla="*/ 748314 h 759650"/>
                <a:gd name="connsiteX636" fmla="*/ 129252 w 549933"/>
                <a:gd name="connsiteY636" fmla="*/ 748886 h 759650"/>
                <a:gd name="connsiteX637" fmla="*/ 133593 w 549933"/>
                <a:gd name="connsiteY637" fmla="*/ 747574 h 759650"/>
                <a:gd name="connsiteX638" fmla="*/ 137228 w 549933"/>
                <a:gd name="connsiteY638" fmla="*/ 746833 h 759650"/>
                <a:gd name="connsiteX639" fmla="*/ 140189 w 549933"/>
                <a:gd name="connsiteY639" fmla="*/ 749861 h 759650"/>
                <a:gd name="connsiteX640" fmla="*/ 143151 w 549933"/>
                <a:gd name="connsiteY640" fmla="*/ 752922 h 759650"/>
                <a:gd name="connsiteX641" fmla="*/ 143151 w 549933"/>
                <a:gd name="connsiteY641" fmla="*/ 755243 h 759650"/>
                <a:gd name="connsiteX642" fmla="*/ 143151 w 549933"/>
                <a:gd name="connsiteY642" fmla="*/ 758708 h 759650"/>
                <a:gd name="connsiteX643" fmla="*/ 147492 w 549933"/>
                <a:gd name="connsiteY643" fmla="*/ 756084 h 759650"/>
                <a:gd name="connsiteX644" fmla="*/ 150084 w 549933"/>
                <a:gd name="connsiteY644" fmla="*/ 750870 h 759650"/>
                <a:gd name="connsiteX645" fmla="*/ 150084 w 549933"/>
                <a:gd name="connsiteY645" fmla="*/ 749996 h 759650"/>
                <a:gd name="connsiteX646" fmla="*/ 151665 w 549933"/>
                <a:gd name="connsiteY646" fmla="*/ 745084 h 759650"/>
                <a:gd name="connsiteX647" fmla="*/ 153550 w 549933"/>
                <a:gd name="connsiteY647" fmla="*/ 742898 h 759650"/>
                <a:gd name="connsiteX648" fmla="*/ 156007 w 549933"/>
                <a:gd name="connsiteY648" fmla="*/ 741014 h 759650"/>
                <a:gd name="connsiteX649" fmla="*/ 158329 w 549933"/>
                <a:gd name="connsiteY649" fmla="*/ 738121 h 759650"/>
                <a:gd name="connsiteX650" fmla="*/ 160651 w 549933"/>
                <a:gd name="connsiteY650" fmla="*/ 736674 h 759650"/>
                <a:gd name="connsiteX651" fmla="*/ 162973 w 549933"/>
                <a:gd name="connsiteY651" fmla="*/ 737549 h 759650"/>
                <a:gd name="connsiteX652" fmla="*/ 165565 w 549933"/>
                <a:gd name="connsiteY652" fmla="*/ 738424 h 759650"/>
                <a:gd name="connsiteX653" fmla="*/ 167450 w 549933"/>
                <a:gd name="connsiteY653" fmla="*/ 738726 h 759650"/>
                <a:gd name="connsiteX654" fmla="*/ 173541 w 549933"/>
                <a:gd name="connsiteY654" fmla="*/ 742360 h 759650"/>
                <a:gd name="connsiteX655" fmla="*/ 175123 w 549933"/>
                <a:gd name="connsiteY655" fmla="*/ 748011 h 759650"/>
                <a:gd name="connsiteX656" fmla="*/ 176132 w 549933"/>
                <a:gd name="connsiteY656" fmla="*/ 750029 h 759650"/>
                <a:gd name="connsiteX657" fmla="*/ 176132 w 549933"/>
                <a:gd name="connsiteY657" fmla="*/ 753494 h 759650"/>
                <a:gd name="connsiteX658" fmla="*/ 176132 w 549933"/>
                <a:gd name="connsiteY658" fmla="*/ 756959 h 759650"/>
                <a:gd name="connsiteX659" fmla="*/ 176873 w 549933"/>
                <a:gd name="connsiteY659" fmla="*/ 759011 h 759650"/>
                <a:gd name="connsiteX660" fmla="*/ 178084 w 549933"/>
                <a:gd name="connsiteY660" fmla="*/ 759650 h 759650"/>
                <a:gd name="connsiteX661" fmla="*/ 183301 w 549933"/>
                <a:gd name="connsiteY661" fmla="*/ 758877 h 759650"/>
                <a:gd name="connsiteX662" fmla="*/ 186330 w 549933"/>
                <a:gd name="connsiteY662" fmla="*/ 755614 h 759650"/>
                <a:gd name="connsiteX663" fmla="*/ 188517 w 549933"/>
                <a:gd name="connsiteY663" fmla="*/ 751913 h 759650"/>
                <a:gd name="connsiteX664" fmla="*/ 190705 w 549933"/>
                <a:gd name="connsiteY664" fmla="*/ 745185 h 759650"/>
                <a:gd name="connsiteX665" fmla="*/ 191142 w 549933"/>
                <a:gd name="connsiteY665" fmla="*/ 738659 h 759650"/>
                <a:gd name="connsiteX666" fmla="*/ 188315 w 549933"/>
                <a:gd name="connsiteY666" fmla="*/ 732806 h 759650"/>
                <a:gd name="connsiteX667" fmla="*/ 183974 w 549933"/>
                <a:gd name="connsiteY667" fmla="*/ 725842 h 759650"/>
                <a:gd name="connsiteX668" fmla="*/ 177445 w 549933"/>
                <a:gd name="connsiteY668" fmla="*/ 719989 h 759650"/>
                <a:gd name="connsiteX669" fmla="*/ 173541 w 549933"/>
                <a:gd name="connsiteY669" fmla="*/ 716087 h 759650"/>
                <a:gd name="connsiteX670" fmla="*/ 172026 w 549933"/>
                <a:gd name="connsiteY670" fmla="*/ 707845 h 759650"/>
                <a:gd name="connsiteX671" fmla="*/ 172228 w 549933"/>
                <a:gd name="connsiteY671" fmla="*/ 695230 h 759650"/>
                <a:gd name="connsiteX672" fmla="*/ 177882 w 549933"/>
                <a:gd name="connsiteY672" fmla="*/ 687830 h 759650"/>
                <a:gd name="connsiteX673" fmla="*/ 182123 w 549933"/>
                <a:gd name="connsiteY673" fmla="*/ 685004 h 759650"/>
                <a:gd name="connsiteX674" fmla="*/ 183099 w 549933"/>
                <a:gd name="connsiteY674" fmla="*/ 681976 h 759650"/>
                <a:gd name="connsiteX675" fmla="*/ 183099 w 549933"/>
                <a:gd name="connsiteY675" fmla="*/ 675248 h 759650"/>
                <a:gd name="connsiteX676" fmla="*/ 184613 w 549933"/>
                <a:gd name="connsiteY676" fmla="*/ 673196 h 759650"/>
                <a:gd name="connsiteX677" fmla="*/ 190907 w 549933"/>
                <a:gd name="connsiteY677" fmla="*/ 670909 h 759650"/>
                <a:gd name="connsiteX678" fmla="*/ 196123 w 549933"/>
                <a:gd name="connsiteY678" fmla="*/ 670909 h 759650"/>
                <a:gd name="connsiteX679" fmla="*/ 197873 w 549933"/>
                <a:gd name="connsiteY679" fmla="*/ 669833 h 759650"/>
                <a:gd name="connsiteX680" fmla="*/ 201138 w 549933"/>
                <a:gd name="connsiteY680" fmla="*/ 666569 h 759650"/>
                <a:gd name="connsiteX681" fmla="*/ 208744 w 549933"/>
                <a:gd name="connsiteY681" fmla="*/ 656141 h 759650"/>
                <a:gd name="connsiteX682" fmla="*/ 209821 w 549933"/>
                <a:gd name="connsiteY682" fmla="*/ 648101 h 759650"/>
                <a:gd name="connsiteX683" fmla="*/ 215273 w 549933"/>
                <a:gd name="connsiteY683" fmla="*/ 641138 h 759650"/>
                <a:gd name="connsiteX684" fmla="*/ 221128 w 549933"/>
                <a:gd name="connsiteY684" fmla="*/ 634612 h 759650"/>
                <a:gd name="connsiteX685" fmla="*/ 224157 w 549933"/>
                <a:gd name="connsiteY685" fmla="*/ 629633 h 759650"/>
                <a:gd name="connsiteX686" fmla="*/ 226547 w 549933"/>
                <a:gd name="connsiteY686" fmla="*/ 622232 h 759650"/>
                <a:gd name="connsiteX687" fmla="*/ 226783 w 549933"/>
                <a:gd name="connsiteY687" fmla="*/ 611804 h 759650"/>
                <a:gd name="connsiteX688" fmla="*/ 227220 w 549933"/>
                <a:gd name="connsiteY688" fmla="*/ 606825 h 759650"/>
                <a:gd name="connsiteX689" fmla="*/ 229172 w 549933"/>
                <a:gd name="connsiteY689" fmla="*/ 601611 h 759650"/>
                <a:gd name="connsiteX690" fmla="*/ 234389 w 549933"/>
                <a:gd name="connsiteY690" fmla="*/ 596633 h 759650"/>
                <a:gd name="connsiteX691" fmla="*/ 239403 w 549933"/>
                <a:gd name="connsiteY691" fmla="*/ 595119 h 759650"/>
                <a:gd name="connsiteX692" fmla="*/ 243744 w 549933"/>
                <a:gd name="connsiteY692" fmla="*/ 593807 h 759650"/>
                <a:gd name="connsiteX693" fmla="*/ 248961 w 549933"/>
                <a:gd name="connsiteY693" fmla="*/ 585128 h 759650"/>
                <a:gd name="connsiteX694" fmla="*/ 251350 w 549933"/>
                <a:gd name="connsiteY694" fmla="*/ 581226 h 759650"/>
                <a:gd name="connsiteX695" fmla="*/ 260908 w 549933"/>
                <a:gd name="connsiteY695" fmla="*/ 569284 h 759650"/>
                <a:gd name="connsiteX696" fmla="*/ 266562 w 549933"/>
                <a:gd name="connsiteY696" fmla="*/ 568207 h 759650"/>
                <a:gd name="connsiteX697" fmla="*/ 271577 w 549933"/>
                <a:gd name="connsiteY697" fmla="*/ 569721 h 759650"/>
                <a:gd name="connsiteX698" fmla="*/ 280563 w 549933"/>
                <a:gd name="connsiteY698" fmla="*/ 571235 h 759650"/>
                <a:gd name="connsiteX699" fmla="*/ 286789 w 549933"/>
                <a:gd name="connsiteY699" fmla="*/ 563632 h 759650"/>
                <a:gd name="connsiteX700" fmla="*/ 291332 w 549933"/>
                <a:gd name="connsiteY700" fmla="*/ 556904 h 759650"/>
                <a:gd name="connsiteX701" fmla="*/ 294597 w 549933"/>
                <a:gd name="connsiteY701" fmla="*/ 550614 h 759650"/>
                <a:gd name="connsiteX702" fmla="*/ 300015 w 549933"/>
                <a:gd name="connsiteY702" fmla="*/ 544626 h 759650"/>
                <a:gd name="connsiteX703" fmla="*/ 304794 w 549933"/>
                <a:gd name="connsiteY703" fmla="*/ 542338 h 759650"/>
                <a:gd name="connsiteX704" fmla="*/ 312635 w 549933"/>
                <a:gd name="connsiteY704" fmla="*/ 542338 h 759650"/>
                <a:gd name="connsiteX705" fmla="*/ 319602 w 549933"/>
                <a:gd name="connsiteY705" fmla="*/ 542338 h 759650"/>
                <a:gd name="connsiteX706" fmla="*/ 325693 w 549933"/>
                <a:gd name="connsiteY706" fmla="*/ 542540 h 759650"/>
                <a:gd name="connsiteX707" fmla="*/ 335924 w 549933"/>
                <a:gd name="connsiteY707" fmla="*/ 538840 h 759650"/>
                <a:gd name="connsiteX708" fmla="*/ 340501 w 549933"/>
                <a:gd name="connsiteY708" fmla="*/ 538840 h 759650"/>
                <a:gd name="connsiteX709" fmla="*/ 347872 w 549933"/>
                <a:gd name="connsiteY709" fmla="*/ 537528 h 759650"/>
                <a:gd name="connsiteX710" fmla="*/ 355040 w 549933"/>
                <a:gd name="connsiteY710" fmla="*/ 534265 h 759650"/>
                <a:gd name="connsiteX711" fmla="*/ 360896 w 549933"/>
                <a:gd name="connsiteY711" fmla="*/ 530127 h 759650"/>
                <a:gd name="connsiteX712" fmla="*/ 361973 w 549933"/>
                <a:gd name="connsiteY712" fmla="*/ 525552 h 759650"/>
                <a:gd name="connsiteX713" fmla="*/ 363723 w 549933"/>
                <a:gd name="connsiteY713" fmla="*/ 519901 h 759650"/>
                <a:gd name="connsiteX714" fmla="*/ 365675 w 549933"/>
                <a:gd name="connsiteY714" fmla="*/ 516873 h 759650"/>
                <a:gd name="connsiteX715" fmla="*/ 365675 w 549933"/>
                <a:gd name="connsiteY715" fmla="*/ 508396 h 759650"/>
                <a:gd name="connsiteX716" fmla="*/ 370690 w 549933"/>
                <a:gd name="connsiteY716" fmla="*/ 506882 h 759650"/>
                <a:gd name="connsiteX717" fmla="*/ 376983 w 549933"/>
                <a:gd name="connsiteY717" fmla="*/ 505806 h 759650"/>
                <a:gd name="connsiteX718" fmla="*/ 380483 w 549933"/>
                <a:gd name="connsiteY718" fmla="*/ 505806 h 759650"/>
                <a:gd name="connsiteX719" fmla="*/ 383074 w 549933"/>
                <a:gd name="connsiteY719" fmla="*/ 503417 h 759650"/>
                <a:gd name="connsiteX720" fmla="*/ 384690 w 549933"/>
                <a:gd name="connsiteY720" fmla="*/ 500793 h 759650"/>
                <a:gd name="connsiteX721" fmla="*/ 386541 w 549933"/>
                <a:gd name="connsiteY721" fmla="*/ 496656 h 759650"/>
                <a:gd name="connsiteX722" fmla="*/ 386541 w 549933"/>
                <a:gd name="connsiteY722" fmla="*/ 494469 h 759650"/>
                <a:gd name="connsiteX723" fmla="*/ 387618 w 549933"/>
                <a:gd name="connsiteY723" fmla="*/ 493594 h 759650"/>
                <a:gd name="connsiteX724" fmla="*/ 383041 w 549933"/>
                <a:gd name="connsiteY724" fmla="*/ 485790 h 759650"/>
                <a:gd name="connsiteX725" fmla="*/ 378464 w 549933"/>
                <a:gd name="connsiteY725" fmla="*/ 481451 h 759650"/>
                <a:gd name="connsiteX726" fmla="*/ 373887 w 549933"/>
                <a:gd name="connsiteY726" fmla="*/ 473209 h 759650"/>
                <a:gd name="connsiteX727" fmla="*/ 367795 w 549933"/>
                <a:gd name="connsiteY727" fmla="*/ 464092 h 759650"/>
                <a:gd name="connsiteX728" fmla="*/ 364430 w 549933"/>
                <a:gd name="connsiteY728" fmla="*/ 459517 h 759650"/>
                <a:gd name="connsiteX729" fmla="*/ 360391 w 549933"/>
                <a:gd name="connsiteY729" fmla="*/ 456490 h 759650"/>
                <a:gd name="connsiteX730" fmla="*/ 360391 w 549933"/>
                <a:gd name="connsiteY730" fmla="*/ 450468 h 759650"/>
                <a:gd name="connsiteX731" fmla="*/ 357901 w 549933"/>
                <a:gd name="connsiteY731" fmla="*/ 452352 h 759650"/>
                <a:gd name="connsiteX732" fmla="*/ 356151 w 549933"/>
                <a:gd name="connsiteY732" fmla="*/ 452689 h 759650"/>
                <a:gd name="connsiteX733" fmla="*/ 352011 w 549933"/>
                <a:gd name="connsiteY733" fmla="*/ 454337 h 759650"/>
                <a:gd name="connsiteX734" fmla="*/ 348848 w 549933"/>
                <a:gd name="connsiteY734" fmla="*/ 456086 h 759650"/>
                <a:gd name="connsiteX735" fmla="*/ 347198 w 549933"/>
                <a:gd name="connsiteY735" fmla="*/ 456725 h 759650"/>
                <a:gd name="connsiteX736" fmla="*/ 343194 w 549933"/>
                <a:gd name="connsiteY736" fmla="*/ 454774 h 759650"/>
                <a:gd name="connsiteX737" fmla="*/ 341982 w 549933"/>
                <a:gd name="connsiteY737" fmla="*/ 455312 h 759650"/>
                <a:gd name="connsiteX738" fmla="*/ 340400 w 549933"/>
                <a:gd name="connsiteY738" fmla="*/ 457398 h 759650"/>
                <a:gd name="connsiteX739" fmla="*/ 338078 w 549933"/>
                <a:gd name="connsiteY739" fmla="*/ 458205 h 759650"/>
                <a:gd name="connsiteX740" fmla="*/ 335689 w 549933"/>
                <a:gd name="connsiteY740" fmla="*/ 458172 h 759650"/>
                <a:gd name="connsiteX741" fmla="*/ 332121 w 549933"/>
                <a:gd name="connsiteY741" fmla="*/ 458172 h 759650"/>
                <a:gd name="connsiteX742" fmla="*/ 330035 w 549933"/>
                <a:gd name="connsiteY742" fmla="*/ 457533 h 759650"/>
                <a:gd name="connsiteX743" fmla="*/ 329934 w 549933"/>
                <a:gd name="connsiteY743" fmla="*/ 456759 h 759650"/>
                <a:gd name="connsiteX744" fmla="*/ 331684 w 549933"/>
                <a:gd name="connsiteY744" fmla="*/ 455851 h 759650"/>
                <a:gd name="connsiteX745" fmla="*/ 333535 w 549933"/>
                <a:gd name="connsiteY745" fmla="*/ 454135 h 759650"/>
                <a:gd name="connsiteX746" fmla="*/ 333198 w 549933"/>
                <a:gd name="connsiteY746" fmla="*/ 452083 h 759650"/>
                <a:gd name="connsiteX747" fmla="*/ 331145 w 549933"/>
                <a:gd name="connsiteY747" fmla="*/ 450569 h 759650"/>
                <a:gd name="connsiteX748" fmla="*/ 328857 w 549933"/>
                <a:gd name="connsiteY748" fmla="*/ 450771 h 759650"/>
                <a:gd name="connsiteX749" fmla="*/ 327645 w 549933"/>
                <a:gd name="connsiteY749" fmla="*/ 452520 h 759650"/>
                <a:gd name="connsiteX750" fmla="*/ 327006 w 549933"/>
                <a:gd name="connsiteY750" fmla="*/ 453597 h 759650"/>
                <a:gd name="connsiteX751" fmla="*/ 322765 w 549933"/>
                <a:gd name="connsiteY751" fmla="*/ 454909 h 759650"/>
                <a:gd name="connsiteX752" fmla="*/ 321284 w 549933"/>
                <a:gd name="connsiteY752" fmla="*/ 455851 h 759650"/>
                <a:gd name="connsiteX753" fmla="*/ 318121 w 549933"/>
                <a:gd name="connsiteY753" fmla="*/ 454505 h 759650"/>
                <a:gd name="connsiteX754" fmla="*/ 317010 w 549933"/>
                <a:gd name="connsiteY754" fmla="*/ 454000 h 759650"/>
                <a:gd name="connsiteX755" fmla="*/ 316169 w 549933"/>
                <a:gd name="connsiteY755" fmla="*/ 452991 h 759650"/>
                <a:gd name="connsiteX756" fmla="*/ 316909 w 549933"/>
                <a:gd name="connsiteY756" fmla="*/ 451108 h 759650"/>
                <a:gd name="connsiteX757" fmla="*/ 316909 w 549933"/>
                <a:gd name="connsiteY757" fmla="*/ 451040 h 759650"/>
                <a:gd name="connsiteX758" fmla="*/ 316909 w 549933"/>
                <a:gd name="connsiteY758" fmla="*/ 449358 h 759650"/>
                <a:gd name="connsiteX759" fmla="*/ 316909 w 549933"/>
                <a:gd name="connsiteY759" fmla="*/ 447542 h 759650"/>
                <a:gd name="connsiteX760" fmla="*/ 316472 w 549933"/>
                <a:gd name="connsiteY760" fmla="*/ 446129 h 759650"/>
                <a:gd name="connsiteX761" fmla="*/ 314183 w 549933"/>
                <a:gd name="connsiteY761" fmla="*/ 444245 h 759650"/>
                <a:gd name="connsiteX762" fmla="*/ 313443 w 549933"/>
                <a:gd name="connsiteY762" fmla="*/ 444346 h 759650"/>
                <a:gd name="connsiteX763" fmla="*/ 312131 w 549933"/>
                <a:gd name="connsiteY763" fmla="*/ 444985 h 759650"/>
                <a:gd name="connsiteX764" fmla="*/ 310414 w 549933"/>
                <a:gd name="connsiteY764" fmla="*/ 445961 h 759650"/>
                <a:gd name="connsiteX765" fmla="*/ 307318 w 549933"/>
                <a:gd name="connsiteY765" fmla="*/ 446734 h 759650"/>
                <a:gd name="connsiteX766" fmla="*/ 302102 w 549933"/>
                <a:gd name="connsiteY766" fmla="*/ 446734 h 759650"/>
                <a:gd name="connsiteX767" fmla="*/ 298837 w 549933"/>
                <a:gd name="connsiteY767" fmla="*/ 446734 h 759650"/>
                <a:gd name="connsiteX768" fmla="*/ 296010 w 549933"/>
                <a:gd name="connsiteY768" fmla="*/ 445221 h 759650"/>
                <a:gd name="connsiteX769" fmla="*/ 290019 w 549933"/>
                <a:gd name="connsiteY769" fmla="*/ 440343 h 759650"/>
                <a:gd name="connsiteX770" fmla="*/ 287293 w 549933"/>
                <a:gd name="connsiteY770" fmla="*/ 438392 h 759650"/>
                <a:gd name="connsiteX771" fmla="*/ 283827 w 549933"/>
                <a:gd name="connsiteY771" fmla="*/ 435129 h 759650"/>
                <a:gd name="connsiteX772" fmla="*/ 281740 w 549933"/>
                <a:gd name="connsiteY772" fmla="*/ 431327 h 759650"/>
                <a:gd name="connsiteX773" fmla="*/ 281101 w 549933"/>
                <a:gd name="connsiteY773" fmla="*/ 425575 h 759650"/>
                <a:gd name="connsiteX774" fmla="*/ 280360 w 549933"/>
                <a:gd name="connsiteY774" fmla="*/ 421572 h 759650"/>
                <a:gd name="connsiteX775" fmla="*/ 280360 w 549933"/>
                <a:gd name="connsiteY775" fmla="*/ 415719 h 759650"/>
                <a:gd name="connsiteX776" fmla="*/ 281942 w 549933"/>
                <a:gd name="connsiteY776" fmla="*/ 413768 h 759650"/>
                <a:gd name="connsiteX777" fmla="*/ 286991 w 549933"/>
                <a:gd name="connsiteY777" fmla="*/ 410168 h 759650"/>
                <a:gd name="connsiteX778" fmla="*/ 291568 w 549933"/>
                <a:gd name="connsiteY778" fmla="*/ 408755 h 759650"/>
                <a:gd name="connsiteX779" fmla="*/ 294731 w 549933"/>
                <a:gd name="connsiteY779" fmla="*/ 406468 h 759650"/>
                <a:gd name="connsiteX780" fmla="*/ 298332 w 549933"/>
                <a:gd name="connsiteY780" fmla="*/ 404281 h 759650"/>
                <a:gd name="connsiteX781" fmla="*/ 301260 w 549933"/>
                <a:gd name="connsiteY781" fmla="*/ 402095 h 759650"/>
                <a:gd name="connsiteX782" fmla="*/ 303885 w 549933"/>
                <a:gd name="connsiteY782" fmla="*/ 399370 h 759650"/>
                <a:gd name="connsiteX783" fmla="*/ 303111 w 549933"/>
                <a:gd name="connsiteY783" fmla="*/ 397082 h 759650"/>
                <a:gd name="connsiteX784" fmla="*/ 300183 w 549933"/>
                <a:gd name="connsiteY784" fmla="*/ 395871 h 759650"/>
                <a:gd name="connsiteX785" fmla="*/ 294092 w 549933"/>
                <a:gd name="connsiteY785" fmla="*/ 392844 h 759650"/>
                <a:gd name="connsiteX786" fmla="*/ 290289 w 549933"/>
                <a:gd name="connsiteY786" fmla="*/ 389143 h 759650"/>
                <a:gd name="connsiteX787" fmla="*/ 289851 w 549933"/>
                <a:gd name="connsiteY787" fmla="*/ 385107 h 759650"/>
                <a:gd name="connsiteX788" fmla="*/ 291601 w 549933"/>
                <a:gd name="connsiteY788" fmla="*/ 382079 h 759650"/>
                <a:gd name="connsiteX789" fmla="*/ 292779 w 549933"/>
                <a:gd name="connsiteY789" fmla="*/ 378614 h 759650"/>
                <a:gd name="connsiteX790" fmla="*/ 290625 w 549933"/>
                <a:gd name="connsiteY790" fmla="*/ 375452 h 759650"/>
                <a:gd name="connsiteX791" fmla="*/ 284971 w 549933"/>
                <a:gd name="connsiteY791" fmla="*/ 371752 h 759650"/>
                <a:gd name="connsiteX792" fmla="*/ 284971 w 549933"/>
                <a:gd name="connsiteY792" fmla="*/ 368287 h 759650"/>
                <a:gd name="connsiteX793" fmla="*/ 287226 w 549933"/>
                <a:gd name="connsiteY793" fmla="*/ 365898 h 759650"/>
                <a:gd name="connsiteX794" fmla="*/ 291063 w 549933"/>
                <a:gd name="connsiteY794" fmla="*/ 362299 h 759650"/>
                <a:gd name="connsiteX795" fmla="*/ 290524 w 549933"/>
                <a:gd name="connsiteY795" fmla="*/ 357623 h 759650"/>
                <a:gd name="connsiteX796" fmla="*/ 288505 w 549933"/>
                <a:gd name="connsiteY796" fmla="*/ 354696 h 759650"/>
                <a:gd name="connsiteX797" fmla="*/ 287361 w 549933"/>
                <a:gd name="connsiteY797" fmla="*/ 352510 h 759650"/>
                <a:gd name="connsiteX798" fmla="*/ 287361 w 549933"/>
                <a:gd name="connsiteY798" fmla="*/ 350222 h 759650"/>
                <a:gd name="connsiteX799" fmla="*/ 287361 w 549933"/>
                <a:gd name="connsiteY799" fmla="*/ 347565 h 759650"/>
                <a:gd name="connsiteX800" fmla="*/ 287866 w 549933"/>
                <a:gd name="connsiteY800" fmla="*/ 344100 h 759650"/>
                <a:gd name="connsiteX801" fmla="*/ 289077 w 549933"/>
                <a:gd name="connsiteY801" fmla="*/ 341913 h 759650"/>
                <a:gd name="connsiteX802" fmla="*/ 290962 w 549933"/>
                <a:gd name="connsiteY802" fmla="*/ 338717 h 759650"/>
                <a:gd name="connsiteX803" fmla="*/ 292914 w 549933"/>
                <a:gd name="connsiteY803" fmla="*/ 337473 h 759650"/>
                <a:gd name="connsiteX804" fmla="*/ 294496 w 549933"/>
                <a:gd name="connsiteY804" fmla="*/ 335118 h 759650"/>
                <a:gd name="connsiteX805" fmla="*/ 295539 w 549933"/>
                <a:gd name="connsiteY805" fmla="*/ 333503 h 759650"/>
                <a:gd name="connsiteX806" fmla="*/ 296246 w 549933"/>
                <a:gd name="connsiteY806" fmla="*/ 331317 h 759650"/>
                <a:gd name="connsiteX807" fmla="*/ 296246 w 549933"/>
                <a:gd name="connsiteY807" fmla="*/ 329534 h 759650"/>
                <a:gd name="connsiteX808" fmla="*/ 296414 w 549933"/>
                <a:gd name="connsiteY808" fmla="*/ 327919 h 759650"/>
                <a:gd name="connsiteX809" fmla="*/ 296447 w 549933"/>
                <a:gd name="connsiteY809" fmla="*/ 326809 h 759650"/>
                <a:gd name="connsiteX810" fmla="*/ 296279 w 549933"/>
                <a:gd name="connsiteY810" fmla="*/ 325531 h 759650"/>
                <a:gd name="connsiteX811" fmla="*/ 296279 w 549933"/>
                <a:gd name="connsiteY811" fmla="*/ 324252 h 759650"/>
                <a:gd name="connsiteX812" fmla="*/ 297188 w 549933"/>
                <a:gd name="connsiteY812" fmla="*/ 323748 h 759650"/>
                <a:gd name="connsiteX813" fmla="*/ 298635 w 549933"/>
                <a:gd name="connsiteY813" fmla="*/ 323311 h 759650"/>
                <a:gd name="connsiteX814" fmla="*/ 300284 w 549933"/>
                <a:gd name="connsiteY814" fmla="*/ 323311 h 759650"/>
                <a:gd name="connsiteX815" fmla="*/ 301563 w 549933"/>
                <a:gd name="connsiteY815" fmla="*/ 324252 h 759650"/>
                <a:gd name="connsiteX816" fmla="*/ 303044 w 549933"/>
                <a:gd name="connsiteY816" fmla="*/ 325295 h 759650"/>
                <a:gd name="connsiteX817" fmla="*/ 303347 w 549933"/>
                <a:gd name="connsiteY817" fmla="*/ 326675 h 759650"/>
                <a:gd name="connsiteX818" fmla="*/ 303077 w 549933"/>
                <a:gd name="connsiteY818" fmla="*/ 328861 h 759650"/>
                <a:gd name="connsiteX819" fmla="*/ 302438 w 549933"/>
                <a:gd name="connsiteY819" fmla="*/ 331485 h 759650"/>
                <a:gd name="connsiteX820" fmla="*/ 301226 w 549933"/>
                <a:gd name="connsiteY820" fmla="*/ 333234 h 759650"/>
                <a:gd name="connsiteX821" fmla="*/ 300688 w 549933"/>
                <a:gd name="connsiteY821" fmla="*/ 335320 h 759650"/>
                <a:gd name="connsiteX822" fmla="*/ 301765 w 549933"/>
                <a:gd name="connsiteY822" fmla="*/ 336733 h 759650"/>
                <a:gd name="connsiteX823" fmla="*/ 305905 w 549933"/>
                <a:gd name="connsiteY823" fmla="*/ 338146 h 759650"/>
                <a:gd name="connsiteX824" fmla="*/ 309505 w 549933"/>
                <a:gd name="connsiteY824" fmla="*/ 337944 h 759650"/>
                <a:gd name="connsiteX825" fmla="*/ 312871 w 549933"/>
                <a:gd name="connsiteY825" fmla="*/ 340534 h 759650"/>
                <a:gd name="connsiteX826" fmla="*/ 315900 w 549933"/>
                <a:gd name="connsiteY826" fmla="*/ 341947 h 759650"/>
                <a:gd name="connsiteX827" fmla="*/ 318828 w 549933"/>
                <a:gd name="connsiteY827" fmla="*/ 340736 h 759650"/>
                <a:gd name="connsiteX828" fmla="*/ 319703 w 549933"/>
                <a:gd name="connsiteY828" fmla="*/ 337809 h 759650"/>
                <a:gd name="connsiteX829" fmla="*/ 320679 w 549933"/>
                <a:gd name="connsiteY829" fmla="*/ 333571 h 759650"/>
                <a:gd name="connsiteX830" fmla="*/ 319804 w 549933"/>
                <a:gd name="connsiteY830" fmla="*/ 329870 h 759650"/>
                <a:gd name="connsiteX831" fmla="*/ 318390 w 549933"/>
                <a:gd name="connsiteY831" fmla="*/ 328457 h 759650"/>
                <a:gd name="connsiteX832" fmla="*/ 315126 w 549933"/>
                <a:gd name="connsiteY832" fmla="*/ 328020 h 759650"/>
                <a:gd name="connsiteX833" fmla="*/ 311659 w 549933"/>
                <a:gd name="connsiteY833" fmla="*/ 326271 h 759650"/>
                <a:gd name="connsiteX834" fmla="*/ 313712 w 549933"/>
                <a:gd name="connsiteY834" fmla="*/ 323445 h 759650"/>
                <a:gd name="connsiteX835" fmla="*/ 316001 w 549933"/>
                <a:gd name="connsiteY835" fmla="*/ 320586 h 759650"/>
                <a:gd name="connsiteX836" fmla="*/ 318054 w 549933"/>
                <a:gd name="connsiteY836" fmla="*/ 319644 h 759650"/>
                <a:gd name="connsiteX837" fmla="*/ 321116 w 549933"/>
                <a:gd name="connsiteY837" fmla="*/ 319307 h 759650"/>
                <a:gd name="connsiteX838" fmla="*/ 323068 w 549933"/>
                <a:gd name="connsiteY838" fmla="*/ 317895 h 759650"/>
                <a:gd name="connsiteX839" fmla="*/ 322967 w 549933"/>
                <a:gd name="connsiteY839" fmla="*/ 315708 h 759650"/>
                <a:gd name="connsiteX840" fmla="*/ 321116 w 549933"/>
                <a:gd name="connsiteY840" fmla="*/ 313118 h 759650"/>
                <a:gd name="connsiteX841" fmla="*/ 319164 w 549933"/>
                <a:gd name="connsiteY841" fmla="*/ 312344 h 759650"/>
                <a:gd name="connsiteX842" fmla="*/ 315361 w 549933"/>
                <a:gd name="connsiteY842" fmla="*/ 311469 h 759650"/>
                <a:gd name="connsiteX843" fmla="*/ 314385 w 549933"/>
                <a:gd name="connsiteY843" fmla="*/ 308206 h 759650"/>
                <a:gd name="connsiteX844" fmla="*/ 312534 w 549933"/>
                <a:gd name="connsiteY844" fmla="*/ 302118 h 759650"/>
                <a:gd name="connsiteX845" fmla="*/ 313174 w 549933"/>
                <a:gd name="connsiteY845" fmla="*/ 298215 h 759650"/>
                <a:gd name="connsiteX846" fmla="*/ 314049 w 549933"/>
                <a:gd name="connsiteY846" fmla="*/ 293539 h 759650"/>
                <a:gd name="connsiteX847" fmla="*/ 315462 w 549933"/>
                <a:gd name="connsiteY847" fmla="*/ 291689 h 759650"/>
                <a:gd name="connsiteX848" fmla="*/ 319501 w 549933"/>
                <a:gd name="connsiteY848" fmla="*/ 291588 h 759650"/>
                <a:gd name="connsiteX849" fmla="*/ 321015 w 549933"/>
                <a:gd name="connsiteY849" fmla="*/ 290949 h 759650"/>
                <a:gd name="connsiteX850" fmla="*/ 322092 w 549933"/>
                <a:gd name="connsiteY850" fmla="*/ 287720 h 759650"/>
                <a:gd name="connsiteX851" fmla="*/ 322092 w 549933"/>
                <a:gd name="connsiteY851" fmla="*/ 286509 h 759650"/>
                <a:gd name="connsiteX852" fmla="*/ 322597 w 549933"/>
                <a:gd name="connsiteY852" fmla="*/ 284457 h 759650"/>
                <a:gd name="connsiteX853" fmla="*/ 323304 w 549933"/>
                <a:gd name="connsiteY853" fmla="*/ 283380 h 759650"/>
                <a:gd name="connsiteX854" fmla="*/ 325693 w 549933"/>
                <a:gd name="connsiteY854" fmla="*/ 282405 h 759650"/>
                <a:gd name="connsiteX855" fmla="*/ 327342 w 549933"/>
                <a:gd name="connsiteY855" fmla="*/ 280218 h 759650"/>
                <a:gd name="connsiteX856" fmla="*/ 329934 w 549933"/>
                <a:gd name="connsiteY856" fmla="*/ 277493 h 759650"/>
                <a:gd name="connsiteX857" fmla="*/ 332559 w 549933"/>
                <a:gd name="connsiteY857" fmla="*/ 273894 h 759650"/>
                <a:gd name="connsiteX858" fmla="*/ 332559 w 549933"/>
                <a:gd name="connsiteY858" fmla="*/ 269857 h 759650"/>
                <a:gd name="connsiteX859" fmla="*/ 337136 w 549933"/>
                <a:gd name="connsiteY859" fmla="*/ 267570 h 759650"/>
                <a:gd name="connsiteX860" fmla="*/ 341040 w 549933"/>
                <a:gd name="connsiteY860" fmla="*/ 264408 h 759650"/>
                <a:gd name="connsiteX861" fmla="*/ 348208 w 549933"/>
                <a:gd name="connsiteY861" fmla="*/ 266998 h 759650"/>
                <a:gd name="connsiteX862" fmla="*/ 349622 w 549933"/>
                <a:gd name="connsiteY862" fmla="*/ 268310 h 759650"/>
                <a:gd name="connsiteX863" fmla="*/ 352180 w 549933"/>
                <a:gd name="connsiteY863" fmla="*/ 269655 h 759650"/>
                <a:gd name="connsiteX864" fmla="*/ 353929 w 549933"/>
                <a:gd name="connsiteY864" fmla="*/ 274062 h 759650"/>
                <a:gd name="connsiteX865" fmla="*/ 356992 w 549933"/>
                <a:gd name="connsiteY865" fmla="*/ 276383 h 759650"/>
                <a:gd name="connsiteX866" fmla="*/ 358742 w 549933"/>
                <a:gd name="connsiteY866" fmla="*/ 275845 h 759650"/>
                <a:gd name="connsiteX867" fmla="*/ 361603 w 549933"/>
                <a:gd name="connsiteY867" fmla="*/ 272582 h 759650"/>
                <a:gd name="connsiteX868" fmla="*/ 366281 w 549933"/>
                <a:gd name="connsiteY868" fmla="*/ 272582 h 759650"/>
                <a:gd name="connsiteX869" fmla="*/ 368232 w 549933"/>
                <a:gd name="connsiteY869" fmla="*/ 274264 h 759650"/>
                <a:gd name="connsiteX870" fmla="*/ 368838 w 549933"/>
                <a:gd name="connsiteY870" fmla="*/ 276316 h 759650"/>
                <a:gd name="connsiteX871" fmla="*/ 368300 w 549933"/>
                <a:gd name="connsiteY871" fmla="*/ 281261 h 759650"/>
                <a:gd name="connsiteX872" fmla="*/ 365204 w 549933"/>
                <a:gd name="connsiteY872" fmla="*/ 281631 h 759650"/>
                <a:gd name="connsiteX873" fmla="*/ 362579 w 549933"/>
                <a:gd name="connsiteY873" fmla="*/ 283414 h 759650"/>
                <a:gd name="connsiteX874" fmla="*/ 361872 w 549933"/>
                <a:gd name="connsiteY874" fmla="*/ 285029 h 759650"/>
                <a:gd name="connsiteX875" fmla="*/ 364733 w 549933"/>
                <a:gd name="connsiteY875" fmla="*/ 286711 h 759650"/>
                <a:gd name="connsiteX876" fmla="*/ 366045 w 549933"/>
                <a:gd name="connsiteY876" fmla="*/ 286711 h 759650"/>
                <a:gd name="connsiteX877" fmla="*/ 369209 w 549933"/>
                <a:gd name="connsiteY877" fmla="*/ 287148 h 759650"/>
                <a:gd name="connsiteX878" fmla="*/ 369983 w 549933"/>
                <a:gd name="connsiteY878" fmla="*/ 288224 h 759650"/>
                <a:gd name="connsiteX879" fmla="*/ 368906 w 549933"/>
                <a:gd name="connsiteY879" fmla="*/ 289402 h 759650"/>
                <a:gd name="connsiteX880" fmla="*/ 368266 w 549933"/>
                <a:gd name="connsiteY880" fmla="*/ 290747 h 759650"/>
                <a:gd name="connsiteX881" fmla="*/ 368973 w 549933"/>
                <a:gd name="connsiteY881" fmla="*/ 292059 h 759650"/>
                <a:gd name="connsiteX882" fmla="*/ 370555 w 549933"/>
                <a:gd name="connsiteY882" fmla="*/ 292934 h 759650"/>
                <a:gd name="connsiteX883" fmla="*/ 372305 w 549933"/>
                <a:gd name="connsiteY883" fmla="*/ 294010 h 759650"/>
                <a:gd name="connsiteX884" fmla="*/ 372944 w 549933"/>
                <a:gd name="connsiteY884" fmla="*/ 296231 h 759650"/>
                <a:gd name="connsiteX885" fmla="*/ 372170 w 549933"/>
                <a:gd name="connsiteY885" fmla="*/ 297879 h 759650"/>
                <a:gd name="connsiteX886" fmla="*/ 371497 w 549933"/>
                <a:gd name="connsiteY886" fmla="*/ 298585 h 759650"/>
                <a:gd name="connsiteX887" fmla="*/ 370420 w 549933"/>
                <a:gd name="connsiteY887" fmla="*/ 299292 h 759650"/>
                <a:gd name="connsiteX888" fmla="*/ 368232 w 549933"/>
                <a:gd name="connsiteY888" fmla="*/ 299090 h 759650"/>
                <a:gd name="connsiteX889" fmla="*/ 367862 w 549933"/>
                <a:gd name="connsiteY889" fmla="*/ 297711 h 759650"/>
                <a:gd name="connsiteX890" fmla="*/ 366483 w 549933"/>
                <a:gd name="connsiteY890" fmla="*/ 297139 h 759650"/>
                <a:gd name="connsiteX891" fmla="*/ 364665 w 549933"/>
                <a:gd name="connsiteY891" fmla="*/ 297139 h 759650"/>
                <a:gd name="connsiteX892" fmla="*/ 362780 w 549933"/>
                <a:gd name="connsiteY892" fmla="*/ 297004 h 759650"/>
                <a:gd name="connsiteX893" fmla="*/ 362209 w 549933"/>
                <a:gd name="connsiteY893" fmla="*/ 298148 h 759650"/>
                <a:gd name="connsiteX894" fmla="*/ 361131 w 549933"/>
                <a:gd name="connsiteY894" fmla="*/ 299157 h 759650"/>
                <a:gd name="connsiteX895" fmla="*/ 358439 w 549933"/>
                <a:gd name="connsiteY895" fmla="*/ 299292 h 759650"/>
                <a:gd name="connsiteX896" fmla="*/ 356554 w 549933"/>
                <a:gd name="connsiteY896" fmla="*/ 298552 h 759650"/>
                <a:gd name="connsiteX897" fmla="*/ 354804 w 549933"/>
                <a:gd name="connsiteY897" fmla="*/ 298047 h 759650"/>
                <a:gd name="connsiteX898" fmla="*/ 353929 w 549933"/>
                <a:gd name="connsiteY898" fmla="*/ 297408 h 759650"/>
                <a:gd name="connsiteX899" fmla="*/ 352112 w 549933"/>
                <a:gd name="connsiteY899" fmla="*/ 296096 h 759650"/>
                <a:gd name="connsiteX900" fmla="*/ 350800 w 549933"/>
                <a:gd name="connsiteY900" fmla="*/ 295356 h 759650"/>
                <a:gd name="connsiteX901" fmla="*/ 350295 w 549933"/>
                <a:gd name="connsiteY901" fmla="*/ 295356 h 759650"/>
                <a:gd name="connsiteX902" fmla="*/ 349050 w 549933"/>
                <a:gd name="connsiteY902" fmla="*/ 296062 h 759650"/>
                <a:gd name="connsiteX903" fmla="*/ 348107 w 549933"/>
                <a:gd name="connsiteY903" fmla="*/ 296836 h 759650"/>
                <a:gd name="connsiteX904" fmla="*/ 348174 w 549933"/>
                <a:gd name="connsiteY904" fmla="*/ 297980 h 759650"/>
                <a:gd name="connsiteX905" fmla="*/ 348174 w 549933"/>
                <a:gd name="connsiteY905" fmla="*/ 299359 h 759650"/>
                <a:gd name="connsiteX906" fmla="*/ 347905 w 549933"/>
                <a:gd name="connsiteY906" fmla="*/ 301041 h 759650"/>
                <a:gd name="connsiteX907" fmla="*/ 347535 w 549933"/>
                <a:gd name="connsiteY907" fmla="*/ 304304 h 759650"/>
                <a:gd name="connsiteX908" fmla="*/ 347535 w 549933"/>
                <a:gd name="connsiteY908" fmla="*/ 306053 h 759650"/>
                <a:gd name="connsiteX909" fmla="*/ 349487 w 549933"/>
                <a:gd name="connsiteY909" fmla="*/ 308442 h 759650"/>
                <a:gd name="connsiteX910" fmla="*/ 351675 w 549933"/>
                <a:gd name="connsiteY910" fmla="*/ 310191 h 759650"/>
                <a:gd name="connsiteX911" fmla="*/ 351675 w 549933"/>
                <a:gd name="connsiteY911" fmla="*/ 315405 h 759650"/>
                <a:gd name="connsiteX912" fmla="*/ 351675 w 549933"/>
                <a:gd name="connsiteY912" fmla="*/ 316919 h 759650"/>
                <a:gd name="connsiteX913" fmla="*/ 355141 w 549933"/>
                <a:gd name="connsiteY913" fmla="*/ 320619 h 759650"/>
                <a:gd name="connsiteX914" fmla="*/ 355141 w 549933"/>
                <a:gd name="connsiteY914" fmla="*/ 324522 h 759650"/>
                <a:gd name="connsiteX915" fmla="*/ 356218 w 549933"/>
                <a:gd name="connsiteY915" fmla="*/ 328155 h 759650"/>
                <a:gd name="connsiteX916" fmla="*/ 361064 w 549933"/>
                <a:gd name="connsiteY916" fmla="*/ 328155 h 759650"/>
                <a:gd name="connsiteX917" fmla="*/ 361636 w 549933"/>
                <a:gd name="connsiteY917" fmla="*/ 330913 h 759650"/>
                <a:gd name="connsiteX918" fmla="*/ 361064 w 549933"/>
                <a:gd name="connsiteY918" fmla="*/ 334378 h 759650"/>
                <a:gd name="connsiteX919" fmla="*/ 360357 w 549933"/>
                <a:gd name="connsiteY919" fmla="*/ 334513 h 759650"/>
                <a:gd name="connsiteX920" fmla="*/ 360357 w 549933"/>
                <a:gd name="connsiteY920" fmla="*/ 339861 h 759650"/>
                <a:gd name="connsiteX921" fmla="*/ 361737 w 549933"/>
                <a:gd name="connsiteY921" fmla="*/ 342317 h 759650"/>
                <a:gd name="connsiteX922" fmla="*/ 363858 w 549933"/>
                <a:gd name="connsiteY922" fmla="*/ 343461 h 759650"/>
                <a:gd name="connsiteX923" fmla="*/ 365608 w 549933"/>
                <a:gd name="connsiteY923" fmla="*/ 343158 h 759650"/>
                <a:gd name="connsiteX924" fmla="*/ 365608 w 549933"/>
                <a:gd name="connsiteY924" fmla="*/ 341140 h 759650"/>
                <a:gd name="connsiteX925" fmla="*/ 368502 w 549933"/>
                <a:gd name="connsiteY925" fmla="*/ 338818 h 759650"/>
                <a:gd name="connsiteX926" fmla="*/ 372137 w 549933"/>
                <a:gd name="connsiteY926" fmla="*/ 335051 h 759650"/>
                <a:gd name="connsiteX927" fmla="*/ 376209 w 549933"/>
                <a:gd name="connsiteY927" fmla="*/ 334344 h 759650"/>
                <a:gd name="connsiteX928" fmla="*/ 383007 w 549933"/>
                <a:gd name="connsiteY928" fmla="*/ 335791 h 759650"/>
                <a:gd name="connsiteX929" fmla="*/ 384454 w 549933"/>
                <a:gd name="connsiteY929" fmla="*/ 337977 h 759650"/>
                <a:gd name="connsiteX930" fmla="*/ 386642 w 549933"/>
                <a:gd name="connsiteY930" fmla="*/ 340870 h 759650"/>
                <a:gd name="connsiteX931" fmla="*/ 386339 w 549933"/>
                <a:gd name="connsiteY931" fmla="*/ 345345 h 759650"/>
                <a:gd name="connsiteX932" fmla="*/ 385464 w 549933"/>
                <a:gd name="connsiteY932" fmla="*/ 347666 h 759650"/>
                <a:gd name="connsiteX933" fmla="*/ 386372 w 549933"/>
                <a:gd name="connsiteY933" fmla="*/ 349819 h 759650"/>
                <a:gd name="connsiteX934" fmla="*/ 385497 w 549933"/>
                <a:gd name="connsiteY934" fmla="*/ 351770 h 759650"/>
                <a:gd name="connsiteX935" fmla="*/ 384959 w 549933"/>
                <a:gd name="connsiteY935" fmla="*/ 353822 h 759650"/>
                <a:gd name="connsiteX936" fmla="*/ 383007 w 549933"/>
                <a:gd name="connsiteY936" fmla="*/ 355335 h 759650"/>
                <a:gd name="connsiteX937" fmla="*/ 383007 w 549933"/>
                <a:gd name="connsiteY937" fmla="*/ 359675 h 759650"/>
                <a:gd name="connsiteX938" fmla="*/ 386036 w 549933"/>
                <a:gd name="connsiteY938" fmla="*/ 360651 h 759650"/>
                <a:gd name="connsiteX939" fmla="*/ 388863 w 549933"/>
                <a:gd name="connsiteY939" fmla="*/ 360112 h 759650"/>
                <a:gd name="connsiteX940" fmla="*/ 391017 w 549933"/>
                <a:gd name="connsiteY940" fmla="*/ 358901 h 759650"/>
                <a:gd name="connsiteX941" fmla="*/ 394281 w 549933"/>
                <a:gd name="connsiteY941" fmla="*/ 359675 h 759650"/>
                <a:gd name="connsiteX942" fmla="*/ 394281 w 549933"/>
                <a:gd name="connsiteY942" fmla="*/ 361525 h 759650"/>
                <a:gd name="connsiteX943" fmla="*/ 394281 w 549933"/>
                <a:gd name="connsiteY943" fmla="*/ 363174 h 759650"/>
                <a:gd name="connsiteX944" fmla="*/ 396570 w 549933"/>
                <a:gd name="connsiteY944" fmla="*/ 363174 h 759650"/>
                <a:gd name="connsiteX945" fmla="*/ 398522 w 549933"/>
                <a:gd name="connsiteY945" fmla="*/ 364485 h 759650"/>
                <a:gd name="connsiteX946" fmla="*/ 400373 w 549933"/>
                <a:gd name="connsiteY946" fmla="*/ 366773 h 759650"/>
                <a:gd name="connsiteX947" fmla="*/ 400373 w 549933"/>
                <a:gd name="connsiteY947" fmla="*/ 369262 h 759650"/>
                <a:gd name="connsiteX948" fmla="*/ 400373 w 549933"/>
                <a:gd name="connsiteY948" fmla="*/ 373030 h 759650"/>
                <a:gd name="connsiteX949" fmla="*/ 398926 w 549933"/>
                <a:gd name="connsiteY949" fmla="*/ 376461 h 759650"/>
                <a:gd name="connsiteX950" fmla="*/ 398219 w 549933"/>
                <a:gd name="connsiteY950" fmla="*/ 377470 h 759650"/>
                <a:gd name="connsiteX951" fmla="*/ 396200 w 549933"/>
                <a:gd name="connsiteY951" fmla="*/ 378715 h 759650"/>
                <a:gd name="connsiteX952" fmla="*/ 391757 w 549933"/>
                <a:gd name="connsiteY952" fmla="*/ 379287 h 759650"/>
                <a:gd name="connsiteX953" fmla="*/ 390310 w 549933"/>
                <a:gd name="connsiteY953" fmla="*/ 381473 h 759650"/>
                <a:gd name="connsiteX954" fmla="*/ 389940 w 549933"/>
                <a:gd name="connsiteY954" fmla="*/ 382012 h 759650"/>
                <a:gd name="connsiteX955" fmla="*/ 395459 w 549933"/>
                <a:gd name="connsiteY955" fmla="*/ 382718 h 759650"/>
                <a:gd name="connsiteX956" fmla="*/ 401551 w 549933"/>
                <a:gd name="connsiteY956" fmla="*/ 377134 h 759650"/>
                <a:gd name="connsiteX957" fmla="*/ 406464 w 549933"/>
                <a:gd name="connsiteY957" fmla="*/ 377134 h 759650"/>
                <a:gd name="connsiteX958" fmla="*/ 410099 w 549933"/>
                <a:gd name="connsiteY958" fmla="*/ 381339 h 759650"/>
                <a:gd name="connsiteX959" fmla="*/ 411412 w 549933"/>
                <a:gd name="connsiteY959" fmla="*/ 389446 h 759650"/>
                <a:gd name="connsiteX960" fmla="*/ 417368 w 549933"/>
                <a:gd name="connsiteY960" fmla="*/ 394223 h 759650"/>
                <a:gd name="connsiteX961" fmla="*/ 423022 w 549933"/>
                <a:gd name="connsiteY961" fmla="*/ 395972 h 759650"/>
                <a:gd name="connsiteX962" fmla="*/ 427499 w 549933"/>
                <a:gd name="connsiteY962" fmla="*/ 394828 h 759650"/>
                <a:gd name="connsiteX963" fmla="*/ 430830 w 549933"/>
                <a:gd name="connsiteY963" fmla="*/ 393079 h 759650"/>
                <a:gd name="connsiteX964" fmla="*/ 434902 w 549933"/>
                <a:gd name="connsiteY964" fmla="*/ 388874 h 759650"/>
                <a:gd name="connsiteX965" fmla="*/ 438672 w 549933"/>
                <a:gd name="connsiteY965" fmla="*/ 385409 h 759650"/>
                <a:gd name="connsiteX966" fmla="*/ 442306 w 549933"/>
                <a:gd name="connsiteY966" fmla="*/ 383525 h 759650"/>
                <a:gd name="connsiteX967" fmla="*/ 447658 w 549933"/>
                <a:gd name="connsiteY967" fmla="*/ 380195 h 759650"/>
                <a:gd name="connsiteX968" fmla="*/ 454893 w 549933"/>
                <a:gd name="connsiteY968" fmla="*/ 380498 h 759650"/>
                <a:gd name="connsiteX969" fmla="*/ 463004 w 549933"/>
                <a:gd name="connsiteY969" fmla="*/ 380632 h 759650"/>
                <a:gd name="connsiteX970" fmla="*/ 467345 w 549933"/>
                <a:gd name="connsiteY970" fmla="*/ 380632 h 759650"/>
                <a:gd name="connsiteX971" fmla="*/ 470980 w 549933"/>
                <a:gd name="connsiteY971" fmla="*/ 378311 h 759650"/>
                <a:gd name="connsiteX972" fmla="*/ 473673 w 549933"/>
                <a:gd name="connsiteY972" fmla="*/ 377874 h 759650"/>
                <a:gd name="connsiteX973" fmla="*/ 475187 w 549933"/>
                <a:gd name="connsiteY973" fmla="*/ 380632 h 759650"/>
                <a:gd name="connsiteX974" fmla="*/ 475187 w 549933"/>
                <a:gd name="connsiteY974" fmla="*/ 383223 h 759650"/>
                <a:gd name="connsiteX975" fmla="*/ 473571 w 549933"/>
                <a:gd name="connsiteY975" fmla="*/ 384669 h 759650"/>
                <a:gd name="connsiteX976" fmla="*/ 475187 w 549933"/>
                <a:gd name="connsiteY976" fmla="*/ 385107 h 759650"/>
                <a:gd name="connsiteX977" fmla="*/ 478384 w 549933"/>
                <a:gd name="connsiteY977" fmla="*/ 384535 h 759650"/>
                <a:gd name="connsiteX978" fmla="*/ 480269 w 549933"/>
                <a:gd name="connsiteY978" fmla="*/ 381507 h 759650"/>
                <a:gd name="connsiteX979" fmla="*/ 481278 w 549933"/>
                <a:gd name="connsiteY979" fmla="*/ 379186 h 759650"/>
                <a:gd name="connsiteX980" fmla="*/ 482288 w 549933"/>
                <a:gd name="connsiteY980" fmla="*/ 377168 h 759650"/>
                <a:gd name="connsiteX981" fmla="*/ 483163 w 549933"/>
                <a:gd name="connsiteY981" fmla="*/ 375149 h 759650"/>
                <a:gd name="connsiteX982" fmla="*/ 484307 w 549933"/>
                <a:gd name="connsiteY982" fmla="*/ 372828 h 759650"/>
                <a:gd name="connsiteX983" fmla="*/ 485317 w 549933"/>
                <a:gd name="connsiteY983" fmla="*/ 370070 h 759650"/>
                <a:gd name="connsiteX984" fmla="*/ 485889 w 549933"/>
                <a:gd name="connsiteY984" fmla="*/ 367311 h 759650"/>
                <a:gd name="connsiteX985" fmla="*/ 486764 w 549933"/>
                <a:gd name="connsiteY985" fmla="*/ 365293 h 759650"/>
                <a:gd name="connsiteX986" fmla="*/ 488514 w 549933"/>
                <a:gd name="connsiteY986" fmla="*/ 363846 h 759650"/>
                <a:gd name="connsiteX987" fmla="*/ 491274 w 549933"/>
                <a:gd name="connsiteY987" fmla="*/ 359372 h 759650"/>
                <a:gd name="connsiteX988" fmla="*/ 493024 w 549933"/>
                <a:gd name="connsiteY988" fmla="*/ 356008 h 759650"/>
                <a:gd name="connsiteX989" fmla="*/ 493966 w 549933"/>
                <a:gd name="connsiteY989" fmla="*/ 353586 h 759650"/>
                <a:gd name="connsiteX990" fmla="*/ 496053 w 549933"/>
                <a:gd name="connsiteY990" fmla="*/ 349516 h 759650"/>
                <a:gd name="connsiteX991" fmla="*/ 496053 w 549933"/>
                <a:gd name="connsiteY991" fmla="*/ 346757 h 759650"/>
                <a:gd name="connsiteX992" fmla="*/ 496928 w 549933"/>
                <a:gd name="connsiteY992" fmla="*/ 341409 h 759650"/>
                <a:gd name="connsiteX993" fmla="*/ 495918 w 549933"/>
                <a:gd name="connsiteY993" fmla="*/ 335892 h 759650"/>
                <a:gd name="connsiteX994" fmla="*/ 493293 w 549933"/>
                <a:gd name="connsiteY994" fmla="*/ 332999 h 759650"/>
                <a:gd name="connsiteX995" fmla="*/ 492553 w 549933"/>
                <a:gd name="connsiteY995" fmla="*/ 330106 h 759650"/>
                <a:gd name="connsiteX996" fmla="*/ 494875 w 549933"/>
                <a:gd name="connsiteY996" fmla="*/ 327919 h 759650"/>
                <a:gd name="connsiteX997" fmla="*/ 499519 w 549933"/>
                <a:gd name="connsiteY997" fmla="*/ 324454 h 759650"/>
                <a:gd name="connsiteX998" fmla="*/ 501707 w 549933"/>
                <a:gd name="connsiteY998" fmla="*/ 320384 h 759650"/>
                <a:gd name="connsiteX999" fmla="*/ 502582 w 549933"/>
                <a:gd name="connsiteY999" fmla="*/ 316347 h 759650"/>
                <a:gd name="connsiteX1000" fmla="*/ 504601 w 549933"/>
                <a:gd name="connsiteY1000" fmla="*/ 313454 h 759650"/>
                <a:gd name="connsiteX1001" fmla="*/ 506755 w 549933"/>
                <a:gd name="connsiteY1001" fmla="*/ 311268 h 759650"/>
                <a:gd name="connsiteX1002" fmla="*/ 509212 w 549933"/>
                <a:gd name="connsiteY1002" fmla="*/ 309081 h 759650"/>
                <a:gd name="connsiteX1003" fmla="*/ 512409 w 549933"/>
                <a:gd name="connsiteY1003" fmla="*/ 307769 h 759650"/>
                <a:gd name="connsiteX1004" fmla="*/ 515034 w 549933"/>
                <a:gd name="connsiteY1004" fmla="*/ 302858 h 759650"/>
                <a:gd name="connsiteX1005" fmla="*/ 517221 w 549933"/>
                <a:gd name="connsiteY1005" fmla="*/ 300099 h 759650"/>
                <a:gd name="connsiteX1006" fmla="*/ 520688 w 549933"/>
                <a:gd name="connsiteY1006" fmla="*/ 295020 h 759650"/>
                <a:gd name="connsiteX1007" fmla="*/ 523448 w 549933"/>
                <a:gd name="connsiteY1007" fmla="*/ 293573 h 759650"/>
                <a:gd name="connsiteX1008" fmla="*/ 526780 w 549933"/>
                <a:gd name="connsiteY1008" fmla="*/ 291992 h 759650"/>
                <a:gd name="connsiteX1009" fmla="*/ 529404 w 549933"/>
                <a:gd name="connsiteY1009" fmla="*/ 290983 h 759650"/>
                <a:gd name="connsiteX1010" fmla="*/ 533881 w 549933"/>
                <a:gd name="connsiteY1010" fmla="*/ 287653 h 759650"/>
                <a:gd name="connsiteX1011" fmla="*/ 539232 w 549933"/>
                <a:gd name="connsiteY1011" fmla="*/ 285197 h 759650"/>
                <a:gd name="connsiteX1012" fmla="*/ 543136 w 549933"/>
                <a:gd name="connsiteY1012" fmla="*/ 280992 h 759650"/>
                <a:gd name="connsiteX1013" fmla="*/ 547847 w 549933"/>
                <a:gd name="connsiteY1013" fmla="*/ 277796 h 759650"/>
                <a:gd name="connsiteX1014" fmla="*/ 549934 w 549933"/>
                <a:gd name="connsiteY1014" fmla="*/ 276484 h 759650"/>
                <a:gd name="connsiteX1015" fmla="*/ 549934 w 549933"/>
                <a:gd name="connsiteY1015" fmla="*/ 273726 h 759650"/>
                <a:gd name="connsiteX1016" fmla="*/ 547410 w 549933"/>
                <a:gd name="connsiteY1016" fmla="*/ 270059 h 759650"/>
                <a:gd name="connsiteX1017" fmla="*/ 340299 w 549933"/>
                <a:gd name="connsiteY1017" fmla="*/ 224645 h 759650"/>
                <a:gd name="connsiteX1018" fmla="*/ 338718 w 549933"/>
                <a:gd name="connsiteY1018" fmla="*/ 226025 h 759650"/>
                <a:gd name="connsiteX1019" fmla="*/ 337270 w 549933"/>
                <a:gd name="connsiteY1019" fmla="*/ 226462 h 759650"/>
                <a:gd name="connsiteX1020" fmla="*/ 335621 w 549933"/>
                <a:gd name="connsiteY1020" fmla="*/ 226159 h 759650"/>
                <a:gd name="connsiteX1021" fmla="*/ 333905 w 549933"/>
                <a:gd name="connsiteY1021" fmla="*/ 225957 h 759650"/>
                <a:gd name="connsiteX1022" fmla="*/ 332761 w 549933"/>
                <a:gd name="connsiteY1022" fmla="*/ 226832 h 759650"/>
                <a:gd name="connsiteX1023" fmla="*/ 332761 w 549933"/>
                <a:gd name="connsiteY1023" fmla="*/ 229961 h 759650"/>
                <a:gd name="connsiteX1024" fmla="*/ 332963 w 549933"/>
                <a:gd name="connsiteY1024" fmla="*/ 230970 h 759650"/>
                <a:gd name="connsiteX1025" fmla="*/ 332189 w 549933"/>
                <a:gd name="connsiteY1025" fmla="*/ 232416 h 759650"/>
                <a:gd name="connsiteX1026" fmla="*/ 329799 w 549933"/>
                <a:gd name="connsiteY1026" fmla="*/ 232921 h 759650"/>
                <a:gd name="connsiteX1027" fmla="*/ 328116 w 549933"/>
                <a:gd name="connsiteY1027" fmla="*/ 232349 h 759650"/>
                <a:gd name="connsiteX1028" fmla="*/ 325087 w 549933"/>
                <a:gd name="connsiteY1028" fmla="*/ 232046 h 759650"/>
                <a:gd name="connsiteX1029" fmla="*/ 322698 w 549933"/>
                <a:gd name="connsiteY1029" fmla="*/ 230364 h 759650"/>
                <a:gd name="connsiteX1030" fmla="*/ 319232 w 549933"/>
                <a:gd name="connsiteY1030" fmla="*/ 231104 h 759650"/>
                <a:gd name="connsiteX1031" fmla="*/ 317280 w 549933"/>
                <a:gd name="connsiteY1031" fmla="*/ 233997 h 759650"/>
                <a:gd name="connsiteX1032" fmla="*/ 314957 w 549933"/>
                <a:gd name="connsiteY1032" fmla="*/ 238404 h 759650"/>
                <a:gd name="connsiteX1033" fmla="*/ 316337 w 549933"/>
                <a:gd name="connsiteY1033" fmla="*/ 240927 h 759650"/>
                <a:gd name="connsiteX1034" fmla="*/ 319972 w 549933"/>
                <a:gd name="connsiteY1034" fmla="*/ 243383 h 759650"/>
                <a:gd name="connsiteX1035" fmla="*/ 320039 w 549933"/>
                <a:gd name="connsiteY1035" fmla="*/ 244627 h 759650"/>
                <a:gd name="connsiteX1036" fmla="*/ 316977 w 549933"/>
                <a:gd name="connsiteY1036" fmla="*/ 246881 h 759650"/>
                <a:gd name="connsiteX1037" fmla="*/ 316102 w 549933"/>
                <a:gd name="connsiteY1037" fmla="*/ 249270 h 759650"/>
                <a:gd name="connsiteX1038" fmla="*/ 316977 w 549933"/>
                <a:gd name="connsiteY1038" fmla="*/ 251961 h 759650"/>
                <a:gd name="connsiteX1039" fmla="*/ 318996 w 549933"/>
                <a:gd name="connsiteY1039" fmla="*/ 253475 h 759650"/>
                <a:gd name="connsiteX1040" fmla="*/ 320679 w 549933"/>
                <a:gd name="connsiteY1040" fmla="*/ 255056 h 759650"/>
                <a:gd name="connsiteX1041" fmla="*/ 320712 w 549933"/>
                <a:gd name="connsiteY1041" fmla="*/ 255998 h 759650"/>
                <a:gd name="connsiteX1042" fmla="*/ 320612 w 549933"/>
                <a:gd name="connsiteY1042" fmla="*/ 257074 h 759650"/>
                <a:gd name="connsiteX1043" fmla="*/ 320612 w 549933"/>
                <a:gd name="connsiteY1043" fmla="*/ 259463 h 759650"/>
                <a:gd name="connsiteX1044" fmla="*/ 321756 w 549933"/>
                <a:gd name="connsiteY1044" fmla="*/ 260270 h 759650"/>
                <a:gd name="connsiteX1045" fmla="*/ 323438 w 549933"/>
                <a:gd name="connsiteY1045" fmla="*/ 262288 h 759650"/>
                <a:gd name="connsiteX1046" fmla="*/ 325189 w 549933"/>
                <a:gd name="connsiteY1046" fmla="*/ 263735 h 759650"/>
                <a:gd name="connsiteX1047" fmla="*/ 326703 w 549933"/>
                <a:gd name="connsiteY1047" fmla="*/ 265316 h 759650"/>
                <a:gd name="connsiteX1048" fmla="*/ 327746 w 549933"/>
                <a:gd name="connsiteY1048" fmla="*/ 267772 h 759650"/>
                <a:gd name="connsiteX1049" fmla="*/ 328352 w 549933"/>
                <a:gd name="connsiteY1049" fmla="*/ 269386 h 759650"/>
                <a:gd name="connsiteX1050" fmla="*/ 328419 w 549933"/>
                <a:gd name="connsiteY1050" fmla="*/ 271573 h 759650"/>
                <a:gd name="connsiteX1051" fmla="*/ 328487 w 549933"/>
                <a:gd name="connsiteY1051" fmla="*/ 273860 h 759650"/>
                <a:gd name="connsiteX1052" fmla="*/ 326905 w 549933"/>
                <a:gd name="connsiteY1052" fmla="*/ 276148 h 759650"/>
                <a:gd name="connsiteX1053" fmla="*/ 324852 w 549933"/>
                <a:gd name="connsiteY1053" fmla="*/ 278435 h 759650"/>
                <a:gd name="connsiteX1054" fmla="*/ 323203 w 549933"/>
                <a:gd name="connsiteY1054" fmla="*/ 279680 h 759650"/>
                <a:gd name="connsiteX1055" fmla="*/ 320140 w 549933"/>
                <a:gd name="connsiteY1055" fmla="*/ 281295 h 759650"/>
                <a:gd name="connsiteX1056" fmla="*/ 318289 w 549933"/>
                <a:gd name="connsiteY1056" fmla="*/ 282438 h 759650"/>
                <a:gd name="connsiteX1057" fmla="*/ 316876 w 549933"/>
                <a:gd name="connsiteY1057" fmla="*/ 282943 h 759650"/>
                <a:gd name="connsiteX1058" fmla="*/ 314520 w 549933"/>
                <a:gd name="connsiteY1058" fmla="*/ 282943 h 759650"/>
                <a:gd name="connsiteX1059" fmla="*/ 312198 w 549933"/>
                <a:gd name="connsiteY1059" fmla="*/ 283279 h 759650"/>
                <a:gd name="connsiteX1060" fmla="*/ 309304 w 549933"/>
                <a:gd name="connsiteY1060" fmla="*/ 283246 h 759650"/>
                <a:gd name="connsiteX1061" fmla="*/ 305837 w 549933"/>
                <a:gd name="connsiteY1061" fmla="*/ 282539 h 759650"/>
                <a:gd name="connsiteX1062" fmla="*/ 301933 w 549933"/>
                <a:gd name="connsiteY1062" fmla="*/ 283952 h 759650"/>
                <a:gd name="connsiteX1063" fmla="*/ 298332 w 549933"/>
                <a:gd name="connsiteY1063" fmla="*/ 284827 h 759650"/>
                <a:gd name="connsiteX1064" fmla="*/ 295942 w 549933"/>
                <a:gd name="connsiteY1064" fmla="*/ 285600 h 759650"/>
                <a:gd name="connsiteX1065" fmla="*/ 292779 w 549933"/>
                <a:gd name="connsiteY1065" fmla="*/ 284827 h 759650"/>
                <a:gd name="connsiteX1066" fmla="*/ 289952 w 549933"/>
                <a:gd name="connsiteY1066" fmla="*/ 282977 h 759650"/>
                <a:gd name="connsiteX1067" fmla="*/ 286385 w 549933"/>
                <a:gd name="connsiteY1067" fmla="*/ 282102 h 759650"/>
                <a:gd name="connsiteX1068" fmla="*/ 281370 w 549933"/>
                <a:gd name="connsiteY1068" fmla="*/ 282539 h 759650"/>
                <a:gd name="connsiteX1069" fmla="*/ 278543 w 549933"/>
                <a:gd name="connsiteY1069" fmla="*/ 286677 h 759650"/>
                <a:gd name="connsiteX1070" fmla="*/ 277130 w 549933"/>
                <a:gd name="connsiteY1070" fmla="*/ 291555 h 759650"/>
                <a:gd name="connsiteX1071" fmla="*/ 277130 w 549933"/>
                <a:gd name="connsiteY1071" fmla="*/ 295995 h 759650"/>
                <a:gd name="connsiteX1072" fmla="*/ 276356 w 549933"/>
                <a:gd name="connsiteY1072" fmla="*/ 301748 h 759650"/>
                <a:gd name="connsiteX1073" fmla="*/ 276894 w 549933"/>
                <a:gd name="connsiteY1073" fmla="*/ 305112 h 759650"/>
                <a:gd name="connsiteX1074" fmla="*/ 280697 w 549933"/>
                <a:gd name="connsiteY1074" fmla="*/ 310662 h 759650"/>
                <a:gd name="connsiteX1075" fmla="*/ 282313 w 549933"/>
                <a:gd name="connsiteY1075" fmla="*/ 314127 h 759650"/>
                <a:gd name="connsiteX1076" fmla="*/ 285241 w 549933"/>
                <a:gd name="connsiteY1076" fmla="*/ 314497 h 759650"/>
                <a:gd name="connsiteX1077" fmla="*/ 288168 w 549933"/>
                <a:gd name="connsiteY1077" fmla="*/ 312479 h 759650"/>
                <a:gd name="connsiteX1078" fmla="*/ 288370 w 549933"/>
                <a:gd name="connsiteY1078" fmla="*/ 312479 h 759650"/>
                <a:gd name="connsiteX1079" fmla="*/ 290861 w 549933"/>
                <a:gd name="connsiteY1079" fmla="*/ 314430 h 759650"/>
                <a:gd name="connsiteX1080" fmla="*/ 293149 w 549933"/>
                <a:gd name="connsiteY1080" fmla="*/ 318029 h 759650"/>
                <a:gd name="connsiteX1081" fmla="*/ 293688 w 549933"/>
                <a:gd name="connsiteY1081" fmla="*/ 320216 h 759650"/>
                <a:gd name="connsiteX1082" fmla="*/ 291837 w 549933"/>
                <a:gd name="connsiteY1082" fmla="*/ 324219 h 759650"/>
                <a:gd name="connsiteX1083" fmla="*/ 292039 w 549933"/>
                <a:gd name="connsiteY1083" fmla="*/ 327886 h 759650"/>
                <a:gd name="connsiteX1084" fmla="*/ 293452 w 549933"/>
                <a:gd name="connsiteY1084" fmla="*/ 329231 h 759650"/>
                <a:gd name="connsiteX1085" fmla="*/ 293452 w 549933"/>
                <a:gd name="connsiteY1085" fmla="*/ 330106 h 759650"/>
                <a:gd name="connsiteX1086" fmla="*/ 290625 w 549933"/>
                <a:gd name="connsiteY1086" fmla="*/ 332494 h 759650"/>
                <a:gd name="connsiteX1087" fmla="*/ 289212 w 549933"/>
                <a:gd name="connsiteY1087" fmla="*/ 333806 h 759650"/>
                <a:gd name="connsiteX1088" fmla="*/ 284971 w 549933"/>
                <a:gd name="connsiteY1088" fmla="*/ 336195 h 759650"/>
                <a:gd name="connsiteX1089" fmla="*/ 282784 w 549933"/>
                <a:gd name="connsiteY1089" fmla="*/ 340332 h 759650"/>
                <a:gd name="connsiteX1090" fmla="*/ 279620 w 549933"/>
                <a:gd name="connsiteY1090" fmla="*/ 340332 h 759650"/>
                <a:gd name="connsiteX1091" fmla="*/ 276457 w 549933"/>
                <a:gd name="connsiteY1091" fmla="*/ 340332 h 759650"/>
                <a:gd name="connsiteX1092" fmla="*/ 272654 w 549933"/>
                <a:gd name="connsiteY1092" fmla="*/ 340332 h 759650"/>
                <a:gd name="connsiteX1093" fmla="*/ 268413 w 549933"/>
                <a:gd name="connsiteY1093" fmla="*/ 336329 h 759650"/>
                <a:gd name="connsiteX1094" fmla="*/ 263634 w 549933"/>
                <a:gd name="connsiteY1094" fmla="*/ 335656 h 759650"/>
                <a:gd name="connsiteX1095" fmla="*/ 262221 w 549933"/>
                <a:gd name="connsiteY1095" fmla="*/ 336867 h 759650"/>
                <a:gd name="connsiteX1096" fmla="*/ 261548 w 549933"/>
                <a:gd name="connsiteY1096" fmla="*/ 337843 h 759650"/>
                <a:gd name="connsiteX1097" fmla="*/ 261009 w 549933"/>
                <a:gd name="connsiteY1097" fmla="*/ 339693 h 759650"/>
                <a:gd name="connsiteX1098" fmla="*/ 260471 w 549933"/>
                <a:gd name="connsiteY1098" fmla="*/ 341644 h 759650"/>
                <a:gd name="connsiteX1099" fmla="*/ 260571 w 549933"/>
                <a:gd name="connsiteY1099" fmla="*/ 344033 h 759650"/>
                <a:gd name="connsiteX1100" fmla="*/ 260235 w 549933"/>
                <a:gd name="connsiteY1100" fmla="*/ 345883 h 759650"/>
                <a:gd name="connsiteX1101" fmla="*/ 259562 w 549933"/>
                <a:gd name="connsiteY1101" fmla="*/ 347195 h 759650"/>
                <a:gd name="connsiteX1102" fmla="*/ 258047 w 549933"/>
                <a:gd name="connsiteY1102" fmla="*/ 348944 h 759650"/>
                <a:gd name="connsiteX1103" fmla="*/ 254447 w 549933"/>
                <a:gd name="connsiteY1103" fmla="*/ 350592 h 759650"/>
                <a:gd name="connsiteX1104" fmla="*/ 251821 w 549933"/>
                <a:gd name="connsiteY1104" fmla="*/ 351231 h 759650"/>
                <a:gd name="connsiteX1105" fmla="*/ 249432 w 549933"/>
                <a:gd name="connsiteY1105" fmla="*/ 352005 h 759650"/>
                <a:gd name="connsiteX1106" fmla="*/ 247783 w 549933"/>
                <a:gd name="connsiteY1106" fmla="*/ 352005 h 759650"/>
                <a:gd name="connsiteX1107" fmla="*/ 245730 w 549933"/>
                <a:gd name="connsiteY1107" fmla="*/ 352039 h 759650"/>
                <a:gd name="connsiteX1108" fmla="*/ 241490 w 549933"/>
                <a:gd name="connsiteY1108" fmla="*/ 348978 h 759650"/>
                <a:gd name="connsiteX1109" fmla="*/ 238999 w 549933"/>
                <a:gd name="connsiteY1109" fmla="*/ 345950 h 759650"/>
                <a:gd name="connsiteX1110" fmla="*/ 236710 w 549933"/>
                <a:gd name="connsiteY1110" fmla="*/ 343663 h 759650"/>
                <a:gd name="connsiteX1111" fmla="*/ 234321 w 549933"/>
                <a:gd name="connsiteY1111" fmla="*/ 343562 h 759650"/>
                <a:gd name="connsiteX1112" fmla="*/ 230417 w 549933"/>
                <a:gd name="connsiteY1112" fmla="*/ 343663 h 759650"/>
                <a:gd name="connsiteX1113" fmla="*/ 227153 w 549933"/>
                <a:gd name="connsiteY1113" fmla="*/ 345176 h 759650"/>
                <a:gd name="connsiteX1114" fmla="*/ 225302 w 549933"/>
                <a:gd name="connsiteY1114" fmla="*/ 346690 h 759650"/>
                <a:gd name="connsiteX1115" fmla="*/ 220624 w 549933"/>
                <a:gd name="connsiteY1115" fmla="*/ 349079 h 759650"/>
                <a:gd name="connsiteX1116" fmla="*/ 216148 w 549933"/>
                <a:gd name="connsiteY1116" fmla="*/ 350390 h 759650"/>
                <a:gd name="connsiteX1117" fmla="*/ 212345 w 549933"/>
                <a:gd name="connsiteY1117" fmla="*/ 350491 h 759650"/>
                <a:gd name="connsiteX1118" fmla="*/ 206926 w 549933"/>
                <a:gd name="connsiteY1118" fmla="*/ 349079 h 759650"/>
                <a:gd name="connsiteX1119" fmla="*/ 204436 w 549933"/>
                <a:gd name="connsiteY1119" fmla="*/ 349079 h 759650"/>
                <a:gd name="connsiteX1120" fmla="*/ 202147 w 549933"/>
                <a:gd name="connsiteY1120" fmla="*/ 350929 h 759650"/>
                <a:gd name="connsiteX1121" fmla="*/ 201171 w 549933"/>
                <a:gd name="connsiteY1121" fmla="*/ 355066 h 759650"/>
                <a:gd name="connsiteX1122" fmla="*/ 199657 w 549933"/>
                <a:gd name="connsiteY1122" fmla="*/ 355706 h 759650"/>
                <a:gd name="connsiteX1123" fmla="*/ 194878 w 549933"/>
                <a:gd name="connsiteY1123" fmla="*/ 355066 h 759650"/>
                <a:gd name="connsiteX1124" fmla="*/ 192589 w 549933"/>
                <a:gd name="connsiteY1124" fmla="*/ 353654 h 759650"/>
                <a:gd name="connsiteX1125" fmla="*/ 189863 w 549933"/>
                <a:gd name="connsiteY1125" fmla="*/ 348978 h 759650"/>
                <a:gd name="connsiteX1126" fmla="*/ 188989 w 549933"/>
                <a:gd name="connsiteY1126" fmla="*/ 345950 h 759650"/>
                <a:gd name="connsiteX1127" fmla="*/ 186262 w 549933"/>
                <a:gd name="connsiteY1127" fmla="*/ 343999 h 759650"/>
                <a:gd name="connsiteX1128" fmla="*/ 182459 w 549933"/>
                <a:gd name="connsiteY1128" fmla="*/ 343562 h 759650"/>
                <a:gd name="connsiteX1129" fmla="*/ 179531 w 549933"/>
                <a:gd name="connsiteY1129" fmla="*/ 343360 h 759650"/>
                <a:gd name="connsiteX1130" fmla="*/ 175829 w 549933"/>
                <a:gd name="connsiteY1130" fmla="*/ 342048 h 759650"/>
                <a:gd name="connsiteX1131" fmla="*/ 175156 w 549933"/>
                <a:gd name="connsiteY1131" fmla="*/ 337708 h 759650"/>
                <a:gd name="connsiteX1132" fmla="*/ 172565 w 549933"/>
                <a:gd name="connsiteY1132" fmla="*/ 336834 h 759650"/>
                <a:gd name="connsiteX1133" fmla="*/ 167887 w 549933"/>
                <a:gd name="connsiteY1133" fmla="*/ 335959 h 759650"/>
                <a:gd name="connsiteX1134" fmla="*/ 167416 w 549933"/>
                <a:gd name="connsiteY1134" fmla="*/ 334445 h 759650"/>
                <a:gd name="connsiteX1135" fmla="*/ 165598 w 549933"/>
                <a:gd name="connsiteY1135" fmla="*/ 331418 h 759650"/>
                <a:gd name="connsiteX1136" fmla="*/ 165598 w 549933"/>
                <a:gd name="connsiteY1136" fmla="*/ 329130 h 759650"/>
                <a:gd name="connsiteX1137" fmla="*/ 166911 w 549933"/>
                <a:gd name="connsiteY1137" fmla="*/ 327953 h 759650"/>
                <a:gd name="connsiteX1138" fmla="*/ 169839 w 549933"/>
                <a:gd name="connsiteY1138" fmla="*/ 328054 h 759650"/>
                <a:gd name="connsiteX1139" fmla="*/ 172128 w 549933"/>
                <a:gd name="connsiteY1139" fmla="*/ 328928 h 759650"/>
                <a:gd name="connsiteX1140" fmla="*/ 173642 w 549933"/>
                <a:gd name="connsiteY1140" fmla="*/ 329366 h 759650"/>
                <a:gd name="connsiteX1141" fmla="*/ 176031 w 549933"/>
                <a:gd name="connsiteY1141" fmla="*/ 329803 h 759650"/>
                <a:gd name="connsiteX1142" fmla="*/ 177479 w 549933"/>
                <a:gd name="connsiteY1142" fmla="*/ 328727 h 759650"/>
                <a:gd name="connsiteX1143" fmla="*/ 178387 w 549933"/>
                <a:gd name="connsiteY1143" fmla="*/ 327179 h 759650"/>
                <a:gd name="connsiteX1144" fmla="*/ 178791 w 549933"/>
                <a:gd name="connsiteY1144" fmla="*/ 325463 h 759650"/>
                <a:gd name="connsiteX1145" fmla="*/ 177748 w 549933"/>
                <a:gd name="connsiteY1145" fmla="*/ 323849 h 759650"/>
                <a:gd name="connsiteX1146" fmla="*/ 174584 w 549933"/>
                <a:gd name="connsiteY1146" fmla="*/ 320720 h 759650"/>
                <a:gd name="connsiteX1147" fmla="*/ 173103 w 549933"/>
                <a:gd name="connsiteY1147" fmla="*/ 318567 h 759650"/>
                <a:gd name="connsiteX1148" fmla="*/ 169974 w 549933"/>
                <a:gd name="connsiteY1148" fmla="*/ 315271 h 759650"/>
                <a:gd name="connsiteX1149" fmla="*/ 167651 w 549933"/>
                <a:gd name="connsiteY1149" fmla="*/ 313454 h 759650"/>
                <a:gd name="connsiteX1150" fmla="*/ 165397 w 549933"/>
                <a:gd name="connsiteY1150" fmla="*/ 310998 h 759650"/>
                <a:gd name="connsiteX1151" fmla="*/ 164387 w 549933"/>
                <a:gd name="connsiteY1151" fmla="*/ 308038 h 759650"/>
                <a:gd name="connsiteX1152" fmla="*/ 164151 w 549933"/>
                <a:gd name="connsiteY1152" fmla="*/ 305448 h 759650"/>
                <a:gd name="connsiteX1153" fmla="*/ 163882 w 549933"/>
                <a:gd name="connsiteY1153" fmla="*/ 301613 h 759650"/>
                <a:gd name="connsiteX1154" fmla="*/ 163882 w 549933"/>
                <a:gd name="connsiteY1154" fmla="*/ 299662 h 759650"/>
                <a:gd name="connsiteX1155" fmla="*/ 167517 w 549933"/>
                <a:gd name="connsiteY1155" fmla="*/ 298787 h 759650"/>
                <a:gd name="connsiteX1156" fmla="*/ 168257 w 549933"/>
                <a:gd name="connsiteY1156" fmla="*/ 298787 h 759650"/>
                <a:gd name="connsiteX1157" fmla="*/ 170007 w 549933"/>
                <a:gd name="connsiteY1157" fmla="*/ 298787 h 759650"/>
                <a:gd name="connsiteX1158" fmla="*/ 171757 w 549933"/>
                <a:gd name="connsiteY1158" fmla="*/ 298787 h 759650"/>
                <a:gd name="connsiteX1159" fmla="*/ 173473 w 549933"/>
                <a:gd name="connsiteY1159" fmla="*/ 298787 h 759650"/>
                <a:gd name="connsiteX1160" fmla="*/ 174214 w 549933"/>
                <a:gd name="connsiteY1160" fmla="*/ 298283 h 759650"/>
                <a:gd name="connsiteX1161" fmla="*/ 176166 w 549933"/>
                <a:gd name="connsiteY1161" fmla="*/ 296769 h 759650"/>
                <a:gd name="connsiteX1162" fmla="*/ 177680 w 549933"/>
                <a:gd name="connsiteY1162" fmla="*/ 293506 h 759650"/>
                <a:gd name="connsiteX1163" fmla="*/ 180575 w 549933"/>
                <a:gd name="connsiteY1163" fmla="*/ 290916 h 759650"/>
                <a:gd name="connsiteX1164" fmla="*/ 182392 w 549933"/>
                <a:gd name="connsiteY1164" fmla="*/ 290041 h 759650"/>
                <a:gd name="connsiteX1165" fmla="*/ 185724 w 549933"/>
                <a:gd name="connsiteY1165" fmla="*/ 287350 h 759650"/>
                <a:gd name="connsiteX1166" fmla="*/ 187911 w 549933"/>
                <a:gd name="connsiteY1166" fmla="*/ 286711 h 759650"/>
                <a:gd name="connsiteX1167" fmla="*/ 190234 w 549933"/>
                <a:gd name="connsiteY1167" fmla="*/ 286711 h 759650"/>
                <a:gd name="connsiteX1168" fmla="*/ 193128 w 549933"/>
                <a:gd name="connsiteY1168" fmla="*/ 286677 h 759650"/>
                <a:gd name="connsiteX1169" fmla="*/ 195753 w 549933"/>
                <a:gd name="connsiteY1169" fmla="*/ 286071 h 759650"/>
                <a:gd name="connsiteX1170" fmla="*/ 197638 w 549933"/>
                <a:gd name="connsiteY1170" fmla="*/ 285500 h 759650"/>
                <a:gd name="connsiteX1171" fmla="*/ 200027 w 549933"/>
                <a:gd name="connsiteY1171" fmla="*/ 283549 h 759650"/>
                <a:gd name="connsiteX1172" fmla="*/ 200835 w 549933"/>
                <a:gd name="connsiteY1172" fmla="*/ 282607 h 759650"/>
                <a:gd name="connsiteX1173" fmla="*/ 202215 w 549933"/>
                <a:gd name="connsiteY1173" fmla="*/ 281026 h 759650"/>
                <a:gd name="connsiteX1174" fmla="*/ 203729 w 549933"/>
                <a:gd name="connsiteY1174" fmla="*/ 280084 h 759650"/>
                <a:gd name="connsiteX1175" fmla="*/ 206119 w 549933"/>
                <a:gd name="connsiteY1175" fmla="*/ 278133 h 759650"/>
                <a:gd name="connsiteX1176" fmla="*/ 207633 w 549933"/>
                <a:gd name="connsiteY1176" fmla="*/ 276619 h 759650"/>
                <a:gd name="connsiteX1177" fmla="*/ 209148 w 549933"/>
                <a:gd name="connsiteY1177" fmla="*/ 274298 h 759650"/>
                <a:gd name="connsiteX1178" fmla="*/ 209148 w 549933"/>
                <a:gd name="connsiteY1178" fmla="*/ 270160 h 759650"/>
                <a:gd name="connsiteX1179" fmla="*/ 205816 w 549933"/>
                <a:gd name="connsiteY1179" fmla="*/ 266964 h 759650"/>
                <a:gd name="connsiteX1180" fmla="*/ 205109 w 549933"/>
                <a:gd name="connsiteY1180" fmla="*/ 263701 h 759650"/>
                <a:gd name="connsiteX1181" fmla="*/ 201037 w 549933"/>
                <a:gd name="connsiteY1181" fmla="*/ 260573 h 759650"/>
                <a:gd name="connsiteX1182" fmla="*/ 199589 w 549933"/>
                <a:gd name="connsiteY1182" fmla="*/ 260573 h 759650"/>
                <a:gd name="connsiteX1183" fmla="*/ 197840 w 549933"/>
                <a:gd name="connsiteY1183" fmla="*/ 260573 h 759650"/>
                <a:gd name="connsiteX1184" fmla="*/ 195820 w 549933"/>
                <a:gd name="connsiteY1184" fmla="*/ 259429 h 759650"/>
                <a:gd name="connsiteX1185" fmla="*/ 194945 w 549933"/>
                <a:gd name="connsiteY1185" fmla="*/ 257848 h 759650"/>
                <a:gd name="connsiteX1186" fmla="*/ 195349 w 549933"/>
                <a:gd name="connsiteY1186" fmla="*/ 256637 h 759650"/>
                <a:gd name="connsiteX1187" fmla="*/ 194205 w 549933"/>
                <a:gd name="connsiteY1187" fmla="*/ 254719 h 759650"/>
                <a:gd name="connsiteX1188" fmla="*/ 193397 w 549933"/>
                <a:gd name="connsiteY1188" fmla="*/ 253138 h 759650"/>
                <a:gd name="connsiteX1189" fmla="*/ 192152 w 549933"/>
                <a:gd name="connsiteY1189" fmla="*/ 252365 h 759650"/>
                <a:gd name="connsiteX1190" fmla="*/ 189695 w 549933"/>
                <a:gd name="connsiteY1190" fmla="*/ 250413 h 759650"/>
                <a:gd name="connsiteX1191" fmla="*/ 188585 w 549933"/>
                <a:gd name="connsiteY1191" fmla="*/ 248126 h 759650"/>
                <a:gd name="connsiteX1192" fmla="*/ 188282 w 549933"/>
                <a:gd name="connsiteY1192" fmla="*/ 246377 h 759650"/>
                <a:gd name="connsiteX1193" fmla="*/ 188282 w 549933"/>
                <a:gd name="connsiteY1193" fmla="*/ 245771 h 759650"/>
                <a:gd name="connsiteX1194" fmla="*/ 187911 w 549933"/>
                <a:gd name="connsiteY1194" fmla="*/ 243753 h 759650"/>
                <a:gd name="connsiteX1195" fmla="*/ 188282 w 549933"/>
                <a:gd name="connsiteY1195" fmla="*/ 242441 h 759650"/>
                <a:gd name="connsiteX1196" fmla="*/ 189157 w 549933"/>
                <a:gd name="connsiteY1196" fmla="*/ 241230 h 759650"/>
                <a:gd name="connsiteX1197" fmla="*/ 190907 w 549933"/>
                <a:gd name="connsiteY1197" fmla="*/ 239716 h 759650"/>
                <a:gd name="connsiteX1198" fmla="*/ 192522 w 549933"/>
                <a:gd name="connsiteY1198" fmla="*/ 239279 h 759650"/>
                <a:gd name="connsiteX1199" fmla="*/ 193734 w 549933"/>
                <a:gd name="connsiteY1199" fmla="*/ 239279 h 759650"/>
                <a:gd name="connsiteX1200" fmla="*/ 195955 w 549933"/>
                <a:gd name="connsiteY1200" fmla="*/ 238135 h 759650"/>
                <a:gd name="connsiteX1201" fmla="*/ 198782 w 549933"/>
                <a:gd name="connsiteY1201" fmla="*/ 236117 h 759650"/>
                <a:gd name="connsiteX1202" fmla="*/ 199859 w 549933"/>
                <a:gd name="connsiteY1202" fmla="*/ 235309 h 759650"/>
                <a:gd name="connsiteX1203" fmla="*/ 201104 w 549933"/>
                <a:gd name="connsiteY1203" fmla="*/ 234939 h 759650"/>
                <a:gd name="connsiteX1204" fmla="*/ 203325 w 549933"/>
                <a:gd name="connsiteY1204" fmla="*/ 234939 h 759650"/>
                <a:gd name="connsiteX1205" fmla="*/ 205244 w 549933"/>
                <a:gd name="connsiteY1205" fmla="*/ 234939 h 759650"/>
                <a:gd name="connsiteX1206" fmla="*/ 207128 w 549933"/>
                <a:gd name="connsiteY1206" fmla="*/ 234906 h 759650"/>
                <a:gd name="connsiteX1207" fmla="*/ 209955 w 549933"/>
                <a:gd name="connsiteY1207" fmla="*/ 234872 h 759650"/>
                <a:gd name="connsiteX1208" fmla="*/ 211840 w 549933"/>
                <a:gd name="connsiteY1208" fmla="*/ 234872 h 759650"/>
                <a:gd name="connsiteX1209" fmla="*/ 214027 w 549933"/>
                <a:gd name="connsiteY1209" fmla="*/ 234872 h 759650"/>
                <a:gd name="connsiteX1210" fmla="*/ 217460 w 549933"/>
                <a:gd name="connsiteY1210" fmla="*/ 234065 h 759650"/>
                <a:gd name="connsiteX1211" fmla="*/ 218638 w 549933"/>
                <a:gd name="connsiteY1211" fmla="*/ 231474 h 759650"/>
                <a:gd name="connsiteX1212" fmla="*/ 220927 w 549933"/>
                <a:gd name="connsiteY1212" fmla="*/ 228279 h 759650"/>
                <a:gd name="connsiteX1213" fmla="*/ 221566 w 549933"/>
                <a:gd name="connsiteY1213" fmla="*/ 225285 h 759650"/>
                <a:gd name="connsiteX1214" fmla="*/ 222206 w 549933"/>
                <a:gd name="connsiteY1214" fmla="*/ 222997 h 759650"/>
                <a:gd name="connsiteX1215" fmla="*/ 223855 w 549933"/>
                <a:gd name="connsiteY1215" fmla="*/ 220710 h 759650"/>
                <a:gd name="connsiteX1216" fmla="*/ 224662 w 549933"/>
                <a:gd name="connsiteY1216" fmla="*/ 219734 h 759650"/>
                <a:gd name="connsiteX1217" fmla="*/ 226009 w 549933"/>
                <a:gd name="connsiteY1217" fmla="*/ 218220 h 759650"/>
                <a:gd name="connsiteX1218" fmla="*/ 227927 w 549933"/>
                <a:gd name="connsiteY1218" fmla="*/ 216437 h 759650"/>
                <a:gd name="connsiteX1219" fmla="*/ 230586 w 549933"/>
                <a:gd name="connsiteY1219" fmla="*/ 215529 h 759650"/>
                <a:gd name="connsiteX1220" fmla="*/ 232638 w 549933"/>
                <a:gd name="connsiteY1220" fmla="*/ 215395 h 759650"/>
                <a:gd name="connsiteX1221" fmla="*/ 234321 w 549933"/>
                <a:gd name="connsiteY1221" fmla="*/ 215395 h 759650"/>
                <a:gd name="connsiteX1222" fmla="*/ 236441 w 549933"/>
                <a:gd name="connsiteY1222" fmla="*/ 215058 h 759650"/>
                <a:gd name="connsiteX1223" fmla="*/ 238192 w 549933"/>
                <a:gd name="connsiteY1223" fmla="*/ 214419 h 759650"/>
                <a:gd name="connsiteX1224" fmla="*/ 239605 w 549933"/>
                <a:gd name="connsiteY1224" fmla="*/ 213174 h 759650"/>
                <a:gd name="connsiteX1225" fmla="*/ 240648 w 549933"/>
                <a:gd name="connsiteY1225" fmla="*/ 212132 h 759650"/>
                <a:gd name="connsiteX1226" fmla="*/ 242398 w 549933"/>
                <a:gd name="connsiteY1226" fmla="*/ 212132 h 759650"/>
                <a:gd name="connsiteX1227" fmla="*/ 243206 w 549933"/>
                <a:gd name="connsiteY1227" fmla="*/ 213444 h 759650"/>
                <a:gd name="connsiteX1228" fmla="*/ 243710 w 549933"/>
                <a:gd name="connsiteY1228" fmla="*/ 214621 h 759650"/>
                <a:gd name="connsiteX1229" fmla="*/ 246100 w 549933"/>
                <a:gd name="connsiteY1229" fmla="*/ 215126 h 759650"/>
                <a:gd name="connsiteX1230" fmla="*/ 247884 w 549933"/>
                <a:gd name="connsiteY1230" fmla="*/ 214957 h 759650"/>
                <a:gd name="connsiteX1231" fmla="*/ 248759 w 549933"/>
                <a:gd name="connsiteY1231" fmla="*/ 213444 h 759650"/>
                <a:gd name="connsiteX1232" fmla="*/ 247884 w 549933"/>
                <a:gd name="connsiteY1232" fmla="*/ 211257 h 759650"/>
                <a:gd name="connsiteX1233" fmla="*/ 246100 w 549933"/>
                <a:gd name="connsiteY1233" fmla="*/ 210214 h 759650"/>
                <a:gd name="connsiteX1234" fmla="*/ 243610 w 549933"/>
                <a:gd name="connsiteY1234" fmla="*/ 208801 h 759650"/>
                <a:gd name="connsiteX1235" fmla="*/ 240581 w 549933"/>
                <a:gd name="connsiteY1235" fmla="*/ 206514 h 759650"/>
                <a:gd name="connsiteX1236" fmla="*/ 239504 w 549933"/>
                <a:gd name="connsiteY1236" fmla="*/ 204495 h 759650"/>
                <a:gd name="connsiteX1237" fmla="*/ 237989 w 549933"/>
                <a:gd name="connsiteY1237" fmla="*/ 202208 h 759650"/>
                <a:gd name="connsiteX1238" fmla="*/ 236744 w 549933"/>
                <a:gd name="connsiteY1238" fmla="*/ 199752 h 759650"/>
                <a:gd name="connsiteX1239" fmla="*/ 236475 w 549933"/>
                <a:gd name="connsiteY1239" fmla="*/ 198070 h 759650"/>
                <a:gd name="connsiteX1240" fmla="*/ 237384 w 549933"/>
                <a:gd name="connsiteY1240" fmla="*/ 196926 h 759650"/>
                <a:gd name="connsiteX1241" fmla="*/ 239134 w 549933"/>
                <a:gd name="connsiteY1241" fmla="*/ 196388 h 759650"/>
                <a:gd name="connsiteX1242" fmla="*/ 241287 w 549933"/>
                <a:gd name="connsiteY1242" fmla="*/ 196725 h 759650"/>
                <a:gd name="connsiteX1243" fmla="*/ 243610 w 549933"/>
                <a:gd name="connsiteY1243" fmla="*/ 198037 h 759650"/>
                <a:gd name="connsiteX1244" fmla="*/ 244821 w 549933"/>
                <a:gd name="connsiteY1244" fmla="*/ 199113 h 759650"/>
                <a:gd name="connsiteX1245" fmla="*/ 248254 w 549933"/>
                <a:gd name="connsiteY1245" fmla="*/ 200425 h 759650"/>
                <a:gd name="connsiteX1246" fmla="*/ 249331 w 549933"/>
                <a:gd name="connsiteY1246" fmla="*/ 199349 h 759650"/>
                <a:gd name="connsiteX1247" fmla="*/ 248826 w 549933"/>
                <a:gd name="connsiteY1247" fmla="*/ 197767 h 759650"/>
                <a:gd name="connsiteX1248" fmla="*/ 248658 w 549933"/>
                <a:gd name="connsiteY1248" fmla="*/ 195715 h 759650"/>
                <a:gd name="connsiteX1249" fmla="*/ 247009 w 549933"/>
                <a:gd name="connsiteY1249" fmla="*/ 193764 h 759650"/>
                <a:gd name="connsiteX1250" fmla="*/ 245663 w 549933"/>
                <a:gd name="connsiteY1250" fmla="*/ 192621 h 759650"/>
                <a:gd name="connsiteX1251" fmla="*/ 244687 w 549933"/>
                <a:gd name="connsiteY1251" fmla="*/ 190770 h 759650"/>
                <a:gd name="connsiteX1252" fmla="*/ 244687 w 549933"/>
                <a:gd name="connsiteY1252" fmla="*/ 189358 h 759650"/>
                <a:gd name="connsiteX1253" fmla="*/ 246706 w 549933"/>
                <a:gd name="connsiteY1253" fmla="*/ 188752 h 759650"/>
                <a:gd name="connsiteX1254" fmla="*/ 249331 w 549933"/>
                <a:gd name="connsiteY1254" fmla="*/ 188416 h 759650"/>
                <a:gd name="connsiteX1255" fmla="*/ 253336 w 549933"/>
                <a:gd name="connsiteY1255" fmla="*/ 189660 h 759650"/>
                <a:gd name="connsiteX1256" fmla="*/ 255961 w 549933"/>
                <a:gd name="connsiteY1256" fmla="*/ 187743 h 759650"/>
                <a:gd name="connsiteX1257" fmla="*/ 258351 w 549933"/>
                <a:gd name="connsiteY1257" fmla="*/ 186296 h 759650"/>
                <a:gd name="connsiteX1258" fmla="*/ 258653 w 549933"/>
                <a:gd name="connsiteY1258" fmla="*/ 183168 h 759650"/>
                <a:gd name="connsiteX1259" fmla="*/ 258653 w 549933"/>
                <a:gd name="connsiteY1259" fmla="*/ 180645 h 759650"/>
                <a:gd name="connsiteX1260" fmla="*/ 259730 w 549933"/>
                <a:gd name="connsiteY1260" fmla="*/ 178626 h 759650"/>
                <a:gd name="connsiteX1261" fmla="*/ 260875 w 549933"/>
                <a:gd name="connsiteY1261" fmla="*/ 176945 h 759650"/>
                <a:gd name="connsiteX1262" fmla="*/ 263264 w 549933"/>
                <a:gd name="connsiteY1262" fmla="*/ 175633 h 759650"/>
                <a:gd name="connsiteX1263" fmla="*/ 265452 w 549933"/>
                <a:gd name="connsiteY1263" fmla="*/ 175633 h 759650"/>
                <a:gd name="connsiteX1264" fmla="*/ 266764 w 549933"/>
                <a:gd name="connsiteY1264" fmla="*/ 176137 h 759650"/>
                <a:gd name="connsiteX1265" fmla="*/ 267639 w 549933"/>
                <a:gd name="connsiteY1265" fmla="*/ 178660 h 759650"/>
                <a:gd name="connsiteX1266" fmla="*/ 267639 w 549933"/>
                <a:gd name="connsiteY1266" fmla="*/ 181620 h 759650"/>
                <a:gd name="connsiteX1267" fmla="*/ 267673 w 549933"/>
                <a:gd name="connsiteY1267" fmla="*/ 184076 h 759650"/>
                <a:gd name="connsiteX1268" fmla="*/ 267673 w 549933"/>
                <a:gd name="connsiteY1268" fmla="*/ 187205 h 759650"/>
                <a:gd name="connsiteX1269" fmla="*/ 268077 w 549933"/>
                <a:gd name="connsiteY1269" fmla="*/ 189526 h 759650"/>
                <a:gd name="connsiteX1270" fmla="*/ 269894 w 549933"/>
                <a:gd name="connsiteY1270" fmla="*/ 192419 h 759650"/>
                <a:gd name="connsiteX1271" fmla="*/ 271206 w 549933"/>
                <a:gd name="connsiteY1271" fmla="*/ 195379 h 759650"/>
                <a:gd name="connsiteX1272" fmla="*/ 273596 w 549933"/>
                <a:gd name="connsiteY1272" fmla="*/ 198003 h 759650"/>
                <a:gd name="connsiteX1273" fmla="*/ 277130 w 549933"/>
                <a:gd name="connsiteY1273" fmla="*/ 200694 h 759650"/>
                <a:gd name="connsiteX1274" fmla="*/ 281269 w 549933"/>
                <a:gd name="connsiteY1274" fmla="*/ 203284 h 759650"/>
                <a:gd name="connsiteX1275" fmla="*/ 283423 w 549933"/>
                <a:gd name="connsiteY1275" fmla="*/ 204664 h 759650"/>
                <a:gd name="connsiteX1276" fmla="*/ 287899 w 549933"/>
                <a:gd name="connsiteY1276" fmla="*/ 210685 h 759650"/>
                <a:gd name="connsiteX1277" fmla="*/ 291231 w 549933"/>
                <a:gd name="connsiteY1277" fmla="*/ 214217 h 759650"/>
                <a:gd name="connsiteX1278" fmla="*/ 293755 w 549933"/>
                <a:gd name="connsiteY1278" fmla="*/ 216606 h 759650"/>
                <a:gd name="connsiteX1279" fmla="*/ 299847 w 549933"/>
                <a:gd name="connsiteY1279" fmla="*/ 219129 h 759650"/>
                <a:gd name="connsiteX1280" fmla="*/ 305938 w 549933"/>
                <a:gd name="connsiteY1280" fmla="*/ 217548 h 759650"/>
                <a:gd name="connsiteX1281" fmla="*/ 310583 w 549933"/>
                <a:gd name="connsiteY1281" fmla="*/ 216673 h 759650"/>
                <a:gd name="connsiteX1282" fmla="*/ 321756 w 549933"/>
                <a:gd name="connsiteY1282" fmla="*/ 217043 h 759650"/>
                <a:gd name="connsiteX1283" fmla="*/ 325087 w 549933"/>
                <a:gd name="connsiteY1283" fmla="*/ 217043 h 759650"/>
                <a:gd name="connsiteX1284" fmla="*/ 329294 w 549933"/>
                <a:gd name="connsiteY1284" fmla="*/ 218792 h 759650"/>
                <a:gd name="connsiteX1285" fmla="*/ 335218 w 549933"/>
                <a:gd name="connsiteY1285" fmla="*/ 218792 h 759650"/>
                <a:gd name="connsiteX1286" fmla="*/ 338415 w 549933"/>
                <a:gd name="connsiteY1286" fmla="*/ 218355 h 759650"/>
                <a:gd name="connsiteX1287" fmla="*/ 340299 w 549933"/>
                <a:gd name="connsiteY1287" fmla="*/ 221046 h 759650"/>
                <a:gd name="connsiteX1288" fmla="*/ 341107 w 549933"/>
                <a:gd name="connsiteY1288" fmla="*/ 222560 h 759650"/>
                <a:gd name="connsiteX1289" fmla="*/ 340299 w 549933"/>
                <a:gd name="connsiteY1289" fmla="*/ 224645 h 75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Lst>
              <a:rect l="l" t="t" r="r" b="b"/>
              <a:pathLst>
                <a:path w="549933" h="759650">
                  <a:moveTo>
                    <a:pt x="547410" y="270059"/>
                  </a:moveTo>
                  <a:lnTo>
                    <a:pt x="544078" y="266729"/>
                  </a:lnTo>
                  <a:lnTo>
                    <a:pt x="542328" y="262591"/>
                  </a:lnTo>
                  <a:lnTo>
                    <a:pt x="542462" y="256872"/>
                  </a:lnTo>
                  <a:lnTo>
                    <a:pt x="542328" y="256872"/>
                  </a:lnTo>
                  <a:lnTo>
                    <a:pt x="535361" y="254282"/>
                  </a:lnTo>
                  <a:cubicBezTo>
                    <a:pt x="535361" y="254282"/>
                    <a:pt x="531457" y="251389"/>
                    <a:pt x="530717" y="250952"/>
                  </a:cubicBezTo>
                  <a:cubicBezTo>
                    <a:pt x="529977" y="250514"/>
                    <a:pt x="523885" y="247184"/>
                    <a:pt x="523885" y="247184"/>
                  </a:cubicBezTo>
                  <a:cubicBezTo>
                    <a:pt x="523885" y="247184"/>
                    <a:pt x="522640" y="243854"/>
                    <a:pt x="522505" y="243282"/>
                  </a:cubicBezTo>
                  <a:cubicBezTo>
                    <a:pt x="522371" y="242710"/>
                    <a:pt x="522303" y="241398"/>
                    <a:pt x="522303" y="239380"/>
                  </a:cubicBezTo>
                  <a:cubicBezTo>
                    <a:pt x="522303" y="237361"/>
                    <a:pt x="522303" y="233425"/>
                    <a:pt x="522303" y="233425"/>
                  </a:cubicBezTo>
                  <a:lnTo>
                    <a:pt x="522000" y="229221"/>
                  </a:lnTo>
                  <a:cubicBezTo>
                    <a:pt x="522000" y="229221"/>
                    <a:pt x="519678" y="225318"/>
                    <a:pt x="519241" y="225016"/>
                  </a:cubicBezTo>
                  <a:cubicBezTo>
                    <a:pt x="518803" y="224713"/>
                    <a:pt x="515034" y="220676"/>
                    <a:pt x="514462" y="220541"/>
                  </a:cubicBezTo>
                  <a:cubicBezTo>
                    <a:pt x="513890" y="220407"/>
                    <a:pt x="510390" y="218220"/>
                    <a:pt x="510390" y="218220"/>
                  </a:cubicBezTo>
                  <a:cubicBezTo>
                    <a:pt x="510390" y="218220"/>
                    <a:pt x="507058" y="218086"/>
                    <a:pt x="505913" y="218220"/>
                  </a:cubicBezTo>
                  <a:cubicBezTo>
                    <a:pt x="504736" y="218355"/>
                    <a:pt x="501404" y="219600"/>
                    <a:pt x="501404" y="219600"/>
                  </a:cubicBezTo>
                  <a:lnTo>
                    <a:pt x="500091" y="220407"/>
                  </a:lnTo>
                  <a:lnTo>
                    <a:pt x="497029" y="220407"/>
                  </a:lnTo>
                  <a:cubicBezTo>
                    <a:pt x="497029" y="220407"/>
                    <a:pt x="491678" y="219700"/>
                    <a:pt x="490803" y="219700"/>
                  </a:cubicBezTo>
                  <a:cubicBezTo>
                    <a:pt x="489928" y="219700"/>
                    <a:pt x="488177" y="219129"/>
                    <a:pt x="488177" y="219129"/>
                  </a:cubicBezTo>
                  <a:cubicBezTo>
                    <a:pt x="488177" y="219129"/>
                    <a:pt x="486731" y="215495"/>
                    <a:pt x="486293" y="214655"/>
                  </a:cubicBezTo>
                  <a:cubicBezTo>
                    <a:pt x="485855" y="213780"/>
                    <a:pt x="482961" y="209642"/>
                    <a:pt x="482961" y="209642"/>
                  </a:cubicBezTo>
                  <a:lnTo>
                    <a:pt x="482524" y="204798"/>
                  </a:lnTo>
                  <a:lnTo>
                    <a:pt x="477879" y="204798"/>
                  </a:lnTo>
                  <a:lnTo>
                    <a:pt x="473403" y="205538"/>
                  </a:lnTo>
                  <a:lnTo>
                    <a:pt x="469937" y="204092"/>
                  </a:lnTo>
                  <a:cubicBezTo>
                    <a:pt x="469937" y="204092"/>
                    <a:pt x="466874" y="201333"/>
                    <a:pt x="465461" y="200459"/>
                  </a:cubicBezTo>
                  <a:cubicBezTo>
                    <a:pt x="464047" y="199584"/>
                    <a:pt x="458797" y="196826"/>
                    <a:pt x="458663" y="196422"/>
                  </a:cubicBezTo>
                  <a:cubicBezTo>
                    <a:pt x="458528" y="195985"/>
                    <a:pt x="453715" y="191645"/>
                    <a:pt x="453715" y="191645"/>
                  </a:cubicBezTo>
                  <a:lnTo>
                    <a:pt x="450383" y="188012"/>
                  </a:lnTo>
                  <a:cubicBezTo>
                    <a:pt x="450383" y="188012"/>
                    <a:pt x="451258" y="183235"/>
                    <a:pt x="451696" y="182798"/>
                  </a:cubicBezTo>
                  <a:cubicBezTo>
                    <a:pt x="452134" y="182361"/>
                    <a:pt x="458932" y="175431"/>
                    <a:pt x="458932" y="175431"/>
                  </a:cubicBezTo>
                  <a:cubicBezTo>
                    <a:pt x="458932" y="175431"/>
                    <a:pt x="460682" y="173412"/>
                    <a:pt x="461119" y="173412"/>
                  </a:cubicBezTo>
                  <a:cubicBezTo>
                    <a:pt x="461557" y="173412"/>
                    <a:pt x="462870" y="170957"/>
                    <a:pt x="462870" y="170957"/>
                  </a:cubicBezTo>
                  <a:lnTo>
                    <a:pt x="463576" y="168636"/>
                  </a:lnTo>
                  <a:lnTo>
                    <a:pt x="459537" y="166617"/>
                  </a:lnTo>
                  <a:cubicBezTo>
                    <a:pt x="459537" y="166617"/>
                    <a:pt x="457788" y="165608"/>
                    <a:pt x="457788" y="165171"/>
                  </a:cubicBezTo>
                  <a:cubicBezTo>
                    <a:pt x="457788" y="164733"/>
                    <a:pt x="458494" y="162143"/>
                    <a:pt x="459235" y="161975"/>
                  </a:cubicBezTo>
                  <a:cubicBezTo>
                    <a:pt x="459941" y="161840"/>
                    <a:pt x="462870" y="159788"/>
                    <a:pt x="463307" y="159654"/>
                  </a:cubicBezTo>
                  <a:cubicBezTo>
                    <a:pt x="463744" y="159519"/>
                    <a:pt x="464451" y="158073"/>
                    <a:pt x="466201" y="157770"/>
                  </a:cubicBezTo>
                  <a:cubicBezTo>
                    <a:pt x="467951" y="157467"/>
                    <a:pt x="471418" y="155752"/>
                    <a:pt x="471990" y="155583"/>
                  </a:cubicBezTo>
                  <a:cubicBezTo>
                    <a:pt x="472562" y="155449"/>
                    <a:pt x="476634" y="150941"/>
                    <a:pt x="476634" y="150941"/>
                  </a:cubicBezTo>
                  <a:lnTo>
                    <a:pt x="478822" y="146871"/>
                  </a:lnTo>
                  <a:lnTo>
                    <a:pt x="478822" y="143103"/>
                  </a:lnTo>
                  <a:cubicBezTo>
                    <a:pt x="478822" y="143103"/>
                    <a:pt x="478956" y="139907"/>
                    <a:pt x="479394" y="139033"/>
                  </a:cubicBezTo>
                  <a:cubicBezTo>
                    <a:pt x="479831" y="138158"/>
                    <a:pt x="481144" y="137149"/>
                    <a:pt x="482288" y="136846"/>
                  </a:cubicBezTo>
                  <a:cubicBezTo>
                    <a:pt x="483432" y="136543"/>
                    <a:pt x="483600" y="136712"/>
                    <a:pt x="485048" y="136274"/>
                  </a:cubicBezTo>
                  <a:cubicBezTo>
                    <a:pt x="486495" y="135837"/>
                    <a:pt x="488245" y="134828"/>
                    <a:pt x="488380" y="134256"/>
                  </a:cubicBezTo>
                  <a:cubicBezTo>
                    <a:pt x="488514" y="133684"/>
                    <a:pt x="489086" y="131228"/>
                    <a:pt x="488514" y="131060"/>
                  </a:cubicBezTo>
                  <a:cubicBezTo>
                    <a:pt x="487942" y="130926"/>
                    <a:pt x="482995" y="131363"/>
                    <a:pt x="481985" y="131060"/>
                  </a:cubicBezTo>
                  <a:cubicBezTo>
                    <a:pt x="480975" y="130757"/>
                    <a:pt x="478351" y="131026"/>
                    <a:pt x="478351" y="131026"/>
                  </a:cubicBezTo>
                  <a:lnTo>
                    <a:pt x="475456" y="132641"/>
                  </a:lnTo>
                  <a:lnTo>
                    <a:pt x="470812" y="134828"/>
                  </a:lnTo>
                  <a:lnTo>
                    <a:pt x="465595" y="135568"/>
                  </a:lnTo>
                  <a:lnTo>
                    <a:pt x="463273" y="134828"/>
                  </a:lnTo>
                  <a:lnTo>
                    <a:pt x="461086" y="132809"/>
                  </a:lnTo>
                  <a:cubicBezTo>
                    <a:pt x="461086" y="132809"/>
                    <a:pt x="458898" y="133112"/>
                    <a:pt x="458191" y="133381"/>
                  </a:cubicBezTo>
                  <a:cubicBezTo>
                    <a:pt x="457484" y="133684"/>
                    <a:pt x="456172" y="135971"/>
                    <a:pt x="456172" y="135971"/>
                  </a:cubicBezTo>
                  <a:cubicBezTo>
                    <a:pt x="456172" y="135971"/>
                    <a:pt x="454590" y="137283"/>
                    <a:pt x="454153" y="137418"/>
                  </a:cubicBezTo>
                  <a:cubicBezTo>
                    <a:pt x="453715" y="137553"/>
                    <a:pt x="450686" y="134962"/>
                    <a:pt x="449812" y="134390"/>
                  </a:cubicBezTo>
                  <a:cubicBezTo>
                    <a:pt x="448936" y="133818"/>
                    <a:pt x="447792" y="132641"/>
                    <a:pt x="447186" y="132372"/>
                  </a:cubicBezTo>
                  <a:cubicBezTo>
                    <a:pt x="446614" y="132069"/>
                    <a:pt x="444426" y="130926"/>
                    <a:pt x="444426" y="130926"/>
                  </a:cubicBezTo>
                  <a:lnTo>
                    <a:pt x="439648" y="133247"/>
                  </a:lnTo>
                  <a:lnTo>
                    <a:pt x="434296" y="134121"/>
                  </a:lnTo>
                  <a:cubicBezTo>
                    <a:pt x="434296" y="134121"/>
                    <a:pt x="431402" y="135299"/>
                    <a:pt x="431268" y="134861"/>
                  </a:cubicBezTo>
                  <a:cubicBezTo>
                    <a:pt x="431133" y="134424"/>
                    <a:pt x="429686" y="132103"/>
                    <a:pt x="429686" y="132103"/>
                  </a:cubicBezTo>
                  <a:lnTo>
                    <a:pt x="427499" y="132237"/>
                  </a:lnTo>
                  <a:cubicBezTo>
                    <a:pt x="427499" y="132237"/>
                    <a:pt x="424032" y="129614"/>
                    <a:pt x="423594" y="129479"/>
                  </a:cubicBezTo>
                  <a:cubicBezTo>
                    <a:pt x="423157" y="129344"/>
                    <a:pt x="421710" y="131363"/>
                    <a:pt x="421575" y="131935"/>
                  </a:cubicBezTo>
                  <a:cubicBezTo>
                    <a:pt x="421441" y="132507"/>
                    <a:pt x="419825" y="135130"/>
                    <a:pt x="419825" y="135130"/>
                  </a:cubicBezTo>
                  <a:cubicBezTo>
                    <a:pt x="419825" y="135130"/>
                    <a:pt x="418513" y="136274"/>
                    <a:pt x="417065" y="136712"/>
                  </a:cubicBezTo>
                  <a:cubicBezTo>
                    <a:pt x="415618" y="137149"/>
                    <a:pt x="414037" y="137452"/>
                    <a:pt x="414037" y="137452"/>
                  </a:cubicBezTo>
                  <a:lnTo>
                    <a:pt x="411714" y="138595"/>
                  </a:lnTo>
                  <a:cubicBezTo>
                    <a:pt x="411714" y="138595"/>
                    <a:pt x="406801" y="135400"/>
                    <a:pt x="406195" y="135265"/>
                  </a:cubicBezTo>
                  <a:cubicBezTo>
                    <a:pt x="405623" y="135130"/>
                    <a:pt x="404748" y="135130"/>
                    <a:pt x="404445" y="134559"/>
                  </a:cubicBezTo>
                  <a:cubicBezTo>
                    <a:pt x="404176" y="133987"/>
                    <a:pt x="403873" y="130926"/>
                    <a:pt x="403873" y="130926"/>
                  </a:cubicBezTo>
                  <a:lnTo>
                    <a:pt x="402291" y="126855"/>
                  </a:lnTo>
                  <a:cubicBezTo>
                    <a:pt x="402291" y="126855"/>
                    <a:pt x="401147" y="124971"/>
                    <a:pt x="401147" y="124534"/>
                  </a:cubicBezTo>
                  <a:cubicBezTo>
                    <a:pt x="401147" y="124097"/>
                    <a:pt x="400272" y="122953"/>
                    <a:pt x="400272" y="122516"/>
                  </a:cubicBezTo>
                  <a:cubicBezTo>
                    <a:pt x="400272" y="122078"/>
                    <a:pt x="399834" y="121372"/>
                    <a:pt x="400709" y="120766"/>
                  </a:cubicBezTo>
                  <a:cubicBezTo>
                    <a:pt x="401584" y="120194"/>
                    <a:pt x="402291" y="119320"/>
                    <a:pt x="402291" y="118748"/>
                  </a:cubicBezTo>
                  <a:cubicBezTo>
                    <a:pt x="402291" y="118176"/>
                    <a:pt x="402291" y="113534"/>
                    <a:pt x="402291" y="113534"/>
                  </a:cubicBezTo>
                  <a:lnTo>
                    <a:pt x="401416" y="112659"/>
                  </a:lnTo>
                  <a:lnTo>
                    <a:pt x="394315" y="111650"/>
                  </a:lnTo>
                  <a:lnTo>
                    <a:pt x="393137" y="108622"/>
                  </a:lnTo>
                  <a:lnTo>
                    <a:pt x="396772" y="106604"/>
                  </a:lnTo>
                  <a:cubicBezTo>
                    <a:pt x="396772" y="106604"/>
                    <a:pt x="394450" y="103408"/>
                    <a:pt x="393878" y="103139"/>
                  </a:cubicBezTo>
                  <a:cubicBezTo>
                    <a:pt x="393305" y="102836"/>
                    <a:pt x="390983" y="102567"/>
                    <a:pt x="390545" y="102264"/>
                  </a:cubicBezTo>
                  <a:cubicBezTo>
                    <a:pt x="390108" y="101962"/>
                    <a:pt x="389805" y="101121"/>
                    <a:pt x="389401" y="100515"/>
                  </a:cubicBezTo>
                  <a:cubicBezTo>
                    <a:pt x="388964" y="99943"/>
                    <a:pt x="387214" y="97622"/>
                    <a:pt x="386945" y="96748"/>
                  </a:cubicBezTo>
                  <a:cubicBezTo>
                    <a:pt x="386676" y="95873"/>
                    <a:pt x="385800" y="93855"/>
                    <a:pt x="385800" y="93855"/>
                  </a:cubicBezTo>
                  <a:cubicBezTo>
                    <a:pt x="385800" y="93855"/>
                    <a:pt x="385363" y="92274"/>
                    <a:pt x="385800" y="91668"/>
                  </a:cubicBezTo>
                  <a:cubicBezTo>
                    <a:pt x="386238" y="91096"/>
                    <a:pt x="387820" y="87699"/>
                    <a:pt x="387820" y="87699"/>
                  </a:cubicBezTo>
                  <a:lnTo>
                    <a:pt x="388695" y="86622"/>
                  </a:lnTo>
                  <a:lnTo>
                    <a:pt x="389267" y="86622"/>
                  </a:lnTo>
                  <a:cubicBezTo>
                    <a:pt x="389267" y="86622"/>
                    <a:pt x="388964" y="86185"/>
                    <a:pt x="390849" y="86622"/>
                  </a:cubicBezTo>
                  <a:cubicBezTo>
                    <a:pt x="392733" y="87059"/>
                    <a:pt x="394046" y="87497"/>
                    <a:pt x="394046" y="87497"/>
                  </a:cubicBezTo>
                  <a:cubicBezTo>
                    <a:pt x="394046" y="87497"/>
                    <a:pt x="396940" y="89246"/>
                    <a:pt x="397243" y="89818"/>
                  </a:cubicBezTo>
                  <a:cubicBezTo>
                    <a:pt x="397546" y="90390"/>
                    <a:pt x="398690" y="91836"/>
                    <a:pt x="400440" y="91130"/>
                  </a:cubicBezTo>
                  <a:cubicBezTo>
                    <a:pt x="402190" y="90423"/>
                    <a:pt x="403637" y="87497"/>
                    <a:pt x="403637" y="87497"/>
                  </a:cubicBezTo>
                  <a:cubicBezTo>
                    <a:pt x="403637" y="87497"/>
                    <a:pt x="403503" y="82854"/>
                    <a:pt x="402931" y="81845"/>
                  </a:cubicBezTo>
                  <a:cubicBezTo>
                    <a:pt x="402358" y="80836"/>
                    <a:pt x="400474" y="78212"/>
                    <a:pt x="400474" y="78212"/>
                  </a:cubicBezTo>
                  <a:lnTo>
                    <a:pt x="399599" y="74747"/>
                  </a:lnTo>
                  <a:lnTo>
                    <a:pt x="396267" y="71417"/>
                  </a:lnTo>
                  <a:cubicBezTo>
                    <a:pt x="396267" y="71417"/>
                    <a:pt x="395829" y="70408"/>
                    <a:pt x="396839" y="69533"/>
                  </a:cubicBezTo>
                  <a:cubicBezTo>
                    <a:pt x="397849" y="68659"/>
                    <a:pt x="399868" y="66640"/>
                    <a:pt x="400305" y="66640"/>
                  </a:cubicBezTo>
                  <a:cubicBezTo>
                    <a:pt x="400743" y="66640"/>
                    <a:pt x="401887" y="64050"/>
                    <a:pt x="400878" y="64050"/>
                  </a:cubicBezTo>
                  <a:cubicBezTo>
                    <a:pt x="399868" y="64050"/>
                    <a:pt x="396536" y="63310"/>
                    <a:pt x="396536" y="63310"/>
                  </a:cubicBezTo>
                  <a:cubicBezTo>
                    <a:pt x="396536" y="63310"/>
                    <a:pt x="394214" y="62570"/>
                    <a:pt x="394079" y="61729"/>
                  </a:cubicBezTo>
                  <a:cubicBezTo>
                    <a:pt x="393945" y="60854"/>
                    <a:pt x="395661" y="59408"/>
                    <a:pt x="395661" y="59408"/>
                  </a:cubicBezTo>
                  <a:lnTo>
                    <a:pt x="396233" y="57658"/>
                  </a:lnTo>
                  <a:lnTo>
                    <a:pt x="395527" y="55337"/>
                  </a:lnTo>
                  <a:lnTo>
                    <a:pt x="394517" y="55337"/>
                  </a:lnTo>
                  <a:cubicBezTo>
                    <a:pt x="394517" y="55337"/>
                    <a:pt x="392363" y="53588"/>
                    <a:pt x="391757" y="53588"/>
                  </a:cubicBezTo>
                  <a:cubicBezTo>
                    <a:pt x="391185" y="53588"/>
                    <a:pt x="390007" y="54025"/>
                    <a:pt x="389570" y="54328"/>
                  </a:cubicBezTo>
                  <a:cubicBezTo>
                    <a:pt x="389132" y="54631"/>
                    <a:pt x="388695" y="55640"/>
                    <a:pt x="388392" y="56212"/>
                  </a:cubicBezTo>
                  <a:cubicBezTo>
                    <a:pt x="388122" y="56784"/>
                    <a:pt x="387247" y="58096"/>
                    <a:pt x="387247" y="58096"/>
                  </a:cubicBezTo>
                  <a:cubicBezTo>
                    <a:pt x="387247" y="58096"/>
                    <a:pt x="385699" y="59542"/>
                    <a:pt x="385598" y="59542"/>
                  </a:cubicBezTo>
                  <a:cubicBezTo>
                    <a:pt x="385497" y="59542"/>
                    <a:pt x="383781" y="59408"/>
                    <a:pt x="383781" y="59408"/>
                  </a:cubicBezTo>
                  <a:cubicBezTo>
                    <a:pt x="383781" y="59408"/>
                    <a:pt x="382839" y="58533"/>
                    <a:pt x="382569" y="57961"/>
                  </a:cubicBezTo>
                  <a:cubicBezTo>
                    <a:pt x="382267" y="57389"/>
                    <a:pt x="381459" y="56515"/>
                    <a:pt x="381459" y="56515"/>
                  </a:cubicBezTo>
                  <a:lnTo>
                    <a:pt x="381459" y="54496"/>
                  </a:lnTo>
                  <a:lnTo>
                    <a:pt x="384252" y="53285"/>
                  </a:lnTo>
                  <a:lnTo>
                    <a:pt x="383579" y="51603"/>
                  </a:lnTo>
                  <a:lnTo>
                    <a:pt x="382873" y="50426"/>
                  </a:lnTo>
                  <a:lnTo>
                    <a:pt x="380012" y="48307"/>
                  </a:lnTo>
                  <a:lnTo>
                    <a:pt x="377892" y="49719"/>
                  </a:lnTo>
                  <a:cubicBezTo>
                    <a:pt x="377892" y="49719"/>
                    <a:pt x="377252" y="49484"/>
                    <a:pt x="377252" y="49349"/>
                  </a:cubicBezTo>
                  <a:cubicBezTo>
                    <a:pt x="377252" y="49181"/>
                    <a:pt x="377084" y="47163"/>
                    <a:pt x="377252" y="46692"/>
                  </a:cubicBezTo>
                  <a:cubicBezTo>
                    <a:pt x="377420" y="46187"/>
                    <a:pt x="377858" y="44842"/>
                    <a:pt x="377858" y="44842"/>
                  </a:cubicBezTo>
                  <a:cubicBezTo>
                    <a:pt x="377858" y="44842"/>
                    <a:pt x="377286" y="43799"/>
                    <a:pt x="377185" y="43698"/>
                  </a:cubicBezTo>
                  <a:cubicBezTo>
                    <a:pt x="377084" y="43597"/>
                    <a:pt x="372844" y="40939"/>
                    <a:pt x="372844" y="40939"/>
                  </a:cubicBezTo>
                  <a:lnTo>
                    <a:pt x="371430" y="37845"/>
                  </a:lnTo>
                  <a:cubicBezTo>
                    <a:pt x="371430" y="37845"/>
                    <a:pt x="370622" y="35389"/>
                    <a:pt x="370622" y="35086"/>
                  </a:cubicBezTo>
                  <a:cubicBezTo>
                    <a:pt x="370622" y="34783"/>
                    <a:pt x="372877" y="32563"/>
                    <a:pt x="372877" y="32563"/>
                  </a:cubicBezTo>
                  <a:lnTo>
                    <a:pt x="373146" y="32193"/>
                  </a:lnTo>
                  <a:lnTo>
                    <a:pt x="374593" y="30040"/>
                  </a:lnTo>
                  <a:lnTo>
                    <a:pt x="374089" y="27652"/>
                  </a:lnTo>
                  <a:cubicBezTo>
                    <a:pt x="374089" y="27652"/>
                    <a:pt x="372910" y="26273"/>
                    <a:pt x="372844" y="26071"/>
                  </a:cubicBezTo>
                  <a:cubicBezTo>
                    <a:pt x="372776" y="25835"/>
                    <a:pt x="371598" y="24389"/>
                    <a:pt x="371598" y="24389"/>
                  </a:cubicBezTo>
                  <a:cubicBezTo>
                    <a:pt x="371598" y="24389"/>
                    <a:pt x="370521" y="22370"/>
                    <a:pt x="370589" y="22068"/>
                  </a:cubicBezTo>
                  <a:cubicBezTo>
                    <a:pt x="370656" y="21765"/>
                    <a:pt x="369915" y="20184"/>
                    <a:pt x="369915" y="20184"/>
                  </a:cubicBezTo>
                  <a:lnTo>
                    <a:pt x="367458" y="18300"/>
                  </a:lnTo>
                  <a:lnTo>
                    <a:pt x="362949" y="13893"/>
                  </a:lnTo>
                  <a:lnTo>
                    <a:pt x="357093" y="10630"/>
                  </a:lnTo>
                  <a:lnTo>
                    <a:pt x="355780" y="7165"/>
                  </a:lnTo>
                  <a:cubicBezTo>
                    <a:pt x="355780" y="7165"/>
                    <a:pt x="356420" y="5416"/>
                    <a:pt x="355780" y="5214"/>
                  </a:cubicBezTo>
                  <a:cubicBezTo>
                    <a:pt x="355141" y="5012"/>
                    <a:pt x="352516" y="1749"/>
                    <a:pt x="352516" y="1749"/>
                  </a:cubicBezTo>
                  <a:lnTo>
                    <a:pt x="347098" y="0"/>
                  </a:lnTo>
                  <a:lnTo>
                    <a:pt x="343900" y="639"/>
                  </a:lnTo>
                  <a:lnTo>
                    <a:pt x="340266" y="1379"/>
                  </a:lnTo>
                  <a:lnTo>
                    <a:pt x="337506" y="2388"/>
                  </a:lnTo>
                  <a:lnTo>
                    <a:pt x="335487" y="5147"/>
                  </a:lnTo>
                  <a:cubicBezTo>
                    <a:pt x="335487" y="5147"/>
                    <a:pt x="333737" y="6728"/>
                    <a:pt x="333333" y="6896"/>
                  </a:cubicBezTo>
                  <a:cubicBezTo>
                    <a:pt x="332895" y="7031"/>
                    <a:pt x="329833" y="5887"/>
                    <a:pt x="329833" y="5887"/>
                  </a:cubicBezTo>
                  <a:lnTo>
                    <a:pt x="327814" y="4440"/>
                  </a:lnTo>
                  <a:cubicBezTo>
                    <a:pt x="327814" y="4440"/>
                    <a:pt x="327814" y="4003"/>
                    <a:pt x="326939" y="3869"/>
                  </a:cubicBezTo>
                  <a:cubicBezTo>
                    <a:pt x="326064" y="3734"/>
                    <a:pt x="324313" y="3869"/>
                    <a:pt x="323910" y="4306"/>
                  </a:cubicBezTo>
                  <a:cubicBezTo>
                    <a:pt x="323472" y="4743"/>
                    <a:pt x="322732" y="6055"/>
                    <a:pt x="322462" y="6627"/>
                  </a:cubicBezTo>
                  <a:cubicBezTo>
                    <a:pt x="322193" y="7199"/>
                    <a:pt x="321587" y="8343"/>
                    <a:pt x="321587" y="8343"/>
                  </a:cubicBezTo>
                  <a:lnTo>
                    <a:pt x="320578" y="10664"/>
                  </a:lnTo>
                  <a:lnTo>
                    <a:pt x="320578" y="12850"/>
                  </a:lnTo>
                  <a:lnTo>
                    <a:pt x="317684" y="16046"/>
                  </a:lnTo>
                  <a:cubicBezTo>
                    <a:pt x="317684" y="16046"/>
                    <a:pt x="318559" y="16248"/>
                    <a:pt x="316943" y="16551"/>
                  </a:cubicBezTo>
                  <a:cubicBezTo>
                    <a:pt x="315361" y="16853"/>
                    <a:pt x="314318" y="17190"/>
                    <a:pt x="314318" y="17190"/>
                  </a:cubicBezTo>
                  <a:lnTo>
                    <a:pt x="310986" y="17190"/>
                  </a:lnTo>
                  <a:lnTo>
                    <a:pt x="309236" y="16315"/>
                  </a:lnTo>
                  <a:lnTo>
                    <a:pt x="305601" y="14297"/>
                  </a:lnTo>
                  <a:cubicBezTo>
                    <a:pt x="305601" y="14297"/>
                    <a:pt x="304592" y="13288"/>
                    <a:pt x="304020" y="13288"/>
                  </a:cubicBezTo>
                  <a:cubicBezTo>
                    <a:pt x="303447" y="13288"/>
                    <a:pt x="300688" y="15172"/>
                    <a:pt x="300688" y="15172"/>
                  </a:cubicBezTo>
                  <a:lnTo>
                    <a:pt x="299375" y="17358"/>
                  </a:lnTo>
                  <a:cubicBezTo>
                    <a:pt x="299375" y="17358"/>
                    <a:pt x="297356" y="17661"/>
                    <a:pt x="295741" y="17661"/>
                  </a:cubicBezTo>
                  <a:cubicBezTo>
                    <a:pt x="294159" y="17661"/>
                    <a:pt x="290390" y="17358"/>
                    <a:pt x="290390" y="17358"/>
                  </a:cubicBezTo>
                  <a:cubicBezTo>
                    <a:pt x="290390" y="17358"/>
                    <a:pt x="288067" y="17223"/>
                    <a:pt x="287495" y="17493"/>
                  </a:cubicBezTo>
                  <a:cubicBezTo>
                    <a:pt x="286923" y="17762"/>
                    <a:pt x="283861" y="18636"/>
                    <a:pt x="283861" y="18636"/>
                  </a:cubicBezTo>
                  <a:cubicBezTo>
                    <a:pt x="283861" y="18636"/>
                    <a:pt x="281539" y="19074"/>
                    <a:pt x="280966" y="19343"/>
                  </a:cubicBezTo>
                  <a:cubicBezTo>
                    <a:pt x="280394" y="19646"/>
                    <a:pt x="278779" y="19646"/>
                    <a:pt x="278510" y="20083"/>
                  </a:cubicBezTo>
                  <a:cubicBezTo>
                    <a:pt x="278206" y="20520"/>
                    <a:pt x="279317" y="24288"/>
                    <a:pt x="278577" y="24422"/>
                  </a:cubicBezTo>
                  <a:cubicBezTo>
                    <a:pt x="277870" y="24557"/>
                    <a:pt x="271846" y="25566"/>
                    <a:pt x="271846" y="25566"/>
                  </a:cubicBezTo>
                  <a:lnTo>
                    <a:pt x="271846" y="28459"/>
                  </a:lnTo>
                  <a:lnTo>
                    <a:pt x="272855" y="29468"/>
                  </a:lnTo>
                  <a:cubicBezTo>
                    <a:pt x="272855" y="29468"/>
                    <a:pt x="273563" y="30646"/>
                    <a:pt x="273731" y="31218"/>
                  </a:cubicBezTo>
                  <a:cubicBezTo>
                    <a:pt x="273865" y="31789"/>
                    <a:pt x="274168" y="32967"/>
                    <a:pt x="274168" y="32967"/>
                  </a:cubicBezTo>
                  <a:lnTo>
                    <a:pt x="274875" y="34716"/>
                  </a:lnTo>
                  <a:lnTo>
                    <a:pt x="275178" y="37912"/>
                  </a:lnTo>
                  <a:lnTo>
                    <a:pt x="275312" y="39796"/>
                  </a:lnTo>
                  <a:lnTo>
                    <a:pt x="277332" y="44001"/>
                  </a:lnTo>
                  <a:lnTo>
                    <a:pt x="276187" y="47768"/>
                  </a:lnTo>
                  <a:cubicBezTo>
                    <a:pt x="276187" y="47768"/>
                    <a:pt x="274740" y="48071"/>
                    <a:pt x="273293" y="48475"/>
                  </a:cubicBezTo>
                  <a:cubicBezTo>
                    <a:pt x="271846" y="48912"/>
                    <a:pt x="267067" y="50224"/>
                    <a:pt x="267067" y="50224"/>
                  </a:cubicBezTo>
                  <a:cubicBezTo>
                    <a:pt x="267067" y="51973"/>
                    <a:pt x="270096" y="55304"/>
                    <a:pt x="270096" y="55304"/>
                  </a:cubicBezTo>
                  <a:lnTo>
                    <a:pt x="274000" y="57187"/>
                  </a:lnTo>
                  <a:lnTo>
                    <a:pt x="276154" y="58499"/>
                  </a:lnTo>
                  <a:lnTo>
                    <a:pt x="277163" y="60383"/>
                  </a:lnTo>
                  <a:lnTo>
                    <a:pt x="276591" y="62704"/>
                  </a:lnTo>
                  <a:cubicBezTo>
                    <a:pt x="276591" y="62704"/>
                    <a:pt x="275716" y="66169"/>
                    <a:pt x="275716" y="66775"/>
                  </a:cubicBezTo>
                  <a:cubicBezTo>
                    <a:pt x="275716" y="67347"/>
                    <a:pt x="275144" y="70408"/>
                    <a:pt x="275009" y="70845"/>
                  </a:cubicBezTo>
                  <a:cubicBezTo>
                    <a:pt x="274875" y="71282"/>
                    <a:pt x="274437" y="72493"/>
                    <a:pt x="274000" y="72662"/>
                  </a:cubicBezTo>
                  <a:cubicBezTo>
                    <a:pt x="273563" y="72796"/>
                    <a:pt x="272553" y="72863"/>
                    <a:pt x="271980" y="72863"/>
                  </a:cubicBezTo>
                  <a:cubicBezTo>
                    <a:pt x="271409" y="72863"/>
                    <a:pt x="269221" y="72863"/>
                    <a:pt x="269221" y="72863"/>
                  </a:cubicBezTo>
                  <a:lnTo>
                    <a:pt x="266327" y="73166"/>
                  </a:lnTo>
                  <a:cubicBezTo>
                    <a:pt x="266327" y="73166"/>
                    <a:pt x="265182" y="73301"/>
                    <a:pt x="264745" y="74747"/>
                  </a:cubicBezTo>
                  <a:cubicBezTo>
                    <a:pt x="264308" y="76194"/>
                    <a:pt x="264038" y="78649"/>
                    <a:pt x="263735" y="79255"/>
                  </a:cubicBezTo>
                  <a:cubicBezTo>
                    <a:pt x="263432" y="79827"/>
                    <a:pt x="263163" y="80130"/>
                    <a:pt x="262591" y="80399"/>
                  </a:cubicBezTo>
                  <a:cubicBezTo>
                    <a:pt x="262019" y="80702"/>
                    <a:pt x="256802" y="80836"/>
                    <a:pt x="256802" y="80836"/>
                  </a:cubicBezTo>
                  <a:cubicBezTo>
                    <a:pt x="256802" y="80836"/>
                    <a:pt x="252023" y="81139"/>
                    <a:pt x="251014" y="81139"/>
                  </a:cubicBezTo>
                  <a:cubicBezTo>
                    <a:pt x="250004" y="81139"/>
                    <a:pt x="247513" y="79827"/>
                    <a:pt x="247513" y="79827"/>
                  </a:cubicBezTo>
                  <a:lnTo>
                    <a:pt x="244451" y="76564"/>
                  </a:lnTo>
                  <a:lnTo>
                    <a:pt x="242869" y="74613"/>
                  </a:lnTo>
                  <a:lnTo>
                    <a:pt x="239672" y="74613"/>
                  </a:lnTo>
                  <a:lnTo>
                    <a:pt x="238225" y="77808"/>
                  </a:lnTo>
                  <a:cubicBezTo>
                    <a:pt x="238225" y="77808"/>
                    <a:pt x="235768" y="78952"/>
                    <a:pt x="235465" y="78549"/>
                  </a:cubicBezTo>
                  <a:cubicBezTo>
                    <a:pt x="235196" y="78111"/>
                    <a:pt x="235465" y="76799"/>
                    <a:pt x="235768" y="76227"/>
                  </a:cubicBezTo>
                  <a:cubicBezTo>
                    <a:pt x="236071" y="75656"/>
                    <a:pt x="237081" y="75353"/>
                    <a:pt x="237081" y="74646"/>
                  </a:cubicBezTo>
                  <a:cubicBezTo>
                    <a:pt x="237081" y="73906"/>
                    <a:pt x="237081" y="72056"/>
                    <a:pt x="237081" y="72056"/>
                  </a:cubicBezTo>
                  <a:cubicBezTo>
                    <a:pt x="237081" y="72056"/>
                    <a:pt x="234624" y="71047"/>
                    <a:pt x="233884" y="71047"/>
                  </a:cubicBezTo>
                  <a:cubicBezTo>
                    <a:pt x="233143" y="71047"/>
                    <a:pt x="230855" y="72191"/>
                    <a:pt x="230855" y="72191"/>
                  </a:cubicBezTo>
                  <a:lnTo>
                    <a:pt x="228835" y="74075"/>
                  </a:lnTo>
                  <a:lnTo>
                    <a:pt x="226648" y="77270"/>
                  </a:lnTo>
                  <a:lnTo>
                    <a:pt x="226648" y="79020"/>
                  </a:lnTo>
                  <a:lnTo>
                    <a:pt x="224898" y="81038"/>
                  </a:lnTo>
                  <a:lnTo>
                    <a:pt x="224898" y="82484"/>
                  </a:lnTo>
                  <a:lnTo>
                    <a:pt x="221970" y="85411"/>
                  </a:lnTo>
                  <a:lnTo>
                    <a:pt x="220220" y="87362"/>
                  </a:lnTo>
                  <a:lnTo>
                    <a:pt x="217830" y="89011"/>
                  </a:lnTo>
                  <a:lnTo>
                    <a:pt x="216080" y="89784"/>
                  </a:lnTo>
                  <a:cubicBezTo>
                    <a:pt x="216080" y="89784"/>
                    <a:pt x="214229" y="90558"/>
                    <a:pt x="213792" y="90659"/>
                  </a:cubicBezTo>
                  <a:cubicBezTo>
                    <a:pt x="213354" y="90760"/>
                    <a:pt x="212277" y="91197"/>
                    <a:pt x="212277" y="91197"/>
                  </a:cubicBezTo>
                  <a:lnTo>
                    <a:pt x="210662" y="92711"/>
                  </a:lnTo>
                  <a:lnTo>
                    <a:pt x="209248" y="95436"/>
                  </a:lnTo>
                  <a:lnTo>
                    <a:pt x="209248" y="98161"/>
                  </a:lnTo>
                  <a:lnTo>
                    <a:pt x="209248" y="101625"/>
                  </a:lnTo>
                  <a:cubicBezTo>
                    <a:pt x="208474" y="101962"/>
                    <a:pt x="206320" y="100986"/>
                    <a:pt x="205345" y="99674"/>
                  </a:cubicBezTo>
                  <a:cubicBezTo>
                    <a:pt x="204368" y="98362"/>
                    <a:pt x="203830" y="97723"/>
                    <a:pt x="203830" y="97387"/>
                  </a:cubicBezTo>
                  <a:cubicBezTo>
                    <a:pt x="203830" y="97050"/>
                    <a:pt x="202753" y="90659"/>
                    <a:pt x="202753" y="90659"/>
                  </a:cubicBezTo>
                  <a:lnTo>
                    <a:pt x="201542" y="88472"/>
                  </a:lnTo>
                  <a:lnTo>
                    <a:pt x="198916" y="86858"/>
                  </a:lnTo>
                  <a:lnTo>
                    <a:pt x="196527" y="84267"/>
                  </a:lnTo>
                  <a:cubicBezTo>
                    <a:pt x="196527" y="84267"/>
                    <a:pt x="195215" y="82215"/>
                    <a:pt x="193902" y="82215"/>
                  </a:cubicBezTo>
                  <a:cubicBezTo>
                    <a:pt x="192589" y="82215"/>
                    <a:pt x="189661" y="83090"/>
                    <a:pt x="189661" y="83090"/>
                  </a:cubicBezTo>
                  <a:cubicBezTo>
                    <a:pt x="189661" y="83090"/>
                    <a:pt x="188484" y="83292"/>
                    <a:pt x="188248" y="83628"/>
                  </a:cubicBezTo>
                  <a:cubicBezTo>
                    <a:pt x="188046" y="83965"/>
                    <a:pt x="185522" y="85478"/>
                    <a:pt x="185219" y="85680"/>
                  </a:cubicBezTo>
                  <a:cubicBezTo>
                    <a:pt x="184882" y="85916"/>
                    <a:pt x="181618" y="88405"/>
                    <a:pt x="181517" y="88741"/>
                  </a:cubicBezTo>
                  <a:cubicBezTo>
                    <a:pt x="181383" y="89078"/>
                    <a:pt x="173036" y="95570"/>
                    <a:pt x="173036" y="95570"/>
                  </a:cubicBezTo>
                  <a:lnTo>
                    <a:pt x="169771" y="98295"/>
                  </a:lnTo>
                  <a:lnTo>
                    <a:pt x="161627" y="103610"/>
                  </a:lnTo>
                  <a:lnTo>
                    <a:pt x="158800" y="105561"/>
                  </a:lnTo>
                  <a:lnTo>
                    <a:pt x="157387" y="108286"/>
                  </a:lnTo>
                  <a:cubicBezTo>
                    <a:pt x="157387" y="108286"/>
                    <a:pt x="160315" y="111650"/>
                    <a:pt x="155637" y="110473"/>
                  </a:cubicBezTo>
                  <a:cubicBezTo>
                    <a:pt x="150959" y="109295"/>
                    <a:pt x="148805" y="106469"/>
                    <a:pt x="148805" y="106469"/>
                  </a:cubicBezTo>
                  <a:cubicBezTo>
                    <a:pt x="148805" y="106469"/>
                    <a:pt x="148166" y="106032"/>
                    <a:pt x="146853" y="106469"/>
                  </a:cubicBezTo>
                  <a:cubicBezTo>
                    <a:pt x="145540" y="106907"/>
                    <a:pt x="144261" y="108757"/>
                    <a:pt x="144026" y="109194"/>
                  </a:cubicBezTo>
                  <a:cubicBezTo>
                    <a:pt x="143790" y="109632"/>
                    <a:pt x="143050" y="111818"/>
                    <a:pt x="143252" y="112255"/>
                  </a:cubicBezTo>
                  <a:cubicBezTo>
                    <a:pt x="143454" y="112693"/>
                    <a:pt x="146516" y="116393"/>
                    <a:pt x="146954" y="116696"/>
                  </a:cubicBezTo>
                  <a:cubicBezTo>
                    <a:pt x="147391" y="117032"/>
                    <a:pt x="149882" y="118748"/>
                    <a:pt x="149882" y="118748"/>
                  </a:cubicBezTo>
                  <a:lnTo>
                    <a:pt x="151733" y="120497"/>
                  </a:lnTo>
                  <a:cubicBezTo>
                    <a:pt x="151733" y="120497"/>
                    <a:pt x="151935" y="121372"/>
                    <a:pt x="151632" y="122011"/>
                  </a:cubicBezTo>
                  <a:cubicBezTo>
                    <a:pt x="151295" y="122650"/>
                    <a:pt x="151867" y="123525"/>
                    <a:pt x="150016" y="123760"/>
                  </a:cubicBezTo>
                  <a:cubicBezTo>
                    <a:pt x="148166" y="123962"/>
                    <a:pt x="146415" y="123962"/>
                    <a:pt x="145002" y="123962"/>
                  </a:cubicBezTo>
                  <a:cubicBezTo>
                    <a:pt x="143588" y="123962"/>
                    <a:pt x="145540" y="123962"/>
                    <a:pt x="142713" y="124063"/>
                  </a:cubicBezTo>
                  <a:cubicBezTo>
                    <a:pt x="139886" y="124164"/>
                    <a:pt x="139011" y="123827"/>
                    <a:pt x="137800" y="123827"/>
                  </a:cubicBezTo>
                  <a:cubicBezTo>
                    <a:pt x="136588" y="123827"/>
                    <a:pt x="135208" y="123727"/>
                    <a:pt x="133761" y="123727"/>
                  </a:cubicBezTo>
                  <a:cubicBezTo>
                    <a:pt x="132348" y="123727"/>
                    <a:pt x="132011" y="120901"/>
                    <a:pt x="130295" y="120901"/>
                  </a:cubicBezTo>
                  <a:cubicBezTo>
                    <a:pt x="128545" y="120901"/>
                    <a:pt x="127030" y="121103"/>
                    <a:pt x="126155" y="121675"/>
                  </a:cubicBezTo>
                  <a:cubicBezTo>
                    <a:pt x="125280" y="122213"/>
                    <a:pt x="124203" y="123861"/>
                    <a:pt x="123867" y="124399"/>
                  </a:cubicBezTo>
                  <a:cubicBezTo>
                    <a:pt x="123530" y="124938"/>
                    <a:pt x="122891" y="125375"/>
                    <a:pt x="120939" y="125375"/>
                  </a:cubicBezTo>
                  <a:cubicBezTo>
                    <a:pt x="118987" y="125375"/>
                    <a:pt x="117674" y="124837"/>
                    <a:pt x="117674" y="124837"/>
                  </a:cubicBezTo>
                  <a:lnTo>
                    <a:pt x="115285" y="124063"/>
                  </a:lnTo>
                  <a:lnTo>
                    <a:pt x="112021" y="125139"/>
                  </a:lnTo>
                  <a:lnTo>
                    <a:pt x="110371" y="126451"/>
                  </a:lnTo>
                  <a:lnTo>
                    <a:pt x="105155" y="126889"/>
                  </a:lnTo>
                  <a:cubicBezTo>
                    <a:pt x="105155" y="126889"/>
                    <a:pt x="103943" y="126350"/>
                    <a:pt x="105155" y="126014"/>
                  </a:cubicBezTo>
                  <a:cubicBezTo>
                    <a:pt x="106366" y="125678"/>
                    <a:pt x="107107" y="124601"/>
                    <a:pt x="107208" y="124164"/>
                  </a:cubicBezTo>
                  <a:cubicBezTo>
                    <a:pt x="107309" y="123727"/>
                    <a:pt x="108184" y="122852"/>
                    <a:pt x="108284" y="122415"/>
                  </a:cubicBezTo>
                  <a:cubicBezTo>
                    <a:pt x="108386" y="121977"/>
                    <a:pt x="109059" y="120127"/>
                    <a:pt x="109059" y="119690"/>
                  </a:cubicBezTo>
                  <a:cubicBezTo>
                    <a:pt x="109059" y="119253"/>
                    <a:pt x="109496" y="116326"/>
                    <a:pt x="109496" y="115889"/>
                  </a:cubicBezTo>
                  <a:cubicBezTo>
                    <a:pt x="109496" y="115451"/>
                    <a:pt x="108857" y="113265"/>
                    <a:pt x="108857" y="113265"/>
                  </a:cubicBezTo>
                  <a:cubicBezTo>
                    <a:pt x="108857" y="113265"/>
                    <a:pt x="107982" y="111515"/>
                    <a:pt x="107881" y="111213"/>
                  </a:cubicBezTo>
                  <a:cubicBezTo>
                    <a:pt x="107780" y="110876"/>
                    <a:pt x="107107" y="109026"/>
                    <a:pt x="107107" y="108723"/>
                  </a:cubicBezTo>
                  <a:cubicBezTo>
                    <a:pt x="107107" y="108387"/>
                    <a:pt x="107544" y="106234"/>
                    <a:pt x="107544" y="106234"/>
                  </a:cubicBezTo>
                  <a:cubicBezTo>
                    <a:pt x="107544" y="106234"/>
                    <a:pt x="108520" y="105023"/>
                    <a:pt x="108857" y="104922"/>
                  </a:cubicBezTo>
                  <a:cubicBezTo>
                    <a:pt x="109193" y="104821"/>
                    <a:pt x="109934" y="103509"/>
                    <a:pt x="109934" y="103509"/>
                  </a:cubicBezTo>
                  <a:cubicBezTo>
                    <a:pt x="109934" y="103509"/>
                    <a:pt x="109395" y="100684"/>
                    <a:pt x="109395" y="100347"/>
                  </a:cubicBezTo>
                  <a:cubicBezTo>
                    <a:pt x="109395" y="100011"/>
                    <a:pt x="110809" y="97757"/>
                    <a:pt x="110809" y="97757"/>
                  </a:cubicBezTo>
                  <a:lnTo>
                    <a:pt x="111785" y="96546"/>
                  </a:lnTo>
                  <a:lnTo>
                    <a:pt x="111145" y="89280"/>
                  </a:lnTo>
                  <a:cubicBezTo>
                    <a:pt x="111145" y="89280"/>
                    <a:pt x="112559" y="86353"/>
                    <a:pt x="112222" y="86117"/>
                  </a:cubicBezTo>
                  <a:cubicBezTo>
                    <a:pt x="111886" y="85882"/>
                    <a:pt x="106905" y="80802"/>
                    <a:pt x="106905" y="80802"/>
                  </a:cubicBezTo>
                  <a:cubicBezTo>
                    <a:pt x="106905" y="80802"/>
                    <a:pt x="105693" y="79188"/>
                    <a:pt x="105592" y="78750"/>
                  </a:cubicBezTo>
                  <a:cubicBezTo>
                    <a:pt x="105491" y="78313"/>
                    <a:pt x="103001" y="77338"/>
                    <a:pt x="103640" y="76160"/>
                  </a:cubicBezTo>
                  <a:cubicBezTo>
                    <a:pt x="104280" y="74983"/>
                    <a:pt x="106467" y="73772"/>
                    <a:pt x="106467" y="73772"/>
                  </a:cubicBezTo>
                  <a:cubicBezTo>
                    <a:pt x="106467" y="73772"/>
                    <a:pt x="108318" y="73974"/>
                    <a:pt x="107342" y="72258"/>
                  </a:cubicBezTo>
                  <a:cubicBezTo>
                    <a:pt x="106366" y="70509"/>
                    <a:pt x="106164" y="68120"/>
                    <a:pt x="105390" y="68019"/>
                  </a:cubicBezTo>
                  <a:cubicBezTo>
                    <a:pt x="104650" y="67918"/>
                    <a:pt x="103741" y="67582"/>
                    <a:pt x="103539" y="66169"/>
                  </a:cubicBezTo>
                  <a:cubicBezTo>
                    <a:pt x="103337" y="64756"/>
                    <a:pt x="103203" y="62570"/>
                    <a:pt x="102126" y="62570"/>
                  </a:cubicBezTo>
                  <a:cubicBezTo>
                    <a:pt x="101049" y="62570"/>
                    <a:pt x="98760" y="62570"/>
                    <a:pt x="98760" y="62570"/>
                  </a:cubicBezTo>
                  <a:lnTo>
                    <a:pt x="97986" y="63343"/>
                  </a:lnTo>
                  <a:lnTo>
                    <a:pt x="96573" y="66270"/>
                  </a:lnTo>
                  <a:lnTo>
                    <a:pt x="95496" y="67683"/>
                  </a:lnTo>
                  <a:lnTo>
                    <a:pt x="93308" y="68558"/>
                  </a:lnTo>
                  <a:lnTo>
                    <a:pt x="90683" y="68019"/>
                  </a:lnTo>
                  <a:lnTo>
                    <a:pt x="90044" y="65194"/>
                  </a:lnTo>
                  <a:lnTo>
                    <a:pt x="87654" y="63444"/>
                  </a:lnTo>
                  <a:lnTo>
                    <a:pt x="85467" y="66371"/>
                  </a:lnTo>
                  <a:lnTo>
                    <a:pt x="84491" y="67784"/>
                  </a:lnTo>
                  <a:lnTo>
                    <a:pt x="82000" y="65833"/>
                  </a:lnTo>
                  <a:cubicBezTo>
                    <a:pt x="82000" y="65833"/>
                    <a:pt x="81361" y="64319"/>
                    <a:pt x="81024" y="64319"/>
                  </a:cubicBezTo>
                  <a:cubicBezTo>
                    <a:pt x="80688" y="64319"/>
                    <a:pt x="80049" y="64117"/>
                    <a:pt x="79611" y="64117"/>
                  </a:cubicBezTo>
                  <a:cubicBezTo>
                    <a:pt x="79174" y="64117"/>
                    <a:pt x="76784" y="64319"/>
                    <a:pt x="76683" y="64756"/>
                  </a:cubicBezTo>
                  <a:cubicBezTo>
                    <a:pt x="76582" y="65194"/>
                    <a:pt x="75707" y="66808"/>
                    <a:pt x="75707" y="66808"/>
                  </a:cubicBezTo>
                  <a:lnTo>
                    <a:pt x="75168" y="68995"/>
                  </a:lnTo>
                  <a:lnTo>
                    <a:pt x="74092" y="70744"/>
                  </a:lnTo>
                  <a:cubicBezTo>
                    <a:pt x="74092" y="70744"/>
                    <a:pt x="72140" y="71282"/>
                    <a:pt x="71803" y="71619"/>
                  </a:cubicBezTo>
                  <a:cubicBezTo>
                    <a:pt x="71500" y="71955"/>
                    <a:pt x="70053" y="72931"/>
                    <a:pt x="70053" y="72931"/>
                  </a:cubicBezTo>
                  <a:lnTo>
                    <a:pt x="70053" y="75656"/>
                  </a:lnTo>
                  <a:lnTo>
                    <a:pt x="71467" y="77708"/>
                  </a:lnTo>
                  <a:lnTo>
                    <a:pt x="72106" y="78919"/>
                  </a:lnTo>
                  <a:cubicBezTo>
                    <a:pt x="72106" y="78919"/>
                    <a:pt x="73082" y="79120"/>
                    <a:pt x="73418" y="79894"/>
                  </a:cubicBezTo>
                  <a:cubicBezTo>
                    <a:pt x="73755" y="80668"/>
                    <a:pt x="74395" y="81744"/>
                    <a:pt x="74395" y="81744"/>
                  </a:cubicBezTo>
                  <a:lnTo>
                    <a:pt x="74192" y="84234"/>
                  </a:lnTo>
                  <a:lnTo>
                    <a:pt x="73856" y="85310"/>
                  </a:lnTo>
                  <a:cubicBezTo>
                    <a:pt x="73856" y="85310"/>
                    <a:pt x="72981" y="86723"/>
                    <a:pt x="72543" y="86824"/>
                  </a:cubicBezTo>
                  <a:cubicBezTo>
                    <a:pt x="72106" y="86925"/>
                    <a:pt x="71467" y="87026"/>
                    <a:pt x="71029" y="87026"/>
                  </a:cubicBezTo>
                  <a:cubicBezTo>
                    <a:pt x="70592" y="87026"/>
                    <a:pt x="68202" y="86925"/>
                    <a:pt x="67765" y="86925"/>
                  </a:cubicBezTo>
                  <a:cubicBezTo>
                    <a:pt x="67327" y="86925"/>
                    <a:pt x="65812" y="86824"/>
                    <a:pt x="64937" y="87026"/>
                  </a:cubicBezTo>
                  <a:cubicBezTo>
                    <a:pt x="64063" y="87261"/>
                    <a:pt x="61909" y="86925"/>
                    <a:pt x="61134" y="87261"/>
                  </a:cubicBezTo>
                  <a:cubicBezTo>
                    <a:pt x="60360" y="87598"/>
                    <a:pt x="58745" y="88035"/>
                    <a:pt x="58409" y="88136"/>
                  </a:cubicBezTo>
                  <a:cubicBezTo>
                    <a:pt x="58072" y="88237"/>
                    <a:pt x="56457" y="88910"/>
                    <a:pt x="55918" y="89347"/>
                  </a:cubicBezTo>
                  <a:cubicBezTo>
                    <a:pt x="55380" y="89784"/>
                    <a:pt x="53731" y="92173"/>
                    <a:pt x="53731" y="92173"/>
                  </a:cubicBezTo>
                  <a:cubicBezTo>
                    <a:pt x="53731" y="92173"/>
                    <a:pt x="51678" y="94225"/>
                    <a:pt x="51678" y="94561"/>
                  </a:cubicBezTo>
                  <a:cubicBezTo>
                    <a:pt x="51678" y="94897"/>
                    <a:pt x="49826" y="97488"/>
                    <a:pt x="49826" y="97488"/>
                  </a:cubicBezTo>
                  <a:lnTo>
                    <a:pt x="48177" y="101087"/>
                  </a:lnTo>
                  <a:lnTo>
                    <a:pt x="48581" y="104115"/>
                  </a:lnTo>
                  <a:lnTo>
                    <a:pt x="47403" y="106503"/>
                  </a:lnTo>
                  <a:lnTo>
                    <a:pt x="47403" y="108656"/>
                  </a:lnTo>
                  <a:lnTo>
                    <a:pt x="48951" y="110708"/>
                  </a:lnTo>
                  <a:lnTo>
                    <a:pt x="48548" y="112289"/>
                  </a:lnTo>
                  <a:cubicBezTo>
                    <a:pt x="48548" y="112289"/>
                    <a:pt x="47807" y="114341"/>
                    <a:pt x="47807" y="114577"/>
                  </a:cubicBezTo>
                  <a:cubicBezTo>
                    <a:pt x="47807" y="114778"/>
                    <a:pt x="48884" y="117571"/>
                    <a:pt x="48884" y="117571"/>
                  </a:cubicBezTo>
                  <a:lnTo>
                    <a:pt x="49557" y="119959"/>
                  </a:lnTo>
                  <a:cubicBezTo>
                    <a:pt x="49557" y="119959"/>
                    <a:pt x="50534" y="123861"/>
                    <a:pt x="50534" y="124097"/>
                  </a:cubicBezTo>
                  <a:cubicBezTo>
                    <a:pt x="50534" y="124298"/>
                    <a:pt x="50702" y="126317"/>
                    <a:pt x="50735" y="126552"/>
                  </a:cubicBezTo>
                  <a:cubicBezTo>
                    <a:pt x="50803" y="126754"/>
                    <a:pt x="51173" y="130791"/>
                    <a:pt x="51173" y="130791"/>
                  </a:cubicBezTo>
                  <a:lnTo>
                    <a:pt x="52048" y="133886"/>
                  </a:lnTo>
                  <a:cubicBezTo>
                    <a:pt x="52048" y="133886"/>
                    <a:pt x="51980" y="134962"/>
                    <a:pt x="51139" y="135097"/>
                  </a:cubicBezTo>
                  <a:cubicBezTo>
                    <a:pt x="50264" y="135198"/>
                    <a:pt x="49288" y="134996"/>
                    <a:pt x="48481" y="134760"/>
                  </a:cubicBezTo>
                  <a:cubicBezTo>
                    <a:pt x="47673" y="134525"/>
                    <a:pt x="44846" y="132372"/>
                    <a:pt x="44678" y="132305"/>
                  </a:cubicBezTo>
                  <a:cubicBezTo>
                    <a:pt x="44509" y="132237"/>
                    <a:pt x="39831" y="134088"/>
                    <a:pt x="39831" y="134088"/>
                  </a:cubicBezTo>
                  <a:lnTo>
                    <a:pt x="34413" y="133448"/>
                  </a:lnTo>
                  <a:lnTo>
                    <a:pt x="31788" y="134962"/>
                  </a:lnTo>
                  <a:lnTo>
                    <a:pt x="28321" y="137788"/>
                  </a:lnTo>
                  <a:lnTo>
                    <a:pt x="22432" y="143439"/>
                  </a:lnTo>
                  <a:lnTo>
                    <a:pt x="21119" y="145626"/>
                  </a:lnTo>
                  <a:lnTo>
                    <a:pt x="20042" y="148014"/>
                  </a:lnTo>
                  <a:lnTo>
                    <a:pt x="21792" y="150201"/>
                  </a:lnTo>
                  <a:lnTo>
                    <a:pt x="22869" y="150840"/>
                  </a:lnTo>
                  <a:lnTo>
                    <a:pt x="26773" y="151042"/>
                  </a:lnTo>
                  <a:lnTo>
                    <a:pt x="29937" y="152556"/>
                  </a:lnTo>
                  <a:lnTo>
                    <a:pt x="31788" y="156054"/>
                  </a:lnTo>
                  <a:lnTo>
                    <a:pt x="31788" y="160831"/>
                  </a:lnTo>
                  <a:lnTo>
                    <a:pt x="28961" y="162345"/>
                  </a:lnTo>
                  <a:lnTo>
                    <a:pt x="29836" y="166045"/>
                  </a:lnTo>
                  <a:lnTo>
                    <a:pt x="31586" y="166281"/>
                  </a:lnTo>
                  <a:lnTo>
                    <a:pt x="34211" y="166483"/>
                  </a:lnTo>
                  <a:lnTo>
                    <a:pt x="35826" y="167795"/>
                  </a:lnTo>
                  <a:lnTo>
                    <a:pt x="37038" y="170385"/>
                  </a:lnTo>
                  <a:lnTo>
                    <a:pt x="37038" y="173009"/>
                  </a:lnTo>
                  <a:lnTo>
                    <a:pt x="34009" y="175868"/>
                  </a:lnTo>
                  <a:cubicBezTo>
                    <a:pt x="34009" y="175868"/>
                    <a:pt x="33134" y="176911"/>
                    <a:pt x="31821" y="177146"/>
                  </a:cubicBezTo>
                  <a:cubicBezTo>
                    <a:pt x="30509" y="177348"/>
                    <a:pt x="29634" y="177584"/>
                    <a:pt x="28557" y="178223"/>
                  </a:cubicBezTo>
                  <a:cubicBezTo>
                    <a:pt x="27480" y="178862"/>
                    <a:pt x="27480" y="178862"/>
                    <a:pt x="27480" y="178862"/>
                  </a:cubicBezTo>
                  <a:lnTo>
                    <a:pt x="25090" y="180174"/>
                  </a:lnTo>
                  <a:cubicBezTo>
                    <a:pt x="25090" y="180174"/>
                    <a:pt x="23576" y="181486"/>
                    <a:pt x="23576" y="182125"/>
                  </a:cubicBezTo>
                  <a:cubicBezTo>
                    <a:pt x="23576" y="182764"/>
                    <a:pt x="21759" y="185758"/>
                    <a:pt x="21759" y="185758"/>
                  </a:cubicBezTo>
                  <a:lnTo>
                    <a:pt x="21389" y="187945"/>
                  </a:lnTo>
                  <a:lnTo>
                    <a:pt x="21389" y="190400"/>
                  </a:lnTo>
                  <a:lnTo>
                    <a:pt x="23273" y="190972"/>
                  </a:lnTo>
                  <a:lnTo>
                    <a:pt x="26033" y="192419"/>
                  </a:lnTo>
                  <a:lnTo>
                    <a:pt x="27615" y="193428"/>
                  </a:lnTo>
                  <a:lnTo>
                    <a:pt x="28490" y="194605"/>
                  </a:lnTo>
                  <a:lnTo>
                    <a:pt x="29365" y="196926"/>
                  </a:lnTo>
                  <a:cubicBezTo>
                    <a:pt x="29365" y="196926"/>
                    <a:pt x="31081" y="198508"/>
                    <a:pt x="31250" y="198945"/>
                  </a:cubicBezTo>
                  <a:cubicBezTo>
                    <a:pt x="31384" y="199382"/>
                    <a:pt x="33841" y="201569"/>
                    <a:pt x="34413" y="201703"/>
                  </a:cubicBezTo>
                  <a:cubicBezTo>
                    <a:pt x="34985" y="201838"/>
                    <a:pt x="37139" y="205605"/>
                    <a:pt x="37139" y="205605"/>
                  </a:cubicBezTo>
                  <a:lnTo>
                    <a:pt x="40067" y="209743"/>
                  </a:lnTo>
                  <a:lnTo>
                    <a:pt x="41043" y="213107"/>
                  </a:lnTo>
                  <a:lnTo>
                    <a:pt x="42120" y="217009"/>
                  </a:lnTo>
                  <a:lnTo>
                    <a:pt x="43634" y="221450"/>
                  </a:lnTo>
                  <a:lnTo>
                    <a:pt x="45148" y="223838"/>
                  </a:lnTo>
                  <a:lnTo>
                    <a:pt x="46125" y="227539"/>
                  </a:lnTo>
                  <a:lnTo>
                    <a:pt x="46865" y="229927"/>
                  </a:lnTo>
                  <a:lnTo>
                    <a:pt x="50466" y="232954"/>
                  </a:lnTo>
                  <a:cubicBezTo>
                    <a:pt x="50466" y="232954"/>
                    <a:pt x="52957" y="235141"/>
                    <a:pt x="53832" y="235780"/>
                  </a:cubicBezTo>
                  <a:cubicBezTo>
                    <a:pt x="54707" y="236419"/>
                    <a:pt x="56322" y="237630"/>
                    <a:pt x="56658" y="237832"/>
                  </a:cubicBezTo>
                  <a:cubicBezTo>
                    <a:pt x="56995" y="238034"/>
                    <a:pt x="59923" y="240994"/>
                    <a:pt x="60024" y="241297"/>
                  </a:cubicBezTo>
                  <a:cubicBezTo>
                    <a:pt x="60125" y="241634"/>
                    <a:pt x="61000" y="243686"/>
                    <a:pt x="61101" y="244022"/>
                  </a:cubicBezTo>
                  <a:cubicBezTo>
                    <a:pt x="61202" y="244358"/>
                    <a:pt x="61539" y="245536"/>
                    <a:pt x="61438" y="245973"/>
                  </a:cubicBezTo>
                  <a:cubicBezTo>
                    <a:pt x="61337" y="246410"/>
                    <a:pt x="61438" y="247588"/>
                    <a:pt x="61438" y="248698"/>
                  </a:cubicBezTo>
                  <a:cubicBezTo>
                    <a:pt x="61438" y="249774"/>
                    <a:pt x="62077" y="251860"/>
                    <a:pt x="62077" y="251860"/>
                  </a:cubicBezTo>
                  <a:lnTo>
                    <a:pt x="62615" y="257612"/>
                  </a:lnTo>
                  <a:lnTo>
                    <a:pt x="63692" y="262187"/>
                  </a:lnTo>
                  <a:lnTo>
                    <a:pt x="62481" y="265955"/>
                  </a:lnTo>
                  <a:lnTo>
                    <a:pt x="64433" y="269891"/>
                  </a:lnTo>
                  <a:cubicBezTo>
                    <a:pt x="64433" y="269891"/>
                    <a:pt x="65846" y="269454"/>
                    <a:pt x="66721" y="269655"/>
                  </a:cubicBezTo>
                  <a:cubicBezTo>
                    <a:pt x="67596" y="269891"/>
                    <a:pt x="69447" y="269756"/>
                    <a:pt x="69447" y="269756"/>
                  </a:cubicBezTo>
                  <a:lnTo>
                    <a:pt x="74226" y="270294"/>
                  </a:lnTo>
                  <a:cubicBezTo>
                    <a:pt x="74226" y="270294"/>
                    <a:pt x="76515" y="271001"/>
                    <a:pt x="76952" y="271001"/>
                  </a:cubicBezTo>
                  <a:cubicBezTo>
                    <a:pt x="77390" y="271001"/>
                    <a:pt x="79880" y="271169"/>
                    <a:pt x="80755" y="271169"/>
                  </a:cubicBezTo>
                  <a:cubicBezTo>
                    <a:pt x="81058" y="271169"/>
                    <a:pt x="81226" y="271169"/>
                    <a:pt x="81294" y="271169"/>
                  </a:cubicBezTo>
                  <a:lnTo>
                    <a:pt x="82707" y="273221"/>
                  </a:lnTo>
                  <a:lnTo>
                    <a:pt x="82472" y="273995"/>
                  </a:lnTo>
                  <a:lnTo>
                    <a:pt x="79308" y="275071"/>
                  </a:lnTo>
                  <a:cubicBezTo>
                    <a:pt x="79308" y="275071"/>
                    <a:pt x="78332" y="277359"/>
                    <a:pt x="77558" y="277561"/>
                  </a:cubicBezTo>
                  <a:cubicBezTo>
                    <a:pt x="76784" y="277762"/>
                    <a:pt x="76246" y="278099"/>
                    <a:pt x="75371" y="278536"/>
                  </a:cubicBezTo>
                  <a:cubicBezTo>
                    <a:pt x="74496" y="278974"/>
                    <a:pt x="72981" y="279747"/>
                    <a:pt x="72981" y="279747"/>
                  </a:cubicBezTo>
                  <a:lnTo>
                    <a:pt x="65139" y="283347"/>
                  </a:lnTo>
                  <a:lnTo>
                    <a:pt x="57534" y="284423"/>
                  </a:lnTo>
                  <a:lnTo>
                    <a:pt x="55346" y="285836"/>
                  </a:lnTo>
                  <a:lnTo>
                    <a:pt x="51846" y="288561"/>
                  </a:lnTo>
                  <a:lnTo>
                    <a:pt x="42928" y="288561"/>
                  </a:lnTo>
                  <a:lnTo>
                    <a:pt x="43567" y="294010"/>
                  </a:lnTo>
                  <a:lnTo>
                    <a:pt x="44004" y="298585"/>
                  </a:lnTo>
                  <a:cubicBezTo>
                    <a:pt x="44004" y="298585"/>
                    <a:pt x="44879" y="299662"/>
                    <a:pt x="42692" y="299662"/>
                  </a:cubicBezTo>
                  <a:cubicBezTo>
                    <a:pt x="40505" y="299662"/>
                    <a:pt x="38351" y="299023"/>
                    <a:pt x="38351" y="299023"/>
                  </a:cubicBezTo>
                  <a:lnTo>
                    <a:pt x="35725" y="298585"/>
                  </a:lnTo>
                  <a:cubicBezTo>
                    <a:pt x="35725" y="298585"/>
                    <a:pt x="34413" y="299023"/>
                    <a:pt x="33774" y="299897"/>
                  </a:cubicBezTo>
                  <a:cubicBezTo>
                    <a:pt x="33134" y="300772"/>
                    <a:pt x="31586" y="305986"/>
                    <a:pt x="31586" y="305986"/>
                  </a:cubicBezTo>
                  <a:cubicBezTo>
                    <a:pt x="31586" y="305986"/>
                    <a:pt x="32259" y="310124"/>
                    <a:pt x="32899" y="310763"/>
                  </a:cubicBezTo>
                  <a:cubicBezTo>
                    <a:pt x="33538" y="311402"/>
                    <a:pt x="36163" y="313791"/>
                    <a:pt x="37038" y="314026"/>
                  </a:cubicBezTo>
                  <a:cubicBezTo>
                    <a:pt x="37913" y="314228"/>
                    <a:pt x="39865" y="314665"/>
                    <a:pt x="40505" y="314665"/>
                  </a:cubicBezTo>
                  <a:cubicBezTo>
                    <a:pt x="41144" y="314665"/>
                    <a:pt x="42894" y="314665"/>
                    <a:pt x="42894" y="314665"/>
                  </a:cubicBezTo>
                  <a:lnTo>
                    <a:pt x="44644" y="316616"/>
                  </a:lnTo>
                  <a:cubicBezTo>
                    <a:pt x="44644" y="316616"/>
                    <a:pt x="45081" y="317928"/>
                    <a:pt x="45721" y="318366"/>
                  </a:cubicBezTo>
                  <a:cubicBezTo>
                    <a:pt x="46360" y="318803"/>
                    <a:pt x="51610" y="320956"/>
                    <a:pt x="51610" y="320956"/>
                  </a:cubicBezTo>
                  <a:cubicBezTo>
                    <a:pt x="51610" y="320956"/>
                    <a:pt x="54437" y="322470"/>
                    <a:pt x="55952" y="322470"/>
                  </a:cubicBezTo>
                  <a:cubicBezTo>
                    <a:pt x="57500" y="322470"/>
                    <a:pt x="62043" y="322907"/>
                    <a:pt x="62043" y="322907"/>
                  </a:cubicBezTo>
                  <a:lnTo>
                    <a:pt x="65947" y="323445"/>
                  </a:lnTo>
                  <a:lnTo>
                    <a:pt x="70962" y="323344"/>
                  </a:lnTo>
                  <a:lnTo>
                    <a:pt x="74226" y="323344"/>
                  </a:lnTo>
                  <a:cubicBezTo>
                    <a:pt x="74226" y="323344"/>
                    <a:pt x="74664" y="323142"/>
                    <a:pt x="75303" y="323781"/>
                  </a:cubicBezTo>
                  <a:cubicBezTo>
                    <a:pt x="75942" y="324421"/>
                    <a:pt x="76178" y="325531"/>
                    <a:pt x="76178" y="325531"/>
                  </a:cubicBezTo>
                  <a:lnTo>
                    <a:pt x="78130" y="328357"/>
                  </a:lnTo>
                  <a:cubicBezTo>
                    <a:pt x="78130" y="328357"/>
                    <a:pt x="78130" y="330308"/>
                    <a:pt x="77895" y="331182"/>
                  </a:cubicBezTo>
                  <a:cubicBezTo>
                    <a:pt x="77693" y="332057"/>
                    <a:pt x="77457" y="333133"/>
                    <a:pt x="76818" y="334008"/>
                  </a:cubicBezTo>
                  <a:cubicBezTo>
                    <a:pt x="76178" y="334883"/>
                    <a:pt x="77457" y="333571"/>
                    <a:pt x="76178" y="334883"/>
                  </a:cubicBezTo>
                  <a:cubicBezTo>
                    <a:pt x="74866" y="336195"/>
                    <a:pt x="73991" y="338785"/>
                    <a:pt x="73991" y="338785"/>
                  </a:cubicBezTo>
                  <a:lnTo>
                    <a:pt x="73856" y="340299"/>
                  </a:lnTo>
                  <a:lnTo>
                    <a:pt x="75101" y="343326"/>
                  </a:lnTo>
                  <a:lnTo>
                    <a:pt x="75101" y="346791"/>
                  </a:lnTo>
                  <a:lnTo>
                    <a:pt x="76246" y="348103"/>
                  </a:lnTo>
                  <a:lnTo>
                    <a:pt x="77390" y="350727"/>
                  </a:lnTo>
                  <a:lnTo>
                    <a:pt x="81159" y="352308"/>
                  </a:lnTo>
                  <a:lnTo>
                    <a:pt x="82472" y="352443"/>
                  </a:lnTo>
                  <a:cubicBezTo>
                    <a:pt x="82472" y="352443"/>
                    <a:pt x="83481" y="353754"/>
                    <a:pt x="83784" y="354326"/>
                  </a:cubicBezTo>
                  <a:cubicBezTo>
                    <a:pt x="84087" y="354898"/>
                    <a:pt x="85803" y="356647"/>
                    <a:pt x="85803" y="356647"/>
                  </a:cubicBezTo>
                  <a:lnTo>
                    <a:pt x="86106" y="358834"/>
                  </a:lnTo>
                  <a:lnTo>
                    <a:pt x="86981" y="362030"/>
                  </a:lnTo>
                  <a:lnTo>
                    <a:pt x="86409" y="366369"/>
                  </a:lnTo>
                  <a:lnTo>
                    <a:pt x="86275" y="367984"/>
                  </a:lnTo>
                  <a:lnTo>
                    <a:pt x="85265" y="370574"/>
                  </a:lnTo>
                  <a:lnTo>
                    <a:pt x="83515" y="376091"/>
                  </a:lnTo>
                  <a:lnTo>
                    <a:pt x="82068" y="376966"/>
                  </a:lnTo>
                  <a:lnTo>
                    <a:pt x="79611" y="377975"/>
                  </a:lnTo>
                  <a:cubicBezTo>
                    <a:pt x="79611" y="377975"/>
                    <a:pt x="79174" y="379993"/>
                    <a:pt x="79174" y="380733"/>
                  </a:cubicBezTo>
                  <a:cubicBezTo>
                    <a:pt x="79174" y="381440"/>
                    <a:pt x="80486" y="383357"/>
                    <a:pt x="80486" y="383357"/>
                  </a:cubicBezTo>
                  <a:cubicBezTo>
                    <a:pt x="80486" y="383357"/>
                    <a:pt x="81226" y="384938"/>
                    <a:pt x="81058" y="385376"/>
                  </a:cubicBezTo>
                  <a:cubicBezTo>
                    <a:pt x="80923" y="385813"/>
                    <a:pt x="80755" y="387125"/>
                    <a:pt x="80351" y="387260"/>
                  </a:cubicBezTo>
                  <a:cubicBezTo>
                    <a:pt x="79914" y="387394"/>
                    <a:pt x="78904" y="388571"/>
                    <a:pt x="78332" y="388571"/>
                  </a:cubicBezTo>
                  <a:cubicBezTo>
                    <a:pt x="77760" y="388571"/>
                    <a:pt x="77760" y="388437"/>
                    <a:pt x="77625" y="389143"/>
                  </a:cubicBezTo>
                  <a:cubicBezTo>
                    <a:pt x="77457" y="389850"/>
                    <a:pt x="78635" y="392339"/>
                    <a:pt x="79207" y="393214"/>
                  </a:cubicBezTo>
                  <a:cubicBezTo>
                    <a:pt x="79779" y="394088"/>
                    <a:pt x="80890" y="396544"/>
                    <a:pt x="80890" y="397116"/>
                  </a:cubicBezTo>
                  <a:cubicBezTo>
                    <a:pt x="80890" y="397688"/>
                    <a:pt x="83851" y="400581"/>
                    <a:pt x="83851" y="400581"/>
                  </a:cubicBezTo>
                  <a:lnTo>
                    <a:pt x="83851" y="402397"/>
                  </a:lnTo>
                  <a:cubicBezTo>
                    <a:pt x="83818" y="402296"/>
                    <a:pt x="83515" y="402196"/>
                    <a:pt x="82102" y="402498"/>
                  </a:cubicBezTo>
                  <a:cubicBezTo>
                    <a:pt x="80082" y="402936"/>
                    <a:pt x="78467" y="404248"/>
                    <a:pt x="77625" y="404651"/>
                  </a:cubicBezTo>
                  <a:cubicBezTo>
                    <a:pt x="76750" y="405089"/>
                    <a:pt x="76885" y="404954"/>
                    <a:pt x="75168" y="405660"/>
                  </a:cubicBezTo>
                  <a:cubicBezTo>
                    <a:pt x="73418" y="406401"/>
                    <a:pt x="72847" y="406804"/>
                    <a:pt x="71264" y="407847"/>
                  </a:cubicBezTo>
                  <a:cubicBezTo>
                    <a:pt x="69683" y="408856"/>
                    <a:pt x="68808" y="410605"/>
                    <a:pt x="68236" y="411043"/>
                  </a:cubicBezTo>
                  <a:cubicBezTo>
                    <a:pt x="67664" y="411480"/>
                    <a:pt x="65644" y="413061"/>
                    <a:pt x="65644" y="413061"/>
                  </a:cubicBezTo>
                  <a:cubicBezTo>
                    <a:pt x="65644" y="413061"/>
                    <a:pt x="62750" y="412927"/>
                    <a:pt x="62009" y="414070"/>
                  </a:cubicBezTo>
                  <a:cubicBezTo>
                    <a:pt x="61269" y="415248"/>
                    <a:pt x="60260" y="417098"/>
                    <a:pt x="59250" y="417098"/>
                  </a:cubicBezTo>
                  <a:cubicBezTo>
                    <a:pt x="58240" y="417098"/>
                    <a:pt x="58947" y="419284"/>
                    <a:pt x="56793" y="417098"/>
                  </a:cubicBezTo>
                  <a:cubicBezTo>
                    <a:pt x="54639" y="414911"/>
                    <a:pt x="52721" y="411749"/>
                    <a:pt x="50702" y="410874"/>
                  </a:cubicBezTo>
                  <a:cubicBezTo>
                    <a:pt x="48682" y="410000"/>
                    <a:pt x="48514" y="407981"/>
                    <a:pt x="47067" y="407679"/>
                  </a:cubicBezTo>
                  <a:cubicBezTo>
                    <a:pt x="45620" y="407376"/>
                    <a:pt x="42995" y="407242"/>
                    <a:pt x="42995" y="407242"/>
                  </a:cubicBezTo>
                  <a:lnTo>
                    <a:pt x="38956" y="409697"/>
                  </a:lnTo>
                  <a:lnTo>
                    <a:pt x="33740" y="413162"/>
                  </a:lnTo>
                  <a:lnTo>
                    <a:pt x="32999" y="415483"/>
                  </a:lnTo>
                  <a:lnTo>
                    <a:pt x="31148" y="416526"/>
                  </a:lnTo>
                  <a:lnTo>
                    <a:pt x="30408" y="416930"/>
                  </a:lnTo>
                  <a:lnTo>
                    <a:pt x="26638" y="418040"/>
                  </a:lnTo>
                  <a:lnTo>
                    <a:pt x="25461" y="420697"/>
                  </a:lnTo>
                  <a:lnTo>
                    <a:pt x="21691" y="424465"/>
                  </a:lnTo>
                  <a:lnTo>
                    <a:pt x="19235" y="426921"/>
                  </a:lnTo>
                  <a:lnTo>
                    <a:pt x="19975" y="430116"/>
                  </a:lnTo>
                  <a:lnTo>
                    <a:pt x="22163" y="433447"/>
                  </a:lnTo>
                  <a:lnTo>
                    <a:pt x="24485" y="436340"/>
                  </a:lnTo>
                  <a:lnTo>
                    <a:pt x="27244" y="438964"/>
                  </a:lnTo>
                  <a:lnTo>
                    <a:pt x="30004" y="442731"/>
                  </a:lnTo>
                  <a:lnTo>
                    <a:pt x="30307" y="445052"/>
                  </a:lnTo>
                  <a:cubicBezTo>
                    <a:pt x="30307" y="445052"/>
                    <a:pt x="29567" y="447643"/>
                    <a:pt x="29432" y="448248"/>
                  </a:cubicBezTo>
                  <a:cubicBezTo>
                    <a:pt x="29297" y="448820"/>
                    <a:pt x="28288" y="453462"/>
                    <a:pt x="28288" y="453462"/>
                  </a:cubicBezTo>
                  <a:lnTo>
                    <a:pt x="24215" y="456355"/>
                  </a:lnTo>
                  <a:lnTo>
                    <a:pt x="18562" y="459551"/>
                  </a:lnTo>
                  <a:lnTo>
                    <a:pt x="17552" y="462444"/>
                  </a:lnTo>
                  <a:cubicBezTo>
                    <a:pt x="17552" y="462444"/>
                    <a:pt x="16980" y="464025"/>
                    <a:pt x="16812" y="464463"/>
                  </a:cubicBezTo>
                  <a:cubicBezTo>
                    <a:pt x="16677" y="464900"/>
                    <a:pt x="12335" y="465606"/>
                    <a:pt x="12335" y="465606"/>
                  </a:cubicBezTo>
                  <a:cubicBezTo>
                    <a:pt x="12335" y="465606"/>
                    <a:pt x="9879" y="466313"/>
                    <a:pt x="9441" y="466615"/>
                  </a:cubicBezTo>
                  <a:cubicBezTo>
                    <a:pt x="9003" y="466918"/>
                    <a:pt x="4797" y="469340"/>
                    <a:pt x="4797" y="469340"/>
                  </a:cubicBezTo>
                  <a:lnTo>
                    <a:pt x="2980" y="472233"/>
                  </a:lnTo>
                  <a:lnTo>
                    <a:pt x="2172" y="476304"/>
                  </a:lnTo>
                  <a:lnTo>
                    <a:pt x="2172" y="480643"/>
                  </a:lnTo>
                  <a:cubicBezTo>
                    <a:pt x="2172" y="480643"/>
                    <a:pt x="2912" y="486160"/>
                    <a:pt x="2912" y="486732"/>
                  </a:cubicBezTo>
                  <a:cubicBezTo>
                    <a:pt x="2912" y="487304"/>
                    <a:pt x="3787" y="490769"/>
                    <a:pt x="3787" y="490769"/>
                  </a:cubicBezTo>
                  <a:cubicBezTo>
                    <a:pt x="3787" y="490769"/>
                    <a:pt x="4056" y="492955"/>
                    <a:pt x="4056" y="493527"/>
                  </a:cubicBezTo>
                  <a:cubicBezTo>
                    <a:pt x="4056" y="494099"/>
                    <a:pt x="4359" y="495276"/>
                    <a:pt x="3047" y="496555"/>
                  </a:cubicBezTo>
                  <a:cubicBezTo>
                    <a:pt x="1734" y="497867"/>
                    <a:pt x="287" y="499751"/>
                    <a:pt x="18" y="500322"/>
                  </a:cubicBezTo>
                  <a:cubicBezTo>
                    <a:pt x="-285" y="500894"/>
                    <a:pt x="3350" y="505234"/>
                    <a:pt x="3350" y="505234"/>
                  </a:cubicBezTo>
                  <a:lnTo>
                    <a:pt x="4662" y="508261"/>
                  </a:lnTo>
                  <a:cubicBezTo>
                    <a:pt x="4662" y="508261"/>
                    <a:pt x="7557" y="510145"/>
                    <a:pt x="7994" y="510448"/>
                  </a:cubicBezTo>
                  <a:cubicBezTo>
                    <a:pt x="8432" y="510751"/>
                    <a:pt x="11191" y="512769"/>
                    <a:pt x="11191" y="512769"/>
                  </a:cubicBezTo>
                  <a:cubicBezTo>
                    <a:pt x="11191" y="512769"/>
                    <a:pt x="14220" y="513913"/>
                    <a:pt x="14826" y="513778"/>
                  </a:cubicBezTo>
                  <a:cubicBezTo>
                    <a:pt x="15398" y="513644"/>
                    <a:pt x="18158" y="512769"/>
                    <a:pt x="18158" y="512769"/>
                  </a:cubicBezTo>
                  <a:lnTo>
                    <a:pt x="18730" y="512769"/>
                  </a:lnTo>
                  <a:cubicBezTo>
                    <a:pt x="18730" y="512769"/>
                    <a:pt x="21186" y="512836"/>
                    <a:pt x="21624" y="512971"/>
                  </a:cubicBezTo>
                  <a:cubicBezTo>
                    <a:pt x="22061" y="513105"/>
                    <a:pt x="25696" y="517983"/>
                    <a:pt x="25696" y="517983"/>
                  </a:cubicBezTo>
                  <a:lnTo>
                    <a:pt x="29163" y="517983"/>
                  </a:lnTo>
                  <a:lnTo>
                    <a:pt x="31653" y="517445"/>
                  </a:lnTo>
                  <a:lnTo>
                    <a:pt x="33504" y="517983"/>
                  </a:lnTo>
                  <a:lnTo>
                    <a:pt x="33504" y="520607"/>
                  </a:lnTo>
                  <a:lnTo>
                    <a:pt x="33067" y="523870"/>
                  </a:lnTo>
                  <a:lnTo>
                    <a:pt x="32427" y="525485"/>
                  </a:lnTo>
                  <a:cubicBezTo>
                    <a:pt x="32427" y="525485"/>
                    <a:pt x="31889" y="527537"/>
                    <a:pt x="31889" y="528109"/>
                  </a:cubicBezTo>
                  <a:cubicBezTo>
                    <a:pt x="31889" y="528647"/>
                    <a:pt x="31451" y="529623"/>
                    <a:pt x="31990" y="530834"/>
                  </a:cubicBezTo>
                  <a:cubicBezTo>
                    <a:pt x="32528" y="532044"/>
                    <a:pt x="33740" y="533861"/>
                    <a:pt x="34278" y="534298"/>
                  </a:cubicBezTo>
                  <a:cubicBezTo>
                    <a:pt x="34817" y="534736"/>
                    <a:pt x="36702" y="536048"/>
                    <a:pt x="36836" y="536350"/>
                  </a:cubicBezTo>
                  <a:cubicBezTo>
                    <a:pt x="36937" y="536687"/>
                    <a:pt x="37004" y="539075"/>
                    <a:pt x="37004" y="539513"/>
                  </a:cubicBezTo>
                  <a:cubicBezTo>
                    <a:pt x="37004" y="539950"/>
                    <a:pt x="37004" y="543213"/>
                    <a:pt x="37004" y="543213"/>
                  </a:cubicBezTo>
                  <a:lnTo>
                    <a:pt x="38418" y="545601"/>
                  </a:lnTo>
                  <a:lnTo>
                    <a:pt x="40605" y="548091"/>
                  </a:lnTo>
                  <a:cubicBezTo>
                    <a:pt x="40605" y="548091"/>
                    <a:pt x="42120" y="549941"/>
                    <a:pt x="42456" y="550143"/>
                  </a:cubicBezTo>
                  <a:cubicBezTo>
                    <a:pt x="42793" y="550344"/>
                    <a:pt x="43870" y="551656"/>
                    <a:pt x="43870" y="551656"/>
                  </a:cubicBezTo>
                  <a:lnTo>
                    <a:pt x="46057" y="553944"/>
                  </a:lnTo>
                  <a:lnTo>
                    <a:pt x="48346" y="557207"/>
                  </a:lnTo>
                  <a:cubicBezTo>
                    <a:pt x="48346" y="557207"/>
                    <a:pt x="48447" y="558956"/>
                    <a:pt x="48682" y="559495"/>
                  </a:cubicBezTo>
                  <a:cubicBezTo>
                    <a:pt x="48884" y="560033"/>
                    <a:pt x="49658" y="560806"/>
                    <a:pt x="49658" y="560806"/>
                  </a:cubicBezTo>
                  <a:lnTo>
                    <a:pt x="49355" y="563060"/>
                  </a:lnTo>
                  <a:lnTo>
                    <a:pt x="49490" y="565314"/>
                  </a:lnTo>
                  <a:lnTo>
                    <a:pt x="52384" y="566693"/>
                  </a:lnTo>
                  <a:lnTo>
                    <a:pt x="53529" y="566693"/>
                  </a:lnTo>
                  <a:lnTo>
                    <a:pt x="56423" y="568443"/>
                  </a:lnTo>
                  <a:cubicBezTo>
                    <a:pt x="56423" y="568443"/>
                    <a:pt x="58745" y="570192"/>
                    <a:pt x="59183" y="570461"/>
                  </a:cubicBezTo>
                  <a:cubicBezTo>
                    <a:pt x="59620" y="570764"/>
                    <a:pt x="61505" y="573219"/>
                    <a:pt x="61505" y="573219"/>
                  </a:cubicBezTo>
                  <a:cubicBezTo>
                    <a:pt x="61505" y="573219"/>
                    <a:pt x="61639" y="574801"/>
                    <a:pt x="61505" y="575238"/>
                  </a:cubicBezTo>
                  <a:cubicBezTo>
                    <a:pt x="61370" y="575675"/>
                    <a:pt x="60933" y="577424"/>
                    <a:pt x="60933" y="578131"/>
                  </a:cubicBezTo>
                  <a:cubicBezTo>
                    <a:pt x="60933" y="578871"/>
                    <a:pt x="60664" y="579443"/>
                    <a:pt x="60360" y="581327"/>
                  </a:cubicBezTo>
                  <a:cubicBezTo>
                    <a:pt x="60058" y="583210"/>
                    <a:pt x="59351" y="586541"/>
                    <a:pt x="59048" y="587113"/>
                  </a:cubicBezTo>
                  <a:cubicBezTo>
                    <a:pt x="58745" y="587684"/>
                    <a:pt x="56726" y="590746"/>
                    <a:pt x="56726" y="590746"/>
                  </a:cubicBezTo>
                  <a:lnTo>
                    <a:pt x="55144" y="595253"/>
                  </a:lnTo>
                  <a:cubicBezTo>
                    <a:pt x="55144" y="595253"/>
                    <a:pt x="54437" y="597709"/>
                    <a:pt x="53832" y="598146"/>
                  </a:cubicBezTo>
                  <a:cubicBezTo>
                    <a:pt x="53259" y="598584"/>
                    <a:pt x="52822" y="598853"/>
                    <a:pt x="51644" y="599593"/>
                  </a:cubicBezTo>
                  <a:cubicBezTo>
                    <a:pt x="50500" y="600299"/>
                    <a:pt x="49760" y="602049"/>
                    <a:pt x="49187" y="602183"/>
                  </a:cubicBezTo>
                  <a:cubicBezTo>
                    <a:pt x="48615" y="602318"/>
                    <a:pt x="47168" y="603764"/>
                    <a:pt x="46158" y="604504"/>
                  </a:cubicBezTo>
                  <a:cubicBezTo>
                    <a:pt x="45148" y="605211"/>
                    <a:pt x="44408" y="606657"/>
                    <a:pt x="44139" y="607532"/>
                  </a:cubicBezTo>
                  <a:cubicBezTo>
                    <a:pt x="43870" y="608407"/>
                    <a:pt x="44442" y="610559"/>
                    <a:pt x="44442" y="610559"/>
                  </a:cubicBezTo>
                  <a:lnTo>
                    <a:pt x="48514" y="614462"/>
                  </a:lnTo>
                  <a:cubicBezTo>
                    <a:pt x="48514" y="614462"/>
                    <a:pt x="47505" y="616345"/>
                    <a:pt x="46932" y="616648"/>
                  </a:cubicBezTo>
                  <a:cubicBezTo>
                    <a:pt x="46360" y="616951"/>
                    <a:pt x="44173" y="618397"/>
                    <a:pt x="43029" y="618532"/>
                  </a:cubicBezTo>
                  <a:cubicBezTo>
                    <a:pt x="41850" y="618667"/>
                    <a:pt x="38822" y="622602"/>
                    <a:pt x="38822" y="622602"/>
                  </a:cubicBezTo>
                  <a:lnTo>
                    <a:pt x="36870" y="628187"/>
                  </a:lnTo>
                  <a:lnTo>
                    <a:pt x="34043" y="633401"/>
                  </a:lnTo>
                  <a:lnTo>
                    <a:pt x="30341" y="637303"/>
                  </a:lnTo>
                  <a:lnTo>
                    <a:pt x="28826" y="641003"/>
                  </a:lnTo>
                  <a:lnTo>
                    <a:pt x="28624" y="646419"/>
                  </a:lnTo>
                  <a:lnTo>
                    <a:pt x="29264" y="652071"/>
                  </a:lnTo>
                  <a:lnTo>
                    <a:pt x="31653" y="653585"/>
                  </a:lnTo>
                  <a:lnTo>
                    <a:pt x="29701" y="659673"/>
                  </a:lnTo>
                  <a:lnTo>
                    <a:pt x="30576" y="664248"/>
                  </a:lnTo>
                  <a:lnTo>
                    <a:pt x="30341" y="667074"/>
                  </a:lnTo>
                  <a:cubicBezTo>
                    <a:pt x="30341" y="667074"/>
                    <a:pt x="29903" y="666872"/>
                    <a:pt x="28591" y="667074"/>
                  </a:cubicBezTo>
                  <a:cubicBezTo>
                    <a:pt x="27278" y="667310"/>
                    <a:pt x="26841" y="666872"/>
                    <a:pt x="25966" y="667074"/>
                  </a:cubicBezTo>
                  <a:cubicBezTo>
                    <a:pt x="25090" y="667310"/>
                    <a:pt x="22061" y="668386"/>
                    <a:pt x="22061" y="668386"/>
                  </a:cubicBezTo>
                  <a:lnTo>
                    <a:pt x="17720" y="669462"/>
                  </a:lnTo>
                  <a:lnTo>
                    <a:pt x="18360" y="672053"/>
                  </a:lnTo>
                  <a:lnTo>
                    <a:pt x="19437" y="674004"/>
                  </a:lnTo>
                  <a:lnTo>
                    <a:pt x="16609" y="677906"/>
                  </a:lnTo>
                  <a:lnTo>
                    <a:pt x="11831" y="677906"/>
                  </a:lnTo>
                  <a:lnTo>
                    <a:pt x="8566" y="680294"/>
                  </a:lnTo>
                  <a:lnTo>
                    <a:pt x="4427" y="682044"/>
                  </a:lnTo>
                  <a:lnTo>
                    <a:pt x="3787" y="685508"/>
                  </a:lnTo>
                  <a:lnTo>
                    <a:pt x="9643" y="688973"/>
                  </a:lnTo>
                  <a:cubicBezTo>
                    <a:pt x="9643" y="688973"/>
                    <a:pt x="13345" y="689613"/>
                    <a:pt x="9879" y="690050"/>
                  </a:cubicBezTo>
                  <a:cubicBezTo>
                    <a:pt x="6412" y="690487"/>
                    <a:pt x="4225" y="692001"/>
                    <a:pt x="4225" y="692001"/>
                  </a:cubicBezTo>
                  <a:cubicBezTo>
                    <a:pt x="4225" y="692001"/>
                    <a:pt x="3585" y="694188"/>
                    <a:pt x="4864" y="695264"/>
                  </a:cubicBezTo>
                  <a:cubicBezTo>
                    <a:pt x="6177" y="696341"/>
                    <a:pt x="7893" y="698292"/>
                    <a:pt x="8768" y="698964"/>
                  </a:cubicBezTo>
                  <a:cubicBezTo>
                    <a:pt x="9643" y="699603"/>
                    <a:pt x="12470" y="703304"/>
                    <a:pt x="12470" y="703304"/>
                  </a:cubicBezTo>
                  <a:lnTo>
                    <a:pt x="14422" y="705490"/>
                  </a:lnTo>
                  <a:cubicBezTo>
                    <a:pt x="14422" y="705490"/>
                    <a:pt x="14658" y="708518"/>
                    <a:pt x="14422" y="709393"/>
                  </a:cubicBezTo>
                  <a:cubicBezTo>
                    <a:pt x="14220" y="710267"/>
                    <a:pt x="14422" y="713530"/>
                    <a:pt x="14422" y="713530"/>
                  </a:cubicBezTo>
                  <a:lnTo>
                    <a:pt x="19201" y="717668"/>
                  </a:lnTo>
                  <a:cubicBezTo>
                    <a:pt x="19201" y="717668"/>
                    <a:pt x="25057" y="722680"/>
                    <a:pt x="26369" y="723319"/>
                  </a:cubicBezTo>
                  <a:cubicBezTo>
                    <a:pt x="27682" y="723959"/>
                    <a:pt x="30946" y="724833"/>
                    <a:pt x="30946" y="724833"/>
                  </a:cubicBezTo>
                  <a:lnTo>
                    <a:pt x="31250" y="729913"/>
                  </a:lnTo>
                  <a:cubicBezTo>
                    <a:pt x="31687" y="729610"/>
                    <a:pt x="34144" y="728332"/>
                    <a:pt x="34581" y="728164"/>
                  </a:cubicBezTo>
                  <a:cubicBezTo>
                    <a:pt x="35019" y="728029"/>
                    <a:pt x="36600" y="727289"/>
                    <a:pt x="36600" y="727289"/>
                  </a:cubicBezTo>
                  <a:cubicBezTo>
                    <a:pt x="36600" y="727289"/>
                    <a:pt x="38620" y="726717"/>
                    <a:pt x="39226" y="726717"/>
                  </a:cubicBezTo>
                  <a:cubicBezTo>
                    <a:pt x="39797" y="726717"/>
                    <a:pt x="41110" y="725977"/>
                    <a:pt x="41379" y="726717"/>
                  </a:cubicBezTo>
                  <a:cubicBezTo>
                    <a:pt x="41682" y="727424"/>
                    <a:pt x="42995" y="728164"/>
                    <a:pt x="42995" y="728164"/>
                  </a:cubicBezTo>
                  <a:lnTo>
                    <a:pt x="46899" y="728736"/>
                  </a:lnTo>
                  <a:lnTo>
                    <a:pt x="50534" y="729610"/>
                  </a:lnTo>
                  <a:cubicBezTo>
                    <a:pt x="50534" y="729610"/>
                    <a:pt x="53731" y="728736"/>
                    <a:pt x="54303" y="728164"/>
                  </a:cubicBezTo>
                  <a:cubicBezTo>
                    <a:pt x="54875" y="727592"/>
                    <a:pt x="56187" y="726784"/>
                    <a:pt x="56760" y="726246"/>
                  </a:cubicBezTo>
                  <a:cubicBezTo>
                    <a:pt x="57332" y="725708"/>
                    <a:pt x="58341" y="724833"/>
                    <a:pt x="58913" y="724833"/>
                  </a:cubicBezTo>
                  <a:cubicBezTo>
                    <a:pt x="59485" y="724833"/>
                    <a:pt x="60495" y="724833"/>
                    <a:pt x="60495" y="724833"/>
                  </a:cubicBezTo>
                  <a:cubicBezTo>
                    <a:pt x="60495" y="724833"/>
                    <a:pt x="62245" y="725271"/>
                    <a:pt x="62380" y="725842"/>
                  </a:cubicBezTo>
                  <a:cubicBezTo>
                    <a:pt x="62514" y="726414"/>
                    <a:pt x="63120" y="729038"/>
                    <a:pt x="63120" y="729038"/>
                  </a:cubicBezTo>
                  <a:lnTo>
                    <a:pt x="63120" y="730922"/>
                  </a:lnTo>
                  <a:cubicBezTo>
                    <a:pt x="63120" y="730922"/>
                    <a:pt x="67461" y="731931"/>
                    <a:pt x="67899" y="732066"/>
                  </a:cubicBezTo>
                  <a:cubicBezTo>
                    <a:pt x="68337" y="732200"/>
                    <a:pt x="69649" y="733209"/>
                    <a:pt x="70221" y="733209"/>
                  </a:cubicBezTo>
                  <a:cubicBezTo>
                    <a:pt x="70794" y="733209"/>
                    <a:pt x="73418" y="734219"/>
                    <a:pt x="73418" y="734219"/>
                  </a:cubicBezTo>
                  <a:cubicBezTo>
                    <a:pt x="73418" y="734219"/>
                    <a:pt x="76616" y="734791"/>
                    <a:pt x="77188" y="734791"/>
                  </a:cubicBezTo>
                  <a:cubicBezTo>
                    <a:pt x="77760" y="734791"/>
                    <a:pt x="79073" y="735228"/>
                    <a:pt x="80519" y="735228"/>
                  </a:cubicBezTo>
                  <a:cubicBezTo>
                    <a:pt x="81967" y="735228"/>
                    <a:pt x="83279" y="735800"/>
                    <a:pt x="84424" y="735968"/>
                  </a:cubicBezTo>
                  <a:cubicBezTo>
                    <a:pt x="85601" y="736103"/>
                    <a:pt x="87049" y="736405"/>
                    <a:pt x="87318" y="736843"/>
                  </a:cubicBezTo>
                  <a:cubicBezTo>
                    <a:pt x="87587" y="737280"/>
                    <a:pt x="90078" y="739029"/>
                    <a:pt x="90919" y="739298"/>
                  </a:cubicBezTo>
                  <a:cubicBezTo>
                    <a:pt x="91794" y="739601"/>
                    <a:pt x="91053" y="738861"/>
                    <a:pt x="91794" y="739601"/>
                  </a:cubicBezTo>
                  <a:cubicBezTo>
                    <a:pt x="92534" y="740308"/>
                    <a:pt x="93544" y="741922"/>
                    <a:pt x="93544" y="741922"/>
                  </a:cubicBezTo>
                  <a:lnTo>
                    <a:pt x="97885" y="743941"/>
                  </a:lnTo>
                  <a:lnTo>
                    <a:pt x="102092" y="745522"/>
                  </a:lnTo>
                  <a:lnTo>
                    <a:pt x="108049" y="747405"/>
                  </a:lnTo>
                  <a:lnTo>
                    <a:pt x="110237" y="747708"/>
                  </a:lnTo>
                  <a:lnTo>
                    <a:pt x="116900" y="747002"/>
                  </a:lnTo>
                  <a:lnTo>
                    <a:pt x="118650" y="746127"/>
                  </a:lnTo>
                  <a:cubicBezTo>
                    <a:pt x="118650" y="746127"/>
                    <a:pt x="119828" y="746127"/>
                    <a:pt x="120266" y="745992"/>
                  </a:cubicBezTo>
                  <a:cubicBezTo>
                    <a:pt x="120703" y="745858"/>
                    <a:pt x="124607" y="748314"/>
                    <a:pt x="124607" y="748314"/>
                  </a:cubicBezTo>
                  <a:lnTo>
                    <a:pt x="129252" y="748886"/>
                  </a:lnTo>
                  <a:cubicBezTo>
                    <a:pt x="129252" y="748886"/>
                    <a:pt x="133021" y="747574"/>
                    <a:pt x="133593" y="747574"/>
                  </a:cubicBezTo>
                  <a:cubicBezTo>
                    <a:pt x="134165" y="747574"/>
                    <a:pt x="137228" y="746833"/>
                    <a:pt x="137228" y="746833"/>
                  </a:cubicBezTo>
                  <a:lnTo>
                    <a:pt x="140189" y="749861"/>
                  </a:lnTo>
                  <a:lnTo>
                    <a:pt x="143151" y="752922"/>
                  </a:lnTo>
                  <a:lnTo>
                    <a:pt x="143151" y="755243"/>
                  </a:lnTo>
                  <a:lnTo>
                    <a:pt x="143151" y="758708"/>
                  </a:lnTo>
                  <a:lnTo>
                    <a:pt x="147492" y="756084"/>
                  </a:lnTo>
                  <a:lnTo>
                    <a:pt x="150084" y="750870"/>
                  </a:lnTo>
                  <a:lnTo>
                    <a:pt x="150084" y="749996"/>
                  </a:lnTo>
                  <a:cubicBezTo>
                    <a:pt x="150084" y="749996"/>
                    <a:pt x="151093" y="745522"/>
                    <a:pt x="151665" y="745084"/>
                  </a:cubicBezTo>
                  <a:cubicBezTo>
                    <a:pt x="152238" y="744647"/>
                    <a:pt x="152978" y="742898"/>
                    <a:pt x="153550" y="742898"/>
                  </a:cubicBezTo>
                  <a:cubicBezTo>
                    <a:pt x="154122" y="742898"/>
                    <a:pt x="155738" y="741451"/>
                    <a:pt x="156007" y="741014"/>
                  </a:cubicBezTo>
                  <a:cubicBezTo>
                    <a:pt x="156276" y="740577"/>
                    <a:pt x="157891" y="738121"/>
                    <a:pt x="158329" y="738121"/>
                  </a:cubicBezTo>
                  <a:cubicBezTo>
                    <a:pt x="158766" y="738121"/>
                    <a:pt x="160651" y="736674"/>
                    <a:pt x="160651" y="736674"/>
                  </a:cubicBezTo>
                  <a:cubicBezTo>
                    <a:pt x="160651" y="736674"/>
                    <a:pt x="162536" y="737414"/>
                    <a:pt x="162973" y="737549"/>
                  </a:cubicBezTo>
                  <a:cubicBezTo>
                    <a:pt x="163411" y="737684"/>
                    <a:pt x="164858" y="738289"/>
                    <a:pt x="165565" y="738424"/>
                  </a:cubicBezTo>
                  <a:cubicBezTo>
                    <a:pt x="166305" y="738558"/>
                    <a:pt x="167450" y="738726"/>
                    <a:pt x="167450" y="738726"/>
                  </a:cubicBezTo>
                  <a:lnTo>
                    <a:pt x="173541" y="742360"/>
                  </a:lnTo>
                  <a:lnTo>
                    <a:pt x="175123" y="748011"/>
                  </a:lnTo>
                  <a:lnTo>
                    <a:pt x="176132" y="750029"/>
                  </a:lnTo>
                  <a:lnTo>
                    <a:pt x="176132" y="753494"/>
                  </a:lnTo>
                  <a:lnTo>
                    <a:pt x="176132" y="756959"/>
                  </a:lnTo>
                  <a:lnTo>
                    <a:pt x="176873" y="759011"/>
                  </a:lnTo>
                  <a:lnTo>
                    <a:pt x="178084" y="759650"/>
                  </a:lnTo>
                  <a:lnTo>
                    <a:pt x="183301" y="758877"/>
                  </a:lnTo>
                  <a:cubicBezTo>
                    <a:pt x="183974" y="758675"/>
                    <a:pt x="186128" y="756253"/>
                    <a:pt x="186330" y="755614"/>
                  </a:cubicBezTo>
                  <a:cubicBezTo>
                    <a:pt x="186565" y="754974"/>
                    <a:pt x="188517" y="751913"/>
                    <a:pt x="188517" y="751913"/>
                  </a:cubicBezTo>
                  <a:lnTo>
                    <a:pt x="190705" y="745185"/>
                  </a:lnTo>
                  <a:lnTo>
                    <a:pt x="191142" y="738659"/>
                  </a:lnTo>
                  <a:lnTo>
                    <a:pt x="188315" y="732806"/>
                  </a:lnTo>
                  <a:lnTo>
                    <a:pt x="183974" y="725842"/>
                  </a:lnTo>
                  <a:lnTo>
                    <a:pt x="177445" y="719989"/>
                  </a:lnTo>
                  <a:lnTo>
                    <a:pt x="173541" y="716087"/>
                  </a:lnTo>
                  <a:lnTo>
                    <a:pt x="172026" y="707845"/>
                  </a:lnTo>
                  <a:lnTo>
                    <a:pt x="172228" y="695230"/>
                  </a:lnTo>
                  <a:lnTo>
                    <a:pt x="177882" y="687830"/>
                  </a:lnTo>
                  <a:lnTo>
                    <a:pt x="182123" y="685004"/>
                  </a:lnTo>
                  <a:lnTo>
                    <a:pt x="183099" y="681976"/>
                  </a:lnTo>
                  <a:lnTo>
                    <a:pt x="183099" y="675248"/>
                  </a:lnTo>
                  <a:cubicBezTo>
                    <a:pt x="183099" y="675248"/>
                    <a:pt x="183974" y="673398"/>
                    <a:pt x="184613" y="673196"/>
                  </a:cubicBezTo>
                  <a:cubicBezTo>
                    <a:pt x="185253" y="672995"/>
                    <a:pt x="190907" y="670909"/>
                    <a:pt x="190907" y="670909"/>
                  </a:cubicBezTo>
                  <a:lnTo>
                    <a:pt x="196123" y="670909"/>
                  </a:lnTo>
                  <a:lnTo>
                    <a:pt x="197873" y="669833"/>
                  </a:lnTo>
                  <a:lnTo>
                    <a:pt x="201138" y="666569"/>
                  </a:lnTo>
                  <a:lnTo>
                    <a:pt x="208744" y="656141"/>
                  </a:lnTo>
                  <a:cubicBezTo>
                    <a:pt x="208744" y="656141"/>
                    <a:pt x="209383" y="648976"/>
                    <a:pt x="209821" y="648101"/>
                  </a:cubicBezTo>
                  <a:cubicBezTo>
                    <a:pt x="210258" y="647227"/>
                    <a:pt x="215273" y="641138"/>
                    <a:pt x="215273" y="641138"/>
                  </a:cubicBezTo>
                  <a:lnTo>
                    <a:pt x="221128" y="634612"/>
                  </a:lnTo>
                  <a:lnTo>
                    <a:pt x="224157" y="629633"/>
                  </a:lnTo>
                  <a:lnTo>
                    <a:pt x="226547" y="622232"/>
                  </a:lnTo>
                  <a:lnTo>
                    <a:pt x="226783" y="611804"/>
                  </a:lnTo>
                  <a:lnTo>
                    <a:pt x="227220" y="606825"/>
                  </a:lnTo>
                  <a:cubicBezTo>
                    <a:pt x="227220" y="606825"/>
                    <a:pt x="227455" y="602688"/>
                    <a:pt x="229172" y="601611"/>
                  </a:cubicBezTo>
                  <a:cubicBezTo>
                    <a:pt x="230922" y="600535"/>
                    <a:pt x="234389" y="596633"/>
                    <a:pt x="234389" y="596633"/>
                  </a:cubicBezTo>
                  <a:lnTo>
                    <a:pt x="239403" y="595119"/>
                  </a:lnTo>
                  <a:lnTo>
                    <a:pt x="243744" y="593807"/>
                  </a:lnTo>
                  <a:lnTo>
                    <a:pt x="248961" y="585128"/>
                  </a:lnTo>
                  <a:lnTo>
                    <a:pt x="251350" y="581226"/>
                  </a:lnTo>
                  <a:lnTo>
                    <a:pt x="260908" y="569284"/>
                  </a:lnTo>
                  <a:lnTo>
                    <a:pt x="266562" y="568207"/>
                  </a:lnTo>
                  <a:lnTo>
                    <a:pt x="271577" y="569721"/>
                  </a:lnTo>
                  <a:cubicBezTo>
                    <a:pt x="271577" y="569721"/>
                    <a:pt x="279317" y="571672"/>
                    <a:pt x="280563" y="571235"/>
                  </a:cubicBezTo>
                  <a:cubicBezTo>
                    <a:pt x="281808" y="570797"/>
                    <a:pt x="286149" y="564271"/>
                    <a:pt x="286789" y="563632"/>
                  </a:cubicBezTo>
                  <a:cubicBezTo>
                    <a:pt x="287428" y="562993"/>
                    <a:pt x="290693" y="557779"/>
                    <a:pt x="291332" y="556904"/>
                  </a:cubicBezTo>
                  <a:cubicBezTo>
                    <a:pt x="292005" y="556030"/>
                    <a:pt x="293082" y="552565"/>
                    <a:pt x="294597" y="550614"/>
                  </a:cubicBezTo>
                  <a:cubicBezTo>
                    <a:pt x="296111" y="548662"/>
                    <a:pt x="299611" y="545500"/>
                    <a:pt x="300015" y="544626"/>
                  </a:cubicBezTo>
                  <a:cubicBezTo>
                    <a:pt x="300452" y="543751"/>
                    <a:pt x="300217" y="542338"/>
                    <a:pt x="304794" y="542338"/>
                  </a:cubicBezTo>
                  <a:cubicBezTo>
                    <a:pt x="309371" y="542338"/>
                    <a:pt x="312635" y="542338"/>
                    <a:pt x="312635" y="542338"/>
                  </a:cubicBezTo>
                  <a:cubicBezTo>
                    <a:pt x="312635" y="542338"/>
                    <a:pt x="318727" y="542540"/>
                    <a:pt x="319602" y="542338"/>
                  </a:cubicBezTo>
                  <a:cubicBezTo>
                    <a:pt x="320477" y="542103"/>
                    <a:pt x="323068" y="542977"/>
                    <a:pt x="325693" y="542540"/>
                  </a:cubicBezTo>
                  <a:cubicBezTo>
                    <a:pt x="328284" y="542103"/>
                    <a:pt x="335924" y="538840"/>
                    <a:pt x="335924" y="538840"/>
                  </a:cubicBezTo>
                  <a:lnTo>
                    <a:pt x="340501" y="538840"/>
                  </a:lnTo>
                  <a:lnTo>
                    <a:pt x="347872" y="537528"/>
                  </a:lnTo>
                  <a:lnTo>
                    <a:pt x="355040" y="534265"/>
                  </a:lnTo>
                  <a:lnTo>
                    <a:pt x="360896" y="530127"/>
                  </a:lnTo>
                  <a:lnTo>
                    <a:pt x="361973" y="525552"/>
                  </a:lnTo>
                  <a:lnTo>
                    <a:pt x="363723" y="519901"/>
                  </a:lnTo>
                  <a:lnTo>
                    <a:pt x="365675" y="516873"/>
                  </a:lnTo>
                  <a:lnTo>
                    <a:pt x="365675" y="508396"/>
                  </a:lnTo>
                  <a:lnTo>
                    <a:pt x="370690" y="506882"/>
                  </a:lnTo>
                  <a:cubicBezTo>
                    <a:pt x="370690" y="506882"/>
                    <a:pt x="376108" y="505806"/>
                    <a:pt x="376983" y="505806"/>
                  </a:cubicBezTo>
                  <a:cubicBezTo>
                    <a:pt x="377858" y="505806"/>
                    <a:pt x="380483" y="505806"/>
                    <a:pt x="380483" y="505806"/>
                  </a:cubicBezTo>
                  <a:lnTo>
                    <a:pt x="383074" y="503417"/>
                  </a:lnTo>
                  <a:lnTo>
                    <a:pt x="384690" y="500793"/>
                  </a:lnTo>
                  <a:lnTo>
                    <a:pt x="386541" y="496656"/>
                  </a:lnTo>
                  <a:lnTo>
                    <a:pt x="386541" y="494469"/>
                  </a:lnTo>
                  <a:lnTo>
                    <a:pt x="387618" y="493594"/>
                  </a:lnTo>
                  <a:lnTo>
                    <a:pt x="383041" y="485790"/>
                  </a:lnTo>
                  <a:lnTo>
                    <a:pt x="378464" y="481451"/>
                  </a:lnTo>
                  <a:lnTo>
                    <a:pt x="373887" y="473209"/>
                  </a:lnTo>
                  <a:lnTo>
                    <a:pt x="367795" y="464092"/>
                  </a:lnTo>
                  <a:lnTo>
                    <a:pt x="364430" y="459517"/>
                  </a:lnTo>
                  <a:cubicBezTo>
                    <a:pt x="364430" y="459517"/>
                    <a:pt x="360391" y="457331"/>
                    <a:pt x="360391" y="456490"/>
                  </a:cubicBezTo>
                  <a:cubicBezTo>
                    <a:pt x="360391" y="455851"/>
                    <a:pt x="360391" y="452319"/>
                    <a:pt x="360391" y="450468"/>
                  </a:cubicBezTo>
                  <a:lnTo>
                    <a:pt x="357901" y="452352"/>
                  </a:lnTo>
                  <a:cubicBezTo>
                    <a:pt x="357901" y="452352"/>
                    <a:pt x="356588" y="452689"/>
                    <a:pt x="356151" y="452689"/>
                  </a:cubicBezTo>
                  <a:cubicBezTo>
                    <a:pt x="355713" y="452689"/>
                    <a:pt x="352449" y="454202"/>
                    <a:pt x="352011" y="454337"/>
                  </a:cubicBezTo>
                  <a:cubicBezTo>
                    <a:pt x="351574" y="454438"/>
                    <a:pt x="349521" y="455851"/>
                    <a:pt x="348848" y="456086"/>
                  </a:cubicBezTo>
                  <a:cubicBezTo>
                    <a:pt x="348174" y="456288"/>
                    <a:pt x="347198" y="456725"/>
                    <a:pt x="347198" y="456725"/>
                  </a:cubicBezTo>
                  <a:cubicBezTo>
                    <a:pt x="347198" y="456725"/>
                    <a:pt x="343496" y="454673"/>
                    <a:pt x="343194" y="454774"/>
                  </a:cubicBezTo>
                  <a:cubicBezTo>
                    <a:pt x="342857" y="454875"/>
                    <a:pt x="342319" y="454976"/>
                    <a:pt x="341982" y="455312"/>
                  </a:cubicBezTo>
                  <a:cubicBezTo>
                    <a:pt x="341646" y="455649"/>
                    <a:pt x="340400" y="457398"/>
                    <a:pt x="340400" y="457398"/>
                  </a:cubicBezTo>
                  <a:lnTo>
                    <a:pt x="338078" y="458205"/>
                  </a:lnTo>
                  <a:cubicBezTo>
                    <a:pt x="338078" y="458205"/>
                    <a:pt x="336126" y="458037"/>
                    <a:pt x="335689" y="458172"/>
                  </a:cubicBezTo>
                  <a:cubicBezTo>
                    <a:pt x="335251" y="458273"/>
                    <a:pt x="333501" y="458037"/>
                    <a:pt x="332121" y="458172"/>
                  </a:cubicBezTo>
                  <a:cubicBezTo>
                    <a:pt x="330708" y="458273"/>
                    <a:pt x="330371" y="457533"/>
                    <a:pt x="330035" y="457533"/>
                  </a:cubicBezTo>
                  <a:cubicBezTo>
                    <a:pt x="329698" y="457533"/>
                    <a:pt x="329934" y="456759"/>
                    <a:pt x="329934" y="456759"/>
                  </a:cubicBezTo>
                  <a:cubicBezTo>
                    <a:pt x="329934" y="456759"/>
                    <a:pt x="331246" y="455682"/>
                    <a:pt x="331684" y="455851"/>
                  </a:cubicBezTo>
                  <a:cubicBezTo>
                    <a:pt x="332121" y="456019"/>
                    <a:pt x="333299" y="454471"/>
                    <a:pt x="333535" y="454135"/>
                  </a:cubicBezTo>
                  <a:cubicBezTo>
                    <a:pt x="333737" y="453799"/>
                    <a:pt x="333198" y="452083"/>
                    <a:pt x="333198" y="452083"/>
                  </a:cubicBezTo>
                  <a:lnTo>
                    <a:pt x="331145" y="450569"/>
                  </a:lnTo>
                  <a:cubicBezTo>
                    <a:pt x="331145" y="450569"/>
                    <a:pt x="329294" y="450771"/>
                    <a:pt x="328857" y="450771"/>
                  </a:cubicBezTo>
                  <a:cubicBezTo>
                    <a:pt x="328419" y="450771"/>
                    <a:pt x="327645" y="452520"/>
                    <a:pt x="327645" y="452520"/>
                  </a:cubicBezTo>
                  <a:lnTo>
                    <a:pt x="327006" y="453597"/>
                  </a:lnTo>
                  <a:lnTo>
                    <a:pt x="322765" y="454909"/>
                  </a:lnTo>
                  <a:lnTo>
                    <a:pt x="321284" y="455851"/>
                  </a:lnTo>
                  <a:cubicBezTo>
                    <a:pt x="321284" y="455851"/>
                    <a:pt x="320174" y="455312"/>
                    <a:pt x="318121" y="454505"/>
                  </a:cubicBezTo>
                  <a:cubicBezTo>
                    <a:pt x="316102" y="453698"/>
                    <a:pt x="317616" y="454202"/>
                    <a:pt x="317010" y="454000"/>
                  </a:cubicBezTo>
                  <a:cubicBezTo>
                    <a:pt x="316405" y="453799"/>
                    <a:pt x="316169" y="453126"/>
                    <a:pt x="316169" y="452991"/>
                  </a:cubicBezTo>
                  <a:cubicBezTo>
                    <a:pt x="316169" y="452857"/>
                    <a:pt x="316909" y="451108"/>
                    <a:pt x="316909" y="451108"/>
                  </a:cubicBezTo>
                  <a:lnTo>
                    <a:pt x="316909" y="451040"/>
                  </a:lnTo>
                  <a:lnTo>
                    <a:pt x="316909" y="449358"/>
                  </a:lnTo>
                  <a:lnTo>
                    <a:pt x="316909" y="447542"/>
                  </a:lnTo>
                  <a:lnTo>
                    <a:pt x="316472" y="446129"/>
                  </a:lnTo>
                  <a:cubicBezTo>
                    <a:pt x="316472" y="446129"/>
                    <a:pt x="314486" y="444312"/>
                    <a:pt x="314183" y="444245"/>
                  </a:cubicBezTo>
                  <a:cubicBezTo>
                    <a:pt x="313881" y="444178"/>
                    <a:pt x="313679" y="444279"/>
                    <a:pt x="313443" y="444346"/>
                  </a:cubicBezTo>
                  <a:cubicBezTo>
                    <a:pt x="313241" y="444413"/>
                    <a:pt x="312131" y="444985"/>
                    <a:pt x="312131" y="444985"/>
                  </a:cubicBezTo>
                  <a:lnTo>
                    <a:pt x="310414" y="445961"/>
                  </a:lnTo>
                  <a:cubicBezTo>
                    <a:pt x="310414" y="445961"/>
                    <a:pt x="309270" y="446600"/>
                    <a:pt x="307318" y="446734"/>
                  </a:cubicBezTo>
                  <a:cubicBezTo>
                    <a:pt x="305366" y="446835"/>
                    <a:pt x="302102" y="446734"/>
                    <a:pt x="302102" y="446734"/>
                  </a:cubicBezTo>
                  <a:cubicBezTo>
                    <a:pt x="302102" y="446734"/>
                    <a:pt x="299914" y="446734"/>
                    <a:pt x="298837" y="446734"/>
                  </a:cubicBezTo>
                  <a:cubicBezTo>
                    <a:pt x="297760" y="446734"/>
                    <a:pt x="296313" y="445523"/>
                    <a:pt x="296010" y="445221"/>
                  </a:cubicBezTo>
                  <a:cubicBezTo>
                    <a:pt x="295673" y="444884"/>
                    <a:pt x="290995" y="440881"/>
                    <a:pt x="290019" y="440343"/>
                  </a:cubicBezTo>
                  <a:cubicBezTo>
                    <a:pt x="289044" y="439805"/>
                    <a:pt x="287731" y="438728"/>
                    <a:pt x="287293" y="438392"/>
                  </a:cubicBezTo>
                  <a:cubicBezTo>
                    <a:pt x="286856" y="438055"/>
                    <a:pt x="283827" y="435129"/>
                    <a:pt x="283827" y="435129"/>
                  </a:cubicBezTo>
                  <a:cubicBezTo>
                    <a:pt x="283827" y="435129"/>
                    <a:pt x="281740" y="431866"/>
                    <a:pt x="281740" y="431327"/>
                  </a:cubicBezTo>
                  <a:cubicBezTo>
                    <a:pt x="281740" y="430789"/>
                    <a:pt x="281101" y="426012"/>
                    <a:pt x="281101" y="425575"/>
                  </a:cubicBezTo>
                  <a:cubicBezTo>
                    <a:pt x="281101" y="425138"/>
                    <a:pt x="280360" y="421572"/>
                    <a:pt x="280360" y="421572"/>
                  </a:cubicBezTo>
                  <a:lnTo>
                    <a:pt x="280360" y="415719"/>
                  </a:lnTo>
                  <a:lnTo>
                    <a:pt x="281942" y="413768"/>
                  </a:lnTo>
                  <a:lnTo>
                    <a:pt x="286991" y="410168"/>
                  </a:lnTo>
                  <a:cubicBezTo>
                    <a:pt x="286991" y="410168"/>
                    <a:pt x="290356" y="409293"/>
                    <a:pt x="291568" y="408755"/>
                  </a:cubicBezTo>
                  <a:cubicBezTo>
                    <a:pt x="292745" y="408217"/>
                    <a:pt x="294058" y="407242"/>
                    <a:pt x="294731" y="406468"/>
                  </a:cubicBezTo>
                  <a:cubicBezTo>
                    <a:pt x="295371" y="405694"/>
                    <a:pt x="297995" y="404618"/>
                    <a:pt x="298332" y="404281"/>
                  </a:cubicBezTo>
                  <a:cubicBezTo>
                    <a:pt x="298669" y="403945"/>
                    <a:pt x="300923" y="402431"/>
                    <a:pt x="301260" y="402095"/>
                  </a:cubicBezTo>
                  <a:cubicBezTo>
                    <a:pt x="301597" y="401758"/>
                    <a:pt x="303885" y="399370"/>
                    <a:pt x="303885" y="399370"/>
                  </a:cubicBezTo>
                  <a:lnTo>
                    <a:pt x="303111" y="397082"/>
                  </a:lnTo>
                  <a:cubicBezTo>
                    <a:pt x="303111" y="397082"/>
                    <a:pt x="300823" y="396006"/>
                    <a:pt x="300183" y="395871"/>
                  </a:cubicBezTo>
                  <a:cubicBezTo>
                    <a:pt x="299544" y="395770"/>
                    <a:pt x="294428" y="393147"/>
                    <a:pt x="294092" y="392844"/>
                  </a:cubicBezTo>
                  <a:cubicBezTo>
                    <a:pt x="293755" y="392507"/>
                    <a:pt x="290928" y="389783"/>
                    <a:pt x="290289" y="389143"/>
                  </a:cubicBezTo>
                  <a:cubicBezTo>
                    <a:pt x="289649" y="388504"/>
                    <a:pt x="289414" y="385779"/>
                    <a:pt x="289851" y="385107"/>
                  </a:cubicBezTo>
                  <a:cubicBezTo>
                    <a:pt x="290289" y="384467"/>
                    <a:pt x="291029" y="382516"/>
                    <a:pt x="291601" y="382079"/>
                  </a:cubicBezTo>
                  <a:cubicBezTo>
                    <a:pt x="292139" y="381642"/>
                    <a:pt x="292779" y="378614"/>
                    <a:pt x="292779" y="378614"/>
                  </a:cubicBezTo>
                  <a:cubicBezTo>
                    <a:pt x="292779" y="378614"/>
                    <a:pt x="291029" y="375452"/>
                    <a:pt x="290625" y="375452"/>
                  </a:cubicBezTo>
                  <a:cubicBezTo>
                    <a:pt x="290188" y="375452"/>
                    <a:pt x="286486" y="372424"/>
                    <a:pt x="284971" y="371752"/>
                  </a:cubicBezTo>
                  <a:cubicBezTo>
                    <a:pt x="283457" y="371112"/>
                    <a:pt x="284769" y="368825"/>
                    <a:pt x="284971" y="368287"/>
                  </a:cubicBezTo>
                  <a:cubicBezTo>
                    <a:pt x="285207" y="367749"/>
                    <a:pt x="286923" y="366134"/>
                    <a:pt x="287226" y="365898"/>
                  </a:cubicBezTo>
                  <a:cubicBezTo>
                    <a:pt x="287495" y="365663"/>
                    <a:pt x="291063" y="362736"/>
                    <a:pt x="291063" y="362299"/>
                  </a:cubicBezTo>
                  <a:cubicBezTo>
                    <a:pt x="291063" y="361862"/>
                    <a:pt x="290524" y="357623"/>
                    <a:pt x="290524" y="357623"/>
                  </a:cubicBezTo>
                  <a:lnTo>
                    <a:pt x="288505" y="354696"/>
                  </a:lnTo>
                  <a:cubicBezTo>
                    <a:pt x="288505" y="354696"/>
                    <a:pt x="287697" y="352846"/>
                    <a:pt x="287361" y="352510"/>
                  </a:cubicBezTo>
                  <a:cubicBezTo>
                    <a:pt x="287024" y="352173"/>
                    <a:pt x="287361" y="350222"/>
                    <a:pt x="287361" y="350222"/>
                  </a:cubicBezTo>
                  <a:lnTo>
                    <a:pt x="287361" y="347565"/>
                  </a:lnTo>
                  <a:cubicBezTo>
                    <a:pt x="287361" y="347565"/>
                    <a:pt x="287697" y="344470"/>
                    <a:pt x="287866" y="344100"/>
                  </a:cubicBezTo>
                  <a:cubicBezTo>
                    <a:pt x="288034" y="343730"/>
                    <a:pt x="289077" y="341913"/>
                    <a:pt x="289077" y="341913"/>
                  </a:cubicBezTo>
                  <a:lnTo>
                    <a:pt x="290962" y="338717"/>
                  </a:lnTo>
                  <a:lnTo>
                    <a:pt x="292914" y="337473"/>
                  </a:lnTo>
                  <a:lnTo>
                    <a:pt x="294496" y="335118"/>
                  </a:lnTo>
                  <a:cubicBezTo>
                    <a:pt x="294496" y="335118"/>
                    <a:pt x="295505" y="333604"/>
                    <a:pt x="295539" y="333503"/>
                  </a:cubicBezTo>
                  <a:cubicBezTo>
                    <a:pt x="295572" y="333402"/>
                    <a:pt x="296246" y="331552"/>
                    <a:pt x="296246" y="331317"/>
                  </a:cubicBezTo>
                  <a:cubicBezTo>
                    <a:pt x="296246" y="331115"/>
                    <a:pt x="296246" y="329534"/>
                    <a:pt x="296246" y="329534"/>
                  </a:cubicBezTo>
                  <a:cubicBezTo>
                    <a:pt x="296246" y="329534"/>
                    <a:pt x="296414" y="328121"/>
                    <a:pt x="296414" y="327919"/>
                  </a:cubicBezTo>
                  <a:cubicBezTo>
                    <a:pt x="296414" y="327717"/>
                    <a:pt x="296447" y="326809"/>
                    <a:pt x="296447" y="326809"/>
                  </a:cubicBezTo>
                  <a:cubicBezTo>
                    <a:pt x="296447" y="326809"/>
                    <a:pt x="296346" y="325632"/>
                    <a:pt x="296279" y="325531"/>
                  </a:cubicBezTo>
                  <a:cubicBezTo>
                    <a:pt x="296246" y="325430"/>
                    <a:pt x="296279" y="324252"/>
                    <a:pt x="296279" y="324252"/>
                  </a:cubicBezTo>
                  <a:cubicBezTo>
                    <a:pt x="296279" y="324252"/>
                    <a:pt x="297087" y="323748"/>
                    <a:pt x="297188" y="323748"/>
                  </a:cubicBezTo>
                  <a:cubicBezTo>
                    <a:pt x="297255" y="323748"/>
                    <a:pt x="298635" y="323311"/>
                    <a:pt x="298635" y="323311"/>
                  </a:cubicBezTo>
                  <a:cubicBezTo>
                    <a:pt x="298635" y="323311"/>
                    <a:pt x="300217" y="323311"/>
                    <a:pt x="300284" y="323311"/>
                  </a:cubicBezTo>
                  <a:cubicBezTo>
                    <a:pt x="300351" y="323311"/>
                    <a:pt x="301462" y="324219"/>
                    <a:pt x="301563" y="324252"/>
                  </a:cubicBezTo>
                  <a:cubicBezTo>
                    <a:pt x="301664" y="324286"/>
                    <a:pt x="303044" y="325194"/>
                    <a:pt x="303044" y="325295"/>
                  </a:cubicBezTo>
                  <a:cubicBezTo>
                    <a:pt x="303077" y="325363"/>
                    <a:pt x="303347" y="326675"/>
                    <a:pt x="303347" y="326675"/>
                  </a:cubicBezTo>
                  <a:cubicBezTo>
                    <a:pt x="303347" y="326675"/>
                    <a:pt x="303077" y="328424"/>
                    <a:pt x="303077" y="328861"/>
                  </a:cubicBezTo>
                  <a:cubicBezTo>
                    <a:pt x="303077" y="329298"/>
                    <a:pt x="302741" y="330274"/>
                    <a:pt x="302438" y="331485"/>
                  </a:cubicBezTo>
                  <a:cubicBezTo>
                    <a:pt x="302102" y="332696"/>
                    <a:pt x="301698" y="332898"/>
                    <a:pt x="301226" y="333234"/>
                  </a:cubicBezTo>
                  <a:cubicBezTo>
                    <a:pt x="300789" y="333571"/>
                    <a:pt x="300587" y="334883"/>
                    <a:pt x="300688" y="335320"/>
                  </a:cubicBezTo>
                  <a:cubicBezTo>
                    <a:pt x="300789" y="335757"/>
                    <a:pt x="301765" y="336733"/>
                    <a:pt x="301765" y="336733"/>
                  </a:cubicBezTo>
                  <a:lnTo>
                    <a:pt x="305905" y="338146"/>
                  </a:lnTo>
                  <a:lnTo>
                    <a:pt x="309505" y="337944"/>
                  </a:lnTo>
                  <a:cubicBezTo>
                    <a:pt x="309505" y="337944"/>
                    <a:pt x="312433" y="340433"/>
                    <a:pt x="312871" y="340534"/>
                  </a:cubicBezTo>
                  <a:cubicBezTo>
                    <a:pt x="313308" y="340635"/>
                    <a:pt x="315496" y="341947"/>
                    <a:pt x="315900" y="341947"/>
                  </a:cubicBezTo>
                  <a:cubicBezTo>
                    <a:pt x="316337" y="341947"/>
                    <a:pt x="318828" y="340736"/>
                    <a:pt x="318828" y="340736"/>
                  </a:cubicBezTo>
                  <a:lnTo>
                    <a:pt x="319703" y="337809"/>
                  </a:lnTo>
                  <a:lnTo>
                    <a:pt x="320679" y="333571"/>
                  </a:lnTo>
                  <a:cubicBezTo>
                    <a:pt x="320679" y="333571"/>
                    <a:pt x="320140" y="330106"/>
                    <a:pt x="319804" y="329870"/>
                  </a:cubicBezTo>
                  <a:cubicBezTo>
                    <a:pt x="319467" y="329635"/>
                    <a:pt x="318390" y="328457"/>
                    <a:pt x="318390" y="328457"/>
                  </a:cubicBezTo>
                  <a:lnTo>
                    <a:pt x="315126" y="328020"/>
                  </a:lnTo>
                  <a:lnTo>
                    <a:pt x="311659" y="326271"/>
                  </a:lnTo>
                  <a:lnTo>
                    <a:pt x="313712" y="323445"/>
                  </a:lnTo>
                  <a:lnTo>
                    <a:pt x="316001" y="320586"/>
                  </a:lnTo>
                  <a:cubicBezTo>
                    <a:pt x="316001" y="320586"/>
                    <a:pt x="317717" y="319947"/>
                    <a:pt x="318054" y="319644"/>
                  </a:cubicBezTo>
                  <a:cubicBezTo>
                    <a:pt x="318390" y="319307"/>
                    <a:pt x="321116" y="319307"/>
                    <a:pt x="321116" y="319307"/>
                  </a:cubicBezTo>
                  <a:lnTo>
                    <a:pt x="323068" y="317895"/>
                  </a:lnTo>
                  <a:lnTo>
                    <a:pt x="322967" y="315708"/>
                  </a:lnTo>
                  <a:cubicBezTo>
                    <a:pt x="322967" y="315708"/>
                    <a:pt x="321554" y="313320"/>
                    <a:pt x="321116" y="313118"/>
                  </a:cubicBezTo>
                  <a:cubicBezTo>
                    <a:pt x="320679" y="312882"/>
                    <a:pt x="319164" y="312344"/>
                    <a:pt x="319164" y="312344"/>
                  </a:cubicBezTo>
                  <a:lnTo>
                    <a:pt x="315361" y="311469"/>
                  </a:lnTo>
                  <a:lnTo>
                    <a:pt x="314385" y="308206"/>
                  </a:lnTo>
                  <a:lnTo>
                    <a:pt x="312534" y="302118"/>
                  </a:lnTo>
                  <a:lnTo>
                    <a:pt x="313174" y="298215"/>
                  </a:lnTo>
                  <a:lnTo>
                    <a:pt x="314049" y="293539"/>
                  </a:lnTo>
                  <a:cubicBezTo>
                    <a:pt x="314049" y="293539"/>
                    <a:pt x="315126" y="291790"/>
                    <a:pt x="315462" y="291689"/>
                  </a:cubicBezTo>
                  <a:cubicBezTo>
                    <a:pt x="315799" y="291588"/>
                    <a:pt x="318491" y="291689"/>
                    <a:pt x="319501" y="291588"/>
                  </a:cubicBezTo>
                  <a:cubicBezTo>
                    <a:pt x="320477" y="291487"/>
                    <a:pt x="321015" y="290949"/>
                    <a:pt x="321015" y="290949"/>
                  </a:cubicBezTo>
                  <a:lnTo>
                    <a:pt x="322092" y="287720"/>
                  </a:lnTo>
                  <a:lnTo>
                    <a:pt x="322092" y="286509"/>
                  </a:lnTo>
                  <a:lnTo>
                    <a:pt x="322597" y="284457"/>
                  </a:lnTo>
                  <a:lnTo>
                    <a:pt x="323304" y="283380"/>
                  </a:lnTo>
                  <a:lnTo>
                    <a:pt x="325693" y="282405"/>
                  </a:lnTo>
                  <a:lnTo>
                    <a:pt x="327342" y="280218"/>
                  </a:lnTo>
                  <a:lnTo>
                    <a:pt x="329934" y="277493"/>
                  </a:lnTo>
                  <a:lnTo>
                    <a:pt x="332559" y="273894"/>
                  </a:lnTo>
                  <a:cubicBezTo>
                    <a:pt x="332559" y="273894"/>
                    <a:pt x="332357" y="270294"/>
                    <a:pt x="332559" y="269857"/>
                  </a:cubicBezTo>
                  <a:cubicBezTo>
                    <a:pt x="332761" y="269420"/>
                    <a:pt x="335823" y="267671"/>
                    <a:pt x="337136" y="267570"/>
                  </a:cubicBezTo>
                  <a:cubicBezTo>
                    <a:pt x="338448" y="267469"/>
                    <a:pt x="341040" y="264408"/>
                    <a:pt x="341040" y="264408"/>
                  </a:cubicBezTo>
                  <a:cubicBezTo>
                    <a:pt x="341040" y="264408"/>
                    <a:pt x="347771" y="266897"/>
                    <a:pt x="348208" y="266998"/>
                  </a:cubicBezTo>
                  <a:cubicBezTo>
                    <a:pt x="348646" y="267099"/>
                    <a:pt x="349622" y="268310"/>
                    <a:pt x="349622" y="268310"/>
                  </a:cubicBezTo>
                  <a:cubicBezTo>
                    <a:pt x="349622" y="268310"/>
                    <a:pt x="351977" y="269252"/>
                    <a:pt x="352180" y="269655"/>
                  </a:cubicBezTo>
                  <a:cubicBezTo>
                    <a:pt x="352381" y="270093"/>
                    <a:pt x="353492" y="273019"/>
                    <a:pt x="353929" y="274062"/>
                  </a:cubicBezTo>
                  <a:cubicBezTo>
                    <a:pt x="354367" y="275105"/>
                    <a:pt x="355679" y="275980"/>
                    <a:pt x="356992" y="276383"/>
                  </a:cubicBezTo>
                  <a:cubicBezTo>
                    <a:pt x="358305" y="276821"/>
                    <a:pt x="358305" y="276181"/>
                    <a:pt x="358742" y="275845"/>
                  </a:cubicBezTo>
                  <a:cubicBezTo>
                    <a:pt x="359180" y="275509"/>
                    <a:pt x="361232" y="272817"/>
                    <a:pt x="361603" y="272582"/>
                  </a:cubicBezTo>
                  <a:cubicBezTo>
                    <a:pt x="361973" y="272380"/>
                    <a:pt x="366281" y="272582"/>
                    <a:pt x="366281" y="272582"/>
                  </a:cubicBezTo>
                  <a:lnTo>
                    <a:pt x="368232" y="274264"/>
                  </a:lnTo>
                  <a:lnTo>
                    <a:pt x="368838" y="276316"/>
                  </a:lnTo>
                  <a:lnTo>
                    <a:pt x="368300" y="281261"/>
                  </a:lnTo>
                  <a:cubicBezTo>
                    <a:pt x="368300" y="281261"/>
                    <a:pt x="365473" y="281530"/>
                    <a:pt x="365204" y="281631"/>
                  </a:cubicBezTo>
                  <a:cubicBezTo>
                    <a:pt x="364934" y="281732"/>
                    <a:pt x="362881" y="283145"/>
                    <a:pt x="362579" y="283414"/>
                  </a:cubicBezTo>
                  <a:cubicBezTo>
                    <a:pt x="362310" y="283683"/>
                    <a:pt x="361872" y="285029"/>
                    <a:pt x="361872" y="285029"/>
                  </a:cubicBezTo>
                  <a:lnTo>
                    <a:pt x="364733" y="286711"/>
                  </a:lnTo>
                  <a:lnTo>
                    <a:pt x="366045" y="286711"/>
                  </a:lnTo>
                  <a:lnTo>
                    <a:pt x="369209" y="287148"/>
                  </a:lnTo>
                  <a:lnTo>
                    <a:pt x="369983" y="288224"/>
                  </a:lnTo>
                  <a:cubicBezTo>
                    <a:pt x="369983" y="288224"/>
                    <a:pt x="369074" y="289200"/>
                    <a:pt x="368906" y="289402"/>
                  </a:cubicBezTo>
                  <a:cubicBezTo>
                    <a:pt x="368737" y="289637"/>
                    <a:pt x="368199" y="290546"/>
                    <a:pt x="368266" y="290747"/>
                  </a:cubicBezTo>
                  <a:cubicBezTo>
                    <a:pt x="368334" y="290983"/>
                    <a:pt x="368973" y="291891"/>
                    <a:pt x="368973" y="292059"/>
                  </a:cubicBezTo>
                  <a:cubicBezTo>
                    <a:pt x="368973" y="292227"/>
                    <a:pt x="370555" y="292934"/>
                    <a:pt x="370555" y="292934"/>
                  </a:cubicBezTo>
                  <a:lnTo>
                    <a:pt x="372305" y="294010"/>
                  </a:lnTo>
                  <a:cubicBezTo>
                    <a:pt x="372305" y="294010"/>
                    <a:pt x="372944" y="295793"/>
                    <a:pt x="372944" y="296231"/>
                  </a:cubicBezTo>
                  <a:cubicBezTo>
                    <a:pt x="372944" y="296668"/>
                    <a:pt x="372238" y="297711"/>
                    <a:pt x="372170" y="297879"/>
                  </a:cubicBezTo>
                  <a:cubicBezTo>
                    <a:pt x="372103" y="298047"/>
                    <a:pt x="371497" y="298585"/>
                    <a:pt x="371497" y="298585"/>
                  </a:cubicBezTo>
                  <a:lnTo>
                    <a:pt x="370420" y="299292"/>
                  </a:lnTo>
                  <a:lnTo>
                    <a:pt x="368232" y="299090"/>
                  </a:lnTo>
                  <a:lnTo>
                    <a:pt x="367862" y="297711"/>
                  </a:lnTo>
                  <a:lnTo>
                    <a:pt x="366483" y="297139"/>
                  </a:lnTo>
                  <a:lnTo>
                    <a:pt x="364665" y="297139"/>
                  </a:lnTo>
                  <a:cubicBezTo>
                    <a:pt x="364665" y="297139"/>
                    <a:pt x="362983" y="297004"/>
                    <a:pt x="362780" y="297004"/>
                  </a:cubicBezTo>
                  <a:cubicBezTo>
                    <a:pt x="362579" y="297004"/>
                    <a:pt x="362511" y="298081"/>
                    <a:pt x="362209" y="298148"/>
                  </a:cubicBezTo>
                  <a:cubicBezTo>
                    <a:pt x="361906" y="298215"/>
                    <a:pt x="361569" y="298888"/>
                    <a:pt x="361131" y="299157"/>
                  </a:cubicBezTo>
                  <a:cubicBezTo>
                    <a:pt x="360694" y="299426"/>
                    <a:pt x="358439" y="299292"/>
                    <a:pt x="358439" y="299292"/>
                  </a:cubicBezTo>
                  <a:lnTo>
                    <a:pt x="356554" y="298552"/>
                  </a:lnTo>
                  <a:lnTo>
                    <a:pt x="354804" y="298047"/>
                  </a:lnTo>
                  <a:cubicBezTo>
                    <a:pt x="354804" y="298047"/>
                    <a:pt x="354165" y="297475"/>
                    <a:pt x="353929" y="297408"/>
                  </a:cubicBezTo>
                  <a:cubicBezTo>
                    <a:pt x="353728" y="297341"/>
                    <a:pt x="352112" y="296096"/>
                    <a:pt x="352112" y="296096"/>
                  </a:cubicBezTo>
                  <a:lnTo>
                    <a:pt x="350800" y="295356"/>
                  </a:lnTo>
                  <a:lnTo>
                    <a:pt x="350295" y="295356"/>
                  </a:lnTo>
                  <a:lnTo>
                    <a:pt x="349050" y="296062"/>
                  </a:lnTo>
                  <a:lnTo>
                    <a:pt x="348107" y="296836"/>
                  </a:lnTo>
                  <a:lnTo>
                    <a:pt x="348174" y="297980"/>
                  </a:lnTo>
                  <a:lnTo>
                    <a:pt x="348174" y="299359"/>
                  </a:lnTo>
                  <a:lnTo>
                    <a:pt x="347905" y="301041"/>
                  </a:lnTo>
                  <a:cubicBezTo>
                    <a:pt x="347905" y="301041"/>
                    <a:pt x="347299" y="303430"/>
                    <a:pt x="347535" y="304304"/>
                  </a:cubicBezTo>
                  <a:cubicBezTo>
                    <a:pt x="347737" y="305179"/>
                    <a:pt x="347535" y="306053"/>
                    <a:pt x="347535" y="306053"/>
                  </a:cubicBezTo>
                  <a:lnTo>
                    <a:pt x="349487" y="308442"/>
                  </a:lnTo>
                  <a:lnTo>
                    <a:pt x="351675" y="310191"/>
                  </a:lnTo>
                  <a:lnTo>
                    <a:pt x="351675" y="315405"/>
                  </a:lnTo>
                  <a:lnTo>
                    <a:pt x="351675" y="316919"/>
                  </a:lnTo>
                  <a:lnTo>
                    <a:pt x="355141" y="320619"/>
                  </a:lnTo>
                  <a:lnTo>
                    <a:pt x="355141" y="324522"/>
                  </a:lnTo>
                  <a:lnTo>
                    <a:pt x="356218" y="328155"/>
                  </a:lnTo>
                  <a:cubicBezTo>
                    <a:pt x="356218" y="328155"/>
                    <a:pt x="360055" y="328020"/>
                    <a:pt x="361064" y="328155"/>
                  </a:cubicBezTo>
                  <a:cubicBezTo>
                    <a:pt x="362074" y="328289"/>
                    <a:pt x="361636" y="330476"/>
                    <a:pt x="361636" y="330913"/>
                  </a:cubicBezTo>
                  <a:cubicBezTo>
                    <a:pt x="361636" y="331350"/>
                    <a:pt x="361064" y="334378"/>
                    <a:pt x="361064" y="334378"/>
                  </a:cubicBezTo>
                  <a:lnTo>
                    <a:pt x="360357" y="334513"/>
                  </a:lnTo>
                  <a:cubicBezTo>
                    <a:pt x="360357" y="334513"/>
                    <a:pt x="360357" y="338146"/>
                    <a:pt x="360357" y="339861"/>
                  </a:cubicBezTo>
                  <a:cubicBezTo>
                    <a:pt x="360357" y="341611"/>
                    <a:pt x="361300" y="341880"/>
                    <a:pt x="361737" y="342317"/>
                  </a:cubicBezTo>
                  <a:cubicBezTo>
                    <a:pt x="362175" y="342754"/>
                    <a:pt x="363117" y="342754"/>
                    <a:pt x="363858" y="343461"/>
                  </a:cubicBezTo>
                  <a:cubicBezTo>
                    <a:pt x="364564" y="344201"/>
                    <a:pt x="365608" y="343158"/>
                    <a:pt x="365608" y="343158"/>
                  </a:cubicBezTo>
                  <a:lnTo>
                    <a:pt x="365608" y="341140"/>
                  </a:lnTo>
                  <a:cubicBezTo>
                    <a:pt x="365608" y="341140"/>
                    <a:pt x="368064" y="338953"/>
                    <a:pt x="368502" y="338818"/>
                  </a:cubicBezTo>
                  <a:cubicBezTo>
                    <a:pt x="368939" y="338684"/>
                    <a:pt x="372137" y="335051"/>
                    <a:pt x="372137" y="335051"/>
                  </a:cubicBezTo>
                  <a:lnTo>
                    <a:pt x="376209" y="334344"/>
                  </a:lnTo>
                  <a:lnTo>
                    <a:pt x="383007" y="335791"/>
                  </a:lnTo>
                  <a:lnTo>
                    <a:pt x="384454" y="337977"/>
                  </a:lnTo>
                  <a:lnTo>
                    <a:pt x="386642" y="340870"/>
                  </a:lnTo>
                  <a:lnTo>
                    <a:pt x="386339" y="345345"/>
                  </a:lnTo>
                  <a:lnTo>
                    <a:pt x="385464" y="347666"/>
                  </a:lnTo>
                  <a:lnTo>
                    <a:pt x="386372" y="349819"/>
                  </a:lnTo>
                  <a:cubicBezTo>
                    <a:pt x="386372" y="349819"/>
                    <a:pt x="385598" y="351433"/>
                    <a:pt x="385497" y="351770"/>
                  </a:cubicBezTo>
                  <a:cubicBezTo>
                    <a:pt x="385397" y="352106"/>
                    <a:pt x="384959" y="353822"/>
                    <a:pt x="384959" y="353822"/>
                  </a:cubicBezTo>
                  <a:lnTo>
                    <a:pt x="383007" y="355335"/>
                  </a:lnTo>
                  <a:cubicBezTo>
                    <a:pt x="383007" y="355335"/>
                    <a:pt x="383007" y="358800"/>
                    <a:pt x="383007" y="359675"/>
                  </a:cubicBezTo>
                  <a:cubicBezTo>
                    <a:pt x="383007" y="360550"/>
                    <a:pt x="385632" y="360987"/>
                    <a:pt x="386036" y="360651"/>
                  </a:cubicBezTo>
                  <a:cubicBezTo>
                    <a:pt x="386473" y="360314"/>
                    <a:pt x="388122" y="360415"/>
                    <a:pt x="388863" y="360112"/>
                  </a:cubicBezTo>
                  <a:cubicBezTo>
                    <a:pt x="389637" y="359776"/>
                    <a:pt x="390815" y="359238"/>
                    <a:pt x="391017" y="358901"/>
                  </a:cubicBezTo>
                  <a:cubicBezTo>
                    <a:pt x="391252" y="358565"/>
                    <a:pt x="393507" y="359238"/>
                    <a:pt x="394281" y="359675"/>
                  </a:cubicBezTo>
                  <a:cubicBezTo>
                    <a:pt x="395055" y="360112"/>
                    <a:pt x="393844" y="360550"/>
                    <a:pt x="394281" y="361525"/>
                  </a:cubicBezTo>
                  <a:cubicBezTo>
                    <a:pt x="394719" y="362501"/>
                    <a:pt x="394281" y="363174"/>
                    <a:pt x="394281" y="363174"/>
                  </a:cubicBezTo>
                  <a:lnTo>
                    <a:pt x="396570" y="363174"/>
                  </a:lnTo>
                  <a:lnTo>
                    <a:pt x="398522" y="364485"/>
                  </a:lnTo>
                  <a:cubicBezTo>
                    <a:pt x="398522" y="364485"/>
                    <a:pt x="400171" y="366437"/>
                    <a:pt x="400373" y="366773"/>
                  </a:cubicBezTo>
                  <a:cubicBezTo>
                    <a:pt x="400575" y="367109"/>
                    <a:pt x="400373" y="369262"/>
                    <a:pt x="400373" y="369262"/>
                  </a:cubicBezTo>
                  <a:lnTo>
                    <a:pt x="400373" y="373030"/>
                  </a:lnTo>
                  <a:lnTo>
                    <a:pt x="398926" y="376461"/>
                  </a:lnTo>
                  <a:lnTo>
                    <a:pt x="398219" y="377470"/>
                  </a:lnTo>
                  <a:lnTo>
                    <a:pt x="396200" y="378715"/>
                  </a:lnTo>
                  <a:lnTo>
                    <a:pt x="391757" y="379287"/>
                  </a:lnTo>
                  <a:lnTo>
                    <a:pt x="390310" y="381473"/>
                  </a:lnTo>
                  <a:lnTo>
                    <a:pt x="389940" y="382012"/>
                  </a:lnTo>
                  <a:lnTo>
                    <a:pt x="395459" y="382718"/>
                  </a:lnTo>
                  <a:lnTo>
                    <a:pt x="401551" y="377134"/>
                  </a:lnTo>
                  <a:lnTo>
                    <a:pt x="406464" y="377134"/>
                  </a:lnTo>
                  <a:lnTo>
                    <a:pt x="410099" y="381339"/>
                  </a:lnTo>
                  <a:cubicBezTo>
                    <a:pt x="410099" y="381339"/>
                    <a:pt x="410974" y="389009"/>
                    <a:pt x="411412" y="389446"/>
                  </a:cubicBezTo>
                  <a:cubicBezTo>
                    <a:pt x="411849" y="389883"/>
                    <a:pt x="416056" y="394088"/>
                    <a:pt x="417368" y="394223"/>
                  </a:cubicBezTo>
                  <a:cubicBezTo>
                    <a:pt x="418681" y="394357"/>
                    <a:pt x="423022" y="395972"/>
                    <a:pt x="423022" y="395972"/>
                  </a:cubicBezTo>
                  <a:lnTo>
                    <a:pt x="427499" y="394828"/>
                  </a:lnTo>
                  <a:cubicBezTo>
                    <a:pt x="427499" y="394828"/>
                    <a:pt x="430393" y="393247"/>
                    <a:pt x="430830" y="393079"/>
                  </a:cubicBezTo>
                  <a:cubicBezTo>
                    <a:pt x="431268" y="392945"/>
                    <a:pt x="434902" y="388874"/>
                    <a:pt x="434902" y="388874"/>
                  </a:cubicBezTo>
                  <a:cubicBezTo>
                    <a:pt x="434902" y="388874"/>
                    <a:pt x="438099" y="385409"/>
                    <a:pt x="438672" y="385409"/>
                  </a:cubicBezTo>
                  <a:cubicBezTo>
                    <a:pt x="439244" y="385409"/>
                    <a:pt x="441263" y="383828"/>
                    <a:pt x="442306" y="383525"/>
                  </a:cubicBezTo>
                  <a:cubicBezTo>
                    <a:pt x="443316" y="383223"/>
                    <a:pt x="447658" y="380195"/>
                    <a:pt x="447658" y="380195"/>
                  </a:cubicBezTo>
                  <a:cubicBezTo>
                    <a:pt x="447658" y="380195"/>
                    <a:pt x="454321" y="380498"/>
                    <a:pt x="454893" y="380498"/>
                  </a:cubicBezTo>
                  <a:cubicBezTo>
                    <a:pt x="455465" y="380498"/>
                    <a:pt x="462432" y="380632"/>
                    <a:pt x="463004" y="380632"/>
                  </a:cubicBezTo>
                  <a:cubicBezTo>
                    <a:pt x="463576" y="380632"/>
                    <a:pt x="467345" y="380632"/>
                    <a:pt x="467345" y="380632"/>
                  </a:cubicBezTo>
                  <a:cubicBezTo>
                    <a:pt x="467345" y="380632"/>
                    <a:pt x="470542" y="378614"/>
                    <a:pt x="470980" y="378311"/>
                  </a:cubicBezTo>
                  <a:cubicBezTo>
                    <a:pt x="471418" y="378009"/>
                    <a:pt x="472663" y="377874"/>
                    <a:pt x="473673" y="377874"/>
                  </a:cubicBezTo>
                  <a:cubicBezTo>
                    <a:pt x="474682" y="377874"/>
                    <a:pt x="475187" y="380632"/>
                    <a:pt x="475187" y="380632"/>
                  </a:cubicBezTo>
                  <a:lnTo>
                    <a:pt x="475187" y="383223"/>
                  </a:lnTo>
                  <a:lnTo>
                    <a:pt x="473571" y="384669"/>
                  </a:lnTo>
                  <a:lnTo>
                    <a:pt x="475187" y="385107"/>
                  </a:lnTo>
                  <a:cubicBezTo>
                    <a:pt x="475187" y="385107"/>
                    <a:pt x="477947" y="384972"/>
                    <a:pt x="478384" y="384535"/>
                  </a:cubicBezTo>
                  <a:cubicBezTo>
                    <a:pt x="478822" y="384097"/>
                    <a:pt x="479966" y="381911"/>
                    <a:pt x="480269" y="381507"/>
                  </a:cubicBezTo>
                  <a:cubicBezTo>
                    <a:pt x="480538" y="381070"/>
                    <a:pt x="481144" y="379623"/>
                    <a:pt x="481278" y="379186"/>
                  </a:cubicBezTo>
                  <a:cubicBezTo>
                    <a:pt x="481413" y="378749"/>
                    <a:pt x="481985" y="378177"/>
                    <a:pt x="482288" y="377168"/>
                  </a:cubicBezTo>
                  <a:cubicBezTo>
                    <a:pt x="482557" y="376158"/>
                    <a:pt x="483163" y="375149"/>
                    <a:pt x="483163" y="375149"/>
                  </a:cubicBezTo>
                  <a:cubicBezTo>
                    <a:pt x="483163" y="375149"/>
                    <a:pt x="484173" y="373265"/>
                    <a:pt x="484307" y="372828"/>
                  </a:cubicBezTo>
                  <a:cubicBezTo>
                    <a:pt x="484442" y="372391"/>
                    <a:pt x="485317" y="370070"/>
                    <a:pt x="485317" y="370070"/>
                  </a:cubicBezTo>
                  <a:lnTo>
                    <a:pt x="485889" y="367311"/>
                  </a:lnTo>
                  <a:cubicBezTo>
                    <a:pt x="485889" y="367311"/>
                    <a:pt x="486327" y="365730"/>
                    <a:pt x="486764" y="365293"/>
                  </a:cubicBezTo>
                  <a:cubicBezTo>
                    <a:pt x="487202" y="364856"/>
                    <a:pt x="488077" y="364284"/>
                    <a:pt x="488514" y="363846"/>
                  </a:cubicBezTo>
                  <a:cubicBezTo>
                    <a:pt x="488952" y="363409"/>
                    <a:pt x="491274" y="359372"/>
                    <a:pt x="491274" y="359372"/>
                  </a:cubicBezTo>
                  <a:lnTo>
                    <a:pt x="493024" y="356008"/>
                  </a:lnTo>
                  <a:lnTo>
                    <a:pt x="493966" y="353586"/>
                  </a:lnTo>
                  <a:lnTo>
                    <a:pt x="496053" y="349516"/>
                  </a:lnTo>
                  <a:lnTo>
                    <a:pt x="496053" y="346757"/>
                  </a:lnTo>
                  <a:lnTo>
                    <a:pt x="496928" y="341409"/>
                  </a:lnTo>
                  <a:lnTo>
                    <a:pt x="495918" y="335892"/>
                  </a:lnTo>
                  <a:lnTo>
                    <a:pt x="493293" y="332999"/>
                  </a:lnTo>
                  <a:lnTo>
                    <a:pt x="492553" y="330106"/>
                  </a:lnTo>
                  <a:lnTo>
                    <a:pt x="494875" y="327919"/>
                  </a:lnTo>
                  <a:lnTo>
                    <a:pt x="499519" y="324454"/>
                  </a:lnTo>
                  <a:lnTo>
                    <a:pt x="501707" y="320384"/>
                  </a:lnTo>
                  <a:lnTo>
                    <a:pt x="502582" y="316347"/>
                  </a:lnTo>
                  <a:lnTo>
                    <a:pt x="504601" y="313454"/>
                  </a:lnTo>
                  <a:cubicBezTo>
                    <a:pt x="504601" y="313454"/>
                    <a:pt x="506183" y="311268"/>
                    <a:pt x="506755" y="311268"/>
                  </a:cubicBezTo>
                  <a:cubicBezTo>
                    <a:pt x="507327" y="311268"/>
                    <a:pt x="509212" y="309081"/>
                    <a:pt x="509212" y="309081"/>
                  </a:cubicBezTo>
                  <a:cubicBezTo>
                    <a:pt x="509212" y="309081"/>
                    <a:pt x="511837" y="308072"/>
                    <a:pt x="512409" y="307769"/>
                  </a:cubicBezTo>
                  <a:cubicBezTo>
                    <a:pt x="512981" y="307466"/>
                    <a:pt x="514428" y="302858"/>
                    <a:pt x="515034" y="302858"/>
                  </a:cubicBezTo>
                  <a:cubicBezTo>
                    <a:pt x="515606" y="302858"/>
                    <a:pt x="516784" y="300402"/>
                    <a:pt x="517221" y="300099"/>
                  </a:cubicBezTo>
                  <a:cubicBezTo>
                    <a:pt x="517659" y="299796"/>
                    <a:pt x="520688" y="295020"/>
                    <a:pt x="520688" y="295020"/>
                  </a:cubicBezTo>
                  <a:cubicBezTo>
                    <a:pt x="520688" y="295020"/>
                    <a:pt x="522876" y="293573"/>
                    <a:pt x="523448" y="293573"/>
                  </a:cubicBezTo>
                  <a:cubicBezTo>
                    <a:pt x="524020" y="293573"/>
                    <a:pt x="526780" y="291992"/>
                    <a:pt x="526780" y="291992"/>
                  </a:cubicBezTo>
                  <a:cubicBezTo>
                    <a:pt x="526780" y="291992"/>
                    <a:pt x="528967" y="290983"/>
                    <a:pt x="529404" y="290983"/>
                  </a:cubicBezTo>
                  <a:cubicBezTo>
                    <a:pt x="529842" y="290983"/>
                    <a:pt x="533881" y="287653"/>
                    <a:pt x="533881" y="287653"/>
                  </a:cubicBezTo>
                  <a:cubicBezTo>
                    <a:pt x="533881" y="287653"/>
                    <a:pt x="538794" y="285197"/>
                    <a:pt x="539232" y="285197"/>
                  </a:cubicBezTo>
                  <a:cubicBezTo>
                    <a:pt x="539669" y="285197"/>
                    <a:pt x="542563" y="281126"/>
                    <a:pt x="543136" y="280992"/>
                  </a:cubicBezTo>
                  <a:cubicBezTo>
                    <a:pt x="543708" y="280857"/>
                    <a:pt x="547847" y="277796"/>
                    <a:pt x="547847" y="277796"/>
                  </a:cubicBezTo>
                  <a:lnTo>
                    <a:pt x="549934" y="276484"/>
                  </a:lnTo>
                  <a:lnTo>
                    <a:pt x="549934" y="273726"/>
                  </a:lnTo>
                  <a:lnTo>
                    <a:pt x="547410" y="270059"/>
                  </a:lnTo>
                  <a:close/>
                  <a:moveTo>
                    <a:pt x="340299" y="224645"/>
                  </a:moveTo>
                  <a:lnTo>
                    <a:pt x="338718" y="226025"/>
                  </a:lnTo>
                  <a:lnTo>
                    <a:pt x="337270" y="226462"/>
                  </a:lnTo>
                  <a:lnTo>
                    <a:pt x="335621" y="226159"/>
                  </a:lnTo>
                  <a:lnTo>
                    <a:pt x="333905" y="225957"/>
                  </a:lnTo>
                  <a:lnTo>
                    <a:pt x="332761" y="226832"/>
                  </a:lnTo>
                  <a:lnTo>
                    <a:pt x="332761" y="229961"/>
                  </a:lnTo>
                  <a:lnTo>
                    <a:pt x="332963" y="230970"/>
                  </a:lnTo>
                  <a:lnTo>
                    <a:pt x="332189" y="232416"/>
                  </a:lnTo>
                  <a:lnTo>
                    <a:pt x="329799" y="232921"/>
                  </a:lnTo>
                  <a:cubicBezTo>
                    <a:pt x="329799" y="232921"/>
                    <a:pt x="328789" y="232349"/>
                    <a:pt x="328116" y="232349"/>
                  </a:cubicBezTo>
                  <a:cubicBezTo>
                    <a:pt x="327443" y="232349"/>
                    <a:pt x="325357" y="232046"/>
                    <a:pt x="325087" y="232046"/>
                  </a:cubicBezTo>
                  <a:cubicBezTo>
                    <a:pt x="324785" y="232046"/>
                    <a:pt x="322967" y="230465"/>
                    <a:pt x="322698" y="230364"/>
                  </a:cubicBezTo>
                  <a:cubicBezTo>
                    <a:pt x="322429" y="230297"/>
                    <a:pt x="319232" y="231104"/>
                    <a:pt x="319232" y="231104"/>
                  </a:cubicBezTo>
                  <a:cubicBezTo>
                    <a:pt x="319232" y="231104"/>
                    <a:pt x="317481" y="233493"/>
                    <a:pt x="317280" y="233997"/>
                  </a:cubicBezTo>
                  <a:cubicBezTo>
                    <a:pt x="317078" y="234502"/>
                    <a:pt x="314957" y="238404"/>
                    <a:pt x="314957" y="238404"/>
                  </a:cubicBezTo>
                  <a:lnTo>
                    <a:pt x="316337" y="240927"/>
                  </a:lnTo>
                  <a:lnTo>
                    <a:pt x="319972" y="243383"/>
                  </a:lnTo>
                  <a:lnTo>
                    <a:pt x="320039" y="244627"/>
                  </a:lnTo>
                  <a:lnTo>
                    <a:pt x="316977" y="246881"/>
                  </a:lnTo>
                  <a:lnTo>
                    <a:pt x="316102" y="249270"/>
                  </a:lnTo>
                  <a:cubicBezTo>
                    <a:pt x="316102" y="249270"/>
                    <a:pt x="316472" y="251524"/>
                    <a:pt x="316977" y="251961"/>
                  </a:cubicBezTo>
                  <a:cubicBezTo>
                    <a:pt x="317481" y="252398"/>
                    <a:pt x="318491" y="253037"/>
                    <a:pt x="318996" y="253475"/>
                  </a:cubicBezTo>
                  <a:cubicBezTo>
                    <a:pt x="319501" y="253912"/>
                    <a:pt x="320443" y="254988"/>
                    <a:pt x="320679" y="255056"/>
                  </a:cubicBezTo>
                  <a:cubicBezTo>
                    <a:pt x="320914" y="255123"/>
                    <a:pt x="320712" y="255998"/>
                    <a:pt x="320712" y="255998"/>
                  </a:cubicBezTo>
                  <a:cubicBezTo>
                    <a:pt x="320712" y="255998"/>
                    <a:pt x="320612" y="256805"/>
                    <a:pt x="320612" y="257074"/>
                  </a:cubicBezTo>
                  <a:cubicBezTo>
                    <a:pt x="320612" y="257377"/>
                    <a:pt x="320612" y="259463"/>
                    <a:pt x="320612" y="259463"/>
                  </a:cubicBezTo>
                  <a:lnTo>
                    <a:pt x="321756" y="260270"/>
                  </a:lnTo>
                  <a:cubicBezTo>
                    <a:pt x="321756" y="260270"/>
                    <a:pt x="323203" y="262019"/>
                    <a:pt x="323438" y="262288"/>
                  </a:cubicBezTo>
                  <a:cubicBezTo>
                    <a:pt x="323640" y="262591"/>
                    <a:pt x="324684" y="263230"/>
                    <a:pt x="325189" y="263735"/>
                  </a:cubicBezTo>
                  <a:cubicBezTo>
                    <a:pt x="325693" y="264239"/>
                    <a:pt x="325828" y="264609"/>
                    <a:pt x="326703" y="265316"/>
                  </a:cubicBezTo>
                  <a:cubicBezTo>
                    <a:pt x="327578" y="266056"/>
                    <a:pt x="327746" y="267772"/>
                    <a:pt x="327746" y="267772"/>
                  </a:cubicBezTo>
                  <a:lnTo>
                    <a:pt x="328352" y="269386"/>
                  </a:lnTo>
                  <a:lnTo>
                    <a:pt x="328419" y="271573"/>
                  </a:lnTo>
                  <a:lnTo>
                    <a:pt x="328487" y="273860"/>
                  </a:lnTo>
                  <a:cubicBezTo>
                    <a:pt x="328487" y="273860"/>
                    <a:pt x="327073" y="276081"/>
                    <a:pt x="326905" y="276148"/>
                  </a:cubicBezTo>
                  <a:cubicBezTo>
                    <a:pt x="326737" y="276215"/>
                    <a:pt x="324852" y="278435"/>
                    <a:pt x="324852" y="278435"/>
                  </a:cubicBezTo>
                  <a:cubicBezTo>
                    <a:pt x="324852" y="278435"/>
                    <a:pt x="323371" y="279579"/>
                    <a:pt x="323203" y="279680"/>
                  </a:cubicBezTo>
                  <a:cubicBezTo>
                    <a:pt x="323035" y="279781"/>
                    <a:pt x="320477" y="281160"/>
                    <a:pt x="320140" y="281295"/>
                  </a:cubicBezTo>
                  <a:cubicBezTo>
                    <a:pt x="319838" y="281463"/>
                    <a:pt x="318525" y="282371"/>
                    <a:pt x="318289" y="282438"/>
                  </a:cubicBezTo>
                  <a:cubicBezTo>
                    <a:pt x="318087" y="282506"/>
                    <a:pt x="317078" y="282943"/>
                    <a:pt x="316876" y="282943"/>
                  </a:cubicBezTo>
                  <a:cubicBezTo>
                    <a:pt x="316674" y="282943"/>
                    <a:pt x="314520" y="282943"/>
                    <a:pt x="314520" y="282943"/>
                  </a:cubicBezTo>
                  <a:cubicBezTo>
                    <a:pt x="314520" y="282943"/>
                    <a:pt x="313006" y="283279"/>
                    <a:pt x="312198" y="283279"/>
                  </a:cubicBezTo>
                  <a:cubicBezTo>
                    <a:pt x="311390" y="283279"/>
                    <a:pt x="309539" y="283246"/>
                    <a:pt x="309304" y="283246"/>
                  </a:cubicBezTo>
                  <a:cubicBezTo>
                    <a:pt x="309102" y="283246"/>
                    <a:pt x="305837" y="282539"/>
                    <a:pt x="305837" y="282539"/>
                  </a:cubicBezTo>
                  <a:lnTo>
                    <a:pt x="301933" y="283952"/>
                  </a:lnTo>
                  <a:lnTo>
                    <a:pt x="298332" y="284827"/>
                  </a:lnTo>
                  <a:lnTo>
                    <a:pt x="295942" y="285600"/>
                  </a:lnTo>
                  <a:lnTo>
                    <a:pt x="292779" y="284827"/>
                  </a:lnTo>
                  <a:lnTo>
                    <a:pt x="289952" y="282977"/>
                  </a:lnTo>
                  <a:lnTo>
                    <a:pt x="286385" y="282102"/>
                  </a:lnTo>
                  <a:lnTo>
                    <a:pt x="281370" y="282539"/>
                  </a:lnTo>
                  <a:lnTo>
                    <a:pt x="278543" y="286677"/>
                  </a:lnTo>
                  <a:lnTo>
                    <a:pt x="277130" y="291555"/>
                  </a:lnTo>
                  <a:lnTo>
                    <a:pt x="277130" y="295995"/>
                  </a:lnTo>
                  <a:lnTo>
                    <a:pt x="276356" y="301748"/>
                  </a:lnTo>
                  <a:lnTo>
                    <a:pt x="276894" y="305112"/>
                  </a:lnTo>
                  <a:lnTo>
                    <a:pt x="280697" y="310662"/>
                  </a:lnTo>
                  <a:lnTo>
                    <a:pt x="282313" y="314127"/>
                  </a:lnTo>
                  <a:lnTo>
                    <a:pt x="285241" y="314497"/>
                  </a:lnTo>
                  <a:lnTo>
                    <a:pt x="288168" y="312479"/>
                  </a:lnTo>
                  <a:lnTo>
                    <a:pt x="288370" y="312479"/>
                  </a:lnTo>
                  <a:lnTo>
                    <a:pt x="290861" y="314430"/>
                  </a:lnTo>
                  <a:lnTo>
                    <a:pt x="293149" y="318029"/>
                  </a:lnTo>
                  <a:lnTo>
                    <a:pt x="293688" y="320216"/>
                  </a:lnTo>
                  <a:lnTo>
                    <a:pt x="291837" y="324219"/>
                  </a:lnTo>
                  <a:lnTo>
                    <a:pt x="292039" y="327886"/>
                  </a:lnTo>
                  <a:lnTo>
                    <a:pt x="293452" y="329231"/>
                  </a:lnTo>
                  <a:cubicBezTo>
                    <a:pt x="293452" y="329231"/>
                    <a:pt x="293553" y="329769"/>
                    <a:pt x="293452" y="330106"/>
                  </a:cubicBezTo>
                  <a:cubicBezTo>
                    <a:pt x="293351" y="330442"/>
                    <a:pt x="290625" y="332494"/>
                    <a:pt x="290625" y="332494"/>
                  </a:cubicBezTo>
                  <a:cubicBezTo>
                    <a:pt x="290625" y="332494"/>
                    <a:pt x="289649" y="333806"/>
                    <a:pt x="289212" y="333806"/>
                  </a:cubicBezTo>
                  <a:cubicBezTo>
                    <a:pt x="288774" y="333806"/>
                    <a:pt x="284971" y="336195"/>
                    <a:pt x="284971" y="336195"/>
                  </a:cubicBezTo>
                  <a:lnTo>
                    <a:pt x="282784" y="340332"/>
                  </a:lnTo>
                  <a:lnTo>
                    <a:pt x="279620" y="340332"/>
                  </a:lnTo>
                  <a:lnTo>
                    <a:pt x="276457" y="340332"/>
                  </a:lnTo>
                  <a:lnTo>
                    <a:pt x="272654" y="340332"/>
                  </a:lnTo>
                  <a:lnTo>
                    <a:pt x="268413" y="336329"/>
                  </a:lnTo>
                  <a:lnTo>
                    <a:pt x="263634" y="335656"/>
                  </a:lnTo>
                  <a:lnTo>
                    <a:pt x="262221" y="336867"/>
                  </a:lnTo>
                  <a:lnTo>
                    <a:pt x="261548" y="337843"/>
                  </a:lnTo>
                  <a:cubicBezTo>
                    <a:pt x="261548" y="337843"/>
                    <a:pt x="261009" y="339256"/>
                    <a:pt x="261009" y="339693"/>
                  </a:cubicBezTo>
                  <a:cubicBezTo>
                    <a:pt x="261009" y="340130"/>
                    <a:pt x="260471" y="341644"/>
                    <a:pt x="260471" y="341644"/>
                  </a:cubicBezTo>
                  <a:lnTo>
                    <a:pt x="260571" y="344033"/>
                  </a:lnTo>
                  <a:lnTo>
                    <a:pt x="260235" y="345883"/>
                  </a:lnTo>
                  <a:cubicBezTo>
                    <a:pt x="260235" y="345883"/>
                    <a:pt x="259797" y="346858"/>
                    <a:pt x="259562" y="347195"/>
                  </a:cubicBezTo>
                  <a:cubicBezTo>
                    <a:pt x="259326" y="347531"/>
                    <a:pt x="258384" y="348608"/>
                    <a:pt x="258047" y="348944"/>
                  </a:cubicBezTo>
                  <a:cubicBezTo>
                    <a:pt x="257711" y="349280"/>
                    <a:pt x="254447" y="350592"/>
                    <a:pt x="254447" y="350592"/>
                  </a:cubicBezTo>
                  <a:lnTo>
                    <a:pt x="251821" y="351231"/>
                  </a:lnTo>
                  <a:cubicBezTo>
                    <a:pt x="251821" y="351231"/>
                    <a:pt x="250071" y="351871"/>
                    <a:pt x="249432" y="352005"/>
                  </a:cubicBezTo>
                  <a:cubicBezTo>
                    <a:pt x="248792" y="352106"/>
                    <a:pt x="248221" y="351904"/>
                    <a:pt x="247783" y="352005"/>
                  </a:cubicBezTo>
                  <a:cubicBezTo>
                    <a:pt x="247345" y="352106"/>
                    <a:pt x="246605" y="352173"/>
                    <a:pt x="245730" y="352039"/>
                  </a:cubicBezTo>
                  <a:cubicBezTo>
                    <a:pt x="244855" y="351904"/>
                    <a:pt x="242701" y="350054"/>
                    <a:pt x="241490" y="348978"/>
                  </a:cubicBezTo>
                  <a:cubicBezTo>
                    <a:pt x="240278" y="347901"/>
                    <a:pt x="239874" y="346488"/>
                    <a:pt x="238999" y="345950"/>
                  </a:cubicBezTo>
                  <a:cubicBezTo>
                    <a:pt x="238124" y="345412"/>
                    <a:pt x="236710" y="343663"/>
                    <a:pt x="236710" y="343663"/>
                  </a:cubicBezTo>
                  <a:cubicBezTo>
                    <a:pt x="236710" y="343663"/>
                    <a:pt x="234759" y="343562"/>
                    <a:pt x="234321" y="343562"/>
                  </a:cubicBezTo>
                  <a:cubicBezTo>
                    <a:pt x="233884" y="343562"/>
                    <a:pt x="230720" y="343663"/>
                    <a:pt x="230417" y="343663"/>
                  </a:cubicBezTo>
                  <a:cubicBezTo>
                    <a:pt x="230081" y="343663"/>
                    <a:pt x="227153" y="345176"/>
                    <a:pt x="227153" y="345176"/>
                  </a:cubicBezTo>
                  <a:lnTo>
                    <a:pt x="225302" y="346690"/>
                  </a:lnTo>
                  <a:lnTo>
                    <a:pt x="220624" y="349079"/>
                  </a:lnTo>
                  <a:lnTo>
                    <a:pt x="216148" y="350390"/>
                  </a:lnTo>
                  <a:cubicBezTo>
                    <a:pt x="216148" y="350390"/>
                    <a:pt x="212782" y="350491"/>
                    <a:pt x="212345" y="350491"/>
                  </a:cubicBezTo>
                  <a:cubicBezTo>
                    <a:pt x="211907" y="350491"/>
                    <a:pt x="208003" y="349079"/>
                    <a:pt x="206926" y="349079"/>
                  </a:cubicBezTo>
                  <a:cubicBezTo>
                    <a:pt x="205816" y="349079"/>
                    <a:pt x="204739" y="348540"/>
                    <a:pt x="204436" y="349079"/>
                  </a:cubicBezTo>
                  <a:cubicBezTo>
                    <a:pt x="204099" y="349617"/>
                    <a:pt x="202821" y="350491"/>
                    <a:pt x="202147" y="350929"/>
                  </a:cubicBezTo>
                  <a:cubicBezTo>
                    <a:pt x="201508" y="351366"/>
                    <a:pt x="201171" y="355066"/>
                    <a:pt x="201171" y="355066"/>
                  </a:cubicBezTo>
                  <a:lnTo>
                    <a:pt x="199657" y="355706"/>
                  </a:lnTo>
                  <a:lnTo>
                    <a:pt x="194878" y="355066"/>
                  </a:lnTo>
                  <a:cubicBezTo>
                    <a:pt x="194878" y="355066"/>
                    <a:pt x="193565" y="354528"/>
                    <a:pt x="192589" y="353654"/>
                  </a:cubicBezTo>
                  <a:cubicBezTo>
                    <a:pt x="191613" y="352779"/>
                    <a:pt x="190200" y="349079"/>
                    <a:pt x="189863" y="348978"/>
                  </a:cubicBezTo>
                  <a:cubicBezTo>
                    <a:pt x="189527" y="348877"/>
                    <a:pt x="189325" y="346253"/>
                    <a:pt x="188989" y="345950"/>
                  </a:cubicBezTo>
                  <a:cubicBezTo>
                    <a:pt x="188652" y="345614"/>
                    <a:pt x="186262" y="343999"/>
                    <a:pt x="186262" y="343999"/>
                  </a:cubicBezTo>
                  <a:cubicBezTo>
                    <a:pt x="186262" y="343999"/>
                    <a:pt x="183435" y="343225"/>
                    <a:pt x="182459" y="343562"/>
                  </a:cubicBezTo>
                  <a:cubicBezTo>
                    <a:pt x="181483" y="343898"/>
                    <a:pt x="180844" y="343562"/>
                    <a:pt x="179531" y="343360"/>
                  </a:cubicBezTo>
                  <a:cubicBezTo>
                    <a:pt x="178219" y="343158"/>
                    <a:pt x="175931" y="342384"/>
                    <a:pt x="175829" y="342048"/>
                  </a:cubicBezTo>
                  <a:cubicBezTo>
                    <a:pt x="175728" y="341711"/>
                    <a:pt x="175156" y="337708"/>
                    <a:pt x="175156" y="337708"/>
                  </a:cubicBezTo>
                  <a:lnTo>
                    <a:pt x="172565" y="336834"/>
                  </a:lnTo>
                  <a:lnTo>
                    <a:pt x="167887" y="335959"/>
                  </a:lnTo>
                  <a:cubicBezTo>
                    <a:pt x="167887" y="335959"/>
                    <a:pt x="167416" y="334883"/>
                    <a:pt x="167416" y="334445"/>
                  </a:cubicBezTo>
                  <a:cubicBezTo>
                    <a:pt x="167416" y="334008"/>
                    <a:pt x="165598" y="331855"/>
                    <a:pt x="165598" y="331418"/>
                  </a:cubicBezTo>
                  <a:cubicBezTo>
                    <a:pt x="165598" y="330980"/>
                    <a:pt x="165598" y="329130"/>
                    <a:pt x="165598" y="329130"/>
                  </a:cubicBezTo>
                  <a:lnTo>
                    <a:pt x="166911" y="327953"/>
                  </a:lnTo>
                  <a:lnTo>
                    <a:pt x="169839" y="328054"/>
                  </a:lnTo>
                  <a:lnTo>
                    <a:pt x="172128" y="328928"/>
                  </a:lnTo>
                  <a:lnTo>
                    <a:pt x="173642" y="329366"/>
                  </a:lnTo>
                  <a:lnTo>
                    <a:pt x="176031" y="329803"/>
                  </a:lnTo>
                  <a:lnTo>
                    <a:pt x="177479" y="328727"/>
                  </a:lnTo>
                  <a:lnTo>
                    <a:pt x="178387" y="327179"/>
                  </a:lnTo>
                  <a:lnTo>
                    <a:pt x="178791" y="325463"/>
                  </a:lnTo>
                  <a:lnTo>
                    <a:pt x="177748" y="323849"/>
                  </a:lnTo>
                  <a:lnTo>
                    <a:pt x="174584" y="320720"/>
                  </a:lnTo>
                  <a:lnTo>
                    <a:pt x="173103" y="318567"/>
                  </a:lnTo>
                  <a:lnTo>
                    <a:pt x="169974" y="315271"/>
                  </a:lnTo>
                  <a:lnTo>
                    <a:pt x="167651" y="313454"/>
                  </a:lnTo>
                  <a:cubicBezTo>
                    <a:pt x="167651" y="313454"/>
                    <a:pt x="165464" y="311200"/>
                    <a:pt x="165397" y="310998"/>
                  </a:cubicBezTo>
                  <a:cubicBezTo>
                    <a:pt x="165329" y="310797"/>
                    <a:pt x="164454" y="308240"/>
                    <a:pt x="164387" y="308038"/>
                  </a:cubicBezTo>
                  <a:cubicBezTo>
                    <a:pt x="164319" y="307836"/>
                    <a:pt x="164151" y="305448"/>
                    <a:pt x="164151" y="305448"/>
                  </a:cubicBezTo>
                  <a:lnTo>
                    <a:pt x="163882" y="301613"/>
                  </a:lnTo>
                  <a:lnTo>
                    <a:pt x="163882" y="299662"/>
                  </a:lnTo>
                  <a:lnTo>
                    <a:pt x="167517" y="298787"/>
                  </a:lnTo>
                  <a:lnTo>
                    <a:pt x="168257" y="298787"/>
                  </a:lnTo>
                  <a:lnTo>
                    <a:pt x="170007" y="298787"/>
                  </a:lnTo>
                  <a:lnTo>
                    <a:pt x="171757" y="298787"/>
                  </a:lnTo>
                  <a:lnTo>
                    <a:pt x="173473" y="298787"/>
                  </a:lnTo>
                  <a:cubicBezTo>
                    <a:pt x="173473" y="298787"/>
                    <a:pt x="173473" y="298855"/>
                    <a:pt x="174214" y="298283"/>
                  </a:cubicBezTo>
                  <a:cubicBezTo>
                    <a:pt x="174954" y="297711"/>
                    <a:pt x="176166" y="296769"/>
                    <a:pt x="176166" y="296769"/>
                  </a:cubicBezTo>
                  <a:lnTo>
                    <a:pt x="177680" y="293506"/>
                  </a:lnTo>
                  <a:lnTo>
                    <a:pt x="180575" y="290916"/>
                  </a:lnTo>
                  <a:cubicBezTo>
                    <a:pt x="180575" y="290916"/>
                    <a:pt x="181954" y="290478"/>
                    <a:pt x="182392" y="290041"/>
                  </a:cubicBezTo>
                  <a:cubicBezTo>
                    <a:pt x="182829" y="289604"/>
                    <a:pt x="185724" y="287350"/>
                    <a:pt x="185724" y="287350"/>
                  </a:cubicBezTo>
                  <a:cubicBezTo>
                    <a:pt x="185724" y="287350"/>
                    <a:pt x="187609" y="286711"/>
                    <a:pt x="187911" y="286711"/>
                  </a:cubicBezTo>
                  <a:cubicBezTo>
                    <a:pt x="188214" y="286711"/>
                    <a:pt x="189426" y="286643"/>
                    <a:pt x="190234" y="286711"/>
                  </a:cubicBezTo>
                  <a:cubicBezTo>
                    <a:pt x="191041" y="286778"/>
                    <a:pt x="192253" y="286576"/>
                    <a:pt x="193128" y="286677"/>
                  </a:cubicBezTo>
                  <a:cubicBezTo>
                    <a:pt x="194003" y="286778"/>
                    <a:pt x="195450" y="286071"/>
                    <a:pt x="195753" y="286071"/>
                  </a:cubicBezTo>
                  <a:cubicBezTo>
                    <a:pt x="196022" y="286071"/>
                    <a:pt x="196897" y="285634"/>
                    <a:pt x="197638" y="285500"/>
                  </a:cubicBezTo>
                  <a:cubicBezTo>
                    <a:pt x="198344" y="285365"/>
                    <a:pt x="200027" y="283549"/>
                    <a:pt x="200027" y="283549"/>
                  </a:cubicBezTo>
                  <a:cubicBezTo>
                    <a:pt x="200027" y="283549"/>
                    <a:pt x="200667" y="282909"/>
                    <a:pt x="200835" y="282607"/>
                  </a:cubicBezTo>
                  <a:cubicBezTo>
                    <a:pt x="200969" y="282338"/>
                    <a:pt x="201979" y="281093"/>
                    <a:pt x="202215" y="281026"/>
                  </a:cubicBezTo>
                  <a:cubicBezTo>
                    <a:pt x="202417" y="280958"/>
                    <a:pt x="203460" y="280084"/>
                    <a:pt x="203729" y="280084"/>
                  </a:cubicBezTo>
                  <a:cubicBezTo>
                    <a:pt x="203998" y="280084"/>
                    <a:pt x="205883" y="278200"/>
                    <a:pt x="206119" y="278133"/>
                  </a:cubicBezTo>
                  <a:cubicBezTo>
                    <a:pt x="206320" y="278065"/>
                    <a:pt x="207364" y="276821"/>
                    <a:pt x="207633" y="276619"/>
                  </a:cubicBezTo>
                  <a:cubicBezTo>
                    <a:pt x="207936" y="276417"/>
                    <a:pt x="209148" y="274600"/>
                    <a:pt x="209148" y="274298"/>
                  </a:cubicBezTo>
                  <a:cubicBezTo>
                    <a:pt x="209148" y="273995"/>
                    <a:pt x="209148" y="270160"/>
                    <a:pt x="209148" y="270160"/>
                  </a:cubicBezTo>
                  <a:lnTo>
                    <a:pt x="205816" y="266964"/>
                  </a:lnTo>
                  <a:lnTo>
                    <a:pt x="205109" y="263701"/>
                  </a:lnTo>
                  <a:lnTo>
                    <a:pt x="201037" y="260573"/>
                  </a:lnTo>
                  <a:lnTo>
                    <a:pt x="199589" y="260573"/>
                  </a:lnTo>
                  <a:lnTo>
                    <a:pt x="197840" y="260573"/>
                  </a:lnTo>
                  <a:lnTo>
                    <a:pt x="195820" y="259429"/>
                  </a:lnTo>
                  <a:lnTo>
                    <a:pt x="194945" y="257848"/>
                  </a:lnTo>
                  <a:lnTo>
                    <a:pt x="195349" y="256637"/>
                  </a:lnTo>
                  <a:lnTo>
                    <a:pt x="194205" y="254719"/>
                  </a:lnTo>
                  <a:lnTo>
                    <a:pt x="193397" y="253138"/>
                  </a:lnTo>
                  <a:lnTo>
                    <a:pt x="192152" y="252365"/>
                  </a:lnTo>
                  <a:cubicBezTo>
                    <a:pt x="192152" y="252365"/>
                    <a:pt x="189830" y="250615"/>
                    <a:pt x="189695" y="250413"/>
                  </a:cubicBezTo>
                  <a:cubicBezTo>
                    <a:pt x="189594" y="250212"/>
                    <a:pt x="188585" y="248126"/>
                    <a:pt x="188585" y="248126"/>
                  </a:cubicBezTo>
                  <a:lnTo>
                    <a:pt x="188282" y="246377"/>
                  </a:lnTo>
                  <a:lnTo>
                    <a:pt x="188282" y="245771"/>
                  </a:lnTo>
                  <a:cubicBezTo>
                    <a:pt x="188282" y="245771"/>
                    <a:pt x="187743" y="243820"/>
                    <a:pt x="187911" y="243753"/>
                  </a:cubicBezTo>
                  <a:cubicBezTo>
                    <a:pt x="188080" y="243686"/>
                    <a:pt x="188282" y="242441"/>
                    <a:pt x="188282" y="242441"/>
                  </a:cubicBezTo>
                  <a:cubicBezTo>
                    <a:pt x="188551" y="242205"/>
                    <a:pt x="189157" y="241230"/>
                    <a:pt x="189157" y="241230"/>
                  </a:cubicBezTo>
                  <a:cubicBezTo>
                    <a:pt x="189157" y="241230"/>
                    <a:pt x="190738" y="239716"/>
                    <a:pt x="190907" y="239716"/>
                  </a:cubicBezTo>
                  <a:cubicBezTo>
                    <a:pt x="191075" y="239716"/>
                    <a:pt x="192320" y="239279"/>
                    <a:pt x="192522" y="239279"/>
                  </a:cubicBezTo>
                  <a:cubicBezTo>
                    <a:pt x="192758" y="239279"/>
                    <a:pt x="193397" y="239380"/>
                    <a:pt x="193734" y="239279"/>
                  </a:cubicBezTo>
                  <a:cubicBezTo>
                    <a:pt x="194070" y="239178"/>
                    <a:pt x="195955" y="238135"/>
                    <a:pt x="195955" y="238135"/>
                  </a:cubicBezTo>
                  <a:lnTo>
                    <a:pt x="198782" y="236117"/>
                  </a:lnTo>
                  <a:lnTo>
                    <a:pt x="199859" y="235309"/>
                  </a:lnTo>
                  <a:cubicBezTo>
                    <a:pt x="199859" y="235309"/>
                    <a:pt x="200902" y="234973"/>
                    <a:pt x="201104" y="234939"/>
                  </a:cubicBezTo>
                  <a:cubicBezTo>
                    <a:pt x="201306" y="234872"/>
                    <a:pt x="203123" y="235107"/>
                    <a:pt x="203325" y="234939"/>
                  </a:cubicBezTo>
                  <a:cubicBezTo>
                    <a:pt x="203527" y="234771"/>
                    <a:pt x="204840" y="235074"/>
                    <a:pt x="205244" y="234939"/>
                  </a:cubicBezTo>
                  <a:cubicBezTo>
                    <a:pt x="205614" y="234771"/>
                    <a:pt x="206590" y="234906"/>
                    <a:pt x="207128" y="234906"/>
                  </a:cubicBezTo>
                  <a:cubicBezTo>
                    <a:pt x="207667" y="234906"/>
                    <a:pt x="209719" y="234838"/>
                    <a:pt x="209955" y="234872"/>
                  </a:cubicBezTo>
                  <a:cubicBezTo>
                    <a:pt x="210157" y="234906"/>
                    <a:pt x="211099" y="234805"/>
                    <a:pt x="211840" y="234872"/>
                  </a:cubicBezTo>
                  <a:cubicBezTo>
                    <a:pt x="212614" y="234906"/>
                    <a:pt x="213489" y="235007"/>
                    <a:pt x="214027" y="234872"/>
                  </a:cubicBezTo>
                  <a:cubicBezTo>
                    <a:pt x="214566" y="234704"/>
                    <a:pt x="217460" y="234065"/>
                    <a:pt x="217460" y="234065"/>
                  </a:cubicBezTo>
                  <a:cubicBezTo>
                    <a:pt x="217460" y="234065"/>
                    <a:pt x="218335" y="231508"/>
                    <a:pt x="218638" y="231474"/>
                  </a:cubicBezTo>
                  <a:cubicBezTo>
                    <a:pt x="218974" y="231407"/>
                    <a:pt x="220927" y="228279"/>
                    <a:pt x="220927" y="228279"/>
                  </a:cubicBezTo>
                  <a:cubicBezTo>
                    <a:pt x="220927" y="228279"/>
                    <a:pt x="221566" y="225453"/>
                    <a:pt x="221566" y="225285"/>
                  </a:cubicBezTo>
                  <a:cubicBezTo>
                    <a:pt x="221566" y="225116"/>
                    <a:pt x="222206" y="222997"/>
                    <a:pt x="222206" y="222997"/>
                  </a:cubicBezTo>
                  <a:lnTo>
                    <a:pt x="223855" y="220710"/>
                  </a:lnTo>
                  <a:lnTo>
                    <a:pt x="224662" y="219734"/>
                  </a:lnTo>
                  <a:lnTo>
                    <a:pt x="226009" y="218220"/>
                  </a:lnTo>
                  <a:cubicBezTo>
                    <a:pt x="226009" y="218220"/>
                    <a:pt x="227691" y="216538"/>
                    <a:pt x="227927" y="216437"/>
                  </a:cubicBezTo>
                  <a:cubicBezTo>
                    <a:pt x="228129" y="216336"/>
                    <a:pt x="230586" y="215529"/>
                    <a:pt x="230586" y="215529"/>
                  </a:cubicBezTo>
                  <a:cubicBezTo>
                    <a:pt x="230586" y="215529"/>
                    <a:pt x="232336" y="215395"/>
                    <a:pt x="232638" y="215395"/>
                  </a:cubicBezTo>
                  <a:cubicBezTo>
                    <a:pt x="232941" y="215395"/>
                    <a:pt x="234321" y="215395"/>
                    <a:pt x="234321" y="215395"/>
                  </a:cubicBezTo>
                  <a:lnTo>
                    <a:pt x="236441" y="215058"/>
                  </a:lnTo>
                  <a:lnTo>
                    <a:pt x="238192" y="214419"/>
                  </a:lnTo>
                  <a:cubicBezTo>
                    <a:pt x="238192" y="214419"/>
                    <a:pt x="239403" y="213174"/>
                    <a:pt x="239605" y="213174"/>
                  </a:cubicBezTo>
                  <a:cubicBezTo>
                    <a:pt x="239807" y="213174"/>
                    <a:pt x="240648" y="212132"/>
                    <a:pt x="240648" y="212132"/>
                  </a:cubicBezTo>
                  <a:cubicBezTo>
                    <a:pt x="240648" y="212132"/>
                    <a:pt x="242163" y="212199"/>
                    <a:pt x="242398" y="212132"/>
                  </a:cubicBezTo>
                  <a:cubicBezTo>
                    <a:pt x="242600" y="212064"/>
                    <a:pt x="243206" y="213444"/>
                    <a:pt x="243206" y="213444"/>
                  </a:cubicBezTo>
                  <a:lnTo>
                    <a:pt x="243710" y="214621"/>
                  </a:lnTo>
                  <a:cubicBezTo>
                    <a:pt x="243710" y="214621"/>
                    <a:pt x="245730" y="215126"/>
                    <a:pt x="246100" y="215126"/>
                  </a:cubicBezTo>
                  <a:cubicBezTo>
                    <a:pt x="246470" y="215126"/>
                    <a:pt x="247884" y="214957"/>
                    <a:pt x="247884" y="214957"/>
                  </a:cubicBezTo>
                  <a:cubicBezTo>
                    <a:pt x="247884" y="214957"/>
                    <a:pt x="248759" y="213612"/>
                    <a:pt x="248759" y="213444"/>
                  </a:cubicBezTo>
                  <a:cubicBezTo>
                    <a:pt x="248759" y="213275"/>
                    <a:pt x="248052" y="211391"/>
                    <a:pt x="247884" y="211257"/>
                  </a:cubicBezTo>
                  <a:cubicBezTo>
                    <a:pt x="247716" y="211156"/>
                    <a:pt x="246268" y="210349"/>
                    <a:pt x="246100" y="210214"/>
                  </a:cubicBezTo>
                  <a:cubicBezTo>
                    <a:pt x="245932" y="210113"/>
                    <a:pt x="243610" y="208801"/>
                    <a:pt x="243610" y="208801"/>
                  </a:cubicBezTo>
                  <a:lnTo>
                    <a:pt x="240581" y="206514"/>
                  </a:lnTo>
                  <a:cubicBezTo>
                    <a:pt x="240581" y="206514"/>
                    <a:pt x="239672" y="204596"/>
                    <a:pt x="239504" y="204495"/>
                  </a:cubicBezTo>
                  <a:cubicBezTo>
                    <a:pt x="239336" y="204394"/>
                    <a:pt x="238090" y="202376"/>
                    <a:pt x="237989" y="202208"/>
                  </a:cubicBezTo>
                  <a:cubicBezTo>
                    <a:pt x="237888" y="202040"/>
                    <a:pt x="236744" y="199988"/>
                    <a:pt x="236744" y="199752"/>
                  </a:cubicBezTo>
                  <a:cubicBezTo>
                    <a:pt x="236744" y="199550"/>
                    <a:pt x="236475" y="198070"/>
                    <a:pt x="236475" y="198070"/>
                  </a:cubicBezTo>
                  <a:cubicBezTo>
                    <a:pt x="236475" y="198070"/>
                    <a:pt x="237249" y="196926"/>
                    <a:pt x="237384" y="196926"/>
                  </a:cubicBezTo>
                  <a:cubicBezTo>
                    <a:pt x="237518" y="196926"/>
                    <a:pt x="239134" y="196388"/>
                    <a:pt x="239134" y="196388"/>
                  </a:cubicBezTo>
                  <a:lnTo>
                    <a:pt x="241287" y="196725"/>
                  </a:lnTo>
                  <a:lnTo>
                    <a:pt x="243610" y="198037"/>
                  </a:lnTo>
                  <a:lnTo>
                    <a:pt x="244821" y="199113"/>
                  </a:lnTo>
                  <a:cubicBezTo>
                    <a:pt x="244821" y="199113"/>
                    <a:pt x="248018" y="200425"/>
                    <a:pt x="248254" y="200425"/>
                  </a:cubicBezTo>
                  <a:cubicBezTo>
                    <a:pt x="248490" y="200425"/>
                    <a:pt x="249466" y="199988"/>
                    <a:pt x="249331" y="199349"/>
                  </a:cubicBezTo>
                  <a:cubicBezTo>
                    <a:pt x="249230" y="198709"/>
                    <a:pt x="248893" y="197936"/>
                    <a:pt x="248826" y="197767"/>
                  </a:cubicBezTo>
                  <a:cubicBezTo>
                    <a:pt x="248759" y="197599"/>
                    <a:pt x="248759" y="195884"/>
                    <a:pt x="248658" y="195715"/>
                  </a:cubicBezTo>
                  <a:cubicBezTo>
                    <a:pt x="248557" y="195547"/>
                    <a:pt x="247009" y="193764"/>
                    <a:pt x="247009" y="193764"/>
                  </a:cubicBezTo>
                  <a:lnTo>
                    <a:pt x="245663" y="192621"/>
                  </a:lnTo>
                  <a:cubicBezTo>
                    <a:pt x="245663" y="192621"/>
                    <a:pt x="244687" y="191309"/>
                    <a:pt x="244687" y="190770"/>
                  </a:cubicBezTo>
                  <a:cubicBezTo>
                    <a:pt x="244687" y="190232"/>
                    <a:pt x="244316" y="189425"/>
                    <a:pt x="244687" y="189358"/>
                  </a:cubicBezTo>
                  <a:cubicBezTo>
                    <a:pt x="245057" y="189290"/>
                    <a:pt x="246033" y="188920"/>
                    <a:pt x="246706" y="188752"/>
                  </a:cubicBezTo>
                  <a:cubicBezTo>
                    <a:pt x="247379" y="188584"/>
                    <a:pt x="248893" y="188416"/>
                    <a:pt x="249331" y="188416"/>
                  </a:cubicBezTo>
                  <a:cubicBezTo>
                    <a:pt x="249768" y="188416"/>
                    <a:pt x="253336" y="189660"/>
                    <a:pt x="253336" y="189660"/>
                  </a:cubicBezTo>
                  <a:cubicBezTo>
                    <a:pt x="253336" y="189660"/>
                    <a:pt x="255759" y="187676"/>
                    <a:pt x="255961" y="187743"/>
                  </a:cubicBezTo>
                  <a:cubicBezTo>
                    <a:pt x="256163" y="187810"/>
                    <a:pt x="257980" y="186734"/>
                    <a:pt x="258351" y="186296"/>
                  </a:cubicBezTo>
                  <a:cubicBezTo>
                    <a:pt x="258721" y="185859"/>
                    <a:pt x="258552" y="184110"/>
                    <a:pt x="258653" y="183168"/>
                  </a:cubicBezTo>
                  <a:cubicBezTo>
                    <a:pt x="258721" y="182226"/>
                    <a:pt x="258519" y="181284"/>
                    <a:pt x="258653" y="180645"/>
                  </a:cubicBezTo>
                  <a:cubicBezTo>
                    <a:pt x="258788" y="180006"/>
                    <a:pt x="259360" y="179064"/>
                    <a:pt x="259730" y="178626"/>
                  </a:cubicBezTo>
                  <a:cubicBezTo>
                    <a:pt x="260101" y="178189"/>
                    <a:pt x="260605" y="177180"/>
                    <a:pt x="260875" y="176945"/>
                  </a:cubicBezTo>
                  <a:cubicBezTo>
                    <a:pt x="261177" y="176709"/>
                    <a:pt x="262995" y="175801"/>
                    <a:pt x="263264" y="175633"/>
                  </a:cubicBezTo>
                  <a:cubicBezTo>
                    <a:pt x="263567" y="175498"/>
                    <a:pt x="264846" y="175767"/>
                    <a:pt x="265452" y="175633"/>
                  </a:cubicBezTo>
                  <a:cubicBezTo>
                    <a:pt x="266024" y="175498"/>
                    <a:pt x="266461" y="175935"/>
                    <a:pt x="266764" y="176137"/>
                  </a:cubicBezTo>
                  <a:cubicBezTo>
                    <a:pt x="267033" y="176339"/>
                    <a:pt x="267505" y="177584"/>
                    <a:pt x="267639" y="178660"/>
                  </a:cubicBezTo>
                  <a:cubicBezTo>
                    <a:pt x="267774" y="179737"/>
                    <a:pt x="267505" y="180544"/>
                    <a:pt x="267639" y="181620"/>
                  </a:cubicBezTo>
                  <a:cubicBezTo>
                    <a:pt x="267774" y="182697"/>
                    <a:pt x="267505" y="183639"/>
                    <a:pt x="267673" y="184076"/>
                  </a:cubicBezTo>
                  <a:cubicBezTo>
                    <a:pt x="267841" y="184513"/>
                    <a:pt x="267673" y="187205"/>
                    <a:pt x="267673" y="187205"/>
                  </a:cubicBezTo>
                  <a:cubicBezTo>
                    <a:pt x="267673" y="187205"/>
                    <a:pt x="267202" y="188651"/>
                    <a:pt x="268077" y="189526"/>
                  </a:cubicBezTo>
                  <a:cubicBezTo>
                    <a:pt x="268951" y="190400"/>
                    <a:pt x="269591" y="191981"/>
                    <a:pt x="269894" y="192419"/>
                  </a:cubicBezTo>
                  <a:cubicBezTo>
                    <a:pt x="270197" y="192856"/>
                    <a:pt x="270971" y="195312"/>
                    <a:pt x="271206" y="195379"/>
                  </a:cubicBezTo>
                  <a:cubicBezTo>
                    <a:pt x="271442" y="195446"/>
                    <a:pt x="272654" y="197633"/>
                    <a:pt x="273596" y="198003"/>
                  </a:cubicBezTo>
                  <a:cubicBezTo>
                    <a:pt x="274538" y="198373"/>
                    <a:pt x="275481" y="199819"/>
                    <a:pt x="277130" y="200694"/>
                  </a:cubicBezTo>
                  <a:cubicBezTo>
                    <a:pt x="278779" y="201569"/>
                    <a:pt x="281269" y="203284"/>
                    <a:pt x="281269" y="203284"/>
                  </a:cubicBezTo>
                  <a:lnTo>
                    <a:pt x="283423" y="204664"/>
                  </a:lnTo>
                  <a:lnTo>
                    <a:pt x="287899" y="210685"/>
                  </a:lnTo>
                  <a:lnTo>
                    <a:pt x="291231" y="214217"/>
                  </a:lnTo>
                  <a:lnTo>
                    <a:pt x="293755" y="216606"/>
                  </a:lnTo>
                  <a:lnTo>
                    <a:pt x="299847" y="219129"/>
                  </a:lnTo>
                  <a:cubicBezTo>
                    <a:pt x="299847" y="219129"/>
                    <a:pt x="305501" y="217682"/>
                    <a:pt x="305938" y="217548"/>
                  </a:cubicBezTo>
                  <a:cubicBezTo>
                    <a:pt x="306376" y="217413"/>
                    <a:pt x="310583" y="216673"/>
                    <a:pt x="310583" y="216673"/>
                  </a:cubicBezTo>
                  <a:lnTo>
                    <a:pt x="321756" y="217043"/>
                  </a:lnTo>
                  <a:lnTo>
                    <a:pt x="325087" y="217043"/>
                  </a:lnTo>
                  <a:lnTo>
                    <a:pt x="329294" y="218792"/>
                  </a:lnTo>
                  <a:lnTo>
                    <a:pt x="335218" y="218792"/>
                  </a:lnTo>
                  <a:cubicBezTo>
                    <a:pt x="335218" y="218792"/>
                    <a:pt x="337809" y="218220"/>
                    <a:pt x="338415" y="218355"/>
                  </a:cubicBezTo>
                  <a:cubicBezTo>
                    <a:pt x="338987" y="218489"/>
                    <a:pt x="340299" y="221046"/>
                    <a:pt x="340299" y="221046"/>
                  </a:cubicBezTo>
                  <a:lnTo>
                    <a:pt x="341107" y="222560"/>
                  </a:lnTo>
                  <a:lnTo>
                    <a:pt x="340299" y="224645"/>
                  </a:lnTo>
                  <a:close/>
                </a:path>
              </a:pathLst>
            </a:custGeom>
            <a:pattFill prst="pct80">
              <a:fgClr>
                <a:srgbClr val="1E344D"/>
              </a:fgClr>
              <a:bgClr>
                <a:schemeClr val="bg1"/>
              </a:bgClr>
            </a:pattFill>
            <a:ln w="6350" cap="flat">
              <a:solidFill>
                <a:schemeClr val="bg1"/>
              </a:solidFill>
              <a:prstDash val="solid"/>
              <a:miter/>
            </a:ln>
          </p:spPr>
          <p:txBody>
            <a:bodyPr rtlCol="0" anchor="ctr"/>
            <a:lstStyle/>
            <a:p>
              <a:endParaRPr lang="en-US"/>
            </a:p>
          </p:txBody>
        </p:sp>
        <p:grpSp>
          <p:nvGrpSpPr>
            <p:cNvPr id="184" name="Graphic 11">
              <a:extLst>
                <a:ext uri="{FF2B5EF4-FFF2-40B4-BE49-F238E27FC236}">
                  <a16:creationId xmlns:a16="http://schemas.microsoft.com/office/drawing/2014/main" id="{13FFFD54-24EE-0371-4FF3-F938587AAEA8}"/>
                </a:ext>
              </a:extLst>
            </p:cNvPr>
            <p:cNvGrpSpPr/>
            <p:nvPr/>
          </p:nvGrpSpPr>
          <p:grpSpPr>
            <a:xfrm>
              <a:off x="8145184" y="2281729"/>
              <a:ext cx="310509" cy="293378"/>
              <a:chOff x="5946217" y="1188690"/>
              <a:chExt cx="596146" cy="563255"/>
            </a:xfrm>
            <a:grpFill/>
          </p:grpSpPr>
          <p:sp>
            <p:nvSpPr>
              <p:cNvPr id="206" name="Freeform 923">
                <a:extLst>
                  <a:ext uri="{FF2B5EF4-FFF2-40B4-BE49-F238E27FC236}">
                    <a16:creationId xmlns:a16="http://schemas.microsoft.com/office/drawing/2014/main" id="{30CBAB8D-E71B-0B2D-E226-DDC3878228FD}"/>
                  </a:ext>
                </a:extLst>
              </p:cNvPr>
              <p:cNvSpPr/>
              <p:nvPr/>
            </p:nvSpPr>
            <p:spPr>
              <a:xfrm>
                <a:off x="5946217" y="1188690"/>
                <a:ext cx="596146" cy="563255"/>
              </a:xfrm>
              <a:custGeom>
                <a:avLst/>
                <a:gdLst>
                  <a:gd name="connsiteX0" fmla="*/ 595888 w 596146"/>
                  <a:gd name="connsiteY0" fmla="*/ 241734 h 563255"/>
                  <a:gd name="connsiteX1" fmla="*/ 594003 w 596146"/>
                  <a:gd name="connsiteY1" fmla="*/ 238101 h 563255"/>
                  <a:gd name="connsiteX2" fmla="*/ 590672 w 596146"/>
                  <a:gd name="connsiteY2" fmla="*/ 233762 h 563255"/>
                  <a:gd name="connsiteX3" fmla="*/ 586330 w 596146"/>
                  <a:gd name="connsiteY3" fmla="*/ 228413 h 563255"/>
                  <a:gd name="connsiteX4" fmla="*/ 585186 w 596146"/>
                  <a:gd name="connsiteY4" fmla="*/ 228110 h 563255"/>
                  <a:gd name="connsiteX5" fmla="*/ 582729 w 596146"/>
                  <a:gd name="connsiteY5" fmla="*/ 228245 h 563255"/>
                  <a:gd name="connsiteX6" fmla="*/ 579263 w 596146"/>
                  <a:gd name="connsiteY6" fmla="*/ 226933 h 563255"/>
                  <a:gd name="connsiteX7" fmla="*/ 578119 w 596146"/>
                  <a:gd name="connsiteY7" fmla="*/ 226798 h 563255"/>
                  <a:gd name="connsiteX8" fmla="*/ 578119 w 596146"/>
                  <a:gd name="connsiteY8" fmla="*/ 223468 h 563255"/>
                  <a:gd name="connsiteX9" fmla="*/ 576301 w 596146"/>
                  <a:gd name="connsiteY9" fmla="*/ 220878 h 563255"/>
                  <a:gd name="connsiteX10" fmla="*/ 573777 w 596146"/>
                  <a:gd name="connsiteY10" fmla="*/ 218994 h 563255"/>
                  <a:gd name="connsiteX11" fmla="*/ 571455 w 596146"/>
                  <a:gd name="connsiteY11" fmla="*/ 215966 h 563255"/>
                  <a:gd name="connsiteX12" fmla="*/ 570142 w 596146"/>
                  <a:gd name="connsiteY12" fmla="*/ 212199 h 563255"/>
                  <a:gd name="connsiteX13" fmla="*/ 569267 w 596146"/>
                  <a:gd name="connsiteY13" fmla="*/ 208431 h 563255"/>
                  <a:gd name="connsiteX14" fmla="*/ 566373 w 596146"/>
                  <a:gd name="connsiteY14" fmla="*/ 202780 h 563255"/>
                  <a:gd name="connsiteX15" fmla="*/ 563041 w 596146"/>
                  <a:gd name="connsiteY15" fmla="*/ 197263 h 563255"/>
                  <a:gd name="connsiteX16" fmla="*/ 561897 w 596146"/>
                  <a:gd name="connsiteY16" fmla="*/ 194942 h 563255"/>
                  <a:gd name="connsiteX17" fmla="*/ 561897 w 596146"/>
                  <a:gd name="connsiteY17" fmla="*/ 192486 h 563255"/>
                  <a:gd name="connsiteX18" fmla="*/ 561156 w 596146"/>
                  <a:gd name="connsiteY18" fmla="*/ 189862 h 563255"/>
                  <a:gd name="connsiteX19" fmla="*/ 559710 w 596146"/>
                  <a:gd name="connsiteY19" fmla="*/ 186094 h 563255"/>
                  <a:gd name="connsiteX20" fmla="*/ 558128 w 596146"/>
                  <a:gd name="connsiteY20" fmla="*/ 184211 h 563255"/>
                  <a:gd name="connsiteX21" fmla="*/ 554661 w 596146"/>
                  <a:gd name="connsiteY21" fmla="*/ 184211 h 563255"/>
                  <a:gd name="connsiteX22" fmla="*/ 550455 w 596146"/>
                  <a:gd name="connsiteY22" fmla="*/ 184413 h 563255"/>
                  <a:gd name="connsiteX23" fmla="*/ 545541 w 596146"/>
                  <a:gd name="connsiteY23" fmla="*/ 183908 h 563255"/>
                  <a:gd name="connsiteX24" fmla="*/ 543959 w 596146"/>
                  <a:gd name="connsiteY24" fmla="*/ 182024 h 563255"/>
                  <a:gd name="connsiteX25" fmla="*/ 543959 w 596146"/>
                  <a:gd name="connsiteY25" fmla="*/ 179871 h 563255"/>
                  <a:gd name="connsiteX26" fmla="*/ 544666 w 596146"/>
                  <a:gd name="connsiteY26" fmla="*/ 177987 h 563255"/>
                  <a:gd name="connsiteX27" fmla="*/ 546551 w 596146"/>
                  <a:gd name="connsiteY27" fmla="*/ 174354 h 563255"/>
                  <a:gd name="connsiteX28" fmla="*/ 548435 w 596146"/>
                  <a:gd name="connsiteY28" fmla="*/ 171024 h 563255"/>
                  <a:gd name="connsiteX29" fmla="*/ 548873 w 596146"/>
                  <a:gd name="connsiteY29" fmla="*/ 168266 h 563255"/>
                  <a:gd name="connsiteX30" fmla="*/ 546853 w 596146"/>
                  <a:gd name="connsiteY30" fmla="*/ 164801 h 563255"/>
                  <a:gd name="connsiteX31" fmla="*/ 543387 w 596146"/>
                  <a:gd name="connsiteY31" fmla="*/ 163051 h 563255"/>
                  <a:gd name="connsiteX32" fmla="*/ 541502 w 596146"/>
                  <a:gd name="connsiteY32" fmla="*/ 161908 h 563255"/>
                  <a:gd name="connsiteX33" fmla="*/ 538036 w 596146"/>
                  <a:gd name="connsiteY33" fmla="*/ 161605 h 563255"/>
                  <a:gd name="connsiteX34" fmla="*/ 536892 w 596146"/>
                  <a:gd name="connsiteY34" fmla="*/ 158712 h 563255"/>
                  <a:gd name="connsiteX35" fmla="*/ 538541 w 596146"/>
                  <a:gd name="connsiteY35" fmla="*/ 156021 h 563255"/>
                  <a:gd name="connsiteX36" fmla="*/ 541435 w 596146"/>
                  <a:gd name="connsiteY36" fmla="*/ 153498 h 563255"/>
                  <a:gd name="connsiteX37" fmla="*/ 545272 w 596146"/>
                  <a:gd name="connsiteY37" fmla="*/ 150975 h 563255"/>
                  <a:gd name="connsiteX38" fmla="*/ 547224 w 596146"/>
                  <a:gd name="connsiteY38" fmla="*/ 147712 h 563255"/>
                  <a:gd name="connsiteX39" fmla="*/ 548637 w 596146"/>
                  <a:gd name="connsiteY39" fmla="*/ 143339 h 563255"/>
                  <a:gd name="connsiteX40" fmla="*/ 549613 w 596146"/>
                  <a:gd name="connsiteY40" fmla="*/ 141757 h 563255"/>
                  <a:gd name="connsiteX41" fmla="*/ 550421 w 596146"/>
                  <a:gd name="connsiteY41" fmla="*/ 140345 h 563255"/>
                  <a:gd name="connsiteX42" fmla="*/ 552104 w 596146"/>
                  <a:gd name="connsiteY42" fmla="*/ 137822 h 563255"/>
                  <a:gd name="connsiteX43" fmla="*/ 553046 w 596146"/>
                  <a:gd name="connsiteY43" fmla="*/ 136510 h 563255"/>
                  <a:gd name="connsiteX44" fmla="*/ 553484 w 596146"/>
                  <a:gd name="connsiteY44" fmla="*/ 135400 h 563255"/>
                  <a:gd name="connsiteX45" fmla="*/ 553080 w 596146"/>
                  <a:gd name="connsiteY45" fmla="*/ 134088 h 563255"/>
                  <a:gd name="connsiteX46" fmla="*/ 551161 w 596146"/>
                  <a:gd name="connsiteY46" fmla="*/ 132910 h 563255"/>
                  <a:gd name="connsiteX47" fmla="*/ 549512 w 596146"/>
                  <a:gd name="connsiteY47" fmla="*/ 132473 h 563255"/>
                  <a:gd name="connsiteX48" fmla="*/ 547055 w 596146"/>
                  <a:gd name="connsiteY48" fmla="*/ 133146 h 563255"/>
                  <a:gd name="connsiteX49" fmla="*/ 546349 w 596146"/>
                  <a:gd name="connsiteY49" fmla="*/ 133684 h 563255"/>
                  <a:gd name="connsiteX50" fmla="*/ 545440 w 596146"/>
                  <a:gd name="connsiteY50" fmla="*/ 134323 h 563255"/>
                  <a:gd name="connsiteX51" fmla="*/ 543488 w 596146"/>
                  <a:gd name="connsiteY51" fmla="*/ 135164 h 563255"/>
                  <a:gd name="connsiteX52" fmla="*/ 541132 w 596146"/>
                  <a:gd name="connsiteY52" fmla="*/ 135702 h 563255"/>
                  <a:gd name="connsiteX53" fmla="*/ 539988 w 596146"/>
                  <a:gd name="connsiteY53" fmla="*/ 134895 h 563255"/>
                  <a:gd name="connsiteX54" fmla="*/ 538541 w 596146"/>
                  <a:gd name="connsiteY54" fmla="*/ 133785 h 563255"/>
                  <a:gd name="connsiteX55" fmla="*/ 537094 w 596146"/>
                  <a:gd name="connsiteY55" fmla="*/ 133146 h 563255"/>
                  <a:gd name="connsiteX56" fmla="*/ 535613 w 596146"/>
                  <a:gd name="connsiteY56" fmla="*/ 131935 h 563255"/>
                  <a:gd name="connsiteX57" fmla="*/ 534368 w 596146"/>
                  <a:gd name="connsiteY57" fmla="*/ 131430 h 563255"/>
                  <a:gd name="connsiteX58" fmla="*/ 532921 w 596146"/>
                  <a:gd name="connsiteY58" fmla="*/ 129479 h 563255"/>
                  <a:gd name="connsiteX59" fmla="*/ 532921 w 596146"/>
                  <a:gd name="connsiteY59" fmla="*/ 127662 h 563255"/>
                  <a:gd name="connsiteX60" fmla="*/ 533459 w 596146"/>
                  <a:gd name="connsiteY60" fmla="*/ 125207 h 563255"/>
                  <a:gd name="connsiteX61" fmla="*/ 534536 w 596146"/>
                  <a:gd name="connsiteY61" fmla="*/ 124130 h 563255"/>
                  <a:gd name="connsiteX62" fmla="*/ 534805 w 596146"/>
                  <a:gd name="connsiteY62" fmla="*/ 121876 h 563255"/>
                  <a:gd name="connsiteX63" fmla="*/ 533459 w 596146"/>
                  <a:gd name="connsiteY63" fmla="*/ 119892 h 563255"/>
                  <a:gd name="connsiteX64" fmla="*/ 532617 w 596146"/>
                  <a:gd name="connsiteY64" fmla="*/ 118916 h 563255"/>
                  <a:gd name="connsiteX65" fmla="*/ 531171 w 596146"/>
                  <a:gd name="connsiteY65" fmla="*/ 117604 h 563255"/>
                  <a:gd name="connsiteX66" fmla="*/ 530228 w 596146"/>
                  <a:gd name="connsiteY66" fmla="*/ 117604 h 563255"/>
                  <a:gd name="connsiteX67" fmla="*/ 528142 w 596146"/>
                  <a:gd name="connsiteY67" fmla="*/ 118243 h 563255"/>
                  <a:gd name="connsiteX68" fmla="*/ 525315 w 596146"/>
                  <a:gd name="connsiteY68" fmla="*/ 118311 h 563255"/>
                  <a:gd name="connsiteX69" fmla="*/ 522690 w 596146"/>
                  <a:gd name="connsiteY69" fmla="*/ 116292 h 563255"/>
                  <a:gd name="connsiteX70" fmla="*/ 522690 w 596146"/>
                  <a:gd name="connsiteY70" fmla="*/ 114274 h 563255"/>
                  <a:gd name="connsiteX71" fmla="*/ 522252 w 596146"/>
                  <a:gd name="connsiteY71" fmla="*/ 111953 h 563255"/>
                  <a:gd name="connsiteX72" fmla="*/ 519358 w 596146"/>
                  <a:gd name="connsiteY72" fmla="*/ 108622 h 563255"/>
                  <a:gd name="connsiteX73" fmla="*/ 518651 w 596146"/>
                  <a:gd name="connsiteY73" fmla="*/ 105528 h 563255"/>
                  <a:gd name="connsiteX74" fmla="*/ 515185 w 596146"/>
                  <a:gd name="connsiteY74" fmla="*/ 101121 h 563255"/>
                  <a:gd name="connsiteX75" fmla="*/ 516766 w 596146"/>
                  <a:gd name="connsiteY75" fmla="*/ 98531 h 563255"/>
                  <a:gd name="connsiteX76" fmla="*/ 519391 w 596146"/>
                  <a:gd name="connsiteY76" fmla="*/ 93014 h 563255"/>
                  <a:gd name="connsiteX77" fmla="*/ 518684 w 596146"/>
                  <a:gd name="connsiteY77" fmla="*/ 91130 h 563255"/>
                  <a:gd name="connsiteX78" fmla="*/ 516160 w 596146"/>
                  <a:gd name="connsiteY78" fmla="*/ 87429 h 563255"/>
                  <a:gd name="connsiteX79" fmla="*/ 513333 w 596146"/>
                  <a:gd name="connsiteY79" fmla="*/ 86353 h 563255"/>
                  <a:gd name="connsiteX80" fmla="*/ 510372 w 596146"/>
                  <a:gd name="connsiteY80" fmla="*/ 87799 h 563255"/>
                  <a:gd name="connsiteX81" fmla="*/ 506367 w 596146"/>
                  <a:gd name="connsiteY81" fmla="*/ 88371 h 563255"/>
                  <a:gd name="connsiteX82" fmla="*/ 502598 w 596146"/>
                  <a:gd name="connsiteY82" fmla="*/ 84604 h 563255"/>
                  <a:gd name="connsiteX83" fmla="*/ 502362 w 596146"/>
                  <a:gd name="connsiteY83" fmla="*/ 82081 h 563255"/>
                  <a:gd name="connsiteX84" fmla="*/ 503002 w 596146"/>
                  <a:gd name="connsiteY84" fmla="*/ 78750 h 563255"/>
                  <a:gd name="connsiteX85" fmla="*/ 503809 w 596146"/>
                  <a:gd name="connsiteY85" fmla="*/ 77237 h 563255"/>
                  <a:gd name="connsiteX86" fmla="*/ 503372 w 596146"/>
                  <a:gd name="connsiteY86" fmla="*/ 75656 h 563255"/>
                  <a:gd name="connsiteX87" fmla="*/ 503372 w 596146"/>
                  <a:gd name="connsiteY87" fmla="*/ 72191 h 563255"/>
                  <a:gd name="connsiteX88" fmla="*/ 502160 w 596146"/>
                  <a:gd name="connsiteY88" fmla="*/ 70240 h 563255"/>
                  <a:gd name="connsiteX89" fmla="*/ 498525 w 596146"/>
                  <a:gd name="connsiteY89" fmla="*/ 69735 h 563255"/>
                  <a:gd name="connsiteX90" fmla="*/ 494117 w 596146"/>
                  <a:gd name="connsiteY90" fmla="*/ 70172 h 563255"/>
                  <a:gd name="connsiteX91" fmla="*/ 491492 w 596146"/>
                  <a:gd name="connsiteY91" fmla="*/ 69365 h 563255"/>
                  <a:gd name="connsiteX92" fmla="*/ 488968 w 596146"/>
                  <a:gd name="connsiteY92" fmla="*/ 64790 h 563255"/>
                  <a:gd name="connsiteX93" fmla="*/ 489035 w 596146"/>
                  <a:gd name="connsiteY93" fmla="*/ 61392 h 563255"/>
                  <a:gd name="connsiteX94" fmla="*/ 489540 w 596146"/>
                  <a:gd name="connsiteY94" fmla="*/ 56111 h 563255"/>
                  <a:gd name="connsiteX95" fmla="*/ 490112 w 596146"/>
                  <a:gd name="connsiteY95" fmla="*/ 51839 h 563255"/>
                  <a:gd name="connsiteX96" fmla="*/ 490549 w 596146"/>
                  <a:gd name="connsiteY96" fmla="*/ 49955 h 563255"/>
                  <a:gd name="connsiteX97" fmla="*/ 491997 w 596146"/>
                  <a:gd name="connsiteY97" fmla="*/ 44808 h 563255"/>
                  <a:gd name="connsiteX98" fmla="*/ 492636 w 596146"/>
                  <a:gd name="connsiteY98" fmla="*/ 42992 h 563255"/>
                  <a:gd name="connsiteX99" fmla="*/ 493343 w 596146"/>
                  <a:gd name="connsiteY99" fmla="*/ 40166 h 563255"/>
                  <a:gd name="connsiteX100" fmla="*/ 495362 w 596146"/>
                  <a:gd name="connsiteY100" fmla="*/ 38787 h 563255"/>
                  <a:gd name="connsiteX101" fmla="*/ 497751 w 596146"/>
                  <a:gd name="connsiteY101" fmla="*/ 37037 h 563255"/>
                  <a:gd name="connsiteX102" fmla="*/ 499131 w 596146"/>
                  <a:gd name="connsiteY102" fmla="*/ 34649 h 563255"/>
                  <a:gd name="connsiteX103" fmla="*/ 497886 w 596146"/>
                  <a:gd name="connsiteY103" fmla="*/ 31621 h 563255"/>
                  <a:gd name="connsiteX104" fmla="*/ 495362 w 596146"/>
                  <a:gd name="connsiteY104" fmla="*/ 28358 h 563255"/>
                  <a:gd name="connsiteX105" fmla="*/ 492905 w 596146"/>
                  <a:gd name="connsiteY105" fmla="*/ 28056 h 563255"/>
                  <a:gd name="connsiteX106" fmla="*/ 489338 w 596146"/>
                  <a:gd name="connsiteY106" fmla="*/ 28796 h 563255"/>
                  <a:gd name="connsiteX107" fmla="*/ 485501 w 596146"/>
                  <a:gd name="connsiteY107" fmla="*/ 31117 h 563255"/>
                  <a:gd name="connsiteX108" fmla="*/ 483213 w 596146"/>
                  <a:gd name="connsiteY108" fmla="*/ 32328 h 563255"/>
                  <a:gd name="connsiteX109" fmla="*/ 482068 w 596146"/>
                  <a:gd name="connsiteY109" fmla="*/ 33673 h 563255"/>
                  <a:gd name="connsiteX110" fmla="*/ 479174 w 596146"/>
                  <a:gd name="connsiteY110" fmla="*/ 36499 h 563255"/>
                  <a:gd name="connsiteX111" fmla="*/ 477458 w 596146"/>
                  <a:gd name="connsiteY111" fmla="*/ 38719 h 563255"/>
                  <a:gd name="connsiteX112" fmla="*/ 474732 w 596146"/>
                  <a:gd name="connsiteY112" fmla="*/ 41040 h 563255"/>
                  <a:gd name="connsiteX113" fmla="*/ 471299 w 596146"/>
                  <a:gd name="connsiteY113" fmla="*/ 42992 h 563255"/>
                  <a:gd name="connsiteX114" fmla="*/ 469616 w 596146"/>
                  <a:gd name="connsiteY114" fmla="*/ 43631 h 563255"/>
                  <a:gd name="connsiteX115" fmla="*/ 469246 w 596146"/>
                  <a:gd name="connsiteY115" fmla="*/ 44943 h 563255"/>
                  <a:gd name="connsiteX116" fmla="*/ 470660 w 596146"/>
                  <a:gd name="connsiteY116" fmla="*/ 46726 h 563255"/>
                  <a:gd name="connsiteX117" fmla="*/ 471299 w 596146"/>
                  <a:gd name="connsiteY117" fmla="*/ 48071 h 563255"/>
                  <a:gd name="connsiteX118" fmla="*/ 470861 w 596146"/>
                  <a:gd name="connsiteY118" fmla="*/ 49753 h 563255"/>
                  <a:gd name="connsiteX119" fmla="*/ 469111 w 596146"/>
                  <a:gd name="connsiteY119" fmla="*/ 51334 h 563255"/>
                  <a:gd name="connsiteX120" fmla="*/ 468304 w 596146"/>
                  <a:gd name="connsiteY120" fmla="*/ 53622 h 563255"/>
                  <a:gd name="connsiteX121" fmla="*/ 467530 w 596146"/>
                  <a:gd name="connsiteY121" fmla="*/ 56010 h 563255"/>
                  <a:gd name="connsiteX122" fmla="*/ 466991 w 596146"/>
                  <a:gd name="connsiteY122" fmla="*/ 57793 h 563255"/>
                  <a:gd name="connsiteX123" fmla="*/ 465510 w 596146"/>
                  <a:gd name="connsiteY123" fmla="*/ 60181 h 563255"/>
                  <a:gd name="connsiteX124" fmla="*/ 464265 w 596146"/>
                  <a:gd name="connsiteY124" fmla="*/ 62637 h 563255"/>
                  <a:gd name="connsiteX125" fmla="*/ 462515 w 596146"/>
                  <a:gd name="connsiteY125" fmla="*/ 67145 h 563255"/>
                  <a:gd name="connsiteX126" fmla="*/ 458813 w 596146"/>
                  <a:gd name="connsiteY126" fmla="*/ 66707 h 563255"/>
                  <a:gd name="connsiteX127" fmla="*/ 456087 w 596146"/>
                  <a:gd name="connsiteY127" fmla="*/ 66506 h 563255"/>
                  <a:gd name="connsiteX128" fmla="*/ 454337 w 596146"/>
                  <a:gd name="connsiteY128" fmla="*/ 66169 h 563255"/>
                  <a:gd name="connsiteX129" fmla="*/ 451948 w 596146"/>
                  <a:gd name="connsiteY129" fmla="*/ 62906 h 563255"/>
                  <a:gd name="connsiteX130" fmla="*/ 453159 w 596146"/>
                  <a:gd name="connsiteY130" fmla="*/ 61931 h 563255"/>
                  <a:gd name="connsiteX131" fmla="*/ 453799 w 596146"/>
                  <a:gd name="connsiteY131" fmla="*/ 59105 h 563255"/>
                  <a:gd name="connsiteX132" fmla="*/ 453159 w 596146"/>
                  <a:gd name="connsiteY132" fmla="*/ 55842 h 563255"/>
                  <a:gd name="connsiteX133" fmla="*/ 451544 w 596146"/>
                  <a:gd name="connsiteY133" fmla="*/ 54429 h 563255"/>
                  <a:gd name="connsiteX134" fmla="*/ 451005 w 596146"/>
                  <a:gd name="connsiteY134" fmla="*/ 51603 h 563255"/>
                  <a:gd name="connsiteX135" fmla="*/ 451645 w 596146"/>
                  <a:gd name="connsiteY135" fmla="*/ 50089 h 563255"/>
                  <a:gd name="connsiteX136" fmla="*/ 453159 w 596146"/>
                  <a:gd name="connsiteY136" fmla="*/ 46490 h 563255"/>
                  <a:gd name="connsiteX137" fmla="*/ 452385 w 596146"/>
                  <a:gd name="connsiteY137" fmla="*/ 43328 h 563255"/>
                  <a:gd name="connsiteX138" fmla="*/ 450770 w 596146"/>
                  <a:gd name="connsiteY138" fmla="*/ 41040 h 563255"/>
                  <a:gd name="connsiteX139" fmla="*/ 447943 w 596146"/>
                  <a:gd name="connsiteY139" fmla="*/ 41242 h 563255"/>
                  <a:gd name="connsiteX140" fmla="*/ 445015 w 596146"/>
                  <a:gd name="connsiteY140" fmla="*/ 38753 h 563255"/>
                  <a:gd name="connsiteX141" fmla="*/ 442827 w 596146"/>
                  <a:gd name="connsiteY141" fmla="*/ 35591 h 563255"/>
                  <a:gd name="connsiteX142" fmla="*/ 442188 w 596146"/>
                  <a:gd name="connsiteY142" fmla="*/ 33539 h 563255"/>
                  <a:gd name="connsiteX143" fmla="*/ 440875 w 596146"/>
                  <a:gd name="connsiteY143" fmla="*/ 29738 h 563255"/>
                  <a:gd name="connsiteX144" fmla="*/ 439260 w 596146"/>
                  <a:gd name="connsiteY144" fmla="*/ 29637 h 563255"/>
                  <a:gd name="connsiteX145" fmla="*/ 434380 w 596146"/>
                  <a:gd name="connsiteY145" fmla="*/ 28762 h 563255"/>
                  <a:gd name="connsiteX146" fmla="*/ 433404 w 596146"/>
                  <a:gd name="connsiteY146" fmla="*/ 27349 h 563255"/>
                  <a:gd name="connsiteX147" fmla="*/ 432865 w 596146"/>
                  <a:gd name="connsiteY147" fmla="*/ 26071 h 563255"/>
                  <a:gd name="connsiteX148" fmla="*/ 431890 w 596146"/>
                  <a:gd name="connsiteY148" fmla="*/ 26071 h 563255"/>
                  <a:gd name="connsiteX149" fmla="*/ 429399 w 596146"/>
                  <a:gd name="connsiteY149" fmla="*/ 25802 h 563255"/>
                  <a:gd name="connsiteX150" fmla="*/ 426909 w 596146"/>
                  <a:gd name="connsiteY150" fmla="*/ 24321 h 563255"/>
                  <a:gd name="connsiteX151" fmla="*/ 424418 w 596146"/>
                  <a:gd name="connsiteY151" fmla="*/ 22135 h 563255"/>
                  <a:gd name="connsiteX152" fmla="*/ 422130 w 596146"/>
                  <a:gd name="connsiteY152" fmla="*/ 21361 h 563255"/>
                  <a:gd name="connsiteX153" fmla="*/ 418865 w 596146"/>
                  <a:gd name="connsiteY153" fmla="*/ 22337 h 563255"/>
                  <a:gd name="connsiteX154" fmla="*/ 415029 w 596146"/>
                  <a:gd name="connsiteY154" fmla="*/ 20789 h 563255"/>
                  <a:gd name="connsiteX155" fmla="*/ 413245 w 596146"/>
                  <a:gd name="connsiteY155" fmla="*/ 20352 h 563255"/>
                  <a:gd name="connsiteX156" fmla="*/ 409173 w 596146"/>
                  <a:gd name="connsiteY156" fmla="*/ 17997 h 563255"/>
                  <a:gd name="connsiteX157" fmla="*/ 407153 w 596146"/>
                  <a:gd name="connsiteY157" fmla="*/ 16181 h 563255"/>
                  <a:gd name="connsiteX158" fmla="*/ 405740 w 596146"/>
                  <a:gd name="connsiteY158" fmla="*/ 15945 h 563255"/>
                  <a:gd name="connsiteX159" fmla="*/ 403350 w 596146"/>
                  <a:gd name="connsiteY159" fmla="*/ 15710 h 563255"/>
                  <a:gd name="connsiteX160" fmla="*/ 402139 w 596146"/>
                  <a:gd name="connsiteY160" fmla="*/ 14331 h 563255"/>
                  <a:gd name="connsiteX161" fmla="*/ 402475 w 596146"/>
                  <a:gd name="connsiteY161" fmla="*/ 12985 h 563255"/>
                  <a:gd name="connsiteX162" fmla="*/ 402475 w 596146"/>
                  <a:gd name="connsiteY162" fmla="*/ 11404 h 563255"/>
                  <a:gd name="connsiteX163" fmla="*/ 399918 w 596146"/>
                  <a:gd name="connsiteY163" fmla="*/ 9789 h 563255"/>
                  <a:gd name="connsiteX164" fmla="*/ 397965 w 596146"/>
                  <a:gd name="connsiteY164" fmla="*/ 7737 h 563255"/>
                  <a:gd name="connsiteX165" fmla="*/ 397225 w 596146"/>
                  <a:gd name="connsiteY165" fmla="*/ 6089 h 563255"/>
                  <a:gd name="connsiteX166" fmla="*/ 397225 w 596146"/>
                  <a:gd name="connsiteY166" fmla="*/ 4541 h 563255"/>
                  <a:gd name="connsiteX167" fmla="*/ 396316 w 596146"/>
                  <a:gd name="connsiteY167" fmla="*/ 2355 h 563255"/>
                  <a:gd name="connsiteX168" fmla="*/ 394634 w 596146"/>
                  <a:gd name="connsiteY168" fmla="*/ 0 h 563255"/>
                  <a:gd name="connsiteX169" fmla="*/ 391840 w 596146"/>
                  <a:gd name="connsiteY169" fmla="*/ 0 h 563255"/>
                  <a:gd name="connsiteX170" fmla="*/ 389821 w 596146"/>
                  <a:gd name="connsiteY170" fmla="*/ 807 h 563255"/>
                  <a:gd name="connsiteX171" fmla="*/ 388475 w 596146"/>
                  <a:gd name="connsiteY171" fmla="*/ 2288 h 563255"/>
                  <a:gd name="connsiteX172" fmla="*/ 389215 w 596146"/>
                  <a:gd name="connsiteY172" fmla="*/ 3734 h 563255"/>
                  <a:gd name="connsiteX173" fmla="*/ 389788 w 596146"/>
                  <a:gd name="connsiteY173" fmla="*/ 6257 h 563255"/>
                  <a:gd name="connsiteX174" fmla="*/ 389518 w 596146"/>
                  <a:gd name="connsiteY174" fmla="*/ 8982 h 563255"/>
                  <a:gd name="connsiteX175" fmla="*/ 386927 w 596146"/>
                  <a:gd name="connsiteY175" fmla="*/ 9688 h 563255"/>
                  <a:gd name="connsiteX176" fmla="*/ 384302 w 596146"/>
                  <a:gd name="connsiteY176" fmla="*/ 11875 h 563255"/>
                  <a:gd name="connsiteX177" fmla="*/ 383864 w 596146"/>
                  <a:gd name="connsiteY177" fmla="*/ 12951 h 563255"/>
                  <a:gd name="connsiteX178" fmla="*/ 384807 w 596146"/>
                  <a:gd name="connsiteY178" fmla="*/ 15037 h 563255"/>
                  <a:gd name="connsiteX179" fmla="*/ 385682 w 596146"/>
                  <a:gd name="connsiteY179" fmla="*/ 17224 h 563255"/>
                  <a:gd name="connsiteX180" fmla="*/ 385985 w 596146"/>
                  <a:gd name="connsiteY180" fmla="*/ 20857 h 563255"/>
                  <a:gd name="connsiteX181" fmla="*/ 386422 w 596146"/>
                  <a:gd name="connsiteY181" fmla="*/ 23615 h 563255"/>
                  <a:gd name="connsiteX182" fmla="*/ 389518 w 596146"/>
                  <a:gd name="connsiteY182" fmla="*/ 25566 h 563255"/>
                  <a:gd name="connsiteX183" fmla="*/ 387835 w 596146"/>
                  <a:gd name="connsiteY183" fmla="*/ 29334 h 563255"/>
                  <a:gd name="connsiteX184" fmla="*/ 383191 w 596146"/>
                  <a:gd name="connsiteY184" fmla="*/ 31083 h 563255"/>
                  <a:gd name="connsiteX185" fmla="*/ 383057 w 596146"/>
                  <a:gd name="connsiteY185" fmla="*/ 33976 h 563255"/>
                  <a:gd name="connsiteX186" fmla="*/ 383258 w 596146"/>
                  <a:gd name="connsiteY186" fmla="*/ 39123 h 563255"/>
                  <a:gd name="connsiteX187" fmla="*/ 383258 w 596146"/>
                  <a:gd name="connsiteY187" fmla="*/ 41747 h 563255"/>
                  <a:gd name="connsiteX188" fmla="*/ 383258 w 596146"/>
                  <a:gd name="connsiteY188" fmla="*/ 44337 h 563255"/>
                  <a:gd name="connsiteX189" fmla="*/ 383258 w 596146"/>
                  <a:gd name="connsiteY189" fmla="*/ 48105 h 563255"/>
                  <a:gd name="connsiteX190" fmla="*/ 383595 w 596146"/>
                  <a:gd name="connsiteY190" fmla="*/ 52512 h 563255"/>
                  <a:gd name="connsiteX191" fmla="*/ 382182 w 596146"/>
                  <a:gd name="connsiteY191" fmla="*/ 55842 h 563255"/>
                  <a:gd name="connsiteX192" fmla="*/ 380869 w 596146"/>
                  <a:gd name="connsiteY192" fmla="*/ 57625 h 563255"/>
                  <a:gd name="connsiteX193" fmla="*/ 378917 w 596146"/>
                  <a:gd name="connsiteY193" fmla="*/ 59239 h 563255"/>
                  <a:gd name="connsiteX194" fmla="*/ 375787 w 596146"/>
                  <a:gd name="connsiteY194" fmla="*/ 60181 h 563255"/>
                  <a:gd name="connsiteX195" fmla="*/ 374475 w 596146"/>
                  <a:gd name="connsiteY195" fmla="*/ 58163 h 563255"/>
                  <a:gd name="connsiteX196" fmla="*/ 369898 w 596146"/>
                  <a:gd name="connsiteY196" fmla="*/ 57658 h 563255"/>
                  <a:gd name="connsiteX197" fmla="*/ 368148 w 596146"/>
                  <a:gd name="connsiteY197" fmla="*/ 57658 h 563255"/>
                  <a:gd name="connsiteX198" fmla="*/ 362056 w 596146"/>
                  <a:gd name="connsiteY198" fmla="*/ 59038 h 563255"/>
                  <a:gd name="connsiteX199" fmla="*/ 357647 w 596146"/>
                  <a:gd name="connsiteY199" fmla="*/ 60854 h 563255"/>
                  <a:gd name="connsiteX200" fmla="*/ 351926 w 596146"/>
                  <a:gd name="connsiteY200" fmla="*/ 63478 h 563255"/>
                  <a:gd name="connsiteX201" fmla="*/ 351926 w 596146"/>
                  <a:gd name="connsiteY201" fmla="*/ 65059 h 563255"/>
                  <a:gd name="connsiteX202" fmla="*/ 349570 w 596146"/>
                  <a:gd name="connsiteY202" fmla="*/ 68019 h 563255"/>
                  <a:gd name="connsiteX203" fmla="*/ 347282 w 596146"/>
                  <a:gd name="connsiteY203" fmla="*/ 71989 h 563255"/>
                  <a:gd name="connsiteX204" fmla="*/ 346777 w 596146"/>
                  <a:gd name="connsiteY204" fmla="*/ 74310 h 563255"/>
                  <a:gd name="connsiteX205" fmla="*/ 347652 w 596146"/>
                  <a:gd name="connsiteY205" fmla="*/ 75824 h 563255"/>
                  <a:gd name="connsiteX206" fmla="*/ 349099 w 596146"/>
                  <a:gd name="connsiteY206" fmla="*/ 77708 h 563255"/>
                  <a:gd name="connsiteX207" fmla="*/ 349671 w 596146"/>
                  <a:gd name="connsiteY207" fmla="*/ 79087 h 563255"/>
                  <a:gd name="connsiteX208" fmla="*/ 352128 w 596146"/>
                  <a:gd name="connsiteY208" fmla="*/ 81610 h 563255"/>
                  <a:gd name="connsiteX209" fmla="*/ 353138 w 596146"/>
                  <a:gd name="connsiteY209" fmla="*/ 82754 h 563255"/>
                  <a:gd name="connsiteX210" fmla="*/ 352263 w 596146"/>
                  <a:gd name="connsiteY210" fmla="*/ 86286 h 563255"/>
                  <a:gd name="connsiteX211" fmla="*/ 348998 w 596146"/>
                  <a:gd name="connsiteY211" fmla="*/ 86286 h 563255"/>
                  <a:gd name="connsiteX212" fmla="*/ 346609 w 596146"/>
                  <a:gd name="connsiteY212" fmla="*/ 86588 h 563255"/>
                  <a:gd name="connsiteX213" fmla="*/ 345296 w 596146"/>
                  <a:gd name="connsiteY213" fmla="*/ 88170 h 563255"/>
                  <a:gd name="connsiteX214" fmla="*/ 344354 w 596146"/>
                  <a:gd name="connsiteY214" fmla="*/ 90928 h 563255"/>
                  <a:gd name="connsiteX215" fmla="*/ 342402 w 596146"/>
                  <a:gd name="connsiteY215" fmla="*/ 91735 h 563255"/>
                  <a:gd name="connsiteX216" fmla="*/ 340585 w 596146"/>
                  <a:gd name="connsiteY216" fmla="*/ 92105 h 563255"/>
                  <a:gd name="connsiteX217" fmla="*/ 338128 w 596146"/>
                  <a:gd name="connsiteY217" fmla="*/ 92105 h 563255"/>
                  <a:gd name="connsiteX218" fmla="*/ 335806 w 596146"/>
                  <a:gd name="connsiteY218" fmla="*/ 91836 h 563255"/>
                  <a:gd name="connsiteX219" fmla="*/ 332979 w 596146"/>
                  <a:gd name="connsiteY219" fmla="*/ 91433 h 563255"/>
                  <a:gd name="connsiteX220" fmla="*/ 329209 w 596146"/>
                  <a:gd name="connsiteY220" fmla="*/ 91500 h 563255"/>
                  <a:gd name="connsiteX221" fmla="*/ 327560 w 596146"/>
                  <a:gd name="connsiteY221" fmla="*/ 92307 h 563255"/>
                  <a:gd name="connsiteX222" fmla="*/ 325911 w 596146"/>
                  <a:gd name="connsiteY222" fmla="*/ 93316 h 563255"/>
                  <a:gd name="connsiteX223" fmla="*/ 325104 w 596146"/>
                  <a:gd name="connsiteY223" fmla="*/ 94763 h 563255"/>
                  <a:gd name="connsiteX224" fmla="*/ 325810 w 596146"/>
                  <a:gd name="connsiteY224" fmla="*/ 96445 h 563255"/>
                  <a:gd name="connsiteX225" fmla="*/ 325810 w 596146"/>
                  <a:gd name="connsiteY225" fmla="*/ 99405 h 563255"/>
                  <a:gd name="connsiteX226" fmla="*/ 323791 w 596146"/>
                  <a:gd name="connsiteY226" fmla="*/ 100213 h 563255"/>
                  <a:gd name="connsiteX227" fmla="*/ 321906 w 596146"/>
                  <a:gd name="connsiteY227" fmla="*/ 100347 h 563255"/>
                  <a:gd name="connsiteX228" fmla="*/ 319012 w 596146"/>
                  <a:gd name="connsiteY228" fmla="*/ 99170 h 563255"/>
                  <a:gd name="connsiteX229" fmla="*/ 319517 w 596146"/>
                  <a:gd name="connsiteY229" fmla="*/ 97353 h 563255"/>
                  <a:gd name="connsiteX230" fmla="*/ 320022 w 596146"/>
                  <a:gd name="connsiteY230" fmla="*/ 96209 h 563255"/>
                  <a:gd name="connsiteX231" fmla="*/ 317329 w 596146"/>
                  <a:gd name="connsiteY231" fmla="*/ 93249 h 563255"/>
                  <a:gd name="connsiteX232" fmla="*/ 315949 w 596146"/>
                  <a:gd name="connsiteY232" fmla="*/ 92105 h 563255"/>
                  <a:gd name="connsiteX233" fmla="*/ 313122 w 596146"/>
                  <a:gd name="connsiteY233" fmla="*/ 92038 h 563255"/>
                  <a:gd name="connsiteX234" fmla="*/ 310363 w 596146"/>
                  <a:gd name="connsiteY234" fmla="*/ 92475 h 563255"/>
                  <a:gd name="connsiteX235" fmla="*/ 306391 w 596146"/>
                  <a:gd name="connsiteY235" fmla="*/ 93552 h 563255"/>
                  <a:gd name="connsiteX236" fmla="*/ 305752 w 596146"/>
                  <a:gd name="connsiteY236" fmla="*/ 93047 h 563255"/>
                  <a:gd name="connsiteX237" fmla="*/ 302555 w 596146"/>
                  <a:gd name="connsiteY237" fmla="*/ 91870 h 563255"/>
                  <a:gd name="connsiteX238" fmla="*/ 300805 w 596146"/>
                  <a:gd name="connsiteY238" fmla="*/ 90995 h 563255"/>
                  <a:gd name="connsiteX239" fmla="*/ 298213 w 596146"/>
                  <a:gd name="connsiteY239" fmla="*/ 89616 h 563255"/>
                  <a:gd name="connsiteX240" fmla="*/ 297035 w 596146"/>
                  <a:gd name="connsiteY240" fmla="*/ 89919 h 563255"/>
                  <a:gd name="connsiteX241" fmla="*/ 294276 w 596146"/>
                  <a:gd name="connsiteY241" fmla="*/ 90793 h 563255"/>
                  <a:gd name="connsiteX242" fmla="*/ 292391 w 596146"/>
                  <a:gd name="connsiteY242" fmla="*/ 90861 h 563255"/>
                  <a:gd name="connsiteX243" fmla="*/ 288487 w 596146"/>
                  <a:gd name="connsiteY243" fmla="*/ 89212 h 563255"/>
                  <a:gd name="connsiteX244" fmla="*/ 287175 w 596146"/>
                  <a:gd name="connsiteY244" fmla="*/ 88640 h 563255"/>
                  <a:gd name="connsiteX245" fmla="*/ 286670 w 596146"/>
                  <a:gd name="connsiteY245" fmla="*/ 88640 h 563255"/>
                  <a:gd name="connsiteX246" fmla="*/ 283406 w 596146"/>
                  <a:gd name="connsiteY246" fmla="*/ 88640 h 563255"/>
                  <a:gd name="connsiteX247" fmla="*/ 282026 w 596146"/>
                  <a:gd name="connsiteY247" fmla="*/ 88910 h 563255"/>
                  <a:gd name="connsiteX248" fmla="*/ 280511 w 596146"/>
                  <a:gd name="connsiteY248" fmla="*/ 90121 h 563255"/>
                  <a:gd name="connsiteX249" fmla="*/ 278862 w 596146"/>
                  <a:gd name="connsiteY249" fmla="*/ 91298 h 563255"/>
                  <a:gd name="connsiteX250" fmla="*/ 278862 w 596146"/>
                  <a:gd name="connsiteY250" fmla="*/ 92946 h 563255"/>
                  <a:gd name="connsiteX251" fmla="*/ 280141 w 596146"/>
                  <a:gd name="connsiteY251" fmla="*/ 94763 h 563255"/>
                  <a:gd name="connsiteX252" fmla="*/ 282497 w 596146"/>
                  <a:gd name="connsiteY252" fmla="*/ 95705 h 563255"/>
                  <a:gd name="connsiteX253" fmla="*/ 285055 w 596146"/>
                  <a:gd name="connsiteY253" fmla="*/ 95940 h 563255"/>
                  <a:gd name="connsiteX254" fmla="*/ 287377 w 596146"/>
                  <a:gd name="connsiteY254" fmla="*/ 95873 h 563255"/>
                  <a:gd name="connsiteX255" fmla="*/ 289329 w 596146"/>
                  <a:gd name="connsiteY255" fmla="*/ 94797 h 563255"/>
                  <a:gd name="connsiteX256" fmla="*/ 289329 w 596146"/>
                  <a:gd name="connsiteY256" fmla="*/ 98261 h 563255"/>
                  <a:gd name="connsiteX257" fmla="*/ 289329 w 596146"/>
                  <a:gd name="connsiteY257" fmla="*/ 101524 h 563255"/>
                  <a:gd name="connsiteX258" fmla="*/ 286064 w 596146"/>
                  <a:gd name="connsiteY258" fmla="*/ 103778 h 563255"/>
                  <a:gd name="connsiteX259" fmla="*/ 284112 w 596146"/>
                  <a:gd name="connsiteY259" fmla="*/ 108118 h 563255"/>
                  <a:gd name="connsiteX260" fmla="*/ 280478 w 596146"/>
                  <a:gd name="connsiteY260" fmla="*/ 109867 h 563255"/>
                  <a:gd name="connsiteX261" fmla="*/ 276338 w 596146"/>
                  <a:gd name="connsiteY261" fmla="*/ 108992 h 563255"/>
                  <a:gd name="connsiteX262" fmla="*/ 272198 w 596146"/>
                  <a:gd name="connsiteY262" fmla="*/ 108051 h 563255"/>
                  <a:gd name="connsiteX263" fmla="*/ 267554 w 596146"/>
                  <a:gd name="connsiteY263" fmla="*/ 107613 h 563255"/>
                  <a:gd name="connsiteX264" fmla="*/ 262977 w 596146"/>
                  <a:gd name="connsiteY264" fmla="*/ 107546 h 563255"/>
                  <a:gd name="connsiteX265" fmla="*/ 258770 w 596146"/>
                  <a:gd name="connsiteY265" fmla="*/ 107243 h 563255"/>
                  <a:gd name="connsiteX266" fmla="*/ 256078 w 596146"/>
                  <a:gd name="connsiteY266" fmla="*/ 107243 h 563255"/>
                  <a:gd name="connsiteX267" fmla="*/ 251064 w 596146"/>
                  <a:gd name="connsiteY267" fmla="*/ 107546 h 563255"/>
                  <a:gd name="connsiteX268" fmla="*/ 249313 w 596146"/>
                  <a:gd name="connsiteY268" fmla="*/ 108421 h 563255"/>
                  <a:gd name="connsiteX269" fmla="*/ 247631 w 596146"/>
                  <a:gd name="connsiteY269" fmla="*/ 111011 h 563255"/>
                  <a:gd name="connsiteX270" fmla="*/ 246116 w 596146"/>
                  <a:gd name="connsiteY270" fmla="*/ 113534 h 563255"/>
                  <a:gd name="connsiteX271" fmla="*/ 244501 w 596146"/>
                  <a:gd name="connsiteY271" fmla="*/ 116360 h 563255"/>
                  <a:gd name="connsiteX272" fmla="*/ 243996 w 596146"/>
                  <a:gd name="connsiteY272" fmla="*/ 122583 h 563255"/>
                  <a:gd name="connsiteX273" fmla="*/ 243996 w 596146"/>
                  <a:gd name="connsiteY273" fmla="*/ 124601 h 563255"/>
                  <a:gd name="connsiteX274" fmla="*/ 242044 w 596146"/>
                  <a:gd name="connsiteY274" fmla="*/ 127999 h 563255"/>
                  <a:gd name="connsiteX275" fmla="*/ 239520 w 596146"/>
                  <a:gd name="connsiteY275" fmla="*/ 130387 h 563255"/>
                  <a:gd name="connsiteX276" fmla="*/ 237938 w 596146"/>
                  <a:gd name="connsiteY276" fmla="*/ 130387 h 563255"/>
                  <a:gd name="connsiteX277" fmla="*/ 234472 w 596146"/>
                  <a:gd name="connsiteY277" fmla="*/ 130387 h 563255"/>
                  <a:gd name="connsiteX278" fmla="*/ 232520 w 596146"/>
                  <a:gd name="connsiteY278" fmla="*/ 130993 h 563255"/>
                  <a:gd name="connsiteX279" fmla="*/ 231645 w 596146"/>
                  <a:gd name="connsiteY279" fmla="*/ 133415 h 563255"/>
                  <a:gd name="connsiteX280" fmla="*/ 232082 w 596146"/>
                  <a:gd name="connsiteY280" fmla="*/ 135938 h 563255"/>
                  <a:gd name="connsiteX281" fmla="*/ 229322 w 596146"/>
                  <a:gd name="connsiteY281" fmla="*/ 140008 h 563255"/>
                  <a:gd name="connsiteX282" fmla="*/ 225755 w 596146"/>
                  <a:gd name="connsiteY282" fmla="*/ 140075 h 563255"/>
                  <a:gd name="connsiteX283" fmla="*/ 223736 w 596146"/>
                  <a:gd name="connsiteY283" fmla="*/ 138999 h 563255"/>
                  <a:gd name="connsiteX284" fmla="*/ 223164 w 596146"/>
                  <a:gd name="connsiteY284" fmla="*/ 136476 h 563255"/>
                  <a:gd name="connsiteX285" fmla="*/ 223164 w 596146"/>
                  <a:gd name="connsiteY285" fmla="*/ 133953 h 563255"/>
                  <a:gd name="connsiteX286" fmla="*/ 220673 w 596146"/>
                  <a:gd name="connsiteY286" fmla="*/ 131800 h 563255"/>
                  <a:gd name="connsiteX287" fmla="*/ 219125 w 596146"/>
                  <a:gd name="connsiteY287" fmla="*/ 132305 h 563255"/>
                  <a:gd name="connsiteX288" fmla="*/ 216870 w 596146"/>
                  <a:gd name="connsiteY288" fmla="*/ 135198 h 563255"/>
                  <a:gd name="connsiteX289" fmla="*/ 213606 w 596146"/>
                  <a:gd name="connsiteY289" fmla="*/ 137586 h 563255"/>
                  <a:gd name="connsiteX290" fmla="*/ 210543 w 596146"/>
                  <a:gd name="connsiteY290" fmla="*/ 137149 h 563255"/>
                  <a:gd name="connsiteX291" fmla="*/ 204822 w 596146"/>
                  <a:gd name="connsiteY291" fmla="*/ 137653 h 563255"/>
                  <a:gd name="connsiteX292" fmla="*/ 200817 w 596146"/>
                  <a:gd name="connsiteY292" fmla="*/ 140109 h 563255"/>
                  <a:gd name="connsiteX293" fmla="*/ 199000 w 596146"/>
                  <a:gd name="connsiteY293" fmla="*/ 142935 h 563255"/>
                  <a:gd name="connsiteX294" fmla="*/ 195971 w 596146"/>
                  <a:gd name="connsiteY294" fmla="*/ 146265 h 563255"/>
                  <a:gd name="connsiteX295" fmla="*/ 193211 w 596146"/>
                  <a:gd name="connsiteY295" fmla="*/ 150975 h 563255"/>
                  <a:gd name="connsiteX296" fmla="*/ 191629 w 596146"/>
                  <a:gd name="connsiteY296" fmla="*/ 153363 h 563255"/>
                  <a:gd name="connsiteX297" fmla="*/ 189004 w 596146"/>
                  <a:gd name="connsiteY297" fmla="*/ 156122 h 563255"/>
                  <a:gd name="connsiteX298" fmla="*/ 184158 w 596146"/>
                  <a:gd name="connsiteY298" fmla="*/ 160898 h 563255"/>
                  <a:gd name="connsiteX299" fmla="*/ 180759 w 596146"/>
                  <a:gd name="connsiteY299" fmla="*/ 164868 h 563255"/>
                  <a:gd name="connsiteX300" fmla="*/ 178807 w 596146"/>
                  <a:gd name="connsiteY300" fmla="*/ 167559 h 563255"/>
                  <a:gd name="connsiteX301" fmla="*/ 175240 w 596146"/>
                  <a:gd name="connsiteY301" fmla="*/ 167929 h 563255"/>
                  <a:gd name="connsiteX302" fmla="*/ 173557 w 596146"/>
                  <a:gd name="connsiteY302" fmla="*/ 167795 h 563255"/>
                  <a:gd name="connsiteX303" fmla="*/ 171369 w 596146"/>
                  <a:gd name="connsiteY303" fmla="*/ 165911 h 563255"/>
                  <a:gd name="connsiteX304" fmla="*/ 169114 w 596146"/>
                  <a:gd name="connsiteY304" fmla="*/ 165171 h 563255"/>
                  <a:gd name="connsiteX305" fmla="*/ 168307 w 596146"/>
                  <a:gd name="connsiteY305" fmla="*/ 165238 h 563255"/>
                  <a:gd name="connsiteX306" fmla="*/ 166792 w 596146"/>
                  <a:gd name="connsiteY306" fmla="*/ 167189 h 563255"/>
                  <a:gd name="connsiteX307" fmla="*/ 164470 w 596146"/>
                  <a:gd name="connsiteY307" fmla="*/ 167626 h 563255"/>
                  <a:gd name="connsiteX308" fmla="*/ 163090 w 596146"/>
                  <a:gd name="connsiteY308" fmla="*/ 166886 h 563255"/>
                  <a:gd name="connsiteX309" fmla="*/ 161273 w 596146"/>
                  <a:gd name="connsiteY309" fmla="*/ 166886 h 563255"/>
                  <a:gd name="connsiteX310" fmla="*/ 159960 w 596146"/>
                  <a:gd name="connsiteY310" fmla="*/ 168299 h 563255"/>
                  <a:gd name="connsiteX311" fmla="*/ 158311 w 596146"/>
                  <a:gd name="connsiteY311" fmla="*/ 169880 h 563255"/>
                  <a:gd name="connsiteX312" fmla="*/ 155181 w 596146"/>
                  <a:gd name="connsiteY312" fmla="*/ 172134 h 563255"/>
                  <a:gd name="connsiteX313" fmla="*/ 150840 w 596146"/>
                  <a:gd name="connsiteY313" fmla="*/ 172874 h 563255"/>
                  <a:gd name="connsiteX314" fmla="*/ 148383 w 596146"/>
                  <a:gd name="connsiteY314" fmla="*/ 173244 h 563255"/>
                  <a:gd name="connsiteX315" fmla="*/ 146801 w 596146"/>
                  <a:gd name="connsiteY315" fmla="*/ 175935 h 563255"/>
                  <a:gd name="connsiteX316" fmla="*/ 145489 w 596146"/>
                  <a:gd name="connsiteY316" fmla="*/ 177685 h 563255"/>
                  <a:gd name="connsiteX317" fmla="*/ 144614 w 596146"/>
                  <a:gd name="connsiteY317" fmla="*/ 179703 h 563255"/>
                  <a:gd name="connsiteX318" fmla="*/ 143672 w 596146"/>
                  <a:gd name="connsiteY318" fmla="*/ 180948 h 563255"/>
                  <a:gd name="connsiteX319" fmla="*/ 141854 w 596146"/>
                  <a:gd name="connsiteY319" fmla="*/ 182024 h 563255"/>
                  <a:gd name="connsiteX320" fmla="*/ 139330 w 596146"/>
                  <a:gd name="connsiteY320" fmla="*/ 182966 h 563255"/>
                  <a:gd name="connsiteX321" fmla="*/ 137446 w 596146"/>
                  <a:gd name="connsiteY321" fmla="*/ 182831 h 563255"/>
                  <a:gd name="connsiteX322" fmla="*/ 135763 w 596146"/>
                  <a:gd name="connsiteY322" fmla="*/ 182764 h 563255"/>
                  <a:gd name="connsiteX323" fmla="*/ 132869 w 596146"/>
                  <a:gd name="connsiteY323" fmla="*/ 184211 h 563255"/>
                  <a:gd name="connsiteX324" fmla="*/ 132061 w 596146"/>
                  <a:gd name="connsiteY324" fmla="*/ 185018 h 563255"/>
                  <a:gd name="connsiteX325" fmla="*/ 131085 w 596146"/>
                  <a:gd name="connsiteY325" fmla="*/ 187339 h 563255"/>
                  <a:gd name="connsiteX326" fmla="*/ 130378 w 596146"/>
                  <a:gd name="connsiteY326" fmla="*/ 189088 h 563255"/>
                  <a:gd name="connsiteX327" fmla="*/ 131051 w 596146"/>
                  <a:gd name="connsiteY327" fmla="*/ 192217 h 563255"/>
                  <a:gd name="connsiteX328" fmla="*/ 131051 w 596146"/>
                  <a:gd name="connsiteY328" fmla="*/ 196926 h 563255"/>
                  <a:gd name="connsiteX329" fmla="*/ 130378 w 596146"/>
                  <a:gd name="connsiteY329" fmla="*/ 201131 h 563255"/>
                  <a:gd name="connsiteX330" fmla="*/ 128224 w 596146"/>
                  <a:gd name="connsiteY330" fmla="*/ 203520 h 563255"/>
                  <a:gd name="connsiteX331" fmla="*/ 125969 w 596146"/>
                  <a:gd name="connsiteY331" fmla="*/ 203823 h 563255"/>
                  <a:gd name="connsiteX332" fmla="*/ 123815 w 596146"/>
                  <a:gd name="connsiteY332" fmla="*/ 203183 h 563255"/>
                  <a:gd name="connsiteX333" fmla="*/ 120484 w 596146"/>
                  <a:gd name="connsiteY333" fmla="*/ 201804 h 563255"/>
                  <a:gd name="connsiteX334" fmla="*/ 117287 w 596146"/>
                  <a:gd name="connsiteY334" fmla="*/ 203486 h 563255"/>
                  <a:gd name="connsiteX335" fmla="*/ 115974 w 596146"/>
                  <a:gd name="connsiteY335" fmla="*/ 207321 h 563255"/>
                  <a:gd name="connsiteX336" fmla="*/ 114022 w 596146"/>
                  <a:gd name="connsiteY336" fmla="*/ 208902 h 563255"/>
                  <a:gd name="connsiteX337" fmla="*/ 112642 w 596146"/>
                  <a:gd name="connsiteY337" fmla="*/ 210719 h 563255"/>
                  <a:gd name="connsiteX338" fmla="*/ 109950 w 596146"/>
                  <a:gd name="connsiteY338" fmla="*/ 212973 h 563255"/>
                  <a:gd name="connsiteX339" fmla="*/ 108334 w 596146"/>
                  <a:gd name="connsiteY339" fmla="*/ 214991 h 563255"/>
                  <a:gd name="connsiteX340" fmla="*/ 107863 w 596146"/>
                  <a:gd name="connsiteY340" fmla="*/ 216942 h 563255"/>
                  <a:gd name="connsiteX341" fmla="*/ 107661 w 596146"/>
                  <a:gd name="connsiteY341" fmla="*/ 220071 h 563255"/>
                  <a:gd name="connsiteX342" fmla="*/ 108233 w 596146"/>
                  <a:gd name="connsiteY342" fmla="*/ 223468 h 563255"/>
                  <a:gd name="connsiteX343" fmla="*/ 108233 w 596146"/>
                  <a:gd name="connsiteY343" fmla="*/ 225655 h 563255"/>
                  <a:gd name="connsiteX344" fmla="*/ 106147 w 596146"/>
                  <a:gd name="connsiteY344" fmla="*/ 227471 h 563255"/>
                  <a:gd name="connsiteX345" fmla="*/ 104699 w 596146"/>
                  <a:gd name="connsiteY345" fmla="*/ 228783 h 563255"/>
                  <a:gd name="connsiteX346" fmla="*/ 103555 w 596146"/>
                  <a:gd name="connsiteY346" fmla="*/ 230465 h 563255"/>
                  <a:gd name="connsiteX347" fmla="*/ 106147 w 596146"/>
                  <a:gd name="connsiteY347" fmla="*/ 234031 h 563255"/>
                  <a:gd name="connsiteX348" fmla="*/ 105844 w 596146"/>
                  <a:gd name="connsiteY348" fmla="*/ 237126 h 563255"/>
                  <a:gd name="connsiteX349" fmla="*/ 103522 w 596146"/>
                  <a:gd name="connsiteY349" fmla="*/ 240019 h 563255"/>
                  <a:gd name="connsiteX350" fmla="*/ 98608 w 596146"/>
                  <a:gd name="connsiteY350" fmla="*/ 239783 h 563255"/>
                  <a:gd name="connsiteX351" fmla="*/ 96151 w 596146"/>
                  <a:gd name="connsiteY351" fmla="*/ 237462 h 563255"/>
                  <a:gd name="connsiteX352" fmla="*/ 96151 w 596146"/>
                  <a:gd name="connsiteY352" fmla="*/ 234065 h 563255"/>
                  <a:gd name="connsiteX353" fmla="*/ 94401 w 596146"/>
                  <a:gd name="connsiteY353" fmla="*/ 228783 h 563255"/>
                  <a:gd name="connsiteX354" fmla="*/ 94401 w 596146"/>
                  <a:gd name="connsiteY354" fmla="*/ 225318 h 563255"/>
                  <a:gd name="connsiteX355" fmla="*/ 94401 w 596146"/>
                  <a:gd name="connsiteY355" fmla="*/ 223872 h 563255"/>
                  <a:gd name="connsiteX356" fmla="*/ 94233 w 596146"/>
                  <a:gd name="connsiteY356" fmla="*/ 221046 h 563255"/>
                  <a:gd name="connsiteX357" fmla="*/ 93896 w 596146"/>
                  <a:gd name="connsiteY357" fmla="*/ 216774 h 563255"/>
                  <a:gd name="connsiteX358" fmla="*/ 89050 w 596146"/>
                  <a:gd name="connsiteY358" fmla="*/ 211492 h 563255"/>
                  <a:gd name="connsiteX359" fmla="*/ 83127 w 596146"/>
                  <a:gd name="connsiteY359" fmla="*/ 204596 h 563255"/>
                  <a:gd name="connsiteX360" fmla="*/ 80233 w 596146"/>
                  <a:gd name="connsiteY360" fmla="*/ 200896 h 563255"/>
                  <a:gd name="connsiteX361" fmla="*/ 80233 w 596146"/>
                  <a:gd name="connsiteY361" fmla="*/ 199382 h 563255"/>
                  <a:gd name="connsiteX362" fmla="*/ 77170 w 596146"/>
                  <a:gd name="connsiteY362" fmla="*/ 197936 h 563255"/>
                  <a:gd name="connsiteX363" fmla="*/ 75151 w 596146"/>
                  <a:gd name="connsiteY363" fmla="*/ 195110 h 563255"/>
                  <a:gd name="connsiteX364" fmla="*/ 74781 w 596146"/>
                  <a:gd name="connsiteY364" fmla="*/ 190400 h 563255"/>
                  <a:gd name="connsiteX365" fmla="*/ 75420 w 596146"/>
                  <a:gd name="connsiteY365" fmla="*/ 188449 h 563255"/>
                  <a:gd name="connsiteX366" fmla="*/ 76867 w 596146"/>
                  <a:gd name="connsiteY366" fmla="*/ 186565 h 563255"/>
                  <a:gd name="connsiteX367" fmla="*/ 77136 w 596146"/>
                  <a:gd name="connsiteY367" fmla="*/ 184110 h 563255"/>
                  <a:gd name="connsiteX368" fmla="*/ 75185 w 596146"/>
                  <a:gd name="connsiteY368" fmla="*/ 182663 h 563255"/>
                  <a:gd name="connsiteX369" fmla="*/ 70675 w 596146"/>
                  <a:gd name="connsiteY369" fmla="*/ 182226 h 563255"/>
                  <a:gd name="connsiteX370" fmla="*/ 66266 w 596146"/>
                  <a:gd name="connsiteY370" fmla="*/ 182798 h 563255"/>
                  <a:gd name="connsiteX371" fmla="*/ 63574 w 596146"/>
                  <a:gd name="connsiteY371" fmla="*/ 182932 h 563255"/>
                  <a:gd name="connsiteX372" fmla="*/ 62934 w 596146"/>
                  <a:gd name="connsiteY372" fmla="*/ 183134 h 563255"/>
                  <a:gd name="connsiteX373" fmla="*/ 61857 w 596146"/>
                  <a:gd name="connsiteY373" fmla="*/ 183269 h 563255"/>
                  <a:gd name="connsiteX374" fmla="*/ 60713 w 596146"/>
                  <a:gd name="connsiteY374" fmla="*/ 184648 h 563255"/>
                  <a:gd name="connsiteX375" fmla="*/ 59636 w 596146"/>
                  <a:gd name="connsiteY375" fmla="*/ 183572 h 563255"/>
                  <a:gd name="connsiteX376" fmla="*/ 59636 w 596146"/>
                  <a:gd name="connsiteY376" fmla="*/ 180880 h 563255"/>
                  <a:gd name="connsiteX377" fmla="*/ 58525 w 596146"/>
                  <a:gd name="connsiteY377" fmla="*/ 179501 h 563255"/>
                  <a:gd name="connsiteX378" fmla="*/ 55968 w 596146"/>
                  <a:gd name="connsiteY378" fmla="*/ 179636 h 563255"/>
                  <a:gd name="connsiteX379" fmla="*/ 53780 w 596146"/>
                  <a:gd name="connsiteY379" fmla="*/ 178458 h 563255"/>
                  <a:gd name="connsiteX380" fmla="*/ 54083 w 596146"/>
                  <a:gd name="connsiteY380" fmla="*/ 176945 h 563255"/>
                  <a:gd name="connsiteX381" fmla="*/ 54352 w 596146"/>
                  <a:gd name="connsiteY381" fmla="*/ 175935 h 563255"/>
                  <a:gd name="connsiteX382" fmla="*/ 53545 w 596146"/>
                  <a:gd name="connsiteY382" fmla="*/ 174052 h 563255"/>
                  <a:gd name="connsiteX383" fmla="*/ 51593 w 596146"/>
                  <a:gd name="connsiteY383" fmla="*/ 171461 h 563255"/>
                  <a:gd name="connsiteX384" fmla="*/ 49708 w 596146"/>
                  <a:gd name="connsiteY384" fmla="*/ 167122 h 563255"/>
                  <a:gd name="connsiteX385" fmla="*/ 48463 w 596146"/>
                  <a:gd name="connsiteY385" fmla="*/ 164935 h 563255"/>
                  <a:gd name="connsiteX386" fmla="*/ 46376 w 596146"/>
                  <a:gd name="connsiteY386" fmla="*/ 164061 h 563255"/>
                  <a:gd name="connsiteX387" fmla="*/ 45198 w 596146"/>
                  <a:gd name="connsiteY387" fmla="*/ 163758 h 563255"/>
                  <a:gd name="connsiteX388" fmla="*/ 44761 w 596146"/>
                  <a:gd name="connsiteY388" fmla="*/ 166146 h 563255"/>
                  <a:gd name="connsiteX389" fmla="*/ 42237 w 596146"/>
                  <a:gd name="connsiteY389" fmla="*/ 167895 h 563255"/>
                  <a:gd name="connsiteX390" fmla="*/ 42237 w 596146"/>
                  <a:gd name="connsiteY390" fmla="*/ 169275 h 563255"/>
                  <a:gd name="connsiteX391" fmla="*/ 41093 w 596146"/>
                  <a:gd name="connsiteY391" fmla="*/ 170889 h 563255"/>
                  <a:gd name="connsiteX392" fmla="*/ 39645 w 596146"/>
                  <a:gd name="connsiteY392" fmla="*/ 172269 h 563255"/>
                  <a:gd name="connsiteX393" fmla="*/ 37121 w 596146"/>
                  <a:gd name="connsiteY393" fmla="*/ 172269 h 563255"/>
                  <a:gd name="connsiteX394" fmla="*/ 35169 w 596146"/>
                  <a:gd name="connsiteY394" fmla="*/ 172908 h 563255"/>
                  <a:gd name="connsiteX395" fmla="*/ 34328 w 596146"/>
                  <a:gd name="connsiteY395" fmla="*/ 174152 h 563255"/>
                  <a:gd name="connsiteX396" fmla="*/ 34429 w 596146"/>
                  <a:gd name="connsiteY396" fmla="*/ 175734 h 563255"/>
                  <a:gd name="connsiteX397" fmla="*/ 32679 w 596146"/>
                  <a:gd name="connsiteY397" fmla="*/ 175734 h 563255"/>
                  <a:gd name="connsiteX398" fmla="*/ 30659 w 596146"/>
                  <a:gd name="connsiteY398" fmla="*/ 175734 h 563255"/>
                  <a:gd name="connsiteX399" fmla="*/ 29515 w 596146"/>
                  <a:gd name="connsiteY399" fmla="*/ 178593 h 563255"/>
                  <a:gd name="connsiteX400" fmla="*/ 28674 w 596146"/>
                  <a:gd name="connsiteY400" fmla="*/ 181250 h 563255"/>
                  <a:gd name="connsiteX401" fmla="*/ 27462 w 596146"/>
                  <a:gd name="connsiteY401" fmla="*/ 182663 h 563255"/>
                  <a:gd name="connsiteX402" fmla="*/ 25847 w 596146"/>
                  <a:gd name="connsiteY402" fmla="*/ 184076 h 563255"/>
                  <a:gd name="connsiteX403" fmla="*/ 25308 w 596146"/>
                  <a:gd name="connsiteY403" fmla="*/ 186027 h 563255"/>
                  <a:gd name="connsiteX404" fmla="*/ 24669 w 596146"/>
                  <a:gd name="connsiteY404" fmla="*/ 187877 h 563255"/>
                  <a:gd name="connsiteX405" fmla="*/ 25645 w 596146"/>
                  <a:gd name="connsiteY405" fmla="*/ 190602 h 563255"/>
                  <a:gd name="connsiteX406" fmla="*/ 27496 w 596146"/>
                  <a:gd name="connsiteY406" fmla="*/ 191914 h 563255"/>
                  <a:gd name="connsiteX407" fmla="*/ 29246 w 596146"/>
                  <a:gd name="connsiteY407" fmla="*/ 192553 h 563255"/>
                  <a:gd name="connsiteX408" fmla="*/ 32948 w 596146"/>
                  <a:gd name="connsiteY408" fmla="*/ 193529 h 563255"/>
                  <a:gd name="connsiteX409" fmla="*/ 32847 w 596146"/>
                  <a:gd name="connsiteY409" fmla="*/ 194706 h 563255"/>
                  <a:gd name="connsiteX410" fmla="*/ 32645 w 596146"/>
                  <a:gd name="connsiteY410" fmla="*/ 196355 h 563255"/>
                  <a:gd name="connsiteX411" fmla="*/ 34496 w 596146"/>
                  <a:gd name="connsiteY411" fmla="*/ 198306 h 563255"/>
                  <a:gd name="connsiteX412" fmla="*/ 35910 w 596146"/>
                  <a:gd name="connsiteY412" fmla="*/ 198306 h 563255"/>
                  <a:gd name="connsiteX413" fmla="*/ 38501 w 596146"/>
                  <a:gd name="connsiteY413" fmla="*/ 199281 h 563255"/>
                  <a:gd name="connsiteX414" fmla="*/ 40789 w 596146"/>
                  <a:gd name="connsiteY414" fmla="*/ 200492 h 563255"/>
                  <a:gd name="connsiteX415" fmla="*/ 39578 w 596146"/>
                  <a:gd name="connsiteY415" fmla="*/ 203318 h 563255"/>
                  <a:gd name="connsiteX416" fmla="*/ 37087 w 596146"/>
                  <a:gd name="connsiteY416" fmla="*/ 207994 h 563255"/>
                  <a:gd name="connsiteX417" fmla="*/ 35506 w 596146"/>
                  <a:gd name="connsiteY417" fmla="*/ 212603 h 563255"/>
                  <a:gd name="connsiteX418" fmla="*/ 33621 w 596146"/>
                  <a:gd name="connsiteY418" fmla="*/ 216572 h 563255"/>
                  <a:gd name="connsiteX419" fmla="*/ 33621 w 596146"/>
                  <a:gd name="connsiteY419" fmla="*/ 219330 h 563255"/>
                  <a:gd name="connsiteX420" fmla="*/ 33688 w 596146"/>
                  <a:gd name="connsiteY420" fmla="*/ 224040 h 563255"/>
                  <a:gd name="connsiteX421" fmla="*/ 32679 w 596146"/>
                  <a:gd name="connsiteY421" fmla="*/ 226126 h 563255"/>
                  <a:gd name="connsiteX422" fmla="*/ 31871 w 596146"/>
                  <a:gd name="connsiteY422" fmla="*/ 228716 h 563255"/>
                  <a:gd name="connsiteX423" fmla="*/ 31871 w 596146"/>
                  <a:gd name="connsiteY423" fmla="*/ 231272 h 563255"/>
                  <a:gd name="connsiteX424" fmla="*/ 33722 w 596146"/>
                  <a:gd name="connsiteY424" fmla="*/ 233560 h 563255"/>
                  <a:gd name="connsiteX425" fmla="*/ 34362 w 596146"/>
                  <a:gd name="connsiteY425" fmla="*/ 237630 h 563255"/>
                  <a:gd name="connsiteX426" fmla="*/ 34866 w 596146"/>
                  <a:gd name="connsiteY426" fmla="*/ 246208 h 563255"/>
                  <a:gd name="connsiteX427" fmla="*/ 36381 w 596146"/>
                  <a:gd name="connsiteY427" fmla="*/ 248126 h 563255"/>
                  <a:gd name="connsiteX428" fmla="*/ 40789 w 596146"/>
                  <a:gd name="connsiteY428" fmla="*/ 251759 h 563255"/>
                  <a:gd name="connsiteX429" fmla="*/ 40419 w 596146"/>
                  <a:gd name="connsiteY429" fmla="*/ 254349 h 563255"/>
                  <a:gd name="connsiteX430" fmla="*/ 38838 w 596146"/>
                  <a:gd name="connsiteY430" fmla="*/ 256502 h 563255"/>
                  <a:gd name="connsiteX431" fmla="*/ 39174 w 596146"/>
                  <a:gd name="connsiteY431" fmla="*/ 260102 h 563255"/>
                  <a:gd name="connsiteX432" fmla="*/ 44054 w 596146"/>
                  <a:gd name="connsiteY432" fmla="*/ 263466 h 563255"/>
                  <a:gd name="connsiteX433" fmla="*/ 44054 w 596146"/>
                  <a:gd name="connsiteY433" fmla="*/ 268142 h 563255"/>
                  <a:gd name="connsiteX434" fmla="*/ 42977 w 596146"/>
                  <a:gd name="connsiteY434" fmla="*/ 271741 h 563255"/>
                  <a:gd name="connsiteX435" fmla="*/ 40655 w 596146"/>
                  <a:gd name="connsiteY435" fmla="*/ 275879 h 563255"/>
                  <a:gd name="connsiteX436" fmla="*/ 38871 w 596146"/>
                  <a:gd name="connsiteY436" fmla="*/ 279142 h 563255"/>
                  <a:gd name="connsiteX437" fmla="*/ 38871 w 596146"/>
                  <a:gd name="connsiteY437" fmla="*/ 286105 h 563255"/>
                  <a:gd name="connsiteX438" fmla="*/ 38333 w 596146"/>
                  <a:gd name="connsiteY438" fmla="*/ 286475 h 563255"/>
                  <a:gd name="connsiteX439" fmla="*/ 37996 w 596146"/>
                  <a:gd name="connsiteY439" fmla="*/ 289435 h 563255"/>
                  <a:gd name="connsiteX440" fmla="*/ 34664 w 596146"/>
                  <a:gd name="connsiteY440" fmla="*/ 291454 h 563255"/>
                  <a:gd name="connsiteX441" fmla="*/ 31905 w 596146"/>
                  <a:gd name="connsiteY441" fmla="*/ 292026 h 563255"/>
                  <a:gd name="connsiteX442" fmla="*/ 29010 w 596146"/>
                  <a:gd name="connsiteY442" fmla="*/ 294212 h 563255"/>
                  <a:gd name="connsiteX443" fmla="*/ 28438 w 596146"/>
                  <a:gd name="connsiteY443" fmla="*/ 298283 h 563255"/>
                  <a:gd name="connsiteX444" fmla="*/ 28438 w 596146"/>
                  <a:gd name="connsiteY444" fmla="*/ 302050 h 563255"/>
                  <a:gd name="connsiteX445" fmla="*/ 26251 w 596146"/>
                  <a:gd name="connsiteY445" fmla="*/ 306121 h 563255"/>
                  <a:gd name="connsiteX446" fmla="*/ 21606 w 596146"/>
                  <a:gd name="connsiteY446" fmla="*/ 310763 h 563255"/>
                  <a:gd name="connsiteX447" fmla="*/ 15818 w 596146"/>
                  <a:gd name="connsiteY447" fmla="*/ 312950 h 563255"/>
                  <a:gd name="connsiteX448" fmla="*/ 12924 w 596146"/>
                  <a:gd name="connsiteY448" fmla="*/ 314833 h 563255"/>
                  <a:gd name="connsiteX449" fmla="*/ 8851 w 596146"/>
                  <a:gd name="connsiteY449" fmla="*/ 317155 h 563255"/>
                  <a:gd name="connsiteX450" fmla="*/ 7404 w 596146"/>
                  <a:gd name="connsiteY450" fmla="*/ 320350 h 563255"/>
                  <a:gd name="connsiteX451" fmla="*/ 9154 w 596146"/>
                  <a:gd name="connsiteY451" fmla="*/ 321797 h 563255"/>
                  <a:gd name="connsiteX452" fmla="*/ 13193 w 596146"/>
                  <a:gd name="connsiteY452" fmla="*/ 323815 h 563255"/>
                  <a:gd name="connsiteX453" fmla="*/ 12486 w 596146"/>
                  <a:gd name="connsiteY453" fmla="*/ 326136 h 563255"/>
                  <a:gd name="connsiteX454" fmla="*/ 10736 w 596146"/>
                  <a:gd name="connsiteY454" fmla="*/ 328592 h 563255"/>
                  <a:gd name="connsiteX455" fmla="*/ 8548 w 596146"/>
                  <a:gd name="connsiteY455" fmla="*/ 330610 h 563255"/>
                  <a:gd name="connsiteX456" fmla="*/ 1313 w 596146"/>
                  <a:gd name="connsiteY456" fmla="*/ 337977 h 563255"/>
                  <a:gd name="connsiteX457" fmla="*/ 0 w 596146"/>
                  <a:gd name="connsiteY457" fmla="*/ 343192 h 563255"/>
                  <a:gd name="connsiteX458" fmla="*/ 3332 w 596146"/>
                  <a:gd name="connsiteY458" fmla="*/ 346825 h 563255"/>
                  <a:gd name="connsiteX459" fmla="*/ 8279 w 596146"/>
                  <a:gd name="connsiteY459" fmla="*/ 351602 h 563255"/>
                  <a:gd name="connsiteX460" fmla="*/ 15078 w 596146"/>
                  <a:gd name="connsiteY460" fmla="*/ 355638 h 563255"/>
                  <a:gd name="connsiteX461" fmla="*/ 19554 w 596146"/>
                  <a:gd name="connsiteY461" fmla="*/ 359271 h 563255"/>
                  <a:gd name="connsiteX462" fmla="*/ 23020 w 596146"/>
                  <a:gd name="connsiteY462" fmla="*/ 360718 h 563255"/>
                  <a:gd name="connsiteX463" fmla="*/ 27496 w 596146"/>
                  <a:gd name="connsiteY463" fmla="*/ 359978 h 563255"/>
                  <a:gd name="connsiteX464" fmla="*/ 32140 w 596146"/>
                  <a:gd name="connsiteY464" fmla="*/ 359978 h 563255"/>
                  <a:gd name="connsiteX465" fmla="*/ 32578 w 596146"/>
                  <a:gd name="connsiteY465" fmla="*/ 364822 h 563255"/>
                  <a:gd name="connsiteX466" fmla="*/ 35910 w 596146"/>
                  <a:gd name="connsiteY466" fmla="*/ 369801 h 563255"/>
                  <a:gd name="connsiteX467" fmla="*/ 37794 w 596146"/>
                  <a:gd name="connsiteY467" fmla="*/ 374275 h 563255"/>
                  <a:gd name="connsiteX468" fmla="*/ 40419 w 596146"/>
                  <a:gd name="connsiteY468" fmla="*/ 374847 h 563255"/>
                  <a:gd name="connsiteX469" fmla="*/ 46645 w 596146"/>
                  <a:gd name="connsiteY469" fmla="*/ 375553 h 563255"/>
                  <a:gd name="connsiteX470" fmla="*/ 49708 w 596146"/>
                  <a:gd name="connsiteY470" fmla="*/ 375553 h 563255"/>
                  <a:gd name="connsiteX471" fmla="*/ 51020 w 596146"/>
                  <a:gd name="connsiteY471" fmla="*/ 374746 h 563255"/>
                  <a:gd name="connsiteX472" fmla="*/ 55530 w 596146"/>
                  <a:gd name="connsiteY472" fmla="*/ 373366 h 563255"/>
                  <a:gd name="connsiteX473" fmla="*/ 60006 w 596146"/>
                  <a:gd name="connsiteY473" fmla="*/ 373366 h 563255"/>
                  <a:gd name="connsiteX474" fmla="*/ 64078 w 596146"/>
                  <a:gd name="connsiteY474" fmla="*/ 375688 h 563255"/>
                  <a:gd name="connsiteX475" fmla="*/ 68858 w 596146"/>
                  <a:gd name="connsiteY475" fmla="*/ 380195 h 563255"/>
                  <a:gd name="connsiteX476" fmla="*/ 71617 w 596146"/>
                  <a:gd name="connsiteY476" fmla="*/ 384400 h 563255"/>
                  <a:gd name="connsiteX477" fmla="*/ 71920 w 596146"/>
                  <a:gd name="connsiteY477" fmla="*/ 388605 h 563255"/>
                  <a:gd name="connsiteX478" fmla="*/ 71920 w 596146"/>
                  <a:gd name="connsiteY478" fmla="*/ 394559 h 563255"/>
                  <a:gd name="connsiteX479" fmla="*/ 72122 w 596146"/>
                  <a:gd name="connsiteY479" fmla="*/ 398462 h 563255"/>
                  <a:gd name="connsiteX480" fmla="*/ 73502 w 596146"/>
                  <a:gd name="connsiteY480" fmla="*/ 402364 h 563255"/>
                  <a:gd name="connsiteX481" fmla="*/ 80333 w 596146"/>
                  <a:gd name="connsiteY481" fmla="*/ 406131 h 563255"/>
                  <a:gd name="connsiteX482" fmla="*/ 84978 w 596146"/>
                  <a:gd name="connsiteY482" fmla="*/ 409462 h 563255"/>
                  <a:gd name="connsiteX483" fmla="*/ 91945 w 596146"/>
                  <a:gd name="connsiteY483" fmla="*/ 412086 h 563255"/>
                  <a:gd name="connsiteX484" fmla="*/ 92079 w 596146"/>
                  <a:gd name="connsiteY484" fmla="*/ 412086 h 563255"/>
                  <a:gd name="connsiteX485" fmla="*/ 91945 w 596146"/>
                  <a:gd name="connsiteY485" fmla="*/ 417804 h 563255"/>
                  <a:gd name="connsiteX486" fmla="*/ 93695 w 596146"/>
                  <a:gd name="connsiteY486" fmla="*/ 421942 h 563255"/>
                  <a:gd name="connsiteX487" fmla="*/ 97026 w 596146"/>
                  <a:gd name="connsiteY487" fmla="*/ 425272 h 563255"/>
                  <a:gd name="connsiteX488" fmla="*/ 99786 w 596146"/>
                  <a:gd name="connsiteY488" fmla="*/ 428603 h 563255"/>
                  <a:gd name="connsiteX489" fmla="*/ 99786 w 596146"/>
                  <a:gd name="connsiteY489" fmla="*/ 431361 h 563255"/>
                  <a:gd name="connsiteX490" fmla="*/ 102142 w 596146"/>
                  <a:gd name="connsiteY490" fmla="*/ 429040 h 563255"/>
                  <a:gd name="connsiteX491" fmla="*/ 104363 w 596146"/>
                  <a:gd name="connsiteY491" fmla="*/ 428367 h 563255"/>
                  <a:gd name="connsiteX492" fmla="*/ 107695 w 596146"/>
                  <a:gd name="connsiteY492" fmla="*/ 424700 h 563255"/>
                  <a:gd name="connsiteX493" fmla="*/ 111363 w 596146"/>
                  <a:gd name="connsiteY493" fmla="*/ 423187 h 563255"/>
                  <a:gd name="connsiteX494" fmla="*/ 114897 w 596146"/>
                  <a:gd name="connsiteY494" fmla="*/ 420529 h 563255"/>
                  <a:gd name="connsiteX495" fmla="*/ 118801 w 596146"/>
                  <a:gd name="connsiteY495" fmla="*/ 416896 h 563255"/>
                  <a:gd name="connsiteX496" fmla="*/ 122234 w 596146"/>
                  <a:gd name="connsiteY496" fmla="*/ 413969 h 563255"/>
                  <a:gd name="connsiteX497" fmla="*/ 125094 w 596146"/>
                  <a:gd name="connsiteY497" fmla="*/ 412187 h 563255"/>
                  <a:gd name="connsiteX498" fmla="*/ 128359 w 596146"/>
                  <a:gd name="connsiteY498" fmla="*/ 411917 h 563255"/>
                  <a:gd name="connsiteX499" fmla="*/ 131960 w 596146"/>
                  <a:gd name="connsiteY499" fmla="*/ 411985 h 563255"/>
                  <a:gd name="connsiteX500" fmla="*/ 134787 w 596146"/>
                  <a:gd name="connsiteY500" fmla="*/ 409697 h 563255"/>
                  <a:gd name="connsiteX501" fmla="*/ 136638 w 596146"/>
                  <a:gd name="connsiteY501" fmla="*/ 408116 h 563255"/>
                  <a:gd name="connsiteX502" fmla="*/ 140945 w 596146"/>
                  <a:gd name="connsiteY502" fmla="*/ 405728 h 563255"/>
                  <a:gd name="connsiteX503" fmla="*/ 144109 w 596146"/>
                  <a:gd name="connsiteY503" fmla="*/ 403541 h 563255"/>
                  <a:gd name="connsiteX504" fmla="*/ 147205 w 596146"/>
                  <a:gd name="connsiteY504" fmla="*/ 402296 h 563255"/>
                  <a:gd name="connsiteX505" fmla="*/ 150974 w 596146"/>
                  <a:gd name="connsiteY505" fmla="*/ 399033 h 563255"/>
                  <a:gd name="connsiteX506" fmla="*/ 151849 w 596146"/>
                  <a:gd name="connsiteY506" fmla="*/ 393954 h 563255"/>
                  <a:gd name="connsiteX507" fmla="*/ 158513 w 596146"/>
                  <a:gd name="connsiteY507" fmla="*/ 388000 h 563255"/>
                  <a:gd name="connsiteX508" fmla="*/ 158513 w 596146"/>
                  <a:gd name="connsiteY508" fmla="*/ 384535 h 563255"/>
                  <a:gd name="connsiteX509" fmla="*/ 158210 w 596146"/>
                  <a:gd name="connsiteY509" fmla="*/ 383223 h 563255"/>
                  <a:gd name="connsiteX510" fmla="*/ 157403 w 596146"/>
                  <a:gd name="connsiteY510" fmla="*/ 379691 h 563255"/>
                  <a:gd name="connsiteX511" fmla="*/ 157705 w 596146"/>
                  <a:gd name="connsiteY511" fmla="*/ 376865 h 563255"/>
                  <a:gd name="connsiteX512" fmla="*/ 159590 w 596146"/>
                  <a:gd name="connsiteY512" fmla="*/ 373602 h 563255"/>
                  <a:gd name="connsiteX513" fmla="*/ 161172 w 596146"/>
                  <a:gd name="connsiteY513" fmla="*/ 370843 h 563255"/>
                  <a:gd name="connsiteX514" fmla="*/ 163932 w 596146"/>
                  <a:gd name="connsiteY514" fmla="*/ 369094 h 563255"/>
                  <a:gd name="connsiteX515" fmla="*/ 166456 w 596146"/>
                  <a:gd name="connsiteY515" fmla="*/ 370978 h 563255"/>
                  <a:gd name="connsiteX516" fmla="*/ 167398 w 596146"/>
                  <a:gd name="connsiteY516" fmla="*/ 375250 h 563255"/>
                  <a:gd name="connsiteX517" fmla="*/ 170965 w 596146"/>
                  <a:gd name="connsiteY517" fmla="*/ 375452 h 563255"/>
                  <a:gd name="connsiteX518" fmla="*/ 171167 w 596146"/>
                  <a:gd name="connsiteY518" fmla="*/ 371920 h 563255"/>
                  <a:gd name="connsiteX519" fmla="*/ 171100 w 596146"/>
                  <a:gd name="connsiteY519" fmla="*/ 368455 h 563255"/>
                  <a:gd name="connsiteX520" fmla="*/ 171235 w 596146"/>
                  <a:gd name="connsiteY520" fmla="*/ 365932 h 563255"/>
                  <a:gd name="connsiteX521" fmla="*/ 170427 w 596146"/>
                  <a:gd name="connsiteY521" fmla="*/ 362904 h 563255"/>
                  <a:gd name="connsiteX522" fmla="*/ 171672 w 596146"/>
                  <a:gd name="connsiteY522" fmla="*/ 358834 h 563255"/>
                  <a:gd name="connsiteX523" fmla="*/ 173994 w 596146"/>
                  <a:gd name="connsiteY523" fmla="*/ 356008 h 563255"/>
                  <a:gd name="connsiteX524" fmla="*/ 177057 w 596146"/>
                  <a:gd name="connsiteY524" fmla="*/ 353485 h 563255"/>
                  <a:gd name="connsiteX525" fmla="*/ 180322 w 596146"/>
                  <a:gd name="connsiteY525" fmla="*/ 350290 h 563255"/>
                  <a:gd name="connsiteX526" fmla="*/ 185168 w 596146"/>
                  <a:gd name="connsiteY526" fmla="*/ 346455 h 563255"/>
                  <a:gd name="connsiteX527" fmla="*/ 188062 w 596146"/>
                  <a:gd name="connsiteY527" fmla="*/ 344705 h 563255"/>
                  <a:gd name="connsiteX528" fmla="*/ 189206 w 596146"/>
                  <a:gd name="connsiteY528" fmla="*/ 342081 h 563255"/>
                  <a:gd name="connsiteX529" fmla="*/ 190889 w 596146"/>
                  <a:gd name="connsiteY529" fmla="*/ 340063 h 563255"/>
                  <a:gd name="connsiteX530" fmla="*/ 190620 w 596146"/>
                  <a:gd name="connsiteY530" fmla="*/ 337305 h 563255"/>
                  <a:gd name="connsiteX531" fmla="*/ 189105 w 596146"/>
                  <a:gd name="connsiteY531" fmla="*/ 336666 h 563255"/>
                  <a:gd name="connsiteX532" fmla="*/ 187153 w 596146"/>
                  <a:gd name="connsiteY532" fmla="*/ 334479 h 563255"/>
                  <a:gd name="connsiteX533" fmla="*/ 185403 w 596146"/>
                  <a:gd name="connsiteY533" fmla="*/ 331283 h 563255"/>
                  <a:gd name="connsiteX534" fmla="*/ 186649 w 596146"/>
                  <a:gd name="connsiteY534" fmla="*/ 329837 h 563255"/>
                  <a:gd name="connsiteX535" fmla="*/ 189913 w 596146"/>
                  <a:gd name="connsiteY535" fmla="*/ 327751 h 563255"/>
                  <a:gd name="connsiteX536" fmla="*/ 192740 w 596146"/>
                  <a:gd name="connsiteY536" fmla="*/ 324993 h 563255"/>
                  <a:gd name="connsiteX537" fmla="*/ 195264 w 596146"/>
                  <a:gd name="connsiteY537" fmla="*/ 322739 h 563255"/>
                  <a:gd name="connsiteX538" fmla="*/ 197519 w 596146"/>
                  <a:gd name="connsiteY538" fmla="*/ 319711 h 563255"/>
                  <a:gd name="connsiteX539" fmla="*/ 199168 w 596146"/>
                  <a:gd name="connsiteY539" fmla="*/ 317895 h 563255"/>
                  <a:gd name="connsiteX540" fmla="*/ 201052 w 596146"/>
                  <a:gd name="connsiteY540" fmla="*/ 316314 h 563255"/>
                  <a:gd name="connsiteX541" fmla="*/ 204889 w 596146"/>
                  <a:gd name="connsiteY541" fmla="*/ 315944 h 563255"/>
                  <a:gd name="connsiteX542" fmla="*/ 208356 w 596146"/>
                  <a:gd name="connsiteY542" fmla="*/ 316751 h 563255"/>
                  <a:gd name="connsiteX543" fmla="*/ 216702 w 596146"/>
                  <a:gd name="connsiteY543" fmla="*/ 315876 h 563255"/>
                  <a:gd name="connsiteX544" fmla="*/ 221111 w 596146"/>
                  <a:gd name="connsiteY544" fmla="*/ 315944 h 563255"/>
                  <a:gd name="connsiteX545" fmla="*/ 226193 w 596146"/>
                  <a:gd name="connsiteY545" fmla="*/ 315574 h 563255"/>
                  <a:gd name="connsiteX546" fmla="*/ 232654 w 596146"/>
                  <a:gd name="connsiteY546" fmla="*/ 314497 h 563255"/>
                  <a:gd name="connsiteX547" fmla="*/ 241337 w 596146"/>
                  <a:gd name="connsiteY547" fmla="*/ 314699 h 563255"/>
                  <a:gd name="connsiteX548" fmla="*/ 245780 w 596146"/>
                  <a:gd name="connsiteY548" fmla="*/ 313757 h 563255"/>
                  <a:gd name="connsiteX549" fmla="*/ 248539 w 596146"/>
                  <a:gd name="connsiteY549" fmla="*/ 313051 h 563255"/>
                  <a:gd name="connsiteX550" fmla="*/ 249852 w 596146"/>
                  <a:gd name="connsiteY550" fmla="*/ 313051 h 563255"/>
                  <a:gd name="connsiteX551" fmla="*/ 252376 w 596146"/>
                  <a:gd name="connsiteY551" fmla="*/ 312680 h 563255"/>
                  <a:gd name="connsiteX552" fmla="*/ 254765 w 596146"/>
                  <a:gd name="connsiteY552" fmla="*/ 311671 h 563255"/>
                  <a:gd name="connsiteX553" fmla="*/ 255708 w 596146"/>
                  <a:gd name="connsiteY553" fmla="*/ 310359 h 563255"/>
                  <a:gd name="connsiteX554" fmla="*/ 256011 w 596146"/>
                  <a:gd name="connsiteY554" fmla="*/ 309350 h 563255"/>
                  <a:gd name="connsiteX555" fmla="*/ 256212 w 596146"/>
                  <a:gd name="connsiteY555" fmla="*/ 307399 h 563255"/>
                  <a:gd name="connsiteX556" fmla="*/ 256011 w 596146"/>
                  <a:gd name="connsiteY556" fmla="*/ 304641 h 563255"/>
                  <a:gd name="connsiteX557" fmla="*/ 256313 w 596146"/>
                  <a:gd name="connsiteY557" fmla="*/ 301378 h 563255"/>
                  <a:gd name="connsiteX558" fmla="*/ 256179 w 596146"/>
                  <a:gd name="connsiteY558" fmla="*/ 298922 h 563255"/>
                  <a:gd name="connsiteX559" fmla="*/ 255977 w 596146"/>
                  <a:gd name="connsiteY559" fmla="*/ 297240 h 563255"/>
                  <a:gd name="connsiteX560" fmla="*/ 256549 w 596146"/>
                  <a:gd name="connsiteY560" fmla="*/ 296231 h 563255"/>
                  <a:gd name="connsiteX561" fmla="*/ 257559 w 596146"/>
                  <a:gd name="connsiteY561" fmla="*/ 295726 h 563255"/>
                  <a:gd name="connsiteX562" fmla="*/ 260756 w 596146"/>
                  <a:gd name="connsiteY562" fmla="*/ 295659 h 563255"/>
                  <a:gd name="connsiteX563" fmla="*/ 261900 w 596146"/>
                  <a:gd name="connsiteY563" fmla="*/ 295659 h 563255"/>
                  <a:gd name="connsiteX564" fmla="*/ 263852 w 596146"/>
                  <a:gd name="connsiteY564" fmla="*/ 296264 h 563255"/>
                  <a:gd name="connsiteX565" fmla="*/ 266376 w 596146"/>
                  <a:gd name="connsiteY565" fmla="*/ 298619 h 563255"/>
                  <a:gd name="connsiteX566" fmla="*/ 266948 w 596146"/>
                  <a:gd name="connsiteY566" fmla="*/ 300873 h 563255"/>
                  <a:gd name="connsiteX567" fmla="*/ 266679 w 596146"/>
                  <a:gd name="connsiteY567" fmla="*/ 303833 h 563255"/>
                  <a:gd name="connsiteX568" fmla="*/ 268496 w 596146"/>
                  <a:gd name="connsiteY568" fmla="*/ 307164 h 563255"/>
                  <a:gd name="connsiteX569" fmla="*/ 271189 w 596146"/>
                  <a:gd name="connsiteY569" fmla="*/ 309047 h 563255"/>
                  <a:gd name="connsiteX570" fmla="*/ 271626 w 596146"/>
                  <a:gd name="connsiteY570" fmla="*/ 312512 h 563255"/>
                  <a:gd name="connsiteX571" fmla="*/ 272434 w 596146"/>
                  <a:gd name="connsiteY571" fmla="*/ 316415 h 563255"/>
                  <a:gd name="connsiteX572" fmla="*/ 273309 w 596146"/>
                  <a:gd name="connsiteY572" fmla="*/ 320249 h 563255"/>
                  <a:gd name="connsiteX573" fmla="*/ 276069 w 596146"/>
                  <a:gd name="connsiteY573" fmla="*/ 322840 h 563255"/>
                  <a:gd name="connsiteX574" fmla="*/ 279199 w 596146"/>
                  <a:gd name="connsiteY574" fmla="*/ 325598 h 563255"/>
                  <a:gd name="connsiteX575" fmla="*/ 281857 w 596146"/>
                  <a:gd name="connsiteY575" fmla="*/ 328558 h 563255"/>
                  <a:gd name="connsiteX576" fmla="*/ 286064 w 596146"/>
                  <a:gd name="connsiteY576" fmla="*/ 331586 h 563255"/>
                  <a:gd name="connsiteX577" fmla="*/ 288151 w 596146"/>
                  <a:gd name="connsiteY577" fmla="*/ 333604 h 563255"/>
                  <a:gd name="connsiteX578" fmla="*/ 292661 w 596146"/>
                  <a:gd name="connsiteY578" fmla="*/ 336295 h 563255"/>
                  <a:gd name="connsiteX579" fmla="*/ 297944 w 596146"/>
                  <a:gd name="connsiteY579" fmla="*/ 339424 h 563255"/>
                  <a:gd name="connsiteX580" fmla="*/ 299088 w 596146"/>
                  <a:gd name="connsiteY580" fmla="*/ 345143 h 563255"/>
                  <a:gd name="connsiteX581" fmla="*/ 300670 w 596146"/>
                  <a:gd name="connsiteY581" fmla="*/ 346387 h 563255"/>
                  <a:gd name="connsiteX582" fmla="*/ 302858 w 596146"/>
                  <a:gd name="connsiteY582" fmla="*/ 348271 h 563255"/>
                  <a:gd name="connsiteX583" fmla="*/ 302925 w 596146"/>
                  <a:gd name="connsiteY583" fmla="*/ 350155 h 563255"/>
                  <a:gd name="connsiteX584" fmla="*/ 302992 w 596146"/>
                  <a:gd name="connsiteY584" fmla="*/ 352543 h 563255"/>
                  <a:gd name="connsiteX585" fmla="*/ 302185 w 596146"/>
                  <a:gd name="connsiteY585" fmla="*/ 355941 h 563255"/>
                  <a:gd name="connsiteX586" fmla="*/ 300939 w 596146"/>
                  <a:gd name="connsiteY586" fmla="*/ 357623 h 563255"/>
                  <a:gd name="connsiteX587" fmla="*/ 299863 w 596146"/>
                  <a:gd name="connsiteY587" fmla="*/ 359507 h 563255"/>
                  <a:gd name="connsiteX588" fmla="*/ 297978 w 596146"/>
                  <a:gd name="connsiteY588" fmla="*/ 362635 h 563255"/>
                  <a:gd name="connsiteX589" fmla="*/ 296530 w 596146"/>
                  <a:gd name="connsiteY589" fmla="*/ 364956 h 563255"/>
                  <a:gd name="connsiteX590" fmla="*/ 295084 w 596146"/>
                  <a:gd name="connsiteY590" fmla="*/ 366538 h 563255"/>
                  <a:gd name="connsiteX591" fmla="*/ 293838 w 596146"/>
                  <a:gd name="connsiteY591" fmla="*/ 368220 h 563255"/>
                  <a:gd name="connsiteX592" fmla="*/ 293704 w 596146"/>
                  <a:gd name="connsiteY592" fmla="*/ 371348 h 563255"/>
                  <a:gd name="connsiteX593" fmla="*/ 294209 w 596146"/>
                  <a:gd name="connsiteY593" fmla="*/ 373736 h 563255"/>
                  <a:gd name="connsiteX594" fmla="*/ 295016 w 596146"/>
                  <a:gd name="connsiteY594" fmla="*/ 377269 h 563255"/>
                  <a:gd name="connsiteX595" fmla="*/ 293435 w 596146"/>
                  <a:gd name="connsiteY595" fmla="*/ 380834 h 563255"/>
                  <a:gd name="connsiteX596" fmla="*/ 292997 w 596146"/>
                  <a:gd name="connsiteY596" fmla="*/ 383929 h 563255"/>
                  <a:gd name="connsiteX597" fmla="*/ 291853 w 596146"/>
                  <a:gd name="connsiteY597" fmla="*/ 386183 h 563255"/>
                  <a:gd name="connsiteX598" fmla="*/ 290540 w 596146"/>
                  <a:gd name="connsiteY598" fmla="*/ 389076 h 563255"/>
                  <a:gd name="connsiteX599" fmla="*/ 288790 w 596146"/>
                  <a:gd name="connsiteY599" fmla="*/ 390153 h 563255"/>
                  <a:gd name="connsiteX600" fmla="*/ 287275 w 596146"/>
                  <a:gd name="connsiteY600" fmla="*/ 391666 h 563255"/>
                  <a:gd name="connsiteX601" fmla="*/ 285256 w 596146"/>
                  <a:gd name="connsiteY601" fmla="*/ 393752 h 563255"/>
                  <a:gd name="connsiteX602" fmla="*/ 283877 w 596146"/>
                  <a:gd name="connsiteY602" fmla="*/ 395198 h 563255"/>
                  <a:gd name="connsiteX603" fmla="*/ 281285 w 596146"/>
                  <a:gd name="connsiteY603" fmla="*/ 396006 h 563255"/>
                  <a:gd name="connsiteX604" fmla="*/ 279333 w 596146"/>
                  <a:gd name="connsiteY604" fmla="*/ 397452 h 563255"/>
                  <a:gd name="connsiteX605" fmla="*/ 278694 w 596146"/>
                  <a:gd name="connsiteY605" fmla="*/ 399403 h 563255"/>
                  <a:gd name="connsiteX606" fmla="*/ 277381 w 596146"/>
                  <a:gd name="connsiteY606" fmla="*/ 403238 h 563255"/>
                  <a:gd name="connsiteX607" fmla="*/ 276136 w 596146"/>
                  <a:gd name="connsiteY607" fmla="*/ 405997 h 563255"/>
                  <a:gd name="connsiteX608" fmla="*/ 274554 w 596146"/>
                  <a:gd name="connsiteY608" fmla="*/ 408183 h 563255"/>
                  <a:gd name="connsiteX609" fmla="*/ 273040 w 596146"/>
                  <a:gd name="connsiteY609" fmla="*/ 410269 h 563255"/>
                  <a:gd name="connsiteX610" fmla="*/ 271223 w 596146"/>
                  <a:gd name="connsiteY610" fmla="*/ 413162 h 563255"/>
                  <a:gd name="connsiteX611" fmla="*/ 269910 w 596146"/>
                  <a:gd name="connsiteY611" fmla="*/ 417300 h 563255"/>
                  <a:gd name="connsiteX612" fmla="*/ 267655 w 596146"/>
                  <a:gd name="connsiteY612" fmla="*/ 419755 h 563255"/>
                  <a:gd name="connsiteX613" fmla="*/ 267083 w 596146"/>
                  <a:gd name="connsiteY613" fmla="*/ 420832 h 563255"/>
                  <a:gd name="connsiteX614" fmla="*/ 264828 w 596146"/>
                  <a:gd name="connsiteY614" fmla="*/ 423960 h 563255"/>
                  <a:gd name="connsiteX615" fmla="*/ 263246 w 596146"/>
                  <a:gd name="connsiteY615" fmla="*/ 425777 h 563255"/>
                  <a:gd name="connsiteX616" fmla="*/ 260150 w 596146"/>
                  <a:gd name="connsiteY616" fmla="*/ 427795 h 563255"/>
                  <a:gd name="connsiteX617" fmla="*/ 257693 w 596146"/>
                  <a:gd name="connsiteY617" fmla="*/ 428939 h 563255"/>
                  <a:gd name="connsiteX618" fmla="*/ 254496 w 596146"/>
                  <a:gd name="connsiteY618" fmla="*/ 429578 h 563255"/>
                  <a:gd name="connsiteX619" fmla="*/ 253049 w 596146"/>
                  <a:gd name="connsiteY619" fmla="*/ 429881 h 563255"/>
                  <a:gd name="connsiteX620" fmla="*/ 251097 w 596146"/>
                  <a:gd name="connsiteY620" fmla="*/ 430587 h 563255"/>
                  <a:gd name="connsiteX621" fmla="*/ 248405 w 596146"/>
                  <a:gd name="connsiteY621" fmla="*/ 431832 h 563255"/>
                  <a:gd name="connsiteX622" fmla="*/ 246385 w 596146"/>
                  <a:gd name="connsiteY622" fmla="*/ 432774 h 563255"/>
                  <a:gd name="connsiteX623" fmla="*/ 244501 w 596146"/>
                  <a:gd name="connsiteY623" fmla="*/ 434355 h 563255"/>
                  <a:gd name="connsiteX624" fmla="*/ 241674 w 596146"/>
                  <a:gd name="connsiteY624" fmla="*/ 436239 h 563255"/>
                  <a:gd name="connsiteX625" fmla="*/ 239587 w 596146"/>
                  <a:gd name="connsiteY625" fmla="*/ 438123 h 563255"/>
                  <a:gd name="connsiteX626" fmla="*/ 238780 w 596146"/>
                  <a:gd name="connsiteY626" fmla="*/ 440309 h 563255"/>
                  <a:gd name="connsiteX627" fmla="*/ 240092 w 596146"/>
                  <a:gd name="connsiteY627" fmla="*/ 445153 h 563255"/>
                  <a:gd name="connsiteX628" fmla="*/ 241775 w 596146"/>
                  <a:gd name="connsiteY628" fmla="*/ 446533 h 563255"/>
                  <a:gd name="connsiteX629" fmla="*/ 243222 w 596146"/>
                  <a:gd name="connsiteY629" fmla="*/ 448114 h 563255"/>
                  <a:gd name="connsiteX630" fmla="*/ 244232 w 596146"/>
                  <a:gd name="connsiteY630" fmla="*/ 449190 h 563255"/>
                  <a:gd name="connsiteX631" fmla="*/ 244299 w 596146"/>
                  <a:gd name="connsiteY631" fmla="*/ 451141 h 563255"/>
                  <a:gd name="connsiteX632" fmla="*/ 244299 w 596146"/>
                  <a:gd name="connsiteY632" fmla="*/ 453328 h 563255"/>
                  <a:gd name="connsiteX633" fmla="*/ 244770 w 596146"/>
                  <a:gd name="connsiteY633" fmla="*/ 455212 h 563255"/>
                  <a:gd name="connsiteX634" fmla="*/ 246453 w 596146"/>
                  <a:gd name="connsiteY634" fmla="*/ 457297 h 563255"/>
                  <a:gd name="connsiteX635" fmla="*/ 247765 w 596146"/>
                  <a:gd name="connsiteY635" fmla="*/ 459820 h 563255"/>
                  <a:gd name="connsiteX636" fmla="*/ 247765 w 596146"/>
                  <a:gd name="connsiteY636" fmla="*/ 463453 h 563255"/>
                  <a:gd name="connsiteX637" fmla="*/ 247765 w 596146"/>
                  <a:gd name="connsiteY637" fmla="*/ 466784 h 563255"/>
                  <a:gd name="connsiteX638" fmla="*/ 247765 w 596146"/>
                  <a:gd name="connsiteY638" fmla="*/ 470686 h 563255"/>
                  <a:gd name="connsiteX639" fmla="*/ 247025 w 596146"/>
                  <a:gd name="connsiteY639" fmla="*/ 473646 h 563255"/>
                  <a:gd name="connsiteX640" fmla="*/ 245813 w 596146"/>
                  <a:gd name="connsiteY640" fmla="*/ 476035 h 563255"/>
                  <a:gd name="connsiteX641" fmla="*/ 245678 w 596146"/>
                  <a:gd name="connsiteY641" fmla="*/ 478860 h 563255"/>
                  <a:gd name="connsiteX642" fmla="*/ 246049 w 596146"/>
                  <a:gd name="connsiteY642" fmla="*/ 480677 h 563255"/>
                  <a:gd name="connsiteX643" fmla="*/ 246049 w 596146"/>
                  <a:gd name="connsiteY643" fmla="*/ 481921 h 563255"/>
                  <a:gd name="connsiteX644" fmla="*/ 246957 w 596146"/>
                  <a:gd name="connsiteY644" fmla="*/ 483570 h 563255"/>
                  <a:gd name="connsiteX645" fmla="*/ 248438 w 596146"/>
                  <a:gd name="connsiteY645" fmla="*/ 485252 h 563255"/>
                  <a:gd name="connsiteX646" fmla="*/ 250255 w 596146"/>
                  <a:gd name="connsiteY646" fmla="*/ 486833 h 563255"/>
                  <a:gd name="connsiteX647" fmla="*/ 254092 w 596146"/>
                  <a:gd name="connsiteY647" fmla="*/ 487573 h 563255"/>
                  <a:gd name="connsiteX648" fmla="*/ 255775 w 596146"/>
                  <a:gd name="connsiteY648" fmla="*/ 489019 h 563255"/>
                  <a:gd name="connsiteX649" fmla="*/ 258299 w 596146"/>
                  <a:gd name="connsiteY649" fmla="*/ 488717 h 563255"/>
                  <a:gd name="connsiteX650" fmla="*/ 260251 w 596146"/>
                  <a:gd name="connsiteY650" fmla="*/ 488279 h 563255"/>
                  <a:gd name="connsiteX651" fmla="*/ 262943 w 596146"/>
                  <a:gd name="connsiteY651" fmla="*/ 487842 h 563255"/>
                  <a:gd name="connsiteX652" fmla="*/ 265333 w 596146"/>
                  <a:gd name="connsiteY652" fmla="*/ 486463 h 563255"/>
                  <a:gd name="connsiteX653" fmla="*/ 267217 w 596146"/>
                  <a:gd name="connsiteY653" fmla="*/ 485454 h 563255"/>
                  <a:gd name="connsiteX654" fmla="*/ 269472 w 596146"/>
                  <a:gd name="connsiteY654" fmla="*/ 483637 h 563255"/>
                  <a:gd name="connsiteX655" fmla="*/ 271155 w 596146"/>
                  <a:gd name="connsiteY655" fmla="*/ 482998 h 563255"/>
                  <a:gd name="connsiteX656" fmla="*/ 275362 w 596146"/>
                  <a:gd name="connsiteY656" fmla="*/ 482359 h 563255"/>
                  <a:gd name="connsiteX657" fmla="*/ 277179 w 596146"/>
                  <a:gd name="connsiteY657" fmla="*/ 480845 h 563255"/>
                  <a:gd name="connsiteX658" fmla="*/ 279569 w 596146"/>
                  <a:gd name="connsiteY658" fmla="*/ 479028 h 563255"/>
                  <a:gd name="connsiteX659" fmla="*/ 283406 w 596146"/>
                  <a:gd name="connsiteY659" fmla="*/ 478087 h 563255"/>
                  <a:gd name="connsiteX660" fmla="*/ 285492 w 596146"/>
                  <a:gd name="connsiteY660" fmla="*/ 479028 h 563255"/>
                  <a:gd name="connsiteX661" fmla="*/ 285930 w 596146"/>
                  <a:gd name="connsiteY661" fmla="*/ 479668 h 563255"/>
                  <a:gd name="connsiteX662" fmla="*/ 286367 w 596146"/>
                  <a:gd name="connsiteY662" fmla="*/ 480744 h 563255"/>
                  <a:gd name="connsiteX663" fmla="*/ 284415 w 596146"/>
                  <a:gd name="connsiteY663" fmla="*/ 482762 h 563255"/>
                  <a:gd name="connsiteX664" fmla="*/ 281453 w 596146"/>
                  <a:gd name="connsiteY664" fmla="*/ 484007 h 563255"/>
                  <a:gd name="connsiteX665" fmla="*/ 279636 w 596146"/>
                  <a:gd name="connsiteY665" fmla="*/ 485386 h 563255"/>
                  <a:gd name="connsiteX666" fmla="*/ 276607 w 596146"/>
                  <a:gd name="connsiteY666" fmla="*/ 486093 h 563255"/>
                  <a:gd name="connsiteX667" fmla="*/ 274521 w 596146"/>
                  <a:gd name="connsiteY667" fmla="*/ 487539 h 563255"/>
                  <a:gd name="connsiteX668" fmla="*/ 273343 w 596146"/>
                  <a:gd name="connsiteY668" fmla="*/ 488548 h 563255"/>
                  <a:gd name="connsiteX669" fmla="*/ 271694 w 596146"/>
                  <a:gd name="connsiteY669" fmla="*/ 488750 h 563255"/>
                  <a:gd name="connsiteX670" fmla="*/ 269001 w 596146"/>
                  <a:gd name="connsiteY670" fmla="*/ 490130 h 563255"/>
                  <a:gd name="connsiteX671" fmla="*/ 270516 w 596146"/>
                  <a:gd name="connsiteY671" fmla="*/ 492215 h 563255"/>
                  <a:gd name="connsiteX672" fmla="*/ 269641 w 596146"/>
                  <a:gd name="connsiteY672" fmla="*/ 494032 h 563255"/>
                  <a:gd name="connsiteX673" fmla="*/ 268261 w 596146"/>
                  <a:gd name="connsiteY673" fmla="*/ 495714 h 563255"/>
                  <a:gd name="connsiteX674" fmla="*/ 264996 w 596146"/>
                  <a:gd name="connsiteY674" fmla="*/ 496857 h 563255"/>
                  <a:gd name="connsiteX675" fmla="*/ 261664 w 596146"/>
                  <a:gd name="connsiteY675" fmla="*/ 497160 h 563255"/>
                  <a:gd name="connsiteX676" fmla="*/ 259847 w 596146"/>
                  <a:gd name="connsiteY676" fmla="*/ 498472 h 563255"/>
                  <a:gd name="connsiteX677" fmla="*/ 258131 w 596146"/>
                  <a:gd name="connsiteY677" fmla="*/ 499919 h 563255"/>
                  <a:gd name="connsiteX678" fmla="*/ 257121 w 596146"/>
                  <a:gd name="connsiteY678" fmla="*/ 501365 h 563255"/>
                  <a:gd name="connsiteX679" fmla="*/ 256549 w 596146"/>
                  <a:gd name="connsiteY679" fmla="*/ 504056 h 563255"/>
                  <a:gd name="connsiteX680" fmla="*/ 257693 w 596146"/>
                  <a:gd name="connsiteY680" fmla="*/ 507387 h 563255"/>
                  <a:gd name="connsiteX681" fmla="*/ 258939 w 596146"/>
                  <a:gd name="connsiteY681" fmla="*/ 509338 h 563255"/>
                  <a:gd name="connsiteX682" fmla="*/ 262136 w 596146"/>
                  <a:gd name="connsiteY682" fmla="*/ 509540 h 563255"/>
                  <a:gd name="connsiteX683" fmla="*/ 264155 w 596146"/>
                  <a:gd name="connsiteY683" fmla="*/ 509910 h 563255"/>
                  <a:gd name="connsiteX684" fmla="*/ 266040 w 596146"/>
                  <a:gd name="connsiteY684" fmla="*/ 510717 h 563255"/>
                  <a:gd name="connsiteX685" fmla="*/ 266982 w 596146"/>
                  <a:gd name="connsiteY685" fmla="*/ 512534 h 563255"/>
                  <a:gd name="connsiteX686" fmla="*/ 267420 w 596146"/>
                  <a:gd name="connsiteY686" fmla="*/ 513341 h 563255"/>
                  <a:gd name="connsiteX687" fmla="*/ 266915 w 596146"/>
                  <a:gd name="connsiteY687" fmla="*/ 514283 h 563255"/>
                  <a:gd name="connsiteX688" fmla="*/ 266612 w 596146"/>
                  <a:gd name="connsiteY688" fmla="*/ 514787 h 563255"/>
                  <a:gd name="connsiteX689" fmla="*/ 264222 w 596146"/>
                  <a:gd name="connsiteY689" fmla="*/ 518118 h 563255"/>
                  <a:gd name="connsiteX690" fmla="*/ 261765 w 596146"/>
                  <a:gd name="connsiteY690" fmla="*/ 520641 h 563255"/>
                  <a:gd name="connsiteX691" fmla="*/ 259814 w 596146"/>
                  <a:gd name="connsiteY691" fmla="*/ 521650 h 563255"/>
                  <a:gd name="connsiteX692" fmla="*/ 257929 w 596146"/>
                  <a:gd name="connsiteY692" fmla="*/ 522592 h 563255"/>
                  <a:gd name="connsiteX693" fmla="*/ 256347 w 596146"/>
                  <a:gd name="connsiteY693" fmla="*/ 523164 h 563255"/>
                  <a:gd name="connsiteX694" fmla="*/ 253823 w 596146"/>
                  <a:gd name="connsiteY694" fmla="*/ 523534 h 563255"/>
                  <a:gd name="connsiteX695" fmla="*/ 251804 w 596146"/>
                  <a:gd name="connsiteY695" fmla="*/ 523466 h 563255"/>
                  <a:gd name="connsiteX696" fmla="*/ 249616 w 596146"/>
                  <a:gd name="connsiteY696" fmla="*/ 523096 h 563255"/>
                  <a:gd name="connsiteX697" fmla="*/ 247025 w 596146"/>
                  <a:gd name="connsiteY697" fmla="*/ 523231 h 563255"/>
                  <a:gd name="connsiteX698" fmla="*/ 242683 w 596146"/>
                  <a:gd name="connsiteY698" fmla="*/ 523231 h 563255"/>
                  <a:gd name="connsiteX699" fmla="*/ 240866 w 596146"/>
                  <a:gd name="connsiteY699" fmla="*/ 523668 h 563255"/>
                  <a:gd name="connsiteX700" fmla="*/ 238476 w 596146"/>
                  <a:gd name="connsiteY700" fmla="*/ 525115 h 563255"/>
                  <a:gd name="connsiteX701" fmla="*/ 239621 w 596146"/>
                  <a:gd name="connsiteY701" fmla="*/ 527503 h 563255"/>
                  <a:gd name="connsiteX702" fmla="*/ 241371 w 596146"/>
                  <a:gd name="connsiteY702" fmla="*/ 530699 h 563255"/>
                  <a:gd name="connsiteX703" fmla="*/ 241304 w 596146"/>
                  <a:gd name="connsiteY703" fmla="*/ 531641 h 563255"/>
                  <a:gd name="connsiteX704" fmla="*/ 241000 w 596146"/>
                  <a:gd name="connsiteY704" fmla="*/ 534668 h 563255"/>
                  <a:gd name="connsiteX705" fmla="*/ 235852 w 596146"/>
                  <a:gd name="connsiteY705" fmla="*/ 537124 h 563255"/>
                  <a:gd name="connsiteX706" fmla="*/ 233597 w 596146"/>
                  <a:gd name="connsiteY706" fmla="*/ 537763 h 563255"/>
                  <a:gd name="connsiteX707" fmla="*/ 231779 w 596146"/>
                  <a:gd name="connsiteY707" fmla="*/ 539344 h 563255"/>
                  <a:gd name="connsiteX708" fmla="*/ 228582 w 596146"/>
                  <a:gd name="connsiteY708" fmla="*/ 539714 h 563255"/>
                  <a:gd name="connsiteX709" fmla="*/ 225957 w 596146"/>
                  <a:gd name="connsiteY709" fmla="*/ 539916 h 563255"/>
                  <a:gd name="connsiteX710" fmla="*/ 224813 w 596146"/>
                  <a:gd name="connsiteY710" fmla="*/ 540353 h 563255"/>
                  <a:gd name="connsiteX711" fmla="*/ 222053 w 596146"/>
                  <a:gd name="connsiteY711" fmla="*/ 541598 h 563255"/>
                  <a:gd name="connsiteX712" fmla="*/ 221683 w 596146"/>
                  <a:gd name="connsiteY712" fmla="*/ 541968 h 563255"/>
                  <a:gd name="connsiteX713" fmla="*/ 221481 w 596146"/>
                  <a:gd name="connsiteY713" fmla="*/ 544928 h 563255"/>
                  <a:gd name="connsiteX714" fmla="*/ 221784 w 596146"/>
                  <a:gd name="connsiteY714" fmla="*/ 546678 h 563255"/>
                  <a:gd name="connsiteX715" fmla="*/ 221784 w 596146"/>
                  <a:gd name="connsiteY715" fmla="*/ 548124 h 563255"/>
                  <a:gd name="connsiteX716" fmla="*/ 224005 w 596146"/>
                  <a:gd name="connsiteY716" fmla="*/ 550748 h 563255"/>
                  <a:gd name="connsiteX717" fmla="*/ 223669 w 596146"/>
                  <a:gd name="connsiteY717" fmla="*/ 552430 h 563255"/>
                  <a:gd name="connsiteX718" fmla="*/ 222154 w 596146"/>
                  <a:gd name="connsiteY718" fmla="*/ 554448 h 563255"/>
                  <a:gd name="connsiteX719" fmla="*/ 223096 w 596146"/>
                  <a:gd name="connsiteY719" fmla="*/ 556635 h 563255"/>
                  <a:gd name="connsiteX720" fmla="*/ 225553 w 596146"/>
                  <a:gd name="connsiteY720" fmla="*/ 558519 h 563255"/>
                  <a:gd name="connsiteX721" fmla="*/ 227000 w 596146"/>
                  <a:gd name="connsiteY721" fmla="*/ 562085 h 563255"/>
                  <a:gd name="connsiteX722" fmla="*/ 228952 w 596146"/>
                  <a:gd name="connsiteY722" fmla="*/ 563228 h 563255"/>
                  <a:gd name="connsiteX723" fmla="*/ 232049 w 596146"/>
                  <a:gd name="connsiteY723" fmla="*/ 563228 h 563255"/>
                  <a:gd name="connsiteX724" fmla="*/ 235751 w 596146"/>
                  <a:gd name="connsiteY724" fmla="*/ 560975 h 563255"/>
                  <a:gd name="connsiteX725" fmla="*/ 238443 w 596146"/>
                  <a:gd name="connsiteY725" fmla="*/ 559158 h 563255"/>
                  <a:gd name="connsiteX726" fmla="*/ 243289 w 596146"/>
                  <a:gd name="connsiteY726" fmla="*/ 554146 h 563255"/>
                  <a:gd name="connsiteX727" fmla="*/ 244602 w 596146"/>
                  <a:gd name="connsiteY727" fmla="*/ 551825 h 563255"/>
                  <a:gd name="connsiteX728" fmla="*/ 248068 w 596146"/>
                  <a:gd name="connsiteY728" fmla="*/ 550950 h 563255"/>
                  <a:gd name="connsiteX729" fmla="*/ 252107 w 596146"/>
                  <a:gd name="connsiteY729" fmla="*/ 550210 h 563255"/>
                  <a:gd name="connsiteX730" fmla="*/ 257559 w 596146"/>
                  <a:gd name="connsiteY730" fmla="*/ 548057 h 563255"/>
                  <a:gd name="connsiteX731" fmla="*/ 263414 w 596146"/>
                  <a:gd name="connsiteY731" fmla="*/ 546981 h 563255"/>
                  <a:gd name="connsiteX732" fmla="*/ 267319 w 596146"/>
                  <a:gd name="connsiteY732" fmla="*/ 545837 h 563255"/>
                  <a:gd name="connsiteX733" fmla="*/ 273982 w 596146"/>
                  <a:gd name="connsiteY733" fmla="*/ 543314 h 563255"/>
                  <a:gd name="connsiteX734" fmla="*/ 275732 w 596146"/>
                  <a:gd name="connsiteY734" fmla="*/ 542809 h 563255"/>
                  <a:gd name="connsiteX735" fmla="*/ 277112 w 596146"/>
                  <a:gd name="connsiteY735" fmla="*/ 542809 h 563255"/>
                  <a:gd name="connsiteX736" fmla="*/ 279064 w 596146"/>
                  <a:gd name="connsiteY736" fmla="*/ 542439 h 563255"/>
                  <a:gd name="connsiteX737" fmla="*/ 279771 w 596146"/>
                  <a:gd name="connsiteY737" fmla="*/ 541800 h 563255"/>
                  <a:gd name="connsiteX738" fmla="*/ 279703 w 596146"/>
                  <a:gd name="connsiteY738" fmla="*/ 540723 h 563255"/>
                  <a:gd name="connsiteX739" fmla="*/ 279771 w 596146"/>
                  <a:gd name="connsiteY739" fmla="*/ 538638 h 563255"/>
                  <a:gd name="connsiteX740" fmla="*/ 278256 w 596146"/>
                  <a:gd name="connsiteY740" fmla="*/ 537326 h 563255"/>
                  <a:gd name="connsiteX741" fmla="*/ 276304 w 596146"/>
                  <a:gd name="connsiteY741" fmla="*/ 536451 h 563255"/>
                  <a:gd name="connsiteX742" fmla="*/ 273847 w 596146"/>
                  <a:gd name="connsiteY742" fmla="*/ 535139 h 563255"/>
                  <a:gd name="connsiteX743" fmla="*/ 272333 w 596146"/>
                  <a:gd name="connsiteY743" fmla="*/ 532549 h 563255"/>
                  <a:gd name="connsiteX744" fmla="*/ 272535 w 596146"/>
                  <a:gd name="connsiteY744" fmla="*/ 529858 h 563255"/>
                  <a:gd name="connsiteX745" fmla="*/ 272737 w 596146"/>
                  <a:gd name="connsiteY745" fmla="*/ 528041 h 563255"/>
                  <a:gd name="connsiteX746" fmla="*/ 274117 w 596146"/>
                  <a:gd name="connsiteY746" fmla="*/ 526729 h 563255"/>
                  <a:gd name="connsiteX747" fmla="*/ 274689 w 596146"/>
                  <a:gd name="connsiteY747" fmla="*/ 525720 h 563255"/>
                  <a:gd name="connsiteX748" fmla="*/ 276708 w 596146"/>
                  <a:gd name="connsiteY748" fmla="*/ 526158 h 563255"/>
                  <a:gd name="connsiteX749" fmla="*/ 278795 w 596146"/>
                  <a:gd name="connsiteY749" fmla="*/ 527234 h 563255"/>
                  <a:gd name="connsiteX750" fmla="*/ 281622 w 596146"/>
                  <a:gd name="connsiteY750" fmla="*/ 530194 h 563255"/>
                  <a:gd name="connsiteX751" fmla="*/ 282127 w 596146"/>
                  <a:gd name="connsiteY751" fmla="*/ 531876 h 563255"/>
                  <a:gd name="connsiteX752" fmla="*/ 286905 w 596146"/>
                  <a:gd name="connsiteY752" fmla="*/ 533693 h 563255"/>
                  <a:gd name="connsiteX753" fmla="*/ 289429 w 596146"/>
                  <a:gd name="connsiteY753" fmla="*/ 533693 h 563255"/>
                  <a:gd name="connsiteX754" fmla="*/ 289564 w 596146"/>
                  <a:gd name="connsiteY754" fmla="*/ 531304 h 563255"/>
                  <a:gd name="connsiteX755" fmla="*/ 288925 w 596146"/>
                  <a:gd name="connsiteY755" fmla="*/ 528916 h 563255"/>
                  <a:gd name="connsiteX756" fmla="*/ 289934 w 596146"/>
                  <a:gd name="connsiteY756" fmla="*/ 526729 h 563255"/>
                  <a:gd name="connsiteX757" fmla="*/ 290507 w 596146"/>
                  <a:gd name="connsiteY757" fmla="*/ 524274 h 563255"/>
                  <a:gd name="connsiteX758" fmla="*/ 291954 w 596146"/>
                  <a:gd name="connsiteY758" fmla="*/ 522962 h 563255"/>
                  <a:gd name="connsiteX759" fmla="*/ 294141 w 596146"/>
                  <a:gd name="connsiteY759" fmla="*/ 521818 h 563255"/>
                  <a:gd name="connsiteX760" fmla="*/ 296464 w 596146"/>
                  <a:gd name="connsiteY760" fmla="*/ 521818 h 563255"/>
                  <a:gd name="connsiteX761" fmla="*/ 297776 w 596146"/>
                  <a:gd name="connsiteY761" fmla="*/ 520943 h 563255"/>
                  <a:gd name="connsiteX762" fmla="*/ 298213 w 596146"/>
                  <a:gd name="connsiteY762" fmla="*/ 520372 h 563255"/>
                  <a:gd name="connsiteX763" fmla="*/ 298651 w 596146"/>
                  <a:gd name="connsiteY763" fmla="*/ 518050 h 563255"/>
                  <a:gd name="connsiteX764" fmla="*/ 299661 w 596146"/>
                  <a:gd name="connsiteY764" fmla="*/ 515157 h 563255"/>
                  <a:gd name="connsiteX765" fmla="*/ 301848 w 596146"/>
                  <a:gd name="connsiteY765" fmla="*/ 513274 h 563255"/>
                  <a:gd name="connsiteX766" fmla="*/ 305180 w 596146"/>
                  <a:gd name="connsiteY766" fmla="*/ 511087 h 563255"/>
                  <a:gd name="connsiteX767" fmla="*/ 307939 w 596146"/>
                  <a:gd name="connsiteY767" fmla="*/ 510078 h 563255"/>
                  <a:gd name="connsiteX768" fmla="*/ 308209 w 596146"/>
                  <a:gd name="connsiteY768" fmla="*/ 507891 h 563255"/>
                  <a:gd name="connsiteX769" fmla="*/ 306930 w 596146"/>
                  <a:gd name="connsiteY769" fmla="*/ 504426 h 563255"/>
                  <a:gd name="connsiteX770" fmla="*/ 305045 w 596146"/>
                  <a:gd name="connsiteY770" fmla="*/ 504426 h 563255"/>
                  <a:gd name="connsiteX771" fmla="*/ 305045 w 596146"/>
                  <a:gd name="connsiteY771" fmla="*/ 501533 h 563255"/>
                  <a:gd name="connsiteX772" fmla="*/ 306055 w 596146"/>
                  <a:gd name="connsiteY772" fmla="*/ 499347 h 563255"/>
                  <a:gd name="connsiteX773" fmla="*/ 306930 w 596146"/>
                  <a:gd name="connsiteY773" fmla="*/ 497026 h 563255"/>
                  <a:gd name="connsiteX774" fmla="*/ 310598 w 596146"/>
                  <a:gd name="connsiteY774" fmla="*/ 493998 h 563255"/>
                  <a:gd name="connsiteX775" fmla="*/ 311709 w 596146"/>
                  <a:gd name="connsiteY775" fmla="*/ 492686 h 563255"/>
                  <a:gd name="connsiteX776" fmla="*/ 315613 w 596146"/>
                  <a:gd name="connsiteY776" fmla="*/ 490937 h 563255"/>
                  <a:gd name="connsiteX777" fmla="*/ 316623 w 596146"/>
                  <a:gd name="connsiteY777" fmla="*/ 488481 h 563255"/>
                  <a:gd name="connsiteX778" fmla="*/ 320089 w 596146"/>
                  <a:gd name="connsiteY778" fmla="*/ 487472 h 563255"/>
                  <a:gd name="connsiteX779" fmla="*/ 322849 w 596146"/>
                  <a:gd name="connsiteY779" fmla="*/ 485285 h 563255"/>
                  <a:gd name="connsiteX780" fmla="*/ 323421 w 596146"/>
                  <a:gd name="connsiteY780" fmla="*/ 482258 h 563255"/>
                  <a:gd name="connsiteX781" fmla="*/ 323858 w 596146"/>
                  <a:gd name="connsiteY781" fmla="*/ 480239 h 563255"/>
                  <a:gd name="connsiteX782" fmla="*/ 327493 w 596146"/>
                  <a:gd name="connsiteY782" fmla="*/ 478356 h 563255"/>
                  <a:gd name="connsiteX783" fmla="*/ 333584 w 596146"/>
                  <a:gd name="connsiteY783" fmla="*/ 475025 h 563255"/>
                  <a:gd name="connsiteX784" fmla="*/ 339238 w 596146"/>
                  <a:gd name="connsiteY784" fmla="*/ 469946 h 563255"/>
                  <a:gd name="connsiteX785" fmla="*/ 345330 w 596146"/>
                  <a:gd name="connsiteY785" fmla="*/ 464597 h 563255"/>
                  <a:gd name="connsiteX786" fmla="*/ 352936 w 596146"/>
                  <a:gd name="connsiteY786" fmla="*/ 458306 h 563255"/>
                  <a:gd name="connsiteX787" fmla="*/ 356638 w 596146"/>
                  <a:gd name="connsiteY787" fmla="*/ 456355 h 563255"/>
                  <a:gd name="connsiteX788" fmla="*/ 360474 w 596146"/>
                  <a:gd name="connsiteY788" fmla="*/ 452958 h 563255"/>
                  <a:gd name="connsiteX789" fmla="*/ 362662 w 596146"/>
                  <a:gd name="connsiteY789" fmla="*/ 450569 h 563255"/>
                  <a:gd name="connsiteX790" fmla="*/ 366128 w 596146"/>
                  <a:gd name="connsiteY790" fmla="*/ 448551 h 563255"/>
                  <a:gd name="connsiteX791" fmla="*/ 368518 w 596146"/>
                  <a:gd name="connsiteY791" fmla="*/ 447811 h 563255"/>
                  <a:gd name="connsiteX792" fmla="*/ 370335 w 596146"/>
                  <a:gd name="connsiteY792" fmla="*/ 446869 h 563255"/>
                  <a:gd name="connsiteX793" fmla="*/ 372523 w 596146"/>
                  <a:gd name="connsiteY793" fmla="*/ 444918 h 563255"/>
                  <a:gd name="connsiteX794" fmla="*/ 374542 w 596146"/>
                  <a:gd name="connsiteY794" fmla="*/ 442899 h 563255"/>
                  <a:gd name="connsiteX795" fmla="*/ 376561 w 596146"/>
                  <a:gd name="connsiteY795" fmla="*/ 442092 h 563255"/>
                  <a:gd name="connsiteX796" fmla="*/ 379826 w 596146"/>
                  <a:gd name="connsiteY796" fmla="*/ 441789 h 563255"/>
                  <a:gd name="connsiteX797" fmla="*/ 382585 w 596146"/>
                  <a:gd name="connsiteY797" fmla="*/ 439838 h 563255"/>
                  <a:gd name="connsiteX798" fmla="*/ 385917 w 596146"/>
                  <a:gd name="connsiteY798" fmla="*/ 439838 h 563255"/>
                  <a:gd name="connsiteX799" fmla="*/ 389518 w 596146"/>
                  <a:gd name="connsiteY799" fmla="*/ 439838 h 563255"/>
                  <a:gd name="connsiteX800" fmla="*/ 393153 w 596146"/>
                  <a:gd name="connsiteY800" fmla="*/ 439838 h 563255"/>
                  <a:gd name="connsiteX801" fmla="*/ 395038 w 596146"/>
                  <a:gd name="connsiteY801" fmla="*/ 438257 h 563255"/>
                  <a:gd name="connsiteX802" fmla="*/ 396788 w 596146"/>
                  <a:gd name="connsiteY802" fmla="*/ 436373 h 563255"/>
                  <a:gd name="connsiteX803" fmla="*/ 396350 w 596146"/>
                  <a:gd name="connsiteY803" fmla="*/ 434490 h 563255"/>
                  <a:gd name="connsiteX804" fmla="*/ 395475 w 596146"/>
                  <a:gd name="connsiteY804" fmla="*/ 432034 h 563255"/>
                  <a:gd name="connsiteX805" fmla="*/ 393725 w 596146"/>
                  <a:gd name="connsiteY805" fmla="*/ 430285 h 563255"/>
                  <a:gd name="connsiteX806" fmla="*/ 393860 w 596146"/>
                  <a:gd name="connsiteY806" fmla="*/ 425508 h 563255"/>
                  <a:gd name="connsiteX807" fmla="*/ 398639 w 596146"/>
                  <a:gd name="connsiteY807" fmla="*/ 424768 h 563255"/>
                  <a:gd name="connsiteX808" fmla="*/ 401971 w 596146"/>
                  <a:gd name="connsiteY808" fmla="*/ 423187 h 563255"/>
                  <a:gd name="connsiteX809" fmla="*/ 405168 w 596146"/>
                  <a:gd name="connsiteY809" fmla="*/ 424196 h 563255"/>
                  <a:gd name="connsiteX810" fmla="*/ 407355 w 596146"/>
                  <a:gd name="connsiteY810" fmla="*/ 424196 h 563255"/>
                  <a:gd name="connsiteX811" fmla="*/ 409105 w 596146"/>
                  <a:gd name="connsiteY811" fmla="*/ 425508 h 563255"/>
                  <a:gd name="connsiteX812" fmla="*/ 413009 w 596146"/>
                  <a:gd name="connsiteY812" fmla="*/ 425070 h 563255"/>
                  <a:gd name="connsiteX813" fmla="*/ 416644 w 596146"/>
                  <a:gd name="connsiteY813" fmla="*/ 425070 h 563255"/>
                  <a:gd name="connsiteX814" fmla="*/ 420144 w 596146"/>
                  <a:gd name="connsiteY814" fmla="*/ 422615 h 563255"/>
                  <a:gd name="connsiteX815" fmla="*/ 422466 w 596146"/>
                  <a:gd name="connsiteY815" fmla="*/ 419991 h 563255"/>
                  <a:gd name="connsiteX816" fmla="*/ 424485 w 596146"/>
                  <a:gd name="connsiteY816" fmla="*/ 418544 h 563255"/>
                  <a:gd name="connsiteX817" fmla="*/ 425933 w 596146"/>
                  <a:gd name="connsiteY817" fmla="*/ 416526 h 563255"/>
                  <a:gd name="connsiteX818" fmla="*/ 427817 w 596146"/>
                  <a:gd name="connsiteY818" fmla="*/ 414945 h 563255"/>
                  <a:gd name="connsiteX819" fmla="*/ 429264 w 596146"/>
                  <a:gd name="connsiteY819" fmla="*/ 412052 h 563255"/>
                  <a:gd name="connsiteX820" fmla="*/ 431452 w 596146"/>
                  <a:gd name="connsiteY820" fmla="*/ 411749 h 563255"/>
                  <a:gd name="connsiteX821" fmla="*/ 433034 w 596146"/>
                  <a:gd name="connsiteY821" fmla="*/ 411615 h 563255"/>
                  <a:gd name="connsiteX822" fmla="*/ 436938 w 596146"/>
                  <a:gd name="connsiteY822" fmla="*/ 412187 h 563255"/>
                  <a:gd name="connsiteX823" fmla="*/ 438082 w 596146"/>
                  <a:gd name="connsiteY823" fmla="*/ 413498 h 563255"/>
                  <a:gd name="connsiteX824" fmla="*/ 441716 w 596146"/>
                  <a:gd name="connsiteY824" fmla="*/ 415517 h 563255"/>
                  <a:gd name="connsiteX825" fmla="*/ 445183 w 596146"/>
                  <a:gd name="connsiteY825" fmla="*/ 415517 h 563255"/>
                  <a:gd name="connsiteX826" fmla="*/ 448683 w 596146"/>
                  <a:gd name="connsiteY826" fmla="*/ 413768 h 563255"/>
                  <a:gd name="connsiteX827" fmla="*/ 454203 w 596146"/>
                  <a:gd name="connsiteY827" fmla="*/ 413768 h 563255"/>
                  <a:gd name="connsiteX828" fmla="*/ 459116 w 596146"/>
                  <a:gd name="connsiteY828" fmla="*/ 412018 h 563255"/>
                  <a:gd name="connsiteX829" fmla="*/ 463323 w 596146"/>
                  <a:gd name="connsiteY829" fmla="*/ 412018 h 563255"/>
                  <a:gd name="connsiteX830" fmla="*/ 464333 w 596146"/>
                  <a:gd name="connsiteY830" fmla="*/ 412018 h 563255"/>
                  <a:gd name="connsiteX831" fmla="*/ 468674 w 596146"/>
                  <a:gd name="connsiteY831" fmla="*/ 412018 h 563255"/>
                  <a:gd name="connsiteX832" fmla="*/ 470559 w 596146"/>
                  <a:gd name="connsiteY832" fmla="*/ 410706 h 563255"/>
                  <a:gd name="connsiteX833" fmla="*/ 472006 w 596146"/>
                  <a:gd name="connsiteY833" fmla="*/ 409260 h 563255"/>
                  <a:gd name="connsiteX834" fmla="*/ 473015 w 596146"/>
                  <a:gd name="connsiteY834" fmla="*/ 408385 h 563255"/>
                  <a:gd name="connsiteX835" fmla="*/ 475337 w 596146"/>
                  <a:gd name="connsiteY835" fmla="*/ 406939 h 563255"/>
                  <a:gd name="connsiteX836" fmla="*/ 476347 w 596146"/>
                  <a:gd name="connsiteY836" fmla="*/ 405795 h 563255"/>
                  <a:gd name="connsiteX837" fmla="*/ 476482 w 596146"/>
                  <a:gd name="connsiteY837" fmla="*/ 404483 h 563255"/>
                  <a:gd name="connsiteX838" fmla="*/ 475607 w 596146"/>
                  <a:gd name="connsiteY838" fmla="*/ 402465 h 563255"/>
                  <a:gd name="connsiteX839" fmla="*/ 475607 w 596146"/>
                  <a:gd name="connsiteY839" fmla="*/ 399841 h 563255"/>
                  <a:gd name="connsiteX840" fmla="*/ 476246 w 596146"/>
                  <a:gd name="connsiteY840" fmla="*/ 397654 h 563255"/>
                  <a:gd name="connsiteX841" fmla="*/ 477188 w 596146"/>
                  <a:gd name="connsiteY841" fmla="*/ 396073 h 563255"/>
                  <a:gd name="connsiteX842" fmla="*/ 478198 w 596146"/>
                  <a:gd name="connsiteY842" fmla="*/ 394627 h 563255"/>
                  <a:gd name="connsiteX843" fmla="*/ 480789 w 596146"/>
                  <a:gd name="connsiteY843" fmla="*/ 394627 h 563255"/>
                  <a:gd name="connsiteX844" fmla="*/ 482539 w 596146"/>
                  <a:gd name="connsiteY844" fmla="*/ 393752 h 563255"/>
                  <a:gd name="connsiteX845" fmla="*/ 482539 w 596146"/>
                  <a:gd name="connsiteY845" fmla="*/ 392003 h 563255"/>
                  <a:gd name="connsiteX846" fmla="*/ 482843 w 596146"/>
                  <a:gd name="connsiteY846" fmla="*/ 389682 h 563255"/>
                  <a:gd name="connsiteX847" fmla="*/ 482539 w 596146"/>
                  <a:gd name="connsiteY847" fmla="*/ 386654 h 563255"/>
                  <a:gd name="connsiteX848" fmla="*/ 480958 w 596146"/>
                  <a:gd name="connsiteY848" fmla="*/ 383458 h 563255"/>
                  <a:gd name="connsiteX849" fmla="*/ 480520 w 596146"/>
                  <a:gd name="connsiteY849" fmla="*/ 379825 h 563255"/>
                  <a:gd name="connsiteX850" fmla="*/ 480655 w 596146"/>
                  <a:gd name="connsiteY850" fmla="*/ 377201 h 563255"/>
                  <a:gd name="connsiteX851" fmla="*/ 481227 w 596146"/>
                  <a:gd name="connsiteY851" fmla="*/ 373434 h 563255"/>
                  <a:gd name="connsiteX852" fmla="*/ 484693 w 596146"/>
                  <a:gd name="connsiteY852" fmla="*/ 370406 h 563255"/>
                  <a:gd name="connsiteX853" fmla="*/ 490650 w 596146"/>
                  <a:gd name="connsiteY853" fmla="*/ 367648 h 563255"/>
                  <a:gd name="connsiteX854" fmla="*/ 492669 w 596146"/>
                  <a:gd name="connsiteY854" fmla="*/ 364183 h 563255"/>
                  <a:gd name="connsiteX855" fmla="*/ 496439 w 596146"/>
                  <a:gd name="connsiteY855" fmla="*/ 360852 h 563255"/>
                  <a:gd name="connsiteX856" fmla="*/ 496742 w 596146"/>
                  <a:gd name="connsiteY856" fmla="*/ 358094 h 563255"/>
                  <a:gd name="connsiteX857" fmla="*/ 499804 w 596146"/>
                  <a:gd name="connsiteY857" fmla="*/ 353519 h 563255"/>
                  <a:gd name="connsiteX858" fmla="*/ 501891 w 596146"/>
                  <a:gd name="connsiteY858" fmla="*/ 350054 h 563255"/>
                  <a:gd name="connsiteX859" fmla="*/ 503910 w 596146"/>
                  <a:gd name="connsiteY859" fmla="*/ 348641 h 563255"/>
                  <a:gd name="connsiteX860" fmla="*/ 505862 w 596146"/>
                  <a:gd name="connsiteY860" fmla="*/ 346522 h 563255"/>
                  <a:gd name="connsiteX861" fmla="*/ 508858 w 596146"/>
                  <a:gd name="connsiteY861" fmla="*/ 343326 h 563255"/>
                  <a:gd name="connsiteX862" fmla="*/ 512559 w 596146"/>
                  <a:gd name="connsiteY862" fmla="*/ 339861 h 563255"/>
                  <a:gd name="connsiteX863" fmla="*/ 516026 w 596146"/>
                  <a:gd name="connsiteY863" fmla="*/ 337910 h 563255"/>
                  <a:gd name="connsiteX864" fmla="*/ 520603 w 596146"/>
                  <a:gd name="connsiteY864" fmla="*/ 335724 h 563255"/>
                  <a:gd name="connsiteX865" fmla="*/ 524069 w 596146"/>
                  <a:gd name="connsiteY865" fmla="*/ 333974 h 563255"/>
                  <a:gd name="connsiteX866" fmla="*/ 526257 w 596146"/>
                  <a:gd name="connsiteY866" fmla="*/ 332023 h 563255"/>
                  <a:gd name="connsiteX867" fmla="*/ 527569 w 596146"/>
                  <a:gd name="connsiteY867" fmla="*/ 330947 h 563255"/>
                  <a:gd name="connsiteX868" fmla="*/ 531271 w 596146"/>
                  <a:gd name="connsiteY868" fmla="*/ 327246 h 563255"/>
                  <a:gd name="connsiteX869" fmla="*/ 535175 w 596146"/>
                  <a:gd name="connsiteY869" fmla="*/ 323546 h 563255"/>
                  <a:gd name="connsiteX870" fmla="*/ 536925 w 596146"/>
                  <a:gd name="connsiteY870" fmla="*/ 319207 h 563255"/>
                  <a:gd name="connsiteX871" fmla="*/ 541704 w 596146"/>
                  <a:gd name="connsiteY871" fmla="*/ 316179 h 563255"/>
                  <a:gd name="connsiteX872" fmla="*/ 544531 w 596146"/>
                  <a:gd name="connsiteY872" fmla="*/ 313151 h 563255"/>
                  <a:gd name="connsiteX873" fmla="*/ 547796 w 596146"/>
                  <a:gd name="connsiteY873" fmla="*/ 309451 h 563255"/>
                  <a:gd name="connsiteX874" fmla="*/ 551060 w 596146"/>
                  <a:gd name="connsiteY874" fmla="*/ 309451 h 563255"/>
                  <a:gd name="connsiteX875" fmla="*/ 554762 w 596146"/>
                  <a:gd name="connsiteY875" fmla="*/ 307702 h 563255"/>
                  <a:gd name="connsiteX876" fmla="*/ 559541 w 596146"/>
                  <a:gd name="connsiteY876" fmla="*/ 307702 h 563255"/>
                  <a:gd name="connsiteX877" fmla="*/ 563445 w 596146"/>
                  <a:gd name="connsiteY877" fmla="*/ 306625 h 563255"/>
                  <a:gd name="connsiteX878" fmla="*/ 566070 w 596146"/>
                  <a:gd name="connsiteY878" fmla="*/ 305112 h 563255"/>
                  <a:gd name="connsiteX879" fmla="*/ 567383 w 596146"/>
                  <a:gd name="connsiteY879" fmla="*/ 301848 h 563255"/>
                  <a:gd name="connsiteX880" fmla="*/ 569335 w 596146"/>
                  <a:gd name="connsiteY880" fmla="*/ 296399 h 563255"/>
                  <a:gd name="connsiteX881" fmla="*/ 575628 w 596146"/>
                  <a:gd name="connsiteY881" fmla="*/ 293371 h 563255"/>
                  <a:gd name="connsiteX882" fmla="*/ 582729 w 596146"/>
                  <a:gd name="connsiteY882" fmla="*/ 286912 h 563255"/>
                  <a:gd name="connsiteX883" fmla="*/ 584479 w 596146"/>
                  <a:gd name="connsiteY883" fmla="*/ 283515 h 563255"/>
                  <a:gd name="connsiteX884" fmla="*/ 587441 w 596146"/>
                  <a:gd name="connsiteY884" fmla="*/ 280891 h 563255"/>
                  <a:gd name="connsiteX885" fmla="*/ 590066 w 596146"/>
                  <a:gd name="connsiteY885" fmla="*/ 277998 h 563255"/>
                  <a:gd name="connsiteX886" fmla="*/ 591883 w 596146"/>
                  <a:gd name="connsiteY886" fmla="*/ 274802 h 563255"/>
                  <a:gd name="connsiteX887" fmla="*/ 592018 w 596146"/>
                  <a:gd name="connsiteY887" fmla="*/ 273995 h 563255"/>
                  <a:gd name="connsiteX888" fmla="*/ 591951 w 596146"/>
                  <a:gd name="connsiteY888" fmla="*/ 272313 h 563255"/>
                  <a:gd name="connsiteX889" fmla="*/ 591580 w 596146"/>
                  <a:gd name="connsiteY889" fmla="*/ 269487 h 563255"/>
                  <a:gd name="connsiteX890" fmla="*/ 590705 w 596146"/>
                  <a:gd name="connsiteY890" fmla="*/ 267906 h 563255"/>
                  <a:gd name="connsiteX891" fmla="*/ 588686 w 596146"/>
                  <a:gd name="connsiteY891" fmla="*/ 267839 h 563255"/>
                  <a:gd name="connsiteX892" fmla="*/ 587104 w 596146"/>
                  <a:gd name="connsiteY892" fmla="*/ 269353 h 563255"/>
                  <a:gd name="connsiteX893" fmla="*/ 585085 w 596146"/>
                  <a:gd name="connsiteY893" fmla="*/ 271236 h 563255"/>
                  <a:gd name="connsiteX894" fmla="*/ 581820 w 596146"/>
                  <a:gd name="connsiteY894" fmla="*/ 271035 h 563255"/>
                  <a:gd name="connsiteX895" fmla="*/ 581619 w 596146"/>
                  <a:gd name="connsiteY895" fmla="*/ 269016 h 563255"/>
                  <a:gd name="connsiteX896" fmla="*/ 582763 w 596146"/>
                  <a:gd name="connsiteY896" fmla="*/ 267570 h 563255"/>
                  <a:gd name="connsiteX897" fmla="*/ 584513 w 596146"/>
                  <a:gd name="connsiteY897" fmla="*/ 265383 h 563255"/>
                  <a:gd name="connsiteX898" fmla="*/ 586532 w 596146"/>
                  <a:gd name="connsiteY898" fmla="*/ 263802 h 563255"/>
                  <a:gd name="connsiteX899" fmla="*/ 588720 w 596146"/>
                  <a:gd name="connsiteY899" fmla="*/ 261616 h 563255"/>
                  <a:gd name="connsiteX900" fmla="*/ 588720 w 596146"/>
                  <a:gd name="connsiteY900" fmla="*/ 259160 h 563255"/>
                  <a:gd name="connsiteX901" fmla="*/ 589157 w 596146"/>
                  <a:gd name="connsiteY901" fmla="*/ 256401 h 563255"/>
                  <a:gd name="connsiteX902" fmla="*/ 589595 w 596146"/>
                  <a:gd name="connsiteY902" fmla="*/ 254517 h 563255"/>
                  <a:gd name="connsiteX903" fmla="*/ 590470 w 596146"/>
                  <a:gd name="connsiteY903" fmla="*/ 251187 h 563255"/>
                  <a:gd name="connsiteX904" fmla="*/ 590470 w 596146"/>
                  <a:gd name="connsiteY904" fmla="*/ 248160 h 563255"/>
                  <a:gd name="connsiteX905" fmla="*/ 590672 w 596146"/>
                  <a:gd name="connsiteY905" fmla="*/ 246713 h 563255"/>
                  <a:gd name="connsiteX906" fmla="*/ 593196 w 596146"/>
                  <a:gd name="connsiteY906" fmla="*/ 245704 h 563255"/>
                  <a:gd name="connsiteX907" fmla="*/ 596090 w 596146"/>
                  <a:gd name="connsiteY907" fmla="*/ 243955 h 563255"/>
                  <a:gd name="connsiteX908" fmla="*/ 595888 w 596146"/>
                  <a:gd name="connsiteY908" fmla="*/ 241734 h 56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Lst>
                <a:rect l="l" t="t" r="r" b="b"/>
                <a:pathLst>
                  <a:path w="596146" h="563255">
                    <a:moveTo>
                      <a:pt x="595888" y="241734"/>
                    </a:moveTo>
                    <a:lnTo>
                      <a:pt x="594003" y="238101"/>
                    </a:lnTo>
                    <a:lnTo>
                      <a:pt x="590672" y="233762"/>
                    </a:lnTo>
                    <a:lnTo>
                      <a:pt x="586330" y="228413"/>
                    </a:lnTo>
                    <a:lnTo>
                      <a:pt x="585186" y="228110"/>
                    </a:lnTo>
                    <a:cubicBezTo>
                      <a:pt x="585186" y="228110"/>
                      <a:pt x="583301" y="228245"/>
                      <a:pt x="582729" y="228245"/>
                    </a:cubicBezTo>
                    <a:cubicBezTo>
                      <a:pt x="582157" y="228245"/>
                      <a:pt x="579263" y="226933"/>
                      <a:pt x="579263" y="226933"/>
                    </a:cubicBezTo>
                    <a:lnTo>
                      <a:pt x="578119" y="226798"/>
                    </a:lnTo>
                    <a:lnTo>
                      <a:pt x="578119" y="223468"/>
                    </a:lnTo>
                    <a:lnTo>
                      <a:pt x="576301" y="220878"/>
                    </a:lnTo>
                    <a:lnTo>
                      <a:pt x="573777" y="218994"/>
                    </a:lnTo>
                    <a:lnTo>
                      <a:pt x="571455" y="215966"/>
                    </a:lnTo>
                    <a:lnTo>
                      <a:pt x="570142" y="212199"/>
                    </a:lnTo>
                    <a:lnTo>
                      <a:pt x="569267" y="208431"/>
                    </a:lnTo>
                    <a:lnTo>
                      <a:pt x="566373" y="202780"/>
                    </a:lnTo>
                    <a:cubicBezTo>
                      <a:pt x="566373" y="202780"/>
                      <a:pt x="563176" y="197868"/>
                      <a:pt x="563041" y="197263"/>
                    </a:cubicBezTo>
                    <a:cubicBezTo>
                      <a:pt x="562907" y="196691"/>
                      <a:pt x="562469" y="195514"/>
                      <a:pt x="561897" y="194942"/>
                    </a:cubicBezTo>
                    <a:cubicBezTo>
                      <a:pt x="561325" y="194370"/>
                      <a:pt x="562032" y="192923"/>
                      <a:pt x="561897" y="192486"/>
                    </a:cubicBezTo>
                    <a:cubicBezTo>
                      <a:pt x="561762" y="192049"/>
                      <a:pt x="561594" y="190299"/>
                      <a:pt x="561156" y="189862"/>
                    </a:cubicBezTo>
                    <a:cubicBezTo>
                      <a:pt x="560719" y="189425"/>
                      <a:pt x="559710" y="186094"/>
                      <a:pt x="559710" y="186094"/>
                    </a:cubicBezTo>
                    <a:lnTo>
                      <a:pt x="558128" y="184211"/>
                    </a:lnTo>
                    <a:cubicBezTo>
                      <a:pt x="558128" y="184211"/>
                      <a:pt x="555234" y="184211"/>
                      <a:pt x="554661" y="184211"/>
                    </a:cubicBezTo>
                    <a:cubicBezTo>
                      <a:pt x="554089" y="184211"/>
                      <a:pt x="552911" y="184413"/>
                      <a:pt x="550455" y="184413"/>
                    </a:cubicBezTo>
                    <a:cubicBezTo>
                      <a:pt x="547998" y="184413"/>
                      <a:pt x="546820" y="183908"/>
                      <a:pt x="545541" y="183908"/>
                    </a:cubicBezTo>
                    <a:cubicBezTo>
                      <a:pt x="544262" y="183908"/>
                      <a:pt x="544094" y="183033"/>
                      <a:pt x="543959" y="182024"/>
                    </a:cubicBezTo>
                    <a:cubicBezTo>
                      <a:pt x="543825" y="181015"/>
                      <a:pt x="543959" y="179871"/>
                      <a:pt x="543959" y="179871"/>
                    </a:cubicBezTo>
                    <a:lnTo>
                      <a:pt x="544666" y="177987"/>
                    </a:lnTo>
                    <a:lnTo>
                      <a:pt x="546551" y="174354"/>
                    </a:lnTo>
                    <a:lnTo>
                      <a:pt x="548435" y="171024"/>
                    </a:lnTo>
                    <a:lnTo>
                      <a:pt x="548873" y="168266"/>
                    </a:lnTo>
                    <a:lnTo>
                      <a:pt x="546853" y="164801"/>
                    </a:lnTo>
                    <a:lnTo>
                      <a:pt x="543387" y="163051"/>
                    </a:lnTo>
                    <a:lnTo>
                      <a:pt x="541502" y="161908"/>
                    </a:lnTo>
                    <a:lnTo>
                      <a:pt x="538036" y="161605"/>
                    </a:lnTo>
                    <a:lnTo>
                      <a:pt x="536892" y="158712"/>
                    </a:lnTo>
                    <a:lnTo>
                      <a:pt x="538541" y="156021"/>
                    </a:lnTo>
                    <a:lnTo>
                      <a:pt x="541435" y="153498"/>
                    </a:lnTo>
                    <a:lnTo>
                      <a:pt x="545272" y="150975"/>
                    </a:lnTo>
                    <a:lnTo>
                      <a:pt x="547224" y="147712"/>
                    </a:lnTo>
                    <a:lnTo>
                      <a:pt x="548637" y="143339"/>
                    </a:lnTo>
                    <a:cubicBezTo>
                      <a:pt x="548637" y="143339"/>
                      <a:pt x="549613" y="141858"/>
                      <a:pt x="549613" y="141757"/>
                    </a:cubicBezTo>
                    <a:cubicBezTo>
                      <a:pt x="549613" y="141657"/>
                      <a:pt x="550320" y="140378"/>
                      <a:pt x="550421" y="140345"/>
                    </a:cubicBezTo>
                    <a:cubicBezTo>
                      <a:pt x="550522" y="140311"/>
                      <a:pt x="551935" y="138091"/>
                      <a:pt x="552104" y="137822"/>
                    </a:cubicBezTo>
                    <a:cubicBezTo>
                      <a:pt x="552305" y="137519"/>
                      <a:pt x="552911" y="136745"/>
                      <a:pt x="553046" y="136510"/>
                    </a:cubicBezTo>
                    <a:cubicBezTo>
                      <a:pt x="553180" y="136274"/>
                      <a:pt x="553484" y="135400"/>
                      <a:pt x="553484" y="135400"/>
                    </a:cubicBezTo>
                    <a:lnTo>
                      <a:pt x="553080" y="134088"/>
                    </a:lnTo>
                    <a:cubicBezTo>
                      <a:pt x="553080" y="134088"/>
                      <a:pt x="551599" y="132944"/>
                      <a:pt x="551161" y="132910"/>
                    </a:cubicBezTo>
                    <a:cubicBezTo>
                      <a:pt x="550724" y="132877"/>
                      <a:pt x="549781" y="132473"/>
                      <a:pt x="549512" y="132473"/>
                    </a:cubicBezTo>
                    <a:cubicBezTo>
                      <a:pt x="549277" y="132473"/>
                      <a:pt x="547055" y="133146"/>
                      <a:pt x="547055" y="133146"/>
                    </a:cubicBezTo>
                    <a:cubicBezTo>
                      <a:pt x="547055" y="133146"/>
                      <a:pt x="546584" y="133583"/>
                      <a:pt x="546349" y="133684"/>
                    </a:cubicBezTo>
                    <a:cubicBezTo>
                      <a:pt x="546147" y="133785"/>
                      <a:pt x="545675" y="134189"/>
                      <a:pt x="545440" y="134323"/>
                    </a:cubicBezTo>
                    <a:cubicBezTo>
                      <a:pt x="545204" y="134458"/>
                      <a:pt x="544127" y="134895"/>
                      <a:pt x="543488" y="135164"/>
                    </a:cubicBezTo>
                    <a:cubicBezTo>
                      <a:pt x="542849" y="135433"/>
                      <a:pt x="542209" y="135534"/>
                      <a:pt x="541132" y="135702"/>
                    </a:cubicBezTo>
                    <a:cubicBezTo>
                      <a:pt x="540055" y="135904"/>
                      <a:pt x="539988" y="134895"/>
                      <a:pt x="539988" y="134895"/>
                    </a:cubicBezTo>
                    <a:lnTo>
                      <a:pt x="538541" y="133785"/>
                    </a:lnTo>
                    <a:lnTo>
                      <a:pt x="537094" y="133146"/>
                    </a:lnTo>
                    <a:cubicBezTo>
                      <a:pt x="537094" y="133146"/>
                      <a:pt x="535748" y="131935"/>
                      <a:pt x="535613" y="131935"/>
                    </a:cubicBezTo>
                    <a:cubicBezTo>
                      <a:pt x="535478" y="131935"/>
                      <a:pt x="534469" y="131531"/>
                      <a:pt x="534368" y="131430"/>
                    </a:cubicBezTo>
                    <a:cubicBezTo>
                      <a:pt x="534300" y="131329"/>
                      <a:pt x="532921" y="129479"/>
                      <a:pt x="532921" y="129479"/>
                    </a:cubicBezTo>
                    <a:lnTo>
                      <a:pt x="532921" y="127662"/>
                    </a:lnTo>
                    <a:lnTo>
                      <a:pt x="533459" y="125207"/>
                    </a:lnTo>
                    <a:lnTo>
                      <a:pt x="534536" y="124130"/>
                    </a:lnTo>
                    <a:lnTo>
                      <a:pt x="534805" y="121876"/>
                    </a:lnTo>
                    <a:lnTo>
                      <a:pt x="533459" y="119892"/>
                    </a:lnTo>
                    <a:lnTo>
                      <a:pt x="532617" y="118916"/>
                    </a:lnTo>
                    <a:cubicBezTo>
                      <a:pt x="532617" y="118916"/>
                      <a:pt x="531507" y="117739"/>
                      <a:pt x="531171" y="117604"/>
                    </a:cubicBezTo>
                    <a:cubicBezTo>
                      <a:pt x="530800" y="117470"/>
                      <a:pt x="530430" y="117604"/>
                      <a:pt x="530228" y="117604"/>
                    </a:cubicBezTo>
                    <a:cubicBezTo>
                      <a:pt x="530026" y="117604"/>
                      <a:pt x="528646" y="118176"/>
                      <a:pt x="528142" y="118243"/>
                    </a:cubicBezTo>
                    <a:cubicBezTo>
                      <a:pt x="527637" y="118311"/>
                      <a:pt x="526627" y="118311"/>
                      <a:pt x="525315" y="118311"/>
                    </a:cubicBezTo>
                    <a:cubicBezTo>
                      <a:pt x="524002" y="118311"/>
                      <a:pt x="522487" y="116494"/>
                      <a:pt x="522690" y="116292"/>
                    </a:cubicBezTo>
                    <a:cubicBezTo>
                      <a:pt x="522891" y="116090"/>
                      <a:pt x="522690" y="114274"/>
                      <a:pt x="522690" y="114274"/>
                    </a:cubicBezTo>
                    <a:lnTo>
                      <a:pt x="522252" y="111953"/>
                    </a:lnTo>
                    <a:lnTo>
                      <a:pt x="519358" y="108622"/>
                    </a:lnTo>
                    <a:lnTo>
                      <a:pt x="518651" y="105528"/>
                    </a:lnTo>
                    <a:cubicBezTo>
                      <a:pt x="518651" y="105528"/>
                      <a:pt x="515117" y="101625"/>
                      <a:pt x="515185" y="101121"/>
                    </a:cubicBezTo>
                    <a:cubicBezTo>
                      <a:pt x="515252" y="100616"/>
                      <a:pt x="516430" y="99102"/>
                      <a:pt x="516766" y="98531"/>
                    </a:cubicBezTo>
                    <a:cubicBezTo>
                      <a:pt x="517136" y="97959"/>
                      <a:pt x="519391" y="93014"/>
                      <a:pt x="519391" y="93014"/>
                    </a:cubicBezTo>
                    <a:lnTo>
                      <a:pt x="518684" y="91130"/>
                    </a:lnTo>
                    <a:cubicBezTo>
                      <a:pt x="518684" y="91130"/>
                      <a:pt x="516598" y="88001"/>
                      <a:pt x="516160" y="87429"/>
                    </a:cubicBezTo>
                    <a:cubicBezTo>
                      <a:pt x="515723" y="86858"/>
                      <a:pt x="513333" y="86353"/>
                      <a:pt x="513333" y="86353"/>
                    </a:cubicBezTo>
                    <a:cubicBezTo>
                      <a:pt x="513333" y="86353"/>
                      <a:pt x="511146" y="87732"/>
                      <a:pt x="510372" y="87799"/>
                    </a:cubicBezTo>
                    <a:cubicBezTo>
                      <a:pt x="509564" y="87867"/>
                      <a:pt x="507680" y="88472"/>
                      <a:pt x="506367" y="88371"/>
                    </a:cubicBezTo>
                    <a:cubicBezTo>
                      <a:pt x="505055" y="88304"/>
                      <a:pt x="503102" y="85176"/>
                      <a:pt x="502598" y="84604"/>
                    </a:cubicBezTo>
                    <a:cubicBezTo>
                      <a:pt x="502093" y="84032"/>
                      <a:pt x="502362" y="82518"/>
                      <a:pt x="502362" y="82081"/>
                    </a:cubicBezTo>
                    <a:cubicBezTo>
                      <a:pt x="502362" y="81643"/>
                      <a:pt x="503002" y="78750"/>
                      <a:pt x="503002" y="78750"/>
                    </a:cubicBezTo>
                    <a:lnTo>
                      <a:pt x="503809" y="77237"/>
                    </a:lnTo>
                    <a:lnTo>
                      <a:pt x="503372" y="75656"/>
                    </a:lnTo>
                    <a:lnTo>
                      <a:pt x="503372" y="72191"/>
                    </a:lnTo>
                    <a:cubicBezTo>
                      <a:pt x="503372" y="72191"/>
                      <a:pt x="502429" y="70240"/>
                      <a:pt x="502160" y="70240"/>
                    </a:cubicBezTo>
                    <a:cubicBezTo>
                      <a:pt x="501891" y="70240"/>
                      <a:pt x="498525" y="69735"/>
                      <a:pt x="498525" y="69735"/>
                    </a:cubicBezTo>
                    <a:lnTo>
                      <a:pt x="494117" y="70172"/>
                    </a:lnTo>
                    <a:lnTo>
                      <a:pt x="491492" y="69365"/>
                    </a:lnTo>
                    <a:cubicBezTo>
                      <a:pt x="491492" y="69365"/>
                      <a:pt x="489102" y="65160"/>
                      <a:pt x="488968" y="64790"/>
                    </a:cubicBezTo>
                    <a:cubicBezTo>
                      <a:pt x="488833" y="64420"/>
                      <a:pt x="489035" y="61392"/>
                      <a:pt x="489035" y="61392"/>
                    </a:cubicBezTo>
                    <a:cubicBezTo>
                      <a:pt x="489035" y="61392"/>
                      <a:pt x="489540" y="56481"/>
                      <a:pt x="489540" y="56111"/>
                    </a:cubicBezTo>
                    <a:cubicBezTo>
                      <a:pt x="489540" y="55741"/>
                      <a:pt x="490112" y="51839"/>
                      <a:pt x="490112" y="51839"/>
                    </a:cubicBezTo>
                    <a:lnTo>
                      <a:pt x="490549" y="49955"/>
                    </a:lnTo>
                    <a:lnTo>
                      <a:pt x="491997" y="44808"/>
                    </a:lnTo>
                    <a:cubicBezTo>
                      <a:pt x="491997" y="44808"/>
                      <a:pt x="492568" y="43227"/>
                      <a:pt x="492636" y="42992"/>
                    </a:cubicBezTo>
                    <a:cubicBezTo>
                      <a:pt x="492703" y="42756"/>
                      <a:pt x="493343" y="40166"/>
                      <a:pt x="493343" y="40166"/>
                    </a:cubicBezTo>
                    <a:cubicBezTo>
                      <a:pt x="493343" y="40166"/>
                      <a:pt x="495093" y="39157"/>
                      <a:pt x="495362" y="38787"/>
                    </a:cubicBezTo>
                    <a:cubicBezTo>
                      <a:pt x="495665" y="38417"/>
                      <a:pt x="497751" y="37037"/>
                      <a:pt x="497751" y="37037"/>
                    </a:cubicBezTo>
                    <a:lnTo>
                      <a:pt x="499131" y="34649"/>
                    </a:lnTo>
                    <a:lnTo>
                      <a:pt x="497886" y="31621"/>
                    </a:lnTo>
                    <a:lnTo>
                      <a:pt x="495362" y="28358"/>
                    </a:lnTo>
                    <a:lnTo>
                      <a:pt x="492905" y="28056"/>
                    </a:lnTo>
                    <a:lnTo>
                      <a:pt x="489338" y="28796"/>
                    </a:lnTo>
                    <a:lnTo>
                      <a:pt x="485501" y="31117"/>
                    </a:lnTo>
                    <a:lnTo>
                      <a:pt x="483213" y="32328"/>
                    </a:lnTo>
                    <a:cubicBezTo>
                      <a:pt x="483213" y="32328"/>
                      <a:pt x="482338" y="33572"/>
                      <a:pt x="482068" y="33673"/>
                    </a:cubicBezTo>
                    <a:cubicBezTo>
                      <a:pt x="481799" y="33774"/>
                      <a:pt x="479174" y="36499"/>
                      <a:pt x="479174" y="36499"/>
                    </a:cubicBezTo>
                    <a:cubicBezTo>
                      <a:pt x="479174" y="36499"/>
                      <a:pt x="477491" y="38517"/>
                      <a:pt x="477458" y="38719"/>
                    </a:cubicBezTo>
                    <a:cubicBezTo>
                      <a:pt x="477391" y="38921"/>
                      <a:pt x="474732" y="41040"/>
                      <a:pt x="474732" y="41040"/>
                    </a:cubicBezTo>
                    <a:lnTo>
                      <a:pt x="471299" y="42992"/>
                    </a:lnTo>
                    <a:cubicBezTo>
                      <a:pt x="471299" y="42992"/>
                      <a:pt x="469953" y="43362"/>
                      <a:pt x="469616" y="43631"/>
                    </a:cubicBezTo>
                    <a:cubicBezTo>
                      <a:pt x="469280" y="43900"/>
                      <a:pt x="469280" y="44606"/>
                      <a:pt x="469246" y="44943"/>
                    </a:cubicBezTo>
                    <a:cubicBezTo>
                      <a:pt x="469179" y="45279"/>
                      <a:pt x="470155" y="46389"/>
                      <a:pt x="470660" y="46726"/>
                    </a:cubicBezTo>
                    <a:cubicBezTo>
                      <a:pt x="471164" y="47062"/>
                      <a:pt x="471299" y="48071"/>
                      <a:pt x="471299" y="48071"/>
                    </a:cubicBezTo>
                    <a:lnTo>
                      <a:pt x="470861" y="49753"/>
                    </a:lnTo>
                    <a:cubicBezTo>
                      <a:pt x="470861" y="49753"/>
                      <a:pt x="469280" y="51267"/>
                      <a:pt x="469111" y="51334"/>
                    </a:cubicBezTo>
                    <a:cubicBezTo>
                      <a:pt x="468943" y="51401"/>
                      <a:pt x="468304" y="53252"/>
                      <a:pt x="468304" y="53622"/>
                    </a:cubicBezTo>
                    <a:cubicBezTo>
                      <a:pt x="468304" y="53992"/>
                      <a:pt x="467530" y="55741"/>
                      <a:pt x="467530" y="56010"/>
                    </a:cubicBezTo>
                    <a:cubicBezTo>
                      <a:pt x="467530" y="56279"/>
                      <a:pt x="466991" y="57793"/>
                      <a:pt x="466991" y="57793"/>
                    </a:cubicBezTo>
                    <a:cubicBezTo>
                      <a:pt x="466991" y="57793"/>
                      <a:pt x="465578" y="59980"/>
                      <a:pt x="465510" y="60181"/>
                    </a:cubicBezTo>
                    <a:cubicBezTo>
                      <a:pt x="465477" y="60417"/>
                      <a:pt x="464265" y="62637"/>
                      <a:pt x="464265" y="62637"/>
                    </a:cubicBezTo>
                    <a:cubicBezTo>
                      <a:pt x="464265" y="62637"/>
                      <a:pt x="463390" y="66808"/>
                      <a:pt x="462515" y="67145"/>
                    </a:cubicBezTo>
                    <a:cubicBezTo>
                      <a:pt x="461640" y="67481"/>
                      <a:pt x="460462" y="67044"/>
                      <a:pt x="458813" y="66707"/>
                    </a:cubicBezTo>
                    <a:cubicBezTo>
                      <a:pt x="457198" y="66371"/>
                      <a:pt x="457198" y="67044"/>
                      <a:pt x="456087" y="66506"/>
                    </a:cubicBezTo>
                    <a:cubicBezTo>
                      <a:pt x="455010" y="65967"/>
                      <a:pt x="454774" y="66506"/>
                      <a:pt x="454337" y="66169"/>
                    </a:cubicBezTo>
                    <a:cubicBezTo>
                      <a:pt x="453899" y="65833"/>
                      <a:pt x="451948" y="62906"/>
                      <a:pt x="451948" y="62906"/>
                    </a:cubicBezTo>
                    <a:lnTo>
                      <a:pt x="453159" y="61931"/>
                    </a:lnTo>
                    <a:lnTo>
                      <a:pt x="453799" y="59105"/>
                    </a:lnTo>
                    <a:lnTo>
                      <a:pt x="453159" y="55842"/>
                    </a:lnTo>
                    <a:cubicBezTo>
                      <a:pt x="453159" y="55842"/>
                      <a:pt x="451948" y="54967"/>
                      <a:pt x="451544" y="54429"/>
                    </a:cubicBezTo>
                    <a:cubicBezTo>
                      <a:pt x="451106" y="53891"/>
                      <a:pt x="451005" y="52242"/>
                      <a:pt x="451005" y="51603"/>
                    </a:cubicBezTo>
                    <a:cubicBezTo>
                      <a:pt x="451005" y="50964"/>
                      <a:pt x="451645" y="50089"/>
                      <a:pt x="451645" y="50089"/>
                    </a:cubicBezTo>
                    <a:lnTo>
                      <a:pt x="453159" y="46490"/>
                    </a:lnTo>
                    <a:cubicBezTo>
                      <a:pt x="453159" y="46490"/>
                      <a:pt x="452520" y="43664"/>
                      <a:pt x="452385" y="43328"/>
                    </a:cubicBezTo>
                    <a:cubicBezTo>
                      <a:pt x="452284" y="42992"/>
                      <a:pt x="450770" y="41040"/>
                      <a:pt x="450770" y="41040"/>
                    </a:cubicBezTo>
                    <a:lnTo>
                      <a:pt x="447943" y="41242"/>
                    </a:lnTo>
                    <a:lnTo>
                      <a:pt x="445015" y="38753"/>
                    </a:lnTo>
                    <a:lnTo>
                      <a:pt x="442827" y="35591"/>
                    </a:lnTo>
                    <a:lnTo>
                      <a:pt x="442188" y="33539"/>
                    </a:lnTo>
                    <a:lnTo>
                      <a:pt x="440875" y="29738"/>
                    </a:lnTo>
                    <a:lnTo>
                      <a:pt x="439260" y="29637"/>
                    </a:lnTo>
                    <a:cubicBezTo>
                      <a:pt x="439260" y="29637"/>
                      <a:pt x="434683" y="28997"/>
                      <a:pt x="434380" y="28762"/>
                    </a:cubicBezTo>
                    <a:cubicBezTo>
                      <a:pt x="434043" y="28526"/>
                      <a:pt x="433404" y="27349"/>
                      <a:pt x="433404" y="27349"/>
                    </a:cubicBezTo>
                    <a:lnTo>
                      <a:pt x="432865" y="26071"/>
                    </a:lnTo>
                    <a:lnTo>
                      <a:pt x="431890" y="26071"/>
                    </a:lnTo>
                    <a:lnTo>
                      <a:pt x="429399" y="25802"/>
                    </a:lnTo>
                    <a:lnTo>
                      <a:pt x="426909" y="24321"/>
                    </a:lnTo>
                    <a:lnTo>
                      <a:pt x="424418" y="22135"/>
                    </a:lnTo>
                    <a:lnTo>
                      <a:pt x="422130" y="21361"/>
                    </a:lnTo>
                    <a:lnTo>
                      <a:pt x="418865" y="22337"/>
                    </a:lnTo>
                    <a:lnTo>
                      <a:pt x="415029" y="20789"/>
                    </a:lnTo>
                    <a:lnTo>
                      <a:pt x="413245" y="20352"/>
                    </a:lnTo>
                    <a:cubicBezTo>
                      <a:pt x="413245" y="20352"/>
                      <a:pt x="409307" y="18065"/>
                      <a:pt x="409173" y="17997"/>
                    </a:cubicBezTo>
                    <a:cubicBezTo>
                      <a:pt x="409072" y="17930"/>
                      <a:pt x="407591" y="16551"/>
                      <a:pt x="407153" y="16181"/>
                    </a:cubicBezTo>
                    <a:cubicBezTo>
                      <a:pt x="406716" y="15811"/>
                      <a:pt x="406211" y="16113"/>
                      <a:pt x="405740" y="15945"/>
                    </a:cubicBezTo>
                    <a:cubicBezTo>
                      <a:pt x="405269" y="15811"/>
                      <a:pt x="403620" y="15777"/>
                      <a:pt x="403350" y="15710"/>
                    </a:cubicBezTo>
                    <a:cubicBezTo>
                      <a:pt x="403115" y="15643"/>
                      <a:pt x="402172" y="14431"/>
                      <a:pt x="402139" y="14331"/>
                    </a:cubicBezTo>
                    <a:cubicBezTo>
                      <a:pt x="402105" y="14230"/>
                      <a:pt x="402475" y="12985"/>
                      <a:pt x="402475" y="12985"/>
                    </a:cubicBezTo>
                    <a:lnTo>
                      <a:pt x="402475" y="11404"/>
                    </a:lnTo>
                    <a:cubicBezTo>
                      <a:pt x="402475" y="11404"/>
                      <a:pt x="400018" y="9890"/>
                      <a:pt x="399918" y="9789"/>
                    </a:cubicBezTo>
                    <a:cubicBezTo>
                      <a:pt x="399817" y="9688"/>
                      <a:pt x="397965" y="7737"/>
                      <a:pt x="397965" y="7737"/>
                    </a:cubicBezTo>
                    <a:lnTo>
                      <a:pt x="397225" y="6089"/>
                    </a:lnTo>
                    <a:lnTo>
                      <a:pt x="397225" y="4541"/>
                    </a:lnTo>
                    <a:lnTo>
                      <a:pt x="396316" y="2355"/>
                    </a:lnTo>
                    <a:lnTo>
                      <a:pt x="394634" y="0"/>
                    </a:lnTo>
                    <a:lnTo>
                      <a:pt x="391840" y="0"/>
                    </a:lnTo>
                    <a:lnTo>
                      <a:pt x="389821" y="807"/>
                    </a:lnTo>
                    <a:lnTo>
                      <a:pt x="388475" y="2288"/>
                    </a:lnTo>
                    <a:cubicBezTo>
                      <a:pt x="388475" y="2288"/>
                      <a:pt x="389148" y="3633"/>
                      <a:pt x="389215" y="3734"/>
                    </a:cubicBezTo>
                    <a:cubicBezTo>
                      <a:pt x="389283" y="3835"/>
                      <a:pt x="389788" y="6257"/>
                      <a:pt x="389788" y="6257"/>
                    </a:cubicBezTo>
                    <a:lnTo>
                      <a:pt x="389518" y="8982"/>
                    </a:lnTo>
                    <a:cubicBezTo>
                      <a:pt x="389518" y="8982"/>
                      <a:pt x="387264" y="9688"/>
                      <a:pt x="386927" y="9688"/>
                    </a:cubicBezTo>
                    <a:cubicBezTo>
                      <a:pt x="386590" y="9688"/>
                      <a:pt x="384302" y="11875"/>
                      <a:pt x="384302" y="11875"/>
                    </a:cubicBezTo>
                    <a:lnTo>
                      <a:pt x="383864" y="12951"/>
                    </a:lnTo>
                    <a:cubicBezTo>
                      <a:pt x="383864" y="12951"/>
                      <a:pt x="384672" y="14835"/>
                      <a:pt x="384807" y="15037"/>
                    </a:cubicBezTo>
                    <a:cubicBezTo>
                      <a:pt x="384941" y="15272"/>
                      <a:pt x="385682" y="17224"/>
                      <a:pt x="385682" y="17224"/>
                    </a:cubicBezTo>
                    <a:lnTo>
                      <a:pt x="385985" y="20857"/>
                    </a:lnTo>
                    <a:lnTo>
                      <a:pt x="386422" y="23615"/>
                    </a:lnTo>
                    <a:lnTo>
                      <a:pt x="389518" y="25566"/>
                    </a:lnTo>
                    <a:lnTo>
                      <a:pt x="387835" y="29334"/>
                    </a:lnTo>
                    <a:lnTo>
                      <a:pt x="383191" y="31083"/>
                    </a:lnTo>
                    <a:lnTo>
                      <a:pt x="383057" y="33976"/>
                    </a:lnTo>
                    <a:lnTo>
                      <a:pt x="383258" y="39123"/>
                    </a:lnTo>
                    <a:lnTo>
                      <a:pt x="383258" y="41747"/>
                    </a:lnTo>
                    <a:lnTo>
                      <a:pt x="383258" y="44337"/>
                    </a:lnTo>
                    <a:cubicBezTo>
                      <a:pt x="383258" y="44337"/>
                      <a:pt x="383258" y="47802"/>
                      <a:pt x="383258" y="48105"/>
                    </a:cubicBezTo>
                    <a:cubicBezTo>
                      <a:pt x="383258" y="48407"/>
                      <a:pt x="383528" y="51872"/>
                      <a:pt x="383595" y="52512"/>
                    </a:cubicBezTo>
                    <a:cubicBezTo>
                      <a:pt x="383662" y="53151"/>
                      <a:pt x="382182" y="55842"/>
                      <a:pt x="382182" y="55842"/>
                    </a:cubicBezTo>
                    <a:cubicBezTo>
                      <a:pt x="382182" y="55842"/>
                      <a:pt x="381104" y="57591"/>
                      <a:pt x="380869" y="57625"/>
                    </a:cubicBezTo>
                    <a:cubicBezTo>
                      <a:pt x="380667" y="57658"/>
                      <a:pt x="379422" y="59105"/>
                      <a:pt x="378917" y="59239"/>
                    </a:cubicBezTo>
                    <a:cubicBezTo>
                      <a:pt x="378412" y="59374"/>
                      <a:pt x="375787" y="60181"/>
                      <a:pt x="375787" y="60181"/>
                    </a:cubicBezTo>
                    <a:cubicBezTo>
                      <a:pt x="375787" y="60181"/>
                      <a:pt x="374710" y="58230"/>
                      <a:pt x="374475" y="58163"/>
                    </a:cubicBezTo>
                    <a:cubicBezTo>
                      <a:pt x="374273" y="58096"/>
                      <a:pt x="370133" y="57524"/>
                      <a:pt x="369898" y="57658"/>
                    </a:cubicBezTo>
                    <a:cubicBezTo>
                      <a:pt x="369662" y="57793"/>
                      <a:pt x="368148" y="57658"/>
                      <a:pt x="368148" y="57658"/>
                    </a:cubicBezTo>
                    <a:lnTo>
                      <a:pt x="362056" y="59038"/>
                    </a:lnTo>
                    <a:lnTo>
                      <a:pt x="357647" y="60854"/>
                    </a:lnTo>
                    <a:lnTo>
                      <a:pt x="351926" y="63478"/>
                    </a:lnTo>
                    <a:cubicBezTo>
                      <a:pt x="351926" y="63478"/>
                      <a:pt x="351926" y="64790"/>
                      <a:pt x="351926" y="65059"/>
                    </a:cubicBezTo>
                    <a:cubicBezTo>
                      <a:pt x="351926" y="65362"/>
                      <a:pt x="350008" y="67448"/>
                      <a:pt x="349570" y="68019"/>
                    </a:cubicBezTo>
                    <a:cubicBezTo>
                      <a:pt x="349133" y="68591"/>
                      <a:pt x="348224" y="71282"/>
                      <a:pt x="347282" y="71989"/>
                    </a:cubicBezTo>
                    <a:cubicBezTo>
                      <a:pt x="346339" y="72729"/>
                      <a:pt x="346710" y="73873"/>
                      <a:pt x="346777" y="74310"/>
                    </a:cubicBezTo>
                    <a:cubicBezTo>
                      <a:pt x="346844" y="74747"/>
                      <a:pt x="347417" y="75487"/>
                      <a:pt x="347652" y="75824"/>
                    </a:cubicBezTo>
                    <a:cubicBezTo>
                      <a:pt x="347854" y="76194"/>
                      <a:pt x="349099" y="77708"/>
                      <a:pt x="349099" y="77708"/>
                    </a:cubicBezTo>
                    <a:lnTo>
                      <a:pt x="349671" y="79087"/>
                    </a:lnTo>
                    <a:lnTo>
                      <a:pt x="352128" y="81610"/>
                    </a:lnTo>
                    <a:lnTo>
                      <a:pt x="353138" y="82754"/>
                    </a:lnTo>
                    <a:cubicBezTo>
                      <a:pt x="353138" y="82754"/>
                      <a:pt x="352633" y="85949"/>
                      <a:pt x="352263" y="86286"/>
                    </a:cubicBezTo>
                    <a:cubicBezTo>
                      <a:pt x="351893" y="86656"/>
                      <a:pt x="348998" y="86286"/>
                      <a:pt x="348998" y="86286"/>
                    </a:cubicBezTo>
                    <a:lnTo>
                      <a:pt x="346609" y="86588"/>
                    </a:lnTo>
                    <a:cubicBezTo>
                      <a:pt x="346609" y="86588"/>
                      <a:pt x="345532" y="87968"/>
                      <a:pt x="345296" y="88170"/>
                    </a:cubicBezTo>
                    <a:cubicBezTo>
                      <a:pt x="345094" y="88405"/>
                      <a:pt x="344354" y="90928"/>
                      <a:pt x="344354" y="90928"/>
                    </a:cubicBezTo>
                    <a:lnTo>
                      <a:pt x="342402" y="91735"/>
                    </a:lnTo>
                    <a:lnTo>
                      <a:pt x="340585" y="92105"/>
                    </a:lnTo>
                    <a:cubicBezTo>
                      <a:pt x="340585" y="92105"/>
                      <a:pt x="338700" y="92105"/>
                      <a:pt x="338128" y="92105"/>
                    </a:cubicBezTo>
                    <a:cubicBezTo>
                      <a:pt x="337556" y="92105"/>
                      <a:pt x="336815" y="91836"/>
                      <a:pt x="335806" y="91836"/>
                    </a:cubicBezTo>
                    <a:cubicBezTo>
                      <a:pt x="334796" y="91836"/>
                      <a:pt x="333719" y="91365"/>
                      <a:pt x="332979" y="91433"/>
                    </a:cubicBezTo>
                    <a:cubicBezTo>
                      <a:pt x="332238" y="91500"/>
                      <a:pt x="329411" y="91433"/>
                      <a:pt x="329209" y="91500"/>
                    </a:cubicBezTo>
                    <a:cubicBezTo>
                      <a:pt x="329007" y="91567"/>
                      <a:pt x="327762" y="92307"/>
                      <a:pt x="327560" y="92307"/>
                    </a:cubicBezTo>
                    <a:cubicBezTo>
                      <a:pt x="327325" y="92307"/>
                      <a:pt x="326382" y="93182"/>
                      <a:pt x="325911" y="93316"/>
                    </a:cubicBezTo>
                    <a:cubicBezTo>
                      <a:pt x="325440" y="93451"/>
                      <a:pt x="325104" y="94763"/>
                      <a:pt x="325104" y="94763"/>
                    </a:cubicBezTo>
                    <a:cubicBezTo>
                      <a:pt x="325104" y="94763"/>
                      <a:pt x="325608" y="96209"/>
                      <a:pt x="325810" y="96445"/>
                    </a:cubicBezTo>
                    <a:cubicBezTo>
                      <a:pt x="326012" y="96647"/>
                      <a:pt x="325810" y="99136"/>
                      <a:pt x="325810" y="99405"/>
                    </a:cubicBezTo>
                    <a:cubicBezTo>
                      <a:pt x="325810" y="99708"/>
                      <a:pt x="325003" y="100112"/>
                      <a:pt x="323791" y="100213"/>
                    </a:cubicBezTo>
                    <a:cubicBezTo>
                      <a:pt x="322546" y="100280"/>
                      <a:pt x="322209" y="100347"/>
                      <a:pt x="321906" y="100347"/>
                    </a:cubicBezTo>
                    <a:cubicBezTo>
                      <a:pt x="321603" y="100347"/>
                      <a:pt x="319584" y="99472"/>
                      <a:pt x="319012" y="99170"/>
                    </a:cubicBezTo>
                    <a:cubicBezTo>
                      <a:pt x="318440" y="98867"/>
                      <a:pt x="319382" y="97790"/>
                      <a:pt x="319517" y="97353"/>
                    </a:cubicBezTo>
                    <a:cubicBezTo>
                      <a:pt x="319652" y="96916"/>
                      <a:pt x="320022" y="96209"/>
                      <a:pt x="320022" y="96209"/>
                    </a:cubicBezTo>
                    <a:lnTo>
                      <a:pt x="317329" y="93249"/>
                    </a:lnTo>
                    <a:lnTo>
                      <a:pt x="315949" y="92105"/>
                    </a:lnTo>
                    <a:lnTo>
                      <a:pt x="313122" y="92038"/>
                    </a:lnTo>
                    <a:lnTo>
                      <a:pt x="310363" y="92475"/>
                    </a:lnTo>
                    <a:lnTo>
                      <a:pt x="306391" y="93552"/>
                    </a:lnTo>
                    <a:lnTo>
                      <a:pt x="305752" y="93047"/>
                    </a:lnTo>
                    <a:lnTo>
                      <a:pt x="302555" y="91870"/>
                    </a:lnTo>
                    <a:lnTo>
                      <a:pt x="300805" y="90995"/>
                    </a:lnTo>
                    <a:cubicBezTo>
                      <a:pt x="300805" y="90995"/>
                      <a:pt x="298415" y="89616"/>
                      <a:pt x="298213" y="89616"/>
                    </a:cubicBezTo>
                    <a:cubicBezTo>
                      <a:pt x="298011" y="89616"/>
                      <a:pt x="297339" y="89751"/>
                      <a:pt x="297035" y="89919"/>
                    </a:cubicBezTo>
                    <a:cubicBezTo>
                      <a:pt x="296733" y="90053"/>
                      <a:pt x="294848" y="90491"/>
                      <a:pt x="294276" y="90793"/>
                    </a:cubicBezTo>
                    <a:cubicBezTo>
                      <a:pt x="293704" y="91096"/>
                      <a:pt x="292391" y="90861"/>
                      <a:pt x="292391" y="90861"/>
                    </a:cubicBezTo>
                    <a:lnTo>
                      <a:pt x="288487" y="89212"/>
                    </a:lnTo>
                    <a:cubicBezTo>
                      <a:pt x="288487" y="89212"/>
                      <a:pt x="287343" y="88708"/>
                      <a:pt x="287175" y="88640"/>
                    </a:cubicBezTo>
                    <a:cubicBezTo>
                      <a:pt x="287040" y="88573"/>
                      <a:pt x="286670" y="88640"/>
                      <a:pt x="286670" y="88640"/>
                    </a:cubicBezTo>
                    <a:cubicBezTo>
                      <a:pt x="286670" y="88640"/>
                      <a:pt x="283641" y="88640"/>
                      <a:pt x="283406" y="88640"/>
                    </a:cubicBezTo>
                    <a:cubicBezTo>
                      <a:pt x="283170" y="88640"/>
                      <a:pt x="282026" y="88910"/>
                      <a:pt x="282026" y="88910"/>
                    </a:cubicBezTo>
                    <a:cubicBezTo>
                      <a:pt x="282026" y="88910"/>
                      <a:pt x="280713" y="90020"/>
                      <a:pt x="280511" y="90121"/>
                    </a:cubicBezTo>
                    <a:cubicBezTo>
                      <a:pt x="280309" y="90188"/>
                      <a:pt x="278862" y="91298"/>
                      <a:pt x="278862" y="91298"/>
                    </a:cubicBezTo>
                    <a:cubicBezTo>
                      <a:pt x="278862" y="91298"/>
                      <a:pt x="278862" y="92677"/>
                      <a:pt x="278862" y="92946"/>
                    </a:cubicBezTo>
                    <a:cubicBezTo>
                      <a:pt x="278862" y="93249"/>
                      <a:pt x="280141" y="94258"/>
                      <a:pt x="280141" y="94763"/>
                    </a:cubicBezTo>
                    <a:cubicBezTo>
                      <a:pt x="280141" y="95267"/>
                      <a:pt x="282295" y="95638"/>
                      <a:pt x="282497" y="95705"/>
                    </a:cubicBezTo>
                    <a:cubicBezTo>
                      <a:pt x="282698" y="95772"/>
                      <a:pt x="284449" y="95940"/>
                      <a:pt x="285055" y="95940"/>
                    </a:cubicBezTo>
                    <a:cubicBezTo>
                      <a:pt x="285626" y="95940"/>
                      <a:pt x="287377" y="95873"/>
                      <a:pt x="287377" y="95873"/>
                    </a:cubicBezTo>
                    <a:lnTo>
                      <a:pt x="289329" y="94797"/>
                    </a:lnTo>
                    <a:lnTo>
                      <a:pt x="289329" y="98261"/>
                    </a:lnTo>
                    <a:lnTo>
                      <a:pt x="289329" y="101524"/>
                    </a:lnTo>
                    <a:lnTo>
                      <a:pt x="286064" y="103778"/>
                    </a:lnTo>
                    <a:cubicBezTo>
                      <a:pt x="286064" y="103778"/>
                      <a:pt x="284112" y="107815"/>
                      <a:pt x="284112" y="108118"/>
                    </a:cubicBezTo>
                    <a:cubicBezTo>
                      <a:pt x="284112" y="108421"/>
                      <a:pt x="281790" y="109699"/>
                      <a:pt x="280478" y="109867"/>
                    </a:cubicBezTo>
                    <a:cubicBezTo>
                      <a:pt x="279165" y="110002"/>
                      <a:pt x="276338" y="108992"/>
                      <a:pt x="276338" y="108992"/>
                    </a:cubicBezTo>
                    <a:lnTo>
                      <a:pt x="272198" y="108051"/>
                    </a:lnTo>
                    <a:lnTo>
                      <a:pt x="267554" y="107613"/>
                    </a:lnTo>
                    <a:lnTo>
                      <a:pt x="262977" y="107546"/>
                    </a:lnTo>
                    <a:cubicBezTo>
                      <a:pt x="262977" y="107546"/>
                      <a:pt x="259073" y="106974"/>
                      <a:pt x="258770" y="107243"/>
                    </a:cubicBezTo>
                    <a:cubicBezTo>
                      <a:pt x="258501" y="107546"/>
                      <a:pt x="256078" y="107243"/>
                      <a:pt x="256078" y="107243"/>
                    </a:cubicBezTo>
                    <a:lnTo>
                      <a:pt x="251064" y="107546"/>
                    </a:lnTo>
                    <a:lnTo>
                      <a:pt x="249313" y="108421"/>
                    </a:lnTo>
                    <a:lnTo>
                      <a:pt x="247631" y="111011"/>
                    </a:lnTo>
                    <a:cubicBezTo>
                      <a:pt x="247631" y="111011"/>
                      <a:pt x="246251" y="113265"/>
                      <a:pt x="246116" y="113534"/>
                    </a:cubicBezTo>
                    <a:cubicBezTo>
                      <a:pt x="245982" y="113837"/>
                      <a:pt x="244501" y="116360"/>
                      <a:pt x="244501" y="116360"/>
                    </a:cubicBezTo>
                    <a:lnTo>
                      <a:pt x="243996" y="122583"/>
                    </a:lnTo>
                    <a:cubicBezTo>
                      <a:pt x="243996" y="122583"/>
                      <a:pt x="243996" y="124332"/>
                      <a:pt x="243996" y="124601"/>
                    </a:cubicBezTo>
                    <a:cubicBezTo>
                      <a:pt x="243996" y="124904"/>
                      <a:pt x="242246" y="127360"/>
                      <a:pt x="242044" y="127999"/>
                    </a:cubicBezTo>
                    <a:cubicBezTo>
                      <a:pt x="241809" y="128638"/>
                      <a:pt x="239890" y="130017"/>
                      <a:pt x="239520" y="130387"/>
                    </a:cubicBezTo>
                    <a:cubicBezTo>
                      <a:pt x="239150" y="130757"/>
                      <a:pt x="237938" y="130387"/>
                      <a:pt x="237938" y="130387"/>
                    </a:cubicBezTo>
                    <a:lnTo>
                      <a:pt x="234472" y="130387"/>
                    </a:lnTo>
                    <a:lnTo>
                      <a:pt x="232520" y="130993"/>
                    </a:lnTo>
                    <a:lnTo>
                      <a:pt x="231645" y="133415"/>
                    </a:lnTo>
                    <a:lnTo>
                      <a:pt x="232082" y="135938"/>
                    </a:lnTo>
                    <a:cubicBezTo>
                      <a:pt x="232082" y="135938"/>
                      <a:pt x="229626" y="139840"/>
                      <a:pt x="229322" y="140008"/>
                    </a:cubicBezTo>
                    <a:cubicBezTo>
                      <a:pt x="229020" y="140143"/>
                      <a:pt x="226563" y="140210"/>
                      <a:pt x="225755" y="140075"/>
                    </a:cubicBezTo>
                    <a:cubicBezTo>
                      <a:pt x="224948" y="139941"/>
                      <a:pt x="223736" y="138999"/>
                      <a:pt x="223736" y="138999"/>
                    </a:cubicBezTo>
                    <a:lnTo>
                      <a:pt x="223164" y="136476"/>
                    </a:lnTo>
                    <a:lnTo>
                      <a:pt x="223164" y="133953"/>
                    </a:lnTo>
                    <a:cubicBezTo>
                      <a:pt x="223164" y="133953"/>
                      <a:pt x="220942" y="131800"/>
                      <a:pt x="220673" y="131800"/>
                    </a:cubicBezTo>
                    <a:cubicBezTo>
                      <a:pt x="220371" y="131800"/>
                      <a:pt x="219125" y="132305"/>
                      <a:pt x="219125" y="132305"/>
                    </a:cubicBezTo>
                    <a:lnTo>
                      <a:pt x="216870" y="135198"/>
                    </a:lnTo>
                    <a:lnTo>
                      <a:pt x="213606" y="137586"/>
                    </a:lnTo>
                    <a:cubicBezTo>
                      <a:pt x="213606" y="137586"/>
                      <a:pt x="210779" y="137082"/>
                      <a:pt x="210543" y="137149"/>
                    </a:cubicBezTo>
                    <a:cubicBezTo>
                      <a:pt x="210341" y="137216"/>
                      <a:pt x="204822" y="137653"/>
                      <a:pt x="204822" y="137653"/>
                    </a:cubicBezTo>
                    <a:lnTo>
                      <a:pt x="200817" y="140109"/>
                    </a:lnTo>
                    <a:lnTo>
                      <a:pt x="199000" y="142935"/>
                    </a:lnTo>
                    <a:lnTo>
                      <a:pt x="195971" y="146265"/>
                    </a:lnTo>
                    <a:lnTo>
                      <a:pt x="193211" y="150975"/>
                    </a:lnTo>
                    <a:lnTo>
                      <a:pt x="191629" y="153363"/>
                    </a:lnTo>
                    <a:lnTo>
                      <a:pt x="189004" y="156122"/>
                    </a:lnTo>
                    <a:lnTo>
                      <a:pt x="184158" y="160898"/>
                    </a:lnTo>
                    <a:lnTo>
                      <a:pt x="180759" y="164868"/>
                    </a:lnTo>
                    <a:lnTo>
                      <a:pt x="178807" y="167559"/>
                    </a:lnTo>
                    <a:cubicBezTo>
                      <a:pt x="178807" y="167559"/>
                      <a:pt x="175542" y="167929"/>
                      <a:pt x="175240" y="167929"/>
                    </a:cubicBezTo>
                    <a:cubicBezTo>
                      <a:pt x="174970" y="167929"/>
                      <a:pt x="173557" y="167795"/>
                      <a:pt x="173557" y="167795"/>
                    </a:cubicBezTo>
                    <a:lnTo>
                      <a:pt x="171369" y="165911"/>
                    </a:lnTo>
                    <a:lnTo>
                      <a:pt x="169114" y="165171"/>
                    </a:lnTo>
                    <a:lnTo>
                      <a:pt x="168307" y="165238"/>
                    </a:lnTo>
                    <a:lnTo>
                      <a:pt x="166792" y="167189"/>
                    </a:lnTo>
                    <a:lnTo>
                      <a:pt x="164470" y="167626"/>
                    </a:lnTo>
                    <a:lnTo>
                      <a:pt x="163090" y="166886"/>
                    </a:lnTo>
                    <a:lnTo>
                      <a:pt x="161273" y="166886"/>
                    </a:lnTo>
                    <a:lnTo>
                      <a:pt x="159960" y="168299"/>
                    </a:lnTo>
                    <a:lnTo>
                      <a:pt x="158311" y="169880"/>
                    </a:lnTo>
                    <a:lnTo>
                      <a:pt x="155181" y="172134"/>
                    </a:lnTo>
                    <a:lnTo>
                      <a:pt x="150840" y="172874"/>
                    </a:lnTo>
                    <a:lnTo>
                      <a:pt x="148383" y="173244"/>
                    </a:lnTo>
                    <a:lnTo>
                      <a:pt x="146801" y="175935"/>
                    </a:lnTo>
                    <a:lnTo>
                      <a:pt x="145489" y="177685"/>
                    </a:lnTo>
                    <a:cubicBezTo>
                      <a:pt x="145489" y="177685"/>
                      <a:pt x="144681" y="179266"/>
                      <a:pt x="144614" y="179703"/>
                    </a:cubicBezTo>
                    <a:cubicBezTo>
                      <a:pt x="144547" y="180140"/>
                      <a:pt x="143806" y="180510"/>
                      <a:pt x="143672" y="180948"/>
                    </a:cubicBezTo>
                    <a:cubicBezTo>
                      <a:pt x="143537" y="181385"/>
                      <a:pt x="142157" y="182024"/>
                      <a:pt x="141854" y="182024"/>
                    </a:cubicBezTo>
                    <a:cubicBezTo>
                      <a:pt x="141551" y="182024"/>
                      <a:pt x="139667" y="182831"/>
                      <a:pt x="139330" y="182966"/>
                    </a:cubicBezTo>
                    <a:cubicBezTo>
                      <a:pt x="138960" y="183101"/>
                      <a:pt x="137446" y="182831"/>
                      <a:pt x="137446" y="182831"/>
                    </a:cubicBezTo>
                    <a:lnTo>
                      <a:pt x="135763" y="182764"/>
                    </a:lnTo>
                    <a:lnTo>
                      <a:pt x="132869" y="184211"/>
                    </a:lnTo>
                    <a:cubicBezTo>
                      <a:pt x="132869" y="184211"/>
                      <a:pt x="132296" y="184783"/>
                      <a:pt x="132061" y="185018"/>
                    </a:cubicBezTo>
                    <a:cubicBezTo>
                      <a:pt x="131859" y="185253"/>
                      <a:pt x="131051" y="186767"/>
                      <a:pt x="131085" y="187339"/>
                    </a:cubicBezTo>
                    <a:cubicBezTo>
                      <a:pt x="131119" y="187911"/>
                      <a:pt x="130378" y="189088"/>
                      <a:pt x="130378" y="189088"/>
                    </a:cubicBezTo>
                    <a:lnTo>
                      <a:pt x="131051" y="192217"/>
                    </a:lnTo>
                    <a:cubicBezTo>
                      <a:pt x="131051" y="192217"/>
                      <a:pt x="131119" y="195850"/>
                      <a:pt x="131051" y="196926"/>
                    </a:cubicBezTo>
                    <a:cubicBezTo>
                      <a:pt x="130984" y="198003"/>
                      <a:pt x="130479" y="200829"/>
                      <a:pt x="130378" y="201131"/>
                    </a:cubicBezTo>
                    <a:cubicBezTo>
                      <a:pt x="130311" y="201434"/>
                      <a:pt x="128493" y="203150"/>
                      <a:pt x="128224" y="203520"/>
                    </a:cubicBezTo>
                    <a:cubicBezTo>
                      <a:pt x="127921" y="203890"/>
                      <a:pt x="127080" y="203722"/>
                      <a:pt x="125969" y="203823"/>
                    </a:cubicBezTo>
                    <a:cubicBezTo>
                      <a:pt x="124892" y="203890"/>
                      <a:pt x="123815" y="203183"/>
                      <a:pt x="123815" y="203183"/>
                    </a:cubicBezTo>
                    <a:cubicBezTo>
                      <a:pt x="123815" y="203183"/>
                      <a:pt x="120753" y="201804"/>
                      <a:pt x="120484" y="201804"/>
                    </a:cubicBezTo>
                    <a:cubicBezTo>
                      <a:pt x="120181" y="201804"/>
                      <a:pt x="117287" y="203486"/>
                      <a:pt x="117287" y="203486"/>
                    </a:cubicBezTo>
                    <a:lnTo>
                      <a:pt x="115974" y="207321"/>
                    </a:lnTo>
                    <a:cubicBezTo>
                      <a:pt x="115974" y="207321"/>
                      <a:pt x="114224" y="208835"/>
                      <a:pt x="114022" y="208902"/>
                    </a:cubicBezTo>
                    <a:cubicBezTo>
                      <a:pt x="113820" y="208969"/>
                      <a:pt x="112878" y="210483"/>
                      <a:pt x="112642" y="210719"/>
                    </a:cubicBezTo>
                    <a:cubicBezTo>
                      <a:pt x="112406" y="210921"/>
                      <a:pt x="110623" y="212468"/>
                      <a:pt x="109950" y="212973"/>
                    </a:cubicBezTo>
                    <a:cubicBezTo>
                      <a:pt x="109310" y="213477"/>
                      <a:pt x="108502" y="214722"/>
                      <a:pt x="108334" y="214991"/>
                    </a:cubicBezTo>
                    <a:cubicBezTo>
                      <a:pt x="108166" y="215294"/>
                      <a:pt x="107998" y="216438"/>
                      <a:pt x="107863" y="216942"/>
                    </a:cubicBezTo>
                    <a:cubicBezTo>
                      <a:pt x="107728" y="217447"/>
                      <a:pt x="107728" y="219129"/>
                      <a:pt x="107661" y="220071"/>
                    </a:cubicBezTo>
                    <a:cubicBezTo>
                      <a:pt x="107594" y="221012"/>
                      <a:pt x="108099" y="222762"/>
                      <a:pt x="108233" y="223468"/>
                    </a:cubicBezTo>
                    <a:cubicBezTo>
                      <a:pt x="108368" y="224175"/>
                      <a:pt x="108368" y="225352"/>
                      <a:pt x="108233" y="225655"/>
                    </a:cubicBezTo>
                    <a:cubicBezTo>
                      <a:pt x="108099" y="225957"/>
                      <a:pt x="106652" y="227236"/>
                      <a:pt x="106147" y="227471"/>
                    </a:cubicBezTo>
                    <a:cubicBezTo>
                      <a:pt x="105642" y="227707"/>
                      <a:pt x="104901" y="228480"/>
                      <a:pt x="104699" y="228783"/>
                    </a:cubicBezTo>
                    <a:cubicBezTo>
                      <a:pt x="104464" y="229086"/>
                      <a:pt x="103555" y="230465"/>
                      <a:pt x="103555" y="230465"/>
                    </a:cubicBezTo>
                    <a:cubicBezTo>
                      <a:pt x="103555" y="230465"/>
                      <a:pt x="106147" y="233728"/>
                      <a:pt x="106147" y="234031"/>
                    </a:cubicBezTo>
                    <a:cubicBezTo>
                      <a:pt x="106147" y="234300"/>
                      <a:pt x="105844" y="236722"/>
                      <a:pt x="105844" y="237126"/>
                    </a:cubicBezTo>
                    <a:cubicBezTo>
                      <a:pt x="105844" y="237563"/>
                      <a:pt x="103825" y="239817"/>
                      <a:pt x="103522" y="240019"/>
                    </a:cubicBezTo>
                    <a:cubicBezTo>
                      <a:pt x="103219" y="240221"/>
                      <a:pt x="98810" y="239783"/>
                      <a:pt x="98608" y="239783"/>
                    </a:cubicBezTo>
                    <a:cubicBezTo>
                      <a:pt x="98373" y="239783"/>
                      <a:pt x="96151" y="237462"/>
                      <a:pt x="96151" y="237462"/>
                    </a:cubicBezTo>
                    <a:lnTo>
                      <a:pt x="96151" y="234065"/>
                    </a:lnTo>
                    <a:lnTo>
                      <a:pt x="94401" y="228783"/>
                    </a:lnTo>
                    <a:lnTo>
                      <a:pt x="94401" y="225318"/>
                    </a:lnTo>
                    <a:lnTo>
                      <a:pt x="94401" y="223872"/>
                    </a:lnTo>
                    <a:lnTo>
                      <a:pt x="94233" y="221046"/>
                    </a:lnTo>
                    <a:lnTo>
                      <a:pt x="93896" y="216774"/>
                    </a:lnTo>
                    <a:lnTo>
                      <a:pt x="89050" y="211492"/>
                    </a:lnTo>
                    <a:lnTo>
                      <a:pt x="83127" y="204596"/>
                    </a:lnTo>
                    <a:cubicBezTo>
                      <a:pt x="83127" y="204596"/>
                      <a:pt x="79997" y="201131"/>
                      <a:pt x="80233" y="200896"/>
                    </a:cubicBezTo>
                    <a:cubicBezTo>
                      <a:pt x="80435" y="200694"/>
                      <a:pt x="80233" y="199382"/>
                      <a:pt x="80233" y="199382"/>
                    </a:cubicBezTo>
                    <a:lnTo>
                      <a:pt x="77170" y="197936"/>
                    </a:lnTo>
                    <a:lnTo>
                      <a:pt x="75151" y="195110"/>
                    </a:lnTo>
                    <a:lnTo>
                      <a:pt x="74781" y="190400"/>
                    </a:lnTo>
                    <a:lnTo>
                      <a:pt x="75420" y="188449"/>
                    </a:lnTo>
                    <a:lnTo>
                      <a:pt x="76867" y="186565"/>
                    </a:lnTo>
                    <a:lnTo>
                      <a:pt x="77136" y="184110"/>
                    </a:lnTo>
                    <a:lnTo>
                      <a:pt x="75185" y="182663"/>
                    </a:lnTo>
                    <a:lnTo>
                      <a:pt x="70675" y="182226"/>
                    </a:lnTo>
                    <a:lnTo>
                      <a:pt x="66266" y="182798"/>
                    </a:lnTo>
                    <a:cubicBezTo>
                      <a:pt x="66266" y="182798"/>
                      <a:pt x="63877" y="182932"/>
                      <a:pt x="63574" y="182932"/>
                    </a:cubicBezTo>
                    <a:cubicBezTo>
                      <a:pt x="63271" y="182932"/>
                      <a:pt x="62934" y="183134"/>
                      <a:pt x="62934" y="183134"/>
                    </a:cubicBezTo>
                    <a:lnTo>
                      <a:pt x="61857" y="183269"/>
                    </a:lnTo>
                    <a:lnTo>
                      <a:pt x="60713" y="184648"/>
                    </a:lnTo>
                    <a:lnTo>
                      <a:pt x="59636" y="183572"/>
                    </a:lnTo>
                    <a:lnTo>
                      <a:pt x="59636" y="180880"/>
                    </a:lnTo>
                    <a:lnTo>
                      <a:pt x="58525" y="179501"/>
                    </a:lnTo>
                    <a:lnTo>
                      <a:pt x="55968" y="179636"/>
                    </a:lnTo>
                    <a:lnTo>
                      <a:pt x="53780" y="178458"/>
                    </a:lnTo>
                    <a:lnTo>
                      <a:pt x="54083" y="176945"/>
                    </a:lnTo>
                    <a:lnTo>
                      <a:pt x="54352" y="175935"/>
                    </a:lnTo>
                    <a:lnTo>
                      <a:pt x="53545" y="174052"/>
                    </a:lnTo>
                    <a:lnTo>
                      <a:pt x="51593" y="171461"/>
                    </a:lnTo>
                    <a:lnTo>
                      <a:pt x="49708" y="167122"/>
                    </a:lnTo>
                    <a:lnTo>
                      <a:pt x="48463" y="164935"/>
                    </a:lnTo>
                    <a:lnTo>
                      <a:pt x="46376" y="164061"/>
                    </a:lnTo>
                    <a:lnTo>
                      <a:pt x="45198" y="163758"/>
                    </a:lnTo>
                    <a:lnTo>
                      <a:pt x="44761" y="166146"/>
                    </a:lnTo>
                    <a:lnTo>
                      <a:pt x="42237" y="167895"/>
                    </a:lnTo>
                    <a:lnTo>
                      <a:pt x="42237" y="169275"/>
                    </a:lnTo>
                    <a:cubicBezTo>
                      <a:pt x="42237" y="169275"/>
                      <a:pt x="41362" y="170788"/>
                      <a:pt x="41093" y="170889"/>
                    </a:cubicBezTo>
                    <a:cubicBezTo>
                      <a:pt x="40823" y="170957"/>
                      <a:pt x="39645" y="172269"/>
                      <a:pt x="39645" y="172269"/>
                    </a:cubicBezTo>
                    <a:lnTo>
                      <a:pt x="37121" y="172269"/>
                    </a:lnTo>
                    <a:lnTo>
                      <a:pt x="35169" y="172908"/>
                    </a:lnTo>
                    <a:lnTo>
                      <a:pt x="34328" y="174152"/>
                    </a:lnTo>
                    <a:lnTo>
                      <a:pt x="34429" y="175734"/>
                    </a:lnTo>
                    <a:lnTo>
                      <a:pt x="32679" y="175734"/>
                    </a:lnTo>
                    <a:lnTo>
                      <a:pt x="30659" y="175734"/>
                    </a:lnTo>
                    <a:lnTo>
                      <a:pt x="29515" y="178593"/>
                    </a:lnTo>
                    <a:lnTo>
                      <a:pt x="28674" y="181250"/>
                    </a:lnTo>
                    <a:lnTo>
                      <a:pt x="27462" y="182663"/>
                    </a:lnTo>
                    <a:lnTo>
                      <a:pt x="25847" y="184076"/>
                    </a:lnTo>
                    <a:lnTo>
                      <a:pt x="25308" y="186027"/>
                    </a:lnTo>
                    <a:lnTo>
                      <a:pt x="24669" y="187877"/>
                    </a:lnTo>
                    <a:cubicBezTo>
                      <a:pt x="24669" y="187877"/>
                      <a:pt x="24904" y="189728"/>
                      <a:pt x="25645" y="190602"/>
                    </a:cubicBezTo>
                    <a:cubicBezTo>
                      <a:pt x="26419" y="191477"/>
                      <a:pt x="27496" y="191914"/>
                      <a:pt x="27496" y="191914"/>
                    </a:cubicBezTo>
                    <a:lnTo>
                      <a:pt x="29246" y="192553"/>
                    </a:lnTo>
                    <a:lnTo>
                      <a:pt x="32948" y="193529"/>
                    </a:lnTo>
                    <a:lnTo>
                      <a:pt x="32847" y="194706"/>
                    </a:lnTo>
                    <a:cubicBezTo>
                      <a:pt x="32847" y="194706"/>
                      <a:pt x="32645" y="195581"/>
                      <a:pt x="32645" y="196355"/>
                    </a:cubicBezTo>
                    <a:cubicBezTo>
                      <a:pt x="32645" y="197128"/>
                      <a:pt x="34496" y="198306"/>
                      <a:pt x="34496" y="198306"/>
                    </a:cubicBezTo>
                    <a:cubicBezTo>
                      <a:pt x="34496" y="198306"/>
                      <a:pt x="35472" y="198306"/>
                      <a:pt x="35910" y="198306"/>
                    </a:cubicBezTo>
                    <a:cubicBezTo>
                      <a:pt x="36347" y="198306"/>
                      <a:pt x="38501" y="199281"/>
                      <a:pt x="38501" y="199281"/>
                    </a:cubicBezTo>
                    <a:lnTo>
                      <a:pt x="40789" y="200492"/>
                    </a:lnTo>
                    <a:lnTo>
                      <a:pt x="39578" y="203318"/>
                    </a:lnTo>
                    <a:lnTo>
                      <a:pt x="37087" y="207994"/>
                    </a:lnTo>
                    <a:lnTo>
                      <a:pt x="35506" y="212603"/>
                    </a:lnTo>
                    <a:lnTo>
                      <a:pt x="33621" y="216572"/>
                    </a:lnTo>
                    <a:cubicBezTo>
                      <a:pt x="33621" y="216572"/>
                      <a:pt x="33621" y="219129"/>
                      <a:pt x="33621" y="219330"/>
                    </a:cubicBezTo>
                    <a:cubicBezTo>
                      <a:pt x="33621" y="219532"/>
                      <a:pt x="33688" y="223838"/>
                      <a:pt x="33688" y="224040"/>
                    </a:cubicBezTo>
                    <a:cubicBezTo>
                      <a:pt x="33688" y="224242"/>
                      <a:pt x="32679" y="226126"/>
                      <a:pt x="32679" y="226126"/>
                    </a:cubicBezTo>
                    <a:lnTo>
                      <a:pt x="31871" y="228716"/>
                    </a:lnTo>
                    <a:lnTo>
                      <a:pt x="31871" y="231272"/>
                    </a:lnTo>
                    <a:cubicBezTo>
                      <a:pt x="31871" y="231272"/>
                      <a:pt x="33621" y="233392"/>
                      <a:pt x="33722" y="233560"/>
                    </a:cubicBezTo>
                    <a:cubicBezTo>
                      <a:pt x="33823" y="233728"/>
                      <a:pt x="34362" y="237630"/>
                      <a:pt x="34362" y="237630"/>
                    </a:cubicBezTo>
                    <a:lnTo>
                      <a:pt x="34866" y="246208"/>
                    </a:lnTo>
                    <a:lnTo>
                      <a:pt x="36381" y="248126"/>
                    </a:lnTo>
                    <a:cubicBezTo>
                      <a:pt x="36381" y="248126"/>
                      <a:pt x="40083" y="251053"/>
                      <a:pt x="40789" y="251759"/>
                    </a:cubicBezTo>
                    <a:cubicBezTo>
                      <a:pt x="41496" y="252466"/>
                      <a:pt x="40419" y="254349"/>
                      <a:pt x="40419" y="254349"/>
                    </a:cubicBezTo>
                    <a:cubicBezTo>
                      <a:pt x="40419" y="254349"/>
                      <a:pt x="39275" y="256401"/>
                      <a:pt x="38838" y="256502"/>
                    </a:cubicBezTo>
                    <a:cubicBezTo>
                      <a:pt x="38400" y="256603"/>
                      <a:pt x="39174" y="260102"/>
                      <a:pt x="39174" y="260102"/>
                    </a:cubicBezTo>
                    <a:lnTo>
                      <a:pt x="44054" y="263466"/>
                    </a:lnTo>
                    <a:cubicBezTo>
                      <a:pt x="44054" y="263466"/>
                      <a:pt x="44054" y="267940"/>
                      <a:pt x="44054" y="268142"/>
                    </a:cubicBezTo>
                    <a:cubicBezTo>
                      <a:pt x="44054" y="268377"/>
                      <a:pt x="42977" y="271741"/>
                      <a:pt x="42977" y="271741"/>
                    </a:cubicBezTo>
                    <a:cubicBezTo>
                      <a:pt x="42977" y="271741"/>
                      <a:pt x="40756" y="275711"/>
                      <a:pt x="40655" y="275879"/>
                    </a:cubicBezTo>
                    <a:cubicBezTo>
                      <a:pt x="40554" y="276047"/>
                      <a:pt x="38871" y="279142"/>
                      <a:pt x="38871" y="279142"/>
                    </a:cubicBezTo>
                    <a:lnTo>
                      <a:pt x="38871" y="286105"/>
                    </a:lnTo>
                    <a:lnTo>
                      <a:pt x="38333" y="286475"/>
                    </a:lnTo>
                    <a:cubicBezTo>
                      <a:pt x="38568" y="287114"/>
                      <a:pt x="38131" y="288965"/>
                      <a:pt x="37996" y="289435"/>
                    </a:cubicBezTo>
                    <a:cubicBezTo>
                      <a:pt x="37861" y="290007"/>
                      <a:pt x="36112" y="291017"/>
                      <a:pt x="34664" y="291454"/>
                    </a:cubicBezTo>
                    <a:cubicBezTo>
                      <a:pt x="33217" y="291891"/>
                      <a:pt x="33083" y="291757"/>
                      <a:pt x="31905" y="292026"/>
                    </a:cubicBezTo>
                    <a:cubicBezTo>
                      <a:pt x="30727" y="292329"/>
                      <a:pt x="29448" y="293338"/>
                      <a:pt x="29010" y="294212"/>
                    </a:cubicBezTo>
                    <a:cubicBezTo>
                      <a:pt x="28573" y="295087"/>
                      <a:pt x="28438" y="298283"/>
                      <a:pt x="28438" y="298283"/>
                    </a:cubicBezTo>
                    <a:lnTo>
                      <a:pt x="28438" y="302050"/>
                    </a:lnTo>
                    <a:lnTo>
                      <a:pt x="26251" y="306121"/>
                    </a:lnTo>
                    <a:cubicBezTo>
                      <a:pt x="26251" y="306121"/>
                      <a:pt x="22179" y="310628"/>
                      <a:pt x="21606" y="310763"/>
                    </a:cubicBezTo>
                    <a:cubicBezTo>
                      <a:pt x="21034" y="310898"/>
                      <a:pt x="17534" y="312647"/>
                      <a:pt x="15818" y="312950"/>
                    </a:cubicBezTo>
                    <a:cubicBezTo>
                      <a:pt x="14068" y="313252"/>
                      <a:pt x="13361" y="314699"/>
                      <a:pt x="12924" y="314833"/>
                    </a:cubicBezTo>
                    <a:cubicBezTo>
                      <a:pt x="12486" y="314968"/>
                      <a:pt x="9592" y="317020"/>
                      <a:pt x="8851" y="317155"/>
                    </a:cubicBezTo>
                    <a:cubicBezTo>
                      <a:pt x="8145" y="317289"/>
                      <a:pt x="7404" y="319913"/>
                      <a:pt x="7404" y="320350"/>
                    </a:cubicBezTo>
                    <a:cubicBezTo>
                      <a:pt x="7404" y="320788"/>
                      <a:pt x="9154" y="321797"/>
                      <a:pt x="9154" y="321797"/>
                    </a:cubicBezTo>
                    <a:lnTo>
                      <a:pt x="13193" y="323815"/>
                    </a:lnTo>
                    <a:lnTo>
                      <a:pt x="12486" y="326136"/>
                    </a:lnTo>
                    <a:cubicBezTo>
                      <a:pt x="12486" y="326136"/>
                      <a:pt x="11174" y="328592"/>
                      <a:pt x="10736" y="328592"/>
                    </a:cubicBezTo>
                    <a:cubicBezTo>
                      <a:pt x="10298" y="328592"/>
                      <a:pt x="8548" y="330610"/>
                      <a:pt x="8548" y="330610"/>
                    </a:cubicBezTo>
                    <a:cubicBezTo>
                      <a:pt x="8548" y="330610"/>
                      <a:pt x="1750" y="337574"/>
                      <a:pt x="1313" y="337977"/>
                    </a:cubicBezTo>
                    <a:cubicBezTo>
                      <a:pt x="875" y="338415"/>
                      <a:pt x="0" y="343192"/>
                      <a:pt x="0" y="343192"/>
                    </a:cubicBezTo>
                    <a:lnTo>
                      <a:pt x="3332" y="346825"/>
                    </a:lnTo>
                    <a:cubicBezTo>
                      <a:pt x="3332" y="346825"/>
                      <a:pt x="8111" y="351164"/>
                      <a:pt x="8279" y="351602"/>
                    </a:cubicBezTo>
                    <a:cubicBezTo>
                      <a:pt x="8414" y="352039"/>
                      <a:pt x="13630" y="354797"/>
                      <a:pt x="15078" y="355638"/>
                    </a:cubicBezTo>
                    <a:cubicBezTo>
                      <a:pt x="16525" y="356479"/>
                      <a:pt x="19554" y="359271"/>
                      <a:pt x="19554" y="359271"/>
                    </a:cubicBezTo>
                    <a:lnTo>
                      <a:pt x="23020" y="360718"/>
                    </a:lnTo>
                    <a:lnTo>
                      <a:pt x="27496" y="359978"/>
                    </a:lnTo>
                    <a:lnTo>
                      <a:pt x="32140" y="359978"/>
                    </a:lnTo>
                    <a:lnTo>
                      <a:pt x="32578" y="364822"/>
                    </a:lnTo>
                    <a:cubicBezTo>
                      <a:pt x="32578" y="364822"/>
                      <a:pt x="35472" y="368960"/>
                      <a:pt x="35910" y="369801"/>
                    </a:cubicBezTo>
                    <a:cubicBezTo>
                      <a:pt x="36347" y="370675"/>
                      <a:pt x="37794" y="374275"/>
                      <a:pt x="37794" y="374275"/>
                    </a:cubicBezTo>
                    <a:cubicBezTo>
                      <a:pt x="37794" y="374275"/>
                      <a:pt x="39544" y="374847"/>
                      <a:pt x="40419" y="374847"/>
                    </a:cubicBezTo>
                    <a:cubicBezTo>
                      <a:pt x="41294" y="374847"/>
                      <a:pt x="46645" y="375553"/>
                      <a:pt x="46645" y="375553"/>
                    </a:cubicBezTo>
                    <a:lnTo>
                      <a:pt x="49708" y="375553"/>
                    </a:lnTo>
                    <a:lnTo>
                      <a:pt x="51020" y="374746"/>
                    </a:lnTo>
                    <a:cubicBezTo>
                      <a:pt x="51020" y="374746"/>
                      <a:pt x="54352" y="373501"/>
                      <a:pt x="55530" y="373366"/>
                    </a:cubicBezTo>
                    <a:cubicBezTo>
                      <a:pt x="56675" y="373232"/>
                      <a:pt x="60006" y="373366"/>
                      <a:pt x="60006" y="373366"/>
                    </a:cubicBezTo>
                    <a:cubicBezTo>
                      <a:pt x="60006" y="373366"/>
                      <a:pt x="63472" y="375553"/>
                      <a:pt x="64078" y="375688"/>
                    </a:cubicBezTo>
                    <a:cubicBezTo>
                      <a:pt x="64651" y="375822"/>
                      <a:pt x="68420" y="379892"/>
                      <a:pt x="68858" y="380195"/>
                    </a:cubicBezTo>
                    <a:cubicBezTo>
                      <a:pt x="69295" y="380498"/>
                      <a:pt x="71617" y="384400"/>
                      <a:pt x="71617" y="384400"/>
                    </a:cubicBezTo>
                    <a:lnTo>
                      <a:pt x="71920" y="388605"/>
                    </a:lnTo>
                    <a:cubicBezTo>
                      <a:pt x="71920" y="388605"/>
                      <a:pt x="71920" y="392507"/>
                      <a:pt x="71920" y="394559"/>
                    </a:cubicBezTo>
                    <a:cubicBezTo>
                      <a:pt x="71920" y="396578"/>
                      <a:pt x="71987" y="397890"/>
                      <a:pt x="72122" y="398462"/>
                    </a:cubicBezTo>
                    <a:cubicBezTo>
                      <a:pt x="72257" y="399033"/>
                      <a:pt x="73502" y="402364"/>
                      <a:pt x="73502" y="402364"/>
                    </a:cubicBezTo>
                    <a:cubicBezTo>
                      <a:pt x="73502" y="402364"/>
                      <a:pt x="79593" y="405694"/>
                      <a:pt x="80333" y="406131"/>
                    </a:cubicBezTo>
                    <a:cubicBezTo>
                      <a:pt x="81040" y="406569"/>
                      <a:pt x="84978" y="409462"/>
                      <a:pt x="84978" y="409462"/>
                    </a:cubicBezTo>
                    <a:lnTo>
                      <a:pt x="91945" y="412086"/>
                    </a:lnTo>
                    <a:lnTo>
                      <a:pt x="92079" y="412086"/>
                    </a:lnTo>
                    <a:lnTo>
                      <a:pt x="91945" y="417804"/>
                    </a:lnTo>
                    <a:lnTo>
                      <a:pt x="93695" y="421942"/>
                    </a:lnTo>
                    <a:lnTo>
                      <a:pt x="97026" y="425272"/>
                    </a:lnTo>
                    <a:lnTo>
                      <a:pt x="99786" y="428603"/>
                    </a:lnTo>
                    <a:lnTo>
                      <a:pt x="99786" y="431361"/>
                    </a:lnTo>
                    <a:lnTo>
                      <a:pt x="102142" y="429040"/>
                    </a:lnTo>
                    <a:lnTo>
                      <a:pt x="104363" y="428367"/>
                    </a:lnTo>
                    <a:lnTo>
                      <a:pt x="107695" y="424700"/>
                    </a:lnTo>
                    <a:lnTo>
                      <a:pt x="111363" y="423187"/>
                    </a:lnTo>
                    <a:lnTo>
                      <a:pt x="114897" y="420529"/>
                    </a:lnTo>
                    <a:cubicBezTo>
                      <a:pt x="114897" y="420529"/>
                      <a:pt x="118498" y="416997"/>
                      <a:pt x="118801" y="416896"/>
                    </a:cubicBezTo>
                    <a:cubicBezTo>
                      <a:pt x="119137" y="416795"/>
                      <a:pt x="121190" y="414609"/>
                      <a:pt x="122234" y="413969"/>
                    </a:cubicBezTo>
                    <a:cubicBezTo>
                      <a:pt x="123277" y="413330"/>
                      <a:pt x="124455" y="412355"/>
                      <a:pt x="125094" y="412187"/>
                    </a:cubicBezTo>
                    <a:cubicBezTo>
                      <a:pt x="125733" y="412018"/>
                      <a:pt x="127181" y="411951"/>
                      <a:pt x="128359" y="411917"/>
                    </a:cubicBezTo>
                    <a:cubicBezTo>
                      <a:pt x="129536" y="411850"/>
                      <a:pt x="131960" y="411985"/>
                      <a:pt x="131960" y="411985"/>
                    </a:cubicBezTo>
                    <a:lnTo>
                      <a:pt x="134787" y="409697"/>
                    </a:lnTo>
                    <a:lnTo>
                      <a:pt x="136638" y="408116"/>
                    </a:lnTo>
                    <a:lnTo>
                      <a:pt x="140945" y="405728"/>
                    </a:lnTo>
                    <a:lnTo>
                      <a:pt x="144109" y="403541"/>
                    </a:lnTo>
                    <a:lnTo>
                      <a:pt x="147205" y="402296"/>
                    </a:lnTo>
                    <a:lnTo>
                      <a:pt x="150974" y="399033"/>
                    </a:lnTo>
                    <a:cubicBezTo>
                      <a:pt x="150974" y="399033"/>
                      <a:pt x="151849" y="394156"/>
                      <a:pt x="151849" y="393954"/>
                    </a:cubicBezTo>
                    <a:cubicBezTo>
                      <a:pt x="151849" y="393752"/>
                      <a:pt x="158513" y="388370"/>
                      <a:pt x="158513" y="388000"/>
                    </a:cubicBezTo>
                    <a:cubicBezTo>
                      <a:pt x="158513" y="387630"/>
                      <a:pt x="158648" y="384737"/>
                      <a:pt x="158513" y="384535"/>
                    </a:cubicBezTo>
                    <a:cubicBezTo>
                      <a:pt x="158379" y="384333"/>
                      <a:pt x="158210" y="383223"/>
                      <a:pt x="158210" y="383223"/>
                    </a:cubicBezTo>
                    <a:lnTo>
                      <a:pt x="157403" y="379691"/>
                    </a:lnTo>
                    <a:cubicBezTo>
                      <a:pt x="157403" y="379691"/>
                      <a:pt x="157537" y="377168"/>
                      <a:pt x="157705" y="376865"/>
                    </a:cubicBezTo>
                    <a:cubicBezTo>
                      <a:pt x="157840" y="376562"/>
                      <a:pt x="159590" y="373602"/>
                      <a:pt x="159590" y="373602"/>
                    </a:cubicBezTo>
                    <a:lnTo>
                      <a:pt x="161172" y="370843"/>
                    </a:lnTo>
                    <a:cubicBezTo>
                      <a:pt x="161172" y="370843"/>
                      <a:pt x="163191" y="369397"/>
                      <a:pt x="163932" y="369094"/>
                    </a:cubicBezTo>
                    <a:cubicBezTo>
                      <a:pt x="164638" y="368791"/>
                      <a:pt x="166254" y="370911"/>
                      <a:pt x="166456" y="370978"/>
                    </a:cubicBezTo>
                    <a:cubicBezTo>
                      <a:pt x="166658" y="371045"/>
                      <a:pt x="167398" y="375250"/>
                      <a:pt x="167398" y="375250"/>
                    </a:cubicBezTo>
                    <a:lnTo>
                      <a:pt x="170965" y="375452"/>
                    </a:lnTo>
                    <a:lnTo>
                      <a:pt x="171167" y="371920"/>
                    </a:lnTo>
                    <a:lnTo>
                      <a:pt x="171100" y="368455"/>
                    </a:lnTo>
                    <a:lnTo>
                      <a:pt x="171235" y="365932"/>
                    </a:lnTo>
                    <a:lnTo>
                      <a:pt x="170427" y="362904"/>
                    </a:lnTo>
                    <a:lnTo>
                      <a:pt x="171672" y="358834"/>
                    </a:lnTo>
                    <a:lnTo>
                      <a:pt x="173994" y="356008"/>
                    </a:lnTo>
                    <a:lnTo>
                      <a:pt x="177057" y="353485"/>
                    </a:lnTo>
                    <a:lnTo>
                      <a:pt x="180322" y="350290"/>
                    </a:lnTo>
                    <a:lnTo>
                      <a:pt x="185168" y="346455"/>
                    </a:lnTo>
                    <a:lnTo>
                      <a:pt x="188062" y="344705"/>
                    </a:lnTo>
                    <a:lnTo>
                      <a:pt x="189206" y="342081"/>
                    </a:lnTo>
                    <a:lnTo>
                      <a:pt x="190889" y="340063"/>
                    </a:lnTo>
                    <a:cubicBezTo>
                      <a:pt x="190889" y="340063"/>
                      <a:pt x="190956" y="337305"/>
                      <a:pt x="190620" y="337305"/>
                    </a:cubicBezTo>
                    <a:cubicBezTo>
                      <a:pt x="190283" y="337305"/>
                      <a:pt x="189374" y="336666"/>
                      <a:pt x="189105" y="336666"/>
                    </a:cubicBezTo>
                    <a:cubicBezTo>
                      <a:pt x="188803" y="336666"/>
                      <a:pt x="187153" y="334479"/>
                      <a:pt x="187153" y="334479"/>
                    </a:cubicBezTo>
                    <a:cubicBezTo>
                      <a:pt x="187153" y="334479"/>
                      <a:pt x="185403" y="331889"/>
                      <a:pt x="185403" y="331283"/>
                    </a:cubicBezTo>
                    <a:cubicBezTo>
                      <a:pt x="185403" y="330678"/>
                      <a:pt x="186649" y="329837"/>
                      <a:pt x="186649" y="329837"/>
                    </a:cubicBezTo>
                    <a:cubicBezTo>
                      <a:pt x="186649" y="329837"/>
                      <a:pt x="189475" y="327886"/>
                      <a:pt x="189913" y="327751"/>
                    </a:cubicBezTo>
                    <a:cubicBezTo>
                      <a:pt x="190351" y="327616"/>
                      <a:pt x="192606" y="325295"/>
                      <a:pt x="192740" y="324993"/>
                    </a:cubicBezTo>
                    <a:cubicBezTo>
                      <a:pt x="192875" y="324690"/>
                      <a:pt x="195264" y="322739"/>
                      <a:pt x="195264" y="322739"/>
                    </a:cubicBezTo>
                    <a:cubicBezTo>
                      <a:pt x="195264" y="322739"/>
                      <a:pt x="197317" y="320048"/>
                      <a:pt x="197519" y="319711"/>
                    </a:cubicBezTo>
                    <a:cubicBezTo>
                      <a:pt x="197721" y="319341"/>
                      <a:pt x="198663" y="318130"/>
                      <a:pt x="199168" y="317895"/>
                    </a:cubicBezTo>
                    <a:cubicBezTo>
                      <a:pt x="199673" y="317659"/>
                      <a:pt x="201052" y="316314"/>
                      <a:pt x="201052" y="316314"/>
                    </a:cubicBezTo>
                    <a:cubicBezTo>
                      <a:pt x="201052" y="316314"/>
                      <a:pt x="203947" y="315809"/>
                      <a:pt x="204889" y="315944"/>
                    </a:cubicBezTo>
                    <a:cubicBezTo>
                      <a:pt x="205832" y="316078"/>
                      <a:pt x="208087" y="316751"/>
                      <a:pt x="208356" y="316751"/>
                    </a:cubicBezTo>
                    <a:cubicBezTo>
                      <a:pt x="208625" y="316751"/>
                      <a:pt x="216702" y="315876"/>
                      <a:pt x="216702" y="315876"/>
                    </a:cubicBezTo>
                    <a:cubicBezTo>
                      <a:pt x="216702" y="315876"/>
                      <a:pt x="220841" y="315944"/>
                      <a:pt x="221111" y="315944"/>
                    </a:cubicBezTo>
                    <a:cubicBezTo>
                      <a:pt x="221414" y="315944"/>
                      <a:pt x="225755" y="315574"/>
                      <a:pt x="226193" y="315574"/>
                    </a:cubicBezTo>
                    <a:cubicBezTo>
                      <a:pt x="226630" y="315574"/>
                      <a:pt x="232654" y="314497"/>
                      <a:pt x="232654" y="314497"/>
                    </a:cubicBezTo>
                    <a:cubicBezTo>
                      <a:pt x="232654" y="314497"/>
                      <a:pt x="241068" y="314699"/>
                      <a:pt x="241337" y="314699"/>
                    </a:cubicBezTo>
                    <a:cubicBezTo>
                      <a:pt x="241640" y="314699"/>
                      <a:pt x="245780" y="313757"/>
                      <a:pt x="245780" y="313757"/>
                    </a:cubicBezTo>
                    <a:lnTo>
                      <a:pt x="248539" y="313051"/>
                    </a:lnTo>
                    <a:lnTo>
                      <a:pt x="249852" y="313051"/>
                    </a:lnTo>
                    <a:lnTo>
                      <a:pt x="252376" y="312680"/>
                    </a:lnTo>
                    <a:cubicBezTo>
                      <a:pt x="252376" y="312680"/>
                      <a:pt x="254563" y="311806"/>
                      <a:pt x="254765" y="311671"/>
                    </a:cubicBezTo>
                    <a:cubicBezTo>
                      <a:pt x="254967" y="311537"/>
                      <a:pt x="255708" y="310359"/>
                      <a:pt x="255708" y="310359"/>
                    </a:cubicBezTo>
                    <a:lnTo>
                      <a:pt x="256011" y="309350"/>
                    </a:lnTo>
                    <a:lnTo>
                      <a:pt x="256212" y="307399"/>
                    </a:lnTo>
                    <a:lnTo>
                      <a:pt x="256011" y="304641"/>
                    </a:lnTo>
                    <a:lnTo>
                      <a:pt x="256313" y="301378"/>
                    </a:lnTo>
                    <a:lnTo>
                      <a:pt x="256179" y="298922"/>
                    </a:lnTo>
                    <a:lnTo>
                      <a:pt x="255977" y="297240"/>
                    </a:lnTo>
                    <a:lnTo>
                      <a:pt x="256549" y="296231"/>
                    </a:lnTo>
                    <a:lnTo>
                      <a:pt x="257559" y="295726"/>
                    </a:lnTo>
                    <a:lnTo>
                      <a:pt x="260756" y="295659"/>
                    </a:lnTo>
                    <a:lnTo>
                      <a:pt x="261900" y="295659"/>
                    </a:lnTo>
                    <a:lnTo>
                      <a:pt x="263852" y="296264"/>
                    </a:lnTo>
                    <a:cubicBezTo>
                      <a:pt x="263852" y="296264"/>
                      <a:pt x="266040" y="298249"/>
                      <a:pt x="266376" y="298619"/>
                    </a:cubicBezTo>
                    <a:cubicBezTo>
                      <a:pt x="266746" y="298989"/>
                      <a:pt x="267116" y="300436"/>
                      <a:pt x="266948" y="300873"/>
                    </a:cubicBezTo>
                    <a:cubicBezTo>
                      <a:pt x="266814" y="301310"/>
                      <a:pt x="266679" y="303497"/>
                      <a:pt x="266679" y="303833"/>
                    </a:cubicBezTo>
                    <a:cubicBezTo>
                      <a:pt x="266679" y="304203"/>
                      <a:pt x="268261" y="307096"/>
                      <a:pt x="268496" y="307164"/>
                    </a:cubicBezTo>
                    <a:cubicBezTo>
                      <a:pt x="268698" y="307231"/>
                      <a:pt x="271189" y="309047"/>
                      <a:pt x="271189" y="309047"/>
                    </a:cubicBezTo>
                    <a:lnTo>
                      <a:pt x="271626" y="312512"/>
                    </a:lnTo>
                    <a:lnTo>
                      <a:pt x="272434" y="316415"/>
                    </a:lnTo>
                    <a:cubicBezTo>
                      <a:pt x="272434" y="316415"/>
                      <a:pt x="273309" y="319947"/>
                      <a:pt x="273309" y="320249"/>
                    </a:cubicBezTo>
                    <a:cubicBezTo>
                      <a:pt x="273309" y="320552"/>
                      <a:pt x="275766" y="322638"/>
                      <a:pt x="276069" y="322840"/>
                    </a:cubicBezTo>
                    <a:cubicBezTo>
                      <a:pt x="276371" y="323075"/>
                      <a:pt x="279030" y="325295"/>
                      <a:pt x="279199" y="325598"/>
                    </a:cubicBezTo>
                    <a:cubicBezTo>
                      <a:pt x="279333" y="325901"/>
                      <a:pt x="281857" y="328558"/>
                      <a:pt x="281857" y="328558"/>
                    </a:cubicBezTo>
                    <a:lnTo>
                      <a:pt x="286064" y="331586"/>
                    </a:lnTo>
                    <a:lnTo>
                      <a:pt x="288151" y="333604"/>
                    </a:lnTo>
                    <a:cubicBezTo>
                      <a:pt x="288151" y="333604"/>
                      <a:pt x="292425" y="336060"/>
                      <a:pt x="292661" y="336295"/>
                    </a:cubicBezTo>
                    <a:cubicBezTo>
                      <a:pt x="292862" y="336497"/>
                      <a:pt x="297944" y="339424"/>
                      <a:pt x="297944" y="339424"/>
                    </a:cubicBezTo>
                    <a:cubicBezTo>
                      <a:pt x="297944" y="339424"/>
                      <a:pt x="298887" y="345008"/>
                      <a:pt x="299088" y="345143"/>
                    </a:cubicBezTo>
                    <a:cubicBezTo>
                      <a:pt x="299290" y="345277"/>
                      <a:pt x="300670" y="346387"/>
                      <a:pt x="300670" y="346387"/>
                    </a:cubicBezTo>
                    <a:lnTo>
                      <a:pt x="302858" y="348271"/>
                    </a:lnTo>
                    <a:cubicBezTo>
                      <a:pt x="302858" y="348271"/>
                      <a:pt x="302925" y="349886"/>
                      <a:pt x="302925" y="350155"/>
                    </a:cubicBezTo>
                    <a:cubicBezTo>
                      <a:pt x="302925" y="350458"/>
                      <a:pt x="302992" y="352543"/>
                      <a:pt x="302992" y="352543"/>
                    </a:cubicBezTo>
                    <a:lnTo>
                      <a:pt x="302185" y="355941"/>
                    </a:lnTo>
                    <a:lnTo>
                      <a:pt x="300939" y="357623"/>
                    </a:lnTo>
                    <a:lnTo>
                      <a:pt x="299863" y="359507"/>
                    </a:lnTo>
                    <a:lnTo>
                      <a:pt x="297978" y="362635"/>
                    </a:lnTo>
                    <a:lnTo>
                      <a:pt x="296530" y="364956"/>
                    </a:lnTo>
                    <a:lnTo>
                      <a:pt x="295084" y="366538"/>
                    </a:lnTo>
                    <a:lnTo>
                      <a:pt x="293838" y="368220"/>
                    </a:lnTo>
                    <a:cubicBezTo>
                      <a:pt x="293838" y="368220"/>
                      <a:pt x="293704" y="371045"/>
                      <a:pt x="293704" y="371348"/>
                    </a:cubicBezTo>
                    <a:cubicBezTo>
                      <a:pt x="293704" y="371651"/>
                      <a:pt x="294209" y="373736"/>
                      <a:pt x="294209" y="373736"/>
                    </a:cubicBezTo>
                    <a:lnTo>
                      <a:pt x="295016" y="377269"/>
                    </a:lnTo>
                    <a:lnTo>
                      <a:pt x="293435" y="380834"/>
                    </a:lnTo>
                    <a:cubicBezTo>
                      <a:pt x="293435" y="380834"/>
                      <a:pt x="293064" y="383727"/>
                      <a:pt x="292997" y="383929"/>
                    </a:cubicBezTo>
                    <a:cubicBezTo>
                      <a:pt x="292930" y="384165"/>
                      <a:pt x="291853" y="386183"/>
                      <a:pt x="291853" y="386183"/>
                    </a:cubicBezTo>
                    <a:lnTo>
                      <a:pt x="290540" y="389076"/>
                    </a:lnTo>
                    <a:cubicBezTo>
                      <a:pt x="290540" y="389076"/>
                      <a:pt x="289530" y="389883"/>
                      <a:pt x="288790" y="390153"/>
                    </a:cubicBezTo>
                    <a:cubicBezTo>
                      <a:pt x="288084" y="390455"/>
                      <a:pt x="287275" y="391666"/>
                      <a:pt x="287275" y="391666"/>
                    </a:cubicBezTo>
                    <a:lnTo>
                      <a:pt x="285256" y="393752"/>
                    </a:lnTo>
                    <a:cubicBezTo>
                      <a:pt x="285256" y="393752"/>
                      <a:pt x="284112" y="394997"/>
                      <a:pt x="283877" y="395198"/>
                    </a:cubicBezTo>
                    <a:cubicBezTo>
                      <a:pt x="283641" y="395434"/>
                      <a:pt x="281285" y="396006"/>
                      <a:pt x="281285" y="396006"/>
                    </a:cubicBezTo>
                    <a:lnTo>
                      <a:pt x="279333" y="397452"/>
                    </a:lnTo>
                    <a:lnTo>
                      <a:pt x="278694" y="399403"/>
                    </a:lnTo>
                    <a:cubicBezTo>
                      <a:pt x="278694" y="399403"/>
                      <a:pt x="277449" y="402969"/>
                      <a:pt x="277381" y="403238"/>
                    </a:cubicBezTo>
                    <a:cubicBezTo>
                      <a:pt x="277314" y="403541"/>
                      <a:pt x="276136" y="405997"/>
                      <a:pt x="276136" y="405997"/>
                    </a:cubicBezTo>
                    <a:lnTo>
                      <a:pt x="274554" y="408183"/>
                    </a:lnTo>
                    <a:lnTo>
                      <a:pt x="273040" y="410269"/>
                    </a:lnTo>
                    <a:lnTo>
                      <a:pt x="271223" y="413162"/>
                    </a:lnTo>
                    <a:lnTo>
                      <a:pt x="269910" y="417300"/>
                    </a:lnTo>
                    <a:lnTo>
                      <a:pt x="267655" y="419755"/>
                    </a:lnTo>
                    <a:lnTo>
                      <a:pt x="267083" y="420832"/>
                    </a:lnTo>
                    <a:cubicBezTo>
                      <a:pt x="267083" y="420832"/>
                      <a:pt x="265131" y="423792"/>
                      <a:pt x="264828" y="423960"/>
                    </a:cubicBezTo>
                    <a:cubicBezTo>
                      <a:pt x="264525" y="424095"/>
                      <a:pt x="263751" y="425340"/>
                      <a:pt x="263246" y="425777"/>
                    </a:cubicBezTo>
                    <a:cubicBezTo>
                      <a:pt x="262742" y="426214"/>
                      <a:pt x="260722" y="427526"/>
                      <a:pt x="260150" y="427795"/>
                    </a:cubicBezTo>
                    <a:cubicBezTo>
                      <a:pt x="259578" y="428098"/>
                      <a:pt x="257962" y="428939"/>
                      <a:pt x="257693" y="428939"/>
                    </a:cubicBezTo>
                    <a:cubicBezTo>
                      <a:pt x="257424" y="428939"/>
                      <a:pt x="254933" y="429444"/>
                      <a:pt x="254496" y="429578"/>
                    </a:cubicBezTo>
                    <a:cubicBezTo>
                      <a:pt x="254058" y="429713"/>
                      <a:pt x="253284" y="429780"/>
                      <a:pt x="253049" y="429881"/>
                    </a:cubicBezTo>
                    <a:cubicBezTo>
                      <a:pt x="252847" y="429948"/>
                      <a:pt x="251097" y="430587"/>
                      <a:pt x="251097" y="430587"/>
                    </a:cubicBezTo>
                    <a:cubicBezTo>
                      <a:pt x="251097" y="430587"/>
                      <a:pt x="249212" y="431731"/>
                      <a:pt x="248405" y="431832"/>
                    </a:cubicBezTo>
                    <a:cubicBezTo>
                      <a:pt x="247597" y="431899"/>
                      <a:pt x="246385" y="432774"/>
                      <a:pt x="246385" y="432774"/>
                    </a:cubicBezTo>
                    <a:cubicBezTo>
                      <a:pt x="246385" y="432774"/>
                      <a:pt x="245073" y="433850"/>
                      <a:pt x="244501" y="434355"/>
                    </a:cubicBezTo>
                    <a:cubicBezTo>
                      <a:pt x="243929" y="434860"/>
                      <a:pt x="242044" y="435802"/>
                      <a:pt x="241674" y="436239"/>
                    </a:cubicBezTo>
                    <a:cubicBezTo>
                      <a:pt x="241304" y="436676"/>
                      <a:pt x="239587" y="438123"/>
                      <a:pt x="239587" y="438123"/>
                    </a:cubicBezTo>
                    <a:lnTo>
                      <a:pt x="238780" y="440309"/>
                    </a:lnTo>
                    <a:lnTo>
                      <a:pt x="240092" y="445153"/>
                    </a:lnTo>
                    <a:lnTo>
                      <a:pt x="241775" y="446533"/>
                    </a:lnTo>
                    <a:cubicBezTo>
                      <a:pt x="241775" y="446533"/>
                      <a:pt x="243087" y="447676"/>
                      <a:pt x="243222" y="448114"/>
                    </a:cubicBezTo>
                    <a:cubicBezTo>
                      <a:pt x="243356" y="448551"/>
                      <a:pt x="244232" y="449190"/>
                      <a:pt x="244232" y="449190"/>
                    </a:cubicBezTo>
                    <a:lnTo>
                      <a:pt x="244299" y="451141"/>
                    </a:lnTo>
                    <a:lnTo>
                      <a:pt x="244299" y="453328"/>
                    </a:lnTo>
                    <a:lnTo>
                      <a:pt x="244770" y="455212"/>
                    </a:lnTo>
                    <a:lnTo>
                      <a:pt x="246453" y="457297"/>
                    </a:lnTo>
                    <a:lnTo>
                      <a:pt x="247765" y="459820"/>
                    </a:lnTo>
                    <a:lnTo>
                      <a:pt x="247765" y="463453"/>
                    </a:lnTo>
                    <a:lnTo>
                      <a:pt x="247765" y="466784"/>
                    </a:lnTo>
                    <a:lnTo>
                      <a:pt x="247765" y="470686"/>
                    </a:lnTo>
                    <a:lnTo>
                      <a:pt x="247025" y="473646"/>
                    </a:lnTo>
                    <a:cubicBezTo>
                      <a:pt x="247025" y="473646"/>
                      <a:pt x="245813" y="475732"/>
                      <a:pt x="245813" y="476035"/>
                    </a:cubicBezTo>
                    <a:cubicBezTo>
                      <a:pt x="245813" y="476337"/>
                      <a:pt x="245678" y="478860"/>
                      <a:pt x="245678" y="478860"/>
                    </a:cubicBezTo>
                    <a:lnTo>
                      <a:pt x="246049" y="480677"/>
                    </a:lnTo>
                    <a:lnTo>
                      <a:pt x="246049" y="481921"/>
                    </a:lnTo>
                    <a:lnTo>
                      <a:pt x="246957" y="483570"/>
                    </a:lnTo>
                    <a:lnTo>
                      <a:pt x="248438" y="485252"/>
                    </a:lnTo>
                    <a:lnTo>
                      <a:pt x="250255" y="486833"/>
                    </a:lnTo>
                    <a:cubicBezTo>
                      <a:pt x="250255" y="486833"/>
                      <a:pt x="253890" y="487472"/>
                      <a:pt x="254092" y="487573"/>
                    </a:cubicBezTo>
                    <a:cubicBezTo>
                      <a:pt x="254294" y="487640"/>
                      <a:pt x="255102" y="488952"/>
                      <a:pt x="255775" y="489019"/>
                    </a:cubicBezTo>
                    <a:cubicBezTo>
                      <a:pt x="256414" y="489087"/>
                      <a:pt x="257794" y="488952"/>
                      <a:pt x="258299" y="488717"/>
                    </a:cubicBezTo>
                    <a:cubicBezTo>
                      <a:pt x="258804" y="488515"/>
                      <a:pt x="260251" y="488279"/>
                      <a:pt x="260251" y="488279"/>
                    </a:cubicBezTo>
                    <a:lnTo>
                      <a:pt x="262943" y="487842"/>
                    </a:lnTo>
                    <a:lnTo>
                      <a:pt x="265333" y="486463"/>
                    </a:lnTo>
                    <a:lnTo>
                      <a:pt x="267217" y="485454"/>
                    </a:lnTo>
                    <a:lnTo>
                      <a:pt x="269472" y="483637"/>
                    </a:lnTo>
                    <a:lnTo>
                      <a:pt x="271155" y="482998"/>
                    </a:lnTo>
                    <a:lnTo>
                      <a:pt x="275362" y="482359"/>
                    </a:lnTo>
                    <a:lnTo>
                      <a:pt x="277179" y="480845"/>
                    </a:lnTo>
                    <a:lnTo>
                      <a:pt x="279569" y="479028"/>
                    </a:lnTo>
                    <a:cubicBezTo>
                      <a:pt x="279569" y="479028"/>
                      <a:pt x="283102" y="478154"/>
                      <a:pt x="283406" y="478087"/>
                    </a:cubicBezTo>
                    <a:cubicBezTo>
                      <a:pt x="283708" y="478019"/>
                      <a:pt x="285492" y="479028"/>
                      <a:pt x="285492" y="479028"/>
                    </a:cubicBezTo>
                    <a:lnTo>
                      <a:pt x="285930" y="479668"/>
                    </a:lnTo>
                    <a:lnTo>
                      <a:pt x="286367" y="480744"/>
                    </a:lnTo>
                    <a:cubicBezTo>
                      <a:pt x="286367" y="480744"/>
                      <a:pt x="284617" y="482561"/>
                      <a:pt x="284415" y="482762"/>
                    </a:cubicBezTo>
                    <a:cubicBezTo>
                      <a:pt x="284213" y="482964"/>
                      <a:pt x="281723" y="484007"/>
                      <a:pt x="281453" y="484007"/>
                    </a:cubicBezTo>
                    <a:cubicBezTo>
                      <a:pt x="281151" y="484007"/>
                      <a:pt x="279838" y="485319"/>
                      <a:pt x="279636" y="485386"/>
                    </a:cubicBezTo>
                    <a:cubicBezTo>
                      <a:pt x="279434" y="485454"/>
                      <a:pt x="276809" y="486025"/>
                      <a:pt x="276607" y="486093"/>
                    </a:cubicBezTo>
                    <a:cubicBezTo>
                      <a:pt x="276405" y="486160"/>
                      <a:pt x="274521" y="487539"/>
                      <a:pt x="274521" y="487539"/>
                    </a:cubicBezTo>
                    <a:lnTo>
                      <a:pt x="273343" y="488548"/>
                    </a:lnTo>
                    <a:lnTo>
                      <a:pt x="271694" y="488750"/>
                    </a:lnTo>
                    <a:lnTo>
                      <a:pt x="269001" y="490130"/>
                    </a:lnTo>
                    <a:lnTo>
                      <a:pt x="270516" y="492215"/>
                    </a:lnTo>
                    <a:lnTo>
                      <a:pt x="269641" y="494032"/>
                    </a:lnTo>
                    <a:lnTo>
                      <a:pt x="268261" y="495714"/>
                    </a:lnTo>
                    <a:cubicBezTo>
                      <a:pt x="268261" y="495714"/>
                      <a:pt x="265299" y="496857"/>
                      <a:pt x="264996" y="496857"/>
                    </a:cubicBezTo>
                    <a:cubicBezTo>
                      <a:pt x="264727" y="496857"/>
                      <a:pt x="261900" y="497160"/>
                      <a:pt x="261664" y="497160"/>
                    </a:cubicBezTo>
                    <a:cubicBezTo>
                      <a:pt x="261429" y="497160"/>
                      <a:pt x="259847" y="498472"/>
                      <a:pt x="259847" y="498472"/>
                    </a:cubicBezTo>
                    <a:lnTo>
                      <a:pt x="258131" y="499919"/>
                    </a:lnTo>
                    <a:lnTo>
                      <a:pt x="257121" y="501365"/>
                    </a:lnTo>
                    <a:lnTo>
                      <a:pt x="256549" y="504056"/>
                    </a:lnTo>
                    <a:lnTo>
                      <a:pt x="257693" y="507387"/>
                    </a:lnTo>
                    <a:lnTo>
                      <a:pt x="258939" y="509338"/>
                    </a:lnTo>
                    <a:cubicBezTo>
                      <a:pt x="258939" y="509338"/>
                      <a:pt x="261833" y="509540"/>
                      <a:pt x="262136" y="509540"/>
                    </a:cubicBezTo>
                    <a:cubicBezTo>
                      <a:pt x="262439" y="509540"/>
                      <a:pt x="264155" y="509910"/>
                      <a:pt x="264155" y="509910"/>
                    </a:cubicBezTo>
                    <a:lnTo>
                      <a:pt x="266040" y="510717"/>
                    </a:lnTo>
                    <a:lnTo>
                      <a:pt x="266982" y="512534"/>
                    </a:lnTo>
                    <a:lnTo>
                      <a:pt x="267420" y="513341"/>
                    </a:lnTo>
                    <a:lnTo>
                      <a:pt x="266915" y="514283"/>
                    </a:lnTo>
                    <a:lnTo>
                      <a:pt x="266612" y="514787"/>
                    </a:lnTo>
                    <a:cubicBezTo>
                      <a:pt x="266612" y="514787"/>
                      <a:pt x="264660" y="517815"/>
                      <a:pt x="264222" y="518118"/>
                    </a:cubicBezTo>
                    <a:cubicBezTo>
                      <a:pt x="263785" y="518420"/>
                      <a:pt x="261968" y="520641"/>
                      <a:pt x="261765" y="520641"/>
                    </a:cubicBezTo>
                    <a:cubicBezTo>
                      <a:pt x="261564" y="520641"/>
                      <a:pt x="260083" y="521650"/>
                      <a:pt x="259814" y="521650"/>
                    </a:cubicBezTo>
                    <a:cubicBezTo>
                      <a:pt x="259510" y="521650"/>
                      <a:pt x="257929" y="522592"/>
                      <a:pt x="257929" y="522592"/>
                    </a:cubicBezTo>
                    <a:lnTo>
                      <a:pt x="256347" y="523164"/>
                    </a:lnTo>
                    <a:lnTo>
                      <a:pt x="253823" y="523534"/>
                    </a:lnTo>
                    <a:cubicBezTo>
                      <a:pt x="253823" y="523534"/>
                      <a:pt x="252140" y="523534"/>
                      <a:pt x="251804" y="523466"/>
                    </a:cubicBezTo>
                    <a:cubicBezTo>
                      <a:pt x="251434" y="523399"/>
                      <a:pt x="249616" y="523096"/>
                      <a:pt x="249616" y="523096"/>
                    </a:cubicBezTo>
                    <a:lnTo>
                      <a:pt x="247025" y="523231"/>
                    </a:lnTo>
                    <a:lnTo>
                      <a:pt x="242683" y="523231"/>
                    </a:lnTo>
                    <a:lnTo>
                      <a:pt x="240866" y="523668"/>
                    </a:lnTo>
                    <a:lnTo>
                      <a:pt x="238476" y="525115"/>
                    </a:lnTo>
                    <a:lnTo>
                      <a:pt x="239621" y="527503"/>
                    </a:lnTo>
                    <a:lnTo>
                      <a:pt x="241371" y="530699"/>
                    </a:lnTo>
                    <a:lnTo>
                      <a:pt x="241304" y="531641"/>
                    </a:lnTo>
                    <a:lnTo>
                      <a:pt x="241000" y="534668"/>
                    </a:lnTo>
                    <a:lnTo>
                      <a:pt x="235852" y="537124"/>
                    </a:lnTo>
                    <a:lnTo>
                      <a:pt x="233597" y="537763"/>
                    </a:lnTo>
                    <a:lnTo>
                      <a:pt x="231779" y="539344"/>
                    </a:lnTo>
                    <a:lnTo>
                      <a:pt x="228582" y="539714"/>
                    </a:lnTo>
                    <a:lnTo>
                      <a:pt x="225957" y="539916"/>
                    </a:lnTo>
                    <a:lnTo>
                      <a:pt x="224813" y="540353"/>
                    </a:lnTo>
                    <a:cubicBezTo>
                      <a:pt x="224813" y="540353"/>
                      <a:pt x="222356" y="541598"/>
                      <a:pt x="222053" y="541598"/>
                    </a:cubicBezTo>
                    <a:cubicBezTo>
                      <a:pt x="221784" y="541598"/>
                      <a:pt x="221683" y="541968"/>
                      <a:pt x="221683" y="541968"/>
                    </a:cubicBezTo>
                    <a:cubicBezTo>
                      <a:pt x="221683" y="541968"/>
                      <a:pt x="221481" y="544491"/>
                      <a:pt x="221481" y="544928"/>
                    </a:cubicBezTo>
                    <a:cubicBezTo>
                      <a:pt x="221481" y="545366"/>
                      <a:pt x="221784" y="546678"/>
                      <a:pt x="221784" y="546678"/>
                    </a:cubicBezTo>
                    <a:lnTo>
                      <a:pt x="221784" y="548124"/>
                    </a:lnTo>
                    <a:cubicBezTo>
                      <a:pt x="221784" y="548124"/>
                      <a:pt x="223837" y="550445"/>
                      <a:pt x="224005" y="550748"/>
                    </a:cubicBezTo>
                    <a:cubicBezTo>
                      <a:pt x="224140" y="551051"/>
                      <a:pt x="223669" y="552430"/>
                      <a:pt x="223669" y="552430"/>
                    </a:cubicBezTo>
                    <a:cubicBezTo>
                      <a:pt x="223669" y="552430"/>
                      <a:pt x="222356" y="554179"/>
                      <a:pt x="222154" y="554448"/>
                    </a:cubicBezTo>
                    <a:cubicBezTo>
                      <a:pt x="221919" y="554718"/>
                      <a:pt x="222861" y="556467"/>
                      <a:pt x="223096" y="556635"/>
                    </a:cubicBezTo>
                    <a:cubicBezTo>
                      <a:pt x="223332" y="556770"/>
                      <a:pt x="225553" y="558519"/>
                      <a:pt x="225553" y="558519"/>
                    </a:cubicBezTo>
                    <a:lnTo>
                      <a:pt x="227000" y="562085"/>
                    </a:lnTo>
                    <a:cubicBezTo>
                      <a:pt x="227000" y="562085"/>
                      <a:pt x="228649" y="563464"/>
                      <a:pt x="228952" y="563228"/>
                    </a:cubicBezTo>
                    <a:cubicBezTo>
                      <a:pt x="229255" y="563027"/>
                      <a:pt x="232049" y="563228"/>
                      <a:pt x="232049" y="563228"/>
                    </a:cubicBezTo>
                    <a:lnTo>
                      <a:pt x="235751" y="560975"/>
                    </a:lnTo>
                    <a:cubicBezTo>
                      <a:pt x="235751" y="560975"/>
                      <a:pt x="238342" y="559394"/>
                      <a:pt x="238443" y="559158"/>
                    </a:cubicBezTo>
                    <a:cubicBezTo>
                      <a:pt x="238510" y="558956"/>
                      <a:pt x="243289" y="554146"/>
                      <a:pt x="243289" y="554146"/>
                    </a:cubicBezTo>
                    <a:lnTo>
                      <a:pt x="244602" y="551825"/>
                    </a:lnTo>
                    <a:cubicBezTo>
                      <a:pt x="244602" y="551825"/>
                      <a:pt x="247866" y="551017"/>
                      <a:pt x="248068" y="550950"/>
                    </a:cubicBezTo>
                    <a:cubicBezTo>
                      <a:pt x="248270" y="550883"/>
                      <a:pt x="252107" y="550210"/>
                      <a:pt x="252107" y="550210"/>
                    </a:cubicBezTo>
                    <a:lnTo>
                      <a:pt x="257559" y="548057"/>
                    </a:lnTo>
                    <a:lnTo>
                      <a:pt x="263414" y="546981"/>
                    </a:lnTo>
                    <a:lnTo>
                      <a:pt x="267319" y="545837"/>
                    </a:lnTo>
                    <a:lnTo>
                      <a:pt x="273982" y="543314"/>
                    </a:lnTo>
                    <a:cubicBezTo>
                      <a:pt x="273982" y="543314"/>
                      <a:pt x="274857" y="543314"/>
                      <a:pt x="275732" y="542809"/>
                    </a:cubicBezTo>
                    <a:cubicBezTo>
                      <a:pt x="276607" y="542305"/>
                      <a:pt x="276809" y="542944"/>
                      <a:pt x="277112" y="542809"/>
                    </a:cubicBezTo>
                    <a:cubicBezTo>
                      <a:pt x="277415" y="542675"/>
                      <a:pt x="278862" y="542675"/>
                      <a:pt x="279064" y="542439"/>
                    </a:cubicBezTo>
                    <a:cubicBezTo>
                      <a:pt x="279299" y="542237"/>
                      <a:pt x="279771" y="541800"/>
                      <a:pt x="279771" y="541800"/>
                    </a:cubicBezTo>
                    <a:lnTo>
                      <a:pt x="279703" y="540723"/>
                    </a:lnTo>
                    <a:lnTo>
                      <a:pt x="279771" y="538638"/>
                    </a:lnTo>
                    <a:cubicBezTo>
                      <a:pt x="279771" y="538638"/>
                      <a:pt x="278761" y="537629"/>
                      <a:pt x="278256" y="537326"/>
                    </a:cubicBezTo>
                    <a:cubicBezTo>
                      <a:pt x="277751" y="537023"/>
                      <a:pt x="276304" y="536451"/>
                      <a:pt x="276304" y="536451"/>
                    </a:cubicBezTo>
                    <a:lnTo>
                      <a:pt x="273847" y="535139"/>
                    </a:lnTo>
                    <a:lnTo>
                      <a:pt x="272333" y="532549"/>
                    </a:lnTo>
                    <a:lnTo>
                      <a:pt x="272535" y="529858"/>
                    </a:lnTo>
                    <a:lnTo>
                      <a:pt x="272737" y="528041"/>
                    </a:lnTo>
                    <a:lnTo>
                      <a:pt x="274117" y="526729"/>
                    </a:lnTo>
                    <a:lnTo>
                      <a:pt x="274689" y="525720"/>
                    </a:lnTo>
                    <a:lnTo>
                      <a:pt x="276708" y="526158"/>
                    </a:lnTo>
                    <a:lnTo>
                      <a:pt x="278795" y="527234"/>
                    </a:lnTo>
                    <a:lnTo>
                      <a:pt x="281622" y="530194"/>
                    </a:lnTo>
                    <a:lnTo>
                      <a:pt x="282127" y="531876"/>
                    </a:lnTo>
                    <a:lnTo>
                      <a:pt x="286905" y="533693"/>
                    </a:lnTo>
                    <a:lnTo>
                      <a:pt x="289429" y="533693"/>
                    </a:lnTo>
                    <a:lnTo>
                      <a:pt x="289564" y="531304"/>
                    </a:lnTo>
                    <a:lnTo>
                      <a:pt x="288925" y="528916"/>
                    </a:lnTo>
                    <a:lnTo>
                      <a:pt x="289934" y="526729"/>
                    </a:lnTo>
                    <a:lnTo>
                      <a:pt x="290507" y="524274"/>
                    </a:lnTo>
                    <a:cubicBezTo>
                      <a:pt x="290507" y="524274"/>
                      <a:pt x="291516" y="523130"/>
                      <a:pt x="291954" y="522962"/>
                    </a:cubicBezTo>
                    <a:cubicBezTo>
                      <a:pt x="292391" y="522827"/>
                      <a:pt x="294141" y="521818"/>
                      <a:pt x="294141" y="521818"/>
                    </a:cubicBezTo>
                    <a:cubicBezTo>
                      <a:pt x="294141" y="521818"/>
                      <a:pt x="295588" y="522255"/>
                      <a:pt x="296464" y="521818"/>
                    </a:cubicBezTo>
                    <a:cubicBezTo>
                      <a:pt x="297339" y="521381"/>
                      <a:pt x="297776" y="520943"/>
                      <a:pt x="297776" y="520943"/>
                    </a:cubicBezTo>
                    <a:lnTo>
                      <a:pt x="298213" y="520372"/>
                    </a:lnTo>
                    <a:cubicBezTo>
                      <a:pt x="298213" y="520372"/>
                      <a:pt x="298651" y="518622"/>
                      <a:pt x="298651" y="518050"/>
                    </a:cubicBezTo>
                    <a:cubicBezTo>
                      <a:pt x="298651" y="517479"/>
                      <a:pt x="299661" y="515157"/>
                      <a:pt x="299661" y="515157"/>
                    </a:cubicBezTo>
                    <a:lnTo>
                      <a:pt x="301848" y="513274"/>
                    </a:lnTo>
                    <a:cubicBezTo>
                      <a:pt x="301848" y="513274"/>
                      <a:pt x="304742" y="511390"/>
                      <a:pt x="305180" y="511087"/>
                    </a:cubicBezTo>
                    <a:cubicBezTo>
                      <a:pt x="305617" y="510784"/>
                      <a:pt x="307939" y="510078"/>
                      <a:pt x="307939" y="510078"/>
                    </a:cubicBezTo>
                    <a:cubicBezTo>
                      <a:pt x="307939" y="510078"/>
                      <a:pt x="308209" y="508934"/>
                      <a:pt x="308209" y="507891"/>
                    </a:cubicBezTo>
                    <a:cubicBezTo>
                      <a:pt x="308209" y="506882"/>
                      <a:pt x="306930" y="504426"/>
                      <a:pt x="306930" y="504426"/>
                    </a:cubicBezTo>
                    <a:cubicBezTo>
                      <a:pt x="306930" y="504426"/>
                      <a:pt x="305483" y="504561"/>
                      <a:pt x="305045" y="504426"/>
                    </a:cubicBezTo>
                    <a:cubicBezTo>
                      <a:pt x="304608" y="504292"/>
                      <a:pt x="304911" y="502105"/>
                      <a:pt x="305045" y="501533"/>
                    </a:cubicBezTo>
                    <a:cubicBezTo>
                      <a:pt x="305180" y="500961"/>
                      <a:pt x="306055" y="499347"/>
                      <a:pt x="306055" y="499347"/>
                    </a:cubicBezTo>
                    <a:lnTo>
                      <a:pt x="306930" y="497026"/>
                    </a:lnTo>
                    <a:lnTo>
                      <a:pt x="310598" y="493998"/>
                    </a:lnTo>
                    <a:lnTo>
                      <a:pt x="311709" y="492686"/>
                    </a:lnTo>
                    <a:cubicBezTo>
                      <a:pt x="311709" y="492686"/>
                      <a:pt x="315040" y="490937"/>
                      <a:pt x="315613" y="490937"/>
                    </a:cubicBezTo>
                    <a:cubicBezTo>
                      <a:pt x="316185" y="490937"/>
                      <a:pt x="316623" y="488481"/>
                      <a:pt x="316623" y="488481"/>
                    </a:cubicBezTo>
                    <a:lnTo>
                      <a:pt x="320089" y="487472"/>
                    </a:lnTo>
                    <a:lnTo>
                      <a:pt x="322849" y="485285"/>
                    </a:lnTo>
                    <a:lnTo>
                      <a:pt x="323421" y="482258"/>
                    </a:lnTo>
                    <a:lnTo>
                      <a:pt x="323858" y="480239"/>
                    </a:lnTo>
                    <a:lnTo>
                      <a:pt x="327493" y="478356"/>
                    </a:lnTo>
                    <a:cubicBezTo>
                      <a:pt x="327493" y="478356"/>
                      <a:pt x="333147" y="475160"/>
                      <a:pt x="333584" y="475025"/>
                    </a:cubicBezTo>
                    <a:cubicBezTo>
                      <a:pt x="334022" y="474891"/>
                      <a:pt x="339238" y="469946"/>
                      <a:pt x="339238" y="469946"/>
                    </a:cubicBezTo>
                    <a:lnTo>
                      <a:pt x="345330" y="464597"/>
                    </a:lnTo>
                    <a:lnTo>
                      <a:pt x="352936" y="458306"/>
                    </a:lnTo>
                    <a:lnTo>
                      <a:pt x="356638" y="456355"/>
                    </a:lnTo>
                    <a:cubicBezTo>
                      <a:pt x="356638" y="456355"/>
                      <a:pt x="360407" y="453261"/>
                      <a:pt x="360474" y="452958"/>
                    </a:cubicBezTo>
                    <a:cubicBezTo>
                      <a:pt x="360542" y="452655"/>
                      <a:pt x="362224" y="450939"/>
                      <a:pt x="362662" y="450569"/>
                    </a:cubicBezTo>
                    <a:cubicBezTo>
                      <a:pt x="363099" y="450199"/>
                      <a:pt x="365623" y="448988"/>
                      <a:pt x="366128" y="448551"/>
                    </a:cubicBezTo>
                    <a:cubicBezTo>
                      <a:pt x="366633" y="448114"/>
                      <a:pt x="368215" y="447912"/>
                      <a:pt x="368518" y="447811"/>
                    </a:cubicBezTo>
                    <a:cubicBezTo>
                      <a:pt x="368787" y="447744"/>
                      <a:pt x="370335" y="446869"/>
                      <a:pt x="370335" y="446869"/>
                    </a:cubicBezTo>
                    <a:lnTo>
                      <a:pt x="372523" y="444918"/>
                    </a:lnTo>
                    <a:lnTo>
                      <a:pt x="374542" y="442899"/>
                    </a:lnTo>
                    <a:lnTo>
                      <a:pt x="376561" y="442092"/>
                    </a:lnTo>
                    <a:lnTo>
                      <a:pt x="379826" y="441789"/>
                    </a:lnTo>
                    <a:lnTo>
                      <a:pt x="382585" y="439838"/>
                    </a:lnTo>
                    <a:lnTo>
                      <a:pt x="385917" y="439838"/>
                    </a:lnTo>
                    <a:lnTo>
                      <a:pt x="389518" y="439838"/>
                    </a:lnTo>
                    <a:lnTo>
                      <a:pt x="393153" y="439838"/>
                    </a:lnTo>
                    <a:lnTo>
                      <a:pt x="395038" y="438257"/>
                    </a:lnTo>
                    <a:lnTo>
                      <a:pt x="396788" y="436373"/>
                    </a:lnTo>
                    <a:lnTo>
                      <a:pt x="396350" y="434490"/>
                    </a:lnTo>
                    <a:lnTo>
                      <a:pt x="395475" y="432034"/>
                    </a:lnTo>
                    <a:lnTo>
                      <a:pt x="393725" y="430285"/>
                    </a:lnTo>
                    <a:lnTo>
                      <a:pt x="393860" y="425508"/>
                    </a:lnTo>
                    <a:lnTo>
                      <a:pt x="398639" y="424768"/>
                    </a:lnTo>
                    <a:lnTo>
                      <a:pt x="401971" y="423187"/>
                    </a:lnTo>
                    <a:lnTo>
                      <a:pt x="405168" y="424196"/>
                    </a:lnTo>
                    <a:lnTo>
                      <a:pt x="407355" y="424196"/>
                    </a:lnTo>
                    <a:lnTo>
                      <a:pt x="409105" y="425508"/>
                    </a:lnTo>
                    <a:cubicBezTo>
                      <a:pt x="409105" y="425508"/>
                      <a:pt x="412302" y="425373"/>
                      <a:pt x="413009" y="425070"/>
                    </a:cubicBezTo>
                    <a:cubicBezTo>
                      <a:pt x="413750" y="424768"/>
                      <a:pt x="416644" y="425070"/>
                      <a:pt x="416644" y="425070"/>
                    </a:cubicBezTo>
                    <a:lnTo>
                      <a:pt x="420144" y="422615"/>
                    </a:lnTo>
                    <a:lnTo>
                      <a:pt x="422466" y="419991"/>
                    </a:lnTo>
                    <a:lnTo>
                      <a:pt x="424485" y="418544"/>
                    </a:lnTo>
                    <a:lnTo>
                      <a:pt x="425933" y="416526"/>
                    </a:lnTo>
                    <a:lnTo>
                      <a:pt x="427817" y="414945"/>
                    </a:lnTo>
                    <a:lnTo>
                      <a:pt x="429264" y="412052"/>
                    </a:lnTo>
                    <a:cubicBezTo>
                      <a:pt x="429264" y="412052"/>
                      <a:pt x="430712" y="411917"/>
                      <a:pt x="431452" y="411749"/>
                    </a:cubicBezTo>
                    <a:cubicBezTo>
                      <a:pt x="432159" y="411615"/>
                      <a:pt x="433034" y="411615"/>
                      <a:pt x="433034" y="411615"/>
                    </a:cubicBezTo>
                    <a:lnTo>
                      <a:pt x="436938" y="412187"/>
                    </a:lnTo>
                    <a:lnTo>
                      <a:pt x="438082" y="413498"/>
                    </a:lnTo>
                    <a:lnTo>
                      <a:pt x="441716" y="415517"/>
                    </a:lnTo>
                    <a:lnTo>
                      <a:pt x="445183" y="415517"/>
                    </a:lnTo>
                    <a:lnTo>
                      <a:pt x="448683" y="413768"/>
                    </a:lnTo>
                    <a:lnTo>
                      <a:pt x="454203" y="413768"/>
                    </a:lnTo>
                    <a:lnTo>
                      <a:pt x="459116" y="412018"/>
                    </a:lnTo>
                    <a:lnTo>
                      <a:pt x="463323" y="412018"/>
                    </a:lnTo>
                    <a:lnTo>
                      <a:pt x="464333" y="412018"/>
                    </a:lnTo>
                    <a:lnTo>
                      <a:pt x="468674" y="412018"/>
                    </a:lnTo>
                    <a:cubicBezTo>
                      <a:pt x="468674" y="412018"/>
                      <a:pt x="469986" y="411009"/>
                      <a:pt x="470559" y="410706"/>
                    </a:cubicBezTo>
                    <a:cubicBezTo>
                      <a:pt x="471130" y="410437"/>
                      <a:pt x="472006" y="409260"/>
                      <a:pt x="472006" y="409260"/>
                    </a:cubicBezTo>
                    <a:lnTo>
                      <a:pt x="473015" y="408385"/>
                    </a:lnTo>
                    <a:cubicBezTo>
                      <a:pt x="473015" y="408385"/>
                      <a:pt x="474597" y="407511"/>
                      <a:pt x="475337" y="406939"/>
                    </a:cubicBezTo>
                    <a:cubicBezTo>
                      <a:pt x="476044" y="406367"/>
                      <a:pt x="476347" y="405795"/>
                      <a:pt x="476347" y="405795"/>
                    </a:cubicBezTo>
                    <a:lnTo>
                      <a:pt x="476482" y="404483"/>
                    </a:lnTo>
                    <a:lnTo>
                      <a:pt x="475607" y="402465"/>
                    </a:lnTo>
                    <a:lnTo>
                      <a:pt x="475607" y="399841"/>
                    </a:lnTo>
                    <a:lnTo>
                      <a:pt x="476246" y="397654"/>
                    </a:lnTo>
                    <a:lnTo>
                      <a:pt x="477188" y="396073"/>
                    </a:lnTo>
                    <a:lnTo>
                      <a:pt x="478198" y="394627"/>
                    </a:lnTo>
                    <a:lnTo>
                      <a:pt x="480789" y="394627"/>
                    </a:lnTo>
                    <a:lnTo>
                      <a:pt x="482539" y="393752"/>
                    </a:lnTo>
                    <a:lnTo>
                      <a:pt x="482539" y="392003"/>
                    </a:lnTo>
                    <a:lnTo>
                      <a:pt x="482843" y="389682"/>
                    </a:lnTo>
                    <a:lnTo>
                      <a:pt x="482539" y="386654"/>
                    </a:lnTo>
                    <a:lnTo>
                      <a:pt x="480958" y="383458"/>
                    </a:lnTo>
                    <a:lnTo>
                      <a:pt x="480520" y="379825"/>
                    </a:lnTo>
                    <a:lnTo>
                      <a:pt x="480655" y="377201"/>
                    </a:lnTo>
                    <a:lnTo>
                      <a:pt x="481227" y="373434"/>
                    </a:lnTo>
                    <a:lnTo>
                      <a:pt x="484693" y="370406"/>
                    </a:lnTo>
                    <a:cubicBezTo>
                      <a:pt x="484693" y="370406"/>
                      <a:pt x="489607" y="368220"/>
                      <a:pt x="490650" y="367648"/>
                    </a:cubicBezTo>
                    <a:cubicBezTo>
                      <a:pt x="491660" y="367076"/>
                      <a:pt x="492669" y="364183"/>
                      <a:pt x="492669" y="364183"/>
                    </a:cubicBezTo>
                    <a:lnTo>
                      <a:pt x="496439" y="360852"/>
                    </a:lnTo>
                    <a:lnTo>
                      <a:pt x="496742" y="358094"/>
                    </a:lnTo>
                    <a:lnTo>
                      <a:pt x="499804" y="353519"/>
                    </a:lnTo>
                    <a:lnTo>
                      <a:pt x="501891" y="350054"/>
                    </a:lnTo>
                    <a:lnTo>
                      <a:pt x="503910" y="348641"/>
                    </a:lnTo>
                    <a:lnTo>
                      <a:pt x="505862" y="346522"/>
                    </a:lnTo>
                    <a:lnTo>
                      <a:pt x="508858" y="343326"/>
                    </a:lnTo>
                    <a:lnTo>
                      <a:pt x="512559" y="339861"/>
                    </a:lnTo>
                    <a:lnTo>
                      <a:pt x="516026" y="337910"/>
                    </a:lnTo>
                    <a:lnTo>
                      <a:pt x="520603" y="335724"/>
                    </a:lnTo>
                    <a:lnTo>
                      <a:pt x="524069" y="333974"/>
                    </a:lnTo>
                    <a:lnTo>
                      <a:pt x="526257" y="332023"/>
                    </a:lnTo>
                    <a:lnTo>
                      <a:pt x="527569" y="330947"/>
                    </a:lnTo>
                    <a:lnTo>
                      <a:pt x="531271" y="327246"/>
                    </a:lnTo>
                    <a:lnTo>
                      <a:pt x="535175" y="323546"/>
                    </a:lnTo>
                    <a:lnTo>
                      <a:pt x="536925" y="319207"/>
                    </a:lnTo>
                    <a:lnTo>
                      <a:pt x="541704" y="316179"/>
                    </a:lnTo>
                    <a:lnTo>
                      <a:pt x="544531" y="313151"/>
                    </a:lnTo>
                    <a:lnTo>
                      <a:pt x="547796" y="309451"/>
                    </a:lnTo>
                    <a:lnTo>
                      <a:pt x="551060" y="309451"/>
                    </a:lnTo>
                    <a:lnTo>
                      <a:pt x="554762" y="307702"/>
                    </a:lnTo>
                    <a:lnTo>
                      <a:pt x="559541" y="307702"/>
                    </a:lnTo>
                    <a:lnTo>
                      <a:pt x="563445" y="306625"/>
                    </a:lnTo>
                    <a:lnTo>
                      <a:pt x="566070" y="305112"/>
                    </a:lnTo>
                    <a:lnTo>
                      <a:pt x="567383" y="301848"/>
                    </a:lnTo>
                    <a:lnTo>
                      <a:pt x="569335" y="296399"/>
                    </a:lnTo>
                    <a:lnTo>
                      <a:pt x="575628" y="293371"/>
                    </a:lnTo>
                    <a:lnTo>
                      <a:pt x="582729" y="286912"/>
                    </a:lnTo>
                    <a:lnTo>
                      <a:pt x="584479" y="283515"/>
                    </a:lnTo>
                    <a:lnTo>
                      <a:pt x="587441" y="280891"/>
                    </a:lnTo>
                    <a:cubicBezTo>
                      <a:pt x="587441" y="280891"/>
                      <a:pt x="589898" y="278301"/>
                      <a:pt x="590066" y="277998"/>
                    </a:cubicBezTo>
                    <a:cubicBezTo>
                      <a:pt x="590200" y="277695"/>
                      <a:pt x="591883" y="274802"/>
                      <a:pt x="591883" y="274802"/>
                    </a:cubicBezTo>
                    <a:lnTo>
                      <a:pt x="592018" y="273995"/>
                    </a:lnTo>
                    <a:lnTo>
                      <a:pt x="591951" y="272313"/>
                    </a:lnTo>
                    <a:cubicBezTo>
                      <a:pt x="591951" y="272313"/>
                      <a:pt x="591951" y="269992"/>
                      <a:pt x="591580" y="269487"/>
                    </a:cubicBezTo>
                    <a:cubicBezTo>
                      <a:pt x="591210" y="268983"/>
                      <a:pt x="590705" y="267906"/>
                      <a:pt x="590705" y="267906"/>
                    </a:cubicBezTo>
                    <a:cubicBezTo>
                      <a:pt x="590705" y="267906"/>
                      <a:pt x="588888" y="267704"/>
                      <a:pt x="588686" y="267839"/>
                    </a:cubicBezTo>
                    <a:cubicBezTo>
                      <a:pt x="588451" y="267973"/>
                      <a:pt x="587542" y="268915"/>
                      <a:pt x="587104" y="269353"/>
                    </a:cubicBezTo>
                    <a:cubicBezTo>
                      <a:pt x="586667" y="269790"/>
                      <a:pt x="585422" y="271236"/>
                      <a:pt x="585085" y="271236"/>
                    </a:cubicBezTo>
                    <a:cubicBezTo>
                      <a:pt x="584715" y="271236"/>
                      <a:pt x="582124" y="271035"/>
                      <a:pt x="581820" y="271035"/>
                    </a:cubicBezTo>
                    <a:cubicBezTo>
                      <a:pt x="581551" y="271035"/>
                      <a:pt x="581619" y="269016"/>
                      <a:pt x="581619" y="269016"/>
                    </a:cubicBezTo>
                    <a:lnTo>
                      <a:pt x="582763" y="267570"/>
                    </a:lnTo>
                    <a:cubicBezTo>
                      <a:pt x="582763" y="267570"/>
                      <a:pt x="584345" y="265820"/>
                      <a:pt x="584513" y="265383"/>
                    </a:cubicBezTo>
                    <a:cubicBezTo>
                      <a:pt x="584648" y="264946"/>
                      <a:pt x="586532" y="263802"/>
                      <a:pt x="586532" y="263802"/>
                    </a:cubicBezTo>
                    <a:lnTo>
                      <a:pt x="588720" y="261616"/>
                    </a:lnTo>
                    <a:lnTo>
                      <a:pt x="588720" y="259160"/>
                    </a:lnTo>
                    <a:cubicBezTo>
                      <a:pt x="588720" y="259160"/>
                      <a:pt x="589157" y="256973"/>
                      <a:pt x="589157" y="256401"/>
                    </a:cubicBezTo>
                    <a:cubicBezTo>
                      <a:pt x="589157" y="255829"/>
                      <a:pt x="589595" y="254517"/>
                      <a:pt x="589595" y="254517"/>
                    </a:cubicBezTo>
                    <a:lnTo>
                      <a:pt x="590470" y="251187"/>
                    </a:lnTo>
                    <a:lnTo>
                      <a:pt x="590470" y="248160"/>
                    </a:lnTo>
                    <a:lnTo>
                      <a:pt x="590672" y="246713"/>
                    </a:lnTo>
                    <a:lnTo>
                      <a:pt x="593196" y="245704"/>
                    </a:lnTo>
                    <a:cubicBezTo>
                      <a:pt x="593196" y="245704"/>
                      <a:pt x="595652" y="244392"/>
                      <a:pt x="596090" y="243955"/>
                    </a:cubicBezTo>
                    <a:cubicBezTo>
                      <a:pt x="596292" y="243484"/>
                      <a:pt x="595888" y="241734"/>
                      <a:pt x="595888" y="241734"/>
                    </a:cubicBezTo>
                    <a:close/>
                  </a:path>
                </a:pathLst>
              </a:custGeom>
              <a:grpFill/>
              <a:ln w="6350" cap="flat">
                <a:solidFill>
                  <a:schemeClr val="bg1"/>
                </a:solidFill>
                <a:prstDash val="solid"/>
                <a:miter/>
              </a:ln>
            </p:spPr>
            <p:txBody>
              <a:bodyPr rtlCol="0" anchor="ctr"/>
              <a:lstStyle/>
              <a:p>
                <a:endParaRPr lang="en-US"/>
              </a:p>
            </p:txBody>
          </p:sp>
          <p:sp>
            <p:nvSpPr>
              <p:cNvPr id="207" name="Freeform 924">
                <a:extLst>
                  <a:ext uri="{FF2B5EF4-FFF2-40B4-BE49-F238E27FC236}">
                    <a16:creationId xmlns:a16="http://schemas.microsoft.com/office/drawing/2014/main" id="{2EF62CB4-73F3-1612-A726-5BBB81415164}"/>
                  </a:ext>
                </a:extLst>
              </p:cNvPr>
              <p:cNvSpPr/>
              <p:nvPr/>
            </p:nvSpPr>
            <p:spPr>
              <a:xfrm>
                <a:off x="6164299" y="1651739"/>
                <a:ext cx="17365" cy="17122"/>
              </a:xfrm>
              <a:custGeom>
                <a:avLst/>
                <a:gdLst>
                  <a:gd name="connsiteX0" fmla="*/ 0 w 17365"/>
                  <a:gd name="connsiteY0" fmla="*/ 7132 h 17122"/>
                  <a:gd name="connsiteX1" fmla="*/ 0 w 17365"/>
                  <a:gd name="connsiteY1" fmla="*/ 12346 h 17122"/>
                  <a:gd name="connsiteX2" fmla="*/ 539 w 17365"/>
                  <a:gd name="connsiteY2" fmla="*/ 16248 h 17122"/>
                  <a:gd name="connsiteX3" fmla="*/ 4005 w 17365"/>
                  <a:gd name="connsiteY3" fmla="*/ 17123 h 17122"/>
                  <a:gd name="connsiteX4" fmla="*/ 9020 w 17365"/>
                  <a:gd name="connsiteY4" fmla="*/ 15508 h 17122"/>
                  <a:gd name="connsiteX5" fmla="*/ 10971 w 17365"/>
                  <a:gd name="connsiteY5" fmla="*/ 14633 h 17122"/>
                  <a:gd name="connsiteX6" fmla="*/ 14135 w 17365"/>
                  <a:gd name="connsiteY6" fmla="*/ 13456 h 17122"/>
                  <a:gd name="connsiteX7" fmla="*/ 15649 w 17365"/>
                  <a:gd name="connsiteY7" fmla="*/ 12144 h 17122"/>
                  <a:gd name="connsiteX8" fmla="*/ 16390 w 17365"/>
                  <a:gd name="connsiteY8" fmla="*/ 11067 h 17122"/>
                  <a:gd name="connsiteX9" fmla="*/ 16928 w 17365"/>
                  <a:gd name="connsiteY9" fmla="*/ 8343 h 17122"/>
                  <a:gd name="connsiteX10" fmla="*/ 17366 w 17365"/>
                  <a:gd name="connsiteY10" fmla="*/ 7132 h 17122"/>
                  <a:gd name="connsiteX11" fmla="*/ 17366 w 17365"/>
                  <a:gd name="connsiteY11" fmla="*/ 3667 h 17122"/>
                  <a:gd name="connsiteX12" fmla="*/ 17366 w 17365"/>
                  <a:gd name="connsiteY12" fmla="*/ 1076 h 17122"/>
                  <a:gd name="connsiteX13" fmla="*/ 16491 w 17365"/>
                  <a:gd name="connsiteY13" fmla="*/ 1076 h 17122"/>
                  <a:gd name="connsiteX14" fmla="*/ 13125 w 17365"/>
                  <a:gd name="connsiteY14" fmla="*/ 0 h 17122"/>
                  <a:gd name="connsiteX15" fmla="*/ 11813 w 17365"/>
                  <a:gd name="connsiteY15" fmla="*/ 1413 h 17122"/>
                  <a:gd name="connsiteX16" fmla="*/ 10938 w 17365"/>
                  <a:gd name="connsiteY16" fmla="*/ 3801 h 17122"/>
                  <a:gd name="connsiteX17" fmla="*/ 8649 w 17365"/>
                  <a:gd name="connsiteY17" fmla="*/ 4339 h 17122"/>
                  <a:gd name="connsiteX18" fmla="*/ 4611 w 17365"/>
                  <a:gd name="connsiteY18" fmla="*/ 4777 h 17122"/>
                  <a:gd name="connsiteX19" fmla="*/ 2221 w 17365"/>
                  <a:gd name="connsiteY19" fmla="*/ 5551 h 17122"/>
                  <a:gd name="connsiteX20" fmla="*/ 0 w 17365"/>
                  <a:gd name="connsiteY20" fmla="*/ 7132 h 1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365" h="17122">
                    <a:moveTo>
                      <a:pt x="0" y="7132"/>
                    </a:moveTo>
                    <a:lnTo>
                      <a:pt x="0" y="12346"/>
                    </a:lnTo>
                    <a:lnTo>
                      <a:pt x="539" y="16248"/>
                    </a:lnTo>
                    <a:lnTo>
                      <a:pt x="4005" y="17123"/>
                    </a:lnTo>
                    <a:lnTo>
                      <a:pt x="9020" y="15508"/>
                    </a:lnTo>
                    <a:cubicBezTo>
                      <a:pt x="9020" y="15508"/>
                      <a:pt x="10669" y="14633"/>
                      <a:pt x="10971" y="14633"/>
                    </a:cubicBezTo>
                    <a:cubicBezTo>
                      <a:pt x="11308" y="14633"/>
                      <a:pt x="14135" y="13456"/>
                      <a:pt x="14135" y="13456"/>
                    </a:cubicBezTo>
                    <a:lnTo>
                      <a:pt x="15649" y="12144"/>
                    </a:lnTo>
                    <a:lnTo>
                      <a:pt x="16390" y="11067"/>
                    </a:lnTo>
                    <a:lnTo>
                      <a:pt x="16928" y="8343"/>
                    </a:lnTo>
                    <a:lnTo>
                      <a:pt x="17366" y="7132"/>
                    </a:lnTo>
                    <a:lnTo>
                      <a:pt x="17366" y="3667"/>
                    </a:lnTo>
                    <a:lnTo>
                      <a:pt x="17366" y="1076"/>
                    </a:lnTo>
                    <a:lnTo>
                      <a:pt x="16491" y="1076"/>
                    </a:lnTo>
                    <a:lnTo>
                      <a:pt x="13125" y="0"/>
                    </a:lnTo>
                    <a:lnTo>
                      <a:pt x="11813" y="1413"/>
                    </a:lnTo>
                    <a:lnTo>
                      <a:pt x="10938" y="3801"/>
                    </a:lnTo>
                    <a:lnTo>
                      <a:pt x="8649" y="4339"/>
                    </a:lnTo>
                    <a:lnTo>
                      <a:pt x="4611" y="4777"/>
                    </a:lnTo>
                    <a:lnTo>
                      <a:pt x="2221" y="5551"/>
                    </a:lnTo>
                    <a:lnTo>
                      <a:pt x="0" y="7132"/>
                    </a:lnTo>
                    <a:close/>
                  </a:path>
                </a:pathLst>
              </a:custGeom>
              <a:grpFill/>
              <a:ln w="6350" cap="flat">
                <a:solidFill>
                  <a:schemeClr val="bg1"/>
                </a:solidFill>
                <a:prstDash val="solid"/>
                <a:miter/>
              </a:ln>
            </p:spPr>
            <p:txBody>
              <a:bodyPr rtlCol="0" anchor="ctr"/>
              <a:lstStyle/>
              <a:p>
                <a:endParaRPr lang="en-US"/>
              </a:p>
            </p:txBody>
          </p:sp>
          <p:sp>
            <p:nvSpPr>
              <p:cNvPr id="208" name="Freeform 925">
                <a:extLst>
                  <a:ext uri="{FF2B5EF4-FFF2-40B4-BE49-F238E27FC236}">
                    <a16:creationId xmlns:a16="http://schemas.microsoft.com/office/drawing/2014/main" id="{11CC7DE1-E539-00A6-09E5-FBD7EA1AAB6B}"/>
                  </a:ext>
                </a:extLst>
              </p:cNvPr>
              <p:cNvSpPr/>
              <p:nvPr/>
            </p:nvSpPr>
            <p:spPr>
              <a:xfrm>
                <a:off x="6167462" y="1670174"/>
                <a:ext cx="17063" cy="11605"/>
              </a:xfrm>
              <a:custGeom>
                <a:avLst/>
                <a:gdLst>
                  <a:gd name="connsiteX0" fmla="*/ 2491 w 17063"/>
                  <a:gd name="connsiteY0" fmla="*/ 2220 h 11605"/>
                  <a:gd name="connsiteX1" fmla="*/ 4544 w 17063"/>
                  <a:gd name="connsiteY1" fmla="*/ 0 h 11605"/>
                  <a:gd name="connsiteX2" fmla="*/ 8145 w 17063"/>
                  <a:gd name="connsiteY2" fmla="*/ 0 h 11605"/>
                  <a:gd name="connsiteX3" fmla="*/ 11611 w 17063"/>
                  <a:gd name="connsiteY3" fmla="*/ 0 h 11605"/>
                  <a:gd name="connsiteX4" fmla="*/ 14236 w 17063"/>
                  <a:gd name="connsiteY4" fmla="*/ 2590 h 11605"/>
                  <a:gd name="connsiteX5" fmla="*/ 15313 w 17063"/>
                  <a:gd name="connsiteY5" fmla="*/ 5416 h 11605"/>
                  <a:gd name="connsiteX6" fmla="*/ 15953 w 17063"/>
                  <a:gd name="connsiteY6" fmla="*/ 7804 h 11605"/>
                  <a:gd name="connsiteX7" fmla="*/ 17063 w 17063"/>
                  <a:gd name="connsiteY7" fmla="*/ 8612 h 11605"/>
                  <a:gd name="connsiteX8" fmla="*/ 14236 w 17063"/>
                  <a:gd name="connsiteY8" fmla="*/ 10428 h 11605"/>
                  <a:gd name="connsiteX9" fmla="*/ 11611 w 17063"/>
                  <a:gd name="connsiteY9" fmla="*/ 10428 h 11605"/>
                  <a:gd name="connsiteX10" fmla="*/ 6630 w 17063"/>
                  <a:gd name="connsiteY10" fmla="*/ 11606 h 11605"/>
                  <a:gd name="connsiteX11" fmla="*/ 1515 w 17063"/>
                  <a:gd name="connsiteY11" fmla="*/ 10327 h 11605"/>
                  <a:gd name="connsiteX12" fmla="*/ 0 w 17063"/>
                  <a:gd name="connsiteY12" fmla="*/ 8040 h 11605"/>
                  <a:gd name="connsiteX13" fmla="*/ 539 w 17063"/>
                  <a:gd name="connsiteY13" fmla="*/ 5820 h 11605"/>
                  <a:gd name="connsiteX14" fmla="*/ 976 w 17063"/>
                  <a:gd name="connsiteY14" fmla="*/ 3364 h 1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63" h="11605">
                    <a:moveTo>
                      <a:pt x="2491" y="2220"/>
                    </a:moveTo>
                    <a:lnTo>
                      <a:pt x="4544" y="0"/>
                    </a:lnTo>
                    <a:lnTo>
                      <a:pt x="8145" y="0"/>
                    </a:lnTo>
                    <a:lnTo>
                      <a:pt x="11611" y="0"/>
                    </a:lnTo>
                    <a:lnTo>
                      <a:pt x="14236" y="2590"/>
                    </a:lnTo>
                    <a:lnTo>
                      <a:pt x="15313" y="5416"/>
                    </a:lnTo>
                    <a:lnTo>
                      <a:pt x="15953" y="7804"/>
                    </a:lnTo>
                    <a:lnTo>
                      <a:pt x="17063" y="8612"/>
                    </a:lnTo>
                    <a:lnTo>
                      <a:pt x="14236" y="10428"/>
                    </a:lnTo>
                    <a:lnTo>
                      <a:pt x="11611" y="10428"/>
                    </a:lnTo>
                    <a:lnTo>
                      <a:pt x="6630" y="11606"/>
                    </a:lnTo>
                    <a:lnTo>
                      <a:pt x="1515" y="10327"/>
                    </a:lnTo>
                    <a:lnTo>
                      <a:pt x="0" y="8040"/>
                    </a:lnTo>
                    <a:lnTo>
                      <a:pt x="539" y="5820"/>
                    </a:lnTo>
                    <a:lnTo>
                      <a:pt x="976" y="3364"/>
                    </a:lnTo>
                    <a:close/>
                  </a:path>
                </a:pathLst>
              </a:custGeom>
              <a:grpFill/>
              <a:ln w="6350" cap="flat">
                <a:solidFill>
                  <a:schemeClr val="bg1"/>
                </a:solidFill>
                <a:prstDash val="solid"/>
                <a:miter/>
              </a:ln>
            </p:spPr>
            <p:txBody>
              <a:bodyPr rtlCol="0" anchor="ctr"/>
              <a:lstStyle/>
              <a:p>
                <a:endParaRPr lang="en-US"/>
              </a:p>
            </p:txBody>
          </p:sp>
          <p:sp>
            <p:nvSpPr>
              <p:cNvPr id="209" name="Freeform 926">
                <a:extLst>
                  <a:ext uri="{FF2B5EF4-FFF2-40B4-BE49-F238E27FC236}">
                    <a16:creationId xmlns:a16="http://schemas.microsoft.com/office/drawing/2014/main" id="{E085676A-F398-2DB8-4542-828CA0D48C8E}"/>
                  </a:ext>
                </a:extLst>
              </p:cNvPr>
              <p:cNvSpPr/>
              <p:nvPr/>
            </p:nvSpPr>
            <p:spPr>
              <a:xfrm>
                <a:off x="6286094" y="1672596"/>
                <a:ext cx="8649" cy="10226"/>
              </a:xfrm>
              <a:custGeom>
                <a:avLst/>
                <a:gdLst>
                  <a:gd name="connsiteX0" fmla="*/ 942 w 8649"/>
                  <a:gd name="connsiteY0" fmla="*/ 6190 h 10226"/>
                  <a:gd name="connsiteX1" fmla="*/ 3702 w 8649"/>
                  <a:gd name="connsiteY1" fmla="*/ 7569 h 10226"/>
                  <a:gd name="connsiteX2" fmla="*/ 6698 w 8649"/>
                  <a:gd name="connsiteY2" fmla="*/ 8612 h 10226"/>
                  <a:gd name="connsiteX3" fmla="*/ 7034 w 8649"/>
                  <a:gd name="connsiteY3" fmla="*/ 10226 h 10226"/>
                  <a:gd name="connsiteX4" fmla="*/ 8010 w 8649"/>
                  <a:gd name="connsiteY4" fmla="*/ 8477 h 10226"/>
                  <a:gd name="connsiteX5" fmla="*/ 8649 w 8649"/>
                  <a:gd name="connsiteY5" fmla="*/ 5652 h 10226"/>
                  <a:gd name="connsiteX6" fmla="*/ 8649 w 8649"/>
                  <a:gd name="connsiteY6" fmla="*/ 3633 h 10226"/>
                  <a:gd name="connsiteX7" fmla="*/ 7000 w 8649"/>
                  <a:gd name="connsiteY7" fmla="*/ 370 h 10226"/>
                  <a:gd name="connsiteX8" fmla="*/ 5318 w 8649"/>
                  <a:gd name="connsiteY8" fmla="*/ 0 h 10226"/>
                  <a:gd name="connsiteX9" fmla="*/ 3837 w 8649"/>
                  <a:gd name="connsiteY9" fmla="*/ 606 h 10226"/>
                  <a:gd name="connsiteX10" fmla="*/ 371 w 8649"/>
                  <a:gd name="connsiteY10" fmla="*/ 2018 h 10226"/>
                  <a:gd name="connsiteX11" fmla="*/ 0 w 8649"/>
                  <a:gd name="connsiteY11" fmla="*/ 4777 h 10226"/>
                  <a:gd name="connsiteX12" fmla="*/ 942 w 8649"/>
                  <a:gd name="connsiteY12" fmla="*/ 6190 h 1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9" h="10226">
                    <a:moveTo>
                      <a:pt x="942" y="6190"/>
                    </a:moveTo>
                    <a:lnTo>
                      <a:pt x="3702" y="7569"/>
                    </a:lnTo>
                    <a:lnTo>
                      <a:pt x="6698" y="8612"/>
                    </a:lnTo>
                    <a:cubicBezTo>
                      <a:pt x="6698" y="8612"/>
                      <a:pt x="6899" y="10193"/>
                      <a:pt x="7034" y="10226"/>
                    </a:cubicBezTo>
                    <a:cubicBezTo>
                      <a:pt x="7168" y="10260"/>
                      <a:pt x="8010" y="8477"/>
                      <a:pt x="8010" y="8477"/>
                    </a:cubicBezTo>
                    <a:lnTo>
                      <a:pt x="8649" y="5652"/>
                    </a:lnTo>
                    <a:lnTo>
                      <a:pt x="8649" y="3633"/>
                    </a:lnTo>
                    <a:lnTo>
                      <a:pt x="7000" y="370"/>
                    </a:lnTo>
                    <a:lnTo>
                      <a:pt x="5318" y="0"/>
                    </a:lnTo>
                    <a:lnTo>
                      <a:pt x="3837" y="606"/>
                    </a:lnTo>
                    <a:lnTo>
                      <a:pt x="371" y="2018"/>
                    </a:lnTo>
                    <a:lnTo>
                      <a:pt x="0" y="4777"/>
                    </a:lnTo>
                    <a:lnTo>
                      <a:pt x="942" y="6190"/>
                    </a:lnTo>
                    <a:close/>
                  </a:path>
                </a:pathLst>
              </a:custGeom>
              <a:grpFill/>
              <a:ln w="6350" cap="flat">
                <a:solidFill>
                  <a:schemeClr val="bg1"/>
                </a:solidFill>
                <a:prstDash val="solid"/>
                <a:miter/>
              </a:ln>
            </p:spPr>
            <p:txBody>
              <a:bodyPr rtlCol="0" anchor="ctr"/>
              <a:lstStyle/>
              <a:p>
                <a:endParaRPr lang="en-US"/>
              </a:p>
            </p:txBody>
          </p:sp>
          <p:sp>
            <p:nvSpPr>
              <p:cNvPr id="210" name="Freeform 927">
                <a:extLst>
                  <a:ext uri="{FF2B5EF4-FFF2-40B4-BE49-F238E27FC236}">
                    <a16:creationId xmlns:a16="http://schemas.microsoft.com/office/drawing/2014/main" id="{6B3498C8-905D-1311-9916-840894A33484}"/>
                  </a:ext>
                </a:extLst>
              </p:cNvPr>
              <p:cNvSpPr/>
              <p:nvPr/>
            </p:nvSpPr>
            <p:spPr>
              <a:xfrm>
                <a:off x="6301677" y="1678853"/>
                <a:ext cx="8985" cy="5752"/>
              </a:xfrm>
              <a:custGeom>
                <a:avLst/>
                <a:gdLst>
                  <a:gd name="connsiteX0" fmla="*/ 0 w 8985"/>
                  <a:gd name="connsiteY0" fmla="*/ 1783 h 5752"/>
                  <a:gd name="connsiteX1" fmla="*/ 1515 w 8985"/>
                  <a:gd name="connsiteY1" fmla="*/ 0 h 5752"/>
                  <a:gd name="connsiteX2" fmla="*/ 4342 w 8985"/>
                  <a:gd name="connsiteY2" fmla="*/ 0 h 5752"/>
                  <a:gd name="connsiteX3" fmla="*/ 7337 w 8985"/>
                  <a:gd name="connsiteY3" fmla="*/ 908 h 5752"/>
                  <a:gd name="connsiteX4" fmla="*/ 8986 w 8985"/>
                  <a:gd name="connsiteY4" fmla="*/ 1783 h 5752"/>
                  <a:gd name="connsiteX5" fmla="*/ 8145 w 8985"/>
                  <a:gd name="connsiteY5" fmla="*/ 4339 h 5752"/>
                  <a:gd name="connsiteX6" fmla="*/ 5385 w 8985"/>
                  <a:gd name="connsiteY6" fmla="*/ 5752 h 5752"/>
                  <a:gd name="connsiteX7" fmla="*/ 2053 w 8985"/>
                  <a:gd name="connsiteY7" fmla="*/ 4844 h 5752"/>
                  <a:gd name="connsiteX8" fmla="*/ 0 w 8985"/>
                  <a:gd name="connsiteY8" fmla="*/ 3263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85" h="5752">
                    <a:moveTo>
                      <a:pt x="0" y="1783"/>
                    </a:moveTo>
                    <a:lnTo>
                      <a:pt x="1515" y="0"/>
                    </a:lnTo>
                    <a:lnTo>
                      <a:pt x="4342" y="0"/>
                    </a:lnTo>
                    <a:lnTo>
                      <a:pt x="7337" y="908"/>
                    </a:lnTo>
                    <a:lnTo>
                      <a:pt x="8986" y="1783"/>
                    </a:lnTo>
                    <a:lnTo>
                      <a:pt x="8145" y="4339"/>
                    </a:lnTo>
                    <a:lnTo>
                      <a:pt x="5385" y="5752"/>
                    </a:lnTo>
                    <a:lnTo>
                      <a:pt x="2053" y="4844"/>
                    </a:lnTo>
                    <a:lnTo>
                      <a:pt x="0" y="3263"/>
                    </a:lnTo>
                    <a:close/>
                  </a:path>
                </a:pathLst>
              </a:custGeom>
              <a:grpFill/>
              <a:ln w="6350" cap="flat">
                <a:solidFill>
                  <a:schemeClr val="bg1"/>
                </a:solidFill>
                <a:prstDash val="solid"/>
                <a:miter/>
              </a:ln>
            </p:spPr>
            <p:txBody>
              <a:bodyPr rtlCol="0" anchor="ctr"/>
              <a:lstStyle/>
              <a:p>
                <a:endParaRPr lang="en-US"/>
              </a:p>
            </p:txBody>
          </p:sp>
          <p:sp>
            <p:nvSpPr>
              <p:cNvPr id="211" name="Freeform 928">
                <a:extLst>
                  <a:ext uri="{FF2B5EF4-FFF2-40B4-BE49-F238E27FC236}">
                    <a16:creationId xmlns:a16="http://schemas.microsoft.com/office/drawing/2014/main" id="{6F52CE9A-EE31-862D-A456-C557650667A2}"/>
                  </a:ext>
                </a:extLst>
              </p:cNvPr>
              <p:cNvSpPr/>
              <p:nvPr/>
            </p:nvSpPr>
            <p:spPr>
              <a:xfrm>
                <a:off x="6306859" y="1701459"/>
                <a:ext cx="5754" cy="7064"/>
              </a:xfrm>
              <a:custGeom>
                <a:avLst/>
                <a:gdLst>
                  <a:gd name="connsiteX0" fmla="*/ 572 w 5754"/>
                  <a:gd name="connsiteY0" fmla="*/ 2052 h 7064"/>
                  <a:gd name="connsiteX1" fmla="*/ 2221 w 5754"/>
                  <a:gd name="connsiteY1" fmla="*/ 0 h 7064"/>
                  <a:gd name="connsiteX2" fmla="*/ 4375 w 5754"/>
                  <a:gd name="connsiteY2" fmla="*/ 0 h 7064"/>
                  <a:gd name="connsiteX3" fmla="*/ 5486 w 5754"/>
                  <a:gd name="connsiteY3" fmla="*/ 3667 h 7064"/>
                  <a:gd name="connsiteX4" fmla="*/ 5755 w 5754"/>
                  <a:gd name="connsiteY4" fmla="*/ 5988 h 7064"/>
                  <a:gd name="connsiteX5" fmla="*/ 4409 w 5754"/>
                  <a:gd name="connsiteY5" fmla="*/ 7064 h 7064"/>
                  <a:gd name="connsiteX6" fmla="*/ 2154 w 5754"/>
                  <a:gd name="connsiteY6" fmla="*/ 6694 h 7064"/>
                  <a:gd name="connsiteX7" fmla="*/ 572 w 5754"/>
                  <a:gd name="connsiteY7" fmla="*/ 4777 h 7064"/>
                  <a:gd name="connsiteX8" fmla="*/ 0 w 5754"/>
                  <a:gd name="connsiteY8" fmla="*/ 2960 h 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4" h="7064">
                    <a:moveTo>
                      <a:pt x="572" y="2052"/>
                    </a:moveTo>
                    <a:lnTo>
                      <a:pt x="2221" y="0"/>
                    </a:lnTo>
                    <a:lnTo>
                      <a:pt x="4375" y="0"/>
                    </a:lnTo>
                    <a:lnTo>
                      <a:pt x="5486" y="3667"/>
                    </a:lnTo>
                    <a:lnTo>
                      <a:pt x="5755" y="5988"/>
                    </a:lnTo>
                    <a:lnTo>
                      <a:pt x="4409" y="7064"/>
                    </a:lnTo>
                    <a:lnTo>
                      <a:pt x="2154" y="6694"/>
                    </a:lnTo>
                    <a:lnTo>
                      <a:pt x="572" y="4777"/>
                    </a:lnTo>
                    <a:lnTo>
                      <a:pt x="0" y="2960"/>
                    </a:lnTo>
                    <a:close/>
                  </a:path>
                </a:pathLst>
              </a:custGeom>
              <a:grpFill/>
              <a:ln w="6350" cap="flat">
                <a:solidFill>
                  <a:schemeClr val="bg1"/>
                </a:solidFill>
                <a:prstDash val="solid"/>
                <a:miter/>
              </a:ln>
            </p:spPr>
            <p:txBody>
              <a:bodyPr rtlCol="0" anchor="ctr"/>
              <a:lstStyle/>
              <a:p>
                <a:endParaRPr lang="en-US"/>
              </a:p>
            </p:txBody>
          </p:sp>
          <p:sp>
            <p:nvSpPr>
              <p:cNvPr id="212" name="Freeform 929">
                <a:extLst>
                  <a:ext uri="{FF2B5EF4-FFF2-40B4-BE49-F238E27FC236}">
                    <a16:creationId xmlns:a16="http://schemas.microsoft.com/office/drawing/2014/main" id="{5BC0396E-B12C-6757-8DEC-E6D5793EF2E8}"/>
                  </a:ext>
                </a:extLst>
              </p:cNvPr>
              <p:cNvSpPr/>
              <p:nvPr/>
            </p:nvSpPr>
            <p:spPr>
              <a:xfrm>
                <a:off x="6345259" y="1691972"/>
                <a:ext cx="5081" cy="6727"/>
              </a:xfrm>
              <a:custGeom>
                <a:avLst/>
                <a:gdLst>
                  <a:gd name="connsiteX0" fmla="*/ 34 w 5081"/>
                  <a:gd name="connsiteY0" fmla="*/ 5416 h 6727"/>
                  <a:gd name="connsiteX1" fmla="*/ 0 w 5081"/>
                  <a:gd name="connsiteY1" fmla="*/ 1547 h 6727"/>
                  <a:gd name="connsiteX2" fmla="*/ 1986 w 5081"/>
                  <a:gd name="connsiteY2" fmla="*/ 0 h 6727"/>
                  <a:gd name="connsiteX3" fmla="*/ 4139 w 5081"/>
                  <a:gd name="connsiteY3" fmla="*/ 774 h 6727"/>
                  <a:gd name="connsiteX4" fmla="*/ 5082 w 5081"/>
                  <a:gd name="connsiteY4" fmla="*/ 3028 h 6727"/>
                  <a:gd name="connsiteX5" fmla="*/ 5082 w 5081"/>
                  <a:gd name="connsiteY5" fmla="*/ 5113 h 6727"/>
                  <a:gd name="connsiteX6" fmla="*/ 3197 w 5081"/>
                  <a:gd name="connsiteY6" fmla="*/ 6526 h 6727"/>
                  <a:gd name="connsiteX7" fmla="*/ 1952 w 5081"/>
                  <a:gd name="connsiteY7" fmla="*/ 6728 h 6727"/>
                  <a:gd name="connsiteX8" fmla="*/ 34 w 5081"/>
                  <a:gd name="connsiteY8" fmla="*/ 5416 h 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1" h="6727">
                    <a:moveTo>
                      <a:pt x="34" y="5416"/>
                    </a:moveTo>
                    <a:cubicBezTo>
                      <a:pt x="67" y="5349"/>
                      <a:pt x="0" y="1547"/>
                      <a:pt x="0" y="1547"/>
                    </a:cubicBezTo>
                    <a:lnTo>
                      <a:pt x="1986" y="0"/>
                    </a:lnTo>
                    <a:lnTo>
                      <a:pt x="4139" y="774"/>
                    </a:lnTo>
                    <a:lnTo>
                      <a:pt x="5082" y="3028"/>
                    </a:lnTo>
                    <a:lnTo>
                      <a:pt x="5082" y="5113"/>
                    </a:lnTo>
                    <a:lnTo>
                      <a:pt x="3197" y="6526"/>
                    </a:lnTo>
                    <a:lnTo>
                      <a:pt x="1952" y="6728"/>
                    </a:lnTo>
                    <a:lnTo>
                      <a:pt x="34" y="5416"/>
                    </a:lnTo>
                    <a:close/>
                  </a:path>
                </a:pathLst>
              </a:custGeom>
              <a:grpFill/>
              <a:ln w="6350" cap="flat">
                <a:solidFill>
                  <a:schemeClr val="bg1"/>
                </a:solidFill>
                <a:prstDash val="solid"/>
                <a:miter/>
              </a:ln>
            </p:spPr>
            <p:txBody>
              <a:bodyPr rtlCol="0" anchor="ctr"/>
              <a:lstStyle/>
              <a:p>
                <a:endParaRPr lang="en-US"/>
              </a:p>
            </p:txBody>
          </p:sp>
          <p:sp>
            <p:nvSpPr>
              <p:cNvPr id="213" name="Freeform 930">
                <a:extLst>
                  <a:ext uri="{FF2B5EF4-FFF2-40B4-BE49-F238E27FC236}">
                    <a16:creationId xmlns:a16="http://schemas.microsoft.com/office/drawing/2014/main" id="{F4CFE39B-302F-49F2-D948-4847FB317A16}"/>
                  </a:ext>
                </a:extLst>
              </p:cNvPr>
              <p:cNvSpPr/>
              <p:nvPr/>
            </p:nvSpPr>
            <p:spPr>
              <a:xfrm>
                <a:off x="6200713" y="1506315"/>
                <a:ext cx="3702" cy="7669"/>
              </a:xfrm>
              <a:custGeom>
                <a:avLst/>
                <a:gdLst>
                  <a:gd name="connsiteX0" fmla="*/ 2221 w 3702"/>
                  <a:gd name="connsiteY0" fmla="*/ 7670 h 7669"/>
                  <a:gd name="connsiteX1" fmla="*/ 0 w 3702"/>
                  <a:gd name="connsiteY1" fmla="*/ 4979 h 7669"/>
                  <a:gd name="connsiteX2" fmla="*/ 337 w 3702"/>
                  <a:gd name="connsiteY2" fmla="*/ 1951 h 7669"/>
                  <a:gd name="connsiteX3" fmla="*/ 1481 w 3702"/>
                  <a:gd name="connsiteY3" fmla="*/ 0 h 7669"/>
                  <a:gd name="connsiteX4" fmla="*/ 3568 w 3702"/>
                  <a:gd name="connsiteY4" fmla="*/ 1379 h 7669"/>
                  <a:gd name="connsiteX5" fmla="*/ 3702 w 3702"/>
                  <a:gd name="connsiteY5" fmla="*/ 3835 h 7669"/>
                  <a:gd name="connsiteX6" fmla="*/ 3467 w 3702"/>
                  <a:gd name="connsiteY6" fmla="*/ 6055 h 7669"/>
                  <a:gd name="connsiteX7" fmla="*/ 2221 w 3702"/>
                  <a:gd name="connsiteY7" fmla="*/ 7670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2" h="7669">
                    <a:moveTo>
                      <a:pt x="2221" y="7670"/>
                    </a:moveTo>
                    <a:lnTo>
                      <a:pt x="0" y="4979"/>
                    </a:lnTo>
                    <a:lnTo>
                      <a:pt x="337" y="1951"/>
                    </a:lnTo>
                    <a:lnTo>
                      <a:pt x="1481" y="0"/>
                    </a:lnTo>
                    <a:lnTo>
                      <a:pt x="3568" y="1379"/>
                    </a:lnTo>
                    <a:cubicBezTo>
                      <a:pt x="3568" y="1379"/>
                      <a:pt x="3702" y="3633"/>
                      <a:pt x="3702" y="3835"/>
                    </a:cubicBezTo>
                    <a:cubicBezTo>
                      <a:pt x="3702" y="4037"/>
                      <a:pt x="3467" y="6055"/>
                      <a:pt x="3467" y="6055"/>
                    </a:cubicBezTo>
                    <a:lnTo>
                      <a:pt x="2221" y="7670"/>
                    </a:lnTo>
                    <a:close/>
                  </a:path>
                </a:pathLst>
              </a:custGeom>
              <a:grpFill/>
              <a:ln w="6350" cap="flat">
                <a:solidFill>
                  <a:schemeClr val="bg1"/>
                </a:solidFill>
                <a:prstDash val="solid"/>
                <a:miter/>
              </a:ln>
            </p:spPr>
            <p:txBody>
              <a:bodyPr rtlCol="0" anchor="ctr"/>
              <a:lstStyle/>
              <a:p>
                <a:endParaRPr lang="en-US"/>
              </a:p>
            </p:txBody>
          </p:sp>
        </p:grpSp>
        <p:sp>
          <p:nvSpPr>
            <p:cNvPr id="185" name="Freeform 902">
              <a:extLst>
                <a:ext uri="{FF2B5EF4-FFF2-40B4-BE49-F238E27FC236}">
                  <a16:creationId xmlns:a16="http://schemas.microsoft.com/office/drawing/2014/main" id="{4A6DC52C-ACBD-4329-6A1C-8CDE54AEF4E9}"/>
                </a:ext>
              </a:extLst>
            </p:cNvPr>
            <p:cNvSpPr/>
            <p:nvPr/>
          </p:nvSpPr>
          <p:spPr>
            <a:xfrm>
              <a:off x="8243874" y="2118568"/>
              <a:ext cx="427891" cy="307468"/>
            </a:xfrm>
            <a:custGeom>
              <a:avLst/>
              <a:gdLst>
                <a:gd name="connsiteX0" fmla="*/ 816292 w 821508"/>
                <a:gd name="connsiteY0" fmla="*/ 265451 h 590308"/>
                <a:gd name="connsiteX1" fmla="*/ 817604 w 821508"/>
                <a:gd name="connsiteY1" fmla="*/ 263702 h 590308"/>
                <a:gd name="connsiteX2" fmla="*/ 819186 w 821508"/>
                <a:gd name="connsiteY2" fmla="*/ 262625 h 590308"/>
                <a:gd name="connsiteX3" fmla="*/ 820566 w 821508"/>
                <a:gd name="connsiteY3" fmla="*/ 261683 h 590308"/>
                <a:gd name="connsiteX4" fmla="*/ 821508 w 821508"/>
                <a:gd name="connsiteY4" fmla="*/ 258925 h 590308"/>
                <a:gd name="connsiteX5" fmla="*/ 821138 w 821508"/>
                <a:gd name="connsiteY5" fmla="*/ 256671 h 590308"/>
                <a:gd name="connsiteX6" fmla="*/ 819691 w 821508"/>
                <a:gd name="connsiteY6" fmla="*/ 254148 h 590308"/>
                <a:gd name="connsiteX7" fmla="*/ 818109 w 821508"/>
                <a:gd name="connsiteY7" fmla="*/ 252197 h 590308"/>
                <a:gd name="connsiteX8" fmla="*/ 816797 w 821508"/>
                <a:gd name="connsiteY8" fmla="*/ 250818 h 590308"/>
                <a:gd name="connsiteX9" fmla="*/ 816730 w 821508"/>
                <a:gd name="connsiteY9" fmla="*/ 248429 h 590308"/>
                <a:gd name="connsiteX10" fmla="*/ 817739 w 821508"/>
                <a:gd name="connsiteY10" fmla="*/ 246545 h 590308"/>
                <a:gd name="connsiteX11" fmla="*/ 819691 w 821508"/>
                <a:gd name="connsiteY11" fmla="*/ 245233 h 590308"/>
                <a:gd name="connsiteX12" fmla="*/ 820499 w 821508"/>
                <a:gd name="connsiteY12" fmla="*/ 244359 h 590308"/>
                <a:gd name="connsiteX13" fmla="*/ 819927 w 821508"/>
                <a:gd name="connsiteY13" fmla="*/ 242778 h 590308"/>
                <a:gd name="connsiteX14" fmla="*/ 818547 w 821508"/>
                <a:gd name="connsiteY14" fmla="*/ 241768 h 590308"/>
                <a:gd name="connsiteX15" fmla="*/ 818614 w 821508"/>
                <a:gd name="connsiteY15" fmla="*/ 237698 h 590308"/>
                <a:gd name="connsiteX16" fmla="*/ 817672 w 821508"/>
                <a:gd name="connsiteY16" fmla="*/ 235108 h 590308"/>
                <a:gd name="connsiteX17" fmla="*/ 816730 w 821508"/>
                <a:gd name="connsiteY17" fmla="*/ 231979 h 590308"/>
                <a:gd name="connsiteX18" fmla="*/ 817672 w 821508"/>
                <a:gd name="connsiteY18" fmla="*/ 229389 h 590308"/>
                <a:gd name="connsiteX19" fmla="*/ 817739 w 821508"/>
                <a:gd name="connsiteY19" fmla="*/ 227001 h 590308"/>
                <a:gd name="connsiteX20" fmla="*/ 817941 w 821508"/>
                <a:gd name="connsiteY20" fmla="*/ 223098 h 590308"/>
                <a:gd name="connsiteX21" fmla="*/ 817133 w 821508"/>
                <a:gd name="connsiteY21" fmla="*/ 221719 h 590308"/>
                <a:gd name="connsiteX22" fmla="*/ 815686 w 821508"/>
                <a:gd name="connsiteY22" fmla="*/ 220845 h 590308"/>
                <a:gd name="connsiteX23" fmla="*/ 812220 w 821508"/>
                <a:gd name="connsiteY23" fmla="*/ 219465 h 590308"/>
                <a:gd name="connsiteX24" fmla="*/ 810200 w 821508"/>
                <a:gd name="connsiteY24" fmla="*/ 218153 h 590308"/>
                <a:gd name="connsiteX25" fmla="*/ 808114 w 821508"/>
                <a:gd name="connsiteY25" fmla="*/ 216842 h 590308"/>
                <a:gd name="connsiteX26" fmla="*/ 805590 w 821508"/>
                <a:gd name="connsiteY26" fmla="*/ 216404 h 590308"/>
                <a:gd name="connsiteX27" fmla="*/ 803268 w 821508"/>
                <a:gd name="connsiteY27" fmla="*/ 215900 h 590308"/>
                <a:gd name="connsiteX28" fmla="*/ 801618 w 821508"/>
                <a:gd name="connsiteY28" fmla="*/ 215900 h 590308"/>
                <a:gd name="connsiteX29" fmla="*/ 800104 w 821508"/>
                <a:gd name="connsiteY29" fmla="*/ 215193 h 590308"/>
                <a:gd name="connsiteX30" fmla="*/ 798152 w 821508"/>
                <a:gd name="connsiteY30" fmla="*/ 216068 h 590308"/>
                <a:gd name="connsiteX31" fmla="*/ 796267 w 821508"/>
                <a:gd name="connsiteY31" fmla="*/ 217582 h 590308"/>
                <a:gd name="connsiteX32" fmla="*/ 795191 w 821508"/>
                <a:gd name="connsiteY32" fmla="*/ 218961 h 590308"/>
                <a:gd name="connsiteX33" fmla="*/ 793945 w 821508"/>
                <a:gd name="connsiteY33" fmla="*/ 220407 h 590308"/>
                <a:gd name="connsiteX34" fmla="*/ 792936 w 821508"/>
                <a:gd name="connsiteY34" fmla="*/ 222224 h 590308"/>
                <a:gd name="connsiteX35" fmla="*/ 791489 w 821508"/>
                <a:gd name="connsiteY35" fmla="*/ 222661 h 590308"/>
                <a:gd name="connsiteX36" fmla="*/ 790479 w 821508"/>
                <a:gd name="connsiteY36" fmla="*/ 223166 h 590308"/>
                <a:gd name="connsiteX37" fmla="*/ 788965 w 821508"/>
                <a:gd name="connsiteY37" fmla="*/ 223098 h 590308"/>
                <a:gd name="connsiteX38" fmla="*/ 787585 w 821508"/>
                <a:gd name="connsiteY38" fmla="*/ 222897 h 590308"/>
                <a:gd name="connsiteX39" fmla="*/ 786003 w 821508"/>
                <a:gd name="connsiteY39" fmla="*/ 222897 h 590308"/>
                <a:gd name="connsiteX40" fmla="*/ 783983 w 821508"/>
                <a:gd name="connsiteY40" fmla="*/ 222392 h 590308"/>
                <a:gd name="connsiteX41" fmla="*/ 781964 w 821508"/>
                <a:gd name="connsiteY41" fmla="*/ 220576 h 590308"/>
                <a:gd name="connsiteX42" fmla="*/ 777185 w 821508"/>
                <a:gd name="connsiteY42" fmla="*/ 217312 h 590308"/>
                <a:gd name="connsiteX43" fmla="*/ 772339 w 821508"/>
                <a:gd name="connsiteY43" fmla="*/ 213915 h 590308"/>
                <a:gd name="connsiteX44" fmla="*/ 768502 w 821508"/>
                <a:gd name="connsiteY44" fmla="*/ 212098 h 590308"/>
                <a:gd name="connsiteX45" fmla="*/ 763084 w 821508"/>
                <a:gd name="connsiteY45" fmla="*/ 210215 h 590308"/>
                <a:gd name="connsiteX46" fmla="*/ 759820 w 821508"/>
                <a:gd name="connsiteY46" fmla="*/ 209273 h 590308"/>
                <a:gd name="connsiteX47" fmla="*/ 754906 w 821508"/>
                <a:gd name="connsiteY47" fmla="*/ 208465 h 590308"/>
                <a:gd name="connsiteX48" fmla="*/ 751945 w 821508"/>
                <a:gd name="connsiteY48" fmla="*/ 208095 h 590308"/>
                <a:gd name="connsiteX49" fmla="*/ 748377 w 821508"/>
                <a:gd name="connsiteY49" fmla="*/ 206346 h 590308"/>
                <a:gd name="connsiteX50" fmla="*/ 744372 w 821508"/>
                <a:gd name="connsiteY50" fmla="*/ 201704 h 590308"/>
                <a:gd name="connsiteX51" fmla="*/ 741612 w 821508"/>
                <a:gd name="connsiteY51" fmla="*/ 198441 h 590308"/>
                <a:gd name="connsiteX52" fmla="*/ 740367 w 821508"/>
                <a:gd name="connsiteY52" fmla="*/ 196355 h 590308"/>
                <a:gd name="connsiteX53" fmla="*/ 739795 w 821508"/>
                <a:gd name="connsiteY53" fmla="*/ 192520 h 590308"/>
                <a:gd name="connsiteX54" fmla="*/ 738718 w 821508"/>
                <a:gd name="connsiteY54" fmla="*/ 188752 h 590308"/>
                <a:gd name="connsiteX55" fmla="*/ 736699 w 821508"/>
                <a:gd name="connsiteY55" fmla="*/ 185927 h 590308"/>
                <a:gd name="connsiteX56" fmla="*/ 734949 w 821508"/>
                <a:gd name="connsiteY56" fmla="*/ 182529 h 590308"/>
                <a:gd name="connsiteX57" fmla="*/ 735454 w 821508"/>
                <a:gd name="connsiteY57" fmla="*/ 180073 h 590308"/>
                <a:gd name="connsiteX58" fmla="*/ 736396 w 821508"/>
                <a:gd name="connsiteY58" fmla="*/ 177180 h 590308"/>
                <a:gd name="connsiteX59" fmla="*/ 736530 w 821508"/>
                <a:gd name="connsiteY59" fmla="*/ 174927 h 590308"/>
                <a:gd name="connsiteX60" fmla="*/ 736598 w 821508"/>
                <a:gd name="connsiteY60" fmla="*/ 172168 h 590308"/>
                <a:gd name="connsiteX61" fmla="*/ 736901 w 821508"/>
                <a:gd name="connsiteY61" fmla="*/ 170789 h 590308"/>
                <a:gd name="connsiteX62" fmla="*/ 737406 w 821508"/>
                <a:gd name="connsiteY62" fmla="*/ 169275 h 590308"/>
                <a:gd name="connsiteX63" fmla="*/ 734949 w 821508"/>
                <a:gd name="connsiteY63" fmla="*/ 167829 h 590308"/>
                <a:gd name="connsiteX64" fmla="*/ 731314 w 821508"/>
                <a:gd name="connsiteY64" fmla="*/ 167829 h 590308"/>
                <a:gd name="connsiteX65" fmla="*/ 729295 w 821508"/>
                <a:gd name="connsiteY65" fmla="*/ 168266 h 590308"/>
                <a:gd name="connsiteX66" fmla="*/ 727107 w 821508"/>
                <a:gd name="connsiteY66" fmla="*/ 169006 h 590308"/>
                <a:gd name="connsiteX67" fmla="*/ 725155 w 821508"/>
                <a:gd name="connsiteY67" fmla="*/ 171394 h 590308"/>
                <a:gd name="connsiteX68" fmla="*/ 723775 w 821508"/>
                <a:gd name="connsiteY68" fmla="*/ 174153 h 590308"/>
                <a:gd name="connsiteX69" fmla="*/ 722766 w 821508"/>
                <a:gd name="connsiteY69" fmla="*/ 176474 h 590308"/>
                <a:gd name="connsiteX70" fmla="*/ 721319 w 821508"/>
                <a:gd name="connsiteY70" fmla="*/ 178661 h 590308"/>
                <a:gd name="connsiteX71" fmla="*/ 719636 w 821508"/>
                <a:gd name="connsiteY71" fmla="*/ 180679 h 590308"/>
                <a:gd name="connsiteX72" fmla="*/ 719064 w 821508"/>
                <a:gd name="connsiteY72" fmla="*/ 182260 h 590308"/>
                <a:gd name="connsiteX73" fmla="*/ 717751 w 821508"/>
                <a:gd name="connsiteY73" fmla="*/ 184648 h 590308"/>
                <a:gd name="connsiteX74" fmla="*/ 717549 w 821508"/>
                <a:gd name="connsiteY74" fmla="*/ 186229 h 590308"/>
                <a:gd name="connsiteX75" fmla="*/ 716742 w 821508"/>
                <a:gd name="connsiteY75" fmla="*/ 189358 h 590308"/>
                <a:gd name="connsiteX76" fmla="*/ 715799 w 821508"/>
                <a:gd name="connsiteY76" fmla="*/ 192049 h 590308"/>
                <a:gd name="connsiteX77" fmla="*/ 714790 w 821508"/>
                <a:gd name="connsiteY77" fmla="*/ 194808 h 590308"/>
                <a:gd name="connsiteX78" fmla="*/ 713208 w 821508"/>
                <a:gd name="connsiteY78" fmla="*/ 195514 h 590308"/>
                <a:gd name="connsiteX79" fmla="*/ 711121 w 821508"/>
                <a:gd name="connsiteY79" fmla="*/ 194808 h 590308"/>
                <a:gd name="connsiteX80" fmla="*/ 710112 w 821508"/>
                <a:gd name="connsiteY80" fmla="*/ 192486 h 590308"/>
                <a:gd name="connsiteX81" fmla="*/ 709237 w 821508"/>
                <a:gd name="connsiteY81" fmla="*/ 189156 h 590308"/>
                <a:gd name="connsiteX82" fmla="*/ 707487 w 821508"/>
                <a:gd name="connsiteY82" fmla="*/ 186263 h 590308"/>
                <a:gd name="connsiteX83" fmla="*/ 706780 w 821508"/>
                <a:gd name="connsiteY83" fmla="*/ 182798 h 590308"/>
                <a:gd name="connsiteX84" fmla="*/ 706073 w 821508"/>
                <a:gd name="connsiteY84" fmla="*/ 180847 h 590308"/>
                <a:gd name="connsiteX85" fmla="*/ 704188 w 821508"/>
                <a:gd name="connsiteY85" fmla="*/ 178156 h 590308"/>
                <a:gd name="connsiteX86" fmla="*/ 702438 w 821508"/>
                <a:gd name="connsiteY86" fmla="*/ 175835 h 590308"/>
                <a:gd name="connsiteX87" fmla="*/ 700419 w 821508"/>
                <a:gd name="connsiteY87" fmla="*/ 174826 h 590308"/>
                <a:gd name="connsiteX88" fmla="*/ 697727 w 821508"/>
                <a:gd name="connsiteY88" fmla="*/ 175196 h 590308"/>
                <a:gd name="connsiteX89" fmla="*/ 695775 w 821508"/>
                <a:gd name="connsiteY89" fmla="*/ 175936 h 590308"/>
                <a:gd name="connsiteX90" fmla="*/ 691063 w 821508"/>
                <a:gd name="connsiteY90" fmla="*/ 178694 h 590308"/>
                <a:gd name="connsiteX91" fmla="*/ 688741 w 821508"/>
                <a:gd name="connsiteY91" fmla="*/ 181150 h 590308"/>
                <a:gd name="connsiteX92" fmla="*/ 686991 w 821508"/>
                <a:gd name="connsiteY92" fmla="*/ 183673 h 590308"/>
                <a:gd name="connsiteX93" fmla="*/ 686924 w 821508"/>
                <a:gd name="connsiteY93" fmla="*/ 186364 h 590308"/>
                <a:gd name="connsiteX94" fmla="*/ 687462 w 821508"/>
                <a:gd name="connsiteY94" fmla="*/ 188954 h 590308"/>
                <a:gd name="connsiteX95" fmla="*/ 689515 w 821508"/>
                <a:gd name="connsiteY95" fmla="*/ 190973 h 590308"/>
                <a:gd name="connsiteX96" fmla="*/ 689515 w 821508"/>
                <a:gd name="connsiteY96" fmla="*/ 192486 h 590308"/>
                <a:gd name="connsiteX97" fmla="*/ 687630 w 821508"/>
                <a:gd name="connsiteY97" fmla="*/ 193563 h 590308"/>
                <a:gd name="connsiteX98" fmla="*/ 684366 w 821508"/>
                <a:gd name="connsiteY98" fmla="*/ 195951 h 590308"/>
                <a:gd name="connsiteX99" fmla="*/ 681674 w 821508"/>
                <a:gd name="connsiteY99" fmla="*/ 196691 h 590308"/>
                <a:gd name="connsiteX100" fmla="*/ 677332 w 821508"/>
                <a:gd name="connsiteY100" fmla="*/ 196826 h 590308"/>
                <a:gd name="connsiteX101" fmla="*/ 673698 w 821508"/>
                <a:gd name="connsiteY101" fmla="*/ 196893 h 590308"/>
                <a:gd name="connsiteX102" fmla="*/ 668784 w 821508"/>
                <a:gd name="connsiteY102" fmla="*/ 199282 h 590308"/>
                <a:gd name="connsiteX103" fmla="*/ 662625 w 821508"/>
                <a:gd name="connsiteY103" fmla="*/ 200964 h 590308"/>
                <a:gd name="connsiteX104" fmla="*/ 660370 w 821508"/>
                <a:gd name="connsiteY104" fmla="*/ 202915 h 590308"/>
                <a:gd name="connsiteX105" fmla="*/ 658486 w 821508"/>
                <a:gd name="connsiteY105" fmla="*/ 206178 h 590308"/>
                <a:gd name="connsiteX106" fmla="*/ 655962 w 821508"/>
                <a:gd name="connsiteY106" fmla="*/ 209508 h 590308"/>
                <a:gd name="connsiteX107" fmla="*/ 654380 w 821508"/>
                <a:gd name="connsiteY107" fmla="*/ 210013 h 590308"/>
                <a:gd name="connsiteX108" fmla="*/ 649163 w 821508"/>
                <a:gd name="connsiteY108" fmla="*/ 209878 h 590308"/>
                <a:gd name="connsiteX109" fmla="*/ 647985 w 821508"/>
                <a:gd name="connsiteY109" fmla="*/ 210887 h 590308"/>
                <a:gd name="connsiteX110" fmla="*/ 647043 w 821508"/>
                <a:gd name="connsiteY110" fmla="*/ 214352 h 590308"/>
                <a:gd name="connsiteX111" fmla="*/ 646101 w 821508"/>
                <a:gd name="connsiteY111" fmla="*/ 218423 h 590308"/>
                <a:gd name="connsiteX112" fmla="*/ 647312 w 821508"/>
                <a:gd name="connsiteY112" fmla="*/ 223334 h 590308"/>
                <a:gd name="connsiteX113" fmla="*/ 649197 w 821508"/>
                <a:gd name="connsiteY113" fmla="*/ 228750 h 590308"/>
                <a:gd name="connsiteX114" fmla="*/ 650274 w 821508"/>
                <a:gd name="connsiteY114" fmla="*/ 232215 h 590308"/>
                <a:gd name="connsiteX115" fmla="*/ 649836 w 821508"/>
                <a:gd name="connsiteY115" fmla="*/ 234603 h 590308"/>
                <a:gd name="connsiteX116" fmla="*/ 647649 w 821508"/>
                <a:gd name="connsiteY116" fmla="*/ 235343 h 590308"/>
                <a:gd name="connsiteX117" fmla="*/ 643307 w 821508"/>
                <a:gd name="connsiteY117" fmla="*/ 236588 h 590308"/>
                <a:gd name="connsiteX118" fmla="*/ 640783 w 821508"/>
                <a:gd name="connsiteY118" fmla="*/ 237160 h 590308"/>
                <a:gd name="connsiteX119" fmla="*/ 639202 w 821508"/>
                <a:gd name="connsiteY119" fmla="*/ 238304 h 590308"/>
                <a:gd name="connsiteX120" fmla="*/ 636879 w 821508"/>
                <a:gd name="connsiteY120" fmla="*/ 239750 h 590308"/>
                <a:gd name="connsiteX121" fmla="*/ 634927 w 821508"/>
                <a:gd name="connsiteY121" fmla="*/ 241567 h 590308"/>
                <a:gd name="connsiteX122" fmla="*/ 632908 w 821508"/>
                <a:gd name="connsiteY122" fmla="*/ 242643 h 590308"/>
                <a:gd name="connsiteX123" fmla="*/ 628432 w 821508"/>
                <a:gd name="connsiteY123" fmla="*/ 242206 h 590308"/>
                <a:gd name="connsiteX124" fmla="*/ 625235 w 821508"/>
                <a:gd name="connsiteY124" fmla="*/ 241567 h 590308"/>
                <a:gd name="connsiteX125" fmla="*/ 622475 w 821508"/>
                <a:gd name="connsiteY125" fmla="*/ 239616 h 590308"/>
                <a:gd name="connsiteX126" fmla="*/ 618942 w 821508"/>
                <a:gd name="connsiteY126" fmla="*/ 237429 h 590308"/>
                <a:gd name="connsiteX127" fmla="*/ 615980 w 821508"/>
                <a:gd name="connsiteY127" fmla="*/ 234906 h 590308"/>
                <a:gd name="connsiteX128" fmla="*/ 613725 w 821508"/>
                <a:gd name="connsiteY128" fmla="*/ 230634 h 590308"/>
                <a:gd name="connsiteX129" fmla="*/ 611638 w 821508"/>
                <a:gd name="connsiteY129" fmla="*/ 226866 h 590308"/>
                <a:gd name="connsiteX130" fmla="*/ 609013 w 821508"/>
                <a:gd name="connsiteY130" fmla="*/ 222897 h 590308"/>
                <a:gd name="connsiteX131" fmla="*/ 602047 w 821508"/>
                <a:gd name="connsiteY131" fmla="*/ 217111 h 590308"/>
                <a:gd name="connsiteX132" fmla="*/ 597638 w 821508"/>
                <a:gd name="connsiteY132" fmla="*/ 212838 h 590308"/>
                <a:gd name="connsiteX133" fmla="*/ 595451 w 821508"/>
                <a:gd name="connsiteY133" fmla="*/ 207052 h 590308"/>
                <a:gd name="connsiteX134" fmla="*/ 592691 w 821508"/>
                <a:gd name="connsiteY134" fmla="*/ 203352 h 590308"/>
                <a:gd name="connsiteX135" fmla="*/ 587979 w 821508"/>
                <a:gd name="connsiteY135" fmla="*/ 199517 h 590308"/>
                <a:gd name="connsiteX136" fmla="*/ 584075 w 821508"/>
                <a:gd name="connsiteY136" fmla="*/ 195682 h 590308"/>
                <a:gd name="connsiteX137" fmla="*/ 581248 w 821508"/>
                <a:gd name="connsiteY137" fmla="*/ 191780 h 590308"/>
                <a:gd name="connsiteX138" fmla="*/ 579061 w 821508"/>
                <a:gd name="connsiteY138" fmla="*/ 188080 h 590308"/>
                <a:gd name="connsiteX139" fmla="*/ 577916 w 821508"/>
                <a:gd name="connsiteY139" fmla="*/ 184379 h 590308"/>
                <a:gd name="connsiteX140" fmla="*/ 575157 w 821508"/>
                <a:gd name="connsiteY140" fmla="*/ 177349 h 590308"/>
                <a:gd name="connsiteX141" fmla="*/ 573642 w 821508"/>
                <a:gd name="connsiteY141" fmla="*/ 172134 h 590308"/>
                <a:gd name="connsiteX142" fmla="*/ 573003 w 821508"/>
                <a:gd name="connsiteY142" fmla="*/ 165608 h 590308"/>
                <a:gd name="connsiteX143" fmla="*/ 572868 w 821508"/>
                <a:gd name="connsiteY143" fmla="*/ 159587 h 590308"/>
                <a:gd name="connsiteX144" fmla="*/ 572498 w 821508"/>
                <a:gd name="connsiteY144" fmla="*/ 156828 h 590308"/>
                <a:gd name="connsiteX145" fmla="*/ 570849 w 821508"/>
                <a:gd name="connsiteY145" fmla="*/ 154070 h 590308"/>
                <a:gd name="connsiteX146" fmla="*/ 568661 w 821508"/>
                <a:gd name="connsiteY146" fmla="*/ 150941 h 590308"/>
                <a:gd name="connsiteX147" fmla="*/ 565195 w 821508"/>
                <a:gd name="connsiteY147" fmla="*/ 148755 h 590308"/>
                <a:gd name="connsiteX148" fmla="*/ 561359 w 821508"/>
                <a:gd name="connsiteY148" fmla="*/ 148116 h 590308"/>
                <a:gd name="connsiteX149" fmla="*/ 558229 w 821508"/>
                <a:gd name="connsiteY149" fmla="*/ 148116 h 590308"/>
                <a:gd name="connsiteX150" fmla="*/ 556277 w 821508"/>
                <a:gd name="connsiteY150" fmla="*/ 150134 h 590308"/>
                <a:gd name="connsiteX151" fmla="*/ 554762 w 821508"/>
                <a:gd name="connsiteY151" fmla="*/ 153599 h 590308"/>
                <a:gd name="connsiteX152" fmla="*/ 554325 w 821508"/>
                <a:gd name="connsiteY152" fmla="*/ 157064 h 590308"/>
                <a:gd name="connsiteX153" fmla="*/ 553517 w 821508"/>
                <a:gd name="connsiteY153" fmla="*/ 161773 h 590308"/>
                <a:gd name="connsiteX154" fmla="*/ 551262 w 821508"/>
                <a:gd name="connsiteY154" fmla="*/ 164599 h 590308"/>
                <a:gd name="connsiteX155" fmla="*/ 547493 w 821508"/>
                <a:gd name="connsiteY155" fmla="*/ 166988 h 590308"/>
                <a:gd name="connsiteX156" fmla="*/ 544901 w 821508"/>
                <a:gd name="connsiteY156" fmla="*/ 167290 h 590308"/>
                <a:gd name="connsiteX157" fmla="*/ 540257 w 821508"/>
                <a:gd name="connsiteY157" fmla="*/ 166550 h 590308"/>
                <a:gd name="connsiteX158" fmla="*/ 538002 w 821508"/>
                <a:gd name="connsiteY158" fmla="*/ 168501 h 590308"/>
                <a:gd name="connsiteX159" fmla="*/ 538204 w 821508"/>
                <a:gd name="connsiteY159" fmla="*/ 172134 h 590308"/>
                <a:gd name="connsiteX160" fmla="*/ 540728 w 821508"/>
                <a:gd name="connsiteY160" fmla="*/ 175835 h 590308"/>
                <a:gd name="connsiteX161" fmla="*/ 541805 w 821508"/>
                <a:gd name="connsiteY161" fmla="*/ 178728 h 590308"/>
                <a:gd name="connsiteX162" fmla="*/ 543118 w 821508"/>
                <a:gd name="connsiteY162" fmla="*/ 181318 h 590308"/>
                <a:gd name="connsiteX163" fmla="*/ 543690 w 821508"/>
                <a:gd name="connsiteY163" fmla="*/ 185018 h 590308"/>
                <a:gd name="connsiteX164" fmla="*/ 540122 w 821508"/>
                <a:gd name="connsiteY164" fmla="*/ 192856 h 590308"/>
                <a:gd name="connsiteX165" fmla="*/ 535243 w 821508"/>
                <a:gd name="connsiteY165" fmla="*/ 199484 h 590308"/>
                <a:gd name="connsiteX166" fmla="*/ 529690 w 821508"/>
                <a:gd name="connsiteY166" fmla="*/ 198071 h 590308"/>
                <a:gd name="connsiteX167" fmla="*/ 527838 w 821508"/>
                <a:gd name="connsiteY167" fmla="*/ 200022 h 590308"/>
                <a:gd name="connsiteX168" fmla="*/ 525651 w 821508"/>
                <a:gd name="connsiteY168" fmla="*/ 201233 h 590308"/>
                <a:gd name="connsiteX169" fmla="*/ 523362 w 821508"/>
                <a:gd name="connsiteY169" fmla="*/ 201334 h 590308"/>
                <a:gd name="connsiteX170" fmla="*/ 519559 w 821508"/>
                <a:gd name="connsiteY170" fmla="*/ 197633 h 590308"/>
                <a:gd name="connsiteX171" fmla="*/ 519795 w 821508"/>
                <a:gd name="connsiteY171" fmla="*/ 195581 h 590308"/>
                <a:gd name="connsiteX172" fmla="*/ 520771 w 821508"/>
                <a:gd name="connsiteY172" fmla="*/ 190905 h 590308"/>
                <a:gd name="connsiteX173" fmla="*/ 520569 w 821508"/>
                <a:gd name="connsiteY173" fmla="*/ 187340 h 590308"/>
                <a:gd name="connsiteX174" fmla="*/ 518180 w 821508"/>
                <a:gd name="connsiteY174" fmla="*/ 186700 h 590308"/>
                <a:gd name="connsiteX175" fmla="*/ 515252 w 821508"/>
                <a:gd name="connsiteY175" fmla="*/ 187474 h 590308"/>
                <a:gd name="connsiteX176" fmla="*/ 513603 w 821508"/>
                <a:gd name="connsiteY176" fmla="*/ 189762 h 590308"/>
                <a:gd name="connsiteX177" fmla="*/ 509362 w 821508"/>
                <a:gd name="connsiteY177" fmla="*/ 190199 h 590308"/>
                <a:gd name="connsiteX178" fmla="*/ 508285 w 821508"/>
                <a:gd name="connsiteY178" fmla="*/ 187037 h 590308"/>
                <a:gd name="connsiteX179" fmla="*/ 503843 w 821508"/>
                <a:gd name="connsiteY179" fmla="*/ 181184 h 590308"/>
                <a:gd name="connsiteX180" fmla="*/ 502867 w 821508"/>
                <a:gd name="connsiteY180" fmla="*/ 178156 h 590308"/>
                <a:gd name="connsiteX181" fmla="*/ 500141 w 821508"/>
                <a:gd name="connsiteY181" fmla="*/ 174792 h 590308"/>
                <a:gd name="connsiteX182" fmla="*/ 495362 w 821508"/>
                <a:gd name="connsiteY182" fmla="*/ 171193 h 590308"/>
                <a:gd name="connsiteX183" fmla="*/ 492535 w 821508"/>
                <a:gd name="connsiteY183" fmla="*/ 167829 h 590308"/>
                <a:gd name="connsiteX184" fmla="*/ 492905 w 821508"/>
                <a:gd name="connsiteY184" fmla="*/ 165036 h 590308"/>
                <a:gd name="connsiteX185" fmla="*/ 492165 w 821508"/>
                <a:gd name="connsiteY185" fmla="*/ 163725 h 590308"/>
                <a:gd name="connsiteX186" fmla="*/ 490583 w 821508"/>
                <a:gd name="connsiteY186" fmla="*/ 162278 h 590308"/>
                <a:gd name="connsiteX187" fmla="*/ 489573 w 821508"/>
                <a:gd name="connsiteY187" fmla="*/ 161269 h 590308"/>
                <a:gd name="connsiteX188" fmla="*/ 488126 w 821508"/>
                <a:gd name="connsiteY188" fmla="*/ 159183 h 590308"/>
                <a:gd name="connsiteX189" fmla="*/ 487857 w 821508"/>
                <a:gd name="connsiteY189" fmla="*/ 158039 h 590308"/>
                <a:gd name="connsiteX190" fmla="*/ 488093 w 821508"/>
                <a:gd name="connsiteY190" fmla="*/ 156727 h 590308"/>
                <a:gd name="connsiteX191" fmla="*/ 488900 w 821508"/>
                <a:gd name="connsiteY191" fmla="*/ 155651 h 590308"/>
                <a:gd name="connsiteX192" fmla="*/ 490347 w 821508"/>
                <a:gd name="connsiteY192" fmla="*/ 155348 h 590308"/>
                <a:gd name="connsiteX193" fmla="*/ 491592 w 821508"/>
                <a:gd name="connsiteY193" fmla="*/ 154844 h 590308"/>
                <a:gd name="connsiteX194" fmla="*/ 492232 w 821508"/>
                <a:gd name="connsiteY194" fmla="*/ 154541 h 590308"/>
                <a:gd name="connsiteX195" fmla="*/ 494184 w 821508"/>
                <a:gd name="connsiteY195" fmla="*/ 154339 h 590308"/>
                <a:gd name="connsiteX196" fmla="*/ 494689 w 821508"/>
                <a:gd name="connsiteY196" fmla="*/ 153195 h 590308"/>
                <a:gd name="connsiteX197" fmla="*/ 494991 w 821508"/>
                <a:gd name="connsiteY197" fmla="*/ 151883 h 590308"/>
                <a:gd name="connsiteX198" fmla="*/ 495866 w 821508"/>
                <a:gd name="connsiteY198" fmla="*/ 151244 h 590308"/>
                <a:gd name="connsiteX199" fmla="*/ 497751 w 821508"/>
                <a:gd name="connsiteY199" fmla="*/ 152556 h 590308"/>
                <a:gd name="connsiteX200" fmla="*/ 500141 w 821508"/>
                <a:gd name="connsiteY200" fmla="*/ 152489 h 590308"/>
                <a:gd name="connsiteX201" fmla="*/ 501453 w 821508"/>
                <a:gd name="connsiteY201" fmla="*/ 149293 h 590308"/>
                <a:gd name="connsiteX202" fmla="*/ 498559 w 821508"/>
                <a:gd name="connsiteY202" fmla="*/ 147544 h 590308"/>
                <a:gd name="connsiteX203" fmla="*/ 494285 w 821508"/>
                <a:gd name="connsiteY203" fmla="*/ 146467 h 590308"/>
                <a:gd name="connsiteX204" fmla="*/ 490448 w 821508"/>
                <a:gd name="connsiteY204" fmla="*/ 146467 h 590308"/>
                <a:gd name="connsiteX205" fmla="*/ 486814 w 821508"/>
                <a:gd name="connsiteY205" fmla="*/ 144584 h 590308"/>
                <a:gd name="connsiteX206" fmla="*/ 482842 w 821508"/>
                <a:gd name="connsiteY206" fmla="*/ 144079 h 590308"/>
                <a:gd name="connsiteX207" fmla="*/ 479713 w 821508"/>
                <a:gd name="connsiteY207" fmla="*/ 144079 h 590308"/>
                <a:gd name="connsiteX208" fmla="*/ 476582 w 821508"/>
                <a:gd name="connsiteY208" fmla="*/ 144651 h 590308"/>
                <a:gd name="connsiteX209" fmla="*/ 472611 w 821508"/>
                <a:gd name="connsiteY209" fmla="*/ 144348 h 590308"/>
                <a:gd name="connsiteX210" fmla="*/ 470424 w 821508"/>
                <a:gd name="connsiteY210" fmla="*/ 144853 h 590308"/>
                <a:gd name="connsiteX211" fmla="*/ 469347 w 821508"/>
                <a:gd name="connsiteY211" fmla="*/ 146367 h 590308"/>
                <a:gd name="connsiteX212" fmla="*/ 468606 w 821508"/>
                <a:gd name="connsiteY212" fmla="*/ 146804 h 590308"/>
                <a:gd name="connsiteX213" fmla="*/ 465039 w 821508"/>
                <a:gd name="connsiteY213" fmla="*/ 145425 h 590308"/>
                <a:gd name="connsiteX214" fmla="*/ 464231 w 821508"/>
                <a:gd name="connsiteY214" fmla="*/ 143944 h 590308"/>
                <a:gd name="connsiteX215" fmla="*/ 461606 w 821508"/>
                <a:gd name="connsiteY215" fmla="*/ 144819 h 590308"/>
                <a:gd name="connsiteX216" fmla="*/ 460024 w 821508"/>
                <a:gd name="connsiteY216" fmla="*/ 147712 h 590308"/>
                <a:gd name="connsiteX217" fmla="*/ 458375 w 821508"/>
                <a:gd name="connsiteY217" fmla="*/ 148519 h 590308"/>
                <a:gd name="connsiteX218" fmla="*/ 457298 w 821508"/>
                <a:gd name="connsiteY218" fmla="*/ 150841 h 590308"/>
                <a:gd name="connsiteX219" fmla="*/ 454774 w 821508"/>
                <a:gd name="connsiteY219" fmla="*/ 152657 h 590308"/>
                <a:gd name="connsiteX220" fmla="*/ 451443 w 821508"/>
                <a:gd name="connsiteY220" fmla="*/ 150403 h 590308"/>
                <a:gd name="connsiteX221" fmla="*/ 450803 w 821508"/>
                <a:gd name="connsiteY221" fmla="*/ 148149 h 590308"/>
                <a:gd name="connsiteX222" fmla="*/ 451308 w 821508"/>
                <a:gd name="connsiteY222" fmla="*/ 145963 h 590308"/>
                <a:gd name="connsiteX223" fmla="*/ 451308 w 821508"/>
                <a:gd name="connsiteY223" fmla="*/ 143776 h 590308"/>
                <a:gd name="connsiteX224" fmla="*/ 451240 w 821508"/>
                <a:gd name="connsiteY224" fmla="*/ 141321 h 590308"/>
                <a:gd name="connsiteX225" fmla="*/ 449154 w 821508"/>
                <a:gd name="connsiteY225" fmla="*/ 138495 h 590308"/>
                <a:gd name="connsiteX226" fmla="*/ 445957 w 821508"/>
                <a:gd name="connsiteY226" fmla="*/ 131464 h 590308"/>
                <a:gd name="connsiteX227" fmla="*/ 445452 w 821508"/>
                <a:gd name="connsiteY227" fmla="*/ 128638 h 590308"/>
                <a:gd name="connsiteX228" fmla="*/ 446394 w 821508"/>
                <a:gd name="connsiteY228" fmla="*/ 124501 h 590308"/>
                <a:gd name="connsiteX229" fmla="*/ 447774 w 821508"/>
                <a:gd name="connsiteY229" fmla="*/ 122920 h 590308"/>
                <a:gd name="connsiteX230" fmla="*/ 450029 w 821508"/>
                <a:gd name="connsiteY230" fmla="*/ 120296 h 590308"/>
                <a:gd name="connsiteX231" fmla="*/ 453226 w 821508"/>
                <a:gd name="connsiteY231" fmla="*/ 118210 h 590308"/>
                <a:gd name="connsiteX232" fmla="*/ 454673 w 821508"/>
                <a:gd name="connsiteY232" fmla="*/ 115754 h 590308"/>
                <a:gd name="connsiteX233" fmla="*/ 452419 w 821508"/>
                <a:gd name="connsiteY233" fmla="*/ 113299 h 590308"/>
                <a:gd name="connsiteX234" fmla="*/ 448649 w 821508"/>
                <a:gd name="connsiteY234" fmla="*/ 110843 h 590308"/>
                <a:gd name="connsiteX235" fmla="*/ 445688 w 821508"/>
                <a:gd name="connsiteY235" fmla="*/ 108589 h 590308"/>
                <a:gd name="connsiteX236" fmla="*/ 442423 w 821508"/>
                <a:gd name="connsiteY236" fmla="*/ 105898 h 590308"/>
                <a:gd name="connsiteX237" fmla="*/ 439461 w 821508"/>
                <a:gd name="connsiteY237" fmla="*/ 100247 h 590308"/>
                <a:gd name="connsiteX238" fmla="*/ 440404 w 821508"/>
                <a:gd name="connsiteY238" fmla="*/ 97051 h 590308"/>
                <a:gd name="connsiteX239" fmla="*/ 438216 w 821508"/>
                <a:gd name="connsiteY239" fmla="*/ 93283 h 590308"/>
                <a:gd name="connsiteX240" fmla="*/ 435087 w 821508"/>
                <a:gd name="connsiteY240" fmla="*/ 91837 h 590308"/>
                <a:gd name="connsiteX241" fmla="*/ 432697 w 821508"/>
                <a:gd name="connsiteY241" fmla="*/ 92341 h 590308"/>
                <a:gd name="connsiteX242" fmla="*/ 430375 w 821508"/>
                <a:gd name="connsiteY242" fmla="*/ 94662 h 590308"/>
                <a:gd name="connsiteX243" fmla="*/ 428120 w 821508"/>
                <a:gd name="connsiteY243" fmla="*/ 95604 h 590308"/>
                <a:gd name="connsiteX244" fmla="*/ 427043 w 821508"/>
                <a:gd name="connsiteY244" fmla="*/ 95537 h 590308"/>
                <a:gd name="connsiteX245" fmla="*/ 421826 w 821508"/>
                <a:gd name="connsiteY245" fmla="*/ 93519 h 590308"/>
                <a:gd name="connsiteX246" fmla="*/ 419740 w 821508"/>
                <a:gd name="connsiteY246" fmla="*/ 93149 h 590308"/>
                <a:gd name="connsiteX247" fmla="*/ 417048 w 821508"/>
                <a:gd name="connsiteY247" fmla="*/ 92274 h 590308"/>
                <a:gd name="connsiteX248" fmla="*/ 416173 w 821508"/>
                <a:gd name="connsiteY248" fmla="*/ 90895 h 590308"/>
                <a:gd name="connsiteX249" fmla="*/ 414557 w 821508"/>
                <a:gd name="connsiteY249" fmla="*/ 89280 h 590308"/>
                <a:gd name="connsiteX250" fmla="*/ 412740 w 821508"/>
                <a:gd name="connsiteY250" fmla="*/ 87800 h 590308"/>
                <a:gd name="connsiteX251" fmla="*/ 410788 w 821508"/>
                <a:gd name="connsiteY251" fmla="*/ 87262 h 590308"/>
                <a:gd name="connsiteX252" fmla="*/ 408701 w 821508"/>
                <a:gd name="connsiteY252" fmla="*/ 87262 h 590308"/>
                <a:gd name="connsiteX253" fmla="*/ 404999 w 821508"/>
                <a:gd name="connsiteY253" fmla="*/ 87262 h 590308"/>
                <a:gd name="connsiteX254" fmla="*/ 401735 w 821508"/>
                <a:gd name="connsiteY254" fmla="*/ 87262 h 590308"/>
                <a:gd name="connsiteX255" fmla="*/ 399480 w 821508"/>
                <a:gd name="connsiteY255" fmla="*/ 90020 h 590308"/>
                <a:gd name="connsiteX256" fmla="*/ 392076 w 821508"/>
                <a:gd name="connsiteY256" fmla="*/ 94225 h 590308"/>
                <a:gd name="connsiteX257" fmla="*/ 385984 w 821508"/>
                <a:gd name="connsiteY257" fmla="*/ 98060 h 590308"/>
                <a:gd name="connsiteX258" fmla="*/ 382148 w 821508"/>
                <a:gd name="connsiteY258" fmla="*/ 101323 h 590308"/>
                <a:gd name="connsiteX259" fmla="*/ 378614 w 821508"/>
                <a:gd name="connsiteY259" fmla="*/ 103207 h 590308"/>
                <a:gd name="connsiteX260" fmla="*/ 374407 w 821508"/>
                <a:gd name="connsiteY260" fmla="*/ 104452 h 590308"/>
                <a:gd name="connsiteX261" fmla="*/ 369628 w 821508"/>
                <a:gd name="connsiteY261" fmla="*/ 104452 h 590308"/>
                <a:gd name="connsiteX262" fmla="*/ 364984 w 821508"/>
                <a:gd name="connsiteY262" fmla="*/ 103812 h 590308"/>
                <a:gd name="connsiteX263" fmla="*/ 358388 w 821508"/>
                <a:gd name="connsiteY263" fmla="*/ 102803 h 590308"/>
                <a:gd name="connsiteX264" fmla="*/ 348325 w 821508"/>
                <a:gd name="connsiteY264" fmla="*/ 100280 h 590308"/>
                <a:gd name="connsiteX265" fmla="*/ 341089 w 821508"/>
                <a:gd name="connsiteY265" fmla="*/ 95436 h 590308"/>
                <a:gd name="connsiteX266" fmla="*/ 336310 w 821508"/>
                <a:gd name="connsiteY266" fmla="*/ 91298 h 590308"/>
                <a:gd name="connsiteX267" fmla="*/ 333113 w 821508"/>
                <a:gd name="connsiteY267" fmla="*/ 87968 h 590308"/>
                <a:gd name="connsiteX268" fmla="*/ 330589 w 821508"/>
                <a:gd name="connsiteY268" fmla="*/ 84940 h 590308"/>
                <a:gd name="connsiteX269" fmla="*/ 330219 w 821508"/>
                <a:gd name="connsiteY269" fmla="*/ 79289 h 590308"/>
                <a:gd name="connsiteX270" fmla="*/ 329714 w 821508"/>
                <a:gd name="connsiteY270" fmla="*/ 75084 h 590308"/>
                <a:gd name="connsiteX271" fmla="*/ 330791 w 821508"/>
                <a:gd name="connsiteY271" fmla="*/ 69803 h 590308"/>
                <a:gd name="connsiteX272" fmla="*/ 331868 w 821508"/>
                <a:gd name="connsiteY272" fmla="*/ 67852 h 590308"/>
                <a:gd name="connsiteX273" fmla="*/ 331733 w 821508"/>
                <a:gd name="connsiteY273" fmla="*/ 65934 h 590308"/>
                <a:gd name="connsiteX274" fmla="*/ 329714 w 821508"/>
                <a:gd name="connsiteY274" fmla="*/ 64723 h 590308"/>
                <a:gd name="connsiteX275" fmla="*/ 326954 w 821508"/>
                <a:gd name="connsiteY275" fmla="*/ 64723 h 590308"/>
                <a:gd name="connsiteX276" fmla="*/ 324363 w 821508"/>
                <a:gd name="connsiteY276" fmla="*/ 65228 h 590308"/>
                <a:gd name="connsiteX277" fmla="*/ 320459 w 821508"/>
                <a:gd name="connsiteY277" fmla="*/ 66304 h 590308"/>
                <a:gd name="connsiteX278" fmla="*/ 317430 w 821508"/>
                <a:gd name="connsiteY278" fmla="*/ 67885 h 590308"/>
                <a:gd name="connsiteX279" fmla="*/ 314738 w 821508"/>
                <a:gd name="connsiteY279" fmla="*/ 69264 h 590308"/>
                <a:gd name="connsiteX280" fmla="*/ 311608 w 821508"/>
                <a:gd name="connsiteY280" fmla="*/ 73234 h 590308"/>
                <a:gd name="connsiteX281" fmla="*/ 309656 w 821508"/>
                <a:gd name="connsiteY281" fmla="*/ 76934 h 590308"/>
                <a:gd name="connsiteX282" fmla="*/ 306324 w 821508"/>
                <a:gd name="connsiteY282" fmla="*/ 79121 h 590308"/>
                <a:gd name="connsiteX283" fmla="*/ 302622 w 821508"/>
                <a:gd name="connsiteY283" fmla="*/ 82586 h 590308"/>
                <a:gd name="connsiteX284" fmla="*/ 299661 w 821508"/>
                <a:gd name="connsiteY284" fmla="*/ 83662 h 590308"/>
                <a:gd name="connsiteX285" fmla="*/ 294747 w 821508"/>
                <a:gd name="connsiteY285" fmla="*/ 85546 h 590308"/>
                <a:gd name="connsiteX286" fmla="*/ 291348 w 821508"/>
                <a:gd name="connsiteY286" fmla="*/ 85849 h 590308"/>
                <a:gd name="connsiteX287" fmla="*/ 288453 w 821508"/>
                <a:gd name="connsiteY287" fmla="*/ 86555 h 590308"/>
                <a:gd name="connsiteX288" fmla="*/ 285054 w 821508"/>
                <a:gd name="connsiteY288" fmla="*/ 87564 h 590308"/>
                <a:gd name="connsiteX289" fmla="*/ 281655 w 821508"/>
                <a:gd name="connsiteY289" fmla="*/ 87699 h 590308"/>
                <a:gd name="connsiteX290" fmla="*/ 279939 w 821508"/>
                <a:gd name="connsiteY290" fmla="*/ 85882 h 590308"/>
                <a:gd name="connsiteX291" fmla="*/ 278256 w 821508"/>
                <a:gd name="connsiteY291" fmla="*/ 82855 h 590308"/>
                <a:gd name="connsiteX292" fmla="*/ 276944 w 821508"/>
                <a:gd name="connsiteY292" fmla="*/ 80096 h 590308"/>
                <a:gd name="connsiteX293" fmla="*/ 276506 w 821508"/>
                <a:gd name="connsiteY293" fmla="*/ 76766 h 590308"/>
                <a:gd name="connsiteX294" fmla="*/ 275194 w 821508"/>
                <a:gd name="connsiteY294" fmla="*/ 75252 h 590308"/>
                <a:gd name="connsiteX295" fmla="*/ 271727 w 821508"/>
                <a:gd name="connsiteY295" fmla="*/ 74109 h 590308"/>
                <a:gd name="connsiteX296" fmla="*/ 268833 w 821508"/>
                <a:gd name="connsiteY296" fmla="*/ 71855 h 590308"/>
                <a:gd name="connsiteX297" fmla="*/ 265804 w 821508"/>
                <a:gd name="connsiteY297" fmla="*/ 69971 h 590308"/>
                <a:gd name="connsiteX298" fmla="*/ 264559 w 821508"/>
                <a:gd name="connsiteY298" fmla="*/ 69399 h 590308"/>
                <a:gd name="connsiteX299" fmla="*/ 262977 w 821508"/>
                <a:gd name="connsiteY299" fmla="*/ 69332 h 590308"/>
                <a:gd name="connsiteX300" fmla="*/ 261395 w 821508"/>
                <a:gd name="connsiteY300" fmla="*/ 70576 h 590308"/>
                <a:gd name="connsiteX301" fmla="*/ 260385 w 821508"/>
                <a:gd name="connsiteY301" fmla="*/ 73099 h 590308"/>
                <a:gd name="connsiteX302" fmla="*/ 260823 w 821508"/>
                <a:gd name="connsiteY302" fmla="*/ 76060 h 590308"/>
                <a:gd name="connsiteX303" fmla="*/ 261765 w 821508"/>
                <a:gd name="connsiteY303" fmla="*/ 79087 h 590308"/>
                <a:gd name="connsiteX304" fmla="*/ 261563 w 821508"/>
                <a:gd name="connsiteY304" fmla="*/ 82922 h 590308"/>
                <a:gd name="connsiteX305" fmla="*/ 259309 w 821508"/>
                <a:gd name="connsiteY305" fmla="*/ 83662 h 590308"/>
                <a:gd name="connsiteX306" fmla="*/ 257054 w 821508"/>
                <a:gd name="connsiteY306" fmla="*/ 83898 h 590308"/>
                <a:gd name="connsiteX307" fmla="*/ 253352 w 821508"/>
                <a:gd name="connsiteY307" fmla="*/ 83595 h 590308"/>
                <a:gd name="connsiteX308" fmla="*/ 249010 w 821508"/>
                <a:gd name="connsiteY308" fmla="*/ 82956 h 590308"/>
                <a:gd name="connsiteX309" fmla="*/ 245544 w 821508"/>
                <a:gd name="connsiteY309" fmla="*/ 83259 h 590308"/>
                <a:gd name="connsiteX310" fmla="*/ 241135 w 821508"/>
                <a:gd name="connsiteY310" fmla="*/ 86791 h 590308"/>
                <a:gd name="connsiteX311" fmla="*/ 238005 w 821508"/>
                <a:gd name="connsiteY311" fmla="*/ 89549 h 590308"/>
                <a:gd name="connsiteX312" fmla="*/ 236322 w 821508"/>
                <a:gd name="connsiteY312" fmla="*/ 90491 h 590308"/>
                <a:gd name="connsiteX313" fmla="*/ 234303 w 821508"/>
                <a:gd name="connsiteY313" fmla="*/ 90928 h 590308"/>
                <a:gd name="connsiteX314" fmla="*/ 229962 w 821508"/>
                <a:gd name="connsiteY314" fmla="*/ 88977 h 590308"/>
                <a:gd name="connsiteX315" fmla="*/ 225822 w 821508"/>
                <a:gd name="connsiteY315" fmla="*/ 86017 h 590308"/>
                <a:gd name="connsiteX316" fmla="*/ 222356 w 821508"/>
                <a:gd name="connsiteY316" fmla="*/ 83326 h 590308"/>
                <a:gd name="connsiteX317" fmla="*/ 218788 w 821508"/>
                <a:gd name="connsiteY317" fmla="*/ 79760 h 590308"/>
                <a:gd name="connsiteX318" fmla="*/ 211620 w 821508"/>
                <a:gd name="connsiteY318" fmla="*/ 79625 h 590308"/>
                <a:gd name="connsiteX319" fmla="*/ 207649 w 821508"/>
                <a:gd name="connsiteY319" fmla="*/ 76060 h 590308"/>
                <a:gd name="connsiteX320" fmla="*/ 207077 w 821508"/>
                <a:gd name="connsiteY320" fmla="*/ 74613 h 590308"/>
                <a:gd name="connsiteX321" fmla="*/ 203038 w 821508"/>
                <a:gd name="connsiteY321" fmla="*/ 71922 h 590308"/>
                <a:gd name="connsiteX322" fmla="*/ 200076 w 821508"/>
                <a:gd name="connsiteY322" fmla="*/ 70913 h 590308"/>
                <a:gd name="connsiteX323" fmla="*/ 198562 w 821508"/>
                <a:gd name="connsiteY323" fmla="*/ 69769 h 590308"/>
                <a:gd name="connsiteX324" fmla="*/ 197485 w 821508"/>
                <a:gd name="connsiteY324" fmla="*/ 66809 h 590308"/>
                <a:gd name="connsiteX325" fmla="*/ 194658 w 821508"/>
                <a:gd name="connsiteY325" fmla="*/ 63983 h 590308"/>
                <a:gd name="connsiteX326" fmla="*/ 192134 w 821508"/>
                <a:gd name="connsiteY326" fmla="*/ 62469 h 590308"/>
                <a:gd name="connsiteX327" fmla="*/ 188937 w 821508"/>
                <a:gd name="connsiteY327" fmla="*/ 59845 h 590308"/>
                <a:gd name="connsiteX328" fmla="*/ 187624 w 821508"/>
                <a:gd name="connsiteY328" fmla="*/ 57827 h 590308"/>
                <a:gd name="connsiteX329" fmla="*/ 188197 w 821508"/>
                <a:gd name="connsiteY329" fmla="*/ 54564 h 590308"/>
                <a:gd name="connsiteX330" fmla="*/ 189273 w 821508"/>
                <a:gd name="connsiteY330" fmla="*/ 48475 h 590308"/>
                <a:gd name="connsiteX331" fmla="*/ 188567 w 821508"/>
                <a:gd name="connsiteY331" fmla="*/ 45212 h 590308"/>
                <a:gd name="connsiteX332" fmla="*/ 186244 w 821508"/>
                <a:gd name="connsiteY332" fmla="*/ 44338 h 590308"/>
                <a:gd name="connsiteX333" fmla="*/ 183047 w 821508"/>
                <a:gd name="connsiteY333" fmla="*/ 41512 h 590308"/>
                <a:gd name="connsiteX334" fmla="*/ 181903 w 821508"/>
                <a:gd name="connsiteY334" fmla="*/ 39123 h 590308"/>
                <a:gd name="connsiteX335" fmla="*/ 181903 w 821508"/>
                <a:gd name="connsiteY335" fmla="*/ 37441 h 590308"/>
                <a:gd name="connsiteX336" fmla="*/ 184494 w 821508"/>
                <a:gd name="connsiteY336" fmla="*/ 34414 h 590308"/>
                <a:gd name="connsiteX337" fmla="*/ 186514 w 821508"/>
                <a:gd name="connsiteY337" fmla="*/ 32900 h 590308"/>
                <a:gd name="connsiteX338" fmla="*/ 187389 w 821508"/>
                <a:gd name="connsiteY338" fmla="*/ 31319 h 590308"/>
                <a:gd name="connsiteX339" fmla="*/ 187322 w 821508"/>
                <a:gd name="connsiteY339" fmla="*/ 29233 h 590308"/>
                <a:gd name="connsiteX340" fmla="*/ 185739 w 821508"/>
                <a:gd name="connsiteY340" fmla="*/ 26542 h 590308"/>
                <a:gd name="connsiteX341" fmla="*/ 184293 w 821508"/>
                <a:gd name="connsiteY341" fmla="*/ 25600 h 590308"/>
                <a:gd name="connsiteX342" fmla="*/ 182273 w 821508"/>
                <a:gd name="connsiteY342" fmla="*/ 22842 h 590308"/>
                <a:gd name="connsiteX343" fmla="*/ 181768 w 821508"/>
                <a:gd name="connsiteY343" fmla="*/ 21025 h 590308"/>
                <a:gd name="connsiteX344" fmla="*/ 180658 w 821508"/>
                <a:gd name="connsiteY344" fmla="*/ 15744 h 590308"/>
                <a:gd name="connsiteX345" fmla="*/ 178908 w 821508"/>
                <a:gd name="connsiteY345" fmla="*/ 13658 h 590308"/>
                <a:gd name="connsiteX346" fmla="*/ 177595 w 821508"/>
                <a:gd name="connsiteY346" fmla="*/ 11707 h 590308"/>
                <a:gd name="connsiteX347" fmla="*/ 178841 w 821508"/>
                <a:gd name="connsiteY347" fmla="*/ 9184 h 590308"/>
                <a:gd name="connsiteX348" fmla="*/ 181466 w 821508"/>
                <a:gd name="connsiteY348" fmla="*/ 6998 h 590308"/>
                <a:gd name="connsiteX349" fmla="*/ 181667 w 821508"/>
                <a:gd name="connsiteY349" fmla="*/ 4912 h 590308"/>
                <a:gd name="connsiteX350" fmla="*/ 180523 w 821508"/>
                <a:gd name="connsiteY350" fmla="*/ 1851 h 590308"/>
                <a:gd name="connsiteX351" fmla="*/ 177629 w 821508"/>
                <a:gd name="connsiteY351" fmla="*/ 404 h 590308"/>
                <a:gd name="connsiteX352" fmla="*/ 173490 w 821508"/>
                <a:gd name="connsiteY352" fmla="*/ 404 h 590308"/>
                <a:gd name="connsiteX353" fmla="*/ 170461 w 821508"/>
                <a:gd name="connsiteY353" fmla="*/ 2490 h 590308"/>
                <a:gd name="connsiteX354" fmla="*/ 168508 w 821508"/>
                <a:gd name="connsiteY354" fmla="*/ 2793 h 590308"/>
                <a:gd name="connsiteX355" fmla="*/ 166489 w 821508"/>
                <a:gd name="connsiteY355" fmla="*/ 3533 h 590308"/>
                <a:gd name="connsiteX356" fmla="*/ 163898 w 821508"/>
                <a:gd name="connsiteY356" fmla="*/ 4542 h 590308"/>
                <a:gd name="connsiteX357" fmla="*/ 160936 w 821508"/>
                <a:gd name="connsiteY357" fmla="*/ 5046 h 590308"/>
                <a:gd name="connsiteX358" fmla="*/ 159052 w 821508"/>
                <a:gd name="connsiteY358" fmla="*/ 5181 h 590308"/>
                <a:gd name="connsiteX359" fmla="*/ 157100 w 821508"/>
                <a:gd name="connsiteY359" fmla="*/ 5753 h 590308"/>
                <a:gd name="connsiteX360" fmla="*/ 155215 w 821508"/>
                <a:gd name="connsiteY360" fmla="*/ 6829 h 590308"/>
                <a:gd name="connsiteX361" fmla="*/ 153633 w 821508"/>
                <a:gd name="connsiteY361" fmla="*/ 8646 h 590308"/>
                <a:gd name="connsiteX362" fmla="*/ 151446 w 821508"/>
                <a:gd name="connsiteY362" fmla="*/ 10328 h 590308"/>
                <a:gd name="connsiteX363" fmla="*/ 150066 w 821508"/>
                <a:gd name="connsiteY363" fmla="*/ 11135 h 590308"/>
                <a:gd name="connsiteX364" fmla="*/ 148551 w 821508"/>
                <a:gd name="connsiteY364" fmla="*/ 12582 h 590308"/>
                <a:gd name="connsiteX365" fmla="*/ 146667 w 821508"/>
                <a:gd name="connsiteY365" fmla="*/ 13456 h 590308"/>
                <a:gd name="connsiteX366" fmla="*/ 143840 w 821508"/>
                <a:gd name="connsiteY366" fmla="*/ 12750 h 590308"/>
                <a:gd name="connsiteX367" fmla="*/ 142258 w 821508"/>
                <a:gd name="connsiteY367" fmla="*/ 11303 h 590308"/>
                <a:gd name="connsiteX368" fmla="*/ 141383 w 821508"/>
                <a:gd name="connsiteY368" fmla="*/ 8478 h 590308"/>
                <a:gd name="connsiteX369" fmla="*/ 138623 w 821508"/>
                <a:gd name="connsiteY369" fmla="*/ 9924 h 590308"/>
                <a:gd name="connsiteX370" fmla="*/ 136368 w 821508"/>
                <a:gd name="connsiteY370" fmla="*/ 11068 h 590308"/>
                <a:gd name="connsiteX371" fmla="*/ 134349 w 821508"/>
                <a:gd name="connsiteY371" fmla="*/ 12144 h 590308"/>
                <a:gd name="connsiteX372" fmla="*/ 132835 w 821508"/>
                <a:gd name="connsiteY372" fmla="*/ 13725 h 590308"/>
                <a:gd name="connsiteX373" fmla="*/ 131690 w 821508"/>
                <a:gd name="connsiteY373" fmla="*/ 14667 h 590308"/>
                <a:gd name="connsiteX374" fmla="*/ 129099 w 821508"/>
                <a:gd name="connsiteY374" fmla="*/ 14869 h 590308"/>
                <a:gd name="connsiteX375" fmla="*/ 126474 w 821508"/>
                <a:gd name="connsiteY375" fmla="*/ 14936 h 590308"/>
                <a:gd name="connsiteX376" fmla="*/ 120753 w 821508"/>
                <a:gd name="connsiteY376" fmla="*/ 14365 h 590308"/>
                <a:gd name="connsiteX377" fmla="*/ 115334 w 821508"/>
                <a:gd name="connsiteY377" fmla="*/ 14297 h 590308"/>
                <a:gd name="connsiteX378" fmla="*/ 111565 w 821508"/>
                <a:gd name="connsiteY378" fmla="*/ 14297 h 590308"/>
                <a:gd name="connsiteX379" fmla="*/ 107829 w 821508"/>
                <a:gd name="connsiteY379" fmla="*/ 14869 h 590308"/>
                <a:gd name="connsiteX380" fmla="*/ 107223 w 821508"/>
                <a:gd name="connsiteY380" fmla="*/ 17258 h 590308"/>
                <a:gd name="connsiteX381" fmla="*/ 107223 w 821508"/>
                <a:gd name="connsiteY381" fmla="*/ 20386 h 590308"/>
                <a:gd name="connsiteX382" fmla="*/ 107796 w 821508"/>
                <a:gd name="connsiteY382" fmla="*/ 21631 h 590308"/>
                <a:gd name="connsiteX383" fmla="*/ 107223 w 821508"/>
                <a:gd name="connsiteY383" fmla="*/ 26475 h 590308"/>
                <a:gd name="connsiteX384" fmla="*/ 107223 w 821508"/>
                <a:gd name="connsiteY384" fmla="*/ 28561 h 590308"/>
                <a:gd name="connsiteX385" fmla="*/ 107223 w 821508"/>
                <a:gd name="connsiteY385" fmla="*/ 31184 h 590308"/>
                <a:gd name="connsiteX386" fmla="*/ 105843 w 821508"/>
                <a:gd name="connsiteY386" fmla="*/ 32564 h 590308"/>
                <a:gd name="connsiteX387" fmla="*/ 103589 w 821508"/>
                <a:gd name="connsiteY387" fmla="*/ 33943 h 590308"/>
                <a:gd name="connsiteX388" fmla="*/ 101502 w 821508"/>
                <a:gd name="connsiteY388" fmla="*/ 34313 h 590308"/>
                <a:gd name="connsiteX389" fmla="*/ 96791 w 821508"/>
                <a:gd name="connsiteY389" fmla="*/ 35558 h 590308"/>
                <a:gd name="connsiteX390" fmla="*/ 91742 w 821508"/>
                <a:gd name="connsiteY390" fmla="*/ 35120 h 590308"/>
                <a:gd name="connsiteX391" fmla="*/ 89218 w 821508"/>
                <a:gd name="connsiteY391" fmla="*/ 35692 h 590308"/>
                <a:gd name="connsiteX392" fmla="*/ 87267 w 821508"/>
                <a:gd name="connsiteY392" fmla="*/ 36331 h 590308"/>
                <a:gd name="connsiteX393" fmla="*/ 82622 w 821508"/>
                <a:gd name="connsiteY393" fmla="*/ 37206 h 590308"/>
                <a:gd name="connsiteX394" fmla="*/ 81478 w 821508"/>
                <a:gd name="connsiteY394" fmla="*/ 39594 h 590308"/>
                <a:gd name="connsiteX395" fmla="*/ 81107 w 821508"/>
                <a:gd name="connsiteY395" fmla="*/ 43497 h 590308"/>
                <a:gd name="connsiteX396" fmla="*/ 83632 w 821508"/>
                <a:gd name="connsiteY396" fmla="*/ 47634 h 590308"/>
                <a:gd name="connsiteX397" fmla="*/ 85516 w 821508"/>
                <a:gd name="connsiteY397" fmla="*/ 49720 h 590308"/>
                <a:gd name="connsiteX398" fmla="*/ 88108 w 821508"/>
                <a:gd name="connsiteY398" fmla="*/ 54732 h 590308"/>
                <a:gd name="connsiteX399" fmla="*/ 88747 w 821508"/>
                <a:gd name="connsiteY399" fmla="*/ 57995 h 590308"/>
                <a:gd name="connsiteX400" fmla="*/ 89386 w 821508"/>
                <a:gd name="connsiteY400" fmla="*/ 60821 h 590308"/>
                <a:gd name="connsiteX401" fmla="*/ 90060 w 821508"/>
                <a:gd name="connsiteY401" fmla="*/ 67852 h 590308"/>
                <a:gd name="connsiteX402" fmla="*/ 89791 w 821508"/>
                <a:gd name="connsiteY402" fmla="*/ 70745 h 590308"/>
                <a:gd name="connsiteX403" fmla="*/ 89791 w 821508"/>
                <a:gd name="connsiteY403" fmla="*/ 74310 h 590308"/>
                <a:gd name="connsiteX404" fmla="*/ 88545 w 821508"/>
                <a:gd name="connsiteY404" fmla="*/ 75757 h 590308"/>
                <a:gd name="connsiteX405" fmla="*/ 86862 w 821508"/>
                <a:gd name="connsiteY405" fmla="*/ 77708 h 590308"/>
                <a:gd name="connsiteX406" fmla="*/ 85348 w 821508"/>
                <a:gd name="connsiteY406" fmla="*/ 81476 h 590308"/>
                <a:gd name="connsiteX407" fmla="*/ 85045 w 821508"/>
                <a:gd name="connsiteY407" fmla="*/ 83359 h 590308"/>
                <a:gd name="connsiteX408" fmla="*/ 82588 w 821508"/>
                <a:gd name="connsiteY408" fmla="*/ 84369 h 590308"/>
                <a:gd name="connsiteX409" fmla="*/ 80401 w 821508"/>
                <a:gd name="connsiteY409" fmla="*/ 83662 h 590308"/>
                <a:gd name="connsiteX410" fmla="*/ 78516 w 821508"/>
                <a:gd name="connsiteY410" fmla="*/ 81274 h 590308"/>
                <a:gd name="connsiteX411" fmla="*/ 77776 w 821508"/>
                <a:gd name="connsiteY411" fmla="*/ 79154 h 590308"/>
                <a:gd name="connsiteX412" fmla="*/ 76699 w 821508"/>
                <a:gd name="connsiteY412" fmla="*/ 77641 h 590308"/>
                <a:gd name="connsiteX413" fmla="*/ 76329 w 821508"/>
                <a:gd name="connsiteY413" fmla="*/ 74445 h 590308"/>
                <a:gd name="connsiteX414" fmla="*/ 75016 w 821508"/>
                <a:gd name="connsiteY414" fmla="*/ 72359 h 590308"/>
                <a:gd name="connsiteX415" fmla="*/ 72997 w 821508"/>
                <a:gd name="connsiteY415" fmla="*/ 71989 h 590308"/>
                <a:gd name="connsiteX416" fmla="*/ 71852 w 821508"/>
                <a:gd name="connsiteY416" fmla="*/ 72729 h 590308"/>
                <a:gd name="connsiteX417" fmla="*/ 71045 w 821508"/>
                <a:gd name="connsiteY417" fmla="*/ 74109 h 590308"/>
                <a:gd name="connsiteX418" fmla="*/ 68790 w 821508"/>
                <a:gd name="connsiteY418" fmla="*/ 74109 h 590308"/>
                <a:gd name="connsiteX419" fmla="*/ 66973 w 821508"/>
                <a:gd name="connsiteY419" fmla="*/ 71855 h 590308"/>
                <a:gd name="connsiteX420" fmla="*/ 65155 w 821508"/>
                <a:gd name="connsiteY420" fmla="*/ 69836 h 590308"/>
                <a:gd name="connsiteX421" fmla="*/ 64650 w 821508"/>
                <a:gd name="connsiteY421" fmla="*/ 67381 h 590308"/>
                <a:gd name="connsiteX422" fmla="*/ 63775 w 821508"/>
                <a:gd name="connsiteY422" fmla="*/ 64925 h 590308"/>
                <a:gd name="connsiteX423" fmla="*/ 62093 w 821508"/>
                <a:gd name="connsiteY423" fmla="*/ 62671 h 590308"/>
                <a:gd name="connsiteX424" fmla="*/ 61151 w 821508"/>
                <a:gd name="connsiteY424" fmla="*/ 61157 h 590308"/>
                <a:gd name="connsiteX425" fmla="*/ 59400 w 821508"/>
                <a:gd name="connsiteY425" fmla="*/ 59711 h 590308"/>
                <a:gd name="connsiteX426" fmla="*/ 57650 w 821508"/>
                <a:gd name="connsiteY426" fmla="*/ 59273 h 590308"/>
                <a:gd name="connsiteX427" fmla="*/ 56641 w 821508"/>
                <a:gd name="connsiteY427" fmla="*/ 59273 h 590308"/>
                <a:gd name="connsiteX428" fmla="*/ 54386 w 821508"/>
                <a:gd name="connsiteY428" fmla="*/ 60922 h 590308"/>
                <a:gd name="connsiteX429" fmla="*/ 53309 w 821508"/>
                <a:gd name="connsiteY429" fmla="*/ 62604 h 590308"/>
                <a:gd name="connsiteX430" fmla="*/ 51626 w 821508"/>
                <a:gd name="connsiteY430" fmla="*/ 64858 h 590308"/>
                <a:gd name="connsiteX431" fmla="*/ 50414 w 821508"/>
                <a:gd name="connsiteY431" fmla="*/ 66741 h 590308"/>
                <a:gd name="connsiteX432" fmla="*/ 48833 w 821508"/>
                <a:gd name="connsiteY432" fmla="*/ 69769 h 590308"/>
                <a:gd name="connsiteX433" fmla="*/ 46006 w 821508"/>
                <a:gd name="connsiteY433" fmla="*/ 71787 h 590308"/>
                <a:gd name="connsiteX434" fmla="*/ 43818 w 821508"/>
                <a:gd name="connsiteY434" fmla="*/ 72157 h 590308"/>
                <a:gd name="connsiteX435" fmla="*/ 40688 w 821508"/>
                <a:gd name="connsiteY435" fmla="*/ 69836 h 590308"/>
                <a:gd name="connsiteX436" fmla="*/ 40318 w 821508"/>
                <a:gd name="connsiteY436" fmla="*/ 67953 h 590308"/>
                <a:gd name="connsiteX437" fmla="*/ 37491 w 821508"/>
                <a:gd name="connsiteY437" fmla="*/ 65631 h 590308"/>
                <a:gd name="connsiteX438" fmla="*/ 36616 w 821508"/>
                <a:gd name="connsiteY438" fmla="*/ 64555 h 590308"/>
                <a:gd name="connsiteX439" fmla="*/ 35102 w 821508"/>
                <a:gd name="connsiteY439" fmla="*/ 62671 h 590308"/>
                <a:gd name="connsiteX440" fmla="*/ 32712 w 821508"/>
                <a:gd name="connsiteY440" fmla="*/ 63748 h 590308"/>
                <a:gd name="connsiteX441" fmla="*/ 30693 w 821508"/>
                <a:gd name="connsiteY441" fmla="*/ 64185 h 590308"/>
                <a:gd name="connsiteX442" fmla="*/ 29448 w 821508"/>
                <a:gd name="connsiteY442" fmla="*/ 61796 h 590308"/>
                <a:gd name="connsiteX443" fmla="*/ 27698 w 821508"/>
                <a:gd name="connsiteY443" fmla="*/ 59543 h 590308"/>
                <a:gd name="connsiteX444" fmla="*/ 25106 w 821508"/>
                <a:gd name="connsiteY444" fmla="*/ 56280 h 590308"/>
                <a:gd name="connsiteX445" fmla="*/ 22717 w 821508"/>
                <a:gd name="connsiteY445" fmla="*/ 54261 h 590308"/>
                <a:gd name="connsiteX446" fmla="*/ 19385 w 821508"/>
                <a:gd name="connsiteY446" fmla="*/ 52445 h 590308"/>
                <a:gd name="connsiteX447" fmla="*/ 16794 w 821508"/>
                <a:gd name="connsiteY447" fmla="*/ 51940 h 590308"/>
                <a:gd name="connsiteX448" fmla="*/ 14101 w 821508"/>
                <a:gd name="connsiteY448" fmla="*/ 51503 h 590308"/>
                <a:gd name="connsiteX449" fmla="*/ 11476 w 821508"/>
                <a:gd name="connsiteY449" fmla="*/ 52142 h 590308"/>
                <a:gd name="connsiteX450" fmla="*/ 10029 w 821508"/>
                <a:gd name="connsiteY450" fmla="*/ 52276 h 590308"/>
                <a:gd name="connsiteX451" fmla="*/ 5687 w 821508"/>
                <a:gd name="connsiteY451" fmla="*/ 53017 h 590308"/>
                <a:gd name="connsiteX452" fmla="*/ 2154 w 821508"/>
                <a:gd name="connsiteY452" fmla="*/ 54396 h 590308"/>
                <a:gd name="connsiteX453" fmla="*/ 1346 w 821508"/>
                <a:gd name="connsiteY453" fmla="*/ 57659 h 590308"/>
                <a:gd name="connsiteX454" fmla="*/ 6058 w 821508"/>
                <a:gd name="connsiteY454" fmla="*/ 60350 h 590308"/>
                <a:gd name="connsiteX455" fmla="*/ 8750 w 821508"/>
                <a:gd name="connsiteY455" fmla="*/ 62738 h 590308"/>
                <a:gd name="connsiteX456" fmla="*/ 9020 w 821508"/>
                <a:gd name="connsiteY456" fmla="*/ 64824 h 590308"/>
                <a:gd name="connsiteX457" fmla="*/ 9457 w 821508"/>
                <a:gd name="connsiteY457" fmla="*/ 67448 h 590308"/>
                <a:gd name="connsiteX458" fmla="*/ 9591 w 821508"/>
                <a:gd name="connsiteY458" fmla="*/ 69769 h 590308"/>
                <a:gd name="connsiteX459" fmla="*/ 9524 w 821508"/>
                <a:gd name="connsiteY459" fmla="*/ 72460 h 590308"/>
                <a:gd name="connsiteX460" fmla="*/ 8851 w 821508"/>
                <a:gd name="connsiteY460" fmla="*/ 73974 h 590308"/>
                <a:gd name="connsiteX461" fmla="*/ 7976 w 821508"/>
                <a:gd name="connsiteY461" fmla="*/ 75286 h 590308"/>
                <a:gd name="connsiteX462" fmla="*/ 6529 w 821508"/>
                <a:gd name="connsiteY462" fmla="*/ 76228 h 590308"/>
                <a:gd name="connsiteX463" fmla="*/ 4644 w 821508"/>
                <a:gd name="connsiteY463" fmla="*/ 77607 h 590308"/>
                <a:gd name="connsiteX464" fmla="*/ 2759 w 821508"/>
                <a:gd name="connsiteY464" fmla="*/ 78986 h 590308"/>
                <a:gd name="connsiteX465" fmla="*/ 942 w 821508"/>
                <a:gd name="connsiteY465" fmla="*/ 80870 h 590308"/>
                <a:gd name="connsiteX466" fmla="*/ 0 w 821508"/>
                <a:gd name="connsiteY466" fmla="*/ 82317 h 590308"/>
                <a:gd name="connsiteX467" fmla="*/ 740 w 821508"/>
                <a:gd name="connsiteY467" fmla="*/ 85950 h 590308"/>
                <a:gd name="connsiteX468" fmla="*/ 1750 w 821508"/>
                <a:gd name="connsiteY468" fmla="*/ 88136 h 590308"/>
                <a:gd name="connsiteX469" fmla="*/ 4644 w 821508"/>
                <a:gd name="connsiteY469" fmla="*/ 89280 h 590308"/>
                <a:gd name="connsiteX470" fmla="*/ 7539 w 821508"/>
                <a:gd name="connsiteY470" fmla="*/ 90424 h 590308"/>
                <a:gd name="connsiteX471" fmla="*/ 12250 w 821508"/>
                <a:gd name="connsiteY471" fmla="*/ 90357 h 590308"/>
                <a:gd name="connsiteX472" fmla="*/ 15582 w 821508"/>
                <a:gd name="connsiteY472" fmla="*/ 88170 h 590308"/>
                <a:gd name="connsiteX473" fmla="*/ 15952 w 821508"/>
                <a:gd name="connsiteY473" fmla="*/ 86488 h 590308"/>
                <a:gd name="connsiteX474" fmla="*/ 19957 w 821508"/>
                <a:gd name="connsiteY474" fmla="*/ 84840 h 590308"/>
                <a:gd name="connsiteX475" fmla="*/ 23289 w 821508"/>
                <a:gd name="connsiteY475" fmla="*/ 86656 h 590308"/>
                <a:gd name="connsiteX476" fmla="*/ 26924 w 821508"/>
                <a:gd name="connsiteY476" fmla="*/ 89415 h 590308"/>
                <a:gd name="connsiteX477" fmla="*/ 27125 w 821508"/>
                <a:gd name="connsiteY477" fmla="*/ 92240 h 590308"/>
                <a:gd name="connsiteX478" fmla="*/ 27193 w 821508"/>
                <a:gd name="connsiteY478" fmla="*/ 94326 h 590308"/>
                <a:gd name="connsiteX479" fmla="*/ 24299 w 821508"/>
                <a:gd name="connsiteY479" fmla="*/ 99170 h 590308"/>
                <a:gd name="connsiteX480" fmla="*/ 21539 w 821508"/>
                <a:gd name="connsiteY480" fmla="*/ 101491 h 590308"/>
                <a:gd name="connsiteX481" fmla="*/ 22616 w 821508"/>
                <a:gd name="connsiteY481" fmla="*/ 104620 h 590308"/>
                <a:gd name="connsiteX482" fmla="*/ 24871 w 821508"/>
                <a:gd name="connsiteY482" fmla="*/ 105124 h 590308"/>
                <a:gd name="connsiteX483" fmla="*/ 28640 w 821508"/>
                <a:gd name="connsiteY483" fmla="*/ 105932 h 590308"/>
                <a:gd name="connsiteX484" fmla="*/ 32107 w 821508"/>
                <a:gd name="connsiteY484" fmla="*/ 107950 h 590308"/>
                <a:gd name="connsiteX485" fmla="*/ 35640 w 821508"/>
                <a:gd name="connsiteY485" fmla="*/ 110406 h 590308"/>
                <a:gd name="connsiteX486" fmla="*/ 37895 w 821508"/>
                <a:gd name="connsiteY486" fmla="*/ 111987 h 590308"/>
                <a:gd name="connsiteX487" fmla="*/ 41866 w 821508"/>
                <a:gd name="connsiteY487" fmla="*/ 114375 h 590308"/>
                <a:gd name="connsiteX488" fmla="*/ 44828 w 821508"/>
                <a:gd name="connsiteY488" fmla="*/ 117840 h 590308"/>
                <a:gd name="connsiteX489" fmla="*/ 46578 w 821508"/>
                <a:gd name="connsiteY489" fmla="*/ 120229 h 590308"/>
                <a:gd name="connsiteX490" fmla="*/ 45131 w 821508"/>
                <a:gd name="connsiteY490" fmla="*/ 121810 h 590308"/>
                <a:gd name="connsiteX491" fmla="*/ 41159 w 821508"/>
                <a:gd name="connsiteY491" fmla="*/ 123256 h 590308"/>
                <a:gd name="connsiteX492" fmla="*/ 39342 w 821508"/>
                <a:gd name="connsiteY492" fmla="*/ 124265 h 590308"/>
                <a:gd name="connsiteX493" fmla="*/ 38400 w 821508"/>
                <a:gd name="connsiteY493" fmla="*/ 125947 h 590308"/>
                <a:gd name="connsiteX494" fmla="*/ 44121 w 821508"/>
                <a:gd name="connsiteY494" fmla="*/ 128706 h 590308"/>
                <a:gd name="connsiteX495" fmla="*/ 45064 w 821508"/>
                <a:gd name="connsiteY495" fmla="*/ 128773 h 590308"/>
                <a:gd name="connsiteX496" fmla="*/ 48429 w 821508"/>
                <a:gd name="connsiteY496" fmla="*/ 131229 h 590308"/>
                <a:gd name="connsiteX497" fmla="*/ 51357 w 821508"/>
                <a:gd name="connsiteY497" fmla="*/ 136241 h 590308"/>
                <a:gd name="connsiteX498" fmla="*/ 51357 w 821508"/>
                <a:gd name="connsiteY498" fmla="*/ 136880 h 590308"/>
                <a:gd name="connsiteX499" fmla="*/ 47789 w 821508"/>
                <a:gd name="connsiteY499" fmla="*/ 140278 h 590308"/>
                <a:gd name="connsiteX500" fmla="*/ 44592 w 821508"/>
                <a:gd name="connsiteY500" fmla="*/ 141724 h 590308"/>
                <a:gd name="connsiteX501" fmla="*/ 43516 w 821508"/>
                <a:gd name="connsiteY501" fmla="*/ 142969 h 590308"/>
                <a:gd name="connsiteX502" fmla="*/ 42506 w 821508"/>
                <a:gd name="connsiteY502" fmla="*/ 147107 h 590308"/>
                <a:gd name="connsiteX503" fmla="*/ 42741 w 821508"/>
                <a:gd name="connsiteY503" fmla="*/ 154272 h 590308"/>
                <a:gd name="connsiteX504" fmla="*/ 39914 w 821508"/>
                <a:gd name="connsiteY504" fmla="*/ 155281 h 590308"/>
                <a:gd name="connsiteX505" fmla="*/ 42876 w 821508"/>
                <a:gd name="connsiteY505" fmla="*/ 159116 h 590308"/>
                <a:gd name="connsiteX506" fmla="*/ 43953 w 821508"/>
                <a:gd name="connsiteY506" fmla="*/ 161874 h 590308"/>
                <a:gd name="connsiteX507" fmla="*/ 42876 w 821508"/>
                <a:gd name="connsiteY507" fmla="*/ 165507 h 590308"/>
                <a:gd name="connsiteX508" fmla="*/ 40284 w 821508"/>
                <a:gd name="connsiteY508" fmla="*/ 168199 h 590308"/>
                <a:gd name="connsiteX509" fmla="*/ 39713 w 821508"/>
                <a:gd name="connsiteY509" fmla="*/ 171596 h 590308"/>
                <a:gd name="connsiteX510" fmla="*/ 39140 w 821508"/>
                <a:gd name="connsiteY510" fmla="*/ 175566 h 590308"/>
                <a:gd name="connsiteX511" fmla="*/ 39847 w 821508"/>
                <a:gd name="connsiteY511" fmla="*/ 178257 h 590308"/>
                <a:gd name="connsiteX512" fmla="*/ 40217 w 821508"/>
                <a:gd name="connsiteY512" fmla="*/ 184917 h 590308"/>
                <a:gd name="connsiteX513" fmla="*/ 41025 w 821508"/>
                <a:gd name="connsiteY513" fmla="*/ 187743 h 590308"/>
                <a:gd name="connsiteX514" fmla="*/ 46241 w 821508"/>
                <a:gd name="connsiteY514" fmla="*/ 187878 h 590308"/>
                <a:gd name="connsiteX515" fmla="*/ 46376 w 821508"/>
                <a:gd name="connsiteY515" fmla="*/ 190401 h 590308"/>
                <a:gd name="connsiteX516" fmla="*/ 45232 w 821508"/>
                <a:gd name="connsiteY516" fmla="*/ 194168 h 590308"/>
                <a:gd name="connsiteX517" fmla="*/ 43616 w 821508"/>
                <a:gd name="connsiteY517" fmla="*/ 198239 h 590308"/>
                <a:gd name="connsiteX518" fmla="*/ 43414 w 821508"/>
                <a:gd name="connsiteY518" fmla="*/ 201502 h 590308"/>
                <a:gd name="connsiteX519" fmla="*/ 42977 w 821508"/>
                <a:gd name="connsiteY519" fmla="*/ 204832 h 590308"/>
                <a:gd name="connsiteX520" fmla="*/ 43347 w 821508"/>
                <a:gd name="connsiteY520" fmla="*/ 206918 h 590308"/>
                <a:gd name="connsiteX521" fmla="*/ 46174 w 821508"/>
                <a:gd name="connsiteY521" fmla="*/ 209374 h 590308"/>
                <a:gd name="connsiteX522" fmla="*/ 50953 w 821508"/>
                <a:gd name="connsiteY522" fmla="*/ 212132 h 590308"/>
                <a:gd name="connsiteX523" fmla="*/ 55093 w 821508"/>
                <a:gd name="connsiteY523" fmla="*/ 215597 h 590308"/>
                <a:gd name="connsiteX524" fmla="*/ 59501 w 821508"/>
                <a:gd name="connsiteY524" fmla="*/ 220878 h 590308"/>
                <a:gd name="connsiteX525" fmla="*/ 62833 w 821508"/>
                <a:gd name="connsiteY525" fmla="*/ 223469 h 590308"/>
                <a:gd name="connsiteX526" fmla="*/ 66165 w 821508"/>
                <a:gd name="connsiteY526" fmla="*/ 225420 h 590308"/>
                <a:gd name="connsiteX527" fmla="*/ 66603 w 821508"/>
                <a:gd name="connsiteY527" fmla="*/ 227808 h 590308"/>
                <a:gd name="connsiteX528" fmla="*/ 66232 w 821508"/>
                <a:gd name="connsiteY528" fmla="*/ 230836 h 590308"/>
                <a:gd name="connsiteX529" fmla="*/ 65862 w 821508"/>
                <a:gd name="connsiteY529" fmla="*/ 233022 h 590308"/>
                <a:gd name="connsiteX530" fmla="*/ 65290 w 821508"/>
                <a:gd name="connsiteY530" fmla="*/ 234906 h 590308"/>
                <a:gd name="connsiteX531" fmla="*/ 64617 w 821508"/>
                <a:gd name="connsiteY531" fmla="*/ 237530 h 590308"/>
                <a:gd name="connsiteX532" fmla="*/ 63540 w 821508"/>
                <a:gd name="connsiteY532" fmla="*/ 238472 h 590308"/>
                <a:gd name="connsiteX533" fmla="*/ 63102 w 821508"/>
                <a:gd name="connsiteY533" fmla="*/ 240356 h 590308"/>
                <a:gd name="connsiteX534" fmla="*/ 63304 w 821508"/>
                <a:gd name="connsiteY534" fmla="*/ 242980 h 590308"/>
                <a:gd name="connsiteX535" fmla="*/ 64011 w 821508"/>
                <a:gd name="connsiteY535" fmla="*/ 244796 h 590308"/>
                <a:gd name="connsiteX536" fmla="*/ 65761 w 821508"/>
                <a:gd name="connsiteY536" fmla="*/ 246478 h 590308"/>
                <a:gd name="connsiteX537" fmla="*/ 67713 w 821508"/>
                <a:gd name="connsiteY537" fmla="*/ 247925 h 590308"/>
                <a:gd name="connsiteX538" fmla="*/ 70675 w 821508"/>
                <a:gd name="connsiteY538" fmla="*/ 249506 h 590308"/>
                <a:gd name="connsiteX539" fmla="*/ 74141 w 821508"/>
                <a:gd name="connsiteY539" fmla="*/ 249876 h 590308"/>
                <a:gd name="connsiteX540" fmla="*/ 77776 w 821508"/>
                <a:gd name="connsiteY540" fmla="*/ 249876 h 590308"/>
                <a:gd name="connsiteX541" fmla="*/ 82117 w 821508"/>
                <a:gd name="connsiteY541" fmla="*/ 249304 h 590308"/>
                <a:gd name="connsiteX542" fmla="*/ 85887 w 821508"/>
                <a:gd name="connsiteY542" fmla="*/ 247218 h 590308"/>
                <a:gd name="connsiteX543" fmla="*/ 89925 w 821508"/>
                <a:gd name="connsiteY543" fmla="*/ 244830 h 590308"/>
                <a:gd name="connsiteX544" fmla="*/ 93055 w 821508"/>
                <a:gd name="connsiteY544" fmla="*/ 242307 h 590308"/>
                <a:gd name="connsiteX545" fmla="*/ 96319 w 821508"/>
                <a:gd name="connsiteY545" fmla="*/ 237967 h 590308"/>
                <a:gd name="connsiteX546" fmla="*/ 98271 w 821508"/>
                <a:gd name="connsiteY546" fmla="*/ 234704 h 590308"/>
                <a:gd name="connsiteX547" fmla="*/ 105305 w 821508"/>
                <a:gd name="connsiteY547" fmla="*/ 228245 h 590308"/>
                <a:gd name="connsiteX548" fmla="*/ 109579 w 821508"/>
                <a:gd name="connsiteY548" fmla="*/ 222796 h 590308"/>
                <a:gd name="connsiteX549" fmla="*/ 114796 w 821508"/>
                <a:gd name="connsiteY549" fmla="*/ 219028 h 590308"/>
                <a:gd name="connsiteX550" fmla="*/ 119003 w 821508"/>
                <a:gd name="connsiteY550" fmla="*/ 214823 h 590308"/>
                <a:gd name="connsiteX551" fmla="*/ 120685 w 821508"/>
                <a:gd name="connsiteY551" fmla="*/ 211257 h 590308"/>
                <a:gd name="connsiteX552" fmla="*/ 124017 w 821508"/>
                <a:gd name="connsiteY552" fmla="*/ 209575 h 590308"/>
                <a:gd name="connsiteX553" fmla="*/ 127416 w 821508"/>
                <a:gd name="connsiteY553" fmla="*/ 208263 h 590308"/>
                <a:gd name="connsiteX554" fmla="*/ 129166 w 821508"/>
                <a:gd name="connsiteY554" fmla="*/ 206514 h 590308"/>
                <a:gd name="connsiteX555" fmla="*/ 131118 w 821508"/>
                <a:gd name="connsiteY555" fmla="*/ 205707 h 590308"/>
                <a:gd name="connsiteX556" fmla="*/ 134012 w 821508"/>
                <a:gd name="connsiteY556" fmla="*/ 206279 h 590308"/>
                <a:gd name="connsiteX557" fmla="*/ 136536 w 821508"/>
                <a:gd name="connsiteY557" fmla="*/ 208533 h 590308"/>
                <a:gd name="connsiteX558" fmla="*/ 136772 w 821508"/>
                <a:gd name="connsiteY558" fmla="*/ 209844 h 590308"/>
                <a:gd name="connsiteX559" fmla="*/ 136705 w 821508"/>
                <a:gd name="connsiteY559" fmla="*/ 212300 h 590308"/>
                <a:gd name="connsiteX560" fmla="*/ 135628 w 821508"/>
                <a:gd name="connsiteY560" fmla="*/ 214621 h 590308"/>
                <a:gd name="connsiteX561" fmla="*/ 134988 w 821508"/>
                <a:gd name="connsiteY561" fmla="*/ 216438 h 590308"/>
                <a:gd name="connsiteX562" fmla="*/ 134484 w 821508"/>
                <a:gd name="connsiteY562" fmla="*/ 218322 h 590308"/>
                <a:gd name="connsiteX563" fmla="*/ 134282 w 821508"/>
                <a:gd name="connsiteY563" fmla="*/ 220710 h 590308"/>
                <a:gd name="connsiteX564" fmla="*/ 134416 w 821508"/>
                <a:gd name="connsiteY564" fmla="*/ 222964 h 590308"/>
                <a:gd name="connsiteX565" fmla="*/ 134787 w 821508"/>
                <a:gd name="connsiteY565" fmla="*/ 225151 h 590308"/>
                <a:gd name="connsiteX566" fmla="*/ 135729 w 821508"/>
                <a:gd name="connsiteY566" fmla="*/ 226967 h 590308"/>
                <a:gd name="connsiteX567" fmla="*/ 137243 w 821508"/>
                <a:gd name="connsiteY567" fmla="*/ 228548 h 590308"/>
                <a:gd name="connsiteX568" fmla="*/ 139431 w 821508"/>
                <a:gd name="connsiteY568" fmla="*/ 231441 h 590308"/>
                <a:gd name="connsiteX569" fmla="*/ 143402 w 821508"/>
                <a:gd name="connsiteY569" fmla="*/ 234570 h 590308"/>
                <a:gd name="connsiteX570" fmla="*/ 145657 w 821508"/>
                <a:gd name="connsiteY570" fmla="*/ 236521 h 590308"/>
                <a:gd name="connsiteX571" fmla="*/ 147845 w 821508"/>
                <a:gd name="connsiteY571" fmla="*/ 238707 h 590308"/>
                <a:gd name="connsiteX572" fmla="*/ 151042 w 821508"/>
                <a:gd name="connsiteY572" fmla="*/ 241970 h 590308"/>
                <a:gd name="connsiteX573" fmla="*/ 154441 w 821508"/>
                <a:gd name="connsiteY573" fmla="*/ 243854 h 590308"/>
                <a:gd name="connsiteX574" fmla="*/ 157571 w 821508"/>
                <a:gd name="connsiteY574" fmla="*/ 247992 h 590308"/>
                <a:gd name="connsiteX575" fmla="*/ 158278 w 821508"/>
                <a:gd name="connsiteY575" fmla="*/ 251524 h 590308"/>
                <a:gd name="connsiteX576" fmla="*/ 157907 w 821508"/>
                <a:gd name="connsiteY576" fmla="*/ 255056 h 590308"/>
                <a:gd name="connsiteX577" fmla="*/ 157470 w 821508"/>
                <a:gd name="connsiteY577" fmla="*/ 258824 h 590308"/>
                <a:gd name="connsiteX578" fmla="*/ 158244 w 821508"/>
                <a:gd name="connsiteY578" fmla="*/ 263298 h 590308"/>
                <a:gd name="connsiteX579" fmla="*/ 158446 w 821508"/>
                <a:gd name="connsiteY579" fmla="*/ 266998 h 590308"/>
                <a:gd name="connsiteX580" fmla="*/ 162484 w 821508"/>
                <a:gd name="connsiteY580" fmla="*/ 270699 h 590308"/>
                <a:gd name="connsiteX581" fmla="*/ 166489 w 821508"/>
                <a:gd name="connsiteY581" fmla="*/ 273962 h 590308"/>
                <a:gd name="connsiteX582" fmla="*/ 167566 w 821508"/>
                <a:gd name="connsiteY582" fmla="*/ 274500 h 590308"/>
                <a:gd name="connsiteX583" fmla="*/ 168542 w 821508"/>
                <a:gd name="connsiteY583" fmla="*/ 277965 h 590308"/>
                <a:gd name="connsiteX584" fmla="*/ 168879 w 821508"/>
                <a:gd name="connsiteY584" fmla="*/ 280790 h 590308"/>
                <a:gd name="connsiteX585" fmla="*/ 168778 w 821508"/>
                <a:gd name="connsiteY585" fmla="*/ 283280 h 590308"/>
                <a:gd name="connsiteX586" fmla="*/ 168677 w 821508"/>
                <a:gd name="connsiteY586" fmla="*/ 288494 h 590308"/>
                <a:gd name="connsiteX587" fmla="*/ 168778 w 821508"/>
                <a:gd name="connsiteY587" fmla="*/ 290109 h 590308"/>
                <a:gd name="connsiteX588" fmla="*/ 170730 w 821508"/>
                <a:gd name="connsiteY588" fmla="*/ 293372 h 590308"/>
                <a:gd name="connsiteX589" fmla="*/ 175744 w 821508"/>
                <a:gd name="connsiteY589" fmla="*/ 295659 h 590308"/>
                <a:gd name="connsiteX590" fmla="*/ 177797 w 821508"/>
                <a:gd name="connsiteY590" fmla="*/ 296298 h 590308"/>
                <a:gd name="connsiteX591" fmla="*/ 179884 w 821508"/>
                <a:gd name="connsiteY591" fmla="*/ 298586 h 590308"/>
                <a:gd name="connsiteX592" fmla="*/ 180523 w 821508"/>
                <a:gd name="connsiteY592" fmla="*/ 301176 h 590308"/>
                <a:gd name="connsiteX593" fmla="*/ 180187 w 821508"/>
                <a:gd name="connsiteY593" fmla="*/ 303565 h 590308"/>
                <a:gd name="connsiteX594" fmla="*/ 179412 w 821508"/>
                <a:gd name="connsiteY594" fmla="*/ 305415 h 590308"/>
                <a:gd name="connsiteX595" fmla="*/ 177461 w 821508"/>
                <a:gd name="connsiteY595" fmla="*/ 309014 h 590308"/>
                <a:gd name="connsiteX596" fmla="*/ 174095 w 821508"/>
                <a:gd name="connsiteY596" fmla="*/ 311201 h 590308"/>
                <a:gd name="connsiteX597" fmla="*/ 171706 w 821508"/>
                <a:gd name="connsiteY597" fmla="*/ 312715 h 590308"/>
                <a:gd name="connsiteX598" fmla="*/ 169417 w 821508"/>
                <a:gd name="connsiteY598" fmla="*/ 313253 h 590308"/>
                <a:gd name="connsiteX599" fmla="*/ 166489 w 821508"/>
                <a:gd name="connsiteY599" fmla="*/ 313791 h 590308"/>
                <a:gd name="connsiteX600" fmla="*/ 165177 w 821508"/>
                <a:gd name="connsiteY600" fmla="*/ 314767 h 590308"/>
                <a:gd name="connsiteX601" fmla="*/ 162888 w 821508"/>
                <a:gd name="connsiteY601" fmla="*/ 315540 h 590308"/>
                <a:gd name="connsiteX602" fmla="*/ 161576 w 821508"/>
                <a:gd name="connsiteY602" fmla="*/ 317828 h 590308"/>
                <a:gd name="connsiteX603" fmla="*/ 160936 w 821508"/>
                <a:gd name="connsiteY603" fmla="*/ 319779 h 590308"/>
                <a:gd name="connsiteX604" fmla="*/ 161710 w 821508"/>
                <a:gd name="connsiteY604" fmla="*/ 321831 h 590308"/>
                <a:gd name="connsiteX605" fmla="*/ 163763 w 821508"/>
                <a:gd name="connsiteY605" fmla="*/ 323782 h 590308"/>
                <a:gd name="connsiteX606" fmla="*/ 166254 w 821508"/>
                <a:gd name="connsiteY606" fmla="*/ 324421 h 590308"/>
                <a:gd name="connsiteX607" fmla="*/ 170595 w 821508"/>
                <a:gd name="connsiteY607" fmla="*/ 325060 h 590308"/>
                <a:gd name="connsiteX608" fmla="*/ 171470 w 821508"/>
                <a:gd name="connsiteY608" fmla="*/ 326372 h 590308"/>
                <a:gd name="connsiteX609" fmla="*/ 172547 w 821508"/>
                <a:gd name="connsiteY609" fmla="*/ 327449 h 590308"/>
                <a:gd name="connsiteX610" fmla="*/ 175038 w 821508"/>
                <a:gd name="connsiteY610" fmla="*/ 329501 h 590308"/>
                <a:gd name="connsiteX611" fmla="*/ 177864 w 821508"/>
                <a:gd name="connsiteY611" fmla="*/ 330140 h 590308"/>
                <a:gd name="connsiteX612" fmla="*/ 180153 w 821508"/>
                <a:gd name="connsiteY612" fmla="*/ 330779 h 590308"/>
                <a:gd name="connsiteX613" fmla="*/ 180927 w 821508"/>
                <a:gd name="connsiteY613" fmla="*/ 327415 h 590308"/>
                <a:gd name="connsiteX614" fmla="*/ 178841 w 821508"/>
                <a:gd name="connsiteY614" fmla="*/ 325128 h 590308"/>
                <a:gd name="connsiteX615" fmla="*/ 179278 w 821508"/>
                <a:gd name="connsiteY615" fmla="*/ 323816 h 590308"/>
                <a:gd name="connsiteX616" fmla="*/ 182206 w 821508"/>
                <a:gd name="connsiteY616" fmla="*/ 323916 h 590308"/>
                <a:gd name="connsiteX617" fmla="*/ 183619 w 821508"/>
                <a:gd name="connsiteY617" fmla="*/ 324993 h 590308"/>
                <a:gd name="connsiteX618" fmla="*/ 185134 w 821508"/>
                <a:gd name="connsiteY618" fmla="*/ 327381 h 590308"/>
                <a:gd name="connsiteX619" fmla="*/ 187961 w 821508"/>
                <a:gd name="connsiteY619" fmla="*/ 328088 h 590308"/>
                <a:gd name="connsiteX620" fmla="*/ 190249 w 821508"/>
                <a:gd name="connsiteY620" fmla="*/ 327045 h 590308"/>
                <a:gd name="connsiteX621" fmla="*/ 193076 w 821508"/>
                <a:gd name="connsiteY621" fmla="*/ 327045 h 590308"/>
                <a:gd name="connsiteX622" fmla="*/ 194524 w 821508"/>
                <a:gd name="connsiteY622" fmla="*/ 326103 h 590308"/>
                <a:gd name="connsiteX623" fmla="*/ 194961 w 821508"/>
                <a:gd name="connsiteY623" fmla="*/ 325027 h 590308"/>
                <a:gd name="connsiteX624" fmla="*/ 197586 w 821508"/>
                <a:gd name="connsiteY624" fmla="*/ 322840 h 590308"/>
                <a:gd name="connsiteX625" fmla="*/ 200177 w 821508"/>
                <a:gd name="connsiteY625" fmla="*/ 322134 h 590308"/>
                <a:gd name="connsiteX626" fmla="*/ 200446 w 821508"/>
                <a:gd name="connsiteY626" fmla="*/ 319409 h 590308"/>
                <a:gd name="connsiteX627" fmla="*/ 199875 w 821508"/>
                <a:gd name="connsiteY627" fmla="*/ 316886 h 590308"/>
                <a:gd name="connsiteX628" fmla="*/ 199101 w 821508"/>
                <a:gd name="connsiteY628" fmla="*/ 315439 h 590308"/>
                <a:gd name="connsiteX629" fmla="*/ 200446 w 821508"/>
                <a:gd name="connsiteY629" fmla="*/ 313959 h 590308"/>
                <a:gd name="connsiteX630" fmla="*/ 202466 w 821508"/>
                <a:gd name="connsiteY630" fmla="*/ 313152 h 590308"/>
                <a:gd name="connsiteX631" fmla="*/ 205259 w 821508"/>
                <a:gd name="connsiteY631" fmla="*/ 313152 h 590308"/>
                <a:gd name="connsiteX632" fmla="*/ 206942 w 821508"/>
                <a:gd name="connsiteY632" fmla="*/ 315507 h 590308"/>
                <a:gd name="connsiteX633" fmla="*/ 207851 w 821508"/>
                <a:gd name="connsiteY633" fmla="*/ 317693 h 590308"/>
                <a:gd name="connsiteX634" fmla="*/ 207851 w 821508"/>
                <a:gd name="connsiteY634" fmla="*/ 319241 h 590308"/>
                <a:gd name="connsiteX635" fmla="*/ 208591 w 821508"/>
                <a:gd name="connsiteY635" fmla="*/ 320889 h 590308"/>
                <a:gd name="connsiteX636" fmla="*/ 210543 w 821508"/>
                <a:gd name="connsiteY636" fmla="*/ 322975 h 590308"/>
                <a:gd name="connsiteX637" fmla="*/ 213101 w 821508"/>
                <a:gd name="connsiteY637" fmla="*/ 324589 h 590308"/>
                <a:gd name="connsiteX638" fmla="*/ 213101 w 821508"/>
                <a:gd name="connsiteY638" fmla="*/ 326170 h 590308"/>
                <a:gd name="connsiteX639" fmla="*/ 212764 w 821508"/>
                <a:gd name="connsiteY639" fmla="*/ 327516 h 590308"/>
                <a:gd name="connsiteX640" fmla="*/ 213976 w 821508"/>
                <a:gd name="connsiteY640" fmla="*/ 328895 h 590308"/>
                <a:gd name="connsiteX641" fmla="*/ 216365 w 821508"/>
                <a:gd name="connsiteY641" fmla="*/ 329164 h 590308"/>
                <a:gd name="connsiteX642" fmla="*/ 217779 w 821508"/>
                <a:gd name="connsiteY642" fmla="*/ 329366 h 590308"/>
                <a:gd name="connsiteX643" fmla="*/ 219798 w 821508"/>
                <a:gd name="connsiteY643" fmla="*/ 331183 h 590308"/>
                <a:gd name="connsiteX644" fmla="*/ 223870 w 821508"/>
                <a:gd name="connsiteY644" fmla="*/ 333537 h 590308"/>
                <a:gd name="connsiteX645" fmla="*/ 225654 w 821508"/>
                <a:gd name="connsiteY645" fmla="*/ 333975 h 590308"/>
                <a:gd name="connsiteX646" fmla="*/ 229490 w 821508"/>
                <a:gd name="connsiteY646" fmla="*/ 335522 h 590308"/>
                <a:gd name="connsiteX647" fmla="*/ 232755 w 821508"/>
                <a:gd name="connsiteY647" fmla="*/ 334547 h 590308"/>
                <a:gd name="connsiteX648" fmla="*/ 235043 w 821508"/>
                <a:gd name="connsiteY648" fmla="*/ 335320 h 590308"/>
                <a:gd name="connsiteX649" fmla="*/ 237534 w 821508"/>
                <a:gd name="connsiteY649" fmla="*/ 337507 h 590308"/>
                <a:gd name="connsiteX650" fmla="*/ 240024 w 821508"/>
                <a:gd name="connsiteY650" fmla="*/ 338987 h 590308"/>
                <a:gd name="connsiteX651" fmla="*/ 242515 w 821508"/>
                <a:gd name="connsiteY651" fmla="*/ 339256 h 590308"/>
                <a:gd name="connsiteX652" fmla="*/ 243491 w 821508"/>
                <a:gd name="connsiteY652" fmla="*/ 339256 h 590308"/>
                <a:gd name="connsiteX653" fmla="*/ 244029 w 821508"/>
                <a:gd name="connsiteY653" fmla="*/ 340568 h 590308"/>
                <a:gd name="connsiteX654" fmla="*/ 245006 w 821508"/>
                <a:gd name="connsiteY654" fmla="*/ 341981 h 590308"/>
                <a:gd name="connsiteX655" fmla="*/ 249885 w 821508"/>
                <a:gd name="connsiteY655" fmla="*/ 342856 h 590308"/>
                <a:gd name="connsiteX656" fmla="*/ 251534 w 821508"/>
                <a:gd name="connsiteY656" fmla="*/ 342957 h 590308"/>
                <a:gd name="connsiteX657" fmla="*/ 252847 w 821508"/>
                <a:gd name="connsiteY657" fmla="*/ 346758 h 590308"/>
                <a:gd name="connsiteX658" fmla="*/ 253486 w 821508"/>
                <a:gd name="connsiteY658" fmla="*/ 348843 h 590308"/>
                <a:gd name="connsiteX659" fmla="*/ 255674 w 821508"/>
                <a:gd name="connsiteY659" fmla="*/ 352006 h 590308"/>
                <a:gd name="connsiteX660" fmla="*/ 258602 w 821508"/>
                <a:gd name="connsiteY660" fmla="*/ 354495 h 590308"/>
                <a:gd name="connsiteX661" fmla="*/ 261429 w 821508"/>
                <a:gd name="connsiteY661" fmla="*/ 354293 h 590308"/>
                <a:gd name="connsiteX662" fmla="*/ 263078 w 821508"/>
                <a:gd name="connsiteY662" fmla="*/ 356581 h 590308"/>
                <a:gd name="connsiteX663" fmla="*/ 263852 w 821508"/>
                <a:gd name="connsiteY663" fmla="*/ 359743 h 590308"/>
                <a:gd name="connsiteX664" fmla="*/ 262337 w 821508"/>
                <a:gd name="connsiteY664" fmla="*/ 363342 h 590308"/>
                <a:gd name="connsiteX665" fmla="*/ 261698 w 821508"/>
                <a:gd name="connsiteY665" fmla="*/ 364856 h 590308"/>
                <a:gd name="connsiteX666" fmla="*/ 262237 w 821508"/>
                <a:gd name="connsiteY666" fmla="*/ 367682 h 590308"/>
                <a:gd name="connsiteX667" fmla="*/ 263852 w 821508"/>
                <a:gd name="connsiteY667" fmla="*/ 369094 h 590308"/>
                <a:gd name="connsiteX668" fmla="*/ 264491 w 821508"/>
                <a:gd name="connsiteY668" fmla="*/ 372358 h 590308"/>
                <a:gd name="connsiteX669" fmla="*/ 263852 w 821508"/>
                <a:gd name="connsiteY669" fmla="*/ 375183 h 590308"/>
                <a:gd name="connsiteX670" fmla="*/ 262674 w 821508"/>
                <a:gd name="connsiteY670" fmla="*/ 376159 h 590308"/>
                <a:gd name="connsiteX671" fmla="*/ 265064 w 821508"/>
                <a:gd name="connsiteY671" fmla="*/ 379422 h 590308"/>
                <a:gd name="connsiteX672" fmla="*/ 266814 w 821508"/>
                <a:gd name="connsiteY672" fmla="*/ 379758 h 590308"/>
                <a:gd name="connsiteX673" fmla="*/ 269539 w 821508"/>
                <a:gd name="connsiteY673" fmla="*/ 379960 h 590308"/>
                <a:gd name="connsiteX674" fmla="*/ 273241 w 821508"/>
                <a:gd name="connsiteY674" fmla="*/ 380397 h 590308"/>
                <a:gd name="connsiteX675" fmla="*/ 274991 w 821508"/>
                <a:gd name="connsiteY675" fmla="*/ 375890 h 590308"/>
                <a:gd name="connsiteX676" fmla="*/ 276237 w 821508"/>
                <a:gd name="connsiteY676" fmla="*/ 373434 h 590308"/>
                <a:gd name="connsiteX677" fmla="*/ 277718 w 821508"/>
                <a:gd name="connsiteY677" fmla="*/ 371046 h 590308"/>
                <a:gd name="connsiteX678" fmla="*/ 278256 w 821508"/>
                <a:gd name="connsiteY678" fmla="*/ 369263 h 590308"/>
                <a:gd name="connsiteX679" fmla="*/ 279030 w 821508"/>
                <a:gd name="connsiteY679" fmla="*/ 366874 h 590308"/>
                <a:gd name="connsiteX680" fmla="*/ 279838 w 821508"/>
                <a:gd name="connsiteY680" fmla="*/ 364587 h 590308"/>
                <a:gd name="connsiteX681" fmla="*/ 281588 w 821508"/>
                <a:gd name="connsiteY681" fmla="*/ 363006 h 590308"/>
                <a:gd name="connsiteX682" fmla="*/ 282026 w 821508"/>
                <a:gd name="connsiteY682" fmla="*/ 361324 h 590308"/>
                <a:gd name="connsiteX683" fmla="*/ 281352 w 821508"/>
                <a:gd name="connsiteY683" fmla="*/ 359978 h 590308"/>
                <a:gd name="connsiteX684" fmla="*/ 279939 w 821508"/>
                <a:gd name="connsiteY684" fmla="*/ 358195 h 590308"/>
                <a:gd name="connsiteX685" fmla="*/ 280309 w 821508"/>
                <a:gd name="connsiteY685" fmla="*/ 356883 h 590308"/>
                <a:gd name="connsiteX686" fmla="*/ 281992 w 821508"/>
                <a:gd name="connsiteY686" fmla="*/ 356244 h 590308"/>
                <a:gd name="connsiteX687" fmla="*/ 285424 w 821508"/>
                <a:gd name="connsiteY687" fmla="*/ 354293 h 590308"/>
                <a:gd name="connsiteX688" fmla="*/ 288151 w 821508"/>
                <a:gd name="connsiteY688" fmla="*/ 351972 h 590308"/>
                <a:gd name="connsiteX689" fmla="*/ 289901 w 821508"/>
                <a:gd name="connsiteY689" fmla="*/ 349752 h 590308"/>
                <a:gd name="connsiteX690" fmla="*/ 292795 w 821508"/>
                <a:gd name="connsiteY690" fmla="*/ 346926 h 590308"/>
                <a:gd name="connsiteX691" fmla="*/ 293939 w 821508"/>
                <a:gd name="connsiteY691" fmla="*/ 345580 h 590308"/>
                <a:gd name="connsiteX692" fmla="*/ 296228 w 821508"/>
                <a:gd name="connsiteY692" fmla="*/ 344369 h 590308"/>
                <a:gd name="connsiteX693" fmla="*/ 300064 w 821508"/>
                <a:gd name="connsiteY693" fmla="*/ 342048 h 590308"/>
                <a:gd name="connsiteX694" fmla="*/ 303632 w 821508"/>
                <a:gd name="connsiteY694" fmla="*/ 341308 h 590308"/>
                <a:gd name="connsiteX695" fmla="*/ 306088 w 821508"/>
                <a:gd name="connsiteY695" fmla="*/ 341611 h 590308"/>
                <a:gd name="connsiteX696" fmla="*/ 308612 w 821508"/>
                <a:gd name="connsiteY696" fmla="*/ 344874 h 590308"/>
                <a:gd name="connsiteX697" fmla="*/ 309858 w 821508"/>
                <a:gd name="connsiteY697" fmla="*/ 347902 h 590308"/>
                <a:gd name="connsiteX698" fmla="*/ 308478 w 821508"/>
                <a:gd name="connsiteY698" fmla="*/ 350290 h 590308"/>
                <a:gd name="connsiteX699" fmla="*/ 306088 w 821508"/>
                <a:gd name="connsiteY699" fmla="*/ 352039 h 590308"/>
                <a:gd name="connsiteX700" fmla="*/ 304069 w 821508"/>
                <a:gd name="connsiteY700" fmla="*/ 353418 h 590308"/>
                <a:gd name="connsiteX701" fmla="*/ 303362 w 821508"/>
                <a:gd name="connsiteY701" fmla="*/ 356244 h 590308"/>
                <a:gd name="connsiteX702" fmla="*/ 302689 w 821508"/>
                <a:gd name="connsiteY702" fmla="*/ 358061 h 590308"/>
                <a:gd name="connsiteX703" fmla="*/ 301242 w 821508"/>
                <a:gd name="connsiteY703" fmla="*/ 363208 h 590308"/>
                <a:gd name="connsiteX704" fmla="*/ 300805 w 821508"/>
                <a:gd name="connsiteY704" fmla="*/ 365091 h 590308"/>
                <a:gd name="connsiteX705" fmla="*/ 300232 w 821508"/>
                <a:gd name="connsiteY705" fmla="*/ 369364 h 590308"/>
                <a:gd name="connsiteX706" fmla="*/ 299728 w 821508"/>
                <a:gd name="connsiteY706" fmla="*/ 374645 h 590308"/>
                <a:gd name="connsiteX707" fmla="*/ 299661 w 821508"/>
                <a:gd name="connsiteY707" fmla="*/ 378043 h 590308"/>
                <a:gd name="connsiteX708" fmla="*/ 302185 w 821508"/>
                <a:gd name="connsiteY708" fmla="*/ 382618 h 590308"/>
                <a:gd name="connsiteX709" fmla="*/ 304776 w 821508"/>
                <a:gd name="connsiteY709" fmla="*/ 383425 h 590308"/>
                <a:gd name="connsiteX710" fmla="*/ 309185 w 821508"/>
                <a:gd name="connsiteY710" fmla="*/ 382988 h 590308"/>
                <a:gd name="connsiteX711" fmla="*/ 312819 w 821508"/>
                <a:gd name="connsiteY711" fmla="*/ 383492 h 590308"/>
                <a:gd name="connsiteX712" fmla="*/ 314031 w 821508"/>
                <a:gd name="connsiteY712" fmla="*/ 385443 h 590308"/>
                <a:gd name="connsiteX713" fmla="*/ 314031 w 821508"/>
                <a:gd name="connsiteY713" fmla="*/ 388908 h 590308"/>
                <a:gd name="connsiteX714" fmla="*/ 314468 w 821508"/>
                <a:gd name="connsiteY714" fmla="*/ 390489 h 590308"/>
                <a:gd name="connsiteX715" fmla="*/ 313661 w 821508"/>
                <a:gd name="connsiteY715" fmla="*/ 392003 h 590308"/>
                <a:gd name="connsiteX716" fmla="*/ 313021 w 821508"/>
                <a:gd name="connsiteY716" fmla="*/ 395333 h 590308"/>
                <a:gd name="connsiteX717" fmla="*/ 313223 w 821508"/>
                <a:gd name="connsiteY717" fmla="*/ 397856 h 590308"/>
                <a:gd name="connsiteX718" fmla="*/ 316992 w 821508"/>
                <a:gd name="connsiteY718" fmla="*/ 401624 h 590308"/>
                <a:gd name="connsiteX719" fmla="*/ 320964 w 821508"/>
                <a:gd name="connsiteY719" fmla="*/ 401052 h 590308"/>
                <a:gd name="connsiteX720" fmla="*/ 323925 w 821508"/>
                <a:gd name="connsiteY720" fmla="*/ 399606 h 590308"/>
                <a:gd name="connsiteX721" fmla="*/ 326752 w 821508"/>
                <a:gd name="connsiteY721" fmla="*/ 400682 h 590308"/>
                <a:gd name="connsiteX722" fmla="*/ 329276 w 821508"/>
                <a:gd name="connsiteY722" fmla="*/ 404383 h 590308"/>
                <a:gd name="connsiteX723" fmla="*/ 330017 w 821508"/>
                <a:gd name="connsiteY723" fmla="*/ 406266 h 590308"/>
                <a:gd name="connsiteX724" fmla="*/ 327392 w 821508"/>
                <a:gd name="connsiteY724" fmla="*/ 411783 h 590308"/>
                <a:gd name="connsiteX725" fmla="*/ 325810 w 821508"/>
                <a:gd name="connsiteY725" fmla="*/ 414407 h 590308"/>
                <a:gd name="connsiteX726" fmla="*/ 329276 w 821508"/>
                <a:gd name="connsiteY726" fmla="*/ 418814 h 590308"/>
                <a:gd name="connsiteX727" fmla="*/ 330017 w 821508"/>
                <a:gd name="connsiteY727" fmla="*/ 421942 h 590308"/>
                <a:gd name="connsiteX728" fmla="*/ 332911 w 821508"/>
                <a:gd name="connsiteY728" fmla="*/ 425273 h 590308"/>
                <a:gd name="connsiteX729" fmla="*/ 333349 w 821508"/>
                <a:gd name="connsiteY729" fmla="*/ 427594 h 590308"/>
                <a:gd name="connsiteX730" fmla="*/ 333349 w 821508"/>
                <a:gd name="connsiteY730" fmla="*/ 429612 h 590308"/>
                <a:gd name="connsiteX731" fmla="*/ 335974 w 821508"/>
                <a:gd name="connsiteY731" fmla="*/ 431631 h 590308"/>
                <a:gd name="connsiteX732" fmla="*/ 338801 w 821508"/>
                <a:gd name="connsiteY732" fmla="*/ 431563 h 590308"/>
                <a:gd name="connsiteX733" fmla="*/ 340887 w 821508"/>
                <a:gd name="connsiteY733" fmla="*/ 430924 h 590308"/>
                <a:gd name="connsiteX734" fmla="*/ 341829 w 821508"/>
                <a:gd name="connsiteY734" fmla="*/ 430924 h 590308"/>
                <a:gd name="connsiteX735" fmla="*/ 343277 w 821508"/>
                <a:gd name="connsiteY735" fmla="*/ 432236 h 590308"/>
                <a:gd name="connsiteX736" fmla="*/ 344118 w 821508"/>
                <a:gd name="connsiteY736" fmla="*/ 433212 h 590308"/>
                <a:gd name="connsiteX737" fmla="*/ 345464 w 821508"/>
                <a:gd name="connsiteY737" fmla="*/ 435196 h 590308"/>
                <a:gd name="connsiteX738" fmla="*/ 345195 w 821508"/>
                <a:gd name="connsiteY738" fmla="*/ 437450 h 590308"/>
                <a:gd name="connsiteX739" fmla="*/ 344118 w 821508"/>
                <a:gd name="connsiteY739" fmla="*/ 438527 h 590308"/>
                <a:gd name="connsiteX740" fmla="*/ 343580 w 821508"/>
                <a:gd name="connsiteY740" fmla="*/ 440982 h 590308"/>
                <a:gd name="connsiteX741" fmla="*/ 343580 w 821508"/>
                <a:gd name="connsiteY741" fmla="*/ 442799 h 590308"/>
                <a:gd name="connsiteX742" fmla="*/ 345027 w 821508"/>
                <a:gd name="connsiteY742" fmla="*/ 444750 h 590308"/>
                <a:gd name="connsiteX743" fmla="*/ 346272 w 821508"/>
                <a:gd name="connsiteY743" fmla="*/ 445255 h 590308"/>
                <a:gd name="connsiteX744" fmla="*/ 347753 w 821508"/>
                <a:gd name="connsiteY744" fmla="*/ 446466 h 590308"/>
                <a:gd name="connsiteX745" fmla="*/ 349200 w 821508"/>
                <a:gd name="connsiteY745" fmla="*/ 447105 h 590308"/>
                <a:gd name="connsiteX746" fmla="*/ 350647 w 821508"/>
                <a:gd name="connsiteY746" fmla="*/ 448215 h 590308"/>
                <a:gd name="connsiteX747" fmla="*/ 351791 w 821508"/>
                <a:gd name="connsiteY747" fmla="*/ 449022 h 590308"/>
                <a:gd name="connsiteX748" fmla="*/ 354147 w 821508"/>
                <a:gd name="connsiteY748" fmla="*/ 448484 h 590308"/>
                <a:gd name="connsiteX749" fmla="*/ 356099 w 821508"/>
                <a:gd name="connsiteY749" fmla="*/ 447643 h 590308"/>
                <a:gd name="connsiteX750" fmla="*/ 357008 w 821508"/>
                <a:gd name="connsiteY750" fmla="*/ 447004 h 590308"/>
                <a:gd name="connsiteX751" fmla="*/ 357715 w 821508"/>
                <a:gd name="connsiteY751" fmla="*/ 446466 h 590308"/>
                <a:gd name="connsiteX752" fmla="*/ 360171 w 821508"/>
                <a:gd name="connsiteY752" fmla="*/ 445793 h 590308"/>
                <a:gd name="connsiteX753" fmla="*/ 361787 w 821508"/>
                <a:gd name="connsiteY753" fmla="*/ 446230 h 590308"/>
                <a:gd name="connsiteX754" fmla="*/ 363705 w 821508"/>
                <a:gd name="connsiteY754" fmla="*/ 447441 h 590308"/>
                <a:gd name="connsiteX755" fmla="*/ 364109 w 821508"/>
                <a:gd name="connsiteY755" fmla="*/ 448753 h 590308"/>
                <a:gd name="connsiteX756" fmla="*/ 363671 w 821508"/>
                <a:gd name="connsiteY756" fmla="*/ 449863 h 590308"/>
                <a:gd name="connsiteX757" fmla="*/ 362729 w 821508"/>
                <a:gd name="connsiteY757" fmla="*/ 451175 h 590308"/>
                <a:gd name="connsiteX758" fmla="*/ 361013 w 821508"/>
                <a:gd name="connsiteY758" fmla="*/ 453698 h 590308"/>
                <a:gd name="connsiteX759" fmla="*/ 360205 w 821508"/>
                <a:gd name="connsiteY759" fmla="*/ 455111 h 590308"/>
                <a:gd name="connsiteX760" fmla="*/ 359229 w 821508"/>
                <a:gd name="connsiteY760" fmla="*/ 456726 h 590308"/>
                <a:gd name="connsiteX761" fmla="*/ 357815 w 821508"/>
                <a:gd name="connsiteY761" fmla="*/ 461099 h 590308"/>
                <a:gd name="connsiteX762" fmla="*/ 355864 w 821508"/>
                <a:gd name="connsiteY762" fmla="*/ 464362 h 590308"/>
                <a:gd name="connsiteX763" fmla="*/ 352027 w 821508"/>
                <a:gd name="connsiteY763" fmla="*/ 466885 h 590308"/>
                <a:gd name="connsiteX764" fmla="*/ 349133 w 821508"/>
                <a:gd name="connsiteY764" fmla="*/ 469408 h 590308"/>
                <a:gd name="connsiteX765" fmla="*/ 347450 w 821508"/>
                <a:gd name="connsiteY765" fmla="*/ 472099 h 590308"/>
                <a:gd name="connsiteX766" fmla="*/ 348594 w 821508"/>
                <a:gd name="connsiteY766" fmla="*/ 474992 h 590308"/>
                <a:gd name="connsiteX767" fmla="*/ 352061 w 821508"/>
                <a:gd name="connsiteY767" fmla="*/ 475295 h 590308"/>
                <a:gd name="connsiteX768" fmla="*/ 353945 w 821508"/>
                <a:gd name="connsiteY768" fmla="*/ 476439 h 590308"/>
                <a:gd name="connsiteX769" fmla="*/ 357412 w 821508"/>
                <a:gd name="connsiteY769" fmla="*/ 478188 h 590308"/>
                <a:gd name="connsiteX770" fmla="*/ 359431 w 821508"/>
                <a:gd name="connsiteY770" fmla="*/ 481653 h 590308"/>
                <a:gd name="connsiteX771" fmla="*/ 358994 w 821508"/>
                <a:gd name="connsiteY771" fmla="*/ 484411 h 590308"/>
                <a:gd name="connsiteX772" fmla="*/ 357109 w 821508"/>
                <a:gd name="connsiteY772" fmla="*/ 487742 h 590308"/>
                <a:gd name="connsiteX773" fmla="*/ 355224 w 821508"/>
                <a:gd name="connsiteY773" fmla="*/ 491375 h 590308"/>
                <a:gd name="connsiteX774" fmla="*/ 354484 w 821508"/>
                <a:gd name="connsiteY774" fmla="*/ 493258 h 590308"/>
                <a:gd name="connsiteX775" fmla="*/ 354484 w 821508"/>
                <a:gd name="connsiteY775" fmla="*/ 495445 h 590308"/>
                <a:gd name="connsiteX776" fmla="*/ 356066 w 821508"/>
                <a:gd name="connsiteY776" fmla="*/ 497329 h 590308"/>
                <a:gd name="connsiteX777" fmla="*/ 360979 w 821508"/>
                <a:gd name="connsiteY777" fmla="*/ 497833 h 590308"/>
                <a:gd name="connsiteX778" fmla="*/ 365186 w 821508"/>
                <a:gd name="connsiteY778" fmla="*/ 497632 h 590308"/>
                <a:gd name="connsiteX779" fmla="*/ 368652 w 821508"/>
                <a:gd name="connsiteY779" fmla="*/ 497632 h 590308"/>
                <a:gd name="connsiteX780" fmla="*/ 370234 w 821508"/>
                <a:gd name="connsiteY780" fmla="*/ 499515 h 590308"/>
                <a:gd name="connsiteX781" fmla="*/ 371681 w 821508"/>
                <a:gd name="connsiteY781" fmla="*/ 503283 h 590308"/>
                <a:gd name="connsiteX782" fmla="*/ 372422 w 821508"/>
                <a:gd name="connsiteY782" fmla="*/ 505907 h 590308"/>
                <a:gd name="connsiteX783" fmla="*/ 372422 w 821508"/>
                <a:gd name="connsiteY783" fmla="*/ 508363 h 590308"/>
                <a:gd name="connsiteX784" fmla="*/ 373566 w 821508"/>
                <a:gd name="connsiteY784" fmla="*/ 510684 h 590308"/>
                <a:gd name="connsiteX785" fmla="*/ 376898 w 821508"/>
                <a:gd name="connsiteY785" fmla="*/ 516201 h 590308"/>
                <a:gd name="connsiteX786" fmla="*/ 379792 w 821508"/>
                <a:gd name="connsiteY786" fmla="*/ 521852 h 590308"/>
                <a:gd name="connsiteX787" fmla="*/ 380667 w 821508"/>
                <a:gd name="connsiteY787" fmla="*/ 525620 h 590308"/>
                <a:gd name="connsiteX788" fmla="*/ 381980 w 821508"/>
                <a:gd name="connsiteY788" fmla="*/ 529387 h 590308"/>
                <a:gd name="connsiteX789" fmla="*/ 384301 w 821508"/>
                <a:gd name="connsiteY789" fmla="*/ 532415 h 590308"/>
                <a:gd name="connsiteX790" fmla="*/ 386826 w 821508"/>
                <a:gd name="connsiteY790" fmla="*/ 534299 h 590308"/>
                <a:gd name="connsiteX791" fmla="*/ 388643 w 821508"/>
                <a:gd name="connsiteY791" fmla="*/ 536923 h 590308"/>
                <a:gd name="connsiteX792" fmla="*/ 388643 w 821508"/>
                <a:gd name="connsiteY792" fmla="*/ 540253 h 590308"/>
                <a:gd name="connsiteX793" fmla="*/ 389787 w 821508"/>
                <a:gd name="connsiteY793" fmla="*/ 540388 h 590308"/>
                <a:gd name="connsiteX794" fmla="*/ 393254 w 821508"/>
                <a:gd name="connsiteY794" fmla="*/ 541699 h 590308"/>
                <a:gd name="connsiteX795" fmla="*/ 395710 w 821508"/>
                <a:gd name="connsiteY795" fmla="*/ 541565 h 590308"/>
                <a:gd name="connsiteX796" fmla="*/ 396855 w 821508"/>
                <a:gd name="connsiteY796" fmla="*/ 541868 h 590308"/>
                <a:gd name="connsiteX797" fmla="*/ 401196 w 821508"/>
                <a:gd name="connsiteY797" fmla="*/ 547216 h 590308"/>
                <a:gd name="connsiteX798" fmla="*/ 404528 w 821508"/>
                <a:gd name="connsiteY798" fmla="*/ 551556 h 590308"/>
                <a:gd name="connsiteX799" fmla="*/ 406413 w 821508"/>
                <a:gd name="connsiteY799" fmla="*/ 555189 h 590308"/>
                <a:gd name="connsiteX800" fmla="*/ 406413 w 821508"/>
                <a:gd name="connsiteY800" fmla="*/ 557376 h 590308"/>
                <a:gd name="connsiteX801" fmla="*/ 403519 w 821508"/>
                <a:gd name="connsiteY801" fmla="*/ 559125 h 590308"/>
                <a:gd name="connsiteX802" fmla="*/ 400994 w 821508"/>
                <a:gd name="connsiteY802" fmla="*/ 560134 h 590308"/>
                <a:gd name="connsiteX803" fmla="*/ 400792 w 821508"/>
                <a:gd name="connsiteY803" fmla="*/ 561580 h 590308"/>
                <a:gd name="connsiteX804" fmla="*/ 400792 w 821508"/>
                <a:gd name="connsiteY804" fmla="*/ 564642 h 590308"/>
                <a:gd name="connsiteX805" fmla="*/ 399917 w 821508"/>
                <a:gd name="connsiteY805" fmla="*/ 567972 h 590308"/>
                <a:gd name="connsiteX806" fmla="*/ 399480 w 821508"/>
                <a:gd name="connsiteY806" fmla="*/ 569856 h 590308"/>
                <a:gd name="connsiteX807" fmla="*/ 399042 w 821508"/>
                <a:gd name="connsiteY807" fmla="*/ 572614 h 590308"/>
                <a:gd name="connsiteX808" fmla="*/ 399042 w 821508"/>
                <a:gd name="connsiteY808" fmla="*/ 575070 h 590308"/>
                <a:gd name="connsiteX809" fmla="*/ 396855 w 821508"/>
                <a:gd name="connsiteY809" fmla="*/ 577257 h 590308"/>
                <a:gd name="connsiteX810" fmla="*/ 394835 w 821508"/>
                <a:gd name="connsiteY810" fmla="*/ 578838 h 590308"/>
                <a:gd name="connsiteX811" fmla="*/ 393086 w 821508"/>
                <a:gd name="connsiteY811" fmla="*/ 581024 h 590308"/>
                <a:gd name="connsiteX812" fmla="*/ 391941 w 821508"/>
                <a:gd name="connsiteY812" fmla="*/ 582471 h 590308"/>
                <a:gd name="connsiteX813" fmla="*/ 392143 w 821508"/>
                <a:gd name="connsiteY813" fmla="*/ 584489 h 590308"/>
                <a:gd name="connsiteX814" fmla="*/ 395408 w 821508"/>
                <a:gd name="connsiteY814" fmla="*/ 584691 h 590308"/>
                <a:gd name="connsiteX815" fmla="*/ 397427 w 821508"/>
                <a:gd name="connsiteY815" fmla="*/ 582807 h 590308"/>
                <a:gd name="connsiteX816" fmla="*/ 399009 w 821508"/>
                <a:gd name="connsiteY816" fmla="*/ 581293 h 590308"/>
                <a:gd name="connsiteX817" fmla="*/ 401028 w 821508"/>
                <a:gd name="connsiteY817" fmla="*/ 581361 h 590308"/>
                <a:gd name="connsiteX818" fmla="*/ 401903 w 821508"/>
                <a:gd name="connsiteY818" fmla="*/ 582942 h 590308"/>
                <a:gd name="connsiteX819" fmla="*/ 402273 w 821508"/>
                <a:gd name="connsiteY819" fmla="*/ 585767 h 590308"/>
                <a:gd name="connsiteX820" fmla="*/ 402341 w 821508"/>
                <a:gd name="connsiteY820" fmla="*/ 587449 h 590308"/>
                <a:gd name="connsiteX821" fmla="*/ 402206 w 821508"/>
                <a:gd name="connsiteY821" fmla="*/ 588257 h 590308"/>
                <a:gd name="connsiteX822" fmla="*/ 401028 w 821508"/>
                <a:gd name="connsiteY822" fmla="*/ 590309 h 590308"/>
                <a:gd name="connsiteX823" fmla="*/ 403014 w 821508"/>
                <a:gd name="connsiteY823" fmla="*/ 590073 h 590308"/>
                <a:gd name="connsiteX824" fmla="*/ 408230 w 821508"/>
                <a:gd name="connsiteY824" fmla="*/ 587214 h 590308"/>
                <a:gd name="connsiteX825" fmla="*/ 412975 w 821508"/>
                <a:gd name="connsiteY825" fmla="*/ 585364 h 590308"/>
                <a:gd name="connsiteX826" fmla="*/ 418932 w 821508"/>
                <a:gd name="connsiteY826" fmla="*/ 583615 h 590308"/>
                <a:gd name="connsiteX827" fmla="*/ 423779 w 821508"/>
                <a:gd name="connsiteY827" fmla="*/ 578939 h 590308"/>
                <a:gd name="connsiteX828" fmla="*/ 426572 w 821508"/>
                <a:gd name="connsiteY828" fmla="*/ 573489 h 590308"/>
                <a:gd name="connsiteX829" fmla="*/ 427548 w 821508"/>
                <a:gd name="connsiteY829" fmla="*/ 568039 h 590308"/>
                <a:gd name="connsiteX830" fmla="*/ 428995 w 821508"/>
                <a:gd name="connsiteY830" fmla="*/ 562421 h 590308"/>
                <a:gd name="connsiteX831" fmla="*/ 432360 w 821508"/>
                <a:gd name="connsiteY831" fmla="*/ 558654 h 590308"/>
                <a:gd name="connsiteX832" fmla="*/ 435759 w 821508"/>
                <a:gd name="connsiteY832" fmla="*/ 555391 h 590308"/>
                <a:gd name="connsiteX833" fmla="*/ 438923 w 821508"/>
                <a:gd name="connsiteY833" fmla="*/ 552632 h 590308"/>
                <a:gd name="connsiteX834" fmla="*/ 443702 w 821508"/>
                <a:gd name="connsiteY834" fmla="*/ 548192 h 590308"/>
                <a:gd name="connsiteX835" fmla="*/ 445654 w 821508"/>
                <a:gd name="connsiteY835" fmla="*/ 543886 h 590308"/>
                <a:gd name="connsiteX836" fmla="*/ 447741 w 821508"/>
                <a:gd name="connsiteY836" fmla="*/ 540522 h 590308"/>
                <a:gd name="connsiteX837" fmla="*/ 447741 w 821508"/>
                <a:gd name="connsiteY837" fmla="*/ 535106 h 590308"/>
                <a:gd name="connsiteX838" fmla="*/ 447135 w 821508"/>
                <a:gd name="connsiteY838" fmla="*/ 532785 h 590308"/>
                <a:gd name="connsiteX839" fmla="*/ 448077 w 821508"/>
                <a:gd name="connsiteY839" fmla="*/ 530834 h 590308"/>
                <a:gd name="connsiteX840" fmla="*/ 451173 w 821508"/>
                <a:gd name="connsiteY840" fmla="*/ 529051 h 590308"/>
                <a:gd name="connsiteX841" fmla="*/ 453832 w 821508"/>
                <a:gd name="connsiteY841" fmla="*/ 529051 h 590308"/>
                <a:gd name="connsiteX842" fmla="*/ 457871 w 821508"/>
                <a:gd name="connsiteY842" fmla="*/ 526057 h 590308"/>
                <a:gd name="connsiteX843" fmla="*/ 460428 w 821508"/>
                <a:gd name="connsiteY843" fmla="*/ 524140 h 590308"/>
                <a:gd name="connsiteX844" fmla="*/ 460428 w 821508"/>
                <a:gd name="connsiteY844" fmla="*/ 521247 h 590308"/>
                <a:gd name="connsiteX845" fmla="*/ 460428 w 821508"/>
                <a:gd name="connsiteY845" fmla="*/ 519295 h 590308"/>
                <a:gd name="connsiteX846" fmla="*/ 458948 w 821508"/>
                <a:gd name="connsiteY846" fmla="*/ 517714 h 590308"/>
                <a:gd name="connsiteX847" fmla="*/ 458476 w 821508"/>
                <a:gd name="connsiteY847" fmla="*/ 514889 h 590308"/>
                <a:gd name="connsiteX848" fmla="*/ 459015 w 821508"/>
                <a:gd name="connsiteY848" fmla="*/ 511256 h 590308"/>
                <a:gd name="connsiteX849" fmla="*/ 459722 w 821508"/>
                <a:gd name="connsiteY849" fmla="*/ 505873 h 590308"/>
                <a:gd name="connsiteX850" fmla="*/ 460462 w 821508"/>
                <a:gd name="connsiteY850" fmla="*/ 501096 h 590308"/>
                <a:gd name="connsiteX851" fmla="*/ 460462 w 821508"/>
                <a:gd name="connsiteY851" fmla="*/ 497295 h 590308"/>
                <a:gd name="connsiteX852" fmla="*/ 463727 w 821508"/>
                <a:gd name="connsiteY852" fmla="*/ 491106 h 590308"/>
                <a:gd name="connsiteX853" fmla="*/ 465476 w 821508"/>
                <a:gd name="connsiteY853" fmla="*/ 488717 h 590308"/>
                <a:gd name="connsiteX854" fmla="*/ 472308 w 821508"/>
                <a:gd name="connsiteY854" fmla="*/ 483301 h 590308"/>
                <a:gd name="connsiteX855" fmla="*/ 476111 w 821508"/>
                <a:gd name="connsiteY855" fmla="*/ 479702 h 590308"/>
                <a:gd name="connsiteX856" fmla="*/ 479914 w 821508"/>
                <a:gd name="connsiteY856" fmla="*/ 476943 h 590308"/>
                <a:gd name="connsiteX857" fmla="*/ 484054 w 821508"/>
                <a:gd name="connsiteY857" fmla="*/ 475160 h 590308"/>
                <a:gd name="connsiteX858" fmla="*/ 488597 w 821508"/>
                <a:gd name="connsiteY858" fmla="*/ 475160 h 590308"/>
                <a:gd name="connsiteX859" fmla="*/ 492198 w 821508"/>
                <a:gd name="connsiteY859" fmla="*/ 475934 h 590308"/>
                <a:gd name="connsiteX860" fmla="*/ 494319 w 821508"/>
                <a:gd name="connsiteY860" fmla="*/ 478760 h 590308"/>
                <a:gd name="connsiteX861" fmla="*/ 496439 w 821508"/>
                <a:gd name="connsiteY861" fmla="*/ 480946 h 590308"/>
                <a:gd name="connsiteX862" fmla="*/ 496439 w 821508"/>
                <a:gd name="connsiteY862" fmla="*/ 483032 h 590308"/>
                <a:gd name="connsiteX863" fmla="*/ 496439 w 821508"/>
                <a:gd name="connsiteY863" fmla="*/ 484781 h 590308"/>
                <a:gd name="connsiteX864" fmla="*/ 496977 w 821508"/>
                <a:gd name="connsiteY864" fmla="*/ 487170 h 590308"/>
                <a:gd name="connsiteX865" fmla="*/ 500343 w 821508"/>
                <a:gd name="connsiteY865" fmla="*/ 487809 h 590308"/>
                <a:gd name="connsiteX866" fmla="*/ 502093 w 821508"/>
                <a:gd name="connsiteY866" fmla="*/ 489323 h 590308"/>
                <a:gd name="connsiteX867" fmla="*/ 505694 w 821508"/>
                <a:gd name="connsiteY867" fmla="*/ 490836 h 590308"/>
                <a:gd name="connsiteX868" fmla="*/ 506905 w 821508"/>
                <a:gd name="connsiteY868" fmla="*/ 491711 h 590308"/>
                <a:gd name="connsiteX869" fmla="*/ 506905 w 821508"/>
                <a:gd name="connsiteY869" fmla="*/ 495176 h 590308"/>
                <a:gd name="connsiteX870" fmla="*/ 506266 w 821508"/>
                <a:gd name="connsiteY870" fmla="*/ 496252 h 590308"/>
                <a:gd name="connsiteX871" fmla="*/ 506367 w 821508"/>
                <a:gd name="connsiteY871" fmla="*/ 498002 h 590308"/>
                <a:gd name="connsiteX872" fmla="*/ 506905 w 821508"/>
                <a:gd name="connsiteY872" fmla="*/ 498977 h 590308"/>
                <a:gd name="connsiteX873" fmla="*/ 509396 w 821508"/>
                <a:gd name="connsiteY873" fmla="*/ 500625 h 590308"/>
                <a:gd name="connsiteX874" fmla="*/ 512761 w 821508"/>
                <a:gd name="connsiteY874" fmla="*/ 502038 h 590308"/>
                <a:gd name="connsiteX875" fmla="*/ 515252 w 821508"/>
                <a:gd name="connsiteY875" fmla="*/ 501601 h 590308"/>
                <a:gd name="connsiteX876" fmla="*/ 517843 w 821508"/>
                <a:gd name="connsiteY876" fmla="*/ 501803 h 590308"/>
                <a:gd name="connsiteX877" fmla="*/ 525550 w 821508"/>
                <a:gd name="connsiteY877" fmla="*/ 502678 h 590308"/>
                <a:gd name="connsiteX878" fmla="*/ 536959 w 821508"/>
                <a:gd name="connsiteY878" fmla="*/ 502038 h 590308"/>
                <a:gd name="connsiteX879" fmla="*/ 541974 w 821508"/>
                <a:gd name="connsiteY879" fmla="*/ 503216 h 590308"/>
                <a:gd name="connsiteX880" fmla="*/ 544262 w 821508"/>
                <a:gd name="connsiteY880" fmla="*/ 505840 h 590308"/>
                <a:gd name="connsiteX881" fmla="*/ 550791 w 821508"/>
                <a:gd name="connsiteY881" fmla="*/ 507252 h 590308"/>
                <a:gd name="connsiteX882" fmla="*/ 556882 w 821508"/>
                <a:gd name="connsiteY882" fmla="*/ 507791 h 590308"/>
                <a:gd name="connsiteX883" fmla="*/ 563512 w 821508"/>
                <a:gd name="connsiteY883" fmla="*/ 506815 h 590308"/>
                <a:gd name="connsiteX884" fmla="*/ 567315 w 821508"/>
                <a:gd name="connsiteY884" fmla="*/ 504965 h 590308"/>
                <a:gd name="connsiteX885" fmla="*/ 571556 w 821508"/>
                <a:gd name="connsiteY885" fmla="*/ 503552 h 590308"/>
                <a:gd name="connsiteX886" fmla="*/ 576234 w 821508"/>
                <a:gd name="connsiteY886" fmla="*/ 501601 h 590308"/>
                <a:gd name="connsiteX887" fmla="*/ 579936 w 821508"/>
                <a:gd name="connsiteY887" fmla="*/ 500827 h 590308"/>
                <a:gd name="connsiteX888" fmla="*/ 582662 w 821508"/>
                <a:gd name="connsiteY888" fmla="*/ 501029 h 590308"/>
                <a:gd name="connsiteX889" fmla="*/ 589931 w 821508"/>
                <a:gd name="connsiteY889" fmla="*/ 501265 h 590308"/>
                <a:gd name="connsiteX890" fmla="*/ 596460 w 821508"/>
                <a:gd name="connsiteY890" fmla="*/ 501265 h 590308"/>
                <a:gd name="connsiteX891" fmla="*/ 598210 w 821508"/>
                <a:gd name="connsiteY891" fmla="*/ 500289 h 590308"/>
                <a:gd name="connsiteX892" fmla="*/ 601677 w 821508"/>
                <a:gd name="connsiteY892" fmla="*/ 497262 h 590308"/>
                <a:gd name="connsiteX893" fmla="*/ 602451 w 821508"/>
                <a:gd name="connsiteY893" fmla="*/ 495849 h 590308"/>
                <a:gd name="connsiteX894" fmla="*/ 605480 w 821508"/>
                <a:gd name="connsiteY894" fmla="*/ 490836 h 590308"/>
                <a:gd name="connsiteX895" fmla="*/ 608643 w 821508"/>
                <a:gd name="connsiteY895" fmla="*/ 486699 h 590308"/>
                <a:gd name="connsiteX896" fmla="*/ 609518 w 821508"/>
                <a:gd name="connsiteY896" fmla="*/ 479971 h 590308"/>
                <a:gd name="connsiteX897" fmla="*/ 609518 w 821508"/>
                <a:gd name="connsiteY897" fmla="*/ 472570 h 590308"/>
                <a:gd name="connsiteX898" fmla="*/ 606355 w 821508"/>
                <a:gd name="connsiteY898" fmla="*/ 468971 h 590308"/>
                <a:gd name="connsiteX899" fmla="*/ 601777 w 821508"/>
                <a:gd name="connsiteY899" fmla="*/ 465708 h 590308"/>
                <a:gd name="connsiteX900" fmla="*/ 596898 w 821508"/>
                <a:gd name="connsiteY900" fmla="*/ 463420 h 590308"/>
                <a:gd name="connsiteX901" fmla="*/ 593431 w 821508"/>
                <a:gd name="connsiteY901" fmla="*/ 461906 h 590308"/>
                <a:gd name="connsiteX902" fmla="*/ 590705 w 821508"/>
                <a:gd name="connsiteY902" fmla="*/ 458542 h 590308"/>
                <a:gd name="connsiteX903" fmla="*/ 587878 w 821508"/>
                <a:gd name="connsiteY903" fmla="*/ 455279 h 590308"/>
                <a:gd name="connsiteX904" fmla="*/ 588215 w 821508"/>
                <a:gd name="connsiteY904" fmla="*/ 450704 h 590308"/>
                <a:gd name="connsiteX905" fmla="*/ 588753 w 821508"/>
                <a:gd name="connsiteY905" fmla="*/ 447441 h 590308"/>
                <a:gd name="connsiteX906" fmla="*/ 584176 w 821508"/>
                <a:gd name="connsiteY906" fmla="*/ 444178 h 590308"/>
                <a:gd name="connsiteX907" fmla="*/ 583436 w 821508"/>
                <a:gd name="connsiteY907" fmla="*/ 438325 h 590308"/>
                <a:gd name="connsiteX908" fmla="*/ 583537 w 821508"/>
                <a:gd name="connsiteY908" fmla="*/ 434725 h 590308"/>
                <a:gd name="connsiteX909" fmla="*/ 585825 w 821508"/>
                <a:gd name="connsiteY909" fmla="*/ 432505 h 590308"/>
                <a:gd name="connsiteX910" fmla="*/ 589628 w 821508"/>
                <a:gd name="connsiteY910" fmla="*/ 431900 h 590308"/>
                <a:gd name="connsiteX911" fmla="*/ 592960 w 821508"/>
                <a:gd name="connsiteY911" fmla="*/ 430117 h 590308"/>
                <a:gd name="connsiteX912" fmla="*/ 598951 w 821508"/>
                <a:gd name="connsiteY912" fmla="*/ 430319 h 590308"/>
                <a:gd name="connsiteX913" fmla="*/ 602518 w 821508"/>
                <a:gd name="connsiteY913" fmla="*/ 429982 h 590308"/>
                <a:gd name="connsiteX914" fmla="*/ 606893 w 821508"/>
                <a:gd name="connsiteY914" fmla="*/ 429982 h 590308"/>
                <a:gd name="connsiteX915" fmla="*/ 607802 w 821508"/>
                <a:gd name="connsiteY915" fmla="*/ 431462 h 590308"/>
                <a:gd name="connsiteX916" fmla="*/ 609484 w 821508"/>
                <a:gd name="connsiteY916" fmla="*/ 433683 h 590308"/>
                <a:gd name="connsiteX917" fmla="*/ 612379 w 821508"/>
                <a:gd name="connsiteY917" fmla="*/ 433514 h 590308"/>
                <a:gd name="connsiteX918" fmla="*/ 614768 w 821508"/>
                <a:gd name="connsiteY918" fmla="*/ 430420 h 590308"/>
                <a:gd name="connsiteX919" fmla="*/ 617797 w 821508"/>
                <a:gd name="connsiteY919" fmla="*/ 427594 h 590308"/>
                <a:gd name="connsiteX920" fmla="*/ 621432 w 821508"/>
                <a:gd name="connsiteY920" fmla="*/ 423523 h 590308"/>
                <a:gd name="connsiteX921" fmla="*/ 626884 w 821508"/>
                <a:gd name="connsiteY921" fmla="*/ 420563 h 590308"/>
                <a:gd name="connsiteX922" fmla="*/ 629980 w 821508"/>
                <a:gd name="connsiteY922" fmla="*/ 418747 h 590308"/>
                <a:gd name="connsiteX923" fmla="*/ 635937 w 821508"/>
                <a:gd name="connsiteY923" fmla="*/ 417805 h 590308"/>
                <a:gd name="connsiteX924" fmla="*/ 641658 w 821508"/>
                <a:gd name="connsiteY924" fmla="*/ 417805 h 590308"/>
                <a:gd name="connsiteX925" fmla="*/ 648052 w 821508"/>
                <a:gd name="connsiteY925" fmla="*/ 416425 h 590308"/>
                <a:gd name="connsiteX926" fmla="*/ 652630 w 821508"/>
                <a:gd name="connsiteY926" fmla="*/ 415046 h 590308"/>
                <a:gd name="connsiteX927" fmla="*/ 656399 w 821508"/>
                <a:gd name="connsiteY927" fmla="*/ 412221 h 590308"/>
                <a:gd name="connsiteX928" fmla="*/ 660976 w 821508"/>
                <a:gd name="connsiteY928" fmla="*/ 406872 h 590308"/>
                <a:gd name="connsiteX929" fmla="*/ 663938 w 821508"/>
                <a:gd name="connsiteY929" fmla="*/ 403407 h 590308"/>
                <a:gd name="connsiteX930" fmla="*/ 668178 w 821508"/>
                <a:gd name="connsiteY930" fmla="*/ 399337 h 590308"/>
                <a:gd name="connsiteX931" fmla="*/ 670399 w 821508"/>
                <a:gd name="connsiteY931" fmla="*/ 392306 h 590308"/>
                <a:gd name="connsiteX932" fmla="*/ 670399 w 821508"/>
                <a:gd name="connsiteY932" fmla="*/ 387394 h 590308"/>
                <a:gd name="connsiteX933" fmla="*/ 670399 w 821508"/>
                <a:gd name="connsiteY933" fmla="*/ 383257 h 590308"/>
                <a:gd name="connsiteX934" fmla="*/ 670399 w 821508"/>
                <a:gd name="connsiteY934" fmla="*/ 378682 h 590308"/>
                <a:gd name="connsiteX935" fmla="*/ 672452 w 821508"/>
                <a:gd name="connsiteY935" fmla="*/ 375217 h 590308"/>
                <a:gd name="connsiteX936" fmla="*/ 675649 w 821508"/>
                <a:gd name="connsiteY936" fmla="*/ 371147 h 590308"/>
                <a:gd name="connsiteX937" fmla="*/ 677164 w 821508"/>
                <a:gd name="connsiteY937" fmla="*/ 369128 h 590308"/>
                <a:gd name="connsiteX938" fmla="*/ 679351 w 821508"/>
                <a:gd name="connsiteY938" fmla="*/ 366942 h 590308"/>
                <a:gd name="connsiteX939" fmla="*/ 682044 w 821508"/>
                <a:gd name="connsiteY939" fmla="*/ 365293 h 590308"/>
                <a:gd name="connsiteX940" fmla="*/ 682750 w 821508"/>
                <a:gd name="connsiteY940" fmla="*/ 364486 h 590308"/>
                <a:gd name="connsiteX941" fmla="*/ 685006 w 821508"/>
                <a:gd name="connsiteY941" fmla="*/ 363914 h 590308"/>
                <a:gd name="connsiteX942" fmla="*/ 686957 w 821508"/>
                <a:gd name="connsiteY942" fmla="*/ 363914 h 590308"/>
                <a:gd name="connsiteX943" fmla="*/ 689414 w 821508"/>
                <a:gd name="connsiteY943" fmla="*/ 366101 h 590308"/>
                <a:gd name="connsiteX944" fmla="*/ 691501 w 821508"/>
                <a:gd name="connsiteY944" fmla="*/ 369633 h 590308"/>
                <a:gd name="connsiteX945" fmla="*/ 692073 w 821508"/>
                <a:gd name="connsiteY945" fmla="*/ 371819 h 590308"/>
                <a:gd name="connsiteX946" fmla="*/ 694159 w 821508"/>
                <a:gd name="connsiteY946" fmla="*/ 372189 h 590308"/>
                <a:gd name="connsiteX947" fmla="*/ 696919 w 821508"/>
                <a:gd name="connsiteY947" fmla="*/ 371180 h 590308"/>
                <a:gd name="connsiteX948" fmla="*/ 698063 w 821508"/>
                <a:gd name="connsiteY948" fmla="*/ 369094 h 590308"/>
                <a:gd name="connsiteX949" fmla="*/ 699208 w 821508"/>
                <a:gd name="connsiteY949" fmla="*/ 363948 h 590308"/>
                <a:gd name="connsiteX950" fmla="*/ 700015 w 821508"/>
                <a:gd name="connsiteY950" fmla="*/ 361257 h 590308"/>
                <a:gd name="connsiteX951" fmla="*/ 701900 w 821508"/>
                <a:gd name="connsiteY951" fmla="*/ 359373 h 590308"/>
                <a:gd name="connsiteX952" fmla="*/ 705097 w 821508"/>
                <a:gd name="connsiteY952" fmla="*/ 357859 h 590308"/>
                <a:gd name="connsiteX953" fmla="*/ 708227 w 821508"/>
                <a:gd name="connsiteY953" fmla="*/ 356177 h 590308"/>
                <a:gd name="connsiteX954" fmla="*/ 709742 w 821508"/>
                <a:gd name="connsiteY954" fmla="*/ 355302 h 590308"/>
                <a:gd name="connsiteX955" fmla="*/ 712434 w 821508"/>
                <a:gd name="connsiteY955" fmla="*/ 353351 h 590308"/>
                <a:gd name="connsiteX956" fmla="*/ 713679 w 821508"/>
                <a:gd name="connsiteY956" fmla="*/ 351400 h 590308"/>
                <a:gd name="connsiteX957" fmla="*/ 713679 w 821508"/>
                <a:gd name="connsiteY957" fmla="*/ 349079 h 590308"/>
                <a:gd name="connsiteX958" fmla="*/ 713477 w 821508"/>
                <a:gd name="connsiteY958" fmla="*/ 340467 h 590308"/>
                <a:gd name="connsiteX959" fmla="*/ 713881 w 821508"/>
                <a:gd name="connsiteY959" fmla="*/ 333235 h 590308"/>
                <a:gd name="connsiteX960" fmla="*/ 713881 w 821508"/>
                <a:gd name="connsiteY960" fmla="*/ 324825 h 590308"/>
                <a:gd name="connsiteX961" fmla="*/ 715631 w 821508"/>
                <a:gd name="connsiteY961" fmla="*/ 315708 h 590308"/>
                <a:gd name="connsiteX962" fmla="*/ 715631 w 821508"/>
                <a:gd name="connsiteY962" fmla="*/ 310932 h 590308"/>
                <a:gd name="connsiteX963" fmla="*/ 714251 w 821508"/>
                <a:gd name="connsiteY963" fmla="*/ 306794 h 590308"/>
                <a:gd name="connsiteX964" fmla="*/ 712602 w 821508"/>
                <a:gd name="connsiteY964" fmla="*/ 303598 h 590308"/>
                <a:gd name="connsiteX965" fmla="*/ 713174 w 821508"/>
                <a:gd name="connsiteY965" fmla="*/ 301277 h 590308"/>
                <a:gd name="connsiteX966" fmla="*/ 714857 w 821508"/>
                <a:gd name="connsiteY966" fmla="*/ 298889 h 590308"/>
                <a:gd name="connsiteX967" fmla="*/ 715934 w 821508"/>
                <a:gd name="connsiteY967" fmla="*/ 297005 h 590308"/>
                <a:gd name="connsiteX968" fmla="*/ 718963 w 821508"/>
                <a:gd name="connsiteY968" fmla="*/ 294616 h 590308"/>
                <a:gd name="connsiteX969" fmla="*/ 720545 w 821508"/>
                <a:gd name="connsiteY969" fmla="*/ 293977 h 590308"/>
                <a:gd name="connsiteX970" fmla="*/ 722429 w 821508"/>
                <a:gd name="connsiteY970" fmla="*/ 293607 h 590308"/>
                <a:gd name="connsiteX971" fmla="*/ 723876 w 821508"/>
                <a:gd name="connsiteY971" fmla="*/ 293338 h 590308"/>
                <a:gd name="connsiteX972" fmla="*/ 726131 w 821508"/>
                <a:gd name="connsiteY972" fmla="*/ 292665 h 590308"/>
                <a:gd name="connsiteX973" fmla="*/ 728655 w 821508"/>
                <a:gd name="connsiteY973" fmla="*/ 292665 h 590308"/>
                <a:gd name="connsiteX974" fmla="*/ 731718 w 821508"/>
                <a:gd name="connsiteY974" fmla="*/ 294616 h 590308"/>
                <a:gd name="connsiteX975" fmla="*/ 735050 w 821508"/>
                <a:gd name="connsiteY975" fmla="*/ 298586 h 590308"/>
                <a:gd name="connsiteX976" fmla="*/ 738752 w 821508"/>
                <a:gd name="connsiteY976" fmla="*/ 299898 h 590308"/>
                <a:gd name="connsiteX977" fmla="*/ 743968 w 821508"/>
                <a:gd name="connsiteY977" fmla="*/ 300201 h 590308"/>
                <a:gd name="connsiteX978" fmla="*/ 745483 w 821508"/>
                <a:gd name="connsiteY978" fmla="*/ 300402 h 590308"/>
                <a:gd name="connsiteX979" fmla="*/ 746930 w 821508"/>
                <a:gd name="connsiteY979" fmla="*/ 302589 h 590308"/>
                <a:gd name="connsiteX980" fmla="*/ 746930 w 821508"/>
                <a:gd name="connsiteY980" fmla="*/ 305717 h 590308"/>
                <a:gd name="connsiteX981" fmla="*/ 745988 w 821508"/>
                <a:gd name="connsiteY981" fmla="*/ 309485 h 590308"/>
                <a:gd name="connsiteX982" fmla="*/ 746930 w 821508"/>
                <a:gd name="connsiteY982" fmla="*/ 312748 h 590308"/>
                <a:gd name="connsiteX983" fmla="*/ 746189 w 821508"/>
                <a:gd name="connsiteY983" fmla="*/ 315944 h 590308"/>
                <a:gd name="connsiteX984" fmla="*/ 746324 w 821508"/>
                <a:gd name="connsiteY984" fmla="*/ 319140 h 590308"/>
                <a:gd name="connsiteX985" fmla="*/ 750800 w 821508"/>
                <a:gd name="connsiteY985" fmla="*/ 321730 h 590308"/>
                <a:gd name="connsiteX986" fmla="*/ 757194 w 821508"/>
                <a:gd name="connsiteY986" fmla="*/ 327381 h 590308"/>
                <a:gd name="connsiteX987" fmla="*/ 762175 w 821508"/>
                <a:gd name="connsiteY987" fmla="*/ 332360 h 590308"/>
                <a:gd name="connsiteX988" fmla="*/ 766820 w 821508"/>
                <a:gd name="connsiteY988" fmla="*/ 336128 h 590308"/>
                <a:gd name="connsiteX989" fmla="*/ 769276 w 821508"/>
                <a:gd name="connsiteY989" fmla="*/ 337440 h 590308"/>
                <a:gd name="connsiteX990" fmla="*/ 774695 w 821508"/>
                <a:gd name="connsiteY990" fmla="*/ 338314 h 590308"/>
                <a:gd name="connsiteX991" fmla="*/ 774695 w 821508"/>
                <a:gd name="connsiteY991" fmla="*/ 335287 h 590308"/>
                <a:gd name="connsiteX992" fmla="*/ 772844 w 821508"/>
                <a:gd name="connsiteY992" fmla="*/ 331687 h 590308"/>
                <a:gd name="connsiteX993" fmla="*/ 772507 w 821508"/>
                <a:gd name="connsiteY993" fmla="*/ 329063 h 590308"/>
                <a:gd name="connsiteX994" fmla="*/ 772709 w 821508"/>
                <a:gd name="connsiteY994" fmla="*/ 327415 h 590308"/>
                <a:gd name="connsiteX995" fmla="*/ 773887 w 821508"/>
                <a:gd name="connsiteY995" fmla="*/ 326540 h 590308"/>
                <a:gd name="connsiteX996" fmla="*/ 774661 w 821508"/>
                <a:gd name="connsiteY996" fmla="*/ 326439 h 590308"/>
                <a:gd name="connsiteX997" fmla="*/ 776849 w 821508"/>
                <a:gd name="connsiteY997" fmla="*/ 326776 h 590308"/>
                <a:gd name="connsiteX998" fmla="*/ 778700 w 821508"/>
                <a:gd name="connsiteY998" fmla="*/ 329938 h 590308"/>
                <a:gd name="connsiteX999" fmla="*/ 779844 w 821508"/>
                <a:gd name="connsiteY999" fmla="*/ 333638 h 590308"/>
                <a:gd name="connsiteX1000" fmla="*/ 782604 w 821508"/>
                <a:gd name="connsiteY1000" fmla="*/ 338079 h 590308"/>
                <a:gd name="connsiteX1001" fmla="*/ 784455 w 821508"/>
                <a:gd name="connsiteY1001" fmla="*/ 341678 h 590308"/>
                <a:gd name="connsiteX1002" fmla="*/ 786104 w 821508"/>
                <a:gd name="connsiteY1002" fmla="*/ 344706 h 590308"/>
                <a:gd name="connsiteX1003" fmla="*/ 788594 w 821508"/>
                <a:gd name="connsiteY1003" fmla="*/ 347868 h 590308"/>
                <a:gd name="connsiteX1004" fmla="*/ 788594 w 821508"/>
                <a:gd name="connsiteY1004" fmla="*/ 350895 h 590308"/>
                <a:gd name="connsiteX1005" fmla="*/ 793373 w 821508"/>
                <a:gd name="connsiteY1005" fmla="*/ 354091 h 590308"/>
                <a:gd name="connsiteX1006" fmla="*/ 795965 w 821508"/>
                <a:gd name="connsiteY1006" fmla="*/ 353351 h 590308"/>
                <a:gd name="connsiteX1007" fmla="*/ 797984 w 821508"/>
                <a:gd name="connsiteY1007" fmla="*/ 352914 h 590308"/>
                <a:gd name="connsiteX1008" fmla="*/ 800171 w 821508"/>
                <a:gd name="connsiteY1008" fmla="*/ 354091 h 590308"/>
                <a:gd name="connsiteX1009" fmla="*/ 801114 w 821508"/>
                <a:gd name="connsiteY1009" fmla="*/ 357186 h 590308"/>
                <a:gd name="connsiteX1010" fmla="*/ 802729 w 821508"/>
                <a:gd name="connsiteY1010" fmla="*/ 357388 h 590308"/>
                <a:gd name="connsiteX1011" fmla="*/ 804681 w 821508"/>
                <a:gd name="connsiteY1011" fmla="*/ 356143 h 590308"/>
                <a:gd name="connsiteX1012" fmla="*/ 804681 w 821508"/>
                <a:gd name="connsiteY1012" fmla="*/ 353385 h 590308"/>
                <a:gd name="connsiteX1013" fmla="*/ 802594 w 821508"/>
                <a:gd name="connsiteY1013" fmla="*/ 351804 h 590308"/>
                <a:gd name="connsiteX1014" fmla="*/ 801518 w 821508"/>
                <a:gd name="connsiteY1014" fmla="*/ 350492 h 590308"/>
                <a:gd name="connsiteX1015" fmla="*/ 800710 w 821508"/>
                <a:gd name="connsiteY1015" fmla="*/ 349348 h 590308"/>
                <a:gd name="connsiteX1016" fmla="*/ 798690 w 821508"/>
                <a:gd name="connsiteY1016" fmla="*/ 348339 h 590308"/>
                <a:gd name="connsiteX1017" fmla="*/ 796671 w 821508"/>
                <a:gd name="connsiteY1017" fmla="*/ 347464 h 590308"/>
                <a:gd name="connsiteX1018" fmla="*/ 795662 w 821508"/>
                <a:gd name="connsiteY1018" fmla="*/ 345580 h 590308"/>
                <a:gd name="connsiteX1019" fmla="*/ 793777 w 821508"/>
                <a:gd name="connsiteY1019" fmla="*/ 342116 h 590308"/>
                <a:gd name="connsiteX1020" fmla="*/ 792128 w 821508"/>
                <a:gd name="connsiteY1020" fmla="*/ 340097 h 590308"/>
                <a:gd name="connsiteX1021" fmla="*/ 791253 w 821508"/>
                <a:gd name="connsiteY1021" fmla="*/ 337911 h 590308"/>
                <a:gd name="connsiteX1022" fmla="*/ 789435 w 821508"/>
                <a:gd name="connsiteY1022" fmla="*/ 335085 h 590308"/>
                <a:gd name="connsiteX1023" fmla="*/ 788123 w 821508"/>
                <a:gd name="connsiteY1023" fmla="*/ 331250 h 590308"/>
                <a:gd name="connsiteX1024" fmla="*/ 787988 w 821508"/>
                <a:gd name="connsiteY1024" fmla="*/ 328794 h 590308"/>
                <a:gd name="connsiteX1025" fmla="*/ 788224 w 821508"/>
                <a:gd name="connsiteY1025" fmla="*/ 327146 h 590308"/>
                <a:gd name="connsiteX1026" fmla="*/ 788156 w 821508"/>
                <a:gd name="connsiteY1026" fmla="*/ 324959 h 590308"/>
                <a:gd name="connsiteX1027" fmla="*/ 784017 w 821508"/>
                <a:gd name="connsiteY1027" fmla="*/ 322773 h 590308"/>
                <a:gd name="connsiteX1028" fmla="*/ 782267 w 821508"/>
                <a:gd name="connsiteY1028" fmla="*/ 322134 h 590308"/>
                <a:gd name="connsiteX1029" fmla="*/ 781325 w 821508"/>
                <a:gd name="connsiteY1029" fmla="*/ 320048 h 590308"/>
                <a:gd name="connsiteX1030" fmla="*/ 781762 w 821508"/>
                <a:gd name="connsiteY1030" fmla="*/ 317222 h 590308"/>
                <a:gd name="connsiteX1031" fmla="*/ 781459 w 821508"/>
                <a:gd name="connsiteY1031" fmla="*/ 315843 h 590308"/>
                <a:gd name="connsiteX1032" fmla="*/ 777690 w 821508"/>
                <a:gd name="connsiteY1032" fmla="*/ 315776 h 590308"/>
                <a:gd name="connsiteX1033" fmla="*/ 775503 w 821508"/>
                <a:gd name="connsiteY1033" fmla="*/ 317660 h 590308"/>
                <a:gd name="connsiteX1034" fmla="*/ 773113 w 821508"/>
                <a:gd name="connsiteY1034" fmla="*/ 318231 h 590308"/>
                <a:gd name="connsiteX1035" fmla="*/ 770589 w 821508"/>
                <a:gd name="connsiteY1035" fmla="*/ 315338 h 590308"/>
                <a:gd name="connsiteX1036" fmla="*/ 771397 w 821508"/>
                <a:gd name="connsiteY1036" fmla="*/ 311705 h 590308"/>
                <a:gd name="connsiteX1037" fmla="*/ 775402 w 821508"/>
                <a:gd name="connsiteY1037" fmla="*/ 308510 h 590308"/>
                <a:gd name="connsiteX1038" fmla="*/ 776781 w 821508"/>
                <a:gd name="connsiteY1038" fmla="*/ 307433 h 590308"/>
                <a:gd name="connsiteX1039" fmla="*/ 783445 w 821508"/>
                <a:gd name="connsiteY1039" fmla="*/ 302959 h 590308"/>
                <a:gd name="connsiteX1040" fmla="*/ 787719 w 821508"/>
                <a:gd name="connsiteY1040" fmla="*/ 299259 h 590308"/>
                <a:gd name="connsiteX1041" fmla="*/ 790614 w 821508"/>
                <a:gd name="connsiteY1041" fmla="*/ 297375 h 590308"/>
                <a:gd name="connsiteX1042" fmla="*/ 796907 w 821508"/>
                <a:gd name="connsiteY1042" fmla="*/ 294179 h 590308"/>
                <a:gd name="connsiteX1043" fmla="*/ 799666 w 821508"/>
                <a:gd name="connsiteY1043" fmla="*/ 293237 h 590308"/>
                <a:gd name="connsiteX1044" fmla="*/ 802797 w 821508"/>
                <a:gd name="connsiteY1044" fmla="*/ 293103 h 590308"/>
                <a:gd name="connsiteX1045" fmla="*/ 806566 w 821508"/>
                <a:gd name="connsiteY1045" fmla="*/ 292228 h 590308"/>
                <a:gd name="connsiteX1046" fmla="*/ 808013 w 821508"/>
                <a:gd name="connsiteY1046" fmla="*/ 289335 h 590308"/>
                <a:gd name="connsiteX1047" fmla="*/ 808450 w 821508"/>
                <a:gd name="connsiteY1047" fmla="*/ 287518 h 590308"/>
                <a:gd name="connsiteX1048" fmla="*/ 811782 w 821508"/>
                <a:gd name="connsiteY1048" fmla="*/ 286879 h 590308"/>
                <a:gd name="connsiteX1049" fmla="*/ 814037 w 821508"/>
                <a:gd name="connsiteY1049" fmla="*/ 285433 h 590308"/>
                <a:gd name="connsiteX1050" fmla="*/ 816730 w 821508"/>
                <a:gd name="connsiteY1050" fmla="*/ 283414 h 590308"/>
                <a:gd name="connsiteX1051" fmla="*/ 819254 w 821508"/>
                <a:gd name="connsiteY1051" fmla="*/ 282035 h 590308"/>
                <a:gd name="connsiteX1052" fmla="*/ 819960 w 821508"/>
                <a:gd name="connsiteY1052" fmla="*/ 280790 h 590308"/>
                <a:gd name="connsiteX1053" fmla="*/ 819960 w 821508"/>
                <a:gd name="connsiteY1053" fmla="*/ 279647 h 590308"/>
                <a:gd name="connsiteX1054" fmla="*/ 818816 w 821508"/>
                <a:gd name="connsiteY1054" fmla="*/ 275946 h 590308"/>
                <a:gd name="connsiteX1055" fmla="*/ 817504 w 821508"/>
                <a:gd name="connsiteY1055" fmla="*/ 272986 h 590308"/>
                <a:gd name="connsiteX1056" fmla="*/ 814609 w 821508"/>
                <a:gd name="connsiteY1056" fmla="*/ 270968 h 590308"/>
                <a:gd name="connsiteX1057" fmla="*/ 814744 w 821508"/>
                <a:gd name="connsiteY1057" fmla="*/ 268882 h 590308"/>
                <a:gd name="connsiteX1058" fmla="*/ 816292 w 821508"/>
                <a:gd name="connsiteY1058" fmla="*/ 265451 h 59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Lst>
              <a:rect l="l" t="t" r="r" b="b"/>
              <a:pathLst>
                <a:path w="821508" h="590308">
                  <a:moveTo>
                    <a:pt x="816292" y="265451"/>
                  </a:moveTo>
                  <a:cubicBezTo>
                    <a:pt x="816561" y="265316"/>
                    <a:pt x="817369" y="263802"/>
                    <a:pt x="817604" y="263702"/>
                  </a:cubicBezTo>
                  <a:cubicBezTo>
                    <a:pt x="817806" y="263634"/>
                    <a:pt x="818681" y="262827"/>
                    <a:pt x="819186" y="262625"/>
                  </a:cubicBezTo>
                  <a:cubicBezTo>
                    <a:pt x="819691" y="262423"/>
                    <a:pt x="820566" y="261683"/>
                    <a:pt x="820566" y="261683"/>
                  </a:cubicBezTo>
                  <a:lnTo>
                    <a:pt x="821508" y="258925"/>
                  </a:lnTo>
                  <a:lnTo>
                    <a:pt x="821138" y="256671"/>
                  </a:lnTo>
                  <a:lnTo>
                    <a:pt x="819691" y="254148"/>
                  </a:lnTo>
                  <a:cubicBezTo>
                    <a:pt x="819691" y="254148"/>
                    <a:pt x="818176" y="252399"/>
                    <a:pt x="818109" y="252197"/>
                  </a:cubicBezTo>
                  <a:cubicBezTo>
                    <a:pt x="818042" y="251961"/>
                    <a:pt x="816797" y="250818"/>
                    <a:pt x="816797" y="250818"/>
                  </a:cubicBezTo>
                  <a:lnTo>
                    <a:pt x="816730" y="248429"/>
                  </a:lnTo>
                  <a:cubicBezTo>
                    <a:pt x="816730" y="248429"/>
                    <a:pt x="817100" y="246747"/>
                    <a:pt x="817739" y="246545"/>
                  </a:cubicBezTo>
                  <a:cubicBezTo>
                    <a:pt x="818379" y="246343"/>
                    <a:pt x="819388" y="245301"/>
                    <a:pt x="819691" y="245233"/>
                  </a:cubicBezTo>
                  <a:cubicBezTo>
                    <a:pt x="819994" y="245166"/>
                    <a:pt x="820499" y="244359"/>
                    <a:pt x="820499" y="244359"/>
                  </a:cubicBezTo>
                  <a:cubicBezTo>
                    <a:pt x="820499" y="244359"/>
                    <a:pt x="820196" y="242778"/>
                    <a:pt x="819927" y="242778"/>
                  </a:cubicBezTo>
                  <a:cubicBezTo>
                    <a:pt x="819624" y="242778"/>
                    <a:pt x="818547" y="241768"/>
                    <a:pt x="818547" y="241768"/>
                  </a:cubicBezTo>
                  <a:lnTo>
                    <a:pt x="818614" y="237698"/>
                  </a:lnTo>
                  <a:lnTo>
                    <a:pt x="817672" y="235108"/>
                  </a:lnTo>
                  <a:cubicBezTo>
                    <a:pt x="817672" y="235108"/>
                    <a:pt x="816730" y="232282"/>
                    <a:pt x="816730" y="231979"/>
                  </a:cubicBezTo>
                  <a:cubicBezTo>
                    <a:pt x="816730" y="231677"/>
                    <a:pt x="817672" y="229389"/>
                    <a:pt x="817672" y="229389"/>
                  </a:cubicBezTo>
                  <a:cubicBezTo>
                    <a:pt x="817672" y="229389"/>
                    <a:pt x="817739" y="227203"/>
                    <a:pt x="817739" y="227001"/>
                  </a:cubicBezTo>
                  <a:cubicBezTo>
                    <a:pt x="817739" y="226799"/>
                    <a:pt x="817941" y="223098"/>
                    <a:pt x="817941" y="223098"/>
                  </a:cubicBezTo>
                  <a:lnTo>
                    <a:pt x="817133" y="221719"/>
                  </a:lnTo>
                  <a:lnTo>
                    <a:pt x="815686" y="220845"/>
                  </a:lnTo>
                  <a:lnTo>
                    <a:pt x="812220" y="219465"/>
                  </a:lnTo>
                  <a:lnTo>
                    <a:pt x="810200" y="218153"/>
                  </a:lnTo>
                  <a:cubicBezTo>
                    <a:pt x="810200" y="218153"/>
                    <a:pt x="808619" y="216842"/>
                    <a:pt x="808114" y="216842"/>
                  </a:cubicBezTo>
                  <a:cubicBezTo>
                    <a:pt x="807609" y="216842"/>
                    <a:pt x="805590" y="216404"/>
                    <a:pt x="805590" y="216404"/>
                  </a:cubicBezTo>
                  <a:lnTo>
                    <a:pt x="803268" y="215900"/>
                  </a:lnTo>
                  <a:lnTo>
                    <a:pt x="801618" y="215900"/>
                  </a:lnTo>
                  <a:lnTo>
                    <a:pt x="800104" y="215193"/>
                  </a:lnTo>
                  <a:cubicBezTo>
                    <a:pt x="800104" y="215193"/>
                    <a:pt x="798791" y="215698"/>
                    <a:pt x="798152" y="216068"/>
                  </a:cubicBezTo>
                  <a:cubicBezTo>
                    <a:pt x="797513" y="216438"/>
                    <a:pt x="796402" y="217312"/>
                    <a:pt x="796267" y="217582"/>
                  </a:cubicBezTo>
                  <a:cubicBezTo>
                    <a:pt x="796133" y="217884"/>
                    <a:pt x="795258" y="218658"/>
                    <a:pt x="795191" y="218961"/>
                  </a:cubicBezTo>
                  <a:cubicBezTo>
                    <a:pt x="795123" y="219264"/>
                    <a:pt x="793945" y="220407"/>
                    <a:pt x="793945" y="220407"/>
                  </a:cubicBezTo>
                  <a:lnTo>
                    <a:pt x="792936" y="222224"/>
                  </a:lnTo>
                  <a:cubicBezTo>
                    <a:pt x="792936" y="222224"/>
                    <a:pt x="791993" y="222224"/>
                    <a:pt x="791489" y="222661"/>
                  </a:cubicBezTo>
                  <a:cubicBezTo>
                    <a:pt x="790984" y="223098"/>
                    <a:pt x="790748" y="223166"/>
                    <a:pt x="790479" y="223166"/>
                  </a:cubicBezTo>
                  <a:cubicBezTo>
                    <a:pt x="790176" y="223166"/>
                    <a:pt x="788965" y="223098"/>
                    <a:pt x="788965" y="223098"/>
                  </a:cubicBezTo>
                  <a:lnTo>
                    <a:pt x="787585" y="222897"/>
                  </a:lnTo>
                  <a:lnTo>
                    <a:pt x="786003" y="222897"/>
                  </a:lnTo>
                  <a:lnTo>
                    <a:pt x="783983" y="222392"/>
                  </a:lnTo>
                  <a:cubicBezTo>
                    <a:pt x="783983" y="222392"/>
                    <a:pt x="782234" y="220710"/>
                    <a:pt x="781964" y="220576"/>
                  </a:cubicBezTo>
                  <a:cubicBezTo>
                    <a:pt x="781661" y="220441"/>
                    <a:pt x="777387" y="217514"/>
                    <a:pt x="777185" y="217312"/>
                  </a:cubicBezTo>
                  <a:cubicBezTo>
                    <a:pt x="776950" y="217077"/>
                    <a:pt x="772339" y="213915"/>
                    <a:pt x="772339" y="213915"/>
                  </a:cubicBezTo>
                  <a:lnTo>
                    <a:pt x="768502" y="212098"/>
                  </a:lnTo>
                  <a:lnTo>
                    <a:pt x="763084" y="210215"/>
                  </a:lnTo>
                  <a:lnTo>
                    <a:pt x="759820" y="209273"/>
                  </a:lnTo>
                  <a:cubicBezTo>
                    <a:pt x="759820" y="209273"/>
                    <a:pt x="755411" y="208465"/>
                    <a:pt x="754906" y="208465"/>
                  </a:cubicBezTo>
                  <a:cubicBezTo>
                    <a:pt x="754401" y="208465"/>
                    <a:pt x="751945" y="208095"/>
                    <a:pt x="751945" y="208095"/>
                  </a:cubicBezTo>
                  <a:cubicBezTo>
                    <a:pt x="751945" y="208095"/>
                    <a:pt x="749252" y="207523"/>
                    <a:pt x="748377" y="206346"/>
                  </a:cubicBezTo>
                  <a:cubicBezTo>
                    <a:pt x="747502" y="205202"/>
                    <a:pt x="744540" y="202074"/>
                    <a:pt x="744372" y="201704"/>
                  </a:cubicBezTo>
                  <a:cubicBezTo>
                    <a:pt x="744237" y="201334"/>
                    <a:pt x="741612" y="198441"/>
                    <a:pt x="741612" y="198441"/>
                  </a:cubicBezTo>
                  <a:cubicBezTo>
                    <a:pt x="741612" y="198441"/>
                    <a:pt x="740468" y="197129"/>
                    <a:pt x="740367" y="196355"/>
                  </a:cubicBezTo>
                  <a:cubicBezTo>
                    <a:pt x="740300" y="195548"/>
                    <a:pt x="739795" y="192823"/>
                    <a:pt x="739795" y="192520"/>
                  </a:cubicBezTo>
                  <a:cubicBezTo>
                    <a:pt x="739795" y="192217"/>
                    <a:pt x="738785" y="189055"/>
                    <a:pt x="738718" y="188752"/>
                  </a:cubicBezTo>
                  <a:cubicBezTo>
                    <a:pt x="738651" y="188450"/>
                    <a:pt x="736968" y="186667"/>
                    <a:pt x="736699" y="185927"/>
                  </a:cubicBezTo>
                  <a:cubicBezTo>
                    <a:pt x="736429" y="185187"/>
                    <a:pt x="735016" y="182731"/>
                    <a:pt x="734949" y="182529"/>
                  </a:cubicBezTo>
                  <a:cubicBezTo>
                    <a:pt x="734881" y="182327"/>
                    <a:pt x="735218" y="180780"/>
                    <a:pt x="735454" y="180073"/>
                  </a:cubicBezTo>
                  <a:cubicBezTo>
                    <a:pt x="735655" y="179333"/>
                    <a:pt x="736329" y="177685"/>
                    <a:pt x="736396" y="177180"/>
                  </a:cubicBezTo>
                  <a:cubicBezTo>
                    <a:pt x="736463" y="176676"/>
                    <a:pt x="736463" y="175162"/>
                    <a:pt x="736530" y="174927"/>
                  </a:cubicBezTo>
                  <a:cubicBezTo>
                    <a:pt x="736598" y="174725"/>
                    <a:pt x="736598" y="172471"/>
                    <a:pt x="736598" y="172168"/>
                  </a:cubicBezTo>
                  <a:cubicBezTo>
                    <a:pt x="736598" y="171865"/>
                    <a:pt x="736901" y="170789"/>
                    <a:pt x="736901" y="170789"/>
                  </a:cubicBezTo>
                  <a:lnTo>
                    <a:pt x="737406" y="169275"/>
                  </a:lnTo>
                  <a:cubicBezTo>
                    <a:pt x="737406" y="169275"/>
                    <a:pt x="736968" y="167829"/>
                    <a:pt x="734949" y="167829"/>
                  </a:cubicBezTo>
                  <a:cubicBezTo>
                    <a:pt x="732930" y="167829"/>
                    <a:pt x="731819" y="167627"/>
                    <a:pt x="731314" y="167829"/>
                  </a:cubicBezTo>
                  <a:cubicBezTo>
                    <a:pt x="730809" y="168030"/>
                    <a:pt x="729867" y="167829"/>
                    <a:pt x="729295" y="168266"/>
                  </a:cubicBezTo>
                  <a:cubicBezTo>
                    <a:pt x="728723" y="168703"/>
                    <a:pt x="727713" y="168266"/>
                    <a:pt x="727107" y="169006"/>
                  </a:cubicBezTo>
                  <a:cubicBezTo>
                    <a:pt x="726535" y="169746"/>
                    <a:pt x="725458" y="170822"/>
                    <a:pt x="725155" y="171394"/>
                  </a:cubicBezTo>
                  <a:cubicBezTo>
                    <a:pt x="724886" y="171966"/>
                    <a:pt x="724011" y="173076"/>
                    <a:pt x="723775" y="174153"/>
                  </a:cubicBezTo>
                  <a:cubicBezTo>
                    <a:pt x="723540" y="175229"/>
                    <a:pt x="723338" y="175734"/>
                    <a:pt x="722766" y="176474"/>
                  </a:cubicBezTo>
                  <a:cubicBezTo>
                    <a:pt x="722194" y="177214"/>
                    <a:pt x="721891" y="177853"/>
                    <a:pt x="721319" y="178661"/>
                  </a:cubicBezTo>
                  <a:cubicBezTo>
                    <a:pt x="720747" y="179468"/>
                    <a:pt x="719804" y="180343"/>
                    <a:pt x="719636" y="180679"/>
                  </a:cubicBezTo>
                  <a:cubicBezTo>
                    <a:pt x="719501" y="181049"/>
                    <a:pt x="719568" y="181419"/>
                    <a:pt x="719064" y="182260"/>
                  </a:cubicBezTo>
                  <a:cubicBezTo>
                    <a:pt x="718559" y="183135"/>
                    <a:pt x="717684" y="184447"/>
                    <a:pt x="717751" y="184648"/>
                  </a:cubicBezTo>
                  <a:cubicBezTo>
                    <a:pt x="717819" y="184850"/>
                    <a:pt x="717886" y="185658"/>
                    <a:pt x="717549" y="186229"/>
                  </a:cubicBezTo>
                  <a:cubicBezTo>
                    <a:pt x="717179" y="186801"/>
                    <a:pt x="717179" y="188618"/>
                    <a:pt x="716742" y="189358"/>
                  </a:cubicBezTo>
                  <a:cubicBezTo>
                    <a:pt x="716304" y="190098"/>
                    <a:pt x="716170" y="191679"/>
                    <a:pt x="715799" y="192049"/>
                  </a:cubicBezTo>
                  <a:cubicBezTo>
                    <a:pt x="715429" y="192419"/>
                    <a:pt x="715295" y="194303"/>
                    <a:pt x="714790" y="194808"/>
                  </a:cubicBezTo>
                  <a:cubicBezTo>
                    <a:pt x="714285" y="195312"/>
                    <a:pt x="713410" y="195312"/>
                    <a:pt x="713208" y="195514"/>
                  </a:cubicBezTo>
                  <a:cubicBezTo>
                    <a:pt x="712972" y="195716"/>
                    <a:pt x="711121" y="195447"/>
                    <a:pt x="711121" y="194808"/>
                  </a:cubicBezTo>
                  <a:cubicBezTo>
                    <a:pt x="711121" y="194168"/>
                    <a:pt x="710112" y="193563"/>
                    <a:pt x="710112" y="192486"/>
                  </a:cubicBezTo>
                  <a:cubicBezTo>
                    <a:pt x="710112" y="191410"/>
                    <a:pt x="709304" y="189358"/>
                    <a:pt x="709237" y="189156"/>
                  </a:cubicBezTo>
                  <a:cubicBezTo>
                    <a:pt x="709169" y="188954"/>
                    <a:pt x="707588" y="186532"/>
                    <a:pt x="707487" y="186263"/>
                  </a:cubicBezTo>
                  <a:cubicBezTo>
                    <a:pt x="707419" y="185960"/>
                    <a:pt x="706814" y="183067"/>
                    <a:pt x="706780" y="182798"/>
                  </a:cubicBezTo>
                  <a:cubicBezTo>
                    <a:pt x="706713" y="182495"/>
                    <a:pt x="706477" y="182226"/>
                    <a:pt x="706073" y="180847"/>
                  </a:cubicBezTo>
                  <a:cubicBezTo>
                    <a:pt x="705636" y="179468"/>
                    <a:pt x="704188" y="178156"/>
                    <a:pt x="704188" y="178156"/>
                  </a:cubicBezTo>
                  <a:lnTo>
                    <a:pt x="702438" y="175835"/>
                  </a:lnTo>
                  <a:lnTo>
                    <a:pt x="700419" y="174826"/>
                  </a:lnTo>
                  <a:lnTo>
                    <a:pt x="697727" y="175196"/>
                  </a:lnTo>
                  <a:lnTo>
                    <a:pt x="695775" y="175936"/>
                  </a:lnTo>
                  <a:lnTo>
                    <a:pt x="691063" y="178694"/>
                  </a:lnTo>
                  <a:cubicBezTo>
                    <a:pt x="691063" y="178694"/>
                    <a:pt x="688875" y="180948"/>
                    <a:pt x="688741" y="181150"/>
                  </a:cubicBezTo>
                  <a:cubicBezTo>
                    <a:pt x="688606" y="181352"/>
                    <a:pt x="687092" y="183404"/>
                    <a:pt x="686991" y="183673"/>
                  </a:cubicBezTo>
                  <a:cubicBezTo>
                    <a:pt x="686924" y="183976"/>
                    <a:pt x="686924" y="186364"/>
                    <a:pt x="686924" y="186364"/>
                  </a:cubicBezTo>
                  <a:lnTo>
                    <a:pt x="687462" y="188954"/>
                  </a:lnTo>
                  <a:lnTo>
                    <a:pt x="689515" y="190973"/>
                  </a:lnTo>
                  <a:lnTo>
                    <a:pt x="689515" y="192486"/>
                  </a:lnTo>
                  <a:cubicBezTo>
                    <a:pt x="689515" y="192486"/>
                    <a:pt x="688270" y="193058"/>
                    <a:pt x="687630" y="193563"/>
                  </a:cubicBezTo>
                  <a:cubicBezTo>
                    <a:pt x="686991" y="194067"/>
                    <a:pt x="684366" y="195951"/>
                    <a:pt x="684366" y="195951"/>
                  </a:cubicBezTo>
                  <a:cubicBezTo>
                    <a:pt x="684366" y="195951"/>
                    <a:pt x="681977" y="196590"/>
                    <a:pt x="681674" y="196691"/>
                  </a:cubicBezTo>
                  <a:cubicBezTo>
                    <a:pt x="681371" y="196759"/>
                    <a:pt x="677837" y="196826"/>
                    <a:pt x="677332" y="196826"/>
                  </a:cubicBezTo>
                  <a:cubicBezTo>
                    <a:pt x="676827" y="196826"/>
                    <a:pt x="674000" y="196523"/>
                    <a:pt x="673698" y="196893"/>
                  </a:cubicBezTo>
                  <a:cubicBezTo>
                    <a:pt x="673428" y="197263"/>
                    <a:pt x="668784" y="199282"/>
                    <a:pt x="668784" y="199282"/>
                  </a:cubicBezTo>
                  <a:lnTo>
                    <a:pt x="662625" y="200964"/>
                  </a:lnTo>
                  <a:lnTo>
                    <a:pt x="660370" y="202915"/>
                  </a:lnTo>
                  <a:lnTo>
                    <a:pt x="658486" y="206178"/>
                  </a:lnTo>
                  <a:lnTo>
                    <a:pt x="655962" y="209508"/>
                  </a:lnTo>
                  <a:cubicBezTo>
                    <a:pt x="655962" y="209508"/>
                    <a:pt x="654649" y="209945"/>
                    <a:pt x="654380" y="210013"/>
                  </a:cubicBezTo>
                  <a:cubicBezTo>
                    <a:pt x="654110" y="210080"/>
                    <a:pt x="649163" y="209878"/>
                    <a:pt x="649163" y="209878"/>
                  </a:cubicBezTo>
                  <a:lnTo>
                    <a:pt x="647985" y="210887"/>
                  </a:lnTo>
                  <a:cubicBezTo>
                    <a:pt x="647985" y="210887"/>
                    <a:pt x="647178" y="214016"/>
                    <a:pt x="647043" y="214352"/>
                  </a:cubicBezTo>
                  <a:cubicBezTo>
                    <a:pt x="646908" y="214722"/>
                    <a:pt x="645865" y="217884"/>
                    <a:pt x="646101" y="218423"/>
                  </a:cubicBezTo>
                  <a:cubicBezTo>
                    <a:pt x="646303" y="218927"/>
                    <a:pt x="647312" y="223334"/>
                    <a:pt x="647312" y="223334"/>
                  </a:cubicBezTo>
                  <a:lnTo>
                    <a:pt x="649197" y="228750"/>
                  </a:lnTo>
                  <a:cubicBezTo>
                    <a:pt x="649197" y="228750"/>
                    <a:pt x="650274" y="231946"/>
                    <a:pt x="650274" y="232215"/>
                  </a:cubicBezTo>
                  <a:cubicBezTo>
                    <a:pt x="650274" y="232518"/>
                    <a:pt x="649836" y="234603"/>
                    <a:pt x="649836" y="234603"/>
                  </a:cubicBezTo>
                  <a:cubicBezTo>
                    <a:pt x="649836" y="234603"/>
                    <a:pt x="648120" y="235108"/>
                    <a:pt x="647649" y="235343"/>
                  </a:cubicBezTo>
                  <a:cubicBezTo>
                    <a:pt x="647211" y="235545"/>
                    <a:pt x="643812" y="236487"/>
                    <a:pt x="643307" y="236588"/>
                  </a:cubicBezTo>
                  <a:cubicBezTo>
                    <a:pt x="642803" y="236655"/>
                    <a:pt x="641120" y="236790"/>
                    <a:pt x="640783" y="237160"/>
                  </a:cubicBezTo>
                  <a:cubicBezTo>
                    <a:pt x="640413" y="237530"/>
                    <a:pt x="639706" y="237967"/>
                    <a:pt x="639202" y="238304"/>
                  </a:cubicBezTo>
                  <a:cubicBezTo>
                    <a:pt x="638697" y="238640"/>
                    <a:pt x="636879" y="239750"/>
                    <a:pt x="636879" y="239750"/>
                  </a:cubicBezTo>
                  <a:cubicBezTo>
                    <a:pt x="636879" y="239750"/>
                    <a:pt x="635062" y="241331"/>
                    <a:pt x="634927" y="241567"/>
                  </a:cubicBezTo>
                  <a:cubicBezTo>
                    <a:pt x="634793" y="241768"/>
                    <a:pt x="633682" y="242643"/>
                    <a:pt x="632908" y="242643"/>
                  </a:cubicBezTo>
                  <a:cubicBezTo>
                    <a:pt x="632100" y="242643"/>
                    <a:pt x="629273" y="242206"/>
                    <a:pt x="628432" y="242206"/>
                  </a:cubicBezTo>
                  <a:cubicBezTo>
                    <a:pt x="627557" y="242206"/>
                    <a:pt x="625740" y="241701"/>
                    <a:pt x="625235" y="241567"/>
                  </a:cubicBezTo>
                  <a:cubicBezTo>
                    <a:pt x="624730" y="241432"/>
                    <a:pt x="622475" y="239616"/>
                    <a:pt x="622475" y="239616"/>
                  </a:cubicBezTo>
                  <a:lnTo>
                    <a:pt x="618942" y="237429"/>
                  </a:lnTo>
                  <a:cubicBezTo>
                    <a:pt x="618942" y="237429"/>
                    <a:pt x="616619" y="236050"/>
                    <a:pt x="615980" y="234906"/>
                  </a:cubicBezTo>
                  <a:cubicBezTo>
                    <a:pt x="615340" y="233762"/>
                    <a:pt x="614230" y="231778"/>
                    <a:pt x="613725" y="230634"/>
                  </a:cubicBezTo>
                  <a:cubicBezTo>
                    <a:pt x="613220" y="229456"/>
                    <a:pt x="611706" y="227068"/>
                    <a:pt x="611638" y="226866"/>
                  </a:cubicBezTo>
                  <a:cubicBezTo>
                    <a:pt x="611537" y="226664"/>
                    <a:pt x="609013" y="222897"/>
                    <a:pt x="609013" y="222897"/>
                  </a:cubicBezTo>
                  <a:lnTo>
                    <a:pt x="602047" y="217111"/>
                  </a:lnTo>
                  <a:lnTo>
                    <a:pt x="597638" y="212838"/>
                  </a:lnTo>
                  <a:lnTo>
                    <a:pt x="595451" y="207052"/>
                  </a:lnTo>
                  <a:lnTo>
                    <a:pt x="592691" y="203352"/>
                  </a:lnTo>
                  <a:lnTo>
                    <a:pt x="587979" y="199517"/>
                  </a:lnTo>
                  <a:lnTo>
                    <a:pt x="584075" y="195682"/>
                  </a:lnTo>
                  <a:cubicBezTo>
                    <a:pt x="584075" y="195682"/>
                    <a:pt x="581551" y="192049"/>
                    <a:pt x="581248" y="191780"/>
                  </a:cubicBezTo>
                  <a:cubicBezTo>
                    <a:pt x="580945" y="191477"/>
                    <a:pt x="579061" y="188080"/>
                    <a:pt x="579061" y="188080"/>
                  </a:cubicBezTo>
                  <a:lnTo>
                    <a:pt x="577916" y="184379"/>
                  </a:lnTo>
                  <a:lnTo>
                    <a:pt x="575157" y="177349"/>
                  </a:lnTo>
                  <a:lnTo>
                    <a:pt x="573642" y="172134"/>
                  </a:lnTo>
                  <a:lnTo>
                    <a:pt x="573003" y="165608"/>
                  </a:lnTo>
                  <a:lnTo>
                    <a:pt x="572868" y="159587"/>
                  </a:lnTo>
                  <a:lnTo>
                    <a:pt x="572498" y="156828"/>
                  </a:lnTo>
                  <a:lnTo>
                    <a:pt x="570849" y="154070"/>
                  </a:lnTo>
                  <a:lnTo>
                    <a:pt x="568661" y="150941"/>
                  </a:lnTo>
                  <a:lnTo>
                    <a:pt x="565195" y="148755"/>
                  </a:lnTo>
                  <a:cubicBezTo>
                    <a:pt x="565195" y="148755"/>
                    <a:pt x="562099" y="148116"/>
                    <a:pt x="561359" y="148116"/>
                  </a:cubicBezTo>
                  <a:cubicBezTo>
                    <a:pt x="560652" y="148116"/>
                    <a:pt x="558229" y="148116"/>
                    <a:pt x="558229" y="148116"/>
                  </a:cubicBezTo>
                  <a:cubicBezTo>
                    <a:pt x="558229" y="148116"/>
                    <a:pt x="556411" y="149259"/>
                    <a:pt x="556277" y="150134"/>
                  </a:cubicBezTo>
                  <a:cubicBezTo>
                    <a:pt x="556142" y="151009"/>
                    <a:pt x="554829" y="153229"/>
                    <a:pt x="554762" y="153599"/>
                  </a:cubicBezTo>
                  <a:cubicBezTo>
                    <a:pt x="554695" y="153969"/>
                    <a:pt x="554190" y="156795"/>
                    <a:pt x="554325" y="157064"/>
                  </a:cubicBezTo>
                  <a:cubicBezTo>
                    <a:pt x="554459" y="157367"/>
                    <a:pt x="553517" y="161773"/>
                    <a:pt x="553517" y="161773"/>
                  </a:cubicBezTo>
                  <a:cubicBezTo>
                    <a:pt x="553517" y="161773"/>
                    <a:pt x="551498" y="164532"/>
                    <a:pt x="551262" y="164599"/>
                  </a:cubicBezTo>
                  <a:cubicBezTo>
                    <a:pt x="551060" y="164666"/>
                    <a:pt x="547493" y="166988"/>
                    <a:pt x="547493" y="166988"/>
                  </a:cubicBezTo>
                  <a:lnTo>
                    <a:pt x="544901" y="167290"/>
                  </a:lnTo>
                  <a:cubicBezTo>
                    <a:pt x="544901" y="167290"/>
                    <a:pt x="540560" y="166281"/>
                    <a:pt x="540257" y="166550"/>
                  </a:cubicBezTo>
                  <a:cubicBezTo>
                    <a:pt x="539988" y="166853"/>
                    <a:pt x="538171" y="167795"/>
                    <a:pt x="538002" y="168501"/>
                  </a:cubicBezTo>
                  <a:cubicBezTo>
                    <a:pt x="537867" y="169208"/>
                    <a:pt x="538069" y="171697"/>
                    <a:pt x="538204" y="172134"/>
                  </a:cubicBezTo>
                  <a:cubicBezTo>
                    <a:pt x="538339" y="172572"/>
                    <a:pt x="540594" y="175599"/>
                    <a:pt x="540728" y="175835"/>
                  </a:cubicBezTo>
                  <a:cubicBezTo>
                    <a:pt x="540863" y="176037"/>
                    <a:pt x="541233" y="177920"/>
                    <a:pt x="541805" y="178728"/>
                  </a:cubicBezTo>
                  <a:cubicBezTo>
                    <a:pt x="542377" y="179535"/>
                    <a:pt x="543185" y="180746"/>
                    <a:pt x="543118" y="181318"/>
                  </a:cubicBezTo>
                  <a:cubicBezTo>
                    <a:pt x="543050" y="181890"/>
                    <a:pt x="543824" y="184783"/>
                    <a:pt x="543690" y="185018"/>
                  </a:cubicBezTo>
                  <a:cubicBezTo>
                    <a:pt x="543555" y="185254"/>
                    <a:pt x="540122" y="192856"/>
                    <a:pt x="540122" y="192856"/>
                  </a:cubicBezTo>
                  <a:lnTo>
                    <a:pt x="535243" y="199484"/>
                  </a:lnTo>
                  <a:lnTo>
                    <a:pt x="529690" y="198071"/>
                  </a:lnTo>
                  <a:cubicBezTo>
                    <a:pt x="529690" y="198071"/>
                    <a:pt x="528175" y="199921"/>
                    <a:pt x="527838" y="200022"/>
                  </a:cubicBezTo>
                  <a:cubicBezTo>
                    <a:pt x="527502" y="200123"/>
                    <a:pt x="525988" y="201098"/>
                    <a:pt x="525651" y="201233"/>
                  </a:cubicBezTo>
                  <a:cubicBezTo>
                    <a:pt x="525348" y="201334"/>
                    <a:pt x="524339" y="202107"/>
                    <a:pt x="523362" y="201334"/>
                  </a:cubicBezTo>
                  <a:cubicBezTo>
                    <a:pt x="522386" y="200560"/>
                    <a:pt x="519559" y="197633"/>
                    <a:pt x="519559" y="197633"/>
                  </a:cubicBezTo>
                  <a:cubicBezTo>
                    <a:pt x="519559" y="197633"/>
                    <a:pt x="519357" y="196658"/>
                    <a:pt x="519795" y="195581"/>
                  </a:cubicBezTo>
                  <a:cubicBezTo>
                    <a:pt x="520232" y="194505"/>
                    <a:pt x="520670" y="193092"/>
                    <a:pt x="520771" y="190905"/>
                  </a:cubicBezTo>
                  <a:cubicBezTo>
                    <a:pt x="520872" y="188719"/>
                    <a:pt x="520569" y="187340"/>
                    <a:pt x="520569" y="187340"/>
                  </a:cubicBezTo>
                  <a:cubicBezTo>
                    <a:pt x="520569" y="187340"/>
                    <a:pt x="518516" y="186566"/>
                    <a:pt x="518180" y="186700"/>
                  </a:cubicBezTo>
                  <a:cubicBezTo>
                    <a:pt x="517843" y="186801"/>
                    <a:pt x="515554" y="186936"/>
                    <a:pt x="515252" y="187474"/>
                  </a:cubicBezTo>
                  <a:cubicBezTo>
                    <a:pt x="514915" y="188012"/>
                    <a:pt x="514814" y="189324"/>
                    <a:pt x="513603" y="189762"/>
                  </a:cubicBezTo>
                  <a:cubicBezTo>
                    <a:pt x="512391" y="190199"/>
                    <a:pt x="509800" y="191612"/>
                    <a:pt x="509362" y="190199"/>
                  </a:cubicBezTo>
                  <a:cubicBezTo>
                    <a:pt x="508924" y="188786"/>
                    <a:pt x="508386" y="187373"/>
                    <a:pt x="508285" y="187037"/>
                  </a:cubicBezTo>
                  <a:cubicBezTo>
                    <a:pt x="508184" y="186700"/>
                    <a:pt x="504146" y="182159"/>
                    <a:pt x="503843" y="181184"/>
                  </a:cubicBezTo>
                  <a:cubicBezTo>
                    <a:pt x="503506" y="180208"/>
                    <a:pt x="503304" y="178997"/>
                    <a:pt x="502867" y="178156"/>
                  </a:cubicBezTo>
                  <a:cubicBezTo>
                    <a:pt x="502429" y="177281"/>
                    <a:pt x="501453" y="175532"/>
                    <a:pt x="500141" y="174792"/>
                  </a:cubicBezTo>
                  <a:cubicBezTo>
                    <a:pt x="498828" y="174018"/>
                    <a:pt x="495362" y="171193"/>
                    <a:pt x="495362" y="171193"/>
                  </a:cubicBezTo>
                  <a:cubicBezTo>
                    <a:pt x="495362" y="171193"/>
                    <a:pt x="493073" y="168367"/>
                    <a:pt x="492535" y="167829"/>
                  </a:cubicBezTo>
                  <a:cubicBezTo>
                    <a:pt x="491996" y="167290"/>
                    <a:pt x="492905" y="165036"/>
                    <a:pt x="492905" y="165036"/>
                  </a:cubicBezTo>
                  <a:lnTo>
                    <a:pt x="492165" y="163725"/>
                  </a:lnTo>
                  <a:lnTo>
                    <a:pt x="490583" y="162278"/>
                  </a:lnTo>
                  <a:lnTo>
                    <a:pt x="489573" y="161269"/>
                  </a:lnTo>
                  <a:lnTo>
                    <a:pt x="488126" y="159183"/>
                  </a:lnTo>
                  <a:lnTo>
                    <a:pt x="487857" y="158039"/>
                  </a:lnTo>
                  <a:lnTo>
                    <a:pt x="488093" y="156727"/>
                  </a:lnTo>
                  <a:cubicBezTo>
                    <a:pt x="488093" y="156727"/>
                    <a:pt x="488160" y="155786"/>
                    <a:pt x="488900" y="155651"/>
                  </a:cubicBezTo>
                  <a:cubicBezTo>
                    <a:pt x="489607" y="155516"/>
                    <a:pt x="490347" y="155348"/>
                    <a:pt x="490347" y="155348"/>
                  </a:cubicBezTo>
                  <a:lnTo>
                    <a:pt x="491592" y="154844"/>
                  </a:lnTo>
                  <a:cubicBezTo>
                    <a:pt x="491592" y="154844"/>
                    <a:pt x="491391" y="154541"/>
                    <a:pt x="492232" y="154541"/>
                  </a:cubicBezTo>
                  <a:cubicBezTo>
                    <a:pt x="493107" y="154541"/>
                    <a:pt x="494184" y="154339"/>
                    <a:pt x="494184" y="154339"/>
                  </a:cubicBezTo>
                  <a:lnTo>
                    <a:pt x="494689" y="153195"/>
                  </a:lnTo>
                  <a:cubicBezTo>
                    <a:pt x="494689" y="153195"/>
                    <a:pt x="494891" y="152186"/>
                    <a:pt x="494991" y="151883"/>
                  </a:cubicBezTo>
                  <a:cubicBezTo>
                    <a:pt x="495059" y="151581"/>
                    <a:pt x="495429" y="150874"/>
                    <a:pt x="495866" y="151244"/>
                  </a:cubicBezTo>
                  <a:cubicBezTo>
                    <a:pt x="496304" y="151614"/>
                    <a:pt x="497011" y="152388"/>
                    <a:pt x="497751" y="152556"/>
                  </a:cubicBezTo>
                  <a:cubicBezTo>
                    <a:pt x="498492" y="152691"/>
                    <a:pt x="499872" y="152422"/>
                    <a:pt x="500141" y="152489"/>
                  </a:cubicBezTo>
                  <a:cubicBezTo>
                    <a:pt x="500443" y="152556"/>
                    <a:pt x="501453" y="149293"/>
                    <a:pt x="501453" y="149293"/>
                  </a:cubicBezTo>
                  <a:lnTo>
                    <a:pt x="498559" y="147544"/>
                  </a:lnTo>
                  <a:lnTo>
                    <a:pt x="494285" y="146467"/>
                  </a:lnTo>
                  <a:lnTo>
                    <a:pt x="490448" y="146467"/>
                  </a:lnTo>
                  <a:cubicBezTo>
                    <a:pt x="490448" y="146467"/>
                    <a:pt x="487116" y="144651"/>
                    <a:pt x="486814" y="144584"/>
                  </a:cubicBezTo>
                  <a:cubicBezTo>
                    <a:pt x="486510" y="144516"/>
                    <a:pt x="483616" y="144012"/>
                    <a:pt x="482842" y="144079"/>
                  </a:cubicBezTo>
                  <a:cubicBezTo>
                    <a:pt x="482035" y="144146"/>
                    <a:pt x="480015" y="143844"/>
                    <a:pt x="479713" y="144079"/>
                  </a:cubicBezTo>
                  <a:cubicBezTo>
                    <a:pt x="479409" y="144315"/>
                    <a:pt x="477458" y="144651"/>
                    <a:pt x="476582" y="144651"/>
                  </a:cubicBezTo>
                  <a:cubicBezTo>
                    <a:pt x="475707" y="144651"/>
                    <a:pt x="472813" y="144348"/>
                    <a:pt x="472611" y="144348"/>
                  </a:cubicBezTo>
                  <a:cubicBezTo>
                    <a:pt x="472409" y="144348"/>
                    <a:pt x="470659" y="144651"/>
                    <a:pt x="470424" y="144853"/>
                  </a:cubicBezTo>
                  <a:cubicBezTo>
                    <a:pt x="470222" y="145055"/>
                    <a:pt x="469347" y="146097"/>
                    <a:pt x="469347" y="146367"/>
                  </a:cubicBezTo>
                  <a:cubicBezTo>
                    <a:pt x="469347" y="146669"/>
                    <a:pt x="468909" y="146804"/>
                    <a:pt x="468606" y="146804"/>
                  </a:cubicBezTo>
                  <a:cubicBezTo>
                    <a:pt x="468304" y="146804"/>
                    <a:pt x="465207" y="145862"/>
                    <a:pt x="465039" y="145425"/>
                  </a:cubicBezTo>
                  <a:cubicBezTo>
                    <a:pt x="464904" y="144987"/>
                    <a:pt x="465476" y="143877"/>
                    <a:pt x="464231" y="143944"/>
                  </a:cubicBezTo>
                  <a:cubicBezTo>
                    <a:pt x="462986" y="144045"/>
                    <a:pt x="461977" y="144617"/>
                    <a:pt x="461606" y="144819"/>
                  </a:cubicBezTo>
                  <a:cubicBezTo>
                    <a:pt x="461236" y="145021"/>
                    <a:pt x="460226" y="147510"/>
                    <a:pt x="460024" y="147712"/>
                  </a:cubicBezTo>
                  <a:cubicBezTo>
                    <a:pt x="459823" y="147914"/>
                    <a:pt x="458375" y="148519"/>
                    <a:pt x="458375" y="148519"/>
                  </a:cubicBezTo>
                  <a:cubicBezTo>
                    <a:pt x="458375" y="148519"/>
                    <a:pt x="457669" y="150706"/>
                    <a:pt x="457298" y="150841"/>
                  </a:cubicBezTo>
                  <a:cubicBezTo>
                    <a:pt x="456928" y="150975"/>
                    <a:pt x="455043" y="152590"/>
                    <a:pt x="454774" y="152657"/>
                  </a:cubicBezTo>
                  <a:cubicBezTo>
                    <a:pt x="454472" y="152724"/>
                    <a:pt x="452116" y="151648"/>
                    <a:pt x="451443" y="150403"/>
                  </a:cubicBezTo>
                  <a:cubicBezTo>
                    <a:pt x="450803" y="149159"/>
                    <a:pt x="450568" y="149327"/>
                    <a:pt x="450803" y="148149"/>
                  </a:cubicBezTo>
                  <a:cubicBezTo>
                    <a:pt x="451039" y="147006"/>
                    <a:pt x="451308" y="146838"/>
                    <a:pt x="451308" y="145963"/>
                  </a:cubicBezTo>
                  <a:cubicBezTo>
                    <a:pt x="451308" y="145088"/>
                    <a:pt x="451308" y="143776"/>
                    <a:pt x="451308" y="143776"/>
                  </a:cubicBezTo>
                  <a:cubicBezTo>
                    <a:pt x="451308" y="143776"/>
                    <a:pt x="451375" y="141522"/>
                    <a:pt x="451240" y="141321"/>
                  </a:cubicBezTo>
                  <a:cubicBezTo>
                    <a:pt x="451106" y="141119"/>
                    <a:pt x="449154" y="138495"/>
                    <a:pt x="449154" y="138495"/>
                  </a:cubicBezTo>
                  <a:lnTo>
                    <a:pt x="445957" y="131464"/>
                  </a:lnTo>
                  <a:cubicBezTo>
                    <a:pt x="445957" y="131464"/>
                    <a:pt x="445385" y="128874"/>
                    <a:pt x="445452" y="128638"/>
                  </a:cubicBezTo>
                  <a:cubicBezTo>
                    <a:pt x="445519" y="128437"/>
                    <a:pt x="446024" y="125005"/>
                    <a:pt x="446394" y="124501"/>
                  </a:cubicBezTo>
                  <a:cubicBezTo>
                    <a:pt x="446765" y="123996"/>
                    <a:pt x="447471" y="123189"/>
                    <a:pt x="447774" y="122920"/>
                  </a:cubicBezTo>
                  <a:cubicBezTo>
                    <a:pt x="448077" y="122617"/>
                    <a:pt x="449794" y="120397"/>
                    <a:pt x="450029" y="120296"/>
                  </a:cubicBezTo>
                  <a:cubicBezTo>
                    <a:pt x="450231" y="120229"/>
                    <a:pt x="453226" y="118210"/>
                    <a:pt x="453226" y="118210"/>
                  </a:cubicBezTo>
                  <a:cubicBezTo>
                    <a:pt x="453226" y="118210"/>
                    <a:pt x="454673" y="115956"/>
                    <a:pt x="454673" y="115754"/>
                  </a:cubicBezTo>
                  <a:cubicBezTo>
                    <a:pt x="454673" y="115553"/>
                    <a:pt x="453058" y="113803"/>
                    <a:pt x="452419" y="113299"/>
                  </a:cubicBezTo>
                  <a:cubicBezTo>
                    <a:pt x="451745" y="112794"/>
                    <a:pt x="449020" y="110910"/>
                    <a:pt x="448649" y="110843"/>
                  </a:cubicBezTo>
                  <a:cubicBezTo>
                    <a:pt x="448279" y="110776"/>
                    <a:pt x="445957" y="108724"/>
                    <a:pt x="445688" y="108589"/>
                  </a:cubicBezTo>
                  <a:cubicBezTo>
                    <a:pt x="445418" y="108455"/>
                    <a:pt x="442423" y="105898"/>
                    <a:pt x="442423" y="105898"/>
                  </a:cubicBezTo>
                  <a:lnTo>
                    <a:pt x="439461" y="100247"/>
                  </a:lnTo>
                  <a:lnTo>
                    <a:pt x="440404" y="97051"/>
                  </a:lnTo>
                  <a:cubicBezTo>
                    <a:pt x="440404" y="97051"/>
                    <a:pt x="438822" y="93283"/>
                    <a:pt x="438216" y="93283"/>
                  </a:cubicBezTo>
                  <a:cubicBezTo>
                    <a:pt x="437644" y="93283"/>
                    <a:pt x="435457" y="91837"/>
                    <a:pt x="435087" y="91837"/>
                  </a:cubicBezTo>
                  <a:cubicBezTo>
                    <a:pt x="434716" y="91837"/>
                    <a:pt x="432697" y="92341"/>
                    <a:pt x="432697" y="92341"/>
                  </a:cubicBezTo>
                  <a:cubicBezTo>
                    <a:pt x="432697" y="92341"/>
                    <a:pt x="430442" y="94427"/>
                    <a:pt x="430375" y="94662"/>
                  </a:cubicBezTo>
                  <a:cubicBezTo>
                    <a:pt x="430307" y="94898"/>
                    <a:pt x="428120" y="95604"/>
                    <a:pt x="428120" y="95604"/>
                  </a:cubicBezTo>
                  <a:cubicBezTo>
                    <a:pt x="428120" y="95604"/>
                    <a:pt x="427380" y="95604"/>
                    <a:pt x="427043" y="95537"/>
                  </a:cubicBezTo>
                  <a:cubicBezTo>
                    <a:pt x="426673" y="95470"/>
                    <a:pt x="421826" y="93519"/>
                    <a:pt x="421826" y="93519"/>
                  </a:cubicBezTo>
                  <a:cubicBezTo>
                    <a:pt x="421826" y="93519"/>
                    <a:pt x="421019" y="93384"/>
                    <a:pt x="419740" y="93149"/>
                  </a:cubicBezTo>
                  <a:cubicBezTo>
                    <a:pt x="418427" y="92947"/>
                    <a:pt x="417283" y="92408"/>
                    <a:pt x="417048" y="92274"/>
                  </a:cubicBezTo>
                  <a:cubicBezTo>
                    <a:pt x="416846" y="92139"/>
                    <a:pt x="416475" y="91265"/>
                    <a:pt x="416173" y="90895"/>
                  </a:cubicBezTo>
                  <a:cubicBezTo>
                    <a:pt x="415869" y="90525"/>
                    <a:pt x="414860" y="89516"/>
                    <a:pt x="414557" y="89280"/>
                  </a:cubicBezTo>
                  <a:cubicBezTo>
                    <a:pt x="414288" y="89078"/>
                    <a:pt x="413043" y="87867"/>
                    <a:pt x="412740" y="87800"/>
                  </a:cubicBezTo>
                  <a:cubicBezTo>
                    <a:pt x="412470" y="87733"/>
                    <a:pt x="411091" y="87262"/>
                    <a:pt x="410788" y="87262"/>
                  </a:cubicBezTo>
                  <a:cubicBezTo>
                    <a:pt x="410519" y="87262"/>
                    <a:pt x="408701" y="87262"/>
                    <a:pt x="408701" y="87262"/>
                  </a:cubicBezTo>
                  <a:cubicBezTo>
                    <a:pt x="408701" y="87262"/>
                    <a:pt x="405807" y="87262"/>
                    <a:pt x="404999" y="87262"/>
                  </a:cubicBezTo>
                  <a:cubicBezTo>
                    <a:pt x="404191" y="87262"/>
                    <a:pt x="401735" y="87262"/>
                    <a:pt x="401735" y="87262"/>
                  </a:cubicBezTo>
                  <a:lnTo>
                    <a:pt x="399480" y="90020"/>
                  </a:lnTo>
                  <a:lnTo>
                    <a:pt x="392076" y="94225"/>
                  </a:lnTo>
                  <a:lnTo>
                    <a:pt x="385984" y="98060"/>
                  </a:lnTo>
                  <a:cubicBezTo>
                    <a:pt x="385984" y="98060"/>
                    <a:pt x="382350" y="101323"/>
                    <a:pt x="382148" y="101323"/>
                  </a:cubicBezTo>
                  <a:cubicBezTo>
                    <a:pt x="381946" y="101323"/>
                    <a:pt x="378883" y="103207"/>
                    <a:pt x="378614" y="103207"/>
                  </a:cubicBezTo>
                  <a:cubicBezTo>
                    <a:pt x="378345" y="103207"/>
                    <a:pt x="374407" y="104452"/>
                    <a:pt x="374407" y="104452"/>
                  </a:cubicBezTo>
                  <a:cubicBezTo>
                    <a:pt x="374407" y="104452"/>
                    <a:pt x="370200" y="104384"/>
                    <a:pt x="369628" y="104452"/>
                  </a:cubicBezTo>
                  <a:cubicBezTo>
                    <a:pt x="369056" y="104519"/>
                    <a:pt x="365287" y="103812"/>
                    <a:pt x="364984" y="103812"/>
                  </a:cubicBezTo>
                  <a:cubicBezTo>
                    <a:pt x="364715" y="103812"/>
                    <a:pt x="358388" y="102803"/>
                    <a:pt x="358388" y="102803"/>
                  </a:cubicBezTo>
                  <a:lnTo>
                    <a:pt x="348325" y="100280"/>
                  </a:lnTo>
                  <a:lnTo>
                    <a:pt x="341089" y="95436"/>
                  </a:lnTo>
                  <a:lnTo>
                    <a:pt x="336310" y="91298"/>
                  </a:lnTo>
                  <a:cubicBezTo>
                    <a:pt x="336310" y="91298"/>
                    <a:pt x="333416" y="88170"/>
                    <a:pt x="333113" y="87968"/>
                  </a:cubicBezTo>
                  <a:cubicBezTo>
                    <a:pt x="332810" y="87733"/>
                    <a:pt x="330488" y="85142"/>
                    <a:pt x="330589" y="84940"/>
                  </a:cubicBezTo>
                  <a:cubicBezTo>
                    <a:pt x="330656" y="84739"/>
                    <a:pt x="330219" y="79289"/>
                    <a:pt x="330219" y="79289"/>
                  </a:cubicBezTo>
                  <a:lnTo>
                    <a:pt x="329714" y="75084"/>
                  </a:lnTo>
                  <a:lnTo>
                    <a:pt x="330791" y="69803"/>
                  </a:lnTo>
                  <a:lnTo>
                    <a:pt x="331868" y="67852"/>
                  </a:lnTo>
                  <a:lnTo>
                    <a:pt x="331733" y="65934"/>
                  </a:lnTo>
                  <a:cubicBezTo>
                    <a:pt x="331733" y="65934"/>
                    <a:pt x="330219" y="64723"/>
                    <a:pt x="329714" y="64723"/>
                  </a:cubicBezTo>
                  <a:cubicBezTo>
                    <a:pt x="329209" y="64723"/>
                    <a:pt x="326954" y="64723"/>
                    <a:pt x="326954" y="64723"/>
                  </a:cubicBezTo>
                  <a:cubicBezTo>
                    <a:pt x="326954" y="64723"/>
                    <a:pt x="325642" y="65093"/>
                    <a:pt x="324363" y="65228"/>
                  </a:cubicBezTo>
                  <a:cubicBezTo>
                    <a:pt x="323050" y="65362"/>
                    <a:pt x="321166" y="65968"/>
                    <a:pt x="320459" y="66304"/>
                  </a:cubicBezTo>
                  <a:cubicBezTo>
                    <a:pt x="319752" y="66674"/>
                    <a:pt x="317767" y="67616"/>
                    <a:pt x="317430" y="67885"/>
                  </a:cubicBezTo>
                  <a:cubicBezTo>
                    <a:pt x="317060" y="68188"/>
                    <a:pt x="315108" y="68760"/>
                    <a:pt x="314738" y="69264"/>
                  </a:cubicBezTo>
                  <a:cubicBezTo>
                    <a:pt x="314368" y="69769"/>
                    <a:pt x="311709" y="72965"/>
                    <a:pt x="311608" y="73234"/>
                  </a:cubicBezTo>
                  <a:cubicBezTo>
                    <a:pt x="311540" y="73537"/>
                    <a:pt x="309656" y="76934"/>
                    <a:pt x="309656" y="76934"/>
                  </a:cubicBezTo>
                  <a:lnTo>
                    <a:pt x="306324" y="79121"/>
                  </a:lnTo>
                  <a:lnTo>
                    <a:pt x="302622" y="82586"/>
                  </a:lnTo>
                  <a:cubicBezTo>
                    <a:pt x="302622" y="82586"/>
                    <a:pt x="300031" y="83662"/>
                    <a:pt x="299661" y="83662"/>
                  </a:cubicBezTo>
                  <a:cubicBezTo>
                    <a:pt x="299290" y="83662"/>
                    <a:pt x="294747" y="85546"/>
                    <a:pt x="294747" y="85546"/>
                  </a:cubicBezTo>
                  <a:lnTo>
                    <a:pt x="291348" y="85849"/>
                  </a:lnTo>
                  <a:cubicBezTo>
                    <a:pt x="291348" y="85849"/>
                    <a:pt x="288655" y="86488"/>
                    <a:pt x="288453" y="86555"/>
                  </a:cubicBezTo>
                  <a:cubicBezTo>
                    <a:pt x="288252" y="86622"/>
                    <a:pt x="285829" y="87363"/>
                    <a:pt x="285054" y="87564"/>
                  </a:cubicBezTo>
                  <a:cubicBezTo>
                    <a:pt x="284246" y="87766"/>
                    <a:pt x="281655" y="87699"/>
                    <a:pt x="281655" y="87699"/>
                  </a:cubicBezTo>
                  <a:cubicBezTo>
                    <a:pt x="281655" y="87699"/>
                    <a:pt x="280073" y="86118"/>
                    <a:pt x="279939" y="85882"/>
                  </a:cubicBezTo>
                  <a:cubicBezTo>
                    <a:pt x="279804" y="85681"/>
                    <a:pt x="278626" y="83797"/>
                    <a:pt x="278256" y="82855"/>
                  </a:cubicBezTo>
                  <a:cubicBezTo>
                    <a:pt x="277886" y="81913"/>
                    <a:pt x="277246" y="81341"/>
                    <a:pt x="276944" y="80096"/>
                  </a:cubicBezTo>
                  <a:cubicBezTo>
                    <a:pt x="276641" y="78852"/>
                    <a:pt x="276506" y="76766"/>
                    <a:pt x="276506" y="76766"/>
                  </a:cubicBezTo>
                  <a:cubicBezTo>
                    <a:pt x="276506" y="76766"/>
                    <a:pt x="275496" y="75252"/>
                    <a:pt x="275194" y="75252"/>
                  </a:cubicBezTo>
                  <a:cubicBezTo>
                    <a:pt x="274891" y="75252"/>
                    <a:pt x="271996" y="74109"/>
                    <a:pt x="271727" y="74109"/>
                  </a:cubicBezTo>
                  <a:cubicBezTo>
                    <a:pt x="271424" y="74109"/>
                    <a:pt x="269035" y="72023"/>
                    <a:pt x="268833" y="71855"/>
                  </a:cubicBezTo>
                  <a:cubicBezTo>
                    <a:pt x="268631" y="71720"/>
                    <a:pt x="265804" y="69971"/>
                    <a:pt x="265804" y="69971"/>
                  </a:cubicBezTo>
                  <a:cubicBezTo>
                    <a:pt x="265804" y="69971"/>
                    <a:pt x="264861" y="69466"/>
                    <a:pt x="264559" y="69399"/>
                  </a:cubicBezTo>
                  <a:cubicBezTo>
                    <a:pt x="264256" y="69332"/>
                    <a:pt x="263246" y="69096"/>
                    <a:pt x="262977" y="69332"/>
                  </a:cubicBezTo>
                  <a:cubicBezTo>
                    <a:pt x="262674" y="69534"/>
                    <a:pt x="261664" y="69971"/>
                    <a:pt x="261395" y="70576"/>
                  </a:cubicBezTo>
                  <a:cubicBezTo>
                    <a:pt x="261092" y="71148"/>
                    <a:pt x="260453" y="72090"/>
                    <a:pt x="260385" y="73099"/>
                  </a:cubicBezTo>
                  <a:cubicBezTo>
                    <a:pt x="260318" y="74109"/>
                    <a:pt x="260688" y="75353"/>
                    <a:pt x="260823" y="76060"/>
                  </a:cubicBezTo>
                  <a:cubicBezTo>
                    <a:pt x="260958" y="76800"/>
                    <a:pt x="261765" y="79087"/>
                    <a:pt x="261765" y="79087"/>
                  </a:cubicBezTo>
                  <a:lnTo>
                    <a:pt x="261563" y="82922"/>
                  </a:lnTo>
                  <a:lnTo>
                    <a:pt x="259309" y="83662"/>
                  </a:lnTo>
                  <a:lnTo>
                    <a:pt x="257054" y="83898"/>
                  </a:lnTo>
                  <a:cubicBezTo>
                    <a:pt x="257054" y="83898"/>
                    <a:pt x="254294" y="83662"/>
                    <a:pt x="253352" y="83595"/>
                  </a:cubicBezTo>
                  <a:cubicBezTo>
                    <a:pt x="252409" y="83528"/>
                    <a:pt x="249212" y="82956"/>
                    <a:pt x="249010" y="82956"/>
                  </a:cubicBezTo>
                  <a:cubicBezTo>
                    <a:pt x="248809" y="82956"/>
                    <a:pt x="246688" y="82451"/>
                    <a:pt x="245544" y="83259"/>
                  </a:cubicBezTo>
                  <a:cubicBezTo>
                    <a:pt x="244400" y="84066"/>
                    <a:pt x="242145" y="85950"/>
                    <a:pt x="241135" y="86791"/>
                  </a:cubicBezTo>
                  <a:cubicBezTo>
                    <a:pt x="240125" y="87665"/>
                    <a:pt x="238174" y="89314"/>
                    <a:pt x="238005" y="89549"/>
                  </a:cubicBezTo>
                  <a:cubicBezTo>
                    <a:pt x="237871" y="89785"/>
                    <a:pt x="236928" y="90188"/>
                    <a:pt x="236322" y="90491"/>
                  </a:cubicBezTo>
                  <a:cubicBezTo>
                    <a:pt x="235751" y="90794"/>
                    <a:pt x="236322" y="91668"/>
                    <a:pt x="234303" y="90928"/>
                  </a:cubicBezTo>
                  <a:cubicBezTo>
                    <a:pt x="232284" y="90188"/>
                    <a:pt x="231981" y="90289"/>
                    <a:pt x="229962" y="88977"/>
                  </a:cubicBezTo>
                  <a:cubicBezTo>
                    <a:pt x="227942" y="87665"/>
                    <a:pt x="226260" y="86387"/>
                    <a:pt x="225822" y="86017"/>
                  </a:cubicBezTo>
                  <a:cubicBezTo>
                    <a:pt x="225385" y="85647"/>
                    <a:pt x="223635" y="84268"/>
                    <a:pt x="222356" y="83326"/>
                  </a:cubicBezTo>
                  <a:cubicBezTo>
                    <a:pt x="221043" y="82384"/>
                    <a:pt x="219024" y="79928"/>
                    <a:pt x="218788" y="79760"/>
                  </a:cubicBezTo>
                  <a:cubicBezTo>
                    <a:pt x="218586" y="79625"/>
                    <a:pt x="211620" y="79625"/>
                    <a:pt x="211620" y="79625"/>
                  </a:cubicBezTo>
                  <a:cubicBezTo>
                    <a:pt x="211620" y="79625"/>
                    <a:pt x="207918" y="76497"/>
                    <a:pt x="207649" y="76060"/>
                  </a:cubicBezTo>
                  <a:cubicBezTo>
                    <a:pt x="207380" y="75622"/>
                    <a:pt x="207211" y="74916"/>
                    <a:pt x="207077" y="74613"/>
                  </a:cubicBezTo>
                  <a:cubicBezTo>
                    <a:pt x="206942" y="74310"/>
                    <a:pt x="203240" y="71922"/>
                    <a:pt x="203038" y="71922"/>
                  </a:cubicBezTo>
                  <a:cubicBezTo>
                    <a:pt x="202803" y="71922"/>
                    <a:pt x="200076" y="70913"/>
                    <a:pt x="200076" y="70913"/>
                  </a:cubicBezTo>
                  <a:cubicBezTo>
                    <a:pt x="200076" y="70913"/>
                    <a:pt x="198562" y="69971"/>
                    <a:pt x="198562" y="69769"/>
                  </a:cubicBezTo>
                  <a:cubicBezTo>
                    <a:pt x="198562" y="69534"/>
                    <a:pt x="198495" y="67751"/>
                    <a:pt x="197485" y="66809"/>
                  </a:cubicBezTo>
                  <a:cubicBezTo>
                    <a:pt x="196475" y="65867"/>
                    <a:pt x="195971" y="64622"/>
                    <a:pt x="194658" y="63983"/>
                  </a:cubicBezTo>
                  <a:cubicBezTo>
                    <a:pt x="193345" y="63344"/>
                    <a:pt x="192336" y="62738"/>
                    <a:pt x="192134" y="62469"/>
                  </a:cubicBezTo>
                  <a:cubicBezTo>
                    <a:pt x="191898" y="62166"/>
                    <a:pt x="189240" y="60148"/>
                    <a:pt x="188937" y="59845"/>
                  </a:cubicBezTo>
                  <a:cubicBezTo>
                    <a:pt x="188634" y="59543"/>
                    <a:pt x="187624" y="58533"/>
                    <a:pt x="187624" y="57827"/>
                  </a:cubicBezTo>
                  <a:cubicBezTo>
                    <a:pt x="187624" y="57121"/>
                    <a:pt x="187557" y="55068"/>
                    <a:pt x="188197" y="54564"/>
                  </a:cubicBezTo>
                  <a:cubicBezTo>
                    <a:pt x="188836" y="54059"/>
                    <a:pt x="189273" y="48475"/>
                    <a:pt x="189273" y="48475"/>
                  </a:cubicBezTo>
                  <a:cubicBezTo>
                    <a:pt x="189273" y="48475"/>
                    <a:pt x="188768" y="45380"/>
                    <a:pt x="188567" y="45212"/>
                  </a:cubicBezTo>
                  <a:cubicBezTo>
                    <a:pt x="188365" y="45078"/>
                    <a:pt x="186244" y="44338"/>
                    <a:pt x="186244" y="44338"/>
                  </a:cubicBezTo>
                  <a:cubicBezTo>
                    <a:pt x="186244" y="44338"/>
                    <a:pt x="183283" y="41747"/>
                    <a:pt x="183047" y="41512"/>
                  </a:cubicBezTo>
                  <a:cubicBezTo>
                    <a:pt x="182845" y="41310"/>
                    <a:pt x="181903" y="39359"/>
                    <a:pt x="181903" y="39123"/>
                  </a:cubicBezTo>
                  <a:cubicBezTo>
                    <a:pt x="181903" y="38888"/>
                    <a:pt x="181600" y="37744"/>
                    <a:pt x="181903" y="37441"/>
                  </a:cubicBezTo>
                  <a:cubicBezTo>
                    <a:pt x="182206" y="37139"/>
                    <a:pt x="184158" y="34986"/>
                    <a:pt x="184494" y="34414"/>
                  </a:cubicBezTo>
                  <a:cubicBezTo>
                    <a:pt x="184865" y="33842"/>
                    <a:pt x="186143" y="33337"/>
                    <a:pt x="186514" y="32900"/>
                  </a:cubicBezTo>
                  <a:cubicBezTo>
                    <a:pt x="186884" y="32463"/>
                    <a:pt x="187389" y="31588"/>
                    <a:pt x="187389" y="31319"/>
                  </a:cubicBezTo>
                  <a:cubicBezTo>
                    <a:pt x="187389" y="31016"/>
                    <a:pt x="187389" y="29502"/>
                    <a:pt x="187322" y="29233"/>
                  </a:cubicBezTo>
                  <a:cubicBezTo>
                    <a:pt x="187254" y="28931"/>
                    <a:pt x="186076" y="26710"/>
                    <a:pt x="185739" y="26542"/>
                  </a:cubicBezTo>
                  <a:cubicBezTo>
                    <a:pt x="185369" y="26408"/>
                    <a:pt x="184595" y="25735"/>
                    <a:pt x="184293" y="25600"/>
                  </a:cubicBezTo>
                  <a:cubicBezTo>
                    <a:pt x="183990" y="25466"/>
                    <a:pt x="182273" y="23144"/>
                    <a:pt x="182273" y="22842"/>
                  </a:cubicBezTo>
                  <a:cubicBezTo>
                    <a:pt x="182273" y="22539"/>
                    <a:pt x="181802" y="21328"/>
                    <a:pt x="181768" y="21025"/>
                  </a:cubicBezTo>
                  <a:cubicBezTo>
                    <a:pt x="181735" y="20722"/>
                    <a:pt x="180658" y="15744"/>
                    <a:pt x="180658" y="15744"/>
                  </a:cubicBezTo>
                  <a:lnTo>
                    <a:pt x="178908" y="13658"/>
                  </a:lnTo>
                  <a:cubicBezTo>
                    <a:pt x="178908" y="13658"/>
                    <a:pt x="177595" y="11909"/>
                    <a:pt x="177595" y="11707"/>
                  </a:cubicBezTo>
                  <a:cubicBezTo>
                    <a:pt x="177595" y="11472"/>
                    <a:pt x="178033" y="9588"/>
                    <a:pt x="178841" y="9184"/>
                  </a:cubicBezTo>
                  <a:cubicBezTo>
                    <a:pt x="179648" y="8747"/>
                    <a:pt x="181230" y="7805"/>
                    <a:pt x="181466" y="6998"/>
                  </a:cubicBezTo>
                  <a:cubicBezTo>
                    <a:pt x="181667" y="6190"/>
                    <a:pt x="181768" y="5316"/>
                    <a:pt x="181667" y="4912"/>
                  </a:cubicBezTo>
                  <a:cubicBezTo>
                    <a:pt x="181600" y="4475"/>
                    <a:pt x="181398" y="2153"/>
                    <a:pt x="180523" y="1851"/>
                  </a:cubicBezTo>
                  <a:cubicBezTo>
                    <a:pt x="179648" y="1548"/>
                    <a:pt x="179446" y="471"/>
                    <a:pt x="177629" y="404"/>
                  </a:cubicBezTo>
                  <a:cubicBezTo>
                    <a:pt x="175812" y="337"/>
                    <a:pt x="174297" y="-470"/>
                    <a:pt x="173490" y="404"/>
                  </a:cubicBezTo>
                  <a:cubicBezTo>
                    <a:pt x="172681" y="1279"/>
                    <a:pt x="170662" y="2153"/>
                    <a:pt x="170461" y="2490"/>
                  </a:cubicBezTo>
                  <a:cubicBezTo>
                    <a:pt x="170258" y="2860"/>
                    <a:pt x="169081" y="2490"/>
                    <a:pt x="168508" y="2793"/>
                  </a:cubicBezTo>
                  <a:cubicBezTo>
                    <a:pt x="167936" y="3095"/>
                    <a:pt x="167499" y="3095"/>
                    <a:pt x="166489" y="3533"/>
                  </a:cubicBezTo>
                  <a:cubicBezTo>
                    <a:pt x="165480" y="3970"/>
                    <a:pt x="164672" y="4172"/>
                    <a:pt x="163898" y="4542"/>
                  </a:cubicBezTo>
                  <a:cubicBezTo>
                    <a:pt x="163090" y="4912"/>
                    <a:pt x="161441" y="4979"/>
                    <a:pt x="160936" y="5046"/>
                  </a:cubicBezTo>
                  <a:cubicBezTo>
                    <a:pt x="160432" y="5114"/>
                    <a:pt x="159052" y="5181"/>
                    <a:pt x="159052" y="5181"/>
                  </a:cubicBezTo>
                  <a:cubicBezTo>
                    <a:pt x="159052" y="5181"/>
                    <a:pt x="157301" y="5383"/>
                    <a:pt x="157100" y="5753"/>
                  </a:cubicBezTo>
                  <a:cubicBezTo>
                    <a:pt x="156864" y="6123"/>
                    <a:pt x="155854" y="6325"/>
                    <a:pt x="155215" y="6829"/>
                  </a:cubicBezTo>
                  <a:cubicBezTo>
                    <a:pt x="154576" y="7334"/>
                    <a:pt x="154340" y="8074"/>
                    <a:pt x="153633" y="8646"/>
                  </a:cubicBezTo>
                  <a:cubicBezTo>
                    <a:pt x="152893" y="9218"/>
                    <a:pt x="151547" y="10092"/>
                    <a:pt x="151446" y="10328"/>
                  </a:cubicBezTo>
                  <a:cubicBezTo>
                    <a:pt x="151378" y="10563"/>
                    <a:pt x="150571" y="10765"/>
                    <a:pt x="150066" y="11135"/>
                  </a:cubicBezTo>
                  <a:cubicBezTo>
                    <a:pt x="149561" y="11505"/>
                    <a:pt x="148753" y="12447"/>
                    <a:pt x="148551" y="12582"/>
                  </a:cubicBezTo>
                  <a:cubicBezTo>
                    <a:pt x="148349" y="12716"/>
                    <a:pt x="146667" y="13456"/>
                    <a:pt x="146667" y="13456"/>
                  </a:cubicBezTo>
                  <a:lnTo>
                    <a:pt x="143840" y="12750"/>
                  </a:lnTo>
                  <a:cubicBezTo>
                    <a:pt x="143840" y="12750"/>
                    <a:pt x="142460" y="12111"/>
                    <a:pt x="142258" y="11303"/>
                  </a:cubicBezTo>
                  <a:cubicBezTo>
                    <a:pt x="142056" y="10496"/>
                    <a:pt x="141618" y="8478"/>
                    <a:pt x="141383" y="8478"/>
                  </a:cubicBezTo>
                  <a:cubicBezTo>
                    <a:pt x="141181" y="8478"/>
                    <a:pt x="138623" y="9924"/>
                    <a:pt x="138623" y="9924"/>
                  </a:cubicBezTo>
                  <a:cubicBezTo>
                    <a:pt x="138623" y="9924"/>
                    <a:pt x="136604" y="10799"/>
                    <a:pt x="136368" y="11068"/>
                  </a:cubicBezTo>
                  <a:cubicBezTo>
                    <a:pt x="136133" y="11371"/>
                    <a:pt x="134349" y="12144"/>
                    <a:pt x="134349" y="12144"/>
                  </a:cubicBezTo>
                  <a:lnTo>
                    <a:pt x="132835" y="13725"/>
                  </a:lnTo>
                  <a:cubicBezTo>
                    <a:pt x="132835" y="13725"/>
                    <a:pt x="132195" y="14466"/>
                    <a:pt x="131690" y="14667"/>
                  </a:cubicBezTo>
                  <a:cubicBezTo>
                    <a:pt x="131185" y="14869"/>
                    <a:pt x="130008" y="14802"/>
                    <a:pt x="129099" y="14869"/>
                  </a:cubicBezTo>
                  <a:cubicBezTo>
                    <a:pt x="128157" y="14936"/>
                    <a:pt x="126777" y="14936"/>
                    <a:pt x="126474" y="14936"/>
                  </a:cubicBezTo>
                  <a:cubicBezTo>
                    <a:pt x="126171" y="14936"/>
                    <a:pt x="120753" y="14365"/>
                    <a:pt x="120753" y="14365"/>
                  </a:cubicBezTo>
                  <a:lnTo>
                    <a:pt x="115334" y="14297"/>
                  </a:lnTo>
                  <a:lnTo>
                    <a:pt x="111565" y="14297"/>
                  </a:lnTo>
                  <a:lnTo>
                    <a:pt x="107829" y="14869"/>
                  </a:lnTo>
                  <a:lnTo>
                    <a:pt x="107223" y="17258"/>
                  </a:lnTo>
                  <a:lnTo>
                    <a:pt x="107223" y="20386"/>
                  </a:lnTo>
                  <a:cubicBezTo>
                    <a:pt x="107223" y="20386"/>
                    <a:pt x="107796" y="21328"/>
                    <a:pt x="107796" y="21631"/>
                  </a:cubicBezTo>
                  <a:cubicBezTo>
                    <a:pt x="107796" y="21934"/>
                    <a:pt x="107156" y="26206"/>
                    <a:pt x="107223" y="26475"/>
                  </a:cubicBezTo>
                  <a:cubicBezTo>
                    <a:pt x="107291" y="26778"/>
                    <a:pt x="107223" y="28561"/>
                    <a:pt x="107223" y="28561"/>
                  </a:cubicBezTo>
                  <a:cubicBezTo>
                    <a:pt x="107223" y="28561"/>
                    <a:pt x="107358" y="31084"/>
                    <a:pt x="107223" y="31184"/>
                  </a:cubicBezTo>
                  <a:cubicBezTo>
                    <a:pt x="107089" y="31252"/>
                    <a:pt x="105843" y="32564"/>
                    <a:pt x="105843" y="32564"/>
                  </a:cubicBezTo>
                  <a:lnTo>
                    <a:pt x="103589" y="33943"/>
                  </a:lnTo>
                  <a:lnTo>
                    <a:pt x="101502" y="34313"/>
                  </a:lnTo>
                  <a:lnTo>
                    <a:pt x="96791" y="35558"/>
                  </a:lnTo>
                  <a:lnTo>
                    <a:pt x="91742" y="35120"/>
                  </a:lnTo>
                  <a:lnTo>
                    <a:pt x="89218" y="35692"/>
                  </a:lnTo>
                  <a:lnTo>
                    <a:pt x="87267" y="36331"/>
                  </a:lnTo>
                  <a:lnTo>
                    <a:pt x="82622" y="37206"/>
                  </a:lnTo>
                  <a:lnTo>
                    <a:pt x="81478" y="39594"/>
                  </a:lnTo>
                  <a:cubicBezTo>
                    <a:pt x="81478" y="39594"/>
                    <a:pt x="80973" y="43227"/>
                    <a:pt x="81107" y="43497"/>
                  </a:cubicBezTo>
                  <a:cubicBezTo>
                    <a:pt x="81242" y="43799"/>
                    <a:pt x="83060" y="47130"/>
                    <a:pt x="83632" y="47634"/>
                  </a:cubicBezTo>
                  <a:cubicBezTo>
                    <a:pt x="84204" y="48139"/>
                    <a:pt x="85516" y="49720"/>
                    <a:pt x="85516" y="49720"/>
                  </a:cubicBezTo>
                  <a:cubicBezTo>
                    <a:pt x="85516" y="49720"/>
                    <a:pt x="87906" y="54497"/>
                    <a:pt x="88108" y="54732"/>
                  </a:cubicBezTo>
                  <a:cubicBezTo>
                    <a:pt x="88310" y="54934"/>
                    <a:pt x="88747" y="57995"/>
                    <a:pt x="88747" y="57995"/>
                  </a:cubicBezTo>
                  <a:cubicBezTo>
                    <a:pt x="88747" y="57995"/>
                    <a:pt x="89386" y="60518"/>
                    <a:pt x="89386" y="60821"/>
                  </a:cubicBezTo>
                  <a:cubicBezTo>
                    <a:pt x="89386" y="61124"/>
                    <a:pt x="90060" y="67852"/>
                    <a:pt x="90060" y="67852"/>
                  </a:cubicBezTo>
                  <a:lnTo>
                    <a:pt x="89791" y="70745"/>
                  </a:lnTo>
                  <a:lnTo>
                    <a:pt x="89791" y="74310"/>
                  </a:lnTo>
                  <a:lnTo>
                    <a:pt x="88545" y="75757"/>
                  </a:lnTo>
                  <a:lnTo>
                    <a:pt x="86862" y="77708"/>
                  </a:lnTo>
                  <a:lnTo>
                    <a:pt x="85348" y="81476"/>
                  </a:lnTo>
                  <a:lnTo>
                    <a:pt x="85045" y="83359"/>
                  </a:lnTo>
                  <a:lnTo>
                    <a:pt x="82588" y="84369"/>
                  </a:lnTo>
                  <a:cubicBezTo>
                    <a:pt x="82588" y="84369"/>
                    <a:pt x="80704" y="83999"/>
                    <a:pt x="80401" y="83662"/>
                  </a:cubicBezTo>
                  <a:cubicBezTo>
                    <a:pt x="80098" y="83292"/>
                    <a:pt x="78516" y="81577"/>
                    <a:pt x="78516" y="81274"/>
                  </a:cubicBezTo>
                  <a:cubicBezTo>
                    <a:pt x="78516" y="80971"/>
                    <a:pt x="78012" y="79525"/>
                    <a:pt x="77776" y="79154"/>
                  </a:cubicBezTo>
                  <a:cubicBezTo>
                    <a:pt x="77574" y="78784"/>
                    <a:pt x="76699" y="77641"/>
                    <a:pt x="76699" y="77641"/>
                  </a:cubicBezTo>
                  <a:cubicBezTo>
                    <a:pt x="76699" y="77641"/>
                    <a:pt x="76429" y="74748"/>
                    <a:pt x="76329" y="74445"/>
                  </a:cubicBezTo>
                  <a:cubicBezTo>
                    <a:pt x="76261" y="74142"/>
                    <a:pt x="75016" y="72359"/>
                    <a:pt x="75016" y="72359"/>
                  </a:cubicBezTo>
                  <a:lnTo>
                    <a:pt x="72997" y="71989"/>
                  </a:lnTo>
                  <a:lnTo>
                    <a:pt x="71852" y="72729"/>
                  </a:lnTo>
                  <a:cubicBezTo>
                    <a:pt x="71852" y="72729"/>
                    <a:pt x="71281" y="73974"/>
                    <a:pt x="71045" y="74109"/>
                  </a:cubicBezTo>
                  <a:cubicBezTo>
                    <a:pt x="70843" y="74243"/>
                    <a:pt x="68790" y="74109"/>
                    <a:pt x="68790" y="74109"/>
                  </a:cubicBezTo>
                  <a:cubicBezTo>
                    <a:pt x="68790" y="74109"/>
                    <a:pt x="67107" y="72157"/>
                    <a:pt x="66973" y="71855"/>
                  </a:cubicBezTo>
                  <a:cubicBezTo>
                    <a:pt x="66838" y="71552"/>
                    <a:pt x="65290" y="70274"/>
                    <a:pt x="65155" y="69836"/>
                  </a:cubicBezTo>
                  <a:cubicBezTo>
                    <a:pt x="65020" y="69399"/>
                    <a:pt x="64718" y="68154"/>
                    <a:pt x="64650" y="67381"/>
                  </a:cubicBezTo>
                  <a:cubicBezTo>
                    <a:pt x="64583" y="66573"/>
                    <a:pt x="63910" y="65228"/>
                    <a:pt x="63775" y="64925"/>
                  </a:cubicBezTo>
                  <a:cubicBezTo>
                    <a:pt x="63641" y="64622"/>
                    <a:pt x="62093" y="62671"/>
                    <a:pt x="62093" y="62671"/>
                  </a:cubicBezTo>
                  <a:cubicBezTo>
                    <a:pt x="62093" y="62671"/>
                    <a:pt x="61588" y="61527"/>
                    <a:pt x="61151" y="61157"/>
                  </a:cubicBezTo>
                  <a:cubicBezTo>
                    <a:pt x="60713" y="60787"/>
                    <a:pt x="59400" y="59711"/>
                    <a:pt x="59400" y="59711"/>
                  </a:cubicBezTo>
                  <a:lnTo>
                    <a:pt x="57650" y="59273"/>
                  </a:lnTo>
                  <a:cubicBezTo>
                    <a:pt x="57650" y="59273"/>
                    <a:pt x="56843" y="59206"/>
                    <a:pt x="56641" y="59273"/>
                  </a:cubicBezTo>
                  <a:cubicBezTo>
                    <a:pt x="56439" y="59341"/>
                    <a:pt x="54386" y="60922"/>
                    <a:pt x="54386" y="60922"/>
                  </a:cubicBezTo>
                  <a:cubicBezTo>
                    <a:pt x="54386" y="60922"/>
                    <a:pt x="53443" y="62066"/>
                    <a:pt x="53309" y="62604"/>
                  </a:cubicBezTo>
                  <a:cubicBezTo>
                    <a:pt x="53174" y="63108"/>
                    <a:pt x="51996" y="63983"/>
                    <a:pt x="51626" y="64858"/>
                  </a:cubicBezTo>
                  <a:cubicBezTo>
                    <a:pt x="51256" y="65732"/>
                    <a:pt x="50414" y="66540"/>
                    <a:pt x="50414" y="66741"/>
                  </a:cubicBezTo>
                  <a:cubicBezTo>
                    <a:pt x="50414" y="66943"/>
                    <a:pt x="48833" y="69769"/>
                    <a:pt x="48833" y="69769"/>
                  </a:cubicBezTo>
                  <a:cubicBezTo>
                    <a:pt x="48833" y="69769"/>
                    <a:pt x="46241" y="71653"/>
                    <a:pt x="46006" y="71787"/>
                  </a:cubicBezTo>
                  <a:cubicBezTo>
                    <a:pt x="45804" y="71922"/>
                    <a:pt x="43818" y="72157"/>
                    <a:pt x="43818" y="72157"/>
                  </a:cubicBezTo>
                  <a:cubicBezTo>
                    <a:pt x="43818" y="72157"/>
                    <a:pt x="40789" y="70072"/>
                    <a:pt x="40688" y="69836"/>
                  </a:cubicBezTo>
                  <a:cubicBezTo>
                    <a:pt x="40621" y="69601"/>
                    <a:pt x="41328" y="69197"/>
                    <a:pt x="40318" y="67953"/>
                  </a:cubicBezTo>
                  <a:cubicBezTo>
                    <a:pt x="39309" y="66708"/>
                    <a:pt x="37491" y="65631"/>
                    <a:pt x="37491" y="65631"/>
                  </a:cubicBezTo>
                  <a:cubicBezTo>
                    <a:pt x="37491" y="65631"/>
                    <a:pt x="36919" y="64824"/>
                    <a:pt x="36616" y="64555"/>
                  </a:cubicBezTo>
                  <a:cubicBezTo>
                    <a:pt x="36313" y="64252"/>
                    <a:pt x="35102" y="62671"/>
                    <a:pt x="35102" y="62671"/>
                  </a:cubicBezTo>
                  <a:cubicBezTo>
                    <a:pt x="35102" y="62671"/>
                    <a:pt x="32914" y="63310"/>
                    <a:pt x="32712" y="63748"/>
                  </a:cubicBezTo>
                  <a:cubicBezTo>
                    <a:pt x="32510" y="64185"/>
                    <a:pt x="30693" y="64185"/>
                    <a:pt x="30693" y="64185"/>
                  </a:cubicBezTo>
                  <a:cubicBezTo>
                    <a:pt x="30693" y="64185"/>
                    <a:pt x="29751" y="62166"/>
                    <a:pt x="29448" y="61796"/>
                  </a:cubicBezTo>
                  <a:cubicBezTo>
                    <a:pt x="29179" y="61426"/>
                    <a:pt x="28000" y="59980"/>
                    <a:pt x="27698" y="59543"/>
                  </a:cubicBezTo>
                  <a:cubicBezTo>
                    <a:pt x="27395" y="59105"/>
                    <a:pt x="25106" y="56280"/>
                    <a:pt x="25106" y="56280"/>
                  </a:cubicBezTo>
                  <a:lnTo>
                    <a:pt x="22717" y="54261"/>
                  </a:lnTo>
                  <a:lnTo>
                    <a:pt x="19385" y="52445"/>
                  </a:lnTo>
                  <a:lnTo>
                    <a:pt x="16794" y="51940"/>
                  </a:lnTo>
                  <a:cubicBezTo>
                    <a:pt x="16794" y="51940"/>
                    <a:pt x="14337" y="51503"/>
                    <a:pt x="14101" y="51503"/>
                  </a:cubicBezTo>
                  <a:cubicBezTo>
                    <a:pt x="13866" y="51503"/>
                    <a:pt x="11476" y="52142"/>
                    <a:pt x="11476" y="52142"/>
                  </a:cubicBezTo>
                  <a:cubicBezTo>
                    <a:pt x="11476" y="52142"/>
                    <a:pt x="10837" y="52007"/>
                    <a:pt x="10029" y="52276"/>
                  </a:cubicBezTo>
                  <a:cubicBezTo>
                    <a:pt x="9221" y="52579"/>
                    <a:pt x="5957" y="52916"/>
                    <a:pt x="5687" y="53017"/>
                  </a:cubicBezTo>
                  <a:cubicBezTo>
                    <a:pt x="5385" y="53084"/>
                    <a:pt x="2221" y="54093"/>
                    <a:pt x="2154" y="54396"/>
                  </a:cubicBezTo>
                  <a:cubicBezTo>
                    <a:pt x="2087" y="54698"/>
                    <a:pt x="1279" y="57221"/>
                    <a:pt x="1346" y="57659"/>
                  </a:cubicBezTo>
                  <a:cubicBezTo>
                    <a:pt x="1414" y="58096"/>
                    <a:pt x="6058" y="60350"/>
                    <a:pt x="6058" y="60350"/>
                  </a:cubicBezTo>
                  <a:lnTo>
                    <a:pt x="8750" y="62738"/>
                  </a:lnTo>
                  <a:lnTo>
                    <a:pt x="9020" y="64824"/>
                  </a:lnTo>
                  <a:lnTo>
                    <a:pt x="9457" y="67448"/>
                  </a:lnTo>
                  <a:lnTo>
                    <a:pt x="9591" y="69769"/>
                  </a:lnTo>
                  <a:cubicBezTo>
                    <a:pt x="9591" y="69769"/>
                    <a:pt x="9524" y="72023"/>
                    <a:pt x="9524" y="72460"/>
                  </a:cubicBezTo>
                  <a:cubicBezTo>
                    <a:pt x="9524" y="72898"/>
                    <a:pt x="9087" y="73772"/>
                    <a:pt x="8851" y="73974"/>
                  </a:cubicBezTo>
                  <a:cubicBezTo>
                    <a:pt x="8649" y="74176"/>
                    <a:pt x="8346" y="75050"/>
                    <a:pt x="7976" y="75286"/>
                  </a:cubicBezTo>
                  <a:cubicBezTo>
                    <a:pt x="7606" y="75488"/>
                    <a:pt x="6596" y="75925"/>
                    <a:pt x="6529" y="76228"/>
                  </a:cubicBezTo>
                  <a:cubicBezTo>
                    <a:pt x="6462" y="76531"/>
                    <a:pt x="5452" y="76968"/>
                    <a:pt x="4644" y="77607"/>
                  </a:cubicBezTo>
                  <a:cubicBezTo>
                    <a:pt x="3837" y="78246"/>
                    <a:pt x="3332" y="78482"/>
                    <a:pt x="2759" y="78986"/>
                  </a:cubicBezTo>
                  <a:cubicBezTo>
                    <a:pt x="2188" y="79491"/>
                    <a:pt x="1380" y="80298"/>
                    <a:pt x="942" y="80870"/>
                  </a:cubicBezTo>
                  <a:cubicBezTo>
                    <a:pt x="505" y="81442"/>
                    <a:pt x="0" y="81745"/>
                    <a:pt x="0" y="82317"/>
                  </a:cubicBezTo>
                  <a:cubicBezTo>
                    <a:pt x="0" y="82889"/>
                    <a:pt x="370" y="85277"/>
                    <a:pt x="740" y="85950"/>
                  </a:cubicBezTo>
                  <a:cubicBezTo>
                    <a:pt x="1110" y="86589"/>
                    <a:pt x="673" y="87766"/>
                    <a:pt x="1750" y="88136"/>
                  </a:cubicBezTo>
                  <a:cubicBezTo>
                    <a:pt x="2827" y="88506"/>
                    <a:pt x="4005" y="88876"/>
                    <a:pt x="4644" y="89280"/>
                  </a:cubicBezTo>
                  <a:cubicBezTo>
                    <a:pt x="5284" y="89717"/>
                    <a:pt x="6899" y="90222"/>
                    <a:pt x="7539" y="90424"/>
                  </a:cubicBezTo>
                  <a:cubicBezTo>
                    <a:pt x="8178" y="90659"/>
                    <a:pt x="10736" y="91298"/>
                    <a:pt x="12250" y="90357"/>
                  </a:cubicBezTo>
                  <a:cubicBezTo>
                    <a:pt x="13765" y="89415"/>
                    <a:pt x="15380" y="88607"/>
                    <a:pt x="15582" y="88170"/>
                  </a:cubicBezTo>
                  <a:cubicBezTo>
                    <a:pt x="15784" y="87733"/>
                    <a:pt x="15885" y="86791"/>
                    <a:pt x="15952" y="86488"/>
                  </a:cubicBezTo>
                  <a:cubicBezTo>
                    <a:pt x="16020" y="86185"/>
                    <a:pt x="19284" y="84840"/>
                    <a:pt x="19957" y="84840"/>
                  </a:cubicBezTo>
                  <a:cubicBezTo>
                    <a:pt x="20597" y="84840"/>
                    <a:pt x="22852" y="86589"/>
                    <a:pt x="23289" y="86656"/>
                  </a:cubicBezTo>
                  <a:cubicBezTo>
                    <a:pt x="23727" y="86723"/>
                    <a:pt x="26554" y="88910"/>
                    <a:pt x="26924" y="89415"/>
                  </a:cubicBezTo>
                  <a:cubicBezTo>
                    <a:pt x="27294" y="89919"/>
                    <a:pt x="27058" y="91534"/>
                    <a:pt x="27125" y="92240"/>
                  </a:cubicBezTo>
                  <a:cubicBezTo>
                    <a:pt x="27193" y="92980"/>
                    <a:pt x="27193" y="94326"/>
                    <a:pt x="27193" y="94326"/>
                  </a:cubicBezTo>
                  <a:lnTo>
                    <a:pt x="24299" y="99170"/>
                  </a:lnTo>
                  <a:lnTo>
                    <a:pt x="21539" y="101491"/>
                  </a:lnTo>
                  <a:lnTo>
                    <a:pt x="22616" y="104620"/>
                  </a:lnTo>
                  <a:lnTo>
                    <a:pt x="24871" y="105124"/>
                  </a:lnTo>
                  <a:lnTo>
                    <a:pt x="28640" y="105932"/>
                  </a:lnTo>
                  <a:cubicBezTo>
                    <a:pt x="28640" y="105932"/>
                    <a:pt x="31736" y="107748"/>
                    <a:pt x="32107" y="107950"/>
                  </a:cubicBezTo>
                  <a:cubicBezTo>
                    <a:pt x="32477" y="108185"/>
                    <a:pt x="35506" y="110204"/>
                    <a:pt x="35640" y="110406"/>
                  </a:cubicBezTo>
                  <a:cubicBezTo>
                    <a:pt x="35775" y="110641"/>
                    <a:pt x="37895" y="111987"/>
                    <a:pt x="37895" y="111987"/>
                  </a:cubicBezTo>
                  <a:cubicBezTo>
                    <a:pt x="37895" y="111987"/>
                    <a:pt x="41530" y="114005"/>
                    <a:pt x="41866" y="114375"/>
                  </a:cubicBezTo>
                  <a:cubicBezTo>
                    <a:pt x="42237" y="114745"/>
                    <a:pt x="44323" y="117335"/>
                    <a:pt x="44828" y="117840"/>
                  </a:cubicBezTo>
                  <a:cubicBezTo>
                    <a:pt x="45333" y="118345"/>
                    <a:pt x="47083" y="119589"/>
                    <a:pt x="46578" y="120229"/>
                  </a:cubicBezTo>
                  <a:cubicBezTo>
                    <a:pt x="46073" y="120868"/>
                    <a:pt x="46073" y="121238"/>
                    <a:pt x="45131" y="121810"/>
                  </a:cubicBezTo>
                  <a:cubicBezTo>
                    <a:pt x="44188" y="122381"/>
                    <a:pt x="42001" y="122886"/>
                    <a:pt x="41159" y="123256"/>
                  </a:cubicBezTo>
                  <a:cubicBezTo>
                    <a:pt x="40284" y="123626"/>
                    <a:pt x="39914" y="123626"/>
                    <a:pt x="39342" y="124265"/>
                  </a:cubicBezTo>
                  <a:cubicBezTo>
                    <a:pt x="38770" y="124904"/>
                    <a:pt x="38097" y="125274"/>
                    <a:pt x="38400" y="125947"/>
                  </a:cubicBezTo>
                  <a:cubicBezTo>
                    <a:pt x="38703" y="126586"/>
                    <a:pt x="44121" y="128706"/>
                    <a:pt x="44121" y="128706"/>
                  </a:cubicBezTo>
                  <a:lnTo>
                    <a:pt x="45064" y="128773"/>
                  </a:lnTo>
                  <a:lnTo>
                    <a:pt x="48429" y="131229"/>
                  </a:lnTo>
                  <a:lnTo>
                    <a:pt x="51357" y="136241"/>
                  </a:lnTo>
                  <a:lnTo>
                    <a:pt x="51357" y="136880"/>
                  </a:lnTo>
                  <a:cubicBezTo>
                    <a:pt x="51357" y="136880"/>
                    <a:pt x="48159" y="140076"/>
                    <a:pt x="47789" y="140278"/>
                  </a:cubicBezTo>
                  <a:cubicBezTo>
                    <a:pt x="47419" y="140480"/>
                    <a:pt x="44592" y="141724"/>
                    <a:pt x="44592" y="141724"/>
                  </a:cubicBezTo>
                  <a:cubicBezTo>
                    <a:pt x="44592" y="141724"/>
                    <a:pt x="43650" y="142229"/>
                    <a:pt x="43516" y="142969"/>
                  </a:cubicBezTo>
                  <a:cubicBezTo>
                    <a:pt x="43381" y="143709"/>
                    <a:pt x="42506" y="147107"/>
                    <a:pt x="42506" y="147107"/>
                  </a:cubicBezTo>
                  <a:lnTo>
                    <a:pt x="42741" y="154272"/>
                  </a:lnTo>
                  <a:lnTo>
                    <a:pt x="39914" y="155281"/>
                  </a:lnTo>
                  <a:lnTo>
                    <a:pt x="42876" y="159116"/>
                  </a:lnTo>
                  <a:cubicBezTo>
                    <a:pt x="42876" y="159116"/>
                    <a:pt x="44054" y="161437"/>
                    <a:pt x="43953" y="161874"/>
                  </a:cubicBezTo>
                  <a:cubicBezTo>
                    <a:pt x="43886" y="162312"/>
                    <a:pt x="42876" y="165507"/>
                    <a:pt x="42876" y="165507"/>
                  </a:cubicBezTo>
                  <a:cubicBezTo>
                    <a:pt x="42876" y="165507"/>
                    <a:pt x="40487" y="167526"/>
                    <a:pt x="40284" y="168199"/>
                  </a:cubicBezTo>
                  <a:cubicBezTo>
                    <a:pt x="40049" y="168838"/>
                    <a:pt x="39713" y="171596"/>
                    <a:pt x="39713" y="171596"/>
                  </a:cubicBezTo>
                  <a:lnTo>
                    <a:pt x="39140" y="175566"/>
                  </a:lnTo>
                  <a:lnTo>
                    <a:pt x="39847" y="178257"/>
                  </a:lnTo>
                  <a:lnTo>
                    <a:pt x="40217" y="184917"/>
                  </a:lnTo>
                  <a:lnTo>
                    <a:pt x="41025" y="187743"/>
                  </a:lnTo>
                  <a:lnTo>
                    <a:pt x="46241" y="187878"/>
                  </a:lnTo>
                  <a:cubicBezTo>
                    <a:pt x="46241" y="187878"/>
                    <a:pt x="46612" y="189963"/>
                    <a:pt x="46376" y="190401"/>
                  </a:cubicBezTo>
                  <a:cubicBezTo>
                    <a:pt x="46174" y="190838"/>
                    <a:pt x="45434" y="193428"/>
                    <a:pt x="45232" y="194168"/>
                  </a:cubicBezTo>
                  <a:cubicBezTo>
                    <a:pt x="44996" y="194908"/>
                    <a:pt x="43684" y="197431"/>
                    <a:pt x="43616" y="198239"/>
                  </a:cubicBezTo>
                  <a:cubicBezTo>
                    <a:pt x="43549" y="199046"/>
                    <a:pt x="43549" y="200694"/>
                    <a:pt x="43414" y="201502"/>
                  </a:cubicBezTo>
                  <a:cubicBezTo>
                    <a:pt x="43280" y="202309"/>
                    <a:pt x="42977" y="204092"/>
                    <a:pt x="42977" y="204832"/>
                  </a:cubicBezTo>
                  <a:cubicBezTo>
                    <a:pt x="42977" y="205572"/>
                    <a:pt x="42674" y="205909"/>
                    <a:pt x="43347" y="206918"/>
                  </a:cubicBezTo>
                  <a:cubicBezTo>
                    <a:pt x="43986" y="207927"/>
                    <a:pt x="46174" y="209374"/>
                    <a:pt x="46174" y="209374"/>
                  </a:cubicBezTo>
                  <a:cubicBezTo>
                    <a:pt x="46174" y="209374"/>
                    <a:pt x="50751" y="212065"/>
                    <a:pt x="50953" y="212132"/>
                  </a:cubicBezTo>
                  <a:cubicBezTo>
                    <a:pt x="51155" y="212199"/>
                    <a:pt x="54420" y="215160"/>
                    <a:pt x="55093" y="215597"/>
                  </a:cubicBezTo>
                  <a:cubicBezTo>
                    <a:pt x="55732" y="216034"/>
                    <a:pt x="59501" y="220878"/>
                    <a:pt x="59501" y="220878"/>
                  </a:cubicBezTo>
                  <a:lnTo>
                    <a:pt x="62833" y="223469"/>
                  </a:lnTo>
                  <a:lnTo>
                    <a:pt x="66165" y="225420"/>
                  </a:lnTo>
                  <a:cubicBezTo>
                    <a:pt x="66165" y="225420"/>
                    <a:pt x="66670" y="227236"/>
                    <a:pt x="66603" y="227808"/>
                  </a:cubicBezTo>
                  <a:cubicBezTo>
                    <a:pt x="66535" y="228380"/>
                    <a:pt x="66299" y="230331"/>
                    <a:pt x="66232" y="230836"/>
                  </a:cubicBezTo>
                  <a:cubicBezTo>
                    <a:pt x="66165" y="231340"/>
                    <a:pt x="66064" y="232349"/>
                    <a:pt x="65862" y="233022"/>
                  </a:cubicBezTo>
                  <a:cubicBezTo>
                    <a:pt x="65660" y="233661"/>
                    <a:pt x="65290" y="234536"/>
                    <a:pt x="65290" y="234906"/>
                  </a:cubicBezTo>
                  <a:cubicBezTo>
                    <a:pt x="65290" y="235276"/>
                    <a:pt x="64617" y="237530"/>
                    <a:pt x="64617" y="237530"/>
                  </a:cubicBezTo>
                  <a:cubicBezTo>
                    <a:pt x="64617" y="237530"/>
                    <a:pt x="63540" y="238035"/>
                    <a:pt x="63540" y="238472"/>
                  </a:cubicBezTo>
                  <a:cubicBezTo>
                    <a:pt x="63540" y="238909"/>
                    <a:pt x="63035" y="239716"/>
                    <a:pt x="63102" y="240356"/>
                  </a:cubicBezTo>
                  <a:cubicBezTo>
                    <a:pt x="63170" y="240995"/>
                    <a:pt x="63035" y="242172"/>
                    <a:pt x="63304" y="242980"/>
                  </a:cubicBezTo>
                  <a:cubicBezTo>
                    <a:pt x="63607" y="243787"/>
                    <a:pt x="63809" y="244662"/>
                    <a:pt x="64011" y="244796"/>
                  </a:cubicBezTo>
                  <a:cubicBezTo>
                    <a:pt x="64213" y="244931"/>
                    <a:pt x="65525" y="246310"/>
                    <a:pt x="65761" y="246478"/>
                  </a:cubicBezTo>
                  <a:cubicBezTo>
                    <a:pt x="65963" y="246613"/>
                    <a:pt x="67141" y="247487"/>
                    <a:pt x="67713" y="247925"/>
                  </a:cubicBezTo>
                  <a:cubicBezTo>
                    <a:pt x="68285" y="248362"/>
                    <a:pt x="69968" y="249438"/>
                    <a:pt x="70675" y="249506"/>
                  </a:cubicBezTo>
                  <a:cubicBezTo>
                    <a:pt x="71415" y="249573"/>
                    <a:pt x="73199" y="249707"/>
                    <a:pt x="74141" y="249876"/>
                  </a:cubicBezTo>
                  <a:cubicBezTo>
                    <a:pt x="75083" y="250010"/>
                    <a:pt x="75790" y="249876"/>
                    <a:pt x="77776" y="249876"/>
                  </a:cubicBezTo>
                  <a:cubicBezTo>
                    <a:pt x="79728" y="249876"/>
                    <a:pt x="80670" y="249808"/>
                    <a:pt x="82117" y="249304"/>
                  </a:cubicBezTo>
                  <a:cubicBezTo>
                    <a:pt x="83564" y="248799"/>
                    <a:pt x="85247" y="247353"/>
                    <a:pt x="85887" y="247218"/>
                  </a:cubicBezTo>
                  <a:cubicBezTo>
                    <a:pt x="86526" y="247084"/>
                    <a:pt x="89286" y="245570"/>
                    <a:pt x="89925" y="244830"/>
                  </a:cubicBezTo>
                  <a:cubicBezTo>
                    <a:pt x="90565" y="244123"/>
                    <a:pt x="92617" y="242576"/>
                    <a:pt x="93055" y="242307"/>
                  </a:cubicBezTo>
                  <a:cubicBezTo>
                    <a:pt x="93493" y="242038"/>
                    <a:pt x="96319" y="237967"/>
                    <a:pt x="96319" y="237967"/>
                  </a:cubicBezTo>
                  <a:lnTo>
                    <a:pt x="98271" y="234704"/>
                  </a:lnTo>
                  <a:cubicBezTo>
                    <a:pt x="98271" y="234704"/>
                    <a:pt x="105171" y="228481"/>
                    <a:pt x="105305" y="228245"/>
                  </a:cubicBezTo>
                  <a:cubicBezTo>
                    <a:pt x="105440" y="228044"/>
                    <a:pt x="109579" y="222796"/>
                    <a:pt x="109579" y="222796"/>
                  </a:cubicBezTo>
                  <a:lnTo>
                    <a:pt x="114796" y="219028"/>
                  </a:lnTo>
                  <a:lnTo>
                    <a:pt x="119003" y="214823"/>
                  </a:lnTo>
                  <a:cubicBezTo>
                    <a:pt x="119003" y="214823"/>
                    <a:pt x="120180" y="211627"/>
                    <a:pt x="120685" y="211257"/>
                  </a:cubicBezTo>
                  <a:cubicBezTo>
                    <a:pt x="121190" y="210887"/>
                    <a:pt x="124017" y="209575"/>
                    <a:pt x="124017" y="209575"/>
                  </a:cubicBezTo>
                  <a:cubicBezTo>
                    <a:pt x="124017" y="209575"/>
                    <a:pt x="127147" y="208263"/>
                    <a:pt x="127416" y="208263"/>
                  </a:cubicBezTo>
                  <a:cubicBezTo>
                    <a:pt x="127685" y="208263"/>
                    <a:pt x="129166" y="206514"/>
                    <a:pt x="129166" y="206514"/>
                  </a:cubicBezTo>
                  <a:lnTo>
                    <a:pt x="131118" y="205707"/>
                  </a:lnTo>
                  <a:lnTo>
                    <a:pt x="134012" y="206279"/>
                  </a:lnTo>
                  <a:lnTo>
                    <a:pt x="136536" y="208533"/>
                  </a:lnTo>
                  <a:cubicBezTo>
                    <a:pt x="136536" y="208533"/>
                    <a:pt x="136772" y="209542"/>
                    <a:pt x="136772" y="209844"/>
                  </a:cubicBezTo>
                  <a:cubicBezTo>
                    <a:pt x="136772" y="210147"/>
                    <a:pt x="136907" y="211728"/>
                    <a:pt x="136705" y="212300"/>
                  </a:cubicBezTo>
                  <a:cubicBezTo>
                    <a:pt x="136503" y="212872"/>
                    <a:pt x="135695" y="214319"/>
                    <a:pt x="135628" y="214621"/>
                  </a:cubicBezTo>
                  <a:cubicBezTo>
                    <a:pt x="135561" y="214924"/>
                    <a:pt x="135191" y="215832"/>
                    <a:pt x="134988" y="216438"/>
                  </a:cubicBezTo>
                  <a:cubicBezTo>
                    <a:pt x="134787" y="217010"/>
                    <a:pt x="134618" y="217514"/>
                    <a:pt x="134484" y="218322"/>
                  </a:cubicBezTo>
                  <a:cubicBezTo>
                    <a:pt x="134349" y="219129"/>
                    <a:pt x="134282" y="220138"/>
                    <a:pt x="134282" y="220710"/>
                  </a:cubicBezTo>
                  <a:cubicBezTo>
                    <a:pt x="134282" y="221282"/>
                    <a:pt x="134282" y="222392"/>
                    <a:pt x="134416" y="222964"/>
                  </a:cubicBezTo>
                  <a:cubicBezTo>
                    <a:pt x="134551" y="223536"/>
                    <a:pt x="134551" y="224713"/>
                    <a:pt x="134787" y="225151"/>
                  </a:cubicBezTo>
                  <a:cubicBezTo>
                    <a:pt x="134988" y="225588"/>
                    <a:pt x="135729" y="226967"/>
                    <a:pt x="135729" y="226967"/>
                  </a:cubicBezTo>
                  <a:cubicBezTo>
                    <a:pt x="135729" y="226967"/>
                    <a:pt x="136873" y="227909"/>
                    <a:pt x="137243" y="228548"/>
                  </a:cubicBezTo>
                  <a:cubicBezTo>
                    <a:pt x="137614" y="229187"/>
                    <a:pt x="137984" y="229927"/>
                    <a:pt x="139431" y="231441"/>
                  </a:cubicBezTo>
                  <a:cubicBezTo>
                    <a:pt x="140878" y="232955"/>
                    <a:pt x="143066" y="234334"/>
                    <a:pt x="143402" y="234570"/>
                  </a:cubicBezTo>
                  <a:cubicBezTo>
                    <a:pt x="143772" y="234771"/>
                    <a:pt x="145657" y="236521"/>
                    <a:pt x="145657" y="236521"/>
                  </a:cubicBezTo>
                  <a:lnTo>
                    <a:pt x="147845" y="238707"/>
                  </a:lnTo>
                  <a:lnTo>
                    <a:pt x="151042" y="241970"/>
                  </a:lnTo>
                  <a:lnTo>
                    <a:pt x="154441" y="243854"/>
                  </a:lnTo>
                  <a:lnTo>
                    <a:pt x="157571" y="247992"/>
                  </a:lnTo>
                  <a:lnTo>
                    <a:pt x="158278" y="251524"/>
                  </a:lnTo>
                  <a:lnTo>
                    <a:pt x="157907" y="255056"/>
                  </a:lnTo>
                  <a:lnTo>
                    <a:pt x="157470" y="258824"/>
                  </a:lnTo>
                  <a:lnTo>
                    <a:pt x="158244" y="263298"/>
                  </a:lnTo>
                  <a:lnTo>
                    <a:pt x="158446" y="266998"/>
                  </a:lnTo>
                  <a:lnTo>
                    <a:pt x="162484" y="270699"/>
                  </a:lnTo>
                  <a:lnTo>
                    <a:pt x="166489" y="273962"/>
                  </a:lnTo>
                  <a:lnTo>
                    <a:pt x="167566" y="274500"/>
                  </a:lnTo>
                  <a:lnTo>
                    <a:pt x="168542" y="277965"/>
                  </a:lnTo>
                  <a:cubicBezTo>
                    <a:pt x="168542" y="277965"/>
                    <a:pt x="168879" y="280353"/>
                    <a:pt x="168879" y="280790"/>
                  </a:cubicBezTo>
                  <a:cubicBezTo>
                    <a:pt x="168879" y="281228"/>
                    <a:pt x="168778" y="283280"/>
                    <a:pt x="168778" y="283280"/>
                  </a:cubicBezTo>
                  <a:lnTo>
                    <a:pt x="168677" y="288494"/>
                  </a:lnTo>
                  <a:lnTo>
                    <a:pt x="168778" y="290109"/>
                  </a:lnTo>
                  <a:lnTo>
                    <a:pt x="170730" y="293372"/>
                  </a:lnTo>
                  <a:lnTo>
                    <a:pt x="175744" y="295659"/>
                  </a:lnTo>
                  <a:cubicBezTo>
                    <a:pt x="175744" y="295659"/>
                    <a:pt x="177359" y="295895"/>
                    <a:pt x="177797" y="296298"/>
                  </a:cubicBezTo>
                  <a:cubicBezTo>
                    <a:pt x="178235" y="296736"/>
                    <a:pt x="179446" y="297947"/>
                    <a:pt x="179884" y="298586"/>
                  </a:cubicBezTo>
                  <a:cubicBezTo>
                    <a:pt x="180321" y="299225"/>
                    <a:pt x="180321" y="300739"/>
                    <a:pt x="180523" y="301176"/>
                  </a:cubicBezTo>
                  <a:cubicBezTo>
                    <a:pt x="180759" y="301613"/>
                    <a:pt x="180321" y="303026"/>
                    <a:pt x="180187" y="303565"/>
                  </a:cubicBezTo>
                  <a:cubicBezTo>
                    <a:pt x="180086" y="304103"/>
                    <a:pt x="180287" y="303901"/>
                    <a:pt x="179412" y="305415"/>
                  </a:cubicBezTo>
                  <a:cubicBezTo>
                    <a:pt x="178538" y="306929"/>
                    <a:pt x="178874" y="308039"/>
                    <a:pt x="177461" y="309014"/>
                  </a:cubicBezTo>
                  <a:cubicBezTo>
                    <a:pt x="176047" y="309990"/>
                    <a:pt x="175408" y="310629"/>
                    <a:pt x="174095" y="311201"/>
                  </a:cubicBezTo>
                  <a:cubicBezTo>
                    <a:pt x="172783" y="311739"/>
                    <a:pt x="172244" y="312277"/>
                    <a:pt x="171706" y="312715"/>
                  </a:cubicBezTo>
                  <a:cubicBezTo>
                    <a:pt x="171167" y="313152"/>
                    <a:pt x="170393" y="312815"/>
                    <a:pt x="169417" y="313253"/>
                  </a:cubicBezTo>
                  <a:cubicBezTo>
                    <a:pt x="168441" y="313690"/>
                    <a:pt x="167229" y="313354"/>
                    <a:pt x="166489" y="313791"/>
                  </a:cubicBezTo>
                  <a:cubicBezTo>
                    <a:pt x="165715" y="314228"/>
                    <a:pt x="165177" y="314767"/>
                    <a:pt x="165177" y="314767"/>
                  </a:cubicBezTo>
                  <a:lnTo>
                    <a:pt x="162888" y="315540"/>
                  </a:lnTo>
                  <a:lnTo>
                    <a:pt x="161576" y="317828"/>
                  </a:lnTo>
                  <a:lnTo>
                    <a:pt x="160936" y="319779"/>
                  </a:lnTo>
                  <a:lnTo>
                    <a:pt x="161710" y="321831"/>
                  </a:lnTo>
                  <a:lnTo>
                    <a:pt x="163763" y="323782"/>
                  </a:lnTo>
                  <a:lnTo>
                    <a:pt x="166254" y="324421"/>
                  </a:lnTo>
                  <a:lnTo>
                    <a:pt x="170595" y="325060"/>
                  </a:lnTo>
                  <a:lnTo>
                    <a:pt x="171470" y="326372"/>
                  </a:lnTo>
                  <a:lnTo>
                    <a:pt x="172547" y="327449"/>
                  </a:lnTo>
                  <a:lnTo>
                    <a:pt x="175038" y="329501"/>
                  </a:lnTo>
                  <a:lnTo>
                    <a:pt x="177864" y="330140"/>
                  </a:lnTo>
                  <a:lnTo>
                    <a:pt x="180153" y="330779"/>
                  </a:lnTo>
                  <a:lnTo>
                    <a:pt x="180927" y="327415"/>
                  </a:lnTo>
                  <a:lnTo>
                    <a:pt x="178841" y="325128"/>
                  </a:lnTo>
                  <a:lnTo>
                    <a:pt x="179278" y="323816"/>
                  </a:lnTo>
                  <a:lnTo>
                    <a:pt x="182206" y="323916"/>
                  </a:lnTo>
                  <a:lnTo>
                    <a:pt x="183619" y="324993"/>
                  </a:lnTo>
                  <a:lnTo>
                    <a:pt x="185134" y="327381"/>
                  </a:lnTo>
                  <a:lnTo>
                    <a:pt x="187961" y="328088"/>
                  </a:lnTo>
                  <a:lnTo>
                    <a:pt x="190249" y="327045"/>
                  </a:lnTo>
                  <a:lnTo>
                    <a:pt x="193076" y="327045"/>
                  </a:lnTo>
                  <a:lnTo>
                    <a:pt x="194524" y="326103"/>
                  </a:lnTo>
                  <a:lnTo>
                    <a:pt x="194961" y="325027"/>
                  </a:lnTo>
                  <a:cubicBezTo>
                    <a:pt x="194961" y="325027"/>
                    <a:pt x="197216" y="322840"/>
                    <a:pt x="197586" y="322840"/>
                  </a:cubicBezTo>
                  <a:cubicBezTo>
                    <a:pt x="197956" y="322840"/>
                    <a:pt x="200177" y="322134"/>
                    <a:pt x="200177" y="322134"/>
                  </a:cubicBezTo>
                  <a:lnTo>
                    <a:pt x="200446" y="319409"/>
                  </a:lnTo>
                  <a:cubicBezTo>
                    <a:pt x="200446" y="319409"/>
                    <a:pt x="199942" y="316987"/>
                    <a:pt x="199875" y="316886"/>
                  </a:cubicBezTo>
                  <a:cubicBezTo>
                    <a:pt x="199807" y="316785"/>
                    <a:pt x="199101" y="315439"/>
                    <a:pt x="199101" y="315439"/>
                  </a:cubicBezTo>
                  <a:lnTo>
                    <a:pt x="200446" y="313959"/>
                  </a:lnTo>
                  <a:lnTo>
                    <a:pt x="202466" y="313152"/>
                  </a:lnTo>
                  <a:lnTo>
                    <a:pt x="205259" y="313152"/>
                  </a:lnTo>
                  <a:lnTo>
                    <a:pt x="206942" y="315507"/>
                  </a:lnTo>
                  <a:lnTo>
                    <a:pt x="207851" y="317693"/>
                  </a:lnTo>
                  <a:lnTo>
                    <a:pt x="207851" y="319241"/>
                  </a:lnTo>
                  <a:lnTo>
                    <a:pt x="208591" y="320889"/>
                  </a:lnTo>
                  <a:cubicBezTo>
                    <a:pt x="208591" y="320889"/>
                    <a:pt x="210409" y="322840"/>
                    <a:pt x="210543" y="322975"/>
                  </a:cubicBezTo>
                  <a:cubicBezTo>
                    <a:pt x="210644" y="323076"/>
                    <a:pt x="213101" y="324589"/>
                    <a:pt x="213101" y="324589"/>
                  </a:cubicBezTo>
                  <a:lnTo>
                    <a:pt x="213101" y="326170"/>
                  </a:lnTo>
                  <a:cubicBezTo>
                    <a:pt x="213101" y="326170"/>
                    <a:pt x="212730" y="327415"/>
                    <a:pt x="212764" y="327516"/>
                  </a:cubicBezTo>
                  <a:cubicBezTo>
                    <a:pt x="212798" y="327617"/>
                    <a:pt x="213740" y="328828"/>
                    <a:pt x="213976" y="328895"/>
                  </a:cubicBezTo>
                  <a:cubicBezTo>
                    <a:pt x="214245" y="328962"/>
                    <a:pt x="215894" y="328996"/>
                    <a:pt x="216365" y="329164"/>
                  </a:cubicBezTo>
                  <a:cubicBezTo>
                    <a:pt x="216837" y="329299"/>
                    <a:pt x="217341" y="329030"/>
                    <a:pt x="217779" y="329366"/>
                  </a:cubicBezTo>
                  <a:cubicBezTo>
                    <a:pt x="218216" y="329736"/>
                    <a:pt x="219697" y="331115"/>
                    <a:pt x="219798" y="331183"/>
                  </a:cubicBezTo>
                  <a:cubicBezTo>
                    <a:pt x="219899" y="331250"/>
                    <a:pt x="223870" y="333537"/>
                    <a:pt x="223870" y="333537"/>
                  </a:cubicBezTo>
                  <a:lnTo>
                    <a:pt x="225654" y="333975"/>
                  </a:lnTo>
                  <a:lnTo>
                    <a:pt x="229490" y="335522"/>
                  </a:lnTo>
                  <a:lnTo>
                    <a:pt x="232755" y="334547"/>
                  </a:lnTo>
                  <a:lnTo>
                    <a:pt x="235043" y="335320"/>
                  </a:lnTo>
                  <a:lnTo>
                    <a:pt x="237534" y="337507"/>
                  </a:lnTo>
                  <a:lnTo>
                    <a:pt x="240024" y="338987"/>
                  </a:lnTo>
                  <a:lnTo>
                    <a:pt x="242515" y="339256"/>
                  </a:lnTo>
                  <a:lnTo>
                    <a:pt x="243491" y="339256"/>
                  </a:lnTo>
                  <a:lnTo>
                    <a:pt x="244029" y="340568"/>
                  </a:lnTo>
                  <a:cubicBezTo>
                    <a:pt x="244029" y="340568"/>
                    <a:pt x="244702" y="341779"/>
                    <a:pt x="245006" y="341981"/>
                  </a:cubicBezTo>
                  <a:cubicBezTo>
                    <a:pt x="245342" y="342183"/>
                    <a:pt x="249885" y="342856"/>
                    <a:pt x="249885" y="342856"/>
                  </a:cubicBezTo>
                  <a:lnTo>
                    <a:pt x="251534" y="342957"/>
                  </a:lnTo>
                  <a:lnTo>
                    <a:pt x="252847" y="346758"/>
                  </a:lnTo>
                  <a:lnTo>
                    <a:pt x="253486" y="348843"/>
                  </a:lnTo>
                  <a:lnTo>
                    <a:pt x="255674" y="352006"/>
                  </a:lnTo>
                  <a:lnTo>
                    <a:pt x="258602" y="354495"/>
                  </a:lnTo>
                  <a:lnTo>
                    <a:pt x="261429" y="354293"/>
                  </a:lnTo>
                  <a:cubicBezTo>
                    <a:pt x="261429" y="354293"/>
                    <a:pt x="262943" y="356244"/>
                    <a:pt x="263078" y="356581"/>
                  </a:cubicBezTo>
                  <a:cubicBezTo>
                    <a:pt x="263179" y="356917"/>
                    <a:pt x="263852" y="359743"/>
                    <a:pt x="263852" y="359743"/>
                  </a:cubicBezTo>
                  <a:lnTo>
                    <a:pt x="262337" y="363342"/>
                  </a:lnTo>
                  <a:cubicBezTo>
                    <a:pt x="262337" y="363342"/>
                    <a:pt x="261698" y="364217"/>
                    <a:pt x="261698" y="364856"/>
                  </a:cubicBezTo>
                  <a:cubicBezTo>
                    <a:pt x="261698" y="365495"/>
                    <a:pt x="261799" y="367143"/>
                    <a:pt x="262237" y="367682"/>
                  </a:cubicBezTo>
                  <a:cubicBezTo>
                    <a:pt x="262674" y="368220"/>
                    <a:pt x="263852" y="369094"/>
                    <a:pt x="263852" y="369094"/>
                  </a:cubicBezTo>
                  <a:lnTo>
                    <a:pt x="264491" y="372358"/>
                  </a:lnTo>
                  <a:lnTo>
                    <a:pt x="263852" y="375183"/>
                  </a:lnTo>
                  <a:lnTo>
                    <a:pt x="262674" y="376159"/>
                  </a:lnTo>
                  <a:cubicBezTo>
                    <a:pt x="262674" y="376159"/>
                    <a:pt x="264626" y="379085"/>
                    <a:pt x="265064" y="379422"/>
                  </a:cubicBezTo>
                  <a:cubicBezTo>
                    <a:pt x="265501" y="379758"/>
                    <a:pt x="265703" y="379220"/>
                    <a:pt x="266814" y="379758"/>
                  </a:cubicBezTo>
                  <a:cubicBezTo>
                    <a:pt x="267890" y="380297"/>
                    <a:pt x="267890" y="379657"/>
                    <a:pt x="269539" y="379960"/>
                  </a:cubicBezTo>
                  <a:cubicBezTo>
                    <a:pt x="271155" y="380297"/>
                    <a:pt x="272367" y="380734"/>
                    <a:pt x="273241" y="380397"/>
                  </a:cubicBezTo>
                  <a:cubicBezTo>
                    <a:pt x="274116" y="380061"/>
                    <a:pt x="274991" y="375890"/>
                    <a:pt x="274991" y="375890"/>
                  </a:cubicBezTo>
                  <a:cubicBezTo>
                    <a:pt x="274991" y="375890"/>
                    <a:pt x="276169" y="373670"/>
                    <a:pt x="276237" y="373434"/>
                  </a:cubicBezTo>
                  <a:cubicBezTo>
                    <a:pt x="276304" y="373232"/>
                    <a:pt x="277718" y="371046"/>
                    <a:pt x="277718" y="371046"/>
                  </a:cubicBezTo>
                  <a:cubicBezTo>
                    <a:pt x="277718" y="371046"/>
                    <a:pt x="278256" y="369532"/>
                    <a:pt x="278256" y="369263"/>
                  </a:cubicBezTo>
                  <a:cubicBezTo>
                    <a:pt x="278256" y="368994"/>
                    <a:pt x="279030" y="367244"/>
                    <a:pt x="279030" y="366874"/>
                  </a:cubicBezTo>
                  <a:cubicBezTo>
                    <a:pt x="279030" y="366504"/>
                    <a:pt x="279670" y="364654"/>
                    <a:pt x="279838" y="364587"/>
                  </a:cubicBezTo>
                  <a:cubicBezTo>
                    <a:pt x="280006" y="364520"/>
                    <a:pt x="281588" y="363006"/>
                    <a:pt x="281588" y="363006"/>
                  </a:cubicBezTo>
                  <a:lnTo>
                    <a:pt x="282026" y="361324"/>
                  </a:lnTo>
                  <a:cubicBezTo>
                    <a:pt x="282026" y="361324"/>
                    <a:pt x="281857" y="360281"/>
                    <a:pt x="281352" y="359978"/>
                  </a:cubicBezTo>
                  <a:cubicBezTo>
                    <a:pt x="280881" y="359642"/>
                    <a:pt x="279905" y="358532"/>
                    <a:pt x="279939" y="358195"/>
                  </a:cubicBezTo>
                  <a:cubicBezTo>
                    <a:pt x="279972" y="357859"/>
                    <a:pt x="279972" y="357152"/>
                    <a:pt x="280309" y="356883"/>
                  </a:cubicBezTo>
                  <a:cubicBezTo>
                    <a:pt x="280646" y="356614"/>
                    <a:pt x="281992" y="356244"/>
                    <a:pt x="281992" y="356244"/>
                  </a:cubicBezTo>
                  <a:lnTo>
                    <a:pt x="285424" y="354293"/>
                  </a:lnTo>
                  <a:cubicBezTo>
                    <a:pt x="285424" y="354293"/>
                    <a:pt x="288083" y="352174"/>
                    <a:pt x="288151" y="351972"/>
                  </a:cubicBezTo>
                  <a:cubicBezTo>
                    <a:pt x="288218" y="351770"/>
                    <a:pt x="289901" y="349752"/>
                    <a:pt x="289901" y="349752"/>
                  </a:cubicBezTo>
                  <a:cubicBezTo>
                    <a:pt x="289901" y="349752"/>
                    <a:pt x="292526" y="347027"/>
                    <a:pt x="292795" y="346926"/>
                  </a:cubicBezTo>
                  <a:cubicBezTo>
                    <a:pt x="293064" y="346825"/>
                    <a:pt x="293939" y="345580"/>
                    <a:pt x="293939" y="345580"/>
                  </a:cubicBezTo>
                  <a:lnTo>
                    <a:pt x="296228" y="344369"/>
                  </a:lnTo>
                  <a:lnTo>
                    <a:pt x="300064" y="342048"/>
                  </a:lnTo>
                  <a:lnTo>
                    <a:pt x="303632" y="341308"/>
                  </a:lnTo>
                  <a:lnTo>
                    <a:pt x="306088" y="341611"/>
                  </a:lnTo>
                  <a:lnTo>
                    <a:pt x="308612" y="344874"/>
                  </a:lnTo>
                  <a:lnTo>
                    <a:pt x="309858" y="347902"/>
                  </a:lnTo>
                  <a:lnTo>
                    <a:pt x="308478" y="350290"/>
                  </a:lnTo>
                  <a:cubicBezTo>
                    <a:pt x="308478" y="350290"/>
                    <a:pt x="306391" y="351669"/>
                    <a:pt x="306088" y="352039"/>
                  </a:cubicBezTo>
                  <a:cubicBezTo>
                    <a:pt x="305785" y="352409"/>
                    <a:pt x="304069" y="353418"/>
                    <a:pt x="304069" y="353418"/>
                  </a:cubicBezTo>
                  <a:cubicBezTo>
                    <a:pt x="304069" y="353418"/>
                    <a:pt x="303396" y="356009"/>
                    <a:pt x="303362" y="356244"/>
                  </a:cubicBezTo>
                  <a:cubicBezTo>
                    <a:pt x="303295" y="356480"/>
                    <a:pt x="302689" y="358061"/>
                    <a:pt x="302689" y="358061"/>
                  </a:cubicBezTo>
                  <a:lnTo>
                    <a:pt x="301242" y="363208"/>
                  </a:lnTo>
                  <a:lnTo>
                    <a:pt x="300805" y="365091"/>
                  </a:lnTo>
                  <a:cubicBezTo>
                    <a:pt x="300805" y="365091"/>
                    <a:pt x="300232" y="368994"/>
                    <a:pt x="300232" y="369364"/>
                  </a:cubicBezTo>
                  <a:cubicBezTo>
                    <a:pt x="300232" y="369734"/>
                    <a:pt x="299728" y="374645"/>
                    <a:pt x="299728" y="374645"/>
                  </a:cubicBezTo>
                  <a:cubicBezTo>
                    <a:pt x="299728" y="374645"/>
                    <a:pt x="299526" y="377673"/>
                    <a:pt x="299661" y="378043"/>
                  </a:cubicBezTo>
                  <a:cubicBezTo>
                    <a:pt x="299795" y="378413"/>
                    <a:pt x="302185" y="382618"/>
                    <a:pt x="302185" y="382618"/>
                  </a:cubicBezTo>
                  <a:lnTo>
                    <a:pt x="304776" y="383425"/>
                  </a:lnTo>
                  <a:lnTo>
                    <a:pt x="309185" y="382988"/>
                  </a:lnTo>
                  <a:cubicBezTo>
                    <a:pt x="309185" y="382988"/>
                    <a:pt x="312516" y="383492"/>
                    <a:pt x="312819" y="383492"/>
                  </a:cubicBezTo>
                  <a:cubicBezTo>
                    <a:pt x="313089" y="383492"/>
                    <a:pt x="314031" y="385443"/>
                    <a:pt x="314031" y="385443"/>
                  </a:cubicBezTo>
                  <a:lnTo>
                    <a:pt x="314031" y="388908"/>
                  </a:lnTo>
                  <a:lnTo>
                    <a:pt x="314468" y="390489"/>
                  </a:lnTo>
                  <a:lnTo>
                    <a:pt x="313661" y="392003"/>
                  </a:lnTo>
                  <a:cubicBezTo>
                    <a:pt x="313661" y="392003"/>
                    <a:pt x="313021" y="394896"/>
                    <a:pt x="313021" y="395333"/>
                  </a:cubicBezTo>
                  <a:cubicBezTo>
                    <a:pt x="313021" y="395771"/>
                    <a:pt x="312752" y="397285"/>
                    <a:pt x="313223" y="397856"/>
                  </a:cubicBezTo>
                  <a:cubicBezTo>
                    <a:pt x="313728" y="398428"/>
                    <a:pt x="315680" y="401557"/>
                    <a:pt x="316992" y="401624"/>
                  </a:cubicBezTo>
                  <a:cubicBezTo>
                    <a:pt x="318305" y="401691"/>
                    <a:pt x="320190" y="401119"/>
                    <a:pt x="320964" y="401052"/>
                  </a:cubicBezTo>
                  <a:cubicBezTo>
                    <a:pt x="321771" y="400985"/>
                    <a:pt x="323925" y="399606"/>
                    <a:pt x="323925" y="399606"/>
                  </a:cubicBezTo>
                  <a:cubicBezTo>
                    <a:pt x="323925" y="399606"/>
                    <a:pt x="326315" y="400110"/>
                    <a:pt x="326752" y="400682"/>
                  </a:cubicBezTo>
                  <a:cubicBezTo>
                    <a:pt x="327190" y="401254"/>
                    <a:pt x="329276" y="404383"/>
                    <a:pt x="329276" y="404383"/>
                  </a:cubicBezTo>
                  <a:lnTo>
                    <a:pt x="330017" y="406266"/>
                  </a:lnTo>
                  <a:cubicBezTo>
                    <a:pt x="330017" y="406266"/>
                    <a:pt x="327762" y="411178"/>
                    <a:pt x="327392" y="411783"/>
                  </a:cubicBezTo>
                  <a:cubicBezTo>
                    <a:pt x="327022" y="412355"/>
                    <a:pt x="325877" y="413869"/>
                    <a:pt x="325810" y="414407"/>
                  </a:cubicBezTo>
                  <a:cubicBezTo>
                    <a:pt x="325743" y="414912"/>
                    <a:pt x="329276" y="418814"/>
                    <a:pt x="329276" y="418814"/>
                  </a:cubicBezTo>
                  <a:lnTo>
                    <a:pt x="330017" y="421942"/>
                  </a:lnTo>
                  <a:lnTo>
                    <a:pt x="332911" y="425273"/>
                  </a:lnTo>
                  <a:lnTo>
                    <a:pt x="333349" y="427594"/>
                  </a:lnTo>
                  <a:cubicBezTo>
                    <a:pt x="333349" y="427594"/>
                    <a:pt x="333551" y="429410"/>
                    <a:pt x="333349" y="429612"/>
                  </a:cubicBezTo>
                  <a:cubicBezTo>
                    <a:pt x="333147" y="429848"/>
                    <a:pt x="334661" y="431631"/>
                    <a:pt x="335974" y="431631"/>
                  </a:cubicBezTo>
                  <a:cubicBezTo>
                    <a:pt x="337286" y="431631"/>
                    <a:pt x="338296" y="431631"/>
                    <a:pt x="338801" y="431563"/>
                  </a:cubicBezTo>
                  <a:cubicBezTo>
                    <a:pt x="339305" y="431496"/>
                    <a:pt x="340685" y="430924"/>
                    <a:pt x="340887" y="430924"/>
                  </a:cubicBezTo>
                  <a:cubicBezTo>
                    <a:pt x="341089" y="430924"/>
                    <a:pt x="341459" y="430790"/>
                    <a:pt x="341829" y="430924"/>
                  </a:cubicBezTo>
                  <a:cubicBezTo>
                    <a:pt x="342200" y="431059"/>
                    <a:pt x="343277" y="432236"/>
                    <a:pt x="343277" y="432236"/>
                  </a:cubicBezTo>
                  <a:lnTo>
                    <a:pt x="344118" y="433212"/>
                  </a:lnTo>
                  <a:lnTo>
                    <a:pt x="345464" y="435196"/>
                  </a:lnTo>
                  <a:lnTo>
                    <a:pt x="345195" y="437450"/>
                  </a:lnTo>
                  <a:lnTo>
                    <a:pt x="344118" y="438527"/>
                  </a:lnTo>
                  <a:lnTo>
                    <a:pt x="343580" y="440982"/>
                  </a:lnTo>
                  <a:lnTo>
                    <a:pt x="343580" y="442799"/>
                  </a:lnTo>
                  <a:cubicBezTo>
                    <a:pt x="343580" y="442799"/>
                    <a:pt x="344959" y="444649"/>
                    <a:pt x="345027" y="444750"/>
                  </a:cubicBezTo>
                  <a:cubicBezTo>
                    <a:pt x="345094" y="444851"/>
                    <a:pt x="346104" y="445255"/>
                    <a:pt x="346272" y="445255"/>
                  </a:cubicBezTo>
                  <a:cubicBezTo>
                    <a:pt x="346440" y="445255"/>
                    <a:pt x="347753" y="446466"/>
                    <a:pt x="347753" y="446466"/>
                  </a:cubicBezTo>
                  <a:lnTo>
                    <a:pt x="349200" y="447105"/>
                  </a:lnTo>
                  <a:lnTo>
                    <a:pt x="350647" y="448215"/>
                  </a:lnTo>
                  <a:cubicBezTo>
                    <a:pt x="350647" y="448215"/>
                    <a:pt x="350714" y="449190"/>
                    <a:pt x="351791" y="449022"/>
                  </a:cubicBezTo>
                  <a:cubicBezTo>
                    <a:pt x="352868" y="448820"/>
                    <a:pt x="353508" y="448720"/>
                    <a:pt x="354147" y="448484"/>
                  </a:cubicBezTo>
                  <a:cubicBezTo>
                    <a:pt x="354787" y="448215"/>
                    <a:pt x="355897" y="447778"/>
                    <a:pt x="356099" y="447643"/>
                  </a:cubicBezTo>
                  <a:cubicBezTo>
                    <a:pt x="356301" y="447508"/>
                    <a:pt x="356806" y="447105"/>
                    <a:pt x="357008" y="447004"/>
                  </a:cubicBezTo>
                  <a:cubicBezTo>
                    <a:pt x="357210" y="446903"/>
                    <a:pt x="357715" y="446466"/>
                    <a:pt x="357715" y="446466"/>
                  </a:cubicBezTo>
                  <a:cubicBezTo>
                    <a:pt x="357715" y="446466"/>
                    <a:pt x="359936" y="445793"/>
                    <a:pt x="360171" y="445793"/>
                  </a:cubicBezTo>
                  <a:cubicBezTo>
                    <a:pt x="360440" y="445793"/>
                    <a:pt x="361383" y="446197"/>
                    <a:pt x="361787" y="446230"/>
                  </a:cubicBezTo>
                  <a:cubicBezTo>
                    <a:pt x="362224" y="446264"/>
                    <a:pt x="363705" y="447441"/>
                    <a:pt x="363705" y="447441"/>
                  </a:cubicBezTo>
                  <a:lnTo>
                    <a:pt x="364109" y="448753"/>
                  </a:lnTo>
                  <a:cubicBezTo>
                    <a:pt x="364109" y="448753"/>
                    <a:pt x="363840" y="449661"/>
                    <a:pt x="363671" y="449863"/>
                  </a:cubicBezTo>
                  <a:cubicBezTo>
                    <a:pt x="363537" y="450065"/>
                    <a:pt x="362897" y="450872"/>
                    <a:pt x="362729" y="451175"/>
                  </a:cubicBezTo>
                  <a:cubicBezTo>
                    <a:pt x="362561" y="451444"/>
                    <a:pt x="361147" y="453665"/>
                    <a:pt x="361013" y="453698"/>
                  </a:cubicBezTo>
                  <a:cubicBezTo>
                    <a:pt x="360912" y="453732"/>
                    <a:pt x="360205" y="455010"/>
                    <a:pt x="360205" y="455111"/>
                  </a:cubicBezTo>
                  <a:cubicBezTo>
                    <a:pt x="360205" y="455212"/>
                    <a:pt x="359229" y="456726"/>
                    <a:pt x="359229" y="456726"/>
                  </a:cubicBezTo>
                  <a:lnTo>
                    <a:pt x="357815" y="461099"/>
                  </a:lnTo>
                  <a:lnTo>
                    <a:pt x="355864" y="464362"/>
                  </a:lnTo>
                  <a:lnTo>
                    <a:pt x="352027" y="466885"/>
                  </a:lnTo>
                  <a:lnTo>
                    <a:pt x="349133" y="469408"/>
                  </a:lnTo>
                  <a:lnTo>
                    <a:pt x="347450" y="472099"/>
                  </a:lnTo>
                  <a:lnTo>
                    <a:pt x="348594" y="474992"/>
                  </a:lnTo>
                  <a:lnTo>
                    <a:pt x="352061" y="475295"/>
                  </a:lnTo>
                  <a:lnTo>
                    <a:pt x="353945" y="476439"/>
                  </a:lnTo>
                  <a:lnTo>
                    <a:pt x="357412" y="478188"/>
                  </a:lnTo>
                  <a:lnTo>
                    <a:pt x="359431" y="481653"/>
                  </a:lnTo>
                  <a:lnTo>
                    <a:pt x="358994" y="484411"/>
                  </a:lnTo>
                  <a:lnTo>
                    <a:pt x="357109" y="487742"/>
                  </a:lnTo>
                  <a:lnTo>
                    <a:pt x="355224" y="491375"/>
                  </a:lnTo>
                  <a:lnTo>
                    <a:pt x="354484" y="493258"/>
                  </a:lnTo>
                  <a:cubicBezTo>
                    <a:pt x="354484" y="493258"/>
                    <a:pt x="354349" y="494402"/>
                    <a:pt x="354484" y="495445"/>
                  </a:cubicBezTo>
                  <a:cubicBezTo>
                    <a:pt x="354618" y="496454"/>
                    <a:pt x="354787" y="497329"/>
                    <a:pt x="356066" y="497329"/>
                  </a:cubicBezTo>
                  <a:cubicBezTo>
                    <a:pt x="357345" y="497329"/>
                    <a:pt x="358522" y="497833"/>
                    <a:pt x="360979" y="497833"/>
                  </a:cubicBezTo>
                  <a:cubicBezTo>
                    <a:pt x="363436" y="497833"/>
                    <a:pt x="364614" y="497632"/>
                    <a:pt x="365186" y="497632"/>
                  </a:cubicBezTo>
                  <a:cubicBezTo>
                    <a:pt x="365758" y="497632"/>
                    <a:pt x="368652" y="497632"/>
                    <a:pt x="368652" y="497632"/>
                  </a:cubicBezTo>
                  <a:lnTo>
                    <a:pt x="370234" y="499515"/>
                  </a:lnTo>
                  <a:cubicBezTo>
                    <a:pt x="370234" y="499515"/>
                    <a:pt x="371243" y="502846"/>
                    <a:pt x="371681" y="503283"/>
                  </a:cubicBezTo>
                  <a:cubicBezTo>
                    <a:pt x="372119" y="503720"/>
                    <a:pt x="372253" y="505470"/>
                    <a:pt x="372422" y="505907"/>
                  </a:cubicBezTo>
                  <a:cubicBezTo>
                    <a:pt x="372556" y="506344"/>
                    <a:pt x="371849" y="507791"/>
                    <a:pt x="372422" y="508363"/>
                  </a:cubicBezTo>
                  <a:cubicBezTo>
                    <a:pt x="372994" y="508934"/>
                    <a:pt x="373431" y="510112"/>
                    <a:pt x="373566" y="510684"/>
                  </a:cubicBezTo>
                  <a:cubicBezTo>
                    <a:pt x="373701" y="511256"/>
                    <a:pt x="376898" y="516201"/>
                    <a:pt x="376898" y="516201"/>
                  </a:cubicBezTo>
                  <a:lnTo>
                    <a:pt x="379792" y="521852"/>
                  </a:lnTo>
                  <a:lnTo>
                    <a:pt x="380667" y="525620"/>
                  </a:lnTo>
                  <a:lnTo>
                    <a:pt x="381980" y="529387"/>
                  </a:lnTo>
                  <a:lnTo>
                    <a:pt x="384301" y="532415"/>
                  </a:lnTo>
                  <a:lnTo>
                    <a:pt x="386826" y="534299"/>
                  </a:lnTo>
                  <a:lnTo>
                    <a:pt x="388643" y="536923"/>
                  </a:lnTo>
                  <a:lnTo>
                    <a:pt x="388643" y="540253"/>
                  </a:lnTo>
                  <a:lnTo>
                    <a:pt x="389787" y="540388"/>
                  </a:lnTo>
                  <a:cubicBezTo>
                    <a:pt x="389787" y="540388"/>
                    <a:pt x="392682" y="541699"/>
                    <a:pt x="393254" y="541699"/>
                  </a:cubicBezTo>
                  <a:cubicBezTo>
                    <a:pt x="393826" y="541699"/>
                    <a:pt x="395710" y="541565"/>
                    <a:pt x="395710" y="541565"/>
                  </a:cubicBezTo>
                  <a:lnTo>
                    <a:pt x="396855" y="541868"/>
                  </a:lnTo>
                  <a:lnTo>
                    <a:pt x="401196" y="547216"/>
                  </a:lnTo>
                  <a:lnTo>
                    <a:pt x="404528" y="551556"/>
                  </a:lnTo>
                  <a:lnTo>
                    <a:pt x="406413" y="555189"/>
                  </a:lnTo>
                  <a:cubicBezTo>
                    <a:pt x="406413" y="555189"/>
                    <a:pt x="406850" y="556938"/>
                    <a:pt x="406413" y="557376"/>
                  </a:cubicBezTo>
                  <a:cubicBezTo>
                    <a:pt x="405975" y="557813"/>
                    <a:pt x="403519" y="559125"/>
                    <a:pt x="403519" y="559125"/>
                  </a:cubicBezTo>
                  <a:lnTo>
                    <a:pt x="400994" y="560134"/>
                  </a:lnTo>
                  <a:lnTo>
                    <a:pt x="400792" y="561580"/>
                  </a:lnTo>
                  <a:lnTo>
                    <a:pt x="400792" y="564642"/>
                  </a:lnTo>
                  <a:lnTo>
                    <a:pt x="399917" y="567972"/>
                  </a:lnTo>
                  <a:cubicBezTo>
                    <a:pt x="399917" y="567972"/>
                    <a:pt x="399480" y="569284"/>
                    <a:pt x="399480" y="569856"/>
                  </a:cubicBezTo>
                  <a:cubicBezTo>
                    <a:pt x="399480" y="570428"/>
                    <a:pt x="399042" y="572614"/>
                    <a:pt x="399042" y="572614"/>
                  </a:cubicBezTo>
                  <a:lnTo>
                    <a:pt x="399042" y="575070"/>
                  </a:lnTo>
                  <a:lnTo>
                    <a:pt x="396855" y="577257"/>
                  </a:lnTo>
                  <a:cubicBezTo>
                    <a:pt x="396855" y="577257"/>
                    <a:pt x="394970" y="578400"/>
                    <a:pt x="394835" y="578838"/>
                  </a:cubicBezTo>
                  <a:cubicBezTo>
                    <a:pt x="394701" y="579275"/>
                    <a:pt x="393086" y="581024"/>
                    <a:pt x="393086" y="581024"/>
                  </a:cubicBezTo>
                  <a:lnTo>
                    <a:pt x="391941" y="582471"/>
                  </a:lnTo>
                  <a:cubicBezTo>
                    <a:pt x="391941" y="582471"/>
                    <a:pt x="391874" y="584489"/>
                    <a:pt x="392143" y="584489"/>
                  </a:cubicBezTo>
                  <a:cubicBezTo>
                    <a:pt x="392412" y="584489"/>
                    <a:pt x="395038" y="584691"/>
                    <a:pt x="395408" y="584691"/>
                  </a:cubicBezTo>
                  <a:cubicBezTo>
                    <a:pt x="395778" y="584691"/>
                    <a:pt x="396989" y="583244"/>
                    <a:pt x="397427" y="582807"/>
                  </a:cubicBezTo>
                  <a:cubicBezTo>
                    <a:pt x="397864" y="582370"/>
                    <a:pt x="398807" y="581428"/>
                    <a:pt x="399009" y="581293"/>
                  </a:cubicBezTo>
                  <a:cubicBezTo>
                    <a:pt x="399244" y="581159"/>
                    <a:pt x="401028" y="581361"/>
                    <a:pt x="401028" y="581361"/>
                  </a:cubicBezTo>
                  <a:cubicBezTo>
                    <a:pt x="401028" y="581361"/>
                    <a:pt x="401533" y="582437"/>
                    <a:pt x="401903" y="582942"/>
                  </a:cubicBezTo>
                  <a:cubicBezTo>
                    <a:pt x="402273" y="583446"/>
                    <a:pt x="402273" y="585767"/>
                    <a:pt x="402273" y="585767"/>
                  </a:cubicBezTo>
                  <a:lnTo>
                    <a:pt x="402341" y="587449"/>
                  </a:lnTo>
                  <a:lnTo>
                    <a:pt x="402206" y="588257"/>
                  </a:lnTo>
                  <a:cubicBezTo>
                    <a:pt x="402206" y="588257"/>
                    <a:pt x="401533" y="589401"/>
                    <a:pt x="401028" y="590309"/>
                  </a:cubicBezTo>
                  <a:lnTo>
                    <a:pt x="403014" y="590073"/>
                  </a:lnTo>
                  <a:lnTo>
                    <a:pt x="408230" y="587214"/>
                  </a:lnTo>
                  <a:lnTo>
                    <a:pt x="412975" y="585364"/>
                  </a:lnTo>
                  <a:lnTo>
                    <a:pt x="418932" y="583615"/>
                  </a:lnTo>
                  <a:lnTo>
                    <a:pt x="423779" y="578939"/>
                  </a:lnTo>
                  <a:lnTo>
                    <a:pt x="426572" y="573489"/>
                  </a:lnTo>
                  <a:lnTo>
                    <a:pt x="427548" y="568039"/>
                  </a:lnTo>
                  <a:lnTo>
                    <a:pt x="428995" y="562421"/>
                  </a:lnTo>
                  <a:lnTo>
                    <a:pt x="432360" y="558654"/>
                  </a:lnTo>
                  <a:lnTo>
                    <a:pt x="435759" y="555391"/>
                  </a:lnTo>
                  <a:lnTo>
                    <a:pt x="438923" y="552632"/>
                  </a:lnTo>
                  <a:lnTo>
                    <a:pt x="443702" y="548192"/>
                  </a:lnTo>
                  <a:cubicBezTo>
                    <a:pt x="443702" y="548192"/>
                    <a:pt x="445486" y="544054"/>
                    <a:pt x="445654" y="543886"/>
                  </a:cubicBezTo>
                  <a:cubicBezTo>
                    <a:pt x="445822" y="543718"/>
                    <a:pt x="447741" y="540522"/>
                    <a:pt x="447741" y="540522"/>
                  </a:cubicBezTo>
                  <a:lnTo>
                    <a:pt x="447741" y="535106"/>
                  </a:lnTo>
                  <a:cubicBezTo>
                    <a:pt x="447741" y="535106"/>
                    <a:pt x="447135" y="532987"/>
                    <a:pt x="447135" y="532785"/>
                  </a:cubicBezTo>
                  <a:cubicBezTo>
                    <a:pt x="447135" y="532549"/>
                    <a:pt x="447909" y="530935"/>
                    <a:pt x="448077" y="530834"/>
                  </a:cubicBezTo>
                  <a:cubicBezTo>
                    <a:pt x="448245" y="530733"/>
                    <a:pt x="451173" y="529051"/>
                    <a:pt x="451173" y="529051"/>
                  </a:cubicBezTo>
                  <a:lnTo>
                    <a:pt x="453832" y="529051"/>
                  </a:lnTo>
                  <a:cubicBezTo>
                    <a:pt x="453832" y="529051"/>
                    <a:pt x="457265" y="526225"/>
                    <a:pt x="457871" y="526057"/>
                  </a:cubicBezTo>
                  <a:cubicBezTo>
                    <a:pt x="458476" y="525889"/>
                    <a:pt x="460428" y="524140"/>
                    <a:pt x="460428" y="524140"/>
                  </a:cubicBezTo>
                  <a:cubicBezTo>
                    <a:pt x="460428" y="524140"/>
                    <a:pt x="460327" y="521650"/>
                    <a:pt x="460428" y="521247"/>
                  </a:cubicBezTo>
                  <a:cubicBezTo>
                    <a:pt x="460529" y="520877"/>
                    <a:pt x="460428" y="519295"/>
                    <a:pt x="460428" y="519295"/>
                  </a:cubicBezTo>
                  <a:lnTo>
                    <a:pt x="458948" y="517714"/>
                  </a:lnTo>
                  <a:lnTo>
                    <a:pt x="458476" y="514889"/>
                  </a:lnTo>
                  <a:lnTo>
                    <a:pt x="459015" y="511256"/>
                  </a:lnTo>
                  <a:lnTo>
                    <a:pt x="459722" y="505873"/>
                  </a:lnTo>
                  <a:lnTo>
                    <a:pt x="460462" y="501096"/>
                  </a:lnTo>
                  <a:cubicBezTo>
                    <a:pt x="460462" y="501096"/>
                    <a:pt x="460125" y="497833"/>
                    <a:pt x="460462" y="497295"/>
                  </a:cubicBezTo>
                  <a:cubicBezTo>
                    <a:pt x="460799" y="496757"/>
                    <a:pt x="463727" y="491106"/>
                    <a:pt x="463727" y="491106"/>
                  </a:cubicBezTo>
                  <a:lnTo>
                    <a:pt x="465476" y="488717"/>
                  </a:lnTo>
                  <a:lnTo>
                    <a:pt x="472308" y="483301"/>
                  </a:lnTo>
                  <a:lnTo>
                    <a:pt x="476111" y="479702"/>
                  </a:lnTo>
                  <a:lnTo>
                    <a:pt x="479914" y="476943"/>
                  </a:lnTo>
                  <a:lnTo>
                    <a:pt x="484054" y="475160"/>
                  </a:lnTo>
                  <a:lnTo>
                    <a:pt x="488597" y="475160"/>
                  </a:lnTo>
                  <a:lnTo>
                    <a:pt x="492198" y="475934"/>
                  </a:lnTo>
                  <a:lnTo>
                    <a:pt x="494319" y="478760"/>
                  </a:lnTo>
                  <a:lnTo>
                    <a:pt x="496439" y="480946"/>
                  </a:lnTo>
                  <a:lnTo>
                    <a:pt x="496439" y="483032"/>
                  </a:lnTo>
                  <a:lnTo>
                    <a:pt x="496439" y="484781"/>
                  </a:lnTo>
                  <a:lnTo>
                    <a:pt x="496977" y="487170"/>
                  </a:lnTo>
                  <a:lnTo>
                    <a:pt x="500343" y="487809"/>
                  </a:lnTo>
                  <a:lnTo>
                    <a:pt x="502093" y="489323"/>
                  </a:lnTo>
                  <a:lnTo>
                    <a:pt x="505694" y="490836"/>
                  </a:lnTo>
                  <a:lnTo>
                    <a:pt x="506905" y="491711"/>
                  </a:lnTo>
                  <a:lnTo>
                    <a:pt x="506905" y="495176"/>
                  </a:lnTo>
                  <a:lnTo>
                    <a:pt x="506266" y="496252"/>
                  </a:lnTo>
                  <a:lnTo>
                    <a:pt x="506367" y="498002"/>
                  </a:lnTo>
                  <a:cubicBezTo>
                    <a:pt x="506367" y="498002"/>
                    <a:pt x="506266" y="498540"/>
                    <a:pt x="506905" y="498977"/>
                  </a:cubicBezTo>
                  <a:cubicBezTo>
                    <a:pt x="507545" y="499415"/>
                    <a:pt x="509396" y="500625"/>
                    <a:pt x="509396" y="500625"/>
                  </a:cubicBezTo>
                  <a:lnTo>
                    <a:pt x="512761" y="502038"/>
                  </a:lnTo>
                  <a:lnTo>
                    <a:pt x="515252" y="501601"/>
                  </a:lnTo>
                  <a:cubicBezTo>
                    <a:pt x="515252" y="501601"/>
                    <a:pt x="516429" y="501803"/>
                    <a:pt x="517843" y="501803"/>
                  </a:cubicBezTo>
                  <a:cubicBezTo>
                    <a:pt x="519257" y="501803"/>
                    <a:pt x="525550" y="502678"/>
                    <a:pt x="525550" y="502678"/>
                  </a:cubicBezTo>
                  <a:lnTo>
                    <a:pt x="536959" y="502038"/>
                  </a:lnTo>
                  <a:lnTo>
                    <a:pt x="541974" y="503216"/>
                  </a:lnTo>
                  <a:lnTo>
                    <a:pt x="544262" y="505840"/>
                  </a:lnTo>
                  <a:cubicBezTo>
                    <a:pt x="544262" y="505840"/>
                    <a:pt x="550353" y="507252"/>
                    <a:pt x="550791" y="507252"/>
                  </a:cubicBezTo>
                  <a:cubicBezTo>
                    <a:pt x="551229" y="507252"/>
                    <a:pt x="556882" y="507791"/>
                    <a:pt x="556882" y="507791"/>
                  </a:cubicBezTo>
                  <a:lnTo>
                    <a:pt x="563512" y="506815"/>
                  </a:lnTo>
                  <a:lnTo>
                    <a:pt x="567315" y="504965"/>
                  </a:lnTo>
                  <a:lnTo>
                    <a:pt x="571556" y="503552"/>
                  </a:lnTo>
                  <a:lnTo>
                    <a:pt x="576234" y="501601"/>
                  </a:lnTo>
                  <a:lnTo>
                    <a:pt x="579936" y="500827"/>
                  </a:lnTo>
                  <a:lnTo>
                    <a:pt x="582662" y="501029"/>
                  </a:lnTo>
                  <a:lnTo>
                    <a:pt x="589931" y="501265"/>
                  </a:lnTo>
                  <a:lnTo>
                    <a:pt x="596460" y="501265"/>
                  </a:lnTo>
                  <a:lnTo>
                    <a:pt x="598210" y="500289"/>
                  </a:lnTo>
                  <a:lnTo>
                    <a:pt x="601677" y="497262"/>
                  </a:lnTo>
                  <a:lnTo>
                    <a:pt x="602451" y="495849"/>
                  </a:lnTo>
                  <a:lnTo>
                    <a:pt x="605480" y="490836"/>
                  </a:lnTo>
                  <a:lnTo>
                    <a:pt x="608643" y="486699"/>
                  </a:lnTo>
                  <a:lnTo>
                    <a:pt x="609518" y="479971"/>
                  </a:lnTo>
                  <a:lnTo>
                    <a:pt x="609518" y="472570"/>
                  </a:lnTo>
                  <a:lnTo>
                    <a:pt x="606355" y="468971"/>
                  </a:lnTo>
                  <a:lnTo>
                    <a:pt x="601777" y="465708"/>
                  </a:lnTo>
                  <a:lnTo>
                    <a:pt x="596898" y="463420"/>
                  </a:lnTo>
                  <a:cubicBezTo>
                    <a:pt x="596898" y="463420"/>
                    <a:pt x="593532" y="462344"/>
                    <a:pt x="593431" y="461906"/>
                  </a:cubicBezTo>
                  <a:cubicBezTo>
                    <a:pt x="593330" y="461469"/>
                    <a:pt x="590806" y="458879"/>
                    <a:pt x="590705" y="458542"/>
                  </a:cubicBezTo>
                  <a:cubicBezTo>
                    <a:pt x="590604" y="458206"/>
                    <a:pt x="587878" y="455279"/>
                    <a:pt x="587878" y="455279"/>
                  </a:cubicBezTo>
                  <a:lnTo>
                    <a:pt x="588215" y="450704"/>
                  </a:lnTo>
                  <a:lnTo>
                    <a:pt x="588753" y="447441"/>
                  </a:lnTo>
                  <a:lnTo>
                    <a:pt x="584176" y="444178"/>
                  </a:lnTo>
                  <a:lnTo>
                    <a:pt x="583436" y="438325"/>
                  </a:lnTo>
                  <a:cubicBezTo>
                    <a:pt x="583436" y="438325"/>
                    <a:pt x="583200" y="435062"/>
                    <a:pt x="583537" y="434725"/>
                  </a:cubicBezTo>
                  <a:cubicBezTo>
                    <a:pt x="583873" y="434389"/>
                    <a:pt x="585825" y="432505"/>
                    <a:pt x="585825" y="432505"/>
                  </a:cubicBezTo>
                  <a:lnTo>
                    <a:pt x="589628" y="431900"/>
                  </a:lnTo>
                  <a:lnTo>
                    <a:pt x="592960" y="430117"/>
                  </a:lnTo>
                  <a:lnTo>
                    <a:pt x="598951" y="430319"/>
                  </a:lnTo>
                  <a:lnTo>
                    <a:pt x="602518" y="429982"/>
                  </a:lnTo>
                  <a:lnTo>
                    <a:pt x="606893" y="429982"/>
                  </a:lnTo>
                  <a:lnTo>
                    <a:pt x="607802" y="431462"/>
                  </a:lnTo>
                  <a:lnTo>
                    <a:pt x="609484" y="433683"/>
                  </a:lnTo>
                  <a:cubicBezTo>
                    <a:pt x="609484" y="433683"/>
                    <a:pt x="612278" y="433683"/>
                    <a:pt x="612379" y="433514"/>
                  </a:cubicBezTo>
                  <a:cubicBezTo>
                    <a:pt x="612480" y="433346"/>
                    <a:pt x="614600" y="430487"/>
                    <a:pt x="614768" y="430420"/>
                  </a:cubicBezTo>
                  <a:cubicBezTo>
                    <a:pt x="614936" y="430352"/>
                    <a:pt x="617797" y="427594"/>
                    <a:pt x="617797" y="427594"/>
                  </a:cubicBezTo>
                  <a:lnTo>
                    <a:pt x="621432" y="423523"/>
                  </a:lnTo>
                  <a:lnTo>
                    <a:pt x="626884" y="420563"/>
                  </a:lnTo>
                  <a:lnTo>
                    <a:pt x="629980" y="418747"/>
                  </a:lnTo>
                  <a:lnTo>
                    <a:pt x="635937" y="417805"/>
                  </a:lnTo>
                  <a:lnTo>
                    <a:pt x="641658" y="417805"/>
                  </a:lnTo>
                  <a:lnTo>
                    <a:pt x="648052" y="416425"/>
                  </a:lnTo>
                  <a:lnTo>
                    <a:pt x="652630" y="415046"/>
                  </a:lnTo>
                  <a:lnTo>
                    <a:pt x="656399" y="412221"/>
                  </a:lnTo>
                  <a:lnTo>
                    <a:pt x="660976" y="406872"/>
                  </a:lnTo>
                  <a:cubicBezTo>
                    <a:pt x="660976" y="406872"/>
                    <a:pt x="663668" y="403474"/>
                    <a:pt x="663938" y="403407"/>
                  </a:cubicBezTo>
                  <a:cubicBezTo>
                    <a:pt x="664207" y="403340"/>
                    <a:pt x="668178" y="399337"/>
                    <a:pt x="668178" y="399337"/>
                  </a:cubicBezTo>
                  <a:lnTo>
                    <a:pt x="670399" y="392306"/>
                  </a:lnTo>
                  <a:lnTo>
                    <a:pt x="670399" y="387394"/>
                  </a:lnTo>
                  <a:lnTo>
                    <a:pt x="670399" y="383257"/>
                  </a:lnTo>
                  <a:lnTo>
                    <a:pt x="670399" y="378682"/>
                  </a:lnTo>
                  <a:cubicBezTo>
                    <a:pt x="670399" y="378682"/>
                    <a:pt x="672217" y="375284"/>
                    <a:pt x="672452" y="375217"/>
                  </a:cubicBezTo>
                  <a:cubicBezTo>
                    <a:pt x="672654" y="375150"/>
                    <a:pt x="675649" y="371147"/>
                    <a:pt x="675649" y="371147"/>
                  </a:cubicBezTo>
                  <a:lnTo>
                    <a:pt x="677164" y="369128"/>
                  </a:lnTo>
                  <a:lnTo>
                    <a:pt x="679351" y="366942"/>
                  </a:lnTo>
                  <a:lnTo>
                    <a:pt x="682044" y="365293"/>
                  </a:lnTo>
                  <a:lnTo>
                    <a:pt x="682750" y="364486"/>
                  </a:lnTo>
                  <a:lnTo>
                    <a:pt x="685006" y="363914"/>
                  </a:lnTo>
                  <a:lnTo>
                    <a:pt x="686957" y="363914"/>
                  </a:lnTo>
                  <a:cubicBezTo>
                    <a:pt x="686957" y="363914"/>
                    <a:pt x="689145" y="365798"/>
                    <a:pt x="689414" y="366101"/>
                  </a:cubicBezTo>
                  <a:cubicBezTo>
                    <a:pt x="689717" y="366403"/>
                    <a:pt x="691501" y="369633"/>
                    <a:pt x="691501" y="369633"/>
                  </a:cubicBezTo>
                  <a:lnTo>
                    <a:pt x="692073" y="371819"/>
                  </a:lnTo>
                  <a:lnTo>
                    <a:pt x="694159" y="372189"/>
                  </a:lnTo>
                  <a:lnTo>
                    <a:pt x="696919" y="371180"/>
                  </a:lnTo>
                  <a:lnTo>
                    <a:pt x="698063" y="369094"/>
                  </a:lnTo>
                  <a:lnTo>
                    <a:pt x="699208" y="363948"/>
                  </a:lnTo>
                  <a:lnTo>
                    <a:pt x="700015" y="361257"/>
                  </a:lnTo>
                  <a:cubicBezTo>
                    <a:pt x="700015" y="361257"/>
                    <a:pt x="701530" y="359507"/>
                    <a:pt x="701900" y="359373"/>
                  </a:cubicBezTo>
                  <a:cubicBezTo>
                    <a:pt x="702270" y="359238"/>
                    <a:pt x="705097" y="357859"/>
                    <a:pt x="705097" y="357859"/>
                  </a:cubicBezTo>
                  <a:cubicBezTo>
                    <a:pt x="705097" y="357859"/>
                    <a:pt x="707722" y="356412"/>
                    <a:pt x="708227" y="356177"/>
                  </a:cubicBezTo>
                  <a:cubicBezTo>
                    <a:pt x="708732" y="355975"/>
                    <a:pt x="709539" y="355302"/>
                    <a:pt x="709742" y="355302"/>
                  </a:cubicBezTo>
                  <a:cubicBezTo>
                    <a:pt x="709943" y="355302"/>
                    <a:pt x="712131" y="353688"/>
                    <a:pt x="712434" y="353351"/>
                  </a:cubicBezTo>
                  <a:cubicBezTo>
                    <a:pt x="712703" y="352981"/>
                    <a:pt x="713612" y="351636"/>
                    <a:pt x="713679" y="351400"/>
                  </a:cubicBezTo>
                  <a:cubicBezTo>
                    <a:pt x="713746" y="351198"/>
                    <a:pt x="713679" y="349079"/>
                    <a:pt x="713679" y="349079"/>
                  </a:cubicBezTo>
                  <a:lnTo>
                    <a:pt x="713477" y="340467"/>
                  </a:lnTo>
                  <a:lnTo>
                    <a:pt x="713881" y="333235"/>
                  </a:lnTo>
                  <a:lnTo>
                    <a:pt x="713881" y="324825"/>
                  </a:lnTo>
                  <a:lnTo>
                    <a:pt x="715631" y="315708"/>
                  </a:lnTo>
                  <a:lnTo>
                    <a:pt x="715631" y="310932"/>
                  </a:lnTo>
                  <a:cubicBezTo>
                    <a:pt x="715631" y="310932"/>
                    <a:pt x="714319" y="307669"/>
                    <a:pt x="714251" y="306794"/>
                  </a:cubicBezTo>
                  <a:cubicBezTo>
                    <a:pt x="714184" y="305919"/>
                    <a:pt x="712669" y="303834"/>
                    <a:pt x="712602" y="303598"/>
                  </a:cubicBezTo>
                  <a:cubicBezTo>
                    <a:pt x="712535" y="303396"/>
                    <a:pt x="713174" y="301580"/>
                    <a:pt x="713174" y="301277"/>
                  </a:cubicBezTo>
                  <a:cubicBezTo>
                    <a:pt x="713174" y="300974"/>
                    <a:pt x="714689" y="299090"/>
                    <a:pt x="714857" y="298889"/>
                  </a:cubicBezTo>
                  <a:cubicBezTo>
                    <a:pt x="714991" y="298687"/>
                    <a:pt x="715934" y="297005"/>
                    <a:pt x="715934" y="297005"/>
                  </a:cubicBezTo>
                  <a:lnTo>
                    <a:pt x="718963" y="294616"/>
                  </a:lnTo>
                  <a:cubicBezTo>
                    <a:pt x="718963" y="294616"/>
                    <a:pt x="720275" y="293977"/>
                    <a:pt x="720545" y="293977"/>
                  </a:cubicBezTo>
                  <a:cubicBezTo>
                    <a:pt x="720847" y="293977"/>
                    <a:pt x="722126" y="293775"/>
                    <a:pt x="722429" y="293607"/>
                  </a:cubicBezTo>
                  <a:cubicBezTo>
                    <a:pt x="722698" y="293473"/>
                    <a:pt x="723876" y="293338"/>
                    <a:pt x="723876" y="293338"/>
                  </a:cubicBezTo>
                  <a:cubicBezTo>
                    <a:pt x="723876" y="293338"/>
                    <a:pt x="725761" y="292665"/>
                    <a:pt x="726131" y="292665"/>
                  </a:cubicBezTo>
                  <a:cubicBezTo>
                    <a:pt x="726501" y="292665"/>
                    <a:pt x="728655" y="292665"/>
                    <a:pt x="728655" y="292665"/>
                  </a:cubicBezTo>
                  <a:lnTo>
                    <a:pt x="731718" y="294616"/>
                  </a:lnTo>
                  <a:lnTo>
                    <a:pt x="735050" y="298586"/>
                  </a:lnTo>
                  <a:cubicBezTo>
                    <a:pt x="735050" y="298586"/>
                    <a:pt x="738449" y="299898"/>
                    <a:pt x="738752" y="299898"/>
                  </a:cubicBezTo>
                  <a:cubicBezTo>
                    <a:pt x="739021" y="299898"/>
                    <a:pt x="743968" y="300201"/>
                    <a:pt x="743968" y="300201"/>
                  </a:cubicBezTo>
                  <a:cubicBezTo>
                    <a:pt x="743968" y="300201"/>
                    <a:pt x="745281" y="300335"/>
                    <a:pt x="745483" y="300402"/>
                  </a:cubicBezTo>
                  <a:cubicBezTo>
                    <a:pt x="745684" y="300470"/>
                    <a:pt x="746930" y="302589"/>
                    <a:pt x="746930" y="302589"/>
                  </a:cubicBezTo>
                  <a:lnTo>
                    <a:pt x="746930" y="305717"/>
                  </a:lnTo>
                  <a:lnTo>
                    <a:pt x="745988" y="309485"/>
                  </a:lnTo>
                  <a:lnTo>
                    <a:pt x="746930" y="312748"/>
                  </a:lnTo>
                  <a:cubicBezTo>
                    <a:pt x="746930" y="312748"/>
                    <a:pt x="746358" y="315641"/>
                    <a:pt x="746189" y="315944"/>
                  </a:cubicBezTo>
                  <a:cubicBezTo>
                    <a:pt x="746055" y="316247"/>
                    <a:pt x="746324" y="319140"/>
                    <a:pt x="746324" y="319140"/>
                  </a:cubicBezTo>
                  <a:cubicBezTo>
                    <a:pt x="746324" y="319140"/>
                    <a:pt x="750531" y="321730"/>
                    <a:pt x="750800" y="321730"/>
                  </a:cubicBezTo>
                  <a:cubicBezTo>
                    <a:pt x="751103" y="321730"/>
                    <a:pt x="757194" y="327381"/>
                    <a:pt x="757194" y="327381"/>
                  </a:cubicBezTo>
                  <a:lnTo>
                    <a:pt x="762175" y="332360"/>
                  </a:lnTo>
                  <a:lnTo>
                    <a:pt x="766820" y="336128"/>
                  </a:lnTo>
                  <a:lnTo>
                    <a:pt x="769276" y="337440"/>
                  </a:lnTo>
                  <a:lnTo>
                    <a:pt x="774695" y="338314"/>
                  </a:lnTo>
                  <a:lnTo>
                    <a:pt x="774695" y="335287"/>
                  </a:lnTo>
                  <a:lnTo>
                    <a:pt x="772844" y="331687"/>
                  </a:lnTo>
                  <a:lnTo>
                    <a:pt x="772507" y="329063"/>
                  </a:lnTo>
                  <a:lnTo>
                    <a:pt x="772709" y="327415"/>
                  </a:lnTo>
                  <a:lnTo>
                    <a:pt x="773887" y="326540"/>
                  </a:lnTo>
                  <a:lnTo>
                    <a:pt x="774661" y="326439"/>
                  </a:lnTo>
                  <a:lnTo>
                    <a:pt x="776849" y="326776"/>
                  </a:lnTo>
                  <a:lnTo>
                    <a:pt x="778700" y="329938"/>
                  </a:lnTo>
                  <a:lnTo>
                    <a:pt x="779844" y="333638"/>
                  </a:lnTo>
                  <a:lnTo>
                    <a:pt x="782604" y="338079"/>
                  </a:lnTo>
                  <a:lnTo>
                    <a:pt x="784455" y="341678"/>
                  </a:lnTo>
                  <a:lnTo>
                    <a:pt x="786104" y="344706"/>
                  </a:lnTo>
                  <a:lnTo>
                    <a:pt x="788594" y="347868"/>
                  </a:lnTo>
                  <a:lnTo>
                    <a:pt x="788594" y="350895"/>
                  </a:lnTo>
                  <a:cubicBezTo>
                    <a:pt x="788594" y="350895"/>
                    <a:pt x="792801" y="354091"/>
                    <a:pt x="793373" y="354091"/>
                  </a:cubicBezTo>
                  <a:cubicBezTo>
                    <a:pt x="793945" y="354091"/>
                    <a:pt x="795965" y="353351"/>
                    <a:pt x="795965" y="353351"/>
                  </a:cubicBezTo>
                  <a:cubicBezTo>
                    <a:pt x="795965" y="353351"/>
                    <a:pt x="797647" y="352914"/>
                    <a:pt x="797984" y="352914"/>
                  </a:cubicBezTo>
                  <a:cubicBezTo>
                    <a:pt x="798354" y="352914"/>
                    <a:pt x="800171" y="354091"/>
                    <a:pt x="800171" y="354091"/>
                  </a:cubicBezTo>
                  <a:cubicBezTo>
                    <a:pt x="800171" y="354091"/>
                    <a:pt x="800811" y="357186"/>
                    <a:pt x="801114" y="357186"/>
                  </a:cubicBezTo>
                  <a:cubicBezTo>
                    <a:pt x="801417" y="357186"/>
                    <a:pt x="801989" y="357489"/>
                    <a:pt x="802729" y="357388"/>
                  </a:cubicBezTo>
                  <a:cubicBezTo>
                    <a:pt x="803436" y="357321"/>
                    <a:pt x="804614" y="356816"/>
                    <a:pt x="804681" y="356143"/>
                  </a:cubicBezTo>
                  <a:cubicBezTo>
                    <a:pt x="804748" y="355504"/>
                    <a:pt x="805623" y="354125"/>
                    <a:pt x="804681" y="353385"/>
                  </a:cubicBezTo>
                  <a:cubicBezTo>
                    <a:pt x="803739" y="352645"/>
                    <a:pt x="802797" y="351871"/>
                    <a:pt x="802594" y="351804"/>
                  </a:cubicBezTo>
                  <a:cubicBezTo>
                    <a:pt x="802393" y="351736"/>
                    <a:pt x="801518" y="350492"/>
                    <a:pt x="801518" y="350492"/>
                  </a:cubicBezTo>
                  <a:lnTo>
                    <a:pt x="800710" y="349348"/>
                  </a:lnTo>
                  <a:lnTo>
                    <a:pt x="798690" y="348339"/>
                  </a:lnTo>
                  <a:lnTo>
                    <a:pt x="796671" y="347464"/>
                  </a:lnTo>
                  <a:cubicBezTo>
                    <a:pt x="796671" y="347464"/>
                    <a:pt x="796032" y="346758"/>
                    <a:pt x="795662" y="345580"/>
                  </a:cubicBezTo>
                  <a:cubicBezTo>
                    <a:pt x="795291" y="344403"/>
                    <a:pt x="793945" y="342317"/>
                    <a:pt x="793777" y="342116"/>
                  </a:cubicBezTo>
                  <a:cubicBezTo>
                    <a:pt x="793642" y="341880"/>
                    <a:pt x="792128" y="340097"/>
                    <a:pt x="792128" y="340097"/>
                  </a:cubicBezTo>
                  <a:cubicBezTo>
                    <a:pt x="792128" y="340097"/>
                    <a:pt x="791320" y="338213"/>
                    <a:pt x="791253" y="337911"/>
                  </a:cubicBezTo>
                  <a:cubicBezTo>
                    <a:pt x="791185" y="337608"/>
                    <a:pt x="789435" y="335085"/>
                    <a:pt x="789435" y="335085"/>
                  </a:cubicBezTo>
                  <a:cubicBezTo>
                    <a:pt x="789435" y="335085"/>
                    <a:pt x="788123" y="331519"/>
                    <a:pt x="788123" y="331250"/>
                  </a:cubicBezTo>
                  <a:cubicBezTo>
                    <a:pt x="788123" y="330947"/>
                    <a:pt x="787988" y="328794"/>
                    <a:pt x="787988" y="328794"/>
                  </a:cubicBezTo>
                  <a:cubicBezTo>
                    <a:pt x="787988" y="328794"/>
                    <a:pt x="788224" y="327852"/>
                    <a:pt x="788224" y="327146"/>
                  </a:cubicBezTo>
                  <a:cubicBezTo>
                    <a:pt x="788224" y="326406"/>
                    <a:pt x="788594" y="325329"/>
                    <a:pt x="788156" y="324959"/>
                  </a:cubicBezTo>
                  <a:cubicBezTo>
                    <a:pt x="787719" y="324589"/>
                    <a:pt x="784455" y="322773"/>
                    <a:pt x="784017" y="322773"/>
                  </a:cubicBezTo>
                  <a:cubicBezTo>
                    <a:pt x="783579" y="322773"/>
                    <a:pt x="782267" y="322134"/>
                    <a:pt x="782267" y="322134"/>
                  </a:cubicBezTo>
                  <a:cubicBezTo>
                    <a:pt x="782267" y="322134"/>
                    <a:pt x="781123" y="320620"/>
                    <a:pt x="781325" y="320048"/>
                  </a:cubicBezTo>
                  <a:cubicBezTo>
                    <a:pt x="781560" y="319476"/>
                    <a:pt x="781762" y="317222"/>
                    <a:pt x="781762" y="317222"/>
                  </a:cubicBezTo>
                  <a:cubicBezTo>
                    <a:pt x="781762" y="317222"/>
                    <a:pt x="782200" y="316011"/>
                    <a:pt x="781459" y="315843"/>
                  </a:cubicBezTo>
                  <a:cubicBezTo>
                    <a:pt x="780719" y="315708"/>
                    <a:pt x="778195" y="315406"/>
                    <a:pt x="777690" y="315776"/>
                  </a:cubicBezTo>
                  <a:cubicBezTo>
                    <a:pt x="777185" y="316146"/>
                    <a:pt x="775738" y="317592"/>
                    <a:pt x="775503" y="317660"/>
                  </a:cubicBezTo>
                  <a:cubicBezTo>
                    <a:pt x="775301" y="317727"/>
                    <a:pt x="773988" y="318669"/>
                    <a:pt x="773113" y="318231"/>
                  </a:cubicBezTo>
                  <a:cubicBezTo>
                    <a:pt x="772238" y="317794"/>
                    <a:pt x="770353" y="316045"/>
                    <a:pt x="770589" y="315338"/>
                  </a:cubicBezTo>
                  <a:cubicBezTo>
                    <a:pt x="770791" y="314598"/>
                    <a:pt x="771161" y="311941"/>
                    <a:pt x="771397" y="311705"/>
                  </a:cubicBezTo>
                  <a:cubicBezTo>
                    <a:pt x="771632" y="311503"/>
                    <a:pt x="775402" y="308510"/>
                    <a:pt x="775402" y="308510"/>
                  </a:cubicBezTo>
                  <a:lnTo>
                    <a:pt x="776781" y="307433"/>
                  </a:lnTo>
                  <a:lnTo>
                    <a:pt x="783445" y="302959"/>
                  </a:lnTo>
                  <a:lnTo>
                    <a:pt x="787719" y="299259"/>
                  </a:lnTo>
                  <a:lnTo>
                    <a:pt x="790614" y="297375"/>
                  </a:lnTo>
                  <a:lnTo>
                    <a:pt x="796907" y="294179"/>
                  </a:lnTo>
                  <a:lnTo>
                    <a:pt x="799666" y="293237"/>
                  </a:lnTo>
                  <a:lnTo>
                    <a:pt x="802797" y="293103"/>
                  </a:lnTo>
                  <a:cubicBezTo>
                    <a:pt x="802797" y="293103"/>
                    <a:pt x="806431" y="292531"/>
                    <a:pt x="806566" y="292228"/>
                  </a:cubicBezTo>
                  <a:cubicBezTo>
                    <a:pt x="806700" y="291925"/>
                    <a:pt x="808013" y="289335"/>
                    <a:pt x="808013" y="289335"/>
                  </a:cubicBezTo>
                  <a:cubicBezTo>
                    <a:pt x="808013" y="289335"/>
                    <a:pt x="808249" y="287586"/>
                    <a:pt x="808450" y="287518"/>
                  </a:cubicBezTo>
                  <a:cubicBezTo>
                    <a:pt x="808652" y="287451"/>
                    <a:pt x="810907" y="287216"/>
                    <a:pt x="811782" y="286879"/>
                  </a:cubicBezTo>
                  <a:cubicBezTo>
                    <a:pt x="812657" y="286509"/>
                    <a:pt x="813667" y="285803"/>
                    <a:pt x="814037" y="285433"/>
                  </a:cubicBezTo>
                  <a:cubicBezTo>
                    <a:pt x="814407" y="285063"/>
                    <a:pt x="816225" y="283616"/>
                    <a:pt x="816730" y="283414"/>
                  </a:cubicBezTo>
                  <a:cubicBezTo>
                    <a:pt x="817234" y="283213"/>
                    <a:pt x="819254" y="282035"/>
                    <a:pt x="819254" y="282035"/>
                  </a:cubicBezTo>
                  <a:lnTo>
                    <a:pt x="819960" y="280790"/>
                  </a:lnTo>
                  <a:lnTo>
                    <a:pt x="819960" y="279647"/>
                  </a:lnTo>
                  <a:cubicBezTo>
                    <a:pt x="819960" y="279647"/>
                    <a:pt x="818816" y="276249"/>
                    <a:pt x="818816" y="275946"/>
                  </a:cubicBezTo>
                  <a:cubicBezTo>
                    <a:pt x="818816" y="275644"/>
                    <a:pt x="817504" y="272986"/>
                    <a:pt x="817504" y="272986"/>
                  </a:cubicBezTo>
                  <a:lnTo>
                    <a:pt x="814609" y="270968"/>
                  </a:lnTo>
                  <a:lnTo>
                    <a:pt x="814744" y="268882"/>
                  </a:lnTo>
                  <a:cubicBezTo>
                    <a:pt x="814609" y="268546"/>
                    <a:pt x="815989" y="265585"/>
                    <a:pt x="816292" y="265451"/>
                  </a:cubicBezTo>
                  <a:close/>
                </a:path>
              </a:pathLst>
            </a:custGeom>
            <a:grpFill/>
            <a:ln w="6350" cap="flat">
              <a:solidFill>
                <a:schemeClr val="bg1"/>
              </a:solidFill>
              <a:prstDash val="solid"/>
              <a:miter/>
            </a:ln>
          </p:spPr>
          <p:txBody>
            <a:bodyPr rtlCol="0" anchor="ctr"/>
            <a:lstStyle/>
            <a:p>
              <a:endParaRPr lang="en-US"/>
            </a:p>
          </p:txBody>
        </p:sp>
        <p:sp>
          <p:nvSpPr>
            <p:cNvPr id="186" name="Freeform 903">
              <a:extLst>
                <a:ext uri="{FF2B5EF4-FFF2-40B4-BE49-F238E27FC236}">
                  <a16:creationId xmlns:a16="http://schemas.microsoft.com/office/drawing/2014/main" id="{92765DB1-7ADE-6879-36C1-B2BB96B29FA4}"/>
                </a:ext>
              </a:extLst>
            </p:cNvPr>
            <p:cNvSpPr/>
            <p:nvPr/>
          </p:nvSpPr>
          <p:spPr>
            <a:xfrm>
              <a:off x="8185600" y="1718655"/>
              <a:ext cx="577811" cy="526277"/>
            </a:xfrm>
            <a:custGeom>
              <a:avLst/>
              <a:gdLst>
                <a:gd name="connsiteX0" fmla="*/ 1109167 w 1109339"/>
                <a:gd name="connsiteY0" fmla="*/ 386721 h 1010399"/>
                <a:gd name="connsiteX1" fmla="*/ 1109066 w 1109339"/>
                <a:gd name="connsiteY1" fmla="*/ 385577 h 1010399"/>
                <a:gd name="connsiteX2" fmla="*/ 1109066 w 1109339"/>
                <a:gd name="connsiteY2" fmla="*/ 384871 h 1010399"/>
                <a:gd name="connsiteX3" fmla="*/ 1108359 w 1109339"/>
                <a:gd name="connsiteY3" fmla="*/ 383391 h 1010399"/>
                <a:gd name="connsiteX4" fmla="*/ 1106508 w 1109339"/>
                <a:gd name="connsiteY4" fmla="*/ 383761 h 1010399"/>
                <a:gd name="connsiteX5" fmla="*/ 1105263 w 1109339"/>
                <a:gd name="connsiteY5" fmla="*/ 384636 h 1010399"/>
                <a:gd name="connsiteX6" fmla="*/ 1104926 w 1109339"/>
                <a:gd name="connsiteY6" fmla="*/ 385779 h 1010399"/>
                <a:gd name="connsiteX7" fmla="*/ 1104051 w 1109339"/>
                <a:gd name="connsiteY7" fmla="*/ 387630 h 1010399"/>
                <a:gd name="connsiteX8" fmla="*/ 1102133 w 1109339"/>
                <a:gd name="connsiteY8" fmla="*/ 388403 h 1010399"/>
                <a:gd name="connsiteX9" fmla="*/ 1099912 w 1109339"/>
                <a:gd name="connsiteY9" fmla="*/ 388841 h 1010399"/>
                <a:gd name="connsiteX10" fmla="*/ 1097691 w 1109339"/>
                <a:gd name="connsiteY10" fmla="*/ 389917 h 1010399"/>
                <a:gd name="connsiteX11" fmla="*/ 1095301 w 1109339"/>
                <a:gd name="connsiteY11" fmla="*/ 390455 h 1010399"/>
                <a:gd name="connsiteX12" fmla="*/ 1091060 w 1109339"/>
                <a:gd name="connsiteY12" fmla="*/ 391397 h 1010399"/>
                <a:gd name="connsiteX13" fmla="*/ 1082142 w 1109339"/>
                <a:gd name="connsiteY13" fmla="*/ 391128 h 1010399"/>
                <a:gd name="connsiteX14" fmla="*/ 1076387 w 1109339"/>
                <a:gd name="connsiteY14" fmla="*/ 391397 h 1010399"/>
                <a:gd name="connsiteX15" fmla="*/ 1071642 w 1109339"/>
                <a:gd name="connsiteY15" fmla="*/ 392474 h 1010399"/>
                <a:gd name="connsiteX16" fmla="*/ 1065921 w 1109339"/>
                <a:gd name="connsiteY16" fmla="*/ 396712 h 1010399"/>
                <a:gd name="connsiteX17" fmla="*/ 1061041 w 1109339"/>
                <a:gd name="connsiteY17" fmla="*/ 398832 h 1010399"/>
                <a:gd name="connsiteX18" fmla="*/ 1048252 w 1109339"/>
                <a:gd name="connsiteY18" fmla="*/ 405122 h 1010399"/>
                <a:gd name="connsiteX19" fmla="*/ 1041689 w 1109339"/>
                <a:gd name="connsiteY19" fmla="*/ 410605 h 1010399"/>
                <a:gd name="connsiteX20" fmla="*/ 1032569 w 1109339"/>
                <a:gd name="connsiteY20" fmla="*/ 415281 h 1010399"/>
                <a:gd name="connsiteX21" fmla="*/ 1011434 w 1109339"/>
                <a:gd name="connsiteY21" fmla="*/ 432236 h 1010399"/>
                <a:gd name="connsiteX22" fmla="*/ 1001977 w 1109339"/>
                <a:gd name="connsiteY22" fmla="*/ 439401 h 1010399"/>
                <a:gd name="connsiteX23" fmla="*/ 990467 w 1109339"/>
                <a:gd name="connsiteY23" fmla="*/ 441588 h 1010399"/>
                <a:gd name="connsiteX24" fmla="*/ 978721 w 1109339"/>
                <a:gd name="connsiteY24" fmla="*/ 445927 h 1010399"/>
                <a:gd name="connsiteX25" fmla="*/ 971115 w 1109339"/>
                <a:gd name="connsiteY25" fmla="*/ 453328 h 1010399"/>
                <a:gd name="connsiteX26" fmla="*/ 963712 w 1109339"/>
                <a:gd name="connsiteY26" fmla="*/ 460056 h 1010399"/>
                <a:gd name="connsiteX27" fmla="*/ 955668 w 1109339"/>
                <a:gd name="connsiteY27" fmla="*/ 467120 h 1010399"/>
                <a:gd name="connsiteX28" fmla="*/ 951428 w 1109339"/>
                <a:gd name="connsiteY28" fmla="*/ 475160 h 1010399"/>
                <a:gd name="connsiteX29" fmla="*/ 945673 w 1109339"/>
                <a:gd name="connsiteY29" fmla="*/ 477885 h 1010399"/>
                <a:gd name="connsiteX30" fmla="*/ 942980 w 1109339"/>
                <a:gd name="connsiteY30" fmla="*/ 477885 h 1010399"/>
                <a:gd name="connsiteX31" fmla="*/ 940355 w 1109339"/>
                <a:gd name="connsiteY31" fmla="*/ 479836 h 1010399"/>
                <a:gd name="connsiteX32" fmla="*/ 939480 w 1109339"/>
                <a:gd name="connsiteY32" fmla="*/ 486463 h 1010399"/>
                <a:gd name="connsiteX33" fmla="*/ 939918 w 1109339"/>
                <a:gd name="connsiteY33" fmla="*/ 492753 h 1010399"/>
                <a:gd name="connsiteX34" fmla="*/ 940120 w 1109339"/>
                <a:gd name="connsiteY34" fmla="*/ 494604 h 1010399"/>
                <a:gd name="connsiteX35" fmla="*/ 939346 w 1109339"/>
                <a:gd name="connsiteY35" fmla="*/ 497766 h 1010399"/>
                <a:gd name="connsiteX36" fmla="*/ 937293 w 1109339"/>
                <a:gd name="connsiteY36" fmla="*/ 498977 h 1010399"/>
                <a:gd name="connsiteX37" fmla="*/ 935543 w 1109339"/>
                <a:gd name="connsiteY37" fmla="*/ 500289 h 1010399"/>
                <a:gd name="connsiteX38" fmla="*/ 930865 w 1109339"/>
                <a:gd name="connsiteY38" fmla="*/ 500726 h 1010399"/>
                <a:gd name="connsiteX39" fmla="*/ 919658 w 1109339"/>
                <a:gd name="connsiteY39" fmla="*/ 500928 h 1010399"/>
                <a:gd name="connsiteX40" fmla="*/ 913364 w 1109339"/>
                <a:gd name="connsiteY40" fmla="*/ 506377 h 1010399"/>
                <a:gd name="connsiteX41" fmla="*/ 906297 w 1109339"/>
                <a:gd name="connsiteY41" fmla="*/ 510179 h 1010399"/>
                <a:gd name="connsiteX42" fmla="*/ 902494 w 1109339"/>
                <a:gd name="connsiteY42" fmla="*/ 512668 h 1010399"/>
                <a:gd name="connsiteX43" fmla="*/ 896402 w 1109339"/>
                <a:gd name="connsiteY43" fmla="*/ 514451 h 1010399"/>
                <a:gd name="connsiteX44" fmla="*/ 890648 w 1109339"/>
                <a:gd name="connsiteY44" fmla="*/ 516133 h 1010399"/>
                <a:gd name="connsiteX45" fmla="*/ 880315 w 1109339"/>
                <a:gd name="connsiteY45" fmla="*/ 516133 h 1010399"/>
                <a:gd name="connsiteX46" fmla="*/ 857834 w 1109339"/>
                <a:gd name="connsiteY46" fmla="*/ 516772 h 1010399"/>
                <a:gd name="connsiteX47" fmla="*/ 852416 w 1109339"/>
                <a:gd name="connsiteY47" fmla="*/ 517108 h 1010399"/>
                <a:gd name="connsiteX48" fmla="*/ 847402 w 1109339"/>
                <a:gd name="connsiteY48" fmla="*/ 518757 h 1010399"/>
                <a:gd name="connsiteX49" fmla="*/ 841646 w 1109339"/>
                <a:gd name="connsiteY49" fmla="*/ 521919 h 1010399"/>
                <a:gd name="connsiteX50" fmla="*/ 835555 w 1109339"/>
                <a:gd name="connsiteY50" fmla="*/ 522558 h 1010399"/>
                <a:gd name="connsiteX51" fmla="*/ 829463 w 1109339"/>
                <a:gd name="connsiteY51" fmla="*/ 524509 h 1010399"/>
                <a:gd name="connsiteX52" fmla="*/ 824348 w 1109339"/>
                <a:gd name="connsiteY52" fmla="*/ 526359 h 1010399"/>
                <a:gd name="connsiteX53" fmla="*/ 817819 w 1109339"/>
                <a:gd name="connsiteY53" fmla="*/ 526696 h 1010399"/>
                <a:gd name="connsiteX54" fmla="*/ 813242 w 1109339"/>
                <a:gd name="connsiteY54" fmla="*/ 525485 h 1010399"/>
                <a:gd name="connsiteX55" fmla="*/ 807790 w 1109339"/>
                <a:gd name="connsiteY55" fmla="*/ 517108 h 1010399"/>
                <a:gd name="connsiteX56" fmla="*/ 803785 w 1109339"/>
                <a:gd name="connsiteY56" fmla="*/ 509607 h 1010399"/>
                <a:gd name="connsiteX57" fmla="*/ 798468 w 1109339"/>
                <a:gd name="connsiteY57" fmla="*/ 505368 h 1010399"/>
                <a:gd name="connsiteX58" fmla="*/ 796078 w 1109339"/>
                <a:gd name="connsiteY58" fmla="*/ 503619 h 1010399"/>
                <a:gd name="connsiteX59" fmla="*/ 790963 w 1109339"/>
                <a:gd name="connsiteY59" fmla="*/ 500894 h 1010399"/>
                <a:gd name="connsiteX60" fmla="*/ 787429 w 1109339"/>
                <a:gd name="connsiteY60" fmla="*/ 498169 h 1010399"/>
                <a:gd name="connsiteX61" fmla="*/ 782044 w 1109339"/>
                <a:gd name="connsiteY61" fmla="*/ 494368 h 1010399"/>
                <a:gd name="connsiteX62" fmla="*/ 782044 w 1109339"/>
                <a:gd name="connsiteY62" fmla="*/ 490903 h 1010399"/>
                <a:gd name="connsiteX63" fmla="*/ 782044 w 1109339"/>
                <a:gd name="connsiteY63" fmla="*/ 485689 h 1010399"/>
                <a:gd name="connsiteX64" fmla="*/ 782044 w 1109339"/>
                <a:gd name="connsiteY64" fmla="*/ 483940 h 1010399"/>
                <a:gd name="connsiteX65" fmla="*/ 784332 w 1109339"/>
                <a:gd name="connsiteY65" fmla="*/ 477952 h 1010399"/>
                <a:gd name="connsiteX66" fmla="*/ 785746 w 1109339"/>
                <a:gd name="connsiteY66" fmla="*/ 475227 h 1010399"/>
                <a:gd name="connsiteX67" fmla="*/ 787059 w 1109339"/>
                <a:gd name="connsiteY67" fmla="*/ 470787 h 1010399"/>
                <a:gd name="connsiteX68" fmla="*/ 786823 w 1109339"/>
                <a:gd name="connsiteY68" fmla="*/ 466010 h 1010399"/>
                <a:gd name="connsiteX69" fmla="*/ 786621 w 1109339"/>
                <a:gd name="connsiteY69" fmla="*/ 461435 h 1010399"/>
                <a:gd name="connsiteX70" fmla="*/ 786285 w 1109339"/>
                <a:gd name="connsiteY70" fmla="*/ 456557 h 1010399"/>
                <a:gd name="connsiteX71" fmla="*/ 784332 w 1109339"/>
                <a:gd name="connsiteY71" fmla="*/ 449056 h 1010399"/>
                <a:gd name="connsiteX72" fmla="*/ 780765 w 1109339"/>
                <a:gd name="connsiteY72" fmla="*/ 444817 h 1010399"/>
                <a:gd name="connsiteX73" fmla="*/ 776323 w 1109339"/>
                <a:gd name="connsiteY73" fmla="*/ 443068 h 1010399"/>
                <a:gd name="connsiteX74" fmla="*/ 772621 w 1109339"/>
                <a:gd name="connsiteY74" fmla="*/ 442832 h 1010399"/>
                <a:gd name="connsiteX75" fmla="*/ 766193 w 1109339"/>
                <a:gd name="connsiteY75" fmla="*/ 442496 h 1010399"/>
                <a:gd name="connsiteX76" fmla="*/ 763265 w 1109339"/>
                <a:gd name="connsiteY76" fmla="*/ 440982 h 1010399"/>
                <a:gd name="connsiteX77" fmla="*/ 761616 w 1109339"/>
                <a:gd name="connsiteY77" fmla="*/ 437517 h 1010399"/>
                <a:gd name="connsiteX78" fmla="*/ 760674 w 1109339"/>
                <a:gd name="connsiteY78" fmla="*/ 434456 h 1010399"/>
                <a:gd name="connsiteX79" fmla="*/ 759428 w 1109339"/>
                <a:gd name="connsiteY79" fmla="*/ 430756 h 1010399"/>
                <a:gd name="connsiteX80" fmla="*/ 759428 w 1109339"/>
                <a:gd name="connsiteY80" fmla="*/ 428266 h 1010399"/>
                <a:gd name="connsiteX81" fmla="*/ 762457 w 1109339"/>
                <a:gd name="connsiteY81" fmla="*/ 424364 h 1010399"/>
                <a:gd name="connsiteX82" fmla="*/ 763770 w 1109339"/>
                <a:gd name="connsiteY82" fmla="*/ 420226 h 1010399"/>
                <a:gd name="connsiteX83" fmla="*/ 767236 w 1109339"/>
                <a:gd name="connsiteY83" fmla="*/ 417502 h 1010399"/>
                <a:gd name="connsiteX84" fmla="*/ 770400 w 1109339"/>
                <a:gd name="connsiteY84" fmla="*/ 414474 h 1010399"/>
                <a:gd name="connsiteX85" fmla="*/ 773126 w 1109339"/>
                <a:gd name="connsiteY85" fmla="*/ 411446 h 1010399"/>
                <a:gd name="connsiteX86" fmla="*/ 773563 w 1109339"/>
                <a:gd name="connsiteY86" fmla="*/ 408856 h 1010399"/>
                <a:gd name="connsiteX87" fmla="*/ 773227 w 1109339"/>
                <a:gd name="connsiteY87" fmla="*/ 407208 h 1010399"/>
                <a:gd name="connsiteX88" fmla="*/ 771275 w 1109339"/>
                <a:gd name="connsiteY88" fmla="*/ 406333 h 1010399"/>
                <a:gd name="connsiteX89" fmla="*/ 767909 w 1109339"/>
                <a:gd name="connsiteY89" fmla="*/ 405257 h 1010399"/>
                <a:gd name="connsiteX90" fmla="*/ 766731 w 1109339"/>
                <a:gd name="connsiteY90" fmla="*/ 404920 h 1010399"/>
                <a:gd name="connsiteX91" fmla="*/ 761077 w 1109339"/>
                <a:gd name="connsiteY91" fmla="*/ 405459 h 1010399"/>
                <a:gd name="connsiteX92" fmla="*/ 758452 w 1109339"/>
                <a:gd name="connsiteY92" fmla="*/ 405896 h 1010399"/>
                <a:gd name="connsiteX93" fmla="*/ 753337 w 1109339"/>
                <a:gd name="connsiteY93" fmla="*/ 406871 h 1010399"/>
                <a:gd name="connsiteX94" fmla="*/ 749231 w 1109339"/>
                <a:gd name="connsiteY94" fmla="*/ 407073 h 1010399"/>
                <a:gd name="connsiteX95" fmla="*/ 742601 w 1109339"/>
                <a:gd name="connsiteY95" fmla="*/ 408385 h 1010399"/>
                <a:gd name="connsiteX96" fmla="*/ 739572 w 1109339"/>
                <a:gd name="connsiteY96" fmla="*/ 409428 h 1010399"/>
                <a:gd name="connsiteX97" fmla="*/ 736106 w 1109339"/>
                <a:gd name="connsiteY97" fmla="*/ 410034 h 1010399"/>
                <a:gd name="connsiteX98" fmla="*/ 732538 w 1109339"/>
                <a:gd name="connsiteY98" fmla="*/ 410034 h 1010399"/>
                <a:gd name="connsiteX99" fmla="*/ 727759 w 1109339"/>
                <a:gd name="connsiteY99" fmla="*/ 409933 h 1010399"/>
                <a:gd name="connsiteX100" fmla="*/ 722206 w 1109339"/>
                <a:gd name="connsiteY100" fmla="*/ 408520 h 1010399"/>
                <a:gd name="connsiteX101" fmla="*/ 718504 w 1109339"/>
                <a:gd name="connsiteY101" fmla="*/ 405492 h 1010399"/>
                <a:gd name="connsiteX102" fmla="*/ 714701 w 1109339"/>
                <a:gd name="connsiteY102" fmla="*/ 403440 h 1010399"/>
                <a:gd name="connsiteX103" fmla="*/ 711672 w 1109339"/>
                <a:gd name="connsiteY103" fmla="*/ 400076 h 1010399"/>
                <a:gd name="connsiteX104" fmla="*/ 704941 w 1109339"/>
                <a:gd name="connsiteY104" fmla="*/ 394963 h 1010399"/>
                <a:gd name="connsiteX105" fmla="*/ 699187 w 1109339"/>
                <a:gd name="connsiteY105" fmla="*/ 389749 h 1010399"/>
                <a:gd name="connsiteX106" fmla="*/ 695720 w 1109339"/>
                <a:gd name="connsiteY106" fmla="*/ 387360 h 1010399"/>
                <a:gd name="connsiteX107" fmla="*/ 691480 w 1109339"/>
                <a:gd name="connsiteY107" fmla="*/ 383391 h 1010399"/>
                <a:gd name="connsiteX108" fmla="*/ 686364 w 1109339"/>
                <a:gd name="connsiteY108" fmla="*/ 379657 h 1010399"/>
                <a:gd name="connsiteX109" fmla="*/ 681787 w 1109339"/>
                <a:gd name="connsiteY109" fmla="*/ 378782 h 1010399"/>
                <a:gd name="connsiteX110" fmla="*/ 677008 w 1109339"/>
                <a:gd name="connsiteY110" fmla="*/ 377908 h 1010399"/>
                <a:gd name="connsiteX111" fmla="*/ 674282 w 1109339"/>
                <a:gd name="connsiteY111" fmla="*/ 376831 h 1010399"/>
                <a:gd name="connsiteX112" fmla="*/ 673071 w 1109339"/>
                <a:gd name="connsiteY112" fmla="*/ 374645 h 1010399"/>
                <a:gd name="connsiteX113" fmla="*/ 672532 w 1109339"/>
                <a:gd name="connsiteY113" fmla="*/ 371718 h 1010399"/>
                <a:gd name="connsiteX114" fmla="*/ 672532 w 1109339"/>
                <a:gd name="connsiteY114" fmla="*/ 369229 h 1010399"/>
                <a:gd name="connsiteX115" fmla="*/ 672532 w 1109339"/>
                <a:gd name="connsiteY115" fmla="*/ 367479 h 1010399"/>
                <a:gd name="connsiteX116" fmla="*/ 670917 w 1109339"/>
                <a:gd name="connsiteY116" fmla="*/ 364015 h 1010399"/>
                <a:gd name="connsiteX117" fmla="*/ 667888 w 1109339"/>
                <a:gd name="connsiteY117" fmla="*/ 361424 h 1010399"/>
                <a:gd name="connsiteX118" fmla="*/ 664724 w 1109339"/>
                <a:gd name="connsiteY118" fmla="*/ 361424 h 1010399"/>
                <a:gd name="connsiteX119" fmla="*/ 663008 w 1109339"/>
                <a:gd name="connsiteY119" fmla="*/ 361424 h 1010399"/>
                <a:gd name="connsiteX120" fmla="*/ 661258 w 1109339"/>
                <a:gd name="connsiteY120" fmla="*/ 361424 h 1010399"/>
                <a:gd name="connsiteX121" fmla="*/ 658767 w 1109339"/>
                <a:gd name="connsiteY121" fmla="*/ 364889 h 1010399"/>
                <a:gd name="connsiteX122" fmla="*/ 658767 w 1109339"/>
                <a:gd name="connsiteY122" fmla="*/ 366739 h 1010399"/>
                <a:gd name="connsiteX123" fmla="*/ 653450 w 1109339"/>
                <a:gd name="connsiteY123" fmla="*/ 369027 h 1010399"/>
                <a:gd name="connsiteX124" fmla="*/ 649008 w 1109339"/>
                <a:gd name="connsiteY124" fmla="*/ 372189 h 1010399"/>
                <a:gd name="connsiteX125" fmla="*/ 645844 w 1109339"/>
                <a:gd name="connsiteY125" fmla="*/ 373501 h 1010399"/>
                <a:gd name="connsiteX126" fmla="*/ 641267 w 1109339"/>
                <a:gd name="connsiteY126" fmla="*/ 373602 h 1010399"/>
                <a:gd name="connsiteX127" fmla="*/ 638676 w 1109339"/>
                <a:gd name="connsiteY127" fmla="*/ 373602 h 1010399"/>
                <a:gd name="connsiteX128" fmla="*/ 634772 w 1109339"/>
                <a:gd name="connsiteY128" fmla="*/ 374241 h 1010399"/>
                <a:gd name="connsiteX129" fmla="*/ 631070 w 1109339"/>
                <a:gd name="connsiteY129" fmla="*/ 373804 h 1010399"/>
                <a:gd name="connsiteX130" fmla="*/ 624103 w 1109339"/>
                <a:gd name="connsiteY130" fmla="*/ 370978 h 1010399"/>
                <a:gd name="connsiteX131" fmla="*/ 622050 w 1109339"/>
                <a:gd name="connsiteY131" fmla="*/ 369767 h 1010399"/>
                <a:gd name="connsiteX132" fmla="*/ 618786 w 1109339"/>
                <a:gd name="connsiteY132" fmla="*/ 367917 h 1010399"/>
                <a:gd name="connsiteX133" fmla="*/ 613031 w 1109339"/>
                <a:gd name="connsiteY133" fmla="*/ 368354 h 1010399"/>
                <a:gd name="connsiteX134" fmla="*/ 607377 w 1109339"/>
                <a:gd name="connsiteY134" fmla="*/ 368354 h 1010399"/>
                <a:gd name="connsiteX135" fmla="*/ 604112 w 1109339"/>
                <a:gd name="connsiteY135" fmla="*/ 366167 h 1010399"/>
                <a:gd name="connsiteX136" fmla="*/ 601925 w 1109339"/>
                <a:gd name="connsiteY136" fmla="*/ 361391 h 1010399"/>
                <a:gd name="connsiteX137" fmla="*/ 601252 w 1109339"/>
                <a:gd name="connsiteY137" fmla="*/ 358228 h 1010399"/>
                <a:gd name="connsiteX138" fmla="*/ 597785 w 1109339"/>
                <a:gd name="connsiteY138" fmla="*/ 355235 h 1010399"/>
                <a:gd name="connsiteX139" fmla="*/ 595295 w 1109339"/>
                <a:gd name="connsiteY139" fmla="*/ 354427 h 1010399"/>
                <a:gd name="connsiteX140" fmla="*/ 589977 w 1109339"/>
                <a:gd name="connsiteY140" fmla="*/ 354427 h 1010399"/>
                <a:gd name="connsiteX141" fmla="*/ 587487 w 1109339"/>
                <a:gd name="connsiteY141" fmla="*/ 353889 h 1010399"/>
                <a:gd name="connsiteX142" fmla="*/ 584121 w 1109339"/>
                <a:gd name="connsiteY142" fmla="*/ 355403 h 1010399"/>
                <a:gd name="connsiteX143" fmla="*/ 581093 w 1109339"/>
                <a:gd name="connsiteY143" fmla="*/ 357690 h 1010399"/>
                <a:gd name="connsiteX144" fmla="*/ 577391 w 1109339"/>
                <a:gd name="connsiteY144" fmla="*/ 360953 h 1010399"/>
                <a:gd name="connsiteX145" fmla="*/ 575102 w 1109339"/>
                <a:gd name="connsiteY145" fmla="*/ 363005 h 1010399"/>
                <a:gd name="connsiteX146" fmla="*/ 572915 w 1109339"/>
                <a:gd name="connsiteY146" fmla="*/ 363241 h 1010399"/>
                <a:gd name="connsiteX147" fmla="*/ 569886 w 1109339"/>
                <a:gd name="connsiteY147" fmla="*/ 363779 h 1010399"/>
                <a:gd name="connsiteX148" fmla="*/ 567833 w 1109339"/>
                <a:gd name="connsiteY148" fmla="*/ 363981 h 1010399"/>
                <a:gd name="connsiteX149" fmla="*/ 566318 w 1109339"/>
                <a:gd name="connsiteY149" fmla="*/ 364183 h 1010399"/>
                <a:gd name="connsiteX150" fmla="*/ 560765 w 1109339"/>
                <a:gd name="connsiteY150" fmla="*/ 364822 h 1010399"/>
                <a:gd name="connsiteX151" fmla="*/ 558712 w 1109339"/>
                <a:gd name="connsiteY151" fmla="*/ 364822 h 1010399"/>
                <a:gd name="connsiteX152" fmla="*/ 552520 w 1109339"/>
                <a:gd name="connsiteY152" fmla="*/ 364822 h 1010399"/>
                <a:gd name="connsiteX153" fmla="*/ 540573 w 1109339"/>
                <a:gd name="connsiteY153" fmla="*/ 364822 h 1010399"/>
                <a:gd name="connsiteX154" fmla="*/ 536130 w 1109339"/>
                <a:gd name="connsiteY154" fmla="*/ 364822 h 1010399"/>
                <a:gd name="connsiteX155" fmla="*/ 530914 w 1109339"/>
                <a:gd name="connsiteY155" fmla="*/ 363745 h 1010399"/>
                <a:gd name="connsiteX156" fmla="*/ 527312 w 1109339"/>
                <a:gd name="connsiteY156" fmla="*/ 362333 h 1010399"/>
                <a:gd name="connsiteX157" fmla="*/ 523308 w 1109339"/>
                <a:gd name="connsiteY157" fmla="*/ 361559 h 1010399"/>
                <a:gd name="connsiteX158" fmla="*/ 518293 w 1109339"/>
                <a:gd name="connsiteY158" fmla="*/ 358531 h 1010399"/>
                <a:gd name="connsiteX159" fmla="*/ 514053 w 1109339"/>
                <a:gd name="connsiteY159" fmla="*/ 352779 h 1010399"/>
                <a:gd name="connsiteX160" fmla="*/ 513077 w 1109339"/>
                <a:gd name="connsiteY160" fmla="*/ 350390 h 1010399"/>
                <a:gd name="connsiteX161" fmla="*/ 509274 w 1109339"/>
                <a:gd name="connsiteY161" fmla="*/ 346926 h 1010399"/>
                <a:gd name="connsiteX162" fmla="*/ 505370 w 1109339"/>
                <a:gd name="connsiteY162" fmla="*/ 344302 h 1010399"/>
                <a:gd name="connsiteX163" fmla="*/ 505101 w 1109339"/>
                <a:gd name="connsiteY163" fmla="*/ 342014 h 1010399"/>
                <a:gd name="connsiteX164" fmla="*/ 503956 w 1109339"/>
                <a:gd name="connsiteY164" fmla="*/ 338751 h 1010399"/>
                <a:gd name="connsiteX165" fmla="*/ 503956 w 1109339"/>
                <a:gd name="connsiteY165" fmla="*/ 332662 h 1010399"/>
                <a:gd name="connsiteX166" fmla="*/ 501567 w 1109339"/>
                <a:gd name="connsiteY166" fmla="*/ 325161 h 1010399"/>
                <a:gd name="connsiteX167" fmla="*/ 503081 w 1109339"/>
                <a:gd name="connsiteY167" fmla="*/ 308644 h 1010399"/>
                <a:gd name="connsiteX168" fmla="*/ 500356 w 1109339"/>
                <a:gd name="connsiteY168" fmla="*/ 305616 h 1010399"/>
                <a:gd name="connsiteX169" fmla="*/ 496350 w 1109339"/>
                <a:gd name="connsiteY169" fmla="*/ 301916 h 1010399"/>
                <a:gd name="connsiteX170" fmla="*/ 493422 w 1109339"/>
                <a:gd name="connsiteY170" fmla="*/ 298888 h 1010399"/>
                <a:gd name="connsiteX171" fmla="*/ 490158 w 1109339"/>
                <a:gd name="connsiteY171" fmla="*/ 297038 h 1010399"/>
                <a:gd name="connsiteX172" fmla="*/ 487230 w 1109339"/>
                <a:gd name="connsiteY172" fmla="*/ 292598 h 1010399"/>
                <a:gd name="connsiteX173" fmla="*/ 483259 w 1109339"/>
                <a:gd name="connsiteY173" fmla="*/ 287821 h 1010399"/>
                <a:gd name="connsiteX174" fmla="*/ 481341 w 1109339"/>
                <a:gd name="connsiteY174" fmla="*/ 279579 h 1010399"/>
                <a:gd name="connsiteX175" fmla="*/ 481341 w 1109339"/>
                <a:gd name="connsiteY175" fmla="*/ 273625 h 1010399"/>
                <a:gd name="connsiteX176" fmla="*/ 479692 w 1109339"/>
                <a:gd name="connsiteY176" fmla="*/ 267200 h 1010399"/>
                <a:gd name="connsiteX177" fmla="*/ 478951 w 1109339"/>
                <a:gd name="connsiteY177" fmla="*/ 261784 h 1010399"/>
                <a:gd name="connsiteX178" fmla="*/ 477437 w 1109339"/>
                <a:gd name="connsiteY178" fmla="*/ 253845 h 1010399"/>
                <a:gd name="connsiteX179" fmla="*/ 472961 w 1109339"/>
                <a:gd name="connsiteY179" fmla="*/ 246814 h 1010399"/>
                <a:gd name="connsiteX180" fmla="*/ 469326 w 1109339"/>
                <a:gd name="connsiteY180" fmla="*/ 242340 h 1010399"/>
                <a:gd name="connsiteX181" fmla="*/ 463672 w 1109339"/>
                <a:gd name="connsiteY181" fmla="*/ 236386 h 1010399"/>
                <a:gd name="connsiteX182" fmla="*/ 458724 w 1109339"/>
                <a:gd name="connsiteY182" fmla="*/ 231306 h 1010399"/>
                <a:gd name="connsiteX183" fmla="*/ 451489 w 1109339"/>
                <a:gd name="connsiteY183" fmla="*/ 224915 h 1010399"/>
                <a:gd name="connsiteX184" fmla="*/ 447147 w 1109339"/>
                <a:gd name="connsiteY184" fmla="*/ 220272 h 1010399"/>
                <a:gd name="connsiteX185" fmla="*/ 441359 w 1109339"/>
                <a:gd name="connsiteY185" fmla="*/ 216370 h 1010399"/>
                <a:gd name="connsiteX186" fmla="*/ 441359 w 1109339"/>
                <a:gd name="connsiteY186" fmla="*/ 214486 h 1010399"/>
                <a:gd name="connsiteX187" fmla="*/ 439609 w 1109339"/>
                <a:gd name="connsiteY187" fmla="*/ 210281 h 1010399"/>
                <a:gd name="connsiteX188" fmla="*/ 439609 w 1109339"/>
                <a:gd name="connsiteY188" fmla="*/ 205807 h 1010399"/>
                <a:gd name="connsiteX189" fmla="*/ 440349 w 1109339"/>
                <a:gd name="connsiteY189" fmla="*/ 203049 h 1010399"/>
                <a:gd name="connsiteX190" fmla="*/ 443547 w 1109339"/>
                <a:gd name="connsiteY190" fmla="*/ 200593 h 1010399"/>
                <a:gd name="connsiteX191" fmla="*/ 444859 w 1109339"/>
                <a:gd name="connsiteY191" fmla="*/ 197397 h 1010399"/>
                <a:gd name="connsiteX192" fmla="*/ 445734 w 1109339"/>
                <a:gd name="connsiteY192" fmla="*/ 193933 h 1010399"/>
                <a:gd name="connsiteX193" fmla="*/ 445027 w 1109339"/>
                <a:gd name="connsiteY193" fmla="*/ 189963 h 1010399"/>
                <a:gd name="connsiteX194" fmla="*/ 443143 w 1109339"/>
                <a:gd name="connsiteY194" fmla="*/ 185825 h 1010399"/>
                <a:gd name="connsiteX195" fmla="*/ 440518 w 1109339"/>
                <a:gd name="connsiteY195" fmla="*/ 185825 h 1010399"/>
                <a:gd name="connsiteX196" fmla="*/ 438633 w 1109339"/>
                <a:gd name="connsiteY196" fmla="*/ 184816 h 1010399"/>
                <a:gd name="connsiteX197" fmla="*/ 437051 w 1109339"/>
                <a:gd name="connsiteY197" fmla="*/ 188012 h 1010399"/>
                <a:gd name="connsiteX198" fmla="*/ 436176 w 1109339"/>
                <a:gd name="connsiteY198" fmla="*/ 191342 h 1010399"/>
                <a:gd name="connsiteX199" fmla="*/ 436176 w 1109339"/>
                <a:gd name="connsiteY199" fmla="*/ 193663 h 1010399"/>
                <a:gd name="connsiteX200" fmla="*/ 435166 w 1109339"/>
                <a:gd name="connsiteY200" fmla="*/ 196287 h 1010399"/>
                <a:gd name="connsiteX201" fmla="*/ 433854 w 1109339"/>
                <a:gd name="connsiteY201" fmla="*/ 198440 h 1010399"/>
                <a:gd name="connsiteX202" fmla="*/ 432407 w 1109339"/>
                <a:gd name="connsiteY202" fmla="*/ 200761 h 1010399"/>
                <a:gd name="connsiteX203" fmla="*/ 431263 w 1109339"/>
                <a:gd name="connsiteY203" fmla="*/ 201199 h 1010399"/>
                <a:gd name="connsiteX204" fmla="*/ 427796 w 1109339"/>
                <a:gd name="connsiteY204" fmla="*/ 200189 h 1010399"/>
                <a:gd name="connsiteX205" fmla="*/ 426416 w 1109339"/>
                <a:gd name="connsiteY205" fmla="*/ 198306 h 1010399"/>
                <a:gd name="connsiteX206" fmla="*/ 425777 w 1109339"/>
                <a:gd name="connsiteY206" fmla="*/ 195413 h 1010399"/>
                <a:gd name="connsiteX207" fmla="*/ 425777 w 1109339"/>
                <a:gd name="connsiteY207" fmla="*/ 190199 h 1010399"/>
                <a:gd name="connsiteX208" fmla="*/ 423118 w 1109339"/>
                <a:gd name="connsiteY208" fmla="*/ 186868 h 1010399"/>
                <a:gd name="connsiteX209" fmla="*/ 420594 w 1109339"/>
                <a:gd name="connsiteY209" fmla="*/ 181654 h 1010399"/>
                <a:gd name="connsiteX210" fmla="*/ 420594 w 1109339"/>
                <a:gd name="connsiteY210" fmla="*/ 178021 h 1010399"/>
                <a:gd name="connsiteX211" fmla="*/ 422613 w 1109339"/>
                <a:gd name="connsiteY211" fmla="*/ 173379 h 1010399"/>
                <a:gd name="connsiteX212" fmla="*/ 421738 w 1109339"/>
                <a:gd name="connsiteY212" fmla="*/ 170486 h 1010399"/>
                <a:gd name="connsiteX213" fmla="*/ 418406 w 1109339"/>
                <a:gd name="connsiteY213" fmla="*/ 167290 h 1010399"/>
                <a:gd name="connsiteX214" fmla="*/ 415647 w 1109339"/>
                <a:gd name="connsiteY214" fmla="*/ 163825 h 1010399"/>
                <a:gd name="connsiteX215" fmla="*/ 411743 w 1109339"/>
                <a:gd name="connsiteY215" fmla="*/ 160797 h 1010399"/>
                <a:gd name="connsiteX216" fmla="*/ 410161 w 1109339"/>
                <a:gd name="connsiteY216" fmla="*/ 159048 h 1010399"/>
                <a:gd name="connsiteX217" fmla="*/ 410161 w 1109339"/>
                <a:gd name="connsiteY217" fmla="*/ 155415 h 1010399"/>
                <a:gd name="connsiteX218" fmla="*/ 410161 w 1109339"/>
                <a:gd name="connsiteY218" fmla="*/ 153666 h 1010399"/>
                <a:gd name="connsiteX219" fmla="*/ 405517 w 1109339"/>
                <a:gd name="connsiteY219" fmla="*/ 149764 h 1010399"/>
                <a:gd name="connsiteX220" fmla="*/ 398113 w 1109339"/>
                <a:gd name="connsiteY220" fmla="*/ 144852 h 1010399"/>
                <a:gd name="connsiteX221" fmla="*/ 394915 w 1109339"/>
                <a:gd name="connsiteY221" fmla="*/ 141825 h 1010399"/>
                <a:gd name="connsiteX222" fmla="*/ 389396 w 1109339"/>
                <a:gd name="connsiteY222" fmla="*/ 136913 h 1010399"/>
                <a:gd name="connsiteX223" fmla="*/ 384920 w 1109339"/>
                <a:gd name="connsiteY223" fmla="*/ 132136 h 1010399"/>
                <a:gd name="connsiteX224" fmla="*/ 384348 w 1109339"/>
                <a:gd name="connsiteY224" fmla="*/ 126788 h 1010399"/>
                <a:gd name="connsiteX225" fmla="*/ 384348 w 1109339"/>
                <a:gd name="connsiteY225" fmla="*/ 122448 h 1010399"/>
                <a:gd name="connsiteX226" fmla="*/ 385660 w 1109339"/>
                <a:gd name="connsiteY226" fmla="*/ 120127 h 1010399"/>
                <a:gd name="connsiteX227" fmla="*/ 388286 w 1109339"/>
                <a:gd name="connsiteY227" fmla="*/ 116797 h 1010399"/>
                <a:gd name="connsiteX228" fmla="*/ 389430 w 1109339"/>
                <a:gd name="connsiteY228" fmla="*/ 115048 h 1010399"/>
                <a:gd name="connsiteX229" fmla="*/ 388992 w 1109339"/>
                <a:gd name="connsiteY229" fmla="*/ 112726 h 1010399"/>
                <a:gd name="connsiteX230" fmla="*/ 387680 w 1109339"/>
                <a:gd name="connsiteY230" fmla="*/ 109632 h 1010399"/>
                <a:gd name="connsiteX231" fmla="*/ 385391 w 1109339"/>
                <a:gd name="connsiteY231" fmla="*/ 107647 h 1010399"/>
                <a:gd name="connsiteX232" fmla="*/ 379603 w 1109339"/>
                <a:gd name="connsiteY232" fmla="*/ 107647 h 1010399"/>
                <a:gd name="connsiteX233" fmla="*/ 374386 w 1109339"/>
                <a:gd name="connsiteY233" fmla="*/ 107647 h 1010399"/>
                <a:gd name="connsiteX234" fmla="*/ 372636 w 1109339"/>
                <a:gd name="connsiteY234" fmla="*/ 107647 h 1010399"/>
                <a:gd name="connsiteX235" fmla="*/ 371761 w 1109339"/>
                <a:gd name="connsiteY235" fmla="*/ 106638 h 1010399"/>
                <a:gd name="connsiteX236" fmla="*/ 371761 w 1109339"/>
                <a:gd name="connsiteY236" fmla="*/ 103879 h 1010399"/>
                <a:gd name="connsiteX237" fmla="*/ 371761 w 1109339"/>
                <a:gd name="connsiteY237" fmla="*/ 101424 h 1010399"/>
                <a:gd name="connsiteX238" fmla="*/ 372771 w 1109339"/>
                <a:gd name="connsiteY238" fmla="*/ 99540 h 1010399"/>
                <a:gd name="connsiteX239" fmla="*/ 374790 w 1109339"/>
                <a:gd name="connsiteY239" fmla="*/ 97656 h 1010399"/>
                <a:gd name="connsiteX240" fmla="*/ 375968 w 1109339"/>
                <a:gd name="connsiteY240" fmla="*/ 94628 h 1010399"/>
                <a:gd name="connsiteX241" fmla="*/ 376237 w 1109339"/>
                <a:gd name="connsiteY241" fmla="*/ 92173 h 1010399"/>
                <a:gd name="connsiteX242" fmla="*/ 376809 w 1109339"/>
                <a:gd name="connsiteY242" fmla="*/ 88102 h 1010399"/>
                <a:gd name="connsiteX243" fmla="*/ 374925 w 1109339"/>
                <a:gd name="connsiteY243" fmla="*/ 84906 h 1010399"/>
                <a:gd name="connsiteX244" fmla="*/ 371627 w 1109339"/>
                <a:gd name="connsiteY244" fmla="*/ 83023 h 1010399"/>
                <a:gd name="connsiteX245" fmla="*/ 368564 w 1109339"/>
                <a:gd name="connsiteY245" fmla="*/ 82283 h 1010399"/>
                <a:gd name="connsiteX246" fmla="*/ 361901 w 1109339"/>
                <a:gd name="connsiteY246" fmla="*/ 77640 h 1010399"/>
                <a:gd name="connsiteX247" fmla="*/ 357256 w 1109339"/>
                <a:gd name="connsiteY247" fmla="*/ 73166 h 1010399"/>
                <a:gd name="connsiteX248" fmla="*/ 354934 w 1109339"/>
                <a:gd name="connsiteY248" fmla="*/ 70912 h 1010399"/>
                <a:gd name="connsiteX249" fmla="*/ 352477 w 1109339"/>
                <a:gd name="connsiteY249" fmla="*/ 69399 h 1010399"/>
                <a:gd name="connsiteX250" fmla="*/ 350020 w 1109339"/>
                <a:gd name="connsiteY250" fmla="*/ 69399 h 1010399"/>
                <a:gd name="connsiteX251" fmla="*/ 346689 w 1109339"/>
                <a:gd name="connsiteY251" fmla="*/ 68019 h 1010399"/>
                <a:gd name="connsiteX252" fmla="*/ 341338 w 1109339"/>
                <a:gd name="connsiteY252" fmla="*/ 67649 h 1010399"/>
                <a:gd name="connsiteX253" fmla="*/ 341338 w 1109339"/>
                <a:gd name="connsiteY253" fmla="*/ 67649 h 1010399"/>
                <a:gd name="connsiteX254" fmla="*/ 339890 w 1109339"/>
                <a:gd name="connsiteY254" fmla="*/ 64319 h 1010399"/>
                <a:gd name="connsiteX255" fmla="*/ 340765 w 1109339"/>
                <a:gd name="connsiteY255" fmla="*/ 62301 h 1010399"/>
                <a:gd name="connsiteX256" fmla="*/ 342515 w 1109339"/>
                <a:gd name="connsiteY256" fmla="*/ 60417 h 1010399"/>
                <a:gd name="connsiteX257" fmla="*/ 344400 w 1109339"/>
                <a:gd name="connsiteY257" fmla="*/ 58836 h 1010399"/>
                <a:gd name="connsiteX258" fmla="*/ 346857 w 1109339"/>
                <a:gd name="connsiteY258" fmla="*/ 57389 h 1010399"/>
                <a:gd name="connsiteX259" fmla="*/ 347429 w 1109339"/>
                <a:gd name="connsiteY259" fmla="*/ 54496 h 1010399"/>
                <a:gd name="connsiteX260" fmla="*/ 345410 w 1109339"/>
                <a:gd name="connsiteY260" fmla="*/ 52915 h 1010399"/>
                <a:gd name="connsiteX261" fmla="*/ 342953 w 1109339"/>
                <a:gd name="connsiteY261" fmla="*/ 52209 h 1010399"/>
                <a:gd name="connsiteX262" fmla="*/ 339924 w 1109339"/>
                <a:gd name="connsiteY262" fmla="*/ 50628 h 1010399"/>
                <a:gd name="connsiteX263" fmla="*/ 338914 w 1109339"/>
                <a:gd name="connsiteY263" fmla="*/ 48878 h 1010399"/>
                <a:gd name="connsiteX264" fmla="*/ 336323 w 1109339"/>
                <a:gd name="connsiteY264" fmla="*/ 46692 h 1010399"/>
                <a:gd name="connsiteX265" fmla="*/ 334304 w 1109339"/>
                <a:gd name="connsiteY265" fmla="*/ 45380 h 1010399"/>
                <a:gd name="connsiteX266" fmla="*/ 331409 w 1109339"/>
                <a:gd name="connsiteY266" fmla="*/ 44001 h 1010399"/>
                <a:gd name="connsiteX267" fmla="*/ 328078 w 1109339"/>
                <a:gd name="connsiteY267" fmla="*/ 43361 h 1010399"/>
                <a:gd name="connsiteX268" fmla="*/ 325756 w 1109339"/>
                <a:gd name="connsiteY268" fmla="*/ 43361 h 1010399"/>
                <a:gd name="connsiteX269" fmla="*/ 318217 w 1109339"/>
                <a:gd name="connsiteY269" fmla="*/ 42352 h 1010399"/>
                <a:gd name="connsiteX270" fmla="*/ 311856 w 1109339"/>
                <a:gd name="connsiteY270" fmla="*/ 41343 h 1010399"/>
                <a:gd name="connsiteX271" fmla="*/ 309534 w 1109339"/>
                <a:gd name="connsiteY271" fmla="*/ 37710 h 1010399"/>
                <a:gd name="connsiteX272" fmla="*/ 308524 w 1109339"/>
                <a:gd name="connsiteY272" fmla="*/ 31924 h 1010399"/>
                <a:gd name="connsiteX273" fmla="*/ 304620 w 1109339"/>
                <a:gd name="connsiteY273" fmla="*/ 27854 h 1010399"/>
                <a:gd name="connsiteX274" fmla="*/ 300144 w 1109339"/>
                <a:gd name="connsiteY274" fmla="*/ 25768 h 1010399"/>
                <a:gd name="connsiteX275" fmla="*/ 294625 w 1109339"/>
                <a:gd name="connsiteY275" fmla="*/ 24254 h 1010399"/>
                <a:gd name="connsiteX276" fmla="*/ 290990 w 1109339"/>
                <a:gd name="connsiteY276" fmla="*/ 24254 h 1010399"/>
                <a:gd name="connsiteX277" fmla="*/ 287793 w 1109339"/>
                <a:gd name="connsiteY277" fmla="*/ 23615 h 1010399"/>
                <a:gd name="connsiteX278" fmla="*/ 280254 w 1109339"/>
                <a:gd name="connsiteY278" fmla="*/ 20789 h 1010399"/>
                <a:gd name="connsiteX279" fmla="*/ 277057 w 1109339"/>
                <a:gd name="connsiteY279" fmla="*/ 20789 h 1010399"/>
                <a:gd name="connsiteX280" fmla="*/ 275038 w 1109339"/>
                <a:gd name="connsiteY280" fmla="*/ 19040 h 1010399"/>
                <a:gd name="connsiteX281" fmla="*/ 272144 w 1109339"/>
                <a:gd name="connsiteY281" fmla="*/ 18031 h 1010399"/>
                <a:gd name="connsiteX282" fmla="*/ 267937 w 1109339"/>
                <a:gd name="connsiteY282" fmla="*/ 16450 h 1010399"/>
                <a:gd name="connsiteX283" fmla="*/ 265177 w 1109339"/>
                <a:gd name="connsiteY283" fmla="*/ 18199 h 1010399"/>
                <a:gd name="connsiteX284" fmla="*/ 261105 w 1109339"/>
                <a:gd name="connsiteY284" fmla="*/ 19343 h 1010399"/>
                <a:gd name="connsiteX285" fmla="*/ 257201 w 1109339"/>
                <a:gd name="connsiteY285" fmla="*/ 22673 h 1010399"/>
                <a:gd name="connsiteX286" fmla="*/ 254610 w 1109339"/>
                <a:gd name="connsiteY286" fmla="*/ 24422 h 1010399"/>
                <a:gd name="connsiteX287" fmla="*/ 251715 w 1109339"/>
                <a:gd name="connsiteY287" fmla="*/ 25734 h 1010399"/>
                <a:gd name="connsiteX288" fmla="*/ 249258 w 1109339"/>
                <a:gd name="connsiteY288" fmla="*/ 26744 h 1010399"/>
                <a:gd name="connsiteX289" fmla="*/ 243907 w 1109339"/>
                <a:gd name="connsiteY289" fmla="*/ 27484 h 1010399"/>
                <a:gd name="connsiteX290" fmla="*/ 241720 w 1109339"/>
                <a:gd name="connsiteY290" fmla="*/ 26744 h 1010399"/>
                <a:gd name="connsiteX291" fmla="*/ 236806 w 1109339"/>
                <a:gd name="connsiteY291" fmla="*/ 24422 h 1010399"/>
                <a:gd name="connsiteX292" fmla="*/ 233475 w 1109339"/>
                <a:gd name="connsiteY292" fmla="*/ 23110 h 1010399"/>
                <a:gd name="connsiteX293" fmla="*/ 230883 w 1109339"/>
                <a:gd name="connsiteY293" fmla="*/ 22976 h 1010399"/>
                <a:gd name="connsiteX294" fmla="*/ 225364 w 1109339"/>
                <a:gd name="connsiteY294" fmla="*/ 22673 h 1010399"/>
                <a:gd name="connsiteX295" fmla="*/ 221897 w 1109339"/>
                <a:gd name="connsiteY295" fmla="*/ 24120 h 1010399"/>
                <a:gd name="connsiteX296" fmla="*/ 217690 w 1109339"/>
                <a:gd name="connsiteY296" fmla="*/ 23985 h 1010399"/>
                <a:gd name="connsiteX297" fmla="*/ 215066 w 1109339"/>
                <a:gd name="connsiteY297" fmla="*/ 19780 h 1010399"/>
                <a:gd name="connsiteX298" fmla="*/ 213315 w 1109339"/>
                <a:gd name="connsiteY298" fmla="*/ 14431 h 1010399"/>
                <a:gd name="connsiteX299" fmla="*/ 210556 w 1109339"/>
                <a:gd name="connsiteY299" fmla="*/ 12615 h 1010399"/>
                <a:gd name="connsiteX300" fmla="*/ 207224 w 1109339"/>
                <a:gd name="connsiteY300" fmla="*/ 10361 h 1010399"/>
                <a:gd name="connsiteX301" fmla="*/ 202310 w 1109339"/>
                <a:gd name="connsiteY301" fmla="*/ 10361 h 1010399"/>
                <a:gd name="connsiteX302" fmla="*/ 197834 w 1109339"/>
                <a:gd name="connsiteY302" fmla="*/ 9789 h 1010399"/>
                <a:gd name="connsiteX303" fmla="*/ 187267 w 1109339"/>
                <a:gd name="connsiteY303" fmla="*/ 8645 h 1010399"/>
                <a:gd name="connsiteX304" fmla="*/ 184944 w 1109339"/>
                <a:gd name="connsiteY304" fmla="*/ 8645 h 1010399"/>
                <a:gd name="connsiteX305" fmla="*/ 177272 w 1109339"/>
                <a:gd name="connsiteY305" fmla="*/ 7064 h 1010399"/>
                <a:gd name="connsiteX306" fmla="*/ 174814 w 1109339"/>
                <a:gd name="connsiteY306" fmla="*/ 4037 h 1010399"/>
                <a:gd name="connsiteX307" fmla="*/ 172930 w 1109339"/>
                <a:gd name="connsiteY307" fmla="*/ 1716 h 1010399"/>
                <a:gd name="connsiteX308" fmla="*/ 170036 w 1109339"/>
                <a:gd name="connsiteY308" fmla="*/ 572 h 1010399"/>
                <a:gd name="connsiteX309" fmla="*/ 164684 w 1109339"/>
                <a:gd name="connsiteY309" fmla="*/ 0 h 1010399"/>
                <a:gd name="connsiteX310" fmla="*/ 158896 w 1109339"/>
                <a:gd name="connsiteY310" fmla="*/ 0 h 1010399"/>
                <a:gd name="connsiteX311" fmla="*/ 145434 w 1109339"/>
                <a:gd name="connsiteY311" fmla="*/ 0 h 1010399"/>
                <a:gd name="connsiteX312" fmla="*/ 141530 w 1109339"/>
                <a:gd name="connsiteY312" fmla="*/ 0 h 1010399"/>
                <a:gd name="connsiteX313" fmla="*/ 136314 w 1109339"/>
                <a:gd name="connsiteY313" fmla="*/ 0 h 1010399"/>
                <a:gd name="connsiteX314" fmla="*/ 129347 w 1109339"/>
                <a:gd name="connsiteY314" fmla="*/ 0 h 1010399"/>
                <a:gd name="connsiteX315" fmla="*/ 118174 w 1109339"/>
                <a:gd name="connsiteY315" fmla="*/ 1009 h 1010399"/>
                <a:gd name="connsiteX316" fmla="*/ 115280 w 1109339"/>
                <a:gd name="connsiteY316" fmla="*/ 3633 h 1010399"/>
                <a:gd name="connsiteX317" fmla="*/ 110501 w 1109339"/>
                <a:gd name="connsiteY317" fmla="*/ 7535 h 1010399"/>
                <a:gd name="connsiteX318" fmla="*/ 103265 w 1109339"/>
                <a:gd name="connsiteY318" fmla="*/ 10294 h 1010399"/>
                <a:gd name="connsiteX319" fmla="*/ 98620 w 1109339"/>
                <a:gd name="connsiteY319" fmla="*/ 12884 h 1010399"/>
                <a:gd name="connsiteX320" fmla="*/ 89770 w 1109339"/>
                <a:gd name="connsiteY320" fmla="*/ 12009 h 1010399"/>
                <a:gd name="connsiteX321" fmla="*/ 82534 w 1109339"/>
                <a:gd name="connsiteY321" fmla="*/ 9823 h 1010399"/>
                <a:gd name="connsiteX322" fmla="*/ 76880 w 1109339"/>
                <a:gd name="connsiteY322" fmla="*/ 9957 h 1010399"/>
                <a:gd name="connsiteX323" fmla="*/ 71798 w 1109339"/>
                <a:gd name="connsiteY323" fmla="*/ 10832 h 1010399"/>
                <a:gd name="connsiteX324" fmla="*/ 70485 w 1109339"/>
                <a:gd name="connsiteY324" fmla="*/ 12850 h 1010399"/>
                <a:gd name="connsiteX325" fmla="*/ 69476 w 1109339"/>
                <a:gd name="connsiteY325" fmla="*/ 13994 h 1010399"/>
                <a:gd name="connsiteX326" fmla="*/ 66447 w 1109339"/>
                <a:gd name="connsiteY326" fmla="*/ 15003 h 1010399"/>
                <a:gd name="connsiteX327" fmla="*/ 62408 w 1109339"/>
                <a:gd name="connsiteY327" fmla="*/ 16753 h 1010399"/>
                <a:gd name="connsiteX328" fmla="*/ 55004 w 1109339"/>
                <a:gd name="connsiteY328" fmla="*/ 16887 h 1010399"/>
                <a:gd name="connsiteX329" fmla="*/ 51235 w 1109339"/>
                <a:gd name="connsiteY329" fmla="*/ 17459 h 1010399"/>
                <a:gd name="connsiteX330" fmla="*/ 50225 w 1109339"/>
                <a:gd name="connsiteY330" fmla="*/ 18905 h 1010399"/>
                <a:gd name="connsiteX331" fmla="*/ 46456 w 1109339"/>
                <a:gd name="connsiteY331" fmla="*/ 20789 h 1010399"/>
                <a:gd name="connsiteX332" fmla="*/ 44706 w 1109339"/>
                <a:gd name="connsiteY332" fmla="*/ 22539 h 1010399"/>
                <a:gd name="connsiteX333" fmla="*/ 41677 w 1109339"/>
                <a:gd name="connsiteY333" fmla="*/ 23548 h 1010399"/>
                <a:gd name="connsiteX334" fmla="*/ 36764 w 1109339"/>
                <a:gd name="connsiteY334" fmla="*/ 23413 h 1010399"/>
                <a:gd name="connsiteX335" fmla="*/ 34441 w 1109339"/>
                <a:gd name="connsiteY335" fmla="*/ 21967 h 1010399"/>
                <a:gd name="connsiteX336" fmla="*/ 29797 w 1109339"/>
                <a:gd name="connsiteY336" fmla="*/ 19948 h 1010399"/>
                <a:gd name="connsiteX337" fmla="*/ 27643 w 1109339"/>
                <a:gd name="connsiteY337" fmla="*/ 20957 h 1010399"/>
                <a:gd name="connsiteX338" fmla="*/ 22258 w 1109339"/>
                <a:gd name="connsiteY338" fmla="*/ 26744 h 1010399"/>
                <a:gd name="connsiteX339" fmla="*/ 20677 w 1109339"/>
                <a:gd name="connsiteY339" fmla="*/ 28055 h 1010399"/>
                <a:gd name="connsiteX340" fmla="*/ 17782 w 1109339"/>
                <a:gd name="connsiteY340" fmla="*/ 30511 h 1010399"/>
                <a:gd name="connsiteX341" fmla="*/ 14585 w 1109339"/>
                <a:gd name="connsiteY341" fmla="*/ 32832 h 1010399"/>
                <a:gd name="connsiteX342" fmla="*/ 13710 w 1109339"/>
                <a:gd name="connsiteY342" fmla="*/ 34716 h 1010399"/>
                <a:gd name="connsiteX343" fmla="*/ 13710 w 1109339"/>
                <a:gd name="connsiteY343" fmla="*/ 39056 h 1010399"/>
                <a:gd name="connsiteX344" fmla="*/ 17412 w 1109339"/>
                <a:gd name="connsiteY344" fmla="*/ 43092 h 1010399"/>
                <a:gd name="connsiteX345" fmla="*/ 23167 w 1109339"/>
                <a:gd name="connsiteY345" fmla="*/ 47768 h 1010399"/>
                <a:gd name="connsiteX346" fmla="*/ 26869 w 1109339"/>
                <a:gd name="connsiteY346" fmla="*/ 52781 h 1010399"/>
                <a:gd name="connsiteX347" fmla="*/ 31446 w 1109339"/>
                <a:gd name="connsiteY347" fmla="*/ 56582 h 1010399"/>
                <a:gd name="connsiteX348" fmla="*/ 35249 w 1109339"/>
                <a:gd name="connsiteY348" fmla="*/ 60383 h 1010399"/>
                <a:gd name="connsiteX349" fmla="*/ 36124 w 1109339"/>
                <a:gd name="connsiteY349" fmla="*/ 62334 h 1010399"/>
                <a:gd name="connsiteX350" fmla="*/ 37975 w 1109339"/>
                <a:gd name="connsiteY350" fmla="*/ 64824 h 1010399"/>
                <a:gd name="connsiteX351" fmla="*/ 37672 w 1109339"/>
                <a:gd name="connsiteY351" fmla="*/ 67010 h 1010399"/>
                <a:gd name="connsiteX352" fmla="*/ 34408 w 1109339"/>
                <a:gd name="connsiteY352" fmla="*/ 69399 h 1010399"/>
                <a:gd name="connsiteX353" fmla="*/ 30403 w 1109339"/>
                <a:gd name="connsiteY353" fmla="*/ 71148 h 1010399"/>
                <a:gd name="connsiteX354" fmla="*/ 28653 w 1109339"/>
                <a:gd name="connsiteY354" fmla="*/ 72022 h 1010399"/>
                <a:gd name="connsiteX355" fmla="*/ 26802 w 1109339"/>
                <a:gd name="connsiteY355" fmla="*/ 73637 h 1010399"/>
                <a:gd name="connsiteX356" fmla="*/ 27576 w 1109339"/>
                <a:gd name="connsiteY356" fmla="*/ 78515 h 1010399"/>
                <a:gd name="connsiteX357" fmla="*/ 28451 w 1109339"/>
                <a:gd name="connsiteY357" fmla="*/ 79591 h 1010399"/>
                <a:gd name="connsiteX358" fmla="*/ 28114 w 1109339"/>
                <a:gd name="connsiteY358" fmla="*/ 82854 h 1010399"/>
                <a:gd name="connsiteX359" fmla="*/ 26903 w 1109339"/>
                <a:gd name="connsiteY359" fmla="*/ 85882 h 1010399"/>
                <a:gd name="connsiteX360" fmla="*/ 25691 w 1109339"/>
                <a:gd name="connsiteY360" fmla="*/ 88169 h 1010399"/>
                <a:gd name="connsiteX361" fmla="*/ 24278 w 1109339"/>
                <a:gd name="connsiteY361" fmla="*/ 90793 h 1010399"/>
                <a:gd name="connsiteX362" fmla="*/ 21013 w 1109339"/>
                <a:gd name="connsiteY362" fmla="*/ 93384 h 1010399"/>
                <a:gd name="connsiteX363" fmla="*/ 19936 w 1109339"/>
                <a:gd name="connsiteY363" fmla="*/ 96008 h 1010399"/>
                <a:gd name="connsiteX364" fmla="*/ 18422 w 1109339"/>
                <a:gd name="connsiteY364" fmla="*/ 98060 h 1010399"/>
                <a:gd name="connsiteX365" fmla="*/ 14383 w 1109339"/>
                <a:gd name="connsiteY365" fmla="*/ 101087 h 1010399"/>
                <a:gd name="connsiteX366" fmla="*/ 9941 w 1109339"/>
                <a:gd name="connsiteY366" fmla="*/ 102735 h 1010399"/>
                <a:gd name="connsiteX367" fmla="*/ 8426 w 1109339"/>
                <a:gd name="connsiteY367" fmla="*/ 105326 h 1010399"/>
                <a:gd name="connsiteX368" fmla="*/ 10614 w 1109339"/>
                <a:gd name="connsiteY368" fmla="*/ 106402 h 1010399"/>
                <a:gd name="connsiteX369" fmla="*/ 11253 w 1109339"/>
                <a:gd name="connsiteY369" fmla="*/ 108151 h 1010399"/>
                <a:gd name="connsiteX370" fmla="*/ 10614 w 1109339"/>
                <a:gd name="connsiteY370" fmla="*/ 109228 h 1010399"/>
                <a:gd name="connsiteX371" fmla="*/ 7013 w 1109339"/>
                <a:gd name="connsiteY371" fmla="*/ 113466 h 1010399"/>
                <a:gd name="connsiteX372" fmla="*/ 4623 w 1109339"/>
                <a:gd name="connsiteY372" fmla="*/ 114980 h 1010399"/>
                <a:gd name="connsiteX373" fmla="*/ 1258 w 1109339"/>
                <a:gd name="connsiteY373" fmla="*/ 116494 h 1010399"/>
                <a:gd name="connsiteX374" fmla="*/ 1258 w 1109339"/>
                <a:gd name="connsiteY374" fmla="*/ 117907 h 1010399"/>
                <a:gd name="connsiteX375" fmla="*/ 80 w 1109339"/>
                <a:gd name="connsiteY375" fmla="*/ 123659 h 1010399"/>
                <a:gd name="connsiteX376" fmla="*/ 1258 w 1109339"/>
                <a:gd name="connsiteY376" fmla="*/ 124433 h 1010399"/>
                <a:gd name="connsiteX377" fmla="*/ 6710 w 1109339"/>
                <a:gd name="connsiteY377" fmla="*/ 122381 h 1010399"/>
                <a:gd name="connsiteX378" fmla="*/ 8999 w 1109339"/>
                <a:gd name="connsiteY378" fmla="*/ 121944 h 1010399"/>
                <a:gd name="connsiteX379" fmla="*/ 12162 w 1109339"/>
                <a:gd name="connsiteY379" fmla="*/ 121742 h 1010399"/>
                <a:gd name="connsiteX380" fmla="*/ 15090 w 1109339"/>
                <a:gd name="connsiteY380" fmla="*/ 124568 h 1010399"/>
                <a:gd name="connsiteX381" fmla="*/ 16604 w 1109339"/>
                <a:gd name="connsiteY381" fmla="*/ 126956 h 1010399"/>
                <a:gd name="connsiteX382" fmla="*/ 18455 w 1109339"/>
                <a:gd name="connsiteY382" fmla="*/ 127730 h 1010399"/>
                <a:gd name="connsiteX383" fmla="*/ 22797 w 1109339"/>
                <a:gd name="connsiteY383" fmla="*/ 130993 h 1010399"/>
                <a:gd name="connsiteX384" fmla="*/ 28552 w 1109339"/>
                <a:gd name="connsiteY384" fmla="*/ 130454 h 1010399"/>
                <a:gd name="connsiteX385" fmla="*/ 30302 w 1109339"/>
                <a:gd name="connsiteY385" fmla="*/ 129143 h 1010399"/>
                <a:gd name="connsiteX386" fmla="*/ 33667 w 1109339"/>
                <a:gd name="connsiteY386" fmla="*/ 128268 h 1010399"/>
                <a:gd name="connsiteX387" fmla="*/ 38009 w 1109339"/>
                <a:gd name="connsiteY387" fmla="*/ 128032 h 1010399"/>
                <a:gd name="connsiteX388" fmla="*/ 40937 w 1109339"/>
                <a:gd name="connsiteY388" fmla="*/ 129681 h 1010399"/>
                <a:gd name="connsiteX389" fmla="*/ 41374 w 1109339"/>
                <a:gd name="connsiteY389" fmla="*/ 133045 h 1010399"/>
                <a:gd name="connsiteX390" fmla="*/ 41475 w 1109339"/>
                <a:gd name="connsiteY390" fmla="*/ 135770 h 1010399"/>
                <a:gd name="connsiteX391" fmla="*/ 42249 w 1109339"/>
                <a:gd name="connsiteY391" fmla="*/ 137822 h 1010399"/>
                <a:gd name="connsiteX392" fmla="*/ 44302 w 1109339"/>
                <a:gd name="connsiteY392" fmla="*/ 140647 h 1010399"/>
                <a:gd name="connsiteX393" fmla="*/ 46153 w 1109339"/>
                <a:gd name="connsiteY393" fmla="*/ 141858 h 1010399"/>
                <a:gd name="connsiteX394" fmla="*/ 48004 w 1109339"/>
                <a:gd name="connsiteY394" fmla="*/ 143709 h 1010399"/>
                <a:gd name="connsiteX395" fmla="*/ 50629 w 1109339"/>
                <a:gd name="connsiteY395" fmla="*/ 144785 h 1010399"/>
                <a:gd name="connsiteX396" fmla="*/ 53120 w 1109339"/>
                <a:gd name="connsiteY396" fmla="*/ 144449 h 1010399"/>
                <a:gd name="connsiteX397" fmla="*/ 56283 w 1109339"/>
                <a:gd name="connsiteY397" fmla="*/ 144112 h 1010399"/>
                <a:gd name="connsiteX398" fmla="*/ 57697 w 1109339"/>
                <a:gd name="connsiteY398" fmla="*/ 143473 h 1010399"/>
                <a:gd name="connsiteX399" fmla="*/ 60423 w 1109339"/>
                <a:gd name="connsiteY399" fmla="*/ 141522 h 1010399"/>
                <a:gd name="connsiteX400" fmla="*/ 61298 w 1109339"/>
                <a:gd name="connsiteY400" fmla="*/ 139907 h 1010399"/>
                <a:gd name="connsiteX401" fmla="*/ 58908 w 1109339"/>
                <a:gd name="connsiteY401" fmla="*/ 135568 h 1010399"/>
                <a:gd name="connsiteX402" fmla="*/ 60995 w 1109339"/>
                <a:gd name="connsiteY402" fmla="*/ 134592 h 1010399"/>
                <a:gd name="connsiteX403" fmla="*/ 63048 w 1109339"/>
                <a:gd name="connsiteY403" fmla="*/ 134155 h 1010399"/>
                <a:gd name="connsiteX404" fmla="*/ 64461 w 1109339"/>
                <a:gd name="connsiteY404" fmla="*/ 132977 h 1010399"/>
                <a:gd name="connsiteX405" fmla="*/ 65538 w 1109339"/>
                <a:gd name="connsiteY405" fmla="*/ 130253 h 1010399"/>
                <a:gd name="connsiteX406" fmla="*/ 66514 w 1109339"/>
                <a:gd name="connsiteY406" fmla="*/ 126653 h 1010399"/>
                <a:gd name="connsiteX407" fmla="*/ 67153 w 1109339"/>
                <a:gd name="connsiteY407" fmla="*/ 125139 h 1010399"/>
                <a:gd name="connsiteX408" fmla="*/ 68567 w 1109339"/>
                <a:gd name="connsiteY408" fmla="*/ 122415 h 1010399"/>
                <a:gd name="connsiteX409" fmla="*/ 69543 w 1109339"/>
                <a:gd name="connsiteY409" fmla="*/ 119589 h 1010399"/>
                <a:gd name="connsiteX410" fmla="*/ 70855 w 1109339"/>
                <a:gd name="connsiteY410" fmla="*/ 116326 h 1010399"/>
                <a:gd name="connsiteX411" fmla="*/ 72909 w 1109339"/>
                <a:gd name="connsiteY411" fmla="*/ 115989 h 1010399"/>
                <a:gd name="connsiteX412" fmla="*/ 73985 w 1109339"/>
                <a:gd name="connsiteY412" fmla="*/ 116528 h 1010399"/>
                <a:gd name="connsiteX413" fmla="*/ 76375 w 1109339"/>
                <a:gd name="connsiteY413" fmla="*/ 118714 h 1010399"/>
                <a:gd name="connsiteX414" fmla="*/ 79101 w 1109339"/>
                <a:gd name="connsiteY414" fmla="*/ 120665 h 1010399"/>
                <a:gd name="connsiteX415" fmla="*/ 81827 w 1109339"/>
                <a:gd name="connsiteY415" fmla="*/ 121439 h 1010399"/>
                <a:gd name="connsiteX416" fmla="*/ 83476 w 1109339"/>
                <a:gd name="connsiteY416" fmla="*/ 122650 h 1010399"/>
                <a:gd name="connsiteX417" fmla="*/ 84553 w 1109339"/>
                <a:gd name="connsiteY417" fmla="*/ 124938 h 1010399"/>
                <a:gd name="connsiteX418" fmla="*/ 85630 w 1109339"/>
                <a:gd name="connsiteY418" fmla="*/ 127124 h 1010399"/>
                <a:gd name="connsiteX419" fmla="*/ 87683 w 1109339"/>
                <a:gd name="connsiteY419" fmla="*/ 129614 h 1010399"/>
                <a:gd name="connsiteX420" fmla="*/ 88659 w 1109339"/>
                <a:gd name="connsiteY420" fmla="*/ 130825 h 1010399"/>
                <a:gd name="connsiteX421" fmla="*/ 89870 w 1109339"/>
                <a:gd name="connsiteY421" fmla="*/ 133112 h 1010399"/>
                <a:gd name="connsiteX422" fmla="*/ 90846 w 1109339"/>
                <a:gd name="connsiteY422" fmla="*/ 134424 h 1010399"/>
                <a:gd name="connsiteX423" fmla="*/ 91587 w 1109339"/>
                <a:gd name="connsiteY423" fmla="*/ 136476 h 1010399"/>
                <a:gd name="connsiteX424" fmla="*/ 91688 w 1109339"/>
                <a:gd name="connsiteY424" fmla="*/ 138326 h 1010399"/>
                <a:gd name="connsiteX425" fmla="*/ 93640 w 1109339"/>
                <a:gd name="connsiteY425" fmla="*/ 140277 h 1010399"/>
                <a:gd name="connsiteX426" fmla="*/ 96029 w 1109339"/>
                <a:gd name="connsiteY426" fmla="*/ 140176 h 1010399"/>
                <a:gd name="connsiteX427" fmla="*/ 98957 w 1109339"/>
                <a:gd name="connsiteY427" fmla="*/ 140715 h 1010399"/>
                <a:gd name="connsiteX428" fmla="*/ 103198 w 1109339"/>
                <a:gd name="connsiteY428" fmla="*/ 138663 h 1010399"/>
                <a:gd name="connsiteX429" fmla="*/ 104947 w 1109339"/>
                <a:gd name="connsiteY429" fmla="*/ 136375 h 1010399"/>
                <a:gd name="connsiteX430" fmla="*/ 107236 w 1109339"/>
                <a:gd name="connsiteY430" fmla="*/ 136711 h 1010399"/>
                <a:gd name="connsiteX431" fmla="*/ 111578 w 1109339"/>
                <a:gd name="connsiteY431" fmla="*/ 136913 h 1010399"/>
                <a:gd name="connsiteX432" fmla="*/ 116996 w 1109339"/>
                <a:gd name="connsiteY432" fmla="*/ 138427 h 1010399"/>
                <a:gd name="connsiteX433" fmla="*/ 119486 w 1109339"/>
                <a:gd name="connsiteY433" fmla="*/ 139941 h 1010399"/>
                <a:gd name="connsiteX434" fmla="*/ 120260 w 1109339"/>
                <a:gd name="connsiteY434" fmla="*/ 141152 h 1010399"/>
                <a:gd name="connsiteX435" fmla="*/ 119924 w 1109339"/>
                <a:gd name="connsiteY435" fmla="*/ 142228 h 1010399"/>
                <a:gd name="connsiteX436" fmla="*/ 116660 w 1109339"/>
                <a:gd name="connsiteY436" fmla="*/ 143843 h 1010399"/>
                <a:gd name="connsiteX437" fmla="*/ 114909 w 1109339"/>
                <a:gd name="connsiteY437" fmla="*/ 145693 h 1010399"/>
                <a:gd name="connsiteX438" fmla="*/ 111443 w 1109339"/>
                <a:gd name="connsiteY438" fmla="*/ 147543 h 1010399"/>
                <a:gd name="connsiteX439" fmla="*/ 110366 w 1109339"/>
                <a:gd name="connsiteY439" fmla="*/ 150806 h 1010399"/>
                <a:gd name="connsiteX440" fmla="*/ 110568 w 1109339"/>
                <a:gd name="connsiteY440" fmla="*/ 154507 h 1010399"/>
                <a:gd name="connsiteX441" fmla="*/ 111645 w 1109339"/>
                <a:gd name="connsiteY441" fmla="*/ 155045 h 1010399"/>
                <a:gd name="connsiteX442" fmla="*/ 114573 w 1109339"/>
                <a:gd name="connsiteY442" fmla="*/ 159284 h 1010399"/>
                <a:gd name="connsiteX443" fmla="*/ 115986 w 1109339"/>
                <a:gd name="connsiteY443" fmla="*/ 161773 h 1010399"/>
                <a:gd name="connsiteX444" fmla="*/ 116962 w 1109339"/>
                <a:gd name="connsiteY444" fmla="*/ 165036 h 1010399"/>
                <a:gd name="connsiteX445" fmla="*/ 117501 w 1109339"/>
                <a:gd name="connsiteY445" fmla="*/ 168299 h 1010399"/>
                <a:gd name="connsiteX446" fmla="*/ 117837 w 1109339"/>
                <a:gd name="connsiteY446" fmla="*/ 171764 h 1010399"/>
                <a:gd name="connsiteX447" fmla="*/ 119688 w 1109339"/>
                <a:gd name="connsiteY447" fmla="*/ 174590 h 1010399"/>
                <a:gd name="connsiteX448" fmla="*/ 122515 w 1109339"/>
                <a:gd name="connsiteY448" fmla="*/ 177954 h 1010399"/>
                <a:gd name="connsiteX449" fmla="*/ 123929 w 1109339"/>
                <a:gd name="connsiteY449" fmla="*/ 180981 h 1010399"/>
                <a:gd name="connsiteX450" fmla="*/ 123592 w 1109339"/>
                <a:gd name="connsiteY450" fmla="*/ 183269 h 1010399"/>
                <a:gd name="connsiteX451" fmla="*/ 123929 w 1109339"/>
                <a:gd name="connsiteY451" fmla="*/ 187709 h 1010399"/>
                <a:gd name="connsiteX452" fmla="*/ 126318 w 1109339"/>
                <a:gd name="connsiteY452" fmla="*/ 190871 h 1010399"/>
                <a:gd name="connsiteX453" fmla="*/ 129818 w 1109339"/>
                <a:gd name="connsiteY453" fmla="*/ 193798 h 1010399"/>
                <a:gd name="connsiteX454" fmla="*/ 132309 w 1109339"/>
                <a:gd name="connsiteY454" fmla="*/ 195749 h 1010399"/>
                <a:gd name="connsiteX455" fmla="*/ 132208 w 1109339"/>
                <a:gd name="connsiteY455" fmla="*/ 198339 h 1010399"/>
                <a:gd name="connsiteX456" fmla="*/ 136549 w 1109339"/>
                <a:gd name="connsiteY456" fmla="*/ 203789 h 1010399"/>
                <a:gd name="connsiteX457" fmla="*/ 139578 w 1109339"/>
                <a:gd name="connsiteY457" fmla="*/ 206278 h 1010399"/>
                <a:gd name="connsiteX458" fmla="*/ 140083 w 1109339"/>
                <a:gd name="connsiteY458" fmla="*/ 216168 h 1010399"/>
                <a:gd name="connsiteX459" fmla="*/ 138939 w 1109339"/>
                <a:gd name="connsiteY459" fmla="*/ 221181 h 1010399"/>
                <a:gd name="connsiteX460" fmla="*/ 138939 w 1109339"/>
                <a:gd name="connsiteY460" fmla="*/ 226832 h 1010399"/>
                <a:gd name="connsiteX461" fmla="*/ 139376 w 1109339"/>
                <a:gd name="connsiteY461" fmla="*/ 228447 h 1010399"/>
                <a:gd name="connsiteX462" fmla="*/ 145232 w 1109339"/>
                <a:gd name="connsiteY462" fmla="*/ 229658 h 1010399"/>
                <a:gd name="connsiteX463" fmla="*/ 146444 w 1109339"/>
                <a:gd name="connsiteY463" fmla="*/ 229658 h 1010399"/>
                <a:gd name="connsiteX464" fmla="*/ 149170 w 1109339"/>
                <a:gd name="connsiteY464" fmla="*/ 233022 h 1010399"/>
                <a:gd name="connsiteX465" fmla="*/ 149170 w 1109339"/>
                <a:gd name="connsiteY465" fmla="*/ 234872 h 1010399"/>
                <a:gd name="connsiteX466" fmla="*/ 154723 w 1109339"/>
                <a:gd name="connsiteY466" fmla="*/ 234435 h 1010399"/>
                <a:gd name="connsiteX467" fmla="*/ 154723 w 1109339"/>
                <a:gd name="connsiteY467" fmla="*/ 239312 h 1010399"/>
                <a:gd name="connsiteX468" fmla="*/ 160814 w 1109339"/>
                <a:gd name="connsiteY468" fmla="*/ 236588 h 1010399"/>
                <a:gd name="connsiteX469" fmla="*/ 164617 w 1109339"/>
                <a:gd name="connsiteY469" fmla="*/ 236218 h 1010399"/>
                <a:gd name="connsiteX470" fmla="*/ 168959 w 1109339"/>
                <a:gd name="connsiteY470" fmla="*/ 240120 h 1010399"/>
                <a:gd name="connsiteX471" fmla="*/ 171146 w 1109339"/>
                <a:gd name="connsiteY471" fmla="*/ 243585 h 1010399"/>
                <a:gd name="connsiteX472" fmla="*/ 177675 w 1109339"/>
                <a:gd name="connsiteY472" fmla="*/ 237933 h 1010399"/>
                <a:gd name="connsiteX473" fmla="*/ 178988 w 1109339"/>
                <a:gd name="connsiteY473" fmla="*/ 235175 h 1010399"/>
                <a:gd name="connsiteX474" fmla="*/ 184473 w 1109339"/>
                <a:gd name="connsiteY474" fmla="*/ 231710 h 1010399"/>
                <a:gd name="connsiteX475" fmla="*/ 187671 w 1109339"/>
                <a:gd name="connsiteY475" fmla="*/ 227942 h 1010399"/>
                <a:gd name="connsiteX476" fmla="*/ 188983 w 1109339"/>
                <a:gd name="connsiteY476" fmla="*/ 224612 h 1010399"/>
                <a:gd name="connsiteX477" fmla="*/ 193493 w 1109339"/>
                <a:gd name="connsiteY477" fmla="*/ 222728 h 1010399"/>
                <a:gd name="connsiteX478" fmla="*/ 192753 w 1109339"/>
                <a:gd name="connsiteY478" fmla="*/ 219532 h 1010399"/>
                <a:gd name="connsiteX479" fmla="*/ 192315 w 1109339"/>
                <a:gd name="connsiteY479" fmla="*/ 215058 h 1010399"/>
                <a:gd name="connsiteX480" fmla="*/ 194637 w 1109339"/>
                <a:gd name="connsiteY480" fmla="*/ 214318 h 1010399"/>
                <a:gd name="connsiteX481" fmla="*/ 197969 w 1109339"/>
                <a:gd name="connsiteY481" fmla="*/ 218220 h 1010399"/>
                <a:gd name="connsiteX482" fmla="*/ 202176 w 1109339"/>
                <a:gd name="connsiteY482" fmla="*/ 221551 h 1010399"/>
                <a:gd name="connsiteX483" fmla="*/ 206382 w 1109339"/>
                <a:gd name="connsiteY483" fmla="*/ 224006 h 1010399"/>
                <a:gd name="connsiteX484" fmla="*/ 209849 w 1109339"/>
                <a:gd name="connsiteY484" fmla="*/ 224578 h 1010399"/>
                <a:gd name="connsiteX485" fmla="*/ 216512 w 1109339"/>
                <a:gd name="connsiteY485" fmla="*/ 225318 h 1010399"/>
                <a:gd name="connsiteX486" fmla="*/ 218969 w 1109339"/>
                <a:gd name="connsiteY486" fmla="*/ 226193 h 1010399"/>
                <a:gd name="connsiteX487" fmla="*/ 223042 w 1109339"/>
                <a:gd name="connsiteY487" fmla="*/ 226193 h 1010399"/>
                <a:gd name="connsiteX488" fmla="*/ 224186 w 1109339"/>
                <a:gd name="connsiteY488" fmla="*/ 229086 h 1010399"/>
                <a:gd name="connsiteX489" fmla="*/ 228393 w 1109339"/>
                <a:gd name="connsiteY489" fmla="*/ 228951 h 1010399"/>
                <a:gd name="connsiteX490" fmla="*/ 230278 w 1109339"/>
                <a:gd name="connsiteY490" fmla="*/ 226361 h 1010399"/>
                <a:gd name="connsiteX491" fmla="*/ 230849 w 1109339"/>
                <a:gd name="connsiteY491" fmla="*/ 223165 h 1010399"/>
                <a:gd name="connsiteX492" fmla="*/ 231724 w 1109339"/>
                <a:gd name="connsiteY492" fmla="*/ 221147 h 1010399"/>
                <a:gd name="connsiteX493" fmla="*/ 235359 w 1109339"/>
                <a:gd name="connsiteY493" fmla="*/ 220003 h 1010399"/>
                <a:gd name="connsiteX494" fmla="*/ 242157 w 1109339"/>
                <a:gd name="connsiteY494" fmla="*/ 220743 h 1010399"/>
                <a:gd name="connsiteX495" fmla="*/ 241888 w 1109339"/>
                <a:gd name="connsiteY495" fmla="*/ 222627 h 1010399"/>
                <a:gd name="connsiteX496" fmla="*/ 241585 w 1109339"/>
                <a:gd name="connsiteY496" fmla="*/ 224645 h 1010399"/>
                <a:gd name="connsiteX497" fmla="*/ 245657 w 1109339"/>
                <a:gd name="connsiteY497" fmla="*/ 225217 h 1010399"/>
                <a:gd name="connsiteX498" fmla="*/ 247542 w 1109339"/>
                <a:gd name="connsiteY498" fmla="*/ 224780 h 1010399"/>
                <a:gd name="connsiteX499" fmla="*/ 250437 w 1109339"/>
                <a:gd name="connsiteY499" fmla="*/ 222190 h 1010399"/>
                <a:gd name="connsiteX500" fmla="*/ 252456 w 1109339"/>
                <a:gd name="connsiteY500" fmla="*/ 224208 h 1010399"/>
                <a:gd name="connsiteX501" fmla="*/ 255485 w 1109339"/>
                <a:gd name="connsiteY501" fmla="*/ 217985 h 1010399"/>
                <a:gd name="connsiteX502" fmla="*/ 255485 w 1109339"/>
                <a:gd name="connsiteY502" fmla="*/ 216370 h 1010399"/>
                <a:gd name="connsiteX503" fmla="*/ 256629 w 1109339"/>
                <a:gd name="connsiteY503" fmla="*/ 211459 h 1010399"/>
                <a:gd name="connsiteX504" fmla="*/ 259658 w 1109339"/>
                <a:gd name="connsiteY504" fmla="*/ 211156 h 1010399"/>
                <a:gd name="connsiteX505" fmla="*/ 263865 w 1109339"/>
                <a:gd name="connsiteY505" fmla="*/ 212602 h 1010399"/>
                <a:gd name="connsiteX506" fmla="*/ 266624 w 1109339"/>
                <a:gd name="connsiteY506" fmla="*/ 214621 h 1010399"/>
                <a:gd name="connsiteX507" fmla="*/ 269384 w 1109339"/>
                <a:gd name="connsiteY507" fmla="*/ 216942 h 1010399"/>
                <a:gd name="connsiteX508" fmla="*/ 272413 w 1109339"/>
                <a:gd name="connsiteY508" fmla="*/ 218254 h 1010399"/>
                <a:gd name="connsiteX509" fmla="*/ 274163 w 1109339"/>
                <a:gd name="connsiteY509" fmla="*/ 215495 h 1010399"/>
                <a:gd name="connsiteX510" fmla="*/ 274196 w 1109339"/>
                <a:gd name="connsiteY510" fmla="*/ 213578 h 1010399"/>
                <a:gd name="connsiteX511" fmla="*/ 274432 w 1109339"/>
                <a:gd name="connsiteY511" fmla="*/ 211156 h 1010399"/>
                <a:gd name="connsiteX512" fmla="*/ 276889 w 1109339"/>
                <a:gd name="connsiteY512" fmla="*/ 208263 h 1010399"/>
                <a:gd name="connsiteX513" fmla="*/ 284999 w 1109339"/>
                <a:gd name="connsiteY513" fmla="*/ 204798 h 1010399"/>
                <a:gd name="connsiteX514" fmla="*/ 287759 w 1109339"/>
                <a:gd name="connsiteY514" fmla="*/ 199719 h 1010399"/>
                <a:gd name="connsiteX515" fmla="*/ 284697 w 1109339"/>
                <a:gd name="connsiteY515" fmla="*/ 194504 h 1010399"/>
                <a:gd name="connsiteX516" fmla="*/ 286312 w 1109339"/>
                <a:gd name="connsiteY516" fmla="*/ 192486 h 1010399"/>
                <a:gd name="connsiteX517" fmla="*/ 290654 w 1109339"/>
                <a:gd name="connsiteY517" fmla="*/ 192486 h 1010399"/>
                <a:gd name="connsiteX518" fmla="*/ 292909 w 1109339"/>
                <a:gd name="connsiteY518" fmla="*/ 195076 h 1010399"/>
                <a:gd name="connsiteX519" fmla="*/ 295433 w 1109339"/>
                <a:gd name="connsiteY519" fmla="*/ 192755 h 1010399"/>
                <a:gd name="connsiteX520" fmla="*/ 295433 w 1109339"/>
                <a:gd name="connsiteY520" fmla="*/ 188550 h 1010399"/>
                <a:gd name="connsiteX521" fmla="*/ 294558 w 1109339"/>
                <a:gd name="connsiteY521" fmla="*/ 187844 h 1010399"/>
                <a:gd name="connsiteX522" fmla="*/ 294827 w 1109339"/>
                <a:gd name="connsiteY522" fmla="*/ 184513 h 1010399"/>
                <a:gd name="connsiteX523" fmla="*/ 295567 w 1109339"/>
                <a:gd name="connsiteY523" fmla="*/ 182630 h 1010399"/>
                <a:gd name="connsiteX524" fmla="*/ 295567 w 1109339"/>
                <a:gd name="connsiteY524" fmla="*/ 177987 h 1010399"/>
                <a:gd name="connsiteX525" fmla="*/ 296274 w 1109339"/>
                <a:gd name="connsiteY525" fmla="*/ 175397 h 1010399"/>
                <a:gd name="connsiteX526" fmla="*/ 294827 w 1109339"/>
                <a:gd name="connsiteY526" fmla="*/ 173379 h 1010399"/>
                <a:gd name="connsiteX527" fmla="*/ 294389 w 1109339"/>
                <a:gd name="connsiteY527" fmla="*/ 171058 h 1010399"/>
                <a:gd name="connsiteX528" fmla="*/ 295567 w 1109339"/>
                <a:gd name="connsiteY528" fmla="*/ 169611 h 1010399"/>
                <a:gd name="connsiteX529" fmla="*/ 299202 w 1109339"/>
                <a:gd name="connsiteY529" fmla="*/ 169746 h 1010399"/>
                <a:gd name="connsiteX530" fmla="*/ 302264 w 1109339"/>
                <a:gd name="connsiteY530" fmla="*/ 171764 h 1010399"/>
                <a:gd name="connsiteX531" fmla="*/ 301827 w 1109339"/>
                <a:gd name="connsiteY531" fmla="*/ 175229 h 1010399"/>
                <a:gd name="connsiteX532" fmla="*/ 301255 w 1109339"/>
                <a:gd name="connsiteY532" fmla="*/ 178425 h 1010399"/>
                <a:gd name="connsiteX533" fmla="*/ 303274 w 1109339"/>
                <a:gd name="connsiteY533" fmla="*/ 180006 h 1010399"/>
                <a:gd name="connsiteX534" fmla="*/ 306606 w 1109339"/>
                <a:gd name="connsiteY534" fmla="*/ 178626 h 1010399"/>
                <a:gd name="connsiteX535" fmla="*/ 309063 w 1109339"/>
                <a:gd name="connsiteY535" fmla="*/ 177247 h 1010399"/>
                <a:gd name="connsiteX536" fmla="*/ 310173 w 1109339"/>
                <a:gd name="connsiteY536" fmla="*/ 177247 h 1010399"/>
                <a:gd name="connsiteX537" fmla="*/ 315390 w 1109339"/>
                <a:gd name="connsiteY537" fmla="*/ 178391 h 1010399"/>
                <a:gd name="connsiteX538" fmla="*/ 318721 w 1109339"/>
                <a:gd name="connsiteY538" fmla="*/ 180275 h 1010399"/>
                <a:gd name="connsiteX539" fmla="*/ 321178 w 1109339"/>
                <a:gd name="connsiteY539" fmla="*/ 182024 h 1010399"/>
                <a:gd name="connsiteX540" fmla="*/ 324376 w 1109339"/>
                <a:gd name="connsiteY540" fmla="*/ 183605 h 1010399"/>
                <a:gd name="connsiteX541" fmla="*/ 326395 w 1109339"/>
                <a:gd name="connsiteY541" fmla="*/ 184749 h 1010399"/>
                <a:gd name="connsiteX542" fmla="*/ 328145 w 1109339"/>
                <a:gd name="connsiteY542" fmla="*/ 186767 h 1010399"/>
                <a:gd name="connsiteX543" fmla="*/ 329457 w 1109339"/>
                <a:gd name="connsiteY543" fmla="*/ 189358 h 1010399"/>
                <a:gd name="connsiteX544" fmla="*/ 330198 w 1109339"/>
                <a:gd name="connsiteY544" fmla="*/ 190064 h 1010399"/>
                <a:gd name="connsiteX545" fmla="*/ 333227 w 1109339"/>
                <a:gd name="connsiteY545" fmla="*/ 192385 h 1010399"/>
                <a:gd name="connsiteX546" fmla="*/ 334808 w 1109339"/>
                <a:gd name="connsiteY546" fmla="*/ 193697 h 1010399"/>
                <a:gd name="connsiteX547" fmla="*/ 335381 w 1109339"/>
                <a:gd name="connsiteY547" fmla="*/ 197767 h 1010399"/>
                <a:gd name="connsiteX548" fmla="*/ 338275 w 1109339"/>
                <a:gd name="connsiteY548" fmla="*/ 200795 h 1010399"/>
                <a:gd name="connsiteX549" fmla="*/ 341607 w 1109339"/>
                <a:gd name="connsiteY549" fmla="*/ 201939 h 1010399"/>
                <a:gd name="connsiteX550" fmla="*/ 345511 w 1109339"/>
                <a:gd name="connsiteY550" fmla="*/ 203385 h 1010399"/>
                <a:gd name="connsiteX551" fmla="*/ 349280 w 1109339"/>
                <a:gd name="connsiteY551" fmla="*/ 208465 h 1010399"/>
                <a:gd name="connsiteX552" fmla="*/ 351367 w 1109339"/>
                <a:gd name="connsiteY552" fmla="*/ 211492 h 1010399"/>
                <a:gd name="connsiteX553" fmla="*/ 352746 w 1109339"/>
                <a:gd name="connsiteY553" fmla="*/ 213073 h 1010399"/>
                <a:gd name="connsiteX554" fmla="*/ 352746 w 1109339"/>
                <a:gd name="connsiteY554" fmla="*/ 216269 h 1010399"/>
                <a:gd name="connsiteX555" fmla="*/ 352443 w 1109339"/>
                <a:gd name="connsiteY555" fmla="*/ 218456 h 1010399"/>
                <a:gd name="connsiteX556" fmla="*/ 354193 w 1109339"/>
                <a:gd name="connsiteY556" fmla="*/ 220474 h 1010399"/>
                <a:gd name="connsiteX557" fmla="*/ 356381 w 1109339"/>
                <a:gd name="connsiteY557" fmla="*/ 220609 h 1010399"/>
                <a:gd name="connsiteX558" fmla="*/ 359578 w 1109339"/>
                <a:gd name="connsiteY558" fmla="*/ 221181 h 1010399"/>
                <a:gd name="connsiteX559" fmla="*/ 362035 w 1109339"/>
                <a:gd name="connsiteY559" fmla="*/ 224074 h 1010399"/>
                <a:gd name="connsiteX560" fmla="*/ 362776 w 1109339"/>
                <a:gd name="connsiteY560" fmla="*/ 227101 h 1010399"/>
                <a:gd name="connsiteX561" fmla="*/ 364222 w 1109339"/>
                <a:gd name="connsiteY561" fmla="*/ 229120 h 1010399"/>
                <a:gd name="connsiteX562" fmla="*/ 367689 w 1109339"/>
                <a:gd name="connsiteY562" fmla="*/ 228548 h 1010399"/>
                <a:gd name="connsiteX563" fmla="*/ 370011 w 1109339"/>
                <a:gd name="connsiteY563" fmla="*/ 227976 h 1010399"/>
                <a:gd name="connsiteX564" fmla="*/ 372031 w 1109339"/>
                <a:gd name="connsiteY564" fmla="*/ 227673 h 1010399"/>
                <a:gd name="connsiteX565" fmla="*/ 373780 w 1109339"/>
                <a:gd name="connsiteY565" fmla="*/ 229254 h 1010399"/>
                <a:gd name="connsiteX566" fmla="*/ 375665 w 1109339"/>
                <a:gd name="connsiteY566" fmla="*/ 231272 h 1010399"/>
                <a:gd name="connsiteX567" fmla="*/ 375665 w 1109339"/>
                <a:gd name="connsiteY567" fmla="*/ 234166 h 1010399"/>
                <a:gd name="connsiteX568" fmla="*/ 374353 w 1109339"/>
                <a:gd name="connsiteY568" fmla="*/ 236352 h 1010399"/>
                <a:gd name="connsiteX569" fmla="*/ 373780 w 1109339"/>
                <a:gd name="connsiteY569" fmla="*/ 239245 h 1010399"/>
                <a:gd name="connsiteX570" fmla="*/ 374521 w 1109339"/>
                <a:gd name="connsiteY570" fmla="*/ 242138 h 1010399"/>
                <a:gd name="connsiteX571" fmla="*/ 376271 w 1109339"/>
                <a:gd name="connsiteY571" fmla="*/ 244594 h 1010399"/>
                <a:gd name="connsiteX572" fmla="*/ 376574 w 1109339"/>
                <a:gd name="connsiteY572" fmla="*/ 247621 h 1010399"/>
                <a:gd name="connsiteX573" fmla="*/ 374689 w 1109339"/>
                <a:gd name="connsiteY573" fmla="*/ 250514 h 1010399"/>
                <a:gd name="connsiteX574" fmla="*/ 372939 w 1109339"/>
                <a:gd name="connsiteY574" fmla="*/ 252701 h 1010399"/>
                <a:gd name="connsiteX575" fmla="*/ 370617 w 1109339"/>
                <a:gd name="connsiteY575" fmla="*/ 254719 h 1010399"/>
                <a:gd name="connsiteX576" fmla="*/ 368295 w 1109339"/>
                <a:gd name="connsiteY576" fmla="*/ 256031 h 1010399"/>
                <a:gd name="connsiteX577" fmla="*/ 365670 w 1109339"/>
                <a:gd name="connsiteY577" fmla="*/ 257040 h 1010399"/>
                <a:gd name="connsiteX578" fmla="*/ 364088 w 1109339"/>
                <a:gd name="connsiteY578" fmla="*/ 259799 h 1010399"/>
                <a:gd name="connsiteX579" fmla="*/ 363785 w 1109339"/>
                <a:gd name="connsiteY579" fmla="*/ 261380 h 1010399"/>
                <a:gd name="connsiteX580" fmla="*/ 358703 w 1109339"/>
                <a:gd name="connsiteY580" fmla="*/ 263264 h 1010399"/>
                <a:gd name="connsiteX581" fmla="*/ 357391 w 1109339"/>
                <a:gd name="connsiteY581" fmla="*/ 265719 h 1010399"/>
                <a:gd name="connsiteX582" fmla="*/ 359275 w 1109339"/>
                <a:gd name="connsiteY582" fmla="*/ 269487 h 1010399"/>
                <a:gd name="connsiteX583" fmla="*/ 361867 w 1109339"/>
                <a:gd name="connsiteY583" fmla="*/ 273255 h 1010399"/>
                <a:gd name="connsiteX584" fmla="*/ 363011 w 1109339"/>
                <a:gd name="connsiteY584" fmla="*/ 275845 h 1010399"/>
                <a:gd name="connsiteX585" fmla="*/ 363583 w 1109339"/>
                <a:gd name="connsiteY585" fmla="*/ 277863 h 1010399"/>
                <a:gd name="connsiteX586" fmla="*/ 364458 w 1109339"/>
                <a:gd name="connsiteY586" fmla="*/ 282775 h 1010399"/>
                <a:gd name="connsiteX587" fmla="*/ 364155 w 1109339"/>
                <a:gd name="connsiteY587" fmla="*/ 289873 h 1010399"/>
                <a:gd name="connsiteX588" fmla="*/ 361261 w 1109339"/>
                <a:gd name="connsiteY588" fmla="*/ 293943 h 1010399"/>
                <a:gd name="connsiteX589" fmla="*/ 358636 w 1109339"/>
                <a:gd name="connsiteY589" fmla="*/ 297408 h 1010399"/>
                <a:gd name="connsiteX590" fmla="*/ 353285 w 1109339"/>
                <a:gd name="connsiteY590" fmla="*/ 300301 h 1010399"/>
                <a:gd name="connsiteX591" fmla="*/ 350963 w 1109339"/>
                <a:gd name="connsiteY591" fmla="*/ 301176 h 1010399"/>
                <a:gd name="connsiteX592" fmla="*/ 346621 w 1109339"/>
                <a:gd name="connsiteY592" fmla="*/ 301882 h 1010399"/>
                <a:gd name="connsiteX593" fmla="*/ 345881 w 1109339"/>
                <a:gd name="connsiteY593" fmla="*/ 306962 h 1010399"/>
                <a:gd name="connsiteX594" fmla="*/ 346015 w 1109339"/>
                <a:gd name="connsiteY594" fmla="*/ 310864 h 1010399"/>
                <a:gd name="connsiteX595" fmla="*/ 344568 w 1109339"/>
                <a:gd name="connsiteY595" fmla="*/ 317222 h 1010399"/>
                <a:gd name="connsiteX596" fmla="*/ 343693 w 1109339"/>
                <a:gd name="connsiteY596" fmla="*/ 323008 h 1010399"/>
                <a:gd name="connsiteX597" fmla="*/ 342953 w 1109339"/>
                <a:gd name="connsiteY597" fmla="*/ 324892 h 1010399"/>
                <a:gd name="connsiteX598" fmla="*/ 340059 w 1109339"/>
                <a:gd name="connsiteY598" fmla="*/ 332292 h 1010399"/>
                <a:gd name="connsiteX599" fmla="*/ 337030 w 1109339"/>
                <a:gd name="connsiteY599" fmla="*/ 335757 h 1010399"/>
                <a:gd name="connsiteX600" fmla="*/ 334135 w 1109339"/>
                <a:gd name="connsiteY600" fmla="*/ 338078 h 1010399"/>
                <a:gd name="connsiteX601" fmla="*/ 332991 w 1109339"/>
                <a:gd name="connsiteY601" fmla="*/ 341846 h 1010399"/>
                <a:gd name="connsiteX602" fmla="*/ 333563 w 1109339"/>
                <a:gd name="connsiteY602" fmla="*/ 346354 h 1010399"/>
                <a:gd name="connsiteX603" fmla="*/ 334270 w 1109339"/>
                <a:gd name="connsiteY603" fmla="*/ 349549 h 1010399"/>
                <a:gd name="connsiteX604" fmla="*/ 331678 w 1109339"/>
                <a:gd name="connsiteY604" fmla="*/ 353754 h 1010399"/>
                <a:gd name="connsiteX605" fmla="*/ 330231 w 1109339"/>
                <a:gd name="connsiteY605" fmla="*/ 356647 h 1010399"/>
                <a:gd name="connsiteX606" fmla="*/ 328919 w 1109339"/>
                <a:gd name="connsiteY606" fmla="*/ 361155 h 1010399"/>
                <a:gd name="connsiteX607" fmla="*/ 328784 w 1109339"/>
                <a:gd name="connsiteY607" fmla="*/ 365629 h 1010399"/>
                <a:gd name="connsiteX608" fmla="*/ 331376 w 1109339"/>
                <a:gd name="connsiteY608" fmla="*/ 373871 h 1010399"/>
                <a:gd name="connsiteX609" fmla="*/ 331948 w 1109339"/>
                <a:gd name="connsiteY609" fmla="*/ 378345 h 1010399"/>
                <a:gd name="connsiteX610" fmla="*/ 334405 w 1109339"/>
                <a:gd name="connsiteY610" fmla="*/ 382684 h 1010399"/>
                <a:gd name="connsiteX611" fmla="*/ 334270 w 1109339"/>
                <a:gd name="connsiteY611" fmla="*/ 385443 h 1010399"/>
                <a:gd name="connsiteX612" fmla="*/ 331510 w 1109339"/>
                <a:gd name="connsiteY612" fmla="*/ 389211 h 1010399"/>
                <a:gd name="connsiteX613" fmla="*/ 329323 w 1109339"/>
                <a:gd name="connsiteY613" fmla="*/ 390792 h 1010399"/>
                <a:gd name="connsiteX614" fmla="*/ 328448 w 1109339"/>
                <a:gd name="connsiteY614" fmla="*/ 393247 h 1010399"/>
                <a:gd name="connsiteX615" fmla="*/ 330333 w 1109339"/>
                <a:gd name="connsiteY615" fmla="*/ 397721 h 1010399"/>
                <a:gd name="connsiteX616" fmla="*/ 333530 w 1109339"/>
                <a:gd name="connsiteY616" fmla="*/ 401489 h 1010399"/>
                <a:gd name="connsiteX617" fmla="*/ 338309 w 1109339"/>
                <a:gd name="connsiteY617" fmla="*/ 405829 h 1010399"/>
                <a:gd name="connsiteX618" fmla="*/ 339890 w 1109339"/>
                <a:gd name="connsiteY618" fmla="*/ 409159 h 1010399"/>
                <a:gd name="connsiteX619" fmla="*/ 340328 w 1109339"/>
                <a:gd name="connsiteY619" fmla="*/ 410336 h 1010399"/>
                <a:gd name="connsiteX620" fmla="*/ 339015 w 1109339"/>
                <a:gd name="connsiteY620" fmla="*/ 412355 h 1010399"/>
                <a:gd name="connsiteX621" fmla="*/ 340463 w 1109339"/>
                <a:gd name="connsiteY621" fmla="*/ 415550 h 1010399"/>
                <a:gd name="connsiteX622" fmla="*/ 342212 w 1109339"/>
                <a:gd name="connsiteY622" fmla="*/ 418174 h 1010399"/>
                <a:gd name="connsiteX623" fmla="*/ 342078 w 1109339"/>
                <a:gd name="connsiteY623" fmla="*/ 421202 h 1010399"/>
                <a:gd name="connsiteX624" fmla="*/ 341640 w 1109339"/>
                <a:gd name="connsiteY624" fmla="*/ 424970 h 1010399"/>
                <a:gd name="connsiteX625" fmla="*/ 341203 w 1109339"/>
                <a:gd name="connsiteY625" fmla="*/ 428603 h 1010399"/>
                <a:gd name="connsiteX626" fmla="*/ 343525 w 1109339"/>
                <a:gd name="connsiteY626" fmla="*/ 434119 h 1010399"/>
                <a:gd name="connsiteX627" fmla="*/ 341068 w 1109339"/>
                <a:gd name="connsiteY627" fmla="*/ 439771 h 1010399"/>
                <a:gd name="connsiteX628" fmla="*/ 338309 w 1109339"/>
                <a:gd name="connsiteY628" fmla="*/ 445557 h 1010399"/>
                <a:gd name="connsiteX629" fmla="*/ 335280 w 1109339"/>
                <a:gd name="connsiteY629" fmla="*/ 448450 h 1010399"/>
                <a:gd name="connsiteX630" fmla="*/ 331510 w 1109339"/>
                <a:gd name="connsiteY630" fmla="*/ 449022 h 1010399"/>
                <a:gd name="connsiteX631" fmla="*/ 327169 w 1109339"/>
                <a:gd name="connsiteY631" fmla="*/ 446701 h 1010399"/>
                <a:gd name="connsiteX632" fmla="*/ 323534 w 1109339"/>
                <a:gd name="connsiteY632" fmla="*/ 443942 h 1010399"/>
                <a:gd name="connsiteX633" fmla="*/ 319462 w 1109339"/>
                <a:gd name="connsiteY633" fmla="*/ 443505 h 1010399"/>
                <a:gd name="connsiteX634" fmla="*/ 314952 w 1109339"/>
                <a:gd name="connsiteY634" fmla="*/ 444817 h 1010399"/>
                <a:gd name="connsiteX635" fmla="*/ 310039 w 1109339"/>
                <a:gd name="connsiteY635" fmla="*/ 448147 h 1010399"/>
                <a:gd name="connsiteX636" fmla="*/ 308457 w 1109339"/>
                <a:gd name="connsiteY636" fmla="*/ 454101 h 1010399"/>
                <a:gd name="connsiteX637" fmla="*/ 308457 w 1109339"/>
                <a:gd name="connsiteY637" fmla="*/ 457566 h 1010399"/>
                <a:gd name="connsiteX638" fmla="*/ 311049 w 1109339"/>
                <a:gd name="connsiteY638" fmla="*/ 460762 h 1010399"/>
                <a:gd name="connsiteX639" fmla="*/ 312361 w 1109339"/>
                <a:gd name="connsiteY639" fmla="*/ 464092 h 1010399"/>
                <a:gd name="connsiteX640" fmla="*/ 311486 w 1109339"/>
                <a:gd name="connsiteY640" fmla="*/ 467557 h 1010399"/>
                <a:gd name="connsiteX641" fmla="*/ 310341 w 1109339"/>
                <a:gd name="connsiteY641" fmla="*/ 470585 h 1010399"/>
                <a:gd name="connsiteX642" fmla="*/ 309601 w 1109339"/>
                <a:gd name="connsiteY642" fmla="*/ 473781 h 1010399"/>
                <a:gd name="connsiteX643" fmla="*/ 309029 w 1109339"/>
                <a:gd name="connsiteY643" fmla="*/ 474790 h 1010399"/>
                <a:gd name="connsiteX644" fmla="*/ 305697 w 1109339"/>
                <a:gd name="connsiteY644" fmla="*/ 477111 h 1010399"/>
                <a:gd name="connsiteX645" fmla="*/ 303678 w 1109339"/>
                <a:gd name="connsiteY645" fmla="*/ 479735 h 1010399"/>
                <a:gd name="connsiteX646" fmla="*/ 303240 w 1109339"/>
                <a:gd name="connsiteY646" fmla="*/ 482191 h 1010399"/>
                <a:gd name="connsiteX647" fmla="*/ 302668 w 1109339"/>
                <a:gd name="connsiteY647" fmla="*/ 487707 h 1010399"/>
                <a:gd name="connsiteX648" fmla="*/ 302365 w 1109339"/>
                <a:gd name="connsiteY648" fmla="*/ 491912 h 1010399"/>
                <a:gd name="connsiteX649" fmla="*/ 303240 w 1109339"/>
                <a:gd name="connsiteY649" fmla="*/ 496555 h 1010399"/>
                <a:gd name="connsiteX650" fmla="*/ 304418 w 1109339"/>
                <a:gd name="connsiteY650" fmla="*/ 502643 h 1010399"/>
                <a:gd name="connsiteX651" fmla="*/ 303543 w 1109339"/>
                <a:gd name="connsiteY651" fmla="*/ 510044 h 1010399"/>
                <a:gd name="connsiteX652" fmla="*/ 301356 w 1109339"/>
                <a:gd name="connsiteY652" fmla="*/ 511356 h 1010399"/>
                <a:gd name="connsiteX653" fmla="*/ 298461 w 1109339"/>
                <a:gd name="connsiteY653" fmla="*/ 515258 h 1010399"/>
                <a:gd name="connsiteX654" fmla="*/ 298327 w 1109339"/>
                <a:gd name="connsiteY654" fmla="*/ 517142 h 1010399"/>
                <a:gd name="connsiteX655" fmla="*/ 298764 w 1109339"/>
                <a:gd name="connsiteY655" fmla="*/ 519732 h 1010399"/>
                <a:gd name="connsiteX656" fmla="*/ 299067 w 1109339"/>
                <a:gd name="connsiteY656" fmla="*/ 522760 h 1010399"/>
                <a:gd name="connsiteX657" fmla="*/ 298630 w 1109339"/>
                <a:gd name="connsiteY657" fmla="*/ 524947 h 1010399"/>
                <a:gd name="connsiteX658" fmla="*/ 298361 w 1109339"/>
                <a:gd name="connsiteY658" fmla="*/ 532347 h 1010399"/>
                <a:gd name="connsiteX659" fmla="*/ 299942 w 1109339"/>
                <a:gd name="connsiteY659" fmla="*/ 535240 h 1010399"/>
                <a:gd name="connsiteX660" fmla="*/ 301086 w 1109339"/>
                <a:gd name="connsiteY660" fmla="*/ 539714 h 1010399"/>
                <a:gd name="connsiteX661" fmla="*/ 302702 w 1109339"/>
                <a:gd name="connsiteY661" fmla="*/ 542473 h 1010399"/>
                <a:gd name="connsiteX662" fmla="*/ 306034 w 1109339"/>
                <a:gd name="connsiteY662" fmla="*/ 543213 h 1010399"/>
                <a:gd name="connsiteX663" fmla="*/ 304889 w 1109339"/>
                <a:gd name="connsiteY663" fmla="*/ 545971 h 1010399"/>
                <a:gd name="connsiteX664" fmla="*/ 301860 w 1109339"/>
                <a:gd name="connsiteY664" fmla="*/ 547721 h 1010399"/>
                <a:gd name="connsiteX665" fmla="*/ 301995 w 1109339"/>
                <a:gd name="connsiteY665" fmla="*/ 551051 h 1010399"/>
                <a:gd name="connsiteX666" fmla="*/ 304014 w 1109339"/>
                <a:gd name="connsiteY666" fmla="*/ 554684 h 1010399"/>
                <a:gd name="connsiteX667" fmla="*/ 305024 w 1109339"/>
                <a:gd name="connsiteY667" fmla="*/ 557442 h 1010399"/>
                <a:gd name="connsiteX668" fmla="*/ 304587 w 1109339"/>
                <a:gd name="connsiteY668" fmla="*/ 561210 h 1010399"/>
                <a:gd name="connsiteX669" fmla="*/ 304587 w 1109339"/>
                <a:gd name="connsiteY669" fmla="*/ 564978 h 1010399"/>
                <a:gd name="connsiteX670" fmla="*/ 304721 w 1109339"/>
                <a:gd name="connsiteY670" fmla="*/ 568880 h 1010399"/>
                <a:gd name="connsiteX671" fmla="*/ 304014 w 1109339"/>
                <a:gd name="connsiteY671" fmla="*/ 572076 h 1010399"/>
                <a:gd name="connsiteX672" fmla="*/ 301120 w 1109339"/>
                <a:gd name="connsiteY672" fmla="*/ 570764 h 1010399"/>
                <a:gd name="connsiteX673" fmla="*/ 299808 w 1109339"/>
                <a:gd name="connsiteY673" fmla="*/ 568308 h 1010399"/>
                <a:gd name="connsiteX674" fmla="*/ 298226 w 1109339"/>
                <a:gd name="connsiteY674" fmla="*/ 565280 h 1010399"/>
                <a:gd name="connsiteX675" fmla="*/ 297082 w 1109339"/>
                <a:gd name="connsiteY675" fmla="*/ 562387 h 1010399"/>
                <a:gd name="connsiteX676" fmla="*/ 296207 w 1109339"/>
                <a:gd name="connsiteY676" fmla="*/ 560369 h 1010399"/>
                <a:gd name="connsiteX677" fmla="*/ 296072 w 1109339"/>
                <a:gd name="connsiteY677" fmla="*/ 558485 h 1010399"/>
                <a:gd name="connsiteX678" fmla="*/ 297082 w 1109339"/>
                <a:gd name="connsiteY678" fmla="*/ 557341 h 1010399"/>
                <a:gd name="connsiteX679" fmla="*/ 297216 w 1109339"/>
                <a:gd name="connsiteY679" fmla="*/ 554314 h 1010399"/>
                <a:gd name="connsiteX680" fmla="*/ 295332 w 1109339"/>
                <a:gd name="connsiteY680" fmla="*/ 553002 h 1010399"/>
                <a:gd name="connsiteX681" fmla="*/ 293750 w 1109339"/>
                <a:gd name="connsiteY681" fmla="*/ 551825 h 1010399"/>
                <a:gd name="connsiteX682" fmla="*/ 291293 w 1109339"/>
                <a:gd name="connsiteY682" fmla="*/ 551118 h 1010399"/>
                <a:gd name="connsiteX683" fmla="*/ 288399 w 1109339"/>
                <a:gd name="connsiteY683" fmla="*/ 548662 h 1010399"/>
                <a:gd name="connsiteX684" fmla="*/ 286379 w 1109339"/>
                <a:gd name="connsiteY684" fmla="*/ 545904 h 1010399"/>
                <a:gd name="connsiteX685" fmla="*/ 283754 w 1109339"/>
                <a:gd name="connsiteY685" fmla="*/ 543011 h 1010399"/>
                <a:gd name="connsiteX686" fmla="*/ 283182 w 1109339"/>
                <a:gd name="connsiteY686" fmla="*/ 541699 h 1010399"/>
                <a:gd name="connsiteX687" fmla="*/ 283048 w 1109339"/>
                <a:gd name="connsiteY687" fmla="*/ 537931 h 1010399"/>
                <a:gd name="connsiteX688" fmla="*/ 282779 w 1109339"/>
                <a:gd name="connsiteY688" fmla="*/ 536350 h 1010399"/>
                <a:gd name="connsiteX689" fmla="*/ 283216 w 1109339"/>
                <a:gd name="connsiteY689" fmla="*/ 534467 h 1010399"/>
                <a:gd name="connsiteX690" fmla="*/ 283654 w 1109339"/>
                <a:gd name="connsiteY690" fmla="*/ 532885 h 1010399"/>
                <a:gd name="connsiteX691" fmla="*/ 284225 w 1109339"/>
                <a:gd name="connsiteY691" fmla="*/ 529858 h 1010399"/>
                <a:gd name="connsiteX692" fmla="*/ 283788 w 1109339"/>
                <a:gd name="connsiteY692" fmla="*/ 526225 h 1010399"/>
                <a:gd name="connsiteX693" fmla="*/ 281466 w 1109339"/>
                <a:gd name="connsiteY693" fmla="*/ 524476 h 1010399"/>
                <a:gd name="connsiteX694" fmla="*/ 279447 w 1109339"/>
                <a:gd name="connsiteY694" fmla="*/ 521448 h 1010399"/>
                <a:gd name="connsiteX695" fmla="*/ 275678 w 1109339"/>
                <a:gd name="connsiteY695" fmla="*/ 516974 h 1010399"/>
                <a:gd name="connsiteX696" fmla="*/ 273086 w 1109339"/>
                <a:gd name="connsiteY696" fmla="*/ 519732 h 1010399"/>
                <a:gd name="connsiteX697" fmla="*/ 271639 w 1109339"/>
                <a:gd name="connsiteY697" fmla="*/ 522928 h 1010399"/>
                <a:gd name="connsiteX698" fmla="*/ 271504 w 1109339"/>
                <a:gd name="connsiteY698" fmla="*/ 526393 h 1010399"/>
                <a:gd name="connsiteX699" fmla="*/ 272951 w 1109339"/>
                <a:gd name="connsiteY699" fmla="*/ 529723 h 1010399"/>
                <a:gd name="connsiteX700" fmla="*/ 272514 w 1109339"/>
                <a:gd name="connsiteY700" fmla="*/ 531035 h 1010399"/>
                <a:gd name="connsiteX701" fmla="*/ 271201 w 1109339"/>
                <a:gd name="connsiteY701" fmla="*/ 534097 h 1010399"/>
                <a:gd name="connsiteX702" fmla="*/ 269620 w 1109339"/>
                <a:gd name="connsiteY702" fmla="*/ 535543 h 1010399"/>
                <a:gd name="connsiteX703" fmla="*/ 266725 w 1109339"/>
                <a:gd name="connsiteY703" fmla="*/ 536418 h 1010399"/>
                <a:gd name="connsiteX704" fmla="*/ 263965 w 1109339"/>
                <a:gd name="connsiteY704" fmla="*/ 538167 h 1010399"/>
                <a:gd name="connsiteX705" fmla="*/ 260499 w 1109339"/>
                <a:gd name="connsiteY705" fmla="*/ 540185 h 1010399"/>
                <a:gd name="connsiteX706" fmla="*/ 259792 w 1109339"/>
                <a:gd name="connsiteY706" fmla="*/ 542069 h 1010399"/>
                <a:gd name="connsiteX707" fmla="*/ 259220 w 1109339"/>
                <a:gd name="connsiteY707" fmla="*/ 545534 h 1010399"/>
                <a:gd name="connsiteX708" fmla="*/ 258480 w 1109339"/>
                <a:gd name="connsiteY708" fmla="*/ 546678 h 1010399"/>
                <a:gd name="connsiteX709" fmla="*/ 256595 w 1109339"/>
                <a:gd name="connsiteY709" fmla="*/ 549436 h 1010399"/>
                <a:gd name="connsiteX710" fmla="*/ 253701 w 1109339"/>
                <a:gd name="connsiteY710" fmla="*/ 550883 h 1010399"/>
                <a:gd name="connsiteX711" fmla="*/ 248922 w 1109339"/>
                <a:gd name="connsiteY711" fmla="*/ 554078 h 1010399"/>
                <a:gd name="connsiteX712" fmla="*/ 246734 w 1109339"/>
                <a:gd name="connsiteY712" fmla="*/ 558115 h 1010399"/>
                <a:gd name="connsiteX713" fmla="*/ 244581 w 1109339"/>
                <a:gd name="connsiteY713" fmla="*/ 561143 h 1010399"/>
                <a:gd name="connsiteX714" fmla="*/ 240811 w 1109339"/>
                <a:gd name="connsiteY714" fmla="*/ 565920 h 1010399"/>
                <a:gd name="connsiteX715" fmla="*/ 241686 w 1109339"/>
                <a:gd name="connsiteY715" fmla="*/ 569115 h 1010399"/>
                <a:gd name="connsiteX716" fmla="*/ 240542 w 1109339"/>
                <a:gd name="connsiteY716" fmla="*/ 571571 h 1010399"/>
                <a:gd name="connsiteX717" fmla="*/ 238085 w 1109339"/>
                <a:gd name="connsiteY717" fmla="*/ 575776 h 1010399"/>
                <a:gd name="connsiteX718" fmla="*/ 237075 w 1109339"/>
                <a:gd name="connsiteY718" fmla="*/ 577525 h 1010399"/>
                <a:gd name="connsiteX719" fmla="*/ 235326 w 1109339"/>
                <a:gd name="connsiteY719" fmla="*/ 579712 h 1010399"/>
                <a:gd name="connsiteX720" fmla="*/ 231994 w 1109339"/>
                <a:gd name="connsiteY720" fmla="*/ 583345 h 1010399"/>
                <a:gd name="connsiteX721" fmla="*/ 228359 w 1109339"/>
                <a:gd name="connsiteY721" fmla="*/ 586541 h 1010399"/>
                <a:gd name="connsiteX722" fmla="*/ 225330 w 1109339"/>
                <a:gd name="connsiteY722" fmla="*/ 588559 h 1010399"/>
                <a:gd name="connsiteX723" fmla="*/ 223311 w 1109339"/>
                <a:gd name="connsiteY723" fmla="*/ 589434 h 1010399"/>
                <a:gd name="connsiteX724" fmla="*/ 220551 w 1109339"/>
                <a:gd name="connsiteY724" fmla="*/ 590443 h 1010399"/>
                <a:gd name="connsiteX725" fmla="*/ 216210 w 1109339"/>
                <a:gd name="connsiteY725" fmla="*/ 592327 h 1010399"/>
                <a:gd name="connsiteX726" fmla="*/ 214460 w 1109339"/>
                <a:gd name="connsiteY726" fmla="*/ 594076 h 1010399"/>
                <a:gd name="connsiteX727" fmla="*/ 213585 w 1109339"/>
                <a:gd name="connsiteY727" fmla="*/ 597272 h 1010399"/>
                <a:gd name="connsiteX728" fmla="*/ 212878 w 1109339"/>
                <a:gd name="connsiteY728" fmla="*/ 598718 h 1010399"/>
                <a:gd name="connsiteX729" fmla="*/ 212306 w 1109339"/>
                <a:gd name="connsiteY729" fmla="*/ 601611 h 1010399"/>
                <a:gd name="connsiteX730" fmla="*/ 210993 w 1109339"/>
                <a:gd name="connsiteY730" fmla="*/ 605244 h 1010399"/>
                <a:gd name="connsiteX731" fmla="*/ 210724 w 1109339"/>
                <a:gd name="connsiteY731" fmla="*/ 605951 h 1010399"/>
                <a:gd name="connsiteX732" fmla="*/ 210286 w 1109339"/>
                <a:gd name="connsiteY732" fmla="*/ 609416 h 1010399"/>
                <a:gd name="connsiteX733" fmla="*/ 209714 w 1109339"/>
                <a:gd name="connsiteY733" fmla="*/ 611871 h 1010399"/>
                <a:gd name="connsiteX734" fmla="*/ 207123 w 1109339"/>
                <a:gd name="connsiteY734" fmla="*/ 613755 h 1010399"/>
                <a:gd name="connsiteX735" fmla="*/ 204532 w 1109339"/>
                <a:gd name="connsiteY735" fmla="*/ 614058 h 1010399"/>
                <a:gd name="connsiteX736" fmla="*/ 201334 w 1109339"/>
                <a:gd name="connsiteY736" fmla="*/ 613486 h 1010399"/>
                <a:gd name="connsiteX737" fmla="*/ 197868 w 1109339"/>
                <a:gd name="connsiteY737" fmla="*/ 615370 h 1010399"/>
                <a:gd name="connsiteX738" fmla="*/ 195243 w 1109339"/>
                <a:gd name="connsiteY738" fmla="*/ 619003 h 1010399"/>
                <a:gd name="connsiteX739" fmla="*/ 191339 w 1109339"/>
                <a:gd name="connsiteY739" fmla="*/ 621627 h 1010399"/>
                <a:gd name="connsiteX740" fmla="*/ 188310 w 1109339"/>
                <a:gd name="connsiteY740" fmla="*/ 623813 h 1010399"/>
                <a:gd name="connsiteX741" fmla="*/ 185416 w 1109339"/>
                <a:gd name="connsiteY741" fmla="*/ 626572 h 1010399"/>
                <a:gd name="connsiteX742" fmla="*/ 181209 w 1109339"/>
                <a:gd name="connsiteY742" fmla="*/ 629768 h 1010399"/>
                <a:gd name="connsiteX743" fmla="*/ 175420 w 1109339"/>
                <a:gd name="connsiteY743" fmla="*/ 634679 h 1010399"/>
                <a:gd name="connsiteX744" fmla="*/ 170338 w 1109339"/>
                <a:gd name="connsiteY744" fmla="*/ 638749 h 1010399"/>
                <a:gd name="connsiteX745" fmla="*/ 166872 w 1109339"/>
                <a:gd name="connsiteY745" fmla="*/ 642382 h 1010399"/>
                <a:gd name="connsiteX746" fmla="*/ 160646 w 1109339"/>
                <a:gd name="connsiteY746" fmla="*/ 647597 h 1010399"/>
                <a:gd name="connsiteX747" fmla="*/ 156002 w 1109339"/>
                <a:gd name="connsiteY747" fmla="*/ 649480 h 1010399"/>
                <a:gd name="connsiteX748" fmla="*/ 155429 w 1109339"/>
                <a:gd name="connsiteY748" fmla="*/ 653820 h 1010399"/>
                <a:gd name="connsiteX749" fmla="*/ 155867 w 1109339"/>
                <a:gd name="connsiteY749" fmla="*/ 657285 h 1010399"/>
                <a:gd name="connsiteX750" fmla="*/ 154723 w 1109339"/>
                <a:gd name="connsiteY750" fmla="*/ 662062 h 1010399"/>
                <a:gd name="connsiteX751" fmla="*/ 152973 w 1109339"/>
                <a:gd name="connsiteY751" fmla="*/ 666401 h 1010399"/>
                <a:gd name="connsiteX752" fmla="*/ 152838 w 1109339"/>
                <a:gd name="connsiteY752" fmla="*/ 667108 h 1010399"/>
                <a:gd name="connsiteX753" fmla="*/ 151694 w 1109339"/>
                <a:gd name="connsiteY753" fmla="*/ 671010 h 1010399"/>
                <a:gd name="connsiteX754" fmla="*/ 151559 w 1109339"/>
                <a:gd name="connsiteY754" fmla="*/ 674777 h 1010399"/>
                <a:gd name="connsiteX755" fmla="*/ 152569 w 1109339"/>
                <a:gd name="connsiteY755" fmla="*/ 677805 h 1010399"/>
                <a:gd name="connsiteX756" fmla="*/ 153881 w 1109339"/>
                <a:gd name="connsiteY756" fmla="*/ 680833 h 1010399"/>
                <a:gd name="connsiteX757" fmla="*/ 160545 w 1109339"/>
                <a:gd name="connsiteY757" fmla="*/ 687056 h 1010399"/>
                <a:gd name="connsiteX758" fmla="*/ 162430 w 1109339"/>
                <a:gd name="connsiteY758" fmla="*/ 689512 h 1010399"/>
                <a:gd name="connsiteX759" fmla="*/ 169262 w 1109339"/>
                <a:gd name="connsiteY759" fmla="*/ 691833 h 1010399"/>
                <a:gd name="connsiteX760" fmla="*/ 174613 w 1109339"/>
                <a:gd name="connsiteY760" fmla="*/ 691530 h 1010399"/>
                <a:gd name="connsiteX761" fmla="*/ 178517 w 1109339"/>
                <a:gd name="connsiteY761" fmla="*/ 692842 h 1010399"/>
                <a:gd name="connsiteX762" fmla="*/ 180670 w 1109339"/>
                <a:gd name="connsiteY762" fmla="*/ 695163 h 1010399"/>
                <a:gd name="connsiteX763" fmla="*/ 187469 w 1109339"/>
                <a:gd name="connsiteY763" fmla="*/ 695600 h 1010399"/>
                <a:gd name="connsiteX764" fmla="*/ 190800 w 1109339"/>
                <a:gd name="connsiteY764" fmla="*/ 697787 h 1010399"/>
                <a:gd name="connsiteX765" fmla="*/ 187031 w 1109339"/>
                <a:gd name="connsiteY765" fmla="*/ 701420 h 1010399"/>
                <a:gd name="connsiteX766" fmla="*/ 185012 w 1109339"/>
                <a:gd name="connsiteY766" fmla="*/ 702867 h 1010399"/>
                <a:gd name="connsiteX767" fmla="*/ 183262 w 1109339"/>
                <a:gd name="connsiteY767" fmla="*/ 705760 h 1010399"/>
                <a:gd name="connsiteX768" fmla="*/ 182387 w 1109339"/>
                <a:gd name="connsiteY768" fmla="*/ 709662 h 1010399"/>
                <a:gd name="connsiteX769" fmla="*/ 184406 w 1109339"/>
                <a:gd name="connsiteY769" fmla="*/ 712992 h 1010399"/>
                <a:gd name="connsiteX770" fmla="*/ 191642 w 1109339"/>
                <a:gd name="connsiteY770" fmla="*/ 713127 h 1010399"/>
                <a:gd name="connsiteX771" fmla="*/ 192954 w 1109339"/>
                <a:gd name="connsiteY771" fmla="*/ 712555 h 1010399"/>
                <a:gd name="connsiteX772" fmla="*/ 193964 w 1109339"/>
                <a:gd name="connsiteY772" fmla="*/ 712858 h 1010399"/>
                <a:gd name="connsiteX773" fmla="*/ 194973 w 1109339"/>
                <a:gd name="connsiteY773" fmla="*/ 715044 h 1010399"/>
                <a:gd name="connsiteX774" fmla="*/ 194536 w 1109339"/>
                <a:gd name="connsiteY774" fmla="*/ 717937 h 1010399"/>
                <a:gd name="connsiteX775" fmla="*/ 194402 w 1109339"/>
                <a:gd name="connsiteY775" fmla="*/ 719821 h 1010399"/>
                <a:gd name="connsiteX776" fmla="*/ 196858 w 1109339"/>
                <a:gd name="connsiteY776" fmla="*/ 720830 h 1010399"/>
                <a:gd name="connsiteX777" fmla="*/ 197868 w 1109339"/>
                <a:gd name="connsiteY777" fmla="*/ 722277 h 1010399"/>
                <a:gd name="connsiteX778" fmla="*/ 199180 w 1109339"/>
                <a:gd name="connsiteY778" fmla="*/ 725304 h 1010399"/>
                <a:gd name="connsiteX779" fmla="*/ 199483 w 1109339"/>
                <a:gd name="connsiteY779" fmla="*/ 727760 h 1010399"/>
                <a:gd name="connsiteX780" fmla="*/ 200796 w 1109339"/>
                <a:gd name="connsiteY780" fmla="*/ 729341 h 1010399"/>
                <a:gd name="connsiteX781" fmla="*/ 203825 w 1109339"/>
                <a:gd name="connsiteY781" fmla="*/ 730518 h 1010399"/>
                <a:gd name="connsiteX782" fmla="*/ 210623 w 1109339"/>
                <a:gd name="connsiteY782" fmla="*/ 730216 h 1010399"/>
                <a:gd name="connsiteX783" fmla="*/ 213248 w 1109339"/>
                <a:gd name="connsiteY783" fmla="*/ 729913 h 1010399"/>
                <a:gd name="connsiteX784" fmla="*/ 217590 w 1109339"/>
                <a:gd name="connsiteY784" fmla="*/ 729341 h 1010399"/>
                <a:gd name="connsiteX785" fmla="*/ 217892 w 1109339"/>
                <a:gd name="connsiteY785" fmla="*/ 727154 h 1010399"/>
                <a:gd name="connsiteX786" fmla="*/ 220518 w 1109339"/>
                <a:gd name="connsiteY786" fmla="*/ 724127 h 1010399"/>
                <a:gd name="connsiteX787" fmla="*/ 219070 w 1109339"/>
                <a:gd name="connsiteY787" fmla="*/ 720225 h 1010399"/>
                <a:gd name="connsiteX788" fmla="*/ 219070 w 1109339"/>
                <a:gd name="connsiteY788" fmla="*/ 716894 h 1010399"/>
                <a:gd name="connsiteX789" fmla="*/ 220955 w 1109339"/>
                <a:gd name="connsiteY789" fmla="*/ 714640 h 1010399"/>
                <a:gd name="connsiteX790" fmla="*/ 223715 w 1109339"/>
                <a:gd name="connsiteY790" fmla="*/ 714270 h 1010399"/>
                <a:gd name="connsiteX791" fmla="*/ 226912 w 1109339"/>
                <a:gd name="connsiteY791" fmla="*/ 714270 h 1010399"/>
                <a:gd name="connsiteX792" fmla="*/ 229974 w 1109339"/>
                <a:gd name="connsiteY792" fmla="*/ 714136 h 1010399"/>
                <a:gd name="connsiteX793" fmla="*/ 230984 w 1109339"/>
                <a:gd name="connsiteY793" fmla="*/ 713261 h 1010399"/>
                <a:gd name="connsiteX794" fmla="*/ 232128 w 1109339"/>
                <a:gd name="connsiteY794" fmla="*/ 710368 h 1010399"/>
                <a:gd name="connsiteX795" fmla="*/ 233138 w 1109339"/>
                <a:gd name="connsiteY795" fmla="*/ 707038 h 1010399"/>
                <a:gd name="connsiteX796" fmla="*/ 232431 w 1109339"/>
                <a:gd name="connsiteY796" fmla="*/ 706735 h 1010399"/>
                <a:gd name="connsiteX797" fmla="*/ 228662 w 1109339"/>
                <a:gd name="connsiteY797" fmla="*/ 703270 h 1010399"/>
                <a:gd name="connsiteX798" fmla="*/ 228965 w 1109339"/>
                <a:gd name="connsiteY798" fmla="*/ 701252 h 1010399"/>
                <a:gd name="connsiteX799" fmla="*/ 231152 w 1109339"/>
                <a:gd name="connsiteY799" fmla="*/ 699671 h 1010399"/>
                <a:gd name="connsiteX800" fmla="*/ 234047 w 1109339"/>
                <a:gd name="connsiteY800" fmla="*/ 699805 h 1010399"/>
                <a:gd name="connsiteX801" fmla="*/ 236806 w 1109339"/>
                <a:gd name="connsiteY801" fmla="*/ 700377 h 1010399"/>
                <a:gd name="connsiteX802" fmla="*/ 238994 w 1109339"/>
                <a:gd name="connsiteY802" fmla="*/ 700949 h 1010399"/>
                <a:gd name="connsiteX803" fmla="*/ 241753 w 1109339"/>
                <a:gd name="connsiteY803" fmla="*/ 702530 h 1010399"/>
                <a:gd name="connsiteX804" fmla="*/ 241753 w 1109339"/>
                <a:gd name="connsiteY804" fmla="*/ 708182 h 1010399"/>
                <a:gd name="connsiteX805" fmla="*/ 240744 w 1109339"/>
                <a:gd name="connsiteY805" fmla="*/ 711075 h 1010399"/>
                <a:gd name="connsiteX806" fmla="*/ 240475 w 1109339"/>
                <a:gd name="connsiteY806" fmla="*/ 713833 h 1010399"/>
                <a:gd name="connsiteX807" fmla="*/ 244951 w 1109339"/>
                <a:gd name="connsiteY807" fmla="*/ 716592 h 1010399"/>
                <a:gd name="connsiteX808" fmla="*/ 247710 w 1109339"/>
                <a:gd name="connsiteY808" fmla="*/ 715448 h 1010399"/>
                <a:gd name="connsiteX809" fmla="*/ 248585 w 1109339"/>
                <a:gd name="connsiteY809" fmla="*/ 712252 h 1010399"/>
                <a:gd name="connsiteX810" fmla="*/ 248854 w 1109339"/>
                <a:gd name="connsiteY810" fmla="*/ 709359 h 1010399"/>
                <a:gd name="connsiteX811" fmla="*/ 251312 w 1109339"/>
                <a:gd name="connsiteY811" fmla="*/ 707610 h 1010399"/>
                <a:gd name="connsiteX812" fmla="*/ 253768 w 1109339"/>
                <a:gd name="connsiteY812" fmla="*/ 709494 h 1010399"/>
                <a:gd name="connsiteX813" fmla="*/ 254071 w 1109339"/>
                <a:gd name="connsiteY813" fmla="*/ 713127 h 1010399"/>
                <a:gd name="connsiteX814" fmla="*/ 253061 w 1109339"/>
                <a:gd name="connsiteY814" fmla="*/ 716020 h 1010399"/>
                <a:gd name="connsiteX815" fmla="*/ 252052 w 1109339"/>
                <a:gd name="connsiteY815" fmla="*/ 719350 h 1010399"/>
                <a:gd name="connsiteX816" fmla="*/ 252927 w 1109339"/>
                <a:gd name="connsiteY816" fmla="*/ 719922 h 1010399"/>
                <a:gd name="connsiteX817" fmla="*/ 253499 w 1109339"/>
                <a:gd name="connsiteY817" fmla="*/ 722108 h 1010399"/>
                <a:gd name="connsiteX818" fmla="*/ 253364 w 1109339"/>
                <a:gd name="connsiteY818" fmla="*/ 723689 h 1010399"/>
                <a:gd name="connsiteX819" fmla="*/ 252657 w 1109339"/>
                <a:gd name="connsiteY819" fmla="*/ 725136 h 1010399"/>
                <a:gd name="connsiteX820" fmla="*/ 249629 w 1109339"/>
                <a:gd name="connsiteY820" fmla="*/ 727457 h 1010399"/>
                <a:gd name="connsiteX821" fmla="*/ 247004 w 1109339"/>
                <a:gd name="connsiteY821" fmla="*/ 730653 h 1010399"/>
                <a:gd name="connsiteX822" fmla="*/ 245859 w 1109339"/>
                <a:gd name="connsiteY822" fmla="*/ 731225 h 1010399"/>
                <a:gd name="connsiteX823" fmla="*/ 242090 w 1109339"/>
                <a:gd name="connsiteY823" fmla="*/ 731662 h 1010399"/>
                <a:gd name="connsiteX824" fmla="*/ 240643 w 1109339"/>
                <a:gd name="connsiteY824" fmla="*/ 732234 h 1010399"/>
                <a:gd name="connsiteX825" fmla="*/ 238758 w 1109339"/>
                <a:gd name="connsiteY825" fmla="*/ 733243 h 1010399"/>
                <a:gd name="connsiteX826" fmla="*/ 235561 w 1109339"/>
                <a:gd name="connsiteY826" fmla="*/ 734690 h 1010399"/>
                <a:gd name="connsiteX827" fmla="*/ 233676 w 1109339"/>
                <a:gd name="connsiteY827" fmla="*/ 736708 h 1010399"/>
                <a:gd name="connsiteX828" fmla="*/ 231489 w 1109339"/>
                <a:gd name="connsiteY828" fmla="*/ 738457 h 1010399"/>
                <a:gd name="connsiteX829" fmla="*/ 229301 w 1109339"/>
                <a:gd name="connsiteY829" fmla="*/ 740778 h 1010399"/>
                <a:gd name="connsiteX830" fmla="*/ 228426 w 1109339"/>
                <a:gd name="connsiteY830" fmla="*/ 743671 h 1010399"/>
                <a:gd name="connsiteX831" fmla="*/ 226845 w 1109339"/>
                <a:gd name="connsiteY831" fmla="*/ 744546 h 1010399"/>
                <a:gd name="connsiteX832" fmla="*/ 224522 w 1109339"/>
                <a:gd name="connsiteY832" fmla="*/ 742090 h 1010399"/>
                <a:gd name="connsiteX833" fmla="*/ 220753 w 1109339"/>
                <a:gd name="connsiteY833" fmla="*/ 739769 h 1010399"/>
                <a:gd name="connsiteX834" fmla="*/ 217286 w 1109339"/>
                <a:gd name="connsiteY834" fmla="*/ 741956 h 1010399"/>
                <a:gd name="connsiteX835" fmla="*/ 213955 w 1109339"/>
                <a:gd name="connsiteY835" fmla="*/ 742830 h 1010399"/>
                <a:gd name="connsiteX836" fmla="*/ 210185 w 1109339"/>
                <a:gd name="connsiteY836" fmla="*/ 743840 h 1010399"/>
                <a:gd name="connsiteX837" fmla="*/ 208301 w 1109339"/>
                <a:gd name="connsiteY837" fmla="*/ 747473 h 1010399"/>
                <a:gd name="connsiteX838" fmla="*/ 207729 w 1109339"/>
                <a:gd name="connsiteY838" fmla="*/ 750938 h 1010399"/>
                <a:gd name="connsiteX839" fmla="*/ 207998 w 1109339"/>
                <a:gd name="connsiteY839" fmla="*/ 754571 h 1010399"/>
                <a:gd name="connsiteX840" fmla="*/ 208435 w 1109339"/>
                <a:gd name="connsiteY840" fmla="*/ 760794 h 1010399"/>
                <a:gd name="connsiteX841" fmla="*/ 209614 w 1109339"/>
                <a:gd name="connsiteY841" fmla="*/ 763687 h 1010399"/>
                <a:gd name="connsiteX842" fmla="*/ 213080 w 1109339"/>
                <a:gd name="connsiteY842" fmla="*/ 767757 h 1010399"/>
                <a:gd name="connsiteX843" fmla="*/ 214089 w 1109339"/>
                <a:gd name="connsiteY843" fmla="*/ 769305 h 1010399"/>
                <a:gd name="connsiteX844" fmla="*/ 216849 w 1109339"/>
                <a:gd name="connsiteY844" fmla="*/ 774956 h 1010399"/>
                <a:gd name="connsiteX845" fmla="*/ 219440 w 1109339"/>
                <a:gd name="connsiteY845" fmla="*/ 778589 h 1010399"/>
                <a:gd name="connsiteX846" fmla="*/ 219777 w 1109339"/>
                <a:gd name="connsiteY846" fmla="*/ 782660 h 1010399"/>
                <a:gd name="connsiteX847" fmla="*/ 223513 w 1109339"/>
                <a:gd name="connsiteY847" fmla="*/ 782088 h 1010399"/>
                <a:gd name="connsiteX848" fmla="*/ 227282 w 1109339"/>
                <a:gd name="connsiteY848" fmla="*/ 782088 h 1010399"/>
                <a:gd name="connsiteX849" fmla="*/ 232701 w 1109339"/>
                <a:gd name="connsiteY849" fmla="*/ 782155 h 1010399"/>
                <a:gd name="connsiteX850" fmla="*/ 238422 w 1109339"/>
                <a:gd name="connsiteY850" fmla="*/ 782727 h 1010399"/>
                <a:gd name="connsiteX851" fmla="*/ 241047 w 1109339"/>
                <a:gd name="connsiteY851" fmla="*/ 782660 h 1010399"/>
                <a:gd name="connsiteX852" fmla="*/ 243638 w 1109339"/>
                <a:gd name="connsiteY852" fmla="*/ 782458 h 1010399"/>
                <a:gd name="connsiteX853" fmla="*/ 244782 w 1109339"/>
                <a:gd name="connsiteY853" fmla="*/ 781516 h 1010399"/>
                <a:gd name="connsiteX854" fmla="*/ 246297 w 1109339"/>
                <a:gd name="connsiteY854" fmla="*/ 779935 h 1010399"/>
                <a:gd name="connsiteX855" fmla="*/ 248316 w 1109339"/>
                <a:gd name="connsiteY855" fmla="*/ 778858 h 1010399"/>
                <a:gd name="connsiteX856" fmla="*/ 250571 w 1109339"/>
                <a:gd name="connsiteY856" fmla="*/ 777715 h 1010399"/>
                <a:gd name="connsiteX857" fmla="*/ 253331 w 1109339"/>
                <a:gd name="connsiteY857" fmla="*/ 776268 h 1010399"/>
                <a:gd name="connsiteX858" fmla="*/ 254206 w 1109339"/>
                <a:gd name="connsiteY858" fmla="*/ 779094 h 1010399"/>
                <a:gd name="connsiteX859" fmla="*/ 255788 w 1109339"/>
                <a:gd name="connsiteY859" fmla="*/ 780540 h 1010399"/>
                <a:gd name="connsiteX860" fmla="*/ 258614 w 1109339"/>
                <a:gd name="connsiteY860" fmla="*/ 781281 h 1010399"/>
                <a:gd name="connsiteX861" fmla="*/ 260499 w 1109339"/>
                <a:gd name="connsiteY861" fmla="*/ 780406 h 1010399"/>
                <a:gd name="connsiteX862" fmla="*/ 262014 w 1109339"/>
                <a:gd name="connsiteY862" fmla="*/ 778959 h 1010399"/>
                <a:gd name="connsiteX863" fmla="*/ 263394 w 1109339"/>
                <a:gd name="connsiteY863" fmla="*/ 778152 h 1010399"/>
                <a:gd name="connsiteX864" fmla="*/ 265581 w 1109339"/>
                <a:gd name="connsiteY864" fmla="*/ 776470 h 1010399"/>
                <a:gd name="connsiteX865" fmla="*/ 267163 w 1109339"/>
                <a:gd name="connsiteY865" fmla="*/ 774654 h 1010399"/>
                <a:gd name="connsiteX866" fmla="*/ 269047 w 1109339"/>
                <a:gd name="connsiteY866" fmla="*/ 773577 h 1010399"/>
                <a:gd name="connsiteX867" fmla="*/ 270999 w 1109339"/>
                <a:gd name="connsiteY867" fmla="*/ 773005 h 1010399"/>
                <a:gd name="connsiteX868" fmla="*/ 272884 w 1109339"/>
                <a:gd name="connsiteY868" fmla="*/ 772871 h 1010399"/>
                <a:gd name="connsiteX869" fmla="*/ 275846 w 1109339"/>
                <a:gd name="connsiteY869" fmla="*/ 772366 h 1010399"/>
                <a:gd name="connsiteX870" fmla="*/ 278437 w 1109339"/>
                <a:gd name="connsiteY870" fmla="*/ 771357 h 1010399"/>
                <a:gd name="connsiteX871" fmla="*/ 280456 w 1109339"/>
                <a:gd name="connsiteY871" fmla="*/ 770650 h 1010399"/>
                <a:gd name="connsiteX872" fmla="*/ 282408 w 1109339"/>
                <a:gd name="connsiteY872" fmla="*/ 770348 h 1010399"/>
                <a:gd name="connsiteX873" fmla="*/ 285437 w 1109339"/>
                <a:gd name="connsiteY873" fmla="*/ 768262 h 1010399"/>
                <a:gd name="connsiteX874" fmla="*/ 289577 w 1109339"/>
                <a:gd name="connsiteY874" fmla="*/ 768262 h 1010399"/>
                <a:gd name="connsiteX875" fmla="*/ 292471 w 1109339"/>
                <a:gd name="connsiteY875" fmla="*/ 769708 h 1010399"/>
                <a:gd name="connsiteX876" fmla="*/ 293615 w 1109339"/>
                <a:gd name="connsiteY876" fmla="*/ 772736 h 1010399"/>
                <a:gd name="connsiteX877" fmla="*/ 293413 w 1109339"/>
                <a:gd name="connsiteY877" fmla="*/ 774822 h 1010399"/>
                <a:gd name="connsiteX878" fmla="*/ 290788 w 1109339"/>
                <a:gd name="connsiteY878" fmla="*/ 777008 h 1010399"/>
                <a:gd name="connsiteX879" fmla="*/ 289543 w 1109339"/>
                <a:gd name="connsiteY879" fmla="*/ 779531 h 1010399"/>
                <a:gd name="connsiteX880" fmla="*/ 290856 w 1109339"/>
                <a:gd name="connsiteY880" fmla="*/ 781482 h 1010399"/>
                <a:gd name="connsiteX881" fmla="*/ 292605 w 1109339"/>
                <a:gd name="connsiteY881" fmla="*/ 783568 h 1010399"/>
                <a:gd name="connsiteX882" fmla="*/ 293716 w 1109339"/>
                <a:gd name="connsiteY882" fmla="*/ 788849 h 1010399"/>
                <a:gd name="connsiteX883" fmla="*/ 294221 w 1109339"/>
                <a:gd name="connsiteY883" fmla="*/ 790666 h 1010399"/>
                <a:gd name="connsiteX884" fmla="*/ 296240 w 1109339"/>
                <a:gd name="connsiteY884" fmla="*/ 793424 h 1010399"/>
                <a:gd name="connsiteX885" fmla="*/ 297687 w 1109339"/>
                <a:gd name="connsiteY885" fmla="*/ 794366 h 1010399"/>
                <a:gd name="connsiteX886" fmla="*/ 299269 w 1109339"/>
                <a:gd name="connsiteY886" fmla="*/ 797058 h 1010399"/>
                <a:gd name="connsiteX887" fmla="*/ 299336 w 1109339"/>
                <a:gd name="connsiteY887" fmla="*/ 799143 h 1010399"/>
                <a:gd name="connsiteX888" fmla="*/ 298461 w 1109339"/>
                <a:gd name="connsiteY888" fmla="*/ 800724 h 1010399"/>
                <a:gd name="connsiteX889" fmla="*/ 296442 w 1109339"/>
                <a:gd name="connsiteY889" fmla="*/ 802238 h 1010399"/>
                <a:gd name="connsiteX890" fmla="*/ 293851 w 1109339"/>
                <a:gd name="connsiteY890" fmla="*/ 805266 h 1010399"/>
                <a:gd name="connsiteX891" fmla="*/ 293851 w 1109339"/>
                <a:gd name="connsiteY891" fmla="*/ 806914 h 1010399"/>
                <a:gd name="connsiteX892" fmla="*/ 294995 w 1109339"/>
                <a:gd name="connsiteY892" fmla="*/ 809302 h 1010399"/>
                <a:gd name="connsiteX893" fmla="*/ 298192 w 1109339"/>
                <a:gd name="connsiteY893" fmla="*/ 812128 h 1010399"/>
                <a:gd name="connsiteX894" fmla="*/ 300515 w 1109339"/>
                <a:gd name="connsiteY894" fmla="*/ 813003 h 1010399"/>
                <a:gd name="connsiteX895" fmla="*/ 301221 w 1109339"/>
                <a:gd name="connsiteY895" fmla="*/ 816266 h 1010399"/>
                <a:gd name="connsiteX896" fmla="*/ 300144 w 1109339"/>
                <a:gd name="connsiteY896" fmla="*/ 822354 h 1010399"/>
                <a:gd name="connsiteX897" fmla="*/ 299572 w 1109339"/>
                <a:gd name="connsiteY897" fmla="*/ 825618 h 1010399"/>
                <a:gd name="connsiteX898" fmla="*/ 300885 w 1109339"/>
                <a:gd name="connsiteY898" fmla="*/ 827636 h 1010399"/>
                <a:gd name="connsiteX899" fmla="*/ 304082 w 1109339"/>
                <a:gd name="connsiteY899" fmla="*/ 830226 h 1010399"/>
                <a:gd name="connsiteX900" fmla="*/ 306606 w 1109339"/>
                <a:gd name="connsiteY900" fmla="*/ 831740 h 1010399"/>
                <a:gd name="connsiteX901" fmla="*/ 309433 w 1109339"/>
                <a:gd name="connsiteY901" fmla="*/ 834566 h 1010399"/>
                <a:gd name="connsiteX902" fmla="*/ 310510 w 1109339"/>
                <a:gd name="connsiteY902" fmla="*/ 837526 h 1010399"/>
                <a:gd name="connsiteX903" fmla="*/ 312024 w 1109339"/>
                <a:gd name="connsiteY903" fmla="*/ 838670 h 1010399"/>
                <a:gd name="connsiteX904" fmla="*/ 314986 w 1109339"/>
                <a:gd name="connsiteY904" fmla="*/ 839679 h 1010399"/>
                <a:gd name="connsiteX905" fmla="*/ 319025 w 1109339"/>
                <a:gd name="connsiteY905" fmla="*/ 842370 h 1010399"/>
                <a:gd name="connsiteX906" fmla="*/ 319596 w 1109339"/>
                <a:gd name="connsiteY906" fmla="*/ 843817 h 1010399"/>
                <a:gd name="connsiteX907" fmla="*/ 323568 w 1109339"/>
                <a:gd name="connsiteY907" fmla="*/ 847382 h 1010399"/>
                <a:gd name="connsiteX908" fmla="*/ 330736 w 1109339"/>
                <a:gd name="connsiteY908" fmla="*/ 847517 h 1010399"/>
                <a:gd name="connsiteX909" fmla="*/ 334304 w 1109339"/>
                <a:gd name="connsiteY909" fmla="*/ 851049 h 1010399"/>
                <a:gd name="connsiteX910" fmla="*/ 337770 w 1109339"/>
                <a:gd name="connsiteY910" fmla="*/ 853740 h 1010399"/>
                <a:gd name="connsiteX911" fmla="*/ 341909 w 1109339"/>
                <a:gd name="connsiteY911" fmla="*/ 856701 h 1010399"/>
                <a:gd name="connsiteX912" fmla="*/ 346251 w 1109339"/>
                <a:gd name="connsiteY912" fmla="*/ 858652 h 1010399"/>
                <a:gd name="connsiteX913" fmla="*/ 348270 w 1109339"/>
                <a:gd name="connsiteY913" fmla="*/ 858214 h 1010399"/>
                <a:gd name="connsiteX914" fmla="*/ 349953 w 1109339"/>
                <a:gd name="connsiteY914" fmla="*/ 857272 h 1010399"/>
                <a:gd name="connsiteX915" fmla="*/ 353083 w 1109339"/>
                <a:gd name="connsiteY915" fmla="*/ 854514 h 1010399"/>
                <a:gd name="connsiteX916" fmla="*/ 357492 w 1109339"/>
                <a:gd name="connsiteY916" fmla="*/ 850982 h 1010399"/>
                <a:gd name="connsiteX917" fmla="*/ 360958 w 1109339"/>
                <a:gd name="connsiteY917" fmla="*/ 850679 h 1010399"/>
                <a:gd name="connsiteX918" fmla="*/ 365300 w 1109339"/>
                <a:gd name="connsiteY918" fmla="*/ 851318 h 1010399"/>
                <a:gd name="connsiteX919" fmla="*/ 369002 w 1109339"/>
                <a:gd name="connsiteY919" fmla="*/ 851621 h 1010399"/>
                <a:gd name="connsiteX920" fmla="*/ 371256 w 1109339"/>
                <a:gd name="connsiteY920" fmla="*/ 851419 h 1010399"/>
                <a:gd name="connsiteX921" fmla="*/ 373511 w 1109339"/>
                <a:gd name="connsiteY921" fmla="*/ 850679 h 1010399"/>
                <a:gd name="connsiteX922" fmla="*/ 373713 w 1109339"/>
                <a:gd name="connsiteY922" fmla="*/ 846844 h 1010399"/>
                <a:gd name="connsiteX923" fmla="*/ 372771 w 1109339"/>
                <a:gd name="connsiteY923" fmla="*/ 843817 h 1010399"/>
                <a:gd name="connsiteX924" fmla="*/ 372333 w 1109339"/>
                <a:gd name="connsiteY924" fmla="*/ 840856 h 1010399"/>
                <a:gd name="connsiteX925" fmla="*/ 373343 w 1109339"/>
                <a:gd name="connsiteY925" fmla="*/ 838333 h 1010399"/>
                <a:gd name="connsiteX926" fmla="*/ 374925 w 1109339"/>
                <a:gd name="connsiteY926" fmla="*/ 837089 h 1010399"/>
                <a:gd name="connsiteX927" fmla="*/ 376506 w 1109339"/>
                <a:gd name="connsiteY927" fmla="*/ 837156 h 1010399"/>
                <a:gd name="connsiteX928" fmla="*/ 377752 w 1109339"/>
                <a:gd name="connsiteY928" fmla="*/ 837728 h 1010399"/>
                <a:gd name="connsiteX929" fmla="*/ 380781 w 1109339"/>
                <a:gd name="connsiteY929" fmla="*/ 839612 h 1010399"/>
                <a:gd name="connsiteX930" fmla="*/ 383675 w 1109339"/>
                <a:gd name="connsiteY930" fmla="*/ 841866 h 1010399"/>
                <a:gd name="connsiteX931" fmla="*/ 387141 w 1109339"/>
                <a:gd name="connsiteY931" fmla="*/ 843009 h 1010399"/>
                <a:gd name="connsiteX932" fmla="*/ 388454 w 1109339"/>
                <a:gd name="connsiteY932" fmla="*/ 844523 h 1010399"/>
                <a:gd name="connsiteX933" fmla="*/ 388891 w 1109339"/>
                <a:gd name="connsiteY933" fmla="*/ 847853 h 1010399"/>
                <a:gd name="connsiteX934" fmla="*/ 390204 w 1109339"/>
                <a:gd name="connsiteY934" fmla="*/ 850612 h 1010399"/>
                <a:gd name="connsiteX935" fmla="*/ 391886 w 1109339"/>
                <a:gd name="connsiteY935" fmla="*/ 853639 h 1010399"/>
                <a:gd name="connsiteX936" fmla="*/ 393603 w 1109339"/>
                <a:gd name="connsiteY936" fmla="*/ 855456 h 1010399"/>
                <a:gd name="connsiteX937" fmla="*/ 397002 w 1109339"/>
                <a:gd name="connsiteY937" fmla="*/ 855321 h 1010399"/>
                <a:gd name="connsiteX938" fmla="*/ 400401 w 1109339"/>
                <a:gd name="connsiteY938" fmla="*/ 854312 h 1010399"/>
                <a:gd name="connsiteX939" fmla="*/ 403295 w 1109339"/>
                <a:gd name="connsiteY939" fmla="*/ 853572 h 1010399"/>
                <a:gd name="connsiteX940" fmla="*/ 406695 w 1109339"/>
                <a:gd name="connsiteY940" fmla="*/ 853269 h 1010399"/>
                <a:gd name="connsiteX941" fmla="*/ 411608 w 1109339"/>
                <a:gd name="connsiteY941" fmla="*/ 851386 h 1010399"/>
                <a:gd name="connsiteX942" fmla="*/ 414570 w 1109339"/>
                <a:gd name="connsiteY942" fmla="*/ 850309 h 1010399"/>
                <a:gd name="connsiteX943" fmla="*/ 418272 w 1109339"/>
                <a:gd name="connsiteY943" fmla="*/ 846844 h 1010399"/>
                <a:gd name="connsiteX944" fmla="*/ 421604 w 1109339"/>
                <a:gd name="connsiteY944" fmla="*/ 844658 h 1010399"/>
                <a:gd name="connsiteX945" fmla="*/ 423556 w 1109339"/>
                <a:gd name="connsiteY945" fmla="*/ 840957 h 1010399"/>
                <a:gd name="connsiteX946" fmla="*/ 426686 w 1109339"/>
                <a:gd name="connsiteY946" fmla="*/ 836988 h 1010399"/>
                <a:gd name="connsiteX947" fmla="*/ 429378 w 1109339"/>
                <a:gd name="connsiteY947" fmla="*/ 835609 h 1010399"/>
                <a:gd name="connsiteX948" fmla="*/ 432407 w 1109339"/>
                <a:gd name="connsiteY948" fmla="*/ 834027 h 1010399"/>
                <a:gd name="connsiteX949" fmla="*/ 436311 w 1109339"/>
                <a:gd name="connsiteY949" fmla="*/ 832951 h 1010399"/>
                <a:gd name="connsiteX950" fmla="*/ 438902 w 1109339"/>
                <a:gd name="connsiteY950" fmla="*/ 832446 h 1010399"/>
                <a:gd name="connsiteX951" fmla="*/ 441662 w 1109339"/>
                <a:gd name="connsiteY951" fmla="*/ 832446 h 1010399"/>
                <a:gd name="connsiteX952" fmla="*/ 443681 w 1109339"/>
                <a:gd name="connsiteY952" fmla="*/ 833657 h 1010399"/>
                <a:gd name="connsiteX953" fmla="*/ 443816 w 1109339"/>
                <a:gd name="connsiteY953" fmla="*/ 835575 h 1010399"/>
                <a:gd name="connsiteX954" fmla="*/ 442738 w 1109339"/>
                <a:gd name="connsiteY954" fmla="*/ 837526 h 1010399"/>
                <a:gd name="connsiteX955" fmla="*/ 441662 w 1109339"/>
                <a:gd name="connsiteY955" fmla="*/ 842807 h 1010399"/>
                <a:gd name="connsiteX956" fmla="*/ 442167 w 1109339"/>
                <a:gd name="connsiteY956" fmla="*/ 847012 h 1010399"/>
                <a:gd name="connsiteX957" fmla="*/ 442537 w 1109339"/>
                <a:gd name="connsiteY957" fmla="*/ 852664 h 1010399"/>
                <a:gd name="connsiteX958" fmla="*/ 445061 w 1109339"/>
                <a:gd name="connsiteY958" fmla="*/ 855725 h 1010399"/>
                <a:gd name="connsiteX959" fmla="*/ 448258 w 1109339"/>
                <a:gd name="connsiteY959" fmla="*/ 859055 h 1010399"/>
                <a:gd name="connsiteX960" fmla="*/ 453037 w 1109339"/>
                <a:gd name="connsiteY960" fmla="*/ 863193 h 1010399"/>
                <a:gd name="connsiteX961" fmla="*/ 460273 w 1109339"/>
                <a:gd name="connsiteY961" fmla="*/ 868037 h 1010399"/>
                <a:gd name="connsiteX962" fmla="*/ 470335 w 1109339"/>
                <a:gd name="connsiteY962" fmla="*/ 870560 h 1010399"/>
                <a:gd name="connsiteX963" fmla="*/ 476932 w 1109339"/>
                <a:gd name="connsiteY963" fmla="*/ 871569 h 1010399"/>
                <a:gd name="connsiteX964" fmla="*/ 481576 w 1109339"/>
                <a:gd name="connsiteY964" fmla="*/ 872208 h 1010399"/>
                <a:gd name="connsiteX965" fmla="*/ 486355 w 1109339"/>
                <a:gd name="connsiteY965" fmla="*/ 872208 h 1010399"/>
                <a:gd name="connsiteX966" fmla="*/ 490562 w 1109339"/>
                <a:gd name="connsiteY966" fmla="*/ 870964 h 1010399"/>
                <a:gd name="connsiteX967" fmla="*/ 494095 w 1109339"/>
                <a:gd name="connsiteY967" fmla="*/ 869080 h 1010399"/>
                <a:gd name="connsiteX968" fmla="*/ 497932 w 1109339"/>
                <a:gd name="connsiteY968" fmla="*/ 865817 h 1010399"/>
                <a:gd name="connsiteX969" fmla="*/ 504024 w 1109339"/>
                <a:gd name="connsiteY969" fmla="*/ 861982 h 1010399"/>
                <a:gd name="connsiteX970" fmla="*/ 511428 w 1109339"/>
                <a:gd name="connsiteY970" fmla="*/ 857777 h 1010399"/>
                <a:gd name="connsiteX971" fmla="*/ 513683 w 1109339"/>
                <a:gd name="connsiteY971" fmla="*/ 855019 h 1010399"/>
                <a:gd name="connsiteX972" fmla="*/ 516947 w 1109339"/>
                <a:gd name="connsiteY972" fmla="*/ 855019 h 1010399"/>
                <a:gd name="connsiteX973" fmla="*/ 520649 w 1109339"/>
                <a:gd name="connsiteY973" fmla="*/ 855019 h 1010399"/>
                <a:gd name="connsiteX974" fmla="*/ 522735 w 1109339"/>
                <a:gd name="connsiteY974" fmla="*/ 855019 h 1010399"/>
                <a:gd name="connsiteX975" fmla="*/ 524688 w 1109339"/>
                <a:gd name="connsiteY975" fmla="*/ 855557 h 1010399"/>
                <a:gd name="connsiteX976" fmla="*/ 526505 w 1109339"/>
                <a:gd name="connsiteY976" fmla="*/ 857037 h 1010399"/>
                <a:gd name="connsiteX977" fmla="*/ 528121 w 1109339"/>
                <a:gd name="connsiteY977" fmla="*/ 858652 h 1010399"/>
                <a:gd name="connsiteX978" fmla="*/ 528995 w 1109339"/>
                <a:gd name="connsiteY978" fmla="*/ 860031 h 1010399"/>
                <a:gd name="connsiteX979" fmla="*/ 531688 w 1109339"/>
                <a:gd name="connsiteY979" fmla="*/ 860906 h 1010399"/>
                <a:gd name="connsiteX980" fmla="*/ 533774 w 1109339"/>
                <a:gd name="connsiteY980" fmla="*/ 861276 h 1010399"/>
                <a:gd name="connsiteX981" fmla="*/ 538991 w 1109339"/>
                <a:gd name="connsiteY981" fmla="*/ 863294 h 1010399"/>
                <a:gd name="connsiteX982" fmla="*/ 540068 w 1109339"/>
                <a:gd name="connsiteY982" fmla="*/ 863361 h 1010399"/>
                <a:gd name="connsiteX983" fmla="*/ 542323 w 1109339"/>
                <a:gd name="connsiteY983" fmla="*/ 862419 h 1010399"/>
                <a:gd name="connsiteX984" fmla="*/ 544645 w 1109339"/>
                <a:gd name="connsiteY984" fmla="*/ 860098 h 1010399"/>
                <a:gd name="connsiteX985" fmla="*/ 547034 w 1109339"/>
                <a:gd name="connsiteY985" fmla="*/ 859594 h 1010399"/>
                <a:gd name="connsiteX986" fmla="*/ 550164 w 1109339"/>
                <a:gd name="connsiteY986" fmla="*/ 861040 h 1010399"/>
                <a:gd name="connsiteX987" fmla="*/ 552352 w 1109339"/>
                <a:gd name="connsiteY987" fmla="*/ 864808 h 1010399"/>
                <a:gd name="connsiteX988" fmla="*/ 551409 w 1109339"/>
                <a:gd name="connsiteY988" fmla="*/ 868003 h 1010399"/>
                <a:gd name="connsiteX989" fmla="*/ 554371 w 1109339"/>
                <a:gd name="connsiteY989" fmla="*/ 873655 h 1010399"/>
                <a:gd name="connsiteX990" fmla="*/ 557635 w 1109339"/>
                <a:gd name="connsiteY990" fmla="*/ 876346 h 1010399"/>
                <a:gd name="connsiteX991" fmla="*/ 560597 w 1109339"/>
                <a:gd name="connsiteY991" fmla="*/ 878600 h 1010399"/>
                <a:gd name="connsiteX992" fmla="*/ 564366 w 1109339"/>
                <a:gd name="connsiteY992" fmla="*/ 881056 h 1010399"/>
                <a:gd name="connsiteX993" fmla="*/ 566621 w 1109339"/>
                <a:gd name="connsiteY993" fmla="*/ 883511 h 1010399"/>
                <a:gd name="connsiteX994" fmla="*/ 565174 w 1109339"/>
                <a:gd name="connsiteY994" fmla="*/ 885967 h 1010399"/>
                <a:gd name="connsiteX995" fmla="*/ 561977 w 1109339"/>
                <a:gd name="connsiteY995" fmla="*/ 888053 h 1010399"/>
                <a:gd name="connsiteX996" fmla="*/ 559722 w 1109339"/>
                <a:gd name="connsiteY996" fmla="*/ 890677 h 1010399"/>
                <a:gd name="connsiteX997" fmla="*/ 558342 w 1109339"/>
                <a:gd name="connsiteY997" fmla="*/ 892258 h 1010399"/>
                <a:gd name="connsiteX998" fmla="*/ 557400 w 1109339"/>
                <a:gd name="connsiteY998" fmla="*/ 896395 h 1010399"/>
                <a:gd name="connsiteX999" fmla="*/ 557905 w 1109339"/>
                <a:gd name="connsiteY999" fmla="*/ 899221 h 1010399"/>
                <a:gd name="connsiteX1000" fmla="*/ 561102 w 1109339"/>
                <a:gd name="connsiteY1000" fmla="*/ 906252 h 1010399"/>
                <a:gd name="connsiteX1001" fmla="*/ 563188 w 1109339"/>
                <a:gd name="connsiteY1001" fmla="*/ 909077 h 1010399"/>
                <a:gd name="connsiteX1002" fmla="*/ 563256 w 1109339"/>
                <a:gd name="connsiteY1002" fmla="*/ 911533 h 1010399"/>
                <a:gd name="connsiteX1003" fmla="*/ 563256 w 1109339"/>
                <a:gd name="connsiteY1003" fmla="*/ 913720 h 1010399"/>
                <a:gd name="connsiteX1004" fmla="*/ 562751 w 1109339"/>
                <a:gd name="connsiteY1004" fmla="*/ 915906 h 1010399"/>
                <a:gd name="connsiteX1005" fmla="*/ 563391 w 1109339"/>
                <a:gd name="connsiteY1005" fmla="*/ 918160 h 1010399"/>
                <a:gd name="connsiteX1006" fmla="*/ 566722 w 1109339"/>
                <a:gd name="connsiteY1006" fmla="*/ 920414 h 1010399"/>
                <a:gd name="connsiteX1007" fmla="*/ 569246 w 1109339"/>
                <a:gd name="connsiteY1007" fmla="*/ 918598 h 1010399"/>
                <a:gd name="connsiteX1008" fmla="*/ 570323 w 1109339"/>
                <a:gd name="connsiteY1008" fmla="*/ 916276 h 1010399"/>
                <a:gd name="connsiteX1009" fmla="*/ 571972 w 1109339"/>
                <a:gd name="connsiteY1009" fmla="*/ 915469 h 1010399"/>
                <a:gd name="connsiteX1010" fmla="*/ 573554 w 1109339"/>
                <a:gd name="connsiteY1010" fmla="*/ 912576 h 1010399"/>
                <a:gd name="connsiteX1011" fmla="*/ 576179 w 1109339"/>
                <a:gd name="connsiteY1011" fmla="*/ 911701 h 1010399"/>
                <a:gd name="connsiteX1012" fmla="*/ 576987 w 1109339"/>
                <a:gd name="connsiteY1012" fmla="*/ 913182 h 1010399"/>
                <a:gd name="connsiteX1013" fmla="*/ 580554 w 1109339"/>
                <a:gd name="connsiteY1013" fmla="*/ 914561 h 1010399"/>
                <a:gd name="connsiteX1014" fmla="*/ 581295 w 1109339"/>
                <a:gd name="connsiteY1014" fmla="*/ 914123 h 1010399"/>
                <a:gd name="connsiteX1015" fmla="*/ 582372 w 1109339"/>
                <a:gd name="connsiteY1015" fmla="*/ 912610 h 1010399"/>
                <a:gd name="connsiteX1016" fmla="*/ 584559 w 1109339"/>
                <a:gd name="connsiteY1016" fmla="*/ 912105 h 1010399"/>
                <a:gd name="connsiteX1017" fmla="*/ 588530 w 1109339"/>
                <a:gd name="connsiteY1017" fmla="*/ 912408 h 1010399"/>
                <a:gd name="connsiteX1018" fmla="*/ 591660 w 1109339"/>
                <a:gd name="connsiteY1018" fmla="*/ 911836 h 1010399"/>
                <a:gd name="connsiteX1019" fmla="*/ 594790 w 1109339"/>
                <a:gd name="connsiteY1019" fmla="*/ 911836 h 1010399"/>
                <a:gd name="connsiteX1020" fmla="*/ 598761 w 1109339"/>
                <a:gd name="connsiteY1020" fmla="*/ 912341 h 1010399"/>
                <a:gd name="connsiteX1021" fmla="*/ 602396 w 1109339"/>
                <a:gd name="connsiteY1021" fmla="*/ 914224 h 1010399"/>
                <a:gd name="connsiteX1022" fmla="*/ 606233 w 1109339"/>
                <a:gd name="connsiteY1022" fmla="*/ 914224 h 1010399"/>
                <a:gd name="connsiteX1023" fmla="*/ 610507 w 1109339"/>
                <a:gd name="connsiteY1023" fmla="*/ 915301 h 1010399"/>
                <a:gd name="connsiteX1024" fmla="*/ 613401 w 1109339"/>
                <a:gd name="connsiteY1024" fmla="*/ 917050 h 1010399"/>
                <a:gd name="connsiteX1025" fmla="*/ 612089 w 1109339"/>
                <a:gd name="connsiteY1025" fmla="*/ 920246 h 1010399"/>
                <a:gd name="connsiteX1026" fmla="*/ 609699 w 1109339"/>
                <a:gd name="connsiteY1026" fmla="*/ 920313 h 1010399"/>
                <a:gd name="connsiteX1027" fmla="*/ 607814 w 1109339"/>
                <a:gd name="connsiteY1027" fmla="*/ 919001 h 1010399"/>
                <a:gd name="connsiteX1028" fmla="*/ 606939 w 1109339"/>
                <a:gd name="connsiteY1028" fmla="*/ 919640 h 1010399"/>
                <a:gd name="connsiteX1029" fmla="*/ 606637 w 1109339"/>
                <a:gd name="connsiteY1029" fmla="*/ 920952 h 1010399"/>
                <a:gd name="connsiteX1030" fmla="*/ 606132 w 1109339"/>
                <a:gd name="connsiteY1030" fmla="*/ 922096 h 1010399"/>
                <a:gd name="connsiteX1031" fmla="*/ 604180 w 1109339"/>
                <a:gd name="connsiteY1031" fmla="*/ 922298 h 1010399"/>
                <a:gd name="connsiteX1032" fmla="*/ 603540 w 1109339"/>
                <a:gd name="connsiteY1032" fmla="*/ 922601 h 1010399"/>
                <a:gd name="connsiteX1033" fmla="*/ 602295 w 1109339"/>
                <a:gd name="connsiteY1033" fmla="*/ 923105 h 1010399"/>
                <a:gd name="connsiteX1034" fmla="*/ 600848 w 1109339"/>
                <a:gd name="connsiteY1034" fmla="*/ 923408 h 1010399"/>
                <a:gd name="connsiteX1035" fmla="*/ 600040 w 1109339"/>
                <a:gd name="connsiteY1035" fmla="*/ 924484 h 1010399"/>
                <a:gd name="connsiteX1036" fmla="*/ 599838 w 1109339"/>
                <a:gd name="connsiteY1036" fmla="*/ 925796 h 1010399"/>
                <a:gd name="connsiteX1037" fmla="*/ 600141 w 1109339"/>
                <a:gd name="connsiteY1037" fmla="*/ 926940 h 1010399"/>
                <a:gd name="connsiteX1038" fmla="*/ 601588 w 1109339"/>
                <a:gd name="connsiteY1038" fmla="*/ 929026 h 1010399"/>
                <a:gd name="connsiteX1039" fmla="*/ 602598 w 1109339"/>
                <a:gd name="connsiteY1039" fmla="*/ 930035 h 1010399"/>
                <a:gd name="connsiteX1040" fmla="*/ 604180 w 1109339"/>
                <a:gd name="connsiteY1040" fmla="*/ 931481 h 1010399"/>
                <a:gd name="connsiteX1041" fmla="*/ 604920 w 1109339"/>
                <a:gd name="connsiteY1041" fmla="*/ 932793 h 1010399"/>
                <a:gd name="connsiteX1042" fmla="*/ 604550 w 1109339"/>
                <a:gd name="connsiteY1042" fmla="*/ 935586 h 1010399"/>
                <a:gd name="connsiteX1043" fmla="*/ 607377 w 1109339"/>
                <a:gd name="connsiteY1043" fmla="*/ 938949 h 1010399"/>
                <a:gd name="connsiteX1044" fmla="*/ 612156 w 1109339"/>
                <a:gd name="connsiteY1044" fmla="*/ 942549 h 1010399"/>
                <a:gd name="connsiteX1045" fmla="*/ 614882 w 1109339"/>
                <a:gd name="connsiteY1045" fmla="*/ 945913 h 1010399"/>
                <a:gd name="connsiteX1046" fmla="*/ 615858 w 1109339"/>
                <a:gd name="connsiteY1046" fmla="*/ 948940 h 1010399"/>
                <a:gd name="connsiteX1047" fmla="*/ 620334 w 1109339"/>
                <a:gd name="connsiteY1047" fmla="*/ 954794 h 1010399"/>
                <a:gd name="connsiteX1048" fmla="*/ 621411 w 1109339"/>
                <a:gd name="connsiteY1048" fmla="*/ 957956 h 1010399"/>
                <a:gd name="connsiteX1049" fmla="*/ 625651 w 1109339"/>
                <a:gd name="connsiteY1049" fmla="*/ 957519 h 1010399"/>
                <a:gd name="connsiteX1050" fmla="*/ 627267 w 1109339"/>
                <a:gd name="connsiteY1050" fmla="*/ 955231 h 1010399"/>
                <a:gd name="connsiteX1051" fmla="*/ 630195 w 1109339"/>
                <a:gd name="connsiteY1051" fmla="*/ 954457 h 1010399"/>
                <a:gd name="connsiteX1052" fmla="*/ 632584 w 1109339"/>
                <a:gd name="connsiteY1052" fmla="*/ 955097 h 1010399"/>
                <a:gd name="connsiteX1053" fmla="*/ 632786 w 1109339"/>
                <a:gd name="connsiteY1053" fmla="*/ 958662 h 1010399"/>
                <a:gd name="connsiteX1054" fmla="*/ 631810 w 1109339"/>
                <a:gd name="connsiteY1054" fmla="*/ 963338 h 1010399"/>
                <a:gd name="connsiteX1055" fmla="*/ 631608 w 1109339"/>
                <a:gd name="connsiteY1055" fmla="*/ 965390 h 1010399"/>
                <a:gd name="connsiteX1056" fmla="*/ 635411 w 1109339"/>
                <a:gd name="connsiteY1056" fmla="*/ 969091 h 1010399"/>
                <a:gd name="connsiteX1057" fmla="*/ 637700 w 1109339"/>
                <a:gd name="connsiteY1057" fmla="*/ 968990 h 1010399"/>
                <a:gd name="connsiteX1058" fmla="*/ 639887 w 1109339"/>
                <a:gd name="connsiteY1058" fmla="*/ 967779 h 1010399"/>
                <a:gd name="connsiteX1059" fmla="*/ 641738 w 1109339"/>
                <a:gd name="connsiteY1059" fmla="*/ 965828 h 1010399"/>
                <a:gd name="connsiteX1060" fmla="*/ 647291 w 1109339"/>
                <a:gd name="connsiteY1060" fmla="*/ 967240 h 1010399"/>
                <a:gd name="connsiteX1061" fmla="*/ 652171 w 1109339"/>
                <a:gd name="connsiteY1061" fmla="*/ 960613 h 1010399"/>
                <a:gd name="connsiteX1062" fmla="*/ 655705 w 1109339"/>
                <a:gd name="connsiteY1062" fmla="*/ 952775 h 1010399"/>
                <a:gd name="connsiteX1063" fmla="*/ 655133 w 1109339"/>
                <a:gd name="connsiteY1063" fmla="*/ 949075 h 1010399"/>
                <a:gd name="connsiteX1064" fmla="*/ 653820 w 1109339"/>
                <a:gd name="connsiteY1064" fmla="*/ 946485 h 1010399"/>
                <a:gd name="connsiteX1065" fmla="*/ 652743 w 1109339"/>
                <a:gd name="connsiteY1065" fmla="*/ 943592 h 1010399"/>
                <a:gd name="connsiteX1066" fmla="*/ 650219 w 1109339"/>
                <a:gd name="connsiteY1066" fmla="*/ 939891 h 1010399"/>
                <a:gd name="connsiteX1067" fmla="*/ 649984 w 1109339"/>
                <a:gd name="connsiteY1067" fmla="*/ 936258 h 1010399"/>
                <a:gd name="connsiteX1068" fmla="*/ 652238 w 1109339"/>
                <a:gd name="connsiteY1068" fmla="*/ 934307 h 1010399"/>
                <a:gd name="connsiteX1069" fmla="*/ 656883 w 1109339"/>
                <a:gd name="connsiteY1069" fmla="*/ 935047 h 1010399"/>
                <a:gd name="connsiteX1070" fmla="*/ 659474 w 1109339"/>
                <a:gd name="connsiteY1070" fmla="*/ 934745 h 1010399"/>
                <a:gd name="connsiteX1071" fmla="*/ 663243 w 1109339"/>
                <a:gd name="connsiteY1071" fmla="*/ 932356 h 1010399"/>
                <a:gd name="connsiteX1072" fmla="*/ 665498 w 1109339"/>
                <a:gd name="connsiteY1072" fmla="*/ 929530 h 1010399"/>
                <a:gd name="connsiteX1073" fmla="*/ 666306 w 1109339"/>
                <a:gd name="connsiteY1073" fmla="*/ 924821 h 1010399"/>
                <a:gd name="connsiteX1074" fmla="*/ 666744 w 1109339"/>
                <a:gd name="connsiteY1074" fmla="*/ 921356 h 1010399"/>
                <a:gd name="connsiteX1075" fmla="*/ 668258 w 1109339"/>
                <a:gd name="connsiteY1075" fmla="*/ 917891 h 1010399"/>
                <a:gd name="connsiteX1076" fmla="*/ 670210 w 1109339"/>
                <a:gd name="connsiteY1076" fmla="*/ 915873 h 1010399"/>
                <a:gd name="connsiteX1077" fmla="*/ 673340 w 1109339"/>
                <a:gd name="connsiteY1077" fmla="*/ 915873 h 1010399"/>
                <a:gd name="connsiteX1078" fmla="*/ 677176 w 1109339"/>
                <a:gd name="connsiteY1078" fmla="*/ 916512 h 1010399"/>
                <a:gd name="connsiteX1079" fmla="*/ 680643 w 1109339"/>
                <a:gd name="connsiteY1079" fmla="*/ 918698 h 1010399"/>
                <a:gd name="connsiteX1080" fmla="*/ 682831 w 1109339"/>
                <a:gd name="connsiteY1080" fmla="*/ 921827 h 1010399"/>
                <a:gd name="connsiteX1081" fmla="*/ 684480 w 1109339"/>
                <a:gd name="connsiteY1081" fmla="*/ 924585 h 1010399"/>
                <a:gd name="connsiteX1082" fmla="*/ 684850 w 1109339"/>
                <a:gd name="connsiteY1082" fmla="*/ 927344 h 1010399"/>
                <a:gd name="connsiteX1083" fmla="*/ 684985 w 1109339"/>
                <a:gd name="connsiteY1083" fmla="*/ 933365 h 1010399"/>
                <a:gd name="connsiteX1084" fmla="*/ 685624 w 1109339"/>
                <a:gd name="connsiteY1084" fmla="*/ 939891 h 1010399"/>
                <a:gd name="connsiteX1085" fmla="*/ 687138 w 1109339"/>
                <a:gd name="connsiteY1085" fmla="*/ 945106 h 1010399"/>
                <a:gd name="connsiteX1086" fmla="*/ 689898 w 1109339"/>
                <a:gd name="connsiteY1086" fmla="*/ 952136 h 1010399"/>
                <a:gd name="connsiteX1087" fmla="*/ 691042 w 1109339"/>
                <a:gd name="connsiteY1087" fmla="*/ 955837 h 1010399"/>
                <a:gd name="connsiteX1088" fmla="*/ 693230 w 1109339"/>
                <a:gd name="connsiteY1088" fmla="*/ 959537 h 1010399"/>
                <a:gd name="connsiteX1089" fmla="*/ 696057 w 1109339"/>
                <a:gd name="connsiteY1089" fmla="*/ 963439 h 1010399"/>
                <a:gd name="connsiteX1090" fmla="*/ 699961 w 1109339"/>
                <a:gd name="connsiteY1090" fmla="*/ 967274 h 1010399"/>
                <a:gd name="connsiteX1091" fmla="*/ 704672 w 1109339"/>
                <a:gd name="connsiteY1091" fmla="*/ 971109 h 1010399"/>
                <a:gd name="connsiteX1092" fmla="*/ 707432 w 1109339"/>
                <a:gd name="connsiteY1092" fmla="*/ 974809 h 1010399"/>
                <a:gd name="connsiteX1093" fmla="*/ 709619 w 1109339"/>
                <a:gd name="connsiteY1093" fmla="*/ 980595 h 1010399"/>
                <a:gd name="connsiteX1094" fmla="*/ 714028 w 1109339"/>
                <a:gd name="connsiteY1094" fmla="*/ 984868 h 1010399"/>
                <a:gd name="connsiteX1095" fmla="*/ 720995 w 1109339"/>
                <a:gd name="connsiteY1095" fmla="*/ 990654 h 1010399"/>
                <a:gd name="connsiteX1096" fmla="*/ 723620 w 1109339"/>
                <a:gd name="connsiteY1096" fmla="*/ 994623 h 1010399"/>
                <a:gd name="connsiteX1097" fmla="*/ 725706 w 1109339"/>
                <a:gd name="connsiteY1097" fmla="*/ 998391 h 1010399"/>
                <a:gd name="connsiteX1098" fmla="*/ 727961 w 1109339"/>
                <a:gd name="connsiteY1098" fmla="*/ 1002663 h 1010399"/>
                <a:gd name="connsiteX1099" fmla="*/ 730923 w 1109339"/>
                <a:gd name="connsiteY1099" fmla="*/ 1005186 h 1010399"/>
                <a:gd name="connsiteX1100" fmla="*/ 734457 w 1109339"/>
                <a:gd name="connsiteY1100" fmla="*/ 1007372 h 1010399"/>
                <a:gd name="connsiteX1101" fmla="*/ 737216 w 1109339"/>
                <a:gd name="connsiteY1101" fmla="*/ 1009324 h 1010399"/>
                <a:gd name="connsiteX1102" fmla="*/ 740414 w 1109339"/>
                <a:gd name="connsiteY1102" fmla="*/ 1009963 h 1010399"/>
                <a:gd name="connsiteX1103" fmla="*/ 744889 w 1109339"/>
                <a:gd name="connsiteY1103" fmla="*/ 1010400 h 1010399"/>
                <a:gd name="connsiteX1104" fmla="*/ 746909 w 1109339"/>
                <a:gd name="connsiteY1104" fmla="*/ 1009324 h 1010399"/>
                <a:gd name="connsiteX1105" fmla="*/ 748861 w 1109339"/>
                <a:gd name="connsiteY1105" fmla="*/ 1007507 h 1010399"/>
                <a:gd name="connsiteX1106" fmla="*/ 751183 w 1109339"/>
                <a:gd name="connsiteY1106" fmla="*/ 1006061 h 1010399"/>
                <a:gd name="connsiteX1107" fmla="*/ 752765 w 1109339"/>
                <a:gd name="connsiteY1107" fmla="*/ 1004917 h 1010399"/>
                <a:gd name="connsiteX1108" fmla="*/ 755289 w 1109339"/>
                <a:gd name="connsiteY1108" fmla="*/ 1004345 h 1010399"/>
                <a:gd name="connsiteX1109" fmla="*/ 759630 w 1109339"/>
                <a:gd name="connsiteY1109" fmla="*/ 1003100 h 1010399"/>
                <a:gd name="connsiteX1110" fmla="*/ 761818 w 1109339"/>
                <a:gd name="connsiteY1110" fmla="*/ 1002394 h 1010399"/>
                <a:gd name="connsiteX1111" fmla="*/ 762255 w 1109339"/>
                <a:gd name="connsiteY1111" fmla="*/ 1000005 h 1010399"/>
                <a:gd name="connsiteX1112" fmla="*/ 761179 w 1109339"/>
                <a:gd name="connsiteY1112" fmla="*/ 996541 h 1010399"/>
                <a:gd name="connsiteX1113" fmla="*/ 759294 w 1109339"/>
                <a:gd name="connsiteY1113" fmla="*/ 991125 h 1010399"/>
                <a:gd name="connsiteX1114" fmla="*/ 758082 w 1109339"/>
                <a:gd name="connsiteY1114" fmla="*/ 986213 h 1010399"/>
                <a:gd name="connsiteX1115" fmla="*/ 759025 w 1109339"/>
                <a:gd name="connsiteY1115" fmla="*/ 982143 h 1010399"/>
                <a:gd name="connsiteX1116" fmla="*/ 759967 w 1109339"/>
                <a:gd name="connsiteY1116" fmla="*/ 978678 h 1010399"/>
                <a:gd name="connsiteX1117" fmla="*/ 761145 w 1109339"/>
                <a:gd name="connsiteY1117" fmla="*/ 977669 h 1010399"/>
                <a:gd name="connsiteX1118" fmla="*/ 766361 w 1109339"/>
                <a:gd name="connsiteY1118" fmla="*/ 977803 h 1010399"/>
                <a:gd name="connsiteX1119" fmla="*/ 767943 w 1109339"/>
                <a:gd name="connsiteY1119" fmla="*/ 977299 h 1010399"/>
                <a:gd name="connsiteX1120" fmla="*/ 770467 w 1109339"/>
                <a:gd name="connsiteY1120" fmla="*/ 973968 h 1010399"/>
                <a:gd name="connsiteX1121" fmla="*/ 772352 w 1109339"/>
                <a:gd name="connsiteY1121" fmla="*/ 970705 h 1010399"/>
                <a:gd name="connsiteX1122" fmla="*/ 774607 w 1109339"/>
                <a:gd name="connsiteY1122" fmla="*/ 968754 h 1010399"/>
                <a:gd name="connsiteX1123" fmla="*/ 780765 w 1109339"/>
                <a:gd name="connsiteY1123" fmla="*/ 967072 h 1010399"/>
                <a:gd name="connsiteX1124" fmla="*/ 785679 w 1109339"/>
                <a:gd name="connsiteY1124" fmla="*/ 964684 h 1010399"/>
                <a:gd name="connsiteX1125" fmla="*/ 789314 w 1109339"/>
                <a:gd name="connsiteY1125" fmla="*/ 964617 h 1010399"/>
                <a:gd name="connsiteX1126" fmla="*/ 793655 w 1109339"/>
                <a:gd name="connsiteY1126" fmla="*/ 964482 h 1010399"/>
                <a:gd name="connsiteX1127" fmla="*/ 796347 w 1109339"/>
                <a:gd name="connsiteY1127" fmla="*/ 963742 h 1010399"/>
                <a:gd name="connsiteX1128" fmla="*/ 799612 w 1109339"/>
                <a:gd name="connsiteY1128" fmla="*/ 961353 h 1010399"/>
                <a:gd name="connsiteX1129" fmla="*/ 801497 w 1109339"/>
                <a:gd name="connsiteY1129" fmla="*/ 960277 h 1010399"/>
                <a:gd name="connsiteX1130" fmla="*/ 801497 w 1109339"/>
                <a:gd name="connsiteY1130" fmla="*/ 958763 h 1010399"/>
                <a:gd name="connsiteX1131" fmla="*/ 799444 w 1109339"/>
                <a:gd name="connsiteY1131" fmla="*/ 956745 h 1010399"/>
                <a:gd name="connsiteX1132" fmla="*/ 798905 w 1109339"/>
                <a:gd name="connsiteY1132" fmla="*/ 954155 h 1010399"/>
                <a:gd name="connsiteX1133" fmla="*/ 798973 w 1109339"/>
                <a:gd name="connsiteY1133" fmla="*/ 951463 h 1010399"/>
                <a:gd name="connsiteX1134" fmla="*/ 800723 w 1109339"/>
                <a:gd name="connsiteY1134" fmla="*/ 948940 h 1010399"/>
                <a:gd name="connsiteX1135" fmla="*/ 803045 w 1109339"/>
                <a:gd name="connsiteY1135" fmla="*/ 946485 h 1010399"/>
                <a:gd name="connsiteX1136" fmla="*/ 807756 w 1109339"/>
                <a:gd name="connsiteY1136" fmla="*/ 943726 h 1010399"/>
                <a:gd name="connsiteX1137" fmla="*/ 809708 w 1109339"/>
                <a:gd name="connsiteY1137" fmla="*/ 942986 h 1010399"/>
                <a:gd name="connsiteX1138" fmla="*/ 812401 w 1109339"/>
                <a:gd name="connsiteY1138" fmla="*/ 942616 h 1010399"/>
                <a:gd name="connsiteX1139" fmla="*/ 814420 w 1109339"/>
                <a:gd name="connsiteY1139" fmla="*/ 943625 h 1010399"/>
                <a:gd name="connsiteX1140" fmla="*/ 816170 w 1109339"/>
                <a:gd name="connsiteY1140" fmla="*/ 945947 h 1010399"/>
                <a:gd name="connsiteX1141" fmla="*/ 818054 w 1109339"/>
                <a:gd name="connsiteY1141" fmla="*/ 948604 h 1010399"/>
                <a:gd name="connsiteX1142" fmla="*/ 818761 w 1109339"/>
                <a:gd name="connsiteY1142" fmla="*/ 950555 h 1010399"/>
                <a:gd name="connsiteX1143" fmla="*/ 819468 w 1109339"/>
                <a:gd name="connsiteY1143" fmla="*/ 954020 h 1010399"/>
                <a:gd name="connsiteX1144" fmla="*/ 821218 w 1109339"/>
                <a:gd name="connsiteY1144" fmla="*/ 956913 h 1010399"/>
                <a:gd name="connsiteX1145" fmla="*/ 822093 w 1109339"/>
                <a:gd name="connsiteY1145" fmla="*/ 960243 h 1010399"/>
                <a:gd name="connsiteX1146" fmla="*/ 823103 w 1109339"/>
                <a:gd name="connsiteY1146" fmla="*/ 962565 h 1010399"/>
                <a:gd name="connsiteX1147" fmla="*/ 825189 w 1109339"/>
                <a:gd name="connsiteY1147" fmla="*/ 963305 h 1010399"/>
                <a:gd name="connsiteX1148" fmla="*/ 826771 w 1109339"/>
                <a:gd name="connsiteY1148" fmla="*/ 962565 h 1010399"/>
                <a:gd name="connsiteX1149" fmla="*/ 827781 w 1109339"/>
                <a:gd name="connsiteY1149" fmla="*/ 959806 h 1010399"/>
                <a:gd name="connsiteX1150" fmla="*/ 828723 w 1109339"/>
                <a:gd name="connsiteY1150" fmla="*/ 957115 h 1010399"/>
                <a:gd name="connsiteX1151" fmla="*/ 829531 w 1109339"/>
                <a:gd name="connsiteY1151" fmla="*/ 953986 h 1010399"/>
                <a:gd name="connsiteX1152" fmla="*/ 829733 w 1109339"/>
                <a:gd name="connsiteY1152" fmla="*/ 952405 h 1010399"/>
                <a:gd name="connsiteX1153" fmla="*/ 831045 w 1109339"/>
                <a:gd name="connsiteY1153" fmla="*/ 950017 h 1010399"/>
                <a:gd name="connsiteX1154" fmla="*/ 831617 w 1109339"/>
                <a:gd name="connsiteY1154" fmla="*/ 948436 h 1010399"/>
                <a:gd name="connsiteX1155" fmla="*/ 833300 w 1109339"/>
                <a:gd name="connsiteY1155" fmla="*/ 946417 h 1010399"/>
                <a:gd name="connsiteX1156" fmla="*/ 834747 w 1109339"/>
                <a:gd name="connsiteY1156" fmla="*/ 944231 h 1010399"/>
                <a:gd name="connsiteX1157" fmla="*/ 835757 w 1109339"/>
                <a:gd name="connsiteY1157" fmla="*/ 941910 h 1010399"/>
                <a:gd name="connsiteX1158" fmla="*/ 837137 w 1109339"/>
                <a:gd name="connsiteY1158" fmla="*/ 939151 h 1010399"/>
                <a:gd name="connsiteX1159" fmla="*/ 839089 w 1109339"/>
                <a:gd name="connsiteY1159" fmla="*/ 936763 h 1010399"/>
                <a:gd name="connsiteX1160" fmla="*/ 841276 w 1109339"/>
                <a:gd name="connsiteY1160" fmla="*/ 936023 h 1010399"/>
                <a:gd name="connsiteX1161" fmla="*/ 843295 w 1109339"/>
                <a:gd name="connsiteY1161" fmla="*/ 935586 h 1010399"/>
                <a:gd name="connsiteX1162" fmla="*/ 846930 w 1109339"/>
                <a:gd name="connsiteY1162" fmla="*/ 935586 h 1010399"/>
                <a:gd name="connsiteX1163" fmla="*/ 849387 w 1109339"/>
                <a:gd name="connsiteY1163" fmla="*/ 937032 h 1010399"/>
                <a:gd name="connsiteX1164" fmla="*/ 848882 w 1109339"/>
                <a:gd name="connsiteY1164" fmla="*/ 938546 h 1010399"/>
                <a:gd name="connsiteX1165" fmla="*/ 848579 w 1109339"/>
                <a:gd name="connsiteY1165" fmla="*/ 939925 h 1010399"/>
                <a:gd name="connsiteX1166" fmla="*/ 848512 w 1109339"/>
                <a:gd name="connsiteY1166" fmla="*/ 942684 h 1010399"/>
                <a:gd name="connsiteX1167" fmla="*/ 848377 w 1109339"/>
                <a:gd name="connsiteY1167" fmla="*/ 944937 h 1010399"/>
                <a:gd name="connsiteX1168" fmla="*/ 847435 w 1109339"/>
                <a:gd name="connsiteY1168" fmla="*/ 947830 h 1010399"/>
                <a:gd name="connsiteX1169" fmla="*/ 846930 w 1109339"/>
                <a:gd name="connsiteY1169" fmla="*/ 950286 h 1010399"/>
                <a:gd name="connsiteX1170" fmla="*/ 848680 w 1109339"/>
                <a:gd name="connsiteY1170" fmla="*/ 953684 h 1010399"/>
                <a:gd name="connsiteX1171" fmla="*/ 850700 w 1109339"/>
                <a:gd name="connsiteY1171" fmla="*/ 956509 h 1010399"/>
                <a:gd name="connsiteX1172" fmla="*/ 851776 w 1109339"/>
                <a:gd name="connsiteY1172" fmla="*/ 960277 h 1010399"/>
                <a:gd name="connsiteX1173" fmla="*/ 852349 w 1109339"/>
                <a:gd name="connsiteY1173" fmla="*/ 964112 h 1010399"/>
                <a:gd name="connsiteX1174" fmla="*/ 853560 w 1109339"/>
                <a:gd name="connsiteY1174" fmla="*/ 966198 h 1010399"/>
                <a:gd name="connsiteX1175" fmla="*/ 856320 w 1109339"/>
                <a:gd name="connsiteY1175" fmla="*/ 969461 h 1010399"/>
                <a:gd name="connsiteX1176" fmla="*/ 860325 w 1109339"/>
                <a:gd name="connsiteY1176" fmla="*/ 974103 h 1010399"/>
                <a:gd name="connsiteX1177" fmla="*/ 863892 w 1109339"/>
                <a:gd name="connsiteY1177" fmla="*/ 975852 h 1010399"/>
                <a:gd name="connsiteX1178" fmla="*/ 866854 w 1109339"/>
                <a:gd name="connsiteY1178" fmla="*/ 976222 h 1010399"/>
                <a:gd name="connsiteX1179" fmla="*/ 871767 w 1109339"/>
                <a:gd name="connsiteY1179" fmla="*/ 977030 h 1010399"/>
                <a:gd name="connsiteX1180" fmla="*/ 875032 w 1109339"/>
                <a:gd name="connsiteY1180" fmla="*/ 977971 h 1010399"/>
                <a:gd name="connsiteX1181" fmla="*/ 880450 w 1109339"/>
                <a:gd name="connsiteY1181" fmla="*/ 979855 h 1010399"/>
                <a:gd name="connsiteX1182" fmla="*/ 884287 w 1109339"/>
                <a:gd name="connsiteY1182" fmla="*/ 981672 h 1010399"/>
                <a:gd name="connsiteX1183" fmla="*/ 889133 w 1109339"/>
                <a:gd name="connsiteY1183" fmla="*/ 985069 h 1010399"/>
                <a:gd name="connsiteX1184" fmla="*/ 893912 w 1109339"/>
                <a:gd name="connsiteY1184" fmla="*/ 988332 h 1010399"/>
                <a:gd name="connsiteX1185" fmla="*/ 895931 w 1109339"/>
                <a:gd name="connsiteY1185" fmla="*/ 990149 h 1010399"/>
                <a:gd name="connsiteX1186" fmla="*/ 897950 w 1109339"/>
                <a:gd name="connsiteY1186" fmla="*/ 990654 h 1010399"/>
                <a:gd name="connsiteX1187" fmla="*/ 899532 w 1109339"/>
                <a:gd name="connsiteY1187" fmla="*/ 990654 h 1010399"/>
                <a:gd name="connsiteX1188" fmla="*/ 900912 w 1109339"/>
                <a:gd name="connsiteY1188" fmla="*/ 990855 h 1010399"/>
                <a:gd name="connsiteX1189" fmla="*/ 902427 w 1109339"/>
                <a:gd name="connsiteY1189" fmla="*/ 990923 h 1010399"/>
                <a:gd name="connsiteX1190" fmla="*/ 903436 w 1109339"/>
                <a:gd name="connsiteY1190" fmla="*/ 990418 h 1010399"/>
                <a:gd name="connsiteX1191" fmla="*/ 904883 w 1109339"/>
                <a:gd name="connsiteY1191" fmla="*/ 989981 h 1010399"/>
                <a:gd name="connsiteX1192" fmla="*/ 905893 w 1109339"/>
                <a:gd name="connsiteY1192" fmla="*/ 988164 h 1010399"/>
                <a:gd name="connsiteX1193" fmla="*/ 907138 w 1109339"/>
                <a:gd name="connsiteY1193" fmla="*/ 986718 h 1010399"/>
                <a:gd name="connsiteX1194" fmla="*/ 908215 w 1109339"/>
                <a:gd name="connsiteY1194" fmla="*/ 985339 h 1010399"/>
                <a:gd name="connsiteX1195" fmla="*/ 910100 w 1109339"/>
                <a:gd name="connsiteY1195" fmla="*/ 983825 h 1010399"/>
                <a:gd name="connsiteX1196" fmla="*/ 912052 w 1109339"/>
                <a:gd name="connsiteY1196" fmla="*/ 982950 h 1010399"/>
                <a:gd name="connsiteX1197" fmla="*/ 913566 w 1109339"/>
                <a:gd name="connsiteY1197" fmla="*/ 983690 h 1010399"/>
                <a:gd name="connsiteX1198" fmla="*/ 915215 w 1109339"/>
                <a:gd name="connsiteY1198" fmla="*/ 983690 h 1010399"/>
                <a:gd name="connsiteX1199" fmla="*/ 917538 w 1109339"/>
                <a:gd name="connsiteY1199" fmla="*/ 984195 h 1010399"/>
                <a:gd name="connsiteX1200" fmla="*/ 920062 w 1109339"/>
                <a:gd name="connsiteY1200" fmla="*/ 984632 h 1010399"/>
                <a:gd name="connsiteX1201" fmla="*/ 922148 w 1109339"/>
                <a:gd name="connsiteY1201" fmla="*/ 985944 h 1010399"/>
                <a:gd name="connsiteX1202" fmla="*/ 924167 w 1109339"/>
                <a:gd name="connsiteY1202" fmla="*/ 987256 h 1010399"/>
                <a:gd name="connsiteX1203" fmla="*/ 927634 w 1109339"/>
                <a:gd name="connsiteY1203" fmla="*/ 988635 h 1010399"/>
                <a:gd name="connsiteX1204" fmla="*/ 928273 w 1109339"/>
                <a:gd name="connsiteY1204" fmla="*/ 989039 h 1010399"/>
                <a:gd name="connsiteX1205" fmla="*/ 928273 w 1109339"/>
                <a:gd name="connsiteY1205" fmla="*/ 986314 h 1010399"/>
                <a:gd name="connsiteX1206" fmla="*/ 925076 w 1109339"/>
                <a:gd name="connsiteY1206" fmla="*/ 979351 h 1010399"/>
                <a:gd name="connsiteX1207" fmla="*/ 921442 w 1109339"/>
                <a:gd name="connsiteY1207" fmla="*/ 973396 h 1010399"/>
                <a:gd name="connsiteX1208" fmla="*/ 919557 w 1109339"/>
                <a:gd name="connsiteY1208" fmla="*/ 970066 h 1010399"/>
                <a:gd name="connsiteX1209" fmla="*/ 919557 w 1109339"/>
                <a:gd name="connsiteY1209" fmla="*/ 965424 h 1010399"/>
                <a:gd name="connsiteX1210" fmla="*/ 921307 w 1109339"/>
                <a:gd name="connsiteY1210" fmla="*/ 961219 h 1010399"/>
                <a:gd name="connsiteX1211" fmla="*/ 923898 w 1109339"/>
                <a:gd name="connsiteY1211" fmla="*/ 955567 h 1010399"/>
                <a:gd name="connsiteX1212" fmla="*/ 923191 w 1109339"/>
                <a:gd name="connsiteY1212" fmla="*/ 949176 h 1010399"/>
                <a:gd name="connsiteX1213" fmla="*/ 918413 w 1109339"/>
                <a:gd name="connsiteY1213" fmla="*/ 945274 h 1010399"/>
                <a:gd name="connsiteX1214" fmla="*/ 921610 w 1109339"/>
                <a:gd name="connsiteY1214" fmla="*/ 941237 h 1010399"/>
                <a:gd name="connsiteX1215" fmla="*/ 920600 w 1109339"/>
                <a:gd name="connsiteY1215" fmla="*/ 928622 h 1010399"/>
                <a:gd name="connsiteX1216" fmla="*/ 919456 w 1109339"/>
                <a:gd name="connsiteY1216" fmla="*/ 916310 h 1010399"/>
                <a:gd name="connsiteX1217" fmla="*/ 916561 w 1109339"/>
                <a:gd name="connsiteY1217" fmla="*/ 909515 h 1010399"/>
                <a:gd name="connsiteX1218" fmla="*/ 916561 w 1109339"/>
                <a:gd name="connsiteY1218" fmla="*/ 905747 h 1010399"/>
                <a:gd name="connsiteX1219" fmla="*/ 916427 w 1109339"/>
                <a:gd name="connsiteY1219" fmla="*/ 901677 h 1010399"/>
                <a:gd name="connsiteX1220" fmla="*/ 911917 w 1109339"/>
                <a:gd name="connsiteY1220" fmla="*/ 899356 h 1010399"/>
                <a:gd name="connsiteX1221" fmla="*/ 909158 w 1109339"/>
                <a:gd name="connsiteY1221" fmla="*/ 896160 h 1010399"/>
                <a:gd name="connsiteX1222" fmla="*/ 909158 w 1109339"/>
                <a:gd name="connsiteY1222" fmla="*/ 888927 h 1010399"/>
                <a:gd name="connsiteX1223" fmla="*/ 904076 w 1109339"/>
                <a:gd name="connsiteY1223" fmla="*/ 881089 h 1010399"/>
                <a:gd name="connsiteX1224" fmla="*/ 899734 w 1109339"/>
                <a:gd name="connsiteY1224" fmla="*/ 873991 h 1010399"/>
                <a:gd name="connsiteX1225" fmla="*/ 897715 w 1109339"/>
                <a:gd name="connsiteY1225" fmla="*/ 866456 h 1010399"/>
                <a:gd name="connsiteX1226" fmla="*/ 893508 w 1109339"/>
                <a:gd name="connsiteY1226" fmla="*/ 861545 h 1010399"/>
                <a:gd name="connsiteX1227" fmla="*/ 893508 w 1109339"/>
                <a:gd name="connsiteY1227" fmla="*/ 857643 h 1010399"/>
                <a:gd name="connsiteX1228" fmla="*/ 890479 w 1109339"/>
                <a:gd name="connsiteY1228" fmla="*/ 854884 h 1010399"/>
                <a:gd name="connsiteX1229" fmla="*/ 886575 w 1109339"/>
                <a:gd name="connsiteY1229" fmla="*/ 851554 h 1010399"/>
                <a:gd name="connsiteX1230" fmla="*/ 880619 w 1109339"/>
                <a:gd name="connsiteY1230" fmla="*/ 846205 h 1010399"/>
                <a:gd name="connsiteX1231" fmla="*/ 876984 w 1109339"/>
                <a:gd name="connsiteY1231" fmla="*/ 840554 h 1010399"/>
                <a:gd name="connsiteX1232" fmla="*/ 878296 w 1109339"/>
                <a:gd name="connsiteY1232" fmla="*/ 837661 h 1010399"/>
                <a:gd name="connsiteX1233" fmla="*/ 882941 w 1109339"/>
                <a:gd name="connsiteY1233" fmla="*/ 833321 h 1010399"/>
                <a:gd name="connsiteX1234" fmla="*/ 886272 w 1109339"/>
                <a:gd name="connsiteY1234" fmla="*/ 830428 h 1010399"/>
                <a:gd name="connsiteX1235" fmla="*/ 888729 w 1109339"/>
                <a:gd name="connsiteY1235" fmla="*/ 830428 h 1010399"/>
                <a:gd name="connsiteX1236" fmla="*/ 894518 w 1109339"/>
                <a:gd name="connsiteY1236" fmla="*/ 832177 h 1010399"/>
                <a:gd name="connsiteX1237" fmla="*/ 901484 w 1109339"/>
                <a:gd name="connsiteY1237" fmla="*/ 829150 h 1010399"/>
                <a:gd name="connsiteX1238" fmla="*/ 901619 w 1109339"/>
                <a:gd name="connsiteY1238" fmla="*/ 826257 h 1010399"/>
                <a:gd name="connsiteX1239" fmla="*/ 900037 w 1109339"/>
                <a:gd name="connsiteY1239" fmla="*/ 823061 h 1010399"/>
                <a:gd name="connsiteX1240" fmla="*/ 905085 w 1109339"/>
                <a:gd name="connsiteY1240" fmla="*/ 820874 h 1010399"/>
                <a:gd name="connsiteX1241" fmla="*/ 907710 w 1109339"/>
                <a:gd name="connsiteY1241" fmla="*/ 822186 h 1010399"/>
                <a:gd name="connsiteX1242" fmla="*/ 910167 w 1109339"/>
                <a:gd name="connsiteY1242" fmla="*/ 819428 h 1010399"/>
                <a:gd name="connsiteX1243" fmla="*/ 915686 w 1109339"/>
                <a:gd name="connsiteY1243" fmla="*/ 814079 h 1010399"/>
                <a:gd name="connsiteX1244" fmla="*/ 919759 w 1109339"/>
                <a:gd name="connsiteY1244" fmla="*/ 806544 h 1010399"/>
                <a:gd name="connsiteX1245" fmla="*/ 925413 w 1109339"/>
                <a:gd name="connsiteY1245" fmla="*/ 800455 h 1010399"/>
                <a:gd name="connsiteX1246" fmla="*/ 924538 w 1109339"/>
                <a:gd name="connsiteY1246" fmla="*/ 791911 h 1010399"/>
                <a:gd name="connsiteX1247" fmla="*/ 930057 w 1109339"/>
                <a:gd name="connsiteY1247" fmla="*/ 791911 h 1010399"/>
                <a:gd name="connsiteX1248" fmla="*/ 933759 w 1109339"/>
                <a:gd name="connsiteY1248" fmla="*/ 791339 h 1010399"/>
                <a:gd name="connsiteX1249" fmla="*/ 935274 w 1109339"/>
                <a:gd name="connsiteY1249" fmla="*/ 785553 h 1010399"/>
                <a:gd name="connsiteX1250" fmla="*/ 935274 w 1109339"/>
                <a:gd name="connsiteY1250" fmla="*/ 781213 h 1010399"/>
                <a:gd name="connsiteX1251" fmla="*/ 936149 w 1109339"/>
                <a:gd name="connsiteY1251" fmla="*/ 778085 h 1010399"/>
                <a:gd name="connsiteX1252" fmla="*/ 938168 w 1109339"/>
                <a:gd name="connsiteY1252" fmla="*/ 776840 h 1010399"/>
                <a:gd name="connsiteX1253" fmla="*/ 939615 w 1109339"/>
                <a:gd name="connsiteY1253" fmla="*/ 776840 h 1010399"/>
                <a:gd name="connsiteX1254" fmla="*/ 943519 w 1109339"/>
                <a:gd name="connsiteY1254" fmla="*/ 777715 h 1010399"/>
                <a:gd name="connsiteX1255" fmla="*/ 950486 w 1109339"/>
                <a:gd name="connsiteY1255" fmla="*/ 778724 h 1010399"/>
                <a:gd name="connsiteX1256" fmla="*/ 958596 w 1109339"/>
                <a:gd name="connsiteY1256" fmla="*/ 781920 h 1010399"/>
                <a:gd name="connsiteX1257" fmla="*/ 964553 w 1109339"/>
                <a:gd name="connsiteY1257" fmla="*/ 781348 h 1010399"/>
                <a:gd name="connsiteX1258" fmla="*/ 1011804 w 1109339"/>
                <a:gd name="connsiteY1258" fmla="*/ 783803 h 1010399"/>
                <a:gd name="connsiteX1259" fmla="*/ 1028328 w 1109339"/>
                <a:gd name="connsiteY1259" fmla="*/ 783803 h 1010399"/>
                <a:gd name="connsiteX1260" fmla="*/ 1040781 w 1109339"/>
                <a:gd name="connsiteY1260" fmla="*/ 778287 h 1010399"/>
                <a:gd name="connsiteX1261" fmla="*/ 1045425 w 1109339"/>
                <a:gd name="connsiteY1261" fmla="*/ 771929 h 1010399"/>
                <a:gd name="connsiteX1262" fmla="*/ 1046569 w 1109339"/>
                <a:gd name="connsiteY1262" fmla="*/ 767757 h 1010399"/>
                <a:gd name="connsiteX1263" fmla="*/ 1046569 w 1109339"/>
                <a:gd name="connsiteY1263" fmla="*/ 763822 h 1010399"/>
                <a:gd name="connsiteX1264" fmla="*/ 1044819 w 1109339"/>
                <a:gd name="connsiteY1264" fmla="*/ 761231 h 1010399"/>
                <a:gd name="connsiteX1265" fmla="*/ 1043069 w 1109339"/>
                <a:gd name="connsiteY1265" fmla="*/ 758910 h 1010399"/>
                <a:gd name="connsiteX1266" fmla="*/ 1040612 w 1109339"/>
                <a:gd name="connsiteY1266" fmla="*/ 757531 h 1010399"/>
                <a:gd name="connsiteX1267" fmla="*/ 1040208 w 1109339"/>
                <a:gd name="connsiteY1267" fmla="*/ 754705 h 1010399"/>
                <a:gd name="connsiteX1268" fmla="*/ 1039603 w 1109339"/>
                <a:gd name="connsiteY1268" fmla="*/ 750366 h 1010399"/>
                <a:gd name="connsiteX1269" fmla="*/ 1039603 w 1109339"/>
                <a:gd name="connsiteY1269" fmla="*/ 748179 h 1010399"/>
                <a:gd name="connsiteX1270" fmla="*/ 1041555 w 1109339"/>
                <a:gd name="connsiteY1270" fmla="*/ 745051 h 1010399"/>
                <a:gd name="connsiteX1271" fmla="*/ 1042800 w 1109339"/>
                <a:gd name="connsiteY1271" fmla="*/ 742090 h 1010399"/>
                <a:gd name="connsiteX1272" fmla="*/ 1043944 w 1109339"/>
                <a:gd name="connsiteY1272" fmla="*/ 736439 h 1010399"/>
                <a:gd name="connsiteX1273" fmla="*/ 1045089 w 1109339"/>
                <a:gd name="connsiteY1273" fmla="*/ 730350 h 1010399"/>
                <a:gd name="connsiteX1274" fmla="*/ 1047276 w 1109339"/>
                <a:gd name="connsiteY1274" fmla="*/ 724699 h 1010399"/>
                <a:gd name="connsiteX1275" fmla="*/ 1051920 w 1109339"/>
                <a:gd name="connsiteY1275" fmla="*/ 720359 h 1010399"/>
                <a:gd name="connsiteX1276" fmla="*/ 1056699 w 1109339"/>
                <a:gd name="connsiteY1276" fmla="*/ 716592 h 1010399"/>
                <a:gd name="connsiteX1277" fmla="*/ 1057709 w 1109339"/>
                <a:gd name="connsiteY1277" fmla="*/ 707307 h 1010399"/>
                <a:gd name="connsiteX1278" fmla="*/ 1055959 w 1109339"/>
                <a:gd name="connsiteY1278" fmla="*/ 690083 h 1010399"/>
                <a:gd name="connsiteX1279" fmla="*/ 1059089 w 1109339"/>
                <a:gd name="connsiteY1279" fmla="*/ 684432 h 1010399"/>
                <a:gd name="connsiteX1280" fmla="*/ 1061344 w 1109339"/>
                <a:gd name="connsiteY1280" fmla="*/ 680530 h 1010399"/>
                <a:gd name="connsiteX1281" fmla="*/ 1064474 w 1109339"/>
                <a:gd name="connsiteY1281" fmla="*/ 676392 h 1010399"/>
                <a:gd name="connsiteX1282" fmla="*/ 1067132 w 1109339"/>
                <a:gd name="connsiteY1282" fmla="*/ 672423 h 1010399"/>
                <a:gd name="connsiteX1283" fmla="*/ 1068848 w 1109339"/>
                <a:gd name="connsiteY1283" fmla="*/ 670673 h 1010399"/>
                <a:gd name="connsiteX1284" fmla="*/ 1070901 w 1109339"/>
                <a:gd name="connsiteY1284" fmla="*/ 668857 h 1010399"/>
                <a:gd name="connsiteX1285" fmla="*/ 1070901 w 1109339"/>
                <a:gd name="connsiteY1285" fmla="*/ 666468 h 1010399"/>
                <a:gd name="connsiteX1286" fmla="*/ 1068579 w 1109339"/>
                <a:gd name="connsiteY1286" fmla="*/ 658193 h 1010399"/>
                <a:gd name="connsiteX1287" fmla="*/ 1068512 w 1109339"/>
                <a:gd name="connsiteY1287" fmla="*/ 651667 h 1010399"/>
                <a:gd name="connsiteX1288" fmla="*/ 1068950 w 1109339"/>
                <a:gd name="connsiteY1288" fmla="*/ 645814 h 1010399"/>
                <a:gd name="connsiteX1289" fmla="*/ 1072416 w 1109339"/>
                <a:gd name="connsiteY1289" fmla="*/ 641407 h 1010399"/>
                <a:gd name="connsiteX1290" fmla="*/ 1077935 w 1109339"/>
                <a:gd name="connsiteY1290" fmla="*/ 635688 h 1010399"/>
                <a:gd name="connsiteX1291" fmla="*/ 1079820 w 1109339"/>
                <a:gd name="connsiteY1291" fmla="*/ 632862 h 1010399"/>
                <a:gd name="connsiteX1292" fmla="*/ 1079517 w 1109339"/>
                <a:gd name="connsiteY1292" fmla="*/ 627278 h 1010399"/>
                <a:gd name="connsiteX1293" fmla="*/ 1077060 w 1109339"/>
                <a:gd name="connsiteY1293" fmla="*/ 623006 h 1010399"/>
                <a:gd name="connsiteX1294" fmla="*/ 1072012 w 1109339"/>
                <a:gd name="connsiteY1294" fmla="*/ 615841 h 1010399"/>
                <a:gd name="connsiteX1295" fmla="*/ 1073392 w 1109339"/>
                <a:gd name="connsiteY1295" fmla="*/ 609079 h 1010399"/>
                <a:gd name="connsiteX1296" fmla="*/ 1074738 w 1109339"/>
                <a:gd name="connsiteY1296" fmla="*/ 603293 h 1010399"/>
                <a:gd name="connsiteX1297" fmla="*/ 1079281 w 1109339"/>
                <a:gd name="connsiteY1297" fmla="*/ 599828 h 1010399"/>
                <a:gd name="connsiteX1298" fmla="*/ 1080426 w 1109339"/>
                <a:gd name="connsiteY1298" fmla="*/ 596027 h 1010399"/>
                <a:gd name="connsiteX1299" fmla="*/ 1079887 w 1109339"/>
                <a:gd name="connsiteY1299" fmla="*/ 586473 h 1010399"/>
                <a:gd name="connsiteX1300" fmla="*/ 1078743 w 1109339"/>
                <a:gd name="connsiteY1300" fmla="*/ 584657 h 1010399"/>
                <a:gd name="connsiteX1301" fmla="*/ 1077767 w 1109339"/>
                <a:gd name="connsiteY1301" fmla="*/ 580250 h 1010399"/>
                <a:gd name="connsiteX1302" fmla="*/ 1076051 w 1109339"/>
                <a:gd name="connsiteY1302" fmla="*/ 575036 h 1010399"/>
                <a:gd name="connsiteX1303" fmla="*/ 1076556 w 1109339"/>
                <a:gd name="connsiteY1303" fmla="*/ 570293 h 1010399"/>
                <a:gd name="connsiteX1304" fmla="*/ 1076724 w 1109339"/>
                <a:gd name="connsiteY1304" fmla="*/ 564339 h 1010399"/>
                <a:gd name="connsiteX1305" fmla="*/ 1077060 w 1109339"/>
                <a:gd name="connsiteY1305" fmla="*/ 556400 h 1010399"/>
                <a:gd name="connsiteX1306" fmla="*/ 1076892 w 1109339"/>
                <a:gd name="connsiteY1306" fmla="*/ 546106 h 1010399"/>
                <a:gd name="connsiteX1307" fmla="*/ 1079382 w 1109339"/>
                <a:gd name="connsiteY1307" fmla="*/ 540656 h 1010399"/>
                <a:gd name="connsiteX1308" fmla="*/ 1081772 w 1109339"/>
                <a:gd name="connsiteY1308" fmla="*/ 535644 h 1010399"/>
                <a:gd name="connsiteX1309" fmla="*/ 1083084 w 1109339"/>
                <a:gd name="connsiteY1309" fmla="*/ 528243 h 1010399"/>
                <a:gd name="connsiteX1310" fmla="*/ 1083084 w 1109339"/>
                <a:gd name="connsiteY1310" fmla="*/ 523904 h 1010399"/>
                <a:gd name="connsiteX1311" fmla="*/ 1080257 w 1109339"/>
                <a:gd name="connsiteY1311" fmla="*/ 519228 h 1010399"/>
                <a:gd name="connsiteX1312" fmla="*/ 1079382 w 1109339"/>
                <a:gd name="connsiteY1312" fmla="*/ 516503 h 1010399"/>
                <a:gd name="connsiteX1313" fmla="*/ 1078743 w 1109339"/>
                <a:gd name="connsiteY1313" fmla="*/ 510650 h 1010399"/>
                <a:gd name="connsiteX1314" fmla="*/ 1079382 w 1109339"/>
                <a:gd name="connsiteY1314" fmla="*/ 507488 h 1010399"/>
                <a:gd name="connsiteX1315" fmla="*/ 1081873 w 1109339"/>
                <a:gd name="connsiteY1315" fmla="*/ 504325 h 1010399"/>
                <a:gd name="connsiteX1316" fmla="*/ 1087729 w 1109339"/>
                <a:gd name="connsiteY1316" fmla="*/ 499448 h 1010399"/>
                <a:gd name="connsiteX1317" fmla="*/ 1097623 w 1109339"/>
                <a:gd name="connsiteY1317" fmla="*/ 491744 h 1010399"/>
                <a:gd name="connsiteX1318" fmla="*/ 1100551 w 1109339"/>
                <a:gd name="connsiteY1318" fmla="*/ 487169 h 1010399"/>
                <a:gd name="connsiteX1319" fmla="*/ 1104623 w 1109339"/>
                <a:gd name="connsiteY1319" fmla="*/ 481955 h 1010399"/>
                <a:gd name="connsiteX1320" fmla="*/ 1107383 w 1109339"/>
                <a:gd name="connsiteY1320" fmla="*/ 477279 h 1010399"/>
                <a:gd name="connsiteX1321" fmla="*/ 1107383 w 1109339"/>
                <a:gd name="connsiteY1321" fmla="*/ 470013 h 1010399"/>
                <a:gd name="connsiteX1322" fmla="*/ 1108460 w 1109339"/>
                <a:gd name="connsiteY1322" fmla="*/ 462175 h 1010399"/>
                <a:gd name="connsiteX1323" fmla="*/ 1107787 w 1109339"/>
                <a:gd name="connsiteY1323" fmla="*/ 452823 h 1010399"/>
                <a:gd name="connsiteX1324" fmla="*/ 1106171 w 1109339"/>
                <a:gd name="connsiteY1324" fmla="*/ 448484 h 1010399"/>
                <a:gd name="connsiteX1325" fmla="*/ 1099104 w 1109339"/>
                <a:gd name="connsiteY1325" fmla="*/ 445759 h 1010399"/>
                <a:gd name="connsiteX1326" fmla="*/ 1096042 w 1109339"/>
                <a:gd name="connsiteY1326" fmla="*/ 444783 h 1010399"/>
                <a:gd name="connsiteX1327" fmla="*/ 1092575 w 1109339"/>
                <a:gd name="connsiteY1327" fmla="*/ 444783 h 1010399"/>
                <a:gd name="connsiteX1328" fmla="*/ 1088772 w 1109339"/>
                <a:gd name="connsiteY1328" fmla="*/ 441857 h 1010399"/>
                <a:gd name="connsiteX1329" fmla="*/ 1086483 w 1109339"/>
                <a:gd name="connsiteY1329" fmla="*/ 439569 h 1010399"/>
                <a:gd name="connsiteX1330" fmla="*/ 1085508 w 1109339"/>
                <a:gd name="connsiteY1330" fmla="*/ 437181 h 1010399"/>
                <a:gd name="connsiteX1331" fmla="*/ 1086719 w 1109339"/>
                <a:gd name="connsiteY1331" fmla="*/ 432740 h 1010399"/>
                <a:gd name="connsiteX1332" fmla="*/ 1087493 w 1109339"/>
                <a:gd name="connsiteY1332" fmla="*/ 426113 h 1010399"/>
                <a:gd name="connsiteX1333" fmla="*/ 1088536 w 1109339"/>
                <a:gd name="connsiteY1333" fmla="*/ 421875 h 1010399"/>
                <a:gd name="connsiteX1334" fmla="*/ 1091734 w 1109339"/>
                <a:gd name="connsiteY1334" fmla="*/ 418713 h 1010399"/>
                <a:gd name="connsiteX1335" fmla="*/ 1091734 w 1109339"/>
                <a:gd name="connsiteY1335" fmla="*/ 414373 h 1010399"/>
                <a:gd name="connsiteX1336" fmla="*/ 1089546 w 1109339"/>
                <a:gd name="connsiteY1336" fmla="*/ 408822 h 1010399"/>
                <a:gd name="connsiteX1337" fmla="*/ 1090522 w 1109339"/>
                <a:gd name="connsiteY1337" fmla="*/ 405660 h 1010399"/>
                <a:gd name="connsiteX1338" fmla="*/ 1093988 w 1109339"/>
                <a:gd name="connsiteY1338" fmla="*/ 401422 h 1010399"/>
                <a:gd name="connsiteX1339" fmla="*/ 1098465 w 1109339"/>
                <a:gd name="connsiteY1339" fmla="*/ 399672 h 1010399"/>
                <a:gd name="connsiteX1340" fmla="*/ 1104321 w 1109339"/>
                <a:gd name="connsiteY1340" fmla="*/ 393920 h 1010399"/>
                <a:gd name="connsiteX1341" fmla="*/ 1107787 w 1109339"/>
                <a:gd name="connsiteY1341" fmla="*/ 390455 h 1010399"/>
                <a:gd name="connsiteX1342" fmla="*/ 1109301 w 1109339"/>
                <a:gd name="connsiteY1342" fmla="*/ 389143 h 1010399"/>
                <a:gd name="connsiteX1343" fmla="*/ 1109167 w 1109339"/>
                <a:gd name="connsiteY1343" fmla="*/ 386721 h 101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109339" h="1010399">
                  <a:moveTo>
                    <a:pt x="1109167" y="386721"/>
                  </a:moveTo>
                  <a:lnTo>
                    <a:pt x="1109066" y="385577"/>
                  </a:lnTo>
                  <a:lnTo>
                    <a:pt x="1109066" y="384871"/>
                  </a:lnTo>
                  <a:lnTo>
                    <a:pt x="1108359" y="383391"/>
                  </a:lnTo>
                  <a:lnTo>
                    <a:pt x="1106508" y="383761"/>
                  </a:lnTo>
                  <a:lnTo>
                    <a:pt x="1105263" y="384636"/>
                  </a:lnTo>
                  <a:lnTo>
                    <a:pt x="1104926" y="385779"/>
                  </a:lnTo>
                  <a:lnTo>
                    <a:pt x="1104051" y="387630"/>
                  </a:lnTo>
                  <a:lnTo>
                    <a:pt x="1102133" y="388403"/>
                  </a:lnTo>
                  <a:lnTo>
                    <a:pt x="1099912" y="388841"/>
                  </a:lnTo>
                  <a:lnTo>
                    <a:pt x="1097691" y="389917"/>
                  </a:lnTo>
                  <a:cubicBezTo>
                    <a:pt x="1097691" y="389917"/>
                    <a:pt x="1095671" y="390455"/>
                    <a:pt x="1095301" y="390455"/>
                  </a:cubicBezTo>
                  <a:cubicBezTo>
                    <a:pt x="1094931" y="390455"/>
                    <a:pt x="1091263" y="391397"/>
                    <a:pt x="1091060" y="391397"/>
                  </a:cubicBezTo>
                  <a:cubicBezTo>
                    <a:pt x="1090825" y="391397"/>
                    <a:pt x="1082142" y="391128"/>
                    <a:pt x="1082142" y="391128"/>
                  </a:cubicBezTo>
                  <a:lnTo>
                    <a:pt x="1076387" y="391397"/>
                  </a:lnTo>
                  <a:lnTo>
                    <a:pt x="1071642" y="392474"/>
                  </a:lnTo>
                  <a:lnTo>
                    <a:pt x="1065921" y="396712"/>
                  </a:lnTo>
                  <a:lnTo>
                    <a:pt x="1061041" y="398832"/>
                  </a:lnTo>
                  <a:lnTo>
                    <a:pt x="1048252" y="405122"/>
                  </a:lnTo>
                  <a:cubicBezTo>
                    <a:pt x="1048252" y="405122"/>
                    <a:pt x="1041992" y="410504"/>
                    <a:pt x="1041689" y="410605"/>
                  </a:cubicBezTo>
                  <a:cubicBezTo>
                    <a:pt x="1041353" y="410706"/>
                    <a:pt x="1032569" y="415281"/>
                    <a:pt x="1032569" y="415281"/>
                  </a:cubicBezTo>
                  <a:lnTo>
                    <a:pt x="1011434" y="432236"/>
                  </a:lnTo>
                  <a:cubicBezTo>
                    <a:pt x="1011434" y="432236"/>
                    <a:pt x="1002313" y="439199"/>
                    <a:pt x="1001977" y="439401"/>
                  </a:cubicBezTo>
                  <a:cubicBezTo>
                    <a:pt x="1001640" y="439603"/>
                    <a:pt x="991208" y="441150"/>
                    <a:pt x="990467" y="441588"/>
                  </a:cubicBezTo>
                  <a:cubicBezTo>
                    <a:pt x="989693" y="442025"/>
                    <a:pt x="980471" y="445725"/>
                    <a:pt x="978721" y="445927"/>
                  </a:cubicBezTo>
                  <a:cubicBezTo>
                    <a:pt x="976972" y="446129"/>
                    <a:pt x="971115" y="452991"/>
                    <a:pt x="971115" y="453328"/>
                  </a:cubicBezTo>
                  <a:cubicBezTo>
                    <a:pt x="971115" y="453664"/>
                    <a:pt x="964048" y="459955"/>
                    <a:pt x="963712" y="460056"/>
                  </a:cubicBezTo>
                  <a:cubicBezTo>
                    <a:pt x="963375" y="460157"/>
                    <a:pt x="955870" y="466784"/>
                    <a:pt x="955668" y="467120"/>
                  </a:cubicBezTo>
                  <a:cubicBezTo>
                    <a:pt x="955466" y="467456"/>
                    <a:pt x="951428" y="475160"/>
                    <a:pt x="951428" y="475160"/>
                  </a:cubicBezTo>
                  <a:lnTo>
                    <a:pt x="945673" y="477885"/>
                  </a:lnTo>
                  <a:lnTo>
                    <a:pt x="942980" y="477885"/>
                  </a:lnTo>
                  <a:lnTo>
                    <a:pt x="940355" y="479836"/>
                  </a:lnTo>
                  <a:lnTo>
                    <a:pt x="939480" y="486463"/>
                  </a:lnTo>
                  <a:lnTo>
                    <a:pt x="939918" y="492753"/>
                  </a:lnTo>
                  <a:lnTo>
                    <a:pt x="940120" y="494604"/>
                  </a:lnTo>
                  <a:lnTo>
                    <a:pt x="939346" y="497766"/>
                  </a:lnTo>
                  <a:lnTo>
                    <a:pt x="937293" y="498977"/>
                  </a:lnTo>
                  <a:lnTo>
                    <a:pt x="935543" y="500289"/>
                  </a:lnTo>
                  <a:lnTo>
                    <a:pt x="930865" y="500726"/>
                  </a:lnTo>
                  <a:lnTo>
                    <a:pt x="919658" y="500928"/>
                  </a:lnTo>
                  <a:lnTo>
                    <a:pt x="913364" y="506377"/>
                  </a:lnTo>
                  <a:lnTo>
                    <a:pt x="906297" y="510179"/>
                  </a:lnTo>
                  <a:lnTo>
                    <a:pt x="902494" y="512668"/>
                  </a:lnTo>
                  <a:lnTo>
                    <a:pt x="896402" y="514451"/>
                  </a:lnTo>
                  <a:lnTo>
                    <a:pt x="890648" y="516133"/>
                  </a:lnTo>
                  <a:lnTo>
                    <a:pt x="880315" y="516133"/>
                  </a:lnTo>
                  <a:lnTo>
                    <a:pt x="857834" y="516772"/>
                  </a:lnTo>
                  <a:lnTo>
                    <a:pt x="852416" y="517108"/>
                  </a:lnTo>
                  <a:lnTo>
                    <a:pt x="847402" y="518757"/>
                  </a:lnTo>
                  <a:cubicBezTo>
                    <a:pt x="847402" y="518757"/>
                    <a:pt x="842084" y="521784"/>
                    <a:pt x="841646" y="521919"/>
                  </a:cubicBezTo>
                  <a:cubicBezTo>
                    <a:pt x="841209" y="522020"/>
                    <a:pt x="835555" y="522558"/>
                    <a:pt x="835555" y="522558"/>
                  </a:cubicBezTo>
                  <a:lnTo>
                    <a:pt x="829463" y="524509"/>
                  </a:lnTo>
                  <a:lnTo>
                    <a:pt x="824348" y="526359"/>
                  </a:lnTo>
                  <a:lnTo>
                    <a:pt x="817819" y="526696"/>
                  </a:lnTo>
                  <a:lnTo>
                    <a:pt x="813242" y="525485"/>
                  </a:lnTo>
                  <a:lnTo>
                    <a:pt x="807790" y="517108"/>
                  </a:lnTo>
                  <a:lnTo>
                    <a:pt x="803785" y="509607"/>
                  </a:lnTo>
                  <a:lnTo>
                    <a:pt x="798468" y="505368"/>
                  </a:lnTo>
                  <a:cubicBezTo>
                    <a:pt x="798468" y="505368"/>
                    <a:pt x="796516" y="503854"/>
                    <a:pt x="796078" y="503619"/>
                  </a:cubicBezTo>
                  <a:cubicBezTo>
                    <a:pt x="795641" y="503417"/>
                    <a:pt x="790963" y="500894"/>
                    <a:pt x="790963" y="500894"/>
                  </a:cubicBezTo>
                  <a:cubicBezTo>
                    <a:pt x="790963" y="500894"/>
                    <a:pt x="787967" y="498506"/>
                    <a:pt x="787429" y="498169"/>
                  </a:cubicBezTo>
                  <a:cubicBezTo>
                    <a:pt x="786890" y="497833"/>
                    <a:pt x="782044" y="494368"/>
                    <a:pt x="782044" y="494368"/>
                  </a:cubicBezTo>
                  <a:lnTo>
                    <a:pt x="782044" y="490903"/>
                  </a:lnTo>
                  <a:lnTo>
                    <a:pt x="782044" y="485689"/>
                  </a:lnTo>
                  <a:lnTo>
                    <a:pt x="782044" y="483940"/>
                  </a:lnTo>
                  <a:lnTo>
                    <a:pt x="784332" y="477952"/>
                  </a:lnTo>
                  <a:lnTo>
                    <a:pt x="785746" y="475227"/>
                  </a:lnTo>
                  <a:lnTo>
                    <a:pt x="787059" y="470787"/>
                  </a:lnTo>
                  <a:cubicBezTo>
                    <a:pt x="787059" y="470787"/>
                    <a:pt x="786823" y="466346"/>
                    <a:pt x="786823" y="466010"/>
                  </a:cubicBezTo>
                  <a:cubicBezTo>
                    <a:pt x="786823" y="465673"/>
                    <a:pt x="786621" y="461435"/>
                    <a:pt x="786621" y="461435"/>
                  </a:cubicBezTo>
                  <a:cubicBezTo>
                    <a:pt x="786621" y="461435"/>
                    <a:pt x="786285" y="456994"/>
                    <a:pt x="786285" y="456557"/>
                  </a:cubicBezTo>
                  <a:cubicBezTo>
                    <a:pt x="786285" y="456120"/>
                    <a:pt x="784568" y="449392"/>
                    <a:pt x="784332" y="449056"/>
                  </a:cubicBezTo>
                  <a:cubicBezTo>
                    <a:pt x="784131" y="448719"/>
                    <a:pt x="781169" y="444817"/>
                    <a:pt x="780765" y="444817"/>
                  </a:cubicBezTo>
                  <a:cubicBezTo>
                    <a:pt x="780328" y="444817"/>
                    <a:pt x="776323" y="443068"/>
                    <a:pt x="776323" y="443068"/>
                  </a:cubicBezTo>
                  <a:lnTo>
                    <a:pt x="772621" y="442832"/>
                  </a:lnTo>
                  <a:lnTo>
                    <a:pt x="766193" y="442496"/>
                  </a:lnTo>
                  <a:cubicBezTo>
                    <a:pt x="766193" y="442496"/>
                    <a:pt x="763366" y="441285"/>
                    <a:pt x="763265" y="440982"/>
                  </a:cubicBezTo>
                  <a:cubicBezTo>
                    <a:pt x="763164" y="440646"/>
                    <a:pt x="761616" y="437517"/>
                    <a:pt x="761616" y="437517"/>
                  </a:cubicBezTo>
                  <a:lnTo>
                    <a:pt x="760674" y="434456"/>
                  </a:lnTo>
                  <a:lnTo>
                    <a:pt x="759428" y="430756"/>
                  </a:lnTo>
                  <a:lnTo>
                    <a:pt x="759428" y="428266"/>
                  </a:lnTo>
                  <a:lnTo>
                    <a:pt x="762457" y="424364"/>
                  </a:lnTo>
                  <a:lnTo>
                    <a:pt x="763770" y="420226"/>
                  </a:lnTo>
                  <a:lnTo>
                    <a:pt x="767236" y="417502"/>
                  </a:lnTo>
                  <a:lnTo>
                    <a:pt x="770400" y="414474"/>
                  </a:lnTo>
                  <a:lnTo>
                    <a:pt x="773126" y="411446"/>
                  </a:lnTo>
                  <a:lnTo>
                    <a:pt x="773563" y="408856"/>
                  </a:lnTo>
                  <a:lnTo>
                    <a:pt x="773227" y="407208"/>
                  </a:lnTo>
                  <a:lnTo>
                    <a:pt x="771275" y="406333"/>
                  </a:lnTo>
                  <a:lnTo>
                    <a:pt x="767909" y="405257"/>
                  </a:lnTo>
                  <a:cubicBezTo>
                    <a:pt x="767909" y="405257"/>
                    <a:pt x="767135" y="404920"/>
                    <a:pt x="766731" y="404920"/>
                  </a:cubicBezTo>
                  <a:cubicBezTo>
                    <a:pt x="766294" y="404920"/>
                    <a:pt x="761077" y="405459"/>
                    <a:pt x="761077" y="405459"/>
                  </a:cubicBezTo>
                  <a:lnTo>
                    <a:pt x="758452" y="405896"/>
                  </a:lnTo>
                  <a:lnTo>
                    <a:pt x="753337" y="406871"/>
                  </a:lnTo>
                  <a:lnTo>
                    <a:pt x="749231" y="407073"/>
                  </a:lnTo>
                  <a:lnTo>
                    <a:pt x="742601" y="408385"/>
                  </a:lnTo>
                  <a:lnTo>
                    <a:pt x="739572" y="409428"/>
                  </a:lnTo>
                  <a:lnTo>
                    <a:pt x="736106" y="410034"/>
                  </a:lnTo>
                  <a:lnTo>
                    <a:pt x="732538" y="410034"/>
                  </a:lnTo>
                  <a:lnTo>
                    <a:pt x="727759" y="409933"/>
                  </a:lnTo>
                  <a:lnTo>
                    <a:pt x="722206" y="408520"/>
                  </a:lnTo>
                  <a:lnTo>
                    <a:pt x="718504" y="405492"/>
                  </a:lnTo>
                  <a:lnTo>
                    <a:pt x="714701" y="403440"/>
                  </a:lnTo>
                  <a:lnTo>
                    <a:pt x="711672" y="400076"/>
                  </a:lnTo>
                  <a:lnTo>
                    <a:pt x="704941" y="394963"/>
                  </a:lnTo>
                  <a:lnTo>
                    <a:pt x="699187" y="389749"/>
                  </a:lnTo>
                  <a:lnTo>
                    <a:pt x="695720" y="387360"/>
                  </a:lnTo>
                  <a:lnTo>
                    <a:pt x="691480" y="383391"/>
                  </a:lnTo>
                  <a:lnTo>
                    <a:pt x="686364" y="379657"/>
                  </a:lnTo>
                  <a:lnTo>
                    <a:pt x="681787" y="378782"/>
                  </a:lnTo>
                  <a:cubicBezTo>
                    <a:pt x="681787" y="378782"/>
                    <a:pt x="677446" y="377908"/>
                    <a:pt x="677008" y="377908"/>
                  </a:cubicBezTo>
                  <a:cubicBezTo>
                    <a:pt x="676571" y="377908"/>
                    <a:pt x="674282" y="376831"/>
                    <a:pt x="674282" y="376831"/>
                  </a:cubicBezTo>
                  <a:lnTo>
                    <a:pt x="673071" y="374645"/>
                  </a:lnTo>
                  <a:lnTo>
                    <a:pt x="672532" y="371718"/>
                  </a:lnTo>
                  <a:lnTo>
                    <a:pt x="672532" y="369229"/>
                  </a:lnTo>
                  <a:lnTo>
                    <a:pt x="672532" y="367479"/>
                  </a:lnTo>
                  <a:lnTo>
                    <a:pt x="670917" y="364015"/>
                  </a:lnTo>
                  <a:lnTo>
                    <a:pt x="667888" y="361424"/>
                  </a:lnTo>
                  <a:lnTo>
                    <a:pt x="664724" y="361424"/>
                  </a:lnTo>
                  <a:lnTo>
                    <a:pt x="663008" y="361424"/>
                  </a:lnTo>
                  <a:lnTo>
                    <a:pt x="661258" y="361424"/>
                  </a:lnTo>
                  <a:cubicBezTo>
                    <a:pt x="661258" y="361424"/>
                    <a:pt x="658532" y="364452"/>
                    <a:pt x="658767" y="364889"/>
                  </a:cubicBezTo>
                  <a:cubicBezTo>
                    <a:pt x="658969" y="365326"/>
                    <a:pt x="658767" y="366739"/>
                    <a:pt x="658767" y="366739"/>
                  </a:cubicBezTo>
                  <a:lnTo>
                    <a:pt x="653450" y="369027"/>
                  </a:lnTo>
                  <a:lnTo>
                    <a:pt x="649008" y="372189"/>
                  </a:lnTo>
                  <a:lnTo>
                    <a:pt x="645844" y="373501"/>
                  </a:lnTo>
                  <a:lnTo>
                    <a:pt x="641267" y="373602"/>
                  </a:lnTo>
                  <a:lnTo>
                    <a:pt x="638676" y="373602"/>
                  </a:lnTo>
                  <a:cubicBezTo>
                    <a:pt x="638676" y="373602"/>
                    <a:pt x="636084" y="374241"/>
                    <a:pt x="634772" y="374241"/>
                  </a:cubicBezTo>
                  <a:cubicBezTo>
                    <a:pt x="633459" y="374241"/>
                    <a:pt x="632719" y="374241"/>
                    <a:pt x="631070" y="373804"/>
                  </a:cubicBezTo>
                  <a:cubicBezTo>
                    <a:pt x="629454" y="373366"/>
                    <a:pt x="624103" y="370978"/>
                    <a:pt x="624103" y="370978"/>
                  </a:cubicBezTo>
                  <a:lnTo>
                    <a:pt x="622050" y="369767"/>
                  </a:lnTo>
                  <a:lnTo>
                    <a:pt x="618786" y="367917"/>
                  </a:lnTo>
                  <a:lnTo>
                    <a:pt x="613031" y="368354"/>
                  </a:lnTo>
                  <a:lnTo>
                    <a:pt x="607377" y="368354"/>
                  </a:lnTo>
                  <a:lnTo>
                    <a:pt x="604112" y="366167"/>
                  </a:lnTo>
                  <a:lnTo>
                    <a:pt x="601925" y="361391"/>
                  </a:lnTo>
                  <a:lnTo>
                    <a:pt x="601252" y="358228"/>
                  </a:lnTo>
                  <a:lnTo>
                    <a:pt x="597785" y="355235"/>
                  </a:lnTo>
                  <a:lnTo>
                    <a:pt x="595295" y="354427"/>
                  </a:lnTo>
                  <a:lnTo>
                    <a:pt x="589977" y="354427"/>
                  </a:lnTo>
                  <a:cubicBezTo>
                    <a:pt x="589977" y="354427"/>
                    <a:pt x="588025" y="353553"/>
                    <a:pt x="587487" y="353889"/>
                  </a:cubicBezTo>
                  <a:cubicBezTo>
                    <a:pt x="586949" y="354225"/>
                    <a:pt x="584121" y="355403"/>
                    <a:pt x="584121" y="355403"/>
                  </a:cubicBezTo>
                  <a:cubicBezTo>
                    <a:pt x="584121" y="355403"/>
                    <a:pt x="581193" y="357354"/>
                    <a:pt x="581093" y="357690"/>
                  </a:cubicBezTo>
                  <a:cubicBezTo>
                    <a:pt x="580992" y="358027"/>
                    <a:pt x="577828" y="360415"/>
                    <a:pt x="577391" y="360953"/>
                  </a:cubicBezTo>
                  <a:cubicBezTo>
                    <a:pt x="576953" y="361492"/>
                    <a:pt x="575102" y="363005"/>
                    <a:pt x="575102" y="363005"/>
                  </a:cubicBezTo>
                  <a:lnTo>
                    <a:pt x="572915" y="363241"/>
                  </a:lnTo>
                  <a:lnTo>
                    <a:pt x="569886" y="363779"/>
                  </a:lnTo>
                  <a:lnTo>
                    <a:pt x="567833" y="363981"/>
                  </a:lnTo>
                  <a:cubicBezTo>
                    <a:pt x="567833" y="363981"/>
                    <a:pt x="567294" y="363981"/>
                    <a:pt x="566318" y="364183"/>
                  </a:cubicBezTo>
                  <a:cubicBezTo>
                    <a:pt x="565342" y="364418"/>
                    <a:pt x="560765" y="364822"/>
                    <a:pt x="560765" y="364822"/>
                  </a:cubicBezTo>
                  <a:lnTo>
                    <a:pt x="558712" y="364822"/>
                  </a:lnTo>
                  <a:lnTo>
                    <a:pt x="552520" y="364822"/>
                  </a:lnTo>
                  <a:lnTo>
                    <a:pt x="540573" y="364822"/>
                  </a:lnTo>
                  <a:lnTo>
                    <a:pt x="536130" y="364822"/>
                  </a:lnTo>
                  <a:lnTo>
                    <a:pt x="530914" y="363745"/>
                  </a:lnTo>
                  <a:cubicBezTo>
                    <a:pt x="530914" y="363745"/>
                    <a:pt x="529063" y="362669"/>
                    <a:pt x="527312" y="362333"/>
                  </a:cubicBezTo>
                  <a:cubicBezTo>
                    <a:pt x="525563" y="361996"/>
                    <a:pt x="523712" y="361794"/>
                    <a:pt x="523308" y="361559"/>
                  </a:cubicBezTo>
                  <a:cubicBezTo>
                    <a:pt x="522870" y="361357"/>
                    <a:pt x="518293" y="358531"/>
                    <a:pt x="518293" y="358531"/>
                  </a:cubicBezTo>
                  <a:lnTo>
                    <a:pt x="514053" y="352779"/>
                  </a:lnTo>
                  <a:cubicBezTo>
                    <a:pt x="514053" y="352779"/>
                    <a:pt x="513514" y="350727"/>
                    <a:pt x="513077" y="350390"/>
                  </a:cubicBezTo>
                  <a:cubicBezTo>
                    <a:pt x="512639" y="350054"/>
                    <a:pt x="509274" y="346926"/>
                    <a:pt x="509274" y="346926"/>
                  </a:cubicBezTo>
                  <a:lnTo>
                    <a:pt x="505370" y="344302"/>
                  </a:lnTo>
                  <a:cubicBezTo>
                    <a:pt x="505370" y="344302"/>
                    <a:pt x="505101" y="342451"/>
                    <a:pt x="505101" y="342014"/>
                  </a:cubicBezTo>
                  <a:cubicBezTo>
                    <a:pt x="505101" y="341577"/>
                    <a:pt x="503956" y="339188"/>
                    <a:pt x="503956" y="338751"/>
                  </a:cubicBezTo>
                  <a:cubicBezTo>
                    <a:pt x="503956" y="338314"/>
                    <a:pt x="503956" y="332662"/>
                    <a:pt x="503956" y="332662"/>
                  </a:cubicBezTo>
                  <a:lnTo>
                    <a:pt x="501567" y="325161"/>
                  </a:lnTo>
                  <a:lnTo>
                    <a:pt x="503081" y="308644"/>
                  </a:lnTo>
                  <a:lnTo>
                    <a:pt x="500356" y="305616"/>
                  </a:lnTo>
                  <a:cubicBezTo>
                    <a:pt x="500356" y="305616"/>
                    <a:pt x="496754" y="302252"/>
                    <a:pt x="496350" y="301916"/>
                  </a:cubicBezTo>
                  <a:cubicBezTo>
                    <a:pt x="495913" y="301579"/>
                    <a:pt x="494163" y="299292"/>
                    <a:pt x="493422" y="298888"/>
                  </a:cubicBezTo>
                  <a:cubicBezTo>
                    <a:pt x="492682" y="298484"/>
                    <a:pt x="490158" y="297038"/>
                    <a:pt x="490158" y="297038"/>
                  </a:cubicBezTo>
                  <a:lnTo>
                    <a:pt x="487230" y="292598"/>
                  </a:lnTo>
                  <a:lnTo>
                    <a:pt x="483259" y="287821"/>
                  </a:lnTo>
                  <a:lnTo>
                    <a:pt x="481341" y="279579"/>
                  </a:lnTo>
                  <a:lnTo>
                    <a:pt x="481341" y="273625"/>
                  </a:lnTo>
                  <a:lnTo>
                    <a:pt x="479692" y="267200"/>
                  </a:lnTo>
                  <a:lnTo>
                    <a:pt x="478951" y="261784"/>
                  </a:lnTo>
                  <a:lnTo>
                    <a:pt x="477437" y="253845"/>
                  </a:lnTo>
                  <a:lnTo>
                    <a:pt x="472961" y="246814"/>
                  </a:lnTo>
                  <a:lnTo>
                    <a:pt x="469326" y="242340"/>
                  </a:lnTo>
                  <a:lnTo>
                    <a:pt x="463672" y="236386"/>
                  </a:lnTo>
                  <a:lnTo>
                    <a:pt x="458724" y="231306"/>
                  </a:lnTo>
                  <a:lnTo>
                    <a:pt x="451489" y="224915"/>
                  </a:lnTo>
                  <a:lnTo>
                    <a:pt x="447147" y="220272"/>
                  </a:lnTo>
                  <a:lnTo>
                    <a:pt x="441359" y="216370"/>
                  </a:lnTo>
                  <a:lnTo>
                    <a:pt x="441359" y="214486"/>
                  </a:lnTo>
                  <a:lnTo>
                    <a:pt x="439609" y="210281"/>
                  </a:lnTo>
                  <a:lnTo>
                    <a:pt x="439609" y="205807"/>
                  </a:lnTo>
                  <a:lnTo>
                    <a:pt x="440349" y="203049"/>
                  </a:lnTo>
                  <a:lnTo>
                    <a:pt x="443547" y="200593"/>
                  </a:lnTo>
                  <a:lnTo>
                    <a:pt x="444859" y="197397"/>
                  </a:lnTo>
                  <a:lnTo>
                    <a:pt x="445734" y="193933"/>
                  </a:lnTo>
                  <a:lnTo>
                    <a:pt x="445027" y="189963"/>
                  </a:lnTo>
                  <a:cubicBezTo>
                    <a:pt x="445027" y="189963"/>
                    <a:pt x="443715" y="185825"/>
                    <a:pt x="443143" y="185825"/>
                  </a:cubicBezTo>
                  <a:cubicBezTo>
                    <a:pt x="442570" y="185825"/>
                    <a:pt x="440518" y="185825"/>
                    <a:pt x="440518" y="185825"/>
                  </a:cubicBezTo>
                  <a:cubicBezTo>
                    <a:pt x="440518" y="185825"/>
                    <a:pt x="439070" y="184244"/>
                    <a:pt x="438633" y="184816"/>
                  </a:cubicBezTo>
                  <a:cubicBezTo>
                    <a:pt x="438195" y="185388"/>
                    <a:pt x="437051" y="188012"/>
                    <a:pt x="437051" y="188012"/>
                  </a:cubicBezTo>
                  <a:lnTo>
                    <a:pt x="436176" y="191342"/>
                  </a:lnTo>
                  <a:lnTo>
                    <a:pt x="436176" y="193663"/>
                  </a:lnTo>
                  <a:lnTo>
                    <a:pt x="435166" y="196287"/>
                  </a:lnTo>
                  <a:cubicBezTo>
                    <a:pt x="435166" y="196287"/>
                    <a:pt x="434157" y="197734"/>
                    <a:pt x="433854" y="198440"/>
                  </a:cubicBezTo>
                  <a:cubicBezTo>
                    <a:pt x="433551" y="199180"/>
                    <a:pt x="432407" y="200761"/>
                    <a:pt x="432407" y="200761"/>
                  </a:cubicBezTo>
                  <a:cubicBezTo>
                    <a:pt x="432407" y="200761"/>
                    <a:pt x="431834" y="201333"/>
                    <a:pt x="431263" y="201199"/>
                  </a:cubicBezTo>
                  <a:cubicBezTo>
                    <a:pt x="430690" y="201064"/>
                    <a:pt x="427796" y="200189"/>
                    <a:pt x="427796" y="200189"/>
                  </a:cubicBezTo>
                  <a:lnTo>
                    <a:pt x="426416" y="198306"/>
                  </a:lnTo>
                  <a:lnTo>
                    <a:pt x="425777" y="195413"/>
                  </a:lnTo>
                  <a:lnTo>
                    <a:pt x="425777" y="190199"/>
                  </a:lnTo>
                  <a:lnTo>
                    <a:pt x="423118" y="186868"/>
                  </a:lnTo>
                  <a:lnTo>
                    <a:pt x="420594" y="181654"/>
                  </a:lnTo>
                  <a:lnTo>
                    <a:pt x="420594" y="178021"/>
                  </a:lnTo>
                  <a:lnTo>
                    <a:pt x="422613" y="173379"/>
                  </a:lnTo>
                  <a:lnTo>
                    <a:pt x="421738" y="170486"/>
                  </a:lnTo>
                  <a:lnTo>
                    <a:pt x="418406" y="167290"/>
                  </a:lnTo>
                  <a:lnTo>
                    <a:pt x="415647" y="163825"/>
                  </a:lnTo>
                  <a:lnTo>
                    <a:pt x="411743" y="160797"/>
                  </a:lnTo>
                  <a:lnTo>
                    <a:pt x="410161" y="159048"/>
                  </a:lnTo>
                  <a:lnTo>
                    <a:pt x="410161" y="155415"/>
                  </a:lnTo>
                  <a:lnTo>
                    <a:pt x="410161" y="153666"/>
                  </a:lnTo>
                  <a:lnTo>
                    <a:pt x="405517" y="149764"/>
                  </a:lnTo>
                  <a:lnTo>
                    <a:pt x="398113" y="144852"/>
                  </a:lnTo>
                  <a:lnTo>
                    <a:pt x="394915" y="141825"/>
                  </a:lnTo>
                  <a:lnTo>
                    <a:pt x="389396" y="136913"/>
                  </a:lnTo>
                  <a:lnTo>
                    <a:pt x="384920" y="132136"/>
                  </a:lnTo>
                  <a:lnTo>
                    <a:pt x="384348" y="126788"/>
                  </a:lnTo>
                  <a:cubicBezTo>
                    <a:pt x="384348" y="126788"/>
                    <a:pt x="383910" y="122886"/>
                    <a:pt x="384348" y="122448"/>
                  </a:cubicBezTo>
                  <a:cubicBezTo>
                    <a:pt x="384785" y="122011"/>
                    <a:pt x="384920" y="120867"/>
                    <a:pt x="385660" y="120127"/>
                  </a:cubicBezTo>
                  <a:cubicBezTo>
                    <a:pt x="386401" y="119387"/>
                    <a:pt x="388286" y="116797"/>
                    <a:pt x="388286" y="116797"/>
                  </a:cubicBezTo>
                  <a:lnTo>
                    <a:pt x="389430" y="115048"/>
                  </a:lnTo>
                  <a:lnTo>
                    <a:pt x="388992" y="112726"/>
                  </a:lnTo>
                  <a:lnTo>
                    <a:pt x="387680" y="109632"/>
                  </a:lnTo>
                  <a:lnTo>
                    <a:pt x="385391" y="107647"/>
                  </a:lnTo>
                  <a:lnTo>
                    <a:pt x="379603" y="107647"/>
                  </a:lnTo>
                  <a:lnTo>
                    <a:pt x="374386" y="107647"/>
                  </a:lnTo>
                  <a:lnTo>
                    <a:pt x="372636" y="107647"/>
                  </a:lnTo>
                  <a:lnTo>
                    <a:pt x="371761" y="106638"/>
                  </a:lnTo>
                  <a:cubicBezTo>
                    <a:pt x="371761" y="106638"/>
                    <a:pt x="372064" y="104317"/>
                    <a:pt x="371761" y="103879"/>
                  </a:cubicBezTo>
                  <a:cubicBezTo>
                    <a:pt x="371458" y="103442"/>
                    <a:pt x="371761" y="101424"/>
                    <a:pt x="371761" y="101424"/>
                  </a:cubicBezTo>
                  <a:cubicBezTo>
                    <a:pt x="371761" y="101424"/>
                    <a:pt x="371761" y="99977"/>
                    <a:pt x="372771" y="99540"/>
                  </a:cubicBezTo>
                  <a:cubicBezTo>
                    <a:pt x="373780" y="99102"/>
                    <a:pt x="374790" y="97656"/>
                    <a:pt x="374790" y="97656"/>
                  </a:cubicBezTo>
                  <a:lnTo>
                    <a:pt x="375968" y="94628"/>
                  </a:lnTo>
                  <a:lnTo>
                    <a:pt x="376237" y="92173"/>
                  </a:lnTo>
                  <a:lnTo>
                    <a:pt x="376809" y="88102"/>
                  </a:lnTo>
                  <a:lnTo>
                    <a:pt x="374925" y="84906"/>
                  </a:lnTo>
                  <a:lnTo>
                    <a:pt x="371627" y="83023"/>
                  </a:lnTo>
                  <a:lnTo>
                    <a:pt x="368564" y="82283"/>
                  </a:lnTo>
                  <a:lnTo>
                    <a:pt x="361901" y="77640"/>
                  </a:lnTo>
                  <a:lnTo>
                    <a:pt x="357256" y="73166"/>
                  </a:lnTo>
                  <a:lnTo>
                    <a:pt x="354934" y="70912"/>
                  </a:lnTo>
                  <a:lnTo>
                    <a:pt x="352477" y="69399"/>
                  </a:lnTo>
                  <a:lnTo>
                    <a:pt x="350020" y="69399"/>
                  </a:lnTo>
                  <a:lnTo>
                    <a:pt x="346689" y="68019"/>
                  </a:lnTo>
                  <a:lnTo>
                    <a:pt x="341338" y="67649"/>
                  </a:lnTo>
                  <a:lnTo>
                    <a:pt x="341338" y="67649"/>
                  </a:lnTo>
                  <a:lnTo>
                    <a:pt x="339890" y="64319"/>
                  </a:lnTo>
                  <a:lnTo>
                    <a:pt x="340765" y="62301"/>
                  </a:lnTo>
                  <a:lnTo>
                    <a:pt x="342515" y="60417"/>
                  </a:lnTo>
                  <a:cubicBezTo>
                    <a:pt x="342515" y="60417"/>
                    <a:pt x="343962" y="59105"/>
                    <a:pt x="344400" y="58836"/>
                  </a:cubicBezTo>
                  <a:cubicBezTo>
                    <a:pt x="344837" y="58533"/>
                    <a:pt x="346857" y="57389"/>
                    <a:pt x="346857" y="57389"/>
                  </a:cubicBezTo>
                  <a:lnTo>
                    <a:pt x="347429" y="54496"/>
                  </a:lnTo>
                  <a:lnTo>
                    <a:pt x="345410" y="52915"/>
                  </a:lnTo>
                  <a:lnTo>
                    <a:pt x="342953" y="52209"/>
                  </a:lnTo>
                  <a:lnTo>
                    <a:pt x="339924" y="50628"/>
                  </a:lnTo>
                  <a:lnTo>
                    <a:pt x="338914" y="48878"/>
                  </a:lnTo>
                  <a:lnTo>
                    <a:pt x="336323" y="46692"/>
                  </a:lnTo>
                  <a:lnTo>
                    <a:pt x="334304" y="45380"/>
                  </a:lnTo>
                  <a:cubicBezTo>
                    <a:pt x="334304" y="45380"/>
                    <a:pt x="331982" y="44001"/>
                    <a:pt x="331409" y="44001"/>
                  </a:cubicBezTo>
                  <a:cubicBezTo>
                    <a:pt x="330837" y="44001"/>
                    <a:pt x="328078" y="43361"/>
                    <a:pt x="328078" y="43361"/>
                  </a:cubicBezTo>
                  <a:lnTo>
                    <a:pt x="325756" y="43361"/>
                  </a:lnTo>
                  <a:lnTo>
                    <a:pt x="318217" y="42352"/>
                  </a:lnTo>
                  <a:lnTo>
                    <a:pt x="311856" y="41343"/>
                  </a:lnTo>
                  <a:lnTo>
                    <a:pt x="309534" y="37710"/>
                  </a:lnTo>
                  <a:lnTo>
                    <a:pt x="308524" y="31924"/>
                  </a:lnTo>
                  <a:lnTo>
                    <a:pt x="304620" y="27854"/>
                  </a:lnTo>
                  <a:lnTo>
                    <a:pt x="300144" y="25768"/>
                  </a:lnTo>
                  <a:lnTo>
                    <a:pt x="294625" y="24254"/>
                  </a:lnTo>
                  <a:lnTo>
                    <a:pt x="290990" y="24254"/>
                  </a:lnTo>
                  <a:cubicBezTo>
                    <a:pt x="290990" y="24254"/>
                    <a:pt x="288231" y="23750"/>
                    <a:pt x="287793" y="23615"/>
                  </a:cubicBezTo>
                  <a:cubicBezTo>
                    <a:pt x="287356" y="23480"/>
                    <a:pt x="280254" y="20789"/>
                    <a:pt x="280254" y="20789"/>
                  </a:cubicBezTo>
                  <a:lnTo>
                    <a:pt x="277057" y="20789"/>
                  </a:lnTo>
                  <a:lnTo>
                    <a:pt x="275038" y="19040"/>
                  </a:lnTo>
                  <a:lnTo>
                    <a:pt x="272144" y="18031"/>
                  </a:lnTo>
                  <a:lnTo>
                    <a:pt x="267937" y="16450"/>
                  </a:lnTo>
                  <a:lnTo>
                    <a:pt x="265177" y="18199"/>
                  </a:lnTo>
                  <a:lnTo>
                    <a:pt x="261105" y="19343"/>
                  </a:lnTo>
                  <a:lnTo>
                    <a:pt x="257201" y="22673"/>
                  </a:lnTo>
                  <a:lnTo>
                    <a:pt x="254610" y="24422"/>
                  </a:lnTo>
                  <a:lnTo>
                    <a:pt x="251715" y="25734"/>
                  </a:lnTo>
                  <a:lnTo>
                    <a:pt x="249258" y="26744"/>
                  </a:lnTo>
                  <a:lnTo>
                    <a:pt x="243907" y="27484"/>
                  </a:lnTo>
                  <a:lnTo>
                    <a:pt x="241720" y="26744"/>
                  </a:lnTo>
                  <a:lnTo>
                    <a:pt x="236806" y="24422"/>
                  </a:lnTo>
                  <a:lnTo>
                    <a:pt x="233475" y="23110"/>
                  </a:lnTo>
                  <a:lnTo>
                    <a:pt x="230883" y="22976"/>
                  </a:lnTo>
                  <a:lnTo>
                    <a:pt x="225364" y="22673"/>
                  </a:lnTo>
                  <a:cubicBezTo>
                    <a:pt x="225364" y="22673"/>
                    <a:pt x="222907" y="23682"/>
                    <a:pt x="221897" y="24120"/>
                  </a:cubicBezTo>
                  <a:cubicBezTo>
                    <a:pt x="220888" y="24557"/>
                    <a:pt x="217690" y="23985"/>
                    <a:pt x="217690" y="23985"/>
                  </a:cubicBezTo>
                  <a:lnTo>
                    <a:pt x="215066" y="19780"/>
                  </a:lnTo>
                  <a:lnTo>
                    <a:pt x="213315" y="14431"/>
                  </a:lnTo>
                  <a:cubicBezTo>
                    <a:pt x="213315" y="14431"/>
                    <a:pt x="210859" y="13187"/>
                    <a:pt x="210556" y="12615"/>
                  </a:cubicBezTo>
                  <a:cubicBezTo>
                    <a:pt x="210253" y="12043"/>
                    <a:pt x="207224" y="10361"/>
                    <a:pt x="207224" y="10361"/>
                  </a:cubicBezTo>
                  <a:lnTo>
                    <a:pt x="202310" y="10361"/>
                  </a:lnTo>
                  <a:lnTo>
                    <a:pt x="197834" y="9789"/>
                  </a:lnTo>
                  <a:lnTo>
                    <a:pt x="187267" y="8645"/>
                  </a:lnTo>
                  <a:lnTo>
                    <a:pt x="184944" y="8645"/>
                  </a:lnTo>
                  <a:lnTo>
                    <a:pt x="177272" y="7064"/>
                  </a:lnTo>
                  <a:lnTo>
                    <a:pt x="174814" y="4037"/>
                  </a:lnTo>
                  <a:lnTo>
                    <a:pt x="172930" y="1716"/>
                  </a:lnTo>
                  <a:lnTo>
                    <a:pt x="170036" y="572"/>
                  </a:lnTo>
                  <a:cubicBezTo>
                    <a:pt x="170036" y="572"/>
                    <a:pt x="166132" y="0"/>
                    <a:pt x="164684" y="0"/>
                  </a:cubicBezTo>
                  <a:cubicBezTo>
                    <a:pt x="163237" y="0"/>
                    <a:pt x="158896" y="0"/>
                    <a:pt x="158896" y="0"/>
                  </a:cubicBezTo>
                  <a:lnTo>
                    <a:pt x="145434" y="0"/>
                  </a:lnTo>
                  <a:lnTo>
                    <a:pt x="141530" y="0"/>
                  </a:lnTo>
                  <a:lnTo>
                    <a:pt x="136314" y="0"/>
                  </a:lnTo>
                  <a:lnTo>
                    <a:pt x="129347" y="0"/>
                  </a:lnTo>
                  <a:lnTo>
                    <a:pt x="118174" y="1009"/>
                  </a:lnTo>
                  <a:lnTo>
                    <a:pt x="115280" y="3633"/>
                  </a:lnTo>
                  <a:lnTo>
                    <a:pt x="110501" y="7535"/>
                  </a:lnTo>
                  <a:lnTo>
                    <a:pt x="103265" y="10294"/>
                  </a:lnTo>
                  <a:cubicBezTo>
                    <a:pt x="103265" y="10294"/>
                    <a:pt x="99058" y="12749"/>
                    <a:pt x="98620" y="12884"/>
                  </a:cubicBezTo>
                  <a:cubicBezTo>
                    <a:pt x="98183" y="13019"/>
                    <a:pt x="89770" y="12009"/>
                    <a:pt x="89770" y="12009"/>
                  </a:cubicBezTo>
                  <a:lnTo>
                    <a:pt x="82534" y="9823"/>
                  </a:lnTo>
                  <a:lnTo>
                    <a:pt x="76880" y="9957"/>
                  </a:lnTo>
                  <a:lnTo>
                    <a:pt x="71798" y="10832"/>
                  </a:lnTo>
                  <a:lnTo>
                    <a:pt x="70485" y="12850"/>
                  </a:lnTo>
                  <a:lnTo>
                    <a:pt x="69476" y="13994"/>
                  </a:lnTo>
                  <a:lnTo>
                    <a:pt x="66447" y="15003"/>
                  </a:lnTo>
                  <a:lnTo>
                    <a:pt x="62408" y="16753"/>
                  </a:lnTo>
                  <a:lnTo>
                    <a:pt x="55004" y="16887"/>
                  </a:lnTo>
                  <a:lnTo>
                    <a:pt x="51235" y="17459"/>
                  </a:lnTo>
                  <a:lnTo>
                    <a:pt x="50225" y="18905"/>
                  </a:lnTo>
                  <a:cubicBezTo>
                    <a:pt x="50225" y="18905"/>
                    <a:pt x="46893" y="20487"/>
                    <a:pt x="46456" y="20789"/>
                  </a:cubicBezTo>
                  <a:cubicBezTo>
                    <a:pt x="46019" y="21092"/>
                    <a:pt x="44706" y="22539"/>
                    <a:pt x="44706" y="22539"/>
                  </a:cubicBezTo>
                  <a:lnTo>
                    <a:pt x="41677" y="23548"/>
                  </a:lnTo>
                  <a:lnTo>
                    <a:pt x="36764" y="23413"/>
                  </a:lnTo>
                  <a:cubicBezTo>
                    <a:pt x="36764" y="23413"/>
                    <a:pt x="35014" y="21967"/>
                    <a:pt x="34441" y="21967"/>
                  </a:cubicBezTo>
                  <a:cubicBezTo>
                    <a:pt x="33869" y="21967"/>
                    <a:pt x="29797" y="19948"/>
                    <a:pt x="29797" y="19948"/>
                  </a:cubicBezTo>
                  <a:cubicBezTo>
                    <a:pt x="29797" y="19948"/>
                    <a:pt x="29359" y="19376"/>
                    <a:pt x="27643" y="20957"/>
                  </a:cubicBezTo>
                  <a:cubicBezTo>
                    <a:pt x="25893" y="22539"/>
                    <a:pt x="22258" y="26744"/>
                    <a:pt x="22258" y="26744"/>
                  </a:cubicBezTo>
                  <a:cubicBezTo>
                    <a:pt x="22258" y="26744"/>
                    <a:pt x="20946" y="27181"/>
                    <a:pt x="20677" y="28055"/>
                  </a:cubicBezTo>
                  <a:cubicBezTo>
                    <a:pt x="20373" y="28930"/>
                    <a:pt x="18220" y="30242"/>
                    <a:pt x="17782" y="30511"/>
                  </a:cubicBezTo>
                  <a:cubicBezTo>
                    <a:pt x="17345" y="30814"/>
                    <a:pt x="14585" y="32832"/>
                    <a:pt x="14585" y="32832"/>
                  </a:cubicBezTo>
                  <a:lnTo>
                    <a:pt x="13710" y="34716"/>
                  </a:lnTo>
                  <a:lnTo>
                    <a:pt x="13710" y="39056"/>
                  </a:lnTo>
                  <a:lnTo>
                    <a:pt x="17412" y="43092"/>
                  </a:lnTo>
                  <a:lnTo>
                    <a:pt x="23167" y="47768"/>
                  </a:lnTo>
                  <a:lnTo>
                    <a:pt x="26869" y="52781"/>
                  </a:lnTo>
                  <a:lnTo>
                    <a:pt x="31446" y="56582"/>
                  </a:lnTo>
                  <a:lnTo>
                    <a:pt x="35249" y="60383"/>
                  </a:lnTo>
                  <a:lnTo>
                    <a:pt x="36124" y="62334"/>
                  </a:lnTo>
                  <a:lnTo>
                    <a:pt x="37975" y="64824"/>
                  </a:lnTo>
                  <a:lnTo>
                    <a:pt x="37672" y="67010"/>
                  </a:lnTo>
                  <a:lnTo>
                    <a:pt x="34408" y="69399"/>
                  </a:lnTo>
                  <a:lnTo>
                    <a:pt x="30403" y="71148"/>
                  </a:lnTo>
                  <a:cubicBezTo>
                    <a:pt x="30403" y="71148"/>
                    <a:pt x="29090" y="71585"/>
                    <a:pt x="28653" y="72022"/>
                  </a:cubicBezTo>
                  <a:cubicBezTo>
                    <a:pt x="28215" y="72460"/>
                    <a:pt x="26802" y="73637"/>
                    <a:pt x="26802" y="73637"/>
                  </a:cubicBezTo>
                  <a:lnTo>
                    <a:pt x="27576" y="78515"/>
                  </a:lnTo>
                  <a:lnTo>
                    <a:pt x="28451" y="79591"/>
                  </a:lnTo>
                  <a:lnTo>
                    <a:pt x="28114" y="82854"/>
                  </a:lnTo>
                  <a:lnTo>
                    <a:pt x="26903" y="85882"/>
                  </a:lnTo>
                  <a:cubicBezTo>
                    <a:pt x="26903" y="85882"/>
                    <a:pt x="25927" y="87833"/>
                    <a:pt x="25691" y="88169"/>
                  </a:cubicBezTo>
                  <a:cubicBezTo>
                    <a:pt x="25489" y="88506"/>
                    <a:pt x="24715" y="90356"/>
                    <a:pt x="24278" y="90793"/>
                  </a:cubicBezTo>
                  <a:cubicBezTo>
                    <a:pt x="23840" y="91231"/>
                    <a:pt x="21013" y="93384"/>
                    <a:pt x="21013" y="93384"/>
                  </a:cubicBezTo>
                  <a:lnTo>
                    <a:pt x="19936" y="96008"/>
                  </a:lnTo>
                  <a:lnTo>
                    <a:pt x="18422" y="98060"/>
                  </a:lnTo>
                  <a:lnTo>
                    <a:pt x="14383" y="101087"/>
                  </a:lnTo>
                  <a:lnTo>
                    <a:pt x="9941" y="102735"/>
                  </a:lnTo>
                  <a:lnTo>
                    <a:pt x="8426" y="105326"/>
                  </a:lnTo>
                  <a:lnTo>
                    <a:pt x="10614" y="106402"/>
                  </a:lnTo>
                  <a:lnTo>
                    <a:pt x="11253" y="108151"/>
                  </a:lnTo>
                  <a:lnTo>
                    <a:pt x="10614" y="109228"/>
                  </a:lnTo>
                  <a:cubicBezTo>
                    <a:pt x="10614" y="109228"/>
                    <a:pt x="7147" y="112827"/>
                    <a:pt x="7013" y="113466"/>
                  </a:cubicBezTo>
                  <a:cubicBezTo>
                    <a:pt x="6912" y="114106"/>
                    <a:pt x="5061" y="114678"/>
                    <a:pt x="4623" y="114980"/>
                  </a:cubicBezTo>
                  <a:cubicBezTo>
                    <a:pt x="4186" y="115317"/>
                    <a:pt x="1258" y="116494"/>
                    <a:pt x="1258" y="116494"/>
                  </a:cubicBezTo>
                  <a:cubicBezTo>
                    <a:pt x="1258" y="116494"/>
                    <a:pt x="1493" y="117571"/>
                    <a:pt x="1258" y="117907"/>
                  </a:cubicBezTo>
                  <a:cubicBezTo>
                    <a:pt x="1056" y="118243"/>
                    <a:pt x="80" y="123659"/>
                    <a:pt x="80" y="123659"/>
                  </a:cubicBezTo>
                  <a:cubicBezTo>
                    <a:pt x="80" y="123659"/>
                    <a:pt x="-459" y="124433"/>
                    <a:pt x="1258" y="124433"/>
                  </a:cubicBezTo>
                  <a:cubicBezTo>
                    <a:pt x="3008" y="124433"/>
                    <a:pt x="6037" y="122583"/>
                    <a:pt x="6710" y="122381"/>
                  </a:cubicBezTo>
                  <a:cubicBezTo>
                    <a:pt x="7349" y="122179"/>
                    <a:pt x="7686" y="121944"/>
                    <a:pt x="8999" y="121944"/>
                  </a:cubicBezTo>
                  <a:cubicBezTo>
                    <a:pt x="10311" y="121944"/>
                    <a:pt x="11724" y="121607"/>
                    <a:pt x="12162" y="121742"/>
                  </a:cubicBezTo>
                  <a:cubicBezTo>
                    <a:pt x="12599" y="121843"/>
                    <a:pt x="15090" y="124568"/>
                    <a:pt x="15090" y="124568"/>
                  </a:cubicBezTo>
                  <a:lnTo>
                    <a:pt x="16604" y="126956"/>
                  </a:lnTo>
                  <a:lnTo>
                    <a:pt x="18455" y="127730"/>
                  </a:lnTo>
                  <a:lnTo>
                    <a:pt x="22797" y="130993"/>
                  </a:lnTo>
                  <a:lnTo>
                    <a:pt x="28552" y="130454"/>
                  </a:lnTo>
                  <a:lnTo>
                    <a:pt x="30302" y="129143"/>
                  </a:lnTo>
                  <a:cubicBezTo>
                    <a:pt x="30302" y="129143"/>
                    <a:pt x="33365" y="128268"/>
                    <a:pt x="33667" y="128268"/>
                  </a:cubicBezTo>
                  <a:cubicBezTo>
                    <a:pt x="34004" y="128268"/>
                    <a:pt x="37033" y="127831"/>
                    <a:pt x="38009" y="128032"/>
                  </a:cubicBezTo>
                  <a:cubicBezTo>
                    <a:pt x="38985" y="128268"/>
                    <a:pt x="40937" y="129681"/>
                    <a:pt x="40937" y="129681"/>
                  </a:cubicBezTo>
                  <a:lnTo>
                    <a:pt x="41374" y="133045"/>
                  </a:lnTo>
                  <a:lnTo>
                    <a:pt x="41475" y="135770"/>
                  </a:lnTo>
                  <a:lnTo>
                    <a:pt x="42249" y="137822"/>
                  </a:lnTo>
                  <a:lnTo>
                    <a:pt x="44302" y="140647"/>
                  </a:lnTo>
                  <a:lnTo>
                    <a:pt x="46153" y="141858"/>
                  </a:lnTo>
                  <a:lnTo>
                    <a:pt x="48004" y="143709"/>
                  </a:lnTo>
                  <a:cubicBezTo>
                    <a:pt x="48004" y="143709"/>
                    <a:pt x="50292" y="144785"/>
                    <a:pt x="50629" y="144785"/>
                  </a:cubicBezTo>
                  <a:cubicBezTo>
                    <a:pt x="50966" y="144785"/>
                    <a:pt x="53120" y="144449"/>
                    <a:pt x="53120" y="144449"/>
                  </a:cubicBezTo>
                  <a:lnTo>
                    <a:pt x="56283" y="144112"/>
                  </a:lnTo>
                  <a:cubicBezTo>
                    <a:pt x="56283" y="144112"/>
                    <a:pt x="57158" y="144011"/>
                    <a:pt x="57697" y="143473"/>
                  </a:cubicBezTo>
                  <a:cubicBezTo>
                    <a:pt x="58235" y="142935"/>
                    <a:pt x="60423" y="141825"/>
                    <a:pt x="60423" y="141522"/>
                  </a:cubicBezTo>
                  <a:cubicBezTo>
                    <a:pt x="60423" y="141186"/>
                    <a:pt x="61298" y="139907"/>
                    <a:pt x="61298" y="139907"/>
                  </a:cubicBezTo>
                  <a:lnTo>
                    <a:pt x="58908" y="135568"/>
                  </a:lnTo>
                  <a:cubicBezTo>
                    <a:pt x="58908" y="135568"/>
                    <a:pt x="60557" y="134592"/>
                    <a:pt x="60995" y="134592"/>
                  </a:cubicBezTo>
                  <a:cubicBezTo>
                    <a:pt x="61432" y="134592"/>
                    <a:pt x="62610" y="134155"/>
                    <a:pt x="63048" y="134155"/>
                  </a:cubicBezTo>
                  <a:cubicBezTo>
                    <a:pt x="63485" y="134155"/>
                    <a:pt x="64461" y="132977"/>
                    <a:pt x="64461" y="132977"/>
                  </a:cubicBezTo>
                  <a:cubicBezTo>
                    <a:pt x="64461" y="132977"/>
                    <a:pt x="65202" y="131026"/>
                    <a:pt x="65538" y="130253"/>
                  </a:cubicBezTo>
                  <a:cubicBezTo>
                    <a:pt x="65875" y="129479"/>
                    <a:pt x="66514" y="126653"/>
                    <a:pt x="66514" y="126653"/>
                  </a:cubicBezTo>
                  <a:lnTo>
                    <a:pt x="67153" y="125139"/>
                  </a:lnTo>
                  <a:cubicBezTo>
                    <a:pt x="67153" y="125139"/>
                    <a:pt x="68365" y="122852"/>
                    <a:pt x="68567" y="122415"/>
                  </a:cubicBezTo>
                  <a:cubicBezTo>
                    <a:pt x="68802" y="121977"/>
                    <a:pt x="69206" y="119824"/>
                    <a:pt x="69543" y="119589"/>
                  </a:cubicBezTo>
                  <a:cubicBezTo>
                    <a:pt x="69880" y="119353"/>
                    <a:pt x="70855" y="116326"/>
                    <a:pt x="70855" y="116326"/>
                  </a:cubicBezTo>
                  <a:lnTo>
                    <a:pt x="72909" y="115989"/>
                  </a:lnTo>
                  <a:cubicBezTo>
                    <a:pt x="72909" y="115989"/>
                    <a:pt x="73144" y="115889"/>
                    <a:pt x="73985" y="116528"/>
                  </a:cubicBezTo>
                  <a:cubicBezTo>
                    <a:pt x="74860" y="117167"/>
                    <a:pt x="76038" y="118378"/>
                    <a:pt x="76375" y="118714"/>
                  </a:cubicBezTo>
                  <a:cubicBezTo>
                    <a:pt x="76712" y="119051"/>
                    <a:pt x="77889" y="120363"/>
                    <a:pt x="79101" y="120665"/>
                  </a:cubicBezTo>
                  <a:cubicBezTo>
                    <a:pt x="80312" y="121002"/>
                    <a:pt x="81490" y="121305"/>
                    <a:pt x="81827" y="121439"/>
                  </a:cubicBezTo>
                  <a:cubicBezTo>
                    <a:pt x="82164" y="121540"/>
                    <a:pt x="83039" y="121977"/>
                    <a:pt x="83476" y="122650"/>
                  </a:cubicBezTo>
                  <a:cubicBezTo>
                    <a:pt x="83913" y="123289"/>
                    <a:pt x="84115" y="123962"/>
                    <a:pt x="84553" y="124938"/>
                  </a:cubicBezTo>
                  <a:cubicBezTo>
                    <a:pt x="84991" y="125913"/>
                    <a:pt x="84889" y="126149"/>
                    <a:pt x="85630" y="127124"/>
                  </a:cubicBezTo>
                  <a:cubicBezTo>
                    <a:pt x="86404" y="128100"/>
                    <a:pt x="87380" y="129075"/>
                    <a:pt x="87683" y="129614"/>
                  </a:cubicBezTo>
                  <a:cubicBezTo>
                    <a:pt x="88020" y="130152"/>
                    <a:pt x="88221" y="129950"/>
                    <a:pt x="88659" y="130825"/>
                  </a:cubicBezTo>
                  <a:cubicBezTo>
                    <a:pt x="89096" y="131699"/>
                    <a:pt x="89870" y="133112"/>
                    <a:pt x="89870" y="133112"/>
                  </a:cubicBezTo>
                  <a:cubicBezTo>
                    <a:pt x="89870" y="133112"/>
                    <a:pt x="90644" y="133314"/>
                    <a:pt x="90846" y="134424"/>
                  </a:cubicBezTo>
                  <a:cubicBezTo>
                    <a:pt x="91048" y="135500"/>
                    <a:pt x="91587" y="135837"/>
                    <a:pt x="91587" y="136476"/>
                  </a:cubicBezTo>
                  <a:cubicBezTo>
                    <a:pt x="91587" y="137115"/>
                    <a:pt x="91250" y="137687"/>
                    <a:pt x="91688" y="138326"/>
                  </a:cubicBezTo>
                  <a:cubicBezTo>
                    <a:pt x="92125" y="138965"/>
                    <a:pt x="93202" y="140075"/>
                    <a:pt x="93640" y="140277"/>
                  </a:cubicBezTo>
                  <a:cubicBezTo>
                    <a:pt x="94077" y="140479"/>
                    <a:pt x="95390" y="139739"/>
                    <a:pt x="96029" y="140176"/>
                  </a:cubicBezTo>
                  <a:cubicBezTo>
                    <a:pt x="96669" y="140614"/>
                    <a:pt x="97342" y="140816"/>
                    <a:pt x="98957" y="140715"/>
                  </a:cubicBezTo>
                  <a:cubicBezTo>
                    <a:pt x="100573" y="140614"/>
                    <a:pt x="102760" y="138965"/>
                    <a:pt x="103198" y="138663"/>
                  </a:cubicBezTo>
                  <a:cubicBezTo>
                    <a:pt x="103635" y="138326"/>
                    <a:pt x="104611" y="136274"/>
                    <a:pt x="104947" y="136375"/>
                  </a:cubicBezTo>
                  <a:cubicBezTo>
                    <a:pt x="105284" y="136476"/>
                    <a:pt x="105722" y="136476"/>
                    <a:pt x="107236" y="136711"/>
                  </a:cubicBezTo>
                  <a:cubicBezTo>
                    <a:pt x="108750" y="136913"/>
                    <a:pt x="109727" y="136375"/>
                    <a:pt x="111578" y="136913"/>
                  </a:cubicBezTo>
                  <a:cubicBezTo>
                    <a:pt x="113428" y="137452"/>
                    <a:pt x="116457" y="137788"/>
                    <a:pt x="116996" y="138427"/>
                  </a:cubicBezTo>
                  <a:cubicBezTo>
                    <a:pt x="117535" y="139066"/>
                    <a:pt x="119049" y="139403"/>
                    <a:pt x="119486" y="139941"/>
                  </a:cubicBezTo>
                  <a:cubicBezTo>
                    <a:pt x="119924" y="140479"/>
                    <a:pt x="120260" y="140715"/>
                    <a:pt x="120260" y="141152"/>
                  </a:cubicBezTo>
                  <a:cubicBezTo>
                    <a:pt x="120260" y="141589"/>
                    <a:pt x="120260" y="142027"/>
                    <a:pt x="119924" y="142228"/>
                  </a:cubicBezTo>
                  <a:cubicBezTo>
                    <a:pt x="119588" y="142430"/>
                    <a:pt x="116660" y="143843"/>
                    <a:pt x="116660" y="143843"/>
                  </a:cubicBezTo>
                  <a:lnTo>
                    <a:pt x="114909" y="145693"/>
                  </a:lnTo>
                  <a:lnTo>
                    <a:pt x="111443" y="147543"/>
                  </a:lnTo>
                  <a:lnTo>
                    <a:pt x="110366" y="150806"/>
                  </a:lnTo>
                  <a:lnTo>
                    <a:pt x="110568" y="154507"/>
                  </a:lnTo>
                  <a:lnTo>
                    <a:pt x="111645" y="155045"/>
                  </a:lnTo>
                  <a:lnTo>
                    <a:pt x="114573" y="159284"/>
                  </a:lnTo>
                  <a:cubicBezTo>
                    <a:pt x="114573" y="159284"/>
                    <a:pt x="115785" y="161134"/>
                    <a:pt x="115986" y="161773"/>
                  </a:cubicBezTo>
                  <a:cubicBezTo>
                    <a:pt x="116222" y="162412"/>
                    <a:pt x="116760" y="164397"/>
                    <a:pt x="116962" y="165036"/>
                  </a:cubicBezTo>
                  <a:cubicBezTo>
                    <a:pt x="117198" y="165675"/>
                    <a:pt x="117299" y="167424"/>
                    <a:pt x="117501" y="168299"/>
                  </a:cubicBezTo>
                  <a:cubicBezTo>
                    <a:pt x="117703" y="169174"/>
                    <a:pt x="117837" y="171764"/>
                    <a:pt x="117837" y="171764"/>
                  </a:cubicBezTo>
                  <a:lnTo>
                    <a:pt x="119688" y="174590"/>
                  </a:lnTo>
                  <a:lnTo>
                    <a:pt x="122515" y="177954"/>
                  </a:lnTo>
                  <a:lnTo>
                    <a:pt x="123929" y="180981"/>
                  </a:lnTo>
                  <a:lnTo>
                    <a:pt x="123592" y="183269"/>
                  </a:lnTo>
                  <a:lnTo>
                    <a:pt x="123929" y="187709"/>
                  </a:lnTo>
                  <a:lnTo>
                    <a:pt x="126318" y="190871"/>
                  </a:lnTo>
                  <a:cubicBezTo>
                    <a:pt x="126318" y="190871"/>
                    <a:pt x="129482" y="193798"/>
                    <a:pt x="129818" y="193798"/>
                  </a:cubicBezTo>
                  <a:cubicBezTo>
                    <a:pt x="130155" y="193798"/>
                    <a:pt x="132309" y="195749"/>
                    <a:pt x="132309" y="195749"/>
                  </a:cubicBezTo>
                  <a:lnTo>
                    <a:pt x="132208" y="198339"/>
                  </a:lnTo>
                  <a:cubicBezTo>
                    <a:pt x="132208" y="198339"/>
                    <a:pt x="136112" y="203553"/>
                    <a:pt x="136549" y="203789"/>
                  </a:cubicBezTo>
                  <a:cubicBezTo>
                    <a:pt x="136987" y="203991"/>
                    <a:pt x="139578" y="206278"/>
                    <a:pt x="139578" y="206278"/>
                  </a:cubicBezTo>
                  <a:lnTo>
                    <a:pt x="140083" y="216168"/>
                  </a:lnTo>
                  <a:cubicBezTo>
                    <a:pt x="140083" y="216168"/>
                    <a:pt x="138939" y="220844"/>
                    <a:pt x="138939" y="221181"/>
                  </a:cubicBezTo>
                  <a:cubicBezTo>
                    <a:pt x="138939" y="221517"/>
                    <a:pt x="138939" y="226832"/>
                    <a:pt x="138939" y="226832"/>
                  </a:cubicBezTo>
                  <a:cubicBezTo>
                    <a:pt x="138939" y="226832"/>
                    <a:pt x="138737" y="228245"/>
                    <a:pt x="139376" y="228447"/>
                  </a:cubicBezTo>
                  <a:cubicBezTo>
                    <a:pt x="140049" y="228649"/>
                    <a:pt x="144795" y="229658"/>
                    <a:pt x="145232" y="229658"/>
                  </a:cubicBezTo>
                  <a:cubicBezTo>
                    <a:pt x="145670" y="229658"/>
                    <a:pt x="145569" y="229456"/>
                    <a:pt x="146444" y="229658"/>
                  </a:cubicBezTo>
                  <a:cubicBezTo>
                    <a:pt x="147319" y="229860"/>
                    <a:pt x="149170" y="233022"/>
                    <a:pt x="149170" y="233022"/>
                  </a:cubicBezTo>
                  <a:cubicBezTo>
                    <a:pt x="149170" y="233022"/>
                    <a:pt x="148295" y="234435"/>
                    <a:pt x="149170" y="234872"/>
                  </a:cubicBezTo>
                  <a:cubicBezTo>
                    <a:pt x="150045" y="235309"/>
                    <a:pt x="154723" y="234435"/>
                    <a:pt x="154723" y="234435"/>
                  </a:cubicBezTo>
                  <a:cubicBezTo>
                    <a:pt x="154723" y="234435"/>
                    <a:pt x="153747" y="239447"/>
                    <a:pt x="154723" y="239312"/>
                  </a:cubicBezTo>
                  <a:cubicBezTo>
                    <a:pt x="155699" y="239211"/>
                    <a:pt x="160814" y="236588"/>
                    <a:pt x="160814" y="236588"/>
                  </a:cubicBezTo>
                  <a:lnTo>
                    <a:pt x="164617" y="236218"/>
                  </a:lnTo>
                  <a:lnTo>
                    <a:pt x="168959" y="240120"/>
                  </a:lnTo>
                  <a:lnTo>
                    <a:pt x="171146" y="243585"/>
                  </a:lnTo>
                  <a:cubicBezTo>
                    <a:pt x="171146" y="243585"/>
                    <a:pt x="177507" y="238370"/>
                    <a:pt x="177675" y="237933"/>
                  </a:cubicBezTo>
                  <a:cubicBezTo>
                    <a:pt x="177810" y="237496"/>
                    <a:pt x="178988" y="235175"/>
                    <a:pt x="178988" y="235175"/>
                  </a:cubicBezTo>
                  <a:lnTo>
                    <a:pt x="184473" y="231710"/>
                  </a:lnTo>
                  <a:lnTo>
                    <a:pt x="187671" y="227942"/>
                  </a:lnTo>
                  <a:lnTo>
                    <a:pt x="188983" y="224612"/>
                  </a:lnTo>
                  <a:lnTo>
                    <a:pt x="193493" y="222728"/>
                  </a:lnTo>
                  <a:cubicBezTo>
                    <a:pt x="193493" y="222728"/>
                    <a:pt x="193190" y="219835"/>
                    <a:pt x="192753" y="219532"/>
                  </a:cubicBezTo>
                  <a:cubicBezTo>
                    <a:pt x="192315" y="219229"/>
                    <a:pt x="192315" y="215058"/>
                    <a:pt x="192315" y="215058"/>
                  </a:cubicBezTo>
                  <a:cubicBezTo>
                    <a:pt x="192315" y="215058"/>
                    <a:pt x="193897" y="214049"/>
                    <a:pt x="194637" y="214318"/>
                  </a:cubicBezTo>
                  <a:cubicBezTo>
                    <a:pt x="195344" y="214621"/>
                    <a:pt x="197969" y="218220"/>
                    <a:pt x="197969" y="218220"/>
                  </a:cubicBezTo>
                  <a:lnTo>
                    <a:pt x="202176" y="221551"/>
                  </a:lnTo>
                  <a:lnTo>
                    <a:pt x="206382" y="224006"/>
                  </a:lnTo>
                  <a:lnTo>
                    <a:pt x="209849" y="224578"/>
                  </a:lnTo>
                  <a:lnTo>
                    <a:pt x="216512" y="225318"/>
                  </a:lnTo>
                  <a:cubicBezTo>
                    <a:pt x="216512" y="225318"/>
                    <a:pt x="218263" y="226193"/>
                    <a:pt x="218969" y="226193"/>
                  </a:cubicBezTo>
                  <a:cubicBezTo>
                    <a:pt x="219710" y="226193"/>
                    <a:pt x="222738" y="225621"/>
                    <a:pt x="223042" y="226193"/>
                  </a:cubicBezTo>
                  <a:cubicBezTo>
                    <a:pt x="223344" y="226765"/>
                    <a:pt x="223042" y="228817"/>
                    <a:pt x="224186" y="229086"/>
                  </a:cubicBezTo>
                  <a:cubicBezTo>
                    <a:pt x="225330" y="229389"/>
                    <a:pt x="227820" y="229792"/>
                    <a:pt x="228393" y="228951"/>
                  </a:cubicBezTo>
                  <a:cubicBezTo>
                    <a:pt x="228965" y="228077"/>
                    <a:pt x="230278" y="227505"/>
                    <a:pt x="230278" y="226361"/>
                  </a:cubicBezTo>
                  <a:cubicBezTo>
                    <a:pt x="230278" y="225184"/>
                    <a:pt x="230580" y="223603"/>
                    <a:pt x="230849" y="223165"/>
                  </a:cubicBezTo>
                  <a:cubicBezTo>
                    <a:pt x="231119" y="222728"/>
                    <a:pt x="231724" y="221147"/>
                    <a:pt x="231724" y="221147"/>
                  </a:cubicBezTo>
                  <a:cubicBezTo>
                    <a:pt x="231724" y="221147"/>
                    <a:pt x="234753" y="220003"/>
                    <a:pt x="235359" y="220003"/>
                  </a:cubicBezTo>
                  <a:cubicBezTo>
                    <a:pt x="235931" y="220003"/>
                    <a:pt x="242157" y="220743"/>
                    <a:pt x="242157" y="220743"/>
                  </a:cubicBezTo>
                  <a:lnTo>
                    <a:pt x="241888" y="222627"/>
                  </a:lnTo>
                  <a:lnTo>
                    <a:pt x="241585" y="224645"/>
                  </a:lnTo>
                  <a:lnTo>
                    <a:pt x="245657" y="225217"/>
                  </a:lnTo>
                  <a:cubicBezTo>
                    <a:pt x="245657" y="225217"/>
                    <a:pt x="246802" y="225083"/>
                    <a:pt x="247542" y="224780"/>
                  </a:cubicBezTo>
                  <a:cubicBezTo>
                    <a:pt x="248249" y="224477"/>
                    <a:pt x="250437" y="222190"/>
                    <a:pt x="250437" y="222190"/>
                  </a:cubicBezTo>
                  <a:lnTo>
                    <a:pt x="252456" y="224208"/>
                  </a:lnTo>
                  <a:lnTo>
                    <a:pt x="255485" y="217985"/>
                  </a:lnTo>
                  <a:lnTo>
                    <a:pt x="255485" y="216370"/>
                  </a:lnTo>
                  <a:lnTo>
                    <a:pt x="256629" y="211459"/>
                  </a:lnTo>
                  <a:cubicBezTo>
                    <a:pt x="256629" y="211459"/>
                    <a:pt x="258513" y="211156"/>
                    <a:pt x="259658" y="211156"/>
                  </a:cubicBezTo>
                  <a:cubicBezTo>
                    <a:pt x="260836" y="211156"/>
                    <a:pt x="263865" y="212602"/>
                    <a:pt x="263865" y="212602"/>
                  </a:cubicBezTo>
                  <a:cubicBezTo>
                    <a:pt x="263865" y="212602"/>
                    <a:pt x="266321" y="214184"/>
                    <a:pt x="266624" y="214621"/>
                  </a:cubicBezTo>
                  <a:cubicBezTo>
                    <a:pt x="266927" y="215058"/>
                    <a:pt x="268509" y="216370"/>
                    <a:pt x="269384" y="216942"/>
                  </a:cubicBezTo>
                  <a:cubicBezTo>
                    <a:pt x="270259" y="217514"/>
                    <a:pt x="271841" y="218691"/>
                    <a:pt x="272413" y="218254"/>
                  </a:cubicBezTo>
                  <a:cubicBezTo>
                    <a:pt x="272985" y="217817"/>
                    <a:pt x="274163" y="218254"/>
                    <a:pt x="274163" y="215495"/>
                  </a:cubicBezTo>
                  <a:cubicBezTo>
                    <a:pt x="274163" y="214789"/>
                    <a:pt x="274196" y="214116"/>
                    <a:pt x="274196" y="213578"/>
                  </a:cubicBezTo>
                  <a:cubicBezTo>
                    <a:pt x="274264" y="212031"/>
                    <a:pt x="274432" y="211156"/>
                    <a:pt x="274432" y="211156"/>
                  </a:cubicBezTo>
                  <a:lnTo>
                    <a:pt x="276889" y="208263"/>
                  </a:lnTo>
                  <a:lnTo>
                    <a:pt x="284999" y="204798"/>
                  </a:lnTo>
                  <a:lnTo>
                    <a:pt x="287759" y="199719"/>
                  </a:lnTo>
                  <a:lnTo>
                    <a:pt x="284697" y="194504"/>
                  </a:lnTo>
                  <a:cubicBezTo>
                    <a:pt x="284697" y="194504"/>
                    <a:pt x="285841" y="192621"/>
                    <a:pt x="286312" y="192486"/>
                  </a:cubicBezTo>
                  <a:cubicBezTo>
                    <a:pt x="286750" y="192351"/>
                    <a:pt x="289947" y="191477"/>
                    <a:pt x="290654" y="192486"/>
                  </a:cubicBezTo>
                  <a:cubicBezTo>
                    <a:pt x="291360" y="193495"/>
                    <a:pt x="291730" y="195379"/>
                    <a:pt x="292909" y="195076"/>
                  </a:cubicBezTo>
                  <a:cubicBezTo>
                    <a:pt x="294086" y="194773"/>
                    <a:pt x="295433" y="194639"/>
                    <a:pt x="295433" y="192755"/>
                  </a:cubicBezTo>
                  <a:cubicBezTo>
                    <a:pt x="295433" y="190871"/>
                    <a:pt x="295433" y="188550"/>
                    <a:pt x="295433" y="188550"/>
                  </a:cubicBezTo>
                  <a:cubicBezTo>
                    <a:pt x="295433" y="188550"/>
                    <a:pt x="294558" y="188416"/>
                    <a:pt x="294558" y="187844"/>
                  </a:cubicBezTo>
                  <a:cubicBezTo>
                    <a:pt x="294558" y="187272"/>
                    <a:pt x="294423" y="185523"/>
                    <a:pt x="294827" y="184513"/>
                  </a:cubicBezTo>
                  <a:cubicBezTo>
                    <a:pt x="295264" y="183504"/>
                    <a:pt x="295567" y="184379"/>
                    <a:pt x="295567" y="182630"/>
                  </a:cubicBezTo>
                  <a:cubicBezTo>
                    <a:pt x="295567" y="180880"/>
                    <a:pt x="295433" y="178559"/>
                    <a:pt x="295567" y="177987"/>
                  </a:cubicBezTo>
                  <a:cubicBezTo>
                    <a:pt x="295702" y="177415"/>
                    <a:pt x="296274" y="175397"/>
                    <a:pt x="296274" y="175397"/>
                  </a:cubicBezTo>
                  <a:cubicBezTo>
                    <a:pt x="296274" y="175397"/>
                    <a:pt x="294962" y="173816"/>
                    <a:pt x="294827" y="173379"/>
                  </a:cubicBezTo>
                  <a:cubicBezTo>
                    <a:pt x="294692" y="172941"/>
                    <a:pt x="294254" y="171495"/>
                    <a:pt x="294389" y="171058"/>
                  </a:cubicBezTo>
                  <a:cubicBezTo>
                    <a:pt x="294524" y="170620"/>
                    <a:pt x="294524" y="169611"/>
                    <a:pt x="295567" y="169611"/>
                  </a:cubicBezTo>
                  <a:cubicBezTo>
                    <a:pt x="296611" y="169611"/>
                    <a:pt x="299202" y="169746"/>
                    <a:pt x="299202" y="169746"/>
                  </a:cubicBezTo>
                  <a:cubicBezTo>
                    <a:pt x="299202" y="169746"/>
                    <a:pt x="302096" y="171327"/>
                    <a:pt x="302264" y="171764"/>
                  </a:cubicBezTo>
                  <a:cubicBezTo>
                    <a:pt x="302399" y="172201"/>
                    <a:pt x="302130" y="174522"/>
                    <a:pt x="301827" y="175229"/>
                  </a:cubicBezTo>
                  <a:cubicBezTo>
                    <a:pt x="301524" y="175969"/>
                    <a:pt x="301255" y="177853"/>
                    <a:pt x="301255" y="178425"/>
                  </a:cubicBezTo>
                  <a:cubicBezTo>
                    <a:pt x="301255" y="178996"/>
                    <a:pt x="303274" y="180006"/>
                    <a:pt x="303274" y="180006"/>
                  </a:cubicBezTo>
                  <a:lnTo>
                    <a:pt x="306606" y="178626"/>
                  </a:lnTo>
                  <a:lnTo>
                    <a:pt x="309063" y="177247"/>
                  </a:lnTo>
                  <a:lnTo>
                    <a:pt x="310173" y="177247"/>
                  </a:lnTo>
                  <a:lnTo>
                    <a:pt x="315390" y="178391"/>
                  </a:lnTo>
                  <a:lnTo>
                    <a:pt x="318721" y="180275"/>
                  </a:lnTo>
                  <a:cubicBezTo>
                    <a:pt x="318721" y="180275"/>
                    <a:pt x="320741" y="181721"/>
                    <a:pt x="321178" y="182024"/>
                  </a:cubicBezTo>
                  <a:cubicBezTo>
                    <a:pt x="321616" y="182327"/>
                    <a:pt x="323803" y="183471"/>
                    <a:pt x="324376" y="183605"/>
                  </a:cubicBezTo>
                  <a:cubicBezTo>
                    <a:pt x="324947" y="183740"/>
                    <a:pt x="326126" y="184345"/>
                    <a:pt x="326395" y="184749"/>
                  </a:cubicBezTo>
                  <a:cubicBezTo>
                    <a:pt x="326698" y="185186"/>
                    <a:pt x="328145" y="186767"/>
                    <a:pt x="328145" y="186767"/>
                  </a:cubicBezTo>
                  <a:cubicBezTo>
                    <a:pt x="328145" y="186767"/>
                    <a:pt x="328717" y="188651"/>
                    <a:pt x="329457" y="189358"/>
                  </a:cubicBezTo>
                  <a:cubicBezTo>
                    <a:pt x="330198" y="190064"/>
                    <a:pt x="330198" y="190064"/>
                    <a:pt x="330198" y="190064"/>
                  </a:cubicBezTo>
                  <a:cubicBezTo>
                    <a:pt x="330198" y="190064"/>
                    <a:pt x="332823" y="191948"/>
                    <a:pt x="333227" y="192385"/>
                  </a:cubicBezTo>
                  <a:cubicBezTo>
                    <a:pt x="333664" y="192822"/>
                    <a:pt x="334808" y="193697"/>
                    <a:pt x="334808" y="193697"/>
                  </a:cubicBezTo>
                  <a:lnTo>
                    <a:pt x="335381" y="197767"/>
                  </a:lnTo>
                  <a:lnTo>
                    <a:pt x="338275" y="200795"/>
                  </a:lnTo>
                  <a:lnTo>
                    <a:pt x="341607" y="201939"/>
                  </a:lnTo>
                  <a:lnTo>
                    <a:pt x="345511" y="203385"/>
                  </a:lnTo>
                  <a:lnTo>
                    <a:pt x="349280" y="208465"/>
                  </a:lnTo>
                  <a:lnTo>
                    <a:pt x="351367" y="211492"/>
                  </a:lnTo>
                  <a:lnTo>
                    <a:pt x="352746" y="213073"/>
                  </a:lnTo>
                  <a:lnTo>
                    <a:pt x="352746" y="216269"/>
                  </a:lnTo>
                  <a:cubicBezTo>
                    <a:pt x="352746" y="216269"/>
                    <a:pt x="351871" y="217144"/>
                    <a:pt x="352443" y="218456"/>
                  </a:cubicBezTo>
                  <a:cubicBezTo>
                    <a:pt x="353016" y="219768"/>
                    <a:pt x="353756" y="220340"/>
                    <a:pt x="354193" y="220474"/>
                  </a:cubicBezTo>
                  <a:cubicBezTo>
                    <a:pt x="354631" y="220609"/>
                    <a:pt x="355069" y="220609"/>
                    <a:pt x="356381" y="220609"/>
                  </a:cubicBezTo>
                  <a:cubicBezTo>
                    <a:pt x="357694" y="220609"/>
                    <a:pt x="357559" y="219431"/>
                    <a:pt x="359578" y="221181"/>
                  </a:cubicBezTo>
                  <a:cubicBezTo>
                    <a:pt x="361597" y="222930"/>
                    <a:pt x="361901" y="223636"/>
                    <a:pt x="362035" y="224074"/>
                  </a:cubicBezTo>
                  <a:cubicBezTo>
                    <a:pt x="362170" y="224511"/>
                    <a:pt x="362472" y="225655"/>
                    <a:pt x="362776" y="227101"/>
                  </a:cubicBezTo>
                  <a:cubicBezTo>
                    <a:pt x="363045" y="228548"/>
                    <a:pt x="363650" y="229120"/>
                    <a:pt x="364222" y="229120"/>
                  </a:cubicBezTo>
                  <a:cubicBezTo>
                    <a:pt x="364795" y="229120"/>
                    <a:pt x="367285" y="228682"/>
                    <a:pt x="367689" y="228548"/>
                  </a:cubicBezTo>
                  <a:cubicBezTo>
                    <a:pt x="368127" y="228413"/>
                    <a:pt x="370011" y="227976"/>
                    <a:pt x="370011" y="227976"/>
                  </a:cubicBezTo>
                  <a:cubicBezTo>
                    <a:pt x="370011" y="227976"/>
                    <a:pt x="371593" y="227841"/>
                    <a:pt x="372031" y="227673"/>
                  </a:cubicBezTo>
                  <a:cubicBezTo>
                    <a:pt x="372468" y="227538"/>
                    <a:pt x="373478" y="228413"/>
                    <a:pt x="373780" y="229254"/>
                  </a:cubicBezTo>
                  <a:cubicBezTo>
                    <a:pt x="374083" y="230129"/>
                    <a:pt x="375665" y="230129"/>
                    <a:pt x="375665" y="231272"/>
                  </a:cubicBezTo>
                  <a:cubicBezTo>
                    <a:pt x="375665" y="232416"/>
                    <a:pt x="375800" y="233156"/>
                    <a:pt x="375665" y="234166"/>
                  </a:cubicBezTo>
                  <a:cubicBezTo>
                    <a:pt x="375530" y="235175"/>
                    <a:pt x="374353" y="236352"/>
                    <a:pt x="374353" y="236352"/>
                  </a:cubicBezTo>
                  <a:cubicBezTo>
                    <a:pt x="374353" y="236352"/>
                    <a:pt x="373915" y="238539"/>
                    <a:pt x="373780" y="239245"/>
                  </a:cubicBezTo>
                  <a:cubicBezTo>
                    <a:pt x="373646" y="239985"/>
                    <a:pt x="373915" y="241566"/>
                    <a:pt x="374521" y="242138"/>
                  </a:cubicBezTo>
                  <a:cubicBezTo>
                    <a:pt x="375093" y="242710"/>
                    <a:pt x="376271" y="244022"/>
                    <a:pt x="376271" y="244594"/>
                  </a:cubicBezTo>
                  <a:cubicBezTo>
                    <a:pt x="376271" y="245166"/>
                    <a:pt x="376708" y="246343"/>
                    <a:pt x="376574" y="247621"/>
                  </a:cubicBezTo>
                  <a:cubicBezTo>
                    <a:pt x="376439" y="248933"/>
                    <a:pt x="375564" y="250077"/>
                    <a:pt x="374689" y="250514"/>
                  </a:cubicBezTo>
                  <a:cubicBezTo>
                    <a:pt x="373814" y="250952"/>
                    <a:pt x="372939" y="252701"/>
                    <a:pt x="372939" y="252701"/>
                  </a:cubicBezTo>
                  <a:cubicBezTo>
                    <a:pt x="372939" y="252701"/>
                    <a:pt x="371189" y="254282"/>
                    <a:pt x="370617" y="254719"/>
                  </a:cubicBezTo>
                  <a:cubicBezTo>
                    <a:pt x="370045" y="255157"/>
                    <a:pt x="369002" y="255728"/>
                    <a:pt x="368295" y="256031"/>
                  </a:cubicBezTo>
                  <a:cubicBezTo>
                    <a:pt x="367588" y="256334"/>
                    <a:pt x="366107" y="256603"/>
                    <a:pt x="365670" y="257040"/>
                  </a:cubicBezTo>
                  <a:cubicBezTo>
                    <a:pt x="365232" y="257478"/>
                    <a:pt x="364088" y="259799"/>
                    <a:pt x="364088" y="259799"/>
                  </a:cubicBezTo>
                  <a:cubicBezTo>
                    <a:pt x="364088" y="259799"/>
                    <a:pt x="366545" y="259933"/>
                    <a:pt x="363785" y="261380"/>
                  </a:cubicBezTo>
                  <a:cubicBezTo>
                    <a:pt x="361025" y="262826"/>
                    <a:pt x="359713" y="262961"/>
                    <a:pt x="358703" y="263264"/>
                  </a:cubicBezTo>
                  <a:cubicBezTo>
                    <a:pt x="357694" y="263533"/>
                    <a:pt x="357391" y="265148"/>
                    <a:pt x="357391" y="265719"/>
                  </a:cubicBezTo>
                  <a:cubicBezTo>
                    <a:pt x="357391" y="266291"/>
                    <a:pt x="358973" y="269050"/>
                    <a:pt x="359275" y="269487"/>
                  </a:cubicBezTo>
                  <a:cubicBezTo>
                    <a:pt x="359578" y="269924"/>
                    <a:pt x="361867" y="272683"/>
                    <a:pt x="361867" y="273255"/>
                  </a:cubicBezTo>
                  <a:cubicBezTo>
                    <a:pt x="361867" y="273827"/>
                    <a:pt x="362742" y="275273"/>
                    <a:pt x="363011" y="275845"/>
                  </a:cubicBezTo>
                  <a:cubicBezTo>
                    <a:pt x="363314" y="276417"/>
                    <a:pt x="363583" y="277863"/>
                    <a:pt x="363583" y="277863"/>
                  </a:cubicBezTo>
                  <a:lnTo>
                    <a:pt x="364458" y="282775"/>
                  </a:lnTo>
                  <a:lnTo>
                    <a:pt x="364155" y="289873"/>
                  </a:lnTo>
                  <a:cubicBezTo>
                    <a:pt x="364155" y="289873"/>
                    <a:pt x="361698" y="293338"/>
                    <a:pt x="361261" y="293943"/>
                  </a:cubicBezTo>
                  <a:cubicBezTo>
                    <a:pt x="360823" y="294515"/>
                    <a:pt x="358636" y="297408"/>
                    <a:pt x="358636" y="297408"/>
                  </a:cubicBezTo>
                  <a:cubicBezTo>
                    <a:pt x="358636" y="297408"/>
                    <a:pt x="354126" y="300032"/>
                    <a:pt x="353285" y="300301"/>
                  </a:cubicBezTo>
                  <a:cubicBezTo>
                    <a:pt x="352410" y="300604"/>
                    <a:pt x="352275" y="300604"/>
                    <a:pt x="350963" y="301176"/>
                  </a:cubicBezTo>
                  <a:cubicBezTo>
                    <a:pt x="349650" y="301748"/>
                    <a:pt x="346621" y="301882"/>
                    <a:pt x="346621" y="301882"/>
                  </a:cubicBezTo>
                  <a:cubicBezTo>
                    <a:pt x="346621" y="301882"/>
                    <a:pt x="345746" y="306524"/>
                    <a:pt x="345881" y="306962"/>
                  </a:cubicBezTo>
                  <a:cubicBezTo>
                    <a:pt x="346015" y="307399"/>
                    <a:pt x="346318" y="309552"/>
                    <a:pt x="346015" y="310864"/>
                  </a:cubicBezTo>
                  <a:cubicBezTo>
                    <a:pt x="345712" y="312176"/>
                    <a:pt x="344837" y="315775"/>
                    <a:pt x="344568" y="317222"/>
                  </a:cubicBezTo>
                  <a:cubicBezTo>
                    <a:pt x="344299" y="318668"/>
                    <a:pt x="343693" y="323008"/>
                    <a:pt x="343693" y="323008"/>
                  </a:cubicBezTo>
                  <a:cubicBezTo>
                    <a:pt x="343693" y="323008"/>
                    <a:pt x="343256" y="324017"/>
                    <a:pt x="342953" y="324892"/>
                  </a:cubicBezTo>
                  <a:cubicBezTo>
                    <a:pt x="342683" y="325766"/>
                    <a:pt x="340193" y="331687"/>
                    <a:pt x="340059" y="332292"/>
                  </a:cubicBezTo>
                  <a:cubicBezTo>
                    <a:pt x="339924" y="332864"/>
                    <a:pt x="337871" y="335051"/>
                    <a:pt x="337030" y="335757"/>
                  </a:cubicBezTo>
                  <a:cubicBezTo>
                    <a:pt x="336155" y="336497"/>
                    <a:pt x="334135" y="338078"/>
                    <a:pt x="334135" y="338078"/>
                  </a:cubicBezTo>
                  <a:lnTo>
                    <a:pt x="332991" y="341846"/>
                  </a:lnTo>
                  <a:lnTo>
                    <a:pt x="333563" y="346354"/>
                  </a:lnTo>
                  <a:cubicBezTo>
                    <a:pt x="333563" y="346354"/>
                    <a:pt x="334876" y="349112"/>
                    <a:pt x="334270" y="349549"/>
                  </a:cubicBezTo>
                  <a:cubicBezTo>
                    <a:pt x="333698" y="349987"/>
                    <a:pt x="331813" y="353317"/>
                    <a:pt x="331678" y="353754"/>
                  </a:cubicBezTo>
                  <a:cubicBezTo>
                    <a:pt x="331544" y="354192"/>
                    <a:pt x="330804" y="355335"/>
                    <a:pt x="330231" y="356647"/>
                  </a:cubicBezTo>
                  <a:cubicBezTo>
                    <a:pt x="329659" y="357959"/>
                    <a:pt x="329087" y="359978"/>
                    <a:pt x="328919" y="361155"/>
                  </a:cubicBezTo>
                  <a:cubicBezTo>
                    <a:pt x="328784" y="362299"/>
                    <a:pt x="328481" y="364048"/>
                    <a:pt x="328784" y="365629"/>
                  </a:cubicBezTo>
                  <a:cubicBezTo>
                    <a:pt x="329054" y="367210"/>
                    <a:pt x="331376" y="373871"/>
                    <a:pt x="331376" y="373871"/>
                  </a:cubicBezTo>
                  <a:lnTo>
                    <a:pt x="331948" y="378345"/>
                  </a:lnTo>
                  <a:lnTo>
                    <a:pt x="334405" y="382684"/>
                  </a:lnTo>
                  <a:lnTo>
                    <a:pt x="334270" y="385443"/>
                  </a:lnTo>
                  <a:lnTo>
                    <a:pt x="331510" y="389211"/>
                  </a:lnTo>
                  <a:lnTo>
                    <a:pt x="329323" y="390792"/>
                  </a:lnTo>
                  <a:lnTo>
                    <a:pt x="328448" y="393247"/>
                  </a:lnTo>
                  <a:lnTo>
                    <a:pt x="330333" y="397721"/>
                  </a:lnTo>
                  <a:lnTo>
                    <a:pt x="333530" y="401489"/>
                  </a:lnTo>
                  <a:lnTo>
                    <a:pt x="338309" y="405829"/>
                  </a:lnTo>
                  <a:lnTo>
                    <a:pt x="339890" y="409159"/>
                  </a:lnTo>
                  <a:lnTo>
                    <a:pt x="340328" y="410336"/>
                  </a:lnTo>
                  <a:lnTo>
                    <a:pt x="339015" y="412355"/>
                  </a:lnTo>
                  <a:lnTo>
                    <a:pt x="340463" y="415550"/>
                  </a:lnTo>
                  <a:lnTo>
                    <a:pt x="342212" y="418174"/>
                  </a:lnTo>
                  <a:lnTo>
                    <a:pt x="342078" y="421202"/>
                  </a:lnTo>
                  <a:lnTo>
                    <a:pt x="341640" y="424970"/>
                  </a:lnTo>
                  <a:cubicBezTo>
                    <a:pt x="341640" y="424970"/>
                    <a:pt x="341203" y="428031"/>
                    <a:pt x="341203" y="428603"/>
                  </a:cubicBezTo>
                  <a:cubicBezTo>
                    <a:pt x="341203" y="429174"/>
                    <a:pt x="343525" y="434119"/>
                    <a:pt x="343525" y="434119"/>
                  </a:cubicBezTo>
                  <a:lnTo>
                    <a:pt x="341068" y="439771"/>
                  </a:lnTo>
                  <a:lnTo>
                    <a:pt x="338309" y="445557"/>
                  </a:lnTo>
                  <a:lnTo>
                    <a:pt x="335280" y="448450"/>
                  </a:lnTo>
                  <a:cubicBezTo>
                    <a:pt x="335280" y="448450"/>
                    <a:pt x="331948" y="449022"/>
                    <a:pt x="331510" y="449022"/>
                  </a:cubicBezTo>
                  <a:cubicBezTo>
                    <a:pt x="331073" y="449022"/>
                    <a:pt x="328313" y="447575"/>
                    <a:pt x="327169" y="446701"/>
                  </a:cubicBezTo>
                  <a:cubicBezTo>
                    <a:pt x="326025" y="445826"/>
                    <a:pt x="324544" y="443942"/>
                    <a:pt x="323534" y="443942"/>
                  </a:cubicBezTo>
                  <a:cubicBezTo>
                    <a:pt x="322524" y="443942"/>
                    <a:pt x="320034" y="443505"/>
                    <a:pt x="319462" y="443505"/>
                  </a:cubicBezTo>
                  <a:cubicBezTo>
                    <a:pt x="318890" y="443505"/>
                    <a:pt x="316433" y="443942"/>
                    <a:pt x="314952" y="444817"/>
                  </a:cubicBezTo>
                  <a:cubicBezTo>
                    <a:pt x="313505" y="445692"/>
                    <a:pt x="310476" y="447844"/>
                    <a:pt x="310039" y="448147"/>
                  </a:cubicBezTo>
                  <a:cubicBezTo>
                    <a:pt x="309601" y="448450"/>
                    <a:pt x="308895" y="453227"/>
                    <a:pt x="308457" y="454101"/>
                  </a:cubicBezTo>
                  <a:cubicBezTo>
                    <a:pt x="308020" y="454976"/>
                    <a:pt x="308457" y="457566"/>
                    <a:pt x="308457" y="457566"/>
                  </a:cubicBezTo>
                  <a:lnTo>
                    <a:pt x="311049" y="460762"/>
                  </a:lnTo>
                  <a:lnTo>
                    <a:pt x="312361" y="464092"/>
                  </a:lnTo>
                  <a:lnTo>
                    <a:pt x="311486" y="467557"/>
                  </a:lnTo>
                  <a:lnTo>
                    <a:pt x="310341" y="470585"/>
                  </a:lnTo>
                  <a:lnTo>
                    <a:pt x="309601" y="473781"/>
                  </a:lnTo>
                  <a:cubicBezTo>
                    <a:pt x="309601" y="473781"/>
                    <a:pt x="310173" y="474352"/>
                    <a:pt x="309029" y="474790"/>
                  </a:cubicBezTo>
                  <a:cubicBezTo>
                    <a:pt x="307885" y="475227"/>
                    <a:pt x="306000" y="476674"/>
                    <a:pt x="305697" y="477111"/>
                  </a:cubicBezTo>
                  <a:cubicBezTo>
                    <a:pt x="305394" y="477548"/>
                    <a:pt x="303678" y="479735"/>
                    <a:pt x="303678" y="479735"/>
                  </a:cubicBezTo>
                  <a:cubicBezTo>
                    <a:pt x="303678" y="479735"/>
                    <a:pt x="303240" y="481619"/>
                    <a:pt x="303240" y="482191"/>
                  </a:cubicBezTo>
                  <a:cubicBezTo>
                    <a:pt x="303240" y="482762"/>
                    <a:pt x="302668" y="487707"/>
                    <a:pt x="302668" y="487707"/>
                  </a:cubicBezTo>
                  <a:lnTo>
                    <a:pt x="302365" y="491912"/>
                  </a:lnTo>
                  <a:lnTo>
                    <a:pt x="303240" y="496555"/>
                  </a:lnTo>
                  <a:lnTo>
                    <a:pt x="304418" y="502643"/>
                  </a:lnTo>
                  <a:cubicBezTo>
                    <a:pt x="304418" y="502643"/>
                    <a:pt x="303678" y="509607"/>
                    <a:pt x="303543" y="510044"/>
                  </a:cubicBezTo>
                  <a:cubicBezTo>
                    <a:pt x="303409" y="510481"/>
                    <a:pt x="301356" y="511356"/>
                    <a:pt x="301356" y="511356"/>
                  </a:cubicBezTo>
                  <a:lnTo>
                    <a:pt x="298461" y="515258"/>
                  </a:lnTo>
                  <a:lnTo>
                    <a:pt x="298327" y="517142"/>
                  </a:lnTo>
                  <a:lnTo>
                    <a:pt x="298764" y="519732"/>
                  </a:lnTo>
                  <a:lnTo>
                    <a:pt x="299067" y="522760"/>
                  </a:lnTo>
                  <a:cubicBezTo>
                    <a:pt x="299067" y="522760"/>
                    <a:pt x="298630" y="522323"/>
                    <a:pt x="298630" y="524947"/>
                  </a:cubicBezTo>
                  <a:cubicBezTo>
                    <a:pt x="298630" y="527570"/>
                    <a:pt x="298361" y="532347"/>
                    <a:pt x="298361" y="532347"/>
                  </a:cubicBezTo>
                  <a:cubicBezTo>
                    <a:pt x="298361" y="532347"/>
                    <a:pt x="299808" y="534366"/>
                    <a:pt x="299942" y="535240"/>
                  </a:cubicBezTo>
                  <a:cubicBezTo>
                    <a:pt x="300077" y="536115"/>
                    <a:pt x="300817" y="538571"/>
                    <a:pt x="301086" y="539714"/>
                  </a:cubicBezTo>
                  <a:cubicBezTo>
                    <a:pt x="301389" y="540892"/>
                    <a:pt x="302702" y="542473"/>
                    <a:pt x="302702" y="542473"/>
                  </a:cubicBezTo>
                  <a:lnTo>
                    <a:pt x="306034" y="543213"/>
                  </a:lnTo>
                  <a:cubicBezTo>
                    <a:pt x="306034" y="543213"/>
                    <a:pt x="305731" y="545534"/>
                    <a:pt x="304889" y="545971"/>
                  </a:cubicBezTo>
                  <a:cubicBezTo>
                    <a:pt x="304014" y="546409"/>
                    <a:pt x="301860" y="547721"/>
                    <a:pt x="301860" y="547721"/>
                  </a:cubicBezTo>
                  <a:lnTo>
                    <a:pt x="301995" y="551051"/>
                  </a:lnTo>
                  <a:lnTo>
                    <a:pt x="304014" y="554684"/>
                  </a:lnTo>
                  <a:lnTo>
                    <a:pt x="305024" y="557442"/>
                  </a:lnTo>
                  <a:lnTo>
                    <a:pt x="304587" y="561210"/>
                  </a:lnTo>
                  <a:cubicBezTo>
                    <a:pt x="304587" y="561210"/>
                    <a:pt x="304452" y="563968"/>
                    <a:pt x="304587" y="564978"/>
                  </a:cubicBezTo>
                  <a:cubicBezTo>
                    <a:pt x="304721" y="565987"/>
                    <a:pt x="304721" y="566996"/>
                    <a:pt x="304721" y="568880"/>
                  </a:cubicBezTo>
                  <a:cubicBezTo>
                    <a:pt x="304721" y="570764"/>
                    <a:pt x="304991" y="572076"/>
                    <a:pt x="304014" y="572076"/>
                  </a:cubicBezTo>
                  <a:cubicBezTo>
                    <a:pt x="303005" y="572076"/>
                    <a:pt x="301389" y="571638"/>
                    <a:pt x="301120" y="570764"/>
                  </a:cubicBezTo>
                  <a:cubicBezTo>
                    <a:pt x="300851" y="569889"/>
                    <a:pt x="300683" y="570057"/>
                    <a:pt x="299808" y="568308"/>
                  </a:cubicBezTo>
                  <a:cubicBezTo>
                    <a:pt x="298933" y="566559"/>
                    <a:pt x="298798" y="565987"/>
                    <a:pt x="298226" y="565280"/>
                  </a:cubicBezTo>
                  <a:cubicBezTo>
                    <a:pt x="297654" y="564540"/>
                    <a:pt x="297486" y="563262"/>
                    <a:pt x="297082" y="562387"/>
                  </a:cubicBezTo>
                  <a:cubicBezTo>
                    <a:pt x="296644" y="561513"/>
                    <a:pt x="296341" y="560941"/>
                    <a:pt x="296207" y="560369"/>
                  </a:cubicBezTo>
                  <a:cubicBezTo>
                    <a:pt x="296072" y="559797"/>
                    <a:pt x="296072" y="558485"/>
                    <a:pt x="296072" y="558485"/>
                  </a:cubicBezTo>
                  <a:lnTo>
                    <a:pt x="297082" y="557341"/>
                  </a:lnTo>
                  <a:lnTo>
                    <a:pt x="297216" y="554314"/>
                  </a:lnTo>
                  <a:lnTo>
                    <a:pt x="295332" y="553002"/>
                  </a:lnTo>
                  <a:cubicBezTo>
                    <a:pt x="295332" y="553002"/>
                    <a:pt x="295197" y="552127"/>
                    <a:pt x="293750" y="551825"/>
                  </a:cubicBezTo>
                  <a:cubicBezTo>
                    <a:pt x="292303" y="551522"/>
                    <a:pt x="292605" y="552396"/>
                    <a:pt x="291293" y="551118"/>
                  </a:cubicBezTo>
                  <a:cubicBezTo>
                    <a:pt x="289981" y="549806"/>
                    <a:pt x="288836" y="549234"/>
                    <a:pt x="288399" y="548662"/>
                  </a:cubicBezTo>
                  <a:cubicBezTo>
                    <a:pt x="287961" y="548091"/>
                    <a:pt x="286817" y="546476"/>
                    <a:pt x="286379" y="545904"/>
                  </a:cubicBezTo>
                  <a:cubicBezTo>
                    <a:pt x="285942" y="545332"/>
                    <a:pt x="284057" y="543583"/>
                    <a:pt x="283754" y="543011"/>
                  </a:cubicBezTo>
                  <a:cubicBezTo>
                    <a:pt x="283485" y="542439"/>
                    <a:pt x="283317" y="542271"/>
                    <a:pt x="283182" y="541699"/>
                  </a:cubicBezTo>
                  <a:cubicBezTo>
                    <a:pt x="283048" y="541127"/>
                    <a:pt x="283048" y="537931"/>
                    <a:pt x="283048" y="537931"/>
                  </a:cubicBezTo>
                  <a:cubicBezTo>
                    <a:pt x="283048" y="537931"/>
                    <a:pt x="282610" y="536922"/>
                    <a:pt x="282779" y="536350"/>
                  </a:cubicBezTo>
                  <a:cubicBezTo>
                    <a:pt x="282913" y="535778"/>
                    <a:pt x="283216" y="534467"/>
                    <a:pt x="283216" y="534467"/>
                  </a:cubicBezTo>
                  <a:lnTo>
                    <a:pt x="283654" y="532885"/>
                  </a:lnTo>
                  <a:lnTo>
                    <a:pt x="284225" y="529858"/>
                  </a:lnTo>
                  <a:lnTo>
                    <a:pt x="283788" y="526225"/>
                  </a:lnTo>
                  <a:cubicBezTo>
                    <a:pt x="283788" y="526225"/>
                    <a:pt x="281601" y="524913"/>
                    <a:pt x="281466" y="524476"/>
                  </a:cubicBezTo>
                  <a:cubicBezTo>
                    <a:pt x="281331" y="524038"/>
                    <a:pt x="280456" y="522020"/>
                    <a:pt x="279447" y="521448"/>
                  </a:cubicBezTo>
                  <a:cubicBezTo>
                    <a:pt x="278437" y="520876"/>
                    <a:pt x="275678" y="516974"/>
                    <a:pt x="275678" y="516974"/>
                  </a:cubicBezTo>
                  <a:lnTo>
                    <a:pt x="273086" y="519732"/>
                  </a:lnTo>
                  <a:lnTo>
                    <a:pt x="271639" y="522928"/>
                  </a:lnTo>
                  <a:lnTo>
                    <a:pt x="271504" y="526393"/>
                  </a:lnTo>
                  <a:lnTo>
                    <a:pt x="272951" y="529723"/>
                  </a:lnTo>
                  <a:lnTo>
                    <a:pt x="272514" y="531035"/>
                  </a:lnTo>
                  <a:lnTo>
                    <a:pt x="271201" y="534097"/>
                  </a:lnTo>
                  <a:lnTo>
                    <a:pt x="269620" y="535543"/>
                  </a:lnTo>
                  <a:cubicBezTo>
                    <a:pt x="269620" y="535543"/>
                    <a:pt x="267869" y="535980"/>
                    <a:pt x="266725" y="536418"/>
                  </a:cubicBezTo>
                  <a:cubicBezTo>
                    <a:pt x="265581" y="536855"/>
                    <a:pt x="264706" y="537730"/>
                    <a:pt x="263965" y="538167"/>
                  </a:cubicBezTo>
                  <a:cubicBezTo>
                    <a:pt x="263259" y="538604"/>
                    <a:pt x="260499" y="540185"/>
                    <a:pt x="260499" y="540185"/>
                  </a:cubicBezTo>
                  <a:cubicBezTo>
                    <a:pt x="260499" y="540185"/>
                    <a:pt x="259792" y="541497"/>
                    <a:pt x="259792" y="542069"/>
                  </a:cubicBezTo>
                  <a:cubicBezTo>
                    <a:pt x="259792" y="542574"/>
                    <a:pt x="259355" y="544962"/>
                    <a:pt x="259220" y="545534"/>
                  </a:cubicBezTo>
                  <a:cubicBezTo>
                    <a:pt x="259187" y="545534"/>
                    <a:pt x="259018" y="545736"/>
                    <a:pt x="258480" y="546678"/>
                  </a:cubicBezTo>
                  <a:cubicBezTo>
                    <a:pt x="257470" y="548427"/>
                    <a:pt x="257470" y="548999"/>
                    <a:pt x="256595" y="549436"/>
                  </a:cubicBezTo>
                  <a:cubicBezTo>
                    <a:pt x="255720" y="549874"/>
                    <a:pt x="253701" y="550883"/>
                    <a:pt x="253701" y="550883"/>
                  </a:cubicBezTo>
                  <a:lnTo>
                    <a:pt x="248922" y="554078"/>
                  </a:lnTo>
                  <a:lnTo>
                    <a:pt x="246734" y="558115"/>
                  </a:lnTo>
                  <a:lnTo>
                    <a:pt x="244581" y="561143"/>
                  </a:lnTo>
                  <a:lnTo>
                    <a:pt x="240811" y="565920"/>
                  </a:lnTo>
                  <a:lnTo>
                    <a:pt x="241686" y="569115"/>
                  </a:lnTo>
                  <a:cubicBezTo>
                    <a:pt x="241686" y="569115"/>
                    <a:pt x="241114" y="570427"/>
                    <a:pt x="240542" y="571571"/>
                  </a:cubicBezTo>
                  <a:cubicBezTo>
                    <a:pt x="239970" y="572715"/>
                    <a:pt x="238085" y="575776"/>
                    <a:pt x="238085" y="575776"/>
                  </a:cubicBezTo>
                  <a:cubicBezTo>
                    <a:pt x="238085" y="575776"/>
                    <a:pt x="237210" y="577088"/>
                    <a:pt x="237075" y="577525"/>
                  </a:cubicBezTo>
                  <a:cubicBezTo>
                    <a:pt x="236941" y="577963"/>
                    <a:pt x="235763" y="579409"/>
                    <a:pt x="235326" y="579712"/>
                  </a:cubicBezTo>
                  <a:cubicBezTo>
                    <a:pt x="234888" y="580015"/>
                    <a:pt x="232701" y="583042"/>
                    <a:pt x="231994" y="583345"/>
                  </a:cubicBezTo>
                  <a:cubicBezTo>
                    <a:pt x="231253" y="583648"/>
                    <a:pt x="228359" y="586541"/>
                    <a:pt x="228359" y="586541"/>
                  </a:cubicBezTo>
                  <a:lnTo>
                    <a:pt x="225330" y="588559"/>
                  </a:lnTo>
                  <a:cubicBezTo>
                    <a:pt x="225330" y="588559"/>
                    <a:pt x="224186" y="588862"/>
                    <a:pt x="223311" y="589434"/>
                  </a:cubicBezTo>
                  <a:cubicBezTo>
                    <a:pt x="222436" y="590006"/>
                    <a:pt x="222301" y="589703"/>
                    <a:pt x="220551" y="590443"/>
                  </a:cubicBezTo>
                  <a:cubicBezTo>
                    <a:pt x="218801" y="591183"/>
                    <a:pt x="217085" y="591889"/>
                    <a:pt x="216210" y="592327"/>
                  </a:cubicBezTo>
                  <a:cubicBezTo>
                    <a:pt x="215335" y="592764"/>
                    <a:pt x="214460" y="593470"/>
                    <a:pt x="214460" y="594076"/>
                  </a:cubicBezTo>
                  <a:cubicBezTo>
                    <a:pt x="214460" y="594648"/>
                    <a:pt x="213585" y="597272"/>
                    <a:pt x="213585" y="597272"/>
                  </a:cubicBezTo>
                  <a:lnTo>
                    <a:pt x="212878" y="598718"/>
                  </a:lnTo>
                  <a:cubicBezTo>
                    <a:pt x="212878" y="598718"/>
                    <a:pt x="212306" y="600905"/>
                    <a:pt x="212306" y="601611"/>
                  </a:cubicBezTo>
                  <a:cubicBezTo>
                    <a:pt x="212306" y="602351"/>
                    <a:pt x="210993" y="605244"/>
                    <a:pt x="210993" y="605244"/>
                  </a:cubicBezTo>
                  <a:lnTo>
                    <a:pt x="210724" y="605951"/>
                  </a:lnTo>
                  <a:cubicBezTo>
                    <a:pt x="210724" y="605951"/>
                    <a:pt x="210421" y="609012"/>
                    <a:pt x="210286" y="609416"/>
                  </a:cubicBezTo>
                  <a:cubicBezTo>
                    <a:pt x="210152" y="609853"/>
                    <a:pt x="210589" y="611299"/>
                    <a:pt x="209714" y="611871"/>
                  </a:cubicBezTo>
                  <a:cubicBezTo>
                    <a:pt x="208839" y="612443"/>
                    <a:pt x="207527" y="613621"/>
                    <a:pt x="207123" y="613755"/>
                  </a:cubicBezTo>
                  <a:cubicBezTo>
                    <a:pt x="206686" y="613890"/>
                    <a:pt x="205676" y="614058"/>
                    <a:pt x="204532" y="614058"/>
                  </a:cubicBezTo>
                  <a:cubicBezTo>
                    <a:pt x="203387" y="614058"/>
                    <a:pt x="201334" y="613486"/>
                    <a:pt x="201334" y="613486"/>
                  </a:cubicBezTo>
                  <a:cubicBezTo>
                    <a:pt x="201334" y="613486"/>
                    <a:pt x="198306" y="614933"/>
                    <a:pt x="197868" y="615370"/>
                  </a:cubicBezTo>
                  <a:cubicBezTo>
                    <a:pt x="197431" y="615807"/>
                    <a:pt x="195849" y="618835"/>
                    <a:pt x="195243" y="619003"/>
                  </a:cubicBezTo>
                  <a:cubicBezTo>
                    <a:pt x="194671" y="619138"/>
                    <a:pt x="191339" y="621627"/>
                    <a:pt x="191339" y="621627"/>
                  </a:cubicBezTo>
                  <a:cubicBezTo>
                    <a:pt x="191339" y="621627"/>
                    <a:pt x="189185" y="623376"/>
                    <a:pt x="188310" y="623813"/>
                  </a:cubicBezTo>
                  <a:cubicBezTo>
                    <a:pt x="187435" y="624251"/>
                    <a:pt x="185718" y="626135"/>
                    <a:pt x="185416" y="626572"/>
                  </a:cubicBezTo>
                  <a:cubicBezTo>
                    <a:pt x="185147" y="627009"/>
                    <a:pt x="181646" y="629599"/>
                    <a:pt x="181209" y="629768"/>
                  </a:cubicBezTo>
                  <a:cubicBezTo>
                    <a:pt x="180771" y="629902"/>
                    <a:pt x="175993" y="634107"/>
                    <a:pt x="175420" y="634679"/>
                  </a:cubicBezTo>
                  <a:cubicBezTo>
                    <a:pt x="174848" y="635251"/>
                    <a:pt x="171079" y="638312"/>
                    <a:pt x="170338" y="638749"/>
                  </a:cubicBezTo>
                  <a:cubicBezTo>
                    <a:pt x="169598" y="639187"/>
                    <a:pt x="166872" y="642382"/>
                    <a:pt x="166872" y="642382"/>
                  </a:cubicBezTo>
                  <a:cubicBezTo>
                    <a:pt x="166872" y="642382"/>
                    <a:pt x="161521" y="647159"/>
                    <a:pt x="160646" y="647597"/>
                  </a:cubicBezTo>
                  <a:cubicBezTo>
                    <a:pt x="159771" y="648034"/>
                    <a:pt x="156304" y="648909"/>
                    <a:pt x="156002" y="649480"/>
                  </a:cubicBezTo>
                  <a:cubicBezTo>
                    <a:pt x="155699" y="650052"/>
                    <a:pt x="155429" y="653820"/>
                    <a:pt x="155429" y="653820"/>
                  </a:cubicBezTo>
                  <a:cubicBezTo>
                    <a:pt x="155429" y="653820"/>
                    <a:pt x="155867" y="656713"/>
                    <a:pt x="155867" y="657285"/>
                  </a:cubicBezTo>
                  <a:cubicBezTo>
                    <a:pt x="155867" y="657857"/>
                    <a:pt x="155160" y="661624"/>
                    <a:pt x="154723" y="662062"/>
                  </a:cubicBezTo>
                  <a:cubicBezTo>
                    <a:pt x="154285" y="662499"/>
                    <a:pt x="152973" y="666401"/>
                    <a:pt x="152973" y="666401"/>
                  </a:cubicBezTo>
                  <a:lnTo>
                    <a:pt x="152838" y="667108"/>
                  </a:lnTo>
                  <a:cubicBezTo>
                    <a:pt x="152838" y="667108"/>
                    <a:pt x="151828" y="670438"/>
                    <a:pt x="151694" y="671010"/>
                  </a:cubicBezTo>
                  <a:cubicBezTo>
                    <a:pt x="151559" y="671582"/>
                    <a:pt x="151256" y="674037"/>
                    <a:pt x="151559" y="674777"/>
                  </a:cubicBezTo>
                  <a:cubicBezTo>
                    <a:pt x="151828" y="675484"/>
                    <a:pt x="152131" y="677536"/>
                    <a:pt x="152569" y="677805"/>
                  </a:cubicBezTo>
                  <a:cubicBezTo>
                    <a:pt x="153006" y="678108"/>
                    <a:pt x="153006" y="678949"/>
                    <a:pt x="153881" y="680833"/>
                  </a:cubicBezTo>
                  <a:cubicBezTo>
                    <a:pt x="154756" y="682716"/>
                    <a:pt x="160545" y="686484"/>
                    <a:pt x="160545" y="687056"/>
                  </a:cubicBezTo>
                  <a:cubicBezTo>
                    <a:pt x="160545" y="687628"/>
                    <a:pt x="162430" y="689512"/>
                    <a:pt x="162430" y="689512"/>
                  </a:cubicBezTo>
                  <a:lnTo>
                    <a:pt x="169262" y="691833"/>
                  </a:lnTo>
                  <a:lnTo>
                    <a:pt x="174613" y="691530"/>
                  </a:lnTo>
                  <a:lnTo>
                    <a:pt x="178517" y="692842"/>
                  </a:lnTo>
                  <a:lnTo>
                    <a:pt x="180670" y="695163"/>
                  </a:lnTo>
                  <a:lnTo>
                    <a:pt x="187469" y="695600"/>
                  </a:lnTo>
                  <a:cubicBezTo>
                    <a:pt x="187469" y="695600"/>
                    <a:pt x="190800" y="697181"/>
                    <a:pt x="190800" y="697787"/>
                  </a:cubicBezTo>
                  <a:cubicBezTo>
                    <a:pt x="190800" y="698359"/>
                    <a:pt x="187603" y="701420"/>
                    <a:pt x="187031" y="701420"/>
                  </a:cubicBezTo>
                  <a:cubicBezTo>
                    <a:pt x="186459" y="701420"/>
                    <a:pt x="185012" y="702867"/>
                    <a:pt x="185012" y="702867"/>
                  </a:cubicBezTo>
                  <a:lnTo>
                    <a:pt x="183262" y="705760"/>
                  </a:lnTo>
                  <a:lnTo>
                    <a:pt x="182387" y="709662"/>
                  </a:lnTo>
                  <a:lnTo>
                    <a:pt x="184406" y="712992"/>
                  </a:lnTo>
                  <a:lnTo>
                    <a:pt x="191642" y="713127"/>
                  </a:lnTo>
                  <a:lnTo>
                    <a:pt x="192954" y="712555"/>
                  </a:lnTo>
                  <a:lnTo>
                    <a:pt x="193964" y="712858"/>
                  </a:lnTo>
                  <a:cubicBezTo>
                    <a:pt x="193964" y="712858"/>
                    <a:pt x="194973" y="714607"/>
                    <a:pt x="194973" y="715044"/>
                  </a:cubicBezTo>
                  <a:cubicBezTo>
                    <a:pt x="194973" y="715481"/>
                    <a:pt x="194536" y="717937"/>
                    <a:pt x="194536" y="717937"/>
                  </a:cubicBezTo>
                  <a:lnTo>
                    <a:pt x="194402" y="719821"/>
                  </a:lnTo>
                  <a:lnTo>
                    <a:pt x="196858" y="720830"/>
                  </a:lnTo>
                  <a:lnTo>
                    <a:pt x="197868" y="722277"/>
                  </a:lnTo>
                  <a:lnTo>
                    <a:pt x="199180" y="725304"/>
                  </a:lnTo>
                  <a:cubicBezTo>
                    <a:pt x="199180" y="725304"/>
                    <a:pt x="199046" y="727625"/>
                    <a:pt x="199483" y="727760"/>
                  </a:cubicBezTo>
                  <a:cubicBezTo>
                    <a:pt x="199921" y="727894"/>
                    <a:pt x="199921" y="728769"/>
                    <a:pt x="200796" y="729341"/>
                  </a:cubicBezTo>
                  <a:cubicBezTo>
                    <a:pt x="201671" y="729913"/>
                    <a:pt x="202243" y="730216"/>
                    <a:pt x="203825" y="730518"/>
                  </a:cubicBezTo>
                  <a:cubicBezTo>
                    <a:pt x="205407" y="730821"/>
                    <a:pt x="210623" y="730216"/>
                    <a:pt x="210623" y="730216"/>
                  </a:cubicBezTo>
                  <a:cubicBezTo>
                    <a:pt x="210623" y="730216"/>
                    <a:pt x="211633" y="730081"/>
                    <a:pt x="213248" y="729913"/>
                  </a:cubicBezTo>
                  <a:cubicBezTo>
                    <a:pt x="214830" y="729778"/>
                    <a:pt x="216445" y="729610"/>
                    <a:pt x="217590" y="729341"/>
                  </a:cubicBezTo>
                  <a:cubicBezTo>
                    <a:pt x="218734" y="729072"/>
                    <a:pt x="217892" y="727154"/>
                    <a:pt x="217892" y="727154"/>
                  </a:cubicBezTo>
                  <a:lnTo>
                    <a:pt x="220518" y="724127"/>
                  </a:lnTo>
                  <a:lnTo>
                    <a:pt x="219070" y="720225"/>
                  </a:lnTo>
                  <a:lnTo>
                    <a:pt x="219070" y="716894"/>
                  </a:lnTo>
                  <a:lnTo>
                    <a:pt x="220955" y="714640"/>
                  </a:lnTo>
                  <a:lnTo>
                    <a:pt x="223715" y="714270"/>
                  </a:lnTo>
                  <a:lnTo>
                    <a:pt x="226912" y="714270"/>
                  </a:lnTo>
                  <a:lnTo>
                    <a:pt x="229974" y="714136"/>
                  </a:lnTo>
                  <a:cubicBezTo>
                    <a:pt x="229974" y="714136"/>
                    <a:pt x="230984" y="713699"/>
                    <a:pt x="230984" y="713261"/>
                  </a:cubicBezTo>
                  <a:cubicBezTo>
                    <a:pt x="230984" y="712824"/>
                    <a:pt x="232128" y="711815"/>
                    <a:pt x="232128" y="710368"/>
                  </a:cubicBezTo>
                  <a:cubicBezTo>
                    <a:pt x="232128" y="708922"/>
                    <a:pt x="233138" y="707038"/>
                    <a:pt x="233138" y="707038"/>
                  </a:cubicBezTo>
                  <a:cubicBezTo>
                    <a:pt x="233138" y="707038"/>
                    <a:pt x="233138" y="706735"/>
                    <a:pt x="232431" y="706735"/>
                  </a:cubicBezTo>
                  <a:cubicBezTo>
                    <a:pt x="231724" y="706735"/>
                    <a:pt x="228662" y="703270"/>
                    <a:pt x="228662" y="703270"/>
                  </a:cubicBezTo>
                  <a:cubicBezTo>
                    <a:pt x="228662" y="703270"/>
                    <a:pt x="228224" y="701958"/>
                    <a:pt x="228965" y="701252"/>
                  </a:cubicBezTo>
                  <a:cubicBezTo>
                    <a:pt x="229672" y="700545"/>
                    <a:pt x="231152" y="699671"/>
                    <a:pt x="231152" y="699671"/>
                  </a:cubicBezTo>
                  <a:lnTo>
                    <a:pt x="234047" y="699805"/>
                  </a:lnTo>
                  <a:lnTo>
                    <a:pt x="236806" y="700377"/>
                  </a:lnTo>
                  <a:lnTo>
                    <a:pt x="238994" y="700949"/>
                  </a:lnTo>
                  <a:lnTo>
                    <a:pt x="241753" y="702530"/>
                  </a:lnTo>
                  <a:lnTo>
                    <a:pt x="241753" y="708182"/>
                  </a:lnTo>
                  <a:lnTo>
                    <a:pt x="240744" y="711075"/>
                  </a:lnTo>
                  <a:lnTo>
                    <a:pt x="240475" y="713833"/>
                  </a:lnTo>
                  <a:cubicBezTo>
                    <a:pt x="240475" y="713833"/>
                    <a:pt x="244109" y="716423"/>
                    <a:pt x="244951" y="716592"/>
                  </a:cubicBezTo>
                  <a:cubicBezTo>
                    <a:pt x="245826" y="716726"/>
                    <a:pt x="247408" y="716020"/>
                    <a:pt x="247710" y="715448"/>
                  </a:cubicBezTo>
                  <a:cubicBezTo>
                    <a:pt x="248013" y="714876"/>
                    <a:pt x="248585" y="714136"/>
                    <a:pt x="248585" y="712252"/>
                  </a:cubicBezTo>
                  <a:cubicBezTo>
                    <a:pt x="248585" y="710368"/>
                    <a:pt x="248854" y="709359"/>
                    <a:pt x="248854" y="709359"/>
                  </a:cubicBezTo>
                  <a:lnTo>
                    <a:pt x="251312" y="707610"/>
                  </a:lnTo>
                  <a:lnTo>
                    <a:pt x="253768" y="709494"/>
                  </a:lnTo>
                  <a:lnTo>
                    <a:pt x="254071" y="713127"/>
                  </a:lnTo>
                  <a:lnTo>
                    <a:pt x="253061" y="716020"/>
                  </a:lnTo>
                  <a:lnTo>
                    <a:pt x="252052" y="719350"/>
                  </a:lnTo>
                  <a:lnTo>
                    <a:pt x="252927" y="719922"/>
                  </a:lnTo>
                  <a:lnTo>
                    <a:pt x="253499" y="722108"/>
                  </a:lnTo>
                  <a:lnTo>
                    <a:pt x="253364" y="723689"/>
                  </a:lnTo>
                  <a:lnTo>
                    <a:pt x="252657" y="725136"/>
                  </a:lnTo>
                  <a:lnTo>
                    <a:pt x="249629" y="727457"/>
                  </a:lnTo>
                  <a:lnTo>
                    <a:pt x="247004" y="730653"/>
                  </a:lnTo>
                  <a:lnTo>
                    <a:pt x="245859" y="731225"/>
                  </a:lnTo>
                  <a:lnTo>
                    <a:pt x="242090" y="731662"/>
                  </a:lnTo>
                  <a:lnTo>
                    <a:pt x="240643" y="732234"/>
                  </a:lnTo>
                  <a:lnTo>
                    <a:pt x="238758" y="733243"/>
                  </a:lnTo>
                  <a:cubicBezTo>
                    <a:pt x="238758" y="733243"/>
                    <a:pt x="235730" y="734252"/>
                    <a:pt x="235561" y="734690"/>
                  </a:cubicBezTo>
                  <a:cubicBezTo>
                    <a:pt x="235426" y="735127"/>
                    <a:pt x="233676" y="736708"/>
                    <a:pt x="233676" y="736708"/>
                  </a:cubicBezTo>
                  <a:cubicBezTo>
                    <a:pt x="233676" y="736708"/>
                    <a:pt x="231489" y="738020"/>
                    <a:pt x="231489" y="738457"/>
                  </a:cubicBezTo>
                  <a:cubicBezTo>
                    <a:pt x="231489" y="738895"/>
                    <a:pt x="229739" y="740476"/>
                    <a:pt x="229301" y="740778"/>
                  </a:cubicBezTo>
                  <a:cubicBezTo>
                    <a:pt x="228864" y="741081"/>
                    <a:pt x="228864" y="743100"/>
                    <a:pt x="228426" y="743671"/>
                  </a:cubicBezTo>
                  <a:cubicBezTo>
                    <a:pt x="227989" y="744243"/>
                    <a:pt x="227417" y="744546"/>
                    <a:pt x="226845" y="744546"/>
                  </a:cubicBezTo>
                  <a:cubicBezTo>
                    <a:pt x="226272" y="744546"/>
                    <a:pt x="225835" y="742797"/>
                    <a:pt x="224522" y="742090"/>
                  </a:cubicBezTo>
                  <a:cubicBezTo>
                    <a:pt x="223210" y="741384"/>
                    <a:pt x="221628" y="739063"/>
                    <a:pt x="220753" y="739769"/>
                  </a:cubicBezTo>
                  <a:cubicBezTo>
                    <a:pt x="219878" y="740476"/>
                    <a:pt x="217286" y="741956"/>
                    <a:pt x="217286" y="741956"/>
                  </a:cubicBezTo>
                  <a:cubicBezTo>
                    <a:pt x="217286" y="741956"/>
                    <a:pt x="215099" y="742528"/>
                    <a:pt x="213955" y="742830"/>
                  </a:cubicBezTo>
                  <a:cubicBezTo>
                    <a:pt x="212811" y="743133"/>
                    <a:pt x="210489" y="743268"/>
                    <a:pt x="210185" y="743840"/>
                  </a:cubicBezTo>
                  <a:cubicBezTo>
                    <a:pt x="209883" y="744411"/>
                    <a:pt x="208301" y="746161"/>
                    <a:pt x="208301" y="747473"/>
                  </a:cubicBezTo>
                  <a:cubicBezTo>
                    <a:pt x="208301" y="748785"/>
                    <a:pt x="207729" y="750938"/>
                    <a:pt x="207729" y="750938"/>
                  </a:cubicBezTo>
                  <a:cubicBezTo>
                    <a:pt x="207729" y="750938"/>
                    <a:pt x="207998" y="753965"/>
                    <a:pt x="207998" y="754571"/>
                  </a:cubicBezTo>
                  <a:cubicBezTo>
                    <a:pt x="207998" y="755176"/>
                    <a:pt x="208435" y="760222"/>
                    <a:pt x="208435" y="760794"/>
                  </a:cubicBezTo>
                  <a:cubicBezTo>
                    <a:pt x="208435" y="761366"/>
                    <a:pt x="209614" y="763687"/>
                    <a:pt x="209614" y="763687"/>
                  </a:cubicBezTo>
                  <a:lnTo>
                    <a:pt x="213080" y="767757"/>
                  </a:lnTo>
                  <a:lnTo>
                    <a:pt x="214089" y="769305"/>
                  </a:lnTo>
                  <a:lnTo>
                    <a:pt x="216849" y="774956"/>
                  </a:lnTo>
                  <a:lnTo>
                    <a:pt x="219440" y="778589"/>
                  </a:lnTo>
                  <a:lnTo>
                    <a:pt x="219777" y="782660"/>
                  </a:lnTo>
                  <a:lnTo>
                    <a:pt x="223513" y="782088"/>
                  </a:lnTo>
                  <a:lnTo>
                    <a:pt x="227282" y="782088"/>
                  </a:lnTo>
                  <a:lnTo>
                    <a:pt x="232701" y="782155"/>
                  </a:lnTo>
                  <a:cubicBezTo>
                    <a:pt x="232701" y="782155"/>
                    <a:pt x="238153" y="782727"/>
                    <a:pt x="238422" y="782727"/>
                  </a:cubicBezTo>
                  <a:cubicBezTo>
                    <a:pt x="238691" y="782727"/>
                    <a:pt x="240104" y="782727"/>
                    <a:pt x="241047" y="782660"/>
                  </a:cubicBezTo>
                  <a:cubicBezTo>
                    <a:pt x="241989" y="782593"/>
                    <a:pt x="243133" y="782660"/>
                    <a:pt x="243638" y="782458"/>
                  </a:cubicBezTo>
                  <a:cubicBezTo>
                    <a:pt x="244143" y="782256"/>
                    <a:pt x="244782" y="781516"/>
                    <a:pt x="244782" y="781516"/>
                  </a:cubicBezTo>
                  <a:lnTo>
                    <a:pt x="246297" y="779935"/>
                  </a:lnTo>
                  <a:cubicBezTo>
                    <a:pt x="246297" y="779935"/>
                    <a:pt x="248114" y="779128"/>
                    <a:pt x="248316" y="778858"/>
                  </a:cubicBezTo>
                  <a:cubicBezTo>
                    <a:pt x="248552" y="778556"/>
                    <a:pt x="250571" y="777715"/>
                    <a:pt x="250571" y="777715"/>
                  </a:cubicBezTo>
                  <a:cubicBezTo>
                    <a:pt x="250571" y="777715"/>
                    <a:pt x="253095" y="776268"/>
                    <a:pt x="253331" y="776268"/>
                  </a:cubicBezTo>
                  <a:cubicBezTo>
                    <a:pt x="253566" y="776268"/>
                    <a:pt x="253970" y="778287"/>
                    <a:pt x="254206" y="779094"/>
                  </a:cubicBezTo>
                  <a:cubicBezTo>
                    <a:pt x="254441" y="779901"/>
                    <a:pt x="255788" y="780540"/>
                    <a:pt x="255788" y="780540"/>
                  </a:cubicBezTo>
                  <a:lnTo>
                    <a:pt x="258614" y="781281"/>
                  </a:lnTo>
                  <a:cubicBezTo>
                    <a:pt x="258614" y="781281"/>
                    <a:pt x="260297" y="780540"/>
                    <a:pt x="260499" y="780406"/>
                  </a:cubicBezTo>
                  <a:cubicBezTo>
                    <a:pt x="260701" y="780271"/>
                    <a:pt x="261509" y="779329"/>
                    <a:pt x="262014" y="778959"/>
                  </a:cubicBezTo>
                  <a:cubicBezTo>
                    <a:pt x="262518" y="778589"/>
                    <a:pt x="263326" y="778388"/>
                    <a:pt x="263394" y="778152"/>
                  </a:cubicBezTo>
                  <a:cubicBezTo>
                    <a:pt x="263461" y="777950"/>
                    <a:pt x="264840" y="777076"/>
                    <a:pt x="265581" y="776470"/>
                  </a:cubicBezTo>
                  <a:cubicBezTo>
                    <a:pt x="266321" y="775898"/>
                    <a:pt x="266523" y="775158"/>
                    <a:pt x="267163" y="774654"/>
                  </a:cubicBezTo>
                  <a:cubicBezTo>
                    <a:pt x="267802" y="774149"/>
                    <a:pt x="268846" y="773947"/>
                    <a:pt x="269047" y="773577"/>
                  </a:cubicBezTo>
                  <a:cubicBezTo>
                    <a:pt x="269249" y="773207"/>
                    <a:pt x="270999" y="773005"/>
                    <a:pt x="270999" y="773005"/>
                  </a:cubicBezTo>
                  <a:cubicBezTo>
                    <a:pt x="270999" y="773005"/>
                    <a:pt x="272379" y="772938"/>
                    <a:pt x="272884" y="772871"/>
                  </a:cubicBezTo>
                  <a:cubicBezTo>
                    <a:pt x="273389" y="772803"/>
                    <a:pt x="275072" y="772736"/>
                    <a:pt x="275846" y="772366"/>
                  </a:cubicBezTo>
                  <a:cubicBezTo>
                    <a:pt x="276653" y="771996"/>
                    <a:pt x="277427" y="771794"/>
                    <a:pt x="278437" y="771357"/>
                  </a:cubicBezTo>
                  <a:cubicBezTo>
                    <a:pt x="279447" y="770920"/>
                    <a:pt x="279884" y="770920"/>
                    <a:pt x="280456" y="770650"/>
                  </a:cubicBezTo>
                  <a:cubicBezTo>
                    <a:pt x="281028" y="770348"/>
                    <a:pt x="282206" y="770718"/>
                    <a:pt x="282408" y="770348"/>
                  </a:cubicBezTo>
                  <a:cubicBezTo>
                    <a:pt x="282610" y="769978"/>
                    <a:pt x="284663" y="769103"/>
                    <a:pt x="285437" y="768262"/>
                  </a:cubicBezTo>
                  <a:cubicBezTo>
                    <a:pt x="286245" y="767387"/>
                    <a:pt x="287759" y="768195"/>
                    <a:pt x="289577" y="768262"/>
                  </a:cubicBezTo>
                  <a:cubicBezTo>
                    <a:pt x="291394" y="768329"/>
                    <a:pt x="291596" y="769406"/>
                    <a:pt x="292471" y="769708"/>
                  </a:cubicBezTo>
                  <a:cubicBezTo>
                    <a:pt x="293346" y="770011"/>
                    <a:pt x="293548" y="772332"/>
                    <a:pt x="293615" y="772736"/>
                  </a:cubicBezTo>
                  <a:cubicBezTo>
                    <a:pt x="293683" y="773173"/>
                    <a:pt x="293615" y="774048"/>
                    <a:pt x="293413" y="774822"/>
                  </a:cubicBezTo>
                  <a:cubicBezTo>
                    <a:pt x="293211" y="775629"/>
                    <a:pt x="291596" y="776571"/>
                    <a:pt x="290788" y="777008"/>
                  </a:cubicBezTo>
                  <a:cubicBezTo>
                    <a:pt x="289981" y="777446"/>
                    <a:pt x="289543" y="779329"/>
                    <a:pt x="289543" y="779531"/>
                  </a:cubicBezTo>
                  <a:cubicBezTo>
                    <a:pt x="289543" y="779733"/>
                    <a:pt x="290856" y="781482"/>
                    <a:pt x="290856" y="781482"/>
                  </a:cubicBezTo>
                  <a:lnTo>
                    <a:pt x="292605" y="783568"/>
                  </a:lnTo>
                  <a:cubicBezTo>
                    <a:pt x="292605" y="783568"/>
                    <a:pt x="293683" y="788580"/>
                    <a:pt x="293716" y="788849"/>
                  </a:cubicBezTo>
                  <a:cubicBezTo>
                    <a:pt x="293716" y="789152"/>
                    <a:pt x="294221" y="790363"/>
                    <a:pt x="294221" y="790666"/>
                  </a:cubicBezTo>
                  <a:cubicBezTo>
                    <a:pt x="294221" y="790969"/>
                    <a:pt x="295971" y="793256"/>
                    <a:pt x="296240" y="793424"/>
                  </a:cubicBezTo>
                  <a:cubicBezTo>
                    <a:pt x="296543" y="793559"/>
                    <a:pt x="297317" y="794232"/>
                    <a:pt x="297687" y="794366"/>
                  </a:cubicBezTo>
                  <a:cubicBezTo>
                    <a:pt x="298057" y="794501"/>
                    <a:pt x="299202" y="796755"/>
                    <a:pt x="299269" y="797058"/>
                  </a:cubicBezTo>
                  <a:cubicBezTo>
                    <a:pt x="299336" y="797360"/>
                    <a:pt x="299336" y="798874"/>
                    <a:pt x="299336" y="799143"/>
                  </a:cubicBezTo>
                  <a:cubicBezTo>
                    <a:pt x="299336" y="799446"/>
                    <a:pt x="298832" y="800287"/>
                    <a:pt x="298461" y="800724"/>
                  </a:cubicBezTo>
                  <a:cubicBezTo>
                    <a:pt x="298091" y="801162"/>
                    <a:pt x="296779" y="801666"/>
                    <a:pt x="296442" y="802238"/>
                  </a:cubicBezTo>
                  <a:cubicBezTo>
                    <a:pt x="296072" y="802810"/>
                    <a:pt x="294120" y="804996"/>
                    <a:pt x="293851" y="805266"/>
                  </a:cubicBezTo>
                  <a:cubicBezTo>
                    <a:pt x="293548" y="805568"/>
                    <a:pt x="293851" y="806712"/>
                    <a:pt x="293851" y="806914"/>
                  </a:cubicBezTo>
                  <a:cubicBezTo>
                    <a:pt x="293851" y="807116"/>
                    <a:pt x="294793" y="809100"/>
                    <a:pt x="294995" y="809302"/>
                  </a:cubicBezTo>
                  <a:cubicBezTo>
                    <a:pt x="295231" y="809538"/>
                    <a:pt x="298192" y="812128"/>
                    <a:pt x="298192" y="812128"/>
                  </a:cubicBezTo>
                  <a:cubicBezTo>
                    <a:pt x="298192" y="812128"/>
                    <a:pt x="300279" y="812868"/>
                    <a:pt x="300515" y="813003"/>
                  </a:cubicBezTo>
                  <a:cubicBezTo>
                    <a:pt x="300750" y="813137"/>
                    <a:pt x="301221" y="816266"/>
                    <a:pt x="301221" y="816266"/>
                  </a:cubicBezTo>
                  <a:cubicBezTo>
                    <a:pt x="301221" y="816266"/>
                    <a:pt x="300784" y="821850"/>
                    <a:pt x="300144" y="822354"/>
                  </a:cubicBezTo>
                  <a:cubicBezTo>
                    <a:pt x="299505" y="822859"/>
                    <a:pt x="299572" y="824877"/>
                    <a:pt x="299572" y="825618"/>
                  </a:cubicBezTo>
                  <a:cubicBezTo>
                    <a:pt x="299572" y="826358"/>
                    <a:pt x="300582" y="827367"/>
                    <a:pt x="300885" y="827636"/>
                  </a:cubicBezTo>
                  <a:cubicBezTo>
                    <a:pt x="301188" y="827939"/>
                    <a:pt x="303846" y="829957"/>
                    <a:pt x="304082" y="830226"/>
                  </a:cubicBezTo>
                  <a:cubicBezTo>
                    <a:pt x="304284" y="830529"/>
                    <a:pt x="305327" y="831101"/>
                    <a:pt x="306606" y="831740"/>
                  </a:cubicBezTo>
                  <a:cubicBezTo>
                    <a:pt x="307918" y="832379"/>
                    <a:pt x="308423" y="833624"/>
                    <a:pt x="309433" y="834566"/>
                  </a:cubicBezTo>
                  <a:cubicBezTo>
                    <a:pt x="310443" y="835508"/>
                    <a:pt x="310510" y="837324"/>
                    <a:pt x="310510" y="837526"/>
                  </a:cubicBezTo>
                  <a:cubicBezTo>
                    <a:pt x="310510" y="837728"/>
                    <a:pt x="312024" y="838670"/>
                    <a:pt x="312024" y="838670"/>
                  </a:cubicBezTo>
                  <a:cubicBezTo>
                    <a:pt x="312024" y="838670"/>
                    <a:pt x="314784" y="839679"/>
                    <a:pt x="314986" y="839679"/>
                  </a:cubicBezTo>
                  <a:cubicBezTo>
                    <a:pt x="315188" y="839679"/>
                    <a:pt x="318890" y="842067"/>
                    <a:pt x="319025" y="842370"/>
                  </a:cubicBezTo>
                  <a:cubicBezTo>
                    <a:pt x="319159" y="842673"/>
                    <a:pt x="319327" y="843379"/>
                    <a:pt x="319596" y="843817"/>
                  </a:cubicBezTo>
                  <a:cubicBezTo>
                    <a:pt x="319899" y="844254"/>
                    <a:pt x="323568" y="847382"/>
                    <a:pt x="323568" y="847382"/>
                  </a:cubicBezTo>
                  <a:cubicBezTo>
                    <a:pt x="323568" y="847382"/>
                    <a:pt x="330534" y="847382"/>
                    <a:pt x="330736" y="847517"/>
                  </a:cubicBezTo>
                  <a:cubicBezTo>
                    <a:pt x="330938" y="847652"/>
                    <a:pt x="332991" y="850107"/>
                    <a:pt x="334304" y="851049"/>
                  </a:cubicBezTo>
                  <a:cubicBezTo>
                    <a:pt x="335616" y="851991"/>
                    <a:pt x="337366" y="853370"/>
                    <a:pt x="337770" y="853740"/>
                  </a:cubicBezTo>
                  <a:cubicBezTo>
                    <a:pt x="338208" y="854110"/>
                    <a:pt x="339857" y="855422"/>
                    <a:pt x="341909" y="856701"/>
                  </a:cubicBezTo>
                  <a:cubicBezTo>
                    <a:pt x="343929" y="858013"/>
                    <a:pt x="344232" y="857945"/>
                    <a:pt x="346251" y="858652"/>
                  </a:cubicBezTo>
                  <a:cubicBezTo>
                    <a:pt x="348270" y="859392"/>
                    <a:pt x="347698" y="858517"/>
                    <a:pt x="348270" y="858214"/>
                  </a:cubicBezTo>
                  <a:cubicBezTo>
                    <a:pt x="348843" y="857912"/>
                    <a:pt x="349785" y="857508"/>
                    <a:pt x="349953" y="857272"/>
                  </a:cubicBezTo>
                  <a:cubicBezTo>
                    <a:pt x="350088" y="857071"/>
                    <a:pt x="352040" y="855389"/>
                    <a:pt x="353083" y="854514"/>
                  </a:cubicBezTo>
                  <a:cubicBezTo>
                    <a:pt x="354092" y="853639"/>
                    <a:pt x="356347" y="851756"/>
                    <a:pt x="357492" y="850982"/>
                  </a:cubicBezTo>
                  <a:cubicBezTo>
                    <a:pt x="358669" y="850175"/>
                    <a:pt x="360756" y="850679"/>
                    <a:pt x="360958" y="850679"/>
                  </a:cubicBezTo>
                  <a:cubicBezTo>
                    <a:pt x="361193" y="850679"/>
                    <a:pt x="364357" y="851251"/>
                    <a:pt x="365300" y="851318"/>
                  </a:cubicBezTo>
                  <a:cubicBezTo>
                    <a:pt x="366242" y="851386"/>
                    <a:pt x="369002" y="851621"/>
                    <a:pt x="369002" y="851621"/>
                  </a:cubicBezTo>
                  <a:lnTo>
                    <a:pt x="371256" y="851419"/>
                  </a:lnTo>
                  <a:lnTo>
                    <a:pt x="373511" y="850679"/>
                  </a:lnTo>
                  <a:lnTo>
                    <a:pt x="373713" y="846844"/>
                  </a:lnTo>
                  <a:cubicBezTo>
                    <a:pt x="373713" y="846844"/>
                    <a:pt x="372905" y="844523"/>
                    <a:pt x="372771" y="843817"/>
                  </a:cubicBezTo>
                  <a:cubicBezTo>
                    <a:pt x="372636" y="843077"/>
                    <a:pt x="372266" y="841866"/>
                    <a:pt x="372333" y="840856"/>
                  </a:cubicBezTo>
                  <a:cubicBezTo>
                    <a:pt x="372401" y="839847"/>
                    <a:pt x="373040" y="838905"/>
                    <a:pt x="373343" y="838333"/>
                  </a:cubicBezTo>
                  <a:cubicBezTo>
                    <a:pt x="373646" y="837761"/>
                    <a:pt x="374655" y="837324"/>
                    <a:pt x="374925" y="837089"/>
                  </a:cubicBezTo>
                  <a:cubicBezTo>
                    <a:pt x="375194" y="836887"/>
                    <a:pt x="376237" y="837089"/>
                    <a:pt x="376506" y="837156"/>
                  </a:cubicBezTo>
                  <a:cubicBezTo>
                    <a:pt x="376776" y="837223"/>
                    <a:pt x="377752" y="837728"/>
                    <a:pt x="377752" y="837728"/>
                  </a:cubicBezTo>
                  <a:cubicBezTo>
                    <a:pt x="377752" y="837728"/>
                    <a:pt x="380579" y="839477"/>
                    <a:pt x="380781" y="839612"/>
                  </a:cubicBezTo>
                  <a:cubicBezTo>
                    <a:pt x="381016" y="839746"/>
                    <a:pt x="383406" y="841866"/>
                    <a:pt x="383675" y="841866"/>
                  </a:cubicBezTo>
                  <a:cubicBezTo>
                    <a:pt x="383978" y="841866"/>
                    <a:pt x="386872" y="843009"/>
                    <a:pt x="387141" y="843009"/>
                  </a:cubicBezTo>
                  <a:cubicBezTo>
                    <a:pt x="387411" y="843009"/>
                    <a:pt x="388454" y="844523"/>
                    <a:pt x="388454" y="844523"/>
                  </a:cubicBezTo>
                  <a:cubicBezTo>
                    <a:pt x="388454" y="844523"/>
                    <a:pt x="388588" y="846609"/>
                    <a:pt x="388891" y="847853"/>
                  </a:cubicBezTo>
                  <a:cubicBezTo>
                    <a:pt x="389161" y="849098"/>
                    <a:pt x="389834" y="849670"/>
                    <a:pt x="390204" y="850612"/>
                  </a:cubicBezTo>
                  <a:cubicBezTo>
                    <a:pt x="390574" y="851554"/>
                    <a:pt x="391718" y="853438"/>
                    <a:pt x="391886" y="853639"/>
                  </a:cubicBezTo>
                  <a:cubicBezTo>
                    <a:pt x="392021" y="853841"/>
                    <a:pt x="393603" y="855456"/>
                    <a:pt x="393603" y="855456"/>
                  </a:cubicBezTo>
                  <a:cubicBezTo>
                    <a:pt x="393603" y="855456"/>
                    <a:pt x="396228" y="855523"/>
                    <a:pt x="397002" y="855321"/>
                  </a:cubicBezTo>
                  <a:cubicBezTo>
                    <a:pt x="397810" y="855086"/>
                    <a:pt x="400199" y="854379"/>
                    <a:pt x="400401" y="854312"/>
                  </a:cubicBezTo>
                  <a:cubicBezTo>
                    <a:pt x="400603" y="854245"/>
                    <a:pt x="403295" y="853572"/>
                    <a:pt x="403295" y="853572"/>
                  </a:cubicBezTo>
                  <a:lnTo>
                    <a:pt x="406695" y="853269"/>
                  </a:lnTo>
                  <a:cubicBezTo>
                    <a:pt x="406695" y="853269"/>
                    <a:pt x="411272" y="851386"/>
                    <a:pt x="411608" y="851386"/>
                  </a:cubicBezTo>
                  <a:cubicBezTo>
                    <a:pt x="411979" y="851386"/>
                    <a:pt x="414570" y="850309"/>
                    <a:pt x="414570" y="850309"/>
                  </a:cubicBezTo>
                  <a:lnTo>
                    <a:pt x="418272" y="846844"/>
                  </a:lnTo>
                  <a:lnTo>
                    <a:pt x="421604" y="844658"/>
                  </a:lnTo>
                  <a:cubicBezTo>
                    <a:pt x="421604" y="844658"/>
                    <a:pt x="423488" y="841260"/>
                    <a:pt x="423556" y="840957"/>
                  </a:cubicBezTo>
                  <a:cubicBezTo>
                    <a:pt x="423623" y="840654"/>
                    <a:pt x="426315" y="837492"/>
                    <a:pt x="426686" y="836988"/>
                  </a:cubicBezTo>
                  <a:cubicBezTo>
                    <a:pt x="427056" y="836483"/>
                    <a:pt x="429008" y="835911"/>
                    <a:pt x="429378" y="835609"/>
                  </a:cubicBezTo>
                  <a:cubicBezTo>
                    <a:pt x="429748" y="835306"/>
                    <a:pt x="431700" y="834364"/>
                    <a:pt x="432407" y="834027"/>
                  </a:cubicBezTo>
                  <a:cubicBezTo>
                    <a:pt x="433147" y="833657"/>
                    <a:pt x="435032" y="833086"/>
                    <a:pt x="436311" y="832951"/>
                  </a:cubicBezTo>
                  <a:cubicBezTo>
                    <a:pt x="437623" y="832816"/>
                    <a:pt x="438902" y="832446"/>
                    <a:pt x="438902" y="832446"/>
                  </a:cubicBezTo>
                  <a:cubicBezTo>
                    <a:pt x="438902" y="832446"/>
                    <a:pt x="441157" y="832446"/>
                    <a:pt x="441662" y="832446"/>
                  </a:cubicBezTo>
                  <a:cubicBezTo>
                    <a:pt x="442167" y="832446"/>
                    <a:pt x="443681" y="833657"/>
                    <a:pt x="443681" y="833657"/>
                  </a:cubicBezTo>
                  <a:lnTo>
                    <a:pt x="443816" y="835575"/>
                  </a:lnTo>
                  <a:lnTo>
                    <a:pt x="442738" y="837526"/>
                  </a:lnTo>
                  <a:lnTo>
                    <a:pt x="441662" y="842807"/>
                  </a:lnTo>
                  <a:lnTo>
                    <a:pt x="442167" y="847012"/>
                  </a:lnTo>
                  <a:cubicBezTo>
                    <a:pt x="442167" y="847012"/>
                    <a:pt x="442604" y="852462"/>
                    <a:pt x="442537" y="852664"/>
                  </a:cubicBezTo>
                  <a:cubicBezTo>
                    <a:pt x="442469" y="852899"/>
                    <a:pt x="444792" y="855490"/>
                    <a:pt x="445061" y="855725"/>
                  </a:cubicBezTo>
                  <a:cubicBezTo>
                    <a:pt x="445364" y="855927"/>
                    <a:pt x="448258" y="859055"/>
                    <a:pt x="448258" y="859055"/>
                  </a:cubicBezTo>
                  <a:lnTo>
                    <a:pt x="453037" y="863193"/>
                  </a:lnTo>
                  <a:lnTo>
                    <a:pt x="460273" y="868037"/>
                  </a:lnTo>
                  <a:lnTo>
                    <a:pt x="470335" y="870560"/>
                  </a:lnTo>
                  <a:cubicBezTo>
                    <a:pt x="470335" y="870560"/>
                    <a:pt x="476629" y="871569"/>
                    <a:pt x="476932" y="871569"/>
                  </a:cubicBezTo>
                  <a:cubicBezTo>
                    <a:pt x="477234" y="871569"/>
                    <a:pt x="481004" y="872309"/>
                    <a:pt x="481576" y="872208"/>
                  </a:cubicBezTo>
                  <a:cubicBezTo>
                    <a:pt x="482148" y="872141"/>
                    <a:pt x="486355" y="872208"/>
                    <a:pt x="486355" y="872208"/>
                  </a:cubicBezTo>
                  <a:cubicBezTo>
                    <a:pt x="486355" y="872208"/>
                    <a:pt x="490259" y="870964"/>
                    <a:pt x="490562" y="870964"/>
                  </a:cubicBezTo>
                  <a:cubicBezTo>
                    <a:pt x="490865" y="870964"/>
                    <a:pt x="493894" y="869080"/>
                    <a:pt x="494095" y="869080"/>
                  </a:cubicBezTo>
                  <a:cubicBezTo>
                    <a:pt x="494298" y="869080"/>
                    <a:pt x="497932" y="865817"/>
                    <a:pt x="497932" y="865817"/>
                  </a:cubicBezTo>
                  <a:lnTo>
                    <a:pt x="504024" y="861982"/>
                  </a:lnTo>
                  <a:lnTo>
                    <a:pt x="511428" y="857777"/>
                  </a:lnTo>
                  <a:lnTo>
                    <a:pt x="513683" y="855019"/>
                  </a:lnTo>
                  <a:cubicBezTo>
                    <a:pt x="513683" y="855019"/>
                    <a:pt x="516139" y="855019"/>
                    <a:pt x="516947" y="855019"/>
                  </a:cubicBezTo>
                  <a:cubicBezTo>
                    <a:pt x="517755" y="855019"/>
                    <a:pt x="520649" y="855019"/>
                    <a:pt x="520649" y="855019"/>
                  </a:cubicBezTo>
                  <a:cubicBezTo>
                    <a:pt x="520649" y="855019"/>
                    <a:pt x="522466" y="855019"/>
                    <a:pt x="522735" y="855019"/>
                  </a:cubicBezTo>
                  <a:cubicBezTo>
                    <a:pt x="523039" y="855019"/>
                    <a:pt x="524418" y="855490"/>
                    <a:pt x="524688" y="855557"/>
                  </a:cubicBezTo>
                  <a:cubicBezTo>
                    <a:pt x="524991" y="855624"/>
                    <a:pt x="526202" y="856835"/>
                    <a:pt x="526505" y="857037"/>
                  </a:cubicBezTo>
                  <a:cubicBezTo>
                    <a:pt x="526808" y="857239"/>
                    <a:pt x="527817" y="858282"/>
                    <a:pt x="528121" y="858652"/>
                  </a:cubicBezTo>
                  <a:cubicBezTo>
                    <a:pt x="528390" y="859022"/>
                    <a:pt x="528760" y="859896"/>
                    <a:pt x="528995" y="860031"/>
                  </a:cubicBezTo>
                  <a:cubicBezTo>
                    <a:pt x="529231" y="860166"/>
                    <a:pt x="530375" y="860670"/>
                    <a:pt x="531688" y="860906"/>
                  </a:cubicBezTo>
                  <a:cubicBezTo>
                    <a:pt x="533000" y="861141"/>
                    <a:pt x="533774" y="861276"/>
                    <a:pt x="533774" y="861276"/>
                  </a:cubicBezTo>
                  <a:cubicBezTo>
                    <a:pt x="533774" y="861276"/>
                    <a:pt x="538654" y="863227"/>
                    <a:pt x="538991" y="863294"/>
                  </a:cubicBezTo>
                  <a:cubicBezTo>
                    <a:pt x="539361" y="863361"/>
                    <a:pt x="540068" y="863361"/>
                    <a:pt x="540068" y="863361"/>
                  </a:cubicBezTo>
                  <a:cubicBezTo>
                    <a:pt x="540068" y="863361"/>
                    <a:pt x="542222" y="862621"/>
                    <a:pt x="542323" y="862419"/>
                  </a:cubicBezTo>
                  <a:cubicBezTo>
                    <a:pt x="542390" y="862217"/>
                    <a:pt x="544645" y="860098"/>
                    <a:pt x="544645" y="860098"/>
                  </a:cubicBezTo>
                  <a:cubicBezTo>
                    <a:pt x="544645" y="860098"/>
                    <a:pt x="546664" y="859594"/>
                    <a:pt x="547034" y="859594"/>
                  </a:cubicBezTo>
                  <a:cubicBezTo>
                    <a:pt x="547405" y="859594"/>
                    <a:pt x="549559" y="861040"/>
                    <a:pt x="550164" y="861040"/>
                  </a:cubicBezTo>
                  <a:cubicBezTo>
                    <a:pt x="550736" y="861040"/>
                    <a:pt x="552352" y="864808"/>
                    <a:pt x="552352" y="864808"/>
                  </a:cubicBezTo>
                  <a:lnTo>
                    <a:pt x="551409" y="868003"/>
                  </a:lnTo>
                  <a:lnTo>
                    <a:pt x="554371" y="873655"/>
                  </a:lnTo>
                  <a:cubicBezTo>
                    <a:pt x="554371" y="873655"/>
                    <a:pt x="557333" y="876178"/>
                    <a:pt x="557635" y="876346"/>
                  </a:cubicBezTo>
                  <a:cubicBezTo>
                    <a:pt x="557938" y="876481"/>
                    <a:pt x="560227" y="878533"/>
                    <a:pt x="560597" y="878600"/>
                  </a:cubicBezTo>
                  <a:cubicBezTo>
                    <a:pt x="560967" y="878667"/>
                    <a:pt x="563693" y="880551"/>
                    <a:pt x="564366" y="881056"/>
                  </a:cubicBezTo>
                  <a:cubicBezTo>
                    <a:pt x="565006" y="881560"/>
                    <a:pt x="566621" y="883309"/>
                    <a:pt x="566621" y="883511"/>
                  </a:cubicBezTo>
                  <a:cubicBezTo>
                    <a:pt x="566621" y="883713"/>
                    <a:pt x="565174" y="885967"/>
                    <a:pt x="565174" y="885967"/>
                  </a:cubicBezTo>
                  <a:cubicBezTo>
                    <a:pt x="565174" y="885967"/>
                    <a:pt x="562212" y="887985"/>
                    <a:pt x="561977" y="888053"/>
                  </a:cubicBezTo>
                  <a:cubicBezTo>
                    <a:pt x="561775" y="888120"/>
                    <a:pt x="560025" y="890374"/>
                    <a:pt x="559722" y="890677"/>
                  </a:cubicBezTo>
                  <a:cubicBezTo>
                    <a:pt x="559453" y="890979"/>
                    <a:pt x="558712" y="891753"/>
                    <a:pt x="558342" y="892258"/>
                  </a:cubicBezTo>
                  <a:cubicBezTo>
                    <a:pt x="557972" y="892762"/>
                    <a:pt x="557467" y="896160"/>
                    <a:pt x="557400" y="896395"/>
                  </a:cubicBezTo>
                  <a:cubicBezTo>
                    <a:pt x="557333" y="896597"/>
                    <a:pt x="557905" y="899221"/>
                    <a:pt x="557905" y="899221"/>
                  </a:cubicBezTo>
                  <a:lnTo>
                    <a:pt x="561102" y="906252"/>
                  </a:lnTo>
                  <a:cubicBezTo>
                    <a:pt x="561102" y="906252"/>
                    <a:pt x="563054" y="908842"/>
                    <a:pt x="563188" y="909077"/>
                  </a:cubicBezTo>
                  <a:cubicBezTo>
                    <a:pt x="563323" y="909279"/>
                    <a:pt x="563256" y="911533"/>
                    <a:pt x="563256" y="911533"/>
                  </a:cubicBezTo>
                  <a:cubicBezTo>
                    <a:pt x="563256" y="911533"/>
                    <a:pt x="563256" y="912845"/>
                    <a:pt x="563256" y="913720"/>
                  </a:cubicBezTo>
                  <a:cubicBezTo>
                    <a:pt x="563256" y="914594"/>
                    <a:pt x="562987" y="914729"/>
                    <a:pt x="562751" y="915906"/>
                  </a:cubicBezTo>
                  <a:cubicBezTo>
                    <a:pt x="562549" y="917050"/>
                    <a:pt x="562751" y="916916"/>
                    <a:pt x="563391" y="918160"/>
                  </a:cubicBezTo>
                  <a:cubicBezTo>
                    <a:pt x="564030" y="919405"/>
                    <a:pt x="566419" y="920481"/>
                    <a:pt x="566722" y="920414"/>
                  </a:cubicBezTo>
                  <a:cubicBezTo>
                    <a:pt x="567025" y="920347"/>
                    <a:pt x="568910" y="918766"/>
                    <a:pt x="569246" y="918598"/>
                  </a:cubicBezTo>
                  <a:cubicBezTo>
                    <a:pt x="569617" y="918463"/>
                    <a:pt x="570323" y="916276"/>
                    <a:pt x="570323" y="916276"/>
                  </a:cubicBezTo>
                  <a:cubicBezTo>
                    <a:pt x="570323" y="916276"/>
                    <a:pt x="571770" y="915704"/>
                    <a:pt x="571972" y="915469"/>
                  </a:cubicBezTo>
                  <a:cubicBezTo>
                    <a:pt x="572174" y="915234"/>
                    <a:pt x="573217" y="912778"/>
                    <a:pt x="573554" y="912576"/>
                  </a:cubicBezTo>
                  <a:cubicBezTo>
                    <a:pt x="573924" y="912341"/>
                    <a:pt x="574934" y="911769"/>
                    <a:pt x="576179" y="911701"/>
                  </a:cubicBezTo>
                  <a:cubicBezTo>
                    <a:pt x="577424" y="911600"/>
                    <a:pt x="576819" y="912744"/>
                    <a:pt x="576987" y="913182"/>
                  </a:cubicBezTo>
                  <a:cubicBezTo>
                    <a:pt x="577121" y="913619"/>
                    <a:pt x="580251" y="914561"/>
                    <a:pt x="580554" y="914561"/>
                  </a:cubicBezTo>
                  <a:cubicBezTo>
                    <a:pt x="580823" y="914561"/>
                    <a:pt x="581295" y="914426"/>
                    <a:pt x="581295" y="914123"/>
                  </a:cubicBezTo>
                  <a:cubicBezTo>
                    <a:pt x="581295" y="913821"/>
                    <a:pt x="582170" y="912812"/>
                    <a:pt x="582372" y="912610"/>
                  </a:cubicBezTo>
                  <a:cubicBezTo>
                    <a:pt x="582607" y="912374"/>
                    <a:pt x="584324" y="912105"/>
                    <a:pt x="584559" y="912105"/>
                  </a:cubicBezTo>
                  <a:cubicBezTo>
                    <a:pt x="584795" y="912105"/>
                    <a:pt x="587655" y="912408"/>
                    <a:pt x="588530" y="912408"/>
                  </a:cubicBezTo>
                  <a:cubicBezTo>
                    <a:pt x="589405" y="912408"/>
                    <a:pt x="591357" y="912038"/>
                    <a:pt x="591660" y="911836"/>
                  </a:cubicBezTo>
                  <a:cubicBezTo>
                    <a:pt x="591963" y="911600"/>
                    <a:pt x="593982" y="911903"/>
                    <a:pt x="594790" y="911836"/>
                  </a:cubicBezTo>
                  <a:cubicBezTo>
                    <a:pt x="595598" y="911769"/>
                    <a:pt x="598492" y="912273"/>
                    <a:pt x="598761" y="912341"/>
                  </a:cubicBezTo>
                  <a:cubicBezTo>
                    <a:pt x="599064" y="912408"/>
                    <a:pt x="602396" y="914224"/>
                    <a:pt x="602396" y="914224"/>
                  </a:cubicBezTo>
                  <a:lnTo>
                    <a:pt x="606233" y="914224"/>
                  </a:lnTo>
                  <a:lnTo>
                    <a:pt x="610507" y="915301"/>
                  </a:lnTo>
                  <a:lnTo>
                    <a:pt x="613401" y="917050"/>
                  </a:lnTo>
                  <a:cubicBezTo>
                    <a:pt x="613401" y="917050"/>
                    <a:pt x="612391" y="920313"/>
                    <a:pt x="612089" y="920246"/>
                  </a:cubicBezTo>
                  <a:cubicBezTo>
                    <a:pt x="611786" y="920179"/>
                    <a:pt x="610406" y="920448"/>
                    <a:pt x="609699" y="920313"/>
                  </a:cubicBezTo>
                  <a:cubicBezTo>
                    <a:pt x="608959" y="920179"/>
                    <a:pt x="608252" y="919371"/>
                    <a:pt x="607814" y="919001"/>
                  </a:cubicBezTo>
                  <a:cubicBezTo>
                    <a:pt x="607377" y="918631"/>
                    <a:pt x="607007" y="919371"/>
                    <a:pt x="606939" y="919640"/>
                  </a:cubicBezTo>
                  <a:cubicBezTo>
                    <a:pt x="606872" y="919943"/>
                    <a:pt x="606637" y="920952"/>
                    <a:pt x="606637" y="920952"/>
                  </a:cubicBezTo>
                  <a:lnTo>
                    <a:pt x="606132" y="922096"/>
                  </a:lnTo>
                  <a:cubicBezTo>
                    <a:pt x="606132" y="922096"/>
                    <a:pt x="605055" y="922298"/>
                    <a:pt x="604180" y="922298"/>
                  </a:cubicBezTo>
                  <a:cubicBezTo>
                    <a:pt x="603305" y="922298"/>
                    <a:pt x="603540" y="922601"/>
                    <a:pt x="603540" y="922601"/>
                  </a:cubicBezTo>
                  <a:lnTo>
                    <a:pt x="602295" y="923105"/>
                  </a:lnTo>
                  <a:cubicBezTo>
                    <a:pt x="602295" y="923105"/>
                    <a:pt x="601588" y="923240"/>
                    <a:pt x="600848" y="923408"/>
                  </a:cubicBezTo>
                  <a:cubicBezTo>
                    <a:pt x="600141" y="923543"/>
                    <a:pt x="600040" y="924484"/>
                    <a:pt x="600040" y="924484"/>
                  </a:cubicBezTo>
                  <a:lnTo>
                    <a:pt x="599838" y="925796"/>
                  </a:lnTo>
                  <a:lnTo>
                    <a:pt x="600141" y="926940"/>
                  </a:lnTo>
                  <a:lnTo>
                    <a:pt x="601588" y="929026"/>
                  </a:lnTo>
                  <a:lnTo>
                    <a:pt x="602598" y="930035"/>
                  </a:lnTo>
                  <a:lnTo>
                    <a:pt x="604180" y="931481"/>
                  </a:lnTo>
                  <a:lnTo>
                    <a:pt x="604920" y="932793"/>
                  </a:lnTo>
                  <a:cubicBezTo>
                    <a:pt x="604920" y="932793"/>
                    <a:pt x="604011" y="935047"/>
                    <a:pt x="604550" y="935586"/>
                  </a:cubicBezTo>
                  <a:cubicBezTo>
                    <a:pt x="605089" y="936124"/>
                    <a:pt x="607377" y="938949"/>
                    <a:pt x="607377" y="938949"/>
                  </a:cubicBezTo>
                  <a:cubicBezTo>
                    <a:pt x="607377" y="938949"/>
                    <a:pt x="610843" y="941775"/>
                    <a:pt x="612156" y="942549"/>
                  </a:cubicBezTo>
                  <a:cubicBezTo>
                    <a:pt x="613469" y="943323"/>
                    <a:pt x="614444" y="945038"/>
                    <a:pt x="614882" y="945913"/>
                  </a:cubicBezTo>
                  <a:cubicBezTo>
                    <a:pt x="615319" y="946788"/>
                    <a:pt x="615555" y="947965"/>
                    <a:pt x="615858" y="948940"/>
                  </a:cubicBezTo>
                  <a:cubicBezTo>
                    <a:pt x="616194" y="949916"/>
                    <a:pt x="620199" y="954491"/>
                    <a:pt x="620334" y="954794"/>
                  </a:cubicBezTo>
                  <a:cubicBezTo>
                    <a:pt x="620435" y="955130"/>
                    <a:pt x="620973" y="956543"/>
                    <a:pt x="621411" y="957956"/>
                  </a:cubicBezTo>
                  <a:cubicBezTo>
                    <a:pt x="621848" y="959369"/>
                    <a:pt x="624473" y="957956"/>
                    <a:pt x="625651" y="957519"/>
                  </a:cubicBezTo>
                  <a:cubicBezTo>
                    <a:pt x="626829" y="957081"/>
                    <a:pt x="626964" y="955769"/>
                    <a:pt x="627267" y="955231"/>
                  </a:cubicBezTo>
                  <a:cubicBezTo>
                    <a:pt x="627603" y="954693"/>
                    <a:pt x="629892" y="954592"/>
                    <a:pt x="630195" y="954457"/>
                  </a:cubicBezTo>
                  <a:cubicBezTo>
                    <a:pt x="630531" y="954356"/>
                    <a:pt x="632584" y="955097"/>
                    <a:pt x="632584" y="955097"/>
                  </a:cubicBezTo>
                  <a:cubicBezTo>
                    <a:pt x="632584" y="955097"/>
                    <a:pt x="632921" y="956509"/>
                    <a:pt x="632786" y="958662"/>
                  </a:cubicBezTo>
                  <a:cubicBezTo>
                    <a:pt x="632685" y="960849"/>
                    <a:pt x="632248" y="962262"/>
                    <a:pt x="631810" y="963338"/>
                  </a:cubicBezTo>
                  <a:cubicBezTo>
                    <a:pt x="631373" y="964415"/>
                    <a:pt x="631608" y="965390"/>
                    <a:pt x="631608" y="965390"/>
                  </a:cubicBezTo>
                  <a:cubicBezTo>
                    <a:pt x="631608" y="965390"/>
                    <a:pt x="634435" y="968317"/>
                    <a:pt x="635411" y="969091"/>
                  </a:cubicBezTo>
                  <a:cubicBezTo>
                    <a:pt x="636387" y="969864"/>
                    <a:pt x="637363" y="969091"/>
                    <a:pt x="637700" y="968990"/>
                  </a:cubicBezTo>
                  <a:cubicBezTo>
                    <a:pt x="638036" y="968889"/>
                    <a:pt x="639551" y="967913"/>
                    <a:pt x="639887" y="967779"/>
                  </a:cubicBezTo>
                  <a:cubicBezTo>
                    <a:pt x="640190" y="967678"/>
                    <a:pt x="641738" y="965828"/>
                    <a:pt x="641738" y="965828"/>
                  </a:cubicBezTo>
                  <a:lnTo>
                    <a:pt x="647291" y="967240"/>
                  </a:lnTo>
                  <a:lnTo>
                    <a:pt x="652171" y="960613"/>
                  </a:lnTo>
                  <a:cubicBezTo>
                    <a:pt x="652171" y="960613"/>
                    <a:pt x="655570" y="953011"/>
                    <a:pt x="655705" y="952775"/>
                  </a:cubicBezTo>
                  <a:cubicBezTo>
                    <a:pt x="655840" y="952574"/>
                    <a:pt x="655032" y="949647"/>
                    <a:pt x="655133" y="949075"/>
                  </a:cubicBezTo>
                  <a:cubicBezTo>
                    <a:pt x="655200" y="948503"/>
                    <a:pt x="654426" y="947258"/>
                    <a:pt x="653820" y="946485"/>
                  </a:cubicBezTo>
                  <a:cubicBezTo>
                    <a:pt x="653248" y="945677"/>
                    <a:pt x="652878" y="943794"/>
                    <a:pt x="652743" y="943592"/>
                  </a:cubicBezTo>
                  <a:cubicBezTo>
                    <a:pt x="652609" y="943390"/>
                    <a:pt x="650354" y="940329"/>
                    <a:pt x="650219" y="939891"/>
                  </a:cubicBezTo>
                  <a:cubicBezTo>
                    <a:pt x="650085" y="939454"/>
                    <a:pt x="649849" y="936998"/>
                    <a:pt x="649984" y="936258"/>
                  </a:cubicBezTo>
                  <a:cubicBezTo>
                    <a:pt x="650118" y="935552"/>
                    <a:pt x="651935" y="934610"/>
                    <a:pt x="652238" y="934307"/>
                  </a:cubicBezTo>
                  <a:cubicBezTo>
                    <a:pt x="652541" y="934004"/>
                    <a:pt x="656883" y="935047"/>
                    <a:pt x="656883" y="935047"/>
                  </a:cubicBezTo>
                  <a:lnTo>
                    <a:pt x="659474" y="934745"/>
                  </a:lnTo>
                  <a:cubicBezTo>
                    <a:pt x="659474" y="934745"/>
                    <a:pt x="663042" y="932423"/>
                    <a:pt x="663243" y="932356"/>
                  </a:cubicBezTo>
                  <a:cubicBezTo>
                    <a:pt x="663446" y="932289"/>
                    <a:pt x="665498" y="929530"/>
                    <a:pt x="665498" y="929530"/>
                  </a:cubicBezTo>
                  <a:cubicBezTo>
                    <a:pt x="665498" y="929530"/>
                    <a:pt x="666441" y="925124"/>
                    <a:pt x="666306" y="924821"/>
                  </a:cubicBezTo>
                  <a:cubicBezTo>
                    <a:pt x="666171" y="924518"/>
                    <a:pt x="666676" y="921692"/>
                    <a:pt x="666744" y="921356"/>
                  </a:cubicBezTo>
                  <a:cubicBezTo>
                    <a:pt x="666811" y="920986"/>
                    <a:pt x="668124" y="918732"/>
                    <a:pt x="668258" y="917891"/>
                  </a:cubicBezTo>
                  <a:cubicBezTo>
                    <a:pt x="668393" y="917016"/>
                    <a:pt x="670210" y="915873"/>
                    <a:pt x="670210" y="915873"/>
                  </a:cubicBezTo>
                  <a:cubicBezTo>
                    <a:pt x="670210" y="915873"/>
                    <a:pt x="672599" y="915873"/>
                    <a:pt x="673340" y="915873"/>
                  </a:cubicBezTo>
                  <a:cubicBezTo>
                    <a:pt x="674080" y="915873"/>
                    <a:pt x="677176" y="916512"/>
                    <a:pt x="677176" y="916512"/>
                  </a:cubicBezTo>
                  <a:lnTo>
                    <a:pt x="680643" y="918698"/>
                  </a:lnTo>
                  <a:lnTo>
                    <a:pt x="682831" y="921827"/>
                  </a:lnTo>
                  <a:lnTo>
                    <a:pt x="684480" y="924585"/>
                  </a:lnTo>
                  <a:lnTo>
                    <a:pt x="684850" y="927344"/>
                  </a:lnTo>
                  <a:lnTo>
                    <a:pt x="684985" y="933365"/>
                  </a:lnTo>
                  <a:lnTo>
                    <a:pt x="685624" y="939891"/>
                  </a:lnTo>
                  <a:lnTo>
                    <a:pt x="687138" y="945106"/>
                  </a:lnTo>
                  <a:lnTo>
                    <a:pt x="689898" y="952136"/>
                  </a:lnTo>
                  <a:lnTo>
                    <a:pt x="691042" y="955837"/>
                  </a:lnTo>
                  <a:cubicBezTo>
                    <a:pt x="691042" y="955837"/>
                    <a:pt x="692927" y="959234"/>
                    <a:pt x="693230" y="959537"/>
                  </a:cubicBezTo>
                  <a:cubicBezTo>
                    <a:pt x="693533" y="959840"/>
                    <a:pt x="696057" y="963439"/>
                    <a:pt x="696057" y="963439"/>
                  </a:cubicBezTo>
                  <a:lnTo>
                    <a:pt x="699961" y="967274"/>
                  </a:lnTo>
                  <a:lnTo>
                    <a:pt x="704672" y="971109"/>
                  </a:lnTo>
                  <a:lnTo>
                    <a:pt x="707432" y="974809"/>
                  </a:lnTo>
                  <a:lnTo>
                    <a:pt x="709619" y="980595"/>
                  </a:lnTo>
                  <a:lnTo>
                    <a:pt x="714028" y="984868"/>
                  </a:lnTo>
                  <a:lnTo>
                    <a:pt x="720995" y="990654"/>
                  </a:lnTo>
                  <a:cubicBezTo>
                    <a:pt x="720995" y="990654"/>
                    <a:pt x="723519" y="994421"/>
                    <a:pt x="723620" y="994623"/>
                  </a:cubicBezTo>
                  <a:cubicBezTo>
                    <a:pt x="723687" y="994825"/>
                    <a:pt x="725202" y="997247"/>
                    <a:pt x="725706" y="998391"/>
                  </a:cubicBezTo>
                  <a:cubicBezTo>
                    <a:pt x="726211" y="999534"/>
                    <a:pt x="727288" y="1001486"/>
                    <a:pt x="727961" y="1002663"/>
                  </a:cubicBezTo>
                  <a:cubicBezTo>
                    <a:pt x="728601" y="1003807"/>
                    <a:pt x="730923" y="1005186"/>
                    <a:pt x="730923" y="1005186"/>
                  </a:cubicBezTo>
                  <a:lnTo>
                    <a:pt x="734457" y="1007372"/>
                  </a:lnTo>
                  <a:cubicBezTo>
                    <a:pt x="734457" y="1007372"/>
                    <a:pt x="736712" y="1009189"/>
                    <a:pt x="737216" y="1009324"/>
                  </a:cubicBezTo>
                  <a:cubicBezTo>
                    <a:pt x="737721" y="1009458"/>
                    <a:pt x="739538" y="1009963"/>
                    <a:pt x="740414" y="1009963"/>
                  </a:cubicBezTo>
                  <a:cubicBezTo>
                    <a:pt x="741289" y="1009963"/>
                    <a:pt x="744115" y="1010400"/>
                    <a:pt x="744889" y="1010400"/>
                  </a:cubicBezTo>
                  <a:cubicBezTo>
                    <a:pt x="745697" y="1010400"/>
                    <a:pt x="746774" y="1009525"/>
                    <a:pt x="746909" y="1009324"/>
                  </a:cubicBezTo>
                  <a:cubicBezTo>
                    <a:pt x="747043" y="1009088"/>
                    <a:pt x="748861" y="1007507"/>
                    <a:pt x="748861" y="1007507"/>
                  </a:cubicBezTo>
                  <a:cubicBezTo>
                    <a:pt x="748861" y="1007507"/>
                    <a:pt x="750678" y="1006431"/>
                    <a:pt x="751183" y="1006061"/>
                  </a:cubicBezTo>
                  <a:cubicBezTo>
                    <a:pt x="751688" y="1005690"/>
                    <a:pt x="752428" y="1005253"/>
                    <a:pt x="752765" y="1004917"/>
                  </a:cubicBezTo>
                  <a:cubicBezTo>
                    <a:pt x="753135" y="1004547"/>
                    <a:pt x="754784" y="1004412"/>
                    <a:pt x="755289" y="1004345"/>
                  </a:cubicBezTo>
                  <a:cubicBezTo>
                    <a:pt x="755793" y="1004278"/>
                    <a:pt x="759193" y="1003336"/>
                    <a:pt x="759630" y="1003100"/>
                  </a:cubicBezTo>
                  <a:cubicBezTo>
                    <a:pt x="760068" y="1002898"/>
                    <a:pt x="761818" y="1002394"/>
                    <a:pt x="761818" y="1002394"/>
                  </a:cubicBezTo>
                  <a:cubicBezTo>
                    <a:pt x="761818" y="1002394"/>
                    <a:pt x="762255" y="1000275"/>
                    <a:pt x="762255" y="1000005"/>
                  </a:cubicBezTo>
                  <a:cubicBezTo>
                    <a:pt x="762255" y="999703"/>
                    <a:pt x="761179" y="996541"/>
                    <a:pt x="761179" y="996541"/>
                  </a:cubicBezTo>
                  <a:lnTo>
                    <a:pt x="759294" y="991125"/>
                  </a:lnTo>
                  <a:cubicBezTo>
                    <a:pt x="759294" y="991125"/>
                    <a:pt x="758284" y="986718"/>
                    <a:pt x="758082" y="986213"/>
                  </a:cubicBezTo>
                  <a:cubicBezTo>
                    <a:pt x="757846" y="985709"/>
                    <a:pt x="758890" y="982513"/>
                    <a:pt x="759025" y="982143"/>
                  </a:cubicBezTo>
                  <a:cubicBezTo>
                    <a:pt x="759159" y="981773"/>
                    <a:pt x="759967" y="978678"/>
                    <a:pt x="759967" y="978678"/>
                  </a:cubicBezTo>
                  <a:lnTo>
                    <a:pt x="761145" y="977669"/>
                  </a:lnTo>
                  <a:cubicBezTo>
                    <a:pt x="761145" y="977669"/>
                    <a:pt x="766058" y="977871"/>
                    <a:pt x="766361" y="977803"/>
                  </a:cubicBezTo>
                  <a:cubicBezTo>
                    <a:pt x="766664" y="977736"/>
                    <a:pt x="767943" y="977299"/>
                    <a:pt x="767943" y="977299"/>
                  </a:cubicBezTo>
                  <a:lnTo>
                    <a:pt x="770467" y="973968"/>
                  </a:lnTo>
                  <a:lnTo>
                    <a:pt x="772352" y="970705"/>
                  </a:lnTo>
                  <a:lnTo>
                    <a:pt x="774607" y="968754"/>
                  </a:lnTo>
                  <a:lnTo>
                    <a:pt x="780765" y="967072"/>
                  </a:lnTo>
                  <a:cubicBezTo>
                    <a:pt x="780765" y="967072"/>
                    <a:pt x="785410" y="965054"/>
                    <a:pt x="785679" y="964684"/>
                  </a:cubicBezTo>
                  <a:cubicBezTo>
                    <a:pt x="785948" y="964314"/>
                    <a:pt x="788809" y="964617"/>
                    <a:pt x="789314" y="964617"/>
                  </a:cubicBezTo>
                  <a:cubicBezTo>
                    <a:pt x="789818" y="964617"/>
                    <a:pt x="793386" y="964549"/>
                    <a:pt x="793655" y="964482"/>
                  </a:cubicBezTo>
                  <a:cubicBezTo>
                    <a:pt x="793958" y="964415"/>
                    <a:pt x="796347" y="963742"/>
                    <a:pt x="796347" y="963742"/>
                  </a:cubicBezTo>
                  <a:cubicBezTo>
                    <a:pt x="796347" y="963742"/>
                    <a:pt x="798973" y="961858"/>
                    <a:pt x="799612" y="961353"/>
                  </a:cubicBezTo>
                  <a:cubicBezTo>
                    <a:pt x="800251" y="960849"/>
                    <a:pt x="801497" y="960277"/>
                    <a:pt x="801497" y="960277"/>
                  </a:cubicBezTo>
                  <a:lnTo>
                    <a:pt x="801497" y="958763"/>
                  </a:lnTo>
                  <a:lnTo>
                    <a:pt x="799444" y="956745"/>
                  </a:lnTo>
                  <a:lnTo>
                    <a:pt x="798905" y="954155"/>
                  </a:lnTo>
                  <a:cubicBezTo>
                    <a:pt x="798905" y="954155"/>
                    <a:pt x="798905" y="951766"/>
                    <a:pt x="798973" y="951463"/>
                  </a:cubicBezTo>
                  <a:cubicBezTo>
                    <a:pt x="799040" y="951161"/>
                    <a:pt x="800588" y="949142"/>
                    <a:pt x="800723" y="948940"/>
                  </a:cubicBezTo>
                  <a:cubicBezTo>
                    <a:pt x="800857" y="948739"/>
                    <a:pt x="803045" y="946485"/>
                    <a:pt x="803045" y="946485"/>
                  </a:cubicBezTo>
                  <a:lnTo>
                    <a:pt x="807756" y="943726"/>
                  </a:lnTo>
                  <a:lnTo>
                    <a:pt x="809708" y="942986"/>
                  </a:lnTo>
                  <a:lnTo>
                    <a:pt x="812401" y="942616"/>
                  </a:lnTo>
                  <a:lnTo>
                    <a:pt x="814420" y="943625"/>
                  </a:lnTo>
                  <a:lnTo>
                    <a:pt x="816170" y="945947"/>
                  </a:lnTo>
                  <a:cubicBezTo>
                    <a:pt x="816170" y="945947"/>
                    <a:pt x="817617" y="947258"/>
                    <a:pt x="818054" y="948604"/>
                  </a:cubicBezTo>
                  <a:cubicBezTo>
                    <a:pt x="818492" y="949983"/>
                    <a:pt x="818694" y="950286"/>
                    <a:pt x="818761" y="950555"/>
                  </a:cubicBezTo>
                  <a:cubicBezTo>
                    <a:pt x="818828" y="950858"/>
                    <a:pt x="819401" y="953751"/>
                    <a:pt x="819468" y="954020"/>
                  </a:cubicBezTo>
                  <a:cubicBezTo>
                    <a:pt x="819535" y="954323"/>
                    <a:pt x="821151" y="956711"/>
                    <a:pt x="821218" y="956913"/>
                  </a:cubicBezTo>
                  <a:cubicBezTo>
                    <a:pt x="821286" y="957115"/>
                    <a:pt x="822093" y="959167"/>
                    <a:pt x="822093" y="960243"/>
                  </a:cubicBezTo>
                  <a:cubicBezTo>
                    <a:pt x="822093" y="961320"/>
                    <a:pt x="823103" y="961892"/>
                    <a:pt x="823103" y="962565"/>
                  </a:cubicBezTo>
                  <a:cubicBezTo>
                    <a:pt x="823103" y="963204"/>
                    <a:pt x="824987" y="963506"/>
                    <a:pt x="825189" y="963305"/>
                  </a:cubicBezTo>
                  <a:cubicBezTo>
                    <a:pt x="825391" y="963103"/>
                    <a:pt x="826266" y="963103"/>
                    <a:pt x="826771" y="962565"/>
                  </a:cubicBezTo>
                  <a:cubicBezTo>
                    <a:pt x="827276" y="962060"/>
                    <a:pt x="827411" y="960176"/>
                    <a:pt x="827781" y="959806"/>
                  </a:cubicBezTo>
                  <a:cubicBezTo>
                    <a:pt x="828151" y="959436"/>
                    <a:pt x="828286" y="957855"/>
                    <a:pt x="828723" y="957115"/>
                  </a:cubicBezTo>
                  <a:cubicBezTo>
                    <a:pt x="829161" y="956375"/>
                    <a:pt x="829161" y="954592"/>
                    <a:pt x="829531" y="953986"/>
                  </a:cubicBezTo>
                  <a:cubicBezTo>
                    <a:pt x="829901" y="953415"/>
                    <a:pt x="829800" y="952607"/>
                    <a:pt x="829733" y="952405"/>
                  </a:cubicBezTo>
                  <a:cubicBezTo>
                    <a:pt x="829666" y="952170"/>
                    <a:pt x="830541" y="950892"/>
                    <a:pt x="831045" y="950017"/>
                  </a:cubicBezTo>
                  <a:cubicBezTo>
                    <a:pt x="831550" y="949142"/>
                    <a:pt x="831483" y="948772"/>
                    <a:pt x="831617" y="948436"/>
                  </a:cubicBezTo>
                  <a:cubicBezTo>
                    <a:pt x="831752" y="948066"/>
                    <a:pt x="832695" y="947191"/>
                    <a:pt x="833300" y="946417"/>
                  </a:cubicBezTo>
                  <a:cubicBezTo>
                    <a:pt x="833872" y="945610"/>
                    <a:pt x="834175" y="944971"/>
                    <a:pt x="834747" y="944231"/>
                  </a:cubicBezTo>
                  <a:cubicBezTo>
                    <a:pt x="835319" y="943491"/>
                    <a:pt x="835555" y="942986"/>
                    <a:pt x="835757" y="941910"/>
                  </a:cubicBezTo>
                  <a:cubicBezTo>
                    <a:pt x="835959" y="940833"/>
                    <a:pt x="836834" y="939723"/>
                    <a:pt x="837137" y="939151"/>
                  </a:cubicBezTo>
                  <a:cubicBezTo>
                    <a:pt x="837440" y="938579"/>
                    <a:pt x="838517" y="937469"/>
                    <a:pt x="839089" y="936763"/>
                  </a:cubicBezTo>
                  <a:cubicBezTo>
                    <a:pt x="839661" y="936023"/>
                    <a:pt x="840671" y="936460"/>
                    <a:pt x="841276" y="936023"/>
                  </a:cubicBezTo>
                  <a:cubicBezTo>
                    <a:pt x="841848" y="935586"/>
                    <a:pt x="842791" y="935821"/>
                    <a:pt x="843295" y="935586"/>
                  </a:cubicBezTo>
                  <a:cubicBezTo>
                    <a:pt x="843800" y="935350"/>
                    <a:pt x="844877" y="935586"/>
                    <a:pt x="846930" y="935586"/>
                  </a:cubicBezTo>
                  <a:cubicBezTo>
                    <a:pt x="848950" y="935586"/>
                    <a:pt x="849387" y="937032"/>
                    <a:pt x="849387" y="937032"/>
                  </a:cubicBezTo>
                  <a:lnTo>
                    <a:pt x="848882" y="938546"/>
                  </a:lnTo>
                  <a:cubicBezTo>
                    <a:pt x="848882" y="938546"/>
                    <a:pt x="848579" y="939622"/>
                    <a:pt x="848579" y="939925"/>
                  </a:cubicBezTo>
                  <a:cubicBezTo>
                    <a:pt x="848579" y="940228"/>
                    <a:pt x="848579" y="942448"/>
                    <a:pt x="848512" y="942684"/>
                  </a:cubicBezTo>
                  <a:cubicBezTo>
                    <a:pt x="848445" y="942919"/>
                    <a:pt x="848445" y="944433"/>
                    <a:pt x="848377" y="944937"/>
                  </a:cubicBezTo>
                  <a:cubicBezTo>
                    <a:pt x="848310" y="945442"/>
                    <a:pt x="847637" y="947090"/>
                    <a:pt x="847435" y="947830"/>
                  </a:cubicBezTo>
                  <a:cubicBezTo>
                    <a:pt x="847199" y="948537"/>
                    <a:pt x="846863" y="950084"/>
                    <a:pt x="846930" y="950286"/>
                  </a:cubicBezTo>
                  <a:cubicBezTo>
                    <a:pt x="846998" y="950488"/>
                    <a:pt x="848377" y="952977"/>
                    <a:pt x="848680" y="953684"/>
                  </a:cubicBezTo>
                  <a:cubicBezTo>
                    <a:pt x="848983" y="954390"/>
                    <a:pt x="850632" y="956207"/>
                    <a:pt x="850700" y="956509"/>
                  </a:cubicBezTo>
                  <a:cubicBezTo>
                    <a:pt x="850767" y="956812"/>
                    <a:pt x="851776" y="959974"/>
                    <a:pt x="851776" y="960277"/>
                  </a:cubicBezTo>
                  <a:cubicBezTo>
                    <a:pt x="851776" y="960580"/>
                    <a:pt x="852281" y="963305"/>
                    <a:pt x="852349" y="964112"/>
                  </a:cubicBezTo>
                  <a:cubicBezTo>
                    <a:pt x="852416" y="964919"/>
                    <a:pt x="853560" y="966198"/>
                    <a:pt x="853560" y="966198"/>
                  </a:cubicBezTo>
                  <a:cubicBezTo>
                    <a:pt x="853560" y="966198"/>
                    <a:pt x="856185" y="969091"/>
                    <a:pt x="856320" y="969461"/>
                  </a:cubicBezTo>
                  <a:cubicBezTo>
                    <a:pt x="856454" y="969831"/>
                    <a:pt x="859450" y="972926"/>
                    <a:pt x="860325" y="974103"/>
                  </a:cubicBezTo>
                  <a:cubicBezTo>
                    <a:pt x="861200" y="975247"/>
                    <a:pt x="863892" y="975852"/>
                    <a:pt x="863892" y="975852"/>
                  </a:cubicBezTo>
                  <a:cubicBezTo>
                    <a:pt x="863892" y="975852"/>
                    <a:pt x="866349" y="976222"/>
                    <a:pt x="866854" y="976222"/>
                  </a:cubicBezTo>
                  <a:cubicBezTo>
                    <a:pt x="867358" y="976222"/>
                    <a:pt x="871767" y="977030"/>
                    <a:pt x="871767" y="977030"/>
                  </a:cubicBezTo>
                  <a:lnTo>
                    <a:pt x="875032" y="977971"/>
                  </a:lnTo>
                  <a:lnTo>
                    <a:pt x="880450" y="979855"/>
                  </a:lnTo>
                  <a:lnTo>
                    <a:pt x="884287" y="981672"/>
                  </a:lnTo>
                  <a:cubicBezTo>
                    <a:pt x="884287" y="981672"/>
                    <a:pt x="888931" y="984868"/>
                    <a:pt x="889133" y="985069"/>
                  </a:cubicBezTo>
                  <a:cubicBezTo>
                    <a:pt x="889335" y="985271"/>
                    <a:pt x="893609" y="988198"/>
                    <a:pt x="893912" y="988332"/>
                  </a:cubicBezTo>
                  <a:cubicBezTo>
                    <a:pt x="894215" y="988467"/>
                    <a:pt x="895931" y="990149"/>
                    <a:pt x="895931" y="990149"/>
                  </a:cubicBezTo>
                  <a:lnTo>
                    <a:pt x="897950" y="990654"/>
                  </a:lnTo>
                  <a:lnTo>
                    <a:pt x="899532" y="990654"/>
                  </a:lnTo>
                  <a:lnTo>
                    <a:pt x="900912" y="990855"/>
                  </a:lnTo>
                  <a:cubicBezTo>
                    <a:pt x="900912" y="990855"/>
                    <a:pt x="902157" y="990923"/>
                    <a:pt x="902427" y="990923"/>
                  </a:cubicBezTo>
                  <a:cubicBezTo>
                    <a:pt x="902696" y="990923"/>
                    <a:pt x="902932" y="990855"/>
                    <a:pt x="903436" y="990418"/>
                  </a:cubicBezTo>
                  <a:cubicBezTo>
                    <a:pt x="903941" y="989981"/>
                    <a:pt x="904883" y="989981"/>
                    <a:pt x="904883" y="989981"/>
                  </a:cubicBezTo>
                  <a:lnTo>
                    <a:pt x="905893" y="988164"/>
                  </a:lnTo>
                  <a:cubicBezTo>
                    <a:pt x="905893" y="988164"/>
                    <a:pt x="907037" y="987021"/>
                    <a:pt x="907138" y="986718"/>
                  </a:cubicBezTo>
                  <a:cubicBezTo>
                    <a:pt x="907205" y="986415"/>
                    <a:pt x="908080" y="985641"/>
                    <a:pt x="908215" y="985339"/>
                  </a:cubicBezTo>
                  <a:cubicBezTo>
                    <a:pt x="908350" y="985036"/>
                    <a:pt x="909460" y="984195"/>
                    <a:pt x="910100" y="983825"/>
                  </a:cubicBezTo>
                  <a:cubicBezTo>
                    <a:pt x="910739" y="983455"/>
                    <a:pt x="912052" y="982950"/>
                    <a:pt x="912052" y="982950"/>
                  </a:cubicBezTo>
                  <a:lnTo>
                    <a:pt x="913566" y="983690"/>
                  </a:lnTo>
                  <a:lnTo>
                    <a:pt x="915215" y="983690"/>
                  </a:lnTo>
                  <a:lnTo>
                    <a:pt x="917538" y="984195"/>
                  </a:lnTo>
                  <a:cubicBezTo>
                    <a:pt x="917538" y="984195"/>
                    <a:pt x="919557" y="984632"/>
                    <a:pt x="920062" y="984632"/>
                  </a:cubicBezTo>
                  <a:cubicBezTo>
                    <a:pt x="920567" y="984632"/>
                    <a:pt x="922148" y="985944"/>
                    <a:pt x="922148" y="985944"/>
                  </a:cubicBezTo>
                  <a:lnTo>
                    <a:pt x="924167" y="987256"/>
                  </a:lnTo>
                  <a:lnTo>
                    <a:pt x="927634" y="988635"/>
                  </a:lnTo>
                  <a:lnTo>
                    <a:pt x="928273" y="989039"/>
                  </a:lnTo>
                  <a:lnTo>
                    <a:pt x="928273" y="986314"/>
                  </a:lnTo>
                  <a:lnTo>
                    <a:pt x="925076" y="979351"/>
                  </a:lnTo>
                  <a:lnTo>
                    <a:pt x="921442" y="973396"/>
                  </a:lnTo>
                  <a:cubicBezTo>
                    <a:pt x="921442" y="973396"/>
                    <a:pt x="919557" y="970638"/>
                    <a:pt x="919557" y="970066"/>
                  </a:cubicBezTo>
                  <a:cubicBezTo>
                    <a:pt x="919557" y="969494"/>
                    <a:pt x="919557" y="965424"/>
                    <a:pt x="919557" y="965424"/>
                  </a:cubicBezTo>
                  <a:lnTo>
                    <a:pt x="921307" y="961219"/>
                  </a:lnTo>
                  <a:lnTo>
                    <a:pt x="923898" y="955567"/>
                  </a:lnTo>
                  <a:lnTo>
                    <a:pt x="923191" y="949176"/>
                  </a:lnTo>
                  <a:lnTo>
                    <a:pt x="918413" y="945274"/>
                  </a:lnTo>
                  <a:lnTo>
                    <a:pt x="921610" y="941237"/>
                  </a:lnTo>
                  <a:lnTo>
                    <a:pt x="920600" y="928622"/>
                  </a:lnTo>
                  <a:lnTo>
                    <a:pt x="919456" y="916310"/>
                  </a:lnTo>
                  <a:cubicBezTo>
                    <a:pt x="919456" y="916310"/>
                    <a:pt x="916831" y="909952"/>
                    <a:pt x="916561" y="909515"/>
                  </a:cubicBezTo>
                  <a:cubicBezTo>
                    <a:pt x="916259" y="909077"/>
                    <a:pt x="916561" y="905747"/>
                    <a:pt x="916561" y="905747"/>
                  </a:cubicBezTo>
                  <a:lnTo>
                    <a:pt x="916427" y="901677"/>
                  </a:lnTo>
                  <a:lnTo>
                    <a:pt x="911917" y="899356"/>
                  </a:lnTo>
                  <a:lnTo>
                    <a:pt x="909158" y="896160"/>
                  </a:lnTo>
                  <a:lnTo>
                    <a:pt x="909158" y="888927"/>
                  </a:lnTo>
                  <a:lnTo>
                    <a:pt x="904076" y="881089"/>
                  </a:lnTo>
                  <a:lnTo>
                    <a:pt x="899734" y="873991"/>
                  </a:lnTo>
                  <a:lnTo>
                    <a:pt x="897715" y="866456"/>
                  </a:lnTo>
                  <a:cubicBezTo>
                    <a:pt x="897715" y="866456"/>
                    <a:pt x="893508" y="862117"/>
                    <a:pt x="893508" y="861545"/>
                  </a:cubicBezTo>
                  <a:cubicBezTo>
                    <a:pt x="893508" y="860973"/>
                    <a:pt x="893508" y="857643"/>
                    <a:pt x="893508" y="857643"/>
                  </a:cubicBezTo>
                  <a:lnTo>
                    <a:pt x="890479" y="854884"/>
                  </a:lnTo>
                  <a:cubicBezTo>
                    <a:pt x="890479" y="854884"/>
                    <a:pt x="887282" y="851857"/>
                    <a:pt x="886575" y="851554"/>
                  </a:cubicBezTo>
                  <a:cubicBezTo>
                    <a:pt x="885835" y="851251"/>
                    <a:pt x="881224" y="846777"/>
                    <a:pt x="880619" y="846205"/>
                  </a:cubicBezTo>
                  <a:cubicBezTo>
                    <a:pt x="880046" y="845633"/>
                    <a:pt x="876984" y="840554"/>
                    <a:pt x="876984" y="840554"/>
                  </a:cubicBezTo>
                  <a:lnTo>
                    <a:pt x="878296" y="837661"/>
                  </a:lnTo>
                  <a:cubicBezTo>
                    <a:pt x="878296" y="837661"/>
                    <a:pt x="882368" y="833893"/>
                    <a:pt x="882941" y="833321"/>
                  </a:cubicBezTo>
                  <a:cubicBezTo>
                    <a:pt x="883513" y="832749"/>
                    <a:pt x="885566" y="830697"/>
                    <a:pt x="886272" y="830428"/>
                  </a:cubicBezTo>
                  <a:cubicBezTo>
                    <a:pt x="887013" y="830125"/>
                    <a:pt x="888729" y="830428"/>
                    <a:pt x="888729" y="830428"/>
                  </a:cubicBezTo>
                  <a:lnTo>
                    <a:pt x="894518" y="832177"/>
                  </a:lnTo>
                  <a:lnTo>
                    <a:pt x="901484" y="829150"/>
                  </a:lnTo>
                  <a:lnTo>
                    <a:pt x="901619" y="826257"/>
                  </a:lnTo>
                  <a:lnTo>
                    <a:pt x="900037" y="823061"/>
                  </a:lnTo>
                  <a:lnTo>
                    <a:pt x="905085" y="820874"/>
                  </a:lnTo>
                  <a:lnTo>
                    <a:pt x="907710" y="822186"/>
                  </a:lnTo>
                  <a:lnTo>
                    <a:pt x="910167" y="819428"/>
                  </a:lnTo>
                  <a:lnTo>
                    <a:pt x="915686" y="814079"/>
                  </a:lnTo>
                  <a:lnTo>
                    <a:pt x="919759" y="806544"/>
                  </a:lnTo>
                  <a:lnTo>
                    <a:pt x="925413" y="800455"/>
                  </a:lnTo>
                  <a:lnTo>
                    <a:pt x="924538" y="791911"/>
                  </a:lnTo>
                  <a:cubicBezTo>
                    <a:pt x="924538" y="791911"/>
                    <a:pt x="929451" y="792348"/>
                    <a:pt x="930057" y="791911"/>
                  </a:cubicBezTo>
                  <a:cubicBezTo>
                    <a:pt x="930629" y="791473"/>
                    <a:pt x="933759" y="791339"/>
                    <a:pt x="933759" y="791339"/>
                  </a:cubicBezTo>
                  <a:cubicBezTo>
                    <a:pt x="933759" y="791339"/>
                    <a:pt x="935274" y="786259"/>
                    <a:pt x="935274" y="785553"/>
                  </a:cubicBezTo>
                  <a:cubicBezTo>
                    <a:pt x="935274" y="784846"/>
                    <a:pt x="935274" y="781213"/>
                    <a:pt x="935274" y="781213"/>
                  </a:cubicBezTo>
                  <a:lnTo>
                    <a:pt x="936149" y="778085"/>
                  </a:lnTo>
                  <a:lnTo>
                    <a:pt x="938168" y="776840"/>
                  </a:lnTo>
                  <a:lnTo>
                    <a:pt x="939615" y="776840"/>
                  </a:lnTo>
                  <a:cubicBezTo>
                    <a:pt x="939615" y="776840"/>
                    <a:pt x="942947" y="777715"/>
                    <a:pt x="943519" y="777715"/>
                  </a:cubicBezTo>
                  <a:cubicBezTo>
                    <a:pt x="944091" y="777715"/>
                    <a:pt x="950486" y="778724"/>
                    <a:pt x="950486" y="778724"/>
                  </a:cubicBezTo>
                  <a:cubicBezTo>
                    <a:pt x="950486" y="778724"/>
                    <a:pt x="958158" y="781920"/>
                    <a:pt x="958596" y="781920"/>
                  </a:cubicBezTo>
                  <a:cubicBezTo>
                    <a:pt x="959034" y="781920"/>
                    <a:pt x="963510" y="781348"/>
                    <a:pt x="964553" y="781348"/>
                  </a:cubicBezTo>
                  <a:cubicBezTo>
                    <a:pt x="965596" y="781348"/>
                    <a:pt x="1011804" y="783803"/>
                    <a:pt x="1011804" y="783803"/>
                  </a:cubicBezTo>
                  <a:lnTo>
                    <a:pt x="1028328" y="783803"/>
                  </a:lnTo>
                  <a:lnTo>
                    <a:pt x="1040781" y="778287"/>
                  </a:lnTo>
                  <a:lnTo>
                    <a:pt x="1045425" y="771929"/>
                  </a:lnTo>
                  <a:lnTo>
                    <a:pt x="1046569" y="767757"/>
                  </a:lnTo>
                  <a:lnTo>
                    <a:pt x="1046569" y="763822"/>
                  </a:lnTo>
                  <a:lnTo>
                    <a:pt x="1044819" y="761231"/>
                  </a:lnTo>
                  <a:lnTo>
                    <a:pt x="1043069" y="758910"/>
                  </a:lnTo>
                  <a:lnTo>
                    <a:pt x="1040612" y="757531"/>
                  </a:lnTo>
                  <a:lnTo>
                    <a:pt x="1040208" y="754705"/>
                  </a:lnTo>
                  <a:lnTo>
                    <a:pt x="1039603" y="750366"/>
                  </a:lnTo>
                  <a:lnTo>
                    <a:pt x="1039603" y="748179"/>
                  </a:lnTo>
                  <a:lnTo>
                    <a:pt x="1041555" y="745051"/>
                  </a:lnTo>
                  <a:lnTo>
                    <a:pt x="1042800" y="742090"/>
                  </a:lnTo>
                  <a:lnTo>
                    <a:pt x="1043944" y="736439"/>
                  </a:lnTo>
                  <a:lnTo>
                    <a:pt x="1045089" y="730350"/>
                  </a:lnTo>
                  <a:cubicBezTo>
                    <a:pt x="1045089" y="730350"/>
                    <a:pt x="1046973" y="725136"/>
                    <a:pt x="1047276" y="724699"/>
                  </a:cubicBezTo>
                  <a:cubicBezTo>
                    <a:pt x="1047579" y="724261"/>
                    <a:pt x="1051920" y="720359"/>
                    <a:pt x="1051920" y="720359"/>
                  </a:cubicBezTo>
                  <a:lnTo>
                    <a:pt x="1056699" y="716592"/>
                  </a:lnTo>
                  <a:lnTo>
                    <a:pt x="1057709" y="707307"/>
                  </a:lnTo>
                  <a:lnTo>
                    <a:pt x="1055959" y="690083"/>
                  </a:lnTo>
                  <a:lnTo>
                    <a:pt x="1059089" y="684432"/>
                  </a:lnTo>
                  <a:lnTo>
                    <a:pt x="1061344" y="680530"/>
                  </a:lnTo>
                  <a:lnTo>
                    <a:pt x="1064474" y="676392"/>
                  </a:lnTo>
                  <a:lnTo>
                    <a:pt x="1067132" y="672423"/>
                  </a:lnTo>
                  <a:lnTo>
                    <a:pt x="1068848" y="670673"/>
                  </a:lnTo>
                  <a:lnTo>
                    <a:pt x="1070901" y="668857"/>
                  </a:lnTo>
                  <a:lnTo>
                    <a:pt x="1070901" y="666468"/>
                  </a:lnTo>
                  <a:lnTo>
                    <a:pt x="1068579" y="658193"/>
                  </a:lnTo>
                  <a:cubicBezTo>
                    <a:pt x="1068579" y="658193"/>
                    <a:pt x="1068512" y="651970"/>
                    <a:pt x="1068512" y="651667"/>
                  </a:cubicBezTo>
                  <a:cubicBezTo>
                    <a:pt x="1068512" y="651364"/>
                    <a:pt x="1068882" y="646083"/>
                    <a:pt x="1068950" y="645814"/>
                  </a:cubicBezTo>
                  <a:cubicBezTo>
                    <a:pt x="1069017" y="645511"/>
                    <a:pt x="1072416" y="641407"/>
                    <a:pt x="1072416" y="641407"/>
                  </a:cubicBezTo>
                  <a:lnTo>
                    <a:pt x="1077935" y="635688"/>
                  </a:lnTo>
                  <a:lnTo>
                    <a:pt x="1079820" y="632862"/>
                  </a:lnTo>
                  <a:lnTo>
                    <a:pt x="1079517" y="627278"/>
                  </a:lnTo>
                  <a:lnTo>
                    <a:pt x="1077060" y="623006"/>
                  </a:lnTo>
                  <a:lnTo>
                    <a:pt x="1072012" y="615841"/>
                  </a:lnTo>
                  <a:lnTo>
                    <a:pt x="1073392" y="609079"/>
                  </a:lnTo>
                  <a:cubicBezTo>
                    <a:pt x="1073392" y="609079"/>
                    <a:pt x="1074603" y="603361"/>
                    <a:pt x="1074738" y="603293"/>
                  </a:cubicBezTo>
                  <a:cubicBezTo>
                    <a:pt x="1074873" y="603226"/>
                    <a:pt x="1079281" y="599828"/>
                    <a:pt x="1079281" y="599828"/>
                  </a:cubicBezTo>
                  <a:lnTo>
                    <a:pt x="1080426" y="596027"/>
                  </a:lnTo>
                  <a:lnTo>
                    <a:pt x="1079887" y="586473"/>
                  </a:lnTo>
                  <a:cubicBezTo>
                    <a:pt x="1079887" y="586473"/>
                    <a:pt x="1078911" y="584859"/>
                    <a:pt x="1078743" y="584657"/>
                  </a:cubicBezTo>
                  <a:cubicBezTo>
                    <a:pt x="1078608" y="584489"/>
                    <a:pt x="1077767" y="580385"/>
                    <a:pt x="1077767" y="580250"/>
                  </a:cubicBezTo>
                  <a:cubicBezTo>
                    <a:pt x="1077767" y="580116"/>
                    <a:pt x="1076051" y="575036"/>
                    <a:pt x="1076051" y="575036"/>
                  </a:cubicBezTo>
                  <a:lnTo>
                    <a:pt x="1076556" y="570293"/>
                  </a:lnTo>
                  <a:lnTo>
                    <a:pt x="1076724" y="564339"/>
                  </a:lnTo>
                  <a:lnTo>
                    <a:pt x="1077060" y="556400"/>
                  </a:lnTo>
                  <a:lnTo>
                    <a:pt x="1076892" y="546106"/>
                  </a:lnTo>
                  <a:lnTo>
                    <a:pt x="1079382" y="540656"/>
                  </a:lnTo>
                  <a:lnTo>
                    <a:pt x="1081772" y="535644"/>
                  </a:lnTo>
                  <a:lnTo>
                    <a:pt x="1083084" y="528243"/>
                  </a:lnTo>
                  <a:lnTo>
                    <a:pt x="1083084" y="523904"/>
                  </a:lnTo>
                  <a:lnTo>
                    <a:pt x="1080257" y="519228"/>
                  </a:lnTo>
                  <a:lnTo>
                    <a:pt x="1079382" y="516503"/>
                  </a:lnTo>
                  <a:lnTo>
                    <a:pt x="1078743" y="510650"/>
                  </a:lnTo>
                  <a:cubicBezTo>
                    <a:pt x="1078743" y="510650"/>
                    <a:pt x="1079382" y="507925"/>
                    <a:pt x="1079382" y="507488"/>
                  </a:cubicBezTo>
                  <a:cubicBezTo>
                    <a:pt x="1079382" y="507050"/>
                    <a:pt x="1081671" y="504662"/>
                    <a:pt x="1081873" y="504325"/>
                  </a:cubicBezTo>
                  <a:cubicBezTo>
                    <a:pt x="1082075" y="503989"/>
                    <a:pt x="1087729" y="499448"/>
                    <a:pt x="1087729" y="499448"/>
                  </a:cubicBezTo>
                  <a:lnTo>
                    <a:pt x="1097623" y="491744"/>
                  </a:lnTo>
                  <a:lnTo>
                    <a:pt x="1100551" y="487169"/>
                  </a:lnTo>
                  <a:lnTo>
                    <a:pt x="1104623" y="481955"/>
                  </a:lnTo>
                  <a:lnTo>
                    <a:pt x="1107383" y="477279"/>
                  </a:lnTo>
                  <a:lnTo>
                    <a:pt x="1107383" y="470013"/>
                  </a:lnTo>
                  <a:lnTo>
                    <a:pt x="1108460" y="462175"/>
                  </a:lnTo>
                  <a:lnTo>
                    <a:pt x="1107787" y="452823"/>
                  </a:lnTo>
                  <a:lnTo>
                    <a:pt x="1106171" y="448484"/>
                  </a:lnTo>
                  <a:lnTo>
                    <a:pt x="1099104" y="445759"/>
                  </a:lnTo>
                  <a:lnTo>
                    <a:pt x="1096042" y="444783"/>
                  </a:lnTo>
                  <a:lnTo>
                    <a:pt x="1092575" y="444783"/>
                  </a:lnTo>
                  <a:lnTo>
                    <a:pt x="1088772" y="441857"/>
                  </a:lnTo>
                  <a:lnTo>
                    <a:pt x="1086483" y="439569"/>
                  </a:lnTo>
                  <a:lnTo>
                    <a:pt x="1085508" y="437181"/>
                  </a:lnTo>
                  <a:lnTo>
                    <a:pt x="1086719" y="432740"/>
                  </a:lnTo>
                  <a:lnTo>
                    <a:pt x="1087493" y="426113"/>
                  </a:lnTo>
                  <a:lnTo>
                    <a:pt x="1088536" y="421875"/>
                  </a:lnTo>
                  <a:lnTo>
                    <a:pt x="1091734" y="418713"/>
                  </a:lnTo>
                  <a:lnTo>
                    <a:pt x="1091734" y="414373"/>
                  </a:lnTo>
                  <a:lnTo>
                    <a:pt x="1089546" y="408822"/>
                  </a:lnTo>
                  <a:lnTo>
                    <a:pt x="1090522" y="405660"/>
                  </a:lnTo>
                  <a:lnTo>
                    <a:pt x="1093988" y="401422"/>
                  </a:lnTo>
                  <a:lnTo>
                    <a:pt x="1098465" y="399672"/>
                  </a:lnTo>
                  <a:lnTo>
                    <a:pt x="1104321" y="393920"/>
                  </a:lnTo>
                  <a:lnTo>
                    <a:pt x="1107787" y="390455"/>
                  </a:lnTo>
                  <a:cubicBezTo>
                    <a:pt x="1107787" y="390455"/>
                    <a:pt x="1109200" y="390455"/>
                    <a:pt x="1109301" y="389143"/>
                  </a:cubicBezTo>
                  <a:cubicBezTo>
                    <a:pt x="1109436" y="387932"/>
                    <a:pt x="1109167" y="386721"/>
                    <a:pt x="1109167" y="386721"/>
                  </a:cubicBezTo>
                  <a:close/>
                </a:path>
              </a:pathLst>
            </a:custGeom>
            <a:grpFill/>
            <a:ln w="6350" cap="flat">
              <a:solidFill>
                <a:schemeClr val="bg1"/>
              </a:solidFill>
              <a:prstDash val="solid"/>
              <a:miter/>
            </a:ln>
          </p:spPr>
          <p:txBody>
            <a:bodyPr rtlCol="0" anchor="ctr"/>
            <a:lstStyle/>
            <a:p>
              <a:endParaRPr lang="en-US"/>
            </a:p>
          </p:txBody>
        </p:sp>
        <p:sp>
          <p:nvSpPr>
            <p:cNvPr id="187" name="Freeform 904">
              <a:extLst>
                <a:ext uri="{FF2B5EF4-FFF2-40B4-BE49-F238E27FC236}">
                  <a16:creationId xmlns:a16="http://schemas.microsoft.com/office/drawing/2014/main" id="{5AF885FB-E393-B602-2013-0C2EDD9B22B4}"/>
                </a:ext>
              </a:extLst>
            </p:cNvPr>
            <p:cNvSpPr/>
            <p:nvPr/>
          </p:nvSpPr>
          <p:spPr>
            <a:xfrm>
              <a:off x="7761032" y="2478268"/>
              <a:ext cx="194993" cy="371230"/>
            </a:xfrm>
            <a:custGeom>
              <a:avLst/>
              <a:gdLst>
                <a:gd name="connsiteX0" fmla="*/ 313721 w 374366"/>
                <a:gd name="connsiteY0" fmla="*/ 500659 h 712723"/>
                <a:gd name="connsiteX1" fmla="*/ 306552 w 374366"/>
                <a:gd name="connsiteY1" fmla="*/ 495007 h 712723"/>
                <a:gd name="connsiteX2" fmla="*/ 301773 w 374366"/>
                <a:gd name="connsiteY2" fmla="*/ 490870 h 712723"/>
                <a:gd name="connsiteX3" fmla="*/ 301773 w 374366"/>
                <a:gd name="connsiteY3" fmla="*/ 486732 h 712723"/>
                <a:gd name="connsiteX4" fmla="*/ 301773 w 374366"/>
                <a:gd name="connsiteY4" fmla="*/ 482830 h 712723"/>
                <a:gd name="connsiteX5" fmla="*/ 299821 w 374366"/>
                <a:gd name="connsiteY5" fmla="*/ 480643 h 712723"/>
                <a:gd name="connsiteX6" fmla="*/ 296119 w 374366"/>
                <a:gd name="connsiteY6" fmla="*/ 476304 h 712723"/>
                <a:gd name="connsiteX7" fmla="*/ 292215 w 374366"/>
                <a:gd name="connsiteY7" fmla="*/ 472603 h 712723"/>
                <a:gd name="connsiteX8" fmla="*/ 291576 w 374366"/>
                <a:gd name="connsiteY8" fmla="*/ 469340 h 712723"/>
                <a:gd name="connsiteX9" fmla="*/ 297230 w 374366"/>
                <a:gd name="connsiteY9" fmla="*/ 467389 h 712723"/>
                <a:gd name="connsiteX10" fmla="*/ 296994 w 374366"/>
                <a:gd name="connsiteY10" fmla="*/ 466313 h 712723"/>
                <a:gd name="connsiteX11" fmla="*/ 291138 w 374366"/>
                <a:gd name="connsiteY11" fmla="*/ 462848 h 712723"/>
                <a:gd name="connsiteX12" fmla="*/ 291778 w 374366"/>
                <a:gd name="connsiteY12" fmla="*/ 459383 h 712723"/>
                <a:gd name="connsiteX13" fmla="*/ 295917 w 374366"/>
                <a:gd name="connsiteY13" fmla="*/ 457634 h 712723"/>
                <a:gd name="connsiteX14" fmla="*/ 299182 w 374366"/>
                <a:gd name="connsiteY14" fmla="*/ 455245 h 712723"/>
                <a:gd name="connsiteX15" fmla="*/ 303961 w 374366"/>
                <a:gd name="connsiteY15" fmla="*/ 455245 h 712723"/>
                <a:gd name="connsiteX16" fmla="*/ 306788 w 374366"/>
                <a:gd name="connsiteY16" fmla="*/ 451343 h 712723"/>
                <a:gd name="connsiteX17" fmla="*/ 305711 w 374366"/>
                <a:gd name="connsiteY17" fmla="*/ 449392 h 712723"/>
                <a:gd name="connsiteX18" fmla="*/ 305071 w 374366"/>
                <a:gd name="connsiteY18" fmla="*/ 446802 h 712723"/>
                <a:gd name="connsiteX19" fmla="*/ 309413 w 374366"/>
                <a:gd name="connsiteY19" fmla="*/ 445725 h 712723"/>
                <a:gd name="connsiteX20" fmla="*/ 313317 w 374366"/>
                <a:gd name="connsiteY20" fmla="*/ 444413 h 712723"/>
                <a:gd name="connsiteX21" fmla="*/ 315942 w 374366"/>
                <a:gd name="connsiteY21" fmla="*/ 444413 h 712723"/>
                <a:gd name="connsiteX22" fmla="*/ 317692 w 374366"/>
                <a:gd name="connsiteY22" fmla="*/ 444413 h 712723"/>
                <a:gd name="connsiteX23" fmla="*/ 317927 w 374366"/>
                <a:gd name="connsiteY23" fmla="*/ 441587 h 712723"/>
                <a:gd name="connsiteX24" fmla="*/ 317052 w 374366"/>
                <a:gd name="connsiteY24" fmla="*/ 437013 h 712723"/>
                <a:gd name="connsiteX25" fmla="*/ 319004 w 374366"/>
                <a:gd name="connsiteY25" fmla="*/ 430924 h 712723"/>
                <a:gd name="connsiteX26" fmla="*/ 316615 w 374366"/>
                <a:gd name="connsiteY26" fmla="*/ 429410 h 712723"/>
                <a:gd name="connsiteX27" fmla="*/ 315975 w 374366"/>
                <a:gd name="connsiteY27" fmla="*/ 423758 h 712723"/>
                <a:gd name="connsiteX28" fmla="*/ 316177 w 374366"/>
                <a:gd name="connsiteY28" fmla="*/ 418343 h 712723"/>
                <a:gd name="connsiteX29" fmla="*/ 317692 w 374366"/>
                <a:gd name="connsiteY29" fmla="*/ 414642 h 712723"/>
                <a:gd name="connsiteX30" fmla="*/ 321394 w 374366"/>
                <a:gd name="connsiteY30" fmla="*/ 410740 h 712723"/>
                <a:gd name="connsiteX31" fmla="*/ 324221 w 374366"/>
                <a:gd name="connsiteY31" fmla="*/ 405526 h 712723"/>
                <a:gd name="connsiteX32" fmla="*/ 326173 w 374366"/>
                <a:gd name="connsiteY32" fmla="*/ 399942 h 712723"/>
                <a:gd name="connsiteX33" fmla="*/ 330380 w 374366"/>
                <a:gd name="connsiteY33" fmla="*/ 395871 h 712723"/>
                <a:gd name="connsiteX34" fmla="*/ 334284 w 374366"/>
                <a:gd name="connsiteY34" fmla="*/ 393987 h 712723"/>
                <a:gd name="connsiteX35" fmla="*/ 335865 w 374366"/>
                <a:gd name="connsiteY35" fmla="*/ 391835 h 712723"/>
                <a:gd name="connsiteX36" fmla="*/ 331793 w 374366"/>
                <a:gd name="connsiteY36" fmla="*/ 387932 h 712723"/>
                <a:gd name="connsiteX37" fmla="*/ 331490 w 374366"/>
                <a:gd name="connsiteY37" fmla="*/ 384905 h 712723"/>
                <a:gd name="connsiteX38" fmla="*/ 333510 w 374366"/>
                <a:gd name="connsiteY38" fmla="*/ 381877 h 712723"/>
                <a:gd name="connsiteX39" fmla="*/ 336539 w 374366"/>
                <a:gd name="connsiteY39" fmla="*/ 379556 h 712723"/>
                <a:gd name="connsiteX40" fmla="*/ 338995 w 374366"/>
                <a:gd name="connsiteY40" fmla="*/ 376932 h 712723"/>
                <a:gd name="connsiteX41" fmla="*/ 341183 w 374366"/>
                <a:gd name="connsiteY41" fmla="*/ 375486 h 712723"/>
                <a:gd name="connsiteX42" fmla="*/ 342495 w 374366"/>
                <a:gd name="connsiteY42" fmla="*/ 372593 h 712723"/>
                <a:gd name="connsiteX43" fmla="*/ 344077 w 374366"/>
                <a:gd name="connsiteY43" fmla="*/ 368119 h 712723"/>
                <a:gd name="connsiteX44" fmla="*/ 346399 w 374366"/>
                <a:gd name="connsiteY44" fmla="*/ 364485 h 712723"/>
                <a:gd name="connsiteX45" fmla="*/ 347712 w 374366"/>
                <a:gd name="connsiteY45" fmla="*/ 358699 h 712723"/>
                <a:gd name="connsiteX46" fmla="*/ 348284 w 374366"/>
                <a:gd name="connsiteY46" fmla="*/ 355504 h 712723"/>
                <a:gd name="connsiteX47" fmla="*/ 348856 w 374366"/>
                <a:gd name="connsiteY47" fmla="*/ 352611 h 712723"/>
                <a:gd name="connsiteX48" fmla="*/ 348856 w 374366"/>
                <a:gd name="connsiteY48" fmla="*/ 350592 h 712723"/>
                <a:gd name="connsiteX49" fmla="*/ 346534 w 374366"/>
                <a:gd name="connsiteY49" fmla="*/ 347834 h 712723"/>
                <a:gd name="connsiteX50" fmla="*/ 343774 w 374366"/>
                <a:gd name="connsiteY50" fmla="*/ 345816 h 712723"/>
                <a:gd name="connsiteX51" fmla="*/ 340880 w 374366"/>
                <a:gd name="connsiteY51" fmla="*/ 344066 h 712723"/>
                <a:gd name="connsiteX52" fmla="*/ 339736 w 374366"/>
                <a:gd name="connsiteY52" fmla="*/ 344066 h 712723"/>
                <a:gd name="connsiteX53" fmla="*/ 336841 w 374366"/>
                <a:gd name="connsiteY53" fmla="*/ 342687 h 712723"/>
                <a:gd name="connsiteX54" fmla="*/ 336707 w 374366"/>
                <a:gd name="connsiteY54" fmla="*/ 340433 h 712723"/>
                <a:gd name="connsiteX55" fmla="*/ 336976 w 374366"/>
                <a:gd name="connsiteY55" fmla="*/ 338179 h 712723"/>
                <a:gd name="connsiteX56" fmla="*/ 336000 w 374366"/>
                <a:gd name="connsiteY56" fmla="*/ 336867 h 712723"/>
                <a:gd name="connsiteX57" fmla="*/ 335697 w 374366"/>
                <a:gd name="connsiteY57" fmla="*/ 334580 h 712723"/>
                <a:gd name="connsiteX58" fmla="*/ 333409 w 374366"/>
                <a:gd name="connsiteY58" fmla="*/ 331317 h 712723"/>
                <a:gd name="connsiteX59" fmla="*/ 331221 w 374366"/>
                <a:gd name="connsiteY59" fmla="*/ 329029 h 712723"/>
                <a:gd name="connsiteX60" fmla="*/ 329808 w 374366"/>
                <a:gd name="connsiteY60" fmla="*/ 327516 h 712723"/>
                <a:gd name="connsiteX61" fmla="*/ 327956 w 374366"/>
                <a:gd name="connsiteY61" fmla="*/ 325464 h 712723"/>
                <a:gd name="connsiteX62" fmla="*/ 325803 w 374366"/>
                <a:gd name="connsiteY62" fmla="*/ 322974 h 712723"/>
                <a:gd name="connsiteX63" fmla="*/ 324389 w 374366"/>
                <a:gd name="connsiteY63" fmla="*/ 320586 h 712723"/>
                <a:gd name="connsiteX64" fmla="*/ 324389 w 374366"/>
                <a:gd name="connsiteY64" fmla="*/ 316885 h 712723"/>
                <a:gd name="connsiteX65" fmla="*/ 324221 w 374366"/>
                <a:gd name="connsiteY65" fmla="*/ 313723 h 712723"/>
                <a:gd name="connsiteX66" fmla="*/ 321663 w 374366"/>
                <a:gd name="connsiteY66" fmla="*/ 311671 h 712723"/>
                <a:gd name="connsiteX67" fmla="*/ 319374 w 374366"/>
                <a:gd name="connsiteY67" fmla="*/ 308206 h 712723"/>
                <a:gd name="connsiteX68" fmla="*/ 319274 w 374366"/>
                <a:gd name="connsiteY68" fmla="*/ 305482 h 712723"/>
                <a:gd name="connsiteX69" fmla="*/ 319812 w 374366"/>
                <a:gd name="connsiteY69" fmla="*/ 302858 h 712723"/>
                <a:gd name="connsiteX70" fmla="*/ 320452 w 374366"/>
                <a:gd name="connsiteY70" fmla="*/ 301243 h 712723"/>
                <a:gd name="connsiteX71" fmla="*/ 320889 w 374366"/>
                <a:gd name="connsiteY71" fmla="*/ 297980 h 712723"/>
                <a:gd name="connsiteX72" fmla="*/ 320889 w 374366"/>
                <a:gd name="connsiteY72" fmla="*/ 295390 h 712723"/>
                <a:gd name="connsiteX73" fmla="*/ 319038 w 374366"/>
                <a:gd name="connsiteY73" fmla="*/ 294851 h 712723"/>
                <a:gd name="connsiteX74" fmla="*/ 316548 w 374366"/>
                <a:gd name="connsiteY74" fmla="*/ 295390 h 712723"/>
                <a:gd name="connsiteX75" fmla="*/ 313081 w 374366"/>
                <a:gd name="connsiteY75" fmla="*/ 295390 h 712723"/>
                <a:gd name="connsiteX76" fmla="*/ 309009 w 374366"/>
                <a:gd name="connsiteY76" fmla="*/ 290377 h 712723"/>
                <a:gd name="connsiteX77" fmla="*/ 306115 w 374366"/>
                <a:gd name="connsiteY77" fmla="*/ 290175 h 712723"/>
                <a:gd name="connsiteX78" fmla="*/ 305542 w 374366"/>
                <a:gd name="connsiteY78" fmla="*/ 290175 h 712723"/>
                <a:gd name="connsiteX79" fmla="*/ 302211 w 374366"/>
                <a:gd name="connsiteY79" fmla="*/ 291185 h 712723"/>
                <a:gd name="connsiteX80" fmla="*/ 298576 w 374366"/>
                <a:gd name="connsiteY80" fmla="*/ 290175 h 712723"/>
                <a:gd name="connsiteX81" fmla="*/ 295379 w 374366"/>
                <a:gd name="connsiteY81" fmla="*/ 287854 h 712723"/>
                <a:gd name="connsiteX82" fmla="*/ 292047 w 374366"/>
                <a:gd name="connsiteY82" fmla="*/ 285668 h 712723"/>
                <a:gd name="connsiteX83" fmla="*/ 290734 w 374366"/>
                <a:gd name="connsiteY83" fmla="*/ 282640 h 712723"/>
                <a:gd name="connsiteX84" fmla="*/ 287403 w 374366"/>
                <a:gd name="connsiteY84" fmla="*/ 277729 h 712723"/>
                <a:gd name="connsiteX85" fmla="*/ 290432 w 374366"/>
                <a:gd name="connsiteY85" fmla="*/ 273961 h 712723"/>
                <a:gd name="connsiteX86" fmla="*/ 291441 w 374366"/>
                <a:gd name="connsiteY86" fmla="*/ 270934 h 712723"/>
                <a:gd name="connsiteX87" fmla="*/ 291172 w 374366"/>
                <a:gd name="connsiteY87" fmla="*/ 268175 h 712723"/>
                <a:gd name="connsiteX88" fmla="*/ 290297 w 374366"/>
                <a:gd name="connsiteY88" fmla="*/ 264105 h 712723"/>
                <a:gd name="connsiteX89" fmla="*/ 289556 w 374366"/>
                <a:gd name="connsiteY89" fmla="*/ 258016 h 712723"/>
                <a:gd name="connsiteX90" fmla="*/ 289556 w 374366"/>
                <a:gd name="connsiteY90" fmla="*/ 253676 h 712723"/>
                <a:gd name="connsiteX91" fmla="*/ 290364 w 374366"/>
                <a:gd name="connsiteY91" fmla="*/ 249606 h 712723"/>
                <a:gd name="connsiteX92" fmla="*/ 292182 w 374366"/>
                <a:gd name="connsiteY92" fmla="*/ 246713 h 712723"/>
                <a:gd name="connsiteX93" fmla="*/ 296826 w 374366"/>
                <a:gd name="connsiteY93" fmla="*/ 243955 h 712723"/>
                <a:gd name="connsiteX94" fmla="*/ 299720 w 374366"/>
                <a:gd name="connsiteY94" fmla="*/ 242945 h 712723"/>
                <a:gd name="connsiteX95" fmla="*/ 304196 w 374366"/>
                <a:gd name="connsiteY95" fmla="*/ 241802 h 712723"/>
                <a:gd name="connsiteX96" fmla="*/ 304937 w 374366"/>
                <a:gd name="connsiteY96" fmla="*/ 239783 h 712723"/>
                <a:gd name="connsiteX97" fmla="*/ 305946 w 374366"/>
                <a:gd name="connsiteY97" fmla="*/ 236890 h 712723"/>
                <a:gd name="connsiteX98" fmla="*/ 311600 w 374366"/>
                <a:gd name="connsiteY98" fmla="*/ 233695 h 712723"/>
                <a:gd name="connsiteX99" fmla="*/ 315672 w 374366"/>
                <a:gd name="connsiteY99" fmla="*/ 230802 h 712723"/>
                <a:gd name="connsiteX100" fmla="*/ 316817 w 374366"/>
                <a:gd name="connsiteY100" fmla="*/ 225587 h 712723"/>
                <a:gd name="connsiteX101" fmla="*/ 317692 w 374366"/>
                <a:gd name="connsiteY101" fmla="*/ 222392 h 712723"/>
                <a:gd name="connsiteX102" fmla="*/ 317389 w 374366"/>
                <a:gd name="connsiteY102" fmla="*/ 220071 h 712723"/>
                <a:gd name="connsiteX103" fmla="*/ 314629 w 374366"/>
                <a:gd name="connsiteY103" fmla="*/ 216303 h 712723"/>
                <a:gd name="connsiteX104" fmla="*/ 311869 w 374366"/>
                <a:gd name="connsiteY104" fmla="*/ 213713 h 712723"/>
                <a:gd name="connsiteX105" fmla="*/ 309548 w 374366"/>
                <a:gd name="connsiteY105" fmla="*/ 210820 h 712723"/>
                <a:gd name="connsiteX106" fmla="*/ 307360 w 374366"/>
                <a:gd name="connsiteY106" fmla="*/ 207489 h 712723"/>
                <a:gd name="connsiteX107" fmla="*/ 306620 w 374366"/>
                <a:gd name="connsiteY107" fmla="*/ 204294 h 712723"/>
                <a:gd name="connsiteX108" fmla="*/ 309076 w 374366"/>
                <a:gd name="connsiteY108" fmla="*/ 201838 h 712723"/>
                <a:gd name="connsiteX109" fmla="*/ 312846 w 374366"/>
                <a:gd name="connsiteY109" fmla="*/ 198070 h 712723"/>
                <a:gd name="connsiteX110" fmla="*/ 314023 w 374366"/>
                <a:gd name="connsiteY110" fmla="*/ 195413 h 712723"/>
                <a:gd name="connsiteX111" fmla="*/ 317793 w 374366"/>
                <a:gd name="connsiteY111" fmla="*/ 194302 h 712723"/>
                <a:gd name="connsiteX112" fmla="*/ 318533 w 374366"/>
                <a:gd name="connsiteY112" fmla="*/ 193899 h 712723"/>
                <a:gd name="connsiteX113" fmla="*/ 320384 w 374366"/>
                <a:gd name="connsiteY113" fmla="*/ 192856 h 712723"/>
                <a:gd name="connsiteX114" fmla="*/ 321125 w 374366"/>
                <a:gd name="connsiteY114" fmla="*/ 190535 h 712723"/>
                <a:gd name="connsiteX115" fmla="*/ 326341 w 374366"/>
                <a:gd name="connsiteY115" fmla="*/ 187070 h 712723"/>
                <a:gd name="connsiteX116" fmla="*/ 330380 w 374366"/>
                <a:gd name="connsiteY116" fmla="*/ 184614 h 712723"/>
                <a:gd name="connsiteX117" fmla="*/ 334452 w 374366"/>
                <a:gd name="connsiteY117" fmla="*/ 185052 h 712723"/>
                <a:gd name="connsiteX118" fmla="*/ 338087 w 374366"/>
                <a:gd name="connsiteY118" fmla="*/ 188247 h 712723"/>
                <a:gd name="connsiteX119" fmla="*/ 344178 w 374366"/>
                <a:gd name="connsiteY119" fmla="*/ 194471 h 712723"/>
                <a:gd name="connsiteX120" fmla="*/ 346635 w 374366"/>
                <a:gd name="connsiteY120" fmla="*/ 194471 h 712723"/>
                <a:gd name="connsiteX121" fmla="*/ 349394 w 374366"/>
                <a:gd name="connsiteY121" fmla="*/ 191443 h 712723"/>
                <a:gd name="connsiteX122" fmla="*/ 353029 w 374366"/>
                <a:gd name="connsiteY122" fmla="*/ 190434 h 712723"/>
                <a:gd name="connsiteX123" fmla="*/ 355620 w 374366"/>
                <a:gd name="connsiteY123" fmla="*/ 188416 h 712723"/>
                <a:gd name="connsiteX124" fmla="*/ 358649 w 374366"/>
                <a:gd name="connsiteY124" fmla="*/ 185220 h 712723"/>
                <a:gd name="connsiteX125" fmla="*/ 362553 w 374366"/>
                <a:gd name="connsiteY125" fmla="*/ 183033 h 712723"/>
                <a:gd name="connsiteX126" fmla="*/ 365010 w 374366"/>
                <a:gd name="connsiteY126" fmla="*/ 182024 h 712723"/>
                <a:gd name="connsiteX127" fmla="*/ 369486 w 374366"/>
                <a:gd name="connsiteY127" fmla="*/ 179837 h 712723"/>
                <a:gd name="connsiteX128" fmla="*/ 371236 w 374366"/>
                <a:gd name="connsiteY128" fmla="*/ 179737 h 712723"/>
                <a:gd name="connsiteX129" fmla="*/ 371236 w 374366"/>
                <a:gd name="connsiteY129" fmla="*/ 177954 h 712723"/>
                <a:gd name="connsiteX130" fmla="*/ 368275 w 374366"/>
                <a:gd name="connsiteY130" fmla="*/ 174489 h 712723"/>
                <a:gd name="connsiteX131" fmla="*/ 366592 w 374366"/>
                <a:gd name="connsiteY131" fmla="*/ 170587 h 712723"/>
                <a:gd name="connsiteX132" fmla="*/ 365010 w 374366"/>
                <a:gd name="connsiteY132" fmla="*/ 166516 h 712723"/>
                <a:gd name="connsiteX133" fmla="*/ 365717 w 374366"/>
                <a:gd name="connsiteY133" fmla="*/ 165944 h 712723"/>
                <a:gd name="connsiteX134" fmla="*/ 367736 w 374366"/>
                <a:gd name="connsiteY134" fmla="*/ 164632 h 712723"/>
                <a:gd name="connsiteX135" fmla="*/ 368443 w 374366"/>
                <a:gd name="connsiteY135" fmla="*/ 162748 h 712723"/>
                <a:gd name="connsiteX136" fmla="*/ 367871 w 374366"/>
                <a:gd name="connsiteY136" fmla="*/ 160730 h 712723"/>
                <a:gd name="connsiteX137" fmla="*/ 366558 w 374366"/>
                <a:gd name="connsiteY137" fmla="*/ 158106 h 712723"/>
                <a:gd name="connsiteX138" fmla="*/ 366996 w 374366"/>
                <a:gd name="connsiteY138" fmla="*/ 155348 h 712723"/>
                <a:gd name="connsiteX139" fmla="*/ 369452 w 374366"/>
                <a:gd name="connsiteY139" fmla="*/ 154339 h 712723"/>
                <a:gd name="connsiteX140" fmla="*/ 370900 w 374366"/>
                <a:gd name="connsiteY140" fmla="*/ 153464 h 712723"/>
                <a:gd name="connsiteX141" fmla="*/ 372650 w 374366"/>
                <a:gd name="connsiteY141" fmla="*/ 147947 h 712723"/>
                <a:gd name="connsiteX142" fmla="*/ 373659 w 374366"/>
                <a:gd name="connsiteY142" fmla="*/ 145357 h 712723"/>
                <a:gd name="connsiteX143" fmla="*/ 373794 w 374366"/>
                <a:gd name="connsiteY143" fmla="*/ 143776 h 712723"/>
                <a:gd name="connsiteX144" fmla="*/ 374366 w 374366"/>
                <a:gd name="connsiteY144" fmla="*/ 139436 h 712723"/>
                <a:gd name="connsiteX145" fmla="*/ 373491 w 374366"/>
                <a:gd name="connsiteY145" fmla="*/ 136241 h 712723"/>
                <a:gd name="connsiteX146" fmla="*/ 373188 w 374366"/>
                <a:gd name="connsiteY146" fmla="*/ 134054 h 712723"/>
                <a:gd name="connsiteX147" fmla="*/ 371169 w 374366"/>
                <a:gd name="connsiteY147" fmla="*/ 131733 h 712723"/>
                <a:gd name="connsiteX148" fmla="*/ 369856 w 374366"/>
                <a:gd name="connsiteY148" fmla="*/ 129849 h 712723"/>
                <a:gd name="connsiteX149" fmla="*/ 368544 w 374366"/>
                <a:gd name="connsiteY149" fmla="*/ 129714 h 712723"/>
                <a:gd name="connsiteX150" fmla="*/ 364774 w 374366"/>
                <a:gd name="connsiteY150" fmla="*/ 128133 h 712723"/>
                <a:gd name="connsiteX151" fmla="*/ 363630 w 374366"/>
                <a:gd name="connsiteY151" fmla="*/ 125509 h 712723"/>
                <a:gd name="connsiteX152" fmla="*/ 362486 w 374366"/>
                <a:gd name="connsiteY152" fmla="*/ 124198 h 712723"/>
                <a:gd name="connsiteX153" fmla="*/ 362486 w 374366"/>
                <a:gd name="connsiteY153" fmla="*/ 120733 h 712723"/>
                <a:gd name="connsiteX154" fmla="*/ 361241 w 374366"/>
                <a:gd name="connsiteY154" fmla="*/ 117705 h 712723"/>
                <a:gd name="connsiteX155" fmla="*/ 361376 w 374366"/>
                <a:gd name="connsiteY155" fmla="*/ 116191 h 712723"/>
                <a:gd name="connsiteX156" fmla="*/ 363563 w 374366"/>
                <a:gd name="connsiteY156" fmla="*/ 112289 h 712723"/>
                <a:gd name="connsiteX157" fmla="*/ 364203 w 374366"/>
                <a:gd name="connsiteY157" fmla="*/ 111414 h 712723"/>
                <a:gd name="connsiteX158" fmla="*/ 365279 w 374366"/>
                <a:gd name="connsiteY158" fmla="*/ 108589 h 712723"/>
                <a:gd name="connsiteX159" fmla="*/ 365515 w 374366"/>
                <a:gd name="connsiteY159" fmla="*/ 105763 h 712723"/>
                <a:gd name="connsiteX160" fmla="*/ 363563 w 374366"/>
                <a:gd name="connsiteY160" fmla="*/ 102937 h 712723"/>
                <a:gd name="connsiteX161" fmla="*/ 362688 w 374366"/>
                <a:gd name="connsiteY161" fmla="*/ 101188 h 712723"/>
                <a:gd name="connsiteX162" fmla="*/ 361611 w 374366"/>
                <a:gd name="connsiteY162" fmla="*/ 100751 h 712723"/>
                <a:gd name="connsiteX163" fmla="*/ 358347 w 374366"/>
                <a:gd name="connsiteY163" fmla="*/ 100751 h 712723"/>
                <a:gd name="connsiteX164" fmla="*/ 353332 w 374366"/>
                <a:gd name="connsiteY164" fmla="*/ 100852 h 712723"/>
                <a:gd name="connsiteX165" fmla="*/ 349428 w 374366"/>
                <a:gd name="connsiteY165" fmla="*/ 100313 h 712723"/>
                <a:gd name="connsiteX166" fmla="*/ 343336 w 374366"/>
                <a:gd name="connsiteY166" fmla="*/ 99876 h 712723"/>
                <a:gd name="connsiteX167" fmla="*/ 338995 w 374366"/>
                <a:gd name="connsiteY167" fmla="*/ 98362 h 712723"/>
                <a:gd name="connsiteX168" fmla="*/ 333106 w 374366"/>
                <a:gd name="connsiteY168" fmla="*/ 95738 h 712723"/>
                <a:gd name="connsiteX169" fmla="*/ 332029 w 374366"/>
                <a:gd name="connsiteY169" fmla="*/ 93989 h 712723"/>
                <a:gd name="connsiteX170" fmla="*/ 330278 w 374366"/>
                <a:gd name="connsiteY170" fmla="*/ 92038 h 712723"/>
                <a:gd name="connsiteX171" fmla="*/ 327889 w 374366"/>
                <a:gd name="connsiteY171" fmla="*/ 92038 h 712723"/>
                <a:gd name="connsiteX172" fmla="*/ 324423 w 374366"/>
                <a:gd name="connsiteY172" fmla="*/ 91399 h 712723"/>
                <a:gd name="connsiteX173" fmla="*/ 320283 w 374366"/>
                <a:gd name="connsiteY173" fmla="*/ 88136 h 712723"/>
                <a:gd name="connsiteX174" fmla="*/ 318971 w 374366"/>
                <a:gd name="connsiteY174" fmla="*/ 83359 h 712723"/>
                <a:gd name="connsiteX175" fmla="*/ 321158 w 374366"/>
                <a:gd name="connsiteY175" fmla="*/ 77270 h 712723"/>
                <a:gd name="connsiteX176" fmla="*/ 323110 w 374366"/>
                <a:gd name="connsiteY176" fmla="*/ 75958 h 712723"/>
                <a:gd name="connsiteX177" fmla="*/ 325735 w 374366"/>
                <a:gd name="connsiteY177" fmla="*/ 76396 h 712723"/>
                <a:gd name="connsiteX178" fmla="*/ 330077 w 374366"/>
                <a:gd name="connsiteY178" fmla="*/ 77035 h 712723"/>
                <a:gd name="connsiteX179" fmla="*/ 331389 w 374366"/>
                <a:gd name="connsiteY179" fmla="*/ 75958 h 712723"/>
                <a:gd name="connsiteX180" fmla="*/ 330952 w 374366"/>
                <a:gd name="connsiteY180" fmla="*/ 71383 h 712723"/>
                <a:gd name="connsiteX181" fmla="*/ 330312 w 374366"/>
                <a:gd name="connsiteY181" fmla="*/ 65934 h 712723"/>
                <a:gd name="connsiteX182" fmla="*/ 339231 w 374366"/>
                <a:gd name="connsiteY182" fmla="*/ 65934 h 712723"/>
                <a:gd name="connsiteX183" fmla="*/ 342697 w 374366"/>
                <a:gd name="connsiteY183" fmla="*/ 63209 h 712723"/>
                <a:gd name="connsiteX184" fmla="*/ 344885 w 374366"/>
                <a:gd name="connsiteY184" fmla="*/ 61796 h 712723"/>
                <a:gd name="connsiteX185" fmla="*/ 352491 w 374366"/>
                <a:gd name="connsiteY185" fmla="*/ 60719 h 712723"/>
                <a:gd name="connsiteX186" fmla="*/ 360332 w 374366"/>
                <a:gd name="connsiteY186" fmla="*/ 57120 h 712723"/>
                <a:gd name="connsiteX187" fmla="*/ 362722 w 374366"/>
                <a:gd name="connsiteY187" fmla="*/ 55909 h 712723"/>
                <a:gd name="connsiteX188" fmla="*/ 364909 w 374366"/>
                <a:gd name="connsiteY188" fmla="*/ 54933 h 712723"/>
                <a:gd name="connsiteX189" fmla="*/ 366659 w 374366"/>
                <a:gd name="connsiteY189" fmla="*/ 52444 h 712723"/>
                <a:gd name="connsiteX190" fmla="*/ 369823 w 374366"/>
                <a:gd name="connsiteY190" fmla="*/ 51368 h 712723"/>
                <a:gd name="connsiteX191" fmla="*/ 370058 w 374366"/>
                <a:gd name="connsiteY191" fmla="*/ 50594 h 712723"/>
                <a:gd name="connsiteX192" fmla="*/ 368645 w 374366"/>
                <a:gd name="connsiteY192" fmla="*/ 48542 h 712723"/>
                <a:gd name="connsiteX193" fmla="*/ 368107 w 374366"/>
                <a:gd name="connsiteY193" fmla="*/ 48542 h 712723"/>
                <a:gd name="connsiteX194" fmla="*/ 364304 w 374366"/>
                <a:gd name="connsiteY194" fmla="*/ 48374 h 712723"/>
                <a:gd name="connsiteX195" fmla="*/ 361577 w 374366"/>
                <a:gd name="connsiteY195" fmla="*/ 47667 h 712723"/>
                <a:gd name="connsiteX196" fmla="*/ 356798 w 374366"/>
                <a:gd name="connsiteY196" fmla="*/ 47129 h 712723"/>
                <a:gd name="connsiteX197" fmla="*/ 354072 w 374366"/>
                <a:gd name="connsiteY197" fmla="*/ 47028 h 712723"/>
                <a:gd name="connsiteX198" fmla="*/ 351784 w 374366"/>
                <a:gd name="connsiteY198" fmla="*/ 47230 h 712723"/>
                <a:gd name="connsiteX199" fmla="*/ 349832 w 374366"/>
                <a:gd name="connsiteY199" fmla="*/ 43261 h 712723"/>
                <a:gd name="connsiteX200" fmla="*/ 351043 w 374366"/>
                <a:gd name="connsiteY200" fmla="*/ 39493 h 712723"/>
                <a:gd name="connsiteX201" fmla="*/ 349967 w 374366"/>
                <a:gd name="connsiteY201" fmla="*/ 34918 h 712723"/>
                <a:gd name="connsiteX202" fmla="*/ 349428 w 374366"/>
                <a:gd name="connsiteY202" fmla="*/ 29166 h 712723"/>
                <a:gd name="connsiteX203" fmla="*/ 348788 w 374366"/>
                <a:gd name="connsiteY203" fmla="*/ 26003 h 712723"/>
                <a:gd name="connsiteX204" fmla="*/ 348788 w 374366"/>
                <a:gd name="connsiteY204" fmla="*/ 23279 h 712723"/>
                <a:gd name="connsiteX205" fmla="*/ 348452 w 374366"/>
                <a:gd name="connsiteY205" fmla="*/ 21328 h 712723"/>
                <a:gd name="connsiteX206" fmla="*/ 347342 w 374366"/>
                <a:gd name="connsiteY206" fmla="*/ 18603 h 712723"/>
                <a:gd name="connsiteX207" fmla="*/ 343976 w 374366"/>
                <a:gd name="connsiteY207" fmla="*/ 15138 h 712723"/>
                <a:gd name="connsiteX208" fmla="*/ 341149 w 374366"/>
                <a:gd name="connsiteY208" fmla="*/ 13086 h 712723"/>
                <a:gd name="connsiteX209" fmla="*/ 337784 w 374366"/>
                <a:gd name="connsiteY209" fmla="*/ 10260 h 712723"/>
                <a:gd name="connsiteX210" fmla="*/ 334183 w 374366"/>
                <a:gd name="connsiteY210" fmla="*/ 7233 h 712723"/>
                <a:gd name="connsiteX211" fmla="*/ 333409 w 374366"/>
                <a:gd name="connsiteY211" fmla="*/ 4844 h 712723"/>
                <a:gd name="connsiteX212" fmla="*/ 332432 w 374366"/>
                <a:gd name="connsiteY212" fmla="*/ 1144 h 712723"/>
                <a:gd name="connsiteX213" fmla="*/ 331692 w 374366"/>
                <a:gd name="connsiteY213" fmla="*/ 0 h 712723"/>
                <a:gd name="connsiteX214" fmla="*/ 329908 w 374366"/>
                <a:gd name="connsiteY214" fmla="*/ 34 h 712723"/>
                <a:gd name="connsiteX215" fmla="*/ 328764 w 374366"/>
                <a:gd name="connsiteY215" fmla="*/ 1446 h 712723"/>
                <a:gd name="connsiteX216" fmla="*/ 326610 w 374366"/>
                <a:gd name="connsiteY216" fmla="*/ 3061 h 712723"/>
                <a:gd name="connsiteX217" fmla="*/ 326005 w 374366"/>
                <a:gd name="connsiteY217" fmla="*/ 5450 h 712723"/>
                <a:gd name="connsiteX218" fmla="*/ 326005 w 374366"/>
                <a:gd name="connsiteY218" fmla="*/ 11101 h 712723"/>
                <a:gd name="connsiteX219" fmla="*/ 326005 w 374366"/>
                <a:gd name="connsiteY219" fmla="*/ 14566 h 712723"/>
                <a:gd name="connsiteX220" fmla="*/ 326005 w 374366"/>
                <a:gd name="connsiteY220" fmla="*/ 19780 h 712723"/>
                <a:gd name="connsiteX221" fmla="*/ 322908 w 374366"/>
                <a:gd name="connsiteY221" fmla="*/ 20655 h 712723"/>
                <a:gd name="connsiteX222" fmla="*/ 320788 w 374366"/>
                <a:gd name="connsiteY222" fmla="*/ 22068 h 712723"/>
                <a:gd name="connsiteX223" fmla="*/ 320788 w 374366"/>
                <a:gd name="connsiteY223" fmla="*/ 26744 h 712723"/>
                <a:gd name="connsiteX224" fmla="*/ 318298 w 374366"/>
                <a:gd name="connsiteY224" fmla="*/ 30208 h 712723"/>
                <a:gd name="connsiteX225" fmla="*/ 312980 w 374366"/>
                <a:gd name="connsiteY225" fmla="*/ 30747 h 712723"/>
                <a:gd name="connsiteX226" fmla="*/ 310153 w 374366"/>
                <a:gd name="connsiteY226" fmla="*/ 28997 h 712723"/>
                <a:gd name="connsiteX227" fmla="*/ 307225 w 374366"/>
                <a:gd name="connsiteY227" fmla="*/ 26172 h 712723"/>
                <a:gd name="connsiteX228" fmla="*/ 305273 w 374366"/>
                <a:gd name="connsiteY228" fmla="*/ 25835 h 712723"/>
                <a:gd name="connsiteX229" fmla="*/ 303086 w 374366"/>
                <a:gd name="connsiteY229" fmla="*/ 27349 h 712723"/>
                <a:gd name="connsiteX230" fmla="*/ 301773 w 374366"/>
                <a:gd name="connsiteY230" fmla="*/ 31386 h 712723"/>
                <a:gd name="connsiteX231" fmla="*/ 298307 w 374366"/>
                <a:gd name="connsiteY231" fmla="*/ 35288 h 712723"/>
                <a:gd name="connsiteX232" fmla="*/ 295716 w 374366"/>
                <a:gd name="connsiteY232" fmla="*/ 38215 h 712723"/>
                <a:gd name="connsiteX233" fmla="*/ 293864 w 374366"/>
                <a:gd name="connsiteY233" fmla="*/ 41915 h 712723"/>
                <a:gd name="connsiteX234" fmla="*/ 291677 w 374366"/>
                <a:gd name="connsiteY234" fmla="*/ 46692 h 712723"/>
                <a:gd name="connsiteX235" fmla="*/ 287336 w 374366"/>
                <a:gd name="connsiteY235" fmla="*/ 48643 h 712723"/>
                <a:gd name="connsiteX236" fmla="*/ 284643 w 374366"/>
                <a:gd name="connsiteY236" fmla="*/ 51233 h 712723"/>
                <a:gd name="connsiteX237" fmla="*/ 281917 w 374366"/>
                <a:gd name="connsiteY237" fmla="*/ 52646 h 712723"/>
                <a:gd name="connsiteX238" fmla="*/ 277037 w 374366"/>
                <a:gd name="connsiteY238" fmla="*/ 53184 h 712723"/>
                <a:gd name="connsiteX239" fmla="*/ 270744 w 374366"/>
                <a:gd name="connsiteY239" fmla="*/ 50796 h 712723"/>
                <a:gd name="connsiteX240" fmla="*/ 263441 w 374366"/>
                <a:gd name="connsiteY240" fmla="*/ 47095 h 712723"/>
                <a:gd name="connsiteX241" fmla="*/ 260950 w 374366"/>
                <a:gd name="connsiteY241" fmla="*/ 43933 h 712723"/>
                <a:gd name="connsiteX242" fmla="*/ 256710 w 374366"/>
                <a:gd name="connsiteY242" fmla="*/ 40569 h 712723"/>
                <a:gd name="connsiteX243" fmla="*/ 252234 w 374366"/>
                <a:gd name="connsiteY243" fmla="*/ 38820 h 712723"/>
                <a:gd name="connsiteX244" fmla="*/ 245940 w 374366"/>
                <a:gd name="connsiteY244" fmla="*/ 39594 h 712723"/>
                <a:gd name="connsiteX245" fmla="*/ 242676 w 374366"/>
                <a:gd name="connsiteY245" fmla="*/ 42756 h 712723"/>
                <a:gd name="connsiteX246" fmla="*/ 239209 w 374366"/>
                <a:gd name="connsiteY246" fmla="*/ 46221 h 712723"/>
                <a:gd name="connsiteX247" fmla="*/ 237560 w 374366"/>
                <a:gd name="connsiteY247" fmla="*/ 48845 h 712723"/>
                <a:gd name="connsiteX248" fmla="*/ 233421 w 374366"/>
                <a:gd name="connsiteY248" fmla="*/ 57086 h 712723"/>
                <a:gd name="connsiteX249" fmla="*/ 230055 w 374366"/>
                <a:gd name="connsiteY249" fmla="*/ 61661 h 712723"/>
                <a:gd name="connsiteX250" fmla="*/ 226353 w 374366"/>
                <a:gd name="connsiteY250" fmla="*/ 66236 h 712723"/>
                <a:gd name="connsiteX251" fmla="*/ 222551 w 374366"/>
                <a:gd name="connsiteY251" fmla="*/ 69499 h 712723"/>
                <a:gd name="connsiteX252" fmla="*/ 217973 w 374366"/>
                <a:gd name="connsiteY252" fmla="*/ 70038 h 712723"/>
                <a:gd name="connsiteX253" fmla="*/ 213060 w 374366"/>
                <a:gd name="connsiteY253" fmla="*/ 68625 h 712723"/>
                <a:gd name="connsiteX254" fmla="*/ 206430 w 374366"/>
                <a:gd name="connsiteY254" fmla="*/ 63411 h 712723"/>
                <a:gd name="connsiteX255" fmla="*/ 199901 w 374366"/>
                <a:gd name="connsiteY255" fmla="*/ 58297 h 712723"/>
                <a:gd name="connsiteX256" fmla="*/ 195223 w 374366"/>
                <a:gd name="connsiteY256" fmla="*/ 55371 h 712723"/>
                <a:gd name="connsiteX257" fmla="*/ 189030 w 374366"/>
                <a:gd name="connsiteY257" fmla="*/ 55135 h 712723"/>
                <a:gd name="connsiteX258" fmla="*/ 182838 w 374366"/>
                <a:gd name="connsiteY258" fmla="*/ 56010 h 712723"/>
                <a:gd name="connsiteX259" fmla="*/ 176309 w 374366"/>
                <a:gd name="connsiteY259" fmla="*/ 61762 h 712723"/>
                <a:gd name="connsiteX260" fmla="*/ 169241 w 374366"/>
                <a:gd name="connsiteY260" fmla="*/ 67515 h 712723"/>
                <a:gd name="connsiteX261" fmla="*/ 163823 w 374366"/>
                <a:gd name="connsiteY261" fmla="*/ 77068 h 712723"/>
                <a:gd name="connsiteX262" fmla="*/ 159381 w 374366"/>
                <a:gd name="connsiteY262" fmla="*/ 84032 h 712723"/>
                <a:gd name="connsiteX263" fmla="*/ 156655 w 374366"/>
                <a:gd name="connsiteY263" fmla="*/ 90222 h 712723"/>
                <a:gd name="connsiteX264" fmla="*/ 152078 w 374366"/>
                <a:gd name="connsiteY264" fmla="*/ 96310 h 712723"/>
                <a:gd name="connsiteX265" fmla="*/ 150328 w 374366"/>
                <a:gd name="connsiteY265" fmla="*/ 104552 h 712723"/>
                <a:gd name="connsiteX266" fmla="*/ 150328 w 374366"/>
                <a:gd name="connsiteY266" fmla="*/ 108353 h 712723"/>
                <a:gd name="connsiteX267" fmla="*/ 149789 w 374366"/>
                <a:gd name="connsiteY267" fmla="*/ 116595 h 712723"/>
                <a:gd name="connsiteX268" fmla="*/ 148712 w 374366"/>
                <a:gd name="connsiteY268" fmla="*/ 122785 h 712723"/>
                <a:gd name="connsiteX269" fmla="*/ 146525 w 374366"/>
                <a:gd name="connsiteY269" fmla="*/ 125846 h 712723"/>
                <a:gd name="connsiteX270" fmla="*/ 143159 w 374366"/>
                <a:gd name="connsiteY270" fmla="*/ 131161 h 712723"/>
                <a:gd name="connsiteX271" fmla="*/ 137505 w 374366"/>
                <a:gd name="connsiteY271" fmla="*/ 132372 h 712723"/>
                <a:gd name="connsiteX272" fmla="*/ 123168 w 374366"/>
                <a:gd name="connsiteY272" fmla="*/ 132069 h 712723"/>
                <a:gd name="connsiteX273" fmla="*/ 112533 w 374366"/>
                <a:gd name="connsiteY273" fmla="*/ 131834 h 712723"/>
                <a:gd name="connsiteX274" fmla="*/ 106038 w 374366"/>
                <a:gd name="connsiteY274" fmla="*/ 131834 h 712723"/>
                <a:gd name="connsiteX275" fmla="*/ 102235 w 374366"/>
                <a:gd name="connsiteY275" fmla="*/ 132406 h 712723"/>
                <a:gd name="connsiteX276" fmla="*/ 97557 w 374366"/>
                <a:gd name="connsiteY276" fmla="*/ 133045 h 712723"/>
                <a:gd name="connsiteX277" fmla="*/ 100384 w 374366"/>
                <a:gd name="connsiteY277" fmla="*/ 137384 h 712723"/>
                <a:gd name="connsiteX278" fmla="*/ 102033 w 374366"/>
                <a:gd name="connsiteY278" fmla="*/ 138360 h 712723"/>
                <a:gd name="connsiteX279" fmla="*/ 104524 w 374366"/>
                <a:gd name="connsiteY279" fmla="*/ 139436 h 712723"/>
                <a:gd name="connsiteX280" fmla="*/ 104860 w 374366"/>
                <a:gd name="connsiteY280" fmla="*/ 141387 h 712723"/>
                <a:gd name="connsiteX281" fmla="*/ 104322 w 374366"/>
                <a:gd name="connsiteY281" fmla="*/ 144314 h 712723"/>
                <a:gd name="connsiteX282" fmla="*/ 103009 w 374366"/>
                <a:gd name="connsiteY282" fmla="*/ 147140 h 712723"/>
                <a:gd name="connsiteX283" fmla="*/ 101360 w 374366"/>
                <a:gd name="connsiteY283" fmla="*/ 149528 h 712723"/>
                <a:gd name="connsiteX284" fmla="*/ 98870 w 374366"/>
                <a:gd name="connsiteY284" fmla="*/ 151816 h 712723"/>
                <a:gd name="connsiteX285" fmla="*/ 95942 w 374366"/>
                <a:gd name="connsiteY285" fmla="*/ 153868 h 712723"/>
                <a:gd name="connsiteX286" fmla="*/ 95201 w 374366"/>
                <a:gd name="connsiteY286" fmla="*/ 155819 h 712723"/>
                <a:gd name="connsiteX287" fmla="*/ 95201 w 374366"/>
                <a:gd name="connsiteY287" fmla="*/ 158645 h 712723"/>
                <a:gd name="connsiteX288" fmla="*/ 92576 w 374366"/>
                <a:gd name="connsiteY288" fmla="*/ 160596 h 712723"/>
                <a:gd name="connsiteX289" fmla="*/ 87158 w 374366"/>
                <a:gd name="connsiteY289" fmla="*/ 161907 h 712723"/>
                <a:gd name="connsiteX290" fmla="*/ 83456 w 374366"/>
                <a:gd name="connsiteY290" fmla="*/ 161907 h 712723"/>
                <a:gd name="connsiteX291" fmla="*/ 79552 w 374366"/>
                <a:gd name="connsiteY291" fmla="*/ 161571 h 712723"/>
                <a:gd name="connsiteX292" fmla="*/ 76388 w 374366"/>
                <a:gd name="connsiteY292" fmla="*/ 163758 h 712723"/>
                <a:gd name="connsiteX293" fmla="*/ 77903 w 374366"/>
                <a:gd name="connsiteY293" fmla="*/ 168871 h 712723"/>
                <a:gd name="connsiteX294" fmla="*/ 82345 w 374366"/>
                <a:gd name="connsiteY294" fmla="*/ 170284 h 712723"/>
                <a:gd name="connsiteX295" fmla="*/ 85273 w 374366"/>
                <a:gd name="connsiteY295" fmla="*/ 173211 h 712723"/>
                <a:gd name="connsiteX296" fmla="*/ 87898 w 374366"/>
                <a:gd name="connsiteY296" fmla="*/ 174085 h 712723"/>
                <a:gd name="connsiteX297" fmla="*/ 88336 w 374366"/>
                <a:gd name="connsiteY297" fmla="*/ 175834 h 712723"/>
                <a:gd name="connsiteX298" fmla="*/ 81067 w 374366"/>
                <a:gd name="connsiteY298" fmla="*/ 181822 h 712723"/>
                <a:gd name="connsiteX299" fmla="*/ 80292 w 374366"/>
                <a:gd name="connsiteY299" fmla="*/ 188550 h 712723"/>
                <a:gd name="connsiteX300" fmla="*/ 80191 w 374366"/>
                <a:gd name="connsiteY300" fmla="*/ 192150 h 712723"/>
                <a:gd name="connsiteX301" fmla="*/ 79114 w 374366"/>
                <a:gd name="connsiteY301" fmla="*/ 196926 h 712723"/>
                <a:gd name="connsiteX302" fmla="*/ 77162 w 374366"/>
                <a:gd name="connsiteY302" fmla="*/ 201165 h 712723"/>
                <a:gd name="connsiteX303" fmla="*/ 74638 w 374366"/>
                <a:gd name="connsiteY303" fmla="*/ 203654 h 712723"/>
                <a:gd name="connsiteX304" fmla="*/ 71374 w 374366"/>
                <a:gd name="connsiteY304" fmla="*/ 205942 h 712723"/>
                <a:gd name="connsiteX305" fmla="*/ 69523 w 374366"/>
                <a:gd name="connsiteY305" fmla="*/ 207691 h 712723"/>
                <a:gd name="connsiteX306" fmla="*/ 67032 w 374366"/>
                <a:gd name="connsiteY306" fmla="*/ 208465 h 712723"/>
                <a:gd name="connsiteX307" fmla="*/ 64643 w 374366"/>
                <a:gd name="connsiteY307" fmla="*/ 210752 h 712723"/>
                <a:gd name="connsiteX308" fmla="*/ 64643 w 374366"/>
                <a:gd name="connsiteY308" fmla="*/ 214789 h 712723"/>
                <a:gd name="connsiteX309" fmla="*/ 66393 w 374366"/>
                <a:gd name="connsiteY309" fmla="*/ 218254 h 712723"/>
                <a:gd name="connsiteX310" fmla="*/ 65956 w 374366"/>
                <a:gd name="connsiteY310" fmla="*/ 222291 h 712723"/>
                <a:gd name="connsiteX311" fmla="*/ 64744 w 374366"/>
                <a:gd name="connsiteY311" fmla="*/ 225453 h 712723"/>
                <a:gd name="connsiteX312" fmla="*/ 63465 w 374366"/>
                <a:gd name="connsiteY312" fmla="*/ 227942 h 712723"/>
                <a:gd name="connsiteX313" fmla="*/ 63465 w 374366"/>
                <a:gd name="connsiteY313" fmla="*/ 230129 h 712723"/>
                <a:gd name="connsiteX314" fmla="*/ 61614 w 374366"/>
                <a:gd name="connsiteY314" fmla="*/ 234367 h 712723"/>
                <a:gd name="connsiteX315" fmla="*/ 59763 w 374366"/>
                <a:gd name="connsiteY315" fmla="*/ 237193 h 712723"/>
                <a:gd name="connsiteX316" fmla="*/ 57475 w 374366"/>
                <a:gd name="connsiteY316" fmla="*/ 239817 h 712723"/>
                <a:gd name="connsiteX317" fmla="*/ 56499 w 374366"/>
                <a:gd name="connsiteY317" fmla="*/ 242407 h 712723"/>
                <a:gd name="connsiteX318" fmla="*/ 56499 w 374366"/>
                <a:gd name="connsiteY318" fmla="*/ 245771 h 712723"/>
                <a:gd name="connsiteX319" fmla="*/ 56499 w 374366"/>
                <a:gd name="connsiteY319" fmla="*/ 249236 h 712723"/>
                <a:gd name="connsiteX320" fmla="*/ 55624 w 374366"/>
                <a:gd name="connsiteY320" fmla="*/ 252499 h 712723"/>
                <a:gd name="connsiteX321" fmla="*/ 55893 w 374366"/>
                <a:gd name="connsiteY321" fmla="*/ 255224 h 712723"/>
                <a:gd name="connsiteX322" fmla="*/ 54749 w 374366"/>
                <a:gd name="connsiteY322" fmla="*/ 259900 h 712723"/>
                <a:gd name="connsiteX323" fmla="*/ 54749 w 374366"/>
                <a:gd name="connsiteY323" fmla="*/ 264879 h 712723"/>
                <a:gd name="connsiteX324" fmla="*/ 53772 w 374366"/>
                <a:gd name="connsiteY324" fmla="*/ 267704 h 712723"/>
                <a:gd name="connsiteX325" fmla="*/ 51484 w 374366"/>
                <a:gd name="connsiteY325" fmla="*/ 269218 h 712723"/>
                <a:gd name="connsiteX326" fmla="*/ 48018 w 374366"/>
                <a:gd name="connsiteY326" fmla="*/ 270093 h 712723"/>
                <a:gd name="connsiteX327" fmla="*/ 45090 w 374366"/>
                <a:gd name="connsiteY327" fmla="*/ 271606 h 712723"/>
                <a:gd name="connsiteX328" fmla="*/ 43037 w 374366"/>
                <a:gd name="connsiteY328" fmla="*/ 275307 h 712723"/>
                <a:gd name="connsiteX329" fmla="*/ 41623 w 374366"/>
                <a:gd name="connsiteY329" fmla="*/ 277897 h 712723"/>
                <a:gd name="connsiteX330" fmla="*/ 40109 w 374366"/>
                <a:gd name="connsiteY330" fmla="*/ 281497 h 712723"/>
                <a:gd name="connsiteX331" fmla="*/ 37921 w 374366"/>
                <a:gd name="connsiteY331" fmla="*/ 284221 h 712723"/>
                <a:gd name="connsiteX332" fmla="*/ 33344 w 374366"/>
                <a:gd name="connsiteY332" fmla="*/ 286408 h 712723"/>
                <a:gd name="connsiteX333" fmla="*/ 31157 w 374366"/>
                <a:gd name="connsiteY333" fmla="*/ 287720 h 712723"/>
                <a:gd name="connsiteX334" fmla="*/ 29205 w 374366"/>
                <a:gd name="connsiteY334" fmla="*/ 290983 h 712723"/>
                <a:gd name="connsiteX335" fmla="*/ 24426 w 374366"/>
                <a:gd name="connsiteY335" fmla="*/ 295322 h 712723"/>
                <a:gd name="connsiteX336" fmla="*/ 23214 w 374366"/>
                <a:gd name="connsiteY336" fmla="*/ 299460 h 712723"/>
                <a:gd name="connsiteX337" fmla="*/ 22137 w 374366"/>
                <a:gd name="connsiteY337" fmla="*/ 301848 h 712723"/>
                <a:gd name="connsiteX338" fmla="*/ 19950 w 374366"/>
                <a:gd name="connsiteY338" fmla="*/ 304876 h 712723"/>
                <a:gd name="connsiteX339" fmla="*/ 19950 w 374366"/>
                <a:gd name="connsiteY339" fmla="*/ 308341 h 712723"/>
                <a:gd name="connsiteX340" fmla="*/ 22238 w 374366"/>
                <a:gd name="connsiteY340" fmla="*/ 309956 h 712723"/>
                <a:gd name="connsiteX341" fmla="*/ 22575 w 374366"/>
                <a:gd name="connsiteY341" fmla="*/ 312781 h 712723"/>
                <a:gd name="connsiteX342" fmla="*/ 20724 w 374366"/>
                <a:gd name="connsiteY342" fmla="*/ 315069 h 712723"/>
                <a:gd name="connsiteX343" fmla="*/ 19950 w 374366"/>
                <a:gd name="connsiteY343" fmla="*/ 318332 h 712723"/>
                <a:gd name="connsiteX344" fmla="*/ 19950 w 374366"/>
                <a:gd name="connsiteY344" fmla="*/ 320485 h 712723"/>
                <a:gd name="connsiteX345" fmla="*/ 19950 w 374366"/>
                <a:gd name="connsiteY345" fmla="*/ 321797 h 712723"/>
                <a:gd name="connsiteX346" fmla="*/ 18873 w 374366"/>
                <a:gd name="connsiteY346" fmla="*/ 324084 h 712723"/>
                <a:gd name="connsiteX347" fmla="*/ 20926 w 374366"/>
                <a:gd name="connsiteY347" fmla="*/ 326910 h 712723"/>
                <a:gd name="connsiteX348" fmla="*/ 23416 w 374366"/>
                <a:gd name="connsiteY348" fmla="*/ 328525 h 712723"/>
                <a:gd name="connsiteX349" fmla="*/ 25705 w 374366"/>
                <a:gd name="connsiteY349" fmla="*/ 330039 h 712723"/>
                <a:gd name="connsiteX350" fmla="*/ 28733 w 374366"/>
                <a:gd name="connsiteY350" fmla="*/ 333402 h 712723"/>
                <a:gd name="connsiteX351" fmla="*/ 30147 w 374366"/>
                <a:gd name="connsiteY351" fmla="*/ 334815 h 712723"/>
                <a:gd name="connsiteX352" fmla="*/ 32267 w 374366"/>
                <a:gd name="connsiteY352" fmla="*/ 337540 h 712723"/>
                <a:gd name="connsiteX353" fmla="*/ 33849 w 374366"/>
                <a:gd name="connsiteY353" fmla="*/ 340366 h 712723"/>
                <a:gd name="connsiteX354" fmla="*/ 33849 w 374366"/>
                <a:gd name="connsiteY354" fmla="*/ 343091 h 712723"/>
                <a:gd name="connsiteX355" fmla="*/ 34186 w 374366"/>
                <a:gd name="connsiteY355" fmla="*/ 344705 h 712723"/>
                <a:gd name="connsiteX356" fmla="*/ 36912 w 374366"/>
                <a:gd name="connsiteY356" fmla="*/ 345580 h 712723"/>
                <a:gd name="connsiteX357" fmla="*/ 38224 w 374366"/>
                <a:gd name="connsiteY357" fmla="*/ 346354 h 712723"/>
                <a:gd name="connsiteX358" fmla="*/ 39200 w 374366"/>
                <a:gd name="connsiteY358" fmla="*/ 347666 h 712723"/>
                <a:gd name="connsiteX359" fmla="*/ 41590 w 374366"/>
                <a:gd name="connsiteY359" fmla="*/ 348877 h 712723"/>
                <a:gd name="connsiteX360" fmla="*/ 44517 w 374366"/>
                <a:gd name="connsiteY360" fmla="*/ 351265 h 712723"/>
                <a:gd name="connsiteX361" fmla="*/ 44316 w 374366"/>
                <a:gd name="connsiteY361" fmla="*/ 352342 h 712723"/>
                <a:gd name="connsiteX362" fmla="*/ 42566 w 374366"/>
                <a:gd name="connsiteY362" fmla="*/ 353754 h 712723"/>
                <a:gd name="connsiteX363" fmla="*/ 41253 w 374366"/>
                <a:gd name="connsiteY363" fmla="*/ 354528 h 712723"/>
                <a:gd name="connsiteX364" fmla="*/ 40816 w 374366"/>
                <a:gd name="connsiteY364" fmla="*/ 357623 h 712723"/>
                <a:gd name="connsiteX365" fmla="*/ 40816 w 374366"/>
                <a:gd name="connsiteY365" fmla="*/ 358767 h 712723"/>
                <a:gd name="connsiteX366" fmla="*/ 44585 w 374366"/>
                <a:gd name="connsiteY366" fmla="*/ 360079 h 712723"/>
                <a:gd name="connsiteX367" fmla="*/ 47345 w 374366"/>
                <a:gd name="connsiteY367" fmla="*/ 361525 h 712723"/>
                <a:gd name="connsiteX368" fmla="*/ 46167 w 374366"/>
                <a:gd name="connsiteY368" fmla="*/ 363543 h 712723"/>
                <a:gd name="connsiteX369" fmla="*/ 44585 w 374366"/>
                <a:gd name="connsiteY369" fmla="*/ 365730 h 712723"/>
                <a:gd name="connsiteX370" fmla="*/ 44013 w 374366"/>
                <a:gd name="connsiteY370" fmla="*/ 368320 h 712723"/>
                <a:gd name="connsiteX371" fmla="*/ 47479 w 374366"/>
                <a:gd name="connsiteY371" fmla="*/ 372525 h 712723"/>
                <a:gd name="connsiteX372" fmla="*/ 46739 w 374366"/>
                <a:gd name="connsiteY372" fmla="*/ 376865 h 712723"/>
                <a:gd name="connsiteX373" fmla="*/ 45292 w 374366"/>
                <a:gd name="connsiteY373" fmla="*/ 379320 h 712723"/>
                <a:gd name="connsiteX374" fmla="*/ 42397 w 374366"/>
                <a:gd name="connsiteY374" fmla="*/ 381642 h 712723"/>
                <a:gd name="connsiteX375" fmla="*/ 39368 w 374366"/>
                <a:gd name="connsiteY375" fmla="*/ 382214 h 712723"/>
                <a:gd name="connsiteX376" fmla="*/ 36339 w 374366"/>
                <a:gd name="connsiteY376" fmla="*/ 386284 h 712723"/>
                <a:gd name="connsiteX377" fmla="*/ 33277 w 374366"/>
                <a:gd name="connsiteY377" fmla="*/ 388302 h 712723"/>
                <a:gd name="connsiteX378" fmla="*/ 33008 w 374366"/>
                <a:gd name="connsiteY378" fmla="*/ 390892 h 712723"/>
                <a:gd name="connsiteX379" fmla="*/ 35902 w 374366"/>
                <a:gd name="connsiteY379" fmla="*/ 395972 h 712723"/>
                <a:gd name="connsiteX380" fmla="*/ 37921 w 374366"/>
                <a:gd name="connsiteY380" fmla="*/ 397587 h 712723"/>
                <a:gd name="connsiteX381" fmla="*/ 38224 w 374366"/>
                <a:gd name="connsiteY381" fmla="*/ 402061 h 712723"/>
                <a:gd name="connsiteX382" fmla="*/ 37349 w 374366"/>
                <a:gd name="connsiteY382" fmla="*/ 404819 h 712723"/>
                <a:gd name="connsiteX383" fmla="*/ 34724 w 374366"/>
                <a:gd name="connsiteY383" fmla="*/ 407275 h 712723"/>
                <a:gd name="connsiteX384" fmla="*/ 32839 w 374366"/>
                <a:gd name="connsiteY384" fmla="*/ 411345 h 712723"/>
                <a:gd name="connsiteX385" fmla="*/ 26310 w 374366"/>
                <a:gd name="connsiteY385" fmla="*/ 416257 h 712723"/>
                <a:gd name="connsiteX386" fmla="*/ 22979 w 374366"/>
                <a:gd name="connsiteY386" fmla="*/ 421606 h 712723"/>
                <a:gd name="connsiteX387" fmla="*/ 20522 w 374366"/>
                <a:gd name="connsiteY387" fmla="*/ 425945 h 712723"/>
                <a:gd name="connsiteX388" fmla="*/ 19007 w 374366"/>
                <a:gd name="connsiteY388" fmla="*/ 428973 h 712723"/>
                <a:gd name="connsiteX389" fmla="*/ 14733 w 374366"/>
                <a:gd name="connsiteY389" fmla="*/ 430419 h 712723"/>
                <a:gd name="connsiteX390" fmla="*/ 14733 w 374366"/>
                <a:gd name="connsiteY390" fmla="*/ 433447 h 712723"/>
                <a:gd name="connsiteX391" fmla="*/ 15743 w 374366"/>
                <a:gd name="connsiteY391" fmla="*/ 434019 h 712723"/>
                <a:gd name="connsiteX392" fmla="*/ 16180 w 374366"/>
                <a:gd name="connsiteY392" fmla="*/ 436205 h 712723"/>
                <a:gd name="connsiteX393" fmla="*/ 14733 w 374366"/>
                <a:gd name="connsiteY393" fmla="*/ 437954 h 712723"/>
                <a:gd name="connsiteX394" fmla="*/ 11031 w 374366"/>
                <a:gd name="connsiteY394" fmla="*/ 438526 h 712723"/>
                <a:gd name="connsiteX395" fmla="*/ 9517 w 374366"/>
                <a:gd name="connsiteY395" fmla="*/ 440410 h 712723"/>
                <a:gd name="connsiteX396" fmla="*/ 9517 w 374366"/>
                <a:gd name="connsiteY396" fmla="*/ 443875 h 712723"/>
                <a:gd name="connsiteX397" fmla="*/ 10392 w 374366"/>
                <a:gd name="connsiteY397" fmla="*/ 448955 h 712723"/>
                <a:gd name="connsiteX398" fmla="*/ 11704 w 374366"/>
                <a:gd name="connsiteY398" fmla="*/ 451713 h 712723"/>
                <a:gd name="connsiteX399" fmla="*/ 10560 w 374366"/>
                <a:gd name="connsiteY399" fmla="*/ 453159 h 712723"/>
                <a:gd name="connsiteX400" fmla="*/ 11704 w 374366"/>
                <a:gd name="connsiteY400" fmla="*/ 454909 h 712723"/>
                <a:gd name="connsiteX401" fmla="*/ 12714 w 374366"/>
                <a:gd name="connsiteY401" fmla="*/ 456221 h 712723"/>
                <a:gd name="connsiteX402" fmla="*/ 13421 w 374366"/>
                <a:gd name="connsiteY402" fmla="*/ 458239 h 712723"/>
                <a:gd name="connsiteX403" fmla="*/ 11839 w 374366"/>
                <a:gd name="connsiteY403" fmla="*/ 460426 h 712723"/>
                <a:gd name="connsiteX404" fmla="*/ 9517 w 374366"/>
                <a:gd name="connsiteY404" fmla="*/ 461435 h 712723"/>
                <a:gd name="connsiteX405" fmla="*/ 9517 w 374366"/>
                <a:gd name="connsiteY405" fmla="*/ 463016 h 712723"/>
                <a:gd name="connsiteX406" fmla="*/ 11974 w 374366"/>
                <a:gd name="connsiteY406" fmla="*/ 463016 h 712723"/>
                <a:gd name="connsiteX407" fmla="*/ 13858 w 374366"/>
                <a:gd name="connsiteY407" fmla="*/ 465909 h 712723"/>
                <a:gd name="connsiteX408" fmla="*/ 15608 w 374366"/>
                <a:gd name="connsiteY408" fmla="*/ 465909 h 712723"/>
                <a:gd name="connsiteX409" fmla="*/ 15743 w 374366"/>
                <a:gd name="connsiteY409" fmla="*/ 468667 h 712723"/>
                <a:gd name="connsiteX410" fmla="*/ 15036 w 374366"/>
                <a:gd name="connsiteY410" fmla="*/ 470988 h 712723"/>
                <a:gd name="connsiteX411" fmla="*/ 14026 w 374366"/>
                <a:gd name="connsiteY411" fmla="*/ 472872 h 712723"/>
                <a:gd name="connsiteX412" fmla="*/ 12209 w 374366"/>
                <a:gd name="connsiteY412" fmla="*/ 474016 h 712723"/>
                <a:gd name="connsiteX413" fmla="*/ 11267 w 374366"/>
                <a:gd name="connsiteY413" fmla="*/ 475765 h 712723"/>
                <a:gd name="connsiteX414" fmla="*/ 11267 w 374366"/>
                <a:gd name="connsiteY414" fmla="*/ 476909 h 712723"/>
                <a:gd name="connsiteX415" fmla="*/ 13152 w 374366"/>
                <a:gd name="connsiteY415" fmla="*/ 478356 h 712723"/>
                <a:gd name="connsiteX416" fmla="*/ 15036 w 374366"/>
                <a:gd name="connsiteY416" fmla="*/ 480811 h 712723"/>
                <a:gd name="connsiteX417" fmla="*/ 17628 w 374366"/>
                <a:gd name="connsiteY417" fmla="*/ 484713 h 712723"/>
                <a:gd name="connsiteX418" fmla="*/ 18940 w 374366"/>
                <a:gd name="connsiteY418" fmla="*/ 488178 h 712723"/>
                <a:gd name="connsiteX419" fmla="*/ 19950 w 374366"/>
                <a:gd name="connsiteY419" fmla="*/ 489759 h 712723"/>
                <a:gd name="connsiteX420" fmla="*/ 19950 w 374366"/>
                <a:gd name="connsiteY420" fmla="*/ 492518 h 712723"/>
                <a:gd name="connsiteX421" fmla="*/ 19075 w 374366"/>
                <a:gd name="connsiteY421" fmla="*/ 494839 h 712723"/>
                <a:gd name="connsiteX422" fmla="*/ 18368 w 374366"/>
                <a:gd name="connsiteY422" fmla="*/ 497598 h 712723"/>
                <a:gd name="connsiteX423" fmla="*/ 17358 w 374366"/>
                <a:gd name="connsiteY423" fmla="*/ 499481 h 712723"/>
                <a:gd name="connsiteX424" fmla="*/ 16786 w 374366"/>
                <a:gd name="connsiteY424" fmla="*/ 502072 h 712723"/>
                <a:gd name="connsiteX425" fmla="*/ 16652 w 374366"/>
                <a:gd name="connsiteY425" fmla="*/ 503518 h 712723"/>
                <a:gd name="connsiteX426" fmla="*/ 17392 w 374366"/>
                <a:gd name="connsiteY426" fmla="*/ 505402 h 712723"/>
                <a:gd name="connsiteX427" fmla="*/ 17964 w 374366"/>
                <a:gd name="connsiteY427" fmla="*/ 508598 h 712723"/>
                <a:gd name="connsiteX428" fmla="*/ 18267 w 374366"/>
                <a:gd name="connsiteY428" fmla="*/ 512365 h 712723"/>
                <a:gd name="connsiteX429" fmla="*/ 18570 w 374366"/>
                <a:gd name="connsiteY429" fmla="*/ 515998 h 712723"/>
                <a:gd name="connsiteX430" fmla="*/ 18132 w 374366"/>
                <a:gd name="connsiteY430" fmla="*/ 519901 h 712723"/>
                <a:gd name="connsiteX431" fmla="*/ 17695 w 374366"/>
                <a:gd name="connsiteY431" fmla="*/ 525552 h 712723"/>
                <a:gd name="connsiteX432" fmla="*/ 16820 w 374366"/>
                <a:gd name="connsiteY432" fmla="*/ 527436 h 712723"/>
                <a:gd name="connsiteX433" fmla="*/ 16248 w 374366"/>
                <a:gd name="connsiteY433" fmla="*/ 530766 h 712723"/>
                <a:gd name="connsiteX434" fmla="*/ 16685 w 374366"/>
                <a:gd name="connsiteY434" fmla="*/ 535980 h 712723"/>
                <a:gd name="connsiteX435" fmla="*/ 16954 w 374366"/>
                <a:gd name="connsiteY435" fmla="*/ 541632 h 712723"/>
                <a:gd name="connsiteX436" fmla="*/ 18974 w 374366"/>
                <a:gd name="connsiteY436" fmla="*/ 544962 h 712723"/>
                <a:gd name="connsiteX437" fmla="*/ 20555 w 374366"/>
                <a:gd name="connsiteY437" fmla="*/ 548595 h 712723"/>
                <a:gd name="connsiteX438" fmla="*/ 21700 w 374366"/>
                <a:gd name="connsiteY438" fmla="*/ 553944 h 712723"/>
                <a:gd name="connsiteX439" fmla="*/ 20825 w 374366"/>
                <a:gd name="connsiteY439" fmla="*/ 558283 h 712723"/>
                <a:gd name="connsiteX440" fmla="*/ 21397 w 374366"/>
                <a:gd name="connsiteY440" fmla="*/ 565381 h 712723"/>
                <a:gd name="connsiteX441" fmla="*/ 26479 w 374366"/>
                <a:gd name="connsiteY441" fmla="*/ 571739 h 712723"/>
                <a:gd name="connsiteX442" fmla="*/ 28801 w 374366"/>
                <a:gd name="connsiteY442" fmla="*/ 574498 h 712723"/>
                <a:gd name="connsiteX443" fmla="*/ 30383 w 374366"/>
                <a:gd name="connsiteY443" fmla="*/ 582302 h 712723"/>
                <a:gd name="connsiteX444" fmla="*/ 30383 w 374366"/>
                <a:gd name="connsiteY444" fmla="*/ 586373 h 712723"/>
                <a:gd name="connsiteX445" fmla="*/ 31392 w 374366"/>
                <a:gd name="connsiteY445" fmla="*/ 591015 h 712723"/>
                <a:gd name="connsiteX446" fmla="*/ 30820 w 374366"/>
                <a:gd name="connsiteY446" fmla="*/ 596666 h 712723"/>
                <a:gd name="connsiteX447" fmla="*/ 29070 w 374366"/>
                <a:gd name="connsiteY447" fmla="*/ 600871 h 712723"/>
                <a:gd name="connsiteX448" fmla="*/ 27623 w 374366"/>
                <a:gd name="connsiteY448" fmla="*/ 605951 h 712723"/>
                <a:gd name="connsiteX449" fmla="*/ 25738 w 374366"/>
                <a:gd name="connsiteY449" fmla="*/ 609718 h 712723"/>
                <a:gd name="connsiteX450" fmla="*/ 23147 w 374366"/>
                <a:gd name="connsiteY450" fmla="*/ 613923 h 712723"/>
                <a:gd name="connsiteX451" fmla="*/ 22575 w 374366"/>
                <a:gd name="connsiteY451" fmla="*/ 619878 h 712723"/>
                <a:gd name="connsiteX452" fmla="*/ 18233 w 374366"/>
                <a:gd name="connsiteY452" fmla="*/ 625092 h 712723"/>
                <a:gd name="connsiteX453" fmla="*/ 14901 w 374366"/>
                <a:gd name="connsiteY453" fmla="*/ 629869 h 712723"/>
                <a:gd name="connsiteX454" fmla="*/ 12714 w 374366"/>
                <a:gd name="connsiteY454" fmla="*/ 633199 h 712723"/>
                <a:gd name="connsiteX455" fmla="*/ 9517 w 374366"/>
                <a:gd name="connsiteY455" fmla="*/ 637101 h 712723"/>
                <a:gd name="connsiteX456" fmla="*/ 7767 w 374366"/>
                <a:gd name="connsiteY456" fmla="*/ 639994 h 712723"/>
                <a:gd name="connsiteX457" fmla="*/ 7767 w 374366"/>
                <a:gd name="connsiteY457" fmla="*/ 645511 h 712723"/>
                <a:gd name="connsiteX458" fmla="*/ 7767 w 374366"/>
                <a:gd name="connsiteY458" fmla="*/ 649413 h 712723"/>
                <a:gd name="connsiteX459" fmla="*/ 7767 w 374366"/>
                <a:gd name="connsiteY459" fmla="*/ 654762 h 712723"/>
                <a:gd name="connsiteX460" fmla="*/ 6757 w 374366"/>
                <a:gd name="connsiteY460" fmla="*/ 657218 h 712723"/>
                <a:gd name="connsiteX461" fmla="*/ 6017 w 374366"/>
                <a:gd name="connsiteY461" fmla="*/ 660851 h 712723"/>
                <a:gd name="connsiteX462" fmla="*/ 3695 w 374366"/>
                <a:gd name="connsiteY462" fmla="*/ 664753 h 712723"/>
                <a:gd name="connsiteX463" fmla="*/ 1877 w 374366"/>
                <a:gd name="connsiteY463" fmla="*/ 668083 h 712723"/>
                <a:gd name="connsiteX464" fmla="*/ 800 w 374366"/>
                <a:gd name="connsiteY464" fmla="*/ 672154 h 712723"/>
                <a:gd name="connsiteX465" fmla="*/ 800 w 374366"/>
                <a:gd name="connsiteY465" fmla="*/ 680261 h 712723"/>
                <a:gd name="connsiteX466" fmla="*/ 1810 w 374366"/>
                <a:gd name="connsiteY466" fmla="*/ 682851 h 712723"/>
                <a:gd name="connsiteX467" fmla="*/ 194 w 374366"/>
                <a:gd name="connsiteY467" fmla="*/ 689814 h 712723"/>
                <a:gd name="connsiteX468" fmla="*/ 194 w 374366"/>
                <a:gd name="connsiteY468" fmla="*/ 700680 h 712723"/>
                <a:gd name="connsiteX469" fmla="*/ 935 w 374366"/>
                <a:gd name="connsiteY469" fmla="*/ 706634 h 712723"/>
                <a:gd name="connsiteX470" fmla="*/ 2820 w 374366"/>
                <a:gd name="connsiteY470" fmla="*/ 710267 h 712723"/>
                <a:gd name="connsiteX471" fmla="*/ 9147 w 374366"/>
                <a:gd name="connsiteY471" fmla="*/ 712723 h 712723"/>
                <a:gd name="connsiteX472" fmla="*/ 9147 w 374366"/>
                <a:gd name="connsiteY472" fmla="*/ 712723 h 712723"/>
                <a:gd name="connsiteX473" fmla="*/ 9921 w 374366"/>
                <a:gd name="connsiteY473" fmla="*/ 712420 h 712723"/>
                <a:gd name="connsiteX474" fmla="*/ 15575 w 374366"/>
                <a:gd name="connsiteY474" fmla="*/ 712420 h 712723"/>
                <a:gd name="connsiteX475" fmla="*/ 17325 w 374366"/>
                <a:gd name="connsiteY475" fmla="*/ 712420 h 712723"/>
                <a:gd name="connsiteX476" fmla="*/ 22541 w 374366"/>
                <a:gd name="connsiteY476" fmla="*/ 712420 h 712723"/>
                <a:gd name="connsiteX477" fmla="*/ 28061 w 374366"/>
                <a:gd name="connsiteY477" fmla="*/ 712420 h 712723"/>
                <a:gd name="connsiteX478" fmla="*/ 34590 w 374366"/>
                <a:gd name="connsiteY478" fmla="*/ 712420 h 712723"/>
                <a:gd name="connsiteX479" fmla="*/ 39671 w 374366"/>
                <a:gd name="connsiteY479" fmla="*/ 712218 h 712723"/>
                <a:gd name="connsiteX480" fmla="*/ 46200 w 374366"/>
                <a:gd name="connsiteY480" fmla="*/ 709359 h 712723"/>
                <a:gd name="connsiteX481" fmla="*/ 48522 w 374366"/>
                <a:gd name="connsiteY481" fmla="*/ 707341 h 712723"/>
                <a:gd name="connsiteX482" fmla="*/ 51720 w 374366"/>
                <a:gd name="connsiteY482" fmla="*/ 705019 h 712723"/>
                <a:gd name="connsiteX483" fmla="*/ 53470 w 374366"/>
                <a:gd name="connsiteY483" fmla="*/ 702261 h 712723"/>
                <a:gd name="connsiteX484" fmla="*/ 55657 w 374366"/>
                <a:gd name="connsiteY484" fmla="*/ 698493 h 712723"/>
                <a:gd name="connsiteX485" fmla="*/ 57239 w 374366"/>
                <a:gd name="connsiteY485" fmla="*/ 698493 h 712723"/>
                <a:gd name="connsiteX486" fmla="*/ 61446 w 374366"/>
                <a:gd name="connsiteY486" fmla="*/ 697787 h 712723"/>
                <a:gd name="connsiteX487" fmla="*/ 65383 w 374366"/>
                <a:gd name="connsiteY487" fmla="*/ 697787 h 712723"/>
                <a:gd name="connsiteX488" fmla="*/ 67975 w 374366"/>
                <a:gd name="connsiteY488" fmla="*/ 697787 h 712723"/>
                <a:gd name="connsiteX489" fmla="*/ 71172 w 374366"/>
                <a:gd name="connsiteY489" fmla="*/ 696643 h 712723"/>
                <a:gd name="connsiteX490" fmla="*/ 74504 w 374366"/>
                <a:gd name="connsiteY490" fmla="*/ 695062 h 712723"/>
                <a:gd name="connsiteX491" fmla="*/ 78139 w 374366"/>
                <a:gd name="connsiteY491" fmla="*/ 691295 h 712723"/>
                <a:gd name="connsiteX492" fmla="*/ 82917 w 374366"/>
                <a:gd name="connsiteY492" fmla="*/ 688704 h 712723"/>
                <a:gd name="connsiteX493" fmla="*/ 87831 w 374366"/>
                <a:gd name="connsiteY493" fmla="*/ 688132 h 712723"/>
                <a:gd name="connsiteX494" fmla="*/ 95639 w 374366"/>
                <a:gd name="connsiteY494" fmla="*/ 688132 h 712723"/>
                <a:gd name="connsiteX495" fmla="*/ 99577 w 374366"/>
                <a:gd name="connsiteY495" fmla="*/ 687426 h 712723"/>
                <a:gd name="connsiteX496" fmla="*/ 105230 w 374366"/>
                <a:gd name="connsiteY496" fmla="*/ 685542 h 712723"/>
                <a:gd name="connsiteX497" fmla="*/ 106812 w 374366"/>
                <a:gd name="connsiteY497" fmla="*/ 684667 h 712723"/>
                <a:gd name="connsiteX498" fmla="*/ 110009 w 374366"/>
                <a:gd name="connsiteY498" fmla="*/ 685037 h 712723"/>
                <a:gd name="connsiteX499" fmla="*/ 114216 w 374366"/>
                <a:gd name="connsiteY499" fmla="*/ 684667 h 712723"/>
                <a:gd name="connsiteX500" fmla="*/ 114788 w 374366"/>
                <a:gd name="connsiteY500" fmla="*/ 684667 h 712723"/>
                <a:gd name="connsiteX501" fmla="*/ 118692 w 374366"/>
                <a:gd name="connsiteY501" fmla="*/ 681909 h 712723"/>
                <a:gd name="connsiteX502" fmla="*/ 119836 w 374366"/>
                <a:gd name="connsiteY502" fmla="*/ 681169 h 712723"/>
                <a:gd name="connsiteX503" fmla="*/ 122293 w 374366"/>
                <a:gd name="connsiteY503" fmla="*/ 679588 h 712723"/>
                <a:gd name="connsiteX504" fmla="*/ 123942 w 374366"/>
                <a:gd name="connsiteY504" fmla="*/ 678007 h 712723"/>
                <a:gd name="connsiteX505" fmla="*/ 124313 w 374366"/>
                <a:gd name="connsiteY505" fmla="*/ 675988 h 712723"/>
                <a:gd name="connsiteX506" fmla="*/ 124313 w 374366"/>
                <a:gd name="connsiteY506" fmla="*/ 673365 h 712723"/>
                <a:gd name="connsiteX507" fmla="*/ 126500 w 374366"/>
                <a:gd name="connsiteY507" fmla="*/ 671783 h 712723"/>
                <a:gd name="connsiteX508" fmla="*/ 128519 w 374366"/>
                <a:gd name="connsiteY508" fmla="*/ 670034 h 712723"/>
                <a:gd name="connsiteX509" fmla="*/ 129529 w 374366"/>
                <a:gd name="connsiteY509" fmla="*/ 668722 h 712723"/>
                <a:gd name="connsiteX510" fmla="*/ 131986 w 374366"/>
                <a:gd name="connsiteY510" fmla="*/ 666973 h 712723"/>
                <a:gd name="connsiteX511" fmla="*/ 134745 w 374366"/>
                <a:gd name="connsiteY511" fmla="*/ 664517 h 712723"/>
                <a:gd name="connsiteX512" fmla="*/ 136933 w 374366"/>
                <a:gd name="connsiteY512" fmla="*/ 662331 h 712723"/>
                <a:gd name="connsiteX513" fmla="*/ 138952 w 374366"/>
                <a:gd name="connsiteY513" fmla="*/ 660582 h 712723"/>
                <a:gd name="connsiteX514" fmla="*/ 143159 w 374366"/>
                <a:gd name="connsiteY514" fmla="*/ 655502 h 712723"/>
                <a:gd name="connsiteX515" fmla="*/ 147366 w 374366"/>
                <a:gd name="connsiteY515" fmla="*/ 652878 h 712723"/>
                <a:gd name="connsiteX516" fmla="*/ 153154 w 374366"/>
                <a:gd name="connsiteY516" fmla="*/ 651566 h 712723"/>
                <a:gd name="connsiteX517" fmla="*/ 158236 w 374366"/>
                <a:gd name="connsiteY517" fmla="*/ 651566 h 712723"/>
                <a:gd name="connsiteX518" fmla="*/ 161568 w 374366"/>
                <a:gd name="connsiteY518" fmla="*/ 652138 h 712723"/>
                <a:gd name="connsiteX519" fmla="*/ 164328 w 374366"/>
                <a:gd name="connsiteY519" fmla="*/ 653282 h 712723"/>
                <a:gd name="connsiteX520" fmla="*/ 166583 w 374366"/>
                <a:gd name="connsiteY520" fmla="*/ 653147 h 712723"/>
                <a:gd name="connsiteX521" fmla="*/ 167828 w 374366"/>
                <a:gd name="connsiteY521" fmla="*/ 651566 h 712723"/>
                <a:gd name="connsiteX522" fmla="*/ 167828 w 374366"/>
                <a:gd name="connsiteY522" fmla="*/ 648942 h 712723"/>
                <a:gd name="connsiteX523" fmla="*/ 166953 w 374366"/>
                <a:gd name="connsiteY523" fmla="*/ 645612 h 712723"/>
                <a:gd name="connsiteX524" fmla="*/ 166078 w 374366"/>
                <a:gd name="connsiteY524" fmla="*/ 643425 h 712723"/>
                <a:gd name="connsiteX525" fmla="*/ 165001 w 374366"/>
                <a:gd name="connsiteY525" fmla="*/ 641541 h 712723"/>
                <a:gd name="connsiteX526" fmla="*/ 164362 w 374366"/>
                <a:gd name="connsiteY526" fmla="*/ 639220 h 712723"/>
                <a:gd name="connsiteX527" fmla="*/ 164362 w 374366"/>
                <a:gd name="connsiteY527" fmla="*/ 638480 h 712723"/>
                <a:gd name="connsiteX528" fmla="*/ 165371 w 374366"/>
                <a:gd name="connsiteY528" fmla="*/ 636731 h 712723"/>
                <a:gd name="connsiteX529" fmla="*/ 166549 w 374366"/>
                <a:gd name="connsiteY529" fmla="*/ 634982 h 712723"/>
                <a:gd name="connsiteX530" fmla="*/ 166684 w 374366"/>
                <a:gd name="connsiteY530" fmla="*/ 632526 h 712723"/>
                <a:gd name="connsiteX531" fmla="*/ 166549 w 374366"/>
                <a:gd name="connsiteY531" fmla="*/ 631651 h 712723"/>
                <a:gd name="connsiteX532" fmla="*/ 167862 w 374366"/>
                <a:gd name="connsiteY532" fmla="*/ 630642 h 712723"/>
                <a:gd name="connsiteX533" fmla="*/ 170453 w 374366"/>
                <a:gd name="connsiteY533" fmla="*/ 630642 h 712723"/>
                <a:gd name="connsiteX534" fmla="*/ 173347 w 374366"/>
                <a:gd name="connsiteY534" fmla="*/ 629902 h 712723"/>
                <a:gd name="connsiteX535" fmla="*/ 176679 w 374366"/>
                <a:gd name="connsiteY535" fmla="*/ 630642 h 712723"/>
                <a:gd name="connsiteX536" fmla="*/ 180011 w 374366"/>
                <a:gd name="connsiteY536" fmla="*/ 631786 h 712723"/>
                <a:gd name="connsiteX537" fmla="*/ 180718 w 374366"/>
                <a:gd name="connsiteY537" fmla="*/ 633098 h 712723"/>
                <a:gd name="connsiteX538" fmla="*/ 184622 w 374366"/>
                <a:gd name="connsiteY538" fmla="*/ 634242 h 712723"/>
                <a:gd name="connsiteX539" fmla="*/ 191891 w 374366"/>
                <a:gd name="connsiteY539" fmla="*/ 633872 h 712723"/>
                <a:gd name="connsiteX540" fmla="*/ 197107 w 374366"/>
                <a:gd name="connsiteY540" fmla="*/ 634511 h 712723"/>
                <a:gd name="connsiteX541" fmla="*/ 202324 w 374366"/>
                <a:gd name="connsiteY541" fmla="*/ 634410 h 712723"/>
                <a:gd name="connsiteX542" fmla="*/ 206901 w 374366"/>
                <a:gd name="connsiteY542" fmla="*/ 634948 h 712723"/>
                <a:gd name="connsiteX543" fmla="*/ 211040 w 374366"/>
                <a:gd name="connsiteY543" fmla="*/ 635856 h 712723"/>
                <a:gd name="connsiteX544" fmla="*/ 213968 w 374366"/>
                <a:gd name="connsiteY544" fmla="*/ 636731 h 712723"/>
                <a:gd name="connsiteX545" fmla="*/ 216829 w 374366"/>
                <a:gd name="connsiteY545" fmla="*/ 635083 h 712723"/>
                <a:gd name="connsiteX546" fmla="*/ 218848 w 374366"/>
                <a:gd name="connsiteY546" fmla="*/ 633064 h 712723"/>
                <a:gd name="connsiteX547" fmla="*/ 220430 w 374366"/>
                <a:gd name="connsiteY547" fmla="*/ 630878 h 712723"/>
                <a:gd name="connsiteX548" fmla="*/ 221440 w 374366"/>
                <a:gd name="connsiteY548" fmla="*/ 628859 h 712723"/>
                <a:gd name="connsiteX549" fmla="*/ 224334 w 374366"/>
                <a:gd name="connsiteY549" fmla="*/ 628859 h 712723"/>
                <a:gd name="connsiteX550" fmla="*/ 226050 w 374366"/>
                <a:gd name="connsiteY550" fmla="*/ 628859 h 712723"/>
                <a:gd name="connsiteX551" fmla="*/ 226925 w 374366"/>
                <a:gd name="connsiteY551" fmla="*/ 631752 h 712723"/>
                <a:gd name="connsiteX552" fmla="*/ 227800 w 374366"/>
                <a:gd name="connsiteY552" fmla="*/ 633636 h 712723"/>
                <a:gd name="connsiteX553" fmla="*/ 229820 w 374366"/>
                <a:gd name="connsiteY553" fmla="*/ 635385 h 712723"/>
                <a:gd name="connsiteX554" fmla="*/ 234026 w 374366"/>
                <a:gd name="connsiteY554" fmla="*/ 635251 h 712723"/>
                <a:gd name="connsiteX555" fmla="*/ 237426 w 374366"/>
                <a:gd name="connsiteY555" fmla="*/ 632358 h 712723"/>
                <a:gd name="connsiteX556" fmla="*/ 239108 w 374366"/>
                <a:gd name="connsiteY556" fmla="*/ 630474 h 712723"/>
                <a:gd name="connsiteX557" fmla="*/ 239108 w 374366"/>
                <a:gd name="connsiteY557" fmla="*/ 629734 h 712723"/>
                <a:gd name="connsiteX558" fmla="*/ 239108 w 374366"/>
                <a:gd name="connsiteY558" fmla="*/ 626269 h 712723"/>
                <a:gd name="connsiteX559" fmla="*/ 240118 w 374366"/>
                <a:gd name="connsiteY559" fmla="*/ 624688 h 712723"/>
                <a:gd name="connsiteX560" fmla="*/ 241700 w 374366"/>
                <a:gd name="connsiteY560" fmla="*/ 622939 h 712723"/>
                <a:gd name="connsiteX561" fmla="*/ 242575 w 374366"/>
                <a:gd name="connsiteY561" fmla="*/ 621795 h 712723"/>
                <a:gd name="connsiteX562" fmla="*/ 243887 w 374366"/>
                <a:gd name="connsiteY562" fmla="*/ 620349 h 712723"/>
                <a:gd name="connsiteX563" fmla="*/ 247959 w 374366"/>
                <a:gd name="connsiteY563" fmla="*/ 619339 h 712723"/>
                <a:gd name="connsiteX564" fmla="*/ 251426 w 374366"/>
                <a:gd name="connsiteY564" fmla="*/ 618465 h 712723"/>
                <a:gd name="connsiteX565" fmla="*/ 253883 w 374366"/>
                <a:gd name="connsiteY565" fmla="*/ 618465 h 712723"/>
                <a:gd name="connsiteX566" fmla="*/ 254623 w 374366"/>
                <a:gd name="connsiteY566" fmla="*/ 620786 h 712723"/>
                <a:gd name="connsiteX567" fmla="*/ 257517 w 374366"/>
                <a:gd name="connsiteY567" fmla="*/ 622670 h 712723"/>
                <a:gd name="connsiteX568" fmla="*/ 261859 w 374366"/>
                <a:gd name="connsiteY568" fmla="*/ 622939 h 712723"/>
                <a:gd name="connsiteX569" fmla="*/ 265191 w 374366"/>
                <a:gd name="connsiteY569" fmla="*/ 619911 h 712723"/>
                <a:gd name="connsiteX570" fmla="*/ 265191 w 374366"/>
                <a:gd name="connsiteY570" fmla="*/ 615874 h 712723"/>
                <a:gd name="connsiteX571" fmla="*/ 266941 w 374366"/>
                <a:gd name="connsiteY571" fmla="*/ 614125 h 712723"/>
                <a:gd name="connsiteX572" fmla="*/ 268119 w 374366"/>
                <a:gd name="connsiteY572" fmla="*/ 611232 h 712723"/>
                <a:gd name="connsiteX573" fmla="*/ 271181 w 374366"/>
                <a:gd name="connsiteY573" fmla="*/ 608642 h 712723"/>
                <a:gd name="connsiteX574" fmla="*/ 275826 w 374366"/>
                <a:gd name="connsiteY574" fmla="*/ 607902 h 712723"/>
                <a:gd name="connsiteX575" fmla="*/ 278888 w 374366"/>
                <a:gd name="connsiteY575" fmla="*/ 608642 h 712723"/>
                <a:gd name="connsiteX576" fmla="*/ 280907 w 374366"/>
                <a:gd name="connsiteY576" fmla="*/ 610660 h 712723"/>
                <a:gd name="connsiteX577" fmla="*/ 282792 w 374366"/>
                <a:gd name="connsiteY577" fmla="*/ 611232 h 712723"/>
                <a:gd name="connsiteX578" fmla="*/ 285249 w 374366"/>
                <a:gd name="connsiteY578" fmla="*/ 610357 h 712723"/>
                <a:gd name="connsiteX579" fmla="*/ 286124 w 374366"/>
                <a:gd name="connsiteY579" fmla="*/ 607902 h 712723"/>
                <a:gd name="connsiteX580" fmla="*/ 286124 w 374366"/>
                <a:gd name="connsiteY580" fmla="*/ 607162 h 712723"/>
                <a:gd name="connsiteX581" fmla="*/ 286124 w 374366"/>
                <a:gd name="connsiteY581" fmla="*/ 604572 h 712723"/>
                <a:gd name="connsiteX582" fmla="*/ 286999 w 374366"/>
                <a:gd name="connsiteY582" fmla="*/ 604572 h 712723"/>
                <a:gd name="connsiteX583" fmla="*/ 290330 w 374366"/>
                <a:gd name="connsiteY583" fmla="*/ 601948 h 712723"/>
                <a:gd name="connsiteX584" fmla="*/ 293393 w 374366"/>
                <a:gd name="connsiteY584" fmla="*/ 599492 h 712723"/>
                <a:gd name="connsiteX585" fmla="*/ 295581 w 374366"/>
                <a:gd name="connsiteY585" fmla="*/ 597608 h 712723"/>
                <a:gd name="connsiteX586" fmla="*/ 297331 w 374366"/>
                <a:gd name="connsiteY586" fmla="*/ 595152 h 712723"/>
                <a:gd name="connsiteX587" fmla="*/ 299215 w 374366"/>
                <a:gd name="connsiteY587" fmla="*/ 592966 h 712723"/>
                <a:gd name="connsiteX588" fmla="*/ 301403 w 374366"/>
                <a:gd name="connsiteY588" fmla="*/ 588492 h 712723"/>
                <a:gd name="connsiteX589" fmla="*/ 302850 w 374366"/>
                <a:gd name="connsiteY589" fmla="*/ 585464 h 712723"/>
                <a:gd name="connsiteX590" fmla="*/ 305307 w 374366"/>
                <a:gd name="connsiteY590" fmla="*/ 582268 h 712723"/>
                <a:gd name="connsiteX591" fmla="*/ 305307 w 374366"/>
                <a:gd name="connsiteY591" fmla="*/ 579375 h 712723"/>
                <a:gd name="connsiteX592" fmla="*/ 304432 w 374366"/>
                <a:gd name="connsiteY592" fmla="*/ 575608 h 712723"/>
                <a:gd name="connsiteX593" fmla="*/ 303422 w 374366"/>
                <a:gd name="connsiteY593" fmla="*/ 572715 h 712723"/>
                <a:gd name="connsiteX594" fmla="*/ 302413 w 374366"/>
                <a:gd name="connsiteY594" fmla="*/ 568813 h 712723"/>
                <a:gd name="connsiteX595" fmla="*/ 301840 w 374366"/>
                <a:gd name="connsiteY595" fmla="*/ 566357 h 712723"/>
                <a:gd name="connsiteX596" fmla="*/ 301403 w 374366"/>
                <a:gd name="connsiteY596" fmla="*/ 563733 h 712723"/>
                <a:gd name="connsiteX597" fmla="*/ 303422 w 374366"/>
                <a:gd name="connsiteY597" fmla="*/ 562858 h 712723"/>
                <a:gd name="connsiteX598" fmla="*/ 304432 w 374366"/>
                <a:gd name="connsiteY598" fmla="*/ 562858 h 712723"/>
                <a:gd name="connsiteX599" fmla="*/ 307326 w 374366"/>
                <a:gd name="connsiteY599" fmla="*/ 562858 h 712723"/>
                <a:gd name="connsiteX600" fmla="*/ 309783 w 374366"/>
                <a:gd name="connsiteY600" fmla="*/ 562724 h 712723"/>
                <a:gd name="connsiteX601" fmla="*/ 312812 w 374366"/>
                <a:gd name="connsiteY601" fmla="*/ 561849 h 712723"/>
                <a:gd name="connsiteX602" fmla="*/ 312812 w 374366"/>
                <a:gd name="connsiteY602" fmla="*/ 560974 h 712723"/>
                <a:gd name="connsiteX603" fmla="*/ 311365 w 374366"/>
                <a:gd name="connsiteY603" fmla="*/ 557947 h 712723"/>
                <a:gd name="connsiteX604" fmla="*/ 310119 w 374366"/>
                <a:gd name="connsiteY604" fmla="*/ 555626 h 712723"/>
                <a:gd name="connsiteX605" fmla="*/ 308740 w 374366"/>
                <a:gd name="connsiteY605" fmla="*/ 553439 h 712723"/>
                <a:gd name="connsiteX606" fmla="*/ 308740 w 374366"/>
                <a:gd name="connsiteY606" fmla="*/ 551555 h 712723"/>
                <a:gd name="connsiteX607" fmla="*/ 310187 w 374366"/>
                <a:gd name="connsiteY607" fmla="*/ 548225 h 712723"/>
                <a:gd name="connsiteX608" fmla="*/ 312072 w 374366"/>
                <a:gd name="connsiteY608" fmla="*/ 546476 h 712723"/>
                <a:gd name="connsiteX609" fmla="*/ 313956 w 374366"/>
                <a:gd name="connsiteY609" fmla="*/ 545601 h 712723"/>
                <a:gd name="connsiteX610" fmla="*/ 313956 w 374366"/>
                <a:gd name="connsiteY610" fmla="*/ 542843 h 712723"/>
                <a:gd name="connsiteX611" fmla="*/ 312879 w 374366"/>
                <a:gd name="connsiteY611" fmla="*/ 540522 h 712723"/>
                <a:gd name="connsiteX612" fmla="*/ 310927 w 374366"/>
                <a:gd name="connsiteY612" fmla="*/ 538335 h 712723"/>
                <a:gd name="connsiteX613" fmla="*/ 309345 w 374366"/>
                <a:gd name="connsiteY613" fmla="*/ 535577 h 712723"/>
                <a:gd name="connsiteX614" fmla="*/ 310927 w 374366"/>
                <a:gd name="connsiteY614" fmla="*/ 533390 h 712723"/>
                <a:gd name="connsiteX615" fmla="*/ 311634 w 374366"/>
                <a:gd name="connsiteY615" fmla="*/ 532078 h 712723"/>
                <a:gd name="connsiteX616" fmla="*/ 310322 w 374366"/>
                <a:gd name="connsiteY616" fmla="*/ 530934 h 712723"/>
                <a:gd name="connsiteX617" fmla="*/ 312072 w 374366"/>
                <a:gd name="connsiteY617" fmla="*/ 529185 h 712723"/>
                <a:gd name="connsiteX618" fmla="*/ 312206 w 374366"/>
                <a:gd name="connsiteY618" fmla="*/ 527873 h 712723"/>
                <a:gd name="connsiteX619" fmla="*/ 310019 w 374366"/>
                <a:gd name="connsiteY619" fmla="*/ 526124 h 712723"/>
                <a:gd name="connsiteX620" fmla="*/ 309009 w 374366"/>
                <a:gd name="connsiteY620" fmla="*/ 523937 h 712723"/>
                <a:gd name="connsiteX621" fmla="*/ 309884 w 374366"/>
                <a:gd name="connsiteY621" fmla="*/ 522188 h 712723"/>
                <a:gd name="connsiteX622" fmla="*/ 311466 w 374366"/>
                <a:gd name="connsiteY622" fmla="*/ 521044 h 712723"/>
                <a:gd name="connsiteX623" fmla="*/ 313047 w 374366"/>
                <a:gd name="connsiteY623" fmla="*/ 521044 h 712723"/>
                <a:gd name="connsiteX624" fmla="*/ 312610 w 374366"/>
                <a:gd name="connsiteY624" fmla="*/ 516402 h 712723"/>
                <a:gd name="connsiteX625" fmla="*/ 312172 w 374366"/>
                <a:gd name="connsiteY625" fmla="*/ 514216 h 712723"/>
                <a:gd name="connsiteX626" fmla="*/ 312172 w 374366"/>
                <a:gd name="connsiteY626" fmla="*/ 513206 h 712723"/>
                <a:gd name="connsiteX627" fmla="*/ 313047 w 374366"/>
                <a:gd name="connsiteY627" fmla="*/ 508295 h 712723"/>
                <a:gd name="connsiteX628" fmla="*/ 315807 w 374366"/>
                <a:gd name="connsiteY628" fmla="*/ 507723 h 712723"/>
                <a:gd name="connsiteX629" fmla="*/ 318567 w 374366"/>
                <a:gd name="connsiteY629" fmla="*/ 506983 h 712723"/>
                <a:gd name="connsiteX630" fmla="*/ 318264 w 374366"/>
                <a:gd name="connsiteY630" fmla="*/ 501903 h 712723"/>
                <a:gd name="connsiteX631" fmla="*/ 313721 w 374366"/>
                <a:gd name="connsiteY631" fmla="*/ 500659 h 71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Lst>
              <a:rect l="l" t="t" r="r" b="b"/>
              <a:pathLst>
                <a:path w="374366" h="712723">
                  <a:moveTo>
                    <a:pt x="313721" y="500659"/>
                  </a:moveTo>
                  <a:cubicBezTo>
                    <a:pt x="312408" y="500019"/>
                    <a:pt x="306552" y="495007"/>
                    <a:pt x="306552" y="495007"/>
                  </a:cubicBezTo>
                  <a:lnTo>
                    <a:pt x="301773" y="490870"/>
                  </a:lnTo>
                  <a:cubicBezTo>
                    <a:pt x="301773" y="490870"/>
                    <a:pt x="301571" y="487606"/>
                    <a:pt x="301773" y="486732"/>
                  </a:cubicBezTo>
                  <a:cubicBezTo>
                    <a:pt x="302009" y="485857"/>
                    <a:pt x="301773" y="482830"/>
                    <a:pt x="301773" y="482830"/>
                  </a:cubicBezTo>
                  <a:lnTo>
                    <a:pt x="299821" y="480643"/>
                  </a:lnTo>
                  <a:cubicBezTo>
                    <a:pt x="299821" y="480643"/>
                    <a:pt x="296994" y="476943"/>
                    <a:pt x="296119" y="476304"/>
                  </a:cubicBezTo>
                  <a:cubicBezTo>
                    <a:pt x="295244" y="475664"/>
                    <a:pt x="293494" y="473680"/>
                    <a:pt x="292215" y="472603"/>
                  </a:cubicBezTo>
                  <a:cubicBezTo>
                    <a:pt x="290903" y="471527"/>
                    <a:pt x="291576" y="469340"/>
                    <a:pt x="291576" y="469340"/>
                  </a:cubicBezTo>
                  <a:cubicBezTo>
                    <a:pt x="291576" y="469340"/>
                    <a:pt x="293730" y="467826"/>
                    <a:pt x="297230" y="467389"/>
                  </a:cubicBezTo>
                  <a:cubicBezTo>
                    <a:pt x="300696" y="466952"/>
                    <a:pt x="296994" y="466313"/>
                    <a:pt x="296994" y="466313"/>
                  </a:cubicBezTo>
                  <a:lnTo>
                    <a:pt x="291138" y="462848"/>
                  </a:lnTo>
                  <a:lnTo>
                    <a:pt x="291778" y="459383"/>
                  </a:lnTo>
                  <a:lnTo>
                    <a:pt x="295917" y="457634"/>
                  </a:lnTo>
                  <a:lnTo>
                    <a:pt x="299182" y="455245"/>
                  </a:lnTo>
                  <a:lnTo>
                    <a:pt x="303961" y="455245"/>
                  </a:lnTo>
                  <a:lnTo>
                    <a:pt x="306788" y="451343"/>
                  </a:lnTo>
                  <a:lnTo>
                    <a:pt x="305711" y="449392"/>
                  </a:lnTo>
                  <a:lnTo>
                    <a:pt x="305071" y="446802"/>
                  </a:lnTo>
                  <a:lnTo>
                    <a:pt x="309413" y="445725"/>
                  </a:lnTo>
                  <a:cubicBezTo>
                    <a:pt x="309413" y="445725"/>
                    <a:pt x="312442" y="444649"/>
                    <a:pt x="313317" y="444413"/>
                  </a:cubicBezTo>
                  <a:cubicBezTo>
                    <a:pt x="314192" y="444211"/>
                    <a:pt x="314629" y="444649"/>
                    <a:pt x="315942" y="444413"/>
                  </a:cubicBezTo>
                  <a:cubicBezTo>
                    <a:pt x="317254" y="444211"/>
                    <a:pt x="317692" y="444413"/>
                    <a:pt x="317692" y="444413"/>
                  </a:cubicBezTo>
                  <a:lnTo>
                    <a:pt x="317927" y="441587"/>
                  </a:lnTo>
                  <a:lnTo>
                    <a:pt x="317052" y="437013"/>
                  </a:lnTo>
                  <a:lnTo>
                    <a:pt x="319004" y="430924"/>
                  </a:lnTo>
                  <a:lnTo>
                    <a:pt x="316615" y="429410"/>
                  </a:lnTo>
                  <a:lnTo>
                    <a:pt x="315975" y="423758"/>
                  </a:lnTo>
                  <a:lnTo>
                    <a:pt x="316177" y="418343"/>
                  </a:lnTo>
                  <a:lnTo>
                    <a:pt x="317692" y="414642"/>
                  </a:lnTo>
                  <a:lnTo>
                    <a:pt x="321394" y="410740"/>
                  </a:lnTo>
                  <a:lnTo>
                    <a:pt x="324221" y="405526"/>
                  </a:lnTo>
                  <a:lnTo>
                    <a:pt x="326173" y="399942"/>
                  </a:lnTo>
                  <a:cubicBezTo>
                    <a:pt x="326173" y="399942"/>
                    <a:pt x="329202" y="396039"/>
                    <a:pt x="330380" y="395871"/>
                  </a:cubicBezTo>
                  <a:cubicBezTo>
                    <a:pt x="331524" y="395737"/>
                    <a:pt x="333711" y="394290"/>
                    <a:pt x="334284" y="393987"/>
                  </a:cubicBezTo>
                  <a:cubicBezTo>
                    <a:pt x="334856" y="393685"/>
                    <a:pt x="335865" y="391835"/>
                    <a:pt x="335865" y="391835"/>
                  </a:cubicBezTo>
                  <a:lnTo>
                    <a:pt x="331793" y="387932"/>
                  </a:lnTo>
                  <a:cubicBezTo>
                    <a:pt x="331793" y="387932"/>
                    <a:pt x="331221" y="385746"/>
                    <a:pt x="331490" y="384905"/>
                  </a:cubicBezTo>
                  <a:cubicBezTo>
                    <a:pt x="331793" y="384030"/>
                    <a:pt x="332500" y="382584"/>
                    <a:pt x="333510" y="381877"/>
                  </a:cubicBezTo>
                  <a:cubicBezTo>
                    <a:pt x="334519" y="381137"/>
                    <a:pt x="335966" y="379691"/>
                    <a:pt x="336539" y="379556"/>
                  </a:cubicBezTo>
                  <a:cubicBezTo>
                    <a:pt x="337110" y="379421"/>
                    <a:pt x="337851" y="377672"/>
                    <a:pt x="338995" y="376932"/>
                  </a:cubicBezTo>
                  <a:cubicBezTo>
                    <a:pt x="340139" y="376226"/>
                    <a:pt x="340577" y="375923"/>
                    <a:pt x="341183" y="375486"/>
                  </a:cubicBezTo>
                  <a:cubicBezTo>
                    <a:pt x="341755" y="375048"/>
                    <a:pt x="342495" y="372593"/>
                    <a:pt x="342495" y="372593"/>
                  </a:cubicBezTo>
                  <a:lnTo>
                    <a:pt x="344077" y="368119"/>
                  </a:lnTo>
                  <a:cubicBezTo>
                    <a:pt x="344077" y="368119"/>
                    <a:pt x="346096" y="365091"/>
                    <a:pt x="346399" y="364485"/>
                  </a:cubicBezTo>
                  <a:cubicBezTo>
                    <a:pt x="346702" y="363914"/>
                    <a:pt x="347409" y="360583"/>
                    <a:pt x="347712" y="358699"/>
                  </a:cubicBezTo>
                  <a:cubicBezTo>
                    <a:pt x="348014" y="356816"/>
                    <a:pt x="348284" y="356244"/>
                    <a:pt x="348284" y="355504"/>
                  </a:cubicBezTo>
                  <a:cubicBezTo>
                    <a:pt x="348284" y="354764"/>
                    <a:pt x="348722" y="353048"/>
                    <a:pt x="348856" y="352611"/>
                  </a:cubicBezTo>
                  <a:cubicBezTo>
                    <a:pt x="348991" y="352173"/>
                    <a:pt x="348856" y="350592"/>
                    <a:pt x="348856" y="350592"/>
                  </a:cubicBezTo>
                  <a:cubicBezTo>
                    <a:pt x="348856" y="350592"/>
                    <a:pt x="346971" y="348137"/>
                    <a:pt x="346534" y="347834"/>
                  </a:cubicBezTo>
                  <a:cubicBezTo>
                    <a:pt x="346096" y="347565"/>
                    <a:pt x="343774" y="345816"/>
                    <a:pt x="343774" y="345816"/>
                  </a:cubicBezTo>
                  <a:lnTo>
                    <a:pt x="340880" y="344066"/>
                  </a:lnTo>
                  <a:lnTo>
                    <a:pt x="339736" y="344066"/>
                  </a:lnTo>
                  <a:lnTo>
                    <a:pt x="336841" y="342687"/>
                  </a:lnTo>
                  <a:lnTo>
                    <a:pt x="336707" y="340433"/>
                  </a:lnTo>
                  <a:lnTo>
                    <a:pt x="336976" y="338179"/>
                  </a:lnTo>
                  <a:cubicBezTo>
                    <a:pt x="336976" y="338179"/>
                    <a:pt x="336202" y="337406"/>
                    <a:pt x="336000" y="336867"/>
                  </a:cubicBezTo>
                  <a:cubicBezTo>
                    <a:pt x="335798" y="336329"/>
                    <a:pt x="335697" y="334580"/>
                    <a:pt x="335697" y="334580"/>
                  </a:cubicBezTo>
                  <a:lnTo>
                    <a:pt x="333409" y="331317"/>
                  </a:lnTo>
                  <a:lnTo>
                    <a:pt x="331221" y="329029"/>
                  </a:lnTo>
                  <a:cubicBezTo>
                    <a:pt x="331221" y="329029"/>
                    <a:pt x="330144" y="327717"/>
                    <a:pt x="329808" y="327516"/>
                  </a:cubicBezTo>
                  <a:cubicBezTo>
                    <a:pt x="329471" y="327314"/>
                    <a:pt x="327956" y="325464"/>
                    <a:pt x="327956" y="325464"/>
                  </a:cubicBezTo>
                  <a:lnTo>
                    <a:pt x="325803" y="322974"/>
                  </a:lnTo>
                  <a:lnTo>
                    <a:pt x="324389" y="320586"/>
                  </a:lnTo>
                  <a:cubicBezTo>
                    <a:pt x="324389" y="320586"/>
                    <a:pt x="324389" y="317323"/>
                    <a:pt x="324389" y="316885"/>
                  </a:cubicBezTo>
                  <a:cubicBezTo>
                    <a:pt x="324389" y="316448"/>
                    <a:pt x="324322" y="314060"/>
                    <a:pt x="324221" y="313723"/>
                  </a:cubicBezTo>
                  <a:cubicBezTo>
                    <a:pt x="324120" y="313387"/>
                    <a:pt x="322202" y="312075"/>
                    <a:pt x="321663" y="311671"/>
                  </a:cubicBezTo>
                  <a:cubicBezTo>
                    <a:pt x="321125" y="311234"/>
                    <a:pt x="319913" y="309384"/>
                    <a:pt x="319374" y="308206"/>
                  </a:cubicBezTo>
                  <a:cubicBezTo>
                    <a:pt x="318836" y="307029"/>
                    <a:pt x="319274" y="306020"/>
                    <a:pt x="319274" y="305482"/>
                  </a:cubicBezTo>
                  <a:cubicBezTo>
                    <a:pt x="319274" y="304943"/>
                    <a:pt x="319812" y="302858"/>
                    <a:pt x="319812" y="302858"/>
                  </a:cubicBezTo>
                  <a:lnTo>
                    <a:pt x="320452" y="301243"/>
                  </a:lnTo>
                  <a:lnTo>
                    <a:pt x="320889" y="297980"/>
                  </a:lnTo>
                  <a:lnTo>
                    <a:pt x="320889" y="295390"/>
                  </a:lnTo>
                  <a:lnTo>
                    <a:pt x="319038" y="294851"/>
                  </a:lnTo>
                  <a:lnTo>
                    <a:pt x="316548" y="295390"/>
                  </a:lnTo>
                  <a:lnTo>
                    <a:pt x="313081" y="295390"/>
                  </a:lnTo>
                  <a:cubicBezTo>
                    <a:pt x="313081" y="295390"/>
                    <a:pt x="309446" y="290546"/>
                    <a:pt x="309009" y="290377"/>
                  </a:cubicBezTo>
                  <a:cubicBezTo>
                    <a:pt x="308571" y="290243"/>
                    <a:pt x="306115" y="290175"/>
                    <a:pt x="306115" y="290175"/>
                  </a:cubicBezTo>
                  <a:lnTo>
                    <a:pt x="305542" y="290175"/>
                  </a:lnTo>
                  <a:cubicBezTo>
                    <a:pt x="305542" y="290175"/>
                    <a:pt x="302783" y="291050"/>
                    <a:pt x="302211" y="291185"/>
                  </a:cubicBezTo>
                  <a:cubicBezTo>
                    <a:pt x="301639" y="291319"/>
                    <a:pt x="298576" y="290175"/>
                    <a:pt x="298576" y="290175"/>
                  </a:cubicBezTo>
                  <a:cubicBezTo>
                    <a:pt x="298576" y="290175"/>
                    <a:pt x="295816" y="288157"/>
                    <a:pt x="295379" y="287854"/>
                  </a:cubicBezTo>
                  <a:cubicBezTo>
                    <a:pt x="294941" y="287552"/>
                    <a:pt x="292047" y="285668"/>
                    <a:pt x="292047" y="285668"/>
                  </a:cubicBezTo>
                  <a:lnTo>
                    <a:pt x="290734" y="282640"/>
                  </a:lnTo>
                  <a:cubicBezTo>
                    <a:pt x="290734" y="282640"/>
                    <a:pt x="287100" y="278301"/>
                    <a:pt x="287403" y="277729"/>
                  </a:cubicBezTo>
                  <a:cubicBezTo>
                    <a:pt x="287706" y="277157"/>
                    <a:pt x="289153" y="275273"/>
                    <a:pt x="290432" y="273961"/>
                  </a:cubicBezTo>
                  <a:cubicBezTo>
                    <a:pt x="291744" y="272649"/>
                    <a:pt x="291441" y="271505"/>
                    <a:pt x="291441" y="270934"/>
                  </a:cubicBezTo>
                  <a:cubicBezTo>
                    <a:pt x="291441" y="270362"/>
                    <a:pt x="291172" y="268175"/>
                    <a:pt x="291172" y="268175"/>
                  </a:cubicBezTo>
                  <a:cubicBezTo>
                    <a:pt x="291172" y="268175"/>
                    <a:pt x="290297" y="264710"/>
                    <a:pt x="290297" y="264105"/>
                  </a:cubicBezTo>
                  <a:cubicBezTo>
                    <a:pt x="290297" y="263533"/>
                    <a:pt x="289556" y="258016"/>
                    <a:pt x="289556" y="258016"/>
                  </a:cubicBezTo>
                  <a:lnTo>
                    <a:pt x="289556" y="253676"/>
                  </a:lnTo>
                  <a:lnTo>
                    <a:pt x="290364" y="249606"/>
                  </a:lnTo>
                  <a:lnTo>
                    <a:pt x="292182" y="246713"/>
                  </a:lnTo>
                  <a:cubicBezTo>
                    <a:pt x="292182" y="246713"/>
                    <a:pt x="296388" y="244257"/>
                    <a:pt x="296826" y="243955"/>
                  </a:cubicBezTo>
                  <a:cubicBezTo>
                    <a:pt x="297264" y="243652"/>
                    <a:pt x="299720" y="242945"/>
                    <a:pt x="299720" y="242945"/>
                  </a:cubicBezTo>
                  <a:cubicBezTo>
                    <a:pt x="299720" y="242945"/>
                    <a:pt x="304062" y="242239"/>
                    <a:pt x="304196" y="241802"/>
                  </a:cubicBezTo>
                  <a:cubicBezTo>
                    <a:pt x="304331" y="241364"/>
                    <a:pt x="304937" y="239783"/>
                    <a:pt x="304937" y="239783"/>
                  </a:cubicBezTo>
                  <a:lnTo>
                    <a:pt x="305946" y="236890"/>
                  </a:lnTo>
                  <a:lnTo>
                    <a:pt x="311600" y="233695"/>
                  </a:lnTo>
                  <a:lnTo>
                    <a:pt x="315672" y="230802"/>
                  </a:lnTo>
                  <a:cubicBezTo>
                    <a:pt x="315672" y="230802"/>
                    <a:pt x="316682" y="226159"/>
                    <a:pt x="316817" y="225587"/>
                  </a:cubicBezTo>
                  <a:cubicBezTo>
                    <a:pt x="316951" y="225015"/>
                    <a:pt x="317692" y="222392"/>
                    <a:pt x="317692" y="222392"/>
                  </a:cubicBezTo>
                  <a:lnTo>
                    <a:pt x="317389" y="220071"/>
                  </a:lnTo>
                  <a:lnTo>
                    <a:pt x="314629" y="216303"/>
                  </a:lnTo>
                  <a:lnTo>
                    <a:pt x="311869" y="213713"/>
                  </a:lnTo>
                  <a:lnTo>
                    <a:pt x="309548" y="210820"/>
                  </a:lnTo>
                  <a:lnTo>
                    <a:pt x="307360" y="207489"/>
                  </a:lnTo>
                  <a:lnTo>
                    <a:pt x="306620" y="204294"/>
                  </a:lnTo>
                  <a:lnTo>
                    <a:pt x="309076" y="201838"/>
                  </a:lnTo>
                  <a:lnTo>
                    <a:pt x="312846" y="198070"/>
                  </a:lnTo>
                  <a:lnTo>
                    <a:pt x="314023" y="195413"/>
                  </a:lnTo>
                  <a:lnTo>
                    <a:pt x="317793" y="194302"/>
                  </a:lnTo>
                  <a:lnTo>
                    <a:pt x="318533" y="193899"/>
                  </a:lnTo>
                  <a:lnTo>
                    <a:pt x="320384" y="192856"/>
                  </a:lnTo>
                  <a:lnTo>
                    <a:pt x="321125" y="190535"/>
                  </a:lnTo>
                  <a:lnTo>
                    <a:pt x="326341" y="187070"/>
                  </a:lnTo>
                  <a:lnTo>
                    <a:pt x="330380" y="184614"/>
                  </a:lnTo>
                  <a:cubicBezTo>
                    <a:pt x="330380" y="184614"/>
                    <a:pt x="333005" y="184749"/>
                    <a:pt x="334452" y="185052"/>
                  </a:cubicBezTo>
                  <a:cubicBezTo>
                    <a:pt x="335899" y="185354"/>
                    <a:pt x="336034" y="187373"/>
                    <a:pt x="338087" y="188247"/>
                  </a:cubicBezTo>
                  <a:cubicBezTo>
                    <a:pt x="340106" y="189122"/>
                    <a:pt x="341991" y="192318"/>
                    <a:pt x="344178" y="194471"/>
                  </a:cubicBezTo>
                  <a:cubicBezTo>
                    <a:pt x="346365" y="196657"/>
                    <a:pt x="345625" y="194471"/>
                    <a:pt x="346635" y="194471"/>
                  </a:cubicBezTo>
                  <a:cubicBezTo>
                    <a:pt x="347644" y="194471"/>
                    <a:pt x="348654" y="192587"/>
                    <a:pt x="349394" y="191443"/>
                  </a:cubicBezTo>
                  <a:cubicBezTo>
                    <a:pt x="350135" y="190299"/>
                    <a:pt x="353029" y="190434"/>
                    <a:pt x="353029" y="190434"/>
                  </a:cubicBezTo>
                  <a:cubicBezTo>
                    <a:pt x="353029" y="190434"/>
                    <a:pt x="355049" y="188853"/>
                    <a:pt x="355620" y="188416"/>
                  </a:cubicBezTo>
                  <a:cubicBezTo>
                    <a:pt x="356193" y="187978"/>
                    <a:pt x="357068" y="186229"/>
                    <a:pt x="358649" y="185220"/>
                  </a:cubicBezTo>
                  <a:cubicBezTo>
                    <a:pt x="360265" y="184211"/>
                    <a:pt x="360837" y="183773"/>
                    <a:pt x="362553" y="183033"/>
                  </a:cubicBezTo>
                  <a:cubicBezTo>
                    <a:pt x="364304" y="182293"/>
                    <a:pt x="364169" y="182461"/>
                    <a:pt x="365010" y="182024"/>
                  </a:cubicBezTo>
                  <a:cubicBezTo>
                    <a:pt x="365885" y="181587"/>
                    <a:pt x="367467" y="180275"/>
                    <a:pt x="369486" y="179837"/>
                  </a:cubicBezTo>
                  <a:cubicBezTo>
                    <a:pt x="370900" y="179535"/>
                    <a:pt x="371169" y="179636"/>
                    <a:pt x="371236" y="179737"/>
                  </a:cubicBezTo>
                  <a:lnTo>
                    <a:pt x="371236" y="177954"/>
                  </a:lnTo>
                  <a:cubicBezTo>
                    <a:pt x="371236" y="177954"/>
                    <a:pt x="368275" y="175061"/>
                    <a:pt x="368275" y="174489"/>
                  </a:cubicBezTo>
                  <a:cubicBezTo>
                    <a:pt x="368275" y="173917"/>
                    <a:pt x="367198" y="171461"/>
                    <a:pt x="366592" y="170587"/>
                  </a:cubicBezTo>
                  <a:cubicBezTo>
                    <a:pt x="366020" y="169712"/>
                    <a:pt x="364842" y="167256"/>
                    <a:pt x="365010" y="166516"/>
                  </a:cubicBezTo>
                  <a:cubicBezTo>
                    <a:pt x="365145" y="165810"/>
                    <a:pt x="365145" y="165944"/>
                    <a:pt x="365717" y="165944"/>
                  </a:cubicBezTo>
                  <a:cubicBezTo>
                    <a:pt x="366289" y="165944"/>
                    <a:pt x="367298" y="164801"/>
                    <a:pt x="367736" y="164632"/>
                  </a:cubicBezTo>
                  <a:cubicBezTo>
                    <a:pt x="368174" y="164498"/>
                    <a:pt x="368308" y="163186"/>
                    <a:pt x="368443" y="162748"/>
                  </a:cubicBezTo>
                  <a:cubicBezTo>
                    <a:pt x="368577" y="162311"/>
                    <a:pt x="367871" y="160730"/>
                    <a:pt x="367871" y="160730"/>
                  </a:cubicBezTo>
                  <a:cubicBezTo>
                    <a:pt x="367871" y="160730"/>
                    <a:pt x="366558" y="158846"/>
                    <a:pt x="366558" y="158106"/>
                  </a:cubicBezTo>
                  <a:cubicBezTo>
                    <a:pt x="366558" y="157366"/>
                    <a:pt x="366996" y="155348"/>
                    <a:pt x="366996" y="155348"/>
                  </a:cubicBezTo>
                  <a:lnTo>
                    <a:pt x="369452" y="154339"/>
                  </a:lnTo>
                  <a:lnTo>
                    <a:pt x="370900" y="153464"/>
                  </a:lnTo>
                  <a:lnTo>
                    <a:pt x="372650" y="147947"/>
                  </a:lnTo>
                  <a:lnTo>
                    <a:pt x="373659" y="145357"/>
                  </a:lnTo>
                  <a:lnTo>
                    <a:pt x="373794" y="143776"/>
                  </a:lnTo>
                  <a:lnTo>
                    <a:pt x="374366" y="139436"/>
                  </a:lnTo>
                  <a:lnTo>
                    <a:pt x="373491" y="136241"/>
                  </a:lnTo>
                  <a:lnTo>
                    <a:pt x="373188" y="134054"/>
                  </a:lnTo>
                  <a:cubicBezTo>
                    <a:pt x="373188" y="134054"/>
                    <a:pt x="371438" y="132305"/>
                    <a:pt x="371169" y="131733"/>
                  </a:cubicBezTo>
                  <a:cubicBezTo>
                    <a:pt x="370866" y="131161"/>
                    <a:pt x="369856" y="129849"/>
                    <a:pt x="369856" y="129849"/>
                  </a:cubicBezTo>
                  <a:lnTo>
                    <a:pt x="368544" y="129714"/>
                  </a:lnTo>
                  <a:lnTo>
                    <a:pt x="364774" y="128133"/>
                  </a:lnTo>
                  <a:lnTo>
                    <a:pt x="363630" y="125509"/>
                  </a:lnTo>
                  <a:lnTo>
                    <a:pt x="362486" y="124198"/>
                  </a:lnTo>
                  <a:lnTo>
                    <a:pt x="362486" y="120733"/>
                  </a:lnTo>
                  <a:lnTo>
                    <a:pt x="361241" y="117705"/>
                  </a:lnTo>
                  <a:lnTo>
                    <a:pt x="361376" y="116191"/>
                  </a:lnTo>
                  <a:cubicBezTo>
                    <a:pt x="361376" y="116191"/>
                    <a:pt x="362250" y="113601"/>
                    <a:pt x="363563" y="112289"/>
                  </a:cubicBezTo>
                  <a:cubicBezTo>
                    <a:pt x="364875" y="110977"/>
                    <a:pt x="363563" y="112289"/>
                    <a:pt x="364203" y="111414"/>
                  </a:cubicBezTo>
                  <a:cubicBezTo>
                    <a:pt x="364842" y="110540"/>
                    <a:pt x="365078" y="109463"/>
                    <a:pt x="365279" y="108589"/>
                  </a:cubicBezTo>
                  <a:cubicBezTo>
                    <a:pt x="365515" y="107714"/>
                    <a:pt x="365515" y="105763"/>
                    <a:pt x="365515" y="105763"/>
                  </a:cubicBezTo>
                  <a:lnTo>
                    <a:pt x="363563" y="102937"/>
                  </a:lnTo>
                  <a:cubicBezTo>
                    <a:pt x="363563" y="102937"/>
                    <a:pt x="363361" y="101861"/>
                    <a:pt x="362688" y="101188"/>
                  </a:cubicBezTo>
                  <a:cubicBezTo>
                    <a:pt x="362049" y="100549"/>
                    <a:pt x="361611" y="100751"/>
                    <a:pt x="361611" y="100751"/>
                  </a:cubicBezTo>
                  <a:lnTo>
                    <a:pt x="358347" y="100751"/>
                  </a:lnTo>
                  <a:lnTo>
                    <a:pt x="353332" y="100852"/>
                  </a:lnTo>
                  <a:lnTo>
                    <a:pt x="349428" y="100313"/>
                  </a:lnTo>
                  <a:cubicBezTo>
                    <a:pt x="349428" y="100313"/>
                    <a:pt x="344885" y="99876"/>
                    <a:pt x="343336" y="99876"/>
                  </a:cubicBezTo>
                  <a:cubicBezTo>
                    <a:pt x="341822" y="99876"/>
                    <a:pt x="338995" y="98362"/>
                    <a:pt x="338995" y="98362"/>
                  </a:cubicBezTo>
                  <a:cubicBezTo>
                    <a:pt x="338995" y="98362"/>
                    <a:pt x="333779" y="96176"/>
                    <a:pt x="333106" y="95738"/>
                  </a:cubicBezTo>
                  <a:cubicBezTo>
                    <a:pt x="332466" y="95301"/>
                    <a:pt x="332029" y="93989"/>
                    <a:pt x="332029" y="93989"/>
                  </a:cubicBezTo>
                  <a:lnTo>
                    <a:pt x="330278" y="92038"/>
                  </a:lnTo>
                  <a:cubicBezTo>
                    <a:pt x="330278" y="92038"/>
                    <a:pt x="328529" y="92038"/>
                    <a:pt x="327889" y="92038"/>
                  </a:cubicBezTo>
                  <a:cubicBezTo>
                    <a:pt x="327216" y="92038"/>
                    <a:pt x="325264" y="91601"/>
                    <a:pt x="324423" y="91399"/>
                  </a:cubicBezTo>
                  <a:cubicBezTo>
                    <a:pt x="323548" y="91197"/>
                    <a:pt x="320956" y="88775"/>
                    <a:pt x="320283" y="88136"/>
                  </a:cubicBezTo>
                  <a:cubicBezTo>
                    <a:pt x="319644" y="87497"/>
                    <a:pt x="318971" y="83359"/>
                    <a:pt x="318971" y="83359"/>
                  </a:cubicBezTo>
                  <a:cubicBezTo>
                    <a:pt x="318971" y="83359"/>
                    <a:pt x="320519" y="78145"/>
                    <a:pt x="321158" y="77270"/>
                  </a:cubicBezTo>
                  <a:cubicBezTo>
                    <a:pt x="321798" y="76396"/>
                    <a:pt x="323110" y="75958"/>
                    <a:pt x="323110" y="75958"/>
                  </a:cubicBezTo>
                  <a:lnTo>
                    <a:pt x="325735" y="76396"/>
                  </a:lnTo>
                  <a:cubicBezTo>
                    <a:pt x="325735" y="76396"/>
                    <a:pt x="327923" y="77035"/>
                    <a:pt x="330077" y="77035"/>
                  </a:cubicBezTo>
                  <a:cubicBezTo>
                    <a:pt x="332231" y="77035"/>
                    <a:pt x="331389" y="75958"/>
                    <a:pt x="331389" y="75958"/>
                  </a:cubicBezTo>
                  <a:lnTo>
                    <a:pt x="330952" y="71383"/>
                  </a:lnTo>
                  <a:lnTo>
                    <a:pt x="330312" y="65934"/>
                  </a:lnTo>
                  <a:lnTo>
                    <a:pt x="339231" y="65934"/>
                  </a:lnTo>
                  <a:lnTo>
                    <a:pt x="342697" y="63209"/>
                  </a:lnTo>
                  <a:lnTo>
                    <a:pt x="344885" y="61796"/>
                  </a:lnTo>
                  <a:lnTo>
                    <a:pt x="352491" y="60719"/>
                  </a:lnTo>
                  <a:lnTo>
                    <a:pt x="360332" y="57120"/>
                  </a:lnTo>
                  <a:cubicBezTo>
                    <a:pt x="360332" y="57120"/>
                    <a:pt x="361846" y="56346"/>
                    <a:pt x="362722" y="55909"/>
                  </a:cubicBezTo>
                  <a:cubicBezTo>
                    <a:pt x="363597" y="55472"/>
                    <a:pt x="364135" y="55135"/>
                    <a:pt x="364909" y="54933"/>
                  </a:cubicBezTo>
                  <a:cubicBezTo>
                    <a:pt x="365683" y="54732"/>
                    <a:pt x="366659" y="52444"/>
                    <a:pt x="366659" y="52444"/>
                  </a:cubicBezTo>
                  <a:lnTo>
                    <a:pt x="369823" y="51368"/>
                  </a:lnTo>
                  <a:lnTo>
                    <a:pt x="370058" y="50594"/>
                  </a:lnTo>
                  <a:lnTo>
                    <a:pt x="368645" y="48542"/>
                  </a:lnTo>
                  <a:cubicBezTo>
                    <a:pt x="368577" y="48542"/>
                    <a:pt x="368409" y="48542"/>
                    <a:pt x="368107" y="48542"/>
                  </a:cubicBezTo>
                  <a:cubicBezTo>
                    <a:pt x="367232" y="48542"/>
                    <a:pt x="364741" y="48374"/>
                    <a:pt x="364304" y="48374"/>
                  </a:cubicBezTo>
                  <a:cubicBezTo>
                    <a:pt x="363866" y="48374"/>
                    <a:pt x="361577" y="47667"/>
                    <a:pt x="361577" y="47667"/>
                  </a:cubicBezTo>
                  <a:lnTo>
                    <a:pt x="356798" y="47129"/>
                  </a:lnTo>
                  <a:cubicBezTo>
                    <a:pt x="356798" y="47129"/>
                    <a:pt x="354948" y="47230"/>
                    <a:pt x="354072" y="47028"/>
                  </a:cubicBezTo>
                  <a:cubicBezTo>
                    <a:pt x="353197" y="46826"/>
                    <a:pt x="351784" y="47230"/>
                    <a:pt x="351784" y="47230"/>
                  </a:cubicBezTo>
                  <a:lnTo>
                    <a:pt x="349832" y="43261"/>
                  </a:lnTo>
                  <a:lnTo>
                    <a:pt x="351043" y="39493"/>
                  </a:lnTo>
                  <a:lnTo>
                    <a:pt x="349967" y="34918"/>
                  </a:lnTo>
                  <a:lnTo>
                    <a:pt x="349428" y="29166"/>
                  </a:lnTo>
                  <a:cubicBezTo>
                    <a:pt x="349428" y="29166"/>
                    <a:pt x="348788" y="27114"/>
                    <a:pt x="348788" y="26003"/>
                  </a:cubicBezTo>
                  <a:cubicBezTo>
                    <a:pt x="348788" y="24927"/>
                    <a:pt x="348688" y="23716"/>
                    <a:pt x="348788" y="23279"/>
                  </a:cubicBezTo>
                  <a:cubicBezTo>
                    <a:pt x="348890" y="22841"/>
                    <a:pt x="348587" y="21630"/>
                    <a:pt x="348452" y="21328"/>
                  </a:cubicBezTo>
                  <a:cubicBezTo>
                    <a:pt x="348318" y="20991"/>
                    <a:pt x="347476" y="18939"/>
                    <a:pt x="347342" y="18603"/>
                  </a:cubicBezTo>
                  <a:cubicBezTo>
                    <a:pt x="347240" y="18266"/>
                    <a:pt x="344313" y="15340"/>
                    <a:pt x="343976" y="15138"/>
                  </a:cubicBezTo>
                  <a:cubicBezTo>
                    <a:pt x="343640" y="14936"/>
                    <a:pt x="342024" y="13725"/>
                    <a:pt x="341149" y="13086"/>
                  </a:cubicBezTo>
                  <a:cubicBezTo>
                    <a:pt x="340274" y="12447"/>
                    <a:pt x="337784" y="10260"/>
                    <a:pt x="337784" y="10260"/>
                  </a:cubicBezTo>
                  <a:lnTo>
                    <a:pt x="334183" y="7233"/>
                  </a:lnTo>
                  <a:lnTo>
                    <a:pt x="333409" y="4844"/>
                  </a:lnTo>
                  <a:lnTo>
                    <a:pt x="332432" y="1144"/>
                  </a:lnTo>
                  <a:lnTo>
                    <a:pt x="331692" y="0"/>
                  </a:lnTo>
                  <a:lnTo>
                    <a:pt x="329908" y="34"/>
                  </a:lnTo>
                  <a:lnTo>
                    <a:pt x="328764" y="1446"/>
                  </a:lnTo>
                  <a:lnTo>
                    <a:pt x="326610" y="3061"/>
                  </a:lnTo>
                  <a:lnTo>
                    <a:pt x="326005" y="5450"/>
                  </a:lnTo>
                  <a:lnTo>
                    <a:pt x="326005" y="11101"/>
                  </a:lnTo>
                  <a:lnTo>
                    <a:pt x="326005" y="14566"/>
                  </a:lnTo>
                  <a:lnTo>
                    <a:pt x="326005" y="19780"/>
                  </a:lnTo>
                  <a:lnTo>
                    <a:pt x="322908" y="20655"/>
                  </a:lnTo>
                  <a:lnTo>
                    <a:pt x="320788" y="22068"/>
                  </a:lnTo>
                  <a:lnTo>
                    <a:pt x="320788" y="26744"/>
                  </a:lnTo>
                  <a:cubicBezTo>
                    <a:pt x="320788" y="26744"/>
                    <a:pt x="318701" y="30108"/>
                    <a:pt x="318298" y="30208"/>
                  </a:cubicBezTo>
                  <a:cubicBezTo>
                    <a:pt x="317860" y="30309"/>
                    <a:pt x="312980" y="30747"/>
                    <a:pt x="312980" y="30747"/>
                  </a:cubicBezTo>
                  <a:cubicBezTo>
                    <a:pt x="312980" y="30747"/>
                    <a:pt x="310490" y="29132"/>
                    <a:pt x="310153" y="28997"/>
                  </a:cubicBezTo>
                  <a:cubicBezTo>
                    <a:pt x="309817" y="28896"/>
                    <a:pt x="307225" y="26172"/>
                    <a:pt x="307225" y="26172"/>
                  </a:cubicBezTo>
                  <a:lnTo>
                    <a:pt x="305273" y="25835"/>
                  </a:lnTo>
                  <a:lnTo>
                    <a:pt x="303086" y="27349"/>
                  </a:lnTo>
                  <a:lnTo>
                    <a:pt x="301773" y="31386"/>
                  </a:lnTo>
                  <a:lnTo>
                    <a:pt x="298307" y="35288"/>
                  </a:lnTo>
                  <a:lnTo>
                    <a:pt x="295716" y="38215"/>
                  </a:lnTo>
                  <a:lnTo>
                    <a:pt x="293864" y="41915"/>
                  </a:lnTo>
                  <a:cubicBezTo>
                    <a:pt x="293864" y="41915"/>
                    <a:pt x="292451" y="46591"/>
                    <a:pt x="291677" y="46692"/>
                  </a:cubicBezTo>
                  <a:cubicBezTo>
                    <a:pt x="290936" y="46793"/>
                    <a:pt x="287336" y="48643"/>
                    <a:pt x="287336" y="48643"/>
                  </a:cubicBezTo>
                  <a:lnTo>
                    <a:pt x="284643" y="51233"/>
                  </a:lnTo>
                  <a:lnTo>
                    <a:pt x="281917" y="52646"/>
                  </a:lnTo>
                  <a:lnTo>
                    <a:pt x="277037" y="53184"/>
                  </a:lnTo>
                  <a:cubicBezTo>
                    <a:pt x="277037" y="53184"/>
                    <a:pt x="271181" y="51132"/>
                    <a:pt x="270744" y="50796"/>
                  </a:cubicBezTo>
                  <a:cubicBezTo>
                    <a:pt x="270306" y="50459"/>
                    <a:pt x="263441" y="47095"/>
                    <a:pt x="263441" y="47095"/>
                  </a:cubicBezTo>
                  <a:lnTo>
                    <a:pt x="260950" y="43933"/>
                  </a:lnTo>
                  <a:lnTo>
                    <a:pt x="256710" y="40569"/>
                  </a:lnTo>
                  <a:lnTo>
                    <a:pt x="252234" y="38820"/>
                  </a:lnTo>
                  <a:lnTo>
                    <a:pt x="245940" y="39594"/>
                  </a:lnTo>
                  <a:cubicBezTo>
                    <a:pt x="245940" y="39594"/>
                    <a:pt x="243450" y="41646"/>
                    <a:pt x="242676" y="42756"/>
                  </a:cubicBezTo>
                  <a:cubicBezTo>
                    <a:pt x="241902" y="43832"/>
                    <a:pt x="239209" y="46221"/>
                    <a:pt x="239209" y="46221"/>
                  </a:cubicBezTo>
                  <a:lnTo>
                    <a:pt x="237560" y="48845"/>
                  </a:lnTo>
                  <a:lnTo>
                    <a:pt x="233421" y="57086"/>
                  </a:lnTo>
                  <a:lnTo>
                    <a:pt x="230055" y="61661"/>
                  </a:lnTo>
                  <a:lnTo>
                    <a:pt x="226353" y="66236"/>
                  </a:lnTo>
                  <a:lnTo>
                    <a:pt x="222551" y="69499"/>
                  </a:lnTo>
                  <a:lnTo>
                    <a:pt x="217973" y="70038"/>
                  </a:lnTo>
                  <a:lnTo>
                    <a:pt x="213060" y="68625"/>
                  </a:lnTo>
                  <a:cubicBezTo>
                    <a:pt x="213060" y="68625"/>
                    <a:pt x="206867" y="63512"/>
                    <a:pt x="206430" y="63411"/>
                  </a:cubicBezTo>
                  <a:cubicBezTo>
                    <a:pt x="205992" y="63310"/>
                    <a:pt x="199901" y="58297"/>
                    <a:pt x="199901" y="58297"/>
                  </a:cubicBezTo>
                  <a:cubicBezTo>
                    <a:pt x="199901" y="58297"/>
                    <a:pt x="195559" y="55371"/>
                    <a:pt x="195223" y="55371"/>
                  </a:cubicBezTo>
                  <a:cubicBezTo>
                    <a:pt x="194886" y="55371"/>
                    <a:pt x="189030" y="55135"/>
                    <a:pt x="189030" y="55135"/>
                  </a:cubicBezTo>
                  <a:lnTo>
                    <a:pt x="182838" y="56010"/>
                  </a:lnTo>
                  <a:lnTo>
                    <a:pt x="176309" y="61762"/>
                  </a:lnTo>
                  <a:lnTo>
                    <a:pt x="169241" y="67515"/>
                  </a:lnTo>
                  <a:lnTo>
                    <a:pt x="163823" y="77068"/>
                  </a:lnTo>
                  <a:lnTo>
                    <a:pt x="159381" y="84032"/>
                  </a:lnTo>
                  <a:lnTo>
                    <a:pt x="156655" y="90222"/>
                  </a:lnTo>
                  <a:lnTo>
                    <a:pt x="152078" y="96310"/>
                  </a:lnTo>
                  <a:lnTo>
                    <a:pt x="150328" y="104552"/>
                  </a:lnTo>
                  <a:lnTo>
                    <a:pt x="150328" y="108353"/>
                  </a:lnTo>
                  <a:lnTo>
                    <a:pt x="149789" y="116595"/>
                  </a:lnTo>
                  <a:lnTo>
                    <a:pt x="148712" y="122785"/>
                  </a:lnTo>
                  <a:lnTo>
                    <a:pt x="146525" y="125846"/>
                  </a:lnTo>
                  <a:lnTo>
                    <a:pt x="143159" y="131161"/>
                  </a:lnTo>
                  <a:cubicBezTo>
                    <a:pt x="143159" y="131161"/>
                    <a:pt x="137943" y="132237"/>
                    <a:pt x="137505" y="132372"/>
                  </a:cubicBezTo>
                  <a:cubicBezTo>
                    <a:pt x="137068" y="132473"/>
                    <a:pt x="123168" y="132069"/>
                    <a:pt x="123168" y="132069"/>
                  </a:cubicBezTo>
                  <a:lnTo>
                    <a:pt x="112533" y="131834"/>
                  </a:lnTo>
                  <a:lnTo>
                    <a:pt x="106038" y="131834"/>
                  </a:lnTo>
                  <a:lnTo>
                    <a:pt x="102235" y="132406"/>
                  </a:lnTo>
                  <a:cubicBezTo>
                    <a:pt x="102235" y="132406"/>
                    <a:pt x="97658" y="132708"/>
                    <a:pt x="97557" y="133045"/>
                  </a:cubicBezTo>
                  <a:cubicBezTo>
                    <a:pt x="97456" y="133381"/>
                    <a:pt x="100384" y="137384"/>
                    <a:pt x="100384" y="137384"/>
                  </a:cubicBezTo>
                  <a:lnTo>
                    <a:pt x="102033" y="138360"/>
                  </a:lnTo>
                  <a:lnTo>
                    <a:pt x="104524" y="139436"/>
                  </a:lnTo>
                  <a:cubicBezTo>
                    <a:pt x="104524" y="139436"/>
                    <a:pt x="104860" y="141085"/>
                    <a:pt x="104860" y="141387"/>
                  </a:cubicBezTo>
                  <a:cubicBezTo>
                    <a:pt x="104860" y="141724"/>
                    <a:pt x="104423" y="144011"/>
                    <a:pt x="104322" y="144314"/>
                  </a:cubicBezTo>
                  <a:cubicBezTo>
                    <a:pt x="104221" y="144650"/>
                    <a:pt x="103009" y="146803"/>
                    <a:pt x="103009" y="147140"/>
                  </a:cubicBezTo>
                  <a:cubicBezTo>
                    <a:pt x="103009" y="147476"/>
                    <a:pt x="101360" y="149528"/>
                    <a:pt x="101360" y="149528"/>
                  </a:cubicBezTo>
                  <a:cubicBezTo>
                    <a:pt x="101360" y="149528"/>
                    <a:pt x="99509" y="151580"/>
                    <a:pt x="98870" y="151816"/>
                  </a:cubicBezTo>
                  <a:cubicBezTo>
                    <a:pt x="98230" y="152051"/>
                    <a:pt x="95942" y="153868"/>
                    <a:pt x="95942" y="153868"/>
                  </a:cubicBezTo>
                  <a:cubicBezTo>
                    <a:pt x="95942" y="153868"/>
                    <a:pt x="95201" y="155516"/>
                    <a:pt x="95201" y="155819"/>
                  </a:cubicBezTo>
                  <a:cubicBezTo>
                    <a:pt x="95201" y="156155"/>
                    <a:pt x="95639" y="158308"/>
                    <a:pt x="95201" y="158645"/>
                  </a:cubicBezTo>
                  <a:cubicBezTo>
                    <a:pt x="94764" y="158981"/>
                    <a:pt x="94326" y="159957"/>
                    <a:pt x="92576" y="160596"/>
                  </a:cubicBezTo>
                  <a:cubicBezTo>
                    <a:pt x="90826" y="161235"/>
                    <a:pt x="88437" y="161807"/>
                    <a:pt x="87158" y="161907"/>
                  </a:cubicBezTo>
                  <a:cubicBezTo>
                    <a:pt x="85845" y="162008"/>
                    <a:pt x="85408" y="162109"/>
                    <a:pt x="83456" y="161907"/>
                  </a:cubicBezTo>
                  <a:cubicBezTo>
                    <a:pt x="81504" y="161706"/>
                    <a:pt x="80292" y="161571"/>
                    <a:pt x="79552" y="161571"/>
                  </a:cubicBezTo>
                  <a:cubicBezTo>
                    <a:pt x="78778" y="161571"/>
                    <a:pt x="76388" y="163320"/>
                    <a:pt x="76388" y="163758"/>
                  </a:cubicBezTo>
                  <a:cubicBezTo>
                    <a:pt x="76388" y="164195"/>
                    <a:pt x="75951" y="167996"/>
                    <a:pt x="77903" y="168871"/>
                  </a:cubicBezTo>
                  <a:cubicBezTo>
                    <a:pt x="79855" y="169746"/>
                    <a:pt x="81908" y="170082"/>
                    <a:pt x="82345" y="170284"/>
                  </a:cubicBezTo>
                  <a:cubicBezTo>
                    <a:pt x="82783" y="170486"/>
                    <a:pt x="84398" y="172773"/>
                    <a:pt x="85273" y="173211"/>
                  </a:cubicBezTo>
                  <a:cubicBezTo>
                    <a:pt x="86148" y="173648"/>
                    <a:pt x="87225" y="174085"/>
                    <a:pt x="87898" y="174085"/>
                  </a:cubicBezTo>
                  <a:cubicBezTo>
                    <a:pt x="88538" y="174085"/>
                    <a:pt x="95269" y="172235"/>
                    <a:pt x="88336" y="175834"/>
                  </a:cubicBezTo>
                  <a:cubicBezTo>
                    <a:pt x="81369" y="179434"/>
                    <a:pt x="81067" y="181822"/>
                    <a:pt x="81067" y="181822"/>
                  </a:cubicBezTo>
                  <a:lnTo>
                    <a:pt x="80292" y="188550"/>
                  </a:lnTo>
                  <a:cubicBezTo>
                    <a:pt x="80292" y="188550"/>
                    <a:pt x="80191" y="191712"/>
                    <a:pt x="80191" y="192150"/>
                  </a:cubicBezTo>
                  <a:cubicBezTo>
                    <a:pt x="80191" y="192587"/>
                    <a:pt x="79114" y="196926"/>
                    <a:pt x="79114" y="196926"/>
                  </a:cubicBezTo>
                  <a:lnTo>
                    <a:pt x="77162" y="201165"/>
                  </a:lnTo>
                  <a:lnTo>
                    <a:pt x="74638" y="203654"/>
                  </a:lnTo>
                  <a:lnTo>
                    <a:pt x="71374" y="205942"/>
                  </a:lnTo>
                  <a:lnTo>
                    <a:pt x="69523" y="207691"/>
                  </a:lnTo>
                  <a:lnTo>
                    <a:pt x="67032" y="208465"/>
                  </a:lnTo>
                  <a:cubicBezTo>
                    <a:pt x="67032" y="208465"/>
                    <a:pt x="64643" y="210315"/>
                    <a:pt x="64643" y="210752"/>
                  </a:cubicBezTo>
                  <a:cubicBezTo>
                    <a:pt x="64643" y="211190"/>
                    <a:pt x="64879" y="214116"/>
                    <a:pt x="64643" y="214789"/>
                  </a:cubicBezTo>
                  <a:cubicBezTo>
                    <a:pt x="64441" y="215428"/>
                    <a:pt x="66393" y="218254"/>
                    <a:pt x="66393" y="218254"/>
                  </a:cubicBezTo>
                  <a:cubicBezTo>
                    <a:pt x="66393" y="218254"/>
                    <a:pt x="65956" y="221954"/>
                    <a:pt x="65956" y="222291"/>
                  </a:cubicBezTo>
                  <a:cubicBezTo>
                    <a:pt x="65956" y="222627"/>
                    <a:pt x="64744" y="225453"/>
                    <a:pt x="64744" y="225453"/>
                  </a:cubicBezTo>
                  <a:lnTo>
                    <a:pt x="63465" y="227942"/>
                  </a:lnTo>
                  <a:lnTo>
                    <a:pt x="63465" y="230129"/>
                  </a:lnTo>
                  <a:cubicBezTo>
                    <a:pt x="63465" y="230129"/>
                    <a:pt x="61850" y="234031"/>
                    <a:pt x="61614" y="234367"/>
                  </a:cubicBezTo>
                  <a:cubicBezTo>
                    <a:pt x="61412" y="234704"/>
                    <a:pt x="60436" y="236419"/>
                    <a:pt x="59763" y="237193"/>
                  </a:cubicBezTo>
                  <a:cubicBezTo>
                    <a:pt x="59090" y="237967"/>
                    <a:pt x="57811" y="239480"/>
                    <a:pt x="57475" y="239817"/>
                  </a:cubicBezTo>
                  <a:cubicBezTo>
                    <a:pt x="57138" y="240153"/>
                    <a:pt x="56499" y="241869"/>
                    <a:pt x="56499" y="242407"/>
                  </a:cubicBezTo>
                  <a:cubicBezTo>
                    <a:pt x="56499" y="242945"/>
                    <a:pt x="56499" y="245771"/>
                    <a:pt x="56499" y="245771"/>
                  </a:cubicBezTo>
                  <a:lnTo>
                    <a:pt x="56499" y="249236"/>
                  </a:lnTo>
                  <a:cubicBezTo>
                    <a:pt x="56499" y="249236"/>
                    <a:pt x="55725" y="252163"/>
                    <a:pt x="55624" y="252499"/>
                  </a:cubicBezTo>
                  <a:cubicBezTo>
                    <a:pt x="55523" y="252836"/>
                    <a:pt x="55893" y="255224"/>
                    <a:pt x="55893" y="255224"/>
                  </a:cubicBezTo>
                  <a:lnTo>
                    <a:pt x="54749" y="259900"/>
                  </a:lnTo>
                  <a:lnTo>
                    <a:pt x="54749" y="264879"/>
                  </a:lnTo>
                  <a:lnTo>
                    <a:pt x="53772" y="267704"/>
                  </a:lnTo>
                  <a:lnTo>
                    <a:pt x="51484" y="269218"/>
                  </a:lnTo>
                  <a:lnTo>
                    <a:pt x="48018" y="270093"/>
                  </a:lnTo>
                  <a:lnTo>
                    <a:pt x="45090" y="271606"/>
                  </a:lnTo>
                  <a:lnTo>
                    <a:pt x="43037" y="275307"/>
                  </a:lnTo>
                  <a:cubicBezTo>
                    <a:pt x="43037" y="275307"/>
                    <a:pt x="41724" y="277594"/>
                    <a:pt x="41623" y="277897"/>
                  </a:cubicBezTo>
                  <a:cubicBezTo>
                    <a:pt x="41522" y="278233"/>
                    <a:pt x="40109" y="281497"/>
                    <a:pt x="40109" y="281497"/>
                  </a:cubicBezTo>
                  <a:lnTo>
                    <a:pt x="37921" y="284221"/>
                  </a:lnTo>
                  <a:lnTo>
                    <a:pt x="33344" y="286408"/>
                  </a:lnTo>
                  <a:lnTo>
                    <a:pt x="31157" y="287720"/>
                  </a:lnTo>
                  <a:lnTo>
                    <a:pt x="29205" y="290983"/>
                  </a:lnTo>
                  <a:lnTo>
                    <a:pt x="24426" y="295322"/>
                  </a:lnTo>
                  <a:lnTo>
                    <a:pt x="23214" y="299460"/>
                  </a:lnTo>
                  <a:cubicBezTo>
                    <a:pt x="23214" y="299460"/>
                    <a:pt x="22339" y="301411"/>
                    <a:pt x="22137" y="301848"/>
                  </a:cubicBezTo>
                  <a:cubicBezTo>
                    <a:pt x="21935" y="302286"/>
                    <a:pt x="19950" y="304876"/>
                    <a:pt x="19950" y="304876"/>
                  </a:cubicBezTo>
                  <a:lnTo>
                    <a:pt x="19950" y="308341"/>
                  </a:lnTo>
                  <a:cubicBezTo>
                    <a:pt x="19950" y="308341"/>
                    <a:pt x="22003" y="309115"/>
                    <a:pt x="22238" y="309956"/>
                  </a:cubicBezTo>
                  <a:cubicBezTo>
                    <a:pt x="22474" y="310830"/>
                    <a:pt x="22878" y="312781"/>
                    <a:pt x="22575" y="312781"/>
                  </a:cubicBezTo>
                  <a:cubicBezTo>
                    <a:pt x="22238" y="312781"/>
                    <a:pt x="20724" y="314632"/>
                    <a:pt x="20724" y="315069"/>
                  </a:cubicBezTo>
                  <a:cubicBezTo>
                    <a:pt x="20724" y="315506"/>
                    <a:pt x="19950" y="318332"/>
                    <a:pt x="19950" y="318332"/>
                  </a:cubicBezTo>
                  <a:lnTo>
                    <a:pt x="19950" y="320485"/>
                  </a:lnTo>
                  <a:cubicBezTo>
                    <a:pt x="19950" y="320485"/>
                    <a:pt x="20589" y="321158"/>
                    <a:pt x="19950" y="321797"/>
                  </a:cubicBezTo>
                  <a:cubicBezTo>
                    <a:pt x="19310" y="322436"/>
                    <a:pt x="18873" y="323748"/>
                    <a:pt x="18873" y="324084"/>
                  </a:cubicBezTo>
                  <a:cubicBezTo>
                    <a:pt x="18873" y="324421"/>
                    <a:pt x="20522" y="326574"/>
                    <a:pt x="20926" y="326910"/>
                  </a:cubicBezTo>
                  <a:cubicBezTo>
                    <a:pt x="21363" y="327246"/>
                    <a:pt x="23012" y="328424"/>
                    <a:pt x="23416" y="328525"/>
                  </a:cubicBezTo>
                  <a:cubicBezTo>
                    <a:pt x="23854" y="328626"/>
                    <a:pt x="25032" y="329500"/>
                    <a:pt x="25705" y="330039"/>
                  </a:cubicBezTo>
                  <a:cubicBezTo>
                    <a:pt x="26344" y="330577"/>
                    <a:pt x="28733" y="333402"/>
                    <a:pt x="28733" y="333402"/>
                  </a:cubicBezTo>
                  <a:cubicBezTo>
                    <a:pt x="28733" y="333402"/>
                    <a:pt x="29710" y="334613"/>
                    <a:pt x="30147" y="334815"/>
                  </a:cubicBezTo>
                  <a:cubicBezTo>
                    <a:pt x="30585" y="335017"/>
                    <a:pt x="32267" y="337540"/>
                    <a:pt x="32267" y="337540"/>
                  </a:cubicBezTo>
                  <a:lnTo>
                    <a:pt x="33849" y="340366"/>
                  </a:lnTo>
                  <a:lnTo>
                    <a:pt x="33849" y="343091"/>
                  </a:lnTo>
                  <a:lnTo>
                    <a:pt x="34186" y="344705"/>
                  </a:lnTo>
                  <a:lnTo>
                    <a:pt x="36912" y="345580"/>
                  </a:lnTo>
                  <a:lnTo>
                    <a:pt x="38224" y="346354"/>
                  </a:lnTo>
                  <a:cubicBezTo>
                    <a:pt x="38224" y="346354"/>
                    <a:pt x="38864" y="347329"/>
                    <a:pt x="39200" y="347666"/>
                  </a:cubicBezTo>
                  <a:cubicBezTo>
                    <a:pt x="39537" y="348002"/>
                    <a:pt x="41590" y="348877"/>
                    <a:pt x="41590" y="348877"/>
                  </a:cubicBezTo>
                  <a:lnTo>
                    <a:pt x="44517" y="351265"/>
                  </a:lnTo>
                  <a:cubicBezTo>
                    <a:pt x="44517" y="351265"/>
                    <a:pt x="44517" y="352039"/>
                    <a:pt x="44316" y="352342"/>
                  </a:cubicBezTo>
                  <a:cubicBezTo>
                    <a:pt x="44080" y="352678"/>
                    <a:pt x="43003" y="353519"/>
                    <a:pt x="42566" y="353754"/>
                  </a:cubicBezTo>
                  <a:cubicBezTo>
                    <a:pt x="42128" y="353956"/>
                    <a:pt x="41253" y="354528"/>
                    <a:pt x="41253" y="354528"/>
                  </a:cubicBezTo>
                  <a:lnTo>
                    <a:pt x="40816" y="357623"/>
                  </a:lnTo>
                  <a:lnTo>
                    <a:pt x="40816" y="358767"/>
                  </a:lnTo>
                  <a:lnTo>
                    <a:pt x="44585" y="360079"/>
                  </a:lnTo>
                  <a:lnTo>
                    <a:pt x="47345" y="361525"/>
                  </a:lnTo>
                  <a:lnTo>
                    <a:pt x="46167" y="363543"/>
                  </a:lnTo>
                  <a:lnTo>
                    <a:pt x="44585" y="365730"/>
                  </a:lnTo>
                  <a:lnTo>
                    <a:pt x="44013" y="368320"/>
                  </a:lnTo>
                  <a:lnTo>
                    <a:pt x="47479" y="372525"/>
                  </a:lnTo>
                  <a:lnTo>
                    <a:pt x="46739" y="376865"/>
                  </a:lnTo>
                  <a:cubicBezTo>
                    <a:pt x="46739" y="376865"/>
                    <a:pt x="46739" y="377874"/>
                    <a:pt x="45292" y="379320"/>
                  </a:cubicBezTo>
                  <a:cubicBezTo>
                    <a:pt x="43845" y="380767"/>
                    <a:pt x="42397" y="381642"/>
                    <a:pt x="42397" y="381642"/>
                  </a:cubicBezTo>
                  <a:cubicBezTo>
                    <a:pt x="42397" y="381642"/>
                    <a:pt x="40816" y="380767"/>
                    <a:pt x="39368" y="382214"/>
                  </a:cubicBezTo>
                  <a:cubicBezTo>
                    <a:pt x="37921" y="383660"/>
                    <a:pt x="36339" y="386284"/>
                    <a:pt x="36339" y="386284"/>
                  </a:cubicBezTo>
                  <a:lnTo>
                    <a:pt x="33277" y="388302"/>
                  </a:lnTo>
                  <a:cubicBezTo>
                    <a:pt x="33277" y="388302"/>
                    <a:pt x="33008" y="389883"/>
                    <a:pt x="33008" y="390892"/>
                  </a:cubicBezTo>
                  <a:cubicBezTo>
                    <a:pt x="33008" y="391902"/>
                    <a:pt x="35902" y="395972"/>
                    <a:pt x="35902" y="395972"/>
                  </a:cubicBezTo>
                  <a:lnTo>
                    <a:pt x="37921" y="397587"/>
                  </a:lnTo>
                  <a:lnTo>
                    <a:pt x="38224" y="402061"/>
                  </a:lnTo>
                  <a:lnTo>
                    <a:pt x="37349" y="404819"/>
                  </a:lnTo>
                  <a:cubicBezTo>
                    <a:pt x="37349" y="404819"/>
                    <a:pt x="35027" y="406838"/>
                    <a:pt x="34724" y="407275"/>
                  </a:cubicBezTo>
                  <a:cubicBezTo>
                    <a:pt x="34421" y="407712"/>
                    <a:pt x="32839" y="410908"/>
                    <a:pt x="32839" y="411345"/>
                  </a:cubicBezTo>
                  <a:cubicBezTo>
                    <a:pt x="32839" y="411783"/>
                    <a:pt x="26310" y="416257"/>
                    <a:pt x="26310" y="416257"/>
                  </a:cubicBezTo>
                  <a:lnTo>
                    <a:pt x="22979" y="421606"/>
                  </a:lnTo>
                  <a:cubicBezTo>
                    <a:pt x="22979" y="421606"/>
                    <a:pt x="20791" y="425508"/>
                    <a:pt x="20522" y="425945"/>
                  </a:cubicBezTo>
                  <a:cubicBezTo>
                    <a:pt x="20219" y="426382"/>
                    <a:pt x="19007" y="428973"/>
                    <a:pt x="19007" y="428973"/>
                  </a:cubicBezTo>
                  <a:lnTo>
                    <a:pt x="14733" y="430419"/>
                  </a:lnTo>
                  <a:lnTo>
                    <a:pt x="14733" y="433447"/>
                  </a:lnTo>
                  <a:lnTo>
                    <a:pt x="15743" y="434019"/>
                  </a:lnTo>
                  <a:lnTo>
                    <a:pt x="16180" y="436205"/>
                  </a:lnTo>
                  <a:lnTo>
                    <a:pt x="14733" y="437954"/>
                  </a:lnTo>
                  <a:lnTo>
                    <a:pt x="11031" y="438526"/>
                  </a:lnTo>
                  <a:lnTo>
                    <a:pt x="9517" y="440410"/>
                  </a:lnTo>
                  <a:lnTo>
                    <a:pt x="9517" y="443875"/>
                  </a:lnTo>
                  <a:lnTo>
                    <a:pt x="10392" y="448955"/>
                  </a:lnTo>
                  <a:lnTo>
                    <a:pt x="11704" y="451713"/>
                  </a:lnTo>
                  <a:lnTo>
                    <a:pt x="10560" y="453159"/>
                  </a:lnTo>
                  <a:lnTo>
                    <a:pt x="11704" y="454909"/>
                  </a:lnTo>
                  <a:cubicBezTo>
                    <a:pt x="11704" y="454909"/>
                    <a:pt x="12714" y="455649"/>
                    <a:pt x="12714" y="456221"/>
                  </a:cubicBezTo>
                  <a:cubicBezTo>
                    <a:pt x="12714" y="456793"/>
                    <a:pt x="13421" y="458239"/>
                    <a:pt x="13421" y="458239"/>
                  </a:cubicBezTo>
                  <a:lnTo>
                    <a:pt x="11839" y="460426"/>
                  </a:lnTo>
                  <a:lnTo>
                    <a:pt x="9517" y="461435"/>
                  </a:lnTo>
                  <a:lnTo>
                    <a:pt x="9517" y="463016"/>
                  </a:lnTo>
                  <a:cubicBezTo>
                    <a:pt x="9517" y="463016"/>
                    <a:pt x="11839" y="462007"/>
                    <a:pt x="11974" y="463016"/>
                  </a:cubicBezTo>
                  <a:cubicBezTo>
                    <a:pt x="12108" y="464025"/>
                    <a:pt x="13858" y="465909"/>
                    <a:pt x="13858" y="465909"/>
                  </a:cubicBezTo>
                  <a:cubicBezTo>
                    <a:pt x="13858" y="465909"/>
                    <a:pt x="15474" y="465337"/>
                    <a:pt x="15608" y="465909"/>
                  </a:cubicBezTo>
                  <a:cubicBezTo>
                    <a:pt x="15743" y="466481"/>
                    <a:pt x="15743" y="468230"/>
                    <a:pt x="15743" y="468667"/>
                  </a:cubicBezTo>
                  <a:cubicBezTo>
                    <a:pt x="15743" y="469105"/>
                    <a:pt x="15036" y="470988"/>
                    <a:pt x="15036" y="470988"/>
                  </a:cubicBezTo>
                  <a:lnTo>
                    <a:pt x="14026" y="472872"/>
                  </a:lnTo>
                  <a:lnTo>
                    <a:pt x="12209" y="474016"/>
                  </a:lnTo>
                  <a:lnTo>
                    <a:pt x="11267" y="475765"/>
                  </a:lnTo>
                  <a:lnTo>
                    <a:pt x="11267" y="476909"/>
                  </a:lnTo>
                  <a:cubicBezTo>
                    <a:pt x="11267" y="476909"/>
                    <a:pt x="13017" y="477918"/>
                    <a:pt x="13152" y="478356"/>
                  </a:cubicBezTo>
                  <a:cubicBezTo>
                    <a:pt x="13286" y="478793"/>
                    <a:pt x="15036" y="480811"/>
                    <a:pt x="15036" y="480811"/>
                  </a:cubicBezTo>
                  <a:lnTo>
                    <a:pt x="17628" y="484713"/>
                  </a:lnTo>
                  <a:lnTo>
                    <a:pt x="18940" y="488178"/>
                  </a:lnTo>
                  <a:lnTo>
                    <a:pt x="19950" y="489759"/>
                  </a:lnTo>
                  <a:lnTo>
                    <a:pt x="19950" y="492518"/>
                  </a:lnTo>
                  <a:cubicBezTo>
                    <a:pt x="19950" y="492518"/>
                    <a:pt x="19243" y="494267"/>
                    <a:pt x="19075" y="494839"/>
                  </a:cubicBezTo>
                  <a:cubicBezTo>
                    <a:pt x="18940" y="495411"/>
                    <a:pt x="18368" y="497598"/>
                    <a:pt x="18368" y="497598"/>
                  </a:cubicBezTo>
                  <a:cubicBezTo>
                    <a:pt x="18368" y="497598"/>
                    <a:pt x="17796" y="499178"/>
                    <a:pt x="17358" y="499481"/>
                  </a:cubicBezTo>
                  <a:cubicBezTo>
                    <a:pt x="16921" y="499784"/>
                    <a:pt x="17055" y="501937"/>
                    <a:pt x="16786" y="502072"/>
                  </a:cubicBezTo>
                  <a:cubicBezTo>
                    <a:pt x="16517" y="502206"/>
                    <a:pt x="16517" y="503081"/>
                    <a:pt x="16652" y="503518"/>
                  </a:cubicBezTo>
                  <a:cubicBezTo>
                    <a:pt x="16786" y="503955"/>
                    <a:pt x="17392" y="505402"/>
                    <a:pt x="17392" y="505402"/>
                  </a:cubicBezTo>
                  <a:cubicBezTo>
                    <a:pt x="17392" y="505402"/>
                    <a:pt x="17964" y="508160"/>
                    <a:pt x="17964" y="508598"/>
                  </a:cubicBezTo>
                  <a:cubicBezTo>
                    <a:pt x="17964" y="509035"/>
                    <a:pt x="18267" y="512365"/>
                    <a:pt x="18267" y="512365"/>
                  </a:cubicBezTo>
                  <a:lnTo>
                    <a:pt x="18570" y="515998"/>
                  </a:lnTo>
                  <a:lnTo>
                    <a:pt x="18132" y="519901"/>
                  </a:lnTo>
                  <a:lnTo>
                    <a:pt x="17695" y="525552"/>
                  </a:lnTo>
                  <a:lnTo>
                    <a:pt x="16820" y="527436"/>
                  </a:lnTo>
                  <a:lnTo>
                    <a:pt x="16248" y="530766"/>
                  </a:lnTo>
                  <a:lnTo>
                    <a:pt x="16685" y="535980"/>
                  </a:lnTo>
                  <a:lnTo>
                    <a:pt x="16954" y="541632"/>
                  </a:lnTo>
                  <a:lnTo>
                    <a:pt x="18974" y="544962"/>
                  </a:lnTo>
                  <a:lnTo>
                    <a:pt x="20555" y="548595"/>
                  </a:lnTo>
                  <a:lnTo>
                    <a:pt x="21700" y="553944"/>
                  </a:lnTo>
                  <a:lnTo>
                    <a:pt x="20825" y="558283"/>
                  </a:lnTo>
                  <a:lnTo>
                    <a:pt x="21397" y="565381"/>
                  </a:lnTo>
                  <a:lnTo>
                    <a:pt x="26479" y="571739"/>
                  </a:lnTo>
                  <a:lnTo>
                    <a:pt x="28801" y="574498"/>
                  </a:lnTo>
                  <a:lnTo>
                    <a:pt x="30383" y="582302"/>
                  </a:lnTo>
                  <a:lnTo>
                    <a:pt x="30383" y="586373"/>
                  </a:lnTo>
                  <a:lnTo>
                    <a:pt x="31392" y="591015"/>
                  </a:lnTo>
                  <a:cubicBezTo>
                    <a:pt x="31392" y="591015"/>
                    <a:pt x="30820" y="595792"/>
                    <a:pt x="30820" y="596666"/>
                  </a:cubicBezTo>
                  <a:cubicBezTo>
                    <a:pt x="30820" y="597541"/>
                    <a:pt x="29070" y="600871"/>
                    <a:pt x="29070" y="600871"/>
                  </a:cubicBezTo>
                  <a:cubicBezTo>
                    <a:pt x="29070" y="600871"/>
                    <a:pt x="27926" y="604773"/>
                    <a:pt x="27623" y="605951"/>
                  </a:cubicBezTo>
                  <a:cubicBezTo>
                    <a:pt x="27320" y="607095"/>
                    <a:pt x="26310" y="609146"/>
                    <a:pt x="25738" y="609718"/>
                  </a:cubicBezTo>
                  <a:cubicBezTo>
                    <a:pt x="25166" y="610290"/>
                    <a:pt x="23147" y="613351"/>
                    <a:pt x="23147" y="613923"/>
                  </a:cubicBezTo>
                  <a:cubicBezTo>
                    <a:pt x="23147" y="614495"/>
                    <a:pt x="22575" y="619878"/>
                    <a:pt x="22575" y="619878"/>
                  </a:cubicBezTo>
                  <a:cubicBezTo>
                    <a:pt x="22575" y="619878"/>
                    <a:pt x="18536" y="624654"/>
                    <a:pt x="18233" y="625092"/>
                  </a:cubicBezTo>
                  <a:cubicBezTo>
                    <a:pt x="17930" y="625529"/>
                    <a:pt x="15474" y="628994"/>
                    <a:pt x="14901" y="629869"/>
                  </a:cubicBezTo>
                  <a:cubicBezTo>
                    <a:pt x="14329" y="630743"/>
                    <a:pt x="12882" y="632627"/>
                    <a:pt x="12714" y="633199"/>
                  </a:cubicBezTo>
                  <a:cubicBezTo>
                    <a:pt x="12579" y="633771"/>
                    <a:pt x="9685" y="636832"/>
                    <a:pt x="9517" y="637101"/>
                  </a:cubicBezTo>
                  <a:cubicBezTo>
                    <a:pt x="9382" y="637404"/>
                    <a:pt x="7767" y="639120"/>
                    <a:pt x="7767" y="639994"/>
                  </a:cubicBezTo>
                  <a:cubicBezTo>
                    <a:pt x="7767" y="640869"/>
                    <a:pt x="7767" y="645511"/>
                    <a:pt x="7767" y="645511"/>
                  </a:cubicBezTo>
                  <a:cubicBezTo>
                    <a:pt x="7767" y="645511"/>
                    <a:pt x="7901" y="648269"/>
                    <a:pt x="7767" y="649413"/>
                  </a:cubicBezTo>
                  <a:cubicBezTo>
                    <a:pt x="7632" y="650557"/>
                    <a:pt x="7767" y="654762"/>
                    <a:pt x="7767" y="654762"/>
                  </a:cubicBezTo>
                  <a:cubicBezTo>
                    <a:pt x="7767" y="654762"/>
                    <a:pt x="6892" y="656780"/>
                    <a:pt x="6757" y="657218"/>
                  </a:cubicBezTo>
                  <a:cubicBezTo>
                    <a:pt x="6623" y="657655"/>
                    <a:pt x="6185" y="660245"/>
                    <a:pt x="6017" y="660851"/>
                  </a:cubicBezTo>
                  <a:cubicBezTo>
                    <a:pt x="5882" y="661423"/>
                    <a:pt x="3695" y="664753"/>
                    <a:pt x="3695" y="664753"/>
                  </a:cubicBezTo>
                  <a:cubicBezTo>
                    <a:pt x="3695" y="664753"/>
                    <a:pt x="2180" y="667377"/>
                    <a:pt x="1877" y="668083"/>
                  </a:cubicBezTo>
                  <a:cubicBezTo>
                    <a:pt x="1608" y="668823"/>
                    <a:pt x="800" y="670539"/>
                    <a:pt x="800" y="672154"/>
                  </a:cubicBezTo>
                  <a:cubicBezTo>
                    <a:pt x="800" y="673735"/>
                    <a:pt x="800" y="680261"/>
                    <a:pt x="800" y="680261"/>
                  </a:cubicBezTo>
                  <a:lnTo>
                    <a:pt x="1810" y="682851"/>
                  </a:lnTo>
                  <a:lnTo>
                    <a:pt x="194" y="689814"/>
                  </a:lnTo>
                  <a:cubicBezTo>
                    <a:pt x="194" y="689814"/>
                    <a:pt x="-243" y="700108"/>
                    <a:pt x="194" y="700680"/>
                  </a:cubicBezTo>
                  <a:cubicBezTo>
                    <a:pt x="632" y="701252"/>
                    <a:pt x="632" y="705894"/>
                    <a:pt x="935" y="706634"/>
                  </a:cubicBezTo>
                  <a:cubicBezTo>
                    <a:pt x="1238" y="707341"/>
                    <a:pt x="2820" y="710267"/>
                    <a:pt x="2820" y="710267"/>
                  </a:cubicBezTo>
                  <a:lnTo>
                    <a:pt x="9147" y="712723"/>
                  </a:lnTo>
                  <a:lnTo>
                    <a:pt x="9147" y="712723"/>
                  </a:lnTo>
                  <a:cubicBezTo>
                    <a:pt x="9416" y="712555"/>
                    <a:pt x="9685" y="712420"/>
                    <a:pt x="9921" y="712420"/>
                  </a:cubicBezTo>
                  <a:cubicBezTo>
                    <a:pt x="10930" y="712420"/>
                    <a:pt x="15575" y="712420"/>
                    <a:pt x="15575" y="712420"/>
                  </a:cubicBezTo>
                  <a:lnTo>
                    <a:pt x="17325" y="712420"/>
                  </a:lnTo>
                  <a:lnTo>
                    <a:pt x="22541" y="712420"/>
                  </a:lnTo>
                  <a:cubicBezTo>
                    <a:pt x="22541" y="712420"/>
                    <a:pt x="27455" y="712858"/>
                    <a:pt x="28061" y="712420"/>
                  </a:cubicBezTo>
                  <a:cubicBezTo>
                    <a:pt x="28633" y="711983"/>
                    <a:pt x="34590" y="712420"/>
                    <a:pt x="34590" y="712420"/>
                  </a:cubicBezTo>
                  <a:cubicBezTo>
                    <a:pt x="34590" y="712420"/>
                    <a:pt x="38796" y="712622"/>
                    <a:pt x="39671" y="712218"/>
                  </a:cubicBezTo>
                  <a:cubicBezTo>
                    <a:pt x="40546" y="711848"/>
                    <a:pt x="45763" y="709796"/>
                    <a:pt x="46200" y="709359"/>
                  </a:cubicBezTo>
                  <a:cubicBezTo>
                    <a:pt x="46638" y="708922"/>
                    <a:pt x="48522" y="707341"/>
                    <a:pt x="48522" y="707341"/>
                  </a:cubicBezTo>
                  <a:cubicBezTo>
                    <a:pt x="48522" y="707341"/>
                    <a:pt x="51282" y="705457"/>
                    <a:pt x="51720" y="705019"/>
                  </a:cubicBezTo>
                  <a:cubicBezTo>
                    <a:pt x="52157" y="704582"/>
                    <a:pt x="53032" y="702698"/>
                    <a:pt x="53470" y="702261"/>
                  </a:cubicBezTo>
                  <a:cubicBezTo>
                    <a:pt x="53907" y="701824"/>
                    <a:pt x="55051" y="698493"/>
                    <a:pt x="55657" y="698493"/>
                  </a:cubicBezTo>
                  <a:cubicBezTo>
                    <a:pt x="56229" y="698493"/>
                    <a:pt x="56667" y="698931"/>
                    <a:pt x="57239" y="698493"/>
                  </a:cubicBezTo>
                  <a:cubicBezTo>
                    <a:pt x="57811" y="698056"/>
                    <a:pt x="60874" y="697787"/>
                    <a:pt x="61446" y="697787"/>
                  </a:cubicBezTo>
                  <a:cubicBezTo>
                    <a:pt x="62018" y="697787"/>
                    <a:pt x="64778" y="698090"/>
                    <a:pt x="65383" y="697787"/>
                  </a:cubicBezTo>
                  <a:cubicBezTo>
                    <a:pt x="65956" y="697484"/>
                    <a:pt x="67571" y="698359"/>
                    <a:pt x="67975" y="697787"/>
                  </a:cubicBezTo>
                  <a:cubicBezTo>
                    <a:pt x="68412" y="697215"/>
                    <a:pt x="70600" y="696643"/>
                    <a:pt x="71172" y="696643"/>
                  </a:cubicBezTo>
                  <a:cubicBezTo>
                    <a:pt x="71744" y="696643"/>
                    <a:pt x="74504" y="695062"/>
                    <a:pt x="74504" y="695062"/>
                  </a:cubicBezTo>
                  <a:lnTo>
                    <a:pt x="78139" y="691295"/>
                  </a:lnTo>
                  <a:lnTo>
                    <a:pt x="82917" y="688704"/>
                  </a:lnTo>
                  <a:cubicBezTo>
                    <a:pt x="82917" y="688704"/>
                    <a:pt x="87427" y="688132"/>
                    <a:pt x="87831" y="688132"/>
                  </a:cubicBezTo>
                  <a:cubicBezTo>
                    <a:pt x="88268" y="688132"/>
                    <a:pt x="95639" y="688132"/>
                    <a:pt x="95639" y="688132"/>
                  </a:cubicBezTo>
                  <a:cubicBezTo>
                    <a:pt x="95639" y="688132"/>
                    <a:pt x="97961" y="687560"/>
                    <a:pt x="99577" y="687426"/>
                  </a:cubicBezTo>
                  <a:cubicBezTo>
                    <a:pt x="101158" y="687291"/>
                    <a:pt x="104625" y="685542"/>
                    <a:pt x="105230" y="685542"/>
                  </a:cubicBezTo>
                  <a:cubicBezTo>
                    <a:pt x="105803" y="685542"/>
                    <a:pt x="106240" y="684802"/>
                    <a:pt x="106812" y="684667"/>
                  </a:cubicBezTo>
                  <a:cubicBezTo>
                    <a:pt x="107384" y="684533"/>
                    <a:pt x="109404" y="685307"/>
                    <a:pt x="110009" y="685037"/>
                  </a:cubicBezTo>
                  <a:cubicBezTo>
                    <a:pt x="110581" y="684735"/>
                    <a:pt x="114216" y="684667"/>
                    <a:pt x="114216" y="684667"/>
                  </a:cubicBezTo>
                  <a:lnTo>
                    <a:pt x="114788" y="684667"/>
                  </a:lnTo>
                  <a:lnTo>
                    <a:pt x="118692" y="681909"/>
                  </a:lnTo>
                  <a:cubicBezTo>
                    <a:pt x="118692" y="681909"/>
                    <a:pt x="119264" y="681472"/>
                    <a:pt x="119836" y="681169"/>
                  </a:cubicBezTo>
                  <a:cubicBezTo>
                    <a:pt x="120409" y="680866"/>
                    <a:pt x="121721" y="679723"/>
                    <a:pt x="122293" y="679588"/>
                  </a:cubicBezTo>
                  <a:cubicBezTo>
                    <a:pt x="122865" y="679453"/>
                    <a:pt x="123942" y="678007"/>
                    <a:pt x="123942" y="678007"/>
                  </a:cubicBezTo>
                  <a:lnTo>
                    <a:pt x="124313" y="675988"/>
                  </a:lnTo>
                  <a:lnTo>
                    <a:pt x="124313" y="673365"/>
                  </a:lnTo>
                  <a:lnTo>
                    <a:pt x="126500" y="671783"/>
                  </a:lnTo>
                  <a:lnTo>
                    <a:pt x="128519" y="670034"/>
                  </a:lnTo>
                  <a:cubicBezTo>
                    <a:pt x="128519" y="670034"/>
                    <a:pt x="128957" y="668722"/>
                    <a:pt x="129529" y="668722"/>
                  </a:cubicBezTo>
                  <a:cubicBezTo>
                    <a:pt x="130101" y="668722"/>
                    <a:pt x="131986" y="666973"/>
                    <a:pt x="131986" y="666973"/>
                  </a:cubicBezTo>
                  <a:cubicBezTo>
                    <a:pt x="131986" y="666973"/>
                    <a:pt x="134308" y="664517"/>
                    <a:pt x="134745" y="664517"/>
                  </a:cubicBezTo>
                  <a:cubicBezTo>
                    <a:pt x="135183" y="664517"/>
                    <a:pt x="136933" y="662331"/>
                    <a:pt x="136933" y="662331"/>
                  </a:cubicBezTo>
                  <a:lnTo>
                    <a:pt x="138952" y="660582"/>
                  </a:lnTo>
                  <a:lnTo>
                    <a:pt x="143159" y="655502"/>
                  </a:lnTo>
                  <a:lnTo>
                    <a:pt x="147366" y="652878"/>
                  </a:lnTo>
                  <a:lnTo>
                    <a:pt x="153154" y="651566"/>
                  </a:lnTo>
                  <a:lnTo>
                    <a:pt x="158236" y="651566"/>
                  </a:lnTo>
                  <a:lnTo>
                    <a:pt x="161568" y="652138"/>
                  </a:lnTo>
                  <a:lnTo>
                    <a:pt x="164328" y="653282"/>
                  </a:lnTo>
                  <a:lnTo>
                    <a:pt x="166583" y="653147"/>
                  </a:lnTo>
                  <a:lnTo>
                    <a:pt x="167828" y="651566"/>
                  </a:lnTo>
                  <a:lnTo>
                    <a:pt x="167828" y="648942"/>
                  </a:lnTo>
                  <a:lnTo>
                    <a:pt x="166953" y="645612"/>
                  </a:lnTo>
                  <a:lnTo>
                    <a:pt x="166078" y="643425"/>
                  </a:lnTo>
                  <a:lnTo>
                    <a:pt x="165001" y="641541"/>
                  </a:lnTo>
                  <a:lnTo>
                    <a:pt x="164362" y="639220"/>
                  </a:lnTo>
                  <a:lnTo>
                    <a:pt x="164362" y="638480"/>
                  </a:lnTo>
                  <a:lnTo>
                    <a:pt x="165371" y="636731"/>
                  </a:lnTo>
                  <a:lnTo>
                    <a:pt x="166549" y="634982"/>
                  </a:lnTo>
                  <a:lnTo>
                    <a:pt x="166684" y="632526"/>
                  </a:lnTo>
                  <a:lnTo>
                    <a:pt x="166549" y="631651"/>
                  </a:lnTo>
                  <a:lnTo>
                    <a:pt x="167862" y="630642"/>
                  </a:lnTo>
                  <a:lnTo>
                    <a:pt x="170453" y="630642"/>
                  </a:lnTo>
                  <a:lnTo>
                    <a:pt x="173347" y="629902"/>
                  </a:lnTo>
                  <a:lnTo>
                    <a:pt x="176679" y="630642"/>
                  </a:lnTo>
                  <a:lnTo>
                    <a:pt x="180011" y="631786"/>
                  </a:lnTo>
                  <a:lnTo>
                    <a:pt x="180718" y="633098"/>
                  </a:lnTo>
                  <a:lnTo>
                    <a:pt x="184622" y="634242"/>
                  </a:lnTo>
                  <a:lnTo>
                    <a:pt x="191891" y="633872"/>
                  </a:lnTo>
                  <a:lnTo>
                    <a:pt x="197107" y="634511"/>
                  </a:lnTo>
                  <a:cubicBezTo>
                    <a:pt x="197107" y="634511"/>
                    <a:pt x="202122" y="634410"/>
                    <a:pt x="202324" y="634410"/>
                  </a:cubicBezTo>
                  <a:cubicBezTo>
                    <a:pt x="202526" y="634410"/>
                    <a:pt x="206901" y="634948"/>
                    <a:pt x="206901" y="634948"/>
                  </a:cubicBezTo>
                  <a:lnTo>
                    <a:pt x="211040" y="635856"/>
                  </a:lnTo>
                  <a:lnTo>
                    <a:pt x="213968" y="636731"/>
                  </a:lnTo>
                  <a:lnTo>
                    <a:pt x="216829" y="635083"/>
                  </a:lnTo>
                  <a:lnTo>
                    <a:pt x="218848" y="633064"/>
                  </a:lnTo>
                  <a:lnTo>
                    <a:pt x="220430" y="630878"/>
                  </a:lnTo>
                  <a:lnTo>
                    <a:pt x="221440" y="628859"/>
                  </a:lnTo>
                  <a:lnTo>
                    <a:pt x="224334" y="628859"/>
                  </a:lnTo>
                  <a:lnTo>
                    <a:pt x="226050" y="628859"/>
                  </a:lnTo>
                  <a:lnTo>
                    <a:pt x="226925" y="631752"/>
                  </a:lnTo>
                  <a:lnTo>
                    <a:pt x="227800" y="633636"/>
                  </a:lnTo>
                  <a:cubicBezTo>
                    <a:pt x="227800" y="633636"/>
                    <a:pt x="229248" y="635385"/>
                    <a:pt x="229820" y="635385"/>
                  </a:cubicBezTo>
                  <a:cubicBezTo>
                    <a:pt x="230392" y="635385"/>
                    <a:pt x="233724" y="635823"/>
                    <a:pt x="234026" y="635251"/>
                  </a:cubicBezTo>
                  <a:cubicBezTo>
                    <a:pt x="234330" y="634679"/>
                    <a:pt x="236988" y="632661"/>
                    <a:pt x="237426" y="632358"/>
                  </a:cubicBezTo>
                  <a:cubicBezTo>
                    <a:pt x="237863" y="632055"/>
                    <a:pt x="239108" y="630474"/>
                    <a:pt x="239108" y="630474"/>
                  </a:cubicBezTo>
                  <a:lnTo>
                    <a:pt x="239108" y="629734"/>
                  </a:lnTo>
                  <a:lnTo>
                    <a:pt x="239108" y="626269"/>
                  </a:lnTo>
                  <a:lnTo>
                    <a:pt x="240118" y="624688"/>
                  </a:lnTo>
                  <a:lnTo>
                    <a:pt x="241700" y="622939"/>
                  </a:lnTo>
                  <a:lnTo>
                    <a:pt x="242575" y="621795"/>
                  </a:lnTo>
                  <a:lnTo>
                    <a:pt x="243887" y="620349"/>
                  </a:lnTo>
                  <a:lnTo>
                    <a:pt x="247959" y="619339"/>
                  </a:lnTo>
                  <a:lnTo>
                    <a:pt x="251426" y="618465"/>
                  </a:lnTo>
                  <a:lnTo>
                    <a:pt x="253883" y="618465"/>
                  </a:lnTo>
                  <a:lnTo>
                    <a:pt x="254623" y="620786"/>
                  </a:lnTo>
                  <a:lnTo>
                    <a:pt x="257517" y="622670"/>
                  </a:lnTo>
                  <a:lnTo>
                    <a:pt x="261859" y="622939"/>
                  </a:lnTo>
                  <a:lnTo>
                    <a:pt x="265191" y="619911"/>
                  </a:lnTo>
                  <a:lnTo>
                    <a:pt x="265191" y="615874"/>
                  </a:lnTo>
                  <a:cubicBezTo>
                    <a:pt x="265191" y="615874"/>
                    <a:pt x="266806" y="614731"/>
                    <a:pt x="266941" y="614125"/>
                  </a:cubicBezTo>
                  <a:cubicBezTo>
                    <a:pt x="267075" y="613553"/>
                    <a:pt x="267513" y="611232"/>
                    <a:pt x="268119" y="611232"/>
                  </a:cubicBezTo>
                  <a:cubicBezTo>
                    <a:pt x="268691" y="611232"/>
                    <a:pt x="271181" y="608642"/>
                    <a:pt x="271181" y="608642"/>
                  </a:cubicBezTo>
                  <a:lnTo>
                    <a:pt x="275826" y="607902"/>
                  </a:lnTo>
                  <a:lnTo>
                    <a:pt x="278888" y="608642"/>
                  </a:lnTo>
                  <a:cubicBezTo>
                    <a:pt x="278888" y="608642"/>
                    <a:pt x="280470" y="610526"/>
                    <a:pt x="280907" y="610660"/>
                  </a:cubicBezTo>
                  <a:cubicBezTo>
                    <a:pt x="281345" y="610795"/>
                    <a:pt x="282792" y="611232"/>
                    <a:pt x="282792" y="611232"/>
                  </a:cubicBezTo>
                  <a:lnTo>
                    <a:pt x="285249" y="610357"/>
                  </a:lnTo>
                  <a:lnTo>
                    <a:pt x="286124" y="607902"/>
                  </a:lnTo>
                  <a:lnTo>
                    <a:pt x="286124" y="607162"/>
                  </a:lnTo>
                  <a:lnTo>
                    <a:pt x="286124" y="604572"/>
                  </a:lnTo>
                  <a:lnTo>
                    <a:pt x="286999" y="604572"/>
                  </a:lnTo>
                  <a:cubicBezTo>
                    <a:pt x="286999" y="604572"/>
                    <a:pt x="289893" y="602116"/>
                    <a:pt x="290330" y="601948"/>
                  </a:cubicBezTo>
                  <a:cubicBezTo>
                    <a:pt x="290768" y="601813"/>
                    <a:pt x="292518" y="599929"/>
                    <a:pt x="293393" y="599492"/>
                  </a:cubicBezTo>
                  <a:cubicBezTo>
                    <a:pt x="294268" y="599055"/>
                    <a:pt x="295581" y="597608"/>
                    <a:pt x="295581" y="597608"/>
                  </a:cubicBezTo>
                  <a:lnTo>
                    <a:pt x="297331" y="595152"/>
                  </a:lnTo>
                  <a:lnTo>
                    <a:pt x="299215" y="592966"/>
                  </a:lnTo>
                  <a:lnTo>
                    <a:pt x="301403" y="588492"/>
                  </a:lnTo>
                  <a:lnTo>
                    <a:pt x="302850" y="585464"/>
                  </a:lnTo>
                  <a:lnTo>
                    <a:pt x="305307" y="582268"/>
                  </a:lnTo>
                  <a:lnTo>
                    <a:pt x="305307" y="579375"/>
                  </a:lnTo>
                  <a:lnTo>
                    <a:pt x="304432" y="575608"/>
                  </a:lnTo>
                  <a:cubicBezTo>
                    <a:pt x="304432" y="575608"/>
                    <a:pt x="303422" y="573152"/>
                    <a:pt x="303422" y="572715"/>
                  </a:cubicBezTo>
                  <a:cubicBezTo>
                    <a:pt x="303422" y="572278"/>
                    <a:pt x="302413" y="568813"/>
                    <a:pt x="302413" y="568813"/>
                  </a:cubicBezTo>
                  <a:cubicBezTo>
                    <a:pt x="302413" y="568813"/>
                    <a:pt x="301975" y="566929"/>
                    <a:pt x="301840" y="566357"/>
                  </a:cubicBezTo>
                  <a:cubicBezTo>
                    <a:pt x="301706" y="565785"/>
                    <a:pt x="301403" y="563733"/>
                    <a:pt x="301403" y="563733"/>
                  </a:cubicBezTo>
                  <a:lnTo>
                    <a:pt x="303422" y="562858"/>
                  </a:lnTo>
                  <a:lnTo>
                    <a:pt x="304432" y="562858"/>
                  </a:lnTo>
                  <a:cubicBezTo>
                    <a:pt x="304432" y="562858"/>
                    <a:pt x="306754" y="562556"/>
                    <a:pt x="307326" y="562858"/>
                  </a:cubicBezTo>
                  <a:cubicBezTo>
                    <a:pt x="307898" y="563161"/>
                    <a:pt x="308774" y="562455"/>
                    <a:pt x="309783" y="562724"/>
                  </a:cubicBezTo>
                  <a:cubicBezTo>
                    <a:pt x="310793" y="562993"/>
                    <a:pt x="312408" y="562118"/>
                    <a:pt x="312812" y="561849"/>
                  </a:cubicBezTo>
                  <a:cubicBezTo>
                    <a:pt x="313249" y="561547"/>
                    <a:pt x="312374" y="561547"/>
                    <a:pt x="312812" y="560974"/>
                  </a:cubicBezTo>
                  <a:cubicBezTo>
                    <a:pt x="313249" y="560403"/>
                    <a:pt x="311365" y="557947"/>
                    <a:pt x="311365" y="557947"/>
                  </a:cubicBezTo>
                  <a:lnTo>
                    <a:pt x="310119" y="555626"/>
                  </a:lnTo>
                  <a:lnTo>
                    <a:pt x="308740" y="553439"/>
                  </a:lnTo>
                  <a:lnTo>
                    <a:pt x="308740" y="551555"/>
                  </a:lnTo>
                  <a:lnTo>
                    <a:pt x="310187" y="548225"/>
                  </a:lnTo>
                  <a:lnTo>
                    <a:pt x="312072" y="546476"/>
                  </a:lnTo>
                  <a:lnTo>
                    <a:pt x="313956" y="545601"/>
                  </a:lnTo>
                  <a:lnTo>
                    <a:pt x="313956" y="542843"/>
                  </a:lnTo>
                  <a:lnTo>
                    <a:pt x="312879" y="540522"/>
                  </a:lnTo>
                  <a:lnTo>
                    <a:pt x="310927" y="538335"/>
                  </a:lnTo>
                  <a:lnTo>
                    <a:pt x="309345" y="535577"/>
                  </a:lnTo>
                  <a:lnTo>
                    <a:pt x="310927" y="533390"/>
                  </a:lnTo>
                  <a:lnTo>
                    <a:pt x="311634" y="532078"/>
                  </a:lnTo>
                  <a:lnTo>
                    <a:pt x="310322" y="530934"/>
                  </a:lnTo>
                  <a:lnTo>
                    <a:pt x="312072" y="529185"/>
                  </a:lnTo>
                  <a:lnTo>
                    <a:pt x="312206" y="527873"/>
                  </a:lnTo>
                  <a:lnTo>
                    <a:pt x="310019" y="526124"/>
                  </a:lnTo>
                  <a:lnTo>
                    <a:pt x="309009" y="523937"/>
                  </a:lnTo>
                  <a:lnTo>
                    <a:pt x="309884" y="522188"/>
                  </a:lnTo>
                  <a:lnTo>
                    <a:pt x="311466" y="521044"/>
                  </a:lnTo>
                  <a:lnTo>
                    <a:pt x="313047" y="521044"/>
                  </a:lnTo>
                  <a:lnTo>
                    <a:pt x="312610" y="516402"/>
                  </a:lnTo>
                  <a:lnTo>
                    <a:pt x="312172" y="514216"/>
                  </a:lnTo>
                  <a:lnTo>
                    <a:pt x="312172" y="513206"/>
                  </a:lnTo>
                  <a:lnTo>
                    <a:pt x="313047" y="508295"/>
                  </a:lnTo>
                  <a:lnTo>
                    <a:pt x="315807" y="507723"/>
                  </a:lnTo>
                  <a:cubicBezTo>
                    <a:pt x="315807" y="507723"/>
                    <a:pt x="318129" y="507286"/>
                    <a:pt x="318567" y="506983"/>
                  </a:cubicBezTo>
                  <a:lnTo>
                    <a:pt x="318264" y="501903"/>
                  </a:lnTo>
                  <a:cubicBezTo>
                    <a:pt x="318264" y="502206"/>
                    <a:pt x="315033" y="501331"/>
                    <a:pt x="313721" y="500659"/>
                  </a:cubicBezTo>
                  <a:close/>
                </a:path>
              </a:pathLst>
            </a:custGeom>
            <a:pattFill prst="pct80">
              <a:fgClr>
                <a:srgbClr val="1E344D"/>
              </a:fgClr>
              <a:bgClr>
                <a:schemeClr val="bg1"/>
              </a:bgClr>
            </a:pattFill>
            <a:ln w="6350" cap="flat">
              <a:solidFill>
                <a:schemeClr val="bg1"/>
              </a:solidFill>
              <a:prstDash val="solid"/>
              <a:miter/>
            </a:ln>
          </p:spPr>
          <p:txBody>
            <a:bodyPr rtlCol="0" anchor="ctr"/>
            <a:lstStyle/>
            <a:p>
              <a:endParaRPr lang="en-US"/>
            </a:p>
          </p:txBody>
        </p:sp>
        <p:sp>
          <p:nvSpPr>
            <p:cNvPr id="188" name="Freeform 905">
              <a:extLst>
                <a:ext uri="{FF2B5EF4-FFF2-40B4-BE49-F238E27FC236}">
                  <a16:creationId xmlns:a16="http://schemas.microsoft.com/office/drawing/2014/main" id="{F328A24D-E732-7D14-EDD0-0E463CB8E85A}"/>
                </a:ext>
              </a:extLst>
            </p:cNvPr>
            <p:cNvSpPr/>
            <p:nvPr/>
          </p:nvSpPr>
          <p:spPr>
            <a:xfrm>
              <a:off x="7521508" y="2550228"/>
              <a:ext cx="287196" cy="470349"/>
            </a:xfrm>
            <a:custGeom>
              <a:avLst/>
              <a:gdLst>
                <a:gd name="connsiteX0" fmla="*/ 547829 w 551389"/>
                <a:gd name="connsiteY0" fmla="*/ 36062 h 903022"/>
                <a:gd name="connsiteX1" fmla="*/ 545238 w 551389"/>
                <a:gd name="connsiteY1" fmla="*/ 35187 h 903022"/>
                <a:gd name="connsiteX2" fmla="*/ 542310 w 551389"/>
                <a:gd name="connsiteY2" fmla="*/ 32260 h 903022"/>
                <a:gd name="connsiteX3" fmla="*/ 537868 w 551389"/>
                <a:gd name="connsiteY3" fmla="*/ 30848 h 903022"/>
                <a:gd name="connsiteX4" fmla="*/ 536353 w 551389"/>
                <a:gd name="connsiteY4" fmla="*/ 25734 h 903022"/>
                <a:gd name="connsiteX5" fmla="*/ 539517 w 551389"/>
                <a:gd name="connsiteY5" fmla="*/ 23548 h 903022"/>
                <a:gd name="connsiteX6" fmla="*/ 541906 w 551389"/>
                <a:gd name="connsiteY6" fmla="*/ 23716 h 903022"/>
                <a:gd name="connsiteX7" fmla="*/ 541334 w 551389"/>
                <a:gd name="connsiteY7" fmla="*/ 23009 h 903022"/>
                <a:gd name="connsiteX8" fmla="*/ 542546 w 551389"/>
                <a:gd name="connsiteY8" fmla="*/ 20150 h 903022"/>
                <a:gd name="connsiteX9" fmla="*/ 542546 w 551389"/>
                <a:gd name="connsiteY9" fmla="*/ 16382 h 903022"/>
                <a:gd name="connsiteX10" fmla="*/ 534704 w 551389"/>
                <a:gd name="connsiteY10" fmla="*/ 16382 h 903022"/>
                <a:gd name="connsiteX11" fmla="*/ 533829 w 551389"/>
                <a:gd name="connsiteY11" fmla="*/ 12043 h 903022"/>
                <a:gd name="connsiteX12" fmla="*/ 533829 w 551389"/>
                <a:gd name="connsiteY12" fmla="*/ 8578 h 903022"/>
                <a:gd name="connsiteX13" fmla="*/ 536017 w 551389"/>
                <a:gd name="connsiteY13" fmla="*/ 6392 h 903022"/>
                <a:gd name="connsiteX14" fmla="*/ 537464 w 551389"/>
                <a:gd name="connsiteY14" fmla="*/ 3499 h 903022"/>
                <a:gd name="connsiteX15" fmla="*/ 537161 w 551389"/>
                <a:gd name="connsiteY15" fmla="*/ 1749 h 903022"/>
                <a:gd name="connsiteX16" fmla="*/ 535276 w 551389"/>
                <a:gd name="connsiteY16" fmla="*/ 875 h 903022"/>
                <a:gd name="connsiteX17" fmla="*/ 533829 w 551389"/>
                <a:gd name="connsiteY17" fmla="*/ 0 h 903022"/>
                <a:gd name="connsiteX18" fmla="*/ 530363 w 551389"/>
                <a:gd name="connsiteY18" fmla="*/ 1144 h 903022"/>
                <a:gd name="connsiteX19" fmla="*/ 526156 w 551389"/>
                <a:gd name="connsiteY19" fmla="*/ 4340 h 903022"/>
                <a:gd name="connsiteX20" fmla="*/ 521814 w 551389"/>
                <a:gd name="connsiteY20" fmla="*/ 7233 h 903022"/>
                <a:gd name="connsiteX21" fmla="*/ 513973 w 551389"/>
                <a:gd name="connsiteY21" fmla="*/ 12884 h 903022"/>
                <a:gd name="connsiteX22" fmla="*/ 509631 w 551389"/>
                <a:gd name="connsiteY22" fmla="*/ 17358 h 903022"/>
                <a:gd name="connsiteX23" fmla="*/ 504852 w 551389"/>
                <a:gd name="connsiteY23" fmla="*/ 22572 h 903022"/>
                <a:gd name="connsiteX24" fmla="*/ 503170 w 551389"/>
                <a:gd name="connsiteY24" fmla="*/ 27214 h 903022"/>
                <a:gd name="connsiteX25" fmla="*/ 500780 w 551389"/>
                <a:gd name="connsiteY25" fmla="*/ 30107 h 903022"/>
                <a:gd name="connsiteX26" fmla="*/ 500780 w 551389"/>
                <a:gd name="connsiteY26" fmla="*/ 32866 h 903022"/>
                <a:gd name="connsiteX27" fmla="*/ 498189 w 551389"/>
                <a:gd name="connsiteY27" fmla="*/ 34615 h 903022"/>
                <a:gd name="connsiteX28" fmla="*/ 496876 w 551389"/>
                <a:gd name="connsiteY28" fmla="*/ 37205 h 903022"/>
                <a:gd name="connsiteX29" fmla="*/ 495429 w 551389"/>
                <a:gd name="connsiteY29" fmla="*/ 37205 h 903022"/>
                <a:gd name="connsiteX30" fmla="*/ 490347 w 551389"/>
                <a:gd name="connsiteY30" fmla="*/ 32563 h 903022"/>
                <a:gd name="connsiteX31" fmla="*/ 485568 w 551389"/>
                <a:gd name="connsiteY31" fmla="*/ 31117 h 903022"/>
                <a:gd name="connsiteX32" fmla="*/ 482674 w 551389"/>
                <a:gd name="connsiteY32" fmla="*/ 29367 h 903022"/>
                <a:gd name="connsiteX33" fmla="*/ 480352 w 551389"/>
                <a:gd name="connsiteY33" fmla="*/ 28661 h 903022"/>
                <a:gd name="connsiteX34" fmla="*/ 477761 w 551389"/>
                <a:gd name="connsiteY34" fmla="*/ 28795 h 903022"/>
                <a:gd name="connsiteX35" fmla="*/ 474126 w 551389"/>
                <a:gd name="connsiteY35" fmla="*/ 29939 h 903022"/>
                <a:gd name="connsiteX36" fmla="*/ 474126 w 551389"/>
                <a:gd name="connsiteY36" fmla="*/ 33404 h 903022"/>
                <a:gd name="connsiteX37" fmla="*/ 471972 w 551389"/>
                <a:gd name="connsiteY37" fmla="*/ 34716 h 903022"/>
                <a:gd name="connsiteX38" fmla="*/ 468203 w 551389"/>
                <a:gd name="connsiteY38" fmla="*/ 30377 h 903022"/>
                <a:gd name="connsiteX39" fmla="*/ 464871 w 551389"/>
                <a:gd name="connsiteY39" fmla="*/ 27618 h 903022"/>
                <a:gd name="connsiteX40" fmla="*/ 461775 w 551389"/>
                <a:gd name="connsiteY40" fmla="*/ 23279 h 903022"/>
                <a:gd name="connsiteX41" fmla="*/ 460799 w 551389"/>
                <a:gd name="connsiteY41" fmla="*/ 20823 h 903022"/>
                <a:gd name="connsiteX42" fmla="*/ 460799 w 551389"/>
                <a:gd name="connsiteY42" fmla="*/ 17190 h 903022"/>
                <a:gd name="connsiteX43" fmla="*/ 457601 w 551389"/>
                <a:gd name="connsiteY43" fmla="*/ 15676 h 903022"/>
                <a:gd name="connsiteX44" fmla="*/ 453092 w 551389"/>
                <a:gd name="connsiteY44" fmla="*/ 16315 h 903022"/>
                <a:gd name="connsiteX45" fmla="*/ 449457 w 551389"/>
                <a:gd name="connsiteY45" fmla="*/ 16315 h 903022"/>
                <a:gd name="connsiteX46" fmla="*/ 444678 w 551389"/>
                <a:gd name="connsiteY46" fmla="*/ 16450 h 903022"/>
                <a:gd name="connsiteX47" fmla="*/ 440606 w 551389"/>
                <a:gd name="connsiteY47" fmla="*/ 19343 h 903022"/>
                <a:gd name="connsiteX48" fmla="*/ 444678 w 551389"/>
                <a:gd name="connsiteY48" fmla="*/ 22976 h 903022"/>
                <a:gd name="connsiteX49" fmla="*/ 448885 w 551389"/>
                <a:gd name="connsiteY49" fmla="*/ 27046 h 903022"/>
                <a:gd name="connsiteX50" fmla="*/ 453664 w 551389"/>
                <a:gd name="connsiteY50" fmla="*/ 28795 h 903022"/>
                <a:gd name="connsiteX51" fmla="*/ 451779 w 551389"/>
                <a:gd name="connsiteY51" fmla="*/ 31554 h 903022"/>
                <a:gd name="connsiteX52" fmla="*/ 449020 w 551389"/>
                <a:gd name="connsiteY52" fmla="*/ 34010 h 903022"/>
                <a:gd name="connsiteX53" fmla="*/ 447438 w 551389"/>
                <a:gd name="connsiteY53" fmla="*/ 35591 h 903022"/>
                <a:gd name="connsiteX54" fmla="*/ 443366 w 551389"/>
                <a:gd name="connsiteY54" fmla="*/ 38181 h 903022"/>
                <a:gd name="connsiteX55" fmla="*/ 439462 w 551389"/>
                <a:gd name="connsiteY55" fmla="*/ 40065 h 903022"/>
                <a:gd name="connsiteX56" fmla="*/ 435389 w 551389"/>
                <a:gd name="connsiteY56" fmla="*/ 43261 h 903022"/>
                <a:gd name="connsiteX57" fmla="*/ 431485 w 551389"/>
                <a:gd name="connsiteY57" fmla="*/ 44572 h 903022"/>
                <a:gd name="connsiteX58" fmla="*/ 426269 w 551389"/>
                <a:gd name="connsiteY58" fmla="*/ 49921 h 903022"/>
                <a:gd name="connsiteX59" fmla="*/ 423206 w 551389"/>
                <a:gd name="connsiteY59" fmla="*/ 53689 h 903022"/>
                <a:gd name="connsiteX60" fmla="*/ 418427 w 551389"/>
                <a:gd name="connsiteY60" fmla="*/ 56582 h 903022"/>
                <a:gd name="connsiteX61" fmla="*/ 413480 w 551389"/>
                <a:gd name="connsiteY61" fmla="*/ 58466 h 903022"/>
                <a:gd name="connsiteX62" fmla="*/ 407389 w 551389"/>
                <a:gd name="connsiteY62" fmla="*/ 60047 h 903022"/>
                <a:gd name="connsiteX63" fmla="*/ 405807 w 551389"/>
                <a:gd name="connsiteY63" fmla="*/ 63512 h 903022"/>
                <a:gd name="connsiteX64" fmla="*/ 404225 w 551389"/>
                <a:gd name="connsiteY64" fmla="*/ 68154 h 903022"/>
                <a:gd name="connsiteX65" fmla="*/ 403855 w 551389"/>
                <a:gd name="connsiteY65" fmla="*/ 72359 h 903022"/>
                <a:gd name="connsiteX66" fmla="*/ 403350 w 551389"/>
                <a:gd name="connsiteY66" fmla="*/ 77573 h 903022"/>
                <a:gd name="connsiteX67" fmla="*/ 403350 w 551389"/>
                <a:gd name="connsiteY67" fmla="*/ 81475 h 903022"/>
                <a:gd name="connsiteX68" fmla="*/ 400456 w 551389"/>
                <a:gd name="connsiteY68" fmla="*/ 83796 h 903022"/>
                <a:gd name="connsiteX69" fmla="*/ 398571 w 551389"/>
                <a:gd name="connsiteY69" fmla="*/ 87867 h 903022"/>
                <a:gd name="connsiteX70" fmla="*/ 393490 w 551389"/>
                <a:gd name="connsiteY70" fmla="*/ 89313 h 903022"/>
                <a:gd name="connsiteX71" fmla="*/ 388576 w 551389"/>
                <a:gd name="connsiteY71" fmla="*/ 89313 h 903022"/>
                <a:gd name="connsiteX72" fmla="*/ 384941 w 551389"/>
                <a:gd name="connsiteY72" fmla="*/ 86555 h 903022"/>
                <a:gd name="connsiteX73" fmla="*/ 381744 w 551389"/>
                <a:gd name="connsiteY73" fmla="*/ 88439 h 903022"/>
                <a:gd name="connsiteX74" fmla="*/ 379052 w 551389"/>
                <a:gd name="connsiteY74" fmla="*/ 93653 h 903022"/>
                <a:gd name="connsiteX75" fmla="*/ 377234 w 551389"/>
                <a:gd name="connsiteY75" fmla="*/ 97690 h 903022"/>
                <a:gd name="connsiteX76" fmla="*/ 377234 w 551389"/>
                <a:gd name="connsiteY76" fmla="*/ 102332 h 903022"/>
                <a:gd name="connsiteX77" fmla="*/ 376494 w 551389"/>
                <a:gd name="connsiteY77" fmla="*/ 105965 h 903022"/>
                <a:gd name="connsiteX78" fmla="*/ 378109 w 551389"/>
                <a:gd name="connsiteY78" fmla="*/ 109295 h 903022"/>
                <a:gd name="connsiteX79" fmla="*/ 378681 w 551389"/>
                <a:gd name="connsiteY79" fmla="*/ 111751 h 903022"/>
                <a:gd name="connsiteX80" fmla="*/ 374475 w 551389"/>
                <a:gd name="connsiteY80" fmla="*/ 112491 h 903022"/>
                <a:gd name="connsiteX81" fmla="*/ 370840 w 551389"/>
                <a:gd name="connsiteY81" fmla="*/ 113366 h 903022"/>
                <a:gd name="connsiteX82" fmla="*/ 368383 w 551389"/>
                <a:gd name="connsiteY82" fmla="*/ 116124 h 903022"/>
                <a:gd name="connsiteX83" fmla="*/ 364748 w 551389"/>
                <a:gd name="connsiteY83" fmla="*/ 117436 h 903022"/>
                <a:gd name="connsiteX84" fmla="*/ 361854 w 551389"/>
                <a:gd name="connsiteY84" fmla="*/ 122650 h 903022"/>
                <a:gd name="connsiteX85" fmla="*/ 357647 w 551389"/>
                <a:gd name="connsiteY85" fmla="*/ 126283 h 903022"/>
                <a:gd name="connsiteX86" fmla="*/ 355628 w 551389"/>
                <a:gd name="connsiteY86" fmla="*/ 127292 h 903022"/>
                <a:gd name="connsiteX87" fmla="*/ 351556 w 551389"/>
                <a:gd name="connsiteY87" fmla="*/ 129311 h 903022"/>
                <a:gd name="connsiteX88" fmla="*/ 346777 w 551389"/>
                <a:gd name="connsiteY88" fmla="*/ 129311 h 903022"/>
                <a:gd name="connsiteX89" fmla="*/ 345195 w 551389"/>
                <a:gd name="connsiteY89" fmla="*/ 132776 h 903022"/>
                <a:gd name="connsiteX90" fmla="*/ 342435 w 551389"/>
                <a:gd name="connsiteY90" fmla="*/ 135669 h 903022"/>
                <a:gd name="connsiteX91" fmla="*/ 343075 w 551389"/>
                <a:gd name="connsiteY91" fmla="*/ 140176 h 903022"/>
                <a:gd name="connsiteX92" fmla="*/ 338935 w 551389"/>
                <a:gd name="connsiteY92" fmla="*/ 144516 h 903022"/>
                <a:gd name="connsiteX93" fmla="*/ 338935 w 551389"/>
                <a:gd name="connsiteY93" fmla="*/ 147543 h 903022"/>
                <a:gd name="connsiteX94" fmla="*/ 338935 w 551389"/>
                <a:gd name="connsiteY94" fmla="*/ 149360 h 903022"/>
                <a:gd name="connsiteX95" fmla="*/ 338935 w 551389"/>
                <a:gd name="connsiteY95" fmla="*/ 154574 h 903022"/>
                <a:gd name="connsiteX96" fmla="*/ 337926 w 551389"/>
                <a:gd name="connsiteY96" fmla="*/ 160528 h 903022"/>
                <a:gd name="connsiteX97" fmla="*/ 339810 w 551389"/>
                <a:gd name="connsiteY97" fmla="*/ 163859 h 903022"/>
                <a:gd name="connsiteX98" fmla="*/ 342873 w 551389"/>
                <a:gd name="connsiteY98" fmla="*/ 166617 h 903022"/>
                <a:gd name="connsiteX99" fmla="*/ 345633 w 551389"/>
                <a:gd name="connsiteY99" fmla="*/ 166617 h 903022"/>
                <a:gd name="connsiteX100" fmla="*/ 349537 w 551389"/>
                <a:gd name="connsiteY100" fmla="*/ 170385 h 903022"/>
                <a:gd name="connsiteX101" fmla="*/ 351287 w 551389"/>
                <a:gd name="connsiteY101" fmla="*/ 173850 h 903022"/>
                <a:gd name="connsiteX102" fmla="*/ 351590 w 551389"/>
                <a:gd name="connsiteY102" fmla="*/ 176877 h 903022"/>
                <a:gd name="connsiteX103" fmla="*/ 351455 w 551389"/>
                <a:gd name="connsiteY103" fmla="*/ 179770 h 903022"/>
                <a:gd name="connsiteX104" fmla="*/ 350142 w 551389"/>
                <a:gd name="connsiteY104" fmla="*/ 182226 h 903022"/>
                <a:gd name="connsiteX105" fmla="*/ 348392 w 551389"/>
                <a:gd name="connsiteY105" fmla="*/ 185994 h 903022"/>
                <a:gd name="connsiteX106" fmla="*/ 347517 w 551389"/>
                <a:gd name="connsiteY106" fmla="*/ 188449 h 903022"/>
                <a:gd name="connsiteX107" fmla="*/ 346642 w 551389"/>
                <a:gd name="connsiteY107" fmla="*/ 190636 h 903022"/>
                <a:gd name="connsiteX108" fmla="*/ 344051 w 551389"/>
                <a:gd name="connsiteY108" fmla="*/ 190636 h 903022"/>
                <a:gd name="connsiteX109" fmla="*/ 339137 w 551389"/>
                <a:gd name="connsiteY109" fmla="*/ 190737 h 903022"/>
                <a:gd name="connsiteX110" fmla="*/ 337993 w 551389"/>
                <a:gd name="connsiteY110" fmla="*/ 189189 h 903022"/>
                <a:gd name="connsiteX111" fmla="*/ 337118 w 551389"/>
                <a:gd name="connsiteY111" fmla="*/ 184715 h 903022"/>
                <a:gd name="connsiteX112" fmla="*/ 333921 w 551389"/>
                <a:gd name="connsiteY112" fmla="*/ 182394 h 903022"/>
                <a:gd name="connsiteX113" fmla="*/ 332777 w 551389"/>
                <a:gd name="connsiteY113" fmla="*/ 178761 h 903022"/>
                <a:gd name="connsiteX114" fmla="*/ 331262 w 551389"/>
                <a:gd name="connsiteY114" fmla="*/ 178324 h 903022"/>
                <a:gd name="connsiteX115" fmla="*/ 328570 w 551389"/>
                <a:gd name="connsiteY115" fmla="*/ 178626 h 903022"/>
                <a:gd name="connsiteX116" fmla="*/ 328570 w 551389"/>
                <a:gd name="connsiteY116" fmla="*/ 180645 h 903022"/>
                <a:gd name="connsiteX117" fmla="*/ 326820 w 551389"/>
                <a:gd name="connsiteY117" fmla="*/ 183841 h 903022"/>
                <a:gd name="connsiteX118" fmla="*/ 326820 w 551389"/>
                <a:gd name="connsiteY118" fmla="*/ 185859 h 903022"/>
                <a:gd name="connsiteX119" fmla="*/ 326820 w 551389"/>
                <a:gd name="connsiteY119" fmla="*/ 187608 h 903022"/>
                <a:gd name="connsiteX120" fmla="*/ 325070 w 551389"/>
                <a:gd name="connsiteY120" fmla="*/ 190232 h 903022"/>
                <a:gd name="connsiteX121" fmla="*/ 325070 w 551389"/>
                <a:gd name="connsiteY121" fmla="*/ 192856 h 903022"/>
                <a:gd name="connsiteX122" fmla="*/ 325070 w 551389"/>
                <a:gd name="connsiteY122" fmla="*/ 198070 h 903022"/>
                <a:gd name="connsiteX123" fmla="*/ 325507 w 551389"/>
                <a:gd name="connsiteY123" fmla="*/ 200391 h 903022"/>
                <a:gd name="connsiteX124" fmla="*/ 325070 w 551389"/>
                <a:gd name="connsiteY124" fmla="*/ 203284 h 903022"/>
                <a:gd name="connsiteX125" fmla="*/ 325070 w 551389"/>
                <a:gd name="connsiteY125" fmla="*/ 206749 h 903022"/>
                <a:gd name="connsiteX126" fmla="*/ 325070 w 551389"/>
                <a:gd name="connsiteY126" fmla="*/ 209373 h 903022"/>
                <a:gd name="connsiteX127" fmla="*/ 326820 w 551389"/>
                <a:gd name="connsiteY127" fmla="*/ 211997 h 903022"/>
                <a:gd name="connsiteX128" fmla="*/ 328839 w 551389"/>
                <a:gd name="connsiteY128" fmla="*/ 212872 h 903022"/>
                <a:gd name="connsiteX129" fmla="*/ 331027 w 551389"/>
                <a:gd name="connsiteY129" fmla="*/ 214890 h 903022"/>
                <a:gd name="connsiteX130" fmla="*/ 331464 w 551389"/>
                <a:gd name="connsiteY130" fmla="*/ 217211 h 903022"/>
                <a:gd name="connsiteX131" fmla="*/ 330724 w 551389"/>
                <a:gd name="connsiteY131" fmla="*/ 219667 h 903022"/>
                <a:gd name="connsiteX132" fmla="*/ 327695 w 551389"/>
                <a:gd name="connsiteY132" fmla="*/ 219667 h 903022"/>
                <a:gd name="connsiteX133" fmla="*/ 325070 w 551389"/>
                <a:gd name="connsiteY133" fmla="*/ 220811 h 903022"/>
                <a:gd name="connsiteX134" fmla="*/ 321031 w 551389"/>
                <a:gd name="connsiteY134" fmla="*/ 220811 h 903022"/>
                <a:gd name="connsiteX135" fmla="*/ 313358 w 551389"/>
                <a:gd name="connsiteY135" fmla="*/ 221517 h 903022"/>
                <a:gd name="connsiteX136" fmla="*/ 302050 w 551389"/>
                <a:gd name="connsiteY136" fmla="*/ 218254 h 903022"/>
                <a:gd name="connsiteX137" fmla="*/ 297910 w 551389"/>
                <a:gd name="connsiteY137" fmla="*/ 219330 h 903022"/>
                <a:gd name="connsiteX138" fmla="*/ 292896 w 551389"/>
                <a:gd name="connsiteY138" fmla="*/ 223233 h 903022"/>
                <a:gd name="connsiteX139" fmla="*/ 285929 w 551389"/>
                <a:gd name="connsiteY139" fmla="*/ 223233 h 903022"/>
                <a:gd name="connsiteX140" fmla="*/ 282564 w 551389"/>
                <a:gd name="connsiteY140" fmla="*/ 220912 h 903022"/>
                <a:gd name="connsiteX141" fmla="*/ 279400 w 551389"/>
                <a:gd name="connsiteY141" fmla="*/ 218018 h 903022"/>
                <a:gd name="connsiteX142" fmla="*/ 275497 w 551389"/>
                <a:gd name="connsiteY142" fmla="*/ 218018 h 903022"/>
                <a:gd name="connsiteX143" fmla="*/ 271929 w 551389"/>
                <a:gd name="connsiteY143" fmla="*/ 218355 h 903022"/>
                <a:gd name="connsiteX144" fmla="*/ 270617 w 551389"/>
                <a:gd name="connsiteY144" fmla="*/ 221282 h 903022"/>
                <a:gd name="connsiteX145" fmla="*/ 264188 w 551389"/>
                <a:gd name="connsiteY145" fmla="*/ 219667 h 903022"/>
                <a:gd name="connsiteX146" fmla="*/ 261462 w 551389"/>
                <a:gd name="connsiteY146" fmla="*/ 215866 h 903022"/>
                <a:gd name="connsiteX147" fmla="*/ 258434 w 551389"/>
                <a:gd name="connsiteY147" fmla="*/ 208364 h 903022"/>
                <a:gd name="connsiteX148" fmla="*/ 255842 w 551389"/>
                <a:gd name="connsiteY148" fmla="*/ 203150 h 903022"/>
                <a:gd name="connsiteX149" fmla="*/ 252140 w 551389"/>
                <a:gd name="connsiteY149" fmla="*/ 201199 h 903022"/>
                <a:gd name="connsiteX150" fmla="*/ 251602 w 551389"/>
                <a:gd name="connsiteY150" fmla="*/ 198171 h 903022"/>
                <a:gd name="connsiteX151" fmla="*/ 247159 w 551389"/>
                <a:gd name="connsiteY151" fmla="*/ 199147 h 903022"/>
                <a:gd name="connsiteX152" fmla="*/ 240731 w 551389"/>
                <a:gd name="connsiteY152" fmla="*/ 198171 h 903022"/>
                <a:gd name="connsiteX153" fmla="*/ 234303 w 551389"/>
                <a:gd name="connsiteY153" fmla="*/ 196422 h 903022"/>
                <a:gd name="connsiteX154" fmla="*/ 228414 w 551389"/>
                <a:gd name="connsiteY154" fmla="*/ 194235 h 903022"/>
                <a:gd name="connsiteX155" fmla="*/ 224274 w 551389"/>
                <a:gd name="connsiteY155" fmla="*/ 195312 h 903022"/>
                <a:gd name="connsiteX156" fmla="*/ 223298 w 551389"/>
                <a:gd name="connsiteY156" fmla="*/ 199214 h 903022"/>
                <a:gd name="connsiteX157" fmla="*/ 223298 w 551389"/>
                <a:gd name="connsiteY157" fmla="*/ 201602 h 903022"/>
                <a:gd name="connsiteX158" fmla="*/ 222322 w 551389"/>
                <a:gd name="connsiteY158" fmla="*/ 203890 h 903022"/>
                <a:gd name="connsiteX159" fmla="*/ 220034 w 551389"/>
                <a:gd name="connsiteY159" fmla="*/ 205303 h 903022"/>
                <a:gd name="connsiteX160" fmla="*/ 216029 w 551389"/>
                <a:gd name="connsiteY160" fmla="*/ 206076 h 903022"/>
                <a:gd name="connsiteX161" fmla="*/ 213101 w 551389"/>
                <a:gd name="connsiteY161" fmla="*/ 208465 h 903022"/>
                <a:gd name="connsiteX162" fmla="*/ 208086 w 551389"/>
                <a:gd name="connsiteY162" fmla="*/ 211089 h 903022"/>
                <a:gd name="connsiteX163" fmla="*/ 206471 w 551389"/>
                <a:gd name="connsiteY163" fmla="*/ 213275 h 903022"/>
                <a:gd name="connsiteX164" fmla="*/ 201692 w 551389"/>
                <a:gd name="connsiteY164" fmla="*/ 213713 h 903022"/>
                <a:gd name="connsiteX165" fmla="*/ 199841 w 551389"/>
                <a:gd name="connsiteY165" fmla="*/ 218489 h 903022"/>
                <a:gd name="connsiteX166" fmla="*/ 197351 w 551389"/>
                <a:gd name="connsiteY166" fmla="*/ 223804 h 903022"/>
                <a:gd name="connsiteX167" fmla="*/ 193346 w 551389"/>
                <a:gd name="connsiteY167" fmla="*/ 228480 h 903022"/>
                <a:gd name="connsiteX168" fmla="*/ 193346 w 551389"/>
                <a:gd name="connsiteY168" fmla="*/ 231844 h 903022"/>
                <a:gd name="connsiteX169" fmla="*/ 195668 w 551389"/>
                <a:gd name="connsiteY169" fmla="*/ 234704 h 903022"/>
                <a:gd name="connsiteX170" fmla="*/ 194658 w 551389"/>
                <a:gd name="connsiteY170" fmla="*/ 238337 h 903022"/>
                <a:gd name="connsiteX171" fmla="*/ 190451 w 551389"/>
                <a:gd name="connsiteY171" fmla="*/ 242676 h 903022"/>
                <a:gd name="connsiteX172" fmla="*/ 187254 w 551389"/>
                <a:gd name="connsiteY172" fmla="*/ 246747 h 903022"/>
                <a:gd name="connsiteX173" fmla="*/ 186379 w 551389"/>
                <a:gd name="connsiteY173" fmla="*/ 249943 h 903022"/>
                <a:gd name="connsiteX174" fmla="*/ 188331 w 551389"/>
                <a:gd name="connsiteY174" fmla="*/ 251322 h 903022"/>
                <a:gd name="connsiteX175" fmla="*/ 188634 w 551389"/>
                <a:gd name="connsiteY175" fmla="*/ 252566 h 903022"/>
                <a:gd name="connsiteX176" fmla="*/ 187187 w 551389"/>
                <a:gd name="connsiteY176" fmla="*/ 255257 h 903022"/>
                <a:gd name="connsiteX177" fmla="*/ 184494 w 551389"/>
                <a:gd name="connsiteY177" fmla="*/ 256637 h 903022"/>
                <a:gd name="connsiteX178" fmla="*/ 185369 w 551389"/>
                <a:gd name="connsiteY178" fmla="*/ 259833 h 903022"/>
                <a:gd name="connsiteX179" fmla="*/ 188567 w 551389"/>
                <a:gd name="connsiteY179" fmla="*/ 259833 h 903022"/>
                <a:gd name="connsiteX180" fmla="*/ 188769 w 551389"/>
                <a:gd name="connsiteY180" fmla="*/ 261716 h 903022"/>
                <a:gd name="connsiteX181" fmla="*/ 187826 w 551389"/>
                <a:gd name="connsiteY181" fmla="*/ 264105 h 903022"/>
                <a:gd name="connsiteX182" fmla="*/ 186749 w 551389"/>
                <a:gd name="connsiteY182" fmla="*/ 265989 h 903022"/>
                <a:gd name="connsiteX183" fmla="*/ 186615 w 551389"/>
                <a:gd name="connsiteY183" fmla="*/ 267872 h 903022"/>
                <a:gd name="connsiteX184" fmla="*/ 187860 w 551389"/>
                <a:gd name="connsiteY184" fmla="*/ 270261 h 903022"/>
                <a:gd name="connsiteX185" fmla="*/ 189610 w 551389"/>
                <a:gd name="connsiteY185" fmla="*/ 271203 h 903022"/>
                <a:gd name="connsiteX186" fmla="*/ 191798 w 551389"/>
                <a:gd name="connsiteY186" fmla="*/ 272447 h 903022"/>
                <a:gd name="connsiteX187" fmla="*/ 194322 w 551389"/>
                <a:gd name="connsiteY187" fmla="*/ 274634 h 903022"/>
                <a:gd name="connsiteX188" fmla="*/ 195398 w 551389"/>
                <a:gd name="connsiteY188" fmla="*/ 275576 h 903022"/>
                <a:gd name="connsiteX189" fmla="*/ 195701 w 551389"/>
                <a:gd name="connsiteY189" fmla="*/ 276821 h 903022"/>
                <a:gd name="connsiteX190" fmla="*/ 195500 w 551389"/>
                <a:gd name="connsiteY190" fmla="*/ 278032 h 903022"/>
                <a:gd name="connsiteX191" fmla="*/ 193749 w 551389"/>
                <a:gd name="connsiteY191" fmla="*/ 279478 h 903022"/>
                <a:gd name="connsiteX192" fmla="*/ 191798 w 551389"/>
                <a:gd name="connsiteY192" fmla="*/ 281867 h 903022"/>
                <a:gd name="connsiteX193" fmla="*/ 190889 w 551389"/>
                <a:gd name="connsiteY193" fmla="*/ 285937 h 903022"/>
                <a:gd name="connsiteX194" fmla="*/ 191225 w 551389"/>
                <a:gd name="connsiteY194" fmla="*/ 289637 h 903022"/>
                <a:gd name="connsiteX195" fmla="*/ 191225 w 551389"/>
                <a:gd name="connsiteY195" fmla="*/ 292026 h 903022"/>
                <a:gd name="connsiteX196" fmla="*/ 190519 w 551389"/>
                <a:gd name="connsiteY196" fmla="*/ 295659 h 903022"/>
                <a:gd name="connsiteX197" fmla="*/ 190081 w 551389"/>
                <a:gd name="connsiteY197" fmla="*/ 298283 h 903022"/>
                <a:gd name="connsiteX198" fmla="*/ 189274 w 551389"/>
                <a:gd name="connsiteY198" fmla="*/ 300167 h 903022"/>
                <a:gd name="connsiteX199" fmla="*/ 189644 w 551389"/>
                <a:gd name="connsiteY199" fmla="*/ 303127 h 903022"/>
                <a:gd name="connsiteX200" fmla="*/ 190586 w 551389"/>
                <a:gd name="connsiteY200" fmla="*/ 304640 h 903022"/>
                <a:gd name="connsiteX201" fmla="*/ 192908 w 551389"/>
                <a:gd name="connsiteY201" fmla="*/ 306020 h 903022"/>
                <a:gd name="connsiteX202" fmla="*/ 197115 w 551389"/>
                <a:gd name="connsiteY202" fmla="*/ 306659 h 903022"/>
                <a:gd name="connsiteX203" fmla="*/ 201255 w 551389"/>
                <a:gd name="connsiteY203" fmla="*/ 305751 h 903022"/>
                <a:gd name="connsiteX204" fmla="*/ 202500 w 551389"/>
                <a:gd name="connsiteY204" fmla="*/ 305044 h 903022"/>
                <a:gd name="connsiteX205" fmla="*/ 206033 w 551389"/>
                <a:gd name="connsiteY205" fmla="*/ 305044 h 903022"/>
                <a:gd name="connsiteX206" fmla="*/ 206942 w 551389"/>
                <a:gd name="connsiteY206" fmla="*/ 308610 h 903022"/>
                <a:gd name="connsiteX207" fmla="*/ 207413 w 551389"/>
                <a:gd name="connsiteY207" fmla="*/ 308745 h 903022"/>
                <a:gd name="connsiteX208" fmla="*/ 209803 w 551389"/>
                <a:gd name="connsiteY208" fmla="*/ 309686 h 903022"/>
                <a:gd name="connsiteX209" fmla="*/ 210240 w 551389"/>
                <a:gd name="connsiteY209" fmla="*/ 312580 h 903022"/>
                <a:gd name="connsiteX210" fmla="*/ 210543 w 551389"/>
                <a:gd name="connsiteY210" fmla="*/ 316650 h 903022"/>
                <a:gd name="connsiteX211" fmla="*/ 214312 w 551389"/>
                <a:gd name="connsiteY211" fmla="*/ 317659 h 903022"/>
                <a:gd name="connsiteX212" fmla="*/ 219091 w 551389"/>
                <a:gd name="connsiteY212" fmla="*/ 316078 h 903022"/>
                <a:gd name="connsiteX213" fmla="*/ 220236 w 551389"/>
                <a:gd name="connsiteY213" fmla="*/ 313689 h 903022"/>
                <a:gd name="connsiteX214" fmla="*/ 221683 w 551389"/>
                <a:gd name="connsiteY214" fmla="*/ 311806 h 903022"/>
                <a:gd name="connsiteX215" fmla="*/ 222322 w 551389"/>
                <a:gd name="connsiteY215" fmla="*/ 311234 h 903022"/>
                <a:gd name="connsiteX216" fmla="*/ 226731 w 551389"/>
                <a:gd name="connsiteY216" fmla="*/ 314262 h 903022"/>
                <a:gd name="connsiteX217" fmla="*/ 227875 w 551389"/>
                <a:gd name="connsiteY217" fmla="*/ 315708 h 903022"/>
                <a:gd name="connsiteX218" fmla="*/ 229827 w 551389"/>
                <a:gd name="connsiteY218" fmla="*/ 315910 h 903022"/>
                <a:gd name="connsiteX219" fmla="*/ 231274 w 551389"/>
                <a:gd name="connsiteY219" fmla="*/ 315338 h 903022"/>
                <a:gd name="connsiteX220" fmla="*/ 232351 w 551389"/>
                <a:gd name="connsiteY220" fmla="*/ 314530 h 903022"/>
                <a:gd name="connsiteX221" fmla="*/ 236928 w 551389"/>
                <a:gd name="connsiteY221" fmla="*/ 315775 h 903022"/>
                <a:gd name="connsiteX222" fmla="*/ 241068 w 551389"/>
                <a:gd name="connsiteY222" fmla="*/ 317659 h 903022"/>
                <a:gd name="connsiteX223" fmla="*/ 243525 w 551389"/>
                <a:gd name="connsiteY223" fmla="*/ 319745 h 903022"/>
                <a:gd name="connsiteX224" fmla="*/ 245847 w 551389"/>
                <a:gd name="connsiteY224" fmla="*/ 323008 h 903022"/>
                <a:gd name="connsiteX225" fmla="*/ 247159 w 551389"/>
                <a:gd name="connsiteY225" fmla="*/ 325598 h 903022"/>
                <a:gd name="connsiteX226" fmla="*/ 248977 w 551389"/>
                <a:gd name="connsiteY226" fmla="*/ 329736 h 903022"/>
                <a:gd name="connsiteX227" fmla="*/ 248034 w 551389"/>
                <a:gd name="connsiteY227" fmla="*/ 333436 h 903022"/>
                <a:gd name="connsiteX228" fmla="*/ 251232 w 551389"/>
                <a:gd name="connsiteY228" fmla="*/ 337641 h 903022"/>
                <a:gd name="connsiteX229" fmla="*/ 253385 w 551389"/>
                <a:gd name="connsiteY229" fmla="*/ 336329 h 903022"/>
                <a:gd name="connsiteX230" fmla="*/ 254261 w 551389"/>
                <a:gd name="connsiteY230" fmla="*/ 335320 h 903022"/>
                <a:gd name="connsiteX231" fmla="*/ 256852 w 551389"/>
                <a:gd name="connsiteY231" fmla="*/ 338347 h 903022"/>
                <a:gd name="connsiteX232" fmla="*/ 261496 w 551389"/>
                <a:gd name="connsiteY232" fmla="*/ 342687 h 903022"/>
                <a:gd name="connsiteX233" fmla="*/ 263818 w 551389"/>
                <a:gd name="connsiteY233" fmla="*/ 345008 h 903022"/>
                <a:gd name="connsiteX234" fmla="*/ 266107 w 551389"/>
                <a:gd name="connsiteY234" fmla="*/ 348338 h 903022"/>
                <a:gd name="connsiteX235" fmla="*/ 268025 w 551389"/>
                <a:gd name="connsiteY235" fmla="*/ 347968 h 903022"/>
                <a:gd name="connsiteX236" fmla="*/ 269001 w 551389"/>
                <a:gd name="connsiteY236" fmla="*/ 345513 h 903022"/>
                <a:gd name="connsiteX237" fmla="*/ 269977 w 551389"/>
                <a:gd name="connsiteY237" fmla="*/ 344537 h 903022"/>
                <a:gd name="connsiteX238" fmla="*/ 271391 w 551389"/>
                <a:gd name="connsiteY238" fmla="*/ 342855 h 903022"/>
                <a:gd name="connsiteX239" fmla="*/ 273713 w 551389"/>
                <a:gd name="connsiteY239" fmla="*/ 342788 h 903022"/>
                <a:gd name="connsiteX240" fmla="*/ 276271 w 551389"/>
                <a:gd name="connsiteY240" fmla="*/ 343696 h 903022"/>
                <a:gd name="connsiteX241" fmla="*/ 278458 w 551389"/>
                <a:gd name="connsiteY241" fmla="*/ 345647 h 903022"/>
                <a:gd name="connsiteX242" fmla="*/ 279804 w 551389"/>
                <a:gd name="connsiteY242" fmla="*/ 347262 h 903022"/>
                <a:gd name="connsiteX243" fmla="*/ 281992 w 551389"/>
                <a:gd name="connsiteY243" fmla="*/ 349617 h 903022"/>
                <a:gd name="connsiteX244" fmla="*/ 284213 w 551389"/>
                <a:gd name="connsiteY244" fmla="*/ 351803 h 903022"/>
                <a:gd name="connsiteX245" fmla="*/ 286401 w 551389"/>
                <a:gd name="connsiteY245" fmla="*/ 353721 h 903022"/>
                <a:gd name="connsiteX246" fmla="*/ 291146 w 551389"/>
                <a:gd name="connsiteY246" fmla="*/ 356715 h 903022"/>
                <a:gd name="connsiteX247" fmla="*/ 292997 w 551389"/>
                <a:gd name="connsiteY247" fmla="*/ 360112 h 903022"/>
                <a:gd name="connsiteX248" fmla="*/ 295756 w 551389"/>
                <a:gd name="connsiteY248" fmla="*/ 361189 h 903022"/>
                <a:gd name="connsiteX249" fmla="*/ 298954 w 551389"/>
                <a:gd name="connsiteY249" fmla="*/ 360752 h 903022"/>
                <a:gd name="connsiteX250" fmla="*/ 301074 w 551389"/>
                <a:gd name="connsiteY250" fmla="*/ 360179 h 903022"/>
                <a:gd name="connsiteX251" fmla="*/ 306593 w 551389"/>
                <a:gd name="connsiteY251" fmla="*/ 360886 h 903022"/>
                <a:gd name="connsiteX252" fmla="*/ 309791 w 551389"/>
                <a:gd name="connsiteY252" fmla="*/ 361828 h 903022"/>
                <a:gd name="connsiteX253" fmla="*/ 312247 w 551389"/>
                <a:gd name="connsiteY253" fmla="*/ 363779 h 903022"/>
                <a:gd name="connsiteX254" fmla="*/ 315512 w 551389"/>
                <a:gd name="connsiteY254" fmla="*/ 366907 h 903022"/>
                <a:gd name="connsiteX255" fmla="*/ 316050 w 551389"/>
                <a:gd name="connsiteY255" fmla="*/ 367984 h 903022"/>
                <a:gd name="connsiteX256" fmla="*/ 316522 w 551389"/>
                <a:gd name="connsiteY256" fmla="*/ 371449 h 903022"/>
                <a:gd name="connsiteX257" fmla="*/ 316522 w 551389"/>
                <a:gd name="connsiteY257" fmla="*/ 373703 h 903022"/>
                <a:gd name="connsiteX258" fmla="*/ 316387 w 551389"/>
                <a:gd name="connsiteY258" fmla="*/ 375587 h 903022"/>
                <a:gd name="connsiteX259" fmla="*/ 315815 w 551389"/>
                <a:gd name="connsiteY259" fmla="*/ 377033 h 903022"/>
                <a:gd name="connsiteX260" fmla="*/ 314502 w 551389"/>
                <a:gd name="connsiteY260" fmla="*/ 378849 h 903022"/>
                <a:gd name="connsiteX261" fmla="*/ 312617 w 551389"/>
                <a:gd name="connsiteY261" fmla="*/ 379489 h 903022"/>
                <a:gd name="connsiteX262" fmla="*/ 311238 w 551389"/>
                <a:gd name="connsiteY262" fmla="*/ 381137 h 903022"/>
                <a:gd name="connsiteX263" fmla="*/ 310598 w 551389"/>
                <a:gd name="connsiteY263" fmla="*/ 382584 h 903022"/>
                <a:gd name="connsiteX264" fmla="*/ 310228 w 551389"/>
                <a:gd name="connsiteY264" fmla="*/ 384770 h 903022"/>
                <a:gd name="connsiteX265" fmla="*/ 311810 w 551389"/>
                <a:gd name="connsiteY265" fmla="*/ 386957 h 903022"/>
                <a:gd name="connsiteX266" fmla="*/ 313324 w 551389"/>
                <a:gd name="connsiteY266" fmla="*/ 388605 h 903022"/>
                <a:gd name="connsiteX267" fmla="*/ 314670 w 551389"/>
                <a:gd name="connsiteY267" fmla="*/ 395097 h 903022"/>
                <a:gd name="connsiteX268" fmla="*/ 314872 w 551389"/>
                <a:gd name="connsiteY268" fmla="*/ 398697 h 903022"/>
                <a:gd name="connsiteX269" fmla="*/ 314771 w 551389"/>
                <a:gd name="connsiteY269" fmla="*/ 402162 h 903022"/>
                <a:gd name="connsiteX270" fmla="*/ 317161 w 551389"/>
                <a:gd name="connsiteY270" fmla="*/ 405425 h 903022"/>
                <a:gd name="connsiteX271" fmla="*/ 317935 w 551389"/>
                <a:gd name="connsiteY271" fmla="*/ 407477 h 903022"/>
                <a:gd name="connsiteX272" fmla="*/ 318271 w 551389"/>
                <a:gd name="connsiteY272" fmla="*/ 410202 h 903022"/>
                <a:gd name="connsiteX273" fmla="*/ 317296 w 551389"/>
                <a:gd name="connsiteY273" fmla="*/ 412691 h 903022"/>
                <a:gd name="connsiteX274" fmla="*/ 315781 w 551389"/>
                <a:gd name="connsiteY274" fmla="*/ 415954 h 903022"/>
                <a:gd name="connsiteX275" fmla="*/ 314031 w 551389"/>
                <a:gd name="connsiteY275" fmla="*/ 416728 h 903022"/>
                <a:gd name="connsiteX276" fmla="*/ 311305 w 551389"/>
                <a:gd name="connsiteY276" fmla="*/ 416728 h 903022"/>
                <a:gd name="connsiteX277" fmla="*/ 306964 w 551389"/>
                <a:gd name="connsiteY277" fmla="*/ 416728 h 903022"/>
                <a:gd name="connsiteX278" fmla="*/ 303800 w 551389"/>
                <a:gd name="connsiteY278" fmla="*/ 417502 h 903022"/>
                <a:gd name="connsiteX279" fmla="*/ 301747 w 551389"/>
                <a:gd name="connsiteY279" fmla="*/ 418813 h 903022"/>
                <a:gd name="connsiteX280" fmla="*/ 300098 w 551389"/>
                <a:gd name="connsiteY280" fmla="*/ 419789 h 903022"/>
                <a:gd name="connsiteX281" fmla="*/ 298348 w 551389"/>
                <a:gd name="connsiteY281" fmla="*/ 421101 h 903022"/>
                <a:gd name="connsiteX282" fmla="*/ 297910 w 551389"/>
                <a:gd name="connsiteY282" fmla="*/ 423388 h 903022"/>
                <a:gd name="connsiteX283" fmla="*/ 297675 w 551389"/>
                <a:gd name="connsiteY283" fmla="*/ 426416 h 903022"/>
                <a:gd name="connsiteX284" fmla="*/ 297439 w 551389"/>
                <a:gd name="connsiteY284" fmla="*/ 430318 h 903022"/>
                <a:gd name="connsiteX285" fmla="*/ 297338 w 551389"/>
                <a:gd name="connsiteY285" fmla="*/ 433346 h 903022"/>
                <a:gd name="connsiteX286" fmla="*/ 297540 w 551389"/>
                <a:gd name="connsiteY286" fmla="*/ 435398 h 903022"/>
                <a:gd name="connsiteX287" fmla="*/ 297877 w 551389"/>
                <a:gd name="connsiteY287" fmla="*/ 440275 h 903022"/>
                <a:gd name="connsiteX288" fmla="*/ 297641 w 551389"/>
                <a:gd name="connsiteY288" fmla="*/ 444413 h 903022"/>
                <a:gd name="connsiteX289" fmla="*/ 299055 w 551389"/>
                <a:gd name="connsiteY289" fmla="*/ 449156 h 903022"/>
                <a:gd name="connsiteX290" fmla="*/ 300199 w 551389"/>
                <a:gd name="connsiteY290" fmla="*/ 455077 h 903022"/>
                <a:gd name="connsiteX291" fmla="*/ 304978 w 551389"/>
                <a:gd name="connsiteY291" fmla="*/ 461031 h 903022"/>
                <a:gd name="connsiteX292" fmla="*/ 307300 w 551389"/>
                <a:gd name="connsiteY292" fmla="*/ 463352 h 903022"/>
                <a:gd name="connsiteX293" fmla="*/ 309319 w 551389"/>
                <a:gd name="connsiteY293" fmla="*/ 466817 h 903022"/>
                <a:gd name="connsiteX294" fmla="*/ 308175 w 551389"/>
                <a:gd name="connsiteY294" fmla="*/ 468398 h 903022"/>
                <a:gd name="connsiteX295" fmla="*/ 305113 w 551389"/>
                <a:gd name="connsiteY295" fmla="*/ 468398 h 903022"/>
                <a:gd name="connsiteX296" fmla="*/ 302353 w 551389"/>
                <a:gd name="connsiteY296" fmla="*/ 471594 h 903022"/>
                <a:gd name="connsiteX297" fmla="*/ 302487 w 551389"/>
                <a:gd name="connsiteY297" fmla="*/ 475059 h 903022"/>
                <a:gd name="connsiteX298" fmla="*/ 301040 w 551389"/>
                <a:gd name="connsiteY298" fmla="*/ 480139 h 903022"/>
                <a:gd name="connsiteX299" fmla="*/ 302218 w 551389"/>
                <a:gd name="connsiteY299" fmla="*/ 483771 h 903022"/>
                <a:gd name="connsiteX300" fmla="*/ 303531 w 551389"/>
                <a:gd name="connsiteY300" fmla="*/ 488851 h 903022"/>
                <a:gd name="connsiteX301" fmla="*/ 301209 w 551389"/>
                <a:gd name="connsiteY301" fmla="*/ 492181 h 903022"/>
                <a:gd name="connsiteX302" fmla="*/ 294242 w 551389"/>
                <a:gd name="connsiteY302" fmla="*/ 492181 h 903022"/>
                <a:gd name="connsiteX303" fmla="*/ 289901 w 551389"/>
                <a:gd name="connsiteY303" fmla="*/ 490163 h 903022"/>
                <a:gd name="connsiteX304" fmla="*/ 287141 w 551389"/>
                <a:gd name="connsiteY304" fmla="*/ 490735 h 903022"/>
                <a:gd name="connsiteX305" fmla="*/ 282497 w 551389"/>
                <a:gd name="connsiteY305" fmla="*/ 492383 h 903022"/>
                <a:gd name="connsiteX306" fmla="*/ 277280 w 551389"/>
                <a:gd name="connsiteY306" fmla="*/ 491610 h 903022"/>
                <a:gd name="connsiteX307" fmla="*/ 273645 w 551389"/>
                <a:gd name="connsiteY307" fmla="*/ 488279 h 903022"/>
                <a:gd name="connsiteX308" fmla="*/ 270179 w 551389"/>
                <a:gd name="connsiteY308" fmla="*/ 487842 h 903022"/>
                <a:gd name="connsiteX309" fmla="*/ 264390 w 551389"/>
                <a:gd name="connsiteY309" fmla="*/ 486530 h 903022"/>
                <a:gd name="connsiteX310" fmla="*/ 261059 w 551389"/>
                <a:gd name="connsiteY310" fmla="*/ 489558 h 903022"/>
                <a:gd name="connsiteX311" fmla="*/ 259477 w 551389"/>
                <a:gd name="connsiteY311" fmla="*/ 492350 h 903022"/>
                <a:gd name="connsiteX312" fmla="*/ 255270 w 551389"/>
                <a:gd name="connsiteY312" fmla="*/ 493897 h 903022"/>
                <a:gd name="connsiteX313" fmla="*/ 251366 w 551389"/>
                <a:gd name="connsiteY313" fmla="*/ 495916 h 903022"/>
                <a:gd name="connsiteX314" fmla="*/ 248909 w 551389"/>
                <a:gd name="connsiteY314" fmla="*/ 497934 h 903022"/>
                <a:gd name="connsiteX315" fmla="*/ 245578 w 551389"/>
                <a:gd name="connsiteY315" fmla="*/ 496050 h 903022"/>
                <a:gd name="connsiteX316" fmla="*/ 241236 w 551389"/>
                <a:gd name="connsiteY316" fmla="*/ 493157 h 903022"/>
                <a:gd name="connsiteX317" fmla="*/ 233260 w 551389"/>
                <a:gd name="connsiteY317" fmla="*/ 491845 h 903022"/>
                <a:gd name="connsiteX318" fmla="*/ 229053 w 551389"/>
                <a:gd name="connsiteY318" fmla="*/ 488515 h 903022"/>
                <a:gd name="connsiteX319" fmla="*/ 224409 w 551389"/>
                <a:gd name="connsiteY319" fmla="*/ 485184 h 903022"/>
                <a:gd name="connsiteX320" fmla="*/ 222221 w 551389"/>
                <a:gd name="connsiteY320" fmla="*/ 486496 h 903022"/>
                <a:gd name="connsiteX321" fmla="*/ 222356 w 551389"/>
                <a:gd name="connsiteY321" fmla="*/ 489961 h 903022"/>
                <a:gd name="connsiteX322" fmla="*/ 224106 w 551389"/>
                <a:gd name="connsiteY322" fmla="*/ 493594 h 903022"/>
                <a:gd name="connsiteX323" fmla="*/ 224409 w 551389"/>
                <a:gd name="connsiteY323" fmla="*/ 497934 h 903022"/>
                <a:gd name="connsiteX324" fmla="*/ 223837 w 551389"/>
                <a:gd name="connsiteY324" fmla="*/ 500255 h 903022"/>
                <a:gd name="connsiteX325" fmla="*/ 219765 w 551389"/>
                <a:gd name="connsiteY325" fmla="*/ 499111 h 903022"/>
                <a:gd name="connsiteX326" fmla="*/ 215692 w 551389"/>
                <a:gd name="connsiteY326" fmla="*/ 497362 h 903022"/>
                <a:gd name="connsiteX327" fmla="*/ 215558 w 551389"/>
                <a:gd name="connsiteY327" fmla="*/ 501701 h 903022"/>
                <a:gd name="connsiteX328" fmla="*/ 217308 w 551389"/>
                <a:gd name="connsiteY328" fmla="*/ 505906 h 903022"/>
                <a:gd name="connsiteX329" fmla="*/ 221817 w 551389"/>
                <a:gd name="connsiteY329" fmla="*/ 509809 h 903022"/>
                <a:gd name="connsiteX330" fmla="*/ 224409 w 551389"/>
                <a:gd name="connsiteY330" fmla="*/ 511255 h 903022"/>
                <a:gd name="connsiteX331" fmla="*/ 226563 w 551389"/>
                <a:gd name="connsiteY331" fmla="*/ 513442 h 903022"/>
                <a:gd name="connsiteX332" fmla="*/ 228313 w 551389"/>
                <a:gd name="connsiteY332" fmla="*/ 517209 h 903022"/>
                <a:gd name="connsiteX333" fmla="*/ 231342 w 551389"/>
                <a:gd name="connsiteY333" fmla="*/ 519665 h 903022"/>
                <a:gd name="connsiteX334" fmla="*/ 236558 w 551389"/>
                <a:gd name="connsiteY334" fmla="*/ 518084 h 903022"/>
                <a:gd name="connsiteX335" fmla="*/ 238005 w 551389"/>
                <a:gd name="connsiteY335" fmla="*/ 514619 h 903022"/>
                <a:gd name="connsiteX336" fmla="*/ 243053 w 551389"/>
                <a:gd name="connsiteY336" fmla="*/ 519699 h 903022"/>
                <a:gd name="connsiteX337" fmla="*/ 242784 w 551389"/>
                <a:gd name="connsiteY337" fmla="*/ 521583 h 903022"/>
                <a:gd name="connsiteX338" fmla="*/ 240597 w 551389"/>
                <a:gd name="connsiteY338" fmla="*/ 522592 h 903022"/>
                <a:gd name="connsiteX339" fmla="*/ 236525 w 551389"/>
                <a:gd name="connsiteY339" fmla="*/ 524778 h 903022"/>
                <a:gd name="connsiteX340" fmla="*/ 231443 w 551389"/>
                <a:gd name="connsiteY340" fmla="*/ 525788 h 903022"/>
                <a:gd name="connsiteX341" fmla="*/ 227101 w 551389"/>
                <a:gd name="connsiteY341" fmla="*/ 527234 h 903022"/>
                <a:gd name="connsiteX342" fmla="*/ 223029 w 551389"/>
                <a:gd name="connsiteY342" fmla="*/ 527234 h 903022"/>
                <a:gd name="connsiteX343" fmla="*/ 219832 w 551389"/>
                <a:gd name="connsiteY343" fmla="*/ 529555 h 903022"/>
                <a:gd name="connsiteX344" fmla="*/ 216130 w 551389"/>
                <a:gd name="connsiteY344" fmla="*/ 531136 h 903022"/>
                <a:gd name="connsiteX345" fmla="*/ 213740 w 551389"/>
                <a:gd name="connsiteY345" fmla="*/ 528815 h 903022"/>
                <a:gd name="connsiteX346" fmla="*/ 213740 w 551389"/>
                <a:gd name="connsiteY346" fmla="*/ 526629 h 903022"/>
                <a:gd name="connsiteX347" fmla="*/ 210409 w 551389"/>
                <a:gd name="connsiteY347" fmla="*/ 524610 h 903022"/>
                <a:gd name="connsiteX348" fmla="*/ 207380 w 551389"/>
                <a:gd name="connsiteY348" fmla="*/ 524913 h 903022"/>
                <a:gd name="connsiteX349" fmla="*/ 207110 w 551389"/>
                <a:gd name="connsiteY349" fmla="*/ 528681 h 903022"/>
                <a:gd name="connsiteX350" fmla="*/ 206235 w 551389"/>
                <a:gd name="connsiteY350" fmla="*/ 531708 h 903022"/>
                <a:gd name="connsiteX351" fmla="*/ 203038 w 551389"/>
                <a:gd name="connsiteY351" fmla="*/ 534466 h 903022"/>
                <a:gd name="connsiteX352" fmla="*/ 197519 w 551389"/>
                <a:gd name="connsiteY352" fmla="*/ 534466 h 903022"/>
                <a:gd name="connsiteX353" fmla="*/ 193480 w 551389"/>
                <a:gd name="connsiteY353" fmla="*/ 535207 h 903022"/>
                <a:gd name="connsiteX354" fmla="*/ 187692 w 551389"/>
                <a:gd name="connsiteY354" fmla="*/ 531573 h 903022"/>
                <a:gd name="connsiteX355" fmla="*/ 185067 w 551389"/>
                <a:gd name="connsiteY355" fmla="*/ 529118 h 903022"/>
                <a:gd name="connsiteX356" fmla="*/ 181432 w 551389"/>
                <a:gd name="connsiteY356" fmla="*/ 529824 h 903022"/>
                <a:gd name="connsiteX357" fmla="*/ 180422 w 551389"/>
                <a:gd name="connsiteY357" fmla="*/ 535173 h 903022"/>
                <a:gd name="connsiteX358" fmla="*/ 179413 w 551389"/>
                <a:gd name="connsiteY358" fmla="*/ 537931 h 903022"/>
                <a:gd name="connsiteX359" fmla="*/ 175509 w 551389"/>
                <a:gd name="connsiteY359" fmla="*/ 537057 h 903022"/>
                <a:gd name="connsiteX360" fmla="*/ 170158 w 551389"/>
                <a:gd name="connsiteY360" fmla="*/ 533424 h 903022"/>
                <a:gd name="connsiteX361" fmla="*/ 165951 w 551389"/>
                <a:gd name="connsiteY361" fmla="*/ 528344 h 903022"/>
                <a:gd name="connsiteX362" fmla="*/ 164066 w 551389"/>
                <a:gd name="connsiteY362" fmla="*/ 524005 h 903022"/>
                <a:gd name="connsiteX363" fmla="*/ 167398 w 551389"/>
                <a:gd name="connsiteY363" fmla="*/ 521549 h 903022"/>
                <a:gd name="connsiteX364" fmla="*/ 163494 w 551389"/>
                <a:gd name="connsiteY364" fmla="*/ 517916 h 903022"/>
                <a:gd name="connsiteX365" fmla="*/ 158143 w 551389"/>
                <a:gd name="connsiteY365" fmla="*/ 515292 h 903022"/>
                <a:gd name="connsiteX366" fmla="*/ 154374 w 551389"/>
                <a:gd name="connsiteY366" fmla="*/ 511087 h 903022"/>
                <a:gd name="connsiteX367" fmla="*/ 147272 w 551389"/>
                <a:gd name="connsiteY367" fmla="*/ 510650 h 903022"/>
                <a:gd name="connsiteX368" fmla="*/ 139868 w 551389"/>
                <a:gd name="connsiteY368" fmla="*/ 510952 h 903022"/>
                <a:gd name="connsiteX369" fmla="*/ 137277 w 551389"/>
                <a:gd name="connsiteY369" fmla="*/ 513139 h 903022"/>
                <a:gd name="connsiteX370" fmla="*/ 133508 w 551389"/>
                <a:gd name="connsiteY370" fmla="*/ 514451 h 903022"/>
                <a:gd name="connsiteX371" fmla="*/ 127551 w 551389"/>
                <a:gd name="connsiteY371" fmla="*/ 512130 h 903022"/>
                <a:gd name="connsiteX372" fmla="*/ 121628 w 551389"/>
                <a:gd name="connsiteY372" fmla="*/ 513576 h 903022"/>
                <a:gd name="connsiteX373" fmla="*/ 112339 w 551389"/>
                <a:gd name="connsiteY373" fmla="*/ 513711 h 903022"/>
                <a:gd name="connsiteX374" fmla="*/ 111262 w 551389"/>
                <a:gd name="connsiteY374" fmla="*/ 515897 h 903022"/>
                <a:gd name="connsiteX375" fmla="*/ 109445 w 551389"/>
                <a:gd name="connsiteY375" fmla="*/ 521246 h 903022"/>
                <a:gd name="connsiteX376" fmla="*/ 109445 w 551389"/>
                <a:gd name="connsiteY376" fmla="*/ 524879 h 903022"/>
                <a:gd name="connsiteX377" fmla="*/ 110185 w 551389"/>
                <a:gd name="connsiteY377" fmla="*/ 530531 h 903022"/>
                <a:gd name="connsiteX378" fmla="*/ 111498 w 551389"/>
                <a:gd name="connsiteY378" fmla="*/ 532549 h 903022"/>
                <a:gd name="connsiteX379" fmla="*/ 114695 w 551389"/>
                <a:gd name="connsiteY379" fmla="*/ 536619 h 903022"/>
                <a:gd name="connsiteX380" fmla="*/ 115873 w 551389"/>
                <a:gd name="connsiteY380" fmla="*/ 537931 h 903022"/>
                <a:gd name="connsiteX381" fmla="*/ 116445 w 551389"/>
                <a:gd name="connsiteY381" fmla="*/ 540555 h 903022"/>
                <a:gd name="connsiteX382" fmla="*/ 116580 w 551389"/>
                <a:gd name="connsiteY382" fmla="*/ 542136 h 903022"/>
                <a:gd name="connsiteX383" fmla="*/ 116142 w 551389"/>
                <a:gd name="connsiteY383" fmla="*/ 544895 h 903022"/>
                <a:gd name="connsiteX384" fmla="*/ 116007 w 551389"/>
                <a:gd name="connsiteY384" fmla="*/ 546476 h 903022"/>
                <a:gd name="connsiteX385" fmla="*/ 115132 w 551389"/>
                <a:gd name="connsiteY385" fmla="*/ 547620 h 903022"/>
                <a:gd name="connsiteX386" fmla="*/ 112676 w 551389"/>
                <a:gd name="connsiteY386" fmla="*/ 548360 h 903022"/>
                <a:gd name="connsiteX387" fmla="*/ 109478 w 551389"/>
                <a:gd name="connsiteY387" fmla="*/ 548360 h 903022"/>
                <a:gd name="connsiteX388" fmla="*/ 106887 w 551389"/>
                <a:gd name="connsiteY388" fmla="*/ 548360 h 903022"/>
                <a:gd name="connsiteX389" fmla="*/ 104430 w 551389"/>
                <a:gd name="connsiteY389" fmla="*/ 549806 h 903022"/>
                <a:gd name="connsiteX390" fmla="*/ 102983 w 551389"/>
                <a:gd name="connsiteY390" fmla="*/ 551387 h 903022"/>
                <a:gd name="connsiteX391" fmla="*/ 102243 w 551389"/>
                <a:gd name="connsiteY391" fmla="*/ 552262 h 903022"/>
                <a:gd name="connsiteX392" fmla="*/ 100661 w 551389"/>
                <a:gd name="connsiteY392" fmla="*/ 554718 h 903022"/>
                <a:gd name="connsiteX393" fmla="*/ 99920 w 551389"/>
                <a:gd name="connsiteY393" fmla="*/ 556467 h 903022"/>
                <a:gd name="connsiteX394" fmla="*/ 98036 w 551389"/>
                <a:gd name="connsiteY394" fmla="*/ 559225 h 903022"/>
                <a:gd name="connsiteX395" fmla="*/ 97296 w 551389"/>
                <a:gd name="connsiteY395" fmla="*/ 562421 h 903022"/>
                <a:gd name="connsiteX396" fmla="*/ 97296 w 551389"/>
                <a:gd name="connsiteY396" fmla="*/ 564877 h 903022"/>
                <a:gd name="connsiteX397" fmla="*/ 97296 w 551389"/>
                <a:gd name="connsiteY397" fmla="*/ 568342 h 903022"/>
                <a:gd name="connsiteX398" fmla="*/ 96420 w 551389"/>
                <a:gd name="connsiteY398" fmla="*/ 571235 h 903022"/>
                <a:gd name="connsiteX399" fmla="*/ 97161 w 551389"/>
                <a:gd name="connsiteY399" fmla="*/ 574430 h 903022"/>
                <a:gd name="connsiteX400" fmla="*/ 99483 w 551389"/>
                <a:gd name="connsiteY400" fmla="*/ 576617 h 903022"/>
                <a:gd name="connsiteX401" fmla="*/ 101671 w 551389"/>
                <a:gd name="connsiteY401" fmla="*/ 576617 h 903022"/>
                <a:gd name="connsiteX402" fmla="*/ 103690 w 551389"/>
                <a:gd name="connsiteY402" fmla="*/ 575305 h 903022"/>
                <a:gd name="connsiteX403" fmla="*/ 106887 w 551389"/>
                <a:gd name="connsiteY403" fmla="*/ 576684 h 903022"/>
                <a:gd name="connsiteX404" fmla="*/ 109781 w 551389"/>
                <a:gd name="connsiteY404" fmla="*/ 579073 h 903022"/>
                <a:gd name="connsiteX405" fmla="*/ 113551 w 551389"/>
                <a:gd name="connsiteY405" fmla="*/ 580822 h 903022"/>
                <a:gd name="connsiteX406" fmla="*/ 116310 w 551389"/>
                <a:gd name="connsiteY406" fmla="*/ 582403 h 903022"/>
                <a:gd name="connsiteX407" fmla="*/ 118330 w 551389"/>
                <a:gd name="connsiteY407" fmla="*/ 587045 h 903022"/>
                <a:gd name="connsiteX408" fmla="*/ 122099 w 551389"/>
                <a:gd name="connsiteY408" fmla="*/ 591822 h 903022"/>
                <a:gd name="connsiteX409" fmla="*/ 124286 w 551389"/>
                <a:gd name="connsiteY409" fmla="*/ 593269 h 903022"/>
                <a:gd name="connsiteX410" fmla="*/ 126036 w 551389"/>
                <a:gd name="connsiteY410" fmla="*/ 595186 h 903022"/>
                <a:gd name="connsiteX411" fmla="*/ 128964 w 551389"/>
                <a:gd name="connsiteY411" fmla="*/ 597675 h 903022"/>
                <a:gd name="connsiteX412" fmla="*/ 128729 w 551389"/>
                <a:gd name="connsiteY412" fmla="*/ 600703 h 903022"/>
                <a:gd name="connsiteX413" fmla="*/ 127753 w 551389"/>
                <a:gd name="connsiteY413" fmla="*/ 602822 h 903022"/>
                <a:gd name="connsiteX414" fmla="*/ 125565 w 551389"/>
                <a:gd name="connsiteY414" fmla="*/ 603966 h 903022"/>
                <a:gd name="connsiteX415" fmla="*/ 122536 w 551389"/>
                <a:gd name="connsiteY415" fmla="*/ 603966 h 903022"/>
                <a:gd name="connsiteX416" fmla="*/ 117320 w 551389"/>
                <a:gd name="connsiteY416" fmla="*/ 603966 h 903022"/>
                <a:gd name="connsiteX417" fmla="*/ 115368 w 551389"/>
                <a:gd name="connsiteY417" fmla="*/ 605043 h 903022"/>
                <a:gd name="connsiteX418" fmla="*/ 112103 w 551389"/>
                <a:gd name="connsiteY418" fmla="*/ 606556 h 903022"/>
                <a:gd name="connsiteX419" fmla="*/ 110690 w 551389"/>
                <a:gd name="connsiteY419" fmla="*/ 607633 h 903022"/>
                <a:gd name="connsiteX420" fmla="*/ 107762 w 551389"/>
                <a:gd name="connsiteY420" fmla="*/ 609247 h 903022"/>
                <a:gd name="connsiteX421" fmla="*/ 107762 w 551389"/>
                <a:gd name="connsiteY421" fmla="*/ 611737 h 903022"/>
                <a:gd name="connsiteX422" fmla="*/ 109613 w 551389"/>
                <a:gd name="connsiteY422" fmla="*/ 612376 h 903022"/>
                <a:gd name="connsiteX423" fmla="*/ 114055 w 551389"/>
                <a:gd name="connsiteY423" fmla="*/ 613452 h 903022"/>
                <a:gd name="connsiteX424" fmla="*/ 117656 w 551389"/>
                <a:gd name="connsiteY424" fmla="*/ 615067 h 903022"/>
                <a:gd name="connsiteX425" fmla="*/ 119507 w 551389"/>
                <a:gd name="connsiteY425" fmla="*/ 616480 h 903022"/>
                <a:gd name="connsiteX426" fmla="*/ 120820 w 551389"/>
                <a:gd name="connsiteY426" fmla="*/ 618969 h 903022"/>
                <a:gd name="connsiteX427" fmla="*/ 120181 w 551389"/>
                <a:gd name="connsiteY427" fmla="*/ 621257 h 903022"/>
                <a:gd name="connsiteX428" fmla="*/ 116277 w 551389"/>
                <a:gd name="connsiteY428" fmla="*/ 622031 h 903022"/>
                <a:gd name="connsiteX429" fmla="*/ 112373 w 551389"/>
                <a:gd name="connsiteY429" fmla="*/ 622031 h 903022"/>
                <a:gd name="connsiteX430" fmla="*/ 110522 w 551389"/>
                <a:gd name="connsiteY430" fmla="*/ 623443 h 903022"/>
                <a:gd name="connsiteX431" fmla="*/ 109108 w 551389"/>
                <a:gd name="connsiteY431" fmla="*/ 625394 h 903022"/>
                <a:gd name="connsiteX432" fmla="*/ 106079 w 551389"/>
                <a:gd name="connsiteY432" fmla="*/ 628994 h 903022"/>
                <a:gd name="connsiteX433" fmla="*/ 103791 w 551389"/>
                <a:gd name="connsiteY433" fmla="*/ 631618 h 903022"/>
                <a:gd name="connsiteX434" fmla="*/ 101300 w 551389"/>
                <a:gd name="connsiteY434" fmla="*/ 633670 h 903022"/>
                <a:gd name="connsiteX435" fmla="*/ 100863 w 551389"/>
                <a:gd name="connsiteY435" fmla="*/ 637706 h 903022"/>
                <a:gd name="connsiteX436" fmla="*/ 100863 w 551389"/>
                <a:gd name="connsiteY436" fmla="*/ 642921 h 903022"/>
                <a:gd name="connsiteX437" fmla="*/ 102815 w 551389"/>
                <a:gd name="connsiteY437" fmla="*/ 648909 h 903022"/>
                <a:gd name="connsiteX438" fmla="*/ 104868 w 551389"/>
                <a:gd name="connsiteY438" fmla="*/ 651734 h 903022"/>
                <a:gd name="connsiteX439" fmla="*/ 105945 w 551389"/>
                <a:gd name="connsiteY439" fmla="*/ 652609 h 903022"/>
                <a:gd name="connsiteX440" fmla="*/ 106820 w 551389"/>
                <a:gd name="connsiteY440" fmla="*/ 655098 h 903022"/>
                <a:gd name="connsiteX441" fmla="*/ 106046 w 551389"/>
                <a:gd name="connsiteY441" fmla="*/ 658899 h 903022"/>
                <a:gd name="connsiteX442" fmla="*/ 106046 w 551389"/>
                <a:gd name="connsiteY442" fmla="*/ 662163 h 903022"/>
                <a:gd name="connsiteX443" fmla="*/ 106921 w 551389"/>
                <a:gd name="connsiteY443" fmla="*/ 664988 h 903022"/>
                <a:gd name="connsiteX444" fmla="*/ 108772 w 551389"/>
                <a:gd name="connsiteY444" fmla="*/ 666300 h 903022"/>
                <a:gd name="connsiteX445" fmla="*/ 108435 w 551389"/>
                <a:gd name="connsiteY445" fmla="*/ 667713 h 903022"/>
                <a:gd name="connsiteX446" fmla="*/ 106382 w 551389"/>
                <a:gd name="connsiteY446" fmla="*/ 671952 h 903022"/>
                <a:gd name="connsiteX447" fmla="*/ 109310 w 551389"/>
                <a:gd name="connsiteY447" fmla="*/ 673465 h 903022"/>
                <a:gd name="connsiteX448" fmla="*/ 114089 w 551389"/>
                <a:gd name="connsiteY448" fmla="*/ 673028 h 903022"/>
                <a:gd name="connsiteX449" fmla="*/ 116378 w 551389"/>
                <a:gd name="connsiteY449" fmla="*/ 675316 h 903022"/>
                <a:gd name="connsiteX450" fmla="*/ 117017 w 551389"/>
                <a:gd name="connsiteY450" fmla="*/ 679655 h 903022"/>
                <a:gd name="connsiteX451" fmla="*/ 115806 w 551389"/>
                <a:gd name="connsiteY451" fmla="*/ 683995 h 903022"/>
                <a:gd name="connsiteX452" fmla="*/ 113854 w 551389"/>
                <a:gd name="connsiteY452" fmla="*/ 687258 h 903022"/>
                <a:gd name="connsiteX453" fmla="*/ 112204 w 551389"/>
                <a:gd name="connsiteY453" fmla="*/ 689444 h 903022"/>
                <a:gd name="connsiteX454" fmla="*/ 111430 w 551389"/>
                <a:gd name="connsiteY454" fmla="*/ 690083 h 903022"/>
                <a:gd name="connsiteX455" fmla="*/ 108839 w 551389"/>
                <a:gd name="connsiteY455" fmla="*/ 691160 h 903022"/>
                <a:gd name="connsiteX456" fmla="*/ 105474 w 551389"/>
                <a:gd name="connsiteY456" fmla="*/ 689848 h 903022"/>
                <a:gd name="connsiteX457" fmla="*/ 103421 w 551389"/>
                <a:gd name="connsiteY457" fmla="*/ 687460 h 903022"/>
                <a:gd name="connsiteX458" fmla="*/ 102546 w 551389"/>
                <a:gd name="connsiteY458" fmla="*/ 686686 h 903022"/>
                <a:gd name="connsiteX459" fmla="*/ 102007 w 551389"/>
                <a:gd name="connsiteY459" fmla="*/ 683759 h 903022"/>
                <a:gd name="connsiteX460" fmla="*/ 101805 w 551389"/>
                <a:gd name="connsiteY460" fmla="*/ 681270 h 903022"/>
                <a:gd name="connsiteX461" fmla="*/ 101570 w 551389"/>
                <a:gd name="connsiteY461" fmla="*/ 680193 h 903022"/>
                <a:gd name="connsiteX462" fmla="*/ 101031 w 551389"/>
                <a:gd name="connsiteY462" fmla="*/ 677704 h 903022"/>
                <a:gd name="connsiteX463" fmla="*/ 98843 w 551389"/>
                <a:gd name="connsiteY463" fmla="*/ 676729 h 903022"/>
                <a:gd name="connsiteX464" fmla="*/ 96993 w 551389"/>
                <a:gd name="connsiteY464" fmla="*/ 678141 h 903022"/>
                <a:gd name="connsiteX465" fmla="*/ 95243 w 551389"/>
                <a:gd name="connsiteY465" fmla="*/ 680193 h 903022"/>
                <a:gd name="connsiteX466" fmla="*/ 93627 w 551389"/>
                <a:gd name="connsiteY466" fmla="*/ 682044 h 903022"/>
                <a:gd name="connsiteX467" fmla="*/ 91137 w 551389"/>
                <a:gd name="connsiteY467" fmla="*/ 682683 h 903022"/>
                <a:gd name="connsiteX468" fmla="*/ 89050 w 551389"/>
                <a:gd name="connsiteY468" fmla="*/ 681808 h 903022"/>
                <a:gd name="connsiteX469" fmla="*/ 86122 w 551389"/>
                <a:gd name="connsiteY469" fmla="*/ 681169 h 903022"/>
                <a:gd name="connsiteX470" fmla="*/ 83632 w 551389"/>
                <a:gd name="connsiteY470" fmla="*/ 681505 h 903022"/>
                <a:gd name="connsiteX471" fmla="*/ 81007 w 551389"/>
                <a:gd name="connsiteY471" fmla="*/ 683154 h 903022"/>
                <a:gd name="connsiteX472" fmla="*/ 80031 w 551389"/>
                <a:gd name="connsiteY472" fmla="*/ 684230 h 903022"/>
                <a:gd name="connsiteX473" fmla="*/ 75151 w 551389"/>
                <a:gd name="connsiteY473" fmla="*/ 682178 h 903022"/>
                <a:gd name="connsiteX474" fmla="*/ 73098 w 551389"/>
                <a:gd name="connsiteY474" fmla="*/ 679790 h 903022"/>
                <a:gd name="connsiteX475" fmla="*/ 70910 w 551389"/>
                <a:gd name="connsiteY475" fmla="*/ 677940 h 903022"/>
                <a:gd name="connsiteX476" fmla="*/ 69059 w 551389"/>
                <a:gd name="connsiteY476" fmla="*/ 675450 h 903022"/>
                <a:gd name="connsiteX477" fmla="*/ 65155 w 551389"/>
                <a:gd name="connsiteY477" fmla="*/ 675248 h 903022"/>
                <a:gd name="connsiteX478" fmla="*/ 63641 w 551389"/>
                <a:gd name="connsiteY478" fmla="*/ 676560 h 903022"/>
                <a:gd name="connsiteX479" fmla="*/ 61352 w 551389"/>
                <a:gd name="connsiteY479" fmla="*/ 679050 h 903022"/>
                <a:gd name="connsiteX480" fmla="*/ 59400 w 551389"/>
                <a:gd name="connsiteY480" fmla="*/ 681102 h 903022"/>
                <a:gd name="connsiteX481" fmla="*/ 56237 w 551389"/>
                <a:gd name="connsiteY481" fmla="*/ 682716 h 903022"/>
                <a:gd name="connsiteX482" fmla="*/ 51559 w 551389"/>
                <a:gd name="connsiteY482" fmla="*/ 684566 h 903022"/>
                <a:gd name="connsiteX483" fmla="*/ 50044 w 551389"/>
                <a:gd name="connsiteY483" fmla="*/ 686417 h 903022"/>
                <a:gd name="connsiteX484" fmla="*/ 48833 w 551389"/>
                <a:gd name="connsiteY484" fmla="*/ 689680 h 903022"/>
                <a:gd name="connsiteX485" fmla="*/ 47857 w 551389"/>
                <a:gd name="connsiteY485" fmla="*/ 693380 h 903022"/>
                <a:gd name="connsiteX486" fmla="*/ 46881 w 551389"/>
                <a:gd name="connsiteY486" fmla="*/ 697518 h 903022"/>
                <a:gd name="connsiteX487" fmla="*/ 46881 w 551389"/>
                <a:gd name="connsiteY487" fmla="*/ 702160 h 903022"/>
                <a:gd name="connsiteX488" fmla="*/ 43717 w 551389"/>
                <a:gd name="connsiteY488" fmla="*/ 703035 h 903022"/>
                <a:gd name="connsiteX489" fmla="*/ 38164 w 551389"/>
                <a:gd name="connsiteY489" fmla="*/ 705322 h 903022"/>
                <a:gd name="connsiteX490" fmla="*/ 35775 w 551389"/>
                <a:gd name="connsiteY490" fmla="*/ 706399 h 903022"/>
                <a:gd name="connsiteX491" fmla="*/ 35236 w 551389"/>
                <a:gd name="connsiteY491" fmla="*/ 709124 h 903022"/>
                <a:gd name="connsiteX492" fmla="*/ 35236 w 551389"/>
                <a:gd name="connsiteY492" fmla="*/ 712488 h 903022"/>
                <a:gd name="connsiteX493" fmla="*/ 36010 w 551389"/>
                <a:gd name="connsiteY493" fmla="*/ 715111 h 903022"/>
                <a:gd name="connsiteX494" fmla="*/ 40352 w 551389"/>
                <a:gd name="connsiteY494" fmla="*/ 717062 h 903022"/>
                <a:gd name="connsiteX495" fmla="*/ 42539 w 551389"/>
                <a:gd name="connsiteY495" fmla="*/ 717601 h 903022"/>
                <a:gd name="connsiteX496" fmla="*/ 46443 w 551389"/>
                <a:gd name="connsiteY496" fmla="*/ 717601 h 903022"/>
                <a:gd name="connsiteX497" fmla="*/ 49809 w 551389"/>
                <a:gd name="connsiteY497" fmla="*/ 719787 h 903022"/>
                <a:gd name="connsiteX498" fmla="*/ 52535 w 551389"/>
                <a:gd name="connsiteY498" fmla="*/ 720931 h 903022"/>
                <a:gd name="connsiteX499" fmla="*/ 53174 w 551389"/>
                <a:gd name="connsiteY499" fmla="*/ 722176 h 903022"/>
                <a:gd name="connsiteX500" fmla="*/ 54722 w 551389"/>
                <a:gd name="connsiteY500" fmla="*/ 722176 h 903022"/>
                <a:gd name="connsiteX501" fmla="*/ 57448 w 551389"/>
                <a:gd name="connsiteY501" fmla="*/ 721301 h 903022"/>
                <a:gd name="connsiteX502" fmla="*/ 58761 w 551389"/>
                <a:gd name="connsiteY502" fmla="*/ 721301 h 903022"/>
                <a:gd name="connsiteX503" fmla="*/ 62564 w 551389"/>
                <a:gd name="connsiteY503" fmla="*/ 722176 h 903022"/>
                <a:gd name="connsiteX504" fmla="*/ 64314 w 551389"/>
                <a:gd name="connsiteY504" fmla="*/ 725237 h 903022"/>
                <a:gd name="connsiteX505" fmla="*/ 63775 w 551389"/>
                <a:gd name="connsiteY505" fmla="*/ 727188 h 903022"/>
                <a:gd name="connsiteX506" fmla="*/ 60949 w 551389"/>
                <a:gd name="connsiteY506" fmla="*/ 727726 h 903022"/>
                <a:gd name="connsiteX507" fmla="*/ 58896 w 551389"/>
                <a:gd name="connsiteY507" fmla="*/ 727087 h 903022"/>
                <a:gd name="connsiteX508" fmla="*/ 56708 w 551389"/>
                <a:gd name="connsiteY508" fmla="*/ 727087 h 903022"/>
                <a:gd name="connsiteX509" fmla="*/ 53982 w 551389"/>
                <a:gd name="connsiteY509" fmla="*/ 728500 h 903022"/>
                <a:gd name="connsiteX510" fmla="*/ 52804 w 551389"/>
                <a:gd name="connsiteY510" fmla="*/ 729576 h 903022"/>
                <a:gd name="connsiteX511" fmla="*/ 52367 w 551389"/>
                <a:gd name="connsiteY511" fmla="*/ 732503 h 903022"/>
                <a:gd name="connsiteX512" fmla="*/ 52266 w 551389"/>
                <a:gd name="connsiteY512" fmla="*/ 736102 h 903022"/>
                <a:gd name="connsiteX513" fmla="*/ 52905 w 551389"/>
                <a:gd name="connsiteY513" fmla="*/ 742191 h 903022"/>
                <a:gd name="connsiteX514" fmla="*/ 52468 w 551389"/>
                <a:gd name="connsiteY514" fmla="*/ 743806 h 903022"/>
                <a:gd name="connsiteX515" fmla="*/ 51694 w 551389"/>
                <a:gd name="connsiteY515" fmla="*/ 747271 h 903022"/>
                <a:gd name="connsiteX516" fmla="*/ 51256 w 551389"/>
                <a:gd name="connsiteY516" fmla="*/ 748684 h 903022"/>
                <a:gd name="connsiteX517" fmla="*/ 44290 w 551389"/>
                <a:gd name="connsiteY517" fmla="*/ 753461 h 903022"/>
                <a:gd name="connsiteX518" fmla="*/ 37323 w 551389"/>
                <a:gd name="connsiteY518" fmla="*/ 754537 h 903022"/>
                <a:gd name="connsiteX519" fmla="*/ 31905 w 551389"/>
                <a:gd name="connsiteY519" fmla="*/ 758877 h 903022"/>
                <a:gd name="connsiteX520" fmla="*/ 26688 w 551389"/>
                <a:gd name="connsiteY520" fmla="*/ 761063 h 903022"/>
                <a:gd name="connsiteX521" fmla="*/ 19957 w 551389"/>
                <a:gd name="connsiteY521" fmla="*/ 756724 h 903022"/>
                <a:gd name="connsiteX522" fmla="*/ 13226 w 551389"/>
                <a:gd name="connsiteY522" fmla="*/ 759112 h 903022"/>
                <a:gd name="connsiteX523" fmla="*/ 11476 w 551389"/>
                <a:gd name="connsiteY523" fmla="*/ 756084 h 903022"/>
                <a:gd name="connsiteX524" fmla="*/ 8010 w 551389"/>
                <a:gd name="connsiteY524" fmla="*/ 755210 h 903022"/>
                <a:gd name="connsiteX525" fmla="*/ 2591 w 551389"/>
                <a:gd name="connsiteY525" fmla="*/ 755210 h 903022"/>
                <a:gd name="connsiteX526" fmla="*/ 0 w 551389"/>
                <a:gd name="connsiteY526" fmla="*/ 758473 h 903022"/>
                <a:gd name="connsiteX527" fmla="*/ 0 w 551389"/>
                <a:gd name="connsiteY527" fmla="*/ 763014 h 903022"/>
                <a:gd name="connsiteX528" fmla="*/ 0 w 551389"/>
                <a:gd name="connsiteY528" fmla="*/ 766479 h 903022"/>
                <a:gd name="connsiteX529" fmla="*/ 0 w 551389"/>
                <a:gd name="connsiteY529" fmla="*/ 769944 h 903022"/>
                <a:gd name="connsiteX530" fmla="*/ 2188 w 551389"/>
                <a:gd name="connsiteY530" fmla="*/ 772568 h 903022"/>
                <a:gd name="connsiteX531" fmla="*/ 7842 w 551389"/>
                <a:gd name="connsiteY531" fmla="*/ 772568 h 903022"/>
                <a:gd name="connsiteX532" fmla="*/ 10904 w 551389"/>
                <a:gd name="connsiteY532" fmla="*/ 775393 h 903022"/>
                <a:gd name="connsiteX533" fmla="*/ 14371 w 551389"/>
                <a:gd name="connsiteY533" fmla="*/ 779531 h 903022"/>
                <a:gd name="connsiteX534" fmla="*/ 18510 w 551389"/>
                <a:gd name="connsiteY534" fmla="*/ 779531 h 903022"/>
                <a:gd name="connsiteX535" fmla="*/ 23525 w 551389"/>
                <a:gd name="connsiteY535" fmla="*/ 779531 h 903022"/>
                <a:gd name="connsiteX536" fmla="*/ 28102 w 551389"/>
                <a:gd name="connsiteY536" fmla="*/ 778455 h 903022"/>
                <a:gd name="connsiteX537" fmla="*/ 33116 w 551389"/>
                <a:gd name="connsiteY537" fmla="*/ 775629 h 903022"/>
                <a:gd name="connsiteX538" fmla="*/ 36818 w 551389"/>
                <a:gd name="connsiteY538" fmla="*/ 773443 h 903022"/>
                <a:gd name="connsiteX539" fmla="*/ 39006 w 551389"/>
                <a:gd name="connsiteY539" fmla="*/ 771054 h 903022"/>
                <a:gd name="connsiteX540" fmla="*/ 40756 w 551389"/>
                <a:gd name="connsiteY540" fmla="*/ 769103 h 903022"/>
                <a:gd name="connsiteX541" fmla="*/ 42506 w 551389"/>
                <a:gd name="connsiteY541" fmla="*/ 766715 h 903022"/>
                <a:gd name="connsiteX542" fmla="*/ 45770 w 551389"/>
                <a:gd name="connsiteY542" fmla="*/ 768464 h 903022"/>
                <a:gd name="connsiteX543" fmla="*/ 47722 w 551389"/>
                <a:gd name="connsiteY543" fmla="*/ 768901 h 903022"/>
                <a:gd name="connsiteX544" fmla="*/ 50549 w 551389"/>
                <a:gd name="connsiteY544" fmla="*/ 767152 h 903022"/>
                <a:gd name="connsiteX545" fmla="*/ 57953 w 551389"/>
                <a:gd name="connsiteY545" fmla="*/ 765840 h 903022"/>
                <a:gd name="connsiteX546" fmla="*/ 60545 w 551389"/>
                <a:gd name="connsiteY546" fmla="*/ 766277 h 903022"/>
                <a:gd name="connsiteX547" fmla="*/ 67175 w 551389"/>
                <a:gd name="connsiteY547" fmla="*/ 766815 h 903022"/>
                <a:gd name="connsiteX548" fmla="*/ 68487 w 551389"/>
                <a:gd name="connsiteY548" fmla="*/ 768329 h 903022"/>
                <a:gd name="connsiteX549" fmla="*/ 69026 w 551389"/>
                <a:gd name="connsiteY549" fmla="*/ 771256 h 903022"/>
                <a:gd name="connsiteX550" fmla="*/ 68050 w 551389"/>
                <a:gd name="connsiteY550" fmla="*/ 772332 h 903022"/>
                <a:gd name="connsiteX551" fmla="*/ 65761 w 551389"/>
                <a:gd name="connsiteY551" fmla="*/ 773745 h 903022"/>
                <a:gd name="connsiteX552" fmla="*/ 64785 w 551389"/>
                <a:gd name="connsiteY552" fmla="*/ 775797 h 903022"/>
                <a:gd name="connsiteX553" fmla="*/ 64886 w 551389"/>
                <a:gd name="connsiteY553" fmla="*/ 778825 h 903022"/>
                <a:gd name="connsiteX554" fmla="*/ 66064 w 551389"/>
                <a:gd name="connsiteY554" fmla="*/ 779834 h 903022"/>
                <a:gd name="connsiteX555" fmla="*/ 69329 w 551389"/>
                <a:gd name="connsiteY555" fmla="*/ 781112 h 903022"/>
                <a:gd name="connsiteX556" fmla="*/ 73232 w 551389"/>
                <a:gd name="connsiteY556" fmla="*/ 782424 h 903022"/>
                <a:gd name="connsiteX557" fmla="*/ 76261 w 551389"/>
                <a:gd name="connsiteY557" fmla="*/ 783837 h 903022"/>
                <a:gd name="connsiteX558" fmla="*/ 78112 w 551389"/>
                <a:gd name="connsiteY558" fmla="*/ 785048 h 903022"/>
                <a:gd name="connsiteX559" fmla="*/ 82454 w 551389"/>
                <a:gd name="connsiteY559" fmla="*/ 787336 h 903022"/>
                <a:gd name="connsiteX560" fmla="*/ 85617 w 551389"/>
                <a:gd name="connsiteY560" fmla="*/ 788210 h 903022"/>
                <a:gd name="connsiteX561" fmla="*/ 88781 w 551389"/>
                <a:gd name="connsiteY561" fmla="*/ 788210 h 903022"/>
                <a:gd name="connsiteX562" fmla="*/ 92920 w 551389"/>
                <a:gd name="connsiteY562" fmla="*/ 791372 h 903022"/>
                <a:gd name="connsiteX563" fmla="*/ 94132 w 551389"/>
                <a:gd name="connsiteY563" fmla="*/ 793424 h 903022"/>
                <a:gd name="connsiteX564" fmla="*/ 96622 w 551389"/>
                <a:gd name="connsiteY564" fmla="*/ 793424 h 903022"/>
                <a:gd name="connsiteX565" fmla="*/ 97699 w 551389"/>
                <a:gd name="connsiteY565" fmla="*/ 792348 h 903022"/>
                <a:gd name="connsiteX566" fmla="*/ 100425 w 551389"/>
                <a:gd name="connsiteY566" fmla="*/ 791473 h 903022"/>
                <a:gd name="connsiteX567" fmla="*/ 102613 w 551389"/>
                <a:gd name="connsiteY567" fmla="*/ 789960 h 903022"/>
                <a:gd name="connsiteX568" fmla="*/ 104363 w 551389"/>
                <a:gd name="connsiteY568" fmla="*/ 789320 h 903022"/>
                <a:gd name="connsiteX569" fmla="*/ 105877 w 551389"/>
                <a:gd name="connsiteY569" fmla="*/ 787134 h 903022"/>
                <a:gd name="connsiteX570" fmla="*/ 108166 w 551389"/>
                <a:gd name="connsiteY570" fmla="*/ 785183 h 903022"/>
                <a:gd name="connsiteX571" fmla="*/ 111329 w 551389"/>
                <a:gd name="connsiteY571" fmla="*/ 784544 h 903022"/>
                <a:gd name="connsiteX572" fmla="*/ 113820 w 551389"/>
                <a:gd name="connsiteY572" fmla="*/ 784005 h 903022"/>
                <a:gd name="connsiteX573" fmla="*/ 115233 w 551389"/>
                <a:gd name="connsiteY573" fmla="*/ 783568 h 903022"/>
                <a:gd name="connsiteX574" fmla="*/ 117522 w 551389"/>
                <a:gd name="connsiteY574" fmla="*/ 781920 h 903022"/>
                <a:gd name="connsiteX575" fmla="*/ 120113 w 551389"/>
                <a:gd name="connsiteY575" fmla="*/ 780709 h 903022"/>
                <a:gd name="connsiteX576" fmla="*/ 122065 w 551389"/>
                <a:gd name="connsiteY576" fmla="*/ 779498 h 903022"/>
                <a:gd name="connsiteX577" fmla="*/ 124017 w 551389"/>
                <a:gd name="connsiteY577" fmla="*/ 780137 h 903022"/>
                <a:gd name="connsiteX578" fmla="*/ 127046 w 551389"/>
                <a:gd name="connsiteY578" fmla="*/ 781348 h 903022"/>
                <a:gd name="connsiteX579" fmla="*/ 128561 w 551389"/>
                <a:gd name="connsiteY579" fmla="*/ 784611 h 903022"/>
                <a:gd name="connsiteX580" fmla="*/ 129772 w 551389"/>
                <a:gd name="connsiteY580" fmla="*/ 785923 h 903022"/>
                <a:gd name="connsiteX581" fmla="*/ 132936 w 551389"/>
                <a:gd name="connsiteY581" fmla="*/ 786259 h 903022"/>
                <a:gd name="connsiteX582" fmla="*/ 135426 w 551389"/>
                <a:gd name="connsiteY582" fmla="*/ 786360 h 903022"/>
                <a:gd name="connsiteX583" fmla="*/ 139330 w 551389"/>
                <a:gd name="connsiteY583" fmla="*/ 787134 h 903022"/>
                <a:gd name="connsiteX584" fmla="*/ 142258 w 551389"/>
                <a:gd name="connsiteY584" fmla="*/ 787033 h 903022"/>
                <a:gd name="connsiteX585" fmla="*/ 144109 w 551389"/>
                <a:gd name="connsiteY585" fmla="*/ 786596 h 903022"/>
                <a:gd name="connsiteX586" fmla="*/ 146162 w 551389"/>
                <a:gd name="connsiteY586" fmla="*/ 786495 h 903022"/>
                <a:gd name="connsiteX587" fmla="*/ 147676 w 551389"/>
                <a:gd name="connsiteY587" fmla="*/ 786293 h 903022"/>
                <a:gd name="connsiteX588" fmla="*/ 149864 w 551389"/>
                <a:gd name="connsiteY588" fmla="*/ 785956 h 903022"/>
                <a:gd name="connsiteX589" fmla="*/ 151042 w 551389"/>
                <a:gd name="connsiteY589" fmla="*/ 784443 h 903022"/>
                <a:gd name="connsiteX590" fmla="*/ 154306 w 551389"/>
                <a:gd name="connsiteY590" fmla="*/ 783030 h 903022"/>
                <a:gd name="connsiteX591" fmla="*/ 157470 w 551389"/>
                <a:gd name="connsiteY591" fmla="*/ 783131 h 903022"/>
                <a:gd name="connsiteX592" fmla="*/ 159085 w 551389"/>
                <a:gd name="connsiteY592" fmla="*/ 784005 h 903022"/>
                <a:gd name="connsiteX593" fmla="*/ 160499 w 551389"/>
                <a:gd name="connsiteY593" fmla="*/ 786057 h 903022"/>
                <a:gd name="connsiteX594" fmla="*/ 159960 w 551389"/>
                <a:gd name="connsiteY594" fmla="*/ 789220 h 903022"/>
                <a:gd name="connsiteX595" fmla="*/ 158446 w 551389"/>
                <a:gd name="connsiteY595" fmla="*/ 790834 h 903022"/>
                <a:gd name="connsiteX596" fmla="*/ 158109 w 551389"/>
                <a:gd name="connsiteY596" fmla="*/ 794635 h 903022"/>
                <a:gd name="connsiteX597" fmla="*/ 156359 w 551389"/>
                <a:gd name="connsiteY597" fmla="*/ 796048 h 903022"/>
                <a:gd name="connsiteX598" fmla="*/ 155383 w 551389"/>
                <a:gd name="connsiteY598" fmla="*/ 798235 h 903022"/>
                <a:gd name="connsiteX599" fmla="*/ 154508 w 551389"/>
                <a:gd name="connsiteY599" fmla="*/ 800287 h 903022"/>
                <a:gd name="connsiteX600" fmla="*/ 154407 w 551389"/>
                <a:gd name="connsiteY600" fmla="*/ 803113 h 903022"/>
                <a:gd name="connsiteX601" fmla="*/ 156696 w 551389"/>
                <a:gd name="connsiteY601" fmla="*/ 806140 h 903022"/>
                <a:gd name="connsiteX602" fmla="*/ 158984 w 551389"/>
                <a:gd name="connsiteY602" fmla="*/ 807217 h 903022"/>
                <a:gd name="connsiteX603" fmla="*/ 164201 w 551389"/>
                <a:gd name="connsiteY603" fmla="*/ 809807 h 903022"/>
                <a:gd name="connsiteX604" fmla="*/ 164975 w 551389"/>
                <a:gd name="connsiteY604" fmla="*/ 811993 h 903022"/>
                <a:gd name="connsiteX605" fmla="*/ 165177 w 551389"/>
                <a:gd name="connsiteY605" fmla="*/ 815055 h 903022"/>
                <a:gd name="connsiteX606" fmla="*/ 167465 w 551389"/>
                <a:gd name="connsiteY606" fmla="*/ 817107 h 903022"/>
                <a:gd name="connsiteX607" fmla="*/ 170057 w 551389"/>
                <a:gd name="connsiteY607" fmla="*/ 817645 h 903022"/>
                <a:gd name="connsiteX608" fmla="*/ 173321 w 551389"/>
                <a:gd name="connsiteY608" fmla="*/ 818183 h 903022"/>
                <a:gd name="connsiteX609" fmla="*/ 174836 w 551389"/>
                <a:gd name="connsiteY609" fmla="*/ 818183 h 903022"/>
                <a:gd name="connsiteX610" fmla="*/ 175980 w 551389"/>
                <a:gd name="connsiteY610" fmla="*/ 816232 h 903022"/>
                <a:gd name="connsiteX611" fmla="*/ 175711 w 551389"/>
                <a:gd name="connsiteY611" fmla="*/ 814382 h 903022"/>
                <a:gd name="connsiteX612" fmla="*/ 175711 w 551389"/>
                <a:gd name="connsiteY612" fmla="*/ 811657 h 903022"/>
                <a:gd name="connsiteX613" fmla="*/ 176788 w 551389"/>
                <a:gd name="connsiteY613" fmla="*/ 810883 h 903022"/>
                <a:gd name="connsiteX614" fmla="*/ 177528 w 551389"/>
                <a:gd name="connsiteY614" fmla="*/ 809571 h 903022"/>
                <a:gd name="connsiteX615" fmla="*/ 179278 w 551389"/>
                <a:gd name="connsiteY615" fmla="*/ 808596 h 903022"/>
                <a:gd name="connsiteX616" fmla="*/ 180591 w 551389"/>
                <a:gd name="connsiteY616" fmla="*/ 806308 h 903022"/>
                <a:gd name="connsiteX617" fmla="*/ 181567 w 551389"/>
                <a:gd name="connsiteY617" fmla="*/ 805232 h 903022"/>
                <a:gd name="connsiteX618" fmla="*/ 185807 w 551389"/>
                <a:gd name="connsiteY618" fmla="*/ 805131 h 903022"/>
                <a:gd name="connsiteX619" fmla="*/ 189172 w 551389"/>
                <a:gd name="connsiteY619" fmla="*/ 805131 h 903022"/>
                <a:gd name="connsiteX620" fmla="*/ 190485 w 551389"/>
                <a:gd name="connsiteY620" fmla="*/ 808192 h 903022"/>
                <a:gd name="connsiteX621" fmla="*/ 190048 w 551389"/>
                <a:gd name="connsiteY621" fmla="*/ 810480 h 903022"/>
                <a:gd name="connsiteX622" fmla="*/ 188297 w 551389"/>
                <a:gd name="connsiteY622" fmla="*/ 812431 h 903022"/>
                <a:gd name="connsiteX623" fmla="*/ 187860 w 551389"/>
                <a:gd name="connsiteY623" fmla="*/ 816333 h 903022"/>
                <a:gd name="connsiteX624" fmla="*/ 188398 w 551389"/>
                <a:gd name="connsiteY624" fmla="*/ 817309 h 903022"/>
                <a:gd name="connsiteX625" fmla="*/ 189374 w 551389"/>
                <a:gd name="connsiteY625" fmla="*/ 818183 h 903022"/>
                <a:gd name="connsiteX626" fmla="*/ 190249 w 551389"/>
                <a:gd name="connsiteY626" fmla="*/ 819394 h 903022"/>
                <a:gd name="connsiteX627" fmla="*/ 191663 w 551389"/>
                <a:gd name="connsiteY627" fmla="*/ 822422 h 903022"/>
                <a:gd name="connsiteX628" fmla="*/ 193413 w 551389"/>
                <a:gd name="connsiteY628" fmla="*/ 824709 h 903022"/>
                <a:gd name="connsiteX629" fmla="*/ 195668 w 551389"/>
                <a:gd name="connsiteY629" fmla="*/ 824709 h 903022"/>
                <a:gd name="connsiteX630" fmla="*/ 199134 w 551389"/>
                <a:gd name="connsiteY630" fmla="*/ 824709 h 903022"/>
                <a:gd name="connsiteX631" fmla="*/ 201961 w 551389"/>
                <a:gd name="connsiteY631" fmla="*/ 823734 h 903022"/>
                <a:gd name="connsiteX632" fmla="*/ 203375 w 551389"/>
                <a:gd name="connsiteY632" fmla="*/ 821244 h 903022"/>
                <a:gd name="connsiteX633" fmla="*/ 206740 w 551389"/>
                <a:gd name="connsiteY633" fmla="*/ 820807 h 903022"/>
                <a:gd name="connsiteX634" fmla="*/ 210779 w 551389"/>
                <a:gd name="connsiteY634" fmla="*/ 820908 h 903022"/>
                <a:gd name="connsiteX635" fmla="*/ 213505 w 551389"/>
                <a:gd name="connsiteY635" fmla="*/ 822119 h 903022"/>
                <a:gd name="connsiteX636" fmla="*/ 215793 w 551389"/>
                <a:gd name="connsiteY636" fmla="*/ 823868 h 903022"/>
                <a:gd name="connsiteX637" fmla="*/ 215793 w 551389"/>
                <a:gd name="connsiteY637" fmla="*/ 825281 h 903022"/>
                <a:gd name="connsiteX638" fmla="*/ 218620 w 551389"/>
                <a:gd name="connsiteY638" fmla="*/ 827569 h 903022"/>
                <a:gd name="connsiteX639" fmla="*/ 218721 w 551389"/>
                <a:gd name="connsiteY639" fmla="*/ 830731 h 903022"/>
                <a:gd name="connsiteX640" fmla="*/ 219361 w 551389"/>
                <a:gd name="connsiteY640" fmla="*/ 832480 h 903022"/>
                <a:gd name="connsiteX641" fmla="*/ 219260 w 551389"/>
                <a:gd name="connsiteY641" fmla="*/ 834667 h 903022"/>
                <a:gd name="connsiteX642" fmla="*/ 219798 w 551389"/>
                <a:gd name="connsiteY642" fmla="*/ 837593 h 903022"/>
                <a:gd name="connsiteX643" fmla="*/ 224375 w 551389"/>
                <a:gd name="connsiteY643" fmla="*/ 839544 h 903022"/>
                <a:gd name="connsiteX644" fmla="*/ 227303 w 551389"/>
                <a:gd name="connsiteY644" fmla="*/ 840419 h 903022"/>
                <a:gd name="connsiteX645" fmla="*/ 228818 w 551389"/>
                <a:gd name="connsiteY645" fmla="*/ 843043 h 903022"/>
                <a:gd name="connsiteX646" fmla="*/ 231106 w 551389"/>
                <a:gd name="connsiteY646" fmla="*/ 844456 h 903022"/>
                <a:gd name="connsiteX647" fmla="*/ 232822 w 551389"/>
                <a:gd name="connsiteY647" fmla="*/ 846945 h 903022"/>
                <a:gd name="connsiteX648" fmla="*/ 235010 w 551389"/>
                <a:gd name="connsiteY648" fmla="*/ 850208 h 903022"/>
                <a:gd name="connsiteX649" fmla="*/ 237063 w 551389"/>
                <a:gd name="connsiteY649" fmla="*/ 852395 h 903022"/>
                <a:gd name="connsiteX650" fmla="*/ 239351 w 551389"/>
                <a:gd name="connsiteY650" fmla="*/ 852395 h 903022"/>
                <a:gd name="connsiteX651" fmla="*/ 241303 w 551389"/>
                <a:gd name="connsiteY651" fmla="*/ 850881 h 903022"/>
                <a:gd name="connsiteX652" fmla="*/ 243053 w 551389"/>
                <a:gd name="connsiteY652" fmla="*/ 848829 h 903022"/>
                <a:gd name="connsiteX653" fmla="*/ 243390 w 551389"/>
                <a:gd name="connsiteY653" fmla="*/ 846003 h 903022"/>
                <a:gd name="connsiteX654" fmla="*/ 243289 w 551389"/>
                <a:gd name="connsiteY654" fmla="*/ 844052 h 903022"/>
                <a:gd name="connsiteX655" fmla="*/ 244501 w 551389"/>
                <a:gd name="connsiteY655" fmla="*/ 841563 h 903022"/>
                <a:gd name="connsiteX656" fmla="*/ 246150 w 551389"/>
                <a:gd name="connsiteY656" fmla="*/ 840486 h 903022"/>
                <a:gd name="connsiteX657" fmla="*/ 248438 w 551389"/>
                <a:gd name="connsiteY657" fmla="*/ 839612 h 903022"/>
                <a:gd name="connsiteX658" fmla="*/ 250054 w 551389"/>
                <a:gd name="connsiteY658" fmla="*/ 839712 h 903022"/>
                <a:gd name="connsiteX659" fmla="*/ 252342 w 551389"/>
                <a:gd name="connsiteY659" fmla="*/ 839712 h 903022"/>
                <a:gd name="connsiteX660" fmla="*/ 255169 w 551389"/>
                <a:gd name="connsiteY660" fmla="*/ 840486 h 903022"/>
                <a:gd name="connsiteX661" fmla="*/ 256919 w 551389"/>
                <a:gd name="connsiteY661" fmla="*/ 840486 h 903022"/>
                <a:gd name="connsiteX662" fmla="*/ 259746 w 551389"/>
                <a:gd name="connsiteY662" fmla="*/ 839612 h 903022"/>
                <a:gd name="connsiteX663" fmla="*/ 261362 w 551389"/>
                <a:gd name="connsiteY663" fmla="*/ 839174 h 903022"/>
                <a:gd name="connsiteX664" fmla="*/ 263213 w 551389"/>
                <a:gd name="connsiteY664" fmla="*/ 838838 h 903022"/>
                <a:gd name="connsiteX665" fmla="*/ 265165 w 551389"/>
                <a:gd name="connsiteY665" fmla="*/ 837862 h 903022"/>
                <a:gd name="connsiteX666" fmla="*/ 266814 w 551389"/>
                <a:gd name="connsiteY666" fmla="*/ 836651 h 903022"/>
                <a:gd name="connsiteX667" fmla="*/ 268126 w 551389"/>
                <a:gd name="connsiteY667" fmla="*/ 835777 h 903022"/>
                <a:gd name="connsiteX668" fmla="*/ 269540 w 551389"/>
                <a:gd name="connsiteY668" fmla="*/ 835777 h 903022"/>
                <a:gd name="connsiteX669" fmla="*/ 271391 w 551389"/>
                <a:gd name="connsiteY669" fmla="*/ 836853 h 903022"/>
                <a:gd name="connsiteX670" fmla="*/ 273141 w 551389"/>
                <a:gd name="connsiteY670" fmla="*/ 838602 h 903022"/>
                <a:gd name="connsiteX671" fmla="*/ 274655 w 551389"/>
                <a:gd name="connsiteY671" fmla="*/ 840453 h 903022"/>
                <a:gd name="connsiteX672" fmla="*/ 276169 w 551389"/>
                <a:gd name="connsiteY672" fmla="*/ 840453 h 903022"/>
                <a:gd name="connsiteX673" fmla="*/ 278997 w 551389"/>
                <a:gd name="connsiteY673" fmla="*/ 840453 h 903022"/>
                <a:gd name="connsiteX674" fmla="*/ 286165 w 551389"/>
                <a:gd name="connsiteY674" fmla="*/ 840453 h 903022"/>
                <a:gd name="connsiteX675" fmla="*/ 291348 w 551389"/>
                <a:gd name="connsiteY675" fmla="*/ 840453 h 903022"/>
                <a:gd name="connsiteX676" fmla="*/ 293098 w 551389"/>
                <a:gd name="connsiteY676" fmla="*/ 840453 h 903022"/>
                <a:gd name="connsiteX677" fmla="*/ 295790 w 551389"/>
                <a:gd name="connsiteY677" fmla="*/ 843211 h 903022"/>
                <a:gd name="connsiteX678" fmla="*/ 297742 w 551389"/>
                <a:gd name="connsiteY678" fmla="*/ 846407 h 903022"/>
                <a:gd name="connsiteX679" fmla="*/ 301209 w 551389"/>
                <a:gd name="connsiteY679" fmla="*/ 849165 h 903022"/>
                <a:gd name="connsiteX680" fmla="*/ 306728 w 551389"/>
                <a:gd name="connsiteY680" fmla="*/ 852193 h 903022"/>
                <a:gd name="connsiteX681" fmla="*/ 313391 w 551389"/>
                <a:gd name="connsiteY681" fmla="*/ 855523 h 903022"/>
                <a:gd name="connsiteX682" fmla="*/ 316420 w 551389"/>
                <a:gd name="connsiteY682" fmla="*/ 858988 h 903022"/>
                <a:gd name="connsiteX683" fmla="*/ 319449 w 551389"/>
                <a:gd name="connsiteY683" fmla="*/ 861175 h 903022"/>
                <a:gd name="connsiteX684" fmla="*/ 325810 w 551389"/>
                <a:gd name="connsiteY684" fmla="*/ 865077 h 903022"/>
                <a:gd name="connsiteX685" fmla="*/ 329142 w 551389"/>
                <a:gd name="connsiteY685" fmla="*/ 867398 h 903022"/>
                <a:gd name="connsiteX686" fmla="*/ 331027 w 551389"/>
                <a:gd name="connsiteY686" fmla="*/ 869416 h 903022"/>
                <a:gd name="connsiteX687" fmla="*/ 334493 w 551389"/>
                <a:gd name="connsiteY687" fmla="*/ 871166 h 903022"/>
                <a:gd name="connsiteX688" fmla="*/ 337387 w 551389"/>
                <a:gd name="connsiteY688" fmla="*/ 871300 h 903022"/>
                <a:gd name="connsiteX689" fmla="*/ 340854 w 551389"/>
                <a:gd name="connsiteY689" fmla="*/ 871435 h 903022"/>
                <a:gd name="connsiteX690" fmla="*/ 343445 w 551389"/>
                <a:gd name="connsiteY690" fmla="*/ 872007 h 903022"/>
                <a:gd name="connsiteX691" fmla="*/ 344320 w 551389"/>
                <a:gd name="connsiteY691" fmla="*/ 873756 h 903022"/>
                <a:gd name="connsiteX692" fmla="*/ 346339 w 551389"/>
                <a:gd name="connsiteY692" fmla="*/ 876077 h 903022"/>
                <a:gd name="connsiteX693" fmla="*/ 348359 w 551389"/>
                <a:gd name="connsiteY693" fmla="*/ 877221 h 903022"/>
                <a:gd name="connsiteX694" fmla="*/ 351388 w 551389"/>
                <a:gd name="connsiteY694" fmla="*/ 880686 h 903022"/>
                <a:gd name="connsiteX695" fmla="*/ 352700 w 551389"/>
                <a:gd name="connsiteY695" fmla="*/ 881997 h 903022"/>
                <a:gd name="connsiteX696" fmla="*/ 356167 w 551389"/>
                <a:gd name="connsiteY696" fmla="*/ 884756 h 903022"/>
                <a:gd name="connsiteX697" fmla="*/ 357042 w 551389"/>
                <a:gd name="connsiteY697" fmla="*/ 887514 h 903022"/>
                <a:gd name="connsiteX698" fmla="*/ 358926 w 551389"/>
                <a:gd name="connsiteY698" fmla="*/ 890979 h 903022"/>
                <a:gd name="connsiteX699" fmla="*/ 363873 w 551389"/>
                <a:gd name="connsiteY699" fmla="*/ 895184 h 903022"/>
                <a:gd name="connsiteX700" fmla="*/ 365758 w 551389"/>
                <a:gd name="connsiteY700" fmla="*/ 898817 h 903022"/>
                <a:gd name="connsiteX701" fmla="*/ 369393 w 551389"/>
                <a:gd name="connsiteY701" fmla="*/ 903022 h 903022"/>
                <a:gd name="connsiteX702" fmla="*/ 376494 w 551389"/>
                <a:gd name="connsiteY702" fmla="*/ 903022 h 903022"/>
                <a:gd name="connsiteX703" fmla="*/ 379556 w 551389"/>
                <a:gd name="connsiteY703" fmla="*/ 901946 h 903022"/>
                <a:gd name="connsiteX704" fmla="*/ 386085 w 551389"/>
                <a:gd name="connsiteY704" fmla="*/ 901307 h 903022"/>
                <a:gd name="connsiteX705" fmla="*/ 392177 w 551389"/>
                <a:gd name="connsiteY705" fmla="*/ 901307 h 903022"/>
                <a:gd name="connsiteX706" fmla="*/ 395643 w 551389"/>
                <a:gd name="connsiteY706" fmla="*/ 901307 h 903022"/>
                <a:gd name="connsiteX707" fmla="*/ 401163 w 551389"/>
                <a:gd name="connsiteY707" fmla="*/ 901744 h 903022"/>
                <a:gd name="connsiteX708" fmla="*/ 400019 w 551389"/>
                <a:gd name="connsiteY708" fmla="*/ 897539 h 903022"/>
                <a:gd name="connsiteX709" fmla="*/ 396249 w 551389"/>
                <a:gd name="connsiteY709" fmla="*/ 886539 h 903022"/>
                <a:gd name="connsiteX710" fmla="*/ 395946 w 551389"/>
                <a:gd name="connsiteY710" fmla="*/ 879878 h 903022"/>
                <a:gd name="connsiteX711" fmla="*/ 396384 w 551389"/>
                <a:gd name="connsiteY711" fmla="*/ 871603 h 903022"/>
                <a:gd name="connsiteX712" fmla="*/ 396821 w 551389"/>
                <a:gd name="connsiteY712" fmla="*/ 862756 h 903022"/>
                <a:gd name="connsiteX713" fmla="*/ 396687 w 551389"/>
                <a:gd name="connsiteY713" fmla="*/ 854514 h 903022"/>
                <a:gd name="connsiteX714" fmla="*/ 394499 w 551389"/>
                <a:gd name="connsiteY714" fmla="*/ 849165 h 903022"/>
                <a:gd name="connsiteX715" fmla="*/ 390158 w 551389"/>
                <a:gd name="connsiteY715" fmla="*/ 844388 h 903022"/>
                <a:gd name="connsiteX716" fmla="*/ 384504 w 551389"/>
                <a:gd name="connsiteY716" fmla="*/ 837593 h 903022"/>
                <a:gd name="connsiteX717" fmla="*/ 383932 w 551389"/>
                <a:gd name="connsiteY717" fmla="*/ 832951 h 903022"/>
                <a:gd name="connsiteX718" fmla="*/ 387836 w 551389"/>
                <a:gd name="connsiteY718" fmla="*/ 825988 h 903022"/>
                <a:gd name="connsiteX719" fmla="*/ 391033 w 551389"/>
                <a:gd name="connsiteY719" fmla="*/ 822220 h 903022"/>
                <a:gd name="connsiteX720" fmla="*/ 391739 w 551389"/>
                <a:gd name="connsiteY720" fmla="*/ 814382 h 903022"/>
                <a:gd name="connsiteX721" fmla="*/ 392614 w 551389"/>
                <a:gd name="connsiteY721" fmla="*/ 804391 h 903022"/>
                <a:gd name="connsiteX722" fmla="*/ 395643 w 551389"/>
                <a:gd name="connsiteY722" fmla="*/ 803315 h 903022"/>
                <a:gd name="connsiteX723" fmla="*/ 397965 w 551389"/>
                <a:gd name="connsiteY723" fmla="*/ 800489 h 903022"/>
                <a:gd name="connsiteX724" fmla="*/ 404360 w 551389"/>
                <a:gd name="connsiteY724" fmla="*/ 800489 h 903022"/>
                <a:gd name="connsiteX725" fmla="*/ 409879 w 551389"/>
                <a:gd name="connsiteY725" fmla="*/ 803819 h 903022"/>
                <a:gd name="connsiteX726" fmla="*/ 419000 w 551389"/>
                <a:gd name="connsiteY726" fmla="*/ 803382 h 903022"/>
                <a:gd name="connsiteX727" fmla="*/ 427413 w 551389"/>
                <a:gd name="connsiteY727" fmla="*/ 800489 h 903022"/>
                <a:gd name="connsiteX728" fmla="*/ 432058 w 551389"/>
                <a:gd name="connsiteY728" fmla="*/ 800489 h 903022"/>
                <a:gd name="connsiteX729" fmla="*/ 440606 w 551389"/>
                <a:gd name="connsiteY729" fmla="*/ 798739 h 903022"/>
                <a:gd name="connsiteX730" fmla="*/ 446697 w 551389"/>
                <a:gd name="connsiteY730" fmla="*/ 795544 h 903022"/>
                <a:gd name="connsiteX731" fmla="*/ 449592 w 551389"/>
                <a:gd name="connsiteY731" fmla="*/ 790632 h 903022"/>
                <a:gd name="connsiteX732" fmla="*/ 451039 w 551389"/>
                <a:gd name="connsiteY732" fmla="*/ 785856 h 903022"/>
                <a:gd name="connsiteX733" fmla="*/ 449592 w 551389"/>
                <a:gd name="connsiteY733" fmla="*/ 780204 h 903022"/>
                <a:gd name="connsiteX734" fmla="*/ 441918 w 551389"/>
                <a:gd name="connsiteY734" fmla="*/ 774687 h 903022"/>
                <a:gd name="connsiteX735" fmla="*/ 436702 w 551389"/>
                <a:gd name="connsiteY735" fmla="*/ 771357 h 903022"/>
                <a:gd name="connsiteX736" fmla="*/ 428154 w 551389"/>
                <a:gd name="connsiteY736" fmla="*/ 769910 h 903022"/>
                <a:gd name="connsiteX737" fmla="*/ 421355 w 551389"/>
                <a:gd name="connsiteY737" fmla="*/ 770617 h 903022"/>
                <a:gd name="connsiteX738" fmla="*/ 417283 w 551389"/>
                <a:gd name="connsiteY738" fmla="*/ 770920 h 903022"/>
                <a:gd name="connsiteX739" fmla="*/ 412370 w 551389"/>
                <a:gd name="connsiteY739" fmla="*/ 765840 h 903022"/>
                <a:gd name="connsiteX740" fmla="*/ 412672 w 551389"/>
                <a:gd name="connsiteY740" fmla="*/ 761063 h 903022"/>
                <a:gd name="connsiteX741" fmla="*/ 414860 w 551389"/>
                <a:gd name="connsiteY741" fmla="*/ 756993 h 903022"/>
                <a:gd name="connsiteX742" fmla="*/ 414288 w 551389"/>
                <a:gd name="connsiteY742" fmla="*/ 752081 h 903022"/>
                <a:gd name="connsiteX743" fmla="*/ 413716 w 551389"/>
                <a:gd name="connsiteY743" fmla="*/ 747439 h 903022"/>
                <a:gd name="connsiteX744" fmla="*/ 407624 w 551389"/>
                <a:gd name="connsiteY744" fmla="*/ 744546 h 903022"/>
                <a:gd name="connsiteX745" fmla="*/ 402677 w 551389"/>
                <a:gd name="connsiteY745" fmla="*/ 744546 h 903022"/>
                <a:gd name="connsiteX746" fmla="*/ 397764 w 551389"/>
                <a:gd name="connsiteY746" fmla="*/ 744277 h 903022"/>
                <a:gd name="connsiteX747" fmla="*/ 393994 w 551389"/>
                <a:gd name="connsiteY747" fmla="*/ 742797 h 903022"/>
                <a:gd name="connsiteX748" fmla="*/ 385311 w 551389"/>
                <a:gd name="connsiteY748" fmla="*/ 738726 h 903022"/>
                <a:gd name="connsiteX749" fmla="*/ 384436 w 551389"/>
                <a:gd name="connsiteY749" fmla="*/ 736775 h 903022"/>
                <a:gd name="connsiteX750" fmla="*/ 385210 w 551389"/>
                <a:gd name="connsiteY750" fmla="*/ 733849 h 903022"/>
                <a:gd name="connsiteX751" fmla="*/ 387936 w 551389"/>
                <a:gd name="connsiteY751" fmla="*/ 730485 h 903022"/>
                <a:gd name="connsiteX752" fmla="*/ 389013 w 551389"/>
                <a:gd name="connsiteY752" fmla="*/ 729408 h 903022"/>
                <a:gd name="connsiteX753" fmla="*/ 393590 w 551389"/>
                <a:gd name="connsiteY753" fmla="*/ 727457 h 903022"/>
                <a:gd name="connsiteX754" fmla="*/ 397932 w 551389"/>
                <a:gd name="connsiteY754" fmla="*/ 727457 h 903022"/>
                <a:gd name="connsiteX755" fmla="*/ 402509 w 551389"/>
                <a:gd name="connsiteY755" fmla="*/ 726112 h 903022"/>
                <a:gd name="connsiteX756" fmla="*/ 407523 w 551389"/>
                <a:gd name="connsiteY756" fmla="*/ 723992 h 903022"/>
                <a:gd name="connsiteX757" fmla="*/ 411427 w 551389"/>
                <a:gd name="connsiteY757" fmla="*/ 723992 h 903022"/>
                <a:gd name="connsiteX758" fmla="*/ 415668 w 551389"/>
                <a:gd name="connsiteY758" fmla="*/ 725943 h 903022"/>
                <a:gd name="connsiteX759" fmla="*/ 421086 w 551389"/>
                <a:gd name="connsiteY759" fmla="*/ 728433 h 903022"/>
                <a:gd name="connsiteX760" fmla="*/ 428490 w 551389"/>
                <a:gd name="connsiteY760" fmla="*/ 730922 h 903022"/>
                <a:gd name="connsiteX761" fmla="*/ 435760 w 551389"/>
                <a:gd name="connsiteY761" fmla="*/ 732873 h 903022"/>
                <a:gd name="connsiteX762" fmla="*/ 445217 w 551389"/>
                <a:gd name="connsiteY762" fmla="*/ 735261 h 903022"/>
                <a:gd name="connsiteX763" fmla="*/ 455111 w 551389"/>
                <a:gd name="connsiteY763" fmla="*/ 736910 h 903022"/>
                <a:gd name="connsiteX764" fmla="*/ 462952 w 551389"/>
                <a:gd name="connsiteY764" fmla="*/ 735497 h 903022"/>
                <a:gd name="connsiteX765" fmla="*/ 465544 w 551389"/>
                <a:gd name="connsiteY765" fmla="*/ 733983 h 903022"/>
                <a:gd name="connsiteX766" fmla="*/ 475775 w 551389"/>
                <a:gd name="connsiteY766" fmla="*/ 733748 h 903022"/>
                <a:gd name="connsiteX767" fmla="*/ 482068 w 551389"/>
                <a:gd name="connsiteY767" fmla="*/ 731157 h 903022"/>
                <a:gd name="connsiteX768" fmla="*/ 484794 w 551389"/>
                <a:gd name="connsiteY768" fmla="*/ 729106 h 903022"/>
                <a:gd name="connsiteX769" fmla="*/ 487621 w 551389"/>
                <a:gd name="connsiteY769" fmla="*/ 725506 h 903022"/>
                <a:gd name="connsiteX770" fmla="*/ 490246 w 551389"/>
                <a:gd name="connsiteY770" fmla="*/ 725304 h 903022"/>
                <a:gd name="connsiteX771" fmla="*/ 492299 w 551389"/>
                <a:gd name="connsiteY771" fmla="*/ 726280 h 903022"/>
                <a:gd name="connsiteX772" fmla="*/ 493040 w 551389"/>
                <a:gd name="connsiteY772" fmla="*/ 728130 h 903022"/>
                <a:gd name="connsiteX773" fmla="*/ 492501 w 551389"/>
                <a:gd name="connsiteY773" fmla="*/ 731292 h 903022"/>
                <a:gd name="connsiteX774" fmla="*/ 493040 w 551389"/>
                <a:gd name="connsiteY774" fmla="*/ 733781 h 903022"/>
                <a:gd name="connsiteX775" fmla="*/ 495867 w 551389"/>
                <a:gd name="connsiteY775" fmla="*/ 736607 h 903022"/>
                <a:gd name="connsiteX776" fmla="*/ 499333 w 551389"/>
                <a:gd name="connsiteY776" fmla="*/ 739096 h 903022"/>
                <a:gd name="connsiteX777" fmla="*/ 503035 w 551389"/>
                <a:gd name="connsiteY777" fmla="*/ 740072 h 903022"/>
                <a:gd name="connsiteX778" fmla="*/ 505122 w 551389"/>
                <a:gd name="connsiteY778" fmla="*/ 740173 h 903022"/>
                <a:gd name="connsiteX779" fmla="*/ 508386 w 551389"/>
                <a:gd name="connsiteY779" fmla="*/ 739736 h 903022"/>
                <a:gd name="connsiteX780" fmla="*/ 511550 w 551389"/>
                <a:gd name="connsiteY780" fmla="*/ 737549 h 903022"/>
                <a:gd name="connsiteX781" fmla="*/ 513939 w 551389"/>
                <a:gd name="connsiteY781" fmla="*/ 735699 h 903022"/>
                <a:gd name="connsiteX782" fmla="*/ 515790 w 551389"/>
                <a:gd name="connsiteY782" fmla="*/ 733310 h 903022"/>
                <a:gd name="connsiteX783" fmla="*/ 518180 w 551389"/>
                <a:gd name="connsiteY783" fmla="*/ 731023 h 903022"/>
                <a:gd name="connsiteX784" fmla="*/ 522757 w 551389"/>
                <a:gd name="connsiteY784" fmla="*/ 729274 h 903022"/>
                <a:gd name="connsiteX785" fmla="*/ 526122 w 551389"/>
                <a:gd name="connsiteY785" fmla="*/ 727121 h 903022"/>
                <a:gd name="connsiteX786" fmla="*/ 528276 w 551389"/>
                <a:gd name="connsiteY786" fmla="*/ 725237 h 903022"/>
                <a:gd name="connsiteX787" fmla="*/ 531406 w 551389"/>
                <a:gd name="connsiteY787" fmla="*/ 720527 h 903022"/>
                <a:gd name="connsiteX788" fmla="*/ 534031 w 551389"/>
                <a:gd name="connsiteY788" fmla="*/ 716793 h 903022"/>
                <a:gd name="connsiteX789" fmla="*/ 534031 w 551389"/>
                <a:gd name="connsiteY789" fmla="*/ 712656 h 903022"/>
                <a:gd name="connsiteX790" fmla="*/ 534031 w 551389"/>
                <a:gd name="connsiteY790" fmla="*/ 709393 h 903022"/>
                <a:gd name="connsiteX791" fmla="*/ 534031 w 551389"/>
                <a:gd name="connsiteY791" fmla="*/ 703977 h 903022"/>
                <a:gd name="connsiteX792" fmla="*/ 534603 w 551389"/>
                <a:gd name="connsiteY792" fmla="*/ 701151 h 903022"/>
                <a:gd name="connsiteX793" fmla="*/ 534098 w 551389"/>
                <a:gd name="connsiteY793" fmla="*/ 696240 h 903022"/>
                <a:gd name="connsiteX794" fmla="*/ 532012 w 551389"/>
                <a:gd name="connsiteY794" fmla="*/ 691967 h 903022"/>
                <a:gd name="connsiteX795" fmla="*/ 527738 w 551389"/>
                <a:gd name="connsiteY795" fmla="*/ 688435 h 903022"/>
                <a:gd name="connsiteX796" fmla="*/ 523161 w 551389"/>
                <a:gd name="connsiteY796" fmla="*/ 684466 h 903022"/>
                <a:gd name="connsiteX797" fmla="*/ 519761 w 551389"/>
                <a:gd name="connsiteY797" fmla="*/ 682145 h 903022"/>
                <a:gd name="connsiteX798" fmla="*/ 518247 w 551389"/>
                <a:gd name="connsiteY798" fmla="*/ 680563 h 903022"/>
                <a:gd name="connsiteX799" fmla="*/ 515756 w 551389"/>
                <a:gd name="connsiteY799" fmla="*/ 680563 h 903022"/>
                <a:gd name="connsiteX800" fmla="*/ 512290 w 551389"/>
                <a:gd name="connsiteY800" fmla="*/ 675787 h 903022"/>
                <a:gd name="connsiteX801" fmla="*/ 512290 w 551389"/>
                <a:gd name="connsiteY801" fmla="*/ 670875 h 903022"/>
                <a:gd name="connsiteX802" fmla="*/ 512223 w 551389"/>
                <a:gd name="connsiteY802" fmla="*/ 666670 h 903022"/>
                <a:gd name="connsiteX803" fmla="*/ 509665 w 551389"/>
                <a:gd name="connsiteY803" fmla="*/ 663777 h 903022"/>
                <a:gd name="connsiteX804" fmla="*/ 505458 w 551389"/>
                <a:gd name="connsiteY804" fmla="*/ 659370 h 903022"/>
                <a:gd name="connsiteX805" fmla="*/ 504011 w 551389"/>
                <a:gd name="connsiteY805" fmla="*/ 657991 h 903022"/>
                <a:gd name="connsiteX806" fmla="*/ 498357 w 551389"/>
                <a:gd name="connsiteY806" fmla="*/ 657991 h 903022"/>
                <a:gd name="connsiteX807" fmla="*/ 495597 w 551389"/>
                <a:gd name="connsiteY807" fmla="*/ 657991 h 903022"/>
                <a:gd name="connsiteX808" fmla="*/ 493275 w 551389"/>
                <a:gd name="connsiteY808" fmla="*/ 657251 h 903022"/>
                <a:gd name="connsiteX809" fmla="*/ 492266 w 551389"/>
                <a:gd name="connsiteY809" fmla="*/ 654930 h 903022"/>
                <a:gd name="connsiteX810" fmla="*/ 492266 w 551389"/>
                <a:gd name="connsiteY810" fmla="*/ 651903 h 903022"/>
                <a:gd name="connsiteX811" fmla="*/ 494150 w 551389"/>
                <a:gd name="connsiteY811" fmla="*/ 650153 h 903022"/>
                <a:gd name="connsiteX812" fmla="*/ 495160 w 551389"/>
                <a:gd name="connsiteY812" fmla="*/ 649144 h 903022"/>
                <a:gd name="connsiteX813" fmla="*/ 498492 w 551389"/>
                <a:gd name="connsiteY813" fmla="*/ 645814 h 903022"/>
                <a:gd name="connsiteX814" fmla="*/ 494857 w 551389"/>
                <a:gd name="connsiteY814" fmla="*/ 642349 h 903022"/>
                <a:gd name="connsiteX815" fmla="*/ 489641 w 551389"/>
                <a:gd name="connsiteY815" fmla="*/ 642349 h 903022"/>
                <a:gd name="connsiteX816" fmla="*/ 487049 w 551389"/>
                <a:gd name="connsiteY816" fmla="*/ 640028 h 903022"/>
                <a:gd name="connsiteX817" fmla="*/ 486040 w 551389"/>
                <a:gd name="connsiteY817" fmla="*/ 637000 h 903022"/>
                <a:gd name="connsiteX818" fmla="*/ 487487 w 551389"/>
                <a:gd name="connsiteY818" fmla="*/ 634107 h 903022"/>
                <a:gd name="connsiteX819" fmla="*/ 491256 w 551389"/>
                <a:gd name="connsiteY819" fmla="*/ 630777 h 903022"/>
                <a:gd name="connsiteX820" fmla="*/ 494891 w 551389"/>
                <a:gd name="connsiteY820" fmla="*/ 628893 h 903022"/>
                <a:gd name="connsiteX821" fmla="*/ 497348 w 551389"/>
                <a:gd name="connsiteY821" fmla="*/ 625865 h 903022"/>
                <a:gd name="connsiteX822" fmla="*/ 497482 w 551389"/>
                <a:gd name="connsiteY822" fmla="*/ 624419 h 903022"/>
                <a:gd name="connsiteX823" fmla="*/ 495295 w 551389"/>
                <a:gd name="connsiteY823" fmla="*/ 621829 h 903022"/>
                <a:gd name="connsiteX824" fmla="*/ 493545 w 551389"/>
                <a:gd name="connsiteY824" fmla="*/ 620517 h 903022"/>
                <a:gd name="connsiteX825" fmla="*/ 490650 w 551389"/>
                <a:gd name="connsiteY825" fmla="*/ 618767 h 903022"/>
                <a:gd name="connsiteX826" fmla="*/ 486006 w 551389"/>
                <a:gd name="connsiteY826" fmla="*/ 617590 h 903022"/>
                <a:gd name="connsiteX827" fmla="*/ 481799 w 551389"/>
                <a:gd name="connsiteY827" fmla="*/ 616446 h 903022"/>
                <a:gd name="connsiteX828" fmla="*/ 478164 w 551389"/>
                <a:gd name="connsiteY828" fmla="*/ 614697 h 903022"/>
                <a:gd name="connsiteX829" fmla="*/ 476280 w 551389"/>
                <a:gd name="connsiteY829" fmla="*/ 612241 h 903022"/>
                <a:gd name="connsiteX830" fmla="*/ 474530 w 551389"/>
                <a:gd name="connsiteY830" fmla="*/ 609046 h 903022"/>
                <a:gd name="connsiteX831" fmla="*/ 474530 w 551389"/>
                <a:gd name="connsiteY831" fmla="*/ 608104 h 903022"/>
                <a:gd name="connsiteX832" fmla="*/ 478299 w 551389"/>
                <a:gd name="connsiteY832" fmla="*/ 605850 h 903022"/>
                <a:gd name="connsiteX833" fmla="*/ 480890 w 551389"/>
                <a:gd name="connsiteY833" fmla="*/ 605850 h 903022"/>
                <a:gd name="connsiteX834" fmla="*/ 481597 w 551389"/>
                <a:gd name="connsiteY834" fmla="*/ 604101 h 903022"/>
                <a:gd name="connsiteX835" fmla="*/ 482607 w 551389"/>
                <a:gd name="connsiteY835" fmla="*/ 602520 h 903022"/>
                <a:gd name="connsiteX836" fmla="*/ 480790 w 551389"/>
                <a:gd name="connsiteY836" fmla="*/ 600131 h 903022"/>
                <a:gd name="connsiteX837" fmla="*/ 477458 w 551389"/>
                <a:gd name="connsiteY837" fmla="*/ 596935 h 903022"/>
                <a:gd name="connsiteX838" fmla="*/ 475708 w 551389"/>
                <a:gd name="connsiteY838" fmla="*/ 594917 h 903022"/>
                <a:gd name="connsiteX839" fmla="*/ 471232 w 551389"/>
                <a:gd name="connsiteY839" fmla="*/ 590275 h 903022"/>
                <a:gd name="connsiteX840" fmla="*/ 467597 w 551389"/>
                <a:gd name="connsiteY840" fmla="*/ 585767 h 903022"/>
                <a:gd name="connsiteX841" fmla="*/ 466015 w 551389"/>
                <a:gd name="connsiteY841" fmla="*/ 583446 h 903022"/>
                <a:gd name="connsiteX842" fmla="*/ 466015 w 551389"/>
                <a:gd name="connsiteY842" fmla="*/ 578669 h 903022"/>
                <a:gd name="connsiteX843" fmla="*/ 466755 w 551389"/>
                <a:gd name="connsiteY843" fmla="*/ 576718 h 903022"/>
                <a:gd name="connsiteX844" fmla="*/ 469179 w 551389"/>
                <a:gd name="connsiteY844" fmla="*/ 574599 h 903022"/>
                <a:gd name="connsiteX845" fmla="*/ 469179 w 551389"/>
                <a:gd name="connsiteY845" fmla="*/ 574599 h 903022"/>
                <a:gd name="connsiteX846" fmla="*/ 469179 w 551389"/>
                <a:gd name="connsiteY846" fmla="*/ 574599 h 903022"/>
                <a:gd name="connsiteX847" fmla="*/ 462852 w 551389"/>
                <a:gd name="connsiteY847" fmla="*/ 572143 h 903022"/>
                <a:gd name="connsiteX848" fmla="*/ 460967 w 551389"/>
                <a:gd name="connsiteY848" fmla="*/ 568510 h 903022"/>
                <a:gd name="connsiteX849" fmla="*/ 460260 w 551389"/>
                <a:gd name="connsiteY849" fmla="*/ 562556 h 903022"/>
                <a:gd name="connsiteX850" fmla="*/ 460260 w 551389"/>
                <a:gd name="connsiteY850" fmla="*/ 551690 h 903022"/>
                <a:gd name="connsiteX851" fmla="*/ 461842 w 551389"/>
                <a:gd name="connsiteY851" fmla="*/ 544727 h 903022"/>
                <a:gd name="connsiteX852" fmla="*/ 460832 w 551389"/>
                <a:gd name="connsiteY852" fmla="*/ 542136 h 903022"/>
                <a:gd name="connsiteX853" fmla="*/ 460832 w 551389"/>
                <a:gd name="connsiteY853" fmla="*/ 534029 h 903022"/>
                <a:gd name="connsiteX854" fmla="*/ 461909 w 551389"/>
                <a:gd name="connsiteY854" fmla="*/ 529959 h 903022"/>
                <a:gd name="connsiteX855" fmla="*/ 463727 w 551389"/>
                <a:gd name="connsiteY855" fmla="*/ 526629 h 903022"/>
                <a:gd name="connsiteX856" fmla="*/ 466049 w 551389"/>
                <a:gd name="connsiteY856" fmla="*/ 522726 h 903022"/>
                <a:gd name="connsiteX857" fmla="*/ 466755 w 551389"/>
                <a:gd name="connsiteY857" fmla="*/ 519093 h 903022"/>
                <a:gd name="connsiteX858" fmla="*/ 467765 w 551389"/>
                <a:gd name="connsiteY858" fmla="*/ 516637 h 903022"/>
                <a:gd name="connsiteX859" fmla="*/ 467765 w 551389"/>
                <a:gd name="connsiteY859" fmla="*/ 511289 h 903022"/>
                <a:gd name="connsiteX860" fmla="*/ 467765 w 551389"/>
                <a:gd name="connsiteY860" fmla="*/ 507387 h 903022"/>
                <a:gd name="connsiteX861" fmla="*/ 467765 w 551389"/>
                <a:gd name="connsiteY861" fmla="*/ 501870 h 903022"/>
                <a:gd name="connsiteX862" fmla="*/ 469515 w 551389"/>
                <a:gd name="connsiteY862" fmla="*/ 498977 h 903022"/>
                <a:gd name="connsiteX863" fmla="*/ 472712 w 551389"/>
                <a:gd name="connsiteY863" fmla="*/ 495075 h 903022"/>
                <a:gd name="connsiteX864" fmla="*/ 474900 w 551389"/>
                <a:gd name="connsiteY864" fmla="*/ 491744 h 903022"/>
                <a:gd name="connsiteX865" fmla="*/ 478232 w 551389"/>
                <a:gd name="connsiteY865" fmla="*/ 486967 h 903022"/>
                <a:gd name="connsiteX866" fmla="*/ 482573 w 551389"/>
                <a:gd name="connsiteY866" fmla="*/ 481753 h 903022"/>
                <a:gd name="connsiteX867" fmla="*/ 483145 w 551389"/>
                <a:gd name="connsiteY867" fmla="*/ 475799 h 903022"/>
                <a:gd name="connsiteX868" fmla="*/ 485737 w 551389"/>
                <a:gd name="connsiteY868" fmla="*/ 471594 h 903022"/>
                <a:gd name="connsiteX869" fmla="*/ 487621 w 551389"/>
                <a:gd name="connsiteY869" fmla="*/ 467826 h 903022"/>
                <a:gd name="connsiteX870" fmla="*/ 489068 w 551389"/>
                <a:gd name="connsiteY870" fmla="*/ 462747 h 903022"/>
                <a:gd name="connsiteX871" fmla="*/ 490819 w 551389"/>
                <a:gd name="connsiteY871" fmla="*/ 458542 h 903022"/>
                <a:gd name="connsiteX872" fmla="*/ 491391 w 551389"/>
                <a:gd name="connsiteY872" fmla="*/ 452890 h 903022"/>
                <a:gd name="connsiteX873" fmla="*/ 490381 w 551389"/>
                <a:gd name="connsiteY873" fmla="*/ 448248 h 903022"/>
                <a:gd name="connsiteX874" fmla="*/ 490381 w 551389"/>
                <a:gd name="connsiteY874" fmla="*/ 444178 h 903022"/>
                <a:gd name="connsiteX875" fmla="*/ 488799 w 551389"/>
                <a:gd name="connsiteY875" fmla="*/ 436373 h 903022"/>
                <a:gd name="connsiteX876" fmla="*/ 486477 w 551389"/>
                <a:gd name="connsiteY876" fmla="*/ 433615 h 903022"/>
                <a:gd name="connsiteX877" fmla="*/ 481395 w 551389"/>
                <a:gd name="connsiteY877" fmla="*/ 427257 h 903022"/>
                <a:gd name="connsiteX878" fmla="*/ 480823 w 551389"/>
                <a:gd name="connsiteY878" fmla="*/ 420159 h 903022"/>
                <a:gd name="connsiteX879" fmla="*/ 481698 w 551389"/>
                <a:gd name="connsiteY879" fmla="*/ 415820 h 903022"/>
                <a:gd name="connsiteX880" fmla="*/ 480554 w 551389"/>
                <a:gd name="connsiteY880" fmla="*/ 410471 h 903022"/>
                <a:gd name="connsiteX881" fmla="*/ 478972 w 551389"/>
                <a:gd name="connsiteY881" fmla="*/ 406838 h 903022"/>
                <a:gd name="connsiteX882" fmla="*/ 476953 w 551389"/>
                <a:gd name="connsiteY882" fmla="*/ 403507 h 903022"/>
                <a:gd name="connsiteX883" fmla="*/ 476684 w 551389"/>
                <a:gd name="connsiteY883" fmla="*/ 397856 h 903022"/>
                <a:gd name="connsiteX884" fmla="*/ 476246 w 551389"/>
                <a:gd name="connsiteY884" fmla="*/ 392642 h 903022"/>
                <a:gd name="connsiteX885" fmla="*/ 476818 w 551389"/>
                <a:gd name="connsiteY885" fmla="*/ 389312 h 903022"/>
                <a:gd name="connsiteX886" fmla="*/ 477693 w 551389"/>
                <a:gd name="connsiteY886" fmla="*/ 387428 h 903022"/>
                <a:gd name="connsiteX887" fmla="*/ 478131 w 551389"/>
                <a:gd name="connsiteY887" fmla="*/ 381776 h 903022"/>
                <a:gd name="connsiteX888" fmla="*/ 478568 w 551389"/>
                <a:gd name="connsiteY888" fmla="*/ 377874 h 903022"/>
                <a:gd name="connsiteX889" fmla="*/ 478265 w 551389"/>
                <a:gd name="connsiteY889" fmla="*/ 374241 h 903022"/>
                <a:gd name="connsiteX890" fmla="*/ 477962 w 551389"/>
                <a:gd name="connsiteY890" fmla="*/ 370473 h 903022"/>
                <a:gd name="connsiteX891" fmla="*/ 477390 w 551389"/>
                <a:gd name="connsiteY891" fmla="*/ 367278 h 903022"/>
                <a:gd name="connsiteX892" fmla="*/ 476650 w 551389"/>
                <a:gd name="connsiteY892" fmla="*/ 365394 h 903022"/>
                <a:gd name="connsiteX893" fmla="*/ 476785 w 551389"/>
                <a:gd name="connsiteY893" fmla="*/ 363947 h 903022"/>
                <a:gd name="connsiteX894" fmla="*/ 477357 w 551389"/>
                <a:gd name="connsiteY894" fmla="*/ 361323 h 903022"/>
                <a:gd name="connsiteX895" fmla="*/ 478366 w 551389"/>
                <a:gd name="connsiteY895" fmla="*/ 359440 h 903022"/>
                <a:gd name="connsiteX896" fmla="*/ 479073 w 551389"/>
                <a:gd name="connsiteY896" fmla="*/ 356681 h 903022"/>
                <a:gd name="connsiteX897" fmla="*/ 479948 w 551389"/>
                <a:gd name="connsiteY897" fmla="*/ 354360 h 903022"/>
                <a:gd name="connsiteX898" fmla="*/ 479948 w 551389"/>
                <a:gd name="connsiteY898" fmla="*/ 351601 h 903022"/>
                <a:gd name="connsiteX899" fmla="*/ 478938 w 551389"/>
                <a:gd name="connsiteY899" fmla="*/ 350020 h 903022"/>
                <a:gd name="connsiteX900" fmla="*/ 477626 w 551389"/>
                <a:gd name="connsiteY900" fmla="*/ 346555 h 903022"/>
                <a:gd name="connsiteX901" fmla="*/ 475035 w 551389"/>
                <a:gd name="connsiteY901" fmla="*/ 342653 h 903022"/>
                <a:gd name="connsiteX902" fmla="*/ 473150 w 551389"/>
                <a:gd name="connsiteY902" fmla="*/ 340198 h 903022"/>
                <a:gd name="connsiteX903" fmla="*/ 471265 w 551389"/>
                <a:gd name="connsiteY903" fmla="*/ 338751 h 903022"/>
                <a:gd name="connsiteX904" fmla="*/ 471265 w 551389"/>
                <a:gd name="connsiteY904" fmla="*/ 337607 h 903022"/>
                <a:gd name="connsiteX905" fmla="*/ 472207 w 551389"/>
                <a:gd name="connsiteY905" fmla="*/ 335858 h 903022"/>
                <a:gd name="connsiteX906" fmla="*/ 474025 w 551389"/>
                <a:gd name="connsiteY906" fmla="*/ 334714 h 903022"/>
                <a:gd name="connsiteX907" fmla="*/ 475035 w 551389"/>
                <a:gd name="connsiteY907" fmla="*/ 332830 h 903022"/>
                <a:gd name="connsiteX908" fmla="*/ 475741 w 551389"/>
                <a:gd name="connsiteY908" fmla="*/ 330509 h 903022"/>
                <a:gd name="connsiteX909" fmla="*/ 475607 w 551389"/>
                <a:gd name="connsiteY909" fmla="*/ 327751 h 903022"/>
                <a:gd name="connsiteX910" fmla="*/ 473857 w 551389"/>
                <a:gd name="connsiteY910" fmla="*/ 327751 h 903022"/>
                <a:gd name="connsiteX911" fmla="*/ 471972 w 551389"/>
                <a:gd name="connsiteY911" fmla="*/ 324858 h 903022"/>
                <a:gd name="connsiteX912" fmla="*/ 469515 w 551389"/>
                <a:gd name="connsiteY912" fmla="*/ 324858 h 903022"/>
                <a:gd name="connsiteX913" fmla="*/ 469515 w 551389"/>
                <a:gd name="connsiteY913" fmla="*/ 323277 h 903022"/>
                <a:gd name="connsiteX914" fmla="*/ 471837 w 551389"/>
                <a:gd name="connsiteY914" fmla="*/ 322268 h 903022"/>
                <a:gd name="connsiteX915" fmla="*/ 473419 w 551389"/>
                <a:gd name="connsiteY915" fmla="*/ 320081 h 903022"/>
                <a:gd name="connsiteX916" fmla="*/ 472712 w 551389"/>
                <a:gd name="connsiteY916" fmla="*/ 318063 h 903022"/>
                <a:gd name="connsiteX917" fmla="*/ 471703 w 551389"/>
                <a:gd name="connsiteY917" fmla="*/ 316751 h 903022"/>
                <a:gd name="connsiteX918" fmla="*/ 470558 w 551389"/>
                <a:gd name="connsiteY918" fmla="*/ 315001 h 903022"/>
                <a:gd name="connsiteX919" fmla="*/ 471703 w 551389"/>
                <a:gd name="connsiteY919" fmla="*/ 313555 h 903022"/>
                <a:gd name="connsiteX920" fmla="*/ 470390 w 551389"/>
                <a:gd name="connsiteY920" fmla="*/ 310797 h 903022"/>
                <a:gd name="connsiteX921" fmla="*/ 469515 w 551389"/>
                <a:gd name="connsiteY921" fmla="*/ 305717 h 903022"/>
                <a:gd name="connsiteX922" fmla="*/ 469515 w 551389"/>
                <a:gd name="connsiteY922" fmla="*/ 302252 h 903022"/>
                <a:gd name="connsiteX923" fmla="*/ 471030 w 551389"/>
                <a:gd name="connsiteY923" fmla="*/ 300368 h 903022"/>
                <a:gd name="connsiteX924" fmla="*/ 474732 w 551389"/>
                <a:gd name="connsiteY924" fmla="*/ 299796 h 903022"/>
                <a:gd name="connsiteX925" fmla="*/ 476179 w 551389"/>
                <a:gd name="connsiteY925" fmla="*/ 298047 h 903022"/>
                <a:gd name="connsiteX926" fmla="*/ 475741 w 551389"/>
                <a:gd name="connsiteY926" fmla="*/ 295861 h 903022"/>
                <a:gd name="connsiteX927" fmla="*/ 474732 w 551389"/>
                <a:gd name="connsiteY927" fmla="*/ 295289 h 903022"/>
                <a:gd name="connsiteX928" fmla="*/ 474732 w 551389"/>
                <a:gd name="connsiteY928" fmla="*/ 292261 h 903022"/>
                <a:gd name="connsiteX929" fmla="*/ 479006 w 551389"/>
                <a:gd name="connsiteY929" fmla="*/ 290815 h 903022"/>
                <a:gd name="connsiteX930" fmla="*/ 480520 w 551389"/>
                <a:gd name="connsiteY930" fmla="*/ 287787 h 903022"/>
                <a:gd name="connsiteX931" fmla="*/ 482977 w 551389"/>
                <a:gd name="connsiteY931" fmla="*/ 283447 h 903022"/>
                <a:gd name="connsiteX932" fmla="*/ 486309 w 551389"/>
                <a:gd name="connsiteY932" fmla="*/ 278099 h 903022"/>
                <a:gd name="connsiteX933" fmla="*/ 492838 w 551389"/>
                <a:gd name="connsiteY933" fmla="*/ 273187 h 903022"/>
                <a:gd name="connsiteX934" fmla="*/ 494722 w 551389"/>
                <a:gd name="connsiteY934" fmla="*/ 269117 h 903022"/>
                <a:gd name="connsiteX935" fmla="*/ 497314 w 551389"/>
                <a:gd name="connsiteY935" fmla="*/ 266661 h 903022"/>
                <a:gd name="connsiteX936" fmla="*/ 498189 w 551389"/>
                <a:gd name="connsiteY936" fmla="*/ 263903 h 903022"/>
                <a:gd name="connsiteX937" fmla="*/ 497886 w 551389"/>
                <a:gd name="connsiteY937" fmla="*/ 259395 h 903022"/>
                <a:gd name="connsiteX938" fmla="*/ 495867 w 551389"/>
                <a:gd name="connsiteY938" fmla="*/ 257780 h 903022"/>
                <a:gd name="connsiteX939" fmla="*/ 492972 w 551389"/>
                <a:gd name="connsiteY939" fmla="*/ 252701 h 903022"/>
                <a:gd name="connsiteX940" fmla="*/ 493275 w 551389"/>
                <a:gd name="connsiteY940" fmla="*/ 250111 h 903022"/>
                <a:gd name="connsiteX941" fmla="*/ 496304 w 551389"/>
                <a:gd name="connsiteY941" fmla="*/ 248092 h 903022"/>
                <a:gd name="connsiteX942" fmla="*/ 499333 w 551389"/>
                <a:gd name="connsiteY942" fmla="*/ 244022 h 903022"/>
                <a:gd name="connsiteX943" fmla="*/ 502362 w 551389"/>
                <a:gd name="connsiteY943" fmla="*/ 243450 h 903022"/>
                <a:gd name="connsiteX944" fmla="*/ 505256 w 551389"/>
                <a:gd name="connsiteY944" fmla="*/ 241129 h 903022"/>
                <a:gd name="connsiteX945" fmla="*/ 506703 w 551389"/>
                <a:gd name="connsiteY945" fmla="*/ 238673 h 903022"/>
                <a:gd name="connsiteX946" fmla="*/ 507444 w 551389"/>
                <a:gd name="connsiteY946" fmla="*/ 234334 h 903022"/>
                <a:gd name="connsiteX947" fmla="*/ 503977 w 551389"/>
                <a:gd name="connsiteY947" fmla="*/ 230129 h 903022"/>
                <a:gd name="connsiteX948" fmla="*/ 504550 w 551389"/>
                <a:gd name="connsiteY948" fmla="*/ 227505 h 903022"/>
                <a:gd name="connsiteX949" fmla="*/ 506131 w 551389"/>
                <a:gd name="connsiteY949" fmla="*/ 225318 h 903022"/>
                <a:gd name="connsiteX950" fmla="*/ 507276 w 551389"/>
                <a:gd name="connsiteY950" fmla="*/ 223300 h 903022"/>
                <a:gd name="connsiteX951" fmla="*/ 504516 w 551389"/>
                <a:gd name="connsiteY951" fmla="*/ 221853 h 903022"/>
                <a:gd name="connsiteX952" fmla="*/ 500747 w 551389"/>
                <a:gd name="connsiteY952" fmla="*/ 220541 h 903022"/>
                <a:gd name="connsiteX953" fmla="*/ 500747 w 551389"/>
                <a:gd name="connsiteY953" fmla="*/ 219398 h 903022"/>
                <a:gd name="connsiteX954" fmla="*/ 501184 w 551389"/>
                <a:gd name="connsiteY954" fmla="*/ 216303 h 903022"/>
                <a:gd name="connsiteX955" fmla="*/ 502497 w 551389"/>
                <a:gd name="connsiteY955" fmla="*/ 215529 h 903022"/>
                <a:gd name="connsiteX956" fmla="*/ 504247 w 551389"/>
                <a:gd name="connsiteY956" fmla="*/ 214116 h 903022"/>
                <a:gd name="connsiteX957" fmla="*/ 504449 w 551389"/>
                <a:gd name="connsiteY957" fmla="*/ 213040 h 903022"/>
                <a:gd name="connsiteX958" fmla="*/ 501521 w 551389"/>
                <a:gd name="connsiteY958" fmla="*/ 210651 h 903022"/>
                <a:gd name="connsiteX959" fmla="*/ 499131 w 551389"/>
                <a:gd name="connsiteY959" fmla="*/ 209440 h 903022"/>
                <a:gd name="connsiteX960" fmla="*/ 498155 w 551389"/>
                <a:gd name="connsiteY960" fmla="*/ 208128 h 903022"/>
                <a:gd name="connsiteX961" fmla="*/ 496843 w 551389"/>
                <a:gd name="connsiteY961" fmla="*/ 207355 h 903022"/>
                <a:gd name="connsiteX962" fmla="*/ 494117 w 551389"/>
                <a:gd name="connsiteY962" fmla="*/ 206480 h 903022"/>
                <a:gd name="connsiteX963" fmla="*/ 493780 w 551389"/>
                <a:gd name="connsiteY963" fmla="*/ 204865 h 903022"/>
                <a:gd name="connsiteX964" fmla="*/ 493780 w 551389"/>
                <a:gd name="connsiteY964" fmla="*/ 202141 h 903022"/>
                <a:gd name="connsiteX965" fmla="*/ 492198 w 551389"/>
                <a:gd name="connsiteY965" fmla="*/ 199315 h 903022"/>
                <a:gd name="connsiteX966" fmla="*/ 490078 w 551389"/>
                <a:gd name="connsiteY966" fmla="*/ 196590 h 903022"/>
                <a:gd name="connsiteX967" fmla="*/ 488665 w 551389"/>
                <a:gd name="connsiteY967" fmla="*/ 195177 h 903022"/>
                <a:gd name="connsiteX968" fmla="*/ 485636 w 551389"/>
                <a:gd name="connsiteY968" fmla="*/ 191813 h 903022"/>
                <a:gd name="connsiteX969" fmla="*/ 483347 w 551389"/>
                <a:gd name="connsiteY969" fmla="*/ 190299 h 903022"/>
                <a:gd name="connsiteX970" fmla="*/ 480857 w 551389"/>
                <a:gd name="connsiteY970" fmla="*/ 188685 h 903022"/>
                <a:gd name="connsiteX971" fmla="*/ 478804 w 551389"/>
                <a:gd name="connsiteY971" fmla="*/ 185859 h 903022"/>
                <a:gd name="connsiteX972" fmla="*/ 479881 w 551389"/>
                <a:gd name="connsiteY972" fmla="*/ 183571 h 903022"/>
                <a:gd name="connsiteX973" fmla="*/ 479881 w 551389"/>
                <a:gd name="connsiteY973" fmla="*/ 182260 h 903022"/>
                <a:gd name="connsiteX974" fmla="*/ 479881 w 551389"/>
                <a:gd name="connsiteY974" fmla="*/ 180073 h 903022"/>
                <a:gd name="connsiteX975" fmla="*/ 480655 w 551389"/>
                <a:gd name="connsiteY975" fmla="*/ 176810 h 903022"/>
                <a:gd name="connsiteX976" fmla="*/ 482506 w 551389"/>
                <a:gd name="connsiteY976" fmla="*/ 174522 h 903022"/>
                <a:gd name="connsiteX977" fmla="*/ 482169 w 551389"/>
                <a:gd name="connsiteY977" fmla="*/ 171697 h 903022"/>
                <a:gd name="connsiteX978" fmla="*/ 479914 w 551389"/>
                <a:gd name="connsiteY978" fmla="*/ 170082 h 903022"/>
                <a:gd name="connsiteX979" fmla="*/ 479914 w 551389"/>
                <a:gd name="connsiteY979" fmla="*/ 166617 h 903022"/>
                <a:gd name="connsiteX980" fmla="*/ 482068 w 551389"/>
                <a:gd name="connsiteY980" fmla="*/ 163589 h 903022"/>
                <a:gd name="connsiteX981" fmla="*/ 483145 w 551389"/>
                <a:gd name="connsiteY981" fmla="*/ 161201 h 903022"/>
                <a:gd name="connsiteX982" fmla="*/ 484323 w 551389"/>
                <a:gd name="connsiteY982" fmla="*/ 157063 h 903022"/>
                <a:gd name="connsiteX983" fmla="*/ 489102 w 551389"/>
                <a:gd name="connsiteY983" fmla="*/ 152724 h 903022"/>
                <a:gd name="connsiteX984" fmla="*/ 491054 w 551389"/>
                <a:gd name="connsiteY984" fmla="*/ 149461 h 903022"/>
                <a:gd name="connsiteX985" fmla="*/ 493242 w 551389"/>
                <a:gd name="connsiteY985" fmla="*/ 148149 h 903022"/>
                <a:gd name="connsiteX986" fmla="*/ 497785 w 551389"/>
                <a:gd name="connsiteY986" fmla="*/ 145962 h 903022"/>
                <a:gd name="connsiteX987" fmla="*/ 499972 w 551389"/>
                <a:gd name="connsiteY987" fmla="*/ 143238 h 903022"/>
                <a:gd name="connsiteX988" fmla="*/ 501487 w 551389"/>
                <a:gd name="connsiteY988" fmla="*/ 139638 h 903022"/>
                <a:gd name="connsiteX989" fmla="*/ 502900 w 551389"/>
                <a:gd name="connsiteY989" fmla="*/ 137048 h 903022"/>
                <a:gd name="connsiteX990" fmla="*/ 504953 w 551389"/>
                <a:gd name="connsiteY990" fmla="*/ 133347 h 903022"/>
                <a:gd name="connsiteX991" fmla="*/ 507881 w 551389"/>
                <a:gd name="connsiteY991" fmla="*/ 131834 h 903022"/>
                <a:gd name="connsiteX992" fmla="*/ 511381 w 551389"/>
                <a:gd name="connsiteY992" fmla="*/ 130959 h 903022"/>
                <a:gd name="connsiteX993" fmla="*/ 513670 w 551389"/>
                <a:gd name="connsiteY993" fmla="*/ 129445 h 903022"/>
                <a:gd name="connsiteX994" fmla="*/ 514646 w 551389"/>
                <a:gd name="connsiteY994" fmla="*/ 126620 h 903022"/>
                <a:gd name="connsiteX995" fmla="*/ 514646 w 551389"/>
                <a:gd name="connsiteY995" fmla="*/ 121607 h 903022"/>
                <a:gd name="connsiteX996" fmla="*/ 515790 w 551389"/>
                <a:gd name="connsiteY996" fmla="*/ 116931 h 903022"/>
                <a:gd name="connsiteX997" fmla="*/ 515521 w 551389"/>
                <a:gd name="connsiteY997" fmla="*/ 114206 h 903022"/>
                <a:gd name="connsiteX998" fmla="*/ 516396 w 551389"/>
                <a:gd name="connsiteY998" fmla="*/ 110944 h 903022"/>
                <a:gd name="connsiteX999" fmla="*/ 516396 w 551389"/>
                <a:gd name="connsiteY999" fmla="*/ 107479 h 903022"/>
                <a:gd name="connsiteX1000" fmla="*/ 516396 w 551389"/>
                <a:gd name="connsiteY1000" fmla="*/ 104115 h 903022"/>
                <a:gd name="connsiteX1001" fmla="*/ 517372 w 551389"/>
                <a:gd name="connsiteY1001" fmla="*/ 101524 h 903022"/>
                <a:gd name="connsiteX1002" fmla="*/ 519661 w 551389"/>
                <a:gd name="connsiteY1002" fmla="*/ 98934 h 903022"/>
                <a:gd name="connsiteX1003" fmla="*/ 521511 w 551389"/>
                <a:gd name="connsiteY1003" fmla="*/ 96108 h 903022"/>
                <a:gd name="connsiteX1004" fmla="*/ 523362 w 551389"/>
                <a:gd name="connsiteY1004" fmla="*/ 91870 h 903022"/>
                <a:gd name="connsiteX1005" fmla="*/ 523362 w 551389"/>
                <a:gd name="connsiteY1005" fmla="*/ 89683 h 903022"/>
                <a:gd name="connsiteX1006" fmla="*/ 524641 w 551389"/>
                <a:gd name="connsiteY1006" fmla="*/ 87194 h 903022"/>
                <a:gd name="connsiteX1007" fmla="*/ 525853 w 551389"/>
                <a:gd name="connsiteY1007" fmla="*/ 84032 h 903022"/>
                <a:gd name="connsiteX1008" fmla="*/ 526290 w 551389"/>
                <a:gd name="connsiteY1008" fmla="*/ 80029 h 903022"/>
                <a:gd name="connsiteX1009" fmla="*/ 524574 w 551389"/>
                <a:gd name="connsiteY1009" fmla="*/ 76564 h 903022"/>
                <a:gd name="connsiteX1010" fmla="*/ 524574 w 551389"/>
                <a:gd name="connsiteY1010" fmla="*/ 72527 h 903022"/>
                <a:gd name="connsiteX1011" fmla="*/ 526964 w 551389"/>
                <a:gd name="connsiteY1011" fmla="*/ 70239 h 903022"/>
                <a:gd name="connsiteX1012" fmla="*/ 529454 w 551389"/>
                <a:gd name="connsiteY1012" fmla="*/ 69466 h 903022"/>
                <a:gd name="connsiteX1013" fmla="*/ 531305 w 551389"/>
                <a:gd name="connsiteY1013" fmla="*/ 67717 h 903022"/>
                <a:gd name="connsiteX1014" fmla="*/ 534569 w 551389"/>
                <a:gd name="connsiteY1014" fmla="*/ 65429 h 903022"/>
                <a:gd name="connsiteX1015" fmla="*/ 537060 w 551389"/>
                <a:gd name="connsiteY1015" fmla="*/ 62940 h 903022"/>
                <a:gd name="connsiteX1016" fmla="*/ 539012 w 551389"/>
                <a:gd name="connsiteY1016" fmla="*/ 58701 h 903022"/>
                <a:gd name="connsiteX1017" fmla="*/ 540089 w 551389"/>
                <a:gd name="connsiteY1017" fmla="*/ 53924 h 903022"/>
                <a:gd name="connsiteX1018" fmla="*/ 540190 w 551389"/>
                <a:gd name="connsiteY1018" fmla="*/ 50325 h 903022"/>
                <a:gd name="connsiteX1019" fmla="*/ 540964 w 551389"/>
                <a:gd name="connsiteY1019" fmla="*/ 43597 h 903022"/>
                <a:gd name="connsiteX1020" fmla="*/ 548233 w 551389"/>
                <a:gd name="connsiteY1020" fmla="*/ 37609 h 903022"/>
                <a:gd name="connsiteX1021" fmla="*/ 547829 w 551389"/>
                <a:gd name="connsiteY1021" fmla="*/ 36062 h 90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Lst>
              <a:rect l="l" t="t" r="r" b="b"/>
              <a:pathLst>
                <a:path w="551389" h="903022">
                  <a:moveTo>
                    <a:pt x="547829" y="36062"/>
                  </a:moveTo>
                  <a:cubicBezTo>
                    <a:pt x="547190" y="36062"/>
                    <a:pt x="546079" y="35624"/>
                    <a:pt x="545238" y="35187"/>
                  </a:cubicBezTo>
                  <a:cubicBezTo>
                    <a:pt x="544363" y="34750"/>
                    <a:pt x="542748" y="32462"/>
                    <a:pt x="542310" y="32260"/>
                  </a:cubicBezTo>
                  <a:cubicBezTo>
                    <a:pt x="541872" y="32059"/>
                    <a:pt x="539820" y="31722"/>
                    <a:pt x="537868" y="30848"/>
                  </a:cubicBezTo>
                  <a:cubicBezTo>
                    <a:pt x="535916" y="29973"/>
                    <a:pt x="536353" y="26172"/>
                    <a:pt x="536353" y="25734"/>
                  </a:cubicBezTo>
                  <a:cubicBezTo>
                    <a:pt x="536353" y="25297"/>
                    <a:pt x="538743" y="23548"/>
                    <a:pt x="539517" y="23548"/>
                  </a:cubicBezTo>
                  <a:cubicBezTo>
                    <a:pt x="540055" y="23548"/>
                    <a:pt x="540829" y="23615"/>
                    <a:pt x="541906" y="23716"/>
                  </a:cubicBezTo>
                  <a:lnTo>
                    <a:pt x="541334" y="23009"/>
                  </a:lnTo>
                  <a:lnTo>
                    <a:pt x="542546" y="20150"/>
                  </a:lnTo>
                  <a:lnTo>
                    <a:pt x="542546" y="16382"/>
                  </a:lnTo>
                  <a:lnTo>
                    <a:pt x="534704" y="16382"/>
                  </a:lnTo>
                  <a:lnTo>
                    <a:pt x="533829" y="12043"/>
                  </a:lnTo>
                  <a:lnTo>
                    <a:pt x="533829" y="8578"/>
                  </a:lnTo>
                  <a:lnTo>
                    <a:pt x="536017" y="6392"/>
                  </a:lnTo>
                  <a:lnTo>
                    <a:pt x="537464" y="3499"/>
                  </a:lnTo>
                  <a:lnTo>
                    <a:pt x="537161" y="1749"/>
                  </a:lnTo>
                  <a:lnTo>
                    <a:pt x="535276" y="875"/>
                  </a:lnTo>
                  <a:lnTo>
                    <a:pt x="533829" y="0"/>
                  </a:lnTo>
                  <a:lnTo>
                    <a:pt x="530363" y="1144"/>
                  </a:lnTo>
                  <a:lnTo>
                    <a:pt x="526156" y="4340"/>
                  </a:lnTo>
                  <a:lnTo>
                    <a:pt x="521814" y="7233"/>
                  </a:lnTo>
                  <a:cubicBezTo>
                    <a:pt x="521814" y="7233"/>
                    <a:pt x="513973" y="12447"/>
                    <a:pt x="513973" y="12884"/>
                  </a:cubicBezTo>
                  <a:cubicBezTo>
                    <a:pt x="513973" y="13321"/>
                    <a:pt x="509631" y="17358"/>
                    <a:pt x="509631" y="17358"/>
                  </a:cubicBezTo>
                  <a:lnTo>
                    <a:pt x="504852" y="22572"/>
                  </a:lnTo>
                  <a:cubicBezTo>
                    <a:pt x="504852" y="22572"/>
                    <a:pt x="503473" y="26777"/>
                    <a:pt x="503170" y="27214"/>
                  </a:cubicBezTo>
                  <a:cubicBezTo>
                    <a:pt x="502867" y="27652"/>
                    <a:pt x="500780" y="30107"/>
                    <a:pt x="500780" y="30107"/>
                  </a:cubicBezTo>
                  <a:lnTo>
                    <a:pt x="500780" y="32866"/>
                  </a:lnTo>
                  <a:lnTo>
                    <a:pt x="498189" y="34615"/>
                  </a:lnTo>
                  <a:lnTo>
                    <a:pt x="496876" y="37205"/>
                  </a:lnTo>
                  <a:cubicBezTo>
                    <a:pt x="496876" y="37205"/>
                    <a:pt x="496001" y="36903"/>
                    <a:pt x="495429" y="37205"/>
                  </a:cubicBezTo>
                  <a:cubicBezTo>
                    <a:pt x="494857" y="37508"/>
                    <a:pt x="491222" y="32866"/>
                    <a:pt x="490347" y="32563"/>
                  </a:cubicBezTo>
                  <a:cubicBezTo>
                    <a:pt x="489472" y="32260"/>
                    <a:pt x="485568" y="31117"/>
                    <a:pt x="485568" y="31117"/>
                  </a:cubicBezTo>
                  <a:lnTo>
                    <a:pt x="482674" y="29367"/>
                  </a:lnTo>
                  <a:lnTo>
                    <a:pt x="480352" y="28661"/>
                  </a:lnTo>
                  <a:lnTo>
                    <a:pt x="477761" y="28795"/>
                  </a:lnTo>
                  <a:cubicBezTo>
                    <a:pt x="477761" y="28795"/>
                    <a:pt x="474563" y="29670"/>
                    <a:pt x="474126" y="29939"/>
                  </a:cubicBezTo>
                  <a:cubicBezTo>
                    <a:pt x="473688" y="30242"/>
                    <a:pt x="474126" y="33404"/>
                    <a:pt x="474126" y="33404"/>
                  </a:cubicBezTo>
                  <a:lnTo>
                    <a:pt x="471972" y="34716"/>
                  </a:lnTo>
                  <a:lnTo>
                    <a:pt x="468203" y="30377"/>
                  </a:lnTo>
                  <a:lnTo>
                    <a:pt x="464871" y="27618"/>
                  </a:lnTo>
                  <a:lnTo>
                    <a:pt x="461775" y="23279"/>
                  </a:lnTo>
                  <a:lnTo>
                    <a:pt x="460799" y="20823"/>
                  </a:lnTo>
                  <a:lnTo>
                    <a:pt x="460799" y="17190"/>
                  </a:lnTo>
                  <a:lnTo>
                    <a:pt x="457601" y="15676"/>
                  </a:lnTo>
                  <a:lnTo>
                    <a:pt x="453092" y="16315"/>
                  </a:lnTo>
                  <a:lnTo>
                    <a:pt x="449457" y="16315"/>
                  </a:lnTo>
                  <a:lnTo>
                    <a:pt x="444678" y="16450"/>
                  </a:lnTo>
                  <a:lnTo>
                    <a:pt x="440606" y="19343"/>
                  </a:lnTo>
                  <a:lnTo>
                    <a:pt x="444678" y="22976"/>
                  </a:lnTo>
                  <a:lnTo>
                    <a:pt x="448885" y="27046"/>
                  </a:lnTo>
                  <a:lnTo>
                    <a:pt x="453664" y="28795"/>
                  </a:lnTo>
                  <a:cubicBezTo>
                    <a:pt x="453967" y="29536"/>
                    <a:pt x="452789" y="30545"/>
                    <a:pt x="451779" y="31554"/>
                  </a:cubicBezTo>
                  <a:cubicBezTo>
                    <a:pt x="450769" y="32563"/>
                    <a:pt x="449020" y="34010"/>
                    <a:pt x="449020" y="34010"/>
                  </a:cubicBezTo>
                  <a:cubicBezTo>
                    <a:pt x="449020" y="34010"/>
                    <a:pt x="447842" y="35153"/>
                    <a:pt x="447438" y="35591"/>
                  </a:cubicBezTo>
                  <a:cubicBezTo>
                    <a:pt x="447000" y="36028"/>
                    <a:pt x="443803" y="37912"/>
                    <a:pt x="443366" y="38181"/>
                  </a:cubicBezTo>
                  <a:cubicBezTo>
                    <a:pt x="442928" y="38484"/>
                    <a:pt x="440337" y="39190"/>
                    <a:pt x="439462" y="40065"/>
                  </a:cubicBezTo>
                  <a:cubicBezTo>
                    <a:pt x="438587" y="40939"/>
                    <a:pt x="435389" y="43261"/>
                    <a:pt x="435389" y="43261"/>
                  </a:cubicBezTo>
                  <a:cubicBezTo>
                    <a:pt x="435389" y="43261"/>
                    <a:pt x="432495" y="43698"/>
                    <a:pt x="431485" y="44572"/>
                  </a:cubicBezTo>
                  <a:cubicBezTo>
                    <a:pt x="430476" y="45447"/>
                    <a:pt x="426404" y="49047"/>
                    <a:pt x="426269" y="49921"/>
                  </a:cubicBezTo>
                  <a:cubicBezTo>
                    <a:pt x="426134" y="50796"/>
                    <a:pt x="423206" y="53689"/>
                    <a:pt x="423206" y="53689"/>
                  </a:cubicBezTo>
                  <a:lnTo>
                    <a:pt x="418427" y="56582"/>
                  </a:lnTo>
                  <a:lnTo>
                    <a:pt x="413480" y="58466"/>
                  </a:lnTo>
                  <a:lnTo>
                    <a:pt x="407389" y="60047"/>
                  </a:lnTo>
                  <a:lnTo>
                    <a:pt x="405807" y="63512"/>
                  </a:lnTo>
                  <a:lnTo>
                    <a:pt x="404225" y="68154"/>
                  </a:lnTo>
                  <a:cubicBezTo>
                    <a:pt x="404225" y="68154"/>
                    <a:pt x="403855" y="71921"/>
                    <a:pt x="403855" y="72359"/>
                  </a:cubicBezTo>
                  <a:cubicBezTo>
                    <a:pt x="403855" y="72796"/>
                    <a:pt x="403350" y="77573"/>
                    <a:pt x="403350" y="77573"/>
                  </a:cubicBezTo>
                  <a:lnTo>
                    <a:pt x="403350" y="81475"/>
                  </a:lnTo>
                  <a:lnTo>
                    <a:pt x="400456" y="83796"/>
                  </a:lnTo>
                  <a:lnTo>
                    <a:pt x="398571" y="87867"/>
                  </a:lnTo>
                  <a:lnTo>
                    <a:pt x="393490" y="89313"/>
                  </a:lnTo>
                  <a:lnTo>
                    <a:pt x="388576" y="89313"/>
                  </a:lnTo>
                  <a:lnTo>
                    <a:pt x="384941" y="86555"/>
                  </a:lnTo>
                  <a:lnTo>
                    <a:pt x="381744" y="88439"/>
                  </a:lnTo>
                  <a:cubicBezTo>
                    <a:pt x="381744" y="88439"/>
                    <a:pt x="379052" y="93215"/>
                    <a:pt x="379052" y="93653"/>
                  </a:cubicBezTo>
                  <a:cubicBezTo>
                    <a:pt x="379052" y="94090"/>
                    <a:pt x="377234" y="97690"/>
                    <a:pt x="377234" y="97690"/>
                  </a:cubicBezTo>
                  <a:lnTo>
                    <a:pt x="377234" y="102332"/>
                  </a:lnTo>
                  <a:lnTo>
                    <a:pt x="376494" y="105965"/>
                  </a:lnTo>
                  <a:lnTo>
                    <a:pt x="378109" y="109295"/>
                  </a:lnTo>
                  <a:lnTo>
                    <a:pt x="378681" y="111751"/>
                  </a:lnTo>
                  <a:lnTo>
                    <a:pt x="374475" y="112491"/>
                  </a:lnTo>
                  <a:lnTo>
                    <a:pt x="370840" y="113366"/>
                  </a:lnTo>
                  <a:lnTo>
                    <a:pt x="368383" y="116124"/>
                  </a:lnTo>
                  <a:cubicBezTo>
                    <a:pt x="368383" y="116124"/>
                    <a:pt x="365051" y="116999"/>
                    <a:pt x="364748" y="117436"/>
                  </a:cubicBezTo>
                  <a:cubicBezTo>
                    <a:pt x="364446" y="117873"/>
                    <a:pt x="361854" y="122650"/>
                    <a:pt x="361854" y="122650"/>
                  </a:cubicBezTo>
                  <a:lnTo>
                    <a:pt x="357647" y="126283"/>
                  </a:lnTo>
                  <a:lnTo>
                    <a:pt x="355628" y="127292"/>
                  </a:lnTo>
                  <a:lnTo>
                    <a:pt x="351556" y="129311"/>
                  </a:lnTo>
                  <a:lnTo>
                    <a:pt x="346777" y="129311"/>
                  </a:lnTo>
                  <a:lnTo>
                    <a:pt x="345195" y="132776"/>
                  </a:lnTo>
                  <a:lnTo>
                    <a:pt x="342435" y="135669"/>
                  </a:lnTo>
                  <a:lnTo>
                    <a:pt x="343075" y="140176"/>
                  </a:lnTo>
                  <a:lnTo>
                    <a:pt x="338935" y="144516"/>
                  </a:lnTo>
                  <a:lnTo>
                    <a:pt x="338935" y="147543"/>
                  </a:lnTo>
                  <a:lnTo>
                    <a:pt x="338935" y="149360"/>
                  </a:lnTo>
                  <a:lnTo>
                    <a:pt x="338935" y="154574"/>
                  </a:lnTo>
                  <a:lnTo>
                    <a:pt x="337926" y="160528"/>
                  </a:lnTo>
                  <a:lnTo>
                    <a:pt x="339810" y="163859"/>
                  </a:lnTo>
                  <a:lnTo>
                    <a:pt x="342873" y="166617"/>
                  </a:lnTo>
                  <a:cubicBezTo>
                    <a:pt x="342873" y="166617"/>
                    <a:pt x="345027" y="165742"/>
                    <a:pt x="345633" y="166617"/>
                  </a:cubicBezTo>
                  <a:cubicBezTo>
                    <a:pt x="346205" y="167492"/>
                    <a:pt x="349099" y="170250"/>
                    <a:pt x="349537" y="170385"/>
                  </a:cubicBezTo>
                  <a:cubicBezTo>
                    <a:pt x="349974" y="170519"/>
                    <a:pt x="351287" y="173850"/>
                    <a:pt x="351287" y="173850"/>
                  </a:cubicBezTo>
                  <a:lnTo>
                    <a:pt x="351590" y="176877"/>
                  </a:lnTo>
                  <a:cubicBezTo>
                    <a:pt x="351590" y="176877"/>
                    <a:pt x="351590" y="179333"/>
                    <a:pt x="351455" y="179770"/>
                  </a:cubicBezTo>
                  <a:cubicBezTo>
                    <a:pt x="351320" y="180207"/>
                    <a:pt x="350142" y="182226"/>
                    <a:pt x="350142" y="182226"/>
                  </a:cubicBezTo>
                  <a:lnTo>
                    <a:pt x="348392" y="185994"/>
                  </a:lnTo>
                  <a:cubicBezTo>
                    <a:pt x="348392" y="185994"/>
                    <a:pt x="347652" y="188012"/>
                    <a:pt x="347517" y="188449"/>
                  </a:cubicBezTo>
                  <a:cubicBezTo>
                    <a:pt x="347383" y="188887"/>
                    <a:pt x="347214" y="190333"/>
                    <a:pt x="346642" y="190636"/>
                  </a:cubicBezTo>
                  <a:cubicBezTo>
                    <a:pt x="346070" y="190938"/>
                    <a:pt x="346205" y="190501"/>
                    <a:pt x="344051" y="190636"/>
                  </a:cubicBezTo>
                  <a:cubicBezTo>
                    <a:pt x="341863" y="190770"/>
                    <a:pt x="339575" y="190972"/>
                    <a:pt x="339137" y="190737"/>
                  </a:cubicBezTo>
                  <a:cubicBezTo>
                    <a:pt x="338700" y="190501"/>
                    <a:pt x="338128" y="190064"/>
                    <a:pt x="337993" y="189189"/>
                  </a:cubicBezTo>
                  <a:cubicBezTo>
                    <a:pt x="337858" y="188315"/>
                    <a:pt x="337253" y="185119"/>
                    <a:pt x="337118" y="184715"/>
                  </a:cubicBezTo>
                  <a:cubicBezTo>
                    <a:pt x="336983" y="184278"/>
                    <a:pt x="333921" y="182394"/>
                    <a:pt x="333921" y="182394"/>
                  </a:cubicBezTo>
                  <a:lnTo>
                    <a:pt x="332777" y="178761"/>
                  </a:lnTo>
                  <a:lnTo>
                    <a:pt x="331262" y="178324"/>
                  </a:lnTo>
                  <a:lnTo>
                    <a:pt x="328570" y="178626"/>
                  </a:lnTo>
                  <a:lnTo>
                    <a:pt x="328570" y="180645"/>
                  </a:lnTo>
                  <a:lnTo>
                    <a:pt x="326820" y="183841"/>
                  </a:lnTo>
                  <a:lnTo>
                    <a:pt x="326820" y="185859"/>
                  </a:lnTo>
                  <a:lnTo>
                    <a:pt x="326820" y="187608"/>
                  </a:lnTo>
                  <a:lnTo>
                    <a:pt x="325070" y="190232"/>
                  </a:lnTo>
                  <a:lnTo>
                    <a:pt x="325070" y="192856"/>
                  </a:lnTo>
                  <a:lnTo>
                    <a:pt x="325070" y="198070"/>
                  </a:lnTo>
                  <a:cubicBezTo>
                    <a:pt x="325070" y="198070"/>
                    <a:pt x="326079" y="199954"/>
                    <a:pt x="325507" y="200391"/>
                  </a:cubicBezTo>
                  <a:cubicBezTo>
                    <a:pt x="324935" y="200829"/>
                    <a:pt x="325070" y="203284"/>
                    <a:pt x="325070" y="203284"/>
                  </a:cubicBezTo>
                  <a:lnTo>
                    <a:pt x="325070" y="206749"/>
                  </a:lnTo>
                  <a:cubicBezTo>
                    <a:pt x="325070" y="206749"/>
                    <a:pt x="325036" y="208936"/>
                    <a:pt x="325070" y="209373"/>
                  </a:cubicBezTo>
                  <a:cubicBezTo>
                    <a:pt x="325070" y="209810"/>
                    <a:pt x="326820" y="211997"/>
                    <a:pt x="326820" y="211997"/>
                  </a:cubicBezTo>
                  <a:cubicBezTo>
                    <a:pt x="326820" y="211997"/>
                    <a:pt x="327829" y="211862"/>
                    <a:pt x="328839" y="212872"/>
                  </a:cubicBezTo>
                  <a:cubicBezTo>
                    <a:pt x="329849" y="213881"/>
                    <a:pt x="330589" y="214755"/>
                    <a:pt x="331027" y="214890"/>
                  </a:cubicBezTo>
                  <a:cubicBezTo>
                    <a:pt x="331464" y="215025"/>
                    <a:pt x="331599" y="216774"/>
                    <a:pt x="331464" y="217211"/>
                  </a:cubicBezTo>
                  <a:cubicBezTo>
                    <a:pt x="331329" y="217648"/>
                    <a:pt x="330724" y="219667"/>
                    <a:pt x="330724" y="219667"/>
                  </a:cubicBezTo>
                  <a:cubicBezTo>
                    <a:pt x="330724" y="219667"/>
                    <a:pt x="328570" y="218792"/>
                    <a:pt x="327695" y="219667"/>
                  </a:cubicBezTo>
                  <a:cubicBezTo>
                    <a:pt x="326820" y="220541"/>
                    <a:pt x="327358" y="220676"/>
                    <a:pt x="325070" y="220811"/>
                  </a:cubicBezTo>
                  <a:cubicBezTo>
                    <a:pt x="322781" y="220945"/>
                    <a:pt x="321031" y="220811"/>
                    <a:pt x="321031" y="220811"/>
                  </a:cubicBezTo>
                  <a:lnTo>
                    <a:pt x="313358" y="221517"/>
                  </a:lnTo>
                  <a:lnTo>
                    <a:pt x="302050" y="218254"/>
                  </a:lnTo>
                  <a:lnTo>
                    <a:pt x="297910" y="219330"/>
                  </a:lnTo>
                  <a:lnTo>
                    <a:pt x="292896" y="223233"/>
                  </a:lnTo>
                  <a:lnTo>
                    <a:pt x="285929" y="223233"/>
                  </a:lnTo>
                  <a:lnTo>
                    <a:pt x="282564" y="220912"/>
                  </a:lnTo>
                  <a:lnTo>
                    <a:pt x="279400" y="218018"/>
                  </a:lnTo>
                  <a:lnTo>
                    <a:pt x="275497" y="218018"/>
                  </a:lnTo>
                  <a:lnTo>
                    <a:pt x="271929" y="218355"/>
                  </a:lnTo>
                  <a:cubicBezTo>
                    <a:pt x="271929" y="218355"/>
                    <a:pt x="271054" y="221180"/>
                    <a:pt x="270617" y="221282"/>
                  </a:cubicBezTo>
                  <a:cubicBezTo>
                    <a:pt x="270179" y="221382"/>
                    <a:pt x="264626" y="219667"/>
                    <a:pt x="264188" y="219667"/>
                  </a:cubicBezTo>
                  <a:cubicBezTo>
                    <a:pt x="263751" y="219667"/>
                    <a:pt x="261462" y="216303"/>
                    <a:pt x="261462" y="215866"/>
                  </a:cubicBezTo>
                  <a:cubicBezTo>
                    <a:pt x="261462" y="215428"/>
                    <a:pt x="258736" y="208801"/>
                    <a:pt x="258434" y="208364"/>
                  </a:cubicBezTo>
                  <a:cubicBezTo>
                    <a:pt x="258097" y="207926"/>
                    <a:pt x="255842" y="203150"/>
                    <a:pt x="255842" y="203150"/>
                  </a:cubicBezTo>
                  <a:lnTo>
                    <a:pt x="252140" y="201199"/>
                  </a:lnTo>
                  <a:lnTo>
                    <a:pt x="251602" y="198171"/>
                  </a:lnTo>
                  <a:lnTo>
                    <a:pt x="247159" y="199147"/>
                  </a:lnTo>
                  <a:cubicBezTo>
                    <a:pt x="247159" y="199147"/>
                    <a:pt x="242044" y="198070"/>
                    <a:pt x="240731" y="198171"/>
                  </a:cubicBezTo>
                  <a:cubicBezTo>
                    <a:pt x="239419" y="198272"/>
                    <a:pt x="234303" y="196422"/>
                    <a:pt x="234303" y="196422"/>
                  </a:cubicBezTo>
                  <a:lnTo>
                    <a:pt x="228414" y="194235"/>
                  </a:lnTo>
                  <a:lnTo>
                    <a:pt x="224274" y="195312"/>
                  </a:lnTo>
                  <a:cubicBezTo>
                    <a:pt x="224274" y="195312"/>
                    <a:pt x="223298" y="198911"/>
                    <a:pt x="223298" y="199214"/>
                  </a:cubicBezTo>
                  <a:cubicBezTo>
                    <a:pt x="223298" y="199550"/>
                    <a:pt x="223736" y="201165"/>
                    <a:pt x="223298" y="201602"/>
                  </a:cubicBezTo>
                  <a:cubicBezTo>
                    <a:pt x="222861" y="202040"/>
                    <a:pt x="222322" y="203890"/>
                    <a:pt x="222322" y="203890"/>
                  </a:cubicBezTo>
                  <a:cubicBezTo>
                    <a:pt x="222322" y="203890"/>
                    <a:pt x="220606" y="204966"/>
                    <a:pt x="220034" y="205303"/>
                  </a:cubicBezTo>
                  <a:cubicBezTo>
                    <a:pt x="219495" y="205639"/>
                    <a:pt x="216332" y="205740"/>
                    <a:pt x="216029" y="206076"/>
                  </a:cubicBezTo>
                  <a:cubicBezTo>
                    <a:pt x="215692" y="206413"/>
                    <a:pt x="213841" y="207926"/>
                    <a:pt x="213101" y="208465"/>
                  </a:cubicBezTo>
                  <a:cubicBezTo>
                    <a:pt x="212327" y="209003"/>
                    <a:pt x="208086" y="211089"/>
                    <a:pt x="208086" y="211089"/>
                  </a:cubicBezTo>
                  <a:lnTo>
                    <a:pt x="206471" y="213275"/>
                  </a:lnTo>
                  <a:lnTo>
                    <a:pt x="201692" y="213713"/>
                  </a:lnTo>
                  <a:lnTo>
                    <a:pt x="199841" y="218489"/>
                  </a:lnTo>
                  <a:lnTo>
                    <a:pt x="197351" y="223804"/>
                  </a:lnTo>
                  <a:cubicBezTo>
                    <a:pt x="197351" y="223804"/>
                    <a:pt x="193346" y="227707"/>
                    <a:pt x="193346" y="228480"/>
                  </a:cubicBezTo>
                  <a:cubicBezTo>
                    <a:pt x="193346" y="229254"/>
                    <a:pt x="192471" y="230667"/>
                    <a:pt x="193346" y="231844"/>
                  </a:cubicBezTo>
                  <a:cubicBezTo>
                    <a:pt x="194221" y="233022"/>
                    <a:pt x="195668" y="234704"/>
                    <a:pt x="195668" y="234704"/>
                  </a:cubicBezTo>
                  <a:lnTo>
                    <a:pt x="194658" y="238337"/>
                  </a:lnTo>
                  <a:lnTo>
                    <a:pt x="190451" y="242676"/>
                  </a:lnTo>
                  <a:lnTo>
                    <a:pt x="187254" y="246747"/>
                  </a:lnTo>
                  <a:lnTo>
                    <a:pt x="186379" y="249943"/>
                  </a:lnTo>
                  <a:lnTo>
                    <a:pt x="188331" y="251322"/>
                  </a:lnTo>
                  <a:lnTo>
                    <a:pt x="188634" y="252566"/>
                  </a:lnTo>
                  <a:lnTo>
                    <a:pt x="187187" y="255257"/>
                  </a:lnTo>
                  <a:lnTo>
                    <a:pt x="184494" y="256637"/>
                  </a:lnTo>
                  <a:lnTo>
                    <a:pt x="185369" y="259833"/>
                  </a:lnTo>
                  <a:lnTo>
                    <a:pt x="188567" y="259833"/>
                  </a:lnTo>
                  <a:lnTo>
                    <a:pt x="188769" y="261716"/>
                  </a:lnTo>
                  <a:lnTo>
                    <a:pt x="187826" y="264105"/>
                  </a:lnTo>
                  <a:lnTo>
                    <a:pt x="186749" y="265989"/>
                  </a:lnTo>
                  <a:lnTo>
                    <a:pt x="186615" y="267872"/>
                  </a:lnTo>
                  <a:lnTo>
                    <a:pt x="187860" y="270261"/>
                  </a:lnTo>
                  <a:cubicBezTo>
                    <a:pt x="187860" y="270261"/>
                    <a:pt x="189004" y="270900"/>
                    <a:pt x="189610" y="271203"/>
                  </a:cubicBezTo>
                  <a:cubicBezTo>
                    <a:pt x="190182" y="271505"/>
                    <a:pt x="191495" y="272279"/>
                    <a:pt x="191798" y="272447"/>
                  </a:cubicBezTo>
                  <a:cubicBezTo>
                    <a:pt x="192067" y="272582"/>
                    <a:pt x="194322" y="274634"/>
                    <a:pt x="194322" y="274634"/>
                  </a:cubicBezTo>
                  <a:lnTo>
                    <a:pt x="195398" y="275576"/>
                  </a:lnTo>
                  <a:lnTo>
                    <a:pt x="195701" y="276821"/>
                  </a:lnTo>
                  <a:cubicBezTo>
                    <a:pt x="195701" y="276821"/>
                    <a:pt x="195634" y="277830"/>
                    <a:pt x="195500" y="278032"/>
                  </a:cubicBezTo>
                  <a:cubicBezTo>
                    <a:pt x="195365" y="278267"/>
                    <a:pt x="193749" y="279478"/>
                    <a:pt x="193749" y="279478"/>
                  </a:cubicBezTo>
                  <a:lnTo>
                    <a:pt x="191798" y="281867"/>
                  </a:lnTo>
                  <a:lnTo>
                    <a:pt x="190889" y="285937"/>
                  </a:lnTo>
                  <a:lnTo>
                    <a:pt x="191225" y="289637"/>
                  </a:lnTo>
                  <a:lnTo>
                    <a:pt x="191225" y="292026"/>
                  </a:lnTo>
                  <a:lnTo>
                    <a:pt x="190519" y="295659"/>
                  </a:lnTo>
                  <a:cubicBezTo>
                    <a:pt x="190519" y="295659"/>
                    <a:pt x="190317" y="297980"/>
                    <a:pt x="190081" y="298283"/>
                  </a:cubicBezTo>
                  <a:cubicBezTo>
                    <a:pt x="189879" y="298585"/>
                    <a:pt x="189274" y="300167"/>
                    <a:pt x="189274" y="300167"/>
                  </a:cubicBezTo>
                  <a:cubicBezTo>
                    <a:pt x="189274" y="300167"/>
                    <a:pt x="189543" y="302925"/>
                    <a:pt x="189644" y="303127"/>
                  </a:cubicBezTo>
                  <a:cubicBezTo>
                    <a:pt x="189711" y="303362"/>
                    <a:pt x="190586" y="304640"/>
                    <a:pt x="190586" y="304640"/>
                  </a:cubicBezTo>
                  <a:cubicBezTo>
                    <a:pt x="190586" y="304640"/>
                    <a:pt x="192774" y="305784"/>
                    <a:pt x="192908" y="306020"/>
                  </a:cubicBezTo>
                  <a:cubicBezTo>
                    <a:pt x="193043" y="306222"/>
                    <a:pt x="197115" y="306659"/>
                    <a:pt x="197115" y="306659"/>
                  </a:cubicBezTo>
                  <a:lnTo>
                    <a:pt x="201255" y="305751"/>
                  </a:lnTo>
                  <a:lnTo>
                    <a:pt x="202500" y="305044"/>
                  </a:lnTo>
                  <a:lnTo>
                    <a:pt x="206033" y="305044"/>
                  </a:lnTo>
                  <a:lnTo>
                    <a:pt x="206942" y="308610"/>
                  </a:lnTo>
                  <a:cubicBezTo>
                    <a:pt x="207009" y="308610"/>
                    <a:pt x="207144" y="308644"/>
                    <a:pt x="207413" y="308745"/>
                  </a:cubicBezTo>
                  <a:cubicBezTo>
                    <a:pt x="208221" y="309047"/>
                    <a:pt x="209668" y="309384"/>
                    <a:pt x="209803" y="309686"/>
                  </a:cubicBezTo>
                  <a:cubicBezTo>
                    <a:pt x="209937" y="309989"/>
                    <a:pt x="210240" y="312580"/>
                    <a:pt x="210240" y="312580"/>
                  </a:cubicBezTo>
                  <a:cubicBezTo>
                    <a:pt x="210240" y="312580"/>
                    <a:pt x="210375" y="316347"/>
                    <a:pt x="210543" y="316650"/>
                  </a:cubicBezTo>
                  <a:cubicBezTo>
                    <a:pt x="210678" y="316953"/>
                    <a:pt x="214010" y="317592"/>
                    <a:pt x="214312" y="317659"/>
                  </a:cubicBezTo>
                  <a:cubicBezTo>
                    <a:pt x="214615" y="317726"/>
                    <a:pt x="218957" y="316280"/>
                    <a:pt x="219091" y="316078"/>
                  </a:cubicBezTo>
                  <a:cubicBezTo>
                    <a:pt x="219226" y="315876"/>
                    <a:pt x="219967" y="314329"/>
                    <a:pt x="220236" y="313689"/>
                  </a:cubicBezTo>
                  <a:cubicBezTo>
                    <a:pt x="220539" y="313050"/>
                    <a:pt x="221683" y="311806"/>
                    <a:pt x="221683" y="311806"/>
                  </a:cubicBezTo>
                  <a:cubicBezTo>
                    <a:pt x="221683" y="311806"/>
                    <a:pt x="220875" y="310864"/>
                    <a:pt x="222322" y="311234"/>
                  </a:cubicBezTo>
                  <a:cubicBezTo>
                    <a:pt x="223769" y="311604"/>
                    <a:pt x="226596" y="313992"/>
                    <a:pt x="226731" y="314262"/>
                  </a:cubicBezTo>
                  <a:cubicBezTo>
                    <a:pt x="226866" y="314564"/>
                    <a:pt x="227875" y="315708"/>
                    <a:pt x="227875" y="315708"/>
                  </a:cubicBezTo>
                  <a:lnTo>
                    <a:pt x="229827" y="315910"/>
                  </a:lnTo>
                  <a:lnTo>
                    <a:pt x="231274" y="315338"/>
                  </a:lnTo>
                  <a:lnTo>
                    <a:pt x="232351" y="314530"/>
                  </a:lnTo>
                  <a:cubicBezTo>
                    <a:pt x="232351" y="314530"/>
                    <a:pt x="236625" y="315540"/>
                    <a:pt x="236928" y="315775"/>
                  </a:cubicBezTo>
                  <a:cubicBezTo>
                    <a:pt x="237231" y="315977"/>
                    <a:pt x="240900" y="317289"/>
                    <a:pt x="241068" y="317659"/>
                  </a:cubicBezTo>
                  <a:cubicBezTo>
                    <a:pt x="241203" y="318029"/>
                    <a:pt x="243457" y="319543"/>
                    <a:pt x="243525" y="319745"/>
                  </a:cubicBezTo>
                  <a:cubicBezTo>
                    <a:pt x="243592" y="319947"/>
                    <a:pt x="245477" y="322570"/>
                    <a:pt x="245847" y="323008"/>
                  </a:cubicBezTo>
                  <a:cubicBezTo>
                    <a:pt x="246217" y="323445"/>
                    <a:pt x="246856" y="325026"/>
                    <a:pt x="247159" y="325598"/>
                  </a:cubicBezTo>
                  <a:cubicBezTo>
                    <a:pt x="247462" y="326170"/>
                    <a:pt x="248977" y="329736"/>
                    <a:pt x="248977" y="329736"/>
                  </a:cubicBezTo>
                  <a:lnTo>
                    <a:pt x="248034" y="333436"/>
                  </a:lnTo>
                  <a:cubicBezTo>
                    <a:pt x="248034" y="333436"/>
                    <a:pt x="250222" y="337506"/>
                    <a:pt x="251232" y="337641"/>
                  </a:cubicBezTo>
                  <a:cubicBezTo>
                    <a:pt x="252241" y="337776"/>
                    <a:pt x="253385" y="336329"/>
                    <a:pt x="253385" y="336329"/>
                  </a:cubicBezTo>
                  <a:lnTo>
                    <a:pt x="254261" y="335320"/>
                  </a:lnTo>
                  <a:lnTo>
                    <a:pt x="256852" y="338347"/>
                  </a:lnTo>
                  <a:lnTo>
                    <a:pt x="261496" y="342687"/>
                  </a:lnTo>
                  <a:lnTo>
                    <a:pt x="263818" y="345008"/>
                  </a:lnTo>
                  <a:lnTo>
                    <a:pt x="266107" y="348338"/>
                  </a:lnTo>
                  <a:lnTo>
                    <a:pt x="268025" y="347968"/>
                  </a:lnTo>
                  <a:cubicBezTo>
                    <a:pt x="268025" y="347968"/>
                    <a:pt x="268833" y="345513"/>
                    <a:pt x="269001" y="345513"/>
                  </a:cubicBezTo>
                  <a:cubicBezTo>
                    <a:pt x="269169" y="345513"/>
                    <a:pt x="269775" y="344806"/>
                    <a:pt x="269977" y="344537"/>
                  </a:cubicBezTo>
                  <a:cubicBezTo>
                    <a:pt x="270179" y="344268"/>
                    <a:pt x="271391" y="342855"/>
                    <a:pt x="271391" y="342855"/>
                  </a:cubicBezTo>
                  <a:cubicBezTo>
                    <a:pt x="271391" y="342855"/>
                    <a:pt x="273410" y="342788"/>
                    <a:pt x="273713" y="342788"/>
                  </a:cubicBezTo>
                  <a:cubicBezTo>
                    <a:pt x="274049" y="342788"/>
                    <a:pt x="276102" y="343595"/>
                    <a:pt x="276271" y="343696"/>
                  </a:cubicBezTo>
                  <a:cubicBezTo>
                    <a:pt x="276439" y="343797"/>
                    <a:pt x="278290" y="345479"/>
                    <a:pt x="278458" y="345647"/>
                  </a:cubicBezTo>
                  <a:cubicBezTo>
                    <a:pt x="278626" y="345816"/>
                    <a:pt x="279501" y="346724"/>
                    <a:pt x="279804" y="347262"/>
                  </a:cubicBezTo>
                  <a:cubicBezTo>
                    <a:pt x="280141" y="347800"/>
                    <a:pt x="281487" y="349213"/>
                    <a:pt x="281992" y="349617"/>
                  </a:cubicBezTo>
                  <a:cubicBezTo>
                    <a:pt x="282497" y="349987"/>
                    <a:pt x="284213" y="351803"/>
                    <a:pt x="284213" y="351803"/>
                  </a:cubicBezTo>
                  <a:cubicBezTo>
                    <a:pt x="284213" y="351803"/>
                    <a:pt x="286064" y="353418"/>
                    <a:pt x="286401" y="353721"/>
                  </a:cubicBezTo>
                  <a:cubicBezTo>
                    <a:pt x="286737" y="353990"/>
                    <a:pt x="291146" y="356715"/>
                    <a:pt x="291146" y="356715"/>
                  </a:cubicBezTo>
                  <a:cubicBezTo>
                    <a:pt x="291146" y="356715"/>
                    <a:pt x="293064" y="359810"/>
                    <a:pt x="292997" y="360112"/>
                  </a:cubicBezTo>
                  <a:cubicBezTo>
                    <a:pt x="292930" y="360415"/>
                    <a:pt x="295756" y="361189"/>
                    <a:pt x="295756" y="361189"/>
                  </a:cubicBezTo>
                  <a:lnTo>
                    <a:pt x="298954" y="360752"/>
                  </a:lnTo>
                  <a:lnTo>
                    <a:pt x="301074" y="360179"/>
                  </a:lnTo>
                  <a:cubicBezTo>
                    <a:pt x="301074" y="360179"/>
                    <a:pt x="306358" y="360752"/>
                    <a:pt x="306593" y="360886"/>
                  </a:cubicBezTo>
                  <a:cubicBezTo>
                    <a:pt x="306795" y="361020"/>
                    <a:pt x="309555" y="361525"/>
                    <a:pt x="309791" y="361828"/>
                  </a:cubicBezTo>
                  <a:cubicBezTo>
                    <a:pt x="309993" y="362131"/>
                    <a:pt x="312247" y="363779"/>
                    <a:pt x="312247" y="363779"/>
                  </a:cubicBezTo>
                  <a:lnTo>
                    <a:pt x="315512" y="366907"/>
                  </a:lnTo>
                  <a:lnTo>
                    <a:pt x="316050" y="367984"/>
                  </a:lnTo>
                  <a:lnTo>
                    <a:pt x="316522" y="371449"/>
                  </a:lnTo>
                  <a:lnTo>
                    <a:pt x="316522" y="373703"/>
                  </a:lnTo>
                  <a:lnTo>
                    <a:pt x="316387" y="375587"/>
                  </a:lnTo>
                  <a:lnTo>
                    <a:pt x="315815" y="377033"/>
                  </a:lnTo>
                  <a:lnTo>
                    <a:pt x="314502" y="378849"/>
                  </a:lnTo>
                  <a:cubicBezTo>
                    <a:pt x="314502" y="378849"/>
                    <a:pt x="312617" y="379220"/>
                    <a:pt x="312617" y="379489"/>
                  </a:cubicBezTo>
                  <a:cubicBezTo>
                    <a:pt x="312617" y="379791"/>
                    <a:pt x="311238" y="381137"/>
                    <a:pt x="311238" y="381137"/>
                  </a:cubicBezTo>
                  <a:lnTo>
                    <a:pt x="310598" y="382584"/>
                  </a:lnTo>
                  <a:cubicBezTo>
                    <a:pt x="310598" y="382584"/>
                    <a:pt x="310228" y="384535"/>
                    <a:pt x="310228" y="384770"/>
                  </a:cubicBezTo>
                  <a:cubicBezTo>
                    <a:pt x="310228" y="385006"/>
                    <a:pt x="311810" y="386957"/>
                    <a:pt x="311810" y="386957"/>
                  </a:cubicBezTo>
                  <a:lnTo>
                    <a:pt x="313324" y="388605"/>
                  </a:lnTo>
                  <a:lnTo>
                    <a:pt x="314670" y="395097"/>
                  </a:lnTo>
                  <a:lnTo>
                    <a:pt x="314872" y="398697"/>
                  </a:lnTo>
                  <a:lnTo>
                    <a:pt x="314771" y="402162"/>
                  </a:lnTo>
                  <a:lnTo>
                    <a:pt x="317161" y="405425"/>
                  </a:lnTo>
                  <a:lnTo>
                    <a:pt x="317935" y="407477"/>
                  </a:lnTo>
                  <a:lnTo>
                    <a:pt x="318271" y="410202"/>
                  </a:lnTo>
                  <a:cubicBezTo>
                    <a:pt x="318271" y="410202"/>
                    <a:pt x="317497" y="411816"/>
                    <a:pt x="317296" y="412691"/>
                  </a:cubicBezTo>
                  <a:cubicBezTo>
                    <a:pt x="317094" y="413566"/>
                    <a:pt x="315781" y="415954"/>
                    <a:pt x="315781" y="415954"/>
                  </a:cubicBezTo>
                  <a:lnTo>
                    <a:pt x="314031" y="416728"/>
                  </a:lnTo>
                  <a:cubicBezTo>
                    <a:pt x="314031" y="416728"/>
                    <a:pt x="311642" y="416526"/>
                    <a:pt x="311305" y="416728"/>
                  </a:cubicBezTo>
                  <a:cubicBezTo>
                    <a:pt x="310968" y="416930"/>
                    <a:pt x="307300" y="416290"/>
                    <a:pt x="306964" y="416728"/>
                  </a:cubicBezTo>
                  <a:cubicBezTo>
                    <a:pt x="306627" y="417165"/>
                    <a:pt x="303800" y="417502"/>
                    <a:pt x="303800" y="417502"/>
                  </a:cubicBezTo>
                  <a:cubicBezTo>
                    <a:pt x="303800" y="417502"/>
                    <a:pt x="302084" y="418713"/>
                    <a:pt x="301747" y="418813"/>
                  </a:cubicBezTo>
                  <a:cubicBezTo>
                    <a:pt x="301410" y="418914"/>
                    <a:pt x="300872" y="419587"/>
                    <a:pt x="300098" y="419789"/>
                  </a:cubicBezTo>
                  <a:cubicBezTo>
                    <a:pt x="299324" y="419991"/>
                    <a:pt x="298348" y="420428"/>
                    <a:pt x="298348" y="421101"/>
                  </a:cubicBezTo>
                  <a:cubicBezTo>
                    <a:pt x="298348" y="421740"/>
                    <a:pt x="297910" y="423388"/>
                    <a:pt x="297910" y="423388"/>
                  </a:cubicBezTo>
                  <a:cubicBezTo>
                    <a:pt x="297910" y="423388"/>
                    <a:pt x="297574" y="425878"/>
                    <a:pt x="297675" y="426416"/>
                  </a:cubicBezTo>
                  <a:cubicBezTo>
                    <a:pt x="297776" y="426954"/>
                    <a:pt x="297574" y="430015"/>
                    <a:pt x="297439" y="430318"/>
                  </a:cubicBezTo>
                  <a:cubicBezTo>
                    <a:pt x="297338" y="430655"/>
                    <a:pt x="297338" y="433043"/>
                    <a:pt x="297338" y="433346"/>
                  </a:cubicBezTo>
                  <a:cubicBezTo>
                    <a:pt x="297338" y="433682"/>
                    <a:pt x="297540" y="435398"/>
                    <a:pt x="297540" y="435398"/>
                  </a:cubicBezTo>
                  <a:lnTo>
                    <a:pt x="297877" y="440275"/>
                  </a:lnTo>
                  <a:lnTo>
                    <a:pt x="297641" y="444413"/>
                  </a:lnTo>
                  <a:lnTo>
                    <a:pt x="299055" y="449156"/>
                  </a:lnTo>
                  <a:cubicBezTo>
                    <a:pt x="299055" y="449156"/>
                    <a:pt x="299930" y="454505"/>
                    <a:pt x="300199" y="455077"/>
                  </a:cubicBezTo>
                  <a:cubicBezTo>
                    <a:pt x="300502" y="455649"/>
                    <a:pt x="304978" y="461031"/>
                    <a:pt x="304978" y="461031"/>
                  </a:cubicBezTo>
                  <a:lnTo>
                    <a:pt x="307300" y="463352"/>
                  </a:lnTo>
                  <a:lnTo>
                    <a:pt x="309319" y="466817"/>
                  </a:lnTo>
                  <a:lnTo>
                    <a:pt x="308175" y="468398"/>
                  </a:lnTo>
                  <a:lnTo>
                    <a:pt x="305113" y="468398"/>
                  </a:lnTo>
                  <a:lnTo>
                    <a:pt x="302353" y="471594"/>
                  </a:lnTo>
                  <a:lnTo>
                    <a:pt x="302487" y="475059"/>
                  </a:lnTo>
                  <a:lnTo>
                    <a:pt x="301040" y="480139"/>
                  </a:lnTo>
                  <a:cubicBezTo>
                    <a:pt x="301040" y="480139"/>
                    <a:pt x="301781" y="483603"/>
                    <a:pt x="302218" y="483771"/>
                  </a:cubicBezTo>
                  <a:cubicBezTo>
                    <a:pt x="302656" y="483906"/>
                    <a:pt x="303531" y="488851"/>
                    <a:pt x="303531" y="488851"/>
                  </a:cubicBezTo>
                  <a:cubicBezTo>
                    <a:pt x="303531" y="488851"/>
                    <a:pt x="301343" y="491744"/>
                    <a:pt x="301209" y="492181"/>
                  </a:cubicBezTo>
                  <a:cubicBezTo>
                    <a:pt x="301074" y="492619"/>
                    <a:pt x="294982" y="492181"/>
                    <a:pt x="294242" y="492181"/>
                  </a:cubicBezTo>
                  <a:cubicBezTo>
                    <a:pt x="293502" y="492181"/>
                    <a:pt x="290776" y="490163"/>
                    <a:pt x="289901" y="490163"/>
                  </a:cubicBezTo>
                  <a:cubicBezTo>
                    <a:pt x="289026" y="490163"/>
                    <a:pt x="287578" y="490600"/>
                    <a:pt x="287141" y="490735"/>
                  </a:cubicBezTo>
                  <a:cubicBezTo>
                    <a:pt x="286703" y="490870"/>
                    <a:pt x="283809" y="492417"/>
                    <a:pt x="282497" y="492383"/>
                  </a:cubicBezTo>
                  <a:cubicBezTo>
                    <a:pt x="281184" y="492316"/>
                    <a:pt x="277852" y="491744"/>
                    <a:pt x="277280" y="491610"/>
                  </a:cubicBezTo>
                  <a:cubicBezTo>
                    <a:pt x="276708" y="491475"/>
                    <a:pt x="273645" y="488279"/>
                    <a:pt x="273645" y="488279"/>
                  </a:cubicBezTo>
                  <a:cubicBezTo>
                    <a:pt x="273645" y="488279"/>
                    <a:pt x="271020" y="487976"/>
                    <a:pt x="270179" y="487842"/>
                  </a:cubicBezTo>
                  <a:cubicBezTo>
                    <a:pt x="269304" y="487707"/>
                    <a:pt x="264390" y="486530"/>
                    <a:pt x="264390" y="486530"/>
                  </a:cubicBezTo>
                  <a:lnTo>
                    <a:pt x="261059" y="489558"/>
                  </a:lnTo>
                  <a:lnTo>
                    <a:pt x="259477" y="492350"/>
                  </a:lnTo>
                  <a:lnTo>
                    <a:pt x="255270" y="493897"/>
                  </a:lnTo>
                  <a:lnTo>
                    <a:pt x="251366" y="495916"/>
                  </a:lnTo>
                  <a:lnTo>
                    <a:pt x="248909" y="497934"/>
                  </a:lnTo>
                  <a:cubicBezTo>
                    <a:pt x="248909" y="497934"/>
                    <a:pt x="246150" y="496185"/>
                    <a:pt x="245578" y="496050"/>
                  </a:cubicBezTo>
                  <a:cubicBezTo>
                    <a:pt x="245006" y="495916"/>
                    <a:pt x="242111" y="493292"/>
                    <a:pt x="241236" y="493157"/>
                  </a:cubicBezTo>
                  <a:cubicBezTo>
                    <a:pt x="240361" y="493022"/>
                    <a:pt x="233260" y="491845"/>
                    <a:pt x="233260" y="491845"/>
                  </a:cubicBezTo>
                  <a:lnTo>
                    <a:pt x="229053" y="488515"/>
                  </a:lnTo>
                  <a:lnTo>
                    <a:pt x="224409" y="485184"/>
                  </a:lnTo>
                  <a:lnTo>
                    <a:pt x="222221" y="486496"/>
                  </a:lnTo>
                  <a:lnTo>
                    <a:pt x="222356" y="489961"/>
                  </a:lnTo>
                  <a:lnTo>
                    <a:pt x="224106" y="493594"/>
                  </a:lnTo>
                  <a:lnTo>
                    <a:pt x="224409" y="497934"/>
                  </a:lnTo>
                  <a:cubicBezTo>
                    <a:pt x="224409" y="497934"/>
                    <a:pt x="224409" y="500120"/>
                    <a:pt x="223837" y="500255"/>
                  </a:cubicBezTo>
                  <a:cubicBezTo>
                    <a:pt x="223265" y="500389"/>
                    <a:pt x="219765" y="499111"/>
                    <a:pt x="219765" y="499111"/>
                  </a:cubicBezTo>
                  <a:lnTo>
                    <a:pt x="215692" y="497362"/>
                  </a:lnTo>
                  <a:lnTo>
                    <a:pt x="215558" y="501701"/>
                  </a:lnTo>
                  <a:cubicBezTo>
                    <a:pt x="215558" y="501701"/>
                    <a:pt x="217005" y="505032"/>
                    <a:pt x="217308" y="505906"/>
                  </a:cubicBezTo>
                  <a:cubicBezTo>
                    <a:pt x="217611" y="506781"/>
                    <a:pt x="221817" y="509809"/>
                    <a:pt x="221817" y="509809"/>
                  </a:cubicBezTo>
                  <a:lnTo>
                    <a:pt x="224409" y="511255"/>
                  </a:lnTo>
                  <a:lnTo>
                    <a:pt x="226563" y="513442"/>
                  </a:lnTo>
                  <a:lnTo>
                    <a:pt x="228313" y="517209"/>
                  </a:lnTo>
                  <a:lnTo>
                    <a:pt x="231342" y="519665"/>
                  </a:lnTo>
                  <a:lnTo>
                    <a:pt x="236558" y="518084"/>
                  </a:lnTo>
                  <a:lnTo>
                    <a:pt x="238005" y="514619"/>
                  </a:lnTo>
                  <a:lnTo>
                    <a:pt x="243053" y="519699"/>
                  </a:lnTo>
                  <a:cubicBezTo>
                    <a:pt x="243053" y="519699"/>
                    <a:pt x="243491" y="521280"/>
                    <a:pt x="242784" y="521583"/>
                  </a:cubicBezTo>
                  <a:cubicBezTo>
                    <a:pt x="242044" y="521885"/>
                    <a:pt x="242347" y="521583"/>
                    <a:pt x="240597" y="522592"/>
                  </a:cubicBezTo>
                  <a:cubicBezTo>
                    <a:pt x="238847" y="523601"/>
                    <a:pt x="238443" y="524476"/>
                    <a:pt x="236525" y="524778"/>
                  </a:cubicBezTo>
                  <a:cubicBezTo>
                    <a:pt x="234640" y="525081"/>
                    <a:pt x="232890" y="525216"/>
                    <a:pt x="231443" y="525788"/>
                  </a:cubicBezTo>
                  <a:cubicBezTo>
                    <a:pt x="229996" y="526359"/>
                    <a:pt x="229255" y="526931"/>
                    <a:pt x="227101" y="527234"/>
                  </a:cubicBezTo>
                  <a:cubicBezTo>
                    <a:pt x="224914" y="527537"/>
                    <a:pt x="223029" y="527234"/>
                    <a:pt x="223029" y="527234"/>
                  </a:cubicBezTo>
                  <a:lnTo>
                    <a:pt x="219832" y="529555"/>
                  </a:lnTo>
                  <a:lnTo>
                    <a:pt x="216130" y="531136"/>
                  </a:lnTo>
                  <a:lnTo>
                    <a:pt x="213740" y="528815"/>
                  </a:lnTo>
                  <a:lnTo>
                    <a:pt x="213740" y="526629"/>
                  </a:lnTo>
                  <a:lnTo>
                    <a:pt x="210409" y="524610"/>
                  </a:lnTo>
                  <a:lnTo>
                    <a:pt x="207380" y="524913"/>
                  </a:lnTo>
                  <a:lnTo>
                    <a:pt x="207110" y="528681"/>
                  </a:lnTo>
                  <a:lnTo>
                    <a:pt x="206235" y="531708"/>
                  </a:lnTo>
                  <a:lnTo>
                    <a:pt x="203038" y="534466"/>
                  </a:lnTo>
                  <a:cubicBezTo>
                    <a:pt x="203038" y="534466"/>
                    <a:pt x="197956" y="533726"/>
                    <a:pt x="197519" y="534466"/>
                  </a:cubicBezTo>
                  <a:cubicBezTo>
                    <a:pt x="197081" y="535207"/>
                    <a:pt x="193480" y="535207"/>
                    <a:pt x="193480" y="535207"/>
                  </a:cubicBezTo>
                  <a:lnTo>
                    <a:pt x="187692" y="531573"/>
                  </a:lnTo>
                  <a:lnTo>
                    <a:pt x="185067" y="529118"/>
                  </a:lnTo>
                  <a:lnTo>
                    <a:pt x="181432" y="529824"/>
                  </a:lnTo>
                  <a:lnTo>
                    <a:pt x="180422" y="535173"/>
                  </a:lnTo>
                  <a:lnTo>
                    <a:pt x="179413" y="537931"/>
                  </a:lnTo>
                  <a:lnTo>
                    <a:pt x="175509" y="537057"/>
                  </a:lnTo>
                  <a:lnTo>
                    <a:pt x="170158" y="533424"/>
                  </a:lnTo>
                  <a:lnTo>
                    <a:pt x="165951" y="528344"/>
                  </a:lnTo>
                  <a:lnTo>
                    <a:pt x="164066" y="524005"/>
                  </a:lnTo>
                  <a:cubicBezTo>
                    <a:pt x="164066" y="524005"/>
                    <a:pt x="167398" y="521986"/>
                    <a:pt x="167398" y="521549"/>
                  </a:cubicBezTo>
                  <a:cubicBezTo>
                    <a:pt x="167398" y="521112"/>
                    <a:pt x="165210" y="519093"/>
                    <a:pt x="163494" y="517916"/>
                  </a:cubicBezTo>
                  <a:cubicBezTo>
                    <a:pt x="161744" y="516738"/>
                    <a:pt x="158143" y="515292"/>
                    <a:pt x="158143" y="515292"/>
                  </a:cubicBezTo>
                  <a:cubicBezTo>
                    <a:pt x="158143" y="515292"/>
                    <a:pt x="154946" y="511087"/>
                    <a:pt x="154374" y="511087"/>
                  </a:cubicBezTo>
                  <a:cubicBezTo>
                    <a:pt x="153801" y="511087"/>
                    <a:pt x="147272" y="510650"/>
                    <a:pt x="147272" y="510650"/>
                  </a:cubicBezTo>
                  <a:lnTo>
                    <a:pt x="139868" y="510952"/>
                  </a:lnTo>
                  <a:lnTo>
                    <a:pt x="137277" y="513139"/>
                  </a:lnTo>
                  <a:lnTo>
                    <a:pt x="133508" y="514451"/>
                  </a:lnTo>
                  <a:lnTo>
                    <a:pt x="127551" y="512130"/>
                  </a:lnTo>
                  <a:lnTo>
                    <a:pt x="121628" y="513576"/>
                  </a:lnTo>
                  <a:lnTo>
                    <a:pt x="112339" y="513711"/>
                  </a:lnTo>
                  <a:lnTo>
                    <a:pt x="111262" y="515897"/>
                  </a:lnTo>
                  <a:cubicBezTo>
                    <a:pt x="111262" y="515897"/>
                    <a:pt x="109445" y="520237"/>
                    <a:pt x="109445" y="521246"/>
                  </a:cubicBezTo>
                  <a:cubicBezTo>
                    <a:pt x="109445" y="522255"/>
                    <a:pt x="109445" y="524879"/>
                    <a:pt x="109445" y="524879"/>
                  </a:cubicBezTo>
                  <a:lnTo>
                    <a:pt x="110185" y="530531"/>
                  </a:lnTo>
                  <a:cubicBezTo>
                    <a:pt x="110185" y="530531"/>
                    <a:pt x="111195" y="532112"/>
                    <a:pt x="111498" y="532549"/>
                  </a:cubicBezTo>
                  <a:cubicBezTo>
                    <a:pt x="111801" y="532986"/>
                    <a:pt x="114695" y="536619"/>
                    <a:pt x="114695" y="536619"/>
                  </a:cubicBezTo>
                  <a:lnTo>
                    <a:pt x="115873" y="537931"/>
                  </a:lnTo>
                  <a:lnTo>
                    <a:pt x="116445" y="540555"/>
                  </a:lnTo>
                  <a:cubicBezTo>
                    <a:pt x="116445" y="540555"/>
                    <a:pt x="116580" y="541565"/>
                    <a:pt x="116580" y="542136"/>
                  </a:cubicBezTo>
                  <a:cubicBezTo>
                    <a:pt x="116580" y="542708"/>
                    <a:pt x="116142" y="544895"/>
                    <a:pt x="116142" y="544895"/>
                  </a:cubicBezTo>
                  <a:lnTo>
                    <a:pt x="116007" y="546476"/>
                  </a:lnTo>
                  <a:lnTo>
                    <a:pt x="115132" y="547620"/>
                  </a:lnTo>
                  <a:cubicBezTo>
                    <a:pt x="115132" y="547620"/>
                    <a:pt x="113382" y="548360"/>
                    <a:pt x="112676" y="548360"/>
                  </a:cubicBezTo>
                  <a:cubicBezTo>
                    <a:pt x="111969" y="548360"/>
                    <a:pt x="110791" y="548225"/>
                    <a:pt x="109478" y="548360"/>
                  </a:cubicBezTo>
                  <a:cubicBezTo>
                    <a:pt x="108166" y="548494"/>
                    <a:pt x="107459" y="547620"/>
                    <a:pt x="106887" y="548360"/>
                  </a:cubicBezTo>
                  <a:cubicBezTo>
                    <a:pt x="106315" y="549066"/>
                    <a:pt x="104430" y="549806"/>
                    <a:pt x="104430" y="549806"/>
                  </a:cubicBezTo>
                  <a:lnTo>
                    <a:pt x="102983" y="551387"/>
                  </a:lnTo>
                  <a:lnTo>
                    <a:pt x="102243" y="552262"/>
                  </a:lnTo>
                  <a:lnTo>
                    <a:pt x="100661" y="554718"/>
                  </a:lnTo>
                  <a:cubicBezTo>
                    <a:pt x="100661" y="554718"/>
                    <a:pt x="100358" y="556030"/>
                    <a:pt x="99920" y="556467"/>
                  </a:cubicBezTo>
                  <a:cubicBezTo>
                    <a:pt x="99483" y="556904"/>
                    <a:pt x="98036" y="559225"/>
                    <a:pt x="98036" y="559225"/>
                  </a:cubicBezTo>
                  <a:lnTo>
                    <a:pt x="97296" y="562421"/>
                  </a:lnTo>
                  <a:lnTo>
                    <a:pt x="97296" y="564877"/>
                  </a:lnTo>
                  <a:lnTo>
                    <a:pt x="97296" y="568342"/>
                  </a:lnTo>
                  <a:lnTo>
                    <a:pt x="96420" y="571235"/>
                  </a:lnTo>
                  <a:lnTo>
                    <a:pt x="97161" y="574430"/>
                  </a:lnTo>
                  <a:lnTo>
                    <a:pt x="99483" y="576617"/>
                  </a:lnTo>
                  <a:cubicBezTo>
                    <a:pt x="99483" y="576617"/>
                    <a:pt x="100055" y="576751"/>
                    <a:pt x="101671" y="576617"/>
                  </a:cubicBezTo>
                  <a:cubicBezTo>
                    <a:pt x="103252" y="576482"/>
                    <a:pt x="103252" y="575473"/>
                    <a:pt x="103690" y="575305"/>
                  </a:cubicBezTo>
                  <a:cubicBezTo>
                    <a:pt x="104127" y="575171"/>
                    <a:pt x="106887" y="576684"/>
                    <a:pt x="106887" y="576684"/>
                  </a:cubicBezTo>
                  <a:lnTo>
                    <a:pt x="109781" y="579073"/>
                  </a:lnTo>
                  <a:cubicBezTo>
                    <a:pt x="109781" y="579073"/>
                    <a:pt x="112978" y="580822"/>
                    <a:pt x="113551" y="580822"/>
                  </a:cubicBezTo>
                  <a:cubicBezTo>
                    <a:pt x="114123" y="580822"/>
                    <a:pt x="116310" y="582403"/>
                    <a:pt x="116310" y="582403"/>
                  </a:cubicBezTo>
                  <a:cubicBezTo>
                    <a:pt x="116310" y="582403"/>
                    <a:pt x="118195" y="586608"/>
                    <a:pt x="118330" y="587045"/>
                  </a:cubicBezTo>
                  <a:cubicBezTo>
                    <a:pt x="118464" y="587483"/>
                    <a:pt x="122099" y="591822"/>
                    <a:pt x="122099" y="591822"/>
                  </a:cubicBezTo>
                  <a:lnTo>
                    <a:pt x="124286" y="593269"/>
                  </a:lnTo>
                  <a:lnTo>
                    <a:pt x="126036" y="595186"/>
                  </a:lnTo>
                  <a:lnTo>
                    <a:pt x="128964" y="597675"/>
                  </a:lnTo>
                  <a:cubicBezTo>
                    <a:pt x="128964" y="597675"/>
                    <a:pt x="128729" y="600266"/>
                    <a:pt x="128729" y="600703"/>
                  </a:cubicBezTo>
                  <a:cubicBezTo>
                    <a:pt x="128729" y="601140"/>
                    <a:pt x="128190" y="602721"/>
                    <a:pt x="127753" y="602822"/>
                  </a:cubicBezTo>
                  <a:cubicBezTo>
                    <a:pt x="127315" y="602923"/>
                    <a:pt x="125565" y="603966"/>
                    <a:pt x="125565" y="603966"/>
                  </a:cubicBezTo>
                  <a:lnTo>
                    <a:pt x="122536" y="603966"/>
                  </a:lnTo>
                  <a:lnTo>
                    <a:pt x="117320" y="603966"/>
                  </a:lnTo>
                  <a:cubicBezTo>
                    <a:pt x="117320" y="603966"/>
                    <a:pt x="116546" y="604504"/>
                    <a:pt x="115368" y="605043"/>
                  </a:cubicBezTo>
                  <a:cubicBezTo>
                    <a:pt x="114190" y="605581"/>
                    <a:pt x="112440" y="606354"/>
                    <a:pt x="112103" y="606556"/>
                  </a:cubicBezTo>
                  <a:cubicBezTo>
                    <a:pt x="111767" y="606758"/>
                    <a:pt x="111027" y="607330"/>
                    <a:pt x="110690" y="607633"/>
                  </a:cubicBezTo>
                  <a:cubicBezTo>
                    <a:pt x="110354" y="607969"/>
                    <a:pt x="107762" y="609247"/>
                    <a:pt x="107762" y="609247"/>
                  </a:cubicBezTo>
                  <a:lnTo>
                    <a:pt x="107762" y="611737"/>
                  </a:lnTo>
                  <a:cubicBezTo>
                    <a:pt x="107762" y="611737"/>
                    <a:pt x="107964" y="612073"/>
                    <a:pt x="109613" y="612376"/>
                  </a:cubicBezTo>
                  <a:cubicBezTo>
                    <a:pt x="111262" y="612712"/>
                    <a:pt x="113416" y="613452"/>
                    <a:pt x="114055" y="613452"/>
                  </a:cubicBezTo>
                  <a:cubicBezTo>
                    <a:pt x="114695" y="613452"/>
                    <a:pt x="117320" y="614663"/>
                    <a:pt x="117656" y="615067"/>
                  </a:cubicBezTo>
                  <a:cubicBezTo>
                    <a:pt x="117993" y="615504"/>
                    <a:pt x="119171" y="616278"/>
                    <a:pt x="119507" y="616480"/>
                  </a:cubicBezTo>
                  <a:cubicBezTo>
                    <a:pt x="119844" y="616682"/>
                    <a:pt x="120820" y="617792"/>
                    <a:pt x="120820" y="618969"/>
                  </a:cubicBezTo>
                  <a:cubicBezTo>
                    <a:pt x="120820" y="620180"/>
                    <a:pt x="121358" y="620920"/>
                    <a:pt x="120181" y="621257"/>
                  </a:cubicBezTo>
                  <a:cubicBezTo>
                    <a:pt x="118969" y="621593"/>
                    <a:pt x="117118" y="622131"/>
                    <a:pt x="116277" y="622031"/>
                  </a:cubicBezTo>
                  <a:cubicBezTo>
                    <a:pt x="115402" y="621929"/>
                    <a:pt x="112373" y="622031"/>
                    <a:pt x="112373" y="622031"/>
                  </a:cubicBezTo>
                  <a:cubicBezTo>
                    <a:pt x="112373" y="622031"/>
                    <a:pt x="111498" y="622872"/>
                    <a:pt x="110522" y="623443"/>
                  </a:cubicBezTo>
                  <a:cubicBezTo>
                    <a:pt x="109546" y="623982"/>
                    <a:pt x="109108" y="625394"/>
                    <a:pt x="109108" y="625394"/>
                  </a:cubicBezTo>
                  <a:lnTo>
                    <a:pt x="106079" y="628994"/>
                  </a:lnTo>
                  <a:lnTo>
                    <a:pt x="103791" y="631618"/>
                  </a:lnTo>
                  <a:cubicBezTo>
                    <a:pt x="103791" y="631618"/>
                    <a:pt x="101300" y="633233"/>
                    <a:pt x="101300" y="633670"/>
                  </a:cubicBezTo>
                  <a:cubicBezTo>
                    <a:pt x="101300" y="634107"/>
                    <a:pt x="100964" y="637269"/>
                    <a:pt x="100863" y="637706"/>
                  </a:cubicBezTo>
                  <a:cubicBezTo>
                    <a:pt x="100762" y="638144"/>
                    <a:pt x="100526" y="641710"/>
                    <a:pt x="100863" y="642921"/>
                  </a:cubicBezTo>
                  <a:cubicBezTo>
                    <a:pt x="101199" y="644098"/>
                    <a:pt x="102815" y="648909"/>
                    <a:pt x="102815" y="648909"/>
                  </a:cubicBezTo>
                  <a:lnTo>
                    <a:pt x="104868" y="651734"/>
                  </a:lnTo>
                  <a:lnTo>
                    <a:pt x="105945" y="652609"/>
                  </a:lnTo>
                  <a:cubicBezTo>
                    <a:pt x="105945" y="652609"/>
                    <a:pt x="106820" y="654661"/>
                    <a:pt x="106820" y="655098"/>
                  </a:cubicBezTo>
                  <a:cubicBezTo>
                    <a:pt x="106820" y="655535"/>
                    <a:pt x="106046" y="658462"/>
                    <a:pt x="106046" y="658899"/>
                  </a:cubicBezTo>
                  <a:cubicBezTo>
                    <a:pt x="106046" y="659337"/>
                    <a:pt x="106046" y="662163"/>
                    <a:pt x="106046" y="662163"/>
                  </a:cubicBezTo>
                  <a:lnTo>
                    <a:pt x="106921" y="664988"/>
                  </a:lnTo>
                  <a:lnTo>
                    <a:pt x="108772" y="666300"/>
                  </a:lnTo>
                  <a:cubicBezTo>
                    <a:pt x="108772" y="666300"/>
                    <a:pt x="109108" y="666637"/>
                    <a:pt x="108435" y="667713"/>
                  </a:cubicBezTo>
                  <a:cubicBezTo>
                    <a:pt x="107796" y="668789"/>
                    <a:pt x="106382" y="671514"/>
                    <a:pt x="106382" y="671952"/>
                  </a:cubicBezTo>
                  <a:cubicBezTo>
                    <a:pt x="106382" y="672389"/>
                    <a:pt x="107897" y="673802"/>
                    <a:pt x="109310" y="673465"/>
                  </a:cubicBezTo>
                  <a:cubicBezTo>
                    <a:pt x="110724" y="673129"/>
                    <a:pt x="114089" y="673028"/>
                    <a:pt x="114089" y="673028"/>
                  </a:cubicBezTo>
                  <a:lnTo>
                    <a:pt x="116378" y="675316"/>
                  </a:lnTo>
                  <a:cubicBezTo>
                    <a:pt x="116378" y="675316"/>
                    <a:pt x="117017" y="679319"/>
                    <a:pt x="117017" y="679655"/>
                  </a:cubicBezTo>
                  <a:cubicBezTo>
                    <a:pt x="117017" y="679992"/>
                    <a:pt x="116243" y="683019"/>
                    <a:pt x="115806" y="683995"/>
                  </a:cubicBezTo>
                  <a:cubicBezTo>
                    <a:pt x="115368" y="684970"/>
                    <a:pt x="113955" y="686181"/>
                    <a:pt x="113854" y="687258"/>
                  </a:cubicBezTo>
                  <a:cubicBezTo>
                    <a:pt x="113753" y="688334"/>
                    <a:pt x="112204" y="689444"/>
                    <a:pt x="112204" y="689444"/>
                  </a:cubicBezTo>
                  <a:cubicBezTo>
                    <a:pt x="112204" y="689444"/>
                    <a:pt x="111868" y="689781"/>
                    <a:pt x="111430" y="690083"/>
                  </a:cubicBezTo>
                  <a:cubicBezTo>
                    <a:pt x="110993" y="690420"/>
                    <a:pt x="110118" y="691160"/>
                    <a:pt x="108839" y="691160"/>
                  </a:cubicBezTo>
                  <a:cubicBezTo>
                    <a:pt x="107526" y="691160"/>
                    <a:pt x="106113" y="690723"/>
                    <a:pt x="105474" y="689848"/>
                  </a:cubicBezTo>
                  <a:cubicBezTo>
                    <a:pt x="104834" y="688973"/>
                    <a:pt x="103723" y="687460"/>
                    <a:pt x="103421" y="687460"/>
                  </a:cubicBezTo>
                  <a:cubicBezTo>
                    <a:pt x="103084" y="687460"/>
                    <a:pt x="102646" y="687123"/>
                    <a:pt x="102546" y="686686"/>
                  </a:cubicBezTo>
                  <a:cubicBezTo>
                    <a:pt x="102445" y="686248"/>
                    <a:pt x="102007" y="684196"/>
                    <a:pt x="102007" y="683759"/>
                  </a:cubicBezTo>
                  <a:cubicBezTo>
                    <a:pt x="102007" y="683322"/>
                    <a:pt x="101906" y="681573"/>
                    <a:pt x="101805" y="681270"/>
                  </a:cubicBezTo>
                  <a:cubicBezTo>
                    <a:pt x="101704" y="680934"/>
                    <a:pt x="101570" y="680631"/>
                    <a:pt x="101570" y="680193"/>
                  </a:cubicBezTo>
                  <a:cubicBezTo>
                    <a:pt x="101570" y="679756"/>
                    <a:pt x="101334" y="677906"/>
                    <a:pt x="101031" y="677704"/>
                  </a:cubicBezTo>
                  <a:cubicBezTo>
                    <a:pt x="100695" y="677502"/>
                    <a:pt x="99820" y="675854"/>
                    <a:pt x="98843" y="676729"/>
                  </a:cubicBezTo>
                  <a:cubicBezTo>
                    <a:pt x="97868" y="677603"/>
                    <a:pt x="97868" y="677502"/>
                    <a:pt x="96993" y="678141"/>
                  </a:cubicBezTo>
                  <a:cubicBezTo>
                    <a:pt x="96117" y="678781"/>
                    <a:pt x="96117" y="679218"/>
                    <a:pt x="95243" y="680193"/>
                  </a:cubicBezTo>
                  <a:cubicBezTo>
                    <a:pt x="94368" y="681169"/>
                    <a:pt x="94031" y="681270"/>
                    <a:pt x="93627" y="682044"/>
                  </a:cubicBezTo>
                  <a:cubicBezTo>
                    <a:pt x="93190" y="682817"/>
                    <a:pt x="91440" y="682683"/>
                    <a:pt x="91137" y="682683"/>
                  </a:cubicBezTo>
                  <a:cubicBezTo>
                    <a:pt x="90800" y="682683"/>
                    <a:pt x="90497" y="682044"/>
                    <a:pt x="89050" y="681808"/>
                  </a:cubicBezTo>
                  <a:cubicBezTo>
                    <a:pt x="87637" y="681573"/>
                    <a:pt x="87199" y="681169"/>
                    <a:pt x="86122" y="681169"/>
                  </a:cubicBezTo>
                  <a:cubicBezTo>
                    <a:pt x="85045" y="681169"/>
                    <a:pt x="83632" y="681505"/>
                    <a:pt x="83632" y="681505"/>
                  </a:cubicBezTo>
                  <a:cubicBezTo>
                    <a:pt x="83632" y="681505"/>
                    <a:pt x="81444" y="682279"/>
                    <a:pt x="81007" y="683154"/>
                  </a:cubicBezTo>
                  <a:cubicBezTo>
                    <a:pt x="80569" y="684028"/>
                    <a:pt x="81007" y="684028"/>
                    <a:pt x="80031" y="684230"/>
                  </a:cubicBezTo>
                  <a:cubicBezTo>
                    <a:pt x="79055" y="684432"/>
                    <a:pt x="75151" y="682178"/>
                    <a:pt x="75151" y="682178"/>
                  </a:cubicBezTo>
                  <a:lnTo>
                    <a:pt x="73098" y="679790"/>
                  </a:lnTo>
                  <a:cubicBezTo>
                    <a:pt x="73098" y="679790"/>
                    <a:pt x="71247" y="677940"/>
                    <a:pt x="70910" y="677940"/>
                  </a:cubicBezTo>
                  <a:cubicBezTo>
                    <a:pt x="70574" y="677940"/>
                    <a:pt x="69059" y="675450"/>
                    <a:pt x="69059" y="675450"/>
                  </a:cubicBezTo>
                  <a:lnTo>
                    <a:pt x="65155" y="675248"/>
                  </a:lnTo>
                  <a:lnTo>
                    <a:pt x="63641" y="676560"/>
                  </a:lnTo>
                  <a:cubicBezTo>
                    <a:pt x="63641" y="676560"/>
                    <a:pt x="61689" y="678949"/>
                    <a:pt x="61352" y="679050"/>
                  </a:cubicBezTo>
                  <a:cubicBezTo>
                    <a:pt x="61016" y="679151"/>
                    <a:pt x="59501" y="680799"/>
                    <a:pt x="59400" y="681102"/>
                  </a:cubicBezTo>
                  <a:cubicBezTo>
                    <a:pt x="59299" y="681438"/>
                    <a:pt x="57549" y="682414"/>
                    <a:pt x="56237" y="682716"/>
                  </a:cubicBezTo>
                  <a:cubicBezTo>
                    <a:pt x="54924" y="683053"/>
                    <a:pt x="51559" y="684566"/>
                    <a:pt x="51559" y="684566"/>
                  </a:cubicBezTo>
                  <a:cubicBezTo>
                    <a:pt x="51559" y="684566"/>
                    <a:pt x="50044" y="685744"/>
                    <a:pt x="50044" y="686417"/>
                  </a:cubicBezTo>
                  <a:cubicBezTo>
                    <a:pt x="50044" y="687056"/>
                    <a:pt x="48968" y="689343"/>
                    <a:pt x="48833" y="689680"/>
                  </a:cubicBezTo>
                  <a:cubicBezTo>
                    <a:pt x="48732" y="690016"/>
                    <a:pt x="47857" y="693380"/>
                    <a:pt x="47857" y="693380"/>
                  </a:cubicBezTo>
                  <a:lnTo>
                    <a:pt x="46881" y="697518"/>
                  </a:lnTo>
                  <a:lnTo>
                    <a:pt x="46881" y="702160"/>
                  </a:lnTo>
                  <a:cubicBezTo>
                    <a:pt x="46881" y="702160"/>
                    <a:pt x="44491" y="702496"/>
                    <a:pt x="43717" y="703035"/>
                  </a:cubicBezTo>
                  <a:cubicBezTo>
                    <a:pt x="42943" y="703573"/>
                    <a:pt x="38501" y="704986"/>
                    <a:pt x="38164" y="705322"/>
                  </a:cubicBezTo>
                  <a:cubicBezTo>
                    <a:pt x="37828" y="705659"/>
                    <a:pt x="36112" y="705659"/>
                    <a:pt x="35775" y="706399"/>
                  </a:cubicBezTo>
                  <a:cubicBezTo>
                    <a:pt x="35438" y="707172"/>
                    <a:pt x="35135" y="708585"/>
                    <a:pt x="35236" y="709124"/>
                  </a:cubicBezTo>
                  <a:cubicBezTo>
                    <a:pt x="35337" y="709662"/>
                    <a:pt x="35102" y="711613"/>
                    <a:pt x="35236" y="712488"/>
                  </a:cubicBezTo>
                  <a:cubicBezTo>
                    <a:pt x="35371" y="713362"/>
                    <a:pt x="34933" y="714338"/>
                    <a:pt x="36010" y="715111"/>
                  </a:cubicBezTo>
                  <a:cubicBezTo>
                    <a:pt x="37087" y="715885"/>
                    <a:pt x="40049" y="716961"/>
                    <a:pt x="40352" y="717062"/>
                  </a:cubicBezTo>
                  <a:cubicBezTo>
                    <a:pt x="40688" y="717163"/>
                    <a:pt x="41126" y="717500"/>
                    <a:pt x="42539" y="717601"/>
                  </a:cubicBezTo>
                  <a:cubicBezTo>
                    <a:pt x="43953" y="717702"/>
                    <a:pt x="46443" y="717601"/>
                    <a:pt x="46443" y="717601"/>
                  </a:cubicBezTo>
                  <a:lnTo>
                    <a:pt x="49809" y="719787"/>
                  </a:lnTo>
                  <a:lnTo>
                    <a:pt x="52535" y="720931"/>
                  </a:lnTo>
                  <a:lnTo>
                    <a:pt x="53174" y="722176"/>
                  </a:lnTo>
                  <a:lnTo>
                    <a:pt x="54722" y="722176"/>
                  </a:lnTo>
                  <a:lnTo>
                    <a:pt x="57448" y="721301"/>
                  </a:lnTo>
                  <a:cubicBezTo>
                    <a:pt x="57448" y="721301"/>
                    <a:pt x="58088" y="721200"/>
                    <a:pt x="58761" y="721301"/>
                  </a:cubicBezTo>
                  <a:cubicBezTo>
                    <a:pt x="59400" y="721402"/>
                    <a:pt x="62126" y="722277"/>
                    <a:pt x="62564" y="722176"/>
                  </a:cubicBezTo>
                  <a:cubicBezTo>
                    <a:pt x="63001" y="722075"/>
                    <a:pt x="64314" y="725237"/>
                    <a:pt x="64314" y="725237"/>
                  </a:cubicBezTo>
                  <a:cubicBezTo>
                    <a:pt x="64314" y="725237"/>
                    <a:pt x="64314" y="726885"/>
                    <a:pt x="63775" y="727188"/>
                  </a:cubicBezTo>
                  <a:cubicBezTo>
                    <a:pt x="63237" y="727524"/>
                    <a:pt x="60949" y="727726"/>
                    <a:pt x="60949" y="727726"/>
                  </a:cubicBezTo>
                  <a:cubicBezTo>
                    <a:pt x="60949" y="727726"/>
                    <a:pt x="59199" y="727087"/>
                    <a:pt x="58896" y="727087"/>
                  </a:cubicBezTo>
                  <a:cubicBezTo>
                    <a:pt x="58559" y="727087"/>
                    <a:pt x="57381" y="726650"/>
                    <a:pt x="56708" y="727087"/>
                  </a:cubicBezTo>
                  <a:cubicBezTo>
                    <a:pt x="56069" y="727524"/>
                    <a:pt x="54319" y="728063"/>
                    <a:pt x="53982" y="728500"/>
                  </a:cubicBezTo>
                  <a:cubicBezTo>
                    <a:pt x="53645" y="728937"/>
                    <a:pt x="53006" y="728937"/>
                    <a:pt x="52804" y="729576"/>
                  </a:cubicBezTo>
                  <a:cubicBezTo>
                    <a:pt x="52602" y="730215"/>
                    <a:pt x="52468" y="731326"/>
                    <a:pt x="52367" y="732503"/>
                  </a:cubicBezTo>
                  <a:cubicBezTo>
                    <a:pt x="52266" y="733680"/>
                    <a:pt x="52266" y="736102"/>
                    <a:pt x="52266" y="736102"/>
                  </a:cubicBezTo>
                  <a:lnTo>
                    <a:pt x="52905" y="742191"/>
                  </a:lnTo>
                  <a:cubicBezTo>
                    <a:pt x="52905" y="742191"/>
                    <a:pt x="52468" y="743369"/>
                    <a:pt x="52468" y="743806"/>
                  </a:cubicBezTo>
                  <a:cubicBezTo>
                    <a:pt x="52468" y="744243"/>
                    <a:pt x="51694" y="747271"/>
                    <a:pt x="51694" y="747271"/>
                  </a:cubicBezTo>
                  <a:lnTo>
                    <a:pt x="51256" y="748684"/>
                  </a:lnTo>
                  <a:lnTo>
                    <a:pt x="44290" y="753461"/>
                  </a:lnTo>
                  <a:lnTo>
                    <a:pt x="37323" y="754537"/>
                  </a:lnTo>
                  <a:lnTo>
                    <a:pt x="31905" y="758877"/>
                  </a:lnTo>
                  <a:lnTo>
                    <a:pt x="26688" y="761063"/>
                  </a:lnTo>
                  <a:lnTo>
                    <a:pt x="19957" y="756724"/>
                  </a:lnTo>
                  <a:lnTo>
                    <a:pt x="13226" y="759112"/>
                  </a:lnTo>
                  <a:lnTo>
                    <a:pt x="11476" y="756084"/>
                  </a:lnTo>
                  <a:lnTo>
                    <a:pt x="8010" y="755210"/>
                  </a:lnTo>
                  <a:lnTo>
                    <a:pt x="2591" y="755210"/>
                  </a:lnTo>
                  <a:lnTo>
                    <a:pt x="0" y="758473"/>
                  </a:lnTo>
                  <a:lnTo>
                    <a:pt x="0" y="763014"/>
                  </a:lnTo>
                  <a:lnTo>
                    <a:pt x="0" y="766479"/>
                  </a:lnTo>
                  <a:lnTo>
                    <a:pt x="0" y="769944"/>
                  </a:lnTo>
                  <a:lnTo>
                    <a:pt x="2188" y="772568"/>
                  </a:lnTo>
                  <a:lnTo>
                    <a:pt x="7842" y="772568"/>
                  </a:lnTo>
                  <a:lnTo>
                    <a:pt x="10904" y="775393"/>
                  </a:lnTo>
                  <a:lnTo>
                    <a:pt x="14371" y="779531"/>
                  </a:lnTo>
                  <a:cubicBezTo>
                    <a:pt x="14371" y="779531"/>
                    <a:pt x="16996" y="778892"/>
                    <a:pt x="18510" y="779531"/>
                  </a:cubicBezTo>
                  <a:cubicBezTo>
                    <a:pt x="20025" y="780170"/>
                    <a:pt x="22650" y="779733"/>
                    <a:pt x="23525" y="779531"/>
                  </a:cubicBezTo>
                  <a:cubicBezTo>
                    <a:pt x="24400" y="779329"/>
                    <a:pt x="28102" y="778455"/>
                    <a:pt x="28102" y="778455"/>
                  </a:cubicBezTo>
                  <a:cubicBezTo>
                    <a:pt x="28102" y="778455"/>
                    <a:pt x="32241" y="775629"/>
                    <a:pt x="33116" y="775629"/>
                  </a:cubicBezTo>
                  <a:cubicBezTo>
                    <a:pt x="33991" y="775629"/>
                    <a:pt x="36818" y="773443"/>
                    <a:pt x="36818" y="773443"/>
                  </a:cubicBezTo>
                  <a:lnTo>
                    <a:pt x="39006" y="771054"/>
                  </a:lnTo>
                  <a:lnTo>
                    <a:pt x="40756" y="769103"/>
                  </a:lnTo>
                  <a:lnTo>
                    <a:pt x="42506" y="766715"/>
                  </a:lnTo>
                  <a:lnTo>
                    <a:pt x="45770" y="768464"/>
                  </a:lnTo>
                  <a:lnTo>
                    <a:pt x="47722" y="768901"/>
                  </a:lnTo>
                  <a:cubicBezTo>
                    <a:pt x="47722" y="768901"/>
                    <a:pt x="49035" y="767589"/>
                    <a:pt x="50549" y="767152"/>
                  </a:cubicBezTo>
                  <a:cubicBezTo>
                    <a:pt x="52064" y="766715"/>
                    <a:pt x="57953" y="765840"/>
                    <a:pt x="57953" y="765840"/>
                  </a:cubicBezTo>
                  <a:lnTo>
                    <a:pt x="60545" y="766277"/>
                  </a:lnTo>
                  <a:lnTo>
                    <a:pt x="67175" y="766815"/>
                  </a:lnTo>
                  <a:lnTo>
                    <a:pt x="68487" y="768329"/>
                  </a:lnTo>
                  <a:lnTo>
                    <a:pt x="69026" y="771256"/>
                  </a:lnTo>
                  <a:lnTo>
                    <a:pt x="68050" y="772332"/>
                  </a:lnTo>
                  <a:lnTo>
                    <a:pt x="65761" y="773745"/>
                  </a:lnTo>
                  <a:cubicBezTo>
                    <a:pt x="65761" y="773745"/>
                    <a:pt x="64785" y="775360"/>
                    <a:pt x="64785" y="775797"/>
                  </a:cubicBezTo>
                  <a:cubicBezTo>
                    <a:pt x="64785" y="776234"/>
                    <a:pt x="64886" y="778825"/>
                    <a:pt x="64886" y="778825"/>
                  </a:cubicBezTo>
                  <a:lnTo>
                    <a:pt x="66064" y="779834"/>
                  </a:lnTo>
                  <a:cubicBezTo>
                    <a:pt x="66064" y="779834"/>
                    <a:pt x="68891" y="781011"/>
                    <a:pt x="69329" y="781112"/>
                  </a:cubicBezTo>
                  <a:cubicBezTo>
                    <a:pt x="69766" y="781213"/>
                    <a:pt x="72795" y="782088"/>
                    <a:pt x="73232" y="782424"/>
                  </a:cubicBezTo>
                  <a:cubicBezTo>
                    <a:pt x="73670" y="782761"/>
                    <a:pt x="75858" y="783602"/>
                    <a:pt x="76261" y="783837"/>
                  </a:cubicBezTo>
                  <a:cubicBezTo>
                    <a:pt x="76699" y="784073"/>
                    <a:pt x="77675" y="784813"/>
                    <a:pt x="78112" y="785048"/>
                  </a:cubicBezTo>
                  <a:cubicBezTo>
                    <a:pt x="78550" y="785250"/>
                    <a:pt x="82016" y="787100"/>
                    <a:pt x="82454" y="787336"/>
                  </a:cubicBezTo>
                  <a:cubicBezTo>
                    <a:pt x="82891" y="787538"/>
                    <a:pt x="85617" y="788210"/>
                    <a:pt x="85617" y="788210"/>
                  </a:cubicBezTo>
                  <a:cubicBezTo>
                    <a:pt x="85617" y="788210"/>
                    <a:pt x="86930" y="787773"/>
                    <a:pt x="88781" y="788210"/>
                  </a:cubicBezTo>
                  <a:cubicBezTo>
                    <a:pt x="90632" y="788648"/>
                    <a:pt x="92920" y="791372"/>
                    <a:pt x="92920" y="791372"/>
                  </a:cubicBezTo>
                  <a:lnTo>
                    <a:pt x="94132" y="793424"/>
                  </a:lnTo>
                  <a:lnTo>
                    <a:pt x="96622" y="793424"/>
                  </a:lnTo>
                  <a:cubicBezTo>
                    <a:pt x="96622" y="793424"/>
                    <a:pt x="96858" y="792550"/>
                    <a:pt x="97699" y="792348"/>
                  </a:cubicBezTo>
                  <a:cubicBezTo>
                    <a:pt x="98574" y="792146"/>
                    <a:pt x="99752" y="791574"/>
                    <a:pt x="100425" y="791473"/>
                  </a:cubicBezTo>
                  <a:cubicBezTo>
                    <a:pt x="101065" y="791372"/>
                    <a:pt x="102276" y="790061"/>
                    <a:pt x="102613" y="789960"/>
                  </a:cubicBezTo>
                  <a:cubicBezTo>
                    <a:pt x="102949" y="789859"/>
                    <a:pt x="104127" y="789758"/>
                    <a:pt x="104363" y="789320"/>
                  </a:cubicBezTo>
                  <a:cubicBezTo>
                    <a:pt x="104598" y="788883"/>
                    <a:pt x="105440" y="787268"/>
                    <a:pt x="105877" y="787134"/>
                  </a:cubicBezTo>
                  <a:cubicBezTo>
                    <a:pt x="106315" y="787033"/>
                    <a:pt x="108166" y="785183"/>
                    <a:pt x="108166" y="785183"/>
                  </a:cubicBezTo>
                  <a:cubicBezTo>
                    <a:pt x="108166" y="785183"/>
                    <a:pt x="110555" y="784544"/>
                    <a:pt x="111329" y="784544"/>
                  </a:cubicBezTo>
                  <a:cubicBezTo>
                    <a:pt x="112070" y="784544"/>
                    <a:pt x="113820" y="784005"/>
                    <a:pt x="113820" y="784005"/>
                  </a:cubicBezTo>
                  <a:cubicBezTo>
                    <a:pt x="113820" y="784005"/>
                    <a:pt x="114796" y="783568"/>
                    <a:pt x="115233" y="783568"/>
                  </a:cubicBezTo>
                  <a:cubicBezTo>
                    <a:pt x="115671" y="783568"/>
                    <a:pt x="117185" y="782054"/>
                    <a:pt x="117522" y="781920"/>
                  </a:cubicBezTo>
                  <a:cubicBezTo>
                    <a:pt x="117858" y="781819"/>
                    <a:pt x="119810" y="780843"/>
                    <a:pt x="120113" y="780709"/>
                  </a:cubicBezTo>
                  <a:cubicBezTo>
                    <a:pt x="120450" y="780608"/>
                    <a:pt x="122065" y="779498"/>
                    <a:pt x="122065" y="779498"/>
                  </a:cubicBezTo>
                  <a:lnTo>
                    <a:pt x="124017" y="780137"/>
                  </a:lnTo>
                  <a:lnTo>
                    <a:pt x="127046" y="781348"/>
                  </a:lnTo>
                  <a:cubicBezTo>
                    <a:pt x="127046" y="781348"/>
                    <a:pt x="128561" y="784174"/>
                    <a:pt x="128561" y="784611"/>
                  </a:cubicBezTo>
                  <a:cubicBezTo>
                    <a:pt x="128561" y="785048"/>
                    <a:pt x="129772" y="785923"/>
                    <a:pt x="129772" y="785923"/>
                  </a:cubicBezTo>
                  <a:cubicBezTo>
                    <a:pt x="129772" y="785923"/>
                    <a:pt x="132263" y="786259"/>
                    <a:pt x="132936" y="786259"/>
                  </a:cubicBezTo>
                  <a:cubicBezTo>
                    <a:pt x="133575" y="786259"/>
                    <a:pt x="133037" y="785620"/>
                    <a:pt x="135426" y="786360"/>
                  </a:cubicBezTo>
                  <a:cubicBezTo>
                    <a:pt x="137816" y="787134"/>
                    <a:pt x="139330" y="787134"/>
                    <a:pt x="139330" y="787134"/>
                  </a:cubicBezTo>
                  <a:lnTo>
                    <a:pt x="142258" y="787033"/>
                  </a:lnTo>
                  <a:lnTo>
                    <a:pt x="144109" y="786596"/>
                  </a:lnTo>
                  <a:cubicBezTo>
                    <a:pt x="144109" y="786596"/>
                    <a:pt x="145725" y="786495"/>
                    <a:pt x="146162" y="786495"/>
                  </a:cubicBezTo>
                  <a:cubicBezTo>
                    <a:pt x="146599" y="786495"/>
                    <a:pt x="147676" y="786293"/>
                    <a:pt x="147676" y="786293"/>
                  </a:cubicBezTo>
                  <a:lnTo>
                    <a:pt x="149864" y="785956"/>
                  </a:lnTo>
                  <a:cubicBezTo>
                    <a:pt x="149864" y="785956"/>
                    <a:pt x="150200" y="784880"/>
                    <a:pt x="151042" y="784443"/>
                  </a:cubicBezTo>
                  <a:cubicBezTo>
                    <a:pt x="151917" y="784005"/>
                    <a:pt x="153869" y="782828"/>
                    <a:pt x="154306" y="783030"/>
                  </a:cubicBezTo>
                  <a:cubicBezTo>
                    <a:pt x="154744" y="783232"/>
                    <a:pt x="157470" y="783131"/>
                    <a:pt x="157470" y="783131"/>
                  </a:cubicBezTo>
                  <a:lnTo>
                    <a:pt x="159085" y="784005"/>
                  </a:lnTo>
                  <a:cubicBezTo>
                    <a:pt x="159085" y="784005"/>
                    <a:pt x="160499" y="785755"/>
                    <a:pt x="160499" y="786057"/>
                  </a:cubicBezTo>
                  <a:cubicBezTo>
                    <a:pt x="160499" y="786394"/>
                    <a:pt x="159960" y="789220"/>
                    <a:pt x="159960" y="789220"/>
                  </a:cubicBezTo>
                  <a:lnTo>
                    <a:pt x="158446" y="790834"/>
                  </a:lnTo>
                  <a:cubicBezTo>
                    <a:pt x="158446" y="790834"/>
                    <a:pt x="158782" y="793862"/>
                    <a:pt x="158109" y="794635"/>
                  </a:cubicBezTo>
                  <a:cubicBezTo>
                    <a:pt x="157436" y="795409"/>
                    <a:pt x="156359" y="796048"/>
                    <a:pt x="156359" y="796048"/>
                  </a:cubicBezTo>
                  <a:cubicBezTo>
                    <a:pt x="156359" y="796048"/>
                    <a:pt x="155720" y="797461"/>
                    <a:pt x="155383" y="798235"/>
                  </a:cubicBezTo>
                  <a:cubicBezTo>
                    <a:pt x="155047" y="798975"/>
                    <a:pt x="154508" y="800287"/>
                    <a:pt x="154508" y="800287"/>
                  </a:cubicBezTo>
                  <a:cubicBezTo>
                    <a:pt x="154508" y="800287"/>
                    <a:pt x="153431" y="801700"/>
                    <a:pt x="154407" y="803113"/>
                  </a:cubicBezTo>
                  <a:cubicBezTo>
                    <a:pt x="155383" y="804526"/>
                    <a:pt x="156696" y="806140"/>
                    <a:pt x="156696" y="806140"/>
                  </a:cubicBezTo>
                  <a:lnTo>
                    <a:pt x="158984" y="807217"/>
                  </a:lnTo>
                  <a:lnTo>
                    <a:pt x="164201" y="809807"/>
                  </a:lnTo>
                  <a:lnTo>
                    <a:pt x="164975" y="811993"/>
                  </a:lnTo>
                  <a:cubicBezTo>
                    <a:pt x="164975" y="811993"/>
                    <a:pt x="165076" y="814718"/>
                    <a:pt x="165177" y="815055"/>
                  </a:cubicBezTo>
                  <a:cubicBezTo>
                    <a:pt x="165278" y="815391"/>
                    <a:pt x="167028" y="816905"/>
                    <a:pt x="167465" y="817107"/>
                  </a:cubicBezTo>
                  <a:cubicBezTo>
                    <a:pt x="167903" y="817309"/>
                    <a:pt x="169653" y="817645"/>
                    <a:pt x="170057" y="817645"/>
                  </a:cubicBezTo>
                  <a:cubicBezTo>
                    <a:pt x="170494" y="817645"/>
                    <a:pt x="172884" y="817847"/>
                    <a:pt x="173321" y="818183"/>
                  </a:cubicBezTo>
                  <a:cubicBezTo>
                    <a:pt x="173759" y="818520"/>
                    <a:pt x="173961" y="819159"/>
                    <a:pt x="174836" y="818183"/>
                  </a:cubicBezTo>
                  <a:cubicBezTo>
                    <a:pt x="175711" y="817208"/>
                    <a:pt x="175980" y="817410"/>
                    <a:pt x="175980" y="816232"/>
                  </a:cubicBezTo>
                  <a:cubicBezTo>
                    <a:pt x="175980" y="815055"/>
                    <a:pt x="175711" y="814819"/>
                    <a:pt x="175711" y="814382"/>
                  </a:cubicBezTo>
                  <a:cubicBezTo>
                    <a:pt x="175711" y="813945"/>
                    <a:pt x="175711" y="811657"/>
                    <a:pt x="175711" y="811657"/>
                  </a:cubicBezTo>
                  <a:cubicBezTo>
                    <a:pt x="175711" y="811657"/>
                    <a:pt x="176586" y="811321"/>
                    <a:pt x="176788" y="810883"/>
                  </a:cubicBezTo>
                  <a:cubicBezTo>
                    <a:pt x="176990" y="810446"/>
                    <a:pt x="176990" y="810009"/>
                    <a:pt x="177528" y="809571"/>
                  </a:cubicBezTo>
                  <a:cubicBezTo>
                    <a:pt x="178067" y="809134"/>
                    <a:pt x="178639" y="809470"/>
                    <a:pt x="179278" y="808596"/>
                  </a:cubicBezTo>
                  <a:cubicBezTo>
                    <a:pt x="179917" y="807721"/>
                    <a:pt x="180355" y="806847"/>
                    <a:pt x="180591" y="806308"/>
                  </a:cubicBezTo>
                  <a:cubicBezTo>
                    <a:pt x="180793" y="805770"/>
                    <a:pt x="180052" y="805434"/>
                    <a:pt x="181567" y="805232"/>
                  </a:cubicBezTo>
                  <a:cubicBezTo>
                    <a:pt x="183081" y="804997"/>
                    <a:pt x="185369" y="805131"/>
                    <a:pt x="185807" y="805131"/>
                  </a:cubicBezTo>
                  <a:cubicBezTo>
                    <a:pt x="186245" y="805131"/>
                    <a:pt x="188735" y="804795"/>
                    <a:pt x="189172" y="805131"/>
                  </a:cubicBezTo>
                  <a:cubicBezTo>
                    <a:pt x="189610" y="805467"/>
                    <a:pt x="190249" y="807620"/>
                    <a:pt x="190485" y="808192"/>
                  </a:cubicBezTo>
                  <a:cubicBezTo>
                    <a:pt x="190687" y="808730"/>
                    <a:pt x="190384" y="810244"/>
                    <a:pt x="190048" y="810480"/>
                  </a:cubicBezTo>
                  <a:cubicBezTo>
                    <a:pt x="189745" y="810682"/>
                    <a:pt x="189307" y="809605"/>
                    <a:pt x="188297" y="812431"/>
                  </a:cubicBezTo>
                  <a:cubicBezTo>
                    <a:pt x="187322" y="815257"/>
                    <a:pt x="187860" y="816333"/>
                    <a:pt x="187860" y="816333"/>
                  </a:cubicBezTo>
                  <a:lnTo>
                    <a:pt x="188398" y="817309"/>
                  </a:lnTo>
                  <a:cubicBezTo>
                    <a:pt x="188398" y="817309"/>
                    <a:pt x="189172" y="817847"/>
                    <a:pt x="189374" y="818183"/>
                  </a:cubicBezTo>
                  <a:cubicBezTo>
                    <a:pt x="189576" y="818520"/>
                    <a:pt x="189913" y="818822"/>
                    <a:pt x="190249" y="819394"/>
                  </a:cubicBezTo>
                  <a:cubicBezTo>
                    <a:pt x="190586" y="819933"/>
                    <a:pt x="191663" y="822422"/>
                    <a:pt x="191663" y="822422"/>
                  </a:cubicBezTo>
                  <a:lnTo>
                    <a:pt x="193413" y="824709"/>
                  </a:lnTo>
                  <a:lnTo>
                    <a:pt x="195668" y="824709"/>
                  </a:lnTo>
                  <a:lnTo>
                    <a:pt x="199134" y="824709"/>
                  </a:lnTo>
                  <a:cubicBezTo>
                    <a:pt x="199134" y="824709"/>
                    <a:pt x="201625" y="824272"/>
                    <a:pt x="201961" y="823734"/>
                  </a:cubicBezTo>
                  <a:cubicBezTo>
                    <a:pt x="202298" y="823195"/>
                    <a:pt x="203038" y="821345"/>
                    <a:pt x="203375" y="821244"/>
                  </a:cubicBezTo>
                  <a:cubicBezTo>
                    <a:pt x="203711" y="821144"/>
                    <a:pt x="205764" y="820807"/>
                    <a:pt x="206740" y="820807"/>
                  </a:cubicBezTo>
                  <a:cubicBezTo>
                    <a:pt x="207716" y="820807"/>
                    <a:pt x="210779" y="820908"/>
                    <a:pt x="210779" y="820908"/>
                  </a:cubicBezTo>
                  <a:lnTo>
                    <a:pt x="213505" y="822119"/>
                  </a:lnTo>
                  <a:cubicBezTo>
                    <a:pt x="213505" y="822119"/>
                    <a:pt x="216096" y="823532"/>
                    <a:pt x="215793" y="823868"/>
                  </a:cubicBezTo>
                  <a:cubicBezTo>
                    <a:pt x="215457" y="824205"/>
                    <a:pt x="215793" y="825281"/>
                    <a:pt x="215793" y="825281"/>
                  </a:cubicBezTo>
                  <a:lnTo>
                    <a:pt x="218620" y="827569"/>
                  </a:lnTo>
                  <a:lnTo>
                    <a:pt x="218721" y="830731"/>
                  </a:lnTo>
                  <a:lnTo>
                    <a:pt x="219361" y="832480"/>
                  </a:lnTo>
                  <a:lnTo>
                    <a:pt x="219260" y="834667"/>
                  </a:lnTo>
                  <a:cubicBezTo>
                    <a:pt x="219260" y="834667"/>
                    <a:pt x="219697" y="836853"/>
                    <a:pt x="219798" y="837593"/>
                  </a:cubicBezTo>
                  <a:cubicBezTo>
                    <a:pt x="219899" y="838367"/>
                    <a:pt x="224375" y="839544"/>
                    <a:pt x="224375" y="839544"/>
                  </a:cubicBezTo>
                  <a:lnTo>
                    <a:pt x="227303" y="840419"/>
                  </a:lnTo>
                  <a:lnTo>
                    <a:pt x="228818" y="843043"/>
                  </a:lnTo>
                  <a:cubicBezTo>
                    <a:pt x="228818" y="843043"/>
                    <a:pt x="230769" y="843817"/>
                    <a:pt x="231106" y="844456"/>
                  </a:cubicBezTo>
                  <a:cubicBezTo>
                    <a:pt x="231443" y="845095"/>
                    <a:pt x="232419" y="846642"/>
                    <a:pt x="232822" y="846945"/>
                  </a:cubicBezTo>
                  <a:cubicBezTo>
                    <a:pt x="233260" y="847281"/>
                    <a:pt x="235010" y="850208"/>
                    <a:pt x="235010" y="850208"/>
                  </a:cubicBezTo>
                  <a:cubicBezTo>
                    <a:pt x="235010" y="850208"/>
                    <a:pt x="236760" y="852395"/>
                    <a:pt x="237063" y="852395"/>
                  </a:cubicBezTo>
                  <a:cubicBezTo>
                    <a:pt x="237400" y="852395"/>
                    <a:pt x="238039" y="852832"/>
                    <a:pt x="239351" y="852395"/>
                  </a:cubicBezTo>
                  <a:cubicBezTo>
                    <a:pt x="240664" y="851957"/>
                    <a:pt x="240866" y="851184"/>
                    <a:pt x="241303" y="850881"/>
                  </a:cubicBezTo>
                  <a:cubicBezTo>
                    <a:pt x="241741" y="850545"/>
                    <a:pt x="242717" y="849569"/>
                    <a:pt x="243053" y="848829"/>
                  </a:cubicBezTo>
                  <a:cubicBezTo>
                    <a:pt x="243356" y="848055"/>
                    <a:pt x="243390" y="846777"/>
                    <a:pt x="243390" y="846003"/>
                  </a:cubicBezTo>
                  <a:cubicBezTo>
                    <a:pt x="243390" y="845229"/>
                    <a:pt x="243154" y="844388"/>
                    <a:pt x="243289" y="844052"/>
                  </a:cubicBezTo>
                  <a:cubicBezTo>
                    <a:pt x="243390" y="843716"/>
                    <a:pt x="244164" y="841664"/>
                    <a:pt x="244501" y="841563"/>
                  </a:cubicBezTo>
                  <a:cubicBezTo>
                    <a:pt x="244837" y="841462"/>
                    <a:pt x="246150" y="840486"/>
                    <a:pt x="246150" y="840486"/>
                  </a:cubicBezTo>
                  <a:cubicBezTo>
                    <a:pt x="246150" y="840486"/>
                    <a:pt x="248001" y="839612"/>
                    <a:pt x="248438" y="839612"/>
                  </a:cubicBezTo>
                  <a:cubicBezTo>
                    <a:pt x="248876" y="839612"/>
                    <a:pt x="250054" y="839712"/>
                    <a:pt x="250054" y="839712"/>
                  </a:cubicBezTo>
                  <a:cubicBezTo>
                    <a:pt x="250054" y="839712"/>
                    <a:pt x="251703" y="839511"/>
                    <a:pt x="252342" y="839712"/>
                  </a:cubicBezTo>
                  <a:cubicBezTo>
                    <a:pt x="252982" y="839948"/>
                    <a:pt x="255169" y="840486"/>
                    <a:pt x="255169" y="840486"/>
                  </a:cubicBezTo>
                  <a:cubicBezTo>
                    <a:pt x="255169" y="840486"/>
                    <a:pt x="256044" y="840924"/>
                    <a:pt x="256919" y="840486"/>
                  </a:cubicBezTo>
                  <a:cubicBezTo>
                    <a:pt x="257794" y="840049"/>
                    <a:pt x="259309" y="839712"/>
                    <a:pt x="259746" y="839612"/>
                  </a:cubicBezTo>
                  <a:cubicBezTo>
                    <a:pt x="260184" y="839511"/>
                    <a:pt x="260958" y="839174"/>
                    <a:pt x="261362" y="839174"/>
                  </a:cubicBezTo>
                  <a:cubicBezTo>
                    <a:pt x="261799" y="839174"/>
                    <a:pt x="262674" y="838972"/>
                    <a:pt x="263213" y="838838"/>
                  </a:cubicBezTo>
                  <a:cubicBezTo>
                    <a:pt x="263751" y="838737"/>
                    <a:pt x="264727" y="838064"/>
                    <a:pt x="265165" y="837862"/>
                  </a:cubicBezTo>
                  <a:cubicBezTo>
                    <a:pt x="265602" y="837627"/>
                    <a:pt x="266814" y="836651"/>
                    <a:pt x="266814" y="836651"/>
                  </a:cubicBezTo>
                  <a:lnTo>
                    <a:pt x="268126" y="835777"/>
                  </a:lnTo>
                  <a:cubicBezTo>
                    <a:pt x="268126" y="835777"/>
                    <a:pt x="269102" y="835676"/>
                    <a:pt x="269540" y="835777"/>
                  </a:cubicBezTo>
                  <a:cubicBezTo>
                    <a:pt x="269977" y="835878"/>
                    <a:pt x="270953" y="836752"/>
                    <a:pt x="271391" y="836853"/>
                  </a:cubicBezTo>
                  <a:cubicBezTo>
                    <a:pt x="271828" y="836954"/>
                    <a:pt x="273040" y="838064"/>
                    <a:pt x="273141" y="838602"/>
                  </a:cubicBezTo>
                  <a:cubicBezTo>
                    <a:pt x="273242" y="839141"/>
                    <a:pt x="274655" y="840453"/>
                    <a:pt x="274655" y="840453"/>
                  </a:cubicBezTo>
                  <a:cubicBezTo>
                    <a:pt x="274655" y="840453"/>
                    <a:pt x="274857" y="840553"/>
                    <a:pt x="276169" y="840453"/>
                  </a:cubicBezTo>
                  <a:cubicBezTo>
                    <a:pt x="277482" y="840352"/>
                    <a:pt x="278694" y="840553"/>
                    <a:pt x="278997" y="840453"/>
                  </a:cubicBezTo>
                  <a:cubicBezTo>
                    <a:pt x="279333" y="840352"/>
                    <a:pt x="286165" y="840453"/>
                    <a:pt x="286165" y="840453"/>
                  </a:cubicBezTo>
                  <a:lnTo>
                    <a:pt x="291348" y="840453"/>
                  </a:lnTo>
                  <a:lnTo>
                    <a:pt x="293098" y="840453"/>
                  </a:lnTo>
                  <a:cubicBezTo>
                    <a:pt x="293098" y="840453"/>
                    <a:pt x="295992" y="842774"/>
                    <a:pt x="295790" y="843211"/>
                  </a:cubicBezTo>
                  <a:cubicBezTo>
                    <a:pt x="295588" y="843648"/>
                    <a:pt x="297742" y="846407"/>
                    <a:pt x="297742" y="846407"/>
                  </a:cubicBezTo>
                  <a:cubicBezTo>
                    <a:pt x="297742" y="846407"/>
                    <a:pt x="300805" y="848863"/>
                    <a:pt x="301209" y="849165"/>
                  </a:cubicBezTo>
                  <a:cubicBezTo>
                    <a:pt x="301646" y="849468"/>
                    <a:pt x="306728" y="852193"/>
                    <a:pt x="306728" y="852193"/>
                  </a:cubicBezTo>
                  <a:lnTo>
                    <a:pt x="313391" y="855523"/>
                  </a:lnTo>
                  <a:lnTo>
                    <a:pt x="316420" y="858988"/>
                  </a:lnTo>
                  <a:lnTo>
                    <a:pt x="319449" y="861175"/>
                  </a:lnTo>
                  <a:lnTo>
                    <a:pt x="325810" y="865077"/>
                  </a:lnTo>
                  <a:lnTo>
                    <a:pt x="329142" y="867398"/>
                  </a:lnTo>
                  <a:lnTo>
                    <a:pt x="331027" y="869416"/>
                  </a:lnTo>
                  <a:lnTo>
                    <a:pt x="334493" y="871166"/>
                  </a:lnTo>
                  <a:cubicBezTo>
                    <a:pt x="334493" y="871166"/>
                    <a:pt x="335806" y="871300"/>
                    <a:pt x="337387" y="871300"/>
                  </a:cubicBezTo>
                  <a:cubicBezTo>
                    <a:pt x="338969" y="871300"/>
                    <a:pt x="340282" y="871435"/>
                    <a:pt x="340854" y="871435"/>
                  </a:cubicBezTo>
                  <a:cubicBezTo>
                    <a:pt x="341426" y="871435"/>
                    <a:pt x="343445" y="872007"/>
                    <a:pt x="343445" y="872007"/>
                  </a:cubicBezTo>
                  <a:lnTo>
                    <a:pt x="344320" y="873756"/>
                  </a:lnTo>
                  <a:cubicBezTo>
                    <a:pt x="344320" y="873756"/>
                    <a:pt x="345767" y="875942"/>
                    <a:pt x="346339" y="876077"/>
                  </a:cubicBezTo>
                  <a:cubicBezTo>
                    <a:pt x="346911" y="876212"/>
                    <a:pt x="347652" y="876380"/>
                    <a:pt x="348359" y="877221"/>
                  </a:cubicBezTo>
                  <a:cubicBezTo>
                    <a:pt x="349099" y="878095"/>
                    <a:pt x="351388" y="880686"/>
                    <a:pt x="351388" y="880686"/>
                  </a:cubicBezTo>
                  <a:lnTo>
                    <a:pt x="352700" y="881997"/>
                  </a:lnTo>
                  <a:lnTo>
                    <a:pt x="356167" y="884756"/>
                  </a:lnTo>
                  <a:lnTo>
                    <a:pt x="357042" y="887514"/>
                  </a:lnTo>
                  <a:cubicBezTo>
                    <a:pt x="357042" y="887514"/>
                    <a:pt x="357917" y="889533"/>
                    <a:pt x="358926" y="890979"/>
                  </a:cubicBezTo>
                  <a:cubicBezTo>
                    <a:pt x="359936" y="892426"/>
                    <a:pt x="363873" y="895184"/>
                    <a:pt x="363873" y="895184"/>
                  </a:cubicBezTo>
                  <a:lnTo>
                    <a:pt x="365758" y="898817"/>
                  </a:lnTo>
                  <a:lnTo>
                    <a:pt x="369393" y="903022"/>
                  </a:lnTo>
                  <a:lnTo>
                    <a:pt x="376494" y="903022"/>
                  </a:lnTo>
                  <a:lnTo>
                    <a:pt x="379556" y="901946"/>
                  </a:lnTo>
                  <a:lnTo>
                    <a:pt x="386085" y="901307"/>
                  </a:lnTo>
                  <a:lnTo>
                    <a:pt x="392177" y="901307"/>
                  </a:lnTo>
                  <a:lnTo>
                    <a:pt x="395643" y="901307"/>
                  </a:lnTo>
                  <a:lnTo>
                    <a:pt x="401163" y="901744"/>
                  </a:lnTo>
                  <a:cubicBezTo>
                    <a:pt x="401163" y="901744"/>
                    <a:pt x="400422" y="898111"/>
                    <a:pt x="400019" y="897539"/>
                  </a:cubicBezTo>
                  <a:cubicBezTo>
                    <a:pt x="399581" y="896967"/>
                    <a:pt x="396249" y="886539"/>
                    <a:pt x="396249" y="886539"/>
                  </a:cubicBezTo>
                  <a:cubicBezTo>
                    <a:pt x="396249" y="886539"/>
                    <a:pt x="395946" y="880450"/>
                    <a:pt x="395946" y="879878"/>
                  </a:cubicBezTo>
                  <a:cubicBezTo>
                    <a:pt x="395946" y="879306"/>
                    <a:pt x="396384" y="872208"/>
                    <a:pt x="396384" y="871603"/>
                  </a:cubicBezTo>
                  <a:cubicBezTo>
                    <a:pt x="396384" y="871031"/>
                    <a:pt x="396956" y="864202"/>
                    <a:pt x="396821" y="862756"/>
                  </a:cubicBezTo>
                  <a:cubicBezTo>
                    <a:pt x="396687" y="861309"/>
                    <a:pt x="396687" y="854514"/>
                    <a:pt x="396687" y="854514"/>
                  </a:cubicBezTo>
                  <a:cubicBezTo>
                    <a:pt x="396687" y="854514"/>
                    <a:pt x="395542" y="849872"/>
                    <a:pt x="394499" y="849165"/>
                  </a:cubicBezTo>
                  <a:cubicBezTo>
                    <a:pt x="393490" y="848425"/>
                    <a:pt x="391436" y="845970"/>
                    <a:pt x="390158" y="844388"/>
                  </a:cubicBezTo>
                  <a:cubicBezTo>
                    <a:pt x="388845" y="842807"/>
                    <a:pt x="384941" y="838165"/>
                    <a:pt x="384504" y="837593"/>
                  </a:cubicBezTo>
                  <a:cubicBezTo>
                    <a:pt x="384066" y="837021"/>
                    <a:pt x="383494" y="834700"/>
                    <a:pt x="383932" y="832951"/>
                  </a:cubicBezTo>
                  <a:cubicBezTo>
                    <a:pt x="384369" y="831202"/>
                    <a:pt x="386691" y="827165"/>
                    <a:pt x="387836" y="825988"/>
                  </a:cubicBezTo>
                  <a:cubicBezTo>
                    <a:pt x="388980" y="824844"/>
                    <a:pt x="390461" y="822657"/>
                    <a:pt x="391033" y="822220"/>
                  </a:cubicBezTo>
                  <a:cubicBezTo>
                    <a:pt x="391605" y="821783"/>
                    <a:pt x="391739" y="814382"/>
                    <a:pt x="391739" y="814382"/>
                  </a:cubicBezTo>
                  <a:lnTo>
                    <a:pt x="392614" y="804391"/>
                  </a:lnTo>
                  <a:lnTo>
                    <a:pt x="395643" y="803315"/>
                  </a:lnTo>
                  <a:lnTo>
                    <a:pt x="397965" y="800489"/>
                  </a:lnTo>
                  <a:lnTo>
                    <a:pt x="404360" y="800489"/>
                  </a:lnTo>
                  <a:lnTo>
                    <a:pt x="409879" y="803819"/>
                  </a:lnTo>
                  <a:cubicBezTo>
                    <a:pt x="409879" y="803819"/>
                    <a:pt x="417990" y="803685"/>
                    <a:pt x="419000" y="803382"/>
                  </a:cubicBezTo>
                  <a:cubicBezTo>
                    <a:pt x="420009" y="803079"/>
                    <a:pt x="427413" y="800489"/>
                    <a:pt x="427413" y="800489"/>
                  </a:cubicBezTo>
                  <a:cubicBezTo>
                    <a:pt x="427413" y="800489"/>
                    <a:pt x="429870" y="799042"/>
                    <a:pt x="432058" y="800489"/>
                  </a:cubicBezTo>
                  <a:cubicBezTo>
                    <a:pt x="434245" y="801935"/>
                    <a:pt x="438856" y="799345"/>
                    <a:pt x="440606" y="798739"/>
                  </a:cubicBezTo>
                  <a:cubicBezTo>
                    <a:pt x="442356" y="798168"/>
                    <a:pt x="445957" y="796418"/>
                    <a:pt x="446697" y="795544"/>
                  </a:cubicBezTo>
                  <a:cubicBezTo>
                    <a:pt x="447404" y="794669"/>
                    <a:pt x="449020" y="791776"/>
                    <a:pt x="449592" y="790632"/>
                  </a:cubicBezTo>
                  <a:cubicBezTo>
                    <a:pt x="450164" y="789489"/>
                    <a:pt x="451342" y="788311"/>
                    <a:pt x="451039" y="785856"/>
                  </a:cubicBezTo>
                  <a:cubicBezTo>
                    <a:pt x="450736" y="783400"/>
                    <a:pt x="451476" y="781651"/>
                    <a:pt x="449592" y="780204"/>
                  </a:cubicBezTo>
                  <a:cubicBezTo>
                    <a:pt x="447707" y="778757"/>
                    <a:pt x="443063" y="775427"/>
                    <a:pt x="441918" y="774687"/>
                  </a:cubicBezTo>
                  <a:cubicBezTo>
                    <a:pt x="440774" y="773947"/>
                    <a:pt x="439462" y="771794"/>
                    <a:pt x="436702" y="771357"/>
                  </a:cubicBezTo>
                  <a:cubicBezTo>
                    <a:pt x="433942" y="770920"/>
                    <a:pt x="432798" y="769776"/>
                    <a:pt x="428154" y="769910"/>
                  </a:cubicBezTo>
                  <a:cubicBezTo>
                    <a:pt x="423509" y="770045"/>
                    <a:pt x="423947" y="770348"/>
                    <a:pt x="421355" y="770617"/>
                  </a:cubicBezTo>
                  <a:cubicBezTo>
                    <a:pt x="418730" y="770920"/>
                    <a:pt x="419471" y="772938"/>
                    <a:pt x="417283" y="770920"/>
                  </a:cubicBezTo>
                  <a:cubicBezTo>
                    <a:pt x="415096" y="768901"/>
                    <a:pt x="412370" y="768161"/>
                    <a:pt x="412370" y="765840"/>
                  </a:cubicBezTo>
                  <a:cubicBezTo>
                    <a:pt x="412370" y="763519"/>
                    <a:pt x="412504" y="761500"/>
                    <a:pt x="412672" y="761063"/>
                  </a:cubicBezTo>
                  <a:cubicBezTo>
                    <a:pt x="412807" y="760626"/>
                    <a:pt x="414860" y="756993"/>
                    <a:pt x="414860" y="756993"/>
                  </a:cubicBezTo>
                  <a:lnTo>
                    <a:pt x="414288" y="752081"/>
                  </a:lnTo>
                  <a:lnTo>
                    <a:pt x="413716" y="747439"/>
                  </a:lnTo>
                  <a:cubicBezTo>
                    <a:pt x="413716" y="747439"/>
                    <a:pt x="409072" y="745118"/>
                    <a:pt x="407624" y="744546"/>
                  </a:cubicBezTo>
                  <a:cubicBezTo>
                    <a:pt x="406177" y="743974"/>
                    <a:pt x="402677" y="744546"/>
                    <a:pt x="402677" y="744546"/>
                  </a:cubicBezTo>
                  <a:cubicBezTo>
                    <a:pt x="402677" y="744546"/>
                    <a:pt x="400355" y="745488"/>
                    <a:pt x="397764" y="744277"/>
                  </a:cubicBezTo>
                  <a:cubicBezTo>
                    <a:pt x="395172" y="743100"/>
                    <a:pt x="394566" y="743671"/>
                    <a:pt x="393994" y="742797"/>
                  </a:cubicBezTo>
                  <a:cubicBezTo>
                    <a:pt x="393422" y="741922"/>
                    <a:pt x="385311" y="738726"/>
                    <a:pt x="385311" y="738726"/>
                  </a:cubicBezTo>
                  <a:cubicBezTo>
                    <a:pt x="385311" y="738726"/>
                    <a:pt x="384436" y="737213"/>
                    <a:pt x="384436" y="736775"/>
                  </a:cubicBezTo>
                  <a:cubicBezTo>
                    <a:pt x="384436" y="736338"/>
                    <a:pt x="384874" y="734050"/>
                    <a:pt x="385210" y="733849"/>
                  </a:cubicBezTo>
                  <a:cubicBezTo>
                    <a:pt x="385547" y="733647"/>
                    <a:pt x="387701" y="730922"/>
                    <a:pt x="387936" y="730485"/>
                  </a:cubicBezTo>
                  <a:cubicBezTo>
                    <a:pt x="388172" y="730047"/>
                    <a:pt x="388037" y="729947"/>
                    <a:pt x="389013" y="729408"/>
                  </a:cubicBezTo>
                  <a:cubicBezTo>
                    <a:pt x="389989" y="728870"/>
                    <a:pt x="392917" y="727457"/>
                    <a:pt x="393590" y="727457"/>
                  </a:cubicBezTo>
                  <a:cubicBezTo>
                    <a:pt x="394264" y="727457"/>
                    <a:pt x="396855" y="727995"/>
                    <a:pt x="397932" y="727457"/>
                  </a:cubicBezTo>
                  <a:cubicBezTo>
                    <a:pt x="399042" y="726919"/>
                    <a:pt x="401836" y="726549"/>
                    <a:pt x="402509" y="726112"/>
                  </a:cubicBezTo>
                  <a:cubicBezTo>
                    <a:pt x="403148" y="725674"/>
                    <a:pt x="407523" y="723992"/>
                    <a:pt x="407523" y="723992"/>
                  </a:cubicBezTo>
                  <a:lnTo>
                    <a:pt x="411427" y="723992"/>
                  </a:lnTo>
                  <a:lnTo>
                    <a:pt x="415668" y="725943"/>
                  </a:lnTo>
                  <a:cubicBezTo>
                    <a:pt x="415668" y="725943"/>
                    <a:pt x="420447" y="728231"/>
                    <a:pt x="421086" y="728433"/>
                  </a:cubicBezTo>
                  <a:cubicBezTo>
                    <a:pt x="421726" y="728668"/>
                    <a:pt x="427178" y="730720"/>
                    <a:pt x="428490" y="730922"/>
                  </a:cubicBezTo>
                  <a:cubicBezTo>
                    <a:pt x="429803" y="731124"/>
                    <a:pt x="434683" y="732873"/>
                    <a:pt x="435760" y="732873"/>
                  </a:cubicBezTo>
                  <a:cubicBezTo>
                    <a:pt x="436837" y="732873"/>
                    <a:pt x="444240" y="735261"/>
                    <a:pt x="445217" y="735261"/>
                  </a:cubicBezTo>
                  <a:cubicBezTo>
                    <a:pt x="446193" y="735261"/>
                    <a:pt x="454135" y="737213"/>
                    <a:pt x="455111" y="736910"/>
                  </a:cubicBezTo>
                  <a:cubicBezTo>
                    <a:pt x="456087" y="736573"/>
                    <a:pt x="462952" y="735497"/>
                    <a:pt x="462952" y="735497"/>
                  </a:cubicBezTo>
                  <a:lnTo>
                    <a:pt x="465544" y="733983"/>
                  </a:lnTo>
                  <a:lnTo>
                    <a:pt x="475775" y="733748"/>
                  </a:lnTo>
                  <a:cubicBezTo>
                    <a:pt x="475775" y="733748"/>
                    <a:pt x="481664" y="731797"/>
                    <a:pt x="482068" y="731157"/>
                  </a:cubicBezTo>
                  <a:cubicBezTo>
                    <a:pt x="482506" y="730485"/>
                    <a:pt x="484794" y="729106"/>
                    <a:pt x="484794" y="729106"/>
                  </a:cubicBezTo>
                  <a:lnTo>
                    <a:pt x="487621" y="725506"/>
                  </a:lnTo>
                  <a:lnTo>
                    <a:pt x="490246" y="725304"/>
                  </a:lnTo>
                  <a:lnTo>
                    <a:pt x="492299" y="726280"/>
                  </a:lnTo>
                  <a:lnTo>
                    <a:pt x="493040" y="728130"/>
                  </a:lnTo>
                  <a:lnTo>
                    <a:pt x="492501" y="731292"/>
                  </a:lnTo>
                  <a:cubicBezTo>
                    <a:pt x="492501" y="731292"/>
                    <a:pt x="492064" y="732907"/>
                    <a:pt x="493040" y="733781"/>
                  </a:cubicBezTo>
                  <a:cubicBezTo>
                    <a:pt x="494016" y="734656"/>
                    <a:pt x="495126" y="735968"/>
                    <a:pt x="495867" y="736607"/>
                  </a:cubicBezTo>
                  <a:cubicBezTo>
                    <a:pt x="496641" y="737246"/>
                    <a:pt x="499030" y="738895"/>
                    <a:pt x="499333" y="739096"/>
                  </a:cubicBezTo>
                  <a:cubicBezTo>
                    <a:pt x="499670" y="739332"/>
                    <a:pt x="503035" y="740072"/>
                    <a:pt x="503035" y="740072"/>
                  </a:cubicBezTo>
                  <a:cubicBezTo>
                    <a:pt x="503035" y="740072"/>
                    <a:pt x="504247" y="740173"/>
                    <a:pt x="505122" y="740173"/>
                  </a:cubicBezTo>
                  <a:cubicBezTo>
                    <a:pt x="505997" y="740173"/>
                    <a:pt x="507747" y="739937"/>
                    <a:pt x="508386" y="739736"/>
                  </a:cubicBezTo>
                  <a:cubicBezTo>
                    <a:pt x="509026" y="739500"/>
                    <a:pt x="511112" y="738121"/>
                    <a:pt x="511550" y="737549"/>
                  </a:cubicBezTo>
                  <a:cubicBezTo>
                    <a:pt x="511987" y="737011"/>
                    <a:pt x="513502" y="736035"/>
                    <a:pt x="513939" y="735699"/>
                  </a:cubicBezTo>
                  <a:cubicBezTo>
                    <a:pt x="514377" y="735362"/>
                    <a:pt x="515252" y="733849"/>
                    <a:pt x="515790" y="733310"/>
                  </a:cubicBezTo>
                  <a:cubicBezTo>
                    <a:pt x="516329" y="732772"/>
                    <a:pt x="516766" y="731460"/>
                    <a:pt x="518180" y="731023"/>
                  </a:cubicBezTo>
                  <a:cubicBezTo>
                    <a:pt x="519593" y="730586"/>
                    <a:pt x="521882" y="729947"/>
                    <a:pt x="522757" y="729274"/>
                  </a:cubicBezTo>
                  <a:cubicBezTo>
                    <a:pt x="523632" y="728635"/>
                    <a:pt x="525348" y="728197"/>
                    <a:pt x="526122" y="727121"/>
                  </a:cubicBezTo>
                  <a:cubicBezTo>
                    <a:pt x="526425" y="726683"/>
                    <a:pt x="527334" y="725943"/>
                    <a:pt x="528276" y="725237"/>
                  </a:cubicBezTo>
                  <a:lnTo>
                    <a:pt x="531406" y="720527"/>
                  </a:lnTo>
                  <a:lnTo>
                    <a:pt x="534031" y="716793"/>
                  </a:lnTo>
                  <a:lnTo>
                    <a:pt x="534031" y="712656"/>
                  </a:lnTo>
                  <a:cubicBezTo>
                    <a:pt x="534031" y="712656"/>
                    <a:pt x="534031" y="709695"/>
                    <a:pt x="534031" y="709393"/>
                  </a:cubicBezTo>
                  <a:cubicBezTo>
                    <a:pt x="534031" y="709090"/>
                    <a:pt x="534031" y="703977"/>
                    <a:pt x="534031" y="703977"/>
                  </a:cubicBezTo>
                  <a:lnTo>
                    <a:pt x="534603" y="701151"/>
                  </a:lnTo>
                  <a:cubicBezTo>
                    <a:pt x="534603" y="701151"/>
                    <a:pt x="534166" y="696441"/>
                    <a:pt x="534098" y="696240"/>
                  </a:cubicBezTo>
                  <a:cubicBezTo>
                    <a:pt x="534031" y="696004"/>
                    <a:pt x="532214" y="692102"/>
                    <a:pt x="532012" y="691967"/>
                  </a:cubicBezTo>
                  <a:cubicBezTo>
                    <a:pt x="531776" y="691833"/>
                    <a:pt x="527939" y="688570"/>
                    <a:pt x="527738" y="688435"/>
                  </a:cubicBezTo>
                  <a:cubicBezTo>
                    <a:pt x="527536" y="688301"/>
                    <a:pt x="523228" y="684667"/>
                    <a:pt x="523161" y="684466"/>
                  </a:cubicBezTo>
                  <a:cubicBezTo>
                    <a:pt x="523093" y="684264"/>
                    <a:pt x="519761" y="682145"/>
                    <a:pt x="519761" y="682145"/>
                  </a:cubicBezTo>
                  <a:lnTo>
                    <a:pt x="518247" y="680563"/>
                  </a:lnTo>
                  <a:lnTo>
                    <a:pt x="515756" y="680563"/>
                  </a:lnTo>
                  <a:cubicBezTo>
                    <a:pt x="515756" y="680563"/>
                    <a:pt x="512425" y="676358"/>
                    <a:pt x="512290" y="675787"/>
                  </a:cubicBezTo>
                  <a:cubicBezTo>
                    <a:pt x="512155" y="675215"/>
                    <a:pt x="512290" y="670875"/>
                    <a:pt x="512290" y="670875"/>
                  </a:cubicBezTo>
                  <a:lnTo>
                    <a:pt x="512223" y="666670"/>
                  </a:lnTo>
                  <a:cubicBezTo>
                    <a:pt x="512223" y="666670"/>
                    <a:pt x="509968" y="664349"/>
                    <a:pt x="509665" y="663777"/>
                  </a:cubicBezTo>
                  <a:cubicBezTo>
                    <a:pt x="509362" y="663205"/>
                    <a:pt x="505458" y="659370"/>
                    <a:pt x="505458" y="659370"/>
                  </a:cubicBezTo>
                  <a:lnTo>
                    <a:pt x="504011" y="657991"/>
                  </a:lnTo>
                  <a:lnTo>
                    <a:pt x="498357" y="657991"/>
                  </a:lnTo>
                  <a:cubicBezTo>
                    <a:pt x="498357" y="657991"/>
                    <a:pt x="496035" y="657688"/>
                    <a:pt x="495597" y="657991"/>
                  </a:cubicBezTo>
                  <a:cubicBezTo>
                    <a:pt x="495160" y="658294"/>
                    <a:pt x="493275" y="657251"/>
                    <a:pt x="493275" y="657251"/>
                  </a:cubicBezTo>
                  <a:lnTo>
                    <a:pt x="492266" y="654930"/>
                  </a:lnTo>
                  <a:lnTo>
                    <a:pt x="492266" y="651903"/>
                  </a:lnTo>
                  <a:lnTo>
                    <a:pt x="494150" y="650153"/>
                  </a:lnTo>
                  <a:cubicBezTo>
                    <a:pt x="494150" y="650153"/>
                    <a:pt x="494722" y="649279"/>
                    <a:pt x="495160" y="649144"/>
                  </a:cubicBezTo>
                  <a:cubicBezTo>
                    <a:pt x="495597" y="649010"/>
                    <a:pt x="498492" y="645814"/>
                    <a:pt x="498492" y="645814"/>
                  </a:cubicBezTo>
                  <a:lnTo>
                    <a:pt x="494857" y="642349"/>
                  </a:lnTo>
                  <a:lnTo>
                    <a:pt x="489641" y="642349"/>
                  </a:lnTo>
                  <a:cubicBezTo>
                    <a:pt x="489641" y="642349"/>
                    <a:pt x="487319" y="640465"/>
                    <a:pt x="487049" y="640028"/>
                  </a:cubicBezTo>
                  <a:cubicBezTo>
                    <a:pt x="486746" y="639590"/>
                    <a:pt x="486040" y="637572"/>
                    <a:pt x="486040" y="637000"/>
                  </a:cubicBezTo>
                  <a:cubicBezTo>
                    <a:pt x="486040" y="636428"/>
                    <a:pt x="486477" y="635116"/>
                    <a:pt x="487487" y="634107"/>
                  </a:cubicBezTo>
                  <a:cubicBezTo>
                    <a:pt x="488496" y="633098"/>
                    <a:pt x="490684" y="631080"/>
                    <a:pt x="491256" y="630777"/>
                  </a:cubicBezTo>
                  <a:cubicBezTo>
                    <a:pt x="491828" y="630508"/>
                    <a:pt x="494319" y="629196"/>
                    <a:pt x="494891" y="628893"/>
                  </a:cubicBezTo>
                  <a:cubicBezTo>
                    <a:pt x="495463" y="628590"/>
                    <a:pt x="497348" y="625865"/>
                    <a:pt x="497348" y="625865"/>
                  </a:cubicBezTo>
                  <a:cubicBezTo>
                    <a:pt x="497348" y="625865"/>
                    <a:pt x="497650" y="624991"/>
                    <a:pt x="497482" y="624419"/>
                  </a:cubicBezTo>
                  <a:cubicBezTo>
                    <a:pt x="497348" y="623847"/>
                    <a:pt x="495900" y="622098"/>
                    <a:pt x="495295" y="621829"/>
                  </a:cubicBezTo>
                  <a:cubicBezTo>
                    <a:pt x="494722" y="621526"/>
                    <a:pt x="493545" y="620517"/>
                    <a:pt x="493545" y="620517"/>
                  </a:cubicBezTo>
                  <a:cubicBezTo>
                    <a:pt x="493545" y="620517"/>
                    <a:pt x="491963" y="619373"/>
                    <a:pt x="490650" y="618767"/>
                  </a:cubicBezTo>
                  <a:cubicBezTo>
                    <a:pt x="489338" y="618196"/>
                    <a:pt x="486443" y="617893"/>
                    <a:pt x="486006" y="617590"/>
                  </a:cubicBezTo>
                  <a:cubicBezTo>
                    <a:pt x="485568" y="617287"/>
                    <a:pt x="482371" y="616581"/>
                    <a:pt x="481799" y="616446"/>
                  </a:cubicBezTo>
                  <a:cubicBezTo>
                    <a:pt x="481227" y="616312"/>
                    <a:pt x="478164" y="614697"/>
                    <a:pt x="478164" y="614697"/>
                  </a:cubicBezTo>
                  <a:lnTo>
                    <a:pt x="476280" y="612241"/>
                  </a:lnTo>
                  <a:lnTo>
                    <a:pt x="474530" y="609046"/>
                  </a:lnTo>
                  <a:cubicBezTo>
                    <a:pt x="474530" y="609046"/>
                    <a:pt x="473520" y="608238"/>
                    <a:pt x="474530" y="608104"/>
                  </a:cubicBezTo>
                  <a:cubicBezTo>
                    <a:pt x="475539" y="607969"/>
                    <a:pt x="478299" y="605850"/>
                    <a:pt x="478299" y="605850"/>
                  </a:cubicBezTo>
                  <a:lnTo>
                    <a:pt x="480890" y="605850"/>
                  </a:lnTo>
                  <a:lnTo>
                    <a:pt x="481597" y="604101"/>
                  </a:lnTo>
                  <a:lnTo>
                    <a:pt x="482607" y="602520"/>
                  </a:lnTo>
                  <a:lnTo>
                    <a:pt x="480790" y="600131"/>
                  </a:lnTo>
                  <a:lnTo>
                    <a:pt x="477458" y="596935"/>
                  </a:lnTo>
                  <a:lnTo>
                    <a:pt x="475708" y="594917"/>
                  </a:lnTo>
                  <a:lnTo>
                    <a:pt x="471232" y="590275"/>
                  </a:lnTo>
                  <a:lnTo>
                    <a:pt x="467597" y="585767"/>
                  </a:lnTo>
                  <a:cubicBezTo>
                    <a:pt x="467597" y="585767"/>
                    <a:pt x="466015" y="584018"/>
                    <a:pt x="466015" y="583446"/>
                  </a:cubicBezTo>
                  <a:cubicBezTo>
                    <a:pt x="466015" y="582874"/>
                    <a:pt x="466015" y="578669"/>
                    <a:pt x="466015" y="578669"/>
                  </a:cubicBezTo>
                  <a:lnTo>
                    <a:pt x="466755" y="576718"/>
                  </a:lnTo>
                  <a:cubicBezTo>
                    <a:pt x="466755" y="576718"/>
                    <a:pt x="468135" y="575238"/>
                    <a:pt x="469179" y="574599"/>
                  </a:cubicBezTo>
                  <a:cubicBezTo>
                    <a:pt x="469179" y="574599"/>
                    <a:pt x="469179" y="574599"/>
                    <a:pt x="469179" y="574599"/>
                  </a:cubicBezTo>
                  <a:lnTo>
                    <a:pt x="469179" y="574599"/>
                  </a:lnTo>
                  <a:lnTo>
                    <a:pt x="462852" y="572143"/>
                  </a:lnTo>
                  <a:cubicBezTo>
                    <a:pt x="462852" y="572143"/>
                    <a:pt x="461270" y="569250"/>
                    <a:pt x="460967" y="568510"/>
                  </a:cubicBezTo>
                  <a:cubicBezTo>
                    <a:pt x="460664" y="567770"/>
                    <a:pt x="460664" y="563161"/>
                    <a:pt x="460260" y="562556"/>
                  </a:cubicBezTo>
                  <a:cubicBezTo>
                    <a:pt x="459823" y="561984"/>
                    <a:pt x="460260" y="551690"/>
                    <a:pt x="460260" y="551690"/>
                  </a:cubicBezTo>
                  <a:lnTo>
                    <a:pt x="461842" y="544727"/>
                  </a:lnTo>
                  <a:lnTo>
                    <a:pt x="460832" y="542136"/>
                  </a:lnTo>
                  <a:cubicBezTo>
                    <a:pt x="460832" y="542136"/>
                    <a:pt x="460832" y="535610"/>
                    <a:pt x="460832" y="534029"/>
                  </a:cubicBezTo>
                  <a:cubicBezTo>
                    <a:pt x="460832" y="532448"/>
                    <a:pt x="461606" y="530699"/>
                    <a:pt x="461909" y="529959"/>
                  </a:cubicBezTo>
                  <a:cubicBezTo>
                    <a:pt x="462212" y="529252"/>
                    <a:pt x="463727" y="526629"/>
                    <a:pt x="463727" y="526629"/>
                  </a:cubicBezTo>
                  <a:cubicBezTo>
                    <a:pt x="463727" y="526629"/>
                    <a:pt x="465880" y="523298"/>
                    <a:pt x="466049" y="522726"/>
                  </a:cubicBezTo>
                  <a:cubicBezTo>
                    <a:pt x="466183" y="522154"/>
                    <a:pt x="466621" y="519530"/>
                    <a:pt x="466755" y="519093"/>
                  </a:cubicBezTo>
                  <a:cubicBezTo>
                    <a:pt x="466890" y="518656"/>
                    <a:pt x="467765" y="516637"/>
                    <a:pt x="467765" y="516637"/>
                  </a:cubicBezTo>
                  <a:cubicBezTo>
                    <a:pt x="467765" y="516637"/>
                    <a:pt x="467630" y="512433"/>
                    <a:pt x="467765" y="511289"/>
                  </a:cubicBezTo>
                  <a:cubicBezTo>
                    <a:pt x="467900" y="510145"/>
                    <a:pt x="467765" y="507387"/>
                    <a:pt x="467765" y="507387"/>
                  </a:cubicBezTo>
                  <a:cubicBezTo>
                    <a:pt x="467765" y="507387"/>
                    <a:pt x="467765" y="502744"/>
                    <a:pt x="467765" y="501870"/>
                  </a:cubicBezTo>
                  <a:cubicBezTo>
                    <a:pt x="467765" y="500995"/>
                    <a:pt x="469347" y="499280"/>
                    <a:pt x="469515" y="498977"/>
                  </a:cubicBezTo>
                  <a:cubicBezTo>
                    <a:pt x="469650" y="498674"/>
                    <a:pt x="472544" y="495646"/>
                    <a:pt x="472712" y="495075"/>
                  </a:cubicBezTo>
                  <a:cubicBezTo>
                    <a:pt x="472847" y="494503"/>
                    <a:pt x="474328" y="492619"/>
                    <a:pt x="474900" y="491744"/>
                  </a:cubicBezTo>
                  <a:cubicBezTo>
                    <a:pt x="475472" y="490870"/>
                    <a:pt x="477929" y="487405"/>
                    <a:pt x="478232" y="486967"/>
                  </a:cubicBezTo>
                  <a:cubicBezTo>
                    <a:pt x="478535" y="486530"/>
                    <a:pt x="482573" y="481753"/>
                    <a:pt x="482573" y="481753"/>
                  </a:cubicBezTo>
                  <a:cubicBezTo>
                    <a:pt x="482573" y="481753"/>
                    <a:pt x="483145" y="476404"/>
                    <a:pt x="483145" y="475799"/>
                  </a:cubicBezTo>
                  <a:cubicBezTo>
                    <a:pt x="483145" y="475227"/>
                    <a:pt x="485165" y="472166"/>
                    <a:pt x="485737" y="471594"/>
                  </a:cubicBezTo>
                  <a:cubicBezTo>
                    <a:pt x="486309" y="471022"/>
                    <a:pt x="487319" y="469004"/>
                    <a:pt x="487621" y="467826"/>
                  </a:cubicBezTo>
                  <a:cubicBezTo>
                    <a:pt x="487891" y="466683"/>
                    <a:pt x="489068" y="462747"/>
                    <a:pt x="489068" y="462747"/>
                  </a:cubicBezTo>
                  <a:cubicBezTo>
                    <a:pt x="489068" y="462747"/>
                    <a:pt x="490819" y="459416"/>
                    <a:pt x="490819" y="458542"/>
                  </a:cubicBezTo>
                  <a:cubicBezTo>
                    <a:pt x="490819" y="457667"/>
                    <a:pt x="491391" y="452890"/>
                    <a:pt x="491391" y="452890"/>
                  </a:cubicBezTo>
                  <a:lnTo>
                    <a:pt x="490381" y="448248"/>
                  </a:lnTo>
                  <a:lnTo>
                    <a:pt x="490381" y="444178"/>
                  </a:lnTo>
                  <a:lnTo>
                    <a:pt x="488799" y="436373"/>
                  </a:lnTo>
                  <a:lnTo>
                    <a:pt x="486477" y="433615"/>
                  </a:lnTo>
                  <a:lnTo>
                    <a:pt x="481395" y="427257"/>
                  </a:lnTo>
                  <a:lnTo>
                    <a:pt x="480823" y="420159"/>
                  </a:lnTo>
                  <a:lnTo>
                    <a:pt x="481698" y="415820"/>
                  </a:lnTo>
                  <a:lnTo>
                    <a:pt x="480554" y="410471"/>
                  </a:lnTo>
                  <a:lnTo>
                    <a:pt x="478972" y="406838"/>
                  </a:lnTo>
                  <a:lnTo>
                    <a:pt x="476953" y="403507"/>
                  </a:lnTo>
                  <a:lnTo>
                    <a:pt x="476684" y="397856"/>
                  </a:lnTo>
                  <a:lnTo>
                    <a:pt x="476246" y="392642"/>
                  </a:lnTo>
                  <a:lnTo>
                    <a:pt x="476818" y="389312"/>
                  </a:lnTo>
                  <a:lnTo>
                    <a:pt x="477693" y="387428"/>
                  </a:lnTo>
                  <a:lnTo>
                    <a:pt x="478131" y="381776"/>
                  </a:lnTo>
                  <a:lnTo>
                    <a:pt x="478568" y="377874"/>
                  </a:lnTo>
                  <a:lnTo>
                    <a:pt x="478265" y="374241"/>
                  </a:lnTo>
                  <a:cubicBezTo>
                    <a:pt x="478265" y="374241"/>
                    <a:pt x="477962" y="370911"/>
                    <a:pt x="477962" y="370473"/>
                  </a:cubicBezTo>
                  <a:cubicBezTo>
                    <a:pt x="477962" y="370036"/>
                    <a:pt x="477390" y="367278"/>
                    <a:pt x="477390" y="367278"/>
                  </a:cubicBezTo>
                  <a:cubicBezTo>
                    <a:pt x="477390" y="367278"/>
                    <a:pt x="476818" y="365831"/>
                    <a:pt x="476650" y="365394"/>
                  </a:cubicBezTo>
                  <a:cubicBezTo>
                    <a:pt x="476515" y="364956"/>
                    <a:pt x="476515" y="364082"/>
                    <a:pt x="476785" y="363947"/>
                  </a:cubicBezTo>
                  <a:cubicBezTo>
                    <a:pt x="477087" y="363813"/>
                    <a:pt x="476919" y="361626"/>
                    <a:pt x="477357" y="361323"/>
                  </a:cubicBezTo>
                  <a:cubicBezTo>
                    <a:pt x="477794" y="361020"/>
                    <a:pt x="478366" y="359440"/>
                    <a:pt x="478366" y="359440"/>
                  </a:cubicBezTo>
                  <a:cubicBezTo>
                    <a:pt x="478366" y="359440"/>
                    <a:pt x="478938" y="357253"/>
                    <a:pt x="479073" y="356681"/>
                  </a:cubicBezTo>
                  <a:cubicBezTo>
                    <a:pt x="479208" y="356109"/>
                    <a:pt x="479948" y="354360"/>
                    <a:pt x="479948" y="354360"/>
                  </a:cubicBezTo>
                  <a:lnTo>
                    <a:pt x="479948" y="351601"/>
                  </a:lnTo>
                  <a:lnTo>
                    <a:pt x="478938" y="350020"/>
                  </a:lnTo>
                  <a:lnTo>
                    <a:pt x="477626" y="346555"/>
                  </a:lnTo>
                  <a:lnTo>
                    <a:pt x="475035" y="342653"/>
                  </a:lnTo>
                  <a:cubicBezTo>
                    <a:pt x="475035" y="342653"/>
                    <a:pt x="473284" y="340635"/>
                    <a:pt x="473150" y="340198"/>
                  </a:cubicBezTo>
                  <a:cubicBezTo>
                    <a:pt x="473015" y="339760"/>
                    <a:pt x="471265" y="338751"/>
                    <a:pt x="471265" y="338751"/>
                  </a:cubicBezTo>
                  <a:lnTo>
                    <a:pt x="471265" y="337607"/>
                  </a:lnTo>
                  <a:lnTo>
                    <a:pt x="472207" y="335858"/>
                  </a:lnTo>
                  <a:lnTo>
                    <a:pt x="474025" y="334714"/>
                  </a:lnTo>
                  <a:lnTo>
                    <a:pt x="475035" y="332830"/>
                  </a:lnTo>
                  <a:cubicBezTo>
                    <a:pt x="475035" y="332830"/>
                    <a:pt x="475741" y="330947"/>
                    <a:pt x="475741" y="330509"/>
                  </a:cubicBezTo>
                  <a:cubicBezTo>
                    <a:pt x="475741" y="330072"/>
                    <a:pt x="475741" y="328323"/>
                    <a:pt x="475607" y="327751"/>
                  </a:cubicBezTo>
                  <a:cubicBezTo>
                    <a:pt x="475472" y="327179"/>
                    <a:pt x="473857" y="327751"/>
                    <a:pt x="473857" y="327751"/>
                  </a:cubicBezTo>
                  <a:cubicBezTo>
                    <a:pt x="473857" y="327751"/>
                    <a:pt x="472140" y="325867"/>
                    <a:pt x="471972" y="324858"/>
                  </a:cubicBezTo>
                  <a:cubicBezTo>
                    <a:pt x="471837" y="323849"/>
                    <a:pt x="469515" y="324858"/>
                    <a:pt x="469515" y="324858"/>
                  </a:cubicBezTo>
                  <a:lnTo>
                    <a:pt x="469515" y="323277"/>
                  </a:lnTo>
                  <a:lnTo>
                    <a:pt x="471837" y="322268"/>
                  </a:lnTo>
                  <a:lnTo>
                    <a:pt x="473419" y="320081"/>
                  </a:lnTo>
                  <a:cubicBezTo>
                    <a:pt x="473419" y="320081"/>
                    <a:pt x="472712" y="318635"/>
                    <a:pt x="472712" y="318063"/>
                  </a:cubicBezTo>
                  <a:cubicBezTo>
                    <a:pt x="472712" y="317491"/>
                    <a:pt x="471703" y="316751"/>
                    <a:pt x="471703" y="316751"/>
                  </a:cubicBezTo>
                  <a:lnTo>
                    <a:pt x="470558" y="315001"/>
                  </a:lnTo>
                  <a:lnTo>
                    <a:pt x="471703" y="313555"/>
                  </a:lnTo>
                  <a:lnTo>
                    <a:pt x="470390" y="310797"/>
                  </a:lnTo>
                  <a:lnTo>
                    <a:pt x="469515" y="305717"/>
                  </a:lnTo>
                  <a:lnTo>
                    <a:pt x="469515" y="302252"/>
                  </a:lnTo>
                  <a:lnTo>
                    <a:pt x="471030" y="300368"/>
                  </a:lnTo>
                  <a:lnTo>
                    <a:pt x="474732" y="299796"/>
                  </a:lnTo>
                  <a:lnTo>
                    <a:pt x="476179" y="298047"/>
                  </a:lnTo>
                  <a:lnTo>
                    <a:pt x="475741" y="295861"/>
                  </a:lnTo>
                  <a:lnTo>
                    <a:pt x="474732" y="295289"/>
                  </a:lnTo>
                  <a:lnTo>
                    <a:pt x="474732" y="292261"/>
                  </a:lnTo>
                  <a:lnTo>
                    <a:pt x="479006" y="290815"/>
                  </a:lnTo>
                  <a:cubicBezTo>
                    <a:pt x="479006" y="290815"/>
                    <a:pt x="480251" y="288224"/>
                    <a:pt x="480520" y="287787"/>
                  </a:cubicBezTo>
                  <a:cubicBezTo>
                    <a:pt x="480823" y="287350"/>
                    <a:pt x="482977" y="283447"/>
                    <a:pt x="482977" y="283447"/>
                  </a:cubicBezTo>
                  <a:lnTo>
                    <a:pt x="486309" y="278099"/>
                  </a:lnTo>
                  <a:cubicBezTo>
                    <a:pt x="486309" y="278099"/>
                    <a:pt x="492838" y="273625"/>
                    <a:pt x="492838" y="273187"/>
                  </a:cubicBezTo>
                  <a:cubicBezTo>
                    <a:pt x="492838" y="272750"/>
                    <a:pt x="494420" y="269554"/>
                    <a:pt x="494722" y="269117"/>
                  </a:cubicBezTo>
                  <a:cubicBezTo>
                    <a:pt x="495025" y="268680"/>
                    <a:pt x="497314" y="266661"/>
                    <a:pt x="497314" y="266661"/>
                  </a:cubicBezTo>
                  <a:lnTo>
                    <a:pt x="498189" y="263903"/>
                  </a:lnTo>
                  <a:lnTo>
                    <a:pt x="497886" y="259395"/>
                  </a:lnTo>
                  <a:lnTo>
                    <a:pt x="495867" y="257780"/>
                  </a:lnTo>
                  <a:cubicBezTo>
                    <a:pt x="495867" y="257780"/>
                    <a:pt x="492972" y="253744"/>
                    <a:pt x="492972" y="252701"/>
                  </a:cubicBezTo>
                  <a:cubicBezTo>
                    <a:pt x="492972" y="251658"/>
                    <a:pt x="493275" y="250111"/>
                    <a:pt x="493275" y="250111"/>
                  </a:cubicBezTo>
                  <a:lnTo>
                    <a:pt x="496304" y="248092"/>
                  </a:lnTo>
                  <a:cubicBezTo>
                    <a:pt x="496304" y="248092"/>
                    <a:pt x="497886" y="245468"/>
                    <a:pt x="499333" y="244022"/>
                  </a:cubicBezTo>
                  <a:cubicBezTo>
                    <a:pt x="500780" y="242575"/>
                    <a:pt x="502362" y="243450"/>
                    <a:pt x="502362" y="243450"/>
                  </a:cubicBezTo>
                  <a:cubicBezTo>
                    <a:pt x="502362" y="243450"/>
                    <a:pt x="503809" y="242575"/>
                    <a:pt x="505256" y="241129"/>
                  </a:cubicBezTo>
                  <a:cubicBezTo>
                    <a:pt x="506703" y="239682"/>
                    <a:pt x="506703" y="238673"/>
                    <a:pt x="506703" y="238673"/>
                  </a:cubicBezTo>
                  <a:lnTo>
                    <a:pt x="507444" y="234334"/>
                  </a:lnTo>
                  <a:lnTo>
                    <a:pt x="503977" y="230129"/>
                  </a:lnTo>
                  <a:lnTo>
                    <a:pt x="504550" y="227505"/>
                  </a:lnTo>
                  <a:lnTo>
                    <a:pt x="506131" y="225318"/>
                  </a:lnTo>
                  <a:lnTo>
                    <a:pt x="507276" y="223300"/>
                  </a:lnTo>
                  <a:lnTo>
                    <a:pt x="504516" y="221853"/>
                  </a:lnTo>
                  <a:lnTo>
                    <a:pt x="500747" y="220541"/>
                  </a:lnTo>
                  <a:lnTo>
                    <a:pt x="500747" y="219398"/>
                  </a:lnTo>
                  <a:lnTo>
                    <a:pt x="501184" y="216303"/>
                  </a:lnTo>
                  <a:cubicBezTo>
                    <a:pt x="501184" y="216303"/>
                    <a:pt x="502059" y="215765"/>
                    <a:pt x="502497" y="215529"/>
                  </a:cubicBezTo>
                  <a:cubicBezTo>
                    <a:pt x="502934" y="215327"/>
                    <a:pt x="504011" y="214453"/>
                    <a:pt x="504247" y="214116"/>
                  </a:cubicBezTo>
                  <a:cubicBezTo>
                    <a:pt x="504449" y="213780"/>
                    <a:pt x="504449" y="213040"/>
                    <a:pt x="504449" y="213040"/>
                  </a:cubicBezTo>
                  <a:lnTo>
                    <a:pt x="501521" y="210651"/>
                  </a:lnTo>
                  <a:cubicBezTo>
                    <a:pt x="501521" y="210651"/>
                    <a:pt x="499468" y="209777"/>
                    <a:pt x="499131" y="209440"/>
                  </a:cubicBezTo>
                  <a:cubicBezTo>
                    <a:pt x="498795" y="209104"/>
                    <a:pt x="498155" y="208128"/>
                    <a:pt x="498155" y="208128"/>
                  </a:cubicBezTo>
                  <a:lnTo>
                    <a:pt x="496843" y="207355"/>
                  </a:lnTo>
                  <a:lnTo>
                    <a:pt x="494117" y="206480"/>
                  </a:lnTo>
                  <a:lnTo>
                    <a:pt x="493780" y="204865"/>
                  </a:lnTo>
                  <a:lnTo>
                    <a:pt x="493780" y="202141"/>
                  </a:lnTo>
                  <a:lnTo>
                    <a:pt x="492198" y="199315"/>
                  </a:lnTo>
                  <a:cubicBezTo>
                    <a:pt x="492198" y="199315"/>
                    <a:pt x="490516" y="196825"/>
                    <a:pt x="490078" y="196590"/>
                  </a:cubicBezTo>
                  <a:cubicBezTo>
                    <a:pt x="489641" y="196388"/>
                    <a:pt x="488665" y="195177"/>
                    <a:pt x="488665" y="195177"/>
                  </a:cubicBezTo>
                  <a:cubicBezTo>
                    <a:pt x="488665" y="195177"/>
                    <a:pt x="486275" y="192352"/>
                    <a:pt x="485636" y="191813"/>
                  </a:cubicBezTo>
                  <a:cubicBezTo>
                    <a:pt x="484996" y="191275"/>
                    <a:pt x="483785" y="190400"/>
                    <a:pt x="483347" y="190299"/>
                  </a:cubicBezTo>
                  <a:cubicBezTo>
                    <a:pt x="482910" y="190199"/>
                    <a:pt x="481294" y="188988"/>
                    <a:pt x="480857" y="188685"/>
                  </a:cubicBezTo>
                  <a:cubicBezTo>
                    <a:pt x="480419" y="188348"/>
                    <a:pt x="478804" y="186195"/>
                    <a:pt x="478804" y="185859"/>
                  </a:cubicBezTo>
                  <a:cubicBezTo>
                    <a:pt x="478804" y="185523"/>
                    <a:pt x="479241" y="184211"/>
                    <a:pt x="479881" y="183571"/>
                  </a:cubicBezTo>
                  <a:cubicBezTo>
                    <a:pt x="480520" y="182932"/>
                    <a:pt x="479881" y="182260"/>
                    <a:pt x="479881" y="182260"/>
                  </a:cubicBezTo>
                  <a:lnTo>
                    <a:pt x="479881" y="180073"/>
                  </a:lnTo>
                  <a:cubicBezTo>
                    <a:pt x="479881" y="180073"/>
                    <a:pt x="480655" y="177247"/>
                    <a:pt x="480655" y="176810"/>
                  </a:cubicBezTo>
                  <a:cubicBezTo>
                    <a:pt x="480655" y="176373"/>
                    <a:pt x="482169" y="174522"/>
                    <a:pt x="482506" y="174522"/>
                  </a:cubicBezTo>
                  <a:cubicBezTo>
                    <a:pt x="482842" y="174522"/>
                    <a:pt x="482405" y="172571"/>
                    <a:pt x="482169" y="171697"/>
                  </a:cubicBezTo>
                  <a:cubicBezTo>
                    <a:pt x="481967" y="170822"/>
                    <a:pt x="479914" y="170082"/>
                    <a:pt x="479914" y="170082"/>
                  </a:cubicBezTo>
                  <a:lnTo>
                    <a:pt x="479914" y="166617"/>
                  </a:lnTo>
                  <a:cubicBezTo>
                    <a:pt x="479914" y="166617"/>
                    <a:pt x="481866" y="163993"/>
                    <a:pt x="482068" y="163589"/>
                  </a:cubicBezTo>
                  <a:cubicBezTo>
                    <a:pt x="482304" y="163152"/>
                    <a:pt x="483145" y="161201"/>
                    <a:pt x="483145" y="161201"/>
                  </a:cubicBezTo>
                  <a:lnTo>
                    <a:pt x="484323" y="157063"/>
                  </a:lnTo>
                  <a:lnTo>
                    <a:pt x="489102" y="152724"/>
                  </a:lnTo>
                  <a:lnTo>
                    <a:pt x="491054" y="149461"/>
                  </a:lnTo>
                  <a:lnTo>
                    <a:pt x="493242" y="148149"/>
                  </a:lnTo>
                  <a:lnTo>
                    <a:pt x="497785" y="145962"/>
                  </a:lnTo>
                  <a:lnTo>
                    <a:pt x="499972" y="143238"/>
                  </a:lnTo>
                  <a:cubicBezTo>
                    <a:pt x="499972" y="143238"/>
                    <a:pt x="501386" y="139975"/>
                    <a:pt x="501487" y="139638"/>
                  </a:cubicBezTo>
                  <a:cubicBezTo>
                    <a:pt x="501588" y="139302"/>
                    <a:pt x="502900" y="137048"/>
                    <a:pt x="502900" y="137048"/>
                  </a:cubicBezTo>
                  <a:lnTo>
                    <a:pt x="504953" y="133347"/>
                  </a:lnTo>
                  <a:lnTo>
                    <a:pt x="507881" y="131834"/>
                  </a:lnTo>
                  <a:lnTo>
                    <a:pt x="511381" y="130959"/>
                  </a:lnTo>
                  <a:lnTo>
                    <a:pt x="513670" y="129445"/>
                  </a:lnTo>
                  <a:lnTo>
                    <a:pt x="514646" y="126620"/>
                  </a:lnTo>
                  <a:lnTo>
                    <a:pt x="514646" y="121607"/>
                  </a:lnTo>
                  <a:lnTo>
                    <a:pt x="515790" y="116931"/>
                  </a:lnTo>
                  <a:cubicBezTo>
                    <a:pt x="515790" y="116931"/>
                    <a:pt x="515420" y="114543"/>
                    <a:pt x="515521" y="114206"/>
                  </a:cubicBezTo>
                  <a:cubicBezTo>
                    <a:pt x="515622" y="113870"/>
                    <a:pt x="516396" y="110944"/>
                    <a:pt x="516396" y="110944"/>
                  </a:cubicBezTo>
                  <a:lnTo>
                    <a:pt x="516396" y="107479"/>
                  </a:lnTo>
                  <a:cubicBezTo>
                    <a:pt x="516396" y="107479"/>
                    <a:pt x="516396" y="104653"/>
                    <a:pt x="516396" y="104115"/>
                  </a:cubicBezTo>
                  <a:cubicBezTo>
                    <a:pt x="516396" y="103576"/>
                    <a:pt x="517035" y="101827"/>
                    <a:pt x="517372" y="101524"/>
                  </a:cubicBezTo>
                  <a:cubicBezTo>
                    <a:pt x="517708" y="101188"/>
                    <a:pt x="518987" y="99674"/>
                    <a:pt x="519661" y="98934"/>
                  </a:cubicBezTo>
                  <a:cubicBezTo>
                    <a:pt x="520300" y="98161"/>
                    <a:pt x="521310" y="96445"/>
                    <a:pt x="521511" y="96108"/>
                  </a:cubicBezTo>
                  <a:cubicBezTo>
                    <a:pt x="521747" y="95772"/>
                    <a:pt x="523362" y="91870"/>
                    <a:pt x="523362" y="91870"/>
                  </a:cubicBezTo>
                  <a:lnTo>
                    <a:pt x="523362" y="89683"/>
                  </a:lnTo>
                  <a:lnTo>
                    <a:pt x="524641" y="87194"/>
                  </a:lnTo>
                  <a:cubicBezTo>
                    <a:pt x="524641" y="87194"/>
                    <a:pt x="525853" y="84368"/>
                    <a:pt x="525853" y="84032"/>
                  </a:cubicBezTo>
                  <a:cubicBezTo>
                    <a:pt x="525853" y="83695"/>
                    <a:pt x="526290" y="80029"/>
                    <a:pt x="526290" y="80029"/>
                  </a:cubicBezTo>
                  <a:cubicBezTo>
                    <a:pt x="526290" y="80029"/>
                    <a:pt x="524339" y="77203"/>
                    <a:pt x="524574" y="76564"/>
                  </a:cubicBezTo>
                  <a:cubicBezTo>
                    <a:pt x="524776" y="75925"/>
                    <a:pt x="524574" y="72964"/>
                    <a:pt x="524574" y="72527"/>
                  </a:cubicBezTo>
                  <a:cubicBezTo>
                    <a:pt x="524574" y="72090"/>
                    <a:pt x="526964" y="70239"/>
                    <a:pt x="526964" y="70239"/>
                  </a:cubicBezTo>
                  <a:lnTo>
                    <a:pt x="529454" y="69466"/>
                  </a:lnTo>
                  <a:lnTo>
                    <a:pt x="531305" y="67717"/>
                  </a:lnTo>
                  <a:lnTo>
                    <a:pt x="534569" y="65429"/>
                  </a:lnTo>
                  <a:lnTo>
                    <a:pt x="537060" y="62940"/>
                  </a:lnTo>
                  <a:lnTo>
                    <a:pt x="539012" y="58701"/>
                  </a:lnTo>
                  <a:cubicBezTo>
                    <a:pt x="539012" y="58701"/>
                    <a:pt x="540089" y="54362"/>
                    <a:pt x="540089" y="53924"/>
                  </a:cubicBezTo>
                  <a:cubicBezTo>
                    <a:pt x="540089" y="53487"/>
                    <a:pt x="540190" y="50325"/>
                    <a:pt x="540190" y="50325"/>
                  </a:cubicBezTo>
                  <a:lnTo>
                    <a:pt x="540964" y="43597"/>
                  </a:lnTo>
                  <a:cubicBezTo>
                    <a:pt x="540964" y="43597"/>
                    <a:pt x="541300" y="41208"/>
                    <a:pt x="548233" y="37609"/>
                  </a:cubicBezTo>
                  <a:cubicBezTo>
                    <a:pt x="555233" y="34178"/>
                    <a:pt x="548503" y="36062"/>
                    <a:pt x="547829" y="36062"/>
                  </a:cubicBezTo>
                  <a:close/>
                </a:path>
              </a:pathLst>
            </a:custGeom>
            <a:solidFill>
              <a:srgbClr val="1E344D">
                <a:alpha val="63624"/>
              </a:srgbClr>
            </a:solidFill>
            <a:ln w="6350" cap="flat">
              <a:solidFill>
                <a:schemeClr val="bg1"/>
              </a:solidFill>
              <a:prstDash val="solid"/>
              <a:miter/>
            </a:ln>
          </p:spPr>
          <p:txBody>
            <a:bodyPr rtlCol="0" anchor="ctr"/>
            <a:lstStyle/>
            <a:p>
              <a:endParaRPr lang="en-US"/>
            </a:p>
          </p:txBody>
        </p:sp>
        <p:sp>
          <p:nvSpPr>
            <p:cNvPr id="189" name="Freeform 906">
              <a:extLst>
                <a:ext uri="{FF2B5EF4-FFF2-40B4-BE49-F238E27FC236}">
                  <a16:creationId xmlns:a16="http://schemas.microsoft.com/office/drawing/2014/main" id="{951FD801-5568-7356-A83D-5120E1C241EB}"/>
                </a:ext>
              </a:extLst>
            </p:cNvPr>
            <p:cNvSpPr/>
            <p:nvPr/>
          </p:nvSpPr>
          <p:spPr>
            <a:xfrm>
              <a:off x="7482803" y="2560251"/>
              <a:ext cx="157817" cy="247545"/>
            </a:xfrm>
            <a:custGeom>
              <a:avLst/>
              <a:gdLst>
                <a:gd name="connsiteX0" fmla="*/ 75352 w 302992"/>
                <a:gd name="connsiteY0" fmla="*/ 278402 h 475260"/>
                <a:gd name="connsiteX1" fmla="*/ 78180 w 302992"/>
                <a:gd name="connsiteY1" fmla="*/ 278940 h 475260"/>
                <a:gd name="connsiteX2" fmla="*/ 81545 w 302992"/>
                <a:gd name="connsiteY2" fmla="*/ 279814 h 475260"/>
                <a:gd name="connsiteX3" fmla="*/ 83160 w 302992"/>
                <a:gd name="connsiteY3" fmla="*/ 280252 h 475260"/>
                <a:gd name="connsiteX4" fmla="*/ 85785 w 302992"/>
                <a:gd name="connsiteY4" fmla="*/ 282876 h 475260"/>
                <a:gd name="connsiteX5" fmla="*/ 87636 w 302992"/>
                <a:gd name="connsiteY5" fmla="*/ 286475 h 475260"/>
                <a:gd name="connsiteX6" fmla="*/ 89925 w 302992"/>
                <a:gd name="connsiteY6" fmla="*/ 289738 h 475260"/>
                <a:gd name="connsiteX7" fmla="*/ 90026 w 302992"/>
                <a:gd name="connsiteY7" fmla="*/ 292328 h 475260"/>
                <a:gd name="connsiteX8" fmla="*/ 89824 w 302992"/>
                <a:gd name="connsiteY8" fmla="*/ 295154 h 475260"/>
                <a:gd name="connsiteX9" fmla="*/ 89185 w 302992"/>
                <a:gd name="connsiteY9" fmla="*/ 297105 h 475260"/>
                <a:gd name="connsiteX10" fmla="*/ 87435 w 302992"/>
                <a:gd name="connsiteY10" fmla="*/ 298955 h 475260"/>
                <a:gd name="connsiteX11" fmla="*/ 85920 w 302992"/>
                <a:gd name="connsiteY11" fmla="*/ 299931 h 475260"/>
                <a:gd name="connsiteX12" fmla="*/ 85045 w 302992"/>
                <a:gd name="connsiteY12" fmla="*/ 300267 h 475260"/>
                <a:gd name="connsiteX13" fmla="*/ 82218 w 302992"/>
                <a:gd name="connsiteY13" fmla="*/ 301579 h 475260"/>
                <a:gd name="connsiteX14" fmla="*/ 80906 w 302992"/>
                <a:gd name="connsiteY14" fmla="*/ 303968 h 475260"/>
                <a:gd name="connsiteX15" fmla="*/ 79593 w 302992"/>
                <a:gd name="connsiteY15" fmla="*/ 305482 h 475260"/>
                <a:gd name="connsiteX16" fmla="*/ 78180 w 302992"/>
                <a:gd name="connsiteY16" fmla="*/ 310157 h 475260"/>
                <a:gd name="connsiteX17" fmla="*/ 78718 w 302992"/>
                <a:gd name="connsiteY17" fmla="*/ 313420 h 475260"/>
                <a:gd name="connsiteX18" fmla="*/ 78180 w 302992"/>
                <a:gd name="connsiteY18" fmla="*/ 316684 h 475260"/>
                <a:gd name="connsiteX19" fmla="*/ 78718 w 302992"/>
                <a:gd name="connsiteY19" fmla="*/ 319947 h 475260"/>
                <a:gd name="connsiteX20" fmla="*/ 80569 w 302992"/>
                <a:gd name="connsiteY20" fmla="*/ 322571 h 475260"/>
                <a:gd name="connsiteX21" fmla="*/ 83833 w 302992"/>
                <a:gd name="connsiteY21" fmla="*/ 323647 h 475260"/>
                <a:gd name="connsiteX22" fmla="*/ 87535 w 302992"/>
                <a:gd name="connsiteY22" fmla="*/ 324084 h 475260"/>
                <a:gd name="connsiteX23" fmla="*/ 90161 w 302992"/>
                <a:gd name="connsiteY23" fmla="*/ 324320 h 475260"/>
                <a:gd name="connsiteX24" fmla="*/ 93088 w 302992"/>
                <a:gd name="connsiteY24" fmla="*/ 326607 h 475260"/>
                <a:gd name="connsiteX25" fmla="*/ 93694 w 302992"/>
                <a:gd name="connsiteY25" fmla="*/ 330812 h 475260"/>
                <a:gd name="connsiteX26" fmla="*/ 96454 w 302992"/>
                <a:gd name="connsiteY26" fmla="*/ 337338 h 475260"/>
                <a:gd name="connsiteX27" fmla="*/ 99348 w 302992"/>
                <a:gd name="connsiteY27" fmla="*/ 345143 h 475260"/>
                <a:gd name="connsiteX28" fmla="*/ 100089 w 302992"/>
                <a:gd name="connsiteY28" fmla="*/ 354427 h 475260"/>
                <a:gd name="connsiteX29" fmla="*/ 101233 w 302992"/>
                <a:gd name="connsiteY29" fmla="*/ 359641 h 475260"/>
                <a:gd name="connsiteX30" fmla="*/ 100089 w 302992"/>
                <a:gd name="connsiteY30" fmla="*/ 365495 h 475260"/>
                <a:gd name="connsiteX31" fmla="*/ 100493 w 302992"/>
                <a:gd name="connsiteY31" fmla="*/ 369935 h 475260"/>
                <a:gd name="connsiteX32" fmla="*/ 100593 w 302992"/>
                <a:gd name="connsiteY32" fmla="*/ 371953 h 475260"/>
                <a:gd name="connsiteX33" fmla="*/ 99079 w 302992"/>
                <a:gd name="connsiteY33" fmla="*/ 374207 h 475260"/>
                <a:gd name="connsiteX34" fmla="*/ 95949 w 302992"/>
                <a:gd name="connsiteY34" fmla="*/ 378446 h 475260"/>
                <a:gd name="connsiteX35" fmla="*/ 93661 w 302992"/>
                <a:gd name="connsiteY35" fmla="*/ 379455 h 475260"/>
                <a:gd name="connsiteX36" fmla="*/ 91776 w 302992"/>
                <a:gd name="connsiteY36" fmla="*/ 380229 h 475260"/>
                <a:gd name="connsiteX37" fmla="*/ 89858 w 302992"/>
                <a:gd name="connsiteY37" fmla="*/ 381406 h 475260"/>
                <a:gd name="connsiteX38" fmla="*/ 89622 w 302992"/>
                <a:gd name="connsiteY38" fmla="*/ 383021 h 475260"/>
                <a:gd name="connsiteX39" fmla="*/ 89387 w 302992"/>
                <a:gd name="connsiteY39" fmla="*/ 384669 h 475260"/>
                <a:gd name="connsiteX40" fmla="*/ 88007 w 302992"/>
                <a:gd name="connsiteY40" fmla="*/ 386351 h 475260"/>
                <a:gd name="connsiteX41" fmla="*/ 86324 w 302992"/>
                <a:gd name="connsiteY41" fmla="*/ 387327 h 475260"/>
                <a:gd name="connsiteX42" fmla="*/ 83901 w 302992"/>
                <a:gd name="connsiteY42" fmla="*/ 389513 h 475260"/>
                <a:gd name="connsiteX43" fmla="*/ 83833 w 302992"/>
                <a:gd name="connsiteY43" fmla="*/ 392003 h 475260"/>
                <a:gd name="connsiteX44" fmla="*/ 83463 w 302992"/>
                <a:gd name="connsiteY44" fmla="*/ 394257 h 475260"/>
                <a:gd name="connsiteX45" fmla="*/ 83463 w 302992"/>
                <a:gd name="connsiteY45" fmla="*/ 396510 h 475260"/>
                <a:gd name="connsiteX46" fmla="*/ 83766 w 302992"/>
                <a:gd name="connsiteY46" fmla="*/ 397822 h 475260"/>
                <a:gd name="connsiteX47" fmla="*/ 85550 w 302992"/>
                <a:gd name="connsiteY47" fmla="*/ 399639 h 475260"/>
                <a:gd name="connsiteX48" fmla="*/ 88074 w 302992"/>
                <a:gd name="connsiteY48" fmla="*/ 401624 h 475260"/>
                <a:gd name="connsiteX49" fmla="*/ 88612 w 302992"/>
                <a:gd name="connsiteY49" fmla="*/ 403406 h 475260"/>
                <a:gd name="connsiteX50" fmla="*/ 87805 w 302992"/>
                <a:gd name="connsiteY50" fmla="*/ 404954 h 475260"/>
                <a:gd name="connsiteX51" fmla="*/ 89252 w 302992"/>
                <a:gd name="connsiteY51" fmla="*/ 406299 h 475260"/>
                <a:gd name="connsiteX52" fmla="*/ 91204 w 302992"/>
                <a:gd name="connsiteY52" fmla="*/ 407073 h 475260"/>
                <a:gd name="connsiteX53" fmla="*/ 93257 w 302992"/>
                <a:gd name="connsiteY53" fmla="*/ 407746 h 475260"/>
                <a:gd name="connsiteX54" fmla="*/ 94771 w 302992"/>
                <a:gd name="connsiteY54" fmla="*/ 409024 h 475260"/>
                <a:gd name="connsiteX55" fmla="*/ 96084 w 302992"/>
                <a:gd name="connsiteY55" fmla="*/ 411211 h 475260"/>
                <a:gd name="connsiteX56" fmla="*/ 96622 w 302992"/>
                <a:gd name="connsiteY56" fmla="*/ 413297 h 475260"/>
                <a:gd name="connsiteX57" fmla="*/ 99247 w 302992"/>
                <a:gd name="connsiteY57" fmla="*/ 414171 h 475260"/>
                <a:gd name="connsiteX58" fmla="*/ 104161 w 302992"/>
                <a:gd name="connsiteY58" fmla="*/ 415618 h 475260"/>
                <a:gd name="connsiteX59" fmla="*/ 106180 w 302992"/>
                <a:gd name="connsiteY59" fmla="*/ 415315 h 475260"/>
                <a:gd name="connsiteX60" fmla="*/ 108199 w 302992"/>
                <a:gd name="connsiteY60" fmla="*/ 414440 h 475260"/>
                <a:gd name="connsiteX61" fmla="*/ 111666 w 302992"/>
                <a:gd name="connsiteY61" fmla="*/ 414440 h 475260"/>
                <a:gd name="connsiteX62" fmla="*/ 118632 w 302992"/>
                <a:gd name="connsiteY62" fmla="*/ 415584 h 475260"/>
                <a:gd name="connsiteX63" fmla="*/ 120955 w 302992"/>
                <a:gd name="connsiteY63" fmla="*/ 416459 h 475260"/>
                <a:gd name="connsiteX64" fmla="*/ 120652 w 302992"/>
                <a:gd name="connsiteY64" fmla="*/ 417905 h 475260"/>
                <a:gd name="connsiteX65" fmla="*/ 120080 w 302992"/>
                <a:gd name="connsiteY65" fmla="*/ 421101 h 475260"/>
                <a:gd name="connsiteX66" fmla="*/ 118632 w 302992"/>
                <a:gd name="connsiteY66" fmla="*/ 422245 h 475260"/>
                <a:gd name="connsiteX67" fmla="*/ 120652 w 302992"/>
                <a:gd name="connsiteY67" fmla="*/ 426315 h 475260"/>
                <a:gd name="connsiteX68" fmla="*/ 122099 w 302992"/>
                <a:gd name="connsiteY68" fmla="*/ 432337 h 475260"/>
                <a:gd name="connsiteX69" fmla="*/ 131084 w 302992"/>
                <a:gd name="connsiteY69" fmla="*/ 436743 h 475260"/>
                <a:gd name="connsiteX70" fmla="*/ 134551 w 302992"/>
                <a:gd name="connsiteY70" fmla="*/ 437887 h 475260"/>
                <a:gd name="connsiteX71" fmla="*/ 141214 w 302992"/>
                <a:gd name="connsiteY71" fmla="*/ 440780 h 475260"/>
                <a:gd name="connsiteX72" fmla="*/ 146936 w 302992"/>
                <a:gd name="connsiteY72" fmla="*/ 444615 h 475260"/>
                <a:gd name="connsiteX73" fmla="*/ 149628 w 302992"/>
                <a:gd name="connsiteY73" fmla="*/ 447441 h 475260"/>
                <a:gd name="connsiteX74" fmla="*/ 149763 w 302992"/>
                <a:gd name="connsiteY74" fmla="*/ 449627 h 475260"/>
                <a:gd name="connsiteX75" fmla="*/ 149056 w 302992"/>
                <a:gd name="connsiteY75" fmla="*/ 451814 h 475260"/>
                <a:gd name="connsiteX76" fmla="*/ 149056 w 302992"/>
                <a:gd name="connsiteY76" fmla="*/ 454135 h 475260"/>
                <a:gd name="connsiteX77" fmla="*/ 150301 w 302992"/>
                <a:gd name="connsiteY77" fmla="*/ 457028 h 475260"/>
                <a:gd name="connsiteX78" fmla="*/ 151681 w 302992"/>
                <a:gd name="connsiteY78" fmla="*/ 459047 h 475260"/>
                <a:gd name="connsiteX79" fmla="*/ 154003 w 302992"/>
                <a:gd name="connsiteY79" fmla="*/ 458172 h 475260"/>
                <a:gd name="connsiteX80" fmla="*/ 155148 w 302992"/>
                <a:gd name="connsiteY80" fmla="*/ 457028 h 475260"/>
                <a:gd name="connsiteX81" fmla="*/ 155888 w 302992"/>
                <a:gd name="connsiteY81" fmla="*/ 455447 h 475260"/>
                <a:gd name="connsiteX82" fmla="*/ 157773 w 302992"/>
                <a:gd name="connsiteY82" fmla="*/ 454572 h 475260"/>
                <a:gd name="connsiteX83" fmla="*/ 161239 w 302992"/>
                <a:gd name="connsiteY83" fmla="*/ 455279 h 475260"/>
                <a:gd name="connsiteX84" fmla="*/ 161239 w 302992"/>
                <a:gd name="connsiteY84" fmla="*/ 455144 h 475260"/>
                <a:gd name="connsiteX85" fmla="*/ 162754 w 302992"/>
                <a:gd name="connsiteY85" fmla="*/ 455716 h 475260"/>
                <a:gd name="connsiteX86" fmla="*/ 165883 w 302992"/>
                <a:gd name="connsiteY86" fmla="*/ 456591 h 475260"/>
                <a:gd name="connsiteX87" fmla="*/ 167465 w 302992"/>
                <a:gd name="connsiteY87" fmla="*/ 458609 h 475260"/>
                <a:gd name="connsiteX88" fmla="*/ 168609 w 302992"/>
                <a:gd name="connsiteY88" fmla="*/ 461367 h 475260"/>
                <a:gd name="connsiteX89" fmla="*/ 169619 w 302992"/>
                <a:gd name="connsiteY89" fmla="*/ 464698 h 475260"/>
                <a:gd name="connsiteX90" fmla="*/ 171369 w 302992"/>
                <a:gd name="connsiteY90" fmla="*/ 466716 h 475260"/>
                <a:gd name="connsiteX91" fmla="*/ 171369 w 302992"/>
                <a:gd name="connsiteY91" fmla="*/ 468735 h 475260"/>
                <a:gd name="connsiteX92" fmla="*/ 172816 w 302992"/>
                <a:gd name="connsiteY92" fmla="*/ 471493 h 475260"/>
                <a:gd name="connsiteX93" fmla="*/ 173961 w 302992"/>
                <a:gd name="connsiteY93" fmla="*/ 472368 h 475260"/>
                <a:gd name="connsiteX94" fmla="*/ 176148 w 302992"/>
                <a:gd name="connsiteY94" fmla="*/ 474386 h 475260"/>
                <a:gd name="connsiteX95" fmla="*/ 177730 w 302992"/>
                <a:gd name="connsiteY95" fmla="*/ 475261 h 475260"/>
                <a:gd name="connsiteX96" fmla="*/ 179480 w 302992"/>
                <a:gd name="connsiteY96" fmla="*/ 475261 h 475260"/>
                <a:gd name="connsiteX97" fmla="*/ 180624 w 302992"/>
                <a:gd name="connsiteY97" fmla="*/ 474117 h 475260"/>
                <a:gd name="connsiteX98" fmla="*/ 181634 w 302992"/>
                <a:gd name="connsiteY98" fmla="*/ 472368 h 475260"/>
                <a:gd name="connsiteX99" fmla="*/ 182643 w 302992"/>
                <a:gd name="connsiteY99" fmla="*/ 469307 h 475260"/>
                <a:gd name="connsiteX100" fmla="*/ 183216 w 302992"/>
                <a:gd name="connsiteY100" fmla="*/ 467557 h 475260"/>
                <a:gd name="connsiteX101" fmla="*/ 184360 w 302992"/>
                <a:gd name="connsiteY101" fmla="*/ 463790 h 475260"/>
                <a:gd name="connsiteX102" fmla="*/ 184932 w 302992"/>
                <a:gd name="connsiteY102" fmla="*/ 460325 h 475260"/>
                <a:gd name="connsiteX103" fmla="*/ 185672 w 302992"/>
                <a:gd name="connsiteY103" fmla="*/ 457566 h 475260"/>
                <a:gd name="connsiteX104" fmla="*/ 185369 w 302992"/>
                <a:gd name="connsiteY104" fmla="*/ 454808 h 475260"/>
                <a:gd name="connsiteX105" fmla="*/ 184663 w 302992"/>
                <a:gd name="connsiteY105" fmla="*/ 452049 h 475260"/>
                <a:gd name="connsiteX106" fmla="*/ 182643 w 302992"/>
                <a:gd name="connsiteY106" fmla="*/ 445826 h 475260"/>
                <a:gd name="connsiteX107" fmla="*/ 182071 w 302992"/>
                <a:gd name="connsiteY107" fmla="*/ 440612 h 475260"/>
                <a:gd name="connsiteX108" fmla="*/ 184023 w 302992"/>
                <a:gd name="connsiteY108" fmla="*/ 436104 h 475260"/>
                <a:gd name="connsiteX109" fmla="*/ 182509 w 302992"/>
                <a:gd name="connsiteY109" fmla="*/ 433817 h 475260"/>
                <a:gd name="connsiteX110" fmla="*/ 181297 w 302992"/>
                <a:gd name="connsiteY110" fmla="*/ 429679 h 475260"/>
                <a:gd name="connsiteX111" fmla="*/ 180321 w 302992"/>
                <a:gd name="connsiteY111" fmla="*/ 427392 h 475260"/>
                <a:gd name="connsiteX112" fmla="*/ 180321 w 302992"/>
                <a:gd name="connsiteY112" fmla="*/ 426315 h 475260"/>
                <a:gd name="connsiteX113" fmla="*/ 179951 w 302992"/>
                <a:gd name="connsiteY113" fmla="*/ 424028 h 475260"/>
                <a:gd name="connsiteX114" fmla="*/ 178605 w 302992"/>
                <a:gd name="connsiteY114" fmla="*/ 422177 h 475260"/>
                <a:gd name="connsiteX115" fmla="*/ 178605 w 302992"/>
                <a:gd name="connsiteY115" fmla="*/ 419789 h 475260"/>
                <a:gd name="connsiteX116" fmla="*/ 179379 w 302992"/>
                <a:gd name="connsiteY116" fmla="*/ 417737 h 475260"/>
                <a:gd name="connsiteX117" fmla="*/ 182643 w 302992"/>
                <a:gd name="connsiteY117" fmla="*/ 416862 h 475260"/>
                <a:gd name="connsiteX118" fmla="*/ 184595 w 302992"/>
                <a:gd name="connsiteY118" fmla="*/ 416089 h 475260"/>
                <a:gd name="connsiteX119" fmla="*/ 187220 w 302992"/>
                <a:gd name="connsiteY119" fmla="*/ 413801 h 475260"/>
                <a:gd name="connsiteX120" fmla="*/ 188970 w 302992"/>
                <a:gd name="connsiteY120" fmla="*/ 413700 h 475260"/>
                <a:gd name="connsiteX121" fmla="*/ 191898 w 302992"/>
                <a:gd name="connsiteY121" fmla="*/ 416728 h 475260"/>
                <a:gd name="connsiteX122" fmla="*/ 194288 w 302992"/>
                <a:gd name="connsiteY122" fmla="*/ 417602 h 475260"/>
                <a:gd name="connsiteX123" fmla="*/ 197350 w 302992"/>
                <a:gd name="connsiteY123" fmla="*/ 419352 h 475260"/>
                <a:gd name="connsiteX124" fmla="*/ 200951 w 302992"/>
                <a:gd name="connsiteY124" fmla="*/ 422076 h 475260"/>
                <a:gd name="connsiteX125" fmla="*/ 203879 w 302992"/>
                <a:gd name="connsiteY125" fmla="*/ 424801 h 475260"/>
                <a:gd name="connsiteX126" fmla="*/ 205831 w 302992"/>
                <a:gd name="connsiteY126" fmla="*/ 424801 h 475260"/>
                <a:gd name="connsiteX127" fmla="*/ 207783 w 302992"/>
                <a:gd name="connsiteY127" fmla="*/ 423119 h 475260"/>
                <a:gd name="connsiteX128" fmla="*/ 209870 w 302992"/>
                <a:gd name="connsiteY128" fmla="*/ 421202 h 475260"/>
                <a:gd name="connsiteX129" fmla="*/ 213572 w 302992"/>
                <a:gd name="connsiteY129" fmla="*/ 421976 h 475260"/>
                <a:gd name="connsiteX130" fmla="*/ 215860 w 302992"/>
                <a:gd name="connsiteY130" fmla="*/ 418511 h 475260"/>
                <a:gd name="connsiteX131" fmla="*/ 216399 w 302992"/>
                <a:gd name="connsiteY131" fmla="*/ 417972 h 475260"/>
                <a:gd name="connsiteX132" fmla="*/ 217712 w 302992"/>
                <a:gd name="connsiteY132" fmla="*/ 416122 h 475260"/>
                <a:gd name="connsiteX133" fmla="*/ 219562 w 302992"/>
                <a:gd name="connsiteY133" fmla="*/ 416122 h 475260"/>
                <a:gd name="connsiteX134" fmla="*/ 223466 w 302992"/>
                <a:gd name="connsiteY134" fmla="*/ 416122 h 475260"/>
                <a:gd name="connsiteX135" fmla="*/ 226192 w 302992"/>
                <a:gd name="connsiteY135" fmla="*/ 415416 h 475260"/>
                <a:gd name="connsiteX136" fmla="*/ 227404 w 302992"/>
                <a:gd name="connsiteY136" fmla="*/ 415248 h 475260"/>
                <a:gd name="connsiteX137" fmla="*/ 227404 w 302992"/>
                <a:gd name="connsiteY137" fmla="*/ 413398 h 475260"/>
                <a:gd name="connsiteX138" fmla="*/ 226933 w 302992"/>
                <a:gd name="connsiteY138" fmla="*/ 410572 h 475260"/>
                <a:gd name="connsiteX139" fmla="*/ 227000 w 302992"/>
                <a:gd name="connsiteY139" fmla="*/ 409697 h 475260"/>
                <a:gd name="connsiteX140" fmla="*/ 223836 w 302992"/>
                <a:gd name="connsiteY140" fmla="*/ 406333 h 475260"/>
                <a:gd name="connsiteX141" fmla="*/ 220471 w 302992"/>
                <a:gd name="connsiteY141" fmla="*/ 401354 h 475260"/>
                <a:gd name="connsiteX142" fmla="*/ 220471 w 302992"/>
                <a:gd name="connsiteY142" fmla="*/ 399605 h 475260"/>
                <a:gd name="connsiteX143" fmla="*/ 224274 w 302992"/>
                <a:gd name="connsiteY143" fmla="*/ 397755 h 475260"/>
                <a:gd name="connsiteX144" fmla="*/ 226563 w 302992"/>
                <a:gd name="connsiteY144" fmla="*/ 396342 h 475260"/>
                <a:gd name="connsiteX145" fmla="*/ 228414 w 302992"/>
                <a:gd name="connsiteY145" fmla="*/ 392440 h 475260"/>
                <a:gd name="connsiteX146" fmla="*/ 229188 w 302992"/>
                <a:gd name="connsiteY146" fmla="*/ 387865 h 475260"/>
                <a:gd name="connsiteX147" fmla="*/ 230365 w 302992"/>
                <a:gd name="connsiteY147" fmla="*/ 383828 h 475260"/>
                <a:gd name="connsiteX148" fmla="*/ 232452 w 302992"/>
                <a:gd name="connsiteY148" fmla="*/ 380128 h 475260"/>
                <a:gd name="connsiteX149" fmla="*/ 231577 w 302992"/>
                <a:gd name="connsiteY149" fmla="*/ 377403 h 475260"/>
                <a:gd name="connsiteX150" fmla="*/ 229726 w 302992"/>
                <a:gd name="connsiteY150" fmla="*/ 375788 h 475260"/>
                <a:gd name="connsiteX151" fmla="*/ 227539 w 302992"/>
                <a:gd name="connsiteY151" fmla="*/ 373299 h 475260"/>
                <a:gd name="connsiteX152" fmla="*/ 226226 w 302992"/>
                <a:gd name="connsiteY152" fmla="*/ 371348 h 475260"/>
                <a:gd name="connsiteX153" fmla="*/ 228414 w 302992"/>
                <a:gd name="connsiteY153" fmla="*/ 368421 h 475260"/>
                <a:gd name="connsiteX154" fmla="*/ 226226 w 302992"/>
                <a:gd name="connsiteY154" fmla="*/ 366134 h 475260"/>
                <a:gd name="connsiteX155" fmla="*/ 221346 w 302992"/>
                <a:gd name="connsiteY155" fmla="*/ 363947 h 475260"/>
                <a:gd name="connsiteX156" fmla="*/ 218721 w 302992"/>
                <a:gd name="connsiteY156" fmla="*/ 363947 h 475260"/>
                <a:gd name="connsiteX157" fmla="*/ 214178 w 302992"/>
                <a:gd name="connsiteY157" fmla="*/ 362904 h 475260"/>
                <a:gd name="connsiteX158" fmla="*/ 209836 w 302992"/>
                <a:gd name="connsiteY158" fmla="*/ 361222 h 475260"/>
                <a:gd name="connsiteX159" fmla="*/ 207110 w 302992"/>
                <a:gd name="connsiteY159" fmla="*/ 359271 h 475260"/>
                <a:gd name="connsiteX160" fmla="*/ 205158 w 302992"/>
                <a:gd name="connsiteY160" fmla="*/ 356883 h 475260"/>
                <a:gd name="connsiteX161" fmla="*/ 201793 w 302992"/>
                <a:gd name="connsiteY161" fmla="*/ 355806 h 475260"/>
                <a:gd name="connsiteX162" fmla="*/ 198528 w 302992"/>
                <a:gd name="connsiteY162" fmla="*/ 357455 h 475260"/>
                <a:gd name="connsiteX163" fmla="*/ 189408 w 302992"/>
                <a:gd name="connsiteY163" fmla="*/ 357455 h 475260"/>
                <a:gd name="connsiteX164" fmla="*/ 186480 w 302992"/>
                <a:gd name="connsiteY164" fmla="*/ 355941 h 475260"/>
                <a:gd name="connsiteX165" fmla="*/ 184865 w 302992"/>
                <a:gd name="connsiteY165" fmla="*/ 352476 h 475260"/>
                <a:gd name="connsiteX166" fmla="*/ 189206 w 302992"/>
                <a:gd name="connsiteY166" fmla="*/ 349449 h 475260"/>
                <a:gd name="connsiteX167" fmla="*/ 190821 w 302992"/>
                <a:gd name="connsiteY167" fmla="*/ 347935 h 475260"/>
                <a:gd name="connsiteX168" fmla="*/ 191696 w 302992"/>
                <a:gd name="connsiteY168" fmla="*/ 343595 h 475260"/>
                <a:gd name="connsiteX169" fmla="*/ 191158 w 302992"/>
                <a:gd name="connsiteY169" fmla="*/ 339895 h 475260"/>
                <a:gd name="connsiteX170" fmla="*/ 189408 w 302992"/>
                <a:gd name="connsiteY170" fmla="*/ 337406 h 475260"/>
                <a:gd name="connsiteX171" fmla="*/ 187355 w 302992"/>
                <a:gd name="connsiteY171" fmla="*/ 334243 h 475260"/>
                <a:gd name="connsiteX172" fmla="*/ 184427 w 302992"/>
                <a:gd name="connsiteY172" fmla="*/ 332057 h 475260"/>
                <a:gd name="connsiteX173" fmla="*/ 181701 w 302992"/>
                <a:gd name="connsiteY173" fmla="*/ 330207 h 475260"/>
                <a:gd name="connsiteX174" fmla="*/ 178975 w 302992"/>
                <a:gd name="connsiteY174" fmla="*/ 326944 h 475260"/>
                <a:gd name="connsiteX175" fmla="*/ 178975 w 302992"/>
                <a:gd name="connsiteY175" fmla="*/ 323680 h 475260"/>
                <a:gd name="connsiteX176" fmla="*/ 181028 w 302992"/>
                <a:gd name="connsiteY176" fmla="*/ 322604 h 475260"/>
                <a:gd name="connsiteX177" fmla="*/ 184494 w 302992"/>
                <a:gd name="connsiteY177" fmla="*/ 322604 h 475260"/>
                <a:gd name="connsiteX178" fmla="*/ 185369 w 302992"/>
                <a:gd name="connsiteY178" fmla="*/ 320216 h 475260"/>
                <a:gd name="connsiteX179" fmla="*/ 187456 w 302992"/>
                <a:gd name="connsiteY179" fmla="*/ 318904 h 475260"/>
                <a:gd name="connsiteX180" fmla="*/ 189206 w 302992"/>
                <a:gd name="connsiteY180" fmla="*/ 316414 h 475260"/>
                <a:gd name="connsiteX181" fmla="*/ 189206 w 302992"/>
                <a:gd name="connsiteY181" fmla="*/ 314463 h 475260"/>
                <a:gd name="connsiteX182" fmla="*/ 189206 w 302992"/>
                <a:gd name="connsiteY182" fmla="*/ 311873 h 475260"/>
                <a:gd name="connsiteX183" fmla="*/ 190619 w 302992"/>
                <a:gd name="connsiteY183" fmla="*/ 308845 h 475260"/>
                <a:gd name="connsiteX184" fmla="*/ 192571 w 302992"/>
                <a:gd name="connsiteY184" fmla="*/ 306020 h 475260"/>
                <a:gd name="connsiteX185" fmla="*/ 194322 w 302992"/>
                <a:gd name="connsiteY185" fmla="*/ 303867 h 475260"/>
                <a:gd name="connsiteX186" fmla="*/ 197586 w 302992"/>
                <a:gd name="connsiteY186" fmla="*/ 303833 h 475260"/>
                <a:gd name="connsiteX187" fmla="*/ 200649 w 302992"/>
                <a:gd name="connsiteY187" fmla="*/ 303833 h 475260"/>
                <a:gd name="connsiteX188" fmla="*/ 204115 w 302992"/>
                <a:gd name="connsiteY188" fmla="*/ 303295 h 475260"/>
                <a:gd name="connsiteX189" fmla="*/ 203577 w 302992"/>
                <a:gd name="connsiteY189" fmla="*/ 300907 h 475260"/>
                <a:gd name="connsiteX190" fmla="*/ 202802 w 302992"/>
                <a:gd name="connsiteY190" fmla="*/ 299595 h 475260"/>
                <a:gd name="connsiteX191" fmla="*/ 203240 w 302992"/>
                <a:gd name="connsiteY191" fmla="*/ 295793 h 475260"/>
                <a:gd name="connsiteX192" fmla="*/ 205629 w 302992"/>
                <a:gd name="connsiteY192" fmla="*/ 295154 h 475260"/>
                <a:gd name="connsiteX193" fmla="*/ 205529 w 302992"/>
                <a:gd name="connsiteY193" fmla="*/ 292429 h 475260"/>
                <a:gd name="connsiteX194" fmla="*/ 204317 w 302992"/>
                <a:gd name="connsiteY194" fmla="*/ 290680 h 475260"/>
                <a:gd name="connsiteX195" fmla="*/ 201052 w 302992"/>
                <a:gd name="connsiteY195" fmla="*/ 289065 h 475260"/>
                <a:gd name="connsiteX196" fmla="*/ 197687 w 302992"/>
                <a:gd name="connsiteY196" fmla="*/ 287653 h 475260"/>
                <a:gd name="connsiteX197" fmla="*/ 195398 w 302992"/>
                <a:gd name="connsiteY197" fmla="*/ 282876 h 475260"/>
                <a:gd name="connsiteX198" fmla="*/ 196711 w 302992"/>
                <a:gd name="connsiteY198" fmla="*/ 280151 h 475260"/>
                <a:gd name="connsiteX199" fmla="*/ 200312 w 302992"/>
                <a:gd name="connsiteY199" fmla="*/ 278502 h 475260"/>
                <a:gd name="connsiteX200" fmla="*/ 203677 w 302992"/>
                <a:gd name="connsiteY200" fmla="*/ 277964 h 475260"/>
                <a:gd name="connsiteX201" fmla="*/ 204216 w 302992"/>
                <a:gd name="connsiteY201" fmla="*/ 275374 h 475260"/>
                <a:gd name="connsiteX202" fmla="*/ 204855 w 302992"/>
                <a:gd name="connsiteY202" fmla="*/ 272750 h 475260"/>
                <a:gd name="connsiteX203" fmla="*/ 204855 w 302992"/>
                <a:gd name="connsiteY203" fmla="*/ 267536 h 475260"/>
                <a:gd name="connsiteX204" fmla="*/ 204855 w 302992"/>
                <a:gd name="connsiteY204" fmla="*/ 263028 h 475260"/>
                <a:gd name="connsiteX205" fmla="*/ 206033 w 302992"/>
                <a:gd name="connsiteY205" fmla="*/ 259833 h 475260"/>
                <a:gd name="connsiteX206" fmla="*/ 208187 w 302992"/>
                <a:gd name="connsiteY206" fmla="*/ 259664 h 475260"/>
                <a:gd name="connsiteX207" fmla="*/ 210509 w 302992"/>
                <a:gd name="connsiteY207" fmla="*/ 260169 h 475260"/>
                <a:gd name="connsiteX208" fmla="*/ 214413 w 302992"/>
                <a:gd name="connsiteY208" fmla="*/ 260943 h 475260"/>
                <a:gd name="connsiteX209" fmla="*/ 216332 w 302992"/>
                <a:gd name="connsiteY209" fmla="*/ 259294 h 475260"/>
                <a:gd name="connsiteX210" fmla="*/ 217139 w 302992"/>
                <a:gd name="connsiteY210" fmla="*/ 257511 h 475260"/>
                <a:gd name="connsiteX211" fmla="*/ 221043 w 302992"/>
                <a:gd name="connsiteY211" fmla="*/ 255762 h 475260"/>
                <a:gd name="connsiteX212" fmla="*/ 224308 w 302992"/>
                <a:gd name="connsiteY212" fmla="*/ 256267 h 475260"/>
                <a:gd name="connsiteX213" fmla="*/ 227808 w 302992"/>
                <a:gd name="connsiteY213" fmla="*/ 260573 h 475260"/>
                <a:gd name="connsiteX214" fmla="*/ 228245 w 302992"/>
                <a:gd name="connsiteY214" fmla="*/ 260236 h 475260"/>
                <a:gd name="connsiteX215" fmla="*/ 231442 w 302992"/>
                <a:gd name="connsiteY215" fmla="*/ 257579 h 475260"/>
                <a:gd name="connsiteX216" fmla="*/ 233933 w 302992"/>
                <a:gd name="connsiteY216" fmla="*/ 258050 h 475260"/>
                <a:gd name="connsiteX217" fmla="*/ 237265 w 302992"/>
                <a:gd name="connsiteY217" fmla="*/ 261481 h 475260"/>
                <a:gd name="connsiteX218" fmla="*/ 239688 w 302992"/>
                <a:gd name="connsiteY218" fmla="*/ 260606 h 475260"/>
                <a:gd name="connsiteX219" fmla="*/ 241875 w 302992"/>
                <a:gd name="connsiteY219" fmla="*/ 258756 h 475260"/>
                <a:gd name="connsiteX220" fmla="*/ 244736 w 302992"/>
                <a:gd name="connsiteY220" fmla="*/ 256570 h 475260"/>
                <a:gd name="connsiteX221" fmla="*/ 248606 w 302992"/>
                <a:gd name="connsiteY221" fmla="*/ 256199 h 475260"/>
                <a:gd name="connsiteX222" fmla="*/ 254530 w 302992"/>
                <a:gd name="connsiteY222" fmla="*/ 258386 h 475260"/>
                <a:gd name="connsiteX223" fmla="*/ 258063 w 302992"/>
                <a:gd name="connsiteY223" fmla="*/ 260505 h 475260"/>
                <a:gd name="connsiteX224" fmla="*/ 260049 w 302992"/>
                <a:gd name="connsiteY224" fmla="*/ 262457 h 475260"/>
                <a:gd name="connsiteX225" fmla="*/ 265501 w 302992"/>
                <a:gd name="connsiteY225" fmla="*/ 265383 h 475260"/>
                <a:gd name="connsiteX226" fmla="*/ 265669 w 302992"/>
                <a:gd name="connsiteY226" fmla="*/ 265383 h 475260"/>
                <a:gd name="connsiteX227" fmla="*/ 265366 w 302992"/>
                <a:gd name="connsiteY227" fmla="*/ 266729 h 475260"/>
                <a:gd name="connsiteX228" fmla="*/ 266275 w 302992"/>
                <a:gd name="connsiteY228" fmla="*/ 262658 h 475260"/>
                <a:gd name="connsiteX229" fmla="*/ 268227 w 302992"/>
                <a:gd name="connsiteY229" fmla="*/ 260270 h 475260"/>
                <a:gd name="connsiteX230" fmla="*/ 269977 w 302992"/>
                <a:gd name="connsiteY230" fmla="*/ 258823 h 475260"/>
                <a:gd name="connsiteX231" fmla="*/ 270179 w 302992"/>
                <a:gd name="connsiteY231" fmla="*/ 257579 h 475260"/>
                <a:gd name="connsiteX232" fmla="*/ 269876 w 302992"/>
                <a:gd name="connsiteY232" fmla="*/ 256334 h 475260"/>
                <a:gd name="connsiteX233" fmla="*/ 268799 w 302992"/>
                <a:gd name="connsiteY233" fmla="*/ 255392 h 475260"/>
                <a:gd name="connsiteX234" fmla="*/ 266275 w 302992"/>
                <a:gd name="connsiteY234" fmla="*/ 253206 h 475260"/>
                <a:gd name="connsiteX235" fmla="*/ 264087 w 302992"/>
                <a:gd name="connsiteY235" fmla="*/ 251961 h 475260"/>
                <a:gd name="connsiteX236" fmla="*/ 262337 w 302992"/>
                <a:gd name="connsiteY236" fmla="*/ 251019 h 475260"/>
                <a:gd name="connsiteX237" fmla="*/ 261092 w 302992"/>
                <a:gd name="connsiteY237" fmla="*/ 248630 h 475260"/>
                <a:gd name="connsiteX238" fmla="*/ 261227 w 302992"/>
                <a:gd name="connsiteY238" fmla="*/ 246747 h 475260"/>
                <a:gd name="connsiteX239" fmla="*/ 262304 w 302992"/>
                <a:gd name="connsiteY239" fmla="*/ 244863 h 475260"/>
                <a:gd name="connsiteX240" fmla="*/ 263246 w 302992"/>
                <a:gd name="connsiteY240" fmla="*/ 242475 h 475260"/>
                <a:gd name="connsiteX241" fmla="*/ 263044 w 302992"/>
                <a:gd name="connsiteY241" fmla="*/ 240591 h 475260"/>
                <a:gd name="connsiteX242" fmla="*/ 259847 w 302992"/>
                <a:gd name="connsiteY242" fmla="*/ 240591 h 475260"/>
                <a:gd name="connsiteX243" fmla="*/ 258972 w 302992"/>
                <a:gd name="connsiteY243" fmla="*/ 237395 h 475260"/>
                <a:gd name="connsiteX244" fmla="*/ 261664 w 302992"/>
                <a:gd name="connsiteY244" fmla="*/ 236016 h 475260"/>
                <a:gd name="connsiteX245" fmla="*/ 263112 w 302992"/>
                <a:gd name="connsiteY245" fmla="*/ 233324 h 475260"/>
                <a:gd name="connsiteX246" fmla="*/ 262809 w 302992"/>
                <a:gd name="connsiteY246" fmla="*/ 232080 h 475260"/>
                <a:gd name="connsiteX247" fmla="*/ 260856 w 302992"/>
                <a:gd name="connsiteY247" fmla="*/ 230701 h 475260"/>
                <a:gd name="connsiteX248" fmla="*/ 261732 w 302992"/>
                <a:gd name="connsiteY248" fmla="*/ 227505 h 475260"/>
                <a:gd name="connsiteX249" fmla="*/ 264929 w 302992"/>
                <a:gd name="connsiteY249" fmla="*/ 223434 h 475260"/>
                <a:gd name="connsiteX250" fmla="*/ 269136 w 302992"/>
                <a:gd name="connsiteY250" fmla="*/ 219095 h 475260"/>
                <a:gd name="connsiteX251" fmla="*/ 270145 w 302992"/>
                <a:gd name="connsiteY251" fmla="*/ 215462 h 475260"/>
                <a:gd name="connsiteX252" fmla="*/ 267823 w 302992"/>
                <a:gd name="connsiteY252" fmla="*/ 212603 h 475260"/>
                <a:gd name="connsiteX253" fmla="*/ 267823 w 302992"/>
                <a:gd name="connsiteY253" fmla="*/ 209239 h 475260"/>
                <a:gd name="connsiteX254" fmla="*/ 271862 w 302992"/>
                <a:gd name="connsiteY254" fmla="*/ 204563 h 475260"/>
                <a:gd name="connsiteX255" fmla="*/ 274352 w 302992"/>
                <a:gd name="connsiteY255" fmla="*/ 199247 h 475260"/>
                <a:gd name="connsiteX256" fmla="*/ 276203 w 302992"/>
                <a:gd name="connsiteY256" fmla="*/ 194471 h 475260"/>
                <a:gd name="connsiteX257" fmla="*/ 280982 w 302992"/>
                <a:gd name="connsiteY257" fmla="*/ 194033 h 475260"/>
                <a:gd name="connsiteX258" fmla="*/ 282631 w 302992"/>
                <a:gd name="connsiteY258" fmla="*/ 191847 h 475260"/>
                <a:gd name="connsiteX259" fmla="*/ 287646 w 302992"/>
                <a:gd name="connsiteY259" fmla="*/ 189257 h 475260"/>
                <a:gd name="connsiteX260" fmla="*/ 290574 w 302992"/>
                <a:gd name="connsiteY260" fmla="*/ 186868 h 475260"/>
                <a:gd name="connsiteX261" fmla="*/ 294612 w 302992"/>
                <a:gd name="connsiteY261" fmla="*/ 186094 h 475260"/>
                <a:gd name="connsiteX262" fmla="*/ 296901 w 302992"/>
                <a:gd name="connsiteY262" fmla="*/ 184681 h 475260"/>
                <a:gd name="connsiteX263" fmla="*/ 297877 w 302992"/>
                <a:gd name="connsiteY263" fmla="*/ 182394 h 475260"/>
                <a:gd name="connsiteX264" fmla="*/ 297877 w 302992"/>
                <a:gd name="connsiteY264" fmla="*/ 180006 h 475260"/>
                <a:gd name="connsiteX265" fmla="*/ 298853 w 302992"/>
                <a:gd name="connsiteY265" fmla="*/ 176103 h 475260"/>
                <a:gd name="connsiteX266" fmla="*/ 302992 w 302992"/>
                <a:gd name="connsiteY266" fmla="*/ 175027 h 475260"/>
                <a:gd name="connsiteX267" fmla="*/ 296867 w 302992"/>
                <a:gd name="connsiteY267" fmla="*/ 174489 h 475260"/>
                <a:gd name="connsiteX268" fmla="*/ 292458 w 302992"/>
                <a:gd name="connsiteY268" fmla="*/ 174859 h 475260"/>
                <a:gd name="connsiteX269" fmla="*/ 288117 w 302992"/>
                <a:gd name="connsiteY269" fmla="*/ 172605 h 475260"/>
                <a:gd name="connsiteX270" fmla="*/ 286165 w 302992"/>
                <a:gd name="connsiteY270" fmla="*/ 169342 h 475260"/>
                <a:gd name="connsiteX271" fmla="*/ 285155 w 302992"/>
                <a:gd name="connsiteY271" fmla="*/ 165137 h 475260"/>
                <a:gd name="connsiteX272" fmla="*/ 281016 w 302992"/>
                <a:gd name="connsiteY272" fmla="*/ 160293 h 475260"/>
                <a:gd name="connsiteX273" fmla="*/ 277886 w 302992"/>
                <a:gd name="connsiteY273" fmla="*/ 153834 h 475260"/>
                <a:gd name="connsiteX274" fmla="*/ 275261 w 302992"/>
                <a:gd name="connsiteY274" fmla="*/ 151008 h 475260"/>
                <a:gd name="connsiteX275" fmla="*/ 270549 w 302992"/>
                <a:gd name="connsiteY275" fmla="*/ 145357 h 475260"/>
                <a:gd name="connsiteX276" fmla="*/ 268664 w 302992"/>
                <a:gd name="connsiteY276" fmla="*/ 144112 h 475260"/>
                <a:gd name="connsiteX277" fmla="*/ 262640 w 302992"/>
                <a:gd name="connsiteY277" fmla="*/ 142228 h 475260"/>
                <a:gd name="connsiteX278" fmla="*/ 259578 w 302992"/>
                <a:gd name="connsiteY278" fmla="*/ 141421 h 475260"/>
                <a:gd name="connsiteX279" fmla="*/ 256549 w 302992"/>
                <a:gd name="connsiteY279" fmla="*/ 141421 h 475260"/>
                <a:gd name="connsiteX280" fmla="*/ 253217 w 302992"/>
                <a:gd name="connsiteY280" fmla="*/ 143708 h 475260"/>
                <a:gd name="connsiteX281" fmla="*/ 247563 w 302992"/>
                <a:gd name="connsiteY281" fmla="*/ 145996 h 475260"/>
                <a:gd name="connsiteX282" fmla="*/ 244164 w 302992"/>
                <a:gd name="connsiteY282" fmla="*/ 146702 h 475260"/>
                <a:gd name="connsiteX283" fmla="*/ 238140 w 302992"/>
                <a:gd name="connsiteY283" fmla="*/ 146702 h 475260"/>
                <a:gd name="connsiteX284" fmla="*/ 234068 w 302992"/>
                <a:gd name="connsiteY284" fmla="*/ 145256 h 475260"/>
                <a:gd name="connsiteX285" fmla="*/ 225149 w 302992"/>
                <a:gd name="connsiteY285" fmla="*/ 139100 h 475260"/>
                <a:gd name="connsiteX286" fmla="*/ 219798 w 302992"/>
                <a:gd name="connsiteY286" fmla="*/ 136409 h 475260"/>
                <a:gd name="connsiteX287" fmla="*/ 215221 w 302992"/>
                <a:gd name="connsiteY287" fmla="*/ 133381 h 475260"/>
                <a:gd name="connsiteX288" fmla="*/ 212832 w 302992"/>
                <a:gd name="connsiteY288" fmla="*/ 131867 h 475260"/>
                <a:gd name="connsiteX289" fmla="*/ 208692 w 302992"/>
                <a:gd name="connsiteY289" fmla="*/ 129042 h 475260"/>
                <a:gd name="connsiteX290" fmla="*/ 203475 w 302992"/>
                <a:gd name="connsiteY290" fmla="*/ 124029 h 475260"/>
                <a:gd name="connsiteX291" fmla="*/ 202399 w 302992"/>
                <a:gd name="connsiteY291" fmla="*/ 122515 h 475260"/>
                <a:gd name="connsiteX292" fmla="*/ 202634 w 302992"/>
                <a:gd name="connsiteY292" fmla="*/ 119051 h 475260"/>
                <a:gd name="connsiteX293" fmla="*/ 203947 w 302992"/>
                <a:gd name="connsiteY293" fmla="*/ 114476 h 475260"/>
                <a:gd name="connsiteX294" fmla="*/ 202870 w 302992"/>
                <a:gd name="connsiteY294" fmla="*/ 111852 h 475260"/>
                <a:gd name="connsiteX295" fmla="*/ 202230 w 302992"/>
                <a:gd name="connsiteY295" fmla="*/ 108151 h 475260"/>
                <a:gd name="connsiteX296" fmla="*/ 203980 w 302992"/>
                <a:gd name="connsiteY296" fmla="*/ 104922 h 475260"/>
                <a:gd name="connsiteX297" fmla="*/ 205495 w 302992"/>
                <a:gd name="connsiteY297" fmla="*/ 103408 h 475260"/>
                <a:gd name="connsiteX298" fmla="*/ 206572 w 302992"/>
                <a:gd name="connsiteY298" fmla="*/ 100582 h 475260"/>
                <a:gd name="connsiteX299" fmla="*/ 206572 w 302992"/>
                <a:gd name="connsiteY299" fmla="*/ 99069 h 475260"/>
                <a:gd name="connsiteX300" fmla="*/ 203846 w 302992"/>
                <a:gd name="connsiteY300" fmla="*/ 95368 h 475260"/>
                <a:gd name="connsiteX301" fmla="*/ 203072 w 302992"/>
                <a:gd name="connsiteY301" fmla="*/ 93619 h 475260"/>
                <a:gd name="connsiteX302" fmla="*/ 203072 w 302992"/>
                <a:gd name="connsiteY302" fmla="*/ 89919 h 475260"/>
                <a:gd name="connsiteX303" fmla="*/ 205798 w 302992"/>
                <a:gd name="connsiteY303" fmla="*/ 86858 h 475260"/>
                <a:gd name="connsiteX304" fmla="*/ 206336 w 302992"/>
                <a:gd name="connsiteY304" fmla="*/ 84906 h 475260"/>
                <a:gd name="connsiteX305" fmla="*/ 206774 w 302992"/>
                <a:gd name="connsiteY305" fmla="*/ 81879 h 475260"/>
                <a:gd name="connsiteX306" fmla="*/ 207851 w 302992"/>
                <a:gd name="connsiteY306" fmla="*/ 79289 h 475260"/>
                <a:gd name="connsiteX307" fmla="*/ 208490 w 302992"/>
                <a:gd name="connsiteY307" fmla="*/ 76463 h 475260"/>
                <a:gd name="connsiteX308" fmla="*/ 211519 w 302992"/>
                <a:gd name="connsiteY308" fmla="*/ 72763 h 475260"/>
                <a:gd name="connsiteX309" fmla="*/ 213269 w 302992"/>
                <a:gd name="connsiteY309" fmla="*/ 68860 h 475260"/>
                <a:gd name="connsiteX310" fmla="*/ 215894 w 302992"/>
                <a:gd name="connsiteY310" fmla="*/ 63209 h 475260"/>
                <a:gd name="connsiteX311" fmla="*/ 220303 w 302992"/>
                <a:gd name="connsiteY311" fmla="*/ 61762 h 475260"/>
                <a:gd name="connsiteX312" fmla="*/ 222760 w 302992"/>
                <a:gd name="connsiteY312" fmla="*/ 56683 h 475260"/>
                <a:gd name="connsiteX313" fmla="*/ 226529 w 302992"/>
                <a:gd name="connsiteY313" fmla="*/ 55236 h 475260"/>
                <a:gd name="connsiteX314" fmla="*/ 231880 w 302992"/>
                <a:gd name="connsiteY314" fmla="*/ 53050 h 475260"/>
                <a:gd name="connsiteX315" fmla="*/ 234909 w 302992"/>
                <a:gd name="connsiteY315" fmla="*/ 53487 h 475260"/>
                <a:gd name="connsiteX316" fmla="*/ 238678 w 302992"/>
                <a:gd name="connsiteY316" fmla="*/ 53790 h 475260"/>
                <a:gd name="connsiteX317" fmla="*/ 240428 w 302992"/>
                <a:gd name="connsiteY317" fmla="*/ 54227 h 475260"/>
                <a:gd name="connsiteX318" fmla="*/ 242751 w 302992"/>
                <a:gd name="connsiteY318" fmla="*/ 54664 h 475260"/>
                <a:gd name="connsiteX319" fmla="*/ 244063 w 302992"/>
                <a:gd name="connsiteY319" fmla="*/ 53655 h 475260"/>
                <a:gd name="connsiteX320" fmla="*/ 244635 w 302992"/>
                <a:gd name="connsiteY320" fmla="*/ 49316 h 475260"/>
                <a:gd name="connsiteX321" fmla="*/ 244635 w 302992"/>
                <a:gd name="connsiteY321" fmla="*/ 46288 h 475260"/>
                <a:gd name="connsiteX322" fmla="*/ 243625 w 302992"/>
                <a:gd name="connsiteY322" fmla="*/ 42958 h 475260"/>
                <a:gd name="connsiteX323" fmla="*/ 242481 w 302992"/>
                <a:gd name="connsiteY323" fmla="*/ 39325 h 475260"/>
                <a:gd name="connsiteX324" fmla="*/ 239722 w 302992"/>
                <a:gd name="connsiteY324" fmla="*/ 36566 h 475260"/>
                <a:gd name="connsiteX325" fmla="*/ 236390 w 302992"/>
                <a:gd name="connsiteY325" fmla="*/ 36566 h 475260"/>
                <a:gd name="connsiteX326" fmla="*/ 234774 w 302992"/>
                <a:gd name="connsiteY326" fmla="*/ 36701 h 475260"/>
                <a:gd name="connsiteX327" fmla="*/ 232587 w 302992"/>
                <a:gd name="connsiteY327" fmla="*/ 38013 h 475260"/>
                <a:gd name="connsiteX328" fmla="*/ 232587 w 302992"/>
                <a:gd name="connsiteY328" fmla="*/ 30612 h 475260"/>
                <a:gd name="connsiteX329" fmla="*/ 231510 w 302992"/>
                <a:gd name="connsiteY329" fmla="*/ 26979 h 475260"/>
                <a:gd name="connsiteX330" fmla="*/ 231745 w 302992"/>
                <a:gd name="connsiteY330" fmla="*/ 22337 h 475260"/>
                <a:gd name="connsiteX331" fmla="*/ 230635 w 302992"/>
                <a:gd name="connsiteY331" fmla="*/ 17694 h 475260"/>
                <a:gd name="connsiteX332" fmla="*/ 228851 w 302992"/>
                <a:gd name="connsiteY332" fmla="*/ 14936 h 475260"/>
                <a:gd name="connsiteX333" fmla="*/ 230467 w 302992"/>
                <a:gd name="connsiteY333" fmla="*/ 11034 h 475260"/>
                <a:gd name="connsiteX334" fmla="*/ 230433 w 302992"/>
                <a:gd name="connsiteY334" fmla="*/ 7569 h 475260"/>
                <a:gd name="connsiteX335" fmla="*/ 230433 w 302992"/>
                <a:gd name="connsiteY335" fmla="*/ 3936 h 475260"/>
                <a:gd name="connsiteX336" fmla="*/ 229726 w 302992"/>
                <a:gd name="connsiteY336" fmla="*/ 740 h 475260"/>
                <a:gd name="connsiteX337" fmla="*/ 225654 w 302992"/>
                <a:gd name="connsiteY337" fmla="*/ 0 h 475260"/>
                <a:gd name="connsiteX338" fmla="*/ 222187 w 302992"/>
                <a:gd name="connsiteY338" fmla="*/ 3465 h 475260"/>
                <a:gd name="connsiteX339" fmla="*/ 216096 w 302992"/>
                <a:gd name="connsiteY339" fmla="*/ 4037 h 475260"/>
                <a:gd name="connsiteX340" fmla="*/ 211014 w 302992"/>
                <a:gd name="connsiteY340" fmla="*/ 4037 h 475260"/>
                <a:gd name="connsiteX341" fmla="*/ 208692 w 302992"/>
                <a:gd name="connsiteY341" fmla="*/ 4911 h 475260"/>
                <a:gd name="connsiteX342" fmla="*/ 205495 w 302992"/>
                <a:gd name="connsiteY342" fmla="*/ 6930 h 475260"/>
                <a:gd name="connsiteX343" fmla="*/ 201860 w 302992"/>
                <a:gd name="connsiteY343" fmla="*/ 8242 h 475260"/>
                <a:gd name="connsiteX344" fmla="*/ 196946 w 302992"/>
                <a:gd name="connsiteY344" fmla="*/ 9554 h 475260"/>
                <a:gd name="connsiteX345" fmla="*/ 193615 w 302992"/>
                <a:gd name="connsiteY345" fmla="*/ 9554 h 475260"/>
                <a:gd name="connsiteX346" fmla="*/ 190552 w 302992"/>
                <a:gd name="connsiteY346" fmla="*/ 8242 h 475260"/>
                <a:gd name="connsiteX347" fmla="*/ 187793 w 302992"/>
                <a:gd name="connsiteY347" fmla="*/ 11707 h 475260"/>
                <a:gd name="connsiteX348" fmla="*/ 184461 w 302992"/>
                <a:gd name="connsiteY348" fmla="*/ 16618 h 475260"/>
                <a:gd name="connsiteX349" fmla="*/ 183754 w 302992"/>
                <a:gd name="connsiteY349" fmla="*/ 19814 h 475260"/>
                <a:gd name="connsiteX350" fmla="*/ 183014 w 302992"/>
                <a:gd name="connsiteY350" fmla="*/ 25768 h 475260"/>
                <a:gd name="connsiteX351" fmla="*/ 180691 w 302992"/>
                <a:gd name="connsiteY351" fmla="*/ 27786 h 475260"/>
                <a:gd name="connsiteX352" fmla="*/ 176787 w 302992"/>
                <a:gd name="connsiteY352" fmla="*/ 30108 h 475260"/>
                <a:gd name="connsiteX353" fmla="*/ 172715 w 302992"/>
                <a:gd name="connsiteY353" fmla="*/ 32731 h 475260"/>
                <a:gd name="connsiteX354" fmla="*/ 169249 w 302992"/>
                <a:gd name="connsiteY354" fmla="*/ 35490 h 475260"/>
                <a:gd name="connsiteX355" fmla="*/ 167364 w 302992"/>
                <a:gd name="connsiteY355" fmla="*/ 37945 h 475260"/>
                <a:gd name="connsiteX356" fmla="*/ 165042 w 302992"/>
                <a:gd name="connsiteY356" fmla="*/ 42722 h 475260"/>
                <a:gd name="connsiteX357" fmla="*/ 162720 w 302992"/>
                <a:gd name="connsiteY357" fmla="*/ 45918 h 475260"/>
                <a:gd name="connsiteX358" fmla="*/ 158244 w 302992"/>
                <a:gd name="connsiteY358" fmla="*/ 50695 h 475260"/>
                <a:gd name="connsiteX359" fmla="*/ 153027 w 302992"/>
                <a:gd name="connsiteY359" fmla="*/ 56044 h 475260"/>
                <a:gd name="connsiteX360" fmla="*/ 149830 w 302992"/>
                <a:gd name="connsiteY360" fmla="*/ 65025 h 475260"/>
                <a:gd name="connsiteX361" fmla="*/ 147070 w 302992"/>
                <a:gd name="connsiteY361" fmla="*/ 74882 h 475260"/>
                <a:gd name="connsiteX362" fmla="*/ 143167 w 302992"/>
                <a:gd name="connsiteY362" fmla="*/ 80096 h 475260"/>
                <a:gd name="connsiteX363" fmla="*/ 142157 w 302992"/>
                <a:gd name="connsiteY363" fmla="*/ 93552 h 475260"/>
                <a:gd name="connsiteX364" fmla="*/ 142157 w 302992"/>
                <a:gd name="connsiteY364" fmla="*/ 99338 h 475260"/>
                <a:gd name="connsiteX365" fmla="*/ 145287 w 302992"/>
                <a:gd name="connsiteY365" fmla="*/ 102971 h 475260"/>
                <a:gd name="connsiteX366" fmla="*/ 145926 w 302992"/>
                <a:gd name="connsiteY366" fmla="*/ 107176 h 475260"/>
                <a:gd name="connsiteX367" fmla="*/ 144479 w 302992"/>
                <a:gd name="connsiteY367" fmla="*/ 110943 h 475260"/>
                <a:gd name="connsiteX368" fmla="*/ 143739 w 302992"/>
                <a:gd name="connsiteY368" fmla="*/ 116730 h 475260"/>
                <a:gd name="connsiteX369" fmla="*/ 144479 w 302992"/>
                <a:gd name="connsiteY369" fmla="*/ 120766 h 475260"/>
                <a:gd name="connsiteX370" fmla="*/ 139565 w 302992"/>
                <a:gd name="connsiteY370" fmla="*/ 125106 h 475260"/>
                <a:gd name="connsiteX371" fmla="*/ 136099 w 302992"/>
                <a:gd name="connsiteY371" fmla="*/ 127730 h 475260"/>
                <a:gd name="connsiteX372" fmla="*/ 133205 w 302992"/>
                <a:gd name="connsiteY372" fmla="*/ 134088 h 475260"/>
                <a:gd name="connsiteX373" fmla="*/ 133508 w 302992"/>
                <a:gd name="connsiteY373" fmla="*/ 138999 h 475260"/>
                <a:gd name="connsiteX374" fmla="*/ 134955 w 302992"/>
                <a:gd name="connsiteY374" fmla="*/ 144213 h 475260"/>
                <a:gd name="connsiteX375" fmla="*/ 139296 w 302992"/>
                <a:gd name="connsiteY375" fmla="*/ 149999 h 475260"/>
                <a:gd name="connsiteX376" fmla="*/ 142763 w 302992"/>
                <a:gd name="connsiteY376" fmla="*/ 157232 h 475260"/>
                <a:gd name="connsiteX377" fmla="*/ 142763 w 302992"/>
                <a:gd name="connsiteY377" fmla="*/ 166516 h 475260"/>
                <a:gd name="connsiteX378" fmla="*/ 138690 w 302992"/>
                <a:gd name="connsiteY378" fmla="*/ 171158 h 475260"/>
                <a:gd name="connsiteX379" fmla="*/ 127113 w 302992"/>
                <a:gd name="connsiteY379" fmla="*/ 177516 h 475260"/>
                <a:gd name="connsiteX380" fmla="*/ 122099 w 302992"/>
                <a:gd name="connsiteY380" fmla="*/ 177550 h 475260"/>
                <a:gd name="connsiteX381" fmla="*/ 117757 w 302992"/>
                <a:gd name="connsiteY381" fmla="*/ 178122 h 475260"/>
                <a:gd name="connsiteX382" fmla="*/ 115805 w 302992"/>
                <a:gd name="connsiteY382" fmla="*/ 180880 h 475260"/>
                <a:gd name="connsiteX383" fmla="*/ 117892 w 302992"/>
                <a:gd name="connsiteY383" fmla="*/ 183403 h 475260"/>
                <a:gd name="connsiteX384" fmla="*/ 123176 w 302992"/>
                <a:gd name="connsiteY384" fmla="*/ 184143 h 475260"/>
                <a:gd name="connsiteX385" fmla="*/ 120921 w 302992"/>
                <a:gd name="connsiteY385" fmla="*/ 187911 h 475260"/>
                <a:gd name="connsiteX386" fmla="*/ 116344 w 302992"/>
                <a:gd name="connsiteY386" fmla="*/ 188550 h 475260"/>
                <a:gd name="connsiteX387" fmla="*/ 108872 w 302992"/>
                <a:gd name="connsiteY387" fmla="*/ 186532 h 475260"/>
                <a:gd name="connsiteX388" fmla="*/ 104733 w 302992"/>
                <a:gd name="connsiteY388" fmla="*/ 186532 h 475260"/>
                <a:gd name="connsiteX389" fmla="*/ 102983 w 302992"/>
                <a:gd name="connsiteY389" fmla="*/ 186532 h 475260"/>
                <a:gd name="connsiteX390" fmla="*/ 93190 w 302992"/>
                <a:gd name="connsiteY390" fmla="*/ 186532 h 475260"/>
                <a:gd name="connsiteX391" fmla="*/ 88175 w 302992"/>
                <a:gd name="connsiteY391" fmla="*/ 187844 h 475260"/>
                <a:gd name="connsiteX392" fmla="*/ 81007 w 302992"/>
                <a:gd name="connsiteY392" fmla="*/ 192621 h 475260"/>
                <a:gd name="connsiteX393" fmla="*/ 71651 w 302992"/>
                <a:gd name="connsiteY393" fmla="*/ 195446 h 475260"/>
                <a:gd name="connsiteX394" fmla="*/ 67309 w 302992"/>
                <a:gd name="connsiteY394" fmla="*/ 198070 h 475260"/>
                <a:gd name="connsiteX395" fmla="*/ 57078 w 302992"/>
                <a:gd name="connsiteY395" fmla="*/ 200660 h 475260"/>
                <a:gd name="connsiteX396" fmla="*/ 52064 w 302992"/>
                <a:gd name="connsiteY396" fmla="*/ 202847 h 475260"/>
                <a:gd name="connsiteX397" fmla="*/ 40991 w 302992"/>
                <a:gd name="connsiteY397" fmla="*/ 203049 h 475260"/>
                <a:gd name="connsiteX398" fmla="*/ 30996 w 302992"/>
                <a:gd name="connsiteY398" fmla="*/ 200660 h 475260"/>
                <a:gd name="connsiteX399" fmla="*/ 28371 w 302992"/>
                <a:gd name="connsiteY399" fmla="*/ 203486 h 475260"/>
                <a:gd name="connsiteX400" fmla="*/ 19250 w 302992"/>
                <a:gd name="connsiteY400" fmla="*/ 205875 h 475260"/>
                <a:gd name="connsiteX401" fmla="*/ 10769 w 302992"/>
                <a:gd name="connsiteY401" fmla="*/ 209138 h 475260"/>
                <a:gd name="connsiteX402" fmla="*/ 7942 w 302992"/>
                <a:gd name="connsiteY402" fmla="*/ 209138 h 475260"/>
                <a:gd name="connsiteX403" fmla="*/ 4442 w 302992"/>
                <a:gd name="connsiteY403" fmla="*/ 211896 h 475260"/>
                <a:gd name="connsiteX404" fmla="*/ 707 w 302992"/>
                <a:gd name="connsiteY404" fmla="*/ 213343 h 475260"/>
                <a:gd name="connsiteX405" fmla="*/ 0 w 302992"/>
                <a:gd name="connsiteY405" fmla="*/ 214890 h 475260"/>
                <a:gd name="connsiteX406" fmla="*/ 3264 w 302992"/>
                <a:gd name="connsiteY406" fmla="*/ 216538 h 475260"/>
                <a:gd name="connsiteX407" fmla="*/ 7303 w 302992"/>
                <a:gd name="connsiteY407" fmla="*/ 216538 h 475260"/>
                <a:gd name="connsiteX408" fmla="*/ 13495 w 302992"/>
                <a:gd name="connsiteY408" fmla="*/ 217850 h 475260"/>
                <a:gd name="connsiteX409" fmla="*/ 19250 w 302992"/>
                <a:gd name="connsiteY409" fmla="*/ 217850 h 475260"/>
                <a:gd name="connsiteX410" fmla="*/ 26419 w 302992"/>
                <a:gd name="connsiteY410" fmla="*/ 217850 h 475260"/>
                <a:gd name="connsiteX411" fmla="*/ 31635 w 302992"/>
                <a:gd name="connsiteY411" fmla="*/ 217850 h 475260"/>
                <a:gd name="connsiteX412" fmla="*/ 38602 w 302992"/>
                <a:gd name="connsiteY412" fmla="*/ 217850 h 475260"/>
                <a:gd name="connsiteX413" fmla="*/ 42068 w 302992"/>
                <a:gd name="connsiteY413" fmla="*/ 217850 h 475260"/>
                <a:gd name="connsiteX414" fmla="*/ 44256 w 302992"/>
                <a:gd name="connsiteY414" fmla="*/ 217850 h 475260"/>
                <a:gd name="connsiteX415" fmla="*/ 45770 w 302992"/>
                <a:gd name="connsiteY415" fmla="*/ 218725 h 475260"/>
                <a:gd name="connsiteX416" fmla="*/ 46410 w 302992"/>
                <a:gd name="connsiteY416" fmla="*/ 220474 h 475260"/>
                <a:gd name="connsiteX417" fmla="*/ 46410 w 302992"/>
                <a:gd name="connsiteY417" fmla="*/ 223300 h 475260"/>
                <a:gd name="connsiteX418" fmla="*/ 45905 w 302992"/>
                <a:gd name="connsiteY418" fmla="*/ 225251 h 475260"/>
                <a:gd name="connsiteX419" fmla="*/ 44861 w 302992"/>
                <a:gd name="connsiteY419" fmla="*/ 226563 h 475260"/>
                <a:gd name="connsiteX420" fmla="*/ 42035 w 302992"/>
                <a:gd name="connsiteY420" fmla="*/ 227875 h 475260"/>
                <a:gd name="connsiteX421" fmla="*/ 40284 w 302992"/>
                <a:gd name="connsiteY421" fmla="*/ 228850 h 475260"/>
                <a:gd name="connsiteX422" fmla="*/ 38534 w 302992"/>
                <a:gd name="connsiteY422" fmla="*/ 230028 h 475260"/>
                <a:gd name="connsiteX423" fmla="*/ 35068 w 302992"/>
                <a:gd name="connsiteY423" fmla="*/ 230028 h 475260"/>
                <a:gd name="connsiteX424" fmla="*/ 31366 w 302992"/>
                <a:gd name="connsiteY424" fmla="*/ 230028 h 475260"/>
                <a:gd name="connsiteX425" fmla="*/ 29852 w 302992"/>
                <a:gd name="connsiteY425" fmla="*/ 231104 h 475260"/>
                <a:gd name="connsiteX426" fmla="*/ 27260 w 302992"/>
                <a:gd name="connsiteY426" fmla="*/ 232618 h 475260"/>
                <a:gd name="connsiteX427" fmla="*/ 27260 w 302992"/>
                <a:gd name="connsiteY427" fmla="*/ 234132 h 475260"/>
                <a:gd name="connsiteX428" fmla="*/ 27799 w 302992"/>
                <a:gd name="connsiteY428" fmla="*/ 235982 h 475260"/>
                <a:gd name="connsiteX429" fmla="*/ 29751 w 302992"/>
                <a:gd name="connsiteY429" fmla="*/ 238707 h 475260"/>
                <a:gd name="connsiteX430" fmla="*/ 33924 w 302992"/>
                <a:gd name="connsiteY430" fmla="*/ 239682 h 475260"/>
                <a:gd name="connsiteX431" fmla="*/ 35606 w 302992"/>
                <a:gd name="connsiteY431" fmla="*/ 239716 h 475260"/>
                <a:gd name="connsiteX432" fmla="*/ 37188 w 302992"/>
                <a:gd name="connsiteY432" fmla="*/ 239716 h 475260"/>
                <a:gd name="connsiteX433" fmla="*/ 40318 w 302992"/>
                <a:gd name="connsiteY433" fmla="*/ 240422 h 475260"/>
                <a:gd name="connsiteX434" fmla="*/ 43650 w 302992"/>
                <a:gd name="connsiteY434" fmla="*/ 240422 h 475260"/>
                <a:gd name="connsiteX435" fmla="*/ 46612 w 302992"/>
                <a:gd name="connsiteY435" fmla="*/ 240490 h 475260"/>
                <a:gd name="connsiteX436" fmla="*/ 48126 w 302992"/>
                <a:gd name="connsiteY436" fmla="*/ 241297 h 475260"/>
                <a:gd name="connsiteX437" fmla="*/ 48126 w 302992"/>
                <a:gd name="connsiteY437" fmla="*/ 244123 h 475260"/>
                <a:gd name="connsiteX438" fmla="*/ 48833 w 302992"/>
                <a:gd name="connsiteY438" fmla="*/ 248025 h 475260"/>
                <a:gd name="connsiteX439" fmla="*/ 49169 w 302992"/>
                <a:gd name="connsiteY439" fmla="*/ 250918 h 475260"/>
                <a:gd name="connsiteX440" fmla="*/ 51559 w 302992"/>
                <a:gd name="connsiteY440" fmla="*/ 253609 h 475260"/>
                <a:gd name="connsiteX441" fmla="*/ 54016 w 302992"/>
                <a:gd name="connsiteY441" fmla="*/ 255594 h 475260"/>
                <a:gd name="connsiteX442" fmla="*/ 54453 w 302992"/>
                <a:gd name="connsiteY442" fmla="*/ 257242 h 475260"/>
                <a:gd name="connsiteX443" fmla="*/ 54016 w 302992"/>
                <a:gd name="connsiteY443" fmla="*/ 258554 h 475260"/>
                <a:gd name="connsiteX444" fmla="*/ 55968 w 302992"/>
                <a:gd name="connsiteY444" fmla="*/ 260640 h 475260"/>
                <a:gd name="connsiteX445" fmla="*/ 57717 w 302992"/>
                <a:gd name="connsiteY445" fmla="*/ 261514 h 475260"/>
                <a:gd name="connsiteX446" fmla="*/ 63136 w 302992"/>
                <a:gd name="connsiteY446" fmla="*/ 261750 h 475260"/>
                <a:gd name="connsiteX447" fmla="*/ 65761 w 302992"/>
                <a:gd name="connsiteY447" fmla="*/ 262725 h 475260"/>
                <a:gd name="connsiteX448" fmla="*/ 67713 w 302992"/>
                <a:gd name="connsiteY448" fmla="*/ 264677 h 475260"/>
                <a:gd name="connsiteX449" fmla="*/ 70001 w 302992"/>
                <a:gd name="connsiteY449" fmla="*/ 267401 h 475260"/>
                <a:gd name="connsiteX450" fmla="*/ 71314 w 302992"/>
                <a:gd name="connsiteY450" fmla="*/ 269689 h 475260"/>
                <a:gd name="connsiteX451" fmla="*/ 73064 w 302992"/>
                <a:gd name="connsiteY451" fmla="*/ 272952 h 475260"/>
                <a:gd name="connsiteX452" fmla="*/ 74242 w 302992"/>
                <a:gd name="connsiteY452" fmla="*/ 276753 h 475260"/>
                <a:gd name="connsiteX453" fmla="*/ 75352 w 302992"/>
                <a:gd name="connsiteY453" fmla="*/ 278402 h 4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302992" h="475260">
                  <a:moveTo>
                    <a:pt x="75352" y="278402"/>
                  </a:moveTo>
                  <a:lnTo>
                    <a:pt x="78180" y="278940"/>
                  </a:lnTo>
                  <a:cubicBezTo>
                    <a:pt x="78180" y="278940"/>
                    <a:pt x="81107" y="279814"/>
                    <a:pt x="81545" y="279814"/>
                  </a:cubicBezTo>
                  <a:cubicBezTo>
                    <a:pt x="81983" y="279814"/>
                    <a:pt x="83160" y="280252"/>
                    <a:pt x="83160" y="280252"/>
                  </a:cubicBezTo>
                  <a:lnTo>
                    <a:pt x="85785" y="282876"/>
                  </a:lnTo>
                  <a:lnTo>
                    <a:pt x="87636" y="286475"/>
                  </a:lnTo>
                  <a:cubicBezTo>
                    <a:pt x="87636" y="286475"/>
                    <a:pt x="89588" y="289402"/>
                    <a:pt x="89925" y="289738"/>
                  </a:cubicBezTo>
                  <a:cubicBezTo>
                    <a:pt x="90262" y="290075"/>
                    <a:pt x="90026" y="291925"/>
                    <a:pt x="90026" y="292328"/>
                  </a:cubicBezTo>
                  <a:cubicBezTo>
                    <a:pt x="90026" y="292766"/>
                    <a:pt x="89925" y="294717"/>
                    <a:pt x="89824" y="295154"/>
                  </a:cubicBezTo>
                  <a:cubicBezTo>
                    <a:pt x="89723" y="295591"/>
                    <a:pt x="89185" y="297105"/>
                    <a:pt x="89185" y="297105"/>
                  </a:cubicBezTo>
                  <a:cubicBezTo>
                    <a:pt x="89185" y="297105"/>
                    <a:pt x="88108" y="298417"/>
                    <a:pt x="87435" y="298955"/>
                  </a:cubicBezTo>
                  <a:cubicBezTo>
                    <a:pt x="86795" y="299494"/>
                    <a:pt x="85920" y="299931"/>
                    <a:pt x="85920" y="299931"/>
                  </a:cubicBezTo>
                  <a:lnTo>
                    <a:pt x="85045" y="300267"/>
                  </a:lnTo>
                  <a:cubicBezTo>
                    <a:pt x="85045" y="300267"/>
                    <a:pt x="83295" y="301041"/>
                    <a:pt x="82218" y="301579"/>
                  </a:cubicBezTo>
                  <a:cubicBezTo>
                    <a:pt x="81141" y="302118"/>
                    <a:pt x="80906" y="303968"/>
                    <a:pt x="80906" y="303968"/>
                  </a:cubicBezTo>
                  <a:lnTo>
                    <a:pt x="79593" y="305482"/>
                  </a:lnTo>
                  <a:lnTo>
                    <a:pt x="78180" y="310157"/>
                  </a:lnTo>
                  <a:lnTo>
                    <a:pt x="78718" y="313420"/>
                  </a:lnTo>
                  <a:lnTo>
                    <a:pt x="78180" y="316684"/>
                  </a:lnTo>
                  <a:lnTo>
                    <a:pt x="78718" y="319947"/>
                  </a:lnTo>
                  <a:lnTo>
                    <a:pt x="80569" y="322571"/>
                  </a:lnTo>
                  <a:lnTo>
                    <a:pt x="83833" y="323647"/>
                  </a:lnTo>
                  <a:lnTo>
                    <a:pt x="87535" y="324084"/>
                  </a:lnTo>
                  <a:lnTo>
                    <a:pt x="90161" y="324320"/>
                  </a:lnTo>
                  <a:lnTo>
                    <a:pt x="93088" y="326607"/>
                  </a:lnTo>
                  <a:lnTo>
                    <a:pt x="93694" y="330812"/>
                  </a:lnTo>
                  <a:lnTo>
                    <a:pt x="96454" y="337338"/>
                  </a:lnTo>
                  <a:lnTo>
                    <a:pt x="99348" y="345143"/>
                  </a:lnTo>
                  <a:lnTo>
                    <a:pt x="100089" y="354427"/>
                  </a:lnTo>
                  <a:lnTo>
                    <a:pt x="101233" y="359641"/>
                  </a:lnTo>
                  <a:lnTo>
                    <a:pt x="100089" y="365495"/>
                  </a:lnTo>
                  <a:lnTo>
                    <a:pt x="100493" y="369935"/>
                  </a:lnTo>
                  <a:lnTo>
                    <a:pt x="100593" y="371953"/>
                  </a:lnTo>
                  <a:lnTo>
                    <a:pt x="99079" y="374207"/>
                  </a:lnTo>
                  <a:cubicBezTo>
                    <a:pt x="99079" y="374207"/>
                    <a:pt x="96521" y="378412"/>
                    <a:pt x="95949" y="378446"/>
                  </a:cubicBezTo>
                  <a:cubicBezTo>
                    <a:pt x="95411" y="378480"/>
                    <a:pt x="94367" y="379119"/>
                    <a:pt x="93661" y="379455"/>
                  </a:cubicBezTo>
                  <a:cubicBezTo>
                    <a:pt x="92954" y="379791"/>
                    <a:pt x="92113" y="380229"/>
                    <a:pt x="91776" y="380229"/>
                  </a:cubicBezTo>
                  <a:cubicBezTo>
                    <a:pt x="91439" y="380229"/>
                    <a:pt x="89925" y="381272"/>
                    <a:pt x="89858" y="381406"/>
                  </a:cubicBezTo>
                  <a:cubicBezTo>
                    <a:pt x="89790" y="381541"/>
                    <a:pt x="89622" y="382853"/>
                    <a:pt x="89622" y="383021"/>
                  </a:cubicBezTo>
                  <a:cubicBezTo>
                    <a:pt x="89622" y="383155"/>
                    <a:pt x="89387" y="384669"/>
                    <a:pt x="89387" y="384669"/>
                  </a:cubicBezTo>
                  <a:lnTo>
                    <a:pt x="88007" y="386351"/>
                  </a:lnTo>
                  <a:lnTo>
                    <a:pt x="86324" y="387327"/>
                  </a:lnTo>
                  <a:lnTo>
                    <a:pt x="83901" y="389513"/>
                  </a:lnTo>
                  <a:cubicBezTo>
                    <a:pt x="83901" y="389513"/>
                    <a:pt x="83867" y="391734"/>
                    <a:pt x="83833" y="392003"/>
                  </a:cubicBezTo>
                  <a:cubicBezTo>
                    <a:pt x="83800" y="392305"/>
                    <a:pt x="83699" y="394055"/>
                    <a:pt x="83463" y="394257"/>
                  </a:cubicBezTo>
                  <a:cubicBezTo>
                    <a:pt x="83261" y="394425"/>
                    <a:pt x="83463" y="396510"/>
                    <a:pt x="83463" y="396510"/>
                  </a:cubicBezTo>
                  <a:cubicBezTo>
                    <a:pt x="83463" y="396510"/>
                    <a:pt x="83699" y="397654"/>
                    <a:pt x="83766" y="397822"/>
                  </a:cubicBezTo>
                  <a:cubicBezTo>
                    <a:pt x="83833" y="397957"/>
                    <a:pt x="85011" y="399235"/>
                    <a:pt x="85550" y="399639"/>
                  </a:cubicBezTo>
                  <a:cubicBezTo>
                    <a:pt x="86088" y="400042"/>
                    <a:pt x="87872" y="401422"/>
                    <a:pt x="88074" y="401624"/>
                  </a:cubicBezTo>
                  <a:cubicBezTo>
                    <a:pt x="88276" y="401859"/>
                    <a:pt x="88713" y="403036"/>
                    <a:pt x="88612" y="403406"/>
                  </a:cubicBezTo>
                  <a:cubicBezTo>
                    <a:pt x="88512" y="403776"/>
                    <a:pt x="88040" y="404382"/>
                    <a:pt x="87805" y="404954"/>
                  </a:cubicBezTo>
                  <a:cubicBezTo>
                    <a:pt x="87603" y="405526"/>
                    <a:pt x="89117" y="406266"/>
                    <a:pt x="89252" y="406299"/>
                  </a:cubicBezTo>
                  <a:cubicBezTo>
                    <a:pt x="89387" y="406333"/>
                    <a:pt x="90699" y="406905"/>
                    <a:pt x="91204" y="407073"/>
                  </a:cubicBezTo>
                  <a:cubicBezTo>
                    <a:pt x="91709" y="407208"/>
                    <a:pt x="93055" y="407746"/>
                    <a:pt x="93257" y="407746"/>
                  </a:cubicBezTo>
                  <a:cubicBezTo>
                    <a:pt x="93425" y="407746"/>
                    <a:pt x="94771" y="409024"/>
                    <a:pt x="94771" y="409024"/>
                  </a:cubicBezTo>
                  <a:lnTo>
                    <a:pt x="96084" y="411211"/>
                  </a:lnTo>
                  <a:lnTo>
                    <a:pt x="96622" y="413297"/>
                  </a:lnTo>
                  <a:lnTo>
                    <a:pt x="99247" y="414171"/>
                  </a:lnTo>
                  <a:lnTo>
                    <a:pt x="104161" y="415618"/>
                  </a:lnTo>
                  <a:lnTo>
                    <a:pt x="106180" y="415315"/>
                  </a:lnTo>
                  <a:lnTo>
                    <a:pt x="108199" y="414440"/>
                  </a:lnTo>
                  <a:lnTo>
                    <a:pt x="111666" y="414440"/>
                  </a:lnTo>
                  <a:cubicBezTo>
                    <a:pt x="111666" y="414440"/>
                    <a:pt x="116007" y="415012"/>
                    <a:pt x="118632" y="415584"/>
                  </a:cubicBezTo>
                  <a:cubicBezTo>
                    <a:pt x="121224" y="416156"/>
                    <a:pt x="120955" y="416459"/>
                    <a:pt x="120955" y="416459"/>
                  </a:cubicBezTo>
                  <a:lnTo>
                    <a:pt x="120652" y="417905"/>
                  </a:lnTo>
                  <a:lnTo>
                    <a:pt x="120080" y="421101"/>
                  </a:lnTo>
                  <a:lnTo>
                    <a:pt x="118632" y="422245"/>
                  </a:lnTo>
                  <a:cubicBezTo>
                    <a:pt x="118632" y="422245"/>
                    <a:pt x="120382" y="425138"/>
                    <a:pt x="120652" y="426315"/>
                  </a:cubicBezTo>
                  <a:cubicBezTo>
                    <a:pt x="120955" y="427459"/>
                    <a:pt x="122099" y="432337"/>
                    <a:pt x="122099" y="432337"/>
                  </a:cubicBezTo>
                  <a:cubicBezTo>
                    <a:pt x="122099" y="432337"/>
                    <a:pt x="130210" y="436474"/>
                    <a:pt x="131084" y="436743"/>
                  </a:cubicBezTo>
                  <a:cubicBezTo>
                    <a:pt x="131959" y="437046"/>
                    <a:pt x="134551" y="437887"/>
                    <a:pt x="134551" y="437887"/>
                  </a:cubicBezTo>
                  <a:lnTo>
                    <a:pt x="141214" y="440780"/>
                  </a:lnTo>
                  <a:lnTo>
                    <a:pt x="146936" y="444615"/>
                  </a:lnTo>
                  <a:lnTo>
                    <a:pt x="149628" y="447441"/>
                  </a:lnTo>
                  <a:lnTo>
                    <a:pt x="149763" y="449627"/>
                  </a:lnTo>
                  <a:lnTo>
                    <a:pt x="149056" y="451814"/>
                  </a:lnTo>
                  <a:lnTo>
                    <a:pt x="149056" y="454135"/>
                  </a:lnTo>
                  <a:cubicBezTo>
                    <a:pt x="149056" y="454135"/>
                    <a:pt x="149998" y="455010"/>
                    <a:pt x="150301" y="457028"/>
                  </a:cubicBezTo>
                  <a:cubicBezTo>
                    <a:pt x="150604" y="459047"/>
                    <a:pt x="151681" y="459047"/>
                    <a:pt x="151681" y="459047"/>
                  </a:cubicBezTo>
                  <a:lnTo>
                    <a:pt x="154003" y="458172"/>
                  </a:lnTo>
                  <a:lnTo>
                    <a:pt x="155148" y="457028"/>
                  </a:lnTo>
                  <a:lnTo>
                    <a:pt x="155888" y="455447"/>
                  </a:lnTo>
                  <a:lnTo>
                    <a:pt x="157773" y="454572"/>
                  </a:lnTo>
                  <a:lnTo>
                    <a:pt x="161239" y="455279"/>
                  </a:lnTo>
                  <a:lnTo>
                    <a:pt x="161239" y="455144"/>
                  </a:lnTo>
                  <a:lnTo>
                    <a:pt x="162754" y="455716"/>
                  </a:lnTo>
                  <a:lnTo>
                    <a:pt x="165883" y="456591"/>
                  </a:lnTo>
                  <a:lnTo>
                    <a:pt x="167465" y="458609"/>
                  </a:lnTo>
                  <a:lnTo>
                    <a:pt x="168609" y="461367"/>
                  </a:lnTo>
                  <a:cubicBezTo>
                    <a:pt x="168609" y="461367"/>
                    <a:pt x="169181" y="462814"/>
                    <a:pt x="169619" y="464698"/>
                  </a:cubicBezTo>
                  <a:cubicBezTo>
                    <a:pt x="170056" y="466582"/>
                    <a:pt x="170629" y="465707"/>
                    <a:pt x="171369" y="466716"/>
                  </a:cubicBezTo>
                  <a:cubicBezTo>
                    <a:pt x="172076" y="467725"/>
                    <a:pt x="171369" y="468735"/>
                    <a:pt x="171369" y="468735"/>
                  </a:cubicBezTo>
                  <a:lnTo>
                    <a:pt x="172816" y="471493"/>
                  </a:lnTo>
                  <a:lnTo>
                    <a:pt x="173961" y="472368"/>
                  </a:lnTo>
                  <a:cubicBezTo>
                    <a:pt x="173961" y="472368"/>
                    <a:pt x="175542" y="474117"/>
                    <a:pt x="176148" y="474386"/>
                  </a:cubicBezTo>
                  <a:cubicBezTo>
                    <a:pt x="176720" y="474689"/>
                    <a:pt x="177730" y="475261"/>
                    <a:pt x="177730" y="475261"/>
                  </a:cubicBezTo>
                  <a:lnTo>
                    <a:pt x="179480" y="475261"/>
                  </a:lnTo>
                  <a:cubicBezTo>
                    <a:pt x="179480" y="475261"/>
                    <a:pt x="180220" y="474554"/>
                    <a:pt x="180624" y="474117"/>
                  </a:cubicBezTo>
                  <a:cubicBezTo>
                    <a:pt x="181062" y="473680"/>
                    <a:pt x="181634" y="472368"/>
                    <a:pt x="181634" y="472368"/>
                  </a:cubicBezTo>
                  <a:lnTo>
                    <a:pt x="182643" y="469307"/>
                  </a:lnTo>
                  <a:lnTo>
                    <a:pt x="183216" y="467557"/>
                  </a:lnTo>
                  <a:lnTo>
                    <a:pt x="184360" y="463790"/>
                  </a:lnTo>
                  <a:lnTo>
                    <a:pt x="184932" y="460325"/>
                  </a:lnTo>
                  <a:lnTo>
                    <a:pt x="185672" y="457566"/>
                  </a:lnTo>
                  <a:lnTo>
                    <a:pt x="185369" y="454808"/>
                  </a:lnTo>
                  <a:cubicBezTo>
                    <a:pt x="185369" y="454808"/>
                    <a:pt x="185067" y="452218"/>
                    <a:pt x="184663" y="452049"/>
                  </a:cubicBezTo>
                  <a:cubicBezTo>
                    <a:pt x="184225" y="451915"/>
                    <a:pt x="182643" y="445826"/>
                    <a:pt x="182643" y="445826"/>
                  </a:cubicBezTo>
                  <a:lnTo>
                    <a:pt x="182071" y="440612"/>
                  </a:lnTo>
                  <a:lnTo>
                    <a:pt x="184023" y="436104"/>
                  </a:lnTo>
                  <a:lnTo>
                    <a:pt x="182509" y="433817"/>
                  </a:lnTo>
                  <a:lnTo>
                    <a:pt x="181297" y="429679"/>
                  </a:lnTo>
                  <a:lnTo>
                    <a:pt x="180321" y="427392"/>
                  </a:lnTo>
                  <a:lnTo>
                    <a:pt x="180321" y="426315"/>
                  </a:lnTo>
                  <a:cubicBezTo>
                    <a:pt x="180321" y="426315"/>
                    <a:pt x="180153" y="424465"/>
                    <a:pt x="179951" y="424028"/>
                  </a:cubicBezTo>
                  <a:cubicBezTo>
                    <a:pt x="179749" y="423590"/>
                    <a:pt x="178605" y="422177"/>
                    <a:pt x="178605" y="422177"/>
                  </a:cubicBezTo>
                  <a:lnTo>
                    <a:pt x="178605" y="419789"/>
                  </a:lnTo>
                  <a:lnTo>
                    <a:pt x="179379" y="417737"/>
                  </a:lnTo>
                  <a:lnTo>
                    <a:pt x="182643" y="416862"/>
                  </a:lnTo>
                  <a:lnTo>
                    <a:pt x="184595" y="416089"/>
                  </a:lnTo>
                  <a:lnTo>
                    <a:pt x="187220" y="413801"/>
                  </a:lnTo>
                  <a:lnTo>
                    <a:pt x="188970" y="413700"/>
                  </a:lnTo>
                  <a:lnTo>
                    <a:pt x="191898" y="416728"/>
                  </a:lnTo>
                  <a:lnTo>
                    <a:pt x="194288" y="417602"/>
                  </a:lnTo>
                  <a:lnTo>
                    <a:pt x="197350" y="419352"/>
                  </a:lnTo>
                  <a:lnTo>
                    <a:pt x="200951" y="422076"/>
                  </a:lnTo>
                  <a:lnTo>
                    <a:pt x="203879" y="424801"/>
                  </a:lnTo>
                  <a:lnTo>
                    <a:pt x="205831" y="424801"/>
                  </a:lnTo>
                  <a:lnTo>
                    <a:pt x="207783" y="423119"/>
                  </a:lnTo>
                  <a:lnTo>
                    <a:pt x="209870" y="421202"/>
                  </a:lnTo>
                  <a:lnTo>
                    <a:pt x="213572" y="421976"/>
                  </a:lnTo>
                  <a:cubicBezTo>
                    <a:pt x="213572" y="421976"/>
                    <a:pt x="214548" y="419486"/>
                    <a:pt x="215860" y="418511"/>
                  </a:cubicBezTo>
                  <a:cubicBezTo>
                    <a:pt x="217173" y="417535"/>
                    <a:pt x="215860" y="418511"/>
                    <a:pt x="216399" y="417972"/>
                  </a:cubicBezTo>
                  <a:cubicBezTo>
                    <a:pt x="216937" y="417434"/>
                    <a:pt x="217375" y="416223"/>
                    <a:pt x="217712" y="416122"/>
                  </a:cubicBezTo>
                  <a:cubicBezTo>
                    <a:pt x="218048" y="416021"/>
                    <a:pt x="218485" y="416122"/>
                    <a:pt x="219562" y="416122"/>
                  </a:cubicBezTo>
                  <a:cubicBezTo>
                    <a:pt x="220639" y="416122"/>
                    <a:pt x="221952" y="416122"/>
                    <a:pt x="223466" y="416122"/>
                  </a:cubicBezTo>
                  <a:cubicBezTo>
                    <a:pt x="224981" y="416122"/>
                    <a:pt x="225216" y="415954"/>
                    <a:pt x="226192" y="415416"/>
                  </a:cubicBezTo>
                  <a:cubicBezTo>
                    <a:pt x="227168" y="414878"/>
                    <a:pt x="227404" y="415248"/>
                    <a:pt x="227404" y="415248"/>
                  </a:cubicBezTo>
                  <a:lnTo>
                    <a:pt x="227404" y="413398"/>
                  </a:lnTo>
                  <a:lnTo>
                    <a:pt x="226933" y="410572"/>
                  </a:lnTo>
                  <a:lnTo>
                    <a:pt x="227000" y="409697"/>
                  </a:lnTo>
                  <a:lnTo>
                    <a:pt x="223836" y="406333"/>
                  </a:lnTo>
                  <a:lnTo>
                    <a:pt x="220471" y="401354"/>
                  </a:lnTo>
                  <a:lnTo>
                    <a:pt x="220471" y="399605"/>
                  </a:lnTo>
                  <a:lnTo>
                    <a:pt x="224274" y="397755"/>
                  </a:lnTo>
                  <a:lnTo>
                    <a:pt x="226563" y="396342"/>
                  </a:lnTo>
                  <a:lnTo>
                    <a:pt x="228414" y="392440"/>
                  </a:lnTo>
                  <a:cubicBezTo>
                    <a:pt x="228414" y="392440"/>
                    <a:pt x="229188" y="388302"/>
                    <a:pt x="229188" y="387865"/>
                  </a:cubicBezTo>
                  <a:cubicBezTo>
                    <a:pt x="229188" y="387428"/>
                    <a:pt x="229726" y="385241"/>
                    <a:pt x="230365" y="383828"/>
                  </a:cubicBezTo>
                  <a:cubicBezTo>
                    <a:pt x="231005" y="382415"/>
                    <a:pt x="232452" y="380128"/>
                    <a:pt x="232452" y="380128"/>
                  </a:cubicBezTo>
                  <a:lnTo>
                    <a:pt x="231577" y="377403"/>
                  </a:lnTo>
                  <a:lnTo>
                    <a:pt x="229726" y="375788"/>
                  </a:lnTo>
                  <a:lnTo>
                    <a:pt x="227539" y="373299"/>
                  </a:lnTo>
                  <a:lnTo>
                    <a:pt x="226226" y="371348"/>
                  </a:lnTo>
                  <a:lnTo>
                    <a:pt x="228414" y="368421"/>
                  </a:lnTo>
                  <a:lnTo>
                    <a:pt x="226226" y="366134"/>
                  </a:lnTo>
                  <a:lnTo>
                    <a:pt x="221346" y="363947"/>
                  </a:lnTo>
                  <a:cubicBezTo>
                    <a:pt x="221346" y="363947"/>
                    <a:pt x="219058" y="363947"/>
                    <a:pt x="218721" y="363947"/>
                  </a:cubicBezTo>
                  <a:cubicBezTo>
                    <a:pt x="218384" y="363947"/>
                    <a:pt x="215255" y="362904"/>
                    <a:pt x="214178" y="362904"/>
                  </a:cubicBezTo>
                  <a:cubicBezTo>
                    <a:pt x="213101" y="362904"/>
                    <a:pt x="209836" y="361222"/>
                    <a:pt x="209836" y="361222"/>
                  </a:cubicBezTo>
                  <a:lnTo>
                    <a:pt x="207110" y="359271"/>
                  </a:lnTo>
                  <a:lnTo>
                    <a:pt x="205158" y="356883"/>
                  </a:lnTo>
                  <a:lnTo>
                    <a:pt x="201793" y="355806"/>
                  </a:lnTo>
                  <a:lnTo>
                    <a:pt x="198528" y="357455"/>
                  </a:lnTo>
                  <a:cubicBezTo>
                    <a:pt x="198528" y="357455"/>
                    <a:pt x="193413" y="357657"/>
                    <a:pt x="189408" y="357455"/>
                  </a:cubicBezTo>
                  <a:cubicBezTo>
                    <a:pt x="185369" y="357219"/>
                    <a:pt x="186783" y="356244"/>
                    <a:pt x="186480" y="355941"/>
                  </a:cubicBezTo>
                  <a:cubicBezTo>
                    <a:pt x="186143" y="355605"/>
                    <a:pt x="184865" y="352476"/>
                    <a:pt x="184865" y="352476"/>
                  </a:cubicBezTo>
                  <a:cubicBezTo>
                    <a:pt x="184865" y="352476"/>
                    <a:pt x="188028" y="349987"/>
                    <a:pt x="189206" y="349449"/>
                  </a:cubicBezTo>
                  <a:cubicBezTo>
                    <a:pt x="190417" y="348910"/>
                    <a:pt x="190519" y="348036"/>
                    <a:pt x="190821" y="347935"/>
                  </a:cubicBezTo>
                  <a:cubicBezTo>
                    <a:pt x="191158" y="347834"/>
                    <a:pt x="191696" y="344335"/>
                    <a:pt x="191696" y="343595"/>
                  </a:cubicBezTo>
                  <a:cubicBezTo>
                    <a:pt x="191696" y="342821"/>
                    <a:pt x="191158" y="339895"/>
                    <a:pt x="191158" y="339895"/>
                  </a:cubicBezTo>
                  <a:lnTo>
                    <a:pt x="189408" y="337406"/>
                  </a:lnTo>
                  <a:lnTo>
                    <a:pt x="187355" y="334243"/>
                  </a:lnTo>
                  <a:lnTo>
                    <a:pt x="184427" y="332057"/>
                  </a:lnTo>
                  <a:cubicBezTo>
                    <a:pt x="184427" y="332057"/>
                    <a:pt x="182374" y="330207"/>
                    <a:pt x="181701" y="330207"/>
                  </a:cubicBezTo>
                  <a:cubicBezTo>
                    <a:pt x="181028" y="330207"/>
                    <a:pt x="179312" y="327616"/>
                    <a:pt x="178975" y="326944"/>
                  </a:cubicBezTo>
                  <a:cubicBezTo>
                    <a:pt x="178638" y="326304"/>
                    <a:pt x="178975" y="323680"/>
                    <a:pt x="178975" y="323680"/>
                  </a:cubicBezTo>
                  <a:cubicBezTo>
                    <a:pt x="178975" y="323680"/>
                    <a:pt x="179951" y="322907"/>
                    <a:pt x="181028" y="322604"/>
                  </a:cubicBezTo>
                  <a:cubicBezTo>
                    <a:pt x="182105" y="322268"/>
                    <a:pt x="183754" y="322940"/>
                    <a:pt x="184494" y="322604"/>
                  </a:cubicBezTo>
                  <a:cubicBezTo>
                    <a:pt x="185268" y="322268"/>
                    <a:pt x="185033" y="320317"/>
                    <a:pt x="185369" y="320216"/>
                  </a:cubicBezTo>
                  <a:cubicBezTo>
                    <a:pt x="185706" y="320115"/>
                    <a:pt x="187456" y="318904"/>
                    <a:pt x="187456" y="318904"/>
                  </a:cubicBezTo>
                  <a:cubicBezTo>
                    <a:pt x="187456" y="318904"/>
                    <a:pt x="188432" y="316515"/>
                    <a:pt x="189206" y="316414"/>
                  </a:cubicBezTo>
                  <a:cubicBezTo>
                    <a:pt x="189980" y="316313"/>
                    <a:pt x="189206" y="314463"/>
                    <a:pt x="189206" y="314463"/>
                  </a:cubicBezTo>
                  <a:cubicBezTo>
                    <a:pt x="189206" y="314463"/>
                    <a:pt x="189206" y="312310"/>
                    <a:pt x="189206" y="311873"/>
                  </a:cubicBezTo>
                  <a:cubicBezTo>
                    <a:pt x="189206" y="311436"/>
                    <a:pt x="190619" y="308845"/>
                    <a:pt x="190619" y="308845"/>
                  </a:cubicBezTo>
                  <a:cubicBezTo>
                    <a:pt x="190619" y="308845"/>
                    <a:pt x="192370" y="306356"/>
                    <a:pt x="192571" y="306020"/>
                  </a:cubicBezTo>
                  <a:cubicBezTo>
                    <a:pt x="192773" y="305683"/>
                    <a:pt x="194322" y="303867"/>
                    <a:pt x="194322" y="303867"/>
                  </a:cubicBezTo>
                  <a:cubicBezTo>
                    <a:pt x="194322" y="303867"/>
                    <a:pt x="196071" y="304069"/>
                    <a:pt x="197586" y="303833"/>
                  </a:cubicBezTo>
                  <a:cubicBezTo>
                    <a:pt x="199100" y="303631"/>
                    <a:pt x="200211" y="303934"/>
                    <a:pt x="200649" y="303833"/>
                  </a:cubicBezTo>
                  <a:cubicBezTo>
                    <a:pt x="201086" y="303732"/>
                    <a:pt x="203913" y="303631"/>
                    <a:pt x="204115" y="303295"/>
                  </a:cubicBezTo>
                  <a:cubicBezTo>
                    <a:pt x="204317" y="302959"/>
                    <a:pt x="203577" y="300907"/>
                    <a:pt x="203577" y="300907"/>
                  </a:cubicBezTo>
                  <a:lnTo>
                    <a:pt x="202802" y="299595"/>
                  </a:lnTo>
                  <a:lnTo>
                    <a:pt x="203240" y="295793"/>
                  </a:lnTo>
                  <a:lnTo>
                    <a:pt x="205629" y="295154"/>
                  </a:lnTo>
                  <a:lnTo>
                    <a:pt x="205529" y="292429"/>
                  </a:lnTo>
                  <a:lnTo>
                    <a:pt x="204317" y="290680"/>
                  </a:lnTo>
                  <a:cubicBezTo>
                    <a:pt x="204317" y="290680"/>
                    <a:pt x="202264" y="289368"/>
                    <a:pt x="201052" y="289065"/>
                  </a:cubicBezTo>
                  <a:cubicBezTo>
                    <a:pt x="199841" y="288729"/>
                    <a:pt x="197687" y="287653"/>
                    <a:pt x="197687" y="287653"/>
                  </a:cubicBezTo>
                  <a:lnTo>
                    <a:pt x="195398" y="282876"/>
                  </a:lnTo>
                  <a:cubicBezTo>
                    <a:pt x="195398" y="282876"/>
                    <a:pt x="196475" y="280487"/>
                    <a:pt x="196711" y="280151"/>
                  </a:cubicBezTo>
                  <a:cubicBezTo>
                    <a:pt x="196913" y="279814"/>
                    <a:pt x="200312" y="278502"/>
                    <a:pt x="200312" y="278502"/>
                  </a:cubicBezTo>
                  <a:lnTo>
                    <a:pt x="203677" y="277964"/>
                  </a:lnTo>
                  <a:lnTo>
                    <a:pt x="204216" y="275374"/>
                  </a:lnTo>
                  <a:lnTo>
                    <a:pt x="204855" y="272750"/>
                  </a:lnTo>
                  <a:lnTo>
                    <a:pt x="204855" y="267536"/>
                  </a:lnTo>
                  <a:lnTo>
                    <a:pt x="204855" y="263028"/>
                  </a:lnTo>
                  <a:lnTo>
                    <a:pt x="206033" y="259833"/>
                  </a:lnTo>
                  <a:lnTo>
                    <a:pt x="208187" y="259664"/>
                  </a:lnTo>
                  <a:lnTo>
                    <a:pt x="210509" y="260169"/>
                  </a:lnTo>
                  <a:cubicBezTo>
                    <a:pt x="210509" y="260169"/>
                    <a:pt x="213437" y="261043"/>
                    <a:pt x="214413" y="260943"/>
                  </a:cubicBezTo>
                  <a:cubicBezTo>
                    <a:pt x="215389" y="260842"/>
                    <a:pt x="216264" y="259530"/>
                    <a:pt x="216332" y="259294"/>
                  </a:cubicBezTo>
                  <a:cubicBezTo>
                    <a:pt x="216399" y="259059"/>
                    <a:pt x="217139" y="257511"/>
                    <a:pt x="217139" y="257511"/>
                  </a:cubicBezTo>
                  <a:lnTo>
                    <a:pt x="221043" y="255762"/>
                  </a:lnTo>
                  <a:cubicBezTo>
                    <a:pt x="221043" y="255762"/>
                    <a:pt x="223668" y="256401"/>
                    <a:pt x="224308" y="256267"/>
                  </a:cubicBezTo>
                  <a:cubicBezTo>
                    <a:pt x="224981" y="256099"/>
                    <a:pt x="227808" y="260573"/>
                    <a:pt x="227808" y="260573"/>
                  </a:cubicBezTo>
                  <a:lnTo>
                    <a:pt x="228245" y="260236"/>
                  </a:lnTo>
                  <a:lnTo>
                    <a:pt x="231442" y="257579"/>
                  </a:lnTo>
                  <a:cubicBezTo>
                    <a:pt x="231442" y="257579"/>
                    <a:pt x="233294" y="258016"/>
                    <a:pt x="233933" y="258050"/>
                  </a:cubicBezTo>
                  <a:cubicBezTo>
                    <a:pt x="234572" y="258117"/>
                    <a:pt x="237265" y="261481"/>
                    <a:pt x="237265" y="261481"/>
                  </a:cubicBezTo>
                  <a:cubicBezTo>
                    <a:pt x="237265" y="261481"/>
                    <a:pt x="239553" y="260707"/>
                    <a:pt x="239688" y="260606"/>
                  </a:cubicBezTo>
                  <a:cubicBezTo>
                    <a:pt x="239856" y="260505"/>
                    <a:pt x="241875" y="258756"/>
                    <a:pt x="241875" y="258756"/>
                  </a:cubicBezTo>
                  <a:lnTo>
                    <a:pt x="244736" y="256570"/>
                  </a:lnTo>
                  <a:lnTo>
                    <a:pt x="248606" y="256199"/>
                  </a:lnTo>
                  <a:lnTo>
                    <a:pt x="254530" y="258386"/>
                  </a:lnTo>
                  <a:lnTo>
                    <a:pt x="258063" y="260505"/>
                  </a:lnTo>
                  <a:lnTo>
                    <a:pt x="260049" y="262457"/>
                  </a:lnTo>
                  <a:lnTo>
                    <a:pt x="265501" y="265383"/>
                  </a:lnTo>
                  <a:lnTo>
                    <a:pt x="265669" y="265383"/>
                  </a:lnTo>
                  <a:lnTo>
                    <a:pt x="265366" y="266729"/>
                  </a:lnTo>
                  <a:lnTo>
                    <a:pt x="266275" y="262658"/>
                  </a:lnTo>
                  <a:lnTo>
                    <a:pt x="268227" y="260270"/>
                  </a:lnTo>
                  <a:cubicBezTo>
                    <a:pt x="268227" y="260270"/>
                    <a:pt x="269809" y="259025"/>
                    <a:pt x="269977" y="258823"/>
                  </a:cubicBezTo>
                  <a:cubicBezTo>
                    <a:pt x="270112" y="258622"/>
                    <a:pt x="270179" y="257579"/>
                    <a:pt x="270179" y="257579"/>
                  </a:cubicBezTo>
                  <a:lnTo>
                    <a:pt x="269876" y="256334"/>
                  </a:lnTo>
                  <a:lnTo>
                    <a:pt x="268799" y="255392"/>
                  </a:lnTo>
                  <a:cubicBezTo>
                    <a:pt x="268799" y="255392"/>
                    <a:pt x="266544" y="253374"/>
                    <a:pt x="266275" y="253206"/>
                  </a:cubicBezTo>
                  <a:cubicBezTo>
                    <a:pt x="265972" y="253071"/>
                    <a:pt x="264693" y="252264"/>
                    <a:pt x="264087" y="251961"/>
                  </a:cubicBezTo>
                  <a:cubicBezTo>
                    <a:pt x="263515" y="251658"/>
                    <a:pt x="262337" y="251019"/>
                    <a:pt x="262337" y="251019"/>
                  </a:cubicBezTo>
                  <a:lnTo>
                    <a:pt x="261092" y="248630"/>
                  </a:lnTo>
                  <a:lnTo>
                    <a:pt x="261227" y="246747"/>
                  </a:lnTo>
                  <a:lnTo>
                    <a:pt x="262304" y="244863"/>
                  </a:lnTo>
                  <a:lnTo>
                    <a:pt x="263246" y="242475"/>
                  </a:lnTo>
                  <a:lnTo>
                    <a:pt x="263044" y="240591"/>
                  </a:lnTo>
                  <a:lnTo>
                    <a:pt x="259847" y="240591"/>
                  </a:lnTo>
                  <a:lnTo>
                    <a:pt x="258972" y="237395"/>
                  </a:lnTo>
                  <a:lnTo>
                    <a:pt x="261664" y="236016"/>
                  </a:lnTo>
                  <a:lnTo>
                    <a:pt x="263112" y="233324"/>
                  </a:lnTo>
                  <a:lnTo>
                    <a:pt x="262809" y="232080"/>
                  </a:lnTo>
                  <a:lnTo>
                    <a:pt x="260856" y="230701"/>
                  </a:lnTo>
                  <a:lnTo>
                    <a:pt x="261732" y="227505"/>
                  </a:lnTo>
                  <a:lnTo>
                    <a:pt x="264929" y="223434"/>
                  </a:lnTo>
                  <a:lnTo>
                    <a:pt x="269136" y="219095"/>
                  </a:lnTo>
                  <a:lnTo>
                    <a:pt x="270145" y="215462"/>
                  </a:lnTo>
                  <a:cubicBezTo>
                    <a:pt x="270145" y="215462"/>
                    <a:pt x="268698" y="213780"/>
                    <a:pt x="267823" y="212603"/>
                  </a:cubicBezTo>
                  <a:cubicBezTo>
                    <a:pt x="266948" y="211391"/>
                    <a:pt x="267823" y="210012"/>
                    <a:pt x="267823" y="209239"/>
                  </a:cubicBezTo>
                  <a:cubicBezTo>
                    <a:pt x="267823" y="208465"/>
                    <a:pt x="271862" y="204563"/>
                    <a:pt x="271862" y="204563"/>
                  </a:cubicBezTo>
                  <a:lnTo>
                    <a:pt x="274352" y="199247"/>
                  </a:lnTo>
                  <a:lnTo>
                    <a:pt x="276203" y="194471"/>
                  </a:lnTo>
                  <a:lnTo>
                    <a:pt x="280982" y="194033"/>
                  </a:lnTo>
                  <a:lnTo>
                    <a:pt x="282631" y="191847"/>
                  </a:lnTo>
                  <a:cubicBezTo>
                    <a:pt x="282631" y="191847"/>
                    <a:pt x="286872" y="189795"/>
                    <a:pt x="287646" y="189257"/>
                  </a:cubicBezTo>
                  <a:cubicBezTo>
                    <a:pt x="288420" y="188718"/>
                    <a:pt x="290237" y="187204"/>
                    <a:pt x="290574" y="186868"/>
                  </a:cubicBezTo>
                  <a:cubicBezTo>
                    <a:pt x="290910" y="186532"/>
                    <a:pt x="294040" y="186431"/>
                    <a:pt x="294612" y="186094"/>
                  </a:cubicBezTo>
                  <a:cubicBezTo>
                    <a:pt x="295151" y="185758"/>
                    <a:pt x="296901" y="184681"/>
                    <a:pt x="296901" y="184681"/>
                  </a:cubicBezTo>
                  <a:cubicBezTo>
                    <a:pt x="296901" y="184681"/>
                    <a:pt x="297439" y="182831"/>
                    <a:pt x="297877" y="182394"/>
                  </a:cubicBezTo>
                  <a:cubicBezTo>
                    <a:pt x="298314" y="181957"/>
                    <a:pt x="297877" y="180308"/>
                    <a:pt x="297877" y="180006"/>
                  </a:cubicBezTo>
                  <a:cubicBezTo>
                    <a:pt x="297877" y="179669"/>
                    <a:pt x="298853" y="176103"/>
                    <a:pt x="298853" y="176103"/>
                  </a:cubicBezTo>
                  <a:lnTo>
                    <a:pt x="302992" y="175027"/>
                  </a:lnTo>
                  <a:lnTo>
                    <a:pt x="296867" y="174489"/>
                  </a:lnTo>
                  <a:cubicBezTo>
                    <a:pt x="296867" y="174489"/>
                    <a:pt x="293401" y="174859"/>
                    <a:pt x="292458" y="174859"/>
                  </a:cubicBezTo>
                  <a:cubicBezTo>
                    <a:pt x="291516" y="174859"/>
                    <a:pt x="288554" y="173110"/>
                    <a:pt x="288117" y="172605"/>
                  </a:cubicBezTo>
                  <a:cubicBezTo>
                    <a:pt x="287679" y="172100"/>
                    <a:pt x="286165" y="169342"/>
                    <a:pt x="286165" y="169342"/>
                  </a:cubicBezTo>
                  <a:lnTo>
                    <a:pt x="285155" y="165137"/>
                  </a:lnTo>
                  <a:lnTo>
                    <a:pt x="281016" y="160293"/>
                  </a:lnTo>
                  <a:lnTo>
                    <a:pt x="277886" y="153834"/>
                  </a:lnTo>
                  <a:lnTo>
                    <a:pt x="275261" y="151008"/>
                  </a:lnTo>
                  <a:cubicBezTo>
                    <a:pt x="275261" y="151008"/>
                    <a:pt x="270684" y="145794"/>
                    <a:pt x="270549" y="145357"/>
                  </a:cubicBezTo>
                  <a:cubicBezTo>
                    <a:pt x="270414" y="144920"/>
                    <a:pt x="268664" y="144112"/>
                    <a:pt x="268664" y="144112"/>
                  </a:cubicBezTo>
                  <a:lnTo>
                    <a:pt x="262640" y="142228"/>
                  </a:lnTo>
                  <a:lnTo>
                    <a:pt x="259578" y="141421"/>
                  </a:lnTo>
                  <a:cubicBezTo>
                    <a:pt x="259578" y="141421"/>
                    <a:pt x="256986" y="141421"/>
                    <a:pt x="256549" y="141421"/>
                  </a:cubicBezTo>
                  <a:cubicBezTo>
                    <a:pt x="256111" y="141421"/>
                    <a:pt x="253453" y="143641"/>
                    <a:pt x="253217" y="143708"/>
                  </a:cubicBezTo>
                  <a:cubicBezTo>
                    <a:pt x="253015" y="143776"/>
                    <a:pt x="247563" y="145996"/>
                    <a:pt x="247563" y="145996"/>
                  </a:cubicBezTo>
                  <a:cubicBezTo>
                    <a:pt x="247563" y="145996"/>
                    <a:pt x="244366" y="146635"/>
                    <a:pt x="244164" y="146702"/>
                  </a:cubicBezTo>
                  <a:cubicBezTo>
                    <a:pt x="243962" y="146770"/>
                    <a:pt x="239015" y="146568"/>
                    <a:pt x="238140" y="146702"/>
                  </a:cubicBezTo>
                  <a:cubicBezTo>
                    <a:pt x="237265" y="146837"/>
                    <a:pt x="234068" y="145256"/>
                    <a:pt x="234068" y="145256"/>
                  </a:cubicBezTo>
                  <a:lnTo>
                    <a:pt x="225149" y="139100"/>
                  </a:lnTo>
                  <a:lnTo>
                    <a:pt x="219798" y="136409"/>
                  </a:lnTo>
                  <a:lnTo>
                    <a:pt x="215221" y="133381"/>
                  </a:lnTo>
                  <a:lnTo>
                    <a:pt x="212832" y="131867"/>
                  </a:lnTo>
                  <a:lnTo>
                    <a:pt x="208692" y="129042"/>
                  </a:lnTo>
                  <a:lnTo>
                    <a:pt x="203475" y="124029"/>
                  </a:lnTo>
                  <a:lnTo>
                    <a:pt x="202399" y="122515"/>
                  </a:lnTo>
                  <a:lnTo>
                    <a:pt x="202634" y="119051"/>
                  </a:lnTo>
                  <a:lnTo>
                    <a:pt x="203947" y="114476"/>
                  </a:lnTo>
                  <a:lnTo>
                    <a:pt x="202870" y="111852"/>
                  </a:lnTo>
                  <a:cubicBezTo>
                    <a:pt x="202870" y="111852"/>
                    <a:pt x="201355" y="107512"/>
                    <a:pt x="202230" y="108151"/>
                  </a:cubicBezTo>
                  <a:cubicBezTo>
                    <a:pt x="203105" y="108757"/>
                    <a:pt x="203105" y="105797"/>
                    <a:pt x="203980" y="104922"/>
                  </a:cubicBezTo>
                  <a:cubicBezTo>
                    <a:pt x="204855" y="104047"/>
                    <a:pt x="205293" y="104047"/>
                    <a:pt x="205495" y="103408"/>
                  </a:cubicBezTo>
                  <a:cubicBezTo>
                    <a:pt x="205697" y="102769"/>
                    <a:pt x="206572" y="100582"/>
                    <a:pt x="206572" y="100582"/>
                  </a:cubicBezTo>
                  <a:lnTo>
                    <a:pt x="206572" y="99069"/>
                  </a:lnTo>
                  <a:lnTo>
                    <a:pt x="203846" y="95368"/>
                  </a:lnTo>
                  <a:lnTo>
                    <a:pt x="203072" y="93619"/>
                  </a:lnTo>
                  <a:lnTo>
                    <a:pt x="203072" y="89919"/>
                  </a:lnTo>
                  <a:lnTo>
                    <a:pt x="205798" y="86858"/>
                  </a:lnTo>
                  <a:lnTo>
                    <a:pt x="206336" y="84906"/>
                  </a:lnTo>
                  <a:lnTo>
                    <a:pt x="206774" y="81879"/>
                  </a:lnTo>
                  <a:lnTo>
                    <a:pt x="207851" y="79289"/>
                  </a:lnTo>
                  <a:lnTo>
                    <a:pt x="208490" y="76463"/>
                  </a:lnTo>
                  <a:lnTo>
                    <a:pt x="211519" y="72763"/>
                  </a:lnTo>
                  <a:lnTo>
                    <a:pt x="213269" y="68860"/>
                  </a:lnTo>
                  <a:lnTo>
                    <a:pt x="215894" y="63209"/>
                  </a:lnTo>
                  <a:lnTo>
                    <a:pt x="220303" y="61762"/>
                  </a:lnTo>
                  <a:cubicBezTo>
                    <a:pt x="220303" y="61762"/>
                    <a:pt x="222625" y="57120"/>
                    <a:pt x="222760" y="56683"/>
                  </a:cubicBezTo>
                  <a:cubicBezTo>
                    <a:pt x="222894" y="56245"/>
                    <a:pt x="226529" y="55236"/>
                    <a:pt x="226529" y="55236"/>
                  </a:cubicBezTo>
                  <a:lnTo>
                    <a:pt x="231880" y="53050"/>
                  </a:lnTo>
                  <a:cubicBezTo>
                    <a:pt x="231880" y="53050"/>
                    <a:pt x="234337" y="53184"/>
                    <a:pt x="234909" y="53487"/>
                  </a:cubicBezTo>
                  <a:cubicBezTo>
                    <a:pt x="235481" y="53790"/>
                    <a:pt x="238678" y="53790"/>
                    <a:pt x="238678" y="53790"/>
                  </a:cubicBezTo>
                  <a:cubicBezTo>
                    <a:pt x="238678" y="53790"/>
                    <a:pt x="239856" y="54093"/>
                    <a:pt x="240428" y="54227"/>
                  </a:cubicBezTo>
                  <a:cubicBezTo>
                    <a:pt x="241000" y="54362"/>
                    <a:pt x="241606" y="54664"/>
                    <a:pt x="242751" y="54664"/>
                  </a:cubicBezTo>
                  <a:cubicBezTo>
                    <a:pt x="243895" y="54664"/>
                    <a:pt x="244063" y="53655"/>
                    <a:pt x="244063" y="53655"/>
                  </a:cubicBezTo>
                  <a:cubicBezTo>
                    <a:pt x="244063" y="53655"/>
                    <a:pt x="244500" y="50897"/>
                    <a:pt x="244635" y="49316"/>
                  </a:cubicBezTo>
                  <a:cubicBezTo>
                    <a:pt x="244770" y="47735"/>
                    <a:pt x="244635" y="46288"/>
                    <a:pt x="244635" y="46288"/>
                  </a:cubicBezTo>
                  <a:lnTo>
                    <a:pt x="243625" y="42958"/>
                  </a:lnTo>
                  <a:lnTo>
                    <a:pt x="242481" y="39325"/>
                  </a:lnTo>
                  <a:lnTo>
                    <a:pt x="239722" y="36566"/>
                  </a:lnTo>
                  <a:cubicBezTo>
                    <a:pt x="239722" y="36566"/>
                    <a:pt x="237265" y="36129"/>
                    <a:pt x="236390" y="36566"/>
                  </a:cubicBezTo>
                  <a:cubicBezTo>
                    <a:pt x="235515" y="37004"/>
                    <a:pt x="234774" y="36701"/>
                    <a:pt x="234774" y="36701"/>
                  </a:cubicBezTo>
                  <a:lnTo>
                    <a:pt x="232587" y="38013"/>
                  </a:lnTo>
                  <a:lnTo>
                    <a:pt x="232587" y="30612"/>
                  </a:lnTo>
                  <a:cubicBezTo>
                    <a:pt x="232587" y="30612"/>
                    <a:pt x="231947" y="27585"/>
                    <a:pt x="231510" y="26979"/>
                  </a:cubicBezTo>
                  <a:cubicBezTo>
                    <a:pt x="231072" y="26407"/>
                    <a:pt x="231745" y="22337"/>
                    <a:pt x="231745" y="22337"/>
                  </a:cubicBezTo>
                  <a:lnTo>
                    <a:pt x="230635" y="17694"/>
                  </a:lnTo>
                  <a:lnTo>
                    <a:pt x="228851" y="14936"/>
                  </a:lnTo>
                  <a:lnTo>
                    <a:pt x="230467" y="11034"/>
                  </a:lnTo>
                  <a:cubicBezTo>
                    <a:pt x="230467" y="11034"/>
                    <a:pt x="230870" y="8141"/>
                    <a:pt x="230433" y="7569"/>
                  </a:cubicBezTo>
                  <a:cubicBezTo>
                    <a:pt x="229995" y="6997"/>
                    <a:pt x="230567" y="4373"/>
                    <a:pt x="230433" y="3936"/>
                  </a:cubicBezTo>
                  <a:cubicBezTo>
                    <a:pt x="230298" y="3498"/>
                    <a:pt x="229726" y="740"/>
                    <a:pt x="229726" y="740"/>
                  </a:cubicBezTo>
                  <a:lnTo>
                    <a:pt x="225654" y="0"/>
                  </a:lnTo>
                  <a:cubicBezTo>
                    <a:pt x="225654" y="0"/>
                    <a:pt x="223466" y="2456"/>
                    <a:pt x="222187" y="3465"/>
                  </a:cubicBezTo>
                  <a:cubicBezTo>
                    <a:pt x="220875" y="4474"/>
                    <a:pt x="216096" y="4037"/>
                    <a:pt x="216096" y="4037"/>
                  </a:cubicBezTo>
                  <a:lnTo>
                    <a:pt x="211014" y="4037"/>
                  </a:lnTo>
                  <a:cubicBezTo>
                    <a:pt x="211014" y="4037"/>
                    <a:pt x="209129" y="4609"/>
                    <a:pt x="208692" y="4911"/>
                  </a:cubicBezTo>
                  <a:cubicBezTo>
                    <a:pt x="208255" y="5214"/>
                    <a:pt x="206942" y="5921"/>
                    <a:pt x="205495" y="6930"/>
                  </a:cubicBezTo>
                  <a:cubicBezTo>
                    <a:pt x="204048" y="7939"/>
                    <a:pt x="203038" y="8376"/>
                    <a:pt x="201860" y="8242"/>
                  </a:cubicBezTo>
                  <a:cubicBezTo>
                    <a:pt x="200716" y="8107"/>
                    <a:pt x="199100" y="9554"/>
                    <a:pt x="196946" y="9554"/>
                  </a:cubicBezTo>
                  <a:cubicBezTo>
                    <a:pt x="194793" y="9554"/>
                    <a:pt x="194490" y="9688"/>
                    <a:pt x="193615" y="9554"/>
                  </a:cubicBezTo>
                  <a:cubicBezTo>
                    <a:pt x="192740" y="9419"/>
                    <a:pt x="191158" y="8242"/>
                    <a:pt x="190552" y="8242"/>
                  </a:cubicBezTo>
                  <a:cubicBezTo>
                    <a:pt x="189980" y="8242"/>
                    <a:pt x="187793" y="11707"/>
                    <a:pt x="187793" y="11707"/>
                  </a:cubicBezTo>
                  <a:lnTo>
                    <a:pt x="184461" y="16618"/>
                  </a:lnTo>
                  <a:cubicBezTo>
                    <a:pt x="184461" y="16618"/>
                    <a:pt x="183754" y="19208"/>
                    <a:pt x="183754" y="19814"/>
                  </a:cubicBezTo>
                  <a:cubicBezTo>
                    <a:pt x="183754" y="20386"/>
                    <a:pt x="183014" y="25768"/>
                    <a:pt x="183014" y="25768"/>
                  </a:cubicBezTo>
                  <a:lnTo>
                    <a:pt x="180691" y="27786"/>
                  </a:lnTo>
                  <a:lnTo>
                    <a:pt x="176787" y="30108"/>
                  </a:lnTo>
                  <a:cubicBezTo>
                    <a:pt x="176787" y="30108"/>
                    <a:pt x="173321" y="32294"/>
                    <a:pt x="172715" y="32731"/>
                  </a:cubicBezTo>
                  <a:cubicBezTo>
                    <a:pt x="172143" y="33169"/>
                    <a:pt x="169956" y="35052"/>
                    <a:pt x="169249" y="35490"/>
                  </a:cubicBezTo>
                  <a:cubicBezTo>
                    <a:pt x="168509" y="35927"/>
                    <a:pt x="167364" y="37374"/>
                    <a:pt x="167364" y="37945"/>
                  </a:cubicBezTo>
                  <a:cubicBezTo>
                    <a:pt x="167364" y="38517"/>
                    <a:pt x="165177" y="42285"/>
                    <a:pt x="165042" y="42722"/>
                  </a:cubicBezTo>
                  <a:cubicBezTo>
                    <a:pt x="164907" y="43160"/>
                    <a:pt x="162720" y="45918"/>
                    <a:pt x="162720" y="45918"/>
                  </a:cubicBezTo>
                  <a:cubicBezTo>
                    <a:pt x="162720" y="45918"/>
                    <a:pt x="159388" y="49383"/>
                    <a:pt x="158244" y="50695"/>
                  </a:cubicBezTo>
                  <a:cubicBezTo>
                    <a:pt x="157100" y="52007"/>
                    <a:pt x="153162" y="55472"/>
                    <a:pt x="153027" y="56044"/>
                  </a:cubicBezTo>
                  <a:cubicBezTo>
                    <a:pt x="152893" y="56616"/>
                    <a:pt x="149830" y="64453"/>
                    <a:pt x="149830" y="65025"/>
                  </a:cubicBezTo>
                  <a:cubicBezTo>
                    <a:pt x="149830" y="65597"/>
                    <a:pt x="147205" y="74445"/>
                    <a:pt x="147070" y="74882"/>
                  </a:cubicBezTo>
                  <a:cubicBezTo>
                    <a:pt x="146936" y="75319"/>
                    <a:pt x="143604" y="79659"/>
                    <a:pt x="143167" y="80096"/>
                  </a:cubicBezTo>
                  <a:cubicBezTo>
                    <a:pt x="142729" y="80533"/>
                    <a:pt x="142157" y="93552"/>
                    <a:pt x="142157" y="93552"/>
                  </a:cubicBezTo>
                  <a:cubicBezTo>
                    <a:pt x="142157" y="93552"/>
                    <a:pt x="142157" y="97891"/>
                    <a:pt x="142157" y="99338"/>
                  </a:cubicBezTo>
                  <a:cubicBezTo>
                    <a:pt x="142157" y="100784"/>
                    <a:pt x="144849" y="102668"/>
                    <a:pt x="145287" y="102971"/>
                  </a:cubicBezTo>
                  <a:cubicBezTo>
                    <a:pt x="145724" y="103274"/>
                    <a:pt x="145792" y="105864"/>
                    <a:pt x="145926" y="107176"/>
                  </a:cubicBezTo>
                  <a:cubicBezTo>
                    <a:pt x="146061" y="108488"/>
                    <a:pt x="144479" y="110943"/>
                    <a:pt x="144479" y="110943"/>
                  </a:cubicBezTo>
                  <a:lnTo>
                    <a:pt x="143739" y="116730"/>
                  </a:lnTo>
                  <a:lnTo>
                    <a:pt x="144479" y="120766"/>
                  </a:lnTo>
                  <a:cubicBezTo>
                    <a:pt x="144479" y="120766"/>
                    <a:pt x="140138" y="124231"/>
                    <a:pt x="139565" y="125106"/>
                  </a:cubicBezTo>
                  <a:cubicBezTo>
                    <a:pt x="138993" y="125980"/>
                    <a:pt x="136099" y="127730"/>
                    <a:pt x="136099" y="127730"/>
                  </a:cubicBezTo>
                  <a:cubicBezTo>
                    <a:pt x="136099" y="127730"/>
                    <a:pt x="133205" y="133247"/>
                    <a:pt x="133205" y="134088"/>
                  </a:cubicBezTo>
                  <a:cubicBezTo>
                    <a:pt x="133205" y="134962"/>
                    <a:pt x="133508" y="138999"/>
                    <a:pt x="133508" y="138999"/>
                  </a:cubicBezTo>
                  <a:lnTo>
                    <a:pt x="134955" y="144213"/>
                  </a:lnTo>
                  <a:lnTo>
                    <a:pt x="139296" y="149999"/>
                  </a:lnTo>
                  <a:cubicBezTo>
                    <a:pt x="139296" y="149999"/>
                    <a:pt x="141921" y="156088"/>
                    <a:pt x="142763" y="157232"/>
                  </a:cubicBezTo>
                  <a:cubicBezTo>
                    <a:pt x="143638" y="158375"/>
                    <a:pt x="143065" y="165339"/>
                    <a:pt x="142763" y="166516"/>
                  </a:cubicBezTo>
                  <a:cubicBezTo>
                    <a:pt x="142460" y="167660"/>
                    <a:pt x="138690" y="171158"/>
                    <a:pt x="138690" y="171158"/>
                  </a:cubicBezTo>
                  <a:lnTo>
                    <a:pt x="127113" y="177516"/>
                  </a:lnTo>
                  <a:cubicBezTo>
                    <a:pt x="127113" y="177516"/>
                    <a:pt x="122334" y="177685"/>
                    <a:pt x="122099" y="177550"/>
                  </a:cubicBezTo>
                  <a:cubicBezTo>
                    <a:pt x="121897" y="177415"/>
                    <a:pt x="119339" y="177853"/>
                    <a:pt x="117757" y="178122"/>
                  </a:cubicBezTo>
                  <a:cubicBezTo>
                    <a:pt x="116175" y="178425"/>
                    <a:pt x="115873" y="180578"/>
                    <a:pt x="115805" y="180880"/>
                  </a:cubicBezTo>
                  <a:cubicBezTo>
                    <a:pt x="115738" y="181183"/>
                    <a:pt x="117690" y="183202"/>
                    <a:pt x="117892" y="183403"/>
                  </a:cubicBezTo>
                  <a:cubicBezTo>
                    <a:pt x="118094" y="183605"/>
                    <a:pt x="122671" y="184043"/>
                    <a:pt x="123176" y="184143"/>
                  </a:cubicBezTo>
                  <a:cubicBezTo>
                    <a:pt x="123681" y="184211"/>
                    <a:pt x="121358" y="187844"/>
                    <a:pt x="120921" y="187911"/>
                  </a:cubicBezTo>
                  <a:cubicBezTo>
                    <a:pt x="120483" y="187978"/>
                    <a:pt x="116344" y="188550"/>
                    <a:pt x="116344" y="188550"/>
                  </a:cubicBezTo>
                  <a:cubicBezTo>
                    <a:pt x="116344" y="188550"/>
                    <a:pt x="115200" y="186734"/>
                    <a:pt x="108872" y="186532"/>
                  </a:cubicBezTo>
                  <a:cubicBezTo>
                    <a:pt x="102579" y="186296"/>
                    <a:pt x="104733" y="186532"/>
                    <a:pt x="104733" y="186532"/>
                  </a:cubicBezTo>
                  <a:lnTo>
                    <a:pt x="102983" y="186532"/>
                  </a:lnTo>
                  <a:lnTo>
                    <a:pt x="93190" y="186532"/>
                  </a:lnTo>
                  <a:lnTo>
                    <a:pt x="88175" y="187844"/>
                  </a:lnTo>
                  <a:lnTo>
                    <a:pt x="81007" y="192621"/>
                  </a:lnTo>
                  <a:cubicBezTo>
                    <a:pt x="81007" y="192621"/>
                    <a:pt x="72526" y="195446"/>
                    <a:pt x="71651" y="195446"/>
                  </a:cubicBezTo>
                  <a:cubicBezTo>
                    <a:pt x="70775" y="195446"/>
                    <a:pt x="67309" y="198070"/>
                    <a:pt x="67309" y="198070"/>
                  </a:cubicBezTo>
                  <a:lnTo>
                    <a:pt x="57078" y="200660"/>
                  </a:lnTo>
                  <a:cubicBezTo>
                    <a:pt x="57078" y="200660"/>
                    <a:pt x="54049" y="202410"/>
                    <a:pt x="52064" y="202847"/>
                  </a:cubicBezTo>
                  <a:cubicBezTo>
                    <a:pt x="50112" y="203284"/>
                    <a:pt x="41833" y="203049"/>
                    <a:pt x="40991" y="203049"/>
                  </a:cubicBezTo>
                  <a:cubicBezTo>
                    <a:pt x="40116" y="203049"/>
                    <a:pt x="30996" y="200660"/>
                    <a:pt x="30996" y="200660"/>
                  </a:cubicBezTo>
                  <a:lnTo>
                    <a:pt x="28371" y="203486"/>
                  </a:lnTo>
                  <a:lnTo>
                    <a:pt x="19250" y="205875"/>
                  </a:lnTo>
                  <a:lnTo>
                    <a:pt x="10769" y="209138"/>
                  </a:lnTo>
                  <a:cubicBezTo>
                    <a:pt x="10769" y="209138"/>
                    <a:pt x="8817" y="209138"/>
                    <a:pt x="7942" y="209138"/>
                  </a:cubicBezTo>
                  <a:cubicBezTo>
                    <a:pt x="7067" y="209138"/>
                    <a:pt x="4442" y="211896"/>
                    <a:pt x="4442" y="211896"/>
                  </a:cubicBezTo>
                  <a:lnTo>
                    <a:pt x="707" y="213343"/>
                  </a:lnTo>
                  <a:lnTo>
                    <a:pt x="0" y="214890"/>
                  </a:lnTo>
                  <a:cubicBezTo>
                    <a:pt x="808" y="215327"/>
                    <a:pt x="2457" y="216202"/>
                    <a:pt x="3264" y="216538"/>
                  </a:cubicBezTo>
                  <a:cubicBezTo>
                    <a:pt x="4341" y="216976"/>
                    <a:pt x="6428" y="216673"/>
                    <a:pt x="7303" y="216538"/>
                  </a:cubicBezTo>
                  <a:cubicBezTo>
                    <a:pt x="8178" y="216437"/>
                    <a:pt x="12082" y="217312"/>
                    <a:pt x="13495" y="217850"/>
                  </a:cubicBezTo>
                  <a:cubicBezTo>
                    <a:pt x="14909" y="218388"/>
                    <a:pt x="18813" y="217749"/>
                    <a:pt x="19250" y="217850"/>
                  </a:cubicBezTo>
                  <a:cubicBezTo>
                    <a:pt x="19688" y="217951"/>
                    <a:pt x="26419" y="217850"/>
                    <a:pt x="26419" y="217850"/>
                  </a:cubicBezTo>
                  <a:lnTo>
                    <a:pt x="31635" y="217850"/>
                  </a:lnTo>
                  <a:lnTo>
                    <a:pt x="38602" y="217850"/>
                  </a:lnTo>
                  <a:lnTo>
                    <a:pt x="42068" y="217850"/>
                  </a:lnTo>
                  <a:cubicBezTo>
                    <a:pt x="42068" y="217850"/>
                    <a:pt x="43280" y="217850"/>
                    <a:pt x="44256" y="217850"/>
                  </a:cubicBezTo>
                  <a:cubicBezTo>
                    <a:pt x="45232" y="217850"/>
                    <a:pt x="45770" y="218725"/>
                    <a:pt x="45770" y="218725"/>
                  </a:cubicBezTo>
                  <a:lnTo>
                    <a:pt x="46410" y="220474"/>
                  </a:lnTo>
                  <a:cubicBezTo>
                    <a:pt x="46410" y="220474"/>
                    <a:pt x="46410" y="222863"/>
                    <a:pt x="46410" y="223300"/>
                  </a:cubicBezTo>
                  <a:cubicBezTo>
                    <a:pt x="46410" y="223737"/>
                    <a:pt x="45905" y="224948"/>
                    <a:pt x="45905" y="225251"/>
                  </a:cubicBezTo>
                  <a:cubicBezTo>
                    <a:pt x="45905" y="225587"/>
                    <a:pt x="44861" y="226563"/>
                    <a:pt x="44861" y="226563"/>
                  </a:cubicBezTo>
                  <a:lnTo>
                    <a:pt x="42035" y="227875"/>
                  </a:lnTo>
                  <a:lnTo>
                    <a:pt x="40284" y="228850"/>
                  </a:lnTo>
                  <a:lnTo>
                    <a:pt x="38534" y="230028"/>
                  </a:lnTo>
                  <a:lnTo>
                    <a:pt x="35068" y="230028"/>
                  </a:lnTo>
                  <a:lnTo>
                    <a:pt x="31366" y="230028"/>
                  </a:lnTo>
                  <a:lnTo>
                    <a:pt x="29852" y="231104"/>
                  </a:lnTo>
                  <a:lnTo>
                    <a:pt x="27260" y="232618"/>
                  </a:lnTo>
                  <a:lnTo>
                    <a:pt x="27260" y="234132"/>
                  </a:lnTo>
                  <a:lnTo>
                    <a:pt x="27799" y="235982"/>
                  </a:lnTo>
                  <a:lnTo>
                    <a:pt x="29751" y="238707"/>
                  </a:lnTo>
                  <a:lnTo>
                    <a:pt x="33924" y="239682"/>
                  </a:lnTo>
                  <a:cubicBezTo>
                    <a:pt x="33924" y="239682"/>
                    <a:pt x="35304" y="239783"/>
                    <a:pt x="35606" y="239716"/>
                  </a:cubicBezTo>
                  <a:cubicBezTo>
                    <a:pt x="35876" y="239649"/>
                    <a:pt x="37188" y="239716"/>
                    <a:pt x="37188" y="239716"/>
                  </a:cubicBezTo>
                  <a:lnTo>
                    <a:pt x="40318" y="240422"/>
                  </a:lnTo>
                  <a:lnTo>
                    <a:pt x="43650" y="240422"/>
                  </a:lnTo>
                  <a:lnTo>
                    <a:pt x="46612" y="240490"/>
                  </a:lnTo>
                  <a:lnTo>
                    <a:pt x="48126" y="241297"/>
                  </a:lnTo>
                  <a:lnTo>
                    <a:pt x="48126" y="244123"/>
                  </a:lnTo>
                  <a:lnTo>
                    <a:pt x="48833" y="248025"/>
                  </a:lnTo>
                  <a:cubicBezTo>
                    <a:pt x="48833" y="248025"/>
                    <a:pt x="49068" y="250649"/>
                    <a:pt x="49169" y="250918"/>
                  </a:cubicBezTo>
                  <a:cubicBezTo>
                    <a:pt x="49237" y="251221"/>
                    <a:pt x="50751" y="252869"/>
                    <a:pt x="51559" y="253609"/>
                  </a:cubicBezTo>
                  <a:cubicBezTo>
                    <a:pt x="52367" y="254349"/>
                    <a:pt x="54016" y="255594"/>
                    <a:pt x="54016" y="255594"/>
                  </a:cubicBezTo>
                  <a:cubicBezTo>
                    <a:pt x="54016" y="255594"/>
                    <a:pt x="54453" y="256940"/>
                    <a:pt x="54453" y="257242"/>
                  </a:cubicBezTo>
                  <a:cubicBezTo>
                    <a:pt x="54453" y="257545"/>
                    <a:pt x="54016" y="258554"/>
                    <a:pt x="54016" y="258554"/>
                  </a:cubicBezTo>
                  <a:lnTo>
                    <a:pt x="55968" y="260640"/>
                  </a:lnTo>
                  <a:lnTo>
                    <a:pt x="57717" y="261514"/>
                  </a:lnTo>
                  <a:lnTo>
                    <a:pt x="63136" y="261750"/>
                  </a:lnTo>
                  <a:lnTo>
                    <a:pt x="65761" y="262725"/>
                  </a:lnTo>
                  <a:lnTo>
                    <a:pt x="67713" y="264677"/>
                  </a:lnTo>
                  <a:lnTo>
                    <a:pt x="70001" y="267401"/>
                  </a:lnTo>
                  <a:lnTo>
                    <a:pt x="71314" y="269689"/>
                  </a:lnTo>
                  <a:lnTo>
                    <a:pt x="73064" y="272952"/>
                  </a:lnTo>
                  <a:lnTo>
                    <a:pt x="74242" y="276753"/>
                  </a:lnTo>
                  <a:lnTo>
                    <a:pt x="75352" y="278402"/>
                  </a:lnTo>
                  <a:close/>
                </a:path>
              </a:pathLst>
            </a:custGeom>
            <a:grpFill/>
            <a:ln w="6350" cap="flat">
              <a:solidFill>
                <a:schemeClr val="bg1"/>
              </a:solidFill>
              <a:prstDash val="solid"/>
              <a:miter/>
            </a:ln>
          </p:spPr>
          <p:txBody>
            <a:bodyPr rtlCol="0" anchor="ctr"/>
            <a:lstStyle/>
            <a:p>
              <a:endParaRPr lang="en-US"/>
            </a:p>
          </p:txBody>
        </p:sp>
        <p:sp>
          <p:nvSpPr>
            <p:cNvPr id="190" name="Freeform 907">
              <a:extLst>
                <a:ext uri="{FF2B5EF4-FFF2-40B4-BE49-F238E27FC236}">
                  <a16:creationId xmlns:a16="http://schemas.microsoft.com/office/drawing/2014/main" id="{95B3635B-987E-2019-E151-503BF94D28FE}"/>
                </a:ext>
              </a:extLst>
            </p:cNvPr>
            <p:cNvSpPr/>
            <p:nvPr/>
          </p:nvSpPr>
          <p:spPr>
            <a:xfrm>
              <a:off x="6965407" y="2330299"/>
              <a:ext cx="721805" cy="631318"/>
            </a:xfrm>
            <a:custGeom>
              <a:avLst/>
              <a:gdLst>
                <a:gd name="connsiteX0" fmla="*/ 1385526 w 1385794"/>
                <a:gd name="connsiteY0" fmla="*/ 829621 h 1212067"/>
                <a:gd name="connsiteX1" fmla="*/ 1384752 w 1385794"/>
                <a:gd name="connsiteY1" fmla="*/ 827569 h 1212067"/>
                <a:gd name="connsiteX2" fmla="*/ 1382362 w 1385794"/>
                <a:gd name="connsiteY2" fmla="*/ 824306 h 1212067"/>
                <a:gd name="connsiteX3" fmla="*/ 1382463 w 1385794"/>
                <a:gd name="connsiteY3" fmla="*/ 820841 h 1212067"/>
                <a:gd name="connsiteX4" fmla="*/ 1382261 w 1385794"/>
                <a:gd name="connsiteY4" fmla="*/ 817241 h 1212067"/>
                <a:gd name="connsiteX5" fmla="*/ 1380915 w 1385794"/>
                <a:gd name="connsiteY5" fmla="*/ 810749 h 1212067"/>
                <a:gd name="connsiteX6" fmla="*/ 1379400 w 1385794"/>
                <a:gd name="connsiteY6" fmla="*/ 809100 h 1212067"/>
                <a:gd name="connsiteX7" fmla="*/ 1377819 w 1385794"/>
                <a:gd name="connsiteY7" fmla="*/ 806914 h 1212067"/>
                <a:gd name="connsiteX8" fmla="*/ 1378189 w 1385794"/>
                <a:gd name="connsiteY8" fmla="*/ 804727 h 1212067"/>
                <a:gd name="connsiteX9" fmla="*/ 1378828 w 1385794"/>
                <a:gd name="connsiteY9" fmla="*/ 803281 h 1212067"/>
                <a:gd name="connsiteX10" fmla="*/ 1380208 w 1385794"/>
                <a:gd name="connsiteY10" fmla="*/ 801633 h 1212067"/>
                <a:gd name="connsiteX11" fmla="*/ 1382093 w 1385794"/>
                <a:gd name="connsiteY11" fmla="*/ 800993 h 1212067"/>
                <a:gd name="connsiteX12" fmla="*/ 1383405 w 1385794"/>
                <a:gd name="connsiteY12" fmla="*/ 799177 h 1212067"/>
                <a:gd name="connsiteX13" fmla="*/ 1383978 w 1385794"/>
                <a:gd name="connsiteY13" fmla="*/ 797730 h 1212067"/>
                <a:gd name="connsiteX14" fmla="*/ 1384112 w 1385794"/>
                <a:gd name="connsiteY14" fmla="*/ 795846 h 1212067"/>
                <a:gd name="connsiteX15" fmla="*/ 1384112 w 1385794"/>
                <a:gd name="connsiteY15" fmla="*/ 793593 h 1212067"/>
                <a:gd name="connsiteX16" fmla="*/ 1383641 w 1385794"/>
                <a:gd name="connsiteY16" fmla="*/ 790128 h 1212067"/>
                <a:gd name="connsiteX17" fmla="*/ 1383102 w 1385794"/>
                <a:gd name="connsiteY17" fmla="*/ 789051 h 1212067"/>
                <a:gd name="connsiteX18" fmla="*/ 1379838 w 1385794"/>
                <a:gd name="connsiteY18" fmla="*/ 785923 h 1212067"/>
                <a:gd name="connsiteX19" fmla="*/ 1377381 w 1385794"/>
                <a:gd name="connsiteY19" fmla="*/ 783972 h 1212067"/>
                <a:gd name="connsiteX20" fmla="*/ 1374184 w 1385794"/>
                <a:gd name="connsiteY20" fmla="*/ 783030 h 1212067"/>
                <a:gd name="connsiteX21" fmla="*/ 1368665 w 1385794"/>
                <a:gd name="connsiteY21" fmla="*/ 782323 h 1212067"/>
                <a:gd name="connsiteX22" fmla="*/ 1366578 w 1385794"/>
                <a:gd name="connsiteY22" fmla="*/ 782895 h 1212067"/>
                <a:gd name="connsiteX23" fmla="*/ 1363381 w 1385794"/>
                <a:gd name="connsiteY23" fmla="*/ 783333 h 1212067"/>
                <a:gd name="connsiteX24" fmla="*/ 1360621 w 1385794"/>
                <a:gd name="connsiteY24" fmla="*/ 782256 h 1212067"/>
                <a:gd name="connsiteX25" fmla="*/ 1358770 w 1385794"/>
                <a:gd name="connsiteY25" fmla="*/ 778858 h 1212067"/>
                <a:gd name="connsiteX26" fmla="*/ 1354025 w 1385794"/>
                <a:gd name="connsiteY26" fmla="*/ 775864 h 1212067"/>
                <a:gd name="connsiteX27" fmla="*/ 1351837 w 1385794"/>
                <a:gd name="connsiteY27" fmla="*/ 773947 h 1212067"/>
                <a:gd name="connsiteX28" fmla="*/ 1349616 w 1385794"/>
                <a:gd name="connsiteY28" fmla="*/ 771761 h 1212067"/>
                <a:gd name="connsiteX29" fmla="*/ 1347429 w 1385794"/>
                <a:gd name="connsiteY29" fmla="*/ 769406 h 1212067"/>
                <a:gd name="connsiteX30" fmla="*/ 1346082 w 1385794"/>
                <a:gd name="connsiteY30" fmla="*/ 767791 h 1212067"/>
                <a:gd name="connsiteX31" fmla="*/ 1343895 w 1385794"/>
                <a:gd name="connsiteY31" fmla="*/ 765840 h 1212067"/>
                <a:gd name="connsiteX32" fmla="*/ 1341337 w 1385794"/>
                <a:gd name="connsiteY32" fmla="*/ 764932 h 1212067"/>
                <a:gd name="connsiteX33" fmla="*/ 1339015 w 1385794"/>
                <a:gd name="connsiteY33" fmla="*/ 764999 h 1212067"/>
                <a:gd name="connsiteX34" fmla="*/ 1337601 w 1385794"/>
                <a:gd name="connsiteY34" fmla="*/ 766681 h 1212067"/>
                <a:gd name="connsiteX35" fmla="*/ 1336626 w 1385794"/>
                <a:gd name="connsiteY35" fmla="*/ 767657 h 1212067"/>
                <a:gd name="connsiteX36" fmla="*/ 1335649 w 1385794"/>
                <a:gd name="connsiteY36" fmla="*/ 770112 h 1212067"/>
                <a:gd name="connsiteX37" fmla="*/ 1333731 w 1385794"/>
                <a:gd name="connsiteY37" fmla="*/ 770482 h 1212067"/>
                <a:gd name="connsiteX38" fmla="*/ 1331443 w 1385794"/>
                <a:gd name="connsiteY38" fmla="*/ 767152 h 1212067"/>
                <a:gd name="connsiteX39" fmla="*/ 1329120 w 1385794"/>
                <a:gd name="connsiteY39" fmla="*/ 764831 h 1212067"/>
                <a:gd name="connsiteX40" fmla="*/ 1324476 w 1385794"/>
                <a:gd name="connsiteY40" fmla="*/ 760491 h 1212067"/>
                <a:gd name="connsiteX41" fmla="*/ 1321851 w 1385794"/>
                <a:gd name="connsiteY41" fmla="*/ 757464 h 1212067"/>
                <a:gd name="connsiteX42" fmla="*/ 1320976 w 1385794"/>
                <a:gd name="connsiteY42" fmla="*/ 758473 h 1212067"/>
                <a:gd name="connsiteX43" fmla="*/ 1318788 w 1385794"/>
                <a:gd name="connsiteY43" fmla="*/ 759785 h 1212067"/>
                <a:gd name="connsiteX44" fmla="*/ 1315591 w 1385794"/>
                <a:gd name="connsiteY44" fmla="*/ 755580 h 1212067"/>
                <a:gd name="connsiteX45" fmla="*/ 1316534 w 1385794"/>
                <a:gd name="connsiteY45" fmla="*/ 751880 h 1212067"/>
                <a:gd name="connsiteX46" fmla="*/ 1314716 w 1385794"/>
                <a:gd name="connsiteY46" fmla="*/ 747742 h 1212067"/>
                <a:gd name="connsiteX47" fmla="*/ 1313404 w 1385794"/>
                <a:gd name="connsiteY47" fmla="*/ 745152 h 1212067"/>
                <a:gd name="connsiteX48" fmla="*/ 1311082 w 1385794"/>
                <a:gd name="connsiteY48" fmla="*/ 741889 h 1212067"/>
                <a:gd name="connsiteX49" fmla="*/ 1308625 w 1385794"/>
                <a:gd name="connsiteY49" fmla="*/ 739803 h 1212067"/>
                <a:gd name="connsiteX50" fmla="*/ 1304485 w 1385794"/>
                <a:gd name="connsiteY50" fmla="*/ 737919 h 1212067"/>
                <a:gd name="connsiteX51" fmla="*/ 1299908 w 1385794"/>
                <a:gd name="connsiteY51" fmla="*/ 736674 h 1212067"/>
                <a:gd name="connsiteX52" fmla="*/ 1298831 w 1385794"/>
                <a:gd name="connsiteY52" fmla="*/ 737482 h 1212067"/>
                <a:gd name="connsiteX53" fmla="*/ 1297384 w 1385794"/>
                <a:gd name="connsiteY53" fmla="*/ 738054 h 1212067"/>
                <a:gd name="connsiteX54" fmla="*/ 1295432 w 1385794"/>
                <a:gd name="connsiteY54" fmla="*/ 737852 h 1212067"/>
                <a:gd name="connsiteX55" fmla="*/ 1294288 w 1385794"/>
                <a:gd name="connsiteY55" fmla="*/ 736405 h 1212067"/>
                <a:gd name="connsiteX56" fmla="*/ 1289879 w 1385794"/>
                <a:gd name="connsiteY56" fmla="*/ 733378 h 1212067"/>
                <a:gd name="connsiteX57" fmla="*/ 1289240 w 1385794"/>
                <a:gd name="connsiteY57" fmla="*/ 733950 h 1212067"/>
                <a:gd name="connsiteX58" fmla="*/ 1287793 w 1385794"/>
                <a:gd name="connsiteY58" fmla="*/ 735833 h 1212067"/>
                <a:gd name="connsiteX59" fmla="*/ 1286648 w 1385794"/>
                <a:gd name="connsiteY59" fmla="*/ 738222 h 1212067"/>
                <a:gd name="connsiteX60" fmla="*/ 1281869 w 1385794"/>
                <a:gd name="connsiteY60" fmla="*/ 739803 h 1212067"/>
                <a:gd name="connsiteX61" fmla="*/ 1278100 w 1385794"/>
                <a:gd name="connsiteY61" fmla="*/ 738794 h 1212067"/>
                <a:gd name="connsiteX62" fmla="*/ 1277797 w 1385794"/>
                <a:gd name="connsiteY62" fmla="*/ 734723 h 1212067"/>
                <a:gd name="connsiteX63" fmla="*/ 1277360 w 1385794"/>
                <a:gd name="connsiteY63" fmla="*/ 731830 h 1212067"/>
                <a:gd name="connsiteX64" fmla="*/ 1274970 w 1385794"/>
                <a:gd name="connsiteY64" fmla="*/ 730888 h 1212067"/>
                <a:gd name="connsiteX65" fmla="*/ 1274499 w 1385794"/>
                <a:gd name="connsiteY65" fmla="*/ 730754 h 1212067"/>
                <a:gd name="connsiteX66" fmla="*/ 1273590 w 1385794"/>
                <a:gd name="connsiteY66" fmla="*/ 727188 h 1212067"/>
                <a:gd name="connsiteX67" fmla="*/ 1270057 w 1385794"/>
                <a:gd name="connsiteY67" fmla="*/ 727188 h 1212067"/>
                <a:gd name="connsiteX68" fmla="*/ 1268811 w 1385794"/>
                <a:gd name="connsiteY68" fmla="*/ 727895 h 1212067"/>
                <a:gd name="connsiteX69" fmla="*/ 1264672 w 1385794"/>
                <a:gd name="connsiteY69" fmla="*/ 728803 h 1212067"/>
                <a:gd name="connsiteX70" fmla="*/ 1260465 w 1385794"/>
                <a:gd name="connsiteY70" fmla="*/ 728130 h 1212067"/>
                <a:gd name="connsiteX71" fmla="*/ 1258143 w 1385794"/>
                <a:gd name="connsiteY71" fmla="*/ 726751 h 1212067"/>
                <a:gd name="connsiteX72" fmla="*/ 1257201 w 1385794"/>
                <a:gd name="connsiteY72" fmla="*/ 725237 h 1212067"/>
                <a:gd name="connsiteX73" fmla="*/ 1256830 w 1385794"/>
                <a:gd name="connsiteY73" fmla="*/ 722277 h 1212067"/>
                <a:gd name="connsiteX74" fmla="*/ 1257638 w 1385794"/>
                <a:gd name="connsiteY74" fmla="*/ 720393 h 1212067"/>
                <a:gd name="connsiteX75" fmla="*/ 1258076 w 1385794"/>
                <a:gd name="connsiteY75" fmla="*/ 717769 h 1212067"/>
                <a:gd name="connsiteX76" fmla="*/ 1258782 w 1385794"/>
                <a:gd name="connsiteY76" fmla="*/ 714136 h 1212067"/>
                <a:gd name="connsiteX77" fmla="*/ 1258782 w 1385794"/>
                <a:gd name="connsiteY77" fmla="*/ 711747 h 1212067"/>
                <a:gd name="connsiteX78" fmla="*/ 1258446 w 1385794"/>
                <a:gd name="connsiteY78" fmla="*/ 708047 h 1212067"/>
                <a:gd name="connsiteX79" fmla="*/ 1258749 w 1385794"/>
                <a:gd name="connsiteY79" fmla="*/ 706701 h 1212067"/>
                <a:gd name="connsiteX80" fmla="*/ 1258581 w 1385794"/>
                <a:gd name="connsiteY80" fmla="*/ 706701 h 1212067"/>
                <a:gd name="connsiteX81" fmla="*/ 1253129 w 1385794"/>
                <a:gd name="connsiteY81" fmla="*/ 703775 h 1212067"/>
                <a:gd name="connsiteX82" fmla="*/ 1251143 w 1385794"/>
                <a:gd name="connsiteY82" fmla="*/ 701824 h 1212067"/>
                <a:gd name="connsiteX83" fmla="*/ 1247609 w 1385794"/>
                <a:gd name="connsiteY83" fmla="*/ 699705 h 1212067"/>
                <a:gd name="connsiteX84" fmla="*/ 1241686 w 1385794"/>
                <a:gd name="connsiteY84" fmla="*/ 697518 h 1212067"/>
                <a:gd name="connsiteX85" fmla="*/ 1237816 w 1385794"/>
                <a:gd name="connsiteY85" fmla="*/ 697888 h 1212067"/>
                <a:gd name="connsiteX86" fmla="*/ 1234955 w 1385794"/>
                <a:gd name="connsiteY86" fmla="*/ 700075 h 1212067"/>
                <a:gd name="connsiteX87" fmla="*/ 1232767 w 1385794"/>
                <a:gd name="connsiteY87" fmla="*/ 701925 h 1212067"/>
                <a:gd name="connsiteX88" fmla="*/ 1230344 w 1385794"/>
                <a:gd name="connsiteY88" fmla="*/ 702799 h 1212067"/>
                <a:gd name="connsiteX89" fmla="*/ 1227013 w 1385794"/>
                <a:gd name="connsiteY89" fmla="*/ 699368 h 1212067"/>
                <a:gd name="connsiteX90" fmla="*/ 1224522 w 1385794"/>
                <a:gd name="connsiteY90" fmla="*/ 698897 h 1212067"/>
                <a:gd name="connsiteX91" fmla="*/ 1221325 w 1385794"/>
                <a:gd name="connsiteY91" fmla="*/ 701555 h 1212067"/>
                <a:gd name="connsiteX92" fmla="*/ 1220887 w 1385794"/>
                <a:gd name="connsiteY92" fmla="*/ 701891 h 1212067"/>
                <a:gd name="connsiteX93" fmla="*/ 1217387 w 1385794"/>
                <a:gd name="connsiteY93" fmla="*/ 697585 h 1212067"/>
                <a:gd name="connsiteX94" fmla="*/ 1214123 w 1385794"/>
                <a:gd name="connsiteY94" fmla="*/ 697114 h 1212067"/>
                <a:gd name="connsiteX95" fmla="*/ 1210219 w 1385794"/>
                <a:gd name="connsiteY95" fmla="*/ 698864 h 1212067"/>
                <a:gd name="connsiteX96" fmla="*/ 1209411 w 1385794"/>
                <a:gd name="connsiteY96" fmla="*/ 700646 h 1212067"/>
                <a:gd name="connsiteX97" fmla="*/ 1207493 w 1385794"/>
                <a:gd name="connsiteY97" fmla="*/ 702261 h 1212067"/>
                <a:gd name="connsiteX98" fmla="*/ 1203589 w 1385794"/>
                <a:gd name="connsiteY98" fmla="*/ 701487 h 1212067"/>
                <a:gd name="connsiteX99" fmla="*/ 1201267 w 1385794"/>
                <a:gd name="connsiteY99" fmla="*/ 701016 h 1212067"/>
                <a:gd name="connsiteX100" fmla="*/ 1199113 w 1385794"/>
                <a:gd name="connsiteY100" fmla="*/ 701185 h 1212067"/>
                <a:gd name="connsiteX101" fmla="*/ 1197935 w 1385794"/>
                <a:gd name="connsiteY101" fmla="*/ 704380 h 1212067"/>
                <a:gd name="connsiteX102" fmla="*/ 1197935 w 1385794"/>
                <a:gd name="connsiteY102" fmla="*/ 708888 h 1212067"/>
                <a:gd name="connsiteX103" fmla="*/ 1197935 w 1385794"/>
                <a:gd name="connsiteY103" fmla="*/ 714102 h 1212067"/>
                <a:gd name="connsiteX104" fmla="*/ 1197295 w 1385794"/>
                <a:gd name="connsiteY104" fmla="*/ 716692 h 1212067"/>
                <a:gd name="connsiteX105" fmla="*/ 1196757 w 1385794"/>
                <a:gd name="connsiteY105" fmla="*/ 719283 h 1212067"/>
                <a:gd name="connsiteX106" fmla="*/ 1193392 w 1385794"/>
                <a:gd name="connsiteY106" fmla="*/ 719821 h 1212067"/>
                <a:gd name="connsiteX107" fmla="*/ 1189791 w 1385794"/>
                <a:gd name="connsiteY107" fmla="*/ 721469 h 1212067"/>
                <a:gd name="connsiteX108" fmla="*/ 1188478 w 1385794"/>
                <a:gd name="connsiteY108" fmla="*/ 724194 h 1212067"/>
                <a:gd name="connsiteX109" fmla="*/ 1190766 w 1385794"/>
                <a:gd name="connsiteY109" fmla="*/ 728971 h 1212067"/>
                <a:gd name="connsiteX110" fmla="*/ 1194132 w 1385794"/>
                <a:gd name="connsiteY110" fmla="*/ 730384 h 1212067"/>
                <a:gd name="connsiteX111" fmla="*/ 1197397 w 1385794"/>
                <a:gd name="connsiteY111" fmla="*/ 731998 h 1212067"/>
                <a:gd name="connsiteX112" fmla="*/ 1198608 w 1385794"/>
                <a:gd name="connsiteY112" fmla="*/ 733748 h 1212067"/>
                <a:gd name="connsiteX113" fmla="*/ 1198709 w 1385794"/>
                <a:gd name="connsiteY113" fmla="*/ 736473 h 1212067"/>
                <a:gd name="connsiteX114" fmla="*/ 1196320 w 1385794"/>
                <a:gd name="connsiteY114" fmla="*/ 737112 h 1212067"/>
                <a:gd name="connsiteX115" fmla="*/ 1195882 w 1385794"/>
                <a:gd name="connsiteY115" fmla="*/ 740913 h 1212067"/>
                <a:gd name="connsiteX116" fmla="*/ 1196656 w 1385794"/>
                <a:gd name="connsiteY116" fmla="*/ 742225 h 1212067"/>
                <a:gd name="connsiteX117" fmla="*/ 1197195 w 1385794"/>
                <a:gd name="connsiteY117" fmla="*/ 744613 h 1212067"/>
                <a:gd name="connsiteX118" fmla="*/ 1193728 w 1385794"/>
                <a:gd name="connsiteY118" fmla="*/ 745152 h 1212067"/>
                <a:gd name="connsiteX119" fmla="*/ 1190666 w 1385794"/>
                <a:gd name="connsiteY119" fmla="*/ 745152 h 1212067"/>
                <a:gd name="connsiteX120" fmla="*/ 1187401 w 1385794"/>
                <a:gd name="connsiteY120" fmla="*/ 745185 h 1212067"/>
                <a:gd name="connsiteX121" fmla="*/ 1185651 w 1385794"/>
                <a:gd name="connsiteY121" fmla="*/ 747338 h 1212067"/>
                <a:gd name="connsiteX122" fmla="*/ 1183699 w 1385794"/>
                <a:gd name="connsiteY122" fmla="*/ 750164 h 1212067"/>
                <a:gd name="connsiteX123" fmla="*/ 1182285 w 1385794"/>
                <a:gd name="connsiteY123" fmla="*/ 753191 h 1212067"/>
                <a:gd name="connsiteX124" fmla="*/ 1182285 w 1385794"/>
                <a:gd name="connsiteY124" fmla="*/ 755815 h 1212067"/>
                <a:gd name="connsiteX125" fmla="*/ 1182285 w 1385794"/>
                <a:gd name="connsiteY125" fmla="*/ 757767 h 1212067"/>
                <a:gd name="connsiteX126" fmla="*/ 1180536 w 1385794"/>
                <a:gd name="connsiteY126" fmla="*/ 760256 h 1212067"/>
                <a:gd name="connsiteX127" fmla="*/ 1178449 w 1385794"/>
                <a:gd name="connsiteY127" fmla="*/ 761568 h 1212067"/>
                <a:gd name="connsiteX128" fmla="*/ 1177574 w 1385794"/>
                <a:gd name="connsiteY128" fmla="*/ 763956 h 1212067"/>
                <a:gd name="connsiteX129" fmla="*/ 1174107 w 1385794"/>
                <a:gd name="connsiteY129" fmla="*/ 763956 h 1212067"/>
                <a:gd name="connsiteX130" fmla="*/ 1172055 w 1385794"/>
                <a:gd name="connsiteY130" fmla="*/ 765033 h 1212067"/>
                <a:gd name="connsiteX131" fmla="*/ 1172055 w 1385794"/>
                <a:gd name="connsiteY131" fmla="*/ 768296 h 1212067"/>
                <a:gd name="connsiteX132" fmla="*/ 1174781 w 1385794"/>
                <a:gd name="connsiteY132" fmla="*/ 771559 h 1212067"/>
                <a:gd name="connsiteX133" fmla="*/ 1177507 w 1385794"/>
                <a:gd name="connsiteY133" fmla="*/ 773409 h 1212067"/>
                <a:gd name="connsiteX134" fmla="*/ 1180434 w 1385794"/>
                <a:gd name="connsiteY134" fmla="*/ 775596 h 1212067"/>
                <a:gd name="connsiteX135" fmla="*/ 1182487 w 1385794"/>
                <a:gd name="connsiteY135" fmla="*/ 778758 h 1212067"/>
                <a:gd name="connsiteX136" fmla="*/ 1184237 w 1385794"/>
                <a:gd name="connsiteY136" fmla="*/ 781247 h 1212067"/>
                <a:gd name="connsiteX137" fmla="*/ 1184776 w 1385794"/>
                <a:gd name="connsiteY137" fmla="*/ 784947 h 1212067"/>
                <a:gd name="connsiteX138" fmla="*/ 1183901 w 1385794"/>
                <a:gd name="connsiteY138" fmla="*/ 789287 h 1212067"/>
                <a:gd name="connsiteX139" fmla="*/ 1182285 w 1385794"/>
                <a:gd name="connsiteY139" fmla="*/ 790800 h 1212067"/>
                <a:gd name="connsiteX140" fmla="*/ 1177944 w 1385794"/>
                <a:gd name="connsiteY140" fmla="*/ 793828 h 1212067"/>
                <a:gd name="connsiteX141" fmla="*/ 1179559 w 1385794"/>
                <a:gd name="connsiteY141" fmla="*/ 797293 h 1212067"/>
                <a:gd name="connsiteX142" fmla="*/ 1182487 w 1385794"/>
                <a:gd name="connsiteY142" fmla="*/ 798807 h 1212067"/>
                <a:gd name="connsiteX143" fmla="*/ 1191608 w 1385794"/>
                <a:gd name="connsiteY143" fmla="*/ 798807 h 1212067"/>
                <a:gd name="connsiteX144" fmla="*/ 1194872 w 1385794"/>
                <a:gd name="connsiteY144" fmla="*/ 797158 h 1212067"/>
                <a:gd name="connsiteX145" fmla="*/ 1198238 w 1385794"/>
                <a:gd name="connsiteY145" fmla="*/ 798235 h 1212067"/>
                <a:gd name="connsiteX146" fmla="*/ 1200190 w 1385794"/>
                <a:gd name="connsiteY146" fmla="*/ 800623 h 1212067"/>
                <a:gd name="connsiteX147" fmla="*/ 1202916 w 1385794"/>
                <a:gd name="connsiteY147" fmla="*/ 802574 h 1212067"/>
                <a:gd name="connsiteX148" fmla="*/ 1207257 w 1385794"/>
                <a:gd name="connsiteY148" fmla="*/ 804256 h 1212067"/>
                <a:gd name="connsiteX149" fmla="*/ 1211801 w 1385794"/>
                <a:gd name="connsiteY149" fmla="*/ 805299 h 1212067"/>
                <a:gd name="connsiteX150" fmla="*/ 1214426 w 1385794"/>
                <a:gd name="connsiteY150" fmla="*/ 805299 h 1212067"/>
                <a:gd name="connsiteX151" fmla="*/ 1219305 w 1385794"/>
                <a:gd name="connsiteY151" fmla="*/ 807486 h 1212067"/>
                <a:gd name="connsiteX152" fmla="*/ 1221493 w 1385794"/>
                <a:gd name="connsiteY152" fmla="*/ 809773 h 1212067"/>
                <a:gd name="connsiteX153" fmla="*/ 1219305 w 1385794"/>
                <a:gd name="connsiteY153" fmla="*/ 812700 h 1212067"/>
                <a:gd name="connsiteX154" fmla="*/ 1220618 w 1385794"/>
                <a:gd name="connsiteY154" fmla="*/ 814651 h 1212067"/>
                <a:gd name="connsiteX155" fmla="*/ 1222806 w 1385794"/>
                <a:gd name="connsiteY155" fmla="*/ 817140 h 1212067"/>
                <a:gd name="connsiteX156" fmla="*/ 1224657 w 1385794"/>
                <a:gd name="connsiteY156" fmla="*/ 818755 h 1212067"/>
                <a:gd name="connsiteX157" fmla="*/ 1225532 w 1385794"/>
                <a:gd name="connsiteY157" fmla="*/ 821480 h 1212067"/>
                <a:gd name="connsiteX158" fmla="*/ 1223445 w 1385794"/>
                <a:gd name="connsiteY158" fmla="*/ 825180 h 1212067"/>
                <a:gd name="connsiteX159" fmla="*/ 1222267 w 1385794"/>
                <a:gd name="connsiteY159" fmla="*/ 829183 h 1212067"/>
                <a:gd name="connsiteX160" fmla="*/ 1221493 w 1385794"/>
                <a:gd name="connsiteY160" fmla="*/ 833758 h 1212067"/>
                <a:gd name="connsiteX161" fmla="*/ 1219642 w 1385794"/>
                <a:gd name="connsiteY161" fmla="*/ 837661 h 1212067"/>
                <a:gd name="connsiteX162" fmla="*/ 1217354 w 1385794"/>
                <a:gd name="connsiteY162" fmla="*/ 839073 h 1212067"/>
                <a:gd name="connsiteX163" fmla="*/ 1213551 w 1385794"/>
                <a:gd name="connsiteY163" fmla="*/ 840890 h 1212067"/>
                <a:gd name="connsiteX164" fmla="*/ 1213551 w 1385794"/>
                <a:gd name="connsiteY164" fmla="*/ 842639 h 1212067"/>
                <a:gd name="connsiteX165" fmla="*/ 1216916 w 1385794"/>
                <a:gd name="connsiteY165" fmla="*/ 847652 h 1212067"/>
                <a:gd name="connsiteX166" fmla="*/ 1220080 w 1385794"/>
                <a:gd name="connsiteY166" fmla="*/ 851016 h 1212067"/>
                <a:gd name="connsiteX167" fmla="*/ 1220012 w 1385794"/>
                <a:gd name="connsiteY167" fmla="*/ 851890 h 1212067"/>
                <a:gd name="connsiteX168" fmla="*/ 1220517 w 1385794"/>
                <a:gd name="connsiteY168" fmla="*/ 854716 h 1212067"/>
                <a:gd name="connsiteX169" fmla="*/ 1220517 w 1385794"/>
                <a:gd name="connsiteY169" fmla="*/ 856566 h 1212067"/>
                <a:gd name="connsiteX170" fmla="*/ 1219305 w 1385794"/>
                <a:gd name="connsiteY170" fmla="*/ 856734 h 1212067"/>
                <a:gd name="connsiteX171" fmla="*/ 1216579 w 1385794"/>
                <a:gd name="connsiteY171" fmla="*/ 857441 h 1212067"/>
                <a:gd name="connsiteX172" fmla="*/ 1212676 w 1385794"/>
                <a:gd name="connsiteY172" fmla="*/ 857441 h 1212067"/>
                <a:gd name="connsiteX173" fmla="*/ 1210825 w 1385794"/>
                <a:gd name="connsiteY173" fmla="*/ 857441 h 1212067"/>
                <a:gd name="connsiteX174" fmla="*/ 1209512 w 1385794"/>
                <a:gd name="connsiteY174" fmla="*/ 859291 h 1212067"/>
                <a:gd name="connsiteX175" fmla="*/ 1208974 w 1385794"/>
                <a:gd name="connsiteY175" fmla="*/ 859829 h 1212067"/>
                <a:gd name="connsiteX176" fmla="*/ 1206685 w 1385794"/>
                <a:gd name="connsiteY176" fmla="*/ 863294 h 1212067"/>
                <a:gd name="connsiteX177" fmla="*/ 1202983 w 1385794"/>
                <a:gd name="connsiteY177" fmla="*/ 862520 h 1212067"/>
                <a:gd name="connsiteX178" fmla="*/ 1200930 w 1385794"/>
                <a:gd name="connsiteY178" fmla="*/ 864438 h 1212067"/>
                <a:gd name="connsiteX179" fmla="*/ 1198978 w 1385794"/>
                <a:gd name="connsiteY179" fmla="*/ 866120 h 1212067"/>
                <a:gd name="connsiteX180" fmla="*/ 1197026 w 1385794"/>
                <a:gd name="connsiteY180" fmla="*/ 866120 h 1212067"/>
                <a:gd name="connsiteX181" fmla="*/ 1194098 w 1385794"/>
                <a:gd name="connsiteY181" fmla="*/ 863395 h 1212067"/>
                <a:gd name="connsiteX182" fmla="*/ 1190497 w 1385794"/>
                <a:gd name="connsiteY182" fmla="*/ 860670 h 1212067"/>
                <a:gd name="connsiteX183" fmla="*/ 1187435 w 1385794"/>
                <a:gd name="connsiteY183" fmla="*/ 858921 h 1212067"/>
                <a:gd name="connsiteX184" fmla="*/ 1185045 w 1385794"/>
                <a:gd name="connsiteY184" fmla="*/ 858046 h 1212067"/>
                <a:gd name="connsiteX185" fmla="*/ 1182117 w 1385794"/>
                <a:gd name="connsiteY185" fmla="*/ 855019 h 1212067"/>
                <a:gd name="connsiteX186" fmla="*/ 1180367 w 1385794"/>
                <a:gd name="connsiteY186" fmla="*/ 855120 h 1212067"/>
                <a:gd name="connsiteX187" fmla="*/ 1177910 w 1385794"/>
                <a:gd name="connsiteY187" fmla="*/ 857542 h 1212067"/>
                <a:gd name="connsiteX188" fmla="*/ 1175958 w 1385794"/>
                <a:gd name="connsiteY188" fmla="*/ 858315 h 1212067"/>
                <a:gd name="connsiteX189" fmla="*/ 1172694 w 1385794"/>
                <a:gd name="connsiteY189" fmla="*/ 859190 h 1212067"/>
                <a:gd name="connsiteX190" fmla="*/ 1171920 w 1385794"/>
                <a:gd name="connsiteY190" fmla="*/ 861242 h 1212067"/>
                <a:gd name="connsiteX191" fmla="*/ 1171920 w 1385794"/>
                <a:gd name="connsiteY191" fmla="*/ 863630 h 1212067"/>
                <a:gd name="connsiteX192" fmla="*/ 1173266 w 1385794"/>
                <a:gd name="connsiteY192" fmla="*/ 865481 h 1212067"/>
                <a:gd name="connsiteX193" fmla="*/ 1173636 w 1385794"/>
                <a:gd name="connsiteY193" fmla="*/ 867768 h 1212067"/>
                <a:gd name="connsiteX194" fmla="*/ 1173636 w 1385794"/>
                <a:gd name="connsiteY194" fmla="*/ 868844 h 1212067"/>
                <a:gd name="connsiteX195" fmla="*/ 1174612 w 1385794"/>
                <a:gd name="connsiteY195" fmla="*/ 871132 h 1212067"/>
                <a:gd name="connsiteX196" fmla="*/ 1175824 w 1385794"/>
                <a:gd name="connsiteY196" fmla="*/ 875270 h 1212067"/>
                <a:gd name="connsiteX197" fmla="*/ 1177338 w 1385794"/>
                <a:gd name="connsiteY197" fmla="*/ 877557 h 1212067"/>
                <a:gd name="connsiteX198" fmla="*/ 1175386 w 1385794"/>
                <a:gd name="connsiteY198" fmla="*/ 882065 h 1212067"/>
                <a:gd name="connsiteX199" fmla="*/ 1175958 w 1385794"/>
                <a:gd name="connsiteY199" fmla="*/ 887279 h 1212067"/>
                <a:gd name="connsiteX200" fmla="*/ 1177978 w 1385794"/>
                <a:gd name="connsiteY200" fmla="*/ 893502 h 1212067"/>
                <a:gd name="connsiteX201" fmla="*/ 1178685 w 1385794"/>
                <a:gd name="connsiteY201" fmla="*/ 896261 h 1212067"/>
                <a:gd name="connsiteX202" fmla="*/ 1178987 w 1385794"/>
                <a:gd name="connsiteY202" fmla="*/ 899019 h 1212067"/>
                <a:gd name="connsiteX203" fmla="*/ 1178281 w 1385794"/>
                <a:gd name="connsiteY203" fmla="*/ 901778 h 1212067"/>
                <a:gd name="connsiteX204" fmla="*/ 1177708 w 1385794"/>
                <a:gd name="connsiteY204" fmla="*/ 905243 h 1212067"/>
                <a:gd name="connsiteX205" fmla="*/ 1176564 w 1385794"/>
                <a:gd name="connsiteY205" fmla="*/ 909010 h 1212067"/>
                <a:gd name="connsiteX206" fmla="*/ 1175992 w 1385794"/>
                <a:gd name="connsiteY206" fmla="*/ 910760 h 1212067"/>
                <a:gd name="connsiteX207" fmla="*/ 1174982 w 1385794"/>
                <a:gd name="connsiteY207" fmla="*/ 913821 h 1212067"/>
                <a:gd name="connsiteX208" fmla="*/ 1173973 w 1385794"/>
                <a:gd name="connsiteY208" fmla="*/ 915570 h 1212067"/>
                <a:gd name="connsiteX209" fmla="*/ 1172829 w 1385794"/>
                <a:gd name="connsiteY209" fmla="*/ 916714 h 1212067"/>
                <a:gd name="connsiteX210" fmla="*/ 1171079 w 1385794"/>
                <a:gd name="connsiteY210" fmla="*/ 916714 h 1212067"/>
                <a:gd name="connsiteX211" fmla="*/ 1169497 w 1385794"/>
                <a:gd name="connsiteY211" fmla="*/ 915839 h 1212067"/>
                <a:gd name="connsiteX212" fmla="*/ 1167309 w 1385794"/>
                <a:gd name="connsiteY212" fmla="*/ 913821 h 1212067"/>
                <a:gd name="connsiteX213" fmla="*/ 1166165 w 1385794"/>
                <a:gd name="connsiteY213" fmla="*/ 912946 h 1212067"/>
                <a:gd name="connsiteX214" fmla="*/ 1164718 w 1385794"/>
                <a:gd name="connsiteY214" fmla="*/ 910188 h 1212067"/>
                <a:gd name="connsiteX215" fmla="*/ 1164718 w 1385794"/>
                <a:gd name="connsiteY215" fmla="*/ 908169 h 1212067"/>
                <a:gd name="connsiteX216" fmla="*/ 1162968 w 1385794"/>
                <a:gd name="connsiteY216" fmla="*/ 906151 h 1212067"/>
                <a:gd name="connsiteX217" fmla="*/ 1161958 w 1385794"/>
                <a:gd name="connsiteY217" fmla="*/ 902821 h 1212067"/>
                <a:gd name="connsiteX218" fmla="*/ 1160814 w 1385794"/>
                <a:gd name="connsiteY218" fmla="*/ 900062 h 1212067"/>
                <a:gd name="connsiteX219" fmla="*/ 1159232 w 1385794"/>
                <a:gd name="connsiteY219" fmla="*/ 898044 h 1212067"/>
                <a:gd name="connsiteX220" fmla="*/ 1156102 w 1385794"/>
                <a:gd name="connsiteY220" fmla="*/ 897169 h 1212067"/>
                <a:gd name="connsiteX221" fmla="*/ 1154588 w 1385794"/>
                <a:gd name="connsiteY221" fmla="*/ 896597 h 1212067"/>
                <a:gd name="connsiteX222" fmla="*/ 1154588 w 1385794"/>
                <a:gd name="connsiteY222" fmla="*/ 896732 h 1212067"/>
                <a:gd name="connsiteX223" fmla="*/ 1151121 w 1385794"/>
                <a:gd name="connsiteY223" fmla="*/ 896025 h 1212067"/>
                <a:gd name="connsiteX224" fmla="*/ 1149237 w 1385794"/>
                <a:gd name="connsiteY224" fmla="*/ 896900 h 1212067"/>
                <a:gd name="connsiteX225" fmla="*/ 1148496 w 1385794"/>
                <a:gd name="connsiteY225" fmla="*/ 898481 h 1212067"/>
                <a:gd name="connsiteX226" fmla="*/ 1147352 w 1385794"/>
                <a:gd name="connsiteY226" fmla="*/ 899625 h 1212067"/>
                <a:gd name="connsiteX227" fmla="*/ 1145030 w 1385794"/>
                <a:gd name="connsiteY227" fmla="*/ 900499 h 1212067"/>
                <a:gd name="connsiteX228" fmla="*/ 1143650 w 1385794"/>
                <a:gd name="connsiteY228" fmla="*/ 898481 h 1212067"/>
                <a:gd name="connsiteX229" fmla="*/ 1142405 w 1385794"/>
                <a:gd name="connsiteY229" fmla="*/ 895588 h 1212067"/>
                <a:gd name="connsiteX230" fmla="*/ 1142405 w 1385794"/>
                <a:gd name="connsiteY230" fmla="*/ 893267 h 1212067"/>
                <a:gd name="connsiteX231" fmla="*/ 1143112 w 1385794"/>
                <a:gd name="connsiteY231" fmla="*/ 891080 h 1212067"/>
                <a:gd name="connsiteX232" fmla="*/ 1142977 w 1385794"/>
                <a:gd name="connsiteY232" fmla="*/ 888894 h 1212067"/>
                <a:gd name="connsiteX233" fmla="*/ 1140285 w 1385794"/>
                <a:gd name="connsiteY233" fmla="*/ 886068 h 1212067"/>
                <a:gd name="connsiteX234" fmla="*/ 1134563 w 1385794"/>
                <a:gd name="connsiteY234" fmla="*/ 882233 h 1212067"/>
                <a:gd name="connsiteX235" fmla="*/ 1127900 w 1385794"/>
                <a:gd name="connsiteY235" fmla="*/ 879340 h 1212067"/>
                <a:gd name="connsiteX236" fmla="*/ 1124433 w 1385794"/>
                <a:gd name="connsiteY236" fmla="*/ 878196 h 1212067"/>
                <a:gd name="connsiteX237" fmla="*/ 1115448 w 1385794"/>
                <a:gd name="connsiteY237" fmla="*/ 873790 h 1212067"/>
                <a:gd name="connsiteX238" fmla="*/ 1114000 w 1385794"/>
                <a:gd name="connsiteY238" fmla="*/ 867768 h 1212067"/>
                <a:gd name="connsiteX239" fmla="*/ 1111981 w 1385794"/>
                <a:gd name="connsiteY239" fmla="*/ 863698 h 1212067"/>
                <a:gd name="connsiteX240" fmla="*/ 1113428 w 1385794"/>
                <a:gd name="connsiteY240" fmla="*/ 862554 h 1212067"/>
                <a:gd name="connsiteX241" fmla="*/ 1114000 w 1385794"/>
                <a:gd name="connsiteY241" fmla="*/ 859358 h 1212067"/>
                <a:gd name="connsiteX242" fmla="*/ 1114303 w 1385794"/>
                <a:gd name="connsiteY242" fmla="*/ 857912 h 1212067"/>
                <a:gd name="connsiteX243" fmla="*/ 1111981 w 1385794"/>
                <a:gd name="connsiteY243" fmla="*/ 857037 h 1212067"/>
                <a:gd name="connsiteX244" fmla="*/ 1105015 w 1385794"/>
                <a:gd name="connsiteY244" fmla="*/ 855893 h 1212067"/>
                <a:gd name="connsiteX245" fmla="*/ 1101548 w 1385794"/>
                <a:gd name="connsiteY245" fmla="*/ 855893 h 1212067"/>
                <a:gd name="connsiteX246" fmla="*/ 1099529 w 1385794"/>
                <a:gd name="connsiteY246" fmla="*/ 856768 h 1212067"/>
                <a:gd name="connsiteX247" fmla="*/ 1097510 w 1385794"/>
                <a:gd name="connsiteY247" fmla="*/ 857071 h 1212067"/>
                <a:gd name="connsiteX248" fmla="*/ 1092596 w 1385794"/>
                <a:gd name="connsiteY248" fmla="*/ 855624 h 1212067"/>
                <a:gd name="connsiteX249" fmla="*/ 1089971 w 1385794"/>
                <a:gd name="connsiteY249" fmla="*/ 854749 h 1212067"/>
                <a:gd name="connsiteX250" fmla="*/ 1089433 w 1385794"/>
                <a:gd name="connsiteY250" fmla="*/ 852664 h 1212067"/>
                <a:gd name="connsiteX251" fmla="*/ 1088120 w 1385794"/>
                <a:gd name="connsiteY251" fmla="*/ 850477 h 1212067"/>
                <a:gd name="connsiteX252" fmla="*/ 1086606 w 1385794"/>
                <a:gd name="connsiteY252" fmla="*/ 849199 h 1212067"/>
                <a:gd name="connsiteX253" fmla="*/ 1084586 w 1385794"/>
                <a:gd name="connsiteY253" fmla="*/ 848493 h 1212067"/>
                <a:gd name="connsiteX254" fmla="*/ 1082634 w 1385794"/>
                <a:gd name="connsiteY254" fmla="*/ 847719 h 1212067"/>
                <a:gd name="connsiteX255" fmla="*/ 1081187 w 1385794"/>
                <a:gd name="connsiteY255" fmla="*/ 846373 h 1212067"/>
                <a:gd name="connsiteX256" fmla="*/ 1081995 w 1385794"/>
                <a:gd name="connsiteY256" fmla="*/ 844826 h 1212067"/>
                <a:gd name="connsiteX257" fmla="*/ 1081456 w 1385794"/>
                <a:gd name="connsiteY257" fmla="*/ 843043 h 1212067"/>
                <a:gd name="connsiteX258" fmla="*/ 1078932 w 1385794"/>
                <a:gd name="connsiteY258" fmla="*/ 841058 h 1212067"/>
                <a:gd name="connsiteX259" fmla="*/ 1077149 w 1385794"/>
                <a:gd name="connsiteY259" fmla="*/ 839242 h 1212067"/>
                <a:gd name="connsiteX260" fmla="*/ 1076846 w 1385794"/>
                <a:gd name="connsiteY260" fmla="*/ 837930 h 1212067"/>
                <a:gd name="connsiteX261" fmla="*/ 1076846 w 1385794"/>
                <a:gd name="connsiteY261" fmla="*/ 835676 h 1212067"/>
                <a:gd name="connsiteX262" fmla="*/ 1077216 w 1385794"/>
                <a:gd name="connsiteY262" fmla="*/ 833422 h 1212067"/>
                <a:gd name="connsiteX263" fmla="*/ 1077283 w 1385794"/>
                <a:gd name="connsiteY263" fmla="*/ 830933 h 1212067"/>
                <a:gd name="connsiteX264" fmla="*/ 1079706 w 1385794"/>
                <a:gd name="connsiteY264" fmla="*/ 828746 h 1212067"/>
                <a:gd name="connsiteX265" fmla="*/ 1081423 w 1385794"/>
                <a:gd name="connsiteY265" fmla="*/ 827771 h 1212067"/>
                <a:gd name="connsiteX266" fmla="*/ 1082803 w 1385794"/>
                <a:gd name="connsiteY266" fmla="*/ 826122 h 1212067"/>
                <a:gd name="connsiteX267" fmla="*/ 1083004 w 1385794"/>
                <a:gd name="connsiteY267" fmla="*/ 824440 h 1212067"/>
                <a:gd name="connsiteX268" fmla="*/ 1083274 w 1385794"/>
                <a:gd name="connsiteY268" fmla="*/ 822859 h 1212067"/>
                <a:gd name="connsiteX269" fmla="*/ 1085192 w 1385794"/>
                <a:gd name="connsiteY269" fmla="*/ 821648 h 1212067"/>
                <a:gd name="connsiteX270" fmla="*/ 1087077 w 1385794"/>
                <a:gd name="connsiteY270" fmla="*/ 820874 h 1212067"/>
                <a:gd name="connsiteX271" fmla="*/ 1089365 w 1385794"/>
                <a:gd name="connsiteY271" fmla="*/ 819865 h 1212067"/>
                <a:gd name="connsiteX272" fmla="*/ 1092495 w 1385794"/>
                <a:gd name="connsiteY272" fmla="*/ 815627 h 1212067"/>
                <a:gd name="connsiteX273" fmla="*/ 1094010 w 1385794"/>
                <a:gd name="connsiteY273" fmla="*/ 813373 h 1212067"/>
                <a:gd name="connsiteX274" fmla="*/ 1093909 w 1385794"/>
                <a:gd name="connsiteY274" fmla="*/ 811354 h 1212067"/>
                <a:gd name="connsiteX275" fmla="*/ 1093505 w 1385794"/>
                <a:gd name="connsiteY275" fmla="*/ 806914 h 1212067"/>
                <a:gd name="connsiteX276" fmla="*/ 1094649 w 1385794"/>
                <a:gd name="connsiteY276" fmla="*/ 801061 h 1212067"/>
                <a:gd name="connsiteX277" fmla="*/ 1093505 w 1385794"/>
                <a:gd name="connsiteY277" fmla="*/ 795846 h 1212067"/>
                <a:gd name="connsiteX278" fmla="*/ 1092764 w 1385794"/>
                <a:gd name="connsiteY278" fmla="*/ 786562 h 1212067"/>
                <a:gd name="connsiteX279" fmla="*/ 1089870 w 1385794"/>
                <a:gd name="connsiteY279" fmla="*/ 778758 h 1212067"/>
                <a:gd name="connsiteX280" fmla="*/ 1087110 w 1385794"/>
                <a:gd name="connsiteY280" fmla="*/ 772232 h 1212067"/>
                <a:gd name="connsiteX281" fmla="*/ 1086505 w 1385794"/>
                <a:gd name="connsiteY281" fmla="*/ 768027 h 1212067"/>
                <a:gd name="connsiteX282" fmla="*/ 1083577 w 1385794"/>
                <a:gd name="connsiteY282" fmla="*/ 765739 h 1212067"/>
                <a:gd name="connsiteX283" fmla="*/ 1080985 w 1385794"/>
                <a:gd name="connsiteY283" fmla="*/ 765537 h 1212067"/>
                <a:gd name="connsiteX284" fmla="*/ 1077283 w 1385794"/>
                <a:gd name="connsiteY284" fmla="*/ 765100 h 1212067"/>
                <a:gd name="connsiteX285" fmla="*/ 1074019 w 1385794"/>
                <a:gd name="connsiteY285" fmla="*/ 764023 h 1212067"/>
                <a:gd name="connsiteX286" fmla="*/ 1072168 w 1385794"/>
                <a:gd name="connsiteY286" fmla="*/ 761433 h 1212067"/>
                <a:gd name="connsiteX287" fmla="*/ 1071629 w 1385794"/>
                <a:gd name="connsiteY287" fmla="*/ 758170 h 1212067"/>
                <a:gd name="connsiteX288" fmla="*/ 1072168 w 1385794"/>
                <a:gd name="connsiteY288" fmla="*/ 754907 h 1212067"/>
                <a:gd name="connsiteX289" fmla="*/ 1071629 w 1385794"/>
                <a:gd name="connsiteY289" fmla="*/ 751644 h 1212067"/>
                <a:gd name="connsiteX290" fmla="*/ 1073043 w 1385794"/>
                <a:gd name="connsiteY290" fmla="*/ 746968 h 1212067"/>
                <a:gd name="connsiteX291" fmla="*/ 1074355 w 1385794"/>
                <a:gd name="connsiteY291" fmla="*/ 745454 h 1212067"/>
                <a:gd name="connsiteX292" fmla="*/ 1075668 w 1385794"/>
                <a:gd name="connsiteY292" fmla="*/ 743066 h 1212067"/>
                <a:gd name="connsiteX293" fmla="*/ 1078495 w 1385794"/>
                <a:gd name="connsiteY293" fmla="*/ 741754 h 1212067"/>
                <a:gd name="connsiteX294" fmla="*/ 1079370 w 1385794"/>
                <a:gd name="connsiteY294" fmla="*/ 741418 h 1212067"/>
                <a:gd name="connsiteX295" fmla="*/ 1080884 w 1385794"/>
                <a:gd name="connsiteY295" fmla="*/ 740442 h 1212067"/>
                <a:gd name="connsiteX296" fmla="*/ 1082634 w 1385794"/>
                <a:gd name="connsiteY296" fmla="*/ 738592 h 1212067"/>
                <a:gd name="connsiteX297" fmla="*/ 1083274 w 1385794"/>
                <a:gd name="connsiteY297" fmla="*/ 736641 h 1212067"/>
                <a:gd name="connsiteX298" fmla="*/ 1083476 w 1385794"/>
                <a:gd name="connsiteY298" fmla="*/ 733815 h 1212067"/>
                <a:gd name="connsiteX299" fmla="*/ 1083375 w 1385794"/>
                <a:gd name="connsiteY299" fmla="*/ 731225 h 1212067"/>
                <a:gd name="connsiteX300" fmla="*/ 1081086 w 1385794"/>
                <a:gd name="connsiteY300" fmla="*/ 727962 h 1212067"/>
                <a:gd name="connsiteX301" fmla="*/ 1079235 w 1385794"/>
                <a:gd name="connsiteY301" fmla="*/ 724362 h 1212067"/>
                <a:gd name="connsiteX302" fmla="*/ 1076610 w 1385794"/>
                <a:gd name="connsiteY302" fmla="*/ 721738 h 1212067"/>
                <a:gd name="connsiteX303" fmla="*/ 1074995 w 1385794"/>
                <a:gd name="connsiteY303" fmla="*/ 721301 h 1212067"/>
                <a:gd name="connsiteX304" fmla="*/ 1071629 w 1385794"/>
                <a:gd name="connsiteY304" fmla="*/ 720426 h 1212067"/>
                <a:gd name="connsiteX305" fmla="*/ 1068802 w 1385794"/>
                <a:gd name="connsiteY305" fmla="*/ 719888 h 1212067"/>
                <a:gd name="connsiteX306" fmla="*/ 1067725 w 1385794"/>
                <a:gd name="connsiteY306" fmla="*/ 718273 h 1212067"/>
                <a:gd name="connsiteX307" fmla="*/ 1066548 w 1385794"/>
                <a:gd name="connsiteY307" fmla="*/ 714472 h 1212067"/>
                <a:gd name="connsiteX308" fmla="*/ 1064797 w 1385794"/>
                <a:gd name="connsiteY308" fmla="*/ 711209 h 1212067"/>
                <a:gd name="connsiteX309" fmla="*/ 1063485 w 1385794"/>
                <a:gd name="connsiteY309" fmla="*/ 708922 h 1212067"/>
                <a:gd name="connsiteX310" fmla="*/ 1061196 w 1385794"/>
                <a:gd name="connsiteY310" fmla="*/ 706197 h 1212067"/>
                <a:gd name="connsiteX311" fmla="*/ 1059244 w 1385794"/>
                <a:gd name="connsiteY311" fmla="*/ 704246 h 1212067"/>
                <a:gd name="connsiteX312" fmla="*/ 1056653 w 1385794"/>
                <a:gd name="connsiteY312" fmla="*/ 703270 h 1212067"/>
                <a:gd name="connsiteX313" fmla="*/ 1051235 w 1385794"/>
                <a:gd name="connsiteY313" fmla="*/ 703068 h 1212067"/>
                <a:gd name="connsiteX314" fmla="*/ 1049485 w 1385794"/>
                <a:gd name="connsiteY314" fmla="*/ 702194 h 1212067"/>
                <a:gd name="connsiteX315" fmla="*/ 1047533 w 1385794"/>
                <a:gd name="connsiteY315" fmla="*/ 700108 h 1212067"/>
                <a:gd name="connsiteX316" fmla="*/ 1047970 w 1385794"/>
                <a:gd name="connsiteY316" fmla="*/ 698796 h 1212067"/>
                <a:gd name="connsiteX317" fmla="*/ 1047533 w 1385794"/>
                <a:gd name="connsiteY317" fmla="*/ 697148 h 1212067"/>
                <a:gd name="connsiteX318" fmla="*/ 1045076 w 1385794"/>
                <a:gd name="connsiteY318" fmla="*/ 695163 h 1212067"/>
                <a:gd name="connsiteX319" fmla="*/ 1042686 w 1385794"/>
                <a:gd name="connsiteY319" fmla="*/ 692472 h 1212067"/>
                <a:gd name="connsiteX320" fmla="*/ 1042350 w 1385794"/>
                <a:gd name="connsiteY320" fmla="*/ 689579 h 1212067"/>
                <a:gd name="connsiteX321" fmla="*/ 1041643 w 1385794"/>
                <a:gd name="connsiteY321" fmla="*/ 685677 h 1212067"/>
                <a:gd name="connsiteX322" fmla="*/ 1041643 w 1385794"/>
                <a:gd name="connsiteY322" fmla="*/ 682851 h 1212067"/>
                <a:gd name="connsiteX323" fmla="*/ 1040129 w 1385794"/>
                <a:gd name="connsiteY323" fmla="*/ 682044 h 1212067"/>
                <a:gd name="connsiteX324" fmla="*/ 1037167 w 1385794"/>
                <a:gd name="connsiteY324" fmla="*/ 681976 h 1212067"/>
                <a:gd name="connsiteX325" fmla="*/ 1033835 w 1385794"/>
                <a:gd name="connsiteY325" fmla="*/ 681976 h 1212067"/>
                <a:gd name="connsiteX326" fmla="*/ 1030705 w 1385794"/>
                <a:gd name="connsiteY326" fmla="*/ 681236 h 1212067"/>
                <a:gd name="connsiteX327" fmla="*/ 1029124 w 1385794"/>
                <a:gd name="connsiteY327" fmla="*/ 681236 h 1212067"/>
                <a:gd name="connsiteX328" fmla="*/ 1027441 w 1385794"/>
                <a:gd name="connsiteY328" fmla="*/ 681203 h 1212067"/>
                <a:gd name="connsiteX329" fmla="*/ 1023268 w 1385794"/>
                <a:gd name="connsiteY329" fmla="*/ 680227 h 1212067"/>
                <a:gd name="connsiteX330" fmla="*/ 1021316 w 1385794"/>
                <a:gd name="connsiteY330" fmla="*/ 677502 h 1212067"/>
                <a:gd name="connsiteX331" fmla="*/ 1020777 w 1385794"/>
                <a:gd name="connsiteY331" fmla="*/ 675652 h 1212067"/>
                <a:gd name="connsiteX332" fmla="*/ 1020777 w 1385794"/>
                <a:gd name="connsiteY332" fmla="*/ 674138 h 1212067"/>
                <a:gd name="connsiteX333" fmla="*/ 1023369 w 1385794"/>
                <a:gd name="connsiteY333" fmla="*/ 672625 h 1212067"/>
                <a:gd name="connsiteX334" fmla="*/ 1024883 w 1385794"/>
                <a:gd name="connsiteY334" fmla="*/ 671548 h 1212067"/>
                <a:gd name="connsiteX335" fmla="*/ 1028585 w 1385794"/>
                <a:gd name="connsiteY335" fmla="*/ 671548 h 1212067"/>
                <a:gd name="connsiteX336" fmla="*/ 1032052 w 1385794"/>
                <a:gd name="connsiteY336" fmla="*/ 671548 h 1212067"/>
                <a:gd name="connsiteX337" fmla="*/ 1033801 w 1385794"/>
                <a:gd name="connsiteY337" fmla="*/ 670371 h 1212067"/>
                <a:gd name="connsiteX338" fmla="*/ 1035552 w 1385794"/>
                <a:gd name="connsiteY338" fmla="*/ 669395 h 1212067"/>
                <a:gd name="connsiteX339" fmla="*/ 1038379 w 1385794"/>
                <a:gd name="connsiteY339" fmla="*/ 668083 h 1212067"/>
                <a:gd name="connsiteX340" fmla="*/ 1039422 w 1385794"/>
                <a:gd name="connsiteY340" fmla="*/ 666771 h 1212067"/>
                <a:gd name="connsiteX341" fmla="*/ 1039893 w 1385794"/>
                <a:gd name="connsiteY341" fmla="*/ 664820 h 1212067"/>
                <a:gd name="connsiteX342" fmla="*/ 1039893 w 1385794"/>
                <a:gd name="connsiteY342" fmla="*/ 661994 h 1212067"/>
                <a:gd name="connsiteX343" fmla="*/ 1039253 w 1385794"/>
                <a:gd name="connsiteY343" fmla="*/ 660245 h 1212067"/>
                <a:gd name="connsiteX344" fmla="*/ 1037739 w 1385794"/>
                <a:gd name="connsiteY344" fmla="*/ 659371 h 1212067"/>
                <a:gd name="connsiteX345" fmla="*/ 1035552 w 1385794"/>
                <a:gd name="connsiteY345" fmla="*/ 659371 h 1212067"/>
                <a:gd name="connsiteX346" fmla="*/ 1032052 w 1385794"/>
                <a:gd name="connsiteY346" fmla="*/ 659371 h 1212067"/>
                <a:gd name="connsiteX347" fmla="*/ 1025085 w 1385794"/>
                <a:gd name="connsiteY347" fmla="*/ 659371 h 1212067"/>
                <a:gd name="connsiteX348" fmla="*/ 1019869 w 1385794"/>
                <a:gd name="connsiteY348" fmla="*/ 659371 h 1212067"/>
                <a:gd name="connsiteX349" fmla="*/ 1012700 w 1385794"/>
                <a:gd name="connsiteY349" fmla="*/ 659371 h 1212067"/>
                <a:gd name="connsiteX350" fmla="*/ 1006945 w 1385794"/>
                <a:gd name="connsiteY350" fmla="*/ 659371 h 1212067"/>
                <a:gd name="connsiteX351" fmla="*/ 1000753 w 1385794"/>
                <a:gd name="connsiteY351" fmla="*/ 658059 h 1212067"/>
                <a:gd name="connsiteX352" fmla="*/ 996714 w 1385794"/>
                <a:gd name="connsiteY352" fmla="*/ 658059 h 1212067"/>
                <a:gd name="connsiteX353" fmla="*/ 993012 w 1385794"/>
                <a:gd name="connsiteY353" fmla="*/ 656175 h 1212067"/>
                <a:gd name="connsiteX354" fmla="*/ 990825 w 1385794"/>
                <a:gd name="connsiteY354" fmla="*/ 652441 h 1212067"/>
                <a:gd name="connsiteX355" fmla="*/ 986752 w 1385794"/>
                <a:gd name="connsiteY355" fmla="*/ 652441 h 1212067"/>
                <a:gd name="connsiteX356" fmla="*/ 984026 w 1385794"/>
                <a:gd name="connsiteY356" fmla="*/ 656578 h 1212067"/>
                <a:gd name="connsiteX357" fmla="*/ 981738 w 1385794"/>
                <a:gd name="connsiteY357" fmla="*/ 655266 h 1212067"/>
                <a:gd name="connsiteX358" fmla="*/ 977767 w 1385794"/>
                <a:gd name="connsiteY358" fmla="*/ 653450 h 1212067"/>
                <a:gd name="connsiteX359" fmla="*/ 972617 w 1385794"/>
                <a:gd name="connsiteY359" fmla="*/ 650422 h 1212067"/>
                <a:gd name="connsiteX360" fmla="*/ 965887 w 1385794"/>
                <a:gd name="connsiteY360" fmla="*/ 643694 h 1212067"/>
                <a:gd name="connsiteX361" fmla="*/ 956901 w 1385794"/>
                <a:gd name="connsiteY361" fmla="*/ 634915 h 1212067"/>
                <a:gd name="connsiteX362" fmla="*/ 948117 w 1385794"/>
                <a:gd name="connsiteY362" fmla="*/ 624789 h 1212067"/>
                <a:gd name="connsiteX363" fmla="*/ 947040 w 1385794"/>
                <a:gd name="connsiteY363" fmla="*/ 620450 h 1212067"/>
                <a:gd name="connsiteX364" fmla="*/ 942396 w 1385794"/>
                <a:gd name="connsiteY364" fmla="*/ 616110 h 1212067"/>
                <a:gd name="connsiteX365" fmla="*/ 938323 w 1385794"/>
                <a:gd name="connsiteY365" fmla="*/ 614361 h 1212067"/>
                <a:gd name="connsiteX366" fmla="*/ 930213 w 1385794"/>
                <a:gd name="connsiteY366" fmla="*/ 611602 h 1212067"/>
                <a:gd name="connsiteX367" fmla="*/ 925299 w 1385794"/>
                <a:gd name="connsiteY367" fmla="*/ 608978 h 1212067"/>
                <a:gd name="connsiteX368" fmla="*/ 920655 w 1385794"/>
                <a:gd name="connsiteY368" fmla="*/ 608978 h 1212067"/>
                <a:gd name="connsiteX369" fmla="*/ 916010 w 1385794"/>
                <a:gd name="connsiteY369" fmla="*/ 606960 h 1212067"/>
                <a:gd name="connsiteX370" fmla="*/ 916010 w 1385794"/>
                <a:gd name="connsiteY370" fmla="*/ 604639 h 1212067"/>
                <a:gd name="connsiteX371" fmla="*/ 916010 w 1385794"/>
                <a:gd name="connsiteY371" fmla="*/ 600871 h 1212067"/>
                <a:gd name="connsiteX372" fmla="*/ 915876 w 1385794"/>
                <a:gd name="connsiteY372" fmla="*/ 597675 h 1212067"/>
                <a:gd name="connsiteX373" fmla="*/ 914698 w 1385794"/>
                <a:gd name="connsiteY373" fmla="*/ 594210 h 1212067"/>
                <a:gd name="connsiteX374" fmla="*/ 912948 w 1385794"/>
                <a:gd name="connsiteY374" fmla="*/ 590746 h 1212067"/>
                <a:gd name="connsiteX375" fmla="*/ 912376 w 1385794"/>
                <a:gd name="connsiteY375" fmla="*/ 587550 h 1212067"/>
                <a:gd name="connsiteX376" fmla="*/ 912376 w 1385794"/>
                <a:gd name="connsiteY376" fmla="*/ 583917 h 1212067"/>
                <a:gd name="connsiteX377" fmla="*/ 912376 w 1385794"/>
                <a:gd name="connsiteY377" fmla="*/ 579443 h 1212067"/>
                <a:gd name="connsiteX378" fmla="*/ 912308 w 1385794"/>
                <a:gd name="connsiteY378" fmla="*/ 578804 h 1212067"/>
                <a:gd name="connsiteX379" fmla="*/ 914126 w 1385794"/>
                <a:gd name="connsiteY379" fmla="*/ 575978 h 1212067"/>
                <a:gd name="connsiteX380" fmla="*/ 918905 w 1385794"/>
                <a:gd name="connsiteY380" fmla="*/ 575978 h 1212067"/>
                <a:gd name="connsiteX381" fmla="*/ 921059 w 1385794"/>
                <a:gd name="connsiteY381" fmla="*/ 575978 h 1212067"/>
                <a:gd name="connsiteX382" fmla="*/ 924121 w 1385794"/>
                <a:gd name="connsiteY382" fmla="*/ 575978 h 1212067"/>
                <a:gd name="connsiteX383" fmla="*/ 926746 w 1385794"/>
                <a:gd name="connsiteY383" fmla="*/ 577424 h 1212067"/>
                <a:gd name="connsiteX384" fmla="*/ 929641 w 1385794"/>
                <a:gd name="connsiteY384" fmla="*/ 575978 h 1212067"/>
                <a:gd name="connsiteX385" fmla="*/ 930213 w 1385794"/>
                <a:gd name="connsiteY385" fmla="*/ 573354 h 1212067"/>
                <a:gd name="connsiteX386" fmla="*/ 930213 w 1385794"/>
                <a:gd name="connsiteY386" fmla="*/ 569889 h 1212067"/>
                <a:gd name="connsiteX387" fmla="*/ 929641 w 1385794"/>
                <a:gd name="connsiteY387" fmla="*/ 562051 h 1212067"/>
                <a:gd name="connsiteX388" fmla="*/ 929775 w 1385794"/>
                <a:gd name="connsiteY388" fmla="*/ 559730 h 1212067"/>
                <a:gd name="connsiteX389" fmla="*/ 928631 w 1385794"/>
                <a:gd name="connsiteY389" fmla="*/ 558283 h 1212067"/>
                <a:gd name="connsiteX390" fmla="*/ 928496 w 1385794"/>
                <a:gd name="connsiteY390" fmla="*/ 557106 h 1212067"/>
                <a:gd name="connsiteX391" fmla="*/ 929237 w 1385794"/>
                <a:gd name="connsiteY391" fmla="*/ 555660 h 1212067"/>
                <a:gd name="connsiteX392" fmla="*/ 930246 w 1385794"/>
                <a:gd name="connsiteY392" fmla="*/ 553776 h 1212067"/>
                <a:gd name="connsiteX393" fmla="*/ 930246 w 1385794"/>
                <a:gd name="connsiteY393" fmla="*/ 552464 h 1212067"/>
                <a:gd name="connsiteX394" fmla="*/ 929506 w 1385794"/>
                <a:gd name="connsiteY394" fmla="*/ 549840 h 1212067"/>
                <a:gd name="connsiteX395" fmla="*/ 926881 w 1385794"/>
                <a:gd name="connsiteY395" fmla="*/ 546577 h 1212067"/>
                <a:gd name="connsiteX396" fmla="*/ 923549 w 1385794"/>
                <a:gd name="connsiteY396" fmla="*/ 544626 h 1212067"/>
                <a:gd name="connsiteX397" fmla="*/ 920655 w 1385794"/>
                <a:gd name="connsiteY397" fmla="*/ 544626 h 1212067"/>
                <a:gd name="connsiteX398" fmla="*/ 919713 w 1385794"/>
                <a:gd name="connsiteY398" fmla="*/ 542843 h 1212067"/>
                <a:gd name="connsiteX399" fmla="*/ 919780 w 1385794"/>
                <a:gd name="connsiteY399" fmla="*/ 542136 h 1212067"/>
                <a:gd name="connsiteX400" fmla="*/ 920890 w 1385794"/>
                <a:gd name="connsiteY400" fmla="*/ 541127 h 1212067"/>
                <a:gd name="connsiteX401" fmla="*/ 922775 w 1385794"/>
                <a:gd name="connsiteY401" fmla="*/ 540219 h 1212067"/>
                <a:gd name="connsiteX402" fmla="*/ 926645 w 1385794"/>
                <a:gd name="connsiteY402" fmla="*/ 538268 h 1212067"/>
                <a:gd name="connsiteX403" fmla="*/ 938559 w 1385794"/>
                <a:gd name="connsiteY403" fmla="*/ 533222 h 1212067"/>
                <a:gd name="connsiteX404" fmla="*/ 947679 w 1385794"/>
                <a:gd name="connsiteY404" fmla="*/ 528109 h 1212067"/>
                <a:gd name="connsiteX405" fmla="*/ 957473 w 1385794"/>
                <a:gd name="connsiteY405" fmla="*/ 523332 h 1212067"/>
                <a:gd name="connsiteX406" fmla="*/ 962353 w 1385794"/>
                <a:gd name="connsiteY406" fmla="*/ 519430 h 1212067"/>
                <a:gd name="connsiteX407" fmla="*/ 967367 w 1385794"/>
                <a:gd name="connsiteY407" fmla="*/ 513038 h 1212067"/>
                <a:gd name="connsiteX408" fmla="*/ 969319 w 1385794"/>
                <a:gd name="connsiteY408" fmla="*/ 506411 h 1212067"/>
                <a:gd name="connsiteX409" fmla="*/ 973021 w 1385794"/>
                <a:gd name="connsiteY409" fmla="*/ 500423 h 1212067"/>
                <a:gd name="connsiteX410" fmla="*/ 974771 w 1385794"/>
                <a:gd name="connsiteY410" fmla="*/ 496958 h 1212067"/>
                <a:gd name="connsiteX411" fmla="*/ 979449 w 1385794"/>
                <a:gd name="connsiteY411" fmla="*/ 495781 h 1212067"/>
                <a:gd name="connsiteX412" fmla="*/ 980762 w 1385794"/>
                <a:gd name="connsiteY412" fmla="*/ 493393 h 1212067"/>
                <a:gd name="connsiteX413" fmla="*/ 984666 w 1385794"/>
                <a:gd name="connsiteY413" fmla="*/ 489490 h 1212067"/>
                <a:gd name="connsiteX414" fmla="*/ 985204 w 1385794"/>
                <a:gd name="connsiteY414" fmla="*/ 487539 h 1212067"/>
                <a:gd name="connsiteX415" fmla="*/ 988772 w 1385794"/>
                <a:gd name="connsiteY415" fmla="*/ 484276 h 1212067"/>
                <a:gd name="connsiteX416" fmla="*/ 992238 w 1385794"/>
                <a:gd name="connsiteY416" fmla="*/ 482224 h 1212067"/>
                <a:gd name="connsiteX417" fmla="*/ 994089 w 1385794"/>
                <a:gd name="connsiteY417" fmla="*/ 479399 h 1212067"/>
                <a:gd name="connsiteX418" fmla="*/ 993988 w 1385794"/>
                <a:gd name="connsiteY418" fmla="*/ 474285 h 1212067"/>
                <a:gd name="connsiteX419" fmla="*/ 992911 w 1385794"/>
                <a:gd name="connsiteY419" fmla="*/ 469509 h 1212067"/>
                <a:gd name="connsiteX420" fmla="*/ 992373 w 1385794"/>
                <a:gd name="connsiteY420" fmla="*/ 463756 h 1212067"/>
                <a:gd name="connsiteX421" fmla="*/ 990084 w 1385794"/>
                <a:gd name="connsiteY421" fmla="*/ 460594 h 1212067"/>
                <a:gd name="connsiteX422" fmla="*/ 987358 w 1385794"/>
                <a:gd name="connsiteY422" fmla="*/ 456456 h 1212067"/>
                <a:gd name="connsiteX423" fmla="*/ 986483 w 1385794"/>
                <a:gd name="connsiteY423" fmla="*/ 453530 h 1212067"/>
                <a:gd name="connsiteX424" fmla="*/ 985945 w 1385794"/>
                <a:gd name="connsiteY424" fmla="*/ 451478 h 1212067"/>
                <a:gd name="connsiteX425" fmla="*/ 983555 w 1385794"/>
                <a:gd name="connsiteY425" fmla="*/ 447575 h 1212067"/>
                <a:gd name="connsiteX426" fmla="*/ 982142 w 1385794"/>
                <a:gd name="connsiteY426" fmla="*/ 445523 h 1212067"/>
                <a:gd name="connsiteX427" fmla="*/ 983993 w 1385794"/>
                <a:gd name="connsiteY427" fmla="*/ 442159 h 1212067"/>
                <a:gd name="connsiteX428" fmla="*/ 985945 w 1385794"/>
                <a:gd name="connsiteY428" fmla="*/ 439771 h 1212067"/>
                <a:gd name="connsiteX429" fmla="*/ 986921 w 1385794"/>
                <a:gd name="connsiteY429" fmla="*/ 438694 h 1212067"/>
                <a:gd name="connsiteX430" fmla="*/ 987022 w 1385794"/>
                <a:gd name="connsiteY430" fmla="*/ 435970 h 1212067"/>
                <a:gd name="connsiteX431" fmla="*/ 984195 w 1385794"/>
                <a:gd name="connsiteY431" fmla="*/ 433144 h 1212067"/>
                <a:gd name="connsiteX432" fmla="*/ 980594 w 1385794"/>
                <a:gd name="connsiteY432" fmla="*/ 429444 h 1212067"/>
                <a:gd name="connsiteX433" fmla="*/ 976555 w 1385794"/>
                <a:gd name="connsiteY433" fmla="*/ 427493 h 1212067"/>
                <a:gd name="connsiteX434" fmla="*/ 972416 w 1385794"/>
                <a:gd name="connsiteY434" fmla="*/ 426517 h 1212067"/>
                <a:gd name="connsiteX435" fmla="*/ 967536 w 1385794"/>
                <a:gd name="connsiteY435" fmla="*/ 426517 h 1212067"/>
                <a:gd name="connsiteX436" fmla="*/ 963194 w 1385794"/>
                <a:gd name="connsiteY436" fmla="*/ 425979 h 1212067"/>
                <a:gd name="connsiteX437" fmla="*/ 956228 w 1385794"/>
                <a:gd name="connsiteY437" fmla="*/ 425979 h 1212067"/>
                <a:gd name="connsiteX438" fmla="*/ 951752 w 1385794"/>
                <a:gd name="connsiteY438" fmla="*/ 427392 h 1212067"/>
                <a:gd name="connsiteX439" fmla="*/ 948184 w 1385794"/>
                <a:gd name="connsiteY439" fmla="*/ 428704 h 1212067"/>
                <a:gd name="connsiteX440" fmla="*/ 945357 w 1385794"/>
                <a:gd name="connsiteY440" fmla="*/ 429242 h 1212067"/>
                <a:gd name="connsiteX441" fmla="*/ 942766 w 1385794"/>
                <a:gd name="connsiteY441" fmla="*/ 430756 h 1212067"/>
                <a:gd name="connsiteX442" fmla="*/ 940814 w 1385794"/>
                <a:gd name="connsiteY442" fmla="*/ 431630 h 1212067"/>
                <a:gd name="connsiteX443" fmla="*/ 936237 w 1385794"/>
                <a:gd name="connsiteY443" fmla="*/ 432505 h 1212067"/>
                <a:gd name="connsiteX444" fmla="*/ 932097 w 1385794"/>
                <a:gd name="connsiteY444" fmla="*/ 434456 h 1212067"/>
                <a:gd name="connsiteX445" fmla="*/ 928496 w 1385794"/>
                <a:gd name="connsiteY445" fmla="*/ 436071 h 1212067"/>
                <a:gd name="connsiteX446" fmla="*/ 926544 w 1385794"/>
                <a:gd name="connsiteY446" fmla="*/ 436306 h 1212067"/>
                <a:gd name="connsiteX447" fmla="*/ 924491 w 1385794"/>
                <a:gd name="connsiteY447" fmla="*/ 438055 h 1212067"/>
                <a:gd name="connsiteX448" fmla="*/ 922439 w 1385794"/>
                <a:gd name="connsiteY448" fmla="*/ 441419 h 1212067"/>
                <a:gd name="connsiteX449" fmla="*/ 919511 w 1385794"/>
                <a:gd name="connsiteY449" fmla="*/ 443909 h 1212067"/>
                <a:gd name="connsiteX450" fmla="*/ 915708 w 1385794"/>
                <a:gd name="connsiteY450" fmla="*/ 446398 h 1212067"/>
                <a:gd name="connsiteX451" fmla="*/ 910054 w 1385794"/>
                <a:gd name="connsiteY451" fmla="*/ 450199 h 1212067"/>
                <a:gd name="connsiteX452" fmla="*/ 904501 w 1385794"/>
                <a:gd name="connsiteY452" fmla="*/ 454640 h 1212067"/>
                <a:gd name="connsiteX453" fmla="*/ 903323 w 1385794"/>
                <a:gd name="connsiteY453" fmla="*/ 455952 h 1212067"/>
                <a:gd name="connsiteX454" fmla="*/ 900832 w 1385794"/>
                <a:gd name="connsiteY454" fmla="*/ 457028 h 1212067"/>
                <a:gd name="connsiteX455" fmla="*/ 898544 w 1385794"/>
                <a:gd name="connsiteY455" fmla="*/ 457802 h 1212067"/>
                <a:gd name="connsiteX456" fmla="*/ 892789 w 1385794"/>
                <a:gd name="connsiteY456" fmla="*/ 457802 h 1212067"/>
                <a:gd name="connsiteX457" fmla="*/ 888649 w 1385794"/>
                <a:gd name="connsiteY457" fmla="*/ 458138 h 1212067"/>
                <a:gd name="connsiteX458" fmla="*/ 882019 w 1385794"/>
                <a:gd name="connsiteY458" fmla="*/ 458340 h 1212067"/>
                <a:gd name="connsiteX459" fmla="*/ 875490 w 1385794"/>
                <a:gd name="connsiteY459" fmla="*/ 457802 h 1212067"/>
                <a:gd name="connsiteX460" fmla="*/ 873336 w 1385794"/>
                <a:gd name="connsiteY460" fmla="*/ 454640 h 1212067"/>
                <a:gd name="connsiteX461" fmla="*/ 871149 w 1385794"/>
                <a:gd name="connsiteY461" fmla="*/ 452453 h 1212067"/>
                <a:gd name="connsiteX462" fmla="*/ 866370 w 1385794"/>
                <a:gd name="connsiteY462" fmla="*/ 451579 h 1212067"/>
                <a:gd name="connsiteX463" fmla="*/ 860178 w 1385794"/>
                <a:gd name="connsiteY463" fmla="*/ 451780 h 1212067"/>
                <a:gd name="connsiteX464" fmla="*/ 857788 w 1385794"/>
                <a:gd name="connsiteY464" fmla="*/ 451679 h 1212067"/>
                <a:gd name="connsiteX465" fmla="*/ 853884 w 1385794"/>
                <a:gd name="connsiteY465" fmla="*/ 449190 h 1212067"/>
                <a:gd name="connsiteX466" fmla="*/ 851394 w 1385794"/>
                <a:gd name="connsiteY466" fmla="*/ 444851 h 1212067"/>
                <a:gd name="connsiteX467" fmla="*/ 850317 w 1385794"/>
                <a:gd name="connsiteY467" fmla="*/ 443000 h 1212067"/>
                <a:gd name="connsiteX468" fmla="*/ 847591 w 1385794"/>
                <a:gd name="connsiteY468" fmla="*/ 438863 h 1212067"/>
                <a:gd name="connsiteX469" fmla="*/ 844124 w 1385794"/>
                <a:gd name="connsiteY469" fmla="*/ 438425 h 1212067"/>
                <a:gd name="connsiteX470" fmla="*/ 840658 w 1385794"/>
                <a:gd name="connsiteY470" fmla="*/ 440376 h 1212067"/>
                <a:gd name="connsiteX471" fmla="*/ 838706 w 1385794"/>
                <a:gd name="connsiteY471" fmla="*/ 441991 h 1212067"/>
                <a:gd name="connsiteX472" fmla="*/ 837393 w 1385794"/>
                <a:gd name="connsiteY472" fmla="*/ 443841 h 1212067"/>
                <a:gd name="connsiteX473" fmla="*/ 833691 w 1385794"/>
                <a:gd name="connsiteY473" fmla="*/ 443841 h 1212067"/>
                <a:gd name="connsiteX474" fmla="*/ 829350 w 1385794"/>
                <a:gd name="connsiteY474" fmla="*/ 444043 h 1212067"/>
                <a:gd name="connsiteX475" fmla="*/ 825984 w 1385794"/>
                <a:gd name="connsiteY475" fmla="*/ 445120 h 1212067"/>
                <a:gd name="connsiteX476" fmla="*/ 823797 w 1385794"/>
                <a:gd name="connsiteY476" fmla="*/ 446734 h 1212067"/>
                <a:gd name="connsiteX477" fmla="*/ 818143 w 1385794"/>
                <a:gd name="connsiteY477" fmla="*/ 448786 h 1212067"/>
                <a:gd name="connsiteX478" fmla="*/ 813566 w 1385794"/>
                <a:gd name="connsiteY478" fmla="*/ 450199 h 1212067"/>
                <a:gd name="connsiteX479" fmla="*/ 810739 w 1385794"/>
                <a:gd name="connsiteY479" fmla="*/ 452117 h 1212067"/>
                <a:gd name="connsiteX480" fmla="*/ 807811 w 1385794"/>
                <a:gd name="connsiteY480" fmla="*/ 452487 h 1212067"/>
                <a:gd name="connsiteX481" fmla="*/ 804143 w 1385794"/>
                <a:gd name="connsiteY481" fmla="*/ 452487 h 1212067"/>
                <a:gd name="connsiteX482" fmla="*/ 799801 w 1385794"/>
                <a:gd name="connsiteY482" fmla="*/ 450738 h 1212067"/>
                <a:gd name="connsiteX483" fmla="*/ 795897 w 1385794"/>
                <a:gd name="connsiteY483" fmla="*/ 449964 h 1212067"/>
                <a:gd name="connsiteX484" fmla="*/ 792195 w 1385794"/>
                <a:gd name="connsiteY484" fmla="*/ 448652 h 1212067"/>
                <a:gd name="connsiteX485" fmla="*/ 787315 w 1385794"/>
                <a:gd name="connsiteY485" fmla="*/ 446701 h 1212067"/>
                <a:gd name="connsiteX486" fmla="*/ 785464 w 1385794"/>
                <a:gd name="connsiteY486" fmla="*/ 446465 h 1212067"/>
                <a:gd name="connsiteX487" fmla="*/ 781661 w 1385794"/>
                <a:gd name="connsiteY487" fmla="*/ 447004 h 1212067"/>
                <a:gd name="connsiteX488" fmla="*/ 780786 w 1385794"/>
                <a:gd name="connsiteY488" fmla="*/ 449190 h 1212067"/>
                <a:gd name="connsiteX489" fmla="*/ 781561 w 1385794"/>
                <a:gd name="connsiteY489" fmla="*/ 452016 h 1212067"/>
                <a:gd name="connsiteX490" fmla="*/ 784926 w 1385794"/>
                <a:gd name="connsiteY490" fmla="*/ 453765 h 1212067"/>
                <a:gd name="connsiteX491" fmla="*/ 790041 w 1385794"/>
                <a:gd name="connsiteY491" fmla="*/ 456389 h 1212067"/>
                <a:gd name="connsiteX492" fmla="*/ 794719 w 1385794"/>
                <a:gd name="connsiteY492" fmla="*/ 458777 h 1212067"/>
                <a:gd name="connsiteX493" fmla="*/ 795796 w 1385794"/>
                <a:gd name="connsiteY493" fmla="*/ 462478 h 1212067"/>
                <a:gd name="connsiteX494" fmla="*/ 797008 w 1385794"/>
                <a:gd name="connsiteY494" fmla="*/ 465943 h 1212067"/>
                <a:gd name="connsiteX495" fmla="*/ 798859 w 1385794"/>
                <a:gd name="connsiteY495" fmla="*/ 469744 h 1212067"/>
                <a:gd name="connsiteX496" fmla="*/ 802561 w 1385794"/>
                <a:gd name="connsiteY496" fmla="*/ 473209 h 1212067"/>
                <a:gd name="connsiteX497" fmla="*/ 804075 w 1385794"/>
                <a:gd name="connsiteY497" fmla="*/ 474723 h 1212067"/>
                <a:gd name="connsiteX498" fmla="*/ 807542 w 1385794"/>
                <a:gd name="connsiteY498" fmla="*/ 477346 h 1212067"/>
                <a:gd name="connsiteX499" fmla="*/ 808518 w 1385794"/>
                <a:gd name="connsiteY499" fmla="*/ 479634 h 1212067"/>
                <a:gd name="connsiteX500" fmla="*/ 805792 w 1385794"/>
                <a:gd name="connsiteY500" fmla="*/ 482258 h 1212067"/>
                <a:gd name="connsiteX501" fmla="*/ 800239 w 1385794"/>
                <a:gd name="connsiteY501" fmla="*/ 485857 h 1212067"/>
                <a:gd name="connsiteX502" fmla="*/ 796974 w 1385794"/>
                <a:gd name="connsiteY502" fmla="*/ 487808 h 1212067"/>
                <a:gd name="connsiteX503" fmla="*/ 792936 w 1385794"/>
                <a:gd name="connsiteY503" fmla="*/ 492148 h 1212067"/>
                <a:gd name="connsiteX504" fmla="*/ 791522 w 1385794"/>
                <a:gd name="connsiteY504" fmla="*/ 493897 h 1212067"/>
                <a:gd name="connsiteX505" fmla="*/ 788056 w 1385794"/>
                <a:gd name="connsiteY505" fmla="*/ 497160 h 1212067"/>
                <a:gd name="connsiteX506" fmla="*/ 785868 w 1385794"/>
                <a:gd name="connsiteY506" fmla="*/ 500524 h 1212067"/>
                <a:gd name="connsiteX507" fmla="*/ 785431 w 1385794"/>
                <a:gd name="connsiteY507" fmla="*/ 503249 h 1212067"/>
                <a:gd name="connsiteX508" fmla="*/ 784657 w 1385794"/>
                <a:gd name="connsiteY508" fmla="*/ 506512 h 1212067"/>
                <a:gd name="connsiteX509" fmla="*/ 782469 w 1385794"/>
                <a:gd name="connsiteY509" fmla="*/ 507151 h 1212067"/>
                <a:gd name="connsiteX510" fmla="*/ 779104 w 1385794"/>
                <a:gd name="connsiteY510" fmla="*/ 506714 h 1212067"/>
                <a:gd name="connsiteX511" fmla="*/ 777051 w 1385794"/>
                <a:gd name="connsiteY511" fmla="*/ 504325 h 1212067"/>
                <a:gd name="connsiteX512" fmla="*/ 775200 w 1385794"/>
                <a:gd name="connsiteY512" fmla="*/ 499751 h 1212067"/>
                <a:gd name="connsiteX513" fmla="*/ 771397 w 1385794"/>
                <a:gd name="connsiteY513" fmla="*/ 498001 h 1212067"/>
                <a:gd name="connsiteX514" fmla="*/ 768132 w 1385794"/>
                <a:gd name="connsiteY514" fmla="*/ 498977 h 1212067"/>
                <a:gd name="connsiteX515" fmla="*/ 764767 w 1385794"/>
                <a:gd name="connsiteY515" fmla="*/ 501802 h 1212067"/>
                <a:gd name="connsiteX516" fmla="*/ 763791 w 1385794"/>
                <a:gd name="connsiteY516" fmla="*/ 502442 h 1212067"/>
                <a:gd name="connsiteX517" fmla="*/ 759988 w 1385794"/>
                <a:gd name="connsiteY517" fmla="*/ 499280 h 1212067"/>
                <a:gd name="connsiteX518" fmla="*/ 757699 w 1385794"/>
                <a:gd name="connsiteY518" fmla="*/ 494503 h 1212067"/>
                <a:gd name="connsiteX519" fmla="*/ 756723 w 1385794"/>
                <a:gd name="connsiteY519" fmla="*/ 493090 h 1212067"/>
                <a:gd name="connsiteX520" fmla="*/ 754872 w 1385794"/>
                <a:gd name="connsiteY520" fmla="*/ 491038 h 1212067"/>
                <a:gd name="connsiteX521" fmla="*/ 752685 w 1385794"/>
                <a:gd name="connsiteY521" fmla="*/ 489524 h 1212067"/>
                <a:gd name="connsiteX522" fmla="*/ 750396 w 1385794"/>
                <a:gd name="connsiteY522" fmla="*/ 489423 h 1212067"/>
                <a:gd name="connsiteX523" fmla="*/ 748209 w 1385794"/>
                <a:gd name="connsiteY523" fmla="*/ 489423 h 1212067"/>
                <a:gd name="connsiteX524" fmla="*/ 744608 w 1385794"/>
                <a:gd name="connsiteY524" fmla="*/ 489524 h 1212067"/>
                <a:gd name="connsiteX525" fmla="*/ 742757 w 1385794"/>
                <a:gd name="connsiteY525" fmla="*/ 488986 h 1212067"/>
                <a:gd name="connsiteX526" fmla="*/ 740367 w 1385794"/>
                <a:gd name="connsiteY526" fmla="*/ 487371 h 1212067"/>
                <a:gd name="connsiteX527" fmla="*/ 739290 w 1385794"/>
                <a:gd name="connsiteY527" fmla="*/ 484343 h 1212067"/>
                <a:gd name="connsiteX528" fmla="*/ 739290 w 1385794"/>
                <a:gd name="connsiteY528" fmla="*/ 481181 h 1212067"/>
                <a:gd name="connsiteX529" fmla="*/ 739223 w 1385794"/>
                <a:gd name="connsiteY529" fmla="*/ 478692 h 1212067"/>
                <a:gd name="connsiteX530" fmla="*/ 739122 w 1385794"/>
                <a:gd name="connsiteY530" fmla="*/ 477178 h 1212067"/>
                <a:gd name="connsiteX531" fmla="*/ 737103 w 1385794"/>
                <a:gd name="connsiteY531" fmla="*/ 475429 h 1212067"/>
                <a:gd name="connsiteX532" fmla="*/ 734478 w 1385794"/>
                <a:gd name="connsiteY532" fmla="*/ 474353 h 1212067"/>
                <a:gd name="connsiteX533" fmla="*/ 732963 w 1385794"/>
                <a:gd name="connsiteY533" fmla="*/ 473141 h 1212067"/>
                <a:gd name="connsiteX534" fmla="*/ 731213 w 1385794"/>
                <a:gd name="connsiteY534" fmla="*/ 470854 h 1212067"/>
                <a:gd name="connsiteX535" fmla="*/ 728925 w 1385794"/>
                <a:gd name="connsiteY535" fmla="*/ 467591 h 1212067"/>
                <a:gd name="connsiteX536" fmla="*/ 728925 w 1385794"/>
                <a:gd name="connsiteY536" fmla="*/ 466279 h 1212067"/>
                <a:gd name="connsiteX537" fmla="*/ 730540 w 1385794"/>
                <a:gd name="connsiteY537" fmla="*/ 463992 h 1212067"/>
                <a:gd name="connsiteX538" fmla="*/ 733030 w 1385794"/>
                <a:gd name="connsiteY538" fmla="*/ 462579 h 1212067"/>
                <a:gd name="connsiteX539" fmla="*/ 735521 w 1385794"/>
                <a:gd name="connsiteY539" fmla="*/ 461805 h 1212067"/>
                <a:gd name="connsiteX540" fmla="*/ 737910 w 1385794"/>
                <a:gd name="connsiteY540" fmla="*/ 458004 h 1212067"/>
                <a:gd name="connsiteX541" fmla="*/ 735858 w 1385794"/>
                <a:gd name="connsiteY541" fmla="*/ 455817 h 1212067"/>
                <a:gd name="connsiteX542" fmla="*/ 731718 w 1385794"/>
                <a:gd name="connsiteY542" fmla="*/ 454841 h 1212067"/>
                <a:gd name="connsiteX543" fmla="*/ 727578 w 1385794"/>
                <a:gd name="connsiteY543" fmla="*/ 455279 h 1212067"/>
                <a:gd name="connsiteX544" fmla="*/ 725290 w 1385794"/>
                <a:gd name="connsiteY544" fmla="*/ 456456 h 1212067"/>
                <a:gd name="connsiteX545" fmla="*/ 722026 w 1385794"/>
                <a:gd name="connsiteY545" fmla="*/ 459181 h 1212067"/>
                <a:gd name="connsiteX546" fmla="*/ 719535 w 1385794"/>
                <a:gd name="connsiteY546" fmla="*/ 460493 h 1212067"/>
                <a:gd name="connsiteX547" fmla="*/ 717785 w 1385794"/>
                <a:gd name="connsiteY547" fmla="*/ 462007 h 1212067"/>
                <a:gd name="connsiteX548" fmla="*/ 714857 w 1385794"/>
                <a:gd name="connsiteY548" fmla="*/ 462343 h 1212067"/>
                <a:gd name="connsiteX549" fmla="*/ 711391 w 1385794"/>
                <a:gd name="connsiteY549" fmla="*/ 461704 h 1212067"/>
                <a:gd name="connsiteX550" fmla="*/ 708665 w 1385794"/>
                <a:gd name="connsiteY550" fmla="*/ 459854 h 1212067"/>
                <a:gd name="connsiteX551" fmla="*/ 706713 w 1385794"/>
                <a:gd name="connsiteY551" fmla="*/ 457129 h 1212067"/>
                <a:gd name="connsiteX552" fmla="*/ 706174 w 1385794"/>
                <a:gd name="connsiteY552" fmla="*/ 454841 h 1212067"/>
                <a:gd name="connsiteX553" fmla="*/ 704121 w 1385794"/>
                <a:gd name="connsiteY553" fmla="*/ 453866 h 1212067"/>
                <a:gd name="connsiteX554" fmla="*/ 700655 w 1385794"/>
                <a:gd name="connsiteY554" fmla="*/ 453866 h 1212067"/>
                <a:gd name="connsiteX555" fmla="*/ 698467 w 1385794"/>
                <a:gd name="connsiteY555" fmla="*/ 452453 h 1212067"/>
                <a:gd name="connsiteX556" fmla="*/ 699679 w 1385794"/>
                <a:gd name="connsiteY556" fmla="*/ 449527 h 1212067"/>
                <a:gd name="connsiteX557" fmla="*/ 702405 w 1385794"/>
                <a:gd name="connsiteY557" fmla="*/ 447037 h 1212067"/>
                <a:gd name="connsiteX558" fmla="*/ 702405 w 1385794"/>
                <a:gd name="connsiteY558" fmla="*/ 443673 h 1212067"/>
                <a:gd name="connsiteX559" fmla="*/ 700890 w 1385794"/>
                <a:gd name="connsiteY559" fmla="*/ 442361 h 1212067"/>
                <a:gd name="connsiteX560" fmla="*/ 698467 w 1385794"/>
                <a:gd name="connsiteY560" fmla="*/ 439973 h 1212067"/>
                <a:gd name="connsiteX561" fmla="*/ 699713 w 1385794"/>
                <a:gd name="connsiteY561" fmla="*/ 437921 h 1212067"/>
                <a:gd name="connsiteX562" fmla="*/ 701227 w 1385794"/>
                <a:gd name="connsiteY562" fmla="*/ 436272 h 1212067"/>
                <a:gd name="connsiteX563" fmla="*/ 702741 w 1385794"/>
                <a:gd name="connsiteY563" fmla="*/ 434759 h 1212067"/>
                <a:gd name="connsiteX564" fmla="*/ 701530 w 1385794"/>
                <a:gd name="connsiteY564" fmla="*/ 431933 h 1212067"/>
                <a:gd name="connsiteX565" fmla="*/ 700991 w 1385794"/>
                <a:gd name="connsiteY565" fmla="*/ 430520 h 1212067"/>
                <a:gd name="connsiteX566" fmla="*/ 702506 w 1385794"/>
                <a:gd name="connsiteY566" fmla="*/ 428670 h 1212067"/>
                <a:gd name="connsiteX567" fmla="*/ 703381 w 1385794"/>
                <a:gd name="connsiteY567" fmla="*/ 427694 h 1212067"/>
                <a:gd name="connsiteX568" fmla="*/ 703583 w 1385794"/>
                <a:gd name="connsiteY568" fmla="*/ 424667 h 1212067"/>
                <a:gd name="connsiteX569" fmla="*/ 702506 w 1385794"/>
                <a:gd name="connsiteY569" fmla="*/ 422177 h 1212067"/>
                <a:gd name="connsiteX570" fmla="*/ 704693 w 1385794"/>
                <a:gd name="connsiteY570" fmla="*/ 419789 h 1212067"/>
                <a:gd name="connsiteX571" fmla="*/ 706208 w 1385794"/>
                <a:gd name="connsiteY571" fmla="*/ 418040 h 1212067"/>
                <a:gd name="connsiteX572" fmla="*/ 706208 w 1385794"/>
                <a:gd name="connsiteY572" fmla="*/ 414878 h 1212067"/>
                <a:gd name="connsiteX573" fmla="*/ 703818 w 1385794"/>
                <a:gd name="connsiteY573" fmla="*/ 411716 h 1212067"/>
                <a:gd name="connsiteX574" fmla="*/ 701328 w 1385794"/>
                <a:gd name="connsiteY574" fmla="*/ 410740 h 1212067"/>
                <a:gd name="connsiteX575" fmla="*/ 697962 w 1385794"/>
                <a:gd name="connsiteY575" fmla="*/ 410740 h 1212067"/>
                <a:gd name="connsiteX576" fmla="*/ 696212 w 1385794"/>
                <a:gd name="connsiteY576" fmla="*/ 410740 h 1212067"/>
                <a:gd name="connsiteX577" fmla="*/ 694462 w 1385794"/>
                <a:gd name="connsiteY577" fmla="*/ 410740 h 1212067"/>
                <a:gd name="connsiteX578" fmla="*/ 690996 w 1385794"/>
                <a:gd name="connsiteY578" fmla="*/ 410740 h 1212067"/>
                <a:gd name="connsiteX579" fmla="*/ 690222 w 1385794"/>
                <a:gd name="connsiteY579" fmla="*/ 412590 h 1212067"/>
                <a:gd name="connsiteX580" fmla="*/ 688707 w 1385794"/>
                <a:gd name="connsiteY580" fmla="*/ 413465 h 1212067"/>
                <a:gd name="connsiteX581" fmla="*/ 687193 w 1385794"/>
                <a:gd name="connsiteY581" fmla="*/ 412489 h 1212067"/>
                <a:gd name="connsiteX582" fmla="*/ 684366 w 1385794"/>
                <a:gd name="connsiteY582" fmla="*/ 411514 h 1212067"/>
                <a:gd name="connsiteX583" fmla="*/ 682515 w 1385794"/>
                <a:gd name="connsiteY583" fmla="*/ 411312 h 1212067"/>
                <a:gd name="connsiteX584" fmla="*/ 680226 w 1385794"/>
                <a:gd name="connsiteY584" fmla="*/ 411648 h 1212067"/>
                <a:gd name="connsiteX585" fmla="*/ 678375 w 1385794"/>
                <a:gd name="connsiteY585" fmla="*/ 412422 h 1212067"/>
                <a:gd name="connsiteX586" fmla="*/ 674135 w 1385794"/>
                <a:gd name="connsiteY586" fmla="*/ 410807 h 1212067"/>
                <a:gd name="connsiteX587" fmla="*/ 673597 w 1385794"/>
                <a:gd name="connsiteY587" fmla="*/ 409394 h 1212067"/>
                <a:gd name="connsiteX588" fmla="*/ 676087 w 1385794"/>
                <a:gd name="connsiteY588" fmla="*/ 403104 h 1212067"/>
                <a:gd name="connsiteX589" fmla="*/ 673597 w 1385794"/>
                <a:gd name="connsiteY589" fmla="*/ 398226 h 1212067"/>
                <a:gd name="connsiteX590" fmla="*/ 670568 w 1385794"/>
                <a:gd name="connsiteY590" fmla="*/ 396914 h 1212067"/>
                <a:gd name="connsiteX591" fmla="*/ 668380 w 1385794"/>
                <a:gd name="connsiteY591" fmla="*/ 396914 h 1212067"/>
                <a:gd name="connsiteX592" fmla="*/ 664914 w 1385794"/>
                <a:gd name="connsiteY592" fmla="*/ 396914 h 1212067"/>
                <a:gd name="connsiteX593" fmla="*/ 662962 w 1385794"/>
                <a:gd name="connsiteY593" fmla="*/ 395064 h 1212067"/>
                <a:gd name="connsiteX594" fmla="*/ 662962 w 1385794"/>
                <a:gd name="connsiteY594" fmla="*/ 393113 h 1212067"/>
                <a:gd name="connsiteX595" fmla="*/ 659058 w 1385794"/>
                <a:gd name="connsiteY595" fmla="*/ 392339 h 1212067"/>
                <a:gd name="connsiteX596" fmla="*/ 658519 w 1385794"/>
                <a:gd name="connsiteY596" fmla="*/ 389312 h 1212067"/>
                <a:gd name="connsiteX597" fmla="*/ 658957 w 1385794"/>
                <a:gd name="connsiteY597" fmla="*/ 386048 h 1212067"/>
                <a:gd name="connsiteX598" fmla="*/ 659159 w 1385794"/>
                <a:gd name="connsiteY598" fmla="*/ 382785 h 1212067"/>
                <a:gd name="connsiteX599" fmla="*/ 659058 w 1385794"/>
                <a:gd name="connsiteY599" fmla="*/ 379321 h 1212067"/>
                <a:gd name="connsiteX600" fmla="*/ 657442 w 1385794"/>
                <a:gd name="connsiteY600" fmla="*/ 377370 h 1212067"/>
                <a:gd name="connsiteX601" fmla="*/ 656231 w 1385794"/>
                <a:gd name="connsiteY601" fmla="*/ 375183 h 1212067"/>
                <a:gd name="connsiteX602" fmla="*/ 657745 w 1385794"/>
                <a:gd name="connsiteY602" fmla="*/ 372122 h 1212067"/>
                <a:gd name="connsiteX603" fmla="*/ 655457 w 1385794"/>
                <a:gd name="connsiteY603" fmla="*/ 368960 h 1212067"/>
                <a:gd name="connsiteX604" fmla="*/ 652293 w 1385794"/>
                <a:gd name="connsiteY604" fmla="*/ 368051 h 1212067"/>
                <a:gd name="connsiteX605" fmla="*/ 648591 w 1385794"/>
                <a:gd name="connsiteY605" fmla="*/ 367345 h 1212067"/>
                <a:gd name="connsiteX606" fmla="*/ 642298 w 1385794"/>
                <a:gd name="connsiteY606" fmla="*/ 367345 h 1212067"/>
                <a:gd name="connsiteX607" fmla="*/ 636879 w 1385794"/>
                <a:gd name="connsiteY607" fmla="*/ 365495 h 1212067"/>
                <a:gd name="connsiteX608" fmla="*/ 633076 w 1385794"/>
                <a:gd name="connsiteY608" fmla="*/ 362871 h 1212067"/>
                <a:gd name="connsiteX609" fmla="*/ 629172 w 1385794"/>
                <a:gd name="connsiteY609" fmla="*/ 360381 h 1212067"/>
                <a:gd name="connsiteX610" fmla="*/ 625269 w 1385794"/>
                <a:gd name="connsiteY610" fmla="*/ 357758 h 1212067"/>
                <a:gd name="connsiteX611" fmla="*/ 620052 w 1385794"/>
                <a:gd name="connsiteY611" fmla="*/ 358397 h 1212067"/>
                <a:gd name="connsiteX612" fmla="*/ 617999 w 1385794"/>
                <a:gd name="connsiteY612" fmla="*/ 352846 h 1212067"/>
                <a:gd name="connsiteX613" fmla="*/ 612345 w 1385794"/>
                <a:gd name="connsiteY613" fmla="*/ 349045 h 1212067"/>
                <a:gd name="connsiteX614" fmla="*/ 608980 w 1385794"/>
                <a:gd name="connsiteY614" fmla="*/ 348507 h 1212067"/>
                <a:gd name="connsiteX615" fmla="*/ 601811 w 1385794"/>
                <a:gd name="connsiteY615" fmla="*/ 346993 h 1212067"/>
                <a:gd name="connsiteX616" fmla="*/ 597032 w 1385794"/>
                <a:gd name="connsiteY616" fmla="*/ 346993 h 1212067"/>
                <a:gd name="connsiteX617" fmla="*/ 594407 w 1385794"/>
                <a:gd name="connsiteY617" fmla="*/ 346959 h 1212067"/>
                <a:gd name="connsiteX618" fmla="*/ 590268 w 1385794"/>
                <a:gd name="connsiteY618" fmla="*/ 348204 h 1212067"/>
                <a:gd name="connsiteX619" fmla="*/ 587542 w 1385794"/>
                <a:gd name="connsiteY619" fmla="*/ 348978 h 1212067"/>
                <a:gd name="connsiteX620" fmla="*/ 582763 w 1385794"/>
                <a:gd name="connsiteY620" fmla="*/ 345513 h 1212067"/>
                <a:gd name="connsiteX621" fmla="*/ 587239 w 1385794"/>
                <a:gd name="connsiteY621" fmla="*/ 345513 h 1212067"/>
                <a:gd name="connsiteX622" fmla="*/ 589830 w 1385794"/>
                <a:gd name="connsiteY622" fmla="*/ 345378 h 1212067"/>
                <a:gd name="connsiteX623" fmla="*/ 592220 w 1385794"/>
                <a:gd name="connsiteY623" fmla="*/ 343898 h 1212067"/>
                <a:gd name="connsiteX624" fmla="*/ 592758 w 1385794"/>
                <a:gd name="connsiteY624" fmla="*/ 342822 h 1212067"/>
                <a:gd name="connsiteX625" fmla="*/ 593633 w 1385794"/>
                <a:gd name="connsiteY625" fmla="*/ 340231 h 1212067"/>
                <a:gd name="connsiteX626" fmla="*/ 594508 w 1385794"/>
                <a:gd name="connsiteY626" fmla="*/ 338482 h 1212067"/>
                <a:gd name="connsiteX627" fmla="*/ 596258 w 1385794"/>
                <a:gd name="connsiteY627" fmla="*/ 335892 h 1212067"/>
                <a:gd name="connsiteX628" fmla="*/ 598446 w 1385794"/>
                <a:gd name="connsiteY628" fmla="*/ 334681 h 1212067"/>
                <a:gd name="connsiteX629" fmla="*/ 599859 w 1385794"/>
                <a:gd name="connsiteY629" fmla="*/ 333604 h 1212067"/>
                <a:gd name="connsiteX630" fmla="*/ 601710 w 1385794"/>
                <a:gd name="connsiteY630" fmla="*/ 332831 h 1212067"/>
                <a:gd name="connsiteX631" fmla="*/ 604201 w 1385794"/>
                <a:gd name="connsiteY631" fmla="*/ 330678 h 1212067"/>
                <a:gd name="connsiteX632" fmla="*/ 605715 w 1385794"/>
                <a:gd name="connsiteY632" fmla="*/ 329265 h 1212067"/>
                <a:gd name="connsiteX633" fmla="*/ 606893 w 1385794"/>
                <a:gd name="connsiteY633" fmla="*/ 328289 h 1212067"/>
                <a:gd name="connsiteX634" fmla="*/ 609081 w 1385794"/>
                <a:gd name="connsiteY634" fmla="*/ 327415 h 1212067"/>
                <a:gd name="connsiteX635" fmla="*/ 611033 w 1385794"/>
                <a:gd name="connsiteY635" fmla="*/ 327415 h 1212067"/>
                <a:gd name="connsiteX636" fmla="*/ 615172 w 1385794"/>
                <a:gd name="connsiteY636" fmla="*/ 327415 h 1212067"/>
                <a:gd name="connsiteX637" fmla="*/ 616249 w 1385794"/>
                <a:gd name="connsiteY637" fmla="*/ 327415 h 1212067"/>
                <a:gd name="connsiteX638" fmla="*/ 618740 w 1385794"/>
                <a:gd name="connsiteY638" fmla="*/ 325564 h 1212067"/>
                <a:gd name="connsiteX639" fmla="*/ 620490 w 1385794"/>
                <a:gd name="connsiteY639" fmla="*/ 323815 h 1212067"/>
                <a:gd name="connsiteX640" fmla="*/ 622004 w 1385794"/>
                <a:gd name="connsiteY640" fmla="*/ 321629 h 1212067"/>
                <a:gd name="connsiteX641" fmla="*/ 623317 w 1385794"/>
                <a:gd name="connsiteY641" fmla="*/ 319947 h 1212067"/>
                <a:gd name="connsiteX642" fmla="*/ 624730 w 1385794"/>
                <a:gd name="connsiteY642" fmla="*/ 318702 h 1212067"/>
                <a:gd name="connsiteX643" fmla="*/ 624932 w 1385794"/>
                <a:gd name="connsiteY643" fmla="*/ 318702 h 1212067"/>
                <a:gd name="connsiteX644" fmla="*/ 628398 w 1385794"/>
                <a:gd name="connsiteY644" fmla="*/ 318702 h 1212067"/>
                <a:gd name="connsiteX645" fmla="*/ 630889 w 1385794"/>
                <a:gd name="connsiteY645" fmla="*/ 318567 h 1212067"/>
                <a:gd name="connsiteX646" fmla="*/ 633514 w 1385794"/>
                <a:gd name="connsiteY646" fmla="*/ 316650 h 1212067"/>
                <a:gd name="connsiteX647" fmla="*/ 635567 w 1385794"/>
                <a:gd name="connsiteY647" fmla="*/ 315136 h 1212067"/>
                <a:gd name="connsiteX648" fmla="*/ 636341 w 1385794"/>
                <a:gd name="connsiteY648" fmla="*/ 313084 h 1212067"/>
                <a:gd name="connsiteX649" fmla="*/ 635129 w 1385794"/>
                <a:gd name="connsiteY649" fmla="*/ 309047 h 1212067"/>
                <a:gd name="connsiteX650" fmla="*/ 634153 w 1385794"/>
                <a:gd name="connsiteY650" fmla="*/ 306861 h 1212067"/>
                <a:gd name="connsiteX651" fmla="*/ 635230 w 1385794"/>
                <a:gd name="connsiteY651" fmla="*/ 304371 h 1212067"/>
                <a:gd name="connsiteX652" fmla="*/ 637283 w 1385794"/>
                <a:gd name="connsiteY652" fmla="*/ 301748 h 1212067"/>
                <a:gd name="connsiteX653" fmla="*/ 638899 w 1385794"/>
                <a:gd name="connsiteY653" fmla="*/ 299359 h 1212067"/>
                <a:gd name="connsiteX654" fmla="*/ 642500 w 1385794"/>
                <a:gd name="connsiteY654" fmla="*/ 294347 h 1212067"/>
                <a:gd name="connsiteX655" fmla="*/ 644553 w 1385794"/>
                <a:gd name="connsiteY655" fmla="*/ 292934 h 1212067"/>
                <a:gd name="connsiteX656" fmla="*/ 645630 w 1385794"/>
                <a:gd name="connsiteY656" fmla="*/ 292396 h 1212067"/>
                <a:gd name="connsiteX657" fmla="*/ 646841 w 1385794"/>
                <a:gd name="connsiteY657" fmla="*/ 290983 h 1212067"/>
                <a:gd name="connsiteX658" fmla="*/ 646639 w 1385794"/>
                <a:gd name="connsiteY658" fmla="*/ 288494 h 1212067"/>
                <a:gd name="connsiteX659" fmla="*/ 648053 w 1385794"/>
                <a:gd name="connsiteY659" fmla="*/ 286879 h 1212067"/>
                <a:gd name="connsiteX660" fmla="*/ 649904 w 1385794"/>
                <a:gd name="connsiteY660" fmla="*/ 285264 h 1212067"/>
                <a:gd name="connsiteX661" fmla="*/ 651418 w 1385794"/>
                <a:gd name="connsiteY661" fmla="*/ 284053 h 1212067"/>
                <a:gd name="connsiteX662" fmla="*/ 653168 w 1385794"/>
                <a:gd name="connsiteY662" fmla="*/ 282876 h 1212067"/>
                <a:gd name="connsiteX663" fmla="*/ 655457 w 1385794"/>
                <a:gd name="connsiteY663" fmla="*/ 280689 h 1212067"/>
                <a:gd name="connsiteX664" fmla="*/ 656534 w 1385794"/>
                <a:gd name="connsiteY664" fmla="*/ 279377 h 1212067"/>
                <a:gd name="connsiteX665" fmla="*/ 659024 w 1385794"/>
                <a:gd name="connsiteY665" fmla="*/ 276989 h 1212067"/>
                <a:gd name="connsiteX666" fmla="*/ 660236 w 1385794"/>
                <a:gd name="connsiteY666" fmla="*/ 275374 h 1212067"/>
                <a:gd name="connsiteX667" fmla="*/ 661380 w 1385794"/>
                <a:gd name="connsiteY667" fmla="*/ 273860 h 1212067"/>
                <a:gd name="connsiteX668" fmla="*/ 662322 w 1385794"/>
                <a:gd name="connsiteY668" fmla="*/ 271236 h 1212067"/>
                <a:gd name="connsiteX669" fmla="*/ 662322 w 1385794"/>
                <a:gd name="connsiteY669" fmla="*/ 267435 h 1212067"/>
                <a:gd name="connsiteX670" fmla="*/ 661346 w 1385794"/>
                <a:gd name="connsiteY670" fmla="*/ 265585 h 1212067"/>
                <a:gd name="connsiteX671" fmla="*/ 662322 w 1385794"/>
                <a:gd name="connsiteY671" fmla="*/ 264508 h 1212067"/>
                <a:gd name="connsiteX672" fmla="*/ 663635 w 1385794"/>
                <a:gd name="connsiteY672" fmla="*/ 262995 h 1212067"/>
                <a:gd name="connsiteX673" fmla="*/ 664072 w 1385794"/>
                <a:gd name="connsiteY673" fmla="*/ 262019 h 1212067"/>
                <a:gd name="connsiteX674" fmla="*/ 662760 w 1385794"/>
                <a:gd name="connsiteY674" fmla="*/ 257680 h 1212067"/>
                <a:gd name="connsiteX675" fmla="*/ 661885 w 1385794"/>
                <a:gd name="connsiteY675" fmla="*/ 256368 h 1212067"/>
                <a:gd name="connsiteX676" fmla="*/ 660471 w 1385794"/>
                <a:gd name="connsiteY676" fmla="*/ 254854 h 1212067"/>
                <a:gd name="connsiteX677" fmla="*/ 658923 w 1385794"/>
                <a:gd name="connsiteY677" fmla="*/ 252028 h 1212067"/>
                <a:gd name="connsiteX678" fmla="*/ 658788 w 1385794"/>
                <a:gd name="connsiteY678" fmla="*/ 248900 h 1212067"/>
                <a:gd name="connsiteX679" fmla="*/ 658216 w 1385794"/>
                <a:gd name="connsiteY679" fmla="*/ 246141 h 1212067"/>
                <a:gd name="connsiteX680" fmla="*/ 657341 w 1385794"/>
                <a:gd name="connsiteY680" fmla="*/ 244627 h 1212067"/>
                <a:gd name="connsiteX681" fmla="*/ 654817 w 1385794"/>
                <a:gd name="connsiteY681" fmla="*/ 242306 h 1212067"/>
                <a:gd name="connsiteX682" fmla="*/ 651923 w 1385794"/>
                <a:gd name="connsiteY682" fmla="*/ 240288 h 1212067"/>
                <a:gd name="connsiteX683" fmla="*/ 648658 w 1385794"/>
                <a:gd name="connsiteY683" fmla="*/ 238606 h 1212067"/>
                <a:gd name="connsiteX684" fmla="*/ 647144 w 1385794"/>
                <a:gd name="connsiteY684" fmla="*/ 236789 h 1212067"/>
                <a:gd name="connsiteX685" fmla="*/ 646942 w 1385794"/>
                <a:gd name="connsiteY685" fmla="*/ 235545 h 1212067"/>
                <a:gd name="connsiteX686" fmla="*/ 644990 w 1385794"/>
                <a:gd name="connsiteY686" fmla="*/ 235545 h 1212067"/>
                <a:gd name="connsiteX687" fmla="*/ 642803 w 1385794"/>
                <a:gd name="connsiteY687" fmla="*/ 235545 h 1212067"/>
                <a:gd name="connsiteX688" fmla="*/ 640110 w 1385794"/>
                <a:gd name="connsiteY688" fmla="*/ 235545 h 1212067"/>
                <a:gd name="connsiteX689" fmla="*/ 637418 w 1385794"/>
                <a:gd name="connsiteY689" fmla="*/ 235208 h 1212067"/>
                <a:gd name="connsiteX690" fmla="*/ 632774 w 1385794"/>
                <a:gd name="connsiteY690" fmla="*/ 233896 h 1212067"/>
                <a:gd name="connsiteX691" fmla="*/ 630014 w 1385794"/>
                <a:gd name="connsiteY691" fmla="*/ 232887 h 1212067"/>
                <a:gd name="connsiteX692" fmla="*/ 628701 w 1385794"/>
                <a:gd name="connsiteY692" fmla="*/ 232887 h 1212067"/>
                <a:gd name="connsiteX693" fmla="*/ 623283 w 1385794"/>
                <a:gd name="connsiteY693" fmla="*/ 231003 h 1212067"/>
                <a:gd name="connsiteX694" fmla="*/ 621331 w 1385794"/>
                <a:gd name="connsiteY694" fmla="*/ 230364 h 1212067"/>
                <a:gd name="connsiteX695" fmla="*/ 616990 w 1385794"/>
                <a:gd name="connsiteY695" fmla="*/ 228918 h 1212067"/>
                <a:gd name="connsiteX696" fmla="*/ 615610 w 1385794"/>
                <a:gd name="connsiteY696" fmla="*/ 227101 h 1212067"/>
                <a:gd name="connsiteX697" fmla="*/ 613860 w 1385794"/>
                <a:gd name="connsiteY697" fmla="*/ 227976 h 1212067"/>
                <a:gd name="connsiteX698" fmla="*/ 612278 w 1385794"/>
                <a:gd name="connsiteY698" fmla="*/ 229994 h 1212067"/>
                <a:gd name="connsiteX699" fmla="*/ 612143 w 1385794"/>
                <a:gd name="connsiteY699" fmla="*/ 231743 h 1212067"/>
                <a:gd name="connsiteX700" fmla="*/ 611134 w 1385794"/>
                <a:gd name="connsiteY700" fmla="*/ 232988 h 1212067"/>
                <a:gd name="connsiteX701" fmla="*/ 610561 w 1385794"/>
                <a:gd name="connsiteY701" fmla="*/ 234300 h 1212067"/>
                <a:gd name="connsiteX702" fmla="*/ 610057 w 1385794"/>
                <a:gd name="connsiteY702" fmla="*/ 235612 h 1212067"/>
                <a:gd name="connsiteX703" fmla="*/ 608744 w 1385794"/>
                <a:gd name="connsiteY703" fmla="*/ 236487 h 1212067"/>
                <a:gd name="connsiteX704" fmla="*/ 606859 w 1385794"/>
                <a:gd name="connsiteY704" fmla="*/ 237294 h 1212067"/>
                <a:gd name="connsiteX705" fmla="*/ 602720 w 1385794"/>
                <a:gd name="connsiteY705" fmla="*/ 236924 h 1212067"/>
                <a:gd name="connsiteX706" fmla="*/ 599388 w 1385794"/>
                <a:gd name="connsiteY706" fmla="*/ 236991 h 1212067"/>
                <a:gd name="connsiteX707" fmla="*/ 596629 w 1385794"/>
                <a:gd name="connsiteY707" fmla="*/ 237059 h 1212067"/>
                <a:gd name="connsiteX708" fmla="*/ 593667 w 1385794"/>
                <a:gd name="connsiteY708" fmla="*/ 237059 h 1212067"/>
                <a:gd name="connsiteX709" fmla="*/ 590907 w 1385794"/>
                <a:gd name="connsiteY709" fmla="*/ 235679 h 1212067"/>
                <a:gd name="connsiteX710" fmla="*/ 589460 w 1385794"/>
                <a:gd name="connsiteY710" fmla="*/ 235545 h 1212067"/>
                <a:gd name="connsiteX711" fmla="*/ 585556 w 1385794"/>
                <a:gd name="connsiteY711" fmla="*/ 233291 h 1212067"/>
                <a:gd name="connsiteX712" fmla="*/ 580474 w 1385794"/>
                <a:gd name="connsiteY712" fmla="*/ 234300 h 1212067"/>
                <a:gd name="connsiteX713" fmla="*/ 576570 w 1385794"/>
                <a:gd name="connsiteY713" fmla="*/ 235881 h 1212067"/>
                <a:gd name="connsiteX714" fmla="*/ 570916 w 1385794"/>
                <a:gd name="connsiteY714" fmla="*/ 234872 h 1212067"/>
                <a:gd name="connsiteX715" fmla="*/ 563512 w 1385794"/>
                <a:gd name="connsiteY715" fmla="*/ 235747 h 1212067"/>
                <a:gd name="connsiteX716" fmla="*/ 560618 w 1385794"/>
                <a:gd name="connsiteY716" fmla="*/ 237933 h 1212067"/>
                <a:gd name="connsiteX717" fmla="*/ 558027 w 1385794"/>
                <a:gd name="connsiteY717" fmla="*/ 240557 h 1212067"/>
                <a:gd name="connsiteX718" fmla="*/ 555267 w 1385794"/>
                <a:gd name="connsiteY718" fmla="*/ 240422 h 1212067"/>
                <a:gd name="connsiteX719" fmla="*/ 553080 w 1385794"/>
                <a:gd name="connsiteY719" fmla="*/ 240725 h 1212067"/>
                <a:gd name="connsiteX720" fmla="*/ 550757 w 1385794"/>
                <a:gd name="connsiteY720" fmla="*/ 243618 h 1212067"/>
                <a:gd name="connsiteX721" fmla="*/ 548300 w 1385794"/>
                <a:gd name="connsiteY721" fmla="*/ 245065 h 1212067"/>
                <a:gd name="connsiteX722" fmla="*/ 544228 w 1385794"/>
                <a:gd name="connsiteY722" fmla="*/ 245637 h 1212067"/>
                <a:gd name="connsiteX723" fmla="*/ 538002 w 1385794"/>
                <a:gd name="connsiteY723" fmla="*/ 248967 h 1212067"/>
                <a:gd name="connsiteX724" fmla="*/ 532348 w 1385794"/>
                <a:gd name="connsiteY724" fmla="*/ 254047 h 1212067"/>
                <a:gd name="connsiteX725" fmla="*/ 528141 w 1385794"/>
                <a:gd name="connsiteY725" fmla="*/ 257949 h 1212067"/>
                <a:gd name="connsiteX726" fmla="*/ 524237 w 1385794"/>
                <a:gd name="connsiteY726" fmla="*/ 259530 h 1212067"/>
                <a:gd name="connsiteX727" fmla="*/ 522487 w 1385794"/>
                <a:gd name="connsiteY727" fmla="*/ 263735 h 1212067"/>
                <a:gd name="connsiteX728" fmla="*/ 520603 w 1385794"/>
                <a:gd name="connsiteY728" fmla="*/ 265888 h 1212067"/>
                <a:gd name="connsiteX729" fmla="*/ 514646 w 1385794"/>
                <a:gd name="connsiteY729" fmla="*/ 265753 h 1212067"/>
                <a:gd name="connsiteX730" fmla="*/ 508184 w 1385794"/>
                <a:gd name="connsiteY730" fmla="*/ 265047 h 1212067"/>
                <a:gd name="connsiteX731" fmla="*/ 504045 w 1385794"/>
                <a:gd name="connsiteY731" fmla="*/ 263163 h 1212067"/>
                <a:gd name="connsiteX732" fmla="*/ 504045 w 1385794"/>
                <a:gd name="connsiteY732" fmla="*/ 260539 h 1212067"/>
                <a:gd name="connsiteX733" fmla="*/ 500141 w 1385794"/>
                <a:gd name="connsiteY733" fmla="*/ 260102 h 1212067"/>
                <a:gd name="connsiteX734" fmla="*/ 499434 w 1385794"/>
                <a:gd name="connsiteY734" fmla="*/ 262423 h 1212067"/>
                <a:gd name="connsiteX735" fmla="*/ 498559 w 1385794"/>
                <a:gd name="connsiteY735" fmla="*/ 262995 h 1212067"/>
                <a:gd name="connsiteX736" fmla="*/ 495867 w 1385794"/>
                <a:gd name="connsiteY736" fmla="*/ 263197 h 1212067"/>
                <a:gd name="connsiteX737" fmla="*/ 492165 w 1385794"/>
                <a:gd name="connsiteY737" fmla="*/ 262894 h 1212067"/>
                <a:gd name="connsiteX738" fmla="*/ 489775 w 1385794"/>
                <a:gd name="connsiteY738" fmla="*/ 261817 h 1212067"/>
                <a:gd name="connsiteX739" fmla="*/ 490650 w 1385794"/>
                <a:gd name="connsiteY739" fmla="*/ 259631 h 1212067"/>
                <a:gd name="connsiteX740" fmla="*/ 491727 w 1385794"/>
                <a:gd name="connsiteY740" fmla="*/ 257242 h 1212067"/>
                <a:gd name="connsiteX741" fmla="*/ 492366 w 1385794"/>
                <a:gd name="connsiteY741" fmla="*/ 255358 h 1212067"/>
                <a:gd name="connsiteX742" fmla="*/ 493006 w 1385794"/>
                <a:gd name="connsiteY742" fmla="*/ 253172 h 1212067"/>
                <a:gd name="connsiteX743" fmla="*/ 493645 w 1385794"/>
                <a:gd name="connsiteY743" fmla="*/ 250144 h 1212067"/>
                <a:gd name="connsiteX744" fmla="*/ 494958 w 1385794"/>
                <a:gd name="connsiteY744" fmla="*/ 246444 h 1212067"/>
                <a:gd name="connsiteX745" fmla="*/ 495833 w 1385794"/>
                <a:gd name="connsiteY745" fmla="*/ 245368 h 1212067"/>
                <a:gd name="connsiteX746" fmla="*/ 498155 w 1385794"/>
                <a:gd name="connsiteY746" fmla="*/ 243551 h 1212067"/>
                <a:gd name="connsiteX747" fmla="*/ 499299 w 1385794"/>
                <a:gd name="connsiteY747" fmla="*/ 242979 h 1212067"/>
                <a:gd name="connsiteX748" fmla="*/ 499670 w 1385794"/>
                <a:gd name="connsiteY748" fmla="*/ 240221 h 1212067"/>
                <a:gd name="connsiteX749" fmla="*/ 499030 w 1385794"/>
                <a:gd name="connsiteY749" fmla="*/ 238135 h 1212067"/>
                <a:gd name="connsiteX750" fmla="*/ 499333 w 1385794"/>
                <a:gd name="connsiteY750" fmla="*/ 235747 h 1212067"/>
                <a:gd name="connsiteX751" fmla="*/ 501016 w 1385794"/>
                <a:gd name="connsiteY751" fmla="*/ 233930 h 1212067"/>
                <a:gd name="connsiteX752" fmla="*/ 502261 w 1385794"/>
                <a:gd name="connsiteY752" fmla="*/ 232685 h 1212067"/>
                <a:gd name="connsiteX753" fmla="*/ 503001 w 1385794"/>
                <a:gd name="connsiteY753" fmla="*/ 229994 h 1212067"/>
                <a:gd name="connsiteX754" fmla="*/ 503069 w 1385794"/>
                <a:gd name="connsiteY754" fmla="*/ 226227 h 1212067"/>
                <a:gd name="connsiteX755" fmla="*/ 503001 w 1385794"/>
                <a:gd name="connsiteY755" fmla="*/ 222963 h 1212067"/>
                <a:gd name="connsiteX756" fmla="*/ 502867 w 1385794"/>
                <a:gd name="connsiteY756" fmla="*/ 221282 h 1212067"/>
                <a:gd name="connsiteX757" fmla="*/ 502497 w 1385794"/>
                <a:gd name="connsiteY757" fmla="*/ 219028 h 1212067"/>
                <a:gd name="connsiteX758" fmla="*/ 497785 w 1385794"/>
                <a:gd name="connsiteY758" fmla="*/ 218153 h 1212067"/>
                <a:gd name="connsiteX759" fmla="*/ 497146 w 1385794"/>
                <a:gd name="connsiteY759" fmla="*/ 215832 h 1212067"/>
                <a:gd name="connsiteX760" fmla="*/ 494319 w 1385794"/>
                <a:gd name="connsiteY760" fmla="*/ 212804 h 1212067"/>
                <a:gd name="connsiteX761" fmla="*/ 491626 w 1385794"/>
                <a:gd name="connsiteY761" fmla="*/ 212804 h 1212067"/>
                <a:gd name="connsiteX762" fmla="*/ 489304 w 1385794"/>
                <a:gd name="connsiteY762" fmla="*/ 213174 h 1212067"/>
                <a:gd name="connsiteX763" fmla="*/ 487487 w 1385794"/>
                <a:gd name="connsiteY763" fmla="*/ 210853 h 1212067"/>
                <a:gd name="connsiteX764" fmla="*/ 482842 w 1385794"/>
                <a:gd name="connsiteY764" fmla="*/ 207590 h 1212067"/>
                <a:gd name="connsiteX765" fmla="*/ 478568 w 1385794"/>
                <a:gd name="connsiteY765" fmla="*/ 203755 h 1212067"/>
                <a:gd name="connsiteX766" fmla="*/ 475539 w 1385794"/>
                <a:gd name="connsiteY766" fmla="*/ 200223 h 1212067"/>
                <a:gd name="connsiteX767" fmla="*/ 475236 w 1385794"/>
                <a:gd name="connsiteY767" fmla="*/ 196758 h 1212067"/>
                <a:gd name="connsiteX768" fmla="*/ 473049 w 1385794"/>
                <a:gd name="connsiteY768" fmla="*/ 195177 h 1212067"/>
                <a:gd name="connsiteX769" fmla="*/ 469347 w 1385794"/>
                <a:gd name="connsiteY769" fmla="*/ 192486 h 1212067"/>
                <a:gd name="connsiteX770" fmla="*/ 467327 w 1385794"/>
                <a:gd name="connsiteY770" fmla="*/ 191107 h 1212067"/>
                <a:gd name="connsiteX771" fmla="*/ 464736 w 1385794"/>
                <a:gd name="connsiteY771" fmla="*/ 187474 h 1212067"/>
                <a:gd name="connsiteX772" fmla="*/ 462481 w 1385794"/>
                <a:gd name="connsiteY772" fmla="*/ 183908 h 1212067"/>
                <a:gd name="connsiteX773" fmla="*/ 460597 w 1385794"/>
                <a:gd name="connsiteY773" fmla="*/ 178997 h 1212067"/>
                <a:gd name="connsiteX774" fmla="*/ 457837 w 1385794"/>
                <a:gd name="connsiteY774" fmla="*/ 174792 h 1212067"/>
                <a:gd name="connsiteX775" fmla="*/ 454202 w 1385794"/>
                <a:gd name="connsiteY775" fmla="*/ 167694 h 1212067"/>
                <a:gd name="connsiteX776" fmla="*/ 454202 w 1385794"/>
                <a:gd name="connsiteY776" fmla="*/ 164935 h 1212067"/>
                <a:gd name="connsiteX777" fmla="*/ 450803 w 1385794"/>
                <a:gd name="connsiteY777" fmla="*/ 160663 h 1212067"/>
                <a:gd name="connsiteX778" fmla="*/ 448717 w 1385794"/>
                <a:gd name="connsiteY778" fmla="*/ 155213 h 1212067"/>
                <a:gd name="connsiteX779" fmla="*/ 445250 w 1385794"/>
                <a:gd name="connsiteY779" fmla="*/ 151311 h 1212067"/>
                <a:gd name="connsiteX780" fmla="*/ 443500 w 1385794"/>
                <a:gd name="connsiteY780" fmla="*/ 148351 h 1212067"/>
                <a:gd name="connsiteX781" fmla="*/ 443500 w 1385794"/>
                <a:gd name="connsiteY781" fmla="*/ 146467 h 1212067"/>
                <a:gd name="connsiteX782" fmla="*/ 444308 w 1385794"/>
                <a:gd name="connsiteY782" fmla="*/ 144583 h 1212067"/>
                <a:gd name="connsiteX783" fmla="*/ 445890 w 1385794"/>
                <a:gd name="connsiteY783" fmla="*/ 143574 h 1212067"/>
                <a:gd name="connsiteX784" fmla="*/ 450669 w 1385794"/>
                <a:gd name="connsiteY784" fmla="*/ 141186 h 1212067"/>
                <a:gd name="connsiteX785" fmla="*/ 454371 w 1385794"/>
                <a:gd name="connsiteY785" fmla="*/ 139537 h 1212067"/>
                <a:gd name="connsiteX786" fmla="*/ 458409 w 1385794"/>
                <a:gd name="connsiteY786" fmla="*/ 137283 h 1212067"/>
                <a:gd name="connsiteX787" fmla="*/ 465005 w 1385794"/>
                <a:gd name="connsiteY787" fmla="*/ 132944 h 1212067"/>
                <a:gd name="connsiteX788" fmla="*/ 467395 w 1385794"/>
                <a:gd name="connsiteY788" fmla="*/ 130421 h 1212067"/>
                <a:gd name="connsiteX789" fmla="*/ 466890 w 1385794"/>
                <a:gd name="connsiteY789" fmla="*/ 128167 h 1212067"/>
                <a:gd name="connsiteX790" fmla="*/ 466318 w 1385794"/>
                <a:gd name="connsiteY790" fmla="*/ 126283 h 1212067"/>
                <a:gd name="connsiteX791" fmla="*/ 464736 w 1385794"/>
                <a:gd name="connsiteY791" fmla="*/ 124265 h 1212067"/>
                <a:gd name="connsiteX792" fmla="*/ 462212 w 1385794"/>
                <a:gd name="connsiteY792" fmla="*/ 122516 h 1212067"/>
                <a:gd name="connsiteX793" fmla="*/ 462515 w 1385794"/>
                <a:gd name="connsiteY793" fmla="*/ 119555 h 1212067"/>
                <a:gd name="connsiteX794" fmla="*/ 462818 w 1385794"/>
                <a:gd name="connsiteY794" fmla="*/ 117234 h 1212067"/>
                <a:gd name="connsiteX795" fmla="*/ 459991 w 1385794"/>
                <a:gd name="connsiteY795" fmla="*/ 112222 h 1212067"/>
                <a:gd name="connsiteX796" fmla="*/ 457366 w 1385794"/>
                <a:gd name="connsiteY796" fmla="*/ 108892 h 1212067"/>
                <a:gd name="connsiteX797" fmla="*/ 457500 w 1385794"/>
                <a:gd name="connsiteY797" fmla="*/ 105494 h 1212067"/>
                <a:gd name="connsiteX798" fmla="*/ 458308 w 1385794"/>
                <a:gd name="connsiteY798" fmla="*/ 102164 h 1212067"/>
                <a:gd name="connsiteX799" fmla="*/ 455986 w 1385794"/>
                <a:gd name="connsiteY799" fmla="*/ 97185 h 1212067"/>
                <a:gd name="connsiteX800" fmla="*/ 453899 w 1385794"/>
                <a:gd name="connsiteY800" fmla="*/ 92173 h 1212067"/>
                <a:gd name="connsiteX801" fmla="*/ 453260 w 1385794"/>
                <a:gd name="connsiteY801" fmla="*/ 88842 h 1212067"/>
                <a:gd name="connsiteX802" fmla="*/ 451443 w 1385794"/>
                <a:gd name="connsiteY802" fmla="*/ 81543 h 1212067"/>
                <a:gd name="connsiteX803" fmla="*/ 448481 w 1385794"/>
                <a:gd name="connsiteY803" fmla="*/ 75521 h 1212067"/>
                <a:gd name="connsiteX804" fmla="*/ 447337 w 1385794"/>
                <a:gd name="connsiteY804" fmla="*/ 66977 h 1212067"/>
                <a:gd name="connsiteX805" fmla="*/ 437779 w 1385794"/>
                <a:gd name="connsiteY805" fmla="*/ 45245 h 1212067"/>
                <a:gd name="connsiteX806" fmla="*/ 432865 w 1385794"/>
                <a:gd name="connsiteY806" fmla="*/ 24389 h 1212067"/>
                <a:gd name="connsiteX807" fmla="*/ 428524 w 1385794"/>
                <a:gd name="connsiteY807" fmla="*/ 3229 h 1212067"/>
                <a:gd name="connsiteX808" fmla="*/ 409677 w 1385794"/>
                <a:gd name="connsiteY808" fmla="*/ 639 h 1212067"/>
                <a:gd name="connsiteX809" fmla="*/ 398942 w 1385794"/>
                <a:gd name="connsiteY809" fmla="*/ 639 h 1212067"/>
                <a:gd name="connsiteX810" fmla="*/ 385042 w 1385794"/>
                <a:gd name="connsiteY810" fmla="*/ 639 h 1212067"/>
                <a:gd name="connsiteX811" fmla="*/ 376359 w 1385794"/>
                <a:gd name="connsiteY811" fmla="*/ 639 h 1212067"/>
                <a:gd name="connsiteX812" fmla="*/ 364176 w 1385794"/>
                <a:gd name="connsiteY812" fmla="*/ 639 h 1212067"/>
                <a:gd name="connsiteX813" fmla="*/ 357210 w 1385794"/>
                <a:gd name="connsiteY813" fmla="*/ 639 h 1212067"/>
                <a:gd name="connsiteX814" fmla="*/ 348964 w 1385794"/>
                <a:gd name="connsiteY814" fmla="*/ 0 h 1212067"/>
                <a:gd name="connsiteX815" fmla="*/ 341695 w 1385794"/>
                <a:gd name="connsiteY815" fmla="*/ 639 h 1212067"/>
                <a:gd name="connsiteX816" fmla="*/ 335503 w 1385794"/>
                <a:gd name="connsiteY816" fmla="*/ 4878 h 1212067"/>
                <a:gd name="connsiteX817" fmla="*/ 329748 w 1385794"/>
                <a:gd name="connsiteY817" fmla="*/ 8343 h 1212067"/>
                <a:gd name="connsiteX818" fmla="*/ 327123 w 1385794"/>
                <a:gd name="connsiteY818" fmla="*/ 11606 h 1212067"/>
                <a:gd name="connsiteX819" fmla="*/ 326483 w 1385794"/>
                <a:gd name="connsiteY819" fmla="*/ 16820 h 1212067"/>
                <a:gd name="connsiteX820" fmla="*/ 326483 w 1385794"/>
                <a:gd name="connsiteY820" fmla="*/ 20958 h 1212067"/>
                <a:gd name="connsiteX821" fmla="*/ 325406 w 1385794"/>
                <a:gd name="connsiteY821" fmla="*/ 27484 h 1212067"/>
                <a:gd name="connsiteX822" fmla="*/ 326820 w 1385794"/>
                <a:gd name="connsiteY822" fmla="*/ 38114 h 1212067"/>
                <a:gd name="connsiteX823" fmla="*/ 325945 w 1385794"/>
                <a:gd name="connsiteY823" fmla="*/ 49181 h 1212067"/>
                <a:gd name="connsiteX824" fmla="*/ 322916 w 1385794"/>
                <a:gd name="connsiteY824" fmla="*/ 57120 h 1212067"/>
                <a:gd name="connsiteX825" fmla="*/ 320728 w 1385794"/>
                <a:gd name="connsiteY825" fmla="*/ 68625 h 1212067"/>
                <a:gd name="connsiteX826" fmla="*/ 325305 w 1385794"/>
                <a:gd name="connsiteY826" fmla="*/ 73839 h 1212067"/>
                <a:gd name="connsiteX827" fmla="*/ 325507 w 1385794"/>
                <a:gd name="connsiteY827" fmla="*/ 76463 h 1212067"/>
                <a:gd name="connsiteX828" fmla="*/ 322916 w 1385794"/>
                <a:gd name="connsiteY828" fmla="*/ 79490 h 1212067"/>
                <a:gd name="connsiteX829" fmla="*/ 317026 w 1385794"/>
                <a:gd name="connsiteY829" fmla="*/ 82518 h 1212067"/>
                <a:gd name="connsiteX830" fmla="*/ 313560 w 1385794"/>
                <a:gd name="connsiteY830" fmla="*/ 85007 h 1212067"/>
                <a:gd name="connsiteX831" fmla="*/ 309420 w 1385794"/>
                <a:gd name="connsiteY831" fmla="*/ 90659 h 1212067"/>
                <a:gd name="connsiteX832" fmla="*/ 300502 w 1385794"/>
                <a:gd name="connsiteY832" fmla="*/ 91197 h 1212067"/>
                <a:gd name="connsiteX833" fmla="*/ 289732 w 1385794"/>
                <a:gd name="connsiteY833" fmla="*/ 87934 h 1212067"/>
                <a:gd name="connsiteX834" fmla="*/ 284852 w 1385794"/>
                <a:gd name="connsiteY834" fmla="*/ 86757 h 1212067"/>
                <a:gd name="connsiteX835" fmla="*/ 279838 w 1385794"/>
                <a:gd name="connsiteY835" fmla="*/ 84806 h 1212067"/>
                <a:gd name="connsiteX836" fmla="*/ 275496 w 1385794"/>
                <a:gd name="connsiteY836" fmla="*/ 84032 h 1212067"/>
                <a:gd name="connsiteX837" fmla="*/ 272030 w 1385794"/>
                <a:gd name="connsiteY837" fmla="*/ 84032 h 1212067"/>
                <a:gd name="connsiteX838" fmla="*/ 267588 w 1385794"/>
                <a:gd name="connsiteY838" fmla="*/ 86656 h 1212067"/>
                <a:gd name="connsiteX839" fmla="*/ 264424 w 1385794"/>
                <a:gd name="connsiteY839" fmla="*/ 87429 h 1212067"/>
                <a:gd name="connsiteX840" fmla="*/ 261160 w 1385794"/>
                <a:gd name="connsiteY840" fmla="*/ 88741 h 1212067"/>
                <a:gd name="connsiteX841" fmla="*/ 258232 w 1385794"/>
                <a:gd name="connsiteY841" fmla="*/ 89179 h 1212067"/>
                <a:gd name="connsiteX842" fmla="*/ 252039 w 1385794"/>
                <a:gd name="connsiteY842" fmla="*/ 86790 h 1212067"/>
                <a:gd name="connsiteX843" fmla="*/ 249010 w 1385794"/>
                <a:gd name="connsiteY843" fmla="*/ 87228 h 1212067"/>
                <a:gd name="connsiteX844" fmla="*/ 230433 w 1385794"/>
                <a:gd name="connsiteY844" fmla="*/ 92105 h 1212067"/>
                <a:gd name="connsiteX845" fmla="*/ 215322 w 1385794"/>
                <a:gd name="connsiteY845" fmla="*/ 94157 h 1212067"/>
                <a:gd name="connsiteX846" fmla="*/ 211183 w 1385794"/>
                <a:gd name="connsiteY846" fmla="*/ 97219 h 1212067"/>
                <a:gd name="connsiteX847" fmla="*/ 206067 w 1385794"/>
                <a:gd name="connsiteY847" fmla="*/ 99271 h 1212067"/>
                <a:gd name="connsiteX848" fmla="*/ 199875 w 1385794"/>
                <a:gd name="connsiteY848" fmla="*/ 102197 h 1212067"/>
                <a:gd name="connsiteX849" fmla="*/ 194557 w 1385794"/>
                <a:gd name="connsiteY849" fmla="*/ 105460 h 1212067"/>
                <a:gd name="connsiteX850" fmla="*/ 190552 w 1385794"/>
                <a:gd name="connsiteY850" fmla="*/ 108824 h 1212067"/>
                <a:gd name="connsiteX851" fmla="*/ 186850 w 1385794"/>
                <a:gd name="connsiteY851" fmla="*/ 111314 h 1212067"/>
                <a:gd name="connsiteX852" fmla="*/ 178706 w 1385794"/>
                <a:gd name="connsiteY852" fmla="*/ 118479 h 1212067"/>
                <a:gd name="connsiteX853" fmla="*/ 164672 w 1385794"/>
                <a:gd name="connsiteY853" fmla="*/ 128470 h 1212067"/>
                <a:gd name="connsiteX854" fmla="*/ 159018 w 1385794"/>
                <a:gd name="connsiteY854" fmla="*/ 133146 h 1212067"/>
                <a:gd name="connsiteX855" fmla="*/ 150638 w 1385794"/>
                <a:gd name="connsiteY855" fmla="*/ 139335 h 1212067"/>
                <a:gd name="connsiteX856" fmla="*/ 141080 w 1385794"/>
                <a:gd name="connsiteY856" fmla="*/ 144987 h 1212067"/>
                <a:gd name="connsiteX857" fmla="*/ 131085 w 1385794"/>
                <a:gd name="connsiteY857" fmla="*/ 151614 h 1212067"/>
                <a:gd name="connsiteX858" fmla="*/ 123580 w 1385794"/>
                <a:gd name="connsiteY858" fmla="*/ 160091 h 1212067"/>
                <a:gd name="connsiteX859" fmla="*/ 118700 w 1385794"/>
                <a:gd name="connsiteY859" fmla="*/ 168131 h 1212067"/>
                <a:gd name="connsiteX860" fmla="*/ 114022 w 1385794"/>
                <a:gd name="connsiteY860" fmla="*/ 171394 h 1212067"/>
                <a:gd name="connsiteX861" fmla="*/ 108368 w 1385794"/>
                <a:gd name="connsiteY861" fmla="*/ 177247 h 1212067"/>
                <a:gd name="connsiteX862" fmla="*/ 106079 w 1385794"/>
                <a:gd name="connsiteY862" fmla="*/ 181688 h 1212067"/>
                <a:gd name="connsiteX863" fmla="*/ 105002 w 1385794"/>
                <a:gd name="connsiteY863" fmla="*/ 184850 h 1212067"/>
                <a:gd name="connsiteX864" fmla="*/ 103252 w 1385794"/>
                <a:gd name="connsiteY864" fmla="*/ 187137 h 1212067"/>
                <a:gd name="connsiteX865" fmla="*/ 101199 w 1385794"/>
                <a:gd name="connsiteY865" fmla="*/ 190165 h 1212067"/>
                <a:gd name="connsiteX866" fmla="*/ 100324 w 1385794"/>
                <a:gd name="connsiteY866" fmla="*/ 191914 h 1212067"/>
                <a:gd name="connsiteX867" fmla="*/ 99247 w 1385794"/>
                <a:gd name="connsiteY867" fmla="*/ 193125 h 1212067"/>
                <a:gd name="connsiteX868" fmla="*/ 97497 w 1385794"/>
                <a:gd name="connsiteY868" fmla="*/ 193899 h 1212067"/>
                <a:gd name="connsiteX869" fmla="*/ 95747 w 1385794"/>
                <a:gd name="connsiteY869" fmla="*/ 194538 h 1212067"/>
                <a:gd name="connsiteX870" fmla="*/ 94435 w 1385794"/>
                <a:gd name="connsiteY870" fmla="*/ 195749 h 1212067"/>
                <a:gd name="connsiteX871" fmla="*/ 93560 w 1385794"/>
                <a:gd name="connsiteY871" fmla="*/ 196186 h 1212067"/>
                <a:gd name="connsiteX872" fmla="*/ 92786 w 1385794"/>
                <a:gd name="connsiteY872" fmla="*/ 196725 h 1212067"/>
                <a:gd name="connsiteX873" fmla="*/ 91608 w 1385794"/>
                <a:gd name="connsiteY873" fmla="*/ 197936 h 1212067"/>
                <a:gd name="connsiteX874" fmla="*/ 89656 w 1385794"/>
                <a:gd name="connsiteY874" fmla="*/ 199550 h 1212067"/>
                <a:gd name="connsiteX875" fmla="*/ 87704 w 1385794"/>
                <a:gd name="connsiteY875" fmla="*/ 200425 h 1212067"/>
                <a:gd name="connsiteX876" fmla="*/ 86627 w 1385794"/>
                <a:gd name="connsiteY876" fmla="*/ 200862 h 1212067"/>
                <a:gd name="connsiteX877" fmla="*/ 85113 w 1385794"/>
                <a:gd name="connsiteY877" fmla="*/ 201401 h 1212067"/>
                <a:gd name="connsiteX878" fmla="*/ 83699 w 1385794"/>
                <a:gd name="connsiteY878" fmla="*/ 202477 h 1212067"/>
                <a:gd name="connsiteX879" fmla="*/ 82387 w 1385794"/>
                <a:gd name="connsiteY879" fmla="*/ 203553 h 1212067"/>
                <a:gd name="connsiteX880" fmla="*/ 80435 w 1385794"/>
                <a:gd name="connsiteY880" fmla="*/ 204765 h 1212067"/>
                <a:gd name="connsiteX881" fmla="*/ 78684 w 1385794"/>
                <a:gd name="connsiteY881" fmla="*/ 205404 h 1212067"/>
                <a:gd name="connsiteX882" fmla="*/ 76732 w 1385794"/>
                <a:gd name="connsiteY882" fmla="*/ 206278 h 1212067"/>
                <a:gd name="connsiteX883" fmla="*/ 74444 w 1385794"/>
                <a:gd name="connsiteY883" fmla="*/ 206917 h 1212067"/>
                <a:gd name="connsiteX884" fmla="*/ 72694 w 1385794"/>
                <a:gd name="connsiteY884" fmla="*/ 207456 h 1212067"/>
                <a:gd name="connsiteX885" fmla="*/ 71617 w 1385794"/>
                <a:gd name="connsiteY885" fmla="*/ 208095 h 1212067"/>
                <a:gd name="connsiteX886" fmla="*/ 68992 w 1385794"/>
                <a:gd name="connsiteY886" fmla="*/ 209070 h 1212067"/>
                <a:gd name="connsiteX887" fmla="*/ 66064 w 1385794"/>
                <a:gd name="connsiteY887" fmla="*/ 209844 h 1212067"/>
                <a:gd name="connsiteX888" fmla="*/ 62463 w 1385794"/>
                <a:gd name="connsiteY888" fmla="*/ 210046 h 1212067"/>
                <a:gd name="connsiteX889" fmla="*/ 59636 w 1385794"/>
                <a:gd name="connsiteY889" fmla="*/ 210147 h 1212067"/>
                <a:gd name="connsiteX890" fmla="*/ 55631 w 1385794"/>
                <a:gd name="connsiteY890" fmla="*/ 209810 h 1212067"/>
                <a:gd name="connsiteX891" fmla="*/ 52602 w 1385794"/>
                <a:gd name="connsiteY891" fmla="*/ 208936 h 1212067"/>
                <a:gd name="connsiteX892" fmla="*/ 49001 w 1385794"/>
                <a:gd name="connsiteY892" fmla="*/ 207624 h 1212067"/>
                <a:gd name="connsiteX893" fmla="*/ 42371 w 1385794"/>
                <a:gd name="connsiteY893" fmla="*/ 204462 h 1212067"/>
                <a:gd name="connsiteX894" fmla="*/ 37054 w 1385794"/>
                <a:gd name="connsiteY894" fmla="*/ 204361 h 1212067"/>
                <a:gd name="connsiteX895" fmla="*/ 32174 w 1385794"/>
                <a:gd name="connsiteY895" fmla="*/ 203049 h 1212067"/>
                <a:gd name="connsiteX896" fmla="*/ 29448 w 1385794"/>
                <a:gd name="connsiteY896" fmla="*/ 201838 h 1212067"/>
                <a:gd name="connsiteX897" fmla="*/ 26621 w 1385794"/>
                <a:gd name="connsiteY897" fmla="*/ 201300 h 1212067"/>
                <a:gd name="connsiteX898" fmla="*/ 24400 w 1385794"/>
                <a:gd name="connsiteY898" fmla="*/ 201199 h 1212067"/>
                <a:gd name="connsiteX899" fmla="*/ 22515 w 1385794"/>
                <a:gd name="connsiteY899" fmla="*/ 201300 h 1212067"/>
                <a:gd name="connsiteX900" fmla="*/ 22515 w 1385794"/>
                <a:gd name="connsiteY900" fmla="*/ 203049 h 1212067"/>
                <a:gd name="connsiteX901" fmla="*/ 22515 w 1385794"/>
                <a:gd name="connsiteY901" fmla="*/ 206514 h 1212067"/>
                <a:gd name="connsiteX902" fmla="*/ 22515 w 1385794"/>
                <a:gd name="connsiteY902" fmla="*/ 208129 h 1212067"/>
                <a:gd name="connsiteX903" fmla="*/ 22852 w 1385794"/>
                <a:gd name="connsiteY903" fmla="*/ 210315 h 1212067"/>
                <a:gd name="connsiteX904" fmla="*/ 22347 w 1385794"/>
                <a:gd name="connsiteY904" fmla="*/ 212804 h 1212067"/>
                <a:gd name="connsiteX905" fmla="*/ 21875 w 1385794"/>
                <a:gd name="connsiteY905" fmla="*/ 235612 h 1212067"/>
                <a:gd name="connsiteX906" fmla="*/ 22952 w 1385794"/>
                <a:gd name="connsiteY906" fmla="*/ 239851 h 1212067"/>
                <a:gd name="connsiteX907" fmla="*/ 23188 w 1385794"/>
                <a:gd name="connsiteY907" fmla="*/ 242239 h 1212067"/>
                <a:gd name="connsiteX908" fmla="*/ 21875 w 1385794"/>
                <a:gd name="connsiteY908" fmla="*/ 245704 h 1212067"/>
                <a:gd name="connsiteX909" fmla="*/ 19385 w 1385794"/>
                <a:gd name="connsiteY909" fmla="*/ 248731 h 1212067"/>
                <a:gd name="connsiteX910" fmla="*/ 17332 w 1385794"/>
                <a:gd name="connsiteY910" fmla="*/ 250784 h 1212067"/>
                <a:gd name="connsiteX911" fmla="*/ 13731 w 1385794"/>
                <a:gd name="connsiteY911" fmla="*/ 255661 h 1212067"/>
                <a:gd name="connsiteX912" fmla="*/ 10265 w 1385794"/>
                <a:gd name="connsiteY912" fmla="*/ 257713 h 1212067"/>
                <a:gd name="connsiteX913" fmla="*/ 8414 w 1385794"/>
                <a:gd name="connsiteY913" fmla="*/ 260875 h 1212067"/>
                <a:gd name="connsiteX914" fmla="*/ 5923 w 1385794"/>
                <a:gd name="connsiteY914" fmla="*/ 264576 h 1212067"/>
                <a:gd name="connsiteX915" fmla="*/ 4308 w 1385794"/>
                <a:gd name="connsiteY915" fmla="*/ 267267 h 1212067"/>
                <a:gd name="connsiteX916" fmla="*/ 4308 w 1385794"/>
                <a:gd name="connsiteY916" fmla="*/ 269117 h 1212067"/>
                <a:gd name="connsiteX917" fmla="*/ 4644 w 1385794"/>
                <a:gd name="connsiteY917" fmla="*/ 271068 h 1212067"/>
                <a:gd name="connsiteX918" fmla="*/ 5183 w 1385794"/>
                <a:gd name="connsiteY918" fmla="*/ 273154 h 1212067"/>
                <a:gd name="connsiteX919" fmla="*/ 5183 w 1385794"/>
                <a:gd name="connsiteY919" fmla="*/ 275980 h 1212067"/>
                <a:gd name="connsiteX920" fmla="*/ 4308 w 1385794"/>
                <a:gd name="connsiteY920" fmla="*/ 279243 h 1212067"/>
                <a:gd name="connsiteX921" fmla="*/ 3467 w 1385794"/>
                <a:gd name="connsiteY921" fmla="*/ 288056 h 1212067"/>
                <a:gd name="connsiteX922" fmla="*/ 3467 w 1385794"/>
                <a:gd name="connsiteY922" fmla="*/ 295121 h 1212067"/>
                <a:gd name="connsiteX923" fmla="*/ 0 w 1385794"/>
                <a:gd name="connsiteY923" fmla="*/ 298720 h 1212067"/>
                <a:gd name="connsiteX924" fmla="*/ 0 w 1385794"/>
                <a:gd name="connsiteY924" fmla="*/ 302084 h 1212067"/>
                <a:gd name="connsiteX925" fmla="*/ 1178 w 1385794"/>
                <a:gd name="connsiteY925" fmla="*/ 305549 h 1212067"/>
                <a:gd name="connsiteX926" fmla="*/ 1817 w 1385794"/>
                <a:gd name="connsiteY926" fmla="*/ 309687 h 1212067"/>
                <a:gd name="connsiteX927" fmla="*/ 2154 w 1385794"/>
                <a:gd name="connsiteY927" fmla="*/ 312849 h 1212067"/>
                <a:gd name="connsiteX928" fmla="*/ 2928 w 1385794"/>
                <a:gd name="connsiteY928" fmla="*/ 313387 h 1212067"/>
                <a:gd name="connsiteX929" fmla="*/ 6933 w 1385794"/>
                <a:gd name="connsiteY929" fmla="*/ 315977 h 1212067"/>
                <a:gd name="connsiteX930" fmla="*/ 7909 w 1385794"/>
                <a:gd name="connsiteY930" fmla="*/ 316953 h 1212067"/>
                <a:gd name="connsiteX931" fmla="*/ 9760 w 1385794"/>
                <a:gd name="connsiteY931" fmla="*/ 318164 h 1212067"/>
                <a:gd name="connsiteX932" fmla="*/ 10029 w 1385794"/>
                <a:gd name="connsiteY932" fmla="*/ 319913 h 1212067"/>
                <a:gd name="connsiteX933" fmla="*/ 10399 w 1385794"/>
                <a:gd name="connsiteY933" fmla="*/ 322940 h 1212067"/>
                <a:gd name="connsiteX934" fmla="*/ 10399 w 1385794"/>
                <a:gd name="connsiteY934" fmla="*/ 324690 h 1212067"/>
                <a:gd name="connsiteX935" fmla="*/ 10298 w 1385794"/>
                <a:gd name="connsiteY935" fmla="*/ 326540 h 1212067"/>
                <a:gd name="connsiteX936" fmla="*/ 10063 w 1385794"/>
                <a:gd name="connsiteY936" fmla="*/ 329029 h 1212067"/>
                <a:gd name="connsiteX937" fmla="*/ 9625 w 1385794"/>
                <a:gd name="connsiteY937" fmla="*/ 331754 h 1212067"/>
                <a:gd name="connsiteX938" fmla="*/ 8851 w 1385794"/>
                <a:gd name="connsiteY938" fmla="*/ 335892 h 1212067"/>
                <a:gd name="connsiteX939" fmla="*/ 8313 w 1385794"/>
                <a:gd name="connsiteY939" fmla="*/ 337507 h 1212067"/>
                <a:gd name="connsiteX940" fmla="*/ 7673 w 1385794"/>
                <a:gd name="connsiteY940" fmla="*/ 339357 h 1212067"/>
                <a:gd name="connsiteX941" fmla="*/ 6899 w 1385794"/>
                <a:gd name="connsiteY941" fmla="*/ 342519 h 1212067"/>
                <a:gd name="connsiteX942" fmla="*/ 6899 w 1385794"/>
                <a:gd name="connsiteY942" fmla="*/ 344907 h 1212067"/>
                <a:gd name="connsiteX943" fmla="*/ 7000 w 1385794"/>
                <a:gd name="connsiteY943" fmla="*/ 346993 h 1212067"/>
                <a:gd name="connsiteX944" fmla="*/ 7101 w 1385794"/>
                <a:gd name="connsiteY944" fmla="*/ 348608 h 1212067"/>
                <a:gd name="connsiteX945" fmla="*/ 8717 w 1385794"/>
                <a:gd name="connsiteY945" fmla="*/ 350794 h 1212067"/>
                <a:gd name="connsiteX946" fmla="*/ 11645 w 1385794"/>
                <a:gd name="connsiteY946" fmla="*/ 353384 h 1212067"/>
                <a:gd name="connsiteX947" fmla="*/ 13496 w 1385794"/>
                <a:gd name="connsiteY947" fmla="*/ 354999 h 1212067"/>
                <a:gd name="connsiteX948" fmla="*/ 15683 w 1385794"/>
                <a:gd name="connsiteY948" fmla="*/ 354225 h 1212067"/>
                <a:gd name="connsiteX949" fmla="*/ 18847 w 1385794"/>
                <a:gd name="connsiteY949" fmla="*/ 354024 h 1212067"/>
                <a:gd name="connsiteX950" fmla="*/ 27328 w 1385794"/>
                <a:gd name="connsiteY950" fmla="*/ 353485 h 1212067"/>
                <a:gd name="connsiteX951" fmla="*/ 34395 w 1385794"/>
                <a:gd name="connsiteY951" fmla="*/ 352947 h 1212067"/>
                <a:gd name="connsiteX952" fmla="*/ 36246 w 1385794"/>
                <a:gd name="connsiteY952" fmla="*/ 350761 h 1212067"/>
                <a:gd name="connsiteX953" fmla="*/ 38299 w 1385794"/>
                <a:gd name="connsiteY953" fmla="*/ 350962 h 1212067"/>
                <a:gd name="connsiteX954" fmla="*/ 40049 w 1385794"/>
                <a:gd name="connsiteY954" fmla="*/ 352274 h 1212067"/>
                <a:gd name="connsiteX955" fmla="*/ 44727 w 1385794"/>
                <a:gd name="connsiteY955" fmla="*/ 353149 h 1212067"/>
                <a:gd name="connsiteX956" fmla="*/ 47991 w 1385794"/>
                <a:gd name="connsiteY956" fmla="*/ 352947 h 1212067"/>
                <a:gd name="connsiteX957" fmla="*/ 50819 w 1385794"/>
                <a:gd name="connsiteY957" fmla="*/ 350559 h 1212067"/>
                <a:gd name="connsiteX958" fmla="*/ 52232 w 1385794"/>
                <a:gd name="connsiteY958" fmla="*/ 347733 h 1212067"/>
                <a:gd name="connsiteX959" fmla="*/ 52871 w 1385794"/>
                <a:gd name="connsiteY959" fmla="*/ 345345 h 1212067"/>
                <a:gd name="connsiteX960" fmla="*/ 53410 w 1385794"/>
                <a:gd name="connsiteY960" fmla="*/ 345008 h 1212067"/>
                <a:gd name="connsiteX961" fmla="*/ 56136 w 1385794"/>
                <a:gd name="connsiteY961" fmla="*/ 345345 h 1212067"/>
                <a:gd name="connsiteX962" fmla="*/ 59939 w 1385794"/>
                <a:gd name="connsiteY962" fmla="*/ 346959 h 1212067"/>
                <a:gd name="connsiteX963" fmla="*/ 63540 w 1385794"/>
                <a:gd name="connsiteY963" fmla="*/ 348574 h 1212067"/>
                <a:gd name="connsiteX964" fmla="*/ 68420 w 1385794"/>
                <a:gd name="connsiteY964" fmla="*/ 349886 h 1212067"/>
                <a:gd name="connsiteX965" fmla="*/ 75588 w 1385794"/>
                <a:gd name="connsiteY965" fmla="*/ 349886 h 1212067"/>
                <a:gd name="connsiteX966" fmla="*/ 81781 w 1385794"/>
                <a:gd name="connsiteY966" fmla="*/ 350861 h 1212067"/>
                <a:gd name="connsiteX967" fmla="*/ 88411 w 1385794"/>
                <a:gd name="connsiteY967" fmla="*/ 351635 h 1212067"/>
                <a:gd name="connsiteX968" fmla="*/ 92214 w 1385794"/>
                <a:gd name="connsiteY968" fmla="*/ 353048 h 1212067"/>
                <a:gd name="connsiteX969" fmla="*/ 95478 w 1385794"/>
                <a:gd name="connsiteY969" fmla="*/ 354562 h 1212067"/>
                <a:gd name="connsiteX970" fmla="*/ 99281 w 1385794"/>
                <a:gd name="connsiteY970" fmla="*/ 355100 h 1212067"/>
                <a:gd name="connsiteX971" fmla="*/ 102882 w 1385794"/>
                <a:gd name="connsiteY971" fmla="*/ 355335 h 1212067"/>
                <a:gd name="connsiteX972" fmla="*/ 106349 w 1385794"/>
                <a:gd name="connsiteY972" fmla="*/ 354125 h 1212067"/>
                <a:gd name="connsiteX973" fmla="*/ 110152 w 1385794"/>
                <a:gd name="connsiteY973" fmla="*/ 353485 h 1212067"/>
                <a:gd name="connsiteX974" fmla="*/ 113854 w 1385794"/>
                <a:gd name="connsiteY974" fmla="*/ 351972 h 1212067"/>
                <a:gd name="connsiteX975" fmla="*/ 117892 w 1385794"/>
                <a:gd name="connsiteY975" fmla="*/ 350660 h 1212067"/>
                <a:gd name="connsiteX976" fmla="*/ 119945 w 1385794"/>
                <a:gd name="connsiteY976" fmla="*/ 350323 h 1212067"/>
                <a:gd name="connsiteX977" fmla="*/ 121796 w 1385794"/>
                <a:gd name="connsiteY977" fmla="*/ 351736 h 1212067"/>
                <a:gd name="connsiteX978" fmla="*/ 124522 w 1385794"/>
                <a:gd name="connsiteY978" fmla="*/ 354125 h 1212067"/>
                <a:gd name="connsiteX979" fmla="*/ 128123 w 1385794"/>
                <a:gd name="connsiteY979" fmla="*/ 356176 h 1212067"/>
                <a:gd name="connsiteX980" fmla="*/ 137142 w 1385794"/>
                <a:gd name="connsiteY980" fmla="*/ 355100 h 1212067"/>
                <a:gd name="connsiteX981" fmla="*/ 143133 w 1385794"/>
                <a:gd name="connsiteY981" fmla="*/ 356076 h 1212067"/>
                <a:gd name="connsiteX982" fmla="*/ 146936 w 1385794"/>
                <a:gd name="connsiteY982" fmla="*/ 358464 h 1212067"/>
                <a:gd name="connsiteX983" fmla="*/ 153128 w 1385794"/>
                <a:gd name="connsiteY983" fmla="*/ 362904 h 1212067"/>
                <a:gd name="connsiteX984" fmla="*/ 159556 w 1385794"/>
                <a:gd name="connsiteY984" fmla="*/ 367244 h 1212067"/>
                <a:gd name="connsiteX985" fmla="*/ 165984 w 1385794"/>
                <a:gd name="connsiteY985" fmla="*/ 369094 h 1212067"/>
                <a:gd name="connsiteX986" fmla="*/ 173489 w 1385794"/>
                <a:gd name="connsiteY986" fmla="*/ 369296 h 1212067"/>
                <a:gd name="connsiteX987" fmla="*/ 178067 w 1385794"/>
                <a:gd name="connsiteY987" fmla="*/ 369195 h 1212067"/>
                <a:gd name="connsiteX988" fmla="*/ 184494 w 1385794"/>
                <a:gd name="connsiteY988" fmla="*/ 371247 h 1212067"/>
                <a:gd name="connsiteX989" fmla="*/ 190485 w 1385794"/>
                <a:gd name="connsiteY989" fmla="*/ 375385 h 1212067"/>
                <a:gd name="connsiteX990" fmla="*/ 195500 w 1385794"/>
                <a:gd name="connsiteY990" fmla="*/ 379085 h 1212067"/>
                <a:gd name="connsiteX991" fmla="*/ 203745 w 1385794"/>
                <a:gd name="connsiteY991" fmla="*/ 378009 h 1212067"/>
                <a:gd name="connsiteX992" fmla="*/ 209298 w 1385794"/>
                <a:gd name="connsiteY992" fmla="*/ 379623 h 1212067"/>
                <a:gd name="connsiteX993" fmla="*/ 212899 w 1385794"/>
                <a:gd name="connsiteY993" fmla="*/ 387327 h 1212067"/>
                <a:gd name="connsiteX994" fmla="*/ 217678 w 1385794"/>
                <a:gd name="connsiteY994" fmla="*/ 391128 h 1212067"/>
                <a:gd name="connsiteX995" fmla="*/ 225519 w 1385794"/>
                <a:gd name="connsiteY995" fmla="*/ 400816 h 1212067"/>
                <a:gd name="connsiteX996" fmla="*/ 235077 w 1385794"/>
                <a:gd name="connsiteY996" fmla="*/ 408419 h 1212067"/>
                <a:gd name="connsiteX997" fmla="*/ 237366 w 1385794"/>
                <a:gd name="connsiteY997" fmla="*/ 410706 h 1212067"/>
                <a:gd name="connsiteX998" fmla="*/ 242145 w 1385794"/>
                <a:gd name="connsiteY998" fmla="*/ 415046 h 1212067"/>
                <a:gd name="connsiteX999" fmla="*/ 243222 w 1385794"/>
                <a:gd name="connsiteY999" fmla="*/ 423187 h 1212067"/>
                <a:gd name="connsiteX1000" fmla="*/ 244871 w 1385794"/>
                <a:gd name="connsiteY1000" fmla="*/ 424499 h 1212067"/>
                <a:gd name="connsiteX1001" fmla="*/ 248674 w 1385794"/>
                <a:gd name="connsiteY1001" fmla="*/ 426349 h 1212067"/>
                <a:gd name="connsiteX1002" fmla="*/ 251164 w 1385794"/>
                <a:gd name="connsiteY1002" fmla="*/ 427863 h 1212067"/>
                <a:gd name="connsiteX1003" fmla="*/ 254092 w 1385794"/>
                <a:gd name="connsiteY1003" fmla="*/ 430587 h 1212067"/>
                <a:gd name="connsiteX1004" fmla="*/ 258972 w 1385794"/>
                <a:gd name="connsiteY1004" fmla="*/ 435802 h 1212067"/>
                <a:gd name="connsiteX1005" fmla="*/ 265501 w 1385794"/>
                <a:gd name="connsiteY1005" fmla="*/ 442092 h 1212067"/>
                <a:gd name="connsiteX1006" fmla="*/ 269943 w 1385794"/>
                <a:gd name="connsiteY1006" fmla="*/ 446331 h 1212067"/>
                <a:gd name="connsiteX1007" fmla="*/ 281891 w 1385794"/>
                <a:gd name="connsiteY1007" fmla="*/ 453933 h 1212067"/>
                <a:gd name="connsiteX1008" fmla="*/ 287982 w 1385794"/>
                <a:gd name="connsiteY1008" fmla="*/ 456759 h 1212067"/>
                <a:gd name="connsiteX1009" fmla="*/ 290574 w 1385794"/>
                <a:gd name="connsiteY1009" fmla="*/ 456759 h 1212067"/>
                <a:gd name="connsiteX1010" fmla="*/ 297103 w 1385794"/>
                <a:gd name="connsiteY1010" fmla="*/ 459248 h 1212067"/>
                <a:gd name="connsiteX1011" fmla="*/ 300906 w 1385794"/>
                <a:gd name="connsiteY1011" fmla="*/ 461099 h 1212067"/>
                <a:gd name="connsiteX1012" fmla="*/ 305785 w 1385794"/>
                <a:gd name="connsiteY1012" fmla="*/ 466649 h 1212067"/>
                <a:gd name="connsiteX1013" fmla="*/ 310026 w 1385794"/>
                <a:gd name="connsiteY1013" fmla="*/ 470652 h 1212067"/>
                <a:gd name="connsiteX1014" fmla="*/ 309925 w 1385794"/>
                <a:gd name="connsiteY1014" fmla="*/ 476505 h 1212067"/>
                <a:gd name="connsiteX1015" fmla="*/ 309723 w 1385794"/>
                <a:gd name="connsiteY1015" fmla="*/ 478894 h 1212067"/>
                <a:gd name="connsiteX1016" fmla="*/ 311473 w 1385794"/>
                <a:gd name="connsiteY1016" fmla="*/ 482493 h 1212067"/>
                <a:gd name="connsiteX1017" fmla="*/ 314839 w 1385794"/>
                <a:gd name="connsiteY1017" fmla="*/ 483368 h 1212067"/>
                <a:gd name="connsiteX1018" fmla="*/ 318642 w 1385794"/>
                <a:gd name="connsiteY1018" fmla="*/ 487068 h 1212067"/>
                <a:gd name="connsiteX1019" fmla="*/ 322546 w 1385794"/>
                <a:gd name="connsiteY1019" fmla="*/ 490432 h 1212067"/>
                <a:gd name="connsiteX1020" fmla="*/ 326685 w 1385794"/>
                <a:gd name="connsiteY1020" fmla="*/ 493796 h 1212067"/>
                <a:gd name="connsiteX1021" fmla="*/ 329075 w 1385794"/>
                <a:gd name="connsiteY1021" fmla="*/ 495007 h 1212067"/>
                <a:gd name="connsiteX1022" fmla="*/ 334392 w 1385794"/>
                <a:gd name="connsiteY1022" fmla="*/ 495546 h 1212067"/>
                <a:gd name="connsiteX1023" fmla="*/ 338094 w 1385794"/>
                <a:gd name="connsiteY1023" fmla="*/ 493931 h 1212067"/>
                <a:gd name="connsiteX1024" fmla="*/ 342570 w 1385794"/>
                <a:gd name="connsiteY1024" fmla="*/ 493931 h 1212067"/>
                <a:gd name="connsiteX1025" fmla="*/ 346911 w 1385794"/>
                <a:gd name="connsiteY1025" fmla="*/ 493056 h 1212067"/>
                <a:gd name="connsiteX1026" fmla="*/ 349301 w 1385794"/>
                <a:gd name="connsiteY1026" fmla="*/ 491542 h 1212067"/>
                <a:gd name="connsiteX1027" fmla="*/ 349839 w 1385794"/>
                <a:gd name="connsiteY1027" fmla="*/ 489053 h 1212067"/>
                <a:gd name="connsiteX1028" fmla="*/ 349940 w 1385794"/>
                <a:gd name="connsiteY1028" fmla="*/ 484713 h 1212067"/>
                <a:gd name="connsiteX1029" fmla="*/ 350479 w 1385794"/>
                <a:gd name="connsiteY1029" fmla="*/ 479499 h 1212067"/>
                <a:gd name="connsiteX1030" fmla="*/ 350714 w 1385794"/>
                <a:gd name="connsiteY1030" fmla="*/ 473074 h 1212067"/>
                <a:gd name="connsiteX1031" fmla="*/ 350378 w 1385794"/>
                <a:gd name="connsiteY1031" fmla="*/ 465808 h 1212067"/>
                <a:gd name="connsiteX1032" fmla="*/ 348527 w 1385794"/>
                <a:gd name="connsiteY1032" fmla="*/ 460695 h 1212067"/>
                <a:gd name="connsiteX1033" fmla="*/ 346911 w 1385794"/>
                <a:gd name="connsiteY1033" fmla="*/ 455817 h 1212067"/>
                <a:gd name="connsiteX1034" fmla="*/ 347988 w 1385794"/>
                <a:gd name="connsiteY1034" fmla="*/ 451040 h 1212067"/>
                <a:gd name="connsiteX1035" fmla="*/ 350479 w 1385794"/>
                <a:gd name="connsiteY1035" fmla="*/ 441688 h 1212067"/>
                <a:gd name="connsiteX1036" fmla="*/ 353407 w 1385794"/>
                <a:gd name="connsiteY1036" fmla="*/ 431462 h 1212067"/>
                <a:gd name="connsiteX1037" fmla="*/ 356234 w 1385794"/>
                <a:gd name="connsiteY1037" fmla="*/ 424734 h 1212067"/>
                <a:gd name="connsiteX1038" fmla="*/ 356133 w 1385794"/>
                <a:gd name="connsiteY1038" fmla="*/ 420395 h 1212067"/>
                <a:gd name="connsiteX1039" fmla="*/ 351253 w 1385794"/>
                <a:gd name="connsiteY1039" fmla="*/ 413566 h 1212067"/>
                <a:gd name="connsiteX1040" fmla="*/ 353541 w 1385794"/>
                <a:gd name="connsiteY1040" fmla="*/ 405963 h 1212067"/>
                <a:gd name="connsiteX1041" fmla="*/ 355157 w 1385794"/>
                <a:gd name="connsiteY1041" fmla="*/ 402599 h 1212067"/>
                <a:gd name="connsiteX1042" fmla="*/ 358758 w 1385794"/>
                <a:gd name="connsiteY1042" fmla="*/ 398798 h 1212067"/>
                <a:gd name="connsiteX1043" fmla="*/ 360272 w 1385794"/>
                <a:gd name="connsiteY1043" fmla="*/ 397721 h 1212067"/>
                <a:gd name="connsiteX1044" fmla="*/ 363739 w 1385794"/>
                <a:gd name="connsiteY1044" fmla="*/ 396948 h 1212067"/>
                <a:gd name="connsiteX1045" fmla="*/ 375484 w 1385794"/>
                <a:gd name="connsiteY1045" fmla="*/ 397385 h 1212067"/>
                <a:gd name="connsiteX1046" fmla="*/ 380600 w 1385794"/>
                <a:gd name="connsiteY1046" fmla="*/ 398125 h 1212067"/>
                <a:gd name="connsiteX1047" fmla="*/ 384840 w 1385794"/>
                <a:gd name="connsiteY1047" fmla="*/ 400615 h 1212067"/>
                <a:gd name="connsiteX1048" fmla="*/ 388206 w 1385794"/>
                <a:gd name="connsiteY1048" fmla="*/ 403339 h 1212067"/>
                <a:gd name="connsiteX1049" fmla="*/ 392345 w 1385794"/>
                <a:gd name="connsiteY1049" fmla="*/ 408452 h 1212067"/>
                <a:gd name="connsiteX1050" fmla="*/ 395273 w 1385794"/>
                <a:gd name="connsiteY1050" fmla="*/ 411480 h 1212067"/>
                <a:gd name="connsiteX1051" fmla="*/ 400052 w 1385794"/>
                <a:gd name="connsiteY1051" fmla="*/ 416795 h 1212067"/>
                <a:gd name="connsiteX1052" fmla="*/ 403216 w 1385794"/>
                <a:gd name="connsiteY1052" fmla="*/ 420260 h 1212067"/>
                <a:gd name="connsiteX1053" fmla="*/ 406581 w 1385794"/>
                <a:gd name="connsiteY1053" fmla="*/ 425138 h 1212067"/>
                <a:gd name="connsiteX1054" fmla="*/ 408869 w 1385794"/>
                <a:gd name="connsiteY1054" fmla="*/ 427963 h 1212067"/>
                <a:gd name="connsiteX1055" fmla="*/ 412908 w 1385794"/>
                <a:gd name="connsiteY1055" fmla="*/ 432976 h 1212067"/>
                <a:gd name="connsiteX1056" fmla="*/ 418562 w 1385794"/>
                <a:gd name="connsiteY1056" fmla="*/ 436239 h 1212067"/>
                <a:gd name="connsiteX1057" fmla="*/ 424553 w 1385794"/>
                <a:gd name="connsiteY1057" fmla="*/ 438190 h 1212067"/>
                <a:gd name="connsiteX1058" fmla="*/ 429332 w 1385794"/>
                <a:gd name="connsiteY1058" fmla="*/ 440679 h 1212067"/>
                <a:gd name="connsiteX1059" fmla="*/ 435423 w 1385794"/>
                <a:gd name="connsiteY1059" fmla="*/ 443606 h 1212067"/>
                <a:gd name="connsiteX1060" fmla="*/ 440639 w 1385794"/>
                <a:gd name="connsiteY1060" fmla="*/ 446095 h 1212067"/>
                <a:gd name="connsiteX1061" fmla="*/ 445082 w 1385794"/>
                <a:gd name="connsiteY1061" fmla="*/ 448484 h 1212067"/>
                <a:gd name="connsiteX1062" fmla="*/ 445317 w 1385794"/>
                <a:gd name="connsiteY1062" fmla="*/ 452285 h 1212067"/>
                <a:gd name="connsiteX1063" fmla="*/ 445317 w 1385794"/>
                <a:gd name="connsiteY1063" fmla="*/ 454976 h 1212067"/>
                <a:gd name="connsiteX1064" fmla="*/ 446091 w 1385794"/>
                <a:gd name="connsiteY1064" fmla="*/ 456288 h 1212067"/>
                <a:gd name="connsiteX1065" fmla="*/ 451106 w 1385794"/>
                <a:gd name="connsiteY1065" fmla="*/ 456624 h 1212067"/>
                <a:gd name="connsiteX1066" fmla="*/ 453395 w 1385794"/>
                <a:gd name="connsiteY1066" fmla="*/ 455985 h 1212067"/>
                <a:gd name="connsiteX1067" fmla="*/ 455683 w 1385794"/>
                <a:gd name="connsiteY1067" fmla="*/ 452285 h 1212067"/>
                <a:gd name="connsiteX1068" fmla="*/ 456558 w 1385794"/>
                <a:gd name="connsiteY1068" fmla="*/ 450233 h 1212067"/>
                <a:gd name="connsiteX1069" fmla="*/ 457972 w 1385794"/>
                <a:gd name="connsiteY1069" fmla="*/ 446768 h 1212067"/>
                <a:gd name="connsiteX1070" fmla="*/ 460698 w 1385794"/>
                <a:gd name="connsiteY1070" fmla="*/ 444716 h 1212067"/>
                <a:gd name="connsiteX1071" fmla="*/ 462010 w 1385794"/>
                <a:gd name="connsiteY1071" fmla="*/ 444279 h 1212067"/>
                <a:gd name="connsiteX1072" fmla="*/ 464299 w 1385794"/>
                <a:gd name="connsiteY1072" fmla="*/ 442428 h 1212067"/>
                <a:gd name="connsiteX1073" fmla="*/ 465813 w 1385794"/>
                <a:gd name="connsiteY1073" fmla="*/ 439704 h 1212067"/>
                <a:gd name="connsiteX1074" fmla="*/ 467227 w 1385794"/>
                <a:gd name="connsiteY1074" fmla="*/ 438291 h 1212067"/>
                <a:gd name="connsiteX1075" fmla="*/ 469515 w 1385794"/>
                <a:gd name="connsiteY1075" fmla="*/ 435263 h 1212067"/>
                <a:gd name="connsiteX1076" fmla="*/ 470929 w 1385794"/>
                <a:gd name="connsiteY1076" fmla="*/ 432976 h 1212067"/>
                <a:gd name="connsiteX1077" fmla="*/ 472881 w 1385794"/>
                <a:gd name="connsiteY1077" fmla="*/ 432774 h 1212067"/>
                <a:gd name="connsiteX1078" fmla="*/ 474294 w 1385794"/>
                <a:gd name="connsiteY1078" fmla="*/ 432572 h 1212067"/>
                <a:gd name="connsiteX1079" fmla="*/ 476885 w 1385794"/>
                <a:gd name="connsiteY1079" fmla="*/ 433548 h 1212067"/>
                <a:gd name="connsiteX1080" fmla="*/ 480587 w 1385794"/>
                <a:gd name="connsiteY1080" fmla="*/ 438425 h 1212067"/>
                <a:gd name="connsiteX1081" fmla="*/ 482775 w 1385794"/>
                <a:gd name="connsiteY1081" fmla="*/ 441688 h 1212067"/>
                <a:gd name="connsiteX1082" fmla="*/ 484088 w 1385794"/>
                <a:gd name="connsiteY1082" fmla="*/ 445052 h 1212067"/>
                <a:gd name="connsiteX1083" fmla="*/ 489943 w 1385794"/>
                <a:gd name="connsiteY1083" fmla="*/ 445692 h 1212067"/>
                <a:gd name="connsiteX1084" fmla="*/ 498290 w 1385794"/>
                <a:gd name="connsiteY1084" fmla="*/ 444447 h 1212067"/>
                <a:gd name="connsiteX1085" fmla="*/ 503372 w 1385794"/>
                <a:gd name="connsiteY1085" fmla="*/ 442866 h 1212067"/>
                <a:gd name="connsiteX1086" fmla="*/ 504247 w 1385794"/>
                <a:gd name="connsiteY1086" fmla="*/ 441722 h 1212067"/>
                <a:gd name="connsiteX1087" fmla="*/ 505997 w 1385794"/>
                <a:gd name="connsiteY1087" fmla="*/ 439132 h 1212067"/>
                <a:gd name="connsiteX1088" fmla="*/ 506569 w 1385794"/>
                <a:gd name="connsiteY1088" fmla="*/ 437685 h 1212067"/>
                <a:gd name="connsiteX1089" fmla="*/ 506872 w 1385794"/>
                <a:gd name="connsiteY1089" fmla="*/ 435230 h 1212067"/>
                <a:gd name="connsiteX1090" fmla="*/ 507881 w 1385794"/>
                <a:gd name="connsiteY1090" fmla="*/ 433346 h 1212067"/>
                <a:gd name="connsiteX1091" fmla="*/ 509059 w 1385794"/>
                <a:gd name="connsiteY1091" fmla="*/ 431327 h 1212067"/>
                <a:gd name="connsiteX1092" fmla="*/ 510944 w 1385794"/>
                <a:gd name="connsiteY1092" fmla="*/ 430520 h 1212067"/>
                <a:gd name="connsiteX1093" fmla="*/ 514579 w 1385794"/>
                <a:gd name="connsiteY1093" fmla="*/ 428132 h 1212067"/>
                <a:gd name="connsiteX1094" fmla="*/ 517607 w 1385794"/>
                <a:gd name="connsiteY1094" fmla="*/ 428132 h 1212067"/>
                <a:gd name="connsiteX1095" fmla="*/ 522084 w 1385794"/>
                <a:gd name="connsiteY1095" fmla="*/ 430453 h 1212067"/>
                <a:gd name="connsiteX1096" fmla="*/ 524540 w 1385794"/>
                <a:gd name="connsiteY1096" fmla="*/ 433211 h 1212067"/>
                <a:gd name="connsiteX1097" fmla="*/ 525853 w 1385794"/>
                <a:gd name="connsiteY1097" fmla="*/ 437416 h 1212067"/>
                <a:gd name="connsiteX1098" fmla="*/ 526862 w 1385794"/>
                <a:gd name="connsiteY1098" fmla="*/ 440612 h 1212067"/>
                <a:gd name="connsiteX1099" fmla="*/ 529454 w 1385794"/>
                <a:gd name="connsiteY1099" fmla="*/ 443505 h 1212067"/>
                <a:gd name="connsiteX1100" fmla="*/ 531473 w 1385794"/>
                <a:gd name="connsiteY1100" fmla="*/ 445523 h 1212067"/>
                <a:gd name="connsiteX1101" fmla="*/ 533223 w 1385794"/>
                <a:gd name="connsiteY1101" fmla="*/ 445523 h 1212067"/>
                <a:gd name="connsiteX1102" fmla="*/ 536993 w 1385794"/>
                <a:gd name="connsiteY1102" fmla="*/ 448114 h 1212067"/>
                <a:gd name="connsiteX1103" fmla="*/ 539315 w 1385794"/>
                <a:gd name="connsiteY1103" fmla="*/ 452184 h 1212067"/>
                <a:gd name="connsiteX1104" fmla="*/ 540897 w 1385794"/>
                <a:gd name="connsiteY1104" fmla="*/ 455952 h 1212067"/>
                <a:gd name="connsiteX1105" fmla="*/ 543791 w 1385794"/>
                <a:gd name="connsiteY1105" fmla="*/ 457533 h 1212067"/>
                <a:gd name="connsiteX1106" fmla="*/ 545675 w 1385794"/>
                <a:gd name="connsiteY1106" fmla="*/ 459417 h 1212067"/>
                <a:gd name="connsiteX1107" fmla="*/ 547257 w 1385794"/>
                <a:gd name="connsiteY1107" fmla="*/ 460998 h 1212067"/>
                <a:gd name="connsiteX1108" fmla="*/ 550286 w 1385794"/>
                <a:gd name="connsiteY1108" fmla="*/ 464025 h 1212067"/>
                <a:gd name="connsiteX1109" fmla="*/ 553483 w 1385794"/>
                <a:gd name="connsiteY1109" fmla="*/ 466615 h 1212067"/>
                <a:gd name="connsiteX1110" fmla="*/ 557253 w 1385794"/>
                <a:gd name="connsiteY1110" fmla="*/ 470518 h 1212067"/>
                <a:gd name="connsiteX1111" fmla="*/ 561762 w 1385794"/>
                <a:gd name="connsiteY1111" fmla="*/ 472973 h 1212067"/>
                <a:gd name="connsiteX1112" fmla="*/ 565397 w 1385794"/>
                <a:gd name="connsiteY1112" fmla="*/ 476304 h 1212067"/>
                <a:gd name="connsiteX1113" fmla="*/ 569032 w 1385794"/>
                <a:gd name="connsiteY1113" fmla="*/ 481081 h 1212067"/>
                <a:gd name="connsiteX1114" fmla="*/ 570782 w 1385794"/>
                <a:gd name="connsiteY1114" fmla="*/ 484848 h 1212067"/>
                <a:gd name="connsiteX1115" fmla="*/ 571960 w 1385794"/>
                <a:gd name="connsiteY1115" fmla="*/ 487607 h 1212067"/>
                <a:gd name="connsiteX1116" fmla="*/ 574416 w 1385794"/>
                <a:gd name="connsiteY1116" fmla="*/ 490062 h 1212067"/>
                <a:gd name="connsiteX1117" fmla="*/ 576166 w 1385794"/>
                <a:gd name="connsiteY1117" fmla="*/ 491509 h 1212067"/>
                <a:gd name="connsiteX1118" fmla="*/ 577311 w 1385794"/>
                <a:gd name="connsiteY1118" fmla="*/ 493830 h 1212067"/>
                <a:gd name="connsiteX1119" fmla="*/ 577748 w 1385794"/>
                <a:gd name="connsiteY1119" fmla="*/ 497160 h 1212067"/>
                <a:gd name="connsiteX1120" fmla="*/ 579061 w 1385794"/>
                <a:gd name="connsiteY1120" fmla="*/ 500188 h 1212067"/>
                <a:gd name="connsiteX1121" fmla="*/ 580643 w 1385794"/>
                <a:gd name="connsiteY1121" fmla="*/ 501634 h 1212067"/>
                <a:gd name="connsiteX1122" fmla="*/ 582662 w 1385794"/>
                <a:gd name="connsiteY1122" fmla="*/ 502643 h 1212067"/>
                <a:gd name="connsiteX1123" fmla="*/ 583974 w 1385794"/>
                <a:gd name="connsiteY1123" fmla="*/ 505099 h 1212067"/>
                <a:gd name="connsiteX1124" fmla="*/ 586229 w 1385794"/>
                <a:gd name="connsiteY1124" fmla="*/ 506613 h 1212067"/>
                <a:gd name="connsiteX1125" fmla="*/ 586734 w 1385794"/>
                <a:gd name="connsiteY1125" fmla="*/ 507757 h 1212067"/>
                <a:gd name="connsiteX1126" fmla="*/ 584917 w 1385794"/>
                <a:gd name="connsiteY1126" fmla="*/ 509506 h 1212067"/>
                <a:gd name="connsiteX1127" fmla="*/ 585051 w 1385794"/>
                <a:gd name="connsiteY1127" fmla="*/ 511087 h 1212067"/>
                <a:gd name="connsiteX1128" fmla="*/ 586498 w 1385794"/>
                <a:gd name="connsiteY1128" fmla="*/ 512399 h 1212067"/>
                <a:gd name="connsiteX1129" fmla="*/ 587508 w 1385794"/>
                <a:gd name="connsiteY1129" fmla="*/ 513341 h 1212067"/>
                <a:gd name="connsiteX1130" fmla="*/ 589258 w 1385794"/>
                <a:gd name="connsiteY1130" fmla="*/ 513543 h 1212067"/>
                <a:gd name="connsiteX1131" fmla="*/ 591513 w 1385794"/>
                <a:gd name="connsiteY1131" fmla="*/ 513173 h 1212067"/>
                <a:gd name="connsiteX1132" fmla="*/ 592960 w 1385794"/>
                <a:gd name="connsiteY1132" fmla="*/ 514182 h 1212067"/>
                <a:gd name="connsiteX1133" fmla="*/ 594609 w 1385794"/>
                <a:gd name="connsiteY1133" fmla="*/ 515830 h 1212067"/>
                <a:gd name="connsiteX1134" fmla="*/ 596797 w 1385794"/>
                <a:gd name="connsiteY1134" fmla="*/ 518454 h 1212067"/>
                <a:gd name="connsiteX1135" fmla="*/ 597874 w 1385794"/>
                <a:gd name="connsiteY1135" fmla="*/ 519329 h 1212067"/>
                <a:gd name="connsiteX1136" fmla="*/ 607364 w 1385794"/>
                <a:gd name="connsiteY1136" fmla="*/ 527436 h 1212067"/>
                <a:gd name="connsiteX1137" fmla="*/ 612076 w 1385794"/>
                <a:gd name="connsiteY1137" fmla="*/ 531204 h 1212067"/>
                <a:gd name="connsiteX1138" fmla="*/ 613961 w 1385794"/>
                <a:gd name="connsiteY1138" fmla="*/ 532078 h 1212067"/>
                <a:gd name="connsiteX1139" fmla="*/ 616653 w 1385794"/>
                <a:gd name="connsiteY1139" fmla="*/ 534534 h 1212067"/>
                <a:gd name="connsiteX1140" fmla="*/ 616956 w 1385794"/>
                <a:gd name="connsiteY1140" fmla="*/ 537360 h 1212067"/>
                <a:gd name="connsiteX1141" fmla="*/ 618639 w 1385794"/>
                <a:gd name="connsiteY1141" fmla="*/ 538604 h 1212067"/>
                <a:gd name="connsiteX1142" fmla="*/ 622273 w 1385794"/>
                <a:gd name="connsiteY1142" fmla="*/ 540421 h 1212067"/>
                <a:gd name="connsiteX1143" fmla="*/ 624293 w 1385794"/>
                <a:gd name="connsiteY1143" fmla="*/ 541363 h 1212067"/>
                <a:gd name="connsiteX1144" fmla="*/ 627692 w 1385794"/>
                <a:gd name="connsiteY1144" fmla="*/ 542372 h 1212067"/>
                <a:gd name="connsiteX1145" fmla="*/ 629812 w 1385794"/>
                <a:gd name="connsiteY1145" fmla="*/ 542237 h 1212067"/>
                <a:gd name="connsiteX1146" fmla="*/ 633548 w 1385794"/>
                <a:gd name="connsiteY1146" fmla="*/ 541161 h 1212067"/>
                <a:gd name="connsiteX1147" fmla="*/ 635298 w 1385794"/>
                <a:gd name="connsiteY1147" fmla="*/ 539142 h 1212067"/>
                <a:gd name="connsiteX1148" fmla="*/ 635600 w 1385794"/>
                <a:gd name="connsiteY1148" fmla="*/ 536249 h 1212067"/>
                <a:gd name="connsiteX1149" fmla="*/ 632134 w 1385794"/>
                <a:gd name="connsiteY1149" fmla="*/ 531607 h 1212067"/>
                <a:gd name="connsiteX1150" fmla="*/ 630990 w 1385794"/>
                <a:gd name="connsiteY1150" fmla="*/ 530867 h 1212067"/>
                <a:gd name="connsiteX1151" fmla="*/ 629846 w 1385794"/>
                <a:gd name="connsiteY1151" fmla="*/ 529421 h 1212067"/>
                <a:gd name="connsiteX1152" fmla="*/ 629240 w 1385794"/>
                <a:gd name="connsiteY1152" fmla="*/ 528916 h 1212067"/>
                <a:gd name="connsiteX1153" fmla="*/ 627995 w 1385794"/>
                <a:gd name="connsiteY1153" fmla="*/ 527167 h 1212067"/>
                <a:gd name="connsiteX1154" fmla="*/ 627120 w 1385794"/>
                <a:gd name="connsiteY1154" fmla="*/ 524846 h 1212067"/>
                <a:gd name="connsiteX1155" fmla="*/ 625841 w 1385794"/>
                <a:gd name="connsiteY1155" fmla="*/ 523029 h 1212067"/>
                <a:gd name="connsiteX1156" fmla="*/ 624562 w 1385794"/>
                <a:gd name="connsiteY1156" fmla="*/ 521078 h 1212067"/>
                <a:gd name="connsiteX1157" fmla="*/ 624562 w 1385794"/>
                <a:gd name="connsiteY1157" fmla="*/ 519261 h 1212067"/>
                <a:gd name="connsiteX1158" fmla="*/ 624629 w 1385794"/>
                <a:gd name="connsiteY1158" fmla="*/ 517310 h 1212067"/>
                <a:gd name="connsiteX1159" fmla="*/ 625201 w 1385794"/>
                <a:gd name="connsiteY1159" fmla="*/ 514922 h 1212067"/>
                <a:gd name="connsiteX1160" fmla="*/ 625639 w 1385794"/>
                <a:gd name="connsiteY1160" fmla="*/ 512534 h 1212067"/>
                <a:gd name="connsiteX1161" fmla="*/ 626514 w 1385794"/>
                <a:gd name="connsiteY1161" fmla="*/ 510582 h 1212067"/>
                <a:gd name="connsiteX1162" fmla="*/ 628264 w 1385794"/>
                <a:gd name="connsiteY1162" fmla="*/ 509270 h 1212067"/>
                <a:gd name="connsiteX1163" fmla="*/ 629879 w 1385794"/>
                <a:gd name="connsiteY1163" fmla="*/ 508463 h 1212067"/>
                <a:gd name="connsiteX1164" fmla="*/ 631091 w 1385794"/>
                <a:gd name="connsiteY1164" fmla="*/ 508598 h 1212067"/>
                <a:gd name="connsiteX1165" fmla="*/ 632841 w 1385794"/>
                <a:gd name="connsiteY1165" fmla="*/ 509977 h 1212067"/>
                <a:gd name="connsiteX1166" fmla="*/ 634355 w 1385794"/>
                <a:gd name="connsiteY1166" fmla="*/ 512164 h 1212067"/>
                <a:gd name="connsiteX1167" fmla="*/ 635567 w 1385794"/>
                <a:gd name="connsiteY1167" fmla="*/ 514855 h 1212067"/>
                <a:gd name="connsiteX1168" fmla="*/ 635870 w 1385794"/>
                <a:gd name="connsiteY1168" fmla="*/ 517613 h 1212067"/>
                <a:gd name="connsiteX1169" fmla="*/ 635802 w 1385794"/>
                <a:gd name="connsiteY1169" fmla="*/ 520506 h 1212067"/>
                <a:gd name="connsiteX1170" fmla="*/ 639067 w 1385794"/>
                <a:gd name="connsiteY1170" fmla="*/ 522020 h 1212067"/>
                <a:gd name="connsiteX1171" fmla="*/ 641153 w 1385794"/>
                <a:gd name="connsiteY1171" fmla="*/ 522760 h 1212067"/>
                <a:gd name="connsiteX1172" fmla="*/ 642096 w 1385794"/>
                <a:gd name="connsiteY1172" fmla="*/ 524509 h 1212067"/>
                <a:gd name="connsiteX1173" fmla="*/ 643240 w 1385794"/>
                <a:gd name="connsiteY1173" fmla="*/ 526763 h 1212067"/>
                <a:gd name="connsiteX1174" fmla="*/ 644822 w 1385794"/>
                <a:gd name="connsiteY1174" fmla="*/ 529286 h 1212067"/>
                <a:gd name="connsiteX1175" fmla="*/ 646269 w 1385794"/>
                <a:gd name="connsiteY1175" fmla="*/ 530665 h 1212067"/>
                <a:gd name="connsiteX1176" fmla="*/ 647649 w 1385794"/>
                <a:gd name="connsiteY1176" fmla="*/ 532044 h 1212067"/>
                <a:gd name="connsiteX1177" fmla="*/ 650543 w 1385794"/>
                <a:gd name="connsiteY1177" fmla="*/ 534433 h 1212067"/>
                <a:gd name="connsiteX1178" fmla="*/ 652226 w 1385794"/>
                <a:gd name="connsiteY1178" fmla="*/ 534904 h 1212067"/>
                <a:gd name="connsiteX1179" fmla="*/ 655793 w 1385794"/>
                <a:gd name="connsiteY1179" fmla="*/ 535812 h 1212067"/>
                <a:gd name="connsiteX1180" fmla="*/ 658418 w 1385794"/>
                <a:gd name="connsiteY1180" fmla="*/ 535812 h 1212067"/>
                <a:gd name="connsiteX1181" fmla="*/ 661784 w 1385794"/>
                <a:gd name="connsiteY1181" fmla="*/ 537561 h 1212067"/>
                <a:gd name="connsiteX1182" fmla="*/ 667640 w 1385794"/>
                <a:gd name="connsiteY1182" fmla="*/ 538436 h 1212067"/>
                <a:gd name="connsiteX1183" fmla="*/ 669390 w 1385794"/>
                <a:gd name="connsiteY1183" fmla="*/ 541161 h 1212067"/>
                <a:gd name="connsiteX1184" fmla="*/ 669726 w 1385794"/>
                <a:gd name="connsiteY1184" fmla="*/ 545299 h 1212067"/>
                <a:gd name="connsiteX1185" fmla="*/ 669726 w 1385794"/>
                <a:gd name="connsiteY1185" fmla="*/ 548898 h 1212067"/>
                <a:gd name="connsiteX1186" fmla="*/ 670702 w 1385794"/>
                <a:gd name="connsiteY1186" fmla="*/ 553776 h 1212067"/>
                <a:gd name="connsiteX1187" fmla="*/ 670265 w 1385794"/>
                <a:gd name="connsiteY1187" fmla="*/ 555828 h 1212067"/>
                <a:gd name="connsiteX1188" fmla="*/ 669726 w 1385794"/>
                <a:gd name="connsiteY1188" fmla="*/ 558553 h 1212067"/>
                <a:gd name="connsiteX1189" fmla="*/ 669188 w 1385794"/>
                <a:gd name="connsiteY1189" fmla="*/ 560403 h 1212067"/>
                <a:gd name="connsiteX1190" fmla="*/ 671241 w 1385794"/>
                <a:gd name="connsiteY1190" fmla="*/ 562455 h 1212067"/>
                <a:gd name="connsiteX1191" fmla="*/ 675582 w 1385794"/>
                <a:gd name="connsiteY1191" fmla="*/ 562118 h 1212067"/>
                <a:gd name="connsiteX1192" fmla="*/ 678746 w 1385794"/>
                <a:gd name="connsiteY1192" fmla="*/ 560369 h 1212067"/>
                <a:gd name="connsiteX1193" fmla="*/ 680058 w 1385794"/>
                <a:gd name="connsiteY1193" fmla="*/ 560033 h 1212067"/>
                <a:gd name="connsiteX1194" fmla="*/ 682448 w 1385794"/>
                <a:gd name="connsiteY1194" fmla="*/ 562522 h 1212067"/>
                <a:gd name="connsiteX1195" fmla="*/ 684400 w 1385794"/>
                <a:gd name="connsiteY1195" fmla="*/ 564137 h 1212067"/>
                <a:gd name="connsiteX1196" fmla="*/ 688977 w 1385794"/>
                <a:gd name="connsiteY1196" fmla="*/ 568375 h 1212067"/>
                <a:gd name="connsiteX1197" fmla="*/ 692982 w 1385794"/>
                <a:gd name="connsiteY1197" fmla="*/ 569586 h 1212067"/>
                <a:gd name="connsiteX1198" fmla="*/ 697659 w 1385794"/>
                <a:gd name="connsiteY1198" fmla="*/ 570898 h 1212067"/>
                <a:gd name="connsiteX1199" fmla="*/ 699713 w 1385794"/>
                <a:gd name="connsiteY1199" fmla="*/ 572311 h 1212067"/>
                <a:gd name="connsiteX1200" fmla="*/ 703179 w 1385794"/>
                <a:gd name="connsiteY1200" fmla="*/ 575238 h 1212067"/>
                <a:gd name="connsiteX1201" fmla="*/ 709910 w 1385794"/>
                <a:gd name="connsiteY1201" fmla="*/ 578703 h 1212067"/>
                <a:gd name="connsiteX1202" fmla="*/ 716001 w 1385794"/>
                <a:gd name="connsiteY1202" fmla="*/ 583917 h 1212067"/>
                <a:gd name="connsiteX1203" fmla="*/ 721453 w 1385794"/>
                <a:gd name="connsiteY1203" fmla="*/ 588155 h 1212067"/>
                <a:gd name="connsiteX1204" fmla="*/ 731449 w 1385794"/>
                <a:gd name="connsiteY1204" fmla="*/ 597070 h 1212067"/>
                <a:gd name="connsiteX1205" fmla="*/ 734040 w 1385794"/>
                <a:gd name="connsiteY1205" fmla="*/ 598483 h 1212067"/>
                <a:gd name="connsiteX1206" fmla="*/ 737641 w 1385794"/>
                <a:gd name="connsiteY1206" fmla="*/ 602183 h 1212067"/>
                <a:gd name="connsiteX1207" fmla="*/ 742959 w 1385794"/>
                <a:gd name="connsiteY1207" fmla="*/ 608474 h 1212067"/>
                <a:gd name="connsiteX1208" fmla="*/ 745247 w 1385794"/>
                <a:gd name="connsiteY1208" fmla="*/ 611299 h 1212067"/>
                <a:gd name="connsiteX1209" fmla="*/ 748848 w 1385794"/>
                <a:gd name="connsiteY1209" fmla="*/ 615336 h 1212067"/>
                <a:gd name="connsiteX1210" fmla="*/ 750901 w 1385794"/>
                <a:gd name="connsiteY1210" fmla="*/ 617086 h 1212067"/>
                <a:gd name="connsiteX1211" fmla="*/ 753089 w 1385794"/>
                <a:gd name="connsiteY1211" fmla="*/ 617960 h 1212067"/>
                <a:gd name="connsiteX1212" fmla="*/ 755142 w 1385794"/>
                <a:gd name="connsiteY1212" fmla="*/ 618498 h 1212067"/>
                <a:gd name="connsiteX1213" fmla="*/ 758171 w 1385794"/>
                <a:gd name="connsiteY1213" fmla="*/ 620550 h 1212067"/>
                <a:gd name="connsiteX1214" fmla="*/ 760897 w 1385794"/>
                <a:gd name="connsiteY1214" fmla="*/ 625125 h 1212067"/>
                <a:gd name="connsiteX1215" fmla="*/ 763623 w 1385794"/>
                <a:gd name="connsiteY1215" fmla="*/ 627716 h 1212067"/>
                <a:gd name="connsiteX1216" fmla="*/ 765372 w 1385794"/>
                <a:gd name="connsiteY1216" fmla="*/ 630440 h 1212067"/>
                <a:gd name="connsiteX1217" fmla="*/ 766786 w 1385794"/>
                <a:gd name="connsiteY1217" fmla="*/ 633266 h 1212067"/>
                <a:gd name="connsiteX1218" fmla="*/ 768401 w 1385794"/>
                <a:gd name="connsiteY1218" fmla="*/ 633367 h 1212067"/>
                <a:gd name="connsiteX1219" fmla="*/ 770690 w 1385794"/>
                <a:gd name="connsiteY1219" fmla="*/ 632930 h 1212067"/>
                <a:gd name="connsiteX1220" fmla="*/ 773079 w 1385794"/>
                <a:gd name="connsiteY1220" fmla="*/ 632291 h 1212067"/>
                <a:gd name="connsiteX1221" fmla="*/ 774930 w 1385794"/>
                <a:gd name="connsiteY1221" fmla="*/ 630541 h 1212067"/>
                <a:gd name="connsiteX1222" fmla="*/ 774830 w 1385794"/>
                <a:gd name="connsiteY1222" fmla="*/ 628927 h 1212067"/>
                <a:gd name="connsiteX1223" fmla="*/ 774291 w 1385794"/>
                <a:gd name="connsiteY1223" fmla="*/ 626437 h 1212067"/>
                <a:gd name="connsiteX1224" fmla="*/ 774055 w 1385794"/>
                <a:gd name="connsiteY1224" fmla="*/ 624587 h 1212067"/>
                <a:gd name="connsiteX1225" fmla="*/ 774156 w 1385794"/>
                <a:gd name="connsiteY1225" fmla="*/ 621761 h 1212067"/>
                <a:gd name="connsiteX1226" fmla="*/ 775233 w 1385794"/>
                <a:gd name="connsiteY1226" fmla="*/ 619575 h 1212067"/>
                <a:gd name="connsiteX1227" fmla="*/ 775873 w 1385794"/>
                <a:gd name="connsiteY1227" fmla="*/ 618700 h 1212067"/>
                <a:gd name="connsiteX1228" fmla="*/ 777522 w 1385794"/>
                <a:gd name="connsiteY1228" fmla="*/ 615975 h 1212067"/>
                <a:gd name="connsiteX1229" fmla="*/ 779272 w 1385794"/>
                <a:gd name="connsiteY1229" fmla="*/ 612611 h 1212067"/>
                <a:gd name="connsiteX1230" fmla="*/ 779810 w 1385794"/>
                <a:gd name="connsiteY1230" fmla="*/ 610425 h 1212067"/>
                <a:gd name="connsiteX1231" fmla="*/ 779911 w 1385794"/>
                <a:gd name="connsiteY1231" fmla="*/ 608373 h 1212067"/>
                <a:gd name="connsiteX1232" fmla="*/ 780988 w 1385794"/>
                <a:gd name="connsiteY1232" fmla="*/ 607162 h 1212067"/>
                <a:gd name="connsiteX1233" fmla="*/ 783277 w 1385794"/>
                <a:gd name="connsiteY1233" fmla="*/ 606388 h 1212067"/>
                <a:gd name="connsiteX1234" fmla="*/ 786003 w 1385794"/>
                <a:gd name="connsiteY1234" fmla="*/ 607599 h 1212067"/>
                <a:gd name="connsiteX1235" fmla="*/ 789469 w 1385794"/>
                <a:gd name="connsiteY1235" fmla="*/ 610324 h 1212067"/>
                <a:gd name="connsiteX1236" fmla="*/ 789705 w 1385794"/>
                <a:gd name="connsiteY1236" fmla="*/ 612712 h 1212067"/>
                <a:gd name="connsiteX1237" fmla="*/ 789705 w 1385794"/>
                <a:gd name="connsiteY1237" fmla="*/ 614899 h 1212067"/>
                <a:gd name="connsiteX1238" fmla="*/ 790041 w 1385794"/>
                <a:gd name="connsiteY1238" fmla="*/ 616951 h 1212067"/>
                <a:gd name="connsiteX1239" fmla="*/ 791657 w 1385794"/>
                <a:gd name="connsiteY1239" fmla="*/ 618700 h 1212067"/>
                <a:gd name="connsiteX1240" fmla="*/ 793609 w 1385794"/>
                <a:gd name="connsiteY1240" fmla="*/ 621190 h 1212067"/>
                <a:gd name="connsiteX1241" fmla="*/ 794147 w 1385794"/>
                <a:gd name="connsiteY1241" fmla="*/ 623141 h 1212067"/>
                <a:gd name="connsiteX1242" fmla="*/ 793811 w 1385794"/>
                <a:gd name="connsiteY1242" fmla="*/ 625092 h 1212067"/>
                <a:gd name="connsiteX1243" fmla="*/ 793373 w 1385794"/>
                <a:gd name="connsiteY1243" fmla="*/ 626841 h 1212067"/>
                <a:gd name="connsiteX1244" fmla="*/ 792599 w 1385794"/>
                <a:gd name="connsiteY1244" fmla="*/ 628893 h 1212067"/>
                <a:gd name="connsiteX1245" fmla="*/ 791926 w 1385794"/>
                <a:gd name="connsiteY1245" fmla="*/ 630541 h 1212067"/>
                <a:gd name="connsiteX1246" fmla="*/ 791287 w 1385794"/>
                <a:gd name="connsiteY1246" fmla="*/ 632291 h 1212067"/>
                <a:gd name="connsiteX1247" fmla="*/ 789772 w 1385794"/>
                <a:gd name="connsiteY1247" fmla="*/ 633804 h 1212067"/>
                <a:gd name="connsiteX1248" fmla="*/ 788460 w 1385794"/>
                <a:gd name="connsiteY1248" fmla="*/ 634578 h 1212067"/>
                <a:gd name="connsiteX1249" fmla="*/ 787685 w 1385794"/>
                <a:gd name="connsiteY1249" fmla="*/ 638043 h 1212067"/>
                <a:gd name="connsiteX1250" fmla="*/ 787248 w 1385794"/>
                <a:gd name="connsiteY1250" fmla="*/ 640330 h 1212067"/>
                <a:gd name="connsiteX1251" fmla="*/ 787147 w 1385794"/>
                <a:gd name="connsiteY1251" fmla="*/ 643055 h 1212067"/>
                <a:gd name="connsiteX1252" fmla="*/ 788460 w 1385794"/>
                <a:gd name="connsiteY1252" fmla="*/ 644367 h 1212067"/>
                <a:gd name="connsiteX1253" fmla="*/ 792263 w 1385794"/>
                <a:gd name="connsiteY1253" fmla="*/ 646991 h 1212067"/>
                <a:gd name="connsiteX1254" fmla="*/ 797816 w 1385794"/>
                <a:gd name="connsiteY1254" fmla="*/ 649918 h 1212067"/>
                <a:gd name="connsiteX1255" fmla="*/ 803133 w 1385794"/>
                <a:gd name="connsiteY1255" fmla="*/ 651667 h 1212067"/>
                <a:gd name="connsiteX1256" fmla="*/ 806162 w 1385794"/>
                <a:gd name="connsiteY1256" fmla="*/ 652979 h 1212067"/>
                <a:gd name="connsiteX1257" fmla="*/ 807239 w 1385794"/>
                <a:gd name="connsiteY1257" fmla="*/ 653315 h 1212067"/>
                <a:gd name="connsiteX1258" fmla="*/ 812556 w 1385794"/>
                <a:gd name="connsiteY1258" fmla="*/ 655704 h 1212067"/>
                <a:gd name="connsiteX1259" fmla="*/ 815282 w 1385794"/>
                <a:gd name="connsiteY1259" fmla="*/ 659169 h 1212067"/>
                <a:gd name="connsiteX1260" fmla="*/ 818648 w 1385794"/>
                <a:gd name="connsiteY1260" fmla="*/ 661658 h 1212067"/>
                <a:gd name="connsiteX1261" fmla="*/ 823427 w 1385794"/>
                <a:gd name="connsiteY1261" fmla="*/ 664686 h 1212067"/>
                <a:gd name="connsiteX1262" fmla="*/ 826254 w 1385794"/>
                <a:gd name="connsiteY1262" fmla="*/ 668689 h 1212067"/>
                <a:gd name="connsiteX1263" fmla="*/ 829081 w 1385794"/>
                <a:gd name="connsiteY1263" fmla="*/ 671178 h 1212067"/>
                <a:gd name="connsiteX1264" fmla="*/ 830494 w 1385794"/>
                <a:gd name="connsiteY1264" fmla="*/ 673129 h 1212067"/>
                <a:gd name="connsiteX1265" fmla="*/ 832783 w 1385794"/>
                <a:gd name="connsiteY1265" fmla="*/ 675719 h 1212067"/>
                <a:gd name="connsiteX1266" fmla="*/ 834095 w 1385794"/>
                <a:gd name="connsiteY1266" fmla="*/ 678343 h 1212067"/>
                <a:gd name="connsiteX1267" fmla="*/ 834196 w 1385794"/>
                <a:gd name="connsiteY1267" fmla="*/ 681943 h 1212067"/>
                <a:gd name="connsiteX1268" fmla="*/ 832446 w 1385794"/>
                <a:gd name="connsiteY1268" fmla="*/ 683457 h 1212067"/>
                <a:gd name="connsiteX1269" fmla="*/ 830057 w 1385794"/>
                <a:gd name="connsiteY1269" fmla="*/ 684331 h 1212067"/>
                <a:gd name="connsiteX1270" fmla="*/ 828542 w 1385794"/>
                <a:gd name="connsiteY1270" fmla="*/ 685206 h 1212067"/>
                <a:gd name="connsiteX1271" fmla="*/ 827768 w 1385794"/>
                <a:gd name="connsiteY1271" fmla="*/ 687695 h 1212067"/>
                <a:gd name="connsiteX1272" fmla="*/ 826355 w 1385794"/>
                <a:gd name="connsiteY1272" fmla="*/ 692136 h 1212067"/>
                <a:gd name="connsiteX1273" fmla="*/ 825244 w 1385794"/>
                <a:gd name="connsiteY1273" fmla="*/ 694827 h 1212067"/>
                <a:gd name="connsiteX1274" fmla="*/ 824268 w 1385794"/>
                <a:gd name="connsiteY1274" fmla="*/ 696879 h 1212067"/>
                <a:gd name="connsiteX1275" fmla="*/ 822518 w 1385794"/>
                <a:gd name="connsiteY1275" fmla="*/ 697854 h 1212067"/>
                <a:gd name="connsiteX1276" fmla="*/ 821004 w 1385794"/>
                <a:gd name="connsiteY1276" fmla="*/ 702328 h 1212067"/>
                <a:gd name="connsiteX1277" fmla="*/ 823629 w 1385794"/>
                <a:gd name="connsiteY1277" fmla="*/ 703640 h 1212067"/>
                <a:gd name="connsiteX1278" fmla="*/ 828845 w 1385794"/>
                <a:gd name="connsiteY1278" fmla="*/ 705154 h 1212067"/>
                <a:gd name="connsiteX1279" fmla="*/ 832985 w 1385794"/>
                <a:gd name="connsiteY1279" fmla="*/ 707643 h 1212067"/>
                <a:gd name="connsiteX1280" fmla="*/ 834634 w 1385794"/>
                <a:gd name="connsiteY1280" fmla="*/ 709157 h 1212067"/>
                <a:gd name="connsiteX1281" fmla="*/ 837898 w 1385794"/>
                <a:gd name="connsiteY1281" fmla="*/ 711781 h 1212067"/>
                <a:gd name="connsiteX1282" fmla="*/ 840624 w 1385794"/>
                <a:gd name="connsiteY1282" fmla="*/ 713093 h 1212067"/>
                <a:gd name="connsiteX1283" fmla="*/ 842139 w 1385794"/>
                <a:gd name="connsiteY1283" fmla="*/ 714943 h 1212067"/>
                <a:gd name="connsiteX1284" fmla="*/ 842576 w 1385794"/>
                <a:gd name="connsiteY1284" fmla="*/ 718105 h 1212067"/>
                <a:gd name="connsiteX1285" fmla="*/ 842812 w 1385794"/>
                <a:gd name="connsiteY1285" fmla="*/ 720056 h 1212067"/>
                <a:gd name="connsiteX1286" fmla="*/ 842273 w 1385794"/>
                <a:gd name="connsiteY1286" fmla="*/ 721907 h 1212067"/>
                <a:gd name="connsiteX1287" fmla="*/ 840860 w 1385794"/>
                <a:gd name="connsiteY1287" fmla="*/ 723959 h 1212067"/>
                <a:gd name="connsiteX1288" fmla="*/ 840321 w 1385794"/>
                <a:gd name="connsiteY1288" fmla="*/ 724295 h 1212067"/>
                <a:gd name="connsiteX1289" fmla="*/ 838470 w 1385794"/>
                <a:gd name="connsiteY1289" fmla="*/ 726347 h 1212067"/>
                <a:gd name="connsiteX1290" fmla="*/ 836417 w 1385794"/>
                <a:gd name="connsiteY1290" fmla="*/ 727424 h 1212067"/>
                <a:gd name="connsiteX1291" fmla="*/ 834465 w 1385794"/>
                <a:gd name="connsiteY1291" fmla="*/ 728500 h 1212067"/>
                <a:gd name="connsiteX1292" fmla="*/ 832715 w 1385794"/>
                <a:gd name="connsiteY1292" fmla="*/ 731326 h 1212067"/>
                <a:gd name="connsiteX1293" fmla="*/ 832513 w 1385794"/>
                <a:gd name="connsiteY1293" fmla="*/ 734151 h 1212067"/>
                <a:gd name="connsiteX1294" fmla="*/ 832951 w 1385794"/>
                <a:gd name="connsiteY1294" fmla="*/ 736002 h 1212067"/>
                <a:gd name="connsiteX1295" fmla="*/ 840119 w 1385794"/>
                <a:gd name="connsiteY1295" fmla="*/ 738928 h 1212067"/>
                <a:gd name="connsiteX1296" fmla="*/ 840994 w 1385794"/>
                <a:gd name="connsiteY1296" fmla="*/ 739567 h 1212067"/>
                <a:gd name="connsiteX1297" fmla="*/ 841768 w 1385794"/>
                <a:gd name="connsiteY1297" fmla="*/ 741754 h 1212067"/>
                <a:gd name="connsiteX1298" fmla="*/ 842745 w 1385794"/>
                <a:gd name="connsiteY1298" fmla="*/ 744916 h 1212067"/>
                <a:gd name="connsiteX1299" fmla="*/ 843821 w 1385794"/>
                <a:gd name="connsiteY1299" fmla="*/ 748616 h 1212067"/>
                <a:gd name="connsiteX1300" fmla="*/ 843956 w 1385794"/>
                <a:gd name="connsiteY1300" fmla="*/ 752956 h 1212067"/>
                <a:gd name="connsiteX1301" fmla="*/ 844057 w 1385794"/>
                <a:gd name="connsiteY1301" fmla="*/ 757094 h 1212067"/>
                <a:gd name="connsiteX1302" fmla="*/ 844932 w 1385794"/>
                <a:gd name="connsiteY1302" fmla="*/ 762409 h 1212067"/>
                <a:gd name="connsiteX1303" fmla="*/ 848971 w 1385794"/>
                <a:gd name="connsiteY1303" fmla="*/ 766008 h 1212067"/>
                <a:gd name="connsiteX1304" fmla="*/ 852672 w 1385794"/>
                <a:gd name="connsiteY1304" fmla="*/ 768296 h 1212067"/>
                <a:gd name="connsiteX1305" fmla="*/ 856375 w 1385794"/>
                <a:gd name="connsiteY1305" fmla="*/ 771996 h 1212067"/>
                <a:gd name="connsiteX1306" fmla="*/ 859976 w 1385794"/>
                <a:gd name="connsiteY1306" fmla="*/ 774586 h 1212067"/>
                <a:gd name="connsiteX1307" fmla="*/ 861625 w 1385794"/>
                <a:gd name="connsiteY1307" fmla="*/ 775562 h 1212067"/>
                <a:gd name="connsiteX1308" fmla="*/ 864115 w 1385794"/>
                <a:gd name="connsiteY1308" fmla="*/ 778589 h 1212067"/>
                <a:gd name="connsiteX1309" fmla="*/ 864553 w 1385794"/>
                <a:gd name="connsiteY1309" fmla="*/ 780978 h 1212067"/>
                <a:gd name="connsiteX1310" fmla="*/ 865327 w 1385794"/>
                <a:gd name="connsiteY1310" fmla="*/ 782391 h 1212067"/>
                <a:gd name="connsiteX1311" fmla="*/ 867952 w 1385794"/>
                <a:gd name="connsiteY1311" fmla="*/ 783366 h 1212067"/>
                <a:gd name="connsiteX1312" fmla="*/ 868726 w 1385794"/>
                <a:gd name="connsiteY1312" fmla="*/ 783804 h 1212067"/>
                <a:gd name="connsiteX1313" fmla="*/ 867413 w 1385794"/>
                <a:gd name="connsiteY1313" fmla="*/ 786831 h 1212067"/>
                <a:gd name="connsiteX1314" fmla="*/ 866538 w 1385794"/>
                <a:gd name="connsiteY1314" fmla="*/ 790397 h 1212067"/>
                <a:gd name="connsiteX1315" fmla="*/ 860783 w 1385794"/>
                <a:gd name="connsiteY1315" fmla="*/ 794736 h 1212067"/>
                <a:gd name="connsiteX1316" fmla="*/ 858495 w 1385794"/>
                <a:gd name="connsiteY1316" fmla="*/ 796149 h 1212067"/>
                <a:gd name="connsiteX1317" fmla="*/ 856442 w 1385794"/>
                <a:gd name="connsiteY1317" fmla="*/ 799951 h 1212067"/>
                <a:gd name="connsiteX1318" fmla="*/ 856105 w 1385794"/>
                <a:gd name="connsiteY1318" fmla="*/ 800724 h 1212067"/>
                <a:gd name="connsiteX1319" fmla="*/ 855903 w 1385794"/>
                <a:gd name="connsiteY1319" fmla="*/ 802675 h 1212067"/>
                <a:gd name="connsiteX1320" fmla="*/ 856980 w 1385794"/>
                <a:gd name="connsiteY1320" fmla="*/ 805165 h 1212067"/>
                <a:gd name="connsiteX1321" fmla="*/ 857620 w 1385794"/>
                <a:gd name="connsiteY1321" fmla="*/ 806477 h 1212067"/>
                <a:gd name="connsiteX1322" fmla="*/ 859235 w 1385794"/>
                <a:gd name="connsiteY1322" fmla="*/ 808966 h 1212067"/>
                <a:gd name="connsiteX1323" fmla="*/ 859235 w 1385794"/>
                <a:gd name="connsiteY1323" fmla="*/ 810715 h 1212067"/>
                <a:gd name="connsiteX1324" fmla="*/ 859336 w 1385794"/>
                <a:gd name="connsiteY1324" fmla="*/ 814517 h 1212067"/>
                <a:gd name="connsiteX1325" fmla="*/ 859336 w 1385794"/>
                <a:gd name="connsiteY1325" fmla="*/ 818217 h 1212067"/>
                <a:gd name="connsiteX1326" fmla="*/ 859235 w 1385794"/>
                <a:gd name="connsiteY1326" fmla="*/ 821917 h 1212067"/>
                <a:gd name="connsiteX1327" fmla="*/ 858798 w 1385794"/>
                <a:gd name="connsiteY1327" fmla="*/ 825718 h 1212067"/>
                <a:gd name="connsiteX1328" fmla="*/ 858697 w 1385794"/>
                <a:gd name="connsiteY1328" fmla="*/ 827131 h 1212067"/>
                <a:gd name="connsiteX1329" fmla="*/ 858461 w 1385794"/>
                <a:gd name="connsiteY1329" fmla="*/ 828342 h 1212067"/>
                <a:gd name="connsiteX1330" fmla="*/ 857283 w 1385794"/>
                <a:gd name="connsiteY1330" fmla="*/ 829318 h 1212067"/>
                <a:gd name="connsiteX1331" fmla="*/ 854221 w 1385794"/>
                <a:gd name="connsiteY1331" fmla="*/ 828881 h 1212067"/>
                <a:gd name="connsiteX1332" fmla="*/ 851629 w 1385794"/>
                <a:gd name="connsiteY1332" fmla="*/ 828107 h 1212067"/>
                <a:gd name="connsiteX1333" fmla="*/ 846076 w 1385794"/>
                <a:gd name="connsiteY1333" fmla="*/ 827468 h 1212067"/>
                <a:gd name="connsiteX1334" fmla="*/ 841836 w 1385794"/>
                <a:gd name="connsiteY1334" fmla="*/ 829520 h 1212067"/>
                <a:gd name="connsiteX1335" fmla="*/ 837932 w 1385794"/>
                <a:gd name="connsiteY1335" fmla="*/ 831370 h 1212067"/>
                <a:gd name="connsiteX1336" fmla="*/ 836619 w 1385794"/>
                <a:gd name="connsiteY1336" fmla="*/ 831706 h 1212067"/>
                <a:gd name="connsiteX1337" fmla="*/ 833691 w 1385794"/>
                <a:gd name="connsiteY1337" fmla="*/ 832682 h 1212067"/>
                <a:gd name="connsiteX1338" fmla="*/ 834566 w 1385794"/>
                <a:gd name="connsiteY1338" fmla="*/ 835609 h 1212067"/>
                <a:gd name="connsiteX1339" fmla="*/ 835105 w 1385794"/>
                <a:gd name="connsiteY1339" fmla="*/ 838098 h 1212067"/>
                <a:gd name="connsiteX1340" fmla="*/ 835441 w 1385794"/>
                <a:gd name="connsiteY1340" fmla="*/ 839948 h 1212067"/>
                <a:gd name="connsiteX1341" fmla="*/ 835643 w 1385794"/>
                <a:gd name="connsiteY1341" fmla="*/ 844187 h 1212067"/>
                <a:gd name="connsiteX1342" fmla="*/ 836417 w 1385794"/>
                <a:gd name="connsiteY1342" fmla="*/ 847988 h 1212067"/>
                <a:gd name="connsiteX1343" fmla="*/ 837292 w 1385794"/>
                <a:gd name="connsiteY1343" fmla="*/ 851049 h 1212067"/>
                <a:gd name="connsiteX1344" fmla="*/ 838066 w 1385794"/>
                <a:gd name="connsiteY1344" fmla="*/ 855490 h 1212067"/>
                <a:gd name="connsiteX1345" fmla="*/ 837965 w 1385794"/>
                <a:gd name="connsiteY1345" fmla="*/ 857777 h 1212067"/>
                <a:gd name="connsiteX1346" fmla="*/ 837763 w 1385794"/>
                <a:gd name="connsiteY1346" fmla="*/ 862117 h 1212067"/>
                <a:gd name="connsiteX1347" fmla="*/ 836451 w 1385794"/>
                <a:gd name="connsiteY1347" fmla="*/ 864942 h 1212067"/>
                <a:gd name="connsiteX1348" fmla="*/ 833860 w 1385794"/>
                <a:gd name="connsiteY1348" fmla="*/ 866591 h 1212067"/>
                <a:gd name="connsiteX1349" fmla="*/ 829081 w 1385794"/>
                <a:gd name="connsiteY1349" fmla="*/ 867028 h 1212067"/>
                <a:gd name="connsiteX1350" fmla="*/ 825816 w 1385794"/>
                <a:gd name="connsiteY1350" fmla="*/ 864539 h 1212067"/>
                <a:gd name="connsiteX1351" fmla="*/ 821138 w 1385794"/>
                <a:gd name="connsiteY1351" fmla="*/ 862352 h 1212067"/>
                <a:gd name="connsiteX1352" fmla="*/ 816460 w 1385794"/>
                <a:gd name="connsiteY1352" fmla="*/ 863765 h 1212067"/>
                <a:gd name="connsiteX1353" fmla="*/ 814845 w 1385794"/>
                <a:gd name="connsiteY1353" fmla="*/ 867903 h 1212067"/>
                <a:gd name="connsiteX1354" fmla="*/ 810941 w 1385794"/>
                <a:gd name="connsiteY1354" fmla="*/ 870829 h 1212067"/>
                <a:gd name="connsiteX1355" fmla="*/ 807676 w 1385794"/>
                <a:gd name="connsiteY1355" fmla="*/ 873655 h 1212067"/>
                <a:gd name="connsiteX1356" fmla="*/ 805388 w 1385794"/>
                <a:gd name="connsiteY1356" fmla="*/ 875068 h 1212067"/>
                <a:gd name="connsiteX1357" fmla="*/ 803200 w 1385794"/>
                <a:gd name="connsiteY1357" fmla="*/ 873117 h 1212067"/>
                <a:gd name="connsiteX1358" fmla="*/ 799296 w 1385794"/>
                <a:gd name="connsiteY1358" fmla="*/ 872780 h 1212067"/>
                <a:gd name="connsiteX1359" fmla="*/ 796469 w 1385794"/>
                <a:gd name="connsiteY1359" fmla="*/ 873991 h 1212067"/>
                <a:gd name="connsiteX1360" fmla="*/ 795392 w 1385794"/>
                <a:gd name="connsiteY1360" fmla="*/ 875505 h 1212067"/>
                <a:gd name="connsiteX1361" fmla="*/ 794248 w 1385794"/>
                <a:gd name="connsiteY1361" fmla="*/ 878095 h 1212067"/>
                <a:gd name="connsiteX1362" fmla="*/ 793306 w 1385794"/>
                <a:gd name="connsiteY1362" fmla="*/ 881695 h 1212067"/>
                <a:gd name="connsiteX1363" fmla="*/ 793306 w 1385794"/>
                <a:gd name="connsiteY1363" fmla="*/ 884319 h 1212067"/>
                <a:gd name="connsiteX1364" fmla="*/ 793844 w 1385794"/>
                <a:gd name="connsiteY1364" fmla="*/ 887044 h 1212067"/>
                <a:gd name="connsiteX1365" fmla="*/ 794484 w 1385794"/>
                <a:gd name="connsiteY1365" fmla="*/ 889533 h 1212067"/>
                <a:gd name="connsiteX1366" fmla="*/ 797210 w 1385794"/>
                <a:gd name="connsiteY1366" fmla="*/ 891719 h 1212067"/>
                <a:gd name="connsiteX1367" fmla="*/ 801551 w 1385794"/>
                <a:gd name="connsiteY1367" fmla="*/ 892931 h 1212067"/>
                <a:gd name="connsiteX1368" fmla="*/ 803941 w 1385794"/>
                <a:gd name="connsiteY1368" fmla="*/ 896093 h 1212067"/>
                <a:gd name="connsiteX1369" fmla="*/ 804479 w 1385794"/>
                <a:gd name="connsiteY1369" fmla="*/ 898145 h 1212067"/>
                <a:gd name="connsiteX1370" fmla="*/ 804580 w 1385794"/>
                <a:gd name="connsiteY1370" fmla="*/ 899457 h 1212067"/>
                <a:gd name="connsiteX1371" fmla="*/ 803402 w 1385794"/>
                <a:gd name="connsiteY1371" fmla="*/ 902921 h 1212067"/>
                <a:gd name="connsiteX1372" fmla="*/ 801349 w 1385794"/>
                <a:gd name="connsiteY1372" fmla="*/ 905747 h 1212067"/>
                <a:gd name="connsiteX1373" fmla="*/ 797647 w 1385794"/>
                <a:gd name="connsiteY1373" fmla="*/ 908472 h 1212067"/>
                <a:gd name="connsiteX1374" fmla="*/ 795359 w 1385794"/>
                <a:gd name="connsiteY1374" fmla="*/ 909885 h 1212067"/>
                <a:gd name="connsiteX1375" fmla="*/ 793272 w 1385794"/>
                <a:gd name="connsiteY1375" fmla="*/ 912475 h 1212067"/>
                <a:gd name="connsiteX1376" fmla="*/ 791758 w 1385794"/>
                <a:gd name="connsiteY1376" fmla="*/ 914863 h 1212067"/>
                <a:gd name="connsiteX1377" fmla="*/ 788493 w 1385794"/>
                <a:gd name="connsiteY1377" fmla="*/ 916478 h 1212067"/>
                <a:gd name="connsiteX1378" fmla="*/ 785666 w 1385794"/>
                <a:gd name="connsiteY1378" fmla="*/ 917790 h 1212067"/>
                <a:gd name="connsiteX1379" fmla="*/ 781964 w 1385794"/>
                <a:gd name="connsiteY1379" fmla="*/ 918665 h 1212067"/>
                <a:gd name="connsiteX1380" fmla="*/ 779676 w 1385794"/>
                <a:gd name="connsiteY1380" fmla="*/ 919539 h 1212067"/>
                <a:gd name="connsiteX1381" fmla="*/ 775873 w 1385794"/>
                <a:gd name="connsiteY1381" fmla="*/ 921726 h 1212067"/>
                <a:gd name="connsiteX1382" fmla="*/ 771969 w 1385794"/>
                <a:gd name="connsiteY1382" fmla="*/ 922601 h 1212067"/>
                <a:gd name="connsiteX1383" fmla="*/ 769142 w 1385794"/>
                <a:gd name="connsiteY1383" fmla="*/ 924114 h 1212067"/>
                <a:gd name="connsiteX1384" fmla="*/ 764363 w 1385794"/>
                <a:gd name="connsiteY1384" fmla="*/ 925965 h 1212067"/>
                <a:gd name="connsiteX1385" fmla="*/ 761772 w 1385794"/>
                <a:gd name="connsiteY1385" fmla="*/ 927579 h 1212067"/>
                <a:gd name="connsiteX1386" fmla="*/ 759820 w 1385794"/>
                <a:gd name="connsiteY1386" fmla="*/ 929531 h 1212067"/>
                <a:gd name="connsiteX1387" fmla="*/ 758069 w 1385794"/>
                <a:gd name="connsiteY1387" fmla="*/ 931717 h 1212067"/>
                <a:gd name="connsiteX1388" fmla="*/ 757632 w 1385794"/>
                <a:gd name="connsiteY1388" fmla="*/ 934980 h 1212067"/>
                <a:gd name="connsiteX1389" fmla="*/ 757868 w 1385794"/>
                <a:gd name="connsiteY1389" fmla="*/ 937469 h 1212067"/>
                <a:gd name="connsiteX1390" fmla="*/ 758507 w 1385794"/>
                <a:gd name="connsiteY1390" fmla="*/ 940632 h 1212067"/>
                <a:gd name="connsiteX1391" fmla="*/ 758507 w 1385794"/>
                <a:gd name="connsiteY1391" fmla="*/ 943424 h 1212067"/>
                <a:gd name="connsiteX1392" fmla="*/ 758305 w 1385794"/>
                <a:gd name="connsiteY1392" fmla="*/ 945173 h 1212067"/>
                <a:gd name="connsiteX1393" fmla="*/ 758406 w 1385794"/>
                <a:gd name="connsiteY1393" fmla="*/ 946922 h 1212067"/>
                <a:gd name="connsiteX1394" fmla="*/ 758137 w 1385794"/>
                <a:gd name="connsiteY1394" fmla="*/ 948840 h 1212067"/>
                <a:gd name="connsiteX1395" fmla="*/ 757497 w 1385794"/>
                <a:gd name="connsiteY1395" fmla="*/ 949210 h 1212067"/>
                <a:gd name="connsiteX1396" fmla="*/ 756252 w 1385794"/>
                <a:gd name="connsiteY1396" fmla="*/ 950017 h 1212067"/>
                <a:gd name="connsiteX1397" fmla="*/ 754502 w 1385794"/>
                <a:gd name="connsiteY1397" fmla="*/ 950017 h 1212067"/>
                <a:gd name="connsiteX1398" fmla="*/ 752550 w 1385794"/>
                <a:gd name="connsiteY1398" fmla="*/ 949512 h 1212067"/>
                <a:gd name="connsiteX1399" fmla="*/ 750766 w 1385794"/>
                <a:gd name="connsiteY1399" fmla="*/ 948099 h 1212067"/>
                <a:gd name="connsiteX1400" fmla="*/ 748882 w 1385794"/>
                <a:gd name="connsiteY1400" fmla="*/ 945980 h 1212067"/>
                <a:gd name="connsiteX1401" fmla="*/ 746425 w 1385794"/>
                <a:gd name="connsiteY1401" fmla="*/ 946417 h 1212067"/>
                <a:gd name="connsiteX1402" fmla="*/ 743867 w 1385794"/>
                <a:gd name="connsiteY1402" fmla="*/ 947662 h 1212067"/>
                <a:gd name="connsiteX1403" fmla="*/ 741478 w 1385794"/>
                <a:gd name="connsiteY1403" fmla="*/ 948739 h 1212067"/>
                <a:gd name="connsiteX1404" fmla="*/ 739189 w 1385794"/>
                <a:gd name="connsiteY1404" fmla="*/ 949546 h 1212067"/>
                <a:gd name="connsiteX1405" fmla="*/ 737136 w 1385794"/>
                <a:gd name="connsiteY1405" fmla="*/ 950723 h 1212067"/>
                <a:gd name="connsiteX1406" fmla="*/ 735521 w 1385794"/>
                <a:gd name="connsiteY1406" fmla="*/ 953011 h 1212067"/>
                <a:gd name="connsiteX1407" fmla="*/ 734444 w 1385794"/>
                <a:gd name="connsiteY1407" fmla="*/ 955904 h 1212067"/>
                <a:gd name="connsiteX1408" fmla="*/ 734107 w 1385794"/>
                <a:gd name="connsiteY1408" fmla="*/ 957922 h 1212067"/>
                <a:gd name="connsiteX1409" fmla="*/ 734208 w 1385794"/>
                <a:gd name="connsiteY1409" fmla="*/ 959604 h 1212067"/>
                <a:gd name="connsiteX1410" fmla="*/ 735958 w 1385794"/>
                <a:gd name="connsiteY1410" fmla="*/ 963742 h 1212067"/>
                <a:gd name="connsiteX1411" fmla="*/ 737742 w 1385794"/>
                <a:gd name="connsiteY1411" fmla="*/ 965626 h 1212067"/>
                <a:gd name="connsiteX1412" fmla="*/ 742050 w 1385794"/>
                <a:gd name="connsiteY1412" fmla="*/ 966433 h 1212067"/>
                <a:gd name="connsiteX1413" fmla="*/ 744540 w 1385794"/>
                <a:gd name="connsiteY1413" fmla="*/ 964112 h 1212067"/>
                <a:gd name="connsiteX1414" fmla="*/ 746492 w 1385794"/>
                <a:gd name="connsiteY1414" fmla="*/ 961656 h 1212067"/>
                <a:gd name="connsiteX1415" fmla="*/ 748545 w 1385794"/>
                <a:gd name="connsiteY1415" fmla="*/ 959873 h 1212067"/>
                <a:gd name="connsiteX1416" fmla="*/ 751978 w 1385794"/>
                <a:gd name="connsiteY1416" fmla="*/ 958797 h 1212067"/>
                <a:gd name="connsiteX1417" fmla="*/ 755411 w 1385794"/>
                <a:gd name="connsiteY1417" fmla="*/ 959840 h 1212067"/>
                <a:gd name="connsiteX1418" fmla="*/ 756656 w 1385794"/>
                <a:gd name="connsiteY1418" fmla="*/ 961690 h 1212067"/>
                <a:gd name="connsiteX1419" fmla="*/ 756925 w 1385794"/>
                <a:gd name="connsiteY1419" fmla="*/ 963607 h 1212067"/>
                <a:gd name="connsiteX1420" fmla="*/ 756017 w 1385794"/>
                <a:gd name="connsiteY1420" fmla="*/ 966635 h 1212067"/>
                <a:gd name="connsiteX1421" fmla="*/ 755074 w 1385794"/>
                <a:gd name="connsiteY1421" fmla="*/ 968855 h 1212067"/>
                <a:gd name="connsiteX1422" fmla="*/ 755074 w 1385794"/>
                <a:gd name="connsiteY1422" fmla="*/ 969494 h 1212067"/>
                <a:gd name="connsiteX1423" fmla="*/ 757295 w 1385794"/>
                <a:gd name="connsiteY1423" fmla="*/ 972253 h 1212067"/>
                <a:gd name="connsiteX1424" fmla="*/ 760122 w 1385794"/>
                <a:gd name="connsiteY1424" fmla="*/ 974036 h 1212067"/>
                <a:gd name="connsiteX1425" fmla="*/ 764026 w 1385794"/>
                <a:gd name="connsiteY1425" fmla="*/ 975650 h 1212067"/>
                <a:gd name="connsiteX1426" fmla="*/ 768469 w 1385794"/>
                <a:gd name="connsiteY1426" fmla="*/ 976727 h 1212067"/>
                <a:gd name="connsiteX1427" fmla="*/ 770690 w 1385794"/>
                <a:gd name="connsiteY1427" fmla="*/ 976525 h 1212067"/>
                <a:gd name="connsiteX1428" fmla="*/ 775099 w 1385794"/>
                <a:gd name="connsiteY1428" fmla="*/ 978577 h 1212067"/>
                <a:gd name="connsiteX1429" fmla="*/ 776950 w 1385794"/>
                <a:gd name="connsiteY1429" fmla="*/ 980595 h 1212067"/>
                <a:gd name="connsiteX1430" fmla="*/ 777017 w 1385794"/>
                <a:gd name="connsiteY1430" fmla="*/ 981907 h 1212067"/>
                <a:gd name="connsiteX1431" fmla="*/ 777825 w 1385794"/>
                <a:gd name="connsiteY1431" fmla="*/ 987021 h 1212067"/>
                <a:gd name="connsiteX1432" fmla="*/ 777724 w 1385794"/>
                <a:gd name="connsiteY1432" fmla="*/ 988433 h 1212067"/>
                <a:gd name="connsiteX1433" fmla="*/ 778060 w 1385794"/>
                <a:gd name="connsiteY1433" fmla="*/ 991595 h 1212067"/>
                <a:gd name="connsiteX1434" fmla="*/ 778397 w 1385794"/>
                <a:gd name="connsiteY1434" fmla="*/ 993547 h 1212067"/>
                <a:gd name="connsiteX1435" fmla="*/ 781224 w 1385794"/>
                <a:gd name="connsiteY1435" fmla="*/ 995229 h 1212067"/>
                <a:gd name="connsiteX1436" fmla="*/ 781830 w 1385794"/>
                <a:gd name="connsiteY1436" fmla="*/ 996810 h 1212067"/>
                <a:gd name="connsiteX1437" fmla="*/ 780786 w 1385794"/>
                <a:gd name="connsiteY1437" fmla="*/ 997853 h 1212067"/>
                <a:gd name="connsiteX1438" fmla="*/ 778296 w 1385794"/>
                <a:gd name="connsiteY1438" fmla="*/ 999030 h 1212067"/>
                <a:gd name="connsiteX1439" fmla="*/ 775267 w 1385794"/>
                <a:gd name="connsiteY1439" fmla="*/ 999736 h 1212067"/>
                <a:gd name="connsiteX1440" fmla="*/ 771901 w 1385794"/>
                <a:gd name="connsiteY1440" fmla="*/ 1000174 h 1212067"/>
                <a:gd name="connsiteX1441" fmla="*/ 771127 w 1385794"/>
                <a:gd name="connsiteY1441" fmla="*/ 1001856 h 1212067"/>
                <a:gd name="connsiteX1442" fmla="*/ 770757 w 1385794"/>
                <a:gd name="connsiteY1442" fmla="*/ 1002932 h 1212067"/>
                <a:gd name="connsiteX1443" fmla="*/ 767291 w 1385794"/>
                <a:gd name="connsiteY1443" fmla="*/ 1003740 h 1212067"/>
                <a:gd name="connsiteX1444" fmla="*/ 765608 w 1385794"/>
                <a:gd name="connsiteY1444" fmla="*/ 1004110 h 1212067"/>
                <a:gd name="connsiteX1445" fmla="*/ 762781 w 1385794"/>
                <a:gd name="connsiteY1445" fmla="*/ 1006834 h 1212067"/>
                <a:gd name="connsiteX1446" fmla="*/ 761435 w 1385794"/>
                <a:gd name="connsiteY1446" fmla="*/ 1008886 h 1212067"/>
                <a:gd name="connsiteX1447" fmla="*/ 761098 w 1385794"/>
                <a:gd name="connsiteY1447" fmla="*/ 1011207 h 1212067"/>
                <a:gd name="connsiteX1448" fmla="*/ 760661 w 1385794"/>
                <a:gd name="connsiteY1448" fmla="*/ 1013159 h 1212067"/>
                <a:gd name="connsiteX1449" fmla="*/ 759180 w 1385794"/>
                <a:gd name="connsiteY1449" fmla="*/ 1015446 h 1212067"/>
                <a:gd name="connsiteX1450" fmla="*/ 758238 w 1385794"/>
                <a:gd name="connsiteY1450" fmla="*/ 1016422 h 1212067"/>
                <a:gd name="connsiteX1451" fmla="*/ 758069 w 1385794"/>
                <a:gd name="connsiteY1451" fmla="*/ 1019887 h 1212067"/>
                <a:gd name="connsiteX1452" fmla="*/ 756757 w 1385794"/>
                <a:gd name="connsiteY1452" fmla="*/ 1021669 h 1212067"/>
                <a:gd name="connsiteX1453" fmla="*/ 753728 w 1385794"/>
                <a:gd name="connsiteY1453" fmla="*/ 1020526 h 1212067"/>
                <a:gd name="connsiteX1454" fmla="*/ 752214 w 1385794"/>
                <a:gd name="connsiteY1454" fmla="*/ 1017868 h 1212067"/>
                <a:gd name="connsiteX1455" fmla="*/ 750295 w 1385794"/>
                <a:gd name="connsiteY1455" fmla="*/ 1016354 h 1212067"/>
                <a:gd name="connsiteX1456" fmla="*/ 748411 w 1385794"/>
                <a:gd name="connsiteY1456" fmla="*/ 1017296 h 1212067"/>
                <a:gd name="connsiteX1457" fmla="*/ 747401 w 1385794"/>
                <a:gd name="connsiteY1457" fmla="*/ 1018373 h 1212067"/>
                <a:gd name="connsiteX1458" fmla="*/ 746661 w 1385794"/>
                <a:gd name="connsiteY1458" fmla="*/ 1019819 h 1212067"/>
                <a:gd name="connsiteX1459" fmla="*/ 746156 w 1385794"/>
                <a:gd name="connsiteY1459" fmla="*/ 1020963 h 1212067"/>
                <a:gd name="connsiteX1460" fmla="*/ 745786 w 1385794"/>
                <a:gd name="connsiteY1460" fmla="*/ 1022208 h 1212067"/>
                <a:gd name="connsiteX1461" fmla="*/ 745483 w 1385794"/>
                <a:gd name="connsiteY1461" fmla="*/ 1023721 h 1212067"/>
                <a:gd name="connsiteX1462" fmla="*/ 744540 w 1385794"/>
                <a:gd name="connsiteY1462" fmla="*/ 1024966 h 1212067"/>
                <a:gd name="connsiteX1463" fmla="*/ 742353 w 1385794"/>
                <a:gd name="connsiteY1463" fmla="*/ 1025773 h 1212067"/>
                <a:gd name="connsiteX1464" fmla="*/ 741410 w 1385794"/>
                <a:gd name="connsiteY1464" fmla="*/ 1026345 h 1212067"/>
                <a:gd name="connsiteX1465" fmla="*/ 739593 w 1385794"/>
                <a:gd name="connsiteY1465" fmla="*/ 1026715 h 1212067"/>
                <a:gd name="connsiteX1466" fmla="*/ 737910 w 1385794"/>
                <a:gd name="connsiteY1466" fmla="*/ 1026715 h 1212067"/>
                <a:gd name="connsiteX1467" fmla="*/ 735218 w 1385794"/>
                <a:gd name="connsiteY1467" fmla="*/ 1026278 h 1212067"/>
                <a:gd name="connsiteX1468" fmla="*/ 734141 w 1385794"/>
                <a:gd name="connsiteY1468" fmla="*/ 1024966 h 1212067"/>
                <a:gd name="connsiteX1469" fmla="*/ 731752 w 1385794"/>
                <a:gd name="connsiteY1469" fmla="*/ 1022510 h 1212067"/>
                <a:gd name="connsiteX1470" fmla="*/ 729732 w 1385794"/>
                <a:gd name="connsiteY1470" fmla="*/ 1021064 h 1212067"/>
                <a:gd name="connsiteX1471" fmla="*/ 726703 w 1385794"/>
                <a:gd name="connsiteY1471" fmla="*/ 1018743 h 1212067"/>
                <a:gd name="connsiteX1472" fmla="*/ 723136 w 1385794"/>
                <a:gd name="connsiteY1472" fmla="*/ 1016994 h 1212067"/>
                <a:gd name="connsiteX1473" fmla="*/ 721756 w 1385794"/>
                <a:gd name="connsiteY1473" fmla="*/ 1013529 h 1212067"/>
                <a:gd name="connsiteX1474" fmla="*/ 721049 w 1385794"/>
                <a:gd name="connsiteY1474" fmla="*/ 1012082 h 1212067"/>
                <a:gd name="connsiteX1475" fmla="*/ 717650 w 1385794"/>
                <a:gd name="connsiteY1475" fmla="*/ 1010501 h 1212067"/>
                <a:gd name="connsiteX1476" fmla="*/ 714689 w 1385794"/>
                <a:gd name="connsiteY1476" fmla="*/ 1009425 h 1212067"/>
                <a:gd name="connsiteX1477" fmla="*/ 712501 w 1385794"/>
                <a:gd name="connsiteY1477" fmla="*/ 1008684 h 1212067"/>
                <a:gd name="connsiteX1478" fmla="*/ 708294 w 1385794"/>
                <a:gd name="connsiteY1478" fmla="*/ 1006935 h 1212067"/>
                <a:gd name="connsiteX1479" fmla="*/ 705400 w 1385794"/>
                <a:gd name="connsiteY1479" fmla="*/ 1005859 h 1212067"/>
                <a:gd name="connsiteX1480" fmla="*/ 702943 w 1385794"/>
                <a:gd name="connsiteY1480" fmla="*/ 1004042 h 1212067"/>
                <a:gd name="connsiteX1481" fmla="*/ 698804 w 1385794"/>
                <a:gd name="connsiteY1481" fmla="*/ 1001587 h 1212067"/>
                <a:gd name="connsiteX1482" fmla="*/ 694530 w 1385794"/>
                <a:gd name="connsiteY1482" fmla="*/ 999400 h 1212067"/>
                <a:gd name="connsiteX1483" fmla="*/ 691198 w 1385794"/>
                <a:gd name="connsiteY1483" fmla="*/ 996574 h 1212067"/>
                <a:gd name="connsiteX1484" fmla="*/ 687563 w 1385794"/>
                <a:gd name="connsiteY1484" fmla="*/ 994186 h 1212067"/>
                <a:gd name="connsiteX1485" fmla="*/ 684433 w 1385794"/>
                <a:gd name="connsiteY1485" fmla="*/ 991797 h 1212067"/>
                <a:gd name="connsiteX1486" fmla="*/ 682111 w 1385794"/>
                <a:gd name="connsiteY1486" fmla="*/ 989913 h 1212067"/>
                <a:gd name="connsiteX1487" fmla="*/ 678712 w 1385794"/>
                <a:gd name="connsiteY1487" fmla="*/ 989476 h 1212067"/>
                <a:gd name="connsiteX1488" fmla="*/ 676524 w 1385794"/>
                <a:gd name="connsiteY1488" fmla="*/ 988602 h 1212067"/>
                <a:gd name="connsiteX1489" fmla="*/ 674337 w 1385794"/>
                <a:gd name="connsiteY1489" fmla="*/ 988232 h 1212067"/>
                <a:gd name="connsiteX1490" fmla="*/ 671577 w 1385794"/>
                <a:gd name="connsiteY1490" fmla="*/ 987794 h 1212067"/>
                <a:gd name="connsiteX1491" fmla="*/ 669322 w 1385794"/>
                <a:gd name="connsiteY1491" fmla="*/ 986920 h 1212067"/>
                <a:gd name="connsiteX1492" fmla="*/ 667741 w 1385794"/>
                <a:gd name="connsiteY1492" fmla="*/ 985473 h 1212067"/>
                <a:gd name="connsiteX1493" fmla="*/ 665351 w 1385794"/>
                <a:gd name="connsiteY1493" fmla="*/ 984464 h 1212067"/>
                <a:gd name="connsiteX1494" fmla="*/ 663096 w 1385794"/>
                <a:gd name="connsiteY1494" fmla="*/ 984161 h 1212067"/>
                <a:gd name="connsiteX1495" fmla="*/ 658755 w 1385794"/>
                <a:gd name="connsiteY1495" fmla="*/ 983892 h 1212067"/>
                <a:gd name="connsiteX1496" fmla="*/ 655793 w 1385794"/>
                <a:gd name="connsiteY1496" fmla="*/ 984397 h 1212067"/>
                <a:gd name="connsiteX1497" fmla="*/ 650644 w 1385794"/>
                <a:gd name="connsiteY1497" fmla="*/ 984599 h 1212067"/>
                <a:gd name="connsiteX1498" fmla="*/ 648961 w 1385794"/>
                <a:gd name="connsiteY1498" fmla="*/ 985238 h 1212067"/>
                <a:gd name="connsiteX1499" fmla="*/ 647649 w 1385794"/>
                <a:gd name="connsiteY1499" fmla="*/ 987256 h 1212067"/>
                <a:gd name="connsiteX1500" fmla="*/ 647514 w 1385794"/>
                <a:gd name="connsiteY1500" fmla="*/ 990654 h 1212067"/>
                <a:gd name="connsiteX1501" fmla="*/ 648221 w 1385794"/>
                <a:gd name="connsiteY1501" fmla="*/ 995060 h 1212067"/>
                <a:gd name="connsiteX1502" fmla="*/ 648423 w 1385794"/>
                <a:gd name="connsiteY1502" fmla="*/ 998391 h 1212067"/>
                <a:gd name="connsiteX1503" fmla="*/ 649433 w 1385794"/>
                <a:gd name="connsiteY1503" fmla="*/ 1004412 h 1212067"/>
                <a:gd name="connsiteX1504" fmla="*/ 649062 w 1385794"/>
                <a:gd name="connsiteY1504" fmla="*/ 1013764 h 1212067"/>
                <a:gd name="connsiteX1505" fmla="*/ 649567 w 1385794"/>
                <a:gd name="connsiteY1505" fmla="*/ 1016792 h 1212067"/>
                <a:gd name="connsiteX1506" fmla="*/ 653908 w 1385794"/>
                <a:gd name="connsiteY1506" fmla="*/ 1025908 h 1212067"/>
                <a:gd name="connsiteX1507" fmla="*/ 657308 w 1385794"/>
                <a:gd name="connsiteY1507" fmla="*/ 1032199 h 1212067"/>
                <a:gd name="connsiteX1508" fmla="*/ 666428 w 1385794"/>
                <a:gd name="connsiteY1508" fmla="*/ 1041752 h 1212067"/>
                <a:gd name="connsiteX1509" fmla="*/ 670837 w 1385794"/>
                <a:gd name="connsiteY1509" fmla="*/ 1046327 h 1212067"/>
                <a:gd name="connsiteX1510" fmla="*/ 676693 w 1385794"/>
                <a:gd name="connsiteY1510" fmla="*/ 1052046 h 1212067"/>
                <a:gd name="connsiteX1511" fmla="*/ 678140 w 1385794"/>
                <a:gd name="connsiteY1511" fmla="*/ 1053425 h 1212067"/>
                <a:gd name="connsiteX1512" fmla="*/ 678241 w 1385794"/>
                <a:gd name="connsiteY1512" fmla="*/ 1055914 h 1212067"/>
                <a:gd name="connsiteX1513" fmla="*/ 677601 w 1385794"/>
                <a:gd name="connsiteY1513" fmla="*/ 1058303 h 1212067"/>
                <a:gd name="connsiteX1514" fmla="*/ 676188 w 1385794"/>
                <a:gd name="connsiteY1514" fmla="*/ 1061028 h 1212067"/>
                <a:gd name="connsiteX1515" fmla="*/ 675212 w 1385794"/>
                <a:gd name="connsiteY1515" fmla="*/ 1062979 h 1212067"/>
                <a:gd name="connsiteX1516" fmla="*/ 674236 w 1385794"/>
                <a:gd name="connsiteY1516" fmla="*/ 1065468 h 1212067"/>
                <a:gd name="connsiteX1517" fmla="*/ 672789 w 1385794"/>
                <a:gd name="connsiteY1517" fmla="*/ 1066881 h 1212067"/>
                <a:gd name="connsiteX1518" fmla="*/ 673092 w 1385794"/>
                <a:gd name="connsiteY1518" fmla="*/ 1068563 h 1212067"/>
                <a:gd name="connsiteX1519" fmla="*/ 674472 w 1385794"/>
                <a:gd name="connsiteY1519" fmla="*/ 1070144 h 1212067"/>
                <a:gd name="connsiteX1520" fmla="*/ 676794 w 1385794"/>
                <a:gd name="connsiteY1520" fmla="*/ 1070144 h 1212067"/>
                <a:gd name="connsiteX1521" fmla="*/ 680933 w 1385794"/>
                <a:gd name="connsiteY1521" fmla="*/ 1070514 h 1212067"/>
                <a:gd name="connsiteX1522" fmla="*/ 685510 w 1385794"/>
                <a:gd name="connsiteY1522" fmla="*/ 1069202 h 1212067"/>
                <a:gd name="connsiteX1523" fmla="*/ 687698 w 1385794"/>
                <a:gd name="connsiteY1523" fmla="*/ 1067722 h 1212067"/>
                <a:gd name="connsiteX1524" fmla="*/ 689381 w 1385794"/>
                <a:gd name="connsiteY1524" fmla="*/ 1067554 h 1212067"/>
                <a:gd name="connsiteX1525" fmla="*/ 693217 w 1385794"/>
                <a:gd name="connsiteY1525" fmla="*/ 1067554 h 1212067"/>
                <a:gd name="connsiteX1526" fmla="*/ 693722 w 1385794"/>
                <a:gd name="connsiteY1526" fmla="*/ 1067756 h 1212067"/>
                <a:gd name="connsiteX1527" fmla="*/ 694799 w 1385794"/>
                <a:gd name="connsiteY1527" fmla="*/ 1068900 h 1212067"/>
                <a:gd name="connsiteX1528" fmla="*/ 696818 w 1385794"/>
                <a:gd name="connsiteY1528" fmla="*/ 1068832 h 1212067"/>
                <a:gd name="connsiteX1529" fmla="*/ 699578 w 1385794"/>
                <a:gd name="connsiteY1529" fmla="*/ 1068462 h 1212067"/>
                <a:gd name="connsiteX1530" fmla="*/ 703650 w 1385794"/>
                <a:gd name="connsiteY1530" fmla="*/ 1067520 h 1212067"/>
                <a:gd name="connsiteX1531" fmla="*/ 706107 w 1385794"/>
                <a:gd name="connsiteY1531" fmla="*/ 1066410 h 1212067"/>
                <a:gd name="connsiteX1532" fmla="*/ 706914 w 1385794"/>
                <a:gd name="connsiteY1532" fmla="*/ 1065805 h 1212067"/>
                <a:gd name="connsiteX1533" fmla="*/ 707116 w 1385794"/>
                <a:gd name="connsiteY1533" fmla="*/ 1065805 h 1212067"/>
                <a:gd name="connsiteX1534" fmla="*/ 709068 w 1385794"/>
                <a:gd name="connsiteY1534" fmla="*/ 1066309 h 1212067"/>
                <a:gd name="connsiteX1535" fmla="*/ 710886 w 1385794"/>
                <a:gd name="connsiteY1535" fmla="*/ 1066511 h 1212067"/>
                <a:gd name="connsiteX1536" fmla="*/ 714924 w 1385794"/>
                <a:gd name="connsiteY1536" fmla="*/ 1068597 h 1212067"/>
                <a:gd name="connsiteX1537" fmla="*/ 714924 w 1385794"/>
                <a:gd name="connsiteY1537" fmla="*/ 1073575 h 1212067"/>
                <a:gd name="connsiteX1538" fmla="*/ 714588 w 1385794"/>
                <a:gd name="connsiteY1538" fmla="*/ 1075190 h 1212067"/>
                <a:gd name="connsiteX1539" fmla="*/ 714487 w 1385794"/>
                <a:gd name="connsiteY1539" fmla="*/ 1077478 h 1212067"/>
                <a:gd name="connsiteX1540" fmla="*/ 713612 w 1385794"/>
                <a:gd name="connsiteY1540" fmla="*/ 1079429 h 1212067"/>
                <a:gd name="connsiteX1541" fmla="*/ 713073 w 1385794"/>
                <a:gd name="connsiteY1541" fmla="*/ 1081279 h 1212067"/>
                <a:gd name="connsiteX1542" fmla="*/ 712535 w 1385794"/>
                <a:gd name="connsiteY1542" fmla="*/ 1082053 h 1212067"/>
                <a:gd name="connsiteX1543" fmla="*/ 711660 w 1385794"/>
                <a:gd name="connsiteY1543" fmla="*/ 1083667 h 1212067"/>
                <a:gd name="connsiteX1544" fmla="*/ 710482 w 1385794"/>
                <a:gd name="connsiteY1544" fmla="*/ 1085316 h 1212067"/>
                <a:gd name="connsiteX1545" fmla="*/ 710381 w 1385794"/>
                <a:gd name="connsiteY1545" fmla="*/ 1086964 h 1212067"/>
                <a:gd name="connsiteX1546" fmla="*/ 711357 w 1385794"/>
                <a:gd name="connsiteY1546" fmla="*/ 1089991 h 1212067"/>
                <a:gd name="connsiteX1547" fmla="*/ 714520 w 1385794"/>
                <a:gd name="connsiteY1547" fmla="*/ 1091842 h 1212067"/>
                <a:gd name="connsiteX1548" fmla="*/ 715833 w 1385794"/>
                <a:gd name="connsiteY1548" fmla="*/ 1091842 h 1212067"/>
                <a:gd name="connsiteX1549" fmla="*/ 717718 w 1385794"/>
                <a:gd name="connsiteY1549" fmla="*/ 1092548 h 1212067"/>
                <a:gd name="connsiteX1550" fmla="*/ 719468 w 1385794"/>
                <a:gd name="connsiteY1550" fmla="*/ 1092111 h 1212067"/>
                <a:gd name="connsiteX1551" fmla="*/ 722059 w 1385794"/>
                <a:gd name="connsiteY1551" fmla="*/ 1090799 h 1212067"/>
                <a:gd name="connsiteX1552" fmla="*/ 722934 w 1385794"/>
                <a:gd name="connsiteY1552" fmla="*/ 1090496 h 1212067"/>
                <a:gd name="connsiteX1553" fmla="*/ 724078 w 1385794"/>
                <a:gd name="connsiteY1553" fmla="*/ 1089487 h 1212067"/>
                <a:gd name="connsiteX1554" fmla="*/ 727040 w 1385794"/>
                <a:gd name="connsiteY1554" fmla="*/ 1088982 h 1212067"/>
                <a:gd name="connsiteX1555" fmla="*/ 728756 w 1385794"/>
                <a:gd name="connsiteY1555" fmla="*/ 1088646 h 1212067"/>
                <a:gd name="connsiteX1556" fmla="*/ 729598 w 1385794"/>
                <a:gd name="connsiteY1556" fmla="*/ 1087839 h 1212067"/>
                <a:gd name="connsiteX1557" fmla="*/ 731449 w 1385794"/>
                <a:gd name="connsiteY1557" fmla="*/ 1085114 h 1212067"/>
                <a:gd name="connsiteX1558" fmla="*/ 733535 w 1385794"/>
                <a:gd name="connsiteY1558" fmla="*/ 1081548 h 1212067"/>
                <a:gd name="connsiteX1559" fmla="*/ 734175 w 1385794"/>
                <a:gd name="connsiteY1559" fmla="*/ 1079260 h 1212067"/>
                <a:gd name="connsiteX1560" fmla="*/ 736160 w 1385794"/>
                <a:gd name="connsiteY1560" fmla="*/ 1077377 h 1212067"/>
                <a:gd name="connsiteX1561" fmla="*/ 738920 w 1385794"/>
                <a:gd name="connsiteY1561" fmla="*/ 1074450 h 1212067"/>
                <a:gd name="connsiteX1562" fmla="*/ 740132 w 1385794"/>
                <a:gd name="connsiteY1562" fmla="*/ 1074450 h 1212067"/>
                <a:gd name="connsiteX1563" fmla="*/ 741377 w 1385794"/>
                <a:gd name="connsiteY1563" fmla="*/ 1077377 h 1212067"/>
                <a:gd name="connsiteX1564" fmla="*/ 742723 w 1385794"/>
                <a:gd name="connsiteY1564" fmla="*/ 1079227 h 1212067"/>
                <a:gd name="connsiteX1565" fmla="*/ 742723 w 1385794"/>
                <a:gd name="connsiteY1565" fmla="*/ 1082254 h 1212067"/>
                <a:gd name="connsiteX1566" fmla="*/ 742723 w 1385794"/>
                <a:gd name="connsiteY1566" fmla="*/ 1085719 h 1212067"/>
                <a:gd name="connsiteX1567" fmla="*/ 742723 w 1385794"/>
                <a:gd name="connsiteY1567" fmla="*/ 1089184 h 1212067"/>
                <a:gd name="connsiteX1568" fmla="*/ 742723 w 1385794"/>
                <a:gd name="connsiteY1568" fmla="*/ 1092649 h 1212067"/>
                <a:gd name="connsiteX1569" fmla="*/ 744843 w 1385794"/>
                <a:gd name="connsiteY1569" fmla="*/ 1095273 h 1212067"/>
                <a:gd name="connsiteX1570" fmla="*/ 746190 w 1385794"/>
                <a:gd name="connsiteY1570" fmla="*/ 1096450 h 1212067"/>
                <a:gd name="connsiteX1571" fmla="*/ 746190 w 1385794"/>
                <a:gd name="connsiteY1571" fmla="*/ 1097863 h 1212067"/>
                <a:gd name="connsiteX1572" fmla="*/ 746190 w 1385794"/>
                <a:gd name="connsiteY1572" fmla="*/ 1099613 h 1212067"/>
                <a:gd name="connsiteX1573" fmla="*/ 746190 w 1385794"/>
                <a:gd name="connsiteY1573" fmla="*/ 1103616 h 1212067"/>
                <a:gd name="connsiteX1574" fmla="*/ 744877 w 1385794"/>
                <a:gd name="connsiteY1574" fmla="*/ 1106206 h 1212067"/>
                <a:gd name="connsiteX1575" fmla="*/ 743901 w 1385794"/>
                <a:gd name="connsiteY1575" fmla="*/ 1110646 h 1212067"/>
                <a:gd name="connsiteX1576" fmla="*/ 742824 w 1385794"/>
                <a:gd name="connsiteY1576" fmla="*/ 1112496 h 1212067"/>
                <a:gd name="connsiteX1577" fmla="*/ 741747 w 1385794"/>
                <a:gd name="connsiteY1577" fmla="*/ 1113909 h 1212067"/>
                <a:gd name="connsiteX1578" fmla="*/ 739896 w 1385794"/>
                <a:gd name="connsiteY1578" fmla="*/ 1115524 h 1212067"/>
                <a:gd name="connsiteX1579" fmla="*/ 737406 w 1385794"/>
                <a:gd name="connsiteY1579" fmla="*/ 1116399 h 1212067"/>
                <a:gd name="connsiteX1580" fmla="*/ 732526 w 1385794"/>
                <a:gd name="connsiteY1580" fmla="*/ 1118888 h 1212067"/>
                <a:gd name="connsiteX1581" fmla="*/ 730641 w 1385794"/>
                <a:gd name="connsiteY1581" fmla="*/ 1120234 h 1212067"/>
                <a:gd name="connsiteX1582" fmla="*/ 733333 w 1385794"/>
                <a:gd name="connsiteY1582" fmla="*/ 1123026 h 1212067"/>
                <a:gd name="connsiteX1583" fmla="*/ 735790 w 1385794"/>
                <a:gd name="connsiteY1583" fmla="*/ 1128677 h 1212067"/>
                <a:gd name="connsiteX1584" fmla="*/ 736800 w 1385794"/>
                <a:gd name="connsiteY1584" fmla="*/ 1129686 h 1212067"/>
                <a:gd name="connsiteX1585" fmla="*/ 740132 w 1385794"/>
                <a:gd name="connsiteY1585" fmla="*/ 1132714 h 1212067"/>
                <a:gd name="connsiteX1586" fmla="*/ 746930 w 1385794"/>
                <a:gd name="connsiteY1586" fmla="*/ 1133286 h 1212067"/>
                <a:gd name="connsiteX1587" fmla="*/ 749387 w 1385794"/>
                <a:gd name="connsiteY1587" fmla="*/ 1131402 h 1212067"/>
                <a:gd name="connsiteX1588" fmla="*/ 750396 w 1385794"/>
                <a:gd name="connsiteY1588" fmla="*/ 1129081 h 1212067"/>
                <a:gd name="connsiteX1589" fmla="*/ 751137 w 1385794"/>
                <a:gd name="connsiteY1589" fmla="*/ 1127500 h 1212067"/>
                <a:gd name="connsiteX1590" fmla="*/ 752012 w 1385794"/>
                <a:gd name="connsiteY1590" fmla="*/ 1125616 h 1212067"/>
                <a:gd name="connsiteX1591" fmla="*/ 753021 w 1385794"/>
                <a:gd name="connsiteY1591" fmla="*/ 1123867 h 1212067"/>
                <a:gd name="connsiteX1592" fmla="*/ 754334 w 1385794"/>
                <a:gd name="connsiteY1592" fmla="*/ 1122723 h 1212067"/>
                <a:gd name="connsiteX1593" fmla="*/ 757531 w 1385794"/>
                <a:gd name="connsiteY1593" fmla="*/ 1123026 h 1212067"/>
                <a:gd name="connsiteX1594" fmla="*/ 758541 w 1385794"/>
                <a:gd name="connsiteY1594" fmla="*/ 1119123 h 1212067"/>
                <a:gd name="connsiteX1595" fmla="*/ 760291 w 1385794"/>
                <a:gd name="connsiteY1595" fmla="*/ 1116096 h 1212067"/>
                <a:gd name="connsiteX1596" fmla="*/ 762748 w 1385794"/>
                <a:gd name="connsiteY1596" fmla="*/ 1116096 h 1212067"/>
                <a:gd name="connsiteX1597" fmla="*/ 765204 w 1385794"/>
                <a:gd name="connsiteY1597" fmla="*/ 1121175 h 1212067"/>
                <a:gd name="connsiteX1598" fmla="*/ 766079 w 1385794"/>
                <a:gd name="connsiteY1598" fmla="*/ 1123059 h 1212067"/>
                <a:gd name="connsiteX1599" fmla="*/ 770421 w 1385794"/>
                <a:gd name="connsiteY1599" fmla="*/ 1123194 h 1212067"/>
                <a:gd name="connsiteX1600" fmla="*/ 770993 w 1385794"/>
                <a:gd name="connsiteY1600" fmla="*/ 1121613 h 1212067"/>
                <a:gd name="connsiteX1601" fmla="*/ 768805 w 1385794"/>
                <a:gd name="connsiteY1601" fmla="*/ 1120166 h 1212067"/>
                <a:gd name="connsiteX1602" fmla="*/ 767358 w 1385794"/>
                <a:gd name="connsiteY1602" fmla="*/ 1118013 h 1212067"/>
                <a:gd name="connsiteX1603" fmla="*/ 766214 w 1385794"/>
                <a:gd name="connsiteY1603" fmla="*/ 1116129 h 1212067"/>
                <a:gd name="connsiteX1604" fmla="*/ 766349 w 1385794"/>
                <a:gd name="connsiteY1604" fmla="*/ 1114683 h 1212067"/>
                <a:gd name="connsiteX1605" fmla="*/ 767661 w 1385794"/>
                <a:gd name="connsiteY1605" fmla="*/ 1113102 h 1212067"/>
                <a:gd name="connsiteX1606" fmla="*/ 769983 w 1385794"/>
                <a:gd name="connsiteY1606" fmla="*/ 1112530 h 1212067"/>
                <a:gd name="connsiteX1607" fmla="*/ 770858 w 1385794"/>
                <a:gd name="connsiteY1607" fmla="*/ 1114549 h 1212067"/>
                <a:gd name="connsiteX1608" fmla="*/ 771430 w 1385794"/>
                <a:gd name="connsiteY1608" fmla="*/ 1112530 h 1212067"/>
                <a:gd name="connsiteX1609" fmla="*/ 772171 w 1385794"/>
                <a:gd name="connsiteY1609" fmla="*/ 1109503 h 1212067"/>
                <a:gd name="connsiteX1610" fmla="*/ 773483 w 1385794"/>
                <a:gd name="connsiteY1610" fmla="*/ 1107619 h 1212067"/>
                <a:gd name="connsiteX1611" fmla="*/ 777118 w 1385794"/>
                <a:gd name="connsiteY1611" fmla="*/ 1106609 h 1212067"/>
                <a:gd name="connsiteX1612" fmla="*/ 780753 w 1385794"/>
                <a:gd name="connsiteY1612" fmla="*/ 1104860 h 1212067"/>
                <a:gd name="connsiteX1613" fmla="*/ 782772 w 1385794"/>
                <a:gd name="connsiteY1613" fmla="*/ 1104591 h 1212067"/>
                <a:gd name="connsiteX1614" fmla="*/ 786407 w 1385794"/>
                <a:gd name="connsiteY1614" fmla="*/ 1105903 h 1212067"/>
                <a:gd name="connsiteX1615" fmla="*/ 788157 w 1385794"/>
                <a:gd name="connsiteY1615" fmla="*/ 1106340 h 1212067"/>
                <a:gd name="connsiteX1616" fmla="*/ 793508 w 1385794"/>
                <a:gd name="connsiteY1616" fmla="*/ 1104591 h 1212067"/>
                <a:gd name="connsiteX1617" fmla="*/ 794955 w 1385794"/>
                <a:gd name="connsiteY1617" fmla="*/ 1102136 h 1212067"/>
                <a:gd name="connsiteX1618" fmla="*/ 795527 w 1385794"/>
                <a:gd name="connsiteY1618" fmla="*/ 1099108 h 1212067"/>
                <a:gd name="connsiteX1619" fmla="*/ 796402 w 1385794"/>
                <a:gd name="connsiteY1619" fmla="*/ 1094466 h 1212067"/>
                <a:gd name="connsiteX1620" fmla="*/ 796671 w 1385794"/>
                <a:gd name="connsiteY1620" fmla="*/ 1090429 h 1212067"/>
                <a:gd name="connsiteX1621" fmla="*/ 796671 w 1385794"/>
                <a:gd name="connsiteY1621" fmla="*/ 1089285 h 1212067"/>
                <a:gd name="connsiteX1622" fmla="*/ 794921 w 1385794"/>
                <a:gd name="connsiteY1622" fmla="*/ 1086964 h 1212067"/>
                <a:gd name="connsiteX1623" fmla="*/ 792027 w 1385794"/>
                <a:gd name="connsiteY1623" fmla="*/ 1084643 h 1212067"/>
                <a:gd name="connsiteX1624" fmla="*/ 789402 w 1385794"/>
                <a:gd name="connsiteY1624" fmla="*/ 1082624 h 1212067"/>
                <a:gd name="connsiteX1625" fmla="*/ 787383 w 1385794"/>
                <a:gd name="connsiteY1625" fmla="*/ 1081313 h 1212067"/>
                <a:gd name="connsiteX1626" fmla="*/ 786238 w 1385794"/>
                <a:gd name="connsiteY1626" fmla="*/ 1078857 h 1212067"/>
                <a:gd name="connsiteX1627" fmla="*/ 786238 w 1385794"/>
                <a:gd name="connsiteY1627" fmla="*/ 1075392 h 1212067"/>
                <a:gd name="connsiteX1628" fmla="*/ 785229 w 1385794"/>
                <a:gd name="connsiteY1628" fmla="*/ 1071321 h 1212067"/>
                <a:gd name="connsiteX1629" fmla="*/ 787113 w 1385794"/>
                <a:gd name="connsiteY1629" fmla="*/ 1066410 h 1212067"/>
                <a:gd name="connsiteX1630" fmla="*/ 788258 w 1385794"/>
                <a:gd name="connsiteY1630" fmla="*/ 1062071 h 1212067"/>
                <a:gd name="connsiteX1631" fmla="*/ 788258 w 1385794"/>
                <a:gd name="connsiteY1631" fmla="*/ 1056722 h 1212067"/>
                <a:gd name="connsiteX1632" fmla="*/ 786945 w 1385794"/>
                <a:gd name="connsiteY1632" fmla="*/ 1051642 h 1212067"/>
                <a:gd name="connsiteX1633" fmla="*/ 782738 w 1385794"/>
                <a:gd name="connsiteY1633" fmla="*/ 1048447 h 1212067"/>
                <a:gd name="connsiteX1634" fmla="*/ 778094 w 1385794"/>
                <a:gd name="connsiteY1634" fmla="*/ 1045688 h 1212067"/>
                <a:gd name="connsiteX1635" fmla="*/ 775132 w 1385794"/>
                <a:gd name="connsiteY1635" fmla="*/ 1042425 h 1212067"/>
                <a:gd name="connsiteX1636" fmla="*/ 773382 w 1385794"/>
                <a:gd name="connsiteY1636" fmla="*/ 1040037 h 1212067"/>
                <a:gd name="connsiteX1637" fmla="*/ 772878 w 1385794"/>
                <a:gd name="connsiteY1637" fmla="*/ 1039095 h 1212067"/>
                <a:gd name="connsiteX1638" fmla="*/ 773618 w 1385794"/>
                <a:gd name="connsiteY1638" fmla="*/ 1037715 h 1212067"/>
                <a:gd name="connsiteX1639" fmla="*/ 774695 w 1385794"/>
                <a:gd name="connsiteY1639" fmla="*/ 1037312 h 1212067"/>
                <a:gd name="connsiteX1640" fmla="*/ 777219 w 1385794"/>
                <a:gd name="connsiteY1640" fmla="*/ 1036269 h 1212067"/>
                <a:gd name="connsiteX1641" fmla="*/ 783613 w 1385794"/>
                <a:gd name="connsiteY1641" fmla="*/ 1036269 h 1212067"/>
                <a:gd name="connsiteX1642" fmla="*/ 786440 w 1385794"/>
                <a:gd name="connsiteY1642" fmla="*/ 1035630 h 1212067"/>
                <a:gd name="connsiteX1643" fmla="*/ 789335 w 1385794"/>
                <a:gd name="connsiteY1643" fmla="*/ 1034183 h 1212067"/>
                <a:gd name="connsiteX1644" fmla="*/ 791287 w 1385794"/>
                <a:gd name="connsiteY1644" fmla="*/ 1032939 h 1212067"/>
                <a:gd name="connsiteX1645" fmla="*/ 792868 w 1385794"/>
                <a:gd name="connsiteY1645" fmla="*/ 1031425 h 1212067"/>
                <a:gd name="connsiteX1646" fmla="*/ 794820 w 1385794"/>
                <a:gd name="connsiteY1646" fmla="*/ 1029407 h 1212067"/>
                <a:gd name="connsiteX1647" fmla="*/ 795628 w 1385794"/>
                <a:gd name="connsiteY1647" fmla="*/ 1028969 h 1212067"/>
                <a:gd name="connsiteX1648" fmla="*/ 798253 w 1385794"/>
                <a:gd name="connsiteY1648" fmla="*/ 1028835 h 1212067"/>
                <a:gd name="connsiteX1649" fmla="*/ 800340 w 1385794"/>
                <a:gd name="connsiteY1649" fmla="*/ 1029339 h 1212067"/>
                <a:gd name="connsiteX1650" fmla="*/ 802224 w 1385794"/>
                <a:gd name="connsiteY1650" fmla="*/ 1031290 h 1212067"/>
                <a:gd name="connsiteX1651" fmla="*/ 803974 w 1385794"/>
                <a:gd name="connsiteY1651" fmla="*/ 1030920 h 1212067"/>
                <a:gd name="connsiteX1652" fmla="*/ 805859 w 1385794"/>
                <a:gd name="connsiteY1652" fmla="*/ 1030046 h 1212067"/>
                <a:gd name="connsiteX1653" fmla="*/ 808114 w 1385794"/>
                <a:gd name="connsiteY1653" fmla="*/ 1029036 h 1212067"/>
                <a:gd name="connsiteX1654" fmla="*/ 811008 w 1385794"/>
                <a:gd name="connsiteY1654" fmla="*/ 1028465 h 1212067"/>
                <a:gd name="connsiteX1655" fmla="*/ 817032 w 1385794"/>
                <a:gd name="connsiteY1655" fmla="*/ 1030718 h 1212067"/>
                <a:gd name="connsiteX1656" fmla="*/ 819489 w 1385794"/>
                <a:gd name="connsiteY1656" fmla="*/ 1032670 h 1212067"/>
                <a:gd name="connsiteX1657" fmla="*/ 821071 w 1385794"/>
                <a:gd name="connsiteY1657" fmla="*/ 1032165 h 1212067"/>
                <a:gd name="connsiteX1658" fmla="*/ 821374 w 1385794"/>
                <a:gd name="connsiteY1658" fmla="*/ 1030416 h 1212067"/>
                <a:gd name="connsiteX1659" fmla="*/ 821071 w 1385794"/>
                <a:gd name="connsiteY1659" fmla="*/ 1027657 h 1212067"/>
                <a:gd name="connsiteX1660" fmla="*/ 819859 w 1385794"/>
                <a:gd name="connsiteY1660" fmla="*/ 1026076 h 1212067"/>
                <a:gd name="connsiteX1661" fmla="*/ 817604 w 1385794"/>
                <a:gd name="connsiteY1661" fmla="*/ 1024495 h 1212067"/>
                <a:gd name="connsiteX1662" fmla="*/ 815652 w 1385794"/>
                <a:gd name="connsiteY1662" fmla="*/ 1024058 h 1212067"/>
                <a:gd name="connsiteX1663" fmla="*/ 814643 w 1385794"/>
                <a:gd name="connsiteY1663" fmla="*/ 1023116 h 1212067"/>
                <a:gd name="connsiteX1664" fmla="*/ 815350 w 1385794"/>
                <a:gd name="connsiteY1664" fmla="*/ 1021737 h 1212067"/>
                <a:gd name="connsiteX1665" fmla="*/ 816494 w 1385794"/>
                <a:gd name="connsiteY1665" fmla="*/ 1020492 h 1212067"/>
                <a:gd name="connsiteX1666" fmla="*/ 817504 w 1385794"/>
                <a:gd name="connsiteY1666" fmla="*/ 1019550 h 1212067"/>
                <a:gd name="connsiteX1667" fmla="*/ 819018 w 1385794"/>
                <a:gd name="connsiteY1667" fmla="*/ 1017868 h 1212067"/>
                <a:gd name="connsiteX1668" fmla="*/ 820768 w 1385794"/>
                <a:gd name="connsiteY1668" fmla="*/ 1016623 h 1212067"/>
                <a:gd name="connsiteX1669" fmla="*/ 822282 w 1385794"/>
                <a:gd name="connsiteY1669" fmla="*/ 1015682 h 1212067"/>
                <a:gd name="connsiteX1670" fmla="*/ 824807 w 1385794"/>
                <a:gd name="connsiteY1670" fmla="*/ 1013428 h 1212067"/>
                <a:gd name="connsiteX1671" fmla="*/ 826759 w 1385794"/>
                <a:gd name="connsiteY1671" fmla="*/ 1011308 h 1212067"/>
                <a:gd name="connsiteX1672" fmla="*/ 828206 w 1385794"/>
                <a:gd name="connsiteY1672" fmla="*/ 1009996 h 1212067"/>
                <a:gd name="connsiteX1673" fmla="*/ 829283 w 1385794"/>
                <a:gd name="connsiteY1673" fmla="*/ 1009290 h 1212067"/>
                <a:gd name="connsiteX1674" fmla="*/ 831033 w 1385794"/>
                <a:gd name="connsiteY1674" fmla="*/ 1008920 h 1212067"/>
                <a:gd name="connsiteX1675" fmla="*/ 833220 w 1385794"/>
                <a:gd name="connsiteY1675" fmla="*/ 1008920 h 1212067"/>
                <a:gd name="connsiteX1676" fmla="*/ 835980 w 1385794"/>
                <a:gd name="connsiteY1676" fmla="*/ 1009122 h 1212067"/>
                <a:gd name="connsiteX1677" fmla="*/ 837292 w 1385794"/>
                <a:gd name="connsiteY1677" fmla="*/ 1010568 h 1212067"/>
                <a:gd name="connsiteX1678" fmla="*/ 838437 w 1385794"/>
                <a:gd name="connsiteY1678" fmla="*/ 1013091 h 1212067"/>
                <a:gd name="connsiteX1679" fmla="*/ 839514 w 1385794"/>
                <a:gd name="connsiteY1679" fmla="*/ 1013024 h 1212067"/>
                <a:gd name="connsiteX1680" fmla="*/ 840321 w 1385794"/>
                <a:gd name="connsiteY1680" fmla="*/ 1012082 h 1212067"/>
                <a:gd name="connsiteX1681" fmla="*/ 840759 w 1385794"/>
                <a:gd name="connsiteY1681" fmla="*/ 1011073 h 1212067"/>
                <a:gd name="connsiteX1682" fmla="*/ 841196 w 1385794"/>
                <a:gd name="connsiteY1682" fmla="*/ 1010131 h 1212067"/>
                <a:gd name="connsiteX1683" fmla="*/ 841398 w 1385794"/>
                <a:gd name="connsiteY1683" fmla="*/ 1009054 h 1212067"/>
                <a:gd name="connsiteX1684" fmla="*/ 841836 w 1385794"/>
                <a:gd name="connsiteY1684" fmla="*/ 1008045 h 1212067"/>
                <a:gd name="connsiteX1685" fmla="*/ 842273 w 1385794"/>
                <a:gd name="connsiteY1685" fmla="*/ 1007473 h 1212067"/>
                <a:gd name="connsiteX1686" fmla="*/ 844023 w 1385794"/>
                <a:gd name="connsiteY1686" fmla="*/ 1007036 h 1212067"/>
                <a:gd name="connsiteX1687" fmla="*/ 846648 w 1385794"/>
                <a:gd name="connsiteY1687" fmla="*/ 1007978 h 1212067"/>
                <a:gd name="connsiteX1688" fmla="*/ 848163 w 1385794"/>
                <a:gd name="connsiteY1688" fmla="*/ 1009425 h 1212067"/>
                <a:gd name="connsiteX1689" fmla="*/ 849004 w 1385794"/>
                <a:gd name="connsiteY1689" fmla="*/ 1011308 h 1212067"/>
                <a:gd name="connsiteX1690" fmla="*/ 848836 w 1385794"/>
                <a:gd name="connsiteY1690" fmla="*/ 1013192 h 1212067"/>
                <a:gd name="connsiteX1691" fmla="*/ 848836 w 1385794"/>
                <a:gd name="connsiteY1691" fmla="*/ 1014504 h 1212067"/>
                <a:gd name="connsiteX1692" fmla="*/ 849274 w 1385794"/>
                <a:gd name="connsiteY1692" fmla="*/ 1016994 h 1212067"/>
                <a:gd name="connsiteX1693" fmla="*/ 849274 w 1385794"/>
                <a:gd name="connsiteY1693" fmla="*/ 1018608 h 1212067"/>
                <a:gd name="connsiteX1694" fmla="*/ 850889 w 1385794"/>
                <a:gd name="connsiteY1694" fmla="*/ 1019483 h 1212067"/>
                <a:gd name="connsiteX1695" fmla="*/ 851764 w 1385794"/>
                <a:gd name="connsiteY1695" fmla="*/ 1019920 h 1212067"/>
                <a:gd name="connsiteX1696" fmla="*/ 854793 w 1385794"/>
                <a:gd name="connsiteY1696" fmla="*/ 1020458 h 1212067"/>
                <a:gd name="connsiteX1697" fmla="*/ 856644 w 1385794"/>
                <a:gd name="connsiteY1697" fmla="*/ 1019819 h 1212067"/>
                <a:gd name="connsiteX1698" fmla="*/ 857317 w 1385794"/>
                <a:gd name="connsiteY1698" fmla="*/ 1022409 h 1212067"/>
                <a:gd name="connsiteX1699" fmla="*/ 859067 w 1385794"/>
                <a:gd name="connsiteY1699" fmla="*/ 1023284 h 1212067"/>
                <a:gd name="connsiteX1700" fmla="*/ 860144 w 1385794"/>
                <a:gd name="connsiteY1700" fmla="*/ 1023385 h 1212067"/>
                <a:gd name="connsiteX1701" fmla="*/ 862331 w 1385794"/>
                <a:gd name="connsiteY1701" fmla="*/ 1023284 h 1212067"/>
                <a:gd name="connsiteX1702" fmla="*/ 863846 w 1385794"/>
                <a:gd name="connsiteY1702" fmla="*/ 1025336 h 1212067"/>
                <a:gd name="connsiteX1703" fmla="*/ 864620 w 1385794"/>
                <a:gd name="connsiteY1703" fmla="*/ 1027287 h 1212067"/>
                <a:gd name="connsiteX1704" fmla="*/ 865798 w 1385794"/>
                <a:gd name="connsiteY1704" fmla="*/ 1029676 h 1212067"/>
                <a:gd name="connsiteX1705" fmla="*/ 866000 w 1385794"/>
                <a:gd name="connsiteY1705" fmla="*/ 1033040 h 1212067"/>
                <a:gd name="connsiteX1706" fmla="*/ 864788 w 1385794"/>
                <a:gd name="connsiteY1706" fmla="*/ 1036639 h 1212067"/>
                <a:gd name="connsiteX1707" fmla="*/ 863711 w 1385794"/>
                <a:gd name="connsiteY1707" fmla="*/ 1039027 h 1212067"/>
                <a:gd name="connsiteX1708" fmla="*/ 860985 w 1385794"/>
                <a:gd name="connsiteY1708" fmla="*/ 1042627 h 1212067"/>
                <a:gd name="connsiteX1709" fmla="*/ 859908 w 1385794"/>
                <a:gd name="connsiteY1709" fmla="*/ 1045116 h 1212067"/>
                <a:gd name="connsiteX1710" fmla="*/ 860548 w 1385794"/>
                <a:gd name="connsiteY1710" fmla="*/ 1047505 h 1212067"/>
                <a:gd name="connsiteX1711" fmla="*/ 862634 w 1385794"/>
                <a:gd name="connsiteY1711" fmla="*/ 1049994 h 1212067"/>
                <a:gd name="connsiteX1712" fmla="*/ 864149 w 1385794"/>
                <a:gd name="connsiteY1712" fmla="*/ 1051407 h 1212067"/>
                <a:gd name="connsiteX1713" fmla="*/ 864384 w 1385794"/>
                <a:gd name="connsiteY1713" fmla="*/ 1053795 h 1212067"/>
                <a:gd name="connsiteX1714" fmla="*/ 864283 w 1385794"/>
                <a:gd name="connsiteY1714" fmla="*/ 1055982 h 1212067"/>
                <a:gd name="connsiteX1715" fmla="*/ 864216 w 1385794"/>
                <a:gd name="connsiteY1715" fmla="*/ 1057832 h 1212067"/>
                <a:gd name="connsiteX1716" fmla="*/ 864485 w 1385794"/>
                <a:gd name="connsiteY1716" fmla="*/ 1060557 h 1212067"/>
                <a:gd name="connsiteX1717" fmla="*/ 864485 w 1385794"/>
                <a:gd name="connsiteY1717" fmla="*/ 1061431 h 1212067"/>
                <a:gd name="connsiteX1718" fmla="*/ 864586 w 1385794"/>
                <a:gd name="connsiteY1718" fmla="*/ 1063719 h 1212067"/>
                <a:gd name="connsiteX1719" fmla="*/ 864149 w 1385794"/>
                <a:gd name="connsiteY1719" fmla="*/ 1064930 h 1212067"/>
                <a:gd name="connsiteX1720" fmla="*/ 864048 w 1385794"/>
                <a:gd name="connsiteY1720" fmla="*/ 1066444 h 1212067"/>
                <a:gd name="connsiteX1721" fmla="*/ 864384 w 1385794"/>
                <a:gd name="connsiteY1721" fmla="*/ 1067756 h 1212067"/>
                <a:gd name="connsiteX1722" fmla="*/ 868827 w 1385794"/>
                <a:gd name="connsiteY1722" fmla="*/ 1068395 h 1212067"/>
                <a:gd name="connsiteX1723" fmla="*/ 872091 w 1385794"/>
                <a:gd name="connsiteY1723" fmla="*/ 1070245 h 1212067"/>
                <a:gd name="connsiteX1724" fmla="*/ 877745 w 1385794"/>
                <a:gd name="connsiteY1724" fmla="*/ 1069606 h 1212067"/>
                <a:gd name="connsiteX1725" fmla="*/ 879394 w 1385794"/>
                <a:gd name="connsiteY1725" fmla="*/ 1069068 h 1212067"/>
                <a:gd name="connsiteX1726" fmla="*/ 881885 w 1385794"/>
                <a:gd name="connsiteY1726" fmla="*/ 1070682 h 1212067"/>
                <a:gd name="connsiteX1727" fmla="*/ 884173 w 1385794"/>
                <a:gd name="connsiteY1727" fmla="*/ 1071019 h 1212067"/>
                <a:gd name="connsiteX1728" fmla="*/ 886260 w 1385794"/>
                <a:gd name="connsiteY1728" fmla="*/ 1069707 h 1212067"/>
                <a:gd name="connsiteX1729" fmla="*/ 888548 w 1385794"/>
                <a:gd name="connsiteY1729" fmla="*/ 1068059 h 1212067"/>
                <a:gd name="connsiteX1730" fmla="*/ 890298 w 1385794"/>
                <a:gd name="connsiteY1730" fmla="*/ 1065771 h 1212067"/>
                <a:gd name="connsiteX1731" fmla="*/ 890938 w 1385794"/>
                <a:gd name="connsiteY1731" fmla="*/ 1064257 h 1212067"/>
                <a:gd name="connsiteX1732" fmla="*/ 892452 w 1385794"/>
                <a:gd name="connsiteY1732" fmla="*/ 1063046 h 1212067"/>
                <a:gd name="connsiteX1733" fmla="*/ 895178 w 1385794"/>
                <a:gd name="connsiteY1733" fmla="*/ 1063046 h 1212067"/>
                <a:gd name="connsiteX1734" fmla="*/ 896592 w 1385794"/>
                <a:gd name="connsiteY1734" fmla="*/ 1063685 h 1212067"/>
                <a:gd name="connsiteX1735" fmla="*/ 897366 w 1385794"/>
                <a:gd name="connsiteY1735" fmla="*/ 1065435 h 1212067"/>
                <a:gd name="connsiteX1736" fmla="*/ 897601 w 1385794"/>
                <a:gd name="connsiteY1736" fmla="*/ 1068462 h 1212067"/>
                <a:gd name="connsiteX1737" fmla="*/ 897164 w 1385794"/>
                <a:gd name="connsiteY1737" fmla="*/ 1070951 h 1212067"/>
                <a:gd name="connsiteX1738" fmla="*/ 896625 w 1385794"/>
                <a:gd name="connsiteY1738" fmla="*/ 1072028 h 1212067"/>
                <a:gd name="connsiteX1739" fmla="*/ 896861 w 1385794"/>
                <a:gd name="connsiteY1739" fmla="*/ 1073878 h 1212067"/>
                <a:gd name="connsiteX1740" fmla="*/ 898174 w 1385794"/>
                <a:gd name="connsiteY1740" fmla="*/ 1075392 h 1212067"/>
                <a:gd name="connsiteX1741" fmla="*/ 898914 w 1385794"/>
                <a:gd name="connsiteY1741" fmla="*/ 1077444 h 1212067"/>
                <a:gd name="connsiteX1742" fmla="*/ 898712 w 1385794"/>
                <a:gd name="connsiteY1742" fmla="*/ 1078621 h 1212067"/>
                <a:gd name="connsiteX1743" fmla="*/ 898712 w 1385794"/>
                <a:gd name="connsiteY1743" fmla="*/ 1079059 h 1212067"/>
                <a:gd name="connsiteX1744" fmla="*/ 900664 w 1385794"/>
                <a:gd name="connsiteY1744" fmla="*/ 1079933 h 1212067"/>
                <a:gd name="connsiteX1745" fmla="*/ 903727 w 1385794"/>
                <a:gd name="connsiteY1745" fmla="*/ 1078419 h 1212067"/>
                <a:gd name="connsiteX1746" fmla="*/ 904703 w 1385794"/>
                <a:gd name="connsiteY1746" fmla="*/ 1077007 h 1212067"/>
                <a:gd name="connsiteX1747" fmla="*/ 906217 w 1385794"/>
                <a:gd name="connsiteY1747" fmla="*/ 1077007 h 1212067"/>
                <a:gd name="connsiteX1748" fmla="*/ 908607 w 1385794"/>
                <a:gd name="connsiteY1748" fmla="*/ 1079059 h 1212067"/>
                <a:gd name="connsiteX1749" fmla="*/ 913924 w 1385794"/>
                <a:gd name="connsiteY1749" fmla="*/ 1080135 h 1212067"/>
                <a:gd name="connsiteX1750" fmla="*/ 917289 w 1385794"/>
                <a:gd name="connsiteY1750" fmla="*/ 1081649 h 1212067"/>
                <a:gd name="connsiteX1751" fmla="*/ 919881 w 1385794"/>
                <a:gd name="connsiteY1751" fmla="*/ 1082086 h 1212067"/>
                <a:gd name="connsiteX1752" fmla="*/ 921631 w 1385794"/>
                <a:gd name="connsiteY1752" fmla="*/ 1081985 h 1212067"/>
                <a:gd name="connsiteX1753" fmla="*/ 928261 w 1385794"/>
                <a:gd name="connsiteY1753" fmla="*/ 1081783 h 1212067"/>
                <a:gd name="connsiteX1754" fmla="*/ 931963 w 1385794"/>
                <a:gd name="connsiteY1754" fmla="*/ 1081447 h 1212067"/>
                <a:gd name="connsiteX1755" fmla="*/ 934453 w 1385794"/>
                <a:gd name="connsiteY1755" fmla="*/ 1081346 h 1212067"/>
                <a:gd name="connsiteX1756" fmla="*/ 936742 w 1385794"/>
                <a:gd name="connsiteY1756" fmla="*/ 1081346 h 1212067"/>
                <a:gd name="connsiteX1757" fmla="*/ 940208 w 1385794"/>
                <a:gd name="connsiteY1757" fmla="*/ 1081346 h 1212067"/>
                <a:gd name="connsiteX1758" fmla="*/ 942261 w 1385794"/>
                <a:gd name="connsiteY1758" fmla="*/ 1083196 h 1212067"/>
                <a:gd name="connsiteX1759" fmla="*/ 944550 w 1385794"/>
                <a:gd name="connsiteY1759" fmla="*/ 1083970 h 1212067"/>
                <a:gd name="connsiteX1760" fmla="*/ 946737 w 1385794"/>
                <a:gd name="connsiteY1760" fmla="*/ 1084744 h 1212067"/>
                <a:gd name="connsiteX1761" fmla="*/ 949127 w 1385794"/>
                <a:gd name="connsiteY1761" fmla="*/ 1086257 h 1212067"/>
                <a:gd name="connsiteX1762" fmla="*/ 950978 w 1385794"/>
                <a:gd name="connsiteY1762" fmla="*/ 1087771 h 1212067"/>
                <a:gd name="connsiteX1763" fmla="*/ 953266 w 1385794"/>
                <a:gd name="connsiteY1763" fmla="*/ 1090597 h 1212067"/>
                <a:gd name="connsiteX1764" fmla="*/ 953905 w 1385794"/>
                <a:gd name="connsiteY1764" fmla="*/ 1092212 h 1212067"/>
                <a:gd name="connsiteX1765" fmla="*/ 954545 w 1385794"/>
                <a:gd name="connsiteY1765" fmla="*/ 1095037 h 1212067"/>
                <a:gd name="connsiteX1766" fmla="*/ 956194 w 1385794"/>
                <a:gd name="connsiteY1766" fmla="*/ 1100252 h 1212067"/>
                <a:gd name="connsiteX1767" fmla="*/ 958045 w 1385794"/>
                <a:gd name="connsiteY1767" fmla="*/ 1105466 h 1212067"/>
                <a:gd name="connsiteX1768" fmla="*/ 960233 w 1385794"/>
                <a:gd name="connsiteY1768" fmla="*/ 1110243 h 1212067"/>
                <a:gd name="connsiteX1769" fmla="*/ 962084 w 1385794"/>
                <a:gd name="connsiteY1769" fmla="*/ 1115019 h 1212067"/>
                <a:gd name="connsiteX1770" fmla="*/ 963396 w 1385794"/>
                <a:gd name="connsiteY1770" fmla="*/ 1118821 h 1212067"/>
                <a:gd name="connsiteX1771" fmla="*/ 965045 w 1385794"/>
                <a:gd name="connsiteY1771" fmla="*/ 1120435 h 1212067"/>
                <a:gd name="connsiteX1772" fmla="*/ 968310 w 1385794"/>
                <a:gd name="connsiteY1772" fmla="*/ 1121747 h 1212067"/>
                <a:gd name="connsiteX1773" fmla="*/ 971238 w 1385794"/>
                <a:gd name="connsiteY1773" fmla="*/ 1123261 h 1212067"/>
                <a:gd name="connsiteX1774" fmla="*/ 976017 w 1385794"/>
                <a:gd name="connsiteY1774" fmla="*/ 1123799 h 1212067"/>
                <a:gd name="connsiteX1775" fmla="*/ 979483 w 1385794"/>
                <a:gd name="connsiteY1775" fmla="*/ 1123598 h 1212067"/>
                <a:gd name="connsiteX1776" fmla="*/ 981772 w 1385794"/>
                <a:gd name="connsiteY1776" fmla="*/ 1124472 h 1212067"/>
                <a:gd name="connsiteX1777" fmla="*/ 983185 w 1385794"/>
                <a:gd name="connsiteY1777" fmla="*/ 1128711 h 1212067"/>
                <a:gd name="connsiteX1778" fmla="*/ 980997 w 1385794"/>
                <a:gd name="connsiteY1778" fmla="*/ 1131335 h 1212067"/>
                <a:gd name="connsiteX1779" fmla="*/ 977632 w 1385794"/>
                <a:gd name="connsiteY1779" fmla="*/ 1133353 h 1212067"/>
                <a:gd name="connsiteX1780" fmla="*/ 973055 w 1385794"/>
                <a:gd name="connsiteY1780" fmla="*/ 1135338 h 1212067"/>
                <a:gd name="connsiteX1781" fmla="*/ 970766 w 1385794"/>
                <a:gd name="connsiteY1781" fmla="*/ 1140451 h 1212067"/>
                <a:gd name="connsiteX1782" fmla="*/ 972079 w 1385794"/>
                <a:gd name="connsiteY1782" fmla="*/ 1143916 h 1212067"/>
                <a:gd name="connsiteX1783" fmla="*/ 972315 w 1385794"/>
                <a:gd name="connsiteY1783" fmla="*/ 1149029 h 1212067"/>
                <a:gd name="connsiteX1784" fmla="*/ 972214 w 1385794"/>
                <a:gd name="connsiteY1784" fmla="*/ 1152830 h 1212067"/>
                <a:gd name="connsiteX1785" fmla="*/ 970026 w 1385794"/>
                <a:gd name="connsiteY1785" fmla="*/ 1154681 h 1212067"/>
                <a:gd name="connsiteX1786" fmla="*/ 971238 w 1385794"/>
                <a:gd name="connsiteY1786" fmla="*/ 1157069 h 1212067"/>
                <a:gd name="connsiteX1787" fmla="*/ 973526 w 1385794"/>
                <a:gd name="connsiteY1787" fmla="*/ 1157607 h 1212067"/>
                <a:gd name="connsiteX1788" fmla="*/ 975579 w 1385794"/>
                <a:gd name="connsiteY1788" fmla="*/ 1160097 h 1212067"/>
                <a:gd name="connsiteX1789" fmla="*/ 975142 w 1385794"/>
                <a:gd name="connsiteY1789" fmla="*/ 1164974 h 1212067"/>
                <a:gd name="connsiteX1790" fmla="*/ 973526 w 1385794"/>
                <a:gd name="connsiteY1790" fmla="*/ 1168002 h 1212067"/>
                <a:gd name="connsiteX1791" fmla="*/ 969925 w 1385794"/>
                <a:gd name="connsiteY1791" fmla="*/ 1168977 h 1212067"/>
                <a:gd name="connsiteX1792" fmla="*/ 966661 w 1385794"/>
                <a:gd name="connsiteY1792" fmla="*/ 1170727 h 1212067"/>
                <a:gd name="connsiteX1793" fmla="*/ 962420 w 1385794"/>
                <a:gd name="connsiteY1793" fmla="*/ 1171938 h 1212067"/>
                <a:gd name="connsiteX1794" fmla="*/ 961646 w 1385794"/>
                <a:gd name="connsiteY1794" fmla="*/ 1174124 h 1212067"/>
                <a:gd name="connsiteX1795" fmla="*/ 961983 w 1385794"/>
                <a:gd name="connsiteY1795" fmla="*/ 1176412 h 1212067"/>
                <a:gd name="connsiteX1796" fmla="*/ 962420 w 1385794"/>
                <a:gd name="connsiteY1796" fmla="*/ 1177925 h 1212067"/>
                <a:gd name="connsiteX1797" fmla="*/ 964911 w 1385794"/>
                <a:gd name="connsiteY1797" fmla="*/ 1181289 h 1212067"/>
                <a:gd name="connsiteX1798" fmla="*/ 968613 w 1385794"/>
                <a:gd name="connsiteY1798" fmla="*/ 1184553 h 1212067"/>
                <a:gd name="connsiteX1799" fmla="*/ 971103 w 1385794"/>
                <a:gd name="connsiteY1799" fmla="*/ 1186167 h 1212067"/>
                <a:gd name="connsiteX1800" fmla="*/ 973156 w 1385794"/>
                <a:gd name="connsiteY1800" fmla="*/ 1187816 h 1212067"/>
                <a:gd name="connsiteX1801" fmla="*/ 977598 w 1385794"/>
                <a:gd name="connsiteY1801" fmla="*/ 1189868 h 1212067"/>
                <a:gd name="connsiteX1802" fmla="*/ 979887 w 1385794"/>
                <a:gd name="connsiteY1802" fmla="*/ 1190843 h 1212067"/>
                <a:gd name="connsiteX1803" fmla="*/ 984127 w 1385794"/>
                <a:gd name="connsiteY1803" fmla="*/ 1193131 h 1212067"/>
                <a:gd name="connsiteX1804" fmla="*/ 988368 w 1385794"/>
                <a:gd name="connsiteY1804" fmla="*/ 1194543 h 1212067"/>
                <a:gd name="connsiteX1805" fmla="*/ 991834 w 1385794"/>
                <a:gd name="connsiteY1805" fmla="*/ 1195956 h 1212067"/>
                <a:gd name="connsiteX1806" fmla="*/ 995200 w 1385794"/>
                <a:gd name="connsiteY1806" fmla="*/ 1197807 h 1212067"/>
                <a:gd name="connsiteX1807" fmla="*/ 997488 w 1385794"/>
                <a:gd name="connsiteY1807" fmla="*/ 1200094 h 1212067"/>
                <a:gd name="connsiteX1808" fmla="*/ 999440 w 1385794"/>
                <a:gd name="connsiteY1808" fmla="*/ 1202045 h 1212067"/>
                <a:gd name="connsiteX1809" fmla="*/ 1001628 w 1385794"/>
                <a:gd name="connsiteY1809" fmla="*/ 1204535 h 1212067"/>
                <a:gd name="connsiteX1810" fmla="*/ 1005532 w 1385794"/>
                <a:gd name="connsiteY1810" fmla="*/ 1206385 h 1212067"/>
                <a:gd name="connsiteX1811" fmla="*/ 1008460 w 1385794"/>
                <a:gd name="connsiteY1811" fmla="*/ 1206385 h 1212067"/>
                <a:gd name="connsiteX1812" fmla="*/ 1011388 w 1385794"/>
                <a:gd name="connsiteY1812" fmla="*/ 1205510 h 1212067"/>
                <a:gd name="connsiteX1813" fmla="*/ 1016166 w 1385794"/>
                <a:gd name="connsiteY1813" fmla="*/ 1207461 h 1212067"/>
                <a:gd name="connsiteX1814" fmla="*/ 1018892 w 1385794"/>
                <a:gd name="connsiteY1814" fmla="*/ 1209210 h 1212067"/>
                <a:gd name="connsiteX1815" fmla="*/ 1023671 w 1385794"/>
                <a:gd name="connsiteY1815" fmla="*/ 1210825 h 1212067"/>
                <a:gd name="connsiteX1816" fmla="*/ 1030638 w 1385794"/>
                <a:gd name="connsiteY1816" fmla="*/ 1210825 h 1212067"/>
                <a:gd name="connsiteX1817" fmla="*/ 1032052 w 1385794"/>
                <a:gd name="connsiteY1817" fmla="*/ 1208773 h 1212067"/>
                <a:gd name="connsiteX1818" fmla="*/ 1034542 w 1385794"/>
                <a:gd name="connsiteY1818" fmla="*/ 1208571 h 1212067"/>
                <a:gd name="connsiteX1819" fmla="*/ 1038244 w 1385794"/>
                <a:gd name="connsiteY1819" fmla="*/ 1209648 h 1212067"/>
                <a:gd name="connsiteX1820" fmla="*/ 1041407 w 1385794"/>
                <a:gd name="connsiteY1820" fmla="*/ 1211700 h 1212067"/>
                <a:gd name="connsiteX1821" fmla="*/ 1044672 w 1385794"/>
                <a:gd name="connsiteY1821" fmla="*/ 1211700 h 1212067"/>
                <a:gd name="connsiteX1822" fmla="*/ 1046960 w 1385794"/>
                <a:gd name="connsiteY1822" fmla="*/ 1208874 h 1212067"/>
                <a:gd name="connsiteX1823" fmla="*/ 1047600 w 1385794"/>
                <a:gd name="connsiteY1823" fmla="*/ 1207259 h 1212067"/>
                <a:gd name="connsiteX1824" fmla="*/ 1049114 w 1385794"/>
                <a:gd name="connsiteY1824" fmla="*/ 1206183 h 1212067"/>
                <a:gd name="connsiteX1825" fmla="*/ 1055408 w 1385794"/>
                <a:gd name="connsiteY1825" fmla="*/ 1209749 h 1212067"/>
                <a:gd name="connsiteX1826" fmla="*/ 1059446 w 1385794"/>
                <a:gd name="connsiteY1826" fmla="*/ 1208235 h 1212067"/>
                <a:gd name="connsiteX1827" fmla="*/ 1062509 w 1385794"/>
                <a:gd name="connsiteY1827" fmla="*/ 1203559 h 1212067"/>
                <a:gd name="connsiteX1828" fmla="*/ 1065437 w 1385794"/>
                <a:gd name="connsiteY1828" fmla="*/ 1200531 h 1212067"/>
                <a:gd name="connsiteX1829" fmla="*/ 1067187 w 1385794"/>
                <a:gd name="connsiteY1829" fmla="*/ 1197941 h 1212067"/>
                <a:gd name="connsiteX1830" fmla="*/ 1069677 w 1385794"/>
                <a:gd name="connsiteY1830" fmla="*/ 1196192 h 1212067"/>
                <a:gd name="connsiteX1831" fmla="*/ 1070216 w 1385794"/>
                <a:gd name="connsiteY1831" fmla="*/ 1194342 h 1212067"/>
                <a:gd name="connsiteX1832" fmla="*/ 1068028 w 1385794"/>
                <a:gd name="connsiteY1832" fmla="*/ 1191751 h 1212067"/>
                <a:gd name="connsiteX1833" fmla="*/ 1068028 w 1385794"/>
                <a:gd name="connsiteY1833" fmla="*/ 1188287 h 1212067"/>
                <a:gd name="connsiteX1834" fmla="*/ 1068028 w 1385794"/>
                <a:gd name="connsiteY1834" fmla="*/ 1184822 h 1212067"/>
                <a:gd name="connsiteX1835" fmla="*/ 1068028 w 1385794"/>
                <a:gd name="connsiteY1835" fmla="*/ 1180247 h 1212067"/>
                <a:gd name="connsiteX1836" fmla="*/ 1070653 w 1385794"/>
                <a:gd name="connsiteY1836" fmla="*/ 1176984 h 1212067"/>
                <a:gd name="connsiteX1837" fmla="*/ 1076072 w 1385794"/>
                <a:gd name="connsiteY1837" fmla="*/ 1176984 h 1212067"/>
                <a:gd name="connsiteX1838" fmla="*/ 1079538 w 1385794"/>
                <a:gd name="connsiteY1838" fmla="*/ 1177858 h 1212067"/>
                <a:gd name="connsiteX1839" fmla="*/ 1081288 w 1385794"/>
                <a:gd name="connsiteY1839" fmla="*/ 1180886 h 1212067"/>
                <a:gd name="connsiteX1840" fmla="*/ 1088019 w 1385794"/>
                <a:gd name="connsiteY1840" fmla="*/ 1178497 h 1212067"/>
                <a:gd name="connsiteX1841" fmla="*/ 1094750 w 1385794"/>
                <a:gd name="connsiteY1841" fmla="*/ 1182837 h 1212067"/>
                <a:gd name="connsiteX1842" fmla="*/ 1099966 w 1385794"/>
                <a:gd name="connsiteY1842" fmla="*/ 1180650 h 1212067"/>
                <a:gd name="connsiteX1843" fmla="*/ 1105385 w 1385794"/>
                <a:gd name="connsiteY1843" fmla="*/ 1176311 h 1212067"/>
                <a:gd name="connsiteX1844" fmla="*/ 1112351 w 1385794"/>
                <a:gd name="connsiteY1844" fmla="*/ 1175234 h 1212067"/>
                <a:gd name="connsiteX1845" fmla="*/ 1119318 w 1385794"/>
                <a:gd name="connsiteY1845" fmla="*/ 1170458 h 1212067"/>
                <a:gd name="connsiteX1846" fmla="*/ 1119755 w 1385794"/>
                <a:gd name="connsiteY1846" fmla="*/ 1169045 h 1212067"/>
                <a:gd name="connsiteX1847" fmla="*/ 1120529 w 1385794"/>
                <a:gd name="connsiteY1847" fmla="*/ 1165580 h 1212067"/>
                <a:gd name="connsiteX1848" fmla="*/ 1120967 w 1385794"/>
                <a:gd name="connsiteY1848" fmla="*/ 1163965 h 1212067"/>
                <a:gd name="connsiteX1849" fmla="*/ 1120327 w 1385794"/>
                <a:gd name="connsiteY1849" fmla="*/ 1157876 h 1212067"/>
                <a:gd name="connsiteX1850" fmla="*/ 1120428 w 1385794"/>
                <a:gd name="connsiteY1850" fmla="*/ 1154277 h 1212067"/>
                <a:gd name="connsiteX1851" fmla="*/ 1120866 w 1385794"/>
                <a:gd name="connsiteY1851" fmla="*/ 1151350 h 1212067"/>
                <a:gd name="connsiteX1852" fmla="*/ 1122078 w 1385794"/>
                <a:gd name="connsiteY1852" fmla="*/ 1150274 h 1212067"/>
                <a:gd name="connsiteX1853" fmla="*/ 1124804 w 1385794"/>
                <a:gd name="connsiteY1853" fmla="*/ 1148861 h 1212067"/>
                <a:gd name="connsiteX1854" fmla="*/ 1126991 w 1385794"/>
                <a:gd name="connsiteY1854" fmla="*/ 1148861 h 1212067"/>
                <a:gd name="connsiteX1855" fmla="*/ 1129044 w 1385794"/>
                <a:gd name="connsiteY1855" fmla="*/ 1149500 h 1212067"/>
                <a:gd name="connsiteX1856" fmla="*/ 1131871 w 1385794"/>
                <a:gd name="connsiteY1856" fmla="*/ 1148962 h 1212067"/>
                <a:gd name="connsiteX1857" fmla="*/ 1132410 w 1385794"/>
                <a:gd name="connsiteY1857" fmla="*/ 1147011 h 1212067"/>
                <a:gd name="connsiteX1858" fmla="*/ 1130659 w 1385794"/>
                <a:gd name="connsiteY1858" fmla="*/ 1143983 h 1212067"/>
                <a:gd name="connsiteX1859" fmla="*/ 1126856 w 1385794"/>
                <a:gd name="connsiteY1859" fmla="*/ 1143109 h 1212067"/>
                <a:gd name="connsiteX1860" fmla="*/ 1125544 w 1385794"/>
                <a:gd name="connsiteY1860" fmla="*/ 1143109 h 1212067"/>
                <a:gd name="connsiteX1861" fmla="*/ 1122818 w 1385794"/>
                <a:gd name="connsiteY1861" fmla="*/ 1143983 h 1212067"/>
                <a:gd name="connsiteX1862" fmla="*/ 1121303 w 1385794"/>
                <a:gd name="connsiteY1862" fmla="*/ 1143983 h 1212067"/>
                <a:gd name="connsiteX1863" fmla="*/ 1120664 w 1385794"/>
                <a:gd name="connsiteY1863" fmla="*/ 1142739 h 1212067"/>
                <a:gd name="connsiteX1864" fmla="*/ 1117938 w 1385794"/>
                <a:gd name="connsiteY1864" fmla="*/ 1141595 h 1212067"/>
                <a:gd name="connsiteX1865" fmla="*/ 1114572 w 1385794"/>
                <a:gd name="connsiteY1865" fmla="*/ 1139408 h 1212067"/>
                <a:gd name="connsiteX1866" fmla="*/ 1110669 w 1385794"/>
                <a:gd name="connsiteY1866" fmla="*/ 1139408 h 1212067"/>
                <a:gd name="connsiteX1867" fmla="*/ 1108481 w 1385794"/>
                <a:gd name="connsiteY1867" fmla="*/ 1138870 h 1212067"/>
                <a:gd name="connsiteX1868" fmla="*/ 1104140 w 1385794"/>
                <a:gd name="connsiteY1868" fmla="*/ 1136919 h 1212067"/>
                <a:gd name="connsiteX1869" fmla="*/ 1103366 w 1385794"/>
                <a:gd name="connsiteY1869" fmla="*/ 1134329 h 1212067"/>
                <a:gd name="connsiteX1870" fmla="*/ 1103399 w 1385794"/>
                <a:gd name="connsiteY1870" fmla="*/ 1130965 h 1212067"/>
                <a:gd name="connsiteX1871" fmla="*/ 1103938 w 1385794"/>
                <a:gd name="connsiteY1871" fmla="*/ 1128240 h 1212067"/>
                <a:gd name="connsiteX1872" fmla="*/ 1106327 w 1385794"/>
                <a:gd name="connsiteY1872" fmla="*/ 1127163 h 1212067"/>
                <a:gd name="connsiteX1873" fmla="*/ 1111880 w 1385794"/>
                <a:gd name="connsiteY1873" fmla="*/ 1124876 h 1212067"/>
                <a:gd name="connsiteX1874" fmla="*/ 1115044 w 1385794"/>
                <a:gd name="connsiteY1874" fmla="*/ 1124001 h 1212067"/>
                <a:gd name="connsiteX1875" fmla="*/ 1115044 w 1385794"/>
                <a:gd name="connsiteY1875" fmla="*/ 1119325 h 1212067"/>
                <a:gd name="connsiteX1876" fmla="*/ 1116020 w 1385794"/>
                <a:gd name="connsiteY1876" fmla="*/ 1115188 h 1212067"/>
                <a:gd name="connsiteX1877" fmla="*/ 1116996 w 1385794"/>
                <a:gd name="connsiteY1877" fmla="*/ 1111487 h 1212067"/>
                <a:gd name="connsiteX1878" fmla="*/ 1118174 w 1385794"/>
                <a:gd name="connsiteY1878" fmla="*/ 1108224 h 1212067"/>
                <a:gd name="connsiteX1879" fmla="*/ 1119688 w 1385794"/>
                <a:gd name="connsiteY1879" fmla="*/ 1106374 h 1212067"/>
                <a:gd name="connsiteX1880" fmla="*/ 1124366 w 1385794"/>
                <a:gd name="connsiteY1880" fmla="*/ 1104524 h 1212067"/>
                <a:gd name="connsiteX1881" fmla="*/ 1127530 w 1385794"/>
                <a:gd name="connsiteY1881" fmla="*/ 1102909 h 1212067"/>
                <a:gd name="connsiteX1882" fmla="*/ 1129481 w 1385794"/>
                <a:gd name="connsiteY1882" fmla="*/ 1100857 h 1212067"/>
                <a:gd name="connsiteX1883" fmla="*/ 1131770 w 1385794"/>
                <a:gd name="connsiteY1883" fmla="*/ 1098368 h 1212067"/>
                <a:gd name="connsiteX1884" fmla="*/ 1133284 w 1385794"/>
                <a:gd name="connsiteY1884" fmla="*/ 1097056 h 1212067"/>
                <a:gd name="connsiteX1885" fmla="*/ 1137188 w 1385794"/>
                <a:gd name="connsiteY1885" fmla="*/ 1097291 h 1212067"/>
                <a:gd name="connsiteX1886" fmla="*/ 1139039 w 1385794"/>
                <a:gd name="connsiteY1886" fmla="*/ 1099781 h 1212067"/>
                <a:gd name="connsiteX1887" fmla="*/ 1141227 w 1385794"/>
                <a:gd name="connsiteY1887" fmla="*/ 1101631 h 1212067"/>
                <a:gd name="connsiteX1888" fmla="*/ 1143314 w 1385794"/>
                <a:gd name="connsiteY1888" fmla="*/ 1104019 h 1212067"/>
                <a:gd name="connsiteX1889" fmla="*/ 1148193 w 1385794"/>
                <a:gd name="connsiteY1889" fmla="*/ 1106071 h 1212067"/>
                <a:gd name="connsiteX1890" fmla="*/ 1149169 w 1385794"/>
                <a:gd name="connsiteY1890" fmla="*/ 1104995 h 1212067"/>
                <a:gd name="connsiteX1891" fmla="*/ 1151761 w 1385794"/>
                <a:gd name="connsiteY1891" fmla="*/ 1103346 h 1212067"/>
                <a:gd name="connsiteX1892" fmla="*/ 1154251 w 1385794"/>
                <a:gd name="connsiteY1892" fmla="*/ 1103010 h 1212067"/>
                <a:gd name="connsiteX1893" fmla="*/ 1157179 w 1385794"/>
                <a:gd name="connsiteY1893" fmla="*/ 1103649 h 1212067"/>
                <a:gd name="connsiteX1894" fmla="*/ 1159266 w 1385794"/>
                <a:gd name="connsiteY1894" fmla="*/ 1104524 h 1212067"/>
                <a:gd name="connsiteX1895" fmla="*/ 1161756 w 1385794"/>
                <a:gd name="connsiteY1895" fmla="*/ 1103885 h 1212067"/>
                <a:gd name="connsiteX1896" fmla="*/ 1163372 w 1385794"/>
                <a:gd name="connsiteY1896" fmla="*/ 1102034 h 1212067"/>
                <a:gd name="connsiteX1897" fmla="*/ 1165122 w 1385794"/>
                <a:gd name="connsiteY1897" fmla="*/ 1099983 h 1212067"/>
                <a:gd name="connsiteX1898" fmla="*/ 1166973 w 1385794"/>
                <a:gd name="connsiteY1898" fmla="*/ 1098570 h 1212067"/>
                <a:gd name="connsiteX1899" fmla="*/ 1169160 w 1385794"/>
                <a:gd name="connsiteY1899" fmla="*/ 1099545 h 1212067"/>
                <a:gd name="connsiteX1900" fmla="*/ 1169699 w 1385794"/>
                <a:gd name="connsiteY1900" fmla="*/ 1102034 h 1212067"/>
                <a:gd name="connsiteX1901" fmla="*/ 1169934 w 1385794"/>
                <a:gd name="connsiteY1901" fmla="*/ 1103111 h 1212067"/>
                <a:gd name="connsiteX1902" fmla="*/ 1170136 w 1385794"/>
                <a:gd name="connsiteY1902" fmla="*/ 1105600 h 1212067"/>
                <a:gd name="connsiteX1903" fmla="*/ 1170675 w 1385794"/>
                <a:gd name="connsiteY1903" fmla="*/ 1108527 h 1212067"/>
                <a:gd name="connsiteX1904" fmla="*/ 1171550 w 1385794"/>
                <a:gd name="connsiteY1904" fmla="*/ 1109301 h 1212067"/>
                <a:gd name="connsiteX1905" fmla="*/ 1173603 w 1385794"/>
                <a:gd name="connsiteY1905" fmla="*/ 1111689 h 1212067"/>
                <a:gd name="connsiteX1906" fmla="*/ 1176968 w 1385794"/>
                <a:gd name="connsiteY1906" fmla="*/ 1113001 h 1212067"/>
                <a:gd name="connsiteX1907" fmla="*/ 1179593 w 1385794"/>
                <a:gd name="connsiteY1907" fmla="*/ 1111925 h 1212067"/>
                <a:gd name="connsiteX1908" fmla="*/ 1180367 w 1385794"/>
                <a:gd name="connsiteY1908" fmla="*/ 1111285 h 1212067"/>
                <a:gd name="connsiteX1909" fmla="*/ 1181983 w 1385794"/>
                <a:gd name="connsiteY1909" fmla="*/ 1109099 h 1212067"/>
                <a:gd name="connsiteX1910" fmla="*/ 1183935 w 1385794"/>
                <a:gd name="connsiteY1910" fmla="*/ 1105836 h 1212067"/>
                <a:gd name="connsiteX1911" fmla="*/ 1185146 w 1385794"/>
                <a:gd name="connsiteY1911" fmla="*/ 1101496 h 1212067"/>
                <a:gd name="connsiteX1912" fmla="*/ 1184507 w 1385794"/>
                <a:gd name="connsiteY1912" fmla="*/ 1097157 h 1212067"/>
                <a:gd name="connsiteX1913" fmla="*/ 1182218 w 1385794"/>
                <a:gd name="connsiteY1913" fmla="*/ 1094869 h 1212067"/>
                <a:gd name="connsiteX1914" fmla="*/ 1177439 w 1385794"/>
                <a:gd name="connsiteY1914" fmla="*/ 1095307 h 1212067"/>
                <a:gd name="connsiteX1915" fmla="*/ 1174511 w 1385794"/>
                <a:gd name="connsiteY1915" fmla="*/ 1093793 h 1212067"/>
                <a:gd name="connsiteX1916" fmla="*/ 1176564 w 1385794"/>
                <a:gd name="connsiteY1916" fmla="*/ 1089554 h 1212067"/>
                <a:gd name="connsiteX1917" fmla="*/ 1176901 w 1385794"/>
                <a:gd name="connsiteY1917" fmla="*/ 1088141 h 1212067"/>
                <a:gd name="connsiteX1918" fmla="*/ 1175050 w 1385794"/>
                <a:gd name="connsiteY1918" fmla="*/ 1086829 h 1212067"/>
                <a:gd name="connsiteX1919" fmla="*/ 1174175 w 1385794"/>
                <a:gd name="connsiteY1919" fmla="*/ 1084004 h 1212067"/>
                <a:gd name="connsiteX1920" fmla="*/ 1174175 w 1385794"/>
                <a:gd name="connsiteY1920" fmla="*/ 1080741 h 1212067"/>
                <a:gd name="connsiteX1921" fmla="*/ 1174915 w 1385794"/>
                <a:gd name="connsiteY1921" fmla="*/ 1076939 h 1212067"/>
                <a:gd name="connsiteX1922" fmla="*/ 1174040 w 1385794"/>
                <a:gd name="connsiteY1922" fmla="*/ 1074450 h 1212067"/>
                <a:gd name="connsiteX1923" fmla="*/ 1172963 w 1385794"/>
                <a:gd name="connsiteY1923" fmla="*/ 1073575 h 1212067"/>
                <a:gd name="connsiteX1924" fmla="*/ 1170910 w 1385794"/>
                <a:gd name="connsiteY1924" fmla="*/ 1070750 h 1212067"/>
                <a:gd name="connsiteX1925" fmla="*/ 1168958 w 1385794"/>
                <a:gd name="connsiteY1925" fmla="*/ 1064762 h 1212067"/>
                <a:gd name="connsiteX1926" fmla="*/ 1168958 w 1385794"/>
                <a:gd name="connsiteY1926" fmla="*/ 1059548 h 1212067"/>
                <a:gd name="connsiteX1927" fmla="*/ 1169396 w 1385794"/>
                <a:gd name="connsiteY1927" fmla="*/ 1055511 h 1212067"/>
                <a:gd name="connsiteX1928" fmla="*/ 1171886 w 1385794"/>
                <a:gd name="connsiteY1928" fmla="*/ 1053459 h 1212067"/>
                <a:gd name="connsiteX1929" fmla="*/ 1174175 w 1385794"/>
                <a:gd name="connsiteY1929" fmla="*/ 1050835 h 1212067"/>
                <a:gd name="connsiteX1930" fmla="*/ 1177204 w 1385794"/>
                <a:gd name="connsiteY1930" fmla="*/ 1047236 h 1212067"/>
                <a:gd name="connsiteX1931" fmla="*/ 1178617 w 1385794"/>
                <a:gd name="connsiteY1931" fmla="*/ 1045284 h 1212067"/>
                <a:gd name="connsiteX1932" fmla="*/ 1180468 w 1385794"/>
                <a:gd name="connsiteY1932" fmla="*/ 1043872 h 1212067"/>
                <a:gd name="connsiteX1933" fmla="*/ 1184372 w 1385794"/>
                <a:gd name="connsiteY1933" fmla="*/ 1043872 h 1212067"/>
                <a:gd name="connsiteX1934" fmla="*/ 1188276 w 1385794"/>
                <a:gd name="connsiteY1934" fmla="*/ 1043098 h 1212067"/>
                <a:gd name="connsiteX1935" fmla="*/ 1188916 w 1385794"/>
                <a:gd name="connsiteY1935" fmla="*/ 1040810 h 1212067"/>
                <a:gd name="connsiteX1936" fmla="*/ 1187603 w 1385794"/>
                <a:gd name="connsiteY1936" fmla="*/ 1038321 h 1212067"/>
                <a:gd name="connsiteX1937" fmla="*/ 1185752 w 1385794"/>
                <a:gd name="connsiteY1937" fmla="*/ 1036908 h 1212067"/>
                <a:gd name="connsiteX1938" fmla="*/ 1182151 w 1385794"/>
                <a:gd name="connsiteY1938" fmla="*/ 1035294 h 1212067"/>
                <a:gd name="connsiteX1939" fmla="*/ 1177708 w 1385794"/>
                <a:gd name="connsiteY1939" fmla="*/ 1034217 h 1212067"/>
                <a:gd name="connsiteX1940" fmla="*/ 1175790 w 1385794"/>
                <a:gd name="connsiteY1940" fmla="*/ 1033578 h 1212067"/>
                <a:gd name="connsiteX1941" fmla="*/ 1175790 w 1385794"/>
                <a:gd name="connsiteY1941" fmla="*/ 1031089 h 1212067"/>
                <a:gd name="connsiteX1942" fmla="*/ 1178718 w 1385794"/>
                <a:gd name="connsiteY1942" fmla="*/ 1029440 h 1212067"/>
                <a:gd name="connsiteX1943" fmla="*/ 1180132 w 1385794"/>
                <a:gd name="connsiteY1943" fmla="*/ 1028364 h 1212067"/>
                <a:gd name="connsiteX1944" fmla="*/ 1183396 w 1385794"/>
                <a:gd name="connsiteY1944" fmla="*/ 1026850 h 1212067"/>
                <a:gd name="connsiteX1945" fmla="*/ 1185348 w 1385794"/>
                <a:gd name="connsiteY1945" fmla="*/ 1025773 h 1212067"/>
                <a:gd name="connsiteX1946" fmla="*/ 1190565 w 1385794"/>
                <a:gd name="connsiteY1946" fmla="*/ 1025773 h 1212067"/>
                <a:gd name="connsiteX1947" fmla="*/ 1193594 w 1385794"/>
                <a:gd name="connsiteY1947" fmla="*/ 1025773 h 1212067"/>
                <a:gd name="connsiteX1948" fmla="*/ 1195781 w 1385794"/>
                <a:gd name="connsiteY1948" fmla="*/ 1024630 h 1212067"/>
                <a:gd name="connsiteX1949" fmla="*/ 1196757 w 1385794"/>
                <a:gd name="connsiteY1949" fmla="*/ 1022510 h 1212067"/>
                <a:gd name="connsiteX1950" fmla="*/ 1196959 w 1385794"/>
                <a:gd name="connsiteY1950" fmla="*/ 1019483 h 1212067"/>
                <a:gd name="connsiteX1951" fmla="*/ 1194031 w 1385794"/>
                <a:gd name="connsiteY1951" fmla="*/ 1016994 h 1212067"/>
                <a:gd name="connsiteX1952" fmla="*/ 1192281 w 1385794"/>
                <a:gd name="connsiteY1952" fmla="*/ 1015076 h 1212067"/>
                <a:gd name="connsiteX1953" fmla="*/ 1190093 w 1385794"/>
                <a:gd name="connsiteY1953" fmla="*/ 1013630 h 1212067"/>
                <a:gd name="connsiteX1954" fmla="*/ 1186324 w 1385794"/>
                <a:gd name="connsiteY1954" fmla="*/ 1008853 h 1212067"/>
                <a:gd name="connsiteX1955" fmla="*/ 1184305 w 1385794"/>
                <a:gd name="connsiteY1955" fmla="*/ 1004210 h 1212067"/>
                <a:gd name="connsiteX1956" fmla="*/ 1181545 w 1385794"/>
                <a:gd name="connsiteY1956" fmla="*/ 1002629 h 1212067"/>
                <a:gd name="connsiteX1957" fmla="*/ 1177776 w 1385794"/>
                <a:gd name="connsiteY1957" fmla="*/ 1000880 h 1212067"/>
                <a:gd name="connsiteX1958" fmla="*/ 1174545 w 1385794"/>
                <a:gd name="connsiteY1958" fmla="*/ 998828 h 1212067"/>
                <a:gd name="connsiteX1959" fmla="*/ 1171348 w 1385794"/>
                <a:gd name="connsiteY1959" fmla="*/ 997449 h 1212067"/>
                <a:gd name="connsiteX1960" fmla="*/ 1169329 w 1385794"/>
                <a:gd name="connsiteY1960" fmla="*/ 998761 h 1212067"/>
                <a:gd name="connsiteX1961" fmla="*/ 1167141 w 1385794"/>
                <a:gd name="connsiteY1961" fmla="*/ 998761 h 1212067"/>
                <a:gd name="connsiteX1962" fmla="*/ 1164819 w 1385794"/>
                <a:gd name="connsiteY1962" fmla="*/ 996574 h 1212067"/>
                <a:gd name="connsiteX1963" fmla="*/ 1164078 w 1385794"/>
                <a:gd name="connsiteY1963" fmla="*/ 993378 h 1212067"/>
                <a:gd name="connsiteX1964" fmla="*/ 1164953 w 1385794"/>
                <a:gd name="connsiteY1964" fmla="*/ 990486 h 1212067"/>
                <a:gd name="connsiteX1965" fmla="*/ 1164953 w 1385794"/>
                <a:gd name="connsiteY1965" fmla="*/ 987021 h 1212067"/>
                <a:gd name="connsiteX1966" fmla="*/ 1164953 w 1385794"/>
                <a:gd name="connsiteY1966" fmla="*/ 984565 h 1212067"/>
                <a:gd name="connsiteX1967" fmla="*/ 1165694 w 1385794"/>
                <a:gd name="connsiteY1967" fmla="*/ 981369 h 1212067"/>
                <a:gd name="connsiteX1968" fmla="*/ 1167578 w 1385794"/>
                <a:gd name="connsiteY1968" fmla="*/ 978611 h 1212067"/>
                <a:gd name="connsiteX1969" fmla="*/ 1168319 w 1385794"/>
                <a:gd name="connsiteY1969" fmla="*/ 976861 h 1212067"/>
                <a:gd name="connsiteX1970" fmla="*/ 1169901 w 1385794"/>
                <a:gd name="connsiteY1970" fmla="*/ 974406 h 1212067"/>
                <a:gd name="connsiteX1971" fmla="*/ 1170607 w 1385794"/>
                <a:gd name="connsiteY1971" fmla="*/ 973531 h 1212067"/>
                <a:gd name="connsiteX1972" fmla="*/ 1172055 w 1385794"/>
                <a:gd name="connsiteY1972" fmla="*/ 971950 h 1212067"/>
                <a:gd name="connsiteX1973" fmla="*/ 1174511 w 1385794"/>
                <a:gd name="connsiteY1973" fmla="*/ 970504 h 1212067"/>
                <a:gd name="connsiteX1974" fmla="*/ 1177103 w 1385794"/>
                <a:gd name="connsiteY1974" fmla="*/ 970504 h 1212067"/>
                <a:gd name="connsiteX1975" fmla="*/ 1180300 w 1385794"/>
                <a:gd name="connsiteY1975" fmla="*/ 970504 h 1212067"/>
                <a:gd name="connsiteX1976" fmla="*/ 1182757 w 1385794"/>
                <a:gd name="connsiteY1976" fmla="*/ 969763 h 1212067"/>
                <a:gd name="connsiteX1977" fmla="*/ 1183632 w 1385794"/>
                <a:gd name="connsiteY1977" fmla="*/ 968620 h 1212067"/>
                <a:gd name="connsiteX1978" fmla="*/ 1183766 w 1385794"/>
                <a:gd name="connsiteY1978" fmla="*/ 967039 h 1212067"/>
                <a:gd name="connsiteX1979" fmla="*/ 1184204 w 1385794"/>
                <a:gd name="connsiteY1979" fmla="*/ 964280 h 1212067"/>
                <a:gd name="connsiteX1980" fmla="*/ 1184069 w 1385794"/>
                <a:gd name="connsiteY1980" fmla="*/ 962699 h 1212067"/>
                <a:gd name="connsiteX1981" fmla="*/ 1183497 w 1385794"/>
                <a:gd name="connsiteY1981" fmla="*/ 960075 h 1212067"/>
                <a:gd name="connsiteX1982" fmla="*/ 1182353 w 1385794"/>
                <a:gd name="connsiteY1982" fmla="*/ 958763 h 1212067"/>
                <a:gd name="connsiteX1983" fmla="*/ 1179156 w 1385794"/>
                <a:gd name="connsiteY1983" fmla="*/ 954693 h 1212067"/>
                <a:gd name="connsiteX1984" fmla="*/ 1177843 w 1385794"/>
                <a:gd name="connsiteY1984" fmla="*/ 952675 h 1212067"/>
                <a:gd name="connsiteX1985" fmla="*/ 1177103 w 1385794"/>
                <a:gd name="connsiteY1985" fmla="*/ 947023 h 1212067"/>
                <a:gd name="connsiteX1986" fmla="*/ 1177103 w 1385794"/>
                <a:gd name="connsiteY1986" fmla="*/ 943390 h 1212067"/>
                <a:gd name="connsiteX1987" fmla="*/ 1178920 w 1385794"/>
                <a:gd name="connsiteY1987" fmla="*/ 938041 h 1212067"/>
                <a:gd name="connsiteX1988" fmla="*/ 1179997 w 1385794"/>
                <a:gd name="connsiteY1988" fmla="*/ 935855 h 1212067"/>
                <a:gd name="connsiteX1989" fmla="*/ 1189286 w 1385794"/>
                <a:gd name="connsiteY1989" fmla="*/ 935720 h 1212067"/>
                <a:gd name="connsiteX1990" fmla="*/ 1195243 w 1385794"/>
                <a:gd name="connsiteY1990" fmla="*/ 934274 h 1212067"/>
                <a:gd name="connsiteX1991" fmla="*/ 1201199 w 1385794"/>
                <a:gd name="connsiteY1991" fmla="*/ 936595 h 1212067"/>
                <a:gd name="connsiteX1992" fmla="*/ 1204969 w 1385794"/>
                <a:gd name="connsiteY1992" fmla="*/ 935283 h 1212067"/>
                <a:gd name="connsiteX1993" fmla="*/ 1207560 w 1385794"/>
                <a:gd name="connsiteY1993" fmla="*/ 933096 h 1212067"/>
                <a:gd name="connsiteX1994" fmla="*/ 1214964 w 1385794"/>
                <a:gd name="connsiteY1994" fmla="*/ 932793 h 1212067"/>
                <a:gd name="connsiteX1995" fmla="*/ 1222065 w 1385794"/>
                <a:gd name="connsiteY1995" fmla="*/ 933231 h 1212067"/>
                <a:gd name="connsiteX1996" fmla="*/ 1225834 w 1385794"/>
                <a:gd name="connsiteY1996" fmla="*/ 937436 h 1212067"/>
                <a:gd name="connsiteX1997" fmla="*/ 1231186 w 1385794"/>
                <a:gd name="connsiteY1997" fmla="*/ 940060 h 1212067"/>
                <a:gd name="connsiteX1998" fmla="*/ 1235089 w 1385794"/>
                <a:gd name="connsiteY1998" fmla="*/ 943693 h 1212067"/>
                <a:gd name="connsiteX1999" fmla="*/ 1231758 w 1385794"/>
                <a:gd name="connsiteY1999" fmla="*/ 946149 h 1212067"/>
                <a:gd name="connsiteX2000" fmla="*/ 1233642 w 1385794"/>
                <a:gd name="connsiteY2000" fmla="*/ 950488 h 1212067"/>
                <a:gd name="connsiteX2001" fmla="*/ 1237849 w 1385794"/>
                <a:gd name="connsiteY2001" fmla="*/ 955568 h 1212067"/>
                <a:gd name="connsiteX2002" fmla="*/ 1243200 w 1385794"/>
                <a:gd name="connsiteY2002" fmla="*/ 959200 h 1212067"/>
                <a:gd name="connsiteX2003" fmla="*/ 1247104 w 1385794"/>
                <a:gd name="connsiteY2003" fmla="*/ 960075 h 1212067"/>
                <a:gd name="connsiteX2004" fmla="*/ 1248114 w 1385794"/>
                <a:gd name="connsiteY2004" fmla="*/ 957317 h 1212067"/>
                <a:gd name="connsiteX2005" fmla="*/ 1249124 w 1385794"/>
                <a:gd name="connsiteY2005" fmla="*/ 951968 h 1212067"/>
                <a:gd name="connsiteX2006" fmla="*/ 1252725 w 1385794"/>
                <a:gd name="connsiteY2006" fmla="*/ 951262 h 1212067"/>
                <a:gd name="connsiteX2007" fmla="*/ 1255350 w 1385794"/>
                <a:gd name="connsiteY2007" fmla="*/ 953717 h 1212067"/>
                <a:gd name="connsiteX2008" fmla="*/ 1261138 w 1385794"/>
                <a:gd name="connsiteY2008" fmla="*/ 957350 h 1212067"/>
                <a:gd name="connsiteX2009" fmla="*/ 1265177 w 1385794"/>
                <a:gd name="connsiteY2009" fmla="*/ 956644 h 1212067"/>
                <a:gd name="connsiteX2010" fmla="*/ 1270696 w 1385794"/>
                <a:gd name="connsiteY2010" fmla="*/ 956644 h 1212067"/>
                <a:gd name="connsiteX2011" fmla="*/ 1273893 w 1385794"/>
                <a:gd name="connsiteY2011" fmla="*/ 953886 h 1212067"/>
                <a:gd name="connsiteX2012" fmla="*/ 1274768 w 1385794"/>
                <a:gd name="connsiteY2012" fmla="*/ 950858 h 1212067"/>
                <a:gd name="connsiteX2013" fmla="*/ 1275071 w 1385794"/>
                <a:gd name="connsiteY2013" fmla="*/ 947090 h 1212067"/>
                <a:gd name="connsiteX2014" fmla="*/ 1278100 w 1385794"/>
                <a:gd name="connsiteY2014" fmla="*/ 946788 h 1212067"/>
                <a:gd name="connsiteX2015" fmla="*/ 1281432 w 1385794"/>
                <a:gd name="connsiteY2015" fmla="*/ 948806 h 1212067"/>
                <a:gd name="connsiteX2016" fmla="*/ 1281432 w 1385794"/>
                <a:gd name="connsiteY2016" fmla="*/ 950993 h 1212067"/>
                <a:gd name="connsiteX2017" fmla="*/ 1283821 w 1385794"/>
                <a:gd name="connsiteY2017" fmla="*/ 953314 h 1212067"/>
                <a:gd name="connsiteX2018" fmla="*/ 1287523 w 1385794"/>
                <a:gd name="connsiteY2018" fmla="*/ 951733 h 1212067"/>
                <a:gd name="connsiteX2019" fmla="*/ 1290721 w 1385794"/>
                <a:gd name="connsiteY2019" fmla="*/ 949411 h 1212067"/>
                <a:gd name="connsiteX2020" fmla="*/ 1294793 w 1385794"/>
                <a:gd name="connsiteY2020" fmla="*/ 949411 h 1212067"/>
                <a:gd name="connsiteX2021" fmla="*/ 1299134 w 1385794"/>
                <a:gd name="connsiteY2021" fmla="*/ 947965 h 1212067"/>
                <a:gd name="connsiteX2022" fmla="*/ 1304216 w 1385794"/>
                <a:gd name="connsiteY2022" fmla="*/ 946956 h 1212067"/>
                <a:gd name="connsiteX2023" fmla="*/ 1308255 w 1385794"/>
                <a:gd name="connsiteY2023" fmla="*/ 944803 h 1212067"/>
                <a:gd name="connsiteX2024" fmla="*/ 1310442 w 1385794"/>
                <a:gd name="connsiteY2024" fmla="*/ 943794 h 1212067"/>
                <a:gd name="connsiteX2025" fmla="*/ 1310745 w 1385794"/>
                <a:gd name="connsiteY2025" fmla="*/ 941910 h 1212067"/>
                <a:gd name="connsiteX2026" fmla="*/ 1305663 w 1385794"/>
                <a:gd name="connsiteY2026" fmla="*/ 936830 h 1212067"/>
                <a:gd name="connsiteX2027" fmla="*/ 1304216 w 1385794"/>
                <a:gd name="connsiteY2027" fmla="*/ 940295 h 1212067"/>
                <a:gd name="connsiteX2028" fmla="*/ 1299000 w 1385794"/>
                <a:gd name="connsiteY2028" fmla="*/ 941876 h 1212067"/>
                <a:gd name="connsiteX2029" fmla="*/ 1295971 w 1385794"/>
                <a:gd name="connsiteY2029" fmla="*/ 939421 h 1212067"/>
                <a:gd name="connsiteX2030" fmla="*/ 1294221 w 1385794"/>
                <a:gd name="connsiteY2030" fmla="*/ 935653 h 1212067"/>
                <a:gd name="connsiteX2031" fmla="*/ 1292033 w 1385794"/>
                <a:gd name="connsiteY2031" fmla="*/ 933466 h 1212067"/>
                <a:gd name="connsiteX2032" fmla="*/ 1289408 w 1385794"/>
                <a:gd name="connsiteY2032" fmla="*/ 932020 h 1212067"/>
                <a:gd name="connsiteX2033" fmla="*/ 1284898 w 1385794"/>
                <a:gd name="connsiteY2033" fmla="*/ 928118 h 1212067"/>
                <a:gd name="connsiteX2034" fmla="*/ 1283148 w 1385794"/>
                <a:gd name="connsiteY2034" fmla="*/ 923913 h 1212067"/>
                <a:gd name="connsiteX2035" fmla="*/ 1283283 w 1385794"/>
                <a:gd name="connsiteY2035" fmla="*/ 919573 h 1212067"/>
                <a:gd name="connsiteX2036" fmla="*/ 1287355 w 1385794"/>
                <a:gd name="connsiteY2036" fmla="*/ 921322 h 1212067"/>
                <a:gd name="connsiteX2037" fmla="*/ 1291427 w 1385794"/>
                <a:gd name="connsiteY2037" fmla="*/ 922466 h 1212067"/>
                <a:gd name="connsiteX2038" fmla="*/ 1292000 w 1385794"/>
                <a:gd name="connsiteY2038" fmla="*/ 920145 h 1212067"/>
                <a:gd name="connsiteX2039" fmla="*/ 1291697 w 1385794"/>
                <a:gd name="connsiteY2039" fmla="*/ 915805 h 1212067"/>
                <a:gd name="connsiteX2040" fmla="*/ 1289947 w 1385794"/>
                <a:gd name="connsiteY2040" fmla="*/ 912172 h 1212067"/>
                <a:gd name="connsiteX2041" fmla="*/ 1289812 w 1385794"/>
                <a:gd name="connsiteY2041" fmla="*/ 908708 h 1212067"/>
                <a:gd name="connsiteX2042" fmla="*/ 1292000 w 1385794"/>
                <a:gd name="connsiteY2042" fmla="*/ 907396 h 1212067"/>
                <a:gd name="connsiteX2043" fmla="*/ 1296644 w 1385794"/>
                <a:gd name="connsiteY2043" fmla="*/ 910726 h 1212067"/>
                <a:gd name="connsiteX2044" fmla="*/ 1300851 w 1385794"/>
                <a:gd name="connsiteY2044" fmla="*/ 914056 h 1212067"/>
                <a:gd name="connsiteX2045" fmla="*/ 1308827 w 1385794"/>
                <a:gd name="connsiteY2045" fmla="*/ 915368 h 1212067"/>
                <a:gd name="connsiteX2046" fmla="*/ 1313168 w 1385794"/>
                <a:gd name="connsiteY2046" fmla="*/ 918261 h 1212067"/>
                <a:gd name="connsiteX2047" fmla="*/ 1316500 w 1385794"/>
                <a:gd name="connsiteY2047" fmla="*/ 920145 h 1212067"/>
                <a:gd name="connsiteX2048" fmla="*/ 1318957 w 1385794"/>
                <a:gd name="connsiteY2048" fmla="*/ 918127 h 1212067"/>
                <a:gd name="connsiteX2049" fmla="*/ 1322861 w 1385794"/>
                <a:gd name="connsiteY2049" fmla="*/ 916108 h 1212067"/>
                <a:gd name="connsiteX2050" fmla="*/ 1327068 w 1385794"/>
                <a:gd name="connsiteY2050" fmla="*/ 914561 h 1212067"/>
                <a:gd name="connsiteX2051" fmla="*/ 1328649 w 1385794"/>
                <a:gd name="connsiteY2051" fmla="*/ 911769 h 1212067"/>
                <a:gd name="connsiteX2052" fmla="*/ 1331981 w 1385794"/>
                <a:gd name="connsiteY2052" fmla="*/ 908741 h 1212067"/>
                <a:gd name="connsiteX2053" fmla="*/ 1337770 w 1385794"/>
                <a:gd name="connsiteY2053" fmla="*/ 910053 h 1212067"/>
                <a:gd name="connsiteX2054" fmla="*/ 1341236 w 1385794"/>
                <a:gd name="connsiteY2054" fmla="*/ 910490 h 1212067"/>
                <a:gd name="connsiteX2055" fmla="*/ 1344871 w 1385794"/>
                <a:gd name="connsiteY2055" fmla="*/ 913821 h 1212067"/>
                <a:gd name="connsiteX2056" fmla="*/ 1350087 w 1385794"/>
                <a:gd name="connsiteY2056" fmla="*/ 914595 h 1212067"/>
                <a:gd name="connsiteX2057" fmla="*/ 1354732 w 1385794"/>
                <a:gd name="connsiteY2057" fmla="*/ 912946 h 1212067"/>
                <a:gd name="connsiteX2058" fmla="*/ 1357491 w 1385794"/>
                <a:gd name="connsiteY2058" fmla="*/ 912374 h 1212067"/>
                <a:gd name="connsiteX2059" fmla="*/ 1361833 w 1385794"/>
                <a:gd name="connsiteY2059" fmla="*/ 914393 h 1212067"/>
                <a:gd name="connsiteX2060" fmla="*/ 1368799 w 1385794"/>
                <a:gd name="connsiteY2060" fmla="*/ 914393 h 1212067"/>
                <a:gd name="connsiteX2061" fmla="*/ 1371121 w 1385794"/>
                <a:gd name="connsiteY2061" fmla="*/ 911062 h 1212067"/>
                <a:gd name="connsiteX2062" fmla="*/ 1369809 w 1385794"/>
                <a:gd name="connsiteY2062" fmla="*/ 905983 h 1212067"/>
                <a:gd name="connsiteX2063" fmla="*/ 1368631 w 1385794"/>
                <a:gd name="connsiteY2063" fmla="*/ 902350 h 1212067"/>
                <a:gd name="connsiteX2064" fmla="*/ 1370078 w 1385794"/>
                <a:gd name="connsiteY2064" fmla="*/ 897270 h 1212067"/>
                <a:gd name="connsiteX2065" fmla="*/ 1369943 w 1385794"/>
                <a:gd name="connsiteY2065" fmla="*/ 893805 h 1212067"/>
                <a:gd name="connsiteX2066" fmla="*/ 1372703 w 1385794"/>
                <a:gd name="connsiteY2066" fmla="*/ 890609 h 1212067"/>
                <a:gd name="connsiteX2067" fmla="*/ 1375732 w 1385794"/>
                <a:gd name="connsiteY2067" fmla="*/ 890609 h 1212067"/>
                <a:gd name="connsiteX2068" fmla="*/ 1376876 w 1385794"/>
                <a:gd name="connsiteY2068" fmla="*/ 889028 h 1212067"/>
                <a:gd name="connsiteX2069" fmla="*/ 1374857 w 1385794"/>
                <a:gd name="connsiteY2069" fmla="*/ 885563 h 1212067"/>
                <a:gd name="connsiteX2070" fmla="*/ 1372535 w 1385794"/>
                <a:gd name="connsiteY2070" fmla="*/ 883242 h 1212067"/>
                <a:gd name="connsiteX2071" fmla="*/ 1367756 w 1385794"/>
                <a:gd name="connsiteY2071" fmla="*/ 877288 h 1212067"/>
                <a:gd name="connsiteX2072" fmla="*/ 1366612 w 1385794"/>
                <a:gd name="connsiteY2072" fmla="*/ 871334 h 1212067"/>
                <a:gd name="connsiteX2073" fmla="*/ 1365198 w 1385794"/>
                <a:gd name="connsiteY2073" fmla="*/ 866591 h 1212067"/>
                <a:gd name="connsiteX2074" fmla="*/ 1365434 w 1385794"/>
                <a:gd name="connsiteY2074" fmla="*/ 862453 h 1212067"/>
                <a:gd name="connsiteX2075" fmla="*/ 1365097 w 1385794"/>
                <a:gd name="connsiteY2075" fmla="*/ 857575 h 1212067"/>
                <a:gd name="connsiteX2076" fmla="*/ 1364895 w 1385794"/>
                <a:gd name="connsiteY2076" fmla="*/ 855523 h 1212067"/>
                <a:gd name="connsiteX2077" fmla="*/ 1364996 w 1385794"/>
                <a:gd name="connsiteY2077" fmla="*/ 852496 h 1212067"/>
                <a:gd name="connsiteX2078" fmla="*/ 1365232 w 1385794"/>
                <a:gd name="connsiteY2078" fmla="*/ 848594 h 1212067"/>
                <a:gd name="connsiteX2079" fmla="*/ 1365468 w 1385794"/>
                <a:gd name="connsiteY2079" fmla="*/ 845532 h 1212067"/>
                <a:gd name="connsiteX2080" fmla="*/ 1365905 w 1385794"/>
                <a:gd name="connsiteY2080" fmla="*/ 843245 h 1212067"/>
                <a:gd name="connsiteX2081" fmla="*/ 1367655 w 1385794"/>
                <a:gd name="connsiteY2081" fmla="*/ 841933 h 1212067"/>
                <a:gd name="connsiteX2082" fmla="*/ 1369270 w 1385794"/>
                <a:gd name="connsiteY2082" fmla="*/ 840957 h 1212067"/>
                <a:gd name="connsiteX2083" fmla="*/ 1371323 w 1385794"/>
                <a:gd name="connsiteY2083" fmla="*/ 839645 h 1212067"/>
                <a:gd name="connsiteX2084" fmla="*/ 1374487 w 1385794"/>
                <a:gd name="connsiteY2084" fmla="*/ 838872 h 1212067"/>
                <a:gd name="connsiteX2085" fmla="*/ 1378828 w 1385794"/>
                <a:gd name="connsiteY2085" fmla="*/ 838872 h 1212067"/>
                <a:gd name="connsiteX2086" fmla="*/ 1381554 w 1385794"/>
                <a:gd name="connsiteY2086" fmla="*/ 838872 h 1212067"/>
                <a:gd name="connsiteX2087" fmla="*/ 1383304 w 1385794"/>
                <a:gd name="connsiteY2087" fmla="*/ 838098 h 1212067"/>
                <a:gd name="connsiteX2088" fmla="*/ 1384819 w 1385794"/>
                <a:gd name="connsiteY2088" fmla="*/ 834835 h 1212067"/>
                <a:gd name="connsiteX2089" fmla="*/ 1385795 w 1385794"/>
                <a:gd name="connsiteY2089" fmla="*/ 832346 h 1212067"/>
                <a:gd name="connsiteX2090" fmla="*/ 1385526 w 1385794"/>
                <a:gd name="connsiteY2090" fmla="*/ 829621 h 12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Lst>
              <a:rect l="l" t="t" r="r" b="b"/>
              <a:pathLst>
                <a:path w="1385794" h="1212067">
                  <a:moveTo>
                    <a:pt x="1385526" y="829621"/>
                  </a:moveTo>
                  <a:lnTo>
                    <a:pt x="1384752" y="827569"/>
                  </a:lnTo>
                  <a:lnTo>
                    <a:pt x="1382362" y="824306"/>
                  </a:lnTo>
                  <a:lnTo>
                    <a:pt x="1382463" y="820841"/>
                  </a:lnTo>
                  <a:lnTo>
                    <a:pt x="1382261" y="817241"/>
                  </a:lnTo>
                  <a:lnTo>
                    <a:pt x="1380915" y="810749"/>
                  </a:lnTo>
                  <a:lnTo>
                    <a:pt x="1379400" y="809100"/>
                  </a:lnTo>
                  <a:cubicBezTo>
                    <a:pt x="1379400" y="809100"/>
                    <a:pt x="1377819" y="807150"/>
                    <a:pt x="1377819" y="806914"/>
                  </a:cubicBezTo>
                  <a:cubicBezTo>
                    <a:pt x="1377819" y="806712"/>
                    <a:pt x="1378189" y="804727"/>
                    <a:pt x="1378189" y="804727"/>
                  </a:cubicBezTo>
                  <a:lnTo>
                    <a:pt x="1378828" y="803281"/>
                  </a:lnTo>
                  <a:cubicBezTo>
                    <a:pt x="1378828" y="803281"/>
                    <a:pt x="1380208" y="801902"/>
                    <a:pt x="1380208" y="801633"/>
                  </a:cubicBezTo>
                  <a:cubicBezTo>
                    <a:pt x="1380208" y="801330"/>
                    <a:pt x="1382093" y="800993"/>
                    <a:pt x="1382093" y="800993"/>
                  </a:cubicBezTo>
                  <a:lnTo>
                    <a:pt x="1383405" y="799177"/>
                  </a:lnTo>
                  <a:lnTo>
                    <a:pt x="1383978" y="797730"/>
                  </a:lnTo>
                  <a:lnTo>
                    <a:pt x="1384112" y="795846"/>
                  </a:lnTo>
                  <a:lnTo>
                    <a:pt x="1384112" y="793593"/>
                  </a:lnTo>
                  <a:lnTo>
                    <a:pt x="1383641" y="790128"/>
                  </a:lnTo>
                  <a:lnTo>
                    <a:pt x="1383102" y="789051"/>
                  </a:lnTo>
                  <a:lnTo>
                    <a:pt x="1379838" y="785923"/>
                  </a:lnTo>
                  <a:cubicBezTo>
                    <a:pt x="1379838" y="785923"/>
                    <a:pt x="1377583" y="784241"/>
                    <a:pt x="1377381" y="783972"/>
                  </a:cubicBezTo>
                  <a:cubicBezTo>
                    <a:pt x="1377179" y="783669"/>
                    <a:pt x="1374420" y="783164"/>
                    <a:pt x="1374184" y="783030"/>
                  </a:cubicBezTo>
                  <a:cubicBezTo>
                    <a:pt x="1373982" y="782895"/>
                    <a:pt x="1368665" y="782323"/>
                    <a:pt x="1368665" y="782323"/>
                  </a:cubicBezTo>
                  <a:lnTo>
                    <a:pt x="1366578" y="782895"/>
                  </a:lnTo>
                  <a:lnTo>
                    <a:pt x="1363381" y="783333"/>
                  </a:lnTo>
                  <a:cubicBezTo>
                    <a:pt x="1363381" y="783333"/>
                    <a:pt x="1360554" y="782525"/>
                    <a:pt x="1360621" y="782256"/>
                  </a:cubicBezTo>
                  <a:cubicBezTo>
                    <a:pt x="1360688" y="781953"/>
                    <a:pt x="1358770" y="778858"/>
                    <a:pt x="1358770" y="778858"/>
                  </a:cubicBezTo>
                  <a:cubicBezTo>
                    <a:pt x="1358770" y="778858"/>
                    <a:pt x="1354361" y="776134"/>
                    <a:pt x="1354025" y="775864"/>
                  </a:cubicBezTo>
                  <a:cubicBezTo>
                    <a:pt x="1353688" y="775596"/>
                    <a:pt x="1351837" y="773947"/>
                    <a:pt x="1351837" y="773947"/>
                  </a:cubicBezTo>
                  <a:cubicBezTo>
                    <a:pt x="1351837" y="773947"/>
                    <a:pt x="1350087" y="772164"/>
                    <a:pt x="1349616" y="771761"/>
                  </a:cubicBezTo>
                  <a:cubicBezTo>
                    <a:pt x="1349145" y="771391"/>
                    <a:pt x="1347765" y="769978"/>
                    <a:pt x="1347429" y="769406"/>
                  </a:cubicBezTo>
                  <a:cubicBezTo>
                    <a:pt x="1347126" y="768868"/>
                    <a:pt x="1346217" y="767926"/>
                    <a:pt x="1346082" y="767791"/>
                  </a:cubicBezTo>
                  <a:cubicBezTo>
                    <a:pt x="1345914" y="767623"/>
                    <a:pt x="1344063" y="765941"/>
                    <a:pt x="1343895" y="765840"/>
                  </a:cubicBezTo>
                  <a:cubicBezTo>
                    <a:pt x="1343727" y="765739"/>
                    <a:pt x="1341674" y="764932"/>
                    <a:pt x="1341337" y="764932"/>
                  </a:cubicBezTo>
                  <a:cubicBezTo>
                    <a:pt x="1341001" y="764932"/>
                    <a:pt x="1339015" y="764999"/>
                    <a:pt x="1339015" y="764999"/>
                  </a:cubicBezTo>
                  <a:cubicBezTo>
                    <a:pt x="1339015" y="764999"/>
                    <a:pt x="1337803" y="766412"/>
                    <a:pt x="1337601" y="766681"/>
                  </a:cubicBezTo>
                  <a:cubicBezTo>
                    <a:pt x="1337366" y="766950"/>
                    <a:pt x="1336794" y="767657"/>
                    <a:pt x="1336626" y="767657"/>
                  </a:cubicBezTo>
                  <a:cubicBezTo>
                    <a:pt x="1336457" y="767657"/>
                    <a:pt x="1335649" y="770112"/>
                    <a:pt x="1335649" y="770112"/>
                  </a:cubicBezTo>
                  <a:lnTo>
                    <a:pt x="1333731" y="770482"/>
                  </a:lnTo>
                  <a:lnTo>
                    <a:pt x="1331443" y="767152"/>
                  </a:lnTo>
                  <a:lnTo>
                    <a:pt x="1329120" y="764831"/>
                  </a:lnTo>
                  <a:lnTo>
                    <a:pt x="1324476" y="760491"/>
                  </a:lnTo>
                  <a:lnTo>
                    <a:pt x="1321851" y="757464"/>
                  </a:lnTo>
                  <a:lnTo>
                    <a:pt x="1320976" y="758473"/>
                  </a:lnTo>
                  <a:cubicBezTo>
                    <a:pt x="1320976" y="758473"/>
                    <a:pt x="1319798" y="759919"/>
                    <a:pt x="1318788" y="759785"/>
                  </a:cubicBezTo>
                  <a:cubicBezTo>
                    <a:pt x="1317779" y="759650"/>
                    <a:pt x="1315591" y="755580"/>
                    <a:pt x="1315591" y="755580"/>
                  </a:cubicBezTo>
                  <a:lnTo>
                    <a:pt x="1316534" y="751880"/>
                  </a:lnTo>
                  <a:cubicBezTo>
                    <a:pt x="1316534" y="751880"/>
                    <a:pt x="1315019" y="748347"/>
                    <a:pt x="1314716" y="747742"/>
                  </a:cubicBezTo>
                  <a:cubicBezTo>
                    <a:pt x="1314413" y="747170"/>
                    <a:pt x="1313774" y="745555"/>
                    <a:pt x="1313404" y="745152"/>
                  </a:cubicBezTo>
                  <a:cubicBezTo>
                    <a:pt x="1313034" y="744714"/>
                    <a:pt x="1311149" y="742124"/>
                    <a:pt x="1311082" y="741889"/>
                  </a:cubicBezTo>
                  <a:cubicBezTo>
                    <a:pt x="1311014" y="741687"/>
                    <a:pt x="1308759" y="740139"/>
                    <a:pt x="1308625" y="739803"/>
                  </a:cubicBezTo>
                  <a:cubicBezTo>
                    <a:pt x="1308490" y="739433"/>
                    <a:pt x="1304788" y="738121"/>
                    <a:pt x="1304485" y="737919"/>
                  </a:cubicBezTo>
                  <a:cubicBezTo>
                    <a:pt x="1304182" y="737717"/>
                    <a:pt x="1299908" y="736674"/>
                    <a:pt x="1299908" y="736674"/>
                  </a:cubicBezTo>
                  <a:lnTo>
                    <a:pt x="1298831" y="737482"/>
                  </a:lnTo>
                  <a:lnTo>
                    <a:pt x="1297384" y="738054"/>
                  </a:lnTo>
                  <a:lnTo>
                    <a:pt x="1295432" y="737852"/>
                  </a:lnTo>
                  <a:cubicBezTo>
                    <a:pt x="1295432" y="737852"/>
                    <a:pt x="1294423" y="736708"/>
                    <a:pt x="1294288" y="736405"/>
                  </a:cubicBezTo>
                  <a:cubicBezTo>
                    <a:pt x="1294153" y="736103"/>
                    <a:pt x="1291326" y="733714"/>
                    <a:pt x="1289879" y="733378"/>
                  </a:cubicBezTo>
                  <a:cubicBezTo>
                    <a:pt x="1288432" y="733008"/>
                    <a:pt x="1289240" y="733950"/>
                    <a:pt x="1289240" y="733950"/>
                  </a:cubicBezTo>
                  <a:cubicBezTo>
                    <a:pt x="1289240" y="733950"/>
                    <a:pt x="1288095" y="735194"/>
                    <a:pt x="1287793" y="735833"/>
                  </a:cubicBezTo>
                  <a:cubicBezTo>
                    <a:pt x="1287490" y="736473"/>
                    <a:pt x="1286783" y="738020"/>
                    <a:pt x="1286648" y="738222"/>
                  </a:cubicBezTo>
                  <a:cubicBezTo>
                    <a:pt x="1286514" y="738424"/>
                    <a:pt x="1282139" y="739870"/>
                    <a:pt x="1281869" y="739803"/>
                  </a:cubicBezTo>
                  <a:cubicBezTo>
                    <a:pt x="1281566" y="739736"/>
                    <a:pt x="1278235" y="739063"/>
                    <a:pt x="1278100" y="738794"/>
                  </a:cubicBezTo>
                  <a:cubicBezTo>
                    <a:pt x="1277966" y="738491"/>
                    <a:pt x="1277797" y="734723"/>
                    <a:pt x="1277797" y="734723"/>
                  </a:cubicBezTo>
                  <a:cubicBezTo>
                    <a:pt x="1277797" y="734723"/>
                    <a:pt x="1277494" y="732133"/>
                    <a:pt x="1277360" y="731830"/>
                  </a:cubicBezTo>
                  <a:cubicBezTo>
                    <a:pt x="1277225" y="731561"/>
                    <a:pt x="1275778" y="731191"/>
                    <a:pt x="1274970" y="730888"/>
                  </a:cubicBezTo>
                  <a:cubicBezTo>
                    <a:pt x="1274701" y="730788"/>
                    <a:pt x="1274566" y="730754"/>
                    <a:pt x="1274499" y="730754"/>
                  </a:cubicBezTo>
                  <a:lnTo>
                    <a:pt x="1273590" y="727188"/>
                  </a:lnTo>
                  <a:lnTo>
                    <a:pt x="1270057" y="727188"/>
                  </a:lnTo>
                  <a:lnTo>
                    <a:pt x="1268811" y="727895"/>
                  </a:lnTo>
                  <a:lnTo>
                    <a:pt x="1264672" y="728803"/>
                  </a:lnTo>
                  <a:cubicBezTo>
                    <a:pt x="1264672" y="728803"/>
                    <a:pt x="1260633" y="728365"/>
                    <a:pt x="1260465" y="728130"/>
                  </a:cubicBezTo>
                  <a:cubicBezTo>
                    <a:pt x="1260330" y="727928"/>
                    <a:pt x="1258143" y="726751"/>
                    <a:pt x="1258143" y="726751"/>
                  </a:cubicBezTo>
                  <a:cubicBezTo>
                    <a:pt x="1258143" y="726751"/>
                    <a:pt x="1257268" y="725439"/>
                    <a:pt x="1257201" y="725237"/>
                  </a:cubicBezTo>
                  <a:cubicBezTo>
                    <a:pt x="1257133" y="725035"/>
                    <a:pt x="1256830" y="722277"/>
                    <a:pt x="1256830" y="722277"/>
                  </a:cubicBezTo>
                  <a:cubicBezTo>
                    <a:pt x="1256830" y="722277"/>
                    <a:pt x="1257403" y="720696"/>
                    <a:pt x="1257638" y="720393"/>
                  </a:cubicBezTo>
                  <a:cubicBezTo>
                    <a:pt x="1257874" y="720090"/>
                    <a:pt x="1258076" y="717769"/>
                    <a:pt x="1258076" y="717769"/>
                  </a:cubicBezTo>
                  <a:lnTo>
                    <a:pt x="1258782" y="714136"/>
                  </a:lnTo>
                  <a:lnTo>
                    <a:pt x="1258782" y="711747"/>
                  </a:lnTo>
                  <a:lnTo>
                    <a:pt x="1258446" y="708047"/>
                  </a:lnTo>
                  <a:lnTo>
                    <a:pt x="1258749" y="706701"/>
                  </a:lnTo>
                  <a:lnTo>
                    <a:pt x="1258581" y="706701"/>
                  </a:lnTo>
                  <a:lnTo>
                    <a:pt x="1253129" y="703775"/>
                  </a:lnTo>
                  <a:lnTo>
                    <a:pt x="1251143" y="701824"/>
                  </a:lnTo>
                  <a:lnTo>
                    <a:pt x="1247609" y="699705"/>
                  </a:lnTo>
                  <a:lnTo>
                    <a:pt x="1241686" y="697518"/>
                  </a:lnTo>
                  <a:lnTo>
                    <a:pt x="1237816" y="697888"/>
                  </a:lnTo>
                  <a:lnTo>
                    <a:pt x="1234955" y="700075"/>
                  </a:lnTo>
                  <a:cubicBezTo>
                    <a:pt x="1234955" y="700075"/>
                    <a:pt x="1232936" y="701824"/>
                    <a:pt x="1232767" y="701925"/>
                  </a:cubicBezTo>
                  <a:cubicBezTo>
                    <a:pt x="1232599" y="702026"/>
                    <a:pt x="1230344" y="702799"/>
                    <a:pt x="1230344" y="702799"/>
                  </a:cubicBezTo>
                  <a:cubicBezTo>
                    <a:pt x="1230344" y="702799"/>
                    <a:pt x="1227686" y="699435"/>
                    <a:pt x="1227013" y="699368"/>
                  </a:cubicBezTo>
                  <a:cubicBezTo>
                    <a:pt x="1226373" y="699301"/>
                    <a:pt x="1224522" y="698897"/>
                    <a:pt x="1224522" y="698897"/>
                  </a:cubicBezTo>
                  <a:lnTo>
                    <a:pt x="1221325" y="701555"/>
                  </a:lnTo>
                  <a:lnTo>
                    <a:pt x="1220887" y="701891"/>
                  </a:lnTo>
                  <a:cubicBezTo>
                    <a:pt x="1220887" y="701891"/>
                    <a:pt x="1218060" y="697451"/>
                    <a:pt x="1217387" y="697585"/>
                  </a:cubicBezTo>
                  <a:cubicBezTo>
                    <a:pt x="1216748" y="697753"/>
                    <a:pt x="1214123" y="697114"/>
                    <a:pt x="1214123" y="697114"/>
                  </a:cubicBezTo>
                  <a:lnTo>
                    <a:pt x="1210219" y="698864"/>
                  </a:lnTo>
                  <a:cubicBezTo>
                    <a:pt x="1210219" y="698864"/>
                    <a:pt x="1209445" y="700444"/>
                    <a:pt x="1209411" y="700646"/>
                  </a:cubicBezTo>
                  <a:cubicBezTo>
                    <a:pt x="1209344" y="700848"/>
                    <a:pt x="1208503" y="702160"/>
                    <a:pt x="1207493" y="702261"/>
                  </a:cubicBezTo>
                  <a:cubicBezTo>
                    <a:pt x="1206517" y="702362"/>
                    <a:pt x="1203589" y="701487"/>
                    <a:pt x="1203589" y="701487"/>
                  </a:cubicBezTo>
                  <a:lnTo>
                    <a:pt x="1201267" y="701016"/>
                  </a:lnTo>
                  <a:lnTo>
                    <a:pt x="1199113" y="701185"/>
                  </a:lnTo>
                  <a:lnTo>
                    <a:pt x="1197935" y="704380"/>
                  </a:lnTo>
                  <a:lnTo>
                    <a:pt x="1197935" y="708888"/>
                  </a:lnTo>
                  <a:lnTo>
                    <a:pt x="1197935" y="714102"/>
                  </a:lnTo>
                  <a:lnTo>
                    <a:pt x="1197295" y="716692"/>
                  </a:lnTo>
                  <a:lnTo>
                    <a:pt x="1196757" y="719283"/>
                  </a:lnTo>
                  <a:lnTo>
                    <a:pt x="1193392" y="719821"/>
                  </a:lnTo>
                  <a:cubicBezTo>
                    <a:pt x="1193392" y="719821"/>
                    <a:pt x="1190026" y="721133"/>
                    <a:pt x="1189791" y="721469"/>
                  </a:cubicBezTo>
                  <a:cubicBezTo>
                    <a:pt x="1189555" y="721806"/>
                    <a:pt x="1188478" y="724194"/>
                    <a:pt x="1188478" y="724194"/>
                  </a:cubicBezTo>
                  <a:lnTo>
                    <a:pt x="1190766" y="728971"/>
                  </a:lnTo>
                  <a:cubicBezTo>
                    <a:pt x="1190766" y="728971"/>
                    <a:pt x="1192954" y="730047"/>
                    <a:pt x="1194132" y="730384"/>
                  </a:cubicBezTo>
                  <a:cubicBezTo>
                    <a:pt x="1195343" y="730720"/>
                    <a:pt x="1197397" y="731998"/>
                    <a:pt x="1197397" y="731998"/>
                  </a:cubicBezTo>
                  <a:lnTo>
                    <a:pt x="1198608" y="733748"/>
                  </a:lnTo>
                  <a:lnTo>
                    <a:pt x="1198709" y="736473"/>
                  </a:lnTo>
                  <a:lnTo>
                    <a:pt x="1196320" y="737112"/>
                  </a:lnTo>
                  <a:lnTo>
                    <a:pt x="1195882" y="740913"/>
                  </a:lnTo>
                  <a:lnTo>
                    <a:pt x="1196656" y="742225"/>
                  </a:lnTo>
                  <a:cubicBezTo>
                    <a:pt x="1196656" y="742225"/>
                    <a:pt x="1197397" y="744277"/>
                    <a:pt x="1197195" y="744613"/>
                  </a:cubicBezTo>
                  <a:cubicBezTo>
                    <a:pt x="1196992" y="744950"/>
                    <a:pt x="1194166" y="745051"/>
                    <a:pt x="1193728" y="745152"/>
                  </a:cubicBezTo>
                  <a:cubicBezTo>
                    <a:pt x="1193291" y="745253"/>
                    <a:pt x="1192214" y="744950"/>
                    <a:pt x="1190666" y="745152"/>
                  </a:cubicBezTo>
                  <a:cubicBezTo>
                    <a:pt x="1189151" y="745387"/>
                    <a:pt x="1187401" y="745185"/>
                    <a:pt x="1187401" y="745185"/>
                  </a:cubicBezTo>
                  <a:cubicBezTo>
                    <a:pt x="1187401" y="745185"/>
                    <a:pt x="1185887" y="747002"/>
                    <a:pt x="1185651" y="747338"/>
                  </a:cubicBezTo>
                  <a:cubicBezTo>
                    <a:pt x="1185449" y="747675"/>
                    <a:pt x="1183699" y="750164"/>
                    <a:pt x="1183699" y="750164"/>
                  </a:cubicBezTo>
                  <a:cubicBezTo>
                    <a:pt x="1183699" y="750164"/>
                    <a:pt x="1182285" y="752754"/>
                    <a:pt x="1182285" y="753191"/>
                  </a:cubicBezTo>
                  <a:cubicBezTo>
                    <a:pt x="1182285" y="753629"/>
                    <a:pt x="1182285" y="755815"/>
                    <a:pt x="1182285" y="755815"/>
                  </a:cubicBezTo>
                  <a:cubicBezTo>
                    <a:pt x="1182285" y="755815"/>
                    <a:pt x="1183060" y="757666"/>
                    <a:pt x="1182285" y="757767"/>
                  </a:cubicBezTo>
                  <a:cubicBezTo>
                    <a:pt x="1181511" y="757867"/>
                    <a:pt x="1180536" y="760256"/>
                    <a:pt x="1180536" y="760256"/>
                  </a:cubicBezTo>
                  <a:cubicBezTo>
                    <a:pt x="1180536" y="760256"/>
                    <a:pt x="1178785" y="761467"/>
                    <a:pt x="1178449" y="761568"/>
                  </a:cubicBezTo>
                  <a:cubicBezTo>
                    <a:pt x="1178112" y="761669"/>
                    <a:pt x="1178348" y="763620"/>
                    <a:pt x="1177574" y="763956"/>
                  </a:cubicBezTo>
                  <a:cubicBezTo>
                    <a:pt x="1176800" y="764293"/>
                    <a:pt x="1175184" y="763620"/>
                    <a:pt x="1174107" y="763956"/>
                  </a:cubicBezTo>
                  <a:cubicBezTo>
                    <a:pt x="1173030" y="764293"/>
                    <a:pt x="1172055" y="765033"/>
                    <a:pt x="1172055" y="765033"/>
                  </a:cubicBezTo>
                  <a:cubicBezTo>
                    <a:pt x="1172055" y="765033"/>
                    <a:pt x="1171718" y="767657"/>
                    <a:pt x="1172055" y="768296"/>
                  </a:cubicBezTo>
                  <a:cubicBezTo>
                    <a:pt x="1172391" y="768935"/>
                    <a:pt x="1174107" y="771559"/>
                    <a:pt x="1174781" y="771559"/>
                  </a:cubicBezTo>
                  <a:cubicBezTo>
                    <a:pt x="1175420" y="771559"/>
                    <a:pt x="1177507" y="773409"/>
                    <a:pt x="1177507" y="773409"/>
                  </a:cubicBezTo>
                  <a:lnTo>
                    <a:pt x="1180434" y="775596"/>
                  </a:lnTo>
                  <a:lnTo>
                    <a:pt x="1182487" y="778758"/>
                  </a:lnTo>
                  <a:lnTo>
                    <a:pt x="1184237" y="781247"/>
                  </a:lnTo>
                  <a:cubicBezTo>
                    <a:pt x="1184237" y="781247"/>
                    <a:pt x="1184776" y="784174"/>
                    <a:pt x="1184776" y="784947"/>
                  </a:cubicBezTo>
                  <a:cubicBezTo>
                    <a:pt x="1184776" y="785721"/>
                    <a:pt x="1184237" y="789186"/>
                    <a:pt x="1183901" y="789287"/>
                  </a:cubicBezTo>
                  <a:cubicBezTo>
                    <a:pt x="1183564" y="789388"/>
                    <a:pt x="1183463" y="790262"/>
                    <a:pt x="1182285" y="790800"/>
                  </a:cubicBezTo>
                  <a:cubicBezTo>
                    <a:pt x="1181074" y="791339"/>
                    <a:pt x="1177944" y="793828"/>
                    <a:pt x="1177944" y="793828"/>
                  </a:cubicBezTo>
                  <a:cubicBezTo>
                    <a:pt x="1177944" y="793828"/>
                    <a:pt x="1179257" y="796990"/>
                    <a:pt x="1179559" y="797293"/>
                  </a:cubicBezTo>
                  <a:cubicBezTo>
                    <a:pt x="1179896" y="797629"/>
                    <a:pt x="1178482" y="798605"/>
                    <a:pt x="1182487" y="798807"/>
                  </a:cubicBezTo>
                  <a:cubicBezTo>
                    <a:pt x="1186492" y="799009"/>
                    <a:pt x="1191608" y="798807"/>
                    <a:pt x="1191608" y="798807"/>
                  </a:cubicBezTo>
                  <a:lnTo>
                    <a:pt x="1194872" y="797158"/>
                  </a:lnTo>
                  <a:lnTo>
                    <a:pt x="1198238" y="798235"/>
                  </a:lnTo>
                  <a:lnTo>
                    <a:pt x="1200190" y="800623"/>
                  </a:lnTo>
                  <a:lnTo>
                    <a:pt x="1202916" y="802574"/>
                  </a:lnTo>
                  <a:cubicBezTo>
                    <a:pt x="1202916" y="802574"/>
                    <a:pt x="1206180" y="804256"/>
                    <a:pt x="1207257" y="804256"/>
                  </a:cubicBezTo>
                  <a:cubicBezTo>
                    <a:pt x="1208334" y="804256"/>
                    <a:pt x="1211498" y="805299"/>
                    <a:pt x="1211801" y="805299"/>
                  </a:cubicBezTo>
                  <a:cubicBezTo>
                    <a:pt x="1212104" y="805299"/>
                    <a:pt x="1214426" y="805299"/>
                    <a:pt x="1214426" y="805299"/>
                  </a:cubicBezTo>
                  <a:lnTo>
                    <a:pt x="1219305" y="807486"/>
                  </a:lnTo>
                  <a:lnTo>
                    <a:pt x="1221493" y="809773"/>
                  </a:lnTo>
                  <a:lnTo>
                    <a:pt x="1219305" y="812700"/>
                  </a:lnTo>
                  <a:lnTo>
                    <a:pt x="1220618" y="814651"/>
                  </a:lnTo>
                  <a:lnTo>
                    <a:pt x="1222806" y="817140"/>
                  </a:lnTo>
                  <a:lnTo>
                    <a:pt x="1224657" y="818755"/>
                  </a:lnTo>
                  <a:lnTo>
                    <a:pt x="1225532" y="821480"/>
                  </a:lnTo>
                  <a:cubicBezTo>
                    <a:pt x="1225532" y="821480"/>
                    <a:pt x="1224118" y="823768"/>
                    <a:pt x="1223445" y="825180"/>
                  </a:cubicBezTo>
                  <a:cubicBezTo>
                    <a:pt x="1222806" y="826593"/>
                    <a:pt x="1222267" y="828780"/>
                    <a:pt x="1222267" y="829183"/>
                  </a:cubicBezTo>
                  <a:cubicBezTo>
                    <a:pt x="1222267" y="829621"/>
                    <a:pt x="1221493" y="833758"/>
                    <a:pt x="1221493" y="833758"/>
                  </a:cubicBezTo>
                  <a:lnTo>
                    <a:pt x="1219642" y="837661"/>
                  </a:lnTo>
                  <a:lnTo>
                    <a:pt x="1217354" y="839073"/>
                  </a:lnTo>
                  <a:lnTo>
                    <a:pt x="1213551" y="840890"/>
                  </a:lnTo>
                  <a:lnTo>
                    <a:pt x="1213551" y="842639"/>
                  </a:lnTo>
                  <a:lnTo>
                    <a:pt x="1216916" y="847652"/>
                  </a:lnTo>
                  <a:lnTo>
                    <a:pt x="1220080" y="851016"/>
                  </a:lnTo>
                  <a:lnTo>
                    <a:pt x="1220012" y="851890"/>
                  </a:lnTo>
                  <a:lnTo>
                    <a:pt x="1220517" y="854716"/>
                  </a:lnTo>
                  <a:lnTo>
                    <a:pt x="1220517" y="856566"/>
                  </a:lnTo>
                  <a:cubicBezTo>
                    <a:pt x="1220517" y="856566"/>
                    <a:pt x="1220315" y="856196"/>
                    <a:pt x="1219305" y="856734"/>
                  </a:cubicBezTo>
                  <a:cubicBezTo>
                    <a:pt x="1218330" y="857272"/>
                    <a:pt x="1218094" y="857441"/>
                    <a:pt x="1216579" y="857441"/>
                  </a:cubicBezTo>
                  <a:cubicBezTo>
                    <a:pt x="1215065" y="857441"/>
                    <a:pt x="1213753" y="857441"/>
                    <a:pt x="1212676" y="857441"/>
                  </a:cubicBezTo>
                  <a:cubicBezTo>
                    <a:pt x="1211599" y="857441"/>
                    <a:pt x="1211127" y="857340"/>
                    <a:pt x="1210825" y="857441"/>
                  </a:cubicBezTo>
                  <a:cubicBezTo>
                    <a:pt x="1210488" y="857542"/>
                    <a:pt x="1210050" y="858753"/>
                    <a:pt x="1209512" y="859291"/>
                  </a:cubicBezTo>
                  <a:cubicBezTo>
                    <a:pt x="1208974" y="859829"/>
                    <a:pt x="1210286" y="858854"/>
                    <a:pt x="1208974" y="859829"/>
                  </a:cubicBezTo>
                  <a:cubicBezTo>
                    <a:pt x="1207661" y="860805"/>
                    <a:pt x="1206685" y="863294"/>
                    <a:pt x="1206685" y="863294"/>
                  </a:cubicBezTo>
                  <a:lnTo>
                    <a:pt x="1202983" y="862520"/>
                  </a:lnTo>
                  <a:lnTo>
                    <a:pt x="1200930" y="864438"/>
                  </a:lnTo>
                  <a:lnTo>
                    <a:pt x="1198978" y="866120"/>
                  </a:lnTo>
                  <a:lnTo>
                    <a:pt x="1197026" y="866120"/>
                  </a:lnTo>
                  <a:lnTo>
                    <a:pt x="1194098" y="863395"/>
                  </a:lnTo>
                  <a:lnTo>
                    <a:pt x="1190497" y="860670"/>
                  </a:lnTo>
                  <a:lnTo>
                    <a:pt x="1187435" y="858921"/>
                  </a:lnTo>
                  <a:lnTo>
                    <a:pt x="1185045" y="858046"/>
                  </a:lnTo>
                  <a:lnTo>
                    <a:pt x="1182117" y="855019"/>
                  </a:lnTo>
                  <a:lnTo>
                    <a:pt x="1180367" y="855120"/>
                  </a:lnTo>
                  <a:lnTo>
                    <a:pt x="1177910" y="857542"/>
                  </a:lnTo>
                  <a:lnTo>
                    <a:pt x="1175958" y="858315"/>
                  </a:lnTo>
                  <a:lnTo>
                    <a:pt x="1172694" y="859190"/>
                  </a:lnTo>
                  <a:lnTo>
                    <a:pt x="1171920" y="861242"/>
                  </a:lnTo>
                  <a:lnTo>
                    <a:pt x="1171920" y="863630"/>
                  </a:lnTo>
                  <a:cubicBezTo>
                    <a:pt x="1171920" y="863630"/>
                    <a:pt x="1173064" y="865043"/>
                    <a:pt x="1173266" y="865481"/>
                  </a:cubicBezTo>
                  <a:cubicBezTo>
                    <a:pt x="1173468" y="865918"/>
                    <a:pt x="1173636" y="867768"/>
                    <a:pt x="1173636" y="867768"/>
                  </a:cubicBezTo>
                  <a:lnTo>
                    <a:pt x="1173636" y="868844"/>
                  </a:lnTo>
                  <a:lnTo>
                    <a:pt x="1174612" y="871132"/>
                  </a:lnTo>
                  <a:lnTo>
                    <a:pt x="1175824" y="875270"/>
                  </a:lnTo>
                  <a:lnTo>
                    <a:pt x="1177338" y="877557"/>
                  </a:lnTo>
                  <a:lnTo>
                    <a:pt x="1175386" y="882065"/>
                  </a:lnTo>
                  <a:lnTo>
                    <a:pt x="1175958" y="887279"/>
                  </a:lnTo>
                  <a:cubicBezTo>
                    <a:pt x="1175958" y="887279"/>
                    <a:pt x="1177540" y="893368"/>
                    <a:pt x="1177978" y="893502"/>
                  </a:cubicBezTo>
                  <a:cubicBezTo>
                    <a:pt x="1178415" y="893637"/>
                    <a:pt x="1178685" y="896261"/>
                    <a:pt x="1178685" y="896261"/>
                  </a:cubicBezTo>
                  <a:lnTo>
                    <a:pt x="1178987" y="899019"/>
                  </a:lnTo>
                  <a:lnTo>
                    <a:pt x="1178281" y="901778"/>
                  </a:lnTo>
                  <a:lnTo>
                    <a:pt x="1177708" y="905243"/>
                  </a:lnTo>
                  <a:lnTo>
                    <a:pt x="1176564" y="909010"/>
                  </a:lnTo>
                  <a:lnTo>
                    <a:pt x="1175992" y="910760"/>
                  </a:lnTo>
                  <a:lnTo>
                    <a:pt x="1174982" y="913821"/>
                  </a:lnTo>
                  <a:cubicBezTo>
                    <a:pt x="1174982" y="913821"/>
                    <a:pt x="1174410" y="915133"/>
                    <a:pt x="1173973" y="915570"/>
                  </a:cubicBezTo>
                  <a:cubicBezTo>
                    <a:pt x="1173535" y="916007"/>
                    <a:pt x="1172829" y="916714"/>
                    <a:pt x="1172829" y="916714"/>
                  </a:cubicBezTo>
                  <a:lnTo>
                    <a:pt x="1171079" y="916714"/>
                  </a:lnTo>
                  <a:cubicBezTo>
                    <a:pt x="1171079" y="916714"/>
                    <a:pt x="1170069" y="916142"/>
                    <a:pt x="1169497" y="915839"/>
                  </a:cubicBezTo>
                  <a:cubicBezTo>
                    <a:pt x="1168925" y="915536"/>
                    <a:pt x="1167309" y="913821"/>
                    <a:pt x="1167309" y="913821"/>
                  </a:cubicBezTo>
                  <a:lnTo>
                    <a:pt x="1166165" y="912946"/>
                  </a:lnTo>
                  <a:lnTo>
                    <a:pt x="1164718" y="910188"/>
                  </a:lnTo>
                  <a:cubicBezTo>
                    <a:pt x="1164718" y="910188"/>
                    <a:pt x="1165425" y="909178"/>
                    <a:pt x="1164718" y="908169"/>
                  </a:cubicBezTo>
                  <a:cubicBezTo>
                    <a:pt x="1163977" y="907160"/>
                    <a:pt x="1163405" y="908035"/>
                    <a:pt x="1162968" y="906151"/>
                  </a:cubicBezTo>
                  <a:cubicBezTo>
                    <a:pt x="1162530" y="904267"/>
                    <a:pt x="1161958" y="902821"/>
                    <a:pt x="1161958" y="902821"/>
                  </a:cubicBezTo>
                  <a:lnTo>
                    <a:pt x="1160814" y="900062"/>
                  </a:lnTo>
                  <a:lnTo>
                    <a:pt x="1159232" y="898044"/>
                  </a:lnTo>
                  <a:lnTo>
                    <a:pt x="1156102" y="897169"/>
                  </a:lnTo>
                  <a:lnTo>
                    <a:pt x="1154588" y="896597"/>
                  </a:lnTo>
                  <a:lnTo>
                    <a:pt x="1154588" y="896732"/>
                  </a:lnTo>
                  <a:lnTo>
                    <a:pt x="1151121" y="896025"/>
                  </a:lnTo>
                  <a:lnTo>
                    <a:pt x="1149237" y="896900"/>
                  </a:lnTo>
                  <a:lnTo>
                    <a:pt x="1148496" y="898481"/>
                  </a:lnTo>
                  <a:lnTo>
                    <a:pt x="1147352" y="899625"/>
                  </a:lnTo>
                  <a:lnTo>
                    <a:pt x="1145030" y="900499"/>
                  </a:lnTo>
                  <a:cubicBezTo>
                    <a:pt x="1145030" y="900499"/>
                    <a:pt x="1143953" y="900499"/>
                    <a:pt x="1143650" y="898481"/>
                  </a:cubicBezTo>
                  <a:cubicBezTo>
                    <a:pt x="1143381" y="896463"/>
                    <a:pt x="1142405" y="895588"/>
                    <a:pt x="1142405" y="895588"/>
                  </a:cubicBezTo>
                  <a:lnTo>
                    <a:pt x="1142405" y="893267"/>
                  </a:lnTo>
                  <a:lnTo>
                    <a:pt x="1143112" y="891080"/>
                  </a:lnTo>
                  <a:lnTo>
                    <a:pt x="1142977" y="888894"/>
                  </a:lnTo>
                  <a:lnTo>
                    <a:pt x="1140285" y="886068"/>
                  </a:lnTo>
                  <a:lnTo>
                    <a:pt x="1134563" y="882233"/>
                  </a:lnTo>
                  <a:lnTo>
                    <a:pt x="1127900" y="879340"/>
                  </a:lnTo>
                  <a:cubicBezTo>
                    <a:pt x="1127900" y="879340"/>
                    <a:pt x="1125275" y="878465"/>
                    <a:pt x="1124433" y="878196"/>
                  </a:cubicBezTo>
                  <a:cubicBezTo>
                    <a:pt x="1123558" y="877894"/>
                    <a:pt x="1115448" y="873790"/>
                    <a:pt x="1115448" y="873790"/>
                  </a:cubicBezTo>
                  <a:cubicBezTo>
                    <a:pt x="1115448" y="873790"/>
                    <a:pt x="1114303" y="868946"/>
                    <a:pt x="1114000" y="867768"/>
                  </a:cubicBezTo>
                  <a:cubicBezTo>
                    <a:pt x="1113697" y="866624"/>
                    <a:pt x="1111981" y="863698"/>
                    <a:pt x="1111981" y="863698"/>
                  </a:cubicBezTo>
                  <a:lnTo>
                    <a:pt x="1113428" y="862554"/>
                  </a:lnTo>
                  <a:lnTo>
                    <a:pt x="1114000" y="859358"/>
                  </a:lnTo>
                  <a:lnTo>
                    <a:pt x="1114303" y="857912"/>
                  </a:lnTo>
                  <a:cubicBezTo>
                    <a:pt x="1114303" y="857912"/>
                    <a:pt x="1114606" y="857609"/>
                    <a:pt x="1111981" y="857037"/>
                  </a:cubicBezTo>
                  <a:cubicBezTo>
                    <a:pt x="1109390" y="856465"/>
                    <a:pt x="1105015" y="855893"/>
                    <a:pt x="1105015" y="855893"/>
                  </a:cubicBezTo>
                  <a:lnTo>
                    <a:pt x="1101548" y="855893"/>
                  </a:lnTo>
                  <a:lnTo>
                    <a:pt x="1099529" y="856768"/>
                  </a:lnTo>
                  <a:lnTo>
                    <a:pt x="1097510" y="857071"/>
                  </a:lnTo>
                  <a:lnTo>
                    <a:pt x="1092596" y="855624"/>
                  </a:lnTo>
                  <a:lnTo>
                    <a:pt x="1089971" y="854749"/>
                  </a:lnTo>
                  <a:lnTo>
                    <a:pt x="1089433" y="852664"/>
                  </a:lnTo>
                  <a:lnTo>
                    <a:pt x="1088120" y="850477"/>
                  </a:lnTo>
                  <a:cubicBezTo>
                    <a:pt x="1088120" y="850477"/>
                    <a:pt x="1086774" y="849199"/>
                    <a:pt x="1086606" y="849199"/>
                  </a:cubicBezTo>
                  <a:cubicBezTo>
                    <a:pt x="1086437" y="849199"/>
                    <a:pt x="1085091" y="848661"/>
                    <a:pt x="1084586" y="848493"/>
                  </a:cubicBezTo>
                  <a:cubicBezTo>
                    <a:pt x="1084081" y="848358"/>
                    <a:pt x="1082769" y="847786"/>
                    <a:pt x="1082634" y="847719"/>
                  </a:cubicBezTo>
                  <a:cubicBezTo>
                    <a:pt x="1082500" y="847685"/>
                    <a:pt x="1080952" y="846945"/>
                    <a:pt x="1081187" y="846373"/>
                  </a:cubicBezTo>
                  <a:cubicBezTo>
                    <a:pt x="1081389" y="845801"/>
                    <a:pt x="1081860" y="845162"/>
                    <a:pt x="1081995" y="844826"/>
                  </a:cubicBezTo>
                  <a:cubicBezTo>
                    <a:pt x="1082096" y="844456"/>
                    <a:pt x="1081658" y="843278"/>
                    <a:pt x="1081456" y="843043"/>
                  </a:cubicBezTo>
                  <a:cubicBezTo>
                    <a:pt x="1081255" y="842841"/>
                    <a:pt x="1079471" y="841462"/>
                    <a:pt x="1078932" y="841058"/>
                  </a:cubicBezTo>
                  <a:cubicBezTo>
                    <a:pt x="1078394" y="840654"/>
                    <a:pt x="1077216" y="839410"/>
                    <a:pt x="1077149" y="839242"/>
                  </a:cubicBezTo>
                  <a:cubicBezTo>
                    <a:pt x="1077081" y="839107"/>
                    <a:pt x="1076846" y="837930"/>
                    <a:pt x="1076846" y="837930"/>
                  </a:cubicBezTo>
                  <a:cubicBezTo>
                    <a:pt x="1076846" y="837930"/>
                    <a:pt x="1076644" y="835878"/>
                    <a:pt x="1076846" y="835676"/>
                  </a:cubicBezTo>
                  <a:cubicBezTo>
                    <a:pt x="1077081" y="835508"/>
                    <a:pt x="1077182" y="833725"/>
                    <a:pt x="1077216" y="833422"/>
                  </a:cubicBezTo>
                  <a:cubicBezTo>
                    <a:pt x="1077250" y="833119"/>
                    <a:pt x="1077283" y="830933"/>
                    <a:pt x="1077283" y="830933"/>
                  </a:cubicBezTo>
                  <a:lnTo>
                    <a:pt x="1079706" y="828746"/>
                  </a:lnTo>
                  <a:lnTo>
                    <a:pt x="1081423" y="827771"/>
                  </a:lnTo>
                  <a:lnTo>
                    <a:pt x="1082803" y="826122"/>
                  </a:lnTo>
                  <a:cubicBezTo>
                    <a:pt x="1082803" y="826122"/>
                    <a:pt x="1083004" y="824608"/>
                    <a:pt x="1083004" y="824440"/>
                  </a:cubicBezTo>
                  <a:cubicBezTo>
                    <a:pt x="1083004" y="824306"/>
                    <a:pt x="1083173" y="822994"/>
                    <a:pt x="1083274" y="822859"/>
                  </a:cubicBezTo>
                  <a:cubicBezTo>
                    <a:pt x="1083341" y="822725"/>
                    <a:pt x="1084856" y="821648"/>
                    <a:pt x="1085192" y="821648"/>
                  </a:cubicBezTo>
                  <a:cubicBezTo>
                    <a:pt x="1085529" y="821648"/>
                    <a:pt x="1086370" y="821211"/>
                    <a:pt x="1087077" y="820874"/>
                  </a:cubicBezTo>
                  <a:cubicBezTo>
                    <a:pt x="1087784" y="820538"/>
                    <a:pt x="1088827" y="819899"/>
                    <a:pt x="1089365" y="819865"/>
                  </a:cubicBezTo>
                  <a:cubicBezTo>
                    <a:pt x="1089904" y="819832"/>
                    <a:pt x="1092495" y="815627"/>
                    <a:pt x="1092495" y="815627"/>
                  </a:cubicBezTo>
                  <a:lnTo>
                    <a:pt x="1094010" y="813373"/>
                  </a:lnTo>
                  <a:lnTo>
                    <a:pt x="1093909" y="811354"/>
                  </a:lnTo>
                  <a:lnTo>
                    <a:pt x="1093505" y="806914"/>
                  </a:lnTo>
                  <a:lnTo>
                    <a:pt x="1094649" y="801061"/>
                  </a:lnTo>
                  <a:lnTo>
                    <a:pt x="1093505" y="795846"/>
                  </a:lnTo>
                  <a:lnTo>
                    <a:pt x="1092764" y="786562"/>
                  </a:lnTo>
                  <a:lnTo>
                    <a:pt x="1089870" y="778758"/>
                  </a:lnTo>
                  <a:lnTo>
                    <a:pt x="1087110" y="772232"/>
                  </a:lnTo>
                  <a:lnTo>
                    <a:pt x="1086505" y="768027"/>
                  </a:lnTo>
                  <a:lnTo>
                    <a:pt x="1083577" y="765739"/>
                  </a:lnTo>
                  <a:lnTo>
                    <a:pt x="1080985" y="765537"/>
                  </a:lnTo>
                  <a:lnTo>
                    <a:pt x="1077283" y="765100"/>
                  </a:lnTo>
                  <a:lnTo>
                    <a:pt x="1074019" y="764023"/>
                  </a:lnTo>
                  <a:lnTo>
                    <a:pt x="1072168" y="761433"/>
                  </a:lnTo>
                  <a:lnTo>
                    <a:pt x="1071629" y="758170"/>
                  </a:lnTo>
                  <a:lnTo>
                    <a:pt x="1072168" y="754907"/>
                  </a:lnTo>
                  <a:lnTo>
                    <a:pt x="1071629" y="751644"/>
                  </a:lnTo>
                  <a:lnTo>
                    <a:pt x="1073043" y="746968"/>
                  </a:lnTo>
                  <a:lnTo>
                    <a:pt x="1074355" y="745454"/>
                  </a:lnTo>
                  <a:cubicBezTo>
                    <a:pt x="1074355" y="745454"/>
                    <a:pt x="1074557" y="743604"/>
                    <a:pt x="1075668" y="743066"/>
                  </a:cubicBezTo>
                  <a:cubicBezTo>
                    <a:pt x="1076745" y="742528"/>
                    <a:pt x="1078495" y="741754"/>
                    <a:pt x="1078495" y="741754"/>
                  </a:cubicBezTo>
                  <a:lnTo>
                    <a:pt x="1079370" y="741418"/>
                  </a:lnTo>
                  <a:cubicBezTo>
                    <a:pt x="1079370" y="741418"/>
                    <a:pt x="1080245" y="740980"/>
                    <a:pt x="1080884" y="740442"/>
                  </a:cubicBezTo>
                  <a:cubicBezTo>
                    <a:pt x="1081524" y="739904"/>
                    <a:pt x="1082634" y="738592"/>
                    <a:pt x="1082634" y="738592"/>
                  </a:cubicBezTo>
                  <a:cubicBezTo>
                    <a:pt x="1082634" y="738592"/>
                    <a:pt x="1083173" y="737078"/>
                    <a:pt x="1083274" y="736641"/>
                  </a:cubicBezTo>
                  <a:cubicBezTo>
                    <a:pt x="1083375" y="736203"/>
                    <a:pt x="1083476" y="734252"/>
                    <a:pt x="1083476" y="733815"/>
                  </a:cubicBezTo>
                  <a:cubicBezTo>
                    <a:pt x="1083476" y="733378"/>
                    <a:pt x="1083711" y="731527"/>
                    <a:pt x="1083375" y="731225"/>
                  </a:cubicBezTo>
                  <a:cubicBezTo>
                    <a:pt x="1083038" y="730888"/>
                    <a:pt x="1081086" y="727962"/>
                    <a:pt x="1081086" y="727962"/>
                  </a:cubicBezTo>
                  <a:lnTo>
                    <a:pt x="1079235" y="724362"/>
                  </a:lnTo>
                  <a:lnTo>
                    <a:pt x="1076610" y="721738"/>
                  </a:lnTo>
                  <a:cubicBezTo>
                    <a:pt x="1076610" y="721738"/>
                    <a:pt x="1075399" y="721301"/>
                    <a:pt x="1074995" y="721301"/>
                  </a:cubicBezTo>
                  <a:cubicBezTo>
                    <a:pt x="1074557" y="721301"/>
                    <a:pt x="1071629" y="720426"/>
                    <a:pt x="1071629" y="720426"/>
                  </a:cubicBezTo>
                  <a:lnTo>
                    <a:pt x="1068802" y="719888"/>
                  </a:lnTo>
                  <a:lnTo>
                    <a:pt x="1067725" y="718273"/>
                  </a:lnTo>
                  <a:lnTo>
                    <a:pt x="1066548" y="714472"/>
                  </a:lnTo>
                  <a:lnTo>
                    <a:pt x="1064797" y="711209"/>
                  </a:lnTo>
                  <a:lnTo>
                    <a:pt x="1063485" y="708922"/>
                  </a:lnTo>
                  <a:lnTo>
                    <a:pt x="1061196" y="706197"/>
                  </a:lnTo>
                  <a:lnTo>
                    <a:pt x="1059244" y="704246"/>
                  </a:lnTo>
                  <a:lnTo>
                    <a:pt x="1056653" y="703270"/>
                  </a:lnTo>
                  <a:lnTo>
                    <a:pt x="1051235" y="703068"/>
                  </a:lnTo>
                  <a:lnTo>
                    <a:pt x="1049485" y="702194"/>
                  </a:lnTo>
                  <a:lnTo>
                    <a:pt x="1047533" y="700108"/>
                  </a:lnTo>
                  <a:cubicBezTo>
                    <a:pt x="1047533" y="700108"/>
                    <a:pt x="1047970" y="699099"/>
                    <a:pt x="1047970" y="698796"/>
                  </a:cubicBezTo>
                  <a:cubicBezTo>
                    <a:pt x="1047970" y="698493"/>
                    <a:pt x="1047533" y="697148"/>
                    <a:pt x="1047533" y="697148"/>
                  </a:cubicBezTo>
                  <a:cubicBezTo>
                    <a:pt x="1047533" y="697148"/>
                    <a:pt x="1045850" y="695903"/>
                    <a:pt x="1045076" y="695163"/>
                  </a:cubicBezTo>
                  <a:cubicBezTo>
                    <a:pt x="1044268" y="694457"/>
                    <a:pt x="1042754" y="692775"/>
                    <a:pt x="1042686" y="692472"/>
                  </a:cubicBezTo>
                  <a:cubicBezTo>
                    <a:pt x="1042619" y="692169"/>
                    <a:pt x="1042350" y="689579"/>
                    <a:pt x="1042350" y="689579"/>
                  </a:cubicBezTo>
                  <a:lnTo>
                    <a:pt x="1041643" y="685677"/>
                  </a:lnTo>
                  <a:lnTo>
                    <a:pt x="1041643" y="682851"/>
                  </a:lnTo>
                  <a:lnTo>
                    <a:pt x="1040129" y="682044"/>
                  </a:lnTo>
                  <a:lnTo>
                    <a:pt x="1037167" y="681976"/>
                  </a:lnTo>
                  <a:lnTo>
                    <a:pt x="1033835" y="681976"/>
                  </a:lnTo>
                  <a:lnTo>
                    <a:pt x="1030705" y="681236"/>
                  </a:lnTo>
                  <a:cubicBezTo>
                    <a:pt x="1030705" y="681236"/>
                    <a:pt x="1029393" y="681169"/>
                    <a:pt x="1029124" y="681236"/>
                  </a:cubicBezTo>
                  <a:cubicBezTo>
                    <a:pt x="1028821" y="681304"/>
                    <a:pt x="1027441" y="681203"/>
                    <a:pt x="1027441" y="681203"/>
                  </a:cubicBezTo>
                  <a:lnTo>
                    <a:pt x="1023268" y="680227"/>
                  </a:lnTo>
                  <a:lnTo>
                    <a:pt x="1021316" y="677502"/>
                  </a:lnTo>
                  <a:lnTo>
                    <a:pt x="1020777" y="675652"/>
                  </a:lnTo>
                  <a:lnTo>
                    <a:pt x="1020777" y="674138"/>
                  </a:lnTo>
                  <a:lnTo>
                    <a:pt x="1023369" y="672625"/>
                  </a:lnTo>
                  <a:lnTo>
                    <a:pt x="1024883" y="671548"/>
                  </a:lnTo>
                  <a:lnTo>
                    <a:pt x="1028585" y="671548"/>
                  </a:lnTo>
                  <a:lnTo>
                    <a:pt x="1032052" y="671548"/>
                  </a:lnTo>
                  <a:lnTo>
                    <a:pt x="1033801" y="670371"/>
                  </a:lnTo>
                  <a:lnTo>
                    <a:pt x="1035552" y="669395"/>
                  </a:lnTo>
                  <a:lnTo>
                    <a:pt x="1038379" y="668083"/>
                  </a:lnTo>
                  <a:cubicBezTo>
                    <a:pt x="1038379" y="668083"/>
                    <a:pt x="1039422" y="667108"/>
                    <a:pt x="1039422" y="666771"/>
                  </a:cubicBezTo>
                  <a:cubicBezTo>
                    <a:pt x="1039422" y="666435"/>
                    <a:pt x="1039893" y="665258"/>
                    <a:pt x="1039893" y="664820"/>
                  </a:cubicBezTo>
                  <a:cubicBezTo>
                    <a:pt x="1039893" y="664383"/>
                    <a:pt x="1039893" y="661994"/>
                    <a:pt x="1039893" y="661994"/>
                  </a:cubicBezTo>
                  <a:lnTo>
                    <a:pt x="1039253" y="660245"/>
                  </a:lnTo>
                  <a:cubicBezTo>
                    <a:pt x="1039253" y="660245"/>
                    <a:pt x="1038715" y="659371"/>
                    <a:pt x="1037739" y="659371"/>
                  </a:cubicBezTo>
                  <a:cubicBezTo>
                    <a:pt x="1036763" y="659371"/>
                    <a:pt x="1035552" y="659371"/>
                    <a:pt x="1035552" y="659371"/>
                  </a:cubicBezTo>
                  <a:lnTo>
                    <a:pt x="1032052" y="659371"/>
                  </a:lnTo>
                  <a:lnTo>
                    <a:pt x="1025085" y="659371"/>
                  </a:lnTo>
                  <a:lnTo>
                    <a:pt x="1019869" y="659371"/>
                  </a:lnTo>
                  <a:cubicBezTo>
                    <a:pt x="1019869" y="659371"/>
                    <a:pt x="1013138" y="659471"/>
                    <a:pt x="1012700" y="659371"/>
                  </a:cubicBezTo>
                  <a:cubicBezTo>
                    <a:pt x="1012263" y="659270"/>
                    <a:pt x="1008359" y="659909"/>
                    <a:pt x="1006945" y="659371"/>
                  </a:cubicBezTo>
                  <a:cubicBezTo>
                    <a:pt x="1005532" y="658832"/>
                    <a:pt x="1001628" y="657958"/>
                    <a:pt x="1000753" y="658059"/>
                  </a:cubicBezTo>
                  <a:cubicBezTo>
                    <a:pt x="999878" y="658159"/>
                    <a:pt x="997825" y="658462"/>
                    <a:pt x="996714" y="658059"/>
                  </a:cubicBezTo>
                  <a:cubicBezTo>
                    <a:pt x="995637" y="657621"/>
                    <a:pt x="993012" y="656175"/>
                    <a:pt x="993012" y="656175"/>
                  </a:cubicBezTo>
                  <a:lnTo>
                    <a:pt x="990825" y="652441"/>
                  </a:lnTo>
                  <a:lnTo>
                    <a:pt x="986752" y="652441"/>
                  </a:lnTo>
                  <a:lnTo>
                    <a:pt x="984026" y="656578"/>
                  </a:lnTo>
                  <a:lnTo>
                    <a:pt x="981738" y="655266"/>
                  </a:lnTo>
                  <a:cubicBezTo>
                    <a:pt x="981738" y="655266"/>
                    <a:pt x="977969" y="653517"/>
                    <a:pt x="977767" y="653450"/>
                  </a:cubicBezTo>
                  <a:cubicBezTo>
                    <a:pt x="977565" y="653383"/>
                    <a:pt x="972617" y="650422"/>
                    <a:pt x="972617" y="650422"/>
                  </a:cubicBezTo>
                  <a:cubicBezTo>
                    <a:pt x="972617" y="650422"/>
                    <a:pt x="966963" y="644771"/>
                    <a:pt x="965887" y="643694"/>
                  </a:cubicBezTo>
                  <a:cubicBezTo>
                    <a:pt x="964810" y="642618"/>
                    <a:pt x="957204" y="635217"/>
                    <a:pt x="956901" y="634915"/>
                  </a:cubicBezTo>
                  <a:cubicBezTo>
                    <a:pt x="956598" y="634612"/>
                    <a:pt x="948117" y="624789"/>
                    <a:pt x="948117" y="624789"/>
                  </a:cubicBezTo>
                  <a:lnTo>
                    <a:pt x="947040" y="620450"/>
                  </a:lnTo>
                  <a:lnTo>
                    <a:pt x="942396" y="616110"/>
                  </a:lnTo>
                  <a:cubicBezTo>
                    <a:pt x="942396" y="616110"/>
                    <a:pt x="938929" y="614663"/>
                    <a:pt x="938323" y="614361"/>
                  </a:cubicBezTo>
                  <a:cubicBezTo>
                    <a:pt x="937751" y="614058"/>
                    <a:pt x="930785" y="612174"/>
                    <a:pt x="930213" y="611602"/>
                  </a:cubicBezTo>
                  <a:cubicBezTo>
                    <a:pt x="929641" y="611030"/>
                    <a:pt x="925871" y="608978"/>
                    <a:pt x="925299" y="608978"/>
                  </a:cubicBezTo>
                  <a:cubicBezTo>
                    <a:pt x="924727" y="608978"/>
                    <a:pt x="920655" y="608978"/>
                    <a:pt x="920655" y="608978"/>
                  </a:cubicBezTo>
                  <a:lnTo>
                    <a:pt x="916010" y="606960"/>
                  </a:lnTo>
                  <a:cubicBezTo>
                    <a:pt x="916010" y="606960"/>
                    <a:pt x="916448" y="605345"/>
                    <a:pt x="916010" y="604639"/>
                  </a:cubicBezTo>
                  <a:cubicBezTo>
                    <a:pt x="915573" y="603899"/>
                    <a:pt x="916448" y="601443"/>
                    <a:pt x="916010" y="600871"/>
                  </a:cubicBezTo>
                  <a:cubicBezTo>
                    <a:pt x="915573" y="600299"/>
                    <a:pt x="916179" y="598415"/>
                    <a:pt x="915876" y="597675"/>
                  </a:cubicBezTo>
                  <a:cubicBezTo>
                    <a:pt x="915573" y="596969"/>
                    <a:pt x="915573" y="595657"/>
                    <a:pt x="914698" y="594210"/>
                  </a:cubicBezTo>
                  <a:cubicBezTo>
                    <a:pt x="913823" y="592764"/>
                    <a:pt x="912948" y="590746"/>
                    <a:pt x="912948" y="590746"/>
                  </a:cubicBezTo>
                  <a:cubicBezTo>
                    <a:pt x="912948" y="590746"/>
                    <a:pt x="912376" y="587987"/>
                    <a:pt x="912376" y="587550"/>
                  </a:cubicBezTo>
                  <a:cubicBezTo>
                    <a:pt x="912376" y="587113"/>
                    <a:pt x="912510" y="584489"/>
                    <a:pt x="912376" y="583917"/>
                  </a:cubicBezTo>
                  <a:cubicBezTo>
                    <a:pt x="912241" y="583345"/>
                    <a:pt x="912376" y="579443"/>
                    <a:pt x="912376" y="579443"/>
                  </a:cubicBezTo>
                  <a:lnTo>
                    <a:pt x="912308" y="578804"/>
                  </a:lnTo>
                  <a:lnTo>
                    <a:pt x="914126" y="575978"/>
                  </a:lnTo>
                  <a:lnTo>
                    <a:pt x="918905" y="575978"/>
                  </a:lnTo>
                  <a:lnTo>
                    <a:pt x="921059" y="575978"/>
                  </a:lnTo>
                  <a:lnTo>
                    <a:pt x="924121" y="575978"/>
                  </a:lnTo>
                  <a:lnTo>
                    <a:pt x="926746" y="577424"/>
                  </a:lnTo>
                  <a:lnTo>
                    <a:pt x="929641" y="575978"/>
                  </a:lnTo>
                  <a:cubicBezTo>
                    <a:pt x="929641" y="575978"/>
                    <a:pt x="930213" y="573960"/>
                    <a:pt x="930213" y="573354"/>
                  </a:cubicBezTo>
                  <a:cubicBezTo>
                    <a:pt x="930213" y="572782"/>
                    <a:pt x="930213" y="569889"/>
                    <a:pt x="930213" y="569889"/>
                  </a:cubicBezTo>
                  <a:lnTo>
                    <a:pt x="929641" y="562051"/>
                  </a:lnTo>
                  <a:lnTo>
                    <a:pt x="929775" y="559730"/>
                  </a:lnTo>
                  <a:lnTo>
                    <a:pt x="928631" y="558283"/>
                  </a:lnTo>
                  <a:lnTo>
                    <a:pt x="928496" y="557106"/>
                  </a:lnTo>
                  <a:cubicBezTo>
                    <a:pt x="928496" y="557106"/>
                    <a:pt x="929068" y="556097"/>
                    <a:pt x="929237" y="555660"/>
                  </a:cubicBezTo>
                  <a:cubicBezTo>
                    <a:pt x="929371" y="555222"/>
                    <a:pt x="930246" y="553776"/>
                    <a:pt x="930246" y="553776"/>
                  </a:cubicBezTo>
                  <a:lnTo>
                    <a:pt x="930246" y="552464"/>
                  </a:lnTo>
                  <a:cubicBezTo>
                    <a:pt x="930246" y="552464"/>
                    <a:pt x="929674" y="550445"/>
                    <a:pt x="929506" y="549840"/>
                  </a:cubicBezTo>
                  <a:cubicBezTo>
                    <a:pt x="929371" y="549268"/>
                    <a:pt x="927318" y="547149"/>
                    <a:pt x="926881" y="546577"/>
                  </a:cubicBezTo>
                  <a:cubicBezTo>
                    <a:pt x="926443" y="546005"/>
                    <a:pt x="923549" y="544626"/>
                    <a:pt x="923549" y="544626"/>
                  </a:cubicBezTo>
                  <a:lnTo>
                    <a:pt x="920655" y="544626"/>
                  </a:lnTo>
                  <a:lnTo>
                    <a:pt x="919713" y="542843"/>
                  </a:lnTo>
                  <a:cubicBezTo>
                    <a:pt x="919713" y="542843"/>
                    <a:pt x="919713" y="542204"/>
                    <a:pt x="919780" y="542136"/>
                  </a:cubicBezTo>
                  <a:cubicBezTo>
                    <a:pt x="919881" y="542069"/>
                    <a:pt x="920688" y="541228"/>
                    <a:pt x="920890" y="541127"/>
                  </a:cubicBezTo>
                  <a:cubicBezTo>
                    <a:pt x="921092" y="541026"/>
                    <a:pt x="922439" y="540354"/>
                    <a:pt x="922775" y="540219"/>
                  </a:cubicBezTo>
                  <a:cubicBezTo>
                    <a:pt x="923112" y="540084"/>
                    <a:pt x="926645" y="538268"/>
                    <a:pt x="926645" y="538268"/>
                  </a:cubicBezTo>
                  <a:lnTo>
                    <a:pt x="938559" y="533222"/>
                  </a:lnTo>
                  <a:lnTo>
                    <a:pt x="947679" y="528109"/>
                  </a:lnTo>
                  <a:cubicBezTo>
                    <a:pt x="947679" y="528109"/>
                    <a:pt x="957136" y="523668"/>
                    <a:pt x="957473" y="523332"/>
                  </a:cubicBezTo>
                  <a:cubicBezTo>
                    <a:pt x="957810" y="522995"/>
                    <a:pt x="961613" y="520304"/>
                    <a:pt x="962353" y="519430"/>
                  </a:cubicBezTo>
                  <a:cubicBezTo>
                    <a:pt x="963127" y="518555"/>
                    <a:pt x="967367" y="513038"/>
                    <a:pt x="967367" y="513038"/>
                  </a:cubicBezTo>
                  <a:lnTo>
                    <a:pt x="969319" y="506411"/>
                  </a:lnTo>
                  <a:lnTo>
                    <a:pt x="973021" y="500423"/>
                  </a:lnTo>
                  <a:cubicBezTo>
                    <a:pt x="973021" y="500423"/>
                    <a:pt x="974233" y="497261"/>
                    <a:pt x="974771" y="496958"/>
                  </a:cubicBezTo>
                  <a:cubicBezTo>
                    <a:pt x="975310" y="496622"/>
                    <a:pt x="979449" y="495781"/>
                    <a:pt x="979449" y="495781"/>
                  </a:cubicBezTo>
                  <a:lnTo>
                    <a:pt x="980762" y="493393"/>
                  </a:lnTo>
                  <a:lnTo>
                    <a:pt x="984666" y="489490"/>
                  </a:lnTo>
                  <a:cubicBezTo>
                    <a:pt x="984666" y="489490"/>
                    <a:pt x="984767" y="487876"/>
                    <a:pt x="985204" y="487539"/>
                  </a:cubicBezTo>
                  <a:cubicBezTo>
                    <a:pt x="985642" y="487203"/>
                    <a:pt x="988368" y="484613"/>
                    <a:pt x="988772" y="484276"/>
                  </a:cubicBezTo>
                  <a:cubicBezTo>
                    <a:pt x="989209" y="483940"/>
                    <a:pt x="991801" y="482325"/>
                    <a:pt x="992238" y="482224"/>
                  </a:cubicBezTo>
                  <a:cubicBezTo>
                    <a:pt x="992676" y="482123"/>
                    <a:pt x="994089" y="479399"/>
                    <a:pt x="994089" y="479399"/>
                  </a:cubicBezTo>
                  <a:cubicBezTo>
                    <a:pt x="994089" y="479399"/>
                    <a:pt x="994089" y="474723"/>
                    <a:pt x="993988" y="474285"/>
                  </a:cubicBezTo>
                  <a:cubicBezTo>
                    <a:pt x="993887" y="473848"/>
                    <a:pt x="992911" y="469845"/>
                    <a:pt x="992911" y="469509"/>
                  </a:cubicBezTo>
                  <a:cubicBezTo>
                    <a:pt x="992911" y="469172"/>
                    <a:pt x="992373" y="463756"/>
                    <a:pt x="992373" y="463756"/>
                  </a:cubicBezTo>
                  <a:cubicBezTo>
                    <a:pt x="992373" y="463756"/>
                    <a:pt x="990623" y="461132"/>
                    <a:pt x="990084" y="460594"/>
                  </a:cubicBezTo>
                  <a:cubicBezTo>
                    <a:pt x="989546" y="460056"/>
                    <a:pt x="987358" y="456456"/>
                    <a:pt x="987358" y="456456"/>
                  </a:cubicBezTo>
                  <a:lnTo>
                    <a:pt x="986483" y="453530"/>
                  </a:lnTo>
                  <a:lnTo>
                    <a:pt x="985945" y="451478"/>
                  </a:lnTo>
                  <a:lnTo>
                    <a:pt x="983555" y="447575"/>
                  </a:lnTo>
                  <a:cubicBezTo>
                    <a:pt x="983555" y="447575"/>
                    <a:pt x="982142" y="445826"/>
                    <a:pt x="982142" y="445523"/>
                  </a:cubicBezTo>
                  <a:cubicBezTo>
                    <a:pt x="982142" y="445187"/>
                    <a:pt x="982916" y="442899"/>
                    <a:pt x="983993" y="442159"/>
                  </a:cubicBezTo>
                  <a:cubicBezTo>
                    <a:pt x="985070" y="441386"/>
                    <a:pt x="985945" y="439771"/>
                    <a:pt x="985945" y="439771"/>
                  </a:cubicBezTo>
                  <a:cubicBezTo>
                    <a:pt x="985945" y="439771"/>
                    <a:pt x="986820" y="439334"/>
                    <a:pt x="986921" y="438694"/>
                  </a:cubicBezTo>
                  <a:cubicBezTo>
                    <a:pt x="987022" y="438055"/>
                    <a:pt x="987022" y="435970"/>
                    <a:pt x="987022" y="435970"/>
                  </a:cubicBezTo>
                  <a:cubicBezTo>
                    <a:pt x="987022" y="435970"/>
                    <a:pt x="984632" y="433783"/>
                    <a:pt x="984195" y="433144"/>
                  </a:cubicBezTo>
                  <a:cubicBezTo>
                    <a:pt x="983757" y="432505"/>
                    <a:pt x="983118" y="430554"/>
                    <a:pt x="980594" y="429444"/>
                  </a:cubicBezTo>
                  <a:cubicBezTo>
                    <a:pt x="978103" y="428367"/>
                    <a:pt x="976992" y="427694"/>
                    <a:pt x="976555" y="427493"/>
                  </a:cubicBezTo>
                  <a:cubicBezTo>
                    <a:pt x="976118" y="427291"/>
                    <a:pt x="973526" y="426517"/>
                    <a:pt x="972416" y="426517"/>
                  </a:cubicBezTo>
                  <a:cubicBezTo>
                    <a:pt x="971339" y="426517"/>
                    <a:pt x="967536" y="426517"/>
                    <a:pt x="967536" y="426517"/>
                  </a:cubicBezTo>
                  <a:cubicBezTo>
                    <a:pt x="967536" y="426517"/>
                    <a:pt x="964507" y="426080"/>
                    <a:pt x="963194" y="425979"/>
                  </a:cubicBezTo>
                  <a:cubicBezTo>
                    <a:pt x="961882" y="425878"/>
                    <a:pt x="957641" y="425777"/>
                    <a:pt x="956228" y="425979"/>
                  </a:cubicBezTo>
                  <a:cubicBezTo>
                    <a:pt x="954814" y="426181"/>
                    <a:pt x="952088" y="427156"/>
                    <a:pt x="951752" y="427392"/>
                  </a:cubicBezTo>
                  <a:cubicBezTo>
                    <a:pt x="951449" y="427593"/>
                    <a:pt x="948487" y="428468"/>
                    <a:pt x="948184" y="428704"/>
                  </a:cubicBezTo>
                  <a:cubicBezTo>
                    <a:pt x="947848" y="428905"/>
                    <a:pt x="945694" y="429040"/>
                    <a:pt x="945357" y="429242"/>
                  </a:cubicBezTo>
                  <a:cubicBezTo>
                    <a:pt x="945021" y="429444"/>
                    <a:pt x="943069" y="430655"/>
                    <a:pt x="942766" y="430756"/>
                  </a:cubicBezTo>
                  <a:cubicBezTo>
                    <a:pt x="942429" y="430857"/>
                    <a:pt x="942429" y="431193"/>
                    <a:pt x="940814" y="431630"/>
                  </a:cubicBezTo>
                  <a:cubicBezTo>
                    <a:pt x="939198" y="432067"/>
                    <a:pt x="937549" y="431967"/>
                    <a:pt x="936237" y="432505"/>
                  </a:cubicBezTo>
                  <a:cubicBezTo>
                    <a:pt x="934924" y="433043"/>
                    <a:pt x="932535" y="434120"/>
                    <a:pt x="932097" y="434456"/>
                  </a:cubicBezTo>
                  <a:cubicBezTo>
                    <a:pt x="931660" y="434792"/>
                    <a:pt x="928496" y="436071"/>
                    <a:pt x="928496" y="436071"/>
                  </a:cubicBezTo>
                  <a:lnTo>
                    <a:pt x="926544" y="436306"/>
                  </a:lnTo>
                  <a:cubicBezTo>
                    <a:pt x="926544" y="436306"/>
                    <a:pt x="924794" y="437181"/>
                    <a:pt x="924491" y="438055"/>
                  </a:cubicBezTo>
                  <a:cubicBezTo>
                    <a:pt x="924155" y="438930"/>
                    <a:pt x="922439" y="441419"/>
                    <a:pt x="922439" y="441419"/>
                  </a:cubicBezTo>
                  <a:cubicBezTo>
                    <a:pt x="922439" y="441419"/>
                    <a:pt x="920352" y="443269"/>
                    <a:pt x="919511" y="443909"/>
                  </a:cubicBezTo>
                  <a:cubicBezTo>
                    <a:pt x="918636" y="444548"/>
                    <a:pt x="915708" y="446398"/>
                    <a:pt x="915708" y="446398"/>
                  </a:cubicBezTo>
                  <a:lnTo>
                    <a:pt x="910054" y="450199"/>
                  </a:lnTo>
                  <a:lnTo>
                    <a:pt x="904501" y="454640"/>
                  </a:lnTo>
                  <a:cubicBezTo>
                    <a:pt x="904501" y="454640"/>
                    <a:pt x="903626" y="455615"/>
                    <a:pt x="903323" y="455952"/>
                  </a:cubicBezTo>
                  <a:cubicBezTo>
                    <a:pt x="902986" y="456288"/>
                    <a:pt x="901135" y="456725"/>
                    <a:pt x="900832" y="457028"/>
                  </a:cubicBezTo>
                  <a:cubicBezTo>
                    <a:pt x="900496" y="457364"/>
                    <a:pt x="900731" y="457802"/>
                    <a:pt x="898544" y="457802"/>
                  </a:cubicBezTo>
                  <a:cubicBezTo>
                    <a:pt x="896356" y="457802"/>
                    <a:pt x="892789" y="457802"/>
                    <a:pt x="892789" y="457802"/>
                  </a:cubicBezTo>
                  <a:cubicBezTo>
                    <a:pt x="892789" y="457802"/>
                    <a:pt x="889322" y="457903"/>
                    <a:pt x="888649" y="458138"/>
                  </a:cubicBezTo>
                  <a:cubicBezTo>
                    <a:pt x="888010" y="458340"/>
                    <a:pt x="882019" y="458340"/>
                    <a:pt x="882019" y="458340"/>
                  </a:cubicBezTo>
                  <a:cubicBezTo>
                    <a:pt x="882019" y="458340"/>
                    <a:pt x="875928" y="457903"/>
                    <a:pt x="875490" y="457802"/>
                  </a:cubicBezTo>
                  <a:cubicBezTo>
                    <a:pt x="875053" y="457701"/>
                    <a:pt x="873740" y="455312"/>
                    <a:pt x="873336" y="454640"/>
                  </a:cubicBezTo>
                  <a:cubicBezTo>
                    <a:pt x="872899" y="454000"/>
                    <a:pt x="871587" y="452453"/>
                    <a:pt x="871149" y="452453"/>
                  </a:cubicBezTo>
                  <a:cubicBezTo>
                    <a:pt x="870711" y="452453"/>
                    <a:pt x="868322" y="451579"/>
                    <a:pt x="866370" y="451579"/>
                  </a:cubicBezTo>
                  <a:cubicBezTo>
                    <a:pt x="864418" y="451579"/>
                    <a:pt x="860480" y="451478"/>
                    <a:pt x="860178" y="451780"/>
                  </a:cubicBezTo>
                  <a:cubicBezTo>
                    <a:pt x="859841" y="452117"/>
                    <a:pt x="857788" y="451679"/>
                    <a:pt x="857788" y="451679"/>
                  </a:cubicBezTo>
                  <a:lnTo>
                    <a:pt x="853884" y="449190"/>
                  </a:lnTo>
                  <a:lnTo>
                    <a:pt x="851394" y="444851"/>
                  </a:lnTo>
                  <a:cubicBezTo>
                    <a:pt x="851394" y="444851"/>
                    <a:pt x="850620" y="443337"/>
                    <a:pt x="850317" y="443000"/>
                  </a:cubicBezTo>
                  <a:cubicBezTo>
                    <a:pt x="849980" y="442664"/>
                    <a:pt x="847927" y="438964"/>
                    <a:pt x="847591" y="438863"/>
                  </a:cubicBezTo>
                  <a:cubicBezTo>
                    <a:pt x="847254" y="438762"/>
                    <a:pt x="844528" y="438425"/>
                    <a:pt x="844124" y="438425"/>
                  </a:cubicBezTo>
                  <a:cubicBezTo>
                    <a:pt x="843687" y="438425"/>
                    <a:pt x="841398" y="439636"/>
                    <a:pt x="840658" y="440376"/>
                  </a:cubicBezTo>
                  <a:cubicBezTo>
                    <a:pt x="839884" y="441150"/>
                    <a:pt x="839009" y="441352"/>
                    <a:pt x="838706" y="441991"/>
                  </a:cubicBezTo>
                  <a:cubicBezTo>
                    <a:pt x="838369" y="442630"/>
                    <a:pt x="837831" y="443841"/>
                    <a:pt x="837393" y="443841"/>
                  </a:cubicBezTo>
                  <a:cubicBezTo>
                    <a:pt x="836956" y="443841"/>
                    <a:pt x="833691" y="443841"/>
                    <a:pt x="833691" y="443841"/>
                  </a:cubicBezTo>
                  <a:cubicBezTo>
                    <a:pt x="833691" y="443841"/>
                    <a:pt x="831066" y="443640"/>
                    <a:pt x="829350" y="444043"/>
                  </a:cubicBezTo>
                  <a:cubicBezTo>
                    <a:pt x="827600" y="444481"/>
                    <a:pt x="825984" y="445120"/>
                    <a:pt x="825984" y="445120"/>
                  </a:cubicBezTo>
                  <a:lnTo>
                    <a:pt x="823797" y="446734"/>
                  </a:lnTo>
                  <a:cubicBezTo>
                    <a:pt x="823797" y="446734"/>
                    <a:pt x="818581" y="448585"/>
                    <a:pt x="818143" y="448786"/>
                  </a:cubicBezTo>
                  <a:cubicBezTo>
                    <a:pt x="817705" y="449022"/>
                    <a:pt x="814003" y="450098"/>
                    <a:pt x="813566" y="450199"/>
                  </a:cubicBezTo>
                  <a:cubicBezTo>
                    <a:pt x="813128" y="450300"/>
                    <a:pt x="810739" y="452117"/>
                    <a:pt x="810739" y="452117"/>
                  </a:cubicBezTo>
                  <a:lnTo>
                    <a:pt x="807811" y="452487"/>
                  </a:lnTo>
                  <a:lnTo>
                    <a:pt x="804143" y="452487"/>
                  </a:lnTo>
                  <a:cubicBezTo>
                    <a:pt x="804143" y="452487"/>
                    <a:pt x="800239" y="450872"/>
                    <a:pt x="799801" y="450738"/>
                  </a:cubicBezTo>
                  <a:cubicBezTo>
                    <a:pt x="799364" y="450637"/>
                    <a:pt x="795897" y="449964"/>
                    <a:pt x="795897" y="449964"/>
                  </a:cubicBezTo>
                  <a:cubicBezTo>
                    <a:pt x="795897" y="449964"/>
                    <a:pt x="792969" y="448753"/>
                    <a:pt x="792195" y="448652"/>
                  </a:cubicBezTo>
                  <a:cubicBezTo>
                    <a:pt x="791421" y="448551"/>
                    <a:pt x="787955" y="446701"/>
                    <a:pt x="787315" y="446701"/>
                  </a:cubicBezTo>
                  <a:cubicBezTo>
                    <a:pt x="786676" y="446701"/>
                    <a:pt x="785902" y="446465"/>
                    <a:pt x="785464" y="446465"/>
                  </a:cubicBezTo>
                  <a:cubicBezTo>
                    <a:pt x="785027" y="446465"/>
                    <a:pt x="781661" y="447004"/>
                    <a:pt x="781661" y="447004"/>
                  </a:cubicBezTo>
                  <a:lnTo>
                    <a:pt x="780786" y="449190"/>
                  </a:lnTo>
                  <a:cubicBezTo>
                    <a:pt x="780786" y="449190"/>
                    <a:pt x="781123" y="451679"/>
                    <a:pt x="781561" y="452016"/>
                  </a:cubicBezTo>
                  <a:cubicBezTo>
                    <a:pt x="781998" y="452352"/>
                    <a:pt x="784926" y="453765"/>
                    <a:pt x="784926" y="453765"/>
                  </a:cubicBezTo>
                  <a:lnTo>
                    <a:pt x="790041" y="456389"/>
                  </a:lnTo>
                  <a:lnTo>
                    <a:pt x="794719" y="458777"/>
                  </a:lnTo>
                  <a:cubicBezTo>
                    <a:pt x="794719" y="458777"/>
                    <a:pt x="795493" y="462242"/>
                    <a:pt x="795796" y="462478"/>
                  </a:cubicBezTo>
                  <a:cubicBezTo>
                    <a:pt x="796133" y="462680"/>
                    <a:pt x="797008" y="465943"/>
                    <a:pt x="797008" y="465943"/>
                  </a:cubicBezTo>
                  <a:cubicBezTo>
                    <a:pt x="797008" y="465943"/>
                    <a:pt x="798522" y="469542"/>
                    <a:pt x="798859" y="469744"/>
                  </a:cubicBezTo>
                  <a:cubicBezTo>
                    <a:pt x="799195" y="469946"/>
                    <a:pt x="802561" y="473209"/>
                    <a:pt x="802561" y="473209"/>
                  </a:cubicBezTo>
                  <a:cubicBezTo>
                    <a:pt x="802561" y="473209"/>
                    <a:pt x="803200" y="474622"/>
                    <a:pt x="804075" y="474723"/>
                  </a:cubicBezTo>
                  <a:cubicBezTo>
                    <a:pt x="804950" y="474823"/>
                    <a:pt x="807239" y="476775"/>
                    <a:pt x="807542" y="477346"/>
                  </a:cubicBezTo>
                  <a:cubicBezTo>
                    <a:pt x="807845" y="477885"/>
                    <a:pt x="808518" y="479634"/>
                    <a:pt x="808518" y="479634"/>
                  </a:cubicBezTo>
                  <a:cubicBezTo>
                    <a:pt x="808518" y="479634"/>
                    <a:pt x="807542" y="481686"/>
                    <a:pt x="805792" y="482258"/>
                  </a:cubicBezTo>
                  <a:cubicBezTo>
                    <a:pt x="804042" y="482796"/>
                    <a:pt x="801316" y="485286"/>
                    <a:pt x="800239" y="485857"/>
                  </a:cubicBezTo>
                  <a:cubicBezTo>
                    <a:pt x="799162" y="486395"/>
                    <a:pt x="798186" y="486934"/>
                    <a:pt x="796974" y="487808"/>
                  </a:cubicBezTo>
                  <a:cubicBezTo>
                    <a:pt x="795763" y="488683"/>
                    <a:pt x="792936" y="492148"/>
                    <a:pt x="792936" y="492148"/>
                  </a:cubicBezTo>
                  <a:lnTo>
                    <a:pt x="791522" y="493897"/>
                  </a:lnTo>
                  <a:cubicBezTo>
                    <a:pt x="791522" y="493897"/>
                    <a:pt x="788359" y="496622"/>
                    <a:pt x="788056" y="497160"/>
                  </a:cubicBezTo>
                  <a:cubicBezTo>
                    <a:pt x="787719" y="497699"/>
                    <a:pt x="785868" y="500087"/>
                    <a:pt x="785868" y="500524"/>
                  </a:cubicBezTo>
                  <a:cubicBezTo>
                    <a:pt x="785868" y="500961"/>
                    <a:pt x="785431" y="502812"/>
                    <a:pt x="785431" y="503249"/>
                  </a:cubicBezTo>
                  <a:cubicBezTo>
                    <a:pt x="785431" y="503686"/>
                    <a:pt x="785094" y="506277"/>
                    <a:pt x="784657" y="506512"/>
                  </a:cubicBezTo>
                  <a:cubicBezTo>
                    <a:pt x="784219" y="506747"/>
                    <a:pt x="783681" y="506949"/>
                    <a:pt x="782469" y="507151"/>
                  </a:cubicBezTo>
                  <a:cubicBezTo>
                    <a:pt x="781258" y="507353"/>
                    <a:pt x="779541" y="507252"/>
                    <a:pt x="779104" y="506714"/>
                  </a:cubicBezTo>
                  <a:cubicBezTo>
                    <a:pt x="778666" y="506176"/>
                    <a:pt x="777354" y="505839"/>
                    <a:pt x="777051" y="504325"/>
                  </a:cubicBezTo>
                  <a:cubicBezTo>
                    <a:pt x="776714" y="502812"/>
                    <a:pt x="775200" y="499751"/>
                    <a:pt x="775200" y="499751"/>
                  </a:cubicBezTo>
                  <a:lnTo>
                    <a:pt x="771397" y="498001"/>
                  </a:lnTo>
                  <a:cubicBezTo>
                    <a:pt x="771397" y="498001"/>
                    <a:pt x="768469" y="498775"/>
                    <a:pt x="768132" y="498977"/>
                  </a:cubicBezTo>
                  <a:cubicBezTo>
                    <a:pt x="767796" y="499178"/>
                    <a:pt x="764767" y="501802"/>
                    <a:pt x="764767" y="501802"/>
                  </a:cubicBezTo>
                  <a:cubicBezTo>
                    <a:pt x="764767" y="501802"/>
                    <a:pt x="764666" y="502879"/>
                    <a:pt x="763791" y="502442"/>
                  </a:cubicBezTo>
                  <a:cubicBezTo>
                    <a:pt x="762916" y="502004"/>
                    <a:pt x="760964" y="501130"/>
                    <a:pt x="759988" y="499280"/>
                  </a:cubicBezTo>
                  <a:cubicBezTo>
                    <a:pt x="759012" y="497429"/>
                    <a:pt x="758036" y="495276"/>
                    <a:pt x="757699" y="494503"/>
                  </a:cubicBezTo>
                  <a:cubicBezTo>
                    <a:pt x="757363" y="493763"/>
                    <a:pt x="757262" y="493628"/>
                    <a:pt x="756723" y="493090"/>
                  </a:cubicBezTo>
                  <a:cubicBezTo>
                    <a:pt x="756185" y="492552"/>
                    <a:pt x="755209" y="491576"/>
                    <a:pt x="754872" y="491038"/>
                  </a:cubicBezTo>
                  <a:cubicBezTo>
                    <a:pt x="754536" y="490500"/>
                    <a:pt x="752685" y="489524"/>
                    <a:pt x="752685" y="489524"/>
                  </a:cubicBezTo>
                  <a:cubicBezTo>
                    <a:pt x="752685" y="489524"/>
                    <a:pt x="751507" y="489423"/>
                    <a:pt x="750396" y="489423"/>
                  </a:cubicBezTo>
                  <a:cubicBezTo>
                    <a:pt x="749319" y="489423"/>
                    <a:pt x="750060" y="489087"/>
                    <a:pt x="748209" y="489423"/>
                  </a:cubicBezTo>
                  <a:cubicBezTo>
                    <a:pt x="746358" y="489759"/>
                    <a:pt x="744944" y="489759"/>
                    <a:pt x="744608" y="489524"/>
                  </a:cubicBezTo>
                  <a:cubicBezTo>
                    <a:pt x="744271" y="489322"/>
                    <a:pt x="743093" y="489087"/>
                    <a:pt x="742757" y="488986"/>
                  </a:cubicBezTo>
                  <a:cubicBezTo>
                    <a:pt x="742420" y="488885"/>
                    <a:pt x="741242" y="489423"/>
                    <a:pt x="740367" y="487371"/>
                  </a:cubicBezTo>
                  <a:cubicBezTo>
                    <a:pt x="739492" y="485319"/>
                    <a:pt x="739290" y="484983"/>
                    <a:pt x="739290" y="484343"/>
                  </a:cubicBezTo>
                  <a:cubicBezTo>
                    <a:pt x="739290" y="483704"/>
                    <a:pt x="739189" y="481619"/>
                    <a:pt x="739290" y="481181"/>
                  </a:cubicBezTo>
                  <a:cubicBezTo>
                    <a:pt x="739391" y="480744"/>
                    <a:pt x="738987" y="479230"/>
                    <a:pt x="739223" y="478692"/>
                  </a:cubicBezTo>
                  <a:cubicBezTo>
                    <a:pt x="739492" y="478154"/>
                    <a:pt x="739122" y="477481"/>
                    <a:pt x="739122" y="477178"/>
                  </a:cubicBezTo>
                  <a:cubicBezTo>
                    <a:pt x="739156" y="476842"/>
                    <a:pt x="737507" y="475866"/>
                    <a:pt x="737103" y="475429"/>
                  </a:cubicBezTo>
                  <a:cubicBezTo>
                    <a:pt x="736665" y="474992"/>
                    <a:pt x="734478" y="474353"/>
                    <a:pt x="734478" y="474353"/>
                  </a:cubicBezTo>
                  <a:cubicBezTo>
                    <a:pt x="734478" y="474353"/>
                    <a:pt x="733165" y="473579"/>
                    <a:pt x="732963" y="473141"/>
                  </a:cubicBezTo>
                  <a:cubicBezTo>
                    <a:pt x="732761" y="472704"/>
                    <a:pt x="731550" y="471089"/>
                    <a:pt x="731213" y="470854"/>
                  </a:cubicBezTo>
                  <a:cubicBezTo>
                    <a:pt x="730877" y="470652"/>
                    <a:pt x="728925" y="467591"/>
                    <a:pt x="728925" y="467591"/>
                  </a:cubicBezTo>
                  <a:cubicBezTo>
                    <a:pt x="728925" y="467591"/>
                    <a:pt x="727949" y="467053"/>
                    <a:pt x="728925" y="466279"/>
                  </a:cubicBezTo>
                  <a:cubicBezTo>
                    <a:pt x="729901" y="465505"/>
                    <a:pt x="730002" y="464530"/>
                    <a:pt x="730540" y="463992"/>
                  </a:cubicBezTo>
                  <a:cubicBezTo>
                    <a:pt x="731079" y="463453"/>
                    <a:pt x="731953" y="462814"/>
                    <a:pt x="733030" y="462579"/>
                  </a:cubicBezTo>
                  <a:cubicBezTo>
                    <a:pt x="734107" y="462343"/>
                    <a:pt x="735083" y="461940"/>
                    <a:pt x="735521" y="461805"/>
                  </a:cubicBezTo>
                  <a:cubicBezTo>
                    <a:pt x="735958" y="461704"/>
                    <a:pt x="737910" y="458340"/>
                    <a:pt x="737910" y="458004"/>
                  </a:cubicBezTo>
                  <a:cubicBezTo>
                    <a:pt x="737910" y="457667"/>
                    <a:pt x="737136" y="456053"/>
                    <a:pt x="735858" y="455817"/>
                  </a:cubicBezTo>
                  <a:cubicBezTo>
                    <a:pt x="734545" y="455582"/>
                    <a:pt x="732829" y="454741"/>
                    <a:pt x="731718" y="454841"/>
                  </a:cubicBezTo>
                  <a:cubicBezTo>
                    <a:pt x="730641" y="454942"/>
                    <a:pt x="727915" y="454942"/>
                    <a:pt x="727578" y="455279"/>
                  </a:cubicBezTo>
                  <a:cubicBezTo>
                    <a:pt x="727242" y="455615"/>
                    <a:pt x="726064" y="455817"/>
                    <a:pt x="725290" y="456456"/>
                  </a:cubicBezTo>
                  <a:cubicBezTo>
                    <a:pt x="724516" y="457095"/>
                    <a:pt x="723001" y="458407"/>
                    <a:pt x="722026" y="459181"/>
                  </a:cubicBezTo>
                  <a:cubicBezTo>
                    <a:pt x="721049" y="459955"/>
                    <a:pt x="719972" y="459618"/>
                    <a:pt x="719535" y="460493"/>
                  </a:cubicBezTo>
                  <a:cubicBezTo>
                    <a:pt x="719097" y="461368"/>
                    <a:pt x="718121" y="462007"/>
                    <a:pt x="717785" y="462007"/>
                  </a:cubicBezTo>
                  <a:cubicBezTo>
                    <a:pt x="717448" y="462007"/>
                    <a:pt x="714857" y="462343"/>
                    <a:pt x="714857" y="462343"/>
                  </a:cubicBezTo>
                  <a:cubicBezTo>
                    <a:pt x="714857" y="462343"/>
                    <a:pt x="711828" y="461906"/>
                    <a:pt x="711391" y="461704"/>
                  </a:cubicBezTo>
                  <a:cubicBezTo>
                    <a:pt x="710953" y="461502"/>
                    <a:pt x="709001" y="460190"/>
                    <a:pt x="708665" y="459854"/>
                  </a:cubicBezTo>
                  <a:cubicBezTo>
                    <a:pt x="708328" y="459517"/>
                    <a:pt x="707049" y="458777"/>
                    <a:pt x="706713" y="457129"/>
                  </a:cubicBezTo>
                  <a:cubicBezTo>
                    <a:pt x="706376" y="455481"/>
                    <a:pt x="706612" y="455279"/>
                    <a:pt x="706174" y="454841"/>
                  </a:cubicBezTo>
                  <a:cubicBezTo>
                    <a:pt x="705737" y="454404"/>
                    <a:pt x="704559" y="453866"/>
                    <a:pt x="704121" y="453866"/>
                  </a:cubicBezTo>
                  <a:cubicBezTo>
                    <a:pt x="703684" y="453866"/>
                    <a:pt x="700958" y="453967"/>
                    <a:pt x="700655" y="453866"/>
                  </a:cubicBezTo>
                  <a:cubicBezTo>
                    <a:pt x="700318" y="453765"/>
                    <a:pt x="698602" y="452991"/>
                    <a:pt x="698467" y="452453"/>
                  </a:cubicBezTo>
                  <a:cubicBezTo>
                    <a:pt x="698366" y="451915"/>
                    <a:pt x="698467" y="450603"/>
                    <a:pt x="699679" y="449527"/>
                  </a:cubicBezTo>
                  <a:cubicBezTo>
                    <a:pt x="700857" y="448450"/>
                    <a:pt x="702405" y="447037"/>
                    <a:pt x="702405" y="447037"/>
                  </a:cubicBezTo>
                  <a:cubicBezTo>
                    <a:pt x="702405" y="447037"/>
                    <a:pt x="702741" y="443774"/>
                    <a:pt x="702405" y="443673"/>
                  </a:cubicBezTo>
                  <a:cubicBezTo>
                    <a:pt x="702068" y="443572"/>
                    <a:pt x="701429" y="442698"/>
                    <a:pt x="700890" y="442361"/>
                  </a:cubicBezTo>
                  <a:cubicBezTo>
                    <a:pt x="700352" y="442025"/>
                    <a:pt x="698467" y="439973"/>
                    <a:pt x="698467" y="439973"/>
                  </a:cubicBezTo>
                  <a:cubicBezTo>
                    <a:pt x="698467" y="439973"/>
                    <a:pt x="699174" y="438358"/>
                    <a:pt x="699713" y="437921"/>
                  </a:cubicBezTo>
                  <a:cubicBezTo>
                    <a:pt x="700251" y="437484"/>
                    <a:pt x="701126" y="436609"/>
                    <a:pt x="701227" y="436272"/>
                  </a:cubicBezTo>
                  <a:cubicBezTo>
                    <a:pt x="701328" y="435936"/>
                    <a:pt x="702741" y="434759"/>
                    <a:pt x="702741" y="434759"/>
                  </a:cubicBezTo>
                  <a:cubicBezTo>
                    <a:pt x="702741" y="434759"/>
                    <a:pt x="701664" y="432269"/>
                    <a:pt x="701530" y="431933"/>
                  </a:cubicBezTo>
                  <a:cubicBezTo>
                    <a:pt x="701429" y="431597"/>
                    <a:pt x="700217" y="431159"/>
                    <a:pt x="700991" y="430520"/>
                  </a:cubicBezTo>
                  <a:cubicBezTo>
                    <a:pt x="701765" y="429881"/>
                    <a:pt x="702506" y="428670"/>
                    <a:pt x="702506" y="428670"/>
                  </a:cubicBezTo>
                  <a:lnTo>
                    <a:pt x="703381" y="427694"/>
                  </a:lnTo>
                  <a:cubicBezTo>
                    <a:pt x="703381" y="427694"/>
                    <a:pt x="703717" y="425070"/>
                    <a:pt x="703583" y="424667"/>
                  </a:cubicBezTo>
                  <a:cubicBezTo>
                    <a:pt x="703482" y="424229"/>
                    <a:pt x="702506" y="422615"/>
                    <a:pt x="702506" y="422177"/>
                  </a:cubicBezTo>
                  <a:cubicBezTo>
                    <a:pt x="702506" y="421740"/>
                    <a:pt x="703583" y="420428"/>
                    <a:pt x="704693" y="419789"/>
                  </a:cubicBezTo>
                  <a:cubicBezTo>
                    <a:pt x="705770" y="419150"/>
                    <a:pt x="706208" y="418477"/>
                    <a:pt x="706208" y="418040"/>
                  </a:cubicBezTo>
                  <a:cubicBezTo>
                    <a:pt x="706208" y="417602"/>
                    <a:pt x="707285" y="416627"/>
                    <a:pt x="706208" y="414878"/>
                  </a:cubicBezTo>
                  <a:cubicBezTo>
                    <a:pt x="705131" y="413128"/>
                    <a:pt x="703818" y="411716"/>
                    <a:pt x="703818" y="411716"/>
                  </a:cubicBezTo>
                  <a:lnTo>
                    <a:pt x="701328" y="410740"/>
                  </a:lnTo>
                  <a:lnTo>
                    <a:pt x="697962" y="410740"/>
                  </a:lnTo>
                  <a:lnTo>
                    <a:pt x="696212" y="410740"/>
                  </a:lnTo>
                  <a:lnTo>
                    <a:pt x="694462" y="410740"/>
                  </a:lnTo>
                  <a:lnTo>
                    <a:pt x="690996" y="410740"/>
                  </a:lnTo>
                  <a:cubicBezTo>
                    <a:pt x="690996" y="410740"/>
                    <a:pt x="690659" y="412254"/>
                    <a:pt x="690222" y="412590"/>
                  </a:cubicBezTo>
                  <a:cubicBezTo>
                    <a:pt x="689784" y="412927"/>
                    <a:pt x="688707" y="413465"/>
                    <a:pt x="688707" y="413465"/>
                  </a:cubicBezTo>
                  <a:cubicBezTo>
                    <a:pt x="688707" y="413465"/>
                    <a:pt x="687732" y="412927"/>
                    <a:pt x="687193" y="412489"/>
                  </a:cubicBezTo>
                  <a:cubicBezTo>
                    <a:pt x="686655" y="412052"/>
                    <a:pt x="684366" y="411514"/>
                    <a:pt x="684366" y="411514"/>
                  </a:cubicBezTo>
                  <a:cubicBezTo>
                    <a:pt x="684366" y="411514"/>
                    <a:pt x="683053" y="411312"/>
                    <a:pt x="682515" y="411312"/>
                  </a:cubicBezTo>
                  <a:cubicBezTo>
                    <a:pt x="681977" y="411312"/>
                    <a:pt x="680226" y="411648"/>
                    <a:pt x="680226" y="411648"/>
                  </a:cubicBezTo>
                  <a:lnTo>
                    <a:pt x="678375" y="412422"/>
                  </a:lnTo>
                  <a:lnTo>
                    <a:pt x="674135" y="410807"/>
                  </a:lnTo>
                  <a:lnTo>
                    <a:pt x="673597" y="409394"/>
                  </a:lnTo>
                  <a:cubicBezTo>
                    <a:pt x="673597" y="409394"/>
                    <a:pt x="675986" y="403407"/>
                    <a:pt x="676087" y="403104"/>
                  </a:cubicBezTo>
                  <a:cubicBezTo>
                    <a:pt x="676188" y="402767"/>
                    <a:pt x="673597" y="398226"/>
                    <a:pt x="673597" y="398226"/>
                  </a:cubicBezTo>
                  <a:lnTo>
                    <a:pt x="670568" y="396914"/>
                  </a:lnTo>
                  <a:lnTo>
                    <a:pt x="668380" y="396914"/>
                  </a:lnTo>
                  <a:lnTo>
                    <a:pt x="664914" y="396914"/>
                  </a:lnTo>
                  <a:cubicBezTo>
                    <a:pt x="664914" y="396914"/>
                    <a:pt x="662861" y="396039"/>
                    <a:pt x="662962" y="395064"/>
                  </a:cubicBezTo>
                  <a:cubicBezTo>
                    <a:pt x="663063" y="394088"/>
                    <a:pt x="664375" y="393113"/>
                    <a:pt x="662962" y="393113"/>
                  </a:cubicBezTo>
                  <a:cubicBezTo>
                    <a:pt x="661548" y="393113"/>
                    <a:pt x="659058" y="392339"/>
                    <a:pt x="659058" y="392339"/>
                  </a:cubicBezTo>
                  <a:cubicBezTo>
                    <a:pt x="659058" y="392339"/>
                    <a:pt x="658284" y="389614"/>
                    <a:pt x="658519" y="389312"/>
                  </a:cubicBezTo>
                  <a:cubicBezTo>
                    <a:pt x="658721" y="388975"/>
                    <a:pt x="658957" y="386486"/>
                    <a:pt x="658957" y="386048"/>
                  </a:cubicBezTo>
                  <a:cubicBezTo>
                    <a:pt x="658957" y="385611"/>
                    <a:pt x="659159" y="383223"/>
                    <a:pt x="659159" y="382785"/>
                  </a:cubicBezTo>
                  <a:cubicBezTo>
                    <a:pt x="659159" y="382348"/>
                    <a:pt x="659058" y="379321"/>
                    <a:pt x="659058" y="379321"/>
                  </a:cubicBezTo>
                  <a:cubicBezTo>
                    <a:pt x="659058" y="379321"/>
                    <a:pt x="657543" y="377672"/>
                    <a:pt x="657442" y="377370"/>
                  </a:cubicBezTo>
                  <a:cubicBezTo>
                    <a:pt x="657341" y="377033"/>
                    <a:pt x="655490" y="375957"/>
                    <a:pt x="656231" y="375183"/>
                  </a:cubicBezTo>
                  <a:cubicBezTo>
                    <a:pt x="657005" y="374409"/>
                    <a:pt x="657745" y="372593"/>
                    <a:pt x="657745" y="372122"/>
                  </a:cubicBezTo>
                  <a:cubicBezTo>
                    <a:pt x="657745" y="371684"/>
                    <a:pt x="655793" y="368960"/>
                    <a:pt x="655457" y="368960"/>
                  </a:cubicBezTo>
                  <a:cubicBezTo>
                    <a:pt x="655120" y="368960"/>
                    <a:pt x="652865" y="367917"/>
                    <a:pt x="652293" y="368051"/>
                  </a:cubicBezTo>
                  <a:cubicBezTo>
                    <a:pt x="651755" y="368152"/>
                    <a:pt x="648928" y="367345"/>
                    <a:pt x="648591" y="367345"/>
                  </a:cubicBezTo>
                  <a:cubicBezTo>
                    <a:pt x="648255" y="367345"/>
                    <a:pt x="642298" y="367345"/>
                    <a:pt x="642298" y="367345"/>
                  </a:cubicBezTo>
                  <a:lnTo>
                    <a:pt x="636879" y="365495"/>
                  </a:lnTo>
                  <a:lnTo>
                    <a:pt x="633076" y="362871"/>
                  </a:lnTo>
                  <a:lnTo>
                    <a:pt x="629172" y="360381"/>
                  </a:lnTo>
                  <a:lnTo>
                    <a:pt x="625269" y="357758"/>
                  </a:lnTo>
                  <a:lnTo>
                    <a:pt x="620052" y="358397"/>
                  </a:lnTo>
                  <a:cubicBezTo>
                    <a:pt x="620052" y="358397"/>
                    <a:pt x="618302" y="353284"/>
                    <a:pt x="617999" y="352846"/>
                  </a:cubicBezTo>
                  <a:cubicBezTo>
                    <a:pt x="617663" y="352409"/>
                    <a:pt x="612345" y="349045"/>
                    <a:pt x="612345" y="349045"/>
                  </a:cubicBezTo>
                  <a:cubicBezTo>
                    <a:pt x="612345" y="349045"/>
                    <a:pt x="609417" y="348608"/>
                    <a:pt x="608980" y="348507"/>
                  </a:cubicBezTo>
                  <a:cubicBezTo>
                    <a:pt x="608542" y="348406"/>
                    <a:pt x="602148" y="347094"/>
                    <a:pt x="601811" y="346993"/>
                  </a:cubicBezTo>
                  <a:cubicBezTo>
                    <a:pt x="601475" y="346892"/>
                    <a:pt x="597032" y="346993"/>
                    <a:pt x="597032" y="346993"/>
                  </a:cubicBezTo>
                  <a:cubicBezTo>
                    <a:pt x="597032" y="346993"/>
                    <a:pt x="595518" y="346455"/>
                    <a:pt x="594407" y="346959"/>
                  </a:cubicBezTo>
                  <a:cubicBezTo>
                    <a:pt x="593330" y="347430"/>
                    <a:pt x="590268" y="348204"/>
                    <a:pt x="590268" y="348204"/>
                  </a:cubicBezTo>
                  <a:cubicBezTo>
                    <a:pt x="590268" y="348204"/>
                    <a:pt x="589830" y="349617"/>
                    <a:pt x="587542" y="348978"/>
                  </a:cubicBezTo>
                  <a:cubicBezTo>
                    <a:pt x="585253" y="348338"/>
                    <a:pt x="582527" y="345816"/>
                    <a:pt x="582763" y="345513"/>
                  </a:cubicBezTo>
                  <a:cubicBezTo>
                    <a:pt x="582965" y="345176"/>
                    <a:pt x="587239" y="345513"/>
                    <a:pt x="587239" y="345513"/>
                  </a:cubicBezTo>
                  <a:lnTo>
                    <a:pt x="589830" y="345378"/>
                  </a:lnTo>
                  <a:lnTo>
                    <a:pt x="592220" y="343898"/>
                  </a:lnTo>
                  <a:lnTo>
                    <a:pt x="592758" y="342822"/>
                  </a:lnTo>
                  <a:lnTo>
                    <a:pt x="593633" y="340231"/>
                  </a:lnTo>
                  <a:cubicBezTo>
                    <a:pt x="593633" y="340231"/>
                    <a:pt x="594273" y="338818"/>
                    <a:pt x="594508" y="338482"/>
                  </a:cubicBezTo>
                  <a:cubicBezTo>
                    <a:pt x="594710" y="338146"/>
                    <a:pt x="596258" y="335892"/>
                    <a:pt x="596258" y="335892"/>
                  </a:cubicBezTo>
                  <a:cubicBezTo>
                    <a:pt x="596258" y="335892"/>
                    <a:pt x="598109" y="334916"/>
                    <a:pt x="598446" y="334681"/>
                  </a:cubicBezTo>
                  <a:cubicBezTo>
                    <a:pt x="598782" y="334479"/>
                    <a:pt x="598883" y="333806"/>
                    <a:pt x="599859" y="333604"/>
                  </a:cubicBezTo>
                  <a:cubicBezTo>
                    <a:pt x="600835" y="333402"/>
                    <a:pt x="601273" y="333402"/>
                    <a:pt x="601710" y="332831"/>
                  </a:cubicBezTo>
                  <a:cubicBezTo>
                    <a:pt x="602148" y="332292"/>
                    <a:pt x="603326" y="331317"/>
                    <a:pt x="604201" y="330678"/>
                  </a:cubicBezTo>
                  <a:cubicBezTo>
                    <a:pt x="605076" y="330039"/>
                    <a:pt x="605412" y="329366"/>
                    <a:pt x="605715" y="329265"/>
                  </a:cubicBezTo>
                  <a:cubicBezTo>
                    <a:pt x="606052" y="329164"/>
                    <a:pt x="606893" y="328289"/>
                    <a:pt x="606893" y="328289"/>
                  </a:cubicBezTo>
                  <a:lnTo>
                    <a:pt x="609081" y="327415"/>
                  </a:lnTo>
                  <a:lnTo>
                    <a:pt x="611033" y="327415"/>
                  </a:lnTo>
                  <a:lnTo>
                    <a:pt x="615172" y="327415"/>
                  </a:lnTo>
                  <a:lnTo>
                    <a:pt x="616249" y="327415"/>
                  </a:lnTo>
                  <a:cubicBezTo>
                    <a:pt x="616249" y="327415"/>
                    <a:pt x="618201" y="326103"/>
                    <a:pt x="618740" y="325564"/>
                  </a:cubicBezTo>
                  <a:cubicBezTo>
                    <a:pt x="619278" y="325026"/>
                    <a:pt x="620153" y="324252"/>
                    <a:pt x="620490" y="323815"/>
                  </a:cubicBezTo>
                  <a:cubicBezTo>
                    <a:pt x="620826" y="323378"/>
                    <a:pt x="622004" y="321629"/>
                    <a:pt x="622004" y="321629"/>
                  </a:cubicBezTo>
                  <a:lnTo>
                    <a:pt x="623317" y="319947"/>
                  </a:lnTo>
                  <a:lnTo>
                    <a:pt x="624730" y="318702"/>
                  </a:lnTo>
                  <a:lnTo>
                    <a:pt x="624932" y="318702"/>
                  </a:lnTo>
                  <a:cubicBezTo>
                    <a:pt x="624932" y="318702"/>
                    <a:pt x="627220" y="318366"/>
                    <a:pt x="628398" y="318702"/>
                  </a:cubicBezTo>
                  <a:cubicBezTo>
                    <a:pt x="629610" y="319038"/>
                    <a:pt x="630889" y="318567"/>
                    <a:pt x="630889" y="318567"/>
                  </a:cubicBezTo>
                  <a:cubicBezTo>
                    <a:pt x="630889" y="318567"/>
                    <a:pt x="632942" y="317289"/>
                    <a:pt x="633514" y="316650"/>
                  </a:cubicBezTo>
                  <a:cubicBezTo>
                    <a:pt x="634052" y="316011"/>
                    <a:pt x="635365" y="315574"/>
                    <a:pt x="635567" y="315136"/>
                  </a:cubicBezTo>
                  <a:cubicBezTo>
                    <a:pt x="635769" y="314699"/>
                    <a:pt x="636341" y="313723"/>
                    <a:pt x="636341" y="313084"/>
                  </a:cubicBezTo>
                  <a:cubicBezTo>
                    <a:pt x="636341" y="312445"/>
                    <a:pt x="635903" y="309720"/>
                    <a:pt x="635129" y="309047"/>
                  </a:cubicBezTo>
                  <a:cubicBezTo>
                    <a:pt x="634355" y="308408"/>
                    <a:pt x="634153" y="306861"/>
                    <a:pt x="634153" y="306861"/>
                  </a:cubicBezTo>
                  <a:cubicBezTo>
                    <a:pt x="634153" y="306861"/>
                    <a:pt x="635028" y="304910"/>
                    <a:pt x="635230" y="304371"/>
                  </a:cubicBezTo>
                  <a:cubicBezTo>
                    <a:pt x="635432" y="303833"/>
                    <a:pt x="636644" y="302757"/>
                    <a:pt x="637283" y="301748"/>
                  </a:cubicBezTo>
                  <a:cubicBezTo>
                    <a:pt x="637923" y="300772"/>
                    <a:pt x="638899" y="299359"/>
                    <a:pt x="638899" y="299359"/>
                  </a:cubicBezTo>
                  <a:cubicBezTo>
                    <a:pt x="638899" y="299359"/>
                    <a:pt x="642163" y="294481"/>
                    <a:pt x="642500" y="294347"/>
                  </a:cubicBezTo>
                  <a:cubicBezTo>
                    <a:pt x="642836" y="294246"/>
                    <a:pt x="644553" y="292934"/>
                    <a:pt x="644553" y="292934"/>
                  </a:cubicBezTo>
                  <a:cubicBezTo>
                    <a:pt x="644553" y="292934"/>
                    <a:pt x="645091" y="292732"/>
                    <a:pt x="645630" y="292396"/>
                  </a:cubicBezTo>
                  <a:cubicBezTo>
                    <a:pt x="646168" y="292059"/>
                    <a:pt x="646942" y="291622"/>
                    <a:pt x="646841" y="290983"/>
                  </a:cubicBezTo>
                  <a:cubicBezTo>
                    <a:pt x="646740" y="290344"/>
                    <a:pt x="646639" y="288494"/>
                    <a:pt x="646639" y="288494"/>
                  </a:cubicBezTo>
                  <a:cubicBezTo>
                    <a:pt x="646639" y="288494"/>
                    <a:pt x="647615" y="287518"/>
                    <a:pt x="648053" y="286879"/>
                  </a:cubicBezTo>
                  <a:cubicBezTo>
                    <a:pt x="648490" y="286240"/>
                    <a:pt x="649904" y="285264"/>
                    <a:pt x="649904" y="285264"/>
                  </a:cubicBezTo>
                  <a:cubicBezTo>
                    <a:pt x="649904" y="285264"/>
                    <a:pt x="650880" y="284289"/>
                    <a:pt x="651418" y="284053"/>
                  </a:cubicBezTo>
                  <a:cubicBezTo>
                    <a:pt x="651957" y="283851"/>
                    <a:pt x="653168" y="282876"/>
                    <a:pt x="653168" y="282876"/>
                  </a:cubicBezTo>
                  <a:lnTo>
                    <a:pt x="655457" y="280689"/>
                  </a:lnTo>
                  <a:cubicBezTo>
                    <a:pt x="655457" y="280689"/>
                    <a:pt x="656231" y="279478"/>
                    <a:pt x="656534" y="279377"/>
                  </a:cubicBezTo>
                  <a:cubicBezTo>
                    <a:pt x="656870" y="279276"/>
                    <a:pt x="658385" y="277762"/>
                    <a:pt x="659024" y="276989"/>
                  </a:cubicBezTo>
                  <a:cubicBezTo>
                    <a:pt x="659664" y="276249"/>
                    <a:pt x="660236" y="275677"/>
                    <a:pt x="660236" y="275374"/>
                  </a:cubicBezTo>
                  <a:cubicBezTo>
                    <a:pt x="660236" y="275038"/>
                    <a:pt x="661380" y="273860"/>
                    <a:pt x="661380" y="273860"/>
                  </a:cubicBezTo>
                  <a:cubicBezTo>
                    <a:pt x="661380" y="273860"/>
                    <a:pt x="662322" y="271573"/>
                    <a:pt x="662322" y="271236"/>
                  </a:cubicBezTo>
                  <a:cubicBezTo>
                    <a:pt x="662322" y="270900"/>
                    <a:pt x="662322" y="267435"/>
                    <a:pt x="662322" y="267435"/>
                  </a:cubicBezTo>
                  <a:cubicBezTo>
                    <a:pt x="662322" y="267435"/>
                    <a:pt x="661346" y="265921"/>
                    <a:pt x="661346" y="265585"/>
                  </a:cubicBezTo>
                  <a:cubicBezTo>
                    <a:pt x="661346" y="265249"/>
                    <a:pt x="661986" y="264710"/>
                    <a:pt x="662322" y="264508"/>
                  </a:cubicBezTo>
                  <a:cubicBezTo>
                    <a:pt x="662659" y="264307"/>
                    <a:pt x="663635" y="262995"/>
                    <a:pt x="663635" y="262995"/>
                  </a:cubicBezTo>
                  <a:lnTo>
                    <a:pt x="664072" y="262019"/>
                  </a:lnTo>
                  <a:lnTo>
                    <a:pt x="662760" y="257680"/>
                  </a:lnTo>
                  <a:cubicBezTo>
                    <a:pt x="662760" y="257680"/>
                    <a:pt x="662221" y="256704"/>
                    <a:pt x="661885" y="256368"/>
                  </a:cubicBezTo>
                  <a:cubicBezTo>
                    <a:pt x="661548" y="256031"/>
                    <a:pt x="660808" y="254955"/>
                    <a:pt x="660471" y="254854"/>
                  </a:cubicBezTo>
                  <a:cubicBezTo>
                    <a:pt x="660135" y="254753"/>
                    <a:pt x="658923" y="252028"/>
                    <a:pt x="658923" y="252028"/>
                  </a:cubicBezTo>
                  <a:lnTo>
                    <a:pt x="658788" y="248900"/>
                  </a:lnTo>
                  <a:lnTo>
                    <a:pt x="658216" y="246141"/>
                  </a:lnTo>
                  <a:lnTo>
                    <a:pt x="657341" y="244627"/>
                  </a:lnTo>
                  <a:cubicBezTo>
                    <a:pt x="657341" y="244627"/>
                    <a:pt x="655087" y="242306"/>
                    <a:pt x="654817" y="242306"/>
                  </a:cubicBezTo>
                  <a:cubicBezTo>
                    <a:pt x="654514" y="242306"/>
                    <a:pt x="652125" y="240355"/>
                    <a:pt x="651923" y="240288"/>
                  </a:cubicBezTo>
                  <a:cubicBezTo>
                    <a:pt x="651721" y="240221"/>
                    <a:pt x="648894" y="238606"/>
                    <a:pt x="648658" y="238606"/>
                  </a:cubicBezTo>
                  <a:cubicBezTo>
                    <a:pt x="648456" y="238606"/>
                    <a:pt x="647144" y="236789"/>
                    <a:pt x="647144" y="236789"/>
                  </a:cubicBezTo>
                  <a:lnTo>
                    <a:pt x="646942" y="235545"/>
                  </a:lnTo>
                  <a:cubicBezTo>
                    <a:pt x="646942" y="235545"/>
                    <a:pt x="645630" y="235612"/>
                    <a:pt x="644990" y="235545"/>
                  </a:cubicBezTo>
                  <a:cubicBezTo>
                    <a:pt x="644351" y="235477"/>
                    <a:pt x="643408" y="235612"/>
                    <a:pt x="642803" y="235545"/>
                  </a:cubicBezTo>
                  <a:cubicBezTo>
                    <a:pt x="642230" y="235477"/>
                    <a:pt x="640413" y="235578"/>
                    <a:pt x="640110" y="235545"/>
                  </a:cubicBezTo>
                  <a:cubicBezTo>
                    <a:pt x="639807" y="235477"/>
                    <a:pt x="638529" y="235410"/>
                    <a:pt x="637418" y="235208"/>
                  </a:cubicBezTo>
                  <a:cubicBezTo>
                    <a:pt x="636341" y="234973"/>
                    <a:pt x="633076" y="233964"/>
                    <a:pt x="632774" y="233896"/>
                  </a:cubicBezTo>
                  <a:cubicBezTo>
                    <a:pt x="632471" y="233829"/>
                    <a:pt x="630014" y="232887"/>
                    <a:pt x="630014" y="232887"/>
                  </a:cubicBezTo>
                  <a:cubicBezTo>
                    <a:pt x="630014" y="232887"/>
                    <a:pt x="629004" y="233089"/>
                    <a:pt x="628701" y="232887"/>
                  </a:cubicBezTo>
                  <a:cubicBezTo>
                    <a:pt x="628398" y="232685"/>
                    <a:pt x="623283" y="231003"/>
                    <a:pt x="623283" y="231003"/>
                  </a:cubicBezTo>
                  <a:cubicBezTo>
                    <a:pt x="623283" y="231003"/>
                    <a:pt x="622206" y="230499"/>
                    <a:pt x="621331" y="230364"/>
                  </a:cubicBezTo>
                  <a:cubicBezTo>
                    <a:pt x="620456" y="230230"/>
                    <a:pt x="616990" y="228918"/>
                    <a:pt x="616990" y="228918"/>
                  </a:cubicBezTo>
                  <a:cubicBezTo>
                    <a:pt x="616990" y="228918"/>
                    <a:pt x="616047" y="227034"/>
                    <a:pt x="615610" y="227101"/>
                  </a:cubicBezTo>
                  <a:cubicBezTo>
                    <a:pt x="615172" y="227168"/>
                    <a:pt x="613860" y="227976"/>
                    <a:pt x="613860" y="227976"/>
                  </a:cubicBezTo>
                  <a:cubicBezTo>
                    <a:pt x="613860" y="227976"/>
                    <a:pt x="612278" y="229658"/>
                    <a:pt x="612278" y="229994"/>
                  </a:cubicBezTo>
                  <a:cubicBezTo>
                    <a:pt x="612278" y="230364"/>
                    <a:pt x="612143" y="231743"/>
                    <a:pt x="612143" y="231743"/>
                  </a:cubicBezTo>
                  <a:lnTo>
                    <a:pt x="611134" y="232988"/>
                  </a:lnTo>
                  <a:lnTo>
                    <a:pt x="610561" y="234300"/>
                  </a:lnTo>
                  <a:cubicBezTo>
                    <a:pt x="610561" y="234300"/>
                    <a:pt x="610124" y="235377"/>
                    <a:pt x="610057" y="235612"/>
                  </a:cubicBezTo>
                  <a:cubicBezTo>
                    <a:pt x="609989" y="235814"/>
                    <a:pt x="608912" y="235982"/>
                    <a:pt x="608744" y="236487"/>
                  </a:cubicBezTo>
                  <a:cubicBezTo>
                    <a:pt x="608610" y="236991"/>
                    <a:pt x="607162" y="237294"/>
                    <a:pt x="606859" y="237294"/>
                  </a:cubicBezTo>
                  <a:cubicBezTo>
                    <a:pt x="606557" y="237294"/>
                    <a:pt x="603225" y="236857"/>
                    <a:pt x="602720" y="236924"/>
                  </a:cubicBezTo>
                  <a:cubicBezTo>
                    <a:pt x="602215" y="236991"/>
                    <a:pt x="599388" y="236991"/>
                    <a:pt x="599388" y="236991"/>
                  </a:cubicBezTo>
                  <a:cubicBezTo>
                    <a:pt x="599388" y="236991"/>
                    <a:pt x="596931" y="237059"/>
                    <a:pt x="596629" y="237059"/>
                  </a:cubicBezTo>
                  <a:cubicBezTo>
                    <a:pt x="596326" y="237059"/>
                    <a:pt x="593667" y="237059"/>
                    <a:pt x="593667" y="237059"/>
                  </a:cubicBezTo>
                  <a:lnTo>
                    <a:pt x="590907" y="235679"/>
                  </a:lnTo>
                  <a:lnTo>
                    <a:pt x="589460" y="235545"/>
                  </a:lnTo>
                  <a:lnTo>
                    <a:pt x="585556" y="233291"/>
                  </a:lnTo>
                  <a:lnTo>
                    <a:pt x="580474" y="234300"/>
                  </a:lnTo>
                  <a:lnTo>
                    <a:pt x="576570" y="235881"/>
                  </a:lnTo>
                  <a:cubicBezTo>
                    <a:pt x="576570" y="235881"/>
                    <a:pt x="571488" y="234872"/>
                    <a:pt x="570916" y="234872"/>
                  </a:cubicBezTo>
                  <a:cubicBezTo>
                    <a:pt x="570344" y="234872"/>
                    <a:pt x="563512" y="235747"/>
                    <a:pt x="563512" y="235747"/>
                  </a:cubicBezTo>
                  <a:lnTo>
                    <a:pt x="560618" y="237933"/>
                  </a:lnTo>
                  <a:lnTo>
                    <a:pt x="558027" y="240557"/>
                  </a:lnTo>
                  <a:lnTo>
                    <a:pt x="555267" y="240422"/>
                  </a:lnTo>
                  <a:lnTo>
                    <a:pt x="553080" y="240725"/>
                  </a:lnTo>
                  <a:lnTo>
                    <a:pt x="550757" y="243618"/>
                  </a:lnTo>
                  <a:lnTo>
                    <a:pt x="548300" y="245065"/>
                  </a:lnTo>
                  <a:cubicBezTo>
                    <a:pt x="548300" y="245065"/>
                    <a:pt x="545406" y="245199"/>
                    <a:pt x="544228" y="245637"/>
                  </a:cubicBezTo>
                  <a:cubicBezTo>
                    <a:pt x="543084" y="246074"/>
                    <a:pt x="538002" y="248967"/>
                    <a:pt x="538002" y="248967"/>
                  </a:cubicBezTo>
                  <a:lnTo>
                    <a:pt x="532348" y="254047"/>
                  </a:lnTo>
                  <a:lnTo>
                    <a:pt x="528141" y="257949"/>
                  </a:lnTo>
                  <a:lnTo>
                    <a:pt x="524237" y="259530"/>
                  </a:lnTo>
                  <a:lnTo>
                    <a:pt x="522487" y="263735"/>
                  </a:lnTo>
                  <a:lnTo>
                    <a:pt x="520603" y="265888"/>
                  </a:lnTo>
                  <a:lnTo>
                    <a:pt x="514646" y="265753"/>
                  </a:lnTo>
                  <a:cubicBezTo>
                    <a:pt x="514646" y="265753"/>
                    <a:pt x="508790" y="265181"/>
                    <a:pt x="508184" y="265047"/>
                  </a:cubicBezTo>
                  <a:cubicBezTo>
                    <a:pt x="507612" y="264912"/>
                    <a:pt x="504045" y="263163"/>
                    <a:pt x="504045" y="263163"/>
                  </a:cubicBezTo>
                  <a:lnTo>
                    <a:pt x="504045" y="260539"/>
                  </a:lnTo>
                  <a:lnTo>
                    <a:pt x="500141" y="260102"/>
                  </a:lnTo>
                  <a:lnTo>
                    <a:pt x="499434" y="262423"/>
                  </a:lnTo>
                  <a:lnTo>
                    <a:pt x="498559" y="262995"/>
                  </a:lnTo>
                  <a:lnTo>
                    <a:pt x="495867" y="263197"/>
                  </a:lnTo>
                  <a:cubicBezTo>
                    <a:pt x="495867" y="263197"/>
                    <a:pt x="492737" y="262894"/>
                    <a:pt x="492165" y="262894"/>
                  </a:cubicBezTo>
                  <a:cubicBezTo>
                    <a:pt x="491593" y="262894"/>
                    <a:pt x="489708" y="262086"/>
                    <a:pt x="489775" y="261817"/>
                  </a:cubicBezTo>
                  <a:cubicBezTo>
                    <a:pt x="489842" y="261515"/>
                    <a:pt x="490415" y="259934"/>
                    <a:pt x="490650" y="259631"/>
                  </a:cubicBezTo>
                  <a:cubicBezTo>
                    <a:pt x="490852" y="259328"/>
                    <a:pt x="491727" y="257242"/>
                    <a:pt x="491727" y="257242"/>
                  </a:cubicBezTo>
                  <a:lnTo>
                    <a:pt x="492366" y="255358"/>
                  </a:lnTo>
                  <a:lnTo>
                    <a:pt x="493006" y="253172"/>
                  </a:lnTo>
                  <a:lnTo>
                    <a:pt x="493645" y="250144"/>
                  </a:lnTo>
                  <a:lnTo>
                    <a:pt x="494958" y="246444"/>
                  </a:lnTo>
                  <a:cubicBezTo>
                    <a:pt x="494958" y="246444"/>
                    <a:pt x="495463" y="245569"/>
                    <a:pt x="495833" y="245368"/>
                  </a:cubicBezTo>
                  <a:cubicBezTo>
                    <a:pt x="496203" y="245132"/>
                    <a:pt x="498155" y="243551"/>
                    <a:pt x="498155" y="243551"/>
                  </a:cubicBezTo>
                  <a:cubicBezTo>
                    <a:pt x="498155" y="243551"/>
                    <a:pt x="499097" y="243753"/>
                    <a:pt x="499299" y="242979"/>
                  </a:cubicBezTo>
                  <a:cubicBezTo>
                    <a:pt x="499501" y="242172"/>
                    <a:pt x="499670" y="240658"/>
                    <a:pt x="499670" y="240221"/>
                  </a:cubicBezTo>
                  <a:cubicBezTo>
                    <a:pt x="499670" y="239783"/>
                    <a:pt x="499097" y="238404"/>
                    <a:pt x="499030" y="238135"/>
                  </a:cubicBezTo>
                  <a:cubicBezTo>
                    <a:pt x="498963" y="237832"/>
                    <a:pt x="499097" y="235948"/>
                    <a:pt x="499333" y="235747"/>
                  </a:cubicBezTo>
                  <a:cubicBezTo>
                    <a:pt x="499535" y="235545"/>
                    <a:pt x="501016" y="233930"/>
                    <a:pt x="501016" y="233930"/>
                  </a:cubicBezTo>
                  <a:cubicBezTo>
                    <a:pt x="501016" y="233930"/>
                    <a:pt x="502025" y="233123"/>
                    <a:pt x="502261" y="232685"/>
                  </a:cubicBezTo>
                  <a:cubicBezTo>
                    <a:pt x="502463" y="232248"/>
                    <a:pt x="502900" y="230667"/>
                    <a:pt x="503001" y="229994"/>
                  </a:cubicBezTo>
                  <a:cubicBezTo>
                    <a:pt x="503069" y="229355"/>
                    <a:pt x="503069" y="226529"/>
                    <a:pt x="503069" y="226227"/>
                  </a:cubicBezTo>
                  <a:cubicBezTo>
                    <a:pt x="503069" y="225924"/>
                    <a:pt x="503001" y="222963"/>
                    <a:pt x="503001" y="222963"/>
                  </a:cubicBezTo>
                  <a:lnTo>
                    <a:pt x="502867" y="221282"/>
                  </a:lnTo>
                  <a:lnTo>
                    <a:pt x="502497" y="219028"/>
                  </a:lnTo>
                  <a:lnTo>
                    <a:pt x="497785" y="218153"/>
                  </a:lnTo>
                  <a:lnTo>
                    <a:pt x="497146" y="215832"/>
                  </a:lnTo>
                  <a:cubicBezTo>
                    <a:pt x="497146" y="215832"/>
                    <a:pt x="494621" y="212804"/>
                    <a:pt x="494319" y="212804"/>
                  </a:cubicBezTo>
                  <a:cubicBezTo>
                    <a:pt x="494016" y="212804"/>
                    <a:pt x="492737" y="212300"/>
                    <a:pt x="491626" y="212804"/>
                  </a:cubicBezTo>
                  <a:cubicBezTo>
                    <a:pt x="490549" y="213309"/>
                    <a:pt x="489304" y="213174"/>
                    <a:pt x="489304" y="213174"/>
                  </a:cubicBezTo>
                  <a:cubicBezTo>
                    <a:pt x="489304" y="213174"/>
                    <a:pt x="489237" y="211997"/>
                    <a:pt x="487487" y="210853"/>
                  </a:cubicBezTo>
                  <a:cubicBezTo>
                    <a:pt x="485737" y="209710"/>
                    <a:pt x="483852" y="208229"/>
                    <a:pt x="482842" y="207590"/>
                  </a:cubicBezTo>
                  <a:cubicBezTo>
                    <a:pt x="481833" y="206951"/>
                    <a:pt x="478568" y="203755"/>
                    <a:pt x="478568" y="203755"/>
                  </a:cubicBezTo>
                  <a:lnTo>
                    <a:pt x="475539" y="200223"/>
                  </a:lnTo>
                  <a:lnTo>
                    <a:pt x="475236" y="196758"/>
                  </a:lnTo>
                  <a:cubicBezTo>
                    <a:pt x="475236" y="196758"/>
                    <a:pt x="473789" y="195379"/>
                    <a:pt x="473049" y="195177"/>
                  </a:cubicBezTo>
                  <a:cubicBezTo>
                    <a:pt x="472308" y="194942"/>
                    <a:pt x="469650" y="192553"/>
                    <a:pt x="469347" y="192486"/>
                  </a:cubicBezTo>
                  <a:cubicBezTo>
                    <a:pt x="469044" y="192419"/>
                    <a:pt x="467597" y="191410"/>
                    <a:pt x="467327" y="191107"/>
                  </a:cubicBezTo>
                  <a:cubicBezTo>
                    <a:pt x="467025" y="190804"/>
                    <a:pt x="465073" y="188147"/>
                    <a:pt x="464736" y="187474"/>
                  </a:cubicBezTo>
                  <a:cubicBezTo>
                    <a:pt x="464366" y="186835"/>
                    <a:pt x="462481" y="183908"/>
                    <a:pt x="462481" y="183908"/>
                  </a:cubicBezTo>
                  <a:lnTo>
                    <a:pt x="460597" y="178997"/>
                  </a:lnTo>
                  <a:lnTo>
                    <a:pt x="457837" y="174792"/>
                  </a:lnTo>
                  <a:lnTo>
                    <a:pt x="454202" y="167694"/>
                  </a:lnTo>
                  <a:cubicBezTo>
                    <a:pt x="454202" y="167694"/>
                    <a:pt x="454135" y="165171"/>
                    <a:pt x="454202" y="164935"/>
                  </a:cubicBezTo>
                  <a:cubicBezTo>
                    <a:pt x="454270" y="164733"/>
                    <a:pt x="451443" y="161470"/>
                    <a:pt x="450803" y="160663"/>
                  </a:cubicBezTo>
                  <a:cubicBezTo>
                    <a:pt x="450164" y="159856"/>
                    <a:pt x="448717" y="155213"/>
                    <a:pt x="448717" y="155213"/>
                  </a:cubicBezTo>
                  <a:lnTo>
                    <a:pt x="445250" y="151311"/>
                  </a:lnTo>
                  <a:cubicBezTo>
                    <a:pt x="445250" y="151311"/>
                    <a:pt x="443500" y="148620"/>
                    <a:pt x="443500" y="148351"/>
                  </a:cubicBezTo>
                  <a:cubicBezTo>
                    <a:pt x="443500" y="148082"/>
                    <a:pt x="443635" y="146770"/>
                    <a:pt x="443500" y="146467"/>
                  </a:cubicBezTo>
                  <a:cubicBezTo>
                    <a:pt x="443365" y="146164"/>
                    <a:pt x="444072" y="144650"/>
                    <a:pt x="444308" y="144583"/>
                  </a:cubicBezTo>
                  <a:cubicBezTo>
                    <a:pt x="444543" y="144516"/>
                    <a:pt x="444611" y="143843"/>
                    <a:pt x="445890" y="143574"/>
                  </a:cubicBezTo>
                  <a:cubicBezTo>
                    <a:pt x="447202" y="143271"/>
                    <a:pt x="449962" y="141320"/>
                    <a:pt x="450669" y="141186"/>
                  </a:cubicBezTo>
                  <a:cubicBezTo>
                    <a:pt x="451409" y="141051"/>
                    <a:pt x="453697" y="139672"/>
                    <a:pt x="454371" y="139537"/>
                  </a:cubicBezTo>
                  <a:cubicBezTo>
                    <a:pt x="455010" y="139403"/>
                    <a:pt x="458005" y="137283"/>
                    <a:pt x="458409" y="137283"/>
                  </a:cubicBezTo>
                  <a:cubicBezTo>
                    <a:pt x="458847" y="137283"/>
                    <a:pt x="465005" y="132944"/>
                    <a:pt x="465005" y="132944"/>
                  </a:cubicBezTo>
                  <a:lnTo>
                    <a:pt x="467395" y="130421"/>
                  </a:lnTo>
                  <a:cubicBezTo>
                    <a:pt x="467395" y="130421"/>
                    <a:pt x="466890" y="128470"/>
                    <a:pt x="466890" y="128167"/>
                  </a:cubicBezTo>
                  <a:cubicBezTo>
                    <a:pt x="466890" y="127864"/>
                    <a:pt x="466385" y="126485"/>
                    <a:pt x="466318" y="126283"/>
                  </a:cubicBezTo>
                  <a:cubicBezTo>
                    <a:pt x="466251" y="126081"/>
                    <a:pt x="465073" y="124534"/>
                    <a:pt x="464736" y="124265"/>
                  </a:cubicBezTo>
                  <a:cubicBezTo>
                    <a:pt x="464366" y="123962"/>
                    <a:pt x="462212" y="122516"/>
                    <a:pt x="462212" y="122516"/>
                  </a:cubicBezTo>
                  <a:cubicBezTo>
                    <a:pt x="462212" y="122516"/>
                    <a:pt x="462347" y="119757"/>
                    <a:pt x="462515" y="119555"/>
                  </a:cubicBezTo>
                  <a:cubicBezTo>
                    <a:pt x="462650" y="119353"/>
                    <a:pt x="462818" y="117234"/>
                    <a:pt x="462818" y="117234"/>
                  </a:cubicBezTo>
                  <a:cubicBezTo>
                    <a:pt x="462818" y="117234"/>
                    <a:pt x="460731" y="113164"/>
                    <a:pt x="459991" y="112222"/>
                  </a:cubicBezTo>
                  <a:cubicBezTo>
                    <a:pt x="459284" y="111280"/>
                    <a:pt x="457366" y="108892"/>
                    <a:pt x="457366" y="108892"/>
                  </a:cubicBezTo>
                  <a:lnTo>
                    <a:pt x="457500" y="105494"/>
                  </a:lnTo>
                  <a:lnTo>
                    <a:pt x="458308" y="102164"/>
                  </a:lnTo>
                  <a:cubicBezTo>
                    <a:pt x="458308" y="102164"/>
                    <a:pt x="456053" y="97589"/>
                    <a:pt x="455986" y="97185"/>
                  </a:cubicBezTo>
                  <a:cubicBezTo>
                    <a:pt x="455919" y="96748"/>
                    <a:pt x="453899" y="92475"/>
                    <a:pt x="453899" y="92173"/>
                  </a:cubicBezTo>
                  <a:cubicBezTo>
                    <a:pt x="453899" y="91870"/>
                    <a:pt x="453327" y="89212"/>
                    <a:pt x="453260" y="88842"/>
                  </a:cubicBezTo>
                  <a:cubicBezTo>
                    <a:pt x="453193" y="88472"/>
                    <a:pt x="451443" y="81543"/>
                    <a:pt x="451443" y="81543"/>
                  </a:cubicBezTo>
                  <a:lnTo>
                    <a:pt x="448481" y="75521"/>
                  </a:lnTo>
                  <a:lnTo>
                    <a:pt x="447337" y="66977"/>
                  </a:lnTo>
                  <a:lnTo>
                    <a:pt x="437779" y="45245"/>
                  </a:lnTo>
                  <a:lnTo>
                    <a:pt x="432865" y="24389"/>
                  </a:lnTo>
                  <a:lnTo>
                    <a:pt x="428524" y="3229"/>
                  </a:lnTo>
                  <a:lnTo>
                    <a:pt x="409677" y="639"/>
                  </a:lnTo>
                  <a:lnTo>
                    <a:pt x="398942" y="639"/>
                  </a:lnTo>
                  <a:lnTo>
                    <a:pt x="385042" y="639"/>
                  </a:lnTo>
                  <a:lnTo>
                    <a:pt x="376359" y="639"/>
                  </a:lnTo>
                  <a:lnTo>
                    <a:pt x="364176" y="639"/>
                  </a:lnTo>
                  <a:lnTo>
                    <a:pt x="357210" y="639"/>
                  </a:lnTo>
                  <a:lnTo>
                    <a:pt x="348964" y="0"/>
                  </a:lnTo>
                  <a:cubicBezTo>
                    <a:pt x="348964" y="0"/>
                    <a:pt x="341998" y="437"/>
                    <a:pt x="341695" y="639"/>
                  </a:cubicBezTo>
                  <a:cubicBezTo>
                    <a:pt x="341358" y="875"/>
                    <a:pt x="337656" y="3364"/>
                    <a:pt x="335503" y="4878"/>
                  </a:cubicBezTo>
                  <a:cubicBezTo>
                    <a:pt x="333315" y="6392"/>
                    <a:pt x="330185" y="7704"/>
                    <a:pt x="329748" y="8343"/>
                  </a:cubicBezTo>
                  <a:cubicBezTo>
                    <a:pt x="329310" y="8982"/>
                    <a:pt x="327358" y="11067"/>
                    <a:pt x="327123" y="11606"/>
                  </a:cubicBezTo>
                  <a:cubicBezTo>
                    <a:pt x="326921" y="12144"/>
                    <a:pt x="326483" y="16484"/>
                    <a:pt x="326483" y="16820"/>
                  </a:cubicBezTo>
                  <a:cubicBezTo>
                    <a:pt x="326483" y="17156"/>
                    <a:pt x="326584" y="20621"/>
                    <a:pt x="326483" y="20958"/>
                  </a:cubicBezTo>
                  <a:cubicBezTo>
                    <a:pt x="326382" y="21294"/>
                    <a:pt x="325406" y="27484"/>
                    <a:pt x="325406" y="27484"/>
                  </a:cubicBezTo>
                  <a:lnTo>
                    <a:pt x="326820" y="38114"/>
                  </a:lnTo>
                  <a:lnTo>
                    <a:pt x="325945" y="49181"/>
                  </a:lnTo>
                  <a:lnTo>
                    <a:pt x="322916" y="57120"/>
                  </a:lnTo>
                  <a:lnTo>
                    <a:pt x="320728" y="68625"/>
                  </a:lnTo>
                  <a:lnTo>
                    <a:pt x="325305" y="73839"/>
                  </a:lnTo>
                  <a:cubicBezTo>
                    <a:pt x="325305" y="73839"/>
                    <a:pt x="325844" y="75891"/>
                    <a:pt x="325507" y="76463"/>
                  </a:cubicBezTo>
                  <a:cubicBezTo>
                    <a:pt x="325171" y="77001"/>
                    <a:pt x="322916" y="79490"/>
                    <a:pt x="322916" y="79490"/>
                  </a:cubicBezTo>
                  <a:cubicBezTo>
                    <a:pt x="322916" y="79490"/>
                    <a:pt x="317161" y="82215"/>
                    <a:pt x="317026" y="82518"/>
                  </a:cubicBezTo>
                  <a:cubicBezTo>
                    <a:pt x="316925" y="82854"/>
                    <a:pt x="313560" y="85007"/>
                    <a:pt x="313560" y="85007"/>
                  </a:cubicBezTo>
                  <a:cubicBezTo>
                    <a:pt x="313560" y="85007"/>
                    <a:pt x="309656" y="90222"/>
                    <a:pt x="309420" y="90659"/>
                  </a:cubicBezTo>
                  <a:cubicBezTo>
                    <a:pt x="309218" y="91096"/>
                    <a:pt x="300939" y="91197"/>
                    <a:pt x="300502" y="91197"/>
                  </a:cubicBezTo>
                  <a:cubicBezTo>
                    <a:pt x="300064" y="91197"/>
                    <a:pt x="290170" y="88035"/>
                    <a:pt x="289732" y="87934"/>
                  </a:cubicBezTo>
                  <a:cubicBezTo>
                    <a:pt x="289295" y="87833"/>
                    <a:pt x="285290" y="86757"/>
                    <a:pt x="284852" y="86757"/>
                  </a:cubicBezTo>
                  <a:cubicBezTo>
                    <a:pt x="284415" y="86757"/>
                    <a:pt x="281487" y="84806"/>
                    <a:pt x="279838" y="84806"/>
                  </a:cubicBezTo>
                  <a:cubicBezTo>
                    <a:pt x="278222" y="84806"/>
                    <a:pt x="275496" y="84032"/>
                    <a:pt x="275496" y="84032"/>
                  </a:cubicBezTo>
                  <a:cubicBezTo>
                    <a:pt x="275496" y="84032"/>
                    <a:pt x="272434" y="84032"/>
                    <a:pt x="272030" y="84032"/>
                  </a:cubicBezTo>
                  <a:cubicBezTo>
                    <a:pt x="271593" y="84032"/>
                    <a:pt x="267588" y="86656"/>
                    <a:pt x="267588" y="86656"/>
                  </a:cubicBezTo>
                  <a:cubicBezTo>
                    <a:pt x="267588" y="86656"/>
                    <a:pt x="264761" y="87429"/>
                    <a:pt x="264424" y="87429"/>
                  </a:cubicBezTo>
                  <a:cubicBezTo>
                    <a:pt x="264088" y="87429"/>
                    <a:pt x="261934" y="88640"/>
                    <a:pt x="261160" y="88741"/>
                  </a:cubicBezTo>
                  <a:cubicBezTo>
                    <a:pt x="260385" y="88842"/>
                    <a:pt x="260621" y="90491"/>
                    <a:pt x="258232" y="89179"/>
                  </a:cubicBezTo>
                  <a:cubicBezTo>
                    <a:pt x="255842" y="87867"/>
                    <a:pt x="252039" y="86790"/>
                    <a:pt x="252039" y="86790"/>
                  </a:cubicBezTo>
                  <a:lnTo>
                    <a:pt x="249010" y="87228"/>
                  </a:lnTo>
                  <a:lnTo>
                    <a:pt x="230433" y="92105"/>
                  </a:lnTo>
                  <a:lnTo>
                    <a:pt x="215322" y="94157"/>
                  </a:lnTo>
                  <a:lnTo>
                    <a:pt x="211183" y="97219"/>
                  </a:lnTo>
                  <a:cubicBezTo>
                    <a:pt x="211183" y="97219"/>
                    <a:pt x="207043" y="98631"/>
                    <a:pt x="206067" y="99271"/>
                  </a:cubicBezTo>
                  <a:cubicBezTo>
                    <a:pt x="205091" y="99910"/>
                    <a:pt x="201052" y="101222"/>
                    <a:pt x="199875" y="102197"/>
                  </a:cubicBezTo>
                  <a:cubicBezTo>
                    <a:pt x="198663" y="103173"/>
                    <a:pt x="195096" y="105023"/>
                    <a:pt x="194557" y="105460"/>
                  </a:cubicBezTo>
                  <a:cubicBezTo>
                    <a:pt x="194019" y="105898"/>
                    <a:pt x="190956" y="108723"/>
                    <a:pt x="190552" y="108824"/>
                  </a:cubicBezTo>
                  <a:cubicBezTo>
                    <a:pt x="190115" y="108925"/>
                    <a:pt x="186850" y="111314"/>
                    <a:pt x="186850" y="111314"/>
                  </a:cubicBezTo>
                  <a:lnTo>
                    <a:pt x="178706" y="118479"/>
                  </a:lnTo>
                  <a:lnTo>
                    <a:pt x="164672" y="128470"/>
                  </a:lnTo>
                  <a:lnTo>
                    <a:pt x="159018" y="133146"/>
                  </a:lnTo>
                  <a:cubicBezTo>
                    <a:pt x="159018" y="133146"/>
                    <a:pt x="150974" y="139134"/>
                    <a:pt x="150638" y="139335"/>
                  </a:cubicBezTo>
                  <a:cubicBezTo>
                    <a:pt x="150301" y="139537"/>
                    <a:pt x="141080" y="144987"/>
                    <a:pt x="141080" y="144987"/>
                  </a:cubicBezTo>
                  <a:lnTo>
                    <a:pt x="131085" y="151614"/>
                  </a:lnTo>
                  <a:lnTo>
                    <a:pt x="123580" y="160091"/>
                  </a:lnTo>
                  <a:lnTo>
                    <a:pt x="118700" y="168131"/>
                  </a:lnTo>
                  <a:cubicBezTo>
                    <a:pt x="118700" y="168131"/>
                    <a:pt x="115334" y="170620"/>
                    <a:pt x="114022" y="171394"/>
                  </a:cubicBezTo>
                  <a:cubicBezTo>
                    <a:pt x="112709" y="172168"/>
                    <a:pt x="108368" y="177247"/>
                    <a:pt x="108368" y="177247"/>
                  </a:cubicBezTo>
                  <a:cubicBezTo>
                    <a:pt x="108368" y="177247"/>
                    <a:pt x="106416" y="180847"/>
                    <a:pt x="106079" y="181688"/>
                  </a:cubicBezTo>
                  <a:cubicBezTo>
                    <a:pt x="105743" y="182562"/>
                    <a:pt x="105305" y="184312"/>
                    <a:pt x="105002" y="184850"/>
                  </a:cubicBezTo>
                  <a:cubicBezTo>
                    <a:pt x="104666" y="185388"/>
                    <a:pt x="103387" y="186700"/>
                    <a:pt x="103252" y="187137"/>
                  </a:cubicBezTo>
                  <a:cubicBezTo>
                    <a:pt x="103151" y="187575"/>
                    <a:pt x="101199" y="190165"/>
                    <a:pt x="101199" y="190165"/>
                  </a:cubicBezTo>
                  <a:lnTo>
                    <a:pt x="100324" y="191914"/>
                  </a:lnTo>
                  <a:lnTo>
                    <a:pt x="99247" y="193125"/>
                  </a:lnTo>
                  <a:cubicBezTo>
                    <a:pt x="99247" y="193125"/>
                    <a:pt x="97935" y="193899"/>
                    <a:pt x="97497" y="193899"/>
                  </a:cubicBezTo>
                  <a:cubicBezTo>
                    <a:pt x="97060" y="193899"/>
                    <a:pt x="95747" y="194538"/>
                    <a:pt x="95747" y="194538"/>
                  </a:cubicBezTo>
                  <a:lnTo>
                    <a:pt x="94435" y="195749"/>
                  </a:lnTo>
                  <a:lnTo>
                    <a:pt x="93560" y="196186"/>
                  </a:lnTo>
                  <a:lnTo>
                    <a:pt x="92786" y="196725"/>
                  </a:lnTo>
                  <a:cubicBezTo>
                    <a:pt x="92786" y="196725"/>
                    <a:pt x="92247" y="197498"/>
                    <a:pt x="91608" y="197936"/>
                  </a:cubicBezTo>
                  <a:cubicBezTo>
                    <a:pt x="90968" y="198373"/>
                    <a:pt x="90093" y="199113"/>
                    <a:pt x="89656" y="199550"/>
                  </a:cubicBezTo>
                  <a:cubicBezTo>
                    <a:pt x="89218" y="199988"/>
                    <a:pt x="87704" y="200425"/>
                    <a:pt x="87704" y="200425"/>
                  </a:cubicBezTo>
                  <a:lnTo>
                    <a:pt x="86627" y="200862"/>
                  </a:lnTo>
                  <a:lnTo>
                    <a:pt x="85113" y="201401"/>
                  </a:lnTo>
                  <a:lnTo>
                    <a:pt x="83699" y="202477"/>
                  </a:lnTo>
                  <a:cubicBezTo>
                    <a:pt x="83699" y="202477"/>
                    <a:pt x="82723" y="203251"/>
                    <a:pt x="82387" y="203553"/>
                  </a:cubicBezTo>
                  <a:cubicBezTo>
                    <a:pt x="82050" y="203890"/>
                    <a:pt x="81074" y="204529"/>
                    <a:pt x="80435" y="204765"/>
                  </a:cubicBezTo>
                  <a:cubicBezTo>
                    <a:pt x="79795" y="204966"/>
                    <a:pt x="79257" y="204966"/>
                    <a:pt x="78684" y="205404"/>
                  </a:cubicBezTo>
                  <a:cubicBezTo>
                    <a:pt x="78146" y="205841"/>
                    <a:pt x="77809" y="206043"/>
                    <a:pt x="76732" y="206278"/>
                  </a:cubicBezTo>
                  <a:cubicBezTo>
                    <a:pt x="75656" y="206480"/>
                    <a:pt x="74444" y="206917"/>
                    <a:pt x="74444" y="206917"/>
                  </a:cubicBezTo>
                  <a:lnTo>
                    <a:pt x="72694" y="207456"/>
                  </a:lnTo>
                  <a:cubicBezTo>
                    <a:pt x="72694" y="207456"/>
                    <a:pt x="72055" y="207792"/>
                    <a:pt x="71617" y="208095"/>
                  </a:cubicBezTo>
                  <a:cubicBezTo>
                    <a:pt x="71180" y="208431"/>
                    <a:pt x="70103" y="208869"/>
                    <a:pt x="68992" y="209070"/>
                  </a:cubicBezTo>
                  <a:cubicBezTo>
                    <a:pt x="67915" y="209306"/>
                    <a:pt x="67377" y="209743"/>
                    <a:pt x="66064" y="209844"/>
                  </a:cubicBezTo>
                  <a:cubicBezTo>
                    <a:pt x="64751" y="209945"/>
                    <a:pt x="62800" y="209844"/>
                    <a:pt x="62463" y="210046"/>
                  </a:cubicBezTo>
                  <a:cubicBezTo>
                    <a:pt x="62126" y="210281"/>
                    <a:pt x="62126" y="210147"/>
                    <a:pt x="59636" y="210147"/>
                  </a:cubicBezTo>
                  <a:cubicBezTo>
                    <a:pt x="57146" y="210147"/>
                    <a:pt x="57146" y="209945"/>
                    <a:pt x="55631" y="209810"/>
                  </a:cubicBezTo>
                  <a:cubicBezTo>
                    <a:pt x="54117" y="209710"/>
                    <a:pt x="52905" y="209037"/>
                    <a:pt x="52602" y="208936"/>
                  </a:cubicBezTo>
                  <a:cubicBezTo>
                    <a:pt x="52266" y="208835"/>
                    <a:pt x="49674" y="207624"/>
                    <a:pt x="49001" y="207624"/>
                  </a:cubicBezTo>
                  <a:cubicBezTo>
                    <a:pt x="48362" y="207624"/>
                    <a:pt x="43246" y="204462"/>
                    <a:pt x="42371" y="204462"/>
                  </a:cubicBezTo>
                  <a:cubicBezTo>
                    <a:pt x="41496" y="204462"/>
                    <a:pt x="37491" y="204563"/>
                    <a:pt x="37054" y="204361"/>
                  </a:cubicBezTo>
                  <a:cubicBezTo>
                    <a:pt x="36616" y="204159"/>
                    <a:pt x="32174" y="203049"/>
                    <a:pt x="32174" y="203049"/>
                  </a:cubicBezTo>
                  <a:cubicBezTo>
                    <a:pt x="32174" y="203049"/>
                    <a:pt x="29885" y="201838"/>
                    <a:pt x="29448" y="201838"/>
                  </a:cubicBezTo>
                  <a:cubicBezTo>
                    <a:pt x="29010" y="201838"/>
                    <a:pt x="26621" y="201300"/>
                    <a:pt x="26621" y="201300"/>
                  </a:cubicBezTo>
                  <a:lnTo>
                    <a:pt x="24400" y="201199"/>
                  </a:lnTo>
                  <a:lnTo>
                    <a:pt x="22515" y="201300"/>
                  </a:lnTo>
                  <a:lnTo>
                    <a:pt x="22515" y="203049"/>
                  </a:lnTo>
                  <a:lnTo>
                    <a:pt x="22515" y="206514"/>
                  </a:lnTo>
                  <a:cubicBezTo>
                    <a:pt x="22515" y="206514"/>
                    <a:pt x="22077" y="207590"/>
                    <a:pt x="22515" y="208129"/>
                  </a:cubicBezTo>
                  <a:cubicBezTo>
                    <a:pt x="22952" y="208667"/>
                    <a:pt x="22852" y="209878"/>
                    <a:pt x="22852" y="210315"/>
                  </a:cubicBezTo>
                  <a:cubicBezTo>
                    <a:pt x="22852" y="210752"/>
                    <a:pt x="22347" y="212804"/>
                    <a:pt x="22347" y="212804"/>
                  </a:cubicBezTo>
                  <a:lnTo>
                    <a:pt x="21875" y="235612"/>
                  </a:lnTo>
                  <a:lnTo>
                    <a:pt x="22952" y="239851"/>
                  </a:lnTo>
                  <a:cubicBezTo>
                    <a:pt x="22952" y="239851"/>
                    <a:pt x="23289" y="241802"/>
                    <a:pt x="23188" y="242239"/>
                  </a:cubicBezTo>
                  <a:cubicBezTo>
                    <a:pt x="23087" y="242676"/>
                    <a:pt x="22751" y="244527"/>
                    <a:pt x="21875" y="245704"/>
                  </a:cubicBezTo>
                  <a:cubicBezTo>
                    <a:pt x="21000" y="246881"/>
                    <a:pt x="20799" y="247453"/>
                    <a:pt x="19385" y="248731"/>
                  </a:cubicBezTo>
                  <a:cubicBezTo>
                    <a:pt x="17972" y="250043"/>
                    <a:pt x="18308" y="248832"/>
                    <a:pt x="17332" y="250784"/>
                  </a:cubicBezTo>
                  <a:cubicBezTo>
                    <a:pt x="16356" y="252735"/>
                    <a:pt x="13731" y="255661"/>
                    <a:pt x="13731" y="255661"/>
                  </a:cubicBezTo>
                  <a:cubicBezTo>
                    <a:pt x="13731" y="255661"/>
                    <a:pt x="10803" y="257074"/>
                    <a:pt x="10265" y="257713"/>
                  </a:cubicBezTo>
                  <a:cubicBezTo>
                    <a:pt x="9726" y="258352"/>
                    <a:pt x="8414" y="260875"/>
                    <a:pt x="8414" y="260875"/>
                  </a:cubicBezTo>
                  <a:lnTo>
                    <a:pt x="5923" y="264576"/>
                  </a:lnTo>
                  <a:lnTo>
                    <a:pt x="4308" y="267267"/>
                  </a:lnTo>
                  <a:cubicBezTo>
                    <a:pt x="4308" y="267267"/>
                    <a:pt x="4644" y="268343"/>
                    <a:pt x="4308" y="269117"/>
                  </a:cubicBezTo>
                  <a:cubicBezTo>
                    <a:pt x="3971" y="269891"/>
                    <a:pt x="4308" y="270631"/>
                    <a:pt x="4644" y="271068"/>
                  </a:cubicBezTo>
                  <a:cubicBezTo>
                    <a:pt x="4981" y="271506"/>
                    <a:pt x="5183" y="273154"/>
                    <a:pt x="5183" y="273154"/>
                  </a:cubicBezTo>
                  <a:lnTo>
                    <a:pt x="5183" y="275980"/>
                  </a:lnTo>
                  <a:lnTo>
                    <a:pt x="4308" y="279243"/>
                  </a:lnTo>
                  <a:lnTo>
                    <a:pt x="3467" y="288056"/>
                  </a:lnTo>
                  <a:lnTo>
                    <a:pt x="3467" y="295121"/>
                  </a:lnTo>
                  <a:lnTo>
                    <a:pt x="0" y="298720"/>
                  </a:lnTo>
                  <a:lnTo>
                    <a:pt x="0" y="302084"/>
                  </a:lnTo>
                  <a:lnTo>
                    <a:pt x="1178" y="305549"/>
                  </a:lnTo>
                  <a:lnTo>
                    <a:pt x="1817" y="309687"/>
                  </a:lnTo>
                  <a:lnTo>
                    <a:pt x="2154" y="312849"/>
                  </a:lnTo>
                  <a:lnTo>
                    <a:pt x="2928" y="313387"/>
                  </a:lnTo>
                  <a:lnTo>
                    <a:pt x="6933" y="315977"/>
                  </a:lnTo>
                  <a:lnTo>
                    <a:pt x="7909" y="316953"/>
                  </a:lnTo>
                  <a:lnTo>
                    <a:pt x="9760" y="318164"/>
                  </a:lnTo>
                  <a:cubicBezTo>
                    <a:pt x="9760" y="318164"/>
                    <a:pt x="9928" y="319139"/>
                    <a:pt x="10029" y="319913"/>
                  </a:cubicBezTo>
                  <a:cubicBezTo>
                    <a:pt x="10130" y="320687"/>
                    <a:pt x="10399" y="322940"/>
                    <a:pt x="10399" y="322940"/>
                  </a:cubicBezTo>
                  <a:lnTo>
                    <a:pt x="10399" y="324690"/>
                  </a:lnTo>
                  <a:cubicBezTo>
                    <a:pt x="10399" y="324690"/>
                    <a:pt x="10298" y="326103"/>
                    <a:pt x="10298" y="326540"/>
                  </a:cubicBezTo>
                  <a:cubicBezTo>
                    <a:pt x="10298" y="326977"/>
                    <a:pt x="10063" y="329029"/>
                    <a:pt x="10063" y="329029"/>
                  </a:cubicBezTo>
                  <a:cubicBezTo>
                    <a:pt x="10063" y="329029"/>
                    <a:pt x="9625" y="331317"/>
                    <a:pt x="9625" y="331754"/>
                  </a:cubicBezTo>
                  <a:cubicBezTo>
                    <a:pt x="9625" y="332191"/>
                    <a:pt x="8851" y="335219"/>
                    <a:pt x="8851" y="335892"/>
                  </a:cubicBezTo>
                  <a:cubicBezTo>
                    <a:pt x="8851" y="336531"/>
                    <a:pt x="8414" y="337069"/>
                    <a:pt x="8313" y="337507"/>
                  </a:cubicBezTo>
                  <a:cubicBezTo>
                    <a:pt x="8212" y="337944"/>
                    <a:pt x="7875" y="338919"/>
                    <a:pt x="7673" y="339357"/>
                  </a:cubicBezTo>
                  <a:cubicBezTo>
                    <a:pt x="7471" y="339794"/>
                    <a:pt x="6899" y="342519"/>
                    <a:pt x="6899" y="342519"/>
                  </a:cubicBezTo>
                  <a:cubicBezTo>
                    <a:pt x="6899" y="342519"/>
                    <a:pt x="6798" y="344604"/>
                    <a:pt x="6899" y="344907"/>
                  </a:cubicBezTo>
                  <a:cubicBezTo>
                    <a:pt x="7000" y="345244"/>
                    <a:pt x="7000" y="346993"/>
                    <a:pt x="7000" y="346993"/>
                  </a:cubicBezTo>
                  <a:cubicBezTo>
                    <a:pt x="7000" y="346993"/>
                    <a:pt x="6899" y="348204"/>
                    <a:pt x="7101" y="348608"/>
                  </a:cubicBezTo>
                  <a:cubicBezTo>
                    <a:pt x="7303" y="349045"/>
                    <a:pt x="7640" y="349819"/>
                    <a:pt x="8717" y="350794"/>
                  </a:cubicBezTo>
                  <a:cubicBezTo>
                    <a:pt x="9794" y="351770"/>
                    <a:pt x="11005" y="352745"/>
                    <a:pt x="11645" y="353384"/>
                  </a:cubicBezTo>
                  <a:cubicBezTo>
                    <a:pt x="12284" y="354024"/>
                    <a:pt x="13058" y="354898"/>
                    <a:pt x="13496" y="354999"/>
                  </a:cubicBezTo>
                  <a:cubicBezTo>
                    <a:pt x="13933" y="355100"/>
                    <a:pt x="15683" y="354225"/>
                    <a:pt x="15683" y="354225"/>
                  </a:cubicBezTo>
                  <a:cubicBezTo>
                    <a:pt x="15683" y="354225"/>
                    <a:pt x="18409" y="354225"/>
                    <a:pt x="18847" y="354024"/>
                  </a:cubicBezTo>
                  <a:cubicBezTo>
                    <a:pt x="19284" y="353788"/>
                    <a:pt x="27328" y="353485"/>
                    <a:pt x="27328" y="353485"/>
                  </a:cubicBezTo>
                  <a:cubicBezTo>
                    <a:pt x="27328" y="353485"/>
                    <a:pt x="34159" y="353384"/>
                    <a:pt x="34395" y="352947"/>
                  </a:cubicBezTo>
                  <a:cubicBezTo>
                    <a:pt x="34631" y="352510"/>
                    <a:pt x="36246" y="350761"/>
                    <a:pt x="36246" y="350761"/>
                  </a:cubicBezTo>
                  <a:lnTo>
                    <a:pt x="38299" y="350962"/>
                  </a:lnTo>
                  <a:cubicBezTo>
                    <a:pt x="38299" y="350962"/>
                    <a:pt x="38198" y="352039"/>
                    <a:pt x="40049" y="352274"/>
                  </a:cubicBezTo>
                  <a:cubicBezTo>
                    <a:pt x="41900" y="352476"/>
                    <a:pt x="43650" y="353149"/>
                    <a:pt x="44727" y="353149"/>
                  </a:cubicBezTo>
                  <a:cubicBezTo>
                    <a:pt x="45804" y="353149"/>
                    <a:pt x="47016" y="353788"/>
                    <a:pt x="47991" y="352947"/>
                  </a:cubicBezTo>
                  <a:cubicBezTo>
                    <a:pt x="48967" y="352072"/>
                    <a:pt x="50482" y="351097"/>
                    <a:pt x="50819" y="350559"/>
                  </a:cubicBezTo>
                  <a:cubicBezTo>
                    <a:pt x="51155" y="350020"/>
                    <a:pt x="52131" y="348170"/>
                    <a:pt x="52232" y="347733"/>
                  </a:cubicBezTo>
                  <a:cubicBezTo>
                    <a:pt x="52333" y="347296"/>
                    <a:pt x="52871" y="345345"/>
                    <a:pt x="52871" y="345345"/>
                  </a:cubicBezTo>
                  <a:cubicBezTo>
                    <a:pt x="52871" y="345345"/>
                    <a:pt x="52770" y="344907"/>
                    <a:pt x="53410" y="345008"/>
                  </a:cubicBezTo>
                  <a:cubicBezTo>
                    <a:pt x="54049" y="345109"/>
                    <a:pt x="55261" y="345109"/>
                    <a:pt x="56136" y="345345"/>
                  </a:cubicBezTo>
                  <a:cubicBezTo>
                    <a:pt x="57011" y="345546"/>
                    <a:pt x="59400" y="346657"/>
                    <a:pt x="59939" y="346959"/>
                  </a:cubicBezTo>
                  <a:cubicBezTo>
                    <a:pt x="60477" y="347296"/>
                    <a:pt x="62766" y="348574"/>
                    <a:pt x="63540" y="348574"/>
                  </a:cubicBezTo>
                  <a:cubicBezTo>
                    <a:pt x="64314" y="348574"/>
                    <a:pt x="67982" y="349886"/>
                    <a:pt x="68420" y="349886"/>
                  </a:cubicBezTo>
                  <a:cubicBezTo>
                    <a:pt x="68857" y="349886"/>
                    <a:pt x="75588" y="349886"/>
                    <a:pt x="75588" y="349886"/>
                  </a:cubicBezTo>
                  <a:cubicBezTo>
                    <a:pt x="75588" y="349886"/>
                    <a:pt x="80165" y="350424"/>
                    <a:pt x="81781" y="350861"/>
                  </a:cubicBezTo>
                  <a:cubicBezTo>
                    <a:pt x="83430" y="351299"/>
                    <a:pt x="87334" y="351063"/>
                    <a:pt x="88411" y="351635"/>
                  </a:cubicBezTo>
                  <a:cubicBezTo>
                    <a:pt x="89488" y="352173"/>
                    <a:pt x="91137" y="352510"/>
                    <a:pt x="92214" y="353048"/>
                  </a:cubicBezTo>
                  <a:cubicBezTo>
                    <a:pt x="93291" y="353586"/>
                    <a:pt x="94603" y="354461"/>
                    <a:pt x="95478" y="354562"/>
                  </a:cubicBezTo>
                  <a:cubicBezTo>
                    <a:pt x="96353" y="354663"/>
                    <a:pt x="97968" y="355100"/>
                    <a:pt x="99281" y="355100"/>
                  </a:cubicBezTo>
                  <a:cubicBezTo>
                    <a:pt x="100594" y="355100"/>
                    <a:pt x="101906" y="355436"/>
                    <a:pt x="102882" y="355335"/>
                  </a:cubicBezTo>
                  <a:cubicBezTo>
                    <a:pt x="103858" y="355235"/>
                    <a:pt x="105171" y="354125"/>
                    <a:pt x="106349" y="354125"/>
                  </a:cubicBezTo>
                  <a:cubicBezTo>
                    <a:pt x="107526" y="354125"/>
                    <a:pt x="108637" y="353788"/>
                    <a:pt x="110152" y="353485"/>
                  </a:cubicBezTo>
                  <a:cubicBezTo>
                    <a:pt x="111666" y="353149"/>
                    <a:pt x="112204" y="352409"/>
                    <a:pt x="113854" y="351972"/>
                  </a:cubicBezTo>
                  <a:cubicBezTo>
                    <a:pt x="115469" y="351534"/>
                    <a:pt x="117219" y="350660"/>
                    <a:pt x="117892" y="350660"/>
                  </a:cubicBezTo>
                  <a:cubicBezTo>
                    <a:pt x="118532" y="350660"/>
                    <a:pt x="119642" y="350323"/>
                    <a:pt x="119945" y="350323"/>
                  </a:cubicBezTo>
                  <a:cubicBezTo>
                    <a:pt x="120281" y="350323"/>
                    <a:pt x="121796" y="351736"/>
                    <a:pt x="121796" y="351736"/>
                  </a:cubicBezTo>
                  <a:lnTo>
                    <a:pt x="124522" y="354125"/>
                  </a:lnTo>
                  <a:cubicBezTo>
                    <a:pt x="124522" y="354125"/>
                    <a:pt x="126810" y="356513"/>
                    <a:pt x="128123" y="356176"/>
                  </a:cubicBezTo>
                  <a:cubicBezTo>
                    <a:pt x="129436" y="355840"/>
                    <a:pt x="137142" y="355100"/>
                    <a:pt x="137142" y="355100"/>
                  </a:cubicBezTo>
                  <a:cubicBezTo>
                    <a:pt x="137142" y="355100"/>
                    <a:pt x="142796" y="355874"/>
                    <a:pt x="143133" y="356076"/>
                  </a:cubicBezTo>
                  <a:cubicBezTo>
                    <a:pt x="143470" y="356277"/>
                    <a:pt x="144984" y="357488"/>
                    <a:pt x="146936" y="358464"/>
                  </a:cubicBezTo>
                  <a:cubicBezTo>
                    <a:pt x="148888" y="359440"/>
                    <a:pt x="152253" y="362265"/>
                    <a:pt x="153128" y="362904"/>
                  </a:cubicBezTo>
                  <a:cubicBezTo>
                    <a:pt x="154003" y="363544"/>
                    <a:pt x="158883" y="367042"/>
                    <a:pt x="159556" y="367244"/>
                  </a:cubicBezTo>
                  <a:cubicBezTo>
                    <a:pt x="160196" y="367446"/>
                    <a:pt x="163460" y="368859"/>
                    <a:pt x="165984" y="369094"/>
                  </a:cubicBezTo>
                  <a:cubicBezTo>
                    <a:pt x="168475" y="369296"/>
                    <a:pt x="171201" y="369296"/>
                    <a:pt x="173489" y="369296"/>
                  </a:cubicBezTo>
                  <a:cubicBezTo>
                    <a:pt x="175778" y="369296"/>
                    <a:pt x="176754" y="369094"/>
                    <a:pt x="178067" y="369195"/>
                  </a:cubicBezTo>
                  <a:cubicBezTo>
                    <a:pt x="179379" y="369296"/>
                    <a:pt x="183384" y="370608"/>
                    <a:pt x="184494" y="371247"/>
                  </a:cubicBezTo>
                  <a:cubicBezTo>
                    <a:pt x="185571" y="371886"/>
                    <a:pt x="188937" y="374073"/>
                    <a:pt x="190485" y="375385"/>
                  </a:cubicBezTo>
                  <a:cubicBezTo>
                    <a:pt x="191999" y="376697"/>
                    <a:pt x="194826" y="378984"/>
                    <a:pt x="195500" y="379085"/>
                  </a:cubicBezTo>
                  <a:cubicBezTo>
                    <a:pt x="196139" y="379186"/>
                    <a:pt x="203745" y="378009"/>
                    <a:pt x="203745" y="378009"/>
                  </a:cubicBezTo>
                  <a:cubicBezTo>
                    <a:pt x="203745" y="378009"/>
                    <a:pt x="208961" y="377370"/>
                    <a:pt x="209298" y="379623"/>
                  </a:cubicBezTo>
                  <a:cubicBezTo>
                    <a:pt x="209635" y="381911"/>
                    <a:pt x="211485" y="385914"/>
                    <a:pt x="212899" y="387327"/>
                  </a:cubicBezTo>
                  <a:cubicBezTo>
                    <a:pt x="214312" y="388740"/>
                    <a:pt x="217038" y="389816"/>
                    <a:pt x="217678" y="391128"/>
                  </a:cubicBezTo>
                  <a:cubicBezTo>
                    <a:pt x="218317" y="392440"/>
                    <a:pt x="224543" y="399942"/>
                    <a:pt x="225519" y="400816"/>
                  </a:cubicBezTo>
                  <a:cubicBezTo>
                    <a:pt x="226495" y="401691"/>
                    <a:pt x="234741" y="408217"/>
                    <a:pt x="235077" y="408419"/>
                  </a:cubicBezTo>
                  <a:cubicBezTo>
                    <a:pt x="235414" y="408654"/>
                    <a:pt x="237130" y="410370"/>
                    <a:pt x="237366" y="410706"/>
                  </a:cubicBezTo>
                  <a:cubicBezTo>
                    <a:pt x="237568" y="411043"/>
                    <a:pt x="241707" y="411581"/>
                    <a:pt x="242145" y="415046"/>
                  </a:cubicBezTo>
                  <a:cubicBezTo>
                    <a:pt x="242582" y="418511"/>
                    <a:pt x="243222" y="423187"/>
                    <a:pt x="243222" y="423187"/>
                  </a:cubicBezTo>
                  <a:cubicBezTo>
                    <a:pt x="243222" y="423187"/>
                    <a:pt x="244433" y="424364"/>
                    <a:pt x="244871" y="424499"/>
                  </a:cubicBezTo>
                  <a:cubicBezTo>
                    <a:pt x="245308" y="424599"/>
                    <a:pt x="248674" y="426349"/>
                    <a:pt x="248674" y="426349"/>
                  </a:cubicBezTo>
                  <a:cubicBezTo>
                    <a:pt x="248674" y="426349"/>
                    <a:pt x="250727" y="427223"/>
                    <a:pt x="251164" y="427863"/>
                  </a:cubicBezTo>
                  <a:cubicBezTo>
                    <a:pt x="251602" y="428502"/>
                    <a:pt x="253655" y="429814"/>
                    <a:pt x="254092" y="430587"/>
                  </a:cubicBezTo>
                  <a:cubicBezTo>
                    <a:pt x="254530" y="431361"/>
                    <a:pt x="257996" y="435162"/>
                    <a:pt x="258972" y="435802"/>
                  </a:cubicBezTo>
                  <a:cubicBezTo>
                    <a:pt x="259948" y="436441"/>
                    <a:pt x="265265" y="441655"/>
                    <a:pt x="265501" y="442092"/>
                  </a:cubicBezTo>
                  <a:cubicBezTo>
                    <a:pt x="265703" y="442529"/>
                    <a:pt x="269641" y="446129"/>
                    <a:pt x="269943" y="446331"/>
                  </a:cubicBezTo>
                  <a:cubicBezTo>
                    <a:pt x="270280" y="446533"/>
                    <a:pt x="281352" y="453496"/>
                    <a:pt x="281891" y="453933"/>
                  </a:cubicBezTo>
                  <a:cubicBezTo>
                    <a:pt x="282429" y="454371"/>
                    <a:pt x="287982" y="456759"/>
                    <a:pt x="287982" y="456759"/>
                  </a:cubicBezTo>
                  <a:cubicBezTo>
                    <a:pt x="287982" y="456759"/>
                    <a:pt x="290170" y="456557"/>
                    <a:pt x="290574" y="456759"/>
                  </a:cubicBezTo>
                  <a:cubicBezTo>
                    <a:pt x="291011" y="456961"/>
                    <a:pt x="296665" y="459046"/>
                    <a:pt x="297103" y="459248"/>
                  </a:cubicBezTo>
                  <a:cubicBezTo>
                    <a:pt x="297540" y="459450"/>
                    <a:pt x="300569" y="460459"/>
                    <a:pt x="300906" y="461099"/>
                  </a:cubicBezTo>
                  <a:cubicBezTo>
                    <a:pt x="301242" y="461738"/>
                    <a:pt x="305146" y="466212"/>
                    <a:pt x="305785" y="466649"/>
                  </a:cubicBezTo>
                  <a:cubicBezTo>
                    <a:pt x="306425" y="467086"/>
                    <a:pt x="310026" y="470652"/>
                    <a:pt x="310026" y="470652"/>
                  </a:cubicBezTo>
                  <a:cubicBezTo>
                    <a:pt x="310026" y="470652"/>
                    <a:pt x="309925" y="476203"/>
                    <a:pt x="309925" y="476505"/>
                  </a:cubicBezTo>
                  <a:cubicBezTo>
                    <a:pt x="309925" y="476842"/>
                    <a:pt x="309723" y="478457"/>
                    <a:pt x="309723" y="478894"/>
                  </a:cubicBezTo>
                  <a:cubicBezTo>
                    <a:pt x="309723" y="479331"/>
                    <a:pt x="310800" y="482157"/>
                    <a:pt x="311473" y="482493"/>
                  </a:cubicBezTo>
                  <a:cubicBezTo>
                    <a:pt x="312113" y="482830"/>
                    <a:pt x="314300" y="483032"/>
                    <a:pt x="314839" y="483368"/>
                  </a:cubicBezTo>
                  <a:cubicBezTo>
                    <a:pt x="315377" y="483704"/>
                    <a:pt x="317329" y="485857"/>
                    <a:pt x="318642" y="487068"/>
                  </a:cubicBezTo>
                  <a:cubicBezTo>
                    <a:pt x="319954" y="488246"/>
                    <a:pt x="322108" y="490096"/>
                    <a:pt x="322546" y="490432"/>
                  </a:cubicBezTo>
                  <a:cubicBezTo>
                    <a:pt x="322983" y="490769"/>
                    <a:pt x="326685" y="493796"/>
                    <a:pt x="326685" y="493796"/>
                  </a:cubicBezTo>
                  <a:cubicBezTo>
                    <a:pt x="326685" y="493796"/>
                    <a:pt x="328200" y="495007"/>
                    <a:pt x="329075" y="495007"/>
                  </a:cubicBezTo>
                  <a:cubicBezTo>
                    <a:pt x="329950" y="495007"/>
                    <a:pt x="333416" y="495646"/>
                    <a:pt x="334392" y="495546"/>
                  </a:cubicBezTo>
                  <a:cubicBezTo>
                    <a:pt x="335368" y="495445"/>
                    <a:pt x="336243" y="493594"/>
                    <a:pt x="338094" y="493931"/>
                  </a:cubicBezTo>
                  <a:cubicBezTo>
                    <a:pt x="339945" y="494267"/>
                    <a:pt x="341897" y="493931"/>
                    <a:pt x="342570" y="493931"/>
                  </a:cubicBezTo>
                  <a:cubicBezTo>
                    <a:pt x="343210" y="493931"/>
                    <a:pt x="346036" y="493393"/>
                    <a:pt x="346911" y="493056"/>
                  </a:cubicBezTo>
                  <a:cubicBezTo>
                    <a:pt x="347787" y="492720"/>
                    <a:pt x="349200" y="492282"/>
                    <a:pt x="349301" y="491542"/>
                  </a:cubicBezTo>
                  <a:cubicBezTo>
                    <a:pt x="349402" y="490769"/>
                    <a:pt x="349839" y="491004"/>
                    <a:pt x="349839" y="489053"/>
                  </a:cubicBezTo>
                  <a:cubicBezTo>
                    <a:pt x="349839" y="487102"/>
                    <a:pt x="349940" y="485050"/>
                    <a:pt x="349940" y="484713"/>
                  </a:cubicBezTo>
                  <a:cubicBezTo>
                    <a:pt x="349940" y="484377"/>
                    <a:pt x="350277" y="481888"/>
                    <a:pt x="350479" y="479499"/>
                  </a:cubicBezTo>
                  <a:cubicBezTo>
                    <a:pt x="350714" y="477111"/>
                    <a:pt x="350479" y="473848"/>
                    <a:pt x="350714" y="473074"/>
                  </a:cubicBezTo>
                  <a:cubicBezTo>
                    <a:pt x="350916" y="472300"/>
                    <a:pt x="350613" y="466111"/>
                    <a:pt x="350378" y="465808"/>
                  </a:cubicBezTo>
                  <a:cubicBezTo>
                    <a:pt x="350142" y="465472"/>
                    <a:pt x="349065" y="462343"/>
                    <a:pt x="348527" y="460695"/>
                  </a:cubicBezTo>
                  <a:cubicBezTo>
                    <a:pt x="347988" y="459080"/>
                    <a:pt x="346911" y="457533"/>
                    <a:pt x="346911" y="455817"/>
                  </a:cubicBezTo>
                  <a:cubicBezTo>
                    <a:pt x="346911" y="454068"/>
                    <a:pt x="347012" y="453092"/>
                    <a:pt x="347988" y="451040"/>
                  </a:cubicBezTo>
                  <a:cubicBezTo>
                    <a:pt x="348964" y="448988"/>
                    <a:pt x="348964" y="446701"/>
                    <a:pt x="350479" y="441688"/>
                  </a:cubicBezTo>
                  <a:cubicBezTo>
                    <a:pt x="351993" y="436676"/>
                    <a:pt x="351690" y="433749"/>
                    <a:pt x="353407" y="431462"/>
                  </a:cubicBezTo>
                  <a:cubicBezTo>
                    <a:pt x="355157" y="429175"/>
                    <a:pt x="356133" y="427762"/>
                    <a:pt x="356234" y="424734"/>
                  </a:cubicBezTo>
                  <a:cubicBezTo>
                    <a:pt x="356335" y="421707"/>
                    <a:pt x="357210" y="421908"/>
                    <a:pt x="356133" y="420395"/>
                  </a:cubicBezTo>
                  <a:cubicBezTo>
                    <a:pt x="355056" y="418881"/>
                    <a:pt x="351556" y="413768"/>
                    <a:pt x="351253" y="413566"/>
                  </a:cubicBezTo>
                  <a:cubicBezTo>
                    <a:pt x="350916" y="413364"/>
                    <a:pt x="353642" y="406401"/>
                    <a:pt x="353541" y="405963"/>
                  </a:cubicBezTo>
                  <a:cubicBezTo>
                    <a:pt x="353440" y="405526"/>
                    <a:pt x="354316" y="403777"/>
                    <a:pt x="355157" y="402599"/>
                  </a:cubicBezTo>
                  <a:cubicBezTo>
                    <a:pt x="356032" y="401422"/>
                    <a:pt x="358758" y="398798"/>
                    <a:pt x="358758" y="398798"/>
                  </a:cubicBezTo>
                  <a:lnTo>
                    <a:pt x="360272" y="397721"/>
                  </a:lnTo>
                  <a:cubicBezTo>
                    <a:pt x="360272" y="397721"/>
                    <a:pt x="362460" y="396948"/>
                    <a:pt x="363739" y="396948"/>
                  </a:cubicBezTo>
                  <a:cubicBezTo>
                    <a:pt x="365018" y="396948"/>
                    <a:pt x="375148" y="397385"/>
                    <a:pt x="375484" y="397385"/>
                  </a:cubicBezTo>
                  <a:cubicBezTo>
                    <a:pt x="375821" y="397385"/>
                    <a:pt x="380600" y="398125"/>
                    <a:pt x="380600" y="398125"/>
                  </a:cubicBezTo>
                  <a:cubicBezTo>
                    <a:pt x="380600" y="398125"/>
                    <a:pt x="384066" y="400177"/>
                    <a:pt x="384840" y="400615"/>
                  </a:cubicBezTo>
                  <a:cubicBezTo>
                    <a:pt x="385614" y="401052"/>
                    <a:pt x="387028" y="401388"/>
                    <a:pt x="388206" y="403339"/>
                  </a:cubicBezTo>
                  <a:cubicBezTo>
                    <a:pt x="389417" y="405290"/>
                    <a:pt x="392009" y="408015"/>
                    <a:pt x="392345" y="408452"/>
                  </a:cubicBezTo>
                  <a:cubicBezTo>
                    <a:pt x="392682" y="408890"/>
                    <a:pt x="394735" y="410841"/>
                    <a:pt x="395273" y="411480"/>
                  </a:cubicBezTo>
                  <a:cubicBezTo>
                    <a:pt x="395811" y="412119"/>
                    <a:pt x="399514" y="415920"/>
                    <a:pt x="400052" y="416795"/>
                  </a:cubicBezTo>
                  <a:cubicBezTo>
                    <a:pt x="400591" y="417670"/>
                    <a:pt x="402879" y="419083"/>
                    <a:pt x="403216" y="420260"/>
                  </a:cubicBezTo>
                  <a:cubicBezTo>
                    <a:pt x="403552" y="421471"/>
                    <a:pt x="406043" y="424398"/>
                    <a:pt x="406581" y="425138"/>
                  </a:cubicBezTo>
                  <a:cubicBezTo>
                    <a:pt x="407120" y="425911"/>
                    <a:pt x="408197" y="426551"/>
                    <a:pt x="408869" y="427963"/>
                  </a:cubicBezTo>
                  <a:cubicBezTo>
                    <a:pt x="409509" y="429376"/>
                    <a:pt x="410822" y="431664"/>
                    <a:pt x="412908" y="432976"/>
                  </a:cubicBezTo>
                  <a:cubicBezTo>
                    <a:pt x="414961" y="434288"/>
                    <a:pt x="415836" y="435263"/>
                    <a:pt x="418562" y="436239"/>
                  </a:cubicBezTo>
                  <a:cubicBezTo>
                    <a:pt x="421288" y="437214"/>
                    <a:pt x="423004" y="437551"/>
                    <a:pt x="424553" y="438190"/>
                  </a:cubicBezTo>
                  <a:cubicBezTo>
                    <a:pt x="426067" y="438829"/>
                    <a:pt x="427918" y="440141"/>
                    <a:pt x="429332" y="440679"/>
                  </a:cubicBezTo>
                  <a:cubicBezTo>
                    <a:pt x="430745" y="441217"/>
                    <a:pt x="434010" y="442529"/>
                    <a:pt x="435423" y="443606"/>
                  </a:cubicBezTo>
                  <a:cubicBezTo>
                    <a:pt x="436836" y="444682"/>
                    <a:pt x="440639" y="446095"/>
                    <a:pt x="440639" y="446095"/>
                  </a:cubicBezTo>
                  <a:cubicBezTo>
                    <a:pt x="440639" y="446095"/>
                    <a:pt x="444981" y="448046"/>
                    <a:pt x="445082" y="448484"/>
                  </a:cubicBezTo>
                  <a:cubicBezTo>
                    <a:pt x="445183" y="448921"/>
                    <a:pt x="445317" y="452285"/>
                    <a:pt x="445317" y="452285"/>
                  </a:cubicBezTo>
                  <a:lnTo>
                    <a:pt x="445317" y="454976"/>
                  </a:lnTo>
                  <a:cubicBezTo>
                    <a:pt x="445317" y="454976"/>
                    <a:pt x="444005" y="455851"/>
                    <a:pt x="446091" y="456288"/>
                  </a:cubicBezTo>
                  <a:cubicBezTo>
                    <a:pt x="448145" y="456725"/>
                    <a:pt x="449894" y="456927"/>
                    <a:pt x="451106" y="456624"/>
                  </a:cubicBezTo>
                  <a:cubicBezTo>
                    <a:pt x="452284" y="456288"/>
                    <a:pt x="452183" y="456826"/>
                    <a:pt x="453395" y="455985"/>
                  </a:cubicBezTo>
                  <a:cubicBezTo>
                    <a:pt x="454606" y="455111"/>
                    <a:pt x="455246" y="452722"/>
                    <a:pt x="455683" y="452285"/>
                  </a:cubicBezTo>
                  <a:cubicBezTo>
                    <a:pt x="456121" y="451848"/>
                    <a:pt x="456558" y="451108"/>
                    <a:pt x="456558" y="450233"/>
                  </a:cubicBezTo>
                  <a:cubicBezTo>
                    <a:pt x="456558" y="449358"/>
                    <a:pt x="457198" y="447407"/>
                    <a:pt x="457972" y="446768"/>
                  </a:cubicBezTo>
                  <a:cubicBezTo>
                    <a:pt x="458746" y="446129"/>
                    <a:pt x="460698" y="444716"/>
                    <a:pt x="460698" y="444716"/>
                  </a:cubicBezTo>
                  <a:cubicBezTo>
                    <a:pt x="460698" y="444716"/>
                    <a:pt x="461034" y="445052"/>
                    <a:pt x="462010" y="444279"/>
                  </a:cubicBezTo>
                  <a:cubicBezTo>
                    <a:pt x="462986" y="443505"/>
                    <a:pt x="463626" y="442866"/>
                    <a:pt x="464299" y="442428"/>
                  </a:cubicBezTo>
                  <a:cubicBezTo>
                    <a:pt x="464938" y="441991"/>
                    <a:pt x="465813" y="439704"/>
                    <a:pt x="465813" y="439704"/>
                  </a:cubicBezTo>
                  <a:cubicBezTo>
                    <a:pt x="465813" y="439704"/>
                    <a:pt x="466352" y="439165"/>
                    <a:pt x="467227" y="438291"/>
                  </a:cubicBezTo>
                  <a:cubicBezTo>
                    <a:pt x="468102" y="437416"/>
                    <a:pt x="469078" y="436239"/>
                    <a:pt x="469515" y="435263"/>
                  </a:cubicBezTo>
                  <a:cubicBezTo>
                    <a:pt x="469953" y="434288"/>
                    <a:pt x="470289" y="433077"/>
                    <a:pt x="470929" y="432976"/>
                  </a:cubicBezTo>
                  <a:cubicBezTo>
                    <a:pt x="471568" y="432875"/>
                    <a:pt x="472544" y="432774"/>
                    <a:pt x="472881" y="432774"/>
                  </a:cubicBezTo>
                  <a:cubicBezTo>
                    <a:pt x="473217" y="432774"/>
                    <a:pt x="473856" y="432572"/>
                    <a:pt x="474294" y="432572"/>
                  </a:cubicBezTo>
                  <a:cubicBezTo>
                    <a:pt x="474732" y="432572"/>
                    <a:pt x="476885" y="433548"/>
                    <a:pt x="476885" y="433548"/>
                  </a:cubicBezTo>
                  <a:lnTo>
                    <a:pt x="480587" y="438425"/>
                  </a:lnTo>
                  <a:cubicBezTo>
                    <a:pt x="480587" y="438425"/>
                    <a:pt x="482640" y="441150"/>
                    <a:pt x="482775" y="441688"/>
                  </a:cubicBezTo>
                  <a:cubicBezTo>
                    <a:pt x="482876" y="442227"/>
                    <a:pt x="482977" y="444716"/>
                    <a:pt x="484088" y="445052"/>
                  </a:cubicBezTo>
                  <a:cubicBezTo>
                    <a:pt x="485165" y="445389"/>
                    <a:pt x="489943" y="445692"/>
                    <a:pt x="489943" y="445692"/>
                  </a:cubicBezTo>
                  <a:cubicBezTo>
                    <a:pt x="489943" y="445692"/>
                    <a:pt x="497684" y="444615"/>
                    <a:pt x="498290" y="444447"/>
                  </a:cubicBezTo>
                  <a:cubicBezTo>
                    <a:pt x="498862" y="444312"/>
                    <a:pt x="503372" y="442866"/>
                    <a:pt x="503372" y="442866"/>
                  </a:cubicBezTo>
                  <a:cubicBezTo>
                    <a:pt x="503372" y="442866"/>
                    <a:pt x="503675" y="442126"/>
                    <a:pt x="504247" y="441722"/>
                  </a:cubicBezTo>
                  <a:cubicBezTo>
                    <a:pt x="504819" y="441285"/>
                    <a:pt x="505997" y="439132"/>
                    <a:pt x="505997" y="439132"/>
                  </a:cubicBezTo>
                  <a:cubicBezTo>
                    <a:pt x="505997" y="439132"/>
                    <a:pt x="506569" y="438829"/>
                    <a:pt x="506569" y="437685"/>
                  </a:cubicBezTo>
                  <a:cubicBezTo>
                    <a:pt x="506569" y="436542"/>
                    <a:pt x="506872" y="435230"/>
                    <a:pt x="506872" y="435230"/>
                  </a:cubicBezTo>
                  <a:lnTo>
                    <a:pt x="507881" y="433346"/>
                  </a:lnTo>
                  <a:lnTo>
                    <a:pt x="509059" y="431327"/>
                  </a:lnTo>
                  <a:cubicBezTo>
                    <a:pt x="509059" y="431327"/>
                    <a:pt x="510204" y="431126"/>
                    <a:pt x="510944" y="430520"/>
                  </a:cubicBezTo>
                  <a:cubicBezTo>
                    <a:pt x="511651" y="429948"/>
                    <a:pt x="514141" y="428132"/>
                    <a:pt x="514579" y="428132"/>
                  </a:cubicBezTo>
                  <a:cubicBezTo>
                    <a:pt x="515016" y="428132"/>
                    <a:pt x="517607" y="428132"/>
                    <a:pt x="517607" y="428132"/>
                  </a:cubicBezTo>
                  <a:lnTo>
                    <a:pt x="522084" y="430453"/>
                  </a:lnTo>
                  <a:lnTo>
                    <a:pt x="524540" y="433211"/>
                  </a:lnTo>
                  <a:cubicBezTo>
                    <a:pt x="524540" y="433211"/>
                    <a:pt x="525853" y="436844"/>
                    <a:pt x="525853" y="437416"/>
                  </a:cubicBezTo>
                  <a:cubicBezTo>
                    <a:pt x="525853" y="437988"/>
                    <a:pt x="526593" y="440040"/>
                    <a:pt x="526862" y="440612"/>
                  </a:cubicBezTo>
                  <a:cubicBezTo>
                    <a:pt x="527165" y="441184"/>
                    <a:pt x="529319" y="443068"/>
                    <a:pt x="529454" y="443505"/>
                  </a:cubicBezTo>
                  <a:cubicBezTo>
                    <a:pt x="529588" y="443942"/>
                    <a:pt x="530901" y="445523"/>
                    <a:pt x="531473" y="445523"/>
                  </a:cubicBezTo>
                  <a:cubicBezTo>
                    <a:pt x="532045" y="445523"/>
                    <a:pt x="533223" y="445523"/>
                    <a:pt x="533223" y="445523"/>
                  </a:cubicBezTo>
                  <a:lnTo>
                    <a:pt x="536993" y="448114"/>
                  </a:lnTo>
                  <a:cubicBezTo>
                    <a:pt x="536993" y="448114"/>
                    <a:pt x="538877" y="451141"/>
                    <a:pt x="539315" y="452184"/>
                  </a:cubicBezTo>
                  <a:cubicBezTo>
                    <a:pt x="539752" y="453193"/>
                    <a:pt x="540762" y="455514"/>
                    <a:pt x="540897" y="455952"/>
                  </a:cubicBezTo>
                  <a:cubicBezTo>
                    <a:pt x="541031" y="456389"/>
                    <a:pt x="543353" y="457095"/>
                    <a:pt x="543791" y="457533"/>
                  </a:cubicBezTo>
                  <a:cubicBezTo>
                    <a:pt x="544228" y="457970"/>
                    <a:pt x="545675" y="459417"/>
                    <a:pt x="545675" y="459417"/>
                  </a:cubicBezTo>
                  <a:cubicBezTo>
                    <a:pt x="545675" y="459417"/>
                    <a:pt x="546248" y="459719"/>
                    <a:pt x="547257" y="460998"/>
                  </a:cubicBezTo>
                  <a:cubicBezTo>
                    <a:pt x="548267" y="462310"/>
                    <a:pt x="549714" y="463453"/>
                    <a:pt x="550286" y="464025"/>
                  </a:cubicBezTo>
                  <a:cubicBezTo>
                    <a:pt x="550858" y="464597"/>
                    <a:pt x="551868" y="465472"/>
                    <a:pt x="553483" y="466615"/>
                  </a:cubicBezTo>
                  <a:cubicBezTo>
                    <a:pt x="555065" y="467793"/>
                    <a:pt x="556681" y="470248"/>
                    <a:pt x="557253" y="470518"/>
                  </a:cubicBezTo>
                  <a:cubicBezTo>
                    <a:pt x="557825" y="470820"/>
                    <a:pt x="561459" y="472099"/>
                    <a:pt x="561762" y="472973"/>
                  </a:cubicBezTo>
                  <a:cubicBezTo>
                    <a:pt x="562065" y="473848"/>
                    <a:pt x="565397" y="476304"/>
                    <a:pt x="565397" y="476304"/>
                  </a:cubicBezTo>
                  <a:cubicBezTo>
                    <a:pt x="565397" y="476304"/>
                    <a:pt x="569032" y="480206"/>
                    <a:pt x="569032" y="481081"/>
                  </a:cubicBezTo>
                  <a:cubicBezTo>
                    <a:pt x="569032" y="481955"/>
                    <a:pt x="570613" y="484411"/>
                    <a:pt x="570782" y="484848"/>
                  </a:cubicBezTo>
                  <a:cubicBezTo>
                    <a:pt x="570916" y="485286"/>
                    <a:pt x="571657" y="486866"/>
                    <a:pt x="571960" y="487607"/>
                  </a:cubicBezTo>
                  <a:cubicBezTo>
                    <a:pt x="572263" y="488313"/>
                    <a:pt x="574416" y="489490"/>
                    <a:pt x="574416" y="490062"/>
                  </a:cubicBezTo>
                  <a:cubicBezTo>
                    <a:pt x="574416" y="490634"/>
                    <a:pt x="576166" y="491509"/>
                    <a:pt x="576166" y="491509"/>
                  </a:cubicBezTo>
                  <a:lnTo>
                    <a:pt x="577311" y="493830"/>
                  </a:lnTo>
                  <a:cubicBezTo>
                    <a:pt x="577311" y="493830"/>
                    <a:pt x="577614" y="496588"/>
                    <a:pt x="577748" y="497160"/>
                  </a:cubicBezTo>
                  <a:cubicBezTo>
                    <a:pt x="577883" y="497732"/>
                    <a:pt x="579061" y="500188"/>
                    <a:pt x="579061" y="500188"/>
                  </a:cubicBezTo>
                  <a:cubicBezTo>
                    <a:pt x="579061" y="500188"/>
                    <a:pt x="580205" y="501365"/>
                    <a:pt x="580643" y="501634"/>
                  </a:cubicBezTo>
                  <a:cubicBezTo>
                    <a:pt x="581080" y="501937"/>
                    <a:pt x="582527" y="502206"/>
                    <a:pt x="582662" y="502643"/>
                  </a:cubicBezTo>
                  <a:cubicBezTo>
                    <a:pt x="582796" y="503081"/>
                    <a:pt x="583974" y="505099"/>
                    <a:pt x="583974" y="505099"/>
                  </a:cubicBezTo>
                  <a:lnTo>
                    <a:pt x="586229" y="506613"/>
                  </a:lnTo>
                  <a:cubicBezTo>
                    <a:pt x="586229" y="506613"/>
                    <a:pt x="587239" y="507420"/>
                    <a:pt x="586734" y="507757"/>
                  </a:cubicBezTo>
                  <a:cubicBezTo>
                    <a:pt x="586229" y="508127"/>
                    <a:pt x="584984" y="509203"/>
                    <a:pt x="584917" y="509506"/>
                  </a:cubicBezTo>
                  <a:cubicBezTo>
                    <a:pt x="584849" y="509809"/>
                    <a:pt x="584715" y="510818"/>
                    <a:pt x="585051" y="511087"/>
                  </a:cubicBezTo>
                  <a:cubicBezTo>
                    <a:pt x="585422" y="511390"/>
                    <a:pt x="586498" y="512399"/>
                    <a:pt x="586498" y="512399"/>
                  </a:cubicBezTo>
                  <a:cubicBezTo>
                    <a:pt x="586498" y="512399"/>
                    <a:pt x="587071" y="513139"/>
                    <a:pt x="587508" y="513341"/>
                  </a:cubicBezTo>
                  <a:cubicBezTo>
                    <a:pt x="587946" y="513543"/>
                    <a:pt x="588080" y="513475"/>
                    <a:pt x="589258" y="513543"/>
                  </a:cubicBezTo>
                  <a:cubicBezTo>
                    <a:pt x="590402" y="513610"/>
                    <a:pt x="591277" y="513038"/>
                    <a:pt x="591513" y="513173"/>
                  </a:cubicBezTo>
                  <a:cubicBezTo>
                    <a:pt x="591715" y="513307"/>
                    <a:pt x="592826" y="513812"/>
                    <a:pt x="592960" y="514182"/>
                  </a:cubicBezTo>
                  <a:cubicBezTo>
                    <a:pt x="593095" y="514552"/>
                    <a:pt x="594205" y="515326"/>
                    <a:pt x="594609" y="515830"/>
                  </a:cubicBezTo>
                  <a:cubicBezTo>
                    <a:pt x="595047" y="516335"/>
                    <a:pt x="596494" y="518084"/>
                    <a:pt x="596797" y="518454"/>
                  </a:cubicBezTo>
                  <a:cubicBezTo>
                    <a:pt x="597100" y="518824"/>
                    <a:pt x="597874" y="519329"/>
                    <a:pt x="597874" y="519329"/>
                  </a:cubicBezTo>
                  <a:lnTo>
                    <a:pt x="607364" y="527436"/>
                  </a:lnTo>
                  <a:lnTo>
                    <a:pt x="612076" y="531204"/>
                  </a:lnTo>
                  <a:lnTo>
                    <a:pt x="613961" y="532078"/>
                  </a:lnTo>
                  <a:cubicBezTo>
                    <a:pt x="613961" y="532078"/>
                    <a:pt x="616720" y="534332"/>
                    <a:pt x="616653" y="534534"/>
                  </a:cubicBezTo>
                  <a:cubicBezTo>
                    <a:pt x="616586" y="534736"/>
                    <a:pt x="616956" y="537360"/>
                    <a:pt x="616956" y="537360"/>
                  </a:cubicBezTo>
                  <a:cubicBezTo>
                    <a:pt x="616956" y="537360"/>
                    <a:pt x="618403" y="538369"/>
                    <a:pt x="618639" y="538604"/>
                  </a:cubicBezTo>
                  <a:cubicBezTo>
                    <a:pt x="618840" y="538806"/>
                    <a:pt x="622038" y="540354"/>
                    <a:pt x="622273" y="540421"/>
                  </a:cubicBezTo>
                  <a:cubicBezTo>
                    <a:pt x="622509" y="540488"/>
                    <a:pt x="623216" y="540791"/>
                    <a:pt x="624293" y="541363"/>
                  </a:cubicBezTo>
                  <a:cubicBezTo>
                    <a:pt x="625369" y="541935"/>
                    <a:pt x="627254" y="542372"/>
                    <a:pt x="627692" y="542372"/>
                  </a:cubicBezTo>
                  <a:cubicBezTo>
                    <a:pt x="628129" y="542372"/>
                    <a:pt x="629341" y="542237"/>
                    <a:pt x="629812" y="542237"/>
                  </a:cubicBezTo>
                  <a:cubicBezTo>
                    <a:pt x="630283" y="542237"/>
                    <a:pt x="633110" y="541665"/>
                    <a:pt x="633548" y="541161"/>
                  </a:cubicBezTo>
                  <a:cubicBezTo>
                    <a:pt x="633985" y="540656"/>
                    <a:pt x="635230" y="540084"/>
                    <a:pt x="635298" y="539142"/>
                  </a:cubicBezTo>
                  <a:cubicBezTo>
                    <a:pt x="635365" y="538201"/>
                    <a:pt x="635533" y="537191"/>
                    <a:pt x="635600" y="536249"/>
                  </a:cubicBezTo>
                  <a:cubicBezTo>
                    <a:pt x="635668" y="535308"/>
                    <a:pt x="632134" y="531607"/>
                    <a:pt x="632134" y="531607"/>
                  </a:cubicBezTo>
                  <a:cubicBezTo>
                    <a:pt x="632134" y="531607"/>
                    <a:pt x="631764" y="531237"/>
                    <a:pt x="630990" y="530867"/>
                  </a:cubicBezTo>
                  <a:cubicBezTo>
                    <a:pt x="630182" y="530497"/>
                    <a:pt x="630115" y="529488"/>
                    <a:pt x="629846" y="529421"/>
                  </a:cubicBezTo>
                  <a:cubicBezTo>
                    <a:pt x="629610" y="529353"/>
                    <a:pt x="630048" y="529723"/>
                    <a:pt x="629240" y="528916"/>
                  </a:cubicBezTo>
                  <a:cubicBezTo>
                    <a:pt x="628432" y="528109"/>
                    <a:pt x="628533" y="527671"/>
                    <a:pt x="627995" y="527167"/>
                  </a:cubicBezTo>
                  <a:cubicBezTo>
                    <a:pt x="627490" y="526662"/>
                    <a:pt x="627793" y="525418"/>
                    <a:pt x="627120" y="524846"/>
                  </a:cubicBezTo>
                  <a:cubicBezTo>
                    <a:pt x="626480" y="524274"/>
                    <a:pt x="626783" y="524341"/>
                    <a:pt x="625841" y="523029"/>
                  </a:cubicBezTo>
                  <a:cubicBezTo>
                    <a:pt x="624898" y="521717"/>
                    <a:pt x="624562" y="521347"/>
                    <a:pt x="624562" y="521078"/>
                  </a:cubicBezTo>
                  <a:cubicBezTo>
                    <a:pt x="624562" y="520775"/>
                    <a:pt x="624562" y="519261"/>
                    <a:pt x="624562" y="519261"/>
                  </a:cubicBezTo>
                  <a:cubicBezTo>
                    <a:pt x="624562" y="519261"/>
                    <a:pt x="624562" y="518319"/>
                    <a:pt x="624629" y="517310"/>
                  </a:cubicBezTo>
                  <a:cubicBezTo>
                    <a:pt x="624696" y="516301"/>
                    <a:pt x="625067" y="515426"/>
                    <a:pt x="625201" y="514922"/>
                  </a:cubicBezTo>
                  <a:cubicBezTo>
                    <a:pt x="625336" y="514417"/>
                    <a:pt x="625571" y="512971"/>
                    <a:pt x="625639" y="512534"/>
                  </a:cubicBezTo>
                  <a:cubicBezTo>
                    <a:pt x="625706" y="512096"/>
                    <a:pt x="626514" y="510582"/>
                    <a:pt x="626514" y="510582"/>
                  </a:cubicBezTo>
                  <a:lnTo>
                    <a:pt x="628264" y="509270"/>
                  </a:lnTo>
                  <a:lnTo>
                    <a:pt x="629879" y="508463"/>
                  </a:lnTo>
                  <a:cubicBezTo>
                    <a:pt x="629879" y="508463"/>
                    <a:pt x="630653" y="508026"/>
                    <a:pt x="631091" y="508598"/>
                  </a:cubicBezTo>
                  <a:cubicBezTo>
                    <a:pt x="631528" y="509170"/>
                    <a:pt x="632841" y="509977"/>
                    <a:pt x="632841" y="509977"/>
                  </a:cubicBezTo>
                  <a:cubicBezTo>
                    <a:pt x="632841" y="509977"/>
                    <a:pt x="633918" y="511491"/>
                    <a:pt x="634355" y="512164"/>
                  </a:cubicBezTo>
                  <a:cubicBezTo>
                    <a:pt x="634793" y="512803"/>
                    <a:pt x="635567" y="514619"/>
                    <a:pt x="635567" y="514855"/>
                  </a:cubicBezTo>
                  <a:cubicBezTo>
                    <a:pt x="635567" y="515090"/>
                    <a:pt x="635937" y="516738"/>
                    <a:pt x="635870" y="517613"/>
                  </a:cubicBezTo>
                  <a:cubicBezTo>
                    <a:pt x="635802" y="518488"/>
                    <a:pt x="634927" y="519362"/>
                    <a:pt x="635802" y="520506"/>
                  </a:cubicBezTo>
                  <a:cubicBezTo>
                    <a:pt x="636677" y="521683"/>
                    <a:pt x="639067" y="522020"/>
                    <a:pt x="639067" y="522020"/>
                  </a:cubicBezTo>
                  <a:cubicBezTo>
                    <a:pt x="639067" y="522020"/>
                    <a:pt x="641086" y="522154"/>
                    <a:pt x="641153" y="522760"/>
                  </a:cubicBezTo>
                  <a:cubicBezTo>
                    <a:pt x="641221" y="523332"/>
                    <a:pt x="641961" y="523904"/>
                    <a:pt x="642096" y="524509"/>
                  </a:cubicBezTo>
                  <a:cubicBezTo>
                    <a:pt x="642230" y="525081"/>
                    <a:pt x="643106" y="525956"/>
                    <a:pt x="643240" y="526763"/>
                  </a:cubicBezTo>
                  <a:cubicBezTo>
                    <a:pt x="643375" y="527570"/>
                    <a:pt x="644317" y="528714"/>
                    <a:pt x="644822" y="529286"/>
                  </a:cubicBezTo>
                  <a:cubicBezTo>
                    <a:pt x="645327" y="529858"/>
                    <a:pt x="645966" y="530228"/>
                    <a:pt x="646269" y="530665"/>
                  </a:cubicBezTo>
                  <a:cubicBezTo>
                    <a:pt x="646572" y="531103"/>
                    <a:pt x="647346" y="531540"/>
                    <a:pt x="647649" y="532044"/>
                  </a:cubicBezTo>
                  <a:cubicBezTo>
                    <a:pt x="647952" y="532549"/>
                    <a:pt x="650543" y="534433"/>
                    <a:pt x="650543" y="534433"/>
                  </a:cubicBezTo>
                  <a:cubicBezTo>
                    <a:pt x="650543" y="534433"/>
                    <a:pt x="651284" y="534265"/>
                    <a:pt x="652226" y="534904"/>
                  </a:cubicBezTo>
                  <a:cubicBezTo>
                    <a:pt x="653168" y="535543"/>
                    <a:pt x="655793" y="535812"/>
                    <a:pt x="655793" y="535812"/>
                  </a:cubicBezTo>
                  <a:lnTo>
                    <a:pt x="658418" y="535812"/>
                  </a:lnTo>
                  <a:lnTo>
                    <a:pt x="661784" y="537561"/>
                  </a:lnTo>
                  <a:cubicBezTo>
                    <a:pt x="661784" y="537561"/>
                    <a:pt x="667438" y="538100"/>
                    <a:pt x="667640" y="538436"/>
                  </a:cubicBezTo>
                  <a:cubicBezTo>
                    <a:pt x="667842" y="538772"/>
                    <a:pt x="669390" y="541161"/>
                    <a:pt x="669390" y="541161"/>
                  </a:cubicBezTo>
                  <a:lnTo>
                    <a:pt x="669726" y="545299"/>
                  </a:lnTo>
                  <a:lnTo>
                    <a:pt x="669726" y="548898"/>
                  </a:lnTo>
                  <a:lnTo>
                    <a:pt x="670702" y="553776"/>
                  </a:lnTo>
                  <a:cubicBezTo>
                    <a:pt x="670702" y="553776"/>
                    <a:pt x="670500" y="554852"/>
                    <a:pt x="670265" y="555828"/>
                  </a:cubicBezTo>
                  <a:cubicBezTo>
                    <a:pt x="670063" y="556803"/>
                    <a:pt x="669726" y="558553"/>
                    <a:pt x="669726" y="558553"/>
                  </a:cubicBezTo>
                  <a:lnTo>
                    <a:pt x="669188" y="560403"/>
                  </a:lnTo>
                  <a:cubicBezTo>
                    <a:pt x="669188" y="560403"/>
                    <a:pt x="670164" y="562354"/>
                    <a:pt x="671241" y="562455"/>
                  </a:cubicBezTo>
                  <a:cubicBezTo>
                    <a:pt x="672318" y="562556"/>
                    <a:pt x="673731" y="563094"/>
                    <a:pt x="675582" y="562118"/>
                  </a:cubicBezTo>
                  <a:cubicBezTo>
                    <a:pt x="677433" y="561143"/>
                    <a:pt x="678073" y="560706"/>
                    <a:pt x="678746" y="560369"/>
                  </a:cubicBezTo>
                  <a:cubicBezTo>
                    <a:pt x="679385" y="560033"/>
                    <a:pt x="680058" y="560033"/>
                    <a:pt x="680058" y="560033"/>
                  </a:cubicBezTo>
                  <a:cubicBezTo>
                    <a:pt x="680058" y="560033"/>
                    <a:pt x="682111" y="561984"/>
                    <a:pt x="682448" y="562522"/>
                  </a:cubicBezTo>
                  <a:cubicBezTo>
                    <a:pt x="682784" y="563060"/>
                    <a:pt x="684299" y="563733"/>
                    <a:pt x="684400" y="564137"/>
                  </a:cubicBezTo>
                  <a:cubicBezTo>
                    <a:pt x="684501" y="564574"/>
                    <a:pt x="688539" y="568173"/>
                    <a:pt x="688977" y="568375"/>
                  </a:cubicBezTo>
                  <a:cubicBezTo>
                    <a:pt x="689414" y="568577"/>
                    <a:pt x="692679" y="569351"/>
                    <a:pt x="692982" y="569586"/>
                  </a:cubicBezTo>
                  <a:cubicBezTo>
                    <a:pt x="693318" y="569788"/>
                    <a:pt x="697659" y="570898"/>
                    <a:pt x="697659" y="570898"/>
                  </a:cubicBezTo>
                  <a:cubicBezTo>
                    <a:pt x="697659" y="570898"/>
                    <a:pt x="699275" y="572210"/>
                    <a:pt x="699713" y="572311"/>
                  </a:cubicBezTo>
                  <a:cubicBezTo>
                    <a:pt x="700150" y="572412"/>
                    <a:pt x="702741" y="574901"/>
                    <a:pt x="703179" y="575238"/>
                  </a:cubicBezTo>
                  <a:cubicBezTo>
                    <a:pt x="703616" y="575574"/>
                    <a:pt x="709910" y="578703"/>
                    <a:pt x="709910" y="578703"/>
                  </a:cubicBezTo>
                  <a:cubicBezTo>
                    <a:pt x="709910" y="578703"/>
                    <a:pt x="715025" y="583143"/>
                    <a:pt x="716001" y="583917"/>
                  </a:cubicBezTo>
                  <a:cubicBezTo>
                    <a:pt x="716977" y="584691"/>
                    <a:pt x="720477" y="587718"/>
                    <a:pt x="721453" y="588155"/>
                  </a:cubicBezTo>
                  <a:cubicBezTo>
                    <a:pt x="722429" y="588593"/>
                    <a:pt x="731449" y="597070"/>
                    <a:pt x="731449" y="597070"/>
                  </a:cubicBezTo>
                  <a:lnTo>
                    <a:pt x="734040" y="598483"/>
                  </a:lnTo>
                  <a:cubicBezTo>
                    <a:pt x="734040" y="598483"/>
                    <a:pt x="737507" y="601847"/>
                    <a:pt x="737641" y="602183"/>
                  </a:cubicBezTo>
                  <a:cubicBezTo>
                    <a:pt x="737742" y="602520"/>
                    <a:pt x="742959" y="608474"/>
                    <a:pt x="742959" y="608474"/>
                  </a:cubicBezTo>
                  <a:lnTo>
                    <a:pt x="745247" y="611299"/>
                  </a:lnTo>
                  <a:lnTo>
                    <a:pt x="748848" y="615336"/>
                  </a:lnTo>
                  <a:lnTo>
                    <a:pt x="750901" y="617086"/>
                  </a:lnTo>
                  <a:cubicBezTo>
                    <a:pt x="750901" y="617086"/>
                    <a:pt x="752752" y="617859"/>
                    <a:pt x="753089" y="617960"/>
                  </a:cubicBezTo>
                  <a:cubicBezTo>
                    <a:pt x="753425" y="618061"/>
                    <a:pt x="754300" y="618162"/>
                    <a:pt x="755142" y="618498"/>
                  </a:cubicBezTo>
                  <a:cubicBezTo>
                    <a:pt x="756017" y="618835"/>
                    <a:pt x="758171" y="620550"/>
                    <a:pt x="758171" y="620550"/>
                  </a:cubicBezTo>
                  <a:lnTo>
                    <a:pt x="760897" y="625125"/>
                  </a:lnTo>
                  <a:lnTo>
                    <a:pt x="763623" y="627716"/>
                  </a:lnTo>
                  <a:lnTo>
                    <a:pt x="765372" y="630440"/>
                  </a:lnTo>
                  <a:lnTo>
                    <a:pt x="766786" y="633266"/>
                  </a:lnTo>
                  <a:cubicBezTo>
                    <a:pt x="766786" y="633266"/>
                    <a:pt x="768099" y="633468"/>
                    <a:pt x="768401" y="633367"/>
                  </a:cubicBezTo>
                  <a:cubicBezTo>
                    <a:pt x="768738" y="633266"/>
                    <a:pt x="770690" y="632930"/>
                    <a:pt x="770690" y="632930"/>
                  </a:cubicBezTo>
                  <a:lnTo>
                    <a:pt x="773079" y="632291"/>
                  </a:lnTo>
                  <a:lnTo>
                    <a:pt x="774930" y="630541"/>
                  </a:lnTo>
                  <a:cubicBezTo>
                    <a:pt x="774930" y="630541"/>
                    <a:pt x="775132" y="629465"/>
                    <a:pt x="774830" y="628927"/>
                  </a:cubicBezTo>
                  <a:cubicBezTo>
                    <a:pt x="774493" y="628388"/>
                    <a:pt x="774291" y="626437"/>
                    <a:pt x="774291" y="626437"/>
                  </a:cubicBezTo>
                  <a:cubicBezTo>
                    <a:pt x="774291" y="626437"/>
                    <a:pt x="774055" y="625024"/>
                    <a:pt x="774055" y="624587"/>
                  </a:cubicBezTo>
                  <a:cubicBezTo>
                    <a:pt x="774055" y="624150"/>
                    <a:pt x="773719" y="622300"/>
                    <a:pt x="774156" y="621761"/>
                  </a:cubicBezTo>
                  <a:cubicBezTo>
                    <a:pt x="774594" y="621223"/>
                    <a:pt x="775233" y="619575"/>
                    <a:pt x="775233" y="619575"/>
                  </a:cubicBezTo>
                  <a:cubicBezTo>
                    <a:pt x="775233" y="619575"/>
                    <a:pt x="775132" y="619676"/>
                    <a:pt x="775873" y="618700"/>
                  </a:cubicBezTo>
                  <a:cubicBezTo>
                    <a:pt x="776647" y="617725"/>
                    <a:pt x="776849" y="616749"/>
                    <a:pt x="777522" y="615975"/>
                  </a:cubicBezTo>
                  <a:cubicBezTo>
                    <a:pt x="778161" y="615202"/>
                    <a:pt x="779036" y="613049"/>
                    <a:pt x="779272" y="612611"/>
                  </a:cubicBezTo>
                  <a:cubicBezTo>
                    <a:pt x="779474" y="612174"/>
                    <a:pt x="779709" y="611199"/>
                    <a:pt x="779810" y="610425"/>
                  </a:cubicBezTo>
                  <a:cubicBezTo>
                    <a:pt x="779911" y="609651"/>
                    <a:pt x="779911" y="608373"/>
                    <a:pt x="779911" y="608373"/>
                  </a:cubicBezTo>
                  <a:cubicBezTo>
                    <a:pt x="779911" y="608373"/>
                    <a:pt x="780685" y="607397"/>
                    <a:pt x="780988" y="607162"/>
                  </a:cubicBezTo>
                  <a:cubicBezTo>
                    <a:pt x="781325" y="606960"/>
                    <a:pt x="783277" y="606388"/>
                    <a:pt x="783277" y="606388"/>
                  </a:cubicBezTo>
                  <a:cubicBezTo>
                    <a:pt x="783277" y="606388"/>
                    <a:pt x="785666" y="607263"/>
                    <a:pt x="786003" y="607599"/>
                  </a:cubicBezTo>
                  <a:cubicBezTo>
                    <a:pt x="786339" y="607935"/>
                    <a:pt x="789469" y="609348"/>
                    <a:pt x="789469" y="610324"/>
                  </a:cubicBezTo>
                  <a:cubicBezTo>
                    <a:pt x="789469" y="611299"/>
                    <a:pt x="789705" y="612073"/>
                    <a:pt x="789705" y="612712"/>
                  </a:cubicBezTo>
                  <a:cubicBezTo>
                    <a:pt x="789705" y="613351"/>
                    <a:pt x="789705" y="614899"/>
                    <a:pt x="789705" y="614899"/>
                  </a:cubicBezTo>
                  <a:lnTo>
                    <a:pt x="790041" y="616951"/>
                  </a:lnTo>
                  <a:cubicBezTo>
                    <a:pt x="790041" y="616951"/>
                    <a:pt x="791017" y="616951"/>
                    <a:pt x="791657" y="618700"/>
                  </a:cubicBezTo>
                  <a:cubicBezTo>
                    <a:pt x="792296" y="620450"/>
                    <a:pt x="793508" y="620450"/>
                    <a:pt x="793609" y="621190"/>
                  </a:cubicBezTo>
                  <a:cubicBezTo>
                    <a:pt x="793710" y="621963"/>
                    <a:pt x="794147" y="623141"/>
                    <a:pt x="794147" y="623141"/>
                  </a:cubicBezTo>
                  <a:lnTo>
                    <a:pt x="793811" y="625092"/>
                  </a:lnTo>
                  <a:cubicBezTo>
                    <a:pt x="793811" y="625092"/>
                    <a:pt x="793609" y="626168"/>
                    <a:pt x="793373" y="626841"/>
                  </a:cubicBezTo>
                  <a:cubicBezTo>
                    <a:pt x="793171" y="627480"/>
                    <a:pt x="792835" y="628456"/>
                    <a:pt x="792599" y="628893"/>
                  </a:cubicBezTo>
                  <a:cubicBezTo>
                    <a:pt x="792397" y="629330"/>
                    <a:pt x="792061" y="630104"/>
                    <a:pt x="791926" y="630541"/>
                  </a:cubicBezTo>
                  <a:cubicBezTo>
                    <a:pt x="791825" y="630979"/>
                    <a:pt x="791287" y="631853"/>
                    <a:pt x="791287" y="632291"/>
                  </a:cubicBezTo>
                  <a:cubicBezTo>
                    <a:pt x="791287" y="632728"/>
                    <a:pt x="790210" y="633165"/>
                    <a:pt x="789772" y="633804"/>
                  </a:cubicBezTo>
                  <a:cubicBezTo>
                    <a:pt x="789335" y="634444"/>
                    <a:pt x="788594" y="634242"/>
                    <a:pt x="788460" y="634578"/>
                  </a:cubicBezTo>
                  <a:cubicBezTo>
                    <a:pt x="788359" y="634915"/>
                    <a:pt x="787820" y="637303"/>
                    <a:pt x="787685" y="638043"/>
                  </a:cubicBezTo>
                  <a:cubicBezTo>
                    <a:pt x="787585" y="638817"/>
                    <a:pt x="787248" y="639994"/>
                    <a:pt x="787248" y="640330"/>
                  </a:cubicBezTo>
                  <a:cubicBezTo>
                    <a:pt x="787248" y="640667"/>
                    <a:pt x="787147" y="642618"/>
                    <a:pt x="787147" y="643055"/>
                  </a:cubicBezTo>
                  <a:cubicBezTo>
                    <a:pt x="787147" y="643493"/>
                    <a:pt x="788022" y="643930"/>
                    <a:pt x="788460" y="644367"/>
                  </a:cubicBezTo>
                  <a:cubicBezTo>
                    <a:pt x="788897" y="644805"/>
                    <a:pt x="790950" y="646217"/>
                    <a:pt x="792263" y="646991"/>
                  </a:cubicBezTo>
                  <a:cubicBezTo>
                    <a:pt x="793575" y="647765"/>
                    <a:pt x="797277" y="649279"/>
                    <a:pt x="797816" y="649918"/>
                  </a:cubicBezTo>
                  <a:cubicBezTo>
                    <a:pt x="798354" y="650557"/>
                    <a:pt x="803133" y="651667"/>
                    <a:pt x="803133" y="651667"/>
                  </a:cubicBezTo>
                  <a:lnTo>
                    <a:pt x="806162" y="652979"/>
                  </a:lnTo>
                  <a:lnTo>
                    <a:pt x="807239" y="653315"/>
                  </a:lnTo>
                  <a:lnTo>
                    <a:pt x="812556" y="655704"/>
                  </a:lnTo>
                  <a:lnTo>
                    <a:pt x="815282" y="659169"/>
                  </a:lnTo>
                  <a:lnTo>
                    <a:pt x="818648" y="661658"/>
                  </a:lnTo>
                  <a:lnTo>
                    <a:pt x="823427" y="664686"/>
                  </a:lnTo>
                  <a:lnTo>
                    <a:pt x="826254" y="668689"/>
                  </a:lnTo>
                  <a:lnTo>
                    <a:pt x="829081" y="671178"/>
                  </a:lnTo>
                  <a:cubicBezTo>
                    <a:pt x="829081" y="671178"/>
                    <a:pt x="830292" y="672692"/>
                    <a:pt x="830494" y="673129"/>
                  </a:cubicBezTo>
                  <a:cubicBezTo>
                    <a:pt x="830696" y="673566"/>
                    <a:pt x="832547" y="675282"/>
                    <a:pt x="832783" y="675719"/>
                  </a:cubicBezTo>
                  <a:cubicBezTo>
                    <a:pt x="832985" y="676157"/>
                    <a:pt x="833860" y="677132"/>
                    <a:pt x="834095" y="678343"/>
                  </a:cubicBezTo>
                  <a:cubicBezTo>
                    <a:pt x="834297" y="679521"/>
                    <a:pt x="834297" y="681169"/>
                    <a:pt x="834196" y="681943"/>
                  </a:cubicBezTo>
                  <a:cubicBezTo>
                    <a:pt x="834095" y="682717"/>
                    <a:pt x="833422" y="683019"/>
                    <a:pt x="832446" y="683457"/>
                  </a:cubicBezTo>
                  <a:cubicBezTo>
                    <a:pt x="831470" y="683894"/>
                    <a:pt x="830797" y="683894"/>
                    <a:pt x="830057" y="684331"/>
                  </a:cubicBezTo>
                  <a:cubicBezTo>
                    <a:pt x="829316" y="684769"/>
                    <a:pt x="828542" y="685206"/>
                    <a:pt x="828542" y="685206"/>
                  </a:cubicBezTo>
                  <a:cubicBezTo>
                    <a:pt x="828542" y="685206"/>
                    <a:pt x="827903" y="687258"/>
                    <a:pt x="827768" y="687695"/>
                  </a:cubicBezTo>
                  <a:cubicBezTo>
                    <a:pt x="827667" y="688132"/>
                    <a:pt x="827230" y="690857"/>
                    <a:pt x="826355" y="692136"/>
                  </a:cubicBezTo>
                  <a:cubicBezTo>
                    <a:pt x="825480" y="693447"/>
                    <a:pt x="825244" y="694827"/>
                    <a:pt x="825244" y="694827"/>
                  </a:cubicBezTo>
                  <a:cubicBezTo>
                    <a:pt x="825244" y="694827"/>
                    <a:pt x="824705" y="696677"/>
                    <a:pt x="824268" y="696879"/>
                  </a:cubicBezTo>
                  <a:cubicBezTo>
                    <a:pt x="823831" y="697114"/>
                    <a:pt x="823494" y="696879"/>
                    <a:pt x="822518" y="697854"/>
                  </a:cubicBezTo>
                  <a:cubicBezTo>
                    <a:pt x="821542" y="698830"/>
                    <a:pt x="821004" y="701992"/>
                    <a:pt x="821004" y="702328"/>
                  </a:cubicBezTo>
                  <a:cubicBezTo>
                    <a:pt x="821004" y="702665"/>
                    <a:pt x="822754" y="703304"/>
                    <a:pt x="823629" y="703640"/>
                  </a:cubicBezTo>
                  <a:cubicBezTo>
                    <a:pt x="824504" y="703943"/>
                    <a:pt x="828206" y="704616"/>
                    <a:pt x="828845" y="705154"/>
                  </a:cubicBezTo>
                  <a:cubicBezTo>
                    <a:pt x="829485" y="705692"/>
                    <a:pt x="833086" y="708316"/>
                    <a:pt x="832985" y="707643"/>
                  </a:cubicBezTo>
                  <a:cubicBezTo>
                    <a:pt x="832884" y="707004"/>
                    <a:pt x="834634" y="709157"/>
                    <a:pt x="834634" y="709157"/>
                  </a:cubicBezTo>
                  <a:lnTo>
                    <a:pt x="837898" y="711781"/>
                  </a:lnTo>
                  <a:lnTo>
                    <a:pt x="840624" y="713093"/>
                  </a:lnTo>
                  <a:lnTo>
                    <a:pt x="842139" y="714943"/>
                  </a:lnTo>
                  <a:lnTo>
                    <a:pt x="842576" y="718105"/>
                  </a:lnTo>
                  <a:lnTo>
                    <a:pt x="842812" y="720056"/>
                  </a:lnTo>
                  <a:cubicBezTo>
                    <a:pt x="842812" y="720056"/>
                    <a:pt x="842812" y="721368"/>
                    <a:pt x="842273" y="721907"/>
                  </a:cubicBezTo>
                  <a:cubicBezTo>
                    <a:pt x="841735" y="722445"/>
                    <a:pt x="841398" y="723656"/>
                    <a:pt x="840860" y="723959"/>
                  </a:cubicBezTo>
                  <a:cubicBezTo>
                    <a:pt x="840321" y="724295"/>
                    <a:pt x="841062" y="723084"/>
                    <a:pt x="840321" y="724295"/>
                  </a:cubicBezTo>
                  <a:cubicBezTo>
                    <a:pt x="839547" y="725506"/>
                    <a:pt x="839345" y="725910"/>
                    <a:pt x="838470" y="726347"/>
                  </a:cubicBezTo>
                  <a:cubicBezTo>
                    <a:pt x="837595" y="726784"/>
                    <a:pt x="837696" y="726784"/>
                    <a:pt x="836417" y="727424"/>
                  </a:cubicBezTo>
                  <a:cubicBezTo>
                    <a:pt x="835105" y="728063"/>
                    <a:pt x="835105" y="727424"/>
                    <a:pt x="834465" y="728500"/>
                  </a:cubicBezTo>
                  <a:cubicBezTo>
                    <a:pt x="833826" y="729577"/>
                    <a:pt x="832850" y="730686"/>
                    <a:pt x="832715" y="731326"/>
                  </a:cubicBezTo>
                  <a:cubicBezTo>
                    <a:pt x="832614" y="731965"/>
                    <a:pt x="832513" y="733613"/>
                    <a:pt x="832513" y="734151"/>
                  </a:cubicBezTo>
                  <a:cubicBezTo>
                    <a:pt x="832513" y="734690"/>
                    <a:pt x="832715" y="735564"/>
                    <a:pt x="832951" y="736002"/>
                  </a:cubicBezTo>
                  <a:cubicBezTo>
                    <a:pt x="833153" y="736439"/>
                    <a:pt x="840119" y="738928"/>
                    <a:pt x="840119" y="738928"/>
                  </a:cubicBezTo>
                  <a:lnTo>
                    <a:pt x="840994" y="739567"/>
                  </a:lnTo>
                  <a:lnTo>
                    <a:pt x="841768" y="741754"/>
                  </a:lnTo>
                  <a:lnTo>
                    <a:pt x="842745" y="744916"/>
                  </a:lnTo>
                  <a:cubicBezTo>
                    <a:pt x="842745" y="744916"/>
                    <a:pt x="843720" y="747944"/>
                    <a:pt x="843821" y="748616"/>
                  </a:cubicBezTo>
                  <a:cubicBezTo>
                    <a:pt x="843922" y="749289"/>
                    <a:pt x="843956" y="752956"/>
                    <a:pt x="843956" y="752956"/>
                  </a:cubicBezTo>
                  <a:cubicBezTo>
                    <a:pt x="843956" y="752956"/>
                    <a:pt x="844057" y="756421"/>
                    <a:pt x="844057" y="757094"/>
                  </a:cubicBezTo>
                  <a:cubicBezTo>
                    <a:pt x="844057" y="757733"/>
                    <a:pt x="844932" y="762409"/>
                    <a:pt x="844932" y="762409"/>
                  </a:cubicBezTo>
                  <a:cubicBezTo>
                    <a:pt x="844932" y="762409"/>
                    <a:pt x="848533" y="765773"/>
                    <a:pt x="848971" y="766008"/>
                  </a:cubicBezTo>
                  <a:cubicBezTo>
                    <a:pt x="849408" y="766244"/>
                    <a:pt x="852235" y="767959"/>
                    <a:pt x="852672" y="768296"/>
                  </a:cubicBezTo>
                  <a:cubicBezTo>
                    <a:pt x="853110" y="768632"/>
                    <a:pt x="855836" y="771222"/>
                    <a:pt x="856375" y="771996"/>
                  </a:cubicBezTo>
                  <a:cubicBezTo>
                    <a:pt x="856913" y="772770"/>
                    <a:pt x="859976" y="774586"/>
                    <a:pt x="859976" y="774586"/>
                  </a:cubicBezTo>
                  <a:cubicBezTo>
                    <a:pt x="859976" y="774586"/>
                    <a:pt x="861389" y="775125"/>
                    <a:pt x="861625" y="775562"/>
                  </a:cubicBezTo>
                  <a:cubicBezTo>
                    <a:pt x="861860" y="775999"/>
                    <a:pt x="864115" y="778589"/>
                    <a:pt x="864115" y="778589"/>
                  </a:cubicBezTo>
                  <a:lnTo>
                    <a:pt x="864553" y="780978"/>
                  </a:lnTo>
                  <a:lnTo>
                    <a:pt x="865327" y="782391"/>
                  </a:lnTo>
                  <a:lnTo>
                    <a:pt x="867952" y="783366"/>
                  </a:lnTo>
                  <a:cubicBezTo>
                    <a:pt x="867952" y="783366"/>
                    <a:pt x="868827" y="783366"/>
                    <a:pt x="868726" y="783804"/>
                  </a:cubicBezTo>
                  <a:cubicBezTo>
                    <a:pt x="868625" y="784241"/>
                    <a:pt x="867413" y="786831"/>
                    <a:pt x="867413" y="786831"/>
                  </a:cubicBezTo>
                  <a:lnTo>
                    <a:pt x="866538" y="790397"/>
                  </a:lnTo>
                  <a:lnTo>
                    <a:pt x="860783" y="794736"/>
                  </a:lnTo>
                  <a:cubicBezTo>
                    <a:pt x="860783" y="794736"/>
                    <a:pt x="858932" y="795947"/>
                    <a:pt x="858495" y="796149"/>
                  </a:cubicBezTo>
                  <a:cubicBezTo>
                    <a:pt x="858057" y="796385"/>
                    <a:pt x="856442" y="799951"/>
                    <a:pt x="856442" y="799951"/>
                  </a:cubicBezTo>
                  <a:cubicBezTo>
                    <a:pt x="856442" y="799951"/>
                    <a:pt x="856341" y="800287"/>
                    <a:pt x="856105" y="800724"/>
                  </a:cubicBezTo>
                  <a:cubicBezTo>
                    <a:pt x="855903" y="801162"/>
                    <a:pt x="855903" y="801801"/>
                    <a:pt x="855903" y="802675"/>
                  </a:cubicBezTo>
                  <a:cubicBezTo>
                    <a:pt x="855903" y="803550"/>
                    <a:pt x="856778" y="804862"/>
                    <a:pt x="856980" y="805165"/>
                  </a:cubicBezTo>
                  <a:cubicBezTo>
                    <a:pt x="857182" y="805501"/>
                    <a:pt x="857620" y="806039"/>
                    <a:pt x="857620" y="806477"/>
                  </a:cubicBezTo>
                  <a:cubicBezTo>
                    <a:pt x="857620" y="806914"/>
                    <a:pt x="859134" y="808663"/>
                    <a:pt x="859235" y="808966"/>
                  </a:cubicBezTo>
                  <a:cubicBezTo>
                    <a:pt x="859336" y="809302"/>
                    <a:pt x="859235" y="809605"/>
                    <a:pt x="859235" y="810715"/>
                  </a:cubicBezTo>
                  <a:cubicBezTo>
                    <a:pt x="859235" y="811792"/>
                    <a:pt x="859336" y="813877"/>
                    <a:pt x="859336" y="814517"/>
                  </a:cubicBezTo>
                  <a:cubicBezTo>
                    <a:pt x="859336" y="815156"/>
                    <a:pt x="859336" y="818217"/>
                    <a:pt x="859336" y="818217"/>
                  </a:cubicBezTo>
                  <a:cubicBezTo>
                    <a:pt x="859336" y="818217"/>
                    <a:pt x="859336" y="821144"/>
                    <a:pt x="859235" y="821917"/>
                  </a:cubicBezTo>
                  <a:cubicBezTo>
                    <a:pt x="859134" y="822691"/>
                    <a:pt x="858798" y="825718"/>
                    <a:pt x="858798" y="825718"/>
                  </a:cubicBezTo>
                  <a:lnTo>
                    <a:pt x="858697" y="827131"/>
                  </a:lnTo>
                  <a:cubicBezTo>
                    <a:pt x="858697" y="827131"/>
                    <a:pt x="858798" y="827771"/>
                    <a:pt x="858461" y="828342"/>
                  </a:cubicBezTo>
                  <a:cubicBezTo>
                    <a:pt x="858125" y="828881"/>
                    <a:pt x="858125" y="828982"/>
                    <a:pt x="857283" y="829318"/>
                  </a:cubicBezTo>
                  <a:cubicBezTo>
                    <a:pt x="856408" y="829654"/>
                    <a:pt x="856072" y="829318"/>
                    <a:pt x="854221" y="828881"/>
                  </a:cubicBezTo>
                  <a:cubicBezTo>
                    <a:pt x="852370" y="828443"/>
                    <a:pt x="854120" y="828342"/>
                    <a:pt x="851629" y="828107"/>
                  </a:cubicBezTo>
                  <a:cubicBezTo>
                    <a:pt x="849139" y="827905"/>
                    <a:pt x="847826" y="827030"/>
                    <a:pt x="846076" y="827468"/>
                  </a:cubicBezTo>
                  <a:cubicBezTo>
                    <a:pt x="844326" y="827905"/>
                    <a:pt x="844326" y="828780"/>
                    <a:pt x="841836" y="829520"/>
                  </a:cubicBezTo>
                  <a:cubicBezTo>
                    <a:pt x="839345" y="830294"/>
                    <a:pt x="838369" y="831269"/>
                    <a:pt x="837932" y="831370"/>
                  </a:cubicBezTo>
                  <a:cubicBezTo>
                    <a:pt x="837494" y="831471"/>
                    <a:pt x="836619" y="831706"/>
                    <a:pt x="836619" y="831706"/>
                  </a:cubicBezTo>
                  <a:lnTo>
                    <a:pt x="833691" y="832682"/>
                  </a:lnTo>
                  <a:lnTo>
                    <a:pt x="834566" y="835609"/>
                  </a:lnTo>
                  <a:lnTo>
                    <a:pt x="835105" y="838098"/>
                  </a:lnTo>
                  <a:cubicBezTo>
                    <a:pt x="835105" y="838098"/>
                    <a:pt x="835441" y="839511"/>
                    <a:pt x="835441" y="839948"/>
                  </a:cubicBezTo>
                  <a:cubicBezTo>
                    <a:pt x="835441" y="840385"/>
                    <a:pt x="835643" y="844187"/>
                    <a:pt x="835643" y="844187"/>
                  </a:cubicBezTo>
                  <a:cubicBezTo>
                    <a:pt x="835643" y="844187"/>
                    <a:pt x="836182" y="847349"/>
                    <a:pt x="836417" y="847988"/>
                  </a:cubicBezTo>
                  <a:cubicBezTo>
                    <a:pt x="836619" y="848627"/>
                    <a:pt x="837292" y="851049"/>
                    <a:pt x="837292" y="851049"/>
                  </a:cubicBezTo>
                  <a:cubicBezTo>
                    <a:pt x="837292" y="851049"/>
                    <a:pt x="838066" y="855187"/>
                    <a:pt x="838066" y="855490"/>
                  </a:cubicBezTo>
                  <a:cubicBezTo>
                    <a:pt x="838066" y="855826"/>
                    <a:pt x="837831" y="856364"/>
                    <a:pt x="837965" y="857777"/>
                  </a:cubicBezTo>
                  <a:cubicBezTo>
                    <a:pt x="838066" y="859190"/>
                    <a:pt x="838066" y="861477"/>
                    <a:pt x="837763" y="862117"/>
                  </a:cubicBezTo>
                  <a:cubicBezTo>
                    <a:pt x="837427" y="862756"/>
                    <a:pt x="837225" y="864606"/>
                    <a:pt x="836451" y="864942"/>
                  </a:cubicBezTo>
                  <a:cubicBezTo>
                    <a:pt x="835677" y="865279"/>
                    <a:pt x="836788" y="866019"/>
                    <a:pt x="833860" y="866591"/>
                  </a:cubicBezTo>
                  <a:cubicBezTo>
                    <a:pt x="830932" y="867129"/>
                    <a:pt x="831234" y="867667"/>
                    <a:pt x="829081" y="867028"/>
                  </a:cubicBezTo>
                  <a:cubicBezTo>
                    <a:pt x="826893" y="866389"/>
                    <a:pt x="828441" y="865514"/>
                    <a:pt x="825816" y="864539"/>
                  </a:cubicBezTo>
                  <a:cubicBezTo>
                    <a:pt x="823225" y="863563"/>
                    <a:pt x="824941" y="862251"/>
                    <a:pt x="821138" y="862352"/>
                  </a:cubicBezTo>
                  <a:cubicBezTo>
                    <a:pt x="817335" y="862453"/>
                    <a:pt x="817100" y="863328"/>
                    <a:pt x="816460" y="863765"/>
                  </a:cubicBezTo>
                  <a:cubicBezTo>
                    <a:pt x="815821" y="864202"/>
                    <a:pt x="816023" y="866355"/>
                    <a:pt x="814845" y="867903"/>
                  </a:cubicBezTo>
                  <a:cubicBezTo>
                    <a:pt x="813633" y="869417"/>
                    <a:pt x="812792" y="869955"/>
                    <a:pt x="810941" y="870829"/>
                  </a:cubicBezTo>
                  <a:cubicBezTo>
                    <a:pt x="809090" y="871704"/>
                    <a:pt x="808316" y="873117"/>
                    <a:pt x="807676" y="873655"/>
                  </a:cubicBezTo>
                  <a:cubicBezTo>
                    <a:pt x="807037" y="874193"/>
                    <a:pt x="807037" y="876043"/>
                    <a:pt x="805388" y="875068"/>
                  </a:cubicBezTo>
                  <a:cubicBezTo>
                    <a:pt x="803739" y="874092"/>
                    <a:pt x="805489" y="873117"/>
                    <a:pt x="803200" y="873117"/>
                  </a:cubicBezTo>
                  <a:cubicBezTo>
                    <a:pt x="800912" y="873117"/>
                    <a:pt x="800710" y="872478"/>
                    <a:pt x="799296" y="872780"/>
                  </a:cubicBezTo>
                  <a:cubicBezTo>
                    <a:pt x="797883" y="873117"/>
                    <a:pt x="797008" y="873655"/>
                    <a:pt x="796469" y="873991"/>
                  </a:cubicBezTo>
                  <a:cubicBezTo>
                    <a:pt x="795931" y="874328"/>
                    <a:pt x="795695" y="874967"/>
                    <a:pt x="795392" y="875505"/>
                  </a:cubicBezTo>
                  <a:cubicBezTo>
                    <a:pt x="795056" y="876043"/>
                    <a:pt x="794450" y="877120"/>
                    <a:pt x="794248" y="878095"/>
                  </a:cubicBezTo>
                  <a:cubicBezTo>
                    <a:pt x="794046" y="879071"/>
                    <a:pt x="793306" y="881359"/>
                    <a:pt x="793306" y="881695"/>
                  </a:cubicBezTo>
                  <a:cubicBezTo>
                    <a:pt x="793306" y="882031"/>
                    <a:pt x="793306" y="884319"/>
                    <a:pt x="793306" y="884319"/>
                  </a:cubicBezTo>
                  <a:cubicBezTo>
                    <a:pt x="793306" y="884319"/>
                    <a:pt x="793743" y="886505"/>
                    <a:pt x="793844" y="887044"/>
                  </a:cubicBezTo>
                  <a:cubicBezTo>
                    <a:pt x="793945" y="887582"/>
                    <a:pt x="793609" y="887817"/>
                    <a:pt x="794484" y="889533"/>
                  </a:cubicBezTo>
                  <a:cubicBezTo>
                    <a:pt x="795359" y="891282"/>
                    <a:pt x="795460" y="891383"/>
                    <a:pt x="797210" y="891719"/>
                  </a:cubicBezTo>
                  <a:cubicBezTo>
                    <a:pt x="798960" y="892056"/>
                    <a:pt x="801349" y="892157"/>
                    <a:pt x="801551" y="892931"/>
                  </a:cubicBezTo>
                  <a:cubicBezTo>
                    <a:pt x="801753" y="893704"/>
                    <a:pt x="803941" y="896093"/>
                    <a:pt x="803941" y="896093"/>
                  </a:cubicBezTo>
                  <a:lnTo>
                    <a:pt x="804479" y="898145"/>
                  </a:lnTo>
                  <a:cubicBezTo>
                    <a:pt x="804479" y="898145"/>
                    <a:pt x="804681" y="898918"/>
                    <a:pt x="804580" y="899457"/>
                  </a:cubicBezTo>
                  <a:cubicBezTo>
                    <a:pt x="804479" y="899995"/>
                    <a:pt x="803604" y="902181"/>
                    <a:pt x="803402" y="902921"/>
                  </a:cubicBezTo>
                  <a:cubicBezTo>
                    <a:pt x="803167" y="903695"/>
                    <a:pt x="802191" y="905310"/>
                    <a:pt x="801349" y="905747"/>
                  </a:cubicBezTo>
                  <a:cubicBezTo>
                    <a:pt x="800474" y="906185"/>
                    <a:pt x="798421" y="908136"/>
                    <a:pt x="797647" y="908472"/>
                  </a:cubicBezTo>
                  <a:cubicBezTo>
                    <a:pt x="796873" y="908808"/>
                    <a:pt x="795695" y="909549"/>
                    <a:pt x="795359" y="909885"/>
                  </a:cubicBezTo>
                  <a:cubicBezTo>
                    <a:pt x="795022" y="910221"/>
                    <a:pt x="794383" y="912072"/>
                    <a:pt x="793272" y="912475"/>
                  </a:cubicBezTo>
                  <a:cubicBezTo>
                    <a:pt x="792195" y="912913"/>
                    <a:pt x="791758" y="914863"/>
                    <a:pt x="791758" y="914863"/>
                  </a:cubicBezTo>
                  <a:lnTo>
                    <a:pt x="788493" y="916478"/>
                  </a:lnTo>
                  <a:cubicBezTo>
                    <a:pt x="788493" y="916478"/>
                    <a:pt x="787181" y="917790"/>
                    <a:pt x="785666" y="917790"/>
                  </a:cubicBezTo>
                  <a:cubicBezTo>
                    <a:pt x="784152" y="917790"/>
                    <a:pt x="781964" y="918665"/>
                    <a:pt x="781964" y="918665"/>
                  </a:cubicBezTo>
                  <a:cubicBezTo>
                    <a:pt x="781964" y="918665"/>
                    <a:pt x="780113" y="919304"/>
                    <a:pt x="779676" y="919539"/>
                  </a:cubicBezTo>
                  <a:cubicBezTo>
                    <a:pt x="779238" y="919741"/>
                    <a:pt x="778700" y="921053"/>
                    <a:pt x="775873" y="921726"/>
                  </a:cubicBezTo>
                  <a:cubicBezTo>
                    <a:pt x="773046" y="922365"/>
                    <a:pt x="772608" y="922601"/>
                    <a:pt x="771969" y="922601"/>
                  </a:cubicBezTo>
                  <a:cubicBezTo>
                    <a:pt x="771329" y="922601"/>
                    <a:pt x="770454" y="923913"/>
                    <a:pt x="769142" y="924114"/>
                  </a:cubicBezTo>
                  <a:cubicBezTo>
                    <a:pt x="767829" y="924316"/>
                    <a:pt x="765002" y="925292"/>
                    <a:pt x="764363" y="925965"/>
                  </a:cubicBezTo>
                  <a:cubicBezTo>
                    <a:pt x="763723" y="926604"/>
                    <a:pt x="762310" y="927142"/>
                    <a:pt x="761772" y="927579"/>
                  </a:cubicBezTo>
                  <a:cubicBezTo>
                    <a:pt x="761233" y="928017"/>
                    <a:pt x="760795" y="928891"/>
                    <a:pt x="759820" y="929531"/>
                  </a:cubicBezTo>
                  <a:cubicBezTo>
                    <a:pt x="758844" y="930170"/>
                    <a:pt x="758171" y="931381"/>
                    <a:pt x="758069" y="931717"/>
                  </a:cubicBezTo>
                  <a:cubicBezTo>
                    <a:pt x="757969" y="932020"/>
                    <a:pt x="757632" y="934980"/>
                    <a:pt x="757632" y="934980"/>
                  </a:cubicBezTo>
                  <a:cubicBezTo>
                    <a:pt x="757632" y="934980"/>
                    <a:pt x="757868" y="936830"/>
                    <a:pt x="757868" y="937469"/>
                  </a:cubicBezTo>
                  <a:cubicBezTo>
                    <a:pt x="757868" y="938109"/>
                    <a:pt x="758507" y="940632"/>
                    <a:pt x="758507" y="940632"/>
                  </a:cubicBezTo>
                  <a:lnTo>
                    <a:pt x="758507" y="943424"/>
                  </a:lnTo>
                  <a:cubicBezTo>
                    <a:pt x="758507" y="943424"/>
                    <a:pt x="758305" y="944837"/>
                    <a:pt x="758305" y="945173"/>
                  </a:cubicBezTo>
                  <a:cubicBezTo>
                    <a:pt x="758305" y="945509"/>
                    <a:pt x="758406" y="946922"/>
                    <a:pt x="758406" y="946922"/>
                  </a:cubicBezTo>
                  <a:lnTo>
                    <a:pt x="758137" y="948840"/>
                  </a:lnTo>
                  <a:lnTo>
                    <a:pt x="757497" y="949210"/>
                  </a:lnTo>
                  <a:lnTo>
                    <a:pt x="756252" y="950017"/>
                  </a:lnTo>
                  <a:cubicBezTo>
                    <a:pt x="756252" y="950017"/>
                    <a:pt x="755209" y="949849"/>
                    <a:pt x="754502" y="950017"/>
                  </a:cubicBezTo>
                  <a:cubicBezTo>
                    <a:pt x="753795" y="950185"/>
                    <a:pt x="753089" y="949849"/>
                    <a:pt x="752550" y="949512"/>
                  </a:cubicBezTo>
                  <a:cubicBezTo>
                    <a:pt x="752012" y="949176"/>
                    <a:pt x="751036" y="948301"/>
                    <a:pt x="750766" y="948099"/>
                  </a:cubicBezTo>
                  <a:cubicBezTo>
                    <a:pt x="750497" y="947898"/>
                    <a:pt x="749454" y="946216"/>
                    <a:pt x="748882" y="945980"/>
                  </a:cubicBezTo>
                  <a:cubicBezTo>
                    <a:pt x="748276" y="945778"/>
                    <a:pt x="746661" y="946317"/>
                    <a:pt x="746425" y="946417"/>
                  </a:cubicBezTo>
                  <a:cubicBezTo>
                    <a:pt x="746223" y="946518"/>
                    <a:pt x="743867" y="947662"/>
                    <a:pt x="743867" y="947662"/>
                  </a:cubicBezTo>
                  <a:cubicBezTo>
                    <a:pt x="743867" y="947662"/>
                    <a:pt x="741814" y="948570"/>
                    <a:pt x="741478" y="948739"/>
                  </a:cubicBezTo>
                  <a:cubicBezTo>
                    <a:pt x="741141" y="948907"/>
                    <a:pt x="739627" y="949512"/>
                    <a:pt x="739189" y="949546"/>
                  </a:cubicBezTo>
                  <a:cubicBezTo>
                    <a:pt x="738752" y="949613"/>
                    <a:pt x="737507" y="950320"/>
                    <a:pt x="737136" y="950723"/>
                  </a:cubicBezTo>
                  <a:cubicBezTo>
                    <a:pt x="736766" y="951161"/>
                    <a:pt x="735824" y="952675"/>
                    <a:pt x="735521" y="953011"/>
                  </a:cubicBezTo>
                  <a:cubicBezTo>
                    <a:pt x="735184" y="953347"/>
                    <a:pt x="734545" y="955500"/>
                    <a:pt x="734444" y="955904"/>
                  </a:cubicBezTo>
                  <a:cubicBezTo>
                    <a:pt x="734343" y="956274"/>
                    <a:pt x="734107" y="957922"/>
                    <a:pt x="734107" y="957922"/>
                  </a:cubicBezTo>
                  <a:cubicBezTo>
                    <a:pt x="734107" y="957922"/>
                    <a:pt x="734040" y="959268"/>
                    <a:pt x="734208" y="959604"/>
                  </a:cubicBezTo>
                  <a:cubicBezTo>
                    <a:pt x="734377" y="959941"/>
                    <a:pt x="735958" y="963742"/>
                    <a:pt x="735958" y="963742"/>
                  </a:cubicBezTo>
                  <a:cubicBezTo>
                    <a:pt x="735958" y="963742"/>
                    <a:pt x="736497" y="964886"/>
                    <a:pt x="737742" y="965626"/>
                  </a:cubicBezTo>
                  <a:cubicBezTo>
                    <a:pt x="738987" y="966399"/>
                    <a:pt x="741208" y="966870"/>
                    <a:pt x="742050" y="966433"/>
                  </a:cubicBezTo>
                  <a:cubicBezTo>
                    <a:pt x="742858" y="965996"/>
                    <a:pt x="744170" y="964684"/>
                    <a:pt x="744540" y="964112"/>
                  </a:cubicBezTo>
                  <a:cubicBezTo>
                    <a:pt x="744911" y="963506"/>
                    <a:pt x="746055" y="962464"/>
                    <a:pt x="746492" y="961656"/>
                  </a:cubicBezTo>
                  <a:cubicBezTo>
                    <a:pt x="746930" y="960849"/>
                    <a:pt x="748411" y="959907"/>
                    <a:pt x="748545" y="959873"/>
                  </a:cubicBezTo>
                  <a:cubicBezTo>
                    <a:pt x="748714" y="959806"/>
                    <a:pt x="751978" y="958797"/>
                    <a:pt x="751978" y="958797"/>
                  </a:cubicBezTo>
                  <a:cubicBezTo>
                    <a:pt x="751978" y="958797"/>
                    <a:pt x="755243" y="959705"/>
                    <a:pt x="755411" y="959840"/>
                  </a:cubicBezTo>
                  <a:cubicBezTo>
                    <a:pt x="755579" y="959941"/>
                    <a:pt x="756555" y="961421"/>
                    <a:pt x="756656" y="961690"/>
                  </a:cubicBezTo>
                  <a:cubicBezTo>
                    <a:pt x="756757" y="961959"/>
                    <a:pt x="757194" y="963170"/>
                    <a:pt x="756925" y="963607"/>
                  </a:cubicBezTo>
                  <a:cubicBezTo>
                    <a:pt x="756656" y="964045"/>
                    <a:pt x="756252" y="966601"/>
                    <a:pt x="756017" y="966635"/>
                  </a:cubicBezTo>
                  <a:cubicBezTo>
                    <a:pt x="755781" y="966702"/>
                    <a:pt x="755074" y="968855"/>
                    <a:pt x="755074" y="968855"/>
                  </a:cubicBezTo>
                  <a:lnTo>
                    <a:pt x="755074" y="969494"/>
                  </a:lnTo>
                  <a:cubicBezTo>
                    <a:pt x="755074" y="969494"/>
                    <a:pt x="757026" y="972085"/>
                    <a:pt x="757295" y="972253"/>
                  </a:cubicBezTo>
                  <a:cubicBezTo>
                    <a:pt x="757565" y="972421"/>
                    <a:pt x="759584" y="974002"/>
                    <a:pt x="760122" y="974036"/>
                  </a:cubicBezTo>
                  <a:cubicBezTo>
                    <a:pt x="760661" y="974103"/>
                    <a:pt x="763555" y="975550"/>
                    <a:pt x="764026" y="975650"/>
                  </a:cubicBezTo>
                  <a:cubicBezTo>
                    <a:pt x="764498" y="975751"/>
                    <a:pt x="768200" y="976794"/>
                    <a:pt x="768469" y="976727"/>
                  </a:cubicBezTo>
                  <a:cubicBezTo>
                    <a:pt x="768738" y="976693"/>
                    <a:pt x="770488" y="976458"/>
                    <a:pt x="770690" y="976525"/>
                  </a:cubicBezTo>
                  <a:cubicBezTo>
                    <a:pt x="770926" y="976592"/>
                    <a:pt x="774493" y="978005"/>
                    <a:pt x="775099" y="978577"/>
                  </a:cubicBezTo>
                  <a:cubicBezTo>
                    <a:pt x="775704" y="979182"/>
                    <a:pt x="776950" y="980595"/>
                    <a:pt x="776950" y="980595"/>
                  </a:cubicBezTo>
                  <a:lnTo>
                    <a:pt x="777017" y="981907"/>
                  </a:lnTo>
                  <a:lnTo>
                    <a:pt x="777825" y="987021"/>
                  </a:lnTo>
                  <a:lnTo>
                    <a:pt x="777724" y="988433"/>
                  </a:lnTo>
                  <a:lnTo>
                    <a:pt x="778060" y="991595"/>
                  </a:lnTo>
                  <a:lnTo>
                    <a:pt x="778397" y="993547"/>
                  </a:lnTo>
                  <a:lnTo>
                    <a:pt x="781224" y="995229"/>
                  </a:lnTo>
                  <a:cubicBezTo>
                    <a:pt x="781224" y="995229"/>
                    <a:pt x="782032" y="996541"/>
                    <a:pt x="781830" y="996810"/>
                  </a:cubicBezTo>
                  <a:cubicBezTo>
                    <a:pt x="781628" y="997079"/>
                    <a:pt x="782200" y="997583"/>
                    <a:pt x="780786" y="997853"/>
                  </a:cubicBezTo>
                  <a:cubicBezTo>
                    <a:pt x="779373" y="998122"/>
                    <a:pt x="779541" y="998727"/>
                    <a:pt x="778296" y="999030"/>
                  </a:cubicBezTo>
                  <a:cubicBezTo>
                    <a:pt x="777051" y="999366"/>
                    <a:pt x="776007" y="999467"/>
                    <a:pt x="775267" y="999736"/>
                  </a:cubicBezTo>
                  <a:cubicBezTo>
                    <a:pt x="774493" y="1000005"/>
                    <a:pt x="771901" y="1000174"/>
                    <a:pt x="771901" y="1000174"/>
                  </a:cubicBezTo>
                  <a:lnTo>
                    <a:pt x="771127" y="1001856"/>
                  </a:lnTo>
                  <a:lnTo>
                    <a:pt x="770757" y="1002932"/>
                  </a:lnTo>
                  <a:lnTo>
                    <a:pt x="767291" y="1003740"/>
                  </a:lnTo>
                  <a:cubicBezTo>
                    <a:pt x="767291" y="1003740"/>
                    <a:pt x="766079" y="1003941"/>
                    <a:pt x="765608" y="1004110"/>
                  </a:cubicBezTo>
                  <a:cubicBezTo>
                    <a:pt x="765103" y="1004278"/>
                    <a:pt x="763118" y="1006666"/>
                    <a:pt x="762781" y="1006834"/>
                  </a:cubicBezTo>
                  <a:cubicBezTo>
                    <a:pt x="762445" y="1007002"/>
                    <a:pt x="761435" y="1008886"/>
                    <a:pt x="761435" y="1008886"/>
                  </a:cubicBezTo>
                  <a:lnTo>
                    <a:pt x="761098" y="1011207"/>
                  </a:lnTo>
                  <a:cubicBezTo>
                    <a:pt x="761098" y="1011207"/>
                    <a:pt x="760829" y="1012957"/>
                    <a:pt x="760661" y="1013159"/>
                  </a:cubicBezTo>
                  <a:cubicBezTo>
                    <a:pt x="760493" y="1013360"/>
                    <a:pt x="759315" y="1015278"/>
                    <a:pt x="759180" y="1015446"/>
                  </a:cubicBezTo>
                  <a:cubicBezTo>
                    <a:pt x="759079" y="1015614"/>
                    <a:pt x="758406" y="1016153"/>
                    <a:pt x="758238" y="1016422"/>
                  </a:cubicBezTo>
                  <a:cubicBezTo>
                    <a:pt x="758069" y="1016691"/>
                    <a:pt x="758339" y="1019517"/>
                    <a:pt x="758069" y="1019887"/>
                  </a:cubicBezTo>
                  <a:cubicBezTo>
                    <a:pt x="757800" y="1020257"/>
                    <a:pt x="758406" y="1022107"/>
                    <a:pt x="756757" y="1021669"/>
                  </a:cubicBezTo>
                  <a:cubicBezTo>
                    <a:pt x="755142" y="1021232"/>
                    <a:pt x="754435" y="1021030"/>
                    <a:pt x="753728" y="1020526"/>
                  </a:cubicBezTo>
                  <a:cubicBezTo>
                    <a:pt x="753021" y="1020021"/>
                    <a:pt x="753728" y="1018945"/>
                    <a:pt x="752214" y="1017868"/>
                  </a:cubicBezTo>
                  <a:cubicBezTo>
                    <a:pt x="750699" y="1016792"/>
                    <a:pt x="750295" y="1016354"/>
                    <a:pt x="750295" y="1016354"/>
                  </a:cubicBezTo>
                  <a:lnTo>
                    <a:pt x="748411" y="1017296"/>
                  </a:lnTo>
                  <a:lnTo>
                    <a:pt x="747401" y="1018373"/>
                  </a:lnTo>
                  <a:lnTo>
                    <a:pt x="746661" y="1019819"/>
                  </a:lnTo>
                  <a:lnTo>
                    <a:pt x="746156" y="1020963"/>
                  </a:lnTo>
                  <a:lnTo>
                    <a:pt x="745786" y="1022208"/>
                  </a:lnTo>
                  <a:lnTo>
                    <a:pt x="745483" y="1023721"/>
                  </a:lnTo>
                  <a:lnTo>
                    <a:pt x="744540" y="1024966"/>
                  </a:lnTo>
                  <a:lnTo>
                    <a:pt x="742353" y="1025773"/>
                  </a:lnTo>
                  <a:cubicBezTo>
                    <a:pt x="742353" y="1025773"/>
                    <a:pt x="741915" y="1026278"/>
                    <a:pt x="741410" y="1026345"/>
                  </a:cubicBezTo>
                  <a:cubicBezTo>
                    <a:pt x="740906" y="1026413"/>
                    <a:pt x="739829" y="1026715"/>
                    <a:pt x="739593" y="1026715"/>
                  </a:cubicBezTo>
                  <a:cubicBezTo>
                    <a:pt x="739391" y="1026715"/>
                    <a:pt x="739290" y="1026413"/>
                    <a:pt x="737910" y="1026715"/>
                  </a:cubicBezTo>
                  <a:cubicBezTo>
                    <a:pt x="736531" y="1027018"/>
                    <a:pt x="735218" y="1026278"/>
                    <a:pt x="735218" y="1026278"/>
                  </a:cubicBezTo>
                  <a:cubicBezTo>
                    <a:pt x="735218" y="1026278"/>
                    <a:pt x="734276" y="1025202"/>
                    <a:pt x="734141" y="1024966"/>
                  </a:cubicBezTo>
                  <a:cubicBezTo>
                    <a:pt x="734007" y="1024764"/>
                    <a:pt x="732055" y="1022510"/>
                    <a:pt x="731752" y="1022510"/>
                  </a:cubicBezTo>
                  <a:cubicBezTo>
                    <a:pt x="731449" y="1022510"/>
                    <a:pt x="730069" y="1021434"/>
                    <a:pt x="729732" y="1021064"/>
                  </a:cubicBezTo>
                  <a:cubicBezTo>
                    <a:pt x="729362" y="1020694"/>
                    <a:pt x="727276" y="1018877"/>
                    <a:pt x="726703" y="1018743"/>
                  </a:cubicBezTo>
                  <a:cubicBezTo>
                    <a:pt x="726131" y="1018608"/>
                    <a:pt x="723742" y="1017431"/>
                    <a:pt x="723136" y="1016994"/>
                  </a:cubicBezTo>
                  <a:cubicBezTo>
                    <a:pt x="722564" y="1016556"/>
                    <a:pt x="721992" y="1013663"/>
                    <a:pt x="721756" y="1013529"/>
                  </a:cubicBezTo>
                  <a:cubicBezTo>
                    <a:pt x="721554" y="1013394"/>
                    <a:pt x="721824" y="1012519"/>
                    <a:pt x="721049" y="1012082"/>
                  </a:cubicBezTo>
                  <a:cubicBezTo>
                    <a:pt x="720242" y="1011645"/>
                    <a:pt x="718660" y="1010703"/>
                    <a:pt x="717650" y="1010501"/>
                  </a:cubicBezTo>
                  <a:cubicBezTo>
                    <a:pt x="716641" y="1010299"/>
                    <a:pt x="715126" y="1009559"/>
                    <a:pt x="714689" y="1009425"/>
                  </a:cubicBezTo>
                  <a:cubicBezTo>
                    <a:pt x="714251" y="1009290"/>
                    <a:pt x="713814" y="1009189"/>
                    <a:pt x="712501" y="1008684"/>
                  </a:cubicBezTo>
                  <a:cubicBezTo>
                    <a:pt x="711189" y="1008180"/>
                    <a:pt x="709102" y="1007104"/>
                    <a:pt x="708294" y="1006935"/>
                  </a:cubicBezTo>
                  <a:cubicBezTo>
                    <a:pt x="707487" y="1006801"/>
                    <a:pt x="705669" y="1005993"/>
                    <a:pt x="705400" y="1005859"/>
                  </a:cubicBezTo>
                  <a:cubicBezTo>
                    <a:pt x="705097" y="1005724"/>
                    <a:pt x="704256" y="1004547"/>
                    <a:pt x="702943" y="1004042"/>
                  </a:cubicBezTo>
                  <a:cubicBezTo>
                    <a:pt x="701631" y="1003538"/>
                    <a:pt x="699982" y="1002091"/>
                    <a:pt x="698804" y="1001587"/>
                  </a:cubicBezTo>
                  <a:cubicBezTo>
                    <a:pt x="697626" y="1001082"/>
                    <a:pt x="694530" y="999400"/>
                    <a:pt x="694530" y="999400"/>
                  </a:cubicBezTo>
                  <a:lnTo>
                    <a:pt x="691198" y="996574"/>
                  </a:lnTo>
                  <a:lnTo>
                    <a:pt x="687563" y="994186"/>
                  </a:lnTo>
                  <a:cubicBezTo>
                    <a:pt x="687563" y="994186"/>
                    <a:pt x="684601" y="991999"/>
                    <a:pt x="684433" y="991797"/>
                  </a:cubicBezTo>
                  <a:cubicBezTo>
                    <a:pt x="684299" y="991595"/>
                    <a:pt x="682111" y="989913"/>
                    <a:pt x="682111" y="989913"/>
                  </a:cubicBezTo>
                  <a:lnTo>
                    <a:pt x="678712" y="989476"/>
                  </a:lnTo>
                  <a:cubicBezTo>
                    <a:pt x="678712" y="989476"/>
                    <a:pt x="677198" y="988669"/>
                    <a:pt x="676524" y="988602"/>
                  </a:cubicBezTo>
                  <a:cubicBezTo>
                    <a:pt x="675885" y="988534"/>
                    <a:pt x="674842" y="988232"/>
                    <a:pt x="674337" y="988232"/>
                  </a:cubicBezTo>
                  <a:cubicBezTo>
                    <a:pt x="673832" y="988232"/>
                    <a:pt x="672587" y="987862"/>
                    <a:pt x="671577" y="987794"/>
                  </a:cubicBezTo>
                  <a:cubicBezTo>
                    <a:pt x="670568" y="987727"/>
                    <a:pt x="669558" y="987155"/>
                    <a:pt x="669322" y="986920"/>
                  </a:cubicBezTo>
                  <a:cubicBezTo>
                    <a:pt x="669120" y="986684"/>
                    <a:pt x="669020" y="986180"/>
                    <a:pt x="667741" y="985473"/>
                  </a:cubicBezTo>
                  <a:cubicBezTo>
                    <a:pt x="666428" y="984767"/>
                    <a:pt x="665351" y="984464"/>
                    <a:pt x="665351" y="984464"/>
                  </a:cubicBezTo>
                  <a:cubicBezTo>
                    <a:pt x="665351" y="984464"/>
                    <a:pt x="664779" y="984161"/>
                    <a:pt x="663096" y="984161"/>
                  </a:cubicBezTo>
                  <a:cubicBezTo>
                    <a:pt x="661447" y="984161"/>
                    <a:pt x="659192" y="983892"/>
                    <a:pt x="658755" y="983892"/>
                  </a:cubicBezTo>
                  <a:cubicBezTo>
                    <a:pt x="658317" y="983892"/>
                    <a:pt x="656500" y="984397"/>
                    <a:pt x="655793" y="984397"/>
                  </a:cubicBezTo>
                  <a:cubicBezTo>
                    <a:pt x="655053" y="984397"/>
                    <a:pt x="651216" y="984464"/>
                    <a:pt x="650644" y="984599"/>
                  </a:cubicBezTo>
                  <a:cubicBezTo>
                    <a:pt x="650072" y="984733"/>
                    <a:pt x="649399" y="985036"/>
                    <a:pt x="648961" y="985238"/>
                  </a:cubicBezTo>
                  <a:cubicBezTo>
                    <a:pt x="648524" y="985440"/>
                    <a:pt x="647817" y="986819"/>
                    <a:pt x="647649" y="987256"/>
                  </a:cubicBezTo>
                  <a:cubicBezTo>
                    <a:pt x="647514" y="987693"/>
                    <a:pt x="647514" y="989880"/>
                    <a:pt x="647514" y="990654"/>
                  </a:cubicBezTo>
                  <a:cubicBezTo>
                    <a:pt x="647514" y="991461"/>
                    <a:pt x="648322" y="994791"/>
                    <a:pt x="648221" y="995060"/>
                  </a:cubicBezTo>
                  <a:cubicBezTo>
                    <a:pt x="648154" y="995363"/>
                    <a:pt x="648423" y="997819"/>
                    <a:pt x="648423" y="998391"/>
                  </a:cubicBezTo>
                  <a:cubicBezTo>
                    <a:pt x="648423" y="998963"/>
                    <a:pt x="649433" y="1004412"/>
                    <a:pt x="649433" y="1004412"/>
                  </a:cubicBezTo>
                  <a:cubicBezTo>
                    <a:pt x="649433" y="1004412"/>
                    <a:pt x="649062" y="1013024"/>
                    <a:pt x="649062" y="1013764"/>
                  </a:cubicBezTo>
                  <a:cubicBezTo>
                    <a:pt x="649062" y="1014504"/>
                    <a:pt x="649500" y="1016590"/>
                    <a:pt x="649567" y="1016792"/>
                  </a:cubicBezTo>
                  <a:cubicBezTo>
                    <a:pt x="649635" y="1016994"/>
                    <a:pt x="653908" y="1025134"/>
                    <a:pt x="653908" y="1025908"/>
                  </a:cubicBezTo>
                  <a:cubicBezTo>
                    <a:pt x="653908" y="1026715"/>
                    <a:pt x="656231" y="1030618"/>
                    <a:pt x="657308" y="1032199"/>
                  </a:cubicBezTo>
                  <a:cubicBezTo>
                    <a:pt x="658385" y="1033780"/>
                    <a:pt x="666159" y="1041483"/>
                    <a:pt x="666428" y="1041752"/>
                  </a:cubicBezTo>
                  <a:cubicBezTo>
                    <a:pt x="666731" y="1042055"/>
                    <a:pt x="669693" y="1045823"/>
                    <a:pt x="670837" y="1046327"/>
                  </a:cubicBezTo>
                  <a:cubicBezTo>
                    <a:pt x="671981" y="1046832"/>
                    <a:pt x="676693" y="1052046"/>
                    <a:pt x="676693" y="1052046"/>
                  </a:cubicBezTo>
                  <a:lnTo>
                    <a:pt x="678140" y="1053425"/>
                  </a:lnTo>
                  <a:lnTo>
                    <a:pt x="678241" y="1055914"/>
                  </a:lnTo>
                  <a:cubicBezTo>
                    <a:pt x="678241" y="1055914"/>
                    <a:pt x="677702" y="1057866"/>
                    <a:pt x="677601" y="1058303"/>
                  </a:cubicBezTo>
                  <a:cubicBezTo>
                    <a:pt x="677500" y="1058740"/>
                    <a:pt x="676188" y="1061028"/>
                    <a:pt x="676188" y="1061028"/>
                  </a:cubicBezTo>
                  <a:lnTo>
                    <a:pt x="675212" y="1062979"/>
                  </a:lnTo>
                  <a:lnTo>
                    <a:pt x="674236" y="1065468"/>
                  </a:lnTo>
                  <a:lnTo>
                    <a:pt x="672789" y="1066881"/>
                  </a:lnTo>
                  <a:lnTo>
                    <a:pt x="673092" y="1068563"/>
                  </a:lnTo>
                  <a:lnTo>
                    <a:pt x="674472" y="1070144"/>
                  </a:lnTo>
                  <a:cubicBezTo>
                    <a:pt x="674472" y="1070144"/>
                    <a:pt x="676289" y="1070077"/>
                    <a:pt x="676794" y="1070144"/>
                  </a:cubicBezTo>
                  <a:cubicBezTo>
                    <a:pt x="677298" y="1070211"/>
                    <a:pt x="680698" y="1070582"/>
                    <a:pt x="680933" y="1070514"/>
                  </a:cubicBezTo>
                  <a:cubicBezTo>
                    <a:pt x="681135" y="1070447"/>
                    <a:pt x="685207" y="1069202"/>
                    <a:pt x="685510" y="1069202"/>
                  </a:cubicBezTo>
                  <a:cubicBezTo>
                    <a:pt x="685813" y="1069202"/>
                    <a:pt x="687698" y="1067722"/>
                    <a:pt x="687698" y="1067722"/>
                  </a:cubicBezTo>
                  <a:lnTo>
                    <a:pt x="689381" y="1067554"/>
                  </a:lnTo>
                  <a:lnTo>
                    <a:pt x="693217" y="1067554"/>
                  </a:lnTo>
                  <a:cubicBezTo>
                    <a:pt x="693217" y="1067554"/>
                    <a:pt x="693520" y="1067688"/>
                    <a:pt x="693722" y="1067756"/>
                  </a:cubicBezTo>
                  <a:cubicBezTo>
                    <a:pt x="693958" y="1067823"/>
                    <a:pt x="694799" y="1068900"/>
                    <a:pt x="694799" y="1068900"/>
                  </a:cubicBezTo>
                  <a:cubicBezTo>
                    <a:pt x="694799" y="1068900"/>
                    <a:pt x="696381" y="1068967"/>
                    <a:pt x="696818" y="1068832"/>
                  </a:cubicBezTo>
                  <a:cubicBezTo>
                    <a:pt x="697256" y="1068698"/>
                    <a:pt x="698770" y="1068529"/>
                    <a:pt x="699578" y="1068462"/>
                  </a:cubicBezTo>
                  <a:cubicBezTo>
                    <a:pt x="700385" y="1068395"/>
                    <a:pt x="703213" y="1067588"/>
                    <a:pt x="703650" y="1067520"/>
                  </a:cubicBezTo>
                  <a:cubicBezTo>
                    <a:pt x="704088" y="1067453"/>
                    <a:pt x="706107" y="1066410"/>
                    <a:pt x="706107" y="1066410"/>
                  </a:cubicBezTo>
                  <a:lnTo>
                    <a:pt x="706914" y="1065805"/>
                  </a:lnTo>
                  <a:lnTo>
                    <a:pt x="707116" y="1065805"/>
                  </a:lnTo>
                  <a:lnTo>
                    <a:pt x="709068" y="1066309"/>
                  </a:lnTo>
                  <a:lnTo>
                    <a:pt x="710886" y="1066511"/>
                  </a:lnTo>
                  <a:lnTo>
                    <a:pt x="714924" y="1068597"/>
                  </a:lnTo>
                  <a:lnTo>
                    <a:pt x="714924" y="1073575"/>
                  </a:lnTo>
                  <a:cubicBezTo>
                    <a:pt x="714924" y="1073575"/>
                    <a:pt x="714588" y="1074753"/>
                    <a:pt x="714588" y="1075190"/>
                  </a:cubicBezTo>
                  <a:cubicBezTo>
                    <a:pt x="714588" y="1075627"/>
                    <a:pt x="714487" y="1077478"/>
                    <a:pt x="714487" y="1077478"/>
                  </a:cubicBezTo>
                  <a:lnTo>
                    <a:pt x="713612" y="1079429"/>
                  </a:lnTo>
                  <a:lnTo>
                    <a:pt x="713073" y="1081279"/>
                  </a:lnTo>
                  <a:lnTo>
                    <a:pt x="712535" y="1082053"/>
                  </a:lnTo>
                  <a:cubicBezTo>
                    <a:pt x="712535" y="1082053"/>
                    <a:pt x="711660" y="1083365"/>
                    <a:pt x="711660" y="1083667"/>
                  </a:cubicBezTo>
                  <a:cubicBezTo>
                    <a:pt x="711660" y="1084004"/>
                    <a:pt x="710482" y="1085316"/>
                    <a:pt x="710482" y="1085316"/>
                  </a:cubicBezTo>
                  <a:cubicBezTo>
                    <a:pt x="710482" y="1085316"/>
                    <a:pt x="710684" y="1086392"/>
                    <a:pt x="710381" y="1086964"/>
                  </a:cubicBezTo>
                  <a:cubicBezTo>
                    <a:pt x="710045" y="1087502"/>
                    <a:pt x="710819" y="1089251"/>
                    <a:pt x="711357" y="1089991"/>
                  </a:cubicBezTo>
                  <a:cubicBezTo>
                    <a:pt x="711895" y="1090765"/>
                    <a:pt x="714520" y="1091842"/>
                    <a:pt x="714520" y="1091842"/>
                  </a:cubicBezTo>
                  <a:lnTo>
                    <a:pt x="715833" y="1091842"/>
                  </a:lnTo>
                  <a:lnTo>
                    <a:pt x="717718" y="1092548"/>
                  </a:lnTo>
                  <a:lnTo>
                    <a:pt x="719468" y="1092111"/>
                  </a:lnTo>
                  <a:lnTo>
                    <a:pt x="722059" y="1090799"/>
                  </a:lnTo>
                  <a:lnTo>
                    <a:pt x="722934" y="1090496"/>
                  </a:lnTo>
                  <a:cubicBezTo>
                    <a:pt x="722934" y="1090496"/>
                    <a:pt x="723877" y="1089554"/>
                    <a:pt x="724078" y="1089487"/>
                  </a:cubicBezTo>
                  <a:cubicBezTo>
                    <a:pt x="724314" y="1089420"/>
                    <a:pt x="727040" y="1088982"/>
                    <a:pt x="727040" y="1088982"/>
                  </a:cubicBezTo>
                  <a:lnTo>
                    <a:pt x="728756" y="1088646"/>
                  </a:lnTo>
                  <a:cubicBezTo>
                    <a:pt x="729295" y="1088141"/>
                    <a:pt x="729598" y="1087839"/>
                    <a:pt x="729598" y="1087839"/>
                  </a:cubicBezTo>
                  <a:cubicBezTo>
                    <a:pt x="729598" y="1087839"/>
                    <a:pt x="731247" y="1085416"/>
                    <a:pt x="731449" y="1085114"/>
                  </a:cubicBezTo>
                  <a:cubicBezTo>
                    <a:pt x="731684" y="1084811"/>
                    <a:pt x="733535" y="1081548"/>
                    <a:pt x="733535" y="1081548"/>
                  </a:cubicBezTo>
                  <a:lnTo>
                    <a:pt x="734175" y="1079260"/>
                  </a:lnTo>
                  <a:lnTo>
                    <a:pt x="736160" y="1077377"/>
                  </a:lnTo>
                  <a:lnTo>
                    <a:pt x="738920" y="1074450"/>
                  </a:lnTo>
                  <a:lnTo>
                    <a:pt x="740132" y="1074450"/>
                  </a:lnTo>
                  <a:lnTo>
                    <a:pt x="741377" y="1077377"/>
                  </a:lnTo>
                  <a:lnTo>
                    <a:pt x="742723" y="1079227"/>
                  </a:lnTo>
                  <a:lnTo>
                    <a:pt x="742723" y="1082254"/>
                  </a:lnTo>
                  <a:lnTo>
                    <a:pt x="742723" y="1085719"/>
                  </a:lnTo>
                  <a:lnTo>
                    <a:pt x="742723" y="1089184"/>
                  </a:lnTo>
                  <a:lnTo>
                    <a:pt x="742723" y="1092649"/>
                  </a:lnTo>
                  <a:lnTo>
                    <a:pt x="744843" y="1095273"/>
                  </a:lnTo>
                  <a:lnTo>
                    <a:pt x="746190" y="1096450"/>
                  </a:lnTo>
                  <a:lnTo>
                    <a:pt x="746190" y="1097863"/>
                  </a:lnTo>
                  <a:lnTo>
                    <a:pt x="746190" y="1099613"/>
                  </a:lnTo>
                  <a:cubicBezTo>
                    <a:pt x="746190" y="1099613"/>
                    <a:pt x="746526" y="1103212"/>
                    <a:pt x="746190" y="1103616"/>
                  </a:cubicBezTo>
                  <a:cubicBezTo>
                    <a:pt x="745853" y="1104053"/>
                    <a:pt x="744877" y="1106206"/>
                    <a:pt x="744877" y="1106206"/>
                  </a:cubicBezTo>
                  <a:lnTo>
                    <a:pt x="743901" y="1110646"/>
                  </a:lnTo>
                  <a:lnTo>
                    <a:pt x="742824" y="1112496"/>
                  </a:lnTo>
                  <a:lnTo>
                    <a:pt x="741747" y="1113909"/>
                  </a:lnTo>
                  <a:lnTo>
                    <a:pt x="739896" y="1115524"/>
                  </a:lnTo>
                  <a:cubicBezTo>
                    <a:pt x="739896" y="1115524"/>
                    <a:pt x="738482" y="1115961"/>
                    <a:pt x="737406" y="1116399"/>
                  </a:cubicBezTo>
                  <a:cubicBezTo>
                    <a:pt x="736329" y="1116836"/>
                    <a:pt x="732526" y="1118888"/>
                    <a:pt x="732526" y="1118888"/>
                  </a:cubicBezTo>
                  <a:lnTo>
                    <a:pt x="730641" y="1120234"/>
                  </a:lnTo>
                  <a:lnTo>
                    <a:pt x="733333" y="1123026"/>
                  </a:lnTo>
                  <a:lnTo>
                    <a:pt x="735790" y="1128677"/>
                  </a:lnTo>
                  <a:lnTo>
                    <a:pt x="736800" y="1129686"/>
                  </a:lnTo>
                  <a:lnTo>
                    <a:pt x="740132" y="1132714"/>
                  </a:lnTo>
                  <a:lnTo>
                    <a:pt x="746930" y="1133286"/>
                  </a:lnTo>
                  <a:cubicBezTo>
                    <a:pt x="746930" y="1133286"/>
                    <a:pt x="748949" y="1131839"/>
                    <a:pt x="749387" y="1131402"/>
                  </a:cubicBezTo>
                  <a:cubicBezTo>
                    <a:pt x="749824" y="1130965"/>
                    <a:pt x="750396" y="1129081"/>
                    <a:pt x="750396" y="1129081"/>
                  </a:cubicBezTo>
                  <a:cubicBezTo>
                    <a:pt x="750396" y="1129081"/>
                    <a:pt x="750968" y="1127937"/>
                    <a:pt x="751137" y="1127500"/>
                  </a:cubicBezTo>
                  <a:cubicBezTo>
                    <a:pt x="751271" y="1127062"/>
                    <a:pt x="751877" y="1126053"/>
                    <a:pt x="752012" y="1125616"/>
                  </a:cubicBezTo>
                  <a:cubicBezTo>
                    <a:pt x="752146" y="1125179"/>
                    <a:pt x="753021" y="1123867"/>
                    <a:pt x="753021" y="1123867"/>
                  </a:cubicBezTo>
                  <a:lnTo>
                    <a:pt x="754334" y="1122723"/>
                  </a:lnTo>
                  <a:lnTo>
                    <a:pt x="757531" y="1123026"/>
                  </a:lnTo>
                  <a:lnTo>
                    <a:pt x="758541" y="1119123"/>
                  </a:lnTo>
                  <a:lnTo>
                    <a:pt x="760291" y="1116096"/>
                  </a:lnTo>
                  <a:lnTo>
                    <a:pt x="762748" y="1116096"/>
                  </a:lnTo>
                  <a:lnTo>
                    <a:pt x="765204" y="1121175"/>
                  </a:lnTo>
                  <a:cubicBezTo>
                    <a:pt x="765204" y="1121175"/>
                    <a:pt x="765642" y="1122622"/>
                    <a:pt x="766079" y="1123059"/>
                  </a:cubicBezTo>
                  <a:cubicBezTo>
                    <a:pt x="766517" y="1123497"/>
                    <a:pt x="770421" y="1123766"/>
                    <a:pt x="770421" y="1123194"/>
                  </a:cubicBezTo>
                  <a:cubicBezTo>
                    <a:pt x="770421" y="1122622"/>
                    <a:pt x="770993" y="1121613"/>
                    <a:pt x="770993" y="1121613"/>
                  </a:cubicBezTo>
                  <a:lnTo>
                    <a:pt x="768805" y="1120166"/>
                  </a:lnTo>
                  <a:cubicBezTo>
                    <a:pt x="768805" y="1120166"/>
                    <a:pt x="767796" y="1118282"/>
                    <a:pt x="767358" y="1118013"/>
                  </a:cubicBezTo>
                  <a:cubicBezTo>
                    <a:pt x="766921" y="1117711"/>
                    <a:pt x="766214" y="1116129"/>
                    <a:pt x="766214" y="1116129"/>
                  </a:cubicBezTo>
                  <a:cubicBezTo>
                    <a:pt x="766214" y="1116129"/>
                    <a:pt x="766349" y="1115255"/>
                    <a:pt x="766349" y="1114683"/>
                  </a:cubicBezTo>
                  <a:cubicBezTo>
                    <a:pt x="766349" y="1114111"/>
                    <a:pt x="767661" y="1113102"/>
                    <a:pt x="767661" y="1113102"/>
                  </a:cubicBezTo>
                  <a:lnTo>
                    <a:pt x="769983" y="1112530"/>
                  </a:lnTo>
                  <a:lnTo>
                    <a:pt x="770858" y="1114549"/>
                  </a:lnTo>
                  <a:cubicBezTo>
                    <a:pt x="770858" y="1114549"/>
                    <a:pt x="771430" y="1113405"/>
                    <a:pt x="771430" y="1112530"/>
                  </a:cubicBezTo>
                  <a:cubicBezTo>
                    <a:pt x="771430" y="1111655"/>
                    <a:pt x="772171" y="1109503"/>
                    <a:pt x="772171" y="1109503"/>
                  </a:cubicBezTo>
                  <a:cubicBezTo>
                    <a:pt x="772171" y="1109503"/>
                    <a:pt x="772878" y="1107921"/>
                    <a:pt x="773483" y="1107619"/>
                  </a:cubicBezTo>
                  <a:cubicBezTo>
                    <a:pt x="774055" y="1107316"/>
                    <a:pt x="777118" y="1106609"/>
                    <a:pt x="777118" y="1106609"/>
                  </a:cubicBezTo>
                  <a:lnTo>
                    <a:pt x="780753" y="1104860"/>
                  </a:lnTo>
                  <a:lnTo>
                    <a:pt x="782772" y="1104591"/>
                  </a:lnTo>
                  <a:lnTo>
                    <a:pt x="786407" y="1105903"/>
                  </a:lnTo>
                  <a:lnTo>
                    <a:pt x="788157" y="1106340"/>
                  </a:lnTo>
                  <a:lnTo>
                    <a:pt x="793508" y="1104591"/>
                  </a:lnTo>
                  <a:cubicBezTo>
                    <a:pt x="793508" y="1104591"/>
                    <a:pt x="794955" y="1102707"/>
                    <a:pt x="794955" y="1102136"/>
                  </a:cubicBezTo>
                  <a:cubicBezTo>
                    <a:pt x="794955" y="1101563"/>
                    <a:pt x="795258" y="1100554"/>
                    <a:pt x="795527" y="1099108"/>
                  </a:cubicBezTo>
                  <a:cubicBezTo>
                    <a:pt x="795830" y="1097661"/>
                    <a:pt x="796402" y="1094466"/>
                    <a:pt x="796402" y="1094466"/>
                  </a:cubicBezTo>
                  <a:lnTo>
                    <a:pt x="796671" y="1090429"/>
                  </a:lnTo>
                  <a:lnTo>
                    <a:pt x="796671" y="1089285"/>
                  </a:lnTo>
                  <a:cubicBezTo>
                    <a:pt x="796671" y="1089285"/>
                    <a:pt x="796402" y="1087839"/>
                    <a:pt x="794921" y="1086964"/>
                  </a:cubicBezTo>
                  <a:cubicBezTo>
                    <a:pt x="793474" y="1086089"/>
                    <a:pt x="792027" y="1084643"/>
                    <a:pt x="792027" y="1084643"/>
                  </a:cubicBezTo>
                  <a:cubicBezTo>
                    <a:pt x="792027" y="1084643"/>
                    <a:pt x="790580" y="1083062"/>
                    <a:pt x="789402" y="1082624"/>
                  </a:cubicBezTo>
                  <a:cubicBezTo>
                    <a:pt x="788258" y="1082187"/>
                    <a:pt x="787383" y="1081313"/>
                    <a:pt x="787383" y="1081313"/>
                  </a:cubicBezTo>
                  <a:lnTo>
                    <a:pt x="786238" y="1078857"/>
                  </a:lnTo>
                  <a:cubicBezTo>
                    <a:pt x="786238" y="1078857"/>
                    <a:pt x="786238" y="1075964"/>
                    <a:pt x="786238" y="1075392"/>
                  </a:cubicBezTo>
                  <a:cubicBezTo>
                    <a:pt x="786238" y="1074820"/>
                    <a:pt x="785229" y="1071321"/>
                    <a:pt x="785229" y="1071321"/>
                  </a:cubicBezTo>
                  <a:lnTo>
                    <a:pt x="787113" y="1066410"/>
                  </a:lnTo>
                  <a:lnTo>
                    <a:pt x="788258" y="1062071"/>
                  </a:lnTo>
                  <a:cubicBezTo>
                    <a:pt x="788258" y="1062071"/>
                    <a:pt x="788392" y="1057428"/>
                    <a:pt x="788258" y="1056722"/>
                  </a:cubicBezTo>
                  <a:cubicBezTo>
                    <a:pt x="788123" y="1055982"/>
                    <a:pt x="787955" y="1052820"/>
                    <a:pt x="786945" y="1051642"/>
                  </a:cubicBezTo>
                  <a:cubicBezTo>
                    <a:pt x="785936" y="1050499"/>
                    <a:pt x="784320" y="1049052"/>
                    <a:pt x="782738" y="1048447"/>
                  </a:cubicBezTo>
                  <a:cubicBezTo>
                    <a:pt x="781156" y="1047875"/>
                    <a:pt x="779272" y="1046563"/>
                    <a:pt x="778094" y="1045688"/>
                  </a:cubicBezTo>
                  <a:cubicBezTo>
                    <a:pt x="776916" y="1044813"/>
                    <a:pt x="775132" y="1042425"/>
                    <a:pt x="775132" y="1042425"/>
                  </a:cubicBezTo>
                  <a:lnTo>
                    <a:pt x="773382" y="1040037"/>
                  </a:lnTo>
                  <a:cubicBezTo>
                    <a:pt x="773382" y="1040037"/>
                    <a:pt x="772878" y="1039599"/>
                    <a:pt x="772878" y="1039095"/>
                  </a:cubicBezTo>
                  <a:cubicBezTo>
                    <a:pt x="772878" y="1038590"/>
                    <a:pt x="773618" y="1037715"/>
                    <a:pt x="773618" y="1037715"/>
                  </a:cubicBezTo>
                  <a:lnTo>
                    <a:pt x="774695" y="1037312"/>
                  </a:lnTo>
                  <a:cubicBezTo>
                    <a:pt x="774695" y="1037312"/>
                    <a:pt x="776950" y="1036269"/>
                    <a:pt x="777219" y="1036269"/>
                  </a:cubicBezTo>
                  <a:cubicBezTo>
                    <a:pt x="777522" y="1036269"/>
                    <a:pt x="783613" y="1036269"/>
                    <a:pt x="783613" y="1036269"/>
                  </a:cubicBezTo>
                  <a:cubicBezTo>
                    <a:pt x="783613" y="1036269"/>
                    <a:pt x="786205" y="1035764"/>
                    <a:pt x="786440" y="1035630"/>
                  </a:cubicBezTo>
                  <a:cubicBezTo>
                    <a:pt x="786642" y="1035495"/>
                    <a:pt x="789335" y="1034183"/>
                    <a:pt x="789335" y="1034183"/>
                  </a:cubicBezTo>
                  <a:cubicBezTo>
                    <a:pt x="789335" y="1034183"/>
                    <a:pt x="790782" y="1033174"/>
                    <a:pt x="791287" y="1032939"/>
                  </a:cubicBezTo>
                  <a:cubicBezTo>
                    <a:pt x="791791" y="1032737"/>
                    <a:pt x="792229" y="1031997"/>
                    <a:pt x="792868" y="1031425"/>
                  </a:cubicBezTo>
                  <a:cubicBezTo>
                    <a:pt x="793508" y="1030853"/>
                    <a:pt x="794820" y="1029407"/>
                    <a:pt x="794820" y="1029407"/>
                  </a:cubicBezTo>
                  <a:lnTo>
                    <a:pt x="795628" y="1028969"/>
                  </a:lnTo>
                  <a:lnTo>
                    <a:pt x="798253" y="1028835"/>
                  </a:lnTo>
                  <a:cubicBezTo>
                    <a:pt x="798253" y="1028835"/>
                    <a:pt x="800138" y="1028902"/>
                    <a:pt x="800340" y="1029339"/>
                  </a:cubicBezTo>
                  <a:cubicBezTo>
                    <a:pt x="800542" y="1029777"/>
                    <a:pt x="802224" y="1031290"/>
                    <a:pt x="802224" y="1031290"/>
                  </a:cubicBezTo>
                  <a:cubicBezTo>
                    <a:pt x="802224" y="1031290"/>
                    <a:pt x="803671" y="1030920"/>
                    <a:pt x="803974" y="1030920"/>
                  </a:cubicBezTo>
                  <a:cubicBezTo>
                    <a:pt x="804277" y="1030920"/>
                    <a:pt x="805421" y="1030214"/>
                    <a:pt x="805859" y="1030046"/>
                  </a:cubicBezTo>
                  <a:cubicBezTo>
                    <a:pt x="806297" y="1029911"/>
                    <a:pt x="807172" y="1029238"/>
                    <a:pt x="808114" y="1029036"/>
                  </a:cubicBezTo>
                  <a:cubicBezTo>
                    <a:pt x="809056" y="1028801"/>
                    <a:pt x="810436" y="1028532"/>
                    <a:pt x="811008" y="1028465"/>
                  </a:cubicBezTo>
                  <a:cubicBezTo>
                    <a:pt x="811580" y="1028397"/>
                    <a:pt x="817032" y="1030718"/>
                    <a:pt x="817032" y="1030718"/>
                  </a:cubicBezTo>
                  <a:lnTo>
                    <a:pt x="819489" y="1032670"/>
                  </a:lnTo>
                  <a:lnTo>
                    <a:pt x="821071" y="1032165"/>
                  </a:lnTo>
                  <a:lnTo>
                    <a:pt x="821374" y="1030416"/>
                  </a:lnTo>
                  <a:cubicBezTo>
                    <a:pt x="821374" y="1030416"/>
                    <a:pt x="821307" y="1027792"/>
                    <a:pt x="821071" y="1027657"/>
                  </a:cubicBezTo>
                  <a:cubicBezTo>
                    <a:pt x="820869" y="1027523"/>
                    <a:pt x="820263" y="1026345"/>
                    <a:pt x="819859" y="1026076"/>
                  </a:cubicBezTo>
                  <a:cubicBezTo>
                    <a:pt x="819422" y="1025807"/>
                    <a:pt x="818042" y="1024630"/>
                    <a:pt x="817604" y="1024495"/>
                  </a:cubicBezTo>
                  <a:cubicBezTo>
                    <a:pt x="817167" y="1024361"/>
                    <a:pt x="816090" y="1024361"/>
                    <a:pt x="815652" y="1024058"/>
                  </a:cubicBezTo>
                  <a:cubicBezTo>
                    <a:pt x="815215" y="1023755"/>
                    <a:pt x="814643" y="1023419"/>
                    <a:pt x="814643" y="1023116"/>
                  </a:cubicBezTo>
                  <a:cubicBezTo>
                    <a:pt x="814643" y="1022813"/>
                    <a:pt x="815148" y="1021905"/>
                    <a:pt x="815350" y="1021737"/>
                  </a:cubicBezTo>
                  <a:cubicBezTo>
                    <a:pt x="815552" y="1021602"/>
                    <a:pt x="816292" y="1020728"/>
                    <a:pt x="816494" y="1020492"/>
                  </a:cubicBezTo>
                  <a:cubicBezTo>
                    <a:pt x="816729" y="1020290"/>
                    <a:pt x="817504" y="1019550"/>
                    <a:pt x="817504" y="1019550"/>
                  </a:cubicBezTo>
                  <a:cubicBezTo>
                    <a:pt x="817504" y="1019550"/>
                    <a:pt x="818749" y="1018036"/>
                    <a:pt x="819018" y="1017868"/>
                  </a:cubicBezTo>
                  <a:cubicBezTo>
                    <a:pt x="819287" y="1017734"/>
                    <a:pt x="820263" y="1016859"/>
                    <a:pt x="820768" y="1016623"/>
                  </a:cubicBezTo>
                  <a:cubicBezTo>
                    <a:pt x="821273" y="1016388"/>
                    <a:pt x="821710" y="1016052"/>
                    <a:pt x="822282" y="1015682"/>
                  </a:cubicBezTo>
                  <a:cubicBezTo>
                    <a:pt x="822855" y="1015312"/>
                    <a:pt x="824470" y="1013798"/>
                    <a:pt x="824807" y="1013428"/>
                  </a:cubicBezTo>
                  <a:cubicBezTo>
                    <a:pt x="825177" y="1013058"/>
                    <a:pt x="826321" y="1011611"/>
                    <a:pt x="826759" y="1011308"/>
                  </a:cubicBezTo>
                  <a:cubicBezTo>
                    <a:pt x="827196" y="1011039"/>
                    <a:pt x="827903" y="1010064"/>
                    <a:pt x="828206" y="1009996"/>
                  </a:cubicBezTo>
                  <a:cubicBezTo>
                    <a:pt x="828508" y="1009929"/>
                    <a:pt x="829013" y="1009290"/>
                    <a:pt x="829283" y="1009290"/>
                  </a:cubicBezTo>
                  <a:cubicBezTo>
                    <a:pt x="829585" y="1009290"/>
                    <a:pt x="830427" y="1008920"/>
                    <a:pt x="831033" y="1008920"/>
                  </a:cubicBezTo>
                  <a:cubicBezTo>
                    <a:pt x="831605" y="1008920"/>
                    <a:pt x="832715" y="1008853"/>
                    <a:pt x="833220" y="1008920"/>
                  </a:cubicBezTo>
                  <a:cubicBezTo>
                    <a:pt x="833725" y="1008987"/>
                    <a:pt x="835105" y="1008550"/>
                    <a:pt x="835980" y="1009122"/>
                  </a:cubicBezTo>
                  <a:cubicBezTo>
                    <a:pt x="836855" y="1009694"/>
                    <a:pt x="837292" y="1010568"/>
                    <a:pt x="837292" y="1010568"/>
                  </a:cubicBezTo>
                  <a:lnTo>
                    <a:pt x="838437" y="1013091"/>
                  </a:lnTo>
                  <a:lnTo>
                    <a:pt x="839514" y="1013024"/>
                  </a:lnTo>
                  <a:lnTo>
                    <a:pt x="840321" y="1012082"/>
                  </a:lnTo>
                  <a:lnTo>
                    <a:pt x="840759" y="1011073"/>
                  </a:lnTo>
                  <a:cubicBezTo>
                    <a:pt x="840759" y="1011073"/>
                    <a:pt x="841196" y="1010568"/>
                    <a:pt x="841196" y="1010131"/>
                  </a:cubicBezTo>
                  <a:cubicBezTo>
                    <a:pt x="841196" y="1009694"/>
                    <a:pt x="841398" y="1009054"/>
                    <a:pt x="841398" y="1009054"/>
                  </a:cubicBezTo>
                  <a:lnTo>
                    <a:pt x="841836" y="1008045"/>
                  </a:lnTo>
                  <a:lnTo>
                    <a:pt x="842273" y="1007473"/>
                  </a:lnTo>
                  <a:cubicBezTo>
                    <a:pt x="842273" y="1007473"/>
                    <a:pt x="843518" y="1007036"/>
                    <a:pt x="844023" y="1007036"/>
                  </a:cubicBezTo>
                  <a:cubicBezTo>
                    <a:pt x="844528" y="1007036"/>
                    <a:pt x="846110" y="1007406"/>
                    <a:pt x="846648" y="1007978"/>
                  </a:cubicBezTo>
                  <a:cubicBezTo>
                    <a:pt x="847153" y="1008550"/>
                    <a:pt x="847793" y="1008785"/>
                    <a:pt x="848163" y="1009425"/>
                  </a:cubicBezTo>
                  <a:cubicBezTo>
                    <a:pt x="848533" y="1010064"/>
                    <a:pt x="849004" y="1010736"/>
                    <a:pt x="849004" y="1011308"/>
                  </a:cubicBezTo>
                  <a:cubicBezTo>
                    <a:pt x="849004" y="1011880"/>
                    <a:pt x="848836" y="1013192"/>
                    <a:pt x="848836" y="1013192"/>
                  </a:cubicBezTo>
                  <a:lnTo>
                    <a:pt x="848836" y="1014504"/>
                  </a:lnTo>
                  <a:cubicBezTo>
                    <a:pt x="848836" y="1014504"/>
                    <a:pt x="849374" y="1016119"/>
                    <a:pt x="849274" y="1016994"/>
                  </a:cubicBezTo>
                  <a:cubicBezTo>
                    <a:pt x="849172" y="1017868"/>
                    <a:pt x="849274" y="1018608"/>
                    <a:pt x="849274" y="1018608"/>
                  </a:cubicBezTo>
                  <a:lnTo>
                    <a:pt x="850889" y="1019483"/>
                  </a:lnTo>
                  <a:lnTo>
                    <a:pt x="851764" y="1019920"/>
                  </a:lnTo>
                  <a:cubicBezTo>
                    <a:pt x="851764" y="1019920"/>
                    <a:pt x="854490" y="1020358"/>
                    <a:pt x="854793" y="1020458"/>
                  </a:cubicBezTo>
                  <a:cubicBezTo>
                    <a:pt x="855129" y="1020559"/>
                    <a:pt x="856644" y="1019819"/>
                    <a:pt x="856644" y="1019819"/>
                  </a:cubicBezTo>
                  <a:cubicBezTo>
                    <a:pt x="856644" y="1019819"/>
                    <a:pt x="857182" y="1022006"/>
                    <a:pt x="857317" y="1022409"/>
                  </a:cubicBezTo>
                  <a:cubicBezTo>
                    <a:pt x="857418" y="1022847"/>
                    <a:pt x="859067" y="1023284"/>
                    <a:pt x="859067" y="1023284"/>
                  </a:cubicBezTo>
                  <a:cubicBezTo>
                    <a:pt x="859067" y="1023284"/>
                    <a:pt x="859303" y="1023385"/>
                    <a:pt x="860144" y="1023385"/>
                  </a:cubicBezTo>
                  <a:cubicBezTo>
                    <a:pt x="861019" y="1023385"/>
                    <a:pt x="861995" y="1023183"/>
                    <a:pt x="862331" y="1023284"/>
                  </a:cubicBezTo>
                  <a:cubicBezTo>
                    <a:pt x="862668" y="1023385"/>
                    <a:pt x="863745" y="1024899"/>
                    <a:pt x="863846" y="1025336"/>
                  </a:cubicBezTo>
                  <a:cubicBezTo>
                    <a:pt x="863947" y="1025773"/>
                    <a:pt x="864620" y="1026951"/>
                    <a:pt x="864620" y="1027287"/>
                  </a:cubicBezTo>
                  <a:cubicBezTo>
                    <a:pt x="864620" y="1027624"/>
                    <a:pt x="865798" y="1028902"/>
                    <a:pt x="865798" y="1029676"/>
                  </a:cubicBezTo>
                  <a:cubicBezTo>
                    <a:pt x="865798" y="1030449"/>
                    <a:pt x="866235" y="1031627"/>
                    <a:pt x="866000" y="1033040"/>
                  </a:cubicBezTo>
                  <a:cubicBezTo>
                    <a:pt x="865798" y="1034453"/>
                    <a:pt x="865024" y="1036303"/>
                    <a:pt x="864788" y="1036639"/>
                  </a:cubicBezTo>
                  <a:cubicBezTo>
                    <a:pt x="864586" y="1036976"/>
                    <a:pt x="864586" y="1038489"/>
                    <a:pt x="863711" y="1039027"/>
                  </a:cubicBezTo>
                  <a:cubicBezTo>
                    <a:pt x="862836" y="1039566"/>
                    <a:pt x="861322" y="1042055"/>
                    <a:pt x="860985" y="1042627"/>
                  </a:cubicBezTo>
                  <a:cubicBezTo>
                    <a:pt x="860649" y="1043165"/>
                    <a:pt x="859908" y="1045116"/>
                    <a:pt x="859908" y="1045116"/>
                  </a:cubicBezTo>
                  <a:lnTo>
                    <a:pt x="860548" y="1047505"/>
                  </a:lnTo>
                  <a:lnTo>
                    <a:pt x="862634" y="1049994"/>
                  </a:lnTo>
                  <a:lnTo>
                    <a:pt x="864149" y="1051407"/>
                  </a:lnTo>
                  <a:cubicBezTo>
                    <a:pt x="864149" y="1051407"/>
                    <a:pt x="864384" y="1053257"/>
                    <a:pt x="864384" y="1053795"/>
                  </a:cubicBezTo>
                  <a:cubicBezTo>
                    <a:pt x="864384" y="1054334"/>
                    <a:pt x="864283" y="1055982"/>
                    <a:pt x="864283" y="1055982"/>
                  </a:cubicBezTo>
                  <a:lnTo>
                    <a:pt x="864216" y="1057832"/>
                  </a:lnTo>
                  <a:lnTo>
                    <a:pt x="864485" y="1060557"/>
                  </a:lnTo>
                  <a:lnTo>
                    <a:pt x="864485" y="1061431"/>
                  </a:lnTo>
                  <a:lnTo>
                    <a:pt x="864586" y="1063719"/>
                  </a:lnTo>
                  <a:lnTo>
                    <a:pt x="864149" y="1064930"/>
                  </a:lnTo>
                  <a:lnTo>
                    <a:pt x="864048" y="1066444"/>
                  </a:lnTo>
                  <a:lnTo>
                    <a:pt x="864384" y="1067756"/>
                  </a:lnTo>
                  <a:lnTo>
                    <a:pt x="868827" y="1068395"/>
                  </a:lnTo>
                  <a:cubicBezTo>
                    <a:pt x="868827" y="1068395"/>
                    <a:pt x="871654" y="1070245"/>
                    <a:pt x="872091" y="1070245"/>
                  </a:cubicBezTo>
                  <a:cubicBezTo>
                    <a:pt x="872529" y="1070245"/>
                    <a:pt x="877745" y="1069606"/>
                    <a:pt x="877745" y="1069606"/>
                  </a:cubicBezTo>
                  <a:lnTo>
                    <a:pt x="879394" y="1069068"/>
                  </a:lnTo>
                  <a:cubicBezTo>
                    <a:pt x="879394" y="1069068"/>
                    <a:pt x="881582" y="1070582"/>
                    <a:pt x="881885" y="1070682"/>
                  </a:cubicBezTo>
                  <a:cubicBezTo>
                    <a:pt x="882221" y="1070783"/>
                    <a:pt x="883399" y="1071321"/>
                    <a:pt x="884173" y="1071019"/>
                  </a:cubicBezTo>
                  <a:cubicBezTo>
                    <a:pt x="884947" y="1070682"/>
                    <a:pt x="885587" y="1070480"/>
                    <a:pt x="886260" y="1069707"/>
                  </a:cubicBezTo>
                  <a:cubicBezTo>
                    <a:pt x="886899" y="1068933"/>
                    <a:pt x="888548" y="1068059"/>
                    <a:pt x="888548" y="1068059"/>
                  </a:cubicBezTo>
                  <a:cubicBezTo>
                    <a:pt x="888548" y="1068059"/>
                    <a:pt x="889962" y="1066208"/>
                    <a:pt x="890298" y="1065771"/>
                  </a:cubicBezTo>
                  <a:cubicBezTo>
                    <a:pt x="890635" y="1065334"/>
                    <a:pt x="890938" y="1064257"/>
                    <a:pt x="890938" y="1064257"/>
                  </a:cubicBezTo>
                  <a:lnTo>
                    <a:pt x="892452" y="1063046"/>
                  </a:lnTo>
                  <a:cubicBezTo>
                    <a:pt x="892452" y="1063046"/>
                    <a:pt x="894640" y="1062844"/>
                    <a:pt x="895178" y="1063046"/>
                  </a:cubicBezTo>
                  <a:cubicBezTo>
                    <a:pt x="895717" y="1063248"/>
                    <a:pt x="896592" y="1063685"/>
                    <a:pt x="896592" y="1063685"/>
                  </a:cubicBezTo>
                  <a:cubicBezTo>
                    <a:pt x="896592" y="1063685"/>
                    <a:pt x="897130" y="1064661"/>
                    <a:pt x="897366" y="1065435"/>
                  </a:cubicBezTo>
                  <a:cubicBezTo>
                    <a:pt x="897601" y="1066208"/>
                    <a:pt x="897702" y="1067621"/>
                    <a:pt x="897601" y="1068462"/>
                  </a:cubicBezTo>
                  <a:cubicBezTo>
                    <a:pt x="897500" y="1069337"/>
                    <a:pt x="897164" y="1070951"/>
                    <a:pt x="897164" y="1070951"/>
                  </a:cubicBezTo>
                  <a:cubicBezTo>
                    <a:pt x="897164" y="1070951"/>
                    <a:pt x="896726" y="1071725"/>
                    <a:pt x="896625" y="1072028"/>
                  </a:cubicBezTo>
                  <a:cubicBezTo>
                    <a:pt x="896524" y="1072364"/>
                    <a:pt x="896861" y="1073878"/>
                    <a:pt x="896861" y="1073878"/>
                  </a:cubicBezTo>
                  <a:lnTo>
                    <a:pt x="898174" y="1075392"/>
                  </a:lnTo>
                  <a:cubicBezTo>
                    <a:pt x="898174" y="1075392"/>
                    <a:pt x="898914" y="1077007"/>
                    <a:pt x="898914" y="1077444"/>
                  </a:cubicBezTo>
                  <a:cubicBezTo>
                    <a:pt x="898914" y="1077881"/>
                    <a:pt x="898712" y="1078218"/>
                    <a:pt x="898712" y="1078621"/>
                  </a:cubicBezTo>
                  <a:cubicBezTo>
                    <a:pt x="898712" y="1079025"/>
                    <a:pt x="897938" y="1078621"/>
                    <a:pt x="898712" y="1079059"/>
                  </a:cubicBezTo>
                  <a:cubicBezTo>
                    <a:pt x="899486" y="1079496"/>
                    <a:pt x="899352" y="1080270"/>
                    <a:pt x="900664" y="1079933"/>
                  </a:cubicBezTo>
                  <a:cubicBezTo>
                    <a:pt x="901976" y="1079597"/>
                    <a:pt x="903727" y="1078722"/>
                    <a:pt x="903727" y="1078419"/>
                  </a:cubicBezTo>
                  <a:cubicBezTo>
                    <a:pt x="903727" y="1078083"/>
                    <a:pt x="904703" y="1077007"/>
                    <a:pt x="904703" y="1077007"/>
                  </a:cubicBezTo>
                  <a:cubicBezTo>
                    <a:pt x="904703" y="1077007"/>
                    <a:pt x="905578" y="1076670"/>
                    <a:pt x="906217" y="1077007"/>
                  </a:cubicBezTo>
                  <a:cubicBezTo>
                    <a:pt x="906856" y="1077343"/>
                    <a:pt x="908607" y="1079059"/>
                    <a:pt x="908607" y="1079059"/>
                  </a:cubicBezTo>
                  <a:lnTo>
                    <a:pt x="913924" y="1080135"/>
                  </a:lnTo>
                  <a:lnTo>
                    <a:pt x="917289" y="1081649"/>
                  </a:lnTo>
                  <a:lnTo>
                    <a:pt x="919881" y="1082086"/>
                  </a:lnTo>
                  <a:cubicBezTo>
                    <a:pt x="919881" y="1082086"/>
                    <a:pt x="921193" y="1081985"/>
                    <a:pt x="921631" y="1081985"/>
                  </a:cubicBezTo>
                  <a:cubicBezTo>
                    <a:pt x="922068" y="1081985"/>
                    <a:pt x="927621" y="1081783"/>
                    <a:pt x="928261" y="1081783"/>
                  </a:cubicBezTo>
                  <a:cubicBezTo>
                    <a:pt x="928900" y="1081783"/>
                    <a:pt x="931525" y="1081447"/>
                    <a:pt x="931963" y="1081447"/>
                  </a:cubicBezTo>
                  <a:cubicBezTo>
                    <a:pt x="932400" y="1081447"/>
                    <a:pt x="934016" y="1081346"/>
                    <a:pt x="934453" y="1081346"/>
                  </a:cubicBezTo>
                  <a:cubicBezTo>
                    <a:pt x="934891" y="1081346"/>
                    <a:pt x="936742" y="1081346"/>
                    <a:pt x="936742" y="1081346"/>
                  </a:cubicBezTo>
                  <a:lnTo>
                    <a:pt x="940208" y="1081346"/>
                  </a:lnTo>
                  <a:lnTo>
                    <a:pt x="942261" y="1083196"/>
                  </a:lnTo>
                  <a:lnTo>
                    <a:pt x="944550" y="1083970"/>
                  </a:lnTo>
                  <a:cubicBezTo>
                    <a:pt x="944550" y="1083970"/>
                    <a:pt x="946401" y="1084609"/>
                    <a:pt x="946737" y="1084744"/>
                  </a:cubicBezTo>
                  <a:cubicBezTo>
                    <a:pt x="947074" y="1084845"/>
                    <a:pt x="949127" y="1086257"/>
                    <a:pt x="949127" y="1086257"/>
                  </a:cubicBezTo>
                  <a:cubicBezTo>
                    <a:pt x="949127" y="1086257"/>
                    <a:pt x="950776" y="1087334"/>
                    <a:pt x="950978" y="1087771"/>
                  </a:cubicBezTo>
                  <a:cubicBezTo>
                    <a:pt x="951179" y="1088209"/>
                    <a:pt x="953165" y="1090059"/>
                    <a:pt x="953266" y="1090597"/>
                  </a:cubicBezTo>
                  <a:cubicBezTo>
                    <a:pt x="953367" y="1091135"/>
                    <a:pt x="953905" y="1091774"/>
                    <a:pt x="953905" y="1092212"/>
                  </a:cubicBezTo>
                  <a:cubicBezTo>
                    <a:pt x="953905" y="1092649"/>
                    <a:pt x="954444" y="1093423"/>
                    <a:pt x="954545" y="1095037"/>
                  </a:cubicBezTo>
                  <a:cubicBezTo>
                    <a:pt x="954646" y="1096652"/>
                    <a:pt x="955958" y="1099478"/>
                    <a:pt x="956194" y="1100252"/>
                  </a:cubicBezTo>
                  <a:cubicBezTo>
                    <a:pt x="956430" y="1101025"/>
                    <a:pt x="958045" y="1104827"/>
                    <a:pt x="958045" y="1105466"/>
                  </a:cubicBezTo>
                  <a:cubicBezTo>
                    <a:pt x="958045" y="1106105"/>
                    <a:pt x="959694" y="1109166"/>
                    <a:pt x="960233" y="1110243"/>
                  </a:cubicBezTo>
                  <a:cubicBezTo>
                    <a:pt x="960771" y="1111319"/>
                    <a:pt x="961882" y="1114582"/>
                    <a:pt x="962084" y="1115019"/>
                  </a:cubicBezTo>
                  <a:cubicBezTo>
                    <a:pt x="962285" y="1115457"/>
                    <a:pt x="963396" y="1118821"/>
                    <a:pt x="963396" y="1118821"/>
                  </a:cubicBezTo>
                  <a:cubicBezTo>
                    <a:pt x="963396" y="1118821"/>
                    <a:pt x="964271" y="1119897"/>
                    <a:pt x="965045" y="1120435"/>
                  </a:cubicBezTo>
                  <a:cubicBezTo>
                    <a:pt x="965819" y="1120974"/>
                    <a:pt x="967771" y="1121512"/>
                    <a:pt x="968310" y="1121747"/>
                  </a:cubicBezTo>
                  <a:cubicBezTo>
                    <a:pt x="968848" y="1121949"/>
                    <a:pt x="970262" y="1123059"/>
                    <a:pt x="971238" y="1123261"/>
                  </a:cubicBezTo>
                  <a:cubicBezTo>
                    <a:pt x="972214" y="1123463"/>
                    <a:pt x="974940" y="1123900"/>
                    <a:pt x="976017" y="1123799"/>
                  </a:cubicBezTo>
                  <a:cubicBezTo>
                    <a:pt x="977094" y="1123698"/>
                    <a:pt x="979483" y="1123598"/>
                    <a:pt x="979483" y="1123598"/>
                  </a:cubicBezTo>
                  <a:cubicBezTo>
                    <a:pt x="979483" y="1123598"/>
                    <a:pt x="980997" y="1122958"/>
                    <a:pt x="981772" y="1124472"/>
                  </a:cubicBezTo>
                  <a:cubicBezTo>
                    <a:pt x="982546" y="1125986"/>
                    <a:pt x="983824" y="1128072"/>
                    <a:pt x="983185" y="1128711"/>
                  </a:cubicBezTo>
                  <a:cubicBezTo>
                    <a:pt x="982512" y="1129350"/>
                    <a:pt x="981973" y="1130897"/>
                    <a:pt x="980997" y="1131335"/>
                  </a:cubicBezTo>
                  <a:cubicBezTo>
                    <a:pt x="980021" y="1131772"/>
                    <a:pt x="979786" y="1133017"/>
                    <a:pt x="977632" y="1133353"/>
                  </a:cubicBezTo>
                  <a:cubicBezTo>
                    <a:pt x="975478" y="1133723"/>
                    <a:pt x="973728" y="1134799"/>
                    <a:pt x="973055" y="1135338"/>
                  </a:cubicBezTo>
                  <a:cubicBezTo>
                    <a:pt x="972416" y="1135876"/>
                    <a:pt x="970766" y="1140451"/>
                    <a:pt x="970766" y="1140451"/>
                  </a:cubicBezTo>
                  <a:cubicBezTo>
                    <a:pt x="970766" y="1140451"/>
                    <a:pt x="972079" y="1143277"/>
                    <a:pt x="972079" y="1143916"/>
                  </a:cubicBezTo>
                  <a:cubicBezTo>
                    <a:pt x="972079" y="1144555"/>
                    <a:pt x="972315" y="1149029"/>
                    <a:pt x="972315" y="1149029"/>
                  </a:cubicBezTo>
                  <a:lnTo>
                    <a:pt x="972214" y="1152830"/>
                  </a:lnTo>
                  <a:lnTo>
                    <a:pt x="970026" y="1154681"/>
                  </a:lnTo>
                  <a:lnTo>
                    <a:pt x="971238" y="1157069"/>
                  </a:lnTo>
                  <a:lnTo>
                    <a:pt x="973526" y="1157607"/>
                  </a:lnTo>
                  <a:cubicBezTo>
                    <a:pt x="973526" y="1157607"/>
                    <a:pt x="975579" y="1159020"/>
                    <a:pt x="975579" y="1160097"/>
                  </a:cubicBezTo>
                  <a:cubicBezTo>
                    <a:pt x="975579" y="1161173"/>
                    <a:pt x="975377" y="1163696"/>
                    <a:pt x="975142" y="1164974"/>
                  </a:cubicBezTo>
                  <a:cubicBezTo>
                    <a:pt x="974940" y="1166286"/>
                    <a:pt x="974940" y="1167699"/>
                    <a:pt x="973526" y="1168002"/>
                  </a:cubicBezTo>
                  <a:cubicBezTo>
                    <a:pt x="972113" y="1168338"/>
                    <a:pt x="971675" y="1168540"/>
                    <a:pt x="969925" y="1168977"/>
                  </a:cubicBezTo>
                  <a:cubicBezTo>
                    <a:pt x="968175" y="1169415"/>
                    <a:pt x="970127" y="1170054"/>
                    <a:pt x="966661" y="1170727"/>
                  </a:cubicBezTo>
                  <a:cubicBezTo>
                    <a:pt x="963194" y="1171366"/>
                    <a:pt x="962959" y="1171938"/>
                    <a:pt x="962420" y="1171938"/>
                  </a:cubicBezTo>
                  <a:cubicBezTo>
                    <a:pt x="961882" y="1171938"/>
                    <a:pt x="961646" y="1174124"/>
                    <a:pt x="961646" y="1174124"/>
                  </a:cubicBezTo>
                  <a:cubicBezTo>
                    <a:pt x="961646" y="1174124"/>
                    <a:pt x="961983" y="1175974"/>
                    <a:pt x="961983" y="1176412"/>
                  </a:cubicBezTo>
                  <a:cubicBezTo>
                    <a:pt x="961983" y="1176849"/>
                    <a:pt x="962084" y="1176849"/>
                    <a:pt x="962420" y="1177925"/>
                  </a:cubicBezTo>
                  <a:cubicBezTo>
                    <a:pt x="962757" y="1179002"/>
                    <a:pt x="964911" y="1181289"/>
                    <a:pt x="964911" y="1181289"/>
                  </a:cubicBezTo>
                  <a:cubicBezTo>
                    <a:pt x="964911" y="1181289"/>
                    <a:pt x="968175" y="1184115"/>
                    <a:pt x="968613" y="1184553"/>
                  </a:cubicBezTo>
                  <a:cubicBezTo>
                    <a:pt x="969050" y="1184990"/>
                    <a:pt x="971103" y="1186167"/>
                    <a:pt x="971103" y="1186167"/>
                  </a:cubicBezTo>
                  <a:cubicBezTo>
                    <a:pt x="971103" y="1186167"/>
                    <a:pt x="972853" y="1187580"/>
                    <a:pt x="973156" y="1187816"/>
                  </a:cubicBezTo>
                  <a:cubicBezTo>
                    <a:pt x="973492" y="1188017"/>
                    <a:pt x="977194" y="1189767"/>
                    <a:pt x="977598" y="1189868"/>
                  </a:cubicBezTo>
                  <a:cubicBezTo>
                    <a:pt x="978036" y="1189969"/>
                    <a:pt x="979550" y="1190742"/>
                    <a:pt x="979887" y="1190843"/>
                  </a:cubicBezTo>
                  <a:cubicBezTo>
                    <a:pt x="980223" y="1190944"/>
                    <a:pt x="983690" y="1192794"/>
                    <a:pt x="984127" y="1193131"/>
                  </a:cubicBezTo>
                  <a:cubicBezTo>
                    <a:pt x="984565" y="1193467"/>
                    <a:pt x="987930" y="1194207"/>
                    <a:pt x="988368" y="1194543"/>
                  </a:cubicBezTo>
                  <a:cubicBezTo>
                    <a:pt x="988805" y="1194880"/>
                    <a:pt x="990656" y="1195519"/>
                    <a:pt x="991834" y="1195956"/>
                  </a:cubicBezTo>
                  <a:cubicBezTo>
                    <a:pt x="993046" y="1196394"/>
                    <a:pt x="994863" y="1197033"/>
                    <a:pt x="995200" y="1197807"/>
                  </a:cubicBezTo>
                  <a:cubicBezTo>
                    <a:pt x="995536" y="1198580"/>
                    <a:pt x="997488" y="1200094"/>
                    <a:pt x="997488" y="1200094"/>
                  </a:cubicBezTo>
                  <a:cubicBezTo>
                    <a:pt x="997488" y="1200094"/>
                    <a:pt x="999003" y="1201070"/>
                    <a:pt x="999440" y="1202045"/>
                  </a:cubicBezTo>
                  <a:cubicBezTo>
                    <a:pt x="999878" y="1203021"/>
                    <a:pt x="1001628" y="1204535"/>
                    <a:pt x="1001628" y="1204535"/>
                  </a:cubicBezTo>
                  <a:lnTo>
                    <a:pt x="1005532" y="1206385"/>
                  </a:lnTo>
                  <a:cubicBezTo>
                    <a:pt x="1005532" y="1206385"/>
                    <a:pt x="1008157" y="1206284"/>
                    <a:pt x="1008460" y="1206385"/>
                  </a:cubicBezTo>
                  <a:cubicBezTo>
                    <a:pt x="1008796" y="1206486"/>
                    <a:pt x="1008897" y="1204972"/>
                    <a:pt x="1011388" y="1205510"/>
                  </a:cubicBezTo>
                  <a:cubicBezTo>
                    <a:pt x="1013878" y="1206048"/>
                    <a:pt x="1015628" y="1207158"/>
                    <a:pt x="1016166" y="1207461"/>
                  </a:cubicBezTo>
                  <a:cubicBezTo>
                    <a:pt x="1016705" y="1207798"/>
                    <a:pt x="1017479" y="1208672"/>
                    <a:pt x="1018892" y="1209210"/>
                  </a:cubicBezTo>
                  <a:cubicBezTo>
                    <a:pt x="1020306" y="1209749"/>
                    <a:pt x="1019532" y="1210522"/>
                    <a:pt x="1023671" y="1210825"/>
                  </a:cubicBezTo>
                  <a:cubicBezTo>
                    <a:pt x="1027811" y="1211161"/>
                    <a:pt x="1030200" y="1211061"/>
                    <a:pt x="1030638" y="1210825"/>
                  </a:cubicBezTo>
                  <a:cubicBezTo>
                    <a:pt x="1031075" y="1210623"/>
                    <a:pt x="1032052" y="1208773"/>
                    <a:pt x="1032052" y="1208773"/>
                  </a:cubicBezTo>
                  <a:cubicBezTo>
                    <a:pt x="1032052" y="1208773"/>
                    <a:pt x="1034239" y="1208672"/>
                    <a:pt x="1034542" y="1208571"/>
                  </a:cubicBezTo>
                  <a:cubicBezTo>
                    <a:pt x="1034878" y="1208470"/>
                    <a:pt x="1036595" y="1208773"/>
                    <a:pt x="1038244" y="1209648"/>
                  </a:cubicBezTo>
                  <a:cubicBezTo>
                    <a:pt x="1039859" y="1210522"/>
                    <a:pt x="1039994" y="1211599"/>
                    <a:pt x="1041407" y="1211700"/>
                  </a:cubicBezTo>
                  <a:cubicBezTo>
                    <a:pt x="1042821" y="1211801"/>
                    <a:pt x="1043595" y="1212473"/>
                    <a:pt x="1044672" y="1211700"/>
                  </a:cubicBezTo>
                  <a:cubicBezTo>
                    <a:pt x="1045749" y="1210926"/>
                    <a:pt x="1046759" y="1209749"/>
                    <a:pt x="1046960" y="1208874"/>
                  </a:cubicBezTo>
                  <a:cubicBezTo>
                    <a:pt x="1047162" y="1207999"/>
                    <a:pt x="1047061" y="1208235"/>
                    <a:pt x="1047600" y="1207259"/>
                  </a:cubicBezTo>
                  <a:cubicBezTo>
                    <a:pt x="1048138" y="1206284"/>
                    <a:pt x="1047162" y="1205308"/>
                    <a:pt x="1049114" y="1206183"/>
                  </a:cubicBezTo>
                  <a:cubicBezTo>
                    <a:pt x="1051066" y="1207058"/>
                    <a:pt x="1055408" y="1209749"/>
                    <a:pt x="1055408" y="1209749"/>
                  </a:cubicBezTo>
                  <a:lnTo>
                    <a:pt x="1059446" y="1208235"/>
                  </a:lnTo>
                  <a:lnTo>
                    <a:pt x="1062509" y="1203559"/>
                  </a:lnTo>
                  <a:lnTo>
                    <a:pt x="1065437" y="1200531"/>
                  </a:lnTo>
                  <a:lnTo>
                    <a:pt x="1067187" y="1197941"/>
                  </a:lnTo>
                  <a:lnTo>
                    <a:pt x="1069677" y="1196192"/>
                  </a:lnTo>
                  <a:lnTo>
                    <a:pt x="1070216" y="1194342"/>
                  </a:lnTo>
                  <a:lnTo>
                    <a:pt x="1068028" y="1191751"/>
                  </a:lnTo>
                  <a:lnTo>
                    <a:pt x="1068028" y="1188287"/>
                  </a:lnTo>
                  <a:lnTo>
                    <a:pt x="1068028" y="1184822"/>
                  </a:lnTo>
                  <a:lnTo>
                    <a:pt x="1068028" y="1180247"/>
                  </a:lnTo>
                  <a:lnTo>
                    <a:pt x="1070653" y="1176984"/>
                  </a:lnTo>
                  <a:lnTo>
                    <a:pt x="1076072" y="1176984"/>
                  </a:lnTo>
                  <a:lnTo>
                    <a:pt x="1079538" y="1177858"/>
                  </a:lnTo>
                  <a:lnTo>
                    <a:pt x="1081288" y="1180886"/>
                  </a:lnTo>
                  <a:lnTo>
                    <a:pt x="1088019" y="1178497"/>
                  </a:lnTo>
                  <a:lnTo>
                    <a:pt x="1094750" y="1182837"/>
                  </a:lnTo>
                  <a:lnTo>
                    <a:pt x="1099966" y="1180650"/>
                  </a:lnTo>
                  <a:lnTo>
                    <a:pt x="1105385" y="1176311"/>
                  </a:lnTo>
                  <a:lnTo>
                    <a:pt x="1112351" y="1175234"/>
                  </a:lnTo>
                  <a:lnTo>
                    <a:pt x="1119318" y="1170458"/>
                  </a:lnTo>
                  <a:lnTo>
                    <a:pt x="1119755" y="1169045"/>
                  </a:lnTo>
                  <a:cubicBezTo>
                    <a:pt x="1119755" y="1169045"/>
                    <a:pt x="1120529" y="1166017"/>
                    <a:pt x="1120529" y="1165580"/>
                  </a:cubicBezTo>
                  <a:cubicBezTo>
                    <a:pt x="1120529" y="1165142"/>
                    <a:pt x="1120967" y="1163965"/>
                    <a:pt x="1120967" y="1163965"/>
                  </a:cubicBezTo>
                  <a:lnTo>
                    <a:pt x="1120327" y="1157876"/>
                  </a:lnTo>
                  <a:cubicBezTo>
                    <a:pt x="1120327" y="1157876"/>
                    <a:pt x="1120327" y="1155488"/>
                    <a:pt x="1120428" y="1154277"/>
                  </a:cubicBezTo>
                  <a:cubicBezTo>
                    <a:pt x="1120529" y="1153066"/>
                    <a:pt x="1120630" y="1151989"/>
                    <a:pt x="1120866" y="1151350"/>
                  </a:cubicBezTo>
                  <a:cubicBezTo>
                    <a:pt x="1121101" y="1150711"/>
                    <a:pt x="1121741" y="1150711"/>
                    <a:pt x="1122078" y="1150274"/>
                  </a:cubicBezTo>
                  <a:cubicBezTo>
                    <a:pt x="1122414" y="1149836"/>
                    <a:pt x="1124130" y="1149298"/>
                    <a:pt x="1124804" y="1148861"/>
                  </a:cubicBezTo>
                  <a:cubicBezTo>
                    <a:pt x="1125443" y="1148423"/>
                    <a:pt x="1126655" y="1148861"/>
                    <a:pt x="1126991" y="1148861"/>
                  </a:cubicBezTo>
                  <a:cubicBezTo>
                    <a:pt x="1127328" y="1148861"/>
                    <a:pt x="1129044" y="1149500"/>
                    <a:pt x="1129044" y="1149500"/>
                  </a:cubicBezTo>
                  <a:cubicBezTo>
                    <a:pt x="1129044" y="1149500"/>
                    <a:pt x="1131333" y="1149264"/>
                    <a:pt x="1131871" y="1148962"/>
                  </a:cubicBezTo>
                  <a:cubicBezTo>
                    <a:pt x="1132410" y="1148626"/>
                    <a:pt x="1132410" y="1147011"/>
                    <a:pt x="1132410" y="1147011"/>
                  </a:cubicBezTo>
                  <a:cubicBezTo>
                    <a:pt x="1132410" y="1147011"/>
                    <a:pt x="1131097" y="1143849"/>
                    <a:pt x="1130659" y="1143983"/>
                  </a:cubicBezTo>
                  <a:cubicBezTo>
                    <a:pt x="1130222" y="1144084"/>
                    <a:pt x="1127496" y="1143209"/>
                    <a:pt x="1126856" y="1143109"/>
                  </a:cubicBezTo>
                  <a:cubicBezTo>
                    <a:pt x="1126217" y="1143008"/>
                    <a:pt x="1125544" y="1143109"/>
                    <a:pt x="1125544" y="1143109"/>
                  </a:cubicBezTo>
                  <a:lnTo>
                    <a:pt x="1122818" y="1143983"/>
                  </a:lnTo>
                  <a:lnTo>
                    <a:pt x="1121303" y="1143983"/>
                  </a:lnTo>
                  <a:lnTo>
                    <a:pt x="1120664" y="1142739"/>
                  </a:lnTo>
                  <a:lnTo>
                    <a:pt x="1117938" y="1141595"/>
                  </a:lnTo>
                  <a:lnTo>
                    <a:pt x="1114572" y="1139408"/>
                  </a:lnTo>
                  <a:cubicBezTo>
                    <a:pt x="1114572" y="1139408"/>
                    <a:pt x="1112082" y="1139509"/>
                    <a:pt x="1110669" y="1139408"/>
                  </a:cubicBezTo>
                  <a:cubicBezTo>
                    <a:pt x="1109255" y="1139307"/>
                    <a:pt x="1108818" y="1138971"/>
                    <a:pt x="1108481" y="1138870"/>
                  </a:cubicBezTo>
                  <a:cubicBezTo>
                    <a:pt x="1108145" y="1138769"/>
                    <a:pt x="1105217" y="1137659"/>
                    <a:pt x="1104140" y="1136919"/>
                  </a:cubicBezTo>
                  <a:cubicBezTo>
                    <a:pt x="1103063" y="1136145"/>
                    <a:pt x="1103500" y="1135170"/>
                    <a:pt x="1103366" y="1134329"/>
                  </a:cubicBezTo>
                  <a:cubicBezTo>
                    <a:pt x="1103231" y="1133454"/>
                    <a:pt x="1103500" y="1131503"/>
                    <a:pt x="1103399" y="1130965"/>
                  </a:cubicBezTo>
                  <a:cubicBezTo>
                    <a:pt x="1103298" y="1130426"/>
                    <a:pt x="1103635" y="1129014"/>
                    <a:pt x="1103938" y="1128240"/>
                  </a:cubicBezTo>
                  <a:cubicBezTo>
                    <a:pt x="1104274" y="1127500"/>
                    <a:pt x="1105991" y="1127500"/>
                    <a:pt x="1106327" y="1127163"/>
                  </a:cubicBezTo>
                  <a:cubicBezTo>
                    <a:pt x="1106664" y="1126827"/>
                    <a:pt x="1111106" y="1125414"/>
                    <a:pt x="1111880" y="1124876"/>
                  </a:cubicBezTo>
                  <a:cubicBezTo>
                    <a:pt x="1112654" y="1124338"/>
                    <a:pt x="1115044" y="1124001"/>
                    <a:pt x="1115044" y="1124001"/>
                  </a:cubicBezTo>
                  <a:lnTo>
                    <a:pt x="1115044" y="1119325"/>
                  </a:lnTo>
                  <a:lnTo>
                    <a:pt x="1116020" y="1115188"/>
                  </a:lnTo>
                  <a:cubicBezTo>
                    <a:pt x="1116020" y="1115188"/>
                    <a:pt x="1116895" y="1111824"/>
                    <a:pt x="1116996" y="1111487"/>
                  </a:cubicBezTo>
                  <a:cubicBezTo>
                    <a:pt x="1117097" y="1111151"/>
                    <a:pt x="1118174" y="1108863"/>
                    <a:pt x="1118174" y="1108224"/>
                  </a:cubicBezTo>
                  <a:cubicBezTo>
                    <a:pt x="1118174" y="1107585"/>
                    <a:pt x="1119688" y="1106374"/>
                    <a:pt x="1119688" y="1106374"/>
                  </a:cubicBezTo>
                  <a:cubicBezTo>
                    <a:pt x="1119688" y="1106374"/>
                    <a:pt x="1123053" y="1104860"/>
                    <a:pt x="1124366" y="1104524"/>
                  </a:cubicBezTo>
                  <a:cubicBezTo>
                    <a:pt x="1125679" y="1104187"/>
                    <a:pt x="1127395" y="1103212"/>
                    <a:pt x="1127530" y="1102909"/>
                  </a:cubicBezTo>
                  <a:cubicBezTo>
                    <a:pt x="1127630" y="1102573"/>
                    <a:pt x="1129179" y="1100958"/>
                    <a:pt x="1129481" y="1100857"/>
                  </a:cubicBezTo>
                  <a:cubicBezTo>
                    <a:pt x="1129818" y="1100756"/>
                    <a:pt x="1131770" y="1098368"/>
                    <a:pt x="1131770" y="1098368"/>
                  </a:cubicBezTo>
                  <a:lnTo>
                    <a:pt x="1133284" y="1097056"/>
                  </a:lnTo>
                  <a:lnTo>
                    <a:pt x="1137188" y="1097291"/>
                  </a:lnTo>
                  <a:cubicBezTo>
                    <a:pt x="1137188" y="1097291"/>
                    <a:pt x="1138703" y="1099781"/>
                    <a:pt x="1139039" y="1099781"/>
                  </a:cubicBezTo>
                  <a:cubicBezTo>
                    <a:pt x="1139376" y="1099781"/>
                    <a:pt x="1141227" y="1101631"/>
                    <a:pt x="1141227" y="1101631"/>
                  </a:cubicBezTo>
                  <a:lnTo>
                    <a:pt x="1143314" y="1104019"/>
                  </a:lnTo>
                  <a:cubicBezTo>
                    <a:pt x="1143314" y="1104019"/>
                    <a:pt x="1147217" y="1106307"/>
                    <a:pt x="1148193" y="1106071"/>
                  </a:cubicBezTo>
                  <a:cubicBezTo>
                    <a:pt x="1149169" y="1105869"/>
                    <a:pt x="1148732" y="1105869"/>
                    <a:pt x="1149169" y="1104995"/>
                  </a:cubicBezTo>
                  <a:cubicBezTo>
                    <a:pt x="1149607" y="1104120"/>
                    <a:pt x="1151761" y="1103346"/>
                    <a:pt x="1151761" y="1103346"/>
                  </a:cubicBezTo>
                  <a:cubicBezTo>
                    <a:pt x="1151761" y="1103346"/>
                    <a:pt x="1153174" y="1103010"/>
                    <a:pt x="1154251" y="1103010"/>
                  </a:cubicBezTo>
                  <a:cubicBezTo>
                    <a:pt x="1155328" y="1103010"/>
                    <a:pt x="1155766" y="1103447"/>
                    <a:pt x="1157179" y="1103649"/>
                  </a:cubicBezTo>
                  <a:cubicBezTo>
                    <a:pt x="1158593" y="1103851"/>
                    <a:pt x="1158929" y="1104524"/>
                    <a:pt x="1159266" y="1104524"/>
                  </a:cubicBezTo>
                  <a:cubicBezTo>
                    <a:pt x="1159569" y="1104524"/>
                    <a:pt x="1161319" y="1104625"/>
                    <a:pt x="1161756" y="1103885"/>
                  </a:cubicBezTo>
                  <a:cubicBezTo>
                    <a:pt x="1162194" y="1103111"/>
                    <a:pt x="1162497" y="1103010"/>
                    <a:pt x="1163372" y="1102034"/>
                  </a:cubicBezTo>
                  <a:cubicBezTo>
                    <a:pt x="1164247" y="1101059"/>
                    <a:pt x="1164247" y="1100622"/>
                    <a:pt x="1165122" y="1099983"/>
                  </a:cubicBezTo>
                  <a:cubicBezTo>
                    <a:pt x="1165997" y="1099343"/>
                    <a:pt x="1165997" y="1099444"/>
                    <a:pt x="1166973" y="1098570"/>
                  </a:cubicBezTo>
                  <a:cubicBezTo>
                    <a:pt x="1167949" y="1097695"/>
                    <a:pt x="1168824" y="1099343"/>
                    <a:pt x="1169160" y="1099545"/>
                  </a:cubicBezTo>
                  <a:cubicBezTo>
                    <a:pt x="1169497" y="1099747"/>
                    <a:pt x="1169699" y="1101597"/>
                    <a:pt x="1169699" y="1102034"/>
                  </a:cubicBezTo>
                  <a:cubicBezTo>
                    <a:pt x="1169699" y="1102472"/>
                    <a:pt x="1169800" y="1102808"/>
                    <a:pt x="1169934" y="1103111"/>
                  </a:cubicBezTo>
                  <a:cubicBezTo>
                    <a:pt x="1170035" y="1103447"/>
                    <a:pt x="1170136" y="1105163"/>
                    <a:pt x="1170136" y="1105600"/>
                  </a:cubicBezTo>
                  <a:cubicBezTo>
                    <a:pt x="1170136" y="1106038"/>
                    <a:pt x="1170574" y="1108090"/>
                    <a:pt x="1170675" y="1108527"/>
                  </a:cubicBezTo>
                  <a:cubicBezTo>
                    <a:pt x="1170776" y="1108964"/>
                    <a:pt x="1171213" y="1109301"/>
                    <a:pt x="1171550" y="1109301"/>
                  </a:cubicBezTo>
                  <a:cubicBezTo>
                    <a:pt x="1171886" y="1109301"/>
                    <a:pt x="1172963" y="1110814"/>
                    <a:pt x="1173603" y="1111689"/>
                  </a:cubicBezTo>
                  <a:cubicBezTo>
                    <a:pt x="1174242" y="1112564"/>
                    <a:pt x="1175656" y="1113001"/>
                    <a:pt x="1176968" y="1113001"/>
                  </a:cubicBezTo>
                  <a:cubicBezTo>
                    <a:pt x="1178281" y="1113001"/>
                    <a:pt x="1179156" y="1112227"/>
                    <a:pt x="1179593" y="1111925"/>
                  </a:cubicBezTo>
                  <a:cubicBezTo>
                    <a:pt x="1180031" y="1111588"/>
                    <a:pt x="1180367" y="1111285"/>
                    <a:pt x="1180367" y="1111285"/>
                  </a:cubicBezTo>
                  <a:cubicBezTo>
                    <a:pt x="1180367" y="1111285"/>
                    <a:pt x="1181882" y="1110209"/>
                    <a:pt x="1181983" y="1109099"/>
                  </a:cubicBezTo>
                  <a:cubicBezTo>
                    <a:pt x="1182084" y="1108022"/>
                    <a:pt x="1183497" y="1106811"/>
                    <a:pt x="1183935" y="1105836"/>
                  </a:cubicBezTo>
                  <a:cubicBezTo>
                    <a:pt x="1184372" y="1104860"/>
                    <a:pt x="1185146" y="1101833"/>
                    <a:pt x="1185146" y="1101496"/>
                  </a:cubicBezTo>
                  <a:cubicBezTo>
                    <a:pt x="1185146" y="1101160"/>
                    <a:pt x="1184507" y="1097157"/>
                    <a:pt x="1184507" y="1097157"/>
                  </a:cubicBezTo>
                  <a:lnTo>
                    <a:pt x="1182218" y="1094869"/>
                  </a:lnTo>
                  <a:cubicBezTo>
                    <a:pt x="1182218" y="1094869"/>
                    <a:pt x="1178853" y="1094970"/>
                    <a:pt x="1177439" y="1095307"/>
                  </a:cubicBezTo>
                  <a:cubicBezTo>
                    <a:pt x="1176026" y="1095643"/>
                    <a:pt x="1174511" y="1094230"/>
                    <a:pt x="1174511" y="1093793"/>
                  </a:cubicBezTo>
                  <a:cubicBezTo>
                    <a:pt x="1174511" y="1093355"/>
                    <a:pt x="1175925" y="1090631"/>
                    <a:pt x="1176564" y="1089554"/>
                  </a:cubicBezTo>
                  <a:cubicBezTo>
                    <a:pt x="1177204" y="1088478"/>
                    <a:pt x="1176901" y="1088141"/>
                    <a:pt x="1176901" y="1088141"/>
                  </a:cubicBezTo>
                  <a:lnTo>
                    <a:pt x="1175050" y="1086829"/>
                  </a:lnTo>
                  <a:lnTo>
                    <a:pt x="1174175" y="1084004"/>
                  </a:lnTo>
                  <a:cubicBezTo>
                    <a:pt x="1174175" y="1084004"/>
                    <a:pt x="1174175" y="1081178"/>
                    <a:pt x="1174175" y="1080741"/>
                  </a:cubicBezTo>
                  <a:cubicBezTo>
                    <a:pt x="1174175" y="1080303"/>
                    <a:pt x="1174915" y="1077377"/>
                    <a:pt x="1174915" y="1076939"/>
                  </a:cubicBezTo>
                  <a:cubicBezTo>
                    <a:pt x="1174915" y="1076502"/>
                    <a:pt x="1174040" y="1074450"/>
                    <a:pt x="1174040" y="1074450"/>
                  </a:cubicBezTo>
                  <a:lnTo>
                    <a:pt x="1172963" y="1073575"/>
                  </a:lnTo>
                  <a:lnTo>
                    <a:pt x="1170910" y="1070750"/>
                  </a:lnTo>
                  <a:cubicBezTo>
                    <a:pt x="1170910" y="1070750"/>
                    <a:pt x="1169295" y="1065973"/>
                    <a:pt x="1168958" y="1064762"/>
                  </a:cubicBezTo>
                  <a:cubicBezTo>
                    <a:pt x="1168622" y="1063551"/>
                    <a:pt x="1168824" y="1059985"/>
                    <a:pt x="1168958" y="1059548"/>
                  </a:cubicBezTo>
                  <a:cubicBezTo>
                    <a:pt x="1169059" y="1059110"/>
                    <a:pt x="1169396" y="1055948"/>
                    <a:pt x="1169396" y="1055511"/>
                  </a:cubicBezTo>
                  <a:cubicBezTo>
                    <a:pt x="1169396" y="1055073"/>
                    <a:pt x="1171886" y="1053459"/>
                    <a:pt x="1171886" y="1053459"/>
                  </a:cubicBezTo>
                  <a:lnTo>
                    <a:pt x="1174175" y="1050835"/>
                  </a:lnTo>
                  <a:lnTo>
                    <a:pt x="1177204" y="1047236"/>
                  </a:lnTo>
                  <a:cubicBezTo>
                    <a:pt x="1177204" y="1047236"/>
                    <a:pt x="1177641" y="1045823"/>
                    <a:pt x="1178617" y="1045284"/>
                  </a:cubicBezTo>
                  <a:cubicBezTo>
                    <a:pt x="1179593" y="1044746"/>
                    <a:pt x="1180468" y="1043872"/>
                    <a:pt x="1180468" y="1043872"/>
                  </a:cubicBezTo>
                  <a:cubicBezTo>
                    <a:pt x="1180468" y="1043872"/>
                    <a:pt x="1183497" y="1043737"/>
                    <a:pt x="1184372" y="1043872"/>
                  </a:cubicBezTo>
                  <a:cubicBezTo>
                    <a:pt x="1185247" y="1043972"/>
                    <a:pt x="1187098" y="1043434"/>
                    <a:pt x="1188276" y="1043098"/>
                  </a:cubicBezTo>
                  <a:cubicBezTo>
                    <a:pt x="1189454" y="1042761"/>
                    <a:pt x="1188916" y="1042021"/>
                    <a:pt x="1188916" y="1040810"/>
                  </a:cubicBezTo>
                  <a:cubicBezTo>
                    <a:pt x="1188916" y="1039633"/>
                    <a:pt x="1187940" y="1038523"/>
                    <a:pt x="1187603" y="1038321"/>
                  </a:cubicBezTo>
                  <a:cubicBezTo>
                    <a:pt x="1187266" y="1038119"/>
                    <a:pt x="1186088" y="1037346"/>
                    <a:pt x="1185752" y="1036908"/>
                  </a:cubicBezTo>
                  <a:cubicBezTo>
                    <a:pt x="1185416" y="1036471"/>
                    <a:pt x="1182824" y="1035294"/>
                    <a:pt x="1182151" y="1035294"/>
                  </a:cubicBezTo>
                  <a:cubicBezTo>
                    <a:pt x="1181511" y="1035294"/>
                    <a:pt x="1179324" y="1034520"/>
                    <a:pt x="1177708" y="1034217"/>
                  </a:cubicBezTo>
                  <a:cubicBezTo>
                    <a:pt x="1176093" y="1033881"/>
                    <a:pt x="1175790" y="1033578"/>
                    <a:pt x="1175790" y="1033578"/>
                  </a:cubicBezTo>
                  <a:lnTo>
                    <a:pt x="1175790" y="1031089"/>
                  </a:lnTo>
                  <a:cubicBezTo>
                    <a:pt x="1175790" y="1031089"/>
                    <a:pt x="1178415" y="1029777"/>
                    <a:pt x="1178718" y="1029440"/>
                  </a:cubicBezTo>
                  <a:cubicBezTo>
                    <a:pt x="1179055" y="1029104"/>
                    <a:pt x="1179795" y="1028566"/>
                    <a:pt x="1180132" y="1028364"/>
                  </a:cubicBezTo>
                  <a:cubicBezTo>
                    <a:pt x="1180468" y="1028162"/>
                    <a:pt x="1182218" y="1027388"/>
                    <a:pt x="1183396" y="1026850"/>
                  </a:cubicBezTo>
                  <a:cubicBezTo>
                    <a:pt x="1184608" y="1026312"/>
                    <a:pt x="1185348" y="1025773"/>
                    <a:pt x="1185348" y="1025773"/>
                  </a:cubicBezTo>
                  <a:lnTo>
                    <a:pt x="1190565" y="1025773"/>
                  </a:lnTo>
                  <a:lnTo>
                    <a:pt x="1193594" y="1025773"/>
                  </a:lnTo>
                  <a:cubicBezTo>
                    <a:pt x="1193594" y="1025773"/>
                    <a:pt x="1195343" y="1024731"/>
                    <a:pt x="1195781" y="1024630"/>
                  </a:cubicBezTo>
                  <a:cubicBezTo>
                    <a:pt x="1196218" y="1024529"/>
                    <a:pt x="1196757" y="1022948"/>
                    <a:pt x="1196757" y="1022510"/>
                  </a:cubicBezTo>
                  <a:cubicBezTo>
                    <a:pt x="1196757" y="1022073"/>
                    <a:pt x="1196959" y="1019483"/>
                    <a:pt x="1196959" y="1019483"/>
                  </a:cubicBezTo>
                  <a:lnTo>
                    <a:pt x="1194031" y="1016994"/>
                  </a:lnTo>
                  <a:lnTo>
                    <a:pt x="1192281" y="1015076"/>
                  </a:lnTo>
                  <a:lnTo>
                    <a:pt x="1190093" y="1013630"/>
                  </a:lnTo>
                  <a:cubicBezTo>
                    <a:pt x="1190093" y="1013630"/>
                    <a:pt x="1186459" y="1009290"/>
                    <a:pt x="1186324" y="1008853"/>
                  </a:cubicBezTo>
                  <a:cubicBezTo>
                    <a:pt x="1186189" y="1008415"/>
                    <a:pt x="1184305" y="1004210"/>
                    <a:pt x="1184305" y="1004210"/>
                  </a:cubicBezTo>
                  <a:cubicBezTo>
                    <a:pt x="1184305" y="1004210"/>
                    <a:pt x="1182117" y="1002629"/>
                    <a:pt x="1181545" y="1002629"/>
                  </a:cubicBezTo>
                  <a:cubicBezTo>
                    <a:pt x="1180973" y="1002629"/>
                    <a:pt x="1177776" y="1000880"/>
                    <a:pt x="1177776" y="1000880"/>
                  </a:cubicBezTo>
                  <a:lnTo>
                    <a:pt x="1174545" y="998828"/>
                  </a:lnTo>
                  <a:cubicBezTo>
                    <a:pt x="1174545" y="998828"/>
                    <a:pt x="1171785" y="997314"/>
                    <a:pt x="1171348" y="997449"/>
                  </a:cubicBezTo>
                  <a:cubicBezTo>
                    <a:pt x="1170910" y="997583"/>
                    <a:pt x="1170910" y="998593"/>
                    <a:pt x="1169329" y="998761"/>
                  </a:cubicBezTo>
                  <a:cubicBezTo>
                    <a:pt x="1167747" y="998895"/>
                    <a:pt x="1167141" y="998761"/>
                    <a:pt x="1167141" y="998761"/>
                  </a:cubicBezTo>
                  <a:lnTo>
                    <a:pt x="1164819" y="996574"/>
                  </a:lnTo>
                  <a:lnTo>
                    <a:pt x="1164078" y="993378"/>
                  </a:lnTo>
                  <a:lnTo>
                    <a:pt x="1164953" y="990486"/>
                  </a:lnTo>
                  <a:lnTo>
                    <a:pt x="1164953" y="987021"/>
                  </a:lnTo>
                  <a:lnTo>
                    <a:pt x="1164953" y="984565"/>
                  </a:lnTo>
                  <a:lnTo>
                    <a:pt x="1165694" y="981369"/>
                  </a:lnTo>
                  <a:cubicBezTo>
                    <a:pt x="1165694" y="981369"/>
                    <a:pt x="1167141" y="979048"/>
                    <a:pt x="1167578" y="978611"/>
                  </a:cubicBezTo>
                  <a:cubicBezTo>
                    <a:pt x="1168016" y="978173"/>
                    <a:pt x="1168319" y="976861"/>
                    <a:pt x="1168319" y="976861"/>
                  </a:cubicBezTo>
                  <a:lnTo>
                    <a:pt x="1169901" y="974406"/>
                  </a:lnTo>
                  <a:lnTo>
                    <a:pt x="1170607" y="973531"/>
                  </a:lnTo>
                  <a:lnTo>
                    <a:pt x="1172055" y="971950"/>
                  </a:lnTo>
                  <a:cubicBezTo>
                    <a:pt x="1172055" y="971950"/>
                    <a:pt x="1173939" y="971244"/>
                    <a:pt x="1174511" y="970504"/>
                  </a:cubicBezTo>
                  <a:cubicBezTo>
                    <a:pt x="1175084" y="969763"/>
                    <a:pt x="1175824" y="970638"/>
                    <a:pt x="1177103" y="970504"/>
                  </a:cubicBezTo>
                  <a:cubicBezTo>
                    <a:pt x="1178415" y="970369"/>
                    <a:pt x="1179559" y="970504"/>
                    <a:pt x="1180300" y="970504"/>
                  </a:cubicBezTo>
                  <a:cubicBezTo>
                    <a:pt x="1181007" y="970504"/>
                    <a:pt x="1182757" y="969763"/>
                    <a:pt x="1182757" y="969763"/>
                  </a:cubicBezTo>
                  <a:lnTo>
                    <a:pt x="1183632" y="968620"/>
                  </a:lnTo>
                  <a:lnTo>
                    <a:pt x="1183766" y="967039"/>
                  </a:lnTo>
                  <a:cubicBezTo>
                    <a:pt x="1183766" y="967039"/>
                    <a:pt x="1184204" y="964852"/>
                    <a:pt x="1184204" y="964280"/>
                  </a:cubicBezTo>
                  <a:cubicBezTo>
                    <a:pt x="1184204" y="963708"/>
                    <a:pt x="1184069" y="962699"/>
                    <a:pt x="1184069" y="962699"/>
                  </a:cubicBezTo>
                  <a:lnTo>
                    <a:pt x="1183497" y="960075"/>
                  </a:lnTo>
                  <a:lnTo>
                    <a:pt x="1182353" y="958763"/>
                  </a:lnTo>
                  <a:cubicBezTo>
                    <a:pt x="1182353" y="958763"/>
                    <a:pt x="1179459" y="955130"/>
                    <a:pt x="1179156" y="954693"/>
                  </a:cubicBezTo>
                  <a:cubicBezTo>
                    <a:pt x="1178853" y="954256"/>
                    <a:pt x="1177843" y="952675"/>
                    <a:pt x="1177843" y="952675"/>
                  </a:cubicBezTo>
                  <a:lnTo>
                    <a:pt x="1177103" y="947023"/>
                  </a:lnTo>
                  <a:cubicBezTo>
                    <a:pt x="1177103" y="947023"/>
                    <a:pt x="1177103" y="944399"/>
                    <a:pt x="1177103" y="943390"/>
                  </a:cubicBezTo>
                  <a:cubicBezTo>
                    <a:pt x="1177103" y="942381"/>
                    <a:pt x="1178920" y="938041"/>
                    <a:pt x="1178920" y="938041"/>
                  </a:cubicBezTo>
                  <a:lnTo>
                    <a:pt x="1179997" y="935855"/>
                  </a:lnTo>
                  <a:lnTo>
                    <a:pt x="1189286" y="935720"/>
                  </a:lnTo>
                  <a:lnTo>
                    <a:pt x="1195243" y="934274"/>
                  </a:lnTo>
                  <a:lnTo>
                    <a:pt x="1201199" y="936595"/>
                  </a:lnTo>
                  <a:lnTo>
                    <a:pt x="1204969" y="935283"/>
                  </a:lnTo>
                  <a:lnTo>
                    <a:pt x="1207560" y="933096"/>
                  </a:lnTo>
                  <a:lnTo>
                    <a:pt x="1214964" y="932793"/>
                  </a:lnTo>
                  <a:cubicBezTo>
                    <a:pt x="1214964" y="932793"/>
                    <a:pt x="1221493" y="933231"/>
                    <a:pt x="1222065" y="933231"/>
                  </a:cubicBezTo>
                  <a:cubicBezTo>
                    <a:pt x="1222637" y="933231"/>
                    <a:pt x="1225834" y="937436"/>
                    <a:pt x="1225834" y="937436"/>
                  </a:cubicBezTo>
                  <a:cubicBezTo>
                    <a:pt x="1225834" y="937436"/>
                    <a:pt x="1229469" y="938882"/>
                    <a:pt x="1231186" y="940060"/>
                  </a:cubicBezTo>
                  <a:cubicBezTo>
                    <a:pt x="1232936" y="941237"/>
                    <a:pt x="1235089" y="943255"/>
                    <a:pt x="1235089" y="943693"/>
                  </a:cubicBezTo>
                  <a:cubicBezTo>
                    <a:pt x="1235089" y="944130"/>
                    <a:pt x="1231758" y="946149"/>
                    <a:pt x="1231758" y="946149"/>
                  </a:cubicBezTo>
                  <a:lnTo>
                    <a:pt x="1233642" y="950488"/>
                  </a:lnTo>
                  <a:lnTo>
                    <a:pt x="1237849" y="955568"/>
                  </a:lnTo>
                  <a:lnTo>
                    <a:pt x="1243200" y="959200"/>
                  </a:lnTo>
                  <a:lnTo>
                    <a:pt x="1247104" y="960075"/>
                  </a:lnTo>
                  <a:lnTo>
                    <a:pt x="1248114" y="957317"/>
                  </a:lnTo>
                  <a:lnTo>
                    <a:pt x="1249124" y="951968"/>
                  </a:lnTo>
                  <a:lnTo>
                    <a:pt x="1252725" y="951262"/>
                  </a:lnTo>
                  <a:lnTo>
                    <a:pt x="1255350" y="953717"/>
                  </a:lnTo>
                  <a:lnTo>
                    <a:pt x="1261138" y="957350"/>
                  </a:lnTo>
                  <a:cubicBezTo>
                    <a:pt x="1261138" y="957350"/>
                    <a:pt x="1264773" y="957350"/>
                    <a:pt x="1265177" y="956644"/>
                  </a:cubicBezTo>
                  <a:cubicBezTo>
                    <a:pt x="1265614" y="955904"/>
                    <a:pt x="1270696" y="956644"/>
                    <a:pt x="1270696" y="956644"/>
                  </a:cubicBezTo>
                  <a:lnTo>
                    <a:pt x="1273893" y="953886"/>
                  </a:lnTo>
                  <a:lnTo>
                    <a:pt x="1274768" y="950858"/>
                  </a:lnTo>
                  <a:lnTo>
                    <a:pt x="1275071" y="947090"/>
                  </a:lnTo>
                  <a:lnTo>
                    <a:pt x="1278100" y="946788"/>
                  </a:lnTo>
                  <a:lnTo>
                    <a:pt x="1281432" y="948806"/>
                  </a:lnTo>
                  <a:lnTo>
                    <a:pt x="1281432" y="950993"/>
                  </a:lnTo>
                  <a:lnTo>
                    <a:pt x="1283821" y="953314"/>
                  </a:lnTo>
                  <a:lnTo>
                    <a:pt x="1287523" y="951733"/>
                  </a:lnTo>
                  <a:lnTo>
                    <a:pt x="1290721" y="949411"/>
                  </a:lnTo>
                  <a:cubicBezTo>
                    <a:pt x="1290721" y="949411"/>
                    <a:pt x="1292605" y="949714"/>
                    <a:pt x="1294793" y="949411"/>
                  </a:cubicBezTo>
                  <a:cubicBezTo>
                    <a:pt x="1296980" y="949109"/>
                    <a:pt x="1297687" y="948537"/>
                    <a:pt x="1299134" y="947965"/>
                  </a:cubicBezTo>
                  <a:cubicBezTo>
                    <a:pt x="1300581" y="947393"/>
                    <a:pt x="1302331" y="947225"/>
                    <a:pt x="1304216" y="946956"/>
                  </a:cubicBezTo>
                  <a:cubicBezTo>
                    <a:pt x="1306101" y="946687"/>
                    <a:pt x="1306538" y="945812"/>
                    <a:pt x="1308255" y="944803"/>
                  </a:cubicBezTo>
                  <a:cubicBezTo>
                    <a:pt x="1310005" y="943794"/>
                    <a:pt x="1309702" y="944063"/>
                    <a:pt x="1310442" y="943794"/>
                  </a:cubicBezTo>
                  <a:cubicBezTo>
                    <a:pt x="1311149" y="943491"/>
                    <a:pt x="1310745" y="941910"/>
                    <a:pt x="1310745" y="941910"/>
                  </a:cubicBezTo>
                  <a:lnTo>
                    <a:pt x="1305663" y="936830"/>
                  </a:lnTo>
                  <a:lnTo>
                    <a:pt x="1304216" y="940295"/>
                  </a:lnTo>
                  <a:lnTo>
                    <a:pt x="1299000" y="941876"/>
                  </a:lnTo>
                  <a:lnTo>
                    <a:pt x="1295971" y="939421"/>
                  </a:lnTo>
                  <a:lnTo>
                    <a:pt x="1294221" y="935653"/>
                  </a:lnTo>
                  <a:lnTo>
                    <a:pt x="1292033" y="933466"/>
                  </a:lnTo>
                  <a:lnTo>
                    <a:pt x="1289408" y="932020"/>
                  </a:lnTo>
                  <a:cubicBezTo>
                    <a:pt x="1289408" y="932020"/>
                    <a:pt x="1285201" y="928992"/>
                    <a:pt x="1284898" y="928118"/>
                  </a:cubicBezTo>
                  <a:cubicBezTo>
                    <a:pt x="1284629" y="927243"/>
                    <a:pt x="1283148" y="923913"/>
                    <a:pt x="1283148" y="923913"/>
                  </a:cubicBezTo>
                  <a:lnTo>
                    <a:pt x="1283283" y="919573"/>
                  </a:lnTo>
                  <a:lnTo>
                    <a:pt x="1287355" y="921322"/>
                  </a:lnTo>
                  <a:cubicBezTo>
                    <a:pt x="1287355" y="921322"/>
                    <a:pt x="1290821" y="922634"/>
                    <a:pt x="1291427" y="922466"/>
                  </a:cubicBezTo>
                  <a:cubicBezTo>
                    <a:pt x="1292000" y="922332"/>
                    <a:pt x="1292000" y="920145"/>
                    <a:pt x="1292000" y="920145"/>
                  </a:cubicBezTo>
                  <a:lnTo>
                    <a:pt x="1291697" y="915805"/>
                  </a:lnTo>
                  <a:lnTo>
                    <a:pt x="1289947" y="912172"/>
                  </a:lnTo>
                  <a:lnTo>
                    <a:pt x="1289812" y="908708"/>
                  </a:lnTo>
                  <a:lnTo>
                    <a:pt x="1292000" y="907396"/>
                  </a:lnTo>
                  <a:lnTo>
                    <a:pt x="1296644" y="910726"/>
                  </a:lnTo>
                  <a:lnTo>
                    <a:pt x="1300851" y="914056"/>
                  </a:lnTo>
                  <a:cubicBezTo>
                    <a:pt x="1300851" y="914056"/>
                    <a:pt x="1307952" y="915200"/>
                    <a:pt x="1308827" y="915368"/>
                  </a:cubicBezTo>
                  <a:cubicBezTo>
                    <a:pt x="1309702" y="915503"/>
                    <a:pt x="1312596" y="918127"/>
                    <a:pt x="1313168" y="918261"/>
                  </a:cubicBezTo>
                  <a:cubicBezTo>
                    <a:pt x="1313740" y="918396"/>
                    <a:pt x="1316500" y="920145"/>
                    <a:pt x="1316500" y="920145"/>
                  </a:cubicBezTo>
                  <a:lnTo>
                    <a:pt x="1318957" y="918127"/>
                  </a:lnTo>
                  <a:lnTo>
                    <a:pt x="1322861" y="916108"/>
                  </a:lnTo>
                  <a:lnTo>
                    <a:pt x="1327068" y="914561"/>
                  </a:lnTo>
                  <a:lnTo>
                    <a:pt x="1328649" y="911769"/>
                  </a:lnTo>
                  <a:lnTo>
                    <a:pt x="1331981" y="908741"/>
                  </a:lnTo>
                  <a:cubicBezTo>
                    <a:pt x="1331981" y="908741"/>
                    <a:pt x="1336895" y="909885"/>
                    <a:pt x="1337770" y="910053"/>
                  </a:cubicBezTo>
                  <a:cubicBezTo>
                    <a:pt x="1338645" y="910188"/>
                    <a:pt x="1341236" y="910490"/>
                    <a:pt x="1341236" y="910490"/>
                  </a:cubicBezTo>
                  <a:cubicBezTo>
                    <a:pt x="1341236" y="910490"/>
                    <a:pt x="1344265" y="913686"/>
                    <a:pt x="1344871" y="913821"/>
                  </a:cubicBezTo>
                  <a:cubicBezTo>
                    <a:pt x="1345443" y="913955"/>
                    <a:pt x="1348775" y="914527"/>
                    <a:pt x="1350087" y="914595"/>
                  </a:cubicBezTo>
                  <a:cubicBezTo>
                    <a:pt x="1351400" y="914628"/>
                    <a:pt x="1354294" y="913081"/>
                    <a:pt x="1354732" y="912946"/>
                  </a:cubicBezTo>
                  <a:cubicBezTo>
                    <a:pt x="1355169" y="912812"/>
                    <a:pt x="1356616" y="912374"/>
                    <a:pt x="1357491" y="912374"/>
                  </a:cubicBezTo>
                  <a:cubicBezTo>
                    <a:pt x="1358366" y="912374"/>
                    <a:pt x="1361126" y="914393"/>
                    <a:pt x="1361833" y="914393"/>
                  </a:cubicBezTo>
                  <a:cubicBezTo>
                    <a:pt x="1362539" y="914393"/>
                    <a:pt x="1368631" y="914830"/>
                    <a:pt x="1368799" y="914393"/>
                  </a:cubicBezTo>
                  <a:cubicBezTo>
                    <a:pt x="1368934" y="913955"/>
                    <a:pt x="1371121" y="911062"/>
                    <a:pt x="1371121" y="911062"/>
                  </a:cubicBezTo>
                  <a:cubicBezTo>
                    <a:pt x="1371121" y="911062"/>
                    <a:pt x="1370246" y="906151"/>
                    <a:pt x="1369809" y="905983"/>
                  </a:cubicBezTo>
                  <a:cubicBezTo>
                    <a:pt x="1369371" y="905848"/>
                    <a:pt x="1368631" y="902350"/>
                    <a:pt x="1368631" y="902350"/>
                  </a:cubicBezTo>
                  <a:lnTo>
                    <a:pt x="1370078" y="897270"/>
                  </a:lnTo>
                  <a:lnTo>
                    <a:pt x="1369943" y="893805"/>
                  </a:lnTo>
                  <a:lnTo>
                    <a:pt x="1372703" y="890609"/>
                  </a:lnTo>
                  <a:lnTo>
                    <a:pt x="1375732" y="890609"/>
                  </a:lnTo>
                  <a:lnTo>
                    <a:pt x="1376876" y="889028"/>
                  </a:lnTo>
                  <a:lnTo>
                    <a:pt x="1374857" y="885563"/>
                  </a:lnTo>
                  <a:lnTo>
                    <a:pt x="1372535" y="883242"/>
                  </a:lnTo>
                  <a:cubicBezTo>
                    <a:pt x="1372535" y="883242"/>
                    <a:pt x="1368025" y="877894"/>
                    <a:pt x="1367756" y="877288"/>
                  </a:cubicBezTo>
                  <a:cubicBezTo>
                    <a:pt x="1367453" y="876716"/>
                    <a:pt x="1366612" y="871334"/>
                    <a:pt x="1366612" y="871334"/>
                  </a:cubicBezTo>
                  <a:lnTo>
                    <a:pt x="1365198" y="866591"/>
                  </a:lnTo>
                  <a:lnTo>
                    <a:pt x="1365434" y="862453"/>
                  </a:lnTo>
                  <a:lnTo>
                    <a:pt x="1365097" y="857575"/>
                  </a:lnTo>
                  <a:cubicBezTo>
                    <a:pt x="1365097" y="857575"/>
                    <a:pt x="1364895" y="855826"/>
                    <a:pt x="1364895" y="855523"/>
                  </a:cubicBezTo>
                  <a:cubicBezTo>
                    <a:pt x="1364895" y="855187"/>
                    <a:pt x="1364895" y="852799"/>
                    <a:pt x="1364996" y="852496"/>
                  </a:cubicBezTo>
                  <a:cubicBezTo>
                    <a:pt x="1365097" y="852193"/>
                    <a:pt x="1365333" y="849132"/>
                    <a:pt x="1365232" y="848594"/>
                  </a:cubicBezTo>
                  <a:cubicBezTo>
                    <a:pt x="1365131" y="848055"/>
                    <a:pt x="1365468" y="845532"/>
                    <a:pt x="1365468" y="845532"/>
                  </a:cubicBezTo>
                  <a:cubicBezTo>
                    <a:pt x="1365468" y="845532"/>
                    <a:pt x="1365905" y="843918"/>
                    <a:pt x="1365905" y="843245"/>
                  </a:cubicBezTo>
                  <a:cubicBezTo>
                    <a:pt x="1365905" y="842572"/>
                    <a:pt x="1366881" y="842168"/>
                    <a:pt x="1367655" y="841933"/>
                  </a:cubicBezTo>
                  <a:cubicBezTo>
                    <a:pt x="1368429" y="841731"/>
                    <a:pt x="1368968" y="841058"/>
                    <a:pt x="1369270" y="840957"/>
                  </a:cubicBezTo>
                  <a:cubicBezTo>
                    <a:pt x="1369607" y="840856"/>
                    <a:pt x="1371323" y="839645"/>
                    <a:pt x="1371323" y="839645"/>
                  </a:cubicBezTo>
                  <a:cubicBezTo>
                    <a:pt x="1371323" y="839645"/>
                    <a:pt x="1374150" y="839309"/>
                    <a:pt x="1374487" y="838872"/>
                  </a:cubicBezTo>
                  <a:cubicBezTo>
                    <a:pt x="1374823" y="838434"/>
                    <a:pt x="1378492" y="839107"/>
                    <a:pt x="1378828" y="838872"/>
                  </a:cubicBezTo>
                  <a:cubicBezTo>
                    <a:pt x="1379165" y="838670"/>
                    <a:pt x="1381554" y="838872"/>
                    <a:pt x="1381554" y="838872"/>
                  </a:cubicBezTo>
                  <a:lnTo>
                    <a:pt x="1383304" y="838098"/>
                  </a:lnTo>
                  <a:cubicBezTo>
                    <a:pt x="1383304" y="838098"/>
                    <a:pt x="1384617" y="835710"/>
                    <a:pt x="1384819" y="834835"/>
                  </a:cubicBezTo>
                  <a:cubicBezTo>
                    <a:pt x="1385021" y="833960"/>
                    <a:pt x="1385795" y="832346"/>
                    <a:pt x="1385795" y="832346"/>
                  </a:cubicBezTo>
                  <a:lnTo>
                    <a:pt x="1385526" y="829621"/>
                  </a:lnTo>
                  <a:close/>
                </a:path>
              </a:pathLst>
            </a:custGeom>
            <a:pattFill prst="ltVert">
              <a:fgClr>
                <a:srgbClr val="1E344D"/>
              </a:fgClr>
              <a:bgClr>
                <a:schemeClr val="bg1"/>
              </a:bgClr>
            </a:pattFill>
            <a:ln w="6350" cap="flat">
              <a:solidFill>
                <a:schemeClr val="bg1"/>
              </a:solidFill>
              <a:prstDash val="solid"/>
              <a:miter/>
            </a:ln>
          </p:spPr>
          <p:txBody>
            <a:bodyPr rtlCol="0" anchor="ctr"/>
            <a:lstStyle/>
            <a:p>
              <a:endParaRPr lang="en-US"/>
            </a:p>
          </p:txBody>
        </p:sp>
        <p:sp>
          <p:nvSpPr>
            <p:cNvPr id="191" name="Freeform 908">
              <a:extLst>
                <a:ext uri="{FF2B5EF4-FFF2-40B4-BE49-F238E27FC236}">
                  <a16:creationId xmlns:a16="http://schemas.microsoft.com/office/drawing/2014/main" id="{8F69510B-52ED-9865-FE7A-2DE9EC000953}"/>
                </a:ext>
              </a:extLst>
            </p:cNvPr>
            <p:cNvSpPr/>
            <p:nvPr/>
          </p:nvSpPr>
          <p:spPr>
            <a:xfrm>
              <a:off x="7125555" y="2850549"/>
              <a:ext cx="549716" cy="494528"/>
            </a:xfrm>
            <a:custGeom>
              <a:avLst/>
              <a:gdLst>
                <a:gd name="connsiteX0" fmla="*/ 1054161 w 1055399"/>
                <a:gd name="connsiteY0" fmla="*/ 318904 h 949444"/>
                <a:gd name="connsiteX1" fmla="*/ 1050089 w 1055399"/>
                <a:gd name="connsiteY1" fmla="*/ 315843 h 949444"/>
                <a:gd name="connsiteX2" fmla="*/ 1043728 w 1055399"/>
                <a:gd name="connsiteY2" fmla="*/ 312647 h 949444"/>
                <a:gd name="connsiteX3" fmla="*/ 1040700 w 1055399"/>
                <a:gd name="connsiteY3" fmla="*/ 311200 h 949444"/>
                <a:gd name="connsiteX4" fmla="*/ 1037065 w 1055399"/>
                <a:gd name="connsiteY4" fmla="*/ 309316 h 949444"/>
                <a:gd name="connsiteX5" fmla="*/ 1036190 w 1055399"/>
                <a:gd name="connsiteY5" fmla="*/ 306121 h 949444"/>
                <a:gd name="connsiteX6" fmla="*/ 1032858 w 1055399"/>
                <a:gd name="connsiteY6" fmla="*/ 303665 h 949444"/>
                <a:gd name="connsiteX7" fmla="*/ 1031478 w 1055399"/>
                <a:gd name="connsiteY7" fmla="*/ 302219 h 949444"/>
                <a:gd name="connsiteX8" fmla="*/ 1031411 w 1055399"/>
                <a:gd name="connsiteY8" fmla="*/ 298316 h 949444"/>
                <a:gd name="connsiteX9" fmla="*/ 1031411 w 1055399"/>
                <a:gd name="connsiteY9" fmla="*/ 292396 h 949444"/>
                <a:gd name="connsiteX10" fmla="*/ 1031276 w 1055399"/>
                <a:gd name="connsiteY10" fmla="*/ 290949 h 949444"/>
                <a:gd name="connsiteX11" fmla="*/ 1036190 w 1055399"/>
                <a:gd name="connsiteY11" fmla="*/ 290949 h 949444"/>
                <a:gd name="connsiteX12" fmla="*/ 1038815 w 1055399"/>
                <a:gd name="connsiteY12" fmla="*/ 294582 h 949444"/>
                <a:gd name="connsiteX13" fmla="*/ 1040397 w 1055399"/>
                <a:gd name="connsiteY13" fmla="*/ 293708 h 949444"/>
                <a:gd name="connsiteX14" fmla="*/ 1041103 w 1055399"/>
                <a:gd name="connsiteY14" fmla="*/ 287922 h 949444"/>
                <a:gd name="connsiteX15" fmla="*/ 1041406 w 1055399"/>
                <a:gd name="connsiteY15" fmla="*/ 285163 h 949444"/>
                <a:gd name="connsiteX16" fmla="*/ 1042854 w 1055399"/>
                <a:gd name="connsiteY16" fmla="*/ 284591 h 949444"/>
                <a:gd name="connsiteX17" fmla="*/ 1044435 w 1055399"/>
                <a:gd name="connsiteY17" fmla="*/ 284591 h 949444"/>
                <a:gd name="connsiteX18" fmla="*/ 1046185 w 1055399"/>
                <a:gd name="connsiteY18" fmla="*/ 284591 h 949444"/>
                <a:gd name="connsiteX19" fmla="*/ 1047060 w 1055399"/>
                <a:gd name="connsiteY19" fmla="*/ 282842 h 949444"/>
                <a:gd name="connsiteX20" fmla="*/ 1047060 w 1055399"/>
                <a:gd name="connsiteY20" fmla="*/ 281967 h 949444"/>
                <a:gd name="connsiteX21" fmla="*/ 1047363 w 1055399"/>
                <a:gd name="connsiteY21" fmla="*/ 278502 h 949444"/>
                <a:gd name="connsiteX22" fmla="*/ 1046219 w 1055399"/>
                <a:gd name="connsiteY22" fmla="*/ 278502 h 949444"/>
                <a:gd name="connsiteX23" fmla="*/ 1043897 w 1055399"/>
                <a:gd name="connsiteY23" fmla="*/ 276047 h 949444"/>
                <a:gd name="connsiteX24" fmla="*/ 1042147 w 1055399"/>
                <a:gd name="connsiteY24" fmla="*/ 275038 h 949444"/>
                <a:gd name="connsiteX25" fmla="*/ 1040834 w 1055399"/>
                <a:gd name="connsiteY25" fmla="*/ 273457 h 949444"/>
                <a:gd name="connsiteX26" fmla="*/ 1041406 w 1055399"/>
                <a:gd name="connsiteY26" fmla="*/ 271438 h 949444"/>
                <a:gd name="connsiteX27" fmla="*/ 1041709 w 1055399"/>
                <a:gd name="connsiteY27" fmla="*/ 269689 h 949444"/>
                <a:gd name="connsiteX28" fmla="*/ 1042147 w 1055399"/>
                <a:gd name="connsiteY28" fmla="*/ 267805 h 949444"/>
                <a:gd name="connsiteX29" fmla="*/ 1044469 w 1055399"/>
                <a:gd name="connsiteY29" fmla="*/ 265417 h 949444"/>
                <a:gd name="connsiteX30" fmla="*/ 1046219 w 1055399"/>
                <a:gd name="connsiteY30" fmla="*/ 263735 h 949444"/>
                <a:gd name="connsiteX31" fmla="*/ 1039051 w 1055399"/>
                <a:gd name="connsiteY31" fmla="*/ 263735 h 949444"/>
                <a:gd name="connsiteX32" fmla="*/ 1036223 w 1055399"/>
                <a:gd name="connsiteY32" fmla="*/ 263735 h 949444"/>
                <a:gd name="connsiteX33" fmla="*/ 1034709 w 1055399"/>
                <a:gd name="connsiteY33" fmla="*/ 263735 h 949444"/>
                <a:gd name="connsiteX34" fmla="*/ 1033194 w 1055399"/>
                <a:gd name="connsiteY34" fmla="*/ 261884 h 949444"/>
                <a:gd name="connsiteX35" fmla="*/ 1031445 w 1055399"/>
                <a:gd name="connsiteY35" fmla="*/ 260135 h 949444"/>
                <a:gd name="connsiteX36" fmla="*/ 1029594 w 1055399"/>
                <a:gd name="connsiteY36" fmla="*/ 259059 h 949444"/>
                <a:gd name="connsiteX37" fmla="*/ 1028180 w 1055399"/>
                <a:gd name="connsiteY37" fmla="*/ 259059 h 949444"/>
                <a:gd name="connsiteX38" fmla="*/ 1026868 w 1055399"/>
                <a:gd name="connsiteY38" fmla="*/ 259934 h 949444"/>
                <a:gd name="connsiteX39" fmla="*/ 1025218 w 1055399"/>
                <a:gd name="connsiteY39" fmla="*/ 261145 h 949444"/>
                <a:gd name="connsiteX40" fmla="*/ 1023267 w 1055399"/>
                <a:gd name="connsiteY40" fmla="*/ 262120 h 949444"/>
                <a:gd name="connsiteX41" fmla="*/ 1021415 w 1055399"/>
                <a:gd name="connsiteY41" fmla="*/ 262457 h 949444"/>
                <a:gd name="connsiteX42" fmla="*/ 1019766 w 1055399"/>
                <a:gd name="connsiteY42" fmla="*/ 262894 h 949444"/>
                <a:gd name="connsiteX43" fmla="*/ 1016939 w 1055399"/>
                <a:gd name="connsiteY43" fmla="*/ 263768 h 949444"/>
                <a:gd name="connsiteX44" fmla="*/ 1015189 w 1055399"/>
                <a:gd name="connsiteY44" fmla="*/ 263768 h 949444"/>
                <a:gd name="connsiteX45" fmla="*/ 1012362 w 1055399"/>
                <a:gd name="connsiteY45" fmla="*/ 262995 h 949444"/>
                <a:gd name="connsiteX46" fmla="*/ 1010074 w 1055399"/>
                <a:gd name="connsiteY46" fmla="*/ 262995 h 949444"/>
                <a:gd name="connsiteX47" fmla="*/ 1008425 w 1055399"/>
                <a:gd name="connsiteY47" fmla="*/ 262894 h 949444"/>
                <a:gd name="connsiteX48" fmla="*/ 1006136 w 1055399"/>
                <a:gd name="connsiteY48" fmla="*/ 263768 h 949444"/>
                <a:gd name="connsiteX49" fmla="*/ 1004521 w 1055399"/>
                <a:gd name="connsiteY49" fmla="*/ 264845 h 949444"/>
                <a:gd name="connsiteX50" fmla="*/ 1003309 w 1055399"/>
                <a:gd name="connsiteY50" fmla="*/ 267334 h 949444"/>
                <a:gd name="connsiteX51" fmla="*/ 1003410 w 1055399"/>
                <a:gd name="connsiteY51" fmla="*/ 269285 h 949444"/>
                <a:gd name="connsiteX52" fmla="*/ 1003074 w 1055399"/>
                <a:gd name="connsiteY52" fmla="*/ 272111 h 949444"/>
                <a:gd name="connsiteX53" fmla="*/ 1001324 w 1055399"/>
                <a:gd name="connsiteY53" fmla="*/ 274163 h 949444"/>
                <a:gd name="connsiteX54" fmla="*/ 999372 w 1055399"/>
                <a:gd name="connsiteY54" fmla="*/ 275677 h 949444"/>
                <a:gd name="connsiteX55" fmla="*/ 997083 w 1055399"/>
                <a:gd name="connsiteY55" fmla="*/ 275677 h 949444"/>
                <a:gd name="connsiteX56" fmla="*/ 994997 w 1055399"/>
                <a:gd name="connsiteY56" fmla="*/ 273490 h 949444"/>
                <a:gd name="connsiteX57" fmla="*/ 992809 w 1055399"/>
                <a:gd name="connsiteY57" fmla="*/ 270227 h 949444"/>
                <a:gd name="connsiteX58" fmla="*/ 991093 w 1055399"/>
                <a:gd name="connsiteY58" fmla="*/ 267738 h 949444"/>
                <a:gd name="connsiteX59" fmla="*/ 988804 w 1055399"/>
                <a:gd name="connsiteY59" fmla="*/ 266325 h 949444"/>
                <a:gd name="connsiteX60" fmla="*/ 987290 w 1055399"/>
                <a:gd name="connsiteY60" fmla="*/ 263701 h 949444"/>
                <a:gd name="connsiteX61" fmla="*/ 984362 w 1055399"/>
                <a:gd name="connsiteY61" fmla="*/ 262826 h 949444"/>
                <a:gd name="connsiteX62" fmla="*/ 979785 w 1055399"/>
                <a:gd name="connsiteY62" fmla="*/ 260875 h 949444"/>
                <a:gd name="connsiteX63" fmla="*/ 979246 w 1055399"/>
                <a:gd name="connsiteY63" fmla="*/ 257949 h 949444"/>
                <a:gd name="connsiteX64" fmla="*/ 979347 w 1055399"/>
                <a:gd name="connsiteY64" fmla="*/ 255762 h 949444"/>
                <a:gd name="connsiteX65" fmla="*/ 978708 w 1055399"/>
                <a:gd name="connsiteY65" fmla="*/ 254013 h 949444"/>
                <a:gd name="connsiteX66" fmla="*/ 978607 w 1055399"/>
                <a:gd name="connsiteY66" fmla="*/ 250851 h 949444"/>
                <a:gd name="connsiteX67" fmla="*/ 975780 w 1055399"/>
                <a:gd name="connsiteY67" fmla="*/ 248563 h 949444"/>
                <a:gd name="connsiteX68" fmla="*/ 975780 w 1055399"/>
                <a:gd name="connsiteY68" fmla="*/ 247150 h 949444"/>
                <a:gd name="connsiteX69" fmla="*/ 973491 w 1055399"/>
                <a:gd name="connsiteY69" fmla="*/ 245401 h 949444"/>
                <a:gd name="connsiteX70" fmla="*/ 970765 w 1055399"/>
                <a:gd name="connsiteY70" fmla="*/ 244190 h 949444"/>
                <a:gd name="connsiteX71" fmla="*/ 966727 w 1055399"/>
                <a:gd name="connsiteY71" fmla="*/ 244089 h 949444"/>
                <a:gd name="connsiteX72" fmla="*/ 963361 w 1055399"/>
                <a:gd name="connsiteY72" fmla="*/ 244527 h 949444"/>
                <a:gd name="connsiteX73" fmla="*/ 961948 w 1055399"/>
                <a:gd name="connsiteY73" fmla="*/ 247016 h 949444"/>
                <a:gd name="connsiteX74" fmla="*/ 959154 w 1055399"/>
                <a:gd name="connsiteY74" fmla="*/ 247991 h 949444"/>
                <a:gd name="connsiteX75" fmla="*/ 955688 w 1055399"/>
                <a:gd name="connsiteY75" fmla="*/ 247991 h 949444"/>
                <a:gd name="connsiteX76" fmla="*/ 953400 w 1055399"/>
                <a:gd name="connsiteY76" fmla="*/ 247991 h 949444"/>
                <a:gd name="connsiteX77" fmla="*/ 951649 w 1055399"/>
                <a:gd name="connsiteY77" fmla="*/ 245704 h 949444"/>
                <a:gd name="connsiteX78" fmla="*/ 950236 w 1055399"/>
                <a:gd name="connsiteY78" fmla="*/ 242676 h 949444"/>
                <a:gd name="connsiteX79" fmla="*/ 949361 w 1055399"/>
                <a:gd name="connsiteY79" fmla="*/ 241465 h 949444"/>
                <a:gd name="connsiteX80" fmla="*/ 948385 w 1055399"/>
                <a:gd name="connsiteY80" fmla="*/ 240591 h 949444"/>
                <a:gd name="connsiteX81" fmla="*/ 947847 w 1055399"/>
                <a:gd name="connsiteY81" fmla="*/ 239615 h 949444"/>
                <a:gd name="connsiteX82" fmla="*/ 948284 w 1055399"/>
                <a:gd name="connsiteY82" fmla="*/ 235713 h 949444"/>
                <a:gd name="connsiteX83" fmla="*/ 950000 w 1055399"/>
                <a:gd name="connsiteY83" fmla="*/ 233762 h 949444"/>
                <a:gd name="connsiteX84" fmla="*/ 950438 w 1055399"/>
                <a:gd name="connsiteY84" fmla="*/ 231474 h 949444"/>
                <a:gd name="connsiteX85" fmla="*/ 949125 w 1055399"/>
                <a:gd name="connsiteY85" fmla="*/ 228447 h 949444"/>
                <a:gd name="connsiteX86" fmla="*/ 945760 w 1055399"/>
                <a:gd name="connsiteY86" fmla="*/ 228447 h 949444"/>
                <a:gd name="connsiteX87" fmla="*/ 941519 w 1055399"/>
                <a:gd name="connsiteY87" fmla="*/ 228548 h 949444"/>
                <a:gd name="connsiteX88" fmla="*/ 940544 w 1055399"/>
                <a:gd name="connsiteY88" fmla="*/ 229624 h 949444"/>
                <a:gd name="connsiteX89" fmla="*/ 939231 w 1055399"/>
                <a:gd name="connsiteY89" fmla="*/ 231912 h 949444"/>
                <a:gd name="connsiteX90" fmla="*/ 937481 w 1055399"/>
                <a:gd name="connsiteY90" fmla="*/ 232887 h 949444"/>
                <a:gd name="connsiteX91" fmla="*/ 936741 w 1055399"/>
                <a:gd name="connsiteY91" fmla="*/ 234199 h 949444"/>
                <a:gd name="connsiteX92" fmla="*/ 935664 w 1055399"/>
                <a:gd name="connsiteY92" fmla="*/ 234973 h 949444"/>
                <a:gd name="connsiteX93" fmla="*/ 935664 w 1055399"/>
                <a:gd name="connsiteY93" fmla="*/ 237698 h 949444"/>
                <a:gd name="connsiteX94" fmla="*/ 935933 w 1055399"/>
                <a:gd name="connsiteY94" fmla="*/ 239548 h 949444"/>
                <a:gd name="connsiteX95" fmla="*/ 934789 w 1055399"/>
                <a:gd name="connsiteY95" fmla="*/ 241499 h 949444"/>
                <a:gd name="connsiteX96" fmla="*/ 933274 w 1055399"/>
                <a:gd name="connsiteY96" fmla="*/ 241499 h 949444"/>
                <a:gd name="connsiteX97" fmla="*/ 930010 w 1055399"/>
                <a:gd name="connsiteY97" fmla="*/ 240961 h 949444"/>
                <a:gd name="connsiteX98" fmla="*/ 927418 w 1055399"/>
                <a:gd name="connsiteY98" fmla="*/ 240422 h 949444"/>
                <a:gd name="connsiteX99" fmla="*/ 925130 w 1055399"/>
                <a:gd name="connsiteY99" fmla="*/ 238370 h 949444"/>
                <a:gd name="connsiteX100" fmla="*/ 924894 w 1055399"/>
                <a:gd name="connsiteY100" fmla="*/ 235343 h 949444"/>
                <a:gd name="connsiteX101" fmla="*/ 924120 w 1055399"/>
                <a:gd name="connsiteY101" fmla="*/ 233156 h 949444"/>
                <a:gd name="connsiteX102" fmla="*/ 918904 w 1055399"/>
                <a:gd name="connsiteY102" fmla="*/ 230566 h 949444"/>
                <a:gd name="connsiteX103" fmla="*/ 916615 w 1055399"/>
                <a:gd name="connsiteY103" fmla="*/ 229489 h 949444"/>
                <a:gd name="connsiteX104" fmla="*/ 914327 w 1055399"/>
                <a:gd name="connsiteY104" fmla="*/ 226462 h 949444"/>
                <a:gd name="connsiteX105" fmla="*/ 914428 w 1055399"/>
                <a:gd name="connsiteY105" fmla="*/ 223636 h 949444"/>
                <a:gd name="connsiteX106" fmla="*/ 915303 w 1055399"/>
                <a:gd name="connsiteY106" fmla="*/ 221584 h 949444"/>
                <a:gd name="connsiteX107" fmla="*/ 916278 w 1055399"/>
                <a:gd name="connsiteY107" fmla="*/ 219398 h 949444"/>
                <a:gd name="connsiteX108" fmla="*/ 918029 w 1055399"/>
                <a:gd name="connsiteY108" fmla="*/ 217985 h 949444"/>
                <a:gd name="connsiteX109" fmla="*/ 918365 w 1055399"/>
                <a:gd name="connsiteY109" fmla="*/ 214183 h 949444"/>
                <a:gd name="connsiteX110" fmla="*/ 919880 w 1055399"/>
                <a:gd name="connsiteY110" fmla="*/ 212569 h 949444"/>
                <a:gd name="connsiteX111" fmla="*/ 920418 w 1055399"/>
                <a:gd name="connsiteY111" fmla="*/ 209407 h 949444"/>
                <a:gd name="connsiteX112" fmla="*/ 919005 w 1055399"/>
                <a:gd name="connsiteY112" fmla="*/ 207355 h 949444"/>
                <a:gd name="connsiteX113" fmla="*/ 917389 w 1055399"/>
                <a:gd name="connsiteY113" fmla="*/ 206480 h 949444"/>
                <a:gd name="connsiteX114" fmla="*/ 914226 w 1055399"/>
                <a:gd name="connsiteY114" fmla="*/ 206379 h 949444"/>
                <a:gd name="connsiteX115" fmla="*/ 910961 w 1055399"/>
                <a:gd name="connsiteY115" fmla="*/ 207792 h 949444"/>
                <a:gd name="connsiteX116" fmla="*/ 909783 w 1055399"/>
                <a:gd name="connsiteY116" fmla="*/ 209306 h 949444"/>
                <a:gd name="connsiteX117" fmla="*/ 907596 w 1055399"/>
                <a:gd name="connsiteY117" fmla="*/ 209642 h 949444"/>
                <a:gd name="connsiteX118" fmla="*/ 906081 w 1055399"/>
                <a:gd name="connsiteY118" fmla="*/ 209844 h 949444"/>
                <a:gd name="connsiteX119" fmla="*/ 904028 w 1055399"/>
                <a:gd name="connsiteY119" fmla="*/ 209945 h 949444"/>
                <a:gd name="connsiteX120" fmla="*/ 902177 w 1055399"/>
                <a:gd name="connsiteY120" fmla="*/ 210382 h 949444"/>
                <a:gd name="connsiteX121" fmla="*/ 899249 w 1055399"/>
                <a:gd name="connsiteY121" fmla="*/ 210483 h 949444"/>
                <a:gd name="connsiteX122" fmla="*/ 895345 w 1055399"/>
                <a:gd name="connsiteY122" fmla="*/ 209710 h 949444"/>
                <a:gd name="connsiteX123" fmla="*/ 892855 w 1055399"/>
                <a:gd name="connsiteY123" fmla="*/ 209609 h 949444"/>
                <a:gd name="connsiteX124" fmla="*/ 889692 w 1055399"/>
                <a:gd name="connsiteY124" fmla="*/ 209272 h 949444"/>
                <a:gd name="connsiteX125" fmla="*/ 888513 w 1055399"/>
                <a:gd name="connsiteY125" fmla="*/ 207960 h 949444"/>
                <a:gd name="connsiteX126" fmla="*/ 886999 w 1055399"/>
                <a:gd name="connsiteY126" fmla="*/ 204697 h 949444"/>
                <a:gd name="connsiteX127" fmla="*/ 883936 w 1055399"/>
                <a:gd name="connsiteY127" fmla="*/ 203520 h 949444"/>
                <a:gd name="connsiteX128" fmla="*/ 881984 w 1055399"/>
                <a:gd name="connsiteY128" fmla="*/ 202881 h 949444"/>
                <a:gd name="connsiteX129" fmla="*/ 880033 w 1055399"/>
                <a:gd name="connsiteY129" fmla="*/ 204092 h 949444"/>
                <a:gd name="connsiteX130" fmla="*/ 877407 w 1055399"/>
                <a:gd name="connsiteY130" fmla="*/ 205303 h 949444"/>
                <a:gd name="connsiteX131" fmla="*/ 875119 w 1055399"/>
                <a:gd name="connsiteY131" fmla="*/ 206951 h 949444"/>
                <a:gd name="connsiteX132" fmla="*/ 873706 w 1055399"/>
                <a:gd name="connsiteY132" fmla="*/ 207388 h 949444"/>
                <a:gd name="connsiteX133" fmla="*/ 871215 w 1055399"/>
                <a:gd name="connsiteY133" fmla="*/ 207927 h 949444"/>
                <a:gd name="connsiteX134" fmla="*/ 868052 w 1055399"/>
                <a:gd name="connsiteY134" fmla="*/ 208566 h 949444"/>
                <a:gd name="connsiteX135" fmla="*/ 865763 w 1055399"/>
                <a:gd name="connsiteY135" fmla="*/ 210517 h 949444"/>
                <a:gd name="connsiteX136" fmla="*/ 864249 w 1055399"/>
                <a:gd name="connsiteY136" fmla="*/ 212703 h 949444"/>
                <a:gd name="connsiteX137" fmla="*/ 862499 w 1055399"/>
                <a:gd name="connsiteY137" fmla="*/ 213343 h 949444"/>
                <a:gd name="connsiteX138" fmla="*/ 860311 w 1055399"/>
                <a:gd name="connsiteY138" fmla="*/ 214856 h 949444"/>
                <a:gd name="connsiteX139" fmla="*/ 857585 w 1055399"/>
                <a:gd name="connsiteY139" fmla="*/ 215731 h 949444"/>
                <a:gd name="connsiteX140" fmla="*/ 856508 w 1055399"/>
                <a:gd name="connsiteY140" fmla="*/ 216807 h 949444"/>
                <a:gd name="connsiteX141" fmla="*/ 854018 w 1055399"/>
                <a:gd name="connsiteY141" fmla="*/ 216807 h 949444"/>
                <a:gd name="connsiteX142" fmla="*/ 852806 w 1055399"/>
                <a:gd name="connsiteY142" fmla="*/ 214756 h 949444"/>
                <a:gd name="connsiteX143" fmla="*/ 848667 w 1055399"/>
                <a:gd name="connsiteY143" fmla="*/ 211593 h 949444"/>
                <a:gd name="connsiteX144" fmla="*/ 845503 w 1055399"/>
                <a:gd name="connsiteY144" fmla="*/ 211593 h 949444"/>
                <a:gd name="connsiteX145" fmla="*/ 842339 w 1055399"/>
                <a:gd name="connsiteY145" fmla="*/ 210719 h 949444"/>
                <a:gd name="connsiteX146" fmla="*/ 837998 w 1055399"/>
                <a:gd name="connsiteY146" fmla="*/ 208431 h 949444"/>
                <a:gd name="connsiteX147" fmla="*/ 836147 w 1055399"/>
                <a:gd name="connsiteY147" fmla="*/ 207220 h 949444"/>
                <a:gd name="connsiteX148" fmla="*/ 833118 w 1055399"/>
                <a:gd name="connsiteY148" fmla="*/ 205807 h 949444"/>
                <a:gd name="connsiteX149" fmla="*/ 829214 w 1055399"/>
                <a:gd name="connsiteY149" fmla="*/ 204495 h 949444"/>
                <a:gd name="connsiteX150" fmla="*/ 825950 w 1055399"/>
                <a:gd name="connsiteY150" fmla="*/ 203217 h 949444"/>
                <a:gd name="connsiteX151" fmla="*/ 824738 w 1055399"/>
                <a:gd name="connsiteY151" fmla="*/ 202208 h 949444"/>
                <a:gd name="connsiteX152" fmla="*/ 824637 w 1055399"/>
                <a:gd name="connsiteY152" fmla="*/ 199180 h 949444"/>
                <a:gd name="connsiteX153" fmla="*/ 825613 w 1055399"/>
                <a:gd name="connsiteY153" fmla="*/ 197128 h 949444"/>
                <a:gd name="connsiteX154" fmla="*/ 827902 w 1055399"/>
                <a:gd name="connsiteY154" fmla="*/ 195715 h 949444"/>
                <a:gd name="connsiteX155" fmla="*/ 828878 w 1055399"/>
                <a:gd name="connsiteY155" fmla="*/ 194639 h 949444"/>
                <a:gd name="connsiteX156" fmla="*/ 828339 w 1055399"/>
                <a:gd name="connsiteY156" fmla="*/ 191712 h 949444"/>
                <a:gd name="connsiteX157" fmla="*/ 827027 w 1055399"/>
                <a:gd name="connsiteY157" fmla="*/ 190198 h 949444"/>
                <a:gd name="connsiteX158" fmla="*/ 820397 w 1055399"/>
                <a:gd name="connsiteY158" fmla="*/ 189660 h 949444"/>
                <a:gd name="connsiteX159" fmla="*/ 817805 w 1055399"/>
                <a:gd name="connsiteY159" fmla="*/ 189223 h 949444"/>
                <a:gd name="connsiteX160" fmla="*/ 810401 w 1055399"/>
                <a:gd name="connsiteY160" fmla="*/ 190535 h 949444"/>
                <a:gd name="connsiteX161" fmla="*/ 807574 w 1055399"/>
                <a:gd name="connsiteY161" fmla="*/ 192284 h 949444"/>
                <a:gd name="connsiteX162" fmla="*/ 805622 w 1055399"/>
                <a:gd name="connsiteY162" fmla="*/ 191847 h 949444"/>
                <a:gd name="connsiteX163" fmla="*/ 802358 w 1055399"/>
                <a:gd name="connsiteY163" fmla="*/ 190098 h 949444"/>
                <a:gd name="connsiteX164" fmla="*/ 800608 w 1055399"/>
                <a:gd name="connsiteY164" fmla="*/ 192486 h 949444"/>
                <a:gd name="connsiteX165" fmla="*/ 798858 w 1055399"/>
                <a:gd name="connsiteY165" fmla="*/ 194437 h 949444"/>
                <a:gd name="connsiteX166" fmla="*/ 796704 w 1055399"/>
                <a:gd name="connsiteY166" fmla="*/ 196826 h 949444"/>
                <a:gd name="connsiteX167" fmla="*/ 793002 w 1055399"/>
                <a:gd name="connsiteY167" fmla="*/ 199012 h 949444"/>
                <a:gd name="connsiteX168" fmla="*/ 787987 w 1055399"/>
                <a:gd name="connsiteY168" fmla="*/ 201838 h 949444"/>
                <a:gd name="connsiteX169" fmla="*/ 783410 w 1055399"/>
                <a:gd name="connsiteY169" fmla="*/ 202914 h 949444"/>
                <a:gd name="connsiteX170" fmla="*/ 778429 w 1055399"/>
                <a:gd name="connsiteY170" fmla="*/ 202914 h 949444"/>
                <a:gd name="connsiteX171" fmla="*/ 774290 w 1055399"/>
                <a:gd name="connsiteY171" fmla="*/ 202914 h 949444"/>
                <a:gd name="connsiteX172" fmla="*/ 770823 w 1055399"/>
                <a:gd name="connsiteY172" fmla="*/ 198777 h 949444"/>
                <a:gd name="connsiteX173" fmla="*/ 767795 w 1055399"/>
                <a:gd name="connsiteY173" fmla="*/ 195951 h 949444"/>
                <a:gd name="connsiteX174" fmla="*/ 762141 w 1055399"/>
                <a:gd name="connsiteY174" fmla="*/ 195951 h 949444"/>
                <a:gd name="connsiteX175" fmla="*/ 761602 w 1055399"/>
                <a:gd name="connsiteY175" fmla="*/ 197801 h 949444"/>
                <a:gd name="connsiteX176" fmla="*/ 759112 w 1055399"/>
                <a:gd name="connsiteY176" fmla="*/ 199550 h 949444"/>
                <a:gd name="connsiteX177" fmla="*/ 757362 w 1055399"/>
                <a:gd name="connsiteY177" fmla="*/ 202174 h 949444"/>
                <a:gd name="connsiteX178" fmla="*/ 754434 w 1055399"/>
                <a:gd name="connsiteY178" fmla="*/ 205202 h 949444"/>
                <a:gd name="connsiteX179" fmla="*/ 751371 w 1055399"/>
                <a:gd name="connsiteY179" fmla="*/ 209878 h 949444"/>
                <a:gd name="connsiteX180" fmla="*/ 747366 w 1055399"/>
                <a:gd name="connsiteY180" fmla="*/ 211392 h 949444"/>
                <a:gd name="connsiteX181" fmla="*/ 741073 w 1055399"/>
                <a:gd name="connsiteY181" fmla="*/ 207792 h 949444"/>
                <a:gd name="connsiteX182" fmla="*/ 739558 w 1055399"/>
                <a:gd name="connsiteY182" fmla="*/ 208869 h 949444"/>
                <a:gd name="connsiteX183" fmla="*/ 738919 w 1055399"/>
                <a:gd name="connsiteY183" fmla="*/ 210517 h 949444"/>
                <a:gd name="connsiteX184" fmla="*/ 736630 w 1055399"/>
                <a:gd name="connsiteY184" fmla="*/ 213343 h 949444"/>
                <a:gd name="connsiteX185" fmla="*/ 733366 w 1055399"/>
                <a:gd name="connsiteY185" fmla="*/ 213343 h 949444"/>
                <a:gd name="connsiteX186" fmla="*/ 730236 w 1055399"/>
                <a:gd name="connsiteY186" fmla="*/ 211291 h 949444"/>
                <a:gd name="connsiteX187" fmla="*/ 726534 w 1055399"/>
                <a:gd name="connsiteY187" fmla="*/ 210214 h 949444"/>
                <a:gd name="connsiteX188" fmla="*/ 724044 w 1055399"/>
                <a:gd name="connsiteY188" fmla="*/ 210416 h 949444"/>
                <a:gd name="connsiteX189" fmla="*/ 722630 w 1055399"/>
                <a:gd name="connsiteY189" fmla="*/ 212468 h 949444"/>
                <a:gd name="connsiteX190" fmla="*/ 715664 w 1055399"/>
                <a:gd name="connsiteY190" fmla="*/ 212468 h 949444"/>
                <a:gd name="connsiteX191" fmla="*/ 710885 w 1055399"/>
                <a:gd name="connsiteY191" fmla="*/ 210853 h 949444"/>
                <a:gd name="connsiteX192" fmla="*/ 708159 w 1055399"/>
                <a:gd name="connsiteY192" fmla="*/ 209104 h 949444"/>
                <a:gd name="connsiteX193" fmla="*/ 703380 w 1055399"/>
                <a:gd name="connsiteY193" fmla="*/ 207153 h 949444"/>
                <a:gd name="connsiteX194" fmla="*/ 700452 w 1055399"/>
                <a:gd name="connsiteY194" fmla="*/ 208028 h 949444"/>
                <a:gd name="connsiteX195" fmla="*/ 697524 w 1055399"/>
                <a:gd name="connsiteY195" fmla="*/ 208028 h 949444"/>
                <a:gd name="connsiteX196" fmla="*/ 693620 w 1055399"/>
                <a:gd name="connsiteY196" fmla="*/ 206177 h 949444"/>
                <a:gd name="connsiteX197" fmla="*/ 691432 w 1055399"/>
                <a:gd name="connsiteY197" fmla="*/ 203688 h 949444"/>
                <a:gd name="connsiteX198" fmla="*/ 689480 w 1055399"/>
                <a:gd name="connsiteY198" fmla="*/ 201737 h 949444"/>
                <a:gd name="connsiteX199" fmla="*/ 687192 w 1055399"/>
                <a:gd name="connsiteY199" fmla="*/ 199449 h 949444"/>
                <a:gd name="connsiteX200" fmla="*/ 683826 w 1055399"/>
                <a:gd name="connsiteY200" fmla="*/ 197599 h 949444"/>
                <a:gd name="connsiteX201" fmla="*/ 680360 w 1055399"/>
                <a:gd name="connsiteY201" fmla="*/ 196186 h 949444"/>
                <a:gd name="connsiteX202" fmla="*/ 676119 w 1055399"/>
                <a:gd name="connsiteY202" fmla="*/ 194774 h 949444"/>
                <a:gd name="connsiteX203" fmla="*/ 671879 w 1055399"/>
                <a:gd name="connsiteY203" fmla="*/ 192486 h 949444"/>
                <a:gd name="connsiteX204" fmla="*/ 669590 w 1055399"/>
                <a:gd name="connsiteY204" fmla="*/ 191510 h 949444"/>
                <a:gd name="connsiteX205" fmla="*/ 665114 w 1055399"/>
                <a:gd name="connsiteY205" fmla="*/ 189458 h 949444"/>
                <a:gd name="connsiteX206" fmla="*/ 663061 w 1055399"/>
                <a:gd name="connsiteY206" fmla="*/ 187844 h 949444"/>
                <a:gd name="connsiteX207" fmla="*/ 660571 w 1055399"/>
                <a:gd name="connsiteY207" fmla="*/ 186229 h 949444"/>
                <a:gd name="connsiteX208" fmla="*/ 656869 w 1055399"/>
                <a:gd name="connsiteY208" fmla="*/ 182966 h 949444"/>
                <a:gd name="connsiteX209" fmla="*/ 654379 w 1055399"/>
                <a:gd name="connsiteY209" fmla="*/ 179602 h 949444"/>
                <a:gd name="connsiteX210" fmla="*/ 653941 w 1055399"/>
                <a:gd name="connsiteY210" fmla="*/ 178088 h 949444"/>
                <a:gd name="connsiteX211" fmla="*/ 653605 w 1055399"/>
                <a:gd name="connsiteY211" fmla="*/ 175801 h 949444"/>
                <a:gd name="connsiteX212" fmla="*/ 654379 w 1055399"/>
                <a:gd name="connsiteY212" fmla="*/ 173614 h 949444"/>
                <a:gd name="connsiteX213" fmla="*/ 658619 w 1055399"/>
                <a:gd name="connsiteY213" fmla="*/ 172437 h 949444"/>
                <a:gd name="connsiteX214" fmla="*/ 661884 w 1055399"/>
                <a:gd name="connsiteY214" fmla="*/ 170687 h 949444"/>
                <a:gd name="connsiteX215" fmla="*/ 665485 w 1055399"/>
                <a:gd name="connsiteY215" fmla="*/ 169712 h 949444"/>
                <a:gd name="connsiteX216" fmla="*/ 667100 w 1055399"/>
                <a:gd name="connsiteY216" fmla="*/ 166684 h 949444"/>
                <a:gd name="connsiteX217" fmla="*/ 667538 w 1055399"/>
                <a:gd name="connsiteY217" fmla="*/ 161807 h 949444"/>
                <a:gd name="connsiteX218" fmla="*/ 665485 w 1055399"/>
                <a:gd name="connsiteY218" fmla="*/ 159317 h 949444"/>
                <a:gd name="connsiteX219" fmla="*/ 663196 w 1055399"/>
                <a:gd name="connsiteY219" fmla="*/ 158779 h 949444"/>
                <a:gd name="connsiteX220" fmla="*/ 661984 w 1055399"/>
                <a:gd name="connsiteY220" fmla="*/ 156391 h 949444"/>
                <a:gd name="connsiteX221" fmla="*/ 664172 w 1055399"/>
                <a:gd name="connsiteY221" fmla="*/ 154540 h 949444"/>
                <a:gd name="connsiteX222" fmla="*/ 664273 w 1055399"/>
                <a:gd name="connsiteY222" fmla="*/ 150739 h 949444"/>
                <a:gd name="connsiteX223" fmla="*/ 664071 w 1055399"/>
                <a:gd name="connsiteY223" fmla="*/ 145626 h 949444"/>
                <a:gd name="connsiteX224" fmla="*/ 662759 w 1055399"/>
                <a:gd name="connsiteY224" fmla="*/ 142161 h 949444"/>
                <a:gd name="connsiteX225" fmla="*/ 665047 w 1055399"/>
                <a:gd name="connsiteY225" fmla="*/ 137048 h 949444"/>
                <a:gd name="connsiteX226" fmla="*/ 669624 w 1055399"/>
                <a:gd name="connsiteY226" fmla="*/ 135063 h 949444"/>
                <a:gd name="connsiteX227" fmla="*/ 672990 w 1055399"/>
                <a:gd name="connsiteY227" fmla="*/ 133045 h 949444"/>
                <a:gd name="connsiteX228" fmla="*/ 675177 w 1055399"/>
                <a:gd name="connsiteY228" fmla="*/ 130455 h 949444"/>
                <a:gd name="connsiteX229" fmla="*/ 673764 w 1055399"/>
                <a:gd name="connsiteY229" fmla="*/ 126216 h 949444"/>
                <a:gd name="connsiteX230" fmla="*/ 671475 w 1055399"/>
                <a:gd name="connsiteY230" fmla="*/ 125341 h 949444"/>
                <a:gd name="connsiteX231" fmla="*/ 668009 w 1055399"/>
                <a:gd name="connsiteY231" fmla="*/ 125543 h 949444"/>
                <a:gd name="connsiteX232" fmla="*/ 663230 w 1055399"/>
                <a:gd name="connsiteY232" fmla="*/ 125005 h 949444"/>
                <a:gd name="connsiteX233" fmla="*/ 660302 w 1055399"/>
                <a:gd name="connsiteY233" fmla="*/ 123491 h 949444"/>
                <a:gd name="connsiteX234" fmla="*/ 657037 w 1055399"/>
                <a:gd name="connsiteY234" fmla="*/ 122179 h 949444"/>
                <a:gd name="connsiteX235" fmla="*/ 655388 w 1055399"/>
                <a:gd name="connsiteY235" fmla="*/ 120565 h 949444"/>
                <a:gd name="connsiteX236" fmla="*/ 654076 w 1055399"/>
                <a:gd name="connsiteY236" fmla="*/ 116763 h 949444"/>
                <a:gd name="connsiteX237" fmla="*/ 652225 w 1055399"/>
                <a:gd name="connsiteY237" fmla="*/ 111986 h 949444"/>
                <a:gd name="connsiteX238" fmla="*/ 650037 w 1055399"/>
                <a:gd name="connsiteY238" fmla="*/ 107210 h 949444"/>
                <a:gd name="connsiteX239" fmla="*/ 648186 w 1055399"/>
                <a:gd name="connsiteY239" fmla="*/ 101995 h 949444"/>
                <a:gd name="connsiteX240" fmla="*/ 646537 w 1055399"/>
                <a:gd name="connsiteY240" fmla="*/ 96781 h 949444"/>
                <a:gd name="connsiteX241" fmla="*/ 645898 w 1055399"/>
                <a:gd name="connsiteY241" fmla="*/ 93955 h 949444"/>
                <a:gd name="connsiteX242" fmla="*/ 645258 w 1055399"/>
                <a:gd name="connsiteY242" fmla="*/ 92341 h 949444"/>
                <a:gd name="connsiteX243" fmla="*/ 642970 w 1055399"/>
                <a:gd name="connsiteY243" fmla="*/ 89515 h 949444"/>
                <a:gd name="connsiteX244" fmla="*/ 641119 w 1055399"/>
                <a:gd name="connsiteY244" fmla="*/ 88001 h 949444"/>
                <a:gd name="connsiteX245" fmla="*/ 638729 w 1055399"/>
                <a:gd name="connsiteY245" fmla="*/ 86488 h 949444"/>
                <a:gd name="connsiteX246" fmla="*/ 636542 w 1055399"/>
                <a:gd name="connsiteY246" fmla="*/ 85714 h 949444"/>
                <a:gd name="connsiteX247" fmla="*/ 634253 w 1055399"/>
                <a:gd name="connsiteY247" fmla="*/ 84940 h 949444"/>
                <a:gd name="connsiteX248" fmla="*/ 632234 w 1055399"/>
                <a:gd name="connsiteY248" fmla="*/ 83124 h 949444"/>
                <a:gd name="connsiteX249" fmla="*/ 628767 w 1055399"/>
                <a:gd name="connsiteY249" fmla="*/ 83124 h 949444"/>
                <a:gd name="connsiteX250" fmla="*/ 626479 w 1055399"/>
                <a:gd name="connsiteY250" fmla="*/ 83124 h 949444"/>
                <a:gd name="connsiteX251" fmla="*/ 623989 w 1055399"/>
                <a:gd name="connsiteY251" fmla="*/ 83224 h 949444"/>
                <a:gd name="connsiteX252" fmla="*/ 620286 w 1055399"/>
                <a:gd name="connsiteY252" fmla="*/ 83561 h 949444"/>
                <a:gd name="connsiteX253" fmla="*/ 613657 w 1055399"/>
                <a:gd name="connsiteY253" fmla="*/ 83763 h 949444"/>
                <a:gd name="connsiteX254" fmla="*/ 611906 w 1055399"/>
                <a:gd name="connsiteY254" fmla="*/ 83864 h 949444"/>
                <a:gd name="connsiteX255" fmla="*/ 609315 w 1055399"/>
                <a:gd name="connsiteY255" fmla="*/ 83426 h 949444"/>
                <a:gd name="connsiteX256" fmla="*/ 605950 w 1055399"/>
                <a:gd name="connsiteY256" fmla="*/ 81912 h 949444"/>
                <a:gd name="connsiteX257" fmla="*/ 600632 w 1055399"/>
                <a:gd name="connsiteY257" fmla="*/ 80836 h 949444"/>
                <a:gd name="connsiteX258" fmla="*/ 598243 w 1055399"/>
                <a:gd name="connsiteY258" fmla="*/ 78784 h 949444"/>
                <a:gd name="connsiteX259" fmla="*/ 596728 w 1055399"/>
                <a:gd name="connsiteY259" fmla="*/ 78784 h 949444"/>
                <a:gd name="connsiteX260" fmla="*/ 595752 w 1055399"/>
                <a:gd name="connsiteY260" fmla="*/ 80197 h 949444"/>
                <a:gd name="connsiteX261" fmla="*/ 592690 w 1055399"/>
                <a:gd name="connsiteY261" fmla="*/ 81711 h 949444"/>
                <a:gd name="connsiteX262" fmla="*/ 590738 w 1055399"/>
                <a:gd name="connsiteY262" fmla="*/ 80836 h 949444"/>
                <a:gd name="connsiteX263" fmla="*/ 590738 w 1055399"/>
                <a:gd name="connsiteY263" fmla="*/ 80399 h 949444"/>
                <a:gd name="connsiteX264" fmla="*/ 590940 w 1055399"/>
                <a:gd name="connsiteY264" fmla="*/ 79221 h 949444"/>
                <a:gd name="connsiteX265" fmla="*/ 590166 w 1055399"/>
                <a:gd name="connsiteY265" fmla="*/ 77169 h 949444"/>
                <a:gd name="connsiteX266" fmla="*/ 588853 w 1055399"/>
                <a:gd name="connsiteY266" fmla="*/ 75656 h 949444"/>
                <a:gd name="connsiteX267" fmla="*/ 588651 w 1055399"/>
                <a:gd name="connsiteY267" fmla="*/ 73805 h 949444"/>
                <a:gd name="connsiteX268" fmla="*/ 589190 w 1055399"/>
                <a:gd name="connsiteY268" fmla="*/ 72729 h 949444"/>
                <a:gd name="connsiteX269" fmla="*/ 589627 w 1055399"/>
                <a:gd name="connsiteY269" fmla="*/ 70240 h 949444"/>
                <a:gd name="connsiteX270" fmla="*/ 589392 w 1055399"/>
                <a:gd name="connsiteY270" fmla="*/ 67212 h 949444"/>
                <a:gd name="connsiteX271" fmla="*/ 588618 w 1055399"/>
                <a:gd name="connsiteY271" fmla="*/ 65463 h 949444"/>
                <a:gd name="connsiteX272" fmla="*/ 587204 w 1055399"/>
                <a:gd name="connsiteY272" fmla="*/ 64824 h 949444"/>
                <a:gd name="connsiteX273" fmla="*/ 584478 w 1055399"/>
                <a:gd name="connsiteY273" fmla="*/ 64824 h 949444"/>
                <a:gd name="connsiteX274" fmla="*/ 582964 w 1055399"/>
                <a:gd name="connsiteY274" fmla="*/ 66035 h 949444"/>
                <a:gd name="connsiteX275" fmla="*/ 582324 w 1055399"/>
                <a:gd name="connsiteY275" fmla="*/ 67548 h 949444"/>
                <a:gd name="connsiteX276" fmla="*/ 580574 w 1055399"/>
                <a:gd name="connsiteY276" fmla="*/ 69836 h 949444"/>
                <a:gd name="connsiteX277" fmla="*/ 578286 w 1055399"/>
                <a:gd name="connsiteY277" fmla="*/ 71484 h 949444"/>
                <a:gd name="connsiteX278" fmla="*/ 576199 w 1055399"/>
                <a:gd name="connsiteY278" fmla="*/ 72796 h 949444"/>
                <a:gd name="connsiteX279" fmla="*/ 573911 w 1055399"/>
                <a:gd name="connsiteY279" fmla="*/ 72460 h 949444"/>
                <a:gd name="connsiteX280" fmla="*/ 571420 w 1055399"/>
                <a:gd name="connsiteY280" fmla="*/ 70845 h 949444"/>
                <a:gd name="connsiteX281" fmla="*/ 569771 w 1055399"/>
                <a:gd name="connsiteY281" fmla="*/ 71383 h 949444"/>
                <a:gd name="connsiteX282" fmla="*/ 564117 w 1055399"/>
                <a:gd name="connsiteY282" fmla="*/ 72022 h 949444"/>
                <a:gd name="connsiteX283" fmla="*/ 560853 w 1055399"/>
                <a:gd name="connsiteY283" fmla="*/ 70172 h 949444"/>
                <a:gd name="connsiteX284" fmla="*/ 556410 w 1055399"/>
                <a:gd name="connsiteY284" fmla="*/ 69533 h 949444"/>
                <a:gd name="connsiteX285" fmla="*/ 556074 w 1055399"/>
                <a:gd name="connsiteY285" fmla="*/ 68221 h 949444"/>
                <a:gd name="connsiteX286" fmla="*/ 556174 w 1055399"/>
                <a:gd name="connsiteY286" fmla="*/ 66707 h 949444"/>
                <a:gd name="connsiteX287" fmla="*/ 556612 w 1055399"/>
                <a:gd name="connsiteY287" fmla="*/ 65530 h 949444"/>
                <a:gd name="connsiteX288" fmla="*/ 556511 w 1055399"/>
                <a:gd name="connsiteY288" fmla="*/ 63242 h 949444"/>
                <a:gd name="connsiteX289" fmla="*/ 556511 w 1055399"/>
                <a:gd name="connsiteY289" fmla="*/ 62368 h 949444"/>
                <a:gd name="connsiteX290" fmla="*/ 556242 w 1055399"/>
                <a:gd name="connsiteY290" fmla="*/ 59643 h 949444"/>
                <a:gd name="connsiteX291" fmla="*/ 556309 w 1055399"/>
                <a:gd name="connsiteY291" fmla="*/ 57793 h 949444"/>
                <a:gd name="connsiteX292" fmla="*/ 556410 w 1055399"/>
                <a:gd name="connsiteY292" fmla="*/ 55640 h 949444"/>
                <a:gd name="connsiteX293" fmla="*/ 556174 w 1055399"/>
                <a:gd name="connsiteY293" fmla="*/ 53252 h 949444"/>
                <a:gd name="connsiteX294" fmla="*/ 554660 w 1055399"/>
                <a:gd name="connsiteY294" fmla="*/ 51839 h 949444"/>
                <a:gd name="connsiteX295" fmla="*/ 552573 w 1055399"/>
                <a:gd name="connsiteY295" fmla="*/ 49349 h 949444"/>
                <a:gd name="connsiteX296" fmla="*/ 551934 w 1055399"/>
                <a:gd name="connsiteY296" fmla="*/ 46961 h 949444"/>
                <a:gd name="connsiteX297" fmla="*/ 553011 w 1055399"/>
                <a:gd name="connsiteY297" fmla="*/ 44471 h 949444"/>
                <a:gd name="connsiteX298" fmla="*/ 555737 w 1055399"/>
                <a:gd name="connsiteY298" fmla="*/ 40872 h 949444"/>
                <a:gd name="connsiteX299" fmla="*/ 556814 w 1055399"/>
                <a:gd name="connsiteY299" fmla="*/ 38484 h 949444"/>
                <a:gd name="connsiteX300" fmla="*/ 558025 w 1055399"/>
                <a:gd name="connsiteY300" fmla="*/ 34884 h 949444"/>
                <a:gd name="connsiteX301" fmla="*/ 557824 w 1055399"/>
                <a:gd name="connsiteY301" fmla="*/ 31520 h 949444"/>
                <a:gd name="connsiteX302" fmla="*/ 556612 w 1055399"/>
                <a:gd name="connsiteY302" fmla="*/ 29132 h 949444"/>
                <a:gd name="connsiteX303" fmla="*/ 555838 w 1055399"/>
                <a:gd name="connsiteY303" fmla="*/ 27181 h 949444"/>
                <a:gd name="connsiteX304" fmla="*/ 554324 w 1055399"/>
                <a:gd name="connsiteY304" fmla="*/ 25129 h 949444"/>
                <a:gd name="connsiteX305" fmla="*/ 552136 w 1055399"/>
                <a:gd name="connsiteY305" fmla="*/ 25230 h 949444"/>
                <a:gd name="connsiteX306" fmla="*/ 551059 w 1055399"/>
                <a:gd name="connsiteY306" fmla="*/ 25129 h 949444"/>
                <a:gd name="connsiteX307" fmla="*/ 549309 w 1055399"/>
                <a:gd name="connsiteY307" fmla="*/ 24254 h 949444"/>
                <a:gd name="connsiteX308" fmla="*/ 548670 w 1055399"/>
                <a:gd name="connsiteY308" fmla="*/ 21664 h 949444"/>
                <a:gd name="connsiteX309" fmla="*/ 546819 w 1055399"/>
                <a:gd name="connsiteY309" fmla="*/ 22303 h 949444"/>
                <a:gd name="connsiteX310" fmla="*/ 543790 w 1055399"/>
                <a:gd name="connsiteY310" fmla="*/ 21765 h 949444"/>
                <a:gd name="connsiteX311" fmla="*/ 542915 w 1055399"/>
                <a:gd name="connsiteY311" fmla="*/ 21328 h 949444"/>
                <a:gd name="connsiteX312" fmla="*/ 541299 w 1055399"/>
                <a:gd name="connsiteY312" fmla="*/ 20453 h 949444"/>
                <a:gd name="connsiteX313" fmla="*/ 541299 w 1055399"/>
                <a:gd name="connsiteY313" fmla="*/ 18838 h 949444"/>
                <a:gd name="connsiteX314" fmla="*/ 540862 w 1055399"/>
                <a:gd name="connsiteY314" fmla="*/ 16349 h 949444"/>
                <a:gd name="connsiteX315" fmla="*/ 540862 w 1055399"/>
                <a:gd name="connsiteY315" fmla="*/ 15037 h 949444"/>
                <a:gd name="connsiteX316" fmla="*/ 541030 w 1055399"/>
                <a:gd name="connsiteY316" fmla="*/ 13153 h 949444"/>
                <a:gd name="connsiteX317" fmla="*/ 540189 w 1055399"/>
                <a:gd name="connsiteY317" fmla="*/ 11269 h 949444"/>
                <a:gd name="connsiteX318" fmla="*/ 538674 w 1055399"/>
                <a:gd name="connsiteY318" fmla="*/ 9823 h 949444"/>
                <a:gd name="connsiteX319" fmla="*/ 536083 w 1055399"/>
                <a:gd name="connsiteY319" fmla="*/ 8881 h 949444"/>
                <a:gd name="connsiteX320" fmla="*/ 534333 w 1055399"/>
                <a:gd name="connsiteY320" fmla="*/ 9318 h 949444"/>
                <a:gd name="connsiteX321" fmla="*/ 533895 w 1055399"/>
                <a:gd name="connsiteY321" fmla="*/ 9890 h 949444"/>
                <a:gd name="connsiteX322" fmla="*/ 533458 w 1055399"/>
                <a:gd name="connsiteY322" fmla="*/ 10899 h 949444"/>
                <a:gd name="connsiteX323" fmla="*/ 533222 w 1055399"/>
                <a:gd name="connsiteY323" fmla="*/ 11976 h 949444"/>
                <a:gd name="connsiteX324" fmla="*/ 532785 w 1055399"/>
                <a:gd name="connsiteY324" fmla="*/ 12918 h 949444"/>
                <a:gd name="connsiteX325" fmla="*/ 532347 w 1055399"/>
                <a:gd name="connsiteY325" fmla="*/ 13927 h 949444"/>
                <a:gd name="connsiteX326" fmla="*/ 531539 w 1055399"/>
                <a:gd name="connsiteY326" fmla="*/ 14869 h 949444"/>
                <a:gd name="connsiteX327" fmla="*/ 530463 w 1055399"/>
                <a:gd name="connsiteY327" fmla="*/ 14936 h 949444"/>
                <a:gd name="connsiteX328" fmla="*/ 529285 w 1055399"/>
                <a:gd name="connsiteY328" fmla="*/ 12413 h 949444"/>
                <a:gd name="connsiteX329" fmla="*/ 527972 w 1055399"/>
                <a:gd name="connsiteY329" fmla="*/ 10967 h 949444"/>
                <a:gd name="connsiteX330" fmla="*/ 525212 w 1055399"/>
                <a:gd name="connsiteY330" fmla="*/ 10765 h 949444"/>
                <a:gd name="connsiteX331" fmla="*/ 523025 w 1055399"/>
                <a:gd name="connsiteY331" fmla="*/ 10765 h 949444"/>
                <a:gd name="connsiteX332" fmla="*/ 521275 w 1055399"/>
                <a:gd name="connsiteY332" fmla="*/ 11135 h 949444"/>
                <a:gd name="connsiteX333" fmla="*/ 520198 w 1055399"/>
                <a:gd name="connsiteY333" fmla="*/ 11875 h 949444"/>
                <a:gd name="connsiteX334" fmla="*/ 518751 w 1055399"/>
                <a:gd name="connsiteY334" fmla="*/ 13187 h 949444"/>
                <a:gd name="connsiteX335" fmla="*/ 516799 w 1055399"/>
                <a:gd name="connsiteY335" fmla="*/ 15272 h 949444"/>
                <a:gd name="connsiteX336" fmla="*/ 514274 w 1055399"/>
                <a:gd name="connsiteY336" fmla="*/ 17526 h 949444"/>
                <a:gd name="connsiteX337" fmla="*/ 512760 w 1055399"/>
                <a:gd name="connsiteY337" fmla="*/ 18468 h 949444"/>
                <a:gd name="connsiteX338" fmla="*/ 511010 w 1055399"/>
                <a:gd name="connsiteY338" fmla="*/ 19713 h 949444"/>
                <a:gd name="connsiteX339" fmla="*/ 509496 w 1055399"/>
                <a:gd name="connsiteY339" fmla="*/ 21395 h 949444"/>
                <a:gd name="connsiteX340" fmla="*/ 508486 w 1055399"/>
                <a:gd name="connsiteY340" fmla="*/ 22337 h 949444"/>
                <a:gd name="connsiteX341" fmla="*/ 507342 w 1055399"/>
                <a:gd name="connsiteY341" fmla="*/ 23581 h 949444"/>
                <a:gd name="connsiteX342" fmla="*/ 506601 w 1055399"/>
                <a:gd name="connsiteY342" fmla="*/ 24961 h 949444"/>
                <a:gd name="connsiteX343" fmla="*/ 507611 w 1055399"/>
                <a:gd name="connsiteY343" fmla="*/ 25903 h 949444"/>
                <a:gd name="connsiteX344" fmla="*/ 509563 w 1055399"/>
                <a:gd name="connsiteY344" fmla="*/ 26340 h 949444"/>
                <a:gd name="connsiteX345" fmla="*/ 511818 w 1055399"/>
                <a:gd name="connsiteY345" fmla="*/ 27921 h 949444"/>
                <a:gd name="connsiteX346" fmla="*/ 513063 w 1055399"/>
                <a:gd name="connsiteY346" fmla="*/ 29502 h 949444"/>
                <a:gd name="connsiteX347" fmla="*/ 513366 w 1055399"/>
                <a:gd name="connsiteY347" fmla="*/ 32261 h 949444"/>
                <a:gd name="connsiteX348" fmla="*/ 513063 w 1055399"/>
                <a:gd name="connsiteY348" fmla="*/ 34010 h 949444"/>
                <a:gd name="connsiteX349" fmla="*/ 511481 w 1055399"/>
                <a:gd name="connsiteY349" fmla="*/ 34514 h 949444"/>
                <a:gd name="connsiteX350" fmla="*/ 509024 w 1055399"/>
                <a:gd name="connsiteY350" fmla="*/ 32563 h 949444"/>
                <a:gd name="connsiteX351" fmla="*/ 503000 w 1055399"/>
                <a:gd name="connsiteY351" fmla="*/ 30309 h 949444"/>
                <a:gd name="connsiteX352" fmla="*/ 500106 w 1055399"/>
                <a:gd name="connsiteY352" fmla="*/ 30881 h 949444"/>
                <a:gd name="connsiteX353" fmla="*/ 497851 w 1055399"/>
                <a:gd name="connsiteY353" fmla="*/ 31890 h 949444"/>
                <a:gd name="connsiteX354" fmla="*/ 495967 w 1055399"/>
                <a:gd name="connsiteY354" fmla="*/ 32765 h 949444"/>
                <a:gd name="connsiteX355" fmla="*/ 494216 w 1055399"/>
                <a:gd name="connsiteY355" fmla="*/ 33135 h 949444"/>
                <a:gd name="connsiteX356" fmla="*/ 492332 w 1055399"/>
                <a:gd name="connsiteY356" fmla="*/ 31184 h 949444"/>
                <a:gd name="connsiteX357" fmla="*/ 490245 w 1055399"/>
                <a:gd name="connsiteY357" fmla="*/ 30679 h 949444"/>
                <a:gd name="connsiteX358" fmla="*/ 487620 w 1055399"/>
                <a:gd name="connsiteY358" fmla="*/ 30814 h 949444"/>
                <a:gd name="connsiteX359" fmla="*/ 486812 w 1055399"/>
                <a:gd name="connsiteY359" fmla="*/ 31251 h 949444"/>
                <a:gd name="connsiteX360" fmla="*/ 484860 w 1055399"/>
                <a:gd name="connsiteY360" fmla="*/ 33270 h 949444"/>
                <a:gd name="connsiteX361" fmla="*/ 483279 w 1055399"/>
                <a:gd name="connsiteY361" fmla="*/ 34783 h 949444"/>
                <a:gd name="connsiteX362" fmla="*/ 481327 w 1055399"/>
                <a:gd name="connsiteY362" fmla="*/ 36028 h 949444"/>
                <a:gd name="connsiteX363" fmla="*/ 478432 w 1055399"/>
                <a:gd name="connsiteY363" fmla="*/ 37475 h 949444"/>
                <a:gd name="connsiteX364" fmla="*/ 475605 w 1055399"/>
                <a:gd name="connsiteY364" fmla="*/ 38147 h 949444"/>
                <a:gd name="connsiteX365" fmla="*/ 469211 w 1055399"/>
                <a:gd name="connsiteY365" fmla="*/ 38147 h 949444"/>
                <a:gd name="connsiteX366" fmla="*/ 466687 w 1055399"/>
                <a:gd name="connsiteY366" fmla="*/ 39190 h 949444"/>
                <a:gd name="connsiteX367" fmla="*/ 465610 w 1055399"/>
                <a:gd name="connsiteY367" fmla="*/ 39594 h 949444"/>
                <a:gd name="connsiteX368" fmla="*/ 464870 w 1055399"/>
                <a:gd name="connsiteY368" fmla="*/ 40973 h 949444"/>
                <a:gd name="connsiteX369" fmla="*/ 465374 w 1055399"/>
                <a:gd name="connsiteY369" fmla="*/ 41915 h 949444"/>
                <a:gd name="connsiteX370" fmla="*/ 467125 w 1055399"/>
                <a:gd name="connsiteY370" fmla="*/ 44303 h 949444"/>
                <a:gd name="connsiteX371" fmla="*/ 470086 w 1055399"/>
                <a:gd name="connsiteY371" fmla="*/ 47566 h 949444"/>
                <a:gd name="connsiteX372" fmla="*/ 474730 w 1055399"/>
                <a:gd name="connsiteY372" fmla="*/ 50325 h 949444"/>
                <a:gd name="connsiteX373" fmla="*/ 478937 w 1055399"/>
                <a:gd name="connsiteY373" fmla="*/ 53521 h 949444"/>
                <a:gd name="connsiteX374" fmla="*/ 480250 w 1055399"/>
                <a:gd name="connsiteY374" fmla="*/ 58600 h 949444"/>
                <a:gd name="connsiteX375" fmla="*/ 480250 w 1055399"/>
                <a:gd name="connsiteY375" fmla="*/ 63949 h 949444"/>
                <a:gd name="connsiteX376" fmla="*/ 479106 w 1055399"/>
                <a:gd name="connsiteY376" fmla="*/ 68288 h 949444"/>
                <a:gd name="connsiteX377" fmla="*/ 477221 w 1055399"/>
                <a:gd name="connsiteY377" fmla="*/ 73200 h 949444"/>
                <a:gd name="connsiteX378" fmla="*/ 478231 w 1055399"/>
                <a:gd name="connsiteY378" fmla="*/ 77270 h 949444"/>
                <a:gd name="connsiteX379" fmla="*/ 478231 w 1055399"/>
                <a:gd name="connsiteY379" fmla="*/ 80735 h 949444"/>
                <a:gd name="connsiteX380" fmla="*/ 479408 w 1055399"/>
                <a:gd name="connsiteY380" fmla="*/ 83191 h 949444"/>
                <a:gd name="connsiteX381" fmla="*/ 481428 w 1055399"/>
                <a:gd name="connsiteY381" fmla="*/ 84503 h 949444"/>
                <a:gd name="connsiteX382" fmla="*/ 484053 w 1055399"/>
                <a:gd name="connsiteY382" fmla="*/ 86521 h 949444"/>
                <a:gd name="connsiteX383" fmla="*/ 486947 w 1055399"/>
                <a:gd name="connsiteY383" fmla="*/ 88842 h 949444"/>
                <a:gd name="connsiteX384" fmla="*/ 488663 w 1055399"/>
                <a:gd name="connsiteY384" fmla="*/ 91163 h 949444"/>
                <a:gd name="connsiteX385" fmla="*/ 488663 w 1055399"/>
                <a:gd name="connsiteY385" fmla="*/ 92307 h 949444"/>
                <a:gd name="connsiteX386" fmla="*/ 488394 w 1055399"/>
                <a:gd name="connsiteY386" fmla="*/ 96344 h 949444"/>
                <a:gd name="connsiteX387" fmla="*/ 487519 w 1055399"/>
                <a:gd name="connsiteY387" fmla="*/ 100986 h 949444"/>
                <a:gd name="connsiteX388" fmla="*/ 486947 w 1055399"/>
                <a:gd name="connsiteY388" fmla="*/ 104014 h 949444"/>
                <a:gd name="connsiteX389" fmla="*/ 485500 w 1055399"/>
                <a:gd name="connsiteY389" fmla="*/ 106470 h 949444"/>
                <a:gd name="connsiteX390" fmla="*/ 480149 w 1055399"/>
                <a:gd name="connsiteY390" fmla="*/ 108219 h 949444"/>
                <a:gd name="connsiteX391" fmla="*/ 478399 w 1055399"/>
                <a:gd name="connsiteY391" fmla="*/ 107781 h 949444"/>
                <a:gd name="connsiteX392" fmla="*/ 474764 w 1055399"/>
                <a:gd name="connsiteY392" fmla="*/ 106470 h 949444"/>
                <a:gd name="connsiteX393" fmla="*/ 472745 w 1055399"/>
                <a:gd name="connsiteY393" fmla="*/ 106738 h 949444"/>
                <a:gd name="connsiteX394" fmla="*/ 469110 w 1055399"/>
                <a:gd name="connsiteY394" fmla="*/ 108488 h 949444"/>
                <a:gd name="connsiteX395" fmla="*/ 465475 w 1055399"/>
                <a:gd name="connsiteY395" fmla="*/ 109497 h 949444"/>
                <a:gd name="connsiteX396" fmla="*/ 464163 w 1055399"/>
                <a:gd name="connsiteY396" fmla="*/ 111381 h 949444"/>
                <a:gd name="connsiteX397" fmla="*/ 463422 w 1055399"/>
                <a:gd name="connsiteY397" fmla="*/ 114408 h 949444"/>
                <a:gd name="connsiteX398" fmla="*/ 462850 w 1055399"/>
                <a:gd name="connsiteY398" fmla="*/ 116427 h 949444"/>
                <a:gd name="connsiteX399" fmla="*/ 461975 w 1055399"/>
                <a:gd name="connsiteY399" fmla="*/ 114408 h 949444"/>
                <a:gd name="connsiteX400" fmla="*/ 459653 w 1055399"/>
                <a:gd name="connsiteY400" fmla="*/ 114980 h 949444"/>
                <a:gd name="connsiteX401" fmla="*/ 458341 w 1055399"/>
                <a:gd name="connsiteY401" fmla="*/ 116561 h 949444"/>
                <a:gd name="connsiteX402" fmla="*/ 458206 w 1055399"/>
                <a:gd name="connsiteY402" fmla="*/ 118008 h 949444"/>
                <a:gd name="connsiteX403" fmla="*/ 459350 w 1055399"/>
                <a:gd name="connsiteY403" fmla="*/ 119892 h 949444"/>
                <a:gd name="connsiteX404" fmla="*/ 460797 w 1055399"/>
                <a:gd name="connsiteY404" fmla="*/ 122078 h 949444"/>
                <a:gd name="connsiteX405" fmla="*/ 462985 w 1055399"/>
                <a:gd name="connsiteY405" fmla="*/ 123525 h 949444"/>
                <a:gd name="connsiteX406" fmla="*/ 462413 w 1055399"/>
                <a:gd name="connsiteY406" fmla="*/ 125106 h 949444"/>
                <a:gd name="connsiteX407" fmla="*/ 458071 w 1055399"/>
                <a:gd name="connsiteY407" fmla="*/ 124971 h 949444"/>
                <a:gd name="connsiteX408" fmla="*/ 457196 w 1055399"/>
                <a:gd name="connsiteY408" fmla="*/ 123088 h 949444"/>
                <a:gd name="connsiteX409" fmla="*/ 454740 w 1055399"/>
                <a:gd name="connsiteY409" fmla="*/ 118008 h 949444"/>
                <a:gd name="connsiteX410" fmla="*/ 452283 w 1055399"/>
                <a:gd name="connsiteY410" fmla="*/ 118008 h 949444"/>
                <a:gd name="connsiteX411" fmla="*/ 450533 w 1055399"/>
                <a:gd name="connsiteY411" fmla="*/ 121035 h 949444"/>
                <a:gd name="connsiteX412" fmla="*/ 449523 w 1055399"/>
                <a:gd name="connsiteY412" fmla="*/ 124938 h 949444"/>
                <a:gd name="connsiteX413" fmla="*/ 446326 w 1055399"/>
                <a:gd name="connsiteY413" fmla="*/ 124635 h 949444"/>
                <a:gd name="connsiteX414" fmla="*/ 445013 w 1055399"/>
                <a:gd name="connsiteY414" fmla="*/ 125779 h 949444"/>
                <a:gd name="connsiteX415" fmla="*/ 444004 w 1055399"/>
                <a:gd name="connsiteY415" fmla="*/ 127528 h 949444"/>
                <a:gd name="connsiteX416" fmla="*/ 443129 w 1055399"/>
                <a:gd name="connsiteY416" fmla="*/ 129412 h 949444"/>
                <a:gd name="connsiteX417" fmla="*/ 442388 w 1055399"/>
                <a:gd name="connsiteY417" fmla="*/ 130993 h 949444"/>
                <a:gd name="connsiteX418" fmla="*/ 441379 w 1055399"/>
                <a:gd name="connsiteY418" fmla="*/ 133314 h 949444"/>
                <a:gd name="connsiteX419" fmla="*/ 438922 w 1055399"/>
                <a:gd name="connsiteY419" fmla="*/ 135198 h 949444"/>
                <a:gd name="connsiteX420" fmla="*/ 432124 w 1055399"/>
                <a:gd name="connsiteY420" fmla="*/ 134626 h 949444"/>
                <a:gd name="connsiteX421" fmla="*/ 428792 w 1055399"/>
                <a:gd name="connsiteY421" fmla="*/ 131598 h 949444"/>
                <a:gd name="connsiteX422" fmla="*/ 427782 w 1055399"/>
                <a:gd name="connsiteY422" fmla="*/ 130589 h 949444"/>
                <a:gd name="connsiteX423" fmla="*/ 425325 w 1055399"/>
                <a:gd name="connsiteY423" fmla="*/ 124938 h 949444"/>
                <a:gd name="connsiteX424" fmla="*/ 422633 w 1055399"/>
                <a:gd name="connsiteY424" fmla="*/ 122146 h 949444"/>
                <a:gd name="connsiteX425" fmla="*/ 424518 w 1055399"/>
                <a:gd name="connsiteY425" fmla="*/ 120800 h 949444"/>
                <a:gd name="connsiteX426" fmla="*/ 429398 w 1055399"/>
                <a:gd name="connsiteY426" fmla="*/ 118311 h 949444"/>
                <a:gd name="connsiteX427" fmla="*/ 431888 w 1055399"/>
                <a:gd name="connsiteY427" fmla="*/ 117436 h 949444"/>
                <a:gd name="connsiteX428" fmla="*/ 433739 w 1055399"/>
                <a:gd name="connsiteY428" fmla="*/ 115821 h 949444"/>
                <a:gd name="connsiteX429" fmla="*/ 434816 w 1055399"/>
                <a:gd name="connsiteY429" fmla="*/ 114408 h 949444"/>
                <a:gd name="connsiteX430" fmla="*/ 435893 w 1055399"/>
                <a:gd name="connsiteY430" fmla="*/ 112558 h 949444"/>
                <a:gd name="connsiteX431" fmla="*/ 436869 w 1055399"/>
                <a:gd name="connsiteY431" fmla="*/ 108118 h 949444"/>
                <a:gd name="connsiteX432" fmla="*/ 438182 w 1055399"/>
                <a:gd name="connsiteY432" fmla="*/ 105528 h 949444"/>
                <a:gd name="connsiteX433" fmla="*/ 438182 w 1055399"/>
                <a:gd name="connsiteY433" fmla="*/ 101491 h 949444"/>
                <a:gd name="connsiteX434" fmla="*/ 438182 w 1055399"/>
                <a:gd name="connsiteY434" fmla="*/ 99742 h 949444"/>
                <a:gd name="connsiteX435" fmla="*/ 438182 w 1055399"/>
                <a:gd name="connsiteY435" fmla="*/ 98329 h 949444"/>
                <a:gd name="connsiteX436" fmla="*/ 436835 w 1055399"/>
                <a:gd name="connsiteY436" fmla="*/ 97151 h 949444"/>
                <a:gd name="connsiteX437" fmla="*/ 434715 w 1055399"/>
                <a:gd name="connsiteY437" fmla="*/ 94527 h 949444"/>
                <a:gd name="connsiteX438" fmla="*/ 434715 w 1055399"/>
                <a:gd name="connsiteY438" fmla="*/ 91063 h 949444"/>
                <a:gd name="connsiteX439" fmla="*/ 434715 w 1055399"/>
                <a:gd name="connsiteY439" fmla="*/ 87598 h 949444"/>
                <a:gd name="connsiteX440" fmla="*/ 434715 w 1055399"/>
                <a:gd name="connsiteY440" fmla="*/ 84133 h 949444"/>
                <a:gd name="connsiteX441" fmla="*/ 434715 w 1055399"/>
                <a:gd name="connsiteY441" fmla="*/ 81105 h 949444"/>
                <a:gd name="connsiteX442" fmla="*/ 433369 w 1055399"/>
                <a:gd name="connsiteY442" fmla="*/ 79255 h 949444"/>
                <a:gd name="connsiteX443" fmla="*/ 432124 w 1055399"/>
                <a:gd name="connsiteY443" fmla="*/ 76328 h 949444"/>
                <a:gd name="connsiteX444" fmla="*/ 430946 w 1055399"/>
                <a:gd name="connsiteY444" fmla="*/ 76328 h 949444"/>
                <a:gd name="connsiteX445" fmla="*/ 428186 w 1055399"/>
                <a:gd name="connsiteY445" fmla="*/ 79255 h 949444"/>
                <a:gd name="connsiteX446" fmla="*/ 426200 w 1055399"/>
                <a:gd name="connsiteY446" fmla="*/ 81139 h 949444"/>
                <a:gd name="connsiteX447" fmla="*/ 425561 w 1055399"/>
                <a:gd name="connsiteY447" fmla="*/ 83426 h 949444"/>
                <a:gd name="connsiteX448" fmla="*/ 423474 w 1055399"/>
                <a:gd name="connsiteY448" fmla="*/ 86992 h 949444"/>
                <a:gd name="connsiteX449" fmla="*/ 421624 w 1055399"/>
                <a:gd name="connsiteY449" fmla="*/ 89717 h 949444"/>
                <a:gd name="connsiteX450" fmla="*/ 420782 w 1055399"/>
                <a:gd name="connsiteY450" fmla="*/ 90524 h 949444"/>
                <a:gd name="connsiteX451" fmla="*/ 419335 w 1055399"/>
                <a:gd name="connsiteY451" fmla="*/ 90827 h 949444"/>
                <a:gd name="connsiteX452" fmla="*/ 422599 w 1055399"/>
                <a:gd name="connsiteY452" fmla="*/ 92307 h 949444"/>
                <a:gd name="connsiteX453" fmla="*/ 422599 w 1055399"/>
                <a:gd name="connsiteY453" fmla="*/ 94595 h 949444"/>
                <a:gd name="connsiteX454" fmla="*/ 421287 w 1055399"/>
                <a:gd name="connsiteY454" fmla="*/ 96546 h 949444"/>
                <a:gd name="connsiteX455" fmla="*/ 416710 w 1055399"/>
                <a:gd name="connsiteY455" fmla="*/ 98497 h 949444"/>
                <a:gd name="connsiteX456" fmla="*/ 413244 w 1055399"/>
                <a:gd name="connsiteY456" fmla="*/ 100986 h 949444"/>
                <a:gd name="connsiteX457" fmla="*/ 411628 w 1055399"/>
                <a:gd name="connsiteY457" fmla="*/ 102063 h 949444"/>
                <a:gd name="connsiteX458" fmla="*/ 410316 w 1055399"/>
                <a:gd name="connsiteY458" fmla="*/ 105090 h 949444"/>
                <a:gd name="connsiteX459" fmla="*/ 409340 w 1055399"/>
                <a:gd name="connsiteY459" fmla="*/ 108992 h 949444"/>
                <a:gd name="connsiteX460" fmla="*/ 411191 w 1055399"/>
                <a:gd name="connsiteY460" fmla="*/ 113231 h 949444"/>
                <a:gd name="connsiteX461" fmla="*/ 414657 w 1055399"/>
                <a:gd name="connsiteY461" fmla="*/ 115619 h 949444"/>
                <a:gd name="connsiteX462" fmla="*/ 417383 w 1055399"/>
                <a:gd name="connsiteY462" fmla="*/ 119522 h 949444"/>
                <a:gd name="connsiteX463" fmla="*/ 417383 w 1055399"/>
                <a:gd name="connsiteY463" fmla="*/ 120598 h 949444"/>
                <a:gd name="connsiteX464" fmla="*/ 415970 w 1055399"/>
                <a:gd name="connsiteY464" fmla="*/ 122011 h 949444"/>
                <a:gd name="connsiteX465" fmla="*/ 412369 w 1055399"/>
                <a:gd name="connsiteY465" fmla="*/ 125173 h 949444"/>
                <a:gd name="connsiteX466" fmla="*/ 409340 w 1055399"/>
                <a:gd name="connsiteY466" fmla="*/ 127561 h 949444"/>
                <a:gd name="connsiteX467" fmla="*/ 407590 w 1055399"/>
                <a:gd name="connsiteY467" fmla="*/ 130925 h 949444"/>
                <a:gd name="connsiteX468" fmla="*/ 406075 w 1055399"/>
                <a:gd name="connsiteY468" fmla="*/ 132137 h 949444"/>
                <a:gd name="connsiteX469" fmla="*/ 400522 w 1055399"/>
                <a:gd name="connsiteY469" fmla="*/ 132137 h 949444"/>
                <a:gd name="connsiteX470" fmla="*/ 395407 w 1055399"/>
                <a:gd name="connsiteY470" fmla="*/ 129849 h 949444"/>
                <a:gd name="connsiteX471" fmla="*/ 394330 w 1055399"/>
                <a:gd name="connsiteY471" fmla="*/ 125711 h 949444"/>
                <a:gd name="connsiteX472" fmla="*/ 393354 w 1055399"/>
                <a:gd name="connsiteY472" fmla="*/ 122684 h 949444"/>
                <a:gd name="connsiteX473" fmla="*/ 391301 w 1055399"/>
                <a:gd name="connsiteY473" fmla="*/ 120060 h 949444"/>
                <a:gd name="connsiteX474" fmla="*/ 388911 w 1055399"/>
                <a:gd name="connsiteY474" fmla="*/ 119959 h 949444"/>
                <a:gd name="connsiteX475" fmla="*/ 386724 w 1055399"/>
                <a:gd name="connsiteY475" fmla="*/ 120834 h 949444"/>
                <a:gd name="connsiteX476" fmla="*/ 385209 w 1055399"/>
                <a:gd name="connsiteY476" fmla="*/ 122886 h 949444"/>
                <a:gd name="connsiteX477" fmla="*/ 384570 w 1055399"/>
                <a:gd name="connsiteY477" fmla="*/ 125711 h 949444"/>
                <a:gd name="connsiteX478" fmla="*/ 383594 w 1055399"/>
                <a:gd name="connsiteY478" fmla="*/ 126788 h 949444"/>
                <a:gd name="connsiteX479" fmla="*/ 380329 w 1055399"/>
                <a:gd name="connsiteY479" fmla="*/ 126889 h 949444"/>
                <a:gd name="connsiteX480" fmla="*/ 377940 w 1055399"/>
                <a:gd name="connsiteY480" fmla="*/ 126014 h 949444"/>
                <a:gd name="connsiteX481" fmla="*/ 375752 w 1055399"/>
                <a:gd name="connsiteY481" fmla="*/ 124938 h 949444"/>
                <a:gd name="connsiteX482" fmla="*/ 373060 w 1055399"/>
                <a:gd name="connsiteY482" fmla="*/ 124938 h 949444"/>
                <a:gd name="connsiteX483" fmla="*/ 371411 w 1055399"/>
                <a:gd name="connsiteY483" fmla="*/ 124063 h 949444"/>
                <a:gd name="connsiteX484" fmla="*/ 367507 w 1055399"/>
                <a:gd name="connsiteY484" fmla="*/ 124164 h 949444"/>
                <a:gd name="connsiteX485" fmla="*/ 365118 w 1055399"/>
                <a:gd name="connsiteY485" fmla="*/ 124803 h 949444"/>
                <a:gd name="connsiteX486" fmla="*/ 363367 w 1055399"/>
                <a:gd name="connsiteY486" fmla="*/ 126754 h 949444"/>
                <a:gd name="connsiteX487" fmla="*/ 361180 w 1055399"/>
                <a:gd name="connsiteY487" fmla="*/ 129344 h 949444"/>
                <a:gd name="connsiteX488" fmla="*/ 359329 w 1055399"/>
                <a:gd name="connsiteY488" fmla="*/ 132507 h 949444"/>
                <a:gd name="connsiteX489" fmla="*/ 357579 w 1055399"/>
                <a:gd name="connsiteY489" fmla="*/ 135669 h 949444"/>
                <a:gd name="connsiteX490" fmla="*/ 355728 w 1055399"/>
                <a:gd name="connsiteY490" fmla="*/ 140681 h 949444"/>
                <a:gd name="connsiteX491" fmla="*/ 354853 w 1055399"/>
                <a:gd name="connsiteY491" fmla="*/ 146871 h 949444"/>
                <a:gd name="connsiteX492" fmla="*/ 354314 w 1055399"/>
                <a:gd name="connsiteY492" fmla="*/ 151210 h 949444"/>
                <a:gd name="connsiteX493" fmla="*/ 355189 w 1055399"/>
                <a:gd name="connsiteY493" fmla="*/ 155213 h 949444"/>
                <a:gd name="connsiteX494" fmla="*/ 357781 w 1055399"/>
                <a:gd name="connsiteY494" fmla="*/ 157938 h 949444"/>
                <a:gd name="connsiteX495" fmla="*/ 360372 w 1055399"/>
                <a:gd name="connsiteY495" fmla="*/ 160528 h 949444"/>
                <a:gd name="connsiteX496" fmla="*/ 362661 w 1055399"/>
                <a:gd name="connsiteY496" fmla="*/ 161302 h 949444"/>
                <a:gd name="connsiteX497" fmla="*/ 367440 w 1055399"/>
                <a:gd name="connsiteY497" fmla="*/ 165978 h 949444"/>
                <a:gd name="connsiteX498" fmla="*/ 366363 w 1055399"/>
                <a:gd name="connsiteY498" fmla="*/ 168266 h 949444"/>
                <a:gd name="connsiteX499" fmla="*/ 366901 w 1055399"/>
                <a:gd name="connsiteY499" fmla="*/ 170990 h 949444"/>
                <a:gd name="connsiteX500" fmla="*/ 366800 w 1055399"/>
                <a:gd name="connsiteY500" fmla="*/ 173580 h 949444"/>
                <a:gd name="connsiteX501" fmla="*/ 365824 w 1055399"/>
                <a:gd name="connsiteY501" fmla="*/ 175868 h 949444"/>
                <a:gd name="connsiteX502" fmla="*/ 362358 w 1055399"/>
                <a:gd name="connsiteY502" fmla="*/ 178694 h 949444"/>
                <a:gd name="connsiteX503" fmla="*/ 357242 w 1055399"/>
                <a:gd name="connsiteY503" fmla="*/ 180107 h 949444"/>
                <a:gd name="connsiteX504" fmla="*/ 355627 w 1055399"/>
                <a:gd name="connsiteY504" fmla="*/ 180107 h 949444"/>
                <a:gd name="connsiteX505" fmla="*/ 352800 w 1055399"/>
                <a:gd name="connsiteY505" fmla="*/ 180880 h 949444"/>
                <a:gd name="connsiteX506" fmla="*/ 351050 w 1055399"/>
                <a:gd name="connsiteY506" fmla="*/ 179568 h 949444"/>
                <a:gd name="connsiteX507" fmla="*/ 349737 w 1055399"/>
                <a:gd name="connsiteY507" fmla="*/ 179333 h 949444"/>
                <a:gd name="connsiteX508" fmla="*/ 347247 w 1055399"/>
                <a:gd name="connsiteY508" fmla="*/ 180847 h 949444"/>
                <a:gd name="connsiteX509" fmla="*/ 344622 w 1055399"/>
                <a:gd name="connsiteY509" fmla="*/ 183437 h 949444"/>
                <a:gd name="connsiteX510" fmla="*/ 342131 w 1055399"/>
                <a:gd name="connsiteY510" fmla="*/ 184648 h 949444"/>
                <a:gd name="connsiteX511" fmla="*/ 337992 w 1055399"/>
                <a:gd name="connsiteY511" fmla="*/ 185724 h 949444"/>
                <a:gd name="connsiteX512" fmla="*/ 334963 w 1055399"/>
                <a:gd name="connsiteY512" fmla="*/ 185724 h 949444"/>
                <a:gd name="connsiteX513" fmla="*/ 329208 w 1055399"/>
                <a:gd name="connsiteY513" fmla="*/ 183773 h 949444"/>
                <a:gd name="connsiteX514" fmla="*/ 324530 w 1055399"/>
                <a:gd name="connsiteY514" fmla="*/ 179871 h 949444"/>
                <a:gd name="connsiteX515" fmla="*/ 321939 w 1055399"/>
                <a:gd name="connsiteY515" fmla="*/ 178256 h 949444"/>
                <a:gd name="connsiteX516" fmla="*/ 318237 w 1055399"/>
                <a:gd name="connsiteY516" fmla="*/ 178357 h 949444"/>
                <a:gd name="connsiteX517" fmla="*/ 313761 w 1055399"/>
                <a:gd name="connsiteY517" fmla="*/ 179804 h 949444"/>
                <a:gd name="connsiteX518" fmla="*/ 312179 w 1055399"/>
                <a:gd name="connsiteY518" fmla="*/ 183134 h 949444"/>
                <a:gd name="connsiteX519" fmla="*/ 308409 w 1055399"/>
                <a:gd name="connsiteY519" fmla="*/ 184715 h 949444"/>
                <a:gd name="connsiteX520" fmla="*/ 306390 w 1055399"/>
                <a:gd name="connsiteY520" fmla="*/ 189627 h 949444"/>
                <a:gd name="connsiteX521" fmla="*/ 306087 w 1055399"/>
                <a:gd name="connsiteY521" fmla="*/ 193832 h 949444"/>
                <a:gd name="connsiteX522" fmla="*/ 306087 w 1055399"/>
                <a:gd name="connsiteY522" fmla="*/ 196994 h 949444"/>
                <a:gd name="connsiteX523" fmla="*/ 304337 w 1055399"/>
                <a:gd name="connsiteY523" fmla="*/ 200459 h 949444"/>
                <a:gd name="connsiteX524" fmla="*/ 301308 w 1055399"/>
                <a:gd name="connsiteY524" fmla="*/ 204226 h 949444"/>
                <a:gd name="connsiteX525" fmla="*/ 297977 w 1055399"/>
                <a:gd name="connsiteY525" fmla="*/ 204798 h 949444"/>
                <a:gd name="connsiteX526" fmla="*/ 293198 w 1055399"/>
                <a:gd name="connsiteY526" fmla="*/ 204798 h 949444"/>
                <a:gd name="connsiteX527" fmla="*/ 288856 w 1055399"/>
                <a:gd name="connsiteY527" fmla="*/ 202780 h 949444"/>
                <a:gd name="connsiteX528" fmla="*/ 286669 w 1055399"/>
                <a:gd name="connsiteY528" fmla="*/ 200324 h 949444"/>
                <a:gd name="connsiteX529" fmla="*/ 287409 w 1055399"/>
                <a:gd name="connsiteY529" fmla="*/ 198743 h 949444"/>
                <a:gd name="connsiteX530" fmla="*/ 291178 w 1055399"/>
                <a:gd name="connsiteY530" fmla="*/ 196725 h 949444"/>
                <a:gd name="connsiteX531" fmla="*/ 293770 w 1055399"/>
                <a:gd name="connsiteY531" fmla="*/ 193966 h 949444"/>
                <a:gd name="connsiteX532" fmla="*/ 296227 w 1055399"/>
                <a:gd name="connsiteY532" fmla="*/ 190939 h 949444"/>
                <a:gd name="connsiteX533" fmla="*/ 297977 w 1055399"/>
                <a:gd name="connsiteY533" fmla="*/ 188752 h 949444"/>
                <a:gd name="connsiteX534" fmla="*/ 299424 w 1055399"/>
                <a:gd name="connsiteY534" fmla="*/ 185724 h 949444"/>
                <a:gd name="connsiteX535" fmla="*/ 299424 w 1055399"/>
                <a:gd name="connsiteY535" fmla="*/ 183706 h 949444"/>
                <a:gd name="connsiteX536" fmla="*/ 298852 w 1055399"/>
                <a:gd name="connsiteY536" fmla="*/ 180376 h 949444"/>
                <a:gd name="connsiteX537" fmla="*/ 294948 w 1055399"/>
                <a:gd name="connsiteY537" fmla="*/ 174590 h 949444"/>
                <a:gd name="connsiteX538" fmla="*/ 293803 w 1055399"/>
                <a:gd name="connsiteY538" fmla="*/ 170822 h 949444"/>
                <a:gd name="connsiteX539" fmla="*/ 291212 w 1055399"/>
                <a:gd name="connsiteY539" fmla="*/ 167357 h 949444"/>
                <a:gd name="connsiteX540" fmla="*/ 288183 w 1055399"/>
                <a:gd name="connsiteY540" fmla="*/ 167223 h 949444"/>
                <a:gd name="connsiteX541" fmla="*/ 286736 w 1055399"/>
                <a:gd name="connsiteY541" fmla="*/ 168232 h 949444"/>
                <a:gd name="connsiteX542" fmla="*/ 283707 w 1055399"/>
                <a:gd name="connsiteY542" fmla="*/ 169241 h 949444"/>
                <a:gd name="connsiteX543" fmla="*/ 282967 w 1055399"/>
                <a:gd name="connsiteY543" fmla="*/ 169375 h 949444"/>
                <a:gd name="connsiteX544" fmla="*/ 277178 w 1055399"/>
                <a:gd name="connsiteY544" fmla="*/ 167492 h 949444"/>
                <a:gd name="connsiteX545" fmla="*/ 275159 w 1055399"/>
                <a:gd name="connsiteY545" fmla="*/ 165743 h 949444"/>
                <a:gd name="connsiteX546" fmla="*/ 272702 w 1055399"/>
                <a:gd name="connsiteY546" fmla="*/ 167626 h 949444"/>
                <a:gd name="connsiteX547" fmla="*/ 270817 w 1055399"/>
                <a:gd name="connsiteY547" fmla="*/ 171259 h 949444"/>
                <a:gd name="connsiteX548" fmla="*/ 269640 w 1055399"/>
                <a:gd name="connsiteY548" fmla="*/ 172706 h 949444"/>
                <a:gd name="connsiteX549" fmla="*/ 269640 w 1055399"/>
                <a:gd name="connsiteY549" fmla="*/ 174455 h 949444"/>
                <a:gd name="connsiteX550" fmla="*/ 268495 w 1055399"/>
                <a:gd name="connsiteY550" fmla="*/ 177920 h 949444"/>
                <a:gd name="connsiteX551" fmla="*/ 265904 w 1055399"/>
                <a:gd name="connsiteY551" fmla="*/ 178929 h 949444"/>
                <a:gd name="connsiteX552" fmla="*/ 262269 w 1055399"/>
                <a:gd name="connsiteY552" fmla="*/ 177785 h 949444"/>
                <a:gd name="connsiteX553" fmla="*/ 260519 w 1055399"/>
                <a:gd name="connsiteY553" fmla="*/ 176474 h 949444"/>
                <a:gd name="connsiteX554" fmla="*/ 258062 w 1055399"/>
                <a:gd name="connsiteY554" fmla="*/ 173009 h 949444"/>
                <a:gd name="connsiteX555" fmla="*/ 258062 w 1055399"/>
                <a:gd name="connsiteY555" fmla="*/ 170687 h 949444"/>
                <a:gd name="connsiteX556" fmla="*/ 259072 w 1055399"/>
                <a:gd name="connsiteY556" fmla="*/ 166651 h 949444"/>
                <a:gd name="connsiteX557" fmla="*/ 260654 w 1055399"/>
                <a:gd name="connsiteY557" fmla="*/ 163186 h 949444"/>
                <a:gd name="connsiteX558" fmla="*/ 260788 w 1055399"/>
                <a:gd name="connsiteY558" fmla="*/ 156391 h 949444"/>
                <a:gd name="connsiteX559" fmla="*/ 258904 w 1055399"/>
                <a:gd name="connsiteY559" fmla="*/ 153330 h 949444"/>
                <a:gd name="connsiteX560" fmla="*/ 253115 w 1055399"/>
                <a:gd name="connsiteY560" fmla="*/ 148990 h 949444"/>
                <a:gd name="connsiteX561" fmla="*/ 253687 w 1055399"/>
                <a:gd name="connsiteY561" fmla="*/ 146400 h 949444"/>
                <a:gd name="connsiteX562" fmla="*/ 256884 w 1055399"/>
                <a:gd name="connsiteY562" fmla="*/ 143204 h 949444"/>
                <a:gd name="connsiteX563" fmla="*/ 255303 w 1055399"/>
                <a:gd name="connsiteY563" fmla="*/ 142026 h 949444"/>
                <a:gd name="connsiteX564" fmla="*/ 252543 w 1055399"/>
                <a:gd name="connsiteY564" fmla="*/ 142464 h 949444"/>
                <a:gd name="connsiteX565" fmla="*/ 249514 w 1055399"/>
                <a:gd name="connsiteY565" fmla="*/ 143776 h 949444"/>
                <a:gd name="connsiteX566" fmla="*/ 247932 w 1055399"/>
                <a:gd name="connsiteY566" fmla="*/ 146669 h 949444"/>
                <a:gd name="connsiteX567" fmla="*/ 246788 w 1055399"/>
                <a:gd name="connsiteY567" fmla="*/ 148553 h 949444"/>
                <a:gd name="connsiteX568" fmla="*/ 245475 w 1055399"/>
                <a:gd name="connsiteY568" fmla="*/ 150302 h 949444"/>
                <a:gd name="connsiteX569" fmla="*/ 242716 w 1055399"/>
                <a:gd name="connsiteY569" fmla="*/ 150167 h 949444"/>
                <a:gd name="connsiteX570" fmla="*/ 237499 w 1055399"/>
                <a:gd name="connsiteY570" fmla="*/ 150739 h 949444"/>
                <a:gd name="connsiteX571" fmla="*/ 235749 w 1055399"/>
                <a:gd name="connsiteY571" fmla="*/ 151883 h 949444"/>
                <a:gd name="connsiteX572" fmla="*/ 234874 w 1055399"/>
                <a:gd name="connsiteY572" fmla="*/ 156222 h 949444"/>
                <a:gd name="connsiteX573" fmla="*/ 234874 w 1055399"/>
                <a:gd name="connsiteY573" fmla="*/ 160562 h 949444"/>
                <a:gd name="connsiteX574" fmla="*/ 234874 w 1055399"/>
                <a:gd name="connsiteY574" fmla="*/ 164902 h 949444"/>
                <a:gd name="connsiteX575" fmla="*/ 235615 w 1055399"/>
                <a:gd name="connsiteY575" fmla="*/ 166920 h 949444"/>
                <a:gd name="connsiteX576" fmla="*/ 235480 w 1055399"/>
                <a:gd name="connsiteY576" fmla="*/ 168064 h 949444"/>
                <a:gd name="connsiteX577" fmla="*/ 235177 w 1055399"/>
                <a:gd name="connsiteY577" fmla="*/ 169073 h 949444"/>
                <a:gd name="connsiteX578" fmla="*/ 233158 w 1055399"/>
                <a:gd name="connsiteY578" fmla="*/ 168636 h 949444"/>
                <a:gd name="connsiteX579" fmla="*/ 231845 w 1055399"/>
                <a:gd name="connsiteY579" fmla="*/ 168266 h 949444"/>
                <a:gd name="connsiteX580" fmla="*/ 230600 w 1055399"/>
                <a:gd name="connsiteY580" fmla="*/ 169510 h 949444"/>
                <a:gd name="connsiteX581" fmla="*/ 230163 w 1055399"/>
                <a:gd name="connsiteY581" fmla="*/ 170822 h 949444"/>
                <a:gd name="connsiteX582" fmla="*/ 229658 w 1055399"/>
                <a:gd name="connsiteY582" fmla="*/ 171461 h 949444"/>
                <a:gd name="connsiteX583" fmla="*/ 227134 w 1055399"/>
                <a:gd name="connsiteY583" fmla="*/ 171461 h 949444"/>
                <a:gd name="connsiteX584" fmla="*/ 225889 w 1055399"/>
                <a:gd name="connsiteY584" fmla="*/ 170385 h 949444"/>
                <a:gd name="connsiteX585" fmla="*/ 224239 w 1055399"/>
                <a:gd name="connsiteY585" fmla="*/ 168871 h 949444"/>
                <a:gd name="connsiteX586" fmla="*/ 222860 w 1055399"/>
                <a:gd name="connsiteY586" fmla="*/ 166752 h 949444"/>
                <a:gd name="connsiteX587" fmla="*/ 221985 w 1055399"/>
                <a:gd name="connsiteY587" fmla="*/ 165877 h 949444"/>
                <a:gd name="connsiteX588" fmla="*/ 221177 w 1055399"/>
                <a:gd name="connsiteY588" fmla="*/ 163993 h 949444"/>
                <a:gd name="connsiteX589" fmla="*/ 221177 w 1055399"/>
                <a:gd name="connsiteY589" fmla="*/ 161672 h 949444"/>
                <a:gd name="connsiteX590" fmla="*/ 220167 w 1055399"/>
                <a:gd name="connsiteY590" fmla="*/ 160865 h 949444"/>
                <a:gd name="connsiteX591" fmla="*/ 217710 w 1055399"/>
                <a:gd name="connsiteY591" fmla="*/ 158981 h 949444"/>
                <a:gd name="connsiteX592" fmla="*/ 216331 w 1055399"/>
                <a:gd name="connsiteY592" fmla="*/ 158779 h 949444"/>
                <a:gd name="connsiteX593" fmla="*/ 215186 w 1055399"/>
                <a:gd name="connsiteY593" fmla="*/ 159721 h 949444"/>
                <a:gd name="connsiteX594" fmla="*/ 214244 w 1055399"/>
                <a:gd name="connsiteY594" fmla="*/ 161538 h 949444"/>
                <a:gd name="connsiteX595" fmla="*/ 213302 w 1055399"/>
                <a:gd name="connsiteY595" fmla="*/ 163421 h 949444"/>
                <a:gd name="connsiteX596" fmla="*/ 211787 w 1055399"/>
                <a:gd name="connsiteY596" fmla="*/ 165877 h 949444"/>
                <a:gd name="connsiteX597" fmla="*/ 210037 w 1055399"/>
                <a:gd name="connsiteY597" fmla="*/ 165877 h 949444"/>
                <a:gd name="connsiteX598" fmla="*/ 207513 w 1055399"/>
                <a:gd name="connsiteY598" fmla="*/ 163354 h 949444"/>
                <a:gd name="connsiteX599" fmla="*/ 204383 w 1055399"/>
                <a:gd name="connsiteY599" fmla="*/ 161470 h 949444"/>
                <a:gd name="connsiteX600" fmla="*/ 201354 w 1055399"/>
                <a:gd name="connsiteY600" fmla="*/ 160091 h 949444"/>
                <a:gd name="connsiteX601" fmla="*/ 198090 w 1055399"/>
                <a:gd name="connsiteY601" fmla="*/ 158005 h 949444"/>
                <a:gd name="connsiteX602" fmla="*/ 194758 w 1055399"/>
                <a:gd name="connsiteY602" fmla="*/ 154675 h 949444"/>
                <a:gd name="connsiteX603" fmla="*/ 192873 w 1055399"/>
                <a:gd name="connsiteY603" fmla="*/ 151648 h 949444"/>
                <a:gd name="connsiteX604" fmla="*/ 191628 w 1055399"/>
                <a:gd name="connsiteY604" fmla="*/ 149629 h 949444"/>
                <a:gd name="connsiteX605" fmla="*/ 191628 w 1055399"/>
                <a:gd name="connsiteY605" fmla="*/ 148115 h 949444"/>
                <a:gd name="connsiteX606" fmla="*/ 191561 w 1055399"/>
                <a:gd name="connsiteY606" fmla="*/ 145794 h 949444"/>
                <a:gd name="connsiteX607" fmla="*/ 189609 w 1055399"/>
                <a:gd name="connsiteY607" fmla="*/ 144280 h 949444"/>
                <a:gd name="connsiteX608" fmla="*/ 186412 w 1055399"/>
                <a:gd name="connsiteY608" fmla="*/ 142094 h 949444"/>
                <a:gd name="connsiteX609" fmla="*/ 182340 w 1055399"/>
                <a:gd name="connsiteY609" fmla="*/ 136140 h 949444"/>
                <a:gd name="connsiteX610" fmla="*/ 181397 w 1055399"/>
                <a:gd name="connsiteY610" fmla="*/ 130993 h 949444"/>
                <a:gd name="connsiteX611" fmla="*/ 175306 w 1055399"/>
                <a:gd name="connsiteY611" fmla="*/ 124702 h 949444"/>
                <a:gd name="connsiteX612" fmla="*/ 171402 w 1055399"/>
                <a:gd name="connsiteY612" fmla="*/ 121002 h 949444"/>
                <a:gd name="connsiteX613" fmla="*/ 164233 w 1055399"/>
                <a:gd name="connsiteY613" fmla="*/ 117974 h 949444"/>
                <a:gd name="connsiteX614" fmla="*/ 159892 w 1055399"/>
                <a:gd name="connsiteY614" fmla="*/ 116898 h 949444"/>
                <a:gd name="connsiteX615" fmla="*/ 157267 w 1055399"/>
                <a:gd name="connsiteY615" fmla="*/ 115148 h 949444"/>
                <a:gd name="connsiteX616" fmla="*/ 153565 w 1055399"/>
                <a:gd name="connsiteY616" fmla="*/ 113197 h 949444"/>
                <a:gd name="connsiteX617" fmla="*/ 151613 w 1055399"/>
                <a:gd name="connsiteY617" fmla="*/ 111246 h 949444"/>
                <a:gd name="connsiteX618" fmla="*/ 148988 w 1055399"/>
                <a:gd name="connsiteY618" fmla="*/ 109497 h 949444"/>
                <a:gd name="connsiteX619" fmla="*/ 145286 w 1055399"/>
                <a:gd name="connsiteY619" fmla="*/ 107748 h 949444"/>
                <a:gd name="connsiteX620" fmla="*/ 145286 w 1055399"/>
                <a:gd name="connsiteY620" fmla="*/ 104720 h 949444"/>
                <a:gd name="connsiteX621" fmla="*/ 146161 w 1055399"/>
                <a:gd name="connsiteY621" fmla="*/ 102971 h 949444"/>
                <a:gd name="connsiteX622" fmla="*/ 143771 w 1055399"/>
                <a:gd name="connsiteY622" fmla="*/ 98631 h 949444"/>
                <a:gd name="connsiteX623" fmla="*/ 140507 w 1055399"/>
                <a:gd name="connsiteY623" fmla="*/ 96243 h 949444"/>
                <a:gd name="connsiteX624" fmla="*/ 137478 w 1055399"/>
                <a:gd name="connsiteY624" fmla="*/ 89852 h 949444"/>
                <a:gd name="connsiteX625" fmla="*/ 138555 w 1055399"/>
                <a:gd name="connsiteY625" fmla="*/ 82787 h 949444"/>
                <a:gd name="connsiteX626" fmla="*/ 139867 w 1055399"/>
                <a:gd name="connsiteY626" fmla="*/ 74545 h 949444"/>
                <a:gd name="connsiteX627" fmla="*/ 137478 w 1055399"/>
                <a:gd name="connsiteY627" fmla="*/ 66506 h 949444"/>
                <a:gd name="connsiteX628" fmla="*/ 132463 w 1055399"/>
                <a:gd name="connsiteY628" fmla="*/ 61291 h 949444"/>
                <a:gd name="connsiteX629" fmla="*/ 129838 w 1055399"/>
                <a:gd name="connsiteY629" fmla="*/ 54765 h 949444"/>
                <a:gd name="connsiteX630" fmla="*/ 127449 w 1055399"/>
                <a:gd name="connsiteY630" fmla="*/ 51502 h 949444"/>
                <a:gd name="connsiteX631" fmla="*/ 126372 w 1055399"/>
                <a:gd name="connsiteY631" fmla="*/ 47163 h 949444"/>
                <a:gd name="connsiteX632" fmla="*/ 129401 w 1055399"/>
                <a:gd name="connsiteY632" fmla="*/ 44774 h 949444"/>
                <a:gd name="connsiteX633" fmla="*/ 130713 w 1055399"/>
                <a:gd name="connsiteY633" fmla="*/ 42184 h 949444"/>
                <a:gd name="connsiteX634" fmla="*/ 128526 w 1055399"/>
                <a:gd name="connsiteY634" fmla="*/ 38921 h 949444"/>
                <a:gd name="connsiteX635" fmla="*/ 126338 w 1055399"/>
                <a:gd name="connsiteY635" fmla="*/ 33270 h 949444"/>
                <a:gd name="connsiteX636" fmla="*/ 121761 w 1055399"/>
                <a:gd name="connsiteY636" fmla="*/ 28829 h 949444"/>
                <a:gd name="connsiteX637" fmla="*/ 118295 w 1055399"/>
                <a:gd name="connsiteY637" fmla="*/ 25903 h 949444"/>
                <a:gd name="connsiteX638" fmla="*/ 113953 w 1055399"/>
                <a:gd name="connsiteY638" fmla="*/ 25903 h 949444"/>
                <a:gd name="connsiteX639" fmla="*/ 110924 w 1055399"/>
                <a:gd name="connsiteY639" fmla="*/ 23581 h 949444"/>
                <a:gd name="connsiteX640" fmla="*/ 109343 w 1055399"/>
                <a:gd name="connsiteY640" fmla="*/ 22707 h 949444"/>
                <a:gd name="connsiteX641" fmla="*/ 108602 w 1055399"/>
                <a:gd name="connsiteY641" fmla="*/ 20083 h 949444"/>
                <a:gd name="connsiteX642" fmla="*/ 107727 w 1055399"/>
                <a:gd name="connsiteY642" fmla="*/ 17896 h 949444"/>
                <a:gd name="connsiteX643" fmla="*/ 104463 w 1055399"/>
                <a:gd name="connsiteY643" fmla="*/ 17896 h 949444"/>
                <a:gd name="connsiteX644" fmla="*/ 99179 w 1055399"/>
                <a:gd name="connsiteY644" fmla="*/ 17896 h 949444"/>
                <a:gd name="connsiteX645" fmla="*/ 99179 w 1055399"/>
                <a:gd name="connsiteY645" fmla="*/ 14566 h 949444"/>
                <a:gd name="connsiteX646" fmla="*/ 99179 w 1055399"/>
                <a:gd name="connsiteY646" fmla="*/ 11101 h 949444"/>
                <a:gd name="connsiteX647" fmla="*/ 96722 w 1055399"/>
                <a:gd name="connsiteY647" fmla="*/ 9520 h 949444"/>
                <a:gd name="connsiteX648" fmla="*/ 94972 w 1055399"/>
                <a:gd name="connsiteY648" fmla="*/ 7199 h 949444"/>
                <a:gd name="connsiteX649" fmla="*/ 90631 w 1055399"/>
                <a:gd name="connsiteY649" fmla="*/ 6459 h 949444"/>
                <a:gd name="connsiteX650" fmla="*/ 88309 w 1055399"/>
                <a:gd name="connsiteY650" fmla="*/ 6627 h 949444"/>
                <a:gd name="connsiteX651" fmla="*/ 85549 w 1055399"/>
                <a:gd name="connsiteY651" fmla="*/ 6728 h 949444"/>
                <a:gd name="connsiteX652" fmla="*/ 79188 w 1055399"/>
                <a:gd name="connsiteY652" fmla="*/ 6728 h 949444"/>
                <a:gd name="connsiteX653" fmla="*/ 74409 w 1055399"/>
                <a:gd name="connsiteY653" fmla="*/ 7603 h 949444"/>
                <a:gd name="connsiteX654" fmla="*/ 72222 w 1055399"/>
                <a:gd name="connsiteY654" fmla="*/ 9352 h 949444"/>
                <a:gd name="connsiteX655" fmla="*/ 68318 w 1055399"/>
                <a:gd name="connsiteY655" fmla="*/ 10529 h 949444"/>
                <a:gd name="connsiteX656" fmla="*/ 63976 w 1055399"/>
                <a:gd name="connsiteY656" fmla="*/ 12110 h 949444"/>
                <a:gd name="connsiteX657" fmla="*/ 62226 w 1055399"/>
                <a:gd name="connsiteY657" fmla="*/ 13691 h 949444"/>
                <a:gd name="connsiteX658" fmla="*/ 59197 w 1055399"/>
                <a:gd name="connsiteY658" fmla="*/ 14129 h 949444"/>
                <a:gd name="connsiteX659" fmla="*/ 54553 w 1055399"/>
                <a:gd name="connsiteY659" fmla="*/ 11673 h 949444"/>
                <a:gd name="connsiteX660" fmla="*/ 54553 w 1055399"/>
                <a:gd name="connsiteY660" fmla="*/ 9486 h 949444"/>
                <a:gd name="connsiteX661" fmla="*/ 56741 w 1055399"/>
                <a:gd name="connsiteY661" fmla="*/ 6459 h 949444"/>
                <a:gd name="connsiteX662" fmla="*/ 56875 w 1055399"/>
                <a:gd name="connsiteY662" fmla="*/ 3263 h 949444"/>
                <a:gd name="connsiteX663" fmla="*/ 54553 w 1055399"/>
                <a:gd name="connsiteY663" fmla="*/ 807 h 949444"/>
                <a:gd name="connsiteX664" fmla="*/ 53106 w 1055399"/>
                <a:gd name="connsiteY664" fmla="*/ 67 h 949444"/>
                <a:gd name="connsiteX665" fmla="*/ 49034 w 1055399"/>
                <a:gd name="connsiteY665" fmla="*/ 67 h 949444"/>
                <a:gd name="connsiteX666" fmla="*/ 42976 w 1055399"/>
                <a:gd name="connsiteY666" fmla="*/ 0 h 949444"/>
                <a:gd name="connsiteX667" fmla="*/ 40048 w 1055399"/>
                <a:gd name="connsiteY667" fmla="*/ 2388 h 949444"/>
                <a:gd name="connsiteX668" fmla="*/ 40048 w 1055399"/>
                <a:gd name="connsiteY668" fmla="*/ 4138 h 949444"/>
                <a:gd name="connsiteX669" fmla="*/ 40048 w 1055399"/>
                <a:gd name="connsiteY669" fmla="*/ 5887 h 949444"/>
                <a:gd name="connsiteX670" fmla="*/ 40048 w 1055399"/>
                <a:gd name="connsiteY670" fmla="*/ 7636 h 949444"/>
                <a:gd name="connsiteX671" fmla="*/ 38971 w 1055399"/>
                <a:gd name="connsiteY671" fmla="*/ 9587 h 949444"/>
                <a:gd name="connsiteX672" fmla="*/ 36144 w 1055399"/>
                <a:gd name="connsiteY672" fmla="*/ 10126 h 949444"/>
                <a:gd name="connsiteX673" fmla="*/ 27899 w 1055399"/>
                <a:gd name="connsiteY673" fmla="*/ 10226 h 949444"/>
                <a:gd name="connsiteX674" fmla="*/ 23557 w 1055399"/>
                <a:gd name="connsiteY674" fmla="*/ 10226 h 949444"/>
                <a:gd name="connsiteX675" fmla="*/ 20966 w 1055399"/>
                <a:gd name="connsiteY675" fmla="*/ 9789 h 949444"/>
                <a:gd name="connsiteX676" fmla="*/ 17499 w 1055399"/>
                <a:gd name="connsiteY676" fmla="*/ 10428 h 949444"/>
                <a:gd name="connsiteX677" fmla="*/ 14033 w 1055399"/>
                <a:gd name="connsiteY677" fmla="*/ 12615 h 949444"/>
                <a:gd name="connsiteX678" fmla="*/ 14033 w 1055399"/>
                <a:gd name="connsiteY678" fmla="*/ 12817 h 949444"/>
                <a:gd name="connsiteX679" fmla="*/ 15110 w 1055399"/>
                <a:gd name="connsiteY679" fmla="*/ 16282 h 949444"/>
                <a:gd name="connsiteX680" fmla="*/ 15312 w 1055399"/>
                <a:gd name="connsiteY680" fmla="*/ 17358 h 949444"/>
                <a:gd name="connsiteX681" fmla="*/ 17499 w 1055399"/>
                <a:gd name="connsiteY681" fmla="*/ 22370 h 949444"/>
                <a:gd name="connsiteX682" fmla="*/ 17499 w 1055399"/>
                <a:gd name="connsiteY682" fmla="*/ 24994 h 949444"/>
                <a:gd name="connsiteX683" fmla="*/ 18374 w 1055399"/>
                <a:gd name="connsiteY683" fmla="*/ 27383 h 949444"/>
                <a:gd name="connsiteX684" fmla="*/ 18172 w 1055399"/>
                <a:gd name="connsiteY684" fmla="*/ 30646 h 949444"/>
                <a:gd name="connsiteX685" fmla="*/ 17735 w 1055399"/>
                <a:gd name="connsiteY685" fmla="*/ 34346 h 949444"/>
                <a:gd name="connsiteX686" fmla="*/ 16220 w 1055399"/>
                <a:gd name="connsiteY686" fmla="*/ 37374 h 949444"/>
                <a:gd name="connsiteX687" fmla="*/ 14033 w 1055399"/>
                <a:gd name="connsiteY687" fmla="*/ 39762 h 949444"/>
                <a:gd name="connsiteX688" fmla="*/ 14033 w 1055399"/>
                <a:gd name="connsiteY688" fmla="*/ 42352 h 949444"/>
                <a:gd name="connsiteX689" fmla="*/ 15547 w 1055399"/>
                <a:gd name="connsiteY689" fmla="*/ 43664 h 949444"/>
                <a:gd name="connsiteX690" fmla="*/ 22076 w 1055399"/>
                <a:gd name="connsiteY690" fmla="*/ 47802 h 949444"/>
                <a:gd name="connsiteX691" fmla="*/ 21437 w 1055399"/>
                <a:gd name="connsiteY691" fmla="*/ 51502 h 949444"/>
                <a:gd name="connsiteX692" fmla="*/ 20999 w 1055399"/>
                <a:gd name="connsiteY692" fmla="*/ 55203 h 949444"/>
                <a:gd name="connsiteX693" fmla="*/ 21437 w 1055399"/>
                <a:gd name="connsiteY693" fmla="*/ 57793 h 949444"/>
                <a:gd name="connsiteX694" fmla="*/ 30557 w 1055399"/>
                <a:gd name="connsiteY694" fmla="*/ 58432 h 949444"/>
                <a:gd name="connsiteX695" fmla="*/ 35134 w 1055399"/>
                <a:gd name="connsiteY695" fmla="*/ 58230 h 949444"/>
                <a:gd name="connsiteX696" fmla="*/ 40586 w 1055399"/>
                <a:gd name="connsiteY696" fmla="*/ 57793 h 949444"/>
                <a:gd name="connsiteX697" fmla="*/ 42538 w 1055399"/>
                <a:gd name="connsiteY697" fmla="*/ 60181 h 949444"/>
                <a:gd name="connsiteX698" fmla="*/ 43851 w 1055399"/>
                <a:gd name="connsiteY698" fmla="*/ 61493 h 949444"/>
                <a:gd name="connsiteX699" fmla="*/ 42774 w 1055399"/>
                <a:gd name="connsiteY699" fmla="*/ 64958 h 949444"/>
                <a:gd name="connsiteX700" fmla="*/ 41461 w 1055399"/>
                <a:gd name="connsiteY700" fmla="*/ 66035 h 949444"/>
                <a:gd name="connsiteX701" fmla="*/ 37557 w 1055399"/>
                <a:gd name="connsiteY701" fmla="*/ 72325 h 949444"/>
                <a:gd name="connsiteX702" fmla="*/ 30389 w 1055399"/>
                <a:gd name="connsiteY702" fmla="*/ 78414 h 949444"/>
                <a:gd name="connsiteX703" fmla="*/ 24533 w 1055399"/>
                <a:gd name="connsiteY703" fmla="*/ 86891 h 949444"/>
                <a:gd name="connsiteX704" fmla="*/ 18004 w 1055399"/>
                <a:gd name="connsiteY704" fmla="*/ 91029 h 949444"/>
                <a:gd name="connsiteX705" fmla="*/ 15817 w 1055399"/>
                <a:gd name="connsiteY705" fmla="*/ 94931 h 949444"/>
                <a:gd name="connsiteX706" fmla="*/ 16389 w 1055399"/>
                <a:gd name="connsiteY706" fmla="*/ 97118 h 949444"/>
                <a:gd name="connsiteX707" fmla="*/ 16961 w 1055399"/>
                <a:gd name="connsiteY707" fmla="*/ 99304 h 949444"/>
                <a:gd name="connsiteX708" fmla="*/ 19485 w 1055399"/>
                <a:gd name="connsiteY708" fmla="*/ 101121 h 949444"/>
                <a:gd name="connsiteX709" fmla="*/ 19552 w 1055399"/>
                <a:gd name="connsiteY709" fmla="*/ 102567 h 949444"/>
                <a:gd name="connsiteX710" fmla="*/ 19418 w 1055399"/>
                <a:gd name="connsiteY710" fmla="*/ 104687 h 949444"/>
                <a:gd name="connsiteX711" fmla="*/ 18273 w 1055399"/>
                <a:gd name="connsiteY711" fmla="*/ 107445 h 949444"/>
                <a:gd name="connsiteX712" fmla="*/ 17196 w 1055399"/>
                <a:gd name="connsiteY712" fmla="*/ 109026 h 949444"/>
                <a:gd name="connsiteX713" fmla="*/ 15312 w 1055399"/>
                <a:gd name="connsiteY713" fmla="*/ 110473 h 949444"/>
                <a:gd name="connsiteX714" fmla="*/ 12619 w 1055399"/>
                <a:gd name="connsiteY714" fmla="*/ 111179 h 949444"/>
                <a:gd name="connsiteX715" fmla="*/ 9489 w 1055399"/>
                <a:gd name="connsiteY715" fmla="*/ 111314 h 949444"/>
                <a:gd name="connsiteX716" fmla="*/ 6023 w 1055399"/>
                <a:gd name="connsiteY716" fmla="*/ 111314 h 949444"/>
                <a:gd name="connsiteX717" fmla="*/ 3331 w 1055399"/>
                <a:gd name="connsiteY717" fmla="*/ 111953 h 949444"/>
                <a:gd name="connsiteX718" fmla="*/ 1513 w 1055399"/>
                <a:gd name="connsiteY718" fmla="*/ 113904 h 949444"/>
                <a:gd name="connsiteX719" fmla="*/ 436 w 1055399"/>
                <a:gd name="connsiteY719" fmla="*/ 115418 h 949444"/>
                <a:gd name="connsiteX720" fmla="*/ 66 w 1055399"/>
                <a:gd name="connsiteY720" fmla="*/ 116931 h 949444"/>
                <a:gd name="connsiteX721" fmla="*/ 1143 w 1055399"/>
                <a:gd name="connsiteY721" fmla="*/ 119757 h 949444"/>
                <a:gd name="connsiteX722" fmla="*/ 2960 w 1055399"/>
                <a:gd name="connsiteY722" fmla="*/ 123155 h 949444"/>
                <a:gd name="connsiteX723" fmla="*/ 4273 w 1055399"/>
                <a:gd name="connsiteY723" fmla="*/ 124736 h 949444"/>
                <a:gd name="connsiteX724" fmla="*/ 3634 w 1055399"/>
                <a:gd name="connsiteY724" fmla="*/ 127057 h 949444"/>
                <a:gd name="connsiteX725" fmla="*/ 2826 w 1055399"/>
                <a:gd name="connsiteY725" fmla="*/ 129143 h 949444"/>
                <a:gd name="connsiteX726" fmla="*/ 1816 w 1055399"/>
                <a:gd name="connsiteY726" fmla="*/ 131161 h 949444"/>
                <a:gd name="connsiteX727" fmla="*/ 2018 w 1055399"/>
                <a:gd name="connsiteY727" fmla="*/ 133045 h 949444"/>
                <a:gd name="connsiteX728" fmla="*/ 3095 w 1055399"/>
                <a:gd name="connsiteY728" fmla="*/ 135299 h 949444"/>
                <a:gd name="connsiteX729" fmla="*/ 4845 w 1055399"/>
                <a:gd name="connsiteY729" fmla="*/ 137384 h 949444"/>
                <a:gd name="connsiteX730" fmla="*/ 9927 w 1055399"/>
                <a:gd name="connsiteY730" fmla="*/ 141791 h 949444"/>
                <a:gd name="connsiteX731" fmla="*/ 12014 w 1055399"/>
                <a:gd name="connsiteY731" fmla="*/ 143540 h 949444"/>
                <a:gd name="connsiteX732" fmla="*/ 15413 w 1055399"/>
                <a:gd name="connsiteY732" fmla="*/ 146736 h 949444"/>
                <a:gd name="connsiteX733" fmla="*/ 20562 w 1055399"/>
                <a:gd name="connsiteY733" fmla="*/ 151479 h 949444"/>
                <a:gd name="connsiteX734" fmla="*/ 25240 w 1055399"/>
                <a:gd name="connsiteY734" fmla="*/ 156592 h 949444"/>
                <a:gd name="connsiteX735" fmla="*/ 30355 w 1055399"/>
                <a:gd name="connsiteY735" fmla="*/ 161033 h 949444"/>
                <a:gd name="connsiteX736" fmla="*/ 34495 w 1055399"/>
                <a:gd name="connsiteY736" fmla="*/ 165810 h 949444"/>
                <a:gd name="connsiteX737" fmla="*/ 39812 w 1055399"/>
                <a:gd name="connsiteY737" fmla="*/ 169073 h 949444"/>
                <a:gd name="connsiteX738" fmla="*/ 44490 w 1055399"/>
                <a:gd name="connsiteY738" fmla="*/ 171898 h 949444"/>
                <a:gd name="connsiteX739" fmla="*/ 47856 w 1055399"/>
                <a:gd name="connsiteY739" fmla="*/ 173648 h 949444"/>
                <a:gd name="connsiteX740" fmla="*/ 48495 w 1055399"/>
                <a:gd name="connsiteY740" fmla="*/ 174522 h 949444"/>
                <a:gd name="connsiteX741" fmla="*/ 50111 w 1055399"/>
                <a:gd name="connsiteY741" fmla="*/ 177113 h 949444"/>
                <a:gd name="connsiteX742" fmla="*/ 54789 w 1055399"/>
                <a:gd name="connsiteY742" fmla="*/ 177214 h 949444"/>
                <a:gd name="connsiteX743" fmla="*/ 60644 w 1055399"/>
                <a:gd name="connsiteY743" fmla="*/ 178526 h 949444"/>
                <a:gd name="connsiteX744" fmla="*/ 61856 w 1055399"/>
                <a:gd name="connsiteY744" fmla="*/ 179938 h 949444"/>
                <a:gd name="connsiteX745" fmla="*/ 66534 w 1055399"/>
                <a:gd name="connsiteY745" fmla="*/ 183639 h 949444"/>
                <a:gd name="connsiteX746" fmla="*/ 69799 w 1055399"/>
                <a:gd name="connsiteY746" fmla="*/ 187238 h 949444"/>
                <a:gd name="connsiteX747" fmla="*/ 72390 w 1055399"/>
                <a:gd name="connsiteY747" fmla="*/ 189088 h 949444"/>
                <a:gd name="connsiteX748" fmla="*/ 72827 w 1055399"/>
                <a:gd name="connsiteY748" fmla="*/ 195715 h 949444"/>
                <a:gd name="connsiteX749" fmla="*/ 73265 w 1055399"/>
                <a:gd name="connsiteY749" fmla="*/ 200929 h 949444"/>
                <a:gd name="connsiteX750" fmla="*/ 74140 w 1055399"/>
                <a:gd name="connsiteY750" fmla="*/ 206816 h 949444"/>
                <a:gd name="connsiteX751" fmla="*/ 77068 w 1055399"/>
                <a:gd name="connsiteY751" fmla="*/ 211694 h 949444"/>
                <a:gd name="connsiteX752" fmla="*/ 77943 w 1055399"/>
                <a:gd name="connsiteY752" fmla="*/ 217144 h 949444"/>
                <a:gd name="connsiteX753" fmla="*/ 79794 w 1055399"/>
                <a:gd name="connsiteY753" fmla="*/ 220945 h 949444"/>
                <a:gd name="connsiteX754" fmla="*/ 85111 w 1055399"/>
                <a:gd name="connsiteY754" fmla="*/ 227572 h 949444"/>
                <a:gd name="connsiteX755" fmla="*/ 88813 w 1055399"/>
                <a:gd name="connsiteY755" fmla="*/ 231272 h 949444"/>
                <a:gd name="connsiteX756" fmla="*/ 89352 w 1055399"/>
                <a:gd name="connsiteY756" fmla="*/ 232584 h 949444"/>
                <a:gd name="connsiteX757" fmla="*/ 89453 w 1055399"/>
                <a:gd name="connsiteY757" fmla="*/ 236386 h 949444"/>
                <a:gd name="connsiteX758" fmla="*/ 88813 w 1055399"/>
                <a:gd name="connsiteY758" fmla="*/ 239312 h 949444"/>
                <a:gd name="connsiteX759" fmla="*/ 87938 w 1055399"/>
                <a:gd name="connsiteY759" fmla="*/ 242037 h 949444"/>
                <a:gd name="connsiteX760" fmla="*/ 86626 w 1055399"/>
                <a:gd name="connsiteY760" fmla="*/ 243114 h 949444"/>
                <a:gd name="connsiteX761" fmla="*/ 84472 w 1055399"/>
                <a:gd name="connsiteY761" fmla="*/ 244190 h 949444"/>
                <a:gd name="connsiteX762" fmla="*/ 83698 w 1055399"/>
                <a:gd name="connsiteY762" fmla="*/ 245065 h 949444"/>
                <a:gd name="connsiteX763" fmla="*/ 85111 w 1055399"/>
                <a:gd name="connsiteY763" fmla="*/ 247117 h 949444"/>
                <a:gd name="connsiteX764" fmla="*/ 85885 w 1055399"/>
                <a:gd name="connsiteY764" fmla="*/ 248092 h 949444"/>
                <a:gd name="connsiteX765" fmla="*/ 87736 w 1055399"/>
                <a:gd name="connsiteY765" fmla="*/ 250817 h 949444"/>
                <a:gd name="connsiteX766" fmla="*/ 88376 w 1055399"/>
                <a:gd name="connsiteY766" fmla="*/ 252331 h 949444"/>
                <a:gd name="connsiteX767" fmla="*/ 89991 w 1055399"/>
                <a:gd name="connsiteY767" fmla="*/ 254618 h 949444"/>
                <a:gd name="connsiteX768" fmla="*/ 89116 w 1055399"/>
                <a:gd name="connsiteY768" fmla="*/ 258487 h 949444"/>
                <a:gd name="connsiteX769" fmla="*/ 92717 w 1055399"/>
                <a:gd name="connsiteY769" fmla="*/ 260505 h 949444"/>
                <a:gd name="connsiteX770" fmla="*/ 93155 w 1055399"/>
                <a:gd name="connsiteY770" fmla="*/ 260505 h 949444"/>
                <a:gd name="connsiteX771" fmla="*/ 94938 w 1055399"/>
                <a:gd name="connsiteY771" fmla="*/ 263533 h 949444"/>
                <a:gd name="connsiteX772" fmla="*/ 97496 w 1055399"/>
                <a:gd name="connsiteY772" fmla="*/ 265719 h 949444"/>
                <a:gd name="connsiteX773" fmla="*/ 97496 w 1055399"/>
                <a:gd name="connsiteY773" fmla="*/ 266594 h 949444"/>
                <a:gd name="connsiteX774" fmla="*/ 97496 w 1055399"/>
                <a:gd name="connsiteY774" fmla="*/ 269958 h 949444"/>
                <a:gd name="connsiteX775" fmla="*/ 97496 w 1055399"/>
                <a:gd name="connsiteY775" fmla="*/ 273558 h 949444"/>
                <a:gd name="connsiteX776" fmla="*/ 99347 w 1055399"/>
                <a:gd name="connsiteY776" fmla="*/ 276383 h 949444"/>
                <a:gd name="connsiteX777" fmla="*/ 102511 w 1055399"/>
                <a:gd name="connsiteY777" fmla="*/ 279983 h 949444"/>
                <a:gd name="connsiteX778" fmla="*/ 105674 w 1055399"/>
                <a:gd name="connsiteY778" fmla="*/ 284019 h 949444"/>
                <a:gd name="connsiteX779" fmla="*/ 106751 w 1055399"/>
                <a:gd name="connsiteY779" fmla="*/ 285230 h 949444"/>
                <a:gd name="connsiteX780" fmla="*/ 110117 w 1055399"/>
                <a:gd name="connsiteY780" fmla="*/ 287518 h 949444"/>
                <a:gd name="connsiteX781" fmla="*/ 114357 w 1055399"/>
                <a:gd name="connsiteY781" fmla="*/ 291858 h 949444"/>
                <a:gd name="connsiteX782" fmla="*/ 119674 w 1055399"/>
                <a:gd name="connsiteY782" fmla="*/ 295558 h 949444"/>
                <a:gd name="connsiteX783" fmla="*/ 122266 w 1055399"/>
                <a:gd name="connsiteY783" fmla="*/ 299595 h 949444"/>
                <a:gd name="connsiteX784" fmla="*/ 125968 w 1055399"/>
                <a:gd name="connsiteY784" fmla="*/ 304472 h 949444"/>
                <a:gd name="connsiteX785" fmla="*/ 127045 w 1055399"/>
                <a:gd name="connsiteY785" fmla="*/ 306323 h 949444"/>
                <a:gd name="connsiteX786" fmla="*/ 127045 w 1055399"/>
                <a:gd name="connsiteY786" fmla="*/ 308374 h 949444"/>
                <a:gd name="connsiteX787" fmla="*/ 126708 w 1055399"/>
                <a:gd name="connsiteY787" fmla="*/ 309686 h 949444"/>
                <a:gd name="connsiteX788" fmla="*/ 126372 w 1055399"/>
                <a:gd name="connsiteY788" fmla="*/ 311099 h 949444"/>
                <a:gd name="connsiteX789" fmla="*/ 124184 w 1055399"/>
                <a:gd name="connsiteY789" fmla="*/ 313151 h 949444"/>
                <a:gd name="connsiteX790" fmla="*/ 123208 w 1055399"/>
                <a:gd name="connsiteY790" fmla="*/ 313690 h 949444"/>
                <a:gd name="connsiteX791" fmla="*/ 121795 w 1055399"/>
                <a:gd name="connsiteY791" fmla="*/ 314564 h 949444"/>
                <a:gd name="connsiteX792" fmla="*/ 120381 w 1055399"/>
                <a:gd name="connsiteY792" fmla="*/ 315775 h 949444"/>
                <a:gd name="connsiteX793" fmla="*/ 119069 w 1055399"/>
                <a:gd name="connsiteY793" fmla="*/ 317625 h 949444"/>
                <a:gd name="connsiteX794" fmla="*/ 117319 w 1055399"/>
                <a:gd name="connsiteY794" fmla="*/ 318164 h 949444"/>
                <a:gd name="connsiteX795" fmla="*/ 114391 w 1055399"/>
                <a:gd name="connsiteY795" fmla="*/ 317625 h 949444"/>
                <a:gd name="connsiteX796" fmla="*/ 113516 w 1055399"/>
                <a:gd name="connsiteY796" fmla="*/ 316448 h 949444"/>
                <a:gd name="connsiteX797" fmla="*/ 110924 w 1055399"/>
                <a:gd name="connsiteY797" fmla="*/ 314598 h 949444"/>
                <a:gd name="connsiteX798" fmla="*/ 108198 w 1055399"/>
                <a:gd name="connsiteY798" fmla="*/ 312546 h 949444"/>
                <a:gd name="connsiteX799" fmla="*/ 106583 w 1055399"/>
                <a:gd name="connsiteY799" fmla="*/ 311772 h 949444"/>
                <a:gd name="connsiteX800" fmla="*/ 103655 w 1055399"/>
                <a:gd name="connsiteY800" fmla="*/ 312008 h 949444"/>
                <a:gd name="connsiteX801" fmla="*/ 102578 w 1055399"/>
                <a:gd name="connsiteY801" fmla="*/ 312781 h 949444"/>
                <a:gd name="connsiteX802" fmla="*/ 101804 w 1055399"/>
                <a:gd name="connsiteY802" fmla="*/ 314093 h 949444"/>
                <a:gd name="connsiteX803" fmla="*/ 102241 w 1055399"/>
                <a:gd name="connsiteY803" fmla="*/ 318231 h 949444"/>
                <a:gd name="connsiteX804" fmla="*/ 100189 w 1055399"/>
                <a:gd name="connsiteY804" fmla="*/ 321393 h 949444"/>
                <a:gd name="connsiteX805" fmla="*/ 98876 w 1055399"/>
                <a:gd name="connsiteY805" fmla="*/ 324320 h 949444"/>
                <a:gd name="connsiteX806" fmla="*/ 98237 w 1055399"/>
                <a:gd name="connsiteY806" fmla="*/ 328054 h 949444"/>
                <a:gd name="connsiteX807" fmla="*/ 102679 w 1055399"/>
                <a:gd name="connsiteY807" fmla="*/ 331922 h 949444"/>
                <a:gd name="connsiteX808" fmla="*/ 103554 w 1055399"/>
                <a:gd name="connsiteY808" fmla="*/ 331922 h 949444"/>
                <a:gd name="connsiteX809" fmla="*/ 104732 w 1055399"/>
                <a:gd name="connsiteY809" fmla="*/ 332696 h 949444"/>
                <a:gd name="connsiteX810" fmla="*/ 107996 w 1055399"/>
                <a:gd name="connsiteY810" fmla="*/ 334883 h 949444"/>
                <a:gd name="connsiteX811" fmla="*/ 107996 w 1055399"/>
                <a:gd name="connsiteY811" fmla="*/ 335320 h 949444"/>
                <a:gd name="connsiteX812" fmla="*/ 109477 w 1055399"/>
                <a:gd name="connsiteY812" fmla="*/ 339558 h 949444"/>
                <a:gd name="connsiteX813" fmla="*/ 109645 w 1055399"/>
                <a:gd name="connsiteY813" fmla="*/ 341510 h 949444"/>
                <a:gd name="connsiteX814" fmla="*/ 109645 w 1055399"/>
                <a:gd name="connsiteY814" fmla="*/ 343259 h 949444"/>
                <a:gd name="connsiteX815" fmla="*/ 109881 w 1055399"/>
                <a:gd name="connsiteY815" fmla="*/ 345109 h 949444"/>
                <a:gd name="connsiteX816" fmla="*/ 111833 w 1055399"/>
                <a:gd name="connsiteY816" fmla="*/ 347834 h 949444"/>
                <a:gd name="connsiteX817" fmla="*/ 114559 w 1055399"/>
                <a:gd name="connsiteY817" fmla="*/ 348910 h 949444"/>
                <a:gd name="connsiteX818" fmla="*/ 114896 w 1055399"/>
                <a:gd name="connsiteY818" fmla="*/ 352375 h 949444"/>
                <a:gd name="connsiteX819" fmla="*/ 114896 w 1055399"/>
                <a:gd name="connsiteY819" fmla="*/ 355436 h 949444"/>
                <a:gd name="connsiteX820" fmla="*/ 114896 w 1055399"/>
                <a:gd name="connsiteY820" fmla="*/ 356849 h 949444"/>
                <a:gd name="connsiteX821" fmla="*/ 113583 w 1055399"/>
                <a:gd name="connsiteY821" fmla="*/ 358800 h 949444"/>
                <a:gd name="connsiteX822" fmla="*/ 112506 w 1055399"/>
                <a:gd name="connsiteY822" fmla="*/ 359877 h 949444"/>
                <a:gd name="connsiteX823" fmla="*/ 112271 w 1055399"/>
                <a:gd name="connsiteY823" fmla="*/ 361929 h 949444"/>
                <a:gd name="connsiteX824" fmla="*/ 112910 w 1055399"/>
                <a:gd name="connsiteY824" fmla="*/ 362904 h 949444"/>
                <a:gd name="connsiteX825" fmla="*/ 114088 w 1055399"/>
                <a:gd name="connsiteY825" fmla="*/ 363981 h 949444"/>
                <a:gd name="connsiteX826" fmla="*/ 117689 w 1055399"/>
                <a:gd name="connsiteY826" fmla="*/ 366605 h 949444"/>
                <a:gd name="connsiteX827" fmla="*/ 120079 w 1055399"/>
                <a:gd name="connsiteY827" fmla="*/ 368119 h 949444"/>
                <a:gd name="connsiteX828" fmla="*/ 121593 w 1055399"/>
                <a:gd name="connsiteY828" fmla="*/ 370507 h 949444"/>
                <a:gd name="connsiteX829" fmla="*/ 122569 w 1055399"/>
                <a:gd name="connsiteY829" fmla="*/ 372693 h 949444"/>
                <a:gd name="connsiteX830" fmla="*/ 124420 w 1055399"/>
                <a:gd name="connsiteY830" fmla="*/ 374443 h 949444"/>
                <a:gd name="connsiteX831" fmla="*/ 127583 w 1055399"/>
                <a:gd name="connsiteY831" fmla="*/ 377369 h 949444"/>
                <a:gd name="connsiteX832" fmla="*/ 127920 w 1055399"/>
                <a:gd name="connsiteY832" fmla="*/ 381272 h 949444"/>
                <a:gd name="connsiteX833" fmla="*/ 127482 w 1055399"/>
                <a:gd name="connsiteY833" fmla="*/ 383223 h 949444"/>
                <a:gd name="connsiteX834" fmla="*/ 126170 w 1055399"/>
                <a:gd name="connsiteY834" fmla="*/ 385712 h 949444"/>
                <a:gd name="connsiteX835" fmla="*/ 125194 w 1055399"/>
                <a:gd name="connsiteY835" fmla="*/ 387461 h 949444"/>
                <a:gd name="connsiteX836" fmla="*/ 123040 w 1055399"/>
                <a:gd name="connsiteY836" fmla="*/ 388437 h 949444"/>
                <a:gd name="connsiteX837" fmla="*/ 122064 w 1055399"/>
                <a:gd name="connsiteY837" fmla="*/ 388975 h 949444"/>
                <a:gd name="connsiteX838" fmla="*/ 120550 w 1055399"/>
                <a:gd name="connsiteY838" fmla="*/ 389951 h 949444"/>
                <a:gd name="connsiteX839" fmla="*/ 119910 w 1055399"/>
                <a:gd name="connsiteY839" fmla="*/ 392003 h 949444"/>
                <a:gd name="connsiteX840" fmla="*/ 121526 w 1055399"/>
                <a:gd name="connsiteY840" fmla="*/ 394627 h 949444"/>
                <a:gd name="connsiteX841" fmla="*/ 124016 w 1055399"/>
                <a:gd name="connsiteY841" fmla="*/ 396914 h 949444"/>
                <a:gd name="connsiteX842" fmla="*/ 124218 w 1055399"/>
                <a:gd name="connsiteY842" fmla="*/ 400278 h 949444"/>
                <a:gd name="connsiteX843" fmla="*/ 124117 w 1055399"/>
                <a:gd name="connsiteY843" fmla="*/ 403743 h 949444"/>
                <a:gd name="connsiteX844" fmla="*/ 123242 w 1055399"/>
                <a:gd name="connsiteY844" fmla="*/ 406905 h 949444"/>
                <a:gd name="connsiteX845" fmla="*/ 122805 w 1055399"/>
                <a:gd name="connsiteY845" fmla="*/ 411346 h 949444"/>
                <a:gd name="connsiteX846" fmla="*/ 126170 w 1055399"/>
                <a:gd name="connsiteY846" fmla="*/ 415584 h 949444"/>
                <a:gd name="connsiteX847" fmla="*/ 125833 w 1055399"/>
                <a:gd name="connsiteY847" fmla="*/ 417871 h 949444"/>
                <a:gd name="connsiteX848" fmla="*/ 125396 w 1055399"/>
                <a:gd name="connsiteY848" fmla="*/ 422547 h 949444"/>
                <a:gd name="connsiteX849" fmla="*/ 125396 w 1055399"/>
                <a:gd name="connsiteY849" fmla="*/ 426450 h 949444"/>
                <a:gd name="connsiteX850" fmla="*/ 124420 w 1055399"/>
                <a:gd name="connsiteY850" fmla="*/ 429175 h 949444"/>
                <a:gd name="connsiteX851" fmla="*/ 122905 w 1055399"/>
                <a:gd name="connsiteY851" fmla="*/ 431025 h 949444"/>
                <a:gd name="connsiteX852" fmla="*/ 121828 w 1055399"/>
                <a:gd name="connsiteY852" fmla="*/ 434187 h 949444"/>
                <a:gd name="connsiteX853" fmla="*/ 121828 w 1055399"/>
                <a:gd name="connsiteY853" fmla="*/ 437113 h 949444"/>
                <a:gd name="connsiteX854" fmla="*/ 122703 w 1055399"/>
                <a:gd name="connsiteY854" fmla="*/ 442866 h 949444"/>
                <a:gd name="connsiteX855" fmla="*/ 123780 w 1055399"/>
                <a:gd name="connsiteY855" fmla="*/ 447205 h 949444"/>
                <a:gd name="connsiteX856" fmla="*/ 126372 w 1055399"/>
                <a:gd name="connsiteY856" fmla="*/ 455144 h 949444"/>
                <a:gd name="connsiteX857" fmla="*/ 127247 w 1055399"/>
                <a:gd name="connsiteY857" fmla="*/ 460156 h 949444"/>
                <a:gd name="connsiteX858" fmla="*/ 128122 w 1055399"/>
                <a:gd name="connsiteY858" fmla="*/ 468398 h 949444"/>
                <a:gd name="connsiteX859" fmla="*/ 128357 w 1055399"/>
                <a:gd name="connsiteY859" fmla="*/ 480778 h 949444"/>
                <a:gd name="connsiteX860" fmla="*/ 124656 w 1055399"/>
                <a:gd name="connsiteY860" fmla="*/ 486631 h 949444"/>
                <a:gd name="connsiteX861" fmla="*/ 121828 w 1055399"/>
                <a:gd name="connsiteY861" fmla="*/ 491206 h 949444"/>
                <a:gd name="connsiteX862" fmla="*/ 120079 w 1055399"/>
                <a:gd name="connsiteY862" fmla="*/ 495781 h 949444"/>
                <a:gd name="connsiteX863" fmla="*/ 117891 w 1055399"/>
                <a:gd name="connsiteY863" fmla="*/ 498405 h 949444"/>
                <a:gd name="connsiteX864" fmla="*/ 116915 w 1055399"/>
                <a:gd name="connsiteY864" fmla="*/ 499044 h 949444"/>
                <a:gd name="connsiteX865" fmla="*/ 114828 w 1055399"/>
                <a:gd name="connsiteY865" fmla="*/ 501399 h 949444"/>
                <a:gd name="connsiteX866" fmla="*/ 114828 w 1055399"/>
                <a:gd name="connsiteY866" fmla="*/ 504864 h 949444"/>
                <a:gd name="connsiteX867" fmla="*/ 115703 w 1055399"/>
                <a:gd name="connsiteY867" fmla="*/ 510952 h 949444"/>
                <a:gd name="connsiteX868" fmla="*/ 116141 w 1055399"/>
                <a:gd name="connsiteY868" fmla="*/ 513240 h 949444"/>
                <a:gd name="connsiteX869" fmla="*/ 118530 w 1055399"/>
                <a:gd name="connsiteY869" fmla="*/ 516167 h 949444"/>
                <a:gd name="connsiteX870" fmla="*/ 120920 w 1055399"/>
                <a:gd name="connsiteY870" fmla="*/ 516167 h 949444"/>
                <a:gd name="connsiteX871" fmla="*/ 121997 w 1055399"/>
                <a:gd name="connsiteY871" fmla="*/ 519194 h 949444"/>
                <a:gd name="connsiteX872" fmla="*/ 122199 w 1055399"/>
                <a:gd name="connsiteY872" fmla="*/ 523971 h 949444"/>
                <a:gd name="connsiteX873" fmla="*/ 121997 w 1055399"/>
                <a:gd name="connsiteY873" fmla="*/ 529185 h 949444"/>
                <a:gd name="connsiteX874" fmla="*/ 122636 w 1055399"/>
                <a:gd name="connsiteY874" fmla="*/ 532011 h 949444"/>
                <a:gd name="connsiteX875" fmla="*/ 122838 w 1055399"/>
                <a:gd name="connsiteY875" fmla="*/ 539613 h 949444"/>
                <a:gd name="connsiteX876" fmla="*/ 123713 w 1055399"/>
                <a:gd name="connsiteY876" fmla="*/ 545467 h 949444"/>
                <a:gd name="connsiteX877" fmla="*/ 122838 w 1055399"/>
                <a:gd name="connsiteY877" fmla="*/ 549806 h 949444"/>
                <a:gd name="connsiteX878" fmla="*/ 124353 w 1055399"/>
                <a:gd name="connsiteY878" fmla="*/ 554583 h 949444"/>
                <a:gd name="connsiteX879" fmla="*/ 123377 w 1055399"/>
                <a:gd name="connsiteY879" fmla="*/ 557846 h 949444"/>
                <a:gd name="connsiteX880" fmla="*/ 126978 w 1055399"/>
                <a:gd name="connsiteY880" fmla="*/ 562085 h 949444"/>
                <a:gd name="connsiteX881" fmla="*/ 127314 w 1055399"/>
                <a:gd name="connsiteY881" fmla="*/ 565785 h 949444"/>
                <a:gd name="connsiteX882" fmla="*/ 127954 w 1055399"/>
                <a:gd name="connsiteY882" fmla="*/ 575339 h 949444"/>
                <a:gd name="connsiteX883" fmla="*/ 127516 w 1055399"/>
                <a:gd name="connsiteY883" fmla="*/ 577963 h 949444"/>
                <a:gd name="connsiteX884" fmla="*/ 126641 w 1055399"/>
                <a:gd name="connsiteY884" fmla="*/ 580990 h 949444"/>
                <a:gd name="connsiteX885" fmla="*/ 125127 w 1055399"/>
                <a:gd name="connsiteY885" fmla="*/ 587718 h 949444"/>
                <a:gd name="connsiteX886" fmla="*/ 122535 w 1055399"/>
                <a:gd name="connsiteY886" fmla="*/ 593470 h 949444"/>
                <a:gd name="connsiteX887" fmla="*/ 120415 w 1055399"/>
                <a:gd name="connsiteY887" fmla="*/ 600198 h 949444"/>
                <a:gd name="connsiteX888" fmla="*/ 118295 w 1055399"/>
                <a:gd name="connsiteY888" fmla="*/ 603798 h 949444"/>
                <a:gd name="connsiteX889" fmla="*/ 118295 w 1055399"/>
                <a:gd name="connsiteY889" fmla="*/ 607397 h 949444"/>
                <a:gd name="connsiteX890" fmla="*/ 119170 w 1055399"/>
                <a:gd name="connsiteY890" fmla="*/ 611535 h 949444"/>
                <a:gd name="connsiteX891" fmla="*/ 119506 w 1055399"/>
                <a:gd name="connsiteY891" fmla="*/ 615336 h 949444"/>
                <a:gd name="connsiteX892" fmla="*/ 120045 w 1055399"/>
                <a:gd name="connsiteY892" fmla="*/ 618599 h 949444"/>
                <a:gd name="connsiteX893" fmla="*/ 120045 w 1055399"/>
                <a:gd name="connsiteY893" fmla="*/ 626538 h 949444"/>
                <a:gd name="connsiteX894" fmla="*/ 120381 w 1055399"/>
                <a:gd name="connsiteY894" fmla="*/ 629263 h 949444"/>
                <a:gd name="connsiteX895" fmla="*/ 119304 w 1055399"/>
                <a:gd name="connsiteY895" fmla="*/ 633165 h 949444"/>
                <a:gd name="connsiteX896" fmla="*/ 118766 w 1055399"/>
                <a:gd name="connsiteY896" fmla="*/ 635991 h 949444"/>
                <a:gd name="connsiteX897" fmla="*/ 118429 w 1055399"/>
                <a:gd name="connsiteY897" fmla="*/ 641642 h 949444"/>
                <a:gd name="connsiteX898" fmla="*/ 119304 w 1055399"/>
                <a:gd name="connsiteY898" fmla="*/ 646083 h 949444"/>
                <a:gd name="connsiteX899" fmla="*/ 120819 w 1055399"/>
                <a:gd name="connsiteY899" fmla="*/ 654997 h 949444"/>
                <a:gd name="connsiteX900" fmla="*/ 125833 w 1055399"/>
                <a:gd name="connsiteY900" fmla="*/ 662062 h 949444"/>
                <a:gd name="connsiteX901" fmla="*/ 129636 w 1055399"/>
                <a:gd name="connsiteY901" fmla="*/ 666502 h 949444"/>
                <a:gd name="connsiteX902" fmla="*/ 134516 w 1055399"/>
                <a:gd name="connsiteY902" fmla="*/ 672894 h 949444"/>
                <a:gd name="connsiteX903" fmla="*/ 140608 w 1055399"/>
                <a:gd name="connsiteY903" fmla="*/ 672557 h 949444"/>
                <a:gd name="connsiteX904" fmla="*/ 141819 w 1055399"/>
                <a:gd name="connsiteY904" fmla="*/ 667881 h 949444"/>
                <a:gd name="connsiteX905" fmla="*/ 142694 w 1055399"/>
                <a:gd name="connsiteY905" fmla="*/ 659942 h 949444"/>
                <a:gd name="connsiteX906" fmla="*/ 142694 w 1055399"/>
                <a:gd name="connsiteY906" fmla="*/ 656040 h 949444"/>
                <a:gd name="connsiteX907" fmla="*/ 140944 w 1055399"/>
                <a:gd name="connsiteY907" fmla="*/ 649951 h 949444"/>
                <a:gd name="connsiteX908" fmla="*/ 140944 w 1055399"/>
                <a:gd name="connsiteY908" fmla="*/ 647361 h 949444"/>
                <a:gd name="connsiteX909" fmla="*/ 141718 w 1055399"/>
                <a:gd name="connsiteY909" fmla="*/ 643123 h 949444"/>
                <a:gd name="connsiteX910" fmla="*/ 142257 w 1055399"/>
                <a:gd name="connsiteY910" fmla="*/ 640936 h 949444"/>
                <a:gd name="connsiteX911" fmla="*/ 143132 w 1055399"/>
                <a:gd name="connsiteY911" fmla="*/ 639086 h 949444"/>
                <a:gd name="connsiteX912" fmla="*/ 145622 w 1055399"/>
                <a:gd name="connsiteY912" fmla="*/ 637471 h 949444"/>
                <a:gd name="connsiteX913" fmla="*/ 149762 w 1055399"/>
                <a:gd name="connsiteY913" fmla="*/ 637236 h 949444"/>
                <a:gd name="connsiteX914" fmla="*/ 153127 w 1055399"/>
                <a:gd name="connsiteY914" fmla="*/ 636361 h 949444"/>
                <a:gd name="connsiteX915" fmla="*/ 154541 w 1055399"/>
                <a:gd name="connsiteY915" fmla="*/ 635486 h 949444"/>
                <a:gd name="connsiteX916" fmla="*/ 157132 w 1055399"/>
                <a:gd name="connsiteY916" fmla="*/ 632862 h 949444"/>
                <a:gd name="connsiteX917" fmla="*/ 159858 w 1055399"/>
                <a:gd name="connsiteY917" fmla="*/ 629936 h 949444"/>
                <a:gd name="connsiteX918" fmla="*/ 161474 w 1055399"/>
                <a:gd name="connsiteY918" fmla="*/ 627447 h 949444"/>
                <a:gd name="connsiteX919" fmla="*/ 164200 w 1055399"/>
                <a:gd name="connsiteY919" fmla="*/ 623746 h 949444"/>
                <a:gd name="connsiteX920" fmla="*/ 165714 w 1055399"/>
                <a:gd name="connsiteY920" fmla="*/ 619507 h 949444"/>
                <a:gd name="connsiteX921" fmla="*/ 167228 w 1055399"/>
                <a:gd name="connsiteY921" fmla="*/ 617893 h 949444"/>
                <a:gd name="connsiteX922" fmla="*/ 170594 w 1055399"/>
                <a:gd name="connsiteY922" fmla="*/ 614731 h 949444"/>
                <a:gd name="connsiteX923" fmla="*/ 170931 w 1055399"/>
                <a:gd name="connsiteY923" fmla="*/ 611131 h 949444"/>
                <a:gd name="connsiteX924" fmla="*/ 171806 w 1055399"/>
                <a:gd name="connsiteY924" fmla="*/ 609718 h 949444"/>
                <a:gd name="connsiteX925" fmla="*/ 173421 w 1055399"/>
                <a:gd name="connsiteY925" fmla="*/ 607330 h 949444"/>
                <a:gd name="connsiteX926" fmla="*/ 174397 w 1055399"/>
                <a:gd name="connsiteY926" fmla="*/ 606253 h 949444"/>
                <a:gd name="connsiteX927" fmla="*/ 176349 w 1055399"/>
                <a:gd name="connsiteY927" fmla="*/ 605480 h 949444"/>
                <a:gd name="connsiteX928" fmla="*/ 180152 w 1055399"/>
                <a:gd name="connsiteY928" fmla="*/ 605042 h 949444"/>
                <a:gd name="connsiteX929" fmla="*/ 182104 w 1055399"/>
                <a:gd name="connsiteY929" fmla="*/ 605244 h 949444"/>
                <a:gd name="connsiteX930" fmla="*/ 184056 w 1055399"/>
                <a:gd name="connsiteY930" fmla="*/ 607969 h 949444"/>
                <a:gd name="connsiteX931" fmla="*/ 183181 w 1055399"/>
                <a:gd name="connsiteY931" fmla="*/ 609382 h 949444"/>
                <a:gd name="connsiteX932" fmla="*/ 181969 w 1055399"/>
                <a:gd name="connsiteY932" fmla="*/ 611770 h 949444"/>
                <a:gd name="connsiteX933" fmla="*/ 181330 w 1055399"/>
                <a:gd name="connsiteY933" fmla="*/ 614495 h 949444"/>
                <a:gd name="connsiteX934" fmla="*/ 181767 w 1055399"/>
                <a:gd name="connsiteY934" fmla="*/ 618532 h 949444"/>
                <a:gd name="connsiteX935" fmla="*/ 182743 w 1055399"/>
                <a:gd name="connsiteY935" fmla="*/ 621156 h 949444"/>
                <a:gd name="connsiteX936" fmla="*/ 184359 w 1055399"/>
                <a:gd name="connsiteY936" fmla="*/ 624520 h 949444"/>
                <a:gd name="connsiteX937" fmla="*/ 187623 w 1055399"/>
                <a:gd name="connsiteY937" fmla="*/ 627682 h 949444"/>
                <a:gd name="connsiteX938" fmla="*/ 189575 w 1055399"/>
                <a:gd name="connsiteY938" fmla="*/ 631382 h 949444"/>
                <a:gd name="connsiteX939" fmla="*/ 193378 w 1055399"/>
                <a:gd name="connsiteY939" fmla="*/ 634309 h 949444"/>
                <a:gd name="connsiteX940" fmla="*/ 198696 w 1055399"/>
                <a:gd name="connsiteY940" fmla="*/ 633973 h 949444"/>
                <a:gd name="connsiteX941" fmla="*/ 200648 w 1055399"/>
                <a:gd name="connsiteY941" fmla="*/ 636563 h 949444"/>
                <a:gd name="connsiteX942" fmla="*/ 201825 w 1055399"/>
                <a:gd name="connsiteY942" fmla="*/ 640902 h 949444"/>
                <a:gd name="connsiteX943" fmla="*/ 204989 w 1055399"/>
                <a:gd name="connsiteY943" fmla="*/ 648942 h 949444"/>
                <a:gd name="connsiteX944" fmla="*/ 208893 w 1055399"/>
                <a:gd name="connsiteY944" fmla="*/ 655569 h 949444"/>
                <a:gd name="connsiteX945" fmla="*/ 208994 w 1055399"/>
                <a:gd name="connsiteY945" fmla="*/ 658630 h 949444"/>
                <a:gd name="connsiteX946" fmla="*/ 210205 w 1055399"/>
                <a:gd name="connsiteY946" fmla="*/ 662432 h 949444"/>
                <a:gd name="connsiteX947" fmla="*/ 213234 w 1055399"/>
                <a:gd name="connsiteY947" fmla="*/ 666435 h 949444"/>
                <a:gd name="connsiteX948" fmla="*/ 215287 w 1055399"/>
                <a:gd name="connsiteY948" fmla="*/ 667511 h 949444"/>
                <a:gd name="connsiteX949" fmla="*/ 218215 w 1055399"/>
                <a:gd name="connsiteY949" fmla="*/ 669563 h 949444"/>
                <a:gd name="connsiteX950" fmla="*/ 218855 w 1055399"/>
                <a:gd name="connsiteY950" fmla="*/ 671178 h 949444"/>
                <a:gd name="connsiteX951" fmla="*/ 219191 w 1055399"/>
                <a:gd name="connsiteY951" fmla="*/ 673264 h 949444"/>
                <a:gd name="connsiteX952" fmla="*/ 218855 w 1055399"/>
                <a:gd name="connsiteY952" fmla="*/ 677065 h 949444"/>
                <a:gd name="connsiteX953" fmla="*/ 218081 w 1055399"/>
                <a:gd name="connsiteY953" fmla="*/ 679117 h 949444"/>
                <a:gd name="connsiteX954" fmla="*/ 215893 w 1055399"/>
                <a:gd name="connsiteY954" fmla="*/ 681943 h 949444"/>
                <a:gd name="connsiteX955" fmla="*/ 214379 w 1055399"/>
                <a:gd name="connsiteY955" fmla="*/ 682716 h 949444"/>
                <a:gd name="connsiteX956" fmla="*/ 211787 w 1055399"/>
                <a:gd name="connsiteY956" fmla="*/ 683356 h 949444"/>
                <a:gd name="connsiteX957" fmla="*/ 206234 w 1055399"/>
                <a:gd name="connsiteY957" fmla="*/ 684331 h 949444"/>
                <a:gd name="connsiteX958" fmla="*/ 204383 w 1055399"/>
                <a:gd name="connsiteY958" fmla="*/ 684768 h 949444"/>
                <a:gd name="connsiteX959" fmla="*/ 202532 w 1055399"/>
                <a:gd name="connsiteY959" fmla="*/ 685643 h 949444"/>
                <a:gd name="connsiteX960" fmla="*/ 202532 w 1055399"/>
                <a:gd name="connsiteY960" fmla="*/ 688570 h 949444"/>
                <a:gd name="connsiteX961" fmla="*/ 204047 w 1055399"/>
                <a:gd name="connsiteY961" fmla="*/ 692606 h 949444"/>
                <a:gd name="connsiteX962" fmla="*/ 205124 w 1055399"/>
                <a:gd name="connsiteY962" fmla="*/ 696509 h 949444"/>
                <a:gd name="connsiteX963" fmla="*/ 207311 w 1055399"/>
                <a:gd name="connsiteY963" fmla="*/ 700646 h 949444"/>
                <a:gd name="connsiteX964" fmla="*/ 210138 w 1055399"/>
                <a:gd name="connsiteY964" fmla="*/ 703573 h 949444"/>
                <a:gd name="connsiteX965" fmla="*/ 212965 w 1055399"/>
                <a:gd name="connsiteY965" fmla="*/ 708350 h 949444"/>
                <a:gd name="connsiteX966" fmla="*/ 214816 w 1055399"/>
                <a:gd name="connsiteY966" fmla="*/ 712689 h 949444"/>
                <a:gd name="connsiteX967" fmla="*/ 217408 w 1055399"/>
                <a:gd name="connsiteY967" fmla="*/ 717466 h 949444"/>
                <a:gd name="connsiteX968" fmla="*/ 221749 w 1055399"/>
                <a:gd name="connsiteY968" fmla="*/ 723454 h 949444"/>
                <a:gd name="connsiteX969" fmla="*/ 226326 w 1055399"/>
                <a:gd name="connsiteY969" fmla="*/ 726482 h 949444"/>
                <a:gd name="connsiteX970" fmla="*/ 232417 w 1055399"/>
                <a:gd name="connsiteY970" fmla="*/ 727121 h 949444"/>
                <a:gd name="connsiteX971" fmla="*/ 236321 w 1055399"/>
                <a:gd name="connsiteY971" fmla="*/ 726145 h 949444"/>
                <a:gd name="connsiteX972" fmla="*/ 240124 w 1055399"/>
                <a:gd name="connsiteY972" fmla="*/ 721806 h 949444"/>
                <a:gd name="connsiteX973" fmla="*/ 241874 w 1055399"/>
                <a:gd name="connsiteY973" fmla="*/ 719215 h 949444"/>
                <a:gd name="connsiteX974" fmla="*/ 243187 w 1055399"/>
                <a:gd name="connsiteY974" fmla="*/ 718576 h 949444"/>
                <a:gd name="connsiteX975" fmla="*/ 245576 w 1055399"/>
                <a:gd name="connsiteY975" fmla="*/ 718778 h 949444"/>
                <a:gd name="connsiteX976" fmla="*/ 246216 w 1055399"/>
                <a:gd name="connsiteY976" fmla="*/ 720628 h 949444"/>
                <a:gd name="connsiteX977" fmla="*/ 250019 w 1055399"/>
                <a:gd name="connsiteY977" fmla="*/ 722916 h 949444"/>
                <a:gd name="connsiteX978" fmla="*/ 254259 w 1055399"/>
                <a:gd name="connsiteY978" fmla="*/ 724362 h 949444"/>
                <a:gd name="connsiteX979" fmla="*/ 257154 w 1055399"/>
                <a:gd name="connsiteY979" fmla="*/ 719888 h 949444"/>
                <a:gd name="connsiteX980" fmla="*/ 258298 w 1055399"/>
                <a:gd name="connsiteY980" fmla="*/ 719316 h 949444"/>
                <a:gd name="connsiteX981" fmla="*/ 261495 w 1055399"/>
                <a:gd name="connsiteY981" fmla="*/ 718307 h 949444"/>
                <a:gd name="connsiteX982" fmla="*/ 263817 w 1055399"/>
                <a:gd name="connsiteY982" fmla="*/ 719182 h 949444"/>
                <a:gd name="connsiteX983" fmla="*/ 267014 w 1055399"/>
                <a:gd name="connsiteY983" fmla="*/ 722209 h 949444"/>
                <a:gd name="connsiteX984" fmla="*/ 267452 w 1055399"/>
                <a:gd name="connsiteY984" fmla="*/ 727289 h 949444"/>
                <a:gd name="connsiteX985" fmla="*/ 269337 w 1055399"/>
                <a:gd name="connsiteY985" fmla="*/ 733815 h 949444"/>
                <a:gd name="connsiteX986" fmla="*/ 271524 w 1055399"/>
                <a:gd name="connsiteY986" fmla="*/ 739904 h 949444"/>
                <a:gd name="connsiteX987" fmla="*/ 274553 w 1055399"/>
                <a:gd name="connsiteY987" fmla="*/ 744546 h 949444"/>
                <a:gd name="connsiteX988" fmla="*/ 279029 w 1055399"/>
                <a:gd name="connsiteY988" fmla="*/ 751072 h 949444"/>
                <a:gd name="connsiteX989" fmla="*/ 279904 w 1055399"/>
                <a:gd name="connsiteY989" fmla="*/ 753965 h 949444"/>
                <a:gd name="connsiteX990" fmla="*/ 279904 w 1055399"/>
                <a:gd name="connsiteY990" fmla="*/ 760323 h 949444"/>
                <a:gd name="connsiteX991" fmla="*/ 280644 w 1055399"/>
                <a:gd name="connsiteY991" fmla="*/ 766546 h 949444"/>
                <a:gd name="connsiteX992" fmla="*/ 280342 w 1055399"/>
                <a:gd name="connsiteY992" fmla="*/ 770449 h 949444"/>
                <a:gd name="connsiteX993" fmla="*/ 285121 w 1055399"/>
                <a:gd name="connsiteY993" fmla="*/ 775091 h 949444"/>
                <a:gd name="connsiteX994" fmla="*/ 287712 w 1055399"/>
                <a:gd name="connsiteY994" fmla="*/ 775091 h 949444"/>
                <a:gd name="connsiteX995" fmla="*/ 292356 w 1055399"/>
                <a:gd name="connsiteY995" fmla="*/ 774788 h 949444"/>
                <a:gd name="connsiteX996" fmla="*/ 293803 w 1055399"/>
                <a:gd name="connsiteY996" fmla="*/ 780440 h 949444"/>
                <a:gd name="connsiteX997" fmla="*/ 294376 w 1055399"/>
                <a:gd name="connsiteY997" fmla="*/ 785956 h 949444"/>
                <a:gd name="connsiteX998" fmla="*/ 297001 w 1055399"/>
                <a:gd name="connsiteY998" fmla="*/ 797831 h 949444"/>
                <a:gd name="connsiteX999" fmla="*/ 298448 w 1055399"/>
                <a:gd name="connsiteY999" fmla="*/ 801161 h 949444"/>
                <a:gd name="connsiteX1000" fmla="*/ 300635 w 1055399"/>
                <a:gd name="connsiteY1000" fmla="*/ 804492 h 949444"/>
                <a:gd name="connsiteX1001" fmla="*/ 306424 w 1055399"/>
                <a:gd name="connsiteY1001" fmla="*/ 806948 h 949444"/>
                <a:gd name="connsiteX1002" fmla="*/ 306491 w 1055399"/>
                <a:gd name="connsiteY1002" fmla="*/ 809134 h 949444"/>
                <a:gd name="connsiteX1003" fmla="*/ 305986 w 1055399"/>
                <a:gd name="connsiteY1003" fmla="*/ 815088 h 949444"/>
                <a:gd name="connsiteX1004" fmla="*/ 305986 w 1055399"/>
                <a:gd name="connsiteY1004" fmla="*/ 817679 h 949444"/>
                <a:gd name="connsiteX1005" fmla="*/ 306727 w 1055399"/>
                <a:gd name="connsiteY1005" fmla="*/ 819697 h 949444"/>
                <a:gd name="connsiteX1006" fmla="*/ 309116 w 1055399"/>
                <a:gd name="connsiteY1006" fmla="*/ 825651 h 949444"/>
                <a:gd name="connsiteX1007" fmla="*/ 311506 w 1055399"/>
                <a:gd name="connsiteY1007" fmla="*/ 830428 h 949444"/>
                <a:gd name="connsiteX1008" fmla="*/ 314131 w 1055399"/>
                <a:gd name="connsiteY1008" fmla="*/ 834330 h 949444"/>
                <a:gd name="connsiteX1009" fmla="*/ 319919 w 1055399"/>
                <a:gd name="connsiteY1009" fmla="*/ 836517 h 949444"/>
                <a:gd name="connsiteX1010" fmla="*/ 322679 w 1055399"/>
                <a:gd name="connsiteY1010" fmla="*/ 837391 h 949444"/>
                <a:gd name="connsiteX1011" fmla="*/ 325001 w 1055399"/>
                <a:gd name="connsiteY1011" fmla="*/ 838569 h 949444"/>
                <a:gd name="connsiteX1012" fmla="*/ 328198 w 1055399"/>
                <a:gd name="connsiteY1012" fmla="*/ 842908 h 949444"/>
                <a:gd name="connsiteX1013" fmla="*/ 329073 w 1055399"/>
                <a:gd name="connsiteY1013" fmla="*/ 849132 h 949444"/>
                <a:gd name="connsiteX1014" fmla="*/ 328939 w 1055399"/>
                <a:gd name="connsiteY1014" fmla="*/ 850713 h 949444"/>
                <a:gd name="connsiteX1015" fmla="*/ 328501 w 1055399"/>
                <a:gd name="connsiteY1015" fmla="*/ 854178 h 949444"/>
                <a:gd name="connsiteX1016" fmla="*/ 327626 w 1055399"/>
                <a:gd name="connsiteY1016" fmla="*/ 856499 h 949444"/>
                <a:gd name="connsiteX1017" fmla="*/ 328064 w 1055399"/>
                <a:gd name="connsiteY1017" fmla="*/ 858955 h 949444"/>
                <a:gd name="connsiteX1018" fmla="*/ 331530 w 1055399"/>
                <a:gd name="connsiteY1018" fmla="*/ 859695 h 949444"/>
                <a:gd name="connsiteX1019" fmla="*/ 338934 w 1055399"/>
                <a:gd name="connsiteY1019" fmla="*/ 855490 h 949444"/>
                <a:gd name="connsiteX1020" fmla="*/ 340819 w 1055399"/>
                <a:gd name="connsiteY1020" fmla="*/ 855927 h 949444"/>
                <a:gd name="connsiteX1021" fmla="*/ 338362 w 1055399"/>
                <a:gd name="connsiteY1021" fmla="*/ 863328 h 949444"/>
                <a:gd name="connsiteX1022" fmla="*/ 337050 w 1055399"/>
                <a:gd name="connsiteY1022" fmla="*/ 865783 h 949444"/>
                <a:gd name="connsiteX1023" fmla="*/ 334727 w 1055399"/>
                <a:gd name="connsiteY1023" fmla="*/ 868104 h 949444"/>
                <a:gd name="connsiteX1024" fmla="*/ 330958 w 1055399"/>
                <a:gd name="connsiteY1024" fmla="*/ 870291 h 949444"/>
                <a:gd name="connsiteX1025" fmla="*/ 326919 w 1055399"/>
                <a:gd name="connsiteY1025" fmla="*/ 871300 h 949444"/>
                <a:gd name="connsiteX1026" fmla="*/ 324732 w 1055399"/>
                <a:gd name="connsiteY1026" fmla="*/ 873319 h 949444"/>
                <a:gd name="connsiteX1027" fmla="*/ 324867 w 1055399"/>
                <a:gd name="connsiteY1027" fmla="*/ 876952 h 949444"/>
                <a:gd name="connsiteX1028" fmla="*/ 326617 w 1055399"/>
                <a:gd name="connsiteY1028" fmla="*/ 881728 h 949444"/>
                <a:gd name="connsiteX1029" fmla="*/ 333011 w 1055399"/>
                <a:gd name="connsiteY1029" fmla="*/ 885799 h 949444"/>
                <a:gd name="connsiteX1030" fmla="*/ 339977 w 1055399"/>
                <a:gd name="connsiteY1030" fmla="*/ 888995 h 949444"/>
                <a:gd name="connsiteX1031" fmla="*/ 343309 w 1055399"/>
                <a:gd name="connsiteY1031" fmla="*/ 892190 h 949444"/>
                <a:gd name="connsiteX1032" fmla="*/ 344184 w 1055399"/>
                <a:gd name="connsiteY1032" fmla="*/ 894209 h 949444"/>
                <a:gd name="connsiteX1033" fmla="*/ 347382 w 1055399"/>
                <a:gd name="connsiteY1033" fmla="*/ 898986 h 949444"/>
                <a:gd name="connsiteX1034" fmla="*/ 351285 w 1055399"/>
                <a:gd name="connsiteY1034" fmla="*/ 905512 h 949444"/>
                <a:gd name="connsiteX1035" fmla="*/ 349401 w 1055399"/>
                <a:gd name="connsiteY1035" fmla="*/ 908707 h 949444"/>
                <a:gd name="connsiteX1036" fmla="*/ 343040 w 1055399"/>
                <a:gd name="connsiteY1036" fmla="*/ 910019 h 949444"/>
                <a:gd name="connsiteX1037" fmla="*/ 339843 w 1055399"/>
                <a:gd name="connsiteY1037" fmla="*/ 910154 h 949444"/>
                <a:gd name="connsiteX1038" fmla="*/ 338833 w 1055399"/>
                <a:gd name="connsiteY1038" fmla="*/ 915671 h 949444"/>
                <a:gd name="connsiteX1039" fmla="*/ 340146 w 1055399"/>
                <a:gd name="connsiteY1039" fmla="*/ 920582 h 949444"/>
                <a:gd name="connsiteX1040" fmla="*/ 345228 w 1055399"/>
                <a:gd name="connsiteY1040" fmla="*/ 922903 h 949444"/>
                <a:gd name="connsiteX1041" fmla="*/ 350444 w 1055399"/>
                <a:gd name="connsiteY1041" fmla="*/ 922903 h 949444"/>
                <a:gd name="connsiteX1042" fmla="*/ 353069 w 1055399"/>
                <a:gd name="connsiteY1042" fmla="*/ 920448 h 949444"/>
                <a:gd name="connsiteX1043" fmla="*/ 355526 w 1055399"/>
                <a:gd name="connsiteY1043" fmla="*/ 918698 h 949444"/>
                <a:gd name="connsiteX1044" fmla="*/ 357545 w 1055399"/>
                <a:gd name="connsiteY1044" fmla="*/ 917252 h 949444"/>
                <a:gd name="connsiteX1045" fmla="*/ 358992 w 1055399"/>
                <a:gd name="connsiteY1045" fmla="*/ 919876 h 949444"/>
                <a:gd name="connsiteX1046" fmla="*/ 359564 w 1055399"/>
                <a:gd name="connsiteY1046" fmla="*/ 924955 h 949444"/>
                <a:gd name="connsiteX1047" fmla="*/ 361012 w 1055399"/>
                <a:gd name="connsiteY1047" fmla="*/ 929867 h 949444"/>
                <a:gd name="connsiteX1048" fmla="*/ 364041 w 1055399"/>
                <a:gd name="connsiteY1048" fmla="*/ 932188 h 949444"/>
                <a:gd name="connsiteX1049" fmla="*/ 365185 w 1055399"/>
                <a:gd name="connsiteY1049" fmla="*/ 934375 h 949444"/>
                <a:gd name="connsiteX1050" fmla="*/ 365185 w 1055399"/>
                <a:gd name="connsiteY1050" fmla="*/ 939454 h 949444"/>
                <a:gd name="connsiteX1051" fmla="*/ 365488 w 1055399"/>
                <a:gd name="connsiteY1051" fmla="*/ 942784 h 949444"/>
                <a:gd name="connsiteX1052" fmla="*/ 365925 w 1055399"/>
                <a:gd name="connsiteY1052" fmla="*/ 946989 h 949444"/>
                <a:gd name="connsiteX1053" fmla="*/ 368954 w 1055399"/>
                <a:gd name="connsiteY1053" fmla="*/ 948873 h 949444"/>
                <a:gd name="connsiteX1054" fmla="*/ 375483 w 1055399"/>
                <a:gd name="connsiteY1054" fmla="*/ 949445 h 949444"/>
                <a:gd name="connsiteX1055" fmla="*/ 382012 w 1055399"/>
                <a:gd name="connsiteY1055" fmla="*/ 946418 h 949444"/>
                <a:gd name="connsiteX1056" fmla="*/ 386522 w 1055399"/>
                <a:gd name="connsiteY1056" fmla="*/ 944029 h 949444"/>
                <a:gd name="connsiteX1057" fmla="*/ 393623 w 1055399"/>
                <a:gd name="connsiteY1057" fmla="*/ 940329 h 949444"/>
                <a:gd name="connsiteX1058" fmla="*/ 399109 w 1055399"/>
                <a:gd name="connsiteY1058" fmla="*/ 940329 h 949444"/>
                <a:gd name="connsiteX1059" fmla="*/ 403753 w 1055399"/>
                <a:gd name="connsiteY1059" fmla="*/ 937133 h 949444"/>
                <a:gd name="connsiteX1060" fmla="*/ 408094 w 1055399"/>
                <a:gd name="connsiteY1060" fmla="*/ 932928 h 949444"/>
                <a:gd name="connsiteX1061" fmla="*/ 410551 w 1055399"/>
                <a:gd name="connsiteY1061" fmla="*/ 931616 h 949444"/>
                <a:gd name="connsiteX1062" fmla="*/ 412570 w 1055399"/>
                <a:gd name="connsiteY1062" fmla="*/ 929160 h 949444"/>
                <a:gd name="connsiteX1063" fmla="*/ 414893 w 1055399"/>
                <a:gd name="connsiteY1063" fmla="*/ 928017 h 949444"/>
                <a:gd name="connsiteX1064" fmla="*/ 420412 w 1055399"/>
                <a:gd name="connsiteY1064" fmla="*/ 927075 h 949444"/>
                <a:gd name="connsiteX1065" fmla="*/ 425763 w 1055399"/>
                <a:gd name="connsiteY1065" fmla="*/ 926436 h 949444"/>
                <a:gd name="connsiteX1066" fmla="*/ 428657 w 1055399"/>
                <a:gd name="connsiteY1066" fmla="*/ 926436 h 949444"/>
                <a:gd name="connsiteX1067" fmla="*/ 432427 w 1055399"/>
                <a:gd name="connsiteY1067" fmla="*/ 922971 h 949444"/>
                <a:gd name="connsiteX1068" fmla="*/ 438215 w 1055399"/>
                <a:gd name="connsiteY1068" fmla="*/ 917757 h 949444"/>
                <a:gd name="connsiteX1069" fmla="*/ 441984 w 1055399"/>
                <a:gd name="connsiteY1069" fmla="*/ 913989 h 949444"/>
                <a:gd name="connsiteX1070" fmla="*/ 446898 w 1055399"/>
                <a:gd name="connsiteY1070" fmla="*/ 912845 h 949444"/>
                <a:gd name="connsiteX1071" fmla="*/ 448211 w 1055399"/>
                <a:gd name="connsiteY1071" fmla="*/ 914864 h 949444"/>
                <a:gd name="connsiteX1072" fmla="*/ 445182 w 1055399"/>
                <a:gd name="connsiteY1072" fmla="*/ 920650 h 949444"/>
                <a:gd name="connsiteX1073" fmla="*/ 445182 w 1055399"/>
                <a:gd name="connsiteY1073" fmla="*/ 923845 h 949444"/>
                <a:gd name="connsiteX1074" fmla="*/ 449254 w 1055399"/>
                <a:gd name="connsiteY1074" fmla="*/ 926436 h 949444"/>
                <a:gd name="connsiteX1075" fmla="*/ 453023 w 1055399"/>
                <a:gd name="connsiteY1075" fmla="*/ 926436 h 949444"/>
                <a:gd name="connsiteX1076" fmla="*/ 455345 w 1055399"/>
                <a:gd name="connsiteY1076" fmla="*/ 924686 h 949444"/>
                <a:gd name="connsiteX1077" fmla="*/ 459115 w 1055399"/>
                <a:gd name="connsiteY1077" fmla="*/ 922668 h 949444"/>
                <a:gd name="connsiteX1078" fmla="*/ 464399 w 1055399"/>
                <a:gd name="connsiteY1078" fmla="*/ 921154 h 949444"/>
                <a:gd name="connsiteX1079" fmla="*/ 468168 w 1055399"/>
                <a:gd name="connsiteY1079" fmla="*/ 920010 h 949444"/>
                <a:gd name="connsiteX1080" fmla="*/ 470759 w 1055399"/>
                <a:gd name="connsiteY1080" fmla="*/ 918564 h 949444"/>
                <a:gd name="connsiteX1081" fmla="*/ 474461 w 1055399"/>
                <a:gd name="connsiteY1081" fmla="*/ 918564 h 949444"/>
                <a:gd name="connsiteX1082" fmla="*/ 478735 w 1055399"/>
                <a:gd name="connsiteY1082" fmla="*/ 918429 h 949444"/>
                <a:gd name="connsiteX1083" fmla="*/ 482000 w 1055399"/>
                <a:gd name="connsiteY1083" fmla="*/ 917286 h 949444"/>
                <a:gd name="connsiteX1084" fmla="*/ 484255 w 1055399"/>
                <a:gd name="connsiteY1084" fmla="*/ 915536 h 949444"/>
                <a:gd name="connsiteX1085" fmla="*/ 485837 w 1055399"/>
                <a:gd name="connsiteY1085" fmla="*/ 911836 h 949444"/>
                <a:gd name="connsiteX1086" fmla="*/ 486409 w 1055399"/>
                <a:gd name="connsiteY1086" fmla="*/ 907126 h 949444"/>
                <a:gd name="connsiteX1087" fmla="*/ 484793 w 1055399"/>
                <a:gd name="connsiteY1087" fmla="*/ 901408 h 949444"/>
                <a:gd name="connsiteX1088" fmla="*/ 483111 w 1055399"/>
                <a:gd name="connsiteY1088" fmla="*/ 897875 h 949444"/>
                <a:gd name="connsiteX1089" fmla="*/ 484961 w 1055399"/>
                <a:gd name="connsiteY1089" fmla="*/ 897102 h 949444"/>
                <a:gd name="connsiteX1090" fmla="*/ 487149 w 1055399"/>
                <a:gd name="connsiteY1090" fmla="*/ 896866 h 949444"/>
                <a:gd name="connsiteX1091" fmla="*/ 489538 w 1055399"/>
                <a:gd name="connsiteY1091" fmla="*/ 896866 h 949444"/>
                <a:gd name="connsiteX1092" fmla="*/ 490750 w 1055399"/>
                <a:gd name="connsiteY1092" fmla="*/ 894579 h 949444"/>
                <a:gd name="connsiteX1093" fmla="*/ 491389 w 1055399"/>
                <a:gd name="connsiteY1093" fmla="*/ 891316 h 949444"/>
                <a:gd name="connsiteX1094" fmla="*/ 491389 w 1055399"/>
                <a:gd name="connsiteY1094" fmla="*/ 888927 h 949444"/>
                <a:gd name="connsiteX1095" fmla="*/ 489740 w 1055399"/>
                <a:gd name="connsiteY1095" fmla="*/ 887414 h 949444"/>
                <a:gd name="connsiteX1096" fmla="*/ 487452 w 1055399"/>
                <a:gd name="connsiteY1096" fmla="*/ 884588 h 949444"/>
                <a:gd name="connsiteX1097" fmla="*/ 485399 w 1055399"/>
                <a:gd name="connsiteY1097" fmla="*/ 881762 h 949444"/>
                <a:gd name="connsiteX1098" fmla="*/ 483750 w 1055399"/>
                <a:gd name="connsiteY1098" fmla="*/ 878163 h 949444"/>
                <a:gd name="connsiteX1099" fmla="*/ 483413 w 1055399"/>
                <a:gd name="connsiteY1099" fmla="*/ 876414 h 949444"/>
                <a:gd name="connsiteX1100" fmla="*/ 483413 w 1055399"/>
                <a:gd name="connsiteY1100" fmla="*/ 869887 h 949444"/>
                <a:gd name="connsiteX1101" fmla="*/ 484288 w 1055399"/>
                <a:gd name="connsiteY1101" fmla="*/ 866086 h 949444"/>
                <a:gd name="connsiteX1102" fmla="*/ 482639 w 1055399"/>
                <a:gd name="connsiteY1102" fmla="*/ 859997 h 949444"/>
                <a:gd name="connsiteX1103" fmla="*/ 481865 w 1055399"/>
                <a:gd name="connsiteY1103" fmla="*/ 857710 h 949444"/>
                <a:gd name="connsiteX1104" fmla="*/ 479375 w 1055399"/>
                <a:gd name="connsiteY1104" fmla="*/ 854884 h 949444"/>
                <a:gd name="connsiteX1105" fmla="*/ 478500 w 1055399"/>
                <a:gd name="connsiteY1105" fmla="*/ 852933 h 949444"/>
                <a:gd name="connsiteX1106" fmla="*/ 477961 w 1055399"/>
                <a:gd name="connsiteY1106" fmla="*/ 848358 h 949444"/>
                <a:gd name="connsiteX1107" fmla="*/ 480351 w 1055399"/>
                <a:gd name="connsiteY1107" fmla="*/ 844321 h 949444"/>
                <a:gd name="connsiteX1108" fmla="*/ 481663 w 1055399"/>
                <a:gd name="connsiteY1108" fmla="*/ 841596 h 949444"/>
                <a:gd name="connsiteX1109" fmla="*/ 482639 w 1055399"/>
                <a:gd name="connsiteY1109" fmla="*/ 837694 h 949444"/>
                <a:gd name="connsiteX1110" fmla="*/ 483413 w 1055399"/>
                <a:gd name="connsiteY1110" fmla="*/ 831942 h 949444"/>
                <a:gd name="connsiteX1111" fmla="*/ 483413 w 1055399"/>
                <a:gd name="connsiteY1111" fmla="*/ 829890 h 949444"/>
                <a:gd name="connsiteX1112" fmla="*/ 484288 w 1055399"/>
                <a:gd name="connsiteY1112" fmla="*/ 824575 h 949444"/>
                <a:gd name="connsiteX1113" fmla="*/ 482976 w 1055399"/>
                <a:gd name="connsiteY1113" fmla="*/ 819899 h 949444"/>
                <a:gd name="connsiteX1114" fmla="*/ 483312 w 1055399"/>
                <a:gd name="connsiteY1114" fmla="*/ 816097 h 949444"/>
                <a:gd name="connsiteX1115" fmla="*/ 483111 w 1055399"/>
                <a:gd name="connsiteY1115" fmla="*/ 814147 h 949444"/>
                <a:gd name="connsiteX1116" fmla="*/ 480183 w 1055399"/>
                <a:gd name="connsiteY1116" fmla="*/ 810883 h 949444"/>
                <a:gd name="connsiteX1117" fmla="*/ 478668 w 1055399"/>
                <a:gd name="connsiteY1117" fmla="*/ 810009 h 949444"/>
                <a:gd name="connsiteX1118" fmla="*/ 478668 w 1055399"/>
                <a:gd name="connsiteY1118" fmla="*/ 807721 h 949444"/>
                <a:gd name="connsiteX1119" fmla="*/ 480620 w 1055399"/>
                <a:gd name="connsiteY1119" fmla="*/ 804559 h 949444"/>
                <a:gd name="connsiteX1120" fmla="*/ 483346 w 1055399"/>
                <a:gd name="connsiteY1120" fmla="*/ 802070 h 949444"/>
                <a:gd name="connsiteX1121" fmla="*/ 485197 w 1055399"/>
                <a:gd name="connsiteY1121" fmla="*/ 799782 h 949444"/>
                <a:gd name="connsiteX1122" fmla="*/ 485534 w 1055399"/>
                <a:gd name="connsiteY1122" fmla="*/ 795645 h 949444"/>
                <a:gd name="connsiteX1123" fmla="*/ 485971 w 1055399"/>
                <a:gd name="connsiteY1123" fmla="*/ 791742 h 949444"/>
                <a:gd name="connsiteX1124" fmla="*/ 487586 w 1055399"/>
                <a:gd name="connsiteY1124" fmla="*/ 791406 h 949444"/>
                <a:gd name="connsiteX1125" fmla="*/ 489640 w 1055399"/>
                <a:gd name="connsiteY1125" fmla="*/ 792819 h 949444"/>
                <a:gd name="connsiteX1126" fmla="*/ 490514 w 1055399"/>
                <a:gd name="connsiteY1126" fmla="*/ 795746 h 949444"/>
                <a:gd name="connsiteX1127" fmla="*/ 491289 w 1055399"/>
                <a:gd name="connsiteY1127" fmla="*/ 799547 h 949444"/>
                <a:gd name="connsiteX1128" fmla="*/ 492938 w 1055399"/>
                <a:gd name="connsiteY1128" fmla="*/ 801061 h 949444"/>
                <a:gd name="connsiteX1129" fmla="*/ 496942 w 1055399"/>
                <a:gd name="connsiteY1129" fmla="*/ 799850 h 949444"/>
                <a:gd name="connsiteX1130" fmla="*/ 499567 w 1055399"/>
                <a:gd name="connsiteY1130" fmla="*/ 795409 h 949444"/>
                <a:gd name="connsiteX1131" fmla="*/ 503034 w 1055399"/>
                <a:gd name="connsiteY1131" fmla="*/ 793794 h 949444"/>
                <a:gd name="connsiteX1132" fmla="*/ 508486 w 1055399"/>
                <a:gd name="connsiteY1132" fmla="*/ 788782 h 949444"/>
                <a:gd name="connsiteX1133" fmla="*/ 510976 w 1055399"/>
                <a:gd name="connsiteY1133" fmla="*/ 786057 h 949444"/>
                <a:gd name="connsiteX1134" fmla="*/ 514342 w 1055399"/>
                <a:gd name="connsiteY1134" fmla="*/ 781718 h 949444"/>
                <a:gd name="connsiteX1135" fmla="*/ 516092 w 1055399"/>
                <a:gd name="connsiteY1135" fmla="*/ 778993 h 949444"/>
                <a:gd name="connsiteX1136" fmla="*/ 519356 w 1055399"/>
                <a:gd name="connsiteY1136" fmla="*/ 776605 h 949444"/>
                <a:gd name="connsiteX1137" fmla="*/ 521847 w 1055399"/>
                <a:gd name="connsiteY1137" fmla="*/ 775629 h 949444"/>
                <a:gd name="connsiteX1138" fmla="*/ 524236 w 1055399"/>
                <a:gd name="connsiteY1138" fmla="*/ 774990 h 949444"/>
                <a:gd name="connsiteX1139" fmla="*/ 525111 w 1055399"/>
                <a:gd name="connsiteY1139" fmla="*/ 773913 h 949444"/>
                <a:gd name="connsiteX1140" fmla="*/ 527265 w 1055399"/>
                <a:gd name="connsiteY1140" fmla="*/ 769675 h 949444"/>
                <a:gd name="connsiteX1141" fmla="*/ 528780 w 1055399"/>
                <a:gd name="connsiteY1141" fmla="*/ 767085 h 949444"/>
                <a:gd name="connsiteX1142" fmla="*/ 530294 w 1055399"/>
                <a:gd name="connsiteY1142" fmla="*/ 764696 h 949444"/>
                <a:gd name="connsiteX1143" fmla="*/ 532246 w 1055399"/>
                <a:gd name="connsiteY1143" fmla="*/ 762745 h 949444"/>
                <a:gd name="connsiteX1144" fmla="*/ 534636 w 1055399"/>
                <a:gd name="connsiteY1144" fmla="*/ 760256 h 949444"/>
                <a:gd name="connsiteX1145" fmla="*/ 536823 w 1055399"/>
                <a:gd name="connsiteY1145" fmla="*/ 758506 h 949444"/>
                <a:gd name="connsiteX1146" fmla="*/ 538237 w 1055399"/>
                <a:gd name="connsiteY1146" fmla="*/ 757531 h 949444"/>
                <a:gd name="connsiteX1147" fmla="*/ 539650 w 1055399"/>
                <a:gd name="connsiteY1147" fmla="*/ 757094 h 949444"/>
                <a:gd name="connsiteX1148" fmla="*/ 542713 w 1055399"/>
                <a:gd name="connsiteY1148" fmla="*/ 755142 h 949444"/>
                <a:gd name="connsiteX1149" fmla="*/ 546415 w 1055399"/>
                <a:gd name="connsiteY1149" fmla="*/ 751139 h 949444"/>
                <a:gd name="connsiteX1150" fmla="*/ 548367 w 1055399"/>
                <a:gd name="connsiteY1150" fmla="*/ 747775 h 949444"/>
                <a:gd name="connsiteX1151" fmla="*/ 549242 w 1055399"/>
                <a:gd name="connsiteY1151" fmla="*/ 745488 h 949444"/>
                <a:gd name="connsiteX1152" fmla="*/ 549780 w 1055399"/>
                <a:gd name="connsiteY1152" fmla="*/ 742225 h 949444"/>
                <a:gd name="connsiteX1153" fmla="*/ 550117 w 1055399"/>
                <a:gd name="connsiteY1153" fmla="*/ 739635 h 949444"/>
                <a:gd name="connsiteX1154" fmla="*/ 551093 w 1055399"/>
                <a:gd name="connsiteY1154" fmla="*/ 738659 h 949444"/>
                <a:gd name="connsiteX1155" fmla="*/ 553280 w 1055399"/>
                <a:gd name="connsiteY1155" fmla="*/ 736910 h 949444"/>
                <a:gd name="connsiteX1156" fmla="*/ 554357 w 1055399"/>
                <a:gd name="connsiteY1156" fmla="*/ 735497 h 949444"/>
                <a:gd name="connsiteX1157" fmla="*/ 554458 w 1055399"/>
                <a:gd name="connsiteY1157" fmla="*/ 734421 h 949444"/>
                <a:gd name="connsiteX1158" fmla="*/ 552607 w 1055399"/>
                <a:gd name="connsiteY1158" fmla="*/ 731595 h 949444"/>
                <a:gd name="connsiteX1159" fmla="*/ 551732 w 1055399"/>
                <a:gd name="connsiteY1159" fmla="*/ 731057 h 949444"/>
                <a:gd name="connsiteX1160" fmla="*/ 549982 w 1055399"/>
                <a:gd name="connsiteY1160" fmla="*/ 730283 h 949444"/>
                <a:gd name="connsiteX1161" fmla="*/ 547492 w 1055399"/>
                <a:gd name="connsiteY1161" fmla="*/ 728231 h 949444"/>
                <a:gd name="connsiteX1162" fmla="*/ 544328 w 1055399"/>
                <a:gd name="connsiteY1162" fmla="*/ 725741 h 949444"/>
                <a:gd name="connsiteX1163" fmla="*/ 542477 w 1055399"/>
                <a:gd name="connsiteY1163" fmla="*/ 724329 h 949444"/>
                <a:gd name="connsiteX1164" fmla="*/ 542376 w 1055399"/>
                <a:gd name="connsiteY1164" fmla="*/ 722277 h 949444"/>
                <a:gd name="connsiteX1165" fmla="*/ 542915 w 1055399"/>
                <a:gd name="connsiteY1165" fmla="*/ 720426 h 949444"/>
                <a:gd name="connsiteX1166" fmla="*/ 543689 w 1055399"/>
                <a:gd name="connsiteY1166" fmla="*/ 718812 h 949444"/>
                <a:gd name="connsiteX1167" fmla="*/ 544766 w 1055399"/>
                <a:gd name="connsiteY1167" fmla="*/ 716861 h 949444"/>
                <a:gd name="connsiteX1168" fmla="*/ 546381 w 1055399"/>
                <a:gd name="connsiteY1168" fmla="*/ 714371 h 949444"/>
                <a:gd name="connsiteX1169" fmla="*/ 548871 w 1055399"/>
                <a:gd name="connsiteY1169" fmla="*/ 712420 h 949444"/>
                <a:gd name="connsiteX1170" fmla="*/ 550184 w 1055399"/>
                <a:gd name="connsiteY1170" fmla="*/ 711445 h 949444"/>
                <a:gd name="connsiteX1171" fmla="*/ 553448 w 1055399"/>
                <a:gd name="connsiteY1171" fmla="*/ 709493 h 949444"/>
                <a:gd name="connsiteX1172" fmla="*/ 556276 w 1055399"/>
                <a:gd name="connsiteY1172" fmla="*/ 707307 h 949444"/>
                <a:gd name="connsiteX1173" fmla="*/ 557050 w 1055399"/>
                <a:gd name="connsiteY1173" fmla="*/ 705793 h 949444"/>
                <a:gd name="connsiteX1174" fmla="*/ 559338 w 1055399"/>
                <a:gd name="connsiteY1174" fmla="*/ 704212 h 949444"/>
                <a:gd name="connsiteX1175" fmla="*/ 561391 w 1055399"/>
                <a:gd name="connsiteY1175" fmla="*/ 702194 h 949444"/>
                <a:gd name="connsiteX1176" fmla="*/ 562569 w 1055399"/>
                <a:gd name="connsiteY1176" fmla="*/ 702194 h 949444"/>
                <a:gd name="connsiteX1177" fmla="*/ 565396 w 1055399"/>
                <a:gd name="connsiteY1177" fmla="*/ 701958 h 949444"/>
                <a:gd name="connsiteX1178" fmla="*/ 569199 w 1055399"/>
                <a:gd name="connsiteY1178" fmla="*/ 705221 h 949444"/>
                <a:gd name="connsiteX1179" fmla="*/ 569973 w 1055399"/>
                <a:gd name="connsiteY1179" fmla="*/ 705558 h 949444"/>
                <a:gd name="connsiteX1180" fmla="*/ 572564 w 1055399"/>
                <a:gd name="connsiteY1180" fmla="*/ 706533 h 949444"/>
                <a:gd name="connsiteX1181" fmla="*/ 575055 w 1055399"/>
                <a:gd name="connsiteY1181" fmla="*/ 706533 h 949444"/>
                <a:gd name="connsiteX1182" fmla="*/ 578555 w 1055399"/>
                <a:gd name="connsiteY1182" fmla="*/ 704347 h 949444"/>
                <a:gd name="connsiteX1183" fmla="*/ 581920 w 1055399"/>
                <a:gd name="connsiteY1183" fmla="*/ 701420 h 949444"/>
                <a:gd name="connsiteX1184" fmla="*/ 584310 w 1055399"/>
                <a:gd name="connsiteY1184" fmla="*/ 698695 h 949444"/>
                <a:gd name="connsiteX1185" fmla="*/ 585723 w 1055399"/>
                <a:gd name="connsiteY1185" fmla="*/ 696408 h 949444"/>
                <a:gd name="connsiteX1186" fmla="*/ 586800 w 1055399"/>
                <a:gd name="connsiteY1186" fmla="*/ 694019 h 949444"/>
                <a:gd name="connsiteX1187" fmla="*/ 587002 w 1055399"/>
                <a:gd name="connsiteY1187" fmla="*/ 690218 h 949444"/>
                <a:gd name="connsiteX1188" fmla="*/ 587103 w 1055399"/>
                <a:gd name="connsiteY1188" fmla="*/ 687493 h 949444"/>
                <a:gd name="connsiteX1189" fmla="*/ 586666 w 1055399"/>
                <a:gd name="connsiteY1189" fmla="*/ 684903 h 949444"/>
                <a:gd name="connsiteX1190" fmla="*/ 585016 w 1055399"/>
                <a:gd name="connsiteY1190" fmla="*/ 681976 h 949444"/>
                <a:gd name="connsiteX1191" fmla="*/ 583502 w 1055399"/>
                <a:gd name="connsiteY1191" fmla="*/ 679050 h 949444"/>
                <a:gd name="connsiteX1192" fmla="*/ 581315 w 1055399"/>
                <a:gd name="connsiteY1192" fmla="*/ 677738 h 949444"/>
                <a:gd name="connsiteX1193" fmla="*/ 579363 w 1055399"/>
                <a:gd name="connsiteY1193" fmla="*/ 675989 h 949444"/>
                <a:gd name="connsiteX1194" fmla="*/ 579026 w 1055399"/>
                <a:gd name="connsiteY1194" fmla="*/ 673802 h 949444"/>
                <a:gd name="connsiteX1195" fmla="*/ 580002 w 1055399"/>
                <a:gd name="connsiteY1195" fmla="*/ 671178 h 949444"/>
                <a:gd name="connsiteX1196" fmla="*/ 582190 w 1055399"/>
                <a:gd name="connsiteY1196" fmla="*/ 667040 h 949444"/>
                <a:gd name="connsiteX1197" fmla="*/ 582829 w 1055399"/>
                <a:gd name="connsiteY1197" fmla="*/ 664551 h 949444"/>
                <a:gd name="connsiteX1198" fmla="*/ 584141 w 1055399"/>
                <a:gd name="connsiteY1198" fmla="*/ 662062 h 949444"/>
                <a:gd name="connsiteX1199" fmla="*/ 584478 w 1055399"/>
                <a:gd name="connsiteY1199" fmla="*/ 659774 h 949444"/>
                <a:gd name="connsiteX1200" fmla="*/ 585892 w 1055399"/>
                <a:gd name="connsiteY1200" fmla="*/ 657588 h 949444"/>
                <a:gd name="connsiteX1201" fmla="*/ 586666 w 1055399"/>
                <a:gd name="connsiteY1201" fmla="*/ 657487 h 949444"/>
                <a:gd name="connsiteX1202" fmla="*/ 588954 w 1055399"/>
                <a:gd name="connsiteY1202" fmla="*/ 657386 h 949444"/>
                <a:gd name="connsiteX1203" fmla="*/ 590469 w 1055399"/>
                <a:gd name="connsiteY1203" fmla="*/ 660110 h 949444"/>
                <a:gd name="connsiteX1204" fmla="*/ 591445 w 1055399"/>
                <a:gd name="connsiteY1204" fmla="*/ 661422 h 949444"/>
                <a:gd name="connsiteX1205" fmla="*/ 593834 w 1055399"/>
                <a:gd name="connsiteY1205" fmla="*/ 662129 h 949444"/>
                <a:gd name="connsiteX1206" fmla="*/ 597637 w 1055399"/>
                <a:gd name="connsiteY1206" fmla="*/ 662196 h 949444"/>
                <a:gd name="connsiteX1207" fmla="*/ 599050 w 1055399"/>
                <a:gd name="connsiteY1207" fmla="*/ 662196 h 949444"/>
                <a:gd name="connsiteX1208" fmla="*/ 601642 w 1055399"/>
                <a:gd name="connsiteY1208" fmla="*/ 662533 h 949444"/>
                <a:gd name="connsiteX1209" fmla="*/ 604570 w 1055399"/>
                <a:gd name="connsiteY1209" fmla="*/ 662196 h 949444"/>
                <a:gd name="connsiteX1210" fmla="*/ 608608 w 1055399"/>
                <a:gd name="connsiteY1210" fmla="*/ 661994 h 949444"/>
                <a:gd name="connsiteX1211" fmla="*/ 610123 w 1055399"/>
                <a:gd name="connsiteY1211" fmla="*/ 659539 h 949444"/>
                <a:gd name="connsiteX1212" fmla="*/ 612613 w 1055399"/>
                <a:gd name="connsiteY1212" fmla="*/ 658731 h 949444"/>
                <a:gd name="connsiteX1213" fmla="*/ 614666 w 1055399"/>
                <a:gd name="connsiteY1213" fmla="*/ 658731 h 949444"/>
                <a:gd name="connsiteX1214" fmla="*/ 619008 w 1055399"/>
                <a:gd name="connsiteY1214" fmla="*/ 661355 h 949444"/>
                <a:gd name="connsiteX1215" fmla="*/ 623013 w 1055399"/>
                <a:gd name="connsiteY1215" fmla="*/ 663004 h 949444"/>
                <a:gd name="connsiteX1216" fmla="*/ 630518 w 1055399"/>
                <a:gd name="connsiteY1216" fmla="*/ 661591 h 949444"/>
                <a:gd name="connsiteX1217" fmla="*/ 636710 w 1055399"/>
                <a:gd name="connsiteY1217" fmla="*/ 660951 h 949444"/>
                <a:gd name="connsiteX1218" fmla="*/ 641051 w 1055399"/>
                <a:gd name="connsiteY1218" fmla="*/ 660077 h 949444"/>
                <a:gd name="connsiteX1219" fmla="*/ 644316 w 1055399"/>
                <a:gd name="connsiteY1219" fmla="*/ 663340 h 949444"/>
                <a:gd name="connsiteX1220" fmla="*/ 643676 w 1055399"/>
                <a:gd name="connsiteY1220" fmla="*/ 667478 h 949444"/>
                <a:gd name="connsiteX1221" fmla="*/ 642263 w 1055399"/>
                <a:gd name="connsiteY1221" fmla="*/ 668554 h 949444"/>
                <a:gd name="connsiteX1222" fmla="*/ 639335 w 1055399"/>
                <a:gd name="connsiteY1222" fmla="*/ 670842 h 949444"/>
                <a:gd name="connsiteX1223" fmla="*/ 635869 w 1055399"/>
                <a:gd name="connsiteY1223" fmla="*/ 671380 h 949444"/>
                <a:gd name="connsiteX1224" fmla="*/ 633244 w 1055399"/>
                <a:gd name="connsiteY1224" fmla="*/ 672692 h 949444"/>
                <a:gd name="connsiteX1225" fmla="*/ 631393 w 1055399"/>
                <a:gd name="connsiteY1225" fmla="*/ 674105 h 949444"/>
                <a:gd name="connsiteX1226" fmla="*/ 629239 w 1055399"/>
                <a:gd name="connsiteY1226" fmla="*/ 676291 h 949444"/>
                <a:gd name="connsiteX1227" fmla="*/ 627287 w 1055399"/>
                <a:gd name="connsiteY1227" fmla="*/ 678242 h 949444"/>
                <a:gd name="connsiteX1228" fmla="*/ 624796 w 1055399"/>
                <a:gd name="connsiteY1228" fmla="*/ 680429 h 949444"/>
                <a:gd name="connsiteX1229" fmla="*/ 623820 w 1055399"/>
                <a:gd name="connsiteY1229" fmla="*/ 681640 h 949444"/>
                <a:gd name="connsiteX1230" fmla="*/ 623618 w 1055399"/>
                <a:gd name="connsiteY1230" fmla="*/ 685441 h 949444"/>
                <a:gd name="connsiteX1231" fmla="*/ 623820 w 1055399"/>
                <a:gd name="connsiteY1231" fmla="*/ 691295 h 949444"/>
                <a:gd name="connsiteX1232" fmla="*/ 624022 w 1055399"/>
                <a:gd name="connsiteY1232" fmla="*/ 693044 h 949444"/>
                <a:gd name="connsiteX1233" fmla="*/ 625974 w 1055399"/>
                <a:gd name="connsiteY1233" fmla="*/ 695769 h 949444"/>
                <a:gd name="connsiteX1234" fmla="*/ 632066 w 1055399"/>
                <a:gd name="connsiteY1234" fmla="*/ 698493 h 949444"/>
                <a:gd name="connsiteX1235" fmla="*/ 635431 w 1055399"/>
                <a:gd name="connsiteY1235" fmla="*/ 698493 h 949444"/>
                <a:gd name="connsiteX1236" fmla="*/ 637922 w 1055399"/>
                <a:gd name="connsiteY1236" fmla="*/ 700007 h 949444"/>
                <a:gd name="connsiteX1237" fmla="*/ 640950 w 1055399"/>
                <a:gd name="connsiteY1237" fmla="*/ 704044 h 949444"/>
                <a:gd name="connsiteX1238" fmla="*/ 642465 w 1055399"/>
                <a:gd name="connsiteY1238" fmla="*/ 708484 h 949444"/>
                <a:gd name="connsiteX1239" fmla="*/ 640143 w 1055399"/>
                <a:gd name="connsiteY1239" fmla="*/ 709964 h 949444"/>
                <a:gd name="connsiteX1240" fmla="*/ 638999 w 1055399"/>
                <a:gd name="connsiteY1240" fmla="*/ 712992 h 949444"/>
                <a:gd name="connsiteX1241" fmla="*/ 638561 w 1055399"/>
                <a:gd name="connsiteY1241" fmla="*/ 714741 h 949444"/>
                <a:gd name="connsiteX1242" fmla="*/ 640748 w 1055399"/>
                <a:gd name="connsiteY1242" fmla="*/ 715313 h 949444"/>
                <a:gd name="connsiteX1243" fmla="*/ 643071 w 1055399"/>
                <a:gd name="connsiteY1243" fmla="*/ 716188 h 949444"/>
                <a:gd name="connsiteX1244" fmla="*/ 643777 w 1055399"/>
                <a:gd name="connsiteY1244" fmla="*/ 718206 h 949444"/>
                <a:gd name="connsiteX1245" fmla="*/ 643643 w 1055399"/>
                <a:gd name="connsiteY1245" fmla="*/ 722983 h 949444"/>
                <a:gd name="connsiteX1246" fmla="*/ 639873 w 1055399"/>
                <a:gd name="connsiteY1246" fmla="*/ 726313 h 949444"/>
                <a:gd name="connsiteX1247" fmla="*/ 637417 w 1055399"/>
                <a:gd name="connsiteY1247" fmla="*/ 727188 h 949444"/>
                <a:gd name="connsiteX1248" fmla="*/ 635095 w 1055399"/>
                <a:gd name="connsiteY1248" fmla="*/ 728937 h 949444"/>
                <a:gd name="connsiteX1249" fmla="*/ 630316 w 1055399"/>
                <a:gd name="connsiteY1249" fmla="*/ 732402 h 949444"/>
                <a:gd name="connsiteX1250" fmla="*/ 630181 w 1055399"/>
                <a:gd name="connsiteY1250" fmla="*/ 734858 h 949444"/>
                <a:gd name="connsiteX1251" fmla="*/ 630316 w 1055399"/>
                <a:gd name="connsiteY1251" fmla="*/ 736607 h 949444"/>
                <a:gd name="connsiteX1252" fmla="*/ 634085 w 1055399"/>
                <a:gd name="connsiteY1252" fmla="*/ 739500 h 949444"/>
                <a:gd name="connsiteX1253" fmla="*/ 636542 w 1055399"/>
                <a:gd name="connsiteY1253" fmla="*/ 741081 h 949444"/>
                <a:gd name="connsiteX1254" fmla="*/ 638864 w 1055399"/>
                <a:gd name="connsiteY1254" fmla="*/ 741384 h 949444"/>
                <a:gd name="connsiteX1255" fmla="*/ 642499 w 1055399"/>
                <a:gd name="connsiteY1255" fmla="*/ 743268 h 949444"/>
                <a:gd name="connsiteX1256" fmla="*/ 644821 w 1055399"/>
                <a:gd name="connsiteY1256" fmla="*/ 746295 h 949444"/>
                <a:gd name="connsiteX1257" fmla="*/ 645965 w 1055399"/>
                <a:gd name="connsiteY1257" fmla="*/ 748482 h 949444"/>
                <a:gd name="connsiteX1258" fmla="*/ 646537 w 1055399"/>
                <a:gd name="connsiteY1258" fmla="*/ 750500 h 949444"/>
                <a:gd name="connsiteX1259" fmla="*/ 646672 w 1055399"/>
                <a:gd name="connsiteY1259" fmla="*/ 751947 h 949444"/>
                <a:gd name="connsiteX1260" fmla="*/ 649128 w 1055399"/>
                <a:gd name="connsiteY1260" fmla="*/ 753090 h 949444"/>
                <a:gd name="connsiteX1261" fmla="*/ 654076 w 1055399"/>
                <a:gd name="connsiteY1261" fmla="*/ 752519 h 949444"/>
                <a:gd name="connsiteX1262" fmla="*/ 655523 w 1055399"/>
                <a:gd name="connsiteY1262" fmla="*/ 751341 h 949444"/>
                <a:gd name="connsiteX1263" fmla="*/ 660302 w 1055399"/>
                <a:gd name="connsiteY1263" fmla="*/ 751039 h 949444"/>
                <a:gd name="connsiteX1264" fmla="*/ 663364 w 1055399"/>
                <a:gd name="connsiteY1264" fmla="*/ 752216 h 949444"/>
                <a:gd name="connsiteX1265" fmla="*/ 666999 w 1055399"/>
                <a:gd name="connsiteY1265" fmla="*/ 752922 h 949444"/>
                <a:gd name="connsiteX1266" fmla="*/ 672081 w 1055399"/>
                <a:gd name="connsiteY1266" fmla="*/ 750298 h 949444"/>
                <a:gd name="connsiteX1267" fmla="*/ 673663 w 1055399"/>
                <a:gd name="connsiteY1267" fmla="*/ 747271 h 949444"/>
                <a:gd name="connsiteX1268" fmla="*/ 674100 w 1055399"/>
                <a:gd name="connsiteY1268" fmla="*/ 744815 h 949444"/>
                <a:gd name="connsiteX1269" fmla="*/ 676288 w 1055399"/>
                <a:gd name="connsiteY1269" fmla="*/ 744512 h 949444"/>
                <a:gd name="connsiteX1270" fmla="*/ 678307 w 1055399"/>
                <a:gd name="connsiteY1270" fmla="*/ 744512 h 949444"/>
                <a:gd name="connsiteX1271" fmla="*/ 680629 w 1055399"/>
                <a:gd name="connsiteY1271" fmla="*/ 745387 h 949444"/>
                <a:gd name="connsiteX1272" fmla="*/ 682379 w 1055399"/>
                <a:gd name="connsiteY1272" fmla="*/ 745690 h 949444"/>
                <a:gd name="connsiteX1273" fmla="*/ 684701 w 1055399"/>
                <a:gd name="connsiteY1273" fmla="*/ 745118 h 949444"/>
                <a:gd name="connsiteX1274" fmla="*/ 686283 w 1055399"/>
                <a:gd name="connsiteY1274" fmla="*/ 742797 h 949444"/>
                <a:gd name="connsiteX1275" fmla="*/ 687158 w 1055399"/>
                <a:gd name="connsiteY1275" fmla="*/ 740476 h 949444"/>
                <a:gd name="connsiteX1276" fmla="*/ 688168 w 1055399"/>
                <a:gd name="connsiteY1276" fmla="*/ 738895 h 949444"/>
                <a:gd name="connsiteX1277" fmla="*/ 690053 w 1055399"/>
                <a:gd name="connsiteY1277" fmla="*/ 736876 h 949444"/>
                <a:gd name="connsiteX1278" fmla="*/ 690928 w 1055399"/>
                <a:gd name="connsiteY1278" fmla="*/ 734992 h 949444"/>
                <a:gd name="connsiteX1279" fmla="*/ 692677 w 1055399"/>
                <a:gd name="connsiteY1279" fmla="*/ 732369 h 949444"/>
                <a:gd name="connsiteX1280" fmla="*/ 694259 w 1055399"/>
                <a:gd name="connsiteY1280" fmla="*/ 729778 h 949444"/>
                <a:gd name="connsiteX1281" fmla="*/ 695000 w 1055399"/>
                <a:gd name="connsiteY1281" fmla="*/ 727894 h 949444"/>
                <a:gd name="connsiteX1282" fmla="*/ 696884 w 1055399"/>
                <a:gd name="connsiteY1282" fmla="*/ 725439 h 949444"/>
                <a:gd name="connsiteX1283" fmla="*/ 699072 w 1055399"/>
                <a:gd name="connsiteY1283" fmla="*/ 722546 h 949444"/>
                <a:gd name="connsiteX1284" fmla="*/ 701529 w 1055399"/>
                <a:gd name="connsiteY1284" fmla="*/ 720225 h 949444"/>
                <a:gd name="connsiteX1285" fmla="*/ 704423 w 1055399"/>
                <a:gd name="connsiteY1285" fmla="*/ 721974 h 949444"/>
                <a:gd name="connsiteX1286" fmla="*/ 707048 w 1055399"/>
                <a:gd name="connsiteY1286" fmla="*/ 725001 h 949444"/>
                <a:gd name="connsiteX1287" fmla="*/ 707923 w 1055399"/>
                <a:gd name="connsiteY1287" fmla="*/ 727760 h 949444"/>
                <a:gd name="connsiteX1288" fmla="*/ 708630 w 1055399"/>
                <a:gd name="connsiteY1288" fmla="*/ 731225 h 949444"/>
                <a:gd name="connsiteX1289" fmla="*/ 710077 w 1055399"/>
                <a:gd name="connsiteY1289" fmla="*/ 732671 h 949444"/>
                <a:gd name="connsiteX1290" fmla="*/ 713409 w 1055399"/>
                <a:gd name="connsiteY1290" fmla="*/ 734690 h 949444"/>
                <a:gd name="connsiteX1291" fmla="*/ 715866 w 1055399"/>
                <a:gd name="connsiteY1291" fmla="*/ 736271 h 949444"/>
                <a:gd name="connsiteX1292" fmla="*/ 718760 w 1055399"/>
                <a:gd name="connsiteY1292" fmla="*/ 736977 h 949444"/>
                <a:gd name="connsiteX1293" fmla="*/ 720947 w 1055399"/>
                <a:gd name="connsiteY1293" fmla="*/ 737852 h 949444"/>
                <a:gd name="connsiteX1294" fmla="*/ 724145 w 1055399"/>
                <a:gd name="connsiteY1294" fmla="*/ 738726 h 949444"/>
                <a:gd name="connsiteX1295" fmla="*/ 726837 w 1055399"/>
                <a:gd name="connsiteY1295" fmla="*/ 741485 h 949444"/>
                <a:gd name="connsiteX1296" fmla="*/ 726904 w 1055399"/>
                <a:gd name="connsiteY1296" fmla="*/ 745387 h 949444"/>
                <a:gd name="connsiteX1297" fmla="*/ 726904 w 1055399"/>
                <a:gd name="connsiteY1297" fmla="*/ 748314 h 949444"/>
                <a:gd name="connsiteX1298" fmla="*/ 725322 w 1055399"/>
                <a:gd name="connsiteY1298" fmla="*/ 750332 h 949444"/>
                <a:gd name="connsiteX1299" fmla="*/ 723572 w 1055399"/>
                <a:gd name="connsiteY1299" fmla="*/ 751779 h 949444"/>
                <a:gd name="connsiteX1300" fmla="*/ 723135 w 1055399"/>
                <a:gd name="connsiteY1300" fmla="*/ 754537 h 949444"/>
                <a:gd name="connsiteX1301" fmla="*/ 722832 w 1055399"/>
                <a:gd name="connsiteY1301" fmla="*/ 757733 h 949444"/>
                <a:gd name="connsiteX1302" fmla="*/ 725895 w 1055399"/>
                <a:gd name="connsiteY1302" fmla="*/ 757867 h 949444"/>
                <a:gd name="connsiteX1303" fmla="*/ 731246 w 1055399"/>
                <a:gd name="connsiteY1303" fmla="*/ 757867 h 949444"/>
                <a:gd name="connsiteX1304" fmla="*/ 732121 w 1055399"/>
                <a:gd name="connsiteY1304" fmla="*/ 759886 h 949444"/>
                <a:gd name="connsiteX1305" fmla="*/ 732121 w 1055399"/>
                <a:gd name="connsiteY1305" fmla="*/ 760458 h 949444"/>
                <a:gd name="connsiteX1306" fmla="*/ 732121 w 1055399"/>
                <a:gd name="connsiteY1306" fmla="*/ 763923 h 949444"/>
                <a:gd name="connsiteX1307" fmla="*/ 729967 w 1055399"/>
                <a:gd name="connsiteY1307" fmla="*/ 765234 h 949444"/>
                <a:gd name="connsiteX1308" fmla="*/ 725188 w 1055399"/>
                <a:gd name="connsiteY1308" fmla="*/ 766681 h 949444"/>
                <a:gd name="connsiteX1309" fmla="*/ 723875 w 1055399"/>
                <a:gd name="connsiteY1309" fmla="*/ 770146 h 949444"/>
                <a:gd name="connsiteX1310" fmla="*/ 724010 w 1055399"/>
                <a:gd name="connsiteY1310" fmla="*/ 771592 h 949444"/>
                <a:gd name="connsiteX1311" fmla="*/ 726803 w 1055399"/>
                <a:gd name="connsiteY1311" fmla="*/ 773173 h 949444"/>
                <a:gd name="connsiteX1312" fmla="*/ 726904 w 1055399"/>
                <a:gd name="connsiteY1312" fmla="*/ 773476 h 949444"/>
                <a:gd name="connsiteX1313" fmla="*/ 726904 w 1055399"/>
                <a:gd name="connsiteY1313" fmla="*/ 773476 h 949444"/>
                <a:gd name="connsiteX1314" fmla="*/ 731246 w 1055399"/>
                <a:gd name="connsiteY1314" fmla="*/ 773476 h 949444"/>
                <a:gd name="connsiteX1315" fmla="*/ 736765 w 1055399"/>
                <a:gd name="connsiteY1315" fmla="*/ 768262 h 949444"/>
                <a:gd name="connsiteX1316" fmla="*/ 741679 w 1055399"/>
                <a:gd name="connsiteY1316" fmla="*/ 768262 h 949444"/>
                <a:gd name="connsiteX1317" fmla="*/ 744876 w 1055399"/>
                <a:gd name="connsiteY1317" fmla="*/ 766244 h 949444"/>
                <a:gd name="connsiteX1318" fmla="*/ 747198 w 1055399"/>
                <a:gd name="connsiteY1318" fmla="*/ 767993 h 949444"/>
                <a:gd name="connsiteX1319" fmla="*/ 748948 w 1055399"/>
                <a:gd name="connsiteY1319" fmla="*/ 772063 h 949444"/>
                <a:gd name="connsiteX1320" fmla="*/ 751842 w 1055399"/>
                <a:gd name="connsiteY1320" fmla="*/ 773510 h 949444"/>
                <a:gd name="connsiteX1321" fmla="*/ 758439 w 1055399"/>
                <a:gd name="connsiteY1321" fmla="*/ 776975 h 949444"/>
                <a:gd name="connsiteX1322" fmla="*/ 762578 w 1055399"/>
                <a:gd name="connsiteY1322" fmla="*/ 776975 h 949444"/>
                <a:gd name="connsiteX1323" fmla="*/ 771261 w 1055399"/>
                <a:gd name="connsiteY1323" fmla="*/ 776975 h 949444"/>
                <a:gd name="connsiteX1324" fmla="*/ 773852 w 1055399"/>
                <a:gd name="connsiteY1324" fmla="*/ 772938 h 949444"/>
                <a:gd name="connsiteX1325" fmla="*/ 775804 w 1055399"/>
                <a:gd name="connsiteY1325" fmla="*/ 770011 h 949444"/>
                <a:gd name="connsiteX1326" fmla="*/ 785160 w 1055399"/>
                <a:gd name="connsiteY1326" fmla="*/ 770011 h 949444"/>
                <a:gd name="connsiteX1327" fmla="*/ 790141 w 1055399"/>
                <a:gd name="connsiteY1327" fmla="*/ 770449 h 949444"/>
                <a:gd name="connsiteX1328" fmla="*/ 801449 w 1055399"/>
                <a:gd name="connsiteY1328" fmla="*/ 771693 h 949444"/>
                <a:gd name="connsiteX1329" fmla="*/ 804377 w 1055399"/>
                <a:gd name="connsiteY1329" fmla="*/ 769574 h 949444"/>
                <a:gd name="connsiteX1330" fmla="*/ 806867 w 1055399"/>
                <a:gd name="connsiteY1330" fmla="*/ 766244 h 949444"/>
                <a:gd name="connsiteX1331" fmla="*/ 806867 w 1055399"/>
                <a:gd name="connsiteY1331" fmla="*/ 765672 h 949444"/>
                <a:gd name="connsiteX1332" fmla="*/ 812286 w 1055399"/>
                <a:gd name="connsiteY1332" fmla="*/ 766984 h 949444"/>
                <a:gd name="connsiteX1333" fmla="*/ 814473 w 1055399"/>
                <a:gd name="connsiteY1333" fmla="*/ 771424 h 949444"/>
                <a:gd name="connsiteX1334" fmla="*/ 817940 w 1055399"/>
                <a:gd name="connsiteY1334" fmla="*/ 773274 h 949444"/>
                <a:gd name="connsiteX1335" fmla="*/ 821844 w 1055399"/>
                <a:gd name="connsiteY1335" fmla="*/ 771424 h 949444"/>
                <a:gd name="connsiteX1336" fmla="*/ 823796 w 1055399"/>
                <a:gd name="connsiteY1336" fmla="*/ 768935 h 949444"/>
                <a:gd name="connsiteX1337" fmla="*/ 825546 w 1055399"/>
                <a:gd name="connsiteY1337" fmla="*/ 765672 h 949444"/>
                <a:gd name="connsiteX1338" fmla="*/ 826858 w 1055399"/>
                <a:gd name="connsiteY1338" fmla="*/ 764158 h 949444"/>
                <a:gd name="connsiteX1339" fmla="*/ 826858 w 1055399"/>
                <a:gd name="connsiteY1339" fmla="*/ 761770 h 949444"/>
                <a:gd name="connsiteX1340" fmla="*/ 827161 w 1055399"/>
                <a:gd name="connsiteY1340" fmla="*/ 759818 h 949444"/>
                <a:gd name="connsiteX1341" fmla="*/ 827296 w 1055399"/>
                <a:gd name="connsiteY1341" fmla="*/ 758506 h 949444"/>
                <a:gd name="connsiteX1342" fmla="*/ 827431 w 1055399"/>
                <a:gd name="connsiteY1342" fmla="*/ 755243 h 949444"/>
                <a:gd name="connsiteX1343" fmla="*/ 827733 w 1055399"/>
                <a:gd name="connsiteY1343" fmla="*/ 752418 h 949444"/>
                <a:gd name="connsiteX1344" fmla="*/ 827733 w 1055399"/>
                <a:gd name="connsiteY1344" fmla="*/ 750029 h 949444"/>
                <a:gd name="connsiteX1345" fmla="*/ 825781 w 1055399"/>
                <a:gd name="connsiteY1345" fmla="*/ 748280 h 949444"/>
                <a:gd name="connsiteX1346" fmla="*/ 825142 w 1055399"/>
                <a:gd name="connsiteY1346" fmla="*/ 745892 h 949444"/>
                <a:gd name="connsiteX1347" fmla="*/ 823628 w 1055399"/>
                <a:gd name="connsiteY1347" fmla="*/ 744849 h 949444"/>
                <a:gd name="connsiteX1348" fmla="*/ 820800 w 1055399"/>
                <a:gd name="connsiteY1348" fmla="*/ 742797 h 949444"/>
                <a:gd name="connsiteX1349" fmla="*/ 820800 w 1055399"/>
                <a:gd name="connsiteY1349" fmla="*/ 740778 h 949444"/>
                <a:gd name="connsiteX1350" fmla="*/ 821608 w 1055399"/>
                <a:gd name="connsiteY1350" fmla="*/ 739365 h 949444"/>
                <a:gd name="connsiteX1351" fmla="*/ 822416 w 1055399"/>
                <a:gd name="connsiteY1351" fmla="*/ 738491 h 949444"/>
                <a:gd name="connsiteX1352" fmla="*/ 822921 w 1055399"/>
                <a:gd name="connsiteY1352" fmla="*/ 736540 h 949444"/>
                <a:gd name="connsiteX1353" fmla="*/ 822921 w 1055399"/>
                <a:gd name="connsiteY1353" fmla="*/ 734421 h 949444"/>
                <a:gd name="connsiteX1354" fmla="*/ 821945 w 1055399"/>
                <a:gd name="connsiteY1354" fmla="*/ 732503 h 949444"/>
                <a:gd name="connsiteX1355" fmla="*/ 819656 w 1055399"/>
                <a:gd name="connsiteY1355" fmla="*/ 731460 h 949444"/>
                <a:gd name="connsiteX1356" fmla="*/ 816897 w 1055399"/>
                <a:gd name="connsiteY1356" fmla="*/ 730014 h 949444"/>
                <a:gd name="connsiteX1357" fmla="*/ 814709 w 1055399"/>
                <a:gd name="connsiteY1357" fmla="*/ 730014 h 949444"/>
                <a:gd name="connsiteX1358" fmla="*/ 813094 w 1055399"/>
                <a:gd name="connsiteY1358" fmla="*/ 728601 h 949444"/>
                <a:gd name="connsiteX1359" fmla="*/ 811882 w 1055399"/>
                <a:gd name="connsiteY1359" fmla="*/ 728264 h 949444"/>
                <a:gd name="connsiteX1360" fmla="*/ 807742 w 1055399"/>
                <a:gd name="connsiteY1360" fmla="*/ 728264 h 949444"/>
                <a:gd name="connsiteX1361" fmla="*/ 806228 w 1055399"/>
                <a:gd name="connsiteY1361" fmla="*/ 728567 h 949444"/>
                <a:gd name="connsiteX1362" fmla="*/ 804916 w 1055399"/>
                <a:gd name="connsiteY1362" fmla="*/ 730081 h 949444"/>
                <a:gd name="connsiteX1363" fmla="*/ 802089 w 1055399"/>
                <a:gd name="connsiteY1363" fmla="*/ 731090 h 949444"/>
                <a:gd name="connsiteX1364" fmla="*/ 800069 w 1055399"/>
                <a:gd name="connsiteY1364" fmla="*/ 732335 h 949444"/>
                <a:gd name="connsiteX1365" fmla="*/ 797747 w 1055399"/>
                <a:gd name="connsiteY1365" fmla="*/ 733781 h 949444"/>
                <a:gd name="connsiteX1366" fmla="*/ 794281 w 1055399"/>
                <a:gd name="connsiteY1366" fmla="*/ 734656 h 949444"/>
                <a:gd name="connsiteX1367" fmla="*/ 788324 w 1055399"/>
                <a:gd name="connsiteY1367" fmla="*/ 735228 h 949444"/>
                <a:gd name="connsiteX1368" fmla="*/ 785127 w 1055399"/>
                <a:gd name="connsiteY1368" fmla="*/ 735228 h 949444"/>
                <a:gd name="connsiteX1369" fmla="*/ 783982 w 1055399"/>
                <a:gd name="connsiteY1369" fmla="*/ 733916 h 949444"/>
                <a:gd name="connsiteX1370" fmla="*/ 783848 w 1055399"/>
                <a:gd name="connsiteY1370" fmla="*/ 730888 h 949444"/>
                <a:gd name="connsiteX1371" fmla="*/ 784588 w 1055399"/>
                <a:gd name="connsiteY1371" fmla="*/ 729307 h 949444"/>
                <a:gd name="connsiteX1372" fmla="*/ 785598 w 1055399"/>
                <a:gd name="connsiteY1372" fmla="*/ 727121 h 949444"/>
                <a:gd name="connsiteX1373" fmla="*/ 784454 w 1055399"/>
                <a:gd name="connsiteY1373" fmla="*/ 724093 h 949444"/>
                <a:gd name="connsiteX1374" fmla="*/ 784151 w 1055399"/>
                <a:gd name="connsiteY1374" fmla="*/ 719316 h 949444"/>
                <a:gd name="connsiteX1375" fmla="*/ 783141 w 1055399"/>
                <a:gd name="connsiteY1375" fmla="*/ 715246 h 949444"/>
                <a:gd name="connsiteX1376" fmla="*/ 780381 w 1055399"/>
                <a:gd name="connsiteY1376" fmla="*/ 712353 h 949444"/>
                <a:gd name="connsiteX1377" fmla="*/ 779069 w 1055399"/>
                <a:gd name="connsiteY1377" fmla="*/ 710536 h 949444"/>
                <a:gd name="connsiteX1378" fmla="*/ 778194 w 1055399"/>
                <a:gd name="connsiteY1378" fmla="*/ 709157 h 949444"/>
                <a:gd name="connsiteX1379" fmla="*/ 777453 w 1055399"/>
                <a:gd name="connsiteY1379" fmla="*/ 709157 h 949444"/>
                <a:gd name="connsiteX1380" fmla="*/ 773684 w 1055399"/>
                <a:gd name="connsiteY1380" fmla="*/ 709090 h 949444"/>
                <a:gd name="connsiteX1381" fmla="*/ 768771 w 1055399"/>
                <a:gd name="connsiteY1381" fmla="*/ 711175 h 949444"/>
                <a:gd name="connsiteX1382" fmla="*/ 766751 w 1055399"/>
                <a:gd name="connsiteY1382" fmla="*/ 712487 h 949444"/>
                <a:gd name="connsiteX1383" fmla="*/ 764564 w 1055399"/>
                <a:gd name="connsiteY1383" fmla="*/ 710301 h 949444"/>
                <a:gd name="connsiteX1384" fmla="*/ 763823 w 1055399"/>
                <a:gd name="connsiteY1384" fmla="*/ 708821 h 949444"/>
                <a:gd name="connsiteX1385" fmla="*/ 762006 w 1055399"/>
                <a:gd name="connsiteY1385" fmla="*/ 707172 h 949444"/>
                <a:gd name="connsiteX1386" fmla="*/ 762444 w 1055399"/>
                <a:gd name="connsiteY1386" fmla="*/ 704414 h 949444"/>
                <a:gd name="connsiteX1387" fmla="*/ 762376 w 1055399"/>
                <a:gd name="connsiteY1387" fmla="*/ 701084 h 949444"/>
                <a:gd name="connsiteX1388" fmla="*/ 763386 w 1055399"/>
                <a:gd name="connsiteY1388" fmla="*/ 695096 h 949444"/>
                <a:gd name="connsiteX1389" fmla="*/ 763386 w 1055399"/>
                <a:gd name="connsiteY1389" fmla="*/ 692606 h 949444"/>
                <a:gd name="connsiteX1390" fmla="*/ 760121 w 1055399"/>
                <a:gd name="connsiteY1390" fmla="*/ 689680 h 949444"/>
                <a:gd name="connsiteX1391" fmla="*/ 758607 w 1055399"/>
                <a:gd name="connsiteY1391" fmla="*/ 687931 h 949444"/>
                <a:gd name="connsiteX1392" fmla="*/ 758943 w 1055399"/>
                <a:gd name="connsiteY1392" fmla="*/ 685643 h 949444"/>
                <a:gd name="connsiteX1393" fmla="*/ 760693 w 1055399"/>
                <a:gd name="connsiteY1393" fmla="*/ 683692 h 949444"/>
                <a:gd name="connsiteX1394" fmla="*/ 762006 w 1055399"/>
                <a:gd name="connsiteY1394" fmla="*/ 681842 h 949444"/>
                <a:gd name="connsiteX1395" fmla="*/ 763083 w 1055399"/>
                <a:gd name="connsiteY1395" fmla="*/ 679655 h 949444"/>
                <a:gd name="connsiteX1396" fmla="*/ 764295 w 1055399"/>
                <a:gd name="connsiteY1396" fmla="*/ 678680 h 949444"/>
                <a:gd name="connsiteX1397" fmla="*/ 767021 w 1055399"/>
                <a:gd name="connsiteY1397" fmla="*/ 675753 h 949444"/>
                <a:gd name="connsiteX1398" fmla="*/ 768097 w 1055399"/>
                <a:gd name="connsiteY1398" fmla="*/ 674677 h 949444"/>
                <a:gd name="connsiteX1399" fmla="*/ 768973 w 1055399"/>
                <a:gd name="connsiteY1399" fmla="*/ 674037 h 949444"/>
                <a:gd name="connsiteX1400" fmla="*/ 770487 w 1055399"/>
                <a:gd name="connsiteY1400" fmla="*/ 672725 h 949444"/>
                <a:gd name="connsiteX1401" fmla="*/ 772001 w 1055399"/>
                <a:gd name="connsiteY1401" fmla="*/ 671851 h 949444"/>
                <a:gd name="connsiteX1402" fmla="*/ 775030 w 1055399"/>
                <a:gd name="connsiteY1402" fmla="*/ 670875 h 949444"/>
                <a:gd name="connsiteX1403" fmla="*/ 778194 w 1055399"/>
                <a:gd name="connsiteY1403" fmla="*/ 670875 h 949444"/>
                <a:gd name="connsiteX1404" fmla="*/ 780785 w 1055399"/>
                <a:gd name="connsiteY1404" fmla="*/ 672490 h 949444"/>
                <a:gd name="connsiteX1405" fmla="*/ 782973 w 1055399"/>
                <a:gd name="connsiteY1405" fmla="*/ 673365 h 949444"/>
                <a:gd name="connsiteX1406" fmla="*/ 786574 w 1055399"/>
                <a:gd name="connsiteY1406" fmla="*/ 673466 h 949444"/>
                <a:gd name="connsiteX1407" fmla="*/ 788324 w 1055399"/>
                <a:gd name="connsiteY1407" fmla="*/ 673129 h 949444"/>
                <a:gd name="connsiteX1408" fmla="*/ 789939 w 1055399"/>
                <a:gd name="connsiteY1408" fmla="*/ 670303 h 949444"/>
                <a:gd name="connsiteX1409" fmla="*/ 789502 w 1055399"/>
                <a:gd name="connsiteY1409" fmla="*/ 664215 h 949444"/>
                <a:gd name="connsiteX1410" fmla="*/ 789502 w 1055399"/>
                <a:gd name="connsiteY1410" fmla="*/ 663037 h 949444"/>
                <a:gd name="connsiteX1411" fmla="*/ 790915 w 1055399"/>
                <a:gd name="connsiteY1411" fmla="*/ 660750 h 949444"/>
                <a:gd name="connsiteX1412" fmla="*/ 793002 w 1055399"/>
                <a:gd name="connsiteY1412" fmla="*/ 658630 h 949444"/>
                <a:gd name="connsiteX1413" fmla="*/ 795290 w 1055399"/>
                <a:gd name="connsiteY1413" fmla="*/ 655199 h 949444"/>
                <a:gd name="connsiteX1414" fmla="*/ 797343 w 1055399"/>
                <a:gd name="connsiteY1414" fmla="*/ 655199 h 949444"/>
                <a:gd name="connsiteX1415" fmla="*/ 799834 w 1055399"/>
                <a:gd name="connsiteY1415" fmla="*/ 656074 h 949444"/>
                <a:gd name="connsiteX1416" fmla="*/ 800608 w 1055399"/>
                <a:gd name="connsiteY1416" fmla="*/ 658799 h 949444"/>
                <a:gd name="connsiteX1417" fmla="*/ 801920 w 1055399"/>
                <a:gd name="connsiteY1417" fmla="*/ 661624 h 949444"/>
                <a:gd name="connsiteX1418" fmla="*/ 805387 w 1055399"/>
                <a:gd name="connsiteY1418" fmla="*/ 664988 h 949444"/>
                <a:gd name="connsiteX1419" fmla="*/ 807440 w 1055399"/>
                <a:gd name="connsiteY1419" fmla="*/ 667713 h 949444"/>
                <a:gd name="connsiteX1420" fmla="*/ 809930 w 1055399"/>
                <a:gd name="connsiteY1420" fmla="*/ 670202 h 949444"/>
                <a:gd name="connsiteX1421" fmla="*/ 812656 w 1055399"/>
                <a:gd name="connsiteY1421" fmla="*/ 670404 h 949444"/>
                <a:gd name="connsiteX1422" fmla="*/ 814171 w 1055399"/>
                <a:gd name="connsiteY1422" fmla="*/ 670068 h 949444"/>
                <a:gd name="connsiteX1423" fmla="*/ 815584 w 1055399"/>
                <a:gd name="connsiteY1423" fmla="*/ 669866 h 949444"/>
                <a:gd name="connsiteX1424" fmla="*/ 818209 w 1055399"/>
                <a:gd name="connsiteY1424" fmla="*/ 671178 h 949444"/>
                <a:gd name="connsiteX1425" fmla="*/ 820262 w 1055399"/>
                <a:gd name="connsiteY1425" fmla="*/ 675316 h 949444"/>
                <a:gd name="connsiteX1426" fmla="*/ 821036 w 1055399"/>
                <a:gd name="connsiteY1426" fmla="*/ 677166 h 949444"/>
                <a:gd name="connsiteX1427" fmla="*/ 822113 w 1055399"/>
                <a:gd name="connsiteY1427" fmla="*/ 679453 h 949444"/>
                <a:gd name="connsiteX1428" fmla="*/ 824166 w 1055399"/>
                <a:gd name="connsiteY1428" fmla="*/ 679117 h 949444"/>
                <a:gd name="connsiteX1429" fmla="*/ 825377 w 1055399"/>
                <a:gd name="connsiteY1429" fmla="*/ 680328 h 949444"/>
                <a:gd name="connsiteX1430" fmla="*/ 826152 w 1055399"/>
                <a:gd name="connsiteY1430" fmla="*/ 681943 h 949444"/>
                <a:gd name="connsiteX1431" fmla="*/ 827128 w 1055399"/>
                <a:gd name="connsiteY1431" fmla="*/ 683591 h 949444"/>
                <a:gd name="connsiteX1432" fmla="*/ 828979 w 1055399"/>
                <a:gd name="connsiteY1432" fmla="*/ 685206 h 949444"/>
                <a:gd name="connsiteX1433" fmla="*/ 830628 w 1055399"/>
                <a:gd name="connsiteY1433" fmla="*/ 685979 h 949444"/>
                <a:gd name="connsiteX1434" fmla="*/ 832479 w 1055399"/>
                <a:gd name="connsiteY1434" fmla="*/ 686619 h 949444"/>
                <a:gd name="connsiteX1435" fmla="*/ 834229 w 1055399"/>
                <a:gd name="connsiteY1435" fmla="*/ 686854 h 949444"/>
                <a:gd name="connsiteX1436" fmla="*/ 835642 w 1055399"/>
                <a:gd name="connsiteY1436" fmla="*/ 685374 h 949444"/>
                <a:gd name="connsiteX1437" fmla="*/ 835205 w 1055399"/>
                <a:gd name="connsiteY1437" fmla="*/ 686047 h 949444"/>
                <a:gd name="connsiteX1438" fmla="*/ 833017 w 1055399"/>
                <a:gd name="connsiteY1438" fmla="*/ 680429 h 949444"/>
                <a:gd name="connsiteX1439" fmla="*/ 833017 w 1055399"/>
                <a:gd name="connsiteY1439" fmla="*/ 675215 h 949444"/>
                <a:gd name="connsiteX1440" fmla="*/ 831906 w 1055399"/>
                <a:gd name="connsiteY1440" fmla="*/ 672826 h 949444"/>
                <a:gd name="connsiteX1441" fmla="*/ 831301 w 1055399"/>
                <a:gd name="connsiteY1441" fmla="*/ 669496 h 949444"/>
                <a:gd name="connsiteX1442" fmla="*/ 831301 w 1055399"/>
                <a:gd name="connsiteY1442" fmla="*/ 668251 h 949444"/>
                <a:gd name="connsiteX1443" fmla="*/ 829113 w 1055399"/>
                <a:gd name="connsiteY1443" fmla="*/ 663172 h 949444"/>
                <a:gd name="connsiteX1444" fmla="*/ 828238 w 1055399"/>
                <a:gd name="connsiteY1444" fmla="*/ 658967 h 949444"/>
                <a:gd name="connsiteX1445" fmla="*/ 825411 w 1055399"/>
                <a:gd name="connsiteY1445" fmla="*/ 656646 h 949444"/>
                <a:gd name="connsiteX1446" fmla="*/ 824334 w 1055399"/>
                <a:gd name="connsiteY1446" fmla="*/ 651297 h 949444"/>
                <a:gd name="connsiteX1447" fmla="*/ 824334 w 1055399"/>
                <a:gd name="connsiteY1447" fmla="*/ 647395 h 949444"/>
                <a:gd name="connsiteX1448" fmla="*/ 821877 w 1055399"/>
                <a:gd name="connsiteY1448" fmla="*/ 644939 h 949444"/>
                <a:gd name="connsiteX1449" fmla="*/ 817805 w 1055399"/>
                <a:gd name="connsiteY1449" fmla="*/ 640734 h 949444"/>
                <a:gd name="connsiteX1450" fmla="*/ 811848 w 1055399"/>
                <a:gd name="connsiteY1450" fmla="*/ 641743 h 949444"/>
                <a:gd name="connsiteX1451" fmla="*/ 806060 w 1055399"/>
                <a:gd name="connsiteY1451" fmla="*/ 639725 h 949444"/>
                <a:gd name="connsiteX1452" fmla="*/ 801584 w 1055399"/>
                <a:gd name="connsiteY1452" fmla="*/ 634511 h 949444"/>
                <a:gd name="connsiteX1453" fmla="*/ 798252 w 1055399"/>
                <a:gd name="connsiteY1453" fmla="*/ 632761 h 949444"/>
                <a:gd name="connsiteX1454" fmla="*/ 790276 w 1055399"/>
                <a:gd name="connsiteY1454" fmla="*/ 634073 h 949444"/>
                <a:gd name="connsiteX1455" fmla="*/ 783478 w 1055399"/>
                <a:gd name="connsiteY1455" fmla="*/ 636664 h 949444"/>
                <a:gd name="connsiteX1456" fmla="*/ 778396 w 1055399"/>
                <a:gd name="connsiteY1456" fmla="*/ 636226 h 949444"/>
                <a:gd name="connsiteX1457" fmla="*/ 773920 w 1055399"/>
                <a:gd name="connsiteY1457" fmla="*/ 630272 h 949444"/>
                <a:gd name="connsiteX1458" fmla="*/ 773920 w 1055399"/>
                <a:gd name="connsiteY1458" fmla="*/ 624755 h 949444"/>
                <a:gd name="connsiteX1459" fmla="*/ 773920 w 1055399"/>
                <a:gd name="connsiteY1459" fmla="*/ 619541 h 949444"/>
                <a:gd name="connsiteX1460" fmla="*/ 771093 w 1055399"/>
                <a:gd name="connsiteY1460" fmla="*/ 614529 h 949444"/>
                <a:gd name="connsiteX1461" fmla="*/ 769141 w 1055399"/>
                <a:gd name="connsiteY1461" fmla="*/ 610829 h 949444"/>
                <a:gd name="connsiteX1462" fmla="*/ 770218 w 1055399"/>
                <a:gd name="connsiteY1462" fmla="*/ 608205 h 949444"/>
                <a:gd name="connsiteX1463" fmla="*/ 771295 w 1055399"/>
                <a:gd name="connsiteY1463" fmla="*/ 605177 h 949444"/>
                <a:gd name="connsiteX1464" fmla="*/ 773247 w 1055399"/>
                <a:gd name="connsiteY1464" fmla="*/ 602553 h 949444"/>
                <a:gd name="connsiteX1465" fmla="*/ 773684 w 1055399"/>
                <a:gd name="connsiteY1465" fmla="*/ 599290 h 949444"/>
                <a:gd name="connsiteX1466" fmla="*/ 774122 w 1055399"/>
                <a:gd name="connsiteY1466" fmla="*/ 596666 h 949444"/>
                <a:gd name="connsiteX1467" fmla="*/ 776511 w 1055399"/>
                <a:gd name="connsiteY1467" fmla="*/ 593841 h 949444"/>
                <a:gd name="connsiteX1468" fmla="*/ 774357 w 1055399"/>
                <a:gd name="connsiteY1468" fmla="*/ 588862 h 949444"/>
                <a:gd name="connsiteX1469" fmla="*/ 769141 w 1055399"/>
                <a:gd name="connsiteY1469" fmla="*/ 589938 h 949444"/>
                <a:gd name="connsiteX1470" fmla="*/ 765876 w 1055399"/>
                <a:gd name="connsiteY1470" fmla="*/ 591688 h 949444"/>
                <a:gd name="connsiteX1471" fmla="*/ 760660 w 1055399"/>
                <a:gd name="connsiteY1471" fmla="*/ 594278 h 949444"/>
                <a:gd name="connsiteX1472" fmla="*/ 757395 w 1055399"/>
                <a:gd name="connsiteY1472" fmla="*/ 594278 h 949444"/>
                <a:gd name="connsiteX1473" fmla="*/ 750429 w 1055399"/>
                <a:gd name="connsiteY1473" fmla="*/ 593201 h 949444"/>
                <a:gd name="connsiteX1474" fmla="*/ 746962 w 1055399"/>
                <a:gd name="connsiteY1474" fmla="*/ 590376 h 949444"/>
                <a:gd name="connsiteX1475" fmla="*/ 744573 w 1055399"/>
                <a:gd name="connsiteY1475" fmla="*/ 586911 h 949444"/>
                <a:gd name="connsiteX1476" fmla="*/ 745650 w 1055399"/>
                <a:gd name="connsiteY1476" fmla="*/ 582773 h 949444"/>
                <a:gd name="connsiteX1477" fmla="*/ 746087 w 1055399"/>
                <a:gd name="connsiteY1477" fmla="*/ 580385 h 949444"/>
                <a:gd name="connsiteX1478" fmla="*/ 744573 w 1055399"/>
                <a:gd name="connsiteY1478" fmla="*/ 578871 h 949444"/>
                <a:gd name="connsiteX1479" fmla="*/ 740433 w 1055399"/>
                <a:gd name="connsiteY1479" fmla="*/ 573657 h 949444"/>
                <a:gd name="connsiteX1480" fmla="*/ 739356 w 1055399"/>
                <a:gd name="connsiteY1480" fmla="*/ 570595 h 949444"/>
                <a:gd name="connsiteX1481" fmla="*/ 740669 w 1055399"/>
                <a:gd name="connsiteY1481" fmla="*/ 563868 h 949444"/>
                <a:gd name="connsiteX1482" fmla="*/ 739356 w 1055399"/>
                <a:gd name="connsiteY1482" fmla="*/ 558653 h 949444"/>
                <a:gd name="connsiteX1483" fmla="*/ 743496 w 1055399"/>
                <a:gd name="connsiteY1483" fmla="*/ 556366 h 949444"/>
                <a:gd name="connsiteX1484" fmla="*/ 748477 w 1055399"/>
                <a:gd name="connsiteY1484" fmla="*/ 550815 h 949444"/>
                <a:gd name="connsiteX1485" fmla="*/ 754333 w 1055399"/>
                <a:gd name="connsiteY1485" fmla="*/ 547351 h 949444"/>
                <a:gd name="connsiteX1486" fmla="*/ 759785 w 1055399"/>
                <a:gd name="connsiteY1486" fmla="*/ 545601 h 949444"/>
                <a:gd name="connsiteX1487" fmla="*/ 762612 w 1055399"/>
                <a:gd name="connsiteY1487" fmla="*/ 542775 h 949444"/>
                <a:gd name="connsiteX1488" fmla="*/ 764564 w 1055399"/>
                <a:gd name="connsiteY1488" fmla="*/ 536149 h 949444"/>
                <a:gd name="connsiteX1489" fmla="*/ 765439 w 1055399"/>
                <a:gd name="connsiteY1489" fmla="*/ 531708 h 949444"/>
                <a:gd name="connsiteX1490" fmla="*/ 767828 w 1055399"/>
                <a:gd name="connsiteY1490" fmla="*/ 531708 h 949444"/>
                <a:gd name="connsiteX1491" fmla="*/ 770891 w 1055399"/>
                <a:gd name="connsiteY1491" fmla="*/ 531708 h 949444"/>
                <a:gd name="connsiteX1492" fmla="*/ 773920 w 1055399"/>
                <a:gd name="connsiteY1492" fmla="*/ 529959 h 949444"/>
                <a:gd name="connsiteX1493" fmla="*/ 775232 w 1055399"/>
                <a:gd name="connsiteY1493" fmla="*/ 526931 h 949444"/>
                <a:gd name="connsiteX1494" fmla="*/ 776545 w 1055399"/>
                <a:gd name="connsiteY1494" fmla="*/ 522592 h 949444"/>
                <a:gd name="connsiteX1495" fmla="*/ 777420 w 1055399"/>
                <a:gd name="connsiteY1495" fmla="*/ 518690 h 949444"/>
                <a:gd name="connsiteX1496" fmla="*/ 777857 w 1055399"/>
                <a:gd name="connsiteY1496" fmla="*/ 515662 h 949444"/>
                <a:gd name="connsiteX1497" fmla="*/ 778732 w 1055399"/>
                <a:gd name="connsiteY1497" fmla="*/ 512399 h 949444"/>
                <a:gd name="connsiteX1498" fmla="*/ 777655 w 1055399"/>
                <a:gd name="connsiteY1498" fmla="*/ 508934 h 949444"/>
                <a:gd name="connsiteX1499" fmla="*/ 775030 w 1055399"/>
                <a:gd name="connsiteY1499" fmla="*/ 503922 h 949444"/>
                <a:gd name="connsiteX1500" fmla="*/ 768703 w 1055399"/>
                <a:gd name="connsiteY1500" fmla="*/ 501533 h 949444"/>
                <a:gd name="connsiteX1501" fmla="*/ 763285 w 1055399"/>
                <a:gd name="connsiteY1501" fmla="*/ 498270 h 949444"/>
                <a:gd name="connsiteX1502" fmla="*/ 760895 w 1055399"/>
                <a:gd name="connsiteY1502" fmla="*/ 494133 h 949444"/>
                <a:gd name="connsiteX1503" fmla="*/ 760660 w 1055399"/>
                <a:gd name="connsiteY1503" fmla="*/ 489692 h 949444"/>
                <a:gd name="connsiteX1504" fmla="*/ 761299 w 1055399"/>
                <a:gd name="connsiteY1504" fmla="*/ 486530 h 949444"/>
                <a:gd name="connsiteX1505" fmla="*/ 766078 w 1055399"/>
                <a:gd name="connsiteY1505" fmla="*/ 486530 h 949444"/>
                <a:gd name="connsiteX1506" fmla="*/ 770420 w 1055399"/>
                <a:gd name="connsiteY1506" fmla="*/ 488717 h 949444"/>
                <a:gd name="connsiteX1507" fmla="*/ 771295 w 1055399"/>
                <a:gd name="connsiteY1507" fmla="*/ 485454 h 949444"/>
                <a:gd name="connsiteX1508" fmla="*/ 768670 w 1055399"/>
                <a:gd name="connsiteY1508" fmla="*/ 481316 h 949444"/>
                <a:gd name="connsiteX1509" fmla="*/ 771497 w 1055399"/>
                <a:gd name="connsiteY1509" fmla="*/ 480239 h 949444"/>
                <a:gd name="connsiteX1510" fmla="*/ 775199 w 1055399"/>
                <a:gd name="connsiteY1510" fmla="*/ 480239 h 949444"/>
                <a:gd name="connsiteX1511" fmla="*/ 777386 w 1055399"/>
                <a:gd name="connsiteY1511" fmla="*/ 480239 h 949444"/>
                <a:gd name="connsiteX1512" fmla="*/ 780651 w 1055399"/>
                <a:gd name="connsiteY1512" fmla="*/ 474151 h 949444"/>
                <a:gd name="connsiteX1513" fmla="*/ 784353 w 1055399"/>
                <a:gd name="connsiteY1513" fmla="*/ 468937 h 949444"/>
                <a:gd name="connsiteX1514" fmla="*/ 787180 w 1055399"/>
                <a:gd name="connsiteY1514" fmla="*/ 464597 h 949444"/>
                <a:gd name="connsiteX1515" fmla="*/ 790209 w 1055399"/>
                <a:gd name="connsiteY1515" fmla="*/ 462410 h 949444"/>
                <a:gd name="connsiteX1516" fmla="*/ 793473 w 1055399"/>
                <a:gd name="connsiteY1516" fmla="*/ 464799 h 949444"/>
                <a:gd name="connsiteX1517" fmla="*/ 796738 w 1055399"/>
                <a:gd name="connsiteY1517" fmla="*/ 467826 h 949444"/>
                <a:gd name="connsiteX1518" fmla="*/ 800641 w 1055399"/>
                <a:gd name="connsiteY1518" fmla="*/ 468466 h 949444"/>
                <a:gd name="connsiteX1519" fmla="*/ 804343 w 1055399"/>
                <a:gd name="connsiteY1519" fmla="*/ 470652 h 949444"/>
                <a:gd name="connsiteX1520" fmla="*/ 806733 w 1055399"/>
                <a:gd name="connsiteY1520" fmla="*/ 471729 h 949444"/>
                <a:gd name="connsiteX1521" fmla="*/ 810199 w 1055399"/>
                <a:gd name="connsiteY1521" fmla="*/ 473478 h 949444"/>
                <a:gd name="connsiteX1522" fmla="*/ 812387 w 1055399"/>
                <a:gd name="connsiteY1522" fmla="*/ 476741 h 949444"/>
                <a:gd name="connsiteX1523" fmla="*/ 814574 w 1055399"/>
                <a:gd name="connsiteY1523" fmla="*/ 479567 h 949444"/>
                <a:gd name="connsiteX1524" fmla="*/ 818276 w 1055399"/>
                <a:gd name="connsiteY1524" fmla="*/ 479567 h 949444"/>
                <a:gd name="connsiteX1525" fmla="*/ 821103 w 1055399"/>
                <a:gd name="connsiteY1525" fmla="*/ 481955 h 949444"/>
                <a:gd name="connsiteX1526" fmla="*/ 825007 w 1055399"/>
                <a:gd name="connsiteY1526" fmla="*/ 485218 h 949444"/>
                <a:gd name="connsiteX1527" fmla="*/ 826959 w 1055399"/>
                <a:gd name="connsiteY1527" fmla="*/ 488986 h 949444"/>
                <a:gd name="connsiteX1528" fmla="*/ 830426 w 1055399"/>
                <a:gd name="connsiteY1528" fmla="*/ 492316 h 949444"/>
                <a:gd name="connsiteX1529" fmla="*/ 834801 w 1055399"/>
                <a:gd name="connsiteY1529" fmla="*/ 492451 h 949444"/>
                <a:gd name="connsiteX1530" fmla="*/ 837358 w 1055399"/>
                <a:gd name="connsiteY1530" fmla="*/ 492316 h 949444"/>
                <a:gd name="connsiteX1531" fmla="*/ 840118 w 1055399"/>
                <a:gd name="connsiteY1531" fmla="*/ 490735 h 949444"/>
                <a:gd name="connsiteX1532" fmla="*/ 841565 w 1055399"/>
                <a:gd name="connsiteY1532" fmla="*/ 488717 h 949444"/>
                <a:gd name="connsiteX1533" fmla="*/ 842878 w 1055399"/>
                <a:gd name="connsiteY1533" fmla="*/ 488212 h 949444"/>
                <a:gd name="connsiteX1534" fmla="*/ 844628 w 1055399"/>
                <a:gd name="connsiteY1534" fmla="*/ 488279 h 949444"/>
                <a:gd name="connsiteX1535" fmla="*/ 847825 w 1055399"/>
                <a:gd name="connsiteY1535" fmla="*/ 488279 h 949444"/>
                <a:gd name="connsiteX1536" fmla="*/ 848700 w 1055399"/>
                <a:gd name="connsiteY1536" fmla="*/ 487707 h 949444"/>
                <a:gd name="connsiteX1537" fmla="*/ 850450 w 1055399"/>
                <a:gd name="connsiteY1537" fmla="*/ 485084 h 949444"/>
                <a:gd name="connsiteX1538" fmla="*/ 851628 w 1055399"/>
                <a:gd name="connsiteY1538" fmla="*/ 483334 h 949444"/>
                <a:gd name="connsiteX1539" fmla="*/ 852638 w 1055399"/>
                <a:gd name="connsiteY1539" fmla="*/ 482090 h 949444"/>
                <a:gd name="connsiteX1540" fmla="*/ 855667 w 1055399"/>
                <a:gd name="connsiteY1540" fmla="*/ 481282 h 949444"/>
                <a:gd name="connsiteX1541" fmla="*/ 860008 w 1055399"/>
                <a:gd name="connsiteY1541" fmla="*/ 481282 h 949444"/>
                <a:gd name="connsiteX1542" fmla="*/ 861455 w 1055399"/>
                <a:gd name="connsiteY1542" fmla="*/ 480576 h 949444"/>
                <a:gd name="connsiteX1543" fmla="*/ 863912 w 1055399"/>
                <a:gd name="connsiteY1543" fmla="*/ 481888 h 949444"/>
                <a:gd name="connsiteX1544" fmla="*/ 870441 w 1055399"/>
                <a:gd name="connsiteY1544" fmla="*/ 485958 h 949444"/>
                <a:gd name="connsiteX1545" fmla="*/ 871148 w 1055399"/>
                <a:gd name="connsiteY1545" fmla="*/ 489726 h 949444"/>
                <a:gd name="connsiteX1546" fmla="*/ 870778 w 1055399"/>
                <a:gd name="connsiteY1546" fmla="*/ 495512 h 949444"/>
                <a:gd name="connsiteX1547" fmla="*/ 871282 w 1055399"/>
                <a:gd name="connsiteY1547" fmla="*/ 500154 h 949444"/>
                <a:gd name="connsiteX1548" fmla="*/ 871282 w 1055399"/>
                <a:gd name="connsiteY1548" fmla="*/ 503047 h 949444"/>
                <a:gd name="connsiteX1549" fmla="*/ 874311 w 1055399"/>
                <a:gd name="connsiteY1549" fmla="*/ 505234 h 949444"/>
                <a:gd name="connsiteX1550" fmla="*/ 875186 w 1055399"/>
                <a:gd name="connsiteY1550" fmla="*/ 508429 h 949444"/>
                <a:gd name="connsiteX1551" fmla="*/ 880100 w 1055399"/>
                <a:gd name="connsiteY1551" fmla="*/ 511625 h 949444"/>
                <a:gd name="connsiteX1552" fmla="*/ 882557 w 1055399"/>
                <a:gd name="connsiteY1552" fmla="*/ 512130 h 949444"/>
                <a:gd name="connsiteX1553" fmla="*/ 887470 w 1055399"/>
                <a:gd name="connsiteY1553" fmla="*/ 512634 h 949444"/>
                <a:gd name="connsiteX1554" fmla="*/ 891239 w 1055399"/>
                <a:gd name="connsiteY1554" fmla="*/ 512634 h 949444"/>
                <a:gd name="connsiteX1555" fmla="*/ 896591 w 1055399"/>
                <a:gd name="connsiteY1555" fmla="*/ 512634 h 949444"/>
                <a:gd name="connsiteX1556" fmla="*/ 901673 w 1055399"/>
                <a:gd name="connsiteY1556" fmla="*/ 512634 h 949444"/>
                <a:gd name="connsiteX1557" fmla="*/ 904432 w 1055399"/>
                <a:gd name="connsiteY1557" fmla="*/ 510448 h 949444"/>
                <a:gd name="connsiteX1558" fmla="*/ 906620 w 1055399"/>
                <a:gd name="connsiteY1558" fmla="*/ 509439 h 949444"/>
                <a:gd name="connsiteX1559" fmla="*/ 909951 w 1055399"/>
                <a:gd name="connsiteY1559" fmla="*/ 508295 h 949444"/>
                <a:gd name="connsiteX1560" fmla="*/ 914731 w 1055399"/>
                <a:gd name="connsiteY1560" fmla="*/ 505839 h 949444"/>
                <a:gd name="connsiteX1561" fmla="*/ 917995 w 1055399"/>
                <a:gd name="connsiteY1561" fmla="*/ 503081 h 949444"/>
                <a:gd name="connsiteX1562" fmla="*/ 919947 w 1055399"/>
                <a:gd name="connsiteY1562" fmla="*/ 499616 h 949444"/>
                <a:gd name="connsiteX1563" fmla="*/ 919947 w 1055399"/>
                <a:gd name="connsiteY1563" fmla="*/ 497867 h 949444"/>
                <a:gd name="connsiteX1564" fmla="*/ 920822 w 1055399"/>
                <a:gd name="connsiteY1564" fmla="*/ 495276 h 949444"/>
                <a:gd name="connsiteX1565" fmla="*/ 922707 w 1055399"/>
                <a:gd name="connsiteY1565" fmla="*/ 492955 h 949444"/>
                <a:gd name="connsiteX1566" fmla="*/ 924591 w 1055399"/>
                <a:gd name="connsiteY1566" fmla="*/ 491071 h 949444"/>
                <a:gd name="connsiteX1567" fmla="*/ 928058 w 1055399"/>
                <a:gd name="connsiteY1567" fmla="*/ 486732 h 949444"/>
                <a:gd name="connsiteX1568" fmla="*/ 929808 w 1055399"/>
                <a:gd name="connsiteY1568" fmla="*/ 480509 h 949444"/>
                <a:gd name="connsiteX1569" fmla="*/ 932870 w 1055399"/>
                <a:gd name="connsiteY1569" fmla="*/ 474992 h 949444"/>
                <a:gd name="connsiteX1570" fmla="*/ 936337 w 1055399"/>
                <a:gd name="connsiteY1570" fmla="*/ 472973 h 949444"/>
                <a:gd name="connsiteX1571" fmla="*/ 937918 w 1055399"/>
                <a:gd name="connsiteY1571" fmla="*/ 469643 h 949444"/>
                <a:gd name="connsiteX1572" fmla="*/ 939366 w 1055399"/>
                <a:gd name="connsiteY1572" fmla="*/ 465303 h 949444"/>
                <a:gd name="connsiteX1573" fmla="*/ 940375 w 1055399"/>
                <a:gd name="connsiteY1573" fmla="*/ 462478 h 949444"/>
                <a:gd name="connsiteX1574" fmla="*/ 942394 w 1055399"/>
                <a:gd name="connsiteY1574" fmla="*/ 458340 h 949444"/>
                <a:gd name="connsiteX1575" fmla="*/ 943976 w 1055399"/>
                <a:gd name="connsiteY1575" fmla="*/ 456894 h 949444"/>
                <a:gd name="connsiteX1576" fmla="*/ 945558 w 1055399"/>
                <a:gd name="connsiteY1576" fmla="*/ 455010 h 949444"/>
                <a:gd name="connsiteX1577" fmla="*/ 946871 w 1055399"/>
                <a:gd name="connsiteY1577" fmla="*/ 451679 h 949444"/>
                <a:gd name="connsiteX1578" fmla="*/ 948318 w 1055399"/>
                <a:gd name="connsiteY1578" fmla="*/ 450098 h 949444"/>
                <a:gd name="connsiteX1579" fmla="*/ 951212 w 1055399"/>
                <a:gd name="connsiteY1579" fmla="*/ 450098 h 949444"/>
                <a:gd name="connsiteX1580" fmla="*/ 951212 w 1055399"/>
                <a:gd name="connsiteY1580" fmla="*/ 449224 h 949444"/>
                <a:gd name="connsiteX1581" fmla="*/ 952962 w 1055399"/>
                <a:gd name="connsiteY1581" fmla="*/ 446902 h 949444"/>
                <a:gd name="connsiteX1582" fmla="*/ 952962 w 1055399"/>
                <a:gd name="connsiteY1582" fmla="*/ 445759 h 949444"/>
                <a:gd name="connsiteX1583" fmla="*/ 952962 w 1055399"/>
                <a:gd name="connsiteY1583" fmla="*/ 442866 h 949444"/>
                <a:gd name="connsiteX1584" fmla="*/ 950068 w 1055399"/>
                <a:gd name="connsiteY1584" fmla="*/ 439233 h 949444"/>
                <a:gd name="connsiteX1585" fmla="*/ 947308 w 1055399"/>
                <a:gd name="connsiteY1585" fmla="*/ 436912 h 949444"/>
                <a:gd name="connsiteX1586" fmla="*/ 948452 w 1055399"/>
                <a:gd name="connsiteY1586" fmla="*/ 433884 h 949444"/>
                <a:gd name="connsiteX1587" fmla="*/ 950472 w 1055399"/>
                <a:gd name="connsiteY1587" fmla="*/ 430688 h 949444"/>
                <a:gd name="connsiteX1588" fmla="*/ 952726 w 1055399"/>
                <a:gd name="connsiteY1588" fmla="*/ 429107 h 949444"/>
                <a:gd name="connsiteX1589" fmla="*/ 954678 w 1055399"/>
                <a:gd name="connsiteY1589" fmla="*/ 427661 h 949444"/>
                <a:gd name="connsiteX1590" fmla="*/ 954678 w 1055399"/>
                <a:gd name="connsiteY1590" fmla="*/ 424902 h 949444"/>
                <a:gd name="connsiteX1591" fmla="*/ 953534 w 1055399"/>
                <a:gd name="connsiteY1591" fmla="*/ 423018 h 949444"/>
                <a:gd name="connsiteX1592" fmla="*/ 954678 w 1055399"/>
                <a:gd name="connsiteY1592" fmla="*/ 421067 h 949444"/>
                <a:gd name="connsiteX1593" fmla="*/ 955823 w 1055399"/>
                <a:gd name="connsiteY1593" fmla="*/ 418813 h 949444"/>
                <a:gd name="connsiteX1594" fmla="*/ 959020 w 1055399"/>
                <a:gd name="connsiteY1594" fmla="*/ 418813 h 949444"/>
                <a:gd name="connsiteX1595" fmla="*/ 960770 w 1055399"/>
                <a:gd name="connsiteY1595" fmla="*/ 418813 h 949444"/>
                <a:gd name="connsiteX1596" fmla="*/ 964102 w 1055399"/>
                <a:gd name="connsiteY1596" fmla="*/ 418813 h 949444"/>
                <a:gd name="connsiteX1597" fmla="*/ 965986 w 1055399"/>
                <a:gd name="connsiteY1597" fmla="*/ 420697 h 949444"/>
                <a:gd name="connsiteX1598" fmla="*/ 967434 w 1055399"/>
                <a:gd name="connsiteY1598" fmla="*/ 421841 h 949444"/>
                <a:gd name="connsiteX1599" fmla="*/ 970631 w 1055399"/>
                <a:gd name="connsiteY1599" fmla="*/ 422985 h 949444"/>
                <a:gd name="connsiteX1600" fmla="*/ 973390 w 1055399"/>
                <a:gd name="connsiteY1600" fmla="*/ 422850 h 949444"/>
                <a:gd name="connsiteX1601" fmla="*/ 976150 w 1055399"/>
                <a:gd name="connsiteY1601" fmla="*/ 420226 h 949444"/>
                <a:gd name="connsiteX1602" fmla="*/ 978035 w 1055399"/>
                <a:gd name="connsiteY1602" fmla="*/ 419654 h 949444"/>
                <a:gd name="connsiteX1603" fmla="*/ 979179 w 1055399"/>
                <a:gd name="connsiteY1603" fmla="*/ 420092 h 949444"/>
                <a:gd name="connsiteX1604" fmla="*/ 979886 w 1055399"/>
                <a:gd name="connsiteY1604" fmla="*/ 423119 h 949444"/>
                <a:gd name="connsiteX1605" fmla="*/ 982511 w 1055399"/>
                <a:gd name="connsiteY1605" fmla="*/ 426450 h 949444"/>
                <a:gd name="connsiteX1606" fmla="*/ 984261 w 1055399"/>
                <a:gd name="connsiteY1606" fmla="*/ 427459 h 949444"/>
                <a:gd name="connsiteX1607" fmla="*/ 986852 w 1055399"/>
                <a:gd name="connsiteY1607" fmla="*/ 427459 h 949444"/>
                <a:gd name="connsiteX1608" fmla="*/ 989174 w 1055399"/>
                <a:gd name="connsiteY1608" fmla="*/ 426450 h 949444"/>
                <a:gd name="connsiteX1609" fmla="*/ 991194 w 1055399"/>
                <a:gd name="connsiteY1609" fmla="*/ 424700 h 949444"/>
                <a:gd name="connsiteX1610" fmla="*/ 992776 w 1055399"/>
                <a:gd name="connsiteY1610" fmla="*/ 424263 h 949444"/>
                <a:gd name="connsiteX1611" fmla="*/ 994795 w 1055399"/>
                <a:gd name="connsiteY1611" fmla="*/ 422682 h 949444"/>
                <a:gd name="connsiteX1612" fmla="*/ 995804 w 1055399"/>
                <a:gd name="connsiteY1612" fmla="*/ 421235 h 949444"/>
                <a:gd name="connsiteX1613" fmla="*/ 999708 w 1055399"/>
                <a:gd name="connsiteY1613" fmla="*/ 416728 h 949444"/>
                <a:gd name="connsiteX1614" fmla="*/ 996814 w 1055399"/>
                <a:gd name="connsiteY1614" fmla="*/ 412960 h 949444"/>
                <a:gd name="connsiteX1615" fmla="*/ 995939 w 1055399"/>
                <a:gd name="connsiteY1615" fmla="*/ 409630 h 949444"/>
                <a:gd name="connsiteX1616" fmla="*/ 997083 w 1055399"/>
                <a:gd name="connsiteY1616" fmla="*/ 406434 h 949444"/>
                <a:gd name="connsiteX1617" fmla="*/ 999675 w 1055399"/>
                <a:gd name="connsiteY1617" fmla="*/ 403676 h 949444"/>
                <a:gd name="connsiteX1618" fmla="*/ 1001997 w 1055399"/>
                <a:gd name="connsiteY1618" fmla="*/ 402801 h 949444"/>
                <a:gd name="connsiteX1619" fmla="*/ 1005026 w 1055399"/>
                <a:gd name="connsiteY1619" fmla="*/ 399774 h 949444"/>
                <a:gd name="connsiteX1620" fmla="*/ 1007348 w 1055399"/>
                <a:gd name="connsiteY1620" fmla="*/ 396006 h 949444"/>
                <a:gd name="connsiteX1621" fmla="*/ 1004891 w 1055399"/>
                <a:gd name="connsiteY1621" fmla="*/ 394257 h 949444"/>
                <a:gd name="connsiteX1622" fmla="*/ 1004319 w 1055399"/>
                <a:gd name="connsiteY1622" fmla="*/ 391935 h 949444"/>
                <a:gd name="connsiteX1623" fmla="*/ 1005463 w 1055399"/>
                <a:gd name="connsiteY1623" fmla="*/ 389917 h 949444"/>
                <a:gd name="connsiteX1624" fmla="*/ 1008795 w 1055399"/>
                <a:gd name="connsiteY1624" fmla="*/ 388336 h 949444"/>
                <a:gd name="connsiteX1625" fmla="*/ 1011824 w 1055399"/>
                <a:gd name="connsiteY1625" fmla="*/ 384871 h 949444"/>
                <a:gd name="connsiteX1626" fmla="*/ 1008627 w 1055399"/>
                <a:gd name="connsiteY1626" fmla="*/ 381238 h 949444"/>
                <a:gd name="connsiteX1627" fmla="*/ 1007483 w 1055399"/>
                <a:gd name="connsiteY1627" fmla="*/ 379354 h 949444"/>
                <a:gd name="connsiteX1628" fmla="*/ 1008492 w 1055399"/>
                <a:gd name="connsiteY1628" fmla="*/ 376158 h 949444"/>
                <a:gd name="connsiteX1629" fmla="*/ 1013709 w 1055399"/>
                <a:gd name="connsiteY1629" fmla="*/ 374140 h 949444"/>
                <a:gd name="connsiteX1630" fmla="*/ 1017613 w 1055399"/>
                <a:gd name="connsiteY1630" fmla="*/ 371953 h 949444"/>
                <a:gd name="connsiteX1631" fmla="*/ 1020069 w 1055399"/>
                <a:gd name="connsiteY1631" fmla="*/ 368186 h 949444"/>
                <a:gd name="connsiteX1632" fmla="*/ 1021079 w 1055399"/>
                <a:gd name="connsiteY1632" fmla="*/ 364721 h 949444"/>
                <a:gd name="connsiteX1633" fmla="*/ 1022661 w 1055399"/>
                <a:gd name="connsiteY1633" fmla="*/ 361391 h 949444"/>
                <a:gd name="connsiteX1634" fmla="*/ 1023805 w 1055399"/>
                <a:gd name="connsiteY1634" fmla="*/ 358060 h 949444"/>
                <a:gd name="connsiteX1635" fmla="*/ 1023805 w 1055399"/>
                <a:gd name="connsiteY1635" fmla="*/ 355167 h 949444"/>
                <a:gd name="connsiteX1636" fmla="*/ 1023805 w 1055399"/>
                <a:gd name="connsiteY1636" fmla="*/ 352409 h 949444"/>
                <a:gd name="connsiteX1637" fmla="*/ 1023939 w 1055399"/>
                <a:gd name="connsiteY1637" fmla="*/ 350660 h 949444"/>
                <a:gd name="connsiteX1638" fmla="*/ 1025993 w 1055399"/>
                <a:gd name="connsiteY1638" fmla="*/ 348473 h 949444"/>
                <a:gd name="connsiteX1639" fmla="*/ 1028315 w 1055399"/>
                <a:gd name="connsiteY1639" fmla="*/ 348473 h 949444"/>
                <a:gd name="connsiteX1640" fmla="*/ 1031074 w 1055399"/>
                <a:gd name="connsiteY1640" fmla="*/ 348473 h 949444"/>
                <a:gd name="connsiteX1641" fmla="*/ 1035113 w 1055399"/>
                <a:gd name="connsiteY1641" fmla="*/ 347767 h 949444"/>
                <a:gd name="connsiteX1642" fmla="*/ 1037570 w 1055399"/>
                <a:gd name="connsiteY1642" fmla="*/ 345311 h 949444"/>
                <a:gd name="connsiteX1643" fmla="*/ 1040531 w 1055399"/>
                <a:gd name="connsiteY1643" fmla="*/ 342115 h 949444"/>
                <a:gd name="connsiteX1644" fmla="*/ 1041474 w 1055399"/>
                <a:gd name="connsiteY1644" fmla="*/ 338919 h 949444"/>
                <a:gd name="connsiteX1645" fmla="*/ 1041474 w 1055399"/>
                <a:gd name="connsiteY1645" fmla="*/ 337910 h 949444"/>
                <a:gd name="connsiteX1646" fmla="*/ 1042180 w 1055399"/>
                <a:gd name="connsiteY1646" fmla="*/ 336464 h 949444"/>
                <a:gd name="connsiteX1647" fmla="*/ 1045647 w 1055399"/>
                <a:gd name="connsiteY1647" fmla="*/ 335454 h 949444"/>
                <a:gd name="connsiteX1648" fmla="*/ 1047229 w 1055399"/>
                <a:gd name="connsiteY1648" fmla="*/ 335454 h 949444"/>
                <a:gd name="connsiteX1649" fmla="*/ 1051570 w 1055399"/>
                <a:gd name="connsiteY1649" fmla="*/ 333705 h 949444"/>
                <a:gd name="connsiteX1650" fmla="*/ 1053758 w 1055399"/>
                <a:gd name="connsiteY1650" fmla="*/ 332259 h 949444"/>
                <a:gd name="connsiteX1651" fmla="*/ 1055339 w 1055399"/>
                <a:gd name="connsiteY1651" fmla="*/ 329803 h 949444"/>
                <a:gd name="connsiteX1652" fmla="*/ 1055339 w 1055399"/>
                <a:gd name="connsiteY1652" fmla="*/ 327616 h 949444"/>
                <a:gd name="connsiteX1653" fmla="*/ 1055339 w 1055399"/>
                <a:gd name="connsiteY1653" fmla="*/ 323849 h 949444"/>
                <a:gd name="connsiteX1654" fmla="*/ 1054161 w 1055399"/>
                <a:gd name="connsiteY1654" fmla="*/ 318904 h 949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Lst>
              <a:rect l="l" t="t" r="r" b="b"/>
              <a:pathLst>
                <a:path w="1055399" h="949444">
                  <a:moveTo>
                    <a:pt x="1054161" y="318904"/>
                  </a:moveTo>
                  <a:lnTo>
                    <a:pt x="1050089" y="315843"/>
                  </a:lnTo>
                  <a:lnTo>
                    <a:pt x="1043728" y="312647"/>
                  </a:lnTo>
                  <a:lnTo>
                    <a:pt x="1040700" y="311200"/>
                  </a:lnTo>
                  <a:lnTo>
                    <a:pt x="1037065" y="309316"/>
                  </a:lnTo>
                  <a:cubicBezTo>
                    <a:pt x="1037065" y="309316"/>
                    <a:pt x="1037199" y="306255"/>
                    <a:pt x="1036190" y="306121"/>
                  </a:cubicBezTo>
                  <a:cubicBezTo>
                    <a:pt x="1035180" y="305986"/>
                    <a:pt x="1032858" y="303665"/>
                    <a:pt x="1032858" y="303665"/>
                  </a:cubicBezTo>
                  <a:cubicBezTo>
                    <a:pt x="1032858" y="303665"/>
                    <a:pt x="1031613" y="302790"/>
                    <a:pt x="1031478" y="302219"/>
                  </a:cubicBezTo>
                  <a:cubicBezTo>
                    <a:pt x="1031344" y="301647"/>
                    <a:pt x="1031411" y="298316"/>
                    <a:pt x="1031411" y="298316"/>
                  </a:cubicBezTo>
                  <a:lnTo>
                    <a:pt x="1031411" y="292396"/>
                  </a:lnTo>
                  <a:lnTo>
                    <a:pt x="1031276" y="290949"/>
                  </a:lnTo>
                  <a:cubicBezTo>
                    <a:pt x="1031276" y="290949"/>
                    <a:pt x="1035315" y="290815"/>
                    <a:pt x="1036190" y="290949"/>
                  </a:cubicBezTo>
                  <a:cubicBezTo>
                    <a:pt x="1037065" y="291084"/>
                    <a:pt x="1038815" y="294582"/>
                    <a:pt x="1038815" y="294582"/>
                  </a:cubicBezTo>
                  <a:lnTo>
                    <a:pt x="1040397" y="293708"/>
                  </a:lnTo>
                  <a:cubicBezTo>
                    <a:pt x="1040397" y="293708"/>
                    <a:pt x="1041103" y="288494"/>
                    <a:pt x="1041103" y="287922"/>
                  </a:cubicBezTo>
                  <a:cubicBezTo>
                    <a:pt x="1041103" y="287350"/>
                    <a:pt x="1041238" y="285601"/>
                    <a:pt x="1041406" y="285163"/>
                  </a:cubicBezTo>
                  <a:cubicBezTo>
                    <a:pt x="1041541" y="284726"/>
                    <a:pt x="1042854" y="284591"/>
                    <a:pt x="1042854" y="284591"/>
                  </a:cubicBezTo>
                  <a:lnTo>
                    <a:pt x="1044435" y="284591"/>
                  </a:lnTo>
                  <a:lnTo>
                    <a:pt x="1046185" y="284591"/>
                  </a:lnTo>
                  <a:lnTo>
                    <a:pt x="1047060" y="282842"/>
                  </a:lnTo>
                  <a:lnTo>
                    <a:pt x="1047060" y="281967"/>
                  </a:lnTo>
                  <a:lnTo>
                    <a:pt x="1047363" y="278502"/>
                  </a:lnTo>
                  <a:cubicBezTo>
                    <a:pt x="1047363" y="278502"/>
                    <a:pt x="1046623" y="278940"/>
                    <a:pt x="1046219" y="278502"/>
                  </a:cubicBezTo>
                  <a:cubicBezTo>
                    <a:pt x="1045781" y="278065"/>
                    <a:pt x="1043897" y="276047"/>
                    <a:pt x="1043897" y="276047"/>
                  </a:cubicBezTo>
                  <a:lnTo>
                    <a:pt x="1042147" y="275038"/>
                  </a:lnTo>
                  <a:cubicBezTo>
                    <a:pt x="1042147" y="275038"/>
                    <a:pt x="1040834" y="273894"/>
                    <a:pt x="1040834" y="273457"/>
                  </a:cubicBezTo>
                  <a:cubicBezTo>
                    <a:pt x="1040834" y="273019"/>
                    <a:pt x="1041406" y="271438"/>
                    <a:pt x="1041406" y="271438"/>
                  </a:cubicBezTo>
                  <a:lnTo>
                    <a:pt x="1041709" y="269689"/>
                  </a:lnTo>
                  <a:lnTo>
                    <a:pt x="1042147" y="267805"/>
                  </a:lnTo>
                  <a:lnTo>
                    <a:pt x="1044469" y="265417"/>
                  </a:lnTo>
                  <a:lnTo>
                    <a:pt x="1046219" y="263735"/>
                  </a:lnTo>
                  <a:cubicBezTo>
                    <a:pt x="1046219" y="263735"/>
                    <a:pt x="1039353" y="263634"/>
                    <a:pt x="1039051" y="263735"/>
                  </a:cubicBezTo>
                  <a:cubicBezTo>
                    <a:pt x="1038714" y="263836"/>
                    <a:pt x="1037536" y="263634"/>
                    <a:pt x="1036223" y="263735"/>
                  </a:cubicBezTo>
                  <a:cubicBezTo>
                    <a:pt x="1034911" y="263836"/>
                    <a:pt x="1034709" y="263735"/>
                    <a:pt x="1034709" y="263735"/>
                  </a:cubicBezTo>
                  <a:cubicBezTo>
                    <a:pt x="1034709" y="263735"/>
                    <a:pt x="1033296" y="262423"/>
                    <a:pt x="1033194" y="261884"/>
                  </a:cubicBezTo>
                  <a:cubicBezTo>
                    <a:pt x="1033094" y="261346"/>
                    <a:pt x="1031882" y="260270"/>
                    <a:pt x="1031445" y="260135"/>
                  </a:cubicBezTo>
                  <a:cubicBezTo>
                    <a:pt x="1031007" y="260034"/>
                    <a:pt x="1030031" y="259160"/>
                    <a:pt x="1029594" y="259059"/>
                  </a:cubicBezTo>
                  <a:cubicBezTo>
                    <a:pt x="1029156" y="258958"/>
                    <a:pt x="1028180" y="259059"/>
                    <a:pt x="1028180" y="259059"/>
                  </a:cubicBezTo>
                  <a:lnTo>
                    <a:pt x="1026868" y="259934"/>
                  </a:lnTo>
                  <a:cubicBezTo>
                    <a:pt x="1026868" y="259934"/>
                    <a:pt x="1025656" y="260909"/>
                    <a:pt x="1025218" y="261145"/>
                  </a:cubicBezTo>
                  <a:cubicBezTo>
                    <a:pt x="1024781" y="261346"/>
                    <a:pt x="1023805" y="262019"/>
                    <a:pt x="1023267" y="262120"/>
                  </a:cubicBezTo>
                  <a:cubicBezTo>
                    <a:pt x="1022728" y="262221"/>
                    <a:pt x="1021853" y="262457"/>
                    <a:pt x="1021415" y="262457"/>
                  </a:cubicBezTo>
                  <a:cubicBezTo>
                    <a:pt x="1020978" y="262457"/>
                    <a:pt x="1020204" y="262793"/>
                    <a:pt x="1019766" y="262894"/>
                  </a:cubicBezTo>
                  <a:cubicBezTo>
                    <a:pt x="1019329" y="262995"/>
                    <a:pt x="1017815" y="263331"/>
                    <a:pt x="1016939" y="263768"/>
                  </a:cubicBezTo>
                  <a:cubicBezTo>
                    <a:pt x="1016064" y="264206"/>
                    <a:pt x="1015189" y="263768"/>
                    <a:pt x="1015189" y="263768"/>
                  </a:cubicBezTo>
                  <a:cubicBezTo>
                    <a:pt x="1015189" y="263768"/>
                    <a:pt x="1013002" y="263230"/>
                    <a:pt x="1012362" y="262995"/>
                  </a:cubicBezTo>
                  <a:cubicBezTo>
                    <a:pt x="1011723" y="262793"/>
                    <a:pt x="1010074" y="262995"/>
                    <a:pt x="1010074" y="262995"/>
                  </a:cubicBezTo>
                  <a:cubicBezTo>
                    <a:pt x="1010074" y="262995"/>
                    <a:pt x="1008862" y="262894"/>
                    <a:pt x="1008425" y="262894"/>
                  </a:cubicBezTo>
                  <a:cubicBezTo>
                    <a:pt x="1007987" y="262894"/>
                    <a:pt x="1006136" y="263768"/>
                    <a:pt x="1006136" y="263768"/>
                  </a:cubicBezTo>
                  <a:cubicBezTo>
                    <a:pt x="1006136" y="263768"/>
                    <a:pt x="1004824" y="264744"/>
                    <a:pt x="1004521" y="264845"/>
                  </a:cubicBezTo>
                  <a:cubicBezTo>
                    <a:pt x="1004184" y="264946"/>
                    <a:pt x="1003444" y="267031"/>
                    <a:pt x="1003309" y="267334"/>
                  </a:cubicBezTo>
                  <a:cubicBezTo>
                    <a:pt x="1003208" y="267671"/>
                    <a:pt x="1003410" y="268545"/>
                    <a:pt x="1003410" y="269285"/>
                  </a:cubicBezTo>
                  <a:cubicBezTo>
                    <a:pt x="1003410" y="270025"/>
                    <a:pt x="1003410" y="271337"/>
                    <a:pt x="1003074" y="272111"/>
                  </a:cubicBezTo>
                  <a:cubicBezTo>
                    <a:pt x="1002737" y="272885"/>
                    <a:pt x="1001761" y="273860"/>
                    <a:pt x="1001324" y="274163"/>
                  </a:cubicBezTo>
                  <a:cubicBezTo>
                    <a:pt x="1000886" y="274499"/>
                    <a:pt x="1000684" y="275240"/>
                    <a:pt x="999372" y="275677"/>
                  </a:cubicBezTo>
                  <a:cubicBezTo>
                    <a:pt x="998059" y="276114"/>
                    <a:pt x="997420" y="275677"/>
                    <a:pt x="997083" y="275677"/>
                  </a:cubicBezTo>
                  <a:cubicBezTo>
                    <a:pt x="996747" y="275677"/>
                    <a:pt x="994997" y="273490"/>
                    <a:pt x="994997" y="273490"/>
                  </a:cubicBezTo>
                  <a:cubicBezTo>
                    <a:pt x="994997" y="273490"/>
                    <a:pt x="993280" y="270564"/>
                    <a:pt x="992809" y="270227"/>
                  </a:cubicBezTo>
                  <a:cubicBezTo>
                    <a:pt x="992372" y="269891"/>
                    <a:pt x="991396" y="268377"/>
                    <a:pt x="991093" y="267738"/>
                  </a:cubicBezTo>
                  <a:cubicBezTo>
                    <a:pt x="990756" y="267099"/>
                    <a:pt x="988804" y="266325"/>
                    <a:pt x="988804" y="266325"/>
                  </a:cubicBezTo>
                  <a:lnTo>
                    <a:pt x="987290" y="263701"/>
                  </a:lnTo>
                  <a:lnTo>
                    <a:pt x="984362" y="262826"/>
                  </a:lnTo>
                  <a:cubicBezTo>
                    <a:pt x="984362" y="262826"/>
                    <a:pt x="979886" y="261649"/>
                    <a:pt x="979785" y="260875"/>
                  </a:cubicBezTo>
                  <a:cubicBezTo>
                    <a:pt x="979684" y="260102"/>
                    <a:pt x="979246" y="257949"/>
                    <a:pt x="979246" y="257949"/>
                  </a:cubicBezTo>
                  <a:lnTo>
                    <a:pt x="979347" y="255762"/>
                  </a:lnTo>
                  <a:lnTo>
                    <a:pt x="978708" y="254013"/>
                  </a:lnTo>
                  <a:lnTo>
                    <a:pt x="978607" y="250851"/>
                  </a:lnTo>
                  <a:lnTo>
                    <a:pt x="975780" y="248563"/>
                  </a:lnTo>
                  <a:cubicBezTo>
                    <a:pt x="975780" y="248563"/>
                    <a:pt x="975443" y="247487"/>
                    <a:pt x="975780" y="247150"/>
                  </a:cubicBezTo>
                  <a:cubicBezTo>
                    <a:pt x="976116" y="246814"/>
                    <a:pt x="973491" y="245401"/>
                    <a:pt x="973491" y="245401"/>
                  </a:cubicBezTo>
                  <a:lnTo>
                    <a:pt x="970765" y="244190"/>
                  </a:lnTo>
                  <a:cubicBezTo>
                    <a:pt x="970765" y="244190"/>
                    <a:pt x="967703" y="244089"/>
                    <a:pt x="966727" y="244089"/>
                  </a:cubicBezTo>
                  <a:cubicBezTo>
                    <a:pt x="965751" y="244089"/>
                    <a:pt x="963698" y="244425"/>
                    <a:pt x="963361" y="244527"/>
                  </a:cubicBezTo>
                  <a:cubicBezTo>
                    <a:pt x="963025" y="244627"/>
                    <a:pt x="962284" y="246478"/>
                    <a:pt x="961948" y="247016"/>
                  </a:cubicBezTo>
                  <a:cubicBezTo>
                    <a:pt x="961611" y="247554"/>
                    <a:pt x="959154" y="247991"/>
                    <a:pt x="959154" y="247991"/>
                  </a:cubicBezTo>
                  <a:lnTo>
                    <a:pt x="955688" y="247991"/>
                  </a:lnTo>
                  <a:lnTo>
                    <a:pt x="953400" y="247991"/>
                  </a:lnTo>
                  <a:lnTo>
                    <a:pt x="951649" y="245704"/>
                  </a:lnTo>
                  <a:cubicBezTo>
                    <a:pt x="951649" y="245704"/>
                    <a:pt x="950573" y="243215"/>
                    <a:pt x="950236" y="242676"/>
                  </a:cubicBezTo>
                  <a:cubicBezTo>
                    <a:pt x="949899" y="242138"/>
                    <a:pt x="949597" y="241802"/>
                    <a:pt x="949361" y="241465"/>
                  </a:cubicBezTo>
                  <a:cubicBezTo>
                    <a:pt x="949125" y="241129"/>
                    <a:pt x="948385" y="240591"/>
                    <a:pt x="948385" y="240591"/>
                  </a:cubicBezTo>
                  <a:lnTo>
                    <a:pt x="947847" y="239615"/>
                  </a:lnTo>
                  <a:cubicBezTo>
                    <a:pt x="947847" y="239615"/>
                    <a:pt x="947308" y="238539"/>
                    <a:pt x="948284" y="235713"/>
                  </a:cubicBezTo>
                  <a:cubicBezTo>
                    <a:pt x="949260" y="232887"/>
                    <a:pt x="949697" y="233964"/>
                    <a:pt x="950000" y="233762"/>
                  </a:cubicBezTo>
                  <a:cubicBezTo>
                    <a:pt x="950337" y="233560"/>
                    <a:pt x="950640" y="232012"/>
                    <a:pt x="950438" y="231474"/>
                  </a:cubicBezTo>
                  <a:cubicBezTo>
                    <a:pt x="950236" y="230936"/>
                    <a:pt x="949563" y="228750"/>
                    <a:pt x="949125" y="228447"/>
                  </a:cubicBezTo>
                  <a:cubicBezTo>
                    <a:pt x="948688" y="228110"/>
                    <a:pt x="946197" y="228447"/>
                    <a:pt x="945760" y="228447"/>
                  </a:cubicBezTo>
                  <a:cubicBezTo>
                    <a:pt x="945322" y="228447"/>
                    <a:pt x="943034" y="228346"/>
                    <a:pt x="941519" y="228548"/>
                  </a:cubicBezTo>
                  <a:cubicBezTo>
                    <a:pt x="940005" y="228783"/>
                    <a:pt x="940745" y="229086"/>
                    <a:pt x="940544" y="229624"/>
                  </a:cubicBezTo>
                  <a:cubicBezTo>
                    <a:pt x="940342" y="230162"/>
                    <a:pt x="939904" y="231037"/>
                    <a:pt x="939231" y="231912"/>
                  </a:cubicBezTo>
                  <a:cubicBezTo>
                    <a:pt x="938558" y="232786"/>
                    <a:pt x="938019" y="232450"/>
                    <a:pt x="937481" y="232887"/>
                  </a:cubicBezTo>
                  <a:cubicBezTo>
                    <a:pt x="936942" y="233324"/>
                    <a:pt x="936942" y="233762"/>
                    <a:pt x="936741" y="234199"/>
                  </a:cubicBezTo>
                  <a:cubicBezTo>
                    <a:pt x="936505" y="234636"/>
                    <a:pt x="935664" y="234973"/>
                    <a:pt x="935664" y="234973"/>
                  </a:cubicBezTo>
                  <a:cubicBezTo>
                    <a:pt x="935664" y="234973"/>
                    <a:pt x="935664" y="237260"/>
                    <a:pt x="935664" y="237698"/>
                  </a:cubicBezTo>
                  <a:cubicBezTo>
                    <a:pt x="935664" y="238135"/>
                    <a:pt x="935933" y="238337"/>
                    <a:pt x="935933" y="239548"/>
                  </a:cubicBezTo>
                  <a:cubicBezTo>
                    <a:pt x="935933" y="240759"/>
                    <a:pt x="935664" y="240523"/>
                    <a:pt x="934789" y="241499"/>
                  </a:cubicBezTo>
                  <a:cubicBezTo>
                    <a:pt x="933913" y="242475"/>
                    <a:pt x="933712" y="241835"/>
                    <a:pt x="933274" y="241499"/>
                  </a:cubicBezTo>
                  <a:cubicBezTo>
                    <a:pt x="932837" y="241163"/>
                    <a:pt x="930447" y="240961"/>
                    <a:pt x="930010" y="240961"/>
                  </a:cubicBezTo>
                  <a:cubicBezTo>
                    <a:pt x="929572" y="240961"/>
                    <a:pt x="927822" y="240624"/>
                    <a:pt x="927418" y="240422"/>
                  </a:cubicBezTo>
                  <a:cubicBezTo>
                    <a:pt x="926981" y="240187"/>
                    <a:pt x="925231" y="238673"/>
                    <a:pt x="925130" y="238370"/>
                  </a:cubicBezTo>
                  <a:cubicBezTo>
                    <a:pt x="925029" y="238034"/>
                    <a:pt x="924894" y="235343"/>
                    <a:pt x="924894" y="235343"/>
                  </a:cubicBezTo>
                  <a:lnTo>
                    <a:pt x="924120" y="233156"/>
                  </a:lnTo>
                  <a:lnTo>
                    <a:pt x="918904" y="230566"/>
                  </a:lnTo>
                  <a:lnTo>
                    <a:pt x="916615" y="229489"/>
                  </a:lnTo>
                  <a:cubicBezTo>
                    <a:pt x="916615" y="229489"/>
                    <a:pt x="915303" y="227875"/>
                    <a:pt x="914327" y="226462"/>
                  </a:cubicBezTo>
                  <a:cubicBezTo>
                    <a:pt x="913351" y="225049"/>
                    <a:pt x="914428" y="223636"/>
                    <a:pt x="914428" y="223636"/>
                  </a:cubicBezTo>
                  <a:cubicBezTo>
                    <a:pt x="914428" y="223636"/>
                    <a:pt x="914966" y="222324"/>
                    <a:pt x="915303" y="221584"/>
                  </a:cubicBezTo>
                  <a:cubicBezTo>
                    <a:pt x="915639" y="220811"/>
                    <a:pt x="916278" y="219398"/>
                    <a:pt x="916278" y="219398"/>
                  </a:cubicBezTo>
                  <a:cubicBezTo>
                    <a:pt x="916278" y="219398"/>
                    <a:pt x="917355" y="218759"/>
                    <a:pt x="918029" y="217985"/>
                  </a:cubicBezTo>
                  <a:cubicBezTo>
                    <a:pt x="918668" y="217211"/>
                    <a:pt x="918365" y="214183"/>
                    <a:pt x="918365" y="214183"/>
                  </a:cubicBezTo>
                  <a:lnTo>
                    <a:pt x="919880" y="212569"/>
                  </a:lnTo>
                  <a:cubicBezTo>
                    <a:pt x="919880" y="212569"/>
                    <a:pt x="920418" y="209743"/>
                    <a:pt x="920418" y="209407"/>
                  </a:cubicBezTo>
                  <a:cubicBezTo>
                    <a:pt x="920418" y="209070"/>
                    <a:pt x="919005" y="207355"/>
                    <a:pt x="919005" y="207355"/>
                  </a:cubicBezTo>
                  <a:lnTo>
                    <a:pt x="917389" y="206480"/>
                  </a:lnTo>
                  <a:cubicBezTo>
                    <a:pt x="917389" y="206480"/>
                    <a:pt x="914663" y="206581"/>
                    <a:pt x="914226" y="206379"/>
                  </a:cubicBezTo>
                  <a:cubicBezTo>
                    <a:pt x="913788" y="206177"/>
                    <a:pt x="911836" y="207355"/>
                    <a:pt x="910961" y="207792"/>
                  </a:cubicBezTo>
                  <a:cubicBezTo>
                    <a:pt x="910086" y="208229"/>
                    <a:pt x="909783" y="209306"/>
                    <a:pt x="909783" y="209306"/>
                  </a:cubicBezTo>
                  <a:lnTo>
                    <a:pt x="907596" y="209642"/>
                  </a:lnTo>
                  <a:cubicBezTo>
                    <a:pt x="907596" y="209642"/>
                    <a:pt x="906519" y="209844"/>
                    <a:pt x="906081" y="209844"/>
                  </a:cubicBezTo>
                  <a:cubicBezTo>
                    <a:pt x="905644" y="209844"/>
                    <a:pt x="904028" y="209945"/>
                    <a:pt x="904028" y="209945"/>
                  </a:cubicBezTo>
                  <a:lnTo>
                    <a:pt x="902177" y="210382"/>
                  </a:lnTo>
                  <a:lnTo>
                    <a:pt x="899249" y="210483"/>
                  </a:lnTo>
                  <a:cubicBezTo>
                    <a:pt x="899249" y="210483"/>
                    <a:pt x="897735" y="210483"/>
                    <a:pt x="895345" y="209710"/>
                  </a:cubicBezTo>
                  <a:cubicBezTo>
                    <a:pt x="892956" y="208936"/>
                    <a:pt x="893494" y="209609"/>
                    <a:pt x="892855" y="209609"/>
                  </a:cubicBezTo>
                  <a:cubicBezTo>
                    <a:pt x="892216" y="209609"/>
                    <a:pt x="889692" y="209272"/>
                    <a:pt x="889692" y="209272"/>
                  </a:cubicBezTo>
                  <a:cubicBezTo>
                    <a:pt x="889692" y="209272"/>
                    <a:pt x="888513" y="208398"/>
                    <a:pt x="888513" y="207960"/>
                  </a:cubicBezTo>
                  <a:cubicBezTo>
                    <a:pt x="888513" y="207523"/>
                    <a:pt x="886999" y="204697"/>
                    <a:pt x="886999" y="204697"/>
                  </a:cubicBezTo>
                  <a:lnTo>
                    <a:pt x="883936" y="203520"/>
                  </a:lnTo>
                  <a:lnTo>
                    <a:pt x="881984" y="202881"/>
                  </a:lnTo>
                  <a:cubicBezTo>
                    <a:pt x="881984" y="202881"/>
                    <a:pt x="880335" y="203957"/>
                    <a:pt x="880033" y="204092"/>
                  </a:cubicBezTo>
                  <a:cubicBezTo>
                    <a:pt x="879696" y="204193"/>
                    <a:pt x="877744" y="205168"/>
                    <a:pt x="877407" y="205303"/>
                  </a:cubicBezTo>
                  <a:cubicBezTo>
                    <a:pt x="877105" y="205404"/>
                    <a:pt x="875557" y="206951"/>
                    <a:pt x="875119" y="206951"/>
                  </a:cubicBezTo>
                  <a:cubicBezTo>
                    <a:pt x="874681" y="206951"/>
                    <a:pt x="873706" y="207388"/>
                    <a:pt x="873706" y="207388"/>
                  </a:cubicBezTo>
                  <a:cubicBezTo>
                    <a:pt x="873706" y="207388"/>
                    <a:pt x="871955" y="207927"/>
                    <a:pt x="871215" y="207927"/>
                  </a:cubicBezTo>
                  <a:cubicBezTo>
                    <a:pt x="870475" y="207927"/>
                    <a:pt x="868052" y="208566"/>
                    <a:pt x="868052" y="208566"/>
                  </a:cubicBezTo>
                  <a:cubicBezTo>
                    <a:pt x="868052" y="208566"/>
                    <a:pt x="866200" y="210416"/>
                    <a:pt x="865763" y="210517"/>
                  </a:cubicBezTo>
                  <a:cubicBezTo>
                    <a:pt x="865326" y="210618"/>
                    <a:pt x="864451" y="212266"/>
                    <a:pt x="864249" y="212703"/>
                  </a:cubicBezTo>
                  <a:cubicBezTo>
                    <a:pt x="864047" y="213141"/>
                    <a:pt x="862835" y="213242"/>
                    <a:pt x="862499" y="213343"/>
                  </a:cubicBezTo>
                  <a:cubicBezTo>
                    <a:pt x="862162" y="213444"/>
                    <a:pt x="860984" y="214756"/>
                    <a:pt x="860311" y="214856"/>
                  </a:cubicBezTo>
                  <a:cubicBezTo>
                    <a:pt x="859671" y="214957"/>
                    <a:pt x="858460" y="215495"/>
                    <a:pt x="857585" y="215731"/>
                  </a:cubicBezTo>
                  <a:cubicBezTo>
                    <a:pt x="856710" y="215966"/>
                    <a:pt x="856508" y="216807"/>
                    <a:pt x="856508" y="216807"/>
                  </a:cubicBezTo>
                  <a:lnTo>
                    <a:pt x="854018" y="216807"/>
                  </a:lnTo>
                  <a:lnTo>
                    <a:pt x="852806" y="214756"/>
                  </a:lnTo>
                  <a:cubicBezTo>
                    <a:pt x="852806" y="214756"/>
                    <a:pt x="850518" y="212031"/>
                    <a:pt x="848667" y="211593"/>
                  </a:cubicBezTo>
                  <a:cubicBezTo>
                    <a:pt x="846816" y="211156"/>
                    <a:pt x="845503" y="211593"/>
                    <a:pt x="845503" y="211593"/>
                  </a:cubicBezTo>
                  <a:cubicBezTo>
                    <a:pt x="845503" y="211593"/>
                    <a:pt x="842777" y="210954"/>
                    <a:pt x="842339" y="210719"/>
                  </a:cubicBezTo>
                  <a:cubicBezTo>
                    <a:pt x="841902" y="210517"/>
                    <a:pt x="838435" y="208667"/>
                    <a:pt x="837998" y="208431"/>
                  </a:cubicBezTo>
                  <a:cubicBezTo>
                    <a:pt x="837561" y="208229"/>
                    <a:pt x="836584" y="207456"/>
                    <a:pt x="836147" y="207220"/>
                  </a:cubicBezTo>
                  <a:cubicBezTo>
                    <a:pt x="835709" y="207018"/>
                    <a:pt x="833556" y="206144"/>
                    <a:pt x="833118" y="205807"/>
                  </a:cubicBezTo>
                  <a:cubicBezTo>
                    <a:pt x="832681" y="205471"/>
                    <a:pt x="829652" y="204596"/>
                    <a:pt x="829214" y="204495"/>
                  </a:cubicBezTo>
                  <a:cubicBezTo>
                    <a:pt x="828777" y="204394"/>
                    <a:pt x="825950" y="203217"/>
                    <a:pt x="825950" y="203217"/>
                  </a:cubicBezTo>
                  <a:lnTo>
                    <a:pt x="824738" y="202208"/>
                  </a:lnTo>
                  <a:cubicBezTo>
                    <a:pt x="824738" y="202208"/>
                    <a:pt x="824637" y="199618"/>
                    <a:pt x="824637" y="199180"/>
                  </a:cubicBezTo>
                  <a:cubicBezTo>
                    <a:pt x="824637" y="198743"/>
                    <a:pt x="825613" y="197128"/>
                    <a:pt x="825613" y="197128"/>
                  </a:cubicBezTo>
                  <a:lnTo>
                    <a:pt x="827902" y="195715"/>
                  </a:lnTo>
                  <a:lnTo>
                    <a:pt x="828878" y="194639"/>
                  </a:lnTo>
                  <a:lnTo>
                    <a:pt x="828339" y="191712"/>
                  </a:lnTo>
                  <a:lnTo>
                    <a:pt x="827027" y="190198"/>
                  </a:lnTo>
                  <a:lnTo>
                    <a:pt x="820397" y="189660"/>
                  </a:lnTo>
                  <a:lnTo>
                    <a:pt x="817805" y="189223"/>
                  </a:lnTo>
                  <a:cubicBezTo>
                    <a:pt x="817805" y="189223"/>
                    <a:pt x="811949" y="190098"/>
                    <a:pt x="810401" y="190535"/>
                  </a:cubicBezTo>
                  <a:cubicBezTo>
                    <a:pt x="808887" y="190972"/>
                    <a:pt x="807574" y="192284"/>
                    <a:pt x="807574" y="192284"/>
                  </a:cubicBezTo>
                  <a:lnTo>
                    <a:pt x="805622" y="191847"/>
                  </a:lnTo>
                  <a:lnTo>
                    <a:pt x="802358" y="190098"/>
                  </a:lnTo>
                  <a:lnTo>
                    <a:pt x="800608" y="192486"/>
                  </a:lnTo>
                  <a:lnTo>
                    <a:pt x="798858" y="194437"/>
                  </a:lnTo>
                  <a:lnTo>
                    <a:pt x="796704" y="196826"/>
                  </a:lnTo>
                  <a:cubicBezTo>
                    <a:pt x="796704" y="196826"/>
                    <a:pt x="793877" y="199012"/>
                    <a:pt x="793002" y="199012"/>
                  </a:cubicBezTo>
                  <a:cubicBezTo>
                    <a:pt x="792127" y="199012"/>
                    <a:pt x="787987" y="201838"/>
                    <a:pt x="787987" y="201838"/>
                  </a:cubicBezTo>
                  <a:cubicBezTo>
                    <a:pt x="787987" y="201838"/>
                    <a:pt x="784285" y="202712"/>
                    <a:pt x="783410" y="202914"/>
                  </a:cubicBezTo>
                  <a:cubicBezTo>
                    <a:pt x="782535" y="203150"/>
                    <a:pt x="779944" y="203553"/>
                    <a:pt x="778429" y="202914"/>
                  </a:cubicBezTo>
                  <a:cubicBezTo>
                    <a:pt x="776915" y="202275"/>
                    <a:pt x="774290" y="202914"/>
                    <a:pt x="774290" y="202914"/>
                  </a:cubicBezTo>
                  <a:lnTo>
                    <a:pt x="770823" y="198777"/>
                  </a:lnTo>
                  <a:lnTo>
                    <a:pt x="767795" y="195951"/>
                  </a:lnTo>
                  <a:lnTo>
                    <a:pt x="762141" y="195951"/>
                  </a:lnTo>
                  <a:lnTo>
                    <a:pt x="761602" y="197801"/>
                  </a:lnTo>
                  <a:lnTo>
                    <a:pt x="759112" y="199550"/>
                  </a:lnTo>
                  <a:lnTo>
                    <a:pt x="757362" y="202174"/>
                  </a:lnTo>
                  <a:lnTo>
                    <a:pt x="754434" y="205202"/>
                  </a:lnTo>
                  <a:lnTo>
                    <a:pt x="751371" y="209878"/>
                  </a:lnTo>
                  <a:lnTo>
                    <a:pt x="747366" y="211392"/>
                  </a:lnTo>
                  <a:cubicBezTo>
                    <a:pt x="747366" y="211392"/>
                    <a:pt x="743025" y="208667"/>
                    <a:pt x="741073" y="207792"/>
                  </a:cubicBezTo>
                  <a:cubicBezTo>
                    <a:pt x="739121" y="206917"/>
                    <a:pt x="740097" y="207893"/>
                    <a:pt x="739558" y="208869"/>
                  </a:cubicBezTo>
                  <a:cubicBezTo>
                    <a:pt x="739020" y="209844"/>
                    <a:pt x="739121" y="209642"/>
                    <a:pt x="738919" y="210517"/>
                  </a:cubicBezTo>
                  <a:cubicBezTo>
                    <a:pt x="738717" y="211392"/>
                    <a:pt x="737741" y="212569"/>
                    <a:pt x="736630" y="213343"/>
                  </a:cubicBezTo>
                  <a:cubicBezTo>
                    <a:pt x="735553" y="214116"/>
                    <a:pt x="734779" y="213444"/>
                    <a:pt x="733366" y="213343"/>
                  </a:cubicBezTo>
                  <a:cubicBezTo>
                    <a:pt x="731952" y="213242"/>
                    <a:pt x="731851" y="212165"/>
                    <a:pt x="730236" y="211291"/>
                  </a:cubicBezTo>
                  <a:cubicBezTo>
                    <a:pt x="728587" y="210416"/>
                    <a:pt x="726871" y="210080"/>
                    <a:pt x="726534" y="210214"/>
                  </a:cubicBezTo>
                  <a:cubicBezTo>
                    <a:pt x="726197" y="210315"/>
                    <a:pt x="724044" y="210416"/>
                    <a:pt x="724044" y="210416"/>
                  </a:cubicBezTo>
                  <a:cubicBezTo>
                    <a:pt x="724044" y="210416"/>
                    <a:pt x="723068" y="212266"/>
                    <a:pt x="722630" y="212468"/>
                  </a:cubicBezTo>
                  <a:cubicBezTo>
                    <a:pt x="722193" y="212670"/>
                    <a:pt x="719803" y="212804"/>
                    <a:pt x="715664" y="212468"/>
                  </a:cubicBezTo>
                  <a:cubicBezTo>
                    <a:pt x="711524" y="212132"/>
                    <a:pt x="712298" y="211392"/>
                    <a:pt x="710885" y="210853"/>
                  </a:cubicBezTo>
                  <a:cubicBezTo>
                    <a:pt x="709471" y="210315"/>
                    <a:pt x="708697" y="209440"/>
                    <a:pt x="708159" y="209104"/>
                  </a:cubicBezTo>
                  <a:cubicBezTo>
                    <a:pt x="707620" y="208768"/>
                    <a:pt x="705870" y="207691"/>
                    <a:pt x="703380" y="207153"/>
                  </a:cubicBezTo>
                  <a:cubicBezTo>
                    <a:pt x="700889" y="206615"/>
                    <a:pt x="700788" y="208128"/>
                    <a:pt x="700452" y="208028"/>
                  </a:cubicBezTo>
                  <a:cubicBezTo>
                    <a:pt x="700115" y="207927"/>
                    <a:pt x="697524" y="208028"/>
                    <a:pt x="697524" y="208028"/>
                  </a:cubicBezTo>
                  <a:lnTo>
                    <a:pt x="693620" y="206177"/>
                  </a:lnTo>
                  <a:cubicBezTo>
                    <a:pt x="693620" y="206177"/>
                    <a:pt x="691870" y="204664"/>
                    <a:pt x="691432" y="203688"/>
                  </a:cubicBezTo>
                  <a:cubicBezTo>
                    <a:pt x="690995" y="202712"/>
                    <a:pt x="689480" y="201737"/>
                    <a:pt x="689480" y="201737"/>
                  </a:cubicBezTo>
                  <a:cubicBezTo>
                    <a:pt x="689480" y="201737"/>
                    <a:pt x="687528" y="200223"/>
                    <a:pt x="687192" y="199449"/>
                  </a:cubicBezTo>
                  <a:cubicBezTo>
                    <a:pt x="686855" y="198676"/>
                    <a:pt x="685004" y="198037"/>
                    <a:pt x="683826" y="197599"/>
                  </a:cubicBezTo>
                  <a:cubicBezTo>
                    <a:pt x="682615" y="197162"/>
                    <a:pt x="680797" y="196523"/>
                    <a:pt x="680360" y="196186"/>
                  </a:cubicBezTo>
                  <a:cubicBezTo>
                    <a:pt x="679922" y="195850"/>
                    <a:pt x="676557" y="195110"/>
                    <a:pt x="676119" y="194774"/>
                  </a:cubicBezTo>
                  <a:cubicBezTo>
                    <a:pt x="675682" y="194437"/>
                    <a:pt x="672216" y="192587"/>
                    <a:pt x="671879" y="192486"/>
                  </a:cubicBezTo>
                  <a:cubicBezTo>
                    <a:pt x="671542" y="192385"/>
                    <a:pt x="670028" y="191611"/>
                    <a:pt x="669590" y="191510"/>
                  </a:cubicBezTo>
                  <a:cubicBezTo>
                    <a:pt x="669153" y="191410"/>
                    <a:pt x="665451" y="189660"/>
                    <a:pt x="665114" y="189458"/>
                  </a:cubicBezTo>
                  <a:cubicBezTo>
                    <a:pt x="664778" y="189257"/>
                    <a:pt x="663061" y="187844"/>
                    <a:pt x="663061" y="187844"/>
                  </a:cubicBezTo>
                  <a:cubicBezTo>
                    <a:pt x="663061" y="187844"/>
                    <a:pt x="661009" y="186633"/>
                    <a:pt x="660571" y="186229"/>
                  </a:cubicBezTo>
                  <a:cubicBezTo>
                    <a:pt x="660134" y="185792"/>
                    <a:pt x="656869" y="182966"/>
                    <a:pt x="656869" y="182966"/>
                  </a:cubicBezTo>
                  <a:cubicBezTo>
                    <a:pt x="656869" y="182966"/>
                    <a:pt x="654682" y="180679"/>
                    <a:pt x="654379" y="179602"/>
                  </a:cubicBezTo>
                  <a:cubicBezTo>
                    <a:pt x="654042" y="178526"/>
                    <a:pt x="653941" y="178526"/>
                    <a:pt x="653941" y="178088"/>
                  </a:cubicBezTo>
                  <a:cubicBezTo>
                    <a:pt x="653941" y="177651"/>
                    <a:pt x="653605" y="175801"/>
                    <a:pt x="653605" y="175801"/>
                  </a:cubicBezTo>
                  <a:cubicBezTo>
                    <a:pt x="653605" y="175801"/>
                    <a:pt x="653840" y="173614"/>
                    <a:pt x="654379" y="173614"/>
                  </a:cubicBezTo>
                  <a:cubicBezTo>
                    <a:pt x="654917" y="173614"/>
                    <a:pt x="655153" y="173076"/>
                    <a:pt x="658619" y="172437"/>
                  </a:cubicBezTo>
                  <a:cubicBezTo>
                    <a:pt x="662086" y="171798"/>
                    <a:pt x="660134" y="171125"/>
                    <a:pt x="661884" y="170687"/>
                  </a:cubicBezTo>
                  <a:cubicBezTo>
                    <a:pt x="663634" y="170250"/>
                    <a:pt x="664071" y="170048"/>
                    <a:pt x="665485" y="169712"/>
                  </a:cubicBezTo>
                  <a:cubicBezTo>
                    <a:pt x="666898" y="169375"/>
                    <a:pt x="666898" y="167963"/>
                    <a:pt x="667100" y="166684"/>
                  </a:cubicBezTo>
                  <a:cubicBezTo>
                    <a:pt x="667302" y="165372"/>
                    <a:pt x="667538" y="162883"/>
                    <a:pt x="667538" y="161807"/>
                  </a:cubicBezTo>
                  <a:cubicBezTo>
                    <a:pt x="667538" y="160730"/>
                    <a:pt x="665485" y="159317"/>
                    <a:pt x="665485" y="159317"/>
                  </a:cubicBezTo>
                  <a:lnTo>
                    <a:pt x="663196" y="158779"/>
                  </a:lnTo>
                  <a:lnTo>
                    <a:pt x="661984" y="156391"/>
                  </a:lnTo>
                  <a:lnTo>
                    <a:pt x="664172" y="154540"/>
                  </a:lnTo>
                  <a:lnTo>
                    <a:pt x="664273" y="150739"/>
                  </a:lnTo>
                  <a:cubicBezTo>
                    <a:pt x="664273" y="150739"/>
                    <a:pt x="664071" y="146299"/>
                    <a:pt x="664071" y="145626"/>
                  </a:cubicBezTo>
                  <a:cubicBezTo>
                    <a:pt x="664071" y="144987"/>
                    <a:pt x="662759" y="142161"/>
                    <a:pt x="662759" y="142161"/>
                  </a:cubicBezTo>
                  <a:cubicBezTo>
                    <a:pt x="662759" y="142161"/>
                    <a:pt x="664374" y="137586"/>
                    <a:pt x="665047" y="137048"/>
                  </a:cubicBezTo>
                  <a:cubicBezTo>
                    <a:pt x="665687" y="136510"/>
                    <a:pt x="667437" y="135433"/>
                    <a:pt x="669624" y="135063"/>
                  </a:cubicBezTo>
                  <a:cubicBezTo>
                    <a:pt x="671812" y="134693"/>
                    <a:pt x="672014" y="133482"/>
                    <a:pt x="672990" y="133045"/>
                  </a:cubicBezTo>
                  <a:cubicBezTo>
                    <a:pt x="673966" y="132607"/>
                    <a:pt x="674504" y="131094"/>
                    <a:pt x="675177" y="130455"/>
                  </a:cubicBezTo>
                  <a:cubicBezTo>
                    <a:pt x="675816" y="129815"/>
                    <a:pt x="674538" y="127730"/>
                    <a:pt x="673764" y="126216"/>
                  </a:cubicBezTo>
                  <a:cubicBezTo>
                    <a:pt x="672990" y="124702"/>
                    <a:pt x="671475" y="125341"/>
                    <a:pt x="671475" y="125341"/>
                  </a:cubicBezTo>
                  <a:cubicBezTo>
                    <a:pt x="671475" y="125341"/>
                    <a:pt x="669086" y="125442"/>
                    <a:pt x="668009" y="125543"/>
                  </a:cubicBezTo>
                  <a:cubicBezTo>
                    <a:pt x="666932" y="125644"/>
                    <a:pt x="664206" y="125207"/>
                    <a:pt x="663230" y="125005"/>
                  </a:cubicBezTo>
                  <a:cubicBezTo>
                    <a:pt x="662254" y="124803"/>
                    <a:pt x="660840" y="123693"/>
                    <a:pt x="660302" y="123491"/>
                  </a:cubicBezTo>
                  <a:cubicBezTo>
                    <a:pt x="659763" y="123289"/>
                    <a:pt x="657811" y="122717"/>
                    <a:pt x="657037" y="122179"/>
                  </a:cubicBezTo>
                  <a:cubicBezTo>
                    <a:pt x="656263" y="121641"/>
                    <a:pt x="655388" y="120565"/>
                    <a:pt x="655388" y="120565"/>
                  </a:cubicBezTo>
                  <a:cubicBezTo>
                    <a:pt x="655388" y="120565"/>
                    <a:pt x="654311" y="117201"/>
                    <a:pt x="654076" y="116763"/>
                  </a:cubicBezTo>
                  <a:cubicBezTo>
                    <a:pt x="653874" y="116326"/>
                    <a:pt x="652763" y="113063"/>
                    <a:pt x="652225" y="111986"/>
                  </a:cubicBezTo>
                  <a:cubicBezTo>
                    <a:pt x="651686" y="110910"/>
                    <a:pt x="650037" y="107849"/>
                    <a:pt x="650037" y="107210"/>
                  </a:cubicBezTo>
                  <a:cubicBezTo>
                    <a:pt x="650037" y="106570"/>
                    <a:pt x="648388" y="102735"/>
                    <a:pt x="648186" y="101995"/>
                  </a:cubicBezTo>
                  <a:cubicBezTo>
                    <a:pt x="647984" y="101222"/>
                    <a:pt x="646672" y="98396"/>
                    <a:pt x="646537" y="96781"/>
                  </a:cubicBezTo>
                  <a:cubicBezTo>
                    <a:pt x="646436" y="95166"/>
                    <a:pt x="645898" y="94393"/>
                    <a:pt x="645898" y="93955"/>
                  </a:cubicBezTo>
                  <a:cubicBezTo>
                    <a:pt x="645898" y="93518"/>
                    <a:pt x="645359" y="92879"/>
                    <a:pt x="645258" y="92341"/>
                  </a:cubicBezTo>
                  <a:cubicBezTo>
                    <a:pt x="645157" y="91802"/>
                    <a:pt x="643205" y="89952"/>
                    <a:pt x="642970" y="89515"/>
                  </a:cubicBezTo>
                  <a:cubicBezTo>
                    <a:pt x="642768" y="89078"/>
                    <a:pt x="641119" y="88001"/>
                    <a:pt x="641119" y="88001"/>
                  </a:cubicBezTo>
                  <a:cubicBezTo>
                    <a:pt x="641119" y="88001"/>
                    <a:pt x="639066" y="86588"/>
                    <a:pt x="638729" y="86488"/>
                  </a:cubicBezTo>
                  <a:cubicBezTo>
                    <a:pt x="638393" y="86387"/>
                    <a:pt x="636542" y="85714"/>
                    <a:pt x="636542" y="85714"/>
                  </a:cubicBezTo>
                  <a:lnTo>
                    <a:pt x="634253" y="84940"/>
                  </a:lnTo>
                  <a:lnTo>
                    <a:pt x="632234" y="83124"/>
                  </a:lnTo>
                  <a:lnTo>
                    <a:pt x="628767" y="83124"/>
                  </a:lnTo>
                  <a:cubicBezTo>
                    <a:pt x="628767" y="83124"/>
                    <a:pt x="626916" y="83124"/>
                    <a:pt x="626479" y="83124"/>
                  </a:cubicBezTo>
                  <a:cubicBezTo>
                    <a:pt x="626041" y="83124"/>
                    <a:pt x="624426" y="83224"/>
                    <a:pt x="623989" y="83224"/>
                  </a:cubicBezTo>
                  <a:cubicBezTo>
                    <a:pt x="623551" y="83224"/>
                    <a:pt x="620926" y="83561"/>
                    <a:pt x="620286" y="83561"/>
                  </a:cubicBezTo>
                  <a:cubicBezTo>
                    <a:pt x="619647" y="83561"/>
                    <a:pt x="614094" y="83763"/>
                    <a:pt x="613657" y="83763"/>
                  </a:cubicBezTo>
                  <a:cubicBezTo>
                    <a:pt x="613219" y="83763"/>
                    <a:pt x="611906" y="83864"/>
                    <a:pt x="611906" y="83864"/>
                  </a:cubicBezTo>
                  <a:lnTo>
                    <a:pt x="609315" y="83426"/>
                  </a:lnTo>
                  <a:lnTo>
                    <a:pt x="605950" y="81912"/>
                  </a:lnTo>
                  <a:lnTo>
                    <a:pt x="600632" y="80836"/>
                  </a:lnTo>
                  <a:cubicBezTo>
                    <a:pt x="600632" y="80836"/>
                    <a:pt x="598882" y="79087"/>
                    <a:pt x="598243" y="78784"/>
                  </a:cubicBezTo>
                  <a:cubicBezTo>
                    <a:pt x="597570" y="78448"/>
                    <a:pt x="596728" y="78784"/>
                    <a:pt x="596728" y="78784"/>
                  </a:cubicBezTo>
                  <a:cubicBezTo>
                    <a:pt x="596728" y="78784"/>
                    <a:pt x="595752" y="79860"/>
                    <a:pt x="595752" y="80197"/>
                  </a:cubicBezTo>
                  <a:cubicBezTo>
                    <a:pt x="595752" y="80533"/>
                    <a:pt x="594002" y="81408"/>
                    <a:pt x="592690" y="81711"/>
                  </a:cubicBezTo>
                  <a:cubicBezTo>
                    <a:pt x="591377" y="82047"/>
                    <a:pt x="591512" y="81273"/>
                    <a:pt x="590738" y="80836"/>
                  </a:cubicBezTo>
                  <a:cubicBezTo>
                    <a:pt x="589964" y="80399"/>
                    <a:pt x="590738" y="80836"/>
                    <a:pt x="590738" y="80399"/>
                  </a:cubicBezTo>
                  <a:cubicBezTo>
                    <a:pt x="590738" y="79961"/>
                    <a:pt x="590940" y="79625"/>
                    <a:pt x="590940" y="79221"/>
                  </a:cubicBezTo>
                  <a:cubicBezTo>
                    <a:pt x="590940" y="78784"/>
                    <a:pt x="590166" y="77169"/>
                    <a:pt x="590166" y="77169"/>
                  </a:cubicBezTo>
                  <a:lnTo>
                    <a:pt x="588853" y="75656"/>
                  </a:lnTo>
                  <a:cubicBezTo>
                    <a:pt x="588853" y="75656"/>
                    <a:pt x="588517" y="74142"/>
                    <a:pt x="588651" y="73805"/>
                  </a:cubicBezTo>
                  <a:cubicBezTo>
                    <a:pt x="588752" y="73469"/>
                    <a:pt x="589190" y="72729"/>
                    <a:pt x="589190" y="72729"/>
                  </a:cubicBezTo>
                  <a:cubicBezTo>
                    <a:pt x="589190" y="72729"/>
                    <a:pt x="589526" y="71114"/>
                    <a:pt x="589627" y="70240"/>
                  </a:cubicBezTo>
                  <a:cubicBezTo>
                    <a:pt x="589728" y="69365"/>
                    <a:pt x="589627" y="67952"/>
                    <a:pt x="589392" y="67212"/>
                  </a:cubicBezTo>
                  <a:cubicBezTo>
                    <a:pt x="589190" y="66438"/>
                    <a:pt x="588618" y="65463"/>
                    <a:pt x="588618" y="65463"/>
                  </a:cubicBezTo>
                  <a:cubicBezTo>
                    <a:pt x="588618" y="65463"/>
                    <a:pt x="587742" y="65025"/>
                    <a:pt x="587204" y="64824"/>
                  </a:cubicBezTo>
                  <a:cubicBezTo>
                    <a:pt x="586666" y="64622"/>
                    <a:pt x="584478" y="64824"/>
                    <a:pt x="584478" y="64824"/>
                  </a:cubicBezTo>
                  <a:lnTo>
                    <a:pt x="582964" y="66035"/>
                  </a:lnTo>
                  <a:cubicBezTo>
                    <a:pt x="582964" y="66035"/>
                    <a:pt x="582627" y="67111"/>
                    <a:pt x="582324" y="67548"/>
                  </a:cubicBezTo>
                  <a:cubicBezTo>
                    <a:pt x="581988" y="67986"/>
                    <a:pt x="580574" y="69836"/>
                    <a:pt x="580574" y="69836"/>
                  </a:cubicBezTo>
                  <a:cubicBezTo>
                    <a:pt x="580574" y="69836"/>
                    <a:pt x="578925" y="70711"/>
                    <a:pt x="578286" y="71484"/>
                  </a:cubicBezTo>
                  <a:cubicBezTo>
                    <a:pt x="577646" y="72258"/>
                    <a:pt x="576973" y="72460"/>
                    <a:pt x="576199" y="72796"/>
                  </a:cubicBezTo>
                  <a:cubicBezTo>
                    <a:pt x="575425" y="73133"/>
                    <a:pt x="574247" y="72561"/>
                    <a:pt x="573911" y="72460"/>
                  </a:cubicBezTo>
                  <a:cubicBezTo>
                    <a:pt x="573574" y="72359"/>
                    <a:pt x="571420" y="70845"/>
                    <a:pt x="571420" y="70845"/>
                  </a:cubicBezTo>
                  <a:lnTo>
                    <a:pt x="569771" y="71383"/>
                  </a:lnTo>
                  <a:cubicBezTo>
                    <a:pt x="569771" y="71383"/>
                    <a:pt x="564554" y="72022"/>
                    <a:pt x="564117" y="72022"/>
                  </a:cubicBezTo>
                  <a:cubicBezTo>
                    <a:pt x="563680" y="72022"/>
                    <a:pt x="560853" y="70172"/>
                    <a:pt x="560853" y="70172"/>
                  </a:cubicBezTo>
                  <a:lnTo>
                    <a:pt x="556410" y="69533"/>
                  </a:lnTo>
                  <a:lnTo>
                    <a:pt x="556074" y="68221"/>
                  </a:lnTo>
                  <a:lnTo>
                    <a:pt x="556174" y="66707"/>
                  </a:lnTo>
                  <a:lnTo>
                    <a:pt x="556612" y="65530"/>
                  </a:lnTo>
                  <a:lnTo>
                    <a:pt x="556511" y="63242"/>
                  </a:lnTo>
                  <a:lnTo>
                    <a:pt x="556511" y="62368"/>
                  </a:lnTo>
                  <a:lnTo>
                    <a:pt x="556242" y="59643"/>
                  </a:lnTo>
                  <a:lnTo>
                    <a:pt x="556309" y="57793"/>
                  </a:lnTo>
                  <a:cubicBezTo>
                    <a:pt x="556309" y="57793"/>
                    <a:pt x="556410" y="56178"/>
                    <a:pt x="556410" y="55640"/>
                  </a:cubicBezTo>
                  <a:cubicBezTo>
                    <a:pt x="556410" y="55102"/>
                    <a:pt x="556174" y="53252"/>
                    <a:pt x="556174" y="53252"/>
                  </a:cubicBezTo>
                  <a:lnTo>
                    <a:pt x="554660" y="51839"/>
                  </a:lnTo>
                  <a:lnTo>
                    <a:pt x="552573" y="49349"/>
                  </a:lnTo>
                  <a:lnTo>
                    <a:pt x="551934" y="46961"/>
                  </a:lnTo>
                  <a:cubicBezTo>
                    <a:pt x="551934" y="46961"/>
                    <a:pt x="552708" y="45010"/>
                    <a:pt x="553011" y="44471"/>
                  </a:cubicBezTo>
                  <a:cubicBezTo>
                    <a:pt x="553348" y="43933"/>
                    <a:pt x="554862" y="41444"/>
                    <a:pt x="555737" y="40872"/>
                  </a:cubicBezTo>
                  <a:cubicBezTo>
                    <a:pt x="556612" y="40334"/>
                    <a:pt x="556612" y="38820"/>
                    <a:pt x="556814" y="38484"/>
                  </a:cubicBezTo>
                  <a:cubicBezTo>
                    <a:pt x="557050" y="38147"/>
                    <a:pt x="557790" y="36297"/>
                    <a:pt x="558025" y="34884"/>
                  </a:cubicBezTo>
                  <a:cubicBezTo>
                    <a:pt x="558228" y="33471"/>
                    <a:pt x="557824" y="32294"/>
                    <a:pt x="557824" y="31520"/>
                  </a:cubicBezTo>
                  <a:cubicBezTo>
                    <a:pt x="557824" y="30747"/>
                    <a:pt x="556612" y="29468"/>
                    <a:pt x="556612" y="29132"/>
                  </a:cubicBezTo>
                  <a:cubicBezTo>
                    <a:pt x="556612" y="28796"/>
                    <a:pt x="555973" y="27618"/>
                    <a:pt x="555838" y="27181"/>
                  </a:cubicBezTo>
                  <a:cubicBezTo>
                    <a:pt x="555737" y="26744"/>
                    <a:pt x="554660" y="25230"/>
                    <a:pt x="554324" y="25129"/>
                  </a:cubicBezTo>
                  <a:cubicBezTo>
                    <a:pt x="553987" y="25028"/>
                    <a:pt x="553011" y="25230"/>
                    <a:pt x="552136" y="25230"/>
                  </a:cubicBezTo>
                  <a:cubicBezTo>
                    <a:pt x="551261" y="25230"/>
                    <a:pt x="551059" y="25129"/>
                    <a:pt x="551059" y="25129"/>
                  </a:cubicBezTo>
                  <a:cubicBezTo>
                    <a:pt x="551059" y="25129"/>
                    <a:pt x="549444" y="24692"/>
                    <a:pt x="549309" y="24254"/>
                  </a:cubicBezTo>
                  <a:cubicBezTo>
                    <a:pt x="549208" y="23817"/>
                    <a:pt x="548670" y="21664"/>
                    <a:pt x="548670" y="21664"/>
                  </a:cubicBezTo>
                  <a:cubicBezTo>
                    <a:pt x="548670" y="21664"/>
                    <a:pt x="547155" y="22404"/>
                    <a:pt x="546819" y="22303"/>
                  </a:cubicBezTo>
                  <a:cubicBezTo>
                    <a:pt x="546482" y="22202"/>
                    <a:pt x="543790" y="21765"/>
                    <a:pt x="543790" y="21765"/>
                  </a:cubicBezTo>
                  <a:lnTo>
                    <a:pt x="542915" y="21328"/>
                  </a:lnTo>
                  <a:lnTo>
                    <a:pt x="541299" y="20453"/>
                  </a:lnTo>
                  <a:cubicBezTo>
                    <a:pt x="541299" y="20453"/>
                    <a:pt x="541198" y="19679"/>
                    <a:pt x="541299" y="18838"/>
                  </a:cubicBezTo>
                  <a:cubicBezTo>
                    <a:pt x="541400" y="17964"/>
                    <a:pt x="540862" y="16349"/>
                    <a:pt x="540862" y="16349"/>
                  </a:cubicBezTo>
                  <a:lnTo>
                    <a:pt x="540862" y="15037"/>
                  </a:lnTo>
                  <a:cubicBezTo>
                    <a:pt x="540862" y="15037"/>
                    <a:pt x="541030" y="13725"/>
                    <a:pt x="541030" y="13153"/>
                  </a:cubicBezTo>
                  <a:cubicBezTo>
                    <a:pt x="541030" y="12581"/>
                    <a:pt x="540559" y="11908"/>
                    <a:pt x="540189" y="11269"/>
                  </a:cubicBezTo>
                  <a:cubicBezTo>
                    <a:pt x="539818" y="10630"/>
                    <a:pt x="539179" y="10395"/>
                    <a:pt x="538674" y="9823"/>
                  </a:cubicBezTo>
                  <a:cubicBezTo>
                    <a:pt x="538169" y="9251"/>
                    <a:pt x="536587" y="8881"/>
                    <a:pt x="536083" y="8881"/>
                  </a:cubicBezTo>
                  <a:cubicBezTo>
                    <a:pt x="535578" y="8881"/>
                    <a:pt x="534333" y="9318"/>
                    <a:pt x="534333" y="9318"/>
                  </a:cubicBezTo>
                  <a:lnTo>
                    <a:pt x="533895" y="9890"/>
                  </a:lnTo>
                  <a:lnTo>
                    <a:pt x="533458" y="10899"/>
                  </a:lnTo>
                  <a:cubicBezTo>
                    <a:pt x="533458" y="10899"/>
                    <a:pt x="533222" y="11538"/>
                    <a:pt x="533222" y="11976"/>
                  </a:cubicBezTo>
                  <a:cubicBezTo>
                    <a:pt x="533222" y="12413"/>
                    <a:pt x="532785" y="12918"/>
                    <a:pt x="532785" y="12918"/>
                  </a:cubicBezTo>
                  <a:lnTo>
                    <a:pt x="532347" y="13927"/>
                  </a:lnTo>
                  <a:lnTo>
                    <a:pt x="531539" y="14869"/>
                  </a:lnTo>
                  <a:lnTo>
                    <a:pt x="530463" y="14936"/>
                  </a:lnTo>
                  <a:lnTo>
                    <a:pt x="529285" y="12413"/>
                  </a:lnTo>
                  <a:cubicBezTo>
                    <a:pt x="529285" y="12413"/>
                    <a:pt x="528847" y="11538"/>
                    <a:pt x="527972" y="10967"/>
                  </a:cubicBezTo>
                  <a:cubicBezTo>
                    <a:pt x="527097" y="10395"/>
                    <a:pt x="525717" y="10832"/>
                    <a:pt x="525212" y="10765"/>
                  </a:cubicBezTo>
                  <a:cubicBezTo>
                    <a:pt x="524708" y="10697"/>
                    <a:pt x="523631" y="10765"/>
                    <a:pt x="523025" y="10765"/>
                  </a:cubicBezTo>
                  <a:cubicBezTo>
                    <a:pt x="522453" y="10765"/>
                    <a:pt x="521578" y="11135"/>
                    <a:pt x="521275" y="11135"/>
                  </a:cubicBezTo>
                  <a:cubicBezTo>
                    <a:pt x="520972" y="11135"/>
                    <a:pt x="520467" y="11774"/>
                    <a:pt x="520198" y="11875"/>
                  </a:cubicBezTo>
                  <a:cubicBezTo>
                    <a:pt x="519895" y="11942"/>
                    <a:pt x="519188" y="12884"/>
                    <a:pt x="518751" y="13187"/>
                  </a:cubicBezTo>
                  <a:cubicBezTo>
                    <a:pt x="518313" y="13490"/>
                    <a:pt x="517169" y="14936"/>
                    <a:pt x="516799" y="15272"/>
                  </a:cubicBezTo>
                  <a:cubicBezTo>
                    <a:pt x="516428" y="15643"/>
                    <a:pt x="514847" y="17156"/>
                    <a:pt x="514274" y="17526"/>
                  </a:cubicBezTo>
                  <a:cubicBezTo>
                    <a:pt x="513702" y="17896"/>
                    <a:pt x="513265" y="18233"/>
                    <a:pt x="512760" y="18468"/>
                  </a:cubicBezTo>
                  <a:cubicBezTo>
                    <a:pt x="512255" y="18704"/>
                    <a:pt x="511313" y="19545"/>
                    <a:pt x="511010" y="19713"/>
                  </a:cubicBezTo>
                  <a:cubicBezTo>
                    <a:pt x="510707" y="19847"/>
                    <a:pt x="509496" y="21395"/>
                    <a:pt x="509496" y="21395"/>
                  </a:cubicBezTo>
                  <a:cubicBezTo>
                    <a:pt x="509496" y="21395"/>
                    <a:pt x="508688" y="22101"/>
                    <a:pt x="508486" y="22337"/>
                  </a:cubicBezTo>
                  <a:cubicBezTo>
                    <a:pt x="508284" y="22539"/>
                    <a:pt x="507544" y="23413"/>
                    <a:pt x="507342" y="23581"/>
                  </a:cubicBezTo>
                  <a:cubicBezTo>
                    <a:pt x="507106" y="23716"/>
                    <a:pt x="506601" y="24658"/>
                    <a:pt x="506601" y="24961"/>
                  </a:cubicBezTo>
                  <a:cubicBezTo>
                    <a:pt x="506601" y="25263"/>
                    <a:pt x="507173" y="25600"/>
                    <a:pt x="507611" y="25903"/>
                  </a:cubicBezTo>
                  <a:cubicBezTo>
                    <a:pt x="508048" y="26205"/>
                    <a:pt x="509125" y="26205"/>
                    <a:pt x="509563" y="26340"/>
                  </a:cubicBezTo>
                  <a:cubicBezTo>
                    <a:pt x="510000" y="26474"/>
                    <a:pt x="511380" y="27652"/>
                    <a:pt x="511818" y="27921"/>
                  </a:cubicBezTo>
                  <a:cubicBezTo>
                    <a:pt x="512255" y="28224"/>
                    <a:pt x="512827" y="29367"/>
                    <a:pt x="513063" y="29502"/>
                  </a:cubicBezTo>
                  <a:cubicBezTo>
                    <a:pt x="513265" y="29637"/>
                    <a:pt x="513366" y="32261"/>
                    <a:pt x="513366" y="32261"/>
                  </a:cubicBezTo>
                  <a:lnTo>
                    <a:pt x="513063" y="34010"/>
                  </a:lnTo>
                  <a:lnTo>
                    <a:pt x="511481" y="34514"/>
                  </a:lnTo>
                  <a:lnTo>
                    <a:pt x="509024" y="32563"/>
                  </a:lnTo>
                  <a:cubicBezTo>
                    <a:pt x="509024" y="32563"/>
                    <a:pt x="503572" y="30242"/>
                    <a:pt x="503000" y="30309"/>
                  </a:cubicBezTo>
                  <a:cubicBezTo>
                    <a:pt x="502428" y="30377"/>
                    <a:pt x="501048" y="30679"/>
                    <a:pt x="500106" y="30881"/>
                  </a:cubicBezTo>
                  <a:cubicBezTo>
                    <a:pt x="499164" y="31117"/>
                    <a:pt x="498289" y="31756"/>
                    <a:pt x="497851" y="31890"/>
                  </a:cubicBezTo>
                  <a:cubicBezTo>
                    <a:pt x="497414" y="32025"/>
                    <a:pt x="496269" y="32765"/>
                    <a:pt x="495967" y="32765"/>
                  </a:cubicBezTo>
                  <a:cubicBezTo>
                    <a:pt x="495664" y="32765"/>
                    <a:pt x="494216" y="33135"/>
                    <a:pt x="494216" y="33135"/>
                  </a:cubicBezTo>
                  <a:cubicBezTo>
                    <a:pt x="494216" y="33135"/>
                    <a:pt x="492534" y="31621"/>
                    <a:pt x="492332" y="31184"/>
                  </a:cubicBezTo>
                  <a:cubicBezTo>
                    <a:pt x="492130" y="30747"/>
                    <a:pt x="490245" y="30679"/>
                    <a:pt x="490245" y="30679"/>
                  </a:cubicBezTo>
                  <a:lnTo>
                    <a:pt x="487620" y="30814"/>
                  </a:lnTo>
                  <a:lnTo>
                    <a:pt x="486812" y="31251"/>
                  </a:lnTo>
                  <a:cubicBezTo>
                    <a:pt x="486812" y="31251"/>
                    <a:pt x="485500" y="32698"/>
                    <a:pt x="484860" y="33270"/>
                  </a:cubicBezTo>
                  <a:cubicBezTo>
                    <a:pt x="484221" y="33841"/>
                    <a:pt x="483783" y="34582"/>
                    <a:pt x="483279" y="34783"/>
                  </a:cubicBezTo>
                  <a:cubicBezTo>
                    <a:pt x="482774" y="35019"/>
                    <a:pt x="481327" y="36028"/>
                    <a:pt x="481327" y="36028"/>
                  </a:cubicBezTo>
                  <a:cubicBezTo>
                    <a:pt x="481327" y="36028"/>
                    <a:pt x="478634" y="37340"/>
                    <a:pt x="478432" y="37475"/>
                  </a:cubicBezTo>
                  <a:cubicBezTo>
                    <a:pt x="478231" y="37609"/>
                    <a:pt x="475605" y="38147"/>
                    <a:pt x="475605" y="38147"/>
                  </a:cubicBezTo>
                  <a:cubicBezTo>
                    <a:pt x="475605" y="38147"/>
                    <a:pt x="469514" y="38147"/>
                    <a:pt x="469211" y="38147"/>
                  </a:cubicBezTo>
                  <a:cubicBezTo>
                    <a:pt x="468908" y="38147"/>
                    <a:pt x="466687" y="39190"/>
                    <a:pt x="466687" y="39190"/>
                  </a:cubicBezTo>
                  <a:lnTo>
                    <a:pt x="465610" y="39594"/>
                  </a:lnTo>
                  <a:cubicBezTo>
                    <a:pt x="465610" y="39594"/>
                    <a:pt x="464870" y="40469"/>
                    <a:pt x="464870" y="40973"/>
                  </a:cubicBezTo>
                  <a:cubicBezTo>
                    <a:pt x="464870" y="41478"/>
                    <a:pt x="465374" y="41915"/>
                    <a:pt x="465374" y="41915"/>
                  </a:cubicBezTo>
                  <a:lnTo>
                    <a:pt x="467125" y="44303"/>
                  </a:lnTo>
                  <a:cubicBezTo>
                    <a:pt x="467125" y="44303"/>
                    <a:pt x="468942" y="46692"/>
                    <a:pt x="470086" y="47566"/>
                  </a:cubicBezTo>
                  <a:cubicBezTo>
                    <a:pt x="471230" y="48441"/>
                    <a:pt x="473115" y="49753"/>
                    <a:pt x="474730" y="50325"/>
                  </a:cubicBezTo>
                  <a:cubicBezTo>
                    <a:pt x="476312" y="50897"/>
                    <a:pt x="477928" y="52343"/>
                    <a:pt x="478937" y="53521"/>
                  </a:cubicBezTo>
                  <a:cubicBezTo>
                    <a:pt x="479947" y="54664"/>
                    <a:pt x="480082" y="57860"/>
                    <a:pt x="480250" y="58600"/>
                  </a:cubicBezTo>
                  <a:cubicBezTo>
                    <a:pt x="480384" y="59307"/>
                    <a:pt x="480250" y="63949"/>
                    <a:pt x="480250" y="63949"/>
                  </a:cubicBezTo>
                  <a:lnTo>
                    <a:pt x="479106" y="68288"/>
                  </a:lnTo>
                  <a:lnTo>
                    <a:pt x="477221" y="73200"/>
                  </a:lnTo>
                  <a:cubicBezTo>
                    <a:pt x="477221" y="73200"/>
                    <a:pt x="478231" y="76665"/>
                    <a:pt x="478231" y="77270"/>
                  </a:cubicBezTo>
                  <a:cubicBezTo>
                    <a:pt x="478231" y="77842"/>
                    <a:pt x="478231" y="80735"/>
                    <a:pt x="478231" y="80735"/>
                  </a:cubicBezTo>
                  <a:lnTo>
                    <a:pt x="479408" y="83191"/>
                  </a:lnTo>
                  <a:cubicBezTo>
                    <a:pt x="479408" y="83191"/>
                    <a:pt x="480283" y="84065"/>
                    <a:pt x="481428" y="84503"/>
                  </a:cubicBezTo>
                  <a:cubicBezTo>
                    <a:pt x="482572" y="84940"/>
                    <a:pt x="484053" y="86521"/>
                    <a:pt x="484053" y="86521"/>
                  </a:cubicBezTo>
                  <a:cubicBezTo>
                    <a:pt x="484053" y="86521"/>
                    <a:pt x="485500" y="87968"/>
                    <a:pt x="486947" y="88842"/>
                  </a:cubicBezTo>
                  <a:cubicBezTo>
                    <a:pt x="488394" y="89717"/>
                    <a:pt x="488663" y="91163"/>
                    <a:pt x="488663" y="91163"/>
                  </a:cubicBezTo>
                  <a:lnTo>
                    <a:pt x="488663" y="92307"/>
                  </a:lnTo>
                  <a:lnTo>
                    <a:pt x="488394" y="96344"/>
                  </a:lnTo>
                  <a:cubicBezTo>
                    <a:pt x="488394" y="96344"/>
                    <a:pt x="487822" y="99540"/>
                    <a:pt x="487519" y="100986"/>
                  </a:cubicBezTo>
                  <a:cubicBezTo>
                    <a:pt x="487216" y="102433"/>
                    <a:pt x="486947" y="103442"/>
                    <a:pt x="486947" y="104014"/>
                  </a:cubicBezTo>
                  <a:cubicBezTo>
                    <a:pt x="486947" y="104586"/>
                    <a:pt x="485500" y="106470"/>
                    <a:pt x="485500" y="106470"/>
                  </a:cubicBezTo>
                  <a:lnTo>
                    <a:pt x="480149" y="108219"/>
                  </a:lnTo>
                  <a:lnTo>
                    <a:pt x="478399" y="107781"/>
                  </a:lnTo>
                  <a:lnTo>
                    <a:pt x="474764" y="106470"/>
                  </a:lnTo>
                  <a:lnTo>
                    <a:pt x="472745" y="106738"/>
                  </a:lnTo>
                  <a:lnTo>
                    <a:pt x="469110" y="108488"/>
                  </a:lnTo>
                  <a:cubicBezTo>
                    <a:pt x="469110" y="108488"/>
                    <a:pt x="466081" y="109228"/>
                    <a:pt x="465475" y="109497"/>
                  </a:cubicBezTo>
                  <a:cubicBezTo>
                    <a:pt x="464870" y="109766"/>
                    <a:pt x="464163" y="111381"/>
                    <a:pt x="464163" y="111381"/>
                  </a:cubicBezTo>
                  <a:cubicBezTo>
                    <a:pt x="464163" y="111381"/>
                    <a:pt x="463422" y="113567"/>
                    <a:pt x="463422" y="114408"/>
                  </a:cubicBezTo>
                  <a:cubicBezTo>
                    <a:pt x="463422" y="115283"/>
                    <a:pt x="462850" y="116427"/>
                    <a:pt x="462850" y="116427"/>
                  </a:cubicBezTo>
                  <a:lnTo>
                    <a:pt x="461975" y="114408"/>
                  </a:lnTo>
                  <a:lnTo>
                    <a:pt x="459653" y="114980"/>
                  </a:lnTo>
                  <a:cubicBezTo>
                    <a:pt x="459653" y="114980"/>
                    <a:pt x="458341" y="115989"/>
                    <a:pt x="458341" y="116561"/>
                  </a:cubicBezTo>
                  <a:cubicBezTo>
                    <a:pt x="458341" y="117133"/>
                    <a:pt x="458206" y="118008"/>
                    <a:pt x="458206" y="118008"/>
                  </a:cubicBezTo>
                  <a:cubicBezTo>
                    <a:pt x="458206" y="118008"/>
                    <a:pt x="458947" y="119589"/>
                    <a:pt x="459350" y="119892"/>
                  </a:cubicBezTo>
                  <a:cubicBezTo>
                    <a:pt x="459788" y="120194"/>
                    <a:pt x="460797" y="122078"/>
                    <a:pt x="460797" y="122078"/>
                  </a:cubicBezTo>
                  <a:lnTo>
                    <a:pt x="462985" y="123525"/>
                  </a:lnTo>
                  <a:cubicBezTo>
                    <a:pt x="462985" y="123525"/>
                    <a:pt x="462413" y="124534"/>
                    <a:pt x="462413" y="125106"/>
                  </a:cubicBezTo>
                  <a:cubicBezTo>
                    <a:pt x="462413" y="125678"/>
                    <a:pt x="458509" y="125375"/>
                    <a:pt x="458071" y="124971"/>
                  </a:cubicBezTo>
                  <a:cubicBezTo>
                    <a:pt x="457634" y="124534"/>
                    <a:pt x="457196" y="123088"/>
                    <a:pt x="457196" y="123088"/>
                  </a:cubicBezTo>
                  <a:lnTo>
                    <a:pt x="454740" y="118008"/>
                  </a:lnTo>
                  <a:lnTo>
                    <a:pt x="452283" y="118008"/>
                  </a:lnTo>
                  <a:lnTo>
                    <a:pt x="450533" y="121035"/>
                  </a:lnTo>
                  <a:lnTo>
                    <a:pt x="449523" y="124938"/>
                  </a:lnTo>
                  <a:lnTo>
                    <a:pt x="446326" y="124635"/>
                  </a:lnTo>
                  <a:lnTo>
                    <a:pt x="445013" y="125779"/>
                  </a:lnTo>
                  <a:cubicBezTo>
                    <a:pt x="445013" y="125779"/>
                    <a:pt x="444138" y="127091"/>
                    <a:pt x="444004" y="127528"/>
                  </a:cubicBezTo>
                  <a:cubicBezTo>
                    <a:pt x="443869" y="127965"/>
                    <a:pt x="443263" y="128974"/>
                    <a:pt x="443129" y="129412"/>
                  </a:cubicBezTo>
                  <a:cubicBezTo>
                    <a:pt x="442994" y="129849"/>
                    <a:pt x="442388" y="130993"/>
                    <a:pt x="442388" y="130993"/>
                  </a:cubicBezTo>
                  <a:cubicBezTo>
                    <a:pt x="442388" y="130993"/>
                    <a:pt x="441816" y="132877"/>
                    <a:pt x="441379" y="133314"/>
                  </a:cubicBezTo>
                  <a:cubicBezTo>
                    <a:pt x="440941" y="133751"/>
                    <a:pt x="438922" y="135198"/>
                    <a:pt x="438922" y="135198"/>
                  </a:cubicBezTo>
                  <a:lnTo>
                    <a:pt x="432124" y="134626"/>
                  </a:lnTo>
                  <a:lnTo>
                    <a:pt x="428792" y="131598"/>
                  </a:lnTo>
                  <a:lnTo>
                    <a:pt x="427782" y="130589"/>
                  </a:lnTo>
                  <a:lnTo>
                    <a:pt x="425325" y="124938"/>
                  </a:lnTo>
                  <a:lnTo>
                    <a:pt x="422633" y="122146"/>
                  </a:lnTo>
                  <a:lnTo>
                    <a:pt x="424518" y="120800"/>
                  </a:lnTo>
                  <a:cubicBezTo>
                    <a:pt x="424518" y="120800"/>
                    <a:pt x="428321" y="118748"/>
                    <a:pt x="429398" y="118311"/>
                  </a:cubicBezTo>
                  <a:cubicBezTo>
                    <a:pt x="430475" y="117873"/>
                    <a:pt x="431888" y="117436"/>
                    <a:pt x="431888" y="117436"/>
                  </a:cubicBezTo>
                  <a:lnTo>
                    <a:pt x="433739" y="115821"/>
                  </a:lnTo>
                  <a:lnTo>
                    <a:pt x="434816" y="114408"/>
                  </a:lnTo>
                  <a:lnTo>
                    <a:pt x="435893" y="112558"/>
                  </a:lnTo>
                  <a:lnTo>
                    <a:pt x="436869" y="108118"/>
                  </a:lnTo>
                  <a:cubicBezTo>
                    <a:pt x="436869" y="108118"/>
                    <a:pt x="437845" y="105931"/>
                    <a:pt x="438182" y="105528"/>
                  </a:cubicBezTo>
                  <a:cubicBezTo>
                    <a:pt x="438518" y="105090"/>
                    <a:pt x="438182" y="101491"/>
                    <a:pt x="438182" y="101491"/>
                  </a:cubicBezTo>
                  <a:lnTo>
                    <a:pt x="438182" y="99742"/>
                  </a:lnTo>
                  <a:lnTo>
                    <a:pt x="438182" y="98329"/>
                  </a:lnTo>
                  <a:lnTo>
                    <a:pt x="436835" y="97151"/>
                  </a:lnTo>
                  <a:lnTo>
                    <a:pt x="434715" y="94527"/>
                  </a:lnTo>
                  <a:lnTo>
                    <a:pt x="434715" y="91063"/>
                  </a:lnTo>
                  <a:lnTo>
                    <a:pt x="434715" y="87598"/>
                  </a:lnTo>
                  <a:lnTo>
                    <a:pt x="434715" y="84133"/>
                  </a:lnTo>
                  <a:lnTo>
                    <a:pt x="434715" y="81105"/>
                  </a:lnTo>
                  <a:lnTo>
                    <a:pt x="433369" y="79255"/>
                  </a:lnTo>
                  <a:lnTo>
                    <a:pt x="432124" y="76328"/>
                  </a:lnTo>
                  <a:lnTo>
                    <a:pt x="430946" y="76328"/>
                  </a:lnTo>
                  <a:lnTo>
                    <a:pt x="428186" y="79255"/>
                  </a:lnTo>
                  <a:lnTo>
                    <a:pt x="426200" y="81139"/>
                  </a:lnTo>
                  <a:lnTo>
                    <a:pt x="425561" y="83426"/>
                  </a:lnTo>
                  <a:cubicBezTo>
                    <a:pt x="425561" y="83426"/>
                    <a:pt x="423676" y="86723"/>
                    <a:pt x="423474" y="86992"/>
                  </a:cubicBezTo>
                  <a:cubicBezTo>
                    <a:pt x="423273" y="87295"/>
                    <a:pt x="421624" y="89717"/>
                    <a:pt x="421624" y="89717"/>
                  </a:cubicBezTo>
                  <a:cubicBezTo>
                    <a:pt x="421624" y="89717"/>
                    <a:pt x="421287" y="90020"/>
                    <a:pt x="420782" y="90524"/>
                  </a:cubicBezTo>
                  <a:lnTo>
                    <a:pt x="419335" y="90827"/>
                  </a:lnTo>
                  <a:lnTo>
                    <a:pt x="422599" y="92307"/>
                  </a:lnTo>
                  <a:lnTo>
                    <a:pt x="422599" y="94595"/>
                  </a:lnTo>
                  <a:lnTo>
                    <a:pt x="421287" y="96546"/>
                  </a:lnTo>
                  <a:lnTo>
                    <a:pt x="416710" y="98497"/>
                  </a:lnTo>
                  <a:lnTo>
                    <a:pt x="413244" y="100986"/>
                  </a:lnTo>
                  <a:lnTo>
                    <a:pt x="411628" y="102063"/>
                  </a:lnTo>
                  <a:lnTo>
                    <a:pt x="410316" y="105090"/>
                  </a:lnTo>
                  <a:lnTo>
                    <a:pt x="409340" y="108992"/>
                  </a:lnTo>
                  <a:lnTo>
                    <a:pt x="411191" y="113231"/>
                  </a:lnTo>
                  <a:cubicBezTo>
                    <a:pt x="411191" y="113231"/>
                    <a:pt x="414354" y="115317"/>
                    <a:pt x="414657" y="115619"/>
                  </a:cubicBezTo>
                  <a:cubicBezTo>
                    <a:pt x="414993" y="115956"/>
                    <a:pt x="417383" y="119522"/>
                    <a:pt x="417383" y="119522"/>
                  </a:cubicBezTo>
                  <a:lnTo>
                    <a:pt x="417383" y="120598"/>
                  </a:lnTo>
                  <a:lnTo>
                    <a:pt x="415970" y="122011"/>
                  </a:lnTo>
                  <a:cubicBezTo>
                    <a:pt x="415970" y="122011"/>
                    <a:pt x="412806" y="125038"/>
                    <a:pt x="412369" y="125173"/>
                  </a:cubicBezTo>
                  <a:cubicBezTo>
                    <a:pt x="411931" y="125274"/>
                    <a:pt x="409441" y="127360"/>
                    <a:pt x="409340" y="127561"/>
                  </a:cubicBezTo>
                  <a:cubicBezTo>
                    <a:pt x="409239" y="127763"/>
                    <a:pt x="407825" y="130387"/>
                    <a:pt x="407590" y="130925"/>
                  </a:cubicBezTo>
                  <a:cubicBezTo>
                    <a:pt x="407354" y="131464"/>
                    <a:pt x="406075" y="132137"/>
                    <a:pt x="406075" y="132137"/>
                  </a:cubicBezTo>
                  <a:cubicBezTo>
                    <a:pt x="406075" y="132137"/>
                    <a:pt x="402912" y="133112"/>
                    <a:pt x="400522" y="132137"/>
                  </a:cubicBezTo>
                  <a:cubicBezTo>
                    <a:pt x="398133" y="131161"/>
                    <a:pt x="395844" y="131161"/>
                    <a:pt x="395407" y="129849"/>
                  </a:cubicBezTo>
                  <a:cubicBezTo>
                    <a:pt x="394969" y="128537"/>
                    <a:pt x="394969" y="127023"/>
                    <a:pt x="394330" y="125711"/>
                  </a:cubicBezTo>
                  <a:cubicBezTo>
                    <a:pt x="393690" y="124399"/>
                    <a:pt x="394666" y="123962"/>
                    <a:pt x="393354" y="122684"/>
                  </a:cubicBezTo>
                  <a:cubicBezTo>
                    <a:pt x="392041" y="121372"/>
                    <a:pt x="391301" y="120060"/>
                    <a:pt x="391301" y="120060"/>
                  </a:cubicBezTo>
                  <a:lnTo>
                    <a:pt x="388911" y="119959"/>
                  </a:lnTo>
                  <a:lnTo>
                    <a:pt x="386724" y="120834"/>
                  </a:lnTo>
                  <a:lnTo>
                    <a:pt x="385209" y="122886"/>
                  </a:lnTo>
                  <a:lnTo>
                    <a:pt x="384570" y="125711"/>
                  </a:lnTo>
                  <a:lnTo>
                    <a:pt x="383594" y="126788"/>
                  </a:lnTo>
                  <a:lnTo>
                    <a:pt x="380329" y="126889"/>
                  </a:lnTo>
                  <a:cubicBezTo>
                    <a:pt x="380329" y="126889"/>
                    <a:pt x="378815" y="126250"/>
                    <a:pt x="377940" y="126014"/>
                  </a:cubicBezTo>
                  <a:cubicBezTo>
                    <a:pt x="377065" y="125812"/>
                    <a:pt x="375752" y="124938"/>
                    <a:pt x="375752" y="124938"/>
                  </a:cubicBezTo>
                  <a:lnTo>
                    <a:pt x="373060" y="124938"/>
                  </a:lnTo>
                  <a:cubicBezTo>
                    <a:pt x="373060" y="124938"/>
                    <a:pt x="372421" y="124063"/>
                    <a:pt x="371411" y="124063"/>
                  </a:cubicBezTo>
                  <a:cubicBezTo>
                    <a:pt x="370435" y="124063"/>
                    <a:pt x="367507" y="124164"/>
                    <a:pt x="367507" y="124164"/>
                  </a:cubicBezTo>
                  <a:lnTo>
                    <a:pt x="365118" y="124803"/>
                  </a:lnTo>
                  <a:cubicBezTo>
                    <a:pt x="365118" y="124803"/>
                    <a:pt x="363805" y="126115"/>
                    <a:pt x="363367" y="126754"/>
                  </a:cubicBezTo>
                  <a:cubicBezTo>
                    <a:pt x="362930" y="127393"/>
                    <a:pt x="361180" y="129344"/>
                    <a:pt x="361180" y="129344"/>
                  </a:cubicBezTo>
                  <a:lnTo>
                    <a:pt x="359329" y="132507"/>
                  </a:lnTo>
                  <a:cubicBezTo>
                    <a:pt x="359329" y="132507"/>
                    <a:pt x="357814" y="135130"/>
                    <a:pt x="357579" y="135669"/>
                  </a:cubicBezTo>
                  <a:cubicBezTo>
                    <a:pt x="357377" y="136207"/>
                    <a:pt x="355728" y="140681"/>
                    <a:pt x="355728" y="140681"/>
                  </a:cubicBezTo>
                  <a:lnTo>
                    <a:pt x="354853" y="146871"/>
                  </a:lnTo>
                  <a:lnTo>
                    <a:pt x="354314" y="151210"/>
                  </a:lnTo>
                  <a:lnTo>
                    <a:pt x="355189" y="155213"/>
                  </a:lnTo>
                  <a:lnTo>
                    <a:pt x="357781" y="157938"/>
                  </a:lnTo>
                  <a:lnTo>
                    <a:pt x="360372" y="160528"/>
                  </a:lnTo>
                  <a:lnTo>
                    <a:pt x="362661" y="161302"/>
                  </a:lnTo>
                  <a:lnTo>
                    <a:pt x="367440" y="165978"/>
                  </a:lnTo>
                  <a:lnTo>
                    <a:pt x="366363" y="168266"/>
                  </a:lnTo>
                  <a:lnTo>
                    <a:pt x="366901" y="170990"/>
                  </a:lnTo>
                  <a:lnTo>
                    <a:pt x="366800" y="173580"/>
                  </a:lnTo>
                  <a:lnTo>
                    <a:pt x="365824" y="175868"/>
                  </a:lnTo>
                  <a:lnTo>
                    <a:pt x="362358" y="178694"/>
                  </a:lnTo>
                  <a:lnTo>
                    <a:pt x="357242" y="180107"/>
                  </a:lnTo>
                  <a:cubicBezTo>
                    <a:pt x="357242" y="180107"/>
                    <a:pt x="355930" y="179568"/>
                    <a:pt x="355627" y="180107"/>
                  </a:cubicBezTo>
                  <a:cubicBezTo>
                    <a:pt x="355290" y="180645"/>
                    <a:pt x="352800" y="180880"/>
                    <a:pt x="352800" y="180880"/>
                  </a:cubicBezTo>
                  <a:lnTo>
                    <a:pt x="351050" y="179568"/>
                  </a:lnTo>
                  <a:lnTo>
                    <a:pt x="349737" y="179333"/>
                  </a:lnTo>
                  <a:lnTo>
                    <a:pt x="347247" y="180847"/>
                  </a:lnTo>
                  <a:cubicBezTo>
                    <a:pt x="347247" y="180847"/>
                    <a:pt x="345194" y="183134"/>
                    <a:pt x="344622" y="183437"/>
                  </a:cubicBezTo>
                  <a:cubicBezTo>
                    <a:pt x="344083" y="183773"/>
                    <a:pt x="342333" y="184311"/>
                    <a:pt x="342131" y="184648"/>
                  </a:cubicBezTo>
                  <a:cubicBezTo>
                    <a:pt x="341929" y="184984"/>
                    <a:pt x="338328" y="185623"/>
                    <a:pt x="337992" y="185724"/>
                  </a:cubicBezTo>
                  <a:cubicBezTo>
                    <a:pt x="337655" y="185825"/>
                    <a:pt x="337218" y="186263"/>
                    <a:pt x="334963" y="185724"/>
                  </a:cubicBezTo>
                  <a:cubicBezTo>
                    <a:pt x="332674" y="185186"/>
                    <a:pt x="330722" y="184951"/>
                    <a:pt x="329208" y="183773"/>
                  </a:cubicBezTo>
                  <a:cubicBezTo>
                    <a:pt x="327694" y="182562"/>
                    <a:pt x="324530" y="179871"/>
                    <a:pt x="324530" y="179871"/>
                  </a:cubicBezTo>
                  <a:lnTo>
                    <a:pt x="321939" y="178256"/>
                  </a:lnTo>
                  <a:lnTo>
                    <a:pt x="318237" y="178357"/>
                  </a:lnTo>
                  <a:lnTo>
                    <a:pt x="313761" y="179804"/>
                  </a:lnTo>
                  <a:lnTo>
                    <a:pt x="312179" y="183134"/>
                  </a:lnTo>
                  <a:lnTo>
                    <a:pt x="308409" y="184715"/>
                  </a:lnTo>
                  <a:lnTo>
                    <a:pt x="306390" y="189627"/>
                  </a:lnTo>
                  <a:lnTo>
                    <a:pt x="306087" y="193832"/>
                  </a:lnTo>
                  <a:lnTo>
                    <a:pt x="306087" y="196994"/>
                  </a:lnTo>
                  <a:lnTo>
                    <a:pt x="304337" y="200459"/>
                  </a:lnTo>
                  <a:lnTo>
                    <a:pt x="301308" y="204226"/>
                  </a:lnTo>
                  <a:cubicBezTo>
                    <a:pt x="301308" y="204226"/>
                    <a:pt x="299727" y="204798"/>
                    <a:pt x="297977" y="204798"/>
                  </a:cubicBezTo>
                  <a:cubicBezTo>
                    <a:pt x="296227" y="204798"/>
                    <a:pt x="293635" y="205235"/>
                    <a:pt x="293198" y="204798"/>
                  </a:cubicBezTo>
                  <a:cubicBezTo>
                    <a:pt x="292760" y="204361"/>
                    <a:pt x="289294" y="203217"/>
                    <a:pt x="288856" y="202780"/>
                  </a:cubicBezTo>
                  <a:cubicBezTo>
                    <a:pt x="288419" y="202342"/>
                    <a:pt x="286669" y="200324"/>
                    <a:pt x="286669" y="200324"/>
                  </a:cubicBezTo>
                  <a:lnTo>
                    <a:pt x="287409" y="198743"/>
                  </a:lnTo>
                  <a:lnTo>
                    <a:pt x="291178" y="196725"/>
                  </a:lnTo>
                  <a:cubicBezTo>
                    <a:pt x="291178" y="196725"/>
                    <a:pt x="293198" y="194134"/>
                    <a:pt x="293770" y="193966"/>
                  </a:cubicBezTo>
                  <a:cubicBezTo>
                    <a:pt x="294342" y="193832"/>
                    <a:pt x="295520" y="191510"/>
                    <a:pt x="296227" y="190939"/>
                  </a:cubicBezTo>
                  <a:cubicBezTo>
                    <a:pt x="296933" y="190367"/>
                    <a:pt x="297808" y="189357"/>
                    <a:pt x="297977" y="188752"/>
                  </a:cubicBezTo>
                  <a:cubicBezTo>
                    <a:pt x="298111" y="188180"/>
                    <a:pt x="299424" y="185724"/>
                    <a:pt x="299424" y="185724"/>
                  </a:cubicBezTo>
                  <a:cubicBezTo>
                    <a:pt x="299424" y="185724"/>
                    <a:pt x="299727" y="184581"/>
                    <a:pt x="299424" y="183706"/>
                  </a:cubicBezTo>
                  <a:cubicBezTo>
                    <a:pt x="299121" y="182831"/>
                    <a:pt x="298986" y="180813"/>
                    <a:pt x="298852" y="180376"/>
                  </a:cubicBezTo>
                  <a:cubicBezTo>
                    <a:pt x="298717" y="179938"/>
                    <a:pt x="294948" y="175162"/>
                    <a:pt x="294948" y="174590"/>
                  </a:cubicBezTo>
                  <a:cubicBezTo>
                    <a:pt x="294948" y="174018"/>
                    <a:pt x="294207" y="171831"/>
                    <a:pt x="293803" y="170822"/>
                  </a:cubicBezTo>
                  <a:cubicBezTo>
                    <a:pt x="293366" y="169813"/>
                    <a:pt x="291919" y="167795"/>
                    <a:pt x="291212" y="167357"/>
                  </a:cubicBezTo>
                  <a:cubicBezTo>
                    <a:pt x="290472" y="166920"/>
                    <a:pt x="288318" y="166651"/>
                    <a:pt x="288183" y="167223"/>
                  </a:cubicBezTo>
                  <a:cubicBezTo>
                    <a:pt x="288048" y="167795"/>
                    <a:pt x="289193" y="168097"/>
                    <a:pt x="286736" y="168232"/>
                  </a:cubicBezTo>
                  <a:cubicBezTo>
                    <a:pt x="284279" y="168366"/>
                    <a:pt x="283707" y="169241"/>
                    <a:pt x="283707" y="169241"/>
                  </a:cubicBezTo>
                  <a:cubicBezTo>
                    <a:pt x="283707" y="169241"/>
                    <a:pt x="285019" y="169813"/>
                    <a:pt x="282967" y="169375"/>
                  </a:cubicBezTo>
                  <a:cubicBezTo>
                    <a:pt x="280947" y="168938"/>
                    <a:pt x="277178" y="167492"/>
                    <a:pt x="277178" y="167492"/>
                  </a:cubicBezTo>
                  <a:lnTo>
                    <a:pt x="275159" y="165743"/>
                  </a:lnTo>
                  <a:cubicBezTo>
                    <a:pt x="275159" y="165743"/>
                    <a:pt x="273577" y="167054"/>
                    <a:pt x="272702" y="167626"/>
                  </a:cubicBezTo>
                  <a:cubicBezTo>
                    <a:pt x="271827" y="168198"/>
                    <a:pt x="270817" y="171259"/>
                    <a:pt x="270817" y="171259"/>
                  </a:cubicBezTo>
                  <a:lnTo>
                    <a:pt x="269640" y="172706"/>
                  </a:lnTo>
                  <a:lnTo>
                    <a:pt x="269640" y="174455"/>
                  </a:lnTo>
                  <a:cubicBezTo>
                    <a:pt x="269640" y="174455"/>
                    <a:pt x="268899" y="177483"/>
                    <a:pt x="268495" y="177920"/>
                  </a:cubicBezTo>
                  <a:cubicBezTo>
                    <a:pt x="268058" y="178357"/>
                    <a:pt x="265904" y="178929"/>
                    <a:pt x="265904" y="178929"/>
                  </a:cubicBezTo>
                  <a:lnTo>
                    <a:pt x="262269" y="177785"/>
                  </a:lnTo>
                  <a:cubicBezTo>
                    <a:pt x="262269" y="177785"/>
                    <a:pt x="260957" y="176911"/>
                    <a:pt x="260519" y="176474"/>
                  </a:cubicBezTo>
                  <a:cubicBezTo>
                    <a:pt x="260082" y="176036"/>
                    <a:pt x="258197" y="173446"/>
                    <a:pt x="258062" y="173009"/>
                  </a:cubicBezTo>
                  <a:cubicBezTo>
                    <a:pt x="257928" y="172571"/>
                    <a:pt x="258062" y="171865"/>
                    <a:pt x="258062" y="170687"/>
                  </a:cubicBezTo>
                  <a:cubicBezTo>
                    <a:pt x="258062" y="169544"/>
                    <a:pt x="258197" y="168501"/>
                    <a:pt x="259072" y="166651"/>
                  </a:cubicBezTo>
                  <a:cubicBezTo>
                    <a:pt x="259947" y="164767"/>
                    <a:pt x="260519" y="163623"/>
                    <a:pt x="260654" y="163186"/>
                  </a:cubicBezTo>
                  <a:cubicBezTo>
                    <a:pt x="260788" y="162749"/>
                    <a:pt x="261529" y="157534"/>
                    <a:pt x="260788" y="156391"/>
                  </a:cubicBezTo>
                  <a:cubicBezTo>
                    <a:pt x="260048" y="155247"/>
                    <a:pt x="261932" y="155516"/>
                    <a:pt x="258904" y="153330"/>
                  </a:cubicBezTo>
                  <a:cubicBezTo>
                    <a:pt x="255875" y="151143"/>
                    <a:pt x="253115" y="148990"/>
                    <a:pt x="253115" y="148990"/>
                  </a:cubicBezTo>
                  <a:lnTo>
                    <a:pt x="253687" y="146400"/>
                  </a:lnTo>
                  <a:lnTo>
                    <a:pt x="256884" y="143204"/>
                  </a:lnTo>
                  <a:lnTo>
                    <a:pt x="255303" y="142026"/>
                  </a:lnTo>
                  <a:cubicBezTo>
                    <a:pt x="255303" y="142026"/>
                    <a:pt x="253115" y="142464"/>
                    <a:pt x="252543" y="142464"/>
                  </a:cubicBezTo>
                  <a:cubicBezTo>
                    <a:pt x="251971" y="142464"/>
                    <a:pt x="249514" y="143776"/>
                    <a:pt x="249514" y="143776"/>
                  </a:cubicBezTo>
                  <a:lnTo>
                    <a:pt x="247932" y="146669"/>
                  </a:lnTo>
                  <a:lnTo>
                    <a:pt x="246788" y="148553"/>
                  </a:lnTo>
                  <a:lnTo>
                    <a:pt x="245475" y="150302"/>
                  </a:lnTo>
                  <a:cubicBezTo>
                    <a:pt x="245475" y="150302"/>
                    <a:pt x="243288" y="149999"/>
                    <a:pt x="242716" y="150167"/>
                  </a:cubicBezTo>
                  <a:cubicBezTo>
                    <a:pt x="242144" y="150302"/>
                    <a:pt x="237499" y="150739"/>
                    <a:pt x="237499" y="150739"/>
                  </a:cubicBezTo>
                  <a:lnTo>
                    <a:pt x="235749" y="151883"/>
                  </a:lnTo>
                  <a:cubicBezTo>
                    <a:pt x="235749" y="151883"/>
                    <a:pt x="234874" y="155651"/>
                    <a:pt x="234874" y="156222"/>
                  </a:cubicBezTo>
                  <a:cubicBezTo>
                    <a:pt x="234874" y="156794"/>
                    <a:pt x="234874" y="160562"/>
                    <a:pt x="234874" y="160562"/>
                  </a:cubicBezTo>
                  <a:cubicBezTo>
                    <a:pt x="234874" y="160562"/>
                    <a:pt x="234134" y="164330"/>
                    <a:pt x="234874" y="164902"/>
                  </a:cubicBezTo>
                  <a:cubicBezTo>
                    <a:pt x="235615" y="165473"/>
                    <a:pt x="235615" y="166920"/>
                    <a:pt x="235615" y="166920"/>
                  </a:cubicBezTo>
                  <a:lnTo>
                    <a:pt x="235480" y="168064"/>
                  </a:lnTo>
                  <a:lnTo>
                    <a:pt x="235177" y="169073"/>
                  </a:lnTo>
                  <a:lnTo>
                    <a:pt x="233158" y="168636"/>
                  </a:lnTo>
                  <a:cubicBezTo>
                    <a:pt x="233158" y="168636"/>
                    <a:pt x="232148" y="168266"/>
                    <a:pt x="231845" y="168266"/>
                  </a:cubicBezTo>
                  <a:cubicBezTo>
                    <a:pt x="231543" y="168266"/>
                    <a:pt x="230600" y="169275"/>
                    <a:pt x="230600" y="169510"/>
                  </a:cubicBezTo>
                  <a:cubicBezTo>
                    <a:pt x="230600" y="169712"/>
                    <a:pt x="230163" y="170822"/>
                    <a:pt x="230163" y="170822"/>
                  </a:cubicBezTo>
                  <a:cubicBezTo>
                    <a:pt x="230163" y="170822"/>
                    <a:pt x="230364" y="171461"/>
                    <a:pt x="229658" y="171461"/>
                  </a:cubicBezTo>
                  <a:cubicBezTo>
                    <a:pt x="228917" y="171461"/>
                    <a:pt x="227638" y="171831"/>
                    <a:pt x="227134" y="171461"/>
                  </a:cubicBezTo>
                  <a:cubicBezTo>
                    <a:pt x="226629" y="171091"/>
                    <a:pt x="226696" y="171158"/>
                    <a:pt x="225889" y="170385"/>
                  </a:cubicBezTo>
                  <a:cubicBezTo>
                    <a:pt x="225081" y="169577"/>
                    <a:pt x="224744" y="169746"/>
                    <a:pt x="224239" y="168871"/>
                  </a:cubicBezTo>
                  <a:cubicBezTo>
                    <a:pt x="223735" y="167996"/>
                    <a:pt x="223230" y="167054"/>
                    <a:pt x="222860" y="166752"/>
                  </a:cubicBezTo>
                  <a:cubicBezTo>
                    <a:pt x="222489" y="166449"/>
                    <a:pt x="221985" y="165877"/>
                    <a:pt x="221985" y="165877"/>
                  </a:cubicBezTo>
                  <a:cubicBezTo>
                    <a:pt x="221985" y="165877"/>
                    <a:pt x="221177" y="164296"/>
                    <a:pt x="221177" y="163993"/>
                  </a:cubicBezTo>
                  <a:cubicBezTo>
                    <a:pt x="221177" y="163690"/>
                    <a:pt x="221547" y="161975"/>
                    <a:pt x="221177" y="161672"/>
                  </a:cubicBezTo>
                  <a:cubicBezTo>
                    <a:pt x="220807" y="161369"/>
                    <a:pt x="220874" y="161302"/>
                    <a:pt x="220167" y="160865"/>
                  </a:cubicBezTo>
                  <a:cubicBezTo>
                    <a:pt x="219460" y="160427"/>
                    <a:pt x="217980" y="159048"/>
                    <a:pt x="217710" y="158981"/>
                  </a:cubicBezTo>
                  <a:cubicBezTo>
                    <a:pt x="217408" y="158914"/>
                    <a:pt x="216768" y="158678"/>
                    <a:pt x="216331" y="158779"/>
                  </a:cubicBezTo>
                  <a:cubicBezTo>
                    <a:pt x="215893" y="158846"/>
                    <a:pt x="215456" y="158981"/>
                    <a:pt x="215186" y="159721"/>
                  </a:cubicBezTo>
                  <a:cubicBezTo>
                    <a:pt x="214883" y="160427"/>
                    <a:pt x="214984" y="160865"/>
                    <a:pt x="214244" y="161538"/>
                  </a:cubicBezTo>
                  <a:cubicBezTo>
                    <a:pt x="213503" y="162177"/>
                    <a:pt x="213672" y="162917"/>
                    <a:pt x="213302" y="163421"/>
                  </a:cubicBezTo>
                  <a:cubicBezTo>
                    <a:pt x="212931" y="163926"/>
                    <a:pt x="212359" y="165675"/>
                    <a:pt x="211787" y="165877"/>
                  </a:cubicBezTo>
                  <a:cubicBezTo>
                    <a:pt x="211215" y="166079"/>
                    <a:pt x="211350" y="167122"/>
                    <a:pt x="210037" y="165877"/>
                  </a:cubicBezTo>
                  <a:cubicBezTo>
                    <a:pt x="208725" y="164632"/>
                    <a:pt x="207513" y="163354"/>
                    <a:pt x="207513" y="163354"/>
                  </a:cubicBezTo>
                  <a:lnTo>
                    <a:pt x="204383" y="161470"/>
                  </a:lnTo>
                  <a:cubicBezTo>
                    <a:pt x="204383" y="161470"/>
                    <a:pt x="201994" y="160461"/>
                    <a:pt x="201354" y="160091"/>
                  </a:cubicBezTo>
                  <a:cubicBezTo>
                    <a:pt x="200715" y="159721"/>
                    <a:pt x="198662" y="158712"/>
                    <a:pt x="198090" y="158005"/>
                  </a:cubicBezTo>
                  <a:cubicBezTo>
                    <a:pt x="197518" y="157265"/>
                    <a:pt x="195195" y="155381"/>
                    <a:pt x="194758" y="154675"/>
                  </a:cubicBezTo>
                  <a:cubicBezTo>
                    <a:pt x="194321" y="153935"/>
                    <a:pt x="192941" y="151849"/>
                    <a:pt x="192873" y="151648"/>
                  </a:cubicBezTo>
                  <a:cubicBezTo>
                    <a:pt x="192806" y="151446"/>
                    <a:pt x="191628" y="149898"/>
                    <a:pt x="191628" y="149629"/>
                  </a:cubicBezTo>
                  <a:cubicBezTo>
                    <a:pt x="191628" y="149326"/>
                    <a:pt x="191493" y="149125"/>
                    <a:pt x="191628" y="148115"/>
                  </a:cubicBezTo>
                  <a:cubicBezTo>
                    <a:pt x="191763" y="147106"/>
                    <a:pt x="191493" y="146097"/>
                    <a:pt x="191561" y="145794"/>
                  </a:cubicBezTo>
                  <a:cubicBezTo>
                    <a:pt x="191628" y="145491"/>
                    <a:pt x="190114" y="144348"/>
                    <a:pt x="189609" y="144280"/>
                  </a:cubicBezTo>
                  <a:cubicBezTo>
                    <a:pt x="189104" y="144213"/>
                    <a:pt x="188162" y="143204"/>
                    <a:pt x="186412" y="142094"/>
                  </a:cubicBezTo>
                  <a:cubicBezTo>
                    <a:pt x="184662" y="141017"/>
                    <a:pt x="182340" y="136140"/>
                    <a:pt x="182340" y="136140"/>
                  </a:cubicBezTo>
                  <a:lnTo>
                    <a:pt x="181397" y="130993"/>
                  </a:lnTo>
                  <a:lnTo>
                    <a:pt x="175306" y="124702"/>
                  </a:lnTo>
                  <a:lnTo>
                    <a:pt x="171402" y="121002"/>
                  </a:lnTo>
                  <a:lnTo>
                    <a:pt x="164233" y="117974"/>
                  </a:lnTo>
                  <a:lnTo>
                    <a:pt x="159892" y="116898"/>
                  </a:lnTo>
                  <a:cubicBezTo>
                    <a:pt x="159892" y="116898"/>
                    <a:pt x="158377" y="115148"/>
                    <a:pt x="157267" y="115148"/>
                  </a:cubicBezTo>
                  <a:cubicBezTo>
                    <a:pt x="156190" y="115148"/>
                    <a:pt x="153565" y="113197"/>
                    <a:pt x="153565" y="113197"/>
                  </a:cubicBezTo>
                  <a:cubicBezTo>
                    <a:pt x="153565" y="113197"/>
                    <a:pt x="152252" y="111684"/>
                    <a:pt x="151613" y="111246"/>
                  </a:cubicBezTo>
                  <a:cubicBezTo>
                    <a:pt x="150973" y="110809"/>
                    <a:pt x="150300" y="109934"/>
                    <a:pt x="148988" y="109497"/>
                  </a:cubicBezTo>
                  <a:cubicBezTo>
                    <a:pt x="147675" y="109060"/>
                    <a:pt x="145286" y="107748"/>
                    <a:pt x="145286" y="107748"/>
                  </a:cubicBezTo>
                  <a:cubicBezTo>
                    <a:pt x="145286" y="107748"/>
                    <a:pt x="144848" y="105359"/>
                    <a:pt x="145286" y="104720"/>
                  </a:cubicBezTo>
                  <a:cubicBezTo>
                    <a:pt x="145723" y="104081"/>
                    <a:pt x="146800" y="105158"/>
                    <a:pt x="146161" y="102971"/>
                  </a:cubicBezTo>
                  <a:cubicBezTo>
                    <a:pt x="145521" y="100784"/>
                    <a:pt x="144411" y="99069"/>
                    <a:pt x="143771" y="98631"/>
                  </a:cubicBezTo>
                  <a:cubicBezTo>
                    <a:pt x="143132" y="98194"/>
                    <a:pt x="143132" y="100381"/>
                    <a:pt x="140507" y="96243"/>
                  </a:cubicBezTo>
                  <a:cubicBezTo>
                    <a:pt x="137882" y="92105"/>
                    <a:pt x="137478" y="89852"/>
                    <a:pt x="137478" y="89852"/>
                  </a:cubicBezTo>
                  <a:lnTo>
                    <a:pt x="138555" y="82787"/>
                  </a:lnTo>
                  <a:lnTo>
                    <a:pt x="139867" y="74545"/>
                  </a:lnTo>
                  <a:cubicBezTo>
                    <a:pt x="139867" y="74545"/>
                    <a:pt x="138790" y="67380"/>
                    <a:pt x="137478" y="66506"/>
                  </a:cubicBezTo>
                  <a:cubicBezTo>
                    <a:pt x="136165" y="65631"/>
                    <a:pt x="132901" y="62166"/>
                    <a:pt x="132463" y="61291"/>
                  </a:cubicBezTo>
                  <a:cubicBezTo>
                    <a:pt x="132026" y="60417"/>
                    <a:pt x="129838" y="54765"/>
                    <a:pt x="129838" y="54765"/>
                  </a:cubicBezTo>
                  <a:lnTo>
                    <a:pt x="127449" y="51502"/>
                  </a:lnTo>
                  <a:lnTo>
                    <a:pt x="126372" y="47163"/>
                  </a:lnTo>
                  <a:cubicBezTo>
                    <a:pt x="126372" y="47163"/>
                    <a:pt x="128761" y="45212"/>
                    <a:pt x="129401" y="44774"/>
                  </a:cubicBezTo>
                  <a:cubicBezTo>
                    <a:pt x="130040" y="44337"/>
                    <a:pt x="130713" y="43025"/>
                    <a:pt x="130713" y="42184"/>
                  </a:cubicBezTo>
                  <a:cubicBezTo>
                    <a:pt x="130713" y="41310"/>
                    <a:pt x="128526" y="38921"/>
                    <a:pt x="128526" y="38921"/>
                  </a:cubicBezTo>
                  <a:cubicBezTo>
                    <a:pt x="128526" y="38921"/>
                    <a:pt x="128088" y="35019"/>
                    <a:pt x="126338" y="33270"/>
                  </a:cubicBezTo>
                  <a:cubicBezTo>
                    <a:pt x="124588" y="31520"/>
                    <a:pt x="121761" y="28829"/>
                    <a:pt x="121761" y="28829"/>
                  </a:cubicBezTo>
                  <a:lnTo>
                    <a:pt x="118295" y="25903"/>
                  </a:lnTo>
                  <a:lnTo>
                    <a:pt x="113953" y="25903"/>
                  </a:lnTo>
                  <a:lnTo>
                    <a:pt x="110924" y="23581"/>
                  </a:lnTo>
                  <a:lnTo>
                    <a:pt x="109343" y="22707"/>
                  </a:lnTo>
                  <a:cubicBezTo>
                    <a:pt x="109343" y="22707"/>
                    <a:pt x="109208" y="21395"/>
                    <a:pt x="108602" y="20083"/>
                  </a:cubicBezTo>
                  <a:cubicBezTo>
                    <a:pt x="108030" y="18771"/>
                    <a:pt x="107727" y="17896"/>
                    <a:pt x="107727" y="17896"/>
                  </a:cubicBezTo>
                  <a:cubicBezTo>
                    <a:pt x="107727" y="17896"/>
                    <a:pt x="105910" y="18199"/>
                    <a:pt x="104463" y="17896"/>
                  </a:cubicBezTo>
                  <a:cubicBezTo>
                    <a:pt x="103016" y="17593"/>
                    <a:pt x="99179" y="17896"/>
                    <a:pt x="99179" y="17896"/>
                  </a:cubicBezTo>
                  <a:lnTo>
                    <a:pt x="99179" y="14566"/>
                  </a:lnTo>
                  <a:lnTo>
                    <a:pt x="99179" y="11101"/>
                  </a:lnTo>
                  <a:lnTo>
                    <a:pt x="96722" y="9520"/>
                  </a:lnTo>
                  <a:cubicBezTo>
                    <a:pt x="96722" y="9520"/>
                    <a:pt x="97160" y="7636"/>
                    <a:pt x="94972" y="7199"/>
                  </a:cubicBezTo>
                  <a:cubicBezTo>
                    <a:pt x="92785" y="6762"/>
                    <a:pt x="90631" y="6459"/>
                    <a:pt x="90631" y="6459"/>
                  </a:cubicBezTo>
                  <a:cubicBezTo>
                    <a:pt x="90631" y="6459"/>
                    <a:pt x="89756" y="6492"/>
                    <a:pt x="88309" y="6627"/>
                  </a:cubicBezTo>
                  <a:cubicBezTo>
                    <a:pt x="86861" y="6762"/>
                    <a:pt x="85549" y="6728"/>
                    <a:pt x="85549" y="6728"/>
                  </a:cubicBezTo>
                  <a:lnTo>
                    <a:pt x="79188" y="6728"/>
                  </a:lnTo>
                  <a:cubicBezTo>
                    <a:pt x="77741" y="7300"/>
                    <a:pt x="74409" y="7603"/>
                    <a:pt x="74409" y="7603"/>
                  </a:cubicBezTo>
                  <a:cubicBezTo>
                    <a:pt x="74409" y="7603"/>
                    <a:pt x="73097" y="8612"/>
                    <a:pt x="72222" y="9352"/>
                  </a:cubicBezTo>
                  <a:cubicBezTo>
                    <a:pt x="71347" y="10092"/>
                    <a:pt x="70774" y="9924"/>
                    <a:pt x="68318" y="10529"/>
                  </a:cubicBezTo>
                  <a:cubicBezTo>
                    <a:pt x="65861" y="11101"/>
                    <a:pt x="64246" y="11673"/>
                    <a:pt x="63976" y="12110"/>
                  </a:cubicBezTo>
                  <a:cubicBezTo>
                    <a:pt x="63673" y="12548"/>
                    <a:pt x="62967" y="13120"/>
                    <a:pt x="62226" y="13691"/>
                  </a:cubicBezTo>
                  <a:cubicBezTo>
                    <a:pt x="61486" y="14263"/>
                    <a:pt x="61654" y="15003"/>
                    <a:pt x="59197" y="14129"/>
                  </a:cubicBezTo>
                  <a:cubicBezTo>
                    <a:pt x="56741" y="13254"/>
                    <a:pt x="54553" y="11673"/>
                    <a:pt x="54553" y="11673"/>
                  </a:cubicBezTo>
                  <a:cubicBezTo>
                    <a:pt x="54553" y="11673"/>
                    <a:pt x="52803" y="11236"/>
                    <a:pt x="54553" y="9486"/>
                  </a:cubicBezTo>
                  <a:cubicBezTo>
                    <a:pt x="56303" y="7737"/>
                    <a:pt x="56572" y="7165"/>
                    <a:pt x="56741" y="6459"/>
                  </a:cubicBezTo>
                  <a:cubicBezTo>
                    <a:pt x="56875" y="5752"/>
                    <a:pt x="57313" y="3869"/>
                    <a:pt x="56875" y="3263"/>
                  </a:cubicBezTo>
                  <a:cubicBezTo>
                    <a:pt x="56438" y="2691"/>
                    <a:pt x="54553" y="807"/>
                    <a:pt x="54553" y="807"/>
                  </a:cubicBezTo>
                  <a:cubicBezTo>
                    <a:pt x="54553" y="807"/>
                    <a:pt x="53678" y="236"/>
                    <a:pt x="53106" y="67"/>
                  </a:cubicBezTo>
                  <a:cubicBezTo>
                    <a:pt x="52534" y="-67"/>
                    <a:pt x="49034" y="67"/>
                    <a:pt x="49034" y="67"/>
                  </a:cubicBezTo>
                  <a:lnTo>
                    <a:pt x="42976" y="0"/>
                  </a:lnTo>
                  <a:lnTo>
                    <a:pt x="40048" y="2388"/>
                  </a:lnTo>
                  <a:lnTo>
                    <a:pt x="40048" y="4138"/>
                  </a:lnTo>
                  <a:lnTo>
                    <a:pt x="40048" y="5887"/>
                  </a:lnTo>
                  <a:lnTo>
                    <a:pt x="40048" y="7636"/>
                  </a:lnTo>
                  <a:lnTo>
                    <a:pt x="38971" y="9587"/>
                  </a:lnTo>
                  <a:cubicBezTo>
                    <a:pt x="38971" y="9587"/>
                    <a:pt x="38331" y="10126"/>
                    <a:pt x="36144" y="10126"/>
                  </a:cubicBezTo>
                  <a:cubicBezTo>
                    <a:pt x="33956" y="10126"/>
                    <a:pt x="29615" y="10226"/>
                    <a:pt x="27899" y="10226"/>
                  </a:cubicBezTo>
                  <a:cubicBezTo>
                    <a:pt x="26148" y="10226"/>
                    <a:pt x="23557" y="10226"/>
                    <a:pt x="23557" y="10226"/>
                  </a:cubicBezTo>
                  <a:lnTo>
                    <a:pt x="20966" y="9789"/>
                  </a:lnTo>
                  <a:lnTo>
                    <a:pt x="17499" y="10428"/>
                  </a:lnTo>
                  <a:lnTo>
                    <a:pt x="14033" y="12615"/>
                  </a:lnTo>
                  <a:lnTo>
                    <a:pt x="14033" y="12817"/>
                  </a:lnTo>
                  <a:cubicBezTo>
                    <a:pt x="14033" y="12817"/>
                    <a:pt x="14470" y="15205"/>
                    <a:pt x="15110" y="16282"/>
                  </a:cubicBezTo>
                  <a:cubicBezTo>
                    <a:pt x="15749" y="17358"/>
                    <a:pt x="15312" y="17358"/>
                    <a:pt x="15312" y="17358"/>
                  </a:cubicBezTo>
                  <a:lnTo>
                    <a:pt x="17499" y="22370"/>
                  </a:lnTo>
                  <a:lnTo>
                    <a:pt x="17499" y="24994"/>
                  </a:lnTo>
                  <a:lnTo>
                    <a:pt x="18374" y="27383"/>
                  </a:lnTo>
                  <a:lnTo>
                    <a:pt x="18172" y="30646"/>
                  </a:lnTo>
                  <a:lnTo>
                    <a:pt x="17735" y="34346"/>
                  </a:lnTo>
                  <a:lnTo>
                    <a:pt x="16220" y="37374"/>
                  </a:lnTo>
                  <a:lnTo>
                    <a:pt x="14033" y="39762"/>
                  </a:lnTo>
                  <a:lnTo>
                    <a:pt x="14033" y="42352"/>
                  </a:lnTo>
                  <a:cubicBezTo>
                    <a:pt x="14033" y="42352"/>
                    <a:pt x="14908" y="43429"/>
                    <a:pt x="15547" y="43664"/>
                  </a:cubicBezTo>
                  <a:cubicBezTo>
                    <a:pt x="16187" y="43866"/>
                    <a:pt x="22076" y="47802"/>
                    <a:pt x="22076" y="47802"/>
                  </a:cubicBezTo>
                  <a:cubicBezTo>
                    <a:pt x="22076" y="47802"/>
                    <a:pt x="21437" y="50426"/>
                    <a:pt x="21437" y="51502"/>
                  </a:cubicBezTo>
                  <a:cubicBezTo>
                    <a:pt x="21437" y="52579"/>
                    <a:pt x="20798" y="54328"/>
                    <a:pt x="20999" y="55203"/>
                  </a:cubicBezTo>
                  <a:cubicBezTo>
                    <a:pt x="21201" y="56077"/>
                    <a:pt x="15345" y="57154"/>
                    <a:pt x="21437" y="57793"/>
                  </a:cubicBezTo>
                  <a:cubicBezTo>
                    <a:pt x="27528" y="58432"/>
                    <a:pt x="29043" y="58432"/>
                    <a:pt x="30557" y="58432"/>
                  </a:cubicBezTo>
                  <a:cubicBezTo>
                    <a:pt x="32072" y="58432"/>
                    <a:pt x="34259" y="58869"/>
                    <a:pt x="35134" y="58230"/>
                  </a:cubicBezTo>
                  <a:cubicBezTo>
                    <a:pt x="36009" y="57557"/>
                    <a:pt x="40586" y="57793"/>
                    <a:pt x="40586" y="57793"/>
                  </a:cubicBezTo>
                  <a:lnTo>
                    <a:pt x="42538" y="60181"/>
                  </a:lnTo>
                  <a:lnTo>
                    <a:pt x="43851" y="61493"/>
                  </a:lnTo>
                  <a:lnTo>
                    <a:pt x="42774" y="64958"/>
                  </a:lnTo>
                  <a:lnTo>
                    <a:pt x="41461" y="66035"/>
                  </a:lnTo>
                  <a:lnTo>
                    <a:pt x="37557" y="72325"/>
                  </a:lnTo>
                  <a:cubicBezTo>
                    <a:pt x="37557" y="72325"/>
                    <a:pt x="30591" y="77775"/>
                    <a:pt x="30389" y="78414"/>
                  </a:cubicBezTo>
                  <a:cubicBezTo>
                    <a:pt x="30187" y="79053"/>
                    <a:pt x="24533" y="86891"/>
                    <a:pt x="24533" y="86891"/>
                  </a:cubicBezTo>
                  <a:lnTo>
                    <a:pt x="18004" y="91029"/>
                  </a:lnTo>
                  <a:lnTo>
                    <a:pt x="15817" y="94931"/>
                  </a:lnTo>
                  <a:lnTo>
                    <a:pt x="16389" y="97118"/>
                  </a:lnTo>
                  <a:lnTo>
                    <a:pt x="16961" y="99304"/>
                  </a:lnTo>
                  <a:lnTo>
                    <a:pt x="19485" y="101121"/>
                  </a:lnTo>
                  <a:lnTo>
                    <a:pt x="19552" y="102567"/>
                  </a:lnTo>
                  <a:cubicBezTo>
                    <a:pt x="19552" y="102567"/>
                    <a:pt x="19485" y="103947"/>
                    <a:pt x="19418" y="104687"/>
                  </a:cubicBezTo>
                  <a:cubicBezTo>
                    <a:pt x="19350" y="105393"/>
                    <a:pt x="18341" y="107210"/>
                    <a:pt x="18273" y="107445"/>
                  </a:cubicBezTo>
                  <a:cubicBezTo>
                    <a:pt x="18206" y="107681"/>
                    <a:pt x="17769" y="108320"/>
                    <a:pt x="17196" y="109026"/>
                  </a:cubicBezTo>
                  <a:cubicBezTo>
                    <a:pt x="16624" y="109732"/>
                    <a:pt x="15379" y="110170"/>
                    <a:pt x="15312" y="110473"/>
                  </a:cubicBezTo>
                  <a:cubicBezTo>
                    <a:pt x="15244" y="110775"/>
                    <a:pt x="12619" y="111179"/>
                    <a:pt x="12619" y="111179"/>
                  </a:cubicBezTo>
                  <a:cubicBezTo>
                    <a:pt x="12619" y="111179"/>
                    <a:pt x="9792" y="111314"/>
                    <a:pt x="9489" y="111314"/>
                  </a:cubicBezTo>
                  <a:cubicBezTo>
                    <a:pt x="9187" y="111314"/>
                    <a:pt x="6292" y="111179"/>
                    <a:pt x="6023" y="111314"/>
                  </a:cubicBezTo>
                  <a:cubicBezTo>
                    <a:pt x="5720" y="111448"/>
                    <a:pt x="3566" y="111818"/>
                    <a:pt x="3331" y="111953"/>
                  </a:cubicBezTo>
                  <a:cubicBezTo>
                    <a:pt x="3129" y="112087"/>
                    <a:pt x="1513" y="113904"/>
                    <a:pt x="1513" y="113904"/>
                  </a:cubicBezTo>
                  <a:lnTo>
                    <a:pt x="436" y="115418"/>
                  </a:lnTo>
                  <a:cubicBezTo>
                    <a:pt x="436" y="115418"/>
                    <a:pt x="-203" y="116561"/>
                    <a:pt x="66" y="116931"/>
                  </a:cubicBezTo>
                  <a:cubicBezTo>
                    <a:pt x="369" y="117301"/>
                    <a:pt x="1143" y="119757"/>
                    <a:pt x="1143" y="119757"/>
                  </a:cubicBezTo>
                  <a:lnTo>
                    <a:pt x="2960" y="123155"/>
                  </a:lnTo>
                  <a:lnTo>
                    <a:pt x="4273" y="124736"/>
                  </a:lnTo>
                  <a:cubicBezTo>
                    <a:pt x="4273" y="124736"/>
                    <a:pt x="3903" y="126552"/>
                    <a:pt x="3634" y="127057"/>
                  </a:cubicBezTo>
                  <a:cubicBezTo>
                    <a:pt x="3331" y="127561"/>
                    <a:pt x="3129" y="128571"/>
                    <a:pt x="2826" y="129143"/>
                  </a:cubicBezTo>
                  <a:cubicBezTo>
                    <a:pt x="2557" y="129714"/>
                    <a:pt x="1816" y="131161"/>
                    <a:pt x="1816" y="131161"/>
                  </a:cubicBezTo>
                  <a:lnTo>
                    <a:pt x="2018" y="133045"/>
                  </a:lnTo>
                  <a:lnTo>
                    <a:pt x="3095" y="135299"/>
                  </a:lnTo>
                  <a:cubicBezTo>
                    <a:pt x="3095" y="135299"/>
                    <a:pt x="4610" y="136947"/>
                    <a:pt x="4845" y="137384"/>
                  </a:cubicBezTo>
                  <a:cubicBezTo>
                    <a:pt x="5047" y="137821"/>
                    <a:pt x="9759" y="141522"/>
                    <a:pt x="9927" y="141791"/>
                  </a:cubicBezTo>
                  <a:cubicBezTo>
                    <a:pt x="10062" y="142094"/>
                    <a:pt x="11879" y="143238"/>
                    <a:pt x="12014" y="143540"/>
                  </a:cubicBezTo>
                  <a:cubicBezTo>
                    <a:pt x="12148" y="143843"/>
                    <a:pt x="15043" y="146433"/>
                    <a:pt x="15413" y="146736"/>
                  </a:cubicBezTo>
                  <a:cubicBezTo>
                    <a:pt x="15783" y="147039"/>
                    <a:pt x="20562" y="151479"/>
                    <a:pt x="20562" y="151479"/>
                  </a:cubicBezTo>
                  <a:lnTo>
                    <a:pt x="25240" y="156592"/>
                  </a:lnTo>
                  <a:lnTo>
                    <a:pt x="30355" y="161033"/>
                  </a:lnTo>
                  <a:lnTo>
                    <a:pt x="34495" y="165810"/>
                  </a:lnTo>
                  <a:lnTo>
                    <a:pt x="39812" y="169073"/>
                  </a:lnTo>
                  <a:cubicBezTo>
                    <a:pt x="39812" y="169073"/>
                    <a:pt x="43615" y="171898"/>
                    <a:pt x="44490" y="171898"/>
                  </a:cubicBezTo>
                  <a:cubicBezTo>
                    <a:pt x="45365" y="171898"/>
                    <a:pt x="47856" y="173648"/>
                    <a:pt x="47856" y="173648"/>
                  </a:cubicBezTo>
                  <a:lnTo>
                    <a:pt x="48495" y="174522"/>
                  </a:lnTo>
                  <a:lnTo>
                    <a:pt x="50111" y="177113"/>
                  </a:lnTo>
                  <a:cubicBezTo>
                    <a:pt x="50111" y="177113"/>
                    <a:pt x="53375" y="177012"/>
                    <a:pt x="54789" y="177214"/>
                  </a:cubicBezTo>
                  <a:cubicBezTo>
                    <a:pt x="56202" y="177449"/>
                    <a:pt x="60342" y="178189"/>
                    <a:pt x="60644" y="178526"/>
                  </a:cubicBezTo>
                  <a:cubicBezTo>
                    <a:pt x="60981" y="178862"/>
                    <a:pt x="61519" y="179838"/>
                    <a:pt x="61856" y="179938"/>
                  </a:cubicBezTo>
                  <a:cubicBezTo>
                    <a:pt x="62193" y="180039"/>
                    <a:pt x="66534" y="183639"/>
                    <a:pt x="66534" y="183639"/>
                  </a:cubicBezTo>
                  <a:cubicBezTo>
                    <a:pt x="66534" y="183639"/>
                    <a:pt x="68385" y="186128"/>
                    <a:pt x="69799" y="187238"/>
                  </a:cubicBezTo>
                  <a:cubicBezTo>
                    <a:pt x="71212" y="188315"/>
                    <a:pt x="72390" y="189088"/>
                    <a:pt x="72390" y="189088"/>
                  </a:cubicBezTo>
                  <a:cubicBezTo>
                    <a:pt x="72390" y="189088"/>
                    <a:pt x="72827" y="195278"/>
                    <a:pt x="72827" y="195715"/>
                  </a:cubicBezTo>
                  <a:cubicBezTo>
                    <a:pt x="72827" y="196153"/>
                    <a:pt x="73164" y="200593"/>
                    <a:pt x="73265" y="200929"/>
                  </a:cubicBezTo>
                  <a:cubicBezTo>
                    <a:pt x="73366" y="201266"/>
                    <a:pt x="74140" y="206816"/>
                    <a:pt x="74140" y="206816"/>
                  </a:cubicBezTo>
                  <a:lnTo>
                    <a:pt x="77068" y="211694"/>
                  </a:lnTo>
                  <a:lnTo>
                    <a:pt x="77943" y="217144"/>
                  </a:lnTo>
                  <a:cubicBezTo>
                    <a:pt x="77943" y="217144"/>
                    <a:pt x="79794" y="220508"/>
                    <a:pt x="79794" y="220945"/>
                  </a:cubicBezTo>
                  <a:cubicBezTo>
                    <a:pt x="79794" y="221382"/>
                    <a:pt x="84472" y="227034"/>
                    <a:pt x="85111" y="227572"/>
                  </a:cubicBezTo>
                  <a:cubicBezTo>
                    <a:pt x="85751" y="228110"/>
                    <a:pt x="88813" y="231272"/>
                    <a:pt x="88813" y="231272"/>
                  </a:cubicBezTo>
                  <a:cubicBezTo>
                    <a:pt x="88813" y="231272"/>
                    <a:pt x="89352" y="232147"/>
                    <a:pt x="89352" y="232584"/>
                  </a:cubicBezTo>
                  <a:cubicBezTo>
                    <a:pt x="89352" y="233022"/>
                    <a:pt x="89453" y="235948"/>
                    <a:pt x="89453" y="236386"/>
                  </a:cubicBezTo>
                  <a:cubicBezTo>
                    <a:pt x="89453" y="236823"/>
                    <a:pt x="89116" y="238572"/>
                    <a:pt x="88813" y="239312"/>
                  </a:cubicBezTo>
                  <a:cubicBezTo>
                    <a:pt x="88477" y="240086"/>
                    <a:pt x="88275" y="241499"/>
                    <a:pt x="87938" y="242037"/>
                  </a:cubicBezTo>
                  <a:cubicBezTo>
                    <a:pt x="87602" y="242575"/>
                    <a:pt x="87400" y="242374"/>
                    <a:pt x="86626" y="243114"/>
                  </a:cubicBezTo>
                  <a:cubicBezTo>
                    <a:pt x="85852" y="243887"/>
                    <a:pt x="84674" y="243551"/>
                    <a:pt x="84472" y="244190"/>
                  </a:cubicBezTo>
                  <a:cubicBezTo>
                    <a:pt x="84236" y="244829"/>
                    <a:pt x="83698" y="245065"/>
                    <a:pt x="83698" y="245065"/>
                  </a:cubicBezTo>
                  <a:cubicBezTo>
                    <a:pt x="83698" y="245065"/>
                    <a:pt x="84573" y="246713"/>
                    <a:pt x="85111" y="247117"/>
                  </a:cubicBezTo>
                  <a:cubicBezTo>
                    <a:pt x="85650" y="247554"/>
                    <a:pt x="85111" y="247117"/>
                    <a:pt x="85885" y="248092"/>
                  </a:cubicBezTo>
                  <a:cubicBezTo>
                    <a:pt x="86659" y="249068"/>
                    <a:pt x="87736" y="250380"/>
                    <a:pt x="87736" y="250817"/>
                  </a:cubicBezTo>
                  <a:cubicBezTo>
                    <a:pt x="87736" y="251254"/>
                    <a:pt x="88275" y="251456"/>
                    <a:pt x="88376" y="252331"/>
                  </a:cubicBezTo>
                  <a:cubicBezTo>
                    <a:pt x="88477" y="253206"/>
                    <a:pt x="89688" y="254181"/>
                    <a:pt x="89991" y="254618"/>
                  </a:cubicBezTo>
                  <a:cubicBezTo>
                    <a:pt x="90328" y="255056"/>
                    <a:pt x="89116" y="258487"/>
                    <a:pt x="89116" y="258487"/>
                  </a:cubicBezTo>
                  <a:lnTo>
                    <a:pt x="92717" y="260505"/>
                  </a:lnTo>
                  <a:lnTo>
                    <a:pt x="93155" y="260505"/>
                  </a:lnTo>
                  <a:lnTo>
                    <a:pt x="94938" y="263533"/>
                  </a:lnTo>
                  <a:lnTo>
                    <a:pt x="97496" y="265719"/>
                  </a:lnTo>
                  <a:lnTo>
                    <a:pt x="97496" y="266594"/>
                  </a:lnTo>
                  <a:cubicBezTo>
                    <a:pt x="97496" y="266594"/>
                    <a:pt x="97496" y="268882"/>
                    <a:pt x="97496" y="269958"/>
                  </a:cubicBezTo>
                  <a:cubicBezTo>
                    <a:pt x="97496" y="271035"/>
                    <a:pt x="97496" y="273558"/>
                    <a:pt x="97496" y="273558"/>
                  </a:cubicBezTo>
                  <a:cubicBezTo>
                    <a:pt x="97496" y="273558"/>
                    <a:pt x="98809" y="275206"/>
                    <a:pt x="99347" y="276383"/>
                  </a:cubicBezTo>
                  <a:cubicBezTo>
                    <a:pt x="99886" y="277561"/>
                    <a:pt x="101400" y="278671"/>
                    <a:pt x="102511" y="279983"/>
                  </a:cubicBezTo>
                  <a:cubicBezTo>
                    <a:pt x="103588" y="281295"/>
                    <a:pt x="105674" y="284019"/>
                    <a:pt x="105674" y="284019"/>
                  </a:cubicBezTo>
                  <a:cubicBezTo>
                    <a:pt x="105674" y="284019"/>
                    <a:pt x="105439" y="284221"/>
                    <a:pt x="106751" y="285230"/>
                  </a:cubicBezTo>
                  <a:cubicBezTo>
                    <a:pt x="108064" y="286206"/>
                    <a:pt x="109343" y="286307"/>
                    <a:pt x="110117" y="287518"/>
                  </a:cubicBezTo>
                  <a:cubicBezTo>
                    <a:pt x="110891" y="288729"/>
                    <a:pt x="112944" y="290243"/>
                    <a:pt x="114357" y="291858"/>
                  </a:cubicBezTo>
                  <a:cubicBezTo>
                    <a:pt x="115771" y="293506"/>
                    <a:pt x="119473" y="295221"/>
                    <a:pt x="119674" y="295558"/>
                  </a:cubicBezTo>
                  <a:cubicBezTo>
                    <a:pt x="119877" y="295894"/>
                    <a:pt x="122266" y="299595"/>
                    <a:pt x="122266" y="299595"/>
                  </a:cubicBezTo>
                  <a:lnTo>
                    <a:pt x="125968" y="304472"/>
                  </a:lnTo>
                  <a:lnTo>
                    <a:pt x="127045" y="306323"/>
                  </a:lnTo>
                  <a:lnTo>
                    <a:pt x="127045" y="308374"/>
                  </a:lnTo>
                  <a:lnTo>
                    <a:pt x="126708" y="309686"/>
                  </a:lnTo>
                  <a:cubicBezTo>
                    <a:pt x="126708" y="309686"/>
                    <a:pt x="126608" y="310662"/>
                    <a:pt x="126372" y="311099"/>
                  </a:cubicBezTo>
                  <a:cubicBezTo>
                    <a:pt x="126170" y="311537"/>
                    <a:pt x="124184" y="313151"/>
                    <a:pt x="124184" y="313151"/>
                  </a:cubicBezTo>
                  <a:cubicBezTo>
                    <a:pt x="124184" y="313151"/>
                    <a:pt x="123747" y="313151"/>
                    <a:pt x="123208" y="313690"/>
                  </a:cubicBezTo>
                  <a:cubicBezTo>
                    <a:pt x="122670" y="314228"/>
                    <a:pt x="121997" y="314228"/>
                    <a:pt x="121795" y="314564"/>
                  </a:cubicBezTo>
                  <a:cubicBezTo>
                    <a:pt x="121593" y="314901"/>
                    <a:pt x="120381" y="315775"/>
                    <a:pt x="120381" y="315775"/>
                  </a:cubicBezTo>
                  <a:lnTo>
                    <a:pt x="119069" y="317625"/>
                  </a:lnTo>
                  <a:cubicBezTo>
                    <a:pt x="119069" y="317625"/>
                    <a:pt x="117655" y="318164"/>
                    <a:pt x="117319" y="318164"/>
                  </a:cubicBezTo>
                  <a:cubicBezTo>
                    <a:pt x="116982" y="318164"/>
                    <a:pt x="114391" y="317625"/>
                    <a:pt x="114391" y="317625"/>
                  </a:cubicBezTo>
                  <a:cubicBezTo>
                    <a:pt x="114391" y="317625"/>
                    <a:pt x="114189" y="316852"/>
                    <a:pt x="113516" y="316448"/>
                  </a:cubicBezTo>
                  <a:cubicBezTo>
                    <a:pt x="112876" y="316011"/>
                    <a:pt x="112001" y="314934"/>
                    <a:pt x="110924" y="314598"/>
                  </a:cubicBezTo>
                  <a:cubicBezTo>
                    <a:pt x="109847" y="314261"/>
                    <a:pt x="108198" y="312546"/>
                    <a:pt x="108198" y="312546"/>
                  </a:cubicBezTo>
                  <a:cubicBezTo>
                    <a:pt x="108198" y="312546"/>
                    <a:pt x="107121" y="311772"/>
                    <a:pt x="106583" y="311772"/>
                  </a:cubicBezTo>
                  <a:cubicBezTo>
                    <a:pt x="106044" y="311772"/>
                    <a:pt x="103655" y="312008"/>
                    <a:pt x="103655" y="312008"/>
                  </a:cubicBezTo>
                  <a:lnTo>
                    <a:pt x="102578" y="312781"/>
                  </a:lnTo>
                  <a:cubicBezTo>
                    <a:pt x="102578" y="312781"/>
                    <a:pt x="101939" y="313757"/>
                    <a:pt x="101804" y="314093"/>
                  </a:cubicBezTo>
                  <a:cubicBezTo>
                    <a:pt x="101703" y="314430"/>
                    <a:pt x="102241" y="318231"/>
                    <a:pt x="102241" y="318231"/>
                  </a:cubicBezTo>
                  <a:lnTo>
                    <a:pt x="100189" y="321393"/>
                  </a:lnTo>
                  <a:lnTo>
                    <a:pt x="98876" y="324320"/>
                  </a:lnTo>
                  <a:lnTo>
                    <a:pt x="98237" y="328054"/>
                  </a:lnTo>
                  <a:lnTo>
                    <a:pt x="102679" y="331922"/>
                  </a:lnTo>
                  <a:lnTo>
                    <a:pt x="103554" y="331922"/>
                  </a:lnTo>
                  <a:lnTo>
                    <a:pt x="104732" y="332696"/>
                  </a:lnTo>
                  <a:cubicBezTo>
                    <a:pt x="104732" y="332696"/>
                    <a:pt x="107996" y="334445"/>
                    <a:pt x="107996" y="334883"/>
                  </a:cubicBezTo>
                  <a:cubicBezTo>
                    <a:pt x="107996" y="335320"/>
                    <a:pt x="107357" y="333907"/>
                    <a:pt x="107996" y="335320"/>
                  </a:cubicBezTo>
                  <a:cubicBezTo>
                    <a:pt x="108636" y="336733"/>
                    <a:pt x="109477" y="339558"/>
                    <a:pt x="109477" y="339558"/>
                  </a:cubicBezTo>
                  <a:lnTo>
                    <a:pt x="109645" y="341510"/>
                  </a:lnTo>
                  <a:lnTo>
                    <a:pt x="109645" y="343259"/>
                  </a:lnTo>
                  <a:lnTo>
                    <a:pt x="109881" y="345109"/>
                  </a:lnTo>
                  <a:lnTo>
                    <a:pt x="111833" y="347834"/>
                  </a:lnTo>
                  <a:lnTo>
                    <a:pt x="114559" y="348910"/>
                  </a:lnTo>
                  <a:lnTo>
                    <a:pt x="114896" y="352375"/>
                  </a:lnTo>
                  <a:lnTo>
                    <a:pt x="114896" y="355436"/>
                  </a:lnTo>
                  <a:cubicBezTo>
                    <a:pt x="114896" y="355436"/>
                    <a:pt x="114997" y="356513"/>
                    <a:pt x="114896" y="356849"/>
                  </a:cubicBezTo>
                  <a:cubicBezTo>
                    <a:pt x="114795" y="357186"/>
                    <a:pt x="113583" y="358800"/>
                    <a:pt x="113583" y="358800"/>
                  </a:cubicBezTo>
                  <a:lnTo>
                    <a:pt x="112506" y="359877"/>
                  </a:lnTo>
                  <a:lnTo>
                    <a:pt x="112271" y="361929"/>
                  </a:lnTo>
                  <a:lnTo>
                    <a:pt x="112910" y="362904"/>
                  </a:lnTo>
                  <a:cubicBezTo>
                    <a:pt x="112910" y="362904"/>
                    <a:pt x="113785" y="363779"/>
                    <a:pt x="114088" y="363981"/>
                  </a:cubicBezTo>
                  <a:cubicBezTo>
                    <a:pt x="114424" y="364216"/>
                    <a:pt x="117554" y="366268"/>
                    <a:pt x="117689" y="366605"/>
                  </a:cubicBezTo>
                  <a:cubicBezTo>
                    <a:pt x="117790" y="366941"/>
                    <a:pt x="120079" y="368119"/>
                    <a:pt x="120079" y="368119"/>
                  </a:cubicBezTo>
                  <a:lnTo>
                    <a:pt x="121593" y="370507"/>
                  </a:lnTo>
                  <a:lnTo>
                    <a:pt x="122569" y="372693"/>
                  </a:lnTo>
                  <a:lnTo>
                    <a:pt x="124420" y="374443"/>
                  </a:lnTo>
                  <a:lnTo>
                    <a:pt x="127583" y="377369"/>
                  </a:lnTo>
                  <a:lnTo>
                    <a:pt x="127920" y="381272"/>
                  </a:lnTo>
                  <a:cubicBezTo>
                    <a:pt x="127920" y="381272"/>
                    <a:pt x="127920" y="382584"/>
                    <a:pt x="127482" y="383223"/>
                  </a:cubicBezTo>
                  <a:cubicBezTo>
                    <a:pt x="127045" y="383862"/>
                    <a:pt x="126506" y="385073"/>
                    <a:pt x="126170" y="385712"/>
                  </a:cubicBezTo>
                  <a:cubicBezTo>
                    <a:pt x="125833" y="386351"/>
                    <a:pt x="125968" y="387125"/>
                    <a:pt x="125194" y="387461"/>
                  </a:cubicBezTo>
                  <a:cubicBezTo>
                    <a:pt x="124420" y="387798"/>
                    <a:pt x="123040" y="388437"/>
                    <a:pt x="123040" y="388437"/>
                  </a:cubicBezTo>
                  <a:cubicBezTo>
                    <a:pt x="123040" y="388437"/>
                    <a:pt x="122603" y="388773"/>
                    <a:pt x="122064" y="388975"/>
                  </a:cubicBezTo>
                  <a:cubicBezTo>
                    <a:pt x="121526" y="389177"/>
                    <a:pt x="121088" y="389311"/>
                    <a:pt x="120550" y="389951"/>
                  </a:cubicBezTo>
                  <a:cubicBezTo>
                    <a:pt x="120011" y="390590"/>
                    <a:pt x="119574" y="391027"/>
                    <a:pt x="119910" y="392003"/>
                  </a:cubicBezTo>
                  <a:cubicBezTo>
                    <a:pt x="120247" y="392978"/>
                    <a:pt x="120550" y="393416"/>
                    <a:pt x="121526" y="394627"/>
                  </a:cubicBezTo>
                  <a:cubicBezTo>
                    <a:pt x="122502" y="395804"/>
                    <a:pt x="124016" y="396914"/>
                    <a:pt x="124016" y="396914"/>
                  </a:cubicBezTo>
                  <a:cubicBezTo>
                    <a:pt x="124016" y="396914"/>
                    <a:pt x="124218" y="399841"/>
                    <a:pt x="124218" y="400278"/>
                  </a:cubicBezTo>
                  <a:cubicBezTo>
                    <a:pt x="124218" y="400715"/>
                    <a:pt x="124117" y="403306"/>
                    <a:pt x="124117" y="403743"/>
                  </a:cubicBezTo>
                  <a:cubicBezTo>
                    <a:pt x="124117" y="404180"/>
                    <a:pt x="123242" y="406905"/>
                    <a:pt x="123242" y="406905"/>
                  </a:cubicBezTo>
                  <a:lnTo>
                    <a:pt x="122805" y="411346"/>
                  </a:lnTo>
                  <a:lnTo>
                    <a:pt x="126170" y="415584"/>
                  </a:lnTo>
                  <a:cubicBezTo>
                    <a:pt x="126170" y="415584"/>
                    <a:pt x="125968" y="417434"/>
                    <a:pt x="125833" y="417871"/>
                  </a:cubicBezTo>
                  <a:cubicBezTo>
                    <a:pt x="125732" y="418309"/>
                    <a:pt x="125396" y="422547"/>
                    <a:pt x="125396" y="422547"/>
                  </a:cubicBezTo>
                  <a:cubicBezTo>
                    <a:pt x="125396" y="422547"/>
                    <a:pt x="125598" y="425811"/>
                    <a:pt x="125396" y="426450"/>
                  </a:cubicBezTo>
                  <a:cubicBezTo>
                    <a:pt x="125160" y="427089"/>
                    <a:pt x="125396" y="428502"/>
                    <a:pt x="124420" y="429175"/>
                  </a:cubicBezTo>
                  <a:cubicBezTo>
                    <a:pt x="123444" y="429814"/>
                    <a:pt x="123242" y="430385"/>
                    <a:pt x="122905" y="431025"/>
                  </a:cubicBezTo>
                  <a:cubicBezTo>
                    <a:pt x="122569" y="431664"/>
                    <a:pt x="121828" y="433514"/>
                    <a:pt x="121828" y="434187"/>
                  </a:cubicBezTo>
                  <a:cubicBezTo>
                    <a:pt x="121828" y="434826"/>
                    <a:pt x="121828" y="437113"/>
                    <a:pt x="121828" y="437113"/>
                  </a:cubicBezTo>
                  <a:cubicBezTo>
                    <a:pt x="121828" y="437113"/>
                    <a:pt x="122703" y="442126"/>
                    <a:pt x="122703" y="442866"/>
                  </a:cubicBezTo>
                  <a:cubicBezTo>
                    <a:pt x="122703" y="443640"/>
                    <a:pt x="123780" y="445893"/>
                    <a:pt x="123780" y="447205"/>
                  </a:cubicBezTo>
                  <a:cubicBezTo>
                    <a:pt x="123780" y="448517"/>
                    <a:pt x="126170" y="454471"/>
                    <a:pt x="126372" y="455144"/>
                  </a:cubicBezTo>
                  <a:cubicBezTo>
                    <a:pt x="126608" y="455783"/>
                    <a:pt x="127247" y="460156"/>
                    <a:pt x="127247" y="460156"/>
                  </a:cubicBezTo>
                  <a:lnTo>
                    <a:pt x="128122" y="468398"/>
                  </a:lnTo>
                  <a:lnTo>
                    <a:pt x="128357" y="480778"/>
                  </a:lnTo>
                  <a:lnTo>
                    <a:pt x="124656" y="486631"/>
                  </a:lnTo>
                  <a:lnTo>
                    <a:pt x="121828" y="491206"/>
                  </a:lnTo>
                  <a:lnTo>
                    <a:pt x="120079" y="495781"/>
                  </a:lnTo>
                  <a:cubicBezTo>
                    <a:pt x="120079" y="495781"/>
                    <a:pt x="118564" y="497732"/>
                    <a:pt x="117891" y="498405"/>
                  </a:cubicBezTo>
                  <a:cubicBezTo>
                    <a:pt x="117251" y="499044"/>
                    <a:pt x="117992" y="497968"/>
                    <a:pt x="116915" y="499044"/>
                  </a:cubicBezTo>
                  <a:cubicBezTo>
                    <a:pt x="115838" y="500120"/>
                    <a:pt x="114828" y="501399"/>
                    <a:pt x="114828" y="501399"/>
                  </a:cubicBezTo>
                  <a:lnTo>
                    <a:pt x="114828" y="504864"/>
                  </a:lnTo>
                  <a:lnTo>
                    <a:pt x="115703" y="510952"/>
                  </a:lnTo>
                  <a:lnTo>
                    <a:pt x="116141" y="513240"/>
                  </a:lnTo>
                  <a:lnTo>
                    <a:pt x="118530" y="516167"/>
                  </a:lnTo>
                  <a:lnTo>
                    <a:pt x="120920" y="516167"/>
                  </a:lnTo>
                  <a:cubicBezTo>
                    <a:pt x="120920" y="516167"/>
                    <a:pt x="121795" y="518118"/>
                    <a:pt x="121997" y="519194"/>
                  </a:cubicBezTo>
                  <a:cubicBezTo>
                    <a:pt x="122199" y="520271"/>
                    <a:pt x="122434" y="523096"/>
                    <a:pt x="122199" y="523971"/>
                  </a:cubicBezTo>
                  <a:cubicBezTo>
                    <a:pt x="121997" y="524846"/>
                    <a:pt x="121997" y="529185"/>
                    <a:pt x="121997" y="529185"/>
                  </a:cubicBezTo>
                  <a:lnTo>
                    <a:pt x="122636" y="532011"/>
                  </a:lnTo>
                  <a:cubicBezTo>
                    <a:pt x="122636" y="532011"/>
                    <a:pt x="122838" y="538739"/>
                    <a:pt x="122838" y="539613"/>
                  </a:cubicBezTo>
                  <a:cubicBezTo>
                    <a:pt x="122838" y="540488"/>
                    <a:pt x="123713" y="545467"/>
                    <a:pt x="123713" y="545467"/>
                  </a:cubicBezTo>
                  <a:lnTo>
                    <a:pt x="122838" y="549806"/>
                  </a:lnTo>
                  <a:lnTo>
                    <a:pt x="124353" y="554583"/>
                  </a:lnTo>
                  <a:lnTo>
                    <a:pt x="123377" y="557846"/>
                  </a:lnTo>
                  <a:cubicBezTo>
                    <a:pt x="123814" y="557846"/>
                    <a:pt x="126978" y="562085"/>
                    <a:pt x="126978" y="562085"/>
                  </a:cubicBezTo>
                  <a:lnTo>
                    <a:pt x="127314" y="565785"/>
                  </a:lnTo>
                  <a:lnTo>
                    <a:pt x="127954" y="575339"/>
                  </a:lnTo>
                  <a:lnTo>
                    <a:pt x="127516" y="577963"/>
                  </a:lnTo>
                  <a:lnTo>
                    <a:pt x="126641" y="580990"/>
                  </a:lnTo>
                  <a:lnTo>
                    <a:pt x="125127" y="587718"/>
                  </a:lnTo>
                  <a:lnTo>
                    <a:pt x="122535" y="593470"/>
                  </a:lnTo>
                  <a:lnTo>
                    <a:pt x="120415" y="600198"/>
                  </a:lnTo>
                  <a:lnTo>
                    <a:pt x="118295" y="603798"/>
                  </a:lnTo>
                  <a:lnTo>
                    <a:pt x="118295" y="607397"/>
                  </a:lnTo>
                  <a:lnTo>
                    <a:pt x="119170" y="611535"/>
                  </a:lnTo>
                  <a:lnTo>
                    <a:pt x="119506" y="615336"/>
                  </a:lnTo>
                  <a:lnTo>
                    <a:pt x="120045" y="618599"/>
                  </a:lnTo>
                  <a:lnTo>
                    <a:pt x="120045" y="626538"/>
                  </a:lnTo>
                  <a:lnTo>
                    <a:pt x="120381" y="629263"/>
                  </a:lnTo>
                  <a:lnTo>
                    <a:pt x="119304" y="633165"/>
                  </a:lnTo>
                  <a:lnTo>
                    <a:pt x="118766" y="635991"/>
                  </a:lnTo>
                  <a:lnTo>
                    <a:pt x="118429" y="641642"/>
                  </a:lnTo>
                  <a:lnTo>
                    <a:pt x="119304" y="646083"/>
                  </a:lnTo>
                  <a:lnTo>
                    <a:pt x="120819" y="654997"/>
                  </a:lnTo>
                  <a:lnTo>
                    <a:pt x="125833" y="662062"/>
                  </a:lnTo>
                  <a:lnTo>
                    <a:pt x="129636" y="666502"/>
                  </a:lnTo>
                  <a:lnTo>
                    <a:pt x="134516" y="672894"/>
                  </a:lnTo>
                  <a:cubicBezTo>
                    <a:pt x="134516" y="672894"/>
                    <a:pt x="140507" y="672995"/>
                    <a:pt x="140608" y="672557"/>
                  </a:cubicBezTo>
                  <a:cubicBezTo>
                    <a:pt x="140709" y="672120"/>
                    <a:pt x="141819" y="668319"/>
                    <a:pt x="141819" y="667881"/>
                  </a:cubicBezTo>
                  <a:cubicBezTo>
                    <a:pt x="141819" y="667444"/>
                    <a:pt x="142694" y="661053"/>
                    <a:pt x="142694" y="659942"/>
                  </a:cubicBezTo>
                  <a:cubicBezTo>
                    <a:pt x="142694" y="658866"/>
                    <a:pt x="142694" y="656040"/>
                    <a:pt x="142694" y="656040"/>
                  </a:cubicBezTo>
                  <a:cubicBezTo>
                    <a:pt x="142694" y="656040"/>
                    <a:pt x="140944" y="651028"/>
                    <a:pt x="140944" y="649951"/>
                  </a:cubicBezTo>
                  <a:cubicBezTo>
                    <a:pt x="140944" y="648875"/>
                    <a:pt x="140944" y="647361"/>
                    <a:pt x="140944" y="647361"/>
                  </a:cubicBezTo>
                  <a:cubicBezTo>
                    <a:pt x="140944" y="647361"/>
                    <a:pt x="141584" y="643997"/>
                    <a:pt x="141718" y="643123"/>
                  </a:cubicBezTo>
                  <a:cubicBezTo>
                    <a:pt x="141819" y="642248"/>
                    <a:pt x="142257" y="641272"/>
                    <a:pt x="142257" y="640936"/>
                  </a:cubicBezTo>
                  <a:cubicBezTo>
                    <a:pt x="142257" y="640600"/>
                    <a:pt x="142896" y="639523"/>
                    <a:pt x="143132" y="639086"/>
                  </a:cubicBezTo>
                  <a:cubicBezTo>
                    <a:pt x="143334" y="638648"/>
                    <a:pt x="145084" y="637673"/>
                    <a:pt x="145622" y="637471"/>
                  </a:cubicBezTo>
                  <a:cubicBezTo>
                    <a:pt x="146161" y="637236"/>
                    <a:pt x="147911" y="637807"/>
                    <a:pt x="149762" y="637236"/>
                  </a:cubicBezTo>
                  <a:cubicBezTo>
                    <a:pt x="151613" y="636697"/>
                    <a:pt x="152791" y="636462"/>
                    <a:pt x="153127" y="636361"/>
                  </a:cubicBezTo>
                  <a:cubicBezTo>
                    <a:pt x="153464" y="636260"/>
                    <a:pt x="153228" y="636361"/>
                    <a:pt x="154541" y="635486"/>
                  </a:cubicBezTo>
                  <a:cubicBezTo>
                    <a:pt x="155853" y="634612"/>
                    <a:pt x="156829" y="633199"/>
                    <a:pt x="157132" y="632862"/>
                  </a:cubicBezTo>
                  <a:cubicBezTo>
                    <a:pt x="157469" y="632526"/>
                    <a:pt x="159421" y="630474"/>
                    <a:pt x="159858" y="629936"/>
                  </a:cubicBezTo>
                  <a:cubicBezTo>
                    <a:pt x="160296" y="629397"/>
                    <a:pt x="161474" y="627447"/>
                    <a:pt x="161474" y="627447"/>
                  </a:cubicBezTo>
                  <a:cubicBezTo>
                    <a:pt x="161474" y="627447"/>
                    <a:pt x="163863" y="624284"/>
                    <a:pt x="164200" y="623746"/>
                  </a:cubicBezTo>
                  <a:cubicBezTo>
                    <a:pt x="164536" y="623208"/>
                    <a:pt x="165714" y="619507"/>
                    <a:pt x="165714" y="619507"/>
                  </a:cubicBezTo>
                  <a:cubicBezTo>
                    <a:pt x="165714" y="619507"/>
                    <a:pt x="166488" y="617994"/>
                    <a:pt x="167228" y="617893"/>
                  </a:cubicBezTo>
                  <a:cubicBezTo>
                    <a:pt x="168003" y="617792"/>
                    <a:pt x="170594" y="614731"/>
                    <a:pt x="170594" y="614731"/>
                  </a:cubicBezTo>
                  <a:lnTo>
                    <a:pt x="170931" y="611131"/>
                  </a:lnTo>
                  <a:cubicBezTo>
                    <a:pt x="170931" y="611131"/>
                    <a:pt x="171469" y="610055"/>
                    <a:pt x="171806" y="609718"/>
                  </a:cubicBezTo>
                  <a:cubicBezTo>
                    <a:pt x="172142" y="609382"/>
                    <a:pt x="173421" y="607330"/>
                    <a:pt x="173421" y="607330"/>
                  </a:cubicBezTo>
                  <a:cubicBezTo>
                    <a:pt x="173421" y="607330"/>
                    <a:pt x="174060" y="606354"/>
                    <a:pt x="174397" y="606253"/>
                  </a:cubicBezTo>
                  <a:cubicBezTo>
                    <a:pt x="174734" y="606153"/>
                    <a:pt x="175474" y="605480"/>
                    <a:pt x="176349" y="605480"/>
                  </a:cubicBezTo>
                  <a:cubicBezTo>
                    <a:pt x="177224" y="605480"/>
                    <a:pt x="180152" y="605042"/>
                    <a:pt x="180152" y="605042"/>
                  </a:cubicBezTo>
                  <a:cubicBezTo>
                    <a:pt x="180152" y="605042"/>
                    <a:pt x="181767" y="605244"/>
                    <a:pt x="182104" y="605244"/>
                  </a:cubicBezTo>
                  <a:cubicBezTo>
                    <a:pt x="182440" y="605244"/>
                    <a:pt x="184056" y="607969"/>
                    <a:pt x="184056" y="607969"/>
                  </a:cubicBezTo>
                  <a:cubicBezTo>
                    <a:pt x="184056" y="607969"/>
                    <a:pt x="183618" y="608743"/>
                    <a:pt x="183181" y="609382"/>
                  </a:cubicBezTo>
                  <a:cubicBezTo>
                    <a:pt x="182743" y="610021"/>
                    <a:pt x="181969" y="611770"/>
                    <a:pt x="181969" y="611770"/>
                  </a:cubicBezTo>
                  <a:cubicBezTo>
                    <a:pt x="181969" y="611770"/>
                    <a:pt x="181330" y="613856"/>
                    <a:pt x="181330" y="614495"/>
                  </a:cubicBezTo>
                  <a:cubicBezTo>
                    <a:pt x="181330" y="615134"/>
                    <a:pt x="181767" y="618532"/>
                    <a:pt x="181767" y="618532"/>
                  </a:cubicBezTo>
                  <a:cubicBezTo>
                    <a:pt x="181767" y="618532"/>
                    <a:pt x="182306" y="620483"/>
                    <a:pt x="182743" y="621156"/>
                  </a:cubicBezTo>
                  <a:cubicBezTo>
                    <a:pt x="183181" y="621795"/>
                    <a:pt x="183820" y="623746"/>
                    <a:pt x="184359" y="624520"/>
                  </a:cubicBezTo>
                  <a:cubicBezTo>
                    <a:pt x="184897" y="625294"/>
                    <a:pt x="187623" y="627682"/>
                    <a:pt x="187623" y="627682"/>
                  </a:cubicBezTo>
                  <a:lnTo>
                    <a:pt x="189575" y="631382"/>
                  </a:lnTo>
                  <a:cubicBezTo>
                    <a:pt x="189575" y="631382"/>
                    <a:pt x="192941" y="634309"/>
                    <a:pt x="193378" y="634309"/>
                  </a:cubicBezTo>
                  <a:cubicBezTo>
                    <a:pt x="193816" y="634309"/>
                    <a:pt x="198696" y="633973"/>
                    <a:pt x="198696" y="633973"/>
                  </a:cubicBezTo>
                  <a:lnTo>
                    <a:pt x="200648" y="636563"/>
                  </a:lnTo>
                  <a:lnTo>
                    <a:pt x="201825" y="640902"/>
                  </a:lnTo>
                  <a:lnTo>
                    <a:pt x="204989" y="648942"/>
                  </a:lnTo>
                  <a:lnTo>
                    <a:pt x="208893" y="655569"/>
                  </a:lnTo>
                  <a:lnTo>
                    <a:pt x="208994" y="658630"/>
                  </a:lnTo>
                  <a:lnTo>
                    <a:pt x="210205" y="662432"/>
                  </a:lnTo>
                  <a:lnTo>
                    <a:pt x="213234" y="666435"/>
                  </a:lnTo>
                  <a:cubicBezTo>
                    <a:pt x="213234" y="666435"/>
                    <a:pt x="214883" y="667511"/>
                    <a:pt x="215287" y="667511"/>
                  </a:cubicBezTo>
                  <a:cubicBezTo>
                    <a:pt x="215725" y="667511"/>
                    <a:pt x="218215" y="669563"/>
                    <a:pt x="218215" y="669563"/>
                  </a:cubicBezTo>
                  <a:cubicBezTo>
                    <a:pt x="218215" y="669563"/>
                    <a:pt x="218552" y="670774"/>
                    <a:pt x="218855" y="671178"/>
                  </a:cubicBezTo>
                  <a:cubicBezTo>
                    <a:pt x="219191" y="671615"/>
                    <a:pt x="219191" y="672793"/>
                    <a:pt x="219191" y="673264"/>
                  </a:cubicBezTo>
                  <a:cubicBezTo>
                    <a:pt x="219191" y="673701"/>
                    <a:pt x="219090" y="676628"/>
                    <a:pt x="218855" y="677065"/>
                  </a:cubicBezTo>
                  <a:cubicBezTo>
                    <a:pt x="218619" y="677502"/>
                    <a:pt x="218518" y="678579"/>
                    <a:pt x="218081" y="679117"/>
                  </a:cubicBezTo>
                  <a:cubicBezTo>
                    <a:pt x="217643" y="679655"/>
                    <a:pt x="216667" y="681606"/>
                    <a:pt x="215893" y="681943"/>
                  </a:cubicBezTo>
                  <a:cubicBezTo>
                    <a:pt x="215119" y="682279"/>
                    <a:pt x="214682" y="682582"/>
                    <a:pt x="214379" y="682716"/>
                  </a:cubicBezTo>
                  <a:cubicBezTo>
                    <a:pt x="214042" y="682817"/>
                    <a:pt x="216129" y="682817"/>
                    <a:pt x="211787" y="683356"/>
                  </a:cubicBezTo>
                  <a:cubicBezTo>
                    <a:pt x="207446" y="683894"/>
                    <a:pt x="206234" y="684331"/>
                    <a:pt x="206234" y="684331"/>
                  </a:cubicBezTo>
                  <a:cubicBezTo>
                    <a:pt x="206234" y="684331"/>
                    <a:pt x="204821" y="684768"/>
                    <a:pt x="204383" y="684768"/>
                  </a:cubicBezTo>
                  <a:cubicBezTo>
                    <a:pt x="203946" y="684768"/>
                    <a:pt x="202633" y="685307"/>
                    <a:pt x="202532" y="685643"/>
                  </a:cubicBezTo>
                  <a:cubicBezTo>
                    <a:pt x="202431" y="685979"/>
                    <a:pt x="202431" y="688132"/>
                    <a:pt x="202532" y="688570"/>
                  </a:cubicBezTo>
                  <a:cubicBezTo>
                    <a:pt x="202633" y="689007"/>
                    <a:pt x="203172" y="691059"/>
                    <a:pt x="204047" y="692606"/>
                  </a:cubicBezTo>
                  <a:cubicBezTo>
                    <a:pt x="204922" y="694120"/>
                    <a:pt x="204821" y="696408"/>
                    <a:pt x="205124" y="696509"/>
                  </a:cubicBezTo>
                  <a:cubicBezTo>
                    <a:pt x="205460" y="696610"/>
                    <a:pt x="206874" y="700310"/>
                    <a:pt x="207311" y="700646"/>
                  </a:cubicBezTo>
                  <a:cubicBezTo>
                    <a:pt x="207749" y="700983"/>
                    <a:pt x="209263" y="703472"/>
                    <a:pt x="210138" y="703573"/>
                  </a:cubicBezTo>
                  <a:cubicBezTo>
                    <a:pt x="211013" y="703674"/>
                    <a:pt x="212965" y="708350"/>
                    <a:pt x="212965" y="708350"/>
                  </a:cubicBezTo>
                  <a:lnTo>
                    <a:pt x="214816" y="712689"/>
                  </a:lnTo>
                  <a:lnTo>
                    <a:pt x="217408" y="717466"/>
                  </a:lnTo>
                  <a:lnTo>
                    <a:pt x="221749" y="723454"/>
                  </a:lnTo>
                  <a:lnTo>
                    <a:pt x="226326" y="726482"/>
                  </a:lnTo>
                  <a:lnTo>
                    <a:pt x="232417" y="727121"/>
                  </a:lnTo>
                  <a:cubicBezTo>
                    <a:pt x="232417" y="727121"/>
                    <a:pt x="235682" y="726482"/>
                    <a:pt x="236321" y="726145"/>
                  </a:cubicBezTo>
                  <a:cubicBezTo>
                    <a:pt x="236961" y="725809"/>
                    <a:pt x="239788" y="722243"/>
                    <a:pt x="240124" y="721806"/>
                  </a:cubicBezTo>
                  <a:cubicBezTo>
                    <a:pt x="240461" y="721368"/>
                    <a:pt x="241639" y="719518"/>
                    <a:pt x="241874" y="719215"/>
                  </a:cubicBezTo>
                  <a:cubicBezTo>
                    <a:pt x="242076" y="718879"/>
                    <a:pt x="243187" y="718576"/>
                    <a:pt x="243187" y="718576"/>
                  </a:cubicBezTo>
                  <a:lnTo>
                    <a:pt x="245576" y="718778"/>
                  </a:lnTo>
                  <a:lnTo>
                    <a:pt x="246216" y="720628"/>
                  </a:lnTo>
                  <a:lnTo>
                    <a:pt x="250019" y="722916"/>
                  </a:lnTo>
                  <a:lnTo>
                    <a:pt x="254259" y="724362"/>
                  </a:lnTo>
                  <a:lnTo>
                    <a:pt x="257154" y="719888"/>
                  </a:lnTo>
                  <a:lnTo>
                    <a:pt x="258298" y="719316"/>
                  </a:lnTo>
                  <a:lnTo>
                    <a:pt x="261495" y="718307"/>
                  </a:lnTo>
                  <a:lnTo>
                    <a:pt x="263817" y="719182"/>
                  </a:lnTo>
                  <a:lnTo>
                    <a:pt x="267014" y="722209"/>
                  </a:lnTo>
                  <a:lnTo>
                    <a:pt x="267452" y="727289"/>
                  </a:lnTo>
                  <a:lnTo>
                    <a:pt x="269337" y="733815"/>
                  </a:lnTo>
                  <a:lnTo>
                    <a:pt x="271524" y="739904"/>
                  </a:lnTo>
                  <a:lnTo>
                    <a:pt x="274553" y="744546"/>
                  </a:lnTo>
                  <a:lnTo>
                    <a:pt x="279029" y="751072"/>
                  </a:lnTo>
                  <a:lnTo>
                    <a:pt x="279904" y="753965"/>
                  </a:lnTo>
                  <a:lnTo>
                    <a:pt x="279904" y="760323"/>
                  </a:lnTo>
                  <a:lnTo>
                    <a:pt x="280644" y="766546"/>
                  </a:lnTo>
                  <a:lnTo>
                    <a:pt x="280342" y="770449"/>
                  </a:lnTo>
                  <a:cubicBezTo>
                    <a:pt x="280342" y="770449"/>
                    <a:pt x="284414" y="775091"/>
                    <a:pt x="285121" y="775091"/>
                  </a:cubicBezTo>
                  <a:cubicBezTo>
                    <a:pt x="285861" y="775091"/>
                    <a:pt x="287712" y="775091"/>
                    <a:pt x="287712" y="775091"/>
                  </a:cubicBezTo>
                  <a:lnTo>
                    <a:pt x="292356" y="774788"/>
                  </a:lnTo>
                  <a:lnTo>
                    <a:pt x="293803" y="780440"/>
                  </a:lnTo>
                  <a:cubicBezTo>
                    <a:pt x="293803" y="780440"/>
                    <a:pt x="294106" y="785351"/>
                    <a:pt x="294376" y="785956"/>
                  </a:cubicBezTo>
                  <a:cubicBezTo>
                    <a:pt x="294678" y="786528"/>
                    <a:pt x="297001" y="797831"/>
                    <a:pt x="297001" y="797831"/>
                  </a:cubicBezTo>
                  <a:lnTo>
                    <a:pt x="298448" y="801161"/>
                  </a:lnTo>
                  <a:lnTo>
                    <a:pt x="300635" y="804492"/>
                  </a:lnTo>
                  <a:lnTo>
                    <a:pt x="306424" y="806948"/>
                  </a:lnTo>
                  <a:lnTo>
                    <a:pt x="306491" y="809134"/>
                  </a:lnTo>
                  <a:lnTo>
                    <a:pt x="305986" y="815088"/>
                  </a:lnTo>
                  <a:lnTo>
                    <a:pt x="305986" y="817679"/>
                  </a:lnTo>
                  <a:lnTo>
                    <a:pt x="306727" y="819697"/>
                  </a:lnTo>
                  <a:lnTo>
                    <a:pt x="309116" y="825651"/>
                  </a:lnTo>
                  <a:lnTo>
                    <a:pt x="311506" y="830428"/>
                  </a:lnTo>
                  <a:lnTo>
                    <a:pt x="314131" y="834330"/>
                  </a:lnTo>
                  <a:lnTo>
                    <a:pt x="319919" y="836517"/>
                  </a:lnTo>
                  <a:lnTo>
                    <a:pt x="322679" y="837391"/>
                  </a:lnTo>
                  <a:lnTo>
                    <a:pt x="325001" y="838569"/>
                  </a:lnTo>
                  <a:lnTo>
                    <a:pt x="328198" y="842908"/>
                  </a:lnTo>
                  <a:lnTo>
                    <a:pt x="329073" y="849132"/>
                  </a:lnTo>
                  <a:lnTo>
                    <a:pt x="328939" y="850713"/>
                  </a:lnTo>
                  <a:lnTo>
                    <a:pt x="328501" y="854178"/>
                  </a:lnTo>
                  <a:lnTo>
                    <a:pt x="327626" y="856499"/>
                  </a:lnTo>
                  <a:lnTo>
                    <a:pt x="328064" y="858955"/>
                  </a:lnTo>
                  <a:cubicBezTo>
                    <a:pt x="328064" y="858955"/>
                    <a:pt x="329814" y="859695"/>
                    <a:pt x="331530" y="859695"/>
                  </a:cubicBezTo>
                  <a:cubicBezTo>
                    <a:pt x="333280" y="859695"/>
                    <a:pt x="338934" y="855490"/>
                    <a:pt x="338934" y="855490"/>
                  </a:cubicBezTo>
                  <a:lnTo>
                    <a:pt x="340819" y="855927"/>
                  </a:lnTo>
                  <a:lnTo>
                    <a:pt x="338362" y="863328"/>
                  </a:lnTo>
                  <a:lnTo>
                    <a:pt x="337050" y="865783"/>
                  </a:lnTo>
                  <a:lnTo>
                    <a:pt x="334727" y="868104"/>
                  </a:lnTo>
                  <a:cubicBezTo>
                    <a:pt x="334727" y="868104"/>
                    <a:pt x="331833" y="870291"/>
                    <a:pt x="330958" y="870291"/>
                  </a:cubicBezTo>
                  <a:cubicBezTo>
                    <a:pt x="330083" y="870291"/>
                    <a:pt x="327761" y="870863"/>
                    <a:pt x="326919" y="871300"/>
                  </a:cubicBezTo>
                  <a:cubicBezTo>
                    <a:pt x="326044" y="871738"/>
                    <a:pt x="324732" y="873319"/>
                    <a:pt x="324732" y="873319"/>
                  </a:cubicBezTo>
                  <a:cubicBezTo>
                    <a:pt x="324732" y="873319"/>
                    <a:pt x="324597" y="876346"/>
                    <a:pt x="324867" y="876952"/>
                  </a:cubicBezTo>
                  <a:cubicBezTo>
                    <a:pt x="325170" y="877523"/>
                    <a:pt x="326617" y="881728"/>
                    <a:pt x="326617" y="881728"/>
                  </a:cubicBezTo>
                  <a:lnTo>
                    <a:pt x="333011" y="885799"/>
                  </a:lnTo>
                  <a:lnTo>
                    <a:pt x="339977" y="888995"/>
                  </a:lnTo>
                  <a:lnTo>
                    <a:pt x="343309" y="892190"/>
                  </a:lnTo>
                  <a:lnTo>
                    <a:pt x="344184" y="894209"/>
                  </a:lnTo>
                  <a:lnTo>
                    <a:pt x="347382" y="898986"/>
                  </a:lnTo>
                  <a:lnTo>
                    <a:pt x="351285" y="905512"/>
                  </a:lnTo>
                  <a:lnTo>
                    <a:pt x="349401" y="908707"/>
                  </a:lnTo>
                  <a:lnTo>
                    <a:pt x="343040" y="910019"/>
                  </a:lnTo>
                  <a:lnTo>
                    <a:pt x="339843" y="910154"/>
                  </a:lnTo>
                  <a:lnTo>
                    <a:pt x="338833" y="915671"/>
                  </a:lnTo>
                  <a:lnTo>
                    <a:pt x="340146" y="920582"/>
                  </a:lnTo>
                  <a:cubicBezTo>
                    <a:pt x="340146" y="920582"/>
                    <a:pt x="344353" y="922903"/>
                    <a:pt x="345228" y="922903"/>
                  </a:cubicBezTo>
                  <a:cubicBezTo>
                    <a:pt x="346103" y="922903"/>
                    <a:pt x="350444" y="922903"/>
                    <a:pt x="350444" y="922903"/>
                  </a:cubicBezTo>
                  <a:cubicBezTo>
                    <a:pt x="350444" y="922903"/>
                    <a:pt x="352194" y="920885"/>
                    <a:pt x="353069" y="920448"/>
                  </a:cubicBezTo>
                  <a:cubicBezTo>
                    <a:pt x="353944" y="920010"/>
                    <a:pt x="355526" y="918698"/>
                    <a:pt x="355526" y="918698"/>
                  </a:cubicBezTo>
                  <a:lnTo>
                    <a:pt x="357545" y="917252"/>
                  </a:lnTo>
                  <a:lnTo>
                    <a:pt x="358992" y="919876"/>
                  </a:lnTo>
                  <a:lnTo>
                    <a:pt x="359564" y="924955"/>
                  </a:lnTo>
                  <a:lnTo>
                    <a:pt x="361012" y="929867"/>
                  </a:lnTo>
                  <a:lnTo>
                    <a:pt x="364041" y="932188"/>
                  </a:lnTo>
                  <a:lnTo>
                    <a:pt x="365185" y="934375"/>
                  </a:lnTo>
                  <a:lnTo>
                    <a:pt x="365185" y="939454"/>
                  </a:lnTo>
                  <a:lnTo>
                    <a:pt x="365488" y="942784"/>
                  </a:lnTo>
                  <a:lnTo>
                    <a:pt x="365925" y="946989"/>
                  </a:lnTo>
                  <a:cubicBezTo>
                    <a:pt x="365925" y="946989"/>
                    <a:pt x="366935" y="948604"/>
                    <a:pt x="368954" y="948873"/>
                  </a:cubicBezTo>
                  <a:cubicBezTo>
                    <a:pt x="370973" y="949176"/>
                    <a:pt x="374911" y="949445"/>
                    <a:pt x="375483" y="949445"/>
                  </a:cubicBezTo>
                  <a:cubicBezTo>
                    <a:pt x="376055" y="949445"/>
                    <a:pt x="380834" y="947259"/>
                    <a:pt x="382012" y="946418"/>
                  </a:cubicBezTo>
                  <a:cubicBezTo>
                    <a:pt x="383156" y="945543"/>
                    <a:pt x="385344" y="944332"/>
                    <a:pt x="386522" y="944029"/>
                  </a:cubicBezTo>
                  <a:cubicBezTo>
                    <a:pt x="387666" y="943726"/>
                    <a:pt x="393623" y="940329"/>
                    <a:pt x="393623" y="940329"/>
                  </a:cubicBezTo>
                  <a:lnTo>
                    <a:pt x="399109" y="940329"/>
                  </a:lnTo>
                  <a:cubicBezTo>
                    <a:pt x="399109" y="940329"/>
                    <a:pt x="403315" y="937301"/>
                    <a:pt x="403753" y="937133"/>
                  </a:cubicBezTo>
                  <a:cubicBezTo>
                    <a:pt x="404190" y="936998"/>
                    <a:pt x="407522" y="932928"/>
                    <a:pt x="408094" y="932928"/>
                  </a:cubicBezTo>
                  <a:cubicBezTo>
                    <a:pt x="408667" y="932928"/>
                    <a:pt x="410114" y="931784"/>
                    <a:pt x="410551" y="931616"/>
                  </a:cubicBezTo>
                  <a:cubicBezTo>
                    <a:pt x="410989" y="931482"/>
                    <a:pt x="412570" y="929160"/>
                    <a:pt x="412570" y="929160"/>
                  </a:cubicBezTo>
                  <a:cubicBezTo>
                    <a:pt x="412570" y="929160"/>
                    <a:pt x="414018" y="928017"/>
                    <a:pt x="414893" y="928017"/>
                  </a:cubicBezTo>
                  <a:cubicBezTo>
                    <a:pt x="415768" y="928017"/>
                    <a:pt x="419234" y="927075"/>
                    <a:pt x="420412" y="927075"/>
                  </a:cubicBezTo>
                  <a:cubicBezTo>
                    <a:pt x="421556" y="927075"/>
                    <a:pt x="425763" y="926436"/>
                    <a:pt x="425763" y="926436"/>
                  </a:cubicBezTo>
                  <a:lnTo>
                    <a:pt x="428657" y="926436"/>
                  </a:lnTo>
                  <a:lnTo>
                    <a:pt x="432427" y="922971"/>
                  </a:lnTo>
                  <a:lnTo>
                    <a:pt x="438215" y="917757"/>
                  </a:lnTo>
                  <a:lnTo>
                    <a:pt x="441984" y="913989"/>
                  </a:lnTo>
                  <a:lnTo>
                    <a:pt x="446898" y="912845"/>
                  </a:lnTo>
                  <a:cubicBezTo>
                    <a:pt x="446898" y="912845"/>
                    <a:pt x="448211" y="913720"/>
                    <a:pt x="448211" y="914864"/>
                  </a:cubicBezTo>
                  <a:cubicBezTo>
                    <a:pt x="448211" y="916007"/>
                    <a:pt x="445182" y="920650"/>
                    <a:pt x="445182" y="920650"/>
                  </a:cubicBezTo>
                  <a:lnTo>
                    <a:pt x="445182" y="923845"/>
                  </a:lnTo>
                  <a:lnTo>
                    <a:pt x="449254" y="926436"/>
                  </a:lnTo>
                  <a:lnTo>
                    <a:pt x="453023" y="926436"/>
                  </a:lnTo>
                  <a:lnTo>
                    <a:pt x="455345" y="924686"/>
                  </a:lnTo>
                  <a:lnTo>
                    <a:pt x="459115" y="922668"/>
                  </a:lnTo>
                  <a:lnTo>
                    <a:pt x="464399" y="921154"/>
                  </a:lnTo>
                  <a:cubicBezTo>
                    <a:pt x="464399" y="921154"/>
                    <a:pt x="467865" y="920010"/>
                    <a:pt x="468168" y="920010"/>
                  </a:cubicBezTo>
                  <a:cubicBezTo>
                    <a:pt x="468471" y="920010"/>
                    <a:pt x="470759" y="918564"/>
                    <a:pt x="470759" y="918564"/>
                  </a:cubicBezTo>
                  <a:cubicBezTo>
                    <a:pt x="470759" y="918564"/>
                    <a:pt x="473889" y="918698"/>
                    <a:pt x="474461" y="918564"/>
                  </a:cubicBezTo>
                  <a:cubicBezTo>
                    <a:pt x="475033" y="918429"/>
                    <a:pt x="477928" y="918497"/>
                    <a:pt x="478735" y="918429"/>
                  </a:cubicBezTo>
                  <a:cubicBezTo>
                    <a:pt x="479543" y="918362"/>
                    <a:pt x="481764" y="917286"/>
                    <a:pt x="482000" y="917286"/>
                  </a:cubicBezTo>
                  <a:cubicBezTo>
                    <a:pt x="482235" y="917286"/>
                    <a:pt x="483750" y="916781"/>
                    <a:pt x="484255" y="915536"/>
                  </a:cubicBezTo>
                  <a:cubicBezTo>
                    <a:pt x="484760" y="914292"/>
                    <a:pt x="485837" y="912206"/>
                    <a:pt x="485837" y="911836"/>
                  </a:cubicBezTo>
                  <a:cubicBezTo>
                    <a:pt x="485837" y="911466"/>
                    <a:pt x="486409" y="907126"/>
                    <a:pt x="486409" y="907126"/>
                  </a:cubicBezTo>
                  <a:lnTo>
                    <a:pt x="484793" y="901408"/>
                  </a:lnTo>
                  <a:lnTo>
                    <a:pt x="483111" y="897875"/>
                  </a:lnTo>
                  <a:cubicBezTo>
                    <a:pt x="483111" y="897875"/>
                    <a:pt x="484187" y="897337"/>
                    <a:pt x="484961" y="897102"/>
                  </a:cubicBezTo>
                  <a:cubicBezTo>
                    <a:pt x="485735" y="896866"/>
                    <a:pt x="486712" y="896866"/>
                    <a:pt x="487149" y="896866"/>
                  </a:cubicBezTo>
                  <a:cubicBezTo>
                    <a:pt x="487586" y="896866"/>
                    <a:pt x="489538" y="896866"/>
                    <a:pt x="489538" y="896866"/>
                  </a:cubicBezTo>
                  <a:cubicBezTo>
                    <a:pt x="489538" y="896866"/>
                    <a:pt x="490750" y="895117"/>
                    <a:pt x="490750" y="894579"/>
                  </a:cubicBezTo>
                  <a:cubicBezTo>
                    <a:pt x="490750" y="894041"/>
                    <a:pt x="491389" y="891753"/>
                    <a:pt x="491389" y="891316"/>
                  </a:cubicBezTo>
                  <a:cubicBezTo>
                    <a:pt x="491389" y="890879"/>
                    <a:pt x="491726" y="889028"/>
                    <a:pt x="491389" y="888927"/>
                  </a:cubicBezTo>
                  <a:cubicBezTo>
                    <a:pt x="491053" y="888826"/>
                    <a:pt x="490312" y="888053"/>
                    <a:pt x="489740" y="887414"/>
                  </a:cubicBezTo>
                  <a:cubicBezTo>
                    <a:pt x="489202" y="886774"/>
                    <a:pt x="488125" y="885227"/>
                    <a:pt x="487452" y="884588"/>
                  </a:cubicBezTo>
                  <a:cubicBezTo>
                    <a:pt x="486812" y="883949"/>
                    <a:pt x="485702" y="881998"/>
                    <a:pt x="485399" y="881762"/>
                  </a:cubicBezTo>
                  <a:cubicBezTo>
                    <a:pt x="485062" y="881527"/>
                    <a:pt x="483750" y="878163"/>
                    <a:pt x="483750" y="878163"/>
                  </a:cubicBezTo>
                  <a:cubicBezTo>
                    <a:pt x="483750" y="878163"/>
                    <a:pt x="483413" y="877523"/>
                    <a:pt x="483413" y="876414"/>
                  </a:cubicBezTo>
                  <a:cubicBezTo>
                    <a:pt x="483413" y="875337"/>
                    <a:pt x="483413" y="869887"/>
                    <a:pt x="483413" y="869887"/>
                  </a:cubicBezTo>
                  <a:cubicBezTo>
                    <a:pt x="483413" y="869887"/>
                    <a:pt x="484288" y="866523"/>
                    <a:pt x="484288" y="866086"/>
                  </a:cubicBezTo>
                  <a:cubicBezTo>
                    <a:pt x="484288" y="865649"/>
                    <a:pt x="482639" y="859997"/>
                    <a:pt x="482639" y="859997"/>
                  </a:cubicBezTo>
                  <a:lnTo>
                    <a:pt x="481865" y="857710"/>
                  </a:lnTo>
                  <a:cubicBezTo>
                    <a:pt x="481865" y="857710"/>
                    <a:pt x="479812" y="854682"/>
                    <a:pt x="479375" y="854884"/>
                  </a:cubicBezTo>
                  <a:cubicBezTo>
                    <a:pt x="478937" y="855086"/>
                    <a:pt x="478601" y="853269"/>
                    <a:pt x="478500" y="852933"/>
                  </a:cubicBezTo>
                  <a:cubicBezTo>
                    <a:pt x="478399" y="852597"/>
                    <a:pt x="477961" y="848795"/>
                    <a:pt x="477961" y="848358"/>
                  </a:cubicBezTo>
                  <a:cubicBezTo>
                    <a:pt x="477961" y="847921"/>
                    <a:pt x="480115" y="845196"/>
                    <a:pt x="480351" y="844321"/>
                  </a:cubicBezTo>
                  <a:cubicBezTo>
                    <a:pt x="480553" y="843447"/>
                    <a:pt x="481663" y="841596"/>
                    <a:pt x="481663" y="841596"/>
                  </a:cubicBezTo>
                  <a:cubicBezTo>
                    <a:pt x="481663" y="841596"/>
                    <a:pt x="482437" y="838132"/>
                    <a:pt x="482639" y="837694"/>
                  </a:cubicBezTo>
                  <a:cubicBezTo>
                    <a:pt x="482875" y="837257"/>
                    <a:pt x="483413" y="831942"/>
                    <a:pt x="483413" y="831942"/>
                  </a:cubicBezTo>
                  <a:lnTo>
                    <a:pt x="483413" y="829890"/>
                  </a:lnTo>
                  <a:cubicBezTo>
                    <a:pt x="483413" y="829890"/>
                    <a:pt x="484490" y="824911"/>
                    <a:pt x="484288" y="824575"/>
                  </a:cubicBezTo>
                  <a:cubicBezTo>
                    <a:pt x="484053" y="824238"/>
                    <a:pt x="482976" y="819899"/>
                    <a:pt x="482976" y="819899"/>
                  </a:cubicBezTo>
                  <a:lnTo>
                    <a:pt x="483312" y="816097"/>
                  </a:lnTo>
                  <a:cubicBezTo>
                    <a:pt x="483312" y="816097"/>
                    <a:pt x="483514" y="814786"/>
                    <a:pt x="483111" y="814147"/>
                  </a:cubicBezTo>
                  <a:cubicBezTo>
                    <a:pt x="482673" y="813507"/>
                    <a:pt x="481158" y="811220"/>
                    <a:pt x="480183" y="810883"/>
                  </a:cubicBezTo>
                  <a:cubicBezTo>
                    <a:pt x="479206" y="810547"/>
                    <a:pt x="478668" y="810009"/>
                    <a:pt x="478668" y="810009"/>
                  </a:cubicBezTo>
                  <a:cubicBezTo>
                    <a:pt x="478668" y="810009"/>
                    <a:pt x="477793" y="809471"/>
                    <a:pt x="478668" y="807721"/>
                  </a:cubicBezTo>
                  <a:cubicBezTo>
                    <a:pt x="479543" y="805972"/>
                    <a:pt x="480620" y="804559"/>
                    <a:pt x="480620" y="804559"/>
                  </a:cubicBezTo>
                  <a:lnTo>
                    <a:pt x="483346" y="802070"/>
                  </a:lnTo>
                  <a:lnTo>
                    <a:pt x="485197" y="799782"/>
                  </a:lnTo>
                  <a:cubicBezTo>
                    <a:pt x="485197" y="799782"/>
                    <a:pt x="485433" y="796082"/>
                    <a:pt x="485534" y="795645"/>
                  </a:cubicBezTo>
                  <a:cubicBezTo>
                    <a:pt x="485635" y="795207"/>
                    <a:pt x="485971" y="791742"/>
                    <a:pt x="485971" y="791742"/>
                  </a:cubicBezTo>
                  <a:cubicBezTo>
                    <a:pt x="485971" y="791742"/>
                    <a:pt x="486846" y="791406"/>
                    <a:pt x="487586" y="791406"/>
                  </a:cubicBezTo>
                  <a:cubicBezTo>
                    <a:pt x="488361" y="791406"/>
                    <a:pt x="489640" y="792819"/>
                    <a:pt x="489640" y="792819"/>
                  </a:cubicBezTo>
                  <a:cubicBezTo>
                    <a:pt x="489640" y="792819"/>
                    <a:pt x="490279" y="795308"/>
                    <a:pt x="490514" y="795746"/>
                  </a:cubicBezTo>
                  <a:cubicBezTo>
                    <a:pt x="490750" y="796183"/>
                    <a:pt x="491289" y="799547"/>
                    <a:pt x="491289" y="799547"/>
                  </a:cubicBezTo>
                  <a:cubicBezTo>
                    <a:pt x="491289" y="799547"/>
                    <a:pt x="491962" y="801061"/>
                    <a:pt x="492938" y="801061"/>
                  </a:cubicBezTo>
                  <a:cubicBezTo>
                    <a:pt x="493913" y="801061"/>
                    <a:pt x="496640" y="799984"/>
                    <a:pt x="496942" y="799850"/>
                  </a:cubicBezTo>
                  <a:cubicBezTo>
                    <a:pt x="497279" y="799749"/>
                    <a:pt x="499567" y="795409"/>
                    <a:pt x="499567" y="795409"/>
                  </a:cubicBezTo>
                  <a:lnTo>
                    <a:pt x="503034" y="793794"/>
                  </a:lnTo>
                  <a:lnTo>
                    <a:pt x="508486" y="788782"/>
                  </a:lnTo>
                  <a:lnTo>
                    <a:pt x="510976" y="786057"/>
                  </a:lnTo>
                  <a:cubicBezTo>
                    <a:pt x="510976" y="786057"/>
                    <a:pt x="513904" y="782357"/>
                    <a:pt x="514342" y="781718"/>
                  </a:cubicBezTo>
                  <a:cubicBezTo>
                    <a:pt x="514779" y="781079"/>
                    <a:pt x="515654" y="779666"/>
                    <a:pt x="516092" y="778993"/>
                  </a:cubicBezTo>
                  <a:cubicBezTo>
                    <a:pt x="516529" y="778354"/>
                    <a:pt x="518683" y="776706"/>
                    <a:pt x="519356" y="776605"/>
                  </a:cubicBezTo>
                  <a:cubicBezTo>
                    <a:pt x="519996" y="776504"/>
                    <a:pt x="520972" y="775730"/>
                    <a:pt x="521847" y="775629"/>
                  </a:cubicBezTo>
                  <a:cubicBezTo>
                    <a:pt x="522722" y="775528"/>
                    <a:pt x="524236" y="774990"/>
                    <a:pt x="524236" y="774990"/>
                  </a:cubicBezTo>
                  <a:cubicBezTo>
                    <a:pt x="524236" y="774990"/>
                    <a:pt x="524674" y="774990"/>
                    <a:pt x="525111" y="773913"/>
                  </a:cubicBezTo>
                  <a:cubicBezTo>
                    <a:pt x="525549" y="772837"/>
                    <a:pt x="526861" y="770213"/>
                    <a:pt x="527265" y="769675"/>
                  </a:cubicBezTo>
                  <a:cubicBezTo>
                    <a:pt x="527703" y="769137"/>
                    <a:pt x="528140" y="768060"/>
                    <a:pt x="528780" y="767085"/>
                  </a:cubicBezTo>
                  <a:cubicBezTo>
                    <a:pt x="529419" y="766109"/>
                    <a:pt x="529857" y="764898"/>
                    <a:pt x="530294" y="764696"/>
                  </a:cubicBezTo>
                  <a:cubicBezTo>
                    <a:pt x="530732" y="764461"/>
                    <a:pt x="531910" y="762846"/>
                    <a:pt x="532246" y="762745"/>
                  </a:cubicBezTo>
                  <a:cubicBezTo>
                    <a:pt x="532583" y="762644"/>
                    <a:pt x="534097" y="760559"/>
                    <a:pt x="534636" y="760256"/>
                  </a:cubicBezTo>
                  <a:cubicBezTo>
                    <a:pt x="535174" y="759919"/>
                    <a:pt x="536823" y="758506"/>
                    <a:pt x="536823" y="758506"/>
                  </a:cubicBezTo>
                  <a:lnTo>
                    <a:pt x="538237" y="757531"/>
                  </a:lnTo>
                  <a:lnTo>
                    <a:pt x="539650" y="757094"/>
                  </a:lnTo>
                  <a:lnTo>
                    <a:pt x="542713" y="755142"/>
                  </a:lnTo>
                  <a:cubicBezTo>
                    <a:pt x="542713" y="755142"/>
                    <a:pt x="546179" y="751442"/>
                    <a:pt x="546415" y="751139"/>
                  </a:cubicBezTo>
                  <a:cubicBezTo>
                    <a:pt x="546617" y="750803"/>
                    <a:pt x="548367" y="747775"/>
                    <a:pt x="548367" y="747775"/>
                  </a:cubicBezTo>
                  <a:cubicBezTo>
                    <a:pt x="548367" y="747775"/>
                    <a:pt x="549242" y="745824"/>
                    <a:pt x="549242" y="745488"/>
                  </a:cubicBezTo>
                  <a:cubicBezTo>
                    <a:pt x="549242" y="745152"/>
                    <a:pt x="549780" y="742561"/>
                    <a:pt x="549780" y="742225"/>
                  </a:cubicBezTo>
                  <a:cubicBezTo>
                    <a:pt x="549780" y="741888"/>
                    <a:pt x="550117" y="739635"/>
                    <a:pt x="550117" y="739635"/>
                  </a:cubicBezTo>
                  <a:cubicBezTo>
                    <a:pt x="550117" y="739635"/>
                    <a:pt x="550453" y="739534"/>
                    <a:pt x="551093" y="738659"/>
                  </a:cubicBezTo>
                  <a:cubicBezTo>
                    <a:pt x="551732" y="737785"/>
                    <a:pt x="552944" y="737246"/>
                    <a:pt x="553280" y="736910"/>
                  </a:cubicBezTo>
                  <a:cubicBezTo>
                    <a:pt x="553617" y="736574"/>
                    <a:pt x="554357" y="735497"/>
                    <a:pt x="554357" y="735497"/>
                  </a:cubicBezTo>
                  <a:cubicBezTo>
                    <a:pt x="554357" y="735497"/>
                    <a:pt x="555333" y="735295"/>
                    <a:pt x="554458" y="734421"/>
                  </a:cubicBezTo>
                  <a:cubicBezTo>
                    <a:pt x="553583" y="733546"/>
                    <a:pt x="552607" y="731595"/>
                    <a:pt x="552607" y="731595"/>
                  </a:cubicBezTo>
                  <a:cubicBezTo>
                    <a:pt x="552607" y="731595"/>
                    <a:pt x="552506" y="731258"/>
                    <a:pt x="551732" y="731057"/>
                  </a:cubicBezTo>
                  <a:cubicBezTo>
                    <a:pt x="550958" y="730855"/>
                    <a:pt x="550319" y="730417"/>
                    <a:pt x="549982" y="730283"/>
                  </a:cubicBezTo>
                  <a:cubicBezTo>
                    <a:pt x="549645" y="730182"/>
                    <a:pt x="548131" y="728534"/>
                    <a:pt x="547492" y="728231"/>
                  </a:cubicBezTo>
                  <a:cubicBezTo>
                    <a:pt x="546852" y="727894"/>
                    <a:pt x="545405" y="726179"/>
                    <a:pt x="544328" y="725741"/>
                  </a:cubicBezTo>
                  <a:cubicBezTo>
                    <a:pt x="543251" y="725304"/>
                    <a:pt x="542578" y="724665"/>
                    <a:pt x="542477" y="724329"/>
                  </a:cubicBezTo>
                  <a:cubicBezTo>
                    <a:pt x="542376" y="723992"/>
                    <a:pt x="542376" y="722277"/>
                    <a:pt x="542376" y="722277"/>
                  </a:cubicBezTo>
                  <a:lnTo>
                    <a:pt x="542915" y="720426"/>
                  </a:lnTo>
                  <a:lnTo>
                    <a:pt x="543689" y="718812"/>
                  </a:lnTo>
                  <a:cubicBezTo>
                    <a:pt x="543689" y="718812"/>
                    <a:pt x="544564" y="717197"/>
                    <a:pt x="544766" y="716861"/>
                  </a:cubicBezTo>
                  <a:cubicBezTo>
                    <a:pt x="544968" y="716524"/>
                    <a:pt x="545742" y="715010"/>
                    <a:pt x="546381" y="714371"/>
                  </a:cubicBezTo>
                  <a:cubicBezTo>
                    <a:pt x="547021" y="713732"/>
                    <a:pt x="548871" y="712420"/>
                    <a:pt x="548871" y="712420"/>
                  </a:cubicBezTo>
                  <a:cubicBezTo>
                    <a:pt x="548871" y="712420"/>
                    <a:pt x="549410" y="711781"/>
                    <a:pt x="550184" y="711445"/>
                  </a:cubicBezTo>
                  <a:cubicBezTo>
                    <a:pt x="550958" y="711108"/>
                    <a:pt x="551934" y="710469"/>
                    <a:pt x="553448" y="709493"/>
                  </a:cubicBezTo>
                  <a:cubicBezTo>
                    <a:pt x="554963" y="708518"/>
                    <a:pt x="556276" y="707307"/>
                    <a:pt x="556276" y="707307"/>
                  </a:cubicBezTo>
                  <a:lnTo>
                    <a:pt x="557050" y="705793"/>
                  </a:lnTo>
                  <a:lnTo>
                    <a:pt x="559338" y="704212"/>
                  </a:lnTo>
                  <a:lnTo>
                    <a:pt x="561391" y="702194"/>
                  </a:lnTo>
                  <a:lnTo>
                    <a:pt x="562569" y="702194"/>
                  </a:lnTo>
                  <a:lnTo>
                    <a:pt x="565396" y="701958"/>
                  </a:lnTo>
                  <a:lnTo>
                    <a:pt x="569199" y="705221"/>
                  </a:lnTo>
                  <a:lnTo>
                    <a:pt x="569973" y="705558"/>
                  </a:lnTo>
                  <a:lnTo>
                    <a:pt x="572564" y="706533"/>
                  </a:lnTo>
                  <a:cubicBezTo>
                    <a:pt x="572564" y="706533"/>
                    <a:pt x="573776" y="706870"/>
                    <a:pt x="575055" y="706533"/>
                  </a:cubicBezTo>
                  <a:cubicBezTo>
                    <a:pt x="576367" y="706197"/>
                    <a:pt x="577242" y="705659"/>
                    <a:pt x="578555" y="704347"/>
                  </a:cubicBezTo>
                  <a:cubicBezTo>
                    <a:pt x="579867" y="703035"/>
                    <a:pt x="581382" y="701857"/>
                    <a:pt x="581920" y="701420"/>
                  </a:cubicBezTo>
                  <a:cubicBezTo>
                    <a:pt x="582459" y="700983"/>
                    <a:pt x="583771" y="699368"/>
                    <a:pt x="584310" y="698695"/>
                  </a:cubicBezTo>
                  <a:cubicBezTo>
                    <a:pt x="584848" y="698056"/>
                    <a:pt x="585387" y="697282"/>
                    <a:pt x="585723" y="696408"/>
                  </a:cubicBezTo>
                  <a:cubicBezTo>
                    <a:pt x="586060" y="695533"/>
                    <a:pt x="586800" y="694759"/>
                    <a:pt x="586800" y="694019"/>
                  </a:cubicBezTo>
                  <a:cubicBezTo>
                    <a:pt x="586800" y="693246"/>
                    <a:pt x="586901" y="691429"/>
                    <a:pt x="587002" y="690218"/>
                  </a:cubicBezTo>
                  <a:cubicBezTo>
                    <a:pt x="587103" y="689007"/>
                    <a:pt x="587339" y="688805"/>
                    <a:pt x="587103" y="687493"/>
                  </a:cubicBezTo>
                  <a:cubicBezTo>
                    <a:pt x="586901" y="686181"/>
                    <a:pt x="586767" y="685206"/>
                    <a:pt x="586666" y="684903"/>
                  </a:cubicBezTo>
                  <a:cubicBezTo>
                    <a:pt x="586565" y="684567"/>
                    <a:pt x="585589" y="682952"/>
                    <a:pt x="585016" y="681976"/>
                  </a:cubicBezTo>
                  <a:cubicBezTo>
                    <a:pt x="584478" y="681001"/>
                    <a:pt x="583805" y="679151"/>
                    <a:pt x="583502" y="679050"/>
                  </a:cubicBezTo>
                  <a:cubicBezTo>
                    <a:pt x="583166" y="678949"/>
                    <a:pt x="582190" y="678612"/>
                    <a:pt x="581315" y="677738"/>
                  </a:cubicBezTo>
                  <a:cubicBezTo>
                    <a:pt x="580440" y="676863"/>
                    <a:pt x="579464" y="676762"/>
                    <a:pt x="579363" y="675989"/>
                  </a:cubicBezTo>
                  <a:cubicBezTo>
                    <a:pt x="579262" y="675215"/>
                    <a:pt x="579026" y="674239"/>
                    <a:pt x="579026" y="673802"/>
                  </a:cubicBezTo>
                  <a:cubicBezTo>
                    <a:pt x="579026" y="673365"/>
                    <a:pt x="577814" y="675316"/>
                    <a:pt x="580002" y="671178"/>
                  </a:cubicBezTo>
                  <a:cubicBezTo>
                    <a:pt x="582190" y="667040"/>
                    <a:pt x="582190" y="667040"/>
                    <a:pt x="582190" y="667040"/>
                  </a:cubicBezTo>
                  <a:lnTo>
                    <a:pt x="582829" y="664551"/>
                  </a:lnTo>
                  <a:lnTo>
                    <a:pt x="584141" y="662062"/>
                  </a:lnTo>
                  <a:lnTo>
                    <a:pt x="584478" y="659774"/>
                  </a:lnTo>
                  <a:lnTo>
                    <a:pt x="585892" y="657588"/>
                  </a:lnTo>
                  <a:cubicBezTo>
                    <a:pt x="585892" y="657588"/>
                    <a:pt x="586093" y="657487"/>
                    <a:pt x="586666" y="657487"/>
                  </a:cubicBezTo>
                  <a:cubicBezTo>
                    <a:pt x="587204" y="657487"/>
                    <a:pt x="588954" y="657386"/>
                    <a:pt x="588954" y="657386"/>
                  </a:cubicBezTo>
                  <a:lnTo>
                    <a:pt x="590469" y="660110"/>
                  </a:lnTo>
                  <a:lnTo>
                    <a:pt x="591445" y="661422"/>
                  </a:lnTo>
                  <a:cubicBezTo>
                    <a:pt x="591445" y="661422"/>
                    <a:pt x="593396" y="662129"/>
                    <a:pt x="593834" y="662129"/>
                  </a:cubicBezTo>
                  <a:cubicBezTo>
                    <a:pt x="594271" y="662129"/>
                    <a:pt x="597637" y="662196"/>
                    <a:pt x="597637" y="662196"/>
                  </a:cubicBezTo>
                  <a:lnTo>
                    <a:pt x="599050" y="662196"/>
                  </a:lnTo>
                  <a:lnTo>
                    <a:pt x="601642" y="662533"/>
                  </a:lnTo>
                  <a:cubicBezTo>
                    <a:pt x="601642" y="662533"/>
                    <a:pt x="603392" y="662196"/>
                    <a:pt x="604570" y="662196"/>
                  </a:cubicBezTo>
                  <a:cubicBezTo>
                    <a:pt x="605781" y="662196"/>
                    <a:pt x="608272" y="661994"/>
                    <a:pt x="608608" y="661994"/>
                  </a:cubicBezTo>
                  <a:cubicBezTo>
                    <a:pt x="608945" y="661994"/>
                    <a:pt x="610123" y="659539"/>
                    <a:pt x="610123" y="659539"/>
                  </a:cubicBezTo>
                  <a:cubicBezTo>
                    <a:pt x="610123" y="659539"/>
                    <a:pt x="612176" y="658731"/>
                    <a:pt x="612613" y="658731"/>
                  </a:cubicBezTo>
                  <a:cubicBezTo>
                    <a:pt x="613051" y="658731"/>
                    <a:pt x="614666" y="658731"/>
                    <a:pt x="614666" y="658731"/>
                  </a:cubicBezTo>
                  <a:lnTo>
                    <a:pt x="619008" y="661355"/>
                  </a:lnTo>
                  <a:cubicBezTo>
                    <a:pt x="619008" y="661355"/>
                    <a:pt x="622710" y="663104"/>
                    <a:pt x="623013" y="663004"/>
                  </a:cubicBezTo>
                  <a:cubicBezTo>
                    <a:pt x="623349" y="662903"/>
                    <a:pt x="630518" y="661591"/>
                    <a:pt x="630518" y="661591"/>
                  </a:cubicBezTo>
                  <a:cubicBezTo>
                    <a:pt x="630518" y="661591"/>
                    <a:pt x="635734" y="661389"/>
                    <a:pt x="636710" y="660951"/>
                  </a:cubicBezTo>
                  <a:cubicBezTo>
                    <a:pt x="637686" y="660514"/>
                    <a:pt x="640715" y="660077"/>
                    <a:pt x="641051" y="660077"/>
                  </a:cubicBezTo>
                  <a:cubicBezTo>
                    <a:pt x="641388" y="660077"/>
                    <a:pt x="644316" y="663340"/>
                    <a:pt x="644316" y="663340"/>
                  </a:cubicBezTo>
                  <a:lnTo>
                    <a:pt x="643676" y="667478"/>
                  </a:lnTo>
                  <a:lnTo>
                    <a:pt x="642263" y="668554"/>
                  </a:lnTo>
                  <a:cubicBezTo>
                    <a:pt x="642263" y="668554"/>
                    <a:pt x="639974" y="670842"/>
                    <a:pt x="639335" y="670842"/>
                  </a:cubicBezTo>
                  <a:cubicBezTo>
                    <a:pt x="638696" y="670842"/>
                    <a:pt x="635869" y="671380"/>
                    <a:pt x="635869" y="671380"/>
                  </a:cubicBezTo>
                  <a:lnTo>
                    <a:pt x="633244" y="672692"/>
                  </a:lnTo>
                  <a:lnTo>
                    <a:pt x="631393" y="674105"/>
                  </a:lnTo>
                  <a:cubicBezTo>
                    <a:pt x="631393" y="674105"/>
                    <a:pt x="629441" y="675955"/>
                    <a:pt x="629239" y="676291"/>
                  </a:cubicBezTo>
                  <a:cubicBezTo>
                    <a:pt x="629003" y="676628"/>
                    <a:pt x="627489" y="677906"/>
                    <a:pt x="627287" y="678242"/>
                  </a:cubicBezTo>
                  <a:cubicBezTo>
                    <a:pt x="627085" y="678579"/>
                    <a:pt x="624796" y="680429"/>
                    <a:pt x="624796" y="680429"/>
                  </a:cubicBezTo>
                  <a:lnTo>
                    <a:pt x="623820" y="681640"/>
                  </a:lnTo>
                  <a:cubicBezTo>
                    <a:pt x="623820" y="681640"/>
                    <a:pt x="623618" y="685004"/>
                    <a:pt x="623618" y="685441"/>
                  </a:cubicBezTo>
                  <a:cubicBezTo>
                    <a:pt x="623618" y="685879"/>
                    <a:pt x="623820" y="691295"/>
                    <a:pt x="623820" y="691295"/>
                  </a:cubicBezTo>
                  <a:cubicBezTo>
                    <a:pt x="623820" y="691295"/>
                    <a:pt x="623820" y="692371"/>
                    <a:pt x="624022" y="693044"/>
                  </a:cubicBezTo>
                  <a:cubicBezTo>
                    <a:pt x="624224" y="693683"/>
                    <a:pt x="625537" y="695769"/>
                    <a:pt x="625974" y="695769"/>
                  </a:cubicBezTo>
                  <a:cubicBezTo>
                    <a:pt x="626412" y="695769"/>
                    <a:pt x="630114" y="698493"/>
                    <a:pt x="632066" y="698493"/>
                  </a:cubicBezTo>
                  <a:cubicBezTo>
                    <a:pt x="634018" y="698493"/>
                    <a:pt x="634556" y="698292"/>
                    <a:pt x="635431" y="698493"/>
                  </a:cubicBezTo>
                  <a:cubicBezTo>
                    <a:pt x="636306" y="698695"/>
                    <a:pt x="637922" y="700007"/>
                    <a:pt x="637922" y="700007"/>
                  </a:cubicBezTo>
                  <a:lnTo>
                    <a:pt x="640950" y="704044"/>
                  </a:lnTo>
                  <a:cubicBezTo>
                    <a:pt x="640950" y="704044"/>
                    <a:pt x="642364" y="708047"/>
                    <a:pt x="642465" y="708484"/>
                  </a:cubicBezTo>
                  <a:cubicBezTo>
                    <a:pt x="642566" y="708922"/>
                    <a:pt x="640143" y="709964"/>
                    <a:pt x="640143" y="709964"/>
                  </a:cubicBezTo>
                  <a:lnTo>
                    <a:pt x="638999" y="712992"/>
                  </a:lnTo>
                  <a:lnTo>
                    <a:pt x="638561" y="714741"/>
                  </a:lnTo>
                  <a:cubicBezTo>
                    <a:pt x="638561" y="714741"/>
                    <a:pt x="640580" y="714876"/>
                    <a:pt x="640748" y="715313"/>
                  </a:cubicBezTo>
                  <a:cubicBezTo>
                    <a:pt x="640883" y="715751"/>
                    <a:pt x="643071" y="716188"/>
                    <a:pt x="643071" y="716188"/>
                  </a:cubicBezTo>
                  <a:lnTo>
                    <a:pt x="643777" y="718206"/>
                  </a:lnTo>
                  <a:cubicBezTo>
                    <a:pt x="643777" y="718206"/>
                    <a:pt x="643777" y="722411"/>
                    <a:pt x="643643" y="722983"/>
                  </a:cubicBezTo>
                  <a:cubicBezTo>
                    <a:pt x="643508" y="723555"/>
                    <a:pt x="639873" y="726313"/>
                    <a:pt x="639873" y="726313"/>
                  </a:cubicBezTo>
                  <a:cubicBezTo>
                    <a:pt x="639873" y="726313"/>
                    <a:pt x="638426" y="726448"/>
                    <a:pt x="637417" y="727188"/>
                  </a:cubicBezTo>
                  <a:cubicBezTo>
                    <a:pt x="636407" y="727894"/>
                    <a:pt x="635095" y="728937"/>
                    <a:pt x="635095" y="728937"/>
                  </a:cubicBezTo>
                  <a:lnTo>
                    <a:pt x="630316" y="732402"/>
                  </a:lnTo>
                  <a:cubicBezTo>
                    <a:pt x="630316" y="732402"/>
                    <a:pt x="630181" y="734286"/>
                    <a:pt x="630181" y="734858"/>
                  </a:cubicBezTo>
                  <a:cubicBezTo>
                    <a:pt x="630181" y="735430"/>
                    <a:pt x="629744" y="735295"/>
                    <a:pt x="630316" y="736607"/>
                  </a:cubicBezTo>
                  <a:cubicBezTo>
                    <a:pt x="630888" y="737919"/>
                    <a:pt x="634085" y="739500"/>
                    <a:pt x="634085" y="739500"/>
                  </a:cubicBezTo>
                  <a:lnTo>
                    <a:pt x="636542" y="741081"/>
                  </a:lnTo>
                  <a:lnTo>
                    <a:pt x="638864" y="741384"/>
                  </a:lnTo>
                  <a:lnTo>
                    <a:pt x="642499" y="743268"/>
                  </a:lnTo>
                  <a:lnTo>
                    <a:pt x="644821" y="746295"/>
                  </a:lnTo>
                  <a:lnTo>
                    <a:pt x="645965" y="748482"/>
                  </a:lnTo>
                  <a:lnTo>
                    <a:pt x="646537" y="750500"/>
                  </a:lnTo>
                  <a:lnTo>
                    <a:pt x="646672" y="751947"/>
                  </a:lnTo>
                  <a:lnTo>
                    <a:pt x="649128" y="753090"/>
                  </a:lnTo>
                  <a:lnTo>
                    <a:pt x="654076" y="752519"/>
                  </a:lnTo>
                  <a:lnTo>
                    <a:pt x="655523" y="751341"/>
                  </a:lnTo>
                  <a:cubicBezTo>
                    <a:pt x="655523" y="751341"/>
                    <a:pt x="659730" y="751039"/>
                    <a:pt x="660302" y="751039"/>
                  </a:cubicBezTo>
                  <a:cubicBezTo>
                    <a:pt x="660874" y="751039"/>
                    <a:pt x="662927" y="752216"/>
                    <a:pt x="663364" y="752216"/>
                  </a:cubicBezTo>
                  <a:cubicBezTo>
                    <a:pt x="663802" y="752216"/>
                    <a:pt x="665821" y="752922"/>
                    <a:pt x="666999" y="752922"/>
                  </a:cubicBezTo>
                  <a:cubicBezTo>
                    <a:pt x="668143" y="752922"/>
                    <a:pt x="672081" y="750298"/>
                    <a:pt x="672081" y="750298"/>
                  </a:cubicBezTo>
                  <a:lnTo>
                    <a:pt x="673663" y="747271"/>
                  </a:lnTo>
                  <a:lnTo>
                    <a:pt x="674100" y="744815"/>
                  </a:lnTo>
                  <a:lnTo>
                    <a:pt x="676288" y="744512"/>
                  </a:lnTo>
                  <a:cubicBezTo>
                    <a:pt x="676288" y="744512"/>
                    <a:pt x="677600" y="744075"/>
                    <a:pt x="678307" y="744512"/>
                  </a:cubicBezTo>
                  <a:cubicBezTo>
                    <a:pt x="679047" y="744950"/>
                    <a:pt x="680629" y="745387"/>
                    <a:pt x="680629" y="745387"/>
                  </a:cubicBezTo>
                  <a:lnTo>
                    <a:pt x="682379" y="745690"/>
                  </a:lnTo>
                  <a:cubicBezTo>
                    <a:pt x="682379" y="745690"/>
                    <a:pt x="684264" y="745387"/>
                    <a:pt x="684701" y="745118"/>
                  </a:cubicBezTo>
                  <a:cubicBezTo>
                    <a:pt x="685139" y="744815"/>
                    <a:pt x="686148" y="743369"/>
                    <a:pt x="686283" y="742797"/>
                  </a:cubicBezTo>
                  <a:cubicBezTo>
                    <a:pt x="686418" y="742225"/>
                    <a:pt x="687158" y="740476"/>
                    <a:pt x="687158" y="740476"/>
                  </a:cubicBezTo>
                  <a:lnTo>
                    <a:pt x="688168" y="738895"/>
                  </a:lnTo>
                  <a:cubicBezTo>
                    <a:pt x="688168" y="738895"/>
                    <a:pt x="690053" y="737313"/>
                    <a:pt x="690053" y="736876"/>
                  </a:cubicBezTo>
                  <a:cubicBezTo>
                    <a:pt x="690053" y="736439"/>
                    <a:pt x="690928" y="734992"/>
                    <a:pt x="690928" y="734992"/>
                  </a:cubicBezTo>
                  <a:cubicBezTo>
                    <a:pt x="690928" y="734992"/>
                    <a:pt x="692375" y="732974"/>
                    <a:pt x="692677" y="732369"/>
                  </a:cubicBezTo>
                  <a:cubicBezTo>
                    <a:pt x="692980" y="731797"/>
                    <a:pt x="694259" y="729778"/>
                    <a:pt x="694259" y="729778"/>
                  </a:cubicBezTo>
                  <a:lnTo>
                    <a:pt x="695000" y="727894"/>
                  </a:lnTo>
                  <a:cubicBezTo>
                    <a:pt x="695000" y="727894"/>
                    <a:pt x="696582" y="725876"/>
                    <a:pt x="696884" y="725439"/>
                  </a:cubicBezTo>
                  <a:cubicBezTo>
                    <a:pt x="697187" y="725001"/>
                    <a:pt x="699072" y="722546"/>
                    <a:pt x="699072" y="722546"/>
                  </a:cubicBezTo>
                  <a:cubicBezTo>
                    <a:pt x="699072" y="722546"/>
                    <a:pt x="701529" y="719350"/>
                    <a:pt x="701529" y="720225"/>
                  </a:cubicBezTo>
                  <a:cubicBezTo>
                    <a:pt x="701529" y="721099"/>
                    <a:pt x="704423" y="721974"/>
                    <a:pt x="704423" y="721974"/>
                  </a:cubicBezTo>
                  <a:lnTo>
                    <a:pt x="707048" y="725001"/>
                  </a:lnTo>
                  <a:cubicBezTo>
                    <a:pt x="707048" y="725001"/>
                    <a:pt x="707486" y="726885"/>
                    <a:pt x="707923" y="727760"/>
                  </a:cubicBezTo>
                  <a:cubicBezTo>
                    <a:pt x="708361" y="728634"/>
                    <a:pt x="708630" y="731225"/>
                    <a:pt x="708630" y="731225"/>
                  </a:cubicBezTo>
                  <a:cubicBezTo>
                    <a:pt x="708630" y="731225"/>
                    <a:pt x="709202" y="732099"/>
                    <a:pt x="710077" y="732671"/>
                  </a:cubicBezTo>
                  <a:cubicBezTo>
                    <a:pt x="710952" y="733243"/>
                    <a:pt x="712702" y="734421"/>
                    <a:pt x="713409" y="734690"/>
                  </a:cubicBezTo>
                  <a:cubicBezTo>
                    <a:pt x="714149" y="734992"/>
                    <a:pt x="715024" y="735564"/>
                    <a:pt x="715866" y="736271"/>
                  </a:cubicBezTo>
                  <a:cubicBezTo>
                    <a:pt x="716741" y="736977"/>
                    <a:pt x="718760" y="736977"/>
                    <a:pt x="718760" y="736977"/>
                  </a:cubicBezTo>
                  <a:lnTo>
                    <a:pt x="720947" y="737852"/>
                  </a:lnTo>
                  <a:cubicBezTo>
                    <a:pt x="720947" y="737852"/>
                    <a:pt x="721082" y="737415"/>
                    <a:pt x="724145" y="738726"/>
                  </a:cubicBezTo>
                  <a:cubicBezTo>
                    <a:pt x="727207" y="740038"/>
                    <a:pt x="726837" y="741485"/>
                    <a:pt x="726837" y="741485"/>
                  </a:cubicBezTo>
                  <a:lnTo>
                    <a:pt x="726904" y="745387"/>
                  </a:lnTo>
                  <a:lnTo>
                    <a:pt x="726904" y="748314"/>
                  </a:lnTo>
                  <a:lnTo>
                    <a:pt x="725322" y="750332"/>
                  </a:lnTo>
                  <a:lnTo>
                    <a:pt x="723572" y="751779"/>
                  </a:lnTo>
                  <a:lnTo>
                    <a:pt x="723135" y="754537"/>
                  </a:lnTo>
                  <a:cubicBezTo>
                    <a:pt x="723135" y="754537"/>
                    <a:pt x="722260" y="757598"/>
                    <a:pt x="722832" y="757733"/>
                  </a:cubicBezTo>
                  <a:cubicBezTo>
                    <a:pt x="723404" y="757867"/>
                    <a:pt x="725289" y="757867"/>
                    <a:pt x="725895" y="757867"/>
                  </a:cubicBezTo>
                  <a:cubicBezTo>
                    <a:pt x="726467" y="757867"/>
                    <a:pt x="731246" y="757867"/>
                    <a:pt x="731246" y="757867"/>
                  </a:cubicBezTo>
                  <a:lnTo>
                    <a:pt x="732121" y="759886"/>
                  </a:lnTo>
                  <a:lnTo>
                    <a:pt x="732121" y="760458"/>
                  </a:lnTo>
                  <a:lnTo>
                    <a:pt x="732121" y="763923"/>
                  </a:lnTo>
                  <a:lnTo>
                    <a:pt x="729967" y="765234"/>
                  </a:lnTo>
                  <a:lnTo>
                    <a:pt x="725188" y="766681"/>
                  </a:lnTo>
                  <a:lnTo>
                    <a:pt x="723875" y="770146"/>
                  </a:lnTo>
                  <a:cubicBezTo>
                    <a:pt x="723875" y="770146"/>
                    <a:pt x="723438" y="771290"/>
                    <a:pt x="724010" y="771592"/>
                  </a:cubicBezTo>
                  <a:cubicBezTo>
                    <a:pt x="724582" y="771895"/>
                    <a:pt x="726803" y="773173"/>
                    <a:pt x="726803" y="773173"/>
                  </a:cubicBezTo>
                  <a:cubicBezTo>
                    <a:pt x="726803" y="773173"/>
                    <a:pt x="726904" y="773308"/>
                    <a:pt x="726904" y="773476"/>
                  </a:cubicBezTo>
                  <a:lnTo>
                    <a:pt x="726904" y="773476"/>
                  </a:lnTo>
                  <a:lnTo>
                    <a:pt x="731246" y="773476"/>
                  </a:lnTo>
                  <a:lnTo>
                    <a:pt x="736765" y="768262"/>
                  </a:lnTo>
                  <a:lnTo>
                    <a:pt x="741679" y="768262"/>
                  </a:lnTo>
                  <a:lnTo>
                    <a:pt x="744876" y="766244"/>
                  </a:lnTo>
                  <a:lnTo>
                    <a:pt x="747198" y="767993"/>
                  </a:lnTo>
                  <a:lnTo>
                    <a:pt x="748948" y="772063"/>
                  </a:lnTo>
                  <a:lnTo>
                    <a:pt x="751842" y="773510"/>
                  </a:lnTo>
                  <a:lnTo>
                    <a:pt x="758439" y="776975"/>
                  </a:lnTo>
                  <a:lnTo>
                    <a:pt x="762578" y="776975"/>
                  </a:lnTo>
                  <a:cubicBezTo>
                    <a:pt x="762578" y="776975"/>
                    <a:pt x="770622" y="777412"/>
                    <a:pt x="771261" y="776975"/>
                  </a:cubicBezTo>
                  <a:cubicBezTo>
                    <a:pt x="771900" y="776537"/>
                    <a:pt x="773852" y="772938"/>
                    <a:pt x="773852" y="772938"/>
                  </a:cubicBezTo>
                  <a:lnTo>
                    <a:pt x="775804" y="770011"/>
                  </a:lnTo>
                  <a:lnTo>
                    <a:pt x="785160" y="770011"/>
                  </a:lnTo>
                  <a:lnTo>
                    <a:pt x="790141" y="770449"/>
                  </a:lnTo>
                  <a:cubicBezTo>
                    <a:pt x="790141" y="770449"/>
                    <a:pt x="800574" y="772534"/>
                    <a:pt x="801449" y="771693"/>
                  </a:cubicBezTo>
                  <a:cubicBezTo>
                    <a:pt x="802324" y="770886"/>
                    <a:pt x="802661" y="772164"/>
                    <a:pt x="804377" y="769574"/>
                  </a:cubicBezTo>
                  <a:cubicBezTo>
                    <a:pt x="806127" y="766950"/>
                    <a:pt x="806867" y="766244"/>
                    <a:pt x="806867" y="766244"/>
                  </a:cubicBezTo>
                  <a:lnTo>
                    <a:pt x="806867" y="765672"/>
                  </a:lnTo>
                  <a:lnTo>
                    <a:pt x="812286" y="766984"/>
                  </a:lnTo>
                  <a:lnTo>
                    <a:pt x="814473" y="771424"/>
                  </a:lnTo>
                  <a:cubicBezTo>
                    <a:pt x="814473" y="771424"/>
                    <a:pt x="817065" y="773274"/>
                    <a:pt x="817940" y="773274"/>
                  </a:cubicBezTo>
                  <a:cubicBezTo>
                    <a:pt x="818815" y="773274"/>
                    <a:pt x="821204" y="772164"/>
                    <a:pt x="821844" y="771424"/>
                  </a:cubicBezTo>
                  <a:cubicBezTo>
                    <a:pt x="822483" y="770684"/>
                    <a:pt x="822483" y="770247"/>
                    <a:pt x="823796" y="768935"/>
                  </a:cubicBezTo>
                  <a:cubicBezTo>
                    <a:pt x="825108" y="767623"/>
                    <a:pt x="825108" y="765907"/>
                    <a:pt x="825546" y="765672"/>
                  </a:cubicBezTo>
                  <a:cubicBezTo>
                    <a:pt x="825983" y="765436"/>
                    <a:pt x="826858" y="764158"/>
                    <a:pt x="826858" y="764158"/>
                  </a:cubicBezTo>
                  <a:cubicBezTo>
                    <a:pt x="826858" y="764158"/>
                    <a:pt x="827498" y="762409"/>
                    <a:pt x="826858" y="761770"/>
                  </a:cubicBezTo>
                  <a:cubicBezTo>
                    <a:pt x="826219" y="761130"/>
                    <a:pt x="826993" y="761130"/>
                    <a:pt x="827161" y="759818"/>
                  </a:cubicBezTo>
                  <a:cubicBezTo>
                    <a:pt x="827296" y="758506"/>
                    <a:pt x="826858" y="760054"/>
                    <a:pt x="827296" y="758506"/>
                  </a:cubicBezTo>
                  <a:cubicBezTo>
                    <a:pt x="827733" y="756993"/>
                    <a:pt x="827431" y="755243"/>
                    <a:pt x="827431" y="755243"/>
                  </a:cubicBezTo>
                  <a:lnTo>
                    <a:pt x="827733" y="752418"/>
                  </a:lnTo>
                  <a:lnTo>
                    <a:pt x="827733" y="750029"/>
                  </a:lnTo>
                  <a:cubicBezTo>
                    <a:pt x="827733" y="750029"/>
                    <a:pt x="825983" y="748953"/>
                    <a:pt x="825781" y="748280"/>
                  </a:cubicBezTo>
                  <a:cubicBezTo>
                    <a:pt x="825546" y="747641"/>
                    <a:pt x="825142" y="745892"/>
                    <a:pt x="825142" y="745892"/>
                  </a:cubicBezTo>
                  <a:lnTo>
                    <a:pt x="823628" y="744849"/>
                  </a:lnTo>
                  <a:lnTo>
                    <a:pt x="820800" y="742797"/>
                  </a:lnTo>
                  <a:cubicBezTo>
                    <a:pt x="820800" y="742797"/>
                    <a:pt x="820733" y="741014"/>
                    <a:pt x="820800" y="740778"/>
                  </a:cubicBezTo>
                  <a:cubicBezTo>
                    <a:pt x="820868" y="740577"/>
                    <a:pt x="821406" y="739635"/>
                    <a:pt x="821608" y="739365"/>
                  </a:cubicBezTo>
                  <a:cubicBezTo>
                    <a:pt x="821810" y="739096"/>
                    <a:pt x="822147" y="738995"/>
                    <a:pt x="822416" y="738491"/>
                  </a:cubicBezTo>
                  <a:cubicBezTo>
                    <a:pt x="822685" y="737986"/>
                    <a:pt x="822921" y="737583"/>
                    <a:pt x="822921" y="736540"/>
                  </a:cubicBezTo>
                  <a:cubicBezTo>
                    <a:pt x="822921" y="735497"/>
                    <a:pt x="823022" y="735060"/>
                    <a:pt x="822921" y="734421"/>
                  </a:cubicBezTo>
                  <a:cubicBezTo>
                    <a:pt x="822820" y="733781"/>
                    <a:pt x="822719" y="732940"/>
                    <a:pt x="821945" y="732503"/>
                  </a:cubicBezTo>
                  <a:cubicBezTo>
                    <a:pt x="821171" y="732066"/>
                    <a:pt x="820329" y="732268"/>
                    <a:pt x="819656" y="731460"/>
                  </a:cubicBezTo>
                  <a:cubicBezTo>
                    <a:pt x="819017" y="730653"/>
                    <a:pt x="816897" y="730014"/>
                    <a:pt x="816897" y="730014"/>
                  </a:cubicBezTo>
                  <a:lnTo>
                    <a:pt x="814709" y="730014"/>
                  </a:lnTo>
                  <a:lnTo>
                    <a:pt x="813094" y="728601"/>
                  </a:lnTo>
                  <a:lnTo>
                    <a:pt x="811882" y="728264"/>
                  </a:lnTo>
                  <a:lnTo>
                    <a:pt x="807742" y="728264"/>
                  </a:lnTo>
                  <a:lnTo>
                    <a:pt x="806228" y="728567"/>
                  </a:lnTo>
                  <a:lnTo>
                    <a:pt x="804916" y="730081"/>
                  </a:lnTo>
                  <a:lnTo>
                    <a:pt x="802089" y="731090"/>
                  </a:lnTo>
                  <a:lnTo>
                    <a:pt x="800069" y="732335"/>
                  </a:lnTo>
                  <a:lnTo>
                    <a:pt x="797747" y="733781"/>
                  </a:lnTo>
                  <a:lnTo>
                    <a:pt x="794281" y="734656"/>
                  </a:lnTo>
                  <a:lnTo>
                    <a:pt x="788324" y="735228"/>
                  </a:lnTo>
                  <a:lnTo>
                    <a:pt x="785127" y="735228"/>
                  </a:lnTo>
                  <a:cubicBezTo>
                    <a:pt x="785127" y="735228"/>
                    <a:pt x="784117" y="734353"/>
                    <a:pt x="783982" y="733916"/>
                  </a:cubicBezTo>
                  <a:cubicBezTo>
                    <a:pt x="783848" y="733479"/>
                    <a:pt x="783848" y="731292"/>
                    <a:pt x="783848" y="730888"/>
                  </a:cubicBezTo>
                  <a:cubicBezTo>
                    <a:pt x="783848" y="730451"/>
                    <a:pt x="784588" y="729307"/>
                    <a:pt x="784588" y="729307"/>
                  </a:cubicBezTo>
                  <a:cubicBezTo>
                    <a:pt x="784588" y="729307"/>
                    <a:pt x="785463" y="727592"/>
                    <a:pt x="785598" y="727121"/>
                  </a:cubicBezTo>
                  <a:cubicBezTo>
                    <a:pt x="785732" y="726683"/>
                    <a:pt x="784723" y="726818"/>
                    <a:pt x="784454" y="724093"/>
                  </a:cubicBezTo>
                  <a:cubicBezTo>
                    <a:pt x="784151" y="721335"/>
                    <a:pt x="784319" y="720763"/>
                    <a:pt x="784151" y="719316"/>
                  </a:cubicBezTo>
                  <a:cubicBezTo>
                    <a:pt x="784016" y="717870"/>
                    <a:pt x="783713" y="715414"/>
                    <a:pt x="783141" y="715246"/>
                  </a:cubicBezTo>
                  <a:cubicBezTo>
                    <a:pt x="782569" y="715111"/>
                    <a:pt x="780381" y="712353"/>
                    <a:pt x="780381" y="712353"/>
                  </a:cubicBezTo>
                  <a:lnTo>
                    <a:pt x="779069" y="710536"/>
                  </a:lnTo>
                  <a:cubicBezTo>
                    <a:pt x="779069" y="710536"/>
                    <a:pt x="778766" y="709157"/>
                    <a:pt x="778194" y="709157"/>
                  </a:cubicBezTo>
                  <a:cubicBezTo>
                    <a:pt x="778194" y="709157"/>
                    <a:pt x="778328" y="709023"/>
                    <a:pt x="777453" y="709157"/>
                  </a:cubicBezTo>
                  <a:cubicBezTo>
                    <a:pt x="776578" y="709292"/>
                    <a:pt x="775569" y="708451"/>
                    <a:pt x="773684" y="709090"/>
                  </a:cubicBezTo>
                  <a:cubicBezTo>
                    <a:pt x="771799" y="709729"/>
                    <a:pt x="768771" y="710604"/>
                    <a:pt x="768771" y="711175"/>
                  </a:cubicBezTo>
                  <a:cubicBezTo>
                    <a:pt x="768771" y="711747"/>
                    <a:pt x="767021" y="712925"/>
                    <a:pt x="766751" y="712487"/>
                  </a:cubicBezTo>
                  <a:cubicBezTo>
                    <a:pt x="766448" y="712050"/>
                    <a:pt x="764564" y="710301"/>
                    <a:pt x="764564" y="710301"/>
                  </a:cubicBezTo>
                  <a:lnTo>
                    <a:pt x="763823" y="708821"/>
                  </a:lnTo>
                  <a:lnTo>
                    <a:pt x="762006" y="707172"/>
                  </a:lnTo>
                  <a:cubicBezTo>
                    <a:pt x="762006" y="707172"/>
                    <a:pt x="762444" y="704717"/>
                    <a:pt x="762444" y="704414"/>
                  </a:cubicBezTo>
                  <a:cubicBezTo>
                    <a:pt x="762444" y="704111"/>
                    <a:pt x="762376" y="701084"/>
                    <a:pt x="762376" y="701084"/>
                  </a:cubicBezTo>
                  <a:lnTo>
                    <a:pt x="763386" y="695096"/>
                  </a:lnTo>
                  <a:lnTo>
                    <a:pt x="763386" y="692606"/>
                  </a:lnTo>
                  <a:cubicBezTo>
                    <a:pt x="763386" y="692606"/>
                    <a:pt x="760559" y="690016"/>
                    <a:pt x="760121" y="689680"/>
                  </a:cubicBezTo>
                  <a:cubicBezTo>
                    <a:pt x="759684" y="689343"/>
                    <a:pt x="758607" y="687931"/>
                    <a:pt x="758607" y="687931"/>
                  </a:cubicBezTo>
                  <a:cubicBezTo>
                    <a:pt x="758607" y="687931"/>
                    <a:pt x="758405" y="686080"/>
                    <a:pt x="758943" y="685643"/>
                  </a:cubicBezTo>
                  <a:cubicBezTo>
                    <a:pt x="759482" y="685206"/>
                    <a:pt x="760357" y="683793"/>
                    <a:pt x="760693" y="683692"/>
                  </a:cubicBezTo>
                  <a:cubicBezTo>
                    <a:pt x="761030" y="683591"/>
                    <a:pt x="762006" y="681842"/>
                    <a:pt x="762006" y="681842"/>
                  </a:cubicBezTo>
                  <a:cubicBezTo>
                    <a:pt x="762006" y="681842"/>
                    <a:pt x="762780" y="679790"/>
                    <a:pt x="763083" y="679655"/>
                  </a:cubicBezTo>
                  <a:cubicBezTo>
                    <a:pt x="763419" y="679554"/>
                    <a:pt x="763419" y="679218"/>
                    <a:pt x="764295" y="678680"/>
                  </a:cubicBezTo>
                  <a:cubicBezTo>
                    <a:pt x="765170" y="678141"/>
                    <a:pt x="767021" y="675753"/>
                    <a:pt x="767021" y="675753"/>
                  </a:cubicBezTo>
                  <a:lnTo>
                    <a:pt x="768097" y="674677"/>
                  </a:lnTo>
                  <a:lnTo>
                    <a:pt x="768973" y="674037"/>
                  </a:lnTo>
                  <a:lnTo>
                    <a:pt x="770487" y="672725"/>
                  </a:lnTo>
                  <a:cubicBezTo>
                    <a:pt x="770487" y="672725"/>
                    <a:pt x="771126" y="671851"/>
                    <a:pt x="772001" y="671851"/>
                  </a:cubicBezTo>
                  <a:cubicBezTo>
                    <a:pt x="772876" y="671851"/>
                    <a:pt x="774593" y="670875"/>
                    <a:pt x="775030" y="670875"/>
                  </a:cubicBezTo>
                  <a:cubicBezTo>
                    <a:pt x="775468" y="670875"/>
                    <a:pt x="778194" y="670875"/>
                    <a:pt x="778194" y="670875"/>
                  </a:cubicBezTo>
                  <a:cubicBezTo>
                    <a:pt x="778194" y="670875"/>
                    <a:pt x="780348" y="672187"/>
                    <a:pt x="780785" y="672490"/>
                  </a:cubicBezTo>
                  <a:cubicBezTo>
                    <a:pt x="781223" y="672826"/>
                    <a:pt x="782401" y="673264"/>
                    <a:pt x="782973" y="673365"/>
                  </a:cubicBezTo>
                  <a:cubicBezTo>
                    <a:pt x="783511" y="673466"/>
                    <a:pt x="786103" y="673466"/>
                    <a:pt x="786574" y="673466"/>
                  </a:cubicBezTo>
                  <a:cubicBezTo>
                    <a:pt x="787011" y="673466"/>
                    <a:pt x="787213" y="674979"/>
                    <a:pt x="788324" y="673129"/>
                  </a:cubicBezTo>
                  <a:cubicBezTo>
                    <a:pt x="789401" y="671279"/>
                    <a:pt x="789939" y="670741"/>
                    <a:pt x="789939" y="670303"/>
                  </a:cubicBezTo>
                  <a:cubicBezTo>
                    <a:pt x="789939" y="669866"/>
                    <a:pt x="789502" y="664215"/>
                    <a:pt x="789502" y="664215"/>
                  </a:cubicBezTo>
                  <a:lnTo>
                    <a:pt x="789502" y="663037"/>
                  </a:lnTo>
                  <a:lnTo>
                    <a:pt x="790915" y="660750"/>
                  </a:lnTo>
                  <a:lnTo>
                    <a:pt x="793002" y="658630"/>
                  </a:lnTo>
                  <a:lnTo>
                    <a:pt x="795290" y="655199"/>
                  </a:lnTo>
                  <a:lnTo>
                    <a:pt x="797343" y="655199"/>
                  </a:lnTo>
                  <a:lnTo>
                    <a:pt x="799834" y="656074"/>
                  </a:lnTo>
                  <a:lnTo>
                    <a:pt x="800608" y="658799"/>
                  </a:lnTo>
                  <a:lnTo>
                    <a:pt x="801920" y="661624"/>
                  </a:lnTo>
                  <a:lnTo>
                    <a:pt x="805387" y="664988"/>
                  </a:lnTo>
                  <a:lnTo>
                    <a:pt x="807440" y="667713"/>
                  </a:lnTo>
                  <a:lnTo>
                    <a:pt x="809930" y="670202"/>
                  </a:lnTo>
                  <a:lnTo>
                    <a:pt x="812656" y="670404"/>
                  </a:lnTo>
                  <a:lnTo>
                    <a:pt x="814171" y="670068"/>
                  </a:lnTo>
                  <a:lnTo>
                    <a:pt x="815584" y="669866"/>
                  </a:lnTo>
                  <a:lnTo>
                    <a:pt x="818209" y="671178"/>
                  </a:lnTo>
                  <a:lnTo>
                    <a:pt x="820262" y="675316"/>
                  </a:lnTo>
                  <a:lnTo>
                    <a:pt x="821036" y="677166"/>
                  </a:lnTo>
                  <a:lnTo>
                    <a:pt x="822113" y="679453"/>
                  </a:lnTo>
                  <a:lnTo>
                    <a:pt x="824166" y="679117"/>
                  </a:lnTo>
                  <a:lnTo>
                    <a:pt x="825377" y="680328"/>
                  </a:lnTo>
                  <a:lnTo>
                    <a:pt x="826152" y="681943"/>
                  </a:lnTo>
                  <a:lnTo>
                    <a:pt x="827128" y="683591"/>
                  </a:lnTo>
                  <a:lnTo>
                    <a:pt x="828979" y="685206"/>
                  </a:lnTo>
                  <a:lnTo>
                    <a:pt x="830628" y="685979"/>
                  </a:lnTo>
                  <a:lnTo>
                    <a:pt x="832479" y="686619"/>
                  </a:lnTo>
                  <a:cubicBezTo>
                    <a:pt x="832479" y="686619"/>
                    <a:pt x="833253" y="687258"/>
                    <a:pt x="834229" y="686854"/>
                  </a:cubicBezTo>
                  <a:cubicBezTo>
                    <a:pt x="835205" y="686417"/>
                    <a:pt x="835642" y="685374"/>
                    <a:pt x="835642" y="685374"/>
                  </a:cubicBezTo>
                  <a:cubicBezTo>
                    <a:pt x="835642" y="685374"/>
                    <a:pt x="835474" y="685710"/>
                    <a:pt x="835205" y="686047"/>
                  </a:cubicBezTo>
                  <a:lnTo>
                    <a:pt x="833017" y="680429"/>
                  </a:lnTo>
                  <a:lnTo>
                    <a:pt x="833017" y="675215"/>
                  </a:lnTo>
                  <a:lnTo>
                    <a:pt x="831906" y="672826"/>
                  </a:lnTo>
                  <a:lnTo>
                    <a:pt x="831301" y="669496"/>
                  </a:lnTo>
                  <a:lnTo>
                    <a:pt x="831301" y="668251"/>
                  </a:lnTo>
                  <a:cubicBezTo>
                    <a:pt x="831301" y="668251"/>
                    <a:pt x="829113" y="663609"/>
                    <a:pt x="829113" y="663172"/>
                  </a:cubicBezTo>
                  <a:cubicBezTo>
                    <a:pt x="829113" y="662734"/>
                    <a:pt x="828238" y="658967"/>
                    <a:pt x="828238" y="658967"/>
                  </a:cubicBezTo>
                  <a:lnTo>
                    <a:pt x="825411" y="656646"/>
                  </a:lnTo>
                  <a:lnTo>
                    <a:pt x="824334" y="651297"/>
                  </a:lnTo>
                  <a:lnTo>
                    <a:pt x="824334" y="647395"/>
                  </a:lnTo>
                  <a:cubicBezTo>
                    <a:pt x="824334" y="647395"/>
                    <a:pt x="822450" y="644939"/>
                    <a:pt x="821877" y="644939"/>
                  </a:cubicBezTo>
                  <a:cubicBezTo>
                    <a:pt x="821305" y="644939"/>
                    <a:pt x="817805" y="640734"/>
                    <a:pt x="817805" y="640734"/>
                  </a:cubicBezTo>
                  <a:cubicBezTo>
                    <a:pt x="817805" y="640734"/>
                    <a:pt x="813026" y="641743"/>
                    <a:pt x="811848" y="641743"/>
                  </a:cubicBezTo>
                  <a:cubicBezTo>
                    <a:pt x="810704" y="641743"/>
                    <a:pt x="806935" y="641003"/>
                    <a:pt x="806060" y="639725"/>
                  </a:cubicBezTo>
                  <a:cubicBezTo>
                    <a:pt x="805185" y="638413"/>
                    <a:pt x="801584" y="634511"/>
                    <a:pt x="801584" y="634511"/>
                  </a:cubicBezTo>
                  <a:lnTo>
                    <a:pt x="798252" y="632761"/>
                  </a:lnTo>
                  <a:lnTo>
                    <a:pt x="790276" y="634073"/>
                  </a:lnTo>
                  <a:cubicBezTo>
                    <a:pt x="790276" y="634073"/>
                    <a:pt x="783915" y="636529"/>
                    <a:pt x="783478" y="636664"/>
                  </a:cubicBezTo>
                  <a:cubicBezTo>
                    <a:pt x="783040" y="636798"/>
                    <a:pt x="778833" y="636361"/>
                    <a:pt x="778396" y="636226"/>
                  </a:cubicBezTo>
                  <a:cubicBezTo>
                    <a:pt x="777958" y="636092"/>
                    <a:pt x="773920" y="630272"/>
                    <a:pt x="773920" y="630272"/>
                  </a:cubicBezTo>
                  <a:lnTo>
                    <a:pt x="773920" y="624755"/>
                  </a:lnTo>
                  <a:lnTo>
                    <a:pt x="773920" y="619541"/>
                  </a:lnTo>
                  <a:cubicBezTo>
                    <a:pt x="773920" y="619541"/>
                    <a:pt x="771968" y="615202"/>
                    <a:pt x="771093" y="614529"/>
                  </a:cubicBezTo>
                  <a:cubicBezTo>
                    <a:pt x="770218" y="613890"/>
                    <a:pt x="769141" y="611703"/>
                    <a:pt x="769141" y="610829"/>
                  </a:cubicBezTo>
                  <a:cubicBezTo>
                    <a:pt x="769141" y="609954"/>
                    <a:pt x="770016" y="609315"/>
                    <a:pt x="770218" y="608205"/>
                  </a:cubicBezTo>
                  <a:cubicBezTo>
                    <a:pt x="770420" y="607128"/>
                    <a:pt x="771295" y="606018"/>
                    <a:pt x="771295" y="605177"/>
                  </a:cubicBezTo>
                  <a:cubicBezTo>
                    <a:pt x="771295" y="604302"/>
                    <a:pt x="773247" y="602553"/>
                    <a:pt x="773247" y="602553"/>
                  </a:cubicBezTo>
                  <a:lnTo>
                    <a:pt x="773684" y="599290"/>
                  </a:lnTo>
                  <a:lnTo>
                    <a:pt x="774122" y="596666"/>
                  </a:lnTo>
                  <a:lnTo>
                    <a:pt x="776511" y="593841"/>
                  </a:lnTo>
                  <a:lnTo>
                    <a:pt x="774357" y="588862"/>
                  </a:lnTo>
                  <a:lnTo>
                    <a:pt x="769141" y="589938"/>
                  </a:lnTo>
                  <a:cubicBezTo>
                    <a:pt x="769141" y="589938"/>
                    <a:pt x="766516" y="591015"/>
                    <a:pt x="765876" y="591688"/>
                  </a:cubicBezTo>
                  <a:cubicBezTo>
                    <a:pt x="765237" y="592327"/>
                    <a:pt x="760660" y="594278"/>
                    <a:pt x="760660" y="594278"/>
                  </a:cubicBezTo>
                  <a:lnTo>
                    <a:pt x="757395" y="594278"/>
                  </a:lnTo>
                  <a:lnTo>
                    <a:pt x="750429" y="593201"/>
                  </a:lnTo>
                  <a:lnTo>
                    <a:pt x="746962" y="590376"/>
                  </a:lnTo>
                  <a:lnTo>
                    <a:pt x="744573" y="586911"/>
                  </a:lnTo>
                  <a:lnTo>
                    <a:pt x="745650" y="582773"/>
                  </a:lnTo>
                  <a:lnTo>
                    <a:pt x="746087" y="580385"/>
                  </a:lnTo>
                  <a:lnTo>
                    <a:pt x="744573" y="578871"/>
                  </a:lnTo>
                  <a:lnTo>
                    <a:pt x="740433" y="573657"/>
                  </a:lnTo>
                  <a:cubicBezTo>
                    <a:pt x="740433" y="573657"/>
                    <a:pt x="739356" y="571268"/>
                    <a:pt x="739356" y="570595"/>
                  </a:cubicBezTo>
                  <a:cubicBezTo>
                    <a:pt x="739356" y="569956"/>
                    <a:pt x="739996" y="564069"/>
                    <a:pt x="740669" y="563868"/>
                  </a:cubicBezTo>
                  <a:cubicBezTo>
                    <a:pt x="741342" y="563666"/>
                    <a:pt x="739356" y="558653"/>
                    <a:pt x="739356" y="558653"/>
                  </a:cubicBezTo>
                  <a:cubicBezTo>
                    <a:pt x="739356" y="558653"/>
                    <a:pt x="742823" y="556265"/>
                    <a:pt x="743496" y="556366"/>
                  </a:cubicBezTo>
                  <a:cubicBezTo>
                    <a:pt x="744135" y="556467"/>
                    <a:pt x="748477" y="550815"/>
                    <a:pt x="748477" y="550815"/>
                  </a:cubicBezTo>
                  <a:cubicBezTo>
                    <a:pt x="748477" y="550815"/>
                    <a:pt x="753895" y="547990"/>
                    <a:pt x="754333" y="547351"/>
                  </a:cubicBezTo>
                  <a:cubicBezTo>
                    <a:pt x="754770" y="546711"/>
                    <a:pt x="759112" y="545837"/>
                    <a:pt x="759785" y="545601"/>
                  </a:cubicBezTo>
                  <a:cubicBezTo>
                    <a:pt x="760424" y="545399"/>
                    <a:pt x="762612" y="543650"/>
                    <a:pt x="762612" y="542775"/>
                  </a:cubicBezTo>
                  <a:cubicBezTo>
                    <a:pt x="762612" y="541901"/>
                    <a:pt x="764564" y="537023"/>
                    <a:pt x="764564" y="536149"/>
                  </a:cubicBezTo>
                  <a:cubicBezTo>
                    <a:pt x="764564" y="535274"/>
                    <a:pt x="765439" y="531708"/>
                    <a:pt x="765439" y="531708"/>
                  </a:cubicBezTo>
                  <a:lnTo>
                    <a:pt x="767828" y="531708"/>
                  </a:lnTo>
                  <a:cubicBezTo>
                    <a:pt x="767828" y="531708"/>
                    <a:pt x="769343" y="531910"/>
                    <a:pt x="770891" y="531708"/>
                  </a:cubicBezTo>
                  <a:cubicBezTo>
                    <a:pt x="772405" y="531473"/>
                    <a:pt x="773280" y="530632"/>
                    <a:pt x="773920" y="529959"/>
                  </a:cubicBezTo>
                  <a:cubicBezTo>
                    <a:pt x="774559" y="529320"/>
                    <a:pt x="774795" y="527570"/>
                    <a:pt x="775232" y="526931"/>
                  </a:cubicBezTo>
                  <a:cubicBezTo>
                    <a:pt x="775670" y="526292"/>
                    <a:pt x="776545" y="523466"/>
                    <a:pt x="776545" y="522592"/>
                  </a:cubicBezTo>
                  <a:cubicBezTo>
                    <a:pt x="776545" y="521717"/>
                    <a:pt x="777420" y="518690"/>
                    <a:pt x="777420" y="518690"/>
                  </a:cubicBezTo>
                  <a:cubicBezTo>
                    <a:pt x="777420" y="518690"/>
                    <a:pt x="777857" y="516503"/>
                    <a:pt x="777857" y="515662"/>
                  </a:cubicBezTo>
                  <a:cubicBezTo>
                    <a:pt x="777857" y="514787"/>
                    <a:pt x="779170" y="513274"/>
                    <a:pt x="778732" y="512399"/>
                  </a:cubicBezTo>
                  <a:cubicBezTo>
                    <a:pt x="778295" y="511524"/>
                    <a:pt x="778295" y="509136"/>
                    <a:pt x="777655" y="508934"/>
                  </a:cubicBezTo>
                  <a:cubicBezTo>
                    <a:pt x="777016" y="508732"/>
                    <a:pt x="776780" y="505032"/>
                    <a:pt x="775030" y="503922"/>
                  </a:cubicBezTo>
                  <a:cubicBezTo>
                    <a:pt x="773280" y="502845"/>
                    <a:pt x="771328" y="501971"/>
                    <a:pt x="768703" y="501533"/>
                  </a:cubicBezTo>
                  <a:cubicBezTo>
                    <a:pt x="766112" y="501096"/>
                    <a:pt x="763924" y="498506"/>
                    <a:pt x="763285" y="498270"/>
                  </a:cubicBezTo>
                  <a:cubicBezTo>
                    <a:pt x="762612" y="498035"/>
                    <a:pt x="760895" y="494133"/>
                    <a:pt x="760895" y="494133"/>
                  </a:cubicBezTo>
                  <a:lnTo>
                    <a:pt x="760660" y="489692"/>
                  </a:lnTo>
                  <a:lnTo>
                    <a:pt x="761299" y="486530"/>
                  </a:lnTo>
                  <a:lnTo>
                    <a:pt x="766078" y="486530"/>
                  </a:lnTo>
                  <a:lnTo>
                    <a:pt x="770420" y="488717"/>
                  </a:lnTo>
                  <a:lnTo>
                    <a:pt x="771295" y="485454"/>
                  </a:lnTo>
                  <a:lnTo>
                    <a:pt x="768670" y="481316"/>
                  </a:lnTo>
                  <a:lnTo>
                    <a:pt x="771497" y="480239"/>
                  </a:lnTo>
                  <a:cubicBezTo>
                    <a:pt x="771497" y="480239"/>
                    <a:pt x="774324" y="480677"/>
                    <a:pt x="775199" y="480239"/>
                  </a:cubicBezTo>
                  <a:cubicBezTo>
                    <a:pt x="776074" y="479802"/>
                    <a:pt x="777386" y="480239"/>
                    <a:pt x="777386" y="480239"/>
                  </a:cubicBezTo>
                  <a:lnTo>
                    <a:pt x="780651" y="474151"/>
                  </a:lnTo>
                  <a:cubicBezTo>
                    <a:pt x="780651" y="474151"/>
                    <a:pt x="783680" y="469811"/>
                    <a:pt x="784353" y="468937"/>
                  </a:cubicBezTo>
                  <a:cubicBezTo>
                    <a:pt x="784992" y="468062"/>
                    <a:pt x="786574" y="464597"/>
                    <a:pt x="787180" y="464597"/>
                  </a:cubicBezTo>
                  <a:cubicBezTo>
                    <a:pt x="787819" y="464597"/>
                    <a:pt x="790209" y="462410"/>
                    <a:pt x="790209" y="462410"/>
                  </a:cubicBezTo>
                  <a:cubicBezTo>
                    <a:pt x="790209" y="462410"/>
                    <a:pt x="792834" y="464597"/>
                    <a:pt x="793473" y="464799"/>
                  </a:cubicBezTo>
                  <a:cubicBezTo>
                    <a:pt x="794112" y="465001"/>
                    <a:pt x="796738" y="467826"/>
                    <a:pt x="796738" y="467826"/>
                  </a:cubicBezTo>
                  <a:cubicBezTo>
                    <a:pt x="796738" y="467826"/>
                    <a:pt x="800002" y="468264"/>
                    <a:pt x="800641" y="468466"/>
                  </a:cubicBezTo>
                  <a:cubicBezTo>
                    <a:pt x="801315" y="468667"/>
                    <a:pt x="804343" y="470652"/>
                    <a:pt x="804343" y="470652"/>
                  </a:cubicBezTo>
                  <a:lnTo>
                    <a:pt x="806733" y="471729"/>
                  </a:lnTo>
                  <a:lnTo>
                    <a:pt x="810199" y="473478"/>
                  </a:lnTo>
                  <a:lnTo>
                    <a:pt x="812387" y="476741"/>
                  </a:lnTo>
                  <a:lnTo>
                    <a:pt x="814574" y="479567"/>
                  </a:lnTo>
                  <a:lnTo>
                    <a:pt x="818276" y="479567"/>
                  </a:lnTo>
                  <a:lnTo>
                    <a:pt x="821103" y="481955"/>
                  </a:lnTo>
                  <a:lnTo>
                    <a:pt x="825007" y="485218"/>
                  </a:lnTo>
                  <a:lnTo>
                    <a:pt x="826959" y="488986"/>
                  </a:lnTo>
                  <a:lnTo>
                    <a:pt x="830426" y="492316"/>
                  </a:lnTo>
                  <a:cubicBezTo>
                    <a:pt x="830426" y="492316"/>
                    <a:pt x="834700" y="492451"/>
                    <a:pt x="834801" y="492451"/>
                  </a:cubicBezTo>
                  <a:cubicBezTo>
                    <a:pt x="834902" y="492451"/>
                    <a:pt x="836921" y="492451"/>
                    <a:pt x="837358" y="492316"/>
                  </a:cubicBezTo>
                  <a:cubicBezTo>
                    <a:pt x="837796" y="492181"/>
                    <a:pt x="840118" y="490735"/>
                    <a:pt x="840118" y="490735"/>
                  </a:cubicBezTo>
                  <a:lnTo>
                    <a:pt x="841565" y="488717"/>
                  </a:lnTo>
                  <a:lnTo>
                    <a:pt x="842878" y="488212"/>
                  </a:lnTo>
                  <a:cubicBezTo>
                    <a:pt x="842878" y="488212"/>
                    <a:pt x="844190" y="488279"/>
                    <a:pt x="844628" y="488279"/>
                  </a:cubicBezTo>
                  <a:cubicBezTo>
                    <a:pt x="845065" y="488279"/>
                    <a:pt x="847825" y="488279"/>
                    <a:pt x="847825" y="488279"/>
                  </a:cubicBezTo>
                  <a:lnTo>
                    <a:pt x="848700" y="487707"/>
                  </a:lnTo>
                  <a:cubicBezTo>
                    <a:pt x="848700" y="487707"/>
                    <a:pt x="850013" y="485521"/>
                    <a:pt x="850450" y="485084"/>
                  </a:cubicBezTo>
                  <a:cubicBezTo>
                    <a:pt x="850888" y="484646"/>
                    <a:pt x="851628" y="483334"/>
                    <a:pt x="851628" y="483334"/>
                  </a:cubicBezTo>
                  <a:lnTo>
                    <a:pt x="852638" y="482090"/>
                  </a:lnTo>
                  <a:lnTo>
                    <a:pt x="855667" y="481282"/>
                  </a:lnTo>
                  <a:lnTo>
                    <a:pt x="860008" y="481282"/>
                  </a:lnTo>
                  <a:lnTo>
                    <a:pt x="861455" y="480576"/>
                  </a:lnTo>
                  <a:cubicBezTo>
                    <a:pt x="861455" y="480576"/>
                    <a:pt x="862465" y="481013"/>
                    <a:pt x="863912" y="481888"/>
                  </a:cubicBezTo>
                  <a:cubicBezTo>
                    <a:pt x="865359" y="482762"/>
                    <a:pt x="870441" y="485958"/>
                    <a:pt x="870441" y="485958"/>
                  </a:cubicBezTo>
                  <a:lnTo>
                    <a:pt x="871148" y="489726"/>
                  </a:lnTo>
                  <a:cubicBezTo>
                    <a:pt x="871148" y="489726"/>
                    <a:pt x="870508" y="494940"/>
                    <a:pt x="870778" y="495512"/>
                  </a:cubicBezTo>
                  <a:cubicBezTo>
                    <a:pt x="871080" y="496084"/>
                    <a:pt x="871282" y="500154"/>
                    <a:pt x="871282" y="500154"/>
                  </a:cubicBezTo>
                  <a:lnTo>
                    <a:pt x="871282" y="503047"/>
                  </a:lnTo>
                  <a:lnTo>
                    <a:pt x="874311" y="505234"/>
                  </a:lnTo>
                  <a:lnTo>
                    <a:pt x="875186" y="508429"/>
                  </a:lnTo>
                  <a:cubicBezTo>
                    <a:pt x="875186" y="508429"/>
                    <a:pt x="879258" y="511322"/>
                    <a:pt x="880100" y="511625"/>
                  </a:cubicBezTo>
                  <a:cubicBezTo>
                    <a:pt x="880975" y="511928"/>
                    <a:pt x="881109" y="511827"/>
                    <a:pt x="882557" y="512130"/>
                  </a:cubicBezTo>
                  <a:cubicBezTo>
                    <a:pt x="884004" y="512433"/>
                    <a:pt x="886898" y="512634"/>
                    <a:pt x="887470" y="512634"/>
                  </a:cubicBezTo>
                  <a:cubicBezTo>
                    <a:pt x="888042" y="512634"/>
                    <a:pt x="891239" y="512634"/>
                    <a:pt x="891239" y="512634"/>
                  </a:cubicBezTo>
                  <a:cubicBezTo>
                    <a:pt x="891239" y="512634"/>
                    <a:pt x="895144" y="512634"/>
                    <a:pt x="896591" y="512634"/>
                  </a:cubicBezTo>
                  <a:cubicBezTo>
                    <a:pt x="898038" y="512634"/>
                    <a:pt x="901673" y="512634"/>
                    <a:pt x="901673" y="512634"/>
                  </a:cubicBezTo>
                  <a:lnTo>
                    <a:pt x="904432" y="510448"/>
                  </a:lnTo>
                  <a:lnTo>
                    <a:pt x="906620" y="509439"/>
                  </a:lnTo>
                  <a:cubicBezTo>
                    <a:pt x="906620" y="509439"/>
                    <a:pt x="909379" y="508295"/>
                    <a:pt x="909951" y="508295"/>
                  </a:cubicBezTo>
                  <a:cubicBezTo>
                    <a:pt x="910524" y="508295"/>
                    <a:pt x="914158" y="505974"/>
                    <a:pt x="914731" y="505839"/>
                  </a:cubicBezTo>
                  <a:cubicBezTo>
                    <a:pt x="915303" y="505705"/>
                    <a:pt x="917557" y="503081"/>
                    <a:pt x="917995" y="503081"/>
                  </a:cubicBezTo>
                  <a:cubicBezTo>
                    <a:pt x="918432" y="503081"/>
                    <a:pt x="919947" y="499616"/>
                    <a:pt x="919947" y="499616"/>
                  </a:cubicBezTo>
                  <a:lnTo>
                    <a:pt x="919947" y="497867"/>
                  </a:lnTo>
                  <a:lnTo>
                    <a:pt x="920822" y="495276"/>
                  </a:lnTo>
                  <a:lnTo>
                    <a:pt x="922707" y="492955"/>
                  </a:lnTo>
                  <a:lnTo>
                    <a:pt x="924591" y="491071"/>
                  </a:lnTo>
                  <a:lnTo>
                    <a:pt x="928058" y="486732"/>
                  </a:lnTo>
                  <a:lnTo>
                    <a:pt x="929808" y="480509"/>
                  </a:lnTo>
                  <a:cubicBezTo>
                    <a:pt x="929808" y="480509"/>
                    <a:pt x="932130" y="474992"/>
                    <a:pt x="932870" y="474992"/>
                  </a:cubicBezTo>
                  <a:cubicBezTo>
                    <a:pt x="933577" y="474992"/>
                    <a:pt x="936337" y="472973"/>
                    <a:pt x="936337" y="472973"/>
                  </a:cubicBezTo>
                  <a:lnTo>
                    <a:pt x="937918" y="469643"/>
                  </a:lnTo>
                  <a:lnTo>
                    <a:pt x="939366" y="465303"/>
                  </a:lnTo>
                  <a:cubicBezTo>
                    <a:pt x="939366" y="465303"/>
                    <a:pt x="939938" y="462982"/>
                    <a:pt x="940375" y="462478"/>
                  </a:cubicBezTo>
                  <a:cubicBezTo>
                    <a:pt x="940813" y="461973"/>
                    <a:pt x="942394" y="458340"/>
                    <a:pt x="942394" y="458340"/>
                  </a:cubicBezTo>
                  <a:cubicBezTo>
                    <a:pt x="942394" y="458340"/>
                    <a:pt x="943842" y="457331"/>
                    <a:pt x="943976" y="456894"/>
                  </a:cubicBezTo>
                  <a:cubicBezTo>
                    <a:pt x="944111" y="456456"/>
                    <a:pt x="945558" y="455010"/>
                    <a:pt x="945558" y="455010"/>
                  </a:cubicBezTo>
                  <a:lnTo>
                    <a:pt x="946871" y="451679"/>
                  </a:lnTo>
                  <a:cubicBezTo>
                    <a:pt x="946871" y="451679"/>
                    <a:pt x="946736" y="450098"/>
                    <a:pt x="948318" y="450098"/>
                  </a:cubicBezTo>
                  <a:cubicBezTo>
                    <a:pt x="949899" y="450098"/>
                    <a:pt x="951212" y="450098"/>
                    <a:pt x="951212" y="450098"/>
                  </a:cubicBezTo>
                  <a:lnTo>
                    <a:pt x="951212" y="449224"/>
                  </a:lnTo>
                  <a:lnTo>
                    <a:pt x="952962" y="446902"/>
                  </a:lnTo>
                  <a:lnTo>
                    <a:pt x="952962" y="445759"/>
                  </a:lnTo>
                  <a:cubicBezTo>
                    <a:pt x="952962" y="445759"/>
                    <a:pt x="952828" y="443303"/>
                    <a:pt x="952962" y="442866"/>
                  </a:cubicBezTo>
                  <a:cubicBezTo>
                    <a:pt x="953097" y="442429"/>
                    <a:pt x="950068" y="439233"/>
                    <a:pt x="950068" y="439233"/>
                  </a:cubicBezTo>
                  <a:lnTo>
                    <a:pt x="947308" y="436912"/>
                  </a:lnTo>
                  <a:lnTo>
                    <a:pt x="948452" y="433884"/>
                  </a:lnTo>
                  <a:lnTo>
                    <a:pt x="950472" y="430688"/>
                  </a:lnTo>
                  <a:lnTo>
                    <a:pt x="952726" y="429107"/>
                  </a:lnTo>
                  <a:lnTo>
                    <a:pt x="954678" y="427661"/>
                  </a:lnTo>
                  <a:lnTo>
                    <a:pt x="954678" y="424902"/>
                  </a:lnTo>
                  <a:cubicBezTo>
                    <a:pt x="954678" y="424902"/>
                    <a:pt x="953097" y="423153"/>
                    <a:pt x="953534" y="423018"/>
                  </a:cubicBezTo>
                  <a:cubicBezTo>
                    <a:pt x="953972" y="422884"/>
                    <a:pt x="954409" y="421202"/>
                    <a:pt x="954678" y="421067"/>
                  </a:cubicBezTo>
                  <a:cubicBezTo>
                    <a:pt x="954981" y="420933"/>
                    <a:pt x="955823" y="418813"/>
                    <a:pt x="955823" y="418813"/>
                  </a:cubicBezTo>
                  <a:lnTo>
                    <a:pt x="959020" y="418813"/>
                  </a:lnTo>
                  <a:lnTo>
                    <a:pt x="960770" y="418813"/>
                  </a:lnTo>
                  <a:cubicBezTo>
                    <a:pt x="960770" y="418813"/>
                    <a:pt x="963227" y="418242"/>
                    <a:pt x="964102" y="418813"/>
                  </a:cubicBezTo>
                  <a:cubicBezTo>
                    <a:pt x="964977" y="419385"/>
                    <a:pt x="965986" y="420697"/>
                    <a:pt x="965986" y="420697"/>
                  </a:cubicBezTo>
                  <a:cubicBezTo>
                    <a:pt x="965986" y="420697"/>
                    <a:pt x="966558" y="421269"/>
                    <a:pt x="967434" y="421841"/>
                  </a:cubicBezTo>
                  <a:cubicBezTo>
                    <a:pt x="968309" y="422413"/>
                    <a:pt x="969890" y="422985"/>
                    <a:pt x="970631" y="422985"/>
                  </a:cubicBezTo>
                  <a:cubicBezTo>
                    <a:pt x="971338" y="422985"/>
                    <a:pt x="972650" y="423557"/>
                    <a:pt x="973390" y="422850"/>
                  </a:cubicBezTo>
                  <a:cubicBezTo>
                    <a:pt x="974097" y="422110"/>
                    <a:pt x="975578" y="420226"/>
                    <a:pt x="976150" y="420226"/>
                  </a:cubicBezTo>
                  <a:cubicBezTo>
                    <a:pt x="976722" y="420226"/>
                    <a:pt x="978035" y="419654"/>
                    <a:pt x="978035" y="419654"/>
                  </a:cubicBezTo>
                  <a:lnTo>
                    <a:pt x="979179" y="420092"/>
                  </a:lnTo>
                  <a:cubicBezTo>
                    <a:pt x="979179" y="420092"/>
                    <a:pt x="979482" y="422682"/>
                    <a:pt x="979886" y="423119"/>
                  </a:cubicBezTo>
                  <a:cubicBezTo>
                    <a:pt x="980323" y="423557"/>
                    <a:pt x="982511" y="426450"/>
                    <a:pt x="982511" y="426450"/>
                  </a:cubicBezTo>
                  <a:lnTo>
                    <a:pt x="984261" y="427459"/>
                  </a:lnTo>
                  <a:lnTo>
                    <a:pt x="986852" y="427459"/>
                  </a:lnTo>
                  <a:lnTo>
                    <a:pt x="989174" y="426450"/>
                  </a:lnTo>
                  <a:lnTo>
                    <a:pt x="991194" y="424700"/>
                  </a:lnTo>
                  <a:cubicBezTo>
                    <a:pt x="991194" y="424700"/>
                    <a:pt x="992338" y="424566"/>
                    <a:pt x="992776" y="424263"/>
                  </a:cubicBezTo>
                  <a:cubicBezTo>
                    <a:pt x="993213" y="423960"/>
                    <a:pt x="994357" y="422951"/>
                    <a:pt x="994795" y="422682"/>
                  </a:cubicBezTo>
                  <a:cubicBezTo>
                    <a:pt x="995232" y="422379"/>
                    <a:pt x="995804" y="421235"/>
                    <a:pt x="995804" y="421235"/>
                  </a:cubicBezTo>
                  <a:lnTo>
                    <a:pt x="999708" y="416728"/>
                  </a:lnTo>
                  <a:lnTo>
                    <a:pt x="996814" y="412960"/>
                  </a:lnTo>
                  <a:cubicBezTo>
                    <a:pt x="996814" y="412960"/>
                    <a:pt x="995804" y="410505"/>
                    <a:pt x="995939" y="409630"/>
                  </a:cubicBezTo>
                  <a:cubicBezTo>
                    <a:pt x="996074" y="408755"/>
                    <a:pt x="996242" y="407174"/>
                    <a:pt x="997083" y="406434"/>
                  </a:cubicBezTo>
                  <a:cubicBezTo>
                    <a:pt x="997958" y="405694"/>
                    <a:pt x="999675" y="403676"/>
                    <a:pt x="999675" y="403676"/>
                  </a:cubicBezTo>
                  <a:lnTo>
                    <a:pt x="1001997" y="402801"/>
                  </a:lnTo>
                  <a:cubicBezTo>
                    <a:pt x="1001997" y="402801"/>
                    <a:pt x="1004454" y="401052"/>
                    <a:pt x="1005026" y="399774"/>
                  </a:cubicBezTo>
                  <a:cubicBezTo>
                    <a:pt x="1005598" y="398462"/>
                    <a:pt x="1007348" y="396006"/>
                    <a:pt x="1007348" y="396006"/>
                  </a:cubicBezTo>
                  <a:lnTo>
                    <a:pt x="1004891" y="394257"/>
                  </a:lnTo>
                  <a:lnTo>
                    <a:pt x="1004319" y="391935"/>
                  </a:lnTo>
                  <a:lnTo>
                    <a:pt x="1005463" y="389917"/>
                  </a:lnTo>
                  <a:lnTo>
                    <a:pt x="1008795" y="388336"/>
                  </a:lnTo>
                  <a:lnTo>
                    <a:pt x="1011824" y="384871"/>
                  </a:lnTo>
                  <a:lnTo>
                    <a:pt x="1008627" y="381238"/>
                  </a:lnTo>
                  <a:lnTo>
                    <a:pt x="1007483" y="379354"/>
                  </a:lnTo>
                  <a:cubicBezTo>
                    <a:pt x="1007483" y="379354"/>
                    <a:pt x="1008055" y="376327"/>
                    <a:pt x="1008492" y="376158"/>
                  </a:cubicBezTo>
                  <a:cubicBezTo>
                    <a:pt x="1008930" y="376024"/>
                    <a:pt x="1013709" y="374140"/>
                    <a:pt x="1013709" y="374140"/>
                  </a:cubicBezTo>
                  <a:lnTo>
                    <a:pt x="1017613" y="371953"/>
                  </a:lnTo>
                  <a:lnTo>
                    <a:pt x="1020069" y="368186"/>
                  </a:lnTo>
                  <a:lnTo>
                    <a:pt x="1021079" y="364721"/>
                  </a:lnTo>
                  <a:cubicBezTo>
                    <a:pt x="1021079" y="364721"/>
                    <a:pt x="1022661" y="361962"/>
                    <a:pt x="1022661" y="361391"/>
                  </a:cubicBezTo>
                  <a:cubicBezTo>
                    <a:pt x="1022661" y="360819"/>
                    <a:pt x="1023805" y="358060"/>
                    <a:pt x="1023805" y="358060"/>
                  </a:cubicBezTo>
                  <a:cubicBezTo>
                    <a:pt x="1023805" y="358060"/>
                    <a:pt x="1023502" y="355605"/>
                    <a:pt x="1023805" y="355167"/>
                  </a:cubicBezTo>
                  <a:cubicBezTo>
                    <a:pt x="1024108" y="354730"/>
                    <a:pt x="1023805" y="352409"/>
                    <a:pt x="1023805" y="352409"/>
                  </a:cubicBezTo>
                  <a:cubicBezTo>
                    <a:pt x="1023805" y="352409"/>
                    <a:pt x="1023199" y="351097"/>
                    <a:pt x="1023939" y="350660"/>
                  </a:cubicBezTo>
                  <a:cubicBezTo>
                    <a:pt x="1024680" y="350222"/>
                    <a:pt x="1025993" y="348473"/>
                    <a:pt x="1025993" y="348473"/>
                  </a:cubicBezTo>
                  <a:cubicBezTo>
                    <a:pt x="1025993" y="348473"/>
                    <a:pt x="1027742" y="348608"/>
                    <a:pt x="1028315" y="348473"/>
                  </a:cubicBezTo>
                  <a:cubicBezTo>
                    <a:pt x="1028887" y="348338"/>
                    <a:pt x="1029762" y="348608"/>
                    <a:pt x="1031074" y="348473"/>
                  </a:cubicBezTo>
                  <a:cubicBezTo>
                    <a:pt x="1032387" y="348338"/>
                    <a:pt x="1035113" y="347767"/>
                    <a:pt x="1035113" y="347767"/>
                  </a:cubicBezTo>
                  <a:cubicBezTo>
                    <a:pt x="1035113" y="347767"/>
                    <a:pt x="1035988" y="346017"/>
                    <a:pt x="1037570" y="345311"/>
                  </a:cubicBezTo>
                  <a:cubicBezTo>
                    <a:pt x="1039151" y="344571"/>
                    <a:pt x="1040531" y="342721"/>
                    <a:pt x="1040531" y="342115"/>
                  </a:cubicBezTo>
                  <a:cubicBezTo>
                    <a:pt x="1040531" y="341543"/>
                    <a:pt x="1041474" y="338919"/>
                    <a:pt x="1041474" y="338919"/>
                  </a:cubicBezTo>
                  <a:lnTo>
                    <a:pt x="1041474" y="337910"/>
                  </a:lnTo>
                  <a:lnTo>
                    <a:pt x="1042180" y="336464"/>
                  </a:lnTo>
                  <a:cubicBezTo>
                    <a:pt x="1042180" y="336464"/>
                    <a:pt x="1045075" y="335454"/>
                    <a:pt x="1045647" y="335454"/>
                  </a:cubicBezTo>
                  <a:cubicBezTo>
                    <a:pt x="1046219" y="335454"/>
                    <a:pt x="1046656" y="335589"/>
                    <a:pt x="1047229" y="335454"/>
                  </a:cubicBezTo>
                  <a:cubicBezTo>
                    <a:pt x="1047801" y="335320"/>
                    <a:pt x="1051132" y="333705"/>
                    <a:pt x="1051570" y="333705"/>
                  </a:cubicBezTo>
                  <a:cubicBezTo>
                    <a:pt x="1052008" y="333705"/>
                    <a:pt x="1053320" y="332259"/>
                    <a:pt x="1053758" y="332259"/>
                  </a:cubicBezTo>
                  <a:cubicBezTo>
                    <a:pt x="1054195" y="332259"/>
                    <a:pt x="1055339" y="329803"/>
                    <a:pt x="1055339" y="329803"/>
                  </a:cubicBezTo>
                  <a:cubicBezTo>
                    <a:pt x="1055339" y="329803"/>
                    <a:pt x="1055205" y="328222"/>
                    <a:pt x="1055339" y="327616"/>
                  </a:cubicBezTo>
                  <a:cubicBezTo>
                    <a:pt x="1055474" y="327044"/>
                    <a:pt x="1055339" y="323849"/>
                    <a:pt x="1055339" y="323849"/>
                  </a:cubicBezTo>
                  <a:lnTo>
                    <a:pt x="1054161" y="318904"/>
                  </a:lnTo>
                  <a:close/>
                </a:path>
              </a:pathLst>
            </a:custGeom>
            <a:solidFill>
              <a:srgbClr val="1E344D">
                <a:alpha val="63624"/>
              </a:srgbClr>
            </a:solidFill>
            <a:ln w="6350" cap="flat">
              <a:solidFill>
                <a:schemeClr val="bg1"/>
              </a:solidFill>
              <a:prstDash val="solid"/>
              <a:miter/>
            </a:ln>
          </p:spPr>
          <p:txBody>
            <a:bodyPr rtlCol="0" anchor="ctr"/>
            <a:lstStyle/>
            <a:p>
              <a:endParaRPr lang="en-US"/>
            </a:p>
          </p:txBody>
        </p:sp>
        <p:sp>
          <p:nvSpPr>
            <p:cNvPr id="192" name="Freeform 909">
              <a:extLst>
                <a:ext uri="{FF2B5EF4-FFF2-40B4-BE49-F238E27FC236}">
                  <a16:creationId xmlns:a16="http://schemas.microsoft.com/office/drawing/2014/main" id="{DB5DBC50-D9D8-D356-204E-2E837903B245}"/>
                </a:ext>
              </a:extLst>
            </p:cNvPr>
            <p:cNvSpPr/>
            <p:nvPr/>
          </p:nvSpPr>
          <p:spPr>
            <a:xfrm>
              <a:off x="6762206" y="2509387"/>
              <a:ext cx="655514" cy="476204"/>
            </a:xfrm>
            <a:custGeom>
              <a:avLst/>
              <a:gdLst>
                <a:gd name="connsiteX0" fmla="*/ 1116827 w 1258521"/>
                <a:gd name="connsiteY0" fmla="*/ 745555 h 914263"/>
                <a:gd name="connsiteX1" fmla="*/ 1113866 w 1258521"/>
                <a:gd name="connsiteY1" fmla="*/ 746060 h 914263"/>
                <a:gd name="connsiteX2" fmla="*/ 1112721 w 1258521"/>
                <a:gd name="connsiteY2" fmla="*/ 747069 h 914263"/>
                <a:gd name="connsiteX3" fmla="*/ 1111846 w 1258521"/>
                <a:gd name="connsiteY3" fmla="*/ 747372 h 914263"/>
                <a:gd name="connsiteX4" fmla="*/ 1109255 w 1258521"/>
                <a:gd name="connsiteY4" fmla="*/ 748684 h 914263"/>
                <a:gd name="connsiteX5" fmla="*/ 1107505 w 1258521"/>
                <a:gd name="connsiteY5" fmla="*/ 749121 h 914263"/>
                <a:gd name="connsiteX6" fmla="*/ 1105620 w 1258521"/>
                <a:gd name="connsiteY6" fmla="*/ 748381 h 914263"/>
                <a:gd name="connsiteX7" fmla="*/ 1104274 w 1258521"/>
                <a:gd name="connsiteY7" fmla="*/ 748381 h 914263"/>
                <a:gd name="connsiteX8" fmla="*/ 1101111 w 1258521"/>
                <a:gd name="connsiteY8" fmla="*/ 746531 h 914263"/>
                <a:gd name="connsiteX9" fmla="*/ 1100135 w 1258521"/>
                <a:gd name="connsiteY9" fmla="*/ 743503 h 914263"/>
                <a:gd name="connsiteX10" fmla="*/ 1100236 w 1258521"/>
                <a:gd name="connsiteY10" fmla="*/ 741855 h 914263"/>
                <a:gd name="connsiteX11" fmla="*/ 1101414 w 1258521"/>
                <a:gd name="connsiteY11" fmla="*/ 740207 h 914263"/>
                <a:gd name="connsiteX12" fmla="*/ 1102288 w 1258521"/>
                <a:gd name="connsiteY12" fmla="*/ 738592 h 914263"/>
                <a:gd name="connsiteX13" fmla="*/ 1102827 w 1258521"/>
                <a:gd name="connsiteY13" fmla="*/ 737818 h 914263"/>
                <a:gd name="connsiteX14" fmla="*/ 1103365 w 1258521"/>
                <a:gd name="connsiteY14" fmla="*/ 735968 h 914263"/>
                <a:gd name="connsiteX15" fmla="*/ 1104240 w 1258521"/>
                <a:gd name="connsiteY15" fmla="*/ 734017 h 914263"/>
                <a:gd name="connsiteX16" fmla="*/ 1104342 w 1258521"/>
                <a:gd name="connsiteY16" fmla="*/ 731729 h 914263"/>
                <a:gd name="connsiteX17" fmla="*/ 1104678 w 1258521"/>
                <a:gd name="connsiteY17" fmla="*/ 730115 h 914263"/>
                <a:gd name="connsiteX18" fmla="*/ 1104678 w 1258521"/>
                <a:gd name="connsiteY18" fmla="*/ 725102 h 914263"/>
                <a:gd name="connsiteX19" fmla="*/ 1100639 w 1258521"/>
                <a:gd name="connsiteY19" fmla="*/ 723017 h 914263"/>
                <a:gd name="connsiteX20" fmla="*/ 1098822 w 1258521"/>
                <a:gd name="connsiteY20" fmla="*/ 722815 h 914263"/>
                <a:gd name="connsiteX21" fmla="*/ 1096870 w 1258521"/>
                <a:gd name="connsiteY21" fmla="*/ 722310 h 914263"/>
                <a:gd name="connsiteX22" fmla="*/ 1096668 w 1258521"/>
                <a:gd name="connsiteY22" fmla="*/ 722310 h 914263"/>
                <a:gd name="connsiteX23" fmla="*/ 1095861 w 1258521"/>
                <a:gd name="connsiteY23" fmla="*/ 722916 h 914263"/>
                <a:gd name="connsiteX24" fmla="*/ 1093404 w 1258521"/>
                <a:gd name="connsiteY24" fmla="*/ 724026 h 914263"/>
                <a:gd name="connsiteX25" fmla="*/ 1089332 w 1258521"/>
                <a:gd name="connsiteY25" fmla="*/ 724968 h 914263"/>
                <a:gd name="connsiteX26" fmla="*/ 1086572 w 1258521"/>
                <a:gd name="connsiteY26" fmla="*/ 725338 h 914263"/>
                <a:gd name="connsiteX27" fmla="*/ 1084553 w 1258521"/>
                <a:gd name="connsiteY27" fmla="*/ 725405 h 914263"/>
                <a:gd name="connsiteX28" fmla="*/ 1083476 w 1258521"/>
                <a:gd name="connsiteY28" fmla="*/ 724228 h 914263"/>
                <a:gd name="connsiteX29" fmla="*/ 1082971 w 1258521"/>
                <a:gd name="connsiteY29" fmla="*/ 724026 h 914263"/>
                <a:gd name="connsiteX30" fmla="*/ 1079134 w 1258521"/>
                <a:gd name="connsiteY30" fmla="*/ 724026 h 914263"/>
                <a:gd name="connsiteX31" fmla="*/ 1077485 w 1258521"/>
                <a:gd name="connsiteY31" fmla="*/ 724194 h 914263"/>
                <a:gd name="connsiteX32" fmla="*/ 1075298 w 1258521"/>
                <a:gd name="connsiteY32" fmla="*/ 725674 h 914263"/>
                <a:gd name="connsiteX33" fmla="*/ 1070721 w 1258521"/>
                <a:gd name="connsiteY33" fmla="*/ 726986 h 914263"/>
                <a:gd name="connsiteX34" fmla="*/ 1066581 w 1258521"/>
                <a:gd name="connsiteY34" fmla="*/ 726616 h 914263"/>
                <a:gd name="connsiteX35" fmla="*/ 1064259 w 1258521"/>
                <a:gd name="connsiteY35" fmla="*/ 726616 h 914263"/>
                <a:gd name="connsiteX36" fmla="*/ 1062879 w 1258521"/>
                <a:gd name="connsiteY36" fmla="*/ 725035 h 914263"/>
                <a:gd name="connsiteX37" fmla="*/ 1062576 w 1258521"/>
                <a:gd name="connsiteY37" fmla="*/ 723353 h 914263"/>
                <a:gd name="connsiteX38" fmla="*/ 1064023 w 1258521"/>
                <a:gd name="connsiteY38" fmla="*/ 721940 h 914263"/>
                <a:gd name="connsiteX39" fmla="*/ 1064999 w 1258521"/>
                <a:gd name="connsiteY39" fmla="*/ 719451 h 914263"/>
                <a:gd name="connsiteX40" fmla="*/ 1065975 w 1258521"/>
                <a:gd name="connsiteY40" fmla="*/ 717500 h 914263"/>
                <a:gd name="connsiteX41" fmla="*/ 1067389 w 1258521"/>
                <a:gd name="connsiteY41" fmla="*/ 714775 h 914263"/>
                <a:gd name="connsiteX42" fmla="*/ 1068028 w 1258521"/>
                <a:gd name="connsiteY42" fmla="*/ 712387 h 914263"/>
                <a:gd name="connsiteX43" fmla="*/ 1067927 w 1258521"/>
                <a:gd name="connsiteY43" fmla="*/ 709897 h 914263"/>
                <a:gd name="connsiteX44" fmla="*/ 1066480 w 1258521"/>
                <a:gd name="connsiteY44" fmla="*/ 708518 h 914263"/>
                <a:gd name="connsiteX45" fmla="*/ 1060624 w 1258521"/>
                <a:gd name="connsiteY45" fmla="*/ 702799 h 914263"/>
                <a:gd name="connsiteX46" fmla="*/ 1056215 w 1258521"/>
                <a:gd name="connsiteY46" fmla="*/ 698224 h 914263"/>
                <a:gd name="connsiteX47" fmla="*/ 1047095 w 1258521"/>
                <a:gd name="connsiteY47" fmla="*/ 688671 h 914263"/>
                <a:gd name="connsiteX48" fmla="*/ 1043696 w 1258521"/>
                <a:gd name="connsiteY48" fmla="*/ 682380 h 914263"/>
                <a:gd name="connsiteX49" fmla="*/ 1039355 w 1258521"/>
                <a:gd name="connsiteY49" fmla="*/ 673264 h 914263"/>
                <a:gd name="connsiteX50" fmla="*/ 1038850 w 1258521"/>
                <a:gd name="connsiteY50" fmla="*/ 670236 h 914263"/>
                <a:gd name="connsiteX51" fmla="*/ 1039220 w 1258521"/>
                <a:gd name="connsiteY51" fmla="*/ 660884 h 914263"/>
                <a:gd name="connsiteX52" fmla="*/ 1038210 w 1258521"/>
                <a:gd name="connsiteY52" fmla="*/ 654863 h 914263"/>
                <a:gd name="connsiteX53" fmla="*/ 1038008 w 1258521"/>
                <a:gd name="connsiteY53" fmla="*/ 651532 h 914263"/>
                <a:gd name="connsiteX54" fmla="*/ 1037268 w 1258521"/>
                <a:gd name="connsiteY54" fmla="*/ 647126 h 914263"/>
                <a:gd name="connsiteX55" fmla="*/ 1037402 w 1258521"/>
                <a:gd name="connsiteY55" fmla="*/ 643728 h 914263"/>
                <a:gd name="connsiteX56" fmla="*/ 1038715 w 1258521"/>
                <a:gd name="connsiteY56" fmla="*/ 641710 h 914263"/>
                <a:gd name="connsiteX57" fmla="*/ 1040398 w 1258521"/>
                <a:gd name="connsiteY57" fmla="*/ 641070 h 914263"/>
                <a:gd name="connsiteX58" fmla="*/ 1045547 w 1258521"/>
                <a:gd name="connsiteY58" fmla="*/ 640869 h 914263"/>
                <a:gd name="connsiteX59" fmla="*/ 1048508 w 1258521"/>
                <a:gd name="connsiteY59" fmla="*/ 640364 h 914263"/>
                <a:gd name="connsiteX60" fmla="*/ 1052850 w 1258521"/>
                <a:gd name="connsiteY60" fmla="*/ 640667 h 914263"/>
                <a:gd name="connsiteX61" fmla="*/ 1055105 w 1258521"/>
                <a:gd name="connsiteY61" fmla="*/ 640970 h 914263"/>
                <a:gd name="connsiteX62" fmla="*/ 1057494 w 1258521"/>
                <a:gd name="connsiteY62" fmla="*/ 641979 h 914263"/>
                <a:gd name="connsiteX63" fmla="*/ 1059076 w 1258521"/>
                <a:gd name="connsiteY63" fmla="*/ 643425 h 914263"/>
                <a:gd name="connsiteX64" fmla="*/ 1061331 w 1258521"/>
                <a:gd name="connsiteY64" fmla="*/ 644300 h 914263"/>
                <a:gd name="connsiteX65" fmla="*/ 1064091 w 1258521"/>
                <a:gd name="connsiteY65" fmla="*/ 644737 h 914263"/>
                <a:gd name="connsiteX66" fmla="*/ 1066278 w 1258521"/>
                <a:gd name="connsiteY66" fmla="*/ 645107 h 914263"/>
                <a:gd name="connsiteX67" fmla="*/ 1068466 w 1258521"/>
                <a:gd name="connsiteY67" fmla="*/ 645982 h 914263"/>
                <a:gd name="connsiteX68" fmla="*/ 1071865 w 1258521"/>
                <a:gd name="connsiteY68" fmla="*/ 646419 h 914263"/>
                <a:gd name="connsiteX69" fmla="*/ 1074187 w 1258521"/>
                <a:gd name="connsiteY69" fmla="*/ 648303 h 914263"/>
                <a:gd name="connsiteX70" fmla="*/ 1077283 w 1258521"/>
                <a:gd name="connsiteY70" fmla="*/ 650691 h 914263"/>
                <a:gd name="connsiteX71" fmla="*/ 1080918 w 1258521"/>
                <a:gd name="connsiteY71" fmla="*/ 653080 h 914263"/>
                <a:gd name="connsiteX72" fmla="*/ 1084250 w 1258521"/>
                <a:gd name="connsiteY72" fmla="*/ 655906 h 914263"/>
                <a:gd name="connsiteX73" fmla="*/ 1088524 w 1258521"/>
                <a:gd name="connsiteY73" fmla="*/ 658092 h 914263"/>
                <a:gd name="connsiteX74" fmla="*/ 1092663 w 1258521"/>
                <a:gd name="connsiteY74" fmla="*/ 660548 h 914263"/>
                <a:gd name="connsiteX75" fmla="*/ 1095120 w 1258521"/>
                <a:gd name="connsiteY75" fmla="*/ 662364 h 914263"/>
                <a:gd name="connsiteX76" fmla="*/ 1098014 w 1258521"/>
                <a:gd name="connsiteY76" fmla="*/ 663441 h 914263"/>
                <a:gd name="connsiteX77" fmla="*/ 1102221 w 1258521"/>
                <a:gd name="connsiteY77" fmla="*/ 665190 h 914263"/>
                <a:gd name="connsiteX78" fmla="*/ 1104409 w 1258521"/>
                <a:gd name="connsiteY78" fmla="*/ 665897 h 914263"/>
                <a:gd name="connsiteX79" fmla="*/ 1107370 w 1258521"/>
                <a:gd name="connsiteY79" fmla="*/ 666973 h 914263"/>
                <a:gd name="connsiteX80" fmla="*/ 1110769 w 1258521"/>
                <a:gd name="connsiteY80" fmla="*/ 668554 h 914263"/>
                <a:gd name="connsiteX81" fmla="*/ 1111510 w 1258521"/>
                <a:gd name="connsiteY81" fmla="*/ 670001 h 914263"/>
                <a:gd name="connsiteX82" fmla="*/ 1112890 w 1258521"/>
                <a:gd name="connsiteY82" fmla="*/ 673465 h 914263"/>
                <a:gd name="connsiteX83" fmla="*/ 1116457 w 1258521"/>
                <a:gd name="connsiteY83" fmla="*/ 675215 h 914263"/>
                <a:gd name="connsiteX84" fmla="*/ 1119486 w 1258521"/>
                <a:gd name="connsiteY84" fmla="*/ 677536 h 914263"/>
                <a:gd name="connsiteX85" fmla="*/ 1121505 w 1258521"/>
                <a:gd name="connsiteY85" fmla="*/ 678982 h 914263"/>
                <a:gd name="connsiteX86" fmla="*/ 1123895 w 1258521"/>
                <a:gd name="connsiteY86" fmla="*/ 681438 h 914263"/>
                <a:gd name="connsiteX87" fmla="*/ 1124972 w 1258521"/>
                <a:gd name="connsiteY87" fmla="*/ 682750 h 914263"/>
                <a:gd name="connsiteX88" fmla="*/ 1127664 w 1258521"/>
                <a:gd name="connsiteY88" fmla="*/ 683187 h 914263"/>
                <a:gd name="connsiteX89" fmla="*/ 1129313 w 1258521"/>
                <a:gd name="connsiteY89" fmla="*/ 683187 h 914263"/>
                <a:gd name="connsiteX90" fmla="*/ 1131130 w 1258521"/>
                <a:gd name="connsiteY90" fmla="*/ 682817 h 914263"/>
                <a:gd name="connsiteX91" fmla="*/ 1132073 w 1258521"/>
                <a:gd name="connsiteY91" fmla="*/ 682245 h 914263"/>
                <a:gd name="connsiteX92" fmla="*/ 1134260 w 1258521"/>
                <a:gd name="connsiteY92" fmla="*/ 681438 h 914263"/>
                <a:gd name="connsiteX93" fmla="*/ 1135203 w 1258521"/>
                <a:gd name="connsiteY93" fmla="*/ 680193 h 914263"/>
                <a:gd name="connsiteX94" fmla="*/ 1135506 w 1258521"/>
                <a:gd name="connsiteY94" fmla="*/ 678680 h 914263"/>
                <a:gd name="connsiteX95" fmla="*/ 1135876 w 1258521"/>
                <a:gd name="connsiteY95" fmla="*/ 677435 h 914263"/>
                <a:gd name="connsiteX96" fmla="*/ 1136381 w 1258521"/>
                <a:gd name="connsiteY96" fmla="*/ 676291 h 914263"/>
                <a:gd name="connsiteX97" fmla="*/ 1137121 w 1258521"/>
                <a:gd name="connsiteY97" fmla="*/ 674845 h 914263"/>
                <a:gd name="connsiteX98" fmla="*/ 1138131 w 1258521"/>
                <a:gd name="connsiteY98" fmla="*/ 673768 h 914263"/>
                <a:gd name="connsiteX99" fmla="*/ 1140015 w 1258521"/>
                <a:gd name="connsiteY99" fmla="*/ 672826 h 914263"/>
                <a:gd name="connsiteX100" fmla="*/ 1141900 w 1258521"/>
                <a:gd name="connsiteY100" fmla="*/ 674340 h 914263"/>
                <a:gd name="connsiteX101" fmla="*/ 1143414 w 1258521"/>
                <a:gd name="connsiteY101" fmla="*/ 676998 h 914263"/>
                <a:gd name="connsiteX102" fmla="*/ 1146443 w 1258521"/>
                <a:gd name="connsiteY102" fmla="*/ 678141 h 914263"/>
                <a:gd name="connsiteX103" fmla="*/ 1147756 w 1258521"/>
                <a:gd name="connsiteY103" fmla="*/ 676358 h 914263"/>
                <a:gd name="connsiteX104" fmla="*/ 1147924 w 1258521"/>
                <a:gd name="connsiteY104" fmla="*/ 672894 h 914263"/>
                <a:gd name="connsiteX105" fmla="*/ 1148833 w 1258521"/>
                <a:gd name="connsiteY105" fmla="*/ 671918 h 914263"/>
                <a:gd name="connsiteX106" fmla="*/ 1150314 w 1258521"/>
                <a:gd name="connsiteY106" fmla="*/ 669630 h 914263"/>
                <a:gd name="connsiteX107" fmla="*/ 1150751 w 1258521"/>
                <a:gd name="connsiteY107" fmla="*/ 667680 h 914263"/>
                <a:gd name="connsiteX108" fmla="*/ 1151088 w 1258521"/>
                <a:gd name="connsiteY108" fmla="*/ 665358 h 914263"/>
                <a:gd name="connsiteX109" fmla="*/ 1152434 w 1258521"/>
                <a:gd name="connsiteY109" fmla="*/ 663306 h 914263"/>
                <a:gd name="connsiteX110" fmla="*/ 1155261 w 1258521"/>
                <a:gd name="connsiteY110" fmla="*/ 660581 h 914263"/>
                <a:gd name="connsiteX111" fmla="*/ 1156944 w 1258521"/>
                <a:gd name="connsiteY111" fmla="*/ 660211 h 914263"/>
                <a:gd name="connsiteX112" fmla="*/ 1160410 w 1258521"/>
                <a:gd name="connsiteY112" fmla="*/ 659404 h 914263"/>
                <a:gd name="connsiteX113" fmla="*/ 1160780 w 1258521"/>
                <a:gd name="connsiteY113" fmla="*/ 658328 h 914263"/>
                <a:gd name="connsiteX114" fmla="*/ 1161554 w 1258521"/>
                <a:gd name="connsiteY114" fmla="*/ 656646 h 914263"/>
                <a:gd name="connsiteX115" fmla="*/ 1164920 w 1258521"/>
                <a:gd name="connsiteY115" fmla="*/ 656208 h 914263"/>
                <a:gd name="connsiteX116" fmla="*/ 1167949 w 1258521"/>
                <a:gd name="connsiteY116" fmla="*/ 655502 h 914263"/>
                <a:gd name="connsiteX117" fmla="*/ 1170439 w 1258521"/>
                <a:gd name="connsiteY117" fmla="*/ 654291 h 914263"/>
                <a:gd name="connsiteX118" fmla="*/ 1171482 w 1258521"/>
                <a:gd name="connsiteY118" fmla="*/ 653248 h 914263"/>
                <a:gd name="connsiteX119" fmla="*/ 1170876 w 1258521"/>
                <a:gd name="connsiteY119" fmla="*/ 651667 h 914263"/>
                <a:gd name="connsiteX120" fmla="*/ 1168050 w 1258521"/>
                <a:gd name="connsiteY120" fmla="*/ 649985 h 914263"/>
                <a:gd name="connsiteX121" fmla="*/ 1167713 w 1258521"/>
                <a:gd name="connsiteY121" fmla="*/ 648034 h 914263"/>
                <a:gd name="connsiteX122" fmla="*/ 1167376 w 1258521"/>
                <a:gd name="connsiteY122" fmla="*/ 644872 h 914263"/>
                <a:gd name="connsiteX123" fmla="*/ 1167478 w 1258521"/>
                <a:gd name="connsiteY123" fmla="*/ 643459 h 914263"/>
                <a:gd name="connsiteX124" fmla="*/ 1166670 w 1258521"/>
                <a:gd name="connsiteY124" fmla="*/ 638346 h 914263"/>
                <a:gd name="connsiteX125" fmla="*/ 1166603 w 1258521"/>
                <a:gd name="connsiteY125" fmla="*/ 637034 h 914263"/>
                <a:gd name="connsiteX126" fmla="*/ 1164751 w 1258521"/>
                <a:gd name="connsiteY126" fmla="*/ 635015 h 914263"/>
                <a:gd name="connsiteX127" fmla="*/ 1160343 w 1258521"/>
                <a:gd name="connsiteY127" fmla="*/ 632963 h 914263"/>
                <a:gd name="connsiteX128" fmla="*/ 1158121 w 1258521"/>
                <a:gd name="connsiteY128" fmla="*/ 633165 h 914263"/>
                <a:gd name="connsiteX129" fmla="*/ 1153679 w 1258521"/>
                <a:gd name="connsiteY129" fmla="*/ 632089 h 914263"/>
                <a:gd name="connsiteX130" fmla="*/ 1149775 w 1258521"/>
                <a:gd name="connsiteY130" fmla="*/ 630474 h 914263"/>
                <a:gd name="connsiteX131" fmla="*/ 1146948 w 1258521"/>
                <a:gd name="connsiteY131" fmla="*/ 628691 h 914263"/>
                <a:gd name="connsiteX132" fmla="*/ 1144727 w 1258521"/>
                <a:gd name="connsiteY132" fmla="*/ 625933 h 914263"/>
                <a:gd name="connsiteX133" fmla="*/ 1144727 w 1258521"/>
                <a:gd name="connsiteY133" fmla="*/ 625293 h 914263"/>
                <a:gd name="connsiteX134" fmla="*/ 1145669 w 1258521"/>
                <a:gd name="connsiteY134" fmla="*/ 623073 h 914263"/>
                <a:gd name="connsiteX135" fmla="*/ 1146578 w 1258521"/>
                <a:gd name="connsiteY135" fmla="*/ 620046 h 914263"/>
                <a:gd name="connsiteX136" fmla="*/ 1146309 w 1258521"/>
                <a:gd name="connsiteY136" fmla="*/ 618128 h 914263"/>
                <a:gd name="connsiteX137" fmla="*/ 1145063 w 1258521"/>
                <a:gd name="connsiteY137" fmla="*/ 616278 h 914263"/>
                <a:gd name="connsiteX138" fmla="*/ 1141631 w 1258521"/>
                <a:gd name="connsiteY138" fmla="*/ 615235 h 914263"/>
                <a:gd name="connsiteX139" fmla="*/ 1138198 w 1258521"/>
                <a:gd name="connsiteY139" fmla="*/ 616312 h 914263"/>
                <a:gd name="connsiteX140" fmla="*/ 1136145 w 1258521"/>
                <a:gd name="connsiteY140" fmla="*/ 618095 h 914263"/>
                <a:gd name="connsiteX141" fmla="*/ 1134193 w 1258521"/>
                <a:gd name="connsiteY141" fmla="*/ 620550 h 914263"/>
                <a:gd name="connsiteX142" fmla="*/ 1131703 w 1258521"/>
                <a:gd name="connsiteY142" fmla="*/ 622872 h 914263"/>
                <a:gd name="connsiteX143" fmla="*/ 1127395 w 1258521"/>
                <a:gd name="connsiteY143" fmla="*/ 622064 h 914263"/>
                <a:gd name="connsiteX144" fmla="*/ 1125611 w 1258521"/>
                <a:gd name="connsiteY144" fmla="*/ 620147 h 914263"/>
                <a:gd name="connsiteX145" fmla="*/ 1123861 w 1258521"/>
                <a:gd name="connsiteY145" fmla="*/ 616009 h 914263"/>
                <a:gd name="connsiteX146" fmla="*/ 1123760 w 1258521"/>
                <a:gd name="connsiteY146" fmla="*/ 614327 h 914263"/>
                <a:gd name="connsiteX147" fmla="*/ 1124097 w 1258521"/>
                <a:gd name="connsiteY147" fmla="*/ 612309 h 914263"/>
                <a:gd name="connsiteX148" fmla="*/ 1125174 w 1258521"/>
                <a:gd name="connsiteY148" fmla="*/ 609416 h 914263"/>
                <a:gd name="connsiteX149" fmla="*/ 1126823 w 1258521"/>
                <a:gd name="connsiteY149" fmla="*/ 607128 h 914263"/>
                <a:gd name="connsiteX150" fmla="*/ 1128876 w 1258521"/>
                <a:gd name="connsiteY150" fmla="*/ 605951 h 914263"/>
                <a:gd name="connsiteX151" fmla="*/ 1131164 w 1258521"/>
                <a:gd name="connsiteY151" fmla="*/ 605143 h 914263"/>
                <a:gd name="connsiteX152" fmla="*/ 1133554 w 1258521"/>
                <a:gd name="connsiteY152" fmla="*/ 604067 h 914263"/>
                <a:gd name="connsiteX153" fmla="*/ 1136111 w 1258521"/>
                <a:gd name="connsiteY153" fmla="*/ 602822 h 914263"/>
                <a:gd name="connsiteX154" fmla="*/ 1138568 w 1258521"/>
                <a:gd name="connsiteY154" fmla="*/ 602385 h 914263"/>
                <a:gd name="connsiteX155" fmla="*/ 1140487 w 1258521"/>
                <a:gd name="connsiteY155" fmla="*/ 604504 h 914263"/>
                <a:gd name="connsiteX156" fmla="*/ 1142270 w 1258521"/>
                <a:gd name="connsiteY156" fmla="*/ 605917 h 914263"/>
                <a:gd name="connsiteX157" fmla="*/ 1144222 w 1258521"/>
                <a:gd name="connsiteY157" fmla="*/ 606422 h 914263"/>
                <a:gd name="connsiteX158" fmla="*/ 1145972 w 1258521"/>
                <a:gd name="connsiteY158" fmla="*/ 606422 h 914263"/>
                <a:gd name="connsiteX159" fmla="*/ 1147217 w 1258521"/>
                <a:gd name="connsiteY159" fmla="*/ 605614 h 914263"/>
                <a:gd name="connsiteX160" fmla="*/ 1147857 w 1258521"/>
                <a:gd name="connsiteY160" fmla="*/ 605244 h 914263"/>
                <a:gd name="connsiteX161" fmla="*/ 1148126 w 1258521"/>
                <a:gd name="connsiteY161" fmla="*/ 603327 h 914263"/>
                <a:gd name="connsiteX162" fmla="*/ 1148025 w 1258521"/>
                <a:gd name="connsiteY162" fmla="*/ 601578 h 914263"/>
                <a:gd name="connsiteX163" fmla="*/ 1148227 w 1258521"/>
                <a:gd name="connsiteY163" fmla="*/ 599828 h 914263"/>
                <a:gd name="connsiteX164" fmla="*/ 1148227 w 1258521"/>
                <a:gd name="connsiteY164" fmla="*/ 597003 h 914263"/>
                <a:gd name="connsiteX165" fmla="*/ 1147588 w 1258521"/>
                <a:gd name="connsiteY165" fmla="*/ 593840 h 914263"/>
                <a:gd name="connsiteX166" fmla="*/ 1147386 w 1258521"/>
                <a:gd name="connsiteY166" fmla="*/ 591351 h 914263"/>
                <a:gd name="connsiteX167" fmla="*/ 1147823 w 1258521"/>
                <a:gd name="connsiteY167" fmla="*/ 588088 h 914263"/>
                <a:gd name="connsiteX168" fmla="*/ 1149573 w 1258521"/>
                <a:gd name="connsiteY168" fmla="*/ 585902 h 914263"/>
                <a:gd name="connsiteX169" fmla="*/ 1151525 w 1258521"/>
                <a:gd name="connsiteY169" fmla="*/ 583950 h 914263"/>
                <a:gd name="connsiteX170" fmla="*/ 1154117 w 1258521"/>
                <a:gd name="connsiteY170" fmla="*/ 582336 h 914263"/>
                <a:gd name="connsiteX171" fmla="*/ 1158895 w 1258521"/>
                <a:gd name="connsiteY171" fmla="*/ 580485 h 914263"/>
                <a:gd name="connsiteX172" fmla="*/ 1161723 w 1258521"/>
                <a:gd name="connsiteY172" fmla="*/ 578972 h 914263"/>
                <a:gd name="connsiteX173" fmla="*/ 1165626 w 1258521"/>
                <a:gd name="connsiteY173" fmla="*/ 578097 h 914263"/>
                <a:gd name="connsiteX174" fmla="*/ 1169429 w 1258521"/>
                <a:gd name="connsiteY174" fmla="*/ 575910 h 914263"/>
                <a:gd name="connsiteX175" fmla="*/ 1171718 w 1258521"/>
                <a:gd name="connsiteY175" fmla="*/ 575036 h 914263"/>
                <a:gd name="connsiteX176" fmla="*/ 1175420 w 1258521"/>
                <a:gd name="connsiteY176" fmla="*/ 574161 h 914263"/>
                <a:gd name="connsiteX177" fmla="*/ 1178247 w 1258521"/>
                <a:gd name="connsiteY177" fmla="*/ 572849 h 914263"/>
                <a:gd name="connsiteX178" fmla="*/ 1181511 w 1258521"/>
                <a:gd name="connsiteY178" fmla="*/ 571235 h 914263"/>
                <a:gd name="connsiteX179" fmla="*/ 1183026 w 1258521"/>
                <a:gd name="connsiteY179" fmla="*/ 568846 h 914263"/>
                <a:gd name="connsiteX180" fmla="*/ 1185113 w 1258521"/>
                <a:gd name="connsiteY180" fmla="*/ 566222 h 914263"/>
                <a:gd name="connsiteX181" fmla="*/ 1187401 w 1258521"/>
                <a:gd name="connsiteY181" fmla="*/ 564809 h 914263"/>
                <a:gd name="connsiteX182" fmla="*/ 1191103 w 1258521"/>
                <a:gd name="connsiteY182" fmla="*/ 562085 h 914263"/>
                <a:gd name="connsiteX183" fmla="*/ 1193156 w 1258521"/>
                <a:gd name="connsiteY183" fmla="*/ 559259 h 914263"/>
                <a:gd name="connsiteX184" fmla="*/ 1194334 w 1258521"/>
                <a:gd name="connsiteY184" fmla="*/ 555794 h 914263"/>
                <a:gd name="connsiteX185" fmla="*/ 1194233 w 1258521"/>
                <a:gd name="connsiteY185" fmla="*/ 554482 h 914263"/>
                <a:gd name="connsiteX186" fmla="*/ 1193694 w 1258521"/>
                <a:gd name="connsiteY186" fmla="*/ 552430 h 914263"/>
                <a:gd name="connsiteX187" fmla="*/ 1191305 w 1258521"/>
                <a:gd name="connsiteY187" fmla="*/ 549268 h 914263"/>
                <a:gd name="connsiteX188" fmla="*/ 1186963 w 1258521"/>
                <a:gd name="connsiteY188" fmla="*/ 548057 h 914263"/>
                <a:gd name="connsiteX189" fmla="*/ 1184237 w 1258521"/>
                <a:gd name="connsiteY189" fmla="*/ 545870 h 914263"/>
                <a:gd name="connsiteX190" fmla="*/ 1183598 w 1258521"/>
                <a:gd name="connsiteY190" fmla="*/ 543381 h 914263"/>
                <a:gd name="connsiteX191" fmla="*/ 1183059 w 1258521"/>
                <a:gd name="connsiteY191" fmla="*/ 540690 h 914263"/>
                <a:gd name="connsiteX192" fmla="*/ 1183059 w 1258521"/>
                <a:gd name="connsiteY192" fmla="*/ 538100 h 914263"/>
                <a:gd name="connsiteX193" fmla="*/ 1184002 w 1258521"/>
                <a:gd name="connsiteY193" fmla="*/ 534500 h 914263"/>
                <a:gd name="connsiteX194" fmla="*/ 1185146 w 1258521"/>
                <a:gd name="connsiteY194" fmla="*/ 531876 h 914263"/>
                <a:gd name="connsiteX195" fmla="*/ 1186223 w 1258521"/>
                <a:gd name="connsiteY195" fmla="*/ 530363 h 914263"/>
                <a:gd name="connsiteX196" fmla="*/ 1189050 w 1258521"/>
                <a:gd name="connsiteY196" fmla="*/ 529152 h 914263"/>
                <a:gd name="connsiteX197" fmla="*/ 1192954 w 1258521"/>
                <a:gd name="connsiteY197" fmla="*/ 529488 h 914263"/>
                <a:gd name="connsiteX198" fmla="*/ 1195142 w 1258521"/>
                <a:gd name="connsiteY198" fmla="*/ 531439 h 914263"/>
                <a:gd name="connsiteX199" fmla="*/ 1197430 w 1258521"/>
                <a:gd name="connsiteY199" fmla="*/ 530026 h 914263"/>
                <a:gd name="connsiteX200" fmla="*/ 1200695 w 1258521"/>
                <a:gd name="connsiteY200" fmla="*/ 527200 h 914263"/>
                <a:gd name="connsiteX201" fmla="*/ 1204598 w 1258521"/>
                <a:gd name="connsiteY201" fmla="*/ 524274 h 914263"/>
                <a:gd name="connsiteX202" fmla="*/ 1206214 w 1258521"/>
                <a:gd name="connsiteY202" fmla="*/ 520136 h 914263"/>
                <a:gd name="connsiteX203" fmla="*/ 1210892 w 1258521"/>
                <a:gd name="connsiteY203" fmla="*/ 518723 h 914263"/>
                <a:gd name="connsiteX204" fmla="*/ 1215570 w 1258521"/>
                <a:gd name="connsiteY204" fmla="*/ 520910 h 914263"/>
                <a:gd name="connsiteX205" fmla="*/ 1218834 w 1258521"/>
                <a:gd name="connsiteY205" fmla="*/ 523399 h 914263"/>
                <a:gd name="connsiteX206" fmla="*/ 1223613 w 1258521"/>
                <a:gd name="connsiteY206" fmla="*/ 522962 h 914263"/>
                <a:gd name="connsiteX207" fmla="*/ 1226238 w 1258521"/>
                <a:gd name="connsiteY207" fmla="*/ 521347 h 914263"/>
                <a:gd name="connsiteX208" fmla="*/ 1227551 w 1258521"/>
                <a:gd name="connsiteY208" fmla="*/ 518521 h 914263"/>
                <a:gd name="connsiteX209" fmla="*/ 1227753 w 1258521"/>
                <a:gd name="connsiteY209" fmla="*/ 514182 h 914263"/>
                <a:gd name="connsiteX210" fmla="*/ 1227854 w 1258521"/>
                <a:gd name="connsiteY210" fmla="*/ 511894 h 914263"/>
                <a:gd name="connsiteX211" fmla="*/ 1227080 w 1258521"/>
                <a:gd name="connsiteY211" fmla="*/ 507454 h 914263"/>
                <a:gd name="connsiteX212" fmla="*/ 1226205 w 1258521"/>
                <a:gd name="connsiteY212" fmla="*/ 504426 h 914263"/>
                <a:gd name="connsiteX213" fmla="*/ 1225431 w 1258521"/>
                <a:gd name="connsiteY213" fmla="*/ 500625 h 914263"/>
                <a:gd name="connsiteX214" fmla="*/ 1225229 w 1258521"/>
                <a:gd name="connsiteY214" fmla="*/ 496386 h 914263"/>
                <a:gd name="connsiteX215" fmla="*/ 1224892 w 1258521"/>
                <a:gd name="connsiteY215" fmla="*/ 494536 h 914263"/>
                <a:gd name="connsiteX216" fmla="*/ 1224354 w 1258521"/>
                <a:gd name="connsiteY216" fmla="*/ 492047 h 914263"/>
                <a:gd name="connsiteX217" fmla="*/ 1223479 w 1258521"/>
                <a:gd name="connsiteY217" fmla="*/ 489120 h 914263"/>
                <a:gd name="connsiteX218" fmla="*/ 1226407 w 1258521"/>
                <a:gd name="connsiteY218" fmla="*/ 488145 h 914263"/>
                <a:gd name="connsiteX219" fmla="*/ 1227719 w 1258521"/>
                <a:gd name="connsiteY219" fmla="*/ 487808 h 914263"/>
                <a:gd name="connsiteX220" fmla="*/ 1231623 w 1258521"/>
                <a:gd name="connsiteY220" fmla="*/ 485958 h 914263"/>
                <a:gd name="connsiteX221" fmla="*/ 1235863 w 1258521"/>
                <a:gd name="connsiteY221" fmla="*/ 483906 h 914263"/>
                <a:gd name="connsiteX222" fmla="*/ 1241417 w 1258521"/>
                <a:gd name="connsiteY222" fmla="*/ 484579 h 914263"/>
                <a:gd name="connsiteX223" fmla="*/ 1244008 w 1258521"/>
                <a:gd name="connsiteY223" fmla="*/ 485353 h 914263"/>
                <a:gd name="connsiteX224" fmla="*/ 1247037 w 1258521"/>
                <a:gd name="connsiteY224" fmla="*/ 485790 h 914263"/>
                <a:gd name="connsiteX225" fmla="*/ 1248249 w 1258521"/>
                <a:gd name="connsiteY225" fmla="*/ 484814 h 914263"/>
                <a:gd name="connsiteX226" fmla="*/ 1248484 w 1258521"/>
                <a:gd name="connsiteY226" fmla="*/ 483637 h 914263"/>
                <a:gd name="connsiteX227" fmla="*/ 1248585 w 1258521"/>
                <a:gd name="connsiteY227" fmla="*/ 482224 h 914263"/>
                <a:gd name="connsiteX228" fmla="*/ 1249023 w 1258521"/>
                <a:gd name="connsiteY228" fmla="*/ 478423 h 914263"/>
                <a:gd name="connsiteX229" fmla="*/ 1249123 w 1258521"/>
                <a:gd name="connsiteY229" fmla="*/ 474722 h 914263"/>
                <a:gd name="connsiteX230" fmla="*/ 1249123 w 1258521"/>
                <a:gd name="connsiteY230" fmla="*/ 471022 h 914263"/>
                <a:gd name="connsiteX231" fmla="*/ 1249023 w 1258521"/>
                <a:gd name="connsiteY231" fmla="*/ 467221 h 914263"/>
                <a:gd name="connsiteX232" fmla="*/ 1249023 w 1258521"/>
                <a:gd name="connsiteY232" fmla="*/ 465472 h 914263"/>
                <a:gd name="connsiteX233" fmla="*/ 1247407 w 1258521"/>
                <a:gd name="connsiteY233" fmla="*/ 462982 h 914263"/>
                <a:gd name="connsiteX234" fmla="*/ 1246768 w 1258521"/>
                <a:gd name="connsiteY234" fmla="*/ 461670 h 914263"/>
                <a:gd name="connsiteX235" fmla="*/ 1245691 w 1258521"/>
                <a:gd name="connsiteY235" fmla="*/ 459181 h 914263"/>
                <a:gd name="connsiteX236" fmla="*/ 1245893 w 1258521"/>
                <a:gd name="connsiteY236" fmla="*/ 457230 h 914263"/>
                <a:gd name="connsiteX237" fmla="*/ 1246229 w 1258521"/>
                <a:gd name="connsiteY237" fmla="*/ 456456 h 914263"/>
                <a:gd name="connsiteX238" fmla="*/ 1248282 w 1258521"/>
                <a:gd name="connsiteY238" fmla="*/ 452655 h 914263"/>
                <a:gd name="connsiteX239" fmla="*/ 1250571 w 1258521"/>
                <a:gd name="connsiteY239" fmla="*/ 451242 h 914263"/>
                <a:gd name="connsiteX240" fmla="*/ 1256326 w 1258521"/>
                <a:gd name="connsiteY240" fmla="*/ 446903 h 914263"/>
                <a:gd name="connsiteX241" fmla="*/ 1257201 w 1258521"/>
                <a:gd name="connsiteY241" fmla="*/ 443303 h 914263"/>
                <a:gd name="connsiteX242" fmla="*/ 1258513 w 1258521"/>
                <a:gd name="connsiteY242" fmla="*/ 440275 h 914263"/>
                <a:gd name="connsiteX243" fmla="*/ 1257739 w 1258521"/>
                <a:gd name="connsiteY243" fmla="*/ 439838 h 914263"/>
                <a:gd name="connsiteX244" fmla="*/ 1255114 w 1258521"/>
                <a:gd name="connsiteY244" fmla="*/ 438863 h 914263"/>
                <a:gd name="connsiteX245" fmla="*/ 1254340 w 1258521"/>
                <a:gd name="connsiteY245" fmla="*/ 437450 h 914263"/>
                <a:gd name="connsiteX246" fmla="*/ 1253902 w 1258521"/>
                <a:gd name="connsiteY246" fmla="*/ 435061 h 914263"/>
                <a:gd name="connsiteX247" fmla="*/ 1251412 w 1258521"/>
                <a:gd name="connsiteY247" fmla="*/ 432034 h 914263"/>
                <a:gd name="connsiteX248" fmla="*/ 1249763 w 1258521"/>
                <a:gd name="connsiteY248" fmla="*/ 431058 h 914263"/>
                <a:gd name="connsiteX249" fmla="*/ 1246195 w 1258521"/>
                <a:gd name="connsiteY249" fmla="*/ 428468 h 914263"/>
                <a:gd name="connsiteX250" fmla="*/ 1242494 w 1258521"/>
                <a:gd name="connsiteY250" fmla="*/ 424768 h 914263"/>
                <a:gd name="connsiteX251" fmla="*/ 1238791 w 1258521"/>
                <a:gd name="connsiteY251" fmla="*/ 422480 h 914263"/>
                <a:gd name="connsiteX252" fmla="*/ 1234753 w 1258521"/>
                <a:gd name="connsiteY252" fmla="*/ 418881 h 914263"/>
                <a:gd name="connsiteX253" fmla="*/ 1233878 w 1258521"/>
                <a:gd name="connsiteY253" fmla="*/ 413566 h 914263"/>
                <a:gd name="connsiteX254" fmla="*/ 1233777 w 1258521"/>
                <a:gd name="connsiteY254" fmla="*/ 409428 h 914263"/>
                <a:gd name="connsiteX255" fmla="*/ 1233676 w 1258521"/>
                <a:gd name="connsiteY255" fmla="*/ 405089 h 914263"/>
                <a:gd name="connsiteX256" fmla="*/ 1232599 w 1258521"/>
                <a:gd name="connsiteY256" fmla="*/ 401388 h 914263"/>
                <a:gd name="connsiteX257" fmla="*/ 1231623 w 1258521"/>
                <a:gd name="connsiteY257" fmla="*/ 398226 h 914263"/>
                <a:gd name="connsiteX258" fmla="*/ 1230849 w 1258521"/>
                <a:gd name="connsiteY258" fmla="*/ 396039 h 914263"/>
                <a:gd name="connsiteX259" fmla="*/ 1229974 w 1258521"/>
                <a:gd name="connsiteY259" fmla="*/ 395400 h 914263"/>
                <a:gd name="connsiteX260" fmla="*/ 1222805 w 1258521"/>
                <a:gd name="connsiteY260" fmla="*/ 392474 h 914263"/>
                <a:gd name="connsiteX261" fmla="*/ 1222368 w 1258521"/>
                <a:gd name="connsiteY261" fmla="*/ 390623 h 914263"/>
                <a:gd name="connsiteX262" fmla="*/ 1222570 w 1258521"/>
                <a:gd name="connsiteY262" fmla="*/ 387798 h 914263"/>
                <a:gd name="connsiteX263" fmla="*/ 1224320 w 1258521"/>
                <a:gd name="connsiteY263" fmla="*/ 384972 h 914263"/>
                <a:gd name="connsiteX264" fmla="*/ 1226272 w 1258521"/>
                <a:gd name="connsiteY264" fmla="*/ 383895 h 914263"/>
                <a:gd name="connsiteX265" fmla="*/ 1228325 w 1258521"/>
                <a:gd name="connsiteY265" fmla="*/ 382819 h 914263"/>
                <a:gd name="connsiteX266" fmla="*/ 1230176 w 1258521"/>
                <a:gd name="connsiteY266" fmla="*/ 380767 h 914263"/>
                <a:gd name="connsiteX267" fmla="*/ 1230714 w 1258521"/>
                <a:gd name="connsiteY267" fmla="*/ 380431 h 914263"/>
                <a:gd name="connsiteX268" fmla="*/ 1232128 w 1258521"/>
                <a:gd name="connsiteY268" fmla="*/ 378379 h 914263"/>
                <a:gd name="connsiteX269" fmla="*/ 1232666 w 1258521"/>
                <a:gd name="connsiteY269" fmla="*/ 376528 h 914263"/>
                <a:gd name="connsiteX270" fmla="*/ 1232431 w 1258521"/>
                <a:gd name="connsiteY270" fmla="*/ 374577 h 914263"/>
                <a:gd name="connsiteX271" fmla="*/ 1231993 w 1258521"/>
                <a:gd name="connsiteY271" fmla="*/ 371415 h 914263"/>
                <a:gd name="connsiteX272" fmla="*/ 1230479 w 1258521"/>
                <a:gd name="connsiteY272" fmla="*/ 369565 h 914263"/>
                <a:gd name="connsiteX273" fmla="*/ 1227753 w 1258521"/>
                <a:gd name="connsiteY273" fmla="*/ 368253 h 914263"/>
                <a:gd name="connsiteX274" fmla="*/ 1224488 w 1258521"/>
                <a:gd name="connsiteY274" fmla="*/ 365629 h 914263"/>
                <a:gd name="connsiteX275" fmla="*/ 1222839 w 1258521"/>
                <a:gd name="connsiteY275" fmla="*/ 364115 h 914263"/>
                <a:gd name="connsiteX276" fmla="*/ 1218700 w 1258521"/>
                <a:gd name="connsiteY276" fmla="*/ 361626 h 914263"/>
                <a:gd name="connsiteX277" fmla="*/ 1213483 w 1258521"/>
                <a:gd name="connsiteY277" fmla="*/ 360112 h 914263"/>
                <a:gd name="connsiteX278" fmla="*/ 1210858 w 1258521"/>
                <a:gd name="connsiteY278" fmla="*/ 358800 h 914263"/>
                <a:gd name="connsiteX279" fmla="*/ 1212373 w 1258521"/>
                <a:gd name="connsiteY279" fmla="*/ 354326 h 914263"/>
                <a:gd name="connsiteX280" fmla="*/ 1214123 w 1258521"/>
                <a:gd name="connsiteY280" fmla="*/ 353351 h 914263"/>
                <a:gd name="connsiteX281" fmla="*/ 1215099 w 1258521"/>
                <a:gd name="connsiteY281" fmla="*/ 351332 h 914263"/>
                <a:gd name="connsiteX282" fmla="*/ 1216176 w 1258521"/>
                <a:gd name="connsiteY282" fmla="*/ 348607 h 914263"/>
                <a:gd name="connsiteX283" fmla="*/ 1217589 w 1258521"/>
                <a:gd name="connsiteY283" fmla="*/ 344167 h 914263"/>
                <a:gd name="connsiteX284" fmla="*/ 1218363 w 1258521"/>
                <a:gd name="connsiteY284" fmla="*/ 341678 h 914263"/>
                <a:gd name="connsiteX285" fmla="*/ 1219878 w 1258521"/>
                <a:gd name="connsiteY285" fmla="*/ 340803 h 914263"/>
                <a:gd name="connsiteX286" fmla="*/ 1222267 w 1258521"/>
                <a:gd name="connsiteY286" fmla="*/ 339929 h 914263"/>
                <a:gd name="connsiteX287" fmla="*/ 1224017 w 1258521"/>
                <a:gd name="connsiteY287" fmla="*/ 338415 h 914263"/>
                <a:gd name="connsiteX288" fmla="*/ 1223916 w 1258521"/>
                <a:gd name="connsiteY288" fmla="*/ 334815 h 914263"/>
                <a:gd name="connsiteX289" fmla="*/ 1222604 w 1258521"/>
                <a:gd name="connsiteY289" fmla="*/ 332225 h 914263"/>
                <a:gd name="connsiteX290" fmla="*/ 1220315 w 1258521"/>
                <a:gd name="connsiteY290" fmla="*/ 329601 h 914263"/>
                <a:gd name="connsiteX291" fmla="*/ 1218902 w 1258521"/>
                <a:gd name="connsiteY291" fmla="*/ 327650 h 914263"/>
                <a:gd name="connsiteX292" fmla="*/ 1216075 w 1258521"/>
                <a:gd name="connsiteY292" fmla="*/ 325161 h 914263"/>
                <a:gd name="connsiteX293" fmla="*/ 1213248 w 1258521"/>
                <a:gd name="connsiteY293" fmla="*/ 321158 h 914263"/>
                <a:gd name="connsiteX294" fmla="*/ 1208469 w 1258521"/>
                <a:gd name="connsiteY294" fmla="*/ 318130 h 914263"/>
                <a:gd name="connsiteX295" fmla="*/ 1205103 w 1258521"/>
                <a:gd name="connsiteY295" fmla="*/ 315641 h 914263"/>
                <a:gd name="connsiteX296" fmla="*/ 1202377 w 1258521"/>
                <a:gd name="connsiteY296" fmla="*/ 312176 h 914263"/>
                <a:gd name="connsiteX297" fmla="*/ 1197060 w 1258521"/>
                <a:gd name="connsiteY297" fmla="*/ 309787 h 914263"/>
                <a:gd name="connsiteX298" fmla="*/ 1195983 w 1258521"/>
                <a:gd name="connsiteY298" fmla="*/ 309451 h 914263"/>
                <a:gd name="connsiteX299" fmla="*/ 1192920 w 1258521"/>
                <a:gd name="connsiteY299" fmla="*/ 308139 h 914263"/>
                <a:gd name="connsiteX300" fmla="*/ 1187603 w 1258521"/>
                <a:gd name="connsiteY300" fmla="*/ 306390 h 914263"/>
                <a:gd name="connsiteX301" fmla="*/ 1182050 w 1258521"/>
                <a:gd name="connsiteY301" fmla="*/ 303463 h 914263"/>
                <a:gd name="connsiteX302" fmla="*/ 1178247 w 1258521"/>
                <a:gd name="connsiteY302" fmla="*/ 300873 h 914263"/>
                <a:gd name="connsiteX303" fmla="*/ 1176934 w 1258521"/>
                <a:gd name="connsiteY303" fmla="*/ 299561 h 914263"/>
                <a:gd name="connsiteX304" fmla="*/ 1177035 w 1258521"/>
                <a:gd name="connsiteY304" fmla="*/ 296836 h 914263"/>
                <a:gd name="connsiteX305" fmla="*/ 1177473 w 1258521"/>
                <a:gd name="connsiteY305" fmla="*/ 294549 h 914263"/>
                <a:gd name="connsiteX306" fmla="*/ 1178247 w 1258521"/>
                <a:gd name="connsiteY306" fmla="*/ 291084 h 914263"/>
                <a:gd name="connsiteX307" fmla="*/ 1179559 w 1258521"/>
                <a:gd name="connsiteY307" fmla="*/ 290310 h 914263"/>
                <a:gd name="connsiteX308" fmla="*/ 1181074 w 1258521"/>
                <a:gd name="connsiteY308" fmla="*/ 288796 h 914263"/>
                <a:gd name="connsiteX309" fmla="*/ 1181713 w 1258521"/>
                <a:gd name="connsiteY309" fmla="*/ 287047 h 914263"/>
                <a:gd name="connsiteX310" fmla="*/ 1182353 w 1258521"/>
                <a:gd name="connsiteY310" fmla="*/ 285399 h 914263"/>
                <a:gd name="connsiteX311" fmla="*/ 1183127 w 1258521"/>
                <a:gd name="connsiteY311" fmla="*/ 283347 h 914263"/>
                <a:gd name="connsiteX312" fmla="*/ 1183564 w 1258521"/>
                <a:gd name="connsiteY312" fmla="*/ 281597 h 914263"/>
                <a:gd name="connsiteX313" fmla="*/ 1183901 w 1258521"/>
                <a:gd name="connsiteY313" fmla="*/ 279646 h 914263"/>
                <a:gd name="connsiteX314" fmla="*/ 1183362 w 1258521"/>
                <a:gd name="connsiteY314" fmla="*/ 277695 h 914263"/>
                <a:gd name="connsiteX315" fmla="*/ 1181410 w 1258521"/>
                <a:gd name="connsiteY315" fmla="*/ 275206 h 914263"/>
                <a:gd name="connsiteX316" fmla="*/ 1179795 w 1258521"/>
                <a:gd name="connsiteY316" fmla="*/ 273457 h 914263"/>
                <a:gd name="connsiteX317" fmla="*/ 1179459 w 1258521"/>
                <a:gd name="connsiteY317" fmla="*/ 271404 h 914263"/>
                <a:gd name="connsiteX318" fmla="*/ 1179459 w 1258521"/>
                <a:gd name="connsiteY318" fmla="*/ 269218 h 914263"/>
                <a:gd name="connsiteX319" fmla="*/ 1179223 w 1258521"/>
                <a:gd name="connsiteY319" fmla="*/ 266830 h 914263"/>
                <a:gd name="connsiteX320" fmla="*/ 1175756 w 1258521"/>
                <a:gd name="connsiteY320" fmla="*/ 264105 h 914263"/>
                <a:gd name="connsiteX321" fmla="*/ 1173030 w 1258521"/>
                <a:gd name="connsiteY321" fmla="*/ 262894 h 914263"/>
                <a:gd name="connsiteX322" fmla="*/ 1170742 w 1258521"/>
                <a:gd name="connsiteY322" fmla="*/ 263667 h 914263"/>
                <a:gd name="connsiteX323" fmla="*/ 1169665 w 1258521"/>
                <a:gd name="connsiteY323" fmla="*/ 264879 h 914263"/>
                <a:gd name="connsiteX324" fmla="*/ 1169564 w 1258521"/>
                <a:gd name="connsiteY324" fmla="*/ 266931 h 914263"/>
                <a:gd name="connsiteX325" fmla="*/ 1169026 w 1258521"/>
                <a:gd name="connsiteY325" fmla="*/ 269117 h 914263"/>
                <a:gd name="connsiteX326" fmla="*/ 1167275 w 1258521"/>
                <a:gd name="connsiteY326" fmla="*/ 272481 h 914263"/>
                <a:gd name="connsiteX327" fmla="*/ 1165626 w 1258521"/>
                <a:gd name="connsiteY327" fmla="*/ 275206 h 914263"/>
                <a:gd name="connsiteX328" fmla="*/ 1164987 w 1258521"/>
                <a:gd name="connsiteY328" fmla="*/ 276080 h 914263"/>
                <a:gd name="connsiteX329" fmla="*/ 1163910 w 1258521"/>
                <a:gd name="connsiteY329" fmla="*/ 278267 h 914263"/>
                <a:gd name="connsiteX330" fmla="*/ 1163809 w 1258521"/>
                <a:gd name="connsiteY330" fmla="*/ 281093 h 914263"/>
                <a:gd name="connsiteX331" fmla="*/ 1164011 w 1258521"/>
                <a:gd name="connsiteY331" fmla="*/ 282943 h 914263"/>
                <a:gd name="connsiteX332" fmla="*/ 1164549 w 1258521"/>
                <a:gd name="connsiteY332" fmla="*/ 285432 h 914263"/>
                <a:gd name="connsiteX333" fmla="*/ 1164650 w 1258521"/>
                <a:gd name="connsiteY333" fmla="*/ 287047 h 914263"/>
                <a:gd name="connsiteX334" fmla="*/ 1162800 w 1258521"/>
                <a:gd name="connsiteY334" fmla="*/ 288796 h 914263"/>
                <a:gd name="connsiteX335" fmla="*/ 1160410 w 1258521"/>
                <a:gd name="connsiteY335" fmla="*/ 289435 h 914263"/>
                <a:gd name="connsiteX336" fmla="*/ 1158121 w 1258521"/>
                <a:gd name="connsiteY336" fmla="*/ 289873 h 914263"/>
                <a:gd name="connsiteX337" fmla="*/ 1156472 w 1258521"/>
                <a:gd name="connsiteY337" fmla="*/ 289772 h 914263"/>
                <a:gd name="connsiteX338" fmla="*/ 1155059 w 1258521"/>
                <a:gd name="connsiteY338" fmla="*/ 286946 h 914263"/>
                <a:gd name="connsiteX339" fmla="*/ 1153309 w 1258521"/>
                <a:gd name="connsiteY339" fmla="*/ 284221 h 914263"/>
                <a:gd name="connsiteX340" fmla="*/ 1150583 w 1258521"/>
                <a:gd name="connsiteY340" fmla="*/ 281631 h 914263"/>
                <a:gd name="connsiteX341" fmla="*/ 1147857 w 1258521"/>
                <a:gd name="connsiteY341" fmla="*/ 277056 h 914263"/>
                <a:gd name="connsiteX342" fmla="*/ 1144828 w 1258521"/>
                <a:gd name="connsiteY342" fmla="*/ 275004 h 914263"/>
                <a:gd name="connsiteX343" fmla="*/ 1142775 w 1258521"/>
                <a:gd name="connsiteY343" fmla="*/ 274466 h 914263"/>
                <a:gd name="connsiteX344" fmla="*/ 1140587 w 1258521"/>
                <a:gd name="connsiteY344" fmla="*/ 273591 h 914263"/>
                <a:gd name="connsiteX345" fmla="*/ 1138534 w 1258521"/>
                <a:gd name="connsiteY345" fmla="*/ 271842 h 914263"/>
                <a:gd name="connsiteX346" fmla="*/ 1134933 w 1258521"/>
                <a:gd name="connsiteY346" fmla="*/ 267805 h 914263"/>
                <a:gd name="connsiteX347" fmla="*/ 1132645 w 1258521"/>
                <a:gd name="connsiteY347" fmla="*/ 264979 h 914263"/>
                <a:gd name="connsiteX348" fmla="*/ 1127327 w 1258521"/>
                <a:gd name="connsiteY348" fmla="*/ 258689 h 914263"/>
                <a:gd name="connsiteX349" fmla="*/ 1123727 w 1258521"/>
                <a:gd name="connsiteY349" fmla="*/ 254988 h 914263"/>
                <a:gd name="connsiteX350" fmla="*/ 1121135 w 1258521"/>
                <a:gd name="connsiteY350" fmla="*/ 253575 h 914263"/>
                <a:gd name="connsiteX351" fmla="*/ 1111140 w 1258521"/>
                <a:gd name="connsiteY351" fmla="*/ 244661 h 914263"/>
                <a:gd name="connsiteX352" fmla="*/ 1105688 w 1258521"/>
                <a:gd name="connsiteY352" fmla="*/ 240422 h 914263"/>
                <a:gd name="connsiteX353" fmla="*/ 1099596 w 1258521"/>
                <a:gd name="connsiteY353" fmla="*/ 235208 h 914263"/>
                <a:gd name="connsiteX354" fmla="*/ 1092865 w 1258521"/>
                <a:gd name="connsiteY354" fmla="*/ 231743 h 914263"/>
                <a:gd name="connsiteX355" fmla="*/ 1089399 w 1258521"/>
                <a:gd name="connsiteY355" fmla="*/ 228817 h 914263"/>
                <a:gd name="connsiteX356" fmla="*/ 1087346 w 1258521"/>
                <a:gd name="connsiteY356" fmla="*/ 227404 h 914263"/>
                <a:gd name="connsiteX357" fmla="*/ 1082668 w 1258521"/>
                <a:gd name="connsiteY357" fmla="*/ 226092 h 914263"/>
                <a:gd name="connsiteX358" fmla="*/ 1078629 w 1258521"/>
                <a:gd name="connsiteY358" fmla="*/ 224881 h 914263"/>
                <a:gd name="connsiteX359" fmla="*/ 1074052 w 1258521"/>
                <a:gd name="connsiteY359" fmla="*/ 220642 h 914263"/>
                <a:gd name="connsiteX360" fmla="*/ 1072100 w 1258521"/>
                <a:gd name="connsiteY360" fmla="*/ 219028 h 914263"/>
                <a:gd name="connsiteX361" fmla="*/ 1069711 w 1258521"/>
                <a:gd name="connsiteY361" fmla="*/ 216538 h 914263"/>
                <a:gd name="connsiteX362" fmla="*/ 1068398 w 1258521"/>
                <a:gd name="connsiteY362" fmla="*/ 216875 h 914263"/>
                <a:gd name="connsiteX363" fmla="*/ 1065235 w 1258521"/>
                <a:gd name="connsiteY363" fmla="*/ 218624 h 914263"/>
                <a:gd name="connsiteX364" fmla="*/ 1060893 w 1258521"/>
                <a:gd name="connsiteY364" fmla="*/ 218960 h 914263"/>
                <a:gd name="connsiteX365" fmla="*/ 1058840 w 1258521"/>
                <a:gd name="connsiteY365" fmla="*/ 216908 h 914263"/>
                <a:gd name="connsiteX366" fmla="*/ 1059379 w 1258521"/>
                <a:gd name="connsiteY366" fmla="*/ 215058 h 914263"/>
                <a:gd name="connsiteX367" fmla="*/ 1059917 w 1258521"/>
                <a:gd name="connsiteY367" fmla="*/ 212333 h 914263"/>
                <a:gd name="connsiteX368" fmla="*/ 1060355 w 1258521"/>
                <a:gd name="connsiteY368" fmla="*/ 210281 h 914263"/>
                <a:gd name="connsiteX369" fmla="*/ 1059379 w 1258521"/>
                <a:gd name="connsiteY369" fmla="*/ 205404 h 914263"/>
                <a:gd name="connsiteX370" fmla="*/ 1059379 w 1258521"/>
                <a:gd name="connsiteY370" fmla="*/ 201804 h 914263"/>
                <a:gd name="connsiteX371" fmla="*/ 1059042 w 1258521"/>
                <a:gd name="connsiteY371" fmla="*/ 197666 h 914263"/>
                <a:gd name="connsiteX372" fmla="*/ 1057292 w 1258521"/>
                <a:gd name="connsiteY372" fmla="*/ 194942 h 914263"/>
                <a:gd name="connsiteX373" fmla="*/ 1051436 w 1258521"/>
                <a:gd name="connsiteY373" fmla="*/ 194067 h 914263"/>
                <a:gd name="connsiteX374" fmla="*/ 1048071 w 1258521"/>
                <a:gd name="connsiteY374" fmla="*/ 192318 h 914263"/>
                <a:gd name="connsiteX375" fmla="*/ 1045379 w 1258521"/>
                <a:gd name="connsiteY375" fmla="*/ 192318 h 914263"/>
                <a:gd name="connsiteX376" fmla="*/ 1041845 w 1258521"/>
                <a:gd name="connsiteY376" fmla="*/ 191410 h 914263"/>
                <a:gd name="connsiteX377" fmla="*/ 1040162 w 1258521"/>
                <a:gd name="connsiteY377" fmla="*/ 190938 h 914263"/>
                <a:gd name="connsiteX378" fmla="*/ 1037268 w 1258521"/>
                <a:gd name="connsiteY378" fmla="*/ 188550 h 914263"/>
                <a:gd name="connsiteX379" fmla="*/ 1035888 w 1258521"/>
                <a:gd name="connsiteY379" fmla="*/ 187171 h 914263"/>
                <a:gd name="connsiteX380" fmla="*/ 1034441 w 1258521"/>
                <a:gd name="connsiteY380" fmla="*/ 185792 h 914263"/>
                <a:gd name="connsiteX381" fmla="*/ 1032859 w 1258521"/>
                <a:gd name="connsiteY381" fmla="*/ 183269 h 914263"/>
                <a:gd name="connsiteX382" fmla="*/ 1031715 w 1258521"/>
                <a:gd name="connsiteY382" fmla="*/ 181015 h 914263"/>
                <a:gd name="connsiteX383" fmla="*/ 1030772 w 1258521"/>
                <a:gd name="connsiteY383" fmla="*/ 179266 h 914263"/>
                <a:gd name="connsiteX384" fmla="*/ 1028686 w 1258521"/>
                <a:gd name="connsiteY384" fmla="*/ 178525 h 914263"/>
                <a:gd name="connsiteX385" fmla="*/ 1025421 w 1258521"/>
                <a:gd name="connsiteY385" fmla="*/ 177012 h 914263"/>
                <a:gd name="connsiteX386" fmla="*/ 1025489 w 1258521"/>
                <a:gd name="connsiteY386" fmla="*/ 174119 h 914263"/>
                <a:gd name="connsiteX387" fmla="*/ 1025186 w 1258521"/>
                <a:gd name="connsiteY387" fmla="*/ 171360 h 914263"/>
                <a:gd name="connsiteX388" fmla="*/ 1023941 w 1258521"/>
                <a:gd name="connsiteY388" fmla="*/ 168669 h 914263"/>
                <a:gd name="connsiteX389" fmla="*/ 1022426 w 1258521"/>
                <a:gd name="connsiteY389" fmla="*/ 166516 h 914263"/>
                <a:gd name="connsiteX390" fmla="*/ 1020676 w 1258521"/>
                <a:gd name="connsiteY390" fmla="*/ 165137 h 914263"/>
                <a:gd name="connsiteX391" fmla="*/ 1019465 w 1258521"/>
                <a:gd name="connsiteY391" fmla="*/ 165002 h 914263"/>
                <a:gd name="connsiteX392" fmla="*/ 1017849 w 1258521"/>
                <a:gd name="connsiteY392" fmla="*/ 165810 h 914263"/>
                <a:gd name="connsiteX393" fmla="*/ 1016099 w 1258521"/>
                <a:gd name="connsiteY393" fmla="*/ 167122 h 914263"/>
                <a:gd name="connsiteX394" fmla="*/ 1015224 w 1258521"/>
                <a:gd name="connsiteY394" fmla="*/ 169073 h 914263"/>
                <a:gd name="connsiteX395" fmla="*/ 1014787 w 1258521"/>
                <a:gd name="connsiteY395" fmla="*/ 171461 h 914263"/>
                <a:gd name="connsiteX396" fmla="*/ 1014214 w 1258521"/>
                <a:gd name="connsiteY396" fmla="*/ 173850 h 914263"/>
                <a:gd name="connsiteX397" fmla="*/ 1014147 w 1258521"/>
                <a:gd name="connsiteY397" fmla="*/ 175801 h 914263"/>
                <a:gd name="connsiteX398" fmla="*/ 1014147 w 1258521"/>
                <a:gd name="connsiteY398" fmla="*/ 177617 h 914263"/>
                <a:gd name="connsiteX399" fmla="*/ 1015426 w 1258521"/>
                <a:gd name="connsiteY399" fmla="*/ 179568 h 914263"/>
                <a:gd name="connsiteX400" fmla="*/ 1016705 w 1258521"/>
                <a:gd name="connsiteY400" fmla="*/ 181385 h 914263"/>
                <a:gd name="connsiteX401" fmla="*/ 1017580 w 1258521"/>
                <a:gd name="connsiteY401" fmla="*/ 183706 h 914263"/>
                <a:gd name="connsiteX402" fmla="*/ 1018825 w 1258521"/>
                <a:gd name="connsiteY402" fmla="*/ 185455 h 914263"/>
                <a:gd name="connsiteX403" fmla="*/ 1019431 w 1258521"/>
                <a:gd name="connsiteY403" fmla="*/ 185960 h 914263"/>
                <a:gd name="connsiteX404" fmla="*/ 1020575 w 1258521"/>
                <a:gd name="connsiteY404" fmla="*/ 187406 h 914263"/>
                <a:gd name="connsiteX405" fmla="*/ 1021719 w 1258521"/>
                <a:gd name="connsiteY405" fmla="*/ 188146 h 914263"/>
                <a:gd name="connsiteX406" fmla="*/ 1025186 w 1258521"/>
                <a:gd name="connsiteY406" fmla="*/ 192789 h 914263"/>
                <a:gd name="connsiteX407" fmla="*/ 1024883 w 1258521"/>
                <a:gd name="connsiteY407" fmla="*/ 195682 h 914263"/>
                <a:gd name="connsiteX408" fmla="*/ 1023133 w 1258521"/>
                <a:gd name="connsiteY408" fmla="*/ 197700 h 914263"/>
                <a:gd name="connsiteX409" fmla="*/ 1019397 w 1258521"/>
                <a:gd name="connsiteY409" fmla="*/ 198777 h 914263"/>
                <a:gd name="connsiteX410" fmla="*/ 1017277 w 1258521"/>
                <a:gd name="connsiteY410" fmla="*/ 198911 h 914263"/>
                <a:gd name="connsiteX411" fmla="*/ 1013878 w 1258521"/>
                <a:gd name="connsiteY411" fmla="*/ 197902 h 914263"/>
                <a:gd name="connsiteX412" fmla="*/ 1011859 w 1258521"/>
                <a:gd name="connsiteY412" fmla="*/ 196960 h 914263"/>
                <a:gd name="connsiteX413" fmla="*/ 1008224 w 1258521"/>
                <a:gd name="connsiteY413" fmla="*/ 195143 h 914263"/>
                <a:gd name="connsiteX414" fmla="*/ 1006575 w 1258521"/>
                <a:gd name="connsiteY414" fmla="*/ 193899 h 914263"/>
                <a:gd name="connsiteX415" fmla="*/ 1006272 w 1258521"/>
                <a:gd name="connsiteY415" fmla="*/ 191073 h 914263"/>
                <a:gd name="connsiteX416" fmla="*/ 1003580 w 1258521"/>
                <a:gd name="connsiteY416" fmla="*/ 188617 h 914263"/>
                <a:gd name="connsiteX417" fmla="*/ 1001695 w 1258521"/>
                <a:gd name="connsiteY417" fmla="*/ 187743 h 914263"/>
                <a:gd name="connsiteX418" fmla="*/ 996983 w 1258521"/>
                <a:gd name="connsiteY418" fmla="*/ 183975 h 914263"/>
                <a:gd name="connsiteX419" fmla="*/ 987493 w 1258521"/>
                <a:gd name="connsiteY419" fmla="*/ 175868 h 914263"/>
                <a:gd name="connsiteX420" fmla="*/ 986416 w 1258521"/>
                <a:gd name="connsiteY420" fmla="*/ 174993 h 914263"/>
                <a:gd name="connsiteX421" fmla="*/ 984228 w 1258521"/>
                <a:gd name="connsiteY421" fmla="*/ 172370 h 914263"/>
                <a:gd name="connsiteX422" fmla="*/ 982579 w 1258521"/>
                <a:gd name="connsiteY422" fmla="*/ 170721 h 914263"/>
                <a:gd name="connsiteX423" fmla="*/ 981132 w 1258521"/>
                <a:gd name="connsiteY423" fmla="*/ 169712 h 914263"/>
                <a:gd name="connsiteX424" fmla="*/ 978877 w 1258521"/>
                <a:gd name="connsiteY424" fmla="*/ 170082 h 914263"/>
                <a:gd name="connsiteX425" fmla="*/ 977127 w 1258521"/>
                <a:gd name="connsiteY425" fmla="*/ 169880 h 914263"/>
                <a:gd name="connsiteX426" fmla="*/ 976117 w 1258521"/>
                <a:gd name="connsiteY426" fmla="*/ 168938 h 914263"/>
                <a:gd name="connsiteX427" fmla="*/ 974670 w 1258521"/>
                <a:gd name="connsiteY427" fmla="*/ 167626 h 914263"/>
                <a:gd name="connsiteX428" fmla="*/ 974536 w 1258521"/>
                <a:gd name="connsiteY428" fmla="*/ 166045 h 914263"/>
                <a:gd name="connsiteX429" fmla="*/ 976353 w 1258521"/>
                <a:gd name="connsiteY429" fmla="*/ 164296 h 914263"/>
                <a:gd name="connsiteX430" fmla="*/ 975848 w 1258521"/>
                <a:gd name="connsiteY430" fmla="*/ 163152 h 914263"/>
                <a:gd name="connsiteX431" fmla="*/ 973593 w 1258521"/>
                <a:gd name="connsiteY431" fmla="*/ 161639 h 914263"/>
                <a:gd name="connsiteX432" fmla="*/ 972281 w 1258521"/>
                <a:gd name="connsiteY432" fmla="*/ 159183 h 914263"/>
                <a:gd name="connsiteX433" fmla="*/ 970262 w 1258521"/>
                <a:gd name="connsiteY433" fmla="*/ 158174 h 914263"/>
                <a:gd name="connsiteX434" fmla="*/ 968680 w 1258521"/>
                <a:gd name="connsiteY434" fmla="*/ 156727 h 914263"/>
                <a:gd name="connsiteX435" fmla="*/ 967367 w 1258521"/>
                <a:gd name="connsiteY435" fmla="*/ 153699 h 914263"/>
                <a:gd name="connsiteX436" fmla="*/ 966930 w 1258521"/>
                <a:gd name="connsiteY436" fmla="*/ 150369 h 914263"/>
                <a:gd name="connsiteX437" fmla="*/ 965785 w 1258521"/>
                <a:gd name="connsiteY437" fmla="*/ 148048 h 914263"/>
                <a:gd name="connsiteX438" fmla="*/ 964036 w 1258521"/>
                <a:gd name="connsiteY438" fmla="*/ 146601 h 914263"/>
                <a:gd name="connsiteX439" fmla="*/ 961579 w 1258521"/>
                <a:gd name="connsiteY439" fmla="*/ 144146 h 914263"/>
                <a:gd name="connsiteX440" fmla="*/ 960401 w 1258521"/>
                <a:gd name="connsiteY440" fmla="*/ 141387 h 914263"/>
                <a:gd name="connsiteX441" fmla="*/ 958651 w 1258521"/>
                <a:gd name="connsiteY441" fmla="*/ 137620 h 914263"/>
                <a:gd name="connsiteX442" fmla="*/ 955016 w 1258521"/>
                <a:gd name="connsiteY442" fmla="*/ 132843 h 914263"/>
                <a:gd name="connsiteX443" fmla="*/ 951381 w 1258521"/>
                <a:gd name="connsiteY443" fmla="*/ 129512 h 914263"/>
                <a:gd name="connsiteX444" fmla="*/ 946872 w 1258521"/>
                <a:gd name="connsiteY444" fmla="*/ 127057 h 914263"/>
                <a:gd name="connsiteX445" fmla="*/ 943102 w 1258521"/>
                <a:gd name="connsiteY445" fmla="*/ 123155 h 914263"/>
                <a:gd name="connsiteX446" fmla="*/ 939905 w 1258521"/>
                <a:gd name="connsiteY446" fmla="*/ 120564 h 914263"/>
                <a:gd name="connsiteX447" fmla="*/ 936876 w 1258521"/>
                <a:gd name="connsiteY447" fmla="*/ 117537 h 914263"/>
                <a:gd name="connsiteX448" fmla="*/ 935294 w 1258521"/>
                <a:gd name="connsiteY448" fmla="*/ 115956 h 914263"/>
                <a:gd name="connsiteX449" fmla="*/ 933410 w 1258521"/>
                <a:gd name="connsiteY449" fmla="*/ 114072 h 914263"/>
                <a:gd name="connsiteX450" fmla="*/ 930516 w 1258521"/>
                <a:gd name="connsiteY450" fmla="*/ 112491 h 914263"/>
                <a:gd name="connsiteX451" fmla="*/ 928934 w 1258521"/>
                <a:gd name="connsiteY451" fmla="*/ 108723 h 914263"/>
                <a:gd name="connsiteX452" fmla="*/ 926612 w 1258521"/>
                <a:gd name="connsiteY452" fmla="*/ 104653 h 914263"/>
                <a:gd name="connsiteX453" fmla="*/ 922842 w 1258521"/>
                <a:gd name="connsiteY453" fmla="*/ 102063 h 914263"/>
                <a:gd name="connsiteX454" fmla="*/ 921092 w 1258521"/>
                <a:gd name="connsiteY454" fmla="*/ 102063 h 914263"/>
                <a:gd name="connsiteX455" fmla="*/ 919073 w 1258521"/>
                <a:gd name="connsiteY455" fmla="*/ 100044 h 914263"/>
                <a:gd name="connsiteX456" fmla="*/ 916482 w 1258521"/>
                <a:gd name="connsiteY456" fmla="*/ 97151 h 914263"/>
                <a:gd name="connsiteX457" fmla="*/ 915472 w 1258521"/>
                <a:gd name="connsiteY457" fmla="*/ 93955 h 914263"/>
                <a:gd name="connsiteX458" fmla="*/ 914159 w 1258521"/>
                <a:gd name="connsiteY458" fmla="*/ 89751 h 914263"/>
                <a:gd name="connsiteX459" fmla="*/ 911703 w 1258521"/>
                <a:gd name="connsiteY459" fmla="*/ 86992 h 914263"/>
                <a:gd name="connsiteX460" fmla="*/ 907227 w 1258521"/>
                <a:gd name="connsiteY460" fmla="*/ 84671 h 914263"/>
                <a:gd name="connsiteX461" fmla="*/ 904198 w 1258521"/>
                <a:gd name="connsiteY461" fmla="*/ 84671 h 914263"/>
                <a:gd name="connsiteX462" fmla="*/ 900563 w 1258521"/>
                <a:gd name="connsiteY462" fmla="*/ 87059 h 914263"/>
                <a:gd name="connsiteX463" fmla="*/ 898678 w 1258521"/>
                <a:gd name="connsiteY463" fmla="*/ 87867 h 914263"/>
                <a:gd name="connsiteX464" fmla="*/ 897534 w 1258521"/>
                <a:gd name="connsiteY464" fmla="*/ 89885 h 914263"/>
                <a:gd name="connsiteX465" fmla="*/ 896524 w 1258521"/>
                <a:gd name="connsiteY465" fmla="*/ 91769 h 914263"/>
                <a:gd name="connsiteX466" fmla="*/ 896221 w 1258521"/>
                <a:gd name="connsiteY466" fmla="*/ 94225 h 914263"/>
                <a:gd name="connsiteX467" fmla="*/ 895649 w 1258521"/>
                <a:gd name="connsiteY467" fmla="*/ 95671 h 914263"/>
                <a:gd name="connsiteX468" fmla="*/ 893899 w 1258521"/>
                <a:gd name="connsiteY468" fmla="*/ 98295 h 914263"/>
                <a:gd name="connsiteX469" fmla="*/ 893024 w 1258521"/>
                <a:gd name="connsiteY469" fmla="*/ 99439 h 914263"/>
                <a:gd name="connsiteX470" fmla="*/ 887942 w 1258521"/>
                <a:gd name="connsiteY470" fmla="*/ 101020 h 914263"/>
                <a:gd name="connsiteX471" fmla="*/ 879596 w 1258521"/>
                <a:gd name="connsiteY471" fmla="*/ 102264 h 914263"/>
                <a:gd name="connsiteX472" fmla="*/ 873740 w 1258521"/>
                <a:gd name="connsiteY472" fmla="*/ 101625 h 914263"/>
                <a:gd name="connsiteX473" fmla="*/ 872428 w 1258521"/>
                <a:gd name="connsiteY473" fmla="*/ 98261 h 914263"/>
                <a:gd name="connsiteX474" fmla="*/ 870240 w 1258521"/>
                <a:gd name="connsiteY474" fmla="*/ 94998 h 914263"/>
                <a:gd name="connsiteX475" fmla="*/ 866538 w 1258521"/>
                <a:gd name="connsiteY475" fmla="*/ 90087 h 914263"/>
                <a:gd name="connsiteX476" fmla="*/ 863913 w 1258521"/>
                <a:gd name="connsiteY476" fmla="*/ 89111 h 914263"/>
                <a:gd name="connsiteX477" fmla="*/ 862500 w 1258521"/>
                <a:gd name="connsiteY477" fmla="*/ 89313 h 914263"/>
                <a:gd name="connsiteX478" fmla="*/ 860548 w 1258521"/>
                <a:gd name="connsiteY478" fmla="*/ 89515 h 914263"/>
                <a:gd name="connsiteX479" fmla="*/ 859134 w 1258521"/>
                <a:gd name="connsiteY479" fmla="*/ 91802 h 914263"/>
                <a:gd name="connsiteX480" fmla="*/ 856846 w 1258521"/>
                <a:gd name="connsiteY480" fmla="*/ 94830 h 914263"/>
                <a:gd name="connsiteX481" fmla="*/ 855432 w 1258521"/>
                <a:gd name="connsiteY481" fmla="*/ 96243 h 914263"/>
                <a:gd name="connsiteX482" fmla="*/ 853918 w 1258521"/>
                <a:gd name="connsiteY482" fmla="*/ 98968 h 914263"/>
                <a:gd name="connsiteX483" fmla="*/ 851629 w 1258521"/>
                <a:gd name="connsiteY483" fmla="*/ 100818 h 914263"/>
                <a:gd name="connsiteX484" fmla="*/ 850317 w 1258521"/>
                <a:gd name="connsiteY484" fmla="*/ 101255 h 914263"/>
                <a:gd name="connsiteX485" fmla="*/ 847591 w 1258521"/>
                <a:gd name="connsiteY485" fmla="*/ 103307 h 914263"/>
                <a:gd name="connsiteX486" fmla="*/ 846177 w 1258521"/>
                <a:gd name="connsiteY486" fmla="*/ 106772 h 914263"/>
                <a:gd name="connsiteX487" fmla="*/ 845302 w 1258521"/>
                <a:gd name="connsiteY487" fmla="*/ 108824 h 914263"/>
                <a:gd name="connsiteX488" fmla="*/ 843014 w 1258521"/>
                <a:gd name="connsiteY488" fmla="*/ 112525 h 914263"/>
                <a:gd name="connsiteX489" fmla="*/ 840725 w 1258521"/>
                <a:gd name="connsiteY489" fmla="*/ 113164 h 914263"/>
                <a:gd name="connsiteX490" fmla="*/ 835711 w 1258521"/>
                <a:gd name="connsiteY490" fmla="*/ 112827 h 914263"/>
                <a:gd name="connsiteX491" fmla="*/ 834970 w 1258521"/>
                <a:gd name="connsiteY491" fmla="*/ 111515 h 914263"/>
                <a:gd name="connsiteX492" fmla="*/ 834970 w 1258521"/>
                <a:gd name="connsiteY492" fmla="*/ 108791 h 914263"/>
                <a:gd name="connsiteX493" fmla="*/ 834768 w 1258521"/>
                <a:gd name="connsiteY493" fmla="*/ 104989 h 914263"/>
                <a:gd name="connsiteX494" fmla="*/ 830326 w 1258521"/>
                <a:gd name="connsiteY494" fmla="*/ 102601 h 914263"/>
                <a:gd name="connsiteX495" fmla="*/ 825109 w 1258521"/>
                <a:gd name="connsiteY495" fmla="*/ 100111 h 914263"/>
                <a:gd name="connsiteX496" fmla="*/ 819018 w 1258521"/>
                <a:gd name="connsiteY496" fmla="*/ 97185 h 914263"/>
                <a:gd name="connsiteX497" fmla="*/ 814239 w 1258521"/>
                <a:gd name="connsiteY497" fmla="*/ 94696 h 914263"/>
                <a:gd name="connsiteX498" fmla="*/ 808248 w 1258521"/>
                <a:gd name="connsiteY498" fmla="*/ 92744 h 914263"/>
                <a:gd name="connsiteX499" fmla="*/ 802594 w 1258521"/>
                <a:gd name="connsiteY499" fmla="*/ 89481 h 914263"/>
                <a:gd name="connsiteX500" fmla="*/ 798590 w 1258521"/>
                <a:gd name="connsiteY500" fmla="*/ 84469 h 914263"/>
                <a:gd name="connsiteX501" fmla="*/ 796301 w 1258521"/>
                <a:gd name="connsiteY501" fmla="*/ 81643 h 914263"/>
                <a:gd name="connsiteX502" fmla="*/ 792936 w 1258521"/>
                <a:gd name="connsiteY502" fmla="*/ 76766 h 914263"/>
                <a:gd name="connsiteX503" fmla="*/ 789772 w 1258521"/>
                <a:gd name="connsiteY503" fmla="*/ 73301 h 914263"/>
                <a:gd name="connsiteX504" fmla="*/ 784993 w 1258521"/>
                <a:gd name="connsiteY504" fmla="*/ 67986 h 914263"/>
                <a:gd name="connsiteX505" fmla="*/ 782065 w 1258521"/>
                <a:gd name="connsiteY505" fmla="*/ 64958 h 914263"/>
                <a:gd name="connsiteX506" fmla="*/ 777926 w 1258521"/>
                <a:gd name="connsiteY506" fmla="*/ 59845 h 914263"/>
                <a:gd name="connsiteX507" fmla="*/ 774560 w 1258521"/>
                <a:gd name="connsiteY507" fmla="*/ 57120 h 914263"/>
                <a:gd name="connsiteX508" fmla="*/ 770320 w 1258521"/>
                <a:gd name="connsiteY508" fmla="*/ 54631 h 914263"/>
                <a:gd name="connsiteX509" fmla="*/ 765204 w 1258521"/>
                <a:gd name="connsiteY509" fmla="*/ 53857 h 914263"/>
                <a:gd name="connsiteX510" fmla="*/ 753459 w 1258521"/>
                <a:gd name="connsiteY510" fmla="*/ 53420 h 914263"/>
                <a:gd name="connsiteX511" fmla="*/ 749992 w 1258521"/>
                <a:gd name="connsiteY511" fmla="*/ 54193 h 914263"/>
                <a:gd name="connsiteX512" fmla="*/ 748478 w 1258521"/>
                <a:gd name="connsiteY512" fmla="*/ 55270 h 914263"/>
                <a:gd name="connsiteX513" fmla="*/ 744877 w 1258521"/>
                <a:gd name="connsiteY513" fmla="*/ 59071 h 914263"/>
                <a:gd name="connsiteX514" fmla="*/ 743261 w 1258521"/>
                <a:gd name="connsiteY514" fmla="*/ 62435 h 914263"/>
                <a:gd name="connsiteX515" fmla="*/ 740973 w 1258521"/>
                <a:gd name="connsiteY515" fmla="*/ 70038 h 914263"/>
                <a:gd name="connsiteX516" fmla="*/ 745853 w 1258521"/>
                <a:gd name="connsiteY516" fmla="*/ 76867 h 914263"/>
                <a:gd name="connsiteX517" fmla="*/ 745954 w 1258521"/>
                <a:gd name="connsiteY517" fmla="*/ 81206 h 914263"/>
                <a:gd name="connsiteX518" fmla="*/ 743127 w 1258521"/>
                <a:gd name="connsiteY518" fmla="*/ 87934 h 914263"/>
                <a:gd name="connsiteX519" fmla="*/ 740199 w 1258521"/>
                <a:gd name="connsiteY519" fmla="*/ 98160 h 914263"/>
                <a:gd name="connsiteX520" fmla="*/ 737708 w 1258521"/>
                <a:gd name="connsiteY520" fmla="*/ 107512 h 914263"/>
                <a:gd name="connsiteX521" fmla="*/ 736632 w 1258521"/>
                <a:gd name="connsiteY521" fmla="*/ 112289 h 914263"/>
                <a:gd name="connsiteX522" fmla="*/ 738247 w 1258521"/>
                <a:gd name="connsiteY522" fmla="*/ 117167 h 914263"/>
                <a:gd name="connsiteX523" fmla="*/ 740098 w 1258521"/>
                <a:gd name="connsiteY523" fmla="*/ 122280 h 914263"/>
                <a:gd name="connsiteX524" fmla="*/ 740435 w 1258521"/>
                <a:gd name="connsiteY524" fmla="*/ 129546 h 914263"/>
                <a:gd name="connsiteX525" fmla="*/ 740233 w 1258521"/>
                <a:gd name="connsiteY525" fmla="*/ 135971 h 914263"/>
                <a:gd name="connsiteX526" fmla="*/ 739694 w 1258521"/>
                <a:gd name="connsiteY526" fmla="*/ 141186 h 914263"/>
                <a:gd name="connsiteX527" fmla="*/ 739593 w 1258521"/>
                <a:gd name="connsiteY527" fmla="*/ 145525 h 914263"/>
                <a:gd name="connsiteX528" fmla="*/ 739055 w 1258521"/>
                <a:gd name="connsiteY528" fmla="*/ 148014 h 914263"/>
                <a:gd name="connsiteX529" fmla="*/ 736665 w 1258521"/>
                <a:gd name="connsiteY529" fmla="*/ 149528 h 914263"/>
                <a:gd name="connsiteX530" fmla="*/ 732324 w 1258521"/>
                <a:gd name="connsiteY530" fmla="*/ 150403 h 914263"/>
                <a:gd name="connsiteX531" fmla="*/ 727881 w 1258521"/>
                <a:gd name="connsiteY531" fmla="*/ 150403 h 914263"/>
                <a:gd name="connsiteX532" fmla="*/ 724179 w 1258521"/>
                <a:gd name="connsiteY532" fmla="*/ 152051 h 914263"/>
                <a:gd name="connsiteX533" fmla="*/ 718862 w 1258521"/>
                <a:gd name="connsiteY533" fmla="*/ 151513 h 914263"/>
                <a:gd name="connsiteX534" fmla="*/ 716472 w 1258521"/>
                <a:gd name="connsiteY534" fmla="*/ 150302 h 914263"/>
                <a:gd name="connsiteX535" fmla="*/ 712333 w 1258521"/>
                <a:gd name="connsiteY535" fmla="*/ 146938 h 914263"/>
                <a:gd name="connsiteX536" fmla="*/ 708429 w 1258521"/>
                <a:gd name="connsiteY536" fmla="*/ 143574 h 914263"/>
                <a:gd name="connsiteX537" fmla="*/ 704626 w 1258521"/>
                <a:gd name="connsiteY537" fmla="*/ 139874 h 914263"/>
                <a:gd name="connsiteX538" fmla="*/ 701261 w 1258521"/>
                <a:gd name="connsiteY538" fmla="*/ 138999 h 914263"/>
                <a:gd name="connsiteX539" fmla="*/ 699510 w 1258521"/>
                <a:gd name="connsiteY539" fmla="*/ 135399 h 914263"/>
                <a:gd name="connsiteX540" fmla="*/ 699746 w 1258521"/>
                <a:gd name="connsiteY540" fmla="*/ 133011 h 914263"/>
                <a:gd name="connsiteX541" fmla="*/ 699847 w 1258521"/>
                <a:gd name="connsiteY541" fmla="*/ 127158 h 914263"/>
                <a:gd name="connsiteX542" fmla="*/ 695607 w 1258521"/>
                <a:gd name="connsiteY542" fmla="*/ 123155 h 914263"/>
                <a:gd name="connsiteX543" fmla="*/ 690727 w 1258521"/>
                <a:gd name="connsiteY543" fmla="*/ 117604 h 914263"/>
                <a:gd name="connsiteX544" fmla="*/ 686924 w 1258521"/>
                <a:gd name="connsiteY544" fmla="*/ 115754 h 914263"/>
                <a:gd name="connsiteX545" fmla="*/ 680395 w 1258521"/>
                <a:gd name="connsiteY545" fmla="*/ 113265 h 914263"/>
                <a:gd name="connsiteX546" fmla="*/ 677770 w 1258521"/>
                <a:gd name="connsiteY546" fmla="*/ 113265 h 914263"/>
                <a:gd name="connsiteX547" fmla="*/ 671678 w 1258521"/>
                <a:gd name="connsiteY547" fmla="*/ 110439 h 914263"/>
                <a:gd name="connsiteX548" fmla="*/ 659731 w 1258521"/>
                <a:gd name="connsiteY548" fmla="*/ 102836 h 914263"/>
                <a:gd name="connsiteX549" fmla="*/ 655288 w 1258521"/>
                <a:gd name="connsiteY549" fmla="*/ 98598 h 914263"/>
                <a:gd name="connsiteX550" fmla="*/ 648759 w 1258521"/>
                <a:gd name="connsiteY550" fmla="*/ 92307 h 914263"/>
                <a:gd name="connsiteX551" fmla="*/ 643879 w 1258521"/>
                <a:gd name="connsiteY551" fmla="*/ 87093 h 914263"/>
                <a:gd name="connsiteX552" fmla="*/ 640952 w 1258521"/>
                <a:gd name="connsiteY552" fmla="*/ 84368 h 914263"/>
                <a:gd name="connsiteX553" fmla="*/ 638461 w 1258521"/>
                <a:gd name="connsiteY553" fmla="*/ 82854 h 914263"/>
                <a:gd name="connsiteX554" fmla="*/ 634658 w 1258521"/>
                <a:gd name="connsiteY554" fmla="*/ 81004 h 914263"/>
                <a:gd name="connsiteX555" fmla="*/ 633043 w 1258521"/>
                <a:gd name="connsiteY555" fmla="*/ 79692 h 914263"/>
                <a:gd name="connsiteX556" fmla="*/ 631966 w 1258521"/>
                <a:gd name="connsiteY556" fmla="*/ 71551 h 914263"/>
                <a:gd name="connsiteX557" fmla="*/ 627187 w 1258521"/>
                <a:gd name="connsiteY557" fmla="*/ 67212 h 914263"/>
                <a:gd name="connsiteX558" fmla="*/ 624898 w 1258521"/>
                <a:gd name="connsiteY558" fmla="*/ 64924 h 914263"/>
                <a:gd name="connsiteX559" fmla="*/ 615340 w 1258521"/>
                <a:gd name="connsiteY559" fmla="*/ 57322 h 914263"/>
                <a:gd name="connsiteX560" fmla="*/ 607499 w 1258521"/>
                <a:gd name="connsiteY560" fmla="*/ 47667 h 914263"/>
                <a:gd name="connsiteX561" fmla="*/ 602720 w 1258521"/>
                <a:gd name="connsiteY561" fmla="*/ 43866 h 914263"/>
                <a:gd name="connsiteX562" fmla="*/ 599119 w 1258521"/>
                <a:gd name="connsiteY562" fmla="*/ 36163 h 914263"/>
                <a:gd name="connsiteX563" fmla="*/ 593566 w 1258521"/>
                <a:gd name="connsiteY563" fmla="*/ 34514 h 914263"/>
                <a:gd name="connsiteX564" fmla="*/ 585320 w 1258521"/>
                <a:gd name="connsiteY564" fmla="*/ 35591 h 914263"/>
                <a:gd name="connsiteX565" fmla="*/ 580306 w 1258521"/>
                <a:gd name="connsiteY565" fmla="*/ 31890 h 914263"/>
                <a:gd name="connsiteX566" fmla="*/ 574316 w 1258521"/>
                <a:gd name="connsiteY566" fmla="*/ 27753 h 914263"/>
                <a:gd name="connsiteX567" fmla="*/ 567887 w 1258521"/>
                <a:gd name="connsiteY567" fmla="*/ 25701 h 914263"/>
                <a:gd name="connsiteX568" fmla="*/ 563310 w 1258521"/>
                <a:gd name="connsiteY568" fmla="*/ 25802 h 914263"/>
                <a:gd name="connsiteX569" fmla="*/ 555806 w 1258521"/>
                <a:gd name="connsiteY569" fmla="*/ 25600 h 914263"/>
                <a:gd name="connsiteX570" fmla="*/ 549377 w 1258521"/>
                <a:gd name="connsiteY570" fmla="*/ 23750 h 914263"/>
                <a:gd name="connsiteX571" fmla="*/ 542949 w 1258521"/>
                <a:gd name="connsiteY571" fmla="*/ 19410 h 914263"/>
                <a:gd name="connsiteX572" fmla="*/ 536757 w 1258521"/>
                <a:gd name="connsiteY572" fmla="*/ 14970 h 914263"/>
                <a:gd name="connsiteX573" fmla="*/ 532954 w 1258521"/>
                <a:gd name="connsiteY573" fmla="*/ 12581 h 914263"/>
                <a:gd name="connsiteX574" fmla="*/ 526997 w 1258521"/>
                <a:gd name="connsiteY574" fmla="*/ 11606 h 914263"/>
                <a:gd name="connsiteX575" fmla="*/ 517978 w 1258521"/>
                <a:gd name="connsiteY575" fmla="*/ 12682 h 914263"/>
                <a:gd name="connsiteX576" fmla="*/ 514377 w 1258521"/>
                <a:gd name="connsiteY576" fmla="*/ 10630 h 914263"/>
                <a:gd name="connsiteX577" fmla="*/ 511651 w 1258521"/>
                <a:gd name="connsiteY577" fmla="*/ 8242 h 914263"/>
                <a:gd name="connsiteX578" fmla="*/ 509800 w 1258521"/>
                <a:gd name="connsiteY578" fmla="*/ 6829 h 914263"/>
                <a:gd name="connsiteX579" fmla="*/ 507747 w 1258521"/>
                <a:gd name="connsiteY579" fmla="*/ 7165 h 914263"/>
                <a:gd name="connsiteX580" fmla="*/ 503708 w 1258521"/>
                <a:gd name="connsiteY580" fmla="*/ 8477 h 914263"/>
                <a:gd name="connsiteX581" fmla="*/ 500006 w 1258521"/>
                <a:gd name="connsiteY581" fmla="*/ 9991 h 914263"/>
                <a:gd name="connsiteX582" fmla="*/ 496203 w 1258521"/>
                <a:gd name="connsiteY582" fmla="*/ 10630 h 914263"/>
                <a:gd name="connsiteX583" fmla="*/ 492737 w 1258521"/>
                <a:gd name="connsiteY583" fmla="*/ 11841 h 914263"/>
                <a:gd name="connsiteX584" fmla="*/ 489136 w 1258521"/>
                <a:gd name="connsiteY584" fmla="*/ 11639 h 914263"/>
                <a:gd name="connsiteX585" fmla="*/ 485333 w 1258521"/>
                <a:gd name="connsiteY585" fmla="*/ 11101 h 914263"/>
                <a:gd name="connsiteX586" fmla="*/ 482068 w 1258521"/>
                <a:gd name="connsiteY586" fmla="*/ 9587 h 914263"/>
                <a:gd name="connsiteX587" fmla="*/ 478265 w 1258521"/>
                <a:gd name="connsiteY587" fmla="*/ 8174 h 914263"/>
                <a:gd name="connsiteX588" fmla="*/ 471635 w 1258521"/>
                <a:gd name="connsiteY588" fmla="*/ 7401 h 914263"/>
                <a:gd name="connsiteX589" fmla="*/ 465477 w 1258521"/>
                <a:gd name="connsiteY589" fmla="*/ 6425 h 914263"/>
                <a:gd name="connsiteX590" fmla="*/ 458308 w 1258521"/>
                <a:gd name="connsiteY590" fmla="*/ 6425 h 914263"/>
                <a:gd name="connsiteX591" fmla="*/ 453428 w 1258521"/>
                <a:gd name="connsiteY591" fmla="*/ 5113 h 914263"/>
                <a:gd name="connsiteX592" fmla="*/ 449827 w 1258521"/>
                <a:gd name="connsiteY592" fmla="*/ 3498 h 914263"/>
                <a:gd name="connsiteX593" fmla="*/ 446024 w 1258521"/>
                <a:gd name="connsiteY593" fmla="*/ 1884 h 914263"/>
                <a:gd name="connsiteX594" fmla="*/ 443298 w 1258521"/>
                <a:gd name="connsiteY594" fmla="*/ 1547 h 914263"/>
                <a:gd name="connsiteX595" fmla="*/ 442760 w 1258521"/>
                <a:gd name="connsiteY595" fmla="*/ 1884 h 914263"/>
                <a:gd name="connsiteX596" fmla="*/ 442120 w 1258521"/>
                <a:gd name="connsiteY596" fmla="*/ 4272 h 914263"/>
                <a:gd name="connsiteX597" fmla="*/ 440707 w 1258521"/>
                <a:gd name="connsiteY597" fmla="*/ 7098 h 914263"/>
                <a:gd name="connsiteX598" fmla="*/ 437880 w 1258521"/>
                <a:gd name="connsiteY598" fmla="*/ 9486 h 914263"/>
                <a:gd name="connsiteX599" fmla="*/ 434615 w 1258521"/>
                <a:gd name="connsiteY599" fmla="*/ 9688 h 914263"/>
                <a:gd name="connsiteX600" fmla="*/ 429937 w 1258521"/>
                <a:gd name="connsiteY600" fmla="*/ 8814 h 914263"/>
                <a:gd name="connsiteX601" fmla="*/ 428187 w 1258521"/>
                <a:gd name="connsiteY601" fmla="*/ 7502 h 914263"/>
                <a:gd name="connsiteX602" fmla="*/ 426134 w 1258521"/>
                <a:gd name="connsiteY602" fmla="*/ 7266 h 914263"/>
                <a:gd name="connsiteX603" fmla="*/ 424283 w 1258521"/>
                <a:gd name="connsiteY603" fmla="*/ 9453 h 914263"/>
                <a:gd name="connsiteX604" fmla="*/ 417216 w 1258521"/>
                <a:gd name="connsiteY604" fmla="*/ 9991 h 914263"/>
                <a:gd name="connsiteX605" fmla="*/ 408735 w 1258521"/>
                <a:gd name="connsiteY605" fmla="*/ 10529 h 914263"/>
                <a:gd name="connsiteX606" fmla="*/ 405571 w 1258521"/>
                <a:gd name="connsiteY606" fmla="*/ 10765 h 914263"/>
                <a:gd name="connsiteX607" fmla="*/ 403417 w 1258521"/>
                <a:gd name="connsiteY607" fmla="*/ 11538 h 914263"/>
                <a:gd name="connsiteX608" fmla="*/ 401567 w 1258521"/>
                <a:gd name="connsiteY608" fmla="*/ 9924 h 914263"/>
                <a:gd name="connsiteX609" fmla="*/ 398639 w 1258521"/>
                <a:gd name="connsiteY609" fmla="*/ 7333 h 914263"/>
                <a:gd name="connsiteX610" fmla="*/ 397023 w 1258521"/>
                <a:gd name="connsiteY610" fmla="*/ 5147 h 914263"/>
                <a:gd name="connsiteX611" fmla="*/ 396922 w 1258521"/>
                <a:gd name="connsiteY611" fmla="*/ 3532 h 914263"/>
                <a:gd name="connsiteX612" fmla="*/ 396821 w 1258521"/>
                <a:gd name="connsiteY612" fmla="*/ 1480 h 914263"/>
                <a:gd name="connsiteX613" fmla="*/ 396788 w 1258521"/>
                <a:gd name="connsiteY613" fmla="*/ 0 h 914263"/>
                <a:gd name="connsiteX614" fmla="*/ 396720 w 1258521"/>
                <a:gd name="connsiteY614" fmla="*/ 0 h 914263"/>
                <a:gd name="connsiteX615" fmla="*/ 393355 w 1258521"/>
                <a:gd name="connsiteY615" fmla="*/ 2725 h 914263"/>
                <a:gd name="connsiteX616" fmla="*/ 393355 w 1258521"/>
                <a:gd name="connsiteY616" fmla="*/ 7367 h 914263"/>
                <a:gd name="connsiteX617" fmla="*/ 375686 w 1258521"/>
                <a:gd name="connsiteY617" fmla="*/ 10125 h 914263"/>
                <a:gd name="connsiteX618" fmla="*/ 372489 w 1258521"/>
                <a:gd name="connsiteY618" fmla="*/ 11707 h 914263"/>
                <a:gd name="connsiteX619" fmla="*/ 364681 w 1258521"/>
                <a:gd name="connsiteY619" fmla="*/ 11707 h 914263"/>
                <a:gd name="connsiteX620" fmla="*/ 360609 w 1258521"/>
                <a:gd name="connsiteY620" fmla="*/ 7064 h 914263"/>
                <a:gd name="connsiteX621" fmla="*/ 349301 w 1258521"/>
                <a:gd name="connsiteY621" fmla="*/ 11707 h 914263"/>
                <a:gd name="connsiteX622" fmla="*/ 340887 w 1258521"/>
                <a:gd name="connsiteY622" fmla="*/ 18670 h 914263"/>
                <a:gd name="connsiteX623" fmla="*/ 334796 w 1258521"/>
                <a:gd name="connsiteY623" fmla="*/ 20116 h 914263"/>
                <a:gd name="connsiteX624" fmla="*/ 331026 w 1258521"/>
                <a:gd name="connsiteY624" fmla="*/ 15474 h 914263"/>
                <a:gd name="connsiteX625" fmla="*/ 323791 w 1258521"/>
                <a:gd name="connsiteY625" fmla="*/ 18098 h 914263"/>
                <a:gd name="connsiteX626" fmla="*/ 315983 w 1258521"/>
                <a:gd name="connsiteY626" fmla="*/ 20116 h 914263"/>
                <a:gd name="connsiteX627" fmla="*/ 305853 w 1258521"/>
                <a:gd name="connsiteY627" fmla="*/ 20116 h 914263"/>
                <a:gd name="connsiteX628" fmla="*/ 302386 w 1258521"/>
                <a:gd name="connsiteY628" fmla="*/ 24591 h 914263"/>
                <a:gd name="connsiteX629" fmla="*/ 297170 w 1258521"/>
                <a:gd name="connsiteY629" fmla="*/ 27349 h 914263"/>
                <a:gd name="connsiteX630" fmla="*/ 288218 w 1258521"/>
                <a:gd name="connsiteY630" fmla="*/ 27349 h 914263"/>
                <a:gd name="connsiteX631" fmla="*/ 281251 w 1258521"/>
                <a:gd name="connsiteY631" fmla="*/ 27349 h 914263"/>
                <a:gd name="connsiteX632" fmla="*/ 271996 w 1258521"/>
                <a:gd name="connsiteY632" fmla="*/ 28796 h 914263"/>
                <a:gd name="connsiteX633" fmla="*/ 253453 w 1258521"/>
                <a:gd name="connsiteY633" fmla="*/ 32260 h 914263"/>
                <a:gd name="connsiteX634" fmla="*/ 238678 w 1258521"/>
                <a:gd name="connsiteY634" fmla="*/ 35288 h 914263"/>
                <a:gd name="connsiteX635" fmla="*/ 223029 w 1258521"/>
                <a:gd name="connsiteY635" fmla="*/ 37744 h 914263"/>
                <a:gd name="connsiteX636" fmla="*/ 206504 w 1258521"/>
                <a:gd name="connsiteY636" fmla="*/ 37744 h 914263"/>
                <a:gd name="connsiteX637" fmla="*/ 194894 w 1258521"/>
                <a:gd name="connsiteY637" fmla="*/ 34279 h 914263"/>
                <a:gd name="connsiteX638" fmla="*/ 187052 w 1258521"/>
                <a:gd name="connsiteY638" fmla="*/ 29637 h 914263"/>
                <a:gd name="connsiteX639" fmla="*/ 177764 w 1258521"/>
                <a:gd name="connsiteY639" fmla="*/ 30511 h 914263"/>
                <a:gd name="connsiteX640" fmla="*/ 173422 w 1258521"/>
                <a:gd name="connsiteY640" fmla="*/ 32832 h 914263"/>
                <a:gd name="connsiteX641" fmla="*/ 168509 w 1258521"/>
                <a:gd name="connsiteY641" fmla="*/ 39493 h 914263"/>
                <a:gd name="connsiteX642" fmla="*/ 159523 w 1258521"/>
                <a:gd name="connsiteY642" fmla="*/ 45279 h 914263"/>
                <a:gd name="connsiteX643" fmla="*/ 155181 w 1258521"/>
                <a:gd name="connsiteY643" fmla="*/ 49181 h 914263"/>
                <a:gd name="connsiteX644" fmla="*/ 151109 w 1258521"/>
                <a:gd name="connsiteY644" fmla="*/ 51637 h 914263"/>
                <a:gd name="connsiteX645" fmla="*/ 140373 w 1258521"/>
                <a:gd name="connsiteY645" fmla="*/ 51637 h 914263"/>
                <a:gd name="connsiteX646" fmla="*/ 136032 w 1258521"/>
                <a:gd name="connsiteY646" fmla="*/ 54833 h 914263"/>
                <a:gd name="connsiteX647" fmla="*/ 136032 w 1258521"/>
                <a:gd name="connsiteY647" fmla="*/ 62940 h 914263"/>
                <a:gd name="connsiteX648" fmla="*/ 141820 w 1258521"/>
                <a:gd name="connsiteY648" fmla="*/ 75117 h 914263"/>
                <a:gd name="connsiteX649" fmla="*/ 148787 w 1258521"/>
                <a:gd name="connsiteY649" fmla="*/ 87867 h 914263"/>
                <a:gd name="connsiteX650" fmla="*/ 153431 w 1258521"/>
                <a:gd name="connsiteY650" fmla="*/ 97420 h 914263"/>
                <a:gd name="connsiteX651" fmla="*/ 155753 w 1258521"/>
                <a:gd name="connsiteY651" fmla="*/ 101491 h 914263"/>
                <a:gd name="connsiteX652" fmla="*/ 153734 w 1258521"/>
                <a:gd name="connsiteY652" fmla="*/ 109598 h 914263"/>
                <a:gd name="connsiteX653" fmla="*/ 147946 w 1258521"/>
                <a:gd name="connsiteY653" fmla="*/ 112491 h 914263"/>
                <a:gd name="connsiteX654" fmla="*/ 147070 w 1258521"/>
                <a:gd name="connsiteY654" fmla="*/ 120026 h 914263"/>
                <a:gd name="connsiteX655" fmla="*/ 145926 w 1258521"/>
                <a:gd name="connsiteY655" fmla="*/ 125812 h 914263"/>
                <a:gd name="connsiteX656" fmla="*/ 154609 w 1258521"/>
                <a:gd name="connsiteY656" fmla="*/ 133347 h 914263"/>
                <a:gd name="connsiteX657" fmla="*/ 162720 w 1258521"/>
                <a:gd name="connsiteY657" fmla="*/ 137990 h 914263"/>
                <a:gd name="connsiteX658" fmla="*/ 167364 w 1258521"/>
                <a:gd name="connsiteY658" fmla="*/ 144079 h 914263"/>
                <a:gd name="connsiteX659" fmla="*/ 176350 w 1258521"/>
                <a:gd name="connsiteY659" fmla="*/ 150436 h 914263"/>
                <a:gd name="connsiteX660" fmla="*/ 180759 w 1258521"/>
                <a:gd name="connsiteY660" fmla="*/ 149562 h 914263"/>
                <a:gd name="connsiteX661" fmla="*/ 181264 w 1258521"/>
                <a:gd name="connsiteY661" fmla="*/ 154776 h 914263"/>
                <a:gd name="connsiteX662" fmla="*/ 181264 w 1258521"/>
                <a:gd name="connsiteY662" fmla="*/ 160293 h 914263"/>
                <a:gd name="connsiteX663" fmla="*/ 180961 w 1258521"/>
                <a:gd name="connsiteY663" fmla="*/ 165810 h 914263"/>
                <a:gd name="connsiteX664" fmla="*/ 186918 w 1258521"/>
                <a:gd name="connsiteY664" fmla="*/ 167996 h 914263"/>
                <a:gd name="connsiteX665" fmla="*/ 193884 w 1258521"/>
                <a:gd name="connsiteY665" fmla="*/ 173211 h 914263"/>
                <a:gd name="connsiteX666" fmla="*/ 197350 w 1258521"/>
                <a:gd name="connsiteY666" fmla="*/ 175666 h 914263"/>
                <a:gd name="connsiteX667" fmla="*/ 200682 w 1258521"/>
                <a:gd name="connsiteY667" fmla="*/ 176406 h 914263"/>
                <a:gd name="connsiteX668" fmla="*/ 200379 w 1258521"/>
                <a:gd name="connsiteY668" fmla="*/ 180880 h 914263"/>
                <a:gd name="connsiteX669" fmla="*/ 202836 w 1258521"/>
                <a:gd name="connsiteY669" fmla="*/ 191611 h 914263"/>
                <a:gd name="connsiteX670" fmla="*/ 204418 w 1258521"/>
                <a:gd name="connsiteY670" fmla="*/ 197969 h 914263"/>
                <a:gd name="connsiteX671" fmla="*/ 209264 w 1258521"/>
                <a:gd name="connsiteY671" fmla="*/ 204193 h 914263"/>
                <a:gd name="connsiteX672" fmla="*/ 214279 w 1258521"/>
                <a:gd name="connsiteY672" fmla="*/ 210584 h 914263"/>
                <a:gd name="connsiteX673" fmla="*/ 214279 w 1258521"/>
                <a:gd name="connsiteY673" fmla="*/ 214217 h 914263"/>
                <a:gd name="connsiteX674" fmla="*/ 213101 w 1258521"/>
                <a:gd name="connsiteY674" fmla="*/ 217682 h 914263"/>
                <a:gd name="connsiteX675" fmla="*/ 211216 w 1258521"/>
                <a:gd name="connsiteY675" fmla="*/ 222459 h 914263"/>
                <a:gd name="connsiteX676" fmla="*/ 209904 w 1258521"/>
                <a:gd name="connsiteY676" fmla="*/ 224040 h 914263"/>
                <a:gd name="connsiteX677" fmla="*/ 208154 w 1258521"/>
                <a:gd name="connsiteY677" fmla="*/ 225486 h 914263"/>
                <a:gd name="connsiteX678" fmla="*/ 206404 w 1258521"/>
                <a:gd name="connsiteY678" fmla="*/ 225486 h 914263"/>
                <a:gd name="connsiteX679" fmla="*/ 202937 w 1258521"/>
                <a:gd name="connsiteY679" fmla="*/ 225486 h 914263"/>
                <a:gd name="connsiteX680" fmla="*/ 199471 w 1258521"/>
                <a:gd name="connsiteY680" fmla="*/ 223737 h 914263"/>
                <a:gd name="connsiteX681" fmla="*/ 196004 w 1258521"/>
                <a:gd name="connsiteY681" fmla="*/ 223737 h 914263"/>
                <a:gd name="connsiteX682" fmla="*/ 194591 w 1258521"/>
                <a:gd name="connsiteY682" fmla="*/ 225486 h 914263"/>
                <a:gd name="connsiteX683" fmla="*/ 192100 w 1258521"/>
                <a:gd name="connsiteY683" fmla="*/ 226899 h 914263"/>
                <a:gd name="connsiteX684" fmla="*/ 190249 w 1258521"/>
                <a:gd name="connsiteY684" fmla="*/ 229389 h 914263"/>
                <a:gd name="connsiteX685" fmla="*/ 186211 w 1258521"/>
                <a:gd name="connsiteY685" fmla="*/ 231340 h 914263"/>
                <a:gd name="connsiteX686" fmla="*/ 181970 w 1258521"/>
                <a:gd name="connsiteY686" fmla="*/ 232315 h 914263"/>
                <a:gd name="connsiteX687" fmla="*/ 173388 w 1258521"/>
                <a:gd name="connsiteY687" fmla="*/ 232315 h 914263"/>
                <a:gd name="connsiteX688" fmla="*/ 169047 w 1258521"/>
                <a:gd name="connsiteY688" fmla="*/ 232349 h 914263"/>
                <a:gd name="connsiteX689" fmla="*/ 166994 w 1258521"/>
                <a:gd name="connsiteY689" fmla="*/ 233594 h 914263"/>
                <a:gd name="connsiteX690" fmla="*/ 163830 w 1258521"/>
                <a:gd name="connsiteY690" fmla="*/ 235444 h 914263"/>
                <a:gd name="connsiteX691" fmla="*/ 158614 w 1258521"/>
                <a:gd name="connsiteY691" fmla="*/ 238068 h 914263"/>
                <a:gd name="connsiteX692" fmla="*/ 156864 w 1258521"/>
                <a:gd name="connsiteY692" fmla="*/ 239480 h 914263"/>
                <a:gd name="connsiteX693" fmla="*/ 152825 w 1258521"/>
                <a:gd name="connsiteY693" fmla="*/ 241095 h 914263"/>
                <a:gd name="connsiteX694" fmla="*/ 151311 w 1258521"/>
                <a:gd name="connsiteY694" fmla="*/ 243282 h 914263"/>
                <a:gd name="connsiteX695" fmla="*/ 151849 w 1258521"/>
                <a:gd name="connsiteY695" fmla="*/ 245031 h 914263"/>
                <a:gd name="connsiteX696" fmla="*/ 151950 w 1258521"/>
                <a:gd name="connsiteY696" fmla="*/ 248059 h 914263"/>
                <a:gd name="connsiteX697" fmla="*/ 155316 w 1258521"/>
                <a:gd name="connsiteY697" fmla="*/ 250884 h 914263"/>
                <a:gd name="connsiteX698" fmla="*/ 155215 w 1258521"/>
                <a:gd name="connsiteY698" fmla="*/ 252499 h 914263"/>
                <a:gd name="connsiteX699" fmla="*/ 153599 w 1258521"/>
                <a:gd name="connsiteY699" fmla="*/ 255661 h 914263"/>
                <a:gd name="connsiteX700" fmla="*/ 152960 w 1258521"/>
                <a:gd name="connsiteY700" fmla="*/ 256637 h 914263"/>
                <a:gd name="connsiteX701" fmla="*/ 152253 w 1258521"/>
                <a:gd name="connsiteY701" fmla="*/ 259126 h 914263"/>
                <a:gd name="connsiteX702" fmla="*/ 151648 w 1258521"/>
                <a:gd name="connsiteY702" fmla="*/ 262793 h 914263"/>
                <a:gd name="connsiteX703" fmla="*/ 151648 w 1258521"/>
                <a:gd name="connsiteY703" fmla="*/ 266258 h 914263"/>
                <a:gd name="connsiteX704" fmla="*/ 152422 w 1258521"/>
                <a:gd name="connsiteY704" fmla="*/ 270395 h 914263"/>
                <a:gd name="connsiteX705" fmla="*/ 157638 w 1258521"/>
                <a:gd name="connsiteY705" fmla="*/ 271472 h 914263"/>
                <a:gd name="connsiteX706" fmla="*/ 161542 w 1258521"/>
                <a:gd name="connsiteY706" fmla="*/ 273524 h 914263"/>
                <a:gd name="connsiteX707" fmla="*/ 164806 w 1258521"/>
                <a:gd name="connsiteY707" fmla="*/ 274836 h 914263"/>
                <a:gd name="connsiteX708" fmla="*/ 167398 w 1258521"/>
                <a:gd name="connsiteY708" fmla="*/ 275912 h 914263"/>
                <a:gd name="connsiteX709" fmla="*/ 172076 w 1258521"/>
                <a:gd name="connsiteY709" fmla="*/ 279613 h 914263"/>
                <a:gd name="connsiteX710" fmla="*/ 173860 w 1258521"/>
                <a:gd name="connsiteY710" fmla="*/ 283078 h 914263"/>
                <a:gd name="connsiteX711" fmla="*/ 174230 w 1258521"/>
                <a:gd name="connsiteY711" fmla="*/ 286441 h 914263"/>
                <a:gd name="connsiteX712" fmla="*/ 174230 w 1258521"/>
                <a:gd name="connsiteY712" fmla="*/ 290579 h 914263"/>
                <a:gd name="connsiteX713" fmla="*/ 175105 w 1258521"/>
                <a:gd name="connsiteY713" fmla="*/ 297240 h 914263"/>
                <a:gd name="connsiteX714" fmla="*/ 174802 w 1258521"/>
                <a:gd name="connsiteY714" fmla="*/ 302757 h 914263"/>
                <a:gd name="connsiteX715" fmla="*/ 176249 w 1258521"/>
                <a:gd name="connsiteY715" fmla="*/ 306827 h 914263"/>
                <a:gd name="connsiteX716" fmla="*/ 176821 w 1258521"/>
                <a:gd name="connsiteY716" fmla="*/ 311469 h 914263"/>
                <a:gd name="connsiteX717" fmla="*/ 175946 w 1258521"/>
                <a:gd name="connsiteY717" fmla="*/ 316381 h 914263"/>
                <a:gd name="connsiteX718" fmla="*/ 172480 w 1258521"/>
                <a:gd name="connsiteY718" fmla="*/ 322907 h 914263"/>
                <a:gd name="connsiteX719" fmla="*/ 170460 w 1258521"/>
                <a:gd name="connsiteY719" fmla="*/ 326237 h 914263"/>
                <a:gd name="connsiteX720" fmla="*/ 166388 w 1258521"/>
                <a:gd name="connsiteY720" fmla="*/ 326237 h 914263"/>
                <a:gd name="connsiteX721" fmla="*/ 162316 w 1258521"/>
                <a:gd name="connsiteY721" fmla="*/ 331451 h 914263"/>
                <a:gd name="connsiteX722" fmla="*/ 159422 w 1258521"/>
                <a:gd name="connsiteY722" fmla="*/ 331451 h 914263"/>
                <a:gd name="connsiteX723" fmla="*/ 155955 w 1258521"/>
                <a:gd name="connsiteY723" fmla="*/ 328861 h 914263"/>
                <a:gd name="connsiteX724" fmla="*/ 149864 w 1258521"/>
                <a:gd name="connsiteY724" fmla="*/ 327415 h 914263"/>
                <a:gd name="connsiteX725" fmla="*/ 144344 w 1258521"/>
                <a:gd name="connsiteY725" fmla="*/ 322503 h 914263"/>
                <a:gd name="connsiteX726" fmla="*/ 143470 w 1258521"/>
                <a:gd name="connsiteY726" fmla="*/ 317592 h 914263"/>
                <a:gd name="connsiteX727" fmla="*/ 140844 w 1258521"/>
                <a:gd name="connsiteY727" fmla="*/ 317020 h 914263"/>
                <a:gd name="connsiteX728" fmla="*/ 132162 w 1258521"/>
                <a:gd name="connsiteY728" fmla="*/ 315573 h 914263"/>
                <a:gd name="connsiteX729" fmla="*/ 127517 w 1258521"/>
                <a:gd name="connsiteY729" fmla="*/ 312983 h 914263"/>
                <a:gd name="connsiteX730" fmla="*/ 115065 w 1258521"/>
                <a:gd name="connsiteY730" fmla="*/ 312109 h 914263"/>
                <a:gd name="connsiteX731" fmla="*/ 105776 w 1258521"/>
                <a:gd name="connsiteY731" fmla="*/ 310359 h 914263"/>
                <a:gd name="connsiteX732" fmla="*/ 99988 w 1258521"/>
                <a:gd name="connsiteY732" fmla="*/ 305717 h 914263"/>
                <a:gd name="connsiteX733" fmla="*/ 95343 w 1258521"/>
                <a:gd name="connsiteY733" fmla="*/ 302824 h 914263"/>
                <a:gd name="connsiteX734" fmla="*/ 91002 w 1258521"/>
                <a:gd name="connsiteY734" fmla="*/ 296735 h 914263"/>
                <a:gd name="connsiteX735" fmla="*/ 87233 w 1258521"/>
                <a:gd name="connsiteY735" fmla="*/ 293270 h 914263"/>
                <a:gd name="connsiteX736" fmla="*/ 82891 w 1258521"/>
                <a:gd name="connsiteY736" fmla="*/ 293270 h 914263"/>
                <a:gd name="connsiteX737" fmla="*/ 80502 w 1258521"/>
                <a:gd name="connsiteY737" fmla="*/ 294952 h 914263"/>
                <a:gd name="connsiteX738" fmla="*/ 78314 w 1258521"/>
                <a:gd name="connsiteY738" fmla="*/ 298081 h 914263"/>
                <a:gd name="connsiteX739" fmla="*/ 78752 w 1258521"/>
                <a:gd name="connsiteY739" fmla="*/ 303228 h 914263"/>
                <a:gd name="connsiteX740" fmla="*/ 75117 w 1258521"/>
                <a:gd name="connsiteY740" fmla="*/ 303968 h 914263"/>
                <a:gd name="connsiteX741" fmla="*/ 72929 w 1258521"/>
                <a:gd name="connsiteY741" fmla="*/ 305111 h 914263"/>
                <a:gd name="connsiteX742" fmla="*/ 71482 w 1258521"/>
                <a:gd name="connsiteY742" fmla="*/ 309182 h 914263"/>
                <a:gd name="connsiteX743" fmla="*/ 66569 w 1258521"/>
                <a:gd name="connsiteY743" fmla="*/ 309417 h 914263"/>
                <a:gd name="connsiteX744" fmla="*/ 61924 w 1258521"/>
                <a:gd name="connsiteY744" fmla="*/ 306592 h 914263"/>
                <a:gd name="connsiteX745" fmla="*/ 60477 w 1258521"/>
                <a:gd name="connsiteY745" fmla="*/ 304708 h 914263"/>
                <a:gd name="connsiteX746" fmla="*/ 57583 w 1258521"/>
                <a:gd name="connsiteY746" fmla="*/ 303059 h 914263"/>
                <a:gd name="connsiteX747" fmla="*/ 54117 w 1258521"/>
                <a:gd name="connsiteY747" fmla="*/ 302925 h 914263"/>
                <a:gd name="connsiteX748" fmla="*/ 50482 w 1258521"/>
                <a:gd name="connsiteY748" fmla="*/ 303261 h 914263"/>
                <a:gd name="connsiteX749" fmla="*/ 44626 w 1258521"/>
                <a:gd name="connsiteY749" fmla="*/ 303799 h 914263"/>
                <a:gd name="connsiteX750" fmla="*/ 41159 w 1258521"/>
                <a:gd name="connsiteY750" fmla="*/ 303799 h 914263"/>
                <a:gd name="connsiteX751" fmla="*/ 39342 w 1258521"/>
                <a:gd name="connsiteY751" fmla="*/ 302992 h 914263"/>
                <a:gd name="connsiteX752" fmla="*/ 35707 w 1258521"/>
                <a:gd name="connsiteY752" fmla="*/ 304506 h 914263"/>
                <a:gd name="connsiteX753" fmla="*/ 32376 w 1258521"/>
                <a:gd name="connsiteY753" fmla="*/ 306154 h 914263"/>
                <a:gd name="connsiteX754" fmla="*/ 28606 w 1258521"/>
                <a:gd name="connsiteY754" fmla="*/ 307668 h 914263"/>
                <a:gd name="connsiteX755" fmla="*/ 25477 w 1258521"/>
                <a:gd name="connsiteY755" fmla="*/ 308307 h 914263"/>
                <a:gd name="connsiteX756" fmla="*/ 22448 w 1258521"/>
                <a:gd name="connsiteY756" fmla="*/ 308879 h 914263"/>
                <a:gd name="connsiteX757" fmla="*/ 19688 w 1258521"/>
                <a:gd name="connsiteY757" fmla="*/ 311402 h 914263"/>
                <a:gd name="connsiteX758" fmla="*/ 19385 w 1258521"/>
                <a:gd name="connsiteY758" fmla="*/ 314968 h 914263"/>
                <a:gd name="connsiteX759" fmla="*/ 19385 w 1258521"/>
                <a:gd name="connsiteY759" fmla="*/ 320249 h 914263"/>
                <a:gd name="connsiteX760" fmla="*/ 21034 w 1258521"/>
                <a:gd name="connsiteY760" fmla="*/ 323075 h 914263"/>
                <a:gd name="connsiteX761" fmla="*/ 24568 w 1258521"/>
                <a:gd name="connsiteY761" fmla="*/ 326103 h 914263"/>
                <a:gd name="connsiteX762" fmla="*/ 27832 w 1258521"/>
                <a:gd name="connsiteY762" fmla="*/ 326742 h 914263"/>
                <a:gd name="connsiteX763" fmla="*/ 32981 w 1258521"/>
                <a:gd name="connsiteY763" fmla="*/ 327246 h 914263"/>
                <a:gd name="connsiteX764" fmla="*/ 37020 w 1258521"/>
                <a:gd name="connsiteY764" fmla="*/ 328491 h 914263"/>
                <a:gd name="connsiteX765" fmla="*/ 41092 w 1258521"/>
                <a:gd name="connsiteY765" fmla="*/ 330577 h 914263"/>
                <a:gd name="connsiteX766" fmla="*/ 43414 w 1258521"/>
                <a:gd name="connsiteY766" fmla="*/ 332595 h 914263"/>
                <a:gd name="connsiteX767" fmla="*/ 46174 w 1258521"/>
                <a:gd name="connsiteY767" fmla="*/ 335858 h 914263"/>
                <a:gd name="connsiteX768" fmla="*/ 49068 w 1258521"/>
                <a:gd name="connsiteY768" fmla="*/ 339121 h 914263"/>
                <a:gd name="connsiteX769" fmla="*/ 48765 w 1258521"/>
                <a:gd name="connsiteY769" fmla="*/ 341072 h 914263"/>
                <a:gd name="connsiteX770" fmla="*/ 46881 w 1258521"/>
                <a:gd name="connsiteY770" fmla="*/ 344975 h 914263"/>
                <a:gd name="connsiteX771" fmla="*/ 43852 w 1258521"/>
                <a:gd name="connsiteY771" fmla="*/ 348877 h 914263"/>
                <a:gd name="connsiteX772" fmla="*/ 41900 w 1258521"/>
                <a:gd name="connsiteY772" fmla="*/ 352072 h 914263"/>
                <a:gd name="connsiteX773" fmla="*/ 39679 w 1258521"/>
                <a:gd name="connsiteY773" fmla="*/ 357858 h 914263"/>
                <a:gd name="connsiteX774" fmla="*/ 40217 w 1258521"/>
                <a:gd name="connsiteY774" fmla="*/ 361424 h 914263"/>
                <a:gd name="connsiteX775" fmla="*/ 40217 w 1258521"/>
                <a:gd name="connsiteY775" fmla="*/ 365427 h 914263"/>
                <a:gd name="connsiteX776" fmla="*/ 34698 w 1258521"/>
                <a:gd name="connsiteY776" fmla="*/ 368253 h 914263"/>
                <a:gd name="connsiteX777" fmla="*/ 33453 w 1258521"/>
                <a:gd name="connsiteY777" fmla="*/ 370070 h 914263"/>
                <a:gd name="connsiteX778" fmla="*/ 33756 w 1258521"/>
                <a:gd name="connsiteY778" fmla="*/ 373535 h 914263"/>
                <a:gd name="connsiteX779" fmla="*/ 34496 w 1258521"/>
                <a:gd name="connsiteY779" fmla="*/ 377167 h 914263"/>
                <a:gd name="connsiteX780" fmla="*/ 34496 w 1258521"/>
                <a:gd name="connsiteY780" fmla="*/ 378849 h 914263"/>
                <a:gd name="connsiteX781" fmla="*/ 33183 w 1258521"/>
                <a:gd name="connsiteY781" fmla="*/ 380868 h 914263"/>
                <a:gd name="connsiteX782" fmla="*/ 30861 w 1258521"/>
                <a:gd name="connsiteY782" fmla="*/ 381171 h 914263"/>
                <a:gd name="connsiteX783" fmla="*/ 27900 w 1258521"/>
                <a:gd name="connsiteY783" fmla="*/ 380229 h 914263"/>
                <a:gd name="connsiteX784" fmla="*/ 25443 w 1258521"/>
                <a:gd name="connsiteY784" fmla="*/ 380229 h 914263"/>
                <a:gd name="connsiteX785" fmla="*/ 22313 w 1258521"/>
                <a:gd name="connsiteY785" fmla="*/ 380666 h 914263"/>
                <a:gd name="connsiteX786" fmla="*/ 16962 w 1258521"/>
                <a:gd name="connsiteY786" fmla="*/ 382684 h 914263"/>
                <a:gd name="connsiteX787" fmla="*/ 14640 w 1258521"/>
                <a:gd name="connsiteY787" fmla="*/ 385308 h 914263"/>
                <a:gd name="connsiteX788" fmla="*/ 11813 w 1258521"/>
                <a:gd name="connsiteY788" fmla="*/ 391532 h 914263"/>
                <a:gd name="connsiteX789" fmla="*/ 8986 w 1258521"/>
                <a:gd name="connsiteY789" fmla="*/ 397990 h 914263"/>
                <a:gd name="connsiteX790" fmla="*/ 5654 w 1258521"/>
                <a:gd name="connsiteY790" fmla="*/ 403507 h 914263"/>
                <a:gd name="connsiteX791" fmla="*/ 8178 w 1258521"/>
                <a:gd name="connsiteY791" fmla="*/ 409966 h 914263"/>
                <a:gd name="connsiteX792" fmla="*/ 13596 w 1258521"/>
                <a:gd name="connsiteY792" fmla="*/ 414238 h 914263"/>
                <a:gd name="connsiteX793" fmla="*/ 14337 w 1258521"/>
                <a:gd name="connsiteY793" fmla="*/ 417434 h 914263"/>
                <a:gd name="connsiteX794" fmla="*/ 10938 w 1258521"/>
                <a:gd name="connsiteY794" fmla="*/ 423220 h 914263"/>
                <a:gd name="connsiteX795" fmla="*/ 9928 w 1258521"/>
                <a:gd name="connsiteY795" fmla="*/ 427425 h 914263"/>
                <a:gd name="connsiteX796" fmla="*/ 8616 w 1258521"/>
                <a:gd name="connsiteY796" fmla="*/ 429814 h 914263"/>
                <a:gd name="connsiteX797" fmla="*/ 7168 w 1258521"/>
                <a:gd name="connsiteY797" fmla="*/ 432067 h 914263"/>
                <a:gd name="connsiteX798" fmla="*/ 5654 w 1258521"/>
                <a:gd name="connsiteY798" fmla="*/ 433447 h 914263"/>
                <a:gd name="connsiteX799" fmla="*/ 7236 w 1258521"/>
                <a:gd name="connsiteY799" fmla="*/ 436340 h 914263"/>
                <a:gd name="connsiteX800" fmla="*/ 10063 w 1258521"/>
                <a:gd name="connsiteY800" fmla="*/ 437484 h 914263"/>
                <a:gd name="connsiteX801" fmla="*/ 13327 w 1258521"/>
                <a:gd name="connsiteY801" fmla="*/ 439502 h 914263"/>
                <a:gd name="connsiteX802" fmla="*/ 16222 w 1258521"/>
                <a:gd name="connsiteY802" fmla="*/ 439502 h 914263"/>
                <a:gd name="connsiteX803" fmla="*/ 22077 w 1258521"/>
                <a:gd name="connsiteY803" fmla="*/ 438560 h 914263"/>
                <a:gd name="connsiteX804" fmla="*/ 23659 w 1258521"/>
                <a:gd name="connsiteY804" fmla="*/ 438694 h 914263"/>
                <a:gd name="connsiteX805" fmla="*/ 27563 w 1258521"/>
                <a:gd name="connsiteY805" fmla="*/ 441083 h 914263"/>
                <a:gd name="connsiteX806" fmla="*/ 30188 w 1258521"/>
                <a:gd name="connsiteY806" fmla="*/ 444346 h 914263"/>
                <a:gd name="connsiteX807" fmla="*/ 33756 w 1258521"/>
                <a:gd name="connsiteY807" fmla="*/ 447172 h 914263"/>
                <a:gd name="connsiteX808" fmla="*/ 33183 w 1258521"/>
                <a:gd name="connsiteY808" fmla="*/ 449930 h 914263"/>
                <a:gd name="connsiteX809" fmla="*/ 31602 w 1258521"/>
                <a:gd name="connsiteY809" fmla="*/ 451881 h 914263"/>
                <a:gd name="connsiteX810" fmla="*/ 30861 w 1258521"/>
                <a:gd name="connsiteY810" fmla="*/ 452823 h 914263"/>
                <a:gd name="connsiteX811" fmla="*/ 28337 w 1258521"/>
                <a:gd name="connsiteY811" fmla="*/ 457297 h 914263"/>
                <a:gd name="connsiteX812" fmla="*/ 22380 w 1258521"/>
                <a:gd name="connsiteY812" fmla="*/ 458811 h 914263"/>
                <a:gd name="connsiteX813" fmla="*/ 18173 w 1258521"/>
                <a:gd name="connsiteY813" fmla="*/ 461199 h 914263"/>
                <a:gd name="connsiteX814" fmla="*/ 16356 w 1258521"/>
                <a:gd name="connsiteY814" fmla="*/ 463016 h 914263"/>
                <a:gd name="connsiteX815" fmla="*/ 14909 w 1258521"/>
                <a:gd name="connsiteY815" fmla="*/ 464698 h 914263"/>
                <a:gd name="connsiteX816" fmla="*/ 14976 w 1258521"/>
                <a:gd name="connsiteY816" fmla="*/ 466514 h 914263"/>
                <a:gd name="connsiteX817" fmla="*/ 16289 w 1258521"/>
                <a:gd name="connsiteY817" fmla="*/ 467759 h 914263"/>
                <a:gd name="connsiteX818" fmla="*/ 17164 w 1258521"/>
                <a:gd name="connsiteY818" fmla="*/ 468634 h 914263"/>
                <a:gd name="connsiteX819" fmla="*/ 18544 w 1258521"/>
                <a:gd name="connsiteY819" fmla="*/ 469206 h 914263"/>
                <a:gd name="connsiteX820" fmla="*/ 20193 w 1258521"/>
                <a:gd name="connsiteY820" fmla="*/ 471157 h 914263"/>
                <a:gd name="connsiteX821" fmla="*/ 20933 w 1258521"/>
                <a:gd name="connsiteY821" fmla="*/ 473175 h 914263"/>
                <a:gd name="connsiteX822" fmla="*/ 21741 w 1258521"/>
                <a:gd name="connsiteY822" fmla="*/ 474622 h 914263"/>
                <a:gd name="connsiteX823" fmla="*/ 22818 w 1258521"/>
                <a:gd name="connsiteY823" fmla="*/ 476438 h 914263"/>
                <a:gd name="connsiteX824" fmla="*/ 22818 w 1258521"/>
                <a:gd name="connsiteY824" fmla="*/ 478457 h 914263"/>
                <a:gd name="connsiteX825" fmla="*/ 22347 w 1258521"/>
                <a:gd name="connsiteY825" fmla="*/ 480980 h 914263"/>
                <a:gd name="connsiteX826" fmla="*/ 22818 w 1258521"/>
                <a:gd name="connsiteY826" fmla="*/ 484612 h 914263"/>
                <a:gd name="connsiteX827" fmla="*/ 22818 w 1258521"/>
                <a:gd name="connsiteY827" fmla="*/ 487135 h 914263"/>
                <a:gd name="connsiteX828" fmla="*/ 22616 w 1258521"/>
                <a:gd name="connsiteY828" fmla="*/ 490029 h 914263"/>
                <a:gd name="connsiteX829" fmla="*/ 22751 w 1258521"/>
                <a:gd name="connsiteY829" fmla="*/ 492854 h 914263"/>
                <a:gd name="connsiteX830" fmla="*/ 22885 w 1258521"/>
                <a:gd name="connsiteY830" fmla="*/ 495243 h 914263"/>
                <a:gd name="connsiteX831" fmla="*/ 22683 w 1258521"/>
                <a:gd name="connsiteY831" fmla="*/ 499212 h 914263"/>
                <a:gd name="connsiteX832" fmla="*/ 23255 w 1258521"/>
                <a:gd name="connsiteY832" fmla="*/ 501230 h 914263"/>
                <a:gd name="connsiteX833" fmla="*/ 23188 w 1258521"/>
                <a:gd name="connsiteY833" fmla="*/ 503989 h 914263"/>
                <a:gd name="connsiteX834" fmla="*/ 22818 w 1258521"/>
                <a:gd name="connsiteY834" fmla="*/ 508194 h 914263"/>
                <a:gd name="connsiteX835" fmla="*/ 22818 w 1258521"/>
                <a:gd name="connsiteY835" fmla="*/ 511457 h 914263"/>
                <a:gd name="connsiteX836" fmla="*/ 23558 w 1258521"/>
                <a:gd name="connsiteY836" fmla="*/ 513980 h 914263"/>
                <a:gd name="connsiteX837" fmla="*/ 22313 w 1258521"/>
                <a:gd name="connsiteY837" fmla="*/ 517310 h 914263"/>
                <a:gd name="connsiteX838" fmla="*/ 19553 w 1258521"/>
                <a:gd name="connsiteY838" fmla="*/ 520641 h 914263"/>
                <a:gd name="connsiteX839" fmla="*/ 15851 w 1258521"/>
                <a:gd name="connsiteY839" fmla="*/ 522457 h 914263"/>
                <a:gd name="connsiteX840" fmla="*/ 14404 w 1258521"/>
                <a:gd name="connsiteY840" fmla="*/ 523836 h 914263"/>
                <a:gd name="connsiteX841" fmla="*/ 11274 w 1258521"/>
                <a:gd name="connsiteY841" fmla="*/ 525283 h 914263"/>
                <a:gd name="connsiteX842" fmla="*/ 8447 w 1258521"/>
                <a:gd name="connsiteY842" fmla="*/ 525653 h 914263"/>
                <a:gd name="connsiteX843" fmla="*/ 4476 w 1258521"/>
                <a:gd name="connsiteY843" fmla="*/ 523567 h 914263"/>
                <a:gd name="connsiteX844" fmla="*/ 2154 w 1258521"/>
                <a:gd name="connsiteY844" fmla="*/ 524139 h 914263"/>
                <a:gd name="connsiteX845" fmla="*/ 1077 w 1258521"/>
                <a:gd name="connsiteY845" fmla="*/ 526965 h 914263"/>
                <a:gd name="connsiteX846" fmla="*/ 0 w 1258521"/>
                <a:gd name="connsiteY846" fmla="*/ 530531 h 914263"/>
                <a:gd name="connsiteX847" fmla="*/ 875 w 1258521"/>
                <a:gd name="connsiteY847" fmla="*/ 536989 h 914263"/>
                <a:gd name="connsiteX848" fmla="*/ 942 w 1258521"/>
                <a:gd name="connsiteY848" fmla="*/ 542069 h 914263"/>
                <a:gd name="connsiteX849" fmla="*/ 1885 w 1258521"/>
                <a:gd name="connsiteY849" fmla="*/ 548225 h 914263"/>
                <a:gd name="connsiteX850" fmla="*/ 4207 w 1258521"/>
                <a:gd name="connsiteY850" fmla="*/ 552699 h 914263"/>
                <a:gd name="connsiteX851" fmla="*/ 8111 w 1258521"/>
                <a:gd name="connsiteY851" fmla="*/ 558923 h 914263"/>
                <a:gd name="connsiteX852" fmla="*/ 11745 w 1258521"/>
                <a:gd name="connsiteY852" fmla="*/ 561883 h 914263"/>
                <a:gd name="connsiteX853" fmla="*/ 16322 w 1258521"/>
                <a:gd name="connsiteY853" fmla="*/ 563026 h 914263"/>
                <a:gd name="connsiteX854" fmla="*/ 18207 w 1258521"/>
                <a:gd name="connsiteY854" fmla="*/ 565348 h 914263"/>
                <a:gd name="connsiteX855" fmla="*/ 17972 w 1258521"/>
                <a:gd name="connsiteY855" fmla="*/ 568543 h 914263"/>
                <a:gd name="connsiteX856" fmla="*/ 17467 w 1258521"/>
                <a:gd name="connsiteY856" fmla="*/ 570360 h 914263"/>
                <a:gd name="connsiteX857" fmla="*/ 14943 w 1258521"/>
                <a:gd name="connsiteY857" fmla="*/ 572681 h 914263"/>
                <a:gd name="connsiteX858" fmla="*/ 15750 w 1258521"/>
                <a:gd name="connsiteY858" fmla="*/ 575641 h 914263"/>
                <a:gd name="connsiteX859" fmla="*/ 18779 w 1258521"/>
                <a:gd name="connsiteY859" fmla="*/ 577323 h 914263"/>
                <a:gd name="connsiteX860" fmla="*/ 20226 w 1258521"/>
                <a:gd name="connsiteY860" fmla="*/ 578400 h 914263"/>
                <a:gd name="connsiteX861" fmla="*/ 21101 w 1258521"/>
                <a:gd name="connsiteY861" fmla="*/ 579712 h 914263"/>
                <a:gd name="connsiteX862" fmla="*/ 21101 w 1258521"/>
                <a:gd name="connsiteY862" fmla="*/ 582739 h 914263"/>
                <a:gd name="connsiteX863" fmla="*/ 20361 w 1258521"/>
                <a:gd name="connsiteY863" fmla="*/ 583177 h 914263"/>
                <a:gd name="connsiteX864" fmla="*/ 19217 w 1258521"/>
                <a:gd name="connsiteY864" fmla="*/ 585431 h 914263"/>
                <a:gd name="connsiteX865" fmla="*/ 18847 w 1258521"/>
                <a:gd name="connsiteY865" fmla="*/ 586507 h 914263"/>
                <a:gd name="connsiteX866" fmla="*/ 18847 w 1258521"/>
                <a:gd name="connsiteY866" fmla="*/ 587382 h 914263"/>
                <a:gd name="connsiteX867" fmla="*/ 18914 w 1258521"/>
                <a:gd name="connsiteY867" fmla="*/ 590073 h 914263"/>
                <a:gd name="connsiteX868" fmla="*/ 20226 w 1258521"/>
                <a:gd name="connsiteY868" fmla="*/ 591216 h 914263"/>
                <a:gd name="connsiteX869" fmla="*/ 21606 w 1258521"/>
                <a:gd name="connsiteY869" fmla="*/ 591587 h 914263"/>
                <a:gd name="connsiteX870" fmla="*/ 23996 w 1258521"/>
                <a:gd name="connsiteY870" fmla="*/ 592091 h 914263"/>
                <a:gd name="connsiteX871" fmla="*/ 26520 w 1258521"/>
                <a:gd name="connsiteY871" fmla="*/ 592898 h 914263"/>
                <a:gd name="connsiteX872" fmla="*/ 28606 w 1258521"/>
                <a:gd name="connsiteY872" fmla="*/ 593403 h 914263"/>
                <a:gd name="connsiteX873" fmla="*/ 29616 w 1258521"/>
                <a:gd name="connsiteY873" fmla="*/ 594984 h 914263"/>
                <a:gd name="connsiteX874" fmla="*/ 30424 w 1258521"/>
                <a:gd name="connsiteY874" fmla="*/ 596498 h 914263"/>
                <a:gd name="connsiteX875" fmla="*/ 31433 w 1258521"/>
                <a:gd name="connsiteY875" fmla="*/ 598886 h 914263"/>
                <a:gd name="connsiteX876" fmla="*/ 33621 w 1258521"/>
                <a:gd name="connsiteY876" fmla="*/ 600400 h 914263"/>
                <a:gd name="connsiteX877" fmla="*/ 37592 w 1258521"/>
                <a:gd name="connsiteY877" fmla="*/ 604033 h 914263"/>
                <a:gd name="connsiteX878" fmla="*/ 38333 w 1258521"/>
                <a:gd name="connsiteY878" fmla="*/ 604975 h 914263"/>
                <a:gd name="connsiteX879" fmla="*/ 40015 w 1258521"/>
                <a:gd name="connsiteY879" fmla="*/ 608810 h 914263"/>
                <a:gd name="connsiteX880" fmla="*/ 40318 w 1258521"/>
                <a:gd name="connsiteY880" fmla="*/ 611703 h 914263"/>
                <a:gd name="connsiteX881" fmla="*/ 40453 w 1258521"/>
                <a:gd name="connsiteY881" fmla="*/ 615235 h 914263"/>
                <a:gd name="connsiteX882" fmla="*/ 40587 w 1258521"/>
                <a:gd name="connsiteY882" fmla="*/ 617489 h 914263"/>
                <a:gd name="connsiteX883" fmla="*/ 40958 w 1258521"/>
                <a:gd name="connsiteY883" fmla="*/ 619070 h 914263"/>
                <a:gd name="connsiteX884" fmla="*/ 42775 w 1258521"/>
                <a:gd name="connsiteY884" fmla="*/ 620315 h 914263"/>
                <a:gd name="connsiteX885" fmla="*/ 44794 w 1258521"/>
                <a:gd name="connsiteY885" fmla="*/ 621560 h 914263"/>
                <a:gd name="connsiteX886" fmla="*/ 46174 w 1258521"/>
                <a:gd name="connsiteY886" fmla="*/ 625764 h 914263"/>
                <a:gd name="connsiteX887" fmla="*/ 46982 w 1258521"/>
                <a:gd name="connsiteY887" fmla="*/ 627783 h 914263"/>
                <a:gd name="connsiteX888" fmla="*/ 48866 w 1258521"/>
                <a:gd name="connsiteY888" fmla="*/ 630979 h 914263"/>
                <a:gd name="connsiteX889" fmla="*/ 49809 w 1258521"/>
                <a:gd name="connsiteY889" fmla="*/ 633502 h 914263"/>
                <a:gd name="connsiteX890" fmla="*/ 50381 w 1258521"/>
                <a:gd name="connsiteY890" fmla="*/ 634814 h 914263"/>
                <a:gd name="connsiteX891" fmla="*/ 54016 w 1258521"/>
                <a:gd name="connsiteY891" fmla="*/ 637067 h 914263"/>
                <a:gd name="connsiteX892" fmla="*/ 59535 w 1258521"/>
                <a:gd name="connsiteY892" fmla="*/ 638211 h 914263"/>
                <a:gd name="connsiteX893" fmla="*/ 63506 w 1258521"/>
                <a:gd name="connsiteY893" fmla="*/ 640667 h 914263"/>
                <a:gd name="connsiteX894" fmla="*/ 65761 w 1258521"/>
                <a:gd name="connsiteY894" fmla="*/ 643493 h 914263"/>
                <a:gd name="connsiteX895" fmla="*/ 70910 w 1258521"/>
                <a:gd name="connsiteY895" fmla="*/ 648505 h 914263"/>
                <a:gd name="connsiteX896" fmla="*/ 77809 w 1258521"/>
                <a:gd name="connsiteY896" fmla="*/ 655233 h 914263"/>
                <a:gd name="connsiteX897" fmla="*/ 78550 w 1258521"/>
                <a:gd name="connsiteY897" fmla="*/ 657621 h 914263"/>
                <a:gd name="connsiteX898" fmla="*/ 78550 w 1258521"/>
                <a:gd name="connsiteY898" fmla="*/ 659202 h 914263"/>
                <a:gd name="connsiteX899" fmla="*/ 79997 w 1258521"/>
                <a:gd name="connsiteY899" fmla="*/ 661826 h 914263"/>
                <a:gd name="connsiteX900" fmla="*/ 82891 w 1258521"/>
                <a:gd name="connsiteY900" fmla="*/ 661826 h 914263"/>
                <a:gd name="connsiteX901" fmla="*/ 87367 w 1258521"/>
                <a:gd name="connsiteY901" fmla="*/ 660581 h 914263"/>
                <a:gd name="connsiteX902" fmla="*/ 90262 w 1258521"/>
                <a:gd name="connsiteY902" fmla="*/ 659774 h 914263"/>
                <a:gd name="connsiteX903" fmla="*/ 94031 w 1258521"/>
                <a:gd name="connsiteY903" fmla="*/ 658529 h 914263"/>
                <a:gd name="connsiteX904" fmla="*/ 95613 w 1258521"/>
                <a:gd name="connsiteY904" fmla="*/ 656948 h 914263"/>
                <a:gd name="connsiteX905" fmla="*/ 97632 w 1258521"/>
                <a:gd name="connsiteY905" fmla="*/ 654627 h 914263"/>
                <a:gd name="connsiteX906" fmla="*/ 99146 w 1258521"/>
                <a:gd name="connsiteY906" fmla="*/ 652239 h 914263"/>
                <a:gd name="connsiteX907" fmla="*/ 100964 w 1258521"/>
                <a:gd name="connsiteY907" fmla="*/ 650557 h 914263"/>
                <a:gd name="connsiteX908" fmla="*/ 102916 w 1258521"/>
                <a:gd name="connsiteY908" fmla="*/ 649480 h 914263"/>
                <a:gd name="connsiteX909" fmla="*/ 105608 w 1258521"/>
                <a:gd name="connsiteY909" fmla="*/ 648740 h 914263"/>
                <a:gd name="connsiteX910" fmla="*/ 110959 w 1258521"/>
                <a:gd name="connsiteY910" fmla="*/ 649178 h 914263"/>
                <a:gd name="connsiteX911" fmla="*/ 112911 w 1258521"/>
                <a:gd name="connsiteY911" fmla="*/ 650254 h 914263"/>
                <a:gd name="connsiteX912" fmla="*/ 114863 w 1258521"/>
                <a:gd name="connsiteY912" fmla="*/ 652340 h 914263"/>
                <a:gd name="connsiteX913" fmla="*/ 116377 w 1258521"/>
                <a:gd name="connsiteY913" fmla="*/ 653585 h 914263"/>
                <a:gd name="connsiteX914" fmla="*/ 117825 w 1258521"/>
                <a:gd name="connsiteY914" fmla="*/ 653786 h 914263"/>
                <a:gd name="connsiteX915" fmla="*/ 119642 w 1258521"/>
                <a:gd name="connsiteY915" fmla="*/ 652340 h 914263"/>
                <a:gd name="connsiteX916" fmla="*/ 120887 w 1258521"/>
                <a:gd name="connsiteY916" fmla="*/ 651263 h 914263"/>
                <a:gd name="connsiteX917" fmla="*/ 121695 w 1258521"/>
                <a:gd name="connsiteY917" fmla="*/ 650187 h 914263"/>
                <a:gd name="connsiteX918" fmla="*/ 122839 w 1258521"/>
                <a:gd name="connsiteY918" fmla="*/ 648303 h 914263"/>
                <a:gd name="connsiteX919" fmla="*/ 125094 w 1258521"/>
                <a:gd name="connsiteY919" fmla="*/ 647933 h 914263"/>
                <a:gd name="connsiteX920" fmla="*/ 126609 w 1258521"/>
                <a:gd name="connsiteY920" fmla="*/ 647126 h 914263"/>
                <a:gd name="connsiteX921" fmla="*/ 127618 w 1258521"/>
                <a:gd name="connsiteY921" fmla="*/ 646116 h 914263"/>
                <a:gd name="connsiteX922" fmla="*/ 130142 w 1258521"/>
                <a:gd name="connsiteY922" fmla="*/ 645477 h 914263"/>
                <a:gd name="connsiteX923" fmla="*/ 132969 w 1258521"/>
                <a:gd name="connsiteY923" fmla="*/ 645612 h 914263"/>
                <a:gd name="connsiteX924" fmla="*/ 136166 w 1258521"/>
                <a:gd name="connsiteY924" fmla="*/ 646352 h 914263"/>
                <a:gd name="connsiteX925" fmla="*/ 138354 w 1258521"/>
                <a:gd name="connsiteY925" fmla="*/ 646924 h 914263"/>
                <a:gd name="connsiteX926" fmla="*/ 143066 w 1258521"/>
                <a:gd name="connsiteY926" fmla="*/ 649817 h 914263"/>
                <a:gd name="connsiteX927" fmla="*/ 143200 w 1258521"/>
                <a:gd name="connsiteY927" fmla="*/ 651129 h 914263"/>
                <a:gd name="connsiteX928" fmla="*/ 142763 w 1258521"/>
                <a:gd name="connsiteY928" fmla="*/ 653012 h 914263"/>
                <a:gd name="connsiteX929" fmla="*/ 141719 w 1258521"/>
                <a:gd name="connsiteY929" fmla="*/ 653954 h 914263"/>
                <a:gd name="connsiteX930" fmla="*/ 141114 w 1258521"/>
                <a:gd name="connsiteY930" fmla="*/ 654896 h 914263"/>
                <a:gd name="connsiteX931" fmla="*/ 141114 w 1258521"/>
                <a:gd name="connsiteY931" fmla="*/ 655704 h 914263"/>
                <a:gd name="connsiteX932" fmla="*/ 141618 w 1258521"/>
                <a:gd name="connsiteY932" fmla="*/ 658092 h 914263"/>
                <a:gd name="connsiteX933" fmla="*/ 143301 w 1258521"/>
                <a:gd name="connsiteY933" fmla="*/ 658664 h 914263"/>
                <a:gd name="connsiteX934" fmla="*/ 145623 w 1258521"/>
                <a:gd name="connsiteY934" fmla="*/ 660178 h 914263"/>
                <a:gd name="connsiteX935" fmla="*/ 146196 w 1258521"/>
                <a:gd name="connsiteY935" fmla="*/ 660615 h 914263"/>
                <a:gd name="connsiteX936" fmla="*/ 147575 w 1258521"/>
                <a:gd name="connsiteY936" fmla="*/ 662364 h 914263"/>
                <a:gd name="connsiteX937" fmla="*/ 147946 w 1258521"/>
                <a:gd name="connsiteY937" fmla="*/ 664383 h 914263"/>
                <a:gd name="connsiteX938" fmla="*/ 148450 w 1258521"/>
                <a:gd name="connsiteY938" fmla="*/ 665964 h 914263"/>
                <a:gd name="connsiteX939" fmla="*/ 149325 w 1258521"/>
                <a:gd name="connsiteY939" fmla="*/ 667478 h 914263"/>
                <a:gd name="connsiteX940" fmla="*/ 150470 w 1258521"/>
                <a:gd name="connsiteY940" fmla="*/ 669160 h 914263"/>
                <a:gd name="connsiteX941" fmla="*/ 152422 w 1258521"/>
                <a:gd name="connsiteY941" fmla="*/ 672927 h 914263"/>
                <a:gd name="connsiteX942" fmla="*/ 154172 w 1258521"/>
                <a:gd name="connsiteY942" fmla="*/ 676459 h 914263"/>
                <a:gd name="connsiteX943" fmla="*/ 156561 w 1258521"/>
                <a:gd name="connsiteY943" fmla="*/ 679857 h 914263"/>
                <a:gd name="connsiteX944" fmla="*/ 157874 w 1258521"/>
                <a:gd name="connsiteY944" fmla="*/ 680664 h 914263"/>
                <a:gd name="connsiteX945" fmla="*/ 160768 w 1258521"/>
                <a:gd name="connsiteY945" fmla="*/ 682548 h 914263"/>
                <a:gd name="connsiteX946" fmla="*/ 161205 w 1258521"/>
                <a:gd name="connsiteY946" fmla="*/ 685071 h 914263"/>
                <a:gd name="connsiteX947" fmla="*/ 162080 w 1258521"/>
                <a:gd name="connsiteY947" fmla="*/ 687392 h 914263"/>
                <a:gd name="connsiteX948" fmla="*/ 163830 w 1258521"/>
                <a:gd name="connsiteY948" fmla="*/ 688200 h 914263"/>
                <a:gd name="connsiteX949" fmla="*/ 166960 w 1258521"/>
                <a:gd name="connsiteY949" fmla="*/ 690151 h 914263"/>
                <a:gd name="connsiteX950" fmla="*/ 168980 w 1258521"/>
                <a:gd name="connsiteY950" fmla="*/ 692169 h 914263"/>
                <a:gd name="connsiteX951" fmla="*/ 169484 w 1258521"/>
                <a:gd name="connsiteY951" fmla="*/ 692808 h 914263"/>
                <a:gd name="connsiteX952" fmla="*/ 173489 w 1258521"/>
                <a:gd name="connsiteY952" fmla="*/ 692808 h 914263"/>
                <a:gd name="connsiteX953" fmla="*/ 175138 w 1258521"/>
                <a:gd name="connsiteY953" fmla="*/ 692842 h 914263"/>
                <a:gd name="connsiteX954" fmla="*/ 177158 w 1258521"/>
                <a:gd name="connsiteY954" fmla="*/ 692842 h 914263"/>
                <a:gd name="connsiteX955" fmla="*/ 178908 w 1258521"/>
                <a:gd name="connsiteY955" fmla="*/ 693246 h 914263"/>
                <a:gd name="connsiteX956" fmla="*/ 182980 w 1258521"/>
                <a:gd name="connsiteY956" fmla="*/ 697148 h 914263"/>
                <a:gd name="connsiteX957" fmla="*/ 184326 w 1258521"/>
                <a:gd name="connsiteY957" fmla="*/ 699536 h 914263"/>
                <a:gd name="connsiteX958" fmla="*/ 186379 w 1258521"/>
                <a:gd name="connsiteY958" fmla="*/ 704448 h 914263"/>
                <a:gd name="connsiteX959" fmla="*/ 186379 w 1258521"/>
                <a:gd name="connsiteY959" fmla="*/ 706029 h 914263"/>
                <a:gd name="connsiteX960" fmla="*/ 186009 w 1258521"/>
                <a:gd name="connsiteY960" fmla="*/ 708215 h 914263"/>
                <a:gd name="connsiteX961" fmla="*/ 187389 w 1258521"/>
                <a:gd name="connsiteY961" fmla="*/ 710536 h 914263"/>
                <a:gd name="connsiteX962" fmla="*/ 189711 w 1258521"/>
                <a:gd name="connsiteY962" fmla="*/ 711344 h 914263"/>
                <a:gd name="connsiteX963" fmla="*/ 196004 w 1258521"/>
                <a:gd name="connsiteY963" fmla="*/ 710402 h 914263"/>
                <a:gd name="connsiteX964" fmla="*/ 197889 w 1258521"/>
                <a:gd name="connsiteY964" fmla="*/ 709325 h 914263"/>
                <a:gd name="connsiteX965" fmla="*/ 201153 w 1258521"/>
                <a:gd name="connsiteY965" fmla="*/ 708821 h 914263"/>
                <a:gd name="connsiteX966" fmla="*/ 206235 w 1258521"/>
                <a:gd name="connsiteY966" fmla="*/ 708888 h 914263"/>
                <a:gd name="connsiteX967" fmla="*/ 209634 w 1258521"/>
                <a:gd name="connsiteY967" fmla="*/ 710637 h 914263"/>
                <a:gd name="connsiteX968" fmla="*/ 212764 w 1258521"/>
                <a:gd name="connsiteY968" fmla="*/ 712958 h 914263"/>
                <a:gd name="connsiteX969" fmla="*/ 214952 w 1258521"/>
                <a:gd name="connsiteY969" fmla="*/ 715650 h 914263"/>
                <a:gd name="connsiteX970" fmla="*/ 215187 w 1258521"/>
                <a:gd name="connsiteY970" fmla="*/ 717601 h 914263"/>
                <a:gd name="connsiteX971" fmla="*/ 215120 w 1258521"/>
                <a:gd name="connsiteY971" fmla="*/ 720056 h 914263"/>
                <a:gd name="connsiteX972" fmla="*/ 214985 w 1258521"/>
                <a:gd name="connsiteY972" fmla="*/ 722007 h 914263"/>
                <a:gd name="connsiteX973" fmla="*/ 214346 w 1258521"/>
                <a:gd name="connsiteY973" fmla="*/ 725641 h 914263"/>
                <a:gd name="connsiteX974" fmla="*/ 215154 w 1258521"/>
                <a:gd name="connsiteY974" fmla="*/ 729980 h 914263"/>
                <a:gd name="connsiteX975" fmla="*/ 215961 w 1258521"/>
                <a:gd name="connsiteY975" fmla="*/ 729980 h 914263"/>
                <a:gd name="connsiteX976" fmla="*/ 218216 w 1258521"/>
                <a:gd name="connsiteY976" fmla="*/ 728096 h 914263"/>
                <a:gd name="connsiteX977" fmla="*/ 218519 w 1258521"/>
                <a:gd name="connsiteY977" fmla="*/ 726650 h 914263"/>
                <a:gd name="connsiteX978" fmla="*/ 219394 w 1258521"/>
                <a:gd name="connsiteY978" fmla="*/ 724833 h 914263"/>
                <a:gd name="connsiteX979" fmla="*/ 221414 w 1258521"/>
                <a:gd name="connsiteY979" fmla="*/ 723689 h 914263"/>
                <a:gd name="connsiteX980" fmla="*/ 227135 w 1258521"/>
                <a:gd name="connsiteY980" fmla="*/ 723118 h 914263"/>
                <a:gd name="connsiteX981" fmla="*/ 229457 w 1258521"/>
                <a:gd name="connsiteY981" fmla="*/ 723925 h 914263"/>
                <a:gd name="connsiteX982" fmla="*/ 231207 w 1258521"/>
                <a:gd name="connsiteY982" fmla="*/ 725170 h 914263"/>
                <a:gd name="connsiteX983" fmla="*/ 234471 w 1258521"/>
                <a:gd name="connsiteY983" fmla="*/ 729072 h 914263"/>
                <a:gd name="connsiteX984" fmla="*/ 235851 w 1258521"/>
                <a:gd name="connsiteY984" fmla="*/ 731326 h 914263"/>
                <a:gd name="connsiteX985" fmla="*/ 236491 w 1258521"/>
                <a:gd name="connsiteY985" fmla="*/ 733344 h 914263"/>
                <a:gd name="connsiteX986" fmla="*/ 237568 w 1258521"/>
                <a:gd name="connsiteY986" fmla="*/ 734286 h 914263"/>
                <a:gd name="connsiteX987" fmla="*/ 240597 w 1258521"/>
                <a:gd name="connsiteY987" fmla="*/ 732907 h 914263"/>
                <a:gd name="connsiteX988" fmla="*/ 242347 w 1258521"/>
                <a:gd name="connsiteY988" fmla="*/ 731460 h 914263"/>
                <a:gd name="connsiteX989" fmla="*/ 244803 w 1258521"/>
                <a:gd name="connsiteY989" fmla="*/ 730215 h 914263"/>
                <a:gd name="connsiteX990" fmla="*/ 248270 w 1258521"/>
                <a:gd name="connsiteY990" fmla="*/ 732301 h 914263"/>
                <a:gd name="connsiteX991" fmla="*/ 250020 w 1258521"/>
                <a:gd name="connsiteY991" fmla="*/ 733815 h 914263"/>
                <a:gd name="connsiteX992" fmla="*/ 251467 w 1258521"/>
                <a:gd name="connsiteY992" fmla="*/ 733613 h 914263"/>
                <a:gd name="connsiteX993" fmla="*/ 253991 w 1258521"/>
                <a:gd name="connsiteY993" fmla="*/ 731662 h 914263"/>
                <a:gd name="connsiteX994" fmla="*/ 254496 w 1258521"/>
                <a:gd name="connsiteY994" fmla="*/ 730855 h 914263"/>
                <a:gd name="connsiteX995" fmla="*/ 255809 w 1258521"/>
                <a:gd name="connsiteY995" fmla="*/ 730350 h 914263"/>
                <a:gd name="connsiteX996" fmla="*/ 259342 w 1258521"/>
                <a:gd name="connsiteY996" fmla="*/ 731662 h 914263"/>
                <a:gd name="connsiteX997" fmla="*/ 260285 w 1258521"/>
                <a:gd name="connsiteY997" fmla="*/ 732301 h 914263"/>
                <a:gd name="connsiteX998" fmla="*/ 262035 w 1258521"/>
                <a:gd name="connsiteY998" fmla="*/ 734757 h 914263"/>
                <a:gd name="connsiteX999" fmla="*/ 263616 w 1258521"/>
                <a:gd name="connsiteY999" fmla="*/ 736439 h 914263"/>
                <a:gd name="connsiteX1000" fmla="*/ 265366 w 1258521"/>
                <a:gd name="connsiteY1000" fmla="*/ 737313 h 914263"/>
                <a:gd name="connsiteX1001" fmla="*/ 267049 w 1258521"/>
                <a:gd name="connsiteY1001" fmla="*/ 736674 h 914263"/>
                <a:gd name="connsiteX1002" fmla="*/ 269237 w 1258521"/>
                <a:gd name="connsiteY1002" fmla="*/ 736372 h 914263"/>
                <a:gd name="connsiteX1003" fmla="*/ 272367 w 1258521"/>
                <a:gd name="connsiteY1003" fmla="*/ 735800 h 914263"/>
                <a:gd name="connsiteX1004" fmla="*/ 274117 w 1258521"/>
                <a:gd name="connsiteY1004" fmla="*/ 734858 h 914263"/>
                <a:gd name="connsiteX1005" fmla="*/ 275867 w 1258521"/>
                <a:gd name="connsiteY1005" fmla="*/ 732907 h 914263"/>
                <a:gd name="connsiteX1006" fmla="*/ 278391 w 1258521"/>
                <a:gd name="connsiteY1006" fmla="*/ 732604 h 914263"/>
                <a:gd name="connsiteX1007" fmla="*/ 282867 w 1258521"/>
                <a:gd name="connsiteY1007" fmla="*/ 737313 h 914263"/>
                <a:gd name="connsiteX1008" fmla="*/ 283742 w 1258521"/>
                <a:gd name="connsiteY1008" fmla="*/ 739063 h 914263"/>
                <a:gd name="connsiteX1009" fmla="*/ 284617 w 1258521"/>
                <a:gd name="connsiteY1009" fmla="*/ 743638 h 914263"/>
                <a:gd name="connsiteX1010" fmla="*/ 285425 w 1258521"/>
                <a:gd name="connsiteY1010" fmla="*/ 746968 h 914263"/>
                <a:gd name="connsiteX1011" fmla="*/ 286804 w 1258521"/>
                <a:gd name="connsiteY1011" fmla="*/ 749289 h 914263"/>
                <a:gd name="connsiteX1012" fmla="*/ 287679 w 1258521"/>
                <a:gd name="connsiteY1012" fmla="*/ 749726 h 914263"/>
                <a:gd name="connsiteX1013" fmla="*/ 289934 w 1258521"/>
                <a:gd name="connsiteY1013" fmla="*/ 749996 h 914263"/>
                <a:gd name="connsiteX1014" fmla="*/ 294646 w 1258521"/>
                <a:gd name="connsiteY1014" fmla="*/ 749626 h 914263"/>
                <a:gd name="connsiteX1015" fmla="*/ 297338 w 1258521"/>
                <a:gd name="connsiteY1015" fmla="*/ 749054 h 914263"/>
                <a:gd name="connsiteX1016" fmla="*/ 300670 w 1258521"/>
                <a:gd name="connsiteY1016" fmla="*/ 748044 h 914263"/>
                <a:gd name="connsiteX1017" fmla="*/ 305314 w 1258521"/>
                <a:gd name="connsiteY1017" fmla="*/ 748986 h 914263"/>
                <a:gd name="connsiteX1018" fmla="*/ 306896 w 1258521"/>
                <a:gd name="connsiteY1018" fmla="*/ 750870 h 914263"/>
                <a:gd name="connsiteX1019" fmla="*/ 308141 w 1258521"/>
                <a:gd name="connsiteY1019" fmla="*/ 755580 h 914263"/>
                <a:gd name="connsiteX1020" fmla="*/ 308882 w 1258521"/>
                <a:gd name="connsiteY1020" fmla="*/ 758271 h 914263"/>
                <a:gd name="connsiteX1021" fmla="*/ 309016 w 1258521"/>
                <a:gd name="connsiteY1021" fmla="*/ 760222 h 914263"/>
                <a:gd name="connsiteX1022" fmla="*/ 310464 w 1258521"/>
                <a:gd name="connsiteY1022" fmla="*/ 761736 h 914263"/>
                <a:gd name="connsiteX1023" fmla="*/ 313930 w 1258521"/>
                <a:gd name="connsiteY1023" fmla="*/ 761736 h 914263"/>
                <a:gd name="connsiteX1024" fmla="*/ 315310 w 1258521"/>
                <a:gd name="connsiteY1024" fmla="*/ 762240 h 914263"/>
                <a:gd name="connsiteX1025" fmla="*/ 316690 w 1258521"/>
                <a:gd name="connsiteY1025" fmla="*/ 765874 h 914263"/>
                <a:gd name="connsiteX1026" fmla="*/ 316993 w 1258521"/>
                <a:gd name="connsiteY1026" fmla="*/ 767017 h 914263"/>
                <a:gd name="connsiteX1027" fmla="*/ 319180 w 1258521"/>
                <a:gd name="connsiteY1027" fmla="*/ 767017 h 914263"/>
                <a:gd name="connsiteX1028" fmla="*/ 320324 w 1258521"/>
                <a:gd name="connsiteY1028" fmla="*/ 766143 h 914263"/>
                <a:gd name="connsiteX1029" fmla="*/ 323723 w 1258521"/>
                <a:gd name="connsiteY1029" fmla="*/ 764763 h 914263"/>
                <a:gd name="connsiteX1030" fmla="*/ 325372 w 1258521"/>
                <a:gd name="connsiteY1030" fmla="*/ 766008 h 914263"/>
                <a:gd name="connsiteX1031" fmla="*/ 325507 w 1258521"/>
                <a:gd name="connsiteY1031" fmla="*/ 767959 h 914263"/>
                <a:gd name="connsiteX1032" fmla="*/ 325574 w 1258521"/>
                <a:gd name="connsiteY1032" fmla="*/ 769204 h 914263"/>
                <a:gd name="connsiteX1033" fmla="*/ 325709 w 1258521"/>
                <a:gd name="connsiteY1033" fmla="*/ 771390 h 914263"/>
                <a:gd name="connsiteX1034" fmla="*/ 326786 w 1258521"/>
                <a:gd name="connsiteY1034" fmla="*/ 773342 h 914263"/>
                <a:gd name="connsiteX1035" fmla="*/ 328098 w 1258521"/>
                <a:gd name="connsiteY1035" fmla="*/ 773913 h 914263"/>
                <a:gd name="connsiteX1036" fmla="*/ 330791 w 1258521"/>
                <a:gd name="connsiteY1036" fmla="*/ 774351 h 914263"/>
                <a:gd name="connsiteX1037" fmla="*/ 332676 w 1258521"/>
                <a:gd name="connsiteY1037" fmla="*/ 775158 h 914263"/>
                <a:gd name="connsiteX1038" fmla="*/ 334560 w 1258521"/>
                <a:gd name="connsiteY1038" fmla="*/ 776302 h 914263"/>
                <a:gd name="connsiteX1039" fmla="*/ 336580 w 1258521"/>
                <a:gd name="connsiteY1039" fmla="*/ 774284 h 914263"/>
                <a:gd name="connsiteX1040" fmla="*/ 337892 w 1258521"/>
                <a:gd name="connsiteY1040" fmla="*/ 772332 h 914263"/>
                <a:gd name="connsiteX1041" fmla="*/ 338834 w 1258521"/>
                <a:gd name="connsiteY1041" fmla="*/ 770751 h 914263"/>
                <a:gd name="connsiteX1042" fmla="*/ 339709 w 1258521"/>
                <a:gd name="connsiteY1042" fmla="*/ 769002 h 914263"/>
                <a:gd name="connsiteX1043" fmla="*/ 341291 w 1258521"/>
                <a:gd name="connsiteY1043" fmla="*/ 767690 h 914263"/>
                <a:gd name="connsiteX1044" fmla="*/ 343041 w 1258521"/>
                <a:gd name="connsiteY1044" fmla="*/ 766984 h 914263"/>
                <a:gd name="connsiteX1045" fmla="*/ 344858 w 1258521"/>
                <a:gd name="connsiteY1045" fmla="*/ 765806 h 914263"/>
                <a:gd name="connsiteX1046" fmla="*/ 347046 w 1258521"/>
                <a:gd name="connsiteY1046" fmla="*/ 765604 h 914263"/>
                <a:gd name="connsiteX1047" fmla="*/ 349738 w 1258521"/>
                <a:gd name="connsiteY1047" fmla="*/ 765403 h 914263"/>
                <a:gd name="connsiteX1048" fmla="*/ 351623 w 1258521"/>
                <a:gd name="connsiteY1048" fmla="*/ 765100 h 914263"/>
                <a:gd name="connsiteX1049" fmla="*/ 353508 w 1258521"/>
                <a:gd name="connsiteY1049" fmla="*/ 765773 h 914263"/>
                <a:gd name="connsiteX1050" fmla="*/ 355965 w 1258521"/>
                <a:gd name="connsiteY1050" fmla="*/ 766210 h 914263"/>
                <a:gd name="connsiteX1051" fmla="*/ 358421 w 1258521"/>
                <a:gd name="connsiteY1051" fmla="*/ 767219 h 914263"/>
                <a:gd name="connsiteX1052" fmla="*/ 360945 w 1258521"/>
                <a:gd name="connsiteY1052" fmla="*/ 768598 h 914263"/>
                <a:gd name="connsiteX1053" fmla="*/ 362191 w 1258521"/>
                <a:gd name="connsiteY1053" fmla="*/ 769675 h 914263"/>
                <a:gd name="connsiteX1054" fmla="*/ 362628 w 1258521"/>
                <a:gd name="connsiteY1054" fmla="*/ 772803 h 914263"/>
                <a:gd name="connsiteX1055" fmla="*/ 362696 w 1258521"/>
                <a:gd name="connsiteY1055" fmla="*/ 775764 h 914263"/>
                <a:gd name="connsiteX1056" fmla="*/ 362628 w 1258521"/>
                <a:gd name="connsiteY1056" fmla="*/ 779397 h 914263"/>
                <a:gd name="connsiteX1057" fmla="*/ 362763 w 1258521"/>
                <a:gd name="connsiteY1057" fmla="*/ 781583 h 914263"/>
                <a:gd name="connsiteX1058" fmla="*/ 364008 w 1258521"/>
                <a:gd name="connsiteY1058" fmla="*/ 782323 h 914263"/>
                <a:gd name="connsiteX1059" fmla="*/ 365960 w 1258521"/>
                <a:gd name="connsiteY1059" fmla="*/ 781381 h 914263"/>
                <a:gd name="connsiteX1060" fmla="*/ 366969 w 1258521"/>
                <a:gd name="connsiteY1060" fmla="*/ 778488 h 914263"/>
                <a:gd name="connsiteX1061" fmla="*/ 367609 w 1258521"/>
                <a:gd name="connsiteY1061" fmla="*/ 777244 h 914263"/>
                <a:gd name="connsiteX1062" fmla="*/ 368854 w 1258521"/>
                <a:gd name="connsiteY1062" fmla="*/ 776605 h 914263"/>
                <a:gd name="connsiteX1063" fmla="*/ 370941 w 1258521"/>
                <a:gd name="connsiteY1063" fmla="*/ 776470 h 914263"/>
                <a:gd name="connsiteX1064" fmla="*/ 372523 w 1258521"/>
                <a:gd name="connsiteY1064" fmla="*/ 778219 h 914263"/>
                <a:gd name="connsiteX1065" fmla="*/ 376662 w 1258521"/>
                <a:gd name="connsiteY1065" fmla="*/ 780608 h 914263"/>
                <a:gd name="connsiteX1066" fmla="*/ 379186 w 1258521"/>
                <a:gd name="connsiteY1066" fmla="*/ 783063 h 914263"/>
                <a:gd name="connsiteX1067" fmla="*/ 381878 w 1258521"/>
                <a:gd name="connsiteY1067" fmla="*/ 785452 h 914263"/>
                <a:gd name="connsiteX1068" fmla="*/ 384133 w 1258521"/>
                <a:gd name="connsiteY1068" fmla="*/ 785452 h 914263"/>
                <a:gd name="connsiteX1069" fmla="*/ 386758 w 1258521"/>
                <a:gd name="connsiteY1069" fmla="*/ 784947 h 914263"/>
                <a:gd name="connsiteX1070" fmla="*/ 389653 w 1258521"/>
                <a:gd name="connsiteY1070" fmla="*/ 783568 h 914263"/>
                <a:gd name="connsiteX1071" fmla="*/ 391537 w 1258521"/>
                <a:gd name="connsiteY1071" fmla="*/ 781247 h 914263"/>
                <a:gd name="connsiteX1072" fmla="*/ 393624 w 1258521"/>
                <a:gd name="connsiteY1072" fmla="*/ 779800 h 914263"/>
                <a:gd name="connsiteX1073" fmla="*/ 399211 w 1258521"/>
                <a:gd name="connsiteY1073" fmla="*/ 778556 h 914263"/>
                <a:gd name="connsiteX1074" fmla="*/ 403283 w 1258521"/>
                <a:gd name="connsiteY1074" fmla="*/ 778556 h 914263"/>
                <a:gd name="connsiteX1075" fmla="*/ 406749 w 1258521"/>
                <a:gd name="connsiteY1075" fmla="*/ 778556 h 914263"/>
                <a:gd name="connsiteX1076" fmla="*/ 409576 w 1258521"/>
                <a:gd name="connsiteY1076" fmla="*/ 777446 h 914263"/>
                <a:gd name="connsiteX1077" fmla="*/ 410283 w 1258521"/>
                <a:gd name="connsiteY1077" fmla="*/ 776605 h 914263"/>
                <a:gd name="connsiteX1078" fmla="*/ 411730 w 1258521"/>
                <a:gd name="connsiteY1078" fmla="*/ 776605 h 914263"/>
                <a:gd name="connsiteX1079" fmla="*/ 414322 w 1258521"/>
                <a:gd name="connsiteY1079" fmla="*/ 775797 h 914263"/>
                <a:gd name="connsiteX1080" fmla="*/ 417149 w 1258521"/>
                <a:gd name="connsiteY1080" fmla="*/ 776369 h 914263"/>
                <a:gd name="connsiteX1081" fmla="*/ 418898 w 1258521"/>
                <a:gd name="connsiteY1081" fmla="*/ 776672 h 914263"/>
                <a:gd name="connsiteX1082" fmla="*/ 421423 w 1258521"/>
                <a:gd name="connsiteY1082" fmla="*/ 776234 h 914263"/>
                <a:gd name="connsiteX1083" fmla="*/ 422735 w 1258521"/>
                <a:gd name="connsiteY1083" fmla="*/ 774149 h 914263"/>
                <a:gd name="connsiteX1084" fmla="*/ 424115 w 1258521"/>
                <a:gd name="connsiteY1084" fmla="*/ 772904 h 914263"/>
                <a:gd name="connsiteX1085" fmla="*/ 425495 w 1258521"/>
                <a:gd name="connsiteY1085" fmla="*/ 772534 h 914263"/>
                <a:gd name="connsiteX1086" fmla="*/ 428255 w 1258521"/>
                <a:gd name="connsiteY1086" fmla="*/ 771155 h 914263"/>
                <a:gd name="connsiteX1087" fmla="*/ 430442 w 1258521"/>
                <a:gd name="connsiteY1087" fmla="*/ 770718 h 914263"/>
                <a:gd name="connsiteX1088" fmla="*/ 432024 w 1258521"/>
                <a:gd name="connsiteY1088" fmla="*/ 770079 h 914263"/>
                <a:gd name="connsiteX1089" fmla="*/ 433606 w 1258521"/>
                <a:gd name="connsiteY1089" fmla="*/ 770146 h 914263"/>
                <a:gd name="connsiteX1090" fmla="*/ 434985 w 1258521"/>
                <a:gd name="connsiteY1090" fmla="*/ 770650 h 914263"/>
                <a:gd name="connsiteX1091" fmla="*/ 437375 w 1258521"/>
                <a:gd name="connsiteY1091" fmla="*/ 772400 h 914263"/>
                <a:gd name="connsiteX1092" fmla="*/ 439327 w 1258521"/>
                <a:gd name="connsiteY1092" fmla="*/ 773409 h 914263"/>
                <a:gd name="connsiteX1093" fmla="*/ 440909 w 1258521"/>
                <a:gd name="connsiteY1093" fmla="*/ 775730 h 914263"/>
                <a:gd name="connsiteX1094" fmla="*/ 441918 w 1258521"/>
                <a:gd name="connsiteY1094" fmla="*/ 777176 h 914263"/>
                <a:gd name="connsiteX1095" fmla="*/ 443736 w 1258521"/>
                <a:gd name="connsiteY1095" fmla="*/ 778690 h 914263"/>
                <a:gd name="connsiteX1096" fmla="*/ 447067 w 1258521"/>
                <a:gd name="connsiteY1096" fmla="*/ 781516 h 914263"/>
                <a:gd name="connsiteX1097" fmla="*/ 448515 w 1258521"/>
                <a:gd name="connsiteY1097" fmla="*/ 782525 h 914263"/>
                <a:gd name="connsiteX1098" fmla="*/ 451342 w 1258521"/>
                <a:gd name="connsiteY1098" fmla="*/ 784476 h 914263"/>
                <a:gd name="connsiteX1099" fmla="*/ 453664 w 1258521"/>
                <a:gd name="connsiteY1099" fmla="*/ 786865 h 914263"/>
                <a:gd name="connsiteX1100" fmla="*/ 454673 w 1258521"/>
                <a:gd name="connsiteY1100" fmla="*/ 789892 h 914263"/>
                <a:gd name="connsiteX1101" fmla="*/ 457803 w 1258521"/>
                <a:gd name="connsiteY1101" fmla="*/ 795174 h 914263"/>
                <a:gd name="connsiteX1102" fmla="*/ 458880 w 1258521"/>
                <a:gd name="connsiteY1102" fmla="*/ 798134 h 914263"/>
                <a:gd name="connsiteX1103" fmla="*/ 460765 w 1258521"/>
                <a:gd name="connsiteY1103" fmla="*/ 801767 h 914263"/>
                <a:gd name="connsiteX1104" fmla="*/ 461270 w 1258521"/>
                <a:gd name="connsiteY1104" fmla="*/ 805097 h 914263"/>
                <a:gd name="connsiteX1105" fmla="*/ 462212 w 1258521"/>
                <a:gd name="connsiteY1105" fmla="*/ 809672 h 914263"/>
                <a:gd name="connsiteX1106" fmla="*/ 464164 w 1258521"/>
                <a:gd name="connsiteY1106" fmla="*/ 810110 h 914263"/>
                <a:gd name="connsiteX1107" fmla="*/ 466924 w 1258521"/>
                <a:gd name="connsiteY1107" fmla="*/ 810110 h 914263"/>
                <a:gd name="connsiteX1108" fmla="*/ 469178 w 1258521"/>
                <a:gd name="connsiteY1108" fmla="*/ 809403 h 914263"/>
                <a:gd name="connsiteX1109" fmla="*/ 470053 w 1258521"/>
                <a:gd name="connsiteY1109" fmla="*/ 810211 h 914263"/>
                <a:gd name="connsiteX1110" fmla="*/ 473082 w 1258521"/>
                <a:gd name="connsiteY1110" fmla="*/ 815694 h 914263"/>
                <a:gd name="connsiteX1111" fmla="*/ 473890 w 1258521"/>
                <a:gd name="connsiteY1111" fmla="*/ 817645 h 914263"/>
                <a:gd name="connsiteX1112" fmla="*/ 475135 w 1258521"/>
                <a:gd name="connsiteY1112" fmla="*/ 819596 h 914263"/>
                <a:gd name="connsiteX1113" fmla="*/ 475842 w 1258521"/>
                <a:gd name="connsiteY1113" fmla="*/ 820908 h 914263"/>
                <a:gd name="connsiteX1114" fmla="*/ 476852 w 1258521"/>
                <a:gd name="connsiteY1114" fmla="*/ 820908 h 914263"/>
                <a:gd name="connsiteX1115" fmla="*/ 478938 w 1258521"/>
                <a:gd name="connsiteY1115" fmla="*/ 820471 h 914263"/>
                <a:gd name="connsiteX1116" fmla="*/ 480453 w 1258521"/>
                <a:gd name="connsiteY1116" fmla="*/ 820403 h 914263"/>
                <a:gd name="connsiteX1117" fmla="*/ 482977 w 1258521"/>
                <a:gd name="connsiteY1117" fmla="*/ 820908 h 914263"/>
                <a:gd name="connsiteX1118" fmla="*/ 485366 w 1258521"/>
                <a:gd name="connsiteY1118" fmla="*/ 821547 h 914263"/>
                <a:gd name="connsiteX1119" fmla="*/ 486814 w 1258521"/>
                <a:gd name="connsiteY1119" fmla="*/ 822119 h 914263"/>
                <a:gd name="connsiteX1120" fmla="*/ 488564 w 1258521"/>
                <a:gd name="connsiteY1120" fmla="*/ 822926 h 914263"/>
                <a:gd name="connsiteX1121" fmla="*/ 490886 w 1258521"/>
                <a:gd name="connsiteY1121" fmla="*/ 823666 h 914263"/>
                <a:gd name="connsiteX1122" fmla="*/ 492400 w 1258521"/>
                <a:gd name="connsiteY1122" fmla="*/ 823666 h 914263"/>
                <a:gd name="connsiteX1123" fmla="*/ 493780 w 1258521"/>
                <a:gd name="connsiteY1123" fmla="*/ 824743 h 914263"/>
                <a:gd name="connsiteX1124" fmla="*/ 495530 w 1258521"/>
                <a:gd name="connsiteY1124" fmla="*/ 826761 h 914263"/>
                <a:gd name="connsiteX1125" fmla="*/ 496169 w 1258521"/>
                <a:gd name="connsiteY1125" fmla="*/ 828948 h 914263"/>
                <a:gd name="connsiteX1126" fmla="*/ 497415 w 1258521"/>
                <a:gd name="connsiteY1126" fmla="*/ 831774 h 914263"/>
                <a:gd name="connsiteX1127" fmla="*/ 498492 w 1258521"/>
                <a:gd name="connsiteY1127" fmla="*/ 833590 h 914263"/>
                <a:gd name="connsiteX1128" fmla="*/ 500948 w 1258521"/>
                <a:gd name="connsiteY1128" fmla="*/ 836550 h 914263"/>
                <a:gd name="connsiteX1129" fmla="*/ 502194 w 1258521"/>
                <a:gd name="connsiteY1129" fmla="*/ 838501 h 914263"/>
                <a:gd name="connsiteX1130" fmla="*/ 502194 w 1258521"/>
                <a:gd name="connsiteY1130" fmla="*/ 842908 h 914263"/>
                <a:gd name="connsiteX1131" fmla="*/ 502631 w 1258521"/>
                <a:gd name="connsiteY1131" fmla="*/ 847248 h 914263"/>
                <a:gd name="connsiteX1132" fmla="*/ 502059 w 1258521"/>
                <a:gd name="connsiteY1132" fmla="*/ 848560 h 914263"/>
                <a:gd name="connsiteX1133" fmla="*/ 501756 w 1258521"/>
                <a:gd name="connsiteY1133" fmla="*/ 851688 h 914263"/>
                <a:gd name="connsiteX1134" fmla="*/ 499434 w 1258521"/>
                <a:gd name="connsiteY1134" fmla="*/ 852698 h 914263"/>
                <a:gd name="connsiteX1135" fmla="*/ 497549 w 1258521"/>
                <a:gd name="connsiteY1135" fmla="*/ 853269 h 914263"/>
                <a:gd name="connsiteX1136" fmla="*/ 496876 w 1258521"/>
                <a:gd name="connsiteY1136" fmla="*/ 855086 h 914263"/>
                <a:gd name="connsiteX1137" fmla="*/ 496035 w 1258521"/>
                <a:gd name="connsiteY1137" fmla="*/ 857037 h 914263"/>
                <a:gd name="connsiteX1138" fmla="*/ 496035 w 1258521"/>
                <a:gd name="connsiteY1138" fmla="*/ 859123 h 914263"/>
                <a:gd name="connsiteX1139" fmla="*/ 496775 w 1258521"/>
                <a:gd name="connsiteY1139" fmla="*/ 860435 h 914263"/>
                <a:gd name="connsiteX1140" fmla="*/ 498525 w 1258521"/>
                <a:gd name="connsiteY1140" fmla="*/ 863563 h 914263"/>
                <a:gd name="connsiteX1141" fmla="*/ 499165 w 1258521"/>
                <a:gd name="connsiteY1141" fmla="*/ 864572 h 914263"/>
                <a:gd name="connsiteX1142" fmla="*/ 499535 w 1258521"/>
                <a:gd name="connsiteY1142" fmla="*/ 867028 h 914263"/>
                <a:gd name="connsiteX1143" fmla="*/ 500410 w 1258521"/>
                <a:gd name="connsiteY1143" fmla="*/ 869046 h 914263"/>
                <a:gd name="connsiteX1144" fmla="*/ 501790 w 1258521"/>
                <a:gd name="connsiteY1144" fmla="*/ 872377 h 914263"/>
                <a:gd name="connsiteX1145" fmla="*/ 502093 w 1258521"/>
                <a:gd name="connsiteY1145" fmla="*/ 873890 h 914263"/>
                <a:gd name="connsiteX1146" fmla="*/ 502665 w 1258521"/>
                <a:gd name="connsiteY1146" fmla="*/ 876918 h 914263"/>
                <a:gd name="connsiteX1147" fmla="*/ 504415 w 1258521"/>
                <a:gd name="connsiteY1147" fmla="*/ 879306 h 914263"/>
                <a:gd name="connsiteX1148" fmla="*/ 505559 w 1258521"/>
                <a:gd name="connsiteY1148" fmla="*/ 880114 h 914263"/>
                <a:gd name="connsiteX1149" fmla="*/ 508319 w 1258521"/>
                <a:gd name="connsiteY1149" fmla="*/ 882065 h 914263"/>
                <a:gd name="connsiteX1150" fmla="*/ 510641 w 1258521"/>
                <a:gd name="connsiteY1150" fmla="*/ 882570 h 914263"/>
                <a:gd name="connsiteX1151" fmla="*/ 512593 w 1258521"/>
                <a:gd name="connsiteY1151" fmla="*/ 882570 h 914263"/>
                <a:gd name="connsiteX1152" fmla="*/ 514107 w 1258521"/>
                <a:gd name="connsiteY1152" fmla="*/ 882570 h 914263"/>
                <a:gd name="connsiteX1153" fmla="*/ 516564 w 1258521"/>
                <a:gd name="connsiteY1153" fmla="*/ 881258 h 914263"/>
                <a:gd name="connsiteX1154" fmla="*/ 517204 w 1258521"/>
                <a:gd name="connsiteY1154" fmla="*/ 880686 h 914263"/>
                <a:gd name="connsiteX1155" fmla="*/ 518146 w 1258521"/>
                <a:gd name="connsiteY1155" fmla="*/ 879878 h 914263"/>
                <a:gd name="connsiteX1156" fmla="*/ 518954 w 1258521"/>
                <a:gd name="connsiteY1156" fmla="*/ 879441 h 914263"/>
                <a:gd name="connsiteX1157" fmla="*/ 519896 w 1258521"/>
                <a:gd name="connsiteY1157" fmla="*/ 879508 h 914263"/>
                <a:gd name="connsiteX1158" fmla="*/ 521814 w 1258521"/>
                <a:gd name="connsiteY1158" fmla="*/ 879744 h 914263"/>
                <a:gd name="connsiteX1159" fmla="*/ 522151 w 1258521"/>
                <a:gd name="connsiteY1159" fmla="*/ 880988 h 914263"/>
                <a:gd name="connsiteX1160" fmla="*/ 522151 w 1258521"/>
                <a:gd name="connsiteY1160" fmla="*/ 881729 h 914263"/>
                <a:gd name="connsiteX1161" fmla="*/ 523901 w 1258521"/>
                <a:gd name="connsiteY1161" fmla="*/ 883545 h 914263"/>
                <a:gd name="connsiteX1162" fmla="*/ 523901 w 1258521"/>
                <a:gd name="connsiteY1162" fmla="*/ 883478 h 914263"/>
                <a:gd name="connsiteX1163" fmla="*/ 524776 w 1258521"/>
                <a:gd name="connsiteY1163" fmla="*/ 885361 h 914263"/>
                <a:gd name="connsiteX1164" fmla="*/ 526290 w 1258521"/>
                <a:gd name="connsiteY1164" fmla="*/ 885933 h 914263"/>
                <a:gd name="connsiteX1165" fmla="*/ 528478 w 1258521"/>
                <a:gd name="connsiteY1165" fmla="*/ 887380 h 914263"/>
                <a:gd name="connsiteX1166" fmla="*/ 529488 w 1258521"/>
                <a:gd name="connsiteY1166" fmla="*/ 888961 h 914263"/>
                <a:gd name="connsiteX1167" fmla="*/ 530295 w 1258521"/>
                <a:gd name="connsiteY1167" fmla="*/ 891551 h 914263"/>
                <a:gd name="connsiteX1168" fmla="*/ 530295 w 1258521"/>
                <a:gd name="connsiteY1168" fmla="*/ 892998 h 914263"/>
                <a:gd name="connsiteX1169" fmla="*/ 530935 w 1258521"/>
                <a:gd name="connsiteY1169" fmla="*/ 894142 h 914263"/>
                <a:gd name="connsiteX1170" fmla="*/ 531877 w 1258521"/>
                <a:gd name="connsiteY1170" fmla="*/ 894848 h 914263"/>
                <a:gd name="connsiteX1171" fmla="*/ 533762 w 1258521"/>
                <a:gd name="connsiteY1171" fmla="*/ 894848 h 914263"/>
                <a:gd name="connsiteX1172" fmla="*/ 535209 w 1258521"/>
                <a:gd name="connsiteY1172" fmla="*/ 893704 h 914263"/>
                <a:gd name="connsiteX1173" fmla="*/ 536017 w 1258521"/>
                <a:gd name="connsiteY1173" fmla="*/ 892190 h 914263"/>
                <a:gd name="connsiteX1174" fmla="*/ 536891 w 1258521"/>
                <a:gd name="connsiteY1174" fmla="*/ 891248 h 914263"/>
                <a:gd name="connsiteX1175" fmla="*/ 538709 w 1258521"/>
                <a:gd name="connsiteY1175" fmla="*/ 891248 h 914263"/>
                <a:gd name="connsiteX1176" fmla="*/ 540526 w 1258521"/>
                <a:gd name="connsiteY1176" fmla="*/ 890946 h 914263"/>
                <a:gd name="connsiteX1177" fmla="*/ 541771 w 1258521"/>
                <a:gd name="connsiteY1177" fmla="*/ 891013 h 914263"/>
                <a:gd name="connsiteX1178" fmla="*/ 542916 w 1258521"/>
                <a:gd name="connsiteY1178" fmla="*/ 892022 h 914263"/>
                <a:gd name="connsiteX1179" fmla="*/ 544733 w 1258521"/>
                <a:gd name="connsiteY1179" fmla="*/ 892157 h 914263"/>
                <a:gd name="connsiteX1180" fmla="*/ 546416 w 1258521"/>
                <a:gd name="connsiteY1180" fmla="*/ 890206 h 914263"/>
                <a:gd name="connsiteX1181" fmla="*/ 547560 w 1258521"/>
                <a:gd name="connsiteY1181" fmla="*/ 890273 h 914263"/>
                <a:gd name="connsiteX1182" fmla="*/ 551329 w 1258521"/>
                <a:gd name="connsiteY1182" fmla="*/ 892157 h 914263"/>
                <a:gd name="connsiteX1183" fmla="*/ 553719 w 1258521"/>
                <a:gd name="connsiteY1183" fmla="*/ 893973 h 914263"/>
                <a:gd name="connsiteX1184" fmla="*/ 555974 w 1258521"/>
                <a:gd name="connsiteY1184" fmla="*/ 896429 h 914263"/>
                <a:gd name="connsiteX1185" fmla="*/ 561998 w 1258521"/>
                <a:gd name="connsiteY1185" fmla="*/ 899456 h 914263"/>
                <a:gd name="connsiteX1186" fmla="*/ 565262 w 1258521"/>
                <a:gd name="connsiteY1186" fmla="*/ 901038 h 914263"/>
                <a:gd name="connsiteX1187" fmla="*/ 566205 w 1258521"/>
                <a:gd name="connsiteY1187" fmla="*/ 902551 h 914263"/>
                <a:gd name="connsiteX1188" fmla="*/ 565700 w 1258521"/>
                <a:gd name="connsiteY1188" fmla="*/ 906454 h 914263"/>
                <a:gd name="connsiteX1189" fmla="*/ 565700 w 1258521"/>
                <a:gd name="connsiteY1189" fmla="*/ 907698 h 914263"/>
                <a:gd name="connsiteX1190" fmla="*/ 566205 w 1258521"/>
                <a:gd name="connsiteY1190" fmla="*/ 909010 h 914263"/>
                <a:gd name="connsiteX1191" fmla="*/ 567450 w 1258521"/>
                <a:gd name="connsiteY1191" fmla="*/ 910591 h 914263"/>
                <a:gd name="connsiteX1192" fmla="*/ 569503 w 1258521"/>
                <a:gd name="connsiteY1192" fmla="*/ 913417 h 914263"/>
                <a:gd name="connsiteX1193" fmla="*/ 571118 w 1258521"/>
                <a:gd name="connsiteY1193" fmla="*/ 913787 h 914263"/>
                <a:gd name="connsiteX1194" fmla="*/ 573508 w 1258521"/>
                <a:gd name="connsiteY1194" fmla="*/ 913787 h 914263"/>
                <a:gd name="connsiteX1195" fmla="*/ 578455 w 1258521"/>
                <a:gd name="connsiteY1195" fmla="*/ 914224 h 914263"/>
                <a:gd name="connsiteX1196" fmla="*/ 579263 w 1258521"/>
                <a:gd name="connsiteY1196" fmla="*/ 912710 h 914263"/>
                <a:gd name="connsiteX1197" fmla="*/ 579263 w 1258521"/>
                <a:gd name="connsiteY1197" fmla="*/ 910322 h 914263"/>
                <a:gd name="connsiteX1198" fmla="*/ 578993 w 1258521"/>
                <a:gd name="connsiteY1198" fmla="*/ 907295 h 914263"/>
                <a:gd name="connsiteX1199" fmla="*/ 578219 w 1258521"/>
                <a:gd name="connsiteY1199" fmla="*/ 905007 h 914263"/>
                <a:gd name="connsiteX1200" fmla="*/ 577614 w 1258521"/>
                <a:gd name="connsiteY1200" fmla="*/ 903762 h 914263"/>
                <a:gd name="connsiteX1201" fmla="*/ 577008 w 1258521"/>
                <a:gd name="connsiteY1201" fmla="*/ 901576 h 914263"/>
                <a:gd name="connsiteX1202" fmla="*/ 576200 w 1258521"/>
                <a:gd name="connsiteY1202" fmla="*/ 899086 h 914263"/>
                <a:gd name="connsiteX1203" fmla="*/ 575157 w 1258521"/>
                <a:gd name="connsiteY1203" fmla="*/ 897438 h 914263"/>
                <a:gd name="connsiteX1204" fmla="*/ 573205 w 1258521"/>
                <a:gd name="connsiteY1204" fmla="*/ 894242 h 914263"/>
                <a:gd name="connsiteX1205" fmla="*/ 571791 w 1258521"/>
                <a:gd name="connsiteY1205" fmla="*/ 892190 h 914263"/>
                <a:gd name="connsiteX1206" fmla="*/ 570479 w 1258521"/>
                <a:gd name="connsiteY1206" fmla="*/ 890710 h 914263"/>
                <a:gd name="connsiteX1207" fmla="*/ 569133 w 1258521"/>
                <a:gd name="connsiteY1207" fmla="*/ 888927 h 914263"/>
                <a:gd name="connsiteX1208" fmla="*/ 567988 w 1258521"/>
                <a:gd name="connsiteY1208" fmla="*/ 885664 h 914263"/>
                <a:gd name="connsiteX1209" fmla="*/ 568089 w 1258521"/>
                <a:gd name="connsiteY1209" fmla="*/ 884520 h 914263"/>
                <a:gd name="connsiteX1210" fmla="*/ 569570 w 1258521"/>
                <a:gd name="connsiteY1210" fmla="*/ 881796 h 914263"/>
                <a:gd name="connsiteX1211" fmla="*/ 571488 w 1258521"/>
                <a:gd name="connsiteY1211" fmla="*/ 879845 h 914263"/>
                <a:gd name="connsiteX1212" fmla="*/ 574046 w 1258521"/>
                <a:gd name="connsiteY1212" fmla="*/ 877187 h 914263"/>
                <a:gd name="connsiteX1213" fmla="*/ 576368 w 1258521"/>
                <a:gd name="connsiteY1213" fmla="*/ 875505 h 914263"/>
                <a:gd name="connsiteX1214" fmla="*/ 579633 w 1258521"/>
                <a:gd name="connsiteY1214" fmla="*/ 874597 h 914263"/>
                <a:gd name="connsiteX1215" fmla="*/ 581417 w 1258521"/>
                <a:gd name="connsiteY1215" fmla="*/ 874429 h 914263"/>
                <a:gd name="connsiteX1216" fmla="*/ 583200 w 1258521"/>
                <a:gd name="connsiteY1216" fmla="*/ 874698 h 914263"/>
                <a:gd name="connsiteX1217" fmla="*/ 586397 w 1258521"/>
                <a:gd name="connsiteY1217" fmla="*/ 876615 h 914263"/>
                <a:gd name="connsiteX1218" fmla="*/ 587878 w 1258521"/>
                <a:gd name="connsiteY1218" fmla="*/ 878196 h 914263"/>
                <a:gd name="connsiteX1219" fmla="*/ 590638 w 1258521"/>
                <a:gd name="connsiteY1219" fmla="*/ 881190 h 914263"/>
                <a:gd name="connsiteX1220" fmla="*/ 595518 w 1258521"/>
                <a:gd name="connsiteY1220" fmla="*/ 885361 h 914263"/>
                <a:gd name="connsiteX1221" fmla="*/ 597470 w 1258521"/>
                <a:gd name="connsiteY1221" fmla="*/ 888524 h 914263"/>
                <a:gd name="connsiteX1222" fmla="*/ 600027 w 1258521"/>
                <a:gd name="connsiteY1222" fmla="*/ 893301 h 914263"/>
                <a:gd name="connsiteX1223" fmla="*/ 603292 w 1258521"/>
                <a:gd name="connsiteY1223" fmla="*/ 896025 h 914263"/>
                <a:gd name="connsiteX1224" fmla="*/ 608307 w 1258521"/>
                <a:gd name="connsiteY1224" fmla="*/ 896732 h 914263"/>
                <a:gd name="connsiteX1225" fmla="*/ 610057 w 1258521"/>
                <a:gd name="connsiteY1225" fmla="*/ 897976 h 914263"/>
                <a:gd name="connsiteX1226" fmla="*/ 612783 w 1258521"/>
                <a:gd name="connsiteY1226" fmla="*/ 898347 h 914263"/>
                <a:gd name="connsiteX1227" fmla="*/ 615711 w 1258521"/>
                <a:gd name="connsiteY1227" fmla="*/ 900970 h 914263"/>
                <a:gd name="connsiteX1228" fmla="*/ 618167 w 1258521"/>
                <a:gd name="connsiteY1228" fmla="*/ 902551 h 914263"/>
                <a:gd name="connsiteX1229" fmla="*/ 620490 w 1258521"/>
                <a:gd name="connsiteY1229" fmla="*/ 904502 h 914263"/>
                <a:gd name="connsiteX1230" fmla="*/ 622778 w 1258521"/>
                <a:gd name="connsiteY1230" fmla="*/ 905579 h 914263"/>
                <a:gd name="connsiteX1231" fmla="*/ 627490 w 1258521"/>
                <a:gd name="connsiteY1231" fmla="*/ 907328 h 914263"/>
                <a:gd name="connsiteX1232" fmla="*/ 630384 w 1258521"/>
                <a:gd name="connsiteY1232" fmla="*/ 905108 h 914263"/>
                <a:gd name="connsiteX1233" fmla="*/ 632168 w 1258521"/>
                <a:gd name="connsiteY1233" fmla="*/ 902518 h 914263"/>
                <a:gd name="connsiteX1234" fmla="*/ 630249 w 1258521"/>
                <a:gd name="connsiteY1234" fmla="*/ 898178 h 914263"/>
                <a:gd name="connsiteX1235" fmla="*/ 626917 w 1258521"/>
                <a:gd name="connsiteY1235" fmla="*/ 895252 h 914263"/>
                <a:gd name="connsiteX1236" fmla="*/ 623788 w 1258521"/>
                <a:gd name="connsiteY1236" fmla="*/ 892493 h 914263"/>
                <a:gd name="connsiteX1237" fmla="*/ 623586 w 1258521"/>
                <a:gd name="connsiteY1237" fmla="*/ 889600 h 914263"/>
                <a:gd name="connsiteX1238" fmla="*/ 624158 w 1258521"/>
                <a:gd name="connsiteY1238" fmla="*/ 887144 h 914263"/>
                <a:gd name="connsiteX1239" fmla="*/ 627624 w 1258521"/>
                <a:gd name="connsiteY1239" fmla="*/ 883881 h 914263"/>
                <a:gd name="connsiteX1240" fmla="*/ 628264 w 1258521"/>
                <a:gd name="connsiteY1240" fmla="*/ 882199 h 914263"/>
                <a:gd name="connsiteX1241" fmla="*/ 627523 w 1258521"/>
                <a:gd name="connsiteY1241" fmla="*/ 878735 h 914263"/>
                <a:gd name="connsiteX1242" fmla="*/ 624999 w 1258521"/>
                <a:gd name="connsiteY1242" fmla="*/ 875404 h 914263"/>
                <a:gd name="connsiteX1243" fmla="*/ 624696 w 1258521"/>
                <a:gd name="connsiteY1243" fmla="*/ 872713 h 914263"/>
                <a:gd name="connsiteX1244" fmla="*/ 628163 w 1258521"/>
                <a:gd name="connsiteY1244" fmla="*/ 868508 h 914263"/>
                <a:gd name="connsiteX1245" fmla="*/ 629240 w 1258521"/>
                <a:gd name="connsiteY1245" fmla="*/ 865918 h 914263"/>
                <a:gd name="connsiteX1246" fmla="*/ 633581 w 1258521"/>
                <a:gd name="connsiteY1246" fmla="*/ 867364 h 914263"/>
                <a:gd name="connsiteX1247" fmla="*/ 637990 w 1258521"/>
                <a:gd name="connsiteY1247" fmla="*/ 869046 h 914263"/>
                <a:gd name="connsiteX1248" fmla="*/ 641894 w 1258521"/>
                <a:gd name="connsiteY1248" fmla="*/ 870493 h 914263"/>
                <a:gd name="connsiteX1249" fmla="*/ 645798 w 1258521"/>
                <a:gd name="connsiteY1249" fmla="*/ 869753 h 914263"/>
                <a:gd name="connsiteX1250" fmla="*/ 646875 w 1258521"/>
                <a:gd name="connsiteY1250" fmla="*/ 867499 h 914263"/>
                <a:gd name="connsiteX1251" fmla="*/ 648759 w 1258521"/>
                <a:gd name="connsiteY1251" fmla="*/ 865245 h 914263"/>
                <a:gd name="connsiteX1252" fmla="*/ 650005 w 1258521"/>
                <a:gd name="connsiteY1252" fmla="*/ 864169 h 914263"/>
                <a:gd name="connsiteX1253" fmla="*/ 652899 w 1258521"/>
                <a:gd name="connsiteY1253" fmla="*/ 864370 h 914263"/>
                <a:gd name="connsiteX1254" fmla="*/ 654043 w 1258521"/>
                <a:gd name="connsiteY1254" fmla="*/ 865447 h 914263"/>
                <a:gd name="connsiteX1255" fmla="*/ 657947 w 1258521"/>
                <a:gd name="connsiteY1255" fmla="*/ 867331 h 914263"/>
                <a:gd name="connsiteX1256" fmla="*/ 660202 w 1258521"/>
                <a:gd name="connsiteY1256" fmla="*/ 869719 h 914263"/>
                <a:gd name="connsiteX1257" fmla="*/ 664039 w 1258521"/>
                <a:gd name="connsiteY1257" fmla="*/ 871300 h 914263"/>
                <a:gd name="connsiteX1258" fmla="*/ 670500 w 1258521"/>
                <a:gd name="connsiteY1258" fmla="*/ 871065 h 914263"/>
                <a:gd name="connsiteX1259" fmla="*/ 670870 w 1258521"/>
                <a:gd name="connsiteY1259" fmla="*/ 868979 h 914263"/>
                <a:gd name="connsiteX1260" fmla="*/ 670366 w 1258521"/>
                <a:gd name="connsiteY1260" fmla="*/ 865144 h 914263"/>
                <a:gd name="connsiteX1261" fmla="*/ 672015 w 1258521"/>
                <a:gd name="connsiteY1261" fmla="*/ 863395 h 914263"/>
                <a:gd name="connsiteX1262" fmla="*/ 673260 w 1258521"/>
                <a:gd name="connsiteY1262" fmla="*/ 863260 h 914263"/>
                <a:gd name="connsiteX1263" fmla="*/ 675515 w 1258521"/>
                <a:gd name="connsiteY1263" fmla="*/ 865447 h 914263"/>
                <a:gd name="connsiteX1264" fmla="*/ 676760 w 1258521"/>
                <a:gd name="connsiteY1264" fmla="*/ 866019 h 914263"/>
                <a:gd name="connsiteX1265" fmla="*/ 679520 w 1258521"/>
                <a:gd name="connsiteY1265" fmla="*/ 862621 h 914263"/>
                <a:gd name="connsiteX1266" fmla="*/ 680327 w 1258521"/>
                <a:gd name="connsiteY1266" fmla="*/ 859493 h 914263"/>
                <a:gd name="connsiteX1267" fmla="*/ 680327 w 1258521"/>
                <a:gd name="connsiteY1267" fmla="*/ 855590 h 914263"/>
                <a:gd name="connsiteX1268" fmla="*/ 681202 w 1258521"/>
                <a:gd name="connsiteY1268" fmla="*/ 853572 h 914263"/>
                <a:gd name="connsiteX1269" fmla="*/ 682784 w 1258521"/>
                <a:gd name="connsiteY1269" fmla="*/ 850107 h 914263"/>
                <a:gd name="connsiteX1270" fmla="*/ 684803 w 1258521"/>
                <a:gd name="connsiteY1270" fmla="*/ 848089 h 914263"/>
                <a:gd name="connsiteX1271" fmla="*/ 688270 w 1258521"/>
                <a:gd name="connsiteY1271" fmla="*/ 845196 h 914263"/>
                <a:gd name="connsiteX1272" fmla="*/ 691736 w 1258521"/>
                <a:gd name="connsiteY1272" fmla="*/ 842437 h 914263"/>
                <a:gd name="connsiteX1273" fmla="*/ 693486 w 1258521"/>
                <a:gd name="connsiteY1273" fmla="*/ 841428 h 914263"/>
                <a:gd name="connsiteX1274" fmla="*/ 694294 w 1258521"/>
                <a:gd name="connsiteY1274" fmla="*/ 838670 h 914263"/>
                <a:gd name="connsiteX1275" fmla="*/ 692779 w 1258521"/>
                <a:gd name="connsiteY1275" fmla="*/ 836281 h 914263"/>
                <a:gd name="connsiteX1276" fmla="*/ 692712 w 1258521"/>
                <a:gd name="connsiteY1276" fmla="*/ 835474 h 914263"/>
                <a:gd name="connsiteX1277" fmla="*/ 693856 w 1258521"/>
                <a:gd name="connsiteY1277" fmla="*/ 834330 h 914263"/>
                <a:gd name="connsiteX1278" fmla="*/ 694294 w 1258521"/>
                <a:gd name="connsiteY1278" fmla="*/ 833691 h 914263"/>
                <a:gd name="connsiteX1279" fmla="*/ 693991 w 1258521"/>
                <a:gd name="connsiteY1279" fmla="*/ 831370 h 914263"/>
                <a:gd name="connsiteX1280" fmla="*/ 691299 w 1258521"/>
                <a:gd name="connsiteY1280" fmla="*/ 828241 h 914263"/>
                <a:gd name="connsiteX1281" fmla="*/ 690289 w 1258521"/>
                <a:gd name="connsiteY1281" fmla="*/ 826997 h 914263"/>
                <a:gd name="connsiteX1282" fmla="*/ 689919 w 1258521"/>
                <a:gd name="connsiteY1282" fmla="*/ 823734 h 914263"/>
                <a:gd name="connsiteX1283" fmla="*/ 691232 w 1258521"/>
                <a:gd name="connsiteY1283" fmla="*/ 821850 h 914263"/>
                <a:gd name="connsiteX1284" fmla="*/ 693251 w 1258521"/>
                <a:gd name="connsiteY1284" fmla="*/ 819024 h 914263"/>
                <a:gd name="connsiteX1285" fmla="*/ 696381 w 1258521"/>
                <a:gd name="connsiteY1285" fmla="*/ 816770 h 914263"/>
                <a:gd name="connsiteX1286" fmla="*/ 698905 w 1258521"/>
                <a:gd name="connsiteY1286" fmla="*/ 815761 h 914263"/>
                <a:gd name="connsiteX1287" fmla="*/ 704323 w 1258521"/>
                <a:gd name="connsiteY1287" fmla="*/ 816770 h 914263"/>
                <a:gd name="connsiteX1288" fmla="*/ 706140 w 1258521"/>
                <a:gd name="connsiteY1288" fmla="*/ 817948 h 914263"/>
                <a:gd name="connsiteX1289" fmla="*/ 709842 w 1258521"/>
                <a:gd name="connsiteY1289" fmla="*/ 820538 h 914263"/>
                <a:gd name="connsiteX1290" fmla="*/ 712669 w 1258521"/>
                <a:gd name="connsiteY1290" fmla="*/ 822052 h 914263"/>
                <a:gd name="connsiteX1291" fmla="*/ 716371 w 1258521"/>
                <a:gd name="connsiteY1291" fmla="*/ 823935 h 914263"/>
                <a:gd name="connsiteX1292" fmla="*/ 720208 w 1258521"/>
                <a:gd name="connsiteY1292" fmla="*/ 824003 h 914263"/>
                <a:gd name="connsiteX1293" fmla="*/ 724785 w 1258521"/>
                <a:gd name="connsiteY1293" fmla="*/ 823498 h 914263"/>
                <a:gd name="connsiteX1294" fmla="*/ 728319 w 1258521"/>
                <a:gd name="connsiteY1294" fmla="*/ 821985 h 914263"/>
                <a:gd name="connsiteX1295" fmla="*/ 732021 w 1258521"/>
                <a:gd name="connsiteY1295" fmla="*/ 820942 h 914263"/>
                <a:gd name="connsiteX1296" fmla="*/ 727881 w 1258521"/>
                <a:gd name="connsiteY1296" fmla="*/ 816165 h 914263"/>
                <a:gd name="connsiteX1297" fmla="*/ 722766 w 1258521"/>
                <a:gd name="connsiteY1297" fmla="*/ 811724 h 914263"/>
                <a:gd name="connsiteX1298" fmla="*/ 718088 w 1258521"/>
                <a:gd name="connsiteY1298" fmla="*/ 806611 h 914263"/>
                <a:gd name="connsiteX1299" fmla="*/ 712939 w 1258521"/>
                <a:gd name="connsiteY1299" fmla="*/ 801868 h 914263"/>
                <a:gd name="connsiteX1300" fmla="*/ 709540 w 1258521"/>
                <a:gd name="connsiteY1300" fmla="*/ 798672 h 914263"/>
                <a:gd name="connsiteX1301" fmla="*/ 707453 w 1258521"/>
                <a:gd name="connsiteY1301" fmla="*/ 796923 h 914263"/>
                <a:gd name="connsiteX1302" fmla="*/ 702371 w 1258521"/>
                <a:gd name="connsiteY1302" fmla="*/ 792516 h 914263"/>
                <a:gd name="connsiteX1303" fmla="*/ 700621 w 1258521"/>
                <a:gd name="connsiteY1303" fmla="*/ 790431 h 914263"/>
                <a:gd name="connsiteX1304" fmla="*/ 699544 w 1258521"/>
                <a:gd name="connsiteY1304" fmla="*/ 788177 h 914263"/>
                <a:gd name="connsiteX1305" fmla="*/ 699342 w 1258521"/>
                <a:gd name="connsiteY1305" fmla="*/ 786293 h 914263"/>
                <a:gd name="connsiteX1306" fmla="*/ 700352 w 1258521"/>
                <a:gd name="connsiteY1306" fmla="*/ 784274 h 914263"/>
                <a:gd name="connsiteX1307" fmla="*/ 701159 w 1258521"/>
                <a:gd name="connsiteY1307" fmla="*/ 782189 h 914263"/>
                <a:gd name="connsiteX1308" fmla="*/ 701799 w 1258521"/>
                <a:gd name="connsiteY1308" fmla="*/ 779868 h 914263"/>
                <a:gd name="connsiteX1309" fmla="*/ 700487 w 1258521"/>
                <a:gd name="connsiteY1309" fmla="*/ 778287 h 914263"/>
                <a:gd name="connsiteX1310" fmla="*/ 698669 w 1258521"/>
                <a:gd name="connsiteY1310" fmla="*/ 774889 h 914263"/>
                <a:gd name="connsiteX1311" fmla="*/ 697592 w 1258521"/>
                <a:gd name="connsiteY1311" fmla="*/ 772063 h 914263"/>
                <a:gd name="connsiteX1312" fmla="*/ 697962 w 1258521"/>
                <a:gd name="connsiteY1312" fmla="*/ 770549 h 914263"/>
                <a:gd name="connsiteX1313" fmla="*/ 699039 w 1258521"/>
                <a:gd name="connsiteY1313" fmla="*/ 769036 h 914263"/>
                <a:gd name="connsiteX1314" fmla="*/ 700857 w 1258521"/>
                <a:gd name="connsiteY1314" fmla="*/ 767085 h 914263"/>
                <a:gd name="connsiteX1315" fmla="*/ 703549 w 1258521"/>
                <a:gd name="connsiteY1315" fmla="*/ 766445 h 914263"/>
                <a:gd name="connsiteX1316" fmla="*/ 707016 w 1258521"/>
                <a:gd name="connsiteY1316" fmla="*/ 766445 h 914263"/>
                <a:gd name="connsiteX1317" fmla="*/ 710145 w 1258521"/>
                <a:gd name="connsiteY1317" fmla="*/ 766311 h 914263"/>
                <a:gd name="connsiteX1318" fmla="*/ 712838 w 1258521"/>
                <a:gd name="connsiteY1318" fmla="*/ 765604 h 914263"/>
                <a:gd name="connsiteX1319" fmla="*/ 714722 w 1258521"/>
                <a:gd name="connsiteY1319" fmla="*/ 764158 h 914263"/>
                <a:gd name="connsiteX1320" fmla="*/ 715799 w 1258521"/>
                <a:gd name="connsiteY1320" fmla="*/ 762577 h 914263"/>
                <a:gd name="connsiteX1321" fmla="*/ 716943 w 1258521"/>
                <a:gd name="connsiteY1321" fmla="*/ 759818 h 914263"/>
                <a:gd name="connsiteX1322" fmla="*/ 717078 w 1258521"/>
                <a:gd name="connsiteY1322" fmla="*/ 757699 h 914263"/>
                <a:gd name="connsiteX1323" fmla="*/ 717011 w 1258521"/>
                <a:gd name="connsiteY1323" fmla="*/ 756253 h 914263"/>
                <a:gd name="connsiteX1324" fmla="*/ 714487 w 1258521"/>
                <a:gd name="connsiteY1324" fmla="*/ 754436 h 914263"/>
                <a:gd name="connsiteX1325" fmla="*/ 713915 w 1258521"/>
                <a:gd name="connsiteY1325" fmla="*/ 752249 h 914263"/>
                <a:gd name="connsiteX1326" fmla="*/ 713343 w 1258521"/>
                <a:gd name="connsiteY1326" fmla="*/ 750063 h 914263"/>
                <a:gd name="connsiteX1327" fmla="*/ 715530 w 1258521"/>
                <a:gd name="connsiteY1327" fmla="*/ 746161 h 914263"/>
                <a:gd name="connsiteX1328" fmla="*/ 722059 w 1258521"/>
                <a:gd name="connsiteY1328" fmla="*/ 742023 h 914263"/>
                <a:gd name="connsiteX1329" fmla="*/ 727915 w 1258521"/>
                <a:gd name="connsiteY1329" fmla="*/ 733546 h 914263"/>
                <a:gd name="connsiteX1330" fmla="*/ 735083 w 1258521"/>
                <a:gd name="connsiteY1330" fmla="*/ 727457 h 914263"/>
                <a:gd name="connsiteX1331" fmla="*/ 738987 w 1258521"/>
                <a:gd name="connsiteY1331" fmla="*/ 721166 h 914263"/>
                <a:gd name="connsiteX1332" fmla="*/ 740300 w 1258521"/>
                <a:gd name="connsiteY1332" fmla="*/ 720090 h 914263"/>
                <a:gd name="connsiteX1333" fmla="*/ 741377 w 1258521"/>
                <a:gd name="connsiteY1333" fmla="*/ 716625 h 914263"/>
                <a:gd name="connsiteX1334" fmla="*/ 740064 w 1258521"/>
                <a:gd name="connsiteY1334" fmla="*/ 715313 h 914263"/>
                <a:gd name="connsiteX1335" fmla="*/ 738112 w 1258521"/>
                <a:gd name="connsiteY1335" fmla="*/ 712925 h 914263"/>
                <a:gd name="connsiteX1336" fmla="*/ 732660 w 1258521"/>
                <a:gd name="connsiteY1336" fmla="*/ 713362 h 914263"/>
                <a:gd name="connsiteX1337" fmla="*/ 728083 w 1258521"/>
                <a:gd name="connsiteY1337" fmla="*/ 713564 h 914263"/>
                <a:gd name="connsiteX1338" fmla="*/ 718963 w 1258521"/>
                <a:gd name="connsiteY1338" fmla="*/ 712925 h 914263"/>
                <a:gd name="connsiteX1339" fmla="*/ 718525 w 1258521"/>
                <a:gd name="connsiteY1339" fmla="*/ 710335 h 914263"/>
                <a:gd name="connsiteX1340" fmla="*/ 718963 w 1258521"/>
                <a:gd name="connsiteY1340" fmla="*/ 706634 h 914263"/>
                <a:gd name="connsiteX1341" fmla="*/ 719602 w 1258521"/>
                <a:gd name="connsiteY1341" fmla="*/ 702934 h 914263"/>
                <a:gd name="connsiteX1342" fmla="*/ 713073 w 1258521"/>
                <a:gd name="connsiteY1342" fmla="*/ 698796 h 914263"/>
                <a:gd name="connsiteX1343" fmla="*/ 711559 w 1258521"/>
                <a:gd name="connsiteY1343" fmla="*/ 697484 h 914263"/>
                <a:gd name="connsiteX1344" fmla="*/ 711559 w 1258521"/>
                <a:gd name="connsiteY1344" fmla="*/ 694894 h 914263"/>
                <a:gd name="connsiteX1345" fmla="*/ 713746 w 1258521"/>
                <a:gd name="connsiteY1345" fmla="*/ 692506 h 914263"/>
                <a:gd name="connsiteX1346" fmla="*/ 715261 w 1258521"/>
                <a:gd name="connsiteY1346" fmla="*/ 689478 h 914263"/>
                <a:gd name="connsiteX1347" fmla="*/ 715698 w 1258521"/>
                <a:gd name="connsiteY1347" fmla="*/ 685778 h 914263"/>
                <a:gd name="connsiteX1348" fmla="*/ 715900 w 1258521"/>
                <a:gd name="connsiteY1348" fmla="*/ 682515 h 914263"/>
                <a:gd name="connsiteX1349" fmla="*/ 715025 w 1258521"/>
                <a:gd name="connsiteY1349" fmla="*/ 680126 h 914263"/>
                <a:gd name="connsiteX1350" fmla="*/ 715025 w 1258521"/>
                <a:gd name="connsiteY1350" fmla="*/ 677502 h 914263"/>
                <a:gd name="connsiteX1351" fmla="*/ 712838 w 1258521"/>
                <a:gd name="connsiteY1351" fmla="*/ 672490 h 914263"/>
                <a:gd name="connsiteX1352" fmla="*/ 712636 w 1258521"/>
                <a:gd name="connsiteY1352" fmla="*/ 671413 h 914263"/>
                <a:gd name="connsiteX1353" fmla="*/ 711559 w 1258521"/>
                <a:gd name="connsiteY1353" fmla="*/ 667948 h 914263"/>
                <a:gd name="connsiteX1354" fmla="*/ 711559 w 1258521"/>
                <a:gd name="connsiteY1354" fmla="*/ 667713 h 914263"/>
                <a:gd name="connsiteX1355" fmla="*/ 715025 w 1258521"/>
                <a:gd name="connsiteY1355" fmla="*/ 665527 h 914263"/>
                <a:gd name="connsiteX1356" fmla="*/ 718492 w 1258521"/>
                <a:gd name="connsiteY1356" fmla="*/ 664887 h 914263"/>
                <a:gd name="connsiteX1357" fmla="*/ 721083 w 1258521"/>
                <a:gd name="connsiteY1357" fmla="*/ 665325 h 914263"/>
                <a:gd name="connsiteX1358" fmla="*/ 725424 w 1258521"/>
                <a:gd name="connsiteY1358" fmla="*/ 665325 h 914263"/>
                <a:gd name="connsiteX1359" fmla="*/ 733670 w 1258521"/>
                <a:gd name="connsiteY1359" fmla="*/ 665224 h 914263"/>
                <a:gd name="connsiteX1360" fmla="*/ 736497 w 1258521"/>
                <a:gd name="connsiteY1360" fmla="*/ 664686 h 914263"/>
                <a:gd name="connsiteX1361" fmla="*/ 737574 w 1258521"/>
                <a:gd name="connsiteY1361" fmla="*/ 662734 h 914263"/>
                <a:gd name="connsiteX1362" fmla="*/ 737574 w 1258521"/>
                <a:gd name="connsiteY1362" fmla="*/ 660985 h 914263"/>
                <a:gd name="connsiteX1363" fmla="*/ 737574 w 1258521"/>
                <a:gd name="connsiteY1363" fmla="*/ 659236 h 914263"/>
                <a:gd name="connsiteX1364" fmla="*/ 737574 w 1258521"/>
                <a:gd name="connsiteY1364" fmla="*/ 657487 h 914263"/>
                <a:gd name="connsiteX1365" fmla="*/ 740502 w 1258521"/>
                <a:gd name="connsiteY1365" fmla="*/ 655098 h 914263"/>
                <a:gd name="connsiteX1366" fmla="*/ 746560 w 1258521"/>
                <a:gd name="connsiteY1366" fmla="*/ 655165 h 914263"/>
                <a:gd name="connsiteX1367" fmla="*/ 750632 w 1258521"/>
                <a:gd name="connsiteY1367" fmla="*/ 655165 h 914263"/>
                <a:gd name="connsiteX1368" fmla="*/ 752079 w 1258521"/>
                <a:gd name="connsiteY1368" fmla="*/ 655906 h 914263"/>
                <a:gd name="connsiteX1369" fmla="*/ 754401 w 1258521"/>
                <a:gd name="connsiteY1369" fmla="*/ 658361 h 914263"/>
                <a:gd name="connsiteX1370" fmla="*/ 754266 w 1258521"/>
                <a:gd name="connsiteY1370" fmla="*/ 661557 h 914263"/>
                <a:gd name="connsiteX1371" fmla="*/ 752079 w 1258521"/>
                <a:gd name="connsiteY1371" fmla="*/ 664585 h 914263"/>
                <a:gd name="connsiteX1372" fmla="*/ 752079 w 1258521"/>
                <a:gd name="connsiteY1372" fmla="*/ 666771 h 914263"/>
                <a:gd name="connsiteX1373" fmla="*/ 756723 w 1258521"/>
                <a:gd name="connsiteY1373" fmla="*/ 669227 h 914263"/>
                <a:gd name="connsiteX1374" fmla="*/ 759752 w 1258521"/>
                <a:gd name="connsiteY1374" fmla="*/ 668789 h 914263"/>
                <a:gd name="connsiteX1375" fmla="*/ 761502 w 1258521"/>
                <a:gd name="connsiteY1375" fmla="*/ 667209 h 914263"/>
                <a:gd name="connsiteX1376" fmla="*/ 765844 w 1258521"/>
                <a:gd name="connsiteY1376" fmla="*/ 665627 h 914263"/>
                <a:gd name="connsiteX1377" fmla="*/ 769748 w 1258521"/>
                <a:gd name="connsiteY1377" fmla="*/ 664450 h 914263"/>
                <a:gd name="connsiteX1378" fmla="*/ 771935 w 1258521"/>
                <a:gd name="connsiteY1378" fmla="*/ 662701 h 914263"/>
                <a:gd name="connsiteX1379" fmla="*/ 776714 w 1258521"/>
                <a:gd name="connsiteY1379" fmla="*/ 661826 h 914263"/>
                <a:gd name="connsiteX1380" fmla="*/ 783075 w 1258521"/>
                <a:gd name="connsiteY1380" fmla="*/ 661826 h 914263"/>
                <a:gd name="connsiteX1381" fmla="*/ 785834 w 1258521"/>
                <a:gd name="connsiteY1381" fmla="*/ 661725 h 914263"/>
                <a:gd name="connsiteX1382" fmla="*/ 788157 w 1258521"/>
                <a:gd name="connsiteY1382" fmla="*/ 661557 h 914263"/>
                <a:gd name="connsiteX1383" fmla="*/ 792498 w 1258521"/>
                <a:gd name="connsiteY1383" fmla="*/ 662263 h 914263"/>
                <a:gd name="connsiteX1384" fmla="*/ 794248 w 1258521"/>
                <a:gd name="connsiteY1384" fmla="*/ 664585 h 914263"/>
                <a:gd name="connsiteX1385" fmla="*/ 796705 w 1258521"/>
                <a:gd name="connsiteY1385" fmla="*/ 666166 h 914263"/>
                <a:gd name="connsiteX1386" fmla="*/ 796705 w 1258521"/>
                <a:gd name="connsiteY1386" fmla="*/ 669630 h 914263"/>
                <a:gd name="connsiteX1387" fmla="*/ 796705 w 1258521"/>
                <a:gd name="connsiteY1387" fmla="*/ 672961 h 914263"/>
                <a:gd name="connsiteX1388" fmla="*/ 801989 w 1258521"/>
                <a:gd name="connsiteY1388" fmla="*/ 672961 h 914263"/>
                <a:gd name="connsiteX1389" fmla="*/ 805253 w 1258521"/>
                <a:gd name="connsiteY1389" fmla="*/ 672961 h 914263"/>
                <a:gd name="connsiteX1390" fmla="*/ 806128 w 1258521"/>
                <a:gd name="connsiteY1390" fmla="*/ 675147 h 914263"/>
                <a:gd name="connsiteX1391" fmla="*/ 806835 w 1258521"/>
                <a:gd name="connsiteY1391" fmla="*/ 677738 h 914263"/>
                <a:gd name="connsiteX1392" fmla="*/ 808417 w 1258521"/>
                <a:gd name="connsiteY1392" fmla="*/ 678612 h 914263"/>
                <a:gd name="connsiteX1393" fmla="*/ 811479 w 1258521"/>
                <a:gd name="connsiteY1393" fmla="*/ 680934 h 914263"/>
                <a:gd name="connsiteX1394" fmla="*/ 815821 w 1258521"/>
                <a:gd name="connsiteY1394" fmla="*/ 680934 h 914263"/>
                <a:gd name="connsiteX1395" fmla="*/ 819287 w 1258521"/>
                <a:gd name="connsiteY1395" fmla="*/ 683860 h 914263"/>
                <a:gd name="connsiteX1396" fmla="*/ 823864 w 1258521"/>
                <a:gd name="connsiteY1396" fmla="*/ 688301 h 914263"/>
                <a:gd name="connsiteX1397" fmla="*/ 826052 w 1258521"/>
                <a:gd name="connsiteY1397" fmla="*/ 693952 h 914263"/>
                <a:gd name="connsiteX1398" fmla="*/ 828239 w 1258521"/>
                <a:gd name="connsiteY1398" fmla="*/ 697215 h 914263"/>
                <a:gd name="connsiteX1399" fmla="*/ 826927 w 1258521"/>
                <a:gd name="connsiteY1399" fmla="*/ 699839 h 914263"/>
                <a:gd name="connsiteX1400" fmla="*/ 823898 w 1258521"/>
                <a:gd name="connsiteY1400" fmla="*/ 702227 h 914263"/>
                <a:gd name="connsiteX1401" fmla="*/ 824975 w 1258521"/>
                <a:gd name="connsiteY1401" fmla="*/ 706567 h 914263"/>
                <a:gd name="connsiteX1402" fmla="*/ 827364 w 1258521"/>
                <a:gd name="connsiteY1402" fmla="*/ 709830 h 914263"/>
                <a:gd name="connsiteX1403" fmla="*/ 829989 w 1258521"/>
                <a:gd name="connsiteY1403" fmla="*/ 716356 h 914263"/>
                <a:gd name="connsiteX1404" fmla="*/ 835004 w 1258521"/>
                <a:gd name="connsiteY1404" fmla="*/ 721570 h 914263"/>
                <a:gd name="connsiteX1405" fmla="*/ 837393 w 1258521"/>
                <a:gd name="connsiteY1405" fmla="*/ 729610 h 914263"/>
                <a:gd name="connsiteX1406" fmla="*/ 836081 w 1258521"/>
                <a:gd name="connsiteY1406" fmla="*/ 737885 h 914263"/>
                <a:gd name="connsiteX1407" fmla="*/ 835004 w 1258521"/>
                <a:gd name="connsiteY1407" fmla="*/ 744950 h 914263"/>
                <a:gd name="connsiteX1408" fmla="*/ 838033 w 1258521"/>
                <a:gd name="connsiteY1408" fmla="*/ 751375 h 914263"/>
                <a:gd name="connsiteX1409" fmla="*/ 841297 w 1258521"/>
                <a:gd name="connsiteY1409" fmla="*/ 753763 h 914263"/>
                <a:gd name="connsiteX1410" fmla="*/ 843687 w 1258521"/>
                <a:gd name="connsiteY1410" fmla="*/ 758103 h 914263"/>
                <a:gd name="connsiteX1411" fmla="*/ 842812 w 1258521"/>
                <a:gd name="connsiteY1411" fmla="*/ 759852 h 914263"/>
                <a:gd name="connsiteX1412" fmla="*/ 842812 w 1258521"/>
                <a:gd name="connsiteY1412" fmla="*/ 762880 h 914263"/>
                <a:gd name="connsiteX1413" fmla="*/ 846514 w 1258521"/>
                <a:gd name="connsiteY1413" fmla="*/ 764629 h 914263"/>
                <a:gd name="connsiteX1414" fmla="*/ 849105 w 1258521"/>
                <a:gd name="connsiteY1414" fmla="*/ 766378 h 914263"/>
                <a:gd name="connsiteX1415" fmla="*/ 851057 w 1258521"/>
                <a:gd name="connsiteY1415" fmla="*/ 768329 h 914263"/>
                <a:gd name="connsiteX1416" fmla="*/ 854759 w 1258521"/>
                <a:gd name="connsiteY1416" fmla="*/ 770280 h 914263"/>
                <a:gd name="connsiteX1417" fmla="*/ 857350 w 1258521"/>
                <a:gd name="connsiteY1417" fmla="*/ 772030 h 914263"/>
                <a:gd name="connsiteX1418" fmla="*/ 861692 w 1258521"/>
                <a:gd name="connsiteY1418" fmla="*/ 773106 h 914263"/>
                <a:gd name="connsiteX1419" fmla="*/ 868860 w 1258521"/>
                <a:gd name="connsiteY1419" fmla="*/ 776134 h 914263"/>
                <a:gd name="connsiteX1420" fmla="*/ 872764 w 1258521"/>
                <a:gd name="connsiteY1420" fmla="*/ 779834 h 914263"/>
                <a:gd name="connsiteX1421" fmla="*/ 878856 w 1258521"/>
                <a:gd name="connsiteY1421" fmla="*/ 786125 h 914263"/>
                <a:gd name="connsiteX1422" fmla="*/ 879798 w 1258521"/>
                <a:gd name="connsiteY1422" fmla="*/ 791272 h 914263"/>
                <a:gd name="connsiteX1423" fmla="*/ 883870 w 1258521"/>
                <a:gd name="connsiteY1423" fmla="*/ 797226 h 914263"/>
                <a:gd name="connsiteX1424" fmla="*/ 887068 w 1258521"/>
                <a:gd name="connsiteY1424" fmla="*/ 799412 h 914263"/>
                <a:gd name="connsiteX1425" fmla="*/ 889019 w 1258521"/>
                <a:gd name="connsiteY1425" fmla="*/ 800926 h 914263"/>
                <a:gd name="connsiteX1426" fmla="*/ 889087 w 1258521"/>
                <a:gd name="connsiteY1426" fmla="*/ 803247 h 914263"/>
                <a:gd name="connsiteX1427" fmla="*/ 889087 w 1258521"/>
                <a:gd name="connsiteY1427" fmla="*/ 804761 h 914263"/>
                <a:gd name="connsiteX1428" fmla="*/ 890332 w 1258521"/>
                <a:gd name="connsiteY1428" fmla="*/ 806779 h 914263"/>
                <a:gd name="connsiteX1429" fmla="*/ 892217 w 1258521"/>
                <a:gd name="connsiteY1429" fmla="*/ 809807 h 914263"/>
                <a:gd name="connsiteX1430" fmla="*/ 895548 w 1258521"/>
                <a:gd name="connsiteY1430" fmla="*/ 813137 h 914263"/>
                <a:gd name="connsiteX1431" fmla="*/ 898813 w 1258521"/>
                <a:gd name="connsiteY1431" fmla="*/ 815223 h 914263"/>
                <a:gd name="connsiteX1432" fmla="*/ 901842 w 1258521"/>
                <a:gd name="connsiteY1432" fmla="*/ 816602 h 914263"/>
                <a:gd name="connsiteX1433" fmla="*/ 904972 w 1258521"/>
                <a:gd name="connsiteY1433" fmla="*/ 818486 h 914263"/>
                <a:gd name="connsiteX1434" fmla="*/ 907496 w 1258521"/>
                <a:gd name="connsiteY1434" fmla="*/ 821009 h 914263"/>
                <a:gd name="connsiteX1435" fmla="*/ 909246 w 1258521"/>
                <a:gd name="connsiteY1435" fmla="*/ 821009 h 914263"/>
                <a:gd name="connsiteX1436" fmla="*/ 910760 w 1258521"/>
                <a:gd name="connsiteY1436" fmla="*/ 818553 h 914263"/>
                <a:gd name="connsiteX1437" fmla="*/ 911703 w 1258521"/>
                <a:gd name="connsiteY1437" fmla="*/ 816669 h 914263"/>
                <a:gd name="connsiteX1438" fmla="*/ 912645 w 1258521"/>
                <a:gd name="connsiteY1438" fmla="*/ 814853 h 914263"/>
                <a:gd name="connsiteX1439" fmla="*/ 913789 w 1258521"/>
                <a:gd name="connsiteY1439" fmla="*/ 813911 h 914263"/>
                <a:gd name="connsiteX1440" fmla="*/ 915169 w 1258521"/>
                <a:gd name="connsiteY1440" fmla="*/ 814113 h 914263"/>
                <a:gd name="connsiteX1441" fmla="*/ 917626 w 1258521"/>
                <a:gd name="connsiteY1441" fmla="*/ 815997 h 914263"/>
                <a:gd name="connsiteX1442" fmla="*/ 918636 w 1258521"/>
                <a:gd name="connsiteY1442" fmla="*/ 816804 h 914263"/>
                <a:gd name="connsiteX1443" fmla="*/ 918636 w 1258521"/>
                <a:gd name="connsiteY1443" fmla="*/ 819125 h 914263"/>
                <a:gd name="connsiteX1444" fmla="*/ 919443 w 1258521"/>
                <a:gd name="connsiteY1444" fmla="*/ 821009 h 914263"/>
                <a:gd name="connsiteX1445" fmla="*/ 920318 w 1258521"/>
                <a:gd name="connsiteY1445" fmla="*/ 821883 h 914263"/>
                <a:gd name="connsiteX1446" fmla="*/ 921698 w 1258521"/>
                <a:gd name="connsiteY1446" fmla="*/ 824003 h 914263"/>
                <a:gd name="connsiteX1447" fmla="*/ 923381 w 1258521"/>
                <a:gd name="connsiteY1447" fmla="*/ 825517 h 914263"/>
                <a:gd name="connsiteX1448" fmla="*/ 924626 w 1258521"/>
                <a:gd name="connsiteY1448" fmla="*/ 826593 h 914263"/>
                <a:gd name="connsiteX1449" fmla="*/ 927150 w 1258521"/>
                <a:gd name="connsiteY1449" fmla="*/ 826593 h 914263"/>
                <a:gd name="connsiteX1450" fmla="*/ 927655 w 1258521"/>
                <a:gd name="connsiteY1450" fmla="*/ 825954 h 914263"/>
                <a:gd name="connsiteX1451" fmla="*/ 928092 w 1258521"/>
                <a:gd name="connsiteY1451" fmla="*/ 824642 h 914263"/>
                <a:gd name="connsiteX1452" fmla="*/ 929338 w 1258521"/>
                <a:gd name="connsiteY1452" fmla="*/ 823397 h 914263"/>
                <a:gd name="connsiteX1453" fmla="*/ 930650 w 1258521"/>
                <a:gd name="connsiteY1453" fmla="*/ 823767 h 914263"/>
                <a:gd name="connsiteX1454" fmla="*/ 932669 w 1258521"/>
                <a:gd name="connsiteY1454" fmla="*/ 824205 h 914263"/>
                <a:gd name="connsiteX1455" fmla="*/ 932972 w 1258521"/>
                <a:gd name="connsiteY1455" fmla="*/ 823195 h 914263"/>
                <a:gd name="connsiteX1456" fmla="*/ 933107 w 1258521"/>
                <a:gd name="connsiteY1456" fmla="*/ 822052 h 914263"/>
                <a:gd name="connsiteX1457" fmla="*/ 932366 w 1258521"/>
                <a:gd name="connsiteY1457" fmla="*/ 820033 h 914263"/>
                <a:gd name="connsiteX1458" fmla="*/ 932366 w 1258521"/>
                <a:gd name="connsiteY1458" fmla="*/ 815694 h 914263"/>
                <a:gd name="connsiteX1459" fmla="*/ 932366 w 1258521"/>
                <a:gd name="connsiteY1459" fmla="*/ 811354 h 914263"/>
                <a:gd name="connsiteX1460" fmla="*/ 933242 w 1258521"/>
                <a:gd name="connsiteY1460" fmla="*/ 807015 h 914263"/>
                <a:gd name="connsiteX1461" fmla="*/ 934992 w 1258521"/>
                <a:gd name="connsiteY1461" fmla="*/ 805871 h 914263"/>
                <a:gd name="connsiteX1462" fmla="*/ 940208 w 1258521"/>
                <a:gd name="connsiteY1462" fmla="*/ 805299 h 914263"/>
                <a:gd name="connsiteX1463" fmla="*/ 942968 w 1258521"/>
                <a:gd name="connsiteY1463" fmla="*/ 805434 h 914263"/>
                <a:gd name="connsiteX1464" fmla="*/ 944280 w 1258521"/>
                <a:gd name="connsiteY1464" fmla="*/ 803685 h 914263"/>
                <a:gd name="connsiteX1465" fmla="*/ 945424 w 1258521"/>
                <a:gd name="connsiteY1465" fmla="*/ 801801 h 914263"/>
                <a:gd name="connsiteX1466" fmla="*/ 947006 w 1258521"/>
                <a:gd name="connsiteY1466" fmla="*/ 798908 h 914263"/>
                <a:gd name="connsiteX1467" fmla="*/ 950035 w 1258521"/>
                <a:gd name="connsiteY1467" fmla="*/ 797596 h 914263"/>
                <a:gd name="connsiteX1468" fmla="*/ 952795 w 1258521"/>
                <a:gd name="connsiteY1468" fmla="*/ 797158 h 914263"/>
                <a:gd name="connsiteX1469" fmla="*/ 954377 w 1258521"/>
                <a:gd name="connsiteY1469" fmla="*/ 798302 h 914263"/>
                <a:gd name="connsiteX1470" fmla="*/ 951179 w 1258521"/>
                <a:gd name="connsiteY1470" fmla="*/ 801498 h 914263"/>
                <a:gd name="connsiteX1471" fmla="*/ 950607 w 1258521"/>
                <a:gd name="connsiteY1471" fmla="*/ 804088 h 914263"/>
                <a:gd name="connsiteX1472" fmla="*/ 956396 w 1258521"/>
                <a:gd name="connsiteY1472" fmla="*/ 808428 h 914263"/>
                <a:gd name="connsiteX1473" fmla="*/ 958281 w 1258521"/>
                <a:gd name="connsiteY1473" fmla="*/ 811455 h 914263"/>
                <a:gd name="connsiteX1474" fmla="*/ 958146 w 1258521"/>
                <a:gd name="connsiteY1474" fmla="*/ 818251 h 914263"/>
                <a:gd name="connsiteX1475" fmla="*/ 956564 w 1258521"/>
                <a:gd name="connsiteY1475" fmla="*/ 821715 h 914263"/>
                <a:gd name="connsiteX1476" fmla="*/ 955555 w 1258521"/>
                <a:gd name="connsiteY1476" fmla="*/ 825786 h 914263"/>
                <a:gd name="connsiteX1477" fmla="*/ 955555 w 1258521"/>
                <a:gd name="connsiteY1477" fmla="*/ 828107 h 914263"/>
                <a:gd name="connsiteX1478" fmla="*/ 958011 w 1258521"/>
                <a:gd name="connsiteY1478" fmla="*/ 831572 h 914263"/>
                <a:gd name="connsiteX1479" fmla="*/ 959761 w 1258521"/>
                <a:gd name="connsiteY1479" fmla="*/ 832884 h 914263"/>
                <a:gd name="connsiteX1480" fmla="*/ 963396 w 1258521"/>
                <a:gd name="connsiteY1480" fmla="*/ 834027 h 914263"/>
                <a:gd name="connsiteX1481" fmla="*/ 965987 w 1258521"/>
                <a:gd name="connsiteY1481" fmla="*/ 833018 h 914263"/>
                <a:gd name="connsiteX1482" fmla="*/ 967132 w 1258521"/>
                <a:gd name="connsiteY1482" fmla="*/ 829553 h 914263"/>
                <a:gd name="connsiteX1483" fmla="*/ 967132 w 1258521"/>
                <a:gd name="connsiteY1483" fmla="*/ 827804 h 914263"/>
                <a:gd name="connsiteX1484" fmla="*/ 968276 w 1258521"/>
                <a:gd name="connsiteY1484" fmla="*/ 826358 h 914263"/>
                <a:gd name="connsiteX1485" fmla="*/ 970161 w 1258521"/>
                <a:gd name="connsiteY1485" fmla="*/ 822724 h 914263"/>
                <a:gd name="connsiteX1486" fmla="*/ 972617 w 1258521"/>
                <a:gd name="connsiteY1486" fmla="*/ 820841 h 914263"/>
                <a:gd name="connsiteX1487" fmla="*/ 974637 w 1258521"/>
                <a:gd name="connsiteY1487" fmla="*/ 822590 h 914263"/>
                <a:gd name="connsiteX1488" fmla="*/ 980425 w 1258521"/>
                <a:gd name="connsiteY1488" fmla="*/ 824474 h 914263"/>
                <a:gd name="connsiteX1489" fmla="*/ 981166 w 1258521"/>
                <a:gd name="connsiteY1489" fmla="*/ 824339 h 914263"/>
                <a:gd name="connsiteX1490" fmla="*/ 984195 w 1258521"/>
                <a:gd name="connsiteY1490" fmla="*/ 823330 h 914263"/>
                <a:gd name="connsiteX1491" fmla="*/ 985642 w 1258521"/>
                <a:gd name="connsiteY1491" fmla="*/ 822321 h 914263"/>
                <a:gd name="connsiteX1492" fmla="*/ 988671 w 1258521"/>
                <a:gd name="connsiteY1492" fmla="*/ 822456 h 914263"/>
                <a:gd name="connsiteX1493" fmla="*/ 991262 w 1258521"/>
                <a:gd name="connsiteY1493" fmla="*/ 825920 h 914263"/>
                <a:gd name="connsiteX1494" fmla="*/ 992440 w 1258521"/>
                <a:gd name="connsiteY1494" fmla="*/ 829688 h 914263"/>
                <a:gd name="connsiteX1495" fmla="*/ 996344 w 1258521"/>
                <a:gd name="connsiteY1495" fmla="*/ 835474 h 914263"/>
                <a:gd name="connsiteX1496" fmla="*/ 996916 w 1258521"/>
                <a:gd name="connsiteY1496" fmla="*/ 838804 h 914263"/>
                <a:gd name="connsiteX1497" fmla="*/ 996916 w 1258521"/>
                <a:gd name="connsiteY1497" fmla="*/ 840823 h 914263"/>
                <a:gd name="connsiteX1498" fmla="*/ 995469 w 1258521"/>
                <a:gd name="connsiteY1498" fmla="*/ 843850 h 914263"/>
                <a:gd name="connsiteX1499" fmla="*/ 993719 w 1258521"/>
                <a:gd name="connsiteY1499" fmla="*/ 846037 h 914263"/>
                <a:gd name="connsiteX1500" fmla="*/ 991262 w 1258521"/>
                <a:gd name="connsiteY1500" fmla="*/ 849064 h 914263"/>
                <a:gd name="connsiteX1501" fmla="*/ 988671 w 1258521"/>
                <a:gd name="connsiteY1501" fmla="*/ 851823 h 914263"/>
                <a:gd name="connsiteX1502" fmla="*/ 984901 w 1258521"/>
                <a:gd name="connsiteY1502" fmla="*/ 853841 h 914263"/>
                <a:gd name="connsiteX1503" fmla="*/ 984161 w 1258521"/>
                <a:gd name="connsiteY1503" fmla="*/ 855422 h 914263"/>
                <a:gd name="connsiteX1504" fmla="*/ 986349 w 1258521"/>
                <a:gd name="connsiteY1504" fmla="*/ 857878 h 914263"/>
                <a:gd name="connsiteX1505" fmla="*/ 990690 w 1258521"/>
                <a:gd name="connsiteY1505" fmla="*/ 859896 h 914263"/>
                <a:gd name="connsiteX1506" fmla="*/ 995469 w 1258521"/>
                <a:gd name="connsiteY1506" fmla="*/ 859896 h 914263"/>
                <a:gd name="connsiteX1507" fmla="*/ 998801 w 1258521"/>
                <a:gd name="connsiteY1507" fmla="*/ 859324 h 914263"/>
                <a:gd name="connsiteX1508" fmla="*/ 1001830 w 1258521"/>
                <a:gd name="connsiteY1508" fmla="*/ 855557 h 914263"/>
                <a:gd name="connsiteX1509" fmla="*/ 1003580 w 1258521"/>
                <a:gd name="connsiteY1509" fmla="*/ 852092 h 914263"/>
                <a:gd name="connsiteX1510" fmla="*/ 1003580 w 1258521"/>
                <a:gd name="connsiteY1510" fmla="*/ 848896 h 914263"/>
                <a:gd name="connsiteX1511" fmla="*/ 1003882 w 1258521"/>
                <a:gd name="connsiteY1511" fmla="*/ 844691 h 914263"/>
                <a:gd name="connsiteX1512" fmla="*/ 1005902 w 1258521"/>
                <a:gd name="connsiteY1512" fmla="*/ 839780 h 914263"/>
                <a:gd name="connsiteX1513" fmla="*/ 1009671 w 1258521"/>
                <a:gd name="connsiteY1513" fmla="*/ 838199 h 914263"/>
                <a:gd name="connsiteX1514" fmla="*/ 1011253 w 1258521"/>
                <a:gd name="connsiteY1514" fmla="*/ 834868 h 914263"/>
                <a:gd name="connsiteX1515" fmla="*/ 1015729 w 1258521"/>
                <a:gd name="connsiteY1515" fmla="*/ 833422 h 914263"/>
                <a:gd name="connsiteX1516" fmla="*/ 1019431 w 1258521"/>
                <a:gd name="connsiteY1516" fmla="*/ 833321 h 914263"/>
                <a:gd name="connsiteX1517" fmla="*/ 1022056 w 1258521"/>
                <a:gd name="connsiteY1517" fmla="*/ 834969 h 914263"/>
                <a:gd name="connsiteX1518" fmla="*/ 1026734 w 1258521"/>
                <a:gd name="connsiteY1518" fmla="*/ 838871 h 914263"/>
                <a:gd name="connsiteX1519" fmla="*/ 1032489 w 1258521"/>
                <a:gd name="connsiteY1519" fmla="*/ 840823 h 914263"/>
                <a:gd name="connsiteX1520" fmla="*/ 1035518 w 1258521"/>
                <a:gd name="connsiteY1520" fmla="*/ 840823 h 914263"/>
                <a:gd name="connsiteX1521" fmla="*/ 1039657 w 1258521"/>
                <a:gd name="connsiteY1521" fmla="*/ 839746 h 914263"/>
                <a:gd name="connsiteX1522" fmla="*/ 1042148 w 1258521"/>
                <a:gd name="connsiteY1522" fmla="*/ 838569 h 914263"/>
                <a:gd name="connsiteX1523" fmla="*/ 1044773 w 1258521"/>
                <a:gd name="connsiteY1523" fmla="*/ 835945 h 914263"/>
                <a:gd name="connsiteX1524" fmla="*/ 1047263 w 1258521"/>
                <a:gd name="connsiteY1524" fmla="*/ 834431 h 914263"/>
                <a:gd name="connsiteX1525" fmla="*/ 1048576 w 1258521"/>
                <a:gd name="connsiteY1525" fmla="*/ 834633 h 914263"/>
                <a:gd name="connsiteX1526" fmla="*/ 1050326 w 1258521"/>
                <a:gd name="connsiteY1526" fmla="*/ 835945 h 914263"/>
                <a:gd name="connsiteX1527" fmla="*/ 1053153 w 1258521"/>
                <a:gd name="connsiteY1527" fmla="*/ 835171 h 914263"/>
                <a:gd name="connsiteX1528" fmla="*/ 1054802 w 1258521"/>
                <a:gd name="connsiteY1528" fmla="*/ 835171 h 914263"/>
                <a:gd name="connsiteX1529" fmla="*/ 1059917 w 1258521"/>
                <a:gd name="connsiteY1529" fmla="*/ 833758 h 914263"/>
                <a:gd name="connsiteX1530" fmla="*/ 1063384 w 1258521"/>
                <a:gd name="connsiteY1530" fmla="*/ 830933 h 914263"/>
                <a:gd name="connsiteX1531" fmla="*/ 1064360 w 1258521"/>
                <a:gd name="connsiteY1531" fmla="*/ 828645 h 914263"/>
                <a:gd name="connsiteX1532" fmla="*/ 1064461 w 1258521"/>
                <a:gd name="connsiteY1532" fmla="*/ 826021 h 914263"/>
                <a:gd name="connsiteX1533" fmla="*/ 1063922 w 1258521"/>
                <a:gd name="connsiteY1533" fmla="*/ 823296 h 914263"/>
                <a:gd name="connsiteX1534" fmla="*/ 1064999 w 1258521"/>
                <a:gd name="connsiteY1534" fmla="*/ 821009 h 914263"/>
                <a:gd name="connsiteX1535" fmla="*/ 1060220 w 1258521"/>
                <a:gd name="connsiteY1535" fmla="*/ 816333 h 914263"/>
                <a:gd name="connsiteX1536" fmla="*/ 1057932 w 1258521"/>
                <a:gd name="connsiteY1536" fmla="*/ 815559 h 914263"/>
                <a:gd name="connsiteX1537" fmla="*/ 1055340 w 1258521"/>
                <a:gd name="connsiteY1537" fmla="*/ 812935 h 914263"/>
                <a:gd name="connsiteX1538" fmla="*/ 1052749 w 1258521"/>
                <a:gd name="connsiteY1538" fmla="*/ 810211 h 914263"/>
                <a:gd name="connsiteX1539" fmla="*/ 1051874 w 1258521"/>
                <a:gd name="connsiteY1539" fmla="*/ 806174 h 914263"/>
                <a:gd name="connsiteX1540" fmla="*/ 1052413 w 1258521"/>
                <a:gd name="connsiteY1540" fmla="*/ 801834 h 914263"/>
                <a:gd name="connsiteX1541" fmla="*/ 1053287 w 1258521"/>
                <a:gd name="connsiteY1541" fmla="*/ 795645 h 914263"/>
                <a:gd name="connsiteX1542" fmla="*/ 1055139 w 1258521"/>
                <a:gd name="connsiteY1542" fmla="*/ 790632 h 914263"/>
                <a:gd name="connsiteX1543" fmla="*/ 1056888 w 1258521"/>
                <a:gd name="connsiteY1543" fmla="*/ 787470 h 914263"/>
                <a:gd name="connsiteX1544" fmla="*/ 1058739 w 1258521"/>
                <a:gd name="connsiteY1544" fmla="*/ 784308 h 914263"/>
                <a:gd name="connsiteX1545" fmla="*/ 1060927 w 1258521"/>
                <a:gd name="connsiteY1545" fmla="*/ 781684 h 914263"/>
                <a:gd name="connsiteX1546" fmla="*/ 1062677 w 1258521"/>
                <a:gd name="connsiteY1546" fmla="*/ 779733 h 914263"/>
                <a:gd name="connsiteX1547" fmla="*/ 1065066 w 1258521"/>
                <a:gd name="connsiteY1547" fmla="*/ 779094 h 914263"/>
                <a:gd name="connsiteX1548" fmla="*/ 1068971 w 1258521"/>
                <a:gd name="connsiteY1548" fmla="*/ 778993 h 914263"/>
                <a:gd name="connsiteX1549" fmla="*/ 1070586 w 1258521"/>
                <a:gd name="connsiteY1549" fmla="*/ 779868 h 914263"/>
                <a:gd name="connsiteX1550" fmla="*/ 1073312 w 1258521"/>
                <a:gd name="connsiteY1550" fmla="*/ 779868 h 914263"/>
                <a:gd name="connsiteX1551" fmla="*/ 1075500 w 1258521"/>
                <a:gd name="connsiteY1551" fmla="*/ 780944 h 914263"/>
                <a:gd name="connsiteX1552" fmla="*/ 1077889 w 1258521"/>
                <a:gd name="connsiteY1552" fmla="*/ 781819 h 914263"/>
                <a:gd name="connsiteX1553" fmla="*/ 1081153 w 1258521"/>
                <a:gd name="connsiteY1553" fmla="*/ 781718 h 914263"/>
                <a:gd name="connsiteX1554" fmla="*/ 1082129 w 1258521"/>
                <a:gd name="connsiteY1554" fmla="*/ 780641 h 914263"/>
                <a:gd name="connsiteX1555" fmla="*/ 1082769 w 1258521"/>
                <a:gd name="connsiteY1555" fmla="*/ 777816 h 914263"/>
                <a:gd name="connsiteX1556" fmla="*/ 1084283 w 1258521"/>
                <a:gd name="connsiteY1556" fmla="*/ 775764 h 914263"/>
                <a:gd name="connsiteX1557" fmla="*/ 1086471 w 1258521"/>
                <a:gd name="connsiteY1557" fmla="*/ 774889 h 914263"/>
                <a:gd name="connsiteX1558" fmla="*/ 1088860 w 1258521"/>
                <a:gd name="connsiteY1558" fmla="*/ 774990 h 914263"/>
                <a:gd name="connsiteX1559" fmla="*/ 1090913 w 1258521"/>
                <a:gd name="connsiteY1559" fmla="*/ 777580 h 914263"/>
                <a:gd name="connsiteX1560" fmla="*/ 1091889 w 1258521"/>
                <a:gd name="connsiteY1560" fmla="*/ 780608 h 914263"/>
                <a:gd name="connsiteX1561" fmla="*/ 1092966 w 1258521"/>
                <a:gd name="connsiteY1561" fmla="*/ 784745 h 914263"/>
                <a:gd name="connsiteX1562" fmla="*/ 1098082 w 1258521"/>
                <a:gd name="connsiteY1562" fmla="*/ 787033 h 914263"/>
                <a:gd name="connsiteX1563" fmla="*/ 1103635 w 1258521"/>
                <a:gd name="connsiteY1563" fmla="*/ 787033 h 914263"/>
                <a:gd name="connsiteX1564" fmla="*/ 1105149 w 1258521"/>
                <a:gd name="connsiteY1564" fmla="*/ 785856 h 914263"/>
                <a:gd name="connsiteX1565" fmla="*/ 1106899 w 1258521"/>
                <a:gd name="connsiteY1565" fmla="*/ 782492 h 914263"/>
                <a:gd name="connsiteX1566" fmla="*/ 1109928 w 1258521"/>
                <a:gd name="connsiteY1566" fmla="*/ 780103 h 914263"/>
                <a:gd name="connsiteX1567" fmla="*/ 1113529 w 1258521"/>
                <a:gd name="connsiteY1567" fmla="*/ 776941 h 914263"/>
                <a:gd name="connsiteX1568" fmla="*/ 1114943 w 1258521"/>
                <a:gd name="connsiteY1568" fmla="*/ 775528 h 914263"/>
                <a:gd name="connsiteX1569" fmla="*/ 1114943 w 1258521"/>
                <a:gd name="connsiteY1569" fmla="*/ 774452 h 914263"/>
                <a:gd name="connsiteX1570" fmla="*/ 1112217 w 1258521"/>
                <a:gd name="connsiteY1570" fmla="*/ 770549 h 914263"/>
                <a:gd name="connsiteX1571" fmla="*/ 1108750 w 1258521"/>
                <a:gd name="connsiteY1571" fmla="*/ 768161 h 914263"/>
                <a:gd name="connsiteX1572" fmla="*/ 1106899 w 1258521"/>
                <a:gd name="connsiteY1572" fmla="*/ 763922 h 914263"/>
                <a:gd name="connsiteX1573" fmla="*/ 1107875 w 1258521"/>
                <a:gd name="connsiteY1573" fmla="*/ 760020 h 914263"/>
                <a:gd name="connsiteX1574" fmla="*/ 1109188 w 1258521"/>
                <a:gd name="connsiteY1574" fmla="*/ 756993 h 914263"/>
                <a:gd name="connsiteX1575" fmla="*/ 1110803 w 1258521"/>
                <a:gd name="connsiteY1575" fmla="*/ 755916 h 914263"/>
                <a:gd name="connsiteX1576" fmla="*/ 1114269 w 1258521"/>
                <a:gd name="connsiteY1576" fmla="*/ 753427 h 914263"/>
                <a:gd name="connsiteX1577" fmla="*/ 1118847 w 1258521"/>
                <a:gd name="connsiteY1577" fmla="*/ 751476 h 914263"/>
                <a:gd name="connsiteX1578" fmla="*/ 1120159 w 1258521"/>
                <a:gd name="connsiteY1578" fmla="*/ 749525 h 914263"/>
                <a:gd name="connsiteX1579" fmla="*/ 1120159 w 1258521"/>
                <a:gd name="connsiteY1579" fmla="*/ 747237 h 914263"/>
                <a:gd name="connsiteX1580" fmla="*/ 1116895 w 1258521"/>
                <a:gd name="connsiteY1580" fmla="*/ 745757 h 914263"/>
                <a:gd name="connsiteX1581" fmla="*/ 1116827 w 1258521"/>
                <a:gd name="connsiteY1581" fmla="*/ 745555 h 9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Lst>
              <a:rect l="l" t="t" r="r" b="b"/>
              <a:pathLst>
                <a:path w="1258521" h="914263">
                  <a:moveTo>
                    <a:pt x="1116827" y="745555"/>
                  </a:moveTo>
                  <a:cubicBezTo>
                    <a:pt x="1116827" y="745555"/>
                    <a:pt x="1114068" y="745992"/>
                    <a:pt x="1113866" y="746060"/>
                  </a:cubicBezTo>
                  <a:cubicBezTo>
                    <a:pt x="1113664" y="746127"/>
                    <a:pt x="1112721" y="747069"/>
                    <a:pt x="1112721" y="747069"/>
                  </a:cubicBezTo>
                  <a:lnTo>
                    <a:pt x="1111846" y="747372"/>
                  </a:lnTo>
                  <a:lnTo>
                    <a:pt x="1109255" y="748684"/>
                  </a:lnTo>
                  <a:lnTo>
                    <a:pt x="1107505" y="749121"/>
                  </a:lnTo>
                  <a:lnTo>
                    <a:pt x="1105620" y="748381"/>
                  </a:lnTo>
                  <a:lnTo>
                    <a:pt x="1104274" y="748381"/>
                  </a:lnTo>
                  <a:cubicBezTo>
                    <a:pt x="1104274" y="748381"/>
                    <a:pt x="1101683" y="747304"/>
                    <a:pt x="1101111" y="746531"/>
                  </a:cubicBezTo>
                  <a:cubicBezTo>
                    <a:pt x="1100572" y="745757"/>
                    <a:pt x="1099798" y="744041"/>
                    <a:pt x="1100135" y="743503"/>
                  </a:cubicBezTo>
                  <a:cubicBezTo>
                    <a:pt x="1100471" y="742965"/>
                    <a:pt x="1100236" y="741855"/>
                    <a:pt x="1100236" y="741855"/>
                  </a:cubicBezTo>
                  <a:cubicBezTo>
                    <a:pt x="1100236" y="741855"/>
                    <a:pt x="1101414" y="740543"/>
                    <a:pt x="1101414" y="740207"/>
                  </a:cubicBezTo>
                  <a:cubicBezTo>
                    <a:pt x="1101414" y="739870"/>
                    <a:pt x="1102288" y="738592"/>
                    <a:pt x="1102288" y="738592"/>
                  </a:cubicBezTo>
                  <a:lnTo>
                    <a:pt x="1102827" y="737818"/>
                  </a:lnTo>
                  <a:lnTo>
                    <a:pt x="1103365" y="735968"/>
                  </a:lnTo>
                  <a:lnTo>
                    <a:pt x="1104240" y="734017"/>
                  </a:lnTo>
                  <a:cubicBezTo>
                    <a:pt x="1104240" y="734017"/>
                    <a:pt x="1104342" y="732167"/>
                    <a:pt x="1104342" y="731729"/>
                  </a:cubicBezTo>
                  <a:cubicBezTo>
                    <a:pt x="1104342" y="731292"/>
                    <a:pt x="1104678" y="730115"/>
                    <a:pt x="1104678" y="730115"/>
                  </a:cubicBezTo>
                  <a:lnTo>
                    <a:pt x="1104678" y="725102"/>
                  </a:lnTo>
                  <a:lnTo>
                    <a:pt x="1100639" y="723017"/>
                  </a:lnTo>
                  <a:lnTo>
                    <a:pt x="1098822" y="722815"/>
                  </a:lnTo>
                  <a:lnTo>
                    <a:pt x="1096870" y="722310"/>
                  </a:lnTo>
                  <a:lnTo>
                    <a:pt x="1096668" y="722310"/>
                  </a:lnTo>
                  <a:lnTo>
                    <a:pt x="1095861" y="722916"/>
                  </a:lnTo>
                  <a:cubicBezTo>
                    <a:pt x="1095861" y="722916"/>
                    <a:pt x="1093841" y="723959"/>
                    <a:pt x="1093404" y="724026"/>
                  </a:cubicBezTo>
                  <a:cubicBezTo>
                    <a:pt x="1092966" y="724093"/>
                    <a:pt x="1090139" y="724901"/>
                    <a:pt x="1089332" y="724968"/>
                  </a:cubicBezTo>
                  <a:cubicBezTo>
                    <a:pt x="1088524" y="725035"/>
                    <a:pt x="1087009" y="725170"/>
                    <a:pt x="1086572" y="725338"/>
                  </a:cubicBezTo>
                  <a:cubicBezTo>
                    <a:pt x="1086134" y="725472"/>
                    <a:pt x="1084553" y="725405"/>
                    <a:pt x="1084553" y="725405"/>
                  </a:cubicBezTo>
                  <a:cubicBezTo>
                    <a:pt x="1084553" y="725405"/>
                    <a:pt x="1083678" y="724329"/>
                    <a:pt x="1083476" y="724228"/>
                  </a:cubicBezTo>
                  <a:cubicBezTo>
                    <a:pt x="1083274" y="724160"/>
                    <a:pt x="1082971" y="724026"/>
                    <a:pt x="1082971" y="724026"/>
                  </a:cubicBezTo>
                  <a:lnTo>
                    <a:pt x="1079134" y="724026"/>
                  </a:lnTo>
                  <a:lnTo>
                    <a:pt x="1077485" y="724194"/>
                  </a:lnTo>
                  <a:cubicBezTo>
                    <a:pt x="1077485" y="724194"/>
                    <a:pt x="1075600" y="725674"/>
                    <a:pt x="1075298" y="725674"/>
                  </a:cubicBezTo>
                  <a:cubicBezTo>
                    <a:pt x="1074995" y="725674"/>
                    <a:pt x="1070956" y="726919"/>
                    <a:pt x="1070721" y="726986"/>
                  </a:cubicBezTo>
                  <a:cubicBezTo>
                    <a:pt x="1070485" y="727053"/>
                    <a:pt x="1067086" y="726683"/>
                    <a:pt x="1066581" y="726616"/>
                  </a:cubicBezTo>
                  <a:cubicBezTo>
                    <a:pt x="1066076" y="726549"/>
                    <a:pt x="1064259" y="726616"/>
                    <a:pt x="1064259" y="726616"/>
                  </a:cubicBezTo>
                  <a:lnTo>
                    <a:pt x="1062879" y="725035"/>
                  </a:lnTo>
                  <a:lnTo>
                    <a:pt x="1062576" y="723353"/>
                  </a:lnTo>
                  <a:lnTo>
                    <a:pt x="1064023" y="721940"/>
                  </a:lnTo>
                  <a:lnTo>
                    <a:pt x="1064999" y="719451"/>
                  </a:lnTo>
                  <a:lnTo>
                    <a:pt x="1065975" y="717500"/>
                  </a:lnTo>
                  <a:cubicBezTo>
                    <a:pt x="1065975" y="717500"/>
                    <a:pt x="1067288" y="715212"/>
                    <a:pt x="1067389" y="714775"/>
                  </a:cubicBezTo>
                  <a:cubicBezTo>
                    <a:pt x="1067490" y="714338"/>
                    <a:pt x="1068028" y="712387"/>
                    <a:pt x="1068028" y="712387"/>
                  </a:cubicBezTo>
                  <a:lnTo>
                    <a:pt x="1067927" y="709897"/>
                  </a:lnTo>
                  <a:lnTo>
                    <a:pt x="1066480" y="708518"/>
                  </a:lnTo>
                  <a:cubicBezTo>
                    <a:pt x="1066480" y="708518"/>
                    <a:pt x="1061768" y="703304"/>
                    <a:pt x="1060624" y="702799"/>
                  </a:cubicBezTo>
                  <a:cubicBezTo>
                    <a:pt x="1059480" y="702295"/>
                    <a:pt x="1056485" y="698527"/>
                    <a:pt x="1056215" y="698224"/>
                  </a:cubicBezTo>
                  <a:cubicBezTo>
                    <a:pt x="1055913" y="697955"/>
                    <a:pt x="1048172" y="690252"/>
                    <a:pt x="1047095" y="688671"/>
                  </a:cubicBezTo>
                  <a:cubicBezTo>
                    <a:pt x="1046018" y="687089"/>
                    <a:pt x="1043696" y="683154"/>
                    <a:pt x="1043696" y="682380"/>
                  </a:cubicBezTo>
                  <a:cubicBezTo>
                    <a:pt x="1043696" y="681573"/>
                    <a:pt x="1039422" y="673465"/>
                    <a:pt x="1039355" y="673264"/>
                  </a:cubicBezTo>
                  <a:cubicBezTo>
                    <a:pt x="1039287" y="673062"/>
                    <a:pt x="1038850" y="670942"/>
                    <a:pt x="1038850" y="670236"/>
                  </a:cubicBezTo>
                  <a:cubicBezTo>
                    <a:pt x="1038850" y="669496"/>
                    <a:pt x="1039220" y="660884"/>
                    <a:pt x="1039220" y="660884"/>
                  </a:cubicBezTo>
                  <a:cubicBezTo>
                    <a:pt x="1039220" y="660884"/>
                    <a:pt x="1038210" y="655435"/>
                    <a:pt x="1038210" y="654863"/>
                  </a:cubicBezTo>
                  <a:cubicBezTo>
                    <a:pt x="1038210" y="654291"/>
                    <a:pt x="1037907" y="651835"/>
                    <a:pt x="1038008" y="651532"/>
                  </a:cubicBezTo>
                  <a:cubicBezTo>
                    <a:pt x="1038076" y="651230"/>
                    <a:pt x="1037268" y="647899"/>
                    <a:pt x="1037268" y="647126"/>
                  </a:cubicBezTo>
                  <a:cubicBezTo>
                    <a:pt x="1037268" y="646318"/>
                    <a:pt x="1037268" y="644165"/>
                    <a:pt x="1037402" y="643728"/>
                  </a:cubicBezTo>
                  <a:cubicBezTo>
                    <a:pt x="1037537" y="643291"/>
                    <a:pt x="1038278" y="641911"/>
                    <a:pt x="1038715" y="641710"/>
                  </a:cubicBezTo>
                  <a:cubicBezTo>
                    <a:pt x="1039153" y="641474"/>
                    <a:pt x="1039792" y="641205"/>
                    <a:pt x="1040398" y="641070"/>
                  </a:cubicBezTo>
                  <a:cubicBezTo>
                    <a:pt x="1040970" y="640936"/>
                    <a:pt x="1044807" y="640869"/>
                    <a:pt x="1045547" y="640869"/>
                  </a:cubicBezTo>
                  <a:cubicBezTo>
                    <a:pt x="1046287" y="640869"/>
                    <a:pt x="1048071" y="640364"/>
                    <a:pt x="1048508" y="640364"/>
                  </a:cubicBezTo>
                  <a:cubicBezTo>
                    <a:pt x="1048946" y="640364"/>
                    <a:pt x="1051201" y="640667"/>
                    <a:pt x="1052850" y="640667"/>
                  </a:cubicBezTo>
                  <a:cubicBezTo>
                    <a:pt x="1054499" y="640667"/>
                    <a:pt x="1055105" y="640970"/>
                    <a:pt x="1055105" y="640970"/>
                  </a:cubicBezTo>
                  <a:cubicBezTo>
                    <a:pt x="1055105" y="640970"/>
                    <a:pt x="1056182" y="641272"/>
                    <a:pt x="1057494" y="641979"/>
                  </a:cubicBezTo>
                  <a:cubicBezTo>
                    <a:pt x="1058807" y="642685"/>
                    <a:pt x="1058874" y="643190"/>
                    <a:pt x="1059076" y="643425"/>
                  </a:cubicBezTo>
                  <a:cubicBezTo>
                    <a:pt x="1059278" y="643627"/>
                    <a:pt x="1060321" y="644233"/>
                    <a:pt x="1061331" y="644300"/>
                  </a:cubicBezTo>
                  <a:cubicBezTo>
                    <a:pt x="1062340" y="644367"/>
                    <a:pt x="1063586" y="644737"/>
                    <a:pt x="1064091" y="644737"/>
                  </a:cubicBezTo>
                  <a:cubicBezTo>
                    <a:pt x="1064595" y="644737"/>
                    <a:pt x="1065605" y="645040"/>
                    <a:pt x="1066278" y="645107"/>
                  </a:cubicBezTo>
                  <a:cubicBezTo>
                    <a:pt x="1066918" y="645175"/>
                    <a:pt x="1068466" y="645982"/>
                    <a:pt x="1068466" y="645982"/>
                  </a:cubicBezTo>
                  <a:lnTo>
                    <a:pt x="1071865" y="646419"/>
                  </a:lnTo>
                  <a:cubicBezTo>
                    <a:pt x="1071865" y="646419"/>
                    <a:pt x="1074052" y="648101"/>
                    <a:pt x="1074187" y="648303"/>
                  </a:cubicBezTo>
                  <a:cubicBezTo>
                    <a:pt x="1074321" y="648505"/>
                    <a:pt x="1077283" y="650691"/>
                    <a:pt x="1077283" y="650691"/>
                  </a:cubicBezTo>
                  <a:lnTo>
                    <a:pt x="1080918" y="653080"/>
                  </a:lnTo>
                  <a:lnTo>
                    <a:pt x="1084250" y="655906"/>
                  </a:lnTo>
                  <a:cubicBezTo>
                    <a:pt x="1084250" y="655906"/>
                    <a:pt x="1087379" y="657588"/>
                    <a:pt x="1088524" y="658092"/>
                  </a:cubicBezTo>
                  <a:cubicBezTo>
                    <a:pt x="1089668" y="658597"/>
                    <a:pt x="1091351" y="660043"/>
                    <a:pt x="1092663" y="660548"/>
                  </a:cubicBezTo>
                  <a:cubicBezTo>
                    <a:pt x="1093976" y="661052"/>
                    <a:pt x="1094851" y="662196"/>
                    <a:pt x="1095120" y="662364"/>
                  </a:cubicBezTo>
                  <a:cubicBezTo>
                    <a:pt x="1095423" y="662499"/>
                    <a:pt x="1097207" y="663306"/>
                    <a:pt x="1098014" y="663441"/>
                  </a:cubicBezTo>
                  <a:cubicBezTo>
                    <a:pt x="1098822" y="663575"/>
                    <a:pt x="1100909" y="664686"/>
                    <a:pt x="1102221" y="665190"/>
                  </a:cubicBezTo>
                  <a:cubicBezTo>
                    <a:pt x="1103534" y="665695"/>
                    <a:pt x="1103971" y="665762"/>
                    <a:pt x="1104409" y="665897"/>
                  </a:cubicBezTo>
                  <a:cubicBezTo>
                    <a:pt x="1104846" y="666031"/>
                    <a:pt x="1106361" y="666771"/>
                    <a:pt x="1107370" y="666973"/>
                  </a:cubicBezTo>
                  <a:cubicBezTo>
                    <a:pt x="1108380" y="667175"/>
                    <a:pt x="1109962" y="668117"/>
                    <a:pt x="1110769" y="668554"/>
                  </a:cubicBezTo>
                  <a:cubicBezTo>
                    <a:pt x="1111577" y="668991"/>
                    <a:pt x="1111274" y="669866"/>
                    <a:pt x="1111510" y="670001"/>
                  </a:cubicBezTo>
                  <a:cubicBezTo>
                    <a:pt x="1111712" y="670135"/>
                    <a:pt x="1112318" y="673028"/>
                    <a:pt x="1112890" y="673465"/>
                  </a:cubicBezTo>
                  <a:cubicBezTo>
                    <a:pt x="1113462" y="673903"/>
                    <a:pt x="1115851" y="675047"/>
                    <a:pt x="1116457" y="675215"/>
                  </a:cubicBezTo>
                  <a:cubicBezTo>
                    <a:pt x="1117029" y="675349"/>
                    <a:pt x="1119149" y="677166"/>
                    <a:pt x="1119486" y="677536"/>
                  </a:cubicBezTo>
                  <a:cubicBezTo>
                    <a:pt x="1119856" y="677906"/>
                    <a:pt x="1121236" y="678982"/>
                    <a:pt x="1121505" y="678982"/>
                  </a:cubicBezTo>
                  <a:cubicBezTo>
                    <a:pt x="1121808" y="678982"/>
                    <a:pt x="1123760" y="681236"/>
                    <a:pt x="1123895" y="681438"/>
                  </a:cubicBezTo>
                  <a:cubicBezTo>
                    <a:pt x="1124029" y="681674"/>
                    <a:pt x="1124972" y="682750"/>
                    <a:pt x="1124972" y="682750"/>
                  </a:cubicBezTo>
                  <a:cubicBezTo>
                    <a:pt x="1124972" y="682750"/>
                    <a:pt x="1126284" y="683490"/>
                    <a:pt x="1127664" y="683187"/>
                  </a:cubicBezTo>
                  <a:cubicBezTo>
                    <a:pt x="1129044" y="682884"/>
                    <a:pt x="1129111" y="683187"/>
                    <a:pt x="1129313" y="683187"/>
                  </a:cubicBezTo>
                  <a:cubicBezTo>
                    <a:pt x="1129515" y="683187"/>
                    <a:pt x="1130626" y="682884"/>
                    <a:pt x="1131130" y="682817"/>
                  </a:cubicBezTo>
                  <a:cubicBezTo>
                    <a:pt x="1131635" y="682750"/>
                    <a:pt x="1132073" y="682245"/>
                    <a:pt x="1132073" y="682245"/>
                  </a:cubicBezTo>
                  <a:lnTo>
                    <a:pt x="1134260" y="681438"/>
                  </a:lnTo>
                  <a:lnTo>
                    <a:pt x="1135203" y="680193"/>
                  </a:lnTo>
                  <a:lnTo>
                    <a:pt x="1135506" y="678680"/>
                  </a:lnTo>
                  <a:lnTo>
                    <a:pt x="1135876" y="677435"/>
                  </a:lnTo>
                  <a:lnTo>
                    <a:pt x="1136381" y="676291"/>
                  </a:lnTo>
                  <a:lnTo>
                    <a:pt x="1137121" y="674845"/>
                  </a:lnTo>
                  <a:lnTo>
                    <a:pt x="1138131" y="673768"/>
                  </a:lnTo>
                  <a:lnTo>
                    <a:pt x="1140015" y="672826"/>
                  </a:lnTo>
                  <a:cubicBezTo>
                    <a:pt x="1140015" y="672826"/>
                    <a:pt x="1140385" y="673264"/>
                    <a:pt x="1141900" y="674340"/>
                  </a:cubicBezTo>
                  <a:cubicBezTo>
                    <a:pt x="1143414" y="675417"/>
                    <a:pt x="1142708" y="676527"/>
                    <a:pt x="1143414" y="676998"/>
                  </a:cubicBezTo>
                  <a:cubicBezTo>
                    <a:pt x="1144121" y="677502"/>
                    <a:pt x="1144828" y="677704"/>
                    <a:pt x="1146443" y="678141"/>
                  </a:cubicBezTo>
                  <a:cubicBezTo>
                    <a:pt x="1148092" y="678579"/>
                    <a:pt x="1147487" y="676729"/>
                    <a:pt x="1147756" y="676358"/>
                  </a:cubicBezTo>
                  <a:cubicBezTo>
                    <a:pt x="1148025" y="675988"/>
                    <a:pt x="1147756" y="673163"/>
                    <a:pt x="1147924" y="672894"/>
                  </a:cubicBezTo>
                  <a:cubicBezTo>
                    <a:pt x="1148092" y="672624"/>
                    <a:pt x="1148732" y="672086"/>
                    <a:pt x="1148833" y="671918"/>
                  </a:cubicBezTo>
                  <a:cubicBezTo>
                    <a:pt x="1148934" y="671750"/>
                    <a:pt x="1150145" y="669866"/>
                    <a:pt x="1150314" y="669630"/>
                  </a:cubicBezTo>
                  <a:cubicBezTo>
                    <a:pt x="1150482" y="669429"/>
                    <a:pt x="1150751" y="667680"/>
                    <a:pt x="1150751" y="667680"/>
                  </a:cubicBezTo>
                  <a:lnTo>
                    <a:pt x="1151088" y="665358"/>
                  </a:lnTo>
                  <a:cubicBezTo>
                    <a:pt x="1151088" y="665358"/>
                    <a:pt x="1152131" y="663475"/>
                    <a:pt x="1152434" y="663306"/>
                  </a:cubicBezTo>
                  <a:cubicBezTo>
                    <a:pt x="1152770" y="663138"/>
                    <a:pt x="1154756" y="660750"/>
                    <a:pt x="1155261" y="660581"/>
                  </a:cubicBezTo>
                  <a:cubicBezTo>
                    <a:pt x="1155766" y="660413"/>
                    <a:pt x="1156944" y="660211"/>
                    <a:pt x="1156944" y="660211"/>
                  </a:cubicBezTo>
                  <a:lnTo>
                    <a:pt x="1160410" y="659404"/>
                  </a:lnTo>
                  <a:lnTo>
                    <a:pt x="1160780" y="658328"/>
                  </a:lnTo>
                  <a:lnTo>
                    <a:pt x="1161554" y="656646"/>
                  </a:lnTo>
                  <a:cubicBezTo>
                    <a:pt x="1161554" y="656646"/>
                    <a:pt x="1164179" y="656477"/>
                    <a:pt x="1164920" y="656208"/>
                  </a:cubicBezTo>
                  <a:cubicBezTo>
                    <a:pt x="1165694" y="655939"/>
                    <a:pt x="1166703" y="655838"/>
                    <a:pt x="1167949" y="655502"/>
                  </a:cubicBezTo>
                  <a:cubicBezTo>
                    <a:pt x="1169194" y="655165"/>
                    <a:pt x="1169026" y="654560"/>
                    <a:pt x="1170439" y="654291"/>
                  </a:cubicBezTo>
                  <a:cubicBezTo>
                    <a:pt x="1171853" y="654022"/>
                    <a:pt x="1171247" y="653517"/>
                    <a:pt x="1171482" y="653248"/>
                  </a:cubicBezTo>
                  <a:cubicBezTo>
                    <a:pt x="1171718" y="652979"/>
                    <a:pt x="1170876" y="651667"/>
                    <a:pt x="1170876" y="651667"/>
                  </a:cubicBezTo>
                  <a:lnTo>
                    <a:pt x="1168050" y="649985"/>
                  </a:lnTo>
                  <a:lnTo>
                    <a:pt x="1167713" y="648034"/>
                  </a:lnTo>
                  <a:lnTo>
                    <a:pt x="1167376" y="644872"/>
                  </a:lnTo>
                  <a:lnTo>
                    <a:pt x="1167478" y="643459"/>
                  </a:lnTo>
                  <a:lnTo>
                    <a:pt x="1166670" y="638346"/>
                  </a:lnTo>
                  <a:lnTo>
                    <a:pt x="1166603" y="637034"/>
                  </a:lnTo>
                  <a:cubicBezTo>
                    <a:pt x="1166603" y="637034"/>
                    <a:pt x="1165357" y="635621"/>
                    <a:pt x="1164751" y="635015"/>
                  </a:cubicBezTo>
                  <a:cubicBezTo>
                    <a:pt x="1164146" y="634410"/>
                    <a:pt x="1160578" y="632997"/>
                    <a:pt x="1160343" y="632963"/>
                  </a:cubicBezTo>
                  <a:cubicBezTo>
                    <a:pt x="1160141" y="632896"/>
                    <a:pt x="1158391" y="633132"/>
                    <a:pt x="1158121" y="633165"/>
                  </a:cubicBezTo>
                  <a:cubicBezTo>
                    <a:pt x="1157852" y="633233"/>
                    <a:pt x="1154150" y="632190"/>
                    <a:pt x="1153679" y="632089"/>
                  </a:cubicBezTo>
                  <a:cubicBezTo>
                    <a:pt x="1153174" y="631988"/>
                    <a:pt x="1150314" y="630508"/>
                    <a:pt x="1149775" y="630474"/>
                  </a:cubicBezTo>
                  <a:cubicBezTo>
                    <a:pt x="1149237" y="630407"/>
                    <a:pt x="1147217" y="628859"/>
                    <a:pt x="1146948" y="628691"/>
                  </a:cubicBezTo>
                  <a:cubicBezTo>
                    <a:pt x="1146679" y="628523"/>
                    <a:pt x="1144727" y="625933"/>
                    <a:pt x="1144727" y="625933"/>
                  </a:cubicBezTo>
                  <a:lnTo>
                    <a:pt x="1144727" y="625293"/>
                  </a:lnTo>
                  <a:cubicBezTo>
                    <a:pt x="1144727" y="625293"/>
                    <a:pt x="1145467" y="623107"/>
                    <a:pt x="1145669" y="623073"/>
                  </a:cubicBezTo>
                  <a:cubicBezTo>
                    <a:pt x="1145871" y="623006"/>
                    <a:pt x="1146309" y="620449"/>
                    <a:pt x="1146578" y="620046"/>
                  </a:cubicBezTo>
                  <a:cubicBezTo>
                    <a:pt x="1146847" y="619608"/>
                    <a:pt x="1146410" y="618397"/>
                    <a:pt x="1146309" y="618128"/>
                  </a:cubicBezTo>
                  <a:cubicBezTo>
                    <a:pt x="1146208" y="617859"/>
                    <a:pt x="1145232" y="616379"/>
                    <a:pt x="1145063" y="616278"/>
                  </a:cubicBezTo>
                  <a:cubicBezTo>
                    <a:pt x="1144895" y="616177"/>
                    <a:pt x="1141631" y="615235"/>
                    <a:pt x="1141631" y="615235"/>
                  </a:cubicBezTo>
                  <a:cubicBezTo>
                    <a:pt x="1141631" y="615235"/>
                    <a:pt x="1138366" y="616278"/>
                    <a:pt x="1138198" y="616312"/>
                  </a:cubicBezTo>
                  <a:cubicBezTo>
                    <a:pt x="1138030" y="616379"/>
                    <a:pt x="1136582" y="617287"/>
                    <a:pt x="1136145" y="618095"/>
                  </a:cubicBezTo>
                  <a:cubicBezTo>
                    <a:pt x="1135708" y="618902"/>
                    <a:pt x="1134563" y="619945"/>
                    <a:pt x="1134193" y="620550"/>
                  </a:cubicBezTo>
                  <a:cubicBezTo>
                    <a:pt x="1133823" y="621156"/>
                    <a:pt x="1132510" y="622468"/>
                    <a:pt x="1131703" y="622872"/>
                  </a:cubicBezTo>
                  <a:cubicBezTo>
                    <a:pt x="1130895" y="623309"/>
                    <a:pt x="1128674" y="622804"/>
                    <a:pt x="1127395" y="622064"/>
                  </a:cubicBezTo>
                  <a:cubicBezTo>
                    <a:pt x="1126150" y="621290"/>
                    <a:pt x="1125611" y="620147"/>
                    <a:pt x="1125611" y="620147"/>
                  </a:cubicBezTo>
                  <a:cubicBezTo>
                    <a:pt x="1125611" y="620147"/>
                    <a:pt x="1124029" y="616345"/>
                    <a:pt x="1123861" y="616009"/>
                  </a:cubicBezTo>
                  <a:cubicBezTo>
                    <a:pt x="1123693" y="615673"/>
                    <a:pt x="1123760" y="614327"/>
                    <a:pt x="1123760" y="614327"/>
                  </a:cubicBezTo>
                  <a:cubicBezTo>
                    <a:pt x="1123760" y="614327"/>
                    <a:pt x="1123962" y="612712"/>
                    <a:pt x="1124097" y="612309"/>
                  </a:cubicBezTo>
                  <a:cubicBezTo>
                    <a:pt x="1124198" y="611939"/>
                    <a:pt x="1124871" y="609752"/>
                    <a:pt x="1125174" y="609416"/>
                  </a:cubicBezTo>
                  <a:cubicBezTo>
                    <a:pt x="1125510" y="609079"/>
                    <a:pt x="1126419" y="607566"/>
                    <a:pt x="1126823" y="607128"/>
                  </a:cubicBezTo>
                  <a:cubicBezTo>
                    <a:pt x="1127193" y="606691"/>
                    <a:pt x="1128472" y="605984"/>
                    <a:pt x="1128876" y="605951"/>
                  </a:cubicBezTo>
                  <a:cubicBezTo>
                    <a:pt x="1129313" y="605884"/>
                    <a:pt x="1130828" y="605312"/>
                    <a:pt x="1131164" y="605143"/>
                  </a:cubicBezTo>
                  <a:cubicBezTo>
                    <a:pt x="1131501" y="604975"/>
                    <a:pt x="1133554" y="604067"/>
                    <a:pt x="1133554" y="604067"/>
                  </a:cubicBezTo>
                  <a:cubicBezTo>
                    <a:pt x="1133554" y="604067"/>
                    <a:pt x="1135910" y="602923"/>
                    <a:pt x="1136111" y="602822"/>
                  </a:cubicBezTo>
                  <a:cubicBezTo>
                    <a:pt x="1136313" y="602721"/>
                    <a:pt x="1137962" y="602183"/>
                    <a:pt x="1138568" y="602385"/>
                  </a:cubicBezTo>
                  <a:cubicBezTo>
                    <a:pt x="1139174" y="602587"/>
                    <a:pt x="1140217" y="604269"/>
                    <a:pt x="1140487" y="604504"/>
                  </a:cubicBezTo>
                  <a:cubicBezTo>
                    <a:pt x="1140756" y="604706"/>
                    <a:pt x="1141732" y="605581"/>
                    <a:pt x="1142270" y="605917"/>
                  </a:cubicBezTo>
                  <a:cubicBezTo>
                    <a:pt x="1142809" y="606254"/>
                    <a:pt x="1143515" y="606556"/>
                    <a:pt x="1144222" y="606422"/>
                  </a:cubicBezTo>
                  <a:cubicBezTo>
                    <a:pt x="1144929" y="606254"/>
                    <a:pt x="1145972" y="606422"/>
                    <a:pt x="1145972" y="606422"/>
                  </a:cubicBezTo>
                  <a:lnTo>
                    <a:pt x="1147217" y="605614"/>
                  </a:lnTo>
                  <a:lnTo>
                    <a:pt x="1147857" y="605244"/>
                  </a:lnTo>
                  <a:lnTo>
                    <a:pt x="1148126" y="603327"/>
                  </a:lnTo>
                  <a:cubicBezTo>
                    <a:pt x="1148126" y="603327"/>
                    <a:pt x="1148025" y="601914"/>
                    <a:pt x="1148025" y="601578"/>
                  </a:cubicBezTo>
                  <a:cubicBezTo>
                    <a:pt x="1148025" y="601241"/>
                    <a:pt x="1148227" y="599828"/>
                    <a:pt x="1148227" y="599828"/>
                  </a:cubicBezTo>
                  <a:lnTo>
                    <a:pt x="1148227" y="597003"/>
                  </a:lnTo>
                  <a:cubicBezTo>
                    <a:pt x="1148227" y="597003"/>
                    <a:pt x="1147588" y="594513"/>
                    <a:pt x="1147588" y="593840"/>
                  </a:cubicBezTo>
                  <a:cubicBezTo>
                    <a:pt x="1147588" y="593201"/>
                    <a:pt x="1147386" y="591351"/>
                    <a:pt x="1147386" y="591351"/>
                  </a:cubicBezTo>
                  <a:cubicBezTo>
                    <a:pt x="1147386" y="591351"/>
                    <a:pt x="1147722" y="588425"/>
                    <a:pt x="1147823" y="588088"/>
                  </a:cubicBezTo>
                  <a:cubicBezTo>
                    <a:pt x="1147924" y="587752"/>
                    <a:pt x="1148597" y="586574"/>
                    <a:pt x="1149573" y="585902"/>
                  </a:cubicBezTo>
                  <a:cubicBezTo>
                    <a:pt x="1150549" y="585262"/>
                    <a:pt x="1150987" y="584388"/>
                    <a:pt x="1151525" y="583950"/>
                  </a:cubicBezTo>
                  <a:cubicBezTo>
                    <a:pt x="1152064" y="583513"/>
                    <a:pt x="1153477" y="582975"/>
                    <a:pt x="1154117" y="582336"/>
                  </a:cubicBezTo>
                  <a:cubicBezTo>
                    <a:pt x="1154756" y="581697"/>
                    <a:pt x="1157583" y="580721"/>
                    <a:pt x="1158895" y="580485"/>
                  </a:cubicBezTo>
                  <a:cubicBezTo>
                    <a:pt x="1160208" y="580284"/>
                    <a:pt x="1161083" y="578972"/>
                    <a:pt x="1161723" y="578972"/>
                  </a:cubicBezTo>
                  <a:cubicBezTo>
                    <a:pt x="1162362" y="578972"/>
                    <a:pt x="1162800" y="578770"/>
                    <a:pt x="1165626" y="578097"/>
                  </a:cubicBezTo>
                  <a:cubicBezTo>
                    <a:pt x="1168453" y="577458"/>
                    <a:pt x="1168992" y="576146"/>
                    <a:pt x="1169429" y="575910"/>
                  </a:cubicBezTo>
                  <a:cubicBezTo>
                    <a:pt x="1169867" y="575709"/>
                    <a:pt x="1171718" y="575036"/>
                    <a:pt x="1171718" y="575036"/>
                  </a:cubicBezTo>
                  <a:cubicBezTo>
                    <a:pt x="1171718" y="575036"/>
                    <a:pt x="1173905" y="574161"/>
                    <a:pt x="1175420" y="574161"/>
                  </a:cubicBezTo>
                  <a:cubicBezTo>
                    <a:pt x="1176934" y="574161"/>
                    <a:pt x="1178247" y="572849"/>
                    <a:pt x="1178247" y="572849"/>
                  </a:cubicBezTo>
                  <a:lnTo>
                    <a:pt x="1181511" y="571235"/>
                  </a:lnTo>
                  <a:cubicBezTo>
                    <a:pt x="1181511" y="571235"/>
                    <a:pt x="1181949" y="569284"/>
                    <a:pt x="1183026" y="568846"/>
                  </a:cubicBezTo>
                  <a:cubicBezTo>
                    <a:pt x="1184103" y="568409"/>
                    <a:pt x="1184776" y="566559"/>
                    <a:pt x="1185113" y="566222"/>
                  </a:cubicBezTo>
                  <a:cubicBezTo>
                    <a:pt x="1185449" y="565886"/>
                    <a:pt x="1186627" y="565146"/>
                    <a:pt x="1187401" y="564809"/>
                  </a:cubicBezTo>
                  <a:cubicBezTo>
                    <a:pt x="1188175" y="564473"/>
                    <a:pt x="1190228" y="562522"/>
                    <a:pt x="1191103" y="562085"/>
                  </a:cubicBezTo>
                  <a:cubicBezTo>
                    <a:pt x="1191978" y="561647"/>
                    <a:pt x="1192954" y="560033"/>
                    <a:pt x="1193156" y="559259"/>
                  </a:cubicBezTo>
                  <a:cubicBezTo>
                    <a:pt x="1193358" y="558485"/>
                    <a:pt x="1194233" y="556332"/>
                    <a:pt x="1194334" y="555794"/>
                  </a:cubicBezTo>
                  <a:cubicBezTo>
                    <a:pt x="1194435" y="555256"/>
                    <a:pt x="1194233" y="554482"/>
                    <a:pt x="1194233" y="554482"/>
                  </a:cubicBezTo>
                  <a:lnTo>
                    <a:pt x="1193694" y="552430"/>
                  </a:lnTo>
                  <a:cubicBezTo>
                    <a:pt x="1193694" y="552430"/>
                    <a:pt x="1191507" y="550042"/>
                    <a:pt x="1191305" y="549268"/>
                  </a:cubicBezTo>
                  <a:cubicBezTo>
                    <a:pt x="1191103" y="548494"/>
                    <a:pt x="1188714" y="548393"/>
                    <a:pt x="1186963" y="548057"/>
                  </a:cubicBezTo>
                  <a:cubicBezTo>
                    <a:pt x="1185213" y="547720"/>
                    <a:pt x="1185113" y="547620"/>
                    <a:pt x="1184237" y="545870"/>
                  </a:cubicBezTo>
                  <a:cubicBezTo>
                    <a:pt x="1183362" y="544121"/>
                    <a:pt x="1183699" y="543919"/>
                    <a:pt x="1183598" y="543381"/>
                  </a:cubicBezTo>
                  <a:cubicBezTo>
                    <a:pt x="1183497" y="542843"/>
                    <a:pt x="1183059" y="540690"/>
                    <a:pt x="1183059" y="540690"/>
                  </a:cubicBezTo>
                  <a:cubicBezTo>
                    <a:pt x="1183059" y="540690"/>
                    <a:pt x="1183059" y="538402"/>
                    <a:pt x="1183059" y="538100"/>
                  </a:cubicBezTo>
                  <a:cubicBezTo>
                    <a:pt x="1183059" y="537763"/>
                    <a:pt x="1183766" y="535476"/>
                    <a:pt x="1184002" y="534500"/>
                  </a:cubicBezTo>
                  <a:cubicBezTo>
                    <a:pt x="1184204" y="533525"/>
                    <a:pt x="1184810" y="532448"/>
                    <a:pt x="1185146" y="531876"/>
                  </a:cubicBezTo>
                  <a:cubicBezTo>
                    <a:pt x="1185483" y="531338"/>
                    <a:pt x="1185685" y="530665"/>
                    <a:pt x="1186223" y="530363"/>
                  </a:cubicBezTo>
                  <a:cubicBezTo>
                    <a:pt x="1186762" y="530026"/>
                    <a:pt x="1187637" y="529488"/>
                    <a:pt x="1189050" y="529152"/>
                  </a:cubicBezTo>
                  <a:cubicBezTo>
                    <a:pt x="1190463" y="528815"/>
                    <a:pt x="1190699" y="529488"/>
                    <a:pt x="1192954" y="529488"/>
                  </a:cubicBezTo>
                  <a:cubicBezTo>
                    <a:pt x="1195243" y="529488"/>
                    <a:pt x="1193492" y="530463"/>
                    <a:pt x="1195142" y="531439"/>
                  </a:cubicBezTo>
                  <a:cubicBezTo>
                    <a:pt x="1196757" y="532414"/>
                    <a:pt x="1196757" y="530564"/>
                    <a:pt x="1197430" y="530026"/>
                  </a:cubicBezTo>
                  <a:cubicBezTo>
                    <a:pt x="1198069" y="529488"/>
                    <a:pt x="1198843" y="528075"/>
                    <a:pt x="1200695" y="527200"/>
                  </a:cubicBezTo>
                  <a:cubicBezTo>
                    <a:pt x="1202546" y="526326"/>
                    <a:pt x="1203421" y="525788"/>
                    <a:pt x="1204598" y="524274"/>
                  </a:cubicBezTo>
                  <a:cubicBezTo>
                    <a:pt x="1205776" y="522760"/>
                    <a:pt x="1205574" y="520573"/>
                    <a:pt x="1206214" y="520136"/>
                  </a:cubicBezTo>
                  <a:cubicBezTo>
                    <a:pt x="1206853" y="519699"/>
                    <a:pt x="1207089" y="518824"/>
                    <a:pt x="1210892" y="518723"/>
                  </a:cubicBezTo>
                  <a:cubicBezTo>
                    <a:pt x="1214695" y="518622"/>
                    <a:pt x="1212945" y="519934"/>
                    <a:pt x="1215570" y="520910"/>
                  </a:cubicBezTo>
                  <a:cubicBezTo>
                    <a:pt x="1218161" y="521885"/>
                    <a:pt x="1216647" y="522760"/>
                    <a:pt x="1218834" y="523399"/>
                  </a:cubicBezTo>
                  <a:cubicBezTo>
                    <a:pt x="1221022" y="524038"/>
                    <a:pt x="1220685" y="523500"/>
                    <a:pt x="1223613" y="522962"/>
                  </a:cubicBezTo>
                  <a:cubicBezTo>
                    <a:pt x="1226541" y="522424"/>
                    <a:pt x="1225464" y="521650"/>
                    <a:pt x="1226238" y="521347"/>
                  </a:cubicBezTo>
                  <a:cubicBezTo>
                    <a:pt x="1227012" y="521011"/>
                    <a:pt x="1227214" y="519160"/>
                    <a:pt x="1227551" y="518521"/>
                  </a:cubicBezTo>
                  <a:cubicBezTo>
                    <a:pt x="1227887" y="517882"/>
                    <a:pt x="1227887" y="515595"/>
                    <a:pt x="1227753" y="514182"/>
                  </a:cubicBezTo>
                  <a:cubicBezTo>
                    <a:pt x="1227652" y="512769"/>
                    <a:pt x="1227854" y="512231"/>
                    <a:pt x="1227854" y="511894"/>
                  </a:cubicBezTo>
                  <a:cubicBezTo>
                    <a:pt x="1227854" y="511558"/>
                    <a:pt x="1227080" y="507454"/>
                    <a:pt x="1227080" y="507454"/>
                  </a:cubicBezTo>
                  <a:cubicBezTo>
                    <a:pt x="1227080" y="507454"/>
                    <a:pt x="1226440" y="505065"/>
                    <a:pt x="1226205" y="504426"/>
                  </a:cubicBezTo>
                  <a:cubicBezTo>
                    <a:pt x="1226003" y="503787"/>
                    <a:pt x="1225431" y="500625"/>
                    <a:pt x="1225431" y="500625"/>
                  </a:cubicBezTo>
                  <a:cubicBezTo>
                    <a:pt x="1225431" y="500625"/>
                    <a:pt x="1225229" y="496824"/>
                    <a:pt x="1225229" y="496386"/>
                  </a:cubicBezTo>
                  <a:cubicBezTo>
                    <a:pt x="1225229" y="495949"/>
                    <a:pt x="1224892" y="494536"/>
                    <a:pt x="1224892" y="494536"/>
                  </a:cubicBezTo>
                  <a:lnTo>
                    <a:pt x="1224354" y="492047"/>
                  </a:lnTo>
                  <a:lnTo>
                    <a:pt x="1223479" y="489120"/>
                  </a:lnTo>
                  <a:lnTo>
                    <a:pt x="1226407" y="488145"/>
                  </a:lnTo>
                  <a:cubicBezTo>
                    <a:pt x="1226407" y="488145"/>
                    <a:pt x="1227282" y="487943"/>
                    <a:pt x="1227719" y="487808"/>
                  </a:cubicBezTo>
                  <a:cubicBezTo>
                    <a:pt x="1228157" y="487707"/>
                    <a:pt x="1229133" y="486732"/>
                    <a:pt x="1231623" y="485958"/>
                  </a:cubicBezTo>
                  <a:cubicBezTo>
                    <a:pt x="1234114" y="485184"/>
                    <a:pt x="1234114" y="484343"/>
                    <a:pt x="1235863" y="483906"/>
                  </a:cubicBezTo>
                  <a:cubicBezTo>
                    <a:pt x="1237614" y="483469"/>
                    <a:pt x="1238892" y="484343"/>
                    <a:pt x="1241417" y="484579"/>
                  </a:cubicBezTo>
                  <a:cubicBezTo>
                    <a:pt x="1243907" y="484781"/>
                    <a:pt x="1242191" y="484915"/>
                    <a:pt x="1244008" y="485353"/>
                  </a:cubicBezTo>
                  <a:cubicBezTo>
                    <a:pt x="1245859" y="485790"/>
                    <a:pt x="1246195" y="486126"/>
                    <a:pt x="1247037" y="485790"/>
                  </a:cubicBezTo>
                  <a:cubicBezTo>
                    <a:pt x="1247912" y="485453"/>
                    <a:pt x="1247912" y="485353"/>
                    <a:pt x="1248249" y="484814"/>
                  </a:cubicBezTo>
                  <a:cubicBezTo>
                    <a:pt x="1248585" y="484276"/>
                    <a:pt x="1248484" y="483637"/>
                    <a:pt x="1248484" y="483637"/>
                  </a:cubicBezTo>
                  <a:lnTo>
                    <a:pt x="1248585" y="482224"/>
                  </a:lnTo>
                  <a:cubicBezTo>
                    <a:pt x="1248585" y="482224"/>
                    <a:pt x="1248921" y="479197"/>
                    <a:pt x="1249023" y="478423"/>
                  </a:cubicBezTo>
                  <a:cubicBezTo>
                    <a:pt x="1249123" y="477649"/>
                    <a:pt x="1249123" y="474722"/>
                    <a:pt x="1249123" y="474722"/>
                  </a:cubicBezTo>
                  <a:cubicBezTo>
                    <a:pt x="1249123" y="474722"/>
                    <a:pt x="1249123" y="471695"/>
                    <a:pt x="1249123" y="471022"/>
                  </a:cubicBezTo>
                  <a:cubicBezTo>
                    <a:pt x="1249123" y="470383"/>
                    <a:pt x="1249023" y="468297"/>
                    <a:pt x="1249023" y="467221"/>
                  </a:cubicBezTo>
                  <a:cubicBezTo>
                    <a:pt x="1249023" y="466144"/>
                    <a:pt x="1249123" y="465808"/>
                    <a:pt x="1249023" y="465472"/>
                  </a:cubicBezTo>
                  <a:cubicBezTo>
                    <a:pt x="1248921" y="465135"/>
                    <a:pt x="1247407" y="463420"/>
                    <a:pt x="1247407" y="462982"/>
                  </a:cubicBezTo>
                  <a:cubicBezTo>
                    <a:pt x="1247407" y="462545"/>
                    <a:pt x="1246970" y="462007"/>
                    <a:pt x="1246768" y="461670"/>
                  </a:cubicBezTo>
                  <a:cubicBezTo>
                    <a:pt x="1246566" y="461334"/>
                    <a:pt x="1245691" y="460022"/>
                    <a:pt x="1245691" y="459181"/>
                  </a:cubicBezTo>
                  <a:cubicBezTo>
                    <a:pt x="1245691" y="458306"/>
                    <a:pt x="1245691" y="457667"/>
                    <a:pt x="1245893" y="457230"/>
                  </a:cubicBezTo>
                  <a:cubicBezTo>
                    <a:pt x="1246095" y="456793"/>
                    <a:pt x="1246229" y="456456"/>
                    <a:pt x="1246229" y="456456"/>
                  </a:cubicBezTo>
                  <a:cubicBezTo>
                    <a:pt x="1246229" y="456456"/>
                    <a:pt x="1247878" y="452857"/>
                    <a:pt x="1248282" y="452655"/>
                  </a:cubicBezTo>
                  <a:cubicBezTo>
                    <a:pt x="1248720" y="452453"/>
                    <a:pt x="1250571" y="451242"/>
                    <a:pt x="1250571" y="451242"/>
                  </a:cubicBezTo>
                  <a:lnTo>
                    <a:pt x="1256326" y="446903"/>
                  </a:lnTo>
                  <a:lnTo>
                    <a:pt x="1257201" y="443303"/>
                  </a:lnTo>
                  <a:cubicBezTo>
                    <a:pt x="1257201" y="443303"/>
                    <a:pt x="1258378" y="440713"/>
                    <a:pt x="1258513" y="440275"/>
                  </a:cubicBezTo>
                  <a:cubicBezTo>
                    <a:pt x="1258614" y="439838"/>
                    <a:pt x="1257739" y="439838"/>
                    <a:pt x="1257739" y="439838"/>
                  </a:cubicBezTo>
                  <a:lnTo>
                    <a:pt x="1255114" y="438863"/>
                  </a:lnTo>
                  <a:lnTo>
                    <a:pt x="1254340" y="437450"/>
                  </a:lnTo>
                  <a:lnTo>
                    <a:pt x="1253902" y="435061"/>
                  </a:lnTo>
                  <a:cubicBezTo>
                    <a:pt x="1253902" y="435061"/>
                    <a:pt x="1251614" y="432471"/>
                    <a:pt x="1251412" y="432034"/>
                  </a:cubicBezTo>
                  <a:cubicBezTo>
                    <a:pt x="1251210" y="431597"/>
                    <a:pt x="1249763" y="431058"/>
                    <a:pt x="1249763" y="431058"/>
                  </a:cubicBezTo>
                  <a:cubicBezTo>
                    <a:pt x="1249763" y="431058"/>
                    <a:pt x="1246734" y="429208"/>
                    <a:pt x="1246195" y="428468"/>
                  </a:cubicBezTo>
                  <a:cubicBezTo>
                    <a:pt x="1245657" y="427694"/>
                    <a:pt x="1242931" y="425104"/>
                    <a:pt x="1242494" y="424768"/>
                  </a:cubicBezTo>
                  <a:cubicBezTo>
                    <a:pt x="1242056" y="424431"/>
                    <a:pt x="1239229" y="422716"/>
                    <a:pt x="1238791" y="422480"/>
                  </a:cubicBezTo>
                  <a:cubicBezTo>
                    <a:pt x="1238354" y="422278"/>
                    <a:pt x="1234753" y="418881"/>
                    <a:pt x="1234753" y="418881"/>
                  </a:cubicBezTo>
                  <a:cubicBezTo>
                    <a:pt x="1234753" y="418881"/>
                    <a:pt x="1233878" y="414205"/>
                    <a:pt x="1233878" y="413566"/>
                  </a:cubicBezTo>
                  <a:cubicBezTo>
                    <a:pt x="1233878" y="412926"/>
                    <a:pt x="1233777" y="409428"/>
                    <a:pt x="1233777" y="409428"/>
                  </a:cubicBezTo>
                  <a:cubicBezTo>
                    <a:pt x="1233777" y="409428"/>
                    <a:pt x="1233777" y="405728"/>
                    <a:pt x="1233676" y="405089"/>
                  </a:cubicBezTo>
                  <a:cubicBezTo>
                    <a:pt x="1233575" y="404449"/>
                    <a:pt x="1232599" y="401388"/>
                    <a:pt x="1232599" y="401388"/>
                  </a:cubicBezTo>
                  <a:lnTo>
                    <a:pt x="1231623" y="398226"/>
                  </a:lnTo>
                  <a:lnTo>
                    <a:pt x="1230849" y="396039"/>
                  </a:lnTo>
                  <a:lnTo>
                    <a:pt x="1229974" y="395400"/>
                  </a:lnTo>
                  <a:cubicBezTo>
                    <a:pt x="1229974" y="395400"/>
                    <a:pt x="1223008" y="392911"/>
                    <a:pt x="1222805" y="392474"/>
                  </a:cubicBezTo>
                  <a:cubicBezTo>
                    <a:pt x="1222570" y="392036"/>
                    <a:pt x="1222368" y="391162"/>
                    <a:pt x="1222368" y="390623"/>
                  </a:cubicBezTo>
                  <a:cubicBezTo>
                    <a:pt x="1222368" y="390085"/>
                    <a:pt x="1222469" y="388437"/>
                    <a:pt x="1222570" y="387798"/>
                  </a:cubicBezTo>
                  <a:cubicBezTo>
                    <a:pt x="1222671" y="387159"/>
                    <a:pt x="1223647" y="386048"/>
                    <a:pt x="1224320" y="384972"/>
                  </a:cubicBezTo>
                  <a:cubicBezTo>
                    <a:pt x="1224959" y="383895"/>
                    <a:pt x="1224959" y="384535"/>
                    <a:pt x="1226272" y="383895"/>
                  </a:cubicBezTo>
                  <a:cubicBezTo>
                    <a:pt x="1227585" y="383256"/>
                    <a:pt x="1227484" y="383256"/>
                    <a:pt x="1228325" y="382819"/>
                  </a:cubicBezTo>
                  <a:cubicBezTo>
                    <a:pt x="1229200" y="382382"/>
                    <a:pt x="1229402" y="381944"/>
                    <a:pt x="1230176" y="380767"/>
                  </a:cubicBezTo>
                  <a:cubicBezTo>
                    <a:pt x="1230950" y="379556"/>
                    <a:pt x="1230176" y="380767"/>
                    <a:pt x="1230714" y="380431"/>
                  </a:cubicBezTo>
                  <a:cubicBezTo>
                    <a:pt x="1231253" y="380094"/>
                    <a:pt x="1231589" y="378917"/>
                    <a:pt x="1232128" y="378379"/>
                  </a:cubicBezTo>
                  <a:cubicBezTo>
                    <a:pt x="1232666" y="377840"/>
                    <a:pt x="1232666" y="376528"/>
                    <a:pt x="1232666" y="376528"/>
                  </a:cubicBezTo>
                  <a:lnTo>
                    <a:pt x="1232431" y="374577"/>
                  </a:lnTo>
                  <a:lnTo>
                    <a:pt x="1231993" y="371415"/>
                  </a:lnTo>
                  <a:lnTo>
                    <a:pt x="1230479" y="369565"/>
                  </a:lnTo>
                  <a:lnTo>
                    <a:pt x="1227753" y="368253"/>
                  </a:lnTo>
                  <a:lnTo>
                    <a:pt x="1224488" y="365629"/>
                  </a:lnTo>
                  <a:cubicBezTo>
                    <a:pt x="1224488" y="365629"/>
                    <a:pt x="1222738" y="363443"/>
                    <a:pt x="1222839" y="364115"/>
                  </a:cubicBezTo>
                  <a:cubicBezTo>
                    <a:pt x="1222940" y="364754"/>
                    <a:pt x="1219373" y="362164"/>
                    <a:pt x="1218700" y="361626"/>
                  </a:cubicBezTo>
                  <a:cubicBezTo>
                    <a:pt x="1218060" y="361088"/>
                    <a:pt x="1214358" y="360415"/>
                    <a:pt x="1213483" y="360112"/>
                  </a:cubicBezTo>
                  <a:cubicBezTo>
                    <a:pt x="1212608" y="359776"/>
                    <a:pt x="1210858" y="359137"/>
                    <a:pt x="1210858" y="358800"/>
                  </a:cubicBezTo>
                  <a:cubicBezTo>
                    <a:pt x="1210858" y="358464"/>
                    <a:pt x="1211397" y="355335"/>
                    <a:pt x="1212373" y="354326"/>
                  </a:cubicBezTo>
                  <a:cubicBezTo>
                    <a:pt x="1213349" y="353351"/>
                    <a:pt x="1213685" y="353553"/>
                    <a:pt x="1214123" y="353351"/>
                  </a:cubicBezTo>
                  <a:cubicBezTo>
                    <a:pt x="1214560" y="353149"/>
                    <a:pt x="1215099" y="351332"/>
                    <a:pt x="1215099" y="351332"/>
                  </a:cubicBezTo>
                  <a:cubicBezTo>
                    <a:pt x="1215099" y="351332"/>
                    <a:pt x="1215301" y="349919"/>
                    <a:pt x="1216176" y="348607"/>
                  </a:cubicBezTo>
                  <a:cubicBezTo>
                    <a:pt x="1217051" y="347296"/>
                    <a:pt x="1217488" y="344571"/>
                    <a:pt x="1217589" y="344167"/>
                  </a:cubicBezTo>
                  <a:cubicBezTo>
                    <a:pt x="1217690" y="343730"/>
                    <a:pt x="1218363" y="341678"/>
                    <a:pt x="1218363" y="341678"/>
                  </a:cubicBezTo>
                  <a:cubicBezTo>
                    <a:pt x="1218363" y="341678"/>
                    <a:pt x="1219137" y="341240"/>
                    <a:pt x="1219878" y="340803"/>
                  </a:cubicBezTo>
                  <a:cubicBezTo>
                    <a:pt x="1220652" y="340366"/>
                    <a:pt x="1221291" y="340366"/>
                    <a:pt x="1222267" y="339929"/>
                  </a:cubicBezTo>
                  <a:cubicBezTo>
                    <a:pt x="1223243" y="339491"/>
                    <a:pt x="1223916" y="339155"/>
                    <a:pt x="1224017" y="338415"/>
                  </a:cubicBezTo>
                  <a:cubicBezTo>
                    <a:pt x="1224118" y="337641"/>
                    <a:pt x="1224118" y="336026"/>
                    <a:pt x="1223916" y="334815"/>
                  </a:cubicBezTo>
                  <a:cubicBezTo>
                    <a:pt x="1223714" y="333604"/>
                    <a:pt x="1222839" y="332629"/>
                    <a:pt x="1222604" y="332225"/>
                  </a:cubicBezTo>
                  <a:cubicBezTo>
                    <a:pt x="1222368" y="331788"/>
                    <a:pt x="1220551" y="330039"/>
                    <a:pt x="1220315" y="329601"/>
                  </a:cubicBezTo>
                  <a:cubicBezTo>
                    <a:pt x="1220079" y="329164"/>
                    <a:pt x="1218902" y="327650"/>
                    <a:pt x="1218902" y="327650"/>
                  </a:cubicBezTo>
                  <a:lnTo>
                    <a:pt x="1216075" y="325161"/>
                  </a:lnTo>
                  <a:lnTo>
                    <a:pt x="1213248" y="321158"/>
                  </a:lnTo>
                  <a:lnTo>
                    <a:pt x="1208469" y="318130"/>
                  </a:lnTo>
                  <a:lnTo>
                    <a:pt x="1205103" y="315641"/>
                  </a:lnTo>
                  <a:lnTo>
                    <a:pt x="1202377" y="312176"/>
                  </a:lnTo>
                  <a:lnTo>
                    <a:pt x="1197060" y="309787"/>
                  </a:lnTo>
                  <a:lnTo>
                    <a:pt x="1195983" y="309451"/>
                  </a:lnTo>
                  <a:lnTo>
                    <a:pt x="1192920" y="308139"/>
                  </a:lnTo>
                  <a:cubicBezTo>
                    <a:pt x="1192920" y="308139"/>
                    <a:pt x="1188141" y="307063"/>
                    <a:pt x="1187603" y="306390"/>
                  </a:cubicBezTo>
                  <a:cubicBezTo>
                    <a:pt x="1187064" y="305751"/>
                    <a:pt x="1183362" y="304203"/>
                    <a:pt x="1182050" y="303463"/>
                  </a:cubicBezTo>
                  <a:cubicBezTo>
                    <a:pt x="1180737" y="302689"/>
                    <a:pt x="1178684" y="301276"/>
                    <a:pt x="1178247" y="300873"/>
                  </a:cubicBezTo>
                  <a:cubicBezTo>
                    <a:pt x="1177809" y="300435"/>
                    <a:pt x="1176934" y="299998"/>
                    <a:pt x="1176934" y="299561"/>
                  </a:cubicBezTo>
                  <a:cubicBezTo>
                    <a:pt x="1176934" y="299124"/>
                    <a:pt x="1177035" y="297173"/>
                    <a:pt x="1177035" y="296836"/>
                  </a:cubicBezTo>
                  <a:cubicBezTo>
                    <a:pt x="1177035" y="296500"/>
                    <a:pt x="1177372" y="295322"/>
                    <a:pt x="1177473" y="294549"/>
                  </a:cubicBezTo>
                  <a:cubicBezTo>
                    <a:pt x="1177574" y="293775"/>
                    <a:pt x="1178146" y="291386"/>
                    <a:pt x="1178247" y="291084"/>
                  </a:cubicBezTo>
                  <a:cubicBezTo>
                    <a:pt x="1178348" y="290747"/>
                    <a:pt x="1179122" y="290983"/>
                    <a:pt x="1179559" y="290310"/>
                  </a:cubicBezTo>
                  <a:cubicBezTo>
                    <a:pt x="1179997" y="289671"/>
                    <a:pt x="1181074" y="289234"/>
                    <a:pt x="1181074" y="288796"/>
                  </a:cubicBezTo>
                  <a:cubicBezTo>
                    <a:pt x="1181074" y="288359"/>
                    <a:pt x="1181612" y="287484"/>
                    <a:pt x="1181713" y="287047"/>
                  </a:cubicBezTo>
                  <a:cubicBezTo>
                    <a:pt x="1181814" y="286610"/>
                    <a:pt x="1182151" y="285836"/>
                    <a:pt x="1182353" y="285399"/>
                  </a:cubicBezTo>
                  <a:cubicBezTo>
                    <a:pt x="1182555" y="284961"/>
                    <a:pt x="1182891" y="283986"/>
                    <a:pt x="1183127" y="283347"/>
                  </a:cubicBezTo>
                  <a:cubicBezTo>
                    <a:pt x="1183329" y="282708"/>
                    <a:pt x="1183564" y="281597"/>
                    <a:pt x="1183564" y="281597"/>
                  </a:cubicBezTo>
                  <a:lnTo>
                    <a:pt x="1183901" y="279646"/>
                  </a:lnTo>
                  <a:cubicBezTo>
                    <a:pt x="1183901" y="279646"/>
                    <a:pt x="1183463" y="278435"/>
                    <a:pt x="1183362" y="277695"/>
                  </a:cubicBezTo>
                  <a:cubicBezTo>
                    <a:pt x="1183261" y="276921"/>
                    <a:pt x="1182050" y="276921"/>
                    <a:pt x="1181410" y="275206"/>
                  </a:cubicBezTo>
                  <a:cubicBezTo>
                    <a:pt x="1180771" y="273457"/>
                    <a:pt x="1179795" y="273457"/>
                    <a:pt x="1179795" y="273457"/>
                  </a:cubicBezTo>
                  <a:lnTo>
                    <a:pt x="1179459" y="271404"/>
                  </a:lnTo>
                  <a:cubicBezTo>
                    <a:pt x="1179459" y="271404"/>
                    <a:pt x="1179459" y="269891"/>
                    <a:pt x="1179459" y="269218"/>
                  </a:cubicBezTo>
                  <a:cubicBezTo>
                    <a:pt x="1179459" y="268579"/>
                    <a:pt x="1179223" y="267805"/>
                    <a:pt x="1179223" y="266830"/>
                  </a:cubicBezTo>
                  <a:cubicBezTo>
                    <a:pt x="1179223" y="265854"/>
                    <a:pt x="1176059" y="264441"/>
                    <a:pt x="1175756" y="264105"/>
                  </a:cubicBezTo>
                  <a:cubicBezTo>
                    <a:pt x="1175420" y="263768"/>
                    <a:pt x="1173030" y="262894"/>
                    <a:pt x="1173030" y="262894"/>
                  </a:cubicBezTo>
                  <a:cubicBezTo>
                    <a:pt x="1173030" y="262894"/>
                    <a:pt x="1171078" y="263432"/>
                    <a:pt x="1170742" y="263667"/>
                  </a:cubicBezTo>
                  <a:cubicBezTo>
                    <a:pt x="1170405" y="263869"/>
                    <a:pt x="1169665" y="264879"/>
                    <a:pt x="1169665" y="264879"/>
                  </a:cubicBezTo>
                  <a:cubicBezTo>
                    <a:pt x="1169665" y="264879"/>
                    <a:pt x="1169665" y="266190"/>
                    <a:pt x="1169564" y="266931"/>
                  </a:cubicBezTo>
                  <a:cubicBezTo>
                    <a:pt x="1169463" y="267704"/>
                    <a:pt x="1169227" y="268680"/>
                    <a:pt x="1169026" y="269117"/>
                  </a:cubicBezTo>
                  <a:cubicBezTo>
                    <a:pt x="1168824" y="269554"/>
                    <a:pt x="1167949" y="271741"/>
                    <a:pt x="1167275" y="272481"/>
                  </a:cubicBezTo>
                  <a:cubicBezTo>
                    <a:pt x="1166636" y="273255"/>
                    <a:pt x="1166401" y="274230"/>
                    <a:pt x="1165626" y="275206"/>
                  </a:cubicBezTo>
                  <a:cubicBezTo>
                    <a:pt x="1164852" y="276181"/>
                    <a:pt x="1164987" y="276080"/>
                    <a:pt x="1164987" y="276080"/>
                  </a:cubicBezTo>
                  <a:cubicBezTo>
                    <a:pt x="1164987" y="276080"/>
                    <a:pt x="1164348" y="277695"/>
                    <a:pt x="1163910" y="278267"/>
                  </a:cubicBezTo>
                  <a:cubicBezTo>
                    <a:pt x="1163473" y="278805"/>
                    <a:pt x="1163809" y="280655"/>
                    <a:pt x="1163809" y="281093"/>
                  </a:cubicBezTo>
                  <a:cubicBezTo>
                    <a:pt x="1163809" y="281530"/>
                    <a:pt x="1164011" y="282943"/>
                    <a:pt x="1164011" y="282943"/>
                  </a:cubicBezTo>
                  <a:cubicBezTo>
                    <a:pt x="1164011" y="282943"/>
                    <a:pt x="1164247" y="284894"/>
                    <a:pt x="1164549" y="285432"/>
                  </a:cubicBezTo>
                  <a:cubicBezTo>
                    <a:pt x="1164886" y="285970"/>
                    <a:pt x="1164650" y="287047"/>
                    <a:pt x="1164650" y="287047"/>
                  </a:cubicBezTo>
                  <a:lnTo>
                    <a:pt x="1162800" y="288796"/>
                  </a:lnTo>
                  <a:lnTo>
                    <a:pt x="1160410" y="289435"/>
                  </a:lnTo>
                  <a:cubicBezTo>
                    <a:pt x="1160410" y="289435"/>
                    <a:pt x="1158458" y="289772"/>
                    <a:pt x="1158121" y="289873"/>
                  </a:cubicBezTo>
                  <a:cubicBezTo>
                    <a:pt x="1157785" y="289974"/>
                    <a:pt x="1156472" y="289772"/>
                    <a:pt x="1156472" y="289772"/>
                  </a:cubicBezTo>
                  <a:lnTo>
                    <a:pt x="1155059" y="286946"/>
                  </a:lnTo>
                  <a:lnTo>
                    <a:pt x="1153309" y="284221"/>
                  </a:lnTo>
                  <a:lnTo>
                    <a:pt x="1150583" y="281631"/>
                  </a:lnTo>
                  <a:lnTo>
                    <a:pt x="1147857" y="277056"/>
                  </a:lnTo>
                  <a:cubicBezTo>
                    <a:pt x="1147857" y="277056"/>
                    <a:pt x="1145669" y="275307"/>
                    <a:pt x="1144828" y="275004"/>
                  </a:cubicBezTo>
                  <a:cubicBezTo>
                    <a:pt x="1143953" y="274668"/>
                    <a:pt x="1143078" y="274567"/>
                    <a:pt x="1142775" y="274466"/>
                  </a:cubicBezTo>
                  <a:cubicBezTo>
                    <a:pt x="1142439" y="274365"/>
                    <a:pt x="1140587" y="273591"/>
                    <a:pt x="1140587" y="273591"/>
                  </a:cubicBezTo>
                  <a:lnTo>
                    <a:pt x="1138534" y="271842"/>
                  </a:lnTo>
                  <a:lnTo>
                    <a:pt x="1134933" y="267805"/>
                  </a:lnTo>
                  <a:lnTo>
                    <a:pt x="1132645" y="264979"/>
                  </a:lnTo>
                  <a:cubicBezTo>
                    <a:pt x="1132645" y="264979"/>
                    <a:pt x="1127429" y="258992"/>
                    <a:pt x="1127327" y="258689"/>
                  </a:cubicBezTo>
                  <a:cubicBezTo>
                    <a:pt x="1127227" y="258352"/>
                    <a:pt x="1123727" y="254988"/>
                    <a:pt x="1123727" y="254988"/>
                  </a:cubicBezTo>
                  <a:lnTo>
                    <a:pt x="1121135" y="253575"/>
                  </a:lnTo>
                  <a:cubicBezTo>
                    <a:pt x="1121135" y="253575"/>
                    <a:pt x="1112116" y="245098"/>
                    <a:pt x="1111140" y="244661"/>
                  </a:cubicBezTo>
                  <a:cubicBezTo>
                    <a:pt x="1110164" y="244224"/>
                    <a:pt x="1106697" y="241196"/>
                    <a:pt x="1105688" y="240422"/>
                  </a:cubicBezTo>
                  <a:cubicBezTo>
                    <a:pt x="1104712" y="239649"/>
                    <a:pt x="1099596" y="235208"/>
                    <a:pt x="1099596" y="235208"/>
                  </a:cubicBezTo>
                  <a:cubicBezTo>
                    <a:pt x="1099596" y="235208"/>
                    <a:pt x="1093303" y="232046"/>
                    <a:pt x="1092865" y="231743"/>
                  </a:cubicBezTo>
                  <a:cubicBezTo>
                    <a:pt x="1092428" y="231407"/>
                    <a:pt x="1089803" y="228918"/>
                    <a:pt x="1089399" y="228817"/>
                  </a:cubicBezTo>
                  <a:cubicBezTo>
                    <a:pt x="1088961" y="228716"/>
                    <a:pt x="1087346" y="227404"/>
                    <a:pt x="1087346" y="227404"/>
                  </a:cubicBezTo>
                  <a:cubicBezTo>
                    <a:pt x="1087346" y="227404"/>
                    <a:pt x="1083004" y="226327"/>
                    <a:pt x="1082668" y="226092"/>
                  </a:cubicBezTo>
                  <a:cubicBezTo>
                    <a:pt x="1082331" y="225890"/>
                    <a:pt x="1079067" y="225116"/>
                    <a:pt x="1078629" y="224881"/>
                  </a:cubicBezTo>
                  <a:cubicBezTo>
                    <a:pt x="1078192" y="224679"/>
                    <a:pt x="1074187" y="221080"/>
                    <a:pt x="1074052" y="220642"/>
                  </a:cubicBezTo>
                  <a:cubicBezTo>
                    <a:pt x="1073951" y="220205"/>
                    <a:pt x="1072437" y="219566"/>
                    <a:pt x="1072100" y="219028"/>
                  </a:cubicBezTo>
                  <a:cubicBezTo>
                    <a:pt x="1071764" y="218489"/>
                    <a:pt x="1069711" y="216538"/>
                    <a:pt x="1069711" y="216538"/>
                  </a:cubicBezTo>
                  <a:cubicBezTo>
                    <a:pt x="1069711" y="216538"/>
                    <a:pt x="1069071" y="216538"/>
                    <a:pt x="1068398" y="216875"/>
                  </a:cubicBezTo>
                  <a:cubicBezTo>
                    <a:pt x="1067759" y="217211"/>
                    <a:pt x="1067086" y="217648"/>
                    <a:pt x="1065235" y="218624"/>
                  </a:cubicBezTo>
                  <a:cubicBezTo>
                    <a:pt x="1063384" y="219600"/>
                    <a:pt x="1061970" y="219061"/>
                    <a:pt x="1060893" y="218960"/>
                  </a:cubicBezTo>
                  <a:cubicBezTo>
                    <a:pt x="1059816" y="218859"/>
                    <a:pt x="1058840" y="216908"/>
                    <a:pt x="1058840" y="216908"/>
                  </a:cubicBezTo>
                  <a:lnTo>
                    <a:pt x="1059379" y="215058"/>
                  </a:lnTo>
                  <a:cubicBezTo>
                    <a:pt x="1059379" y="215058"/>
                    <a:pt x="1059716" y="213309"/>
                    <a:pt x="1059917" y="212333"/>
                  </a:cubicBezTo>
                  <a:cubicBezTo>
                    <a:pt x="1060119" y="211358"/>
                    <a:pt x="1060355" y="210281"/>
                    <a:pt x="1060355" y="210281"/>
                  </a:cubicBezTo>
                  <a:lnTo>
                    <a:pt x="1059379" y="205404"/>
                  </a:lnTo>
                  <a:lnTo>
                    <a:pt x="1059379" y="201804"/>
                  </a:lnTo>
                  <a:lnTo>
                    <a:pt x="1059042" y="197666"/>
                  </a:lnTo>
                  <a:cubicBezTo>
                    <a:pt x="1059042" y="197666"/>
                    <a:pt x="1057528" y="195278"/>
                    <a:pt x="1057292" y="194942"/>
                  </a:cubicBezTo>
                  <a:cubicBezTo>
                    <a:pt x="1057090" y="194605"/>
                    <a:pt x="1051436" y="194067"/>
                    <a:pt x="1051436" y="194067"/>
                  </a:cubicBezTo>
                  <a:lnTo>
                    <a:pt x="1048071" y="192318"/>
                  </a:lnTo>
                  <a:lnTo>
                    <a:pt x="1045379" y="192318"/>
                  </a:lnTo>
                  <a:cubicBezTo>
                    <a:pt x="1045379" y="192318"/>
                    <a:pt x="1042787" y="192049"/>
                    <a:pt x="1041845" y="191410"/>
                  </a:cubicBezTo>
                  <a:cubicBezTo>
                    <a:pt x="1040902" y="190770"/>
                    <a:pt x="1040162" y="190938"/>
                    <a:pt x="1040162" y="190938"/>
                  </a:cubicBezTo>
                  <a:cubicBezTo>
                    <a:pt x="1040162" y="190938"/>
                    <a:pt x="1037571" y="189055"/>
                    <a:pt x="1037268" y="188550"/>
                  </a:cubicBezTo>
                  <a:cubicBezTo>
                    <a:pt x="1036965" y="188046"/>
                    <a:pt x="1036191" y="187608"/>
                    <a:pt x="1035888" y="187171"/>
                  </a:cubicBezTo>
                  <a:cubicBezTo>
                    <a:pt x="1035585" y="186734"/>
                    <a:pt x="1034946" y="186364"/>
                    <a:pt x="1034441" y="185792"/>
                  </a:cubicBezTo>
                  <a:cubicBezTo>
                    <a:pt x="1033936" y="185220"/>
                    <a:pt x="1032994" y="184042"/>
                    <a:pt x="1032859" y="183269"/>
                  </a:cubicBezTo>
                  <a:cubicBezTo>
                    <a:pt x="1032724" y="182461"/>
                    <a:pt x="1031849" y="181620"/>
                    <a:pt x="1031715" y="181015"/>
                  </a:cubicBezTo>
                  <a:cubicBezTo>
                    <a:pt x="1031580" y="180443"/>
                    <a:pt x="1030840" y="179871"/>
                    <a:pt x="1030772" y="179266"/>
                  </a:cubicBezTo>
                  <a:cubicBezTo>
                    <a:pt x="1030705" y="178694"/>
                    <a:pt x="1028686" y="178525"/>
                    <a:pt x="1028686" y="178525"/>
                  </a:cubicBezTo>
                  <a:cubicBezTo>
                    <a:pt x="1028686" y="178525"/>
                    <a:pt x="1026297" y="178155"/>
                    <a:pt x="1025421" y="177012"/>
                  </a:cubicBezTo>
                  <a:cubicBezTo>
                    <a:pt x="1024546" y="175868"/>
                    <a:pt x="1025421" y="174993"/>
                    <a:pt x="1025489" y="174119"/>
                  </a:cubicBezTo>
                  <a:cubicBezTo>
                    <a:pt x="1025556" y="173244"/>
                    <a:pt x="1025186" y="171596"/>
                    <a:pt x="1025186" y="171360"/>
                  </a:cubicBezTo>
                  <a:cubicBezTo>
                    <a:pt x="1025186" y="171125"/>
                    <a:pt x="1024378" y="169342"/>
                    <a:pt x="1023941" y="168669"/>
                  </a:cubicBezTo>
                  <a:cubicBezTo>
                    <a:pt x="1023503" y="168030"/>
                    <a:pt x="1022426" y="166516"/>
                    <a:pt x="1022426" y="166516"/>
                  </a:cubicBezTo>
                  <a:cubicBezTo>
                    <a:pt x="1022426" y="166516"/>
                    <a:pt x="1021114" y="165709"/>
                    <a:pt x="1020676" y="165137"/>
                  </a:cubicBezTo>
                  <a:cubicBezTo>
                    <a:pt x="1020239" y="164565"/>
                    <a:pt x="1019465" y="165002"/>
                    <a:pt x="1019465" y="165002"/>
                  </a:cubicBezTo>
                  <a:lnTo>
                    <a:pt x="1017849" y="165810"/>
                  </a:lnTo>
                  <a:lnTo>
                    <a:pt x="1016099" y="167122"/>
                  </a:lnTo>
                  <a:cubicBezTo>
                    <a:pt x="1016099" y="167122"/>
                    <a:pt x="1015291" y="168635"/>
                    <a:pt x="1015224" y="169073"/>
                  </a:cubicBezTo>
                  <a:cubicBezTo>
                    <a:pt x="1015157" y="169510"/>
                    <a:pt x="1014921" y="170957"/>
                    <a:pt x="1014787" y="171461"/>
                  </a:cubicBezTo>
                  <a:cubicBezTo>
                    <a:pt x="1014652" y="171966"/>
                    <a:pt x="1014282" y="172840"/>
                    <a:pt x="1014214" y="173850"/>
                  </a:cubicBezTo>
                  <a:cubicBezTo>
                    <a:pt x="1014147" y="174859"/>
                    <a:pt x="1014147" y="175801"/>
                    <a:pt x="1014147" y="175801"/>
                  </a:cubicBezTo>
                  <a:cubicBezTo>
                    <a:pt x="1014147" y="175801"/>
                    <a:pt x="1014147" y="177314"/>
                    <a:pt x="1014147" y="177617"/>
                  </a:cubicBezTo>
                  <a:cubicBezTo>
                    <a:pt x="1014147" y="177920"/>
                    <a:pt x="1014484" y="178256"/>
                    <a:pt x="1015426" y="179568"/>
                  </a:cubicBezTo>
                  <a:cubicBezTo>
                    <a:pt x="1016368" y="180880"/>
                    <a:pt x="1016032" y="180813"/>
                    <a:pt x="1016705" y="181385"/>
                  </a:cubicBezTo>
                  <a:cubicBezTo>
                    <a:pt x="1017344" y="181957"/>
                    <a:pt x="1017075" y="183201"/>
                    <a:pt x="1017580" y="183706"/>
                  </a:cubicBezTo>
                  <a:cubicBezTo>
                    <a:pt x="1018085" y="184211"/>
                    <a:pt x="1018017" y="184648"/>
                    <a:pt x="1018825" y="185455"/>
                  </a:cubicBezTo>
                  <a:cubicBezTo>
                    <a:pt x="1019633" y="186263"/>
                    <a:pt x="1019195" y="185893"/>
                    <a:pt x="1019431" y="185960"/>
                  </a:cubicBezTo>
                  <a:cubicBezTo>
                    <a:pt x="1019666" y="186027"/>
                    <a:pt x="1019768" y="187036"/>
                    <a:pt x="1020575" y="187406"/>
                  </a:cubicBezTo>
                  <a:cubicBezTo>
                    <a:pt x="1021383" y="187776"/>
                    <a:pt x="1021719" y="188146"/>
                    <a:pt x="1021719" y="188146"/>
                  </a:cubicBezTo>
                  <a:cubicBezTo>
                    <a:pt x="1021719" y="188146"/>
                    <a:pt x="1025287" y="191847"/>
                    <a:pt x="1025186" y="192789"/>
                  </a:cubicBezTo>
                  <a:cubicBezTo>
                    <a:pt x="1025118" y="193731"/>
                    <a:pt x="1024984" y="194740"/>
                    <a:pt x="1024883" y="195682"/>
                  </a:cubicBezTo>
                  <a:cubicBezTo>
                    <a:pt x="1024816" y="196624"/>
                    <a:pt x="1023571" y="197195"/>
                    <a:pt x="1023133" y="197700"/>
                  </a:cubicBezTo>
                  <a:cubicBezTo>
                    <a:pt x="1022695" y="198205"/>
                    <a:pt x="1019868" y="198777"/>
                    <a:pt x="1019397" y="198777"/>
                  </a:cubicBezTo>
                  <a:cubicBezTo>
                    <a:pt x="1018926" y="198777"/>
                    <a:pt x="1017715" y="198911"/>
                    <a:pt x="1017277" y="198911"/>
                  </a:cubicBezTo>
                  <a:cubicBezTo>
                    <a:pt x="1016840" y="198911"/>
                    <a:pt x="1014955" y="198474"/>
                    <a:pt x="1013878" y="197902"/>
                  </a:cubicBezTo>
                  <a:cubicBezTo>
                    <a:pt x="1012801" y="197330"/>
                    <a:pt x="1012060" y="197027"/>
                    <a:pt x="1011859" y="196960"/>
                  </a:cubicBezTo>
                  <a:cubicBezTo>
                    <a:pt x="1011657" y="196893"/>
                    <a:pt x="1008460" y="195379"/>
                    <a:pt x="1008224" y="195143"/>
                  </a:cubicBezTo>
                  <a:cubicBezTo>
                    <a:pt x="1007988" y="194908"/>
                    <a:pt x="1006575" y="193899"/>
                    <a:pt x="1006575" y="193899"/>
                  </a:cubicBezTo>
                  <a:cubicBezTo>
                    <a:pt x="1006575" y="193899"/>
                    <a:pt x="1006205" y="191275"/>
                    <a:pt x="1006272" y="191073"/>
                  </a:cubicBezTo>
                  <a:cubicBezTo>
                    <a:pt x="1006339" y="190871"/>
                    <a:pt x="1003580" y="188617"/>
                    <a:pt x="1003580" y="188617"/>
                  </a:cubicBezTo>
                  <a:lnTo>
                    <a:pt x="1001695" y="187743"/>
                  </a:lnTo>
                  <a:lnTo>
                    <a:pt x="996983" y="183975"/>
                  </a:lnTo>
                  <a:lnTo>
                    <a:pt x="987493" y="175868"/>
                  </a:lnTo>
                  <a:cubicBezTo>
                    <a:pt x="987493" y="175868"/>
                    <a:pt x="986685" y="175363"/>
                    <a:pt x="986416" y="174993"/>
                  </a:cubicBezTo>
                  <a:cubicBezTo>
                    <a:pt x="986113" y="174623"/>
                    <a:pt x="984666" y="172908"/>
                    <a:pt x="984228" y="172370"/>
                  </a:cubicBezTo>
                  <a:cubicBezTo>
                    <a:pt x="983791" y="171865"/>
                    <a:pt x="982714" y="171058"/>
                    <a:pt x="982579" y="170721"/>
                  </a:cubicBezTo>
                  <a:cubicBezTo>
                    <a:pt x="982445" y="170351"/>
                    <a:pt x="981334" y="169847"/>
                    <a:pt x="981132" y="169712"/>
                  </a:cubicBezTo>
                  <a:cubicBezTo>
                    <a:pt x="980897" y="169577"/>
                    <a:pt x="980055" y="170149"/>
                    <a:pt x="978877" y="170082"/>
                  </a:cubicBezTo>
                  <a:cubicBezTo>
                    <a:pt x="977733" y="170015"/>
                    <a:pt x="977565" y="170082"/>
                    <a:pt x="977127" y="169880"/>
                  </a:cubicBezTo>
                  <a:cubicBezTo>
                    <a:pt x="976690" y="169678"/>
                    <a:pt x="976117" y="168938"/>
                    <a:pt x="976117" y="168938"/>
                  </a:cubicBezTo>
                  <a:cubicBezTo>
                    <a:pt x="976117" y="168938"/>
                    <a:pt x="975040" y="167929"/>
                    <a:pt x="974670" y="167626"/>
                  </a:cubicBezTo>
                  <a:cubicBezTo>
                    <a:pt x="974300" y="167324"/>
                    <a:pt x="974468" y="166314"/>
                    <a:pt x="974536" y="166045"/>
                  </a:cubicBezTo>
                  <a:cubicBezTo>
                    <a:pt x="974603" y="165742"/>
                    <a:pt x="975848" y="164666"/>
                    <a:pt x="976353" y="164296"/>
                  </a:cubicBezTo>
                  <a:cubicBezTo>
                    <a:pt x="976858" y="163926"/>
                    <a:pt x="975848" y="163152"/>
                    <a:pt x="975848" y="163152"/>
                  </a:cubicBezTo>
                  <a:lnTo>
                    <a:pt x="973593" y="161639"/>
                  </a:lnTo>
                  <a:cubicBezTo>
                    <a:pt x="973593" y="161639"/>
                    <a:pt x="972449" y="159620"/>
                    <a:pt x="972281" y="159183"/>
                  </a:cubicBezTo>
                  <a:cubicBezTo>
                    <a:pt x="972146" y="158745"/>
                    <a:pt x="970699" y="158476"/>
                    <a:pt x="970262" y="158174"/>
                  </a:cubicBezTo>
                  <a:cubicBezTo>
                    <a:pt x="969824" y="157871"/>
                    <a:pt x="968680" y="156727"/>
                    <a:pt x="968680" y="156727"/>
                  </a:cubicBezTo>
                  <a:cubicBezTo>
                    <a:pt x="968680" y="156727"/>
                    <a:pt x="967536" y="154271"/>
                    <a:pt x="967367" y="153699"/>
                  </a:cubicBezTo>
                  <a:cubicBezTo>
                    <a:pt x="967233" y="153128"/>
                    <a:pt x="966930" y="150369"/>
                    <a:pt x="966930" y="150369"/>
                  </a:cubicBezTo>
                  <a:lnTo>
                    <a:pt x="965785" y="148048"/>
                  </a:lnTo>
                  <a:cubicBezTo>
                    <a:pt x="965785" y="148048"/>
                    <a:pt x="964036" y="147173"/>
                    <a:pt x="964036" y="146601"/>
                  </a:cubicBezTo>
                  <a:cubicBezTo>
                    <a:pt x="964036" y="146030"/>
                    <a:pt x="961848" y="144852"/>
                    <a:pt x="961579" y="144146"/>
                  </a:cubicBezTo>
                  <a:cubicBezTo>
                    <a:pt x="961276" y="143406"/>
                    <a:pt x="960569" y="141825"/>
                    <a:pt x="960401" y="141387"/>
                  </a:cubicBezTo>
                  <a:cubicBezTo>
                    <a:pt x="960266" y="140950"/>
                    <a:pt x="958651" y="138494"/>
                    <a:pt x="958651" y="137620"/>
                  </a:cubicBezTo>
                  <a:cubicBezTo>
                    <a:pt x="958651" y="136745"/>
                    <a:pt x="955016" y="132843"/>
                    <a:pt x="955016" y="132843"/>
                  </a:cubicBezTo>
                  <a:cubicBezTo>
                    <a:pt x="955016" y="132843"/>
                    <a:pt x="951684" y="130387"/>
                    <a:pt x="951381" y="129512"/>
                  </a:cubicBezTo>
                  <a:cubicBezTo>
                    <a:pt x="951078" y="128638"/>
                    <a:pt x="947477" y="127326"/>
                    <a:pt x="946872" y="127057"/>
                  </a:cubicBezTo>
                  <a:cubicBezTo>
                    <a:pt x="946300" y="126754"/>
                    <a:pt x="944684" y="124298"/>
                    <a:pt x="943102" y="123155"/>
                  </a:cubicBezTo>
                  <a:cubicBezTo>
                    <a:pt x="941521" y="122011"/>
                    <a:pt x="940511" y="121136"/>
                    <a:pt x="939905" y="120564"/>
                  </a:cubicBezTo>
                  <a:cubicBezTo>
                    <a:pt x="939333" y="119993"/>
                    <a:pt x="937886" y="118815"/>
                    <a:pt x="936876" y="117537"/>
                  </a:cubicBezTo>
                  <a:cubicBezTo>
                    <a:pt x="935867" y="116225"/>
                    <a:pt x="935294" y="115956"/>
                    <a:pt x="935294" y="115956"/>
                  </a:cubicBezTo>
                  <a:cubicBezTo>
                    <a:pt x="935294" y="115956"/>
                    <a:pt x="933847" y="114509"/>
                    <a:pt x="933410" y="114072"/>
                  </a:cubicBezTo>
                  <a:cubicBezTo>
                    <a:pt x="932972" y="113635"/>
                    <a:pt x="930650" y="112928"/>
                    <a:pt x="930516" y="112491"/>
                  </a:cubicBezTo>
                  <a:cubicBezTo>
                    <a:pt x="930381" y="112054"/>
                    <a:pt x="929371" y="109732"/>
                    <a:pt x="928934" y="108723"/>
                  </a:cubicBezTo>
                  <a:cubicBezTo>
                    <a:pt x="928496" y="107714"/>
                    <a:pt x="926612" y="104653"/>
                    <a:pt x="926612" y="104653"/>
                  </a:cubicBezTo>
                  <a:lnTo>
                    <a:pt x="922842" y="102063"/>
                  </a:lnTo>
                  <a:cubicBezTo>
                    <a:pt x="922842" y="102063"/>
                    <a:pt x="921664" y="102063"/>
                    <a:pt x="921092" y="102063"/>
                  </a:cubicBezTo>
                  <a:cubicBezTo>
                    <a:pt x="920520" y="102063"/>
                    <a:pt x="919208" y="100481"/>
                    <a:pt x="919073" y="100044"/>
                  </a:cubicBezTo>
                  <a:cubicBezTo>
                    <a:pt x="918938" y="99607"/>
                    <a:pt x="916751" y="97723"/>
                    <a:pt x="916482" y="97151"/>
                  </a:cubicBezTo>
                  <a:cubicBezTo>
                    <a:pt x="916179" y="96579"/>
                    <a:pt x="915472" y="94527"/>
                    <a:pt x="915472" y="93955"/>
                  </a:cubicBezTo>
                  <a:cubicBezTo>
                    <a:pt x="915472" y="93384"/>
                    <a:pt x="914159" y="89751"/>
                    <a:pt x="914159" y="89751"/>
                  </a:cubicBezTo>
                  <a:lnTo>
                    <a:pt x="911703" y="86992"/>
                  </a:lnTo>
                  <a:lnTo>
                    <a:pt x="907227" y="84671"/>
                  </a:lnTo>
                  <a:cubicBezTo>
                    <a:pt x="907227" y="84671"/>
                    <a:pt x="904635" y="84671"/>
                    <a:pt x="904198" y="84671"/>
                  </a:cubicBezTo>
                  <a:cubicBezTo>
                    <a:pt x="903760" y="84671"/>
                    <a:pt x="901303" y="86487"/>
                    <a:pt x="900563" y="87059"/>
                  </a:cubicBezTo>
                  <a:cubicBezTo>
                    <a:pt x="899856" y="87631"/>
                    <a:pt x="898678" y="87867"/>
                    <a:pt x="898678" y="87867"/>
                  </a:cubicBezTo>
                  <a:lnTo>
                    <a:pt x="897534" y="89885"/>
                  </a:lnTo>
                  <a:lnTo>
                    <a:pt x="896524" y="91769"/>
                  </a:lnTo>
                  <a:cubicBezTo>
                    <a:pt x="896524" y="91769"/>
                    <a:pt x="896221" y="93081"/>
                    <a:pt x="896221" y="94225"/>
                  </a:cubicBezTo>
                  <a:cubicBezTo>
                    <a:pt x="896221" y="95368"/>
                    <a:pt x="895649" y="95671"/>
                    <a:pt x="895649" y="95671"/>
                  </a:cubicBezTo>
                  <a:cubicBezTo>
                    <a:pt x="895649" y="95671"/>
                    <a:pt x="894505" y="97858"/>
                    <a:pt x="893899" y="98295"/>
                  </a:cubicBezTo>
                  <a:cubicBezTo>
                    <a:pt x="893327" y="98732"/>
                    <a:pt x="893024" y="99439"/>
                    <a:pt x="893024" y="99439"/>
                  </a:cubicBezTo>
                  <a:cubicBezTo>
                    <a:pt x="893024" y="99439"/>
                    <a:pt x="888548" y="100885"/>
                    <a:pt x="887942" y="101020"/>
                  </a:cubicBezTo>
                  <a:cubicBezTo>
                    <a:pt x="887370" y="101154"/>
                    <a:pt x="879596" y="102264"/>
                    <a:pt x="879596" y="102264"/>
                  </a:cubicBezTo>
                  <a:cubicBezTo>
                    <a:pt x="879596" y="102264"/>
                    <a:pt x="874817" y="101928"/>
                    <a:pt x="873740" y="101625"/>
                  </a:cubicBezTo>
                  <a:cubicBezTo>
                    <a:pt x="872663" y="101289"/>
                    <a:pt x="872529" y="98799"/>
                    <a:pt x="872428" y="98261"/>
                  </a:cubicBezTo>
                  <a:cubicBezTo>
                    <a:pt x="872327" y="97723"/>
                    <a:pt x="870240" y="94998"/>
                    <a:pt x="870240" y="94998"/>
                  </a:cubicBezTo>
                  <a:lnTo>
                    <a:pt x="866538" y="90087"/>
                  </a:lnTo>
                  <a:cubicBezTo>
                    <a:pt x="866538" y="90087"/>
                    <a:pt x="864351" y="89111"/>
                    <a:pt x="863913" y="89111"/>
                  </a:cubicBezTo>
                  <a:cubicBezTo>
                    <a:pt x="863476" y="89111"/>
                    <a:pt x="862836" y="89313"/>
                    <a:pt x="862500" y="89313"/>
                  </a:cubicBezTo>
                  <a:cubicBezTo>
                    <a:pt x="862163" y="89313"/>
                    <a:pt x="861187" y="89414"/>
                    <a:pt x="860548" y="89515"/>
                  </a:cubicBezTo>
                  <a:cubicBezTo>
                    <a:pt x="859908" y="89616"/>
                    <a:pt x="859572" y="90827"/>
                    <a:pt x="859134" y="91802"/>
                  </a:cubicBezTo>
                  <a:cubicBezTo>
                    <a:pt x="858697" y="92778"/>
                    <a:pt x="857721" y="93989"/>
                    <a:pt x="856846" y="94830"/>
                  </a:cubicBezTo>
                  <a:cubicBezTo>
                    <a:pt x="855971" y="95705"/>
                    <a:pt x="855432" y="96243"/>
                    <a:pt x="855432" y="96243"/>
                  </a:cubicBezTo>
                  <a:cubicBezTo>
                    <a:pt x="855432" y="96243"/>
                    <a:pt x="854557" y="98531"/>
                    <a:pt x="853918" y="98968"/>
                  </a:cubicBezTo>
                  <a:cubicBezTo>
                    <a:pt x="853278" y="99405"/>
                    <a:pt x="852605" y="100044"/>
                    <a:pt x="851629" y="100818"/>
                  </a:cubicBezTo>
                  <a:cubicBezTo>
                    <a:pt x="850653" y="101592"/>
                    <a:pt x="850317" y="101255"/>
                    <a:pt x="850317" y="101255"/>
                  </a:cubicBezTo>
                  <a:cubicBezTo>
                    <a:pt x="850317" y="101255"/>
                    <a:pt x="848365" y="102668"/>
                    <a:pt x="847591" y="103307"/>
                  </a:cubicBezTo>
                  <a:cubicBezTo>
                    <a:pt x="846817" y="103946"/>
                    <a:pt x="846177" y="105898"/>
                    <a:pt x="846177" y="106772"/>
                  </a:cubicBezTo>
                  <a:cubicBezTo>
                    <a:pt x="846177" y="107647"/>
                    <a:pt x="845740" y="108387"/>
                    <a:pt x="845302" y="108824"/>
                  </a:cubicBezTo>
                  <a:cubicBezTo>
                    <a:pt x="844865" y="109262"/>
                    <a:pt x="844225" y="111650"/>
                    <a:pt x="843014" y="112525"/>
                  </a:cubicBezTo>
                  <a:cubicBezTo>
                    <a:pt x="841802" y="113399"/>
                    <a:pt x="841937" y="112861"/>
                    <a:pt x="840725" y="113164"/>
                  </a:cubicBezTo>
                  <a:cubicBezTo>
                    <a:pt x="839514" y="113500"/>
                    <a:pt x="837797" y="113265"/>
                    <a:pt x="835711" y="112827"/>
                  </a:cubicBezTo>
                  <a:cubicBezTo>
                    <a:pt x="833658" y="112390"/>
                    <a:pt x="834970" y="111515"/>
                    <a:pt x="834970" y="111515"/>
                  </a:cubicBezTo>
                  <a:lnTo>
                    <a:pt x="834970" y="108791"/>
                  </a:lnTo>
                  <a:cubicBezTo>
                    <a:pt x="834970" y="108791"/>
                    <a:pt x="834869" y="105427"/>
                    <a:pt x="834768" y="104989"/>
                  </a:cubicBezTo>
                  <a:cubicBezTo>
                    <a:pt x="834667" y="104552"/>
                    <a:pt x="830326" y="102601"/>
                    <a:pt x="830326" y="102601"/>
                  </a:cubicBezTo>
                  <a:cubicBezTo>
                    <a:pt x="830326" y="102601"/>
                    <a:pt x="826523" y="101188"/>
                    <a:pt x="825109" y="100111"/>
                  </a:cubicBezTo>
                  <a:cubicBezTo>
                    <a:pt x="823696" y="99035"/>
                    <a:pt x="820431" y="97723"/>
                    <a:pt x="819018" y="97185"/>
                  </a:cubicBezTo>
                  <a:cubicBezTo>
                    <a:pt x="817604" y="96647"/>
                    <a:pt x="815753" y="95335"/>
                    <a:pt x="814239" y="94696"/>
                  </a:cubicBezTo>
                  <a:cubicBezTo>
                    <a:pt x="812724" y="94056"/>
                    <a:pt x="810974" y="93720"/>
                    <a:pt x="808248" y="92744"/>
                  </a:cubicBezTo>
                  <a:cubicBezTo>
                    <a:pt x="805522" y="91769"/>
                    <a:pt x="804647" y="90793"/>
                    <a:pt x="802594" y="89481"/>
                  </a:cubicBezTo>
                  <a:cubicBezTo>
                    <a:pt x="800542" y="88169"/>
                    <a:pt x="799229" y="85882"/>
                    <a:pt x="798590" y="84469"/>
                  </a:cubicBezTo>
                  <a:cubicBezTo>
                    <a:pt x="797950" y="83056"/>
                    <a:pt x="796840" y="82417"/>
                    <a:pt x="796301" y="81643"/>
                  </a:cubicBezTo>
                  <a:cubicBezTo>
                    <a:pt x="795763" y="80870"/>
                    <a:pt x="793272" y="77943"/>
                    <a:pt x="792936" y="76766"/>
                  </a:cubicBezTo>
                  <a:cubicBezTo>
                    <a:pt x="792599" y="75555"/>
                    <a:pt x="790344" y="74142"/>
                    <a:pt x="789772" y="73301"/>
                  </a:cubicBezTo>
                  <a:cubicBezTo>
                    <a:pt x="789234" y="72426"/>
                    <a:pt x="785532" y="68625"/>
                    <a:pt x="784993" y="67986"/>
                  </a:cubicBezTo>
                  <a:cubicBezTo>
                    <a:pt x="784455" y="67347"/>
                    <a:pt x="782368" y="65362"/>
                    <a:pt x="782065" y="64958"/>
                  </a:cubicBezTo>
                  <a:cubicBezTo>
                    <a:pt x="781729" y="64521"/>
                    <a:pt x="779137" y="61796"/>
                    <a:pt x="777926" y="59845"/>
                  </a:cubicBezTo>
                  <a:cubicBezTo>
                    <a:pt x="776748" y="57894"/>
                    <a:pt x="775301" y="57557"/>
                    <a:pt x="774560" y="57120"/>
                  </a:cubicBezTo>
                  <a:cubicBezTo>
                    <a:pt x="773786" y="56683"/>
                    <a:pt x="770320" y="54631"/>
                    <a:pt x="770320" y="54631"/>
                  </a:cubicBezTo>
                  <a:cubicBezTo>
                    <a:pt x="770320" y="54631"/>
                    <a:pt x="765541" y="53857"/>
                    <a:pt x="765204" y="53857"/>
                  </a:cubicBezTo>
                  <a:cubicBezTo>
                    <a:pt x="764868" y="53857"/>
                    <a:pt x="754771" y="53420"/>
                    <a:pt x="753459" y="53420"/>
                  </a:cubicBezTo>
                  <a:cubicBezTo>
                    <a:pt x="752146" y="53420"/>
                    <a:pt x="749992" y="54193"/>
                    <a:pt x="749992" y="54193"/>
                  </a:cubicBezTo>
                  <a:lnTo>
                    <a:pt x="748478" y="55270"/>
                  </a:lnTo>
                  <a:cubicBezTo>
                    <a:pt x="748478" y="55270"/>
                    <a:pt x="745752" y="57860"/>
                    <a:pt x="744877" y="59071"/>
                  </a:cubicBezTo>
                  <a:cubicBezTo>
                    <a:pt x="744002" y="60249"/>
                    <a:pt x="743127" y="61998"/>
                    <a:pt x="743261" y="62435"/>
                  </a:cubicBezTo>
                  <a:cubicBezTo>
                    <a:pt x="743362" y="62872"/>
                    <a:pt x="740670" y="69836"/>
                    <a:pt x="740973" y="70038"/>
                  </a:cubicBezTo>
                  <a:cubicBezTo>
                    <a:pt x="741310" y="70240"/>
                    <a:pt x="744776" y="75353"/>
                    <a:pt x="745853" y="76867"/>
                  </a:cubicBezTo>
                  <a:cubicBezTo>
                    <a:pt x="746930" y="78380"/>
                    <a:pt x="746088" y="78178"/>
                    <a:pt x="745954" y="81206"/>
                  </a:cubicBezTo>
                  <a:cubicBezTo>
                    <a:pt x="745853" y="84234"/>
                    <a:pt x="744877" y="85646"/>
                    <a:pt x="743127" y="87934"/>
                  </a:cubicBezTo>
                  <a:cubicBezTo>
                    <a:pt x="741377" y="90221"/>
                    <a:pt x="741713" y="93148"/>
                    <a:pt x="740199" y="98160"/>
                  </a:cubicBezTo>
                  <a:cubicBezTo>
                    <a:pt x="738684" y="103173"/>
                    <a:pt x="738684" y="105427"/>
                    <a:pt x="737708" y="107512"/>
                  </a:cubicBezTo>
                  <a:cubicBezTo>
                    <a:pt x="736732" y="109564"/>
                    <a:pt x="736632" y="110540"/>
                    <a:pt x="736632" y="112289"/>
                  </a:cubicBezTo>
                  <a:cubicBezTo>
                    <a:pt x="736632" y="114038"/>
                    <a:pt x="737708" y="115552"/>
                    <a:pt x="738247" y="117167"/>
                  </a:cubicBezTo>
                  <a:cubicBezTo>
                    <a:pt x="738785" y="118781"/>
                    <a:pt x="739862" y="121944"/>
                    <a:pt x="740098" y="122280"/>
                  </a:cubicBezTo>
                  <a:cubicBezTo>
                    <a:pt x="740333" y="122616"/>
                    <a:pt x="740636" y="128806"/>
                    <a:pt x="740435" y="129546"/>
                  </a:cubicBezTo>
                  <a:cubicBezTo>
                    <a:pt x="740233" y="130320"/>
                    <a:pt x="740435" y="133549"/>
                    <a:pt x="740233" y="135971"/>
                  </a:cubicBezTo>
                  <a:cubicBezTo>
                    <a:pt x="740031" y="138360"/>
                    <a:pt x="739694" y="140849"/>
                    <a:pt x="739694" y="141186"/>
                  </a:cubicBezTo>
                  <a:cubicBezTo>
                    <a:pt x="739694" y="141522"/>
                    <a:pt x="739593" y="143574"/>
                    <a:pt x="739593" y="145525"/>
                  </a:cubicBezTo>
                  <a:cubicBezTo>
                    <a:pt x="739593" y="147476"/>
                    <a:pt x="739156" y="147274"/>
                    <a:pt x="739055" y="148014"/>
                  </a:cubicBezTo>
                  <a:cubicBezTo>
                    <a:pt x="738954" y="148788"/>
                    <a:pt x="737540" y="149225"/>
                    <a:pt x="736665" y="149528"/>
                  </a:cubicBezTo>
                  <a:cubicBezTo>
                    <a:pt x="735790" y="149865"/>
                    <a:pt x="732963" y="150403"/>
                    <a:pt x="732324" y="150403"/>
                  </a:cubicBezTo>
                  <a:cubicBezTo>
                    <a:pt x="731684" y="150403"/>
                    <a:pt x="729732" y="150739"/>
                    <a:pt x="727881" y="150403"/>
                  </a:cubicBezTo>
                  <a:cubicBezTo>
                    <a:pt x="726030" y="150066"/>
                    <a:pt x="725155" y="151917"/>
                    <a:pt x="724179" y="152051"/>
                  </a:cubicBezTo>
                  <a:cubicBezTo>
                    <a:pt x="723203" y="152152"/>
                    <a:pt x="719737" y="151513"/>
                    <a:pt x="718862" y="151513"/>
                  </a:cubicBezTo>
                  <a:cubicBezTo>
                    <a:pt x="717987" y="151513"/>
                    <a:pt x="716472" y="150302"/>
                    <a:pt x="716472" y="150302"/>
                  </a:cubicBezTo>
                  <a:cubicBezTo>
                    <a:pt x="716472" y="150302"/>
                    <a:pt x="712770" y="147274"/>
                    <a:pt x="712333" y="146938"/>
                  </a:cubicBezTo>
                  <a:cubicBezTo>
                    <a:pt x="711895" y="146601"/>
                    <a:pt x="709742" y="144751"/>
                    <a:pt x="708429" y="143574"/>
                  </a:cubicBezTo>
                  <a:cubicBezTo>
                    <a:pt x="707116" y="142397"/>
                    <a:pt x="705164" y="140210"/>
                    <a:pt x="704626" y="139874"/>
                  </a:cubicBezTo>
                  <a:cubicBezTo>
                    <a:pt x="704088" y="139537"/>
                    <a:pt x="701900" y="139335"/>
                    <a:pt x="701261" y="138999"/>
                  </a:cubicBezTo>
                  <a:cubicBezTo>
                    <a:pt x="700621" y="138663"/>
                    <a:pt x="699510" y="135837"/>
                    <a:pt x="699510" y="135399"/>
                  </a:cubicBezTo>
                  <a:cubicBezTo>
                    <a:pt x="699510" y="134962"/>
                    <a:pt x="699746" y="133347"/>
                    <a:pt x="699746" y="133011"/>
                  </a:cubicBezTo>
                  <a:cubicBezTo>
                    <a:pt x="699746" y="132675"/>
                    <a:pt x="699847" y="127158"/>
                    <a:pt x="699847" y="127158"/>
                  </a:cubicBezTo>
                  <a:cubicBezTo>
                    <a:pt x="699847" y="127158"/>
                    <a:pt x="696246" y="123558"/>
                    <a:pt x="695607" y="123155"/>
                  </a:cubicBezTo>
                  <a:cubicBezTo>
                    <a:pt x="694967" y="122717"/>
                    <a:pt x="691030" y="118277"/>
                    <a:pt x="690727" y="117604"/>
                  </a:cubicBezTo>
                  <a:cubicBezTo>
                    <a:pt x="690390" y="116965"/>
                    <a:pt x="687361" y="115989"/>
                    <a:pt x="686924" y="115754"/>
                  </a:cubicBezTo>
                  <a:cubicBezTo>
                    <a:pt x="686486" y="115552"/>
                    <a:pt x="680832" y="113467"/>
                    <a:pt x="680395" y="113265"/>
                  </a:cubicBezTo>
                  <a:cubicBezTo>
                    <a:pt x="679957" y="113063"/>
                    <a:pt x="677770" y="113265"/>
                    <a:pt x="677770" y="113265"/>
                  </a:cubicBezTo>
                  <a:cubicBezTo>
                    <a:pt x="677770" y="113265"/>
                    <a:pt x="672217" y="110876"/>
                    <a:pt x="671678" y="110439"/>
                  </a:cubicBezTo>
                  <a:cubicBezTo>
                    <a:pt x="671140" y="110002"/>
                    <a:pt x="660034" y="103038"/>
                    <a:pt x="659731" y="102836"/>
                  </a:cubicBezTo>
                  <a:cubicBezTo>
                    <a:pt x="659394" y="102634"/>
                    <a:pt x="655490" y="99035"/>
                    <a:pt x="655288" y="98598"/>
                  </a:cubicBezTo>
                  <a:cubicBezTo>
                    <a:pt x="655087" y="98160"/>
                    <a:pt x="649735" y="92946"/>
                    <a:pt x="648759" y="92307"/>
                  </a:cubicBezTo>
                  <a:cubicBezTo>
                    <a:pt x="647783" y="91668"/>
                    <a:pt x="644283" y="87867"/>
                    <a:pt x="643879" y="87093"/>
                  </a:cubicBezTo>
                  <a:cubicBezTo>
                    <a:pt x="643442" y="86319"/>
                    <a:pt x="641389" y="85041"/>
                    <a:pt x="640952" y="84368"/>
                  </a:cubicBezTo>
                  <a:cubicBezTo>
                    <a:pt x="640514" y="83729"/>
                    <a:pt x="638461" y="82854"/>
                    <a:pt x="638461" y="82854"/>
                  </a:cubicBezTo>
                  <a:cubicBezTo>
                    <a:pt x="638461" y="82854"/>
                    <a:pt x="635096" y="81105"/>
                    <a:pt x="634658" y="81004"/>
                  </a:cubicBezTo>
                  <a:cubicBezTo>
                    <a:pt x="634221" y="80903"/>
                    <a:pt x="633043" y="79692"/>
                    <a:pt x="633043" y="79692"/>
                  </a:cubicBezTo>
                  <a:cubicBezTo>
                    <a:pt x="633043" y="79692"/>
                    <a:pt x="632403" y="75016"/>
                    <a:pt x="631966" y="71551"/>
                  </a:cubicBezTo>
                  <a:cubicBezTo>
                    <a:pt x="631528" y="68087"/>
                    <a:pt x="627389" y="67515"/>
                    <a:pt x="627187" y="67212"/>
                  </a:cubicBezTo>
                  <a:cubicBezTo>
                    <a:pt x="626951" y="66876"/>
                    <a:pt x="625235" y="65160"/>
                    <a:pt x="624898" y="64924"/>
                  </a:cubicBezTo>
                  <a:cubicBezTo>
                    <a:pt x="624562" y="64723"/>
                    <a:pt x="616316" y="58197"/>
                    <a:pt x="615340" y="57322"/>
                  </a:cubicBezTo>
                  <a:cubicBezTo>
                    <a:pt x="614364" y="56447"/>
                    <a:pt x="608172" y="48946"/>
                    <a:pt x="607499" y="47667"/>
                  </a:cubicBezTo>
                  <a:cubicBezTo>
                    <a:pt x="606859" y="46355"/>
                    <a:pt x="604133" y="45279"/>
                    <a:pt x="602720" y="43866"/>
                  </a:cubicBezTo>
                  <a:cubicBezTo>
                    <a:pt x="601306" y="42453"/>
                    <a:pt x="599455" y="38416"/>
                    <a:pt x="599119" y="36163"/>
                  </a:cubicBezTo>
                  <a:cubicBezTo>
                    <a:pt x="598782" y="33875"/>
                    <a:pt x="593566" y="34514"/>
                    <a:pt x="593566" y="34514"/>
                  </a:cubicBezTo>
                  <a:cubicBezTo>
                    <a:pt x="593566" y="34514"/>
                    <a:pt x="585960" y="35725"/>
                    <a:pt x="585320" y="35591"/>
                  </a:cubicBezTo>
                  <a:cubicBezTo>
                    <a:pt x="584681" y="35490"/>
                    <a:pt x="581854" y="33202"/>
                    <a:pt x="580306" y="31890"/>
                  </a:cubicBezTo>
                  <a:cubicBezTo>
                    <a:pt x="578791" y="30578"/>
                    <a:pt x="575426" y="28425"/>
                    <a:pt x="574316" y="27753"/>
                  </a:cubicBezTo>
                  <a:cubicBezTo>
                    <a:pt x="573239" y="27114"/>
                    <a:pt x="569200" y="25802"/>
                    <a:pt x="567887" y="25701"/>
                  </a:cubicBezTo>
                  <a:cubicBezTo>
                    <a:pt x="566575" y="25600"/>
                    <a:pt x="565599" y="25802"/>
                    <a:pt x="563310" y="25802"/>
                  </a:cubicBezTo>
                  <a:cubicBezTo>
                    <a:pt x="561022" y="25802"/>
                    <a:pt x="558296" y="25802"/>
                    <a:pt x="555806" y="25600"/>
                  </a:cubicBezTo>
                  <a:cubicBezTo>
                    <a:pt x="553315" y="25364"/>
                    <a:pt x="550051" y="23951"/>
                    <a:pt x="549377" y="23750"/>
                  </a:cubicBezTo>
                  <a:cubicBezTo>
                    <a:pt x="548738" y="23548"/>
                    <a:pt x="543824" y="20049"/>
                    <a:pt x="542949" y="19410"/>
                  </a:cubicBezTo>
                  <a:cubicBezTo>
                    <a:pt x="542074" y="18771"/>
                    <a:pt x="538709" y="15945"/>
                    <a:pt x="536757" y="14970"/>
                  </a:cubicBezTo>
                  <a:cubicBezTo>
                    <a:pt x="534805" y="13994"/>
                    <a:pt x="533291" y="12783"/>
                    <a:pt x="532954" y="12581"/>
                  </a:cubicBezTo>
                  <a:cubicBezTo>
                    <a:pt x="532617" y="12379"/>
                    <a:pt x="526997" y="11606"/>
                    <a:pt x="526997" y="11606"/>
                  </a:cubicBezTo>
                  <a:cubicBezTo>
                    <a:pt x="526997" y="11606"/>
                    <a:pt x="519290" y="12379"/>
                    <a:pt x="517978" y="12682"/>
                  </a:cubicBezTo>
                  <a:cubicBezTo>
                    <a:pt x="516665" y="13019"/>
                    <a:pt x="514377" y="10630"/>
                    <a:pt x="514377" y="10630"/>
                  </a:cubicBezTo>
                  <a:lnTo>
                    <a:pt x="511651" y="8242"/>
                  </a:lnTo>
                  <a:cubicBezTo>
                    <a:pt x="511651" y="8242"/>
                    <a:pt x="510136" y="6829"/>
                    <a:pt x="509800" y="6829"/>
                  </a:cubicBezTo>
                  <a:cubicBezTo>
                    <a:pt x="509463" y="6829"/>
                    <a:pt x="508386" y="7165"/>
                    <a:pt x="507747" y="7165"/>
                  </a:cubicBezTo>
                  <a:cubicBezTo>
                    <a:pt x="507107" y="7165"/>
                    <a:pt x="505357" y="8040"/>
                    <a:pt x="503708" y="8477"/>
                  </a:cubicBezTo>
                  <a:cubicBezTo>
                    <a:pt x="502093" y="8914"/>
                    <a:pt x="501521" y="9688"/>
                    <a:pt x="500006" y="9991"/>
                  </a:cubicBezTo>
                  <a:cubicBezTo>
                    <a:pt x="498492" y="10327"/>
                    <a:pt x="497415" y="10630"/>
                    <a:pt x="496203" y="10630"/>
                  </a:cubicBezTo>
                  <a:cubicBezTo>
                    <a:pt x="494992" y="10630"/>
                    <a:pt x="493713" y="11707"/>
                    <a:pt x="492737" y="11841"/>
                  </a:cubicBezTo>
                  <a:cubicBezTo>
                    <a:pt x="491761" y="11942"/>
                    <a:pt x="490448" y="11639"/>
                    <a:pt x="489136" y="11639"/>
                  </a:cubicBezTo>
                  <a:cubicBezTo>
                    <a:pt x="487823" y="11639"/>
                    <a:pt x="486208" y="11202"/>
                    <a:pt x="485333" y="11101"/>
                  </a:cubicBezTo>
                  <a:cubicBezTo>
                    <a:pt x="484458" y="11000"/>
                    <a:pt x="483145" y="10125"/>
                    <a:pt x="482068" y="9587"/>
                  </a:cubicBezTo>
                  <a:cubicBezTo>
                    <a:pt x="480991" y="9049"/>
                    <a:pt x="479342" y="8713"/>
                    <a:pt x="478265" y="8174"/>
                  </a:cubicBezTo>
                  <a:cubicBezTo>
                    <a:pt x="477188" y="7636"/>
                    <a:pt x="473284" y="7838"/>
                    <a:pt x="471635" y="7401"/>
                  </a:cubicBezTo>
                  <a:cubicBezTo>
                    <a:pt x="470020" y="6963"/>
                    <a:pt x="465477" y="6425"/>
                    <a:pt x="465477" y="6425"/>
                  </a:cubicBezTo>
                  <a:cubicBezTo>
                    <a:pt x="465477" y="6425"/>
                    <a:pt x="458746" y="6425"/>
                    <a:pt x="458308" y="6425"/>
                  </a:cubicBezTo>
                  <a:cubicBezTo>
                    <a:pt x="457871" y="6425"/>
                    <a:pt x="454169" y="5113"/>
                    <a:pt x="453428" y="5113"/>
                  </a:cubicBezTo>
                  <a:cubicBezTo>
                    <a:pt x="452654" y="5113"/>
                    <a:pt x="450399" y="3801"/>
                    <a:pt x="449827" y="3498"/>
                  </a:cubicBezTo>
                  <a:cubicBezTo>
                    <a:pt x="449289" y="3162"/>
                    <a:pt x="446899" y="2086"/>
                    <a:pt x="446024" y="1884"/>
                  </a:cubicBezTo>
                  <a:cubicBezTo>
                    <a:pt x="445149" y="1648"/>
                    <a:pt x="443971" y="1648"/>
                    <a:pt x="443298" y="1547"/>
                  </a:cubicBezTo>
                  <a:cubicBezTo>
                    <a:pt x="442659" y="1446"/>
                    <a:pt x="442760" y="1884"/>
                    <a:pt x="442760" y="1884"/>
                  </a:cubicBezTo>
                  <a:cubicBezTo>
                    <a:pt x="442760" y="1884"/>
                    <a:pt x="442221" y="3835"/>
                    <a:pt x="442120" y="4272"/>
                  </a:cubicBezTo>
                  <a:cubicBezTo>
                    <a:pt x="442019" y="4710"/>
                    <a:pt x="441043" y="6560"/>
                    <a:pt x="440707" y="7098"/>
                  </a:cubicBezTo>
                  <a:cubicBezTo>
                    <a:pt x="440370" y="7636"/>
                    <a:pt x="438856" y="8612"/>
                    <a:pt x="437880" y="9486"/>
                  </a:cubicBezTo>
                  <a:cubicBezTo>
                    <a:pt x="436904" y="10361"/>
                    <a:pt x="435692" y="9688"/>
                    <a:pt x="434615" y="9688"/>
                  </a:cubicBezTo>
                  <a:cubicBezTo>
                    <a:pt x="433538" y="9688"/>
                    <a:pt x="431788" y="9049"/>
                    <a:pt x="429937" y="8814"/>
                  </a:cubicBezTo>
                  <a:cubicBezTo>
                    <a:pt x="428086" y="8578"/>
                    <a:pt x="428187" y="7502"/>
                    <a:pt x="428187" y="7502"/>
                  </a:cubicBezTo>
                  <a:lnTo>
                    <a:pt x="426134" y="7266"/>
                  </a:lnTo>
                  <a:cubicBezTo>
                    <a:pt x="426134" y="7266"/>
                    <a:pt x="424519" y="9015"/>
                    <a:pt x="424283" y="9453"/>
                  </a:cubicBezTo>
                  <a:cubicBezTo>
                    <a:pt x="424081" y="9890"/>
                    <a:pt x="417216" y="9991"/>
                    <a:pt x="417216" y="9991"/>
                  </a:cubicBezTo>
                  <a:cubicBezTo>
                    <a:pt x="417216" y="9991"/>
                    <a:pt x="409172" y="10327"/>
                    <a:pt x="408735" y="10529"/>
                  </a:cubicBezTo>
                  <a:cubicBezTo>
                    <a:pt x="408297" y="10765"/>
                    <a:pt x="405571" y="10765"/>
                    <a:pt x="405571" y="10765"/>
                  </a:cubicBezTo>
                  <a:cubicBezTo>
                    <a:pt x="405571" y="10765"/>
                    <a:pt x="403821" y="11639"/>
                    <a:pt x="403417" y="11538"/>
                  </a:cubicBezTo>
                  <a:cubicBezTo>
                    <a:pt x="402980" y="11437"/>
                    <a:pt x="402206" y="10563"/>
                    <a:pt x="401567" y="9924"/>
                  </a:cubicBezTo>
                  <a:cubicBezTo>
                    <a:pt x="400927" y="9284"/>
                    <a:pt x="399716" y="8309"/>
                    <a:pt x="398639" y="7333"/>
                  </a:cubicBezTo>
                  <a:cubicBezTo>
                    <a:pt x="397562" y="6358"/>
                    <a:pt x="397225" y="5584"/>
                    <a:pt x="397023" y="5147"/>
                  </a:cubicBezTo>
                  <a:cubicBezTo>
                    <a:pt x="396788" y="4710"/>
                    <a:pt x="396922" y="3532"/>
                    <a:pt x="396922" y="3532"/>
                  </a:cubicBezTo>
                  <a:cubicBezTo>
                    <a:pt x="396922" y="3532"/>
                    <a:pt x="396922" y="1783"/>
                    <a:pt x="396821" y="1480"/>
                  </a:cubicBezTo>
                  <a:cubicBezTo>
                    <a:pt x="396754" y="1312"/>
                    <a:pt x="396754" y="605"/>
                    <a:pt x="396788" y="0"/>
                  </a:cubicBezTo>
                  <a:lnTo>
                    <a:pt x="396720" y="0"/>
                  </a:lnTo>
                  <a:lnTo>
                    <a:pt x="393355" y="2725"/>
                  </a:lnTo>
                  <a:lnTo>
                    <a:pt x="393355" y="7367"/>
                  </a:lnTo>
                  <a:lnTo>
                    <a:pt x="375686" y="10125"/>
                  </a:lnTo>
                  <a:lnTo>
                    <a:pt x="372489" y="11707"/>
                  </a:lnTo>
                  <a:lnTo>
                    <a:pt x="364681" y="11707"/>
                  </a:lnTo>
                  <a:lnTo>
                    <a:pt x="360609" y="7064"/>
                  </a:lnTo>
                  <a:lnTo>
                    <a:pt x="349301" y="11707"/>
                  </a:lnTo>
                  <a:lnTo>
                    <a:pt x="340887" y="18670"/>
                  </a:lnTo>
                  <a:lnTo>
                    <a:pt x="334796" y="20116"/>
                  </a:lnTo>
                  <a:lnTo>
                    <a:pt x="331026" y="15474"/>
                  </a:lnTo>
                  <a:lnTo>
                    <a:pt x="323791" y="18098"/>
                  </a:lnTo>
                  <a:cubicBezTo>
                    <a:pt x="323791" y="18098"/>
                    <a:pt x="317127" y="19847"/>
                    <a:pt x="315983" y="20116"/>
                  </a:cubicBezTo>
                  <a:cubicBezTo>
                    <a:pt x="314839" y="20419"/>
                    <a:pt x="305853" y="20116"/>
                    <a:pt x="305853" y="20116"/>
                  </a:cubicBezTo>
                  <a:lnTo>
                    <a:pt x="302386" y="24591"/>
                  </a:lnTo>
                  <a:lnTo>
                    <a:pt x="297170" y="27349"/>
                  </a:lnTo>
                  <a:lnTo>
                    <a:pt x="288218" y="27349"/>
                  </a:lnTo>
                  <a:lnTo>
                    <a:pt x="281251" y="27349"/>
                  </a:lnTo>
                  <a:lnTo>
                    <a:pt x="271996" y="28796"/>
                  </a:lnTo>
                  <a:lnTo>
                    <a:pt x="253453" y="32260"/>
                  </a:lnTo>
                  <a:lnTo>
                    <a:pt x="238678" y="35288"/>
                  </a:lnTo>
                  <a:lnTo>
                    <a:pt x="223029" y="37744"/>
                  </a:lnTo>
                  <a:lnTo>
                    <a:pt x="206504" y="37744"/>
                  </a:lnTo>
                  <a:lnTo>
                    <a:pt x="194894" y="34279"/>
                  </a:lnTo>
                  <a:lnTo>
                    <a:pt x="187052" y="29637"/>
                  </a:lnTo>
                  <a:lnTo>
                    <a:pt x="177764" y="30511"/>
                  </a:lnTo>
                  <a:lnTo>
                    <a:pt x="173422" y="32832"/>
                  </a:lnTo>
                  <a:lnTo>
                    <a:pt x="168509" y="39493"/>
                  </a:lnTo>
                  <a:lnTo>
                    <a:pt x="159523" y="45279"/>
                  </a:lnTo>
                  <a:lnTo>
                    <a:pt x="155181" y="49181"/>
                  </a:lnTo>
                  <a:lnTo>
                    <a:pt x="151109" y="51637"/>
                  </a:lnTo>
                  <a:lnTo>
                    <a:pt x="140373" y="51637"/>
                  </a:lnTo>
                  <a:lnTo>
                    <a:pt x="136032" y="54833"/>
                  </a:lnTo>
                  <a:lnTo>
                    <a:pt x="136032" y="62940"/>
                  </a:lnTo>
                  <a:lnTo>
                    <a:pt x="141820" y="75117"/>
                  </a:lnTo>
                  <a:lnTo>
                    <a:pt x="148787" y="87867"/>
                  </a:lnTo>
                  <a:lnTo>
                    <a:pt x="153431" y="97420"/>
                  </a:lnTo>
                  <a:lnTo>
                    <a:pt x="155753" y="101491"/>
                  </a:lnTo>
                  <a:lnTo>
                    <a:pt x="153734" y="109598"/>
                  </a:lnTo>
                  <a:lnTo>
                    <a:pt x="147946" y="112491"/>
                  </a:lnTo>
                  <a:lnTo>
                    <a:pt x="147070" y="120026"/>
                  </a:lnTo>
                  <a:lnTo>
                    <a:pt x="145926" y="125812"/>
                  </a:lnTo>
                  <a:lnTo>
                    <a:pt x="154609" y="133347"/>
                  </a:lnTo>
                  <a:lnTo>
                    <a:pt x="162720" y="137990"/>
                  </a:lnTo>
                  <a:lnTo>
                    <a:pt x="167364" y="144079"/>
                  </a:lnTo>
                  <a:lnTo>
                    <a:pt x="176350" y="150436"/>
                  </a:lnTo>
                  <a:lnTo>
                    <a:pt x="180759" y="149562"/>
                  </a:lnTo>
                  <a:lnTo>
                    <a:pt x="181264" y="154776"/>
                  </a:lnTo>
                  <a:lnTo>
                    <a:pt x="181264" y="160293"/>
                  </a:lnTo>
                  <a:lnTo>
                    <a:pt x="180961" y="165810"/>
                  </a:lnTo>
                  <a:lnTo>
                    <a:pt x="186918" y="167996"/>
                  </a:lnTo>
                  <a:lnTo>
                    <a:pt x="193884" y="173211"/>
                  </a:lnTo>
                  <a:lnTo>
                    <a:pt x="197350" y="175666"/>
                  </a:lnTo>
                  <a:lnTo>
                    <a:pt x="200682" y="176406"/>
                  </a:lnTo>
                  <a:lnTo>
                    <a:pt x="200379" y="180880"/>
                  </a:lnTo>
                  <a:lnTo>
                    <a:pt x="202836" y="191611"/>
                  </a:lnTo>
                  <a:lnTo>
                    <a:pt x="204418" y="197969"/>
                  </a:lnTo>
                  <a:lnTo>
                    <a:pt x="209264" y="204193"/>
                  </a:lnTo>
                  <a:lnTo>
                    <a:pt x="214279" y="210584"/>
                  </a:lnTo>
                  <a:lnTo>
                    <a:pt x="214279" y="214217"/>
                  </a:lnTo>
                  <a:lnTo>
                    <a:pt x="213101" y="217682"/>
                  </a:lnTo>
                  <a:lnTo>
                    <a:pt x="211216" y="222459"/>
                  </a:lnTo>
                  <a:lnTo>
                    <a:pt x="209904" y="224040"/>
                  </a:lnTo>
                  <a:lnTo>
                    <a:pt x="208154" y="225486"/>
                  </a:lnTo>
                  <a:lnTo>
                    <a:pt x="206404" y="225486"/>
                  </a:lnTo>
                  <a:lnTo>
                    <a:pt x="202937" y="225486"/>
                  </a:lnTo>
                  <a:lnTo>
                    <a:pt x="199471" y="223737"/>
                  </a:lnTo>
                  <a:lnTo>
                    <a:pt x="196004" y="223737"/>
                  </a:lnTo>
                  <a:lnTo>
                    <a:pt x="194591" y="225486"/>
                  </a:lnTo>
                  <a:lnTo>
                    <a:pt x="192100" y="226899"/>
                  </a:lnTo>
                  <a:lnTo>
                    <a:pt x="190249" y="229389"/>
                  </a:lnTo>
                  <a:lnTo>
                    <a:pt x="186211" y="231340"/>
                  </a:lnTo>
                  <a:cubicBezTo>
                    <a:pt x="186211" y="231340"/>
                    <a:pt x="182408" y="232214"/>
                    <a:pt x="181970" y="232315"/>
                  </a:cubicBezTo>
                  <a:cubicBezTo>
                    <a:pt x="181533" y="232416"/>
                    <a:pt x="173388" y="232315"/>
                    <a:pt x="173388" y="232315"/>
                  </a:cubicBezTo>
                  <a:lnTo>
                    <a:pt x="169047" y="232349"/>
                  </a:lnTo>
                  <a:cubicBezTo>
                    <a:pt x="169047" y="232349"/>
                    <a:pt x="167398" y="233392"/>
                    <a:pt x="166994" y="233594"/>
                  </a:cubicBezTo>
                  <a:cubicBezTo>
                    <a:pt x="166556" y="233829"/>
                    <a:pt x="164268" y="235208"/>
                    <a:pt x="163830" y="235444"/>
                  </a:cubicBezTo>
                  <a:cubicBezTo>
                    <a:pt x="163393" y="235646"/>
                    <a:pt x="158614" y="238068"/>
                    <a:pt x="158614" y="238068"/>
                  </a:cubicBezTo>
                  <a:cubicBezTo>
                    <a:pt x="158614" y="238068"/>
                    <a:pt x="157638" y="239144"/>
                    <a:pt x="156864" y="239480"/>
                  </a:cubicBezTo>
                  <a:cubicBezTo>
                    <a:pt x="156090" y="239817"/>
                    <a:pt x="152825" y="241095"/>
                    <a:pt x="152825" y="241095"/>
                  </a:cubicBezTo>
                  <a:lnTo>
                    <a:pt x="151311" y="243282"/>
                  </a:lnTo>
                  <a:lnTo>
                    <a:pt x="151849" y="245031"/>
                  </a:lnTo>
                  <a:cubicBezTo>
                    <a:pt x="151849" y="245031"/>
                    <a:pt x="151412" y="247083"/>
                    <a:pt x="151950" y="248059"/>
                  </a:cubicBezTo>
                  <a:cubicBezTo>
                    <a:pt x="152489" y="249034"/>
                    <a:pt x="155316" y="250884"/>
                    <a:pt x="155316" y="250884"/>
                  </a:cubicBezTo>
                  <a:cubicBezTo>
                    <a:pt x="155316" y="250884"/>
                    <a:pt x="155316" y="252196"/>
                    <a:pt x="155215" y="252499"/>
                  </a:cubicBezTo>
                  <a:cubicBezTo>
                    <a:pt x="155114" y="252836"/>
                    <a:pt x="153599" y="255661"/>
                    <a:pt x="153599" y="255661"/>
                  </a:cubicBezTo>
                  <a:lnTo>
                    <a:pt x="152960" y="256637"/>
                  </a:lnTo>
                  <a:lnTo>
                    <a:pt x="152253" y="259126"/>
                  </a:lnTo>
                  <a:lnTo>
                    <a:pt x="151648" y="262793"/>
                  </a:lnTo>
                  <a:lnTo>
                    <a:pt x="151648" y="266258"/>
                  </a:lnTo>
                  <a:lnTo>
                    <a:pt x="152422" y="270395"/>
                  </a:lnTo>
                  <a:lnTo>
                    <a:pt x="157638" y="271472"/>
                  </a:lnTo>
                  <a:lnTo>
                    <a:pt x="161542" y="273524"/>
                  </a:lnTo>
                  <a:cubicBezTo>
                    <a:pt x="161542" y="273524"/>
                    <a:pt x="164369" y="274836"/>
                    <a:pt x="164806" y="274836"/>
                  </a:cubicBezTo>
                  <a:cubicBezTo>
                    <a:pt x="165244" y="274836"/>
                    <a:pt x="166859" y="275374"/>
                    <a:pt x="167398" y="275912"/>
                  </a:cubicBezTo>
                  <a:cubicBezTo>
                    <a:pt x="167936" y="276450"/>
                    <a:pt x="172076" y="279613"/>
                    <a:pt x="172076" y="279613"/>
                  </a:cubicBezTo>
                  <a:lnTo>
                    <a:pt x="173860" y="283078"/>
                  </a:lnTo>
                  <a:lnTo>
                    <a:pt x="174230" y="286441"/>
                  </a:lnTo>
                  <a:lnTo>
                    <a:pt x="174230" y="290579"/>
                  </a:lnTo>
                  <a:lnTo>
                    <a:pt x="175105" y="297240"/>
                  </a:lnTo>
                  <a:lnTo>
                    <a:pt x="174802" y="302757"/>
                  </a:lnTo>
                  <a:lnTo>
                    <a:pt x="176249" y="306827"/>
                  </a:lnTo>
                  <a:lnTo>
                    <a:pt x="176821" y="311469"/>
                  </a:lnTo>
                  <a:lnTo>
                    <a:pt x="175946" y="316381"/>
                  </a:lnTo>
                  <a:lnTo>
                    <a:pt x="172480" y="322907"/>
                  </a:lnTo>
                  <a:lnTo>
                    <a:pt x="170460" y="326237"/>
                  </a:lnTo>
                  <a:lnTo>
                    <a:pt x="166388" y="326237"/>
                  </a:lnTo>
                  <a:lnTo>
                    <a:pt x="162316" y="331451"/>
                  </a:lnTo>
                  <a:lnTo>
                    <a:pt x="159422" y="331451"/>
                  </a:lnTo>
                  <a:lnTo>
                    <a:pt x="155955" y="328861"/>
                  </a:lnTo>
                  <a:lnTo>
                    <a:pt x="149864" y="327415"/>
                  </a:lnTo>
                  <a:lnTo>
                    <a:pt x="144344" y="322503"/>
                  </a:lnTo>
                  <a:lnTo>
                    <a:pt x="143470" y="317592"/>
                  </a:lnTo>
                  <a:lnTo>
                    <a:pt x="140844" y="317020"/>
                  </a:lnTo>
                  <a:lnTo>
                    <a:pt x="132162" y="315573"/>
                  </a:lnTo>
                  <a:lnTo>
                    <a:pt x="127517" y="312983"/>
                  </a:lnTo>
                  <a:lnTo>
                    <a:pt x="115065" y="312109"/>
                  </a:lnTo>
                  <a:lnTo>
                    <a:pt x="105776" y="310359"/>
                  </a:lnTo>
                  <a:lnTo>
                    <a:pt x="99988" y="305717"/>
                  </a:lnTo>
                  <a:lnTo>
                    <a:pt x="95343" y="302824"/>
                  </a:lnTo>
                  <a:lnTo>
                    <a:pt x="91002" y="296735"/>
                  </a:lnTo>
                  <a:lnTo>
                    <a:pt x="87233" y="293270"/>
                  </a:lnTo>
                  <a:lnTo>
                    <a:pt x="82891" y="293270"/>
                  </a:lnTo>
                  <a:lnTo>
                    <a:pt x="80502" y="294952"/>
                  </a:lnTo>
                  <a:cubicBezTo>
                    <a:pt x="80502" y="294952"/>
                    <a:pt x="78314" y="297778"/>
                    <a:pt x="78314" y="298081"/>
                  </a:cubicBezTo>
                  <a:cubicBezTo>
                    <a:pt x="78314" y="298384"/>
                    <a:pt x="78752" y="303228"/>
                    <a:pt x="78752" y="303228"/>
                  </a:cubicBezTo>
                  <a:lnTo>
                    <a:pt x="75117" y="303968"/>
                  </a:lnTo>
                  <a:cubicBezTo>
                    <a:pt x="75117" y="303968"/>
                    <a:pt x="73535" y="304607"/>
                    <a:pt x="72929" y="305111"/>
                  </a:cubicBezTo>
                  <a:cubicBezTo>
                    <a:pt x="72357" y="305616"/>
                    <a:pt x="71482" y="309182"/>
                    <a:pt x="71482" y="309182"/>
                  </a:cubicBezTo>
                  <a:lnTo>
                    <a:pt x="66569" y="309417"/>
                  </a:lnTo>
                  <a:lnTo>
                    <a:pt x="61924" y="306592"/>
                  </a:lnTo>
                  <a:cubicBezTo>
                    <a:pt x="61924" y="306592"/>
                    <a:pt x="60679" y="304708"/>
                    <a:pt x="60477" y="304708"/>
                  </a:cubicBezTo>
                  <a:cubicBezTo>
                    <a:pt x="60275" y="304708"/>
                    <a:pt x="57852" y="303059"/>
                    <a:pt x="57583" y="303059"/>
                  </a:cubicBezTo>
                  <a:cubicBezTo>
                    <a:pt x="57280" y="303059"/>
                    <a:pt x="54117" y="302925"/>
                    <a:pt x="54117" y="302925"/>
                  </a:cubicBezTo>
                  <a:lnTo>
                    <a:pt x="50482" y="303261"/>
                  </a:lnTo>
                  <a:lnTo>
                    <a:pt x="44626" y="303799"/>
                  </a:lnTo>
                  <a:lnTo>
                    <a:pt x="41159" y="303799"/>
                  </a:lnTo>
                  <a:lnTo>
                    <a:pt x="39342" y="302992"/>
                  </a:lnTo>
                  <a:lnTo>
                    <a:pt x="35707" y="304506"/>
                  </a:lnTo>
                  <a:cubicBezTo>
                    <a:pt x="35707" y="304506"/>
                    <a:pt x="34193" y="305582"/>
                    <a:pt x="32376" y="306154"/>
                  </a:cubicBezTo>
                  <a:cubicBezTo>
                    <a:pt x="30558" y="306726"/>
                    <a:pt x="28606" y="307668"/>
                    <a:pt x="28606" y="307668"/>
                  </a:cubicBezTo>
                  <a:lnTo>
                    <a:pt x="25477" y="308307"/>
                  </a:lnTo>
                  <a:lnTo>
                    <a:pt x="22448" y="308879"/>
                  </a:lnTo>
                  <a:lnTo>
                    <a:pt x="19688" y="311402"/>
                  </a:lnTo>
                  <a:lnTo>
                    <a:pt x="19385" y="314968"/>
                  </a:lnTo>
                  <a:lnTo>
                    <a:pt x="19385" y="320249"/>
                  </a:lnTo>
                  <a:lnTo>
                    <a:pt x="21034" y="323075"/>
                  </a:lnTo>
                  <a:lnTo>
                    <a:pt x="24568" y="326103"/>
                  </a:lnTo>
                  <a:lnTo>
                    <a:pt x="27832" y="326742"/>
                  </a:lnTo>
                  <a:lnTo>
                    <a:pt x="32981" y="327246"/>
                  </a:lnTo>
                  <a:lnTo>
                    <a:pt x="37020" y="328491"/>
                  </a:lnTo>
                  <a:cubicBezTo>
                    <a:pt x="37020" y="328491"/>
                    <a:pt x="40655" y="330173"/>
                    <a:pt x="41092" y="330577"/>
                  </a:cubicBezTo>
                  <a:cubicBezTo>
                    <a:pt x="41530" y="331014"/>
                    <a:pt x="43414" y="332595"/>
                    <a:pt x="43414" y="332595"/>
                  </a:cubicBezTo>
                  <a:lnTo>
                    <a:pt x="46174" y="335858"/>
                  </a:lnTo>
                  <a:lnTo>
                    <a:pt x="49068" y="339121"/>
                  </a:lnTo>
                  <a:lnTo>
                    <a:pt x="48765" y="341072"/>
                  </a:lnTo>
                  <a:cubicBezTo>
                    <a:pt x="48765" y="341072"/>
                    <a:pt x="47015" y="344402"/>
                    <a:pt x="46881" y="344975"/>
                  </a:cubicBezTo>
                  <a:cubicBezTo>
                    <a:pt x="46746" y="345546"/>
                    <a:pt x="43987" y="348675"/>
                    <a:pt x="43852" y="348877"/>
                  </a:cubicBezTo>
                  <a:cubicBezTo>
                    <a:pt x="43717" y="349078"/>
                    <a:pt x="42270" y="351837"/>
                    <a:pt x="41900" y="352072"/>
                  </a:cubicBezTo>
                  <a:cubicBezTo>
                    <a:pt x="41530" y="352274"/>
                    <a:pt x="39679" y="357858"/>
                    <a:pt x="39679" y="357858"/>
                  </a:cubicBezTo>
                  <a:lnTo>
                    <a:pt x="40217" y="361424"/>
                  </a:lnTo>
                  <a:lnTo>
                    <a:pt x="40217" y="365427"/>
                  </a:lnTo>
                  <a:lnTo>
                    <a:pt x="34698" y="368253"/>
                  </a:lnTo>
                  <a:lnTo>
                    <a:pt x="33453" y="370070"/>
                  </a:lnTo>
                  <a:lnTo>
                    <a:pt x="33756" y="373535"/>
                  </a:lnTo>
                  <a:lnTo>
                    <a:pt x="34496" y="377167"/>
                  </a:lnTo>
                  <a:cubicBezTo>
                    <a:pt x="34496" y="377167"/>
                    <a:pt x="34631" y="378177"/>
                    <a:pt x="34496" y="378849"/>
                  </a:cubicBezTo>
                  <a:cubicBezTo>
                    <a:pt x="34361" y="379489"/>
                    <a:pt x="33183" y="380868"/>
                    <a:pt x="33183" y="380868"/>
                  </a:cubicBezTo>
                  <a:cubicBezTo>
                    <a:pt x="33183" y="380868"/>
                    <a:pt x="31097" y="380801"/>
                    <a:pt x="30861" y="381171"/>
                  </a:cubicBezTo>
                  <a:cubicBezTo>
                    <a:pt x="30626" y="381541"/>
                    <a:pt x="27900" y="380229"/>
                    <a:pt x="27900" y="380229"/>
                  </a:cubicBezTo>
                  <a:lnTo>
                    <a:pt x="25443" y="380229"/>
                  </a:lnTo>
                  <a:cubicBezTo>
                    <a:pt x="25443" y="380229"/>
                    <a:pt x="22616" y="380531"/>
                    <a:pt x="22313" y="380666"/>
                  </a:cubicBezTo>
                  <a:cubicBezTo>
                    <a:pt x="22010" y="380801"/>
                    <a:pt x="16962" y="382684"/>
                    <a:pt x="16962" y="382684"/>
                  </a:cubicBezTo>
                  <a:lnTo>
                    <a:pt x="14640" y="385308"/>
                  </a:lnTo>
                  <a:lnTo>
                    <a:pt x="11813" y="391532"/>
                  </a:lnTo>
                  <a:lnTo>
                    <a:pt x="8986" y="397990"/>
                  </a:lnTo>
                  <a:lnTo>
                    <a:pt x="5654" y="403507"/>
                  </a:lnTo>
                  <a:lnTo>
                    <a:pt x="8178" y="409966"/>
                  </a:lnTo>
                  <a:lnTo>
                    <a:pt x="13596" y="414238"/>
                  </a:lnTo>
                  <a:lnTo>
                    <a:pt x="14337" y="417434"/>
                  </a:lnTo>
                  <a:lnTo>
                    <a:pt x="10938" y="423220"/>
                  </a:lnTo>
                  <a:lnTo>
                    <a:pt x="9928" y="427425"/>
                  </a:lnTo>
                  <a:lnTo>
                    <a:pt x="8616" y="429814"/>
                  </a:lnTo>
                  <a:lnTo>
                    <a:pt x="7168" y="432067"/>
                  </a:lnTo>
                  <a:lnTo>
                    <a:pt x="5654" y="433447"/>
                  </a:lnTo>
                  <a:lnTo>
                    <a:pt x="7236" y="436340"/>
                  </a:lnTo>
                  <a:cubicBezTo>
                    <a:pt x="7236" y="436340"/>
                    <a:pt x="9861" y="437484"/>
                    <a:pt x="10063" y="437484"/>
                  </a:cubicBezTo>
                  <a:cubicBezTo>
                    <a:pt x="10265" y="437484"/>
                    <a:pt x="13327" y="439502"/>
                    <a:pt x="13327" y="439502"/>
                  </a:cubicBezTo>
                  <a:cubicBezTo>
                    <a:pt x="13327" y="439502"/>
                    <a:pt x="15077" y="439872"/>
                    <a:pt x="16222" y="439502"/>
                  </a:cubicBezTo>
                  <a:cubicBezTo>
                    <a:pt x="17399" y="439132"/>
                    <a:pt x="22077" y="438560"/>
                    <a:pt x="22077" y="438560"/>
                  </a:cubicBezTo>
                  <a:lnTo>
                    <a:pt x="23659" y="438694"/>
                  </a:lnTo>
                  <a:cubicBezTo>
                    <a:pt x="23659" y="438694"/>
                    <a:pt x="27428" y="440881"/>
                    <a:pt x="27563" y="441083"/>
                  </a:cubicBezTo>
                  <a:cubicBezTo>
                    <a:pt x="27698" y="441318"/>
                    <a:pt x="29313" y="443707"/>
                    <a:pt x="30188" y="444346"/>
                  </a:cubicBezTo>
                  <a:cubicBezTo>
                    <a:pt x="31063" y="444985"/>
                    <a:pt x="33756" y="447172"/>
                    <a:pt x="33756" y="447172"/>
                  </a:cubicBezTo>
                  <a:cubicBezTo>
                    <a:pt x="33756" y="447172"/>
                    <a:pt x="33453" y="449627"/>
                    <a:pt x="33183" y="449930"/>
                  </a:cubicBezTo>
                  <a:cubicBezTo>
                    <a:pt x="32880" y="450233"/>
                    <a:pt x="31804" y="451747"/>
                    <a:pt x="31602" y="451881"/>
                  </a:cubicBezTo>
                  <a:cubicBezTo>
                    <a:pt x="31400" y="452016"/>
                    <a:pt x="30861" y="452823"/>
                    <a:pt x="30861" y="452823"/>
                  </a:cubicBezTo>
                  <a:lnTo>
                    <a:pt x="28337" y="457297"/>
                  </a:lnTo>
                  <a:lnTo>
                    <a:pt x="22380" y="458811"/>
                  </a:lnTo>
                  <a:lnTo>
                    <a:pt x="18173" y="461199"/>
                  </a:lnTo>
                  <a:lnTo>
                    <a:pt x="16356" y="463016"/>
                  </a:lnTo>
                  <a:lnTo>
                    <a:pt x="14909" y="464698"/>
                  </a:lnTo>
                  <a:lnTo>
                    <a:pt x="14976" y="466514"/>
                  </a:lnTo>
                  <a:lnTo>
                    <a:pt x="16289" y="467759"/>
                  </a:lnTo>
                  <a:lnTo>
                    <a:pt x="17164" y="468634"/>
                  </a:lnTo>
                  <a:lnTo>
                    <a:pt x="18544" y="469206"/>
                  </a:lnTo>
                  <a:lnTo>
                    <a:pt x="20193" y="471157"/>
                  </a:lnTo>
                  <a:lnTo>
                    <a:pt x="20933" y="473175"/>
                  </a:lnTo>
                  <a:lnTo>
                    <a:pt x="21741" y="474622"/>
                  </a:lnTo>
                  <a:lnTo>
                    <a:pt x="22818" y="476438"/>
                  </a:lnTo>
                  <a:lnTo>
                    <a:pt x="22818" y="478457"/>
                  </a:lnTo>
                  <a:cubicBezTo>
                    <a:pt x="22818" y="478457"/>
                    <a:pt x="22347" y="480542"/>
                    <a:pt x="22347" y="480980"/>
                  </a:cubicBezTo>
                  <a:cubicBezTo>
                    <a:pt x="22347" y="481417"/>
                    <a:pt x="22818" y="483570"/>
                    <a:pt x="22818" y="484612"/>
                  </a:cubicBezTo>
                  <a:cubicBezTo>
                    <a:pt x="22818" y="485622"/>
                    <a:pt x="22818" y="487135"/>
                    <a:pt x="22818" y="487135"/>
                  </a:cubicBezTo>
                  <a:cubicBezTo>
                    <a:pt x="22818" y="487135"/>
                    <a:pt x="22616" y="489759"/>
                    <a:pt x="22616" y="490029"/>
                  </a:cubicBezTo>
                  <a:cubicBezTo>
                    <a:pt x="22616" y="490331"/>
                    <a:pt x="22751" y="492552"/>
                    <a:pt x="22751" y="492854"/>
                  </a:cubicBezTo>
                  <a:cubicBezTo>
                    <a:pt x="22751" y="493157"/>
                    <a:pt x="22885" y="495041"/>
                    <a:pt x="22885" y="495243"/>
                  </a:cubicBezTo>
                  <a:cubicBezTo>
                    <a:pt x="22885" y="495445"/>
                    <a:pt x="22683" y="499212"/>
                    <a:pt x="22683" y="499212"/>
                  </a:cubicBezTo>
                  <a:lnTo>
                    <a:pt x="23255" y="501230"/>
                  </a:lnTo>
                  <a:lnTo>
                    <a:pt x="23188" y="503989"/>
                  </a:lnTo>
                  <a:lnTo>
                    <a:pt x="22818" y="508194"/>
                  </a:lnTo>
                  <a:lnTo>
                    <a:pt x="22818" y="511457"/>
                  </a:lnTo>
                  <a:lnTo>
                    <a:pt x="23558" y="513980"/>
                  </a:lnTo>
                  <a:cubicBezTo>
                    <a:pt x="23558" y="513980"/>
                    <a:pt x="22549" y="516604"/>
                    <a:pt x="22313" y="517310"/>
                  </a:cubicBezTo>
                  <a:cubicBezTo>
                    <a:pt x="22111" y="518050"/>
                    <a:pt x="19553" y="520641"/>
                    <a:pt x="19553" y="520641"/>
                  </a:cubicBezTo>
                  <a:cubicBezTo>
                    <a:pt x="19553" y="520641"/>
                    <a:pt x="15919" y="522154"/>
                    <a:pt x="15851" y="522457"/>
                  </a:cubicBezTo>
                  <a:cubicBezTo>
                    <a:pt x="15784" y="522726"/>
                    <a:pt x="14404" y="523836"/>
                    <a:pt x="14404" y="523836"/>
                  </a:cubicBezTo>
                  <a:cubicBezTo>
                    <a:pt x="14404" y="523836"/>
                    <a:pt x="11577" y="525283"/>
                    <a:pt x="11274" y="525283"/>
                  </a:cubicBezTo>
                  <a:cubicBezTo>
                    <a:pt x="10971" y="525283"/>
                    <a:pt x="8750" y="525653"/>
                    <a:pt x="8447" y="525653"/>
                  </a:cubicBezTo>
                  <a:cubicBezTo>
                    <a:pt x="8144" y="525653"/>
                    <a:pt x="4745" y="523567"/>
                    <a:pt x="4476" y="523567"/>
                  </a:cubicBezTo>
                  <a:cubicBezTo>
                    <a:pt x="4173" y="523567"/>
                    <a:pt x="2154" y="523870"/>
                    <a:pt x="2154" y="524139"/>
                  </a:cubicBezTo>
                  <a:cubicBezTo>
                    <a:pt x="2154" y="524442"/>
                    <a:pt x="1716" y="526090"/>
                    <a:pt x="1077" y="526965"/>
                  </a:cubicBezTo>
                  <a:cubicBezTo>
                    <a:pt x="438" y="527840"/>
                    <a:pt x="0" y="530531"/>
                    <a:pt x="0" y="530531"/>
                  </a:cubicBezTo>
                  <a:lnTo>
                    <a:pt x="875" y="536989"/>
                  </a:lnTo>
                  <a:lnTo>
                    <a:pt x="942" y="542069"/>
                  </a:lnTo>
                  <a:lnTo>
                    <a:pt x="1885" y="548225"/>
                  </a:lnTo>
                  <a:cubicBezTo>
                    <a:pt x="1885" y="548225"/>
                    <a:pt x="3904" y="551757"/>
                    <a:pt x="4207" y="552699"/>
                  </a:cubicBezTo>
                  <a:cubicBezTo>
                    <a:pt x="4510" y="553641"/>
                    <a:pt x="8111" y="558923"/>
                    <a:pt x="8111" y="558923"/>
                  </a:cubicBezTo>
                  <a:lnTo>
                    <a:pt x="11745" y="561883"/>
                  </a:lnTo>
                  <a:cubicBezTo>
                    <a:pt x="11745" y="561883"/>
                    <a:pt x="16020" y="562825"/>
                    <a:pt x="16322" y="563026"/>
                  </a:cubicBezTo>
                  <a:cubicBezTo>
                    <a:pt x="16625" y="563262"/>
                    <a:pt x="18207" y="565045"/>
                    <a:pt x="18207" y="565348"/>
                  </a:cubicBezTo>
                  <a:cubicBezTo>
                    <a:pt x="18207" y="565650"/>
                    <a:pt x="18140" y="567602"/>
                    <a:pt x="17972" y="568543"/>
                  </a:cubicBezTo>
                  <a:cubicBezTo>
                    <a:pt x="17837" y="569485"/>
                    <a:pt x="17467" y="570360"/>
                    <a:pt x="17467" y="570360"/>
                  </a:cubicBezTo>
                  <a:lnTo>
                    <a:pt x="14943" y="572681"/>
                  </a:lnTo>
                  <a:lnTo>
                    <a:pt x="15750" y="575641"/>
                  </a:lnTo>
                  <a:lnTo>
                    <a:pt x="18779" y="577323"/>
                  </a:lnTo>
                  <a:lnTo>
                    <a:pt x="20226" y="578400"/>
                  </a:lnTo>
                  <a:lnTo>
                    <a:pt x="21101" y="579712"/>
                  </a:lnTo>
                  <a:lnTo>
                    <a:pt x="21101" y="582739"/>
                  </a:lnTo>
                  <a:cubicBezTo>
                    <a:pt x="21101" y="582739"/>
                    <a:pt x="20597" y="582975"/>
                    <a:pt x="20361" y="583177"/>
                  </a:cubicBezTo>
                  <a:cubicBezTo>
                    <a:pt x="20159" y="583379"/>
                    <a:pt x="19217" y="585431"/>
                    <a:pt x="19217" y="585431"/>
                  </a:cubicBezTo>
                  <a:cubicBezTo>
                    <a:pt x="19217" y="585431"/>
                    <a:pt x="18847" y="586238"/>
                    <a:pt x="18847" y="586507"/>
                  </a:cubicBezTo>
                  <a:cubicBezTo>
                    <a:pt x="18847" y="586810"/>
                    <a:pt x="18779" y="587146"/>
                    <a:pt x="18847" y="587382"/>
                  </a:cubicBezTo>
                  <a:cubicBezTo>
                    <a:pt x="18914" y="587617"/>
                    <a:pt x="18914" y="590073"/>
                    <a:pt x="18914" y="590073"/>
                  </a:cubicBezTo>
                  <a:cubicBezTo>
                    <a:pt x="18914" y="590073"/>
                    <a:pt x="19991" y="591015"/>
                    <a:pt x="20226" y="591216"/>
                  </a:cubicBezTo>
                  <a:cubicBezTo>
                    <a:pt x="20462" y="591418"/>
                    <a:pt x="20529" y="591587"/>
                    <a:pt x="21606" y="591587"/>
                  </a:cubicBezTo>
                  <a:cubicBezTo>
                    <a:pt x="22683" y="591587"/>
                    <a:pt x="22986" y="592024"/>
                    <a:pt x="23996" y="592091"/>
                  </a:cubicBezTo>
                  <a:cubicBezTo>
                    <a:pt x="25005" y="592159"/>
                    <a:pt x="26015" y="592663"/>
                    <a:pt x="26520" y="592898"/>
                  </a:cubicBezTo>
                  <a:cubicBezTo>
                    <a:pt x="27025" y="593100"/>
                    <a:pt x="28539" y="593201"/>
                    <a:pt x="28606" y="593403"/>
                  </a:cubicBezTo>
                  <a:cubicBezTo>
                    <a:pt x="28674" y="593605"/>
                    <a:pt x="29246" y="594345"/>
                    <a:pt x="29616" y="594984"/>
                  </a:cubicBezTo>
                  <a:cubicBezTo>
                    <a:pt x="29986" y="595623"/>
                    <a:pt x="30424" y="596498"/>
                    <a:pt x="30424" y="596498"/>
                  </a:cubicBezTo>
                  <a:lnTo>
                    <a:pt x="31433" y="598886"/>
                  </a:lnTo>
                  <a:cubicBezTo>
                    <a:pt x="31433" y="598886"/>
                    <a:pt x="33385" y="600266"/>
                    <a:pt x="33621" y="600400"/>
                  </a:cubicBezTo>
                  <a:cubicBezTo>
                    <a:pt x="33823" y="600535"/>
                    <a:pt x="37592" y="604033"/>
                    <a:pt x="37592" y="604033"/>
                  </a:cubicBezTo>
                  <a:cubicBezTo>
                    <a:pt x="37592" y="604033"/>
                    <a:pt x="38164" y="604740"/>
                    <a:pt x="38333" y="604975"/>
                  </a:cubicBezTo>
                  <a:cubicBezTo>
                    <a:pt x="38467" y="605177"/>
                    <a:pt x="40015" y="608810"/>
                    <a:pt x="40015" y="608810"/>
                  </a:cubicBezTo>
                  <a:cubicBezTo>
                    <a:pt x="40015" y="608810"/>
                    <a:pt x="40318" y="611434"/>
                    <a:pt x="40318" y="611703"/>
                  </a:cubicBezTo>
                  <a:cubicBezTo>
                    <a:pt x="40318" y="612006"/>
                    <a:pt x="40453" y="614529"/>
                    <a:pt x="40453" y="615235"/>
                  </a:cubicBezTo>
                  <a:cubicBezTo>
                    <a:pt x="40453" y="615975"/>
                    <a:pt x="40587" y="617489"/>
                    <a:pt x="40587" y="617489"/>
                  </a:cubicBezTo>
                  <a:lnTo>
                    <a:pt x="40958" y="619070"/>
                  </a:lnTo>
                  <a:cubicBezTo>
                    <a:pt x="40958" y="619070"/>
                    <a:pt x="42405" y="620079"/>
                    <a:pt x="42775" y="620315"/>
                  </a:cubicBezTo>
                  <a:cubicBezTo>
                    <a:pt x="43145" y="620517"/>
                    <a:pt x="44592" y="621391"/>
                    <a:pt x="44794" y="621560"/>
                  </a:cubicBezTo>
                  <a:cubicBezTo>
                    <a:pt x="45030" y="621694"/>
                    <a:pt x="46174" y="625764"/>
                    <a:pt x="46174" y="625764"/>
                  </a:cubicBezTo>
                  <a:lnTo>
                    <a:pt x="46982" y="627783"/>
                  </a:lnTo>
                  <a:lnTo>
                    <a:pt x="48866" y="630979"/>
                  </a:lnTo>
                  <a:lnTo>
                    <a:pt x="49809" y="633502"/>
                  </a:lnTo>
                  <a:lnTo>
                    <a:pt x="50381" y="634814"/>
                  </a:lnTo>
                  <a:lnTo>
                    <a:pt x="54016" y="637067"/>
                  </a:lnTo>
                  <a:lnTo>
                    <a:pt x="59535" y="638211"/>
                  </a:lnTo>
                  <a:cubicBezTo>
                    <a:pt x="59535" y="638211"/>
                    <a:pt x="63304" y="640599"/>
                    <a:pt x="63506" y="640667"/>
                  </a:cubicBezTo>
                  <a:cubicBezTo>
                    <a:pt x="63708" y="640734"/>
                    <a:pt x="65694" y="643291"/>
                    <a:pt x="65761" y="643493"/>
                  </a:cubicBezTo>
                  <a:cubicBezTo>
                    <a:pt x="65828" y="643694"/>
                    <a:pt x="70338" y="647765"/>
                    <a:pt x="70910" y="648505"/>
                  </a:cubicBezTo>
                  <a:cubicBezTo>
                    <a:pt x="71482" y="649211"/>
                    <a:pt x="77809" y="655233"/>
                    <a:pt x="77809" y="655233"/>
                  </a:cubicBezTo>
                  <a:cubicBezTo>
                    <a:pt x="77809" y="655233"/>
                    <a:pt x="78550" y="657318"/>
                    <a:pt x="78550" y="657621"/>
                  </a:cubicBezTo>
                  <a:cubicBezTo>
                    <a:pt x="78550" y="657924"/>
                    <a:pt x="78550" y="659202"/>
                    <a:pt x="78550" y="659202"/>
                  </a:cubicBezTo>
                  <a:lnTo>
                    <a:pt x="79997" y="661826"/>
                  </a:lnTo>
                  <a:lnTo>
                    <a:pt x="82891" y="661826"/>
                  </a:lnTo>
                  <a:cubicBezTo>
                    <a:pt x="82891" y="661826"/>
                    <a:pt x="86223" y="660884"/>
                    <a:pt x="87367" y="660581"/>
                  </a:cubicBezTo>
                  <a:cubicBezTo>
                    <a:pt x="88512" y="660279"/>
                    <a:pt x="89891" y="659942"/>
                    <a:pt x="90262" y="659774"/>
                  </a:cubicBezTo>
                  <a:cubicBezTo>
                    <a:pt x="90632" y="659640"/>
                    <a:pt x="93391" y="659034"/>
                    <a:pt x="94031" y="658529"/>
                  </a:cubicBezTo>
                  <a:cubicBezTo>
                    <a:pt x="94670" y="658025"/>
                    <a:pt x="95041" y="657150"/>
                    <a:pt x="95613" y="656948"/>
                  </a:cubicBezTo>
                  <a:cubicBezTo>
                    <a:pt x="96185" y="656747"/>
                    <a:pt x="97430" y="654930"/>
                    <a:pt x="97632" y="654627"/>
                  </a:cubicBezTo>
                  <a:cubicBezTo>
                    <a:pt x="97834" y="654324"/>
                    <a:pt x="99012" y="652542"/>
                    <a:pt x="99146" y="652239"/>
                  </a:cubicBezTo>
                  <a:cubicBezTo>
                    <a:pt x="99281" y="651936"/>
                    <a:pt x="100964" y="650557"/>
                    <a:pt x="100964" y="650557"/>
                  </a:cubicBezTo>
                  <a:lnTo>
                    <a:pt x="102916" y="649480"/>
                  </a:lnTo>
                  <a:lnTo>
                    <a:pt x="105608" y="648740"/>
                  </a:lnTo>
                  <a:lnTo>
                    <a:pt x="110959" y="649178"/>
                  </a:lnTo>
                  <a:lnTo>
                    <a:pt x="112911" y="650254"/>
                  </a:lnTo>
                  <a:lnTo>
                    <a:pt x="114863" y="652340"/>
                  </a:lnTo>
                  <a:lnTo>
                    <a:pt x="116377" y="653585"/>
                  </a:lnTo>
                  <a:cubicBezTo>
                    <a:pt x="116377" y="653585"/>
                    <a:pt x="117253" y="653786"/>
                    <a:pt x="117825" y="653786"/>
                  </a:cubicBezTo>
                  <a:cubicBezTo>
                    <a:pt x="118397" y="653786"/>
                    <a:pt x="119272" y="652979"/>
                    <a:pt x="119642" y="652340"/>
                  </a:cubicBezTo>
                  <a:cubicBezTo>
                    <a:pt x="120012" y="651701"/>
                    <a:pt x="120887" y="651263"/>
                    <a:pt x="120887" y="651263"/>
                  </a:cubicBezTo>
                  <a:lnTo>
                    <a:pt x="121695" y="650187"/>
                  </a:lnTo>
                  <a:cubicBezTo>
                    <a:pt x="121695" y="650187"/>
                    <a:pt x="122637" y="648370"/>
                    <a:pt x="122839" y="648303"/>
                  </a:cubicBezTo>
                  <a:cubicBezTo>
                    <a:pt x="123041" y="648236"/>
                    <a:pt x="125094" y="647933"/>
                    <a:pt x="125094" y="647933"/>
                  </a:cubicBezTo>
                  <a:cubicBezTo>
                    <a:pt x="125094" y="647933"/>
                    <a:pt x="126339" y="647193"/>
                    <a:pt x="126609" y="647126"/>
                  </a:cubicBezTo>
                  <a:cubicBezTo>
                    <a:pt x="126911" y="647058"/>
                    <a:pt x="126911" y="646318"/>
                    <a:pt x="127618" y="646116"/>
                  </a:cubicBezTo>
                  <a:cubicBezTo>
                    <a:pt x="128359" y="645915"/>
                    <a:pt x="129301" y="645242"/>
                    <a:pt x="130142" y="645477"/>
                  </a:cubicBezTo>
                  <a:cubicBezTo>
                    <a:pt x="131017" y="645713"/>
                    <a:pt x="132666" y="645477"/>
                    <a:pt x="132969" y="645612"/>
                  </a:cubicBezTo>
                  <a:cubicBezTo>
                    <a:pt x="133272" y="645746"/>
                    <a:pt x="135864" y="646251"/>
                    <a:pt x="136166" y="646352"/>
                  </a:cubicBezTo>
                  <a:cubicBezTo>
                    <a:pt x="136469" y="646419"/>
                    <a:pt x="137479" y="646352"/>
                    <a:pt x="138354" y="646924"/>
                  </a:cubicBezTo>
                  <a:cubicBezTo>
                    <a:pt x="139229" y="647496"/>
                    <a:pt x="143066" y="649817"/>
                    <a:pt x="143066" y="649817"/>
                  </a:cubicBezTo>
                  <a:lnTo>
                    <a:pt x="143200" y="651129"/>
                  </a:lnTo>
                  <a:cubicBezTo>
                    <a:pt x="143200" y="651129"/>
                    <a:pt x="142897" y="652811"/>
                    <a:pt x="142763" y="653012"/>
                  </a:cubicBezTo>
                  <a:cubicBezTo>
                    <a:pt x="142628" y="653214"/>
                    <a:pt x="141719" y="653954"/>
                    <a:pt x="141719" y="653954"/>
                  </a:cubicBezTo>
                  <a:lnTo>
                    <a:pt x="141114" y="654896"/>
                  </a:lnTo>
                  <a:lnTo>
                    <a:pt x="141114" y="655704"/>
                  </a:lnTo>
                  <a:lnTo>
                    <a:pt x="141618" y="658092"/>
                  </a:lnTo>
                  <a:lnTo>
                    <a:pt x="143301" y="658664"/>
                  </a:lnTo>
                  <a:lnTo>
                    <a:pt x="145623" y="660178"/>
                  </a:lnTo>
                  <a:lnTo>
                    <a:pt x="146196" y="660615"/>
                  </a:lnTo>
                  <a:lnTo>
                    <a:pt x="147575" y="662364"/>
                  </a:lnTo>
                  <a:cubicBezTo>
                    <a:pt x="147575" y="662364"/>
                    <a:pt x="147811" y="664181"/>
                    <a:pt x="147946" y="664383"/>
                  </a:cubicBezTo>
                  <a:cubicBezTo>
                    <a:pt x="148080" y="664618"/>
                    <a:pt x="148450" y="665964"/>
                    <a:pt x="148450" y="665964"/>
                  </a:cubicBezTo>
                  <a:lnTo>
                    <a:pt x="149325" y="667478"/>
                  </a:lnTo>
                  <a:lnTo>
                    <a:pt x="150470" y="669160"/>
                  </a:lnTo>
                  <a:lnTo>
                    <a:pt x="152422" y="672927"/>
                  </a:lnTo>
                  <a:cubicBezTo>
                    <a:pt x="152422" y="672927"/>
                    <a:pt x="153936" y="675820"/>
                    <a:pt x="154172" y="676459"/>
                  </a:cubicBezTo>
                  <a:cubicBezTo>
                    <a:pt x="154374" y="677099"/>
                    <a:pt x="156359" y="679588"/>
                    <a:pt x="156561" y="679857"/>
                  </a:cubicBezTo>
                  <a:cubicBezTo>
                    <a:pt x="156763" y="680160"/>
                    <a:pt x="157201" y="680160"/>
                    <a:pt x="157874" y="680664"/>
                  </a:cubicBezTo>
                  <a:cubicBezTo>
                    <a:pt x="158513" y="681169"/>
                    <a:pt x="160768" y="682044"/>
                    <a:pt x="160768" y="682548"/>
                  </a:cubicBezTo>
                  <a:cubicBezTo>
                    <a:pt x="160768" y="683053"/>
                    <a:pt x="161138" y="684499"/>
                    <a:pt x="161205" y="685071"/>
                  </a:cubicBezTo>
                  <a:cubicBezTo>
                    <a:pt x="161273" y="685643"/>
                    <a:pt x="161273" y="686888"/>
                    <a:pt x="162080" y="687392"/>
                  </a:cubicBezTo>
                  <a:cubicBezTo>
                    <a:pt x="162888" y="687897"/>
                    <a:pt x="162955" y="687695"/>
                    <a:pt x="163830" y="688200"/>
                  </a:cubicBezTo>
                  <a:cubicBezTo>
                    <a:pt x="164706" y="688704"/>
                    <a:pt x="166523" y="689882"/>
                    <a:pt x="166960" y="690151"/>
                  </a:cubicBezTo>
                  <a:cubicBezTo>
                    <a:pt x="167398" y="690453"/>
                    <a:pt x="168980" y="692169"/>
                    <a:pt x="168980" y="692169"/>
                  </a:cubicBezTo>
                  <a:cubicBezTo>
                    <a:pt x="168980" y="692169"/>
                    <a:pt x="169283" y="692741"/>
                    <a:pt x="169484" y="692808"/>
                  </a:cubicBezTo>
                  <a:cubicBezTo>
                    <a:pt x="169720" y="692876"/>
                    <a:pt x="173052" y="692741"/>
                    <a:pt x="173489" y="692808"/>
                  </a:cubicBezTo>
                  <a:cubicBezTo>
                    <a:pt x="173927" y="692876"/>
                    <a:pt x="174735" y="692775"/>
                    <a:pt x="175138" y="692842"/>
                  </a:cubicBezTo>
                  <a:cubicBezTo>
                    <a:pt x="175576" y="692909"/>
                    <a:pt x="176384" y="692876"/>
                    <a:pt x="177158" y="692842"/>
                  </a:cubicBezTo>
                  <a:cubicBezTo>
                    <a:pt x="177965" y="692808"/>
                    <a:pt x="178470" y="692909"/>
                    <a:pt x="178908" y="693246"/>
                  </a:cubicBezTo>
                  <a:cubicBezTo>
                    <a:pt x="179345" y="693616"/>
                    <a:pt x="182980" y="697148"/>
                    <a:pt x="182980" y="697148"/>
                  </a:cubicBezTo>
                  <a:cubicBezTo>
                    <a:pt x="182980" y="697148"/>
                    <a:pt x="183889" y="698964"/>
                    <a:pt x="184326" y="699536"/>
                  </a:cubicBezTo>
                  <a:cubicBezTo>
                    <a:pt x="184764" y="700108"/>
                    <a:pt x="186379" y="704448"/>
                    <a:pt x="186379" y="704448"/>
                  </a:cubicBezTo>
                  <a:lnTo>
                    <a:pt x="186379" y="706029"/>
                  </a:lnTo>
                  <a:lnTo>
                    <a:pt x="186009" y="708215"/>
                  </a:lnTo>
                  <a:lnTo>
                    <a:pt x="187389" y="710536"/>
                  </a:lnTo>
                  <a:cubicBezTo>
                    <a:pt x="187389" y="710536"/>
                    <a:pt x="188970" y="711108"/>
                    <a:pt x="189711" y="711344"/>
                  </a:cubicBezTo>
                  <a:cubicBezTo>
                    <a:pt x="190418" y="711546"/>
                    <a:pt x="195735" y="710469"/>
                    <a:pt x="196004" y="710402"/>
                  </a:cubicBezTo>
                  <a:cubicBezTo>
                    <a:pt x="196307" y="710335"/>
                    <a:pt x="197586" y="709325"/>
                    <a:pt x="197889" y="709325"/>
                  </a:cubicBezTo>
                  <a:cubicBezTo>
                    <a:pt x="198192" y="709325"/>
                    <a:pt x="200851" y="708955"/>
                    <a:pt x="201153" y="708821"/>
                  </a:cubicBezTo>
                  <a:cubicBezTo>
                    <a:pt x="201456" y="708686"/>
                    <a:pt x="205865" y="708619"/>
                    <a:pt x="206235" y="708888"/>
                  </a:cubicBezTo>
                  <a:cubicBezTo>
                    <a:pt x="206605" y="709157"/>
                    <a:pt x="209634" y="710637"/>
                    <a:pt x="209634" y="710637"/>
                  </a:cubicBezTo>
                  <a:cubicBezTo>
                    <a:pt x="209634" y="710637"/>
                    <a:pt x="212529" y="712891"/>
                    <a:pt x="212764" y="712958"/>
                  </a:cubicBezTo>
                  <a:cubicBezTo>
                    <a:pt x="213000" y="713026"/>
                    <a:pt x="214952" y="715650"/>
                    <a:pt x="214952" y="715650"/>
                  </a:cubicBezTo>
                  <a:lnTo>
                    <a:pt x="215187" y="717601"/>
                  </a:lnTo>
                  <a:cubicBezTo>
                    <a:pt x="215187" y="717601"/>
                    <a:pt x="215120" y="719619"/>
                    <a:pt x="215120" y="720056"/>
                  </a:cubicBezTo>
                  <a:cubicBezTo>
                    <a:pt x="215120" y="720494"/>
                    <a:pt x="214985" y="721570"/>
                    <a:pt x="214985" y="722007"/>
                  </a:cubicBezTo>
                  <a:cubicBezTo>
                    <a:pt x="214985" y="722445"/>
                    <a:pt x="214346" y="725641"/>
                    <a:pt x="214346" y="725641"/>
                  </a:cubicBezTo>
                  <a:lnTo>
                    <a:pt x="215154" y="729980"/>
                  </a:lnTo>
                  <a:cubicBezTo>
                    <a:pt x="215154" y="729980"/>
                    <a:pt x="215086" y="730182"/>
                    <a:pt x="215961" y="729980"/>
                  </a:cubicBezTo>
                  <a:cubicBezTo>
                    <a:pt x="216836" y="729778"/>
                    <a:pt x="218216" y="728096"/>
                    <a:pt x="218216" y="728096"/>
                  </a:cubicBezTo>
                  <a:cubicBezTo>
                    <a:pt x="218216" y="728096"/>
                    <a:pt x="218351" y="727020"/>
                    <a:pt x="218519" y="726650"/>
                  </a:cubicBezTo>
                  <a:cubicBezTo>
                    <a:pt x="218654" y="726280"/>
                    <a:pt x="218957" y="725338"/>
                    <a:pt x="219394" y="724833"/>
                  </a:cubicBezTo>
                  <a:cubicBezTo>
                    <a:pt x="219832" y="724329"/>
                    <a:pt x="220841" y="723824"/>
                    <a:pt x="221414" y="723689"/>
                  </a:cubicBezTo>
                  <a:cubicBezTo>
                    <a:pt x="221986" y="723555"/>
                    <a:pt x="227135" y="723118"/>
                    <a:pt x="227135" y="723118"/>
                  </a:cubicBezTo>
                  <a:cubicBezTo>
                    <a:pt x="227135" y="723118"/>
                    <a:pt x="228817" y="723555"/>
                    <a:pt x="229457" y="723925"/>
                  </a:cubicBezTo>
                  <a:cubicBezTo>
                    <a:pt x="230096" y="724295"/>
                    <a:pt x="230399" y="724228"/>
                    <a:pt x="231207" y="725170"/>
                  </a:cubicBezTo>
                  <a:cubicBezTo>
                    <a:pt x="232015" y="726112"/>
                    <a:pt x="234236" y="728870"/>
                    <a:pt x="234471" y="729072"/>
                  </a:cubicBezTo>
                  <a:cubicBezTo>
                    <a:pt x="234673" y="729307"/>
                    <a:pt x="235851" y="731326"/>
                    <a:pt x="235851" y="731326"/>
                  </a:cubicBezTo>
                  <a:lnTo>
                    <a:pt x="236491" y="733344"/>
                  </a:lnTo>
                  <a:cubicBezTo>
                    <a:pt x="236491" y="733344"/>
                    <a:pt x="236861" y="734286"/>
                    <a:pt x="237568" y="734286"/>
                  </a:cubicBezTo>
                  <a:cubicBezTo>
                    <a:pt x="238274" y="734286"/>
                    <a:pt x="240159" y="733041"/>
                    <a:pt x="240597" y="732907"/>
                  </a:cubicBezTo>
                  <a:cubicBezTo>
                    <a:pt x="241034" y="732772"/>
                    <a:pt x="242044" y="731763"/>
                    <a:pt x="242347" y="731460"/>
                  </a:cubicBezTo>
                  <a:cubicBezTo>
                    <a:pt x="242650" y="731157"/>
                    <a:pt x="244803" y="730215"/>
                    <a:pt x="244803" y="730215"/>
                  </a:cubicBezTo>
                  <a:cubicBezTo>
                    <a:pt x="244803" y="730215"/>
                    <a:pt x="247563" y="731595"/>
                    <a:pt x="248270" y="732301"/>
                  </a:cubicBezTo>
                  <a:cubicBezTo>
                    <a:pt x="249010" y="733041"/>
                    <a:pt x="250020" y="733815"/>
                    <a:pt x="250020" y="733815"/>
                  </a:cubicBezTo>
                  <a:lnTo>
                    <a:pt x="251467" y="733613"/>
                  </a:lnTo>
                  <a:lnTo>
                    <a:pt x="253991" y="731662"/>
                  </a:lnTo>
                  <a:cubicBezTo>
                    <a:pt x="253991" y="731662"/>
                    <a:pt x="254294" y="731090"/>
                    <a:pt x="254496" y="730855"/>
                  </a:cubicBezTo>
                  <a:cubicBezTo>
                    <a:pt x="254698" y="730653"/>
                    <a:pt x="255573" y="730350"/>
                    <a:pt x="255809" y="730350"/>
                  </a:cubicBezTo>
                  <a:cubicBezTo>
                    <a:pt x="256010" y="730350"/>
                    <a:pt x="259342" y="731662"/>
                    <a:pt x="259342" y="731662"/>
                  </a:cubicBezTo>
                  <a:cubicBezTo>
                    <a:pt x="259342" y="731662"/>
                    <a:pt x="260083" y="731965"/>
                    <a:pt x="260285" y="732301"/>
                  </a:cubicBezTo>
                  <a:cubicBezTo>
                    <a:pt x="260486" y="732671"/>
                    <a:pt x="262035" y="734757"/>
                    <a:pt x="262035" y="734757"/>
                  </a:cubicBezTo>
                  <a:cubicBezTo>
                    <a:pt x="262035" y="734757"/>
                    <a:pt x="263414" y="736136"/>
                    <a:pt x="263616" y="736439"/>
                  </a:cubicBezTo>
                  <a:cubicBezTo>
                    <a:pt x="263818" y="736742"/>
                    <a:pt x="265064" y="737246"/>
                    <a:pt x="265366" y="737313"/>
                  </a:cubicBezTo>
                  <a:cubicBezTo>
                    <a:pt x="265669" y="737381"/>
                    <a:pt x="266814" y="736674"/>
                    <a:pt x="267049" y="736674"/>
                  </a:cubicBezTo>
                  <a:cubicBezTo>
                    <a:pt x="267251" y="736674"/>
                    <a:pt x="268227" y="736540"/>
                    <a:pt x="269237" y="736372"/>
                  </a:cubicBezTo>
                  <a:cubicBezTo>
                    <a:pt x="270246" y="736237"/>
                    <a:pt x="271626" y="736002"/>
                    <a:pt x="272367" y="735800"/>
                  </a:cubicBezTo>
                  <a:cubicBezTo>
                    <a:pt x="273107" y="735598"/>
                    <a:pt x="273814" y="734992"/>
                    <a:pt x="274117" y="734858"/>
                  </a:cubicBezTo>
                  <a:cubicBezTo>
                    <a:pt x="274419" y="734723"/>
                    <a:pt x="275564" y="732907"/>
                    <a:pt x="275867" y="732907"/>
                  </a:cubicBezTo>
                  <a:cubicBezTo>
                    <a:pt x="276169" y="732907"/>
                    <a:pt x="278121" y="732604"/>
                    <a:pt x="278391" y="732604"/>
                  </a:cubicBezTo>
                  <a:cubicBezTo>
                    <a:pt x="278694" y="732604"/>
                    <a:pt x="282463" y="736742"/>
                    <a:pt x="282867" y="737313"/>
                  </a:cubicBezTo>
                  <a:cubicBezTo>
                    <a:pt x="283304" y="737885"/>
                    <a:pt x="283304" y="737751"/>
                    <a:pt x="283742" y="739063"/>
                  </a:cubicBezTo>
                  <a:cubicBezTo>
                    <a:pt x="284179" y="740375"/>
                    <a:pt x="284549" y="743335"/>
                    <a:pt x="284617" y="743638"/>
                  </a:cubicBezTo>
                  <a:cubicBezTo>
                    <a:pt x="284684" y="743941"/>
                    <a:pt x="285122" y="746262"/>
                    <a:pt x="285425" y="746968"/>
                  </a:cubicBezTo>
                  <a:cubicBezTo>
                    <a:pt x="285694" y="747674"/>
                    <a:pt x="286804" y="749289"/>
                    <a:pt x="286804" y="749289"/>
                  </a:cubicBezTo>
                  <a:lnTo>
                    <a:pt x="287679" y="749726"/>
                  </a:lnTo>
                  <a:cubicBezTo>
                    <a:pt x="287679" y="749726"/>
                    <a:pt x="289194" y="750231"/>
                    <a:pt x="289934" y="749996"/>
                  </a:cubicBezTo>
                  <a:cubicBezTo>
                    <a:pt x="290641" y="749794"/>
                    <a:pt x="294410" y="749693"/>
                    <a:pt x="294646" y="749626"/>
                  </a:cubicBezTo>
                  <a:cubicBezTo>
                    <a:pt x="294848" y="749558"/>
                    <a:pt x="297035" y="749054"/>
                    <a:pt x="297338" y="749054"/>
                  </a:cubicBezTo>
                  <a:cubicBezTo>
                    <a:pt x="297641" y="749054"/>
                    <a:pt x="300098" y="748044"/>
                    <a:pt x="300670" y="748044"/>
                  </a:cubicBezTo>
                  <a:cubicBezTo>
                    <a:pt x="301242" y="748044"/>
                    <a:pt x="305079" y="748919"/>
                    <a:pt x="305314" y="748986"/>
                  </a:cubicBezTo>
                  <a:cubicBezTo>
                    <a:pt x="305516" y="749054"/>
                    <a:pt x="306762" y="750366"/>
                    <a:pt x="306896" y="750870"/>
                  </a:cubicBezTo>
                  <a:cubicBezTo>
                    <a:pt x="307031" y="751375"/>
                    <a:pt x="307973" y="754941"/>
                    <a:pt x="308141" y="755580"/>
                  </a:cubicBezTo>
                  <a:cubicBezTo>
                    <a:pt x="308276" y="756219"/>
                    <a:pt x="308781" y="757901"/>
                    <a:pt x="308882" y="758271"/>
                  </a:cubicBezTo>
                  <a:cubicBezTo>
                    <a:pt x="308949" y="758641"/>
                    <a:pt x="308949" y="759650"/>
                    <a:pt x="309016" y="760222"/>
                  </a:cubicBezTo>
                  <a:cubicBezTo>
                    <a:pt x="309084" y="760794"/>
                    <a:pt x="310161" y="761601"/>
                    <a:pt x="310464" y="761736"/>
                  </a:cubicBezTo>
                  <a:cubicBezTo>
                    <a:pt x="310766" y="761870"/>
                    <a:pt x="313223" y="761534"/>
                    <a:pt x="313930" y="761736"/>
                  </a:cubicBezTo>
                  <a:cubicBezTo>
                    <a:pt x="314637" y="761971"/>
                    <a:pt x="315310" y="761870"/>
                    <a:pt x="315310" y="762240"/>
                  </a:cubicBezTo>
                  <a:cubicBezTo>
                    <a:pt x="315310" y="762610"/>
                    <a:pt x="316690" y="765874"/>
                    <a:pt x="316690" y="765874"/>
                  </a:cubicBezTo>
                  <a:cubicBezTo>
                    <a:pt x="316690" y="765874"/>
                    <a:pt x="316488" y="766378"/>
                    <a:pt x="316993" y="767017"/>
                  </a:cubicBezTo>
                  <a:cubicBezTo>
                    <a:pt x="317497" y="767656"/>
                    <a:pt x="318944" y="767085"/>
                    <a:pt x="319180" y="767017"/>
                  </a:cubicBezTo>
                  <a:cubicBezTo>
                    <a:pt x="319382" y="766950"/>
                    <a:pt x="320324" y="766143"/>
                    <a:pt x="320324" y="766143"/>
                  </a:cubicBezTo>
                  <a:cubicBezTo>
                    <a:pt x="320324" y="766143"/>
                    <a:pt x="323522" y="764763"/>
                    <a:pt x="323723" y="764763"/>
                  </a:cubicBezTo>
                  <a:cubicBezTo>
                    <a:pt x="323959" y="764763"/>
                    <a:pt x="325372" y="765705"/>
                    <a:pt x="325372" y="766008"/>
                  </a:cubicBezTo>
                  <a:cubicBezTo>
                    <a:pt x="325372" y="766311"/>
                    <a:pt x="325507" y="767959"/>
                    <a:pt x="325507" y="767959"/>
                  </a:cubicBezTo>
                  <a:lnTo>
                    <a:pt x="325574" y="769204"/>
                  </a:lnTo>
                  <a:lnTo>
                    <a:pt x="325709" y="771390"/>
                  </a:lnTo>
                  <a:cubicBezTo>
                    <a:pt x="325709" y="771390"/>
                    <a:pt x="326584" y="773140"/>
                    <a:pt x="326786" y="773342"/>
                  </a:cubicBezTo>
                  <a:cubicBezTo>
                    <a:pt x="327022" y="773577"/>
                    <a:pt x="326651" y="773913"/>
                    <a:pt x="328098" y="773913"/>
                  </a:cubicBezTo>
                  <a:cubicBezTo>
                    <a:pt x="329546" y="773913"/>
                    <a:pt x="330353" y="774216"/>
                    <a:pt x="330791" y="774351"/>
                  </a:cubicBezTo>
                  <a:cubicBezTo>
                    <a:pt x="331228" y="774485"/>
                    <a:pt x="331666" y="773981"/>
                    <a:pt x="332676" y="775158"/>
                  </a:cubicBezTo>
                  <a:cubicBezTo>
                    <a:pt x="333685" y="776302"/>
                    <a:pt x="333820" y="776605"/>
                    <a:pt x="334560" y="776302"/>
                  </a:cubicBezTo>
                  <a:cubicBezTo>
                    <a:pt x="335301" y="775999"/>
                    <a:pt x="336243" y="774351"/>
                    <a:pt x="336580" y="774284"/>
                  </a:cubicBezTo>
                  <a:cubicBezTo>
                    <a:pt x="336950" y="774216"/>
                    <a:pt x="337757" y="772602"/>
                    <a:pt x="337892" y="772332"/>
                  </a:cubicBezTo>
                  <a:cubicBezTo>
                    <a:pt x="338027" y="772030"/>
                    <a:pt x="338632" y="771121"/>
                    <a:pt x="338834" y="770751"/>
                  </a:cubicBezTo>
                  <a:cubicBezTo>
                    <a:pt x="339036" y="770381"/>
                    <a:pt x="339709" y="769002"/>
                    <a:pt x="339709" y="769002"/>
                  </a:cubicBezTo>
                  <a:cubicBezTo>
                    <a:pt x="339709" y="769002"/>
                    <a:pt x="340854" y="767993"/>
                    <a:pt x="341291" y="767690"/>
                  </a:cubicBezTo>
                  <a:cubicBezTo>
                    <a:pt x="341729" y="767387"/>
                    <a:pt x="342301" y="767387"/>
                    <a:pt x="343041" y="766984"/>
                  </a:cubicBezTo>
                  <a:cubicBezTo>
                    <a:pt x="343782" y="766546"/>
                    <a:pt x="344286" y="765907"/>
                    <a:pt x="344858" y="765806"/>
                  </a:cubicBezTo>
                  <a:cubicBezTo>
                    <a:pt x="345431" y="765739"/>
                    <a:pt x="346676" y="765604"/>
                    <a:pt x="347046" y="765604"/>
                  </a:cubicBezTo>
                  <a:cubicBezTo>
                    <a:pt x="347416" y="765604"/>
                    <a:pt x="349738" y="765403"/>
                    <a:pt x="349738" y="765403"/>
                  </a:cubicBezTo>
                  <a:lnTo>
                    <a:pt x="351623" y="765100"/>
                  </a:lnTo>
                  <a:lnTo>
                    <a:pt x="353508" y="765773"/>
                  </a:lnTo>
                  <a:cubicBezTo>
                    <a:pt x="353508" y="765773"/>
                    <a:pt x="355325" y="765974"/>
                    <a:pt x="355965" y="766210"/>
                  </a:cubicBezTo>
                  <a:cubicBezTo>
                    <a:pt x="356604" y="766412"/>
                    <a:pt x="357849" y="766782"/>
                    <a:pt x="358421" y="767219"/>
                  </a:cubicBezTo>
                  <a:cubicBezTo>
                    <a:pt x="358993" y="767656"/>
                    <a:pt x="360373" y="768228"/>
                    <a:pt x="360945" y="768598"/>
                  </a:cubicBezTo>
                  <a:cubicBezTo>
                    <a:pt x="361517" y="768968"/>
                    <a:pt x="362191" y="769406"/>
                    <a:pt x="362191" y="769675"/>
                  </a:cubicBezTo>
                  <a:cubicBezTo>
                    <a:pt x="362191" y="769978"/>
                    <a:pt x="362628" y="772366"/>
                    <a:pt x="362628" y="772803"/>
                  </a:cubicBezTo>
                  <a:cubicBezTo>
                    <a:pt x="362628" y="773241"/>
                    <a:pt x="362696" y="775764"/>
                    <a:pt x="362696" y="775764"/>
                  </a:cubicBezTo>
                  <a:cubicBezTo>
                    <a:pt x="362696" y="775764"/>
                    <a:pt x="362628" y="779094"/>
                    <a:pt x="362628" y="779397"/>
                  </a:cubicBezTo>
                  <a:cubicBezTo>
                    <a:pt x="362628" y="779699"/>
                    <a:pt x="362561" y="781482"/>
                    <a:pt x="362763" y="781583"/>
                  </a:cubicBezTo>
                  <a:cubicBezTo>
                    <a:pt x="362965" y="781651"/>
                    <a:pt x="363570" y="782323"/>
                    <a:pt x="364008" y="782323"/>
                  </a:cubicBezTo>
                  <a:cubicBezTo>
                    <a:pt x="364445" y="782323"/>
                    <a:pt x="365455" y="781886"/>
                    <a:pt x="365960" y="781381"/>
                  </a:cubicBezTo>
                  <a:cubicBezTo>
                    <a:pt x="366465" y="780877"/>
                    <a:pt x="366700" y="778690"/>
                    <a:pt x="366969" y="778488"/>
                  </a:cubicBezTo>
                  <a:cubicBezTo>
                    <a:pt x="367272" y="778253"/>
                    <a:pt x="367037" y="777546"/>
                    <a:pt x="367609" y="777244"/>
                  </a:cubicBezTo>
                  <a:cubicBezTo>
                    <a:pt x="368181" y="776941"/>
                    <a:pt x="368854" y="776605"/>
                    <a:pt x="368854" y="776605"/>
                  </a:cubicBezTo>
                  <a:lnTo>
                    <a:pt x="370941" y="776470"/>
                  </a:lnTo>
                  <a:lnTo>
                    <a:pt x="372523" y="778219"/>
                  </a:lnTo>
                  <a:lnTo>
                    <a:pt x="376662" y="780608"/>
                  </a:lnTo>
                  <a:lnTo>
                    <a:pt x="379186" y="783063"/>
                  </a:lnTo>
                  <a:lnTo>
                    <a:pt x="381878" y="785452"/>
                  </a:lnTo>
                  <a:cubicBezTo>
                    <a:pt x="381878" y="785452"/>
                    <a:pt x="383629" y="785519"/>
                    <a:pt x="384133" y="785452"/>
                  </a:cubicBezTo>
                  <a:cubicBezTo>
                    <a:pt x="384638" y="785385"/>
                    <a:pt x="385581" y="785519"/>
                    <a:pt x="386758" y="784947"/>
                  </a:cubicBezTo>
                  <a:cubicBezTo>
                    <a:pt x="387903" y="784375"/>
                    <a:pt x="388441" y="784644"/>
                    <a:pt x="389653" y="783568"/>
                  </a:cubicBezTo>
                  <a:cubicBezTo>
                    <a:pt x="390898" y="782492"/>
                    <a:pt x="391235" y="781415"/>
                    <a:pt x="391537" y="781247"/>
                  </a:cubicBezTo>
                  <a:cubicBezTo>
                    <a:pt x="391840" y="781112"/>
                    <a:pt x="393187" y="779868"/>
                    <a:pt x="393624" y="779800"/>
                  </a:cubicBezTo>
                  <a:cubicBezTo>
                    <a:pt x="394061" y="779733"/>
                    <a:pt x="399211" y="778556"/>
                    <a:pt x="399211" y="778556"/>
                  </a:cubicBezTo>
                  <a:cubicBezTo>
                    <a:pt x="399211" y="778556"/>
                    <a:pt x="402677" y="778488"/>
                    <a:pt x="403283" y="778556"/>
                  </a:cubicBezTo>
                  <a:cubicBezTo>
                    <a:pt x="403855" y="778623"/>
                    <a:pt x="406749" y="778556"/>
                    <a:pt x="406749" y="778556"/>
                  </a:cubicBezTo>
                  <a:cubicBezTo>
                    <a:pt x="406749" y="778556"/>
                    <a:pt x="409341" y="777513"/>
                    <a:pt x="409576" y="777446"/>
                  </a:cubicBezTo>
                  <a:cubicBezTo>
                    <a:pt x="409778" y="777378"/>
                    <a:pt x="410283" y="776605"/>
                    <a:pt x="410283" y="776605"/>
                  </a:cubicBezTo>
                  <a:lnTo>
                    <a:pt x="411730" y="776605"/>
                  </a:lnTo>
                  <a:cubicBezTo>
                    <a:pt x="411730" y="776605"/>
                    <a:pt x="414120" y="775797"/>
                    <a:pt x="414322" y="775797"/>
                  </a:cubicBezTo>
                  <a:cubicBezTo>
                    <a:pt x="414523" y="775797"/>
                    <a:pt x="416846" y="776234"/>
                    <a:pt x="417149" y="776369"/>
                  </a:cubicBezTo>
                  <a:cubicBezTo>
                    <a:pt x="417451" y="776504"/>
                    <a:pt x="418528" y="776504"/>
                    <a:pt x="418898" y="776672"/>
                  </a:cubicBezTo>
                  <a:cubicBezTo>
                    <a:pt x="419269" y="776806"/>
                    <a:pt x="421086" y="776605"/>
                    <a:pt x="421423" y="776234"/>
                  </a:cubicBezTo>
                  <a:cubicBezTo>
                    <a:pt x="421793" y="775864"/>
                    <a:pt x="422500" y="774418"/>
                    <a:pt x="422735" y="774149"/>
                  </a:cubicBezTo>
                  <a:cubicBezTo>
                    <a:pt x="422937" y="773846"/>
                    <a:pt x="423880" y="773005"/>
                    <a:pt x="424115" y="772904"/>
                  </a:cubicBezTo>
                  <a:cubicBezTo>
                    <a:pt x="424351" y="772837"/>
                    <a:pt x="424755" y="772904"/>
                    <a:pt x="425495" y="772534"/>
                  </a:cubicBezTo>
                  <a:cubicBezTo>
                    <a:pt x="426235" y="772164"/>
                    <a:pt x="427952" y="771155"/>
                    <a:pt x="428255" y="771155"/>
                  </a:cubicBezTo>
                  <a:cubicBezTo>
                    <a:pt x="428557" y="771155"/>
                    <a:pt x="430139" y="770785"/>
                    <a:pt x="430442" y="770718"/>
                  </a:cubicBezTo>
                  <a:cubicBezTo>
                    <a:pt x="430745" y="770650"/>
                    <a:pt x="431822" y="770079"/>
                    <a:pt x="432024" y="770079"/>
                  </a:cubicBezTo>
                  <a:cubicBezTo>
                    <a:pt x="432259" y="770079"/>
                    <a:pt x="433168" y="769776"/>
                    <a:pt x="433606" y="770146"/>
                  </a:cubicBezTo>
                  <a:cubicBezTo>
                    <a:pt x="434043" y="770516"/>
                    <a:pt x="434615" y="770280"/>
                    <a:pt x="434985" y="770650"/>
                  </a:cubicBezTo>
                  <a:cubicBezTo>
                    <a:pt x="435356" y="771020"/>
                    <a:pt x="437072" y="772097"/>
                    <a:pt x="437375" y="772400"/>
                  </a:cubicBezTo>
                  <a:cubicBezTo>
                    <a:pt x="437678" y="772702"/>
                    <a:pt x="439024" y="773140"/>
                    <a:pt x="439327" y="773409"/>
                  </a:cubicBezTo>
                  <a:cubicBezTo>
                    <a:pt x="439630" y="773712"/>
                    <a:pt x="440774" y="775158"/>
                    <a:pt x="440909" y="775730"/>
                  </a:cubicBezTo>
                  <a:cubicBezTo>
                    <a:pt x="441043" y="776302"/>
                    <a:pt x="441279" y="776369"/>
                    <a:pt x="441918" y="777176"/>
                  </a:cubicBezTo>
                  <a:cubicBezTo>
                    <a:pt x="442558" y="777984"/>
                    <a:pt x="442995" y="777984"/>
                    <a:pt x="443736" y="778690"/>
                  </a:cubicBezTo>
                  <a:cubicBezTo>
                    <a:pt x="444476" y="779430"/>
                    <a:pt x="446765" y="781314"/>
                    <a:pt x="447067" y="781516"/>
                  </a:cubicBezTo>
                  <a:cubicBezTo>
                    <a:pt x="447370" y="781718"/>
                    <a:pt x="448515" y="782525"/>
                    <a:pt x="448515" y="782525"/>
                  </a:cubicBezTo>
                  <a:lnTo>
                    <a:pt x="451342" y="784476"/>
                  </a:lnTo>
                  <a:lnTo>
                    <a:pt x="453664" y="786865"/>
                  </a:lnTo>
                  <a:cubicBezTo>
                    <a:pt x="453664" y="786865"/>
                    <a:pt x="454303" y="789119"/>
                    <a:pt x="454673" y="789892"/>
                  </a:cubicBezTo>
                  <a:cubicBezTo>
                    <a:pt x="455044" y="790700"/>
                    <a:pt x="457803" y="795174"/>
                    <a:pt x="457803" y="795174"/>
                  </a:cubicBezTo>
                  <a:lnTo>
                    <a:pt x="458880" y="798134"/>
                  </a:lnTo>
                  <a:cubicBezTo>
                    <a:pt x="458880" y="798134"/>
                    <a:pt x="460765" y="801464"/>
                    <a:pt x="460765" y="801767"/>
                  </a:cubicBezTo>
                  <a:cubicBezTo>
                    <a:pt x="460765" y="802036"/>
                    <a:pt x="461270" y="805097"/>
                    <a:pt x="461270" y="805097"/>
                  </a:cubicBezTo>
                  <a:lnTo>
                    <a:pt x="462212" y="809672"/>
                  </a:lnTo>
                  <a:cubicBezTo>
                    <a:pt x="462212" y="809672"/>
                    <a:pt x="463457" y="810110"/>
                    <a:pt x="464164" y="810110"/>
                  </a:cubicBezTo>
                  <a:cubicBezTo>
                    <a:pt x="464904" y="810110"/>
                    <a:pt x="466621" y="810311"/>
                    <a:pt x="466924" y="810110"/>
                  </a:cubicBezTo>
                  <a:cubicBezTo>
                    <a:pt x="467227" y="809874"/>
                    <a:pt x="469178" y="809403"/>
                    <a:pt x="469178" y="809403"/>
                  </a:cubicBezTo>
                  <a:cubicBezTo>
                    <a:pt x="469178" y="809403"/>
                    <a:pt x="469986" y="809807"/>
                    <a:pt x="470053" y="810211"/>
                  </a:cubicBezTo>
                  <a:cubicBezTo>
                    <a:pt x="470121" y="810614"/>
                    <a:pt x="472948" y="815458"/>
                    <a:pt x="473082" y="815694"/>
                  </a:cubicBezTo>
                  <a:cubicBezTo>
                    <a:pt x="473217" y="815896"/>
                    <a:pt x="473890" y="817645"/>
                    <a:pt x="473890" y="817645"/>
                  </a:cubicBezTo>
                  <a:lnTo>
                    <a:pt x="475135" y="819596"/>
                  </a:lnTo>
                  <a:lnTo>
                    <a:pt x="475842" y="820908"/>
                  </a:lnTo>
                  <a:cubicBezTo>
                    <a:pt x="475842" y="820908"/>
                    <a:pt x="476145" y="820841"/>
                    <a:pt x="476852" y="820908"/>
                  </a:cubicBezTo>
                  <a:cubicBezTo>
                    <a:pt x="477559" y="820975"/>
                    <a:pt x="478669" y="820538"/>
                    <a:pt x="478938" y="820471"/>
                  </a:cubicBezTo>
                  <a:cubicBezTo>
                    <a:pt x="479241" y="820403"/>
                    <a:pt x="479948" y="820403"/>
                    <a:pt x="480453" y="820403"/>
                  </a:cubicBezTo>
                  <a:cubicBezTo>
                    <a:pt x="480958" y="820403"/>
                    <a:pt x="482203" y="820571"/>
                    <a:pt x="482977" y="820908"/>
                  </a:cubicBezTo>
                  <a:cubicBezTo>
                    <a:pt x="483785" y="821244"/>
                    <a:pt x="485164" y="821345"/>
                    <a:pt x="485366" y="821547"/>
                  </a:cubicBezTo>
                  <a:cubicBezTo>
                    <a:pt x="485568" y="821749"/>
                    <a:pt x="486376" y="821850"/>
                    <a:pt x="486814" y="822119"/>
                  </a:cubicBezTo>
                  <a:cubicBezTo>
                    <a:pt x="487251" y="822422"/>
                    <a:pt x="488261" y="822691"/>
                    <a:pt x="488564" y="822926"/>
                  </a:cubicBezTo>
                  <a:cubicBezTo>
                    <a:pt x="488866" y="823162"/>
                    <a:pt x="490650" y="823498"/>
                    <a:pt x="490886" y="823666"/>
                  </a:cubicBezTo>
                  <a:cubicBezTo>
                    <a:pt x="491121" y="823801"/>
                    <a:pt x="492198" y="823296"/>
                    <a:pt x="492400" y="823666"/>
                  </a:cubicBezTo>
                  <a:cubicBezTo>
                    <a:pt x="492602" y="824036"/>
                    <a:pt x="493545" y="824541"/>
                    <a:pt x="493780" y="824743"/>
                  </a:cubicBezTo>
                  <a:cubicBezTo>
                    <a:pt x="493982" y="824945"/>
                    <a:pt x="495530" y="826761"/>
                    <a:pt x="495530" y="826761"/>
                  </a:cubicBezTo>
                  <a:cubicBezTo>
                    <a:pt x="495530" y="826761"/>
                    <a:pt x="495968" y="828342"/>
                    <a:pt x="496169" y="828948"/>
                  </a:cubicBezTo>
                  <a:cubicBezTo>
                    <a:pt x="496371" y="829520"/>
                    <a:pt x="497246" y="831336"/>
                    <a:pt x="497415" y="831774"/>
                  </a:cubicBezTo>
                  <a:cubicBezTo>
                    <a:pt x="497549" y="832211"/>
                    <a:pt x="498492" y="833590"/>
                    <a:pt x="498492" y="833590"/>
                  </a:cubicBezTo>
                  <a:cubicBezTo>
                    <a:pt x="498492" y="833590"/>
                    <a:pt x="500746" y="836348"/>
                    <a:pt x="500948" y="836550"/>
                  </a:cubicBezTo>
                  <a:cubicBezTo>
                    <a:pt x="501184" y="836786"/>
                    <a:pt x="502025" y="838232"/>
                    <a:pt x="502194" y="838501"/>
                  </a:cubicBezTo>
                  <a:cubicBezTo>
                    <a:pt x="502328" y="838804"/>
                    <a:pt x="501891" y="842135"/>
                    <a:pt x="502194" y="842908"/>
                  </a:cubicBezTo>
                  <a:cubicBezTo>
                    <a:pt x="502497" y="843716"/>
                    <a:pt x="502631" y="847248"/>
                    <a:pt x="502631" y="847248"/>
                  </a:cubicBezTo>
                  <a:lnTo>
                    <a:pt x="502059" y="848560"/>
                  </a:lnTo>
                  <a:cubicBezTo>
                    <a:pt x="502059" y="848560"/>
                    <a:pt x="501992" y="851520"/>
                    <a:pt x="501756" y="851688"/>
                  </a:cubicBezTo>
                  <a:cubicBezTo>
                    <a:pt x="501554" y="851823"/>
                    <a:pt x="499434" y="852698"/>
                    <a:pt x="499434" y="852698"/>
                  </a:cubicBezTo>
                  <a:lnTo>
                    <a:pt x="497549" y="853269"/>
                  </a:lnTo>
                  <a:cubicBezTo>
                    <a:pt x="497549" y="853269"/>
                    <a:pt x="496943" y="854850"/>
                    <a:pt x="496876" y="855086"/>
                  </a:cubicBezTo>
                  <a:cubicBezTo>
                    <a:pt x="496809" y="855321"/>
                    <a:pt x="496035" y="856330"/>
                    <a:pt x="496035" y="857037"/>
                  </a:cubicBezTo>
                  <a:cubicBezTo>
                    <a:pt x="496035" y="857777"/>
                    <a:pt x="496035" y="859123"/>
                    <a:pt x="496035" y="859123"/>
                  </a:cubicBezTo>
                  <a:lnTo>
                    <a:pt x="496775" y="860435"/>
                  </a:lnTo>
                  <a:lnTo>
                    <a:pt x="498525" y="863563"/>
                  </a:lnTo>
                  <a:lnTo>
                    <a:pt x="499165" y="864572"/>
                  </a:lnTo>
                  <a:cubicBezTo>
                    <a:pt x="499165" y="864572"/>
                    <a:pt x="499535" y="866759"/>
                    <a:pt x="499535" y="867028"/>
                  </a:cubicBezTo>
                  <a:cubicBezTo>
                    <a:pt x="499535" y="867331"/>
                    <a:pt x="500410" y="868710"/>
                    <a:pt x="500410" y="869046"/>
                  </a:cubicBezTo>
                  <a:cubicBezTo>
                    <a:pt x="500410" y="869416"/>
                    <a:pt x="501790" y="872377"/>
                    <a:pt x="501790" y="872377"/>
                  </a:cubicBezTo>
                  <a:lnTo>
                    <a:pt x="502093" y="873890"/>
                  </a:lnTo>
                  <a:lnTo>
                    <a:pt x="502665" y="876918"/>
                  </a:lnTo>
                  <a:lnTo>
                    <a:pt x="504415" y="879306"/>
                  </a:lnTo>
                  <a:lnTo>
                    <a:pt x="505559" y="880114"/>
                  </a:lnTo>
                  <a:cubicBezTo>
                    <a:pt x="505559" y="880114"/>
                    <a:pt x="508083" y="881930"/>
                    <a:pt x="508319" y="882065"/>
                  </a:cubicBezTo>
                  <a:cubicBezTo>
                    <a:pt x="508521" y="882199"/>
                    <a:pt x="510641" y="882570"/>
                    <a:pt x="510641" y="882570"/>
                  </a:cubicBezTo>
                  <a:lnTo>
                    <a:pt x="512593" y="882570"/>
                  </a:lnTo>
                  <a:cubicBezTo>
                    <a:pt x="512593" y="882570"/>
                    <a:pt x="513535" y="882940"/>
                    <a:pt x="514107" y="882570"/>
                  </a:cubicBezTo>
                  <a:cubicBezTo>
                    <a:pt x="514679" y="882199"/>
                    <a:pt x="516564" y="881258"/>
                    <a:pt x="516564" y="881258"/>
                  </a:cubicBezTo>
                  <a:cubicBezTo>
                    <a:pt x="516564" y="881258"/>
                    <a:pt x="516934" y="880686"/>
                    <a:pt x="517204" y="880686"/>
                  </a:cubicBezTo>
                  <a:cubicBezTo>
                    <a:pt x="517507" y="880686"/>
                    <a:pt x="518146" y="879878"/>
                    <a:pt x="518146" y="879878"/>
                  </a:cubicBezTo>
                  <a:lnTo>
                    <a:pt x="518954" y="879441"/>
                  </a:lnTo>
                  <a:cubicBezTo>
                    <a:pt x="518954" y="879441"/>
                    <a:pt x="519593" y="879508"/>
                    <a:pt x="519896" y="879508"/>
                  </a:cubicBezTo>
                  <a:cubicBezTo>
                    <a:pt x="520199" y="879508"/>
                    <a:pt x="521579" y="879441"/>
                    <a:pt x="521814" y="879744"/>
                  </a:cubicBezTo>
                  <a:cubicBezTo>
                    <a:pt x="522016" y="880047"/>
                    <a:pt x="522151" y="880988"/>
                    <a:pt x="522151" y="880988"/>
                  </a:cubicBezTo>
                  <a:lnTo>
                    <a:pt x="522151" y="881729"/>
                  </a:lnTo>
                  <a:lnTo>
                    <a:pt x="523901" y="883545"/>
                  </a:lnTo>
                  <a:lnTo>
                    <a:pt x="523901" y="883478"/>
                  </a:lnTo>
                  <a:cubicBezTo>
                    <a:pt x="523901" y="883478"/>
                    <a:pt x="524338" y="885227"/>
                    <a:pt x="524776" y="885361"/>
                  </a:cubicBezTo>
                  <a:cubicBezTo>
                    <a:pt x="525213" y="885496"/>
                    <a:pt x="525920" y="885866"/>
                    <a:pt x="526290" y="885933"/>
                  </a:cubicBezTo>
                  <a:cubicBezTo>
                    <a:pt x="526661" y="886001"/>
                    <a:pt x="528175" y="887178"/>
                    <a:pt x="528478" y="887380"/>
                  </a:cubicBezTo>
                  <a:cubicBezTo>
                    <a:pt x="528781" y="887582"/>
                    <a:pt x="529185" y="888322"/>
                    <a:pt x="529488" y="888961"/>
                  </a:cubicBezTo>
                  <a:cubicBezTo>
                    <a:pt x="529790" y="889600"/>
                    <a:pt x="530295" y="891551"/>
                    <a:pt x="530295" y="891551"/>
                  </a:cubicBezTo>
                  <a:cubicBezTo>
                    <a:pt x="530295" y="891551"/>
                    <a:pt x="530228" y="892426"/>
                    <a:pt x="530295" y="892998"/>
                  </a:cubicBezTo>
                  <a:cubicBezTo>
                    <a:pt x="530362" y="893570"/>
                    <a:pt x="530800" y="893738"/>
                    <a:pt x="530935" y="894142"/>
                  </a:cubicBezTo>
                  <a:cubicBezTo>
                    <a:pt x="531069" y="894579"/>
                    <a:pt x="531002" y="894713"/>
                    <a:pt x="531877" y="894848"/>
                  </a:cubicBezTo>
                  <a:cubicBezTo>
                    <a:pt x="532752" y="894983"/>
                    <a:pt x="532887" y="894713"/>
                    <a:pt x="533762" y="894848"/>
                  </a:cubicBezTo>
                  <a:cubicBezTo>
                    <a:pt x="534637" y="894983"/>
                    <a:pt x="534637" y="894545"/>
                    <a:pt x="535209" y="893704"/>
                  </a:cubicBezTo>
                  <a:cubicBezTo>
                    <a:pt x="535781" y="892830"/>
                    <a:pt x="535714" y="892628"/>
                    <a:pt x="536017" y="892190"/>
                  </a:cubicBezTo>
                  <a:cubicBezTo>
                    <a:pt x="536319" y="891753"/>
                    <a:pt x="536891" y="891248"/>
                    <a:pt x="536891" y="891248"/>
                  </a:cubicBezTo>
                  <a:lnTo>
                    <a:pt x="538709" y="891248"/>
                  </a:lnTo>
                  <a:cubicBezTo>
                    <a:pt x="538709" y="891248"/>
                    <a:pt x="540089" y="890946"/>
                    <a:pt x="540526" y="890946"/>
                  </a:cubicBezTo>
                  <a:cubicBezTo>
                    <a:pt x="540964" y="890946"/>
                    <a:pt x="541267" y="890710"/>
                    <a:pt x="541771" y="891013"/>
                  </a:cubicBezTo>
                  <a:cubicBezTo>
                    <a:pt x="542276" y="891316"/>
                    <a:pt x="542714" y="892022"/>
                    <a:pt x="542916" y="892022"/>
                  </a:cubicBezTo>
                  <a:cubicBezTo>
                    <a:pt x="543118" y="892022"/>
                    <a:pt x="543488" y="893200"/>
                    <a:pt x="544733" y="892157"/>
                  </a:cubicBezTo>
                  <a:cubicBezTo>
                    <a:pt x="545978" y="891148"/>
                    <a:pt x="546180" y="890206"/>
                    <a:pt x="546416" y="890206"/>
                  </a:cubicBezTo>
                  <a:cubicBezTo>
                    <a:pt x="546651" y="890206"/>
                    <a:pt x="546853" y="889903"/>
                    <a:pt x="547560" y="890273"/>
                  </a:cubicBezTo>
                  <a:cubicBezTo>
                    <a:pt x="548300" y="890643"/>
                    <a:pt x="550084" y="891215"/>
                    <a:pt x="551329" y="892157"/>
                  </a:cubicBezTo>
                  <a:cubicBezTo>
                    <a:pt x="552575" y="893099"/>
                    <a:pt x="552911" y="893031"/>
                    <a:pt x="553719" y="893973"/>
                  </a:cubicBezTo>
                  <a:cubicBezTo>
                    <a:pt x="554527" y="894915"/>
                    <a:pt x="554224" y="895487"/>
                    <a:pt x="555974" y="896429"/>
                  </a:cubicBezTo>
                  <a:cubicBezTo>
                    <a:pt x="557724" y="897371"/>
                    <a:pt x="561190" y="899322"/>
                    <a:pt x="561998" y="899456"/>
                  </a:cubicBezTo>
                  <a:cubicBezTo>
                    <a:pt x="562806" y="899591"/>
                    <a:pt x="564758" y="900768"/>
                    <a:pt x="565262" y="901038"/>
                  </a:cubicBezTo>
                  <a:cubicBezTo>
                    <a:pt x="565767" y="901340"/>
                    <a:pt x="566205" y="902551"/>
                    <a:pt x="566205" y="902551"/>
                  </a:cubicBezTo>
                  <a:lnTo>
                    <a:pt x="565700" y="906454"/>
                  </a:lnTo>
                  <a:lnTo>
                    <a:pt x="565700" y="907698"/>
                  </a:lnTo>
                  <a:lnTo>
                    <a:pt x="566205" y="909010"/>
                  </a:lnTo>
                  <a:lnTo>
                    <a:pt x="567450" y="910591"/>
                  </a:lnTo>
                  <a:lnTo>
                    <a:pt x="569503" y="913417"/>
                  </a:lnTo>
                  <a:cubicBezTo>
                    <a:pt x="569503" y="913417"/>
                    <a:pt x="570815" y="913787"/>
                    <a:pt x="571118" y="913787"/>
                  </a:cubicBezTo>
                  <a:cubicBezTo>
                    <a:pt x="571455" y="913787"/>
                    <a:pt x="573508" y="913787"/>
                    <a:pt x="573508" y="913787"/>
                  </a:cubicBezTo>
                  <a:cubicBezTo>
                    <a:pt x="573508" y="913787"/>
                    <a:pt x="578219" y="914426"/>
                    <a:pt x="578455" y="914224"/>
                  </a:cubicBezTo>
                  <a:cubicBezTo>
                    <a:pt x="578691" y="914022"/>
                    <a:pt x="579263" y="912912"/>
                    <a:pt x="579263" y="912710"/>
                  </a:cubicBezTo>
                  <a:cubicBezTo>
                    <a:pt x="579263" y="912475"/>
                    <a:pt x="579330" y="911197"/>
                    <a:pt x="579263" y="910322"/>
                  </a:cubicBezTo>
                  <a:cubicBezTo>
                    <a:pt x="579195" y="909448"/>
                    <a:pt x="579162" y="907396"/>
                    <a:pt x="578993" y="907295"/>
                  </a:cubicBezTo>
                  <a:cubicBezTo>
                    <a:pt x="578825" y="907194"/>
                    <a:pt x="578287" y="905243"/>
                    <a:pt x="578219" y="905007"/>
                  </a:cubicBezTo>
                  <a:cubicBezTo>
                    <a:pt x="578152" y="904805"/>
                    <a:pt x="577714" y="903931"/>
                    <a:pt x="577614" y="903762"/>
                  </a:cubicBezTo>
                  <a:cubicBezTo>
                    <a:pt x="577513" y="903594"/>
                    <a:pt x="577008" y="901576"/>
                    <a:pt x="577008" y="901576"/>
                  </a:cubicBezTo>
                  <a:lnTo>
                    <a:pt x="576200" y="899086"/>
                  </a:lnTo>
                  <a:lnTo>
                    <a:pt x="575157" y="897438"/>
                  </a:lnTo>
                  <a:lnTo>
                    <a:pt x="573205" y="894242"/>
                  </a:lnTo>
                  <a:cubicBezTo>
                    <a:pt x="573205" y="894242"/>
                    <a:pt x="571993" y="892291"/>
                    <a:pt x="571791" y="892190"/>
                  </a:cubicBezTo>
                  <a:cubicBezTo>
                    <a:pt x="571589" y="892089"/>
                    <a:pt x="570580" y="890878"/>
                    <a:pt x="570479" y="890710"/>
                  </a:cubicBezTo>
                  <a:cubicBezTo>
                    <a:pt x="570378" y="890542"/>
                    <a:pt x="569166" y="889096"/>
                    <a:pt x="569133" y="888927"/>
                  </a:cubicBezTo>
                  <a:cubicBezTo>
                    <a:pt x="569065" y="888759"/>
                    <a:pt x="567988" y="885832"/>
                    <a:pt x="567988" y="885664"/>
                  </a:cubicBezTo>
                  <a:cubicBezTo>
                    <a:pt x="567988" y="885496"/>
                    <a:pt x="568089" y="884520"/>
                    <a:pt x="568089" y="884520"/>
                  </a:cubicBezTo>
                  <a:cubicBezTo>
                    <a:pt x="568089" y="884520"/>
                    <a:pt x="569065" y="882401"/>
                    <a:pt x="569570" y="881796"/>
                  </a:cubicBezTo>
                  <a:cubicBezTo>
                    <a:pt x="570075" y="881190"/>
                    <a:pt x="570916" y="880551"/>
                    <a:pt x="571488" y="879845"/>
                  </a:cubicBezTo>
                  <a:cubicBezTo>
                    <a:pt x="572027" y="879138"/>
                    <a:pt x="573710" y="877624"/>
                    <a:pt x="574046" y="877187"/>
                  </a:cubicBezTo>
                  <a:cubicBezTo>
                    <a:pt x="574383" y="876750"/>
                    <a:pt x="576368" y="875505"/>
                    <a:pt x="576368" y="875505"/>
                  </a:cubicBezTo>
                  <a:lnTo>
                    <a:pt x="579633" y="874597"/>
                  </a:lnTo>
                  <a:lnTo>
                    <a:pt x="581417" y="874429"/>
                  </a:lnTo>
                  <a:lnTo>
                    <a:pt x="583200" y="874698"/>
                  </a:lnTo>
                  <a:lnTo>
                    <a:pt x="586397" y="876615"/>
                  </a:lnTo>
                  <a:cubicBezTo>
                    <a:pt x="586397" y="876615"/>
                    <a:pt x="587575" y="877759"/>
                    <a:pt x="587878" y="878196"/>
                  </a:cubicBezTo>
                  <a:cubicBezTo>
                    <a:pt x="588148" y="878634"/>
                    <a:pt x="590099" y="880517"/>
                    <a:pt x="590638" y="881190"/>
                  </a:cubicBezTo>
                  <a:cubicBezTo>
                    <a:pt x="591176" y="881829"/>
                    <a:pt x="595417" y="885160"/>
                    <a:pt x="595518" y="885361"/>
                  </a:cubicBezTo>
                  <a:cubicBezTo>
                    <a:pt x="595619" y="885563"/>
                    <a:pt x="597301" y="888019"/>
                    <a:pt x="597470" y="888524"/>
                  </a:cubicBezTo>
                  <a:cubicBezTo>
                    <a:pt x="597638" y="889028"/>
                    <a:pt x="599422" y="892830"/>
                    <a:pt x="600027" y="893301"/>
                  </a:cubicBezTo>
                  <a:cubicBezTo>
                    <a:pt x="600633" y="893771"/>
                    <a:pt x="602350" y="895756"/>
                    <a:pt x="603292" y="896025"/>
                  </a:cubicBezTo>
                  <a:cubicBezTo>
                    <a:pt x="604201" y="896294"/>
                    <a:pt x="608307" y="896732"/>
                    <a:pt x="608307" y="896732"/>
                  </a:cubicBezTo>
                  <a:lnTo>
                    <a:pt x="610057" y="897976"/>
                  </a:lnTo>
                  <a:cubicBezTo>
                    <a:pt x="610057" y="897976"/>
                    <a:pt x="612648" y="898178"/>
                    <a:pt x="612783" y="898347"/>
                  </a:cubicBezTo>
                  <a:cubicBezTo>
                    <a:pt x="612884" y="898515"/>
                    <a:pt x="615509" y="900668"/>
                    <a:pt x="615711" y="900970"/>
                  </a:cubicBezTo>
                  <a:cubicBezTo>
                    <a:pt x="615913" y="901239"/>
                    <a:pt x="617999" y="902114"/>
                    <a:pt x="618167" y="902551"/>
                  </a:cubicBezTo>
                  <a:cubicBezTo>
                    <a:pt x="618336" y="902989"/>
                    <a:pt x="620490" y="904502"/>
                    <a:pt x="620490" y="904502"/>
                  </a:cubicBezTo>
                  <a:cubicBezTo>
                    <a:pt x="620490" y="904502"/>
                    <a:pt x="620321" y="904132"/>
                    <a:pt x="622778" y="905579"/>
                  </a:cubicBezTo>
                  <a:cubicBezTo>
                    <a:pt x="625235" y="907059"/>
                    <a:pt x="627086" y="907261"/>
                    <a:pt x="627490" y="907328"/>
                  </a:cubicBezTo>
                  <a:cubicBezTo>
                    <a:pt x="627927" y="907396"/>
                    <a:pt x="630048" y="905545"/>
                    <a:pt x="630384" y="905108"/>
                  </a:cubicBezTo>
                  <a:cubicBezTo>
                    <a:pt x="630720" y="904671"/>
                    <a:pt x="632504" y="903964"/>
                    <a:pt x="632168" y="902518"/>
                  </a:cubicBezTo>
                  <a:cubicBezTo>
                    <a:pt x="631831" y="901038"/>
                    <a:pt x="632437" y="899356"/>
                    <a:pt x="630249" y="898178"/>
                  </a:cubicBezTo>
                  <a:cubicBezTo>
                    <a:pt x="628062" y="897001"/>
                    <a:pt x="626917" y="895252"/>
                    <a:pt x="626917" y="895252"/>
                  </a:cubicBezTo>
                  <a:cubicBezTo>
                    <a:pt x="626917" y="895252"/>
                    <a:pt x="623788" y="892863"/>
                    <a:pt x="623788" y="892493"/>
                  </a:cubicBezTo>
                  <a:cubicBezTo>
                    <a:pt x="623788" y="892123"/>
                    <a:pt x="623586" y="890475"/>
                    <a:pt x="623586" y="889600"/>
                  </a:cubicBezTo>
                  <a:cubicBezTo>
                    <a:pt x="623586" y="888725"/>
                    <a:pt x="623889" y="887414"/>
                    <a:pt x="624158" y="887144"/>
                  </a:cubicBezTo>
                  <a:cubicBezTo>
                    <a:pt x="624461" y="886842"/>
                    <a:pt x="627422" y="883949"/>
                    <a:pt x="627624" y="883881"/>
                  </a:cubicBezTo>
                  <a:cubicBezTo>
                    <a:pt x="627860" y="883814"/>
                    <a:pt x="628499" y="883007"/>
                    <a:pt x="628264" y="882199"/>
                  </a:cubicBezTo>
                  <a:cubicBezTo>
                    <a:pt x="628062" y="881392"/>
                    <a:pt x="628634" y="880450"/>
                    <a:pt x="627523" y="878735"/>
                  </a:cubicBezTo>
                  <a:cubicBezTo>
                    <a:pt x="626446" y="876985"/>
                    <a:pt x="625066" y="875909"/>
                    <a:pt x="624999" y="875404"/>
                  </a:cubicBezTo>
                  <a:cubicBezTo>
                    <a:pt x="624932" y="874900"/>
                    <a:pt x="624696" y="873016"/>
                    <a:pt x="624696" y="872713"/>
                  </a:cubicBezTo>
                  <a:cubicBezTo>
                    <a:pt x="624696" y="872410"/>
                    <a:pt x="627826" y="869383"/>
                    <a:pt x="628163" y="868508"/>
                  </a:cubicBezTo>
                  <a:cubicBezTo>
                    <a:pt x="628533" y="867634"/>
                    <a:pt x="628971" y="865985"/>
                    <a:pt x="629240" y="865918"/>
                  </a:cubicBezTo>
                  <a:cubicBezTo>
                    <a:pt x="629543" y="865851"/>
                    <a:pt x="633211" y="867163"/>
                    <a:pt x="633581" y="867364"/>
                  </a:cubicBezTo>
                  <a:cubicBezTo>
                    <a:pt x="633951" y="867566"/>
                    <a:pt x="637721" y="868743"/>
                    <a:pt x="637990" y="869046"/>
                  </a:cubicBezTo>
                  <a:cubicBezTo>
                    <a:pt x="638293" y="869349"/>
                    <a:pt x="641254" y="870425"/>
                    <a:pt x="641894" y="870493"/>
                  </a:cubicBezTo>
                  <a:cubicBezTo>
                    <a:pt x="642533" y="870560"/>
                    <a:pt x="645798" y="869753"/>
                    <a:pt x="645798" y="869753"/>
                  </a:cubicBezTo>
                  <a:lnTo>
                    <a:pt x="646875" y="867499"/>
                  </a:lnTo>
                  <a:lnTo>
                    <a:pt x="648759" y="865245"/>
                  </a:lnTo>
                  <a:cubicBezTo>
                    <a:pt x="648759" y="865245"/>
                    <a:pt x="649702" y="864236"/>
                    <a:pt x="650005" y="864169"/>
                  </a:cubicBezTo>
                  <a:cubicBezTo>
                    <a:pt x="650274" y="864101"/>
                    <a:pt x="652899" y="864370"/>
                    <a:pt x="652899" y="864370"/>
                  </a:cubicBezTo>
                  <a:lnTo>
                    <a:pt x="654043" y="865447"/>
                  </a:lnTo>
                  <a:lnTo>
                    <a:pt x="657947" y="867331"/>
                  </a:lnTo>
                  <a:lnTo>
                    <a:pt x="660202" y="869719"/>
                  </a:lnTo>
                  <a:cubicBezTo>
                    <a:pt x="660202" y="869719"/>
                    <a:pt x="662726" y="871401"/>
                    <a:pt x="664039" y="871300"/>
                  </a:cubicBezTo>
                  <a:cubicBezTo>
                    <a:pt x="665351" y="871233"/>
                    <a:pt x="670500" y="871065"/>
                    <a:pt x="670500" y="871065"/>
                  </a:cubicBezTo>
                  <a:cubicBezTo>
                    <a:pt x="670500" y="871065"/>
                    <a:pt x="671072" y="869484"/>
                    <a:pt x="670870" y="868979"/>
                  </a:cubicBezTo>
                  <a:cubicBezTo>
                    <a:pt x="670668" y="868475"/>
                    <a:pt x="670366" y="865144"/>
                    <a:pt x="670366" y="865144"/>
                  </a:cubicBezTo>
                  <a:lnTo>
                    <a:pt x="672015" y="863395"/>
                  </a:lnTo>
                  <a:cubicBezTo>
                    <a:pt x="672015" y="863395"/>
                    <a:pt x="672957" y="863260"/>
                    <a:pt x="673260" y="863260"/>
                  </a:cubicBezTo>
                  <a:cubicBezTo>
                    <a:pt x="673563" y="863260"/>
                    <a:pt x="675515" y="865447"/>
                    <a:pt x="675515" y="865447"/>
                  </a:cubicBezTo>
                  <a:cubicBezTo>
                    <a:pt x="675515" y="865447"/>
                    <a:pt x="675717" y="866591"/>
                    <a:pt x="676760" y="866019"/>
                  </a:cubicBezTo>
                  <a:cubicBezTo>
                    <a:pt x="677770" y="865447"/>
                    <a:pt x="679082" y="864270"/>
                    <a:pt x="679520" y="862621"/>
                  </a:cubicBezTo>
                  <a:cubicBezTo>
                    <a:pt x="679957" y="860939"/>
                    <a:pt x="680327" y="859493"/>
                    <a:pt x="680327" y="859493"/>
                  </a:cubicBezTo>
                  <a:lnTo>
                    <a:pt x="680327" y="855590"/>
                  </a:lnTo>
                  <a:cubicBezTo>
                    <a:pt x="680327" y="855590"/>
                    <a:pt x="681068" y="854447"/>
                    <a:pt x="681202" y="853572"/>
                  </a:cubicBezTo>
                  <a:cubicBezTo>
                    <a:pt x="681337" y="852698"/>
                    <a:pt x="682784" y="850107"/>
                    <a:pt x="682784" y="850107"/>
                  </a:cubicBezTo>
                  <a:cubicBezTo>
                    <a:pt x="682784" y="850107"/>
                    <a:pt x="683222" y="848795"/>
                    <a:pt x="684803" y="848089"/>
                  </a:cubicBezTo>
                  <a:cubicBezTo>
                    <a:pt x="686385" y="847349"/>
                    <a:pt x="687698" y="845499"/>
                    <a:pt x="688270" y="845196"/>
                  </a:cubicBezTo>
                  <a:cubicBezTo>
                    <a:pt x="688842" y="844893"/>
                    <a:pt x="691299" y="842740"/>
                    <a:pt x="691736" y="842437"/>
                  </a:cubicBezTo>
                  <a:cubicBezTo>
                    <a:pt x="692174" y="842135"/>
                    <a:pt x="693486" y="841428"/>
                    <a:pt x="693486" y="841428"/>
                  </a:cubicBezTo>
                  <a:lnTo>
                    <a:pt x="694294" y="838670"/>
                  </a:lnTo>
                  <a:lnTo>
                    <a:pt x="692779" y="836281"/>
                  </a:lnTo>
                  <a:cubicBezTo>
                    <a:pt x="692779" y="836281"/>
                    <a:pt x="692342" y="835642"/>
                    <a:pt x="692712" y="835474"/>
                  </a:cubicBezTo>
                  <a:cubicBezTo>
                    <a:pt x="693082" y="835339"/>
                    <a:pt x="693722" y="834768"/>
                    <a:pt x="693856" y="834330"/>
                  </a:cubicBezTo>
                  <a:cubicBezTo>
                    <a:pt x="693991" y="833893"/>
                    <a:pt x="694361" y="833960"/>
                    <a:pt x="694294" y="833691"/>
                  </a:cubicBezTo>
                  <a:cubicBezTo>
                    <a:pt x="694227" y="833388"/>
                    <a:pt x="694530" y="832177"/>
                    <a:pt x="693991" y="831370"/>
                  </a:cubicBezTo>
                  <a:cubicBezTo>
                    <a:pt x="693486" y="830563"/>
                    <a:pt x="691299" y="828241"/>
                    <a:pt x="691299" y="828241"/>
                  </a:cubicBezTo>
                  <a:cubicBezTo>
                    <a:pt x="691299" y="828241"/>
                    <a:pt x="690659" y="828881"/>
                    <a:pt x="690289" y="826997"/>
                  </a:cubicBezTo>
                  <a:cubicBezTo>
                    <a:pt x="689919" y="825113"/>
                    <a:pt x="689650" y="824743"/>
                    <a:pt x="689919" y="823734"/>
                  </a:cubicBezTo>
                  <a:cubicBezTo>
                    <a:pt x="690222" y="822724"/>
                    <a:pt x="690053" y="823229"/>
                    <a:pt x="691232" y="821850"/>
                  </a:cubicBezTo>
                  <a:cubicBezTo>
                    <a:pt x="692376" y="820471"/>
                    <a:pt x="691804" y="820269"/>
                    <a:pt x="693251" y="819024"/>
                  </a:cubicBezTo>
                  <a:cubicBezTo>
                    <a:pt x="694698" y="817780"/>
                    <a:pt x="695203" y="817578"/>
                    <a:pt x="696381" y="816770"/>
                  </a:cubicBezTo>
                  <a:cubicBezTo>
                    <a:pt x="697525" y="815963"/>
                    <a:pt x="697761" y="815694"/>
                    <a:pt x="698905" y="815761"/>
                  </a:cubicBezTo>
                  <a:cubicBezTo>
                    <a:pt x="700049" y="815828"/>
                    <a:pt x="704323" y="816770"/>
                    <a:pt x="704323" y="816770"/>
                  </a:cubicBezTo>
                  <a:cubicBezTo>
                    <a:pt x="704323" y="816770"/>
                    <a:pt x="705770" y="817847"/>
                    <a:pt x="706140" y="817948"/>
                  </a:cubicBezTo>
                  <a:cubicBezTo>
                    <a:pt x="706511" y="818015"/>
                    <a:pt x="709842" y="820538"/>
                    <a:pt x="709842" y="820538"/>
                  </a:cubicBezTo>
                  <a:cubicBezTo>
                    <a:pt x="709842" y="820538"/>
                    <a:pt x="711929" y="821985"/>
                    <a:pt x="712669" y="822052"/>
                  </a:cubicBezTo>
                  <a:cubicBezTo>
                    <a:pt x="713410" y="822119"/>
                    <a:pt x="715631" y="823935"/>
                    <a:pt x="716371" y="823935"/>
                  </a:cubicBezTo>
                  <a:cubicBezTo>
                    <a:pt x="717078" y="823935"/>
                    <a:pt x="720208" y="824003"/>
                    <a:pt x="720208" y="824003"/>
                  </a:cubicBezTo>
                  <a:lnTo>
                    <a:pt x="724785" y="823498"/>
                  </a:lnTo>
                  <a:cubicBezTo>
                    <a:pt x="724785" y="823498"/>
                    <a:pt x="728117" y="821985"/>
                    <a:pt x="728319" y="821985"/>
                  </a:cubicBezTo>
                  <a:cubicBezTo>
                    <a:pt x="728521" y="821985"/>
                    <a:pt x="732021" y="820942"/>
                    <a:pt x="732021" y="820942"/>
                  </a:cubicBezTo>
                  <a:lnTo>
                    <a:pt x="727881" y="816165"/>
                  </a:lnTo>
                  <a:lnTo>
                    <a:pt x="722766" y="811724"/>
                  </a:lnTo>
                  <a:lnTo>
                    <a:pt x="718088" y="806611"/>
                  </a:lnTo>
                  <a:cubicBezTo>
                    <a:pt x="718088" y="806611"/>
                    <a:pt x="713309" y="802171"/>
                    <a:pt x="712939" y="801868"/>
                  </a:cubicBezTo>
                  <a:cubicBezTo>
                    <a:pt x="712568" y="801565"/>
                    <a:pt x="709674" y="798975"/>
                    <a:pt x="709540" y="798672"/>
                  </a:cubicBezTo>
                  <a:cubicBezTo>
                    <a:pt x="709405" y="798403"/>
                    <a:pt x="707588" y="797226"/>
                    <a:pt x="707453" y="796923"/>
                  </a:cubicBezTo>
                  <a:cubicBezTo>
                    <a:pt x="707318" y="796620"/>
                    <a:pt x="702607" y="792920"/>
                    <a:pt x="702371" y="792516"/>
                  </a:cubicBezTo>
                  <a:cubicBezTo>
                    <a:pt x="702136" y="792079"/>
                    <a:pt x="700621" y="790431"/>
                    <a:pt x="700621" y="790431"/>
                  </a:cubicBezTo>
                  <a:lnTo>
                    <a:pt x="699544" y="788177"/>
                  </a:lnTo>
                  <a:lnTo>
                    <a:pt x="699342" y="786293"/>
                  </a:lnTo>
                  <a:cubicBezTo>
                    <a:pt x="699342" y="786293"/>
                    <a:pt x="700083" y="784846"/>
                    <a:pt x="700352" y="784274"/>
                  </a:cubicBezTo>
                  <a:cubicBezTo>
                    <a:pt x="700655" y="783703"/>
                    <a:pt x="700857" y="782693"/>
                    <a:pt x="701159" y="782189"/>
                  </a:cubicBezTo>
                  <a:cubicBezTo>
                    <a:pt x="701429" y="781684"/>
                    <a:pt x="701799" y="779868"/>
                    <a:pt x="701799" y="779868"/>
                  </a:cubicBezTo>
                  <a:lnTo>
                    <a:pt x="700487" y="778287"/>
                  </a:lnTo>
                  <a:lnTo>
                    <a:pt x="698669" y="774889"/>
                  </a:lnTo>
                  <a:cubicBezTo>
                    <a:pt x="698669" y="774889"/>
                    <a:pt x="697861" y="772433"/>
                    <a:pt x="697592" y="772063"/>
                  </a:cubicBezTo>
                  <a:cubicBezTo>
                    <a:pt x="697289" y="771693"/>
                    <a:pt x="697962" y="770549"/>
                    <a:pt x="697962" y="770549"/>
                  </a:cubicBezTo>
                  <a:lnTo>
                    <a:pt x="699039" y="769036"/>
                  </a:lnTo>
                  <a:cubicBezTo>
                    <a:pt x="699039" y="769036"/>
                    <a:pt x="700621" y="767219"/>
                    <a:pt x="700857" y="767085"/>
                  </a:cubicBezTo>
                  <a:cubicBezTo>
                    <a:pt x="701092" y="766950"/>
                    <a:pt x="703246" y="766580"/>
                    <a:pt x="703549" y="766445"/>
                  </a:cubicBezTo>
                  <a:cubicBezTo>
                    <a:pt x="703852" y="766311"/>
                    <a:pt x="706746" y="766445"/>
                    <a:pt x="707016" y="766445"/>
                  </a:cubicBezTo>
                  <a:cubicBezTo>
                    <a:pt x="707318" y="766445"/>
                    <a:pt x="710145" y="766311"/>
                    <a:pt x="710145" y="766311"/>
                  </a:cubicBezTo>
                  <a:cubicBezTo>
                    <a:pt x="710145" y="766311"/>
                    <a:pt x="712770" y="765874"/>
                    <a:pt x="712838" y="765604"/>
                  </a:cubicBezTo>
                  <a:cubicBezTo>
                    <a:pt x="712905" y="765302"/>
                    <a:pt x="714150" y="764864"/>
                    <a:pt x="714722" y="764158"/>
                  </a:cubicBezTo>
                  <a:cubicBezTo>
                    <a:pt x="715294" y="763418"/>
                    <a:pt x="715732" y="762779"/>
                    <a:pt x="715799" y="762577"/>
                  </a:cubicBezTo>
                  <a:cubicBezTo>
                    <a:pt x="715867" y="762375"/>
                    <a:pt x="716876" y="760558"/>
                    <a:pt x="716943" y="759818"/>
                  </a:cubicBezTo>
                  <a:cubicBezTo>
                    <a:pt x="717011" y="759078"/>
                    <a:pt x="717078" y="757699"/>
                    <a:pt x="717078" y="757699"/>
                  </a:cubicBezTo>
                  <a:lnTo>
                    <a:pt x="717011" y="756253"/>
                  </a:lnTo>
                  <a:lnTo>
                    <a:pt x="714487" y="754436"/>
                  </a:lnTo>
                  <a:lnTo>
                    <a:pt x="713915" y="752249"/>
                  </a:lnTo>
                  <a:lnTo>
                    <a:pt x="713343" y="750063"/>
                  </a:lnTo>
                  <a:lnTo>
                    <a:pt x="715530" y="746161"/>
                  </a:lnTo>
                  <a:lnTo>
                    <a:pt x="722059" y="742023"/>
                  </a:lnTo>
                  <a:cubicBezTo>
                    <a:pt x="722059" y="742023"/>
                    <a:pt x="727713" y="734185"/>
                    <a:pt x="727915" y="733546"/>
                  </a:cubicBezTo>
                  <a:cubicBezTo>
                    <a:pt x="728117" y="732907"/>
                    <a:pt x="735083" y="727457"/>
                    <a:pt x="735083" y="727457"/>
                  </a:cubicBezTo>
                  <a:lnTo>
                    <a:pt x="738987" y="721166"/>
                  </a:lnTo>
                  <a:lnTo>
                    <a:pt x="740300" y="720090"/>
                  </a:lnTo>
                  <a:lnTo>
                    <a:pt x="741377" y="716625"/>
                  </a:lnTo>
                  <a:lnTo>
                    <a:pt x="740064" y="715313"/>
                  </a:lnTo>
                  <a:lnTo>
                    <a:pt x="738112" y="712925"/>
                  </a:lnTo>
                  <a:cubicBezTo>
                    <a:pt x="738112" y="712925"/>
                    <a:pt x="733535" y="712689"/>
                    <a:pt x="732660" y="713362"/>
                  </a:cubicBezTo>
                  <a:cubicBezTo>
                    <a:pt x="731785" y="714001"/>
                    <a:pt x="729631" y="713564"/>
                    <a:pt x="728083" y="713564"/>
                  </a:cubicBezTo>
                  <a:cubicBezTo>
                    <a:pt x="726569" y="713564"/>
                    <a:pt x="725054" y="713564"/>
                    <a:pt x="718963" y="712925"/>
                  </a:cubicBezTo>
                  <a:cubicBezTo>
                    <a:pt x="712871" y="712286"/>
                    <a:pt x="718761" y="711176"/>
                    <a:pt x="718525" y="710335"/>
                  </a:cubicBezTo>
                  <a:cubicBezTo>
                    <a:pt x="718323" y="709460"/>
                    <a:pt x="718963" y="707711"/>
                    <a:pt x="718963" y="706634"/>
                  </a:cubicBezTo>
                  <a:cubicBezTo>
                    <a:pt x="718963" y="705558"/>
                    <a:pt x="719602" y="702934"/>
                    <a:pt x="719602" y="702934"/>
                  </a:cubicBezTo>
                  <a:cubicBezTo>
                    <a:pt x="719602" y="702934"/>
                    <a:pt x="713746" y="699032"/>
                    <a:pt x="713073" y="698796"/>
                  </a:cubicBezTo>
                  <a:cubicBezTo>
                    <a:pt x="712434" y="698594"/>
                    <a:pt x="711559" y="697484"/>
                    <a:pt x="711559" y="697484"/>
                  </a:cubicBezTo>
                  <a:lnTo>
                    <a:pt x="711559" y="694894"/>
                  </a:lnTo>
                  <a:lnTo>
                    <a:pt x="713746" y="692506"/>
                  </a:lnTo>
                  <a:lnTo>
                    <a:pt x="715261" y="689478"/>
                  </a:lnTo>
                  <a:lnTo>
                    <a:pt x="715698" y="685778"/>
                  </a:lnTo>
                  <a:lnTo>
                    <a:pt x="715900" y="682515"/>
                  </a:lnTo>
                  <a:lnTo>
                    <a:pt x="715025" y="680126"/>
                  </a:lnTo>
                  <a:lnTo>
                    <a:pt x="715025" y="677502"/>
                  </a:lnTo>
                  <a:lnTo>
                    <a:pt x="712838" y="672490"/>
                  </a:lnTo>
                  <a:cubicBezTo>
                    <a:pt x="712838" y="672490"/>
                    <a:pt x="713275" y="672490"/>
                    <a:pt x="712636" y="671413"/>
                  </a:cubicBezTo>
                  <a:cubicBezTo>
                    <a:pt x="711996" y="670337"/>
                    <a:pt x="711559" y="667948"/>
                    <a:pt x="711559" y="667948"/>
                  </a:cubicBezTo>
                  <a:lnTo>
                    <a:pt x="711559" y="667713"/>
                  </a:lnTo>
                  <a:lnTo>
                    <a:pt x="715025" y="665527"/>
                  </a:lnTo>
                  <a:lnTo>
                    <a:pt x="718492" y="664887"/>
                  </a:lnTo>
                  <a:lnTo>
                    <a:pt x="721083" y="665325"/>
                  </a:lnTo>
                  <a:cubicBezTo>
                    <a:pt x="721083" y="665325"/>
                    <a:pt x="723674" y="665325"/>
                    <a:pt x="725424" y="665325"/>
                  </a:cubicBezTo>
                  <a:cubicBezTo>
                    <a:pt x="727175" y="665325"/>
                    <a:pt x="731516" y="665224"/>
                    <a:pt x="733670" y="665224"/>
                  </a:cubicBezTo>
                  <a:cubicBezTo>
                    <a:pt x="735858" y="665224"/>
                    <a:pt x="736497" y="664686"/>
                    <a:pt x="736497" y="664686"/>
                  </a:cubicBezTo>
                  <a:lnTo>
                    <a:pt x="737574" y="662734"/>
                  </a:lnTo>
                  <a:lnTo>
                    <a:pt x="737574" y="660985"/>
                  </a:lnTo>
                  <a:lnTo>
                    <a:pt x="737574" y="659236"/>
                  </a:lnTo>
                  <a:lnTo>
                    <a:pt x="737574" y="657487"/>
                  </a:lnTo>
                  <a:lnTo>
                    <a:pt x="740502" y="655098"/>
                  </a:lnTo>
                  <a:lnTo>
                    <a:pt x="746560" y="655165"/>
                  </a:lnTo>
                  <a:cubicBezTo>
                    <a:pt x="746560" y="655165"/>
                    <a:pt x="750026" y="655031"/>
                    <a:pt x="750632" y="655165"/>
                  </a:cubicBezTo>
                  <a:cubicBezTo>
                    <a:pt x="751204" y="655300"/>
                    <a:pt x="752079" y="655906"/>
                    <a:pt x="752079" y="655906"/>
                  </a:cubicBezTo>
                  <a:cubicBezTo>
                    <a:pt x="752079" y="655906"/>
                    <a:pt x="753964" y="657789"/>
                    <a:pt x="754401" y="658361"/>
                  </a:cubicBezTo>
                  <a:cubicBezTo>
                    <a:pt x="754839" y="658933"/>
                    <a:pt x="754401" y="660817"/>
                    <a:pt x="754266" y="661557"/>
                  </a:cubicBezTo>
                  <a:cubicBezTo>
                    <a:pt x="754132" y="662263"/>
                    <a:pt x="753829" y="662869"/>
                    <a:pt x="752079" y="664585"/>
                  </a:cubicBezTo>
                  <a:cubicBezTo>
                    <a:pt x="750329" y="666334"/>
                    <a:pt x="752079" y="666771"/>
                    <a:pt x="752079" y="666771"/>
                  </a:cubicBezTo>
                  <a:cubicBezTo>
                    <a:pt x="752079" y="666771"/>
                    <a:pt x="754266" y="668352"/>
                    <a:pt x="756723" y="669227"/>
                  </a:cubicBezTo>
                  <a:cubicBezTo>
                    <a:pt x="759180" y="670101"/>
                    <a:pt x="759045" y="669362"/>
                    <a:pt x="759752" y="668789"/>
                  </a:cubicBezTo>
                  <a:cubicBezTo>
                    <a:pt x="760492" y="668218"/>
                    <a:pt x="761199" y="667646"/>
                    <a:pt x="761502" y="667209"/>
                  </a:cubicBezTo>
                  <a:cubicBezTo>
                    <a:pt x="761805" y="666771"/>
                    <a:pt x="763387" y="666199"/>
                    <a:pt x="765844" y="665627"/>
                  </a:cubicBezTo>
                  <a:cubicBezTo>
                    <a:pt x="768300" y="665056"/>
                    <a:pt x="768906" y="665190"/>
                    <a:pt x="769748" y="664450"/>
                  </a:cubicBezTo>
                  <a:cubicBezTo>
                    <a:pt x="770623" y="663744"/>
                    <a:pt x="771935" y="662701"/>
                    <a:pt x="771935" y="662701"/>
                  </a:cubicBezTo>
                  <a:cubicBezTo>
                    <a:pt x="771935" y="662701"/>
                    <a:pt x="775267" y="662398"/>
                    <a:pt x="776714" y="661826"/>
                  </a:cubicBezTo>
                  <a:lnTo>
                    <a:pt x="783075" y="661826"/>
                  </a:lnTo>
                  <a:cubicBezTo>
                    <a:pt x="783075" y="661826"/>
                    <a:pt x="784387" y="661860"/>
                    <a:pt x="785834" y="661725"/>
                  </a:cubicBezTo>
                  <a:cubicBezTo>
                    <a:pt x="787282" y="661591"/>
                    <a:pt x="788157" y="661557"/>
                    <a:pt x="788157" y="661557"/>
                  </a:cubicBezTo>
                  <a:cubicBezTo>
                    <a:pt x="788157" y="661557"/>
                    <a:pt x="790344" y="661860"/>
                    <a:pt x="792498" y="662263"/>
                  </a:cubicBezTo>
                  <a:cubicBezTo>
                    <a:pt x="794686" y="662701"/>
                    <a:pt x="794248" y="664585"/>
                    <a:pt x="794248" y="664585"/>
                  </a:cubicBezTo>
                  <a:lnTo>
                    <a:pt x="796705" y="666166"/>
                  </a:lnTo>
                  <a:lnTo>
                    <a:pt x="796705" y="669630"/>
                  </a:lnTo>
                  <a:lnTo>
                    <a:pt x="796705" y="672961"/>
                  </a:lnTo>
                  <a:cubicBezTo>
                    <a:pt x="796705" y="672961"/>
                    <a:pt x="800542" y="672692"/>
                    <a:pt x="801989" y="672961"/>
                  </a:cubicBezTo>
                  <a:cubicBezTo>
                    <a:pt x="803436" y="673264"/>
                    <a:pt x="805253" y="672961"/>
                    <a:pt x="805253" y="672961"/>
                  </a:cubicBezTo>
                  <a:cubicBezTo>
                    <a:pt x="805253" y="672961"/>
                    <a:pt x="805556" y="673835"/>
                    <a:pt x="806128" y="675147"/>
                  </a:cubicBezTo>
                  <a:cubicBezTo>
                    <a:pt x="806700" y="676459"/>
                    <a:pt x="806835" y="677738"/>
                    <a:pt x="806835" y="677738"/>
                  </a:cubicBezTo>
                  <a:lnTo>
                    <a:pt x="808417" y="678612"/>
                  </a:lnTo>
                  <a:lnTo>
                    <a:pt x="811479" y="680934"/>
                  </a:lnTo>
                  <a:lnTo>
                    <a:pt x="815821" y="680934"/>
                  </a:lnTo>
                  <a:lnTo>
                    <a:pt x="819287" y="683860"/>
                  </a:lnTo>
                  <a:cubicBezTo>
                    <a:pt x="819287" y="683860"/>
                    <a:pt x="822114" y="686585"/>
                    <a:pt x="823864" y="688301"/>
                  </a:cubicBezTo>
                  <a:cubicBezTo>
                    <a:pt x="825614" y="690050"/>
                    <a:pt x="826052" y="693952"/>
                    <a:pt x="826052" y="693952"/>
                  </a:cubicBezTo>
                  <a:cubicBezTo>
                    <a:pt x="826052" y="693952"/>
                    <a:pt x="828239" y="696340"/>
                    <a:pt x="828239" y="697215"/>
                  </a:cubicBezTo>
                  <a:cubicBezTo>
                    <a:pt x="828239" y="698090"/>
                    <a:pt x="827600" y="699402"/>
                    <a:pt x="826927" y="699839"/>
                  </a:cubicBezTo>
                  <a:cubicBezTo>
                    <a:pt x="826287" y="700276"/>
                    <a:pt x="823898" y="702227"/>
                    <a:pt x="823898" y="702227"/>
                  </a:cubicBezTo>
                  <a:lnTo>
                    <a:pt x="824975" y="706567"/>
                  </a:lnTo>
                  <a:lnTo>
                    <a:pt x="827364" y="709830"/>
                  </a:lnTo>
                  <a:cubicBezTo>
                    <a:pt x="827364" y="709830"/>
                    <a:pt x="829552" y="715481"/>
                    <a:pt x="829989" y="716356"/>
                  </a:cubicBezTo>
                  <a:cubicBezTo>
                    <a:pt x="830427" y="717231"/>
                    <a:pt x="833691" y="720696"/>
                    <a:pt x="835004" y="721570"/>
                  </a:cubicBezTo>
                  <a:cubicBezTo>
                    <a:pt x="836316" y="722445"/>
                    <a:pt x="837393" y="729610"/>
                    <a:pt x="837393" y="729610"/>
                  </a:cubicBezTo>
                  <a:lnTo>
                    <a:pt x="836081" y="737885"/>
                  </a:lnTo>
                  <a:lnTo>
                    <a:pt x="835004" y="744950"/>
                  </a:lnTo>
                  <a:cubicBezTo>
                    <a:pt x="835004" y="744950"/>
                    <a:pt x="835441" y="747237"/>
                    <a:pt x="838033" y="751375"/>
                  </a:cubicBezTo>
                  <a:cubicBezTo>
                    <a:pt x="840658" y="755513"/>
                    <a:pt x="840658" y="753326"/>
                    <a:pt x="841297" y="753763"/>
                  </a:cubicBezTo>
                  <a:cubicBezTo>
                    <a:pt x="841937" y="754201"/>
                    <a:pt x="843047" y="755950"/>
                    <a:pt x="843687" y="758103"/>
                  </a:cubicBezTo>
                  <a:cubicBezTo>
                    <a:pt x="844326" y="760289"/>
                    <a:pt x="843249" y="759179"/>
                    <a:pt x="842812" y="759852"/>
                  </a:cubicBezTo>
                  <a:cubicBezTo>
                    <a:pt x="842374" y="760491"/>
                    <a:pt x="842812" y="762880"/>
                    <a:pt x="842812" y="762880"/>
                  </a:cubicBezTo>
                  <a:cubicBezTo>
                    <a:pt x="842812" y="762880"/>
                    <a:pt x="845201" y="764192"/>
                    <a:pt x="846514" y="764629"/>
                  </a:cubicBezTo>
                  <a:cubicBezTo>
                    <a:pt x="847826" y="765066"/>
                    <a:pt x="848466" y="765941"/>
                    <a:pt x="849105" y="766378"/>
                  </a:cubicBezTo>
                  <a:cubicBezTo>
                    <a:pt x="849745" y="766815"/>
                    <a:pt x="851057" y="768329"/>
                    <a:pt x="851057" y="768329"/>
                  </a:cubicBezTo>
                  <a:cubicBezTo>
                    <a:pt x="851057" y="768329"/>
                    <a:pt x="853682" y="770280"/>
                    <a:pt x="854759" y="770280"/>
                  </a:cubicBezTo>
                  <a:cubicBezTo>
                    <a:pt x="855836" y="770280"/>
                    <a:pt x="857350" y="772030"/>
                    <a:pt x="857350" y="772030"/>
                  </a:cubicBezTo>
                  <a:lnTo>
                    <a:pt x="861692" y="773106"/>
                  </a:lnTo>
                  <a:lnTo>
                    <a:pt x="868860" y="776134"/>
                  </a:lnTo>
                  <a:lnTo>
                    <a:pt x="872764" y="779834"/>
                  </a:lnTo>
                  <a:lnTo>
                    <a:pt x="878856" y="786125"/>
                  </a:lnTo>
                  <a:lnTo>
                    <a:pt x="879798" y="791272"/>
                  </a:lnTo>
                  <a:cubicBezTo>
                    <a:pt x="879798" y="791272"/>
                    <a:pt x="882120" y="796116"/>
                    <a:pt x="883870" y="797226"/>
                  </a:cubicBezTo>
                  <a:cubicBezTo>
                    <a:pt x="885620" y="798302"/>
                    <a:pt x="886563" y="799311"/>
                    <a:pt x="887068" y="799412"/>
                  </a:cubicBezTo>
                  <a:cubicBezTo>
                    <a:pt x="887572" y="799480"/>
                    <a:pt x="889087" y="800657"/>
                    <a:pt x="889019" y="800926"/>
                  </a:cubicBezTo>
                  <a:cubicBezTo>
                    <a:pt x="888952" y="801229"/>
                    <a:pt x="889221" y="802238"/>
                    <a:pt x="889087" y="803247"/>
                  </a:cubicBezTo>
                  <a:cubicBezTo>
                    <a:pt x="888952" y="804256"/>
                    <a:pt x="889087" y="804492"/>
                    <a:pt x="889087" y="804761"/>
                  </a:cubicBezTo>
                  <a:cubicBezTo>
                    <a:pt x="889087" y="805064"/>
                    <a:pt x="890231" y="806577"/>
                    <a:pt x="890332" y="806779"/>
                  </a:cubicBezTo>
                  <a:cubicBezTo>
                    <a:pt x="890399" y="806981"/>
                    <a:pt x="891779" y="809100"/>
                    <a:pt x="892217" y="809807"/>
                  </a:cubicBezTo>
                  <a:cubicBezTo>
                    <a:pt x="892654" y="810547"/>
                    <a:pt x="894976" y="812431"/>
                    <a:pt x="895548" y="813137"/>
                  </a:cubicBezTo>
                  <a:cubicBezTo>
                    <a:pt x="896121" y="813844"/>
                    <a:pt x="898140" y="814887"/>
                    <a:pt x="898813" y="815223"/>
                  </a:cubicBezTo>
                  <a:cubicBezTo>
                    <a:pt x="899452" y="815593"/>
                    <a:pt x="901842" y="816602"/>
                    <a:pt x="901842" y="816602"/>
                  </a:cubicBezTo>
                  <a:lnTo>
                    <a:pt x="904972" y="818486"/>
                  </a:lnTo>
                  <a:cubicBezTo>
                    <a:pt x="904972" y="818486"/>
                    <a:pt x="906217" y="819798"/>
                    <a:pt x="907496" y="821009"/>
                  </a:cubicBezTo>
                  <a:cubicBezTo>
                    <a:pt x="908808" y="822253"/>
                    <a:pt x="908640" y="821211"/>
                    <a:pt x="909246" y="821009"/>
                  </a:cubicBezTo>
                  <a:cubicBezTo>
                    <a:pt x="909818" y="820807"/>
                    <a:pt x="910424" y="819058"/>
                    <a:pt x="910760" y="818553"/>
                  </a:cubicBezTo>
                  <a:cubicBezTo>
                    <a:pt x="911130" y="818049"/>
                    <a:pt x="910996" y="817309"/>
                    <a:pt x="911703" y="816669"/>
                  </a:cubicBezTo>
                  <a:cubicBezTo>
                    <a:pt x="912443" y="816030"/>
                    <a:pt x="912342" y="815593"/>
                    <a:pt x="912645" y="814853"/>
                  </a:cubicBezTo>
                  <a:cubicBezTo>
                    <a:pt x="912948" y="814113"/>
                    <a:pt x="913385" y="813978"/>
                    <a:pt x="913789" y="813911"/>
                  </a:cubicBezTo>
                  <a:cubicBezTo>
                    <a:pt x="914227" y="813844"/>
                    <a:pt x="914866" y="814046"/>
                    <a:pt x="915169" y="814113"/>
                  </a:cubicBezTo>
                  <a:cubicBezTo>
                    <a:pt x="915472" y="814180"/>
                    <a:pt x="916919" y="815559"/>
                    <a:pt x="917626" y="815997"/>
                  </a:cubicBezTo>
                  <a:cubicBezTo>
                    <a:pt x="918366" y="816434"/>
                    <a:pt x="918265" y="816501"/>
                    <a:pt x="918636" y="816804"/>
                  </a:cubicBezTo>
                  <a:cubicBezTo>
                    <a:pt x="919006" y="817107"/>
                    <a:pt x="918636" y="818822"/>
                    <a:pt x="918636" y="819125"/>
                  </a:cubicBezTo>
                  <a:cubicBezTo>
                    <a:pt x="918636" y="819428"/>
                    <a:pt x="919443" y="821009"/>
                    <a:pt x="919443" y="821009"/>
                  </a:cubicBezTo>
                  <a:cubicBezTo>
                    <a:pt x="919443" y="821009"/>
                    <a:pt x="919948" y="821581"/>
                    <a:pt x="920318" y="821883"/>
                  </a:cubicBezTo>
                  <a:cubicBezTo>
                    <a:pt x="920688" y="822186"/>
                    <a:pt x="921193" y="823128"/>
                    <a:pt x="921698" y="824003"/>
                  </a:cubicBezTo>
                  <a:cubicBezTo>
                    <a:pt x="922203" y="824877"/>
                    <a:pt x="922573" y="824709"/>
                    <a:pt x="923381" y="825517"/>
                  </a:cubicBezTo>
                  <a:cubicBezTo>
                    <a:pt x="924188" y="826324"/>
                    <a:pt x="924088" y="826257"/>
                    <a:pt x="924626" y="826593"/>
                  </a:cubicBezTo>
                  <a:cubicBezTo>
                    <a:pt x="925131" y="826963"/>
                    <a:pt x="926443" y="826593"/>
                    <a:pt x="927150" y="826593"/>
                  </a:cubicBezTo>
                  <a:cubicBezTo>
                    <a:pt x="927857" y="826593"/>
                    <a:pt x="927655" y="825954"/>
                    <a:pt x="927655" y="825954"/>
                  </a:cubicBezTo>
                  <a:cubicBezTo>
                    <a:pt x="927655" y="825954"/>
                    <a:pt x="928092" y="824877"/>
                    <a:pt x="928092" y="824642"/>
                  </a:cubicBezTo>
                  <a:cubicBezTo>
                    <a:pt x="928092" y="824440"/>
                    <a:pt x="929035" y="823397"/>
                    <a:pt x="929338" y="823397"/>
                  </a:cubicBezTo>
                  <a:cubicBezTo>
                    <a:pt x="929640" y="823397"/>
                    <a:pt x="930650" y="823767"/>
                    <a:pt x="930650" y="823767"/>
                  </a:cubicBezTo>
                  <a:lnTo>
                    <a:pt x="932669" y="824205"/>
                  </a:lnTo>
                  <a:lnTo>
                    <a:pt x="932972" y="823195"/>
                  </a:lnTo>
                  <a:lnTo>
                    <a:pt x="933107" y="822052"/>
                  </a:lnTo>
                  <a:cubicBezTo>
                    <a:pt x="933107" y="822052"/>
                    <a:pt x="933107" y="820605"/>
                    <a:pt x="932366" y="820033"/>
                  </a:cubicBezTo>
                  <a:cubicBezTo>
                    <a:pt x="931626" y="819462"/>
                    <a:pt x="932366" y="815694"/>
                    <a:pt x="932366" y="815694"/>
                  </a:cubicBezTo>
                  <a:cubicBezTo>
                    <a:pt x="932366" y="815694"/>
                    <a:pt x="932366" y="811926"/>
                    <a:pt x="932366" y="811354"/>
                  </a:cubicBezTo>
                  <a:cubicBezTo>
                    <a:pt x="932366" y="810782"/>
                    <a:pt x="933242" y="807015"/>
                    <a:pt x="933242" y="807015"/>
                  </a:cubicBezTo>
                  <a:lnTo>
                    <a:pt x="934992" y="805871"/>
                  </a:lnTo>
                  <a:cubicBezTo>
                    <a:pt x="934992" y="805871"/>
                    <a:pt x="939636" y="805434"/>
                    <a:pt x="940208" y="805299"/>
                  </a:cubicBezTo>
                  <a:cubicBezTo>
                    <a:pt x="940780" y="805165"/>
                    <a:pt x="942968" y="805434"/>
                    <a:pt x="942968" y="805434"/>
                  </a:cubicBezTo>
                  <a:lnTo>
                    <a:pt x="944280" y="803685"/>
                  </a:lnTo>
                  <a:lnTo>
                    <a:pt x="945424" y="801801"/>
                  </a:lnTo>
                  <a:lnTo>
                    <a:pt x="947006" y="798908"/>
                  </a:lnTo>
                  <a:cubicBezTo>
                    <a:pt x="947006" y="798908"/>
                    <a:pt x="949463" y="797596"/>
                    <a:pt x="950035" y="797596"/>
                  </a:cubicBezTo>
                  <a:cubicBezTo>
                    <a:pt x="950607" y="797596"/>
                    <a:pt x="952795" y="797158"/>
                    <a:pt x="952795" y="797158"/>
                  </a:cubicBezTo>
                  <a:lnTo>
                    <a:pt x="954377" y="798302"/>
                  </a:lnTo>
                  <a:lnTo>
                    <a:pt x="951179" y="801498"/>
                  </a:lnTo>
                  <a:lnTo>
                    <a:pt x="950607" y="804088"/>
                  </a:lnTo>
                  <a:cubicBezTo>
                    <a:pt x="950607" y="804088"/>
                    <a:pt x="953367" y="806275"/>
                    <a:pt x="956396" y="808428"/>
                  </a:cubicBezTo>
                  <a:cubicBezTo>
                    <a:pt x="959425" y="810614"/>
                    <a:pt x="957540" y="810311"/>
                    <a:pt x="958281" y="811455"/>
                  </a:cubicBezTo>
                  <a:cubicBezTo>
                    <a:pt x="958987" y="812599"/>
                    <a:pt x="958281" y="817813"/>
                    <a:pt x="958146" y="818251"/>
                  </a:cubicBezTo>
                  <a:cubicBezTo>
                    <a:pt x="958011" y="818688"/>
                    <a:pt x="957405" y="819832"/>
                    <a:pt x="956564" y="821715"/>
                  </a:cubicBezTo>
                  <a:cubicBezTo>
                    <a:pt x="955689" y="823599"/>
                    <a:pt x="955555" y="824608"/>
                    <a:pt x="955555" y="825786"/>
                  </a:cubicBezTo>
                  <a:cubicBezTo>
                    <a:pt x="955555" y="826929"/>
                    <a:pt x="955420" y="827670"/>
                    <a:pt x="955555" y="828107"/>
                  </a:cubicBezTo>
                  <a:cubicBezTo>
                    <a:pt x="955689" y="828544"/>
                    <a:pt x="957574" y="831134"/>
                    <a:pt x="958011" y="831572"/>
                  </a:cubicBezTo>
                  <a:cubicBezTo>
                    <a:pt x="958449" y="832009"/>
                    <a:pt x="959761" y="832884"/>
                    <a:pt x="959761" y="832884"/>
                  </a:cubicBezTo>
                  <a:lnTo>
                    <a:pt x="963396" y="834027"/>
                  </a:lnTo>
                  <a:cubicBezTo>
                    <a:pt x="963396" y="834027"/>
                    <a:pt x="965584" y="833456"/>
                    <a:pt x="965987" y="833018"/>
                  </a:cubicBezTo>
                  <a:cubicBezTo>
                    <a:pt x="966425" y="832581"/>
                    <a:pt x="967132" y="829553"/>
                    <a:pt x="967132" y="829553"/>
                  </a:cubicBezTo>
                  <a:lnTo>
                    <a:pt x="967132" y="827804"/>
                  </a:lnTo>
                  <a:lnTo>
                    <a:pt x="968276" y="826358"/>
                  </a:lnTo>
                  <a:cubicBezTo>
                    <a:pt x="968276" y="826358"/>
                    <a:pt x="969286" y="823330"/>
                    <a:pt x="970161" y="822724"/>
                  </a:cubicBezTo>
                  <a:cubicBezTo>
                    <a:pt x="971036" y="822153"/>
                    <a:pt x="972617" y="820841"/>
                    <a:pt x="972617" y="820841"/>
                  </a:cubicBezTo>
                  <a:lnTo>
                    <a:pt x="974637" y="822590"/>
                  </a:lnTo>
                  <a:cubicBezTo>
                    <a:pt x="974637" y="822590"/>
                    <a:pt x="978406" y="824036"/>
                    <a:pt x="980425" y="824474"/>
                  </a:cubicBezTo>
                  <a:cubicBezTo>
                    <a:pt x="982445" y="824911"/>
                    <a:pt x="981166" y="824339"/>
                    <a:pt x="981166" y="824339"/>
                  </a:cubicBezTo>
                  <a:cubicBezTo>
                    <a:pt x="981166" y="824339"/>
                    <a:pt x="981738" y="823465"/>
                    <a:pt x="984195" y="823330"/>
                  </a:cubicBezTo>
                  <a:cubicBezTo>
                    <a:pt x="986651" y="823195"/>
                    <a:pt x="985507" y="822893"/>
                    <a:pt x="985642" y="822321"/>
                  </a:cubicBezTo>
                  <a:cubicBezTo>
                    <a:pt x="985776" y="821749"/>
                    <a:pt x="987964" y="822018"/>
                    <a:pt x="988671" y="822456"/>
                  </a:cubicBezTo>
                  <a:cubicBezTo>
                    <a:pt x="989377" y="822893"/>
                    <a:pt x="990858" y="824911"/>
                    <a:pt x="991262" y="825920"/>
                  </a:cubicBezTo>
                  <a:cubicBezTo>
                    <a:pt x="991700" y="826929"/>
                    <a:pt x="992440" y="829116"/>
                    <a:pt x="992440" y="829688"/>
                  </a:cubicBezTo>
                  <a:cubicBezTo>
                    <a:pt x="992440" y="830260"/>
                    <a:pt x="996209" y="835037"/>
                    <a:pt x="996344" y="835474"/>
                  </a:cubicBezTo>
                  <a:cubicBezTo>
                    <a:pt x="996478" y="835911"/>
                    <a:pt x="996647" y="837930"/>
                    <a:pt x="996916" y="838804"/>
                  </a:cubicBezTo>
                  <a:cubicBezTo>
                    <a:pt x="997219" y="839679"/>
                    <a:pt x="996916" y="840823"/>
                    <a:pt x="996916" y="840823"/>
                  </a:cubicBezTo>
                  <a:cubicBezTo>
                    <a:pt x="996916" y="840823"/>
                    <a:pt x="995604" y="843278"/>
                    <a:pt x="995469" y="843850"/>
                  </a:cubicBezTo>
                  <a:cubicBezTo>
                    <a:pt x="995334" y="844422"/>
                    <a:pt x="994459" y="845431"/>
                    <a:pt x="993719" y="846037"/>
                  </a:cubicBezTo>
                  <a:cubicBezTo>
                    <a:pt x="992978" y="846609"/>
                    <a:pt x="991834" y="848930"/>
                    <a:pt x="991262" y="849064"/>
                  </a:cubicBezTo>
                  <a:cubicBezTo>
                    <a:pt x="990690" y="849199"/>
                    <a:pt x="988671" y="851823"/>
                    <a:pt x="988671" y="851823"/>
                  </a:cubicBezTo>
                  <a:lnTo>
                    <a:pt x="984901" y="853841"/>
                  </a:lnTo>
                  <a:lnTo>
                    <a:pt x="984161" y="855422"/>
                  </a:lnTo>
                  <a:cubicBezTo>
                    <a:pt x="984161" y="855422"/>
                    <a:pt x="985911" y="857441"/>
                    <a:pt x="986349" y="857878"/>
                  </a:cubicBezTo>
                  <a:cubicBezTo>
                    <a:pt x="986786" y="858315"/>
                    <a:pt x="990252" y="859459"/>
                    <a:pt x="990690" y="859896"/>
                  </a:cubicBezTo>
                  <a:cubicBezTo>
                    <a:pt x="991127" y="860334"/>
                    <a:pt x="993719" y="859896"/>
                    <a:pt x="995469" y="859896"/>
                  </a:cubicBezTo>
                  <a:cubicBezTo>
                    <a:pt x="997219" y="859896"/>
                    <a:pt x="998801" y="859324"/>
                    <a:pt x="998801" y="859324"/>
                  </a:cubicBezTo>
                  <a:lnTo>
                    <a:pt x="1001830" y="855557"/>
                  </a:lnTo>
                  <a:lnTo>
                    <a:pt x="1003580" y="852092"/>
                  </a:lnTo>
                  <a:lnTo>
                    <a:pt x="1003580" y="848896"/>
                  </a:lnTo>
                  <a:lnTo>
                    <a:pt x="1003882" y="844691"/>
                  </a:lnTo>
                  <a:lnTo>
                    <a:pt x="1005902" y="839780"/>
                  </a:lnTo>
                  <a:lnTo>
                    <a:pt x="1009671" y="838199"/>
                  </a:lnTo>
                  <a:lnTo>
                    <a:pt x="1011253" y="834868"/>
                  </a:lnTo>
                  <a:lnTo>
                    <a:pt x="1015729" y="833422"/>
                  </a:lnTo>
                  <a:lnTo>
                    <a:pt x="1019431" y="833321"/>
                  </a:lnTo>
                  <a:lnTo>
                    <a:pt x="1022056" y="834969"/>
                  </a:lnTo>
                  <a:cubicBezTo>
                    <a:pt x="1022056" y="834969"/>
                    <a:pt x="1025220" y="837694"/>
                    <a:pt x="1026734" y="838871"/>
                  </a:cubicBezTo>
                  <a:cubicBezTo>
                    <a:pt x="1028248" y="840083"/>
                    <a:pt x="1030200" y="840284"/>
                    <a:pt x="1032489" y="840823"/>
                  </a:cubicBezTo>
                  <a:cubicBezTo>
                    <a:pt x="1034777" y="841361"/>
                    <a:pt x="1035215" y="840924"/>
                    <a:pt x="1035518" y="840823"/>
                  </a:cubicBezTo>
                  <a:cubicBezTo>
                    <a:pt x="1035854" y="840722"/>
                    <a:pt x="1039422" y="840049"/>
                    <a:pt x="1039657" y="839746"/>
                  </a:cubicBezTo>
                  <a:cubicBezTo>
                    <a:pt x="1039893" y="839410"/>
                    <a:pt x="1041609" y="838871"/>
                    <a:pt x="1042148" y="838569"/>
                  </a:cubicBezTo>
                  <a:cubicBezTo>
                    <a:pt x="1042686" y="838232"/>
                    <a:pt x="1044773" y="835945"/>
                    <a:pt x="1044773" y="835945"/>
                  </a:cubicBezTo>
                  <a:lnTo>
                    <a:pt x="1047263" y="834431"/>
                  </a:lnTo>
                  <a:lnTo>
                    <a:pt x="1048576" y="834633"/>
                  </a:lnTo>
                  <a:lnTo>
                    <a:pt x="1050326" y="835945"/>
                  </a:lnTo>
                  <a:cubicBezTo>
                    <a:pt x="1050326" y="835945"/>
                    <a:pt x="1052816" y="835743"/>
                    <a:pt x="1053153" y="835171"/>
                  </a:cubicBezTo>
                  <a:cubicBezTo>
                    <a:pt x="1053489" y="834633"/>
                    <a:pt x="1054802" y="835171"/>
                    <a:pt x="1054802" y="835171"/>
                  </a:cubicBezTo>
                  <a:lnTo>
                    <a:pt x="1059917" y="833758"/>
                  </a:lnTo>
                  <a:lnTo>
                    <a:pt x="1063384" y="830933"/>
                  </a:lnTo>
                  <a:lnTo>
                    <a:pt x="1064360" y="828645"/>
                  </a:lnTo>
                  <a:lnTo>
                    <a:pt x="1064461" y="826021"/>
                  </a:lnTo>
                  <a:lnTo>
                    <a:pt x="1063922" y="823296"/>
                  </a:lnTo>
                  <a:lnTo>
                    <a:pt x="1064999" y="821009"/>
                  </a:lnTo>
                  <a:lnTo>
                    <a:pt x="1060220" y="816333"/>
                  </a:lnTo>
                  <a:lnTo>
                    <a:pt x="1057932" y="815559"/>
                  </a:lnTo>
                  <a:lnTo>
                    <a:pt x="1055340" y="812935"/>
                  </a:lnTo>
                  <a:lnTo>
                    <a:pt x="1052749" y="810211"/>
                  </a:lnTo>
                  <a:lnTo>
                    <a:pt x="1051874" y="806174"/>
                  </a:lnTo>
                  <a:lnTo>
                    <a:pt x="1052413" y="801834"/>
                  </a:lnTo>
                  <a:lnTo>
                    <a:pt x="1053287" y="795645"/>
                  </a:lnTo>
                  <a:cubicBezTo>
                    <a:pt x="1053287" y="795645"/>
                    <a:pt x="1054903" y="791204"/>
                    <a:pt x="1055139" y="790632"/>
                  </a:cubicBezTo>
                  <a:cubicBezTo>
                    <a:pt x="1055340" y="790094"/>
                    <a:pt x="1056888" y="787470"/>
                    <a:pt x="1056888" y="787470"/>
                  </a:cubicBezTo>
                  <a:lnTo>
                    <a:pt x="1058739" y="784308"/>
                  </a:lnTo>
                  <a:cubicBezTo>
                    <a:pt x="1058739" y="784308"/>
                    <a:pt x="1060490" y="782357"/>
                    <a:pt x="1060927" y="781684"/>
                  </a:cubicBezTo>
                  <a:cubicBezTo>
                    <a:pt x="1061365" y="781045"/>
                    <a:pt x="1062677" y="779733"/>
                    <a:pt x="1062677" y="779733"/>
                  </a:cubicBezTo>
                  <a:lnTo>
                    <a:pt x="1065066" y="779094"/>
                  </a:lnTo>
                  <a:cubicBezTo>
                    <a:pt x="1065066" y="779094"/>
                    <a:pt x="1067994" y="778993"/>
                    <a:pt x="1068971" y="778993"/>
                  </a:cubicBezTo>
                  <a:cubicBezTo>
                    <a:pt x="1069946" y="778993"/>
                    <a:pt x="1070586" y="779868"/>
                    <a:pt x="1070586" y="779868"/>
                  </a:cubicBezTo>
                  <a:lnTo>
                    <a:pt x="1073312" y="779868"/>
                  </a:lnTo>
                  <a:cubicBezTo>
                    <a:pt x="1073312" y="779868"/>
                    <a:pt x="1074624" y="780742"/>
                    <a:pt x="1075500" y="780944"/>
                  </a:cubicBezTo>
                  <a:cubicBezTo>
                    <a:pt x="1076375" y="781146"/>
                    <a:pt x="1077889" y="781819"/>
                    <a:pt x="1077889" y="781819"/>
                  </a:cubicBezTo>
                  <a:lnTo>
                    <a:pt x="1081153" y="781718"/>
                  </a:lnTo>
                  <a:lnTo>
                    <a:pt x="1082129" y="780641"/>
                  </a:lnTo>
                  <a:lnTo>
                    <a:pt x="1082769" y="777816"/>
                  </a:lnTo>
                  <a:lnTo>
                    <a:pt x="1084283" y="775764"/>
                  </a:lnTo>
                  <a:lnTo>
                    <a:pt x="1086471" y="774889"/>
                  </a:lnTo>
                  <a:lnTo>
                    <a:pt x="1088860" y="774990"/>
                  </a:lnTo>
                  <a:cubicBezTo>
                    <a:pt x="1088860" y="774990"/>
                    <a:pt x="1089634" y="776302"/>
                    <a:pt x="1090913" y="777580"/>
                  </a:cubicBezTo>
                  <a:cubicBezTo>
                    <a:pt x="1092226" y="778892"/>
                    <a:pt x="1091250" y="779329"/>
                    <a:pt x="1091889" y="780608"/>
                  </a:cubicBezTo>
                  <a:cubicBezTo>
                    <a:pt x="1092529" y="781920"/>
                    <a:pt x="1092529" y="783433"/>
                    <a:pt x="1092966" y="784745"/>
                  </a:cubicBezTo>
                  <a:cubicBezTo>
                    <a:pt x="1093404" y="786057"/>
                    <a:pt x="1095692" y="786057"/>
                    <a:pt x="1098082" y="787033"/>
                  </a:cubicBezTo>
                  <a:cubicBezTo>
                    <a:pt x="1100471" y="788008"/>
                    <a:pt x="1103635" y="787033"/>
                    <a:pt x="1103635" y="787033"/>
                  </a:cubicBezTo>
                  <a:cubicBezTo>
                    <a:pt x="1103635" y="787033"/>
                    <a:pt x="1104947" y="786394"/>
                    <a:pt x="1105149" y="785856"/>
                  </a:cubicBezTo>
                  <a:cubicBezTo>
                    <a:pt x="1105351" y="785317"/>
                    <a:pt x="1106765" y="782693"/>
                    <a:pt x="1106899" y="782492"/>
                  </a:cubicBezTo>
                  <a:cubicBezTo>
                    <a:pt x="1107000" y="782256"/>
                    <a:pt x="1109524" y="780204"/>
                    <a:pt x="1109928" y="780103"/>
                  </a:cubicBezTo>
                  <a:cubicBezTo>
                    <a:pt x="1110366" y="780002"/>
                    <a:pt x="1113529" y="776941"/>
                    <a:pt x="1113529" y="776941"/>
                  </a:cubicBezTo>
                  <a:lnTo>
                    <a:pt x="1114943" y="775528"/>
                  </a:lnTo>
                  <a:lnTo>
                    <a:pt x="1114943" y="774452"/>
                  </a:lnTo>
                  <a:cubicBezTo>
                    <a:pt x="1114943" y="774452"/>
                    <a:pt x="1112553" y="770852"/>
                    <a:pt x="1112217" y="770549"/>
                  </a:cubicBezTo>
                  <a:cubicBezTo>
                    <a:pt x="1111880" y="770213"/>
                    <a:pt x="1108750" y="768161"/>
                    <a:pt x="1108750" y="768161"/>
                  </a:cubicBezTo>
                  <a:lnTo>
                    <a:pt x="1106899" y="763922"/>
                  </a:lnTo>
                  <a:lnTo>
                    <a:pt x="1107875" y="760020"/>
                  </a:lnTo>
                  <a:lnTo>
                    <a:pt x="1109188" y="756993"/>
                  </a:lnTo>
                  <a:lnTo>
                    <a:pt x="1110803" y="755916"/>
                  </a:lnTo>
                  <a:lnTo>
                    <a:pt x="1114269" y="753427"/>
                  </a:lnTo>
                  <a:lnTo>
                    <a:pt x="1118847" y="751476"/>
                  </a:lnTo>
                  <a:lnTo>
                    <a:pt x="1120159" y="749525"/>
                  </a:lnTo>
                  <a:lnTo>
                    <a:pt x="1120159" y="747237"/>
                  </a:lnTo>
                  <a:lnTo>
                    <a:pt x="1116895" y="745757"/>
                  </a:lnTo>
                  <a:lnTo>
                    <a:pt x="1116827" y="745555"/>
                  </a:lnTo>
                  <a:close/>
                </a:path>
              </a:pathLst>
            </a:custGeom>
            <a:solidFill>
              <a:srgbClr val="1E344D">
                <a:alpha val="63624"/>
              </a:srgbClr>
            </a:solidFill>
            <a:ln w="6350" cap="flat">
              <a:solidFill>
                <a:schemeClr val="bg1"/>
              </a:solidFill>
              <a:prstDash val="solid"/>
              <a:miter/>
            </a:ln>
          </p:spPr>
          <p:txBody>
            <a:bodyPr rtlCol="0" anchor="ctr"/>
            <a:lstStyle/>
            <a:p>
              <a:endParaRPr lang="en-US"/>
            </a:p>
          </p:txBody>
        </p:sp>
        <p:sp>
          <p:nvSpPr>
            <p:cNvPr id="193" name="Freeform 910">
              <a:extLst>
                <a:ext uri="{FF2B5EF4-FFF2-40B4-BE49-F238E27FC236}">
                  <a16:creationId xmlns:a16="http://schemas.microsoft.com/office/drawing/2014/main" id="{189BC3CC-B62F-3894-4B89-CDED222838AD}"/>
                </a:ext>
              </a:extLst>
            </p:cNvPr>
            <p:cNvSpPr/>
            <p:nvPr/>
          </p:nvSpPr>
          <p:spPr>
            <a:xfrm>
              <a:off x="7188590" y="1736685"/>
              <a:ext cx="1193060" cy="935511"/>
            </a:xfrm>
            <a:custGeom>
              <a:avLst/>
              <a:gdLst>
                <a:gd name="connsiteX0" fmla="*/ 2222549 w 2290556"/>
                <a:gd name="connsiteY0" fmla="*/ 1067285 h 1796087"/>
                <a:gd name="connsiteX1" fmla="*/ 2222246 w 2290556"/>
                <a:gd name="connsiteY1" fmla="*/ 1063652 h 1796087"/>
                <a:gd name="connsiteX2" fmla="*/ 2221371 w 2290556"/>
                <a:gd name="connsiteY2" fmla="*/ 1061465 h 1796087"/>
                <a:gd name="connsiteX3" fmla="*/ 2220428 w 2290556"/>
                <a:gd name="connsiteY3" fmla="*/ 1059379 h 1796087"/>
                <a:gd name="connsiteX4" fmla="*/ 2218981 w 2290556"/>
                <a:gd name="connsiteY4" fmla="*/ 1060321 h 1796087"/>
                <a:gd name="connsiteX5" fmla="*/ 2216154 w 2290556"/>
                <a:gd name="connsiteY5" fmla="*/ 1060321 h 1796087"/>
                <a:gd name="connsiteX6" fmla="*/ 2213866 w 2290556"/>
                <a:gd name="connsiteY6" fmla="*/ 1061364 h 1796087"/>
                <a:gd name="connsiteX7" fmla="*/ 2211039 w 2290556"/>
                <a:gd name="connsiteY7" fmla="*/ 1060658 h 1796087"/>
                <a:gd name="connsiteX8" fmla="*/ 2209524 w 2290556"/>
                <a:gd name="connsiteY8" fmla="*/ 1058269 h 1796087"/>
                <a:gd name="connsiteX9" fmla="*/ 2208111 w 2290556"/>
                <a:gd name="connsiteY9" fmla="*/ 1057193 h 1796087"/>
                <a:gd name="connsiteX10" fmla="*/ 2205183 w 2290556"/>
                <a:gd name="connsiteY10" fmla="*/ 1057092 h 1796087"/>
                <a:gd name="connsiteX11" fmla="*/ 2204745 w 2290556"/>
                <a:gd name="connsiteY11" fmla="*/ 1058404 h 1796087"/>
                <a:gd name="connsiteX12" fmla="*/ 2206832 w 2290556"/>
                <a:gd name="connsiteY12" fmla="*/ 1060691 h 1796087"/>
                <a:gd name="connsiteX13" fmla="*/ 2206058 w 2290556"/>
                <a:gd name="connsiteY13" fmla="*/ 1064055 h 1796087"/>
                <a:gd name="connsiteX14" fmla="*/ 2203769 w 2290556"/>
                <a:gd name="connsiteY14" fmla="*/ 1063416 h 1796087"/>
                <a:gd name="connsiteX15" fmla="*/ 2200942 w 2290556"/>
                <a:gd name="connsiteY15" fmla="*/ 1062777 h 1796087"/>
                <a:gd name="connsiteX16" fmla="*/ 2198452 w 2290556"/>
                <a:gd name="connsiteY16" fmla="*/ 1060725 h 1796087"/>
                <a:gd name="connsiteX17" fmla="*/ 2197375 w 2290556"/>
                <a:gd name="connsiteY17" fmla="*/ 1059649 h 1796087"/>
                <a:gd name="connsiteX18" fmla="*/ 2196500 w 2290556"/>
                <a:gd name="connsiteY18" fmla="*/ 1058337 h 1796087"/>
                <a:gd name="connsiteX19" fmla="*/ 2192159 w 2290556"/>
                <a:gd name="connsiteY19" fmla="*/ 1057697 h 1796087"/>
                <a:gd name="connsiteX20" fmla="*/ 2189668 w 2290556"/>
                <a:gd name="connsiteY20" fmla="*/ 1057058 h 1796087"/>
                <a:gd name="connsiteX21" fmla="*/ 2187582 w 2290556"/>
                <a:gd name="connsiteY21" fmla="*/ 1055107 h 1796087"/>
                <a:gd name="connsiteX22" fmla="*/ 2186808 w 2290556"/>
                <a:gd name="connsiteY22" fmla="*/ 1053055 h 1796087"/>
                <a:gd name="connsiteX23" fmla="*/ 2187447 w 2290556"/>
                <a:gd name="connsiteY23" fmla="*/ 1051104 h 1796087"/>
                <a:gd name="connsiteX24" fmla="*/ 2188759 w 2290556"/>
                <a:gd name="connsiteY24" fmla="*/ 1048817 h 1796087"/>
                <a:gd name="connsiteX25" fmla="*/ 2191048 w 2290556"/>
                <a:gd name="connsiteY25" fmla="*/ 1048043 h 1796087"/>
                <a:gd name="connsiteX26" fmla="*/ 2192361 w 2290556"/>
                <a:gd name="connsiteY26" fmla="*/ 1047067 h 1796087"/>
                <a:gd name="connsiteX27" fmla="*/ 2195289 w 2290556"/>
                <a:gd name="connsiteY27" fmla="*/ 1046529 h 1796087"/>
                <a:gd name="connsiteX28" fmla="*/ 2197577 w 2290556"/>
                <a:gd name="connsiteY28" fmla="*/ 1045991 h 1796087"/>
                <a:gd name="connsiteX29" fmla="*/ 2199967 w 2290556"/>
                <a:gd name="connsiteY29" fmla="*/ 1044477 h 1796087"/>
                <a:gd name="connsiteX30" fmla="*/ 2203332 w 2290556"/>
                <a:gd name="connsiteY30" fmla="*/ 1042290 h 1796087"/>
                <a:gd name="connsiteX31" fmla="*/ 2205284 w 2290556"/>
                <a:gd name="connsiteY31" fmla="*/ 1038691 h 1796087"/>
                <a:gd name="connsiteX32" fmla="*/ 2206058 w 2290556"/>
                <a:gd name="connsiteY32" fmla="*/ 1036841 h 1796087"/>
                <a:gd name="connsiteX33" fmla="*/ 2206394 w 2290556"/>
                <a:gd name="connsiteY33" fmla="*/ 1034452 h 1796087"/>
                <a:gd name="connsiteX34" fmla="*/ 2205755 w 2290556"/>
                <a:gd name="connsiteY34" fmla="*/ 1031828 h 1796087"/>
                <a:gd name="connsiteX35" fmla="*/ 2203702 w 2290556"/>
                <a:gd name="connsiteY35" fmla="*/ 1029541 h 1796087"/>
                <a:gd name="connsiteX36" fmla="*/ 2201649 w 2290556"/>
                <a:gd name="connsiteY36" fmla="*/ 1028902 h 1796087"/>
                <a:gd name="connsiteX37" fmla="*/ 2196634 w 2290556"/>
                <a:gd name="connsiteY37" fmla="*/ 1026614 h 1796087"/>
                <a:gd name="connsiteX38" fmla="*/ 2194683 w 2290556"/>
                <a:gd name="connsiteY38" fmla="*/ 1023351 h 1796087"/>
                <a:gd name="connsiteX39" fmla="*/ 2194582 w 2290556"/>
                <a:gd name="connsiteY39" fmla="*/ 1021737 h 1796087"/>
                <a:gd name="connsiteX40" fmla="*/ 2194683 w 2290556"/>
                <a:gd name="connsiteY40" fmla="*/ 1016522 h 1796087"/>
                <a:gd name="connsiteX41" fmla="*/ 2194784 w 2290556"/>
                <a:gd name="connsiteY41" fmla="*/ 1014033 h 1796087"/>
                <a:gd name="connsiteX42" fmla="*/ 2194447 w 2290556"/>
                <a:gd name="connsiteY42" fmla="*/ 1011207 h 1796087"/>
                <a:gd name="connsiteX43" fmla="*/ 2193471 w 2290556"/>
                <a:gd name="connsiteY43" fmla="*/ 1007742 h 1796087"/>
                <a:gd name="connsiteX44" fmla="*/ 2192394 w 2290556"/>
                <a:gd name="connsiteY44" fmla="*/ 1007204 h 1796087"/>
                <a:gd name="connsiteX45" fmla="*/ 2188389 w 2290556"/>
                <a:gd name="connsiteY45" fmla="*/ 1003941 h 1796087"/>
                <a:gd name="connsiteX46" fmla="*/ 2184351 w 2290556"/>
                <a:gd name="connsiteY46" fmla="*/ 1000241 h 1796087"/>
                <a:gd name="connsiteX47" fmla="*/ 2184149 w 2290556"/>
                <a:gd name="connsiteY47" fmla="*/ 996541 h 1796087"/>
                <a:gd name="connsiteX48" fmla="*/ 2183375 w 2290556"/>
                <a:gd name="connsiteY48" fmla="*/ 992067 h 1796087"/>
                <a:gd name="connsiteX49" fmla="*/ 2183812 w 2290556"/>
                <a:gd name="connsiteY49" fmla="*/ 988299 h 1796087"/>
                <a:gd name="connsiteX50" fmla="*/ 2184182 w 2290556"/>
                <a:gd name="connsiteY50" fmla="*/ 984733 h 1796087"/>
                <a:gd name="connsiteX51" fmla="*/ 2183476 w 2290556"/>
                <a:gd name="connsiteY51" fmla="*/ 981167 h 1796087"/>
                <a:gd name="connsiteX52" fmla="*/ 2180379 w 2290556"/>
                <a:gd name="connsiteY52" fmla="*/ 977030 h 1796087"/>
                <a:gd name="connsiteX53" fmla="*/ 2176980 w 2290556"/>
                <a:gd name="connsiteY53" fmla="*/ 975146 h 1796087"/>
                <a:gd name="connsiteX54" fmla="*/ 2173783 w 2290556"/>
                <a:gd name="connsiteY54" fmla="*/ 971883 h 1796087"/>
                <a:gd name="connsiteX55" fmla="*/ 2171596 w 2290556"/>
                <a:gd name="connsiteY55" fmla="*/ 969696 h 1796087"/>
                <a:gd name="connsiteX56" fmla="*/ 2169341 w 2290556"/>
                <a:gd name="connsiteY56" fmla="*/ 967745 h 1796087"/>
                <a:gd name="connsiteX57" fmla="*/ 2165370 w 2290556"/>
                <a:gd name="connsiteY57" fmla="*/ 964617 h 1796087"/>
                <a:gd name="connsiteX58" fmla="*/ 2163182 w 2290556"/>
                <a:gd name="connsiteY58" fmla="*/ 961723 h 1796087"/>
                <a:gd name="connsiteX59" fmla="*/ 2161668 w 2290556"/>
                <a:gd name="connsiteY59" fmla="*/ 960142 h 1796087"/>
                <a:gd name="connsiteX60" fmla="*/ 2160725 w 2290556"/>
                <a:gd name="connsiteY60" fmla="*/ 958326 h 1796087"/>
                <a:gd name="connsiteX61" fmla="*/ 2160355 w 2290556"/>
                <a:gd name="connsiteY61" fmla="*/ 956139 h 1796087"/>
                <a:gd name="connsiteX62" fmla="*/ 2160187 w 2290556"/>
                <a:gd name="connsiteY62" fmla="*/ 953886 h 1796087"/>
                <a:gd name="connsiteX63" fmla="*/ 2160423 w 2290556"/>
                <a:gd name="connsiteY63" fmla="*/ 951497 h 1796087"/>
                <a:gd name="connsiteX64" fmla="*/ 2160927 w 2290556"/>
                <a:gd name="connsiteY64" fmla="*/ 949613 h 1796087"/>
                <a:gd name="connsiteX65" fmla="*/ 2161567 w 2290556"/>
                <a:gd name="connsiteY65" fmla="*/ 947797 h 1796087"/>
                <a:gd name="connsiteX66" fmla="*/ 2162643 w 2290556"/>
                <a:gd name="connsiteY66" fmla="*/ 945476 h 1796087"/>
                <a:gd name="connsiteX67" fmla="*/ 2162711 w 2290556"/>
                <a:gd name="connsiteY67" fmla="*/ 943020 h 1796087"/>
                <a:gd name="connsiteX68" fmla="*/ 2162509 w 2290556"/>
                <a:gd name="connsiteY68" fmla="*/ 941708 h 1796087"/>
                <a:gd name="connsiteX69" fmla="*/ 2159985 w 2290556"/>
                <a:gd name="connsiteY69" fmla="*/ 939454 h 1796087"/>
                <a:gd name="connsiteX70" fmla="*/ 2157090 w 2290556"/>
                <a:gd name="connsiteY70" fmla="*/ 938882 h 1796087"/>
                <a:gd name="connsiteX71" fmla="*/ 2155139 w 2290556"/>
                <a:gd name="connsiteY71" fmla="*/ 939690 h 1796087"/>
                <a:gd name="connsiteX72" fmla="*/ 2153388 w 2290556"/>
                <a:gd name="connsiteY72" fmla="*/ 941439 h 1796087"/>
                <a:gd name="connsiteX73" fmla="*/ 2149989 w 2290556"/>
                <a:gd name="connsiteY73" fmla="*/ 942751 h 1796087"/>
                <a:gd name="connsiteX74" fmla="*/ 2146657 w 2290556"/>
                <a:gd name="connsiteY74" fmla="*/ 944433 h 1796087"/>
                <a:gd name="connsiteX75" fmla="*/ 2144975 w 2290556"/>
                <a:gd name="connsiteY75" fmla="*/ 947965 h 1796087"/>
                <a:gd name="connsiteX76" fmla="*/ 2140768 w 2290556"/>
                <a:gd name="connsiteY76" fmla="*/ 952170 h 1796087"/>
                <a:gd name="connsiteX77" fmla="*/ 2135552 w 2290556"/>
                <a:gd name="connsiteY77" fmla="*/ 955937 h 1796087"/>
                <a:gd name="connsiteX78" fmla="*/ 2131278 w 2290556"/>
                <a:gd name="connsiteY78" fmla="*/ 961354 h 1796087"/>
                <a:gd name="connsiteX79" fmla="*/ 2124244 w 2290556"/>
                <a:gd name="connsiteY79" fmla="*/ 967812 h 1796087"/>
                <a:gd name="connsiteX80" fmla="*/ 2122292 w 2290556"/>
                <a:gd name="connsiteY80" fmla="*/ 971075 h 1796087"/>
                <a:gd name="connsiteX81" fmla="*/ 2119027 w 2290556"/>
                <a:gd name="connsiteY81" fmla="*/ 975415 h 1796087"/>
                <a:gd name="connsiteX82" fmla="*/ 2115897 w 2290556"/>
                <a:gd name="connsiteY82" fmla="*/ 977938 h 1796087"/>
                <a:gd name="connsiteX83" fmla="*/ 2111825 w 2290556"/>
                <a:gd name="connsiteY83" fmla="*/ 980326 h 1796087"/>
                <a:gd name="connsiteX84" fmla="*/ 2108056 w 2290556"/>
                <a:gd name="connsiteY84" fmla="*/ 982412 h 1796087"/>
                <a:gd name="connsiteX85" fmla="*/ 2103714 w 2290556"/>
                <a:gd name="connsiteY85" fmla="*/ 982984 h 1796087"/>
                <a:gd name="connsiteX86" fmla="*/ 2100080 w 2290556"/>
                <a:gd name="connsiteY86" fmla="*/ 982984 h 1796087"/>
                <a:gd name="connsiteX87" fmla="*/ 2096613 w 2290556"/>
                <a:gd name="connsiteY87" fmla="*/ 982614 h 1796087"/>
                <a:gd name="connsiteX88" fmla="*/ 2093651 w 2290556"/>
                <a:gd name="connsiteY88" fmla="*/ 981033 h 1796087"/>
                <a:gd name="connsiteX89" fmla="*/ 2091700 w 2290556"/>
                <a:gd name="connsiteY89" fmla="*/ 979586 h 1796087"/>
                <a:gd name="connsiteX90" fmla="*/ 2089950 w 2290556"/>
                <a:gd name="connsiteY90" fmla="*/ 977938 h 1796087"/>
                <a:gd name="connsiteX91" fmla="*/ 2089243 w 2290556"/>
                <a:gd name="connsiteY91" fmla="*/ 976121 h 1796087"/>
                <a:gd name="connsiteX92" fmla="*/ 2089041 w 2290556"/>
                <a:gd name="connsiteY92" fmla="*/ 973531 h 1796087"/>
                <a:gd name="connsiteX93" fmla="*/ 2089478 w 2290556"/>
                <a:gd name="connsiteY93" fmla="*/ 971647 h 1796087"/>
                <a:gd name="connsiteX94" fmla="*/ 2090556 w 2290556"/>
                <a:gd name="connsiteY94" fmla="*/ 970705 h 1796087"/>
                <a:gd name="connsiteX95" fmla="*/ 2091195 w 2290556"/>
                <a:gd name="connsiteY95" fmla="*/ 968081 h 1796087"/>
                <a:gd name="connsiteX96" fmla="*/ 2091767 w 2290556"/>
                <a:gd name="connsiteY96" fmla="*/ 966198 h 1796087"/>
                <a:gd name="connsiteX97" fmla="*/ 2092137 w 2290556"/>
                <a:gd name="connsiteY97" fmla="*/ 964011 h 1796087"/>
                <a:gd name="connsiteX98" fmla="*/ 2092507 w 2290556"/>
                <a:gd name="connsiteY98" fmla="*/ 960983 h 1796087"/>
                <a:gd name="connsiteX99" fmla="*/ 2092070 w 2290556"/>
                <a:gd name="connsiteY99" fmla="*/ 958595 h 1796087"/>
                <a:gd name="connsiteX100" fmla="*/ 2088738 w 2290556"/>
                <a:gd name="connsiteY100" fmla="*/ 956644 h 1796087"/>
                <a:gd name="connsiteX101" fmla="*/ 2085406 w 2290556"/>
                <a:gd name="connsiteY101" fmla="*/ 954054 h 1796087"/>
                <a:gd name="connsiteX102" fmla="*/ 2080997 w 2290556"/>
                <a:gd name="connsiteY102" fmla="*/ 948772 h 1796087"/>
                <a:gd name="connsiteX103" fmla="*/ 2076858 w 2290556"/>
                <a:gd name="connsiteY103" fmla="*/ 945307 h 1796087"/>
                <a:gd name="connsiteX104" fmla="*/ 2072079 w 2290556"/>
                <a:gd name="connsiteY104" fmla="*/ 942549 h 1796087"/>
                <a:gd name="connsiteX105" fmla="*/ 2069252 w 2290556"/>
                <a:gd name="connsiteY105" fmla="*/ 940093 h 1796087"/>
                <a:gd name="connsiteX106" fmla="*/ 2068882 w 2290556"/>
                <a:gd name="connsiteY106" fmla="*/ 938008 h 1796087"/>
                <a:gd name="connsiteX107" fmla="*/ 2069319 w 2290556"/>
                <a:gd name="connsiteY107" fmla="*/ 934677 h 1796087"/>
                <a:gd name="connsiteX108" fmla="*/ 2069521 w 2290556"/>
                <a:gd name="connsiteY108" fmla="*/ 931414 h 1796087"/>
                <a:gd name="connsiteX109" fmla="*/ 2071103 w 2290556"/>
                <a:gd name="connsiteY109" fmla="*/ 927344 h 1796087"/>
                <a:gd name="connsiteX110" fmla="*/ 2072281 w 2290556"/>
                <a:gd name="connsiteY110" fmla="*/ 923576 h 1796087"/>
                <a:gd name="connsiteX111" fmla="*/ 2072146 w 2290556"/>
                <a:gd name="connsiteY111" fmla="*/ 921053 h 1796087"/>
                <a:gd name="connsiteX112" fmla="*/ 2066930 w 2290556"/>
                <a:gd name="connsiteY112" fmla="*/ 920919 h 1796087"/>
                <a:gd name="connsiteX113" fmla="*/ 2066122 w 2290556"/>
                <a:gd name="connsiteY113" fmla="*/ 918093 h 1796087"/>
                <a:gd name="connsiteX114" fmla="*/ 2065752 w 2290556"/>
                <a:gd name="connsiteY114" fmla="*/ 911432 h 1796087"/>
                <a:gd name="connsiteX115" fmla="*/ 2065011 w 2290556"/>
                <a:gd name="connsiteY115" fmla="*/ 908741 h 1796087"/>
                <a:gd name="connsiteX116" fmla="*/ 2065584 w 2290556"/>
                <a:gd name="connsiteY116" fmla="*/ 904772 h 1796087"/>
                <a:gd name="connsiteX117" fmla="*/ 2066156 w 2290556"/>
                <a:gd name="connsiteY117" fmla="*/ 901374 h 1796087"/>
                <a:gd name="connsiteX118" fmla="*/ 2068781 w 2290556"/>
                <a:gd name="connsiteY118" fmla="*/ 898683 h 1796087"/>
                <a:gd name="connsiteX119" fmla="*/ 2069858 w 2290556"/>
                <a:gd name="connsiteY119" fmla="*/ 895050 h 1796087"/>
                <a:gd name="connsiteX120" fmla="*/ 2068781 w 2290556"/>
                <a:gd name="connsiteY120" fmla="*/ 892291 h 1796087"/>
                <a:gd name="connsiteX121" fmla="*/ 2065819 w 2290556"/>
                <a:gd name="connsiteY121" fmla="*/ 888456 h 1796087"/>
                <a:gd name="connsiteX122" fmla="*/ 2068646 w 2290556"/>
                <a:gd name="connsiteY122" fmla="*/ 887447 h 1796087"/>
                <a:gd name="connsiteX123" fmla="*/ 2068411 w 2290556"/>
                <a:gd name="connsiteY123" fmla="*/ 880282 h 1796087"/>
                <a:gd name="connsiteX124" fmla="*/ 2069420 w 2290556"/>
                <a:gd name="connsiteY124" fmla="*/ 876144 h 1796087"/>
                <a:gd name="connsiteX125" fmla="*/ 2070497 w 2290556"/>
                <a:gd name="connsiteY125" fmla="*/ 874933 h 1796087"/>
                <a:gd name="connsiteX126" fmla="*/ 2073695 w 2290556"/>
                <a:gd name="connsiteY126" fmla="*/ 873487 h 1796087"/>
                <a:gd name="connsiteX127" fmla="*/ 2077262 w 2290556"/>
                <a:gd name="connsiteY127" fmla="*/ 870089 h 1796087"/>
                <a:gd name="connsiteX128" fmla="*/ 2077262 w 2290556"/>
                <a:gd name="connsiteY128" fmla="*/ 869450 h 1796087"/>
                <a:gd name="connsiteX129" fmla="*/ 2074334 w 2290556"/>
                <a:gd name="connsiteY129" fmla="*/ 864438 h 1796087"/>
                <a:gd name="connsiteX130" fmla="*/ 2070968 w 2290556"/>
                <a:gd name="connsiteY130" fmla="*/ 861982 h 1796087"/>
                <a:gd name="connsiteX131" fmla="*/ 2070026 w 2290556"/>
                <a:gd name="connsiteY131" fmla="*/ 861915 h 1796087"/>
                <a:gd name="connsiteX132" fmla="*/ 2064305 w 2290556"/>
                <a:gd name="connsiteY132" fmla="*/ 859156 h 1796087"/>
                <a:gd name="connsiteX133" fmla="*/ 2065247 w 2290556"/>
                <a:gd name="connsiteY133" fmla="*/ 857474 h 1796087"/>
                <a:gd name="connsiteX134" fmla="*/ 2067064 w 2290556"/>
                <a:gd name="connsiteY134" fmla="*/ 856465 h 1796087"/>
                <a:gd name="connsiteX135" fmla="*/ 2071036 w 2290556"/>
                <a:gd name="connsiteY135" fmla="*/ 855019 h 1796087"/>
                <a:gd name="connsiteX136" fmla="*/ 2072483 w 2290556"/>
                <a:gd name="connsiteY136" fmla="*/ 853438 h 1796087"/>
                <a:gd name="connsiteX137" fmla="*/ 2070733 w 2290556"/>
                <a:gd name="connsiteY137" fmla="*/ 851049 h 1796087"/>
                <a:gd name="connsiteX138" fmla="*/ 2067771 w 2290556"/>
                <a:gd name="connsiteY138" fmla="*/ 847584 h 1796087"/>
                <a:gd name="connsiteX139" fmla="*/ 2063800 w 2290556"/>
                <a:gd name="connsiteY139" fmla="*/ 845196 h 1796087"/>
                <a:gd name="connsiteX140" fmla="*/ 2061545 w 2290556"/>
                <a:gd name="connsiteY140" fmla="*/ 843615 h 1796087"/>
                <a:gd name="connsiteX141" fmla="*/ 2057978 w 2290556"/>
                <a:gd name="connsiteY141" fmla="*/ 841159 h 1796087"/>
                <a:gd name="connsiteX142" fmla="*/ 2054511 w 2290556"/>
                <a:gd name="connsiteY142" fmla="*/ 839141 h 1796087"/>
                <a:gd name="connsiteX143" fmla="*/ 2050742 w 2290556"/>
                <a:gd name="connsiteY143" fmla="*/ 838333 h 1796087"/>
                <a:gd name="connsiteX144" fmla="*/ 2048487 w 2290556"/>
                <a:gd name="connsiteY144" fmla="*/ 837829 h 1796087"/>
                <a:gd name="connsiteX145" fmla="*/ 2047410 w 2290556"/>
                <a:gd name="connsiteY145" fmla="*/ 834700 h 1796087"/>
                <a:gd name="connsiteX146" fmla="*/ 2050170 w 2290556"/>
                <a:gd name="connsiteY146" fmla="*/ 832379 h 1796087"/>
                <a:gd name="connsiteX147" fmla="*/ 2053064 w 2290556"/>
                <a:gd name="connsiteY147" fmla="*/ 827535 h 1796087"/>
                <a:gd name="connsiteX148" fmla="*/ 2052997 w 2290556"/>
                <a:gd name="connsiteY148" fmla="*/ 825449 h 1796087"/>
                <a:gd name="connsiteX149" fmla="*/ 2052795 w 2290556"/>
                <a:gd name="connsiteY149" fmla="*/ 822624 h 1796087"/>
                <a:gd name="connsiteX150" fmla="*/ 2049160 w 2290556"/>
                <a:gd name="connsiteY150" fmla="*/ 819865 h 1796087"/>
                <a:gd name="connsiteX151" fmla="*/ 2045828 w 2290556"/>
                <a:gd name="connsiteY151" fmla="*/ 818049 h 1796087"/>
                <a:gd name="connsiteX152" fmla="*/ 2041823 w 2290556"/>
                <a:gd name="connsiteY152" fmla="*/ 819697 h 1796087"/>
                <a:gd name="connsiteX153" fmla="*/ 2041453 w 2290556"/>
                <a:gd name="connsiteY153" fmla="*/ 821379 h 1796087"/>
                <a:gd name="connsiteX154" fmla="*/ 2038121 w 2290556"/>
                <a:gd name="connsiteY154" fmla="*/ 823565 h 1796087"/>
                <a:gd name="connsiteX155" fmla="*/ 2033410 w 2290556"/>
                <a:gd name="connsiteY155" fmla="*/ 823633 h 1796087"/>
                <a:gd name="connsiteX156" fmla="*/ 2030515 w 2290556"/>
                <a:gd name="connsiteY156" fmla="*/ 822489 h 1796087"/>
                <a:gd name="connsiteX157" fmla="*/ 2027621 w 2290556"/>
                <a:gd name="connsiteY157" fmla="*/ 821345 h 1796087"/>
                <a:gd name="connsiteX158" fmla="*/ 2026612 w 2290556"/>
                <a:gd name="connsiteY158" fmla="*/ 819159 h 1796087"/>
                <a:gd name="connsiteX159" fmla="*/ 2025905 w 2290556"/>
                <a:gd name="connsiteY159" fmla="*/ 815526 h 1796087"/>
                <a:gd name="connsiteX160" fmla="*/ 2026847 w 2290556"/>
                <a:gd name="connsiteY160" fmla="*/ 814079 h 1796087"/>
                <a:gd name="connsiteX161" fmla="*/ 2028665 w 2290556"/>
                <a:gd name="connsiteY161" fmla="*/ 812195 h 1796087"/>
                <a:gd name="connsiteX162" fmla="*/ 2030549 w 2290556"/>
                <a:gd name="connsiteY162" fmla="*/ 810816 h 1796087"/>
                <a:gd name="connsiteX163" fmla="*/ 2032434 w 2290556"/>
                <a:gd name="connsiteY163" fmla="*/ 809437 h 1796087"/>
                <a:gd name="connsiteX164" fmla="*/ 2033881 w 2290556"/>
                <a:gd name="connsiteY164" fmla="*/ 808495 h 1796087"/>
                <a:gd name="connsiteX165" fmla="*/ 2034756 w 2290556"/>
                <a:gd name="connsiteY165" fmla="*/ 807183 h 1796087"/>
                <a:gd name="connsiteX166" fmla="*/ 2035396 w 2290556"/>
                <a:gd name="connsiteY166" fmla="*/ 805669 h 1796087"/>
                <a:gd name="connsiteX167" fmla="*/ 2035463 w 2290556"/>
                <a:gd name="connsiteY167" fmla="*/ 802978 h 1796087"/>
                <a:gd name="connsiteX168" fmla="*/ 2035328 w 2290556"/>
                <a:gd name="connsiteY168" fmla="*/ 800657 h 1796087"/>
                <a:gd name="connsiteX169" fmla="*/ 2034891 w 2290556"/>
                <a:gd name="connsiteY169" fmla="*/ 798033 h 1796087"/>
                <a:gd name="connsiteX170" fmla="*/ 2034588 w 2290556"/>
                <a:gd name="connsiteY170" fmla="*/ 795947 h 1796087"/>
                <a:gd name="connsiteX171" fmla="*/ 2031895 w 2290556"/>
                <a:gd name="connsiteY171" fmla="*/ 793559 h 1796087"/>
                <a:gd name="connsiteX172" fmla="*/ 2027184 w 2290556"/>
                <a:gd name="connsiteY172" fmla="*/ 790868 h 1796087"/>
                <a:gd name="connsiteX173" fmla="*/ 2027991 w 2290556"/>
                <a:gd name="connsiteY173" fmla="*/ 787605 h 1796087"/>
                <a:gd name="connsiteX174" fmla="*/ 2031559 w 2290556"/>
                <a:gd name="connsiteY174" fmla="*/ 786226 h 1796087"/>
                <a:gd name="connsiteX175" fmla="*/ 2035900 w 2290556"/>
                <a:gd name="connsiteY175" fmla="*/ 785519 h 1796087"/>
                <a:gd name="connsiteX176" fmla="*/ 2037347 w 2290556"/>
                <a:gd name="connsiteY176" fmla="*/ 785385 h 1796087"/>
                <a:gd name="connsiteX177" fmla="*/ 2039973 w 2290556"/>
                <a:gd name="connsiteY177" fmla="*/ 784745 h 1796087"/>
                <a:gd name="connsiteX178" fmla="*/ 2042665 w 2290556"/>
                <a:gd name="connsiteY178" fmla="*/ 785183 h 1796087"/>
                <a:gd name="connsiteX179" fmla="*/ 2045256 w 2290556"/>
                <a:gd name="connsiteY179" fmla="*/ 785687 h 1796087"/>
                <a:gd name="connsiteX180" fmla="*/ 2048588 w 2290556"/>
                <a:gd name="connsiteY180" fmla="*/ 787504 h 1796087"/>
                <a:gd name="connsiteX181" fmla="*/ 2050978 w 2290556"/>
                <a:gd name="connsiteY181" fmla="*/ 789522 h 1796087"/>
                <a:gd name="connsiteX182" fmla="*/ 2053602 w 2290556"/>
                <a:gd name="connsiteY182" fmla="*/ 792785 h 1796087"/>
                <a:gd name="connsiteX183" fmla="*/ 2055353 w 2290556"/>
                <a:gd name="connsiteY183" fmla="*/ 795039 h 1796087"/>
                <a:gd name="connsiteX184" fmla="*/ 2056598 w 2290556"/>
                <a:gd name="connsiteY184" fmla="*/ 797428 h 1796087"/>
                <a:gd name="connsiteX185" fmla="*/ 2058617 w 2290556"/>
                <a:gd name="connsiteY185" fmla="*/ 796990 h 1796087"/>
                <a:gd name="connsiteX186" fmla="*/ 2061007 w 2290556"/>
                <a:gd name="connsiteY186" fmla="*/ 795914 h 1796087"/>
                <a:gd name="connsiteX187" fmla="*/ 2062521 w 2290556"/>
                <a:gd name="connsiteY187" fmla="*/ 797798 h 1796087"/>
                <a:gd name="connsiteX188" fmla="*/ 2063396 w 2290556"/>
                <a:gd name="connsiteY188" fmla="*/ 798874 h 1796087"/>
                <a:gd name="connsiteX189" fmla="*/ 2066223 w 2290556"/>
                <a:gd name="connsiteY189" fmla="*/ 801195 h 1796087"/>
                <a:gd name="connsiteX190" fmla="*/ 2066593 w 2290556"/>
                <a:gd name="connsiteY190" fmla="*/ 803079 h 1796087"/>
                <a:gd name="connsiteX191" fmla="*/ 2069689 w 2290556"/>
                <a:gd name="connsiteY191" fmla="*/ 805400 h 1796087"/>
                <a:gd name="connsiteX192" fmla="*/ 2071877 w 2290556"/>
                <a:gd name="connsiteY192" fmla="*/ 805030 h 1796087"/>
                <a:gd name="connsiteX193" fmla="*/ 2074704 w 2290556"/>
                <a:gd name="connsiteY193" fmla="*/ 803012 h 1796087"/>
                <a:gd name="connsiteX194" fmla="*/ 2076286 w 2290556"/>
                <a:gd name="connsiteY194" fmla="*/ 799984 h 1796087"/>
                <a:gd name="connsiteX195" fmla="*/ 2077531 w 2290556"/>
                <a:gd name="connsiteY195" fmla="*/ 798100 h 1796087"/>
                <a:gd name="connsiteX196" fmla="*/ 2079180 w 2290556"/>
                <a:gd name="connsiteY196" fmla="*/ 795846 h 1796087"/>
                <a:gd name="connsiteX197" fmla="*/ 2080257 w 2290556"/>
                <a:gd name="connsiteY197" fmla="*/ 794164 h 1796087"/>
                <a:gd name="connsiteX198" fmla="*/ 2082512 w 2290556"/>
                <a:gd name="connsiteY198" fmla="*/ 792516 h 1796087"/>
                <a:gd name="connsiteX199" fmla="*/ 2083521 w 2290556"/>
                <a:gd name="connsiteY199" fmla="*/ 792516 h 1796087"/>
                <a:gd name="connsiteX200" fmla="*/ 2085272 w 2290556"/>
                <a:gd name="connsiteY200" fmla="*/ 792954 h 1796087"/>
                <a:gd name="connsiteX201" fmla="*/ 2087022 w 2290556"/>
                <a:gd name="connsiteY201" fmla="*/ 794400 h 1796087"/>
                <a:gd name="connsiteX202" fmla="*/ 2087964 w 2290556"/>
                <a:gd name="connsiteY202" fmla="*/ 795914 h 1796087"/>
                <a:gd name="connsiteX203" fmla="*/ 2089647 w 2290556"/>
                <a:gd name="connsiteY203" fmla="*/ 798168 h 1796087"/>
                <a:gd name="connsiteX204" fmla="*/ 2090522 w 2290556"/>
                <a:gd name="connsiteY204" fmla="*/ 800623 h 1796087"/>
                <a:gd name="connsiteX205" fmla="*/ 2091026 w 2290556"/>
                <a:gd name="connsiteY205" fmla="*/ 803079 h 1796087"/>
                <a:gd name="connsiteX206" fmla="*/ 2092844 w 2290556"/>
                <a:gd name="connsiteY206" fmla="*/ 805097 h 1796087"/>
                <a:gd name="connsiteX207" fmla="*/ 2094661 w 2290556"/>
                <a:gd name="connsiteY207" fmla="*/ 807351 h 1796087"/>
                <a:gd name="connsiteX208" fmla="*/ 2096916 w 2290556"/>
                <a:gd name="connsiteY208" fmla="*/ 807351 h 1796087"/>
                <a:gd name="connsiteX209" fmla="*/ 2097724 w 2290556"/>
                <a:gd name="connsiteY209" fmla="*/ 805972 h 1796087"/>
                <a:gd name="connsiteX210" fmla="*/ 2098868 w 2290556"/>
                <a:gd name="connsiteY210" fmla="*/ 805266 h 1796087"/>
                <a:gd name="connsiteX211" fmla="*/ 2100887 w 2290556"/>
                <a:gd name="connsiteY211" fmla="*/ 805636 h 1796087"/>
                <a:gd name="connsiteX212" fmla="*/ 2102200 w 2290556"/>
                <a:gd name="connsiteY212" fmla="*/ 807721 h 1796087"/>
                <a:gd name="connsiteX213" fmla="*/ 2102570 w 2290556"/>
                <a:gd name="connsiteY213" fmla="*/ 810917 h 1796087"/>
                <a:gd name="connsiteX214" fmla="*/ 2103647 w 2290556"/>
                <a:gd name="connsiteY214" fmla="*/ 812431 h 1796087"/>
                <a:gd name="connsiteX215" fmla="*/ 2104388 w 2290556"/>
                <a:gd name="connsiteY215" fmla="*/ 814517 h 1796087"/>
                <a:gd name="connsiteX216" fmla="*/ 2106272 w 2290556"/>
                <a:gd name="connsiteY216" fmla="*/ 816905 h 1796087"/>
                <a:gd name="connsiteX217" fmla="*/ 2108460 w 2290556"/>
                <a:gd name="connsiteY217" fmla="*/ 817611 h 1796087"/>
                <a:gd name="connsiteX218" fmla="*/ 2110916 w 2290556"/>
                <a:gd name="connsiteY218" fmla="*/ 816602 h 1796087"/>
                <a:gd name="connsiteX219" fmla="*/ 2111219 w 2290556"/>
                <a:gd name="connsiteY219" fmla="*/ 814718 h 1796087"/>
                <a:gd name="connsiteX220" fmla="*/ 2112734 w 2290556"/>
                <a:gd name="connsiteY220" fmla="*/ 810951 h 1796087"/>
                <a:gd name="connsiteX221" fmla="*/ 2114417 w 2290556"/>
                <a:gd name="connsiteY221" fmla="*/ 809000 h 1796087"/>
                <a:gd name="connsiteX222" fmla="*/ 2115662 w 2290556"/>
                <a:gd name="connsiteY222" fmla="*/ 807553 h 1796087"/>
                <a:gd name="connsiteX223" fmla="*/ 2115662 w 2290556"/>
                <a:gd name="connsiteY223" fmla="*/ 803987 h 1796087"/>
                <a:gd name="connsiteX224" fmla="*/ 2115931 w 2290556"/>
                <a:gd name="connsiteY224" fmla="*/ 801094 h 1796087"/>
                <a:gd name="connsiteX225" fmla="*/ 2115224 w 2290556"/>
                <a:gd name="connsiteY225" fmla="*/ 794064 h 1796087"/>
                <a:gd name="connsiteX226" fmla="*/ 2114585 w 2290556"/>
                <a:gd name="connsiteY226" fmla="*/ 791238 h 1796087"/>
                <a:gd name="connsiteX227" fmla="*/ 2113945 w 2290556"/>
                <a:gd name="connsiteY227" fmla="*/ 787975 h 1796087"/>
                <a:gd name="connsiteX228" fmla="*/ 2111354 w 2290556"/>
                <a:gd name="connsiteY228" fmla="*/ 782963 h 1796087"/>
                <a:gd name="connsiteX229" fmla="*/ 2109469 w 2290556"/>
                <a:gd name="connsiteY229" fmla="*/ 780877 h 1796087"/>
                <a:gd name="connsiteX230" fmla="*/ 2106945 w 2290556"/>
                <a:gd name="connsiteY230" fmla="*/ 776739 h 1796087"/>
                <a:gd name="connsiteX231" fmla="*/ 2107315 w 2290556"/>
                <a:gd name="connsiteY231" fmla="*/ 772837 h 1796087"/>
                <a:gd name="connsiteX232" fmla="*/ 2108460 w 2290556"/>
                <a:gd name="connsiteY232" fmla="*/ 770449 h 1796087"/>
                <a:gd name="connsiteX233" fmla="*/ 2113104 w 2290556"/>
                <a:gd name="connsiteY233" fmla="*/ 769574 h 1796087"/>
                <a:gd name="connsiteX234" fmla="*/ 2115056 w 2290556"/>
                <a:gd name="connsiteY234" fmla="*/ 768935 h 1796087"/>
                <a:gd name="connsiteX235" fmla="*/ 2117580 w 2290556"/>
                <a:gd name="connsiteY235" fmla="*/ 768363 h 1796087"/>
                <a:gd name="connsiteX236" fmla="*/ 2122662 w 2290556"/>
                <a:gd name="connsiteY236" fmla="*/ 768800 h 1796087"/>
                <a:gd name="connsiteX237" fmla="*/ 2127373 w 2290556"/>
                <a:gd name="connsiteY237" fmla="*/ 767556 h 1796087"/>
                <a:gd name="connsiteX238" fmla="*/ 2129494 w 2290556"/>
                <a:gd name="connsiteY238" fmla="*/ 767186 h 1796087"/>
                <a:gd name="connsiteX239" fmla="*/ 2131749 w 2290556"/>
                <a:gd name="connsiteY239" fmla="*/ 765806 h 1796087"/>
                <a:gd name="connsiteX240" fmla="*/ 2133128 w 2290556"/>
                <a:gd name="connsiteY240" fmla="*/ 764427 h 1796087"/>
                <a:gd name="connsiteX241" fmla="*/ 2133128 w 2290556"/>
                <a:gd name="connsiteY241" fmla="*/ 761803 h 1796087"/>
                <a:gd name="connsiteX242" fmla="*/ 2133128 w 2290556"/>
                <a:gd name="connsiteY242" fmla="*/ 759718 h 1796087"/>
                <a:gd name="connsiteX243" fmla="*/ 2133701 w 2290556"/>
                <a:gd name="connsiteY243" fmla="*/ 754873 h 1796087"/>
                <a:gd name="connsiteX244" fmla="*/ 2133128 w 2290556"/>
                <a:gd name="connsiteY244" fmla="*/ 753629 h 1796087"/>
                <a:gd name="connsiteX245" fmla="*/ 2133128 w 2290556"/>
                <a:gd name="connsiteY245" fmla="*/ 750500 h 1796087"/>
                <a:gd name="connsiteX246" fmla="*/ 2133734 w 2290556"/>
                <a:gd name="connsiteY246" fmla="*/ 748112 h 1796087"/>
                <a:gd name="connsiteX247" fmla="*/ 2133398 w 2290556"/>
                <a:gd name="connsiteY247" fmla="*/ 744041 h 1796087"/>
                <a:gd name="connsiteX248" fmla="*/ 2130806 w 2290556"/>
                <a:gd name="connsiteY248" fmla="*/ 740408 h 1796087"/>
                <a:gd name="connsiteX249" fmla="*/ 2128046 w 2290556"/>
                <a:gd name="connsiteY249" fmla="*/ 734757 h 1796087"/>
                <a:gd name="connsiteX250" fmla="*/ 2127037 w 2290556"/>
                <a:gd name="connsiteY250" fmla="*/ 733209 h 1796087"/>
                <a:gd name="connsiteX251" fmla="*/ 2123570 w 2290556"/>
                <a:gd name="connsiteY251" fmla="*/ 729139 h 1796087"/>
                <a:gd name="connsiteX252" fmla="*/ 2122426 w 2290556"/>
                <a:gd name="connsiteY252" fmla="*/ 726246 h 1796087"/>
                <a:gd name="connsiteX253" fmla="*/ 2121989 w 2290556"/>
                <a:gd name="connsiteY253" fmla="*/ 720023 h 1796087"/>
                <a:gd name="connsiteX254" fmla="*/ 2121686 w 2290556"/>
                <a:gd name="connsiteY254" fmla="*/ 716390 h 1796087"/>
                <a:gd name="connsiteX255" fmla="*/ 2122258 w 2290556"/>
                <a:gd name="connsiteY255" fmla="*/ 712925 h 1796087"/>
                <a:gd name="connsiteX256" fmla="*/ 2124143 w 2290556"/>
                <a:gd name="connsiteY256" fmla="*/ 709292 h 1796087"/>
                <a:gd name="connsiteX257" fmla="*/ 2127912 w 2290556"/>
                <a:gd name="connsiteY257" fmla="*/ 708283 h 1796087"/>
                <a:gd name="connsiteX258" fmla="*/ 2131244 w 2290556"/>
                <a:gd name="connsiteY258" fmla="*/ 707408 h 1796087"/>
                <a:gd name="connsiteX259" fmla="*/ 2134710 w 2290556"/>
                <a:gd name="connsiteY259" fmla="*/ 705221 h 1796087"/>
                <a:gd name="connsiteX260" fmla="*/ 2138480 w 2290556"/>
                <a:gd name="connsiteY260" fmla="*/ 707542 h 1796087"/>
                <a:gd name="connsiteX261" fmla="*/ 2140802 w 2290556"/>
                <a:gd name="connsiteY261" fmla="*/ 709998 h 1796087"/>
                <a:gd name="connsiteX262" fmla="*/ 2142383 w 2290556"/>
                <a:gd name="connsiteY262" fmla="*/ 709123 h 1796087"/>
                <a:gd name="connsiteX263" fmla="*/ 2143258 w 2290556"/>
                <a:gd name="connsiteY263" fmla="*/ 706230 h 1796087"/>
                <a:gd name="connsiteX264" fmla="*/ 2145446 w 2290556"/>
                <a:gd name="connsiteY264" fmla="*/ 703909 h 1796087"/>
                <a:gd name="connsiteX265" fmla="*/ 2147634 w 2290556"/>
                <a:gd name="connsiteY265" fmla="*/ 702160 h 1796087"/>
                <a:gd name="connsiteX266" fmla="*/ 2149518 w 2290556"/>
                <a:gd name="connsiteY266" fmla="*/ 700142 h 1796087"/>
                <a:gd name="connsiteX267" fmla="*/ 2152715 w 2290556"/>
                <a:gd name="connsiteY267" fmla="*/ 698695 h 1796087"/>
                <a:gd name="connsiteX268" fmla="*/ 2154600 w 2290556"/>
                <a:gd name="connsiteY268" fmla="*/ 697686 h 1796087"/>
                <a:gd name="connsiteX269" fmla="*/ 2156047 w 2290556"/>
                <a:gd name="connsiteY269" fmla="*/ 697114 h 1796087"/>
                <a:gd name="connsiteX270" fmla="*/ 2159817 w 2290556"/>
                <a:gd name="connsiteY270" fmla="*/ 696677 h 1796087"/>
                <a:gd name="connsiteX271" fmla="*/ 2160961 w 2290556"/>
                <a:gd name="connsiteY271" fmla="*/ 696105 h 1796087"/>
                <a:gd name="connsiteX272" fmla="*/ 2163586 w 2290556"/>
                <a:gd name="connsiteY272" fmla="*/ 692909 h 1796087"/>
                <a:gd name="connsiteX273" fmla="*/ 2166615 w 2290556"/>
                <a:gd name="connsiteY273" fmla="*/ 690588 h 1796087"/>
                <a:gd name="connsiteX274" fmla="*/ 2167355 w 2290556"/>
                <a:gd name="connsiteY274" fmla="*/ 689142 h 1796087"/>
                <a:gd name="connsiteX275" fmla="*/ 2167490 w 2290556"/>
                <a:gd name="connsiteY275" fmla="*/ 687560 h 1796087"/>
                <a:gd name="connsiteX276" fmla="*/ 2166918 w 2290556"/>
                <a:gd name="connsiteY276" fmla="*/ 685374 h 1796087"/>
                <a:gd name="connsiteX277" fmla="*/ 2166043 w 2290556"/>
                <a:gd name="connsiteY277" fmla="*/ 684802 h 1796087"/>
                <a:gd name="connsiteX278" fmla="*/ 2167052 w 2290556"/>
                <a:gd name="connsiteY278" fmla="*/ 681472 h 1796087"/>
                <a:gd name="connsiteX279" fmla="*/ 2168062 w 2290556"/>
                <a:gd name="connsiteY279" fmla="*/ 678579 h 1796087"/>
                <a:gd name="connsiteX280" fmla="*/ 2167759 w 2290556"/>
                <a:gd name="connsiteY280" fmla="*/ 674946 h 1796087"/>
                <a:gd name="connsiteX281" fmla="*/ 2165302 w 2290556"/>
                <a:gd name="connsiteY281" fmla="*/ 673062 h 1796087"/>
                <a:gd name="connsiteX282" fmla="*/ 2162846 w 2290556"/>
                <a:gd name="connsiteY282" fmla="*/ 674811 h 1796087"/>
                <a:gd name="connsiteX283" fmla="*/ 2162542 w 2290556"/>
                <a:gd name="connsiteY283" fmla="*/ 677704 h 1796087"/>
                <a:gd name="connsiteX284" fmla="*/ 2161668 w 2290556"/>
                <a:gd name="connsiteY284" fmla="*/ 680900 h 1796087"/>
                <a:gd name="connsiteX285" fmla="*/ 2158908 w 2290556"/>
                <a:gd name="connsiteY285" fmla="*/ 682044 h 1796087"/>
                <a:gd name="connsiteX286" fmla="*/ 2154398 w 2290556"/>
                <a:gd name="connsiteY286" fmla="*/ 679285 h 1796087"/>
                <a:gd name="connsiteX287" fmla="*/ 2154701 w 2290556"/>
                <a:gd name="connsiteY287" fmla="*/ 676527 h 1796087"/>
                <a:gd name="connsiteX288" fmla="*/ 2155711 w 2290556"/>
                <a:gd name="connsiteY288" fmla="*/ 673634 h 1796087"/>
                <a:gd name="connsiteX289" fmla="*/ 2155711 w 2290556"/>
                <a:gd name="connsiteY289" fmla="*/ 667982 h 1796087"/>
                <a:gd name="connsiteX290" fmla="*/ 2152951 w 2290556"/>
                <a:gd name="connsiteY290" fmla="*/ 666401 h 1796087"/>
                <a:gd name="connsiteX291" fmla="*/ 2150763 w 2290556"/>
                <a:gd name="connsiteY291" fmla="*/ 665829 h 1796087"/>
                <a:gd name="connsiteX292" fmla="*/ 2148004 w 2290556"/>
                <a:gd name="connsiteY292" fmla="*/ 665257 h 1796087"/>
                <a:gd name="connsiteX293" fmla="*/ 2145110 w 2290556"/>
                <a:gd name="connsiteY293" fmla="*/ 665123 h 1796087"/>
                <a:gd name="connsiteX294" fmla="*/ 2142922 w 2290556"/>
                <a:gd name="connsiteY294" fmla="*/ 666704 h 1796087"/>
                <a:gd name="connsiteX295" fmla="*/ 2142619 w 2290556"/>
                <a:gd name="connsiteY295" fmla="*/ 668722 h 1796087"/>
                <a:gd name="connsiteX296" fmla="*/ 2146388 w 2290556"/>
                <a:gd name="connsiteY296" fmla="*/ 672187 h 1796087"/>
                <a:gd name="connsiteX297" fmla="*/ 2147095 w 2290556"/>
                <a:gd name="connsiteY297" fmla="*/ 672490 h 1796087"/>
                <a:gd name="connsiteX298" fmla="*/ 2146086 w 2290556"/>
                <a:gd name="connsiteY298" fmla="*/ 675820 h 1796087"/>
                <a:gd name="connsiteX299" fmla="*/ 2144941 w 2290556"/>
                <a:gd name="connsiteY299" fmla="*/ 678713 h 1796087"/>
                <a:gd name="connsiteX300" fmla="*/ 2143932 w 2290556"/>
                <a:gd name="connsiteY300" fmla="*/ 679588 h 1796087"/>
                <a:gd name="connsiteX301" fmla="*/ 2140869 w 2290556"/>
                <a:gd name="connsiteY301" fmla="*/ 679722 h 1796087"/>
                <a:gd name="connsiteX302" fmla="*/ 2137672 w 2290556"/>
                <a:gd name="connsiteY302" fmla="*/ 679722 h 1796087"/>
                <a:gd name="connsiteX303" fmla="*/ 2134912 w 2290556"/>
                <a:gd name="connsiteY303" fmla="*/ 680093 h 1796087"/>
                <a:gd name="connsiteX304" fmla="*/ 2133028 w 2290556"/>
                <a:gd name="connsiteY304" fmla="*/ 682346 h 1796087"/>
                <a:gd name="connsiteX305" fmla="*/ 2133028 w 2290556"/>
                <a:gd name="connsiteY305" fmla="*/ 685677 h 1796087"/>
                <a:gd name="connsiteX306" fmla="*/ 2134475 w 2290556"/>
                <a:gd name="connsiteY306" fmla="*/ 689579 h 1796087"/>
                <a:gd name="connsiteX307" fmla="*/ 2131849 w 2290556"/>
                <a:gd name="connsiteY307" fmla="*/ 692606 h 1796087"/>
                <a:gd name="connsiteX308" fmla="*/ 2131547 w 2290556"/>
                <a:gd name="connsiteY308" fmla="*/ 694793 h 1796087"/>
                <a:gd name="connsiteX309" fmla="*/ 2127205 w 2290556"/>
                <a:gd name="connsiteY309" fmla="*/ 695365 h 1796087"/>
                <a:gd name="connsiteX310" fmla="*/ 2124580 w 2290556"/>
                <a:gd name="connsiteY310" fmla="*/ 695668 h 1796087"/>
                <a:gd name="connsiteX311" fmla="*/ 2117782 w 2290556"/>
                <a:gd name="connsiteY311" fmla="*/ 695970 h 1796087"/>
                <a:gd name="connsiteX312" fmla="*/ 2114753 w 2290556"/>
                <a:gd name="connsiteY312" fmla="*/ 694827 h 1796087"/>
                <a:gd name="connsiteX313" fmla="*/ 2113440 w 2290556"/>
                <a:gd name="connsiteY313" fmla="*/ 693246 h 1796087"/>
                <a:gd name="connsiteX314" fmla="*/ 2113138 w 2290556"/>
                <a:gd name="connsiteY314" fmla="*/ 690790 h 1796087"/>
                <a:gd name="connsiteX315" fmla="*/ 2111825 w 2290556"/>
                <a:gd name="connsiteY315" fmla="*/ 687762 h 1796087"/>
                <a:gd name="connsiteX316" fmla="*/ 2110815 w 2290556"/>
                <a:gd name="connsiteY316" fmla="*/ 686316 h 1796087"/>
                <a:gd name="connsiteX317" fmla="*/ 2108359 w 2290556"/>
                <a:gd name="connsiteY317" fmla="*/ 685307 h 1796087"/>
                <a:gd name="connsiteX318" fmla="*/ 2108493 w 2290556"/>
                <a:gd name="connsiteY318" fmla="*/ 683423 h 1796087"/>
                <a:gd name="connsiteX319" fmla="*/ 2108931 w 2290556"/>
                <a:gd name="connsiteY319" fmla="*/ 680530 h 1796087"/>
                <a:gd name="connsiteX320" fmla="*/ 2107921 w 2290556"/>
                <a:gd name="connsiteY320" fmla="*/ 678343 h 1796087"/>
                <a:gd name="connsiteX321" fmla="*/ 2106912 w 2290556"/>
                <a:gd name="connsiteY321" fmla="*/ 678041 h 1796087"/>
                <a:gd name="connsiteX322" fmla="*/ 2105599 w 2290556"/>
                <a:gd name="connsiteY322" fmla="*/ 678612 h 1796087"/>
                <a:gd name="connsiteX323" fmla="*/ 2098363 w 2290556"/>
                <a:gd name="connsiteY323" fmla="*/ 678478 h 1796087"/>
                <a:gd name="connsiteX324" fmla="*/ 2096344 w 2290556"/>
                <a:gd name="connsiteY324" fmla="*/ 675147 h 1796087"/>
                <a:gd name="connsiteX325" fmla="*/ 2097219 w 2290556"/>
                <a:gd name="connsiteY325" fmla="*/ 671245 h 1796087"/>
                <a:gd name="connsiteX326" fmla="*/ 2098969 w 2290556"/>
                <a:gd name="connsiteY326" fmla="*/ 668352 h 1796087"/>
                <a:gd name="connsiteX327" fmla="*/ 2100988 w 2290556"/>
                <a:gd name="connsiteY327" fmla="*/ 666906 h 1796087"/>
                <a:gd name="connsiteX328" fmla="*/ 2104758 w 2290556"/>
                <a:gd name="connsiteY328" fmla="*/ 663273 h 1796087"/>
                <a:gd name="connsiteX329" fmla="*/ 2101426 w 2290556"/>
                <a:gd name="connsiteY329" fmla="*/ 661086 h 1796087"/>
                <a:gd name="connsiteX330" fmla="*/ 2094628 w 2290556"/>
                <a:gd name="connsiteY330" fmla="*/ 660649 h 1796087"/>
                <a:gd name="connsiteX331" fmla="*/ 2092474 w 2290556"/>
                <a:gd name="connsiteY331" fmla="*/ 658328 h 1796087"/>
                <a:gd name="connsiteX332" fmla="*/ 2088570 w 2290556"/>
                <a:gd name="connsiteY332" fmla="*/ 657016 h 1796087"/>
                <a:gd name="connsiteX333" fmla="*/ 2083219 w 2290556"/>
                <a:gd name="connsiteY333" fmla="*/ 657318 h 1796087"/>
                <a:gd name="connsiteX334" fmla="*/ 2076387 w 2290556"/>
                <a:gd name="connsiteY334" fmla="*/ 654997 h 1796087"/>
                <a:gd name="connsiteX335" fmla="*/ 2074502 w 2290556"/>
                <a:gd name="connsiteY335" fmla="*/ 652542 h 1796087"/>
                <a:gd name="connsiteX336" fmla="*/ 2067839 w 2290556"/>
                <a:gd name="connsiteY336" fmla="*/ 646318 h 1796087"/>
                <a:gd name="connsiteX337" fmla="*/ 2066526 w 2290556"/>
                <a:gd name="connsiteY337" fmla="*/ 643291 h 1796087"/>
                <a:gd name="connsiteX338" fmla="*/ 2065516 w 2290556"/>
                <a:gd name="connsiteY338" fmla="*/ 640263 h 1796087"/>
                <a:gd name="connsiteX339" fmla="*/ 2065651 w 2290556"/>
                <a:gd name="connsiteY339" fmla="*/ 636496 h 1796087"/>
                <a:gd name="connsiteX340" fmla="*/ 2066795 w 2290556"/>
                <a:gd name="connsiteY340" fmla="*/ 632593 h 1796087"/>
                <a:gd name="connsiteX341" fmla="*/ 2066930 w 2290556"/>
                <a:gd name="connsiteY341" fmla="*/ 631853 h 1796087"/>
                <a:gd name="connsiteX342" fmla="*/ 2068680 w 2290556"/>
                <a:gd name="connsiteY342" fmla="*/ 627514 h 1796087"/>
                <a:gd name="connsiteX343" fmla="*/ 2069824 w 2290556"/>
                <a:gd name="connsiteY343" fmla="*/ 622737 h 1796087"/>
                <a:gd name="connsiteX344" fmla="*/ 2069387 w 2290556"/>
                <a:gd name="connsiteY344" fmla="*/ 619272 h 1796087"/>
                <a:gd name="connsiteX345" fmla="*/ 2069959 w 2290556"/>
                <a:gd name="connsiteY345" fmla="*/ 614933 h 1796087"/>
                <a:gd name="connsiteX346" fmla="*/ 2074603 w 2290556"/>
                <a:gd name="connsiteY346" fmla="*/ 613049 h 1796087"/>
                <a:gd name="connsiteX347" fmla="*/ 2080829 w 2290556"/>
                <a:gd name="connsiteY347" fmla="*/ 607835 h 1796087"/>
                <a:gd name="connsiteX348" fmla="*/ 2084295 w 2290556"/>
                <a:gd name="connsiteY348" fmla="*/ 604201 h 1796087"/>
                <a:gd name="connsiteX349" fmla="*/ 2089377 w 2290556"/>
                <a:gd name="connsiteY349" fmla="*/ 600131 h 1796087"/>
                <a:gd name="connsiteX350" fmla="*/ 2095166 w 2290556"/>
                <a:gd name="connsiteY350" fmla="*/ 595220 h 1796087"/>
                <a:gd name="connsiteX351" fmla="*/ 2099373 w 2290556"/>
                <a:gd name="connsiteY351" fmla="*/ 592024 h 1796087"/>
                <a:gd name="connsiteX352" fmla="*/ 2102267 w 2290556"/>
                <a:gd name="connsiteY352" fmla="*/ 589266 h 1796087"/>
                <a:gd name="connsiteX353" fmla="*/ 2105296 w 2290556"/>
                <a:gd name="connsiteY353" fmla="*/ 587079 h 1796087"/>
                <a:gd name="connsiteX354" fmla="*/ 2109200 w 2290556"/>
                <a:gd name="connsiteY354" fmla="*/ 584489 h 1796087"/>
                <a:gd name="connsiteX355" fmla="*/ 2111825 w 2290556"/>
                <a:gd name="connsiteY355" fmla="*/ 580856 h 1796087"/>
                <a:gd name="connsiteX356" fmla="*/ 2115292 w 2290556"/>
                <a:gd name="connsiteY356" fmla="*/ 578972 h 1796087"/>
                <a:gd name="connsiteX357" fmla="*/ 2118489 w 2290556"/>
                <a:gd name="connsiteY357" fmla="*/ 579544 h 1796087"/>
                <a:gd name="connsiteX358" fmla="*/ 2121080 w 2290556"/>
                <a:gd name="connsiteY358" fmla="*/ 579241 h 1796087"/>
                <a:gd name="connsiteX359" fmla="*/ 2123672 w 2290556"/>
                <a:gd name="connsiteY359" fmla="*/ 577357 h 1796087"/>
                <a:gd name="connsiteX360" fmla="*/ 2124244 w 2290556"/>
                <a:gd name="connsiteY360" fmla="*/ 574901 h 1796087"/>
                <a:gd name="connsiteX361" fmla="*/ 2124681 w 2290556"/>
                <a:gd name="connsiteY361" fmla="*/ 571436 h 1796087"/>
                <a:gd name="connsiteX362" fmla="*/ 2124950 w 2290556"/>
                <a:gd name="connsiteY362" fmla="*/ 570696 h 1796087"/>
                <a:gd name="connsiteX363" fmla="*/ 2126263 w 2290556"/>
                <a:gd name="connsiteY363" fmla="*/ 567063 h 1796087"/>
                <a:gd name="connsiteX364" fmla="*/ 2126835 w 2290556"/>
                <a:gd name="connsiteY364" fmla="*/ 564170 h 1796087"/>
                <a:gd name="connsiteX365" fmla="*/ 2127542 w 2290556"/>
                <a:gd name="connsiteY365" fmla="*/ 562724 h 1796087"/>
                <a:gd name="connsiteX366" fmla="*/ 2128417 w 2290556"/>
                <a:gd name="connsiteY366" fmla="*/ 559528 h 1796087"/>
                <a:gd name="connsiteX367" fmla="*/ 2130167 w 2290556"/>
                <a:gd name="connsiteY367" fmla="*/ 557779 h 1796087"/>
                <a:gd name="connsiteX368" fmla="*/ 2134508 w 2290556"/>
                <a:gd name="connsiteY368" fmla="*/ 555895 h 1796087"/>
                <a:gd name="connsiteX369" fmla="*/ 2137268 w 2290556"/>
                <a:gd name="connsiteY369" fmla="*/ 554886 h 1796087"/>
                <a:gd name="connsiteX370" fmla="*/ 2139287 w 2290556"/>
                <a:gd name="connsiteY370" fmla="*/ 554011 h 1796087"/>
                <a:gd name="connsiteX371" fmla="*/ 2142316 w 2290556"/>
                <a:gd name="connsiteY371" fmla="*/ 551993 h 1796087"/>
                <a:gd name="connsiteX372" fmla="*/ 2145951 w 2290556"/>
                <a:gd name="connsiteY372" fmla="*/ 548797 h 1796087"/>
                <a:gd name="connsiteX373" fmla="*/ 2149283 w 2290556"/>
                <a:gd name="connsiteY373" fmla="*/ 545164 h 1796087"/>
                <a:gd name="connsiteX374" fmla="*/ 2151033 w 2290556"/>
                <a:gd name="connsiteY374" fmla="*/ 542977 h 1796087"/>
                <a:gd name="connsiteX375" fmla="*/ 2152042 w 2290556"/>
                <a:gd name="connsiteY375" fmla="*/ 541228 h 1796087"/>
                <a:gd name="connsiteX376" fmla="*/ 2154499 w 2290556"/>
                <a:gd name="connsiteY376" fmla="*/ 537023 h 1796087"/>
                <a:gd name="connsiteX377" fmla="*/ 2155643 w 2290556"/>
                <a:gd name="connsiteY377" fmla="*/ 534567 h 1796087"/>
                <a:gd name="connsiteX378" fmla="*/ 2154768 w 2290556"/>
                <a:gd name="connsiteY378" fmla="*/ 531372 h 1796087"/>
                <a:gd name="connsiteX379" fmla="*/ 2158538 w 2290556"/>
                <a:gd name="connsiteY379" fmla="*/ 526595 h 1796087"/>
                <a:gd name="connsiteX380" fmla="*/ 2160692 w 2290556"/>
                <a:gd name="connsiteY380" fmla="*/ 523567 h 1796087"/>
                <a:gd name="connsiteX381" fmla="*/ 2162879 w 2290556"/>
                <a:gd name="connsiteY381" fmla="*/ 519497 h 1796087"/>
                <a:gd name="connsiteX382" fmla="*/ 2167658 w 2290556"/>
                <a:gd name="connsiteY382" fmla="*/ 516301 h 1796087"/>
                <a:gd name="connsiteX383" fmla="*/ 2170552 w 2290556"/>
                <a:gd name="connsiteY383" fmla="*/ 514855 h 1796087"/>
                <a:gd name="connsiteX384" fmla="*/ 2172437 w 2290556"/>
                <a:gd name="connsiteY384" fmla="*/ 512096 h 1796087"/>
                <a:gd name="connsiteX385" fmla="*/ 2173177 w 2290556"/>
                <a:gd name="connsiteY385" fmla="*/ 510952 h 1796087"/>
                <a:gd name="connsiteX386" fmla="*/ 2173750 w 2290556"/>
                <a:gd name="connsiteY386" fmla="*/ 507488 h 1796087"/>
                <a:gd name="connsiteX387" fmla="*/ 2174456 w 2290556"/>
                <a:gd name="connsiteY387" fmla="*/ 505604 h 1796087"/>
                <a:gd name="connsiteX388" fmla="*/ 2177923 w 2290556"/>
                <a:gd name="connsiteY388" fmla="*/ 503585 h 1796087"/>
                <a:gd name="connsiteX389" fmla="*/ 2180682 w 2290556"/>
                <a:gd name="connsiteY389" fmla="*/ 501836 h 1796087"/>
                <a:gd name="connsiteX390" fmla="*/ 2183576 w 2290556"/>
                <a:gd name="connsiteY390" fmla="*/ 500961 h 1796087"/>
                <a:gd name="connsiteX391" fmla="*/ 2185159 w 2290556"/>
                <a:gd name="connsiteY391" fmla="*/ 499515 h 1796087"/>
                <a:gd name="connsiteX392" fmla="*/ 2186471 w 2290556"/>
                <a:gd name="connsiteY392" fmla="*/ 496487 h 1796087"/>
                <a:gd name="connsiteX393" fmla="*/ 2186909 w 2290556"/>
                <a:gd name="connsiteY393" fmla="*/ 495175 h 1796087"/>
                <a:gd name="connsiteX394" fmla="*/ 2185461 w 2290556"/>
                <a:gd name="connsiteY394" fmla="*/ 491845 h 1796087"/>
                <a:gd name="connsiteX395" fmla="*/ 2185596 w 2290556"/>
                <a:gd name="connsiteY395" fmla="*/ 488380 h 1796087"/>
                <a:gd name="connsiteX396" fmla="*/ 2187043 w 2290556"/>
                <a:gd name="connsiteY396" fmla="*/ 485184 h 1796087"/>
                <a:gd name="connsiteX397" fmla="*/ 2189634 w 2290556"/>
                <a:gd name="connsiteY397" fmla="*/ 482426 h 1796087"/>
                <a:gd name="connsiteX398" fmla="*/ 2193404 w 2290556"/>
                <a:gd name="connsiteY398" fmla="*/ 486934 h 1796087"/>
                <a:gd name="connsiteX399" fmla="*/ 2195423 w 2290556"/>
                <a:gd name="connsiteY399" fmla="*/ 489961 h 1796087"/>
                <a:gd name="connsiteX400" fmla="*/ 2197745 w 2290556"/>
                <a:gd name="connsiteY400" fmla="*/ 491711 h 1796087"/>
                <a:gd name="connsiteX401" fmla="*/ 2198183 w 2290556"/>
                <a:gd name="connsiteY401" fmla="*/ 495344 h 1796087"/>
                <a:gd name="connsiteX402" fmla="*/ 2197611 w 2290556"/>
                <a:gd name="connsiteY402" fmla="*/ 498405 h 1796087"/>
                <a:gd name="connsiteX403" fmla="*/ 2197173 w 2290556"/>
                <a:gd name="connsiteY403" fmla="*/ 499986 h 1796087"/>
                <a:gd name="connsiteX404" fmla="*/ 2196736 w 2290556"/>
                <a:gd name="connsiteY404" fmla="*/ 501870 h 1796087"/>
                <a:gd name="connsiteX405" fmla="*/ 2197005 w 2290556"/>
                <a:gd name="connsiteY405" fmla="*/ 503451 h 1796087"/>
                <a:gd name="connsiteX406" fmla="*/ 2197139 w 2290556"/>
                <a:gd name="connsiteY406" fmla="*/ 507218 h 1796087"/>
                <a:gd name="connsiteX407" fmla="*/ 2197712 w 2290556"/>
                <a:gd name="connsiteY407" fmla="*/ 508530 h 1796087"/>
                <a:gd name="connsiteX408" fmla="*/ 2200337 w 2290556"/>
                <a:gd name="connsiteY408" fmla="*/ 511423 h 1796087"/>
                <a:gd name="connsiteX409" fmla="*/ 2202356 w 2290556"/>
                <a:gd name="connsiteY409" fmla="*/ 514182 h 1796087"/>
                <a:gd name="connsiteX410" fmla="*/ 2205250 w 2290556"/>
                <a:gd name="connsiteY410" fmla="*/ 516637 h 1796087"/>
                <a:gd name="connsiteX411" fmla="*/ 2207707 w 2290556"/>
                <a:gd name="connsiteY411" fmla="*/ 517344 h 1796087"/>
                <a:gd name="connsiteX412" fmla="*/ 2209289 w 2290556"/>
                <a:gd name="connsiteY412" fmla="*/ 518521 h 1796087"/>
                <a:gd name="connsiteX413" fmla="*/ 2211173 w 2290556"/>
                <a:gd name="connsiteY413" fmla="*/ 519833 h 1796087"/>
                <a:gd name="connsiteX414" fmla="*/ 2211039 w 2290556"/>
                <a:gd name="connsiteY414" fmla="*/ 522861 h 1796087"/>
                <a:gd name="connsiteX415" fmla="*/ 2210029 w 2290556"/>
                <a:gd name="connsiteY415" fmla="*/ 524005 h 1796087"/>
                <a:gd name="connsiteX416" fmla="*/ 2210164 w 2290556"/>
                <a:gd name="connsiteY416" fmla="*/ 525888 h 1796087"/>
                <a:gd name="connsiteX417" fmla="*/ 2211039 w 2290556"/>
                <a:gd name="connsiteY417" fmla="*/ 527907 h 1796087"/>
                <a:gd name="connsiteX418" fmla="*/ 2212183 w 2290556"/>
                <a:gd name="connsiteY418" fmla="*/ 530800 h 1796087"/>
                <a:gd name="connsiteX419" fmla="*/ 2213765 w 2290556"/>
                <a:gd name="connsiteY419" fmla="*/ 533827 h 1796087"/>
                <a:gd name="connsiteX420" fmla="*/ 2215078 w 2290556"/>
                <a:gd name="connsiteY420" fmla="*/ 536283 h 1796087"/>
                <a:gd name="connsiteX421" fmla="*/ 2217972 w 2290556"/>
                <a:gd name="connsiteY421" fmla="*/ 537595 h 1796087"/>
                <a:gd name="connsiteX422" fmla="*/ 2218678 w 2290556"/>
                <a:gd name="connsiteY422" fmla="*/ 534399 h 1796087"/>
                <a:gd name="connsiteX423" fmla="*/ 2218544 w 2290556"/>
                <a:gd name="connsiteY423" fmla="*/ 530497 h 1796087"/>
                <a:gd name="connsiteX424" fmla="*/ 2218544 w 2290556"/>
                <a:gd name="connsiteY424" fmla="*/ 526729 h 1796087"/>
                <a:gd name="connsiteX425" fmla="*/ 2218981 w 2290556"/>
                <a:gd name="connsiteY425" fmla="*/ 522962 h 1796087"/>
                <a:gd name="connsiteX426" fmla="*/ 2217972 w 2290556"/>
                <a:gd name="connsiteY426" fmla="*/ 520203 h 1796087"/>
                <a:gd name="connsiteX427" fmla="*/ 2215953 w 2290556"/>
                <a:gd name="connsiteY427" fmla="*/ 516570 h 1796087"/>
                <a:gd name="connsiteX428" fmla="*/ 2215818 w 2290556"/>
                <a:gd name="connsiteY428" fmla="*/ 513240 h 1796087"/>
                <a:gd name="connsiteX429" fmla="*/ 2218847 w 2290556"/>
                <a:gd name="connsiteY429" fmla="*/ 511491 h 1796087"/>
                <a:gd name="connsiteX430" fmla="*/ 2219991 w 2290556"/>
                <a:gd name="connsiteY430" fmla="*/ 508732 h 1796087"/>
                <a:gd name="connsiteX431" fmla="*/ 2216659 w 2290556"/>
                <a:gd name="connsiteY431" fmla="*/ 508026 h 1796087"/>
                <a:gd name="connsiteX432" fmla="*/ 2215044 w 2290556"/>
                <a:gd name="connsiteY432" fmla="*/ 505267 h 1796087"/>
                <a:gd name="connsiteX433" fmla="*/ 2213899 w 2290556"/>
                <a:gd name="connsiteY433" fmla="*/ 500760 h 1796087"/>
                <a:gd name="connsiteX434" fmla="*/ 2212318 w 2290556"/>
                <a:gd name="connsiteY434" fmla="*/ 497867 h 1796087"/>
                <a:gd name="connsiteX435" fmla="*/ 2212587 w 2290556"/>
                <a:gd name="connsiteY435" fmla="*/ 490466 h 1796087"/>
                <a:gd name="connsiteX436" fmla="*/ 2213024 w 2290556"/>
                <a:gd name="connsiteY436" fmla="*/ 488279 h 1796087"/>
                <a:gd name="connsiteX437" fmla="*/ 2212721 w 2290556"/>
                <a:gd name="connsiteY437" fmla="*/ 485252 h 1796087"/>
                <a:gd name="connsiteX438" fmla="*/ 2212284 w 2290556"/>
                <a:gd name="connsiteY438" fmla="*/ 482628 h 1796087"/>
                <a:gd name="connsiteX439" fmla="*/ 2212419 w 2290556"/>
                <a:gd name="connsiteY439" fmla="*/ 480744 h 1796087"/>
                <a:gd name="connsiteX440" fmla="*/ 2215313 w 2290556"/>
                <a:gd name="connsiteY440" fmla="*/ 476842 h 1796087"/>
                <a:gd name="connsiteX441" fmla="*/ 2217501 w 2290556"/>
                <a:gd name="connsiteY441" fmla="*/ 475530 h 1796087"/>
                <a:gd name="connsiteX442" fmla="*/ 2218376 w 2290556"/>
                <a:gd name="connsiteY442" fmla="*/ 468129 h 1796087"/>
                <a:gd name="connsiteX443" fmla="*/ 2217198 w 2290556"/>
                <a:gd name="connsiteY443" fmla="*/ 462040 h 1796087"/>
                <a:gd name="connsiteX444" fmla="*/ 2216323 w 2290556"/>
                <a:gd name="connsiteY444" fmla="*/ 457398 h 1796087"/>
                <a:gd name="connsiteX445" fmla="*/ 2216625 w 2290556"/>
                <a:gd name="connsiteY445" fmla="*/ 453193 h 1796087"/>
                <a:gd name="connsiteX446" fmla="*/ 2217198 w 2290556"/>
                <a:gd name="connsiteY446" fmla="*/ 447676 h 1796087"/>
                <a:gd name="connsiteX447" fmla="*/ 2217635 w 2290556"/>
                <a:gd name="connsiteY447" fmla="*/ 445221 h 1796087"/>
                <a:gd name="connsiteX448" fmla="*/ 2219654 w 2290556"/>
                <a:gd name="connsiteY448" fmla="*/ 442630 h 1796087"/>
                <a:gd name="connsiteX449" fmla="*/ 2222986 w 2290556"/>
                <a:gd name="connsiteY449" fmla="*/ 440309 h 1796087"/>
                <a:gd name="connsiteX450" fmla="*/ 2223558 w 2290556"/>
                <a:gd name="connsiteY450" fmla="*/ 439300 h 1796087"/>
                <a:gd name="connsiteX451" fmla="*/ 2224299 w 2290556"/>
                <a:gd name="connsiteY451" fmla="*/ 436104 h 1796087"/>
                <a:gd name="connsiteX452" fmla="*/ 2225443 w 2290556"/>
                <a:gd name="connsiteY452" fmla="*/ 433077 h 1796087"/>
                <a:gd name="connsiteX453" fmla="*/ 2226318 w 2290556"/>
                <a:gd name="connsiteY453" fmla="*/ 429612 h 1796087"/>
                <a:gd name="connsiteX454" fmla="*/ 2225005 w 2290556"/>
                <a:gd name="connsiteY454" fmla="*/ 426281 h 1796087"/>
                <a:gd name="connsiteX455" fmla="*/ 2222414 w 2290556"/>
                <a:gd name="connsiteY455" fmla="*/ 423086 h 1796087"/>
                <a:gd name="connsiteX456" fmla="*/ 2222414 w 2290556"/>
                <a:gd name="connsiteY456" fmla="*/ 419621 h 1796087"/>
                <a:gd name="connsiteX457" fmla="*/ 2223996 w 2290556"/>
                <a:gd name="connsiteY457" fmla="*/ 413667 h 1796087"/>
                <a:gd name="connsiteX458" fmla="*/ 2228909 w 2290556"/>
                <a:gd name="connsiteY458" fmla="*/ 410336 h 1796087"/>
                <a:gd name="connsiteX459" fmla="*/ 2233419 w 2290556"/>
                <a:gd name="connsiteY459" fmla="*/ 409024 h 1796087"/>
                <a:gd name="connsiteX460" fmla="*/ 2237491 w 2290556"/>
                <a:gd name="connsiteY460" fmla="*/ 409462 h 1796087"/>
                <a:gd name="connsiteX461" fmla="*/ 2241126 w 2290556"/>
                <a:gd name="connsiteY461" fmla="*/ 412220 h 1796087"/>
                <a:gd name="connsiteX462" fmla="*/ 2245467 w 2290556"/>
                <a:gd name="connsiteY462" fmla="*/ 414541 h 1796087"/>
                <a:gd name="connsiteX463" fmla="*/ 2249237 w 2290556"/>
                <a:gd name="connsiteY463" fmla="*/ 413969 h 1796087"/>
                <a:gd name="connsiteX464" fmla="*/ 2252266 w 2290556"/>
                <a:gd name="connsiteY464" fmla="*/ 411076 h 1796087"/>
                <a:gd name="connsiteX465" fmla="*/ 2255025 w 2290556"/>
                <a:gd name="connsiteY465" fmla="*/ 405290 h 1796087"/>
                <a:gd name="connsiteX466" fmla="*/ 2257482 w 2290556"/>
                <a:gd name="connsiteY466" fmla="*/ 399639 h 1796087"/>
                <a:gd name="connsiteX467" fmla="*/ 2255160 w 2290556"/>
                <a:gd name="connsiteY467" fmla="*/ 394122 h 1796087"/>
                <a:gd name="connsiteX468" fmla="*/ 2255597 w 2290556"/>
                <a:gd name="connsiteY468" fmla="*/ 390489 h 1796087"/>
                <a:gd name="connsiteX469" fmla="*/ 2256035 w 2290556"/>
                <a:gd name="connsiteY469" fmla="*/ 386721 h 1796087"/>
                <a:gd name="connsiteX470" fmla="*/ 2256170 w 2290556"/>
                <a:gd name="connsiteY470" fmla="*/ 383694 h 1796087"/>
                <a:gd name="connsiteX471" fmla="*/ 2254420 w 2290556"/>
                <a:gd name="connsiteY471" fmla="*/ 381103 h 1796087"/>
                <a:gd name="connsiteX472" fmla="*/ 2252973 w 2290556"/>
                <a:gd name="connsiteY472" fmla="*/ 377908 h 1796087"/>
                <a:gd name="connsiteX473" fmla="*/ 2254285 w 2290556"/>
                <a:gd name="connsiteY473" fmla="*/ 375889 h 1796087"/>
                <a:gd name="connsiteX474" fmla="*/ 2253847 w 2290556"/>
                <a:gd name="connsiteY474" fmla="*/ 374746 h 1796087"/>
                <a:gd name="connsiteX475" fmla="*/ 2252266 w 2290556"/>
                <a:gd name="connsiteY475" fmla="*/ 371415 h 1796087"/>
                <a:gd name="connsiteX476" fmla="*/ 2247487 w 2290556"/>
                <a:gd name="connsiteY476" fmla="*/ 367076 h 1796087"/>
                <a:gd name="connsiteX477" fmla="*/ 2244289 w 2290556"/>
                <a:gd name="connsiteY477" fmla="*/ 363308 h 1796087"/>
                <a:gd name="connsiteX478" fmla="*/ 2242405 w 2290556"/>
                <a:gd name="connsiteY478" fmla="*/ 358800 h 1796087"/>
                <a:gd name="connsiteX479" fmla="*/ 2243280 w 2290556"/>
                <a:gd name="connsiteY479" fmla="*/ 356345 h 1796087"/>
                <a:gd name="connsiteX480" fmla="*/ 2245467 w 2290556"/>
                <a:gd name="connsiteY480" fmla="*/ 354764 h 1796087"/>
                <a:gd name="connsiteX481" fmla="*/ 2248227 w 2290556"/>
                <a:gd name="connsiteY481" fmla="*/ 350996 h 1796087"/>
                <a:gd name="connsiteX482" fmla="*/ 2248362 w 2290556"/>
                <a:gd name="connsiteY482" fmla="*/ 348237 h 1796087"/>
                <a:gd name="connsiteX483" fmla="*/ 2245905 w 2290556"/>
                <a:gd name="connsiteY483" fmla="*/ 343898 h 1796087"/>
                <a:gd name="connsiteX484" fmla="*/ 2245333 w 2290556"/>
                <a:gd name="connsiteY484" fmla="*/ 339390 h 1796087"/>
                <a:gd name="connsiteX485" fmla="*/ 2242741 w 2290556"/>
                <a:gd name="connsiteY485" fmla="*/ 331149 h 1796087"/>
                <a:gd name="connsiteX486" fmla="*/ 2242876 w 2290556"/>
                <a:gd name="connsiteY486" fmla="*/ 326641 h 1796087"/>
                <a:gd name="connsiteX487" fmla="*/ 2244188 w 2290556"/>
                <a:gd name="connsiteY487" fmla="*/ 322167 h 1796087"/>
                <a:gd name="connsiteX488" fmla="*/ 2245636 w 2290556"/>
                <a:gd name="connsiteY488" fmla="*/ 319274 h 1796087"/>
                <a:gd name="connsiteX489" fmla="*/ 2248227 w 2290556"/>
                <a:gd name="connsiteY489" fmla="*/ 315069 h 1796087"/>
                <a:gd name="connsiteX490" fmla="*/ 2247520 w 2290556"/>
                <a:gd name="connsiteY490" fmla="*/ 311873 h 1796087"/>
                <a:gd name="connsiteX491" fmla="*/ 2246948 w 2290556"/>
                <a:gd name="connsiteY491" fmla="*/ 307399 h 1796087"/>
                <a:gd name="connsiteX492" fmla="*/ 2248092 w 2290556"/>
                <a:gd name="connsiteY492" fmla="*/ 303631 h 1796087"/>
                <a:gd name="connsiteX493" fmla="*/ 2250987 w 2290556"/>
                <a:gd name="connsiteY493" fmla="*/ 301310 h 1796087"/>
                <a:gd name="connsiteX494" fmla="*/ 2254016 w 2290556"/>
                <a:gd name="connsiteY494" fmla="*/ 297845 h 1796087"/>
                <a:gd name="connsiteX495" fmla="*/ 2256910 w 2290556"/>
                <a:gd name="connsiteY495" fmla="*/ 290478 h 1796087"/>
                <a:gd name="connsiteX496" fmla="*/ 2257650 w 2290556"/>
                <a:gd name="connsiteY496" fmla="*/ 288594 h 1796087"/>
                <a:gd name="connsiteX497" fmla="*/ 2258525 w 2290556"/>
                <a:gd name="connsiteY497" fmla="*/ 282808 h 1796087"/>
                <a:gd name="connsiteX498" fmla="*/ 2259973 w 2290556"/>
                <a:gd name="connsiteY498" fmla="*/ 276417 h 1796087"/>
                <a:gd name="connsiteX499" fmla="*/ 2259838 w 2290556"/>
                <a:gd name="connsiteY499" fmla="*/ 272515 h 1796087"/>
                <a:gd name="connsiteX500" fmla="*/ 2260578 w 2290556"/>
                <a:gd name="connsiteY500" fmla="*/ 267435 h 1796087"/>
                <a:gd name="connsiteX501" fmla="*/ 2264920 w 2290556"/>
                <a:gd name="connsiteY501" fmla="*/ 266729 h 1796087"/>
                <a:gd name="connsiteX502" fmla="*/ 2267242 w 2290556"/>
                <a:gd name="connsiteY502" fmla="*/ 265854 h 1796087"/>
                <a:gd name="connsiteX503" fmla="*/ 2272593 w 2290556"/>
                <a:gd name="connsiteY503" fmla="*/ 262961 h 1796087"/>
                <a:gd name="connsiteX504" fmla="*/ 2275218 w 2290556"/>
                <a:gd name="connsiteY504" fmla="*/ 259496 h 1796087"/>
                <a:gd name="connsiteX505" fmla="*/ 2278112 w 2290556"/>
                <a:gd name="connsiteY505" fmla="*/ 255426 h 1796087"/>
                <a:gd name="connsiteX506" fmla="*/ 2278415 w 2290556"/>
                <a:gd name="connsiteY506" fmla="*/ 248328 h 1796087"/>
                <a:gd name="connsiteX507" fmla="*/ 2277540 w 2290556"/>
                <a:gd name="connsiteY507" fmla="*/ 243416 h 1796087"/>
                <a:gd name="connsiteX508" fmla="*/ 2276968 w 2290556"/>
                <a:gd name="connsiteY508" fmla="*/ 241398 h 1796087"/>
                <a:gd name="connsiteX509" fmla="*/ 2275824 w 2290556"/>
                <a:gd name="connsiteY509" fmla="*/ 238808 h 1796087"/>
                <a:gd name="connsiteX510" fmla="*/ 2273232 w 2290556"/>
                <a:gd name="connsiteY510" fmla="*/ 235040 h 1796087"/>
                <a:gd name="connsiteX511" fmla="*/ 2271348 w 2290556"/>
                <a:gd name="connsiteY511" fmla="*/ 231272 h 1796087"/>
                <a:gd name="connsiteX512" fmla="*/ 2272660 w 2290556"/>
                <a:gd name="connsiteY512" fmla="*/ 228817 h 1796087"/>
                <a:gd name="connsiteX513" fmla="*/ 2277742 w 2290556"/>
                <a:gd name="connsiteY513" fmla="*/ 226933 h 1796087"/>
                <a:gd name="connsiteX514" fmla="*/ 2278045 w 2290556"/>
                <a:gd name="connsiteY514" fmla="*/ 225352 h 1796087"/>
                <a:gd name="connsiteX515" fmla="*/ 2279627 w 2290556"/>
                <a:gd name="connsiteY515" fmla="*/ 222593 h 1796087"/>
                <a:gd name="connsiteX516" fmla="*/ 2282252 w 2290556"/>
                <a:gd name="connsiteY516" fmla="*/ 221584 h 1796087"/>
                <a:gd name="connsiteX517" fmla="*/ 2284574 w 2290556"/>
                <a:gd name="connsiteY517" fmla="*/ 220272 h 1796087"/>
                <a:gd name="connsiteX518" fmla="*/ 2286896 w 2290556"/>
                <a:gd name="connsiteY518" fmla="*/ 218254 h 1796087"/>
                <a:gd name="connsiteX519" fmla="*/ 2288646 w 2290556"/>
                <a:gd name="connsiteY519" fmla="*/ 216067 h 1796087"/>
                <a:gd name="connsiteX520" fmla="*/ 2290531 w 2290556"/>
                <a:gd name="connsiteY520" fmla="*/ 213174 h 1796087"/>
                <a:gd name="connsiteX521" fmla="*/ 2290228 w 2290556"/>
                <a:gd name="connsiteY521" fmla="*/ 210147 h 1796087"/>
                <a:gd name="connsiteX522" fmla="*/ 2288478 w 2290556"/>
                <a:gd name="connsiteY522" fmla="*/ 207691 h 1796087"/>
                <a:gd name="connsiteX523" fmla="*/ 2287738 w 2290556"/>
                <a:gd name="connsiteY523" fmla="*/ 204798 h 1796087"/>
                <a:gd name="connsiteX524" fmla="*/ 2288310 w 2290556"/>
                <a:gd name="connsiteY524" fmla="*/ 201905 h 1796087"/>
                <a:gd name="connsiteX525" fmla="*/ 2289622 w 2290556"/>
                <a:gd name="connsiteY525" fmla="*/ 199719 h 1796087"/>
                <a:gd name="connsiteX526" fmla="*/ 2289622 w 2290556"/>
                <a:gd name="connsiteY526" fmla="*/ 196826 h 1796087"/>
                <a:gd name="connsiteX527" fmla="*/ 2287738 w 2290556"/>
                <a:gd name="connsiteY527" fmla="*/ 194807 h 1796087"/>
                <a:gd name="connsiteX528" fmla="*/ 2285988 w 2290556"/>
                <a:gd name="connsiteY528" fmla="*/ 193226 h 1796087"/>
                <a:gd name="connsiteX529" fmla="*/ 2283968 w 2290556"/>
                <a:gd name="connsiteY529" fmla="*/ 193529 h 1796087"/>
                <a:gd name="connsiteX530" fmla="*/ 2281646 w 2290556"/>
                <a:gd name="connsiteY530" fmla="*/ 194101 h 1796087"/>
                <a:gd name="connsiteX531" fmla="*/ 2278180 w 2290556"/>
                <a:gd name="connsiteY531" fmla="*/ 194673 h 1796087"/>
                <a:gd name="connsiteX532" fmla="*/ 2276733 w 2290556"/>
                <a:gd name="connsiteY532" fmla="*/ 192654 h 1796087"/>
                <a:gd name="connsiteX533" fmla="*/ 2275992 w 2290556"/>
                <a:gd name="connsiteY533" fmla="*/ 189627 h 1796087"/>
                <a:gd name="connsiteX534" fmla="*/ 2273536 w 2290556"/>
                <a:gd name="connsiteY534" fmla="*/ 186734 h 1796087"/>
                <a:gd name="connsiteX535" fmla="*/ 2270338 w 2290556"/>
                <a:gd name="connsiteY535" fmla="*/ 186162 h 1796087"/>
                <a:gd name="connsiteX536" fmla="*/ 2268150 w 2290556"/>
                <a:gd name="connsiteY536" fmla="*/ 186027 h 1796087"/>
                <a:gd name="connsiteX537" fmla="*/ 2266401 w 2290556"/>
                <a:gd name="connsiteY537" fmla="*/ 184009 h 1796087"/>
                <a:gd name="connsiteX538" fmla="*/ 2266704 w 2290556"/>
                <a:gd name="connsiteY538" fmla="*/ 181822 h 1796087"/>
                <a:gd name="connsiteX539" fmla="*/ 2266704 w 2290556"/>
                <a:gd name="connsiteY539" fmla="*/ 178626 h 1796087"/>
                <a:gd name="connsiteX540" fmla="*/ 2265324 w 2290556"/>
                <a:gd name="connsiteY540" fmla="*/ 177045 h 1796087"/>
                <a:gd name="connsiteX541" fmla="*/ 2263237 w 2290556"/>
                <a:gd name="connsiteY541" fmla="*/ 174018 h 1796087"/>
                <a:gd name="connsiteX542" fmla="*/ 2259468 w 2290556"/>
                <a:gd name="connsiteY542" fmla="*/ 168938 h 1796087"/>
                <a:gd name="connsiteX543" fmla="*/ 2255564 w 2290556"/>
                <a:gd name="connsiteY543" fmla="*/ 167492 h 1796087"/>
                <a:gd name="connsiteX544" fmla="*/ 2252232 w 2290556"/>
                <a:gd name="connsiteY544" fmla="*/ 166348 h 1796087"/>
                <a:gd name="connsiteX545" fmla="*/ 2249338 w 2290556"/>
                <a:gd name="connsiteY545" fmla="*/ 163320 h 1796087"/>
                <a:gd name="connsiteX546" fmla="*/ 2248766 w 2290556"/>
                <a:gd name="connsiteY546" fmla="*/ 159250 h 1796087"/>
                <a:gd name="connsiteX547" fmla="*/ 2247184 w 2290556"/>
                <a:gd name="connsiteY547" fmla="*/ 157938 h 1796087"/>
                <a:gd name="connsiteX548" fmla="*/ 2244155 w 2290556"/>
                <a:gd name="connsiteY548" fmla="*/ 155617 h 1796087"/>
                <a:gd name="connsiteX549" fmla="*/ 2243414 w 2290556"/>
                <a:gd name="connsiteY549" fmla="*/ 154877 h 1796087"/>
                <a:gd name="connsiteX550" fmla="*/ 2242102 w 2290556"/>
                <a:gd name="connsiteY550" fmla="*/ 152287 h 1796087"/>
                <a:gd name="connsiteX551" fmla="*/ 2240352 w 2290556"/>
                <a:gd name="connsiteY551" fmla="*/ 150268 h 1796087"/>
                <a:gd name="connsiteX552" fmla="*/ 2238333 w 2290556"/>
                <a:gd name="connsiteY552" fmla="*/ 149125 h 1796087"/>
                <a:gd name="connsiteX553" fmla="*/ 2235136 w 2290556"/>
                <a:gd name="connsiteY553" fmla="*/ 147543 h 1796087"/>
                <a:gd name="connsiteX554" fmla="*/ 2232679 w 2290556"/>
                <a:gd name="connsiteY554" fmla="*/ 145794 h 1796087"/>
                <a:gd name="connsiteX555" fmla="*/ 2229347 w 2290556"/>
                <a:gd name="connsiteY555" fmla="*/ 143910 h 1796087"/>
                <a:gd name="connsiteX556" fmla="*/ 2224130 w 2290556"/>
                <a:gd name="connsiteY556" fmla="*/ 142733 h 1796087"/>
                <a:gd name="connsiteX557" fmla="*/ 2222986 w 2290556"/>
                <a:gd name="connsiteY557" fmla="*/ 142733 h 1796087"/>
                <a:gd name="connsiteX558" fmla="*/ 2220530 w 2290556"/>
                <a:gd name="connsiteY558" fmla="*/ 144112 h 1796087"/>
                <a:gd name="connsiteX559" fmla="*/ 2217198 w 2290556"/>
                <a:gd name="connsiteY559" fmla="*/ 145491 h 1796087"/>
                <a:gd name="connsiteX560" fmla="*/ 2215144 w 2290556"/>
                <a:gd name="connsiteY560" fmla="*/ 143910 h 1796087"/>
                <a:gd name="connsiteX561" fmla="*/ 2215717 w 2290556"/>
                <a:gd name="connsiteY561" fmla="*/ 140715 h 1796087"/>
                <a:gd name="connsiteX562" fmla="*/ 2216154 w 2290556"/>
                <a:gd name="connsiteY562" fmla="*/ 137250 h 1796087"/>
                <a:gd name="connsiteX563" fmla="*/ 2213125 w 2290556"/>
                <a:gd name="connsiteY563" fmla="*/ 135231 h 1796087"/>
                <a:gd name="connsiteX564" fmla="*/ 2209491 w 2290556"/>
                <a:gd name="connsiteY564" fmla="*/ 135097 h 1796087"/>
                <a:gd name="connsiteX565" fmla="*/ 2208347 w 2290556"/>
                <a:gd name="connsiteY565" fmla="*/ 136543 h 1796087"/>
                <a:gd name="connsiteX566" fmla="*/ 2208784 w 2290556"/>
                <a:gd name="connsiteY566" fmla="*/ 138864 h 1796087"/>
                <a:gd name="connsiteX567" fmla="*/ 2210231 w 2290556"/>
                <a:gd name="connsiteY567" fmla="*/ 140883 h 1796087"/>
                <a:gd name="connsiteX568" fmla="*/ 2209524 w 2290556"/>
                <a:gd name="connsiteY568" fmla="*/ 143507 h 1796087"/>
                <a:gd name="connsiteX569" fmla="*/ 2209524 w 2290556"/>
                <a:gd name="connsiteY569" fmla="*/ 148149 h 1796087"/>
                <a:gd name="connsiteX570" fmla="*/ 2208784 w 2290556"/>
                <a:gd name="connsiteY570" fmla="*/ 150033 h 1796087"/>
                <a:gd name="connsiteX571" fmla="*/ 2208515 w 2290556"/>
                <a:gd name="connsiteY571" fmla="*/ 153363 h 1796087"/>
                <a:gd name="connsiteX572" fmla="*/ 2209390 w 2290556"/>
                <a:gd name="connsiteY572" fmla="*/ 154070 h 1796087"/>
                <a:gd name="connsiteX573" fmla="*/ 2209390 w 2290556"/>
                <a:gd name="connsiteY573" fmla="*/ 158274 h 1796087"/>
                <a:gd name="connsiteX574" fmla="*/ 2206866 w 2290556"/>
                <a:gd name="connsiteY574" fmla="*/ 160596 h 1796087"/>
                <a:gd name="connsiteX575" fmla="*/ 2204611 w 2290556"/>
                <a:gd name="connsiteY575" fmla="*/ 158005 h 1796087"/>
                <a:gd name="connsiteX576" fmla="*/ 2200269 w 2290556"/>
                <a:gd name="connsiteY576" fmla="*/ 158005 h 1796087"/>
                <a:gd name="connsiteX577" fmla="*/ 2198688 w 2290556"/>
                <a:gd name="connsiteY577" fmla="*/ 160024 h 1796087"/>
                <a:gd name="connsiteX578" fmla="*/ 2201716 w 2290556"/>
                <a:gd name="connsiteY578" fmla="*/ 165238 h 1796087"/>
                <a:gd name="connsiteX579" fmla="*/ 2198957 w 2290556"/>
                <a:gd name="connsiteY579" fmla="*/ 170317 h 1796087"/>
                <a:gd name="connsiteX580" fmla="*/ 2190846 w 2290556"/>
                <a:gd name="connsiteY580" fmla="*/ 173782 h 1796087"/>
                <a:gd name="connsiteX581" fmla="*/ 2188389 w 2290556"/>
                <a:gd name="connsiteY581" fmla="*/ 176675 h 1796087"/>
                <a:gd name="connsiteX582" fmla="*/ 2188154 w 2290556"/>
                <a:gd name="connsiteY582" fmla="*/ 179097 h 1796087"/>
                <a:gd name="connsiteX583" fmla="*/ 2188086 w 2290556"/>
                <a:gd name="connsiteY583" fmla="*/ 181015 h 1796087"/>
                <a:gd name="connsiteX584" fmla="*/ 2186336 w 2290556"/>
                <a:gd name="connsiteY584" fmla="*/ 183773 h 1796087"/>
                <a:gd name="connsiteX585" fmla="*/ 2183307 w 2290556"/>
                <a:gd name="connsiteY585" fmla="*/ 182461 h 1796087"/>
                <a:gd name="connsiteX586" fmla="*/ 2180548 w 2290556"/>
                <a:gd name="connsiteY586" fmla="*/ 180140 h 1796087"/>
                <a:gd name="connsiteX587" fmla="*/ 2177788 w 2290556"/>
                <a:gd name="connsiteY587" fmla="*/ 178122 h 1796087"/>
                <a:gd name="connsiteX588" fmla="*/ 2173581 w 2290556"/>
                <a:gd name="connsiteY588" fmla="*/ 176675 h 1796087"/>
                <a:gd name="connsiteX589" fmla="*/ 2170552 w 2290556"/>
                <a:gd name="connsiteY589" fmla="*/ 176978 h 1796087"/>
                <a:gd name="connsiteX590" fmla="*/ 2169374 w 2290556"/>
                <a:gd name="connsiteY590" fmla="*/ 181890 h 1796087"/>
                <a:gd name="connsiteX591" fmla="*/ 2169374 w 2290556"/>
                <a:gd name="connsiteY591" fmla="*/ 183471 h 1796087"/>
                <a:gd name="connsiteX592" fmla="*/ 2166345 w 2290556"/>
                <a:gd name="connsiteY592" fmla="*/ 189694 h 1796087"/>
                <a:gd name="connsiteX593" fmla="*/ 2164326 w 2290556"/>
                <a:gd name="connsiteY593" fmla="*/ 187676 h 1796087"/>
                <a:gd name="connsiteX594" fmla="*/ 2161432 w 2290556"/>
                <a:gd name="connsiteY594" fmla="*/ 190266 h 1796087"/>
                <a:gd name="connsiteX595" fmla="*/ 2159547 w 2290556"/>
                <a:gd name="connsiteY595" fmla="*/ 190703 h 1796087"/>
                <a:gd name="connsiteX596" fmla="*/ 2155475 w 2290556"/>
                <a:gd name="connsiteY596" fmla="*/ 190131 h 1796087"/>
                <a:gd name="connsiteX597" fmla="*/ 2155744 w 2290556"/>
                <a:gd name="connsiteY597" fmla="*/ 188113 h 1796087"/>
                <a:gd name="connsiteX598" fmla="*/ 2156047 w 2290556"/>
                <a:gd name="connsiteY598" fmla="*/ 186229 h 1796087"/>
                <a:gd name="connsiteX599" fmla="*/ 2149249 w 2290556"/>
                <a:gd name="connsiteY599" fmla="*/ 185489 h 1796087"/>
                <a:gd name="connsiteX600" fmla="*/ 2145614 w 2290556"/>
                <a:gd name="connsiteY600" fmla="*/ 186633 h 1796087"/>
                <a:gd name="connsiteX601" fmla="*/ 2144739 w 2290556"/>
                <a:gd name="connsiteY601" fmla="*/ 188651 h 1796087"/>
                <a:gd name="connsiteX602" fmla="*/ 2144167 w 2290556"/>
                <a:gd name="connsiteY602" fmla="*/ 191847 h 1796087"/>
                <a:gd name="connsiteX603" fmla="*/ 2142283 w 2290556"/>
                <a:gd name="connsiteY603" fmla="*/ 194471 h 1796087"/>
                <a:gd name="connsiteX604" fmla="*/ 2138076 w 2290556"/>
                <a:gd name="connsiteY604" fmla="*/ 194605 h 1796087"/>
                <a:gd name="connsiteX605" fmla="*/ 2136898 w 2290556"/>
                <a:gd name="connsiteY605" fmla="*/ 191712 h 1796087"/>
                <a:gd name="connsiteX606" fmla="*/ 2132826 w 2290556"/>
                <a:gd name="connsiteY606" fmla="*/ 191712 h 1796087"/>
                <a:gd name="connsiteX607" fmla="*/ 2130369 w 2290556"/>
                <a:gd name="connsiteY607" fmla="*/ 190838 h 1796087"/>
                <a:gd name="connsiteX608" fmla="*/ 2123705 w 2290556"/>
                <a:gd name="connsiteY608" fmla="*/ 190131 h 1796087"/>
                <a:gd name="connsiteX609" fmla="*/ 2120239 w 2290556"/>
                <a:gd name="connsiteY609" fmla="*/ 189559 h 1796087"/>
                <a:gd name="connsiteX610" fmla="*/ 2116032 w 2290556"/>
                <a:gd name="connsiteY610" fmla="*/ 187104 h 1796087"/>
                <a:gd name="connsiteX611" fmla="*/ 2111825 w 2290556"/>
                <a:gd name="connsiteY611" fmla="*/ 183773 h 1796087"/>
                <a:gd name="connsiteX612" fmla="*/ 2108493 w 2290556"/>
                <a:gd name="connsiteY612" fmla="*/ 179871 h 1796087"/>
                <a:gd name="connsiteX613" fmla="*/ 2106171 w 2290556"/>
                <a:gd name="connsiteY613" fmla="*/ 180578 h 1796087"/>
                <a:gd name="connsiteX614" fmla="*/ 2106608 w 2290556"/>
                <a:gd name="connsiteY614" fmla="*/ 185085 h 1796087"/>
                <a:gd name="connsiteX615" fmla="*/ 2107349 w 2290556"/>
                <a:gd name="connsiteY615" fmla="*/ 188281 h 1796087"/>
                <a:gd name="connsiteX616" fmla="*/ 2102873 w 2290556"/>
                <a:gd name="connsiteY616" fmla="*/ 190165 h 1796087"/>
                <a:gd name="connsiteX617" fmla="*/ 2101560 w 2290556"/>
                <a:gd name="connsiteY617" fmla="*/ 193495 h 1796087"/>
                <a:gd name="connsiteX618" fmla="*/ 2098363 w 2290556"/>
                <a:gd name="connsiteY618" fmla="*/ 197263 h 1796087"/>
                <a:gd name="connsiteX619" fmla="*/ 2092844 w 2290556"/>
                <a:gd name="connsiteY619" fmla="*/ 200728 h 1796087"/>
                <a:gd name="connsiteX620" fmla="*/ 2091531 w 2290556"/>
                <a:gd name="connsiteY620" fmla="*/ 203486 h 1796087"/>
                <a:gd name="connsiteX621" fmla="*/ 2085002 w 2290556"/>
                <a:gd name="connsiteY621" fmla="*/ 209138 h 1796087"/>
                <a:gd name="connsiteX622" fmla="*/ 2082815 w 2290556"/>
                <a:gd name="connsiteY622" fmla="*/ 205673 h 1796087"/>
                <a:gd name="connsiteX623" fmla="*/ 2078473 w 2290556"/>
                <a:gd name="connsiteY623" fmla="*/ 201771 h 1796087"/>
                <a:gd name="connsiteX624" fmla="*/ 2074670 w 2290556"/>
                <a:gd name="connsiteY624" fmla="*/ 202141 h 1796087"/>
                <a:gd name="connsiteX625" fmla="*/ 2068579 w 2290556"/>
                <a:gd name="connsiteY625" fmla="*/ 204865 h 1796087"/>
                <a:gd name="connsiteX626" fmla="*/ 2068579 w 2290556"/>
                <a:gd name="connsiteY626" fmla="*/ 199988 h 1796087"/>
                <a:gd name="connsiteX627" fmla="*/ 2063026 w 2290556"/>
                <a:gd name="connsiteY627" fmla="*/ 200425 h 1796087"/>
                <a:gd name="connsiteX628" fmla="*/ 2063026 w 2290556"/>
                <a:gd name="connsiteY628" fmla="*/ 198575 h 1796087"/>
                <a:gd name="connsiteX629" fmla="*/ 2060300 w 2290556"/>
                <a:gd name="connsiteY629" fmla="*/ 195211 h 1796087"/>
                <a:gd name="connsiteX630" fmla="*/ 2059088 w 2290556"/>
                <a:gd name="connsiteY630" fmla="*/ 195211 h 1796087"/>
                <a:gd name="connsiteX631" fmla="*/ 2053232 w 2290556"/>
                <a:gd name="connsiteY631" fmla="*/ 194000 h 1796087"/>
                <a:gd name="connsiteX632" fmla="*/ 2052795 w 2290556"/>
                <a:gd name="connsiteY632" fmla="*/ 192385 h 1796087"/>
                <a:gd name="connsiteX633" fmla="*/ 2052795 w 2290556"/>
                <a:gd name="connsiteY633" fmla="*/ 186734 h 1796087"/>
                <a:gd name="connsiteX634" fmla="*/ 2053939 w 2290556"/>
                <a:gd name="connsiteY634" fmla="*/ 181755 h 1796087"/>
                <a:gd name="connsiteX635" fmla="*/ 2053468 w 2290556"/>
                <a:gd name="connsiteY635" fmla="*/ 171865 h 1796087"/>
                <a:gd name="connsiteX636" fmla="*/ 2050439 w 2290556"/>
                <a:gd name="connsiteY636" fmla="*/ 169376 h 1796087"/>
                <a:gd name="connsiteX637" fmla="*/ 2046098 w 2290556"/>
                <a:gd name="connsiteY637" fmla="*/ 163926 h 1796087"/>
                <a:gd name="connsiteX638" fmla="*/ 2046199 w 2290556"/>
                <a:gd name="connsiteY638" fmla="*/ 161302 h 1796087"/>
                <a:gd name="connsiteX639" fmla="*/ 2043708 w 2290556"/>
                <a:gd name="connsiteY639" fmla="*/ 159351 h 1796087"/>
                <a:gd name="connsiteX640" fmla="*/ 2040242 w 2290556"/>
                <a:gd name="connsiteY640" fmla="*/ 156424 h 1796087"/>
                <a:gd name="connsiteX641" fmla="*/ 2037852 w 2290556"/>
                <a:gd name="connsiteY641" fmla="*/ 153262 h 1796087"/>
                <a:gd name="connsiteX642" fmla="*/ 2037516 w 2290556"/>
                <a:gd name="connsiteY642" fmla="*/ 148822 h 1796087"/>
                <a:gd name="connsiteX643" fmla="*/ 2037852 w 2290556"/>
                <a:gd name="connsiteY643" fmla="*/ 146534 h 1796087"/>
                <a:gd name="connsiteX644" fmla="*/ 2036439 w 2290556"/>
                <a:gd name="connsiteY644" fmla="*/ 143507 h 1796087"/>
                <a:gd name="connsiteX645" fmla="*/ 2033612 w 2290556"/>
                <a:gd name="connsiteY645" fmla="*/ 140143 h 1796087"/>
                <a:gd name="connsiteX646" fmla="*/ 2031761 w 2290556"/>
                <a:gd name="connsiteY646" fmla="*/ 137317 h 1796087"/>
                <a:gd name="connsiteX647" fmla="*/ 2031424 w 2290556"/>
                <a:gd name="connsiteY647" fmla="*/ 133852 h 1796087"/>
                <a:gd name="connsiteX648" fmla="*/ 2030886 w 2290556"/>
                <a:gd name="connsiteY648" fmla="*/ 130589 h 1796087"/>
                <a:gd name="connsiteX649" fmla="*/ 2029910 w 2290556"/>
                <a:gd name="connsiteY649" fmla="*/ 127326 h 1796087"/>
                <a:gd name="connsiteX650" fmla="*/ 2028496 w 2290556"/>
                <a:gd name="connsiteY650" fmla="*/ 124837 h 1796087"/>
                <a:gd name="connsiteX651" fmla="*/ 2025568 w 2290556"/>
                <a:gd name="connsiteY651" fmla="*/ 120598 h 1796087"/>
                <a:gd name="connsiteX652" fmla="*/ 2024492 w 2290556"/>
                <a:gd name="connsiteY652" fmla="*/ 120060 h 1796087"/>
                <a:gd name="connsiteX653" fmla="*/ 2024256 w 2290556"/>
                <a:gd name="connsiteY653" fmla="*/ 116359 h 1796087"/>
                <a:gd name="connsiteX654" fmla="*/ 2025333 w 2290556"/>
                <a:gd name="connsiteY654" fmla="*/ 113096 h 1796087"/>
                <a:gd name="connsiteX655" fmla="*/ 2028799 w 2290556"/>
                <a:gd name="connsiteY655" fmla="*/ 111246 h 1796087"/>
                <a:gd name="connsiteX656" fmla="*/ 2030549 w 2290556"/>
                <a:gd name="connsiteY656" fmla="*/ 109396 h 1796087"/>
                <a:gd name="connsiteX657" fmla="*/ 2033814 w 2290556"/>
                <a:gd name="connsiteY657" fmla="*/ 107781 h 1796087"/>
                <a:gd name="connsiteX658" fmla="*/ 2034150 w 2290556"/>
                <a:gd name="connsiteY658" fmla="*/ 106705 h 1796087"/>
                <a:gd name="connsiteX659" fmla="*/ 2033376 w 2290556"/>
                <a:gd name="connsiteY659" fmla="*/ 105494 h 1796087"/>
                <a:gd name="connsiteX660" fmla="*/ 2030886 w 2290556"/>
                <a:gd name="connsiteY660" fmla="*/ 103980 h 1796087"/>
                <a:gd name="connsiteX661" fmla="*/ 2025467 w 2290556"/>
                <a:gd name="connsiteY661" fmla="*/ 102466 h 1796087"/>
                <a:gd name="connsiteX662" fmla="*/ 2021126 w 2290556"/>
                <a:gd name="connsiteY662" fmla="*/ 102264 h 1796087"/>
                <a:gd name="connsiteX663" fmla="*/ 2018837 w 2290556"/>
                <a:gd name="connsiteY663" fmla="*/ 101928 h 1796087"/>
                <a:gd name="connsiteX664" fmla="*/ 2017087 w 2290556"/>
                <a:gd name="connsiteY664" fmla="*/ 104216 h 1796087"/>
                <a:gd name="connsiteX665" fmla="*/ 2012847 w 2290556"/>
                <a:gd name="connsiteY665" fmla="*/ 106268 h 1796087"/>
                <a:gd name="connsiteX666" fmla="*/ 2009919 w 2290556"/>
                <a:gd name="connsiteY666" fmla="*/ 105729 h 1796087"/>
                <a:gd name="connsiteX667" fmla="*/ 2007530 w 2290556"/>
                <a:gd name="connsiteY667" fmla="*/ 105830 h 1796087"/>
                <a:gd name="connsiteX668" fmla="*/ 2005578 w 2290556"/>
                <a:gd name="connsiteY668" fmla="*/ 103879 h 1796087"/>
                <a:gd name="connsiteX669" fmla="*/ 2005477 w 2290556"/>
                <a:gd name="connsiteY669" fmla="*/ 102029 h 1796087"/>
                <a:gd name="connsiteX670" fmla="*/ 2004703 w 2290556"/>
                <a:gd name="connsiteY670" fmla="*/ 99977 h 1796087"/>
                <a:gd name="connsiteX671" fmla="*/ 2003727 w 2290556"/>
                <a:gd name="connsiteY671" fmla="*/ 98665 h 1796087"/>
                <a:gd name="connsiteX672" fmla="*/ 2002515 w 2290556"/>
                <a:gd name="connsiteY672" fmla="*/ 96378 h 1796087"/>
                <a:gd name="connsiteX673" fmla="*/ 2001539 w 2290556"/>
                <a:gd name="connsiteY673" fmla="*/ 95167 h 1796087"/>
                <a:gd name="connsiteX674" fmla="*/ 1999486 w 2290556"/>
                <a:gd name="connsiteY674" fmla="*/ 92677 h 1796087"/>
                <a:gd name="connsiteX675" fmla="*/ 1998409 w 2290556"/>
                <a:gd name="connsiteY675" fmla="*/ 90491 h 1796087"/>
                <a:gd name="connsiteX676" fmla="*/ 1997298 w 2290556"/>
                <a:gd name="connsiteY676" fmla="*/ 88203 h 1796087"/>
                <a:gd name="connsiteX677" fmla="*/ 1995683 w 2290556"/>
                <a:gd name="connsiteY677" fmla="*/ 87026 h 1796087"/>
                <a:gd name="connsiteX678" fmla="*/ 1992957 w 2290556"/>
                <a:gd name="connsiteY678" fmla="*/ 86252 h 1796087"/>
                <a:gd name="connsiteX679" fmla="*/ 1990231 w 2290556"/>
                <a:gd name="connsiteY679" fmla="*/ 84301 h 1796087"/>
                <a:gd name="connsiteX680" fmla="*/ 1987842 w 2290556"/>
                <a:gd name="connsiteY680" fmla="*/ 82114 h 1796087"/>
                <a:gd name="connsiteX681" fmla="*/ 1986764 w 2290556"/>
                <a:gd name="connsiteY681" fmla="*/ 81576 h 1796087"/>
                <a:gd name="connsiteX682" fmla="*/ 1984712 w 2290556"/>
                <a:gd name="connsiteY682" fmla="*/ 81913 h 1796087"/>
                <a:gd name="connsiteX683" fmla="*/ 1983399 w 2290556"/>
                <a:gd name="connsiteY683" fmla="*/ 85176 h 1796087"/>
                <a:gd name="connsiteX684" fmla="*/ 1982423 w 2290556"/>
                <a:gd name="connsiteY684" fmla="*/ 88001 h 1796087"/>
                <a:gd name="connsiteX685" fmla="*/ 1981010 w 2290556"/>
                <a:gd name="connsiteY685" fmla="*/ 90726 h 1796087"/>
                <a:gd name="connsiteX686" fmla="*/ 1980370 w 2290556"/>
                <a:gd name="connsiteY686" fmla="*/ 92240 h 1796087"/>
                <a:gd name="connsiteX687" fmla="*/ 1979394 w 2290556"/>
                <a:gd name="connsiteY687" fmla="*/ 95839 h 1796087"/>
                <a:gd name="connsiteX688" fmla="*/ 1978317 w 2290556"/>
                <a:gd name="connsiteY688" fmla="*/ 98564 h 1796087"/>
                <a:gd name="connsiteX689" fmla="*/ 1976904 w 2290556"/>
                <a:gd name="connsiteY689" fmla="*/ 99775 h 1796087"/>
                <a:gd name="connsiteX690" fmla="*/ 1974851 w 2290556"/>
                <a:gd name="connsiteY690" fmla="*/ 100212 h 1796087"/>
                <a:gd name="connsiteX691" fmla="*/ 1972798 w 2290556"/>
                <a:gd name="connsiteY691" fmla="*/ 101188 h 1796087"/>
                <a:gd name="connsiteX692" fmla="*/ 1975188 w 2290556"/>
                <a:gd name="connsiteY692" fmla="*/ 105528 h 1796087"/>
                <a:gd name="connsiteX693" fmla="*/ 1974312 w 2290556"/>
                <a:gd name="connsiteY693" fmla="*/ 107142 h 1796087"/>
                <a:gd name="connsiteX694" fmla="*/ 1971586 w 2290556"/>
                <a:gd name="connsiteY694" fmla="*/ 109093 h 1796087"/>
                <a:gd name="connsiteX695" fmla="*/ 1970173 w 2290556"/>
                <a:gd name="connsiteY695" fmla="*/ 109732 h 1796087"/>
                <a:gd name="connsiteX696" fmla="*/ 1967009 w 2290556"/>
                <a:gd name="connsiteY696" fmla="*/ 110069 h 1796087"/>
                <a:gd name="connsiteX697" fmla="*/ 1964519 w 2290556"/>
                <a:gd name="connsiteY697" fmla="*/ 110405 h 1796087"/>
                <a:gd name="connsiteX698" fmla="*/ 1961927 w 2290556"/>
                <a:gd name="connsiteY698" fmla="*/ 109329 h 1796087"/>
                <a:gd name="connsiteX699" fmla="*/ 1960077 w 2290556"/>
                <a:gd name="connsiteY699" fmla="*/ 107479 h 1796087"/>
                <a:gd name="connsiteX700" fmla="*/ 1958225 w 2290556"/>
                <a:gd name="connsiteY700" fmla="*/ 106268 h 1796087"/>
                <a:gd name="connsiteX701" fmla="*/ 1956173 w 2290556"/>
                <a:gd name="connsiteY701" fmla="*/ 103442 h 1796087"/>
                <a:gd name="connsiteX702" fmla="*/ 1955399 w 2290556"/>
                <a:gd name="connsiteY702" fmla="*/ 101356 h 1796087"/>
                <a:gd name="connsiteX703" fmla="*/ 1955298 w 2290556"/>
                <a:gd name="connsiteY703" fmla="*/ 98631 h 1796087"/>
                <a:gd name="connsiteX704" fmla="*/ 1954860 w 2290556"/>
                <a:gd name="connsiteY704" fmla="*/ 95267 h 1796087"/>
                <a:gd name="connsiteX705" fmla="*/ 1951932 w 2290556"/>
                <a:gd name="connsiteY705" fmla="*/ 93653 h 1796087"/>
                <a:gd name="connsiteX706" fmla="*/ 1947590 w 2290556"/>
                <a:gd name="connsiteY706" fmla="*/ 93888 h 1796087"/>
                <a:gd name="connsiteX707" fmla="*/ 1944225 w 2290556"/>
                <a:gd name="connsiteY707" fmla="*/ 94763 h 1796087"/>
                <a:gd name="connsiteX708" fmla="*/ 1942475 w 2290556"/>
                <a:gd name="connsiteY708" fmla="*/ 96075 h 1796087"/>
                <a:gd name="connsiteX709" fmla="*/ 1936720 w 2290556"/>
                <a:gd name="connsiteY709" fmla="*/ 96613 h 1796087"/>
                <a:gd name="connsiteX710" fmla="*/ 1932379 w 2290556"/>
                <a:gd name="connsiteY710" fmla="*/ 93350 h 1796087"/>
                <a:gd name="connsiteX711" fmla="*/ 1930528 w 2290556"/>
                <a:gd name="connsiteY711" fmla="*/ 92576 h 1796087"/>
                <a:gd name="connsiteX712" fmla="*/ 1929014 w 2290556"/>
                <a:gd name="connsiteY712" fmla="*/ 90188 h 1796087"/>
                <a:gd name="connsiteX713" fmla="*/ 1926086 w 2290556"/>
                <a:gd name="connsiteY713" fmla="*/ 87362 h 1796087"/>
                <a:gd name="connsiteX714" fmla="*/ 1922956 w 2290556"/>
                <a:gd name="connsiteY714" fmla="*/ 87564 h 1796087"/>
                <a:gd name="connsiteX715" fmla="*/ 1920667 w 2290556"/>
                <a:gd name="connsiteY715" fmla="*/ 88001 h 1796087"/>
                <a:gd name="connsiteX716" fmla="*/ 1915248 w 2290556"/>
                <a:gd name="connsiteY716" fmla="*/ 90053 h 1796087"/>
                <a:gd name="connsiteX717" fmla="*/ 1914037 w 2290556"/>
                <a:gd name="connsiteY717" fmla="*/ 89280 h 1796087"/>
                <a:gd name="connsiteX718" fmla="*/ 1915248 w 2290556"/>
                <a:gd name="connsiteY718" fmla="*/ 83527 h 1796087"/>
                <a:gd name="connsiteX719" fmla="*/ 1915248 w 2290556"/>
                <a:gd name="connsiteY719" fmla="*/ 82114 h 1796087"/>
                <a:gd name="connsiteX720" fmla="*/ 1918614 w 2290556"/>
                <a:gd name="connsiteY720" fmla="*/ 80601 h 1796087"/>
                <a:gd name="connsiteX721" fmla="*/ 1921004 w 2290556"/>
                <a:gd name="connsiteY721" fmla="*/ 79087 h 1796087"/>
                <a:gd name="connsiteX722" fmla="*/ 1924605 w 2290556"/>
                <a:gd name="connsiteY722" fmla="*/ 74848 h 1796087"/>
                <a:gd name="connsiteX723" fmla="*/ 1925244 w 2290556"/>
                <a:gd name="connsiteY723" fmla="*/ 73772 h 1796087"/>
                <a:gd name="connsiteX724" fmla="*/ 1924605 w 2290556"/>
                <a:gd name="connsiteY724" fmla="*/ 72022 h 1796087"/>
                <a:gd name="connsiteX725" fmla="*/ 1922417 w 2290556"/>
                <a:gd name="connsiteY725" fmla="*/ 70946 h 1796087"/>
                <a:gd name="connsiteX726" fmla="*/ 1923932 w 2290556"/>
                <a:gd name="connsiteY726" fmla="*/ 68356 h 1796087"/>
                <a:gd name="connsiteX727" fmla="*/ 1928374 w 2290556"/>
                <a:gd name="connsiteY727" fmla="*/ 66741 h 1796087"/>
                <a:gd name="connsiteX728" fmla="*/ 1932379 w 2290556"/>
                <a:gd name="connsiteY728" fmla="*/ 63713 h 1796087"/>
                <a:gd name="connsiteX729" fmla="*/ 1933893 w 2290556"/>
                <a:gd name="connsiteY729" fmla="*/ 61661 h 1796087"/>
                <a:gd name="connsiteX730" fmla="*/ 1934970 w 2290556"/>
                <a:gd name="connsiteY730" fmla="*/ 59071 h 1796087"/>
                <a:gd name="connsiteX731" fmla="*/ 1938235 w 2290556"/>
                <a:gd name="connsiteY731" fmla="*/ 56447 h 1796087"/>
                <a:gd name="connsiteX732" fmla="*/ 1939648 w 2290556"/>
                <a:gd name="connsiteY732" fmla="*/ 53823 h 1796087"/>
                <a:gd name="connsiteX733" fmla="*/ 1940826 w 2290556"/>
                <a:gd name="connsiteY733" fmla="*/ 51536 h 1796087"/>
                <a:gd name="connsiteX734" fmla="*/ 1942004 w 2290556"/>
                <a:gd name="connsiteY734" fmla="*/ 48508 h 1796087"/>
                <a:gd name="connsiteX735" fmla="*/ 1942341 w 2290556"/>
                <a:gd name="connsiteY735" fmla="*/ 45245 h 1796087"/>
                <a:gd name="connsiteX736" fmla="*/ 1941466 w 2290556"/>
                <a:gd name="connsiteY736" fmla="*/ 43765 h 1796087"/>
                <a:gd name="connsiteX737" fmla="*/ 1940725 w 2290556"/>
                <a:gd name="connsiteY737" fmla="*/ 38887 h 1796087"/>
                <a:gd name="connsiteX738" fmla="*/ 1942576 w 2290556"/>
                <a:gd name="connsiteY738" fmla="*/ 37273 h 1796087"/>
                <a:gd name="connsiteX739" fmla="*/ 1944326 w 2290556"/>
                <a:gd name="connsiteY739" fmla="*/ 36398 h 1796087"/>
                <a:gd name="connsiteX740" fmla="*/ 1948331 w 2290556"/>
                <a:gd name="connsiteY740" fmla="*/ 34649 h 1796087"/>
                <a:gd name="connsiteX741" fmla="*/ 1951596 w 2290556"/>
                <a:gd name="connsiteY741" fmla="*/ 32260 h 1796087"/>
                <a:gd name="connsiteX742" fmla="*/ 1951898 w 2290556"/>
                <a:gd name="connsiteY742" fmla="*/ 30074 h 1796087"/>
                <a:gd name="connsiteX743" fmla="*/ 1950048 w 2290556"/>
                <a:gd name="connsiteY743" fmla="*/ 27585 h 1796087"/>
                <a:gd name="connsiteX744" fmla="*/ 1949173 w 2290556"/>
                <a:gd name="connsiteY744" fmla="*/ 25633 h 1796087"/>
                <a:gd name="connsiteX745" fmla="*/ 1945370 w 2290556"/>
                <a:gd name="connsiteY745" fmla="*/ 21832 h 1796087"/>
                <a:gd name="connsiteX746" fmla="*/ 1940793 w 2290556"/>
                <a:gd name="connsiteY746" fmla="*/ 18031 h 1796087"/>
                <a:gd name="connsiteX747" fmla="*/ 1937090 w 2290556"/>
                <a:gd name="connsiteY747" fmla="*/ 13052 h 1796087"/>
                <a:gd name="connsiteX748" fmla="*/ 1931335 w 2290556"/>
                <a:gd name="connsiteY748" fmla="*/ 8376 h 1796087"/>
                <a:gd name="connsiteX749" fmla="*/ 1927634 w 2290556"/>
                <a:gd name="connsiteY749" fmla="*/ 4373 h 1796087"/>
                <a:gd name="connsiteX750" fmla="*/ 1927634 w 2290556"/>
                <a:gd name="connsiteY750" fmla="*/ 34 h 1796087"/>
                <a:gd name="connsiteX751" fmla="*/ 1926759 w 2290556"/>
                <a:gd name="connsiteY751" fmla="*/ 0 h 1796087"/>
                <a:gd name="connsiteX752" fmla="*/ 1925008 w 2290556"/>
                <a:gd name="connsiteY752" fmla="*/ 0 h 1796087"/>
                <a:gd name="connsiteX753" fmla="*/ 1921979 w 2290556"/>
                <a:gd name="connsiteY753" fmla="*/ 0 h 1796087"/>
                <a:gd name="connsiteX754" fmla="*/ 1918210 w 2290556"/>
                <a:gd name="connsiteY754" fmla="*/ 706 h 1796087"/>
                <a:gd name="connsiteX755" fmla="*/ 1912859 w 2290556"/>
                <a:gd name="connsiteY755" fmla="*/ 1716 h 1796087"/>
                <a:gd name="connsiteX756" fmla="*/ 1910537 w 2290556"/>
                <a:gd name="connsiteY756" fmla="*/ 1716 h 1796087"/>
                <a:gd name="connsiteX757" fmla="*/ 1907643 w 2290556"/>
                <a:gd name="connsiteY757" fmla="*/ 1716 h 1796087"/>
                <a:gd name="connsiteX758" fmla="*/ 1905758 w 2290556"/>
                <a:gd name="connsiteY758" fmla="*/ 1716 h 1796087"/>
                <a:gd name="connsiteX759" fmla="*/ 1903133 w 2290556"/>
                <a:gd name="connsiteY759" fmla="*/ 3364 h 1796087"/>
                <a:gd name="connsiteX760" fmla="*/ 1898791 w 2290556"/>
                <a:gd name="connsiteY760" fmla="*/ 6930 h 1796087"/>
                <a:gd name="connsiteX761" fmla="*/ 1897479 w 2290556"/>
                <a:gd name="connsiteY761" fmla="*/ 9385 h 1796087"/>
                <a:gd name="connsiteX762" fmla="*/ 1893710 w 2290556"/>
                <a:gd name="connsiteY762" fmla="*/ 10395 h 1796087"/>
                <a:gd name="connsiteX763" fmla="*/ 1874594 w 2290556"/>
                <a:gd name="connsiteY763" fmla="*/ 10395 h 1796087"/>
                <a:gd name="connsiteX764" fmla="*/ 1872002 w 2290556"/>
                <a:gd name="connsiteY764" fmla="*/ 10395 h 1796087"/>
                <a:gd name="connsiteX765" fmla="*/ 1870252 w 2290556"/>
                <a:gd name="connsiteY765" fmla="*/ 11471 h 1796087"/>
                <a:gd name="connsiteX766" fmla="*/ 1868502 w 2290556"/>
                <a:gd name="connsiteY766" fmla="*/ 12850 h 1796087"/>
                <a:gd name="connsiteX767" fmla="*/ 1864733 w 2290556"/>
                <a:gd name="connsiteY767" fmla="*/ 14734 h 1796087"/>
                <a:gd name="connsiteX768" fmla="*/ 1862276 w 2290556"/>
                <a:gd name="connsiteY768" fmla="*/ 16315 h 1796087"/>
                <a:gd name="connsiteX769" fmla="*/ 1861570 w 2290556"/>
                <a:gd name="connsiteY769" fmla="*/ 17190 h 1796087"/>
                <a:gd name="connsiteX770" fmla="*/ 1860425 w 2290556"/>
                <a:gd name="connsiteY770" fmla="*/ 20083 h 1796087"/>
                <a:gd name="connsiteX771" fmla="*/ 1860291 w 2290556"/>
                <a:gd name="connsiteY771" fmla="*/ 22101 h 1796087"/>
                <a:gd name="connsiteX772" fmla="*/ 1859853 w 2290556"/>
                <a:gd name="connsiteY772" fmla="*/ 23985 h 1796087"/>
                <a:gd name="connsiteX773" fmla="*/ 1859281 w 2290556"/>
                <a:gd name="connsiteY773" fmla="*/ 25734 h 1796087"/>
                <a:gd name="connsiteX774" fmla="*/ 1858541 w 2290556"/>
                <a:gd name="connsiteY774" fmla="*/ 27484 h 1796087"/>
                <a:gd name="connsiteX775" fmla="*/ 1857396 w 2290556"/>
                <a:gd name="connsiteY775" fmla="*/ 29065 h 1796087"/>
                <a:gd name="connsiteX776" fmla="*/ 1855646 w 2290556"/>
                <a:gd name="connsiteY776" fmla="*/ 31958 h 1796087"/>
                <a:gd name="connsiteX777" fmla="*/ 1854199 w 2290556"/>
                <a:gd name="connsiteY777" fmla="*/ 34582 h 1796087"/>
                <a:gd name="connsiteX778" fmla="*/ 1852315 w 2290556"/>
                <a:gd name="connsiteY778" fmla="*/ 36903 h 1796087"/>
                <a:gd name="connsiteX779" fmla="*/ 1851002 w 2290556"/>
                <a:gd name="connsiteY779" fmla="*/ 38786 h 1796087"/>
                <a:gd name="connsiteX780" fmla="*/ 1849420 w 2290556"/>
                <a:gd name="connsiteY780" fmla="*/ 39796 h 1796087"/>
                <a:gd name="connsiteX781" fmla="*/ 1847839 w 2290556"/>
                <a:gd name="connsiteY781" fmla="*/ 41545 h 1796087"/>
                <a:gd name="connsiteX782" fmla="*/ 1845954 w 2290556"/>
                <a:gd name="connsiteY782" fmla="*/ 43732 h 1796087"/>
                <a:gd name="connsiteX783" fmla="*/ 1843497 w 2290556"/>
                <a:gd name="connsiteY783" fmla="*/ 44741 h 1796087"/>
                <a:gd name="connsiteX784" fmla="*/ 1841747 w 2290556"/>
                <a:gd name="connsiteY784" fmla="*/ 45481 h 1796087"/>
                <a:gd name="connsiteX785" fmla="*/ 1838853 w 2290556"/>
                <a:gd name="connsiteY785" fmla="*/ 48105 h 1796087"/>
                <a:gd name="connsiteX786" fmla="*/ 1837540 w 2290556"/>
                <a:gd name="connsiteY786" fmla="*/ 49114 h 1796087"/>
                <a:gd name="connsiteX787" fmla="*/ 1835790 w 2290556"/>
                <a:gd name="connsiteY787" fmla="*/ 50426 h 1796087"/>
                <a:gd name="connsiteX788" fmla="*/ 1835487 w 2290556"/>
                <a:gd name="connsiteY788" fmla="*/ 51300 h 1796087"/>
                <a:gd name="connsiteX789" fmla="*/ 1835487 w 2290556"/>
                <a:gd name="connsiteY789" fmla="*/ 53184 h 1796087"/>
                <a:gd name="connsiteX790" fmla="*/ 1835622 w 2290556"/>
                <a:gd name="connsiteY790" fmla="*/ 55943 h 1796087"/>
                <a:gd name="connsiteX791" fmla="*/ 1833737 w 2290556"/>
                <a:gd name="connsiteY791" fmla="*/ 58701 h 1796087"/>
                <a:gd name="connsiteX792" fmla="*/ 1833434 w 2290556"/>
                <a:gd name="connsiteY792" fmla="*/ 61460 h 1796087"/>
                <a:gd name="connsiteX793" fmla="*/ 1831684 w 2290556"/>
                <a:gd name="connsiteY793" fmla="*/ 63915 h 1796087"/>
                <a:gd name="connsiteX794" fmla="*/ 1829799 w 2290556"/>
                <a:gd name="connsiteY794" fmla="*/ 65227 h 1796087"/>
                <a:gd name="connsiteX795" fmla="*/ 1827612 w 2290556"/>
                <a:gd name="connsiteY795" fmla="*/ 67246 h 1796087"/>
                <a:gd name="connsiteX796" fmla="*/ 1822396 w 2290556"/>
                <a:gd name="connsiteY796" fmla="*/ 67818 h 1796087"/>
                <a:gd name="connsiteX797" fmla="*/ 1819804 w 2290556"/>
                <a:gd name="connsiteY797" fmla="*/ 67818 h 1796087"/>
                <a:gd name="connsiteX798" fmla="*/ 1817920 w 2290556"/>
                <a:gd name="connsiteY798" fmla="*/ 69129 h 1796087"/>
                <a:gd name="connsiteX799" fmla="*/ 1815463 w 2290556"/>
                <a:gd name="connsiteY799" fmla="*/ 71316 h 1796087"/>
                <a:gd name="connsiteX800" fmla="*/ 1815025 w 2290556"/>
                <a:gd name="connsiteY800" fmla="*/ 71316 h 1796087"/>
                <a:gd name="connsiteX801" fmla="*/ 1814016 w 2290556"/>
                <a:gd name="connsiteY801" fmla="*/ 72527 h 1796087"/>
                <a:gd name="connsiteX802" fmla="*/ 1814588 w 2290556"/>
                <a:gd name="connsiteY802" fmla="*/ 75656 h 1796087"/>
                <a:gd name="connsiteX803" fmla="*/ 1814588 w 2290556"/>
                <a:gd name="connsiteY803" fmla="*/ 77102 h 1796087"/>
                <a:gd name="connsiteX804" fmla="*/ 1814285 w 2290556"/>
                <a:gd name="connsiteY804" fmla="*/ 78111 h 1796087"/>
                <a:gd name="connsiteX805" fmla="*/ 1813275 w 2290556"/>
                <a:gd name="connsiteY805" fmla="*/ 81576 h 1796087"/>
                <a:gd name="connsiteX806" fmla="*/ 1812838 w 2290556"/>
                <a:gd name="connsiteY806" fmla="*/ 86050 h 1796087"/>
                <a:gd name="connsiteX807" fmla="*/ 1812838 w 2290556"/>
                <a:gd name="connsiteY807" fmla="*/ 88371 h 1796087"/>
                <a:gd name="connsiteX808" fmla="*/ 1813343 w 2290556"/>
                <a:gd name="connsiteY808" fmla="*/ 90827 h 1796087"/>
                <a:gd name="connsiteX809" fmla="*/ 1813982 w 2290556"/>
                <a:gd name="connsiteY809" fmla="*/ 92845 h 1796087"/>
                <a:gd name="connsiteX810" fmla="*/ 1814857 w 2290556"/>
                <a:gd name="connsiteY810" fmla="*/ 94426 h 1796087"/>
                <a:gd name="connsiteX811" fmla="*/ 1815732 w 2290556"/>
                <a:gd name="connsiteY811" fmla="*/ 95301 h 1796087"/>
                <a:gd name="connsiteX812" fmla="*/ 1817482 w 2290556"/>
                <a:gd name="connsiteY812" fmla="*/ 95604 h 1796087"/>
                <a:gd name="connsiteX813" fmla="*/ 1821117 w 2290556"/>
                <a:gd name="connsiteY813" fmla="*/ 96344 h 1796087"/>
                <a:gd name="connsiteX814" fmla="*/ 1823708 w 2290556"/>
                <a:gd name="connsiteY814" fmla="*/ 96209 h 1796087"/>
                <a:gd name="connsiteX815" fmla="*/ 1825896 w 2290556"/>
                <a:gd name="connsiteY815" fmla="*/ 95469 h 1796087"/>
                <a:gd name="connsiteX816" fmla="*/ 1827477 w 2290556"/>
                <a:gd name="connsiteY816" fmla="*/ 94595 h 1796087"/>
                <a:gd name="connsiteX817" fmla="*/ 1829665 w 2290556"/>
                <a:gd name="connsiteY817" fmla="*/ 93148 h 1796087"/>
                <a:gd name="connsiteX818" fmla="*/ 1831247 w 2290556"/>
                <a:gd name="connsiteY818" fmla="*/ 90692 h 1796087"/>
                <a:gd name="connsiteX819" fmla="*/ 1833132 w 2290556"/>
                <a:gd name="connsiteY819" fmla="*/ 88237 h 1796087"/>
                <a:gd name="connsiteX820" fmla="*/ 1836766 w 2290556"/>
                <a:gd name="connsiteY820" fmla="*/ 86555 h 1796087"/>
                <a:gd name="connsiteX821" fmla="*/ 1839526 w 2290556"/>
                <a:gd name="connsiteY821" fmla="*/ 86723 h 1796087"/>
                <a:gd name="connsiteX822" fmla="*/ 1843295 w 2290556"/>
                <a:gd name="connsiteY822" fmla="*/ 86790 h 1796087"/>
                <a:gd name="connsiteX823" fmla="*/ 1846627 w 2290556"/>
                <a:gd name="connsiteY823" fmla="*/ 86790 h 1796087"/>
                <a:gd name="connsiteX824" fmla="*/ 1849656 w 2290556"/>
                <a:gd name="connsiteY824" fmla="*/ 87665 h 1796087"/>
                <a:gd name="connsiteX825" fmla="*/ 1852685 w 2290556"/>
                <a:gd name="connsiteY825" fmla="*/ 89111 h 1796087"/>
                <a:gd name="connsiteX826" fmla="*/ 1855007 w 2290556"/>
                <a:gd name="connsiteY826" fmla="*/ 90255 h 1796087"/>
                <a:gd name="connsiteX827" fmla="*/ 1858069 w 2290556"/>
                <a:gd name="connsiteY827" fmla="*/ 92274 h 1796087"/>
                <a:gd name="connsiteX828" fmla="*/ 1858776 w 2290556"/>
                <a:gd name="connsiteY828" fmla="*/ 93148 h 1796087"/>
                <a:gd name="connsiteX829" fmla="*/ 1859786 w 2290556"/>
                <a:gd name="connsiteY829" fmla="*/ 94595 h 1796087"/>
                <a:gd name="connsiteX830" fmla="*/ 1861098 w 2290556"/>
                <a:gd name="connsiteY830" fmla="*/ 96344 h 1796087"/>
                <a:gd name="connsiteX831" fmla="*/ 1863252 w 2290556"/>
                <a:gd name="connsiteY831" fmla="*/ 99977 h 1796087"/>
                <a:gd name="connsiteX832" fmla="*/ 1863252 w 2290556"/>
                <a:gd name="connsiteY832" fmla="*/ 102433 h 1796087"/>
                <a:gd name="connsiteX833" fmla="*/ 1861872 w 2290556"/>
                <a:gd name="connsiteY833" fmla="*/ 104754 h 1796087"/>
                <a:gd name="connsiteX834" fmla="*/ 1860358 w 2290556"/>
                <a:gd name="connsiteY834" fmla="*/ 106940 h 1796087"/>
                <a:gd name="connsiteX835" fmla="*/ 1859921 w 2290556"/>
                <a:gd name="connsiteY835" fmla="*/ 109564 h 1796087"/>
                <a:gd name="connsiteX836" fmla="*/ 1859786 w 2290556"/>
                <a:gd name="connsiteY836" fmla="*/ 112188 h 1796087"/>
                <a:gd name="connsiteX837" fmla="*/ 1859786 w 2290556"/>
                <a:gd name="connsiteY837" fmla="*/ 115081 h 1796087"/>
                <a:gd name="connsiteX838" fmla="*/ 1862175 w 2290556"/>
                <a:gd name="connsiteY838" fmla="*/ 117402 h 1796087"/>
                <a:gd name="connsiteX839" fmla="*/ 1865574 w 2290556"/>
                <a:gd name="connsiteY839" fmla="*/ 119152 h 1796087"/>
                <a:gd name="connsiteX840" fmla="*/ 1867324 w 2290556"/>
                <a:gd name="connsiteY840" fmla="*/ 120901 h 1796087"/>
                <a:gd name="connsiteX841" fmla="*/ 1870084 w 2290556"/>
                <a:gd name="connsiteY841" fmla="*/ 122045 h 1796087"/>
                <a:gd name="connsiteX842" fmla="*/ 1872104 w 2290556"/>
                <a:gd name="connsiteY842" fmla="*/ 123491 h 1796087"/>
                <a:gd name="connsiteX843" fmla="*/ 1874291 w 2290556"/>
                <a:gd name="connsiteY843" fmla="*/ 124938 h 1796087"/>
                <a:gd name="connsiteX844" fmla="*/ 1875435 w 2290556"/>
                <a:gd name="connsiteY844" fmla="*/ 129580 h 1796087"/>
                <a:gd name="connsiteX845" fmla="*/ 1875435 w 2290556"/>
                <a:gd name="connsiteY845" fmla="*/ 135231 h 1796087"/>
                <a:gd name="connsiteX846" fmla="*/ 1874224 w 2290556"/>
                <a:gd name="connsiteY846" fmla="*/ 141017 h 1796087"/>
                <a:gd name="connsiteX847" fmla="*/ 1872709 w 2290556"/>
                <a:gd name="connsiteY847" fmla="*/ 146803 h 1796087"/>
                <a:gd name="connsiteX848" fmla="*/ 1869377 w 2290556"/>
                <a:gd name="connsiteY848" fmla="*/ 152589 h 1796087"/>
                <a:gd name="connsiteX849" fmla="*/ 1862714 w 2290556"/>
                <a:gd name="connsiteY849" fmla="*/ 159553 h 1796087"/>
                <a:gd name="connsiteX850" fmla="*/ 1854738 w 2290556"/>
                <a:gd name="connsiteY850" fmla="*/ 165507 h 1796087"/>
                <a:gd name="connsiteX851" fmla="*/ 1848781 w 2290556"/>
                <a:gd name="connsiteY851" fmla="*/ 170418 h 1796087"/>
                <a:gd name="connsiteX852" fmla="*/ 1840233 w 2290556"/>
                <a:gd name="connsiteY852" fmla="*/ 177382 h 1796087"/>
                <a:gd name="connsiteX853" fmla="*/ 1833838 w 2290556"/>
                <a:gd name="connsiteY853" fmla="*/ 183033 h 1796087"/>
                <a:gd name="connsiteX854" fmla="*/ 1829766 w 2290556"/>
                <a:gd name="connsiteY854" fmla="*/ 191578 h 1796087"/>
                <a:gd name="connsiteX855" fmla="*/ 1825425 w 2290556"/>
                <a:gd name="connsiteY855" fmla="*/ 198978 h 1796087"/>
                <a:gd name="connsiteX856" fmla="*/ 1823977 w 2290556"/>
                <a:gd name="connsiteY856" fmla="*/ 206951 h 1796087"/>
                <a:gd name="connsiteX857" fmla="*/ 1823102 w 2290556"/>
                <a:gd name="connsiteY857" fmla="*/ 218254 h 1796087"/>
                <a:gd name="connsiteX858" fmla="*/ 1821521 w 2290556"/>
                <a:gd name="connsiteY858" fmla="*/ 226058 h 1796087"/>
                <a:gd name="connsiteX859" fmla="*/ 1817448 w 2290556"/>
                <a:gd name="connsiteY859" fmla="*/ 233459 h 1796087"/>
                <a:gd name="connsiteX860" fmla="*/ 1812098 w 2290556"/>
                <a:gd name="connsiteY860" fmla="*/ 242575 h 1796087"/>
                <a:gd name="connsiteX861" fmla="*/ 1810953 w 2290556"/>
                <a:gd name="connsiteY861" fmla="*/ 248799 h 1796087"/>
                <a:gd name="connsiteX862" fmla="*/ 1804727 w 2290556"/>
                <a:gd name="connsiteY862" fmla="*/ 261851 h 1796087"/>
                <a:gd name="connsiteX863" fmla="*/ 1798400 w 2290556"/>
                <a:gd name="connsiteY863" fmla="*/ 274096 h 1796087"/>
                <a:gd name="connsiteX864" fmla="*/ 1795640 w 2290556"/>
                <a:gd name="connsiteY864" fmla="*/ 279680 h 1796087"/>
                <a:gd name="connsiteX865" fmla="*/ 1793688 w 2290556"/>
                <a:gd name="connsiteY865" fmla="*/ 282708 h 1796087"/>
                <a:gd name="connsiteX866" fmla="*/ 1790929 w 2290556"/>
                <a:gd name="connsiteY866" fmla="*/ 287282 h 1796087"/>
                <a:gd name="connsiteX867" fmla="*/ 1789919 w 2290556"/>
                <a:gd name="connsiteY867" fmla="*/ 292295 h 1796087"/>
                <a:gd name="connsiteX868" fmla="*/ 1789414 w 2290556"/>
                <a:gd name="connsiteY868" fmla="*/ 298081 h 1796087"/>
                <a:gd name="connsiteX869" fmla="*/ 1785342 w 2290556"/>
                <a:gd name="connsiteY869" fmla="*/ 306423 h 1796087"/>
                <a:gd name="connsiteX870" fmla="*/ 1783020 w 2290556"/>
                <a:gd name="connsiteY870" fmla="*/ 310763 h 1796087"/>
                <a:gd name="connsiteX871" fmla="*/ 1782650 w 2290556"/>
                <a:gd name="connsiteY871" fmla="*/ 311638 h 1796087"/>
                <a:gd name="connsiteX872" fmla="*/ 1781573 w 2290556"/>
                <a:gd name="connsiteY872" fmla="*/ 313589 h 1796087"/>
                <a:gd name="connsiteX873" fmla="*/ 1780765 w 2290556"/>
                <a:gd name="connsiteY873" fmla="*/ 315540 h 1796087"/>
                <a:gd name="connsiteX874" fmla="*/ 1780496 w 2290556"/>
                <a:gd name="connsiteY874" fmla="*/ 317625 h 1796087"/>
                <a:gd name="connsiteX875" fmla="*/ 1779755 w 2290556"/>
                <a:gd name="connsiteY875" fmla="*/ 319072 h 1796087"/>
                <a:gd name="connsiteX876" fmla="*/ 1779755 w 2290556"/>
                <a:gd name="connsiteY876" fmla="*/ 321326 h 1796087"/>
                <a:gd name="connsiteX877" fmla="*/ 1779755 w 2290556"/>
                <a:gd name="connsiteY877" fmla="*/ 323210 h 1796087"/>
                <a:gd name="connsiteX878" fmla="*/ 1779755 w 2290556"/>
                <a:gd name="connsiteY878" fmla="*/ 324959 h 1796087"/>
                <a:gd name="connsiteX879" fmla="*/ 1778880 w 2290556"/>
                <a:gd name="connsiteY879" fmla="*/ 327650 h 1796087"/>
                <a:gd name="connsiteX880" fmla="*/ 1777433 w 2290556"/>
                <a:gd name="connsiteY880" fmla="*/ 329164 h 1796087"/>
                <a:gd name="connsiteX881" fmla="*/ 1775851 w 2290556"/>
                <a:gd name="connsiteY881" fmla="*/ 330173 h 1796087"/>
                <a:gd name="connsiteX882" fmla="*/ 1774472 w 2290556"/>
                <a:gd name="connsiteY882" fmla="*/ 330980 h 1796087"/>
                <a:gd name="connsiteX883" fmla="*/ 1771947 w 2290556"/>
                <a:gd name="connsiteY883" fmla="*/ 332292 h 1796087"/>
                <a:gd name="connsiteX884" fmla="*/ 1770567 w 2290556"/>
                <a:gd name="connsiteY884" fmla="*/ 333234 h 1796087"/>
                <a:gd name="connsiteX885" fmla="*/ 1769895 w 2290556"/>
                <a:gd name="connsiteY885" fmla="*/ 335051 h 1796087"/>
                <a:gd name="connsiteX886" fmla="*/ 1768952 w 2290556"/>
                <a:gd name="connsiteY886" fmla="*/ 337439 h 1796087"/>
                <a:gd name="connsiteX887" fmla="*/ 1768380 w 2290556"/>
                <a:gd name="connsiteY887" fmla="*/ 339323 h 1796087"/>
                <a:gd name="connsiteX888" fmla="*/ 1769524 w 2290556"/>
                <a:gd name="connsiteY888" fmla="*/ 340332 h 1796087"/>
                <a:gd name="connsiteX889" fmla="*/ 1771914 w 2290556"/>
                <a:gd name="connsiteY889" fmla="*/ 342149 h 1796087"/>
                <a:gd name="connsiteX890" fmla="*/ 1773495 w 2290556"/>
                <a:gd name="connsiteY890" fmla="*/ 342283 h 1796087"/>
                <a:gd name="connsiteX891" fmla="*/ 1775818 w 2290556"/>
                <a:gd name="connsiteY891" fmla="*/ 342283 h 1796087"/>
                <a:gd name="connsiteX892" fmla="*/ 1777770 w 2290556"/>
                <a:gd name="connsiteY892" fmla="*/ 342081 h 1796087"/>
                <a:gd name="connsiteX893" fmla="*/ 1779082 w 2290556"/>
                <a:gd name="connsiteY893" fmla="*/ 341644 h 1796087"/>
                <a:gd name="connsiteX894" fmla="*/ 1780462 w 2290556"/>
                <a:gd name="connsiteY894" fmla="*/ 341140 h 1796087"/>
                <a:gd name="connsiteX895" fmla="*/ 1782347 w 2290556"/>
                <a:gd name="connsiteY895" fmla="*/ 341140 h 1796087"/>
                <a:gd name="connsiteX896" fmla="*/ 1783524 w 2290556"/>
                <a:gd name="connsiteY896" fmla="*/ 341140 h 1796087"/>
                <a:gd name="connsiteX897" fmla="*/ 1785712 w 2290556"/>
                <a:gd name="connsiteY897" fmla="*/ 342653 h 1796087"/>
                <a:gd name="connsiteX898" fmla="*/ 1786587 w 2290556"/>
                <a:gd name="connsiteY898" fmla="*/ 344604 h 1796087"/>
                <a:gd name="connsiteX899" fmla="*/ 1787092 w 2290556"/>
                <a:gd name="connsiteY899" fmla="*/ 349684 h 1796087"/>
                <a:gd name="connsiteX900" fmla="*/ 1786957 w 2290556"/>
                <a:gd name="connsiteY900" fmla="*/ 353452 h 1796087"/>
                <a:gd name="connsiteX901" fmla="*/ 1786823 w 2290556"/>
                <a:gd name="connsiteY901" fmla="*/ 356917 h 1796087"/>
                <a:gd name="connsiteX902" fmla="*/ 1786385 w 2290556"/>
                <a:gd name="connsiteY902" fmla="*/ 359608 h 1796087"/>
                <a:gd name="connsiteX903" fmla="*/ 1785510 w 2290556"/>
                <a:gd name="connsiteY903" fmla="*/ 362501 h 1796087"/>
                <a:gd name="connsiteX904" fmla="*/ 1783693 w 2290556"/>
                <a:gd name="connsiteY904" fmla="*/ 365764 h 1796087"/>
                <a:gd name="connsiteX905" fmla="*/ 1782077 w 2290556"/>
                <a:gd name="connsiteY905" fmla="*/ 367950 h 1796087"/>
                <a:gd name="connsiteX906" fmla="*/ 1779822 w 2290556"/>
                <a:gd name="connsiteY906" fmla="*/ 370406 h 1796087"/>
                <a:gd name="connsiteX907" fmla="*/ 1777298 w 2290556"/>
                <a:gd name="connsiteY907" fmla="*/ 372794 h 1796087"/>
                <a:gd name="connsiteX908" fmla="*/ 1773664 w 2290556"/>
                <a:gd name="connsiteY908" fmla="*/ 374981 h 1796087"/>
                <a:gd name="connsiteX909" fmla="*/ 1768447 w 2290556"/>
                <a:gd name="connsiteY909" fmla="*/ 379119 h 1796087"/>
                <a:gd name="connsiteX910" fmla="*/ 1762558 w 2290556"/>
                <a:gd name="connsiteY910" fmla="*/ 379119 h 1796087"/>
                <a:gd name="connsiteX911" fmla="*/ 1756264 w 2290556"/>
                <a:gd name="connsiteY911" fmla="*/ 380868 h 1796087"/>
                <a:gd name="connsiteX912" fmla="*/ 1752798 w 2290556"/>
                <a:gd name="connsiteY912" fmla="*/ 380868 h 1796087"/>
                <a:gd name="connsiteX913" fmla="*/ 1750207 w 2290556"/>
                <a:gd name="connsiteY913" fmla="*/ 382516 h 1796087"/>
                <a:gd name="connsiteX914" fmla="*/ 1745865 w 2290556"/>
                <a:gd name="connsiteY914" fmla="*/ 385880 h 1796087"/>
                <a:gd name="connsiteX915" fmla="*/ 1729778 w 2290556"/>
                <a:gd name="connsiteY915" fmla="*/ 396510 h 1796087"/>
                <a:gd name="connsiteX916" fmla="*/ 1709014 w 2290556"/>
                <a:gd name="connsiteY916" fmla="*/ 411076 h 1796087"/>
                <a:gd name="connsiteX917" fmla="*/ 1706388 w 2290556"/>
                <a:gd name="connsiteY917" fmla="*/ 414339 h 1796087"/>
                <a:gd name="connsiteX918" fmla="*/ 1703999 w 2290556"/>
                <a:gd name="connsiteY918" fmla="*/ 416526 h 1796087"/>
                <a:gd name="connsiteX919" fmla="*/ 1700398 w 2290556"/>
                <a:gd name="connsiteY919" fmla="*/ 420092 h 1796087"/>
                <a:gd name="connsiteX920" fmla="*/ 1695484 w 2290556"/>
                <a:gd name="connsiteY920" fmla="*/ 423119 h 1796087"/>
                <a:gd name="connsiteX921" fmla="*/ 1692321 w 2290556"/>
                <a:gd name="connsiteY921" fmla="*/ 425945 h 1796087"/>
                <a:gd name="connsiteX922" fmla="*/ 1689258 w 2290556"/>
                <a:gd name="connsiteY922" fmla="*/ 425844 h 1796087"/>
                <a:gd name="connsiteX923" fmla="*/ 1684580 w 2290556"/>
                <a:gd name="connsiteY923" fmla="*/ 428132 h 1796087"/>
                <a:gd name="connsiteX924" fmla="*/ 1682965 w 2290556"/>
                <a:gd name="connsiteY924" fmla="*/ 428132 h 1796087"/>
                <a:gd name="connsiteX925" fmla="*/ 1681215 w 2290556"/>
                <a:gd name="connsiteY925" fmla="*/ 429107 h 1796087"/>
                <a:gd name="connsiteX926" fmla="*/ 1679700 w 2290556"/>
                <a:gd name="connsiteY926" fmla="*/ 431058 h 1796087"/>
                <a:gd name="connsiteX927" fmla="*/ 1676234 w 2290556"/>
                <a:gd name="connsiteY927" fmla="*/ 432034 h 1796087"/>
                <a:gd name="connsiteX928" fmla="*/ 1673306 w 2290556"/>
                <a:gd name="connsiteY928" fmla="*/ 432471 h 1796087"/>
                <a:gd name="connsiteX929" fmla="*/ 1668863 w 2290556"/>
                <a:gd name="connsiteY929" fmla="*/ 432572 h 1796087"/>
                <a:gd name="connsiteX930" fmla="*/ 1667012 w 2290556"/>
                <a:gd name="connsiteY930" fmla="*/ 432370 h 1796087"/>
                <a:gd name="connsiteX931" fmla="*/ 1665263 w 2290556"/>
                <a:gd name="connsiteY931" fmla="*/ 431395 h 1796087"/>
                <a:gd name="connsiteX932" fmla="*/ 1662873 w 2290556"/>
                <a:gd name="connsiteY932" fmla="*/ 429780 h 1796087"/>
                <a:gd name="connsiteX933" fmla="*/ 1660685 w 2290556"/>
                <a:gd name="connsiteY933" fmla="*/ 427392 h 1796087"/>
                <a:gd name="connsiteX934" fmla="*/ 1658296 w 2290556"/>
                <a:gd name="connsiteY934" fmla="*/ 423691 h 1796087"/>
                <a:gd name="connsiteX935" fmla="*/ 1655772 w 2290556"/>
                <a:gd name="connsiteY935" fmla="*/ 421101 h 1796087"/>
                <a:gd name="connsiteX936" fmla="*/ 1653618 w 2290556"/>
                <a:gd name="connsiteY936" fmla="*/ 420865 h 1796087"/>
                <a:gd name="connsiteX937" fmla="*/ 1650993 w 2290556"/>
                <a:gd name="connsiteY937" fmla="*/ 420865 h 1796087"/>
                <a:gd name="connsiteX938" fmla="*/ 1647392 w 2290556"/>
                <a:gd name="connsiteY938" fmla="*/ 421572 h 1796087"/>
                <a:gd name="connsiteX939" fmla="*/ 1642950 w 2290556"/>
                <a:gd name="connsiteY939" fmla="*/ 422278 h 1796087"/>
                <a:gd name="connsiteX940" fmla="*/ 1635209 w 2290556"/>
                <a:gd name="connsiteY940" fmla="*/ 423893 h 1796087"/>
                <a:gd name="connsiteX941" fmla="*/ 1631204 w 2290556"/>
                <a:gd name="connsiteY941" fmla="*/ 423557 h 1796087"/>
                <a:gd name="connsiteX942" fmla="*/ 1625785 w 2290556"/>
                <a:gd name="connsiteY942" fmla="*/ 421269 h 1796087"/>
                <a:gd name="connsiteX943" fmla="*/ 1621646 w 2290556"/>
                <a:gd name="connsiteY943" fmla="*/ 419856 h 1796087"/>
                <a:gd name="connsiteX944" fmla="*/ 1617843 w 2290556"/>
                <a:gd name="connsiteY944" fmla="*/ 417905 h 1796087"/>
                <a:gd name="connsiteX945" fmla="*/ 1615016 w 2290556"/>
                <a:gd name="connsiteY945" fmla="*/ 416156 h 1796087"/>
                <a:gd name="connsiteX946" fmla="*/ 1611987 w 2290556"/>
                <a:gd name="connsiteY946" fmla="*/ 414541 h 1796087"/>
                <a:gd name="connsiteX947" fmla="*/ 1609261 w 2290556"/>
                <a:gd name="connsiteY947" fmla="*/ 413128 h 1796087"/>
                <a:gd name="connsiteX948" fmla="*/ 1605896 w 2290556"/>
                <a:gd name="connsiteY948" fmla="*/ 410639 h 1796087"/>
                <a:gd name="connsiteX949" fmla="*/ 1603069 w 2290556"/>
                <a:gd name="connsiteY949" fmla="*/ 408789 h 1796087"/>
                <a:gd name="connsiteX950" fmla="*/ 1599804 w 2290556"/>
                <a:gd name="connsiteY950" fmla="*/ 406300 h 1796087"/>
                <a:gd name="connsiteX951" fmla="*/ 1596741 w 2290556"/>
                <a:gd name="connsiteY951" fmla="*/ 404550 h 1796087"/>
                <a:gd name="connsiteX952" fmla="*/ 1593915 w 2290556"/>
                <a:gd name="connsiteY952" fmla="*/ 403137 h 1796087"/>
                <a:gd name="connsiteX953" fmla="*/ 1590314 w 2290556"/>
                <a:gd name="connsiteY953" fmla="*/ 401725 h 1796087"/>
                <a:gd name="connsiteX954" fmla="*/ 1587486 w 2290556"/>
                <a:gd name="connsiteY954" fmla="*/ 401725 h 1796087"/>
                <a:gd name="connsiteX955" fmla="*/ 1586511 w 2290556"/>
                <a:gd name="connsiteY955" fmla="*/ 401725 h 1796087"/>
                <a:gd name="connsiteX956" fmla="*/ 1584660 w 2290556"/>
                <a:gd name="connsiteY956" fmla="*/ 402532 h 1796087"/>
                <a:gd name="connsiteX957" fmla="*/ 1581833 w 2290556"/>
                <a:gd name="connsiteY957" fmla="*/ 405829 h 1796087"/>
                <a:gd name="connsiteX958" fmla="*/ 1578568 w 2290556"/>
                <a:gd name="connsiteY958" fmla="*/ 412691 h 1796087"/>
                <a:gd name="connsiteX959" fmla="*/ 1575741 w 2290556"/>
                <a:gd name="connsiteY959" fmla="*/ 416930 h 1796087"/>
                <a:gd name="connsiteX960" fmla="*/ 1573352 w 2290556"/>
                <a:gd name="connsiteY960" fmla="*/ 424532 h 1796087"/>
                <a:gd name="connsiteX961" fmla="*/ 1569885 w 2290556"/>
                <a:gd name="connsiteY961" fmla="*/ 430957 h 1796087"/>
                <a:gd name="connsiteX962" fmla="*/ 1566520 w 2290556"/>
                <a:gd name="connsiteY962" fmla="*/ 439771 h 1796087"/>
                <a:gd name="connsiteX963" fmla="*/ 1561068 w 2290556"/>
                <a:gd name="connsiteY963" fmla="*/ 452588 h 1796087"/>
                <a:gd name="connsiteX964" fmla="*/ 1560092 w 2290556"/>
                <a:gd name="connsiteY964" fmla="*/ 457364 h 1796087"/>
                <a:gd name="connsiteX965" fmla="*/ 1558443 w 2290556"/>
                <a:gd name="connsiteY965" fmla="*/ 466178 h 1796087"/>
                <a:gd name="connsiteX966" fmla="*/ 1555515 w 2290556"/>
                <a:gd name="connsiteY966" fmla="*/ 471830 h 1796087"/>
                <a:gd name="connsiteX967" fmla="*/ 1554303 w 2290556"/>
                <a:gd name="connsiteY967" fmla="*/ 476068 h 1796087"/>
                <a:gd name="connsiteX968" fmla="*/ 1550399 w 2290556"/>
                <a:gd name="connsiteY968" fmla="*/ 480206 h 1796087"/>
                <a:gd name="connsiteX969" fmla="*/ 1548111 w 2290556"/>
                <a:gd name="connsiteY969" fmla="*/ 486395 h 1796087"/>
                <a:gd name="connsiteX970" fmla="*/ 1545620 w 2290556"/>
                <a:gd name="connsiteY970" fmla="*/ 491408 h 1796087"/>
                <a:gd name="connsiteX971" fmla="*/ 1544544 w 2290556"/>
                <a:gd name="connsiteY971" fmla="*/ 499650 h 1796087"/>
                <a:gd name="connsiteX972" fmla="*/ 1540000 w 2290556"/>
                <a:gd name="connsiteY972" fmla="*/ 510313 h 1796087"/>
                <a:gd name="connsiteX973" fmla="*/ 1540202 w 2290556"/>
                <a:gd name="connsiteY973" fmla="*/ 514552 h 1796087"/>
                <a:gd name="connsiteX974" fmla="*/ 1540101 w 2290556"/>
                <a:gd name="connsiteY974" fmla="*/ 521818 h 1796087"/>
                <a:gd name="connsiteX975" fmla="*/ 1539024 w 2290556"/>
                <a:gd name="connsiteY975" fmla="*/ 528109 h 1796087"/>
                <a:gd name="connsiteX976" fmla="*/ 1535221 w 2290556"/>
                <a:gd name="connsiteY976" fmla="*/ 531809 h 1796087"/>
                <a:gd name="connsiteX977" fmla="*/ 1532596 w 2290556"/>
                <a:gd name="connsiteY977" fmla="*/ 535274 h 1796087"/>
                <a:gd name="connsiteX978" fmla="*/ 1526740 w 2290556"/>
                <a:gd name="connsiteY978" fmla="*/ 540824 h 1796087"/>
                <a:gd name="connsiteX979" fmla="*/ 1524351 w 2290556"/>
                <a:gd name="connsiteY979" fmla="*/ 545265 h 1796087"/>
                <a:gd name="connsiteX980" fmla="*/ 1521086 w 2290556"/>
                <a:gd name="connsiteY980" fmla="*/ 548091 h 1796087"/>
                <a:gd name="connsiteX981" fmla="*/ 1520009 w 2290556"/>
                <a:gd name="connsiteY981" fmla="*/ 552329 h 1796087"/>
                <a:gd name="connsiteX982" fmla="*/ 1519773 w 2290556"/>
                <a:gd name="connsiteY982" fmla="*/ 556904 h 1796087"/>
                <a:gd name="connsiteX983" fmla="*/ 1520413 w 2290556"/>
                <a:gd name="connsiteY983" fmla="*/ 561244 h 1796087"/>
                <a:gd name="connsiteX984" fmla="*/ 1520649 w 2290556"/>
                <a:gd name="connsiteY984" fmla="*/ 569485 h 1796087"/>
                <a:gd name="connsiteX985" fmla="*/ 1524115 w 2290556"/>
                <a:gd name="connsiteY985" fmla="*/ 574700 h 1796087"/>
                <a:gd name="connsiteX986" fmla="*/ 1524553 w 2290556"/>
                <a:gd name="connsiteY986" fmla="*/ 578938 h 1796087"/>
                <a:gd name="connsiteX987" fmla="*/ 1521625 w 2290556"/>
                <a:gd name="connsiteY987" fmla="*/ 583076 h 1796087"/>
                <a:gd name="connsiteX988" fmla="*/ 1517822 w 2290556"/>
                <a:gd name="connsiteY988" fmla="*/ 586238 h 1796087"/>
                <a:gd name="connsiteX989" fmla="*/ 1512942 w 2290556"/>
                <a:gd name="connsiteY989" fmla="*/ 590477 h 1796087"/>
                <a:gd name="connsiteX990" fmla="*/ 1509879 w 2290556"/>
                <a:gd name="connsiteY990" fmla="*/ 592327 h 1796087"/>
                <a:gd name="connsiteX991" fmla="*/ 1505201 w 2290556"/>
                <a:gd name="connsiteY991" fmla="*/ 594715 h 1796087"/>
                <a:gd name="connsiteX992" fmla="*/ 1504764 w 2290556"/>
                <a:gd name="connsiteY992" fmla="*/ 596666 h 1796087"/>
                <a:gd name="connsiteX993" fmla="*/ 1504663 w 2290556"/>
                <a:gd name="connsiteY993" fmla="*/ 601880 h 1796087"/>
                <a:gd name="connsiteX994" fmla="*/ 1504764 w 2290556"/>
                <a:gd name="connsiteY994" fmla="*/ 607431 h 1796087"/>
                <a:gd name="connsiteX995" fmla="*/ 1505538 w 2290556"/>
                <a:gd name="connsiteY995" fmla="*/ 611333 h 1796087"/>
                <a:gd name="connsiteX996" fmla="*/ 1505975 w 2290556"/>
                <a:gd name="connsiteY996" fmla="*/ 613183 h 1796087"/>
                <a:gd name="connsiteX997" fmla="*/ 1507591 w 2290556"/>
                <a:gd name="connsiteY997" fmla="*/ 619474 h 1796087"/>
                <a:gd name="connsiteX998" fmla="*/ 1508903 w 2290556"/>
                <a:gd name="connsiteY998" fmla="*/ 621223 h 1796087"/>
                <a:gd name="connsiteX999" fmla="*/ 1512706 w 2290556"/>
                <a:gd name="connsiteY999" fmla="*/ 625563 h 1796087"/>
                <a:gd name="connsiteX1000" fmla="*/ 1515870 w 2290556"/>
                <a:gd name="connsiteY1000" fmla="*/ 629263 h 1796087"/>
                <a:gd name="connsiteX1001" fmla="*/ 1521086 w 2290556"/>
                <a:gd name="connsiteY1001" fmla="*/ 635251 h 1796087"/>
                <a:gd name="connsiteX1002" fmla="*/ 1524149 w 2290556"/>
                <a:gd name="connsiteY1002" fmla="*/ 638850 h 1796087"/>
                <a:gd name="connsiteX1003" fmla="*/ 1532966 w 2290556"/>
                <a:gd name="connsiteY1003" fmla="*/ 643526 h 1796087"/>
                <a:gd name="connsiteX1004" fmla="*/ 1535457 w 2290556"/>
                <a:gd name="connsiteY1004" fmla="*/ 645814 h 1796087"/>
                <a:gd name="connsiteX1005" fmla="*/ 1537207 w 2290556"/>
                <a:gd name="connsiteY1005" fmla="*/ 645814 h 1796087"/>
                <a:gd name="connsiteX1006" fmla="*/ 1541010 w 2290556"/>
                <a:gd name="connsiteY1006" fmla="*/ 644737 h 1796087"/>
                <a:gd name="connsiteX1007" fmla="*/ 1543399 w 2290556"/>
                <a:gd name="connsiteY1007" fmla="*/ 641272 h 1796087"/>
                <a:gd name="connsiteX1008" fmla="*/ 1541986 w 2290556"/>
                <a:gd name="connsiteY1008" fmla="*/ 635285 h 1796087"/>
                <a:gd name="connsiteX1009" fmla="*/ 1544914 w 2290556"/>
                <a:gd name="connsiteY1009" fmla="*/ 632021 h 1796087"/>
                <a:gd name="connsiteX1010" fmla="*/ 1549827 w 2290556"/>
                <a:gd name="connsiteY1010" fmla="*/ 629835 h 1796087"/>
                <a:gd name="connsiteX1011" fmla="*/ 1556020 w 2290556"/>
                <a:gd name="connsiteY1011" fmla="*/ 627648 h 1796087"/>
                <a:gd name="connsiteX1012" fmla="*/ 1561674 w 2290556"/>
                <a:gd name="connsiteY1012" fmla="*/ 626336 h 1796087"/>
                <a:gd name="connsiteX1013" fmla="*/ 1567428 w 2290556"/>
                <a:gd name="connsiteY1013" fmla="*/ 624587 h 1796087"/>
                <a:gd name="connsiteX1014" fmla="*/ 1577121 w 2290556"/>
                <a:gd name="connsiteY1014" fmla="*/ 624251 h 1796087"/>
                <a:gd name="connsiteX1015" fmla="*/ 1579746 w 2290556"/>
                <a:gd name="connsiteY1015" fmla="*/ 624251 h 1796087"/>
                <a:gd name="connsiteX1016" fmla="*/ 1584525 w 2290556"/>
                <a:gd name="connsiteY1016" fmla="*/ 625933 h 1796087"/>
                <a:gd name="connsiteX1017" fmla="*/ 1588429 w 2290556"/>
                <a:gd name="connsiteY1017" fmla="*/ 623914 h 1796087"/>
                <a:gd name="connsiteX1018" fmla="*/ 1594857 w 2290556"/>
                <a:gd name="connsiteY1018" fmla="*/ 622401 h 1796087"/>
                <a:gd name="connsiteX1019" fmla="*/ 1598996 w 2290556"/>
                <a:gd name="connsiteY1019" fmla="*/ 621425 h 1796087"/>
                <a:gd name="connsiteX1020" fmla="*/ 1606064 w 2290556"/>
                <a:gd name="connsiteY1020" fmla="*/ 621189 h 1796087"/>
                <a:gd name="connsiteX1021" fmla="*/ 1611281 w 2290556"/>
                <a:gd name="connsiteY1021" fmla="*/ 620214 h 1796087"/>
                <a:gd name="connsiteX1022" fmla="*/ 1617035 w 2290556"/>
                <a:gd name="connsiteY1022" fmla="*/ 620113 h 1796087"/>
                <a:gd name="connsiteX1023" fmla="*/ 1624002 w 2290556"/>
                <a:gd name="connsiteY1023" fmla="*/ 621526 h 1796087"/>
                <a:gd name="connsiteX1024" fmla="*/ 1637598 w 2290556"/>
                <a:gd name="connsiteY1024" fmla="*/ 629128 h 1796087"/>
                <a:gd name="connsiteX1025" fmla="*/ 1641199 w 2290556"/>
                <a:gd name="connsiteY1025" fmla="*/ 633266 h 1796087"/>
                <a:gd name="connsiteX1026" fmla="*/ 1648704 w 2290556"/>
                <a:gd name="connsiteY1026" fmla="*/ 637168 h 1796087"/>
                <a:gd name="connsiteX1027" fmla="*/ 1653921 w 2290556"/>
                <a:gd name="connsiteY1027" fmla="*/ 637942 h 1796087"/>
                <a:gd name="connsiteX1028" fmla="*/ 1660214 w 2290556"/>
                <a:gd name="connsiteY1028" fmla="*/ 637067 h 1796087"/>
                <a:gd name="connsiteX1029" fmla="*/ 1662907 w 2290556"/>
                <a:gd name="connsiteY1029" fmla="*/ 635015 h 1796087"/>
                <a:gd name="connsiteX1030" fmla="*/ 1663782 w 2290556"/>
                <a:gd name="connsiteY1030" fmla="*/ 630878 h 1796087"/>
                <a:gd name="connsiteX1031" fmla="*/ 1664421 w 2290556"/>
                <a:gd name="connsiteY1031" fmla="*/ 628927 h 1796087"/>
                <a:gd name="connsiteX1032" fmla="*/ 1664959 w 2290556"/>
                <a:gd name="connsiteY1032" fmla="*/ 626875 h 1796087"/>
                <a:gd name="connsiteX1033" fmla="*/ 1664959 w 2290556"/>
                <a:gd name="connsiteY1033" fmla="*/ 624385 h 1796087"/>
                <a:gd name="connsiteX1034" fmla="*/ 1668157 w 2290556"/>
                <a:gd name="connsiteY1034" fmla="*/ 620786 h 1796087"/>
                <a:gd name="connsiteX1035" fmla="*/ 1669940 w 2290556"/>
                <a:gd name="connsiteY1035" fmla="*/ 618196 h 1796087"/>
                <a:gd name="connsiteX1036" fmla="*/ 1671892 w 2290556"/>
                <a:gd name="connsiteY1036" fmla="*/ 615706 h 1796087"/>
                <a:gd name="connsiteX1037" fmla="*/ 1674383 w 2290556"/>
                <a:gd name="connsiteY1037" fmla="*/ 612006 h 1796087"/>
                <a:gd name="connsiteX1038" fmla="*/ 1678085 w 2290556"/>
                <a:gd name="connsiteY1038" fmla="*/ 608406 h 1796087"/>
                <a:gd name="connsiteX1039" fmla="*/ 1682426 w 2290556"/>
                <a:gd name="connsiteY1039" fmla="*/ 606119 h 1796087"/>
                <a:gd name="connsiteX1040" fmla="*/ 1686431 w 2290556"/>
                <a:gd name="connsiteY1040" fmla="*/ 603831 h 1796087"/>
                <a:gd name="connsiteX1041" fmla="*/ 1691446 w 2290556"/>
                <a:gd name="connsiteY1041" fmla="*/ 601006 h 1796087"/>
                <a:gd name="connsiteX1042" fmla="*/ 1694037 w 2290556"/>
                <a:gd name="connsiteY1042" fmla="*/ 599694 h 1796087"/>
                <a:gd name="connsiteX1043" fmla="*/ 1700364 w 2290556"/>
                <a:gd name="connsiteY1043" fmla="*/ 596229 h 1796087"/>
                <a:gd name="connsiteX1044" fmla="*/ 1707768 w 2290556"/>
                <a:gd name="connsiteY1044" fmla="*/ 596128 h 1796087"/>
                <a:gd name="connsiteX1045" fmla="*/ 1714499 w 2290556"/>
                <a:gd name="connsiteY1045" fmla="*/ 594715 h 1796087"/>
                <a:gd name="connsiteX1046" fmla="*/ 1719177 w 2290556"/>
                <a:gd name="connsiteY1046" fmla="*/ 594715 h 1796087"/>
                <a:gd name="connsiteX1047" fmla="*/ 1722341 w 2290556"/>
                <a:gd name="connsiteY1047" fmla="*/ 595859 h 1796087"/>
                <a:gd name="connsiteX1048" fmla="*/ 1725066 w 2290556"/>
                <a:gd name="connsiteY1048" fmla="*/ 596229 h 1796087"/>
                <a:gd name="connsiteX1049" fmla="*/ 1729105 w 2290556"/>
                <a:gd name="connsiteY1049" fmla="*/ 597440 h 1796087"/>
                <a:gd name="connsiteX1050" fmla="*/ 1733009 w 2290556"/>
                <a:gd name="connsiteY1050" fmla="*/ 601039 h 1796087"/>
                <a:gd name="connsiteX1051" fmla="*/ 1734422 w 2290556"/>
                <a:gd name="connsiteY1051" fmla="*/ 602116 h 1796087"/>
                <a:gd name="connsiteX1052" fmla="*/ 1735836 w 2290556"/>
                <a:gd name="connsiteY1052" fmla="*/ 602890 h 1796087"/>
                <a:gd name="connsiteX1053" fmla="*/ 1739303 w 2290556"/>
                <a:gd name="connsiteY1053" fmla="*/ 602890 h 1796087"/>
                <a:gd name="connsiteX1054" fmla="*/ 1742466 w 2290556"/>
                <a:gd name="connsiteY1054" fmla="*/ 603529 h 1796087"/>
                <a:gd name="connsiteX1055" fmla="*/ 1746067 w 2290556"/>
                <a:gd name="connsiteY1055" fmla="*/ 606253 h 1796087"/>
                <a:gd name="connsiteX1056" fmla="*/ 1748457 w 2290556"/>
                <a:gd name="connsiteY1056" fmla="*/ 608642 h 1796087"/>
                <a:gd name="connsiteX1057" fmla="*/ 1750509 w 2290556"/>
                <a:gd name="connsiteY1057" fmla="*/ 611030 h 1796087"/>
                <a:gd name="connsiteX1058" fmla="*/ 1753875 w 2290556"/>
                <a:gd name="connsiteY1058" fmla="*/ 613856 h 1796087"/>
                <a:gd name="connsiteX1059" fmla="*/ 1757678 w 2290556"/>
                <a:gd name="connsiteY1059" fmla="*/ 617556 h 1796087"/>
                <a:gd name="connsiteX1060" fmla="*/ 1760303 w 2290556"/>
                <a:gd name="connsiteY1060" fmla="*/ 619608 h 1796087"/>
                <a:gd name="connsiteX1061" fmla="*/ 1764308 w 2290556"/>
                <a:gd name="connsiteY1061" fmla="*/ 620248 h 1796087"/>
                <a:gd name="connsiteX1062" fmla="*/ 1769524 w 2290556"/>
                <a:gd name="connsiteY1062" fmla="*/ 620248 h 1796087"/>
                <a:gd name="connsiteX1063" fmla="*/ 1773664 w 2290556"/>
                <a:gd name="connsiteY1063" fmla="*/ 621122 h 1796087"/>
                <a:gd name="connsiteX1064" fmla="*/ 1776289 w 2290556"/>
                <a:gd name="connsiteY1064" fmla="*/ 621660 h 1796087"/>
                <a:gd name="connsiteX1065" fmla="*/ 1781404 w 2290556"/>
                <a:gd name="connsiteY1065" fmla="*/ 625462 h 1796087"/>
                <a:gd name="connsiteX1066" fmla="*/ 1785005 w 2290556"/>
                <a:gd name="connsiteY1066" fmla="*/ 627514 h 1796087"/>
                <a:gd name="connsiteX1067" fmla="*/ 1787159 w 2290556"/>
                <a:gd name="connsiteY1067" fmla="*/ 628927 h 1796087"/>
                <a:gd name="connsiteX1068" fmla="*/ 1790962 w 2290556"/>
                <a:gd name="connsiteY1068" fmla="*/ 631752 h 1796087"/>
                <a:gd name="connsiteX1069" fmla="*/ 1791736 w 2290556"/>
                <a:gd name="connsiteY1069" fmla="*/ 635217 h 1796087"/>
                <a:gd name="connsiteX1070" fmla="*/ 1794462 w 2290556"/>
                <a:gd name="connsiteY1070" fmla="*/ 640532 h 1796087"/>
                <a:gd name="connsiteX1071" fmla="*/ 1797390 w 2290556"/>
                <a:gd name="connsiteY1071" fmla="*/ 641508 h 1796087"/>
                <a:gd name="connsiteX1072" fmla="*/ 1799578 w 2290556"/>
                <a:gd name="connsiteY1072" fmla="*/ 641508 h 1796087"/>
                <a:gd name="connsiteX1073" fmla="*/ 1803818 w 2290556"/>
                <a:gd name="connsiteY1073" fmla="*/ 643257 h 1796087"/>
                <a:gd name="connsiteX1074" fmla="*/ 1804054 w 2290556"/>
                <a:gd name="connsiteY1074" fmla="*/ 645107 h 1796087"/>
                <a:gd name="connsiteX1075" fmla="*/ 1805232 w 2290556"/>
                <a:gd name="connsiteY1075" fmla="*/ 647832 h 1796087"/>
                <a:gd name="connsiteX1076" fmla="*/ 1808833 w 2290556"/>
                <a:gd name="connsiteY1076" fmla="*/ 651095 h 1796087"/>
                <a:gd name="connsiteX1077" fmla="*/ 1814386 w 2290556"/>
                <a:gd name="connsiteY1077" fmla="*/ 656208 h 1796087"/>
                <a:gd name="connsiteX1078" fmla="*/ 1818391 w 2290556"/>
                <a:gd name="connsiteY1078" fmla="*/ 659808 h 1796087"/>
                <a:gd name="connsiteX1079" fmla="*/ 1824247 w 2290556"/>
                <a:gd name="connsiteY1079" fmla="*/ 665022 h 1796087"/>
                <a:gd name="connsiteX1080" fmla="*/ 1830540 w 2290556"/>
                <a:gd name="connsiteY1080" fmla="*/ 669900 h 1796087"/>
                <a:gd name="connsiteX1081" fmla="*/ 1836396 w 2290556"/>
                <a:gd name="connsiteY1081" fmla="*/ 676325 h 1796087"/>
                <a:gd name="connsiteX1082" fmla="*/ 1839223 w 2290556"/>
                <a:gd name="connsiteY1082" fmla="*/ 680664 h 1796087"/>
                <a:gd name="connsiteX1083" fmla="*/ 1841713 w 2290556"/>
                <a:gd name="connsiteY1083" fmla="*/ 683726 h 1796087"/>
                <a:gd name="connsiteX1084" fmla="*/ 1845180 w 2290556"/>
                <a:gd name="connsiteY1084" fmla="*/ 690016 h 1796087"/>
                <a:gd name="connsiteX1085" fmla="*/ 1854098 w 2290556"/>
                <a:gd name="connsiteY1085" fmla="*/ 696744 h 1796087"/>
                <a:gd name="connsiteX1086" fmla="*/ 1857464 w 2290556"/>
                <a:gd name="connsiteY1086" fmla="*/ 701319 h 1796087"/>
                <a:gd name="connsiteX1087" fmla="*/ 1856286 w 2290556"/>
                <a:gd name="connsiteY1087" fmla="*/ 704145 h 1796087"/>
                <a:gd name="connsiteX1088" fmla="*/ 1853459 w 2290556"/>
                <a:gd name="connsiteY1088" fmla="*/ 707509 h 1796087"/>
                <a:gd name="connsiteX1089" fmla="*/ 1859550 w 2290556"/>
                <a:gd name="connsiteY1089" fmla="*/ 712622 h 1796087"/>
                <a:gd name="connsiteX1090" fmla="*/ 1861704 w 2290556"/>
                <a:gd name="connsiteY1090" fmla="*/ 713799 h 1796087"/>
                <a:gd name="connsiteX1091" fmla="*/ 1867156 w 2290556"/>
                <a:gd name="connsiteY1091" fmla="*/ 719989 h 1796087"/>
                <a:gd name="connsiteX1092" fmla="*/ 1867156 w 2290556"/>
                <a:gd name="connsiteY1092" fmla="*/ 722916 h 1796087"/>
                <a:gd name="connsiteX1093" fmla="*/ 1866180 w 2290556"/>
                <a:gd name="connsiteY1093" fmla="*/ 724766 h 1796087"/>
                <a:gd name="connsiteX1094" fmla="*/ 1862478 w 2290556"/>
                <a:gd name="connsiteY1094" fmla="*/ 727794 h 1796087"/>
                <a:gd name="connsiteX1095" fmla="*/ 1857800 w 2290556"/>
                <a:gd name="connsiteY1095" fmla="*/ 731158 h 1796087"/>
                <a:gd name="connsiteX1096" fmla="*/ 1851170 w 2290556"/>
                <a:gd name="connsiteY1096" fmla="*/ 736473 h 1796087"/>
                <a:gd name="connsiteX1097" fmla="*/ 1849118 w 2290556"/>
                <a:gd name="connsiteY1097" fmla="*/ 738222 h 1796087"/>
                <a:gd name="connsiteX1098" fmla="*/ 1842689 w 2290556"/>
                <a:gd name="connsiteY1098" fmla="*/ 740947 h 1796087"/>
                <a:gd name="connsiteX1099" fmla="*/ 1836834 w 2290556"/>
                <a:gd name="connsiteY1099" fmla="*/ 742898 h 1796087"/>
                <a:gd name="connsiteX1100" fmla="*/ 1830641 w 2290556"/>
                <a:gd name="connsiteY1100" fmla="*/ 744210 h 1796087"/>
                <a:gd name="connsiteX1101" fmla="*/ 1825727 w 2290556"/>
                <a:gd name="connsiteY1101" fmla="*/ 744411 h 1796087"/>
                <a:gd name="connsiteX1102" fmla="*/ 1814318 w 2290556"/>
                <a:gd name="connsiteY1102" fmla="*/ 744311 h 1796087"/>
                <a:gd name="connsiteX1103" fmla="*/ 1805737 w 2290556"/>
                <a:gd name="connsiteY1103" fmla="*/ 744950 h 1796087"/>
                <a:gd name="connsiteX1104" fmla="*/ 1801732 w 2290556"/>
                <a:gd name="connsiteY1104" fmla="*/ 743739 h 1796087"/>
                <a:gd name="connsiteX1105" fmla="*/ 1798131 w 2290556"/>
                <a:gd name="connsiteY1105" fmla="*/ 741989 h 1796087"/>
                <a:gd name="connsiteX1106" fmla="*/ 1796078 w 2290556"/>
                <a:gd name="connsiteY1106" fmla="*/ 739803 h 1796087"/>
                <a:gd name="connsiteX1107" fmla="*/ 1793688 w 2290556"/>
                <a:gd name="connsiteY1107" fmla="*/ 736775 h 1796087"/>
                <a:gd name="connsiteX1108" fmla="*/ 1792510 w 2290556"/>
                <a:gd name="connsiteY1108" fmla="*/ 735800 h 1796087"/>
                <a:gd name="connsiteX1109" fmla="*/ 1790996 w 2290556"/>
                <a:gd name="connsiteY1109" fmla="*/ 734286 h 1796087"/>
                <a:gd name="connsiteX1110" fmla="*/ 1788606 w 2290556"/>
                <a:gd name="connsiteY1110" fmla="*/ 732537 h 1796087"/>
                <a:gd name="connsiteX1111" fmla="*/ 1786857 w 2290556"/>
                <a:gd name="connsiteY1111" fmla="*/ 731662 h 1796087"/>
                <a:gd name="connsiteX1112" fmla="*/ 1784803 w 2290556"/>
                <a:gd name="connsiteY1112" fmla="*/ 731763 h 1796087"/>
                <a:gd name="connsiteX1113" fmla="*/ 1782515 w 2290556"/>
                <a:gd name="connsiteY1113" fmla="*/ 731763 h 1796087"/>
                <a:gd name="connsiteX1114" fmla="*/ 1780563 w 2290556"/>
                <a:gd name="connsiteY1114" fmla="*/ 731763 h 1796087"/>
                <a:gd name="connsiteX1115" fmla="*/ 1778376 w 2290556"/>
                <a:gd name="connsiteY1115" fmla="*/ 732537 h 1796087"/>
                <a:gd name="connsiteX1116" fmla="*/ 1775784 w 2290556"/>
                <a:gd name="connsiteY1116" fmla="*/ 734824 h 1796087"/>
                <a:gd name="connsiteX1117" fmla="*/ 1774034 w 2290556"/>
                <a:gd name="connsiteY1117" fmla="*/ 736136 h 1796087"/>
                <a:gd name="connsiteX1118" fmla="*/ 1771207 w 2290556"/>
                <a:gd name="connsiteY1118" fmla="*/ 738087 h 1796087"/>
                <a:gd name="connsiteX1119" fmla="*/ 1768144 w 2290556"/>
                <a:gd name="connsiteY1119" fmla="*/ 738962 h 1796087"/>
                <a:gd name="connsiteX1120" fmla="*/ 1766731 w 2290556"/>
                <a:gd name="connsiteY1120" fmla="*/ 738962 h 1796087"/>
                <a:gd name="connsiteX1121" fmla="*/ 1763567 w 2290556"/>
                <a:gd name="connsiteY1121" fmla="*/ 738962 h 1796087"/>
                <a:gd name="connsiteX1122" fmla="*/ 1760101 w 2290556"/>
                <a:gd name="connsiteY1122" fmla="*/ 738794 h 1796087"/>
                <a:gd name="connsiteX1123" fmla="*/ 1757375 w 2290556"/>
                <a:gd name="connsiteY1123" fmla="*/ 738726 h 1796087"/>
                <a:gd name="connsiteX1124" fmla="*/ 1751182 w 2290556"/>
                <a:gd name="connsiteY1124" fmla="*/ 736876 h 1796087"/>
                <a:gd name="connsiteX1125" fmla="*/ 1746605 w 2290556"/>
                <a:gd name="connsiteY1125" fmla="*/ 735800 h 1796087"/>
                <a:gd name="connsiteX1126" fmla="*/ 1743779 w 2290556"/>
                <a:gd name="connsiteY1126" fmla="*/ 735800 h 1796087"/>
                <a:gd name="connsiteX1127" fmla="*/ 1739740 w 2290556"/>
                <a:gd name="connsiteY1127" fmla="*/ 735800 h 1796087"/>
                <a:gd name="connsiteX1128" fmla="*/ 1736173 w 2290556"/>
                <a:gd name="connsiteY1128" fmla="*/ 736674 h 1796087"/>
                <a:gd name="connsiteX1129" fmla="*/ 1733346 w 2290556"/>
                <a:gd name="connsiteY1129" fmla="*/ 737549 h 1796087"/>
                <a:gd name="connsiteX1130" fmla="*/ 1729879 w 2290556"/>
                <a:gd name="connsiteY1130" fmla="*/ 738861 h 1796087"/>
                <a:gd name="connsiteX1131" fmla="*/ 1725538 w 2290556"/>
                <a:gd name="connsiteY1131" fmla="*/ 740913 h 1796087"/>
                <a:gd name="connsiteX1132" fmla="*/ 1722913 w 2290556"/>
                <a:gd name="connsiteY1132" fmla="*/ 741788 h 1796087"/>
                <a:gd name="connsiteX1133" fmla="*/ 1720321 w 2290556"/>
                <a:gd name="connsiteY1133" fmla="*/ 742662 h 1796087"/>
                <a:gd name="connsiteX1134" fmla="*/ 1717158 w 2290556"/>
                <a:gd name="connsiteY1134" fmla="*/ 743840 h 1796087"/>
                <a:gd name="connsiteX1135" fmla="*/ 1713994 w 2290556"/>
                <a:gd name="connsiteY1135" fmla="*/ 745791 h 1796087"/>
                <a:gd name="connsiteX1136" fmla="*/ 1711268 w 2290556"/>
                <a:gd name="connsiteY1136" fmla="*/ 748078 h 1796087"/>
                <a:gd name="connsiteX1137" fmla="*/ 1708340 w 2290556"/>
                <a:gd name="connsiteY1137" fmla="*/ 750130 h 1796087"/>
                <a:gd name="connsiteX1138" fmla="*/ 1704537 w 2290556"/>
                <a:gd name="connsiteY1138" fmla="*/ 753057 h 1796087"/>
                <a:gd name="connsiteX1139" fmla="*/ 1699960 w 2290556"/>
                <a:gd name="connsiteY1139" fmla="*/ 756421 h 1796087"/>
                <a:gd name="connsiteX1140" fmla="*/ 1697335 w 2290556"/>
                <a:gd name="connsiteY1140" fmla="*/ 757396 h 1796087"/>
                <a:gd name="connsiteX1141" fmla="*/ 1692321 w 2290556"/>
                <a:gd name="connsiteY1141" fmla="*/ 760020 h 1796087"/>
                <a:gd name="connsiteX1142" fmla="*/ 1688282 w 2290556"/>
                <a:gd name="connsiteY1142" fmla="*/ 760121 h 1796087"/>
                <a:gd name="connsiteX1143" fmla="*/ 1682527 w 2290556"/>
                <a:gd name="connsiteY1143" fmla="*/ 759146 h 1796087"/>
                <a:gd name="connsiteX1144" fmla="*/ 1679364 w 2290556"/>
                <a:gd name="connsiteY1144" fmla="*/ 757497 h 1796087"/>
                <a:gd name="connsiteX1145" fmla="*/ 1677950 w 2290556"/>
                <a:gd name="connsiteY1145" fmla="*/ 758036 h 1796087"/>
                <a:gd name="connsiteX1146" fmla="*/ 1674349 w 2290556"/>
                <a:gd name="connsiteY1146" fmla="*/ 758036 h 1796087"/>
                <a:gd name="connsiteX1147" fmla="*/ 1672060 w 2290556"/>
                <a:gd name="connsiteY1147" fmla="*/ 758574 h 1796087"/>
                <a:gd name="connsiteX1148" fmla="*/ 1667921 w 2290556"/>
                <a:gd name="connsiteY1148" fmla="*/ 760323 h 1796087"/>
                <a:gd name="connsiteX1149" fmla="*/ 1664454 w 2290556"/>
                <a:gd name="connsiteY1149" fmla="*/ 764225 h 1796087"/>
                <a:gd name="connsiteX1150" fmla="*/ 1662940 w 2290556"/>
                <a:gd name="connsiteY1150" fmla="*/ 767589 h 1796087"/>
                <a:gd name="connsiteX1151" fmla="*/ 1662940 w 2290556"/>
                <a:gd name="connsiteY1151" fmla="*/ 772601 h 1796087"/>
                <a:gd name="connsiteX1152" fmla="*/ 1660349 w 2290556"/>
                <a:gd name="connsiteY1152" fmla="*/ 777177 h 1796087"/>
                <a:gd name="connsiteX1153" fmla="*/ 1657959 w 2290556"/>
                <a:gd name="connsiteY1153" fmla="*/ 781079 h 1796087"/>
                <a:gd name="connsiteX1154" fmla="*/ 1654358 w 2290556"/>
                <a:gd name="connsiteY1154" fmla="*/ 783568 h 1796087"/>
                <a:gd name="connsiteX1155" fmla="*/ 1651195 w 2290556"/>
                <a:gd name="connsiteY1155" fmla="*/ 784443 h 1796087"/>
                <a:gd name="connsiteX1156" fmla="*/ 1647930 w 2290556"/>
                <a:gd name="connsiteY1156" fmla="*/ 784241 h 1796087"/>
                <a:gd name="connsiteX1157" fmla="*/ 1644868 w 2290556"/>
                <a:gd name="connsiteY1157" fmla="*/ 783164 h 1796087"/>
                <a:gd name="connsiteX1158" fmla="*/ 1637464 w 2290556"/>
                <a:gd name="connsiteY1158" fmla="*/ 781953 h 1796087"/>
                <a:gd name="connsiteX1159" fmla="*/ 1631608 w 2290556"/>
                <a:gd name="connsiteY1159" fmla="*/ 781953 h 1796087"/>
                <a:gd name="connsiteX1160" fmla="*/ 1626829 w 2290556"/>
                <a:gd name="connsiteY1160" fmla="*/ 781953 h 1796087"/>
                <a:gd name="connsiteX1161" fmla="*/ 1621074 w 2290556"/>
                <a:gd name="connsiteY1161" fmla="*/ 783265 h 1796087"/>
                <a:gd name="connsiteX1162" fmla="*/ 1614444 w 2290556"/>
                <a:gd name="connsiteY1162" fmla="*/ 786730 h 1796087"/>
                <a:gd name="connsiteX1163" fmla="*/ 1606199 w 2290556"/>
                <a:gd name="connsiteY1163" fmla="*/ 792718 h 1796087"/>
                <a:gd name="connsiteX1164" fmla="*/ 1600343 w 2290556"/>
                <a:gd name="connsiteY1164" fmla="*/ 794333 h 1796087"/>
                <a:gd name="connsiteX1165" fmla="*/ 1595463 w 2290556"/>
                <a:gd name="connsiteY1165" fmla="*/ 798672 h 1796087"/>
                <a:gd name="connsiteX1166" fmla="*/ 1593410 w 2290556"/>
                <a:gd name="connsiteY1166" fmla="*/ 805198 h 1796087"/>
                <a:gd name="connsiteX1167" fmla="*/ 1590919 w 2290556"/>
                <a:gd name="connsiteY1167" fmla="*/ 808798 h 1796087"/>
                <a:gd name="connsiteX1168" fmla="*/ 1585804 w 2290556"/>
                <a:gd name="connsiteY1168" fmla="*/ 813575 h 1796087"/>
                <a:gd name="connsiteX1169" fmla="*/ 1583953 w 2290556"/>
                <a:gd name="connsiteY1169" fmla="*/ 815526 h 1796087"/>
                <a:gd name="connsiteX1170" fmla="*/ 1581227 w 2290556"/>
                <a:gd name="connsiteY1170" fmla="*/ 818351 h 1796087"/>
                <a:gd name="connsiteX1171" fmla="*/ 1577962 w 2290556"/>
                <a:gd name="connsiteY1171" fmla="*/ 822691 h 1796087"/>
                <a:gd name="connsiteX1172" fmla="*/ 1576212 w 2290556"/>
                <a:gd name="connsiteY1172" fmla="*/ 826829 h 1796087"/>
                <a:gd name="connsiteX1173" fmla="*/ 1574563 w 2290556"/>
                <a:gd name="connsiteY1173" fmla="*/ 828040 h 1796087"/>
                <a:gd name="connsiteX1174" fmla="*/ 1573486 w 2290556"/>
                <a:gd name="connsiteY1174" fmla="*/ 831404 h 1796087"/>
                <a:gd name="connsiteX1175" fmla="*/ 1572712 w 2290556"/>
                <a:gd name="connsiteY1175" fmla="*/ 833893 h 1796087"/>
                <a:gd name="connsiteX1176" fmla="*/ 1572376 w 2290556"/>
                <a:gd name="connsiteY1176" fmla="*/ 836618 h 1796087"/>
                <a:gd name="connsiteX1177" fmla="*/ 1572039 w 2290556"/>
                <a:gd name="connsiteY1177" fmla="*/ 837694 h 1796087"/>
                <a:gd name="connsiteX1178" fmla="*/ 1573654 w 2290556"/>
                <a:gd name="connsiteY1178" fmla="*/ 840318 h 1796087"/>
                <a:gd name="connsiteX1179" fmla="*/ 1576683 w 2290556"/>
                <a:gd name="connsiteY1179" fmla="*/ 845431 h 1796087"/>
                <a:gd name="connsiteX1180" fmla="*/ 1577323 w 2290556"/>
                <a:gd name="connsiteY1180" fmla="*/ 847618 h 1796087"/>
                <a:gd name="connsiteX1181" fmla="*/ 1577861 w 2290556"/>
                <a:gd name="connsiteY1181" fmla="*/ 851083 h 1796087"/>
                <a:gd name="connsiteX1182" fmla="*/ 1577861 w 2290556"/>
                <a:gd name="connsiteY1182" fmla="*/ 854548 h 1796087"/>
                <a:gd name="connsiteX1183" fmla="*/ 1577861 w 2290556"/>
                <a:gd name="connsiteY1183" fmla="*/ 856600 h 1796087"/>
                <a:gd name="connsiteX1184" fmla="*/ 1577054 w 2290556"/>
                <a:gd name="connsiteY1184" fmla="*/ 858349 h 1796087"/>
                <a:gd name="connsiteX1185" fmla="*/ 1575034 w 2290556"/>
                <a:gd name="connsiteY1185" fmla="*/ 860098 h 1796087"/>
                <a:gd name="connsiteX1186" fmla="*/ 1572544 w 2290556"/>
                <a:gd name="connsiteY1186" fmla="*/ 862049 h 1796087"/>
                <a:gd name="connsiteX1187" fmla="*/ 1569818 w 2290556"/>
                <a:gd name="connsiteY1187" fmla="*/ 862924 h 1796087"/>
                <a:gd name="connsiteX1188" fmla="*/ 1565678 w 2290556"/>
                <a:gd name="connsiteY1188" fmla="*/ 862924 h 1796087"/>
                <a:gd name="connsiteX1189" fmla="*/ 1561236 w 2290556"/>
                <a:gd name="connsiteY1189" fmla="*/ 863698 h 1796087"/>
                <a:gd name="connsiteX1190" fmla="*/ 1558207 w 2290556"/>
                <a:gd name="connsiteY1190" fmla="*/ 864236 h 1796087"/>
                <a:gd name="connsiteX1191" fmla="*/ 1555918 w 2290556"/>
                <a:gd name="connsiteY1191" fmla="*/ 865110 h 1796087"/>
                <a:gd name="connsiteX1192" fmla="*/ 1553193 w 2290556"/>
                <a:gd name="connsiteY1192" fmla="*/ 866961 h 1796087"/>
                <a:gd name="connsiteX1193" fmla="*/ 1551341 w 2290556"/>
                <a:gd name="connsiteY1193" fmla="*/ 868710 h 1796087"/>
                <a:gd name="connsiteX1194" fmla="*/ 1549928 w 2290556"/>
                <a:gd name="connsiteY1194" fmla="*/ 870997 h 1796087"/>
                <a:gd name="connsiteX1195" fmla="*/ 1547438 w 2290556"/>
                <a:gd name="connsiteY1195" fmla="*/ 874462 h 1796087"/>
                <a:gd name="connsiteX1196" fmla="*/ 1542995 w 2290556"/>
                <a:gd name="connsiteY1196" fmla="*/ 878802 h 1796087"/>
                <a:gd name="connsiteX1197" fmla="*/ 1538519 w 2290556"/>
                <a:gd name="connsiteY1197" fmla="*/ 880316 h 1796087"/>
                <a:gd name="connsiteX1198" fmla="*/ 1533202 w 2290556"/>
                <a:gd name="connsiteY1198" fmla="*/ 885631 h 1796087"/>
                <a:gd name="connsiteX1199" fmla="*/ 1527312 w 2290556"/>
                <a:gd name="connsiteY1199" fmla="*/ 891282 h 1796087"/>
                <a:gd name="connsiteX1200" fmla="*/ 1520918 w 2290556"/>
                <a:gd name="connsiteY1200" fmla="*/ 895285 h 1796087"/>
                <a:gd name="connsiteX1201" fmla="*/ 1515802 w 2290556"/>
                <a:gd name="connsiteY1201" fmla="*/ 896799 h 1796087"/>
                <a:gd name="connsiteX1202" fmla="*/ 1509812 w 2290556"/>
                <a:gd name="connsiteY1202" fmla="*/ 899187 h 1796087"/>
                <a:gd name="connsiteX1203" fmla="*/ 1502240 w 2290556"/>
                <a:gd name="connsiteY1203" fmla="*/ 900600 h 1796087"/>
                <a:gd name="connsiteX1204" fmla="*/ 1479624 w 2290556"/>
                <a:gd name="connsiteY1204" fmla="*/ 900600 h 1796087"/>
                <a:gd name="connsiteX1205" fmla="*/ 1467441 w 2290556"/>
                <a:gd name="connsiteY1205" fmla="*/ 900600 h 1796087"/>
                <a:gd name="connsiteX1206" fmla="*/ 1459397 w 2290556"/>
                <a:gd name="connsiteY1206" fmla="*/ 900600 h 1796087"/>
                <a:gd name="connsiteX1207" fmla="*/ 1453306 w 2290556"/>
                <a:gd name="connsiteY1207" fmla="*/ 901139 h 1796087"/>
                <a:gd name="connsiteX1208" fmla="*/ 1446878 w 2290556"/>
                <a:gd name="connsiteY1208" fmla="*/ 902114 h 1796087"/>
                <a:gd name="connsiteX1209" fmla="*/ 1443176 w 2290556"/>
                <a:gd name="connsiteY1209" fmla="*/ 903191 h 1796087"/>
                <a:gd name="connsiteX1210" fmla="*/ 1439036 w 2290556"/>
                <a:gd name="connsiteY1210" fmla="*/ 905243 h 1796087"/>
                <a:gd name="connsiteX1211" fmla="*/ 1437959 w 2290556"/>
                <a:gd name="connsiteY1211" fmla="*/ 906555 h 1796087"/>
                <a:gd name="connsiteX1212" fmla="*/ 1436983 w 2290556"/>
                <a:gd name="connsiteY1212" fmla="*/ 908405 h 1796087"/>
                <a:gd name="connsiteX1213" fmla="*/ 1436983 w 2290556"/>
                <a:gd name="connsiteY1213" fmla="*/ 911567 h 1796087"/>
                <a:gd name="connsiteX1214" fmla="*/ 1435233 w 2290556"/>
                <a:gd name="connsiteY1214" fmla="*/ 915368 h 1796087"/>
                <a:gd name="connsiteX1215" fmla="*/ 1435233 w 2290556"/>
                <a:gd name="connsiteY1215" fmla="*/ 920246 h 1796087"/>
                <a:gd name="connsiteX1216" fmla="*/ 1432070 w 2290556"/>
                <a:gd name="connsiteY1216" fmla="*/ 925023 h 1796087"/>
                <a:gd name="connsiteX1217" fmla="*/ 1427055 w 2290556"/>
                <a:gd name="connsiteY1217" fmla="*/ 930674 h 1796087"/>
                <a:gd name="connsiteX1218" fmla="*/ 1421401 w 2290556"/>
                <a:gd name="connsiteY1218" fmla="*/ 936225 h 1796087"/>
                <a:gd name="connsiteX1219" fmla="*/ 1412180 w 2290556"/>
                <a:gd name="connsiteY1219" fmla="*/ 942953 h 1796087"/>
                <a:gd name="connsiteX1220" fmla="*/ 1400233 w 2290556"/>
                <a:gd name="connsiteY1220" fmla="*/ 955668 h 1796087"/>
                <a:gd name="connsiteX1221" fmla="*/ 1389699 w 2290556"/>
                <a:gd name="connsiteY1221" fmla="*/ 962834 h 1796087"/>
                <a:gd name="connsiteX1222" fmla="*/ 1378626 w 2290556"/>
                <a:gd name="connsiteY1222" fmla="*/ 970672 h 1796087"/>
                <a:gd name="connsiteX1223" fmla="*/ 1374722 w 2290556"/>
                <a:gd name="connsiteY1223" fmla="*/ 971849 h 1796087"/>
                <a:gd name="connsiteX1224" fmla="*/ 1364828 w 2290556"/>
                <a:gd name="connsiteY1224" fmla="*/ 975314 h 1796087"/>
                <a:gd name="connsiteX1225" fmla="*/ 1355169 w 2290556"/>
                <a:gd name="connsiteY1225" fmla="*/ 975314 h 1796087"/>
                <a:gd name="connsiteX1226" fmla="*/ 1348001 w 2290556"/>
                <a:gd name="connsiteY1226" fmla="*/ 974776 h 1796087"/>
                <a:gd name="connsiteX1227" fmla="*/ 1341808 w 2290556"/>
                <a:gd name="connsiteY1227" fmla="*/ 974338 h 1796087"/>
                <a:gd name="connsiteX1228" fmla="*/ 1336255 w 2290556"/>
                <a:gd name="connsiteY1228" fmla="*/ 974776 h 1796087"/>
                <a:gd name="connsiteX1229" fmla="*/ 1332553 w 2290556"/>
                <a:gd name="connsiteY1229" fmla="*/ 974237 h 1796087"/>
                <a:gd name="connsiteX1230" fmla="*/ 1327135 w 2290556"/>
                <a:gd name="connsiteY1230" fmla="*/ 973262 h 1796087"/>
                <a:gd name="connsiteX1231" fmla="*/ 1322558 w 2290556"/>
                <a:gd name="connsiteY1231" fmla="*/ 972051 h 1796087"/>
                <a:gd name="connsiteX1232" fmla="*/ 1317139 w 2290556"/>
                <a:gd name="connsiteY1232" fmla="*/ 971513 h 1796087"/>
                <a:gd name="connsiteX1233" fmla="*/ 1307582 w 2290556"/>
                <a:gd name="connsiteY1233" fmla="*/ 967711 h 1796087"/>
                <a:gd name="connsiteX1234" fmla="*/ 1302264 w 2290556"/>
                <a:gd name="connsiteY1234" fmla="*/ 968351 h 1796087"/>
                <a:gd name="connsiteX1235" fmla="*/ 1298024 w 2290556"/>
                <a:gd name="connsiteY1235" fmla="*/ 968351 h 1796087"/>
                <a:gd name="connsiteX1236" fmla="*/ 1293446 w 2290556"/>
                <a:gd name="connsiteY1236" fmla="*/ 967812 h 1796087"/>
                <a:gd name="connsiteX1237" fmla="*/ 1289307 w 2290556"/>
                <a:gd name="connsiteY1237" fmla="*/ 966063 h 1796087"/>
                <a:gd name="connsiteX1238" fmla="*/ 1284427 w 2290556"/>
                <a:gd name="connsiteY1238" fmla="*/ 963574 h 1796087"/>
                <a:gd name="connsiteX1239" fmla="*/ 1274735 w 2290556"/>
                <a:gd name="connsiteY1239" fmla="*/ 954760 h 1796087"/>
                <a:gd name="connsiteX1240" fmla="*/ 1272143 w 2290556"/>
                <a:gd name="connsiteY1240" fmla="*/ 952035 h 1796087"/>
                <a:gd name="connsiteX1241" fmla="*/ 1269653 w 2290556"/>
                <a:gd name="connsiteY1241" fmla="*/ 949546 h 1796087"/>
                <a:gd name="connsiteX1242" fmla="*/ 1267028 w 2290556"/>
                <a:gd name="connsiteY1242" fmla="*/ 948133 h 1796087"/>
                <a:gd name="connsiteX1243" fmla="*/ 1262249 w 2290556"/>
                <a:gd name="connsiteY1243" fmla="*/ 947494 h 1796087"/>
                <a:gd name="connsiteX1244" fmla="*/ 1253566 w 2290556"/>
                <a:gd name="connsiteY1244" fmla="*/ 947494 h 1796087"/>
                <a:gd name="connsiteX1245" fmla="*/ 1240508 w 2290556"/>
                <a:gd name="connsiteY1245" fmla="*/ 947494 h 1796087"/>
                <a:gd name="connsiteX1246" fmla="*/ 1236907 w 2290556"/>
                <a:gd name="connsiteY1246" fmla="*/ 947696 h 1796087"/>
                <a:gd name="connsiteX1247" fmla="*/ 1233340 w 2290556"/>
                <a:gd name="connsiteY1247" fmla="*/ 947830 h 1796087"/>
                <a:gd name="connsiteX1248" fmla="*/ 1229739 w 2290556"/>
                <a:gd name="connsiteY1248" fmla="*/ 948806 h 1796087"/>
                <a:gd name="connsiteX1249" fmla="*/ 1227450 w 2290556"/>
                <a:gd name="connsiteY1249" fmla="*/ 949344 h 1796087"/>
                <a:gd name="connsiteX1250" fmla="*/ 1222873 w 2290556"/>
                <a:gd name="connsiteY1250" fmla="*/ 951632 h 1796087"/>
                <a:gd name="connsiteX1251" fmla="*/ 1219507 w 2290556"/>
                <a:gd name="connsiteY1251" fmla="*/ 953280 h 1796087"/>
                <a:gd name="connsiteX1252" fmla="*/ 1216479 w 2290556"/>
                <a:gd name="connsiteY1252" fmla="*/ 955870 h 1796087"/>
                <a:gd name="connsiteX1253" fmla="*/ 1213753 w 2290556"/>
                <a:gd name="connsiteY1253" fmla="*/ 957922 h 1796087"/>
                <a:gd name="connsiteX1254" fmla="*/ 1210152 w 2290556"/>
                <a:gd name="connsiteY1254" fmla="*/ 960950 h 1796087"/>
                <a:gd name="connsiteX1255" fmla="*/ 1208099 w 2290556"/>
                <a:gd name="connsiteY1255" fmla="*/ 964953 h 1796087"/>
                <a:gd name="connsiteX1256" fmla="*/ 1205810 w 2290556"/>
                <a:gd name="connsiteY1256" fmla="*/ 969831 h 1796087"/>
                <a:gd name="connsiteX1257" fmla="*/ 1200358 w 2290556"/>
                <a:gd name="connsiteY1257" fmla="*/ 975684 h 1796087"/>
                <a:gd name="connsiteX1258" fmla="*/ 1198171 w 2290556"/>
                <a:gd name="connsiteY1258" fmla="*/ 985675 h 1796087"/>
                <a:gd name="connsiteX1259" fmla="*/ 1197194 w 2290556"/>
                <a:gd name="connsiteY1259" fmla="*/ 987962 h 1796087"/>
                <a:gd name="connsiteX1260" fmla="*/ 1195243 w 2290556"/>
                <a:gd name="connsiteY1260" fmla="*/ 992403 h 1796087"/>
                <a:gd name="connsiteX1261" fmla="*/ 1193728 w 2290556"/>
                <a:gd name="connsiteY1261" fmla="*/ 996641 h 1796087"/>
                <a:gd name="connsiteX1262" fmla="*/ 1191978 w 2290556"/>
                <a:gd name="connsiteY1262" fmla="*/ 1000544 h 1796087"/>
                <a:gd name="connsiteX1263" fmla="*/ 1191002 w 2290556"/>
                <a:gd name="connsiteY1263" fmla="*/ 1004984 h 1796087"/>
                <a:gd name="connsiteX1264" fmla="*/ 1190565 w 2290556"/>
                <a:gd name="connsiteY1264" fmla="*/ 1009559 h 1796087"/>
                <a:gd name="connsiteX1265" fmla="*/ 1189689 w 2290556"/>
                <a:gd name="connsiteY1265" fmla="*/ 1012721 h 1796087"/>
                <a:gd name="connsiteX1266" fmla="*/ 1188377 w 2290556"/>
                <a:gd name="connsiteY1266" fmla="*/ 1015648 h 1796087"/>
                <a:gd name="connsiteX1267" fmla="*/ 1185314 w 2290556"/>
                <a:gd name="connsiteY1267" fmla="*/ 1019348 h 1796087"/>
                <a:gd name="connsiteX1268" fmla="*/ 1184574 w 2290556"/>
                <a:gd name="connsiteY1268" fmla="*/ 1021299 h 1796087"/>
                <a:gd name="connsiteX1269" fmla="*/ 1184776 w 2290556"/>
                <a:gd name="connsiteY1269" fmla="*/ 1024764 h 1796087"/>
                <a:gd name="connsiteX1270" fmla="*/ 1184776 w 2290556"/>
                <a:gd name="connsiteY1270" fmla="*/ 1027691 h 1796087"/>
                <a:gd name="connsiteX1271" fmla="*/ 1185819 w 2290556"/>
                <a:gd name="connsiteY1271" fmla="*/ 1030752 h 1796087"/>
                <a:gd name="connsiteX1272" fmla="*/ 1188040 w 2290556"/>
                <a:gd name="connsiteY1272" fmla="*/ 1033342 h 1796087"/>
                <a:gd name="connsiteX1273" fmla="*/ 1191204 w 2290556"/>
                <a:gd name="connsiteY1273" fmla="*/ 1036942 h 1796087"/>
                <a:gd name="connsiteX1274" fmla="*/ 1192718 w 2290556"/>
                <a:gd name="connsiteY1274" fmla="*/ 1043569 h 1796087"/>
                <a:gd name="connsiteX1275" fmla="*/ 1192920 w 2290556"/>
                <a:gd name="connsiteY1275" fmla="*/ 1046731 h 1796087"/>
                <a:gd name="connsiteX1276" fmla="*/ 1198036 w 2290556"/>
                <a:gd name="connsiteY1276" fmla="*/ 1054434 h 1796087"/>
                <a:gd name="connsiteX1277" fmla="*/ 1201300 w 2290556"/>
                <a:gd name="connsiteY1277" fmla="*/ 1059850 h 1796087"/>
                <a:gd name="connsiteX1278" fmla="*/ 1207493 w 2290556"/>
                <a:gd name="connsiteY1278" fmla="*/ 1064863 h 1796087"/>
                <a:gd name="connsiteX1279" fmla="*/ 1218464 w 2290556"/>
                <a:gd name="connsiteY1279" fmla="*/ 1074854 h 1796087"/>
                <a:gd name="connsiteX1280" fmla="*/ 1221931 w 2290556"/>
                <a:gd name="connsiteY1280" fmla="*/ 1078991 h 1796087"/>
                <a:gd name="connsiteX1281" fmla="*/ 1225296 w 2290556"/>
                <a:gd name="connsiteY1281" fmla="*/ 1082153 h 1796087"/>
                <a:gd name="connsiteX1282" fmla="*/ 1226508 w 2290556"/>
                <a:gd name="connsiteY1282" fmla="*/ 1085618 h 1796087"/>
                <a:gd name="connsiteX1283" fmla="*/ 1226508 w 2290556"/>
                <a:gd name="connsiteY1283" fmla="*/ 1089857 h 1796087"/>
                <a:gd name="connsiteX1284" fmla="*/ 1226036 w 2290556"/>
                <a:gd name="connsiteY1284" fmla="*/ 1095845 h 1796087"/>
                <a:gd name="connsiteX1285" fmla="*/ 1222267 w 2290556"/>
                <a:gd name="connsiteY1285" fmla="*/ 1100622 h 1796087"/>
                <a:gd name="connsiteX1286" fmla="*/ 1217589 w 2290556"/>
                <a:gd name="connsiteY1286" fmla="*/ 1106273 h 1796087"/>
                <a:gd name="connsiteX1287" fmla="*/ 1207493 w 2290556"/>
                <a:gd name="connsiteY1287" fmla="*/ 1114851 h 1796087"/>
                <a:gd name="connsiteX1288" fmla="*/ 1196420 w 2290556"/>
                <a:gd name="connsiteY1288" fmla="*/ 1123429 h 1796087"/>
                <a:gd name="connsiteX1289" fmla="*/ 1185314 w 2290556"/>
                <a:gd name="connsiteY1289" fmla="*/ 1129518 h 1796087"/>
                <a:gd name="connsiteX1290" fmla="*/ 1166535 w 2290556"/>
                <a:gd name="connsiteY1290" fmla="*/ 1137423 h 1796087"/>
                <a:gd name="connsiteX1291" fmla="*/ 1159569 w 2290556"/>
                <a:gd name="connsiteY1291" fmla="*/ 1140586 h 1796087"/>
                <a:gd name="connsiteX1292" fmla="*/ 1153141 w 2290556"/>
                <a:gd name="connsiteY1292" fmla="*/ 1142436 h 1796087"/>
                <a:gd name="connsiteX1293" fmla="*/ 1148799 w 2290556"/>
                <a:gd name="connsiteY1293" fmla="*/ 1145160 h 1796087"/>
                <a:gd name="connsiteX1294" fmla="*/ 1144020 w 2290556"/>
                <a:gd name="connsiteY1294" fmla="*/ 1148087 h 1796087"/>
                <a:gd name="connsiteX1295" fmla="*/ 1140857 w 2290556"/>
                <a:gd name="connsiteY1295" fmla="*/ 1151552 h 1796087"/>
                <a:gd name="connsiteX1296" fmla="*/ 1137794 w 2290556"/>
                <a:gd name="connsiteY1296" fmla="*/ 1155589 h 1796087"/>
                <a:gd name="connsiteX1297" fmla="*/ 1135943 w 2290556"/>
                <a:gd name="connsiteY1297" fmla="*/ 1158852 h 1796087"/>
                <a:gd name="connsiteX1298" fmla="*/ 1134092 w 2290556"/>
                <a:gd name="connsiteY1298" fmla="*/ 1162014 h 1796087"/>
                <a:gd name="connsiteX1299" fmla="*/ 1131467 w 2290556"/>
                <a:gd name="connsiteY1299" fmla="*/ 1165378 h 1796087"/>
                <a:gd name="connsiteX1300" fmla="*/ 1129179 w 2290556"/>
                <a:gd name="connsiteY1300" fmla="*/ 1168103 h 1796087"/>
                <a:gd name="connsiteX1301" fmla="*/ 1126789 w 2290556"/>
                <a:gd name="connsiteY1301" fmla="*/ 1172341 h 1796087"/>
                <a:gd name="connsiteX1302" fmla="*/ 1123323 w 2290556"/>
                <a:gd name="connsiteY1302" fmla="*/ 1175941 h 1796087"/>
                <a:gd name="connsiteX1303" fmla="*/ 1120832 w 2290556"/>
                <a:gd name="connsiteY1303" fmla="*/ 1180818 h 1796087"/>
                <a:gd name="connsiteX1304" fmla="*/ 1115818 w 2290556"/>
                <a:gd name="connsiteY1304" fmla="*/ 1189195 h 1796087"/>
                <a:gd name="connsiteX1305" fmla="*/ 1094178 w 2290556"/>
                <a:gd name="connsiteY1305" fmla="*/ 1207562 h 1796087"/>
                <a:gd name="connsiteX1306" fmla="*/ 1091014 w 2290556"/>
                <a:gd name="connsiteY1306" fmla="*/ 1211599 h 1796087"/>
                <a:gd name="connsiteX1307" fmla="*/ 1087851 w 2290556"/>
                <a:gd name="connsiteY1307" fmla="*/ 1215198 h 1796087"/>
                <a:gd name="connsiteX1308" fmla="*/ 1084923 w 2290556"/>
                <a:gd name="connsiteY1308" fmla="*/ 1217048 h 1796087"/>
                <a:gd name="connsiteX1309" fmla="*/ 1080783 w 2290556"/>
                <a:gd name="connsiteY1309" fmla="*/ 1220110 h 1796087"/>
                <a:gd name="connsiteX1310" fmla="*/ 1076105 w 2290556"/>
                <a:gd name="connsiteY1310" fmla="*/ 1221422 h 1796087"/>
                <a:gd name="connsiteX1311" fmla="*/ 1070889 w 2290556"/>
                <a:gd name="connsiteY1311" fmla="*/ 1222498 h 1796087"/>
                <a:gd name="connsiteX1312" fmla="*/ 1067523 w 2290556"/>
                <a:gd name="connsiteY1312" fmla="*/ 1222935 h 1796087"/>
                <a:gd name="connsiteX1313" fmla="*/ 1062745 w 2290556"/>
                <a:gd name="connsiteY1313" fmla="*/ 1223373 h 1796087"/>
                <a:gd name="connsiteX1314" fmla="*/ 1055340 w 2290556"/>
                <a:gd name="connsiteY1314" fmla="*/ 1224146 h 1796087"/>
                <a:gd name="connsiteX1315" fmla="*/ 1051436 w 2290556"/>
                <a:gd name="connsiteY1315" fmla="*/ 1224584 h 1796087"/>
                <a:gd name="connsiteX1316" fmla="*/ 1046657 w 2290556"/>
                <a:gd name="connsiteY1316" fmla="*/ 1226636 h 1796087"/>
                <a:gd name="connsiteX1317" fmla="*/ 1040028 w 2290556"/>
                <a:gd name="connsiteY1317" fmla="*/ 1230235 h 1796087"/>
                <a:gd name="connsiteX1318" fmla="*/ 1034037 w 2290556"/>
                <a:gd name="connsiteY1318" fmla="*/ 1234238 h 1796087"/>
                <a:gd name="connsiteX1319" fmla="*/ 1025657 w 2290556"/>
                <a:gd name="connsiteY1319" fmla="*/ 1241504 h 1796087"/>
                <a:gd name="connsiteX1320" fmla="*/ 1016873 w 2290556"/>
                <a:gd name="connsiteY1320" fmla="*/ 1244734 h 1796087"/>
                <a:gd name="connsiteX1321" fmla="*/ 1002536 w 2290556"/>
                <a:gd name="connsiteY1321" fmla="*/ 1244734 h 1796087"/>
                <a:gd name="connsiteX1322" fmla="*/ 978944 w 2290556"/>
                <a:gd name="connsiteY1322" fmla="*/ 1246079 h 1796087"/>
                <a:gd name="connsiteX1323" fmla="*/ 959055 w 2290556"/>
                <a:gd name="connsiteY1323" fmla="*/ 1248199 h 1796087"/>
                <a:gd name="connsiteX1324" fmla="*/ 953199 w 2290556"/>
                <a:gd name="connsiteY1324" fmla="*/ 1248636 h 1796087"/>
                <a:gd name="connsiteX1325" fmla="*/ 941352 w 2290556"/>
                <a:gd name="connsiteY1325" fmla="*/ 1246786 h 1796087"/>
                <a:gd name="connsiteX1326" fmla="*/ 926242 w 2290556"/>
                <a:gd name="connsiteY1326" fmla="*/ 1245272 h 1796087"/>
                <a:gd name="connsiteX1327" fmla="*/ 916010 w 2290556"/>
                <a:gd name="connsiteY1327" fmla="*/ 1245474 h 1796087"/>
                <a:gd name="connsiteX1328" fmla="*/ 890130 w 2290556"/>
                <a:gd name="connsiteY1328" fmla="*/ 1246113 h 1796087"/>
                <a:gd name="connsiteX1329" fmla="*/ 883702 w 2290556"/>
                <a:gd name="connsiteY1329" fmla="*/ 1246449 h 1796087"/>
                <a:gd name="connsiteX1330" fmla="*/ 871250 w 2290556"/>
                <a:gd name="connsiteY1330" fmla="*/ 1248064 h 1796087"/>
                <a:gd name="connsiteX1331" fmla="*/ 860615 w 2290556"/>
                <a:gd name="connsiteY1331" fmla="*/ 1248064 h 1796087"/>
                <a:gd name="connsiteX1332" fmla="*/ 856576 w 2290556"/>
                <a:gd name="connsiteY1332" fmla="*/ 1245171 h 1796087"/>
                <a:gd name="connsiteX1333" fmla="*/ 852235 w 2290556"/>
                <a:gd name="connsiteY1333" fmla="*/ 1243388 h 1796087"/>
                <a:gd name="connsiteX1334" fmla="*/ 847692 w 2290556"/>
                <a:gd name="connsiteY1334" fmla="*/ 1242850 h 1796087"/>
                <a:gd name="connsiteX1335" fmla="*/ 842038 w 2290556"/>
                <a:gd name="connsiteY1335" fmla="*/ 1243085 h 1796087"/>
                <a:gd name="connsiteX1336" fmla="*/ 837898 w 2290556"/>
                <a:gd name="connsiteY1336" fmla="*/ 1243422 h 1796087"/>
                <a:gd name="connsiteX1337" fmla="*/ 833994 w 2290556"/>
                <a:gd name="connsiteY1337" fmla="*/ 1244734 h 1796087"/>
                <a:gd name="connsiteX1338" fmla="*/ 828677 w 2290556"/>
                <a:gd name="connsiteY1338" fmla="*/ 1247459 h 1796087"/>
                <a:gd name="connsiteX1339" fmla="*/ 815854 w 2290556"/>
                <a:gd name="connsiteY1339" fmla="*/ 1255936 h 1796087"/>
                <a:gd name="connsiteX1340" fmla="*/ 812354 w 2290556"/>
                <a:gd name="connsiteY1340" fmla="*/ 1260073 h 1796087"/>
                <a:gd name="connsiteX1341" fmla="*/ 803234 w 2290556"/>
                <a:gd name="connsiteY1341" fmla="*/ 1262361 h 1796087"/>
                <a:gd name="connsiteX1342" fmla="*/ 794214 w 2290556"/>
                <a:gd name="connsiteY1342" fmla="*/ 1262563 h 1796087"/>
                <a:gd name="connsiteX1343" fmla="*/ 785633 w 2290556"/>
                <a:gd name="connsiteY1343" fmla="*/ 1262462 h 1796087"/>
                <a:gd name="connsiteX1344" fmla="*/ 780079 w 2290556"/>
                <a:gd name="connsiteY1344" fmla="*/ 1263437 h 1796087"/>
                <a:gd name="connsiteX1345" fmla="*/ 770084 w 2290556"/>
                <a:gd name="connsiteY1345" fmla="*/ 1267239 h 1796087"/>
                <a:gd name="connsiteX1346" fmla="*/ 735184 w 2290556"/>
                <a:gd name="connsiteY1346" fmla="*/ 1282444 h 1796087"/>
                <a:gd name="connsiteX1347" fmla="*/ 719097 w 2290556"/>
                <a:gd name="connsiteY1347" fmla="*/ 1288734 h 1796087"/>
                <a:gd name="connsiteX1348" fmla="*/ 693890 w 2290556"/>
                <a:gd name="connsiteY1348" fmla="*/ 1299062 h 1796087"/>
                <a:gd name="connsiteX1349" fmla="*/ 667808 w 2290556"/>
                <a:gd name="connsiteY1349" fmla="*/ 1313291 h 1796087"/>
                <a:gd name="connsiteX1350" fmla="*/ 661817 w 2290556"/>
                <a:gd name="connsiteY1350" fmla="*/ 1316117 h 1796087"/>
                <a:gd name="connsiteX1351" fmla="*/ 655962 w 2290556"/>
                <a:gd name="connsiteY1351" fmla="*/ 1322105 h 1796087"/>
                <a:gd name="connsiteX1352" fmla="*/ 647817 w 2290556"/>
                <a:gd name="connsiteY1352" fmla="*/ 1326344 h 1796087"/>
                <a:gd name="connsiteX1353" fmla="*/ 645428 w 2290556"/>
                <a:gd name="connsiteY1353" fmla="*/ 1328934 h 1796087"/>
                <a:gd name="connsiteX1354" fmla="*/ 643476 w 2290556"/>
                <a:gd name="connsiteY1354" fmla="*/ 1332096 h 1796087"/>
                <a:gd name="connsiteX1355" fmla="*/ 638899 w 2290556"/>
                <a:gd name="connsiteY1355" fmla="*/ 1333946 h 1796087"/>
                <a:gd name="connsiteX1356" fmla="*/ 634423 w 2290556"/>
                <a:gd name="connsiteY1356" fmla="*/ 1332298 h 1796087"/>
                <a:gd name="connsiteX1357" fmla="*/ 633447 w 2290556"/>
                <a:gd name="connsiteY1357" fmla="*/ 1329573 h 1796087"/>
                <a:gd name="connsiteX1358" fmla="*/ 632134 w 2290556"/>
                <a:gd name="connsiteY1358" fmla="*/ 1325973 h 1796087"/>
                <a:gd name="connsiteX1359" fmla="*/ 627994 w 2290556"/>
                <a:gd name="connsiteY1359" fmla="*/ 1324998 h 1796087"/>
                <a:gd name="connsiteX1360" fmla="*/ 621600 w 2290556"/>
                <a:gd name="connsiteY1360" fmla="*/ 1324022 h 1796087"/>
                <a:gd name="connsiteX1361" fmla="*/ 616720 w 2290556"/>
                <a:gd name="connsiteY1361" fmla="*/ 1324897 h 1796087"/>
                <a:gd name="connsiteX1362" fmla="*/ 611066 w 2290556"/>
                <a:gd name="connsiteY1362" fmla="*/ 1325873 h 1796087"/>
                <a:gd name="connsiteX1363" fmla="*/ 606489 w 2290556"/>
                <a:gd name="connsiteY1363" fmla="*/ 1325873 h 1796087"/>
                <a:gd name="connsiteX1364" fmla="*/ 602047 w 2290556"/>
                <a:gd name="connsiteY1364" fmla="*/ 1324460 h 1796087"/>
                <a:gd name="connsiteX1365" fmla="*/ 600432 w 2290556"/>
                <a:gd name="connsiteY1365" fmla="*/ 1322408 h 1796087"/>
                <a:gd name="connsiteX1366" fmla="*/ 599119 w 2290556"/>
                <a:gd name="connsiteY1366" fmla="*/ 1318505 h 1796087"/>
                <a:gd name="connsiteX1367" fmla="*/ 599119 w 2290556"/>
                <a:gd name="connsiteY1367" fmla="*/ 1311542 h 1796087"/>
                <a:gd name="connsiteX1368" fmla="*/ 599119 w 2290556"/>
                <a:gd name="connsiteY1368" fmla="*/ 1308077 h 1796087"/>
                <a:gd name="connsiteX1369" fmla="*/ 599119 w 2290556"/>
                <a:gd name="connsiteY1369" fmla="*/ 1303199 h 1796087"/>
                <a:gd name="connsiteX1370" fmla="*/ 596561 w 2290556"/>
                <a:gd name="connsiteY1370" fmla="*/ 1299936 h 1796087"/>
                <a:gd name="connsiteX1371" fmla="*/ 594441 w 2290556"/>
                <a:gd name="connsiteY1371" fmla="*/ 1298288 h 1796087"/>
                <a:gd name="connsiteX1372" fmla="*/ 589426 w 2290556"/>
                <a:gd name="connsiteY1372" fmla="*/ 1297851 h 1796087"/>
                <a:gd name="connsiteX1373" fmla="*/ 584648 w 2290556"/>
                <a:gd name="connsiteY1373" fmla="*/ 1300475 h 1796087"/>
                <a:gd name="connsiteX1374" fmla="*/ 572262 w 2290556"/>
                <a:gd name="connsiteY1374" fmla="*/ 1303199 h 1796087"/>
                <a:gd name="connsiteX1375" fmla="*/ 539988 w 2290556"/>
                <a:gd name="connsiteY1375" fmla="*/ 1302224 h 1796087"/>
                <a:gd name="connsiteX1376" fmla="*/ 531170 w 2290556"/>
                <a:gd name="connsiteY1376" fmla="*/ 1300374 h 1796087"/>
                <a:gd name="connsiteX1377" fmla="*/ 518684 w 2290556"/>
                <a:gd name="connsiteY1377" fmla="*/ 1299297 h 1796087"/>
                <a:gd name="connsiteX1378" fmla="*/ 507275 w 2290556"/>
                <a:gd name="connsiteY1378" fmla="*/ 1294621 h 1796087"/>
                <a:gd name="connsiteX1379" fmla="*/ 486073 w 2290556"/>
                <a:gd name="connsiteY1379" fmla="*/ 1282881 h 1796087"/>
                <a:gd name="connsiteX1380" fmla="*/ 454774 w 2290556"/>
                <a:gd name="connsiteY1380" fmla="*/ 1267575 h 1796087"/>
                <a:gd name="connsiteX1381" fmla="*/ 438788 w 2290556"/>
                <a:gd name="connsiteY1381" fmla="*/ 1259434 h 1796087"/>
                <a:gd name="connsiteX1382" fmla="*/ 420750 w 2290556"/>
                <a:gd name="connsiteY1382" fmla="*/ 1254859 h 1796087"/>
                <a:gd name="connsiteX1383" fmla="*/ 411932 w 2290556"/>
                <a:gd name="connsiteY1383" fmla="*/ 1252471 h 1796087"/>
                <a:gd name="connsiteX1384" fmla="*/ 406480 w 2290556"/>
                <a:gd name="connsiteY1384" fmla="*/ 1250621 h 1796087"/>
                <a:gd name="connsiteX1385" fmla="*/ 398672 w 2290556"/>
                <a:gd name="connsiteY1385" fmla="*/ 1248232 h 1796087"/>
                <a:gd name="connsiteX1386" fmla="*/ 394634 w 2290556"/>
                <a:gd name="connsiteY1386" fmla="*/ 1246046 h 1796087"/>
                <a:gd name="connsiteX1387" fmla="*/ 391706 w 2290556"/>
                <a:gd name="connsiteY1387" fmla="*/ 1242244 h 1796087"/>
                <a:gd name="connsiteX1388" fmla="*/ 389619 w 2290556"/>
                <a:gd name="connsiteY1388" fmla="*/ 1238107 h 1796087"/>
                <a:gd name="connsiteX1389" fmla="*/ 389081 w 2290556"/>
                <a:gd name="connsiteY1389" fmla="*/ 1233532 h 1796087"/>
                <a:gd name="connsiteX1390" fmla="*/ 383629 w 2290556"/>
                <a:gd name="connsiteY1390" fmla="*/ 1227443 h 1796087"/>
                <a:gd name="connsiteX1391" fmla="*/ 376561 w 2290556"/>
                <a:gd name="connsiteY1391" fmla="*/ 1219067 h 1796087"/>
                <a:gd name="connsiteX1392" fmla="*/ 374912 w 2290556"/>
                <a:gd name="connsiteY1392" fmla="*/ 1215366 h 1796087"/>
                <a:gd name="connsiteX1393" fmla="*/ 371311 w 2290556"/>
                <a:gd name="connsiteY1393" fmla="*/ 1210791 h 1796087"/>
                <a:gd name="connsiteX1394" fmla="*/ 368383 w 2290556"/>
                <a:gd name="connsiteY1394" fmla="*/ 1208840 h 1796087"/>
                <a:gd name="connsiteX1395" fmla="*/ 365152 w 2290556"/>
                <a:gd name="connsiteY1395" fmla="*/ 1208100 h 1796087"/>
                <a:gd name="connsiteX1396" fmla="*/ 359936 w 2290556"/>
                <a:gd name="connsiteY1396" fmla="*/ 1208100 h 1796087"/>
                <a:gd name="connsiteX1397" fmla="*/ 355056 w 2290556"/>
                <a:gd name="connsiteY1397" fmla="*/ 1208100 h 1796087"/>
                <a:gd name="connsiteX1398" fmla="*/ 346036 w 2290556"/>
                <a:gd name="connsiteY1398" fmla="*/ 1206586 h 1796087"/>
                <a:gd name="connsiteX1399" fmla="*/ 337892 w 2290556"/>
                <a:gd name="connsiteY1399" fmla="*/ 1204534 h 1796087"/>
                <a:gd name="connsiteX1400" fmla="*/ 315949 w 2290556"/>
                <a:gd name="connsiteY1400" fmla="*/ 1193770 h 1796087"/>
                <a:gd name="connsiteX1401" fmla="*/ 284549 w 2290556"/>
                <a:gd name="connsiteY1401" fmla="*/ 1183005 h 1796087"/>
                <a:gd name="connsiteX1402" fmla="*/ 267285 w 2290556"/>
                <a:gd name="connsiteY1402" fmla="*/ 1182366 h 1796087"/>
                <a:gd name="connsiteX1403" fmla="*/ 213909 w 2290556"/>
                <a:gd name="connsiteY1403" fmla="*/ 1185528 h 1796087"/>
                <a:gd name="connsiteX1404" fmla="*/ 185773 w 2290556"/>
                <a:gd name="connsiteY1404" fmla="*/ 1185528 h 1796087"/>
                <a:gd name="connsiteX1405" fmla="*/ 139330 w 2290556"/>
                <a:gd name="connsiteY1405" fmla="*/ 1179607 h 1796087"/>
                <a:gd name="connsiteX1406" fmla="*/ 109075 w 2290556"/>
                <a:gd name="connsiteY1406" fmla="*/ 1171938 h 1796087"/>
                <a:gd name="connsiteX1407" fmla="*/ 84776 w 2290556"/>
                <a:gd name="connsiteY1407" fmla="*/ 1167026 h 1796087"/>
                <a:gd name="connsiteX1408" fmla="*/ 58593 w 2290556"/>
                <a:gd name="connsiteY1408" fmla="*/ 1161476 h 1796087"/>
                <a:gd name="connsiteX1409" fmla="*/ 23390 w 2290556"/>
                <a:gd name="connsiteY1409" fmla="*/ 1148625 h 1796087"/>
                <a:gd name="connsiteX1410" fmla="*/ 0 w 2290556"/>
                <a:gd name="connsiteY1410" fmla="*/ 1142974 h 1796087"/>
                <a:gd name="connsiteX1411" fmla="*/ 4341 w 2290556"/>
                <a:gd name="connsiteY1411" fmla="*/ 1164100 h 1796087"/>
                <a:gd name="connsiteX1412" fmla="*/ 9255 w 2290556"/>
                <a:gd name="connsiteY1412" fmla="*/ 1184956 h 1796087"/>
                <a:gd name="connsiteX1413" fmla="*/ 18813 w 2290556"/>
                <a:gd name="connsiteY1413" fmla="*/ 1206687 h 1796087"/>
                <a:gd name="connsiteX1414" fmla="*/ 19957 w 2290556"/>
                <a:gd name="connsiteY1414" fmla="*/ 1215232 h 1796087"/>
                <a:gd name="connsiteX1415" fmla="*/ 22919 w 2290556"/>
                <a:gd name="connsiteY1415" fmla="*/ 1221253 h 1796087"/>
                <a:gd name="connsiteX1416" fmla="*/ 24736 w 2290556"/>
                <a:gd name="connsiteY1416" fmla="*/ 1228553 h 1796087"/>
                <a:gd name="connsiteX1417" fmla="*/ 25375 w 2290556"/>
                <a:gd name="connsiteY1417" fmla="*/ 1231883 h 1796087"/>
                <a:gd name="connsiteX1418" fmla="*/ 27462 w 2290556"/>
                <a:gd name="connsiteY1418" fmla="*/ 1236896 h 1796087"/>
                <a:gd name="connsiteX1419" fmla="*/ 29784 w 2290556"/>
                <a:gd name="connsiteY1419" fmla="*/ 1241874 h 1796087"/>
                <a:gd name="connsiteX1420" fmla="*/ 28977 w 2290556"/>
                <a:gd name="connsiteY1420" fmla="*/ 1245205 h 1796087"/>
                <a:gd name="connsiteX1421" fmla="*/ 28842 w 2290556"/>
                <a:gd name="connsiteY1421" fmla="*/ 1248602 h 1796087"/>
                <a:gd name="connsiteX1422" fmla="*/ 31467 w 2290556"/>
                <a:gd name="connsiteY1422" fmla="*/ 1251933 h 1796087"/>
                <a:gd name="connsiteX1423" fmla="*/ 34294 w 2290556"/>
                <a:gd name="connsiteY1423" fmla="*/ 1256945 h 1796087"/>
                <a:gd name="connsiteX1424" fmla="*/ 33991 w 2290556"/>
                <a:gd name="connsiteY1424" fmla="*/ 1259266 h 1796087"/>
                <a:gd name="connsiteX1425" fmla="*/ 33688 w 2290556"/>
                <a:gd name="connsiteY1425" fmla="*/ 1262226 h 1796087"/>
                <a:gd name="connsiteX1426" fmla="*/ 36212 w 2290556"/>
                <a:gd name="connsiteY1426" fmla="*/ 1263976 h 1796087"/>
                <a:gd name="connsiteX1427" fmla="*/ 37794 w 2290556"/>
                <a:gd name="connsiteY1427" fmla="*/ 1265994 h 1796087"/>
                <a:gd name="connsiteX1428" fmla="*/ 38366 w 2290556"/>
                <a:gd name="connsiteY1428" fmla="*/ 1267878 h 1796087"/>
                <a:gd name="connsiteX1429" fmla="*/ 38871 w 2290556"/>
                <a:gd name="connsiteY1429" fmla="*/ 1270132 h 1796087"/>
                <a:gd name="connsiteX1430" fmla="*/ 36616 w 2290556"/>
                <a:gd name="connsiteY1430" fmla="*/ 1272621 h 1796087"/>
                <a:gd name="connsiteX1431" fmla="*/ 30020 w 2290556"/>
                <a:gd name="connsiteY1431" fmla="*/ 1276961 h 1796087"/>
                <a:gd name="connsiteX1432" fmla="*/ 25948 w 2290556"/>
                <a:gd name="connsiteY1432" fmla="*/ 1279214 h 1796087"/>
                <a:gd name="connsiteX1433" fmla="*/ 22246 w 2290556"/>
                <a:gd name="connsiteY1433" fmla="*/ 1280896 h 1796087"/>
                <a:gd name="connsiteX1434" fmla="*/ 17467 w 2290556"/>
                <a:gd name="connsiteY1434" fmla="*/ 1283285 h 1796087"/>
                <a:gd name="connsiteX1435" fmla="*/ 15885 w 2290556"/>
                <a:gd name="connsiteY1435" fmla="*/ 1284294 h 1796087"/>
                <a:gd name="connsiteX1436" fmla="*/ 15077 w 2290556"/>
                <a:gd name="connsiteY1436" fmla="*/ 1286178 h 1796087"/>
                <a:gd name="connsiteX1437" fmla="*/ 15077 w 2290556"/>
                <a:gd name="connsiteY1437" fmla="*/ 1288062 h 1796087"/>
                <a:gd name="connsiteX1438" fmla="*/ 16827 w 2290556"/>
                <a:gd name="connsiteY1438" fmla="*/ 1291022 h 1796087"/>
                <a:gd name="connsiteX1439" fmla="*/ 20294 w 2290556"/>
                <a:gd name="connsiteY1439" fmla="*/ 1294924 h 1796087"/>
                <a:gd name="connsiteX1440" fmla="*/ 22380 w 2290556"/>
                <a:gd name="connsiteY1440" fmla="*/ 1300340 h 1796087"/>
                <a:gd name="connsiteX1441" fmla="*/ 25780 w 2290556"/>
                <a:gd name="connsiteY1441" fmla="*/ 1304612 h 1796087"/>
                <a:gd name="connsiteX1442" fmla="*/ 25780 w 2290556"/>
                <a:gd name="connsiteY1442" fmla="*/ 1307371 h 1796087"/>
                <a:gd name="connsiteX1443" fmla="*/ 29414 w 2290556"/>
                <a:gd name="connsiteY1443" fmla="*/ 1314469 h 1796087"/>
                <a:gd name="connsiteX1444" fmla="*/ 32174 w 2290556"/>
                <a:gd name="connsiteY1444" fmla="*/ 1318674 h 1796087"/>
                <a:gd name="connsiteX1445" fmla="*/ 34058 w 2290556"/>
                <a:gd name="connsiteY1445" fmla="*/ 1323585 h 1796087"/>
                <a:gd name="connsiteX1446" fmla="*/ 36313 w 2290556"/>
                <a:gd name="connsiteY1446" fmla="*/ 1327151 h 1796087"/>
                <a:gd name="connsiteX1447" fmla="*/ 38905 w 2290556"/>
                <a:gd name="connsiteY1447" fmla="*/ 1330784 h 1796087"/>
                <a:gd name="connsiteX1448" fmla="*/ 40924 w 2290556"/>
                <a:gd name="connsiteY1448" fmla="*/ 1332163 h 1796087"/>
                <a:gd name="connsiteX1449" fmla="*/ 44626 w 2290556"/>
                <a:gd name="connsiteY1449" fmla="*/ 1334854 h 1796087"/>
                <a:gd name="connsiteX1450" fmla="*/ 46814 w 2290556"/>
                <a:gd name="connsiteY1450" fmla="*/ 1336435 h 1796087"/>
                <a:gd name="connsiteX1451" fmla="*/ 47116 w 2290556"/>
                <a:gd name="connsiteY1451" fmla="*/ 1339900 h 1796087"/>
                <a:gd name="connsiteX1452" fmla="*/ 50145 w 2290556"/>
                <a:gd name="connsiteY1452" fmla="*/ 1343432 h 1796087"/>
                <a:gd name="connsiteX1453" fmla="*/ 54419 w 2290556"/>
                <a:gd name="connsiteY1453" fmla="*/ 1347267 h 1796087"/>
                <a:gd name="connsiteX1454" fmla="*/ 59064 w 2290556"/>
                <a:gd name="connsiteY1454" fmla="*/ 1350530 h 1796087"/>
                <a:gd name="connsiteX1455" fmla="*/ 60881 w 2290556"/>
                <a:gd name="connsiteY1455" fmla="*/ 1352852 h 1796087"/>
                <a:gd name="connsiteX1456" fmla="*/ 63203 w 2290556"/>
                <a:gd name="connsiteY1456" fmla="*/ 1352482 h 1796087"/>
                <a:gd name="connsiteX1457" fmla="*/ 65896 w 2290556"/>
                <a:gd name="connsiteY1457" fmla="*/ 1352482 h 1796087"/>
                <a:gd name="connsiteX1458" fmla="*/ 68723 w 2290556"/>
                <a:gd name="connsiteY1458" fmla="*/ 1355509 h 1796087"/>
                <a:gd name="connsiteX1459" fmla="*/ 69362 w 2290556"/>
                <a:gd name="connsiteY1459" fmla="*/ 1357830 h 1796087"/>
                <a:gd name="connsiteX1460" fmla="*/ 74074 w 2290556"/>
                <a:gd name="connsiteY1460" fmla="*/ 1358705 h 1796087"/>
                <a:gd name="connsiteX1461" fmla="*/ 74444 w 2290556"/>
                <a:gd name="connsiteY1461" fmla="*/ 1360959 h 1796087"/>
                <a:gd name="connsiteX1462" fmla="*/ 74579 w 2290556"/>
                <a:gd name="connsiteY1462" fmla="*/ 1362641 h 1796087"/>
                <a:gd name="connsiteX1463" fmla="*/ 74646 w 2290556"/>
                <a:gd name="connsiteY1463" fmla="*/ 1365904 h 1796087"/>
                <a:gd name="connsiteX1464" fmla="*/ 74579 w 2290556"/>
                <a:gd name="connsiteY1464" fmla="*/ 1369671 h 1796087"/>
                <a:gd name="connsiteX1465" fmla="*/ 73838 w 2290556"/>
                <a:gd name="connsiteY1465" fmla="*/ 1372363 h 1796087"/>
                <a:gd name="connsiteX1466" fmla="*/ 72593 w 2290556"/>
                <a:gd name="connsiteY1466" fmla="*/ 1373607 h 1796087"/>
                <a:gd name="connsiteX1467" fmla="*/ 70944 w 2290556"/>
                <a:gd name="connsiteY1467" fmla="*/ 1375424 h 1796087"/>
                <a:gd name="connsiteX1468" fmla="*/ 70641 w 2290556"/>
                <a:gd name="connsiteY1468" fmla="*/ 1377812 h 1796087"/>
                <a:gd name="connsiteX1469" fmla="*/ 71280 w 2290556"/>
                <a:gd name="connsiteY1469" fmla="*/ 1379898 h 1796087"/>
                <a:gd name="connsiteX1470" fmla="*/ 70910 w 2290556"/>
                <a:gd name="connsiteY1470" fmla="*/ 1382656 h 1796087"/>
                <a:gd name="connsiteX1471" fmla="*/ 69732 w 2290556"/>
                <a:gd name="connsiteY1471" fmla="*/ 1383228 h 1796087"/>
                <a:gd name="connsiteX1472" fmla="*/ 67410 w 2290556"/>
                <a:gd name="connsiteY1472" fmla="*/ 1385045 h 1796087"/>
                <a:gd name="connsiteX1473" fmla="*/ 66535 w 2290556"/>
                <a:gd name="connsiteY1473" fmla="*/ 1386121 h 1796087"/>
                <a:gd name="connsiteX1474" fmla="*/ 65223 w 2290556"/>
                <a:gd name="connsiteY1474" fmla="*/ 1389822 h 1796087"/>
                <a:gd name="connsiteX1475" fmla="*/ 64583 w 2290556"/>
                <a:gd name="connsiteY1475" fmla="*/ 1392849 h 1796087"/>
                <a:gd name="connsiteX1476" fmla="*/ 63944 w 2290556"/>
                <a:gd name="connsiteY1476" fmla="*/ 1395036 h 1796087"/>
                <a:gd name="connsiteX1477" fmla="*/ 63304 w 2290556"/>
                <a:gd name="connsiteY1477" fmla="*/ 1396919 h 1796087"/>
                <a:gd name="connsiteX1478" fmla="*/ 62227 w 2290556"/>
                <a:gd name="connsiteY1478" fmla="*/ 1399308 h 1796087"/>
                <a:gd name="connsiteX1479" fmla="*/ 61352 w 2290556"/>
                <a:gd name="connsiteY1479" fmla="*/ 1401494 h 1796087"/>
                <a:gd name="connsiteX1480" fmla="*/ 63742 w 2290556"/>
                <a:gd name="connsiteY1480" fmla="*/ 1402571 h 1796087"/>
                <a:gd name="connsiteX1481" fmla="*/ 67444 w 2290556"/>
                <a:gd name="connsiteY1481" fmla="*/ 1402874 h 1796087"/>
                <a:gd name="connsiteX1482" fmla="*/ 70136 w 2290556"/>
                <a:gd name="connsiteY1482" fmla="*/ 1402672 h 1796087"/>
                <a:gd name="connsiteX1483" fmla="*/ 71011 w 2290556"/>
                <a:gd name="connsiteY1483" fmla="*/ 1402100 h 1796087"/>
                <a:gd name="connsiteX1484" fmla="*/ 71718 w 2290556"/>
                <a:gd name="connsiteY1484" fmla="*/ 1399779 h 1796087"/>
                <a:gd name="connsiteX1485" fmla="*/ 75622 w 2290556"/>
                <a:gd name="connsiteY1485" fmla="*/ 1400216 h 1796087"/>
                <a:gd name="connsiteX1486" fmla="*/ 75622 w 2290556"/>
                <a:gd name="connsiteY1486" fmla="*/ 1402806 h 1796087"/>
                <a:gd name="connsiteX1487" fmla="*/ 79761 w 2290556"/>
                <a:gd name="connsiteY1487" fmla="*/ 1404690 h 1796087"/>
                <a:gd name="connsiteX1488" fmla="*/ 86223 w 2290556"/>
                <a:gd name="connsiteY1488" fmla="*/ 1405397 h 1796087"/>
                <a:gd name="connsiteX1489" fmla="*/ 92180 w 2290556"/>
                <a:gd name="connsiteY1489" fmla="*/ 1405531 h 1796087"/>
                <a:gd name="connsiteX1490" fmla="*/ 94065 w 2290556"/>
                <a:gd name="connsiteY1490" fmla="*/ 1403345 h 1796087"/>
                <a:gd name="connsiteX1491" fmla="*/ 95815 w 2290556"/>
                <a:gd name="connsiteY1491" fmla="*/ 1399140 h 1796087"/>
                <a:gd name="connsiteX1492" fmla="*/ 99719 w 2290556"/>
                <a:gd name="connsiteY1492" fmla="*/ 1397559 h 1796087"/>
                <a:gd name="connsiteX1493" fmla="*/ 103925 w 2290556"/>
                <a:gd name="connsiteY1493" fmla="*/ 1393656 h 1796087"/>
                <a:gd name="connsiteX1494" fmla="*/ 109579 w 2290556"/>
                <a:gd name="connsiteY1494" fmla="*/ 1388577 h 1796087"/>
                <a:gd name="connsiteX1495" fmla="*/ 115806 w 2290556"/>
                <a:gd name="connsiteY1495" fmla="*/ 1385246 h 1796087"/>
                <a:gd name="connsiteX1496" fmla="*/ 119878 w 2290556"/>
                <a:gd name="connsiteY1496" fmla="*/ 1384675 h 1796087"/>
                <a:gd name="connsiteX1497" fmla="*/ 122334 w 2290556"/>
                <a:gd name="connsiteY1497" fmla="*/ 1383228 h 1796087"/>
                <a:gd name="connsiteX1498" fmla="*/ 124656 w 2290556"/>
                <a:gd name="connsiteY1498" fmla="*/ 1380335 h 1796087"/>
                <a:gd name="connsiteX1499" fmla="*/ 126844 w 2290556"/>
                <a:gd name="connsiteY1499" fmla="*/ 1380032 h 1796087"/>
                <a:gd name="connsiteX1500" fmla="*/ 129604 w 2290556"/>
                <a:gd name="connsiteY1500" fmla="*/ 1380167 h 1796087"/>
                <a:gd name="connsiteX1501" fmla="*/ 132195 w 2290556"/>
                <a:gd name="connsiteY1501" fmla="*/ 1377543 h 1796087"/>
                <a:gd name="connsiteX1502" fmla="*/ 135090 w 2290556"/>
                <a:gd name="connsiteY1502" fmla="*/ 1375357 h 1796087"/>
                <a:gd name="connsiteX1503" fmla="*/ 142494 w 2290556"/>
                <a:gd name="connsiteY1503" fmla="*/ 1374482 h 1796087"/>
                <a:gd name="connsiteX1504" fmla="*/ 148148 w 2290556"/>
                <a:gd name="connsiteY1504" fmla="*/ 1375491 h 1796087"/>
                <a:gd name="connsiteX1505" fmla="*/ 152051 w 2290556"/>
                <a:gd name="connsiteY1505" fmla="*/ 1373876 h 1796087"/>
                <a:gd name="connsiteX1506" fmla="*/ 157133 w 2290556"/>
                <a:gd name="connsiteY1506" fmla="*/ 1372867 h 1796087"/>
                <a:gd name="connsiteX1507" fmla="*/ 161037 w 2290556"/>
                <a:gd name="connsiteY1507" fmla="*/ 1375121 h 1796087"/>
                <a:gd name="connsiteX1508" fmla="*/ 162484 w 2290556"/>
                <a:gd name="connsiteY1508" fmla="*/ 1375256 h 1796087"/>
                <a:gd name="connsiteX1509" fmla="*/ 165244 w 2290556"/>
                <a:gd name="connsiteY1509" fmla="*/ 1376635 h 1796087"/>
                <a:gd name="connsiteX1510" fmla="*/ 168206 w 2290556"/>
                <a:gd name="connsiteY1510" fmla="*/ 1376635 h 1796087"/>
                <a:gd name="connsiteX1511" fmla="*/ 170965 w 2290556"/>
                <a:gd name="connsiteY1511" fmla="*/ 1376568 h 1796087"/>
                <a:gd name="connsiteX1512" fmla="*/ 174297 w 2290556"/>
                <a:gd name="connsiteY1512" fmla="*/ 1376500 h 1796087"/>
                <a:gd name="connsiteX1513" fmla="*/ 178437 w 2290556"/>
                <a:gd name="connsiteY1513" fmla="*/ 1376870 h 1796087"/>
                <a:gd name="connsiteX1514" fmla="*/ 180321 w 2290556"/>
                <a:gd name="connsiteY1514" fmla="*/ 1376063 h 1796087"/>
                <a:gd name="connsiteX1515" fmla="*/ 181634 w 2290556"/>
                <a:gd name="connsiteY1515" fmla="*/ 1375188 h 1796087"/>
                <a:gd name="connsiteX1516" fmla="*/ 182139 w 2290556"/>
                <a:gd name="connsiteY1516" fmla="*/ 1373876 h 1796087"/>
                <a:gd name="connsiteX1517" fmla="*/ 182711 w 2290556"/>
                <a:gd name="connsiteY1517" fmla="*/ 1372564 h 1796087"/>
                <a:gd name="connsiteX1518" fmla="*/ 183720 w 2290556"/>
                <a:gd name="connsiteY1518" fmla="*/ 1371320 h 1796087"/>
                <a:gd name="connsiteX1519" fmla="*/ 183855 w 2290556"/>
                <a:gd name="connsiteY1519" fmla="*/ 1369571 h 1796087"/>
                <a:gd name="connsiteX1520" fmla="*/ 185437 w 2290556"/>
                <a:gd name="connsiteY1520" fmla="*/ 1367552 h 1796087"/>
                <a:gd name="connsiteX1521" fmla="*/ 187187 w 2290556"/>
                <a:gd name="connsiteY1521" fmla="*/ 1366677 h 1796087"/>
                <a:gd name="connsiteX1522" fmla="*/ 188567 w 2290556"/>
                <a:gd name="connsiteY1522" fmla="*/ 1368494 h 1796087"/>
                <a:gd name="connsiteX1523" fmla="*/ 192908 w 2290556"/>
                <a:gd name="connsiteY1523" fmla="*/ 1369941 h 1796087"/>
                <a:gd name="connsiteX1524" fmla="*/ 194860 w 2290556"/>
                <a:gd name="connsiteY1524" fmla="*/ 1370580 h 1796087"/>
                <a:gd name="connsiteX1525" fmla="*/ 200278 w 2290556"/>
                <a:gd name="connsiteY1525" fmla="*/ 1372463 h 1796087"/>
                <a:gd name="connsiteX1526" fmla="*/ 201591 w 2290556"/>
                <a:gd name="connsiteY1526" fmla="*/ 1372463 h 1796087"/>
                <a:gd name="connsiteX1527" fmla="*/ 204351 w 2290556"/>
                <a:gd name="connsiteY1527" fmla="*/ 1373473 h 1796087"/>
                <a:gd name="connsiteX1528" fmla="*/ 208995 w 2290556"/>
                <a:gd name="connsiteY1528" fmla="*/ 1374785 h 1796087"/>
                <a:gd name="connsiteX1529" fmla="*/ 211687 w 2290556"/>
                <a:gd name="connsiteY1529" fmla="*/ 1375121 h 1796087"/>
                <a:gd name="connsiteX1530" fmla="*/ 214380 w 2290556"/>
                <a:gd name="connsiteY1530" fmla="*/ 1375155 h 1796087"/>
                <a:gd name="connsiteX1531" fmla="*/ 216567 w 2290556"/>
                <a:gd name="connsiteY1531" fmla="*/ 1375155 h 1796087"/>
                <a:gd name="connsiteX1532" fmla="*/ 218519 w 2290556"/>
                <a:gd name="connsiteY1532" fmla="*/ 1375155 h 1796087"/>
                <a:gd name="connsiteX1533" fmla="*/ 218755 w 2290556"/>
                <a:gd name="connsiteY1533" fmla="*/ 1376399 h 1796087"/>
                <a:gd name="connsiteX1534" fmla="*/ 220269 w 2290556"/>
                <a:gd name="connsiteY1534" fmla="*/ 1378216 h 1796087"/>
                <a:gd name="connsiteX1535" fmla="*/ 223534 w 2290556"/>
                <a:gd name="connsiteY1535" fmla="*/ 1379898 h 1796087"/>
                <a:gd name="connsiteX1536" fmla="*/ 226428 w 2290556"/>
                <a:gd name="connsiteY1536" fmla="*/ 1381916 h 1796087"/>
                <a:gd name="connsiteX1537" fmla="*/ 228952 w 2290556"/>
                <a:gd name="connsiteY1537" fmla="*/ 1384237 h 1796087"/>
                <a:gd name="connsiteX1538" fmla="*/ 229827 w 2290556"/>
                <a:gd name="connsiteY1538" fmla="*/ 1385751 h 1796087"/>
                <a:gd name="connsiteX1539" fmla="*/ 230399 w 2290556"/>
                <a:gd name="connsiteY1539" fmla="*/ 1388510 h 1796087"/>
                <a:gd name="connsiteX1540" fmla="*/ 230534 w 2290556"/>
                <a:gd name="connsiteY1540" fmla="*/ 1391638 h 1796087"/>
                <a:gd name="connsiteX1541" fmla="*/ 232082 w 2290556"/>
                <a:gd name="connsiteY1541" fmla="*/ 1394464 h 1796087"/>
                <a:gd name="connsiteX1542" fmla="*/ 233496 w 2290556"/>
                <a:gd name="connsiteY1542" fmla="*/ 1395978 h 1796087"/>
                <a:gd name="connsiteX1543" fmla="*/ 234371 w 2290556"/>
                <a:gd name="connsiteY1543" fmla="*/ 1397290 h 1796087"/>
                <a:gd name="connsiteX1544" fmla="*/ 235683 w 2290556"/>
                <a:gd name="connsiteY1544" fmla="*/ 1401629 h 1796087"/>
                <a:gd name="connsiteX1545" fmla="*/ 235246 w 2290556"/>
                <a:gd name="connsiteY1545" fmla="*/ 1402605 h 1796087"/>
                <a:gd name="connsiteX1546" fmla="*/ 233933 w 2290556"/>
                <a:gd name="connsiteY1546" fmla="*/ 1404118 h 1796087"/>
                <a:gd name="connsiteX1547" fmla="*/ 232957 w 2290556"/>
                <a:gd name="connsiteY1547" fmla="*/ 1405195 h 1796087"/>
                <a:gd name="connsiteX1548" fmla="*/ 233933 w 2290556"/>
                <a:gd name="connsiteY1548" fmla="*/ 1407045 h 1796087"/>
                <a:gd name="connsiteX1549" fmla="*/ 233933 w 2290556"/>
                <a:gd name="connsiteY1549" fmla="*/ 1410846 h 1796087"/>
                <a:gd name="connsiteX1550" fmla="*/ 232991 w 2290556"/>
                <a:gd name="connsiteY1550" fmla="*/ 1413470 h 1796087"/>
                <a:gd name="connsiteX1551" fmla="*/ 231846 w 2290556"/>
                <a:gd name="connsiteY1551" fmla="*/ 1414984 h 1796087"/>
                <a:gd name="connsiteX1552" fmla="*/ 230668 w 2290556"/>
                <a:gd name="connsiteY1552" fmla="*/ 1416632 h 1796087"/>
                <a:gd name="connsiteX1553" fmla="*/ 228178 w 2290556"/>
                <a:gd name="connsiteY1553" fmla="*/ 1419021 h 1796087"/>
                <a:gd name="connsiteX1554" fmla="*/ 227101 w 2290556"/>
                <a:gd name="connsiteY1554" fmla="*/ 1420333 h 1796087"/>
                <a:gd name="connsiteX1555" fmla="*/ 224813 w 2290556"/>
                <a:gd name="connsiteY1555" fmla="*/ 1422519 h 1796087"/>
                <a:gd name="connsiteX1556" fmla="*/ 223063 w 2290556"/>
                <a:gd name="connsiteY1556" fmla="*/ 1423730 h 1796087"/>
                <a:gd name="connsiteX1557" fmla="*/ 221548 w 2290556"/>
                <a:gd name="connsiteY1557" fmla="*/ 1424941 h 1796087"/>
                <a:gd name="connsiteX1558" fmla="*/ 219697 w 2290556"/>
                <a:gd name="connsiteY1558" fmla="*/ 1426556 h 1796087"/>
                <a:gd name="connsiteX1559" fmla="*/ 218284 w 2290556"/>
                <a:gd name="connsiteY1559" fmla="*/ 1428171 h 1796087"/>
                <a:gd name="connsiteX1560" fmla="*/ 218485 w 2290556"/>
                <a:gd name="connsiteY1560" fmla="*/ 1430660 h 1796087"/>
                <a:gd name="connsiteX1561" fmla="*/ 217308 w 2290556"/>
                <a:gd name="connsiteY1561" fmla="*/ 1432073 h 1796087"/>
                <a:gd name="connsiteX1562" fmla="*/ 216231 w 2290556"/>
                <a:gd name="connsiteY1562" fmla="*/ 1432611 h 1796087"/>
                <a:gd name="connsiteX1563" fmla="*/ 214178 w 2290556"/>
                <a:gd name="connsiteY1563" fmla="*/ 1434024 h 1796087"/>
                <a:gd name="connsiteX1564" fmla="*/ 210577 w 2290556"/>
                <a:gd name="connsiteY1564" fmla="*/ 1439036 h 1796087"/>
                <a:gd name="connsiteX1565" fmla="*/ 208961 w 2290556"/>
                <a:gd name="connsiteY1565" fmla="*/ 1441425 h 1796087"/>
                <a:gd name="connsiteX1566" fmla="*/ 206908 w 2290556"/>
                <a:gd name="connsiteY1566" fmla="*/ 1444015 h 1796087"/>
                <a:gd name="connsiteX1567" fmla="*/ 205832 w 2290556"/>
                <a:gd name="connsiteY1567" fmla="*/ 1446504 h 1796087"/>
                <a:gd name="connsiteX1568" fmla="*/ 206807 w 2290556"/>
                <a:gd name="connsiteY1568" fmla="*/ 1448691 h 1796087"/>
                <a:gd name="connsiteX1569" fmla="*/ 208019 w 2290556"/>
                <a:gd name="connsiteY1569" fmla="*/ 1452694 h 1796087"/>
                <a:gd name="connsiteX1570" fmla="*/ 207245 w 2290556"/>
                <a:gd name="connsiteY1570" fmla="*/ 1454746 h 1796087"/>
                <a:gd name="connsiteX1571" fmla="*/ 205192 w 2290556"/>
                <a:gd name="connsiteY1571" fmla="*/ 1456260 h 1796087"/>
                <a:gd name="connsiteX1572" fmla="*/ 202601 w 2290556"/>
                <a:gd name="connsiteY1572" fmla="*/ 1458177 h 1796087"/>
                <a:gd name="connsiteX1573" fmla="*/ 200110 w 2290556"/>
                <a:gd name="connsiteY1573" fmla="*/ 1458312 h 1796087"/>
                <a:gd name="connsiteX1574" fmla="*/ 196644 w 2290556"/>
                <a:gd name="connsiteY1574" fmla="*/ 1458312 h 1796087"/>
                <a:gd name="connsiteX1575" fmla="*/ 196442 w 2290556"/>
                <a:gd name="connsiteY1575" fmla="*/ 1458312 h 1796087"/>
                <a:gd name="connsiteX1576" fmla="*/ 195028 w 2290556"/>
                <a:gd name="connsiteY1576" fmla="*/ 1459557 h 1796087"/>
                <a:gd name="connsiteX1577" fmla="*/ 193716 w 2290556"/>
                <a:gd name="connsiteY1577" fmla="*/ 1461239 h 1796087"/>
                <a:gd name="connsiteX1578" fmla="*/ 192201 w 2290556"/>
                <a:gd name="connsiteY1578" fmla="*/ 1463425 h 1796087"/>
                <a:gd name="connsiteX1579" fmla="*/ 190451 w 2290556"/>
                <a:gd name="connsiteY1579" fmla="*/ 1465174 h 1796087"/>
                <a:gd name="connsiteX1580" fmla="*/ 187961 w 2290556"/>
                <a:gd name="connsiteY1580" fmla="*/ 1467025 h 1796087"/>
                <a:gd name="connsiteX1581" fmla="*/ 186884 w 2290556"/>
                <a:gd name="connsiteY1581" fmla="*/ 1467025 h 1796087"/>
                <a:gd name="connsiteX1582" fmla="*/ 182744 w 2290556"/>
                <a:gd name="connsiteY1582" fmla="*/ 1467025 h 1796087"/>
                <a:gd name="connsiteX1583" fmla="*/ 180793 w 2290556"/>
                <a:gd name="connsiteY1583" fmla="*/ 1467025 h 1796087"/>
                <a:gd name="connsiteX1584" fmla="*/ 178605 w 2290556"/>
                <a:gd name="connsiteY1584" fmla="*/ 1467899 h 1796087"/>
                <a:gd name="connsiteX1585" fmla="*/ 177393 w 2290556"/>
                <a:gd name="connsiteY1585" fmla="*/ 1468875 h 1796087"/>
                <a:gd name="connsiteX1586" fmla="*/ 175879 w 2290556"/>
                <a:gd name="connsiteY1586" fmla="*/ 1470287 h 1796087"/>
                <a:gd name="connsiteX1587" fmla="*/ 173388 w 2290556"/>
                <a:gd name="connsiteY1587" fmla="*/ 1472474 h 1796087"/>
                <a:gd name="connsiteX1588" fmla="*/ 171538 w 2290556"/>
                <a:gd name="connsiteY1588" fmla="*/ 1473248 h 1796087"/>
                <a:gd name="connsiteX1589" fmla="*/ 170124 w 2290556"/>
                <a:gd name="connsiteY1589" fmla="*/ 1474324 h 1796087"/>
                <a:gd name="connsiteX1590" fmla="*/ 167936 w 2290556"/>
                <a:gd name="connsiteY1590" fmla="*/ 1475535 h 1796087"/>
                <a:gd name="connsiteX1591" fmla="*/ 166186 w 2290556"/>
                <a:gd name="connsiteY1591" fmla="*/ 1478126 h 1796087"/>
                <a:gd name="connsiteX1592" fmla="*/ 165311 w 2290556"/>
                <a:gd name="connsiteY1592" fmla="*/ 1479875 h 1796087"/>
                <a:gd name="connsiteX1593" fmla="*/ 164436 w 2290556"/>
                <a:gd name="connsiteY1593" fmla="*/ 1482465 h 1796087"/>
                <a:gd name="connsiteX1594" fmla="*/ 163898 w 2290556"/>
                <a:gd name="connsiteY1594" fmla="*/ 1483542 h 1796087"/>
                <a:gd name="connsiteX1595" fmla="*/ 161508 w 2290556"/>
                <a:gd name="connsiteY1595" fmla="*/ 1485022 h 1796087"/>
                <a:gd name="connsiteX1596" fmla="*/ 158917 w 2290556"/>
                <a:gd name="connsiteY1596" fmla="*/ 1485156 h 1796087"/>
                <a:gd name="connsiteX1597" fmla="*/ 154475 w 2290556"/>
                <a:gd name="connsiteY1597" fmla="*/ 1485156 h 1796087"/>
                <a:gd name="connsiteX1598" fmla="*/ 159254 w 2290556"/>
                <a:gd name="connsiteY1598" fmla="*/ 1488621 h 1796087"/>
                <a:gd name="connsiteX1599" fmla="*/ 161980 w 2290556"/>
                <a:gd name="connsiteY1599" fmla="*/ 1487847 h 1796087"/>
                <a:gd name="connsiteX1600" fmla="*/ 166119 w 2290556"/>
                <a:gd name="connsiteY1600" fmla="*/ 1486603 h 1796087"/>
                <a:gd name="connsiteX1601" fmla="*/ 168744 w 2290556"/>
                <a:gd name="connsiteY1601" fmla="*/ 1486636 h 1796087"/>
                <a:gd name="connsiteX1602" fmla="*/ 173523 w 2290556"/>
                <a:gd name="connsiteY1602" fmla="*/ 1486636 h 1796087"/>
                <a:gd name="connsiteX1603" fmla="*/ 180691 w 2290556"/>
                <a:gd name="connsiteY1603" fmla="*/ 1488150 h 1796087"/>
                <a:gd name="connsiteX1604" fmla="*/ 184057 w 2290556"/>
                <a:gd name="connsiteY1604" fmla="*/ 1488688 h 1796087"/>
                <a:gd name="connsiteX1605" fmla="*/ 189711 w 2290556"/>
                <a:gd name="connsiteY1605" fmla="*/ 1492490 h 1796087"/>
                <a:gd name="connsiteX1606" fmla="*/ 191764 w 2290556"/>
                <a:gd name="connsiteY1606" fmla="*/ 1498040 h 1796087"/>
                <a:gd name="connsiteX1607" fmla="*/ 196980 w 2290556"/>
                <a:gd name="connsiteY1607" fmla="*/ 1497401 h 1796087"/>
                <a:gd name="connsiteX1608" fmla="*/ 200884 w 2290556"/>
                <a:gd name="connsiteY1608" fmla="*/ 1500025 h 1796087"/>
                <a:gd name="connsiteX1609" fmla="*/ 204788 w 2290556"/>
                <a:gd name="connsiteY1609" fmla="*/ 1502514 h 1796087"/>
                <a:gd name="connsiteX1610" fmla="*/ 208591 w 2290556"/>
                <a:gd name="connsiteY1610" fmla="*/ 1505105 h 1796087"/>
                <a:gd name="connsiteX1611" fmla="*/ 214043 w 2290556"/>
                <a:gd name="connsiteY1611" fmla="*/ 1506955 h 1796087"/>
                <a:gd name="connsiteX1612" fmla="*/ 220337 w 2290556"/>
                <a:gd name="connsiteY1612" fmla="*/ 1506955 h 1796087"/>
                <a:gd name="connsiteX1613" fmla="*/ 224039 w 2290556"/>
                <a:gd name="connsiteY1613" fmla="*/ 1507661 h 1796087"/>
                <a:gd name="connsiteX1614" fmla="*/ 227202 w 2290556"/>
                <a:gd name="connsiteY1614" fmla="*/ 1508569 h 1796087"/>
                <a:gd name="connsiteX1615" fmla="*/ 229491 w 2290556"/>
                <a:gd name="connsiteY1615" fmla="*/ 1511732 h 1796087"/>
                <a:gd name="connsiteX1616" fmla="*/ 227976 w 2290556"/>
                <a:gd name="connsiteY1616" fmla="*/ 1514793 h 1796087"/>
                <a:gd name="connsiteX1617" fmla="*/ 229188 w 2290556"/>
                <a:gd name="connsiteY1617" fmla="*/ 1516979 h 1796087"/>
                <a:gd name="connsiteX1618" fmla="*/ 230803 w 2290556"/>
                <a:gd name="connsiteY1618" fmla="*/ 1518930 h 1796087"/>
                <a:gd name="connsiteX1619" fmla="*/ 230904 w 2290556"/>
                <a:gd name="connsiteY1619" fmla="*/ 1522395 h 1796087"/>
                <a:gd name="connsiteX1620" fmla="*/ 230668 w 2290556"/>
                <a:gd name="connsiteY1620" fmla="*/ 1525658 h 1796087"/>
                <a:gd name="connsiteX1621" fmla="*/ 230231 w 2290556"/>
                <a:gd name="connsiteY1621" fmla="*/ 1528921 h 1796087"/>
                <a:gd name="connsiteX1622" fmla="*/ 230769 w 2290556"/>
                <a:gd name="connsiteY1622" fmla="*/ 1531949 h 1796087"/>
                <a:gd name="connsiteX1623" fmla="*/ 234673 w 2290556"/>
                <a:gd name="connsiteY1623" fmla="*/ 1532723 h 1796087"/>
                <a:gd name="connsiteX1624" fmla="*/ 234673 w 2290556"/>
                <a:gd name="connsiteY1624" fmla="*/ 1534674 h 1796087"/>
                <a:gd name="connsiteX1625" fmla="*/ 236625 w 2290556"/>
                <a:gd name="connsiteY1625" fmla="*/ 1536524 h 1796087"/>
                <a:gd name="connsiteX1626" fmla="*/ 240092 w 2290556"/>
                <a:gd name="connsiteY1626" fmla="*/ 1536524 h 1796087"/>
                <a:gd name="connsiteX1627" fmla="*/ 242279 w 2290556"/>
                <a:gd name="connsiteY1627" fmla="*/ 1536524 h 1796087"/>
                <a:gd name="connsiteX1628" fmla="*/ 245308 w 2290556"/>
                <a:gd name="connsiteY1628" fmla="*/ 1537836 h 1796087"/>
                <a:gd name="connsiteX1629" fmla="*/ 247799 w 2290556"/>
                <a:gd name="connsiteY1629" fmla="*/ 1542714 h 1796087"/>
                <a:gd name="connsiteX1630" fmla="*/ 245308 w 2290556"/>
                <a:gd name="connsiteY1630" fmla="*/ 1549004 h 1796087"/>
                <a:gd name="connsiteX1631" fmla="*/ 245847 w 2290556"/>
                <a:gd name="connsiteY1631" fmla="*/ 1550417 h 1796087"/>
                <a:gd name="connsiteX1632" fmla="*/ 250087 w 2290556"/>
                <a:gd name="connsiteY1632" fmla="*/ 1552032 h 1796087"/>
                <a:gd name="connsiteX1633" fmla="*/ 251938 w 2290556"/>
                <a:gd name="connsiteY1633" fmla="*/ 1551258 h 1796087"/>
                <a:gd name="connsiteX1634" fmla="*/ 254227 w 2290556"/>
                <a:gd name="connsiteY1634" fmla="*/ 1550922 h 1796087"/>
                <a:gd name="connsiteX1635" fmla="*/ 256078 w 2290556"/>
                <a:gd name="connsiteY1635" fmla="*/ 1551124 h 1796087"/>
                <a:gd name="connsiteX1636" fmla="*/ 258905 w 2290556"/>
                <a:gd name="connsiteY1636" fmla="*/ 1552099 h 1796087"/>
                <a:gd name="connsiteX1637" fmla="*/ 260419 w 2290556"/>
                <a:gd name="connsiteY1637" fmla="*/ 1553075 h 1796087"/>
                <a:gd name="connsiteX1638" fmla="*/ 261934 w 2290556"/>
                <a:gd name="connsiteY1638" fmla="*/ 1552200 h 1796087"/>
                <a:gd name="connsiteX1639" fmla="*/ 262674 w 2290556"/>
                <a:gd name="connsiteY1639" fmla="*/ 1550350 h 1796087"/>
                <a:gd name="connsiteX1640" fmla="*/ 266140 w 2290556"/>
                <a:gd name="connsiteY1640" fmla="*/ 1550350 h 1796087"/>
                <a:gd name="connsiteX1641" fmla="*/ 267890 w 2290556"/>
                <a:gd name="connsiteY1641" fmla="*/ 1550350 h 1796087"/>
                <a:gd name="connsiteX1642" fmla="*/ 269641 w 2290556"/>
                <a:gd name="connsiteY1642" fmla="*/ 1550350 h 1796087"/>
                <a:gd name="connsiteX1643" fmla="*/ 273006 w 2290556"/>
                <a:gd name="connsiteY1643" fmla="*/ 1550350 h 1796087"/>
                <a:gd name="connsiteX1644" fmla="*/ 275496 w 2290556"/>
                <a:gd name="connsiteY1644" fmla="*/ 1551325 h 1796087"/>
                <a:gd name="connsiteX1645" fmla="*/ 277886 w 2290556"/>
                <a:gd name="connsiteY1645" fmla="*/ 1554488 h 1796087"/>
                <a:gd name="connsiteX1646" fmla="*/ 277886 w 2290556"/>
                <a:gd name="connsiteY1646" fmla="*/ 1557650 h 1796087"/>
                <a:gd name="connsiteX1647" fmla="*/ 276371 w 2290556"/>
                <a:gd name="connsiteY1647" fmla="*/ 1559399 h 1796087"/>
                <a:gd name="connsiteX1648" fmla="*/ 274184 w 2290556"/>
                <a:gd name="connsiteY1648" fmla="*/ 1561787 h 1796087"/>
                <a:gd name="connsiteX1649" fmla="*/ 275261 w 2290556"/>
                <a:gd name="connsiteY1649" fmla="*/ 1564277 h 1796087"/>
                <a:gd name="connsiteX1650" fmla="*/ 275059 w 2290556"/>
                <a:gd name="connsiteY1650" fmla="*/ 1567304 h 1796087"/>
                <a:gd name="connsiteX1651" fmla="*/ 274184 w 2290556"/>
                <a:gd name="connsiteY1651" fmla="*/ 1568280 h 1796087"/>
                <a:gd name="connsiteX1652" fmla="*/ 272669 w 2290556"/>
                <a:gd name="connsiteY1652" fmla="*/ 1570130 h 1796087"/>
                <a:gd name="connsiteX1653" fmla="*/ 273208 w 2290556"/>
                <a:gd name="connsiteY1653" fmla="*/ 1571543 h 1796087"/>
                <a:gd name="connsiteX1654" fmla="*/ 274419 w 2290556"/>
                <a:gd name="connsiteY1654" fmla="*/ 1574369 h 1796087"/>
                <a:gd name="connsiteX1655" fmla="*/ 272905 w 2290556"/>
                <a:gd name="connsiteY1655" fmla="*/ 1575882 h 1796087"/>
                <a:gd name="connsiteX1656" fmla="*/ 271391 w 2290556"/>
                <a:gd name="connsiteY1656" fmla="*/ 1577497 h 1796087"/>
                <a:gd name="connsiteX1657" fmla="*/ 270145 w 2290556"/>
                <a:gd name="connsiteY1657" fmla="*/ 1579549 h 1796087"/>
                <a:gd name="connsiteX1658" fmla="*/ 272568 w 2290556"/>
                <a:gd name="connsiteY1658" fmla="*/ 1581937 h 1796087"/>
                <a:gd name="connsiteX1659" fmla="*/ 274083 w 2290556"/>
                <a:gd name="connsiteY1659" fmla="*/ 1583249 h 1796087"/>
                <a:gd name="connsiteX1660" fmla="*/ 274083 w 2290556"/>
                <a:gd name="connsiteY1660" fmla="*/ 1586613 h 1796087"/>
                <a:gd name="connsiteX1661" fmla="*/ 271357 w 2290556"/>
                <a:gd name="connsiteY1661" fmla="*/ 1589103 h 1796087"/>
                <a:gd name="connsiteX1662" fmla="*/ 270145 w 2290556"/>
                <a:gd name="connsiteY1662" fmla="*/ 1592029 h 1796087"/>
                <a:gd name="connsiteX1663" fmla="*/ 272333 w 2290556"/>
                <a:gd name="connsiteY1663" fmla="*/ 1593442 h 1796087"/>
                <a:gd name="connsiteX1664" fmla="*/ 275799 w 2290556"/>
                <a:gd name="connsiteY1664" fmla="*/ 1593442 h 1796087"/>
                <a:gd name="connsiteX1665" fmla="*/ 277852 w 2290556"/>
                <a:gd name="connsiteY1665" fmla="*/ 1594418 h 1796087"/>
                <a:gd name="connsiteX1666" fmla="*/ 278391 w 2290556"/>
                <a:gd name="connsiteY1666" fmla="*/ 1596705 h 1796087"/>
                <a:gd name="connsiteX1667" fmla="*/ 280343 w 2290556"/>
                <a:gd name="connsiteY1667" fmla="*/ 1599430 h 1796087"/>
                <a:gd name="connsiteX1668" fmla="*/ 283069 w 2290556"/>
                <a:gd name="connsiteY1668" fmla="*/ 1601280 h 1796087"/>
                <a:gd name="connsiteX1669" fmla="*/ 286535 w 2290556"/>
                <a:gd name="connsiteY1669" fmla="*/ 1601919 h 1796087"/>
                <a:gd name="connsiteX1670" fmla="*/ 289463 w 2290556"/>
                <a:gd name="connsiteY1670" fmla="*/ 1601583 h 1796087"/>
                <a:gd name="connsiteX1671" fmla="*/ 291213 w 2290556"/>
                <a:gd name="connsiteY1671" fmla="*/ 1600069 h 1796087"/>
                <a:gd name="connsiteX1672" fmla="*/ 293704 w 2290556"/>
                <a:gd name="connsiteY1672" fmla="*/ 1598757 h 1796087"/>
                <a:gd name="connsiteX1673" fmla="*/ 296968 w 2290556"/>
                <a:gd name="connsiteY1673" fmla="*/ 1596032 h 1796087"/>
                <a:gd name="connsiteX1674" fmla="*/ 299256 w 2290556"/>
                <a:gd name="connsiteY1674" fmla="*/ 1594821 h 1796087"/>
                <a:gd name="connsiteX1675" fmla="*/ 303396 w 2290556"/>
                <a:gd name="connsiteY1675" fmla="*/ 1594384 h 1796087"/>
                <a:gd name="connsiteX1676" fmla="*/ 307536 w 2290556"/>
                <a:gd name="connsiteY1676" fmla="*/ 1595360 h 1796087"/>
                <a:gd name="connsiteX1677" fmla="*/ 309588 w 2290556"/>
                <a:gd name="connsiteY1677" fmla="*/ 1597546 h 1796087"/>
                <a:gd name="connsiteX1678" fmla="*/ 307199 w 2290556"/>
                <a:gd name="connsiteY1678" fmla="*/ 1601348 h 1796087"/>
                <a:gd name="connsiteX1679" fmla="*/ 304709 w 2290556"/>
                <a:gd name="connsiteY1679" fmla="*/ 1602121 h 1796087"/>
                <a:gd name="connsiteX1680" fmla="*/ 302218 w 2290556"/>
                <a:gd name="connsiteY1680" fmla="*/ 1603534 h 1796087"/>
                <a:gd name="connsiteX1681" fmla="*/ 300603 w 2290556"/>
                <a:gd name="connsiteY1681" fmla="*/ 1605822 h 1796087"/>
                <a:gd name="connsiteX1682" fmla="*/ 300603 w 2290556"/>
                <a:gd name="connsiteY1682" fmla="*/ 1607133 h 1796087"/>
                <a:gd name="connsiteX1683" fmla="*/ 302891 w 2290556"/>
                <a:gd name="connsiteY1683" fmla="*/ 1610397 h 1796087"/>
                <a:gd name="connsiteX1684" fmla="*/ 304641 w 2290556"/>
                <a:gd name="connsiteY1684" fmla="*/ 1612684 h 1796087"/>
                <a:gd name="connsiteX1685" fmla="*/ 306156 w 2290556"/>
                <a:gd name="connsiteY1685" fmla="*/ 1613861 h 1796087"/>
                <a:gd name="connsiteX1686" fmla="*/ 308747 w 2290556"/>
                <a:gd name="connsiteY1686" fmla="*/ 1614938 h 1796087"/>
                <a:gd name="connsiteX1687" fmla="*/ 310767 w 2290556"/>
                <a:gd name="connsiteY1687" fmla="*/ 1616687 h 1796087"/>
                <a:gd name="connsiteX1688" fmla="*/ 310867 w 2290556"/>
                <a:gd name="connsiteY1688" fmla="*/ 1618201 h 1796087"/>
                <a:gd name="connsiteX1689" fmla="*/ 310935 w 2290556"/>
                <a:gd name="connsiteY1689" fmla="*/ 1620690 h 1796087"/>
                <a:gd name="connsiteX1690" fmla="*/ 310935 w 2290556"/>
                <a:gd name="connsiteY1690" fmla="*/ 1623852 h 1796087"/>
                <a:gd name="connsiteX1691" fmla="*/ 312012 w 2290556"/>
                <a:gd name="connsiteY1691" fmla="*/ 1626880 h 1796087"/>
                <a:gd name="connsiteX1692" fmla="*/ 314401 w 2290556"/>
                <a:gd name="connsiteY1692" fmla="*/ 1628495 h 1796087"/>
                <a:gd name="connsiteX1693" fmla="*/ 316252 w 2290556"/>
                <a:gd name="connsiteY1693" fmla="*/ 1629033 h 1796087"/>
                <a:gd name="connsiteX1694" fmla="*/ 319853 w 2290556"/>
                <a:gd name="connsiteY1694" fmla="*/ 1628932 h 1796087"/>
                <a:gd name="connsiteX1695" fmla="*/ 322041 w 2290556"/>
                <a:gd name="connsiteY1695" fmla="*/ 1628932 h 1796087"/>
                <a:gd name="connsiteX1696" fmla="*/ 324329 w 2290556"/>
                <a:gd name="connsiteY1696" fmla="*/ 1629033 h 1796087"/>
                <a:gd name="connsiteX1697" fmla="*/ 326517 w 2290556"/>
                <a:gd name="connsiteY1697" fmla="*/ 1630547 h 1796087"/>
                <a:gd name="connsiteX1698" fmla="*/ 328368 w 2290556"/>
                <a:gd name="connsiteY1698" fmla="*/ 1632599 h 1796087"/>
                <a:gd name="connsiteX1699" fmla="*/ 329344 w 2290556"/>
                <a:gd name="connsiteY1699" fmla="*/ 1634012 h 1796087"/>
                <a:gd name="connsiteX1700" fmla="*/ 331632 w 2290556"/>
                <a:gd name="connsiteY1700" fmla="*/ 1638788 h 1796087"/>
                <a:gd name="connsiteX1701" fmla="*/ 335435 w 2290556"/>
                <a:gd name="connsiteY1701" fmla="*/ 1641951 h 1796087"/>
                <a:gd name="connsiteX1702" fmla="*/ 336411 w 2290556"/>
                <a:gd name="connsiteY1702" fmla="*/ 1641311 h 1796087"/>
                <a:gd name="connsiteX1703" fmla="*/ 339777 w 2290556"/>
                <a:gd name="connsiteY1703" fmla="*/ 1638486 h 1796087"/>
                <a:gd name="connsiteX1704" fmla="*/ 343041 w 2290556"/>
                <a:gd name="connsiteY1704" fmla="*/ 1637510 h 1796087"/>
                <a:gd name="connsiteX1705" fmla="*/ 346844 w 2290556"/>
                <a:gd name="connsiteY1705" fmla="*/ 1639260 h 1796087"/>
                <a:gd name="connsiteX1706" fmla="*/ 348695 w 2290556"/>
                <a:gd name="connsiteY1706" fmla="*/ 1643834 h 1796087"/>
                <a:gd name="connsiteX1707" fmla="*/ 350782 w 2290556"/>
                <a:gd name="connsiteY1707" fmla="*/ 1646223 h 1796087"/>
                <a:gd name="connsiteX1708" fmla="*/ 354147 w 2290556"/>
                <a:gd name="connsiteY1708" fmla="*/ 1646660 h 1796087"/>
                <a:gd name="connsiteX1709" fmla="*/ 356335 w 2290556"/>
                <a:gd name="connsiteY1709" fmla="*/ 1646021 h 1796087"/>
                <a:gd name="connsiteX1710" fmla="*/ 357109 w 2290556"/>
                <a:gd name="connsiteY1710" fmla="*/ 1642758 h 1796087"/>
                <a:gd name="connsiteX1711" fmla="*/ 357546 w 2290556"/>
                <a:gd name="connsiteY1711" fmla="*/ 1640033 h 1796087"/>
                <a:gd name="connsiteX1712" fmla="*/ 359734 w 2290556"/>
                <a:gd name="connsiteY1712" fmla="*/ 1636669 h 1796087"/>
                <a:gd name="connsiteX1713" fmla="*/ 363200 w 2290556"/>
                <a:gd name="connsiteY1713" fmla="*/ 1633406 h 1796087"/>
                <a:gd name="connsiteX1714" fmla="*/ 364614 w 2290556"/>
                <a:gd name="connsiteY1714" fmla="*/ 1631657 h 1796087"/>
                <a:gd name="connsiteX1715" fmla="*/ 368619 w 2290556"/>
                <a:gd name="connsiteY1715" fmla="*/ 1627317 h 1796087"/>
                <a:gd name="connsiteX1716" fmla="*/ 371883 w 2290556"/>
                <a:gd name="connsiteY1716" fmla="*/ 1625366 h 1796087"/>
                <a:gd name="connsiteX1717" fmla="*/ 377436 w 2290556"/>
                <a:gd name="connsiteY1717" fmla="*/ 1621767 h 1796087"/>
                <a:gd name="connsiteX1718" fmla="*/ 380162 w 2290556"/>
                <a:gd name="connsiteY1718" fmla="*/ 1619177 h 1796087"/>
                <a:gd name="connsiteX1719" fmla="*/ 379186 w 2290556"/>
                <a:gd name="connsiteY1719" fmla="*/ 1616889 h 1796087"/>
                <a:gd name="connsiteX1720" fmla="*/ 375720 w 2290556"/>
                <a:gd name="connsiteY1720" fmla="*/ 1614299 h 1796087"/>
                <a:gd name="connsiteX1721" fmla="*/ 374205 w 2290556"/>
                <a:gd name="connsiteY1721" fmla="*/ 1612785 h 1796087"/>
                <a:gd name="connsiteX1722" fmla="*/ 370503 w 2290556"/>
                <a:gd name="connsiteY1722" fmla="*/ 1609320 h 1796087"/>
                <a:gd name="connsiteX1723" fmla="*/ 368652 w 2290556"/>
                <a:gd name="connsiteY1723" fmla="*/ 1605519 h 1796087"/>
                <a:gd name="connsiteX1724" fmla="*/ 367474 w 2290556"/>
                <a:gd name="connsiteY1724" fmla="*/ 1602054 h 1796087"/>
                <a:gd name="connsiteX1725" fmla="*/ 366397 w 2290556"/>
                <a:gd name="connsiteY1725" fmla="*/ 1598354 h 1796087"/>
                <a:gd name="connsiteX1726" fmla="*/ 361719 w 2290556"/>
                <a:gd name="connsiteY1726" fmla="*/ 1595965 h 1796087"/>
                <a:gd name="connsiteX1727" fmla="*/ 356604 w 2290556"/>
                <a:gd name="connsiteY1727" fmla="*/ 1593341 h 1796087"/>
                <a:gd name="connsiteX1728" fmla="*/ 353239 w 2290556"/>
                <a:gd name="connsiteY1728" fmla="*/ 1591592 h 1796087"/>
                <a:gd name="connsiteX1729" fmla="*/ 352464 w 2290556"/>
                <a:gd name="connsiteY1729" fmla="*/ 1588766 h 1796087"/>
                <a:gd name="connsiteX1730" fmla="*/ 353339 w 2290556"/>
                <a:gd name="connsiteY1730" fmla="*/ 1586580 h 1796087"/>
                <a:gd name="connsiteX1731" fmla="*/ 357142 w 2290556"/>
                <a:gd name="connsiteY1731" fmla="*/ 1586042 h 1796087"/>
                <a:gd name="connsiteX1732" fmla="*/ 358993 w 2290556"/>
                <a:gd name="connsiteY1732" fmla="*/ 1586243 h 1796087"/>
                <a:gd name="connsiteX1733" fmla="*/ 363873 w 2290556"/>
                <a:gd name="connsiteY1733" fmla="*/ 1588194 h 1796087"/>
                <a:gd name="connsiteX1734" fmla="*/ 367575 w 2290556"/>
                <a:gd name="connsiteY1734" fmla="*/ 1589506 h 1796087"/>
                <a:gd name="connsiteX1735" fmla="*/ 371479 w 2290556"/>
                <a:gd name="connsiteY1735" fmla="*/ 1590280 h 1796087"/>
                <a:gd name="connsiteX1736" fmla="*/ 375821 w 2290556"/>
                <a:gd name="connsiteY1736" fmla="*/ 1592029 h 1796087"/>
                <a:gd name="connsiteX1737" fmla="*/ 379523 w 2290556"/>
                <a:gd name="connsiteY1737" fmla="*/ 1592029 h 1796087"/>
                <a:gd name="connsiteX1738" fmla="*/ 382451 w 2290556"/>
                <a:gd name="connsiteY1738" fmla="*/ 1591659 h 1796087"/>
                <a:gd name="connsiteX1739" fmla="*/ 385278 w 2290556"/>
                <a:gd name="connsiteY1739" fmla="*/ 1589742 h 1796087"/>
                <a:gd name="connsiteX1740" fmla="*/ 389855 w 2290556"/>
                <a:gd name="connsiteY1740" fmla="*/ 1588329 h 1796087"/>
                <a:gd name="connsiteX1741" fmla="*/ 395509 w 2290556"/>
                <a:gd name="connsiteY1741" fmla="*/ 1586277 h 1796087"/>
                <a:gd name="connsiteX1742" fmla="*/ 397696 w 2290556"/>
                <a:gd name="connsiteY1742" fmla="*/ 1584662 h 1796087"/>
                <a:gd name="connsiteX1743" fmla="*/ 401062 w 2290556"/>
                <a:gd name="connsiteY1743" fmla="*/ 1583586 h 1796087"/>
                <a:gd name="connsiteX1744" fmla="*/ 405403 w 2290556"/>
                <a:gd name="connsiteY1744" fmla="*/ 1583384 h 1796087"/>
                <a:gd name="connsiteX1745" fmla="*/ 409105 w 2290556"/>
                <a:gd name="connsiteY1745" fmla="*/ 1583384 h 1796087"/>
                <a:gd name="connsiteX1746" fmla="*/ 410418 w 2290556"/>
                <a:gd name="connsiteY1746" fmla="*/ 1581534 h 1796087"/>
                <a:gd name="connsiteX1747" fmla="*/ 412370 w 2290556"/>
                <a:gd name="connsiteY1747" fmla="*/ 1579919 h 1796087"/>
                <a:gd name="connsiteX1748" fmla="*/ 415836 w 2290556"/>
                <a:gd name="connsiteY1748" fmla="*/ 1577968 h 1796087"/>
                <a:gd name="connsiteX1749" fmla="*/ 419303 w 2290556"/>
                <a:gd name="connsiteY1749" fmla="*/ 1578405 h 1796087"/>
                <a:gd name="connsiteX1750" fmla="*/ 422029 w 2290556"/>
                <a:gd name="connsiteY1750" fmla="*/ 1582543 h 1796087"/>
                <a:gd name="connsiteX1751" fmla="*/ 423106 w 2290556"/>
                <a:gd name="connsiteY1751" fmla="*/ 1584393 h 1796087"/>
                <a:gd name="connsiteX1752" fmla="*/ 425596 w 2290556"/>
                <a:gd name="connsiteY1752" fmla="*/ 1588733 h 1796087"/>
                <a:gd name="connsiteX1753" fmla="*/ 429500 w 2290556"/>
                <a:gd name="connsiteY1753" fmla="*/ 1591222 h 1796087"/>
                <a:gd name="connsiteX1754" fmla="*/ 431889 w 2290556"/>
                <a:gd name="connsiteY1754" fmla="*/ 1591323 h 1796087"/>
                <a:gd name="connsiteX1755" fmla="*/ 438082 w 2290556"/>
                <a:gd name="connsiteY1755" fmla="*/ 1591088 h 1796087"/>
                <a:gd name="connsiteX1756" fmla="*/ 442861 w 2290556"/>
                <a:gd name="connsiteY1756" fmla="*/ 1591962 h 1796087"/>
                <a:gd name="connsiteX1757" fmla="*/ 445048 w 2290556"/>
                <a:gd name="connsiteY1757" fmla="*/ 1594149 h 1796087"/>
                <a:gd name="connsiteX1758" fmla="*/ 447236 w 2290556"/>
                <a:gd name="connsiteY1758" fmla="*/ 1597311 h 1796087"/>
                <a:gd name="connsiteX1759" fmla="*/ 453765 w 2290556"/>
                <a:gd name="connsiteY1759" fmla="*/ 1597849 h 1796087"/>
                <a:gd name="connsiteX1760" fmla="*/ 460395 w 2290556"/>
                <a:gd name="connsiteY1760" fmla="*/ 1597647 h 1796087"/>
                <a:gd name="connsiteX1761" fmla="*/ 464501 w 2290556"/>
                <a:gd name="connsiteY1761" fmla="*/ 1597311 h 1796087"/>
                <a:gd name="connsiteX1762" fmla="*/ 470255 w 2290556"/>
                <a:gd name="connsiteY1762" fmla="*/ 1597311 h 1796087"/>
                <a:gd name="connsiteX1763" fmla="*/ 472544 w 2290556"/>
                <a:gd name="connsiteY1763" fmla="*/ 1596537 h 1796087"/>
                <a:gd name="connsiteX1764" fmla="*/ 475035 w 2290556"/>
                <a:gd name="connsiteY1764" fmla="*/ 1595461 h 1796087"/>
                <a:gd name="connsiteX1765" fmla="*/ 476246 w 2290556"/>
                <a:gd name="connsiteY1765" fmla="*/ 1594149 h 1796087"/>
                <a:gd name="connsiteX1766" fmla="*/ 481799 w 2290556"/>
                <a:gd name="connsiteY1766" fmla="*/ 1589675 h 1796087"/>
                <a:gd name="connsiteX1767" fmla="*/ 487453 w 2290556"/>
                <a:gd name="connsiteY1767" fmla="*/ 1585873 h 1796087"/>
                <a:gd name="connsiteX1768" fmla="*/ 491256 w 2290556"/>
                <a:gd name="connsiteY1768" fmla="*/ 1583384 h 1796087"/>
                <a:gd name="connsiteX1769" fmla="*/ 494184 w 2290556"/>
                <a:gd name="connsiteY1769" fmla="*/ 1580895 h 1796087"/>
                <a:gd name="connsiteX1770" fmla="*/ 496237 w 2290556"/>
                <a:gd name="connsiteY1770" fmla="*/ 1577531 h 1796087"/>
                <a:gd name="connsiteX1771" fmla="*/ 498290 w 2290556"/>
                <a:gd name="connsiteY1771" fmla="*/ 1575781 h 1796087"/>
                <a:gd name="connsiteX1772" fmla="*/ 500242 w 2290556"/>
                <a:gd name="connsiteY1772" fmla="*/ 1575580 h 1796087"/>
                <a:gd name="connsiteX1773" fmla="*/ 503843 w 2290556"/>
                <a:gd name="connsiteY1773" fmla="*/ 1573931 h 1796087"/>
                <a:gd name="connsiteX1774" fmla="*/ 507982 w 2290556"/>
                <a:gd name="connsiteY1774" fmla="*/ 1571980 h 1796087"/>
                <a:gd name="connsiteX1775" fmla="*/ 512559 w 2290556"/>
                <a:gd name="connsiteY1775" fmla="*/ 1571105 h 1796087"/>
                <a:gd name="connsiteX1776" fmla="*/ 514511 w 2290556"/>
                <a:gd name="connsiteY1776" fmla="*/ 1570231 h 1796087"/>
                <a:gd name="connsiteX1777" fmla="*/ 517103 w 2290556"/>
                <a:gd name="connsiteY1777" fmla="*/ 1568717 h 1796087"/>
                <a:gd name="connsiteX1778" fmla="*/ 519930 w 2290556"/>
                <a:gd name="connsiteY1778" fmla="*/ 1568179 h 1796087"/>
                <a:gd name="connsiteX1779" fmla="*/ 523531 w 2290556"/>
                <a:gd name="connsiteY1779" fmla="*/ 1566867 h 1796087"/>
                <a:gd name="connsiteX1780" fmla="*/ 527973 w 2290556"/>
                <a:gd name="connsiteY1780" fmla="*/ 1565454 h 1796087"/>
                <a:gd name="connsiteX1781" fmla="*/ 534940 w 2290556"/>
                <a:gd name="connsiteY1781" fmla="*/ 1565454 h 1796087"/>
                <a:gd name="connsiteX1782" fmla="*/ 539281 w 2290556"/>
                <a:gd name="connsiteY1782" fmla="*/ 1565992 h 1796087"/>
                <a:gd name="connsiteX1783" fmla="*/ 544161 w 2290556"/>
                <a:gd name="connsiteY1783" fmla="*/ 1565992 h 1796087"/>
                <a:gd name="connsiteX1784" fmla="*/ 548300 w 2290556"/>
                <a:gd name="connsiteY1784" fmla="*/ 1566968 h 1796087"/>
                <a:gd name="connsiteX1785" fmla="*/ 552339 w 2290556"/>
                <a:gd name="connsiteY1785" fmla="*/ 1568919 h 1796087"/>
                <a:gd name="connsiteX1786" fmla="*/ 555940 w 2290556"/>
                <a:gd name="connsiteY1786" fmla="*/ 1572619 h 1796087"/>
                <a:gd name="connsiteX1787" fmla="*/ 558767 w 2290556"/>
                <a:gd name="connsiteY1787" fmla="*/ 1575445 h 1796087"/>
                <a:gd name="connsiteX1788" fmla="*/ 558666 w 2290556"/>
                <a:gd name="connsiteY1788" fmla="*/ 1578170 h 1796087"/>
                <a:gd name="connsiteX1789" fmla="*/ 557690 w 2290556"/>
                <a:gd name="connsiteY1789" fmla="*/ 1579246 h 1796087"/>
                <a:gd name="connsiteX1790" fmla="*/ 555738 w 2290556"/>
                <a:gd name="connsiteY1790" fmla="*/ 1581635 h 1796087"/>
                <a:gd name="connsiteX1791" fmla="*/ 553887 w 2290556"/>
                <a:gd name="connsiteY1791" fmla="*/ 1584999 h 1796087"/>
                <a:gd name="connsiteX1792" fmla="*/ 555301 w 2290556"/>
                <a:gd name="connsiteY1792" fmla="*/ 1587051 h 1796087"/>
                <a:gd name="connsiteX1793" fmla="*/ 557690 w 2290556"/>
                <a:gd name="connsiteY1793" fmla="*/ 1590953 h 1796087"/>
                <a:gd name="connsiteX1794" fmla="*/ 558229 w 2290556"/>
                <a:gd name="connsiteY1794" fmla="*/ 1593005 h 1796087"/>
                <a:gd name="connsiteX1795" fmla="*/ 559104 w 2290556"/>
                <a:gd name="connsiteY1795" fmla="*/ 1595932 h 1796087"/>
                <a:gd name="connsiteX1796" fmla="*/ 561830 w 2290556"/>
                <a:gd name="connsiteY1796" fmla="*/ 1600069 h 1796087"/>
                <a:gd name="connsiteX1797" fmla="*/ 564118 w 2290556"/>
                <a:gd name="connsiteY1797" fmla="*/ 1603231 h 1796087"/>
                <a:gd name="connsiteX1798" fmla="*/ 564657 w 2290556"/>
                <a:gd name="connsiteY1798" fmla="*/ 1608984 h 1796087"/>
                <a:gd name="connsiteX1799" fmla="*/ 565733 w 2290556"/>
                <a:gd name="connsiteY1799" fmla="*/ 1613761 h 1796087"/>
                <a:gd name="connsiteX1800" fmla="*/ 565835 w 2290556"/>
                <a:gd name="connsiteY1800" fmla="*/ 1618874 h 1796087"/>
                <a:gd name="connsiteX1801" fmla="*/ 563984 w 2290556"/>
                <a:gd name="connsiteY1801" fmla="*/ 1621700 h 1796087"/>
                <a:gd name="connsiteX1802" fmla="*/ 560517 w 2290556"/>
                <a:gd name="connsiteY1802" fmla="*/ 1623751 h 1796087"/>
                <a:gd name="connsiteX1803" fmla="*/ 556916 w 2290556"/>
                <a:gd name="connsiteY1803" fmla="*/ 1627015 h 1796087"/>
                <a:gd name="connsiteX1804" fmla="*/ 556378 w 2290556"/>
                <a:gd name="connsiteY1804" fmla="*/ 1628966 h 1796087"/>
                <a:gd name="connsiteX1805" fmla="*/ 552474 w 2290556"/>
                <a:gd name="connsiteY1805" fmla="*/ 1632868 h 1796087"/>
                <a:gd name="connsiteX1806" fmla="*/ 551161 w 2290556"/>
                <a:gd name="connsiteY1806" fmla="*/ 1635256 h 1796087"/>
                <a:gd name="connsiteX1807" fmla="*/ 546483 w 2290556"/>
                <a:gd name="connsiteY1807" fmla="*/ 1636434 h 1796087"/>
                <a:gd name="connsiteX1808" fmla="*/ 544767 w 2290556"/>
                <a:gd name="connsiteY1808" fmla="*/ 1639899 h 1796087"/>
                <a:gd name="connsiteX1809" fmla="*/ 541065 w 2290556"/>
                <a:gd name="connsiteY1809" fmla="*/ 1645886 h 1796087"/>
                <a:gd name="connsiteX1810" fmla="*/ 539113 w 2290556"/>
                <a:gd name="connsiteY1810" fmla="*/ 1652514 h 1796087"/>
                <a:gd name="connsiteX1811" fmla="*/ 534098 w 2290556"/>
                <a:gd name="connsiteY1811" fmla="*/ 1658939 h 1796087"/>
                <a:gd name="connsiteX1812" fmla="*/ 529218 w 2290556"/>
                <a:gd name="connsiteY1812" fmla="*/ 1662841 h 1796087"/>
                <a:gd name="connsiteX1813" fmla="*/ 519425 w 2290556"/>
                <a:gd name="connsiteY1813" fmla="*/ 1667618 h 1796087"/>
                <a:gd name="connsiteX1814" fmla="*/ 510304 w 2290556"/>
                <a:gd name="connsiteY1814" fmla="*/ 1672731 h 1796087"/>
                <a:gd name="connsiteX1815" fmla="*/ 498391 w 2290556"/>
                <a:gd name="connsiteY1815" fmla="*/ 1677777 h 1796087"/>
                <a:gd name="connsiteX1816" fmla="*/ 494520 w 2290556"/>
                <a:gd name="connsiteY1816" fmla="*/ 1679728 h 1796087"/>
                <a:gd name="connsiteX1817" fmla="*/ 492636 w 2290556"/>
                <a:gd name="connsiteY1817" fmla="*/ 1680636 h 1796087"/>
                <a:gd name="connsiteX1818" fmla="*/ 491525 w 2290556"/>
                <a:gd name="connsiteY1818" fmla="*/ 1681645 h 1796087"/>
                <a:gd name="connsiteX1819" fmla="*/ 491458 w 2290556"/>
                <a:gd name="connsiteY1819" fmla="*/ 1682352 h 1796087"/>
                <a:gd name="connsiteX1820" fmla="*/ 492366 w 2290556"/>
                <a:gd name="connsiteY1820" fmla="*/ 1684135 h 1796087"/>
                <a:gd name="connsiteX1821" fmla="*/ 495261 w 2290556"/>
                <a:gd name="connsiteY1821" fmla="*/ 1684135 h 1796087"/>
                <a:gd name="connsiteX1822" fmla="*/ 498593 w 2290556"/>
                <a:gd name="connsiteY1822" fmla="*/ 1686086 h 1796087"/>
                <a:gd name="connsiteX1823" fmla="*/ 501218 w 2290556"/>
                <a:gd name="connsiteY1823" fmla="*/ 1689349 h 1796087"/>
                <a:gd name="connsiteX1824" fmla="*/ 501924 w 2290556"/>
                <a:gd name="connsiteY1824" fmla="*/ 1691973 h 1796087"/>
                <a:gd name="connsiteX1825" fmla="*/ 501924 w 2290556"/>
                <a:gd name="connsiteY1825" fmla="*/ 1693285 h 1796087"/>
                <a:gd name="connsiteX1826" fmla="*/ 500915 w 2290556"/>
                <a:gd name="connsiteY1826" fmla="*/ 1695169 h 1796087"/>
                <a:gd name="connsiteX1827" fmla="*/ 500174 w 2290556"/>
                <a:gd name="connsiteY1827" fmla="*/ 1696615 h 1796087"/>
                <a:gd name="connsiteX1828" fmla="*/ 500309 w 2290556"/>
                <a:gd name="connsiteY1828" fmla="*/ 1697792 h 1796087"/>
                <a:gd name="connsiteX1829" fmla="*/ 501453 w 2290556"/>
                <a:gd name="connsiteY1829" fmla="*/ 1699239 h 1796087"/>
                <a:gd name="connsiteX1830" fmla="*/ 501319 w 2290556"/>
                <a:gd name="connsiteY1830" fmla="*/ 1701560 h 1796087"/>
                <a:gd name="connsiteX1831" fmla="*/ 501891 w 2290556"/>
                <a:gd name="connsiteY1831" fmla="*/ 1709398 h 1796087"/>
                <a:gd name="connsiteX1832" fmla="*/ 501891 w 2290556"/>
                <a:gd name="connsiteY1832" fmla="*/ 1712863 h 1796087"/>
                <a:gd name="connsiteX1833" fmla="*/ 501319 w 2290556"/>
                <a:gd name="connsiteY1833" fmla="*/ 1715453 h 1796087"/>
                <a:gd name="connsiteX1834" fmla="*/ 498424 w 2290556"/>
                <a:gd name="connsiteY1834" fmla="*/ 1716900 h 1796087"/>
                <a:gd name="connsiteX1835" fmla="*/ 495799 w 2290556"/>
                <a:gd name="connsiteY1835" fmla="*/ 1715453 h 1796087"/>
                <a:gd name="connsiteX1836" fmla="*/ 492770 w 2290556"/>
                <a:gd name="connsiteY1836" fmla="*/ 1715453 h 1796087"/>
                <a:gd name="connsiteX1837" fmla="*/ 490583 w 2290556"/>
                <a:gd name="connsiteY1837" fmla="*/ 1715453 h 1796087"/>
                <a:gd name="connsiteX1838" fmla="*/ 485804 w 2290556"/>
                <a:gd name="connsiteY1838" fmla="*/ 1715453 h 1796087"/>
                <a:gd name="connsiteX1839" fmla="*/ 483987 w 2290556"/>
                <a:gd name="connsiteY1839" fmla="*/ 1718279 h 1796087"/>
                <a:gd name="connsiteX1840" fmla="*/ 484054 w 2290556"/>
                <a:gd name="connsiteY1840" fmla="*/ 1718918 h 1796087"/>
                <a:gd name="connsiteX1841" fmla="*/ 484054 w 2290556"/>
                <a:gd name="connsiteY1841" fmla="*/ 1723426 h 1796087"/>
                <a:gd name="connsiteX1842" fmla="*/ 484054 w 2290556"/>
                <a:gd name="connsiteY1842" fmla="*/ 1727059 h 1796087"/>
                <a:gd name="connsiteX1843" fmla="*/ 484626 w 2290556"/>
                <a:gd name="connsiteY1843" fmla="*/ 1730255 h 1796087"/>
                <a:gd name="connsiteX1844" fmla="*/ 486376 w 2290556"/>
                <a:gd name="connsiteY1844" fmla="*/ 1733719 h 1796087"/>
                <a:gd name="connsiteX1845" fmla="*/ 487554 w 2290556"/>
                <a:gd name="connsiteY1845" fmla="*/ 1737184 h 1796087"/>
                <a:gd name="connsiteX1846" fmla="*/ 487689 w 2290556"/>
                <a:gd name="connsiteY1846" fmla="*/ 1740380 h 1796087"/>
                <a:gd name="connsiteX1847" fmla="*/ 487689 w 2290556"/>
                <a:gd name="connsiteY1847" fmla="*/ 1744148 h 1796087"/>
                <a:gd name="connsiteX1848" fmla="*/ 487689 w 2290556"/>
                <a:gd name="connsiteY1848" fmla="*/ 1746469 h 1796087"/>
                <a:gd name="connsiteX1849" fmla="*/ 492333 w 2290556"/>
                <a:gd name="connsiteY1849" fmla="*/ 1748487 h 1796087"/>
                <a:gd name="connsiteX1850" fmla="*/ 496977 w 2290556"/>
                <a:gd name="connsiteY1850" fmla="*/ 1748487 h 1796087"/>
                <a:gd name="connsiteX1851" fmla="*/ 501891 w 2290556"/>
                <a:gd name="connsiteY1851" fmla="*/ 1751111 h 1796087"/>
                <a:gd name="connsiteX1852" fmla="*/ 510001 w 2290556"/>
                <a:gd name="connsiteY1852" fmla="*/ 1753870 h 1796087"/>
                <a:gd name="connsiteX1853" fmla="*/ 514074 w 2290556"/>
                <a:gd name="connsiteY1853" fmla="*/ 1755619 h 1796087"/>
                <a:gd name="connsiteX1854" fmla="*/ 518718 w 2290556"/>
                <a:gd name="connsiteY1854" fmla="*/ 1759958 h 1796087"/>
                <a:gd name="connsiteX1855" fmla="*/ 519795 w 2290556"/>
                <a:gd name="connsiteY1855" fmla="*/ 1764298 h 1796087"/>
                <a:gd name="connsiteX1856" fmla="*/ 528545 w 2290556"/>
                <a:gd name="connsiteY1856" fmla="*/ 1774424 h 1796087"/>
                <a:gd name="connsiteX1857" fmla="*/ 537531 w 2290556"/>
                <a:gd name="connsiteY1857" fmla="*/ 1783203 h 1796087"/>
                <a:gd name="connsiteX1858" fmla="*/ 544262 w 2290556"/>
                <a:gd name="connsiteY1858" fmla="*/ 1789931 h 1796087"/>
                <a:gd name="connsiteX1859" fmla="*/ 549411 w 2290556"/>
                <a:gd name="connsiteY1859" fmla="*/ 1792959 h 1796087"/>
                <a:gd name="connsiteX1860" fmla="*/ 553416 w 2290556"/>
                <a:gd name="connsiteY1860" fmla="*/ 1794775 h 1796087"/>
                <a:gd name="connsiteX1861" fmla="*/ 555704 w 2290556"/>
                <a:gd name="connsiteY1861" fmla="*/ 1796087 h 1796087"/>
                <a:gd name="connsiteX1862" fmla="*/ 558430 w 2290556"/>
                <a:gd name="connsiteY1862" fmla="*/ 1791950 h 1796087"/>
                <a:gd name="connsiteX1863" fmla="*/ 562435 w 2290556"/>
                <a:gd name="connsiteY1863" fmla="*/ 1791950 h 1796087"/>
                <a:gd name="connsiteX1864" fmla="*/ 564623 w 2290556"/>
                <a:gd name="connsiteY1864" fmla="*/ 1795684 h 1796087"/>
                <a:gd name="connsiteX1865" fmla="*/ 565061 w 2290556"/>
                <a:gd name="connsiteY1865" fmla="*/ 1795919 h 1796087"/>
                <a:gd name="connsiteX1866" fmla="*/ 565767 w 2290556"/>
                <a:gd name="connsiteY1866" fmla="*/ 1794372 h 1796087"/>
                <a:gd name="connsiteX1867" fmla="*/ 569469 w 2290556"/>
                <a:gd name="connsiteY1867" fmla="*/ 1792925 h 1796087"/>
                <a:gd name="connsiteX1868" fmla="*/ 572969 w 2290556"/>
                <a:gd name="connsiteY1868" fmla="*/ 1790167 h 1796087"/>
                <a:gd name="connsiteX1869" fmla="*/ 575796 w 2290556"/>
                <a:gd name="connsiteY1869" fmla="*/ 1790167 h 1796087"/>
                <a:gd name="connsiteX1870" fmla="*/ 584277 w 2290556"/>
                <a:gd name="connsiteY1870" fmla="*/ 1786904 h 1796087"/>
                <a:gd name="connsiteX1871" fmla="*/ 593398 w 2290556"/>
                <a:gd name="connsiteY1871" fmla="*/ 1784515 h 1796087"/>
                <a:gd name="connsiteX1872" fmla="*/ 595989 w 2290556"/>
                <a:gd name="connsiteY1872" fmla="*/ 1781690 h 1796087"/>
                <a:gd name="connsiteX1873" fmla="*/ 605984 w 2290556"/>
                <a:gd name="connsiteY1873" fmla="*/ 1784078 h 1796087"/>
                <a:gd name="connsiteX1874" fmla="*/ 617057 w 2290556"/>
                <a:gd name="connsiteY1874" fmla="*/ 1783876 h 1796087"/>
                <a:gd name="connsiteX1875" fmla="*/ 622071 w 2290556"/>
                <a:gd name="connsiteY1875" fmla="*/ 1781690 h 1796087"/>
                <a:gd name="connsiteX1876" fmla="*/ 632302 w 2290556"/>
                <a:gd name="connsiteY1876" fmla="*/ 1779099 h 1796087"/>
                <a:gd name="connsiteX1877" fmla="*/ 636644 w 2290556"/>
                <a:gd name="connsiteY1877" fmla="*/ 1776475 h 1796087"/>
                <a:gd name="connsiteX1878" fmla="*/ 646000 w 2290556"/>
                <a:gd name="connsiteY1878" fmla="*/ 1773650 h 1796087"/>
                <a:gd name="connsiteX1879" fmla="*/ 653168 w 2290556"/>
                <a:gd name="connsiteY1879" fmla="*/ 1768873 h 1796087"/>
                <a:gd name="connsiteX1880" fmla="*/ 658183 w 2290556"/>
                <a:gd name="connsiteY1880" fmla="*/ 1767561 h 1796087"/>
                <a:gd name="connsiteX1881" fmla="*/ 667943 w 2290556"/>
                <a:gd name="connsiteY1881" fmla="*/ 1767561 h 1796087"/>
                <a:gd name="connsiteX1882" fmla="*/ 669693 w 2290556"/>
                <a:gd name="connsiteY1882" fmla="*/ 1767561 h 1796087"/>
                <a:gd name="connsiteX1883" fmla="*/ 673832 w 2290556"/>
                <a:gd name="connsiteY1883" fmla="*/ 1767561 h 1796087"/>
                <a:gd name="connsiteX1884" fmla="*/ 681303 w 2290556"/>
                <a:gd name="connsiteY1884" fmla="*/ 1769579 h 1796087"/>
                <a:gd name="connsiteX1885" fmla="*/ 685880 w 2290556"/>
                <a:gd name="connsiteY1885" fmla="*/ 1768940 h 1796087"/>
                <a:gd name="connsiteX1886" fmla="*/ 688135 w 2290556"/>
                <a:gd name="connsiteY1886" fmla="*/ 1765173 h 1796087"/>
                <a:gd name="connsiteX1887" fmla="*/ 682852 w 2290556"/>
                <a:gd name="connsiteY1887" fmla="*/ 1764432 h 1796087"/>
                <a:gd name="connsiteX1888" fmla="*/ 680765 w 2290556"/>
                <a:gd name="connsiteY1888" fmla="*/ 1761909 h 1796087"/>
                <a:gd name="connsiteX1889" fmla="*/ 682717 w 2290556"/>
                <a:gd name="connsiteY1889" fmla="*/ 1759151 h 1796087"/>
                <a:gd name="connsiteX1890" fmla="*/ 687058 w 2290556"/>
                <a:gd name="connsiteY1890" fmla="*/ 1758579 h 1796087"/>
                <a:gd name="connsiteX1891" fmla="*/ 692073 w 2290556"/>
                <a:gd name="connsiteY1891" fmla="*/ 1758546 h 1796087"/>
                <a:gd name="connsiteX1892" fmla="*/ 703650 w 2290556"/>
                <a:gd name="connsiteY1892" fmla="*/ 1752188 h 1796087"/>
                <a:gd name="connsiteX1893" fmla="*/ 707722 w 2290556"/>
                <a:gd name="connsiteY1893" fmla="*/ 1747545 h 1796087"/>
                <a:gd name="connsiteX1894" fmla="*/ 707722 w 2290556"/>
                <a:gd name="connsiteY1894" fmla="*/ 1738261 h 1796087"/>
                <a:gd name="connsiteX1895" fmla="*/ 704256 w 2290556"/>
                <a:gd name="connsiteY1895" fmla="*/ 1731028 h 1796087"/>
                <a:gd name="connsiteX1896" fmla="*/ 699914 w 2290556"/>
                <a:gd name="connsiteY1896" fmla="*/ 1725242 h 1796087"/>
                <a:gd name="connsiteX1897" fmla="*/ 698467 w 2290556"/>
                <a:gd name="connsiteY1897" fmla="*/ 1720028 h 1796087"/>
                <a:gd name="connsiteX1898" fmla="*/ 698164 w 2290556"/>
                <a:gd name="connsiteY1898" fmla="*/ 1715117 h 1796087"/>
                <a:gd name="connsiteX1899" fmla="*/ 701059 w 2290556"/>
                <a:gd name="connsiteY1899" fmla="*/ 1708759 h 1796087"/>
                <a:gd name="connsiteX1900" fmla="*/ 704525 w 2290556"/>
                <a:gd name="connsiteY1900" fmla="*/ 1706135 h 1796087"/>
                <a:gd name="connsiteX1901" fmla="*/ 709439 w 2290556"/>
                <a:gd name="connsiteY1901" fmla="*/ 1701795 h 1796087"/>
                <a:gd name="connsiteX1902" fmla="*/ 708698 w 2290556"/>
                <a:gd name="connsiteY1902" fmla="*/ 1697759 h 1796087"/>
                <a:gd name="connsiteX1903" fmla="*/ 709439 w 2290556"/>
                <a:gd name="connsiteY1903" fmla="*/ 1691973 h 1796087"/>
                <a:gd name="connsiteX1904" fmla="*/ 710886 w 2290556"/>
                <a:gd name="connsiteY1904" fmla="*/ 1688205 h 1796087"/>
                <a:gd name="connsiteX1905" fmla="*/ 710246 w 2290556"/>
                <a:gd name="connsiteY1905" fmla="*/ 1684000 h 1796087"/>
                <a:gd name="connsiteX1906" fmla="*/ 707116 w 2290556"/>
                <a:gd name="connsiteY1906" fmla="*/ 1680367 h 1796087"/>
                <a:gd name="connsiteX1907" fmla="*/ 707116 w 2290556"/>
                <a:gd name="connsiteY1907" fmla="*/ 1674581 h 1796087"/>
                <a:gd name="connsiteX1908" fmla="*/ 708126 w 2290556"/>
                <a:gd name="connsiteY1908" fmla="*/ 1661125 h 1796087"/>
                <a:gd name="connsiteX1909" fmla="*/ 712030 w 2290556"/>
                <a:gd name="connsiteY1909" fmla="*/ 1655911 h 1796087"/>
                <a:gd name="connsiteX1910" fmla="*/ 714790 w 2290556"/>
                <a:gd name="connsiteY1910" fmla="*/ 1646055 h 1796087"/>
                <a:gd name="connsiteX1911" fmla="*/ 717987 w 2290556"/>
                <a:gd name="connsiteY1911" fmla="*/ 1637073 h 1796087"/>
                <a:gd name="connsiteX1912" fmla="*/ 723203 w 2290556"/>
                <a:gd name="connsiteY1912" fmla="*/ 1631724 h 1796087"/>
                <a:gd name="connsiteX1913" fmla="*/ 727679 w 2290556"/>
                <a:gd name="connsiteY1913" fmla="*/ 1626947 h 1796087"/>
                <a:gd name="connsiteX1914" fmla="*/ 730002 w 2290556"/>
                <a:gd name="connsiteY1914" fmla="*/ 1623751 h 1796087"/>
                <a:gd name="connsiteX1915" fmla="*/ 732324 w 2290556"/>
                <a:gd name="connsiteY1915" fmla="*/ 1618975 h 1796087"/>
                <a:gd name="connsiteX1916" fmla="*/ 734208 w 2290556"/>
                <a:gd name="connsiteY1916" fmla="*/ 1616519 h 1796087"/>
                <a:gd name="connsiteX1917" fmla="*/ 737675 w 2290556"/>
                <a:gd name="connsiteY1917" fmla="*/ 1613761 h 1796087"/>
                <a:gd name="connsiteX1918" fmla="*/ 741747 w 2290556"/>
                <a:gd name="connsiteY1918" fmla="*/ 1611137 h 1796087"/>
                <a:gd name="connsiteX1919" fmla="*/ 745651 w 2290556"/>
                <a:gd name="connsiteY1919" fmla="*/ 1608815 h 1796087"/>
                <a:gd name="connsiteX1920" fmla="*/ 747973 w 2290556"/>
                <a:gd name="connsiteY1920" fmla="*/ 1606797 h 1796087"/>
                <a:gd name="connsiteX1921" fmla="*/ 748714 w 2290556"/>
                <a:gd name="connsiteY1921" fmla="*/ 1600843 h 1796087"/>
                <a:gd name="connsiteX1922" fmla="*/ 749420 w 2290556"/>
                <a:gd name="connsiteY1922" fmla="*/ 1597647 h 1796087"/>
                <a:gd name="connsiteX1923" fmla="*/ 752752 w 2290556"/>
                <a:gd name="connsiteY1923" fmla="*/ 1592736 h 1796087"/>
                <a:gd name="connsiteX1924" fmla="*/ 755512 w 2290556"/>
                <a:gd name="connsiteY1924" fmla="*/ 1589271 h 1796087"/>
                <a:gd name="connsiteX1925" fmla="*/ 758574 w 2290556"/>
                <a:gd name="connsiteY1925" fmla="*/ 1590583 h 1796087"/>
                <a:gd name="connsiteX1926" fmla="*/ 761906 w 2290556"/>
                <a:gd name="connsiteY1926" fmla="*/ 1590583 h 1796087"/>
                <a:gd name="connsiteX1927" fmla="*/ 766820 w 2290556"/>
                <a:gd name="connsiteY1927" fmla="*/ 1589271 h 1796087"/>
                <a:gd name="connsiteX1928" fmla="*/ 770454 w 2290556"/>
                <a:gd name="connsiteY1928" fmla="*/ 1587959 h 1796087"/>
                <a:gd name="connsiteX1929" fmla="*/ 773652 w 2290556"/>
                <a:gd name="connsiteY1929" fmla="*/ 1585941 h 1796087"/>
                <a:gd name="connsiteX1930" fmla="*/ 775974 w 2290556"/>
                <a:gd name="connsiteY1930" fmla="*/ 1585066 h 1796087"/>
                <a:gd name="connsiteX1931" fmla="*/ 781056 w 2290556"/>
                <a:gd name="connsiteY1931" fmla="*/ 1585066 h 1796087"/>
                <a:gd name="connsiteX1932" fmla="*/ 787147 w 2290556"/>
                <a:gd name="connsiteY1932" fmla="*/ 1584494 h 1796087"/>
                <a:gd name="connsiteX1933" fmla="*/ 790613 w 2290556"/>
                <a:gd name="connsiteY1933" fmla="*/ 1581029 h 1796087"/>
                <a:gd name="connsiteX1934" fmla="*/ 794686 w 2290556"/>
                <a:gd name="connsiteY1934" fmla="*/ 1581769 h 1796087"/>
                <a:gd name="connsiteX1935" fmla="*/ 795392 w 2290556"/>
                <a:gd name="connsiteY1935" fmla="*/ 1584965 h 1796087"/>
                <a:gd name="connsiteX1936" fmla="*/ 795392 w 2290556"/>
                <a:gd name="connsiteY1936" fmla="*/ 1588598 h 1796087"/>
                <a:gd name="connsiteX1937" fmla="*/ 795426 w 2290556"/>
                <a:gd name="connsiteY1937" fmla="*/ 1592063 h 1796087"/>
                <a:gd name="connsiteX1938" fmla="*/ 793811 w 2290556"/>
                <a:gd name="connsiteY1938" fmla="*/ 1595965 h 1796087"/>
                <a:gd name="connsiteX1939" fmla="*/ 795594 w 2290556"/>
                <a:gd name="connsiteY1939" fmla="*/ 1598724 h 1796087"/>
                <a:gd name="connsiteX1940" fmla="*/ 796705 w 2290556"/>
                <a:gd name="connsiteY1940" fmla="*/ 1603366 h 1796087"/>
                <a:gd name="connsiteX1941" fmla="*/ 796469 w 2290556"/>
                <a:gd name="connsiteY1941" fmla="*/ 1608008 h 1796087"/>
                <a:gd name="connsiteX1942" fmla="*/ 797546 w 2290556"/>
                <a:gd name="connsiteY1942" fmla="*/ 1611641 h 1796087"/>
                <a:gd name="connsiteX1943" fmla="*/ 797546 w 2290556"/>
                <a:gd name="connsiteY1943" fmla="*/ 1619042 h 1796087"/>
                <a:gd name="connsiteX1944" fmla="*/ 799734 w 2290556"/>
                <a:gd name="connsiteY1944" fmla="*/ 1617730 h 1796087"/>
                <a:gd name="connsiteX1945" fmla="*/ 801349 w 2290556"/>
                <a:gd name="connsiteY1945" fmla="*/ 1617596 h 1796087"/>
                <a:gd name="connsiteX1946" fmla="*/ 804681 w 2290556"/>
                <a:gd name="connsiteY1946" fmla="*/ 1617596 h 1796087"/>
                <a:gd name="connsiteX1947" fmla="*/ 807441 w 2290556"/>
                <a:gd name="connsiteY1947" fmla="*/ 1620354 h 1796087"/>
                <a:gd name="connsiteX1948" fmla="*/ 808585 w 2290556"/>
                <a:gd name="connsiteY1948" fmla="*/ 1623953 h 1796087"/>
                <a:gd name="connsiteX1949" fmla="*/ 809595 w 2290556"/>
                <a:gd name="connsiteY1949" fmla="*/ 1627284 h 1796087"/>
                <a:gd name="connsiteX1950" fmla="*/ 809595 w 2290556"/>
                <a:gd name="connsiteY1950" fmla="*/ 1630311 h 1796087"/>
                <a:gd name="connsiteX1951" fmla="*/ 809023 w 2290556"/>
                <a:gd name="connsiteY1951" fmla="*/ 1634651 h 1796087"/>
                <a:gd name="connsiteX1952" fmla="*/ 807710 w 2290556"/>
                <a:gd name="connsiteY1952" fmla="*/ 1635660 h 1796087"/>
                <a:gd name="connsiteX1953" fmla="*/ 805388 w 2290556"/>
                <a:gd name="connsiteY1953" fmla="*/ 1635223 h 1796087"/>
                <a:gd name="connsiteX1954" fmla="*/ 803638 w 2290556"/>
                <a:gd name="connsiteY1954" fmla="*/ 1634785 h 1796087"/>
                <a:gd name="connsiteX1955" fmla="*/ 799868 w 2290556"/>
                <a:gd name="connsiteY1955" fmla="*/ 1634483 h 1796087"/>
                <a:gd name="connsiteX1956" fmla="*/ 796840 w 2290556"/>
                <a:gd name="connsiteY1956" fmla="*/ 1634045 h 1796087"/>
                <a:gd name="connsiteX1957" fmla="*/ 791488 w 2290556"/>
                <a:gd name="connsiteY1957" fmla="*/ 1636232 h 1796087"/>
                <a:gd name="connsiteX1958" fmla="*/ 787719 w 2290556"/>
                <a:gd name="connsiteY1958" fmla="*/ 1637678 h 1796087"/>
                <a:gd name="connsiteX1959" fmla="*/ 785262 w 2290556"/>
                <a:gd name="connsiteY1959" fmla="*/ 1642758 h 1796087"/>
                <a:gd name="connsiteX1960" fmla="*/ 780854 w 2290556"/>
                <a:gd name="connsiteY1960" fmla="*/ 1644204 h 1796087"/>
                <a:gd name="connsiteX1961" fmla="*/ 778229 w 2290556"/>
                <a:gd name="connsiteY1961" fmla="*/ 1649856 h 1796087"/>
                <a:gd name="connsiteX1962" fmla="*/ 776479 w 2290556"/>
                <a:gd name="connsiteY1962" fmla="*/ 1653758 h 1796087"/>
                <a:gd name="connsiteX1963" fmla="*/ 773450 w 2290556"/>
                <a:gd name="connsiteY1963" fmla="*/ 1657458 h 1796087"/>
                <a:gd name="connsiteX1964" fmla="*/ 772810 w 2290556"/>
                <a:gd name="connsiteY1964" fmla="*/ 1660284 h 1796087"/>
                <a:gd name="connsiteX1965" fmla="*/ 771733 w 2290556"/>
                <a:gd name="connsiteY1965" fmla="*/ 1662908 h 1796087"/>
                <a:gd name="connsiteX1966" fmla="*/ 771296 w 2290556"/>
                <a:gd name="connsiteY1966" fmla="*/ 1665936 h 1796087"/>
                <a:gd name="connsiteX1967" fmla="*/ 770757 w 2290556"/>
                <a:gd name="connsiteY1967" fmla="*/ 1667887 h 1796087"/>
                <a:gd name="connsiteX1968" fmla="*/ 768031 w 2290556"/>
                <a:gd name="connsiteY1968" fmla="*/ 1670948 h 1796087"/>
                <a:gd name="connsiteX1969" fmla="*/ 768031 w 2290556"/>
                <a:gd name="connsiteY1969" fmla="*/ 1674648 h 1796087"/>
                <a:gd name="connsiteX1970" fmla="*/ 768805 w 2290556"/>
                <a:gd name="connsiteY1970" fmla="*/ 1676398 h 1796087"/>
                <a:gd name="connsiteX1971" fmla="*/ 771531 w 2290556"/>
                <a:gd name="connsiteY1971" fmla="*/ 1680098 h 1796087"/>
                <a:gd name="connsiteX1972" fmla="*/ 771531 w 2290556"/>
                <a:gd name="connsiteY1972" fmla="*/ 1681612 h 1796087"/>
                <a:gd name="connsiteX1973" fmla="*/ 770454 w 2290556"/>
                <a:gd name="connsiteY1973" fmla="*/ 1684438 h 1796087"/>
                <a:gd name="connsiteX1974" fmla="*/ 768940 w 2290556"/>
                <a:gd name="connsiteY1974" fmla="*/ 1685951 h 1796087"/>
                <a:gd name="connsiteX1975" fmla="*/ 767190 w 2290556"/>
                <a:gd name="connsiteY1975" fmla="*/ 1689181 h 1796087"/>
                <a:gd name="connsiteX1976" fmla="*/ 767829 w 2290556"/>
                <a:gd name="connsiteY1976" fmla="*/ 1692881 h 1796087"/>
                <a:gd name="connsiteX1977" fmla="*/ 768906 w 2290556"/>
                <a:gd name="connsiteY1977" fmla="*/ 1695505 h 1796087"/>
                <a:gd name="connsiteX1978" fmla="*/ 767594 w 2290556"/>
                <a:gd name="connsiteY1978" fmla="*/ 1700080 h 1796087"/>
                <a:gd name="connsiteX1979" fmla="*/ 767358 w 2290556"/>
                <a:gd name="connsiteY1979" fmla="*/ 1703545 h 1796087"/>
                <a:gd name="connsiteX1980" fmla="*/ 768435 w 2290556"/>
                <a:gd name="connsiteY1980" fmla="*/ 1705059 h 1796087"/>
                <a:gd name="connsiteX1981" fmla="*/ 773652 w 2290556"/>
                <a:gd name="connsiteY1981" fmla="*/ 1710037 h 1796087"/>
                <a:gd name="connsiteX1982" fmla="*/ 777791 w 2290556"/>
                <a:gd name="connsiteY1982" fmla="*/ 1712863 h 1796087"/>
                <a:gd name="connsiteX1983" fmla="*/ 780181 w 2290556"/>
                <a:gd name="connsiteY1983" fmla="*/ 1714377 h 1796087"/>
                <a:gd name="connsiteX1984" fmla="*/ 784758 w 2290556"/>
                <a:gd name="connsiteY1984" fmla="*/ 1717404 h 1796087"/>
                <a:gd name="connsiteX1985" fmla="*/ 790109 w 2290556"/>
                <a:gd name="connsiteY1985" fmla="*/ 1720095 h 1796087"/>
                <a:gd name="connsiteX1986" fmla="*/ 799027 w 2290556"/>
                <a:gd name="connsiteY1986" fmla="*/ 1726252 h 1796087"/>
                <a:gd name="connsiteX1987" fmla="*/ 803099 w 2290556"/>
                <a:gd name="connsiteY1987" fmla="*/ 1727698 h 1796087"/>
                <a:gd name="connsiteX1988" fmla="*/ 809123 w 2290556"/>
                <a:gd name="connsiteY1988" fmla="*/ 1727698 h 1796087"/>
                <a:gd name="connsiteX1989" fmla="*/ 812523 w 2290556"/>
                <a:gd name="connsiteY1989" fmla="*/ 1726992 h 1796087"/>
                <a:gd name="connsiteX1990" fmla="*/ 818176 w 2290556"/>
                <a:gd name="connsiteY1990" fmla="*/ 1724704 h 1796087"/>
                <a:gd name="connsiteX1991" fmla="*/ 821508 w 2290556"/>
                <a:gd name="connsiteY1991" fmla="*/ 1722417 h 1796087"/>
                <a:gd name="connsiteX1992" fmla="*/ 824537 w 2290556"/>
                <a:gd name="connsiteY1992" fmla="*/ 1722417 h 1796087"/>
                <a:gd name="connsiteX1993" fmla="*/ 827600 w 2290556"/>
                <a:gd name="connsiteY1993" fmla="*/ 1723224 h 1796087"/>
                <a:gd name="connsiteX1994" fmla="*/ 833624 w 2290556"/>
                <a:gd name="connsiteY1994" fmla="*/ 1725108 h 1796087"/>
                <a:gd name="connsiteX1995" fmla="*/ 835509 w 2290556"/>
                <a:gd name="connsiteY1995" fmla="*/ 1726352 h 1796087"/>
                <a:gd name="connsiteX1996" fmla="*/ 840220 w 2290556"/>
                <a:gd name="connsiteY1996" fmla="*/ 1732004 h 1796087"/>
                <a:gd name="connsiteX1997" fmla="*/ 842812 w 2290556"/>
                <a:gd name="connsiteY1997" fmla="*/ 1734830 h 1796087"/>
                <a:gd name="connsiteX1998" fmla="*/ 845942 w 2290556"/>
                <a:gd name="connsiteY1998" fmla="*/ 1741288 h 1796087"/>
                <a:gd name="connsiteX1999" fmla="*/ 850081 w 2290556"/>
                <a:gd name="connsiteY1999" fmla="*/ 1746132 h 1796087"/>
                <a:gd name="connsiteX2000" fmla="*/ 851091 w 2290556"/>
                <a:gd name="connsiteY2000" fmla="*/ 1750337 h 1796087"/>
                <a:gd name="connsiteX2001" fmla="*/ 853043 w 2290556"/>
                <a:gd name="connsiteY2001" fmla="*/ 1753601 h 1796087"/>
                <a:gd name="connsiteX2002" fmla="*/ 857384 w 2290556"/>
                <a:gd name="connsiteY2002" fmla="*/ 1755854 h 1796087"/>
                <a:gd name="connsiteX2003" fmla="*/ 861793 w 2290556"/>
                <a:gd name="connsiteY2003" fmla="*/ 1755484 h 1796087"/>
                <a:gd name="connsiteX2004" fmla="*/ 867918 w 2290556"/>
                <a:gd name="connsiteY2004" fmla="*/ 1756023 h 1796087"/>
                <a:gd name="connsiteX2005" fmla="*/ 873774 w 2290556"/>
                <a:gd name="connsiteY2005" fmla="*/ 1758209 h 1796087"/>
                <a:gd name="connsiteX2006" fmla="*/ 880202 w 2290556"/>
                <a:gd name="connsiteY2006" fmla="*/ 1759958 h 1796087"/>
                <a:gd name="connsiteX2007" fmla="*/ 886630 w 2290556"/>
                <a:gd name="connsiteY2007" fmla="*/ 1760934 h 1796087"/>
                <a:gd name="connsiteX2008" fmla="*/ 891072 w 2290556"/>
                <a:gd name="connsiteY2008" fmla="*/ 1759958 h 1796087"/>
                <a:gd name="connsiteX2009" fmla="*/ 891611 w 2290556"/>
                <a:gd name="connsiteY2009" fmla="*/ 1762986 h 1796087"/>
                <a:gd name="connsiteX2010" fmla="*/ 895313 w 2290556"/>
                <a:gd name="connsiteY2010" fmla="*/ 1764937 h 1796087"/>
                <a:gd name="connsiteX2011" fmla="*/ 897938 w 2290556"/>
                <a:gd name="connsiteY2011" fmla="*/ 1770151 h 1796087"/>
                <a:gd name="connsiteX2012" fmla="*/ 900967 w 2290556"/>
                <a:gd name="connsiteY2012" fmla="*/ 1777653 h 1796087"/>
                <a:gd name="connsiteX2013" fmla="*/ 903693 w 2290556"/>
                <a:gd name="connsiteY2013" fmla="*/ 1781454 h 1796087"/>
                <a:gd name="connsiteX2014" fmla="*/ 910121 w 2290556"/>
                <a:gd name="connsiteY2014" fmla="*/ 1783069 h 1796087"/>
                <a:gd name="connsiteX2015" fmla="*/ 911433 w 2290556"/>
                <a:gd name="connsiteY2015" fmla="*/ 1780142 h 1796087"/>
                <a:gd name="connsiteX2016" fmla="*/ 915001 w 2290556"/>
                <a:gd name="connsiteY2016" fmla="*/ 1779806 h 1796087"/>
                <a:gd name="connsiteX2017" fmla="*/ 918905 w 2290556"/>
                <a:gd name="connsiteY2017" fmla="*/ 1779806 h 1796087"/>
                <a:gd name="connsiteX2018" fmla="*/ 922068 w 2290556"/>
                <a:gd name="connsiteY2018" fmla="*/ 1782699 h 1796087"/>
                <a:gd name="connsiteX2019" fmla="*/ 925434 w 2290556"/>
                <a:gd name="connsiteY2019" fmla="*/ 1785020 h 1796087"/>
                <a:gd name="connsiteX2020" fmla="*/ 932400 w 2290556"/>
                <a:gd name="connsiteY2020" fmla="*/ 1785020 h 1796087"/>
                <a:gd name="connsiteX2021" fmla="*/ 937415 w 2290556"/>
                <a:gd name="connsiteY2021" fmla="*/ 1781118 h 1796087"/>
                <a:gd name="connsiteX2022" fmla="*/ 941554 w 2290556"/>
                <a:gd name="connsiteY2022" fmla="*/ 1780041 h 1796087"/>
                <a:gd name="connsiteX2023" fmla="*/ 952862 w 2290556"/>
                <a:gd name="connsiteY2023" fmla="*/ 1783304 h 1796087"/>
                <a:gd name="connsiteX2024" fmla="*/ 960536 w 2290556"/>
                <a:gd name="connsiteY2024" fmla="*/ 1782564 h 1796087"/>
                <a:gd name="connsiteX2025" fmla="*/ 964574 w 2290556"/>
                <a:gd name="connsiteY2025" fmla="*/ 1782564 h 1796087"/>
                <a:gd name="connsiteX2026" fmla="*/ 967199 w 2290556"/>
                <a:gd name="connsiteY2026" fmla="*/ 1781420 h 1796087"/>
                <a:gd name="connsiteX2027" fmla="*/ 970262 w 2290556"/>
                <a:gd name="connsiteY2027" fmla="*/ 1781420 h 1796087"/>
                <a:gd name="connsiteX2028" fmla="*/ 970968 w 2290556"/>
                <a:gd name="connsiteY2028" fmla="*/ 1778965 h 1796087"/>
                <a:gd name="connsiteX2029" fmla="*/ 970531 w 2290556"/>
                <a:gd name="connsiteY2029" fmla="*/ 1776644 h 1796087"/>
                <a:gd name="connsiteX2030" fmla="*/ 968343 w 2290556"/>
                <a:gd name="connsiteY2030" fmla="*/ 1774625 h 1796087"/>
                <a:gd name="connsiteX2031" fmla="*/ 966324 w 2290556"/>
                <a:gd name="connsiteY2031" fmla="*/ 1773751 h 1796087"/>
                <a:gd name="connsiteX2032" fmla="*/ 964574 w 2290556"/>
                <a:gd name="connsiteY2032" fmla="*/ 1771160 h 1796087"/>
                <a:gd name="connsiteX2033" fmla="*/ 964574 w 2290556"/>
                <a:gd name="connsiteY2033" fmla="*/ 1768570 h 1796087"/>
                <a:gd name="connsiteX2034" fmla="*/ 964574 w 2290556"/>
                <a:gd name="connsiteY2034" fmla="*/ 1765105 h 1796087"/>
                <a:gd name="connsiteX2035" fmla="*/ 965011 w 2290556"/>
                <a:gd name="connsiteY2035" fmla="*/ 1762212 h 1796087"/>
                <a:gd name="connsiteX2036" fmla="*/ 964574 w 2290556"/>
                <a:gd name="connsiteY2036" fmla="*/ 1759891 h 1796087"/>
                <a:gd name="connsiteX2037" fmla="*/ 964574 w 2290556"/>
                <a:gd name="connsiteY2037" fmla="*/ 1754677 h 1796087"/>
                <a:gd name="connsiteX2038" fmla="*/ 964574 w 2290556"/>
                <a:gd name="connsiteY2038" fmla="*/ 1752053 h 1796087"/>
                <a:gd name="connsiteX2039" fmla="*/ 966324 w 2290556"/>
                <a:gd name="connsiteY2039" fmla="*/ 1749463 h 1796087"/>
                <a:gd name="connsiteX2040" fmla="*/ 966324 w 2290556"/>
                <a:gd name="connsiteY2040" fmla="*/ 1747714 h 1796087"/>
                <a:gd name="connsiteX2041" fmla="*/ 966324 w 2290556"/>
                <a:gd name="connsiteY2041" fmla="*/ 1745695 h 1796087"/>
                <a:gd name="connsiteX2042" fmla="*/ 968074 w 2290556"/>
                <a:gd name="connsiteY2042" fmla="*/ 1742500 h 1796087"/>
                <a:gd name="connsiteX2043" fmla="*/ 968074 w 2290556"/>
                <a:gd name="connsiteY2043" fmla="*/ 1740481 h 1796087"/>
                <a:gd name="connsiteX2044" fmla="*/ 970766 w 2290556"/>
                <a:gd name="connsiteY2044" fmla="*/ 1740178 h 1796087"/>
                <a:gd name="connsiteX2045" fmla="*/ 972281 w 2290556"/>
                <a:gd name="connsiteY2045" fmla="*/ 1740616 h 1796087"/>
                <a:gd name="connsiteX2046" fmla="*/ 973425 w 2290556"/>
                <a:gd name="connsiteY2046" fmla="*/ 1744249 h 1796087"/>
                <a:gd name="connsiteX2047" fmla="*/ 976622 w 2290556"/>
                <a:gd name="connsiteY2047" fmla="*/ 1746570 h 1796087"/>
                <a:gd name="connsiteX2048" fmla="*/ 977497 w 2290556"/>
                <a:gd name="connsiteY2048" fmla="*/ 1751044 h 1796087"/>
                <a:gd name="connsiteX2049" fmla="*/ 978642 w 2290556"/>
                <a:gd name="connsiteY2049" fmla="*/ 1752591 h 1796087"/>
                <a:gd name="connsiteX2050" fmla="*/ 983589 w 2290556"/>
                <a:gd name="connsiteY2050" fmla="*/ 1752490 h 1796087"/>
                <a:gd name="connsiteX2051" fmla="*/ 986180 w 2290556"/>
                <a:gd name="connsiteY2051" fmla="*/ 1752490 h 1796087"/>
                <a:gd name="connsiteX2052" fmla="*/ 987055 w 2290556"/>
                <a:gd name="connsiteY2052" fmla="*/ 1750304 h 1796087"/>
                <a:gd name="connsiteX2053" fmla="*/ 987930 w 2290556"/>
                <a:gd name="connsiteY2053" fmla="*/ 1747848 h 1796087"/>
                <a:gd name="connsiteX2054" fmla="*/ 989680 w 2290556"/>
                <a:gd name="connsiteY2054" fmla="*/ 1744081 h 1796087"/>
                <a:gd name="connsiteX2055" fmla="*/ 990993 w 2290556"/>
                <a:gd name="connsiteY2055" fmla="*/ 1741625 h 1796087"/>
                <a:gd name="connsiteX2056" fmla="*/ 991127 w 2290556"/>
                <a:gd name="connsiteY2056" fmla="*/ 1738732 h 1796087"/>
                <a:gd name="connsiteX2057" fmla="*/ 990825 w 2290556"/>
                <a:gd name="connsiteY2057" fmla="*/ 1735671 h 1796087"/>
                <a:gd name="connsiteX2058" fmla="*/ 989075 w 2290556"/>
                <a:gd name="connsiteY2058" fmla="*/ 1732206 h 1796087"/>
                <a:gd name="connsiteX2059" fmla="*/ 985171 w 2290556"/>
                <a:gd name="connsiteY2059" fmla="*/ 1728438 h 1796087"/>
                <a:gd name="connsiteX2060" fmla="*/ 982411 w 2290556"/>
                <a:gd name="connsiteY2060" fmla="*/ 1728438 h 1796087"/>
                <a:gd name="connsiteX2061" fmla="*/ 979348 w 2290556"/>
                <a:gd name="connsiteY2061" fmla="*/ 1725680 h 1796087"/>
                <a:gd name="connsiteX2062" fmla="*/ 977464 w 2290556"/>
                <a:gd name="connsiteY2062" fmla="*/ 1722349 h 1796087"/>
                <a:gd name="connsiteX2063" fmla="*/ 978473 w 2290556"/>
                <a:gd name="connsiteY2063" fmla="*/ 1716395 h 1796087"/>
                <a:gd name="connsiteX2064" fmla="*/ 978473 w 2290556"/>
                <a:gd name="connsiteY2064" fmla="*/ 1711282 h 1796087"/>
                <a:gd name="connsiteX2065" fmla="*/ 978473 w 2290556"/>
                <a:gd name="connsiteY2065" fmla="*/ 1709533 h 1796087"/>
                <a:gd name="connsiteX2066" fmla="*/ 978473 w 2290556"/>
                <a:gd name="connsiteY2066" fmla="*/ 1706505 h 1796087"/>
                <a:gd name="connsiteX2067" fmla="*/ 982613 w 2290556"/>
                <a:gd name="connsiteY2067" fmla="*/ 1702165 h 1796087"/>
                <a:gd name="connsiteX2068" fmla="*/ 981973 w 2290556"/>
                <a:gd name="connsiteY2068" fmla="*/ 1697692 h 1796087"/>
                <a:gd name="connsiteX2069" fmla="*/ 984733 w 2290556"/>
                <a:gd name="connsiteY2069" fmla="*/ 1694798 h 1796087"/>
                <a:gd name="connsiteX2070" fmla="*/ 986315 w 2290556"/>
                <a:gd name="connsiteY2070" fmla="*/ 1691334 h 1796087"/>
                <a:gd name="connsiteX2071" fmla="*/ 991094 w 2290556"/>
                <a:gd name="connsiteY2071" fmla="*/ 1691334 h 1796087"/>
                <a:gd name="connsiteX2072" fmla="*/ 995166 w 2290556"/>
                <a:gd name="connsiteY2072" fmla="*/ 1689315 h 1796087"/>
                <a:gd name="connsiteX2073" fmla="*/ 997185 w 2290556"/>
                <a:gd name="connsiteY2073" fmla="*/ 1688306 h 1796087"/>
                <a:gd name="connsiteX2074" fmla="*/ 1001392 w 2290556"/>
                <a:gd name="connsiteY2074" fmla="*/ 1684673 h 1796087"/>
                <a:gd name="connsiteX2075" fmla="*/ 1004286 w 2290556"/>
                <a:gd name="connsiteY2075" fmla="*/ 1679459 h 1796087"/>
                <a:gd name="connsiteX2076" fmla="*/ 1007921 w 2290556"/>
                <a:gd name="connsiteY2076" fmla="*/ 1678147 h 1796087"/>
                <a:gd name="connsiteX2077" fmla="*/ 1010378 w 2290556"/>
                <a:gd name="connsiteY2077" fmla="*/ 1675388 h 1796087"/>
                <a:gd name="connsiteX2078" fmla="*/ 1014013 w 2290556"/>
                <a:gd name="connsiteY2078" fmla="*/ 1674514 h 1796087"/>
                <a:gd name="connsiteX2079" fmla="*/ 1018219 w 2290556"/>
                <a:gd name="connsiteY2079" fmla="*/ 1673807 h 1796087"/>
                <a:gd name="connsiteX2080" fmla="*/ 1017647 w 2290556"/>
                <a:gd name="connsiteY2080" fmla="*/ 1671352 h 1796087"/>
                <a:gd name="connsiteX2081" fmla="*/ 1016032 w 2290556"/>
                <a:gd name="connsiteY2081" fmla="*/ 1668021 h 1796087"/>
                <a:gd name="connsiteX2082" fmla="*/ 1016772 w 2290556"/>
                <a:gd name="connsiteY2082" fmla="*/ 1664388 h 1796087"/>
                <a:gd name="connsiteX2083" fmla="*/ 1016772 w 2290556"/>
                <a:gd name="connsiteY2083" fmla="*/ 1659746 h 1796087"/>
                <a:gd name="connsiteX2084" fmla="*/ 1018590 w 2290556"/>
                <a:gd name="connsiteY2084" fmla="*/ 1655709 h 1796087"/>
                <a:gd name="connsiteX2085" fmla="*/ 1021282 w 2290556"/>
                <a:gd name="connsiteY2085" fmla="*/ 1650495 h 1796087"/>
                <a:gd name="connsiteX2086" fmla="*/ 1024479 w 2290556"/>
                <a:gd name="connsiteY2086" fmla="*/ 1648611 h 1796087"/>
                <a:gd name="connsiteX2087" fmla="*/ 1028114 w 2290556"/>
                <a:gd name="connsiteY2087" fmla="*/ 1651370 h 1796087"/>
                <a:gd name="connsiteX2088" fmla="*/ 1033027 w 2290556"/>
                <a:gd name="connsiteY2088" fmla="*/ 1651370 h 1796087"/>
                <a:gd name="connsiteX2089" fmla="*/ 1038109 w 2290556"/>
                <a:gd name="connsiteY2089" fmla="*/ 1649923 h 1796087"/>
                <a:gd name="connsiteX2090" fmla="*/ 1039994 w 2290556"/>
                <a:gd name="connsiteY2090" fmla="*/ 1645853 h 1796087"/>
                <a:gd name="connsiteX2091" fmla="*/ 1042888 w 2290556"/>
                <a:gd name="connsiteY2091" fmla="*/ 1643532 h 1796087"/>
                <a:gd name="connsiteX2092" fmla="*/ 1042888 w 2290556"/>
                <a:gd name="connsiteY2092" fmla="*/ 1639629 h 1796087"/>
                <a:gd name="connsiteX2093" fmla="*/ 1043393 w 2290556"/>
                <a:gd name="connsiteY2093" fmla="*/ 1634415 h 1796087"/>
                <a:gd name="connsiteX2094" fmla="*/ 1043763 w 2290556"/>
                <a:gd name="connsiteY2094" fmla="*/ 1630210 h 1796087"/>
                <a:gd name="connsiteX2095" fmla="*/ 1045345 w 2290556"/>
                <a:gd name="connsiteY2095" fmla="*/ 1625568 h 1796087"/>
                <a:gd name="connsiteX2096" fmla="*/ 1046927 w 2290556"/>
                <a:gd name="connsiteY2096" fmla="*/ 1622103 h 1796087"/>
                <a:gd name="connsiteX2097" fmla="*/ 1053018 w 2290556"/>
                <a:gd name="connsiteY2097" fmla="*/ 1620522 h 1796087"/>
                <a:gd name="connsiteX2098" fmla="*/ 1057932 w 2290556"/>
                <a:gd name="connsiteY2098" fmla="*/ 1618638 h 1796087"/>
                <a:gd name="connsiteX2099" fmla="*/ 1062711 w 2290556"/>
                <a:gd name="connsiteY2099" fmla="*/ 1615745 h 1796087"/>
                <a:gd name="connsiteX2100" fmla="*/ 1065773 w 2290556"/>
                <a:gd name="connsiteY2100" fmla="*/ 1611978 h 1796087"/>
                <a:gd name="connsiteX2101" fmla="*/ 1070990 w 2290556"/>
                <a:gd name="connsiteY2101" fmla="*/ 1606629 h 1796087"/>
                <a:gd name="connsiteX2102" fmla="*/ 1074894 w 2290556"/>
                <a:gd name="connsiteY2102" fmla="*/ 1605317 h 1796087"/>
                <a:gd name="connsiteX2103" fmla="*/ 1078966 w 2290556"/>
                <a:gd name="connsiteY2103" fmla="*/ 1602121 h 1796087"/>
                <a:gd name="connsiteX2104" fmla="*/ 1082870 w 2290556"/>
                <a:gd name="connsiteY2104" fmla="*/ 1600237 h 1796087"/>
                <a:gd name="connsiteX2105" fmla="*/ 1086942 w 2290556"/>
                <a:gd name="connsiteY2105" fmla="*/ 1597614 h 1796087"/>
                <a:gd name="connsiteX2106" fmla="*/ 1088524 w 2290556"/>
                <a:gd name="connsiteY2106" fmla="*/ 1596032 h 1796087"/>
                <a:gd name="connsiteX2107" fmla="*/ 1091284 w 2290556"/>
                <a:gd name="connsiteY2107" fmla="*/ 1593577 h 1796087"/>
                <a:gd name="connsiteX2108" fmla="*/ 1093168 w 2290556"/>
                <a:gd name="connsiteY2108" fmla="*/ 1590818 h 1796087"/>
                <a:gd name="connsiteX2109" fmla="*/ 1088389 w 2290556"/>
                <a:gd name="connsiteY2109" fmla="*/ 1589069 h 1796087"/>
                <a:gd name="connsiteX2110" fmla="*/ 1084182 w 2290556"/>
                <a:gd name="connsiteY2110" fmla="*/ 1584999 h 1796087"/>
                <a:gd name="connsiteX2111" fmla="*/ 1080110 w 2290556"/>
                <a:gd name="connsiteY2111" fmla="*/ 1581366 h 1796087"/>
                <a:gd name="connsiteX2112" fmla="*/ 1084182 w 2290556"/>
                <a:gd name="connsiteY2112" fmla="*/ 1578473 h 1796087"/>
                <a:gd name="connsiteX2113" fmla="*/ 1088961 w 2290556"/>
                <a:gd name="connsiteY2113" fmla="*/ 1578338 h 1796087"/>
                <a:gd name="connsiteX2114" fmla="*/ 1092596 w 2290556"/>
                <a:gd name="connsiteY2114" fmla="*/ 1578338 h 1796087"/>
                <a:gd name="connsiteX2115" fmla="*/ 1097106 w 2290556"/>
                <a:gd name="connsiteY2115" fmla="*/ 1577699 h 1796087"/>
                <a:gd name="connsiteX2116" fmla="*/ 1100303 w 2290556"/>
                <a:gd name="connsiteY2116" fmla="*/ 1579213 h 1796087"/>
                <a:gd name="connsiteX2117" fmla="*/ 1100303 w 2290556"/>
                <a:gd name="connsiteY2117" fmla="*/ 1582846 h 1796087"/>
                <a:gd name="connsiteX2118" fmla="*/ 1101279 w 2290556"/>
                <a:gd name="connsiteY2118" fmla="*/ 1585301 h 1796087"/>
                <a:gd name="connsiteX2119" fmla="*/ 1104375 w 2290556"/>
                <a:gd name="connsiteY2119" fmla="*/ 1589641 h 1796087"/>
                <a:gd name="connsiteX2120" fmla="*/ 1107707 w 2290556"/>
                <a:gd name="connsiteY2120" fmla="*/ 1592399 h 1796087"/>
                <a:gd name="connsiteX2121" fmla="*/ 1111476 w 2290556"/>
                <a:gd name="connsiteY2121" fmla="*/ 1596739 h 1796087"/>
                <a:gd name="connsiteX2122" fmla="*/ 1113630 w 2290556"/>
                <a:gd name="connsiteY2122" fmla="*/ 1595427 h 1796087"/>
                <a:gd name="connsiteX2123" fmla="*/ 1113630 w 2290556"/>
                <a:gd name="connsiteY2123" fmla="*/ 1591962 h 1796087"/>
                <a:gd name="connsiteX2124" fmla="*/ 1117265 w 2290556"/>
                <a:gd name="connsiteY2124" fmla="*/ 1590818 h 1796087"/>
                <a:gd name="connsiteX2125" fmla="*/ 1119856 w 2290556"/>
                <a:gd name="connsiteY2125" fmla="*/ 1590684 h 1796087"/>
                <a:gd name="connsiteX2126" fmla="*/ 1122178 w 2290556"/>
                <a:gd name="connsiteY2126" fmla="*/ 1591390 h 1796087"/>
                <a:gd name="connsiteX2127" fmla="*/ 1125073 w 2290556"/>
                <a:gd name="connsiteY2127" fmla="*/ 1593139 h 1796087"/>
                <a:gd name="connsiteX2128" fmla="*/ 1129852 w 2290556"/>
                <a:gd name="connsiteY2128" fmla="*/ 1594586 h 1796087"/>
                <a:gd name="connsiteX2129" fmla="*/ 1134933 w 2290556"/>
                <a:gd name="connsiteY2129" fmla="*/ 1599228 h 1796087"/>
                <a:gd name="connsiteX2130" fmla="*/ 1136381 w 2290556"/>
                <a:gd name="connsiteY2130" fmla="*/ 1599228 h 1796087"/>
                <a:gd name="connsiteX2131" fmla="*/ 1137693 w 2290556"/>
                <a:gd name="connsiteY2131" fmla="*/ 1596638 h 1796087"/>
                <a:gd name="connsiteX2132" fmla="*/ 1140285 w 2290556"/>
                <a:gd name="connsiteY2132" fmla="*/ 1594889 h 1796087"/>
                <a:gd name="connsiteX2133" fmla="*/ 1140285 w 2290556"/>
                <a:gd name="connsiteY2133" fmla="*/ 1592130 h 1796087"/>
                <a:gd name="connsiteX2134" fmla="*/ 1142674 w 2290556"/>
                <a:gd name="connsiteY2134" fmla="*/ 1589237 h 1796087"/>
                <a:gd name="connsiteX2135" fmla="*/ 1144357 w 2290556"/>
                <a:gd name="connsiteY2135" fmla="*/ 1584595 h 1796087"/>
                <a:gd name="connsiteX2136" fmla="*/ 1149136 w 2290556"/>
                <a:gd name="connsiteY2136" fmla="*/ 1579381 h 1796087"/>
                <a:gd name="connsiteX2137" fmla="*/ 1153477 w 2290556"/>
                <a:gd name="connsiteY2137" fmla="*/ 1574907 h 1796087"/>
                <a:gd name="connsiteX2138" fmla="*/ 1161319 w 2290556"/>
                <a:gd name="connsiteY2138" fmla="*/ 1569255 h 1796087"/>
                <a:gd name="connsiteX2139" fmla="*/ 1165660 w 2290556"/>
                <a:gd name="connsiteY2139" fmla="*/ 1566362 h 1796087"/>
                <a:gd name="connsiteX2140" fmla="*/ 1169867 w 2290556"/>
                <a:gd name="connsiteY2140" fmla="*/ 1563167 h 1796087"/>
                <a:gd name="connsiteX2141" fmla="*/ 1173333 w 2290556"/>
                <a:gd name="connsiteY2141" fmla="*/ 1562023 h 1796087"/>
                <a:gd name="connsiteX2142" fmla="*/ 1174781 w 2290556"/>
                <a:gd name="connsiteY2142" fmla="*/ 1562897 h 1796087"/>
                <a:gd name="connsiteX2143" fmla="*/ 1176665 w 2290556"/>
                <a:gd name="connsiteY2143" fmla="*/ 1563772 h 1796087"/>
                <a:gd name="connsiteX2144" fmla="*/ 1176968 w 2290556"/>
                <a:gd name="connsiteY2144" fmla="*/ 1565521 h 1796087"/>
                <a:gd name="connsiteX2145" fmla="*/ 1175521 w 2290556"/>
                <a:gd name="connsiteY2145" fmla="*/ 1568414 h 1796087"/>
                <a:gd name="connsiteX2146" fmla="*/ 1173333 w 2290556"/>
                <a:gd name="connsiteY2146" fmla="*/ 1570601 h 1796087"/>
                <a:gd name="connsiteX2147" fmla="*/ 1173333 w 2290556"/>
                <a:gd name="connsiteY2147" fmla="*/ 1574066 h 1796087"/>
                <a:gd name="connsiteX2148" fmla="*/ 1174208 w 2290556"/>
                <a:gd name="connsiteY2148" fmla="*/ 1578405 h 1796087"/>
                <a:gd name="connsiteX2149" fmla="*/ 1182050 w 2290556"/>
                <a:gd name="connsiteY2149" fmla="*/ 1578405 h 1796087"/>
                <a:gd name="connsiteX2150" fmla="*/ 1182050 w 2290556"/>
                <a:gd name="connsiteY2150" fmla="*/ 1582173 h 1796087"/>
                <a:gd name="connsiteX2151" fmla="*/ 1180838 w 2290556"/>
                <a:gd name="connsiteY2151" fmla="*/ 1585032 h 1796087"/>
                <a:gd name="connsiteX2152" fmla="*/ 1181410 w 2290556"/>
                <a:gd name="connsiteY2152" fmla="*/ 1585739 h 1796087"/>
                <a:gd name="connsiteX2153" fmla="*/ 1182925 w 2290556"/>
                <a:gd name="connsiteY2153" fmla="*/ 1585907 h 1796087"/>
                <a:gd name="connsiteX2154" fmla="*/ 1186627 w 2290556"/>
                <a:gd name="connsiteY2154" fmla="*/ 1585907 h 1796087"/>
                <a:gd name="connsiteX2155" fmla="*/ 1192045 w 2290556"/>
                <a:gd name="connsiteY2155" fmla="*/ 1584595 h 1796087"/>
                <a:gd name="connsiteX2156" fmla="*/ 1194670 w 2290556"/>
                <a:gd name="connsiteY2156" fmla="*/ 1582644 h 1796087"/>
                <a:gd name="connsiteX2157" fmla="*/ 1194670 w 2290556"/>
                <a:gd name="connsiteY2157" fmla="*/ 1579818 h 1796087"/>
                <a:gd name="connsiteX2158" fmla="*/ 1195411 w 2290556"/>
                <a:gd name="connsiteY2158" fmla="*/ 1577867 h 1796087"/>
                <a:gd name="connsiteX2159" fmla="*/ 1198339 w 2290556"/>
                <a:gd name="connsiteY2159" fmla="*/ 1575815 h 1796087"/>
                <a:gd name="connsiteX2160" fmla="*/ 1200829 w 2290556"/>
                <a:gd name="connsiteY2160" fmla="*/ 1573528 h 1796087"/>
                <a:gd name="connsiteX2161" fmla="*/ 1202478 w 2290556"/>
                <a:gd name="connsiteY2161" fmla="*/ 1571139 h 1796087"/>
                <a:gd name="connsiteX2162" fmla="*/ 1203791 w 2290556"/>
                <a:gd name="connsiteY2162" fmla="*/ 1568313 h 1796087"/>
                <a:gd name="connsiteX2163" fmla="*/ 1204329 w 2290556"/>
                <a:gd name="connsiteY2163" fmla="*/ 1565387 h 1796087"/>
                <a:gd name="connsiteX2164" fmla="*/ 1203993 w 2290556"/>
                <a:gd name="connsiteY2164" fmla="*/ 1563436 h 1796087"/>
                <a:gd name="connsiteX2165" fmla="*/ 1201502 w 2290556"/>
                <a:gd name="connsiteY2165" fmla="*/ 1562359 h 1796087"/>
                <a:gd name="connsiteX2166" fmla="*/ 1199887 w 2290556"/>
                <a:gd name="connsiteY2166" fmla="*/ 1561384 h 1796087"/>
                <a:gd name="connsiteX2167" fmla="*/ 1197060 w 2290556"/>
                <a:gd name="connsiteY2167" fmla="*/ 1557044 h 1796087"/>
                <a:gd name="connsiteX2168" fmla="*/ 1201738 w 2290556"/>
                <a:gd name="connsiteY2168" fmla="*/ 1556405 h 1796087"/>
                <a:gd name="connsiteX2169" fmla="*/ 1205541 w 2290556"/>
                <a:gd name="connsiteY2169" fmla="*/ 1555833 h 1796087"/>
                <a:gd name="connsiteX2170" fmla="*/ 1212070 w 2290556"/>
                <a:gd name="connsiteY2170" fmla="*/ 1555833 h 1796087"/>
                <a:gd name="connsiteX2171" fmla="*/ 1222738 w 2290556"/>
                <a:gd name="connsiteY2171" fmla="*/ 1556069 h 1796087"/>
                <a:gd name="connsiteX2172" fmla="*/ 1237075 w 2290556"/>
                <a:gd name="connsiteY2172" fmla="*/ 1556371 h 1796087"/>
                <a:gd name="connsiteX2173" fmla="*/ 1242729 w 2290556"/>
                <a:gd name="connsiteY2173" fmla="*/ 1555160 h 1796087"/>
                <a:gd name="connsiteX2174" fmla="*/ 1246095 w 2290556"/>
                <a:gd name="connsiteY2174" fmla="*/ 1549845 h 1796087"/>
                <a:gd name="connsiteX2175" fmla="*/ 1248282 w 2290556"/>
                <a:gd name="connsiteY2175" fmla="*/ 1546784 h 1796087"/>
                <a:gd name="connsiteX2176" fmla="*/ 1249359 w 2290556"/>
                <a:gd name="connsiteY2176" fmla="*/ 1540594 h 1796087"/>
                <a:gd name="connsiteX2177" fmla="*/ 1249898 w 2290556"/>
                <a:gd name="connsiteY2177" fmla="*/ 1532353 h 1796087"/>
                <a:gd name="connsiteX2178" fmla="*/ 1249898 w 2290556"/>
                <a:gd name="connsiteY2178" fmla="*/ 1528551 h 1796087"/>
                <a:gd name="connsiteX2179" fmla="*/ 1251648 w 2290556"/>
                <a:gd name="connsiteY2179" fmla="*/ 1520276 h 1796087"/>
                <a:gd name="connsiteX2180" fmla="*/ 1256225 w 2290556"/>
                <a:gd name="connsiteY2180" fmla="*/ 1514187 h 1796087"/>
                <a:gd name="connsiteX2181" fmla="*/ 1258950 w 2290556"/>
                <a:gd name="connsiteY2181" fmla="*/ 1507998 h 1796087"/>
                <a:gd name="connsiteX2182" fmla="*/ 1263427 w 2290556"/>
                <a:gd name="connsiteY2182" fmla="*/ 1501034 h 1796087"/>
                <a:gd name="connsiteX2183" fmla="*/ 1268845 w 2290556"/>
                <a:gd name="connsiteY2183" fmla="*/ 1491481 h 1796087"/>
                <a:gd name="connsiteX2184" fmla="*/ 1275913 w 2290556"/>
                <a:gd name="connsiteY2184" fmla="*/ 1485728 h 1796087"/>
                <a:gd name="connsiteX2185" fmla="*/ 1282442 w 2290556"/>
                <a:gd name="connsiteY2185" fmla="*/ 1479976 h 1796087"/>
                <a:gd name="connsiteX2186" fmla="*/ 1288634 w 2290556"/>
                <a:gd name="connsiteY2186" fmla="*/ 1479101 h 1796087"/>
                <a:gd name="connsiteX2187" fmla="*/ 1294826 w 2290556"/>
                <a:gd name="connsiteY2187" fmla="*/ 1479337 h 1796087"/>
                <a:gd name="connsiteX2188" fmla="*/ 1299504 w 2290556"/>
                <a:gd name="connsiteY2188" fmla="*/ 1482263 h 1796087"/>
                <a:gd name="connsiteX2189" fmla="*/ 1306033 w 2290556"/>
                <a:gd name="connsiteY2189" fmla="*/ 1487376 h 1796087"/>
                <a:gd name="connsiteX2190" fmla="*/ 1312663 w 2290556"/>
                <a:gd name="connsiteY2190" fmla="*/ 1492591 h 1796087"/>
                <a:gd name="connsiteX2191" fmla="*/ 1317543 w 2290556"/>
                <a:gd name="connsiteY2191" fmla="*/ 1494003 h 1796087"/>
                <a:gd name="connsiteX2192" fmla="*/ 1322087 w 2290556"/>
                <a:gd name="connsiteY2192" fmla="*/ 1493465 h 1796087"/>
                <a:gd name="connsiteX2193" fmla="*/ 1325889 w 2290556"/>
                <a:gd name="connsiteY2193" fmla="*/ 1490202 h 1796087"/>
                <a:gd name="connsiteX2194" fmla="*/ 1329591 w 2290556"/>
                <a:gd name="connsiteY2194" fmla="*/ 1485627 h 1796087"/>
                <a:gd name="connsiteX2195" fmla="*/ 1332957 w 2290556"/>
                <a:gd name="connsiteY2195" fmla="*/ 1481052 h 1796087"/>
                <a:gd name="connsiteX2196" fmla="*/ 1337097 w 2290556"/>
                <a:gd name="connsiteY2196" fmla="*/ 1472777 h 1796087"/>
                <a:gd name="connsiteX2197" fmla="*/ 1338712 w 2290556"/>
                <a:gd name="connsiteY2197" fmla="*/ 1470187 h 1796087"/>
                <a:gd name="connsiteX2198" fmla="*/ 1342212 w 2290556"/>
                <a:gd name="connsiteY2198" fmla="*/ 1466722 h 1796087"/>
                <a:gd name="connsiteX2199" fmla="*/ 1345477 w 2290556"/>
                <a:gd name="connsiteY2199" fmla="*/ 1463560 h 1796087"/>
                <a:gd name="connsiteX2200" fmla="*/ 1351770 w 2290556"/>
                <a:gd name="connsiteY2200" fmla="*/ 1462786 h 1796087"/>
                <a:gd name="connsiteX2201" fmla="*/ 1356246 w 2290556"/>
                <a:gd name="connsiteY2201" fmla="*/ 1464535 h 1796087"/>
                <a:gd name="connsiteX2202" fmla="*/ 1360486 w 2290556"/>
                <a:gd name="connsiteY2202" fmla="*/ 1467899 h 1796087"/>
                <a:gd name="connsiteX2203" fmla="*/ 1362977 w 2290556"/>
                <a:gd name="connsiteY2203" fmla="*/ 1471061 h 1796087"/>
                <a:gd name="connsiteX2204" fmla="*/ 1370246 w 2290556"/>
                <a:gd name="connsiteY2204" fmla="*/ 1474762 h 1796087"/>
                <a:gd name="connsiteX2205" fmla="*/ 1376540 w 2290556"/>
                <a:gd name="connsiteY2205" fmla="*/ 1477150 h 1796087"/>
                <a:gd name="connsiteX2206" fmla="*/ 1381453 w 2290556"/>
                <a:gd name="connsiteY2206" fmla="*/ 1476612 h 1796087"/>
                <a:gd name="connsiteX2207" fmla="*/ 1384179 w 2290556"/>
                <a:gd name="connsiteY2207" fmla="*/ 1475199 h 1796087"/>
                <a:gd name="connsiteX2208" fmla="*/ 1386872 w 2290556"/>
                <a:gd name="connsiteY2208" fmla="*/ 1472575 h 1796087"/>
                <a:gd name="connsiteX2209" fmla="*/ 1391247 w 2290556"/>
                <a:gd name="connsiteY2209" fmla="*/ 1470624 h 1796087"/>
                <a:gd name="connsiteX2210" fmla="*/ 1393434 w 2290556"/>
                <a:gd name="connsiteY2210" fmla="*/ 1465847 h 1796087"/>
                <a:gd name="connsiteX2211" fmla="*/ 1395285 w 2290556"/>
                <a:gd name="connsiteY2211" fmla="*/ 1462147 h 1796087"/>
                <a:gd name="connsiteX2212" fmla="*/ 1397910 w 2290556"/>
                <a:gd name="connsiteY2212" fmla="*/ 1459220 h 1796087"/>
                <a:gd name="connsiteX2213" fmla="*/ 1401377 w 2290556"/>
                <a:gd name="connsiteY2213" fmla="*/ 1455318 h 1796087"/>
                <a:gd name="connsiteX2214" fmla="*/ 1402689 w 2290556"/>
                <a:gd name="connsiteY2214" fmla="*/ 1451281 h 1796087"/>
                <a:gd name="connsiteX2215" fmla="*/ 1404877 w 2290556"/>
                <a:gd name="connsiteY2215" fmla="*/ 1449767 h 1796087"/>
                <a:gd name="connsiteX2216" fmla="*/ 1406829 w 2290556"/>
                <a:gd name="connsiteY2216" fmla="*/ 1450104 h 1796087"/>
                <a:gd name="connsiteX2217" fmla="*/ 1409757 w 2290556"/>
                <a:gd name="connsiteY2217" fmla="*/ 1452930 h 1796087"/>
                <a:gd name="connsiteX2218" fmla="*/ 1412584 w 2290556"/>
                <a:gd name="connsiteY2218" fmla="*/ 1454679 h 1796087"/>
                <a:gd name="connsiteX2219" fmla="*/ 1417901 w 2290556"/>
                <a:gd name="connsiteY2219" fmla="*/ 1454140 h 1796087"/>
                <a:gd name="connsiteX2220" fmla="*/ 1420392 w 2290556"/>
                <a:gd name="connsiteY2220" fmla="*/ 1450676 h 1796087"/>
                <a:gd name="connsiteX2221" fmla="*/ 1420392 w 2290556"/>
                <a:gd name="connsiteY2221" fmla="*/ 1446000 h 1796087"/>
                <a:gd name="connsiteX2222" fmla="*/ 1422512 w 2290556"/>
                <a:gd name="connsiteY2222" fmla="*/ 1444587 h 1796087"/>
                <a:gd name="connsiteX2223" fmla="*/ 1425608 w 2290556"/>
                <a:gd name="connsiteY2223" fmla="*/ 1443712 h 1796087"/>
                <a:gd name="connsiteX2224" fmla="*/ 1425608 w 2290556"/>
                <a:gd name="connsiteY2224" fmla="*/ 1438498 h 1796087"/>
                <a:gd name="connsiteX2225" fmla="*/ 1425608 w 2290556"/>
                <a:gd name="connsiteY2225" fmla="*/ 1435033 h 1796087"/>
                <a:gd name="connsiteX2226" fmla="*/ 1425608 w 2290556"/>
                <a:gd name="connsiteY2226" fmla="*/ 1429382 h 1796087"/>
                <a:gd name="connsiteX2227" fmla="*/ 1426214 w 2290556"/>
                <a:gd name="connsiteY2227" fmla="*/ 1426993 h 1796087"/>
                <a:gd name="connsiteX2228" fmla="*/ 1428368 w 2290556"/>
                <a:gd name="connsiteY2228" fmla="*/ 1425345 h 1796087"/>
                <a:gd name="connsiteX2229" fmla="*/ 1429512 w 2290556"/>
                <a:gd name="connsiteY2229" fmla="*/ 1423932 h 1796087"/>
                <a:gd name="connsiteX2230" fmla="*/ 1431296 w 2290556"/>
                <a:gd name="connsiteY2230" fmla="*/ 1423899 h 1796087"/>
                <a:gd name="connsiteX2231" fmla="*/ 1430488 w 2290556"/>
                <a:gd name="connsiteY2231" fmla="*/ 1422654 h 1796087"/>
                <a:gd name="connsiteX2232" fmla="*/ 1428973 w 2290556"/>
                <a:gd name="connsiteY2232" fmla="*/ 1418213 h 1796087"/>
                <a:gd name="connsiteX2233" fmla="*/ 1427897 w 2290556"/>
                <a:gd name="connsiteY2233" fmla="*/ 1414311 h 1796087"/>
                <a:gd name="connsiteX2234" fmla="*/ 1426921 w 2290556"/>
                <a:gd name="connsiteY2234" fmla="*/ 1410947 h 1796087"/>
                <a:gd name="connsiteX2235" fmla="*/ 1423993 w 2290556"/>
                <a:gd name="connsiteY2235" fmla="*/ 1406810 h 1796087"/>
                <a:gd name="connsiteX2236" fmla="*/ 1421267 w 2290556"/>
                <a:gd name="connsiteY2236" fmla="*/ 1402907 h 1796087"/>
                <a:gd name="connsiteX2237" fmla="*/ 1418069 w 2290556"/>
                <a:gd name="connsiteY2237" fmla="*/ 1400149 h 1796087"/>
                <a:gd name="connsiteX2238" fmla="*/ 1416185 w 2290556"/>
                <a:gd name="connsiteY2238" fmla="*/ 1398131 h 1796087"/>
                <a:gd name="connsiteX2239" fmla="*/ 1415310 w 2290556"/>
                <a:gd name="connsiteY2239" fmla="*/ 1395809 h 1796087"/>
                <a:gd name="connsiteX2240" fmla="*/ 1414435 w 2290556"/>
                <a:gd name="connsiteY2240" fmla="*/ 1394666 h 1796087"/>
                <a:gd name="connsiteX2241" fmla="*/ 1412853 w 2290556"/>
                <a:gd name="connsiteY2241" fmla="*/ 1393656 h 1796087"/>
                <a:gd name="connsiteX2242" fmla="*/ 1410093 w 2290556"/>
                <a:gd name="connsiteY2242" fmla="*/ 1392210 h 1796087"/>
                <a:gd name="connsiteX2243" fmla="*/ 1408209 w 2290556"/>
                <a:gd name="connsiteY2243" fmla="*/ 1391638 h 1796087"/>
                <a:gd name="connsiteX2244" fmla="*/ 1408209 w 2290556"/>
                <a:gd name="connsiteY2244" fmla="*/ 1389182 h 1796087"/>
                <a:gd name="connsiteX2245" fmla="*/ 1408579 w 2290556"/>
                <a:gd name="connsiteY2245" fmla="*/ 1386996 h 1796087"/>
                <a:gd name="connsiteX2246" fmla="*/ 1410396 w 2290556"/>
                <a:gd name="connsiteY2246" fmla="*/ 1383363 h 1796087"/>
                <a:gd name="connsiteX2247" fmla="*/ 1411911 w 2290556"/>
                <a:gd name="connsiteY2247" fmla="*/ 1381412 h 1796087"/>
                <a:gd name="connsiteX2248" fmla="*/ 1414300 w 2290556"/>
                <a:gd name="connsiteY2248" fmla="*/ 1380100 h 1796087"/>
                <a:gd name="connsiteX2249" fmla="*/ 1415377 w 2290556"/>
                <a:gd name="connsiteY2249" fmla="*/ 1379460 h 1796087"/>
                <a:gd name="connsiteX2250" fmla="*/ 1418642 w 2290556"/>
                <a:gd name="connsiteY2250" fmla="*/ 1378384 h 1796087"/>
                <a:gd name="connsiteX2251" fmla="*/ 1420829 w 2290556"/>
                <a:gd name="connsiteY2251" fmla="*/ 1377106 h 1796087"/>
                <a:gd name="connsiteX2252" fmla="*/ 1423858 w 2290556"/>
                <a:gd name="connsiteY2252" fmla="*/ 1374246 h 1796087"/>
                <a:gd name="connsiteX2253" fmla="*/ 1423858 w 2290556"/>
                <a:gd name="connsiteY2253" fmla="*/ 1371622 h 1796087"/>
                <a:gd name="connsiteX2254" fmla="*/ 1422680 w 2290556"/>
                <a:gd name="connsiteY2254" fmla="*/ 1369032 h 1796087"/>
                <a:gd name="connsiteX2255" fmla="*/ 1421031 w 2290556"/>
                <a:gd name="connsiteY2255" fmla="*/ 1367720 h 1796087"/>
                <a:gd name="connsiteX2256" fmla="*/ 1418406 w 2290556"/>
                <a:gd name="connsiteY2256" fmla="*/ 1367518 h 1796087"/>
                <a:gd name="connsiteX2257" fmla="*/ 1416656 w 2290556"/>
                <a:gd name="connsiteY2257" fmla="*/ 1367283 h 1796087"/>
                <a:gd name="connsiteX2258" fmla="*/ 1415781 w 2290556"/>
                <a:gd name="connsiteY2258" fmla="*/ 1363583 h 1796087"/>
                <a:gd name="connsiteX2259" fmla="*/ 1418608 w 2290556"/>
                <a:gd name="connsiteY2259" fmla="*/ 1362069 h 1796087"/>
                <a:gd name="connsiteX2260" fmla="*/ 1418608 w 2290556"/>
                <a:gd name="connsiteY2260" fmla="*/ 1357292 h 1796087"/>
                <a:gd name="connsiteX2261" fmla="*/ 1416757 w 2290556"/>
                <a:gd name="connsiteY2261" fmla="*/ 1353794 h 1796087"/>
                <a:gd name="connsiteX2262" fmla="*/ 1413594 w 2290556"/>
                <a:gd name="connsiteY2262" fmla="*/ 1352280 h 1796087"/>
                <a:gd name="connsiteX2263" fmla="*/ 1409689 w 2290556"/>
                <a:gd name="connsiteY2263" fmla="*/ 1352078 h 1796087"/>
                <a:gd name="connsiteX2264" fmla="*/ 1408613 w 2290556"/>
                <a:gd name="connsiteY2264" fmla="*/ 1351439 h 1796087"/>
                <a:gd name="connsiteX2265" fmla="*/ 1406863 w 2290556"/>
                <a:gd name="connsiteY2265" fmla="*/ 1349252 h 1796087"/>
                <a:gd name="connsiteX2266" fmla="*/ 1407939 w 2290556"/>
                <a:gd name="connsiteY2266" fmla="*/ 1346864 h 1796087"/>
                <a:gd name="connsiteX2267" fmla="*/ 1409252 w 2290556"/>
                <a:gd name="connsiteY2267" fmla="*/ 1344677 h 1796087"/>
                <a:gd name="connsiteX2268" fmla="*/ 1415142 w 2290556"/>
                <a:gd name="connsiteY2268" fmla="*/ 1339026 h 1796087"/>
                <a:gd name="connsiteX2269" fmla="*/ 1418608 w 2290556"/>
                <a:gd name="connsiteY2269" fmla="*/ 1336200 h 1796087"/>
                <a:gd name="connsiteX2270" fmla="*/ 1421233 w 2290556"/>
                <a:gd name="connsiteY2270" fmla="*/ 1334686 h 1796087"/>
                <a:gd name="connsiteX2271" fmla="*/ 1426685 w 2290556"/>
                <a:gd name="connsiteY2271" fmla="*/ 1335325 h 1796087"/>
                <a:gd name="connsiteX2272" fmla="*/ 1431531 w 2290556"/>
                <a:gd name="connsiteY2272" fmla="*/ 1333542 h 1796087"/>
                <a:gd name="connsiteX2273" fmla="*/ 1435334 w 2290556"/>
                <a:gd name="connsiteY2273" fmla="*/ 1335998 h 1796087"/>
                <a:gd name="connsiteX2274" fmla="*/ 1437993 w 2290556"/>
                <a:gd name="connsiteY2274" fmla="*/ 1336335 h 1796087"/>
                <a:gd name="connsiteX2275" fmla="*/ 1438936 w 2290556"/>
                <a:gd name="connsiteY2275" fmla="*/ 1335157 h 1796087"/>
                <a:gd name="connsiteX2276" fmla="*/ 1438060 w 2290556"/>
                <a:gd name="connsiteY2276" fmla="*/ 1332062 h 1796087"/>
                <a:gd name="connsiteX2277" fmla="*/ 1437623 w 2290556"/>
                <a:gd name="connsiteY2277" fmla="*/ 1327824 h 1796087"/>
                <a:gd name="connsiteX2278" fmla="*/ 1437421 w 2290556"/>
                <a:gd name="connsiteY2278" fmla="*/ 1325368 h 1796087"/>
                <a:gd name="connsiteX2279" fmla="*/ 1436445 w 2290556"/>
                <a:gd name="connsiteY2279" fmla="*/ 1321230 h 1796087"/>
                <a:gd name="connsiteX2280" fmla="*/ 1435805 w 2290556"/>
                <a:gd name="connsiteY2280" fmla="*/ 1318842 h 1796087"/>
                <a:gd name="connsiteX2281" fmla="*/ 1434729 w 2290556"/>
                <a:gd name="connsiteY2281" fmla="*/ 1315848 h 1796087"/>
                <a:gd name="connsiteX2282" fmla="*/ 1435503 w 2290556"/>
                <a:gd name="connsiteY2282" fmla="*/ 1313560 h 1796087"/>
                <a:gd name="connsiteX2283" fmla="*/ 1435873 w 2290556"/>
                <a:gd name="connsiteY2283" fmla="*/ 1311979 h 1796087"/>
                <a:gd name="connsiteX2284" fmla="*/ 1434358 w 2290556"/>
                <a:gd name="connsiteY2284" fmla="*/ 1309927 h 1796087"/>
                <a:gd name="connsiteX2285" fmla="*/ 1434358 w 2290556"/>
                <a:gd name="connsiteY2285" fmla="*/ 1307741 h 1796087"/>
                <a:gd name="connsiteX2286" fmla="*/ 1435536 w 2290556"/>
                <a:gd name="connsiteY2286" fmla="*/ 1305352 h 1796087"/>
                <a:gd name="connsiteX2287" fmla="*/ 1435133 w 2290556"/>
                <a:gd name="connsiteY2287" fmla="*/ 1302325 h 1796087"/>
                <a:gd name="connsiteX2288" fmla="*/ 1436748 w 2290556"/>
                <a:gd name="connsiteY2288" fmla="*/ 1298725 h 1796087"/>
                <a:gd name="connsiteX2289" fmla="*/ 1438599 w 2290556"/>
                <a:gd name="connsiteY2289" fmla="*/ 1295799 h 1796087"/>
                <a:gd name="connsiteX2290" fmla="*/ 1440652 w 2290556"/>
                <a:gd name="connsiteY2290" fmla="*/ 1293410 h 1796087"/>
                <a:gd name="connsiteX2291" fmla="*/ 1442805 w 2290556"/>
                <a:gd name="connsiteY2291" fmla="*/ 1290585 h 1796087"/>
                <a:gd name="connsiteX2292" fmla="*/ 1445296 w 2290556"/>
                <a:gd name="connsiteY2292" fmla="*/ 1289374 h 1796087"/>
                <a:gd name="connsiteX2293" fmla="*/ 1448022 w 2290556"/>
                <a:gd name="connsiteY2293" fmla="*/ 1288499 h 1796087"/>
                <a:gd name="connsiteX2294" fmla="*/ 1451825 w 2290556"/>
                <a:gd name="connsiteY2294" fmla="*/ 1288263 h 1796087"/>
                <a:gd name="connsiteX2295" fmla="*/ 1454652 w 2290556"/>
                <a:gd name="connsiteY2295" fmla="*/ 1288163 h 1796087"/>
                <a:gd name="connsiteX2296" fmla="*/ 1457916 w 2290556"/>
                <a:gd name="connsiteY2296" fmla="*/ 1288263 h 1796087"/>
                <a:gd name="connsiteX2297" fmla="*/ 1459431 w 2290556"/>
                <a:gd name="connsiteY2297" fmla="*/ 1288062 h 1796087"/>
                <a:gd name="connsiteX2298" fmla="*/ 1460744 w 2290556"/>
                <a:gd name="connsiteY2298" fmla="*/ 1286548 h 1796087"/>
                <a:gd name="connsiteX2299" fmla="*/ 1461080 w 2290556"/>
                <a:gd name="connsiteY2299" fmla="*/ 1285471 h 1796087"/>
                <a:gd name="connsiteX2300" fmla="*/ 1461282 w 2290556"/>
                <a:gd name="connsiteY2300" fmla="*/ 1282982 h 1796087"/>
                <a:gd name="connsiteX2301" fmla="*/ 1460306 w 2290556"/>
                <a:gd name="connsiteY2301" fmla="*/ 1281132 h 1796087"/>
                <a:gd name="connsiteX2302" fmla="*/ 1458994 w 2290556"/>
                <a:gd name="connsiteY2302" fmla="*/ 1280156 h 1796087"/>
                <a:gd name="connsiteX2303" fmla="*/ 1458354 w 2290556"/>
                <a:gd name="connsiteY2303" fmla="*/ 1278945 h 1796087"/>
                <a:gd name="connsiteX2304" fmla="*/ 1456941 w 2290556"/>
                <a:gd name="connsiteY2304" fmla="*/ 1276893 h 1796087"/>
                <a:gd name="connsiteX2305" fmla="*/ 1456941 w 2290556"/>
                <a:gd name="connsiteY2305" fmla="*/ 1274168 h 1796087"/>
                <a:gd name="connsiteX2306" fmla="*/ 1458691 w 2290556"/>
                <a:gd name="connsiteY2306" fmla="*/ 1272857 h 1796087"/>
                <a:gd name="connsiteX2307" fmla="*/ 1460979 w 2290556"/>
                <a:gd name="connsiteY2307" fmla="*/ 1271982 h 1796087"/>
                <a:gd name="connsiteX2308" fmla="*/ 1462056 w 2290556"/>
                <a:gd name="connsiteY2308" fmla="*/ 1270233 h 1796087"/>
                <a:gd name="connsiteX2309" fmla="*/ 1462594 w 2290556"/>
                <a:gd name="connsiteY2309" fmla="*/ 1268046 h 1796087"/>
                <a:gd name="connsiteX2310" fmla="*/ 1463570 w 2290556"/>
                <a:gd name="connsiteY2310" fmla="*/ 1265994 h 1796087"/>
                <a:gd name="connsiteX2311" fmla="*/ 1466498 w 2290556"/>
                <a:gd name="connsiteY2311" fmla="*/ 1265355 h 1796087"/>
                <a:gd name="connsiteX2312" fmla="*/ 1467912 w 2290556"/>
                <a:gd name="connsiteY2312" fmla="*/ 1265557 h 1796087"/>
                <a:gd name="connsiteX2313" fmla="*/ 1468888 w 2290556"/>
                <a:gd name="connsiteY2313" fmla="*/ 1267071 h 1796087"/>
                <a:gd name="connsiteX2314" fmla="*/ 1471378 w 2290556"/>
                <a:gd name="connsiteY2314" fmla="*/ 1269022 h 1796087"/>
                <a:gd name="connsiteX2315" fmla="*/ 1472354 w 2290556"/>
                <a:gd name="connsiteY2315" fmla="*/ 1267609 h 1796087"/>
                <a:gd name="connsiteX2316" fmla="*/ 1474508 w 2290556"/>
                <a:gd name="connsiteY2316" fmla="*/ 1264682 h 1796087"/>
                <a:gd name="connsiteX2317" fmla="*/ 1476898 w 2290556"/>
                <a:gd name="connsiteY2317" fmla="*/ 1266431 h 1796087"/>
                <a:gd name="connsiteX2318" fmla="*/ 1477537 w 2290556"/>
                <a:gd name="connsiteY2318" fmla="*/ 1269257 h 1796087"/>
                <a:gd name="connsiteX2319" fmla="*/ 1480162 w 2290556"/>
                <a:gd name="connsiteY2319" fmla="*/ 1269795 h 1796087"/>
                <a:gd name="connsiteX2320" fmla="*/ 1482350 w 2290556"/>
                <a:gd name="connsiteY2320" fmla="*/ 1268921 h 1796087"/>
                <a:gd name="connsiteX2321" fmla="*/ 1483427 w 2290556"/>
                <a:gd name="connsiteY2321" fmla="*/ 1267508 h 1796087"/>
                <a:gd name="connsiteX2322" fmla="*/ 1484840 w 2290556"/>
                <a:gd name="connsiteY2322" fmla="*/ 1264581 h 1796087"/>
                <a:gd name="connsiteX2323" fmla="*/ 1485581 w 2290556"/>
                <a:gd name="connsiteY2323" fmla="*/ 1263841 h 1796087"/>
                <a:gd name="connsiteX2324" fmla="*/ 1488946 w 2290556"/>
                <a:gd name="connsiteY2324" fmla="*/ 1263841 h 1796087"/>
                <a:gd name="connsiteX2325" fmla="*/ 1490359 w 2290556"/>
                <a:gd name="connsiteY2325" fmla="*/ 1267407 h 1796087"/>
                <a:gd name="connsiteX2326" fmla="*/ 1492211 w 2290556"/>
                <a:gd name="connsiteY2326" fmla="*/ 1269257 h 1796087"/>
                <a:gd name="connsiteX2327" fmla="*/ 1494162 w 2290556"/>
                <a:gd name="connsiteY2327" fmla="*/ 1273496 h 1796087"/>
                <a:gd name="connsiteX2328" fmla="*/ 1493287 w 2290556"/>
                <a:gd name="connsiteY2328" fmla="*/ 1275009 h 1796087"/>
                <a:gd name="connsiteX2329" fmla="*/ 1490460 w 2290556"/>
                <a:gd name="connsiteY2329" fmla="*/ 1277398 h 1796087"/>
                <a:gd name="connsiteX2330" fmla="*/ 1492412 w 2290556"/>
                <a:gd name="connsiteY2330" fmla="*/ 1280022 h 1796087"/>
                <a:gd name="connsiteX2331" fmla="*/ 1493725 w 2290556"/>
                <a:gd name="connsiteY2331" fmla="*/ 1282074 h 1796087"/>
                <a:gd name="connsiteX2332" fmla="*/ 1499043 w 2290556"/>
                <a:gd name="connsiteY2332" fmla="*/ 1287389 h 1796087"/>
                <a:gd name="connsiteX2333" fmla="*/ 1497965 w 2290556"/>
                <a:gd name="connsiteY2333" fmla="*/ 1290551 h 1796087"/>
                <a:gd name="connsiteX2334" fmla="*/ 1498605 w 2290556"/>
                <a:gd name="connsiteY2334" fmla="*/ 1297851 h 1796087"/>
                <a:gd name="connsiteX2335" fmla="*/ 1497629 w 2290556"/>
                <a:gd name="connsiteY2335" fmla="*/ 1299062 h 1796087"/>
                <a:gd name="connsiteX2336" fmla="*/ 1496215 w 2290556"/>
                <a:gd name="connsiteY2336" fmla="*/ 1301652 h 1796087"/>
                <a:gd name="connsiteX2337" fmla="*/ 1496754 w 2290556"/>
                <a:gd name="connsiteY2337" fmla="*/ 1304814 h 1796087"/>
                <a:gd name="connsiteX2338" fmla="*/ 1495677 w 2290556"/>
                <a:gd name="connsiteY2338" fmla="*/ 1306227 h 1796087"/>
                <a:gd name="connsiteX2339" fmla="*/ 1494365 w 2290556"/>
                <a:gd name="connsiteY2339" fmla="*/ 1307539 h 1796087"/>
                <a:gd name="connsiteX2340" fmla="*/ 1493927 w 2290556"/>
                <a:gd name="connsiteY2340" fmla="*/ 1310028 h 1796087"/>
                <a:gd name="connsiteX2341" fmla="*/ 1494701 w 2290556"/>
                <a:gd name="connsiteY2341" fmla="*/ 1312518 h 1796087"/>
                <a:gd name="connsiteX2342" fmla="*/ 1495677 w 2290556"/>
                <a:gd name="connsiteY2342" fmla="*/ 1314570 h 1796087"/>
                <a:gd name="connsiteX2343" fmla="*/ 1496316 w 2290556"/>
                <a:gd name="connsiteY2343" fmla="*/ 1317194 h 1796087"/>
                <a:gd name="connsiteX2344" fmla="*/ 1495879 w 2290556"/>
                <a:gd name="connsiteY2344" fmla="*/ 1320995 h 1796087"/>
                <a:gd name="connsiteX2345" fmla="*/ 1495139 w 2290556"/>
                <a:gd name="connsiteY2345" fmla="*/ 1323720 h 1796087"/>
                <a:gd name="connsiteX2346" fmla="*/ 1494062 w 2290556"/>
                <a:gd name="connsiteY2346" fmla="*/ 1325469 h 1796087"/>
                <a:gd name="connsiteX2347" fmla="*/ 1492008 w 2290556"/>
                <a:gd name="connsiteY2347" fmla="*/ 1327319 h 1796087"/>
                <a:gd name="connsiteX2348" fmla="*/ 1492008 w 2290556"/>
                <a:gd name="connsiteY2348" fmla="*/ 1328194 h 1796087"/>
                <a:gd name="connsiteX2349" fmla="*/ 1497225 w 2290556"/>
                <a:gd name="connsiteY2349" fmla="*/ 1327756 h 1796087"/>
                <a:gd name="connsiteX2350" fmla="*/ 1498874 w 2290556"/>
                <a:gd name="connsiteY2350" fmla="*/ 1326444 h 1796087"/>
                <a:gd name="connsiteX2351" fmla="*/ 1502139 w 2290556"/>
                <a:gd name="connsiteY2351" fmla="*/ 1325368 h 1796087"/>
                <a:gd name="connsiteX2352" fmla="*/ 1504528 w 2290556"/>
                <a:gd name="connsiteY2352" fmla="*/ 1326108 h 1796087"/>
                <a:gd name="connsiteX2353" fmla="*/ 1507793 w 2290556"/>
                <a:gd name="connsiteY2353" fmla="*/ 1326646 h 1796087"/>
                <a:gd name="connsiteX2354" fmla="*/ 1510721 w 2290556"/>
                <a:gd name="connsiteY2354" fmla="*/ 1325671 h 1796087"/>
                <a:gd name="connsiteX2355" fmla="*/ 1513009 w 2290556"/>
                <a:gd name="connsiteY2355" fmla="*/ 1322946 h 1796087"/>
                <a:gd name="connsiteX2356" fmla="*/ 1517149 w 2290556"/>
                <a:gd name="connsiteY2356" fmla="*/ 1322172 h 1796087"/>
                <a:gd name="connsiteX2357" fmla="*/ 1520615 w 2290556"/>
                <a:gd name="connsiteY2357" fmla="*/ 1324998 h 1796087"/>
                <a:gd name="connsiteX2358" fmla="*/ 1524654 w 2290556"/>
                <a:gd name="connsiteY2358" fmla="*/ 1325099 h 1796087"/>
                <a:gd name="connsiteX2359" fmla="*/ 1529533 w 2290556"/>
                <a:gd name="connsiteY2359" fmla="*/ 1325334 h 1796087"/>
                <a:gd name="connsiteX2360" fmla="*/ 1531822 w 2290556"/>
                <a:gd name="connsiteY2360" fmla="*/ 1325233 h 1796087"/>
                <a:gd name="connsiteX2361" fmla="*/ 1536837 w 2290556"/>
                <a:gd name="connsiteY2361" fmla="*/ 1325032 h 1796087"/>
                <a:gd name="connsiteX2362" fmla="*/ 1538486 w 2290556"/>
                <a:gd name="connsiteY2362" fmla="*/ 1323282 h 1796087"/>
                <a:gd name="connsiteX2363" fmla="*/ 1538587 w 2290556"/>
                <a:gd name="connsiteY2363" fmla="*/ 1321769 h 1796087"/>
                <a:gd name="connsiteX2364" fmla="*/ 1536736 w 2290556"/>
                <a:gd name="connsiteY2364" fmla="*/ 1320019 h 1796087"/>
                <a:gd name="connsiteX2365" fmla="*/ 1533808 w 2290556"/>
                <a:gd name="connsiteY2365" fmla="*/ 1317967 h 1796087"/>
                <a:gd name="connsiteX2366" fmla="*/ 1530106 w 2290556"/>
                <a:gd name="connsiteY2366" fmla="*/ 1313493 h 1796087"/>
                <a:gd name="connsiteX2367" fmla="*/ 1530880 w 2290556"/>
                <a:gd name="connsiteY2367" fmla="*/ 1310466 h 1796087"/>
                <a:gd name="connsiteX2368" fmla="*/ 1533707 w 2290556"/>
                <a:gd name="connsiteY2368" fmla="*/ 1307741 h 1796087"/>
                <a:gd name="connsiteX2369" fmla="*/ 1535659 w 2290556"/>
                <a:gd name="connsiteY2369" fmla="*/ 1307741 h 1796087"/>
                <a:gd name="connsiteX2370" fmla="*/ 1542524 w 2290556"/>
                <a:gd name="connsiteY2370" fmla="*/ 1311778 h 1796087"/>
                <a:gd name="connsiteX2371" fmla="*/ 1544274 w 2290556"/>
                <a:gd name="connsiteY2371" fmla="*/ 1309591 h 1796087"/>
                <a:gd name="connsiteX2372" fmla="*/ 1545688 w 2290556"/>
                <a:gd name="connsiteY2372" fmla="*/ 1306866 h 1796087"/>
                <a:gd name="connsiteX2373" fmla="*/ 1548515 w 2290556"/>
                <a:gd name="connsiteY2373" fmla="*/ 1304915 h 1796087"/>
                <a:gd name="connsiteX2374" fmla="*/ 1556659 w 2290556"/>
                <a:gd name="connsiteY2374" fmla="*/ 1299600 h 1796087"/>
                <a:gd name="connsiteX2375" fmla="*/ 1559924 w 2290556"/>
                <a:gd name="connsiteY2375" fmla="*/ 1296875 h 1796087"/>
                <a:gd name="connsiteX2376" fmla="*/ 1568405 w 2290556"/>
                <a:gd name="connsiteY2376" fmla="*/ 1290013 h 1796087"/>
                <a:gd name="connsiteX2377" fmla="*/ 1572107 w 2290556"/>
                <a:gd name="connsiteY2377" fmla="*/ 1286985 h 1796087"/>
                <a:gd name="connsiteX2378" fmla="*/ 1575136 w 2290556"/>
                <a:gd name="connsiteY2378" fmla="*/ 1284933 h 1796087"/>
                <a:gd name="connsiteX2379" fmla="*/ 1576549 w 2290556"/>
                <a:gd name="connsiteY2379" fmla="*/ 1284395 h 1796087"/>
                <a:gd name="connsiteX2380" fmla="*/ 1580789 w 2290556"/>
                <a:gd name="connsiteY2380" fmla="*/ 1283520 h 1796087"/>
                <a:gd name="connsiteX2381" fmla="*/ 1583414 w 2290556"/>
                <a:gd name="connsiteY2381" fmla="*/ 1285572 h 1796087"/>
                <a:gd name="connsiteX2382" fmla="*/ 1585804 w 2290556"/>
                <a:gd name="connsiteY2382" fmla="*/ 1288196 h 1796087"/>
                <a:gd name="connsiteX2383" fmla="*/ 1588429 w 2290556"/>
                <a:gd name="connsiteY2383" fmla="*/ 1289845 h 1796087"/>
                <a:gd name="connsiteX2384" fmla="*/ 1589607 w 2290556"/>
                <a:gd name="connsiteY2384" fmla="*/ 1291997 h 1796087"/>
                <a:gd name="connsiteX2385" fmla="*/ 1590684 w 2290556"/>
                <a:gd name="connsiteY2385" fmla="*/ 1298725 h 1796087"/>
                <a:gd name="connsiteX2386" fmla="*/ 1592198 w 2290556"/>
                <a:gd name="connsiteY2386" fmla="*/ 1301013 h 1796087"/>
                <a:gd name="connsiteX2387" fmla="*/ 1596102 w 2290556"/>
                <a:gd name="connsiteY2387" fmla="*/ 1302964 h 1796087"/>
                <a:gd name="connsiteX2388" fmla="*/ 1596102 w 2290556"/>
                <a:gd name="connsiteY2388" fmla="*/ 1299499 h 1796087"/>
                <a:gd name="connsiteX2389" fmla="*/ 1596102 w 2290556"/>
                <a:gd name="connsiteY2389" fmla="*/ 1296774 h 1796087"/>
                <a:gd name="connsiteX2390" fmla="*/ 1597516 w 2290556"/>
                <a:gd name="connsiteY2390" fmla="*/ 1294049 h 1796087"/>
                <a:gd name="connsiteX2391" fmla="*/ 1599165 w 2290556"/>
                <a:gd name="connsiteY2391" fmla="*/ 1292536 h 1796087"/>
                <a:gd name="connsiteX2392" fmla="*/ 1600679 w 2290556"/>
                <a:gd name="connsiteY2392" fmla="*/ 1291997 h 1796087"/>
                <a:gd name="connsiteX2393" fmla="*/ 1602968 w 2290556"/>
                <a:gd name="connsiteY2393" fmla="*/ 1291123 h 1796087"/>
                <a:gd name="connsiteX2394" fmla="*/ 1604718 w 2290556"/>
                <a:gd name="connsiteY2394" fmla="*/ 1290349 h 1796087"/>
                <a:gd name="connsiteX2395" fmla="*/ 1607107 w 2290556"/>
                <a:gd name="connsiteY2395" fmla="*/ 1288701 h 1796087"/>
                <a:gd name="connsiteX2396" fmla="*/ 1608857 w 2290556"/>
                <a:gd name="connsiteY2396" fmla="*/ 1286750 h 1796087"/>
                <a:gd name="connsiteX2397" fmla="*/ 1611785 w 2290556"/>
                <a:gd name="connsiteY2397" fmla="*/ 1283823 h 1796087"/>
                <a:gd name="connsiteX2398" fmla="*/ 1611785 w 2290556"/>
                <a:gd name="connsiteY2398" fmla="*/ 1282377 h 1796087"/>
                <a:gd name="connsiteX2399" fmla="*/ 1613536 w 2290556"/>
                <a:gd name="connsiteY2399" fmla="*/ 1280358 h 1796087"/>
                <a:gd name="connsiteX2400" fmla="*/ 1613536 w 2290556"/>
                <a:gd name="connsiteY2400" fmla="*/ 1278609 h 1796087"/>
                <a:gd name="connsiteX2401" fmla="*/ 1615723 w 2290556"/>
                <a:gd name="connsiteY2401" fmla="*/ 1275413 h 1796087"/>
                <a:gd name="connsiteX2402" fmla="*/ 1617742 w 2290556"/>
                <a:gd name="connsiteY2402" fmla="*/ 1273529 h 1796087"/>
                <a:gd name="connsiteX2403" fmla="*/ 1620771 w 2290556"/>
                <a:gd name="connsiteY2403" fmla="*/ 1272386 h 1796087"/>
                <a:gd name="connsiteX2404" fmla="*/ 1623968 w 2290556"/>
                <a:gd name="connsiteY2404" fmla="*/ 1273395 h 1796087"/>
                <a:gd name="connsiteX2405" fmla="*/ 1623968 w 2290556"/>
                <a:gd name="connsiteY2405" fmla="*/ 1275985 h 1796087"/>
                <a:gd name="connsiteX2406" fmla="*/ 1622656 w 2290556"/>
                <a:gd name="connsiteY2406" fmla="*/ 1277566 h 1796087"/>
                <a:gd name="connsiteX2407" fmla="*/ 1622353 w 2290556"/>
                <a:gd name="connsiteY2407" fmla="*/ 1279887 h 1796087"/>
                <a:gd name="connsiteX2408" fmla="*/ 1625112 w 2290556"/>
                <a:gd name="connsiteY2408" fmla="*/ 1279147 h 1796087"/>
                <a:gd name="connsiteX2409" fmla="*/ 1626560 w 2290556"/>
                <a:gd name="connsiteY2409" fmla="*/ 1275951 h 1796087"/>
                <a:gd name="connsiteX2410" fmla="*/ 1629757 w 2290556"/>
                <a:gd name="connsiteY2410" fmla="*/ 1275951 h 1796087"/>
                <a:gd name="connsiteX2411" fmla="*/ 1631339 w 2290556"/>
                <a:gd name="connsiteY2411" fmla="*/ 1277903 h 1796087"/>
                <a:gd name="connsiteX2412" fmla="*/ 1634401 w 2290556"/>
                <a:gd name="connsiteY2412" fmla="*/ 1281166 h 1796087"/>
                <a:gd name="connsiteX2413" fmla="*/ 1637901 w 2290556"/>
                <a:gd name="connsiteY2413" fmla="*/ 1282477 h 1796087"/>
                <a:gd name="connsiteX2414" fmla="*/ 1643690 w 2290556"/>
                <a:gd name="connsiteY2414" fmla="*/ 1282175 h 1796087"/>
                <a:gd name="connsiteX2415" fmla="*/ 1649478 w 2290556"/>
                <a:gd name="connsiteY2415" fmla="*/ 1281737 h 1796087"/>
                <a:gd name="connsiteX2416" fmla="*/ 1650623 w 2290556"/>
                <a:gd name="connsiteY2416" fmla="*/ 1280594 h 1796087"/>
                <a:gd name="connsiteX2417" fmla="*/ 1651632 w 2290556"/>
                <a:gd name="connsiteY2417" fmla="*/ 1276086 h 1796087"/>
                <a:gd name="connsiteX2418" fmla="*/ 1653214 w 2290556"/>
                <a:gd name="connsiteY2418" fmla="*/ 1274505 h 1796087"/>
                <a:gd name="connsiteX2419" fmla="*/ 1656108 w 2290556"/>
                <a:gd name="connsiteY2419" fmla="*/ 1274202 h 1796087"/>
                <a:gd name="connsiteX2420" fmla="*/ 1658868 w 2290556"/>
                <a:gd name="connsiteY2420" fmla="*/ 1274202 h 1796087"/>
                <a:gd name="connsiteX2421" fmla="*/ 1660887 w 2290556"/>
                <a:gd name="connsiteY2421" fmla="*/ 1274000 h 1796087"/>
                <a:gd name="connsiteX2422" fmla="*/ 1661897 w 2290556"/>
                <a:gd name="connsiteY2422" fmla="*/ 1272184 h 1796087"/>
                <a:gd name="connsiteX2423" fmla="*/ 1662604 w 2290556"/>
                <a:gd name="connsiteY2423" fmla="*/ 1268113 h 1796087"/>
                <a:gd name="connsiteX2424" fmla="*/ 1663479 w 2290556"/>
                <a:gd name="connsiteY2424" fmla="*/ 1264043 h 1796087"/>
                <a:gd name="connsiteX2425" fmla="*/ 1664051 w 2290556"/>
                <a:gd name="connsiteY2425" fmla="*/ 1261722 h 1796087"/>
                <a:gd name="connsiteX2426" fmla="*/ 1663041 w 2290556"/>
                <a:gd name="connsiteY2426" fmla="*/ 1259838 h 1796087"/>
                <a:gd name="connsiteX2427" fmla="*/ 1660887 w 2290556"/>
                <a:gd name="connsiteY2427" fmla="*/ 1258526 h 1796087"/>
                <a:gd name="connsiteX2428" fmla="*/ 1656983 w 2290556"/>
                <a:gd name="connsiteY2428" fmla="*/ 1256642 h 1796087"/>
                <a:gd name="connsiteX2429" fmla="*/ 1653954 w 2290556"/>
                <a:gd name="connsiteY2429" fmla="*/ 1251563 h 1796087"/>
                <a:gd name="connsiteX2430" fmla="*/ 1660181 w 2290556"/>
                <a:gd name="connsiteY2430" fmla="*/ 1249813 h 1796087"/>
                <a:gd name="connsiteX2431" fmla="*/ 1663075 w 2290556"/>
                <a:gd name="connsiteY2431" fmla="*/ 1249107 h 1796087"/>
                <a:gd name="connsiteX2432" fmla="*/ 1664219 w 2290556"/>
                <a:gd name="connsiteY2432" fmla="*/ 1245339 h 1796087"/>
                <a:gd name="connsiteX2433" fmla="*/ 1662200 w 2290556"/>
                <a:gd name="connsiteY2433" fmla="*/ 1241134 h 1796087"/>
                <a:gd name="connsiteX2434" fmla="*/ 1662065 w 2290556"/>
                <a:gd name="connsiteY2434" fmla="*/ 1239251 h 1796087"/>
                <a:gd name="connsiteX2435" fmla="*/ 1661762 w 2290556"/>
                <a:gd name="connsiteY2435" fmla="*/ 1236055 h 1796087"/>
                <a:gd name="connsiteX2436" fmla="*/ 1661056 w 2290556"/>
                <a:gd name="connsiteY2436" fmla="*/ 1234305 h 1796087"/>
                <a:gd name="connsiteX2437" fmla="*/ 1660618 w 2290556"/>
                <a:gd name="connsiteY2437" fmla="*/ 1232556 h 1796087"/>
                <a:gd name="connsiteX2438" fmla="*/ 1659743 w 2290556"/>
                <a:gd name="connsiteY2438" fmla="*/ 1230807 h 1796087"/>
                <a:gd name="connsiteX2439" fmla="*/ 1658733 w 2290556"/>
                <a:gd name="connsiteY2439" fmla="*/ 1229798 h 1796087"/>
                <a:gd name="connsiteX2440" fmla="*/ 1658733 w 2290556"/>
                <a:gd name="connsiteY2440" fmla="*/ 1226905 h 1796087"/>
                <a:gd name="connsiteX2441" fmla="*/ 1665464 w 2290556"/>
                <a:gd name="connsiteY2441" fmla="*/ 1225761 h 1796087"/>
                <a:gd name="connsiteX2442" fmla="*/ 1665397 w 2290556"/>
                <a:gd name="connsiteY2442" fmla="*/ 1221422 h 1796087"/>
                <a:gd name="connsiteX2443" fmla="*/ 1667854 w 2290556"/>
                <a:gd name="connsiteY2443" fmla="*/ 1220681 h 1796087"/>
                <a:gd name="connsiteX2444" fmla="*/ 1670748 w 2290556"/>
                <a:gd name="connsiteY2444" fmla="*/ 1219975 h 1796087"/>
                <a:gd name="connsiteX2445" fmla="*/ 1674383 w 2290556"/>
                <a:gd name="connsiteY2445" fmla="*/ 1218831 h 1796087"/>
                <a:gd name="connsiteX2446" fmla="*/ 1677277 w 2290556"/>
                <a:gd name="connsiteY2446" fmla="*/ 1218697 h 1796087"/>
                <a:gd name="connsiteX2447" fmla="*/ 1682628 w 2290556"/>
                <a:gd name="connsiteY2447" fmla="*/ 1218999 h 1796087"/>
                <a:gd name="connsiteX2448" fmla="*/ 1686263 w 2290556"/>
                <a:gd name="connsiteY2448" fmla="*/ 1218697 h 1796087"/>
                <a:gd name="connsiteX2449" fmla="*/ 1687576 w 2290556"/>
                <a:gd name="connsiteY2449" fmla="*/ 1216510 h 1796087"/>
                <a:gd name="connsiteX2450" fmla="*/ 1690907 w 2290556"/>
                <a:gd name="connsiteY2450" fmla="*/ 1214626 h 1796087"/>
                <a:gd name="connsiteX2451" fmla="*/ 1692489 w 2290556"/>
                <a:gd name="connsiteY2451" fmla="*/ 1215636 h 1796087"/>
                <a:gd name="connsiteX2452" fmla="*/ 1696124 w 2290556"/>
                <a:gd name="connsiteY2452" fmla="*/ 1217654 h 1796087"/>
                <a:gd name="connsiteX2453" fmla="*/ 1697874 w 2290556"/>
                <a:gd name="connsiteY2453" fmla="*/ 1218528 h 1796087"/>
                <a:gd name="connsiteX2454" fmla="*/ 1701205 w 2290556"/>
                <a:gd name="connsiteY2454" fmla="*/ 1218528 h 1796087"/>
                <a:gd name="connsiteX2455" fmla="*/ 1703831 w 2290556"/>
                <a:gd name="connsiteY2455" fmla="*/ 1217889 h 1796087"/>
                <a:gd name="connsiteX2456" fmla="*/ 1704571 w 2290556"/>
                <a:gd name="connsiteY2456" fmla="*/ 1217385 h 1796087"/>
                <a:gd name="connsiteX2457" fmla="*/ 1707465 w 2290556"/>
                <a:gd name="connsiteY2457" fmla="*/ 1214189 h 1796087"/>
                <a:gd name="connsiteX2458" fmla="*/ 1707465 w 2290556"/>
                <a:gd name="connsiteY2458" fmla="*/ 1212002 h 1796087"/>
                <a:gd name="connsiteX2459" fmla="*/ 1708475 w 2290556"/>
                <a:gd name="connsiteY2459" fmla="*/ 1209681 h 1796087"/>
                <a:gd name="connsiteX2460" fmla="*/ 1709350 w 2290556"/>
                <a:gd name="connsiteY2460" fmla="*/ 1207966 h 1796087"/>
                <a:gd name="connsiteX2461" fmla="*/ 1710797 w 2290556"/>
                <a:gd name="connsiteY2461" fmla="*/ 1205645 h 1796087"/>
                <a:gd name="connsiteX2462" fmla="*/ 1713826 w 2290556"/>
                <a:gd name="connsiteY2462" fmla="*/ 1205207 h 1796087"/>
                <a:gd name="connsiteX2463" fmla="*/ 1714701 w 2290556"/>
                <a:gd name="connsiteY2463" fmla="*/ 1205779 h 1796087"/>
                <a:gd name="connsiteX2464" fmla="*/ 1716720 w 2290556"/>
                <a:gd name="connsiteY2464" fmla="*/ 1207226 h 1796087"/>
                <a:gd name="connsiteX2465" fmla="*/ 1720220 w 2290556"/>
                <a:gd name="connsiteY2465" fmla="*/ 1208235 h 1796087"/>
                <a:gd name="connsiteX2466" fmla="*/ 1722374 w 2290556"/>
                <a:gd name="connsiteY2466" fmla="*/ 1206486 h 1796087"/>
                <a:gd name="connsiteX2467" fmla="*/ 1724393 w 2290556"/>
                <a:gd name="connsiteY2467" fmla="*/ 1203727 h 1796087"/>
                <a:gd name="connsiteX2468" fmla="*/ 1727153 w 2290556"/>
                <a:gd name="connsiteY2468" fmla="*/ 1202718 h 1796087"/>
                <a:gd name="connsiteX2469" fmla="*/ 1730788 w 2290556"/>
                <a:gd name="connsiteY2469" fmla="*/ 1201978 h 1796087"/>
                <a:gd name="connsiteX2470" fmla="*/ 1733985 w 2290556"/>
                <a:gd name="connsiteY2470" fmla="*/ 1201339 h 1796087"/>
                <a:gd name="connsiteX2471" fmla="*/ 1739403 w 2290556"/>
                <a:gd name="connsiteY2471" fmla="*/ 1203088 h 1796087"/>
                <a:gd name="connsiteX2472" fmla="*/ 1742668 w 2290556"/>
                <a:gd name="connsiteY2472" fmla="*/ 1206553 h 1796087"/>
                <a:gd name="connsiteX2473" fmla="*/ 1742668 w 2290556"/>
                <a:gd name="connsiteY2473" fmla="*/ 1208504 h 1796087"/>
                <a:gd name="connsiteX2474" fmla="*/ 1743980 w 2290556"/>
                <a:gd name="connsiteY2474" fmla="*/ 1211969 h 1796087"/>
                <a:gd name="connsiteX2475" fmla="*/ 1749837 w 2290556"/>
                <a:gd name="connsiteY2475" fmla="*/ 1215232 h 1796087"/>
                <a:gd name="connsiteX2476" fmla="*/ 1754346 w 2290556"/>
                <a:gd name="connsiteY2476" fmla="*/ 1219639 h 1796087"/>
                <a:gd name="connsiteX2477" fmla="*/ 1756803 w 2290556"/>
                <a:gd name="connsiteY2477" fmla="*/ 1221522 h 1796087"/>
                <a:gd name="connsiteX2478" fmla="*/ 1757476 w 2290556"/>
                <a:gd name="connsiteY2478" fmla="*/ 1223406 h 1796087"/>
                <a:gd name="connsiteX2479" fmla="*/ 1758486 w 2290556"/>
                <a:gd name="connsiteY2479" fmla="*/ 1225727 h 1796087"/>
                <a:gd name="connsiteX2480" fmla="*/ 1759731 w 2290556"/>
                <a:gd name="connsiteY2480" fmla="*/ 1227409 h 1796087"/>
                <a:gd name="connsiteX2481" fmla="*/ 1760976 w 2290556"/>
                <a:gd name="connsiteY2481" fmla="*/ 1228990 h 1796087"/>
                <a:gd name="connsiteX2482" fmla="*/ 1761481 w 2290556"/>
                <a:gd name="connsiteY2482" fmla="*/ 1231379 h 1796087"/>
                <a:gd name="connsiteX2483" fmla="*/ 1760034 w 2290556"/>
                <a:gd name="connsiteY2483" fmla="*/ 1233532 h 1796087"/>
                <a:gd name="connsiteX2484" fmla="*/ 1759764 w 2290556"/>
                <a:gd name="connsiteY2484" fmla="*/ 1233902 h 1796087"/>
                <a:gd name="connsiteX2485" fmla="*/ 1757509 w 2290556"/>
                <a:gd name="connsiteY2485" fmla="*/ 1236425 h 1796087"/>
                <a:gd name="connsiteX2486" fmla="*/ 1758317 w 2290556"/>
                <a:gd name="connsiteY2486" fmla="*/ 1239183 h 1796087"/>
                <a:gd name="connsiteX2487" fmla="*/ 1759731 w 2290556"/>
                <a:gd name="connsiteY2487" fmla="*/ 1242278 h 1796087"/>
                <a:gd name="connsiteX2488" fmla="*/ 1764072 w 2290556"/>
                <a:gd name="connsiteY2488" fmla="*/ 1245037 h 1796087"/>
                <a:gd name="connsiteX2489" fmla="*/ 1764745 w 2290556"/>
                <a:gd name="connsiteY2489" fmla="*/ 1246180 h 1796087"/>
                <a:gd name="connsiteX2490" fmla="*/ 1764140 w 2290556"/>
                <a:gd name="connsiteY2490" fmla="*/ 1248031 h 1796087"/>
                <a:gd name="connsiteX2491" fmla="*/ 1764140 w 2290556"/>
                <a:gd name="connsiteY2491" fmla="*/ 1250688 h 1796087"/>
                <a:gd name="connsiteX2492" fmla="*/ 1764779 w 2290556"/>
                <a:gd name="connsiteY2492" fmla="*/ 1251058 h 1796087"/>
                <a:gd name="connsiteX2493" fmla="*/ 1766899 w 2290556"/>
                <a:gd name="connsiteY2493" fmla="*/ 1249645 h 1796087"/>
                <a:gd name="connsiteX2494" fmla="*/ 1769793 w 2290556"/>
                <a:gd name="connsiteY2494" fmla="*/ 1251764 h 1796087"/>
                <a:gd name="connsiteX2495" fmla="*/ 1770500 w 2290556"/>
                <a:gd name="connsiteY2495" fmla="*/ 1252942 h 1796087"/>
                <a:gd name="connsiteX2496" fmla="*/ 1771173 w 2290556"/>
                <a:gd name="connsiteY2496" fmla="*/ 1254624 h 1796087"/>
                <a:gd name="connsiteX2497" fmla="*/ 1768380 w 2290556"/>
                <a:gd name="connsiteY2497" fmla="*/ 1255835 h 1796087"/>
                <a:gd name="connsiteX2498" fmla="*/ 1768380 w 2290556"/>
                <a:gd name="connsiteY2498" fmla="*/ 1257853 h 1796087"/>
                <a:gd name="connsiteX2499" fmla="*/ 1769491 w 2290556"/>
                <a:gd name="connsiteY2499" fmla="*/ 1259300 h 1796087"/>
                <a:gd name="connsiteX2500" fmla="*/ 1770702 w 2290556"/>
                <a:gd name="connsiteY2500" fmla="*/ 1260746 h 1796087"/>
                <a:gd name="connsiteX2501" fmla="*/ 1772520 w 2290556"/>
                <a:gd name="connsiteY2501" fmla="*/ 1260881 h 1796087"/>
                <a:gd name="connsiteX2502" fmla="*/ 1774169 w 2290556"/>
                <a:gd name="connsiteY2502" fmla="*/ 1259434 h 1796087"/>
                <a:gd name="connsiteX2503" fmla="*/ 1775313 w 2290556"/>
                <a:gd name="connsiteY2503" fmla="*/ 1257550 h 1796087"/>
                <a:gd name="connsiteX2504" fmla="*/ 1776491 w 2290556"/>
                <a:gd name="connsiteY2504" fmla="*/ 1255667 h 1796087"/>
                <a:gd name="connsiteX2505" fmla="*/ 1778678 w 2290556"/>
                <a:gd name="connsiteY2505" fmla="*/ 1254927 h 1796087"/>
                <a:gd name="connsiteX2506" fmla="*/ 1781438 w 2290556"/>
                <a:gd name="connsiteY2506" fmla="*/ 1256676 h 1796087"/>
                <a:gd name="connsiteX2507" fmla="*/ 1782448 w 2290556"/>
                <a:gd name="connsiteY2507" fmla="*/ 1256676 h 1796087"/>
                <a:gd name="connsiteX2508" fmla="*/ 1783154 w 2290556"/>
                <a:gd name="connsiteY2508" fmla="*/ 1258997 h 1796087"/>
                <a:gd name="connsiteX2509" fmla="*/ 1782582 w 2290556"/>
                <a:gd name="connsiteY2509" fmla="*/ 1260746 h 1796087"/>
                <a:gd name="connsiteX2510" fmla="*/ 1781000 w 2290556"/>
                <a:gd name="connsiteY2510" fmla="*/ 1263067 h 1796087"/>
                <a:gd name="connsiteX2511" fmla="*/ 1783457 w 2290556"/>
                <a:gd name="connsiteY2511" fmla="*/ 1264648 h 1796087"/>
                <a:gd name="connsiteX2512" fmla="*/ 1787799 w 2290556"/>
                <a:gd name="connsiteY2512" fmla="*/ 1265389 h 1796087"/>
                <a:gd name="connsiteX2513" fmla="*/ 1787227 w 2290556"/>
                <a:gd name="connsiteY2513" fmla="*/ 1267979 h 1796087"/>
                <a:gd name="connsiteX2514" fmla="*/ 1783760 w 2290556"/>
                <a:gd name="connsiteY2514" fmla="*/ 1270872 h 1796087"/>
                <a:gd name="connsiteX2515" fmla="*/ 1783188 w 2290556"/>
                <a:gd name="connsiteY2515" fmla="*/ 1272756 h 1796087"/>
                <a:gd name="connsiteX2516" fmla="*/ 1786520 w 2290556"/>
                <a:gd name="connsiteY2516" fmla="*/ 1276086 h 1796087"/>
                <a:gd name="connsiteX2517" fmla="*/ 1787395 w 2290556"/>
                <a:gd name="connsiteY2517" fmla="*/ 1279551 h 1796087"/>
                <a:gd name="connsiteX2518" fmla="*/ 1789851 w 2290556"/>
                <a:gd name="connsiteY2518" fmla="*/ 1283184 h 1796087"/>
                <a:gd name="connsiteX2519" fmla="*/ 1790559 w 2290556"/>
                <a:gd name="connsiteY2519" fmla="*/ 1288835 h 1796087"/>
                <a:gd name="connsiteX2520" fmla="*/ 1787361 w 2290556"/>
                <a:gd name="connsiteY2520" fmla="*/ 1292468 h 1796087"/>
                <a:gd name="connsiteX2521" fmla="*/ 1784164 w 2290556"/>
                <a:gd name="connsiteY2521" fmla="*/ 1291156 h 1796087"/>
                <a:gd name="connsiteX2522" fmla="*/ 1780967 w 2290556"/>
                <a:gd name="connsiteY2522" fmla="*/ 1288835 h 1796087"/>
                <a:gd name="connsiteX2523" fmla="*/ 1777770 w 2290556"/>
                <a:gd name="connsiteY2523" fmla="*/ 1287961 h 1796087"/>
                <a:gd name="connsiteX2524" fmla="*/ 1776188 w 2290556"/>
                <a:gd name="connsiteY2524" fmla="*/ 1287961 h 1796087"/>
                <a:gd name="connsiteX2525" fmla="*/ 1775616 w 2290556"/>
                <a:gd name="connsiteY2525" fmla="*/ 1287961 h 1796087"/>
                <a:gd name="connsiteX2526" fmla="*/ 1774741 w 2290556"/>
                <a:gd name="connsiteY2526" fmla="*/ 1289037 h 1796087"/>
                <a:gd name="connsiteX2527" fmla="*/ 1772721 w 2290556"/>
                <a:gd name="connsiteY2527" fmla="*/ 1293007 h 1796087"/>
                <a:gd name="connsiteX2528" fmla="*/ 1772721 w 2290556"/>
                <a:gd name="connsiteY2528" fmla="*/ 1295193 h 1796087"/>
                <a:gd name="connsiteX2529" fmla="*/ 1773866 w 2290556"/>
                <a:gd name="connsiteY2529" fmla="*/ 1298086 h 1796087"/>
                <a:gd name="connsiteX2530" fmla="*/ 1776323 w 2290556"/>
                <a:gd name="connsiteY2530" fmla="*/ 1301854 h 1796087"/>
                <a:gd name="connsiteX2531" fmla="*/ 1777467 w 2290556"/>
                <a:gd name="connsiteY2531" fmla="*/ 1303603 h 1796087"/>
                <a:gd name="connsiteX2532" fmla="*/ 1780799 w 2290556"/>
                <a:gd name="connsiteY2532" fmla="*/ 1304478 h 1796087"/>
                <a:gd name="connsiteX2533" fmla="*/ 1783693 w 2290556"/>
                <a:gd name="connsiteY2533" fmla="*/ 1307943 h 1796087"/>
                <a:gd name="connsiteX2534" fmla="*/ 1780058 w 2290556"/>
                <a:gd name="connsiteY2534" fmla="*/ 1309961 h 1796087"/>
                <a:gd name="connsiteX2535" fmla="*/ 1781236 w 2290556"/>
                <a:gd name="connsiteY2535" fmla="*/ 1312989 h 1796087"/>
                <a:gd name="connsiteX2536" fmla="*/ 1788337 w 2290556"/>
                <a:gd name="connsiteY2536" fmla="*/ 1313998 h 1796087"/>
                <a:gd name="connsiteX2537" fmla="*/ 1789212 w 2290556"/>
                <a:gd name="connsiteY2537" fmla="*/ 1314872 h 1796087"/>
                <a:gd name="connsiteX2538" fmla="*/ 1789212 w 2290556"/>
                <a:gd name="connsiteY2538" fmla="*/ 1320087 h 1796087"/>
                <a:gd name="connsiteX2539" fmla="*/ 1787631 w 2290556"/>
                <a:gd name="connsiteY2539" fmla="*/ 1322105 h 1796087"/>
                <a:gd name="connsiteX2540" fmla="*/ 1787193 w 2290556"/>
                <a:gd name="connsiteY2540" fmla="*/ 1323854 h 1796087"/>
                <a:gd name="connsiteX2541" fmla="*/ 1788068 w 2290556"/>
                <a:gd name="connsiteY2541" fmla="*/ 1325873 h 1796087"/>
                <a:gd name="connsiteX2542" fmla="*/ 1789212 w 2290556"/>
                <a:gd name="connsiteY2542" fmla="*/ 1328194 h 1796087"/>
                <a:gd name="connsiteX2543" fmla="*/ 1790794 w 2290556"/>
                <a:gd name="connsiteY2543" fmla="*/ 1332264 h 1796087"/>
                <a:gd name="connsiteX2544" fmla="*/ 1791366 w 2290556"/>
                <a:gd name="connsiteY2544" fmla="*/ 1335897 h 1796087"/>
                <a:gd name="connsiteX2545" fmla="*/ 1793116 w 2290556"/>
                <a:gd name="connsiteY2545" fmla="*/ 1336604 h 1796087"/>
                <a:gd name="connsiteX2546" fmla="*/ 1798636 w 2290556"/>
                <a:gd name="connsiteY2546" fmla="*/ 1339934 h 1796087"/>
                <a:gd name="connsiteX2547" fmla="*/ 1800958 w 2290556"/>
                <a:gd name="connsiteY2547" fmla="*/ 1338790 h 1796087"/>
                <a:gd name="connsiteX2548" fmla="*/ 1803987 w 2290556"/>
                <a:gd name="connsiteY2548" fmla="*/ 1338050 h 1796087"/>
                <a:gd name="connsiteX2549" fmla="*/ 1806746 w 2290556"/>
                <a:gd name="connsiteY2549" fmla="*/ 1336469 h 1796087"/>
                <a:gd name="connsiteX2550" fmla="*/ 1808496 w 2290556"/>
                <a:gd name="connsiteY2550" fmla="*/ 1333273 h 1796087"/>
                <a:gd name="connsiteX2551" fmla="*/ 1810515 w 2290556"/>
                <a:gd name="connsiteY2551" fmla="*/ 1330818 h 1796087"/>
                <a:gd name="connsiteX2552" fmla="*/ 1814420 w 2290556"/>
                <a:gd name="connsiteY2552" fmla="*/ 1333576 h 1796087"/>
                <a:gd name="connsiteX2553" fmla="*/ 1816607 w 2290556"/>
                <a:gd name="connsiteY2553" fmla="*/ 1333441 h 1796087"/>
                <a:gd name="connsiteX2554" fmla="*/ 1818189 w 2290556"/>
                <a:gd name="connsiteY2554" fmla="*/ 1336200 h 1796087"/>
                <a:gd name="connsiteX2555" fmla="*/ 1821218 w 2290556"/>
                <a:gd name="connsiteY2555" fmla="*/ 1335460 h 1796087"/>
                <a:gd name="connsiteX2556" fmla="*/ 1826569 w 2290556"/>
                <a:gd name="connsiteY2556" fmla="*/ 1334585 h 1796087"/>
                <a:gd name="connsiteX2557" fmla="*/ 1831348 w 2290556"/>
                <a:gd name="connsiteY2557" fmla="*/ 1332264 h 1796087"/>
                <a:gd name="connsiteX2558" fmla="*/ 1834107 w 2290556"/>
                <a:gd name="connsiteY2558" fmla="*/ 1333711 h 1796087"/>
                <a:gd name="connsiteX2559" fmla="*/ 1836733 w 2290556"/>
                <a:gd name="connsiteY2559" fmla="*/ 1335729 h 1796087"/>
                <a:gd name="connsiteX2560" fmla="*/ 1841074 w 2290556"/>
                <a:gd name="connsiteY2560" fmla="*/ 1338757 h 1796087"/>
                <a:gd name="connsiteX2561" fmla="*/ 1843093 w 2290556"/>
                <a:gd name="connsiteY2561" fmla="*/ 1337310 h 1796087"/>
                <a:gd name="connsiteX2562" fmla="*/ 1845112 w 2290556"/>
                <a:gd name="connsiteY2562" fmla="*/ 1334720 h 1796087"/>
                <a:gd name="connsiteX2563" fmla="*/ 1848007 w 2290556"/>
                <a:gd name="connsiteY2563" fmla="*/ 1334148 h 1796087"/>
                <a:gd name="connsiteX2564" fmla="*/ 1850194 w 2290556"/>
                <a:gd name="connsiteY2564" fmla="*/ 1336166 h 1796087"/>
                <a:gd name="connsiteX2565" fmla="*/ 1852516 w 2290556"/>
                <a:gd name="connsiteY2565" fmla="*/ 1336906 h 1796087"/>
                <a:gd name="connsiteX2566" fmla="*/ 1857733 w 2290556"/>
                <a:gd name="connsiteY2566" fmla="*/ 1336166 h 1796087"/>
                <a:gd name="connsiteX2567" fmla="*/ 1862377 w 2290556"/>
                <a:gd name="connsiteY2567" fmla="*/ 1333980 h 1796087"/>
                <a:gd name="connsiteX2568" fmla="*/ 1865272 w 2290556"/>
                <a:gd name="connsiteY2568" fmla="*/ 1332365 h 1796087"/>
                <a:gd name="connsiteX2569" fmla="*/ 1868906 w 2290556"/>
                <a:gd name="connsiteY2569" fmla="*/ 1332399 h 1796087"/>
                <a:gd name="connsiteX2570" fmla="*/ 1875704 w 2290556"/>
                <a:gd name="connsiteY2570" fmla="*/ 1332399 h 1796087"/>
                <a:gd name="connsiteX2571" fmla="*/ 1876176 w 2290556"/>
                <a:gd name="connsiteY2571" fmla="*/ 1332634 h 1796087"/>
                <a:gd name="connsiteX2572" fmla="*/ 1876176 w 2290556"/>
                <a:gd name="connsiteY2572" fmla="*/ 1332634 h 1796087"/>
                <a:gd name="connsiteX2573" fmla="*/ 1876176 w 2290556"/>
                <a:gd name="connsiteY2573" fmla="*/ 1332264 h 1796087"/>
                <a:gd name="connsiteX2574" fmla="*/ 1876176 w 2290556"/>
                <a:gd name="connsiteY2574" fmla="*/ 1325301 h 1796087"/>
                <a:gd name="connsiteX2575" fmla="*/ 1877959 w 2290556"/>
                <a:gd name="connsiteY2575" fmla="*/ 1322038 h 1796087"/>
                <a:gd name="connsiteX2576" fmla="*/ 1880281 w 2290556"/>
                <a:gd name="connsiteY2576" fmla="*/ 1317900 h 1796087"/>
                <a:gd name="connsiteX2577" fmla="*/ 1881359 w 2290556"/>
                <a:gd name="connsiteY2577" fmla="*/ 1314301 h 1796087"/>
                <a:gd name="connsiteX2578" fmla="*/ 1881359 w 2290556"/>
                <a:gd name="connsiteY2578" fmla="*/ 1309625 h 1796087"/>
                <a:gd name="connsiteX2579" fmla="*/ 1876478 w 2290556"/>
                <a:gd name="connsiteY2579" fmla="*/ 1306261 h 1796087"/>
                <a:gd name="connsiteX2580" fmla="*/ 1876142 w 2290556"/>
                <a:gd name="connsiteY2580" fmla="*/ 1302661 h 1796087"/>
                <a:gd name="connsiteX2581" fmla="*/ 1877724 w 2290556"/>
                <a:gd name="connsiteY2581" fmla="*/ 1300475 h 1796087"/>
                <a:gd name="connsiteX2582" fmla="*/ 1878094 w 2290556"/>
                <a:gd name="connsiteY2582" fmla="*/ 1297884 h 1796087"/>
                <a:gd name="connsiteX2583" fmla="*/ 1873685 w 2290556"/>
                <a:gd name="connsiteY2583" fmla="*/ 1294251 h 1796087"/>
                <a:gd name="connsiteX2584" fmla="*/ 1872171 w 2290556"/>
                <a:gd name="connsiteY2584" fmla="*/ 1292334 h 1796087"/>
                <a:gd name="connsiteX2585" fmla="*/ 1871666 w 2290556"/>
                <a:gd name="connsiteY2585" fmla="*/ 1283756 h 1796087"/>
                <a:gd name="connsiteX2586" fmla="*/ 1871026 w 2290556"/>
                <a:gd name="connsiteY2586" fmla="*/ 1279685 h 1796087"/>
                <a:gd name="connsiteX2587" fmla="*/ 1869176 w 2290556"/>
                <a:gd name="connsiteY2587" fmla="*/ 1277398 h 1796087"/>
                <a:gd name="connsiteX2588" fmla="*/ 1869176 w 2290556"/>
                <a:gd name="connsiteY2588" fmla="*/ 1274841 h 1796087"/>
                <a:gd name="connsiteX2589" fmla="*/ 1869983 w 2290556"/>
                <a:gd name="connsiteY2589" fmla="*/ 1272251 h 1796087"/>
                <a:gd name="connsiteX2590" fmla="*/ 1870993 w 2290556"/>
                <a:gd name="connsiteY2590" fmla="*/ 1270199 h 1796087"/>
                <a:gd name="connsiteX2591" fmla="*/ 1870926 w 2290556"/>
                <a:gd name="connsiteY2591" fmla="*/ 1265489 h 1796087"/>
                <a:gd name="connsiteX2592" fmla="*/ 1870926 w 2290556"/>
                <a:gd name="connsiteY2592" fmla="*/ 1262731 h 1796087"/>
                <a:gd name="connsiteX2593" fmla="*/ 1872810 w 2290556"/>
                <a:gd name="connsiteY2593" fmla="*/ 1258762 h 1796087"/>
                <a:gd name="connsiteX2594" fmla="*/ 1874392 w 2290556"/>
                <a:gd name="connsiteY2594" fmla="*/ 1254153 h 1796087"/>
                <a:gd name="connsiteX2595" fmla="*/ 1876883 w 2290556"/>
                <a:gd name="connsiteY2595" fmla="*/ 1249477 h 1796087"/>
                <a:gd name="connsiteX2596" fmla="*/ 1878060 w 2290556"/>
                <a:gd name="connsiteY2596" fmla="*/ 1246651 h 1796087"/>
                <a:gd name="connsiteX2597" fmla="*/ 1875772 w 2290556"/>
                <a:gd name="connsiteY2597" fmla="*/ 1245440 h 1796087"/>
                <a:gd name="connsiteX2598" fmla="*/ 1873180 w 2290556"/>
                <a:gd name="connsiteY2598" fmla="*/ 1244465 h 1796087"/>
                <a:gd name="connsiteX2599" fmla="*/ 1871767 w 2290556"/>
                <a:gd name="connsiteY2599" fmla="*/ 1244465 h 1796087"/>
                <a:gd name="connsiteX2600" fmla="*/ 1869916 w 2290556"/>
                <a:gd name="connsiteY2600" fmla="*/ 1242514 h 1796087"/>
                <a:gd name="connsiteX2601" fmla="*/ 1870118 w 2290556"/>
                <a:gd name="connsiteY2601" fmla="*/ 1240865 h 1796087"/>
                <a:gd name="connsiteX2602" fmla="*/ 1870252 w 2290556"/>
                <a:gd name="connsiteY2602" fmla="*/ 1239654 h 1796087"/>
                <a:gd name="connsiteX2603" fmla="*/ 1866550 w 2290556"/>
                <a:gd name="connsiteY2603" fmla="*/ 1238679 h 1796087"/>
                <a:gd name="connsiteX2604" fmla="*/ 1864800 w 2290556"/>
                <a:gd name="connsiteY2604" fmla="*/ 1238040 h 1796087"/>
                <a:gd name="connsiteX2605" fmla="*/ 1862950 w 2290556"/>
                <a:gd name="connsiteY2605" fmla="*/ 1236728 h 1796087"/>
                <a:gd name="connsiteX2606" fmla="*/ 1861973 w 2290556"/>
                <a:gd name="connsiteY2606" fmla="*/ 1234003 h 1796087"/>
                <a:gd name="connsiteX2607" fmla="*/ 1862613 w 2290556"/>
                <a:gd name="connsiteY2607" fmla="*/ 1232153 h 1796087"/>
                <a:gd name="connsiteX2608" fmla="*/ 1863151 w 2290556"/>
                <a:gd name="connsiteY2608" fmla="*/ 1230201 h 1796087"/>
                <a:gd name="connsiteX2609" fmla="*/ 1864800 w 2290556"/>
                <a:gd name="connsiteY2609" fmla="*/ 1228789 h 1796087"/>
                <a:gd name="connsiteX2610" fmla="*/ 1866012 w 2290556"/>
                <a:gd name="connsiteY2610" fmla="*/ 1227376 h 1796087"/>
                <a:gd name="connsiteX2611" fmla="*/ 1866853 w 2290556"/>
                <a:gd name="connsiteY2611" fmla="*/ 1224685 h 1796087"/>
                <a:gd name="connsiteX2612" fmla="*/ 1867998 w 2290556"/>
                <a:gd name="connsiteY2612" fmla="*/ 1221825 h 1796087"/>
                <a:gd name="connsiteX2613" fmla="*/ 1870017 w 2290556"/>
                <a:gd name="connsiteY2613" fmla="*/ 1221825 h 1796087"/>
                <a:gd name="connsiteX2614" fmla="*/ 1871767 w 2290556"/>
                <a:gd name="connsiteY2614" fmla="*/ 1221825 h 1796087"/>
                <a:gd name="connsiteX2615" fmla="*/ 1871666 w 2290556"/>
                <a:gd name="connsiteY2615" fmla="*/ 1220244 h 1796087"/>
                <a:gd name="connsiteX2616" fmla="*/ 1872507 w 2290556"/>
                <a:gd name="connsiteY2616" fmla="*/ 1218999 h 1796087"/>
                <a:gd name="connsiteX2617" fmla="*/ 1874459 w 2290556"/>
                <a:gd name="connsiteY2617" fmla="*/ 1218360 h 1796087"/>
                <a:gd name="connsiteX2618" fmla="*/ 1876983 w 2290556"/>
                <a:gd name="connsiteY2618" fmla="*/ 1218360 h 1796087"/>
                <a:gd name="connsiteX2619" fmla="*/ 1878431 w 2290556"/>
                <a:gd name="connsiteY2619" fmla="*/ 1216981 h 1796087"/>
                <a:gd name="connsiteX2620" fmla="*/ 1879575 w 2290556"/>
                <a:gd name="connsiteY2620" fmla="*/ 1215400 h 1796087"/>
                <a:gd name="connsiteX2621" fmla="*/ 1879575 w 2290556"/>
                <a:gd name="connsiteY2621" fmla="*/ 1214021 h 1796087"/>
                <a:gd name="connsiteX2622" fmla="*/ 1882099 w 2290556"/>
                <a:gd name="connsiteY2622" fmla="*/ 1212272 h 1796087"/>
                <a:gd name="connsiteX2623" fmla="*/ 1882536 w 2290556"/>
                <a:gd name="connsiteY2623" fmla="*/ 1209883 h 1796087"/>
                <a:gd name="connsiteX2624" fmla="*/ 1883714 w 2290556"/>
                <a:gd name="connsiteY2624" fmla="*/ 1210186 h 1796087"/>
                <a:gd name="connsiteX2625" fmla="*/ 1885801 w 2290556"/>
                <a:gd name="connsiteY2625" fmla="*/ 1211060 h 1796087"/>
                <a:gd name="connsiteX2626" fmla="*/ 1887046 w 2290556"/>
                <a:gd name="connsiteY2626" fmla="*/ 1213247 h 1796087"/>
                <a:gd name="connsiteX2627" fmla="*/ 1888931 w 2290556"/>
                <a:gd name="connsiteY2627" fmla="*/ 1217587 h 1796087"/>
                <a:gd name="connsiteX2628" fmla="*/ 1890883 w 2290556"/>
                <a:gd name="connsiteY2628" fmla="*/ 1220177 h 1796087"/>
                <a:gd name="connsiteX2629" fmla="*/ 1891690 w 2290556"/>
                <a:gd name="connsiteY2629" fmla="*/ 1222061 h 1796087"/>
                <a:gd name="connsiteX2630" fmla="*/ 1891421 w 2290556"/>
                <a:gd name="connsiteY2630" fmla="*/ 1223070 h 1796087"/>
                <a:gd name="connsiteX2631" fmla="*/ 1891118 w 2290556"/>
                <a:gd name="connsiteY2631" fmla="*/ 1224584 h 1796087"/>
                <a:gd name="connsiteX2632" fmla="*/ 1893306 w 2290556"/>
                <a:gd name="connsiteY2632" fmla="*/ 1225727 h 1796087"/>
                <a:gd name="connsiteX2633" fmla="*/ 1895863 w 2290556"/>
                <a:gd name="connsiteY2633" fmla="*/ 1225593 h 1796087"/>
                <a:gd name="connsiteX2634" fmla="*/ 1896974 w 2290556"/>
                <a:gd name="connsiteY2634" fmla="*/ 1226972 h 1796087"/>
                <a:gd name="connsiteX2635" fmla="*/ 1896974 w 2290556"/>
                <a:gd name="connsiteY2635" fmla="*/ 1229663 h 1796087"/>
                <a:gd name="connsiteX2636" fmla="*/ 1898051 w 2290556"/>
                <a:gd name="connsiteY2636" fmla="*/ 1230740 h 1796087"/>
                <a:gd name="connsiteX2637" fmla="*/ 1899195 w 2290556"/>
                <a:gd name="connsiteY2637" fmla="*/ 1229360 h 1796087"/>
                <a:gd name="connsiteX2638" fmla="*/ 1900272 w 2290556"/>
                <a:gd name="connsiteY2638" fmla="*/ 1229226 h 1796087"/>
                <a:gd name="connsiteX2639" fmla="*/ 1900912 w 2290556"/>
                <a:gd name="connsiteY2639" fmla="*/ 1229024 h 1796087"/>
                <a:gd name="connsiteX2640" fmla="*/ 1903604 w 2290556"/>
                <a:gd name="connsiteY2640" fmla="*/ 1228890 h 1796087"/>
                <a:gd name="connsiteX2641" fmla="*/ 1908013 w 2290556"/>
                <a:gd name="connsiteY2641" fmla="*/ 1228318 h 1796087"/>
                <a:gd name="connsiteX2642" fmla="*/ 1912489 w 2290556"/>
                <a:gd name="connsiteY2642" fmla="*/ 1228755 h 1796087"/>
                <a:gd name="connsiteX2643" fmla="*/ 1914441 w 2290556"/>
                <a:gd name="connsiteY2643" fmla="*/ 1230201 h 1796087"/>
                <a:gd name="connsiteX2644" fmla="*/ 1914172 w 2290556"/>
                <a:gd name="connsiteY2644" fmla="*/ 1232657 h 1796087"/>
                <a:gd name="connsiteX2645" fmla="*/ 1912724 w 2290556"/>
                <a:gd name="connsiteY2645" fmla="*/ 1234541 h 1796087"/>
                <a:gd name="connsiteX2646" fmla="*/ 1912085 w 2290556"/>
                <a:gd name="connsiteY2646" fmla="*/ 1236492 h 1796087"/>
                <a:gd name="connsiteX2647" fmla="*/ 1912455 w 2290556"/>
                <a:gd name="connsiteY2647" fmla="*/ 1241202 h 1796087"/>
                <a:gd name="connsiteX2648" fmla="*/ 1914475 w 2290556"/>
                <a:gd name="connsiteY2648" fmla="*/ 1244027 h 1796087"/>
                <a:gd name="connsiteX2649" fmla="*/ 1917537 w 2290556"/>
                <a:gd name="connsiteY2649" fmla="*/ 1245474 h 1796087"/>
                <a:gd name="connsiteX2650" fmla="*/ 1917537 w 2290556"/>
                <a:gd name="connsiteY2650" fmla="*/ 1246988 h 1796087"/>
                <a:gd name="connsiteX2651" fmla="*/ 1920431 w 2290556"/>
                <a:gd name="connsiteY2651" fmla="*/ 1250688 h 1796087"/>
                <a:gd name="connsiteX2652" fmla="*/ 1926388 w 2290556"/>
                <a:gd name="connsiteY2652" fmla="*/ 1257550 h 1796087"/>
                <a:gd name="connsiteX2653" fmla="*/ 1931234 w 2290556"/>
                <a:gd name="connsiteY2653" fmla="*/ 1262832 h 1796087"/>
                <a:gd name="connsiteX2654" fmla="*/ 1931571 w 2290556"/>
                <a:gd name="connsiteY2654" fmla="*/ 1267104 h 1796087"/>
                <a:gd name="connsiteX2655" fmla="*/ 1931739 w 2290556"/>
                <a:gd name="connsiteY2655" fmla="*/ 1269930 h 1796087"/>
                <a:gd name="connsiteX2656" fmla="*/ 1931739 w 2290556"/>
                <a:gd name="connsiteY2656" fmla="*/ 1271376 h 1796087"/>
                <a:gd name="connsiteX2657" fmla="*/ 1931739 w 2290556"/>
                <a:gd name="connsiteY2657" fmla="*/ 1274841 h 1796087"/>
                <a:gd name="connsiteX2658" fmla="*/ 1933489 w 2290556"/>
                <a:gd name="connsiteY2658" fmla="*/ 1280123 h 1796087"/>
                <a:gd name="connsiteX2659" fmla="*/ 1933489 w 2290556"/>
                <a:gd name="connsiteY2659" fmla="*/ 1283520 h 1796087"/>
                <a:gd name="connsiteX2660" fmla="*/ 1935946 w 2290556"/>
                <a:gd name="connsiteY2660" fmla="*/ 1285841 h 1796087"/>
                <a:gd name="connsiteX2661" fmla="*/ 1940860 w 2290556"/>
                <a:gd name="connsiteY2661" fmla="*/ 1286077 h 1796087"/>
                <a:gd name="connsiteX2662" fmla="*/ 1943182 w 2290556"/>
                <a:gd name="connsiteY2662" fmla="*/ 1283184 h 1796087"/>
                <a:gd name="connsiteX2663" fmla="*/ 1943451 w 2290556"/>
                <a:gd name="connsiteY2663" fmla="*/ 1280055 h 1796087"/>
                <a:gd name="connsiteX2664" fmla="*/ 1940860 w 2290556"/>
                <a:gd name="connsiteY2664" fmla="*/ 1276490 h 1796087"/>
                <a:gd name="connsiteX2665" fmla="*/ 1942004 w 2290556"/>
                <a:gd name="connsiteY2665" fmla="*/ 1274808 h 1796087"/>
                <a:gd name="connsiteX2666" fmla="*/ 1943451 w 2290556"/>
                <a:gd name="connsiteY2666" fmla="*/ 1273496 h 1796087"/>
                <a:gd name="connsiteX2667" fmla="*/ 1945538 w 2290556"/>
                <a:gd name="connsiteY2667" fmla="*/ 1271679 h 1796087"/>
                <a:gd name="connsiteX2668" fmla="*/ 1945538 w 2290556"/>
                <a:gd name="connsiteY2668" fmla="*/ 1269493 h 1796087"/>
                <a:gd name="connsiteX2669" fmla="*/ 1944966 w 2290556"/>
                <a:gd name="connsiteY2669" fmla="*/ 1266095 h 1796087"/>
                <a:gd name="connsiteX2670" fmla="*/ 1945201 w 2290556"/>
                <a:gd name="connsiteY2670" fmla="*/ 1262967 h 1796087"/>
                <a:gd name="connsiteX2671" fmla="*/ 1945672 w 2290556"/>
                <a:gd name="connsiteY2671" fmla="*/ 1261015 h 1796087"/>
                <a:gd name="connsiteX2672" fmla="*/ 1947288 w 2290556"/>
                <a:gd name="connsiteY2672" fmla="*/ 1258997 h 1796087"/>
                <a:gd name="connsiteX2673" fmla="*/ 1949980 w 2290556"/>
                <a:gd name="connsiteY2673" fmla="*/ 1256743 h 1796087"/>
                <a:gd name="connsiteX2674" fmla="*/ 1951360 w 2290556"/>
                <a:gd name="connsiteY2674" fmla="*/ 1254927 h 1796087"/>
                <a:gd name="connsiteX2675" fmla="*/ 1953312 w 2290556"/>
                <a:gd name="connsiteY2675" fmla="*/ 1253346 h 1796087"/>
                <a:gd name="connsiteX2676" fmla="*/ 1954625 w 2290556"/>
                <a:gd name="connsiteY2676" fmla="*/ 1249511 h 1796087"/>
                <a:gd name="connsiteX2677" fmla="*/ 1957822 w 2290556"/>
                <a:gd name="connsiteY2677" fmla="*/ 1247829 h 1796087"/>
                <a:gd name="connsiteX2678" fmla="*/ 1961153 w 2290556"/>
                <a:gd name="connsiteY2678" fmla="*/ 1249208 h 1796087"/>
                <a:gd name="connsiteX2679" fmla="*/ 1963341 w 2290556"/>
                <a:gd name="connsiteY2679" fmla="*/ 1249847 h 1796087"/>
                <a:gd name="connsiteX2680" fmla="*/ 1965596 w 2290556"/>
                <a:gd name="connsiteY2680" fmla="*/ 1249544 h 1796087"/>
                <a:gd name="connsiteX2681" fmla="*/ 1967783 w 2290556"/>
                <a:gd name="connsiteY2681" fmla="*/ 1247156 h 1796087"/>
                <a:gd name="connsiteX2682" fmla="*/ 1968423 w 2290556"/>
                <a:gd name="connsiteY2682" fmla="*/ 1242951 h 1796087"/>
                <a:gd name="connsiteX2683" fmla="*/ 1968423 w 2290556"/>
                <a:gd name="connsiteY2683" fmla="*/ 1238241 h 1796087"/>
                <a:gd name="connsiteX2684" fmla="*/ 1967783 w 2290556"/>
                <a:gd name="connsiteY2684" fmla="*/ 1235113 h 1796087"/>
                <a:gd name="connsiteX2685" fmla="*/ 1968490 w 2290556"/>
                <a:gd name="connsiteY2685" fmla="*/ 1233364 h 1796087"/>
                <a:gd name="connsiteX2686" fmla="*/ 1969466 w 2290556"/>
                <a:gd name="connsiteY2686" fmla="*/ 1231042 h 1796087"/>
                <a:gd name="connsiteX2687" fmla="*/ 1970274 w 2290556"/>
                <a:gd name="connsiteY2687" fmla="*/ 1230235 h 1796087"/>
                <a:gd name="connsiteX2688" fmla="*/ 1973168 w 2290556"/>
                <a:gd name="connsiteY2688" fmla="*/ 1228789 h 1796087"/>
                <a:gd name="connsiteX2689" fmla="*/ 1974851 w 2290556"/>
                <a:gd name="connsiteY2689" fmla="*/ 1228856 h 1796087"/>
                <a:gd name="connsiteX2690" fmla="*/ 1976735 w 2290556"/>
                <a:gd name="connsiteY2690" fmla="*/ 1228990 h 1796087"/>
                <a:gd name="connsiteX2691" fmla="*/ 1979260 w 2290556"/>
                <a:gd name="connsiteY2691" fmla="*/ 1228049 h 1796087"/>
                <a:gd name="connsiteX2692" fmla="*/ 1981077 w 2290556"/>
                <a:gd name="connsiteY2692" fmla="*/ 1226972 h 1796087"/>
                <a:gd name="connsiteX2693" fmla="*/ 1982019 w 2290556"/>
                <a:gd name="connsiteY2693" fmla="*/ 1225727 h 1796087"/>
                <a:gd name="connsiteX2694" fmla="*/ 1982895 w 2290556"/>
                <a:gd name="connsiteY2694" fmla="*/ 1223709 h 1796087"/>
                <a:gd name="connsiteX2695" fmla="*/ 1984207 w 2290556"/>
                <a:gd name="connsiteY2695" fmla="*/ 1221960 h 1796087"/>
                <a:gd name="connsiteX2696" fmla="*/ 1985789 w 2290556"/>
                <a:gd name="connsiteY2696" fmla="*/ 1219269 h 1796087"/>
                <a:gd name="connsiteX2697" fmla="*/ 1988245 w 2290556"/>
                <a:gd name="connsiteY2697" fmla="*/ 1218899 h 1796087"/>
                <a:gd name="connsiteX2698" fmla="*/ 1992587 w 2290556"/>
                <a:gd name="connsiteY2698" fmla="*/ 1218158 h 1796087"/>
                <a:gd name="connsiteX2699" fmla="*/ 1995717 w 2290556"/>
                <a:gd name="connsiteY2699" fmla="*/ 1215905 h 1796087"/>
                <a:gd name="connsiteX2700" fmla="*/ 1997366 w 2290556"/>
                <a:gd name="connsiteY2700" fmla="*/ 1214357 h 1796087"/>
                <a:gd name="connsiteX2701" fmla="*/ 1998678 w 2290556"/>
                <a:gd name="connsiteY2701" fmla="*/ 1212944 h 1796087"/>
                <a:gd name="connsiteX2702" fmla="*/ 2000496 w 2290556"/>
                <a:gd name="connsiteY2702" fmla="*/ 1212944 h 1796087"/>
                <a:gd name="connsiteX2703" fmla="*/ 2001875 w 2290556"/>
                <a:gd name="connsiteY2703" fmla="*/ 1213684 h 1796087"/>
                <a:gd name="connsiteX2704" fmla="*/ 2004198 w 2290556"/>
                <a:gd name="connsiteY2704" fmla="*/ 1213247 h 1796087"/>
                <a:gd name="connsiteX2705" fmla="*/ 2005712 w 2290556"/>
                <a:gd name="connsiteY2705" fmla="*/ 1211296 h 1796087"/>
                <a:gd name="connsiteX2706" fmla="*/ 2006486 w 2290556"/>
                <a:gd name="connsiteY2706" fmla="*/ 1211229 h 1796087"/>
                <a:gd name="connsiteX2707" fmla="*/ 2008741 w 2290556"/>
                <a:gd name="connsiteY2707" fmla="*/ 1211969 h 1796087"/>
                <a:gd name="connsiteX2708" fmla="*/ 2010929 w 2290556"/>
                <a:gd name="connsiteY2708" fmla="*/ 1213853 h 1796087"/>
                <a:gd name="connsiteX2709" fmla="*/ 2012578 w 2290556"/>
                <a:gd name="connsiteY2709" fmla="*/ 1213987 h 1796087"/>
                <a:gd name="connsiteX2710" fmla="*/ 2016145 w 2290556"/>
                <a:gd name="connsiteY2710" fmla="*/ 1213617 h 1796087"/>
                <a:gd name="connsiteX2711" fmla="*/ 2018097 w 2290556"/>
                <a:gd name="connsiteY2711" fmla="*/ 1210926 h 1796087"/>
                <a:gd name="connsiteX2712" fmla="*/ 2021496 w 2290556"/>
                <a:gd name="connsiteY2712" fmla="*/ 1206956 h 1796087"/>
                <a:gd name="connsiteX2713" fmla="*/ 2026342 w 2290556"/>
                <a:gd name="connsiteY2713" fmla="*/ 1202180 h 1796087"/>
                <a:gd name="connsiteX2714" fmla="*/ 2028967 w 2290556"/>
                <a:gd name="connsiteY2714" fmla="*/ 1199421 h 1796087"/>
                <a:gd name="connsiteX2715" fmla="*/ 2030549 w 2290556"/>
                <a:gd name="connsiteY2715" fmla="*/ 1197033 h 1796087"/>
                <a:gd name="connsiteX2716" fmla="*/ 2033309 w 2290556"/>
                <a:gd name="connsiteY2716" fmla="*/ 1192323 h 1796087"/>
                <a:gd name="connsiteX2717" fmla="*/ 2036338 w 2290556"/>
                <a:gd name="connsiteY2717" fmla="*/ 1188993 h 1796087"/>
                <a:gd name="connsiteX2718" fmla="*/ 2038155 w 2290556"/>
                <a:gd name="connsiteY2718" fmla="*/ 1186167 h 1796087"/>
                <a:gd name="connsiteX2719" fmla="*/ 2042127 w 2290556"/>
                <a:gd name="connsiteY2719" fmla="*/ 1183712 h 1796087"/>
                <a:gd name="connsiteX2720" fmla="*/ 2047848 w 2290556"/>
                <a:gd name="connsiteY2720" fmla="*/ 1183207 h 1796087"/>
                <a:gd name="connsiteX2721" fmla="*/ 2050910 w 2290556"/>
                <a:gd name="connsiteY2721" fmla="*/ 1183644 h 1796087"/>
                <a:gd name="connsiteX2722" fmla="*/ 2054175 w 2290556"/>
                <a:gd name="connsiteY2722" fmla="*/ 1181256 h 1796087"/>
                <a:gd name="connsiteX2723" fmla="*/ 2056430 w 2290556"/>
                <a:gd name="connsiteY2723" fmla="*/ 1178363 h 1796087"/>
                <a:gd name="connsiteX2724" fmla="*/ 2057978 w 2290556"/>
                <a:gd name="connsiteY2724" fmla="*/ 1177858 h 1796087"/>
                <a:gd name="connsiteX2725" fmla="*/ 2060468 w 2290556"/>
                <a:gd name="connsiteY2725" fmla="*/ 1180045 h 1796087"/>
                <a:gd name="connsiteX2726" fmla="*/ 2060468 w 2290556"/>
                <a:gd name="connsiteY2726" fmla="*/ 1182601 h 1796087"/>
                <a:gd name="connsiteX2727" fmla="*/ 2061040 w 2290556"/>
                <a:gd name="connsiteY2727" fmla="*/ 1185124 h 1796087"/>
                <a:gd name="connsiteX2728" fmla="*/ 2063060 w 2290556"/>
                <a:gd name="connsiteY2728" fmla="*/ 1186201 h 1796087"/>
                <a:gd name="connsiteX2729" fmla="*/ 2066627 w 2290556"/>
                <a:gd name="connsiteY2729" fmla="*/ 1186134 h 1796087"/>
                <a:gd name="connsiteX2730" fmla="*/ 2069387 w 2290556"/>
                <a:gd name="connsiteY2730" fmla="*/ 1182063 h 1796087"/>
                <a:gd name="connsiteX2731" fmla="*/ 2068949 w 2290556"/>
                <a:gd name="connsiteY2731" fmla="*/ 1179540 h 1796087"/>
                <a:gd name="connsiteX2732" fmla="*/ 2069824 w 2290556"/>
                <a:gd name="connsiteY2732" fmla="*/ 1177118 h 1796087"/>
                <a:gd name="connsiteX2733" fmla="*/ 2071776 w 2290556"/>
                <a:gd name="connsiteY2733" fmla="*/ 1176513 h 1796087"/>
                <a:gd name="connsiteX2734" fmla="*/ 2075243 w 2290556"/>
                <a:gd name="connsiteY2734" fmla="*/ 1176513 h 1796087"/>
                <a:gd name="connsiteX2735" fmla="*/ 2076824 w 2290556"/>
                <a:gd name="connsiteY2735" fmla="*/ 1176513 h 1796087"/>
                <a:gd name="connsiteX2736" fmla="*/ 2079348 w 2290556"/>
                <a:gd name="connsiteY2736" fmla="*/ 1174124 h 1796087"/>
                <a:gd name="connsiteX2737" fmla="*/ 2081300 w 2290556"/>
                <a:gd name="connsiteY2737" fmla="*/ 1170727 h 1796087"/>
                <a:gd name="connsiteX2738" fmla="*/ 2081300 w 2290556"/>
                <a:gd name="connsiteY2738" fmla="*/ 1168708 h 1796087"/>
                <a:gd name="connsiteX2739" fmla="*/ 2081805 w 2290556"/>
                <a:gd name="connsiteY2739" fmla="*/ 1162485 h 1796087"/>
                <a:gd name="connsiteX2740" fmla="*/ 2083421 w 2290556"/>
                <a:gd name="connsiteY2740" fmla="*/ 1159659 h 1796087"/>
                <a:gd name="connsiteX2741" fmla="*/ 2084935 w 2290556"/>
                <a:gd name="connsiteY2741" fmla="*/ 1157136 h 1796087"/>
                <a:gd name="connsiteX2742" fmla="*/ 2086618 w 2290556"/>
                <a:gd name="connsiteY2742" fmla="*/ 1154512 h 1796087"/>
                <a:gd name="connsiteX2743" fmla="*/ 2088368 w 2290556"/>
                <a:gd name="connsiteY2743" fmla="*/ 1153638 h 1796087"/>
                <a:gd name="connsiteX2744" fmla="*/ 2093382 w 2290556"/>
                <a:gd name="connsiteY2744" fmla="*/ 1153335 h 1796087"/>
                <a:gd name="connsiteX2745" fmla="*/ 2096074 w 2290556"/>
                <a:gd name="connsiteY2745" fmla="*/ 1153335 h 1796087"/>
                <a:gd name="connsiteX2746" fmla="*/ 2100281 w 2290556"/>
                <a:gd name="connsiteY2746" fmla="*/ 1153638 h 1796087"/>
                <a:gd name="connsiteX2747" fmla="*/ 2104859 w 2290556"/>
                <a:gd name="connsiteY2747" fmla="*/ 1153705 h 1796087"/>
                <a:gd name="connsiteX2748" fmla="*/ 2109503 w 2290556"/>
                <a:gd name="connsiteY2748" fmla="*/ 1154142 h 1796087"/>
                <a:gd name="connsiteX2749" fmla="*/ 2113643 w 2290556"/>
                <a:gd name="connsiteY2749" fmla="*/ 1155084 h 1796087"/>
                <a:gd name="connsiteX2750" fmla="*/ 2117782 w 2290556"/>
                <a:gd name="connsiteY2750" fmla="*/ 1155959 h 1796087"/>
                <a:gd name="connsiteX2751" fmla="*/ 2121417 w 2290556"/>
                <a:gd name="connsiteY2751" fmla="*/ 1154210 h 1796087"/>
                <a:gd name="connsiteX2752" fmla="*/ 2123369 w 2290556"/>
                <a:gd name="connsiteY2752" fmla="*/ 1149870 h 1796087"/>
                <a:gd name="connsiteX2753" fmla="*/ 2126633 w 2290556"/>
                <a:gd name="connsiteY2753" fmla="*/ 1147616 h 1796087"/>
                <a:gd name="connsiteX2754" fmla="*/ 2126633 w 2290556"/>
                <a:gd name="connsiteY2754" fmla="*/ 1144353 h 1796087"/>
                <a:gd name="connsiteX2755" fmla="*/ 2126633 w 2290556"/>
                <a:gd name="connsiteY2755" fmla="*/ 1140888 h 1796087"/>
                <a:gd name="connsiteX2756" fmla="*/ 2124681 w 2290556"/>
                <a:gd name="connsiteY2756" fmla="*/ 1141965 h 1796087"/>
                <a:gd name="connsiteX2757" fmla="*/ 2122359 w 2290556"/>
                <a:gd name="connsiteY2757" fmla="*/ 1142032 h 1796087"/>
                <a:gd name="connsiteX2758" fmla="*/ 2119801 w 2290556"/>
                <a:gd name="connsiteY2758" fmla="*/ 1141796 h 1796087"/>
                <a:gd name="connsiteX2759" fmla="*/ 2117446 w 2290556"/>
                <a:gd name="connsiteY2759" fmla="*/ 1140855 h 1796087"/>
                <a:gd name="connsiteX2760" fmla="*/ 2116167 w 2290556"/>
                <a:gd name="connsiteY2760" fmla="*/ 1139038 h 1796087"/>
                <a:gd name="connsiteX2761" fmla="*/ 2116167 w 2290556"/>
                <a:gd name="connsiteY2761" fmla="*/ 1137390 h 1796087"/>
                <a:gd name="connsiteX2762" fmla="*/ 2117816 w 2290556"/>
                <a:gd name="connsiteY2762" fmla="*/ 1136246 h 1796087"/>
                <a:gd name="connsiteX2763" fmla="*/ 2119330 w 2290556"/>
                <a:gd name="connsiteY2763" fmla="*/ 1135035 h 1796087"/>
                <a:gd name="connsiteX2764" fmla="*/ 2120710 w 2290556"/>
                <a:gd name="connsiteY2764" fmla="*/ 1134766 h 1796087"/>
                <a:gd name="connsiteX2765" fmla="*/ 2123974 w 2290556"/>
                <a:gd name="connsiteY2765" fmla="*/ 1134766 h 1796087"/>
                <a:gd name="connsiteX2766" fmla="*/ 2124479 w 2290556"/>
                <a:gd name="connsiteY2766" fmla="*/ 1134766 h 1796087"/>
                <a:gd name="connsiteX2767" fmla="*/ 2125792 w 2290556"/>
                <a:gd name="connsiteY2767" fmla="*/ 1135338 h 1796087"/>
                <a:gd name="connsiteX2768" fmla="*/ 2129696 w 2290556"/>
                <a:gd name="connsiteY2768" fmla="*/ 1137020 h 1796087"/>
                <a:gd name="connsiteX2769" fmla="*/ 2131580 w 2290556"/>
                <a:gd name="connsiteY2769" fmla="*/ 1136952 h 1796087"/>
                <a:gd name="connsiteX2770" fmla="*/ 2134340 w 2290556"/>
                <a:gd name="connsiteY2770" fmla="*/ 1136078 h 1796087"/>
                <a:gd name="connsiteX2771" fmla="*/ 2135518 w 2290556"/>
                <a:gd name="connsiteY2771" fmla="*/ 1135775 h 1796087"/>
                <a:gd name="connsiteX2772" fmla="*/ 2138110 w 2290556"/>
                <a:gd name="connsiteY2772" fmla="*/ 1137154 h 1796087"/>
                <a:gd name="connsiteX2773" fmla="*/ 2139859 w 2290556"/>
                <a:gd name="connsiteY2773" fmla="*/ 1138029 h 1796087"/>
                <a:gd name="connsiteX2774" fmla="*/ 2143057 w 2290556"/>
                <a:gd name="connsiteY2774" fmla="*/ 1139206 h 1796087"/>
                <a:gd name="connsiteX2775" fmla="*/ 2143696 w 2290556"/>
                <a:gd name="connsiteY2775" fmla="*/ 1139711 h 1796087"/>
                <a:gd name="connsiteX2776" fmla="*/ 2147667 w 2290556"/>
                <a:gd name="connsiteY2776" fmla="*/ 1138634 h 1796087"/>
                <a:gd name="connsiteX2777" fmla="*/ 2150427 w 2290556"/>
                <a:gd name="connsiteY2777" fmla="*/ 1138197 h 1796087"/>
                <a:gd name="connsiteX2778" fmla="*/ 2153254 w 2290556"/>
                <a:gd name="connsiteY2778" fmla="*/ 1138264 h 1796087"/>
                <a:gd name="connsiteX2779" fmla="*/ 2154634 w 2290556"/>
                <a:gd name="connsiteY2779" fmla="*/ 1139442 h 1796087"/>
                <a:gd name="connsiteX2780" fmla="*/ 2157326 w 2290556"/>
                <a:gd name="connsiteY2780" fmla="*/ 1142402 h 1796087"/>
                <a:gd name="connsiteX2781" fmla="*/ 2156821 w 2290556"/>
                <a:gd name="connsiteY2781" fmla="*/ 1143546 h 1796087"/>
                <a:gd name="connsiteX2782" fmla="*/ 2156316 w 2290556"/>
                <a:gd name="connsiteY2782" fmla="*/ 1145362 h 1796087"/>
                <a:gd name="connsiteX2783" fmla="*/ 2159211 w 2290556"/>
                <a:gd name="connsiteY2783" fmla="*/ 1146506 h 1796087"/>
                <a:gd name="connsiteX2784" fmla="*/ 2161095 w 2290556"/>
                <a:gd name="connsiteY2784" fmla="*/ 1146372 h 1796087"/>
                <a:gd name="connsiteX2785" fmla="*/ 2163115 w 2290556"/>
                <a:gd name="connsiteY2785" fmla="*/ 1145564 h 1796087"/>
                <a:gd name="connsiteX2786" fmla="*/ 2163115 w 2290556"/>
                <a:gd name="connsiteY2786" fmla="*/ 1142604 h 1796087"/>
                <a:gd name="connsiteX2787" fmla="*/ 2162408 w 2290556"/>
                <a:gd name="connsiteY2787" fmla="*/ 1140922 h 1796087"/>
                <a:gd name="connsiteX2788" fmla="*/ 2163216 w 2290556"/>
                <a:gd name="connsiteY2788" fmla="*/ 1139475 h 1796087"/>
                <a:gd name="connsiteX2789" fmla="*/ 2164865 w 2290556"/>
                <a:gd name="connsiteY2789" fmla="*/ 1138466 h 1796087"/>
                <a:gd name="connsiteX2790" fmla="*/ 2166514 w 2290556"/>
                <a:gd name="connsiteY2790" fmla="*/ 1137659 h 1796087"/>
                <a:gd name="connsiteX2791" fmla="*/ 2170283 w 2290556"/>
                <a:gd name="connsiteY2791" fmla="*/ 1137592 h 1796087"/>
                <a:gd name="connsiteX2792" fmla="*/ 2173110 w 2290556"/>
                <a:gd name="connsiteY2792" fmla="*/ 1137995 h 1796087"/>
                <a:gd name="connsiteX2793" fmla="*/ 2175432 w 2290556"/>
                <a:gd name="connsiteY2793" fmla="*/ 1138264 h 1796087"/>
                <a:gd name="connsiteX2794" fmla="*/ 2177889 w 2290556"/>
                <a:gd name="connsiteY2794" fmla="*/ 1138264 h 1796087"/>
                <a:gd name="connsiteX2795" fmla="*/ 2179707 w 2290556"/>
                <a:gd name="connsiteY2795" fmla="*/ 1137894 h 1796087"/>
                <a:gd name="connsiteX2796" fmla="*/ 2181658 w 2290556"/>
                <a:gd name="connsiteY2796" fmla="*/ 1137087 h 1796087"/>
                <a:gd name="connsiteX2797" fmla="*/ 2182601 w 2290556"/>
                <a:gd name="connsiteY2797" fmla="*/ 1134328 h 1796087"/>
                <a:gd name="connsiteX2798" fmla="*/ 2183913 w 2290556"/>
                <a:gd name="connsiteY2798" fmla="*/ 1132747 h 1796087"/>
                <a:gd name="connsiteX2799" fmla="*/ 2186303 w 2290556"/>
                <a:gd name="connsiteY2799" fmla="*/ 1132445 h 1796087"/>
                <a:gd name="connsiteX2800" fmla="*/ 2189567 w 2290556"/>
                <a:gd name="connsiteY2800" fmla="*/ 1132445 h 1796087"/>
                <a:gd name="connsiteX2801" fmla="*/ 2190442 w 2290556"/>
                <a:gd name="connsiteY2801" fmla="*/ 1128913 h 1796087"/>
                <a:gd name="connsiteX2802" fmla="*/ 2189433 w 2290556"/>
                <a:gd name="connsiteY2802" fmla="*/ 1127769 h 1796087"/>
                <a:gd name="connsiteX2803" fmla="*/ 2186976 w 2290556"/>
                <a:gd name="connsiteY2803" fmla="*/ 1125246 h 1796087"/>
                <a:gd name="connsiteX2804" fmla="*/ 2186404 w 2290556"/>
                <a:gd name="connsiteY2804" fmla="*/ 1123867 h 1796087"/>
                <a:gd name="connsiteX2805" fmla="*/ 2184956 w 2290556"/>
                <a:gd name="connsiteY2805" fmla="*/ 1121983 h 1796087"/>
                <a:gd name="connsiteX2806" fmla="*/ 2184081 w 2290556"/>
                <a:gd name="connsiteY2806" fmla="*/ 1120469 h 1796087"/>
                <a:gd name="connsiteX2807" fmla="*/ 2184586 w 2290556"/>
                <a:gd name="connsiteY2807" fmla="*/ 1118148 h 1796087"/>
                <a:gd name="connsiteX2808" fmla="*/ 2186875 w 2290556"/>
                <a:gd name="connsiteY2808" fmla="*/ 1114178 h 1796087"/>
                <a:gd name="connsiteX2809" fmla="*/ 2189231 w 2290556"/>
                <a:gd name="connsiteY2809" fmla="*/ 1111218 h 1796087"/>
                <a:gd name="connsiteX2810" fmla="*/ 2189231 w 2290556"/>
                <a:gd name="connsiteY2810" fmla="*/ 1109637 h 1796087"/>
                <a:gd name="connsiteX2811" fmla="*/ 2194952 w 2290556"/>
                <a:gd name="connsiteY2811" fmla="*/ 1107013 h 1796087"/>
                <a:gd name="connsiteX2812" fmla="*/ 2199361 w 2290556"/>
                <a:gd name="connsiteY2812" fmla="*/ 1105197 h 1796087"/>
                <a:gd name="connsiteX2813" fmla="*/ 2205452 w 2290556"/>
                <a:gd name="connsiteY2813" fmla="*/ 1103817 h 1796087"/>
                <a:gd name="connsiteX2814" fmla="*/ 2207202 w 2290556"/>
                <a:gd name="connsiteY2814" fmla="*/ 1103817 h 1796087"/>
                <a:gd name="connsiteX2815" fmla="*/ 2211779 w 2290556"/>
                <a:gd name="connsiteY2815" fmla="*/ 1104322 h 1796087"/>
                <a:gd name="connsiteX2816" fmla="*/ 2213092 w 2290556"/>
                <a:gd name="connsiteY2816" fmla="*/ 1106340 h 1796087"/>
                <a:gd name="connsiteX2817" fmla="*/ 2216222 w 2290556"/>
                <a:gd name="connsiteY2817" fmla="*/ 1105398 h 1796087"/>
                <a:gd name="connsiteX2818" fmla="*/ 2218173 w 2290556"/>
                <a:gd name="connsiteY2818" fmla="*/ 1103784 h 1796087"/>
                <a:gd name="connsiteX2819" fmla="*/ 2219486 w 2290556"/>
                <a:gd name="connsiteY2819" fmla="*/ 1102001 h 1796087"/>
                <a:gd name="connsiteX2820" fmla="*/ 2220900 w 2290556"/>
                <a:gd name="connsiteY2820" fmla="*/ 1098671 h 1796087"/>
                <a:gd name="connsiteX2821" fmla="*/ 2220563 w 2290556"/>
                <a:gd name="connsiteY2821" fmla="*/ 1094264 h 1796087"/>
                <a:gd name="connsiteX2822" fmla="*/ 2220563 w 2290556"/>
                <a:gd name="connsiteY2822" fmla="*/ 1090496 h 1796087"/>
                <a:gd name="connsiteX2823" fmla="*/ 2220563 w 2290556"/>
                <a:gd name="connsiteY2823" fmla="*/ 1087906 h 1796087"/>
                <a:gd name="connsiteX2824" fmla="*/ 2220563 w 2290556"/>
                <a:gd name="connsiteY2824" fmla="*/ 1085282 h 1796087"/>
                <a:gd name="connsiteX2825" fmla="*/ 2220361 w 2290556"/>
                <a:gd name="connsiteY2825" fmla="*/ 1080135 h 1796087"/>
                <a:gd name="connsiteX2826" fmla="*/ 2220496 w 2290556"/>
                <a:gd name="connsiteY2826" fmla="*/ 1077242 h 1796087"/>
                <a:gd name="connsiteX2827" fmla="*/ 2225140 w 2290556"/>
                <a:gd name="connsiteY2827" fmla="*/ 1075493 h 1796087"/>
                <a:gd name="connsiteX2828" fmla="*/ 2226789 w 2290556"/>
                <a:gd name="connsiteY2828" fmla="*/ 1071725 h 1796087"/>
                <a:gd name="connsiteX2829" fmla="*/ 2223693 w 2290556"/>
                <a:gd name="connsiteY2829" fmla="*/ 1069774 h 1796087"/>
                <a:gd name="connsiteX2830" fmla="*/ 2222549 w 2290556"/>
                <a:gd name="connsiteY2830" fmla="*/ 1067285 h 17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Lst>
              <a:rect l="l" t="t" r="r" b="b"/>
              <a:pathLst>
                <a:path w="2290556" h="1796087">
                  <a:moveTo>
                    <a:pt x="2222549" y="1067285"/>
                  </a:moveTo>
                  <a:lnTo>
                    <a:pt x="2222246" y="1063652"/>
                  </a:lnTo>
                  <a:cubicBezTo>
                    <a:pt x="2222246" y="1063652"/>
                    <a:pt x="2221539" y="1061701"/>
                    <a:pt x="2221371" y="1061465"/>
                  </a:cubicBezTo>
                  <a:cubicBezTo>
                    <a:pt x="2221236" y="1061263"/>
                    <a:pt x="2220428" y="1059379"/>
                    <a:pt x="2220428" y="1059379"/>
                  </a:cubicBezTo>
                  <a:lnTo>
                    <a:pt x="2218981" y="1060321"/>
                  </a:lnTo>
                  <a:lnTo>
                    <a:pt x="2216154" y="1060321"/>
                  </a:lnTo>
                  <a:lnTo>
                    <a:pt x="2213866" y="1061364"/>
                  </a:lnTo>
                  <a:lnTo>
                    <a:pt x="2211039" y="1060658"/>
                  </a:lnTo>
                  <a:lnTo>
                    <a:pt x="2209524" y="1058269"/>
                  </a:lnTo>
                  <a:lnTo>
                    <a:pt x="2208111" y="1057193"/>
                  </a:lnTo>
                  <a:lnTo>
                    <a:pt x="2205183" y="1057092"/>
                  </a:lnTo>
                  <a:lnTo>
                    <a:pt x="2204745" y="1058404"/>
                  </a:lnTo>
                  <a:lnTo>
                    <a:pt x="2206832" y="1060691"/>
                  </a:lnTo>
                  <a:lnTo>
                    <a:pt x="2206058" y="1064055"/>
                  </a:lnTo>
                  <a:lnTo>
                    <a:pt x="2203769" y="1063416"/>
                  </a:lnTo>
                  <a:lnTo>
                    <a:pt x="2200942" y="1062777"/>
                  </a:lnTo>
                  <a:lnTo>
                    <a:pt x="2198452" y="1060725"/>
                  </a:lnTo>
                  <a:lnTo>
                    <a:pt x="2197375" y="1059649"/>
                  </a:lnTo>
                  <a:lnTo>
                    <a:pt x="2196500" y="1058337"/>
                  </a:lnTo>
                  <a:lnTo>
                    <a:pt x="2192159" y="1057697"/>
                  </a:lnTo>
                  <a:lnTo>
                    <a:pt x="2189668" y="1057058"/>
                  </a:lnTo>
                  <a:lnTo>
                    <a:pt x="2187582" y="1055107"/>
                  </a:lnTo>
                  <a:lnTo>
                    <a:pt x="2186808" y="1053055"/>
                  </a:lnTo>
                  <a:lnTo>
                    <a:pt x="2187447" y="1051104"/>
                  </a:lnTo>
                  <a:lnTo>
                    <a:pt x="2188759" y="1048817"/>
                  </a:lnTo>
                  <a:lnTo>
                    <a:pt x="2191048" y="1048043"/>
                  </a:lnTo>
                  <a:cubicBezTo>
                    <a:pt x="2191048" y="1048043"/>
                    <a:pt x="2191586" y="1047505"/>
                    <a:pt x="2192361" y="1047067"/>
                  </a:cubicBezTo>
                  <a:cubicBezTo>
                    <a:pt x="2193135" y="1046630"/>
                    <a:pt x="2194312" y="1046966"/>
                    <a:pt x="2195289" y="1046529"/>
                  </a:cubicBezTo>
                  <a:cubicBezTo>
                    <a:pt x="2196264" y="1046092"/>
                    <a:pt x="2197038" y="1046428"/>
                    <a:pt x="2197577" y="1045991"/>
                  </a:cubicBezTo>
                  <a:cubicBezTo>
                    <a:pt x="2198115" y="1045554"/>
                    <a:pt x="2198654" y="1045015"/>
                    <a:pt x="2199967" y="1044477"/>
                  </a:cubicBezTo>
                  <a:cubicBezTo>
                    <a:pt x="2201279" y="1043939"/>
                    <a:pt x="2201918" y="1043266"/>
                    <a:pt x="2203332" y="1042290"/>
                  </a:cubicBezTo>
                  <a:cubicBezTo>
                    <a:pt x="2204745" y="1041315"/>
                    <a:pt x="2204409" y="1040238"/>
                    <a:pt x="2205284" y="1038691"/>
                  </a:cubicBezTo>
                  <a:cubicBezTo>
                    <a:pt x="2206159" y="1037177"/>
                    <a:pt x="2205923" y="1037379"/>
                    <a:pt x="2206058" y="1036841"/>
                  </a:cubicBezTo>
                  <a:cubicBezTo>
                    <a:pt x="2206159" y="1036303"/>
                    <a:pt x="2206596" y="1034890"/>
                    <a:pt x="2206394" y="1034452"/>
                  </a:cubicBezTo>
                  <a:cubicBezTo>
                    <a:pt x="2206193" y="1034015"/>
                    <a:pt x="2206193" y="1032501"/>
                    <a:pt x="2205755" y="1031828"/>
                  </a:cubicBezTo>
                  <a:cubicBezTo>
                    <a:pt x="2205318" y="1031189"/>
                    <a:pt x="2204106" y="1029978"/>
                    <a:pt x="2203702" y="1029541"/>
                  </a:cubicBezTo>
                  <a:cubicBezTo>
                    <a:pt x="2203265" y="1029104"/>
                    <a:pt x="2201649" y="1028902"/>
                    <a:pt x="2201649" y="1028902"/>
                  </a:cubicBezTo>
                  <a:lnTo>
                    <a:pt x="2196634" y="1026614"/>
                  </a:lnTo>
                  <a:lnTo>
                    <a:pt x="2194683" y="1023351"/>
                  </a:lnTo>
                  <a:lnTo>
                    <a:pt x="2194582" y="1021737"/>
                  </a:lnTo>
                  <a:lnTo>
                    <a:pt x="2194683" y="1016522"/>
                  </a:lnTo>
                  <a:cubicBezTo>
                    <a:pt x="2194683" y="1016522"/>
                    <a:pt x="2194784" y="1014470"/>
                    <a:pt x="2194784" y="1014033"/>
                  </a:cubicBezTo>
                  <a:cubicBezTo>
                    <a:pt x="2194784" y="1013596"/>
                    <a:pt x="2194447" y="1011207"/>
                    <a:pt x="2194447" y="1011207"/>
                  </a:cubicBezTo>
                  <a:lnTo>
                    <a:pt x="2193471" y="1007742"/>
                  </a:lnTo>
                  <a:lnTo>
                    <a:pt x="2192394" y="1007204"/>
                  </a:lnTo>
                  <a:lnTo>
                    <a:pt x="2188389" y="1003941"/>
                  </a:lnTo>
                  <a:lnTo>
                    <a:pt x="2184351" y="1000241"/>
                  </a:lnTo>
                  <a:lnTo>
                    <a:pt x="2184149" y="996541"/>
                  </a:lnTo>
                  <a:lnTo>
                    <a:pt x="2183375" y="992067"/>
                  </a:lnTo>
                  <a:lnTo>
                    <a:pt x="2183812" y="988299"/>
                  </a:lnTo>
                  <a:lnTo>
                    <a:pt x="2184182" y="984733"/>
                  </a:lnTo>
                  <a:lnTo>
                    <a:pt x="2183476" y="981167"/>
                  </a:lnTo>
                  <a:lnTo>
                    <a:pt x="2180379" y="977030"/>
                  </a:lnTo>
                  <a:lnTo>
                    <a:pt x="2176980" y="975146"/>
                  </a:lnTo>
                  <a:lnTo>
                    <a:pt x="2173783" y="971883"/>
                  </a:lnTo>
                  <a:lnTo>
                    <a:pt x="2171596" y="969696"/>
                  </a:lnTo>
                  <a:cubicBezTo>
                    <a:pt x="2171596" y="969696"/>
                    <a:pt x="2169711" y="967947"/>
                    <a:pt x="2169341" y="967745"/>
                  </a:cubicBezTo>
                  <a:cubicBezTo>
                    <a:pt x="2168970" y="967543"/>
                    <a:pt x="2166817" y="966164"/>
                    <a:pt x="2165370" y="964617"/>
                  </a:cubicBezTo>
                  <a:cubicBezTo>
                    <a:pt x="2163922" y="963103"/>
                    <a:pt x="2163552" y="962363"/>
                    <a:pt x="2163182" y="961723"/>
                  </a:cubicBezTo>
                  <a:cubicBezTo>
                    <a:pt x="2162812" y="961084"/>
                    <a:pt x="2161668" y="960142"/>
                    <a:pt x="2161668" y="960142"/>
                  </a:cubicBezTo>
                  <a:cubicBezTo>
                    <a:pt x="2161668" y="960142"/>
                    <a:pt x="2160927" y="958763"/>
                    <a:pt x="2160725" y="958326"/>
                  </a:cubicBezTo>
                  <a:cubicBezTo>
                    <a:pt x="2160523" y="957889"/>
                    <a:pt x="2160523" y="956711"/>
                    <a:pt x="2160355" y="956139"/>
                  </a:cubicBezTo>
                  <a:cubicBezTo>
                    <a:pt x="2160187" y="955567"/>
                    <a:pt x="2160187" y="954491"/>
                    <a:pt x="2160187" y="953886"/>
                  </a:cubicBezTo>
                  <a:cubicBezTo>
                    <a:pt x="2160187" y="953314"/>
                    <a:pt x="2160254" y="952304"/>
                    <a:pt x="2160423" y="951497"/>
                  </a:cubicBezTo>
                  <a:cubicBezTo>
                    <a:pt x="2160557" y="950690"/>
                    <a:pt x="2160725" y="950185"/>
                    <a:pt x="2160927" y="949613"/>
                  </a:cubicBezTo>
                  <a:cubicBezTo>
                    <a:pt x="2161163" y="949041"/>
                    <a:pt x="2161499" y="948099"/>
                    <a:pt x="2161567" y="947797"/>
                  </a:cubicBezTo>
                  <a:cubicBezTo>
                    <a:pt x="2161634" y="947494"/>
                    <a:pt x="2162442" y="946047"/>
                    <a:pt x="2162643" y="945476"/>
                  </a:cubicBezTo>
                  <a:cubicBezTo>
                    <a:pt x="2162879" y="944904"/>
                    <a:pt x="2162711" y="943289"/>
                    <a:pt x="2162711" y="943020"/>
                  </a:cubicBezTo>
                  <a:cubicBezTo>
                    <a:pt x="2162711" y="942717"/>
                    <a:pt x="2162509" y="941708"/>
                    <a:pt x="2162509" y="941708"/>
                  </a:cubicBezTo>
                  <a:lnTo>
                    <a:pt x="2159985" y="939454"/>
                  </a:lnTo>
                  <a:lnTo>
                    <a:pt x="2157090" y="938882"/>
                  </a:lnTo>
                  <a:lnTo>
                    <a:pt x="2155139" y="939690"/>
                  </a:lnTo>
                  <a:cubicBezTo>
                    <a:pt x="2155139" y="939690"/>
                    <a:pt x="2153692" y="941439"/>
                    <a:pt x="2153388" y="941439"/>
                  </a:cubicBezTo>
                  <a:cubicBezTo>
                    <a:pt x="2153086" y="941439"/>
                    <a:pt x="2149989" y="942751"/>
                    <a:pt x="2149989" y="942751"/>
                  </a:cubicBezTo>
                  <a:cubicBezTo>
                    <a:pt x="2149989" y="942751"/>
                    <a:pt x="2147162" y="944063"/>
                    <a:pt x="2146657" y="944433"/>
                  </a:cubicBezTo>
                  <a:cubicBezTo>
                    <a:pt x="2146153" y="944803"/>
                    <a:pt x="2144975" y="947965"/>
                    <a:pt x="2144975" y="947965"/>
                  </a:cubicBezTo>
                  <a:lnTo>
                    <a:pt x="2140768" y="952170"/>
                  </a:lnTo>
                  <a:lnTo>
                    <a:pt x="2135552" y="955937"/>
                  </a:lnTo>
                  <a:cubicBezTo>
                    <a:pt x="2135552" y="955937"/>
                    <a:pt x="2131412" y="961152"/>
                    <a:pt x="2131278" y="961354"/>
                  </a:cubicBezTo>
                  <a:cubicBezTo>
                    <a:pt x="2131143" y="961555"/>
                    <a:pt x="2124244" y="967812"/>
                    <a:pt x="2124244" y="967812"/>
                  </a:cubicBezTo>
                  <a:lnTo>
                    <a:pt x="2122292" y="971075"/>
                  </a:lnTo>
                  <a:cubicBezTo>
                    <a:pt x="2122292" y="971075"/>
                    <a:pt x="2119465" y="975146"/>
                    <a:pt x="2119027" y="975415"/>
                  </a:cubicBezTo>
                  <a:cubicBezTo>
                    <a:pt x="2118590" y="975718"/>
                    <a:pt x="2116570" y="977231"/>
                    <a:pt x="2115897" y="977938"/>
                  </a:cubicBezTo>
                  <a:cubicBezTo>
                    <a:pt x="2115224" y="978644"/>
                    <a:pt x="2112498" y="980192"/>
                    <a:pt x="2111825" y="980326"/>
                  </a:cubicBezTo>
                  <a:cubicBezTo>
                    <a:pt x="2111186" y="980461"/>
                    <a:pt x="2109503" y="981907"/>
                    <a:pt x="2108056" y="982412"/>
                  </a:cubicBezTo>
                  <a:cubicBezTo>
                    <a:pt x="2106608" y="982917"/>
                    <a:pt x="2105666" y="982984"/>
                    <a:pt x="2103714" y="982984"/>
                  </a:cubicBezTo>
                  <a:cubicBezTo>
                    <a:pt x="2101762" y="982984"/>
                    <a:pt x="2101056" y="983118"/>
                    <a:pt x="2100080" y="982984"/>
                  </a:cubicBezTo>
                  <a:cubicBezTo>
                    <a:pt x="2099137" y="982849"/>
                    <a:pt x="2097320" y="982681"/>
                    <a:pt x="2096613" y="982614"/>
                  </a:cubicBezTo>
                  <a:cubicBezTo>
                    <a:pt x="2095906" y="982546"/>
                    <a:pt x="2094224" y="981470"/>
                    <a:pt x="2093651" y="981033"/>
                  </a:cubicBezTo>
                  <a:cubicBezTo>
                    <a:pt x="2093080" y="980595"/>
                    <a:pt x="2091901" y="979721"/>
                    <a:pt x="2091700" y="979586"/>
                  </a:cubicBezTo>
                  <a:cubicBezTo>
                    <a:pt x="2091464" y="979452"/>
                    <a:pt x="2090185" y="978072"/>
                    <a:pt x="2089950" y="977938"/>
                  </a:cubicBezTo>
                  <a:cubicBezTo>
                    <a:pt x="2089748" y="977803"/>
                    <a:pt x="2089512" y="976929"/>
                    <a:pt x="2089243" y="976121"/>
                  </a:cubicBezTo>
                  <a:cubicBezTo>
                    <a:pt x="2088940" y="975314"/>
                    <a:pt x="2089108" y="974170"/>
                    <a:pt x="2089041" y="973531"/>
                  </a:cubicBezTo>
                  <a:cubicBezTo>
                    <a:pt x="2088973" y="972892"/>
                    <a:pt x="2089478" y="972085"/>
                    <a:pt x="2089478" y="971647"/>
                  </a:cubicBezTo>
                  <a:cubicBezTo>
                    <a:pt x="2089478" y="971210"/>
                    <a:pt x="2090556" y="970705"/>
                    <a:pt x="2090556" y="970705"/>
                  </a:cubicBezTo>
                  <a:cubicBezTo>
                    <a:pt x="2090556" y="970705"/>
                    <a:pt x="2091195" y="968451"/>
                    <a:pt x="2091195" y="968081"/>
                  </a:cubicBezTo>
                  <a:cubicBezTo>
                    <a:pt x="2091195" y="967711"/>
                    <a:pt x="2091565" y="966837"/>
                    <a:pt x="2091767" y="966198"/>
                  </a:cubicBezTo>
                  <a:cubicBezTo>
                    <a:pt x="2091969" y="965558"/>
                    <a:pt x="2092070" y="964516"/>
                    <a:pt x="2092137" y="964011"/>
                  </a:cubicBezTo>
                  <a:cubicBezTo>
                    <a:pt x="2092205" y="963506"/>
                    <a:pt x="2092406" y="961555"/>
                    <a:pt x="2092507" y="960983"/>
                  </a:cubicBezTo>
                  <a:cubicBezTo>
                    <a:pt x="2092575" y="960412"/>
                    <a:pt x="2092070" y="958595"/>
                    <a:pt x="2092070" y="958595"/>
                  </a:cubicBezTo>
                  <a:lnTo>
                    <a:pt x="2088738" y="956644"/>
                  </a:lnTo>
                  <a:lnTo>
                    <a:pt x="2085406" y="954054"/>
                  </a:lnTo>
                  <a:cubicBezTo>
                    <a:pt x="2085406" y="954054"/>
                    <a:pt x="2081637" y="949210"/>
                    <a:pt x="2080997" y="948772"/>
                  </a:cubicBezTo>
                  <a:cubicBezTo>
                    <a:pt x="2080358" y="948335"/>
                    <a:pt x="2077094" y="945375"/>
                    <a:pt x="2076858" y="945307"/>
                  </a:cubicBezTo>
                  <a:cubicBezTo>
                    <a:pt x="2076656" y="945240"/>
                    <a:pt x="2072079" y="942549"/>
                    <a:pt x="2072079" y="942549"/>
                  </a:cubicBezTo>
                  <a:cubicBezTo>
                    <a:pt x="2072079" y="942549"/>
                    <a:pt x="2069892" y="941102"/>
                    <a:pt x="2069252" y="940093"/>
                  </a:cubicBezTo>
                  <a:cubicBezTo>
                    <a:pt x="2068613" y="939084"/>
                    <a:pt x="2068882" y="938714"/>
                    <a:pt x="2068882" y="938008"/>
                  </a:cubicBezTo>
                  <a:cubicBezTo>
                    <a:pt x="2068882" y="937301"/>
                    <a:pt x="2069151" y="935485"/>
                    <a:pt x="2069319" y="934677"/>
                  </a:cubicBezTo>
                  <a:cubicBezTo>
                    <a:pt x="2069454" y="933870"/>
                    <a:pt x="2069454" y="932222"/>
                    <a:pt x="2069521" y="931414"/>
                  </a:cubicBezTo>
                  <a:cubicBezTo>
                    <a:pt x="2069588" y="930607"/>
                    <a:pt x="2070901" y="928084"/>
                    <a:pt x="2071103" y="927344"/>
                  </a:cubicBezTo>
                  <a:cubicBezTo>
                    <a:pt x="2071305" y="926637"/>
                    <a:pt x="2072045" y="924013"/>
                    <a:pt x="2072281" y="923576"/>
                  </a:cubicBezTo>
                  <a:cubicBezTo>
                    <a:pt x="2072483" y="923139"/>
                    <a:pt x="2072146" y="921053"/>
                    <a:pt x="2072146" y="921053"/>
                  </a:cubicBezTo>
                  <a:lnTo>
                    <a:pt x="2066930" y="920919"/>
                  </a:lnTo>
                  <a:lnTo>
                    <a:pt x="2066122" y="918093"/>
                  </a:lnTo>
                  <a:lnTo>
                    <a:pt x="2065752" y="911432"/>
                  </a:lnTo>
                  <a:lnTo>
                    <a:pt x="2065011" y="908741"/>
                  </a:lnTo>
                  <a:lnTo>
                    <a:pt x="2065584" y="904772"/>
                  </a:lnTo>
                  <a:cubicBezTo>
                    <a:pt x="2065584" y="904772"/>
                    <a:pt x="2065954" y="902013"/>
                    <a:pt x="2066156" y="901374"/>
                  </a:cubicBezTo>
                  <a:cubicBezTo>
                    <a:pt x="2066391" y="900735"/>
                    <a:pt x="2068781" y="898683"/>
                    <a:pt x="2068781" y="898683"/>
                  </a:cubicBezTo>
                  <a:cubicBezTo>
                    <a:pt x="2068781" y="898683"/>
                    <a:pt x="2069790" y="895487"/>
                    <a:pt x="2069858" y="895050"/>
                  </a:cubicBezTo>
                  <a:cubicBezTo>
                    <a:pt x="2069925" y="894612"/>
                    <a:pt x="2068781" y="892291"/>
                    <a:pt x="2068781" y="892291"/>
                  </a:cubicBezTo>
                  <a:lnTo>
                    <a:pt x="2065819" y="888456"/>
                  </a:lnTo>
                  <a:lnTo>
                    <a:pt x="2068646" y="887447"/>
                  </a:lnTo>
                  <a:lnTo>
                    <a:pt x="2068411" y="880282"/>
                  </a:lnTo>
                  <a:cubicBezTo>
                    <a:pt x="2068411" y="880282"/>
                    <a:pt x="2069286" y="876884"/>
                    <a:pt x="2069420" y="876144"/>
                  </a:cubicBezTo>
                  <a:cubicBezTo>
                    <a:pt x="2069555" y="875404"/>
                    <a:pt x="2070497" y="874933"/>
                    <a:pt x="2070497" y="874933"/>
                  </a:cubicBezTo>
                  <a:cubicBezTo>
                    <a:pt x="2070497" y="874933"/>
                    <a:pt x="2073324" y="873689"/>
                    <a:pt x="2073695" y="873487"/>
                  </a:cubicBezTo>
                  <a:cubicBezTo>
                    <a:pt x="2074065" y="873285"/>
                    <a:pt x="2077262" y="870089"/>
                    <a:pt x="2077262" y="870089"/>
                  </a:cubicBezTo>
                  <a:lnTo>
                    <a:pt x="2077262" y="869450"/>
                  </a:lnTo>
                  <a:lnTo>
                    <a:pt x="2074334" y="864438"/>
                  </a:lnTo>
                  <a:lnTo>
                    <a:pt x="2070968" y="861982"/>
                  </a:lnTo>
                  <a:lnTo>
                    <a:pt x="2070026" y="861915"/>
                  </a:lnTo>
                  <a:cubicBezTo>
                    <a:pt x="2070026" y="861915"/>
                    <a:pt x="2064574" y="859829"/>
                    <a:pt x="2064305" y="859156"/>
                  </a:cubicBezTo>
                  <a:cubicBezTo>
                    <a:pt x="2064002" y="858517"/>
                    <a:pt x="2064675" y="858147"/>
                    <a:pt x="2065247" y="857474"/>
                  </a:cubicBezTo>
                  <a:cubicBezTo>
                    <a:pt x="2065819" y="856835"/>
                    <a:pt x="2066190" y="856835"/>
                    <a:pt x="2067064" y="856465"/>
                  </a:cubicBezTo>
                  <a:cubicBezTo>
                    <a:pt x="2067939" y="856095"/>
                    <a:pt x="2070093" y="855590"/>
                    <a:pt x="2071036" y="855019"/>
                  </a:cubicBezTo>
                  <a:cubicBezTo>
                    <a:pt x="2071978" y="854447"/>
                    <a:pt x="2071978" y="854077"/>
                    <a:pt x="2072483" y="853438"/>
                  </a:cubicBezTo>
                  <a:cubicBezTo>
                    <a:pt x="2072988" y="852798"/>
                    <a:pt x="2071238" y="851554"/>
                    <a:pt x="2070733" y="851049"/>
                  </a:cubicBezTo>
                  <a:cubicBezTo>
                    <a:pt x="2070228" y="850545"/>
                    <a:pt x="2068141" y="847921"/>
                    <a:pt x="2067771" y="847584"/>
                  </a:cubicBezTo>
                  <a:cubicBezTo>
                    <a:pt x="2067401" y="847214"/>
                    <a:pt x="2063800" y="845196"/>
                    <a:pt x="2063800" y="845196"/>
                  </a:cubicBezTo>
                  <a:cubicBezTo>
                    <a:pt x="2063800" y="845196"/>
                    <a:pt x="2061680" y="843817"/>
                    <a:pt x="2061545" y="843615"/>
                  </a:cubicBezTo>
                  <a:cubicBezTo>
                    <a:pt x="2061411" y="843413"/>
                    <a:pt x="2058348" y="841361"/>
                    <a:pt x="2057978" y="841159"/>
                  </a:cubicBezTo>
                  <a:cubicBezTo>
                    <a:pt x="2057608" y="840924"/>
                    <a:pt x="2054511" y="839141"/>
                    <a:pt x="2054511" y="839141"/>
                  </a:cubicBezTo>
                  <a:lnTo>
                    <a:pt x="2050742" y="838333"/>
                  </a:lnTo>
                  <a:lnTo>
                    <a:pt x="2048487" y="837829"/>
                  </a:lnTo>
                  <a:lnTo>
                    <a:pt x="2047410" y="834700"/>
                  </a:lnTo>
                  <a:lnTo>
                    <a:pt x="2050170" y="832379"/>
                  </a:lnTo>
                  <a:lnTo>
                    <a:pt x="2053064" y="827535"/>
                  </a:lnTo>
                  <a:cubicBezTo>
                    <a:pt x="2053064" y="827535"/>
                    <a:pt x="2053064" y="826156"/>
                    <a:pt x="2052997" y="825449"/>
                  </a:cubicBezTo>
                  <a:cubicBezTo>
                    <a:pt x="2052930" y="824743"/>
                    <a:pt x="2053132" y="823128"/>
                    <a:pt x="2052795" y="822624"/>
                  </a:cubicBezTo>
                  <a:cubicBezTo>
                    <a:pt x="2052425" y="822119"/>
                    <a:pt x="2049598" y="819932"/>
                    <a:pt x="2049160" y="819865"/>
                  </a:cubicBezTo>
                  <a:cubicBezTo>
                    <a:pt x="2048723" y="819798"/>
                    <a:pt x="2046468" y="818049"/>
                    <a:pt x="2045828" y="818049"/>
                  </a:cubicBezTo>
                  <a:cubicBezTo>
                    <a:pt x="2045189" y="818049"/>
                    <a:pt x="2041924" y="819428"/>
                    <a:pt x="2041823" y="819697"/>
                  </a:cubicBezTo>
                  <a:cubicBezTo>
                    <a:pt x="2041756" y="820000"/>
                    <a:pt x="2041689" y="820942"/>
                    <a:pt x="2041453" y="821379"/>
                  </a:cubicBezTo>
                  <a:cubicBezTo>
                    <a:pt x="2041251" y="821816"/>
                    <a:pt x="2039636" y="822624"/>
                    <a:pt x="2038121" y="823565"/>
                  </a:cubicBezTo>
                  <a:cubicBezTo>
                    <a:pt x="2036607" y="824508"/>
                    <a:pt x="2034049" y="823868"/>
                    <a:pt x="2033410" y="823633"/>
                  </a:cubicBezTo>
                  <a:cubicBezTo>
                    <a:pt x="2032770" y="823431"/>
                    <a:pt x="2031155" y="822926"/>
                    <a:pt x="2030515" y="822489"/>
                  </a:cubicBezTo>
                  <a:cubicBezTo>
                    <a:pt x="2029876" y="822052"/>
                    <a:pt x="2028698" y="821682"/>
                    <a:pt x="2027621" y="821345"/>
                  </a:cubicBezTo>
                  <a:cubicBezTo>
                    <a:pt x="2026544" y="820975"/>
                    <a:pt x="2026982" y="819832"/>
                    <a:pt x="2026612" y="819159"/>
                  </a:cubicBezTo>
                  <a:cubicBezTo>
                    <a:pt x="2026241" y="818520"/>
                    <a:pt x="2025905" y="816131"/>
                    <a:pt x="2025905" y="815526"/>
                  </a:cubicBezTo>
                  <a:cubicBezTo>
                    <a:pt x="2025905" y="814954"/>
                    <a:pt x="2026410" y="814651"/>
                    <a:pt x="2026847" y="814079"/>
                  </a:cubicBezTo>
                  <a:cubicBezTo>
                    <a:pt x="2027285" y="813507"/>
                    <a:pt x="2028092" y="812700"/>
                    <a:pt x="2028665" y="812195"/>
                  </a:cubicBezTo>
                  <a:cubicBezTo>
                    <a:pt x="2029237" y="811691"/>
                    <a:pt x="2029741" y="811489"/>
                    <a:pt x="2030549" y="810816"/>
                  </a:cubicBezTo>
                  <a:cubicBezTo>
                    <a:pt x="2031357" y="810177"/>
                    <a:pt x="2032367" y="809740"/>
                    <a:pt x="2032434" y="809437"/>
                  </a:cubicBezTo>
                  <a:cubicBezTo>
                    <a:pt x="2032501" y="809134"/>
                    <a:pt x="2033511" y="808697"/>
                    <a:pt x="2033881" y="808495"/>
                  </a:cubicBezTo>
                  <a:cubicBezTo>
                    <a:pt x="2034251" y="808293"/>
                    <a:pt x="2034521" y="807419"/>
                    <a:pt x="2034756" y="807183"/>
                  </a:cubicBezTo>
                  <a:cubicBezTo>
                    <a:pt x="2034958" y="806981"/>
                    <a:pt x="2035396" y="806107"/>
                    <a:pt x="2035396" y="805669"/>
                  </a:cubicBezTo>
                  <a:cubicBezTo>
                    <a:pt x="2035396" y="805232"/>
                    <a:pt x="2035463" y="802978"/>
                    <a:pt x="2035463" y="802978"/>
                  </a:cubicBezTo>
                  <a:lnTo>
                    <a:pt x="2035328" y="800657"/>
                  </a:lnTo>
                  <a:lnTo>
                    <a:pt x="2034891" y="798033"/>
                  </a:lnTo>
                  <a:lnTo>
                    <a:pt x="2034588" y="795947"/>
                  </a:lnTo>
                  <a:lnTo>
                    <a:pt x="2031895" y="793559"/>
                  </a:lnTo>
                  <a:cubicBezTo>
                    <a:pt x="2031895" y="793559"/>
                    <a:pt x="2027251" y="791305"/>
                    <a:pt x="2027184" y="790868"/>
                  </a:cubicBezTo>
                  <a:cubicBezTo>
                    <a:pt x="2027116" y="790431"/>
                    <a:pt x="2027891" y="787908"/>
                    <a:pt x="2027991" y="787605"/>
                  </a:cubicBezTo>
                  <a:cubicBezTo>
                    <a:pt x="2028059" y="787302"/>
                    <a:pt x="2031256" y="786293"/>
                    <a:pt x="2031559" y="786226"/>
                  </a:cubicBezTo>
                  <a:cubicBezTo>
                    <a:pt x="2031828" y="786158"/>
                    <a:pt x="2035092" y="785788"/>
                    <a:pt x="2035900" y="785519"/>
                  </a:cubicBezTo>
                  <a:cubicBezTo>
                    <a:pt x="2036708" y="785216"/>
                    <a:pt x="2037347" y="785385"/>
                    <a:pt x="2037347" y="785385"/>
                  </a:cubicBezTo>
                  <a:cubicBezTo>
                    <a:pt x="2037347" y="785385"/>
                    <a:pt x="2039737" y="784745"/>
                    <a:pt x="2039973" y="784745"/>
                  </a:cubicBezTo>
                  <a:cubicBezTo>
                    <a:pt x="2040174" y="784745"/>
                    <a:pt x="2042665" y="785183"/>
                    <a:pt x="2042665" y="785183"/>
                  </a:cubicBezTo>
                  <a:lnTo>
                    <a:pt x="2045256" y="785687"/>
                  </a:lnTo>
                  <a:lnTo>
                    <a:pt x="2048588" y="787504"/>
                  </a:lnTo>
                  <a:lnTo>
                    <a:pt x="2050978" y="789522"/>
                  </a:lnTo>
                  <a:cubicBezTo>
                    <a:pt x="2050978" y="789522"/>
                    <a:pt x="2053300" y="792348"/>
                    <a:pt x="2053602" y="792785"/>
                  </a:cubicBezTo>
                  <a:cubicBezTo>
                    <a:pt x="2053906" y="793223"/>
                    <a:pt x="2055050" y="794669"/>
                    <a:pt x="2055353" y="795039"/>
                  </a:cubicBezTo>
                  <a:cubicBezTo>
                    <a:pt x="2055656" y="795409"/>
                    <a:pt x="2056598" y="797428"/>
                    <a:pt x="2056598" y="797428"/>
                  </a:cubicBezTo>
                  <a:cubicBezTo>
                    <a:pt x="2056598" y="797428"/>
                    <a:pt x="2058415" y="797428"/>
                    <a:pt x="2058617" y="796990"/>
                  </a:cubicBezTo>
                  <a:cubicBezTo>
                    <a:pt x="2058853" y="796553"/>
                    <a:pt x="2061007" y="795914"/>
                    <a:pt x="2061007" y="795914"/>
                  </a:cubicBezTo>
                  <a:cubicBezTo>
                    <a:pt x="2061007" y="795914"/>
                    <a:pt x="2062252" y="797495"/>
                    <a:pt x="2062521" y="797798"/>
                  </a:cubicBezTo>
                  <a:cubicBezTo>
                    <a:pt x="2062824" y="798100"/>
                    <a:pt x="2063396" y="798874"/>
                    <a:pt x="2063396" y="798874"/>
                  </a:cubicBezTo>
                  <a:cubicBezTo>
                    <a:pt x="2063396" y="798874"/>
                    <a:pt x="2065214" y="799951"/>
                    <a:pt x="2066223" y="801195"/>
                  </a:cubicBezTo>
                  <a:cubicBezTo>
                    <a:pt x="2067233" y="802440"/>
                    <a:pt x="2066526" y="802844"/>
                    <a:pt x="2066593" y="803079"/>
                  </a:cubicBezTo>
                  <a:cubicBezTo>
                    <a:pt x="2066660" y="803281"/>
                    <a:pt x="2069689" y="805400"/>
                    <a:pt x="2069689" y="805400"/>
                  </a:cubicBezTo>
                  <a:cubicBezTo>
                    <a:pt x="2069689" y="805400"/>
                    <a:pt x="2071642" y="805198"/>
                    <a:pt x="2071877" y="805030"/>
                  </a:cubicBezTo>
                  <a:cubicBezTo>
                    <a:pt x="2072112" y="804896"/>
                    <a:pt x="2074704" y="803012"/>
                    <a:pt x="2074704" y="803012"/>
                  </a:cubicBezTo>
                  <a:cubicBezTo>
                    <a:pt x="2074704" y="803012"/>
                    <a:pt x="2076286" y="800186"/>
                    <a:pt x="2076286" y="799984"/>
                  </a:cubicBezTo>
                  <a:cubicBezTo>
                    <a:pt x="2076286" y="799782"/>
                    <a:pt x="2077161" y="798975"/>
                    <a:pt x="2077531" y="798100"/>
                  </a:cubicBezTo>
                  <a:cubicBezTo>
                    <a:pt x="2077901" y="797226"/>
                    <a:pt x="2079045" y="796351"/>
                    <a:pt x="2079180" y="795846"/>
                  </a:cubicBezTo>
                  <a:cubicBezTo>
                    <a:pt x="2079315" y="795342"/>
                    <a:pt x="2080257" y="794164"/>
                    <a:pt x="2080257" y="794164"/>
                  </a:cubicBezTo>
                  <a:cubicBezTo>
                    <a:pt x="2080257" y="794164"/>
                    <a:pt x="2082276" y="792583"/>
                    <a:pt x="2082512" y="792516"/>
                  </a:cubicBezTo>
                  <a:cubicBezTo>
                    <a:pt x="2082714" y="792449"/>
                    <a:pt x="2083521" y="792516"/>
                    <a:pt x="2083521" y="792516"/>
                  </a:cubicBezTo>
                  <a:lnTo>
                    <a:pt x="2085272" y="792954"/>
                  </a:lnTo>
                  <a:cubicBezTo>
                    <a:pt x="2085272" y="792954"/>
                    <a:pt x="2086584" y="794030"/>
                    <a:pt x="2087022" y="794400"/>
                  </a:cubicBezTo>
                  <a:cubicBezTo>
                    <a:pt x="2087459" y="794770"/>
                    <a:pt x="2087964" y="795914"/>
                    <a:pt x="2087964" y="795914"/>
                  </a:cubicBezTo>
                  <a:cubicBezTo>
                    <a:pt x="2087964" y="795914"/>
                    <a:pt x="2089478" y="797865"/>
                    <a:pt x="2089647" y="798168"/>
                  </a:cubicBezTo>
                  <a:cubicBezTo>
                    <a:pt x="2089781" y="798470"/>
                    <a:pt x="2090454" y="799850"/>
                    <a:pt x="2090522" y="800623"/>
                  </a:cubicBezTo>
                  <a:cubicBezTo>
                    <a:pt x="2090589" y="801431"/>
                    <a:pt x="2090892" y="802642"/>
                    <a:pt x="2091026" y="803079"/>
                  </a:cubicBezTo>
                  <a:cubicBezTo>
                    <a:pt x="2091161" y="803516"/>
                    <a:pt x="2092709" y="804828"/>
                    <a:pt x="2092844" y="805097"/>
                  </a:cubicBezTo>
                  <a:cubicBezTo>
                    <a:pt x="2092979" y="805400"/>
                    <a:pt x="2094661" y="807351"/>
                    <a:pt x="2094661" y="807351"/>
                  </a:cubicBezTo>
                  <a:cubicBezTo>
                    <a:pt x="2094661" y="807351"/>
                    <a:pt x="2096680" y="807486"/>
                    <a:pt x="2096916" y="807351"/>
                  </a:cubicBezTo>
                  <a:cubicBezTo>
                    <a:pt x="2097118" y="807217"/>
                    <a:pt x="2097724" y="805972"/>
                    <a:pt x="2097724" y="805972"/>
                  </a:cubicBezTo>
                  <a:lnTo>
                    <a:pt x="2098868" y="805266"/>
                  </a:lnTo>
                  <a:lnTo>
                    <a:pt x="2100887" y="805636"/>
                  </a:lnTo>
                  <a:cubicBezTo>
                    <a:pt x="2100887" y="805636"/>
                    <a:pt x="2102133" y="807452"/>
                    <a:pt x="2102200" y="807721"/>
                  </a:cubicBezTo>
                  <a:cubicBezTo>
                    <a:pt x="2102267" y="808024"/>
                    <a:pt x="2102570" y="810917"/>
                    <a:pt x="2102570" y="810917"/>
                  </a:cubicBezTo>
                  <a:cubicBezTo>
                    <a:pt x="2102570" y="810917"/>
                    <a:pt x="2103445" y="812094"/>
                    <a:pt x="2103647" y="812431"/>
                  </a:cubicBezTo>
                  <a:cubicBezTo>
                    <a:pt x="2103849" y="812801"/>
                    <a:pt x="2104388" y="814247"/>
                    <a:pt x="2104388" y="814517"/>
                  </a:cubicBezTo>
                  <a:cubicBezTo>
                    <a:pt x="2104388" y="814819"/>
                    <a:pt x="2105969" y="816535"/>
                    <a:pt x="2106272" y="816905"/>
                  </a:cubicBezTo>
                  <a:cubicBezTo>
                    <a:pt x="2106575" y="817275"/>
                    <a:pt x="2108460" y="817611"/>
                    <a:pt x="2108460" y="817611"/>
                  </a:cubicBezTo>
                  <a:lnTo>
                    <a:pt x="2110916" y="816602"/>
                  </a:lnTo>
                  <a:lnTo>
                    <a:pt x="2111219" y="814718"/>
                  </a:lnTo>
                  <a:lnTo>
                    <a:pt x="2112734" y="810951"/>
                  </a:lnTo>
                  <a:lnTo>
                    <a:pt x="2114417" y="809000"/>
                  </a:lnTo>
                  <a:lnTo>
                    <a:pt x="2115662" y="807553"/>
                  </a:lnTo>
                  <a:lnTo>
                    <a:pt x="2115662" y="803987"/>
                  </a:lnTo>
                  <a:lnTo>
                    <a:pt x="2115931" y="801094"/>
                  </a:lnTo>
                  <a:cubicBezTo>
                    <a:pt x="2115931" y="801094"/>
                    <a:pt x="2115224" y="794366"/>
                    <a:pt x="2115224" y="794064"/>
                  </a:cubicBezTo>
                  <a:cubicBezTo>
                    <a:pt x="2115224" y="793761"/>
                    <a:pt x="2114585" y="791238"/>
                    <a:pt x="2114585" y="791238"/>
                  </a:cubicBezTo>
                  <a:cubicBezTo>
                    <a:pt x="2114585" y="791238"/>
                    <a:pt x="2114147" y="788210"/>
                    <a:pt x="2113945" y="787975"/>
                  </a:cubicBezTo>
                  <a:cubicBezTo>
                    <a:pt x="2113743" y="787773"/>
                    <a:pt x="2111354" y="782963"/>
                    <a:pt x="2111354" y="782963"/>
                  </a:cubicBezTo>
                  <a:cubicBezTo>
                    <a:pt x="2111354" y="782963"/>
                    <a:pt x="2110041" y="781381"/>
                    <a:pt x="2109469" y="780877"/>
                  </a:cubicBezTo>
                  <a:cubicBezTo>
                    <a:pt x="2108897" y="780372"/>
                    <a:pt x="2107080" y="777042"/>
                    <a:pt x="2106945" y="776739"/>
                  </a:cubicBezTo>
                  <a:cubicBezTo>
                    <a:pt x="2106811" y="776436"/>
                    <a:pt x="2107315" y="772837"/>
                    <a:pt x="2107315" y="772837"/>
                  </a:cubicBezTo>
                  <a:lnTo>
                    <a:pt x="2108460" y="770449"/>
                  </a:lnTo>
                  <a:lnTo>
                    <a:pt x="2113104" y="769574"/>
                  </a:lnTo>
                  <a:lnTo>
                    <a:pt x="2115056" y="768935"/>
                  </a:lnTo>
                  <a:lnTo>
                    <a:pt x="2117580" y="768363"/>
                  </a:lnTo>
                  <a:lnTo>
                    <a:pt x="2122662" y="768800"/>
                  </a:lnTo>
                  <a:lnTo>
                    <a:pt x="2127373" y="767556"/>
                  </a:lnTo>
                  <a:lnTo>
                    <a:pt x="2129494" y="767186"/>
                  </a:lnTo>
                  <a:lnTo>
                    <a:pt x="2131749" y="765806"/>
                  </a:lnTo>
                  <a:cubicBezTo>
                    <a:pt x="2131749" y="765806"/>
                    <a:pt x="2132994" y="764494"/>
                    <a:pt x="2133128" y="764427"/>
                  </a:cubicBezTo>
                  <a:cubicBezTo>
                    <a:pt x="2133263" y="764360"/>
                    <a:pt x="2133128" y="761803"/>
                    <a:pt x="2133128" y="761803"/>
                  </a:cubicBezTo>
                  <a:cubicBezTo>
                    <a:pt x="2133128" y="761803"/>
                    <a:pt x="2133196" y="759987"/>
                    <a:pt x="2133128" y="759718"/>
                  </a:cubicBezTo>
                  <a:cubicBezTo>
                    <a:pt x="2133061" y="759448"/>
                    <a:pt x="2133701" y="755142"/>
                    <a:pt x="2133701" y="754873"/>
                  </a:cubicBezTo>
                  <a:cubicBezTo>
                    <a:pt x="2133701" y="754571"/>
                    <a:pt x="2133128" y="753629"/>
                    <a:pt x="2133128" y="753629"/>
                  </a:cubicBezTo>
                  <a:lnTo>
                    <a:pt x="2133128" y="750500"/>
                  </a:lnTo>
                  <a:lnTo>
                    <a:pt x="2133734" y="748112"/>
                  </a:lnTo>
                  <a:lnTo>
                    <a:pt x="2133398" y="744041"/>
                  </a:lnTo>
                  <a:lnTo>
                    <a:pt x="2130806" y="740408"/>
                  </a:lnTo>
                  <a:lnTo>
                    <a:pt x="2128046" y="734757"/>
                  </a:lnTo>
                  <a:lnTo>
                    <a:pt x="2127037" y="733209"/>
                  </a:lnTo>
                  <a:lnTo>
                    <a:pt x="2123570" y="729139"/>
                  </a:lnTo>
                  <a:cubicBezTo>
                    <a:pt x="2123570" y="729139"/>
                    <a:pt x="2122426" y="726818"/>
                    <a:pt x="2122426" y="726246"/>
                  </a:cubicBezTo>
                  <a:cubicBezTo>
                    <a:pt x="2122426" y="725674"/>
                    <a:pt x="2121989" y="720595"/>
                    <a:pt x="2121989" y="720023"/>
                  </a:cubicBezTo>
                  <a:cubicBezTo>
                    <a:pt x="2121989" y="719451"/>
                    <a:pt x="2121686" y="716390"/>
                    <a:pt x="2121686" y="716390"/>
                  </a:cubicBezTo>
                  <a:cubicBezTo>
                    <a:pt x="2121686" y="716390"/>
                    <a:pt x="2122258" y="714203"/>
                    <a:pt x="2122258" y="712925"/>
                  </a:cubicBezTo>
                  <a:cubicBezTo>
                    <a:pt x="2122258" y="711613"/>
                    <a:pt x="2123840" y="709897"/>
                    <a:pt x="2124143" y="709292"/>
                  </a:cubicBezTo>
                  <a:cubicBezTo>
                    <a:pt x="2124412" y="708720"/>
                    <a:pt x="2126768" y="708552"/>
                    <a:pt x="2127912" y="708283"/>
                  </a:cubicBezTo>
                  <a:cubicBezTo>
                    <a:pt x="2129090" y="708013"/>
                    <a:pt x="2131244" y="707408"/>
                    <a:pt x="2131244" y="707408"/>
                  </a:cubicBezTo>
                  <a:cubicBezTo>
                    <a:pt x="2131244" y="707408"/>
                    <a:pt x="2133835" y="705961"/>
                    <a:pt x="2134710" y="705221"/>
                  </a:cubicBezTo>
                  <a:cubicBezTo>
                    <a:pt x="2135585" y="704515"/>
                    <a:pt x="2137167" y="706802"/>
                    <a:pt x="2138480" y="707542"/>
                  </a:cubicBezTo>
                  <a:cubicBezTo>
                    <a:pt x="2139792" y="708249"/>
                    <a:pt x="2140230" y="709998"/>
                    <a:pt x="2140802" y="709998"/>
                  </a:cubicBezTo>
                  <a:cubicBezTo>
                    <a:pt x="2141374" y="709998"/>
                    <a:pt x="2141946" y="709695"/>
                    <a:pt x="2142383" y="709123"/>
                  </a:cubicBezTo>
                  <a:cubicBezTo>
                    <a:pt x="2142821" y="708552"/>
                    <a:pt x="2142821" y="706533"/>
                    <a:pt x="2143258" y="706230"/>
                  </a:cubicBezTo>
                  <a:cubicBezTo>
                    <a:pt x="2143696" y="705928"/>
                    <a:pt x="2145446" y="704347"/>
                    <a:pt x="2145446" y="703909"/>
                  </a:cubicBezTo>
                  <a:cubicBezTo>
                    <a:pt x="2145446" y="703472"/>
                    <a:pt x="2147634" y="702160"/>
                    <a:pt x="2147634" y="702160"/>
                  </a:cubicBezTo>
                  <a:cubicBezTo>
                    <a:pt x="2147634" y="702160"/>
                    <a:pt x="2149384" y="700579"/>
                    <a:pt x="2149518" y="700142"/>
                  </a:cubicBezTo>
                  <a:cubicBezTo>
                    <a:pt x="2149653" y="699704"/>
                    <a:pt x="2152715" y="698695"/>
                    <a:pt x="2152715" y="698695"/>
                  </a:cubicBezTo>
                  <a:lnTo>
                    <a:pt x="2154600" y="697686"/>
                  </a:lnTo>
                  <a:lnTo>
                    <a:pt x="2156047" y="697114"/>
                  </a:lnTo>
                  <a:lnTo>
                    <a:pt x="2159817" y="696677"/>
                  </a:lnTo>
                  <a:lnTo>
                    <a:pt x="2160961" y="696105"/>
                  </a:lnTo>
                  <a:lnTo>
                    <a:pt x="2163586" y="692909"/>
                  </a:lnTo>
                  <a:lnTo>
                    <a:pt x="2166615" y="690588"/>
                  </a:lnTo>
                  <a:lnTo>
                    <a:pt x="2167355" y="689142"/>
                  </a:lnTo>
                  <a:lnTo>
                    <a:pt x="2167490" y="687560"/>
                  </a:lnTo>
                  <a:lnTo>
                    <a:pt x="2166918" y="685374"/>
                  </a:lnTo>
                  <a:lnTo>
                    <a:pt x="2166043" y="684802"/>
                  </a:lnTo>
                  <a:lnTo>
                    <a:pt x="2167052" y="681472"/>
                  </a:lnTo>
                  <a:lnTo>
                    <a:pt x="2168062" y="678579"/>
                  </a:lnTo>
                  <a:lnTo>
                    <a:pt x="2167759" y="674946"/>
                  </a:lnTo>
                  <a:lnTo>
                    <a:pt x="2165302" y="673062"/>
                  </a:lnTo>
                  <a:lnTo>
                    <a:pt x="2162846" y="674811"/>
                  </a:lnTo>
                  <a:cubicBezTo>
                    <a:pt x="2162846" y="674811"/>
                    <a:pt x="2162542" y="675820"/>
                    <a:pt x="2162542" y="677704"/>
                  </a:cubicBezTo>
                  <a:cubicBezTo>
                    <a:pt x="2162542" y="679588"/>
                    <a:pt x="2161970" y="680328"/>
                    <a:pt x="2161668" y="680900"/>
                  </a:cubicBezTo>
                  <a:cubicBezTo>
                    <a:pt x="2161365" y="681472"/>
                    <a:pt x="2159783" y="682212"/>
                    <a:pt x="2158908" y="682044"/>
                  </a:cubicBezTo>
                  <a:cubicBezTo>
                    <a:pt x="2158033" y="681909"/>
                    <a:pt x="2154398" y="679285"/>
                    <a:pt x="2154398" y="679285"/>
                  </a:cubicBezTo>
                  <a:lnTo>
                    <a:pt x="2154701" y="676527"/>
                  </a:lnTo>
                  <a:lnTo>
                    <a:pt x="2155711" y="673634"/>
                  </a:lnTo>
                  <a:lnTo>
                    <a:pt x="2155711" y="667982"/>
                  </a:lnTo>
                  <a:lnTo>
                    <a:pt x="2152951" y="666401"/>
                  </a:lnTo>
                  <a:lnTo>
                    <a:pt x="2150763" y="665829"/>
                  </a:lnTo>
                  <a:lnTo>
                    <a:pt x="2148004" y="665257"/>
                  </a:lnTo>
                  <a:lnTo>
                    <a:pt x="2145110" y="665123"/>
                  </a:lnTo>
                  <a:cubicBezTo>
                    <a:pt x="2145110" y="665123"/>
                    <a:pt x="2143662" y="665998"/>
                    <a:pt x="2142922" y="666704"/>
                  </a:cubicBezTo>
                  <a:cubicBezTo>
                    <a:pt x="2142215" y="667444"/>
                    <a:pt x="2142619" y="668722"/>
                    <a:pt x="2142619" y="668722"/>
                  </a:cubicBezTo>
                  <a:cubicBezTo>
                    <a:pt x="2142619" y="668722"/>
                    <a:pt x="2145682" y="672187"/>
                    <a:pt x="2146388" y="672187"/>
                  </a:cubicBezTo>
                  <a:cubicBezTo>
                    <a:pt x="2147095" y="672187"/>
                    <a:pt x="2147095" y="672490"/>
                    <a:pt x="2147095" y="672490"/>
                  </a:cubicBezTo>
                  <a:cubicBezTo>
                    <a:pt x="2147095" y="672490"/>
                    <a:pt x="2146086" y="674374"/>
                    <a:pt x="2146086" y="675820"/>
                  </a:cubicBezTo>
                  <a:cubicBezTo>
                    <a:pt x="2146086" y="677267"/>
                    <a:pt x="2144941" y="678276"/>
                    <a:pt x="2144941" y="678713"/>
                  </a:cubicBezTo>
                  <a:cubicBezTo>
                    <a:pt x="2144941" y="679151"/>
                    <a:pt x="2143932" y="679588"/>
                    <a:pt x="2143932" y="679588"/>
                  </a:cubicBezTo>
                  <a:lnTo>
                    <a:pt x="2140869" y="679722"/>
                  </a:lnTo>
                  <a:lnTo>
                    <a:pt x="2137672" y="679722"/>
                  </a:lnTo>
                  <a:lnTo>
                    <a:pt x="2134912" y="680093"/>
                  </a:lnTo>
                  <a:lnTo>
                    <a:pt x="2133028" y="682346"/>
                  </a:lnTo>
                  <a:lnTo>
                    <a:pt x="2133028" y="685677"/>
                  </a:lnTo>
                  <a:lnTo>
                    <a:pt x="2134475" y="689579"/>
                  </a:lnTo>
                  <a:lnTo>
                    <a:pt x="2131849" y="692606"/>
                  </a:lnTo>
                  <a:cubicBezTo>
                    <a:pt x="2131849" y="692606"/>
                    <a:pt x="2132724" y="694490"/>
                    <a:pt x="2131547" y="694793"/>
                  </a:cubicBezTo>
                  <a:cubicBezTo>
                    <a:pt x="2130402" y="695096"/>
                    <a:pt x="2128787" y="695230"/>
                    <a:pt x="2127205" y="695365"/>
                  </a:cubicBezTo>
                  <a:cubicBezTo>
                    <a:pt x="2125590" y="695499"/>
                    <a:pt x="2124580" y="695668"/>
                    <a:pt x="2124580" y="695668"/>
                  </a:cubicBezTo>
                  <a:cubicBezTo>
                    <a:pt x="2124580" y="695668"/>
                    <a:pt x="2119364" y="696240"/>
                    <a:pt x="2117782" y="695970"/>
                  </a:cubicBezTo>
                  <a:cubicBezTo>
                    <a:pt x="2116200" y="695668"/>
                    <a:pt x="2115594" y="695399"/>
                    <a:pt x="2114753" y="694827"/>
                  </a:cubicBezTo>
                  <a:cubicBezTo>
                    <a:pt x="2113878" y="694255"/>
                    <a:pt x="2113878" y="693380"/>
                    <a:pt x="2113440" y="693246"/>
                  </a:cubicBezTo>
                  <a:cubicBezTo>
                    <a:pt x="2113003" y="693111"/>
                    <a:pt x="2113138" y="690790"/>
                    <a:pt x="2113138" y="690790"/>
                  </a:cubicBezTo>
                  <a:lnTo>
                    <a:pt x="2111825" y="687762"/>
                  </a:lnTo>
                  <a:lnTo>
                    <a:pt x="2110815" y="686316"/>
                  </a:lnTo>
                  <a:lnTo>
                    <a:pt x="2108359" y="685307"/>
                  </a:lnTo>
                  <a:lnTo>
                    <a:pt x="2108493" y="683423"/>
                  </a:lnTo>
                  <a:cubicBezTo>
                    <a:pt x="2108493" y="683423"/>
                    <a:pt x="2108931" y="680967"/>
                    <a:pt x="2108931" y="680530"/>
                  </a:cubicBezTo>
                  <a:cubicBezTo>
                    <a:pt x="2108931" y="680093"/>
                    <a:pt x="2107921" y="678343"/>
                    <a:pt x="2107921" y="678343"/>
                  </a:cubicBezTo>
                  <a:lnTo>
                    <a:pt x="2106912" y="678041"/>
                  </a:lnTo>
                  <a:lnTo>
                    <a:pt x="2105599" y="678612"/>
                  </a:lnTo>
                  <a:lnTo>
                    <a:pt x="2098363" y="678478"/>
                  </a:lnTo>
                  <a:lnTo>
                    <a:pt x="2096344" y="675147"/>
                  </a:lnTo>
                  <a:lnTo>
                    <a:pt x="2097219" y="671245"/>
                  </a:lnTo>
                  <a:lnTo>
                    <a:pt x="2098969" y="668352"/>
                  </a:lnTo>
                  <a:cubicBezTo>
                    <a:pt x="2098969" y="668352"/>
                    <a:pt x="2100416" y="666906"/>
                    <a:pt x="2100988" y="666906"/>
                  </a:cubicBezTo>
                  <a:cubicBezTo>
                    <a:pt x="2101560" y="666906"/>
                    <a:pt x="2104758" y="663878"/>
                    <a:pt x="2104758" y="663273"/>
                  </a:cubicBezTo>
                  <a:cubicBezTo>
                    <a:pt x="2104758" y="662701"/>
                    <a:pt x="2101426" y="661086"/>
                    <a:pt x="2101426" y="661086"/>
                  </a:cubicBezTo>
                  <a:lnTo>
                    <a:pt x="2094628" y="660649"/>
                  </a:lnTo>
                  <a:lnTo>
                    <a:pt x="2092474" y="658328"/>
                  </a:lnTo>
                  <a:lnTo>
                    <a:pt x="2088570" y="657016"/>
                  </a:lnTo>
                  <a:lnTo>
                    <a:pt x="2083219" y="657318"/>
                  </a:lnTo>
                  <a:lnTo>
                    <a:pt x="2076387" y="654997"/>
                  </a:lnTo>
                  <a:cubicBezTo>
                    <a:pt x="2076387" y="654997"/>
                    <a:pt x="2074502" y="653114"/>
                    <a:pt x="2074502" y="652542"/>
                  </a:cubicBezTo>
                  <a:cubicBezTo>
                    <a:pt x="2074502" y="651970"/>
                    <a:pt x="2068714" y="648202"/>
                    <a:pt x="2067839" y="646318"/>
                  </a:cubicBezTo>
                  <a:cubicBezTo>
                    <a:pt x="2066964" y="644434"/>
                    <a:pt x="2066964" y="643560"/>
                    <a:pt x="2066526" y="643291"/>
                  </a:cubicBezTo>
                  <a:cubicBezTo>
                    <a:pt x="2066089" y="642988"/>
                    <a:pt x="2065785" y="640970"/>
                    <a:pt x="2065516" y="640263"/>
                  </a:cubicBezTo>
                  <a:cubicBezTo>
                    <a:pt x="2065214" y="639557"/>
                    <a:pt x="2065516" y="637067"/>
                    <a:pt x="2065651" y="636496"/>
                  </a:cubicBezTo>
                  <a:cubicBezTo>
                    <a:pt x="2065785" y="635924"/>
                    <a:pt x="2066795" y="632593"/>
                    <a:pt x="2066795" y="632593"/>
                  </a:cubicBezTo>
                  <a:lnTo>
                    <a:pt x="2066930" y="631853"/>
                  </a:lnTo>
                  <a:cubicBezTo>
                    <a:pt x="2066930" y="631853"/>
                    <a:pt x="2068243" y="627951"/>
                    <a:pt x="2068680" y="627514"/>
                  </a:cubicBezTo>
                  <a:cubicBezTo>
                    <a:pt x="2069118" y="627076"/>
                    <a:pt x="2069824" y="623309"/>
                    <a:pt x="2069824" y="622737"/>
                  </a:cubicBezTo>
                  <a:cubicBezTo>
                    <a:pt x="2069824" y="622165"/>
                    <a:pt x="2069387" y="619272"/>
                    <a:pt x="2069387" y="619272"/>
                  </a:cubicBezTo>
                  <a:cubicBezTo>
                    <a:pt x="2069387" y="619272"/>
                    <a:pt x="2069656" y="615504"/>
                    <a:pt x="2069959" y="614933"/>
                  </a:cubicBezTo>
                  <a:cubicBezTo>
                    <a:pt x="2070262" y="614361"/>
                    <a:pt x="2073728" y="613486"/>
                    <a:pt x="2074603" y="613049"/>
                  </a:cubicBezTo>
                  <a:cubicBezTo>
                    <a:pt x="2075478" y="612611"/>
                    <a:pt x="2080829" y="607835"/>
                    <a:pt x="2080829" y="607835"/>
                  </a:cubicBezTo>
                  <a:cubicBezTo>
                    <a:pt x="2080829" y="607835"/>
                    <a:pt x="2083589" y="604639"/>
                    <a:pt x="2084295" y="604201"/>
                  </a:cubicBezTo>
                  <a:cubicBezTo>
                    <a:pt x="2085036" y="603764"/>
                    <a:pt x="2088772" y="600737"/>
                    <a:pt x="2089377" y="600131"/>
                  </a:cubicBezTo>
                  <a:cubicBezTo>
                    <a:pt x="2089950" y="599559"/>
                    <a:pt x="2094729" y="595354"/>
                    <a:pt x="2095166" y="595220"/>
                  </a:cubicBezTo>
                  <a:cubicBezTo>
                    <a:pt x="2095604" y="595085"/>
                    <a:pt x="2099070" y="592461"/>
                    <a:pt x="2099373" y="592024"/>
                  </a:cubicBezTo>
                  <a:cubicBezTo>
                    <a:pt x="2099676" y="591587"/>
                    <a:pt x="2101392" y="589703"/>
                    <a:pt x="2102267" y="589266"/>
                  </a:cubicBezTo>
                  <a:cubicBezTo>
                    <a:pt x="2103142" y="588828"/>
                    <a:pt x="2105296" y="587079"/>
                    <a:pt x="2105296" y="587079"/>
                  </a:cubicBezTo>
                  <a:cubicBezTo>
                    <a:pt x="2105296" y="587079"/>
                    <a:pt x="2108628" y="584623"/>
                    <a:pt x="2109200" y="584489"/>
                  </a:cubicBezTo>
                  <a:cubicBezTo>
                    <a:pt x="2109772" y="584354"/>
                    <a:pt x="2111388" y="581293"/>
                    <a:pt x="2111825" y="580856"/>
                  </a:cubicBezTo>
                  <a:cubicBezTo>
                    <a:pt x="2112263" y="580418"/>
                    <a:pt x="2115292" y="578972"/>
                    <a:pt x="2115292" y="578972"/>
                  </a:cubicBezTo>
                  <a:cubicBezTo>
                    <a:pt x="2115292" y="578972"/>
                    <a:pt x="2117344" y="579544"/>
                    <a:pt x="2118489" y="579544"/>
                  </a:cubicBezTo>
                  <a:cubicBezTo>
                    <a:pt x="2119633" y="579544"/>
                    <a:pt x="2120676" y="579409"/>
                    <a:pt x="2121080" y="579241"/>
                  </a:cubicBezTo>
                  <a:cubicBezTo>
                    <a:pt x="2121518" y="579106"/>
                    <a:pt x="2122830" y="577929"/>
                    <a:pt x="2123672" y="577357"/>
                  </a:cubicBezTo>
                  <a:cubicBezTo>
                    <a:pt x="2124547" y="576785"/>
                    <a:pt x="2124109" y="575339"/>
                    <a:pt x="2124244" y="574901"/>
                  </a:cubicBezTo>
                  <a:cubicBezTo>
                    <a:pt x="2124378" y="574464"/>
                    <a:pt x="2124681" y="571436"/>
                    <a:pt x="2124681" y="571436"/>
                  </a:cubicBezTo>
                  <a:lnTo>
                    <a:pt x="2124950" y="570696"/>
                  </a:lnTo>
                  <a:cubicBezTo>
                    <a:pt x="2124950" y="570696"/>
                    <a:pt x="2126263" y="567803"/>
                    <a:pt x="2126263" y="567063"/>
                  </a:cubicBezTo>
                  <a:cubicBezTo>
                    <a:pt x="2126263" y="566323"/>
                    <a:pt x="2126835" y="564170"/>
                    <a:pt x="2126835" y="564170"/>
                  </a:cubicBezTo>
                  <a:lnTo>
                    <a:pt x="2127542" y="562724"/>
                  </a:lnTo>
                  <a:cubicBezTo>
                    <a:pt x="2127542" y="562724"/>
                    <a:pt x="2128417" y="560134"/>
                    <a:pt x="2128417" y="559528"/>
                  </a:cubicBezTo>
                  <a:cubicBezTo>
                    <a:pt x="2128417" y="558956"/>
                    <a:pt x="2129292" y="558216"/>
                    <a:pt x="2130167" y="557779"/>
                  </a:cubicBezTo>
                  <a:cubicBezTo>
                    <a:pt x="2131042" y="557341"/>
                    <a:pt x="2132792" y="556635"/>
                    <a:pt x="2134508" y="555895"/>
                  </a:cubicBezTo>
                  <a:cubicBezTo>
                    <a:pt x="2136258" y="555189"/>
                    <a:pt x="2136393" y="555458"/>
                    <a:pt x="2137268" y="554886"/>
                  </a:cubicBezTo>
                  <a:cubicBezTo>
                    <a:pt x="2138143" y="554314"/>
                    <a:pt x="2139287" y="554011"/>
                    <a:pt x="2139287" y="554011"/>
                  </a:cubicBezTo>
                  <a:lnTo>
                    <a:pt x="2142316" y="551993"/>
                  </a:lnTo>
                  <a:cubicBezTo>
                    <a:pt x="2142316" y="551993"/>
                    <a:pt x="2145211" y="549100"/>
                    <a:pt x="2145951" y="548797"/>
                  </a:cubicBezTo>
                  <a:cubicBezTo>
                    <a:pt x="2146691" y="548494"/>
                    <a:pt x="2148845" y="545467"/>
                    <a:pt x="2149283" y="545164"/>
                  </a:cubicBezTo>
                  <a:cubicBezTo>
                    <a:pt x="2149720" y="544861"/>
                    <a:pt x="2150864" y="543415"/>
                    <a:pt x="2151033" y="542977"/>
                  </a:cubicBezTo>
                  <a:cubicBezTo>
                    <a:pt x="2151167" y="542540"/>
                    <a:pt x="2152042" y="541228"/>
                    <a:pt x="2152042" y="541228"/>
                  </a:cubicBezTo>
                  <a:cubicBezTo>
                    <a:pt x="2152042" y="541228"/>
                    <a:pt x="2153927" y="538201"/>
                    <a:pt x="2154499" y="537023"/>
                  </a:cubicBezTo>
                  <a:cubicBezTo>
                    <a:pt x="2155071" y="535879"/>
                    <a:pt x="2155643" y="534567"/>
                    <a:pt x="2155643" y="534567"/>
                  </a:cubicBezTo>
                  <a:lnTo>
                    <a:pt x="2154768" y="531372"/>
                  </a:lnTo>
                  <a:lnTo>
                    <a:pt x="2158538" y="526595"/>
                  </a:lnTo>
                  <a:lnTo>
                    <a:pt x="2160692" y="523567"/>
                  </a:lnTo>
                  <a:lnTo>
                    <a:pt x="2162879" y="519497"/>
                  </a:lnTo>
                  <a:lnTo>
                    <a:pt x="2167658" y="516301"/>
                  </a:lnTo>
                  <a:cubicBezTo>
                    <a:pt x="2167658" y="516301"/>
                    <a:pt x="2169678" y="515292"/>
                    <a:pt x="2170552" y="514855"/>
                  </a:cubicBezTo>
                  <a:cubicBezTo>
                    <a:pt x="2171427" y="514417"/>
                    <a:pt x="2171427" y="513845"/>
                    <a:pt x="2172437" y="512096"/>
                  </a:cubicBezTo>
                  <a:cubicBezTo>
                    <a:pt x="2173009" y="511121"/>
                    <a:pt x="2173144" y="510919"/>
                    <a:pt x="2173177" y="510952"/>
                  </a:cubicBezTo>
                  <a:cubicBezTo>
                    <a:pt x="2173278" y="510347"/>
                    <a:pt x="2173750" y="507992"/>
                    <a:pt x="2173750" y="507488"/>
                  </a:cubicBezTo>
                  <a:cubicBezTo>
                    <a:pt x="2173750" y="506916"/>
                    <a:pt x="2174456" y="505604"/>
                    <a:pt x="2174456" y="505604"/>
                  </a:cubicBezTo>
                  <a:cubicBezTo>
                    <a:pt x="2174456" y="505604"/>
                    <a:pt x="2177216" y="504023"/>
                    <a:pt x="2177923" y="503585"/>
                  </a:cubicBezTo>
                  <a:cubicBezTo>
                    <a:pt x="2178663" y="503148"/>
                    <a:pt x="2179504" y="502273"/>
                    <a:pt x="2180682" y="501836"/>
                  </a:cubicBezTo>
                  <a:cubicBezTo>
                    <a:pt x="2181827" y="501399"/>
                    <a:pt x="2183576" y="500961"/>
                    <a:pt x="2183576" y="500961"/>
                  </a:cubicBezTo>
                  <a:lnTo>
                    <a:pt x="2185159" y="499515"/>
                  </a:lnTo>
                  <a:lnTo>
                    <a:pt x="2186471" y="496487"/>
                  </a:lnTo>
                  <a:lnTo>
                    <a:pt x="2186909" y="495175"/>
                  </a:lnTo>
                  <a:lnTo>
                    <a:pt x="2185461" y="491845"/>
                  </a:lnTo>
                  <a:lnTo>
                    <a:pt x="2185596" y="488380"/>
                  </a:lnTo>
                  <a:lnTo>
                    <a:pt x="2187043" y="485184"/>
                  </a:lnTo>
                  <a:lnTo>
                    <a:pt x="2189634" y="482426"/>
                  </a:lnTo>
                  <a:cubicBezTo>
                    <a:pt x="2189634" y="482426"/>
                    <a:pt x="2192394" y="486328"/>
                    <a:pt x="2193404" y="486934"/>
                  </a:cubicBezTo>
                  <a:cubicBezTo>
                    <a:pt x="2194414" y="487506"/>
                    <a:pt x="2195289" y="489524"/>
                    <a:pt x="2195423" y="489961"/>
                  </a:cubicBezTo>
                  <a:cubicBezTo>
                    <a:pt x="2195558" y="490399"/>
                    <a:pt x="2197745" y="491711"/>
                    <a:pt x="2197745" y="491711"/>
                  </a:cubicBezTo>
                  <a:lnTo>
                    <a:pt x="2198183" y="495344"/>
                  </a:lnTo>
                  <a:lnTo>
                    <a:pt x="2197611" y="498405"/>
                  </a:lnTo>
                  <a:lnTo>
                    <a:pt x="2197173" y="499986"/>
                  </a:lnTo>
                  <a:cubicBezTo>
                    <a:pt x="2197173" y="499986"/>
                    <a:pt x="2196870" y="501298"/>
                    <a:pt x="2196736" y="501870"/>
                  </a:cubicBezTo>
                  <a:cubicBezTo>
                    <a:pt x="2196567" y="502442"/>
                    <a:pt x="2197005" y="503451"/>
                    <a:pt x="2197005" y="503451"/>
                  </a:cubicBezTo>
                  <a:cubicBezTo>
                    <a:pt x="2197005" y="503451"/>
                    <a:pt x="2197005" y="506647"/>
                    <a:pt x="2197139" y="507218"/>
                  </a:cubicBezTo>
                  <a:cubicBezTo>
                    <a:pt x="2197274" y="507790"/>
                    <a:pt x="2197443" y="507925"/>
                    <a:pt x="2197712" y="508530"/>
                  </a:cubicBezTo>
                  <a:cubicBezTo>
                    <a:pt x="2197981" y="509102"/>
                    <a:pt x="2199899" y="510851"/>
                    <a:pt x="2200337" y="511423"/>
                  </a:cubicBezTo>
                  <a:cubicBezTo>
                    <a:pt x="2200774" y="511995"/>
                    <a:pt x="2201918" y="513610"/>
                    <a:pt x="2202356" y="514182"/>
                  </a:cubicBezTo>
                  <a:cubicBezTo>
                    <a:pt x="2202794" y="514754"/>
                    <a:pt x="2203938" y="515326"/>
                    <a:pt x="2205250" y="516637"/>
                  </a:cubicBezTo>
                  <a:cubicBezTo>
                    <a:pt x="2206563" y="517949"/>
                    <a:pt x="2206260" y="517075"/>
                    <a:pt x="2207707" y="517344"/>
                  </a:cubicBezTo>
                  <a:cubicBezTo>
                    <a:pt x="2209154" y="517647"/>
                    <a:pt x="2209289" y="518521"/>
                    <a:pt x="2209289" y="518521"/>
                  </a:cubicBezTo>
                  <a:lnTo>
                    <a:pt x="2211173" y="519833"/>
                  </a:lnTo>
                  <a:lnTo>
                    <a:pt x="2211039" y="522861"/>
                  </a:lnTo>
                  <a:lnTo>
                    <a:pt x="2210029" y="524005"/>
                  </a:lnTo>
                  <a:cubicBezTo>
                    <a:pt x="2210029" y="524005"/>
                    <a:pt x="2210029" y="525317"/>
                    <a:pt x="2210164" y="525888"/>
                  </a:cubicBezTo>
                  <a:cubicBezTo>
                    <a:pt x="2210298" y="526460"/>
                    <a:pt x="2210601" y="527032"/>
                    <a:pt x="2211039" y="527907"/>
                  </a:cubicBezTo>
                  <a:cubicBezTo>
                    <a:pt x="2211476" y="528781"/>
                    <a:pt x="2211611" y="530093"/>
                    <a:pt x="2212183" y="530800"/>
                  </a:cubicBezTo>
                  <a:cubicBezTo>
                    <a:pt x="2212755" y="531540"/>
                    <a:pt x="2212890" y="532112"/>
                    <a:pt x="2213765" y="533827"/>
                  </a:cubicBezTo>
                  <a:cubicBezTo>
                    <a:pt x="2214640" y="535577"/>
                    <a:pt x="2214774" y="535408"/>
                    <a:pt x="2215078" y="536283"/>
                  </a:cubicBezTo>
                  <a:cubicBezTo>
                    <a:pt x="2215380" y="537158"/>
                    <a:pt x="2216962" y="537595"/>
                    <a:pt x="2217972" y="537595"/>
                  </a:cubicBezTo>
                  <a:cubicBezTo>
                    <a:pt x="2218981" y="537595"/>
                    <a:pt x="2218678" y="536283"/>
                    <a:pt x="2218678" y="534399"/>
                  </a:cubicBezTo>
                  <a:cubicBezTo>
                    <a:pt x="2218678" y="532515"/>
                    <a:pt x="2218678" y="531506"/>
                    <a:pt x="2218544" y="530497"/>
                  </a:cubicBezTo>
                  <a:cubicBezTo>
                    <a:pt x="2218409" y="529488"/>
                    <a:pt x="2218544" y="526729"/>
                    <a:pt x="2218544" y="526729"/>
                  </a:cubicBezTo>
                  <a:lnTo>
                    <a:pt x="2218981" y="522962"/>
                  </a:lnTo>
                  <a:lnTo>
                    <a:pt x="2217972" y="520203"/>
                  </a:lnTo>
                  <a:lnTo>
                    <a:pt x="2215953" y="516570"/>
                  </a:lnTo>
                  <a:lnTo>
                    <a:pt x="2215818" y="513240"/>
                  </a:lnTo>
                  <a:cubicBezTo>
                    <a:pt x="2215818" y="513240"/>
                    <a:pt x="2218005" y="511928"/>
                    <a:pt x="2218847" y="511491"/>
                  </a:cubicBezTo>
                  <a:cubicBezTo>
                    <a:pt x="2219722" y="511053"/>
                    <a:pt x="2219991" y="508732"/>
                    <a:pt x="2219991" y="508732"/>
                  </a:cubicBezTo>
                  <a:lnTo>
                    <a:pt x="2216659" y="508026"/>
                  </a:lnTo>
                  <a:cubicBezTo>
                    <a:pt x="2216659" y="508026"/>
                    <a:pt x="2215347" y="506445"/>
                    <a:pt x="2215044" y="505267"/>
                  </a:cubicBezTo>
                  <a:cubicBezTo>
                    <a:pt x="2214774" y="504124"/>
                    <a:pt x="2214034" y="501634"/>
                    <a:pt x="2213899" y="500760"/>
                  </a:cubicBezTo>
                  <a:cubicBezTo>
                    <a:pt x="2213765" y="499885"/>
                    <a:pt x="2212318" y="497867"/>
                    <a:pt x="2212318" y="497867"/>
                  </a:cubicBezTo>
                  <a:cubicBezTo>
                    <a:pt x="2212318" y="497867"/>
                    <a:pt x="2212587" y="493090"/>
                    <a:pt x="2212587" y="490466"/>
                  </a:cubicBezTo>
                  <a:cubicBezTo>
                    <a:pt x="2212587" y="487842"/>
                    <a:pt x="2213024" y="488279"/>
                    <a:pt x="2213024" y="488279"/>
                  </a:cubicBezTo>
                  <a:lnTo>
                    <a:pt x="2212721" y="485252"/>
                  </a:lnTo>
                  <a:lnTo>
                    <a:pt x="2212284" y="482628"/>
                  </a:lnTo>
                  <a:lnTo>
                    <a:pt x="2212419" y="480744"/>
                  </a:lnTo>
                  <a:lnTo>
                    <a:pt x="2215313" y="476842"/>
                  </a:lnTo>
                  <a:cubicBezTo>
                    <a:pt x="2215313" y="476842"/>
                    <a:pt x="2217332" y="475967"/>
                    <a:pt x="2217501" y="475530"/>
                  </a:cubicBezTo>
                  <a:cubicBezTo>
                    <a:pt x="2217635" y="475093"/>
                    <a:pt x="2218376" y="468129"/>
                    <a:pt x="2218376" y="468129"/>
                  </a:cubicBezTo>
                  <a:lnTo>
                    <a:pt x="2217198" y="462040"/>
                  </a:lnTo>
                  <a:lnTo>
                    <a:pt x="2216323" y="457398"/>
                  </a:lnTo>
                  <a:lnTo>
                    <a:pt x="2216625" y="453193"/>
                  </a:lnTo>
                  <a:cubicBezTo>
                    <a:pt x="2216625" y="453193"/>
                    <a:pt x="2217198" y="448282"/>
                    <a:pt x="2217198" y="447676"/>
                  </a:cubicBezTo>
                  <a:cubicBezTo>
                    <a:pt x="2217198" y="447104"/>
                    <a:pt x="2217635" y="445221"/>
                    <a:pt x="2217635" y="445221"/>
                  </a:cubicBezTo>
                  <a:cubicBezTo>
                    <a:pt x="2217635" y="445221"/>
                    <a:pt x="2219385" y="443034"/>
                    <a:pt x="2219654" y="442630"/>
                  </a:cubicBezTo>
                  <a:cubicBezTo>
                    <a:pt x="2219957" y="442193"/>
                    <a:pt x="2221842" y="440746"/>
                    <a:pt x="2222986" y="440309"/>
                  </a:cubicBezTo>
                  <a:cubicBezTo>
                    <a:pt x="2224130" y="439872"/>
                    <a:pt x="2223558" y="439300"/>
                    <a:pt x="2223558" y="439300"/>
                  </a:cubicBezTo>
                  <a:lnTo>
                    <a:pt x="2224299" y="436104"/>
                  </a:lnTo>
                  <a:lnTo>
                    <a:pt x="2225443" y="433077"/>
                  </a:lnTo>
                  <a:lnTo>
                    <a:pt x="2226318" y="429612"/>
                  </a:lnTo>
                  <a:lnTo>
                    <a:pt x="2225005" y="426281"/>
                  </a:lnTo>
                  <a:lnTo>
                    <a:pt x="2222414" y="423086"/>
                  </a:lnTo>
                  <a:cubicBezTo>
                    <a:pt x="2222414" y="423086"/>
                    <a:pt x="2221976" y="420462"/>
                    <a:pt x="2222414" y="419621"/>
                  </a:cubicBezTo>
                  <a:cubicBezTo>
                    <a:pt x="2222852" y="418746"/>
                    <a:pt x="2223558" y="413969"/>
                    <a:pt x="2223996" y="413667"/>
                  </a:cubicBezTo>
                  <a:cubicBezTo>
                    <a:pt x="2224433" y="413364"/>
                    <a:pt x="2227462" y="411211"/>
                    <a:pt x="2228909" y="410336"/>
                  </a:cubicBezTo>
                  <a:cubicBezTo>
                    <a:pt x="2230356" y="409462"/>
                    <a:pt x="2232813" y="409024"/>
                    <a:pt x="2233419" y="409024"/>
                  </a:cubicBezTo>
                  <a:cubicBezTo>
                    <a:pt x="2233991" y="409024"/>
                    <a:pt x="2236448" y="409462"/>
                    <a:pt x="2237491" y="409462"/>
                  </a:cubicBezTo>
                  <a:cubicBezTo>
                    <a:pt x="2238501" y="409462"/>
                    <a:pt x="2239948" y="411345"/>
                    <a:pt x="2241126" y="412220"/>
                  </a:cubicBezTo>
                  <a:cubicBezTo>
                    <a:pt x="2242270" y="413095"/>
                    <a:pt x="2245030" y="414541"/>
                    <a:pt x="2245467" y="414541"/>
                  </a:cubicBezTo>
                  <a:cubicBezTo>
                    <a:pt x="2245905" y="414541"/>
                    <a:pt x="2249237" y="413969"/>
                    <a:pt x="2249237" y="413969"/>
                  </a:cubicBezTo>
                  <a:lnTo>
                    <a:pt x="2252266" y="411076"/>
                  </a:lnTo>
                  <a:lnTo>
                    <a:pt x="2255025" y="405290"/>
                  </a:lnTo>
                  <a:lnTo>
                    <a:pt x="2257482" y="399639"/>
                  </a:lnTo>
                  <a:cubicBezTo>
                    <a:pt x="2257482" y="399639"/>
                    <a:pt x="2255160" y="394727"/>
                    <a:pt x="2255160" y="394122"/>
                  </a:cubicBezTo>
                  <a:cubicBezTo>
                    <a:pt x="2255160" y="393550"/>
                    <a:pt x="2255597" y="390489"/>
                    <a:pt x="2255597" y="390489"/>
                  </a:cubicBezTo>
                  <a:lnTo>
                    <a:pt x="2256035" y="386721"/>
                  </a:lnTo>
                  <a:lnTo>
                    <a:pt x="2256170" y="383694"/>
                  </a:lnTo>
                  <a:lnTo>
                    <a:pt x="2254420" y="381103"/>
                  </a:lnTo>
                  <a:lnTo>
                    <a:pt x="2252973" y="377908"/>
                  </a:lnTo>
                  <a:lnTo>
                    <a:pt x="2254285" y="375889"/>
                  </a:lnTo>
                  <a:lnTo>
                    <a:pt x="2253847" y="374746"/>
                  </a:lnTo>
                  <a:lnTo>
                    <a:pt x="2252266" y="371415"/>
                  </a:lnTo>
                  <a:lnTo>
                    <a:pt x="2247487" y="367076"/>
                  </a:lnTo>
                  <a:lnTo>
                    <a:pt x="2244289" y="363308"/>
                  </a:lnTo>
                  <a:lnTo>
                    <a:pt x="2242405" y="358800"/>
                  </a:lnTo>
                  <a:lnTo>
                    <a:pt x="2243280" y="356345"/>
                  </a:lnTo>
                  <a:lnTo>
                    <a:pt x="2245467" y="354764"/>
                  </a:lnTo>
                  <a:lnTo>
                    <a:pt x="2248227" y="350996"/>
                  </a:lnTo>
                  <a:lnTo>
                    <a:pt x="2248362" y="348237"/>
                  </a:lnTo>
                  <a:lnTo>
                    <a:pt x="2245905" y="343898"/>
                  </a:lnTo>
                  <a:lnTo>
                    <a:pt x="2245333" y="339390"/>
                  </a:lnTo>
                  <a:cubicBezTo>
                    <a:pt x="2245333" y="339390"/>
                    <a:pt x="2243011" y="332730"/>
                    <a:pt x="2242741" y="331149"/>
                  </a:cubicBezTo>
                  <a:cubicBezTo>
                    <a:pt x="2242439" y="329567"/>
                    <a:pt x="2242741" y="327818"/>
                    <a:pt x="2242876" y="326641"/>
                  </a:cubicBezTo>
                  <a:cubicBezTo>
                    <a:pt x="2243011" y="325497"/>
                    <a:pt x="2243617" y="323445"/>
                    <a:pt x="2244188" y="322167"/>
                  </a:cubicBezTo>
                  <a:cubicBezTo>
                    <a:pt x="2244761" y="320855"/>
                    <a:pt x="2245501" y="319711"/>
                    <a:pt x="2245636" y="319274"/>
                  </a:cubicBezTo>
                  <a:cubicBezTo>
                    <a:pt x="2245770" y="318836"/>
                    <a:pt x="2247655" y="315506"/>
                    <a:pt x="2248227" y="315069"/>
                  </a:cubicBezTo>
                  <a:cubicBezTo>
                    <a:pt x="2248799" y="314632"/>
                    <a:pt x="2247520" y="311873"/>
                    <a:pt x="2247520" y="311873"/>
                  </a:cubicBezTo>
                  <a:lnTo>
                    <a:pt x="2246948" y="307399"/>
                  </a:lnTo>
                  <a:lnTo>
                    <a:pt x="2248092" y="303631"/>
                  </a:lnTo>
                  <a:cubicBezTo>
                    <a:pt x="2248092" y="303631"/>
                    <a:pt x="2250112" y="302050"/>
                    <a:pt x="2250987" y="301310"/>
                  </a:cubicBezTo>
                  <a:cubicBezTo>
                    <a:pt x="2251862" y="300570"/>
                    <a:pt x="2253881" y="298417"/>
                    <a:pt x="2254016" y="297845"/>
                  </a:cubicBezTo>
                  <a:cubicBezTo>
                    <a:pt x="2254150" y="297273"/>
                    <a:pt x="2256641" y="291319"/>
                    <a:pt x="2256910" y="290478"/>
                  </a:cubicBezTo>
                  <a:cubicBezTo>
                    <a:pt x="2257213" y="289604"/>
                    <a:pt x="2257650" y="288594"/>
                    <a:pt x="2257650" y="288594"/>
                  </a:cubicBezTo>
                  <a:cubicBezTo>
                    <a:pt x="2257650" y="288594"/>
                    <a:pt x="2258223" y="284255"/>
                    <a:pt x="2258525" y="282808"/>
                  </a:cubicBezTo>
                  <a:cubicBezTo>
                    <a:pt x="2258828" y="281362"/>
                    <a:pt x="2259704" y="277729"/>
                    <a:pt x="2259973" y="276417"/>
                  </a:cubicBezTo>
                  <a:cubicBezTo>
                    <a:pt x="2260275" y="275105"/>
                    <a:pt x="2259973" y="272952"/>
                    <a:pt x="2259838" y="272515"/>
                  </a:cubicBezTo>
                  <a:cubicBezTo>
                    <a:pt x="2259704" y="272077"/>
                    <a:pt x="2260578" y="267435"/>
                    <a:pt x="2260578" y="267435"/>
                  </a:cubicBezTo>
                  <a:cubicBezTo>
                    <a:pt x="2260578" y="267435"/>
                    <a:pt x="2263607" y="267301"/>
                    <a:pt x="2264920" y="266729"/>
                  </a:cubicBezTo>
                  <a:cubicBezTo>
                    <a:pt x="2266232" y="266157"/>
                    <a:pt x="2266367" y="266157"/>
                    <a:pt x="2267242" y="265854"/>
                  </a:cubicBezTo>
                  <a:cubicBezTo>
                    <a:pt x="2268117" y="265551"/>
                    <a:pt x="2272593" y="262961"/>
                    <a:pt x="2272593" y="262961"/>
                  </a:cubicBezTo>
                  <a:cubicBezTo>
                    <a:pt x="2272593" y="262961"/>
                    <a:pt x="2274781" y="260068"/>
                    <a:pt x="2275218" y="259496"/>
                  </a:cubicBezTo>
                  <a:cubicBezTo>
                    <a:pt x="2275656" y="258924"/>
                    <a:pt x="2278112" y="255426"/>
                    <a:pt x="2278112" y="255426"/>
                  </a:cubicBezTo>
                  <a:lnTo>
                    <a:pt x="2278415" y="248328"/>
                  </a:lnTo>
                  <a:lnTo>
                    <a:pt x="2277540" y="243416"/>
                  </a:lnTo>
                  <a:cubicBezTo>
                    <a:pt x="2277540" y="243416"/>
                    <a:pt x="2277237" y="241970"/>
                    <a:pt x="2276968" y="241398"/>
                  </a:cubicBezTo>
                  <a:cubicBezTo>
                    <a:pt x="2276699" y="240826"/>
                    <a:pt x="2275824" y="239380"/>
                    <a:pt x="2275824" y="238808"/>
                  </a:cubicBezTo>
                  <a:cubicBezTo>
                    <a:pt x="2275824" y="238236"/>
                    <a:pt x="2273502" y="235477"/>
                    <a:pt x="2273232" y="235040"/>
                  </a:cubicBezTo>
                  <a:cubicBezTo>
                    <a:pt x="2272963" y="234603"/>
                    <a:pt x="2271348" y="231844"/>
                    <a:pt x="2271348" y="231272"/>
                  </a:cubicBezTo>
                  <a:cubicBezTo>
                    <a:pt x="2271348" y="230701"/>
                    <a:pt x="2271651" y="229086"/>
                    <a:pt x="2272660" y="228817"/>
                  </a:cubicBezTo>
                  <a:cubicBezTo>
                    <a:pt x="2273670" y="228514"/>
                    <a:pt x="2274982" y="228379"/>
                    <a:pt x="2277742" y="226933"/>
                  </a:cubicBezTo>
                  <a:cubicBezTo>
                    <a:pt x="2280502" y="225486"/>
                    <a:pt x="2278045" y="225352"/>
                    <a:pt x="2278045" y="225352"/>
                  </a:cubicBezTo>
                  <a:cubicBezTo>
                    <a:pt x="2278045" y="225352"/>
                    <a:pt x="2279189" y="223031"/>
                    <a:pt x="2279627" y="222593"/>
                  </a:cubicBezTo>
                  <a:cubicBezTo>
                    <a:pt x="2280064" y="222156"/>
                    <a:pt x="2281512" y="221853"/>
                    <a:pt x="2282252" y="221584"/>
                  </a:cubicBezTo>
                  <a:cubicBezTo>
                    <a:pt x="2282959" y="221282"/>
                    <a:pt x="2284002" y="220710"/>
                    <a:pt x="2284574" y="220272"/>
                  </a:cubicBezTo>
                  <a:cubicBezTo>
                    <a:pt x="2285146" y="219835"/>
                    <a:pt x="2286896" y="218254"/>
                    <a:pt x="2286896" y="218254"/>
                  </a:cubicBezTo>
                  <a:cubicBezTo>
                    <a:pt x="2286896" y="218254"/>
                    <a:pt x="2287771" y="216505"/>
                    <a:pt x="2288646" y="216067"/>
                  </a:cubicBezTo>
                  <a:cubicBezTo>
                    <a:pt x="2289521" y="215630"/>
                    <a:pt x="2290396" y="214486"/>
                    <a:pt x="2290531" y="213174"/>
                  </a:cubicBezTo>
                  <a:cubicBezTo>
                    <a:pt x="2290666" y="211862"/>
                    <a:pt x="2290228" y="210719"/>
                    <a:pt x="2290228" y="210147"/>
                  </a:cubicBezTo>
                  <a:cubicBezTo>
                    <a:pt x="2290228" y="209575"/>
                    <a:pt x="2289084" y="208263"/>
                    <a:pt x="2288478" y="207691"/>
                  </a:cubicBezTo>
                  <a:cubicBezTo>
                    <a:pt x="2287906" y="207119"/>
                    <a:pt x="2287603" y="205538"/>
                    <a:pt x="2287738" y="204798"/>
                  </a:cubicBezTo>
                  <a:cubicBezTo>
                    <a:pt x="2287872" y="204058"/>
                    <a:pt x="2288310" y="201905"/>
                    <a:pt x="2288310" y="201905"/>
                  </a:cubicBezTo>
                  <a:cubicBezTo>
                    <a:pt x="2288310" y="201905"/>
                    <a:pt x="2289454" y="200761"/>
                    <a:pt x="2289622" y="199719"/>
                  </a:cubicBezTo>
                  <a:cubicBezTo>
                    <a:pt x="2289757" y="198709"/>
                    <a:pt x="2289622" y="197969"/>
                    <a:pt x="2289622" y="196826"/>
                  </a:cubicBezTo>
                  <a:cubicBezTo>
                    <a:pt x="2289622" y="195682"/>
                    <a:pt x="2288040" y="195682"/>
                    <a:pt x="2287738" y="194807"/>
                  </a:cubicBezTo>
                  <a:cubicBezTo>
                    <a:pt x="2287435" y="193933"/>
                    <a:pt x="2286425" y="193058"/>
                    <a:pt x="2285988" y="193226"/>
                  </a:cubicBezTo>
                  <a:cubicBezTo>
                    <a:pt x="2285550" y="193361"/>
                    <a:pt x="2283968" y="193529"/>
                    <a:pt x="2283968" y="193529"/>
                  </a:cubicBezTo>
                  <a:cubicBezTo>
                    <a:pt x="2283968" y="193529"/>
                    <a:pt x="2282083" y="193966"/>
                    <a:pt x="2281646" y="194101"/>
                  </a:cubicBezTo>
                  <a:cubicBezTo>
                    <a:pt x="2281208" y="194235"/>
                    <a:pt x="2278752" y="194673"/>
                    <a:pt x="2278180" y="194673"/>
                  </a:cubicBezTo>
                  <a:cubicBezTo>
                    <a:pt x="2277608" y="194673"/>
                    <a:pt x="2277035" y="194101"/>
                    <a:pt x="2276733" y="192654"/>
                  </a:cubicBezTo>
                  <a:cubicBezTo>
                    <a:pt x="2276430" y="191208"/>
                    <a:pt x="2276160" y="190064"/>
                    <a:pt x="2275992" y="189627"/>
                  </a:cubicBezTo>
                  <a:cubicBezTo>
                    <a:pt x="2275857" y="189189"/>
                    <a:pt x="2275555" y="188483"/>
                    <a:pt x="2273536" y="186734"/>
                  </a:cubicBezTo>
                  <a:cubicBezTo>
                    <a:pt x="2271516" y="184984"/>
                    <a:pt x="2271651" y="186162"/>
                    <a:pt x="2270338" y="186162"/>
                  </a:cubicBezTo>
                  <a:cubicBezTo>
                    <a:pt x="2269025" y="186162"/>
                    <a:pt x="2268588" y="186162"/>
                    <a:pt x="2268150" y="186027"/>
                  </a:cubicBezTo>
                  <a:cubicBezTo>
                    <a:pt x="2267713" y="185893"/>
                    <a:pt x="2267006" y="185287"/>
                    <a:pt x="2266401" y="184009"/>
                  </a:cubicBezTo>
                  <a:cubicBezTo>
                    <a:pt x="2265828" y="182697"/>
                    <a:pt x="2266704" y="181822"/>
                    <a:pt x="2266704" y="181822"/>
                  </a:cubicBezTo>
                  <a:lnTo>
                    <a:pt x="2266704" y="178626"/>
                  </a:lnTo>
                  <a:lnTo>
                    <a:pt x="2265324" y="177045"/>
                  </a:lnTo>
                  <a:lnTo>
                    <a:pt x="2263237" y="174018"/>
                  </a:lnTo>
                  <a:lnTo>
                    <a:pt x="2259468" y="168938"/>
                  </a:lnTo>
                  <a:lnTo>
                    <a:pt x="2255564" y="167492"/>
                  </a:lnTo>
                  <a:lnTo>
                    <a:pt x="2252232" y="166348"/>
                  </a:lnTo>
                  <a:lnTo>
                    <a:pt x="2249338" y="163320"/>
                  </a:lnTo>
                  <a:lnTo>
                    <a:pt x="2248766" y="159250"/>
                  </a:lnTo>
                  <a:cubicBezTo>
                    <a:pt x="2248766" y="159250"/>
                    <a:pt x="2247621" y="158375"/>
                    <a:pt x="2247184" y="157938"/>
                  </a:cubicBezTo>
                  <a:cubicBezTo>
                    <a:pt x="2246746" y="157501"/>
                    <a:pt x="2244155" y="155617"/>
                    <a:pt x="2244155" y="155617"/>
                  </a:cubicBezTo>
                  <a:cubicBezTo>
                    <a:pt x="2244155" y="155617"/>
                    <a:pt x="2244155" y="155617"/>
                    <a:pt x="2243414" y="154877"/>
                  </a:cubicBezTo>
                  <a:cubicBezTo>
                    <a:pt x="2242708" y="154170"/>
                    <a:pt x="2242102" y="152287"/>
                    <a:pt x="2242102" y="152287"/>
                  </a:cubicBezTo>
                  <a:cubicBezTo>
                    <a:pt x="2242102" y="152287"/>
                    <a:pt x="2240655" y="150706"/>
                    <a:pt x="2240352" y="150268"/>
                  </a:cubicBezTo>
                  <a:cubicBezTo>
                    <a:pt x="2240083" y="149831"/>
                    <a:pt x="2238905" y="149259"/>
                    <a:pt x="2238333" y="149125"/>
                  </a:cubicBezTo>
                  <a:cubicBezTo>
                    <a:pt x="2237761" y="148990"/>
                    <a:pt x="2235573" y="147813"/>
                    <a:pt x="2235136" y="147543"/>
                  </a:cubicBezTo>
                  <a:cubicBezTo>
                    <a:pt x="2234698" y="147241"/>
                    <a:pt x="2232679" y="145794"/>
                    <a:pt x="2232679" y="145794"/>
                  </a:cubicBezTo>
                  <a:lnTo>
                    <a:pt x="2229347" y="143910"/>
                  </a:lnTo>
                  <a:lnTo>
                    <a:pt x="2224130" y="142733"/>
                  </a:lnTo>
                  <a:lnTo>
                    <a:pt x="2222986" y="142733"/>
                  </a:lnTo>
                  <a:lnTo>
                    <a:pt x="2220530" y="144112"/>
                  </a:lnTo>
                  <a:lnTo>
                    <a:pt x="2217198" y="145491"/>
                  </a:lnTo>
                  <a:cubicBezTo>
                    <a:pt x="2217198" y="145491"/>
                    <a:pt x="2215144" y="144482"/>
                    <a:pt x="2215144" y="143910"/>
                  </a:cubicBezTo>
                  <a:cubicBezTo>
                    <a:pt x="2215144" y="143338"/>
                    <a:pt x="2215448" y="141455"/>
                    <a:pt x="2215717" y="140715"/>
                  </a:cubicBezTo>
                  <a:cubicBezTo>
                    <a:pt x="2215986" y="139975"/>
                    <a:pt x="2216289" y="137687"/>
                    <a:pt x="2216154" y="137250"/>
                  </a:cubicBezTo>
                  <a:cubicBezTo>
                    <a:pt x="2216020" y="136812"/>
                    <a:pt x="2213125" y="135231"/>
                    <a:pt x="2213125" y="135231"/>
                  </a:cubicBezTo>
                  <a:cubicBezTo>
                    <a:pt x="2213125" y="135231"/>
                    <a:pt x="2210534" y="135097"/>
                    <a:pt x="2209491" y="135097"/>
                  </a:cubicBezTo>
                  <a:cubicBezTo>
                    <a:pt x="2208481" y="135097"/>
                    <a:pt x="2208481" y="136106"/>
                    <a:pt x="2208347" y="136543"/>
                  </a:cubicBezTo>
                  <a:cubicBezTo>
                    <a:pt x="2208212" y="136981"/>
                    <a:pt x="2208616" y="138427"/>
                    <a:pt x="2208784" y="138864"/>
                  </a:cubicBezTo>
                  <a:cubicBezTo>
                    <a:pt x="2208918" y="139302"/>
                    <a:pt x="2210231" y="140883"/>
                    <a:pt x="2210231" y="140883"/>
                  </a:cubicBezTo>
                  <a:cubicBezTo>
                    <a:pt x="2210231" y="140883"/>
                    <a:pt x="2209659" y="142901"/>
                    <a:pt x="2209524" y="143507"/>
                  </a:cubicBezTo>
                  <a:cubicBezTo>
                    <a:pt x="2209390" y="144079"/>
                    <a:pt x="2209524" y="146400"/>
                    <a:pt x="2209524" y="148149"/>
                  </a:cubicBezTo>
                  <a:cubicBezTo>
                    <a:pt x="2209524" y="149898"/>
                    <a:pt x="2209222" y="149024"/>
                    <a:pt x="2208784" y="150033"/>
                  </a:cubicBezTo>
                  <a:cubicBezTo>
                    <a:pt x="2208347" y="151042"/>
                    <a:pt x="2208515" y="152791"/>
                    <a:pt x="2208515" y="153363"/>
                  </a:cubicBezTo>
                  <a:cubicBezTo>
                    <a:pt x="2208515" y="153935"/>
                    <a:pt x="2209390" y="154070"/>
                    <a:pt x="2209390" y="154070"/>
                  </a:cubicBezTo>
                  <a:cubicBezTo>
                    <a:pt x="2209390" y="154070"/>
                    <a:pt x="2209390" y="156391"/>
                    <a:pt x="2209390" y="158274"/>
                  </a:cubicBezTo>
                  <a:cubicBezTo>
                    <a:pt x="2209390" y="160158"/>
                    <a:pt x="2208010" y="160293"/>
                    <a:pt x="2206866" y="160596"/>
                  </a:cubicBezTo>
                  <a:cubicBezTo>
                    <a:pt x="2205721" y="160898"/>
                    <a:pt x="2205351" y="159015"/>
                    <a:pt x="2204611" y="158005"/>
                  </a:cubicBezTo>
                  <a:cubicBezTo>
                    <a:pt x="2203904" y="156996"/>
                    <a:pt x="2200707" y="157871"/>
                    <a:pt x="2200269" y="158005"/>
                  </a:cubicBezTo>
                  <a:cubicBezTo>
                    <a:pt x="2199832" y="158140"/>
                    <a:pt x="2198688" y="160024"/>
                    <a:pt x="2198688" y="160024"/>
                  </a:cubicBezTo>
                  <a:lnTo>
                    <a:pt x="2201716" y="165238"/>
                  </a:lnTo>
                  <a:lnTo>
                    <a:pt x="2198957" y="170317"/>
                  </a:lnTo>
                  <a:lnTo>
                    <a:pt x="2190846" y="173782"/>
                  </a:lnTo>
                  <a:lnTo>
                    <a:pt x="2188389" y="176675"/>
                  </a:lnTo>
                  <a:cubicBezTo>
                    <a:pt x="2188389" y="176675"/>
                    <a:pt x="2188221" y="177550"/>
                    <a:pt x="2188154" y="179097"/>
                  </a:cubicBezTo>
                  <a:cubicBezTo>
                    <a:pt x="2188120" y="179636"/>
                    <a:pt x="2188086" y="180308"/>
                    <a:pt x="2188086" y="181015"/>
                  </a:cubicBezTo>
                  <a:cubicBezTo>
                    <a:pt x="2188086" y="183773"/>
                    <a:pt x="2186909" y="183336"/>
                    <a:pt x="2186336" y="183773"/>
                  </a:cubicBezTo>
                  <a:cubicBezTo>
                    <a:pt x="2185764" y="184211"/>
                    <a:pt x="2184149" y="183067"/>
                    <a:pt x="2183307" y="182461"/>
                  </a:cubicBezTo>
                  <a:cubicBezTo>
                    <a:pt x="2182432" y="181890"/>
                    <a:pt x="2180851" y="180578"/>
                    <a:pt x="2180548" y="180140"/>
                  </a:cubicBezTo>
                  <a:cubicBezTo>
                    <a:pt x="2180245" y="179703"/>
                    <a:pt x="2177788" y="178122"/>
                    <a:pt x="2177788" y="178122"/>
                  </a:cubicBezTo>
                  <a:cubicBezTo>
                    <a:pt x="2177788" y="178122"/>
                    <a:pt x="2174726" y="176675"/>
                    <a:pt x="2173581" y="176675"/>
                  </a:cubicBezTo>
                  <a:cubicBezTo>
                    <a:pt x="2172403" y="176675"/>
                    <a:pt x="2170552" y="176978"/>
                    <a:pt x="2170552" y="176978"/>
                  </a:cubicBezTo>
                  <a:lnTo>
                    <a:pt x="2169374" y="181890"/>
                  </a:lnTo>
                  <a:lnTo>
                    <a:pt x="2169374" y="183471"/>
                  </a:lnTo>
                  <a:lnTo>
                    <a:pt x="2166345" y="189694"/>
                  </a:lnTo>
                  <a:lnTo>
                    <a:pt x="2164326" y="187676"/>
                  </a:lnTo>
                  <a:cubicBezTo>
                    <a:pt x="2164326" y="187676"/>
                    <a:pt x="2162139" y="189997"/>
                    <a:pt x="2161432" y="190266"/>
                  </a:cubicBezTo>
                  <a:cubicBezTo>
                    <a:pt x="2160692" y="190569"/>
                    <a:pt x="2159547" y="190703"/>
                    <a:pt x="2159547" y="190703"/>
                  </a:cubicBezTo>
                  <a:lnTo>
                    <a:pt x="2155475" y="190131"/>
                  </a:lnTo>
                  <a:lnTo>
                    <a:pt x="2155744" y="188113"/>
                  </a:lnTo>
                  <a:lnTo>
                    <a:pt x="2156047" y="186229"/>
                  </a:lnTo>
                  <a:cubicBezTo>
                    <a:pt x="2156047" y="186229"/>
                    <a:pt x="2149821" y="185489"/>
                    <a:pt x="2149249" y="185489"/>
                  </a:cubicBezTo>
                  <a:cubicBezTo>
                    <a:pt x="2148677" y="185489"/>
                    <a:pt x="2145614" y="186633"/>
                    <a:pt x="2145614" y="186633"/>
                  </a:cubicBezTo>
                  <a:cubicBezTo>
                    <a:pt x="2145614" y="186633"/>
                    <a:pt x="2145042" y="188214"/>
                    <a:pt x="2144739" y="188651"/>
                  </a:cubicBezTo>
                  <a:cubicBezTo>
                    <a:pt x="2144437" y="189088"/>
                    <a:pt x="2144167" y="190669"/>
                    <a:pt x="2144167" y="191847"/>
                  </a:cubicBezTo>
                  <a:cubicBezTo>
                    <a:pt x="2144167" y="192991"/>
                    <a:pt x="2142855" y="193596"/>
                    <a:pt x="2142283" y="194471"/>
                  </a:cubicBezTo>
                  <a:cubicBezTo>
                    <a:pt x="2141710" y="195345"/>
                    <a:pt x="2139254" y="194908"/>
                    <a:pt x="2138076" y="194605"/>
                  </a:cubicBezTo>
                  <a:cubicBezTo>
                    <a:pt x="2136931" y="194303"/>
                    <a:pt x="2137201" y="192284"/>
                    <a:pt x="2136898" y="191712"/>
                  </a:cubicBezTo>
                  <a:cubicBezTo>
                    <a:pt x="2136628" y="191140"/>
                    <a:pt x="2133566" y="191712"/>
                    <a:pt x="2132826" y="191712"/>
                  </a:cubicBezTo>
                  <a:cubicBezTo>
                    <a:pt x="2132119" y="191712"/>
                    <a:pt x="2130369" y="190838"/>
                    <a:pt x="2130369" y="190838"/>
                  </a:cubicBezTo>
                  <a:lnTo>
                    <a:pt x="2123705" y="190131"/>
                  </a:lnTo>
                  <a:lnTo>
                    <a:pt x="2120239" y="189559"/>
                  </a:lnTo>
                  <a:lnTo>
                    <a:pt x="2116032" y="187104"/>
                  </a:lnTo>
                  <a:lnTo>
                    <a:pt x="2111825" y="183773"/>
                  </a:lnTo>
                  <a:cubicBezTo>
                    <a:pt x="2111825" y="183773"/>
                    <a:pt x="2109234" y="180140"/>
                    <a:pt x="2108493" y="179871"/>
                  </a:cubicBezTo>
                  <a:cubicBezTo>
                    <a:pt x="2107787" y="179568"/>
                    <a:pt x="2106171" y="180578"/>
                    <a:pt x="2106171" y="180578"/>
                  </a:cubicBezTo>
                  <a:cubicBezTo>
                    <a:pt x="2106171" y="180578"/>
                    <a:pt x="2106171" y="184783"/>
                    <a:pt x="2106608" y="185085"/>
                  </a:cubicBezTo>
                  <a:cubicBezTo>
                    <a:pt x="2107046" y="185388"/>
                    <a:pt x="2107349" y="188281"/>
                    <a:pt x="2107349" y="188281"/>
                  </a:cubicBezTo>
                  <a:lnTo>
                    <a:pt x="2102873" y="190165"/>
                  </a:lnTo>
                  <a:lnTo>
                    <a:pt x="2101560" y="193495"/>
                  </a:lnTo>
                  <a:lnTo>
                    <a:pt x="2098363" y="197263"/>
                  </a:lnTo>
                  <a:lnTo>
                    <a:pt x="2092844" y="200728"/>
                  </a:lnTo>
                  <a:cubicBezTo>
                    <a:pt x="2092844" y="200728"/>
                    <a:pt x="2091700" y="203049"/>
                    <a:pt x="2091531" y="203486"/>
                  </a:cubicBezTo>
                  <a:cubicBezTo>
                    <a:pt x="2091397" y="203923"/>
                    <a:pt x="2085002" y="209138"/>
                    <a:pt x="2085002" y="209138"/>
                  </a:cubicBezTo>
                  <a:lnTo>
                    <a:pt x="2082815" y="205673"/>
                  </a:lnTo>
                  <a:lnTo>
                    <a:pt x="2078473" y="201771"/>
                  </a:lnTo>
                  <a:lnTo>
                    <a:pt x="2074670" y="202141"/>
                  </a:lnTo>
                  <a:cubicBezTo>
                    <a:pt x="2074670" y="202141"/>
                    <a:pt x="2069555" y="204731"/>
                    <a:pt x="2068579" y="204865"/>
                  </a:cubicBezTo>
                  <a:cubicBezTo>
                    <a:pt x="2067603" y="204966"/>
                    <a:pt x="2068579" y="199988"/>
                    <a:pt x="2068579" y="199988"/>
                  </a:cubicBezTo>
                  <a:cubicBezTo>
                    <a:pt x="2068579" y="199988"/>
                    <a:pt x="2063901" y="200862"/>
                    <a:pt x="2063026" y="200425"/>
                  </a:cubicBezTo>
                  <a:cubicBezTo>
                    <a:pt x="2062151" y="199988"/>
                    <a:pt x="2063026" y="198575"/>
                    <a:pt x="2063026" y="198575"/>
                  </a:cubicBezTo>
                  <a:cubicBezTo>
                    <a:pt x="2063026" y="198575"/>
                    <a:pt x="2061175" y="195413"/>
                    <a:pt x="2060300" y="195211"/>
                  </a:cubicBezTo>
                  <a:cubicBezTo>
                    <a:pt x="2059425" y="195009"/>
                    <a:pt x="2059559" y="195211"/>
                    <a:pt x="2059088" y="195211"/>
                  </a:cubicBezTo>
                  <a:cubicBezTo>
                    <a:pt x="2058651" y="195211"/>
                    <a:pt x="2053872" y="194235"/>
                    <a:pt x="2053232" y="194000"/>
                  </a:cubicBezTo>
                  <a:cubicBezTo>
                    <a:pt x="2052593" y="193798"/>
                    <a:pt x="2052795" y="192385"/>
                    <a:pt x="2052795" y="192385"/>
                  </a:cubicBezTo>
                  <a:cubicBezTo>
                    <a:pt x="2052795" y="192385"/>
                    <a:pt x="2052795" y="187070"/>
                    <a:pt x="2052795" y="186734"/>
                  </a:cubicBezTo>
                  <a:cubicBezTo>
                    <a:pt x="2052795" y="186397"/>
                    <a:pt x="2053939" y="181755"/>
                    <a:pt x="2053939" y="181755"/>
                  </a:cubicBezTo>
                  <a:lnTo>
                    <a:pt x="2053468" y="171865"/>
                  </a:lnTo>
                  <a:cubicBezTo>
                    <a:pt x="2053468" y="171865"/>
                    <a:pt x="2050843" y="169577"/>
                    <a:pt x="2050439" y="169376"/>
                  </a:cubicBezTo>
                  <a:cubicBezTo>
                    <a:pt x="2050002" y="169174"/>
                    <a:pt x="2046098" y="163926"/>
                    <a:pt x="2046098" y="163926"/>
                  </a:cubicBezTo>
                  <a:lnTo>
                    <a:pt x="2046199" y="161302"/>
                  </a:lnTo>
                  <a:cubicBezTo>
                    <a:pt x="2046199" y="161302"/>
                    <a:pt x="2044011" y="159351"/>
                    <a:pt x="2043708" y="159351"/>
                  </a:cubicBezTo>
                  <a:cubicBezTo>
                    <a:pt x="2043405" y="159351"/>
                    <a:pt x="2040242" y="156424"/>
                    <a:pt x="2040242" y="156424"/>
                  </a:cubicBezTo>
                  <a:lnTo>
                    <a:pt x="2037852" y="153262"/>
                  </a:lnTo>
                  <a:lnTo>
                    <a:pt x="2037516" y="148822"/>
                  </a:lnTo>
                  <a:lnTo>
                    <a:pt x="2037852" y="146534"/>
                  </a:lnTo>
                  <a:lnTo>
                    <a:pt x="2036439" y="143507"/>
                  </a:lnTo>
                  <a:lnTo>
                    <a:pt x="2033612" y="140143"/>
                  </a:lnTo>
                  <a:lnTo>
                    <a:pt x="2031761" y="137317"/>
                  </a:lnTo>
                  <a:cubicBezTo>
                    <a:pt x="2031761" y="137317"/>
                    <a:pt x="2031660" y="134727"/>
                    <a:pt x="2031424" y="133852"/>
                  </a:cubicBezTo>
                  <a:cubicBezTo>
                    <a:pt x="2031222" y="132977"/>
                    <a:pt x="2031088" y="131262"/>
                    <a:pt x="2030886" y="130589"/>
                  </a:cubicBezTo>
                  <a:cubicBezTo>
                    <a:pt x="2030684" y="129950"/>
                    <a:pt x="2030112" y="127965"/>
                    <a:pt x="2029910" y="127326"/>
                  </a:cubicBezTo>
                  <a:cubicBezTo>
                    <a:pt x="2029708" y="126687"/>
                    <a:pt x="2028496" y="124837"/>
                    <a:pt x="2028496" y="124837"/>
                  </a:cubicBezTo>
                  <a:lnTo>
                    <a:pt x="2025568" y="120598"/>
                  </a:lnTo>
                  <a:lnTo>
                    <a:pt x="2024492" y="120060"/>
                  </a:lnTo>
                  <a:lnTo>
                    <a:pt x="2024256" y="116359"/>
                  </a:lnTo>
                  <a:lnTo>
                    <a:pt x="2025333" y="113096"/>
                  </a:lnTo>
                  <a:lnTo>
                    <a:pt x="2028799" y="111246"/>
                  </a:lnTo>
                  <a:lnTo>
                    <a:pt x="2030549" y="109396"/>
                  </a:lnTo>
                  <a:cubicBezTo>
                    <a:pt x="2030549" y="109396"/>
                    <a:pt x="2033477" y="107983"/>
                    <a:pt x="2033814" y="107781"/>
                  </a:cubicBezTo>
                  <a:cubicBezTo>
                    <a:pt x="2034150" y="107580"/>
                    <a:pt x="2034150" y="107142"/>
                    <a:pt x="2034150" y="106705"/>
                  </a:cubicBezTo>
                  <a:cubicBezTo>
                    <a:pt x="2034150" y="106268"/>
                    <a:pt x="2033814" y="106066"/>
                    <a:pt x="2033376" y="105494"/>
                  </a:cubicBezTo>
                  <a:cubicBezTo>
                    <a:pt x="2032939" y="104956"/>
                    <a:pt x="2031424" y="104619"/>
                    <a:pt x="2030886" y="103980"/>
                  </a:cubicBezTo>
                  <a:cubicBezTo>
                    <a:pt x="2030347" y="103341"/>
                    <a:pt x="2027285" y="103005"/>
                    <a:pt x="2025467" y="102466"/>
                  </a:cubicBezTo>
                  <a:cubicBezTo>
                    <a:pt x="2023616" y="101928"/>
                    <a:pt x="2022640" y="102466"/>
                    <a:pt x="2021126" y="102264"/>
                  </a:cubicBezTo>
                  <a:cubicBezTo>
                    <a:pt x="2019611" y="102029"/>
                    <a:pt x="2019174" y="102029"/>
                    <a:pt x="2018837" y="101928"/>
                  </a:cubicBezTo>
                  <a:cubicBezTo>
                    <a:pt x="2018501" y="101827"/>
                    <a:pt x="2017525" y="103879"/>
                    <a:pt x="2017087" y="104216"/>
                  </a:cubicBezTo>
                  <a:cubicBezTo>
                    <a:pt x="2016650" y="104552"/>
                    <a:pt x="2014496" y="106167"/>
                    <a:pt x="2012847" y="106268"/>
                  </a:cubicBezTo>
                  <a:cubicBezTo>
                    <a:pt x="2011231" y="106369"/>
                    <a:pt x="2010558" y="106167"/>
                    <a:pt x="2009919" y="105729"/>
                  </a:cubicBezTo>
                  <a:cubicBezTo>
                    <a:pt x="2009246" y="105292"/>
                    <a:pt x="2007967" y="106066"/>
                    <a:pt x="2007530" y="105830"/>
                  </a:cubicBezTo>
                  <a:cubicBezTo>
                    <a:pt x="2007092" y="105628"/>
                    <a:pt x="2006015" y="104518"/>
                    <a:pt x="2005578" y="103879"/>
                  </a:cubicBezTo>
                  <a:cubicBezTo>
                    <a:pt x="2005140" y="103240"/>
                    <a:pt x="2005477" y="102668"/>
                    <a:pt x="2005477" y="102029"/>
                  </a:cubicBezTo>
                  <a:cubicBezTo>
                    <a:pt x="2005477" y="101390"/>
                    <a:pt x="2004938" y="101053"/>
                    <a:pt x="2004703" y="99977"/>
                  </a:cubicBezTo>
                  <a:cubicBezTo>
                    <a:pt x="2004501" y="98901"/>
                    <a:pt x="2003727" y="98665"/>
                    <a:pt x="2003727" y="98665"/>
                  </a:cubicBezTo>
                  <a:cubicBezTo>
                    <a:pt x="2003727" y="98665"/>
                    <a:pt x="2002953" y="97252"/>
                    <a:pt x="2002515" y="96378"/>
                  </a:cubicBezTo>
                  <a:cubicBezTo>
                    <a:pt x="2002077" y="95503"/>
                    <a:pt x="2001875" y="95738"/>
                    <a:pt x="2001539" y="95167"/>
                  </a:cubicBezTo>
                  <a:cubicBezTo>
                    <a:pt x="2001202" y="94628"/>
                    <a:pt x="2000226" y="93653"/>
                    <a:pt x="1999486" y="92677"/>
                  </a:cubicBezTo>
                  <a:cubicBezTo>
                    <a:pt x="1998712" y="91702"/>
                    <a:pt x="1998813" y="91466"/>
                    <a:pt x="1998409" y="90491"/>
                  </a:cubicBezTo>
                  <a:cubicBezTo>
                    <a:pt x="1997972" y="89515"/>
                    <a:pt x="1997736" y="88842"/>
                    <a:pt x="1997298" y="88203"/>
                  </a:cubicBezTo>
                  <a:cubicBezTo>
                    <a:pt x="1996861" y="87564"/>
                    <a:pt x="1995986" y="87127"/>
                    <a:pt x="1995683" y="87026"/>
                  </a:cubicBezTo>
                  <a:cubicBezTo>
                    <a:pt x="1995347" y="86925"/>
                    <a:pt x="1994169" y="86588"/>
                    <a:pt x="1992957" y="86252"/>
                  </a:cubicBezTo>
                  <a:cubicBezTo>
                    <a:pt x="1991779" y="85916"/>
                    <a:pt x="1990567" y="84637"/>
                    <a:pt x="1990231" y="84301"/>
                  </a:cubicBezTo>
                  <a:cubicBezTo>
                    <a:pt x="1989895" y="83965"/>
                    <a:pt x="1988717" y="82787"/>
                    <a:pt x="1987842" y="82114"/>
                  </a:cubicBezTo>
                  <a:cubicBezTo>
                    <a:pt x="1986967" y="81475"/>
                    <a:pt x="1986764" y="81576"/>
                    <a:pt x="1986764" y="81576"/>
                  </a:cubicBezTo>
                  <a:lnTo>
                    <a:pt x="1984712" y="81913"/>
                  </a:lnTo>
                  <a:cubicBezTo>
                    <a:pt x="1984712" y="81913"/>
                    <a:pt x="1983736" y="84940"/>
                    <a:pt x="1983399" y="85176"/>
                  </a:cubicBezTo>
                  <a:cubicBezTo>
                    <a:pt x="1983063" y="85377"/>
                    <a:pt x="1982625" y="87564"/>
                    <a:pt x="1982423" y="88001"/>
                  </a:cubicBezTo>
                  <a:cubicBezTo>
                    <a:pt x="1982188" y="88439"/>
                    <a:pt x="1981010" y="90726"/>
                    <a:pt x="1981010" y="90726"/>
                  </a:cubicBezTo>
                  <a:lnTo>
                    <a:pt x="1980370" y="92240"/>
                  </a:lnTo>
                  <a:cubicBezTo>
                    <a:pt x="1980370" y="92240"/>
                    <a:pt x="1979697" y="95066"/>
                    <a:pt x="1979394" y="95839"/>
                  </a:cubicBezTo>
                  <a:cubicBezTo>
                    <a:pt x="1979058" y="96613"/>
                    <a:pt x="1978317" y="98564"/>
                    <a:pt x="1978317" y="98564"/>
                  </a:cubicBezTo>
                  <a:cubicBezTo>
                    <a:pt x="1978317" y="98564"/>
                    <a:pt x="1977341" y="99775"/>
                    <a:pt x="1976904" y="99775"/>
                  </a:cubicBezTo>
                  <a:cubicBezTo>
                    <a:pt x="1976466" y="99775"/>
                    <a:pt x="1975289" y="100212"/>
                    <a:pt x="1974851" y="100212"/>
                  </a:cubicBezTo>
                  <a:cubicBezTo>
                    <a:pt x="1974414" y="100212"/>
                    <a:pt x="1972798" y="101188"/>
                    <a:pt x="1972798" y="101188"/>
                  </a:cubicBezTo>
                  <a:lnTo>
                    <a:pt x="1975188" y="105528"/>
                  </a:lnTo>
                  <a:cubicBezTo>
                    <a:pt x="1975188" y="105528"/>
                    <a:pt x="1974312" y="106839"/>
                    <a:pt x="1974312" y="107142"/>
                  </a:cubicBezTo>
                  <a:cubicBezTo>
                    <a:pt x="1974312" y="107479"/>
                    <a:pt x="1972125" y="108555"/>
                    <a:pt x="1971586" y="109093"/>
                  </a:cubicBezTo>
                  <a:cubicBezTo>
                    <a:pt x="1971048" y="109632"/>
                    <a:pt x="1970173" y="109732"/>
                    <a:pt x="1970173" y="109732"/>
                  </a:cubicBezTo>
                  <a:lnTo>
                    <a:pt x="1967009" y="110069"/>
                  </a:lnTo>
                  <a:cubicBezTo>
                    <a:pt x="1967009" y="110069"/>
                    <a:pt x="1964822" y="110405"/>
                    <a:pt x="1964519" y="110405"/>
                  </a:cubicBezTo>
                  <a:cubicBezTo>
                    <a:pt x="1964182" y="110405"/>
                    <a:pt x="1961927" y="109329"/>
                    <a:pt x="1961927" y="109329"/>
                  </a:cubicBezTo>
                  <a:lnTo>
                    <a:pt x="1960077" y="107479"/>
                  </a:lnTo>
                  <a:lnTo>
                    <a:pt x="1958225" y="106268"/>
                  </a:lnTo>
                  <a:lnTo>
                    <a:pt x="1956173" y="103442"/>
                  </a:lnTo>
                  <a:lnTo>
                    <a:pt x="1955399" y="101356"/>
                  </a:lnTo>
                  <a:lnTo>
                    <a:pt x="1955298" y="98631"/>
                  </a:lnTo>
                  <a:lnTo>
                    <a:pt x="1954860" y="95267"/>
                  </a:lnTo>
                  <a:cubicBezTo>
                    <a:pt x="1954860" y="95267"/>
                    <a:pt x="1952908" y="93855"/>
                    <a:pt x="1951932" y="93653"/>
                  </a:cubicBezTo>
                  <a:cubicBezTo>
                    <a:pt x="1950956" y="93451"/>
                    <a:pt x="1947927" y="93888"/>
                    <a:pt x="1947590" y="93888"/>
                  </a:cubicBezTo>
                  <a:cubicBezTo>
                    <a:pt x="1947254" y="93888"/>
                    <a:pt x="1944225" y="94763"/>
                    <a:pt x="1944225" y="94763"/>
                  </a:cubicBezTo>
                  <a:lnTo>
                    <a:pt x="1942475" y="96075"/>
                  </a:lnTo>
                  <a:lnTo>
                    <a:pt x="1936720" y="96613"/>
                  </a:lnTo>
                  <a:lnTo>
                    <a:pt x="1932379" y="93350"/>
                  </a:lnTo>
                  <a:lnTo>
                    <a:pt x="1930528" y="92576"/>
                  </a:lnTo>
                  <a:lnTo>
                    <a:pt x="1929014" y="90188"/>
                  </a:lnTo>
                  <a:cubicBezTo>
                    <a:pt x="1929014" y="90188"/>
                    <a:pt x="1926523" y="87463"/>
                    <a:pt x="1926086" y="87362"/>
                  </a:cubicBezTo>
                  <a:cubicBezTo>
                    <a:pt x="1925648" y="87261"/>
                    <a:pt x="1924234" y="87564"/>
                    <a:pt x="1922956" y="87564"/>
                  </a:cubicBezTo>
                  <a:cubicBezTo>
                    <a:pt x="1921643" y="87564"/>
                    <a:pt x="1921306" y="87766"/>
                    <a:pt x="1920667" y="88001"/>
                  </a:cubicBezTo>
                  <a:cubicBezTo>
                    <a:pt x="1920028" y="88203"/>
                    <a:pt x="1916965" y="90053"/>
                    <a:pt x="1915248" y="90053"/>
                  </a:cubicBezTo>
                  <a:cubicBezTo>
                    <a:pt x="1913498" y="90053"/>
                    <a:pt x="1914037" y="89280"/>
                    <a:pt x="1914037" y="89280"/>
                  </a:cubicBezTo>
                  <a:cubicBezTo>
                    <a:pt x="1914037" y="89280"/>
                    <a:pt x="1915013" y="83864"/>
                    <a:pt x="1915248" y="83527"/>
                  </a:cubicBezTo>
                  <a:cubicBezTo>
                    <a:pt x="1915451" y="83191"/>
                    <a:pt x="1915248" y="82114"/>
                    <a:pt x="1915248" y="82114"/>
                  </a:cubicBezTo>
                  <a:cubicBezTo>
                    <a:pt x="1915248" y="82114"/>
                    <a:pt x="1918176" y="80903"/>
                    <a:pt x="1918614" y="80601"/>
                  </a:cubicBezTo>
                  <a:cubicBezTo>
                    <a:pt x="1919051" y="80264"/>
                    <a:pt x="1920903" y="79726"/>
                    <a:pt x="1921004" y="79087"/>
                  </a:cubicBezTo>
                  <a:cubicBezTo>
                    <a:pt x="1921104" y="78448"/>
                    <a:pt x="1924605" y="74848"/>
                    <a:pt x="1924605" y="74848"/>
                  </a:cubicBezTo>
                  <a:lnTo>
                    <a:pt x="1925244" y="73772"/>
                  </a:lnTo>
                  <a:lnTo>
                    <a:pt x="1924605" y="72022"/>
                  </a:lnTo>
                  <a:lnTo>
                    <a:pt x="1922417" y="70946"/>
                  </a:lnTo>
                  <a:lnTo>
                    <a:pt x="1923932" y="68356"/>
                  </a:lnTo>
                  <a:lnTo>
                    <a:pt x="1928374" y="66741"/>
                  </a:lnTo>
                  <a:lnTo>
                    <a:pt x="1932379" y="63713"/>
                  </a:lnTo>
                  <a:lnTo>
                    <a:pt x="1933893" y="61661"/>
                  </a:lnTo>
                  <a:lnTo>
                    <a:pt x="1934970" y="59071"/>
                  </a:lnTo>
                  <a:cubicBezTo>
                    <a:pt x="1934970" y="59071"/>
                    <a:pt x="1937797" y="56885"/>
                    <a:pt x="1938235" y="56447"/>
                  </a:cubicBezTo>
                  <a:cubicBezTo>
                    <a:pt x="1938672" y="56010"/>
                    <a:pt x="1939446" y="54160"/>
                    <a:pt x="1939648" y="53823"/>
                  </a:cubicBezTo>
                  <a:cubicBezTo>
                    <a:pt x="1939850" y="53487"/>
                    <a:pt x="1940826" y="51536"/>
                    <a:pt x="1940826" y="51536"/>
                  </a:cubicBezTo>
                  <a:lnTo>
                    <a:pt x="1942004" y="48508"/>
                  </a:lnTo>
                  <a:lnTo>
                    <a:pt x="1942341" y="45245"/>
                  </a:lnTo>
                  <a:lnTo>
                    <a:pt x="1941466" y="43765"/>
                  </a:lnTo>
                  <a:lnTo>
                    <a:pt x="1940725" y="38887"/>
                  </a:lnTo>
                  <a:cubicBezTo>
                    <a:pt x="1940725" y="38887"/>
                    <a:pt x="1942138" y="37676"/>
                    <a:pt x="1942576" y="37273"/>
                  </a:cubicBezTo>
                  <a:cubicBezTo>
                    <a:pt x="1943014" y="36835"/>
                    <a:pt x="1944326" y="36398"/>
                    <a:pt x="1944326" y="36398"/>
                  </a:cubicBezTo>
                  <a:lnTo>
                    <a:pt x="1948331" y="34649"/>
                  </a:lnTo>
                  <a:lnTo>
                    <a:pt x="1951596" y="32260"/>
                  </a:lnTo>
                  <a:lnTo>
                    <a:pt x="1951898" y="30074"/>
                  </a:lnTo>
                  <a:lnTo>
                    <a:pt x="1950048" y="27585"/>
                  </a:lnTo>
                  <a:lnTo>
                    <a:pt x="1949173" y="25633"/>
                  </a:lnTo>
                  <a:lnTo>
                    <a:pt x="1945370" y="21832"/>
                  </a:lnTo>
                  <a:lnTo>
                    <a:pt x="1940793" y="18031"/>
                  </a:lnTo>
                  <a:lnTo>
                    <a:pt x="1937090" y="13052"/>
                  </a:lnTo>
                  <a:lnTo>
                    <a:pt x="1931335" y="8376"/>
                  </a:lnTo>
                  <a:lnTo>
                    <a:pt x="1927634" y="4373"/>
                  </a:lnTo>
                  <a:lnTo>
                    <a:pt x="1927634" y="34"/>
                  </a:lnTo>
                  <a:lnTo>
                    <a:pt x="1926759" y="0"/>
                  </a:lnTo>
                  <a:lnTo>
                    <a:pt x="1925008" y="0"/>
                  </a:lnTo>
                  <a:lnTo>
                    <a:pt x="1921979" y="0"/>
                  </a:lnTo>
                  <a:lnTo>
                    <a:pt x="1918210" y="706"/>
                  </a:lnTo>
                  <a:lnTo>
                    <a:pt x="1912859" y="1716"/>
                  </a:lnTo>
                  <a:lnTo>
                    <a:pt x="1910537" y="1716"/>
                  </a:lnTo>
                  <a:lnTo>
                    <a:pt x="1907643" y="1716"/>
                  </a:lnTo>
                  <a:lnTo>
                    <a:pt x="1905758" y="1716"/>
                  </a:lnTo>
                  <a:lnTo>
                    <a:pt x="1903133" y="3364"/>
                  </a:lnTo>
                  <a:lnTo>
                    <a:pt x="1898791" y="6930"/>
                  </a:lnTo>
                  <a:lnTo>
                    <a:pt x="1897479" y="9385"/>
                  </a:lnTo>
                  <a:lnTo>
                    <a:pt x="1893710" y="10395"/>
                  </a:lnTo>
                  <a:lnTo>
                    <a:pt x="1874594" y="10395"/>
                  </a:lnTo>
                  <a:lnTo>
                    <a:pt x="1872002" y="10395"/>
                  </a:lnTo>
                  <a:lnTo>
                    <a:pt x="1870252" y="11471"/>
                  </a:lnTo>
                  <a:lnTo>
                    <a:pt x="1868502" y="12850"/>
                  </a:lnTo>
                  <a:lnTo>
                    <a:pt x="1864733" y="14734"/>
                  </a:lnTo>
                  <a:lnTo>
                    <a:pt x="1862276" y="16315"/>
                  </a:lnTo>
                  <a:lnTo>
                    <a:pt x="1861570" y="17190"/>
                  </a:lnTo>
                  <a:lnTo>
                    <a:pt x="1860425" y="20083"/>
                  </a:lnTo>
                  <a:cubicBezTo>
                    <a:pt x="1860425" y="20083"/>
                    <a:pt x="1860291" y="21664"/>
                    <a:pt x="1860291" y="22101"/>
                  </a:cubicBezTo>
                  <a:cubicBezTo>
                    <a:pt x="1860291" y="22539"/>
                    <a:pt x="1859853" y="23985"/>
                    <a:pt x="1859853" y="23985"/>
                  </a:cubicBezTo>
                  <a:lnTo>
                    <a:pt x="1859281" y="25734"/>
                  </a:lnTo>
                  <a:lnTo>
                    <a:pt x="1858541" y="27484"/>
                  </a:lnTo>
                  <a:lnTo>
                    <a:pt x="1857396" y="29065"/>
                  </a:lnTo>
                  <a:cubicBezTo>
                    <a:pt x="1857396" y="29065"/>
                    <a:pt x="1856084" y="31386"/>
                    <a:pt x="1855646" y="31958"/>
                  </a:cubicBezTo>
                  <a:cubicBezTo>
                    <a:pt x="1855209" y="32530"/>
                    <a:pt x="1854199" y="34582"/>
                    <a:pt x="1854199" y="34582"/>
                  </a:cubicBezTo>
                  <a:lnTo>
                    <a:pt x="1852315" y="36903"/>
                  </a:lnTo>
                  <a:lnTo>
                    <a:pt x="1851002" y="38786"/>
                  </a:lnTo>
                  <a:lnTo>
                    <a:pt x="1849420" y="39796"/>
                  </a:lnTo>
                  <a:lnTo>
                    <a:pt x="1847839" y="41545"/>
                  </a:lnTo>
                  <a:cubicBezTo>
                    <a:pt x="1847839" y="41545"/>
                    <a:pt x="1846391" y="43563"/>
                    <a:pt x="1845954" y="43732"/>
                  </a:cubicBezTo>
                  <a:cubicBezTo>
                    <a:pt x="1845516" y="43866"/>
                    <a:pt x="1843497" y="44741"/>
                    <a:pt x="1843497" y="44741"/>
                  </a:cubicBezTo>
                  <a:lnTo>
                    <a:pt x="1841747" y="45481"/>
                  </a:lnTo>
                  <a:lnTo>
                    <a:pt x="1838853" y="48105"/>
                  </a:lnTo>
                  <a:lnTo>
                    <a:pt x="1837540" y="49114"/>
                  </a:lnTo>
                  <a:lnTo>
                    <a:pt x="1835790" y="50426"/>
                  </a:lnTo>
                  <a:lnTo>
                    <a:pt x="1835487" y="51300"/>
                  </a:lnTo>
                  <a:lnTo>
                    <a:pt x="1835487" y="53184"/>
                  </a:lnTo>
                  <a:lnTo>
                    <a:pt x="1835622" y="55943"/>
                  </a:lnTo>
                  <a:lnTo>
                    <a:pt x="1833737" y="58701"/>
                  </a:lnTo>
                  <a:lnTo>
                    <a:pt x="1833434" y="61460"/>
                  </a:lnTo>
                  <a:lnTo>
                    <a:pt x="1831684" y="63915"/>
                  </a:lnTo>
                  <a:lnTo>
                    <a:pt x="1829799" y="65227"/>
                  </a:lnTo>
                  <a:lnTo>
                    <a:pt x="1827612" y="67246"/>
                  </a:lnTo>
                  <a:lnTo>
                    <a:pt x="1822396" y="67818"/>
                  </a:lnTo>
                  <a:lnTo>
                    <a:pt x="1819804" y="67818"/>
                  </a:lnTo>
                  <a:lnTo>
                    <a:pt x="1817920" y="69129"/>
                  </a:lnTo>
                  <a:lnTo>
                    <a:pt x="1815463" y="71316"/>
                  </a:lnTo>
                  <a:lnTo>
                    <a:pt x="1815025" y="71316"/>
                  </a:lnTo>
                  <a:lnTo>
                    <a:pt x="1814016" y="72527"/>
                  </a:lnTo>
                  <a:lnTo>
                    <a:pt x="1814588" y="75656"/>
                  </a:lnTo>
                  <a:lnTo>
                    <a:pt x="1814588" y="77102"/>
                  </a:lnTo>
                  <a:lnTo>
                    <a:pt x="1814285" y="78111"/>
                  </a:lnTo>
                  <a:lnTo>
                    <a:pt x="1813275" y="81576"/>
                  </a:lnTo>
                  <a:lnTo>
                    <a:pt x="1812838" y="86050"/>
                  </a:lnTo>
                  <a:cubicBezTo>
                    <a:pt x="1812838" y="86050"/>
                    <a:pt x="1812838" y="87934"/>
                    <a:pt x="1812838" y="88371"/>
                  </a:cubicBezTo>
                  <a:cubicBezTo>
                    <a:pt x="1812838" y="88809"/>
                    <a:pt x="1813343" y="90390"/>
                    <a:pt x="1813343" y="90827"/>
                  </a:cubicBezTo>
                  <a:cubicBezTo>
                    <a:pt x="1813343" y="91264"/>
                    <a:pt x="1813982" y="92845"/>
                    <a:pt x="1813982" y="92845"/>
                  </a:cubicBezTo>
                  <a:lnTo>
                    <a:pt x="1814857" y="94426"/>
                  </a:lnTo>
                  <a:lnTo>
                    <a:pt x="1815732" y="95301"/>
                  </a:lnTo>
                  <a:cubicBezTo>
                    <a:pt x="1815732" y="95301"/>
                    <a:pt x="1816876" y="95604"/>
                    <a:pt x="1817482" y="95604"/>
                  </a:cubicBezTo>
                  <a:cubicBezTo>
                    <a:pt x="1818054" y="95604"/>
                    <a:pt x="1821117" y="96344"/>
                    <a:pt x="1821117" y="96344"/>
                  </a:cubicBezTo>
                  <a:lnTo>
                    <a:pt x="1823708" y="96209"/>
                  </a:lnTo>
                  <a:lnTo>
                    <a:pt x="1825896" y="95469"/>
                  </a:lnTo>
                  <a:lnTo>
                    <a:pt x="1827477" y="94595"/>
                  </a:lnTo>
                  <a:cubicBezTo>
                    <a:pt x="1827477" y="94595"/>
                    <a:pt x="1829059" y="94460"/>
                    <a:pt x="1829665" y="93148"/>
                  </a:cubicBezTo>
                  <a:cubicBezTo>
                    <a:pt x="1830237" y="91836"/>
                    <a:pt x="1831247" y="90692"/>
                    <a:pt x="1831247" y="90692"/>
                  </a:cubicBezTo>
                  <a:lnTo>
                    <a:pt x="1833132" y="88237"/>
                  </a:lnTo>
                  <a:cubicBezTo>
                    <a:pt x="1833132" y="88237"/>
                    <a:pt x="1835319" y="87059"/>
                    <a:pt x="1836766" y="86555"/>
                  </a:cubicBezTo>
                  <a:cubicBezTo>
                    <a:pt x="1838213" y="86050"/>
                    <a:pt x="1839088" y="86487"/>
                    <a:pt x="1839526" y="86723"/>
                  </a:cubicBezTo>
                  <a:cubicBezTo>
                    <a:pt x="1839963" y="86958"/>
                    <a:pt x="1841848" y="86218"/>
                    <a:pt x="1843295" y="86790"/>
                  </a:cubicBezTo>
                  <a:cubicBezTo>
                    <a:pt x="1844742" y="87362"/>
                    <a:pt x="1845315" y="86487"/>
                    <a:pt x="1846627" y="86790"/>
                  </a:cubicBezTo>
                  <a:cubicBezTo>
                    <a:pt x="1847939" y="87093"/>
                    <a:pt x="1848949" y="87362"/>
                    <a:pt x="1849656" y="87665"/>
                  </a:cubicBezTo>
                  <a:cubicBezTo>
                    <a:pt x="1850396" y="87968"/>
                    <a:pt x="1852112" y="88674"/>
                    <a:pt x="1852685" y="89111"/>
                  </a:cubicBezTo>
                  <a:cubicBezTo>
                    <a:pt x="1853257" y="89549"/>
                    <a:pt x="1854570" y="90121"/>
                    <a:pt x="1855007" y="90255"/>
                  </a:cubicBezTo>
                  <a:cubicBezTo>
                    <a:pt x="1855444" y="90390"/>
                    <a:pt x="1857464" y="92139"/>
                    <a:pt x="1858069" y="92274"/>
                  </a:cubicBezTo>
                  <a:cubicBezTo>
                    <a:pt x="1858642" y="92408"/>
                    <a:pt x="1858776" y="93148"/>
                    <a:pt x="1858776" y="93148"/>
                  </a:cubicBezTo>
                  <a:lnTo>
                    <a:pt x="1859786" y="94595"/>
                  </a:lnTo>
                  <a:lnTo>
                    <a:pt x="1861098" y="96344"/>
                  </a:lnTo>
                  <a:lnTo>
                    <a:pt x="1863252" y="99977"/>
                  </a:lnTo>
                  <a:lnTo>
                    <a:pt x="1863252" y="102433"/>
                  </a:lnTo>
                  <a:lnTo>
                    <a:pt x="1861872" y="104754"/>
                  </a:lnTo>
                  <a:lnTo>
                    <a:pt x="1860358" y="106940"/>
                  </a:lnTo>
                  <a:lnTo>
                    <a:pt x="1859921" y="109564"/>
                  </a:lnTo>
                  <a:lnTo>
                    <a:pt x="1859786" y="112188"/>
                  </a:lnTo>
                  <a:lnTo>
                    <a:pt x="1859786" y="115081"/>
                  </a:lnTo>
                  <a:lnTo>
                    <a:pt x="1862175" y="117402"/>
                  </a:lnTo>
                  <a:lnTo>
                    <a:pt x="1865574" y="119152"/>
                  </a:lnTo>
                  <a:lnTo>
                    <a:pt x="1867324" y="120901"/>
                  </a:lnTo>
                  <a:lnTo>
                    <a:pt x="1870084" y="122045"/>
                  </a:lnTo>
                  <a:lnTo>
                    <a:pt x="1872104" y="123491"/>
                  </a:lnTo>
                  <a:lnTo>
                    <a:pt x="1874291" y="124938"/>
                  </a:lnTo>
                  <a:lnTo>
                    <a:pt x="1875435" y="129580"/>
                  </a:lnTo>
                  <a:lnTo>
                    <a:pt x="1875435" y="135231"/>
                  </a:lnTo>
                  <a:lnTo>
                    <a:pt x="1874224" y="141017"/>
                  </a:lnTo>
                  <a:cubicBezTo>
                    <a:pt x="1874224" y="141017"/>
                    <a:pt x="1872709" y="146231"/>
                    <a:pt x="1872709" y="146803"/>
                  </a:cubicBezTo>
                  <a:cubicBezTo>
                    <a:pt x="1872709" y="147375"/>
                    <a:pt x="1869377" y="152589"/>
                    <a:pt x="1869377" y="152589"/>
                  </a:cubicBezTo>
                  <a:lnTo>
                    <a:pt x="1862714" y="159553"/>
                  </a:lnTo>
                  <a:lnTo>
                    <a:pt x="1854738" y="165507"/>
                  </a:lnTo>
                  <a:lnTo>
                    <a:pt x="1848781" y="170418"/>
                  </a:lnTo>
                  <a:lnTo>
                    <a:pt x="1840233" y="177382"/>
                  </a:lnTo>
                  <a:lnTo>
                    <a:pt x="1833838" y="183033"/>
                  </a:lnTo>
                  <a:lnTo>
                    <a:pt x="1829766" y="191578"/>
                  </a:lnTo>
                  <a:lnTo>
                    <a:pt x="1825425" y="198978"/>
                  </a:lnTo>
                  <a:lnTo>
                    <a:pt x="1823977" y="206951"/>
                  </a:lnTo>
                  <a:lnTo>
                    <a:pt x="1823102" y="218254"/>
                  </a:lnTo>
                  <a:lnTo>
                    <a:pt x="1821521" y="226058"/>
                  </a:lnTo>
                  <a:lnTo>
                    <a:pt x="1817448" y="233459"/>
                  </a:lnTo>
                  <a:lnTo>
                    <a:pt x="1812098" y="242575"/>
                  </a:lnTo>
                  <a:lnTo>
                    <a:pt x="1810953" y="248799"/>
                  </a:lnTo>
                  <a:lnTo>
                    <a:pt x="1804727" y="261851"/>
                  </a:lnTo>
                  <a:lnTo>
                    <a:pt x="1798400" y="274096"/>
                  </a:lnTo>
                  <a:lnTo>
                    <a:pt x="1795640" y="279680"/>
                  </a:lnTo>
                  <a:cubicBezTo>
                    <a:pt x="1795640" y="279680"/>
                    <a:pt x="1793756" y="282506"/>
                    <a:pt x="1793688" y="282708"/>
                  </a:cubicBezTo>
                  <a:cubicBezTo>
                    <a:pt x="1793621" y="282943"/>
                    <a:pt x="1790929" y="287282"/>
                    <a:pt x="1790929" y="287282"/>
                  </a:cubicBezTo>
                  <a:lnTo>
                    <a:pt x="1789919" y="292295"/>
                  </a:lnTo>
                  <a:lnTo>
                    <a:pt x="1789414" y="298081"/>
                  </a:lnTo>
                  <a:lnTo>
                    <a:pt x="1785342" y="306423"/>
                  </a:lnTo>
                  <a:lnTo>
                    <a:pt x="1783020" y="310763"/>
                  </a:lnTo>
                  <a:lnTo>
                    <a:pt x="1782650" y="311638"/>
                  </a:lnTo>
                  <a:cubicBezTo>
                    <a:pt x="1782650" y="311638"/>
                    <a:pt x="1781573" y="313286"/>
                    <a:pt x="1781573" y="313589"/>
                  </a:cubicBezTo>
                  <a:cubicBezTo>
                    <a:pt x="1781573" y="313891"/>
                    <a:pt x="1780765" y="315540"/>
                    <a:pt x="1780765" y="315540"/>
                  </a:cubicBezTo>
                  <a:lnTo>
                    <a:pt x="1780496" y="317625"/>
                  </a:lnTo>
                  <a:lnTo>
                    <a:pt x="1779755" y="319072"/>
                  </a:lnTo>
                  <a:lnTo>
                    <a:pt x="1779755" y="321326"/>
                  </a:lnTo>
                  <a:lnTo>
                    <a:pt x="1779755" y="323210"/>
                  </a:lnTo>
                  <a:cubicBezTo>
                    <a:pt x="1779755" y="323210"/>
                    <a:pt x="1779755" y="324656"/>
                    <a:pt x="1779755" y="324959"/>
                  </a:cubicBezTo>
                  <a:cubicBezTo>
                    <a:pt x="1779755" y="325262"/>
                    <a:pt x="1778880" y="327650"/>
                    <a:pt x="1778880" y="327650"/>
                  </a:cubicBezTo>
                  <a:cubicBezTo>
                    <a:pt x="1778880" y="327650"/>
                    <a:pt x="1777938" y="328827"/>
                    <a:pt x="1777433" y="329164"/>
                  </a:cubicBezTo>
                  <a:cubicBezTo>
                    <a:pt x="1776928" y="329534"/>
                    <a:pt x="1775851" y="330173"/>
                    <a:pt x="1775851" y="330173"/>
                  </a:cubicBezTo>
                  <a:lnTo>
                    <a:pt x="1774472" y="330980"/>
                  </a:lnTo>
                  <a:cubicBezTo>
                    <a:pt x="1774472" y="330980"/>
                    <a:pt x="1772149" y="332225"/>
                    <a:pt x="1771947" y="332292"/>
                  </a:cubicBezTo>
                  <a:cubicBezTo>
                    <a:pt x="1771745" y="332360"/>
                    <a:pt x="1770567" y="333234"/>
                    <a:pt x="1770567" y="333234"/>
                  </a:cubicBezTo>
                  <a:lnTo>
                    <a:pt x="1769895" y="335051"/>
                  </a:lnTo>
                  <a:lnTo>
                    <a:pt x="1768952" y="337439"/>
                  </a:lnTo>
                  <a:lnTo>
                    <a:pt x="1768380" y="339323"/>
                  </a:lnTo>
                  <a:lnTo>
                    <a:pt x="1769524" y="340332"/>
                  </a:lnTo>
                  <a:lnTo>
                    <a:pt x="1771914" y="342149"/>
                  </a:lnTo>
                  <a:cubicBezTo>
                    <a:pt x="1771914" y="342149"/>
                    <a:pt x="1773294" y="342216"/>
                    <a:pt x="1773495" y="342283"/>
                  </a:cubicBezTo>
                  <a:cubicBezTo>
                    <a:pt x="1773698" y="342351"/>
                    <a:pt x="1775515" y="342418"/>
                    <a:pt x="1775818" y="342283"/>
                  </a:cubicBezTo>
                  <a:cubicBezTo>
                    <a:pt x="1776121" y="342149"/>
                    <a:pt x="1777501" y="342081"/>
                    <a:pt x="1777770" y="342081"/>
                  </a:cubicBezTo>
                  <a:cubicBezTo>
                    <a:pt x="1778039" y="342081"/>
                    <a:pt x="1779082" y="341644"/>
                    <a:pt x="1779082" y="341644"/>
                  </a:cubicBezTo>
                  <a:cubicBezTo>
                    <a:pt x="1779082" y="341644"/>
                    <a:pt x="1780226" y="341207"/>
                    <a:pt x="1780462" y="341140"/>
                  </a:cubicBezTo>
                  <a:cubicBezTo>
                    <a:pt x="1780698" y="341072"/>
                    <a:pt x="1782044" y="341072"/>
                    <a:pt x="1782347" y="341140"/>
                  </a:cubicBezTo>
                  <a:cubicBezTo>
                    <a:pt x="1782650" y="341207"/>
                    <a:pt x="1783524" y="341140"/>
                    <a:pt x="1783524" y="341140"/>
                  </a:cubicBezTo>
                  <a:lnTo>
                    <a:pt x="1785712" y="342653"/>
                  </a:lnTo>
                  <a:lnTo>
                    <a:pt x="1786587" y="344604"/>
                  </a:lnTo>
                  <a:lnTo>
                    <a:pt x="1787092" y="349684"/>
                  </a:lnTo>
                  <a:lnTo>
                    <a:pt x="1786957" y="353452"/>
                  </a:lnTo>
                  <a:lnTo>
                    <a:pt x="1786823" y="356917"/>
                  </a:lnTo>
                  <a:lnTo>
                    <a:pt x="1786385" y="359608"/>
                  </a:lnTo>
                  <a:lnTo>
                    <a:pt x="1785510" y="362501"/>
                  </a:lnTo>
                  <a:lnTo>
                    <a:pt x="1783693" y="365764"/>
                  </a:lnTo>
                  <a:lnTo>
                    <a:pt x="1782077" y="367950"/>
                  </a:lnTo>
                  <a:lnTo>
                    <a:pt x="1779822" y="370406"/>
                  </a:lnTo>
                  <a:lnTo>
                    <a:pt x="1777298" y="372794"/>
                  </a:lnTo>
                  <a:lnTo>
                    <a:pt x="1773664" y="374981"/>
                  </a:lnTo>
                  <a:lnTo>
                    <a:pt x="1768447" y="379119"/>
                  </a:lnTo>
                  <a:lnTo>
                    <a:pt x="1762558" y="379119"/>
                  </a:lnTo>
                  <a:lnTo>
                    <a:pt x="1756264" y="380868"/>
                  </a:lnTo>
                  <a:lnTo>
                    <a:pt x="1752798" y="380868"/>
                  </a:lnTo>
                  <a:lnTo>
                    <a:pt x="1750207" y="382516"/>
                  </a:lnTo>
                  <a:lnTo>
                    <a:pt x="1745865" y="385880"/>
                  </a:lnTo>
                  <a:lnTo>
                    <a:pt x="1729778" y="396510"/>
                  </a:lnTo>
                  <a:cubicBezTo>
                    <a:pt x="1729778" y="396510"/>
                    <a:pt x="1709350" y="410841"/>
                    <a:pt x="1709014" y="411076"/>
                  </a:cubicBezTo>
                  <a:cubicBezTo>
                    <a:pt x="1708677" y="411278"/>
                    <a:pt x="1706388" y="414339"/>
                    <a:pt x="1706388" y="414339"/>
                  </a:cubicBezTo>
                  <a:cubicBezTo>
                    <a:pt x="1706388" y="414339"/>
                    <a:pt x="1704739" y="415988"/>
                    <a:pt x="1703999" y="416526"/>
                  </a:cubicBezTo>
                  <a:cubicBezTo>
                    <a:pt x="1703225" y="417064"/>
                    <a:pt x="1701273" y="419251"/>
                    <a:pt x="1700398" y="420092"/>
                  </a:cubicBezTo>
                  <a:cubicBezTo>
                    <a:pt x="1699523" y="420966"/>
                    <a:pt x="1696056" y="422917"/>
                    <a:pt x="1695484" y="423119"/>
                  </a:cubicBezTo>
                  <a:cubicBezTo>
                    <a:pt x="1694946" y="423321"/>
                    <a:pt x="1692321" y="425945"/>
                    <a:pt x="1692321" y="425945"/>
                  </a:cubicBezTo>
                  <a:lnTo>
                    <a:pt x="1689258" y="425844"/>
                  </a:lnTo>
                  <a:cubicBezTo>
                    <a:pt x="1689258" y="425844"/>
                    <a:pt x="1685018" y="428031"/>
                    <a:pt x="1684580" y="428132"/>
                  </a:cubicBezTo>
                  <a:cubicBezTo>
                    <a:pt x="1684143" y="428233"/>
                    <a:pt x="1683402" y="428233"/>
                    <a:pt x="1682965" y="428132"/>
                  </a:cubicBezTo>
                  <a:cubicBezTo>
                    <a:pt x="1682527" y="428031"/>
                    <a:pt x="1681450" y="428771"/>
                    <a:pt x="1681215" y="429107"/>
                  </a:cubicBezTo>
                  <a:cubicBezTo>
                    <a:pt x="1681013" y="429444"/>
                    <a:pt x="1680003" y="430756"/>
                    <a:pt x="1679700" y="431058"/>
                  </a:cubicBezTo>
                  <a:cubicBezTo>
                    <a:pt x="1679364" y="431395"/>
                    <a:pt x="1677109" y="431933"/>
                    <a:pt x="1676234" y="432034"/>
                  </a:cubicBezTo>
                  <a:cubicBezTo>
                    <a:pt x="1675359" y="432135"/>
                    <a:pt x="1673945" y="432471"/>
                    <a:pt x="1673306" y="432471"/>
                  </a:cubicBezTo>
                  <a:cubicBezTo>
                    <a:pt x="1672666" y="432471"/>
                    <a:pt x="1669267" y="432572"/>
                    <a:pt x="1668863" y="432572"/>
                  </a:cubicBezTo>
                  <a:cubicBezTo>
                    <a:pt x="1668426" y="432572"/>
                    <a:pt x="1667012" y="432370"/>
                    <a:pt x="1667012" y="432370"/>
                  </a:cubicBezTo>
                  <a:cubicBezTo>
                    <a:pt x="1667012" y="432370"/>
                    <a:pt x="1665498" y="431731"/>
                    <a:pt x="1665263" y="431395"/>
                  </a:cubicBezTo>
                  <a:cubicBezTo>
                    <a:pt x="1665027" y="431058"/>
                    <a:pt x="1662873" y="429780"/>
                    <a:pt x="1662873" y="429780"/>
                  </a:cubicBezTo>
                  <a:lnTo>
                    <a:pt x="1660685" y="427392"/>
                  </a:lnTo>
                  <a:lnTo>
                    <a:pt x="1658296" y="423691"/>
                  </a:lnTo>
                  <a:lnTo>
                    <a:pt x="1655772" y="421101"/>
                  </a:lnTo>
                  <a:lnTo>
                    <a:pt x="1653618" y="420865"/>
                  </a:lnTo>
                  <a:lnTo>
                    <a:pt x="1650993" y="420865"/>
                  </a:lnTo>
                  <a:lnTo>
                    <a:pt x="1647392" y="421572"/>
                  </a:lnTo>
                  <a:lnTo>
                    <a:pt x="1642950" y="422278"/>
                  </a:lnTo>
                  <a:lnTo>
                    <a:pt x="1635209" y="423893"/>
                  </a:lnTo>
                  <a:cubicBezTo>
                    <a:pt x="1635209" y="423893"/>
                    <a:pt x="1632180" y="423893"/>
                    <a:pt x="1631204" y="423557"/>
                  </a:cubicBezTo>
                  <a:cubicBezTo>
                    <a:pt x="1630228" y="423220"/>
                    <a:pt x="1627300" y="422346"/>
                    <a:pt x="1625785" y="421269"/>
                  </a:cubicBezTo>
                  <a:cubicBezTo>
                    <a:pt x="1624271" y="420193"/>
                    <a:pt x="1623396" y="420933"/>
                    <a:pt x="1621646" y="419856"/>
                  </a:cubicBezTo>
                  <a:cubicBezTo>
                    <a:pt x="1619896" y="418780"/>
                    <a:pt x="1618483" y="418342"/>
                    <a:pt x="1617843" y="417905"/>
                  </a:cubicBezTo>
                  <a:cubicBezTo>
                    <a:pt x="1617204" y="417468"/>
                    <a:pt x="1616093" y="416930"/>
                    <a:pt x="1615016" y="416156"/>
                  </a:cubicBezTo>
                  <a:cubicBezTo>
                    <a:pt x="1613939" y="415382"/>
                    <a:pt x="1612727" y="415281"/>
                    <a:pt x="1611987" y="414541"/>
                  </a:cubicBezTo>
                  <a:cubicBezTo>
                    <a:pt x="1611213" y="413767"/>
                    <a:pt x="1609799" y="413566"/>
                    <a:pt x="1609261" y="413128"/>
                  </a:cubicBezTo>
                  <a:cubicBezTo>
                    <a:pt x="1608723" y="412691"/>
                    <a:pt x="1606771" y="411514"/>
                    <a:pt x="1605896" y="410639"/>
                  </a:cubicBezTo>
                  <a:cubicBezTo>
                    <a:pt x="1605021" y="409764"/>
                    <a:pt x="1603708" y="409428"/>
                    <a:pt x="1603069" y="408789"/>
                  </a:cubicBezTo>
                  <a:cubicBezTo>
                    <a:pt x="1602429" y="408150"/>
                    <a:pt x="1601016" y="407578"/>
                    <a:pt x="1599804" y="406300"/>
                  </a:cubicBezTo>
                  <a:cubicBezTo>
                    <a:pt x="1598593" y="404988"/>
                    <a:pt x="1598256" y="405761"/>
                    <a:pt x="1596741" y="404550"/>
                  </a:cubicBezTo>
                  <a:cubicBezTo>
                    <a:pt x="1595227" y="403373"/>
                    <a:pt x="1595429" y="404012"/>
                    <a:pt x="1593915" y="403137"/>
                  </a:cubicBezTo>
                  <a:cubicBezTo>
                    <a:pt x="1592400" y="402263"/>
                    <a:pt x="1591525" y="402498"/>
                    <a:pt x="1590314" y="401725"/>
                  </a:cubicBezTo>
                  <a:cubicBezTo>
                    <a:pt x="1589102" y="400951"/>
                    <a:pt x="1587486" y="401725"/>
                    <a:pt x="1587486" y="401725"/>
                  </a:cubicBezTo>
                  <a:lnTo>
                    <a:pt x="1586511" y="401725"/>
                  </a:lnTo>
                  <a:lnTo>
                    <a:pt x="1584660" y="402532"/>
                  </a:lnTo>
                  <a:lnTo>
                    <a:pt x="1581833" y="405829"/>
                  </a:lnTo>
                  <a:lnTo>
                    <a:pt x="1578568" y="412691"/>
                  </a:lnTo>
                  <a:lnTo>
                    <a:pt x="1575741" y="416930"/>
                  </a:lnTo>
                  <a:lnTo>
                    <a:pt x="1573352" y="424532"/>
                  </a:lnTo>
                  <a:lnTo>
                    <a:pt x="1569885" y="430957"/>
                  </a:lnTo>
                  <a:lnTo>
                    <a:pt x="1566520" y="439771"/>
                  </a:lnTo>
                  <a:cubicBezTo>
                    <a:pt x="1566520" y="439771"/>
                    <a:pt x="1561068" y="452251"/>
                    <a:pt x="1561068" y="452588"/>
                  </a:cubicBezTo>
                  <a:cubicBezTo>
                    <a:pt x="1561068" y="452924"/>
                    <a:pt x="1560092" y="457364"/>
                    <a:pt x="1560092" y="457364"/>
                  </a:cubicBezTo>
                  <a:cubicBezTo>
                    <a:pt x="1560092" y="457364"/>
                    <a:pt x="1558880" y="464092"/>
                    <a:pt x="1558443" y="466178"/>
                  </a:cubicBezTo>
                  <a:cubicBezTo>
                    <a:pt x="1558005" y="468230"/>
                    <a:pt x="1555380" y="471493"/>
                    <a:pt x="1555515" y="471830"/>
                  </a:cubicBezTo>
                  <a:cubicBezTo>
                    <a:pt x="1555616" y="472166"/>
                    <a:pt x="1554303" y="476068"/>
                    <a:pt x="1554303" y="476068"/>
                  </a:cubicBezTo>
                  <a:cubicBezTo>
                    <a:pt x="1554303" y="476068"/>
                    <a:pt x="1551275" y="479869"/>
                    <a:pt x="1550399" y="480206"/>
                  </a:cubicBezTo>
                  <a:cubicBezTo>
                    <a:pt x="1549524" y="480542"/>
                    <a:pt x="1548111" y="486059"/>
                    <a:pt x="1548111" y="486395"/>
                  </a:cubicBezTo>
                  <a:cubicBezTo>
                    <a:pt x="1548111" y="486732"/>
                    <a:pt x="1545822" y="490836"/>
                    <a:pt x="1545620" y="491408"/>
                  </a:cubicBezTo>
                  <a:cubicBezTo>
                    <a:pt x="1545385" y="491946"/>
                    <a:pt x="1544544" y="499650"/>
                    <a:pt x="1544544" y="499650"/>
                  </a:cubicBezTo>
                  <a:lnTo>
                    <a:pt x="1540000" y="510313"/>
                  </a:lnTo>
                  <a:cubicBezTo>
                    <a:pt x="1540000" y="510313"/>
                    <a:pt x="1540202" y="514014"/>
                    <a:pt x="1540202" y="514552"/>
                  </a:cubicBezTo>
                  <a:cubicBezTo>
                    <a:pt x="1540202" y="515090"/>
                    <a:pt x="1540303" y="521381"/>
                    <a:pt x="1540101" y="521818"/>
                  </a:cubicBezTo>
                  <a:cubicBezTo>
                    <a:pt x="1539866" y="522255"/>
                    <a:pt x="1539327" y="526931"/>
                    <a:pt x="1539024" y="528109"/>
                  </a:cubicBezTo>
                  <a:cubicBezTo>
                    <a:pt x="1538687" y="529286"/>
                    <a:pt x="1536433" y="530497"/>
                    <a:pt x="1535221" y="531809"/>
                  </a:cubicBezTo>
                  <a:cubicBezTo>
                    <a:pt x="1534043" y="533121"/>
                    <a:pt x="1532831" y="534971"/>
                    <a:pt x="1532596" y="535274"/>
                  </a:cubicBezTo>
                  <a:cubicBezTo>
                    <a:pt x="1532394" y="535610"/>
                    <a:pt x="1527178" y="540589"/>
                    <a:pt x="1526740" y="540824"/>
                  </a:cubicBezTo>
                  <a:cubicBezTo>
                    <a:pt x="1526303" y="541026"/>
                    <a:pt x="1524452" y="544962"/>
                    <a:pt x="1524351" y="545265"/>
                  </a:cubicBezTo>
                  <a:cubicBezTo>
                    <a:pt x="1524250" y="545601"/>
                    <a:pt x="1521423" y="547889"/>
                    <a:pt x="1521086" y="548091"/>
                  </a:cubicBezTo>
                  <a:cubicBezTo>
                    <a:pt x="1520783" y="548292"/>
                    <a:pt x="1520009" y="552329"/>
                    <a:pt x="1520009" y="552329"/>
                  </a:cubicBezTo>
                  <a:cubicBezTo>
                    <a:pt x="1520009" y="552329"/>
                    <a:pt x="1519773" y="556568"/>
                    <a:pt x="1519773" y="556904"/>
                  </a:cubicBezTo>
                  <a:cubicBezTo>
                    <a:pt x="1519773" y="557241"/>
                    <a:pt x="1520413" y="561244"/>
                    <a:pt x="1520413" y="561244"/>
                  </a:cubicBezTo>
                  <a:lnTo>
                    <a:pt x="1520649" y="569485"/>
                  </a:lnTo>
                  <a:cubicBezTo>
                    <a:pt x="1520649" y="569485"/>
                    <a:pt x="1523913" y="574060"/>
                    <a:pt x="1524115" y="574700"/>
                  </a:cubicBezTo>
                  <a:cubicBezTo>
                    <a:pt x="1524317" y="575339"/>
                    <a:pt x="1524553" y="578299"/>
                    <a:pt x="1524553" y="578938"/>
                  </a:cubicBezTo>
                  <a:cubicBezTo>
                    <a:pt x="1524553" y="579577"/>
                    <a:pt x="1523240" y="581663"/>
                    <a:pt x="1521625" y="583076"/>
                  </a:cubicBezTo>
                  <a:cubicBezTo>
                    <a:pt x="1520009" y="584489"/>
                    <a:pt x="1518898" y="585565"/>
                    <a:pt x="1517822" y="586238"/>
                  </a:cubicBezTo>
                  <a:cubicBezTo>
                    <a:pt x="1516745" y="586877"/>
                    <a:pt x="1513379" y="590140"/>
                    <a:pt x="1512942" y="590477"/>
                  </a:cubicBezTo>
                  <a:cubicBezTo>
                    <a:pt x="1512504" y="590813"/>
                    <a:pt x="1510653" y="592226"/>
                    <a:pt x="1509879" y="592327"/>
                  </a:cubicBezTo>
                  <a:cubicBezTo>
                    <a:pt x="1509105" y="592428"/>
                    <a:pt x="1505740" y="594816"/>
                    <a:pt x="1505201" y="594715"/>
                  </a:cubicBezTo>
                  <a:cubicBezTo>
                    <a:pt x="1504663" y="594614"/>
                    <a:pt x="1504764" y="596666"/>
                    <a:pt x="1504764" y="596666"/>
                  </a:cubicBezTo>
                  <a:cubicBezTo>
                    <a:pt x="1504764" y="596666"/>
                    <a:pt x="1504663" y="601342"/>
                    <a:pt x="1504663" y="601880"/>
                  </a:cubicBezTo>
                  <a:cubicBezTo>
                    <a:pt x="1504663" y="602419"/>
                    <a:pt x="1504764" y="607431"/>
                    <a:pt x="1504764" y="607431"/>
                  </a:cubicBezTo>
                  <a:cubicBezTo>
                    <a:pt x="1504764" y="607431"/>
                    <a:pt x="1505437" y="610896"/>
                    <a:pt x="1505538" y="611333"/>
                  </a:cubicBezTo>
                  <a:cubicBezTo>
                    <a:pt x="1505639" y="611770"/>
                    <a:pt x="1505975" y="613183"/>
                    <a:pt x="1505975" y="613183"/>
                  </a:cubicBezTo>
                  <a:cubicBezTo>
                    <a:pt x="1505975" y="613183"/>
                    <a:pt x="1507389" y="619171"/>
                    <a:pt x="1507591" y="619474"/>
                  </a:cubicBezTo>
                  <a:cubicBezTo>
                    <a:pt x="1507826" y="619810"/>
                    <a:pt x="1508903" y="621223"/>
                    <a:pt x="1508903" y="621223"/>
                  </a:cubicBezTo>
                  <a:lnTo>
                    <a:pt x="1512706" y="625563"/>
                  </a:lnTo>
                  <a:lnTo>
                    <a:pt x="1515870" y="629263"/>
                  </a:lnTo>
                  <a:cubicBezTo>
                    <a:pt x="1515870" y="629263"/>
                    <a:pt x="1520884" y="634814"/>
                    <a:pt x="1521086" y="635251"/>
                  </a:cubicBezTo>
                  <a:cubicBezTo>
                    <a:pt x="1521322" y="635688"/>
                    <a:pt x="1524149" y="638850"/>
                    <a:pt x="1524149" y="638850"/>
                  </a:cubicBezTo>
                  <a:lnTo>
                    <a:pt x="1532966" y="643526"/>
                  </a:lnTo>
                  <a:cubicBezTo>
                    <a:pt x="1532966" y="643526"/>
                    <a:pt x="1535053" y="645477"/>
                    <a:pt x="1535457" y="645814"/>
                  </a:cubicBezTo>
                  <a:cubicBezTo>
                    <a:pt x="1535894" y="646150"/>
                    <a:pt x="1537207" y="645814"/>
                    <a:pt x="1537207" y="645814"/>
                  </a:cubicBezTo>
                  <a:lnTo>
                    <a:pt x="1541010" y="644737"/>
                  </a:lnTo>
                  <a:lnTo>
                    <a:pt x="1543399" y="641272"/>
                  </a:lnTo>
                  <a:cubicBezTo>
                    <a:pt x="1543399" y="641272"/>
                    <a:pt x="1541986" y="635957"/>
                    <a:pt x="1541986" y="635285"/>
                  </a:cubicBezTo>
                  <a:cubicBezTo>
                    <a:pt x="1541986" y="634645"/>
                    <a:pt x="1543197" y="632896"/>
                    <a:pt x="1544914" y="632021"/>
                  </a:cubicBezTo>
                  <a:cubicBezTo>
                    <a:pt x="1546663" y="631147"/>
                    <a:pt x="1548717" y="630407"/>
                    <a:pt x="1549827" y="629835"/>
                  </a:cubicBezTo>
                  <a:cubicBezTo>
                    <a:pt x="1550904" y="629297"/>
                    <a:pt x="1553866" y="628220"/>
                    <a:pt x="1556020" y="627648"/>
                  </a:cubicBezTo>
                  <a:cubicBezTo>
                    <a:pt x="1558207" y="627110"/>
                    <a:pt x="1560159" y="626673"/>
                    <a:pt x="1561674" y="626336"/>
                  </a:cubicBezTo>
                  <a:cubicBezTo>
                    <a:pt x="1563188" y="626000"/>
                    <a:pt x="1565712" y="625024"/>
                    <a:pt x="1567428" y="624587"/>
                  </a:cubicBezTo>
                  <a:cubicBezTo>
                    <a:pt x="1569179" y="624150"/>
                    <a:pt x="1577121" y="624251"/>
                    <a:pt x="1577121" y="624251"/>
                  </a:cubicBezTo>
                  <a:lnTo>
                    <a:pt x="1579746" y="624251"/>
                  </a:lnTo>
                  <a:cubicBezTo>
                    <a:pt x="1579746" y="624251"/>
                    <a:pt x="1584323" y="626269"/>
                    <a:pt x="1584525" y="625933"/>
                  </a:cubicBezTo>
                  <a:cubicBezTo>
                    <a:pt x="1584727" y="625596"/>
                    <a:pt x="1587554" y="624587"/>
                    <a:pt x="1588429" y="623914"/>
                  </a:cubicBezTo>
                  <a:cubicBezTo>
                    <a:pt x="1589304" y="623275"/>
                    <a:pt x="1593107" y="623040"/>
                    <a:pt x="1594857" y="622401"/>
                  </a:cubicBezTo>
                  <a:cubicBezTo>
                    <a:pt x="1596607" y="621761"/>
                    <a:pt x="1598559" y="621761"/>
                    <a:pt x="1598996" y="621425"/>
                  </a:cubicBezTo>
                  <a:cubicBezTo>
                    <a:pt x="1599434" y="621089"/>
                    <a:pt x="1606064" y="621189"/>
                    <a:pt x="1606064" y="621189"/>
                  </a:cubicBezTo>
                  <a:lnTo>
                    <a:pt x="1611281" y="620214"/>
                  </a:lnTo>
                  <a:lnTo>
                    <a:pt x="1617035" y="620113"/>
                  </a:lnTo>
                  <a:lnTo>
                    <a:pt x="1624002" y="621526"/>
                  </a:lnTo>
                  <a:lnTo>
                    <a:pt x="1637598" y="629128"/>
                  </a:lnTo>
                  <a:cubicBezTo>
                    <a:pt x="1637598" y="629128"/>
                    <a:pt x="1639988" y="631853"/>
                    <a:pt x="1641199" y="633266"/>
                  </a:cubicBezTo>
                  <a:cubicBezTo>
                    <a:pt x="1642411" y="634679"/>
                    <a:pt x="1648267" y="637067"/>
                    <a:pt x="1648704" y="637168"/>
                  </a:cubicBezTo>
                  <a:cubicBezTo>
                    <a:pt x="1649142" y="637269"/>
                    <a:pt x="1653382" y="638043"/>
                    <a:pt x="1653921" y="637942"/>
                  </a:cubicBezTo>
                  <a:cubicBezTo>
                    <a:pt x="1654459" y="637841"/>
                    <a:pt x="1659238" y="637606"/>
                    <a:pt x="1660214" y="637067"/>
                  </a:cubicBezTo>
                  <a:cubicBezTo>
                    <a:pt x="1661190" y="636529"/>
                    <a:pt x="1662805" y="635318"/>
                    <a:pt x="1662907" y="635015"/>
                  </a:cubicBezTo>
                  <a:cubicBezTo>
                    <a:pt x="1663008" y="634679"/>
                    <a:pt x="1663681" y="632291"/>
                    <a:pt x="1663782" y="630878"/>
                  </a:cubicBezTo>
                  <a:cubicBezTo>
                    <a:pt x="1663883" y="629465"/>
                    <a:pt x="1664421" y="628927"/>
                    <a:pt x="1664421" y="628927"/>
                  </a:cubicBezTo>
                  <a:lnTo>
                    <a:pt x="1664959" y="626875"/>
                  </a:lnTo>
                  <a:lnTo>
                    <a:pt x="1664959" y="624385"/>
                  </a:lnTo>
                  <a:lnTo>
                    <a:pt x="1668157" y="620786"/>
                  </a:lnTo>
                  <a:lnTo>
                    <a:pt x="1669940" y="618196"/>
                  </a:lnTo>
                  <a:lnTo>
                    <a:pt x="1671892" y="615706"/>
                  </a:lnTo>
                  <a:lnTo>
                    <a:pt x="1674383" y="612006"/>
                  </a:lnTo>
                  <a:cubicBezTo>
                    <a:pt x="1674383" y="612006"/>
                    <a:pt x="1677647" y="608844"/>
                    <a:pt x="1678085" y="608406"/>
                  </a:cubicBezTo>
                  <a:cubicBezTo>
                    <a:pt x="1678522" y="607969"/>
                    <a:pt x="1682426" y="606119"/>
                    <a:pt x="1682426" y="606119"/>
                  </a:cubicBezTo>
                  <a:cubicBezTo>
                    <a:pt x="1682426" y="606119"/>
                    <a:pt x="1685792" y="603932"/>
                    <a:pt x="1686431" y="603831"/>
                  </a:cubicBezTo>
                  <a:cubicBezTo>
                    <a:pt x="1687071" y="603731"/>
                    <a:pt x="1691446" y="601006"/>
                    <a:pt x="1691446" y="601006"/>
                  </a:cubicBezTo>
                  <a:lnTo>
                    <a:pt x="1694037" y="599694"/>
                  </a:lnTo>
                  <a:cubicBezTo>
                    <a:pt x="1694037" y="599694"/>
                    <a:pt x="1700028" y="596330"/>
                    <a:pt x="1700364" y="596229"/>
                  </a:cubicBezTo>
                  <a:cubicBezTo>
                    <a:pt x="1700701" y="596128"/>
                    <a:pt x="1707768" y="596128"/>
                    <a:pt x="1707768" y="596128"/>
                  </a:cubicBezTo>
                  <a:lnTo>
                    <a:pt x="1714499" y="594715"/>
                  </a:lnTo>
                  <a:lnTo>
                    <a:pt x="1719177" y="594715"/>
                  </a:lnTo>
                  <a:cubicBezTo>
                    <a:pt x="1719177" y="594715"/>
                    <a:pt x="1721667" y="595220"/>
                    <a:pt x="1722341" y="595859"/>
                  </a:cubicBezTo>
                  <a:cubicBezTo>
                    <a:pt x="1722980" y="596498"/>
                    <a:pt x="1725066" y="596229"/>
                    <a:pt x="1725066" y="596229"/>
                  </a:cubicBezTo>
                  <a:cubicBezTo>
                    <a:pt x="1725066" y="596229"/>
                    <a:pt x="1728668" y="597305"/>
                    <a:pt x="1729105" y="597440"/>
                  </a:cubicBezTo>
                  <a:cubicBezTo>
                    <a:pt x="1729543" y="597541"/>
                    <a:pt x="1732706" y="600602"/>
                    <a:pt x="1733009" y="601039"/>
                  </a:cubicBezTo>
                  <a:cubicBezTo>
                    <a:pt x="1733346" y="601477"/>
                    <a:pt x="1734422" y="602116"/>
                    <a:pt x="1734422" y="602116"/>
                  </a:cubicBezTo>
                  <a:cubicBezTo>
                    <a:pt x="1734422" y="602116"/>
                    <a:pt x="1735399" y="602351"/>
                    <a:pt x="1735836" y="602890"/>
                  </a:cubicBezTo>
                  <a:cubicBezTo>
                    <a:pt x="1736274" y="603428"/>
                    <a:pt x="1738999" y="602688"/>
                    <a:pt x="1739303" y="602890"/>
                  </a:cubicBezTo>
                  <a:cubicBezTo>
                    <a:pt x="1739639" y="603125"/>
                    <a:pt x="1741894" y="603529"/>
                    <a:pt x="1742466" y="603529"/>
                  </a:cubicBezTo>
                  <a:cubicBezTo>
                    <a:pt x="1743005" y="603529"/>
                    <a:pt x="1745630" y="605715"/>
                    <a:pt x="1746067" y="606253"/>
                  </a:cubicBezTo>
                  <a:cubicBezTo>
                    <a:pt x="1746504" y="606792"/>
                    <a:pt x="1748457" y="608642"/>
                    <a:pt x="1748457" y="608642"/>
                  </a:cubicBezTo>
                  <a:cubicBezTo>
                    <a:pt x="1748457" y="608642"/>
                    <a:pt x="1750408" y="610694"/>
                    <a:pt x="1750509" y="611030"/>
                  </a:cubicBezTo>
                  <a:cubicBezTo>
                    <a:pt x="1750611" y="611367"/>
                    <a:pt x="1753437" y="613520"/>
                    <a:pt x="1753875" y="613856"/>
                  </a:cubicBezTo>
                  <a:cubicBezTo>
                    <a:pt x="1754312" y="614192"/>
                    <a:pt x="1757240" y="617220"/>
                    <a:pt x="1757678" y="617556"/>
                  </a:cubicBezTo>
                  <a:cubicBezTo>
                    <a:pt x="1758115" y="617893"/>
                    <a:pt x="1760067" y="619306"/>
                    <a:pt x="1760303" y="619608"/>
                  </a:cubicBezTo>
                  <a:cubicBezTo>
                    <a:pt x="1760505" y="619945"/>
                    <a:pt x="1763029" y="620046"/>
                    <a:pt x="1764308" y="620248"/>
                  </a:cubicBezTo>
                  <a:cubicBezTo>
                    <a:pt x="1765620" y="620449"/>
                    <a:pt x="1766260" y="620349"/>
                    <a:pt x="1769524" y="620248"/>
                  </a:cubicBezTo>
                  <a:cubicBezTo>
                    <a:pt x="1772789" y="620147"/>
                    <a:pt x="1772015" y="621122"/>
                    <a:pt x="1773664" y="621122"/>
                  </a:cubicBezTo>
                  <a:cubicBezTo>
                    <a:pt x="1775313" y="621122"/>
                    <a:pt x="1775279" y="621560"/>
                    <a:pt x="1776289" y="621660"/>
                  </a:cubicBezTo>
                  <a:cubicBezTo>
                    <a:pt x="1777265" y="621761"/>
                    <a:pt x="1779553" y="624251"/>
                    <a:pt x="1781404" y="625462"/>
                  </a:cubicBezTo>
                  <a:cubicBezTo>
                    <a:pt x="1783255" y="626673"/>
                    <a:pt x="1783054" y="627076"/>
                    <a:pt x="1785005" y="627514"/>
                  </a:cubicBezTo>
                  <a:cubicBezTo>
                    <a:pt x="1786957" y="627951"/>
                    <a:pt x="1787159" y="628927"/>
                    <a:pt x="1787159" y="628927"/>
                  </a:cubicBezTo>
                  <a:cubicBezTo>
                    <a:pt x="1787159" y="628927"/>
                    <a:pt x="1790525" y="631416"/>
                    <a:pt x="1790962" y="631752"/>
                  </a:cubicBezTo>
                  <a:cubicBezTo>
                    <a:pt x="1791400" y="632089"/>
                    <a:pt x="1791602" y="634914"/>
                    <a:pt x="1791736" y="635217"/>
                  </a:cubicBezTo>
                  <a:cubicBezTo>
                    <a:pt x="1791837" y="635554"/>
                    <a:pt x="1794025" y="640431"/>
                    <a:pt x="1794462" y="640532"/>
                  </a:cubicBezTo>
                  <a:cubicBezTo>
                    <a:pt x="1794900" y="640633"/>
                    <a:pt x="1795438" y="640734"/>
                    <a:pt x="1797390" y="641508"/>
                  </a:cubicBezTo>
                  <a:cubicBezTo>
                    <a:pt x="1799342" y="642282"/>
                    <a:pt x="1799241" y="641272"/>
                    <a:pt x="1799578" y="641508"/>
                  </a:cubicBezTo>
                  <a:cubicBezTo>
                    <a:pt x="1799914" y="641710"/>
                    <a:pt x="1802068" y="642046"/>
                    <a:pt x="1803818" y="643257"/>
                  </a:cubicBezTo>
                  <a:cubicBezTo>
                    <a:pt x="1805568" y="644468"/>
                    <a:pt x="1804054" y="645107"/>
                    <a:pt x="1804054" y="645107"/>
                  </a:cubicBezTo>
                  <a:lnTo>
                    <a:pt x="1805232" y="647832"/>
                  </a:lnTo>
                  <a:cubicBezTo>
                    <a:pt x="1805232" y="647832"/>
                    <a:pt x="1807184" y="650120"/>
                    <a:pt x="1808833" y="651095"/>
                  </a:cubicBezTo>
                  <a:cubicBezTo>
                    <a:pt x="1810448" y="652071"/>
                    <a:pt x="1813713" y="655771"/>
                    <a:pt x="1814386" y="656208"/>
                  </a:cubicBezTo>
                  <a:cubicBezTo>
                    <a:pt x="1815025" y="656646"/>
                    <a:pt x="1818088" y="659471"/>
                    <a:pt x="1818391" y="659808"/>
                  </a:cubicBezTo>
                  <a:cubicBezTo>
                    <a:pt x="1818727" y="660144"/>
                    <a:pt x="1823944" y="664686"/>
                    <a:pt x="1824247" y="665022"/>
                  </a:cubicBezTo>
                  <a:cubicBezTo>
                    <a:pt x="1824583" y="665358"/>
                    <a:pt x="1830338" y="669597"/>
                    <a:pt x="1830540" y="669900"/>
                  </a:cubicBezTo>
                  <a:cubicBezTo>
                    <a:pt x="1830742" y="670236"/>
                    <a:pt x="1836396" y="676325"/>
                    <a:pt x="1836396" y="676325"/>
                  </a:cubicBezTo>
                  <a:lnTo>
                    <a:pt x="1839223" y="680664"/>
                  </a:lnTo>
                  <a:lnTo>
                    <a:pt x="1841713" y="683726"/>
                  </a:lnTo>
                  <a:cubicBezTo>
                    <a:pt x="1841713" y="683726"/>
                    <a:pt x="1844877" y="689915"/>
                    <a:pt x="1845180" y="690016"/>
                  </a:cubicBezTo>
                  <a:cubicBezTo>
                    <a:pt x="1845516" y="690117"/>
                    <a:pt x="1853324" y="696105"/>
                    <a:pt x="1854098" y="696744"/>
                  </a:cubicBezTo>
                  <a:cubicBezTo>
                    <a:pt x="1854872" y="697383"/>
                    <a:pt x="1856824" y="700209"/>
                    <a:pt x="1857464" y="701319"/>
                  </a:cubicBezTo>
                  <a:cubicBezTo>
                    <a:pt x="1858103" y="702396"/>
                    <a:pt x="1856387" y="703708"/>
                    <a:pt x="1856286" y="704145"/>
                  </a:cubicBezTo>
                  <a:cubicBezTo>
                    <a:pt x="1856185" y="704582"/>
                    <a:pt x="1853896" y="707071"/>
                    <a:pt x="1853459" y="707509"/>
                  </a:cubicBezTo>
                  <a:cubicBezTo>
                    <a:pt x="1853021" y="707946"/>
                    <a:pt x="1857464" y="711411"/>
                    <a:pt x="1859550" y="712622"/>
                  </a:cubicBezTo>
                  <a:cubicBezTo>
                    <a:pt x="1861603" y="713799"/>
                    <a:pt x="1861704" y="713799"/>
                    <a:pt x="1861704" y="713799"/>
                  </a:cubicBezTo>
                  <a:cubicBezTo>
                    <a:pt x="1861704" y="713799"/>
                    <a:pt x="1866820" y="719451"/>
                    <a:pt x="1867156" y="719989"/>
                  </a:cubicBezTo>
                  <a:cubicBezTo>
                    <a:pt x="1867493" y="720527"/>
                    <a:pt x="1867156" y="722916"/>
                    <a:pt x="1867156" y="722916"/>
                  </a:cubicBezTo>
                  <a:cubicBezTo>
                    <a:pt x="1867156" y="722916"/>
                    <a:pt x="1866483" y="724665"/>
                    <a:pt x="1866180" y="724766"/>
                  </a:cubicBezTo>
                  <a:cubicBezTo>
                    <a:pt x="1865844" y="724867"/>
                    <a:pt x="1862916" y="727592"/>
                    <a:pt x="1862478" y="727794"/>
                  </a:cubicBezTo>
                  <a:cubicBezTo>
                    <a:pt x="1862041" y="727995"/>
                    <a:pt x="1857800" y="731158"/>
                    <a:pt x="1857800" y="731158"/>
                  </a:cubicBezTo>
                  <a:cubicBezTo>
                    <a:pt x="1857800" y="731158"/>
                    <a:pt x="1851810" y="736170"/>
                    <a:pt x="1851170" y="736473"/>
                  </a:cubicBezTo>
                  <a:cubicBezTo>
                    <a:pt x="1850531" y="736809"/>
                    <a:pt x="1849118" y="738222"/>
                    <a:pt x="1849118" y="738222"/>
                  </a:cubicBezTo>
                  <a:lnTo>
                    <a:pt x="1842689" y="740947"/>
                  </a:lnTo>
                  <a:cubicBezTo>
                    <a:pt x="1842689" y="740947"/>
                    <a:pt x="1837271" y="742696"/>
                    <a:pt x="1836834" y="742898"/>
                  </a:cubicBezTo>
                  <a:cubicBezTo>
                    <a:pt x="1836396" y="743100"/>
                    <a:pt x="1830641" y="744210"/>
                    <a:pt x="1830641" y="744210"/>
                  </a:cubicBezTo>
                  <a:lnTo>
                    <a:pt x="1825727" y="744411"/>
                  </a:lnTo>
                  <a:cubicBezTo>
                    <a:pt x="1825727" y="744411"/>
                    <a:pt x="1815496" y="744210"/>
                    <a:pt x="1814318" y="744311"/>
                  </a:cubicBezTo>
                  <a:cubicBezTo>
                    <a:pt x="1813107" y="744411"/>
                    <a:pt x="1806174" y="745084"/>
                    <a:pt x="1805737" y="744950"/>
                  </a:cubicBezTo>
                  <a:cubicBezTo>
                    <a:pt x="1805299" y="744849"/>
                    <a:pt x="1803347" y="744411"/>
                    <a:pt x="1801732" y="743739"/>
                  </a:cubicBezTo>
                  <a:cubicBezTo>
                    <a:pt x="1800083" y="743100"/>
                    <a:pt x="1798568" y="742427"/>
                    <a:pt x="1798131" y="741989"/>
                  </a:cubicBezTo>
                  <a:cubicBezTo>
                    <a:pt x="1797693" y="741552"/>
                    <a:pt x="1796381" y="740139"/>
                    <a:pt x="1796078" y="739803"/>
                  </a:cubicBezTo>
                  <a:cubicBezTo>
                    <a:pt x="1795741" y="739466"/>
                    <a:pt x="1794429" y="737953"/>
                    <a:pt x="1793688" y="736775"/>
                  </a:cubicBezTo>
                  <a:cubicBezTo>
                    <a:pt x="1792914" y="735564"/>
                    <a:pt x="1792510" y="735800"/>
                    <a:pt x="1792510" y="735800"/>
                  </a:cubicBezTo>
                  <a:lnTo>
                    <a:pt x="1790996" y="734286"/>
                  </a:lnTo>
                  <a:lnTo>
                    <a:pt x="1788606" y="732537"/>
                  </a:lnTo>
                  <a:lnTo>
                    <a:pt x="1786857" y="731662"/>
                  </a:lnTo>
                  <a:lnTo>
                    <a:pt x="1784803" y="731763"/>
                  </a:lnTo>
                  <a:cubicBezTo>
                    <a:pt x="1784803" y="731763"/>
                    <a:pt x="1783491" y="731561"/>
                    <a:pt x="1782515" y="731763"/>
                  </a:cubicBezTo>
                  <a:cubicBezTo>
                    <a:pt x="1781539" y="731965"/>
                    <a:pt x="1780563" y="731763"/>
                    <a:pt x="1780563" y="731763"/>
                  </a:cubicBezTo>
                  <a:cubicBezTo>
                    <a:pt x="1780563" y="731763"/>
                    <a:pt x="1778712" y="732402"/>
                    <a:pt x="1778376" y="732537"/>
                  </a:cubicBezTo>
                  <a:cubicBezTo>
                    <a:pt x="1778072" y="732638"/>
                    <a:pt x="1776087" y="734488"/>
                    <a:pt x="1775784" y="734824"/>
                  </a:cubicBezTo>
                  <a:cubicBezTo>
                    <a:pt x="1775448" y="735161"/>
                    <a:pt x="1774034" y="736136"/>
                    <a:pt x="1774034" y="736136"/>
                  </a:cubicBezTo>
                  <a:cubicBezTo>
                    <a:pt x="1774034" y="736136"/>
                    <a:pt x="1771645" y="737650"/>
                    <a:pt x="1771207" y="738087"/>
                  </a:cubicBezTo>
                  <a:cubicBezTo>
                    <a:pt x="1770770" y="738525"/>
                    <a:pt x="1768481" y="738861"/>
                    <a:pt x="1768144" y="738962"/>
                  </a:cubicBezTo>
                  <a:cubicBezTo>
                    <a:pt x="1767842" y="739063"/>
                    <a:pt x="1766731" y="738962"/>
                    <a:pt x="1766731" y="738962"/>
                  </a:cubicBezTo>
                  <a:lnTo>
                    <a:pt x="1763567" y="738962"/>
                  </a:lnTo>
                  <a:cubicBezTo>
                    <a:pt x="1763567" y="738962"/>
                    <a:pt x="1760741" y="738693"/>
                    <a:pt x="1760101" y="738794"/>
                  </a:cubicBezTo>
                  <a:cubicBezTo>
                    <a:pt x="1759462" y="738895"/>
                    <a:pt x="1757813" y="738726"/>
                    <a:pt x="1757375" y="738726"/>
                  </a:cubicBezTo>
                  <a:cubicBezTo>
                    <a:pt x="1756938" y="738726"/>
                    <a:pt x="1752260" y="737213"/>
                    <a:pt x="1751182" y="736876"/>
                  </a:cubicBezTo>
                  <a:cubicBezTo>
                    <a:pt x="1750106" y="736540"/>
                    <a:pt x="1747279" y="736237"/>
                    <a:pt x="1746605" y="735800"/>
                  </a:cubicBezTo>
                  <a:cubicBezTo>
                    <a:pt x="1745966" y="735362"/>
                    <a:pt x="1744216" y="735699"/>
                    <a:pt x="1743779" y="735800"/>
                  </a:cubicBezTo>
                  <a:cubicBezTo>
                    <a:pt x="1743341" y="735901"/>
                    <a:pt x="1739740" y="735800"/>
                    <a:pt x="1739740" y="735800"/>
                  </a:cubicBezTo>
                  <a:cubicBezTo>
                    <a:pt x="1739740" y="735800"/>
                    <a:pt x="1736576" y="736573"/>
                    <a:pt x="1736173" y="736674"/>
                  </a:cubicBezTo>
                  <a:cubicBezTo>
                    <a:pt x="1735735" y="736775"/>
                    <a:pt x="1733346" y="737549"/>
                    <a:pt x="1733346" y="737549"/>
                  </a:cubicBezTo>
                  <a:lnTo>
                    <a:pt x="1729879" y="738861"/>
                  </a:lnTo>
                  <a:lnTo>
                    <a:pt x="1725538" y="740913"/>
                  </a:lnTo>
                  <a:cubicBezTo>
                    <a:pt x="1725538" y="740913"/>
                    <a:pt x="1723350" y="741687"/>
                    <a:pt x="1722913" y="741788"/>
                  </a:cubicBezTo>
                  <a:cubicBezTo>
                    <a:pt x="1722475" y="741888"/>
                    <a:pt x="1720321" y="742662"/>
                    <a:pt x="1720321" y="742662"/>
                  </a:cubicBezTo>
                  <a:lnTo>
                    <a:pt x="1717158" y="743840"/>
                  </a:lnTo>
                  <a:cubicBezTo>
                    <a:pt x="1717158" y="743840"/>
                    <a:pt x="1714432" y="745589"/>
                    <a:pt x="1713994" y="745791"/>
                  </a:cubicBezTo>
                  <a:cubicBezTo>
                    <a:pt x="1713557" y="746026"/>
                    <a:pt x="1711605" y="747742"/>
                    <a:pt x="1711268" y="748078"/>
                  </a:cubicBezTo>
                  <a:cubicBezTo>
                    <a:pt x="1710965" y="748415"/>
                    <a:pt x="1708677" y="750029"/>
                    <a:pt x="1708340" y="750130"/>
                  </a:cubicBezTo>
                  <a:cubicBezTo>
                    <a:pt x="1708004" y="750231"/>
                    <a:pt x="1705311" y="752519"/>
                    <a:pt x="1704537" y="753057"/>
                  </a:cubicBezTo>
                  <a:cubicBezTo>
                    <a:pt x="1703763" y="753595"/>
                    <a:pt x="1700499" y="756084"/>
                    <a:pt x="1699960" y="756421"/>
                  </a:cubicBezTo>
                  <a:cubicBezTo>
                    <a:pt x="1699422" y="756757"/>
                    <a:pt x="1698008" y="757632"/>
                    <a:pt x="1697335" y="757396"/>
                  </a:cubicBezTo>
                  <a:cubicBezTo>
                    <a:pt x="1696696" y="757161"/>
                    <a:pt x="1692321" y="760020"/>
                    <a:pt x="1692321" y="760020"/>
                  </a:cubicBezTo>
                  <a:lnTo>
                    <a:pt x="1688282" y="760121"/>
                  </a:lnTo>
                  <a:lnTo>
                    <a:pt x="1682527" y="759146"/>
                  </a:lnTo>
                  <a:cubicBezTo>
                    <a:pt x="1682527" y="759146"/>
                    <a:pt x="1679700" y="757935"/>
                    <a:pt x="1679364" y="757497"/>
                  </a:cubicBezTo>
                  <a:cubicBezTo>
                    <a:pt x="1679027" y="757060"/>
                    <a:pt x="1677950" y="758036"/>
                    <a:pt x="1677950" y="758036"/>
                  </a:cubicBezTo>
                  <a:cubicBezTo>
                    <a:pt x="1677950" y="758036"/>
                    <a:pt x="1675224" y="758036"/>
                    <a:pt x="1674349" y="758036"/>
                  </a:cubicBezTo>
                  <a:cubicBezTo>
                    <a:pt x="1673474" y="758036"/>
                    <a:pt x="1672397" y="758372"/>
                    <a:pt x="1672060" y="758574"/>
                  </a:cubicBezTo>
                  <a:cubicBezTo>
                    <a:pt x="1671724" y="758776"/>
                    <a:pt x="1667921" y="760323"/>
                    <a:pt x="1667921" y="760323"/>
                  </a:cubicBezTo>
                  <a:lnTo>
                    <a:pt x="1664454" y="764225"/>
                  </a:lnTo>
                  <a:lnTo>
                    <a:pt x="1662940" y="767589"/>
                  </a:lnTo>
                  <a:cubicBezTo>
                    <a:pt x="1662940" y="767589"/>
                    <a:pt x="1663041" y="772265"/>
                    <a:pt x="1662940" y="772601"/>
                  </a:cubicBezTo>
                  <a:cubicBezTo>
                    <a:pt x="1662839" y="772938"/>
                    <a:pt x="1660854" y="776638"/>
                    <a:pt x="1660349" y="777177"/>
                  </a:cubicBezTo>
                  <a:cubicBezTo>
                    <a:pt x="1659811" y="777715"/>
                    <a:pt x="1658599" y="780002"/>
                    <a:pt x="1657959" y="781079"/>
                  </a:cubicBezTo>
                  <a:cubicBezTo>
                    <a:pt x="1657320" y="782155"/>
                    <a:pt x="1655133" y="783232"/>
                    <a:pt x="1654358" y="783568"/>
                  </a:cubicBezTo>
                  <a:cubicBezTo>
                    <a:pt x="1653584" y="783904"/>
                    <a:pt x="1651868" y="784443"/>
                    <a:pt x="1651195" y="784443"/>
                  </a:cubicBezTo>
                  <a:cubicBezTo>
                    <a:pt x="1650556" y="784443"/>
                    <a:pt x="1648805" y="784443"/>
                    <a:pt x="1647930" y="784241"/>
                  </a:cubicBezTo>
                  <a:cubicBezTo>
                    <a:pt x="1647055" y="784039"/>
                    <a:pt x="1645743" y="783164"/>
                    <a:pt x="1644868" y="783164"/>
                  </a:cubicBezTo>
                  <a:cubicBezTo>
                    <a:pt x="1643993" y="783164"/>
                    <a:pt x="1638339" y="782391"/>
                    <a:pt x="1637464" y="781953"/>
                  </a:cubicBezTo>
                  <a:cubicBezTo>
                    <a:pt x="1636589" y="781516"/>
                    <a:pt x="1631911" y="781751"/>
                    <a:pt x="1631608" y="781953"/>
                  </a:cubicBezTo>
                  <a:cubicBezTo>
                    <a:pt x="1631271" y="782155"/>
                    <a:pt x="1626829" y="781953"/>
                    <a:pt x="1626829" y="781953"/>
                  </a:cubicBezTo>
                  <a:lnTo>
                    <a:pt x="1621074" y="783265"/>
                  </a:lnTo>
                  <a:cubicBezTo>
                    <a:pt x="1621074" y="783265"/>
                    <a:pt x="1614646" y="786427"/>
                    <a:pt x="1614444" y="786730"/>
                  </a:cubicBezTo>
                  <a:cubicBezTo>
                    <a:pt x="1614242" y="787067"/>
                    <a:pt x="1606602" y="792718"/>
                    <a:pt x="1606199" y="792718"/>
                  </a:cubicBezTo>
                  <a:cubicBezTo>
                    <a:pt x="1605795" y="792718"/>
                    <a:pt x="1600343" y="794333"/>
                    <a:pt x="1600343" y="794333"/>
                  </a:cubicBezTo>
                  <a:lnTo>
                    <a:pt x="1595463" y="798672"/>
                  </a:lnTo>
                  <a:lnTo>
                    <a:pt x="1593410" y="805198"/>
                  </a:lnTo>
                  <a:lnTo>
                    <a:pt x="1590919" y="808798"/>
                  </a:lnTo>
                  <a:lnTo>
                    <a:pt x="1585804" y="813575"/>
                  </a:lnTo>
                  <a:lnTo>
                    <a:pt x="1583953" y="815526"/>
                  </a:lnTo>
                  <a:lnTo>
                    <a:pt x="1581227" y="818351"/>
                  </a:lnTo>
                  <a:lnTo>
                    <a:pt x="1577962" y="822691"/>
                  </a:lnTo>
                  <a:lnTo>
                    <a:pt x="1576212" y="826829"/>
                  </a:lnTo>
                  <a:lnTo>
                    <a:pt x="1574563" y="828040"/>
                  </a:lnTo>
                  <a:cubicBezTo>
                    <a:pt x="1574563" y="828040"/>
                    <a:pt x="1573823" y="831067"/>
                    <a:pt x="1573486" y="831404"/>
                  </a:cubicBezTo>
                  <a:cubicBezTo>
                    <a:pt x="1573150" y="831740"/>
                    <a:pt x="1572712" y="833893"/>
                    <a:pt x="1572712" y="833893"/>
                  </a:cubicBezTo>
                  <a:cubicBezTo>
                    <a:pt x="1572712" y="833893"/>
                    <a:pt x="1572510" y="835743"/>
                    <a:pt x="1572376" y="836618"/>
                  </a:cubicBezTo>
                  <a:cubicBezTo>
                    <a:pt x="1572275" y="837492"/>
                    <a:pt x="1572039" y="837694"/>
                    <a:pt x="1572039" y="837694"/>
                  </a:cubicBezTo>
                  <a:lnTo>
                    <a:pt x="1573654" y="840318"/>
                  </a:lnTo>
                  <a:lnTo>
                    <a:pt x="1576683" y="845431"/>
                  </a:lnTo>
                  <a:lnTo>
                    <a:pt x="1577323" y="847618"/>
                  </a:lnTo>
                  <a:lnTo>
                    <a:pt x="1577861" y="851083"/>
                  </a:lnTo>
                  <a:lnTo>
                    <a:pt x="1577861" y="854548"/>
                  </a:lnTo>
                  <a:lnTo>
                    <a:pt x="1577861" y="856600"/>
                  </a:lnTo>
                  <a:lnTo>
                    <a:pt x="1577054" y="858349"/>
                  </a:lnTo>
                  <a:cubicBezTo>
                    <a:pt x="1577054" y="858349"/>
                    <a:pt x="1575472" y="859863"/>
                    <a:pt x="1575034" y="860098"/>
                  </a:cubicBezTo>
                  <a:cubicBezTo>
                    <a:pt x="1574597" y="860334"/>
                    <a:pt x="1572544" y="862049"/>
                    <a:pt x="1572544" y="862049"/>
                  </a:cubicBezTo>
                  <a:cubicBezTo>
                    <a:pt x="1572544" y="862049"/>
                    <a:pt x="1570155" y="862688"/>
                    <a:pt x="1569818" y="862924"/>
                  </a:cubicBezTo>
                  <a:cubicBezTo>
                    <a:pt x="1569481" y="863126"/>
                    <a:pt x="1565678" y="862924"/>
                    <a:pt x="1565678" y="862924"/>
                  </a:cubicBezTo>
                  <a:lnTo>
                    <a:pt x="1561236" y="863698"/>
                  </a:lnTo>
                  <a:lnTo>
                    <a:pt x="1558207" y="864236"/>
                  </a:lnTo>
                  <a:lnTo>
                    <a:pt x="1555918" y="865110"/>
                  </a:lnTo>
                  <a:cubicBezTo>
                    <a:pt x="1555918" y="865110"/>
                    <a:pt x="1553529" y="866860"/>
                    <a:pt x="1553193" y="866961"/>
                  </a:cubicBezTo>
                  <a:cubicBezTo>
                    <a:pt x="1552856" y="867062"/>
                    <a:pt x="1551341" y="868710"/>
                    <a:pt x="1551341" y="868710"/>
                  </a:cubicBezTo>
                  <a:lnTo>
                    <a:pt x="1549928" y="870997"/>
                  </a:lnTo>
                  <a:lnTo>
                    <a:pt x="1547438" y="874462"/>
                  </a:lnTo>
                  <a:lnTo>
                    <a:pt x="1542995" y="878802"/>
                  </a:lnTo>
                  <a:lnTo>
                    <a:pt x="1538519" y="880316"/>
                  </a:lnTo>
                  <a:lnTo>
                    <a:pt x="1533202" y="885631"/>
                  </a:lnTo>
                  <a:cubicBezTo>
                    <a:pt x="1533202" y="885631"/>
                    <a:pt x="1527649" y="891047"/>
                    <a:pt x="1527312" y="891282"/>
                  </a:cubicBezTo>
                  <a:cubicBezTo>
                    <a:pt x="1527009" y="891484"/>
                    <a:pt x="1520918" y="895285"/>
                    <a:pt x="1520918" y="895285"/>
                  </a:cubicBezTo>
                  <a:lnTo>
                    <a:pt x="1515802" y="896799"/>
                  </a:lnTo>
                  <a:lnTo>
                    <a:pt x="1509812" y="899187"/>
                  </a:lnTo>
                  <a:lnTo>
                    <a:pt x="1502240" y="900600"/>
                  </a:lnTo>
                  <a:lnTo>
                    <a:pt x="1479624" y="900600"/>
                  </a:lnTo>
                  <a:lnTo>
                    <a:pt x="1467441" y="900600"/>
                  </a:lnTo>
                  <a:lnTo>
                    <a:pt x="1459397" y="900600"/>
                  </a:lnTo>
                  <a:cubicBezTo>
                    <a:pt x="1459397" y="900600"/>
                    <a:pt x="1453643" y="901139"/>
                    <a:pt x="1453306" y="901139"/>
                  </a:cubicBezTo>
                  <a:cubicBezTo>
                    <a:pt x="1452969" y="901139"/>
                    <a:pt x="1446878" y="902114"/>
                    <a:pt x="1446878" y="902114"/>
                  </a:cubicBezTo>
                  <a:cubicBezTo>
                    <a:pt x="1446878" y="902114"/>
                    <a:pt x="1443613" y="903191"/>
                    <a:pt x="1443176" y="903191"/>
                  </a:cubicBezTo>
                  <a:cubicBezTo>
                    <a:pt x="1442739" y="903191"/>
                    <a:pt x="1439272" y="904940"/>
                    <a:pt x="1439036" y="905243"/>
                  </a:cubicBezTo>
                  <a:cubicBezTo>
                    <a:pt x="1438801" y="905579"/>
                    <a:pt x="1437959" y="906555"/>
                    <a:pt x="1437959" y="906555"/>
                  </a:cubicBezTo>
                  <a:lnTo>
                    <a:pt x="1436983" y="908405"/>
                  </a:lnTo>
                  <a:lnTo>
                    <a:pt x="1436983" y="911567"/>
                  </a:lnTo>
                  <a:lnTo>
                    <a:pt x="1435233" y="915368"/>
                  </a:lnTo>
                  <a:lnTo>
                    <a:pt x="1435233" y="920246"/>
                  </a:lnTo>
                  <a:lnTo>
                    <a:pt x="1432070" y="925023"/>
                  </a:lnTo>
                  <a:lnTo>
                    <a:pt x="1427055" y="930674"/>
                  </a:lnTo>
                  <a:lnTo>
                    <a:pt x="1421401" y="936225"/>
                  </a:lnTo>
                  <a:lnTo>
                    <a:pt x="1412180" y="942953"/>
                  </a:lnTo>
                  <a:cubicBezTo>
                    <a:pt x="1412180" y="942953"/>
                    <a:pt x="1400670" y="955567"/>
                    <a:pt x="1400233" y="955668"/>
                  </a:cubicBezTo>
                  <a:cubicBezTo>
                    <a:pt x="1399795" y="955769"/>
                    <a:pt x="1389699" y="962834"/>
                    <a:pt x="1389699" y="962834"/>
                  </a:cubicBezTo>
                  <a:cubicBezTo>
                    <a:pt x="1389699" y="962834"/>
                    <a:pt x="1380242" y="970133"/>
                    <a:pt x="1378626" y="970672"/>
                  </a:cubicBezTo>
                  <a:cubicBezTo>
                    <a:pt x="1377011" y="971210"/>
                    <a:pt x="1374722" y="971849"/>
                    <a:pt x="1374722" y="971849"/>
                  </a:cubicBezTo>
                  <a:lnTo>
                    <a:pt x="1364828" y="975314"/>
                  </a:lnTo>
                  <a:lnTo>
                    <a:pt x="1355169" y="975314"/>
                  </a:lnTo>
                  <a:cubicBezTo>
                    <a:pt x="1355169" y="975314"/>
                    <a:pt x="1348438" y="974776"/>
                    <a:pt x="1348001" y="974776"/>
                  </a:cubicBezTo>
                  <a:cubicBezTo>
                    <a:pt x="1347563" y="974776"/>
                    <a:pt x="1342549" y="974237"/>
                    <a:pt x="1341808" y="974338"/>
                  </a:cubicBezTo>
                  <a:cubicBezTo>
                    <a:pt x="1341034" y="974439"/>
                    <a:pt x="1337130" y="974776"/>
                    <a:pt x="1336255" y="974776"/>
                  </a:cubicBezTo>
                  <a:cubicBezTo>
                    <a:pt x="1335380" y="974776"/>
                    <a:pt x="1333428" y="974540"/>
                    <a:pt x="1332553" y="974237"/>
                  </a:cubicBezTo>
                  <a:cubicBezTo>
                    <a:pt x="1331678" y="973901"/>
                    <a:pt x="1328010" y="973262"/>
                    <a:pt x="1327135" y="973262"/>
                  </a:cubicBezTo>
                  <a:cubicBezTo>
                    <a:pt x="1326260" y="973262"/>
                    <a:pt x="1322995" y="972051"/>
                    <a:pt x="1322558" y="972051"/>
                  </a:cubicBezTo>
                  <a:cubicBezTo>
                    <a:pt x="1322120" y="972051"/>
                    <a:pt x="1317139" y="971513"/>
                    <a:pt x="1317139" y="971513"/>
                  </a:cubicBezTo>
                  <a:lnTo>
                    <a:pt x="1307582" y="967711"/>
                  </a:lnTo>
                  <a:lnTo>
                    <a:pt x="1302264" y="968351"/>
                  </a:lnTo>
                  <a:lnTo>
                    <a:pt x="1298024" y="968351"/>
                  </a:lnTo>
                  <a:lnTo>
                    <a:pt x="1293446" y="967812"/>
                  </a:lnTo>
                  <a:lnTo>
                    <a:pt x="1289307" y="966063"/>
                  </a:lnTo>
                  <a:lnTo>
                    <a:pt x="1284427" y="963574"/>
                  </a:lnTo>
                  <a:lnTo>
                    <a:pt x="1274735" y="954760"/>
                  </a:lnTo>
                  <a:cubicBezTo>
                    <a:pt x="1274735" y="954760"/>
                    <a:pt x="1272446" y="952271"/>
                    <a:pt x="1272143" y="952035"/>
                  </a:cubicBezTo>
                  <a:cubicBezTo>
                    <a:pt x="1271840" y="951800"/>
                    <a:pt x="1269956" y="949748"/>
                    <a:pt x="1269653" y="949546"/>
                  </a:cubicBezTo>
                  <a:cubicBezTo>
                    <a:pt x="1269316" y="949310"/>
                    <a:pt x="1267364" y="948234"/>
                    <a:pt x="1267028" y="948133"/>
                  </a:cubicBezTo>
                  <a:cubicBezTo>
                    <a:pt x="1266691" y="948032"/>
                    <a:pt x="1262249" y="947494"/>
                    <a:pt x="1262249" y="947494"/>
                  </a:cubicBezTo>
                  <a:lnTo>
                    <a:pt x="1253566" y="947494"/>
                  </a:lnTo>
                  <a:lnTo>
                    <a:pt x="1240508" y="947494"/>
                  </a:lnTo>
                  <a:lnTo>
                    <a:pt x="1236907" y="947696"/>
                  </a:lnTo>
                  <a:cubicBezTo>
                    <a:pt x="1236907" y="947696"/>
                    <a:pt x="1233777" y="947729"/>
                    <a:pt x="1233340" y="947830"/>
                  </a:cubicBezTo>
                  <a:cubicBezTo>
                    <a:pt x="1232902" y="947931"/>
                    <a:pt x="1229739" y="948806"/>
                    <a:pt x="1229739" y="948806"/>
                  </a:cubicBezTo>
                  <a:lnTo>
                    <a:pt x="1227450" y="949344"/>
                  </a:lnTo>
                  <a:cubicBezTo>
                    <a:pt x="1227450" y="949344"/>
                    <a:pt x="1224859" y="950858"/>
                    <a:pt x="1222873" y="951632"/>
                  </a:cubicBezTo>
                  <a:cubicBezTo>
                    <a:pt x="1220921" y="952405"/>
                    <a:pt x="1219507" y="953280"/>
                    <a:pt x="1219507" y="953280"/>
                  </a:cubicBezTo>
                  <a:lnTo>
                    <a:pt x="1216479" y="955870"/>
                  </a:lnTo>
                  <a:lnTo>
                    <a:pt x="1213753" y="957922"/>
                  </a:lnTo>
                  <a:cubicBezTo>
                    <a:pt x="1213753" y="957922"/>
                    <a:pt x="1210589" y="960513"/>
                    <a:pt x="1210152" y="960950"/>
                  </a:cubicBezTo>
                  <a:cubicBezTo>
                    <a:pt x="1209714" y="961387"/>
                    <a:pt x="1208099" y="964953"/>
                    <a:pt x="1208099" y="964953"/>
                  </a:cubicBezTo>
                  <a:lnTo>
                    <a:pt x="1205810" y="969831"/>
                  </a:lnTo>
                  <a:lnTo>
                    <a:pt x="1200358" y="975684"/>
                  </a:lnTo>
                  <a:lnTo>
                    <a:pt x="1198171" y="985675"/>
                  </a:lnTo>
                  <a:lnTo>
                    <a:pt x="1197194" y="987962"/>
                  </a:lnTo>
                  <a:lnTo>
                    <a:pt x="1195243" y="992403"/>
                  </a:lnTo>
                  <a:lnTo>
                    <a:pt x="1193728" y="996641"/>
                  </a:lnTo>
                  <a:lnTo>
                    <a:pt x="1191978" y="1000544"/>
                  </a:lnTo>
                  <a:lnTo>
                    <a:pt x="1191002" y="1004984"/>
                  </a:lnTo>
                  <a:lnTo>
                    <a:pt x="1190565" y="1009559"/>
                  </a:lnTo>
                  <a:lnTo>
                    <a:pt x="1189689" y="1012721"/>
                  </a:lnTo>
                  <a:lnTo>
                    <a:pt x="1188377" y="1015648"/>
                  </a:lnTo>
                  <a:lnTo>
                    <a:pt x="1185314" y="1019348"/>
                  </a:lnTo>
                  <a:lnTo>
                    <a:pt x="1184574" y="1021299"/>
                  </a:lnTo>
                  <a:lnTo>
                    <a:pt x="1184776" y="1024764"/>
                  </a:lnTo>
                  <a:cubicBezTo>
                    <a:pt x="1184776" y="1024764"/>
                    <a:pt x="1184776" y="1027153"/>
                    <a:pt x="1184776" y="1027691"/>
                  </a:cubicBezTo>
                  <a:cubicBezTo>
                    <a:pt x="1184776" y="1028229"/>
                    <a:pt x="1185819" y="1030752"/>
                    <a:pt x="1185819" y="1030752"/>
                  </a:cubicBezTo>
                  <a:lnTo>
                    <a:pt x="1188040" y="1033342"/>
                  </a:lnTo>
                  <a:lnTo>
                    <a:pt x="1191204" y="1036942"/>
                  </a:lnTo>
                  <a:lnTo>
                    <a:pt x="1192718" y="1043569"/>
                  </a:lnTo>
                  <a:lnTo>
                    <a:pt x="1192920" y="1046731"/>
                  </a:lnTo>
                  <a:lnTo>
                    <a:pt x="1198036" y="1054434"/>
                  </a:lnTo>
                  <a:lnTo>
                    <a:pt x="1201300" y="1059850"/>
                  </a:lnTo>
                  <a:lnTo>
                    <a:pt x="1207493" y="1064863"/>
                  </a:lnTo>
                  <a:lnTo>
                    <a:pt x="1218464" y="1074854"/>
                  </a:lnTo>
                  <a:lnTo>
                    <a:pt x="1221931" y="1078991"/>
                  </a:lnTo>
                  <a:lnTo>
                    <a:pt x="1225296" y="1082153"/>
                  </a:lnTo>
                  <a:lnTo>
                    <a:pt x="1226508" y="1085618"/>
                  </a:lnTo>
                  <a:lnTo>
                    <a:pt x="1226508" y="1089857"/>
                  </a:lnTo>
                  <a:lnTo>
                    <a:pt x="1226036" y="1095845"/>
                  </a:lnTo>
                  <a:lnTo>
                    <a:pt x="1222267" y="1100622"/>
                  </a:lnTo>
                  <a:cubicBezTo>
                    <a:pt x="1222267" y="1100622"/>
                    <a:pt x="1217926" y="1106273"/>
                    <a:pt x="1217589" y="1106273"/>
                  </a:cubicBezTo>
                  <a:cubicBezTo>
                    <a:pt x="1217253" y="1106273"/>
                    <a:pt x="1207493" y="1114851"/>
                    <a:pt x="1207493" y="1114851"/>
                  </a:cubicBezTo>
                  <a:lnTo>
                    <a:pt x="1196420" y="1123429"/>
                  </a:lnTo>
                  <a:lnTo>
                    <a:pt x="1185314" y="1129518"/>
                  </a:lnTo>
                  <a:lnTo>
                    <a:pt x="1166535" y="1137423"/>
                  </a:lnTo>
                  <a:lnTo>
                    <a:pt x="1159569" y="1140586"/>
                  </a:lnTo>
                  <a:lnTo>
                    <a:pt x="1153141" y="1142436"/>
                  </a:lnTo>
                  <a:cubicBezTo>
                    <a:pt x="1153141" y="1142436"/>
                    <a:pt x="1149136" y="1144824"/>
                    <a:pt x="1148799" y="1145160"/>
                  </a:cubicBezTo>
                  <a:cubicBezTo>
                    <a:pt x="1148463" y="1145497"/>
                    <a:pt x="1144323" y="1147784"/>
                    <a:pt x="1144020" y="1148087"/>
                  </a:cubicBezTo>
                  <a:cubicBezTo>
                    <a:pt x="1143684" y="1148423"/>
                    <a:pt x="1141193" y="1150812"/>
                    <a:pt x="1140857" y="1151552"/>
                  </a:cubicBezTo>
                  <a:cubicBezTo>
                    <a:pt x="1140520" y="1152292"/>
                    <a:pt x="1137794" y="1155589"/>
                    <a:pt x="1137794" y="1155589"/>
                  </a:cubicBezTo>
                  <a:lnTo>
                    <a:pt x="1135943" y="1158852"/>
                  </a:lnTo>
                  <a:lnTo>
                    <a:pt x="1134092" y="1162014"/>
                  </a:lnTo>
                  <a:lnTo>
                    <a:pt x="1131467" y="1165378"/>
                  </a:lnTo>
                  <a:lnTo>
                    <a:pt x="1129179" y="1168103"/>
                  </a:lnTo>
                  <a:lnTo>
                    <a:pt x="1126789" y="1172341"/>
                  </a:lnTo>
                  <a:lnTo>
                    <a:pt x="1123323" y="1175941"/>
                  </a:lnTo>
                  <a:lnTo>
                    <a:pt x="1120832" y="1180818"/>
                  </a:lnTo>
                  <a:lnTo>
                    <a:pt x="1115818" y="1189195"/>
                  </a:lnTo>
                  <a:lnTo>
                    <a:pt x="1094178" y="1207562"/>
                  </a:lnTo>
                  <a:cubicBezTo>
                    <a:pt x="1094178" y="1207562"/>
                    <a:pt x="1091351" y="1211262"/>
                    <a:pt x="1091014" y="1211599"/>
                  </a:cubicBezTo>
                  <a:cubicBezTo>
                    <a:pt x="1090678" y="1211935"/>
                    <a:pt x="1088288" y="1214963"/>
                    <a:pt x="1087851" y="1215198"/>
                  </a:cubicBezTo>
                  <a:cubicBezTo>
                    <a:pt x="1087413" y="1215400"/>
                    <a:pt x="1084923" y="1217048"/>
                    <a:pt x="1084923" y="1217048"/>
                  </a:cubicBezTo>
                  <a:cubicBezTo>
                    <a:pt x="1084923" y="1217048"/>
                    <a:pt x="1081557" y="1219437"/>
                    <a:pt x="1080783" y="1220110"/>
                  </a:cubicBezTo>
                  <a:cubicBezTo>
                    <a:pt x="1080043" y="1220749"/>
                    <a:pt x="1077519" y="1221287"/>
                    <a:pt x="1076105" y="1221422"/>
                  </a:cubicBezTo>
                  <a:cubicBezTo>
                    <a:pt x="1074692" y="1221522"/>
                    <a:pt x="1071966" y="1222296"/>
                    <a:pt x="1070889" y="1222498"/>
                  </a:cubicBezTo>
                  <a:cubicBezTo>
                    <a:pt x="1069812" y="1222733"/>
                    <a:pt x="1068398" y="1222834"/>
                    <a:pt x="1067523" y="1222935"/>
                  </a:cubicBezTo>
                  <a:cubicBezTo>
                    <a:pt x="1066648" y="1223036"/>
                    <a:pt x="1062745" y="1223373"/>
                    <a:pt x="1062745" y="1223373"/>
                  </a:cubicBezTo>
                  <a:cubicBezTo>
                    <a:pt x="1062745" y="1223373"/>
                    <a:pt x="1056451" y="1224146"/>
                    <a:pt x="1055340" y="1224146"/>
                  </a:cubicBezTo>
                  <a:cubicBezTo>
                    <a:pt x="1054263" y="1224146"/>
                    <a:pt x="1051436" y="1224584"/>
                    <a:pt x="1051436" y="1224584"/>
                  </a:cubicBezTo>
                  <a:lnTo>
                    <a:pt x="1046657" y="1226636"/>
                  </a:lnTo>
                  <a:lnTo>
                    <a:pt x="1040028" y="1230235"/>
                  </a:lnTo>
                  <a:lnTo>
                    <a:pt x="1034037" y="1234238"/>
                  </a:lnTo>
                  <a:cubicBezTo>
                    <a:pt x="1034037" y="1234238"/>
                    <a:pt x="1025994" y="1241202"/>
                    <a:pt x="1025657" y="1241504"/>
                  </a:cubicBezTo>
                  <a:cubicBezTo>
                    <a:pt x="1025321" y="1241841"/>
                    <a:pt x="1016873" y="1244734"/>
                    <a:pt x="1016873" y="1244734"/>
                  </a:cubicBezTo>
                  <a:lnTo>
                    <a:pt x="1002536" y="1244734"/>
                  </a:lnTo>
                  <a:lnTo>
                    <a:pt x="978944" y="1246079"/>
                  </a:lnTo>
                  <a:lnTo>
                    <a:pt x="959055" y="1248199"/>
                  </a:lnTo>
                  <a:lnTo>
                    <a:pt x="953199" y="1248636"/>
                  </a:lnTo>
                  <a:lnTo>
                    <a:pt x="941352" y="1246786"/>
                  </a:lnTo>
                  <a:lnTo>
                    <a:pt x="926242" y="1245272"/>
                  </a:lnTo>
                  <a:lnTo>
                    <a:pt x="916010" y="1245474"/>
                  </a:lnTo>
                  <a:lnTo>
                    <a:pt x="890130" y="1246113"/>
                  </a:lnTo>
                  <a:lnTo>
                    <a:pt x="883702" y="1246449"/>
                  </a:lnTo>
                  <a:lnTo>
                    <a:pt x="871250" y="1248064"/>
                  </a:lnTo>
                  <a:lnTo>
                    <a:pt x="860615" y="1248064"/>
                  </a:lnTo>
                  <a:cubicBezTo>
                    <a:pt x="860615" y="1248064"/>
                    <a:pt x="856711" y="1245508"/>
                    <a:pt x="856576" y="1245171"/>
                  </a:cubicBezTo>
                  <a:cubicBezTo>
                    <a:pt x="856475" y="1244835"/>
                    <a:pt x="852235" y="1243388"/>
                    <a:pt x="852235" y="1243388"/>
                  </a:cubicBezTo>
                  <a:lnTo>
                    <a:pt x="847692" y="1242850"/>
                  </a:lnTo>
                  <a:lnTo>
                    <a:pt x="842038" y="1243085"/>
                  </a:lnTo>
                  <a:lnTo>
                    <a:pt x="837898" y="1243422"/>
                  </a:lnTo>
                  <a:lnTo>
                    <a:pt x="833994" y="1244734"/>
                  </a:lnTo>
                  <a:lnTo>
                    <a:pt x="828677" y="1247459"/>
                  </a:lnTo>
                  <a:lnTo>
                    <a:pt x="815854" y="1255936"/>
                  </a:lnTo>
                  <a:lnTo>
                    <a:pt x="812354" y="1260073"/>
                  </a:lnTo>
                  <a:lnTo>
                    <a:pt x="803234" y="1262361"/>
                  </a:lnTo>
                  <a:lnTo>
                    <a:pt x="794214" y="1262563"/>
                  </a:lnTo>
                  <a:lnTo>
                    <a:pt x="785633" y="1262462"/>
                  </a:lnTo>
                  <a:lnTo>
                    <a:pt x="780079" y="1263437"/>
                  </a:lnTo>
                  <a:lnTo>
                    <a:pt x="770084" y="1267239"/>
                  </a:lnTo>
                  <a:lnTo>
                    <a:pt x="735184" y="1282444"/>
                  </a:lnTo>
                  <a:lnTo>
                    <a:pt x="719097" y="1288734"/>
                  </a:lnTo>
                  <a:lnTo>
                    <a:pt x="693890" y="1299062"/>
                  </a:lnTo>
                  <a:lnTo>
                    <a:pt x="667808" y="1313291"/>
                  </a:lnTo>
                  <a:lnTo>
                    <a:pt x="661817" y="1316117"/>
                  </a:lnTo>
                  <a:lnTo>
                    <a:pt x="655962" y="1322105"/>
                  </a:lnTo>
                  <a:lnTo>
                    <a:pt x="647817" y="1326344"/>
                  </a:lnTo>
                  <a:lnTo>
                    <a:pt x="645428" y="1328934"/>
                  </a:lnTo>
                  <a:lnTo>
                    <a:pt x="643476" y="1332096"/>
                  </a:lnTo>
                  <a:cubicBezTo>
                    <a:pt x="643476" y="1332096"/>
                    <a:pt x="639336" y="1333946"/>
                    <a:pt x="638899" y="1333946"/>
                  </a:cubicBezTo>
                  <a:cubicBezTo>
                    <a:pt x="638461" y="1333946"/>
                    <a:pt x="634860" y="1332432"/>
                    <a:pt x="634423" y="1332298"/>
                  </a:cubicBezTo>
                  <a:cubicBezTo>
                    <a:pt x="633985" y="1332197"/>
                    <a:pt x="633447" y="1329573"/>
                    <a:pt x="633447" y="1329573"/>
                  </a:cubicBezTo>
                  <a:lnTo>
                    <a:pt x="632134" y="1325973"/>
                  </a:lnTo>
                  <a:lnTo>
                    <a:pt x="627994" y="1324998"/>
                  </a:lnTo>
                  <a:lnTo>
                    <a:pt x="621600" y="1324022"/>
                  </a:lnTo>
                  <a:lnTo>
                    <a:pt x="616720" y="1324897"/>
                  </a:lnTo>
                  <a:cubicBezTo>
                    <a:pt x="616720" y="1324897"/>
                    <a:pt x="611403" y="1325671"/>
                    <a:pt x="611066" y="1325873"/>
                  </a:cubicBezTo>
                  <a:cubicBezTo>
                    <a:pt x="610730" y="1326074"/>
                    <a:pt x="606927" y="1325873"/>
                    <a:pt x="606489" y="1325873"/>
                  </a:cubicBezTo>
                  <a:cubicBezTo>
                    <a:pt x="606052" y="1325873"/>
                    <a:pt x="602350" y="1324796"/>
                    <a:pt x="602047" y="1324460"/>
                  </a:cubicBezTo>
                  <a:cubicBezTo>
                    <a:pt x="601710" y="1324123"/>
                    <a:pt x="600432" y="1322408"/>
                    <a:pt x="600432" y="1322408"/>
                  </a:cubicBezTo>
                  <a:lnTo>
                    <a:pt x="599119" y="1318505"/>
                  </a:lnTo>
                  <a:lnTo>
                    <a:pt x="599119" y="1311542"/>
                  </a:lnTo>
                  <a:lnTo>
                    <a:pt x="599119" y="1308077"/>
                  </a:lnTo>
                  <a:lnTo>
                    <a:pt x="599119" y="1303199"/>
                  </a:lnTo>
                  <a:cubicBezTo>
                    <a:pt x="599119" y="1303199"/>
                    <a:pt x="596797" y="1300273"/>
                    <a:pt x="596561" y="1299936"/>
                  </a:cubicBezTo>
                  <a:cubicBezTo>
                    <a:pt x="596359" y="1299600"/>
                    <a:pt x="594441" y="1298288"/>
                    <a:pt x="594441" y="1298288"/>
                  </a:cubicBezTo>
                  <a:lnTo>
                    <a:pt x="589426" y="1297851"/>
                  </a:lnTo>
                  <a:lnTo>
                    <a:pt x="584648" y="1300475"/>
                  </a:lnTo>
                  <a:lnTo>
                    <a:pt x="572262" y="1303199"/>
                  </a:lnTo>
                  <a:lnTo>
                    <a:pt x="539988" y="1302224"/>
                  </a:lnTo>
                  <a:lnTo>
                    <a:pt x="531170" y="1300374"/>
                  </a:lnTo>
                  <a:lnTo>
                    <a:pt x="518684" y="1299297"/>
                  </a:lnTo>
                  <a:lnTo>
                    <a:pt x="507275" y="1294621"/>
                  </a:lnTo>
                  <a:lnTo>
                    <a:pt x="486073" y="1282881"/>
                  </a:lnTo>
                  <a:lnTo>
                    <a:pt x="454774" y="1267575"/>
                  </a:lnTo>
                  <a:lnTo>
                    <a:pt x="438788" y="1259434"/>
                  </a:lnTo>
                  <a:lnTo>
                    <a:pt x="420750" y="1254859"/>
                  </a:lnTo>
                  <a:lnTo>
                    <a:pt x="411932" y="1252471"/>
                  </a:lnTo>
                  <a:lnTo>
                    <a:pt x="406480" y="1250621"/>
                  </a:lnTo>
                  <a:lnTo>
                    <a:pt x="398672" y="1248232"/>
                  </a:lnTo>
                  <a:lnTo>
                    <a:pt x="394634" y="1246046"/>
                  </a:lnTo>
                  <a:cubicBezTo>
                    <a:pt x="394634" y="1246046"/>
                    <a:pt x="391908" y="1242581"/>
                    <a:pt x="391706" y="1242244"/>
                  </a:cubicBezTo>
                  <a:cubicBezTo>
                    <a:pt x="391470" y="1241908"/>
                    <a:pt x="389619" y="1238107"/>
                    <a:pt x="389619" y="1238107"/>
                  </a:cubicBezTo>
                  <a:lnTo>
                    <a:pt x="389081" y="1233532"/>
                  </a:lnTo>
                  <a:lnTo>
                    <a:pt x="383629" y="1227443"/>
                  </a:lnTo>
                  <a:lnTo>
                    <a:pt x="376561" y="1219067"/>
                  </a:lnTo>
                  <a:lnTo>
                    <a:pt x="374912" y="1215366"/>
                  </a:lnTo>
                  <a:lnTo>
                    <a:pt x="371311" y="1210791"/>
                  </a:lnTo>
                  <a:lnTo>
                    <a:pt x="368383" y="1208840"/>
                  </a:lnTo>
                  <a:lnTo>
                    <a:pt x="365152" y="1208100"/>
                  </a:lnTo>
                  <a:lnTo>
                    <a:pt x="359936" y="1208100"/>
                  </a:lnTo>
                  <a:lnTo>
                    <a:pt x="355056" y="1208100"/>
                  </a:lnTo>
                  <a:lnTo>
                    <a:pt x="346036" y="1206586"/>
                  </a:lnTo>
                  <a:lnTo>
                    <a:pt x="337892" y="1204534"/>
                  </a:lnTo>
                  <a:lnTo>
                    <a:pt x="315949" y="1193770"/>
                  </a:lnTo>
                  <a:lnTo>
                    <a:pt x="284549" y="1183005"/>
                  </a:lnTo>
                  <a:lnTo>
                    <a:pt x="267285" y="1182366"/>
                  </a:lnTo>
                  <a:lnTo>
                    <a:pt x="213909" y="1185528"/>
                  </a:lnTo>
                  <a:lnTo>
                    <a:pt x="185773" y="1185528"/>
                  </a:lnTo>
                  <a:lnTo>
                    <a:pt x="139330" y="1179607"/>
                  </a:lnTo>
                  <a:lnTo>
                    <a:pt x="109075" y="1171938"/>
                  </a:lnTo>
                  <a:lnTo>
                    <a:pt x="84776" y="1167026"/>
                  </a:lnTo>
                  <a:lnTo>
                    <a:pt x="58593" y="1161476"/>
                  </a:lnTo>
                  <a:lnTo>
                    <a:pt x="23390" y="1148625"/>
                  </a:lnTo>
                  <a:lnTo>
                    <a:pt x="0" y="1142974"/>
                  </a:lnTo>
                  <a:lnTo>
                    <a:pt x="4341" y="1164100"/>
                  </a:lnTo>
                  <a:lnTo>
                    <a:pt x="9255" y="1184956"/>
                  </a:lnTo>
                  <a:lnTo>
                    <a:pt x="18813" y="1206687"/>
                  </a:lnTo>
                  <a:lnTo>
                    <a:pt x="19957" y="1215232"/>
                  </a:lnTo>
                  <a:lnTo>
                    <a:pt x="22919" y="1221253"/>
                  </a:lnTo>
                  <a:cubicBezTo>
                    <a:pt x="22919" y="1221253"/>
                    <a:pt x="24669" y="1228217"/>
                    <a:pt x="24736" y="1228553"/>
                  </a:cubicBezTo>
                  <a:cubicBezTo>
                    <a:pt x="24803" y="1228923"/>
                    <a:pt x="25375" y="1231581"/>
                    <a:pt x="25375" y="1231883"/>
                  </a:cubicBezTo>
                  <a:cubicBezTo>
                    <a:pt x="25375" y="1232186"/>
                    <a:pt x="27395" y="1236458"/>
                    <a:pt x="27462" y="1236896"/>
                  </a:cubicBezTo>
                  <a:cubicBezTo>
                    <a:pt x="27529" y="1237333"/>
                    <a:pt x="29784" y="1241874"/>
                    <a:pt x="29784" y="1241874"/>
                  </a:cubicBezTo>
                  <a:lnTo>
                    <a:pt x="28977" y="1245205"/>
                  </a:lnTo>
                  <a:lnTo>
                    <a:pt x="28842" y="1248602"/>
                  </a:lnTo>
                  <a:cubicBezTo>
                    <a:pt x="28842" y="1248602"/>
                    <a:pt x="30727" y="1250991"/>
                    <a:pt x="31467" y="1251933"/>
                  </a:cubicBezTo>
                  <a:cubicBezTo>
                    <a:pt x="32174" y="1252875"/>
                    <a:pt x="34294" y="1256945"/>
                    <a:pt x="34294" y="1256945"/>
                  </a:cubicBezTo>
                  <a:cubicBezTo>
                    <a:pt x="34294" y="1256945"/>
                    <a:pt x="34159" y="1259031"/>
                    <a:pt x="33991" y="1259266"/>
                  </a:cubicBezTo>
                  <a:cubicBezTo>
                    <a:pt x="33857" y="1259468"/>
                    <a:pt x="33688" y="1262226"/>
                    <a:pt x="33688" y="1262226"/>
                  </a:cubicBezTo>
                  <a:cubicBezTo>
                    <a:pt x="33688" y="1262226"/>
                    <a:pt x="35876" y="1263673"/>
                    <a:pt x="36212" y="1263976"/>
                  </a:cubicBezTo>
                  <a:cubicBezTo>
                    <a:pt x="36583" y="1264278"/>
                    <a:pt x="37727" y="1265792"/>
                    <a:pt x="37794" y="1265994"/>
                  </a:cubicBezTo>
                  <a:cubicBezTo>
                    <a:pt x="37861" y="1266196"/>
                    <a:pt x="38366" y="1267575"/>
                    <a:pt x="38366" y="1267878"/>
                  </a:cubicBezTo>
                  <a:cubicBezTo>
                    <a:pt x="38366" y="1268181"/>
                    <a:pt x="38871" y="1270132"/>
                    <a:pt x="38871" y="1270132"/>
                  </a:cubicBezTo>
                  <a:lnTo>
                    <a:pt x="36616" y="1272621"/>
                  </a:lnTo>
                  <a:cubicBezTo>
                    <a:pt x="36616" y="1272621"/>
                    <a:pt x="30457" y="1276961"/>
                    <a:pt x="30020" y="1276961"/>
                  </a:cubicBezTo>
                  <a:cubicBezTo>
                    <a:pt x="29582" y="1276961"/>
                    <a:pt x="26621" y="1279046"/>
                    <a:pt x="25948" y="1279214"/>
                  </a:cubicBezTo>
                  <a:cubicBezTo>
                    <a:pt x="25308" y="1279349"/>
                    <a:pt x="22986" y="1280728"/>
                    <a:pt x="22246" y="1280896"/>
                  </a:cubicBezTo>
                  <a:cubicBezTo>
                    <a:pt x="21539" y="1281031"/>
                    <a:pt x="18779" y="1282982"/>
                    <a:pt x="17467" y="1283285"/>
                  </a:cubicBezTo>
                  <a:cubicBezTo>
                    <a:pt x="16154" y="1283588"/>
                    <a:pt x="16087" y="1284227"/>
                    <a:pt x="15885" y="1284294"/>
                  </a:cubicBezTo>
                  <a:cubicBezTo>
                    <a:pt x="15683" y="1284361"/>
                    <a:pt x="14943" y="1285875"/>
                    <a:pt x="15077" y="1286178"/>
                  </a:cubicBezTo>
                  <a:cubicBezTo>
                    <a:pt x="15212" y="1286481"/>
                    <a:pt x="15077" y="1287759"/>
                    <a:pt x="15077" y="1288062"/>
                  </a:cubicBezTo>
                  <a:cubicBezTo>
                    <a:pt x="15077" y="1288364"/>
                    <a:pt x="16827" y="1291022"/>
                    <a:pt x="16827" y="1291022"/>
                  </a:cubicBezTo>
                  <a:lnTo>
                    <a:pt x="20294" y="1294924"/>
                  </a:lnTo>
                  <a:cubicBezTo>
                    <a:pt x="20294" y="1294924"/>
                    <a:pt x="21741" y="1299566"/>
                    <a:pt x="22380" y="1300340"/>
                  </a:cubicBezTo>
                  <a:cubicBezTo>
                    <a:pt x="23020" y="1301147"/>
                    <a:pt x="25847" y="1304410"/>
                    <a:pt x="25780" y="1304612"/>
                  </a:cubicBezTo>
                  <a:cubicBezTo>
                    <a:pt x="25712" y="1304814"/>
                    <a:pt x="25780" y="1307371"/>
                    <a:pt x="25780" y="1307371"/>
                  </a:cubicBezTo>
                  <a:lnTo>
                    <a:pt x="29414" y="1314469"/>
                  </a:lnTo>
                  <a:lnTo>
                    <a:pt x="32174" y="1318674"/>
                  </a:lnTo>
                  <a:lnTo>
                    <a:pt x="34058" y="1323585"/>
                  </a:lnTo>
                  <a:cubicBezTo>
                    <a:pt x="34058" y="1323585"/>
                    <a:pt x="35943" y="1326478"/>
                    <a:pt x="36313" y="1327151"/>
                  </a:cubicBezTo>
                  <a:cubicBezTo>
                    <a:pt x="36684" y="1327790"/>
                    <a:pt x="38635" y="1330481"/>
                    <a:pt x="38905" y="1330784"/>
                  </a:cubicBezTo>
                  <a:cubicBezTo>
                    <a:pt x="39208" y="1331087"/>
                    <a:pt x="40655" y="1332096"/>
                    <a:pt x="40924" y="1332163"/>
                  </a:cubicBezTo>
                  <a:cubicBezTo>
                    <a:pt x="41227" y="1332230"/>
                    <a:pt x="43886" y="1334619"/>
                    <a:pt x="44626" y="1334854"/>
                  </a:cubicBezTo>
                  <a:cubicBezTo>
                    <a:pt x="45333" y="1335056"/>
                    <a:pt x="46814" y="1336435"/>
                    <a:pt x="46814" y="1336435"/>
                  </a:cubicBezTo>
                  <a:lnTo>
                    <a:pt x="47116" y="1339900"/>
                  </a:lnTo>
                  <a:lnTo>
                    <a:pt x="50145" y="1343432"/>
                  </a:lnTo>
                  <a:cubicBezTo>
                    <a:pt x="50145" y="1343432"/>
                    <a:pt x="53410" y="1346628"/>
                    <a:pt x="54419" y="1347267"/>
                  </a:cubicBezTo>
                  <a:cubicBezTo>
                    <a:pt x="55429" y="1347907"/>
                    <a:pt x="57314" y="1349353"/>
                    <a:pt x="59064" y="1350530"/>
                  </a:cubicBezTo>
                  <a:cubicBezTo>
                    <a:pt x="60814" y="1351674"/>
                    <a:pt x="60881" y="1352852"/>
                    <a:pt x="60881" y="1352852"/>
                  </a:cubicBezTo>
                  <a:cubicBezTo>
                    <a:pt x="60881" y="1352852"/>
                    <a:pt x="62126" y="1352986"/>
                    <a:pt x="63203" y="1352482"/>
                  </a:cubicBezTo>
                  <a:cubicBezTo>
                    <a:pt x="64280" y="1351977"/>
                    <a:pt x="65593" y="1352482"/>
                    <a:pt x="65896" y="1352482"/>
                  </a:cubicBezTo>
                  <a:cubicBezTo>
                    <a:pt x="66199" y="1352482"/>
                    <a:pt x="68723" y="1355509"/>
                    <a:pt x="68723" y="1355509"/>
                  </a:cubicBezTo>
                  <a:lnTo>
                    <a:pt x="69362" y="1357830"/>
                  </a:lnTo>
                  <a:lnTo>
                    <a:pt x="74074" y="1358705"/>
                  </a:lnTo>
                  <a:lnTo>
                    <a:pt x="74444" y="1360959"/>
                  </a:lnTo>
                  <a:lnTo>
                    <a:pt x="74579" y="1362641"/>
                  </a:lnTo>
                  <a:cubicBezTo>
                    <a:pt x="74579" y="1362641"/>
                    <a:pt x="74646" y="1365601"/>
                    <a:pt x="74646" y="1365904"/>
                  </a:cubicBezTo>
                  <a:cubicBezTo>
                    <a:pt x="74646" y="1366207"/>
                    <a:pt x="74646" y="1369032"/>
                    <a:pt x="74579" y="1369671"/>
                  </a:cubicBezTo>
                  <a:cubicBezTo>
                    <a:pt x="74511" y="1370311"/>
                    <a:pt x="74074" y="1371925"/>
                    <a:pt x="73838" y="1372363"/>
                  </a:cubicBezTo>
                  <a:cubicBezTo>
                    <a:pt x="73636" y="1372800"/>
                    <a:pt x="72593" y="1373607"/>
                    <a:pt x="72593" y="1373607"/>
                  </a:cubicBezTo>
                  <a:cubicBezTo>
                    <a:pt x="72593" y="1373607"/>
                    <a:pt x="71146" y="1375188"/>
                    <a:pt x="70944" y="1375424"/>
                  </a:cubicBezTo>
                  <a:cubicBezTo>
                    <a:pt x="70708" y="1375626"/>
                    <a:pt x="70574" y="1377509"/>
                    <a:pt x="70641" y="1377812"/>
                  </a:cubicBezTo>
                  <a:cubicBezTo>
                    <a:pt x="70708" y="1378115"/>
                    <a:pt x="71280" y="1379494"/>
                    <a:pt x="71280" y="1379898"/>
                  </a:cubicBezTo>
                  <a:cubicBezTo>
                    <a:pt x="71280" y="1380335"/>
                    <a:pt x="71146" y="1381849"/>
                    <a:pt x="70910" y="1382656"/>
                  </a:cubicBezTo>
                  <a:cubicBezTo>
                    <a:pt x="70675" y="1383464"/>
                    <a:pt x="69732" y="1383228"/>
                    <a:pt x="69732" y="1383228"/>
                  </a:cubicBezTo>
                  <a:cubicBezTo>
                    <a:pt x="69732" y="1383228"/>
                    <a:pt x="67780" y="1384809"/>
                    <a:pt x="67410" y="1385045"/>
                  </a:cubicBezTo>
                  <a:cubicBezTo>
                    <a:pt x="67040" y="1385246"/>
                    <a:pt x="66535" y="1386121"/>
                    <a:pt x="66535" y="1386121"/>
                  </a:cubicBezTo>
                  <a:lnTo>
                    <a:pt x="65223" y="1389822"/>
                  </a:lnTo>
                  <a:lnTo>
                    <a:pt x="64583" y="1392849"/>
                  </a:lnTo>
                  <a:lnTo>
                    <a:pt x="63944" y="1395036"/>
                  </a:lnTo>
                  <a:lnTo>
                    <a:pt x="63304" y="1396919"/>
                  </a:lnTo>
                  <a:cubicBezTo>
                    <a:pt x="63304" y="1396919"/>
                    <a:pt x="62429" y="1399005"/>
                    <a:pt x="62227" y="1399308"/>
                  </a:cubicBezTo>
                  <a:cubicBezTo>
                    <a:pt x="62025" y="1399611"/>
                    <a:pt x="61420" y="1401192"/>
                    <a:pt x="61352" y="1401494"/>
                  </a:cubicBezTo>
                  <a:cubicBezTo>
                    <a:pt x="61285" y="1401797"/>
                    <a:pt x="63170" y="1402571"/>
                    <a:pt x="63742" y="1402571"/>
                  </a:cubicBezTo>
                  <a:cubicBezTo>
                    <a:pt x="64314" y="1402571"/>
                    <a:pt x="67444" y="1402874"/>
                    <a:pt x="67444" y="1402874"/>
                  </a:cubicBezTo>
                  <a:lnTo>
                    <a:pt x="70136" y="1402672"/>
                  </a:lnTo>
                  <a:lnTo>
                    <a:pt x="71011" y="1402100"/>
                  </a:lnTo>
                  <a:lnTo>
                    <a:pt x="71718" y="1399779"/>
                  </a:lnTo>
                  <a:lnTo>
                    <a:pt x="75622" y="1400216"/>
                  </a:lnTo>
                  <a:lnTo>
                    <a:pt x="75622" y="1402806"/>
                  </a:lnTo>
                  <a:cubicBezTo>
                    <a:pt x="75622" y="1402806"/>
                    <a:pt x="79189" y="1404556"/>
                    <a:pt x="79761" y="1404690"/>
                  </a:cubicBezTo>
                  <a:cubicBezTo>
                    <a:pt x="80333" y="1404825"/>
                    <a:pt x="86223" y="1405397"/>
                    <a:pt x="86223" y="1405397"/>
                  </a:cubicBezTo>
                  <a:lnTo>
                    <a:pt x="92180" y="1405531"/>
                  </a:lnTo>
                  <a:lnTo>
                    <a:pt x="94065" y="1403345"/>
                  </a:lnTo>
                  <a:lnTo>
                    <a:pt x="95815" y="1399140"/>
                  </a:lnTo>
                  <a:lnTo>
                    <a:pt x="99719" y="1397559"/>
                  </a:lnTo>
                  <a:lnTo>
                    <a:pt x="103925" y="1393656"/>
                  </a:lnTo>
                  <a:lnTo>
                    <a:pt x="109579" y="1388577"/>
                  </a:lnTo>
                  <a:cubicBezTo>
                    <a:pt x="109579" y="1388577"/>
                    <a:pt x="114661" y="1385684"/>
                    <a:pt x="115806" y="1385246"/>
                  </a:cubicBezTo>
                  <a:cubicBezTo>
                    <a:pt x="116950" y="1384809"/>
                    <a:pt x="119878" y="1384675"/>
                    <a:pt x="119878" y="1384675"/>
                  </a:cubicBezTo>
                  <a:lnTo>
                    <a:pt x="122334" y="1383228"/>
                  </a:lnTo>
                  <a:lnTo>
                    <a:pt x="124656" y="1380335"/>
                  </a:lnTo>
                  <a:lnTo>
                    <a:pt x="126844" y="1380032"/>
                  </a:lnTo>
                  <a:lnTo>
                    <a:pt x="129604" y="1380167"/>
                  </a:lnTo>
                  <a:lnTo>
                    <a:pt x="132195" y="1377543"/>
                  </a:lnTo>
                  <a:lnTo>
                    <a:pt x="135090" y="1375357"/>
                  </a:lnTo>
                  <a:cubicBezTo>
                    <a:pt x="135090" y="1375357"/>
                    <a:pt x="141888" y="1374482"/>
                    <a:pt x="142494" y="1374482"/>
                  </a:cubicBezTo>
                  <a:cubicBezTo>
                    <a:pt x="143066" y="1374482"/>
                    <a:pt x="148148" y="1375491"/>
                    <a:pt x="148148" y="1375491"/>
                  </a:cubicBezTo>
                  <a:lnTo>
                    <a:pt x="152051" y="1373876"/>
                  </a:lnTo>
                  <a:lnTo>
                    <a:pt x="157133" y="1372867"/>
                  </a:lnTo>
                  <a:lnTo>
                    <a:pt x="161037" y="1375121"/>
                  </a:lnTo>
                  <a:lnTo>
                    <a:pt x="162484" y="1375256"/>
                  </a:lnTo>
                  <a:lnTo>
                    <a:pt x="165244" y="1376635"/>
                  </a:lnTo>
                  <a:cubicBezTo>
                    <a:pt x="165244" y="1376635"/>
                    <a:pt x="167936" y="1376635"/>
                    <a:pt x="168206" y="1376635"/>
                  </a:cubicBezTo>
                  <a:cubicBezTo>
                    <a:pt x="168475" y="1376635"/>
                    <a:pt x="170965" y="1376568"/>
                    <a:pt x="170965" y="1376568"/>
                  </a:cubicBezTo>
                  <a:cubicBezTo>
                    <a:pt x="170965" y="1376568"/>
                    <a:pt x="173792" y="1376568"/>
                    <a:pt x="174297" y="1376500"/>
                  </a:cubicBezTo>
                  <a:cubicBezTo>
                    <a:pt x="174802" y="1376433"/>
                    <a:pt x="178134" y="1376870"/>
                    <a:pt x="178437" y="1376870"/>
                  </a:cubicBezTo>
                  <a:cubicBezTo>
                    <a:pt x="178739" y="1376870"/>
                    <a:pt x="180187" y="1376568"/>
                    <a:pt x="180321" y="1376063"/>
                  </a:cubicBezTo>
                  <a:cubicBezTo>
                    <a:pt x="180456" y="1375558"/>
                    <a:pt x="181567" y="1375424"/>
                    <a:pt x="181634" y="1375188"/>
                  </a:cubicBezTo>
                  <a:cubicBezTo>
                    <a:pt x="181701" y="1374986"/>
                    <a:pt x="182139" y="1373876"/>
                    <a:pt x="182139" y="1373876"/>
                  </a:cubicBezTo>
                  <a:lnTo>
                    <a:pt x="182711" y="1372564"/>
                  </a:lnTo>
                  <a:lnTo>
                    <a:pt x="183720" y="1371320"/>
                  </a:lnTo>
                  <a:cubicBezTo>
                    <a:pt x="183720" y="1371320"/>
                    <a:pt x="183855" y="1369941"/>
                    <a:pt x="183855" y="1369571"/>
                  </a:cubicBezTo>
                  <a:cubicBezTo>
                    <a:pt x="183855" y="1369200"/>
                    <a:pt x="185437" y="1367552"/>
                    <a:pt x="185437" y="1367552"/>
                  </a:cubicBezTo>
                  <a:cubicBezTo>
                    <a:pt x="185437" y="1367552"/>
                    <a:pt x="186749" y="1366745"/>
                    <a:pt x="187187" y="1366677"/>
                  </a:cubicBezTo>
                  <a:cubicBezTo>
                    <a:pt x="187624" y="1366610"/>
                    <a:pt x="188567" y="1368494"/>
                    <a:pt x="188567" y="1368494"/>
                  </a:cubicBezTo>
                  <a:cubicBezTo>
                    <a:pt x="188567" y="1368494"/>
                    <a:pt x="192033" y="1369806"/>
                    <a:pt x="192908" y="1369941"/>
                  </a:cubicBezTo>
                  <a:cubicBezTo>
                    <a:pt x="193783" y="1370075"/>
                    <a:pt x="194860" y="1370580"/>
                    <a:pt x="194860" y="1370580"/>
                  </a:cubicBezTo>
                  <a:cubicBezTo>
                    <a:pt x="194860" y="1370580"/>
                    <a:pt x="200009" y="1372262"/>
                    <a:pt x="200278" y="1372463"/>
                  </a:cubicBezTo>
                  <a:cubicBezTo>
                    <a:pt x="200581" y="1372665"/>
                    <a:pt x="201591" y="1372463"/>
                    <a:pt x="201591" y="1372463"/>
                  </a:cubicBezTo>
                  <a:cubicBezTo>
                    <a:pt x="201591" y="1372463"/>
                    <a:pt x="204048" y="1373405"/>
                    <a:pt x="204351" y="1373473"/>
                  </a:cubicBezTo>
                  <a:cubicBezTo>
                    <a:pt x="204654" y="1373540"/>
                    <a:pt x="207918" y="1374549"/>
                    <a:pt x="208995" y="1374785"/>
                  </a:cubicBezTo>
                  <a:cubicBezTo>
                    <a:pt x="210072" y="1374986"/>
                    <a:pt x="211384" y="1375087"/>
                    <a:pt x="211687" y="1375121"/>
                  </a:cubicBezTo>
                  <a:cubicBezTo>
                    <a:pt x="211990" y="1375155"/>
                    <a:pt x="213774" y="1375054"/>
                    <a:pt x="214380" y="1375155"/>
                  </a:cubicBezTo>
                  <a:cubicBezTo>
                    <a:pt x="214952" y="1375222"/>
                    <a:pt x="215894" y="1375087"/>
                    <a:pt x="216567" y="1375155"/>
                  </a:cubicBezTo>
                  <a:cubicBezTo>
                    <a:pt x="217207" y="1375222"/>
                    <a:pt x="218519" y="1375155"/>
                    <a:pt x="218519" y="1375155"/>
                  </a:cubicBezTo>
                  <a:lnTo>
                    <a:pt x="218755" y="1376399"/>
                  </a:lnTo>
                  <a:cubicBezTo>
                    <a:pt x="218755" y="1376399"/>
                    <a:pt x="220067" y="1378216"/>
                    <a:pt x="220269" y="1378216"/>
                  </a:cubicBezTo>
                  <a:cubicBezTo>
                    <a:pt x="220505" y="1378216"/>
                    <a:pt x="223298" y="1379797"/>
                    <a:pt x="223534" y="1379898"/>
                  </a:cubicBezTo>
                  <a:cubicBezTo>
                    <a:pt x="223769" y="1379965"/>
                    <a:pt x="226159" y="1381916"/>
                    <a:pt x="226428" y="1381916"/>
                  </a:cubicBezTo>
                  <a:cubicBezTo>
                    <a:pt x="226697" y="1381916"/>
                    <a:pt x="228952" y="1384237"/>
                    <a:pt x="228952" y="1384237"/>
                  </a:cubicBezTo>
                  <a:lnTo>
                    <a:pt x="229827" y="1385751"/>
                  </a:lnTo>
                  <a:lnTo>
                    <a:pt x="230399" y="1388510"/>
                  </a:lnTo>
                  <a:lnTo>
                    <a:pt x="230534" y="1391638"/>
                  </a:lnTo>
                  <a:cubicBezTo>
                    <a:pt x="230534" y="1391638"/>
                    <a:pt x="231779" y="1394363"/>
                    <a:pt x="232082" y="1394464"/>
                  </a:cubicBezTo>
                  <a:cubicBezTo>
                    <a:pt x="232419" y="1394565"/>
                    <a:pt x="233159" y="1395675"/>
                    <a:pt x="233496" y="1395978"/>
                  </a:cubicBezTo>
                  <a:cubicBezTo>
                    <a:pt x="233832" y="1396314"/>
                    <a:pt x="234371" y="1397290"/>
                    <a:pt x="234371" y="1397290"/>
                  </a:cubicBezTo>
                  <a:lnTo>
                    <a:pt x="235683" y="1401629"/>
                  </a:lnTo>
                  <a:lnTo>
                    <a:pt x="235246" y="1402605"/>
                  </a:lnTo>
                  <a:cubicBezTo>
                    <a:pt x="235246" y="1402605"/>
                    <a:pt x="234269" y="1403917"/>
                    <a:pt x="233933" y="1404118"/>
                  </a:cubicBezTo>
                  <a:cubicBezTo>
                    <a:pt x="233597" y="1404354"/>
                    <a:pt x="232957" y="1404892"/>
                    <a:pt x="232957" y="1405195"/>
                  </a:cubicBezTo>
                  <a:cubicBezTo>
                    <a:pt x="232957" y="1405531"/>
                    <a:pt x="233933" y="1407045"/>
                    <a:pt x="233933" y="1407045"/>
                  </a:cubicBezTo>
                  <a:cubicBezTo>
                    <a:pt x="233933" y="1407045"/>
                    <a:pt x="233933" y="1410510"/>
                    <a:pt x="233933" y="1410846"/>
                  </a:cubicBezTo>
                  <a:cubicBezTo>
                    <a:pt x="233933" y="1411183"/>
                    <a:pt x="232991" y="1413470"/>
                    <a:pt x="232991" y="1413470"/>
                  </a:cubicBezTo>
                  <a:cubicBezTo>
                    <a:pt x="232991" y="1413470"/>
                    <a:pt x="231846" y="1414681"/>
                    <a:pt x="231846" y="1414984"/>
                  </a:cubicBezTo>
                  <a:cubicBezTo>
                    <a:pt x="231846" y="1415320"/>
                    <a:pt x="231308" y="1415859"/>
                    <a:pt x="230668" y="1416632"/>
                  </a:cubicBezTo>
                  <a:cubicBezTo>
                    <a:pt x="230029" y="1417406"/>
                    <a:pt x="228481" y="1418920"/>
                    <a:pt x="228178" y="1419021"/>
                  </a:cubicBezTo>
                  <a:cubicBezTo>
                    <a:pt x="227842" y="1419122"/>
                    <a:pt x="227101" y="1420333"/>
                    <a:pt x="227101" y="1420333"/>
                  </a:cubicBezTo>
                  <a:lnTo>
                    <a:pt x="224813" y="1422519"/>
                  </a:lnTo>
                  <a:cubicBezTo>
                    <a:pt x="224813" y="1422519"/>
                    <a:pt x="223601" y="1423495"/>
                    <a:pt x="223063" y="1423730"/>
                  </a:cubicBezTo>
                  <a:cubicBezTo>
                    <a:pt x="222524" y="1423932"/>
                    <a:pt x="221548" y="1424941"/>
                    <a:pt x="221548" y="1424941"/>
                  </a:cubicBezTo>
                  <a:cubicBezTo>
                    <a:pt x="221548" y="1424941"/>
                    <a:pt x="220135" y="1425917"/>
                    <a:pt x="219697" y="1426556"/>
                  </a:cubicBezTo>
                  <a:cubicBezTo>
                    <a:pt x="219260" y="1427195"/>
                    <a:pt x="218284" y="1428171"/>
                    <a:pt x="218284" y="1428171"/>
                  </a:cubicBezTo>
                  <a:cubicBezTo>
                    <a:pt x="218284" y="1428171"/>
                    <a:pt x="218385" y="1430021"/>
                    <a:pt x="218485" y="1430660"/>
                  </a:cubicBezTo>
                  <a:cubicBezTo>
                    <a:pt x="218587" y="1431299"/>
                    <a:pt x="217846" y="1431736"/>
                    <a:pt x="217308" y="1432073"/>
                  </a:cubicBezTo>
                  <a:cubicBezTo>
                    <a:pt x="216769" y="1432409"/>
                    <a:pt x="216231" y="1432611"/>
                    <a:pt x="216231" y="1432611"/>
                  </a:cubicBezTo>
                  <a:cubicBezTo>
                    <a:pt x="216231" y="1432611"/>
                    <a:pt x="214481" y="1433923"/>
                    <a:pt x="214178" y="1434024"/>
                  </a:cubicBezTo>
                  <a:cubicBezTo>
                    <a:pt x="213841" y="1434125"/>
                    <a:pt x="210577" y="1439036"/>
                    <a:pt x="210577" y="1439036"/>
                  </a:cubicBezTo>
                  <a:cubicBezTo>
                    <a:pt x="210577" y="1439036"/>
                    <a:pt x="209601" y="1440449"/>
                    <a:pt x="208961" y="1441425"/>
                  </a:cubicBezTo>
                  <a:cubicBezTo>
                    <a:pt x="208322" y="1442400"/>
                    <a:pt x="207110" y="1443477"/>
                    <a:pt x="206908" y="1444015"/>
                  </a:cubicBezTo>
                  <a:cubicBezTo>
                    <a:pt x="206706" y="1444553"/>
                    <a:pt x="205832" y="1446504"/>
                    <a:pt x="205832" y="1446504"/>
                  </a:cubicBezTo>
                  <a:cubicBezTo>
                    <a:pt x="205832" y="1446504"/>
                    <a:pt x="206033" y="1448018"/>
                    <a:pt x="206807" y="1448691"/>
                  </a:cubicBezTo>
                  <a:cubicBezTo>
                    <a:pt x="207581" y="1449330"/>
                    <a:pt x="208019" y="1452055"/>
                    <a:pt x="208019" y="1452694"/>
                  </a:cubicBezTo>
                  <a:cubicBezTo>
                    <a:pt x="208019" y="1453333"/>
                    <a:pt x="207481" y="1454309"/>
                    <a:pt x="207245" y="1454746"/>
                  </a:cubicBezTo>
                  <a:cubicBezTo>
                    <a:pt x="207009" y="1455183"/>
                    <a:pt x="205730" y="1455621"/>
                    <a:pt x="205192" y="1456260"/>
                  </a:cubicBezTo>
                  <a:cubicBezTo>
                    <a:pt x="204654" y="1456899"/>
                    <a:pt x="202601" y="1458177"/>
                    <a:pt x="202601" y="1458177"/>
                  </a:cubicBezTo>
                  <a:cubicBezTo>
                    <a:pt x="202601" y="1458177"/>
                    <a:pt x="201288" y="1458648"/>
                    <a:pt x="200110" y="1458312"/>
                  </a:cubicBezTo>
                  <a:cubicBezTo>
                    <a:pt x="198898" y="1457975"/>
                    <a:pt x="196644" y="1458312"/>
                    <a:pt x="196644" y="1458312"/>
                  </a:cubicBezTo>
                  <a:lnTo>
                    <a:pt x="196442" y="1458312"/>
                  </a:lnTo>
                  <a:lnTo>
                    <a:pt x="195028" y="1459557"/>
                  </a:lnTo>
                  <a:lnTo>
                    <a:pt x="193716" y="1461239"/>
                  </a:lnTo>
                  <a:cubicBezTo>
                    <a:pt x="193716" y="1461239"/>
                    <a:pt x="192538" y="1462988"/>
                    <a:pt x="192201" y="1463425"/>
                  </a:cubicBezTo>
                  <a:cubicBezTo>
                    <a:pt x="191865" y="1463862"/>
                    <a:pt x="191023" y="1464602"/>
                    <a:pt x="190451" y="1465174"/>
                  </a:cubicBezTo>
                  <a:cubicBezTo>
                    <a:pt x="189913" y="1465713"/>
                    <a:pt x="187961" y="1467025"/>
                    <a:pt x="187961" y="1467025"/>
                  </a:cubicBezTo>
                  <a:lnTo>
                    <a:pt x="186884" y="1467025"/>
                  </a:lnTo>
                  <a:lnTo>
                    <a:pt x="182744" y="1467025"/>
                  </a:lnTo>
                  <a:lnTo>
                    <a:pt x="180793" y="1467025"/>
                  </a:lnTo>
                  <a:lnTo>
                    <a:pt x="178605" y="1467899"/>
                  </a:lnTo>
                  <a:cubicBezTo>
                    <a:pt x="178605" y="1467899"/>
                    <a:pt x="177730" y="1468774"/>
                    <a:pt x="177393" y="1468875"/>
                  </a:cubicBezTo>
                  <a:cubicBezTo>
                    <a:pt x="177057" y="1468976"/>
                    <a:pt x="176754" y="1469648"/>
                    <a:pt x="175879" y="1470287"/>
                  </a:cubicBezTo>
                  <a:cubicBezTo>
                    <a:pt x="175004" y="1470927"/>
                    <a:pt x="173826" y="1471902"/>
                    <a:pt x="173388" y="1472474"/>
                  </a:cubicBezTo>
                  <a:cubicBezTo>
                    <a:pt x="172951" y="1473012"/>
                    <a:pt x="172513" y="1473012"/>
                    <a:pt x="171538" y="1473248"/>
                  </a:cubicBezTo>
                  <a:cubicBezTo>
                    <a:pt x="170561" y="1473483"/>
                    <a:pt x="170461" y="1474122"/>
                    <a:pt x="170124" y="1474324"/>
                  </a:cubicBezTo>
                  <a:cubicBezTo>
                    <a:pt x="169787" y="1474560"/>
                    <a:pt x="167936" y="1475535"/>
                    <a:pt x="167936" y="1475535"/>
                  </a:cubicBezTo>
                  <a:cubicBezTo>
                    <a:pt x="167936" y="1475535"/>
                    <a:pt x="166422" y="1477823"/>
                    <a:pt x="166186" y="1478126"/>
                  </a:cubicBezTo>
                  <a:cubicBezTo>
                    <a:pt x="165984" y="1478462"/>
                    <a:pt x="165311" y="1479875"/>
                    <a:pt x="165311" y="1479875"/>
                  </a:cubicBezTo>
                  <a:lnTo>
                    <a:pt x="164436" y="1482465"/>
                  </a:lnTo>
                  <a:lnTo>
                    <a:pt x="163898" y="1483542"/>
                  </a:lnTo>
                  <a:lnTo>
                    <a:pt x="161508" y="1485022"/>
                  </a:lnTo>
                  <a:lnTo>
                    <a:pt x="158917" y="1485156"/>
                  </a:lnTo>
                  <a:cubicBezTo>
                    <a:pt x="158917" y="1485156"/>
                    <a:pt x="154677" y="1484820"/>
                    <a:pt x="154475" y="1485156"/>
                  </a:cubicBezTo>
                  <a:cubicBezTo>
                    <a:pt x="154273" y="1485493"/>
                    <a:pt x="156965" y="1487982"/>
                    <a:pt x="159254" y="1488621"/>
                  </a:cubicBezTo>
                  <a:cubicBezTo>
                    <a:pt x="161542" y="1489260"/>
                    <a:pt x="161980" y="1487847"/>
                    <a:pt x="161980" y="1487847"/>
                  </a:cubicBezTo>
                  <a:cubicBezTo>
                    <a:pt x="161980" y="1487847"/>
                    <a:pt x="165009" y="1487074"/>
                    <a:pt x="166119" y="1486603"/>
                  </a:cubicBezTo>
                  <a:cubicBezTo>
                    <a:pt x="167196" y="1486132"/>
                    <a:pt x="168744" y="1486636"/>
                    <a:pt x="168744" y="1486636"/>
                  </a:cubicBezTo>
                  <a:cubicBezTo>
                    <a:pt x="168744" y="1486636"/>
                    <a:pt x="173187" y="1486535"/>
                    <a:pt x="173523" y="1486636"/>
                  </a:cubicBezTo>
                  <a:cubicBezTo>
                    <a:pt x="173860" y="1486737"/>
                    <a:pt x="180254" y="1488049"/>
                    <a:pt x="180691" y="1488150"/>
                  </a:cubicBezTo>
                  <a:cubicBezTo>
                    <a:pt x="181129" y="1488251"/>
                    <a:pt x="184057" y="1488688"/>
                    <a:pt x="184057" y="1488688"/>
                  </a:cubicBezTo>
                  <a:cubicBezTo>
                    <a:pt x="184057" y="1488688"/>
                    <a:pt x="189374" y="1492052"/>
                    <a:pt x="189711" y="1492490"/>
                  </a:cubicBezTo>
                  <a:cubicBezTo>
                    <a:pt x="190048" y="1492927"/>
                    <a:pt x="191764" y="1498040"/>
                    <a:pt x="191764" y="1498040"/>
                  </a:cubicBezTo>
                  <a:lnTo>
                    <a:pt x="196980" y="1497401"/>
                  </a:lnTo>
                  <a:lnTo>
                    <a:pt x="200884" y="1500025"/>
                  </a:lnTo>
                  <a:lnTo>
                    <a:pt x="204788" y="1502514"/>
                  </a:lnTo>
                  <a:lnTo>
                    <a:pt x="208591" y="1505105"/>
                  </a:lnTo>
                  <a:lnTo>
                    <a:pt x="214043" y="1506955"/>
                  </a:lnTo>
                  <a:cubicBezTo>
                    <a:pt x="214043" y="1506955"/>
                    <a:pt x="220034" y="1506955"/>
                    <a:pt x="220337" y="1506955"/>
                  </a:cubicBezTo>
                  <a:cubicBezTo>
                    <a:pt x="220673" y="1506955"/>
                    <a:pt x="223500" y="1507762"/>
                    <a:pt x="224039" y="1507661"/>
                  </a:cubicBezTo>
                  <a:cubicBezTo>
                    <a:pt x="224577" y="1507560"/>
                    <a:pt x="226866" y="1508569"/>
                    <a:pt x="227202" y="1508569"/>
                  </a:cubicBezTo>
                  <a:cubicBezTo>
                    <a:pt x="227539" y="1508569"/>
                    <a:pt x="229491" y="1511294"/>
                    <a:pt x="229491" y="1511732"/>
                  </a:cubicBezTo>
                  <a:cubicBezTo>
                    <a:pt x="229491" y="1512169"/>
                    <a:pt x="228717" y="1514019"/>
                    <a:pt x="227976" y="1514793"/>
                  </a:cubicBezTo>
                  <a:cubicBezTo>
                    <a:pt x="227236" y="1515567"/>
                    <a:pt x="229053" y="1516643"/>
                    <a:pt x="229188" y="1516979"/>
                  </a:cubicBezTo>
                  <a:cubicBezTo>
                    <a:pt x="229289" y="1517316"/>
                    <a:pt x="230803" y="1518930"/>
                    <a:pt x="230803" y="1518930"/>
                  </a:cubicBezTo>
                  <a:cubicBezTo>
                    <a:pt x="230803" y="1518930"/>
                    <a:pt x="230904" y="1521958"/>
                    <a:pt x="230904" y="1522395"/>
                  </a:cubicBezTo>
                  <a:cubicBezTo>
                    <a:pt x="230904" y="1522833"/>
                    <a:pt x="230668" y="1525221"/>
                    <a:pt x="230668" y="1525658"/>
                  </a:cubicBezTo>
                  <a:cubicBezTo>
                    <a:pt x="230668" y="1526096"/>
                    <a:pt x="230467" y="1528585"/>
                    <a:pt x="230231" y="1528921"/>
                  </a:cubicBezTo>
                  <a:cubicBezTo>
                    <a:pt x="230029" y="1529258"/>
                    <a:pt x="230769" y="1531949"/>
                    <a:pt x="230769" y="1531949"/>
                  </a:cubicBezTo>
                  <a:cubicBezTo>
                    <a:pt x="230769" y="1531949"/>
                    <a:pt x="233260" y="1532723"/>
                    <a:pt x="234673" y="1532723"/>
                  </a:cubicBezTo>
                  <a:cubicBezTo>
                    <a:pt x="236087" y="1532723"/>
                    <a:pt x="234774" y="1533698"/>
                    <a:pt x="234673" y="1534674"/>
                  </a:cubicBezTo>
                  <a:cubicBezTo>
                    <a:pt x="234572" y="1535649"/>
                    <a:pt x="236625" y="1536524"/>
                    <a:pt x="236625" y="1536524"/>
                  </a:cubicBezTo>
                  <a:lnTo>
                    <a:pt x="240092" y="1536524"/>
                  </a:lnTo>
                  <a:lnTo>
                    <a:pt x="242279" y="1536524"/>
                  </a:lnTo>
                  <a:lnTo>
                    <a:pt x="245308" y="1537836"/>
                  </a:lnTo>
                  <a:cubicBezTo>
                    <a:pt x="245308" y="1537836"/>
                    <a:pt x="247933" y="1542411"/>
                    <a:pt x="247799" y="1542714"/>
                  </a:cubicBezTo>
                  <a:cubicBezTo>
                    <a:pt x="247698" y="1543050"/>
                    <a:pt x="245308" y="1549004"/>
                    <a:pt x="245308" y="1549004"/>
                  </a:cubicBezTo>
                  <a:lnTo>
                    <a:pt x="245847" y="1550417"/>
                  </a:lnTo>
                  <a:lnTo>
                    <a:pt x="250087" y="1552032"/>
                  </a:lnTo>
                  <a:lnTo>
                    <a:pt x="251938" y="1551258"/>
                  </a:lnTo>
                  <a:cubicBezTo>
                    <a:pt x="251938" y="1551258"/>
                    <a:pt x="253688" y="1550922"/>
                    <a:pt x="254227" y="1550922"/>
                  </a:cubicBezTo>
                  <a:cubicBezTo>
                    <a:pt x="254765" y="1550922"/>
                    <a:pt x="256078" y="1551124"/>
                    <a:pt x="256078" y="1551124"/>
                  </a:cubicBezTo>
                  <a:cubicBezTo>
                    <a:pt x="256078" y="1551124"/>
                    <a:pt x="258366" y="1551662"/>
                    <a:pt x="258905" y="1552099"/>
                  </a:cubicBezTo>
                  <a:cubicBezTo>
                    <a:pt x="259443" y="1552536"/>
                    <a:pt x="260419" y="1553075"/>
                    <a:pt x="260419" y="1553075"/>
                  </a:cubicBezTo>
                  <a:cubicBezTo>
                    <a:pt x="260419" y="1553075"/>
                    <a:pt x="261496" y="1552536"/>
                    <a:pt x="261934" y="1552200"/>
                  </a:cubicBezTo>
                  <a:cubicBezTo>
                    <a:pt x="262371" y="1551864"/>
                    <a:pt x="262674" y="1550350"/>
                    <a:pt x="262674" y="1550350"/>
                  </a:cubicBezTo>
                  <a:lnTo>
                    <a:pt x="266140" y="1550350"/>
                  </a:lnTo>
                  <a:lnTo>
                    <a:pt x="267890" y="1550350"/>
                  </a:lnTo>
                  <a:lnTo>
                    <a:pt x="269641" y="1550350"/>
                  </a:lnTo>
                  <a:lnTo>
                    <a:pt x="273006" y="1550350"/>
                  </a:lnTo>
                  <a:lnTo>
                    <a:pt x="275496" y="1551325"/>
                  </a:lnTo>
                  <a:cubicBezTo>
                    <a:pt x="275496" y="1551325"/>
                    <a:pt x="276809" y="1552738"/>
                    <a:pt x="277886" y="1554488"/>
                  </a:cubicBezTo>
                  <a:cubicBezTo>
                    <a:pt x="278963" y="1556237"/>
                    <a:pt x="277886" y="1557212"/>
                    <a:pt x="277886" y="1557650"/>
                  </a:cubicBezTo>
                  <a:cubicBezTo>
                    <a:pt x="277886" y="1558087"/>
                    <a:pt x="277448" y="1558726"/>
                    <a:pt x="276371" y="1559399"/>
                  </a:cubicBezTo>
                  <a:cubicBezTo>
                    <a:pt x="275294" y="1560038"/>
                    <a:pt x="274184" y="1561350"/>
                    <a:pt x="274184" y="1561787"/>
                  </a:cubicBezTo>
                  <a:cubicBezTo>
                    <a:pt x="274184" y="1562225"/>
                    <a:pt x="275160" y="1563839"/>
                    <a:pt x="275261" y="1564277"/>
                  </a:cubicBezTo>
                  <a:cubicBezTo>
                    <a:pt x="275362" y="1564714"/>
                    <a:pt x="275059" y="1567304"/>
                    <a:pt x="275059" y="1567304"/>
                  </a:cubicBezTo>
                  <a:lnTo>
                    <a:pt x="274184" y="1568280"/>
                  </a:lnTo>
                  <a:cubicBezTo>
                    <a:pt x="274184" y="1568280"/>
                    <a:pt x="273410" y="1569491"/>
                    <a:pt x="272669" y="1570130"/>
                  </a:cubicBezTo>
                  <a:cubicBezTo>
                    <a:pt x="271895" y="1570769"/>
                    <a:pt x="273107" y="1571206"/>
                    <a:pt x="273208" y="1571543"/>
                  </a:cubicBezTo>
                  <a:cubicBezTo>
                    <a:pt x="273309" y="1571879"/>
                    <a:pt x="274419" y="1574369"/>
                    <a:pt x="274419" y="1574369"/>
                  </a:cubicBezTo>
                  <a:cubicBezTo>
                    <a:pt x="274419" y="1574369"/>
                    <a:pt x="273006" y="1575580"/>
                    <a:pt x="272905" y="1575882"/>
                  </a:cubicBezTo>
                  <a:cubicBezTo>
                    <a:pt x="272804" y="1576219"/>
                    <a:pt x="271929" y="1577060"/>
                    <a:pt x="271391" y="1577497"/>
                  </a:cubicBezTo>
                  <a:cubicBezTo>
                    <a:pt x="270852" y="1577934"/>
                    <a:pt x="270145" y="1579549"/>
                    <a:pt x="270145" y="1579549"/>
                  </a:cubicBezTo>
                  <a:cubicBezTo>
                    <a:pt x="270145" y="1579549"/>
                    <a:pt x="272030" y="1581601"/>
                    <a:pt x="272568" y="1581937"/>
                  </a:cubicBezTo>
                  <a:cubicBezTo>
                    <a:pt x="273107" y="1582274"/>
                    <a:pt x="273746" y="1583148"/>
                    <a:pt x="274083" y="1583249"/>
                  </a:cubicBezTo>
                  <a:cubicBezTo>
                    <a:pt x="274419" y="1583350"/>
                    <a:pt x="274083" y="1586613"/>
                    <a:pt x="274083" y="1586613"/>
                  </a:cubicBezTo>
                  <a:cubicBezTo>
                    <a:pt x="274083" y="1586613"/>
                    <a:pt x="272568" y="1588026"/>
                    <a:pt x="271357" y="1589103"/>
                  </a:cubicBezTo>
                  <a:cubicBezTo>
                    <a:pt x="270145" y="1590179"/>
                    <a:pt x="270044" y="1591491"/>
                    <a:pt x="270145" y="1592029"/>
                  </a:cubicBezTo>
                  <a:cubicBezTo>
                    <a:pt x="270246" y="1592568"/>
                    <a:pt x="271996" y="1593341"/>
                    <a:pt x="272333" y="1593442"/>
                  </a:cubicBezTo>
                  <a:cubicBezTo>
                    <a:pt x="272669" y="1593543"/>
                    <a:pt x="275362" y="1593442"/>
                    <a:pt x="275799" y="1593442"/>
                  </a:cubicBezTo>
                  <a:cubicBezTo>
                    <a:pt x="276237" y="1593442"/>
                    <a:pt x="277415" y="1593980"/>
                    <a:pt x="277852" y="1594418"/>
                  </a:cubicBezTo>
                  <a:cubicBezTo>
                    <a:pt x="278290" y="1594855"/>
                    <a:pt x="278054" y="1595057"/>
                    <a:pt x="278391" y="1596705"/>
                  </a:cubicBezTo>
                  <a:cubicBezTo>
                    <a:pt x="278727" y="1598320"/>
                    <a:pt x="280006" y="1599094"/>
                    <a:pt x="280343" y="1599430"/>
                  </a:cubicBezTo>
                  <a:cubicBezTo>
                    <a:pt x="280679" y="1599766"/>
                    <a:pt x="282631" y="1601045"/>
                    <a:pt x="283069" y="1601280"/>
                  </a:cubicBezTo>
                  <a:cubicBezTo>
                    <a:pt x="283506" y="1601482"/>
                    <a:pt x="286535" y="1601919"/>
                    <a:pt x="286535" y="1601919"/>
                  </a:cubicBezTo>
                  <a:cubicBezTo>
                    <a:pt x="286535" y="1601919"/>
                    <a:pt x="289127" y="1601583"/>
                    <a:pt x="289463" y="1601583"/>
                  </a:cubicBezTo>
                  <a:cubicBezTo>
                    <a:pt x="289800" y="1601583"/>
                    <a:pt x="290776" y="1600944"/>
                    <a:pt x="291213" y="1600069"/>
                  </a:cubicBezTo>
                  <a:cubicBezTo>
                    <a:pt x="291651" y="1599195"/>
                    <a:pt x="292727" y="1599531"/>
                    <a:pt x="293704" y="1598757"/>
                  </a:cubicBezTo>
                  <a:cubicBezTo>
                    <a:pt x="294680" y="1597984"/>
                    <a:pt x="296194" y="1596705"/>
                    <a:pt x="296968" y="1596032"/>
                  </a:cubicBezTo>
                  <a:cubicBezTo>
                    <a:pt x="297742" y="1595393"/>
                    <a:pt x="298920" y="1595158"/>
                    <a:pt x="299256" y="1594821"/>
                  </a:cubicBezTo>
                  <a:cubicBezTo>
                    <a:pt x="299593" y="1594485"/>
                    <a:pt x="302285" y="1594485"/>
                    <a:pt x="303396" y="1594384"/>
                  </a:cubicBezTo>
                  <a:cubicBezTo>
                    <a:pt x="304473" y="1594283"/>
                    <a:pt x="306223" y="1595158"/>
                    <a:pt x="307536" y="1595360"/>
                  </a:cubicBezTo>
                  <a:cubicBezTo>
                    <a:pt x="308848" y="1595561"/>
                    <a:pt x="309588" y="1597210"/>
                    <a:pt x="309588" y="1597546"/>
                  </a:cubicBezTo>
                  <a:cubicBezTo>
                    <a:pt x="309588" y="1597883"/>
                    <a:pt x="307637" y="1601247"/>
                    <a:pt x="307199" y="1601348"/>
                  </a:cubicBezTo>
                  <a:cubicBezTo>
                    <a:pt x="306762" y="1601448"/>
                    <a:pt x="305785" y="1601886"/>
                    <a:pt x="304709" y="1602121"/>
                  </a:cubicBezTo>
                  <a:cubicBezTo>
                    <a:pt x="303632" y="1602323"/>
                    <a:pt x="302757" y="1602996"/>
                    <a:pt x="302218" y="1603534"/>
                  </a:cubicBezTo>
                  <a:cubicBezTo>
                    <a:pt x="301680" y="1604072"/>
                    <a:pt x="301579" y="1605048"/>
                    <a:pt x="300603" y="1605822"/>
                  </a:cubicBezTo>
                  <a:cubicBezTo>
                    <a:pt x="299627" y="1606595"/>
                    <a:pt x="300603" y="1607133"/>
                    <a:pt x="300603" y="1607133"/>
                  </a:cubicBezTo>
                  <a:cubicBezTo>
                    <a:pt x="300603" y="1607133"/>
                    <a:pt x="302555" y="1610161"/>
                    <a:pt x="302891" y="1610397"/>
                  </a:cubicBezTo>
                  <a:cubicBezTo>
                    <a:pt x="303228" y="1610632"/>
                    <a:pt x="304406" y="1612247"/>
                    <a:pt x="304641" y="1612684"/>
                  </a:cubicBezTo>
                  <a:cubicBezTo>
                    <a:pt x="304877" y="1613121"/>
                    <a:pt x="306156" y="1613861"/>
                    <a:pt x="306156" y="1613861"/>
                  </a:cubicBezTo>
                  <a:cubicBezTo>
                    <a:pt x="306156" y="1613861"/>
                    <a:pt x="308343" y="1614501"/>
                    <a:pt x="308747" y="1614938"/>
                  </a:cubicBezTo>
                  <a:cubicBezTo>
                    <a:pt x="309185" y="1615375"/>
                    <a:pt x="310800" y="1616351"/>
                    <a:pt x="310767" y="1616687"/>
                  </a:cubicBezTo>
                  <a:cubicBezTo>
                    <a:pt x="310733" y="1617024"/>
                    <a:pt x="311137" y="1617663"/>
                    <a:pt x="310867" y="1618201"/>
                  </a:cubicBezTo>
                  <a:cubicBezTo>
                    <a:pt x="310598" y="1618739"/>
                    <a:pt x="311036" y="1620253"/>
                    <a:pt x="310935" y="1620690"/>
                  </a:cubicBezTo>
                  <a:cubicBezTo>
                    <a:pt x="310834" y="1621128"/>
                    <a:pt x="310935" y="1623180"/>
                    <a:pt x="310935" y="1623852"/>
                  </a:cubicBezTo>
                  <a:cubicBezTo>
                    <a:pt x="310935" y="1624525"/>
                    <a:pt x="311137" y="1624828"/>
                    <a:pt x="312012" y="1626880"/>
                  </a:cubicBezTo>
                  <a:cubicBezTo>
                    <a:pt x="312887" y="1628932"/>
                    <a:pt x="314065" y="1628394"/>
                    <a:pt x="314401" y="1628495"/>
                  </a:cubicBezTo>
                  <a:cubicBezTo>
                    <a:pt x="314738" y="1628596"/>
                    <a:pt x="315916" y="1628831"/>
                    <a:pt x="316252" y="1629033"/>
                  </a:cubicBezTo>
                  <a:cubicBezTo>
                    <a:pt x="316589" y="1629235"/>
                    <a:pt x="318002" y="1629235"/>
                    <a:pt x="319853" y="1628932"/>
                  </a:cubicBezTo>
                  <a:cubicBezTo>
                    <a:pt x="321704" y="1628596"/>
                    <a:pt x="320930" y="1628932"/>
                    <a:pt x="322041" y="1628932"/>
                  </a:cubicBezTo>
                  <a:cubicBezTo>
                    <a:pt x="323118" y="1628932"/>
                    <a:pt x="324329" y="1629033"/>
                    <a:pt x="324329" y="1629033"/>
                  </a:cubicBezTo>
                  <a:cubicBezTo>
                    <a:pt x="324329" y="1629033"/>
                    <a:pt x="326180" y="1630009"/>
                    <a:pt x="326517" y="1630547"/>
                  </a:cubicBezTo>
                  <a:cubicBezTo>
                    <a:pt x="326853" y="1631085"/>
                    <a:pt x="327829" y="1632061"/>
                    <a:pt x="328368" y="1632599"/>
                  </a:cubicBezTo>
                  <a:cubicBezTo>
                    <a:pt x="328906" y="1633137"/>
                    <a:pt x="329007" y="1633238"/>
                    <a:pt x="329344" y="1634012"/>
                  </a:cubicBezTo>
                  <a:cubicBezTo>
                    <a:pt x="329680" y="1634785"/>
                    <a:pt x="330656" y="1636938"/>
                    <a:pt x="331632" y="1638788"/>
                  </a:cubicBezTo>
                  <a:cubicBezTo>
                    <a:pt x="332608" y="1640639"/>
                    <a:pt x="334560" y="1641513"/>
                    <a:pt x="335435" y="1641951"/>
                  </a:cubicBezTo>
                  <a:cubicBezTo>
                    <a:pt x="336310" y="1642388"/>
                    <a:pt x="336411" y="1641311"/>
                    <a:pt x="336411" y="1641311"/>
                  </a:cubicBezTo>
                  <a:cubicBezTo>
                    <a:pt x="336411" y="1641311"/>
                    <a:pt x="339440" y="1638687"/>
                    <a:pt x="339777" y="1638486"/>
                  </a:cubicBezTo>
                  <a:cubicBezTo>
                    <a:pt x="340113" y="1638284"/>
                    <a:pt x="343041" y="1637510"/>
                    <a:pt x="343041" y="1637510"/>
                  </a:cubicBezTo>
                  <a:lnTo>
                    <a:pt x="346844" y="1639260"/>
                  </a:lnTo>
                  <a:cubicBezTo>
                    <a:pt x="346844" y="1639260"/>
                    <a:pt x="348359" y="1642287"/>
                    <a:pt x="348695" y="1643834"/>
                  </a:cubicBezTo>
                  <a:cubicBezTo>
                    <a:pt x="349032" y="1645348"/>
                    <a:pt x="350344" y="1645685"/>
                    <a:pt x="350782" y="1646223"/>
                  </a:cubicBezTo>
                  <a:cubicBezTo>
                    <a:pt x="351219" y="1646761"/>
                    <a:pt x="352936" y="1646862"/>
                    <a:pt x="354147" y="1646660"/>
                  </a:cubicBezTo>
                  <a:cubicBezTo>
                    <a:pt x="355359" y="1646458"/>
                    <a:pt x="355897" y="1646223"/>
                    <a:pt x="356335" y="1646021"/>
                  </a:cubicBezTo>
                  <a:cubicBezTo>
                    <a:pt x="356772" y="1645819"/>
                    <a:pt x="357109" y="1643195"/>
                    <a:pt x="357109" y="1642758"/>
                  </a:cubicBezTo>
                  <a:cubicBezTo>
                    <a:pt x="357109" y="1642321"/>
                    <a:pt x="357546" y="1640470"/>
                    <a:pt x="357546" y="1640033"/>
                  </a:cubicBezTo>
                  <a:cubicBezTo>
                    <a:pt x="357546" y="1639596"/>
                    <a:pt x="359397" y="1637207"/>
                    <a:pt x="359734" y="1636669"/>
                  </a:cubicBezTo>
                  <a:cubicBezTo>
                    <a:pt x="360070" y="1636131"/>
                    <a:pt x="363200" y="1633406"/>
                    <a:pt x="363200" y="1633406"/>
                  </a:cubicBezTo>
                  <a:lnTo>
                    <a:pt x="364614" y="1631657"/>
                  </a:lnTo>
                  <a:cubicBezTo>
                    <a:pt x="364614" y="1631657"/>
                    <a:pt x="367441" y="1628192"/>
                    <a:pt x="368619" y="1627317"/>
                  </a:cubicBezTo>
                  <a:cubicBezTo>
                    <a:pt x="369830" y="1626443"/>
                    <a:pt x="370806" y="1625904"/>
                    <a:pt x="371883" y="1625366"/>
                  </a:cubicBezTo>
                  <a:cubicBezTo>
                    <a:pt x="372960" y="1624828"/>
                    <a:pt x="375686" y="1622339"/>
                    <a:pt x="377436" y="1621767"/>
                  </a:cubicBezTo>
                  <a:cubicBezTo>
                    <a:pt x="379186" y="1621229"/>
                    <a:pt x="380162" y="1619177"/>
                    <a:pt x="380162" y="1619177"/>
                  </a:cubicBezTo>
                  <a:cubicBezTo>
                    <a:pt x="380162" y="1619177"/>
                    <a:pt x="379523" y="1617427"/>
                    <a:pt x="379186" y="1616889"/>
                  </a:cubicBezTo>
                  <a:cubicBezTo>
                    <a:pt x="378850" y="1616351"/>
                    <a:pt x="376561" y="1614400"/>
                    <a:pt x="375720" y="1614299"/>
                  </a:cubicBezTo>
                  <a:cubicBezTo>
                    <a:pt x="374845" y="1614198"/>
                    <a:pt x="374205" y="1612785"/>
                    <a:pt x="374205" y="1612785"/>
                  </a:cubicBezTo>
                  <a:cubicBezTo>
                    <a:pt x="374205" y="1612785"/>
                    <a:pt x="370840" y="1609522"/>
                    <a:pt x="370503" y="1609320"/>
                  </a:cubicBezTo>
                  <a:cubicBezTo>
                    <a:pt x="370200" y="1609118"/>
                    <a:pt x="368652" y="1605519"/>
                    <a:pt x="368652" y="1605519"/>
                  </a:cubicBezTo>
                  <a:cubicBezTo>
                    <a:pt x="368652" y="1605519"/>
                    <a:pt x="367777" y="1602256"/>
                    <a:pt x="367474" y="1602054"/>
                  </a:cubicBezTo>
                  <a:cubicBezTo>
                    <a:pt x="367138" y="1601819"/>
                    <a:pt x="366397" y="1598354"/>
                    <a:pt x="366397" y="1598354"/>
                  </a:cubicBezTo>
                  <a:lnTo>
                    <a:pt x="361719" y="1595965"/>
                  </a:lnTo>
                  <a:lnTo>
                    <a:pt x="356604" y="1593341"/>
                  </a:lnTo>
                  <a:cubicBezTo>
                    <a:pt x="356604" y="1593341"/>
                    <a:pt x="353676" y="1591929"/>
                    <a:pt x="353239" y="1591592"/>
                  </a:cubicBezTo>
                  <a:cubicBezTo>
                    <a:pt x="352801" y="1591256"/>
                    <a:pt x="352464" y="1588766"/>
                    <a:pt x="352464" y="1588766"/>
                  </a:cubicBezTo>
                  <a:lnTo>
                    <a:pt x="353339" y="1586580"/>
                  </a:lnTo>
                  <a:cubicBezTo>
                    <a:pt x="353339" y="1586580"/>
                    <a:pt x="356705" y="1586042"/>
                    <a:pt x="357142" y="1586042"/>
                  </a:cubicBezTo>
                  <a:cubicBezTo>
                    <a:pt x="357580" y="1586042"/>
                    <a:pt x="358354" y="1586243"/>
                    <a:pt x="358993" y="1586243"/>
                  </a:cubicBezTo>
                  <a:cubicBezTo>
                    <a:pt x="359633" y="1586243"/>
                    <a:pt x="363133" y="1588094"/>
                    <a:pt x="363873" y="1588194"/>
                  </a:cubicBezTo>
                  <a:cubicBezTo>
                    <a:pt x="364647" y="1588295"/>
                    <a:pt x="367575" y="1589506"/>
                    <a:pt x="367575" y="1589506"/>
                  </a:cubicBezTo>
                  <a:cubicBezTo>
                    <a:pt x="367575" y="1589506"/>
                    <a:pt x="371042" y="1590146"/>
                    <a:pt x="371479" y="1590280"/>
                  </a:cubicBezTo>
                  <a:cubicBezTo>
                    <a:pt x="371917" y="1590381"/>
                    <a:pt x="375821" y="1592029"/>
                    <a:pt x="375821" y="1592029"/>
                  </a:cubicBezTo>
                  <a:lnTo>
                    <a:pt x="379523" y="1592029"/>
                  </a:lnTo>
                  <a:lnTo>
                    <a:pt x="382451" y="1591659"/>
                  </a:lnTo>
                  <a:cubicBezTo>
                    <a:pt x="382451" y="1591659"/>
                    <a:pt x="384840" y="1589876"/>
                    <a:pt x="385278" y="1589742"/>
                  </a:cubicBezTo>
                  <a:cubicBezTo>
                    <a:pt x="385715" y="1589641"/>
                    <a:pt x="389417" y="1588531"/>
                    <a:pt x="389855" y="1588329"/>
                  </a:cubicBezTo>
                  <a:cubicBezTo>
                    <a:pt x="390292" y="1588127"/>
                    <a:pt x="395509" y="1586277"/>
                    <a:pt x="395509" y="1586277"/>
                  </a:cubicBezTo>
                  <a:lnTo>
                    <a:pt x="397696" y="1584662"/>
                  </a:lnTo>
                  <a:cubicBezTo>
                    <a:pt x="397696" y="1584662"/>
                    <a:pt x="399312" y="1584023"/>
                    <a:pt x="401062" y="1583586"/>
                  </a:cubicBezTo>
                  <a:cubicBezTo>
                    <a:pt x="402812" y="1583148"/>
                    <a:pt x="405403" y="1583384"/>
                    <a:pt x="405403" y="1583384"/>
                  </a:cubicBezTo>
                  <a:cubicBezTo>
                    <a:pt x="405403" y="1583384"/>
                    <a:pt x="408668" y="1583384"/>
                    <a:pt x="409105" y="1583384"/>
                  </a:cubicBezTo>
                  <a:cubicBezTo>
                    <a:pt x="409543" y="1583384"/>
                    <a:pt x="410081" y="1582207"/>
                    <a:pt x="410418" y="1581534"/>
                  </a:cubicBezTo>
                  <a:cubicBezTo>
                    <a:pt x="410754" y="1580895"/>
                    <a:pt x="411629" y="1580659"/>
                    <a:pt x="412370" y="1579919"/>
                  </a:cubicBezTo>
                  <a:cubicBezTo>
                    <a:pt x="413144" y="1579145"/>
                    <a:pt x="415398" y="1577968"/>
                    <a:pt x="415836" y="1577968"/>
                  </a:cubicBezTo>
                  <a:cubicBezTo>
                    <a:pt x="416274" y="1577968"/>
                    <a:pt x="419000" y="1578304"/>
                    <a:pt x="419303" y="1578405"/>
                  </a:cubicBezTo>
                  <a:cubicBezTo>
                    <a:pt x="419639" y="1578506"/>
                    <a:pt x="421692" y="1582207"/>
                    <a:pt x="422029" y="1582543"/>
                  </a:cubicBezTo>
                  <a:cubicBezTo>
                    <a:pt x="422365" y="1582879"/>
                    <a:pt x="423106" y="1584393"/>
                    <a:pt x="423106" y="1584393"/>
                  </a:cubicBezTo>
                  <a:lnTo>
                    <a:pt x="425596" y="1588733"/>
                  </a:lnTo>
                  <a:lnTo>
                    <a:pt x="429500" y="1591222"/>
                  </a:lnTo>
                  <a:cubicBezTo>
                    <a:pt x="429500" y="1591222"/>
                    <a:pt x="431553" y="1591659"/>
                    <a:pt x="431889" y="1591323"/>
                  </a:cubicBezTo>
                  <a:cubicBezTo>
                    <a:pt x="432226" y="1590987"/>
                    <a:pt x="436130" y="1591088"/>
                    <a:pt x="438082" y="1591088"/>
                  </a:cubicBezTo>
                  <a:cubicBezTo>
                    <a:pt x="440034" y="1591088"/>
                    <a:pt x="442423" y="1591962"/>
                    <a:pt x="442861" y="1591962"/>
                  </a:cubicBezTo>
                  <a:cubicBezTo>
                    <a:pt x="443298" y="1591962"/>
                    <a:pt x="444611" y="1593476"/>
                    <a:pt x="445048" y="1594149"/>
                  </a:cubicBezTo>
                  <a:cubicBezTo>
                    <a:pt x="445486" y="1594788"/>
                    <a:pt x="446798" y="1597176"/>
                    <a:pt x="447236" y="1597311"/>
                  </a:cubicBezTo>
                  <a:cubicBezTo>
                    <a:pt x="447673" y="1597412"/>
                    <a:pt x="453765" y="1597849"/>
                    <a:pt x="453765" y="1597849"/>
                  </a:cubicBezTo>
                  <a:cubicBezTo>
                    <a:pt x="453765" y="1597849"/>
                    <a:pt x="459722" y="1597849"/>
                    <a:pt x="460395" y="1597647"/>
                  </a:cubicBezTo>
                  <a:cubicBezTo>
                    <a:pt x="461034" y="1597445"/>
                    <a:pt x="464501" y="1597311"/>
                    <a:pt x="464501" y="1597311"/>
                  </a:cubicBezTo>
                  <a:cubicBezTo>
                    <a:pt x="464501" y="1597311"/>
                    <a:pt x="468102" y="1597311"/>
                    <a:pt x="470255" y="1597311"/>
                  </a:cubicBezTo>
                  <a:cubicBezTo>
                    <a:pt x="472409" y="1597311"/>
                    <a:pt x="472207" y="1596873"/>
                    <a:pt x="472544" y="1596537"/>
                  </a:cubicBezTo>
                  <a:cubicBezTo>
                    <a:pt x="472881" y="1596201"/>
                    <a:pt x="474732" y="1595763"/>
                    <a:pt x="475035" y="1595461"/>
                  </a:cubicBezTo>
                  <a:cubicBezTo>
                    <a:pt x="475371" y="1595124"/>
                    <a:pt x="476246" y="1594149"/>
                    <a:pt x="476246" y="1594149"/>
                  </a:cubicBezTo>
                  <a:lnTo>
                    <a:pt x="481799" y="1589675"/>
                  </a:lnTo>
                  <a:lnTo>
                    <a:pt x="487453" y="1585873"/>
                  </a:lnTo>
                  <a:cubicBezTo>
                    <a:pt x="487453" y="1585873"/>
                    <a:pt x="490381" y="1584023"/>
                    <a:pt x="491256" y="1583384"/>
                  </a:cubicBezTo>
                  <a:cubicBezTo>
                    <a:pt x="492131" y="1582745"/>
                    <a:pt x="494184" y="1580895"/>
                    <a:pt x="494184" y="1580895"/>
                  </a:cubicBezTo>
                  <a:cubicBezTo>
                    <a:pt x="494184" y="1580895"/>
                    <a:pt x="495934" y="1578405"/>
                    <a:pt x="496237" y="1577531"/>
                  </a:cubicBezTo>
                  <a:cubicBezTo>
                    <a:pt x="496573" y="1576656"/>
                    <a:pt x="498290" y="1575781"/>
                    <a:pt x="498290" y="1575781"/>
                  </a:cubicBezTo>
                  <a:lnTo>
                    <a:pt x="500242" y="1575580"/>
                  </a:lnTo>
                  <a:cubicBezTo>
                    <a:pt x="500242" y="1575580"/>
                    <a:pt x="503405" y="1574268"/>
                    <a:pt x="503843" y="1573931"/>
                  </a:cubicBezTo>
                  <a:cubicBezTo>
                    <a:pt x="504280" y="1573595"/>
                    <a:pt x="506670" y="1572518"/>
                    <a:pt x="507982" y="1571980"/>
                  </a:cubicBezTo>
                  <a:cubicBezTo>
                    <a:pt x="509295" y="1571442"/>
                    <a:pt x="510910" y="1571543"/>
                    <a:pt x="512559" y="1571105"/>
                  </a:cubicBezTo>
                  <a:cubicBezTo>
                    <a:pt x="514175" y="1570668"/>
                    <a:pt x="514208" y="1570332"/>
                    <a:pt x="514511" y="1570231"/>
                  </a:cubicBezTo>
                  <a:cubicBezTo>
                    <a:pt x="514848" y="1570130"/>
                    <a:pt x="516800" y="1568919"/>
                    <a:pt x="517103" y="1568717"/>
                  </a:cubicBezTo>
                  <a:cubicBezTo>
                    <a:pt x="517439" y="1568515"/>
                    <a:pt x="519593" y="1568381"/>
                    <a:pt x="519930" y="1568179"/>
                  </a:cubicBezTo>
                  <a:cubicBezTo>
                    <a:pt x="520266" y="1567977"/>
                    <a:pt x="523194" y="1567102"/>
                    <a:pt x="523531" y="1566867"/>
                  </a:cubicBezTo>
                  <a:cubicBezTo>
                    <a:pt x="523867" y="1566631"/>
                    <a:pt x="526560" y="1565656"/>
                    <a:pt x="527973" y="1565454"/>
                  </a:cubicBezTo>
                  <a:cubicBezTo>
                    <a:pt x="529387" y="1565219"/>
                    <a:pt x="533627" y="1565353"/>
                    <a:pt x="534940" y="1565454"/>
                  </a:cubicBezTo>
                  <a:cubicBezTo>
                    <a:pt x="536252" y="1565555"/>
                    <a:pt x="539281" y="1565992"/>
                    <a:pt x="539281" y="1565992"/>
                  </a:cubicBezTo>
                  <a:cubicBezTo>
                    <a:pt x="539281" y="1565992"/>
                    <a:pt x="543084" y="1565992"/>
                    <a:pt x="544161" y="1565992"/>
                  </a:cubicBezTo>
                  <a:cubicBezTo>
                    <a:pt x="545238" y="1565992"/>
                    <a:pt x="547863" y="1566766"/>
                    <a:pt x="548300" y="1566968"/>
                  </a:cubicBezTo>
                  <a:cubicBezTo>
                    <a:pt x="548738" y="1567170"/>
                    <a:pt x="549815" y="1567842"/>
                    <a:pt x="552339" y="1568919"/>
                  </a:cubicBezTo>
                  <a:cubicBezTo>
                    <a:pt x="554829" y="1569995"/>
                    <a:pt x="555503" y="1571946"/>
                    <a:pt x="555940" y="1572619"/>
                  </a:cubicBezTo>
                  <a:cubicBezTo>
                    <a:pt x="556378" y="1573258"/>
                    <a:pt x="558767" y="1575445"/>
                    <a:pt x="558767" y="1575445"/>
                  </a:cubicBezTo>
                  <a:cubicBezTo>
                    <a:pt x="558767" y="1575445"/>
                    <a:pt x="558767" y="1577497"/>
                    <a:pt x="558666" y="1578170"/>
                  </a:cubicBezTo>
                  <a:cubicBezTo>
                    <a:pt x="558565" y="1578809"/>
                    <a:pt x="557690" y="1579246"/>
                    <a:pt x="557690" y="1579246"/>
                  </a:cubicBezTo>
                  <a:cubicBezTo>
                    <a:pt x="557690" y="1579246"/>
                    <a:pt x="556815" y="1580861"/>
                    <a:pt x="555738" y="1581635"/>
                  </a:cubicBezTo>
                  <a:cubicBezTo>
                    <a:pt x="554661" y="1582408"/>
                    <a:pt x="553887" y="1584662"/>
                    <a:pt x="553887" y="1584999"/>
                  </a:cubicBezTo>
                  <a:cubicBezTo>
                    <a:pt x="553887" y="1585335"/>
                    <a:pt x="555301" y="1587051"/>
                    <a:pt x="555301" y="1587051"/>
                  </a:cubicBezTo>
                  <a:lnTo>
                    <a:pt x="557690" y="1590953"/>
                  </a:lnTo>
                  <a:lnTo>
                    <a:pt x="558229" y="1593005"/>
                  </a:lnTo>
                  <a:lnTo>
                    <a:pt x="559104" y="1595932"/>
                  </a:lnTo>
                  <a:cubicBezTo>
                    <a:pt x="559104" y="1595932"/>
                    <a:pt x="561291" y="1599531"/>
                    <a:pt x="561830" y="1600069"/>
                  </a:cubicBezTo>
                  <a:cubicBezTo>
                    <a:pt x="562368" y="1600607"/>
                    <a:pt x="564118" y="1603231"/>
                    <a:pt x="564118" y="1603231"/>
                  </a:cubicBezTo>
                  <a:cubicBezTo>
                    <a:pt x="564118" y="1603231"/>
                    <a:pt x="564657" y="1608681"/>
                    <a:pt x="564657" y="1608984"/>
                  </a:cubicBezTo>
                  <a:cubicBezTo>
                    <a:pt x="564657" y="1609320"/>
                    <a:pt x="565633" y="1613323"/>
                    <a:pt x="565733" y="1613761"/>
                  </a:cubicBezTo>
                  <a:cubicBezTo>
                    <a:pt x="565835" y="1614198"/>
                    <a:pt x="565835" y="1618874"/>
                    <a:pt x="565835" y="1618874"/>
                  </a:cubicBezTo>
                  <a:cubicBezTo>
                    <a:pt x="565835" y="1618874"/>
                    <a:pt x="564421" y="1621599"/>
                    <a:pt x="563984" y="1621700"/>
                  </a:cubicBezTo>
                  <a:cubicBezTo>
                    <a:pt x="563546" y="1621801"/>
                    <a:pt x="560955" y="1623449"/>
                    <a:pt x="560517" y="1623751"/>
                  </a:cubicBezTo>
                  <a:cubicBezTo>
                    <a:pt x="560080" y="1624088"/>
                    <a:pt x="557353" y="1626678"/>
                    <a:pt x="556916" y="1627015"/>
                  </a:cubicBezTo>
                  <a:cubicBezTo>
                    <a:pt x="556478" y="1627351"/>
                    <a:pt x="556378" y="1628966"/>
                    <a:pt x="556378" y="1628966"/>
                  </a:cubicBezTo>
                  <a:lnTo>
                    <a:pt x="552474" y="1632868"/>
                  </a:lnTo>
                  <a:lnTo>
                    <a:pt x="551161" y="1635256"/>
                  </a:lnTo>
                  <a:cubicBezTo>
                    <a:pt x="551161" y="1635256"/>
                    <a:pt x="547022" y="1636131"/>
                    <a:pt x="546483" y="1636434"/>
                  </a:cubicBezTo>
                  <a:cubicBezTo>
                    <a:pt x="545945" y="1636770"/>
                    <a:pt x="544767" y="1639899"/>
                    <a:pt x="544767" y="1639899"/>
                  </a:cubicBezTo>
                  <a:lnTo>
                    <a:pt x="541065" y="1645886"/>
                  </a:lnTo>
                  <a:lnTo>
                    <a:pt x="539113" y="1652514"/>
                  </a:lnTo>
                  <a:cubicBezTo>
                    <a:pt x="539113" y="1652514"/>
                    <a:pt x="534872" y="1658064"/>
                    <a:pt x="534098" y="1658939"/>
                  </a:cubicBezTo>
                  <a:cubicBezTo>
                    <a:pt x="533324" y="1659813"/>
                    <a:pt x="529521" y="1662538"/>
                    <a:pt x="529218" y="1662841"/>
                  </a:cubicBezTo>
                  <a:cubicBezTo>
                    <a:pt x="528882" y="1663177"/>
                    <a:pt x="519425" y="1667618"/>
                    <a:pt x="519425" y="1667618"/>
                  </a:cubicBezTo>
                  <a:lnTo>
                    <a:pt x="510304" y="1672731"/>
                  </a:lnTo>
                  <a:lnTo>
                    <a:pt x="498391" y="1677777"/>
                  </a:lnTo>
                  <a:cubicBezTo>
                    <a:pt x="498391" y="1677777"/>
                    <a:pt x="494823" y="1679593"/>
                    <a:pt x="494520" y="1679728"/>
                  </a:cubicBezTo>
                  <a:cubicBezTo>
                    <a:pt x="494184" y="1679862"/>
                    <a:pt x="492871" y="1680502"/>
                    <a:pt x="492636" y="1680636"/>
                  </a:cubicBezTo>
                  <a:cubicBezTo>
                    <a:pt x="492400" y="1680737"/>
                    <a:pt x="491593" y="1681544"/>
                    <a:pt x="491525" y="1681645"/>
                  </a:cubicBezTo>
                  <a:cubicBezTo>
                    <a:pt x="491458" y="1681713"/>
                    <a:pt x="491458" y="1682352"/>
                    <a:pt x="491458" y="1682352"/>
                  </a:cubicBezTo>
                  <a:lnTo>
                    <a:pt x="492366" y="1684135"/>
                  </a:lnTo>
                  <a:lnTo>
                    <a:pt x="495261" y="1684135"/>
                  </a:lnTo>
                  <a:cubicBezTo>
                    <a:pt x="495261" y="1684135"/>
                    <a:pt x="498155" y="1685514"/>
                    <a:pt x="498593" y="1686086"/>
                  </a:cubicBezTo>
                  <a:cubicBezTo>
                    <a:pt x="499030" y="1686658"/>
                    <a:pt x="501049" y="1688777"/>
                    <a:pt x="501218" y="1689349"/>
                  </a:cubicBezTo>
                  <a:cubicBezTo>
                    <a:pt x="501352" y="1689921"/>
                    <a:pt x="501924" y="1691973"/>
                    <a:pt x="501924" y="1691973"/>
                  </a:cubicBezTo>
                  <a:lnTo>
                    <a:pt x="501924" y="1693285"/>
                  </a:lnTo>
                  <a:cubicBezTo>
                    <a:pt x="501924" y="1693285"/>
                    <a:pt x="501049" y="1694731"/>
                    <a:pt x="500915" y="1695169"/>
                  </a:cubicBezTo>
                  <a:cubicBezTo>
                    <a:pt x="500780" y="1695606"/>
                    <a:pt x="500174" y="1696615"/>
                    <a:pt x="500174" y="1696615"/>
                  </a:cubicBezTo>
                  <a:lnTo>
                    <a:pt x="500309" y="1697792"/>
                  </a:lnTo>
                  <a:lnTo>
                    <a:pt x="501453" y="1699239"/>
                  </a:lnTo>
                  <a:lnTo>
                    <a:pt x="501319" y="1701560"/>
                  </a:lnTo>
                  <a:lnTo>
                    <a:pt x="501891" y="1709398"/>
                  </a:lnTo>
                  <a:cubicBezTo>
                    <a:pt x="501891" y="1709398"/>
                    <a:pt x="501891" y="1712291"/>
                    <a:pt x="501891" y="1712863"/>
                  </a:cubicBezTo>
                  <a:cubicBezTo>
                    <a:pt x="501891" y="1713435"/>
                    <a:pt x="501319" y="1715453"/>
                    <a:pt x="501319" y="1715453"/>
                  </a:cubicBezTo>
                  <a:lnTo>
                    <a:pt x="498424" y="1716900"/>
                  </a:lnTo>
                  <a:lnTo>
                    <a:pt x="495799" y="1715453"/>
                  </a:lnTo>
                  <a:lnTo>
                    <a:pt x="492770" y="1715453"/>
                  </a:lnTo>
                  <a:lnTo>
                    <a:pt x="490583" y="1715453"/>
                  </a:lnTo>
                  <a:lnTo>
                    <a:pt x="485804" y="1715453"/>
                  </a:lnTo>
                  <a:lnTo>
                    <a:pt x="483987" y="1718279"/>
                  </a:lnTo>
                  <a:lnTo>
                    <a:pt x="484054" y="1718918"/>
                  </a:lnTo>
                  <a:cubicBezTo>
                    <a:pt x="484054" y="1718918"/>
                    <a:pt x="483919" y="1722820"/>
                    <a:pt x="484054" y="1723426"/>
                  </a:cubicBezTo>
                  <a:cubicBezTo>
                    <a:pt x="484188" y="1723998"/>
                    <a:pt x="484054" y="1726622"/>
                    <a:pt x="484054" y="1727059"/>
                  </a:cubicBezTo>
                  <a:cubicBezTo>
                    <a:pt x="484054" y="1727496"/>
                    <a:pt x="484626" y="1730255"/>
                    <a:pt x="484626" y="1730255"/>
                  </a:cubicBezTo>
                  <a:cubicBezTo>
                    <a:pt x="484626" y="1730255"/>
                    <a:pt x="485501" y="1732273"/>
                    <a:pt x="486376" y="1733719"/>
                  </a:cubicBezTo>
                  <a:cubicBezTo>
                    <a:pt x="487251" y="1735166"/>
                    <a:pt x="487251" y="1736478"/>
                    <a:pt x="487554" y="1737184"/>
                  </a:cubicBezTo>
                  <a:cubicBezTo>
                    <a:pt x="487857" y="1737924"/>
                    <a:pt x="487251" y="1739775"/>
                    <a:pt x="487689" y="1740380"/>
                  </a:cubicBezTo>
                  <a:cubicBezTo>
                    <a:pt x="488126" y="1740952"/>
                    <a:pt x="487251" y="1743408"/>
                    <a:pt x="487689" y="1744148"/>
                  </a:cubicBezTo>
                  <a:cubicBezTo>
                    <a:pt x="488126" y="1744854"/>
                    <a:pt x="487689" y="1746469"/>
                    <a:pt x="487689" y="1746469"/>
                  </a:cubicBezTo>
                  <a:lnTo>
                    <a:pt x="492333" y="1748487"/>
                  </a:lnTo>
                  <a:cubicBezTo>
                    <a:pt x="492333" y="1748487"/>
                    <a:pt x="496371" y="1748487"/>
                    <a:pt x="496977" y="1748487"/>
                  </a:cubicBezTo>
                  <a:cubicBezTo>
                    <a:pt x="497549" y="1748487"/>
                    <a:pt x="501319" y="1750506"/>
                    <a:pt x="501891" y="1751111"/>
                  </a:cubicBezTo>
                  <a:cubicBezTo>
                    <a:pt x="502463" y="1751683"/>
                    <a:pt x="509429" y="1753567"/>
                    <a:pt x="510001" y="1753870"/>
                  </a:cubicBezTo>
                  <a:cubicBezTo>
                    <a:pt x="510574" y="1754172"/>
                    <a:pt x="514074" y="1755619"/>
                    <a:pt x="514074" y="1755619"/>
                  </a:cubicBezTo>
                  <a:lnTo>
                    <a:pt x="518718" y="1759958"/>
                  </a:lnTo>
                  <a:lnTo>
                    <a:pt x="519795" y="1764298"/>
                  </a:lnTo>
                  <a:cubicBezTo>
                    <a:pt x="519795" y="1764298"/>
                    <a:pt x="528276" y="1774154"/>
                    <a:pt x="528545" y="1774424"/>
                  </a:cubicBezTo>
                  <a:cubicBezTo>
                    <a:pt x="528848" y="1774726"/>
                    <a:pt x="536454" y="1782093"/>
                    <a:pt x="537531" y="1783203"/>
                  </a:cubicBezTo>
                  <a:cubicBezTo>
                    <a:pt x="538608" y="1784280"/>
                    <a:pt x="544262" y="1789931"/>
                    <a:pt x="544262" y="1789931"/>
                  </a:cubicBezTo>
                  <a:cubicBezTo>
                    <a:pt x="544262" y="1789931"/>
                    <a:pt x="549175" y="1792892"/>
                    <a:pt x="549411" y="1792959"/>
                  </a:cubicBezTo>
                  <a:cubicBezTo>
                    <a:pt x="549613" y="1793026"/>
                    <a:pt x="553416" y="1794775"/>
                    <a:pt x="553416" y="1794775"/>
                  </a:cubicBezTo>
                  <a:lnTo>
                    <a:pt x="555704" y="1796087"/>
                  </a:lnTo>
                  <a:lnTo>
                    <a:pt x="558430" y="1791950"/>
                  </a:lnTo>
                  <a:lnTo>
                    <a:pt x="562435" y="1791950"/>
                  </a:lnTo>
                  <a:lnTo>
                    <a:pt x="564623" y="1795684"/>
                  </a:lnTo>
                  <a:cubicBezTo>
                    <a:pt x="564623" y="1795684"/>
                    <a:pt x="564791" y="1795785"/>
                    <a:pt x="565061" y="1795919"/>
                  </a:cubicBezTo>
                  <a:lnTo>
                    <a:pt x="565767" y="1794372"/>
                  </a:lnTo>
                  <a:lnTo>
                    <a:pt x="569469" y="1792925"/>
                  </a:lnTo>
                  <a:cubicBezTo>
                    <a:pt x="569469" y="1792925"/>
                    <a:pt x="572094" y="1790167"/>
                    <a:pt x="572969" y="1790167"/>
                  </a:cubicBezTo>
                  <a:cubicBezTo>
                    <a:pt x="573844" y="1790167"/>
                    <a:pt x="575796" y="1790167"/>
                    <a:pt x="575796" y="1790167"/>
                  </a:cubicBezTo>
                  <a:lnTo>
                    <a:pt x="584277" y="1786904"/>
                  </a:lnTo>
                  <a:lnTo>
                    <a:pt x="593398" y="1784515"/>
                  </a:lnTo>
                  <a:lnTo>
                    <a:pt x="595989" y="1781690"/>
                  </a:lnTo>
                  <a:cubicBezTo>
                    <a:pt x="595989" y="1781690"/>
                    <a:pt x="605109" y="1784078"/>
                    <a:pt x="605984" y="1784078"/>
                  </a:cubicBezTo>
                  <a:cubicBezTo>
                    <a:pt x="606859" y="1784078"/>
                    <a:pt x="615105" y="1784280"/>
                    <a:pt x="617057" y="1783876"/>
                  </a:cubicBezTo>
                  <a:cubicBezTo>
                    <a:pt x="619009" y="1783439"/>
                    <a:pt x="622071" y="1781690"/>
                    <a:pt x="622071" y="1781690"/>
                  </a:cubicBezTo>
                  <a:lnTo>
                    <a:pt x="632302" y="1779099"/>
                  </a:lnTo>
                  <a:cubicBezTo>
                    <a:pt x="632302" y="1779099"/>
                    <a:pt x="635769" y="1776475"/>
                    <a:pt x="636644" y="1776475"/>
                  </a:cubicBezTo>
                  <a:cubicBezTo>
                    <a:pt x="637519" y="1776475"/>
                    <a:pt x="646000" y="1773650"/>
                    <a:pt x="646000" y="1773650"/>
                  </a:cubicBezTo>
                  <a:lnTo>
                    <a:pt x="653168" y="1768873"/>
                  </a:lnTo>
                  <a:lnTo>
                    <a:pt x="658183" y="1767561"/>
                  </a:lnTo>
                  <a:lnTo>
                    <a:pt x="667943" y="1767561"/>
                  </a:lnTo>
                  <a:lnTo>
                    <a:pt x="669693" y="1767561"/>
                  </a:lnTo>
                  <a:cubicBezTo>
                    <a:pt x="669693" y="1767561"/>
                    <a:pt x="667505" y="1767325"/>
                    <a:pt x="673832" y="1767561"/>
                  </a:cubicBezTo>
                  <a:cubicBezTo>
                    <a:pt x="680126" y="1767763"/>
                    <a:pt x="681303" y="1769579"/>
                    <a:pt x="681303" y="1769579"/>
                  </a:cubicBezTo>
                  <a:cubicBezTo>
                    <a:pt x="681303" y="1769579"/>
                    <a:pt x="685443" y="1769007"/>
                    <a:pt x="685880" y="1768940"/>
                  </a:cubicBezTo>
                  <a:cubicBezTo>
                    <a:pt x="686318" y="1768873"/>
                    <a:pt x="688640" y="1765240"/>
                    <a:pt x="688135" y="1765173"/>
                  </a:cubicBezTo>
                  <a:cubicBezTo>
                    <a:pt x="687630" y="1765105"/>
                    <a:pt x="683053" y="1764668"/>
                    <a:pt x="682852" y="1764432"/>
                  </a:cubicBezTo>
                  <a:cubicBezTo>
                    <a:pt x="682616" y="1764197"/>
                    <a:pt x="680664" y="1762179"/>
                    <a:pt x="680765" y="1761909"/>
                  </a:cubicBezTo>
                  <a:cubicBezTo>
                    <a:pt x="680832" y="1761607"/>
                    <a:pt x="681135" y="1759454"/>
                    <a:pt x="682717" y="1759151"/>
                  </a:cubicBezTo>
                  <a:cubicBezTo>
                    <a:pt x="684299" y="1758848"/>
                    <a:pt x="686856" y="1758411"/>
                    <a:pt x="687058" y="1758579"/>
                  </a:cubicBezTo>
                  <a:cubicBezTo>
                    <a:pt x="687260" y="1758714"/>
                    <a:pt x="692073" y="1758546"/>
                    <a:pt x="692073" y="1758546"/>
                  </a:cubicBezTo>
                  <a:lnTo>
                    <a:pt x="703650" y="1752188"/>
                  </a:lnTo>
                  <a:cubicBezTo>
                    <a:pt x="703650" y="1752188"/>
                    <a:pt x="707419" y="1748723"/>
                    <a:pt x="707722" y="1747545"/>
                  </a:cubicBezTo>
                  <a:cubicBezTo>
                    <a:pt x="708025" y="1746402"/>
                    <a:pt x="708597" y="1739438"/>
                    <a:pt x="707722" y="1738261"/>
                  </a:cubicBezTo>
                  <a:cubicBezTo>
                    <a:pt x="706847" y="1737117"/>
                    <a:pt x="704256" y="1731028"/>
                    <a:pt x="704256" y="1731028"/>
                  </a:cubicBezTo>
                  <a:lnTo>
                    <a:pt x="699914" y="1725242"/>
                  </a:lnTo>
                  <a:lnTo>
                    <a:pt x="698467" y="1720028"/>
                  </a:lnTo>
                  <a:cubicBezTo>
                    <a:pt x="698467" y="1720028"/>
                    <a:pt x="698164" y="1715958"/>
                    <a:pt x="698164" y="1715117"/>
                  </a:cubicBezTo>
                  <a:cubicBezTo>
                    <a:pt x="698164" y="1714242"/>
                    <a:pt x="701059" y="1708759"/>
                    <a:pt x="701059" y="1708759"/>
                  </a:cubicBezTo>
                  <a:cubicBezTo>
                    <a:pt x="701059" y="1708759"/>
                    <a:pt x="703953" y="1707010"/>
                    <a:pt x="704525" y="1706135"/>
                  </a:cubicBezTo>
                  <a:cubicBezTo>
                    <a:pt x="705097" y="1705260"/>
                    <a:pt x="709439" y="1701795"/>
                    <a:pt x="709439" y="1701795"/>
                  </a:cubicBezTo>
                  <a:lnTo>
                    <a:pt x="708698" y="1697759"/>
                  </a:lnTo>
                  <a:lnTo>
                    <a:pt x="709439" y="1691973"/>
                  </a:lnTo>
                  <a:cubicBezTo>
                    <a:pt x="709439" y="1691973"/>
                    <a:pt x="711020" y="1689517"/>
                    <a:pt x="710886" y="1688205"/>
                  </a:cubicBezTo>
                  <a:cubicBezTo>
                    <a:pt x="710751" y="1686893"/>
                    <a:pt x="710684" y="1684303"/>
                    <a:pt x="710246" y="1684000"/>
                  </a:cubicBezTo>
                  <a:cubicBezTo>
                    <a:pt x="709809" y="1683697"/>
                    <a:pt x="707116" y="1681814"/>
                    <a:pt x="707116" y="1680367"/>
                  </a:cubicBezTo>
                  <a:cubicBezTo>
                    <a:pt x="707116" y="1678921"/>
                    <a:pt x="707116" y="1674581"/>
                    <a:pt x="707116" y="1674581"/>
                  </a:cubicBezTo>
                  <a:cubicBezTo>
                    <a:pt x="707116" y="1674581"/>
                    <a:pt x="707689" y="1661529"/>
                    <a:pt x="708126" y="1661125"/>
                  </a:cubicBezTo>
                  <a:cubicBezTo>
                    <a:pt x="708564" y="1660688"/>
                    <a:pt x="711895" y="1656348"/>
                    <a:pt x="712030" y="1655911"/>
                  </a:cubicBezTo>
                  <a:cubicBezTo>
                    <a:pt x="712165" y="1655474"/>
                    <a:pt x="714790" y="1646660"/>
                    <a:pt x="714790" y="1646055"/>
                  </a:cubicBezTo>
                  <a:cubicBezTo>
                    <a:pt x="714790" y="1645483"/>
                    <a:pt x="717819" y="1637645"/>
                    <a:pt x="717987" y="1637073"/>
                  </a:cubicBezTo>
                  <a:cubicBezTo>
                    <a:pt x="718121" y="1636501"/>
                    <a:pt x="722059" y="1633002"/>
                    <a:pt x="723203" y="1631724"/>
                  </a:cubicBezTo>
                  <a:cubicBezTo>
                    <a:pt x="724348" y="1630412"/>
                    <a:pt x="727679" y="1626947"/>
                    <a:pt x="727679" y="1626947"/>
                  </a:cubicBezTo>
                  <a:cubicBezTo>
                    <a:pt x="727679" y="1626947"/>
                    <a:pt x="729867" y="1624189"/>
                    <a:pt x="730002" y="1623751"/>
                  </a:cubicBezTo>
                  <a:cubicBezTo>
                    <a:pt x="730136" y="1623314"/>
                    <a:pt x="732324" y="1619547"/>
                    <a:pt x="732324" y="1618975"/>
                  </a:cubicBezTo>
                  <a:cubicBezTo>
                    <a:pt x="732324" y="1618403"/>
                    <a:pt x="733468" y="1616956"/>
                    <a:pt x="734208" y="1616519"/>
                  </a:cubicBezTo>
                  <a:cubicBezTo>
                    <a:pt x="734915" y="1616082"/>
                    <a:pt x="737103" y="1614198"/>
                    <a:pt x="737675" y="1613761"/>
                  </a:cubicBezTo>
                  <a:cubicBezTo>
                    <a:pt x="738247" y="1613323"/>
                    <a:pt x="741747" y="1611137"/>
                    <a:pt x="741747" y="1611137"/>
                  </a:cubicBezTo>
                  <a:lnTo>
                    <a:pt x="745651" y="1608815"/>
                  </a:lnTo>
                  <a:lnTo>
                    <a:pt x="747973" y="1606797"/>
                  </a:lnTo>
                  <a:cubicBezTo>
                    <a:pt x="747973" y="1606797"/>
                    <a:pt x="748714" y="1601448"/>
                    <a:pt x="748714" y="1600843"/>
                  </a:cubicBezTo>
                  <a:cubicBezTo>
                    <a:pt x="748714" y="1600271"/>
                    <a:pt x="749420" y="1597647"/>
                    <a:pt x="749420" y="1597647"/>
                  </a:cubicBezTo>
                  <a:lnTo>
                    <a:pt x="752752" y="1592736"/>
                  </a:lnTo>
                  <a:cubicBezTo>
                    <a:pt x="752752" y="1592736"/>
                    <a:pt x="754940" y="1589271"/>
                    <a:pt x="755512" y="1589271"/>
                  </a:cubicBezTo>
                  <a:cubicBezTo>
                    <a:pt x="756084" y="1589271"/>
                    <a:pt x="757699" y="1590415"/>
                    <a:pt x="758574" y="1590583"/>
                  </a:cubicBezTo>
                  <a:cubicBezTo>
                    <a:pt x="759449" y="1590717"/>
                    <a:pt x="759719" y="1590583"/>
                    <a:pt x="761906" y="1590583"/>
                  </a:cubicBezTo>
                  <a:cubicBezTo>
                    <a:pt x="764094" y="1590583"/>
                    <a:pt x="765675" y="1589136"/>
                    <a:pt x="766820" y="1589271"/>
                  </a:cubicBezTo>
                  <a:cubicBezTo>
                    <a:pt x="767964" y="1589406"/>
                    <a:pt x="769007" y="1588968"/>
                    <a:pt x="770454" y="1587959"/>
                  </a:cubicBezTo>
                  <a:cubicBezTo>
                    <a:pt x="771901" y="1586950"/>
                    <a:pt x="773214" y="1586210"/>
                    <a:pt x="773652" y="1585941"/>
                  </a:cubicBezTo>
                  <a:cubicBezTo>
                    <a:pt x="774089" y="1585638"/>
                    <a:pt x="775974" y="1585066"/>
                    <a:pt x="775974" y="1585066"/>
                  </a:cubicBezTo>
                  <a:lnTo>
                    <a:pt x="781056" y="1585066"/>
                  </a:lnTo>
                  <a:cubicBezTo>
                    <a:pt x="781056" y="1585066"/>
                    <a:pt x="785834" y="1585503"/>
                    <a:pt x="787147" y="1584494"/>
                  </a:cubicBezTo>
                  <a:cubicBezTo>
                    <a:pt x="788460" y="1583485"/>
                    <a:pt x="790613" y="1581029"/>
                    <a:pt x="790613" y="1581029"/>
                  </a:cubicBezTo>
                  <a:lnTo>
                    <a:pt x="794686" y="1581769"/>
                  </a:lnTo>
                  <a:cubicBezTo>
                    <a:pt x="794686" y="1581769"/>
                    <a:pt x="795258" y="1584528"/>
                    <a:pt x="795392" y="1584965"/>
                  </a:cubicBezTo>
                  <a:cubicBezTo>
                    <a:pt x="795527" y="1585402"/>
                    <a:pt x="794955" y="1587993"/>
                    <a:pt x="795392" y="1588598"/>
                  </a:cubicBezTo>
                  <a:cubicBezTo>
                    <a:pt x="795830" y="1589170"/>
                    <a:pt x="795426" y="1592063"/>
                    <a:pt x="795426" y="1592063"/>
                  </a:cubicBezTo>
                  <a:lnTo>
                    <a:pt x="793811" y="1595965"/>
                  </a:lnTo>
                  <a:lnTo>
                    <a:pt x="795594" y="1598724"/>
                  </a:lnTo>
                  <a:lnTo>
                    <a:pt x="796705" y="1603366"/>
                  </a:lnTo>
                  <a:cubicBezTo>
                    <a:pt x="796705" y="1603366"/>
                    <a:pt x="796065" y="1607436"/>
                    <a:pt x="796469" y="1608008"/>
                  </a:cubicBezTo>
                  <a:cubicBezTo>
                    <a:pt x="796907" y="1608580"/>
                    <a:pt x="797546" y="1611641"/>
                    <a:pt x="797546" y="1611641"/>
                  </a:cubicBezTo>
                  <a:lnTo>
                    <a:pt x="797546" y="1619042"/>
                  </a:lnTo>
                  <a:lnTo>
                    <a:pt x="799734" y="1617730"/>
                  </a:lnTo>
                  <a:cubicBezTo>
                    <a:pt x="799734" y="1617730"/>
                    <a:pt x="800474" y="1618033"/>
                    <a:pt x="801349" y="1617596"/>
                  </a:cubicBezTo>
                  <a:cubicBezTo>
                    <a:pt x="802224" y="1617158"/>
                    <a:pt x="804681" y="1617596"/>
                    <a:pt x="804681" y="1617596"/>
                  </a:cubicBezTo>
                  <a:lnTo>
                    <a:pt x="807441" y="1620354"/>
                  </a:lnTo>
                  <a:lnTo>
                    <a:pt x="808585" y="1623953"/>
                  </a:lnTo>
                  <a:lnTo>
                    <a:pt x="809595" y="1627284"/>
                  </a:lnTo>
                  <a:cubicBezTo>
                    <a:pt x="809595" y="1627284"/>
                    <a:pt x="809729" y="1628730"/>
                    <a:pt x="809595" y="1630311"/>
                  </a:cubicBezTo>
                  <a:cubicBezTo>
                    <a:pt x="809460" y="1631892"/>
                    <a:pt x="809023" y="1634651"/>
                    <a:pt x="809023" y="1634651"/>
                  </a:cubicBezTo>
                  <a:cubicBezTo>
                    <a:pt x="809023" y="1634651"/>
                    <a:pt x="808888" y="1635660"/>
                    <a:pt x="807710" y="1635660"/>
                  </a:cubicBezTo>
                  <a:cubicBezTo>
                    <a:pt x="806566" y="1635660"/>
                    <a:pt x="805960" y="1635357"/>
                    <a:pt x="805388" y="1635223"/>
                  </a:cubicBezTo>
                  <a:cubicBezTo>
                    <a:pt x="804816" y="1635088"/>
                    <a:pt x="803638" y="1634785"/>
                    <a:pt x="803638" y="1634785"/>
                  </a:cubicBezTo>
                  <a:cubicBezTo>
                    <a:pt x="803638" y="1634785"/>
                    <a:pt x="800441" y="1634785"/>
                    <a:pt x="799868" y="1634483"/>
                  </a:cubicBezTo>
                  <a:cubicBezTo>
                    <a:pt x="799296" y="1634180"/>
                    <a:pt x="796840" y="1634045"/>
                    <a:pt x="796840" y="1634045"/>
                  </a:cubicBezTo>
                  <a:lnTo>
                    <a:pt x="791488" y="1636232"/>
                  </a:lnTo>
                  <a:cubicBezTo>
                    <a:pt x="791488" y="1636232"/>
                    <a:pt x="787887" y="1637241"/>
                    <a:pt x="787719" y="1637678"/>
                  </a:cubicBezTo>
                  <a:cubicBezTo>
                    <a:pt x="787585" y="1638116"/>
                    <a:pt x="785262" y="1642758"/>
                    <a:pt x="785262" y="1642758"/>
                  </a:cubicBezTo>
                  <a:lnTo>
                    <a:pt x="780854" y="1644204"/>
                  </a:lnTo>
                  <a:lnTo>
                    <a:pt x="778229" y="1649856"/>
                  </a:lnTo>
                  <a:lnTo>
                    <a:pt x="776479" y="1653758"/>
                  </a:lnTo>
                  <a:lnTo>
                    <a:pt x="773450" y="1657458"/>
                  </a:lnTo>
                  <a:lnTo>
                    <a:pt x="772810" y="1660284"/>
                  </a:lnTo>
                  <a:lnTo>
                    <a:pt x="771733" y="1662908"/>
                  </a:lnTo>
                  <a:lnTo>
                    <a:pt x="771296" y="1665936"/>
                  </a:lnTo>
                  <a:lnTo>
                    <a:pt x="770757" y="1667887"/>
                  </a:lnTo>
                  <a:lnTo>
                    <a:pt x="768031" y="1670948"/>
                  </a:lnTo>
                  <a:lnTo>
                    <a:pt x="768031" y="1674648"/>
                  </a:lnTo>
                  <a:lnTo>
                    <a:pt x="768805" y="1676398"/>
                  </a:lnTo>
                  <a:lnTo>
                    <a:pt x="771531" y="1680098"/>
                  </a:lnTo>
                  <a:lnTo>
                    <a:pt x="771531" y="1681612"/>
                  </a:lnTo>
                  <a:cubicBezTo>
                    <a:pt x="771531" y="1681612"/>
                    <a:pt x="770656" y="1683798"/>
                    <a:pt x="770454" y="1684438"/>
                  </a:cubicBezTo>
                  <a:cubicBezTo>
                    <a:pt x="770219" y="1685077"/>
                    <a:pt x="769815" y="1685077"/>
                    <a:pt x="768940" y="1685951"/>
                  </a:cubicBezTo>
                  <a:cubicBezTo>
                    <a:pt x="768065" y="1686826"/>
                    <a:pt x="768065" y="1689820"/>
                    <a:pt x="767190" y="1689181"/>
                  </a:cubicBezTo>
                  <a:cubicBezTo>
                    <a:pt x="766315" y="1688541"/>
                    <a:pt x="767829" y="1692881"/>
                    <a:pt x="767829" y="1692881"/>
                  </a:cubicBezTo>
                  <a:lnTo>
                    <a:pt x="768906" y="1695505"/>
                  </a:lnTo>
                  <a:lnTo>
                    <a:pt x="767594" y="1700080"/>
                  </a:lnTo>
                  <a:lnTo>
                    <a:pt x="767358" y="1703545"/>
                  </a:lnTo>
                  <a:lnTo>
                    <a:pt x="768435" y="1705059"/>
                  </a:lnTo>
                  <a:lnTo>
                    <a:pt x="773652" y="1710037"/>
                  </a:lnTo>
                  <a:lnTo>
                    <a:pt x="777791" y="1712863"/>
                  </a:lnTo>
                  <a:lnTo>
                    <a:pt x="780181" y="1714377"/>
                  </a:lnTo>
                  <a:lnTo>
                    <a:pt x="784758" y="1717404"/>
                  </a:lnTo>
                  <a:lnTo>
                    <a:pt x="790109" y="1720095"/>
                  </a:lnTo>
                  <a:lnTo>
                    <a:pt x="799027" y="1726252"/>
                  </a:lnTo>
                  <a:cubicBezTo>
                    <a:pt x="799027" y="1726252"/>
                    <a:pt x="802224" y="1727833"/>
                    <a:pt x="803099" y="1727698"/>
                  </a:cubicBezTo>
                  <a:cubicBezTo>
                    <a:pt x="803974" y="1727564"/>
                    <a:pt x="808888" y="1727765"/>
                    <a:pt x="809123" y="1727698"/>
                  </a:cubicBezTo>
                  <a:cubicBezTo>
                    <a:pt x="809325" y="1727631"/>
                    <a:pt x="812523" y="1726992"/>
                    <a:pt x="812523" y="1726992"/>
                  </a:cubicBezTo>
                  <a:cubicBezTo>
                    <a:pt x="812523" y="1726992"/>
                    <a:pt x="817941" y="1724771"/>
                    <a:pt x="818176" y="1724704"/>
                  </a:cubicBezTo>
                  <a:cubicBezTo>
                    <a:pt x="818412" y="1724637"/>
                    <a:pt x="821071" y="1722417"/>
                    <a:pt x="821508" y="1722417"/>
                  </a:cubicBezTo>
                  <a:cubicBezTo>
                    <a:pt x="821946" y="1722417"/>
                    <a:pt x="824537" y="1722417"/>
                    <a:pt x="824537" y="1722417"/>
                  </a:cubicBezTo>
                  <a:lnTo>
                    <a:pt x="827600" y="1723224"/>
                  </a:lnTo>
                  <a:lnTo>
                    <a:pt x="833624" y="1725108"/>
                  </a:lnTo>
                  <a:cubicBezTo>
                    <a:pt x="833624" y="1725108"/>
                    <a:pt x="835374" y="1725915"/>
                    <a:pt x="835509" y="1726352"/>
                  </a:cubicBezTo>
                  <a:cubicBezTo>
                    <a:pt x="835643" y="1726790"/>
                    <a:pt x="840220" y="1732004"/>
                    <a:pt x="840220" y="1732004"/>
                  </a:cubicBezTo>
                  <a:lnTo>
                    <a:pt x="842812" y="1734830"/>
                  </a:lnTo>
                  <a:lnTo>
                    <a:pt x="845942" y="1741288"/>
                  </a:lnTo>
                  <a:lnTo>
                    <a:pt x="850081" y="1746132"/>
                  </a:lnTo>
                  <a:lnTo>
                    <a:pt x="851091" y="1750337"/>
                  </a:lnTo>
                  <a:cubicBezTo>
                    <a:pt x="851091" y="1750337"/>
                    <a:pt x="852605" y="1753096"/>
                    <a:pt x="853043" y="1753601"/>
                  </a:cubicBezTo>
                  <a:cubicBezTo>
                    <a:pt x="853480" y="1754105"/>
                    <a:pt x="856442" y="1755854"/>
                    <a:pt x="857384" y="1755854"/>
                  </a:cubicBezTo>
                  <a:cubicBezTo>
                    <a:pt x="858326" y="1755854"/>
                    <a:pt x="861793" y="1755484"/>
                    <a:pt x="861793" y="1755484"/>
                  </a:cubicBezTo>
                  <a:lnTo>
                    <a:pt x="867918" y="1756023"/>
                  </a:lnTo>
                  <a:lnTo>
                    <a:pt x="873774" y="1758209"/>
                  </a:lnTo>
                  <a:cubicBezTo>
                    <a:pt x="873774" y="1758209"/>
                    <a:pt x="878889" y="1760059"/>
                    <a:pt x="880202" y="1759958"/>
                  </a:cubicBezTo>
                  <a:cubicBezTo>
                    <a:pt x="881514" y="1759858"/>
                    <a:pt x="886630" y="1760934"/>
                    <a:pt x="886630" y="1760934"/>
                  </a:cubicBezTo>
                  <a:lnTo>
                    <a:pt x="891072" y="1759958"/>
                  </a:lnTo>
                  <a:lnTo>
                    <a:pt x="891611" y="1762986"/>
                  </a:lnTo>
                  <a:lnTo>
                    <a:pt x="895313" y="1764937"/>
                  </a:lnTo>
                  <a:cubicBezTo>
                    <a:pt x="895313" y="1764937"/>
                    <a:pt x="897601" y="1769714"/>
                    <a:pt x="897938" y="1770151"/>
                  </a:cubicBezTo>
                  <a:cubicBezTo>
                    <a:pt x="898275" y="1770589"/>
                    <a:pt x="900967" y="1777215"/>
                    <a:pt x="900967" y="1777653"/>
                  </a:cubicBezTo>
                  <a:cubicBezTo>
                    <a:pt x="900967" y="1778090"/>
                    <a:pt x="903255" y="1781454"/>
                    <a:pt x="903693" y="1781454"/>
                  </a:cubicBezTo>
                  <a:cubicBezTo>
                    <a:pt x="904130" y="1781454"/>
                    <a:pt x="909683" y="1783203"/>
                    <a:pt x="910121" y="1783069"/>
                  </a:cubicBezTo>
                  <a:cubicBezTo>
                    <a:pt x="910558" y="1782968"/>
                    <a:pt x="911433" y="1780142"/>
                    <a:pt x="911433" y="1780142"/>
                  </a:cubicBezTo>
                  <a:lnTo>
                    <a:pt x="915001" y="1779806"/>
                  </a:lnTo>
                  <a:lnTo>
                    <a:pt x="918905" y="1779806"/>
                  </a:lnTo>
                  <a:lnTo>
                    <a:pt x="922068" y="1782699"/>
                  </a:lnTo>
                  <a:lnTo>
                    <a:pt x="925434" y="1785020"/>
                  </a:lnTo>
                  <a:lnTo>
                    <a:pt x="932400" y="1785020"/>
                  </a:lnTo>
                  <a:lnTo>
                    <a:pt x="937415" y="1781118"/>
                  </a:lnTo>
                  <a:lnTo>
                    <a:pt x="941554" y="1780041"/>
                  </a:lnTo>
                  <a:lnTo>
                    <a:pt x="952862" y="1783304"/>
                  </a:lnTo>
                  <a:lnTo>
                    <a:pt x="960536" y="1782564"/>
                  </a:lnTo>
                  <a:cubicBezTo>
                    <a:pt x="960536" y="1782564"/>
                    <a:pt x="962285" y="1782699"/>
                    <a:pt x="964574" y="1782564"/>
                  </a:cubicBezTo>
                  <a:cubicBezTo>
                    <a:pt x="966862" y="1782430"/>
                    <a:pt x="966324" y="1782261"/>
                    <a:pt x="967199" y="1781420"/>
                  </a:cubicBezTo>
                  <a:cubicBezTo>
                    <a:pt x="968074" y="1780546"/>
                    <a:pt x="970262" y="1781420"/>
                    <a:pt x="970262" y="1781420"/>
                  </a:cubicBezTo>
                  <a:cubicBezTo>
                    <a:pt x="970262" y="1781420"/>
                    <a:pt x="970834" y="1779402"/>
                    <a:pt x="970968" y="1778965"/>
                  </a:cubicBezTo>
                  <a:cubicBezTo>
                    <a:pt x="971103" y="1778527"/>
                    <a:pt x="970968" y="1776778"/>
                    <a:pt x="970531" y="1776644"/>
                  </a:cubicBezTo>
                  <a:cubicBezTo>
                    <a:pt x="970093" y="1776509"/>
                    <a:pt x="969387" y="1775635"/>
                    <a:pt x="968343" y="1774625"/>
                  </a:cubicBezTo>
                  <a:cubicBezTo>
                    <a:pt x="967334" y="1773616"/>
                    <a:pt x="966324" y="1773751"/>
                    <a:pt x="966324" y="1773751"/>
                  </a:cubicBezTo>
                  <a:cubicBezTo>
                    <a:pt x="966324" y="1773751"/>
                    <a:pt x="964574" y="1771564"/>
                    <a:pt x="964574" y="1771160"/>
                  </a:cubicBezTo>
                  <a:cubicBezTo>
                    <a:pt x="964540" y="1770723"/>
                    <a:pt x="964574" y="1768570"/>
                    <a:pt x="964574" y="1768570"/>
                  </a:cubicBezTo>
                  <a:lnTo>
                    <a:pt x="964574" y="1765105"/>
                  </a:lnTo>
                  <a:cubicBezTo>
                    <a:pt x="964574" y="1765105"/>
                    <a:pt x="964439" y="1762650"/>
                    <a:pt x="965011" y="1762212"/>
                  </a:cubicBezTo>
                  <a:cubicBezTo>
                    <a:pt x="965584" y="1761775"/>
                    <a:pt x="964574" y="1759891"/>
                    <a:pt x="964574" y="1759891"/>
                  </a:cubicBezTo>
                  <a:lnTo>
                    <a:pt x="964574" y="1754677"/>
                  </a:lnTo>
                  <a:lnTo>
                    <a:pt x="964574" y="1752053"/>
                  </a:lnTo>
                  <a:lnTo>
                    <a:pt x="966324" y="1749463"/>
                  </a:lnTo>
                  <a:lnTo>
                    <a:pt x="966324" y="1747714"/>
                  </a:lnTo>
                  <a:lnTo>
                    <a:pt x="966324" y="1745695"/>
                  </a:lnTo>
                  <a:lnTo>
                    <a:pt x="968074" y="1742500"/>
                  </a:lnTo>
                  <a:lnTo>
                    <a:pt x="968074" y="1740481"/>
                  </a:lnTo>
                  <a:lnTo>
                    <a:pt x="970766" y="1740178"/>
                  </a:lnTo>
                  <a:lnTo>
                    <a:pt x="972281" y="1740616"/>
                  </a:lnTo>
                  <a:lnTo>
                    <a:pt x="973425" y="1744249"/>
                  </a:lnTo>
                  <a:cubicBezTo>
                    <a:pt x="973425" y="1744249"/>
                    <a:pt x="976454" y="1746132"/>
                    <a:pt x="976622" y="1746570"/>
                  </a:cubicBezTo>
                  <a:cubicBezTo>
                    <a:pt x="976757" y="1747007"/>
                    <a:pt x="977329" y="1750203"/>
                    <a:pt x="977497" y="1751044"/>
                  </a:cubicBezTo>
                  <a:cubicBezTo>
                    <a:pt x="977632" y="1751919"/>
                    <a:pt x="978204" y="1752356"/>
                    <a:pt x="978642" y="1752591"/>
                  </a:cubicBezTo>
                  <a:cubicBezTo>
                    <a:pt x="979079" y="1752827"/>
                    <a:pt x="981401" y="1752625"/>
                    <a:pt x="983589" y="1752490"/>
                  </a:cubicBezTo>
                  <a:cubicBezTo>
                    <a:pt x="985776" y="1752356"/>
                    <a:pt x="985608" y="1752793"/>
                    <a:pt x="986180" y="1752490"/>
                  </a:cubicBezTo>
                  <a:cubicBezTo>
                    <a:pt x="986752" y="1752188"/>
                    <a:pt x="986921" y="1750741"/>
                    <a:pt x="987055" y="1750304"/>
                  </a:cubicBezTo>
                  <a:cubicBezTo>
                    <a:pt x="987190" y="1749866"/>
                    <a:pt x="987930" y="1747848"/>
                    <a:pt x="987930" y="1747848"/>
                  </a:cubicBezTo>
                  <a:lnTo>
                    <a:pt x="989680" y="1744081"/>
                  </a:lnTo>
                  <a:cubicBezTo>
                    <a:pt x="989680" y="1744081"/>
                    <a:pt x="990825" y="1742062"/>
                    <a:pt x="990993" y="1741625"/>
                  </a:cubicBezTo>
                  <a:cubicBezTo>
                    <a:pt x="991127" y="1741188"/>
                    <a:pt x="991127" y="1738732"/>
                    <a:pt x="991127" y="1738732"/>
                  </a:cubicBezTo>
                  <a:lnTo>
                    <a:pt x="990825" y="1735671"/>
                  </a:lnTo>
                  <a:cubicBezTo>
                    <a:pt x="990825" y="1735671"/>
                    <a:pt x="989512" y="1732340"/>
                    <a:pt x="989075" y="1732206"/>
                  </a:cubicBezTo>
                  <a:cubicBezTo>
                    <a:pt x="988637" y="1732071"/>
                    <a:pt x="985743" y="1729313"/>
                    <a:pt x="985171" y="1728438"/>
                  </a:cubicBezTo>
                  <a:cubicBezTo>
                    <a:pt x="984598" y="1727564"/>
                    <a:pt x="982411" y="1728438"/>
                    <a:pt x="982411" y="1728438"/>
                  </a:cubicBezTo>
                  <a:lnTo>
                    <a:pt x="979348" y="1725680"/>
                  </a:lnTo>
                  <a:lnTo>
                    <a:pt x="977464" y="1722349"/>
                  </a:lnTo>
                  <a:lnTo>
                    <a:pt x="978473" y="1716395"/>
                  </a:lnTo>
                  <a:lnTo>
                    <a:pt x="978473" y="1711282"/>
                  </a:lnTo>
                  <a:lnTo>
                    <a:pt x="978473" y="1709533"/>
                  </a:lnTo>
                  <a:lnTo>
                    <a:pt x="978473" y="1706505"/>
                  </a:lnTo>
                  <a:lnTo>
                    <a:pt x="982613" y="1702165"/>
                  </a:lnTo>
                  <a:lnTo>
                    <a:pt x="981973" y="1697692"/>
                  </a:lnTo>
                  <a:lnTo>
                    <a:pt x="984733" y="1694798"/>
                  </a:lnTo>
                  <a:lnTo>
                    <a:pt x="986315" y="1691334"/>
                  </a:lnTo>
                  <a:lnTo>
                    <a:pt x="991094" y="1691334"/>
                  </a:lnTo>
                  <a:lnTo>
                    <a:pt x="995166" y="1689315"/>
                  </a:lnTo>
                  <a:lnTo>
                    <a:pt x="997185" y="1688306"/>
                  </a:lnTo>
                  <a:lnTo>
                    <a:pt x="1001392" y="1684673"/>
                  </a:lnTo>
                  <a:cubicBezTo>
                    <a:pt x="1001392" y="1684673"/>
                    <a:pt x="1003984" y="1679896"/>
                    <a:pt x="1004286" y="1679459"/>
                  </a:cubicBezTo>
                  <a:cubicBezTo>
                    <a:pt x="1004589" y="1679021"/>
                    <a:pt x="1007921" y="1678147"/>
                    <a:pt x="1007921" y="1678147"/>
                  </a:cubicBezTo>
                  <a:lnTo>
                    <a:pt x="1010378" y="1675388"/>
                  </a:lnTo>
                  <a:lnTo>
                    <a:pt x="1014013" y="1674514"/>
                  </a:lnTo>
                  <a:lnTo>
                    <a:pt x="1018219" y="1673807"/>
                  </a:lnTo>
                  <a:lnTo>
                    <a:pt x="1017647" y="1671352"/>
                  </a:lnTo>
                  <a:lnTo>
                    <a:pt x="1016032" y="1668021"/>
                  </a:lnTo>
                  <a:lnTo>
                    <a:pt x="1016772" y="1664388"/>
                  </a:lnTo>
                  <a:lnTo>
                    <a:pt x="1016772" y="1659746"/>
                  </a:lnTo>
                  <a:cubicBezTo>
                    <a:pt x="1016772" y="1659746"/>
                    <a:pt x="1018590" y="1656113"/>
                    <a:pt x="1018590" y="1655709"/>
                  </a:cubicBezTo>
                  <a:cubicBezTo>
                    <a:pt x="1018590" y="1655272"/>
                    <a:pt x="1021282" y="1650495"/>
                    <a:pt x="1021282" y="1650495"/>
                  </a:cubicBezTo>
                  <a:lnTo>
                    <a:pt x="1024479" y="1648611"/>
                  </a:lnTo>
                  <a:lnTo>
                    <a:pt x="1028114" y="1651370"/>
                  </a:lnTo>
                  <a:lnTo>
                    <a:pt x="1033027" y="1651370"/>
                  </a:lnTo>
                  <a:lnTo>
                    <a:pt x="1038109" y="1649923"/>
                  </a:lnTo>
                  <a:lnTo>
                    <a:pt x="1039994" y="1645853"/>
                  </a:lnTo>
                  <a:lnTo>
                    <a:pt x="1042888" y="1643532"/>
                  </a:lnTo>
                  <a:lnTo>
                    <a:pt x="1042888" y="1639629"/>
                  </a:lnTo>
                  <a:cubicBezTo>
                    <a:pt x="1042888" y="1639629"/>
                    <a:pt x="1043393" y="1634853"/>
                    <a:pt x="1043393" y="1634415"/>
                  </a:cubicBezTo>
                  <a:cubicBezTo>
                    <a:pt x="1043393" y="1633978"/>
                    <a:pt x="1043763" y="1630210"/>
                    <a:pt x="1043763" y="1630210"/>
                  </a:cubicBezTo>
                  <a:lnTo>
                    <a:pt x="1045345" y="1625568"/>
                  </a:lnTo>
                  <a:lnTo>
                    <a:pt x="1046927" y="1622103"/>
                  </a:lnTo>
                  <a:lnTo>
                    <a:pt x="1053018" y="1620522"/>
                  </a:lnTo>
                  <a:lnTo>
                    <a:pt x="1057932" y="1618638"/>
                  </a:lnTo>
                  <a:lnTo>
                    <a:pt x="1062711" y="1615745"/>
                  </a:lnTo>
                  <a:cubicBezTo>
                    <a:pt x="1062711" y="1615745"/>
                    <a:pt x="1065605" y="1612852"/>
                    <a:pt x="1065773" y="1611978"/>
                  </a:cubicBezTo>
                  <a:cubicBezTo>
                    <a:pt x="1065908" y="1611103"/>
                    <a:pt x="1069980" y="1607504"/>
                    <a:pt x="1070990" y="1606629"/>
                  </a:cubicBezTo>
                  <a:cubicBezTo>
                    <a:pt x="1072000" y="1605754"/>
                    <a:pt x="1074894" y="1605317"/>
                    <a:pt x="1074894" y="1605317"/>
                  </a:cubicBezTo>
                  <a:cubicBezTo>
                    <a:pt x="1074894" y="1605317"/>
                    <a:pt x="1078091" y="1602996"/>
                    <a:pt x="1078966" y="1602121"/>
                  </a:cubicBezTo>
                  <a:cubicBezTo>
                    <a:pt x="1079841" y="1601247"/>
                    <a:pt x="1082432" y="1600540"/>
                    <a:pt x="1082870" y="1600237"/>
                  </a:cubicBezTo>
                  <a:cubicBezTo>
                    <a:pt x="1083307" y="1599935"/>
                    <a:pt x="1086505" y="1598051"/>
                    <a:pt x="1086942" y="1597614"/>
                  </a:cubicBezTo>
                  <a:cubicBezTo>
                    <a:pt x="1087379" y="1597176"/>
                    <a:pt x="1088524" y="1596032"/>
                    <a:pt x="1088524" y="1596032"/>
                  </a:cubicBezTo>
                  <a:cubicBezTo>
                    <a:pt x="1088524" y="1596032"/>
                    <a:pt x="1090274" y="1594586"/>
                    <a:pt x="1091284" y="1593577"/>
                  </a:cubicBezTo>
                  <a:cubicBezTo>
                    <a:pt x="1092293" y="1592568"/>
                    <a:pt x="1093471" y="1591558"/>
                    <a:pt x="1093168" y="1590818"/>
                  </a:cubicBezTo>
                  <a:lnTo>
                    <a:pt x="1088389" y="1589069"/>
                  </a:lnTo>
                  <a:lnTo>
                    <a:pt x="1084182" y="1584999"/>
                  </a:lnTo>
                  <a:lnTo>
                    <a:pt x="1080110" y="1581366"/>
                  </a:lnTo>
                  <a:lnTo>
                    <a:pt x="1084182" y="1578473"/>
                  </a:lnTo>
                  <a:lnTo>
                    <a:pt x="1088961" y="1578338"/>
                  </a:lnTo>
                  <a:lnTo>
                    <a:pt x="1092596" y="1578338"/>
                  </a:lnTo>
                  <a:lnTo>
                    <a:pt x="1097106" y="1577699"/>
                  </a:lnTo>
                  <a:lnTo>
                    <a:pt x="1100303" y="1579213"/>
                  </a:lnTo>
                  <a:lnTo>
                    <a:pt x="1100303" y="1582846"/>
                  </a:lnTo>
                  <a:lnTo>
                    <a:pt x="1101279" y="1585301"/>
                  </a:lnTo>
                  <a:lnTo>
                    <a:pt x="1104375" y="1589641"/>
                  </a:lnTo>
                  <a:lnTo>
                    <a:pt x="1107707" y="1592399"/>
                  </a:lnTo>
                  <a:lnTo>
                    <a:pt x="1111476" y="1596739"/>
                  </a:lnTo>
                  <a:lnTo>
                    <a:pt x="1113630" y="1595427"/>
                  </a:lnTo>
                  <a:cubicBezTo>
                    <a:pt x="1113630" y="1595427"/>
                    <a:pt x="1113193" y="1592231"/>
                    <a:pt x="1113630" y="1591962"/>
                  </a:cubicBezTo>
                  <a:cubicBezTo>
                    <a:pt x="1114068" y="1591659"/>
                    <a:pt x="1117265" y="1590818"/>
                    <a:pt x="1117265" y="1590818"/>
                  </a:cubicBezTo>
                  <a:lnTo>
                    <a:pt x="1119856" y="1590684"/>
                  </a:lnTo>
                  <a:lnTo>
                    <a:pt x="1122178" y="1591390"/>
                  </a:lnTo>
                  <a:lnTo>
                    <a:pt x="1125073" y="1593139"/>
                  </a:lnTo>
                  <a:cubicBezTo>
                    <a:pt x="1125073" y="1593139"/>
                    <a:pt x="1128977" y="1594283"/>
                    <a:pt x="1129852" y="1594586"/>
                  </a:cubicBezTo>
                  <a:cubicBezTo>
                    <a:pt x="1130727" y="1594889"/>
                    <a:pt x="1134328" y="1599497"/>
                    <a:pt x="1134933" y="1599228"/>
                  </a:cubicBezTo>
                  <a:cubicBezTo>
                    <a:pt x="1135506" y="1598925"/>
                    <a:pt x="1136381" y="1599228"/>
                    <a:pt x="1136381" y="1599228"/>
                  </a:cubicBezTo>
                  <a:lnTo>
                    <a:pt x="1137693" y="1596638"/>
                  </a:lnTo>
                  <a:lnTo>
                    <a:pt x="1140285" y="1594889"/>
                  </a:lnTo>
                  <a:lnTo>
                    <a:pt x="1140285" y="1592130"/>
                  </a:lnTo>
                  <a:cubicBezTo>
                    <a:pt x="1140285" y="1592130"/>
                    <a:pt x="1142371" y="1589675"/>
                    <a:pt x="1142674" y="1589237"/>
                  </a:cubicBezTo>
                  <a:cubicBezTo>
                    <a:pt x="1142977" y="1588800"/>
                    <a:pt x="1144357" y="1584595"/>
                    <a:pt x="1144357" y="1584595"/>
                  </a:cubicBezTo>
                  <a:lnTo>
                    <a:pt x="1149136" y="1579381"/>
                  </a:lnTo>
                  <a:cubicBezTo>
                    <a:pt x="1149136" y="1579381"/>
                    <a:pt x="1153477" y="1575310"/>
                    <a:pt x="1153477" y="1574907"/>
                  </a:cubicBezTo>
                  <a:cubicBezTo>
                    <a:pt x="1153477" y="1574469"/>
                    <a:pt x="1161319" y="1569255"/>
                    <a:pt x="1161319" y="1569255"/>
                  </a:cubicBezTo>
                  <a:lnTo>
                    <a:pt x="1165660" y="1566362"/>
                  </a:lnTo>
                  <a:lnTo>
                    <a:pt x="1169867" y="1563167"/>
                  </a:lnTo>
                  <a:lnTo>
                    <a:pt x="1173333" y="1562023"/>
                  </a:lnTo>
                  <a:lnTo>
                    <a:pt x="1174781" y="1562897"/>
                  </a:lnTo>
                  <a:lnTo>
                    <a:pt x="1176665" y="1563772"/>
                  </a:lnTo>
                  <a:lnTo>
                    <a:pt x="1176968" y="1565521"/>
                  </a:lnTo>
                  <a:lnTo>
                    <a:pt x="1175521" y="1568414"/>
                  </a:lnTo>
                  <a:lnTo>
                    <a:pt x="1173333" y="1570601"/>
                  </a:lnTo>
                  <a:lnTo>
                    <a:pt x="1173333" y="1574066"/>
                  </a:lnTo>
                  <a:lnTo>
                    <a:pt x="1174208" y="1578405"/>
                  </a:lnTo>
                  <a:lnTo>
                    <a:pt x="1182050" y="1578405"/>
                  </a:lnTo>
                  <a:lnTo>
                    <a:pt x="1182050" y="1582173"/>
                  </a:lnTo>
                  <a:lnTo>
                    <a:pt x="1180838" y="1585032"/>
                  </a:lnTo>
                  <a:lnTo>
                    <a:pt x="1181410" y="1585739"/>
                  </a:lnTo>
                  <a:cubicBezTo>
                    <a:pt x="1181882" y="1585772"/>
                    <a:pt x="1182353" y="1585840"/>
                    <a:pt x="1182925" y="1585907"/>
                  </a:cubicBezTo>
                  <a:cubicBezTo>
                    <a:pt x="1184877" y="1586142"/>
                    <a:pt x="1185314" y="1586008"/>
                    <a:pt x="1186627" y="1585907"/>
                  </a:cubicBezTo>
                  <a:cubicBezTo>
                    <a:pt x="1187939" y="1585806"/>
                    <a:pt x="1190329" y="1585268"/>
                    <a:pt x="1192045" y="1584595"/>
                  </a:cubicBezTo>
                  <a:cubicBezTo>
                    <a:pt x="1193795" y="1583956"/>
                    <a:pt x="1194233" y="1582947"/>
                    <a:pt x="1194670" y="1582644"/>
                  </a:cubicBezTo>
                  <a:cubicBezTo>
                    <a:pt x="1195108" y="1582307"/>
                    <a:pt x="1194670" y="1580155"/>
                    <a:pt x="1194670" y="1579818"/>
                  </a:cubicBezTo>
                  <a:cubicBezTo>
                    <a:pt x="1194670" y="1579482"/>
                    <a:pt x="1195411" y="1577867"/>
                    <a:pt x="1195411" y="1577867"/>
                  </a:cubicBezTo>
                  <a:cubicBezTo>
                    <a:pt x="1195411" y="1577867"/>
                    <a:pt x="1197699" y="1576017"/>
                    <a:pt x="1198339" y="1575815"/>
                  </a:cubicBezTo>
                  <a:cubicBezTo>
                    <a:pt x="1199012" y="1575580"/>
                    <a:pt x="1200829" y="1573528"/>
                    <a:pt x="1200829" y="1573528"/>
                  </a:cubicBezTo>
                  <a:cubicBezTo>
                    <a:pt x="1200829" y="1573528"/>
                    <a:pt x="1202478" y="1571476"/>
                    <a:pt x="1202478" y="1571139"/>
                  </a:cubicBezTo>
                  <a:cubicBezTo>
                    <a:pt x="1202478" y="1570803"/>
                    <a:pt x="1203690" y="1568650"/>
                    <a:pt x="1203791" y="1568313"/>
                  </a:cubicBezTo>
                  <a:cubicBezTo>
                    <a:pt x="1203892" y="1567977"/>
                    <a:pt x="1204329" y="1565690"/>
                    <a:pt x="1204329" y="1565387"/>
                  </a:cubicBezTo>
                  <a:cubicBezTo>
                    <a:pt x="1204329" y="1565050"/>
                    <a:pt x="1203993" y="1563436"/>
                    <a:pt x="1203993" y="1563436"/>
                  </a:cubicBezTo>
                  <a:lnTo>
                    <a:pt x="1201502" y="1562359"/>
                  </a:lnTo>
                  <a:lnTo>
                    <a:pt x="1199887" y="1561384"/>
                  </a:lnTo>
                  <a:cubicBezTo>
                    <a:pt x="1199887" y="1561384"/>
                    <a:pt x="1196959" y="1557381"/>
                    <a:pt x="1197060" y="1557044"/>
                  </a:cubicBezTo>
                  <a:cubicBezTo>
                    <a:pt x="1197161" y="1556708"/>
                    <a:pt x="1201738" y="1556405"/>
                    <a:pt x="1201738" y="1556405"/>
                  </a:cubicBezTo>
                  <a:lnTo>
                    <a:pt x="1205541" y="1555833"/>
                  </a:lnTo>
                  <a:lnTo>
                    <a:pt x="1212070" y="1555833"/>
                  </a:lnTo>
                  <a:lnTo>
                    <a:pt x="1222738" y="1556069"/>
                  </a:lnTo>
                  <a:cubicBezTo>
                    <a:pt x="1222738" y="1556069"/>
                    <a:pt x="1236638" y="1556472"/>
                    <a:pt x="1237075" y="1556371"/>
                  </a:cubicBezTo>
                  <a:cubicBezTo>
                    <a:pt x="1237513" y="1556270"/>
                    <a:pt x="1242729" y="1555160"/>
                    <a:pt x="1242729" y="1555160"/>
                  </a:cubicBezTo>
                  <a:lnTo>
                    <a:pt x="1246095" y="1549845"/>
                  </a:lnTo>
                  <a:lnTo>
                    <a:pt x="1248282" y="1546784"/>
                  </a:lnTo>
                  <a:lnTo>
                    <a:pt x="1249359" y="1540594"/>
                  </a:lnTo>
                  <a:lnTo>
                    <a:pt x="1249898" y="1532353"/>
                  </a:lnTo>
                  <a:lnTo>
                    <a:pt x="1249898" y="1528551"/>
                  </a:lnTo>
                  <a:lnTo>
                    <a:pt x="1251648" y="1520276"/>
                  </a:lnTo>
                  <a:lnTo>
                    <a:pt x="1256225" y="1514187"/>
                  </a:lnTo>
                  <a:lnTo>
                    <a:pt x="1258950" y="1507998"/>
                  </a:lnTo>
                  <a:lnTo>
                    <a:pt x="1263427" y="1501034"/>
                  </a:lnTo>
                  <a:lnTo>
                    <a:pt x="1268845" y="1491481"/>
                  </a:lnTo>
                  <a:lnTo>
                    <a:pt x="1275913" y="1485728"/>
                  </a:lnTo>
                  <a:lnTo>
                    <a:pt x="1282442" y="1479976"/>
                  </a:lnTo>
                  <a:lnTo>
                    <a:pt x="1288634" y="1479101"/>
                  </a:lnTo>
                  <a:cubicBezTo>
                    <a:pt x="1288634" y="1479101"/>
                    <a:pt x="1294524" y="1479337"/>
                    <a:pt x="1294826" y="1479337"/>
                  </a:cubicBezTo>
                  <a:cubicBezTo>
                    <a:pt x="1295163" y="1479337"/>
                    <a:pt x="1299504" y="1482263"/>
                    <a:pt x="1299504" y="1482263"/>
                  </a:cubicBezTo>
                  <a:cubicBezTo>
                    <a:pt x="1299504" y="1482263"/>
                    <a:pt x="1305596" y="1487276"/>
                    <a:pt x="1306033" y="1487376"/>
                  </a:cubicBezTo>
                  <a:cubicBezTo>
                    <a:pt x="1306471" y="1487477"/>
                    <a:pt x="1312663" y="1492591"/>
                    <a:pt x="1312663" y="1492591"/>
                  </a:cubicBezTo>
                  <a:lnTo>
                    <a:pt x="1317543" y="1494003"/>
                  </a:lnTo>
                  <a:lnTo>
                    <a:pt x="1322087" y="1493465"/>
                  </a:lnTo>
                  <a:lnTo>
                    <a:pt x="1325889" y="1490202"/>
                  </a:lnTo>
                  <a:lnTo>
                    <a:pt x="1329591" y="1485627"/>
                  </a:lnTo>
                  <a:lnTo>
                    <a:pt x="1332957" y="1481052"/>
                  </a:lnTo>
                  <a:lnTo>
                    <a:pt x="1337097" y="1472777"/>
                  </a:lnTo>
                  <a:lnTo>
                    <a:pt x="1338712" y="1470187"/>
                  </a:lnTo>
                  <a:cubicBezTo>
                    <a:pt x="1338712" y="1470187"/>
                    <a:pt x="1341438" y="1467798"/>
                    <a:pt x="1342212" y="1466722"/>
                  </a:cubicBezTo>
                  <a:cubicBezTo>
                    <a:pt x="1342986" y="1465645"/>
                    <a:pt x="1345477" y="1463560"/>
                    <a:pt x="1345477" y="1463560"/>
                  </a:cubicBezTo>
                  <a:lnTo>
                    <a:pt x="1351770" y="1462786"/>
                  </a:lnTo>
                  <a:lnTo>
                    <a:pt x="1356246" y="1464535"/>
                  </a:lnTo>
                  <a:lnTo>
                    <a:pt x="1360486" y="1467899"/>
                  </a:lnTo>
                  <a:lnTo>
                    <a:pt x="1362977" y="1471061"/>
                  </a:lnTo>
                  <a:cubicBezTo>
                    <a:pt x="1362977" y="1471061"/>
                    <a:pt x="1369843" y="1474425"/>
                    <a:pt x="1370246" y="1474762"/>
                  </a:cubicBezTo>
                  <a:cubicBezTo>
                    <a:pt x="1370684" y="1475098"/>
                    <a:pt x="1376540" y="1477150"/>
                    <a:pt x="1376540" y="1477150"/>
                  </a:cubicBezTo>
                  <a:lnTo>
                    <a:pt x="1381453" y="1476612"/>
                  </a:lnTo>
                  <a:lnTo>
                    <a:pt x="1384179" y="1475199"/>
                  </a:lnTo>
                  <a:lnTo>
                    <a:pt x="1386872" y="1472575"/>
                  </a:lnTo>
                  <a:cubicBezTo>
                    <a:pt x="1386872" y="1472575"/>
                    <a:pt x="1390473" y="1470725"/>
                    <a:pt x="1391247" y="1470624"/>
                  </a:cubicBezTo>
                  <a:cubicBezTo>
                    <a:pt x="1392021" y="1470523"/>
                    <a:pt x="1393434" y="1465847"/>
                    <a:pt x="1393434" y="1465847"/>
                  </a:cubicBezTo>
                  <a:lnTo>
                    <a:pt x="1395285" y="1462147"/>
                  </a:lnTo>
                  <a:lnTo>
                    <a:pt x="1397910" y="1459220"/>
                  </a:lnTo>
                  <a:lnTo>
                    <a:pt x="1401377" y="1455318"/>
                  </a:lnTo>
                  <a:lnTo>
                    <a:pt x="1402689" y="1451281"/>
                  </a:lnTo>
                  <a:lnTo>
                    <a:pt x="1404877" y="1449767"/>
                  </a:lnTo>
                  <a:lnTo>
                    <a:pt x="1406829" y="1450104"/>
                  </a:lnTo>
                  <a:cubicBezTo>
                    <a:pt x="1406829" y="1450104"/>
                    <a:pt x="1409454" y="1452829"/>
                    <a:pt x="1409757" y="1452930"/>
                  </a:cubicBezTo>
                  <a:cubicBezTo>
                    <a:pt x="1410093" y="1453030"/>
                    <a:pt x="1412584" y="1454679"/>
                    <a:pt x="1412584" y="1454679"/>
                  </a:cubicBezTo>
                  <a:cubicBezTo>
                    <a:pt x="1412584" y="1454679"/>
                    <a:pt x="1417464" y="1454241"/>
                    <a:pt x="1417901" y="1454140"/>
                  </a:cubicBezTo>
                  <a:cubicBezTo>
                    <a:pt x="1418339" y="1454040"/>
                    <a:pt x="1420392" y="1450676"/>
                    <a:pt x="1420392" y="1450676"/>
                  </a:cubicBezTo>
                  <a:lnTo>
                    <a:pt x="1420392" y="1446000"/>
                  </a:lnTo>
                  <a:lnTo>
                    <a:pt x="1422512" y="1444587"/>
                  </a:lnTo>
                  <a:lnTo>
                    <a:pt x="1425608" y="1443712"/>
                  </a:lnTo>
                  <a:lnTo>
                    <a:pt x="1425608" y="1438498"/>
                  </a:lnTo>
                  <a:lnTo>
                    <a:pt x="1425608" y="1435033"/>
                  </a:lnTo>
                  <a:lnTo>
                    <a:pt x="1425608" y="1429382"/>
                  </a:lnTo>
                  <a:lnTo>
                    <a:pt x="1426214" y="1426993"/>
                  </a:lnTo>
                  <a:lnTo>
                    <a:pt x="1428368" y="1425345"/>
                  </a:lnTo>
                  <a:lnTo>
                    <a:pt x="1429512" y="1423932"/>
                  </a:lnTo>
                  <a:lnTo>
                    <a:pt x="1431296" y="1423899"/>
                  </a:lnTo>
                  <a:lnTo>
                    <a:pt x="1430488" y="1422654"/>
                  </a:lnTo>
                  <a:lnTo>
                    <a:pt x="1428973" y="1418213"/>
                  </a:lnTo>
                  <a:lnTo>
                    <a:pt x="1427897" y="1414311"/>
                  </a:lnTo>
                  <a:lnTo>
                    <a:pt x="1426921" y="1410947"/>
                  </a:lnTo>
                  <a:lnTo>
                    <a:pt x="1423993" y="1406810"/>
                  </a:lnTo>
                  <a:cubicBezTo>
                    <a:pt x="1423993" y="1406810"/>
                    <a:pt x="1421872" y="1403042"/>
                    <a:pt x="1421267" y="1402907"/>
                  </a:cubicBezTo>
                  <a:cubicBezTo>
                    <a:pt x="1420695" y="1402773"/>
                    <a:pt x="1418238" y="1400586"/>
                    <a:pt x="1418069" y="1400149"/>
                  </a:cubicBezTo>
                  <a:cubicBezTo>
                    <a:pt x="1417935" y="1399712"/>
                    <a:pt x="1416185" y="1398131"/>
                    <a:pt x="1416185" y="1398131"/>
                  </a:cubicBezTo>
                  <a:lnTo>
                    <a:pt x="1415310" y="1395809"/>
                  </a:lnTo>
                  <a:lnTo>
                    <a:pt x="1414435" y="1394666"/>
                  </a:lnTo>
                  <a:lnTo>
                    <a:pt x="1412853" y="1393656"/>
                  </a:lnTo>
                  <a:lnTo>
                    <a:pt x="1410093" y="1392210"/>
                  </a:lnTo>
                  <a:lnTo>
                    <a:pt x="1408209" y="1391638"/>
                  </a:lnTo>
                  <a:lnTo>
                    <a:pt x="1408209" y="1389182"/>
                  </a:lnTo>
                  <a:lnTo>
                    <a:pt x="1408579" y="1386996"/>
                  </a:lnTo>
                  <a:cubicBezTo>
                    <a:pt x="1408579" y="1386996"/>
                    <a:pt x="1410396" y="1384036"/>
                    <a:pt x="1410396" y="1383363"/>
                  </a:cubicBezTo>
                  <a:cubicBezTo>
                    <a:pt x="1410396" y="1382724"/>
                    <a:pt x="1411911" y="1381412"/>
                    <a:pt x="1411911" y="1381412"/>
                  </a:cubicBezTo>
                  <a:lnTo>
                    <a:pt x="1414300" y="1380100"/>
                  </a:lnTo>
                  <a:cubicBezTo>
                    <a:pt x="1414300" y="1380100"/>
                    <a:pt x="1414300" y="1380100"/>
                    <a:pt x="1415377" y="1379460"/>
                  </a:cubicBezTo>
                  <a:cubicBezTo>
                    <a:pt x="1416454" y="1378821"/>
                    <a:pt x="1417329" y="1378586"/>
                    <a:pt x="1418642" y="1378384"/>
                  </a:cubicBezTo>
                  <a:cubicBezTo>
                    <a:pt x="1419954" y="1378149"/>
                    <a:pt x="1420829" y="1377106"/>
                    <a:pt x="1420829" y="1377106"/>
                  </a:cubicBezTo>
                  <a:lnTo>
                    <a:pt x="1423858" y="1374246"/>
                  </a:lnTo>
                  <a:lnTo>
                    <a:pt x="1423858" y="1371622"/>
                  </a:lnTo>
                  <a:lnTo>
                    <a:pt x="1422680" y="1369032"/>
                  </a:lnTo>
                  <a:lnTo>
                    <a:pt x="1421031" y="1367720"/>
                  </a:lnTo>
                  <a:lnTo>
                    <a:pt x="1418406" y="1367518"/>
                  </a:lnTo>
                  <a:lnTo>
                    <a:pt x="1416656" y="1367283"/>
                  </a:lnTo>
                  <a:lnTo>
                    <a:pt x="1415781" y="1363583"/>
                  </a:lnTo>
                  <a:lnTo>
                    <a:pt x="1418608" y="1362069"/>
                  </a:lnTo>
                  <a:lnTo>
                    <a:pt x="1418608" y="1357292"/>
                  </a:lnTo>
                  <a:lnTo>
                    <a:pt x="1416757" y="1353794"/>
                  </a:lnTo>
                  <a:lnTo>
                    <a:pt x="1413594" y="1352280"/>
                  </a:lnTo>
                  <a:lnTo>
                    <a:pt x="1409689" y="1352078"/>
                  </a:lnTo>
                  <a:lnTo>
                    <a:pt x="1408613" y="1351439"/>
                  </a:lnTo>
                  <a:lnTo>
                    <a:pt x="1406863" y="1349252"/>
                  </a:lnTo>
                  <a:lnTo>
                    <a:pt x="1407939" y="1346864"/>
                  </a:lnTo>
                  <a:lnTo>
                    <a:pt x="1409252" y="1344677"/>
                  </a:lnTo>
                  <a:lnTo>
                    <a:pt x="1415142" y="1339026"/>
                  </a:lnTo>
                  <a:lnTo>
                    <a:pt x="1418608" y="1336200"/>
                  </a:lnTo>
                  <a:lnTo>
                    <a:pt x="1421233" y="1334686"/>
                  </a:lnTo>
                  <a:lnTo>
                    <a:pt x="1426685" y="1335325"/>
                  </a:lnTo>
                  <a:cubicBezTo>
                    <a:pt x="1426685" y="1335325"/>
                    <a:pt x="1431363" y="1333475"/>
                    <a:pt x="1431531" y="1333542"/>
                  </a:cubicBezTo>
                  <a:cubicBezTo>
                    <a:pt x="1431700" y="1333610"/>
                    <a:pt x="1434527" y="1335763"/>
                    <a:pt x="1435334" y="1335998"/>
                  </a:cubicBezTo>
                  <a:cubicBezTo>
                    <a:pt x="1436142" y="1336200"/>
                    <a:pt x="1437118" y="1336435"/>
                    <a:pt x="1437993" y="1336335"/>
                  </a:cubicBezTo>
                  <a:cubicBezTo>
                    <a:pt x="1438868" y="1336234"/>
                    <a:pt x="1438936" y="1335157"/>
                    <a:pt x="1438936" y="1335157"/>
                  </a:cubicBezTo>
                  <a:lnTo>
                    <a:pt x="1438060" y="1332062"/>
                  </a:lnTo>
                  <a:cubicBezTo>
                    <a:pt x="1438060" y="1332062"/>
                    <a:pt x="1437690" y="1328026"/>
                    <a:pt x="1437623" y="1327824"/>
                  </a:cubicBezTo>
                  <a:cubicBezTo>
                    <a:pt x="1437589" y="1327622"/>
                    <a:pt x="1437421" y="1325603"/>
                    <a:pt x="1437421" y="1325368"/>
                  </a:cubicBezTo>
                  <a:cubicBezTo>
                    <a:pt x="1437421" y="1325166"/>
                    <a:pt x="1436445" y="1321230"/>
                    <a:pt x="1436445" y="1321230"/>
                  </a:cubicBezTo>
                  <a:lnTo>
                    <a:pt x="1435805" y="1318842"/>
                  </a:lnTo>
                  <a:cubicBezTo>
                    <a:pt x="1435805" y="1318842"/>
                    <a:pt x="1434729" y="1316083"/>
                    <a:pt x="1434729" y="1315848"/>
                  </a:cubicBezTo>
                  <a:cubicBezTo>
                    <a:pt x="1434729" y="1315613"/>
                    <a:pt x="1435503" y="1313560"/>
                    <a:pt x="1435503" y="1313560"/>
                  </a:cubicBezTo>
                  <a:lnTo>
                    <a:pt x="1435873" y="1311979"/>
                  </a:lnTo>
                  <a:lnTo>
                    <a:pt x="1434358" y="1309927"/>
                  </a:lnTo>
                  <a:lnTo>
                    <a:pt x="1434358" y="1307741"/>
                  </a:lnTo>
                  <a:lnTo>
                    <a:pt x="1435536" y="1305352"/>
                  </a:lnTo>
                  <a:lnTo>
                    <a:pt x="1435133" y="1302325"/>
                  </a:lnTo>
                  <a:lnTo>
                    <a:pt x="1436748" y="1298725"/>
                  </a:lnTo>
                  <a:cubicBezTo>
                    <a:pt x="1436748" y="1298725"/>
                    <a:pt x="1438599" y="1296101"/>
                    <a:pt x="1438599" y="1295799"/>
                  </a:cubicBezTo>
                  <a:cubicBezTo>
                    <a:pt x="1438599" y="1295462"/>
                    <a:pt x="1440652" y="1293410"/>
                    <a:pt x="1440652" y="1293410"/>
                  </a:cubicBezTo>
                  <a:cubicBezTo>
                    <a:pt x="1440652" y="1293410"/>
                    <a:pt x="1442301" y="1291022"/>
                    <a:pt x="1442805" y="1290585"/>
                  </a:cubicBezTo>
                  <a:cubicBezTo>
                    <a:pt x="1443344" y="1290147"/>
                    <a:pt x="1444993" y="1289508"/>
                    <a:pt x="1445296" y="1289374"/>
                  </a:cubicBezTo>
                  <a:cubicBezTo>
                    <a:pt x="1445633" y="1289273"/>
                    <a:pt x="1447248" y="1288835"/>
                    <a:pt x="1448022" y="1288499"/>
                  </a:cubicBezTo>
                  <a:cubicBezTo>
                    <a:pt x="1448762" y="1288163"/>
                    <a:pt x="1450950" y="1288499"/>
                    <a:pt x="1451825" y="1288263"/>
                  </a:cubicBezTo>
                  <a:cubicBezTo>
                    <a:pt x="1452700" y="1288062"/>
                    <a:pt x="1454214" y="1288163"/>
                    <a:pt x="1454652" y="1288163"/>
                  </a:cubicBezTo>
                  <a:cubicBezTo>
                    <a:pt x="1455089" y="1288163"/>
                    <a:pt x="1457479" y="1288263"/>
                    <a:pt x="1457916" y="1288263"/>
                  </a:cubicBezTo>
                  <a:cubicBezTo>
                    <a:pt x="1458354" y="1288263"/>
                    <a:pt x="1458994" y="1288163"/>
                    <a:pt x="1459431" y="1288062"/>
                  </a:cubicBezTo>
                  <a:cubicBezTo>
                    <a:pt x="1459869" y="1287961"/>
                    <a:pt x="1460744" y="1286548"/>
                    <a:pt x="1460744" y="1286548"/>
                  </a:cubicBezTo>
                  <a:lnTo>
                    <a:pt x="1461080" y="1285471"/>
                  </a:lnTo>
                  <a:lnTo>
                    <a:pt x="1461282" y="1282982"/>
                  </a:lnTo>
                  <a:cubicBezTo>
                    <a:pt x="1461282" y="1282982"/>
                    <a:pt x="1460643" y="1281906"/>
                    <a:pt x="1460306" y="1281132"/>
                  </a:cubicBezTo>
                  <a:cubicBezTo>
                    <a:pt x="1459970" y="1280358"/>
                    <a:pt x="1458994" y="1280156"/>
                    <a:pt x="1458994" y="1280156"/>
                  </a:cubicBezTo>
                  <a:lnTo>
                    <a:pt x="1458354" y="1278945"/>
                  </a:lnTo>
                  <a:lnTo>
                    <a:pt x="1456941" y="1276893"/>
                  </a:lnTo>
                  <a:lnTo>
                    <a:pt x="1456941" y="1274168"/>
                  </a:lnTo>
                  <a:cubicBezTo>
                    <a:pt x="1456941" y="1274168"/>
                    <a:pt x="1458354" y="1273193"/>
                    <a:pt x="1458691" y="1272857"/>
                  </a:cubicBezTo>
                  <a:cubicBezTo>
                    <a:pt x="1459027" y="1272520"/>
                    <a:pt x="1460979" y="1271982"/>
                    <a:pt x="1460979" y="1271982"/>
                  </a:cubicBezTo>
                  <a:lnTo>
                    <a:pt x="1462056" y="1270233"/>
                  </a:lnTo>
                  <a:lnTo>
                    <a:pt x="1462594" y="1268046"/>
                  </a:lnTo>
                  <a:cubicBezTo>
                    <a:pt x="1462594" y="1268046"/>
                    <a:pt x="1463469" y="1266431"/>
                    <a:pt x="1463570" y="1265994"/>
                  </a:cubicBezTo>
                  <a:cubicBezTo>
                    <a:pt x="1463672" y="1265557"/>
                    <a:pt x="1466061" y="1265355"/>
                    <a:pt x="1466498" y="1265355"/>
                  </a:cubicBezTo>
                  <a:cubicBezTo>
                    <a:pt x="1466936" y="1265355"/>
                    <a:pt x="1467575" y="1265557"/>
                    <a:pt x="1467912" y="1265557"/>
                  </a:cubicBezTo>
                  <a:cubicBezTo>
                    <a:pt x="1468249" y="1265557"/>
                    <a:pt x="1468888" y="1267071"/>
                    <a:pt x="1468888" y="1267071"/>
                  </a:cubicBezTo>
                  <a:lnTo>
                    <a:pt x="1471378" y="1269022"/>
                  </a:lnTo>
                  <a:lnTo>
                    <a:pt x="1472354" y="1267609"/>
                  </a:lnTo>
                  <a:lnTo>
                    <a:pt x="1474508" y="1264682"/>
                  </a:lnTo>
                  <a:lnTo>
                    <a:pt x="1476898" y="1266431"/>
                  </a:lnTo>
                  <a:lnTo>
                    <a:pt x="1477537" y="1269257"/>
                  </a:lnTo>
                  <a:lnTo>
                    <a:pt x="1480162" y="1269795"/>
                  </a:lnTo>
                  <a:lnTo>
                    <a:pt x="1482350" y="1268921"/>
                  </a:lnTo>
                  <a:lnTo>
                    <a:pt x="1483427" y="1267508"/>
                  </a:lnTo>
                  <a:lnTo>
                    <a:pt x="1484840" y="1264581"/>
                  </a:lnTo>
                  <a:lnTo>
                    <a:pt x="1485581" y="1263841"/>
                  </a:lnTo>
                  <a:cubicBezTo>
                    <a:pt x="1485581" y="1263841"/>
                    <a:pt x="1487869" y="1263841"/>
                    <a:pt x="1488946" y="1263841"/>
                  </a:cubicBezTo>
                  <a:cubicBezTo>
                    <a:pt x="1490023" y="1263841"/>
                    <a:pt x="1490158" y="1266028"/>
                    <a:pt x="1490359" y="1267407"/>
                  </a:cubicBezTo>
                  <a:cubicBezTo>
                    <a:pt x="1490562" y="1268820"/>
                    <a:pt x="1491437" y="1269156"/>
                    <a:pt x="1492211" y="1269257"/>
                  </a:cubicBezTo>
                  <a:cubicBezTo>
                    <a:pt x="1492985" y="1269358"/>
                    <a:pt x="1493187" y="1271746"/>
                    <a:pt x="1494162" y="1273496"/>
                  </a:cubicBezTo>
                  <a:cubicBezTo>
                    <a:pt x="1495139" y="1275245"/>
                    <a:pt x="1493287" y="1275009"/>
                    <a:pt x="1493287" y="1275009"/>
                  </a:cubicBezTo>
                  <a:cubicBezTo>
                    <a:pt x="1493287" y="1275009"/>
                    <a:pt x="1491100" y="1276187"/>
                    <a:pt x="1490460" y="1277398"/>
                  </a:cubicBezTo>
                  <a:cubicBezTo>
                    <a:pt x="1489821" y="1278575"/>
                    <a:pt x="1492312" y="1279584"/>
                    <a:pt x="1492412" y="1280022"/>
                  </a:cubicBezTo>
                  <a:cubicBezTo>
                    <a:pt x="1492513" y="1280459"/>
                    <a:pt x="1493725" y="1282074"/>
                    <a:pt x="1493725" y="1282074"/>
                  </a:cubicBezTo>
                  <a:cubicBezTo>
                    <a:pt x="1493725" y="1282074"/>
                    <a:pt x="1498739" y="1287187"/>
                    <a:pt x="1499043" y="1287389"/>
                  </a:cubicBezTo>
                  <a:cubicBezTo>
                    <a:pt x="1499379" y="1287591"/>
                    <a:pt x="1497965" y="1290551"/>
                    <a:pt x="1497965" y="1290551"/>
                  </a:cubicBezTo>
                  <a:lnTo>
                    <a:pt x="1498605" y="1297851"/>
                  </a:lnTo>
                  <a:lnTo>
                    <a:pt x="1497629" y="1299062"/>
                  </a:lnTo>
                  <a:cubicBezTo>
                    <a:pt x="1497629" y="1299062"/>
                    <a:pt x="1496215" y="1301349"/>
                    <a:pt x="1496215" y="1301652"/>
                  </a:cubicBezTo>
                  <a:cubicBezTo>
                    <a:pt x="1496215" y="1301988"/>
                    <a:pt x="1496754" y="1304814"/>
                    <a:pt x="1496754" y="1304814"/>
                  </a:cubicBezTo>
                  <a:cubicBezTo>
                    <a:pt x="1496754" y="1304814"/>
                    <a:pt x="1495980" y="1306126"/>
                    <a:pt x="1495677" y="1306227"/>
                  </a:cubicBezTo>
                  <a:cubicBezTo>
                    <a:pt x="1495340" y="1306328"/>
                    <a:pt x="1494365" y="1307539"/>
                    <a:pt x="1494365" y="1307539"/>
                  </a:cubicBezTo>
                  <a:cubicBezTo>
                    <a:pt x="1494365" y="1307539"/>
                    <a:pt x="1493927" y="1309726"/>
                    <a:pt x="1493927" y="1310028"/>
                  </a:cubicBezTo>
                  <a:cubicBezTo>
                    <a:pt x="1493927" y="1310365"/>
                    <a:pt x="1494566" y="1312215"/>
                    <a:pt x="1494701" y="1312518"/>
                  </a:cubicBezTo>
                  <a:cubicBezTo>
                    <a:pt x="1494802" y="1312854"/>
                    <a:pt x="1495677" y="1314570"/>
                    <a:pt x="1495677" y="1314570"/>
                  </a:cubicBezTo>
                  <a:cubicBezTo>
                    <a:pt x="1495677" y="1314570"/>
                    <a:pt x="1496316" y="1316756"/>
                    <a:pt x="1496316" y="1317194"/>
                  </a:cubicBezTo>
                  <a:cubicBezTo>
                    <a:pt x="1496316" y="1317631"/>
                    <a:pt x="1495879" y="1320558"/>
                    <a:pt x="1495879" y="1320995"/>
                  </a:cubicBezTo>
                  <a:cubicBezTo>
                    <a:pt x="1495879" y="1321432"/>
                    <a:pt x="1495240" y="1323282"/>
                    <a:pt x="1495139" y="1323720"/>
                  </a:cubicBezTo>
                  <a:cubicBezTo>
                    <a:pt x="1495037" y="1324157"/>
                    <a:pt x="1494162" y="1325032"/>
                    <a:pt x="1494062" y="1325469"/>
                  </a:cubicBezTo>
                  <a:cubicBezTo>
                    <a:pt x="1493961" y="1325906"/>
                    <a:pt x="1493187" y="1326983"/>
                    <a:pt x="1492008" y="1327319"/>
                  </a:cubicBezTo>
                  <a:cubicBezTo>
                    <a:pt x="1490831" y="1327655"/>
                    <a:pt x="1492008" y="1328194"/>
                    <a:pt x="1492008" y="1328194"/>
                  </a:cubicBezTo>
                  <a:lnTo>
                    <a:pt x="1497225" y="1327756"/>
                  </a:lnTo>
                  <a:lnTo>
                    <a:pt x="1498874" y="1326444"/>
                  </a:lnTo>
                  <a:lnTo>
                    <a:pt x="1502139" y="1325368"/>
                  </a:lnTo>
                  <a:lnTo>
                    <a:pt x="1504528" y="1326108"/>
                  </a:lnTo>
                  <a:cubicBezTo>
                    <a:pt x="1504528" y="1326108"/>
                    <a:pt x="1505841" y="1326646"/>
                    <a:pt x="1507793" y="1326646"/>
                  </a:cubicBezTo>
                  <a:cubicBezTo>
                    <a:pt x="1509744" y="1326646"/>
                    <a:pt x="1510418" y="1326209"/>
                    <a:pt x="1510721" y="1325671"/>
                  </a:cubicBezTo>
                  <a:cubicBezTo>
                    <a:pt x="1511057" y="1325132"/>
                    <a:pt x="1512134" y="1323484"/>
                    <a:pt x="1513009" y="1322946"/>
                  </a:cubicBezTo>
                  <a:cubicBezTo>
                    <a:pt x="1513884" y="1322408"/>
                    <a:pt x="1515399" y="1322172"/>
                    <a:pt x="1517149" y="1322172"/>
                  </a:cubicBezTo>
                  <a:cubicBezTo>
                    <a:pt x="1518898" y="1322172"/>
                    <a:pt x="1519202" y="1324998"/>
                    <a:pt x="1520615" y="1324998"/>
                  </a:cubicBezTo>
                  <a:cubicBezTo>
                    <a:pt x="1522028" y="1324998"/>
                    <a:pt x="1523442" y="1325099"/>
                    <a:pt x="1524654" y="1325099"/>
                  </a:cubicBezTo>
                  <a:cubicBezTo>
                    <a:pt x="1525865" y="1325099"/>
                    <a:pt x="1526707" y="1325435"/>
                    <a:pt x="1529533" y="1325334"/>
                  </a:cubicBezTo>
                  <a:cubicBezTo>
                    <a:pt x="1532360" y="1325233"/>
                    <a:pt x="1530408" y="1325233"/>
                    <a:pt x="1531822" y="1325233"/>
                  </a:cubicBezTo>
                  <a:cubicBezTo>
                    <a:pt x="1533235" y="1325233"/>
                    <a:pt x="1534985" y="1325233"/>
                    <a:pt x="1536837" y="1325032"/>
                  </a:cubicBezTo>
                  <a:cubicBezTo>
                    <a:pt x="1538687" y="1324796"/>
                    <a:pt x="1538149" y="1323955"/>
                    <a:pt x="1538486" y="1323282"/>
                  </a:cubicBezTo>
                  <a:cubicBezTo>
                    <a:pt x="1538822" y="1322643"/>
                    <a:pt x="1538587" y="1321769"/>
                    <a:pt x="1538587" y="1321769"/>
                  </a:cubicBezTo>
                  <a:lnTo>
                    <a:pt x="1536736" y="1320019"/>
                  </a:lnTo>
                  <a:cubicBezTo>
                    <a:pt x="1536736" y="1320019"/>
                    <a:pt x="1534245" y="1318270"/>
                    <a:pt x="1533808" y="1317967"/>
                  </a:cubicBezTo>
                  <a:cubicBezTo>
                    <a:pt x="1533370" y="1317631"/>
                    <a:pt x="1530341" y="1313931"/>
                    <a:pt x="1530106" y="1313493"/>
                  </a:cubicBezTo>
                  <a:cubicBezTo>
                    <a:pt x="1529904" y="1313056"/>
                    <a:pt x="1530644" y="1310903"/>
                    <a:pt x="1530880" y="1310466"/>
                  </a:cubicBezTo>
                  <a:cubicBezTo>
                    <a:pt x="1531082" y="1310028"/>
                    <a:pt x="1532394" y="1308178"/>
                    <a:pt x="1533707" y="1307741"/>
                  </a:cubicBezTo>
                  <a:cubicBezTo>
                    <a:pt x="1534985" y="1307304"/>
                    <a:pt x="1535659" y="1307741"/>
                    <a:pt x="1535659" y="1307741"/>
                  </a:cubicBezTo>
                  <a:cubicBezTo>
                    <a:pt x="1535659" y="1307741"/>
                    <a:pt x="1537846" y="1310567"/>
                    <a:pt x="1542524" y="1311778"/>
                  </a:cubicBezTo>
                  <a:cubicBezTo>
                    <a:pt x="1547202" y="1312989"/>
                    <a:pt x="1544274" y="1309591"/>
                    <a:pt x="1544274" y="1309591"/>
                  </a:cubicBezTo>
                  <a:lnTo>
                    <a:pt x="1545688" y="1306866"/>
                  </a:lnTo>
                  <a:lnTo>
                    <a:pt x="1548515" y="1304915"/>
                  </a:lnTo>
                  <a:lnTo>
                    <a:pt x="1556659" y="1299600"/>
                  </a:lnTo>
                  <a:lnTo>
                    <a:pt x="1559924" y="1296875"/>
                  </a:lnTo>
                  <a:cubicBezTo>
                    <a:pt x="1559924" y="1296875"/>
                    <a:pt x="1568304" y="1290349"/>
                    <a:pt x="1568405" y="1290013"/>
                  </a:cubicBezTo>
                  <a:cubicBezTo>
                    <a:pt x="1568506" y="1289676"/>
                    <a:pt x="1571770" y="1287187"/>
                    <a:pt x="1572107" y="1286985"/>
                  </a:cubicBezTo>
                  <a:cubicBezTo>
                    <a:pt x="1572443" y="1286783"/>
                    <a:pt x="1574933" y="1285236"/>
                    <a:pt x="1575136" y="1284933"/>
                  </a:cubicBezTo>
                  <a:cubicBezTo>
                    <a:pt x="1575337" y="1284597"/>
                    <a:pt x="1576549" y="1284395"/>
                    <a:pt x="1576549" y="1284395"/>
                  </a:cubicBezTo>
                  <a:cubicBezTo>
                    <a:pt x="1576549" y="1284395"/>
                    <a:pt x="1579477" y="1283520"/>
                    <a:pt x="1580789" y="1283520"/>
                  </a:cubicBezTo>
                  <a:cubicBezTo>
                    <a:pt x="1582102" y="1283520"/>
                    <a:pt x="1583414" y="1285572"/>
                    <a:pt x="1583414" y="1285572"/>
                  </a:cubicBezTo>
                  <a:lnTo>
                    <a:pt x="1585804" y="1288196"/>
                  </a:lnTo>
                  <a:lnTo>
                    <a:pt x="1588429" y="1289845"/>
                  </a:lnTo>
                  <a:lnTo>
                    <a:pt x="1589607" y="1291997"/>
                  </a:lnTo>
                  <a:cubicBezTo>
                    <a:pt x="1589607" y="1291997"/>
                    <a:pt x="1590684" y="1298423"/>
                    <a:pt x="1590684" y="1298725"/>
                  </a:cubicBezTo>
                  <a:cubicBezTo>
                    <a:pt x="1590684" y="1299062"/>
                    <a:pt x="1591223" y="1299701"/>
                    <a:pt x="1592198" y="1301013"/>
                  </a:cubicBezTo>
                  <a:cubicBezTo>
                    <a:pt x="1593174" y="1302325"/>
                    <a:pt x="1595328" y="1303300"/>
                    <a:pt x="1596102" y="1302964"/>
                  </a:cubicBezTo>
                  <a:lnTo>
                    <a:pt x="1596102" y="1299499"/>
                  </a:lnTo>
                  <a:lnTo>
                    <a:pt x="1596102" y="1296774"/>
                  </a:lnTo>
                  <a:lnTo>
                    <a:pt x="1597516" y="1294049"/>
                  </a:lnTo>
                  <a:lnTo>
                    <a:pt x="1599165" y="1292536"/>
                  </a:lnTo>
                  <a:cubicBezTo>
                    <a:pt x="1599165" y="1292536"/>
                    <a:pt x="1600242" y="1292098"/>
                    <a:pt x="1600679" y="1291997"/>
                  </a:cubicBezTo>
                  <a:cubicBezTo>
                    <a:pt x="1601117" y="1291897"/>
                    <a:pt x="1602968" y="1291123"/>
                    <a:pt x="1602968" y="1291123"/>
                  </a:cubicBezTo>
                  <a:lnTo>
                    <a:pt x="1604718" y="1290349"/>
                  </a:lnTo>
                  <a:lnTo>
                    <a:pt x="1607107" y="1288701"/>
                  </a:lnTo>
                  <a:lnTo>
                    <a:pt x="1608857" y="1286750"/>
                  </a:lnTo>
                  <a:lnTo>
                    <a:pt x="1611785" y="1283823"/>
                  </a:lnTo>
                  <a:lnTo>
                    <a:pt x="1611785" y="1282377"/>
                  </a:lnTo>
                  <a:lnTo>
                    <a:pt x="1613536" y="1280358"/>
                  </a:lnTo>
                  <a:lnTo>
                    <a:pt x="1613536" y="1278609"/>
                  </a:lnTo>
                  <a:lnTo>
                    <a:pt x="1615723" y="1275413"/>
                  </a:lnTo>
                  <a:lnTo>
                    <a:pt x="1617742" y="1273529"/>
                  </a:lnTo>
                  <a:cubicBezTo>
                    <a:pt x="1617742" y="1273529"/>
                    <a:pt x="1620064" y="1272386"/>
                    <a:pt x="1620771" y="1272386"/>
                  </a:cubicBezTo>
                  <a:cubicBezTo>
                    <a:pt x="1621478" y="1272386"/>
                    <a:pt x="1623968" y="1273395"/>
                    <a:pt x="1623968" y="1273395"/>
                  </a:cubicBezTo>
                  <a:cubicBezTo>
                    <a:pt x="1623968" y="1273395"/>
                    <a:pt x="1623968" y="1275279"/>
                    <a:pt x="1623968" y="1275985"/>
                  </a:cubicBezTo>
                  <a:cubicBezTo>
                    <a:pt x="1623968" y="1276725"/>
                    <a:pt x="1622959" y="1276994"/>
                    <a:pt x="1622656" y="1277566"/>
                  </a:cubicBezTo>
                  <a:cubicBezTo>
                    <a:pt x="1622353" y="1278138"/>
                    <a:pt x="1622083" y="1279450"/>
                    <a:pt x="1622353" y="1279887"/>
                  </a:cubicBezTo>
                  <a:cubicBezTo>
                    <a:pt x="1622656" y="1280325"/>
                    <a:pt x="1625112" y="1279147"/>
                    <a:pt x="1625112" y="1279147"/>
                  </a:cubicBezTo>
                  <a:lnTo>
                    <a:pt x="1626560" y="1275951"/>
                  </a:lnTo>
                  <a:lnTo>
                    <a:pt x="1629757" y="1275951"/>
                  </a:lnTo>
                  <a:lnTo>
                    <a:pt x="1631339" y="1277903"/>
                  </a:lnTo>
                  <a:lnTo>
                    <a:pt x="1634401" y="1281166"/>
                  </a:lnTo>
                  <a:cubicBezTo>
                    <a:pt x="1634401" y="1281166"/>
                    <a:pt x="1636858" y="1282477"/>
                    <a:pt x="1637901" y="1282477"/>
                  </a:cubicBezTo>
                  <a:cubicBezTo>
                    <a:pt x="1638911" y="1282477"/>
                    <a:pt x="1643690" y="1282175"/>
                    <a:pt x="1643690" y="1282175"/>
                  </a:cubicBezTo>
                  <a:cubicBezTo>
                    <a:pt x="1643690" y="1282175"/>
                    <a:pt x="1648906" y="1282040"/>
                    <a:pt x="1649478" y="1281737"/>
                  </a:cubicBezTo>
                  <a:cubicBezTo>
                    <a:pt x="1650051" y="1281435"/>
                    <a:pt x="1650353" y="1281166"/>
                    <a:pt x="1650623" y="1280594"/>
                  </a:cubicBezTo>
                  <a:cubicBezTo>
                    <a:pt x="1650926" y="1280022"/>
                    <a:pt x="1651195" y="1277566"/>
                    <a:pt x="1651632" y="1276086"/>
                  </a:cubicBezTo>
                  <a:cubicBezTo>
                    <a:pt x="1652070" y="1274639"/>
                    <a:pt x="1653214" y="1274505"/>
                    <a:pt x="1653214" y="1274505"/>
                  </a:cubicBezTo>
                  <a:lnTo>
                    <a:pt x="1656108" y="1274202"/>
                  </a:lnTo>
                  <a:cubicBezTo>
                    <a:pt x="1656108" y="1274202"/>
                    <a:pt x="1658262" y="1274202"/>
                    <a:pt x="1658868" y="1274202"/>
                  </a:cubicBezTo>
                  <a:cubicBezTo>
                    <a:pt x="1659440" y="1274202"/>
                    <a:pt x="1660450" y="1274135"/>
                    <a:pt x="1660887" y="1274000"/>
                  </a:cubicBezTo>
                  <a:cubicBezTo>
                    <a:pt x="1661325" y="1273866"/>
                    <a:pt x="1661762" y="1272621"/>
                    <a:pt x="1661897" y="1272184"/>
                  </a:cubicBezTo>
                  <a:cubicBezTo>
                    <a:pt x="1662031" y="1271746"/>
                    <a:pt x="1662604" y="1268719"/>
                    <a:pt x="1662604" y="1268113"/>
                  </a:cubicBezTo>
                  <a:cubicBezTo>
                    <a:pt x="1662604" y="1267541"/>
                    <a:pt x="1663479" y="1264043"/>
                    <a:pt x="1663479" y="1264043"/>
                  </a:cubicBezTo>
                  <a:lnTo>
                    <a:pt x="1664051" y="1261722"/>
                  </a:lnTo>
                  <a:lnTo>
                    <a:pt x="1663041" y="1259838"/>
                  </a:lnTo>
                  <a:lnTo>
                    <a:pt x="1660887" y="1258526"/>
                  </a:lnTo>
                  <a:lnTo>
                    <a:pt x="1656983" y="1256642"/>
                  </a:lnTo>
                  <a:cubicBezTo>
                    <a:pt x="1656983" y="1256642"/>
                    <a:pt x="1653954" y="1253312"/>
                    <a:pt x="1653954" y="1251563"/>
                  </a:cubicBezTo>
                  <a:cubicBezTo>
                    <a:pt x="1653954" y="1251563"/>
                    <a:pt x="1658733" y="1250251"/>
                    <a:pt x="1660181" y="1249813"/>
                  </a:cubicBezTo>
                  <a:cubicBezTo>
                    <a:pt x="1661628" y="1249376"/>
                    <a:pt x="1663075" y="1249107"/>
                    <a:pt x="1663075" y="1249107"/>
                  </a:cubicBezTo>
                  <a:lnTo>
                    <a:pt x="1664219" y="1245339"/>
                  </a:lnTo>
                  <a:lnTo>
                    <a:pt x="1662200" y="1241134"/>
                  </a:lnTo>
                  <a:lnTo>
                    <a:pt x="1662065" y="1239251"/>
                  </a:lnTo>
                  <a:lnTo>
                    <a:pt x="1661762" y="1236055"/>
                  </a:lnTo>
                  <a:lnTo>
                    <a:pt x="1661056" y="1234305"/>
                  </a:lnTo>
                  <a:cubicBezTo>
                    <a:pt x="1661056" y="1234305"/>
                    <a:pt x="1660753" y="1233162"/>
                    <a:pt x="1660618" y="1232556"/>
                  </a:cubicBezTo>
                  <a:cubicBezTo>
                    <a:pt x="1660483" y="1231984"/>
                    <a:pt x="1659743" y="1230807"/>
                    <a:pt x="1659743" y="1230807"/>
                  </a:cubicBezTo>
                  <a:lnTo>
                    <a:pt x="1658733" y="1229798"/>
                  </a:lnTo>
                  <a:lnTo>
                    <a:pt x="1658733" y="1226905"/>
                  </a:lnTo>
                  <a:cubicBezTo>
                    <a:pt x="1658733" y="1226905"/>
                    <a:pt x="1664758" y="1225896"/>
                    <a:pt x="1665464" y="1225761"/>
                  </a:cubicBezTo>
                  <a:cubicBezTo>
                    <a:pt x="1666205" y="1225626"/>
                    <a:pt x="1665094" y="1221859"/>
                    <a:pt x="1665397" y="1221422"/>
                  </a:cubicBezTo>
                  <a:cubicBezTo>
                    <a:pt x="1665666" y="1220984"/>
                    <a:pt x="1667282" y="1220984"/>
                    <a:pt x="1667854" y="1220681"/>
                  </a:cubicBezTo>
                  <a:cubicBezTo>
                    <a:pt x="1668426" y="1220412"/>
                    <a:pt x="1670748" y="1219975"/>
                    <a:pt x="1670748" y="1219975"/>
                  </a:cubicBezTo>
                  <a:cubicBezTo>
                    <a:pt x="1670748" y="1219975"/>
                    <a:pt x="1673777" y="1219100"/>
                    <a:pt x="1674383" y="1218831"/>
                  </a:cubicBezTo>
                  <a:cubicBezTo>
                    <a:pt x="1674955" y="1218528"/>
                    <a:pt x="1677277" y="1218697"/>
                    <a:pt x="1677277" y="1218697"/>
                  </a:cubicBezTo>
                  <a:cubicBezTo>
                    <a:pt x="1677277" y="1218697"/>
                    <a:pt x="1681046" y="1218999"/>
                    <a:pt x="1682628" y="1218999"/>
                  </a:cubicBezTo>
                  <a:cubicBezTo>
                    <a:pt x="1684243" y="1218999"/>
                    <a:pt x="1686263" y="1218697"/>
                    <a:pt x="1686263" y="1218697"/>
                  </a:cubicBezTo>
                  <a:lnTo>
                    <a:pt x="1687576" y="1216510"/>
                  </a:lnTo>
                  <a:cubicBezTo>
                    <a:pt x="1687576" y="1216510"/>
                    <a:pt x="1690335" y="1214626"/>
                    <a:pt x="1690907" y="1214626"/>
                  </a:cubicBezTo>
                  <a:cubicBezTo>
                    <a:pt x="1691479" y="1214626"/>
                    <a:pt x="1692489" y="1215636"/>
                    <a:pt x="1692489" y="1215636"/>
                  </a:cubicBezTo>
                  <a:lnTo>
                    <a:pt x="1696124" y="1217654"/>
                  </a:lnTo>
                  <a:lnTo>
                    <a:pt x="1697874" y="1218528"/>
                  </a:lnTo>
                  <a:lnTo>
                    <a:pt x="1701205" y="1218528"/>
                  </a:lnTo>
                  <a:cubicBezTo>
                    <a:pt x="1701205" y="1218528"/>
                    <a:pt x="1702215" y="1218158"/>
                    <a:pt x="1703831" y="1217889"/>
                  </a:cubicBezTo>
                  <a:cubicBezTo>
                    <a:pt x="1705412" y="1217587"/>
                    <a:pt x="1704571" y="1217385"/>
                    <a:pt x="1704571" y="1217385"/>
                  </a:cubicBezTo>
                  <a:lnTo>
                    <a:pt x="1707465" y="1214189"/>
                  </a:lnTo>
                  <a:lnTo>
                    <a:pt x="1707465" y="1212002"/>
                  </a:lnTo>
                  <a:lnTo>
                    <a:pt x="1708475" y="1209681"/>
                  </a:lnTo>
                  <a:cubicBezTo>
                    <a:pt x="1708475" y="1209681"/>
                    <a:pt x="1709047" y="1208538"/>
                    <a:pt x="1709350" y="1207966"/>
                  </a:cubicBezTo>
                  <a:cubicBezTo>
                    <a:pt x="1709619" y="1207394"/>
                    <a:pt x="1710359" y="1206082"/>
                    <a:pt x="1710797" y="1205645"/>
                  </a:cubicBezTo>
                  <a:cubicBezTo>
                    <a:pt x="1711234" y="1205207"/>
                    <a:pt x="1712985" y="1205073"/>
                    <a:pt x="1713826" y="1205207"/>
                  </a:cubicBezTo>
                  <a:cubicBezTo>
                    <a:pt x="1714701" y="1205342"/>
                    <a:pt x="1714701" y="1205779"/>
                    <a:pt x="1714701" y="1205779"/>
                  </a:cubicBezTo>
                  <a:lnTo>
                    <a:pt x="1716720" y="1207226"/>
                  </a:lnTo>
                  <a:cubicBezTo>
                    <a:pt x="1716720" y="1207226"/>
                    <a:pt x="1719749" y="1208369"/>
                    <a:pt x="1720220" y="1208235"/>
                  </a:cubicBezTo>
                  <a:cubicBezTo>
                    <a:pt x="1720658" y="1208100"/>
                    <a:pt x="1722374" y="1206486"/>
                    <a:pt x="1722374" y="1206486"/>
                  </a:cubicBezTo>
                  <a:lnTo>
                    <a:pt x="1724393" y="1203727"/>
                  </a:lnTo>
                  <a:lnTo>
                    <a:pt x="1727153" y="1202718"/>
                  </a:lnTo>
                  <a:lnTo>
                    <a:pt x="1730788" y="1201978"/>
                  </a:lnTo>
                  <a:lnTo>
                    <a:pt x="1733985" y="1201339"/>
                  </a:lnTo>
                  <a:lnTo>
                    <a:pt x="1739403" y="1203088"/>
                  </a:lnTo>
                  <a:cubicBezTo>
                    <a:pt x="1739403" y="1203088"/>
                    <a:pt x="1742028" y="1206351"/>
                    <a:pt x="1742668" y="1206553"/>
                  </a:cubicBezTo>
                  <a:cubicBezTo>
                    <a:pt x="1743307" y="1206788"/>
                    <a:pt x="1742668" y="1208504"/>
                    <a:pt x="1742668" y="1208504"/>
                  </a:cubicBezTo>
                  <a:lnTo>
                    <a:pt x="1743980" y="1211969"/>
                  </a:lnTo>
                  <a:lnTo>
                    <a:pt x="1749837" y="1215232"/>
                  </a:lnTo>
                  <a:lnTo>
                    <a:pt x="1754346" y="1219639"/>
                  </a:lnTo>
                  <a:lnTo>
                    <a:pt x="1756803" y="1221522"/>
                  </a:lnTo>
                  <a:cubicBezTo>
                    <a:pt x="1756803" y="1221522"/>
                    <a:pt x="1757509" y="1223104"/>
                    <a:pt x="1757476" y="1223406"/>
                  </a:cubicBezTo>
                  <a:cubicBezTo>
                    <a:pt x="1757409" y="1223675"/>
                    <a:pt x="1758486" y="1225727"/>
                    <a:pt x="1758486" y="1225727"/>
                  </a:cubicBezTo>
                  <a:cubicBezTo>
                    <a:pt x="1758486" y="1225727"/>
                    <a:pt x="1759663" y="1227174"/>
                    <a:pt x="1759731" y="1227409"/>
                  </a:cubicBezTo>
                  <a:cubicBezTo>
                    <a:pt x="1759798" y="1227611"/>
                    <a:pt x="1760976" y="1228990"/>
                    <a:pt x="1760976" y="1228990"/>
                  </a:cubicBezTo>
                  <a:lnTo>
                    <a:pt x="1761481" y="1231379"/>
                  </a:lnTo>
                  <a:lnTo>
                    <a:pt x="1760034" y="1233532"/>
                  </a:lnTo>
                  <a:lnTo>
                    <a:pt x="1759764" y="1233902"/>
                  </a:lnTo>
                  <a:cubicBezTo>
                    <a:pt x="1759764" y="1233902"/>
                    <a:pt x="1757509" y="1236156"/>
                    <a:pt x="1757509" y="1236425"/>
                  </a:cubicBezTo>
                  <a:cubicBezTo>
                    <a:pt x="1757509" y="1236728"/>
                    <a:pt x="1758317" y="1239183"/>
                    <a:pt x="1758317" y="1239183"/>
                  </a:cubicBezTo>
                  <a:lnTo>
                    <a:pt x="1759731" y="1242278"/>
                  </a:lnTo>
                  <a:cubicBezTo>
                    <a:pt x="1759731" y="1242278"/>
                    <a:pt x="1763971" y="1244936"/>
                    <a:pt x="1764072" y="1245037"/>
                  </a:cubicBezTo>
                  <a:cubicBezTo>
                    <a:pt x="1764173" y="1245137"/>
                    <a:pt x="1764745" y="1246180"/>
                    <a:pt x="1764745" y="1246180"/>
                  </a:cubicBezTo>
                  <a:cubicBezTo>
                    <a:pt x="1764745" y="1246180"/>
                    <a:pt x="1764308" y="1247526"/>
                    <a:pt x="1764140" y="1248031"/>
                  </a:cubicBezTo>
                  <a:cubicBezTo>
                    <a:pt x="1763971" y="1248535"/>
                    <a:pt x="1764140" y="1250520"/>
                    <a:pt x="1764140" y="1250688"/>
                  </a:cubicBezTo>
                  <a:cubicBezTo>
                    <a:pt x="1764140" y="1250856"/>
                    <a:pt x="1764779" y="1251058"/>
                    <a:pt x="1764779" y="1251058"/>
                  </a:cubicBezTo>
                  <a:lnTo>
                    <a:pt x="1766899" y="1249645"/>
                  </a:lnTo>
                  <a:lnTo>
                    <a:pt x="1769793" y="1251764"/>
                  </a:lnTo>
                  <a:lnTo>
                    <a:pt x="1770500" y="1252942"/>
                  </a:lnTo>
                  <a:lnTo>
                    <a:pt x="1771173" y="1254624"/>
                  </a:lnTo>
                  <a:lnTo>
                    <a:pt x="1768380" y="1255835"/>
                  </a:lnTo>
                  <a:lnTo>
                    <a:pt x="1768380" y="1257853"/>
                  </a:lnTo>
                  <a:cubicBezTo>
                    <a:pt x="1768380" y="1257853"/>
                    <a:pt x="1769188" y="1258728"/>
                    <a:pt x="1769491" y="1259300"/>
                  </a:cubicBezTo>
                  <a:cubicBezTo>
                    <a:pt x="1769760" y="1259872"/>
                    <a:pt x="1770702" y="1260746"/>
                    <a:pt x="1770702" y="1260746"/>
                  </a:cubicBezTo>
                  <a:cubicBezTo>
                    <a:pt x="1770702" y="1260746"/>
                    <a:pt x="1772452" y="1260881"/>
                    <a:pt x="1772520" y="1260881"/>
                  </a:cubicBezTo>
                  <a:cubicBezTo>
                    <a:pt x="1772620" y="1260881"/>
                    <a:pt x="1774169" y="1259434"/>
                    <a:pt x="1774169" y="1259434"/>
                  </a:cubicBezTo>
                  <a:cubicBezTo>
                    <a:pt x="1774169" y="1259434"/>
                    <a:pt x="1775044" y="1258122"/>
                    <a:pt x="1775313" y="1257550"/>
                  </a:cubicBezTo>
                  <a:cubicBezTo>
                    <a:pt x="1775616" y="1256979"/>
                    <a:pt x="1776053" y="1255969"/>
                    <a:pt x="1776491" y="1255667"/>
                  </a:cubicBezTo>
                  <a:cubicBezTo>
                    <a:pt x="1776928" y="1255364"/>
                    <a:pt x="1778072" y="1254927"/>
                    <a:pt x="1778678" y="1254927"/>
                  </a:cubicBezTo>
                  <a:cubicBezTo>
                    <a:pt x="1779251" y="1254927"/>
                    <a:pt x="1781438" y="1256676"/>
                    <a:pt x="1781438" y="1256676"/>
                  </a:cubicBezTo>
                  <a:lnTo>
                    <a:pt x="1782448" y="1256676"/>
                  </a:lnTo>
                  <a:lnTo>
                    <a:pt x="1783154" y="1258997"/>
                  </a:lnTo>
                  <a:lnTo>
                    <a:pt x="1782582" y="1260746"/>
                  </a:lnTo>
                  <a:cubicBezTo>
                    <a:pt x="1782582" y="1260746"/>
                    <a:pt x="1780832" y="1262193"/>
                    <a:pt x="1781000" y="1263067"/>
                  </a:cubicBezTo>
                  <a:cubicBezTo>
                    <a:pt x="1781135" y="1263942"/>
                    <a:pt x="1783457" y="1264648"/>
                    <a:pt x="1783457" y="1264648"/>
                  </a:cubicBezTo>
                  <a:cubicBezTo>
                    <a:pt x="1783457" y="1264648"/>
                    <a:pt x="1786789" y="1265389"/>
                    <a:pt x="1787799" y="1265389"/>
                  </a:cubicBezTo>
                  <a:cubicBezTo>
                    <a:pt x="1788808" y="1265389"/>
                    <a:pt x="1787664" y="1267979"/>
                    <a:pt x="1787227" y="1267979"/>
                  </a:cubicBezTo>
                  <a:cubicBezTo>
                    <a:pt x="1786789" y="1267979"/>
                    <a:pt x="1784770" y="1269997"/>
                    <a:pt x="1783760" y="1270872"/>
                  </a:cubicBezTo>
                  <a:cubicBezTo>
                    <a:pt x="1782750" y="1271746"/>
                    <a:pt x="1783188" y="1272756"/>
                    <a:pt x="1783188" y="1272756"/>
                  </a:cubicBezTo>
                  <a:lnTo>
                    <a:pt x="1786520" y="1276086"/>
                  </a:lnTo>
                  <a:lnTo>
                    <a:pt x="1787395" y="1279551"/>
                  </a:lnTo>
                  <a:cubicBezTo>
                    <a:pt x="1787395" y="1279551"/>
                    <a:pt x="1789280" y="1282175"/>
                    <a:pt x="1789851" y="1283184"/>
                  </a:cubicBezTo>
                  <a:cubicBezTo>
                    <a:pt x="1790424" y="1284193"/>
                    <a:pt x="1790559" y="1288835"/>
                    <a:pt x="1790559" y="1288835"/>
                  </a:cubicBezTo>
                  <a:cubicBezTo>
                    <a:pt x="1790559" y="1288835"/>
                    <a:pt x="1789111" y="1291728"/>
                    <a:pt x="1787361" y="1292468"/>
                  </a:cubicBezTo>
                  <a:cubicBezTo>
                    <a:pt x="1785611" y="1293209"/>
                    <a:pt x="1784467" y="1291762"/>
                    <a:pt x="1784164" y="1291156"/>
                  </a:cubicBezTo>
                  <a:cubicBezTo>
                    <a:pt x="1783861" y="1290585"/>
                    <a:pt x="1780967" y="1288835"/>
                    <a:pt x="1780967" y="1288835"/>
                  </a:cubicBezTo>
                  <a:cubicBezTo>
                    <a:pt x="1780967" y="1288835"/>
                    <a:pt x="1779654" y="1288398"/>
                    <a:pt x="1777770" y="1287961"/>
                  </a:cubicBezTo>
                  <a:cubicBezTo>
                    <a:pt x="1775885" y="1287523"/>
                    <a:pt x="1776188" y="1287961"/>
                    <a:pt x="1776188" y="1287961"/>
                  </a:cubicBezTo>
                  <a:lnTo>
                    <a:pt x="1775616" y="1287961"/>
                  </a:lnTo>
                  <a:lnTo>
                    <a:pt x="1774741" y="1289037"/>
                  </a:lnTo>
                  <a:cubicBezTo>
                    <a:pt x="1774741" y="1289037"/>
                    <a:pt x="1773125" y="1292435"/>
                    <a:pt x="1772721" y="1293007"/>
                  </a:cubicBezTo>
                  <a:cubicBezTo>
                    <a:pt x="1772284" y="1293578"/>
                    <a:pt x="1772721" y="1295193"/>
                    <a:pt x="1772721" y="1295193"/>
                  </a:cubicBezTo>
                  <a:cubicBezTo>
                    <a:pt x="1772721" y="1295193"/>
                    <a:pt x="1773596" y="1297212"/>
                    <a:pt x="1773866" y="1298086"/>
                  </a:cubicBezTo>
                  <a:cubicBezTo>
                    <a:pt x="1774169" y="1298961"/>
                    <a:pt x="1775885" y="1301282"/>
                    <a:pt x="1776323" y="1301854"/>
                  </a:cubicBezTo>
                  <a:cubicBezTo>
                    <a:pt x="1776760" y="1302426"/>
                    <a:pt x="1777029" y="1303300"/>
                    <a:pt x="1777467" y="1303603"/>
                  </a:cubicBezTo>
                  <a:cubicBezTo>
                    <a:pt x="1777904" y="1303906"/>
                    <a:pt x="1780226" y="1304175"/>
                    <a:pt x="1780799" y="1304478"/>
                  </a:cubicBezTo>
                  <a:cubicBezTo>
                    <a:pt x="1781371" y="1304781"/>
                    <a:pt x="1783693" y="1307943"/>
                    <a:pt x="1783693" y="1307943"/>
                  </a:cubicBezTo>
                  <a:lnTo>
                    <a:pt x="1780058" y="1309961"/>
                  </a:lnTo>
                  <a:lnTo>
                    <a:pt x="1781236" y="1312989"/>
                  </a:lnTo>
                  <a:lnTo>
                    <a:pt x="1788337" y="1313998"/>
                  </a:lnTo>
                  <a:lnTo>
                    <a:pt x="1789212" y="1314872"/>
                  </a:lnTo>
                  <a:cubicBezTo>
                    <a:pt x="1789212" y="1314872"/>
                    <a:pt x="1789212" y="1319515"/>
                    <a:pt x="1789212" y="1320087"/>
                  </a:cubicBezTo>
                  <a:cubicBezTo>
                    <a:pt x="1789212" y="1320658"/>
                    <a:pt x="1788506" y="1321533"/>
                    <a:pt x="1787631" y="1322105"/>
                  </a:cubicBezTo>
                  <a:cubicBezTo>
                    <a:pt x="1786756" y="1322677"/>
                    <a:pt x="1787193" y="1323417"/>
                    <a:pt x="1787193" y="1323854"/>
                  </a:cubicBezTo>
                  <a:cubicBezTo>
                    <a:pt x="1787193" y="1324291"/>
                    <a:pt x="1788068" y="1325435"/>
                    <a:pt x="1788068" y="1325873"/>
                  </a:cubicBezTo>
                  <a:cubicBezTo>
                    <a:pt x="1788068" y="1326310"/>
                    <a:pt x="1789212" y="1328194"/>
                    <a:pt x="1789212" y="1328194"/>
                  </a:cubicBezTo>
                  <a:lnTo>
                    <a:pt x="1790794" y="1332264"/>
                  </a:lnTo>
                  <a:cubicBezTo>
                    <a:pt x="1790794" y="1332264"/>
                    <a:pt x="1791097" y="1335292"/>
                    <a:pt x="1791366" y="1335897"/>
                  </a:cubicBezTo>
                  <a:cubicBezTo>
                    <a:pt x="1791669" y="1336469"/>
                    <a:pt x="1792544" y="1336469"/>
                    <a:pt x="1793116" y="1336604"/>
                  </a:cubicBezTo>
                  <a:cubicBezTo>
                    <a:pt x="1793688" y="1336738"/>
                    <a:pt x="1798636" y="1339934"/>
                    <a:pt x="1798636" y="1339934"/>
                  </a:cubicBezTo>
                  <a:lnTo>
                    <a:pt x="1800958" y="1338790"/>
                  </a:lnTo>
                  <a:cubicBezTo>
                    <a:pt x="1800958" y="1338790"/>
                    <a:pt x="1802539" y="1338487"/>
                    <a:pt x="1803987" y="1338050"/>
                  </a:cubicBezTo>
                  <a:cubicBezTo>
                    <a:pt x="1805434" y="1337613"/>
                    <a:pt x="1806746" y="1336469"/>
                    <a:pt x="1806746" y="1336469"/>
                  </a:cubicBezTo>
                  <a:cubicBezTo>
                    <a:pt x="1806746" y="1336469"/>
                    <a:pt x="1808328" y="1333845"/>
                    <a:pt x="1808496" y="1333273"/>
                  </a:cubicBezTo>
                  <a:cubicBezTo>
                    <a:pt x="1808631" y="1332701"/>
                    <a:pt x="1810078" y="1330649"/>
                    <a:pt x="1810515" y="1330818"/>
                  </a:cubicBezTo>
                  <a:cubicBezTo>
                    <a:pt x="1810953" y="1330952"/>
                    <a:pt x="1814420" y="1333576"/>
                    <a:pt x="1814420" y="1333576"/>
                  </a:cubicBezTo>
                  <a:lnTo>
                    <a:pt x="1816607" y="1333441"/>
                  </a:lnTo>
                  <a:cubicBezTo>
                    <a:pt x="1816607" y="1333441"/>
                    <a:pt x="1818054" y="1335763"/>
                    <a:pt x="1818189" y="1336200"/>
                  </a:cubicBezTo>
                  <a:cubicBezTo>
                    <a:pt x="1818324" y="1336637"/>
                    <a:pt x="1821218" y="1335460"/>
                    <a:pt x="1821218" y="1335460"/>
                  </a:cubicBezTo>
                  <a:lnTo>
                    <a:pt x="1826569" y="1334585"/>
                  </a:lnTo>
                  <a:lnTo>
                    <a:pt x="1831348" y="1332264"/>
                  </a:lnTo>
                  <a:cubicBezTo>
                    <a:pt x="1831348" y="1332264"/>
                    <a:pt x="1833535" y="1333408"/>
                    <a:pt x="1834107" y="1333711"/>
                  </a:cubicBezTo>
                  <a:cubicBezTo>
                    <a:pt x="1834680" y="1334013"/>
                    <a:pt x="1835857" y="1335157"/>
                    <a:pt x="1836733" y="1335729"/>
                  </a:cubicBezTo>
                  <a:cubicBezTo>
                    <a:pt x="1837608" y="1336301"/>
                    <a:pt x="1840637" y="1338925"/>
                    <a:pt x="1841074" y="1338757"/>
                  </a:cubicBezTo>
                  <a:cubicBezTo>
                    <a:pt x="1841512" y="1338622"/>
                    <a:pt x="1843093" y="1337310"/>
                    <a:pt x="1843093" y="1337310"/>
                  </a:cubicBezTo>
                  <a:cubicBezTo>
                    <a:pt x="1843093" y="1337310"/>
                    <a:pt x="1844406" y="1334989"/>
                    <a:pt x="1845112" y="1334720"/>
                  </a:cubicBezTo>
                  <a:cubicBezTo>
                    <a:pt x="1845853" y="1334417"/>
                    <a:pt x="1848007" y="1334148"/>
                    <a:pt x="1848007" y="1334148"/>
                  </a:cubicBezTo>
                  <a:lnTo>
                    <a:pt x="1850194" y="1336166"/>
                  </a:lnTo>
                  <a:lnTo>
                    <a:pt x="1852516" y="1336906"/>
                  </a:lnTo>
                  <a:lnTo>
                    <a:pt x="1857733" y="1336166"/>
                  </a:lnTo>
                  <a:lnTo>
                    <a:pt x="1862377" y="1333980"/>
                  </a:lnTo>
                  <a:lnTo>
                    <a:pt x="1865272" y="1332365"/>
                  </a:lnTo>
                  <a:cubicBezTo>
                    <a:pt x="1865272" y="1332365"/>
                    <a:pt x="1867863" y="1332096"/>
                    <a:pt x="1868906" y="1332399"/>
                  </a:cubicBezTo>
                  <a:cubicBezTo>
                    <a:pt x="1869916" y="1332701"/>
                    <a:pt x="1875132" y="1332264"/>
                    <a:pt x="1875704" y="1332399"/>
                  </a:cubicBezTo>
                  <a:cubicBezTo>
                    <a:pt x="1875805" y="1332432"/>
                    <a:pt x="1876176" y="1332500"/>
                    <a:pt x="1876176" y="1332634"/>
                  </a:cubicBezTo>
                  <a:cubicBezTo>
                    <a:pt x="1876176" y="1332634"/>
                    <a:pt x="1876176" y="1332634"/>
                    <a:pt x="1876176" y="1332634"/>
                  </a:cubicBezTo>
                  <a:lnTo>
                    <a:pt x="1876176" y="1332264"/>
                  </a:lnTo>
                  <a:lnTo>
                    <a:pt x="1876176" y="1325301"/>
                  </a:lnTo>
                  <a:cubicBezTo>
                    <a:pt x="1876176" y="1325301"/>
                    <a:pt x="1877858" y="1322206"/>
                    <a:pt x="1877959" y="1322038"/>
                  </a:cubicBezTo>
                  <a:cubicBezTo>
                    <a:pt x="1878060" y="1321869"/>
                    <a:pt x="1880281" y="1317900"/>
                    <a:pt x="1880281" y="1317900"/>
                  </a:cubicBezTo>
                  <a:cubicBezTo>
                    <a:pt x="1880281" y="1317900"/>
                    <a:pt x="1881359" y="1314536"/>
                    <a:pt x="1881359" y="1314301"/>
                  </a:cubicBezTo>
                  <a:cubicBezTo>
                    <a:pt x="1881359" y="1314099"/>
                    <a:pt x="1881359" y="1309625"/>
                    <a:pt x="1881359" y="1309625"/>
                  </a:cubicBezTo>
                  <a:lnTo>
                    <a:pt x="1876478" y="1306261"/>
                  </a:lnTo>
                  <a:cubicBezTo>
                    <a:pt x="1876478" y="1306261"/>
                    <a:pt x="1875704" y="1302796"/>
                    <a:pt x="1876142" y="1302661"/>
                  </a:cubicBezTo>
                  <a:cubicBezTo>
                    <a:pt x="1876579" y="1302560"/>
                    <a:pt x="1877724" y="1300475"/>
                    <a:pt x="1877724" y="1300475"/>
                  </a:cubicBezTo>
                  <a:cubicBezTo>
                    <a:pt x="1877724" y="1300475"/>
                    <a:pt x="1878801" y="1298591"/>
                    <a:pt x="1878094" y="1297884"/>
                  </a:cubicBezTo>
                  <a:cubicBezTo>
                    <a:pt x="1877387" y="1297178"/>
                    <a:pt x="1873685" y="1294251"/>
                    <a:pt x="1873685" y="1294251"/>
                  </a:cubicBezTo>
                  <a:lnTo>
                    <a:pt x="1872171" y="1292334"/>
                  </a:lnTo>
                  <a:lnTo>
                    <a:pt x="1871666" y="1283756"/>
                  </a:lnTo>
                  <a:cubicBezTo>
                    <a:pt x="1871666" y="1283756"/>
                    <a:pt x="1871127" y="1279854"/>
                    <a:pt x="1871026" y="1279685"/>
                  </a:cubicBezTo>
                  <a:cubicBezTo>
                    <a:pt x="1870926" y="1279517"/>
                    <a:pt x="1869176" y="1277398"/>
                    <a:pt x="1869176" y="1277398"/>
                  </a:cubicBezTo>
                  <a:lnTo>
                    <a:pt x="1869176" y="1274841"/>
                  </a:lnTo>
                  <a:lnTo>
                    <a:pt x="1869983" y="1272251"/>
                  </a:lnTo>
                  <a:cubicBezTo>
                    <a:pt x="1869983" y="1272251"/>
                    <a:pt x="1870993" y="1270401"/>
                    <a:pt x="1870993" y="1270199"/>
                  </a:cubicBezTo>
                  <a:cubicBezTo>
                    <a:pt x="1870993" y="1269997"/>
                    <a:pt x="1870926" y="1265691"/>
                    <a:pt x="1870926" y="1265489"/>
                  </a:cubicBezTo>
                  <a:cubicBezTo>
                    <a:pt x="1870926" y="1265254"/>
                    <a:pt x="1870926" y="1262731"/>
                    <a:pt x="1870926" y="1262731"/>
                  </a:cubicBezTo>
                  <a:lnTo>
                    <a:pt x="1872810" y="1258762"/>
                  </a:lnTo>
                  <a:lnTo>
                    <a:pt x="1874392" y="1254153"/>
                  </a:lnTo>
                  <a:lnTo>
                    <a:pt x="1876883" y="1249477"/>
                  </a:lnTo>
                  <a:lnTo>
                    <a:pt x="1878060" y="1246651"/>
                  </a:lnTo>
                  <a:lnTo>
                    <a:pt x="1875772" y="1245440"/>
                  </a:lnTo>
                  <a:cubicBezTo>
                    <a:pt x="1875772" y="1245440"/>
                    <a:pt x="1873584" y="1244465"/>
                    <a:pt x="1873180" y="1244465"/>
                  </a:cubicBezTo>
                  <a:cubicBezTo>
                    <a:pt x="1872743" y="1244465"/>
                    <a:pt x="1871767" y="1244465"/>
                    <a:pt x="1871767" y="1244465"/>
                  </a:cubicBezTo>
                  <a:cubicBezTo>
                    <a:pt x="1871767" y="1244465"/>
                    <a:pt x="1869916" y="1243287"/>
                    <a:pt x="1869916" y="1242514"/>
                  </a:cubicBezTo>
                  <a:cubicBezTo>
                    <a:pt x="1869916" y="1241740"/>
                    <a:pt x="1870118" y="1240865"/>
                    <a:pt x="1870118" y="1240865"/>
                  </a:cubicBezTo>
                  <a:lnTo>
                    <a:pt x="1870252" y="1239654"/>
                  </a:lnTo>
                  <a:lnTo>
                    <a:pt x="1866550" y="1238679"/>
                  </a:lnTo>
                  <a:lnTo>
                    <a:pt x="1864800" y="1238040"/>
                  </a:lnTo>
                  <a:cubicBezTo>
                    <a:pt x="1864800" y="1238040"/>
                    <a:pt x="1863724" y="1237602"/>
                    <a:pt x="1862950" y="1236728"/>
                  </a:cubicBezTo>
                  <a:cubicBezTo>
                    <a:pt x="1862209" y="1235853"/>
                    <a:pt x="1861973" y="1234003"/>
                    <a:pt x="1861973" y="1234003"/>
                  </a:cubicBezTo>
                  <a:lnTo>
                    <a:pt x="1862613" y="1232153"/>
                  </a:lnTo>
                  <a:lnTo>
                    <a:pt x="1863151" y="1230201"/>
                  </a:lnTo>
                  <a:lnTo>
                    <a:pt x="1864800" y="1228789"/>
                  </a:lnTo>
                  <a:lnTo>
                    <a:pt x="1866012" y="1227376"/>
                  </a:lnTo>
                  <a:lnTo>
                    <a:pt x="1866853" y="1224685"/>
                  </a:lnTo>
                  <a:lnTo>
                    <a:pt x="1867998" y="1221825"/>
                  </a:lnTo>
                  <a:lnTo>
                    <a:pt x="1870017" y="1221825"/>
                  </a:lnTo>
                  <a:lnTo>
                    <a:pt x="1871767" y="1221825"/>
                  </a:lnTo>
                  <a:lnTo>
                    <a:pt x="1871666" y="1220244"/>
                  </a:lnTo>
                  <a:lnTo>
                    <a:pt x="1872507" y="1218999"/>
                  </a:lnTo>
                  <a:lnTo>
                    <a:pt x="1874459" y="1218360"/>
                  </a:lnTo>
                  <a:lnTo>
                    <a:pt x="1876983" y="1218360"/>
                  </a:lnTo>
                  <a:cubicBezTo>
                    <a:pt x="1876983" y="1218360"/>
                    <a:pt x="1878161" y="1217048"/>
                    <a:pt x="1878431" y="1216981"/>
                  </a:cubicBezTo>
                  <a:cubicBezTo>
                    <a:pt x="1878700" y="1216914"/>
                    <a:pt x="1879575" y="1215400"/>
                    <a:pt x="1879575" y="1215400"/>
                  </a:cubicBezTo>
                  <a:lnTo>
                    <a:pt x="1879575" y="1214021"/>
                  </a:lnTo>
                  <a:lnTo>
                    <a:pt x="1882099" y="1212272"/>
                  </a:lnTo>
                  <a:lnTo>
                    <a:pt x="1882536" y="1209883"/>
                  </a:lnTo>
                  <a:lnTo>
                    <a:pt x="1883714" y="1210186"/>
                  </a:lnTo>
                  <a:lnTo>
                    <a:pt x="1885801" y="1211060"/>
                  </a:lnTo>
                  <a:lnTo>
                    <a:pt x="1887046" y="1213247"/>
                  </a:lnTo>
                  <a:lnTo>
                    <a:pt x="1888931" y="1217587"/>
                  </a:lnTo>
                  <a:lnTo>
                    <a:pt x="1890883" y="1220177"/>
                  </a:lnTo>
                  <a:lnTo>
                    <a:pt x="1891690" y="1222061"/>
                  </a:lnTo>
                  <a:lnTo>
                    <a:pt x="1891421" y="1223070"/>
                  </a:lnTo>
                  <a:lnTo>
                    <a:pt x="1891118" y="1224584"/>
                  </a:lnTo>
                  <a:lnTo>
                    <a:pt x="1893306" y="1225727"/>
                  </a:lnTo>
                  <a:lnTo>
                    <a:pt x="1895863" y="1225593"/>
                  </a:lnTo>
                  <a:lnTo>
                    <a:pt x="1896974" y="1226972"/>
                  </a:lnTo>
                  <a:lnTo>
                    <a:pt x="1896974" y="1229663"/>
                  </a:lnTo>
                  <a:lnTo>
                    <a:pt x="1898051" y="1230740"/>
                  </a:lnTo>
                  <a:lnTo>
                    <a:pt x="1899195" y="1229360"/>
                  </a:lnTo>
                  <a:lnTo>
                    <a:pt x="1900272" y="1229226"/>
                  </a:lnTo>
                  <a:cubicBezTo>
                    <a:pt x="1900272" y="1229226"/>
                    <a:pt x="1900643" y="1229024"/>
                    <a:pt x="1900912" y="1229024"/>
                  </a:cubicBezTo>
                  <a:cubicBezTo>
                    <a:pt x="1901215" y="1229024"/>
                    <a:pt x="1903604" y="1228890"/>
                    <a:pt x="1903604" y="1228890"/>
                  </a:cubicBezTo>
                  <a:lnTo>
                    <a:pt x="1908013" y="1228318"/>
                  </a:lnTo>
                  <a:lnTo>
                    <a:pt x="1912489" y="1228755"/>
                  </a:lnTo>
                  <a:lnTo>
                    <a:pt x="1914441" y="1230201"/>
                  </a:lnTo>
                  <a:lnTo>
                    <a:pt x="1914172" y="1232657"/>
                  </a:lnTo>
                  <a:lnTo>
                    <a:pt x="1912724" y="1234541"/>
                  </a:lnTo>
                  <a:lnTo>
                    <a:pt x="1912085" y="1236492"/>
                  </a:lnTo>
                  <a:lnTo>
                    <a:pt x="1912455" y="1241202"/>
                  </a:lnTo>
                  <a:lnTo>
                    <a:pt x="1914475" y="1244027"/>
                  </a:lnTo>
                  <a:lnTo>
                    <a:pt x="1917537" y="1245474"/>
                  </a:lnTo>
                  <a:cubicBezTo>
                    <a:pt x="1917537" y="1245474"/>
                    <a:pt x="1917739" y="1246786"/>
                    <a:pt x="1917537" y="1246988"/>
                  </a:cubicBezTo>
                  <a:cubicBezTo>
                    <a:pt x="1917335" y="1247190"/>
                    <a:pt x="1920431" y="1250688"/>
                    <a:pt x="1920431" y="1250688"/>
                  </a:cubicBezTo>
                  <a:lnTo>
                    <a:pt x="1926388" y="1257550"/>
                  </a:lnTo>
                  <a:lnTo>
                    <a:pt x="1931234" y="1262832"/>
                  </a:lnTo>
                  <a:lnTo>
                    <a:pt x="1931571" y="1267104"/>
                  </a:lnTo>
                  <a:lnTo>
                    <a:pt x="1931739" y="1269930"/>
                  </a:lnTo>
                  <a:lnTo>
                    <a:pt x="1931739" y="1271376"/>
                  </a:lnTo>
                  <a:lnTo>
                    <a:pt x="1931739" y="1274841"/>
                  </a:lnTo>
                  <a:lnTo>
                    <a:pt x="1933489" y="1280123"/>
                  </a:lnTo>
                  <a:lnTo>
                    <a:pt x="1933489" y="1283520"/>
                  </a:lnTo>
                  <a:cubicBezTo>
                    <a:pt x="1933489" y="1283520"/>
                    <a:pt x="1935744" y="1285841"/>
                    <a:pt x="1935946" y="1285841"/>
                  </a:cubicBezTo>
                  <a:cubicBezTo>
                    <a:pt x="1936182" y="1285841"/>
                    <a:pt x="1940590" y="1286279"/>
                    <a:pt x="1940860" y="1286077"/>
                  </a:cubicBezTo>
                  <a:cubicBezTo>
                    <a:pt x="1941163" y="1285841"/>
                    <a:pt x="1943182" y="1283621"/>
                    <a:pt x="1943182" y="1283184"/>
                  </a:cubicBezTo>
                  <a:cubicBezTo>
                    <a:pt x="1943182" y="1282747"/>
                    <a:pt x="1943451" y="1280358"/>
                    <a:pt x="1943451" y="1280055"/>
                  </a:cubicBezTo>
                  <a:cubicBezTo>
                    <a:pt x="1943451" y="1279753"/>
                    <a:pt x="1940860" y="1276490"/>
                    <a:pt x="1940860" y="1276490"/>
                  </a:cubicBezTo>
                  <a:cubicBezTo>
                    <a:pt x="1940860" y="1276490"/>
                    <a:pt x="1941802" y="1275110"/>
                    <a:pt x="1942004" y="1274808"/>
                  </a:cubicBezTo>
                  <a:cubicBezTo>
                    <a:pt x="1942206" y="1274539"/>
                    <a:pt x="1942946" y="1273731"/>
                    <a:pt x="1943451" y="1273496"/>
                  </a:cubicBezTo>
                  <a:cubicBezTo>
                    <a:pt x="1943956" y="1273294"/>
                    <a:pt x="1945403" y="1271982"/>
                    <a:pt x="1945538" y="1271679"/>
                  </a:cubicBezTo>
                  <a:cubicBezTo>
                    <a:pt x="1945672" y="1271376"/>
                    <a:pt x="1945672" y="1270233"/>
                    <a:pt x="1945538" y="1269493"/>
                  </a:cubicBezTo>
                  <a:cubicBezTo>
                    <a:pt x="1945403" y="1268753"/>
                    <a:pt x="1944898" y="1267037"/>
                    <a:pt x="1944966" y="1266095"/>
                  </a:cubicBezTo>
                  <a:cubicBezTo>
                    <a:pt x="1945033" y="1265153"/>
                    <a:pt x="1945033" y="1263471"/>
                    <a:pt x="1945201" y="1262967"/>
                  </a:cubicBezTo>
                  <a:cubicBezTo>
                    <a:pt x="1945336" y="1262462"/>
                    <a:pt x="1945470" y="1261285"/>
                    <a:pt x="1945672" y="1261015"/>
                  </a:cubicBezTo>
                  <a:cubicBezTo>
                    <a:pt x="1945841" y="1260713"/>
                    <a:pt x="1946648" y="1259502"/>
                    <a:pt x="1947288" y="1258997"/>
                  </a:cubicBezTo>
                  <a:cubicBezTo>
                    <a:pt x="1947927" y="1258492"/>
                    <a:pt x="1949744" y="1256979"/>
                    <a:pt x="1949980" y="1256743"/>
                  </a:cubicBezTo>
                  <a:cubicBezTo>
                    <a:pt x="1950182" y="1256541"/>
                    <a:pt x="1951124" y="1254994"/>
                    <a:pt x="1951360" y="1254927"/>
                  </a:cubicBezTo>
                  <a:cubicBezTo>
                    <a:pt x="1951562" y="1254859"/>
                    <a:pt x="1953312" y="1253346"/>
                    <a:pt x="1953312" y="1253346"/>
                  </a:cubicBezTo>
                  <a:lnTo>
                    <a:pt x="1954625" y="1249511"/>
                  </a:lnTo>
                  <a:cubicBezTo>
                    <a:pt x="1954625" y="1249511"/>
                    <a:pt x="1957519" y="1247829"/>
                    <a:pt x="1957822" y="1247829"/>
                  </a:cubicBezTo>
                  <a:cubicBezTo>
                    <a:pt x="1958124" y="1247829"/>
                    <a:pt x="1961153" y="1249208"/>
                    <a:pt x="1961153" y="1249208"/>
                  </a:cubicBezTo>
                  <a:cubicBezTo>
                    <a:pt x="1961153" y="1249208"/>
                    <a:pt x="1962231" y="1249948"/>
                    <a:pt x="1963341" y="1249847"/>
                  </a:cubicBezTo>
                  <a:cubicBezTo>
                    <a:pt x="1964418" y="1249780"/>
                    <a:pt x="1965293" y="1249914"/>
                    <a:pt x="1965596" y="1249544"/>
                  </a:cubicBezTo>
                  <a:cubicBezTo>
                    <a:pt x="1965899" y="1249174"/>
                    <a:pt x="1967716" y="1247459"/>
                    <a:pt x="1967783" y="1247156"/>
                  </a:cubicBezTo>
                  <a:cubicBezTo>
                    <a:pt x="1967851" y="1246853"/>
                    <a:pt x="1968356" y="1244027"/>
                    <a:pt x="1968423" y="1242951"/>
                  </a:cubicBezTo>
                  <a:cubicBezTo>
                    <a:pt x="1968490" y="1241874"/>
                    <a:pt x="1968423" y="1238241"/>
                    <a:pt x="1968423" y="1238241"/>
                  </a:cubicBezTo>
                  <a:lnTo>
                    <a:pt x="1967783" y="1235113"/>
                  </a:lnTo>
                  <a:cubicBezTo>
                    <a:pt x="1967783" y="1235113"/>
                    <a:pt x="1968490" y="1233969"/>
                    <a:pt x="1968490" y="1233364"/>
                  </a:cubicBezTo>
                  <a:cubicBezTo>
                    <a:pt x="1968457" y="1232792"/>
                    <a:pt x="1969264" y="1231278"/>
                    <a:pt x="1969466" y="1231042"/>
                  </a:cubicBezTo>
                  <a:cubicBezTo>
                    <a:pt x="1969668" y="1230841"/>
                    <a:pt x="1970274" y="1230235"/>
                    <a:pt x="1970274" y="1230235"/>
                  </a:cubicBezTo>
                  <a:lnTo>
                    <a:pt x="1973168" y="1228789"/>
                  </a:lnTo>
                  <a:lnTo>
                    <a:pt x="1974851" y="1228856"/>
                  </a:lnTo>
                  <a:cubicBezTo>
                    <a:pt x="1974851" y="1228856"/>
                    <a:pt x="1976365" y="1229159"/>
                    <a:pt x="1976735" y="1228990"/>
                  </a:cubicBezTo>
                  <a:cubicBezTo>
                    <a:pt x="1977106" y="1228856"/>
                    <a:pt x="1978990" y="1228049"/>
                    <a:pt x="1979260" y="1228049"/>
                  </a:cubicBezTo>
                  <a:cubicBezTo>
                    <a:pt x="1979562" y="1228049"/>
                    <a:pt x="1980942" y="1227409"/>
                    <a:pt x="1981077" y="1226972"/>
                  </a:cubicBezTo>
                  <a:cubicBezTo>
                    <a:pt x="1981212" y="1226535"/>
                    <a:pt x="1981952" y="1226165"/>
                    <a:pt x="1982019" y="1225727"/>
                  </a:cubicBezTo>
                  <a:cubicBezTo>
                    <a:pt x="1982086" y="1225290"/>
                    <a:pt x="1982895" y="1223709"/>
                    <a:pt x="1982895" y="1223709"/>
                  </a:cubicBezTo>
                  <a:lnTo>
                    <a:pt x="1984207" y="1221960"/>
                  </a:lnTo>
                  <a:lnTo>
                    <a:pt x="1985789" y="1219269"/>
                  </a:lnTo>
                  <a:lnTo>
                    <a:pt x="1988245" y="1218899"/>
                  </a:lnTo>
                  <a:lnTo>
                    <a:pt x="1992587" y="1218158"/>
                  </a:lnTo>
                  <a:lnTo>
                    <a:pt x="1995717" y="1215905"/>
                  </a:lnTo>
                  <a:lnTo>
                    <a:pt x="1997366" y="1214357"/>
                  </a:lnTo>
                  <a:lnTo>
                    <a:pt x="1998678" y="1212944"/>
                  </a:lnTo>
                  <a:lnTo>
                    <a:pt x="2000496" y="1212944"/>
                  </a:lnTo>
                  <a:lnTo>
                    <a:pt x="2001875" y="1213684"/>
                  </a:lnTo>
                  <a:lnTo>
                    <a:pt x="2004198" y="1213247"/>
                  </a:lnTo>
                  <a:lnTo>
                    <a:pt x="2005712" y="1211296"/>
                  </a:lnTo>
                  <a:lnTo>
                    <a:pt x="2006486" y="1211229"/>
                  </a:lnTo>
                  <a:lnTo>
                    <a:pt x="2008741" y="1211969"/>
                  </a:lnTo>
                  <a:lnTo>
                    <a:pt x="2010929" y="1213853"/>
                  </a:lnTo>
                  <a:cubicBezTo>
                    <a:pt x="2010929" y="1213853"/>
                    <a:pt x="2012309" y="1213987"/>
                    <a:pt x="2012578" y="1213987"/>
                  </a:cubicBezTo>
                  <a:cubicBezTo>
                    <a:pt x="2012880" y="1213987"/>
                    <a:pt x="2016145" y="1213617"/>
                    <a:pt x="2016145" y="1213617"/>
                  </a:cubicBezTo>
                  <a:lnTo>
                    <a:pt x="2018097" y="1210926"/>
                  </a:lnTo>
                  <a:lnTo>
                    <a:pt x="2021496" y="1206956"/>
                  </a:lnTo>
                  <a:lnTo>
                    <a:pt x="2026342" y="1202180"/>
                  </a:lnTo>
                  <a:lnTo>
                    <a:pt x="2028967" y="1199421"/>
                  </a:lnTo>
                  <a:lnTo>
                    <a:pt x="2030549" y="1197033"/>
                  </a:lnTo>
                  <a:lnTo>
                    <a:pt x="2033309" y="1192323"/>
                  </a:lnTo>
                  <a:lnTo>
                    <a:pt x="2036338" y="1188993"/>
                  </a:lnTo>
                  <a:lnTo>
                    <a:pt x="2038155" y="1186167"/>
                  </a:lnTo>
                  <a:lnTo>
                    <a:pt x="2042127" y="1183712"/>
                  </a:lnTo>
                  <a:cubicBezTo>
                    <a:pt x="2042127" y="1183712"/>
                    <a:pt x="2047646" y="1183274"/>
                    <a:pt x="2047848" y="1183207"/>
                  </a:cubicBezTo>
                  <a:cubicBezTo>
                    <a:pt x="2048083" y="1183140"/>
                    <a:pt x="2050910" y="1183644"/>
                    <a:pt x="2050910" y="1183644"/>
                  </a:cubicBezTo>
                  <a:lnTo>
                    <a:pt x="2054175" y="1181256"/>
                  </a:lnTo>
                  <a:lnTo>
                    <a:pt x="2056430" y="1178363"/>
                  </a:lnTo>
                  <a:cubicBezTo>
                    <a:pt x="2056430" y="1178363"/>
                    <a:pt x="2057709" y="1177858"/>
                    <a:pt x="2057978" y="1177858"/>
                  </a:cubicBezTo>
                  <a:cubicBezTo>
                    <a:pt x="2058280" y="1177858"/>
                    <a:pt x="2060468" y="1180045"/>
                    <a:pt x="2060468" y="1180045"/>
                  </a:cubicBezTo>
                  <a:lnTo>
                    <a:pt x="2060468" y="1182601"/>
                  </a:lnTo>
                  <a:lnTo>
                    <a:pt x="2061040" y="1185124"/>
                  </a:lnTo>
                  <a:cubicBezTo>
                    <a:pt x="2061040" y="1185124"/>
                    <a:pt x="2062286" y="1186066"/>
                    <a:pt x="2063060" y="1186201"/>
                  </a:cubicBezTo>
                  <a:cubicBezTo>
                    <a:pt x="2063867" y="1186335"/>
                    <a:pt x="2066324" y="1186268"/>
                    <a:pt x="2066627" y="1186134"/>
                  </a:cubicBezTo>
                  <a:cubicBezTo>
                    <a:pt x="2066930" y="1185999"/>
                    <a:pt x="2069387" y="1182063"/>
                    <a:pt x="2069387" y="1182063"/>
                  </a:cubicBezTo>
                  <a:lnTo>
                    <a:pt x="2068949" y="1179540"/>
                  </a:lnTo>
                  <a:lnTo>
                    <a:pt x="2069824" y="1177118"/>
                  </a:lnTo>
                  <a:lnTo>
                    <a:pt x="2071776" y="1176513"/>
                  </a:lnTo>
                  <a:lnTo>
                    <a:pt x="2075243" y="1176513"/>
                  </a:lnTo>
                  <a:cubicBezTo>
                    <a:pt x="2075243" y="1176513"/>
                    <a:pt x="2076488" y="1176883"/>
                    <a:pt x="2076824" y="1176513"/>
                  </a:cubicBezTo>
                  <a:cubicBezTo>
                    <a:pt x="2077194" y="1176143"/>
                    <a:pt x="2079147" y="1174763"/>
                    <a:pt x="2079348" y="1174124"/>
                  </a:cubicBezTo>
                  <a:cubicBezTo>
                    <a:pt x="2079550" y="1173485"/>
                    <a:pt x="2081300" y="1171029"/>
                    <a:pt x="2081300" y="1170727"/>
                  </a:cubicBezTo>
                  <a:cubicBezTo>
                    <a:pt x="2081300" y="1170424"/>
                    <a:pt x="2081300" y="1168708"/>
                    <a:pt x="2081300" y="1168708"/>
                  </a:cubicBezTo>
                  <a:lnTo>
                    <a:pt x="2081805" y="1162485"/>
                  </a:lnTo>
                  <a:cubicBezTo>
                    <a:pt x="2081805" y="1162485"/>
                    <a:pt x="2083252" y="1159962"/>
                    <a:pt x="2083421" y="1159659"/>
                  </a:cubicBezTo>
                  <a:cubicBezTo>
                    <a:pt x="2083555" y="1159356"/>
                    <a:pt x="2084935" y="1157136"/>
                    <a:pt x="2084935" y="1157136"/>
                  </a:cubicBezTo>
                  <a:lnTo>
                    <a:pt x="2086618" y="1154512"/>
                  </a:lnTo>
                  <a:lnTo>
                    <a:pt x="2088368" y="1153638"/>
                  </a:lnTo>
                  <a:lnTo>
                    <a:pt x="2093382" y="1153335"/>
                  </a:lnTo>
                  <a:cubicBezTo>
                    <a:pt x="2093382" y="1153335"/>
                    <a:pt x="2095772" y="1153638"/>
                    <a:pt x="2096074" y="1153335"/>
                  </a:cubicBezTo>
                  <a:cubicBezTo>
                    <a:pt x="2096378" y="1153032"/>
                    <a:pt x="2100281" y="1153638"/>
                    <a:pt x="2100281" y="1153638"/>
                  </a:cubicBezTo>
                  <a:lnTo>
                    <a:pt x="2104859" y="1153705"/>
                  </a:lnTo>
                  <a:lnTo>
                    <a:pt x="2109503" y="1154142"/>
                  </a:lnTo>
                  <a:lnTo>
                    <a:pt x="2113643" y="1155084"/>
                  </a:lnTo>
                  <a:cubicBezTo>
                    <a:pt x="2113643" y="1155084"/>
                    <a:pt x="2116469" y="1156093"/>
                    <a:pt x="2117782" y="1155959"/>
                  </a:cubicBezTo>
                  <a:cubicBezTo>
                    <a:pt x="2119095" y="1155824"/>
                    <a:pt x="2121417" y="1154512"/>
                    <a:pt x="2121417" y="1154210"/>
                  </a:cubicBezTo>
                  <a:cubicBezTo>
                    <a:pt x="2121417" y="1153907"/>
                    <a:pt x="2123369" y="1149870"/>
                    <a:pt x="2123369" y="1149870"/>
                  </a:cubicBezTo>
                  <a:lnTo>
                    <a:pt x="2126633" y="1147616"/>
                  </a:lnTo>
                  <a:lnTo>
                    <a:pt x="2126633" y="1144353"/>
                  </a:lnTo>
                  <a:lnTo>
                    <a:pt x="2126633" y="1140888"/>
                  </a:lnTo>
                  <a:lnTo>
                    <a:pt x="2124681" y="1141965"/>
                  </a:lnTo>
                  <a:cubicBezTo>
                    <a:pt x="2124681" y="1141965"/>
                    <a:pt x="2122931" y="1142032"/>
                    <a:pt x="2122359" y="1142032"/>
                  </a:cubicBezTo>
                  <a:cubicBezTo>
                    <a:pt x="2121787" y="1142032"/>
                    <a:pt x="2120037" y="1141897"/>
                    <a:pt x="2119801" y="1141796"/>
                  </a:cubicBezTo>
                  <a:cubicBezTo>
                    <a:pt x="2119599" y="1141729"/>
                    <a:pt x="2117446" y="1141359"/>
                    <a:pt x="2117446" y="1140855"/>
                  </a:cubicBezTo>
                  <a:cubicBezTo>
                    <a:pt x="2117446" y="1140350"/>
                    <a:pt x="2116167" y="1139341"/>
                    <a:pt x="2116167" y="1139038"/>
                  </a:cubicBezTo>
                  <a:cubicBezTo>
                    <a:pt x="2116167" y="1138735"/>
                    <a:pt x="2116167" y="1137390"/>
                    <a:pt x="2116167" y="1137390"/>
                  </a:cubicBezTo>
                  <a:cubicBezTo>
                    <a:pt x="2116167" y="1137390"/>
                    <a:pt x="2117614" y="1136313"/>
                    <a:pt x="2117816" y="1136246"/>
                  </a:cubicBezTo>
                  <a:cubicBezTo>
                    <a:pt x="2118051" y="1136179"/>
                    <a:pt x="2119330" y="1135035"/>
                    <a:pt x="2119330" y="1135035"/>
                  </a:cubicBezTo>
                  <a:cubicBezTo>
                    <a:pt x="2119330" y="1135035"/>
                    <a:pt x="2120508" y="1134766"/>
                    <a:pt x="2120710" y="1134766"/>
                  </a:cubicBezTo>
                  <a:cubicBezTo>
                    <a:pt x="2120912" y="1134766"/>
                    <a:pt x="2123974" y="1134766"/>
                    <a:pt x="2123974" y="1134766"/>
                  </a:cubicBezTo>
                  <a:cubicBezTo>
                    <a:pt x="2123974" y="1134766"/>
                    <a:pt x="2124344" y="1134699"/>
                    <a:pt x="2124479" y="1134766"/>
                  </a:cubicBezTo>
                  <a:cubicBezTo>
                    <a:pt x="2124614" y="1134833"/>
                    <a:pt x="2125792" y="1135338"/>
                    <a:pt x="2125792" y="1135338"/>
                  </a:cubicBezTo>
                  <a:lnTo>
                    <a:pt x="2129696" y="1137020"/>
                  </a:lnTo>
                  <a:cubicBezTo>
                    <a:pt x="2129696" y="1137020"/>
                    <a:pt x="2131008" y="1137222"/>
                    <a:pt x="2131580" y="1136952"/>
                  </a:cubicBezTo>
                  <a:cubicBezTo>
                    <a:pt x="2132153" y="1136650"/>
                    <a:pt x="2134037" y="1136212"/>
                    <a:pt x="2134340" y="1136078"/>
                  </a:cubicBezTo>
                  <a:cubicBezTo>
                    <a:pt x="2134643" y="1135943"/>
                    <a:pt x="2135282" y="1135775"/>
                    <a:pt x="2135518" y="1135775"/>
                  </a:cubicBezTo>
                  <a:cubicBezTo>
                    <a:pt x="2135720" y="1135775"/>
                    <a:pt x="2138110" y="1137154"/>
                    <a:pt x="2138110" y="1137154"/>
                  </a:cubicBezTo>
                  <a:lnTo>
                    <a:pt x="2139859" y="1138029"/>
                  </a:lnTo>
                  <a:lnTo>
                    <a:pt x="2143057" y="1139206"/>
                  </a:lnTo>
                  <a:lnTo>
                    <a:pt x="2143696" y="1139711"/>
                  </a:lnTo>
                  <a:lnTo>
                    <a:pt x="2147667" y="1138634"/>
                  </a:lnTo>
                  <a:lnTo>
                    <a:pt x="2150427" y="1138197"/>
                  </a:lnTo>
                  <a:lnTo>
                    <a:pt x="2153254" y="1138264"/>
                  </a:lnTo>
                  <a:lnTo>
                    <a:pt x="2154634" y="1139442"/>
                  </a:lnTo>
                  <a:lnTo>
                    <a:pt x="2157326" y="1142402"/>
                  </a:lnTo>
                  <a:cubicBezTo>
                    <a:pt x="2157326" y="1142402"/>
                    <a:pt x="2156956" y="1143108"/>
                    <a:pt x="2156821" y="1143546"/>
                  </a:cubicBezTo>
                  <a:cubicBezTo>
                    <a:pt x="2156686" y="1143983"/>
                    <a:pt x="2155711" y="1145060"/>
                    <a:pt x="2156316" y="1145362"/>
                  </a:cubicBezTo>
                  <a:cubicBezTo>
                    <a:pt x="2156889" y="1145665"/>
                    <a:pt x="2158941" y="1146506"/>
                    <a:pt x="2159211" y="1146506"/>
                  </a:cubicBezTo>
                  <a:cubicBezTo>
                    <a:pt x="2159514" y="1146506"/>
                    <a:pt x="2159850" y="1146439"/>
                    <a:pt x="2161095" y="1146372"/>
                  </a:cubicBezTo>
                  <a:cubicBezTo>
                    <a:pt x="2162341" y="1146304"/>
                    <a:pt x="2163115" y="1145867"/>
                    <a:pt x="2163115" y="1145564"/>
                  </a:cubicBezTo>
                  <a:cubicBezTo>
                    <a:pt x="2163115" y="1145261"/>
                    <a:pt x="2163317" y="1142806"/>
                    <a:pt x="2163115" y="1142604"/>
                  </a:cubicBezTo>
                  <a:cubicBezTo>
                    <a:pt x="2162913" y="1142402"/>
                    <a:pt x="2162408" y="1140922"/>
                    <a:pt x="2162408" y="1140922"/>
                  </a:cubicBezTo>
                  <a:cubicBezTo>
                    <a:pt x="2162408" y="1140922"/>
                    <a:pt x="2162744" y="1139610"/>
                    <a:pt x="2163216" y="1139475"/>
                  </a:cubicBezTo>
                  <a:cubicBezTo>
                    <a:pt x="2163721" y="1139341"/>
                    <a:pt x="2164629" y="1138466"/>
                    <a:pt x="2164865" y="1138466"/>
                  </a:cubicBezTo>
                  <a:cubicBezTo>
                    <a:pt x="2165066" y="1138466"/>
                    <a:pt x="2166312" y="1137760"/>
                    <a:pt x="2166514" y="1137659"/>
                  </a:cubicBezTo>
                  <a:cubicBezTo>
                    <a:pt x="2166716" y="1137592"/>
                    <a:pt x="2169543" y="1137659"/>
                    <a:pt x="2170283" y="1137592"/>
                  </a:cubicBezTo>
                  <a:cubicBezTo>
                    <a:pt x="2170990" y="1137524"/>
                    <a:pt x="2172101" y="1137995"/>
                    <a:pt x="2173110" y="1137995"/>
                  </a:cubicBezTo>
                  <a:cubicBezTo>
                    <a:pt x="2174120" y="1137995"/>
                    <a:pt x="2174860" y="1138264"/>
                    <a:pt x="2175432" y="1138264"/>
                  </a:cubicBezTo>
                  <a:cubicBezTo>
                    <a:pt x="2176004" y="1138264"/>
                    <a:pt x="2177889" y="1138264"/>
                    <a:pt x="2177889" y="1138264"/>
                  </a:cubicBezTo>
                  <a:lnTo>
                    <a:pt x="2179707" y="1137894"/>
                  </a:lnTo>
                  <a:lnTo>
                    <a:pt x="2181658" y="1137087"/>
                  </a:lnTo>
                  <a:cubicBezTo>
                    <a:pt x="2181658" y="1137087"/>
                    <a:pt x="2182399" y="1134564"/>
                    <a:pt x="2182601" y="1134328"/>
                  </a:cubicBezTo>
                  <a:cubicBezTo>
                    <a:pt x="2182802" y="1134127"/>
                    <a:pt x="2183913" y="1132747"/>
                    <a:pt x="2183913" y="1132747"/>
                  </a:cubicBezTo>
                  <a:lnTo>
                    <a:pt x="2186303" y="1132445"/>
                  </a:lnTo>
                  <a:cubicBezTo>
                    <a:pt x="2186303" y="1132445"/>
                    <a:pt x="2189197" y="1132815"/>
                    <a:pt x="2189567" y="1132445"/>
                  </a:cubicBezTo>
                  <a:cubicBezTo>
                    <a:pt x="2189937" y="1132075"/>
                    <a:pt x="2190442" y="1128913"/>
                    <a:pt x="2190442" y="1128913"/>
                  </a:cubicBezTo>
                  <a:lnTo>
                    <a:pt x="2189433" y="1127769"/>
                  </a:lnTo>
                  <a:lnTo>
                    <a:pt x="2186976" y="1125246"/>
                  </a:lnTo>
                  <a:lnTo>
                    <a:pt x="2186404" y="1123867"/>
                  </a:lnTo>
                  <a:cubicBezTo>
                    <a:pt x="2186404" y="1123867"/>
                    <a:pt x="2185159" y="1122353"/>
                    <a:pt x="2184956" y="1121983"/>
                  </a:cubicBezTo>
                  <a:cubicBezTo>
                    <a:pt x="2184721" y="1121613"/>
                    <a:pt x="2184149" y="1120906"/>
                    <a:pt x="2184081" y="1120469"/>
                  </a:cubicBezTo>
                  <a:cubicBezTo>
                    <a:pt x="2184014" y="1120032"/>
                    <a:pt x="2183644" y="1118888"/>
                    <a:pt x="2184586" y="1118148"/>
                  </a:cubicBezTo>
                  <a:cubicBezTo>
                    <a:pt x="2185529" y="1117441"/>
                    <a:pt x="2186437" y="1114750"/>
                    <a:pt x="2186875" y="1114178"/>
                  </a:cubicBezTo>
                  <a:cubicBezTo>
                    <a:pt x="2187312" y="1113606"/>
                    <a:pt x="2189231" y="1111487"/>
                    <a:pt x="2189231" y="1111218"/>
                  </a:cubicBezTo>
                  <a:cubicBezTo>
                    <a:pt x="2189231" y="1110915"/>
                    <a:pt x="2189231" y="1109637"/>
                    <a:pt x="2189231" y="1109637"/>
                  </a:cubicBezTo>
                  <a:lnTo>
                    <a:pt x="2194952" y="1107013"/>
                  </a:lnTo>
                  <a:lnTo>
                    <a:pt x="2199361" y="1105197"/>
                  </a:lnTo>
                  <a:lnTo>
                    <a:pt x="2205452" y="1103817"/>
                  </a:lnTo>
                  <a:cubicBezTo>
                    <a:pt x="2205452" y="1103817"/>
                    <a:pt x="2206967" y="1103952"/>
                    <a:pt x="2207202" y="1103817"/>
                  </a:cubicBezTo>
                  <a:cubicBezTo>
                    <a:pt x="2207438" y="1103683"/>
                    <a:pt x="2211544" y="1104255"/>
                    <a:pt x="2211779" y="1104322"/>
                  </a:cubicBezTo>
                  <a:cubicBezTo>
                    <a:pt x="2211981" y="1104389"/>
                    <a:pt x="2213092" y="1106340"/>
                    <a:pt x="2213092" y="1106340"/>
                  </a:cubicBezTo>
                  <a:cubicBezTo>
                    <a:pt x="2213092" y="1106340"/>
                    <a:pt x="2215717" y="1105533"/>
                    <a:pt x="2216222" y="1105398"/>
                  </a:cubicBezTo>
                  <a:cubicBezTo>
                    <a:pt x="2216727" y="1105264"/>
                    <a:pt x="2217972" y="1103817"/>
                    <a:pt x="2218173" y="1103784"/>
                  </a:cubicBezTo>
                  <a:cubicBezTo>
                    <a:pt x="2218376" y="1103750"/>
                    <a:pt x="2219486" y="1102001"/>
                    <a:pt x="2219486" y="1102001"/>
                  </a:cubicBezTo>
                  <a:cubicBezTo>
                    <a:pt x="2219486" y="1102001"/>
                    <a:pt x="2220967" y="1099310"/>
                    <a:pt x="2220900" y="1098671"/>
                  </a:cubicBezTo>
                  <a:cubicBezTo>
                    <a:pt x="2220832" y="1098031"/>
                    <a:pt x="2220563" y="1094533"/>
                    <a:pt x="2220563" y="1094264"/>
                  </a:cubicBezTo>
                  <a:cubicBezTo>
                    <a:pt x="2220563" y="1093961"/>
                    <a:pt x="2220563" y="1090496"/>
                    <a:pt x="2220563" y="1090496"/>
                  </a:cubicBezTo>
                  <a:lnTo>
                    <a:pt x="2220563" y="1087906"/>
                  </a:lnTo>
                  <a:lnTo>
                    <a:pt x="2220563" y="1085282"/>
                  </a:lnTo>
                  <a:lnTo>
                    <a:pt x="2220361" y="1080135"/>
                  </a:lnTo>
                  <a:lnTo>
                    <a:pt x="2220496" y="1077242"/>
                  </a:lnTo>
                  <a:lnTo>
                    <a:pt x="2225140" y="1075493"/>
                  </a:lnTo>
                  <a:lnTo>
                    <a:pt x="2226789" y="1071725"/>
                  </a:lnTo>
                  <a:lnTo>
                    <a:pt x="2223693" y="1069774"/>
                  </a:lnTo>
                  <a:lnTo>
                    <a:pt x="2222549" y="1067285"/>
                  </a:lnTo>
                  <a:close/>
                </a:path>
              </a:pathLst>
            </a:custGeom>
            <a:solidFill>
              <a:srgbClr val="1E344D"/>
            </a:solidFill>
            <a:ln w="6350" cap="flat">
              <a:solidFill>
                <a:schemeClr val="bg1"/>
              </a:solidFill>
              <a:prstDash val="solid"/>
              <a:miter/>
            </a:ln>
          </p:spPr>
          <p:txBody>
            <a:bodyPr rtlCol="0" anchor="ctr"/>
            <a:lstStyle/>
            <a:p>
              <a:endParaRPr lang="en-US"/>
            </a:p>
          </p:txBody>
        </p:sp>
        <p:sp>
          <p:nvSpPr>
            <p:cNvPr id="194" name="Freeform 911">
              <a:extLst>
                <a:ext uri="{FF2B5EF4-FFF2-40B4-BE49-F238E27FC236}">
                  <a16:creationId xmlns:a16="http://schemas.microsoft.com/office/drawing/2014/main" id="{FF778625-56BF-35D8-F2BB-7CC1FEB11444}"/>
                </a:ext>
              </a:extLst>
            </p:cNvPr>
            <p:cNvSpPr/>
            <p:nvPr/>
          </p:nvSpPr>
          <p:spPr>
            <a:xfrm>
              <a:off x="6199900" y="2603441"/>
              <a:ext cx="992582" cy="636055"/>
            </a:xfrm>
            <a:custGeom>
              <a:avLst/>
              <a:gdLst>
                <a:gd name="connsiteX0" fmla="*/ 1899094 w 1905657"/>
                <a:gd name="connsiteY0" fmla="*/ 1031662 h 1221162"/>
                <a:gd name="connsiteX1" fmla="*/ 1900710 w 1905657"/>
                <a:gd name="connsiteY1" fmla="*/ 1031898 h 1221162"/>
                <a:gd name="connsiteX2" fmla="*/ 1901686 w 1905657"/>
                <a:gd name="connsiteY2" fmla="*/ 1028635 h 1221162"/>
                <a:gd name="connsiteX3" fmla="*/ 1900171 w 1905657"/>
                <a:gd name="connsiteY3" fmla="*/ 1023858 h 1221162"/>
                <a:gd name="connsiteX4" fmla="*/ 1901046 w 1905657"/>
                <a:gd name="connsiteY4" fmla="*/ 1019518 h 1221162"/>
                <a:gd name="connsiteX5" fmla="*/ 1900171 w 1905657"/>
                <a:gd name="connsiteY5" fmla="*/ 1013665 h 1221162"/>
                <a:gd name="connsiteX6" fmla="*/ 1899970 w 1905657"/>
                <a:gd name="connsiteY6" fmla="*/ 1006062 h 1221162"/>
                <a:gd name="connsiteX7" fmla="*/ 1899330 w 1905657"/>
                <a:gd name="connsiteY7" fmla="*/ 1003237 h 1221162"/>
                <a:gd name="connsiteX8" fmla="*/ 1899566 w 1905657"/>
                <a:gd name="connsiteY8" fmla="*/ 998023 h 1221162"/>
                <a:gd name="connsiteX9" fmla="*/ 1899330 w 1905657"/>
                <a:gd name="connsiteY9" fmla="*/ 993246 h 1221162"/>
                <a:gd name="connsiteX10" fmla="*/ 1898253 w 1905657"/>
                <a:gd name="connsiteY10" fmla="*/ 990218 h 1221162"/>
                <a:gd name="connsiteX11" fmla="*/ 1895864 w 1905657"/>
                <a:gd name="connsiteY11" fmla="*/ 990218 h 1221162"/>
                <a:gd name="connsiteX12" fmla="*/ 1893474 w 1905657"/>
                <a:gd name="connsiteY12" fmla="*/ 987292 h 1221162"/>
                <a:gd name="connsiteX13" fmla="*/ 1893037 w 1905657"/>
                <a:gd name="connsiteY13" fmla="*/ 985004 h 1221162"/>
                <a:gd name="connsiteX14" fmla="*/ 1892162 w 1905657"/>
                <a:gd name="connsiteY14" fmla="*/ 978915 h 1221162"/>
                <a:gd name="connsiteX15" fmla="*/ 1892162 w 1905657"/>
                <a:gd name="connsiteY15" fmla="*/ 975450 h 1221162"/>
                <a:gd name="connsiteX16" fmla="*/ 1894215 w 1905657"/>
                <a:gd name="connsiteY16" fmla="*/ 973062 h 1221162"/>
                <a:gd name="connsiteX17" fmla="*/ 1895190 w 1905657"/>
                <a:gd name="connsiteY17" fmla="*/ 972423 h 1221162"/>
                <a:gd name="connsiteX18" fmla="*/ 1897378 w 1905657"/>
                <a:gd name="connsiteY18" fmla="*/ 969799 h 1221162"/>
                <a:gd name="connsiteX19" fmla="*/ 1899128 w 1905657"/>
                <a:gd name="connsiteY19" fmla="*/ 965257 h 1221162"/>
                <a:gd name="connsiteX20" fmla="*/ 1901955 w 1905657"/>
                <a:gd name="connsiteY20" fmla="*/ 960683 h 1221162"/>
                <a:gd name="connsiteX21" fmla="*/ 1905657 w 1905657"/>
                <a:gd name="connsiteY21" fmla="*/ 954796 h 1221162"/>
                <a:gd name="connsiteX22" fmla="*/ 1905455 w 1905657"/>
                <a:gd name="connsiteY22" fmla="*/ 942416 h 1221162"/>
                <a:gd name="connsiteX23" fmla="*/ 1904580 w 1905657"/>
                <a:gd name="connsiteY23" fmla="*/ 934141 h 1221162"/>
                <a:gd name="connsiteX24" fmla="*/ 1903705 w 1905657"/>
                <a:gd name="connsiteY24" fmla="*/ 929129 h 1221162"/>
                <a:gd name="connsiteX25" fmla="*/ 1901080 w 1905657"/>
                <a:gd name="connsiteY25" fmla="*/ 921190 h 1221162"/>
                <a:gd name="connsiteX26" fmla="*/ 1900003 w 1905657"/>
                <a:gd name="connsiteY26" fmla="*/ 916850 h 1221162"/>
                <a:gd name="connsiteX27" fmla="*/ 1899128 w 1905657"/>
                <a:gd name="connsiteY27" fmla="*/ 911098 h 1221162"/>
                <a:gd name="connsiteX28" fmla="*/ 1899128 w 1905657"/>
                <a:gd name="connsiteY28" fmla="*/ 908171 h 1221162"/>
                <a:gd name="connsiteX29" fmla="*/ 1900205 w 1905657"/>
                <a:gd name="connsiteY29" fmla="*/ 905009 h 1221162"/>
                <a:gd name="connsiteX30" fmla="*/ 1901719 w 1905657"/>
                <a:gd name="connsiteY30" fmla="*/ 903159 h 1221162"/>
                <a:gd name="connsiteX31" fmla="*/ 1902696 w 1905657"/>
                <a:gd name="connsiteY31" fmla="*/ 900434 h 1221162"/>
                <a:gd name="connsiteX32" fmla="*/ 1902696 w 1905657"/>
                <a:gd name="connsiteY32" fmla="*/ 896532 h 1221162"/>
                <a:gd name="connsiteX33" fmla="*/ 1903133 w 1905657"/>
                <a:gd name="connsiteY33" fmla="*/ 891856 h 1221162"/>
                <a:gd name="connsiteX34" fmla="*/ 1903470 w 1905657"/>
                <a:gd name="connsiteY34" fmla="*/ 889568 h 1221162"/>
                <a:gd name="connsiteX35" fmla="*/ 1900104 w 1905657"/>
                <a:gd name="connsiteY35" fmla="*/ 885330 h 1221162"/>
                <a:gd name="connsiteX36" fmla="*/ 1900542 w 1905657"/>
                <a:gd name="connsiteY36" fmla="*/ 880889 h 1221162"/>
                <a:gd name="connsiteX37" fmla="*/ 1901417 w 1905657"/>
                <a:gd name="connsiteY37" fmla="*/ 877727 h 1221162"/>
                <a:gd name="connsiteX38" fmla="*/ 1901517 w 1905657"/>
                <a:gd name="connsiteY38" fmla="*/ 874262 h 1221162"/>
                <a:gd name="connsiteX39" fmla="*/ 1901316 w 1905657"/>
                <a:gd name="connsiteY39" fmla="*/ 870898 h 1221162"/>
                <a:gd name="connsiteX40" fmla="*/ 1898825 w 1905657"/>
                <a:gd name="connsiteY40" fmla="*/ 868611 h 1221162"/>
                <a:gd name="connsiteX41" fmla="*/ 1897210 w 1905657"/>
                <a:gd name="connsiteY41" fmla="*/ 866021 h 1221162"/>
                <a:gd name="connsiteX42" fmla="*/ 1897849 w 1905657"/>
                <a:gd name="connsiteY42" fmla="*/ 863969 h 1221162"/>
                <a:gd name="connsiteX43" fmla="*/ 1899364 w 1905657"/>
                <a:gd name="connsiteY43" fmla="*/ 862993 h 1221162"/>
                <a:gd name="connsiteX44" fmla="*/ 1900340 w 1905657"/>
                <a:gd name="connsiteY44" fmla="*/ 862455 h 1221162"/>
                <a:gd name="connsiteX45" fmla="*/ 1902527 w 1905657"/>
                <a:gd name="connsiteY45" fmla="*/ 861479 h 1221162"/>
                <a:gd name="connsiteX46" fmla="*/ 1903503 w 1905657"/>
                <a:gd name="connsiteY46" fmla="*/ 859730 h 1221162"/>
                <a:gd name="connsiteX47" fmla="*/ 1904816 w 1905657"/>
                <a:gd name="connsiteY47" fmla="*/ 857241 h 1221162"/>
                <a:gd name="connsiteX48" fmla="*/ 1905253 w 1905657"/>
                <a:gd name="connsiteY48" fmla="*/ 855290 h 1221162"/>
                <a:gd name="connsiteX49" fmla="*/ 1904917 w 1905657"/>
                <a:gd name="connsiteY49" fmla="*/ 851387 h 1221162"/>
                <a:gd name="connsiteX50" fmla="*/ 1901753 w 1905657"/>
                <a:gd name="connsiteY50" fmla="*/ 848461 h 1221162"/>
                <a:gd name="connsiteX51" fmla="*/ 1899902 w 1905657"/>
                <a:gd name="connsiteY51" fmla="*/ 846711 h 1221162"/>
                <a:gd name="connsiteX52" fmla="*/ 1898926 w 1905657"/>
                <a:gd name="connsiteY52" fmla="*/ 844525 h 1221162"/>
                <a:gd name="connsiteX53" fmla="*/ 1897412 w 1905657"/>
                <a:gd name="connsiteY53" fmla="*/ 842137 h 1221162"/>
                <a:gd name="connsiteX54" fmla="*/ 1895022 w 1905657"/>
                <a:gd name="connsiteY54" fmla="*/ 840623 h 1221162"/>
                <a:gd name="connsiteX55" fmla="*/ 1891421 w 1905657"/>
                <a:gd name="connsiteY55" fmla="*/ 838033 h 1221162"/>
                <a:gd name="connsiteX56" fmla="*/ 1890243 w 1905657"/>
                <a:gd name="connsiteY56" fmla="*/ 836956 h 1221162"/>
                <a:gd name="connsiteX57" fmla="*/ 1889604 w 1905657"/>
                <a:gd name="connsiteY57" fmla="*/ 835980 h 1221162"/>
                <a:gd name="connsiteX58" fmla="*/ 1889806 w 1905657"/>
                <a:gd name="connsiteY58" fmla="*/ 833928 h 1221162"/>
                <a:gd name="connsiteX59" fmla="*/ 1890883 w 1905657"/>
                <a:gd name="connsiteY59" fmla="*/ 832852 h 1221162"/>
                <a:gd name="connsiteX60" fmla="*/ 1892195 w 1905657"/>
                <a:gd name="connsiteY60" fmla="*/ 830901 h 1221162"/>
                <a:gd name="connsiteX61" fmla="*/ 1892195 w 1905657"/>
                <a:gd name="connsiteY61" fmla="*/ 829488 h 1221162"/>
                <a:gd name="connsiteX62" fmla="*/ 1892195 w 1905657"/>
                <a:gd name="connsiteY62" fmla="*/ 826461 h 1221162"/>
                <a:gd name="connsiteX63" fmla="*/ 1891859 w 1905657"/>
                <a:gd name="connsiteY63" fmla="*/ 822996 h 1221162"/>
                <a:gd name="connsiteX64" fmla="*/ 1889133 w 1905657"/>
                <a:gd name="connsiteY64" fmla="*/ 821919 h 1221162"/>
                <a:gd name="connsiteX65" fmla="*/ 1887181 w 1905657"/>
                <a:gd name="connsiteY65" fmla="*/ 819194 h 1221162"/>
                <a:gd name="connsiteX66" fmla="*/ 1886979 w 1905657"/>
                <a:gd name="connsiteY66" fmla="*/ 817378 h 1221162"/>
                <a:gd name="connsiteX67" fmla="*/ 1886979 w 1905657"/>
                <a:gd name="connsiteY67" fmla="*/ 815628 h 1221162"/>
                <a:gd name="connsiteX68" fmla="*/ 1886810 w 1905657"/>
                <a:gd name="connsiteY68" fmla="*/ 813677 h 1221162"/>
                <a:gd name="connsiteX69" fmla="*/ 1885330 w 1905657"/>
                <a:gd name="connsiteY69" fmla="*/ 809439 h 1221162"/>
                <a:gd name="connsiteX70" fmla="*/ 1885330 w 1905657"/>
                <a:gd name="connsiteY70" fmla="*/ 809002 h 1221162"/>
                <a:gd name="connsiteX71" fmla="*/ 1882065 w 1905657"/>
                <a:gd name="connsiteY71" fmla="*/ 806815 h 1221162"/>
                <a:gd name="connsiteX72" fmla="*/ 1880854 w 1905657"/>
                <a:gd name="connsiteY72" fmla="*/ 806041 h 1221162"/>
                <a:gd name="connsiteX73" fmla="*/ 1879979 w 1905657"/>
                <a:gd name="connsiteY73" fmla="*/ 806041 h 1221162"/>
                <a:gd name="connsiteX74" fmla="*/ 1875536 w 1905657"/>
                <a:gd name="connsiteY74" fmla="*/ 802173 h 1221162"/>
                <a:gd name="connsiteX75" fmla="*/ 1876176 w 1905657"/>
                <a:gd name="connsiteY75" fmla="*/ 798405 h 1221162"/>
                <a:gd name="connsiteX76" fmla="*/ 1877488 w 1905657"/>
                <a:gd name="connsiteY76" fmla="*/ 795478 h 1221162"/>
                <a:gd name="connsiteX77" fmla="*/ 1879541 w 1905657"/>
                <a:gd name="connsiteY77" fmla="*/ 792316 h 1221162"/>
                <a:gd name="connsiteX78" fmla="*/ 1879104 w 1905657"/>
                <a:gd name="connsiteY78" fmla="*/ 788179 h 1221162"/>
                <a:gd name="connsiteX79" fmla="*/ 1879878 w 1905657"/>
                <a:gd name="connsiteY79" fmla="*/ 786867 h 1221162"/>
                <a:gd name="connsiteX80" fmla="*/ 1880955 w 1905657"/>
                <a:gd name="connsiteY80" fmla="*/ 786093 h 1221162"/>
                <a:gd name="connsiteX81" fmla="*/ 1883883 w 1905657"/>
                <a:gd name="connsiteY81" fmla="*/ 785857 h 1221162"/>
                <a:gd name="connsiteX82" fmla="*/ 1885498 w 1905657"/>
                <a:gd name="connsiteY82" fmla="*/ 786631 h 1221162"/>
                <a:gd name="connsiteX83" fmla="*/ 1888224 w 1905657"/>
                <a:gd name="connsiteY83" fmla="*/ 788683 h 1221162"/>
                <a:gd name="connsiteX84" fmla="*/ 1890849 w 1905657"/>
                <a:gd name="connsiteY84" fmla="*/ 790533 h 1221162"/>
                <a:gd name="connsiteX85" fmla="*/ 1891724 w 1905657"/>
                <a:gd name="connsiteY85" fmla="*/ 791711 h 1221162"/>
                <a:gd name="connsiteX86" fmla="*/ 1894652 w 1905657"/>
                <a:gd name="connsiteY86" fmla="*/ 792249 h 1221162"/>
                <a:gd name="connsiteX87" fmla="*/ 1896402 w 1905657"/>
                <a:gd name="connsiteY87" fmla="*/ 791711 h 1221162"/>
                <a:gd name="connsiteX88" fmla="*/ 1897715 w 1905657"/>
                <a:gd name="connsiteY88" fmla="*/ 789861 h 1221162"/>
                <a:gd name="connsiteX89" fmla="*/ 1899128 w 1905657"/>
                <a:gd name="connsiteY89" fmla="*/ 788683 h 1221162"/>
                <a:gd name="connsiteX90" fmla="*/ 1900542 w 1905657"/>
                <a:gd name="connsiteY90" fmla="*/ 787808 h 1221162"/>
                <a:gd name="connsiteX91" fmla="*/ 1901517 w 1905657"/>
                <a:gd name="connsiteY91" fmla="*/ 787270 h 1221162"/>
                <a:gd name="connsiteX92" fmla="*/ 1903705 w 1905657"/>
                <a:gd name="connsiteY92" fmla="*/ 785218 h 1221162"/>
                <a:gd name="connsiteX93" fmla="*/ 1904042 w 1905657"/>
                <a:gd name="connsiteY93" fmla="*/ 783805 h 1221162"/>
                <a:gd name="connsiteX94" fmla="*/ 1904378 w 1905657"/>
                <a:gd name="connsiteY94" fmla="*/ 782493 h 1221162"/>
                <a:gd name="connsiteX95" fmla="*/ 1904378 w 1905657"/>
                <a:gd name="connsiteY95" fmla="*/ 780408 h 1221162"/>
                <a:gd name="connsiteX96" fmla="*/ 1903301 w 1905657"/>
                <a:gd name="connsiteY96" fmla="*/ 778558 h 1221162"/>
                <a:gd name="connsiteX97" fmla="*/ 1899599 w 1905657"/>
                <a:gd name="connsiteY97" fmla="*/ 773680 h 1221162"/>
                <a:gd name="connsiteX98" fmla="*/ 1896974 w 1905657"/>
                <a:gd name="connsiteY98" fmla="*/ 769643 h 1221162"/>
                <a:gd name="connsiteX99" fmla="*/ 1891657 w 1905657"/>
                <a:gd name="connsiteY99" fmla="*/ 765943 h 1221162"/>
                <a:gd name="connsiteX100" fmla="*/ 1887416 w 1905657"/>
                <a:gd name="connsiteY100" fmla="*/ 761603 h 1221162"/>
                <a:gd name="connsiteX101" fmla="*/ 1884051 w 1905657"/>
                <a:gd name="connsiteY101" fmla="*/ 759316 h 1221162"/>
                <a:gd name="connsiteX102" fmla="*/ 1882974 w 1905657"/>
                <a:gd name="connsiteY102" fmla="*/ 758105 h 1221162"/>
                <a:gd name="connsiteX103" fmla="*/ 1879810 w 1905657"/>
                <a:gd name="connsiteY103" fmla="*/ 754068 h 1221162"/>
                <a:gd name="connsiteX104" fmla="*/ 1876647 w 1905657"/>
                <a:gd name="connsiteY104" fmla="*/ 750469 h 1221162"/>
                <a:gd name="connsiteX105" fmla="*/ 1874796 w 1905657"/>
                <a:gd name="connsiteY105" fmla="*/ 747643 h 1221162"/>
                <a:gd name="connsiteX106" fmla="*/ 1874796 w 1905657"/>
                <a:gd name="connsiteY106" fmla="*/ 744043 h 1221162"/>
                <a:gd name="connsiteX107" fmla="*/ 1874796 w 1905657"/>
                <a:gd name="connsiteY107" fmla="*/ 740679 h 1221162"/>
                <a:gd name="connsiteX108" fmla="*/ 1874796 w 1905657"/>
                <a:gd name="connsiteY108" fmla="*/ 739805 h 1221162"/>
                <a:gd name="connsiteX109" fmla="*/ 1872238 w 1905657"/>
                <a:gd name="connsiteY109" fmla="*/ 737618 h 1221162"/>
                <a:gd name="connsiteX110" fmla="*/ 1870454 w 1905657"/>
                <a:gd name="connsiteY110" fmla="*/ 734591 h 1221162"/>
                <a:gd name="connsiteX111" fmla="*/ 1870017 w 1905657"/>
                <a:gd name="connsiteY111" fmla="*/ 734591 h 1221162"/>
                <a:gd name="connsiteX112" fmla="*/ 1866449 w 1905657"/>
                <a:gd name="connsiteY112" fmla="*/ 732572 h 1221162"/>
                <a:gd name="connsiteX113" fmla="*/ 1867325 w 1905657"/>
                <a:gd name="connsiteY113" fmla="*/ 728704 h 1221162"/>
                <a:gd name="connsiteX114" fmla="*/ 1865709 w 1905657"/>
                <a:gd name="connsiteY114" fmla="*/ 726416 h 1221162"/>
                <a:gd name="connsiteX115" fmla="*/ 1865070 w 1905657"/>
                <a:gd name="connsiteY115" fmla="*/ 724902 h 1221162"/>
                <a:gd name="connsiteX116" fmla="*/ 1863219 w 1905657"/>
                <a:gd name="connsiteY116" fmla="*/ 722178 h 1221162"/>
                <a:gd name="connsiteX117" fmla="*/ 1862445 w 1905657"/>
                <a:gd name="connsiteY117" fmla="*/ 721202 h 1221162"/>
                <a:gd name="connsiteX118" fmla="*/ 1861031 w 1905657"/>
                <a:gd name="connsiteY118" fmla="*/ 719150 h 1221162"/>
                <a:gd name="connsiteX119" fmla="*/ 1861805 w 1905657"/>
                <a:gd name="connsiteY119" fmla="*/ 718275 h 1221162"/>
                <a:gd name="connsiteX120" fmla="*/ 1863993 w 1905657"/>
                <a:gd name="connsiteY120" fmla="*/ 717199 h 1221162"/>
                <a:gd name="connsiteX121" fmla="*/ 1865305 w 1905657"/>
                <a:gd name="connsiteY121" fmla="*/ 716122 h 1221162"/>
                <a:gd name="connsiteX122" fmla="*/ 1866180 w 1905657"/>
                <a:gd name="connsiteY122" fmla="*/ 713398 h 1221162"/>
                <a:gd name="connsiteX123" fmla="*/ 1866820 w 1905657"/>
                <a:gd name="connsiteY123" fmla="*/ 710471 h 1221162"/>
                <a:gd name="connsiteX124" fmla="*/ 1866719 w 1905657"/>
                <a:gd name="connsiteY124" fmla="*/ 706670 h 1221162"/>
                <a:gd name="connsiteX125" fmla="*/ 1866180 w 1905657"/>
                <a:gd name="connsiteY125" fmla="*/ 705358 h 1221162"/>
                <a:gd name="connsiteX126" fmla="*/ 1862478 w 1905657"/>
                <a:gd name="connsiteY126" fmla="*/ 701657 h 1221162"/>
                <a:gd name="connsiteX127" fmla="*/ 1857161 w 1905657"/>
                <a:gd name="connsiteY127" fmla="*/ 695030 h 1221162"/>
                <a:gd name="connsiteX128" fmla="*/ 1855310 w 1905657"/>
                <a:gd name="connsiteY128" fmla="*/ 691229 h 1221162"/>
                <a:gd name="connsiteX129" fmla="*/ 1854435 w 1905657"/>
                <a:gd name="connsiteY129" fmla="*/ 685813 h 1221162"/>
                <a:gd name="connsiteX130" fmla="*/ 1851507 w 1905657"/>
                <a:gd name="connsiteY130" fmla="*/ 680935 h 1221162"/>
                <a:gd name="connsiteX131" fmla="*/ 1850632 w 1905657"/>
                <a:gd name="connsiteY131" fmla="*/ 675082 h 1221162"/>
                <a:gd name="connsiteX132" fmla="*/ 1850194 w 1905657"/>
                <a:gd name="connsiteY132" fmla="*/ 669868 h 1221162"/>
                <a:gd name="connsiteX133" fmla="*/ 1849757 w 1905657"/>
                <a:gd name="connsiteY133" fmla="*/ 663241 h 1221162"/>
                <a:gd name="connsiteX134" fmla="*/ 1847165 w 1905657"/>
                <a:gd name="connsiteY134" fmla="*/ 661391 h 1221162"/>
                <a:gd name="connsiteX135" fmla="*/ 1843901 w 1905657"/>
                <a:gd name="connsiteY135" fmla="*/ 657791 h 1221162"/>
                <a:gd name="connsiteX136" fmla="*/ 1839223 w 1905657"/>
                <a:gd name="connsiteY136" fmla="*/ 654091 h 1221162"/>
                <a:gd name="connsiteX137" fmla="*/ 1838011 w 1905657"/>
                <a:gd name="connsiteY137" fmla="*/ 652678 h 1221162"/>
                <a:gd name="connsiteX138" fmla="*/ 1832155 w 1905657"/>
                <a:gd name="connsiteY138" fmla="*/ 651366 h 1221162"/>
                <a:gd name="connsiteX139" fmla="*/ 1827477 w 1905657"/>
                <a:gd name="connsiteY139" fmla="*/ 651265 h 1221162"/>
                <a:gd name="connsiteX140" fmla="*/ 1825862 w 1905657"/>
                <a:gd name="connsiteY140" fmla="*/ 648675 h 1221162"/>
                <a:gd name="connsiteX141" fmla="*/ 1825223 w 1905657"/>
                <a:gd name="connsiteY141" fmla="*/ 647800 h 1221162"/>
                <a:gd name="connsiteX142" fmla="*/ 1821857 w 1905657"/>
                <a:gd name="connsiteY142" fmla="*/ 646051 h 1221162"/>
                <a:gd name="connsiteX143" fmla="*/ 1817179 w 1905657"/>
                <a:gd name="connsiteY143" fmla="*/ 643225 h 1221162"/>
                <a:gd name="connsiteX144" fmla="*/ 1811862 w 1905657"/>
                <a:gd name="connsiteY144" fmla="*/ 639962 h 1221162"/>
                <a:gd name="connsiteX145" fmla="*/ 1808160 w 1905657"/>
                <a:gd name="connsiteY145" fmla="*/ 641005 h 1221162"/>
                <a:gd name="connsiteX146" fmla="*/ 1804592 w 1905657"/>
                <a:gd name="connsiteY146" fmla="*/ 642519 h 1221162"/>
                <a:gd name="connsiteX147" fmla="*/ 1800015 w 1905657"/>
                <a:gd name="connsiteY147" fmla="*/ 643024 h 1221162"/>
                <a:gd name="connsiteX148" fmla="*/ 1796179 w 1905657"/>
                <a:gd name="connsiteY148" fmla="*/ 642956 h 1221162"/>
                <a:gd name="connsiteX149" fmla="*/ 1792477 w 1905657"/>
                <a:gd name="connsiteY149" fmla="*/ 641072 h 1221162"/>
                <a:gd name="connsiteX150" fmla="*/ 1789650 w 1905657"/>
                <a:gd name="connsiteY150" fmla="*/ 639559 h 1221162"/>
                <a:gd name="connsiteX151" fmla="*/ 1785948 w 1905657"/>
                <a:gd name="connsiteY151" fmla="*/ 636968 h 1221162"/>
                <a:gd name="connsiteX152" fmla="*/ 1784130 w 1905657"/>
                <a:gd name="connsiteY152" fmla="*/ 635791 h 1221162"/>
                <a:gd name="connsiteX153" fmla="*/ 1778712 w 1905657"/>
                <a:gd name="connsiteY153" fmla="*/ 634782 h 1221162"/>
                <a:gd name="connsiteX154" fmla="*/ 1776188 w 1905657"/>
                <a:gd name="connsiteY154" fmla="*/ 635791 h 1221162"/>
                <a:gd name="connsiteX155" fmla="*/ 1773058 w 1905657"/>
                <a:gd name="connsiteY155" fmla="*/ 638045 h 1221162"/>
                <a:gd name="connsiteX156" fmla="*/ 1771039 w 1905657"/>
                <a:gd name="connsiteY156" fmla="*/ 640871 h 1221162"/>
                <a:gd name="connsiteX157" fmla="*/ 1769726 w 1905657"/>
                <a:gd name="connsiteY157" fmla="*/ 642754 h 1221162"/>
                <a:gd name="connsiteX158" fmla="*/ 1770096 w 1905657"/>
                <a:gd name="connsiteY158" fmla="*/ 646017 h 1221162"/>
                <a:gd name="connsiteX159" fmla="*/ 1771106 w 1905657"/>
                <a:gd name="connsiteY159" fmla="*/ 647262 h 1221162"/>
                <a:gd name="connsiteX160" fmla="*/ 1773798 w 1905657"/>
                <a:gd name="connsiteY160" fmla="*/ 650391 h 1221162"/>
                <a:gd name="connsiteX161" fmla="*/ 1774101 w 1905657"/>
                <a:gd name="connsiteY161" fmla="*/ 652712 h 1221162"/>
                <a:gd name="connsiteX162" fmla="*/ 1773664 w 1905657"/>
                <a:gd name="connsiteY162" fmla="*/ 653351 h 1221162"/>
                <a:gd name="connsiteX163" fmla="*/ 1772520 w 1905657"/>
                <a:gd name="connsiteY163" fmla="*/ 654495 h 1221162"/>
                <a:gd name="connsiteX164" fmla="*/ 1772587 w 1905657"/>
                <a:gd name="connsiteY164" fmla="*/ 655302 h 1221162"/>
                <a:gd name="connsiteX165" fmla="*/ 1774101 w 1905657"/>
                <a:gd name="connsiteY165" fmla="*/ 657690 h 1221162"/>
                <a:gd name="connsiteX166" fmla="*/ 1773294 w 1905657"/>
                <a:gd name="connsiteY166" fmla="*/ 660449 h 1221162"/>
                <a:gd name="connsiteX167" fmla="*/ 1771544 w 1905657"/>
                <a:gd name="connsiteY167" fmla="*/ 661458 h 1221162"/>
                <a:gd name="connsiteX168" fmla="*/ 1768077 w 1905657"/>
                <a:gd name="connsiteY168" fmla="*/ 664216 h 1221162"/>
                <a:gd name="connsiteX169" fmla="*/ 1764611 w 1905657"/>
                <a:gd name="connsiteY169" fmla="*/ 667110 h 1221162"/>
                <a:gd name="connsiteX170" fmla="*/ 1762591 w 1905657"/>
                <a:gd name="connsiteY170" fmla="*/ 669128 h 1221162"/>
                <a:gd name="connsiteX171" fmla="*/ 1761010 w 1905657"/>
                <a:gd name="connsiteY171" fmla="*/ 672593 h 1221162"/>
                <a:gd name="connsiteX172" fmla="*/ 1760135 w 1905657"/>
                <a:gd name="connsiteY172" fmla="*/ 674611 h 1221162"/>
                <a:gd name="connsiteX173" fmla="*/ 1760135 w 1905657"/>
                <a:gd name="connsiteY173" fmla="*/ 678513 h 1221162"/>
                <a:gd name="connsiteX174" fmla="*/ 1759327 w 1905657"/>
                <a:gd name="connsiteY174" fmla="*/ 681642 h 1221162"/>
                <a:gd name="connsiteX175" fmla="*/ 1756567 w 1905657"/>
                <a:gd name="connsiteY175" fmla="*/ 685039 h 1221162"/>
                <a:gd name="connsiteX176" fmla="*/ 1755322 w 1905657"/>
                <a:gd name="connsiteY176" fmla="*/ 684468 h 1221162"/>
                <a:gd name="connsiteX177" fmla="*/ 1753067 w 1905657"/>
                <a:gd name="connsiteY177" fmla="*/ 682281 h 1221162"/>
                <a:gd name="connsiteX178" fmla="*/ 1751822 w 1905657"/>
                <a:gd name="connsiteY178" fmla="*/ 682416 h 1221162"/>
                <a:gd name="connsiteX179" fmla="*/ 1750173 w 1905657"/>
                <a:gd name="connsiteY179" fmla="*/ 684165 h 1221162"/>
                <a:gd name="connsiteX180" fmla="*/ 1750678 w 1905657"/>
                <a:gd name="connsiteY180" fmla="*/ 688000 h 1221162"/>
                <a:gd name="connsiteX181" fmla="*/ 1750307 w 1905657"/>
                <a:gd name="connsiteY181" fmla="*/ 690085 h 1221162"/>
                <a:gd name="connsiteX182" fmla="*/ 1743846 w 1905657"/>
                <a:gd name="connsiteY182" fmla="*/ 690287 h 1221162"/>
                <a:gd name="connsiteX183" fmla="*/ 1740009 w 1905657"/>
                <a:gd name="connsiteY183" fmla="*/ 688706 h 1221162"/>
                <a:gd name="connsiteX184" fmla="*/ 1737754 w 1905657"/>
                <a:gd name="connsiteY184" fmla="*/ 686318 h 1221162"/>
                <a:gd name="connsiteX185" fmla="*/ 1733850 w 1905657"/>
                <a:gd name="connsiteY185" fmla="*/ 684434 h 1221162"/>
                <a:gd name="connsiteX186" fmla="*/ 1732706 w 1905657"/>
                <a:gd name="connsiteY186" fmla="*/ 683357 h 1221162"/>
                <a:gd name="connsiteX187" fmla="*/ 1729812 w 1905657"/>
                <a:gd name="connsiteY187" fmla="*/ 683156 h 1221162"/>
                <a:gd name="connsiteX188" fmla="*/ 1728567 w 1905657"/>
                <a:gd name="connsiteY188" fmla="*/ 684232 h 1221162"/>
                <a:gd name="connsiteX189" fmla="*/ 1726682 w 1905657"/>
                <a:gd name="connsiteY189" fmla="*/ 686486 h 1221162"/>
                <a:gd name="connsiteX190" fmla="*/ 1725605 w 1905657"/>
                <a:gd name="connsiteY190" fmla="*/ 688740 h 1221162"/>
                <a:gd name="connsiteX191" fmla="*/ 1721701 w 1905657"/>
                <a:gd name="connsiteY191" fmla="*/ 689480 h 1221162"/>
                <a:gd name="connsiteX192" fmla="*/ 1717797 w 1905657"/>
                <a:gd name="connsiteY192" fmla="*/ 688033 h 1221162"/>
                <a:gd name="connsiteX193" fmla="*/ 1713389 w 1905657"/>
                <a:gd name="connsiteY193" fmla="*/ 686351 h 1221162"/>
                <a:gd name="connsiteX194" fmla="*/ 1709047 w 1905657"/>
                <a:gd name="connsiteY194" fmla="*/ 684905 h 1221162"/>
                <a:gd name="connsiteX195" fmla="*/ 1707970 w 1905657"/>
                <a:gd name="connsiteY195" fmla="*/ 687495 h 1221162"/>
                <a:gd name="connsiteX196" fmla="*/ 1704504 w 1905657"/>
                <a:gd name="connsiteY196" fmla="*/ 691700 h 1221162"/>
                <a:gd name="connsiteX197" fmla="*/ 1704806 w 1905657"/>
                <a:gd name="connsiteY197" fmla="*/ 694391 h 1221162"/>
                <a:gd name="connsiteX198" fmla="*/ 1707331 w 1905657"/>
                <a:gd name="connsiteY198" fmla="*/ 697722 h 1221162"/>
                <a:gd name="connsiteX199" fmla="*/ 1708071 w 1905657"/>
                <a:gd name="connsiteY199" fmla="*/ 701186 h 1221162"/>
                <a:gd name="connsiteX200" fmla="*/ 1707432 w 1905657"/>
                <a:gd name="connsiteY200" fmla="*/ 702868 h 1221162"/>
                <a:gd name="connsiteX201" fmla="*/ 1703965 w 1905657"/>
                <a:gd name="connsiteY201" fmla="*/ 706131 h 1221162"/>
                <a:gd name="connsiteX202" fmla="*/ 1703393 w 1905657"/>
                <a:gd name="connsiteY202" fmla="*/ 708587 h 1221162"/>
                <a:gd name="connsiteX203" fmla="*/ 1703595 w 1905657"/>
                <a:gd name="connsiteY203" fmla="*/ 711480 h 1221162"/>
                <a:gd name="connsiteX204" fmla="*/ 1706725 w 1905657"/>
                <a:gd name="connsiteY204" fmla="*/ 714239 h 1221162"/>
                <a:gd name="connsiteX205" fmla="*/ 1710023 w 1905657"/>
                <a:gd name="connsiteY205" fmla="*/ 717165 h 1221162"/>
                <a:gd name="connsiteX206" fmla="*/ 1711941 w 1905657"/>
                <a:gd name="connsiteY206" fmla="*/ 721505 h 1221162"/>
                <a:gd name="connsiteX207" fmla="*/ 1710158 w 1905657"/>
                <a:gd name="connsiteY207" fmla="*/ 724095 h 1221162"/>
                <a:gd name="connsiteX208" fmla="*/ 1707263 w 1905657"/>
                <a:gd name="connsiteY208" fmla="*/ 726315 h 1221162"/>
                <a:gd name="connsiteX209" fmla="*/ 1702518 w 1905657"/>
                <a:gd name="connsiteY209" fmla="*/ 724566 h 1221162"/>
                <a:gd name="connsiteX210" fmla="*/ 1700229 w 1905657"/>
                <a:gd name="connsiteY210" fmla="*/ 723489 h 1221162"/>
                <a:gd name="connsiteX211" fmla="*/ 1697907 w 1905657"/>
                <a:gd name="connsiteY211" fmla="*/ 721538 h 1221162"/>
                <a:gd name="connsiteX212" fmla="*/ 1695451 w 1905657"/>
                <a:gd name="connsiteY212" fmla="*/ 719957 h 1221162"/>
                <a:gd name="connsiteX213" fmla="*/ 1692523 w 1905657"/>
                <a:gd name="connsiteY213" fmla="*/ 717334 h 1221162"/>
                <a:gd name="connsiteX214" fmla="*/ 1689797 w 1905657"/>
                <a:gd name="connsiteY214" fmla="*/ 716963 h 1221162"/>
                <a:gd name="connsiteX215" fmla="*/ 1688047 w 1905657"/>
                <a:gd name="connsiteY215" fmla="*/ 715719 h 1221162"/>
                <a:gd name="connsiteX216" fmla="*/ 1683032 w 1905657"/>
                <a:gd name="connsiteY216" fmla="*/ 715012 h 1221162"/>
                <a:gd name="connsiteX217" fmla="*/ 1679767 w 1905657"/>
                <a:gd name="connsiteY217" fmla="*/ 712288 h 1221162"/>
                <a:gd name="connsiteX218" fmla="*/ 1677210 w 1905657"/>
                <a:gd name="connsiteY218" fmla="*/ 707511 h 1221162"/>
                <a:gd name="connsiteX219" fmla="*/ 1675258 w 1905657"/>
                <a:gd name="connsiteY219" fmla="*/ 704348 h 1221162"/>
                <a:gd name="connsiteX220" fmla="*/ 1670378 w 1905657"/>
                <a:gd name="connsiteY220" fmla="*/ 700177 h 1221162"/>
                <a:gd name="connsiteX221" fmla="*/ 1667618 w 1905657"/>
                <a:gd name="connsiteY221" fmla="*/ 697183 h 1221162"/>
                <a:gd name="connsiteX222" fmla="*/ 1666137 w 1905657"/>
                <a:gd name="connsiteY222" fmla="*/ 695602 h 1221162"/>
                <a:gd name="connsiteX223" fmla="*/ 1662940 w 1905657"/>
                <a:gd name="connsiteY223" fmla="*/ 693685 h 1221162"/>
                <a:gd name="connsiteX224" fmla="*/ 1661157 w 1905657"/>
                <a:gd name="connsiteY224" fmla="*/ 693416 h 1221162"/>
                <a:gd name="connsiteX225" fmla="*/ 1659373 w 1905657"/>
                <a:gd name="connsiteY225" fmla="*/ 693584 h 1221162"/>
                <a:gd name="connsiteX226" fmla="*/ 1656108 w 1905657"/>
                <a:gd name="connsiteY226" fmla="*/ 694492 h 1221162"/>
                <a:gd name="connsiteX227" fmla="*/ 1653786 w 1905657"/>
                <a:gd name="connsiteY227" fmla="*/ 696174 h 1221162"/>
                <a:gd name="connsiteX228" fmla="*/ 1651228 w 1905657"/>
                <a:gd name="connsiteY228" fmla="*/ 698832 h 1221162"/>
                <a:gd name="connsiteX229" fmla="*/ 1649344 w 1905657"/>
                <a:gd name="connsiteY229" fmla="*/ 700783 h 1221162"/>
                <a:gd name="connsiteX230" fmla="*/ 1647863 w 1905657"/>
                <a:gd name="connsiteY230" fmla="*/ 703507 h 1221162"/>
                <a:gd name="connsiteX231" fmla="*/ 1647762 w 1905657"/>
                <a:gd name="connsiteY231" fmla="*/ 704651 h 1221162"/>
                <a:gd name="connsiteX232" fmla="*/ 1648906 w 1905657"/>
                <a:gd name="connsiteY232" fmla="*/ 707914 h 1221162"/>
                <a:gd name="connsiteX233" fmla="*/ 1650252 w 1905657"/>
                <a:gd name="connsiteY233" fmla="*/ 709697 h 1221162"/>
                <a:gd name="connsiteX234" fmla="*/ 1651565 w 1905657"/>
                <a:gd name="connsiteY234" fmla="*/ 711144 h 1221162"/>
                <a:gd name="connsiteX235" fmla="*/ 1652978 w 1905657"/>
                <a:gd name="connsiteY235" fmla="*/ 713229 h 1221162"/>
                <a:gd name="connsiteX236" fmla="*/ 1654931 w 1905657"/>
                <a:gd name="connsiteY236" fmla="*/ 716425 h 1221162"/>
                <a:gd name="connsiteX237" fmla="*/ 1655974 w 1905657"/>
                <a:gd name="connsiteY237" fmla="*/ 718040 h 1221162"/>
                <a:gd name="connsiteX238" fmla="*/ 1656781 w 1905657"/>
                <a:gd name="connsiteY238" fmla="*/ 720529 h 1221162"/>
                <a:gd name="connsiteX239" fmla="*/ 1657387 w 1905657"/>
                <a:gd name="connsiteY239" fmla="*/ 722716 h 1221162"/>
                <a:gd name="connsiteX240" fmla="*/ 1657993 w 1905657"/>
                <a:gd name="connsiteY240" fmla="*/ 723960 h 1221162"/>
                <a:gd name="connsiteX241" fmla="*/ 1658767 w 1905657"/>
                <a:gd name="connsiteY241" fmla="*/ 726248 h 1221162"/>
                <a:gd name="connsiteX242" fmla="*/ 1659036 w 1905657"/>
                <a:gd name="connsiteY242" fmla="*/ 729276 h 1221162"/>
                <a:gd name="connsiteX243" fmla="*/ 1659036 w 1905657"/>
                <a:gd name="connsiteY243" fmla="*/ 731664 h 1221162"/>
                <a:gd name="connsiteX244" fmla="*/ 1658229 w 1905657"/>
                <a:gd name="connsiteY244" fmla="*/ 733178 h 1221162"/>
                <a:gd name="connsiteX245" fmla="*/ 1653281 w 1905657"/>
                <a:gd name="connsiteY245" fmla="*/ 732740 h 1221162"/>
                <a:gd name="connsiteX246" fmla="*/ 1650892 w 1905657"/>
                <a:gd name="connsiteY246" fmla="*/ 732740 h 1221162"/>
                <a:gd name="connsiteX247" fmla="*/ 1649276 w 1905657"/>
                <a:gd name="connsiteY247" fmla="*/ 732370 h 1221162"/>
                <a:gd name="connsiteX248" fmla="*/ 1647223 w 1905657"/>
                <a:gd name="connsiteY248" fmla="*/ 729545 h 1221162"/>
                <a:gd name="connsiteX249" fmla="*/ 1645978 w 1905657"/>
                <a:gd name="connsiteY249" fmla="*/ 727964 h 1221162"/>
                <a:gd name="connsiteX250" fmla="*/ 1645474 w 1905657"/>
                <a:gd name="connsiteY250" fmla="*/ 726652 h 1221162"/>
                <a:gd name="connsiteX251" fmla="*/ 1645474 w 1905657"/>
                <a:gd name="connsiteY251" fmla="*/ 725407 h 1221162"/>
                <a:gd name="connsiteX252" fmla="*/ 1645978 w 1905657"/>
                <a:gd name="connsiteY252" fmla="*/ 721505 h 1221162"/>
                <a:gd name="connsiteX253" fmla="*/ 1645036 w 1905657"/>
                <a:gd name="connsiteY253" fmla="*/ 719991 h 1221162"/>
                <a:gd name="connsiteX254" fmla="*/ 1641771 w 1905657"/>
                <a:gd name="connsiteY254" fmla="*/ 718376 h 1221162"/>
                <a:gd name="connsiteX255" fmla="*/ 1635747 w 1905657"/>
                <a:gd name="connsiteY255" fmla="*/ 715349 h 1221162"/>
                <a:gd name="connsiteX256" fmla="*/ 1633492 w 1905657"/>
                <a:gd name="connsiteY256" fmla="*/ 712893 h 1221162"/>
                <a:gd name="connsiteX257" fmla="*/ 1631103 w 1905657"/>
                <a:gd name="connsiteY257" fmla="*/ 711076 h 1221162"/>
                <a:gd name="connsiteX258" fmla="*/ 1627334 w 1905657"/>
                <a:gd name="connsiteY258" fmla="*/ 709193 h 1221162"/>
                <a:gd name="connsiteX259" fmla="*/ 1626189 w 1905657"/>
                <a:gd name="connsiteY259" fmla="*/ 709125 h 1221162"/>
                <a:gd name="connsiteX260" fmla="*/ 1624507 w 1905657"/>
                <a:gd name="connsiteY260" fmla="*/ 711076 h 1221162"/>
                <a:gd name="connsiteX261" fmla="*/ 1622689 w 1905657"/>
                <a:gd name="connsiteY261" fmla="*/ 710942 h 1221162"/>
                <a:gd name="connsiteX262" fmla="*/ 1621545 w 1905657"/>
                <a:gd name="connsiteY262" fmla="*/ 709933 h 1221162"/>
                <a:gd name="connsiteX263" fmla="*/ 1620300 w 1905657"/>
                <a:gd name="connsiteY263" fmla="*/ 709865 h 1221162"/>
                <a:gd name="connsiteX264" fmla="*/ 1618516 w 1905657"/>
                <a:gd name="connsiteY264" fmla="*/ 710168 h 1221162"/>
                <a:gd name="connsiteX265" fmla="*/ 1616699 w 1905657"/>
                <a:gd name="connsiteY265" fmla="*/ 710168 h 1221162"/>
                <a:gd name="connsiteX266" fmla="*/ 1615824 w 1905657"/>
                <a:gd name="connsiteY266" fmla="*/ 711110 h 1221162"/>
                <a:gd name="connsiteX267" fmla="*/ 1615016 w 1905657"/>
                <a:gd name="connsiteY267" fmla="*/ 712624 h 1221162"/>
                <a:gd name="connsiteX268" fmla="*/ 1613569 w 1905657"/>
                <a:gd name="connsiteY268" fmla="*/ 713768 h 1221162"/>
                <a:gd name="connsiteX269" fmla="*/ 1611684 w 1905657"/>
                <a:gd name="connsiteY269" fmla="*/ 713768 h 1221162"/>
                <a:gd name="connsiteX270" fmla="*/ 1610742 w 1905657"/>
                <a:gd name="connsiteY270" fmla="*/ 713061 h 1221162"/>
                <a:gd name="connsiteX271" fmla="*/ 1610103 w 1905657"/>
                <a:gd name="connsiteY271" fmla="*/ 711917 h 1221162"/>
                <a:gd name="connsiteX272" fmla="*/ 1610103 w 1905657"/>
                <a:gd name="connsiteY272" fmla="*/ 710471 h 1221162"/>
                <a:gd name="connsiteX273" fmla="*/ 1609295 w 1905657"/>
                <a:gd name="connsiteY273" fmla="*/ 707881 h 1221162"/>
                <a:gd name="connsiteX274" fmla="*/ 1608285 w 1905657"/>
                <a:gd name="connsiteY274" fmla="*/ 706300 h 1221162"/>
                <a:gd name="connsiteX275" fmla="*/ 1606098 w 1905657"/>
                <a:gd name="connsiteY275" fmla="*/ 704853 h 1221162"/>
                <a:gd name="connsiteX276" fmla="*/ 1604583 w 1905657"/>
                <a:gd name="connsiteY276" fmla="*/ 704281 h 1221162"/>
                <a:gd name="connsiteX277" fmla="*/ 1603708 w 1905657"/>
                <a:gd name="connsiteY277" fmla="*/ 702398 h 1221162"/>
                <a:gd name="connsiteX278" fmla="*/ 1603708 w 1905657"/>
                <a:gd name="connsiteY278" fmla="*/ 702465 h 1221162"/>
                <a:gd name="connsiteX279" fmla="*/ 1601958 w 1905657"/>
                <a:gd name="connsiteY279" fmla="*/ 700648 h 1221162"/>
                <a:gd name="connsiteX280" fmla="*/ 1601958 w 1905657"/>
                <a:gd name="connsiteY280" fmla="*/ 699908 h 1221162"/>
                <a:gd name="connsiteX281" fmla="*/ 1601622 w 1905657"/>
                <a:gd name="connsiteY281" fmla="*/ 698663 h 1221162"/>
                <a:gd name="connsiteX282" fmla="*/ 1599703 w 1905657"/>
                <a:gd name="connsiteY282" fmla="*/ 698428 h 1221162"/>
                <a:gd name="connsiteX283" fmla="*/ 1598761 w 1905657"/>
                <a:gd name="connsiteY283" fmla="*/ 698361 h 1221162"/>
                <a:gd name="connsiteX284" fmla="*/ 1597953 w 1905657"/>
                <a:gd name="connsiteY284" fmla="*/ 698798 h 1221162"/>
                <a:gd name="connsiteX285" fmla="*/ 1597011 w 1905657"/>
                <a:gd name="connsiteY285" fmla="*/ 699605 h 1221162"/>
                <a:gd name="connsiteX286" fmla="*/ 1596371 w 1905657"/>
                <a:gd name="connsiteY286" fmla="*/ 700177 h 1221162"/>
                <a:gd name="connsiteX287" fmla="*/ 1593915 w 1905657"/>
                <a:gd name="connsiteY287" fmla="*/ 701489 h 1221162"/>
                <a:gd name="connsiteX288" fmla="*/ 1592400 w 1905657"/>
                <a:gd name="connsiteY288" fmla="*/ 701489 h 1221162"/>
                <a:gd name="connsiteX289" fmla="*/ 1590448 w 1905657"/>
                <a:gd name="connsiteY289" fmla="*/ 701489 h 1221162"/>
                <a:gd name="connsiteX290" fmla="*/ 1588126 w 1905657"/>
                <a:gd name="connsiteY290" fmla="*/ 700985 h 1221162"/>
                <a:gd name="connsiteX291" fmla="*/ 1585366 w 1905657"/>
                <a:gd name="connsiteY291" fmla="*/ 699034 h 1221162"/>
                <a:gd name="connsiteX292" fmla="*/ 1584222 w 1905657"/>
                <a:gd name="connsiteY292" fmla="*/ 698226 h 1221162"/>
                <a:gd name="connsiteX293" fmla="*/ 1582472 w 1905657"/>
                <a:gd name="connsiteY293" fmla="*/ 695838 h 1221162"/>
                <a:gd name="connsiteX294" fmla="*/ 1581900 w 1905657"/>
                <a:gd name="connsiteY294" fmla="*/ 692810 h 1221162"/>
                <a:gd name="connsiteX295" fmla="*/ 1581597 w 1905657"/>
                <a:gd name="connsiteY295" fmla="*/ 691296 h 1221162"/>
                <a:gd name="connsiteX296" fmla="*/ 1580217 w 1905657"/>
                <a:gd name="connsiteY296" fmla="*/ 687966 h 1221162"/>
                <a:gd name="connsiteX297" fmla="*/ 1579342 w 1905657"/>
                <a:gd name="connsiteY297" fmla="*/ 685948 h 1221162"/>
                <a:gd name="connsiteX298" fmla="*/ 1578972 w 1905657"/>
                <a:gd name="connsiteY298" fmla="*/ 683492 h 1221162"/>
                <a:gd name="connsiteX299" fmla="*/ 1578333 w 1905657"/>
                <a:gd name="connsiteY299" fmla="*/ 682483 h 1221162"/>
                <a:gd name="connsiteX300" fmla="*/ 1576583 w 1905657"/>
                <a:gd name="connsiteY300" fmla="*/ 679354 h 1221162"/>
                <a:gd name="connsiteX301" fmla="*/ 1575842 w 1905657"/>
                <a:gd name="connsiteY301" fmla="*/ 678042 h 1221162"/>
                <a:gd name="connsiteX302" fmla="*/ 1575842 w 1905657"/>
                <a:gd name="connsiteY302" fmla="*/ 675957 h 1221162"/>
                <a:gd name="connsiteX303" fmla="*/ 1576684 w 1905657"/>
                <a:gd name="connsiteY303" fmla="*/ 674006 h 1221162"/>
                <a:gd name="connsiteX304" fmla="*/ 1577357 w 1905657"/>
                <a:gd name="connsiteY304" fmla="*/ 672189 h 1221162"/>
                <a:gd name="connsiteX305" fmla="*/ 1579241 w 1905657"/>
                <a:gd name="connsiteY305" fmla="*/ 671617 h 1221162"/>
                <a:gd name="connsiteX306" fmla="*/ 1581563 w 1905657"/>
                <a:gd name="connsiteY306" fmla="*/ 670608 h 1221162"/>
                <a:gd name="connsiteX307" fmla="*/ 1581866 w 1905657"/>
                <a:gd name="connsiteY307" fmla="*/ 667480 h 1221162"/>
                <a:gd name="connsiteX308" fmla="*/ 1582438 w 1905657"/>
                <a:gd name="connsiteY308" fmla="*/ 666168 h 1221162"/>
                <a:gd name="connsiteX309" fmla="*/ 1582001 w 1905657"/>
                <a:gd name="connsiteY309" fmla="*/ 661828 h 1221162"/>
                <a:gd name="connsiteX310" fmla="*/ 1582001 w 1905657"/>
                <a:gd name="connsiteY310" fmla="*/ 657421 h 1221162"/>
                <a:gd name="connsiteX311" fmla="*/ 1580756 w 1905657"/>
                <a:gd name="connsiteY311" fmla="*/ 655470 h 1221162"/>
                <a:gd name="connsiteX312" fmla="*/ 1578299 w 1905657"/>
                <a:gd name="connsiteY312" fmla="*/ 652510 h 1221162"/>
                <a:gd name="connsiteX313" fmla="*/ 1577222 w 1905657"/>
                <a:gd name="connsiteY313" fmla="*/ 650693 h 1221162"/>
                <a:gd name="connsiteX314" fmla="*/ 1575977 w 1905657"/>
                <a:gd name="connsiteY314" fmla="*/ 647868 h 1221162"/>
                <a:gd name="connsiteX315" fmla="*/ 1575337 w 1905657"/>
                <a:gd name="connsiteY315" fmla="*/ 645681 h 1221162"/>
                <a:gd name="connsiteX316" fmla="*/ 1573587 w 1905657"/>
                <a:gd name="connsiteY316" fmla="*/ 643663 h 1221162"/>
                <a:gd name="connsiteX317" fmla="*/ 1572208 w 1905657"/>
                <a:gd name="connsiteY317" fmla="*/ 642586 h 1221162"/>
                <a:gd name="connsiteX318" fmla="*/ 1570693 w 1905657"/>
                <a:gd name="connsiteY318" fmla="*/ 642586 h 1221162"/>
                <a:gd name="connsiteX319" fmla="*/ 1568371 w 1905657"/>
                <a:gd name="connsiteY319" fmla="*/ 641846 h 1221162"/>
                <a:gd name="connsiteX320" fmla="*/ 1566621 w 1905657"/>
                <a:gd name="connsiteY320" fmla="*/ 641039 h 1221162"/>
                <a:gd name="connsiteX321" fmla="*/ 1565174 w 1905657"/>
                <a:gd name="connsiteY321" fmla="*/ 640467 h 1221162"/>
                <a:gd name="connsiteX322" fmla="*/ 1562784 w 1905657"/>
                <a:gd name="connsiteY322" fmla="*/ 639828 h 1221162"/>
                <a:gd name="connsiteX323" fmla="*/ 1560260 w 1905657"/>
                <a:gd name="connsiteY323" fmla="*/ 639323 h 1221162"/>
                <a:gd name="connsiteX324" fmla="*/ 1558746 w 1905657"/>
                <a:gd name="connsiteY324" fmla="*/ 639390 h 1221162"/>
                <a:gd name="connsiteX325" fmla="*/ 1556659 w 1905657"/>
                <a:gd name="connsiteY325" fmla="*/ 639828 h 1221162"/>
                <a:gd name="connsiteX326" fmla="*/ 1555650 w 1905657"/>
                <a:gd name="connsiteY326" fmla="*/ 639828 h 1221162"/>
                <a:gd name="connsiteX327" fmla="*/ 1554943 w 1905657"/>
                <a:gd name="connsiteY327" fmla="*/ 638516 h 1221162"/>
                <a:gd name="connsiteX328" fmla="*/ 1553697 w 1905657"/>
                <a:gd name="connsiteY328" fmla="*/ 636565 h 1221162"/>
                <a:gd name="connsiteX329" fmla="*/ 1552890 w 1905657"/>
                <a:gd name="connsiteY329" fmla="*/ 634614 h 1221162"/>
                <a:gd name="connsiteX330" fmla="*/ 1549861 w 1905657"/>
                <a:gd name="connsiteY330" fmla="*/ 629130 h 1221162"/>
                <a:gd name="connsiteX331" fmla="*/ 1548986 w 1905657"/>
                <a:gd name="connsiteY331" fmla="*/ 628323 h 1221162"/>
                <a:gd name="connsiteX332" fmla="*/ 1546731 w 1905657"/>
                <a:gd name="connsiteY332" fmla="*/ 629030 h 1221162"/>
                <a:gd name="connsiteX333" fmla="*/ 1543971 w 1905657"/>
                <a:gd name="connsiteY333" fmla="*/ 629030 h 1221162"/>
                <a:gd name="connsiteX334" fmla="*/ 1542019 w 1905657"/>
                <a:gd name="connsiteY334" fmla="*/ 628592 h 1221162"/>
                <a:gd name="connsiteX335" fmla="*/ 1541077 w 1905657"/>
                <a:gd name="connsiteY335" fmla="*/ 624017 h 1221162"/>
                <a:gd name="connsiteX336" fmla="*/ 1540572 w 1905657"/>
                <a:gd name="connsiteY336" fmla="*/ 620687 h 1221162"/>
                <a:gd name="connsiteX337" fmla="*/ 1538687 w 1905657"/>
                <a:gd name="connsiteY337" fmla="*/ 617054 h 1221162"/>
                <a:gd name="connsiteX338" fmla="*/ 1537610 w 1905657"/>
                <a:gd name="connsiteY338" fmla="*/ 614094 h 1221162"/>
                <a:gd name="connsiteX339" fmla="*/ 1534481 w 1905657"/>
                <a:gd name="connsiteY339" fmla="*/ 608812 h 1221162"/>
                <a:gd name="connsiteX340" fmla="*/ 1533471 w 1905657"/>
                <a:gd name="connsiteY340" fmla="*/ 605784 h 1221162"/>
                <a:gd name="connsiteX341" fmla="*/ 1531149 w 1905657"/>
                <a:gd name="connsiteY341" fmla="*/ 603396 h 1221162"/>
                <a:gd name="connsiteX342" fmla="*/ 1528322 w 1905657"/>
                <a:gd name="connsiteY342" fmla="*/ 601445 h 1221162"/>
                <a:gd name="connsiteX343" fmla="*/ 1526875 w 1905657"/>
                <a:gd name="connsiteY343" fmla="*/ 600436 h 1221162"/>
                <a:gd name="connsiteX344" fmla="*/ 1523543 w 1905657"/>
                <a:gd name="connsiteY344" fmla="*/ 597610 h 1221162"/>
                <a:gd name="connsiteX345" fmla="*/ 1521726 w 1905657"/>
                <a:gd name="connsiteY345" fmla="*/ 596096 h 1221162"/>
                <a:gd name="connsiteX346" fmla="*/ 1520716 w 1905657"/>
                <a:gd name="connsiteY346" fmla="*/ 594650 h 1221162"/>
                <a:gd name="connsiteX347" fmla="*/ 1519134 w 1905657"/>
                <a:gd name="connsiteY347" fmla="*/ 592329 h 1221162"/>
                <a:gd name="connsiteX348" fmla="*/ 1517182 w 1905657"/>
                <a:gd name="connsiteY348" fmla="*/ 591319 h 1221162"/>
                <a:gd name="connsiteX349" fmla="*/ 1514793 w 1905657"/>
                <a:gd name="connsiteY349" fmla="*/ 589570 h 1221162"/>
                <a:gd name="connsiteX350" fmla="*/ 1513413 w 1905657"/>
                <a:gd name="connsiteY350" fmla="*/ 589066 h 1221162"/>
                <a:gd name="connsiteX351" fmla="*/ 1511831 w 1905657"/>
                <a:gd name="connsiteY351" fmla="*/ 588998 h 1221162"/>
                <a:gd name="connsiteX352" fmla="*/ 1510249 w 1905657"/>
                <a:gd name="connsiteY352" fmla="*/ 589637 h 1221162"/>
                <a:gd name="connsiteX353" fmla="*/ 1508062 w 1905657"/>
                <a:gd name="connsiteY353" fmla="*/ 590075 h 1221162"/>
                <a:gd name="connsiteX354" fmla="*/ 1505302 w 1905657"/>
                <a:gd name="connsiteY354" fmla="*/ 591454 h 1221162"/>
                <a:gd name="connsiteX355" fmla="*/ 1503922 w 1905657"/>
                <a:gd name="connsiteY355" fmla="*/ 591824 h 1221162"/>
                <a:gd name="connsiteX356" fmla="*/ 1502542 w 1905657"/>
                <a:gd name="connsiteY356" fmla="*/ 593069 h 1221162"/>
                <a:gd name="connsiteX357" fmla="*/ 1501230 w 1905657"/>
                <a:gd name="connsiteY357" fmla="*/ 595154 h 1221162"/>
                <a:gd name="connsiteX358" fmla="*/ 1498706 w 1905657"/>
                <a:gd name="connsiteY358" fmla="*/ 595592 h 1221162"/>
                <a:gd name="connsiteX359" fmla="*/ 1496956 w 1905657"/>
                <a:gd name="connsiteY359" fmla="*/ 595289 h 1221162"/>
                <a:gd name="connsiteX360" fmla="*/ 1494129 w 1905657"/>
                <a:gd name="connsiteY360" fmla="*/ 594717 h 1221162"/>
                <a:gd name="connsiteX361" fmla="*/ 1491537 w 1905657"/>
                <a:gd name="connsiteY361" fmla="*/ 595524 h 1221162"/>
                <a:gd name="connsiteX362" fmla="*/ 1490090 w 1905657"/>
                <a:gd name="connsiteY362" fmla="*/ 595524 h 1221162"/>
                <a:gd name="connsiteX363" fmla="*/ 1489350 w 1905657"/>
                <a:gd name="connsiteY363" fmla="*/ 596365 h 1221162"/>
                <a:gd name="connsiteX364" fmla="*/ 1486523 w 1905657"/>
                <a:gd name="connsiteY364" fmla="*/ 597476 h 1221162"/>
                <a:gd name="connsiteX365" fmla="*/ 1483057 w 1905657"/>
                <a:gd name="connsiteY365" fmla="*/ 597476 h 1221162"/>
                <a:gd name="connsiteX366" fmla="*/ 1478984 w 1905657"/>
                <a:gd name="connsiteY366" fmla="*/ 597476 h 1221162"/>
                <a:gd name="connsiteX367" fmla="*/ 1473398 w 1905657"/>
                <a:gd name="connsiteY367" fmla="*/ 598720 h 1221162"/>
                <a:gd name="connsiteX368" fmla="*/ 1471311 w 1905657"/>
                <a:gd name="connsiteY368" fmla="*/ 600167 h 1221162"/>
                <a:gd name="connsiteX369" fmla="*/ 1469426 w 1905657"/>
                <a:gd name="connsiteY369" fmla="*/ 602488 h 1221162"/>
                <a:gd name="connsiteX370" fmla="*/ 1466532 w 1905657"/>
                <a:gd name="connsiteY370" fmla="*/ 603867 h 1221162"/>
                <a:gd name="connsiteX371" fmla="*/ 1463907 w 1905657"/>
                <a:gd name="connsiteY371" fmla="*/ 604372 h 1221162"/>
                <a:gd name="connsiteX372" fmla="*/ 1461652 w 1905657"/>
                <a:gd name="connsiteY372" fmla="*/ 604372 h 1221162"/>
                <a:gd name="connsiteX373" fmla="*/ 1458960 w 1905657"/>
                <a:gd name="connsiteY373" fmla="*/ 601983 h 1221162"/>
                <a:gd name="connsiteX374" fmla="*/ 1456436 w 1905657"/>
                <a:gd name="connsiteY374" fmla="*/ 599527 h 1221162"/>
                <a:gd name="connsiteX375" fmla="*/ 1452296 w 1905657"/>
                <a:gd name="connsiteY375" fmla="*/ 597139 h 1221162"/>
                <a:gd name="connsiteX376" fmla="*/ 1450714 w 1905657"/>
                <a:gd name="connsiteY376" fmla="*/ 595390 h 1221162"/>
                <a:gd name="connsiteX377" fmla="*/ 1448628 w 1905657"/>
                <a:gd name="connsiteY377" fmla="*/ 595524 h 1221162"/>
                <a:gd name="connsiteX378" fmla="*/ 1447383 w 1905657"/>
                <a:gd name="connsiteY378" fmla="*/ 596164 h 1221162"/>
                <a:gd name="connsiteX379" fmla="*/ 1446743 w 1905657"/>
                <a:gd name="connsiteY379" fmla="*/ 597408 h 1221162"/>
                <a:gd name="connsiteX380" fmla="*/ 1445734 w 1905657"/>
                <a:gd name="connsiteY380" fmla="*/ 600301 h 1221162"/>
                <a:gd name="connsiteX381" fmla="*/ 1443782 w 1905657"/>
                <a:gd name="connsiteY381" fmla="*/ 601243 h 1221162"/>
                <a:gd name="connsiteX382" fmla="*/ 1442536 w 1905657"/>
                <a:gd name="connsiteY382" fmla="*/ 600503 h 1221162"/>
                <a:gd name="connsiteX383" fmla="*/ 1442402 w 1905657"/>
                <a:gd name="connsiteY383" fmla="*/ 598317 h 1221162"/>
                <a:gd name="connsiteX384" fmla="*/ 1442469 w 1905657"/>
                <a:gd name="connsiteY384" fmla="*/ 594683 h 1221162"/>
                <a:gd name="connsiteX385" fmla="*/ 1442402 w 1905657"/>
                <a:gd name="connsiteY385" fmla="*/ 591723 h 1221162"/>
                <a:gd name="connsiteX386" fmla="*/ 1441964 w 1905657"/>
                <a:gd name="connsiteY386" fmla="*/ 588595 h 1221162"/>
                <a:gd name="connsiteX387" fmla="*/ 1440719 w 1905657"/>
                <a:gd name="connsiteY387" fmla="*/ 587518 h 1221162"/>
                <a:gd name="connsiteX388" fmla="*/ 1438195 w 1905657"/>
                <a:gd name="connsiteY388" fmla="*/ 586139 h 1221162"/>
                <a:gd name="connsiteX389" fmla="*/ 1435738 w 1905657"/>
                <a:gd name="connsiteY389" fmla="*/ 585130 h 1221162"/>
                <a:gd name="connsiteX390" fmla="*/ 1433281 w 1905657"/>
                <a:gd name="connsiteY390" fmla="*/ 584692 h 1221162"/>
                <a:gd name="connsiteX391" fmla="*/ 1431397 w 1905657"/>
                <a:gd name="connsiteY391" fmla="*/ 584020 h 1221162"/>
                <a:gd name="connsiteX392" fmla="*/ 1429512 w 1905657"/>
                <a:gd name="connsiteY392" fmla="*/ 584322 h 1221162"/>
                <a:gd name="connsiteX393" fmla="*/ 1426820 w 1905657"/>
                <a:gd name="connsiteY393" fmla="*/ 584524 h 1221162"/>
                <a:gd name="connsiteX394" fmla="*/ 1424632 w 1905657"/>
                <a:gd name="connsiteY394" fmla="*/ 584726 h 1221162"/>
                <a:gd name="connsiteX395" fmla="*/ 1422815 w 1905657"/>
                <a:gd name="connsiteY395" fmla="*/ 585903 h 1221162"/>
                <a:gd name="connsiteX396" fmla="*/ 1421065 w 1905657"/>
                <a:gd name="connsiteY396" fmla="*/ 586610 h 1221162"/>
                <a:gd name="connsiteX397" fmla="*/ 1419483 w 1905657"/>
                <a:gd name="connsiteY397" fmla="*/ 587922 h 1221162"/>
                <a:gd name="connsiteX398" fmla="*/ 1418608 w 1905657"/>
                <a:gd name="connsiteY398" fmla="*/ 589671 h 1221162"/>
                <a:gd name="connsiteX399" fmla="*/ 1417666 w 1905657"/>
                <a:gd name="connsiteY399" fmla="*/ 591252 h 1221162"/>
                <a:gd name="connsiteX400" fmla="*/ 1416353 w 1905657"/>
                <a:gd name="connsiteY400" fmla="*/ 593203 h 1221162"/>
                <a:gd name="connsiteX401" fmla="*/ 1414334 w 1905657"/>
                <a:gd name="connsiteY401" fmla="*/ 595222 h 1221162"/>
                <a:gd name="connsiteX402" fmla="*/ 1412449 w 1905657"/>
                <a:gd name="connsiteY402" fmla="*/ 594078 h 1221162"/>
                <a:gd name="connsiteX403" fmla="*/ 1410565 w 1905657"/>
                <a:gd name="connsiteY403" fmla="*/ 593271 h 1221162"/>
                <a:gd name="connsiteX404" fmla="*/ 1407872 w 1905657"/>
                <a:gd name="connsiteY404" fmla="*/ 592833 h 1221162"/>
                <a:gd name="connsiteX405" fmla="*/ 1406560 w 1905657"/>
                <a:gd name="connsiteY405" fmla="*/ 592261 h 1221162"/>
                <a:gd name="connsiteX406" fmla="*/ 1405483 w 1905657"/>
                <a:gd name="connsiteY406" fmla="*/ 590310 h 1221162"/>
                <a:gd name="connsiteX407" fmla="*/ 1405348 w 1905657"/>
                <a:gd name="connsiteY407" fmla="*/ 588124 h 1221162"/>
                <a:gd name="connsiteX408" fmla="*/ 1405281 w 1905657"/>
                <a:gd name="connsiteY408" fmla="*/ 586879 h 1221162"/>
                <a:gd name="connsiteX409" fmla="*/ 1405146 w 1905657"/>
                <a:gd name="connsiteY409" fmla="*/ 584928 h 1221162"/>
                <a:gd name="connsiteX410" fmla="*/ 1403463 w 1905657"/>
                <a:gd name="connsiteY410" fmla="*/ 583683 h 1221162"/>
                <a:gd name="connsiteX411" fmla="*/ 1400064 w 1905657"/>
                <a:gd name="connsiteY411" fmla="*/ 585062 h 1221162"/>
                <a:gd name="connsiteX412" fmla="*/ 1398920 w 1905657"/>
                <a:gd name="connsiteY412" fmla="*/ 585937 h 1221162"/>
                <a:gd name="connsiteX413" fmla="*/ 1396732 w 1905657"/>
                <a:gd name="connsiteY413" fmla="*/ 585937 h 1221162"/>
                <a:gd name="connsiteX414" fmla="*/ 1396430 w 1905657"/>
                <a:gd name="connsiteY414" fmla="*/ 584793 h 1221162"/>
                <a:gd name="connsiteX415" fmla="*/ 1395050 w 1905657"/>
                <a:gd name="connsiteY415" fmla="*/ 581160 h 1221162"/>
                <a:gd name="connsiteX416" fmla="*/ 1393670 w 1905657"/>
                <a:gd name="connsiteY416" fmla="*/ 580656 h 1221162"/>
                <a:gd name="connsiteX417" fmla="*/ 1390203 w 1905657"/>
                <a:gd name="connsiteY417" fmla="*/ 580656 h 1221162"/>
                <a:gd name="connsiteX418" fmla="*/ 1388756 w 1905657"/>
                <a:gd name="connsiteY418" fmla="*/ 579142 h 1221162"/>
                <a:gd name="connsiteX419" fmla="*/ 1388622 w 1905657"/>
                <a:gd name="connsiteY419" fmla="*/ 577191 h 1221162"/>
                <a:gd name="connsiteX420" fmla="*/ 1387881 w 1905657"/>
                <a:gd name="connsiteY420" fmla="*/ 574500 h 1221162"/>
                <a:gd name="connsiteX421" fmla="*/ 1386636 w 1905657"/>
                <a:gd name="connsiteY421" fmla="*/ 569790 h 1221162"/>
                <a:gd name="connsiteX422" fmla="*/ 1385054 w 1905657"/>
                <a:gd name="connsiteY422" fmla="*/ 567906 h 1221162"/>
                <a:gd name="connsiteX423" fmla="*/ 1380410 w 1905657"/>
                <a:gd name="connsiteY423" fmla="*/ 566964 h 1221162"/>
                <a:gd name="connsiteX424" fmla="*/ 1377078 w 1905657"/>
                <a:gd name="connsiteY424" fmla="*/ 567973 h 1221162"/>
                <a:gd name="connsiteX425" fmla="*/ 1374386 w 1905657"/>
                <a:gd name="connsiteY425" fmla="*/ 568545 h 1221162"/>
                <a:gd name="connsiteX426" fmla="*/ 1369674 w 1905657"/>
                <a:gd name="connsiteY426" fmla="*/ 568915 h 1221162"/>
                <a:gd name="connsiteX427" fmla="*/ 1367419 w 1905657"/>
                <a:gd name="connsiteY427" fmla="*/ 568646 h 1221162"/>
                <a:gd name="connsiteX428" fmla="*/ 1366544 w 1905657"/>
                <a:gd name="connsiteY428" fmla="*/ 568209 h 1221162"/>
                <a:gd name="connsiteX429" fmla="*/ 1365164 w 1905657"/>
                <a:gd name="connsiteY429" fmla="*/ 565888 h 1221162"/>
                <a:gd name="connsiteX430" fmla="*/ 1364357 w 1905657"/>
                <a:gd name="connsiteY430" fmla="*/ 562558 h 1221162"/>
                <a:gd name="connsiteX431" fmla="*/ 1363482 w 1905657"/>
                <a:gd name="connsiteY431" fmla="*/ 557983 h 1221162"/>
                <a:gd name="connsiteX432" fmla="*/ 1362607 w 1905657"/>
                <a:gd name="connsiteY432" fmla="*/ 556233 h 1221162"/>
                <a:gd name="connsiteX433" fmla="*/ 1358131 w 1905657"/>
                <a:gd name="connsiteY433" fmla="*/ 551524 h 1221162"/>
                <a:gd name="connsiteX434" fmla="*/ 1355607 w 1905657"/>
                <a:gd name="connsiteY434" fmla="*/ 551827 h 1221162"/>
                <a:gd name="connsiteX435" fmla="*/ 1353857 w 1905657"/>
                <a:gd name="connsiteY435" fmla="*/ 553778 h 1221162"/>
                <a:gd name="connsiteX436" fmla="*/ 1352106 w 1905657"/>
                <a:gd name="connsiteY436" fmla="*/ 554719 h 1221162"/>
                <a:gd name="connsiteX437" fmla="*/ 1348977 w 1905657"/>
                <a:gd name="connsiteY437" fmla="*/ 555291 h 1221162"/>
                <a:gd name="connsiteX438" fmla="*/ 1346789 w 1905657"/>
                <a:gd name="connsiteY438" fmla="*/ 555594 h 1221162"/>
                <a:gd name="connsiteX439" fmla="*/ 1345106 w 1905657"/>
                <a:gd name="connsiteY439" fmla="*/ 556233 h 1221162"/>
                <a:gd name="connsiteX440" fmla="*/ 1343356 w 1905657"/>
                <a:gd name="connsiteY440" fmla="*/ 555359 h 1221162"/>
                <a:gd name="connsiteX441" fmla="*/ 1341775 w 1905657"/>
                <a:gd name="connsiteY441" fmla="*/ 553677 h 1221162"/>
                <a:gd name="connsiteX442" fmla="*/ 1340024 w 1905657"/>
                <a:gd name="connsiteY442" fmla="*/ 551221 h 1221162"/>
                <a:gd name="connsiteX443" fmla="*/ 1339082 w 1905657"/>
                <a:gd name="connsiteY443" fmla="*/ 550582 h 1221162"/>
                <a:gd name="connsiteX444" fmla="*/ 1335515 w 1905657"/>
                <a:gd name="connsiteY444" fmla="*/ 549270 h 1221162"/>
                <a:gd name="connsiteX445" fmla="*/ 1334202 w 1905657"/>
                <a:gd name="connsiteY445" fmla="*/ 549775 h 1221162"/>
                <a:gd name="connsiteX446" fmla="*/ 1333698 w 1905657"/>
                <a:gd name="connsiteY446" fmla="*/ 550582 h 1221162"/>
                <a:gd name="connsiteX447" fmla="*/ 1331173 w 1905657"/>
                <a:gd name="connsiteY447" fmla="*/ 552533 h 1221162"/>
                <a:gd name="connsiteX448" fmla="*/ 1329726 w 1905657"/>
                <a:gd name="connsiteY448" fmla="*/ 552735 h 1221162"/>
                <a:gd name="connsiteX449" fmla="*/ 1327976 w 1905657"/>
                <a:gd name="connsiteY449" fmla="*/ 551221 h 1221162"/>
                <a:gd name="connsiteX450" fmla="*/ 1324510 w 1905657"/>
                <a:gd name="connsiteY450" fmla="*/ 549135 h 1221162"/>
                <a:gd name="connsiteX451" fmla="*/ 1322053 w 1905657"/>
                <a:gd name="connsiteY451" fmla="*/ 550380 h 1221162"/>
                <a:gd name="connsiteX452" fmla="*/ 1320303 w 1905657"/>
                <a:gd name="connsiteY452" fmla="*/ 551827 h 1221162"/>
                <a:gd name="connsiteX453" fmla="*/ 1317274 w 1905657"/>
                <a:gd name="connsiteY453" fmla="*/ 553206 h 1221162"/>
                <a:gd name="connsiteX454" fmla="*/ 1316197 w 1905657"/>
                <a:gd name="connsiteY454" fmla="*/ 552264 h 1221162"/>
                <a:gd name="connsiteX455" fmla="*/ 1315558 w 1905657"/>
                <a:gd name="connsiteY455" fmla="*/ 550245 h 1221162"/>
                <a:gd name="connsiteX456" fmla="*/ 1314178 w 1905657"/>
                <a:gd name="connsiteY456" fmla="*/ 547992 h 1221162"/>
                <a:gd name="connsiteX457" fmla="*/ 1310913 w 1905657"/>
                <a:gd name="connsiteY457" fmla="*/ 544089 h 1221162"/>
                <a:gd name="connsiteX458" fmla="*/ 1309163 w 1905657"/>
                <a:gd name="connsiteY458" fmla="*/ 542845 h 1221162"/>
                <a:gd name="connsiteX459" fmla="*/ 1306841 w 1905657"/>
                <a:gd name="connsiteY459" fmla="*/ 542037 h 1221162"/>
                <a:gd name="connsiteX460" fmla="*/ 1301120 w 1905657"/>
                <a:gd name="connsiteY460" fmla="*/ 542609 h 1221162"/>
                <a:gd name="connsiteX461" fmla="*/ 1299100 w 1905657"/>
                <a:gd name="connsiteY461" fmla="*/ 543753 h 1221162"/>
                <a:gd name="connsiteX462" fmla="*/ 1298226 w 1905657"/>
                <a:gd name="connsiteY462" fmla="*/ 545570 h 1221162"/>
                <a:gd name="connsiteX463" fmla="*/ 1297923 w 1905657"/>
                <a:gd name="connsiteY463" fmla="*/ 547016 h 1221162"/>
                <a:gd name="connsiteX464" fmla="*/ 1295668 w 1905657"/>
                <a:gd name="connsiteY464" fmla="*/ 548900 h 1221162"/>
                <a:gd name="connsiteX465" fmla="*/ 1294860 w 1905657"/>
                <a:gd name="connsiteY465" fmla="*/ 548900 h 1221162"/>
                <a:gd name="connsiteX466" fmla="*/ 1294052 w 1905657"/>
                <a:gd name="connsiteY466" fmla="*/ 544560 h 1221162"/>
                <a:gd name="connsiteX467" fmla="*/ 1294692 w 1905657"/>
                <a:gd name="connsiteY467" fmla="*/ 540927 h 1221162"/>
                <a:gd name="connsiteX468" fmla="*/ 1294826 w 1905657"/>
                <a:gd name="connsiteY468" fmla="*/ 538976 h 1221162"/>
                <a:gd name="connsiteX469" fmla="*/ 1294894 w 1905657"/>
                <a:gd name="connsiteY469" fmla="*/ 536521 h 1221162"/>
                <a:gd name="connsiteX470" fmla="*/ 1294692 w 1905657"/>
                <a:gd name="connsiteY470" fmla="*/ 534569 h 1221162"/>
                <a:gd name="connsiteX471" fmla="*/ 1292504 w 1905657"/>
                <a:gd name="connsiteY471" fmla="*/ 531878 h 1221162"/>
                <a:gd name="connsiteX472" fmla="*/ 1289374 w 1905657"/>
                <a:gd name="connsiteY472" fmla="*/ 529557 h 1221162"/>
                <a:gd name="connsiteX473" fmla="*/ 1285975 w 1905657"/>
                <a:gd name="connsiteY473" fmla="*/ 527808 h 1221162"/>
                <a:gd name="connsiteX474" fmla="*/ 1280893 w 1905657"/>
                <a:gd name="connsiteY474" fmla="*/ 527740 h 1221162"/>
                <a:gd name="connsiteX475" fmla="*/ 1277629 w 1905657"/>
                <a:gd name="connsiteY475" fmla="*/ 528245 h 1221162"/>
                <a:gd name="connsiteX476" fmla="*/ 1275744 w 1905657"/>
                <a:gd name="connsiteY476" fmla="*/ 529322 h 1221162"/>
                <a:gd name="connsiteX477" fmla="*/ 1269451 w 1905657"/>
                <a:gd name="connsiteY477" fmla="*/ 530263 h 1221162"/>
                <a:gd name="connsiteX478" fmla="*/ 1267129 w 1905657"/>
                <a:gd name="connsiteY478" fmla="*/ 529456 h 1221162"/>
                <a:gd name="connsiteX479" fmla="*/ 1265749 w 1905657"/>
                <a:gd name="connsiteY479" fmla="*/ 527135 h 1221162"/>
                <a:gd name="connsiteX480" fmla="*/ 1266119 w 1905657"/>
                <a:gd name="connsiteY480" fmla="*/ 524948 h 1221162"/>
                <a:gd name="connsiteX481" fmla="*/ 1266119 w 1905657"/>
                <a:gd name="connsiteY481" fmla="*/ 523367 h 1221162"/>
                <a:gd name="connsiteX482" fmla="*/ 1264066 w 1905657"/>
                <a:gd name="connsiteY482" fmla="*/ 518456 h 1221162"/>
                <a:gd name="connsiteX483" fmla="*/ 1262720 w 1905657"/>
                <a:gd name="connsiteY483" fmla="*/ 516068 h 1221162"/>
                <a:gd name="connsiteX484" fmla="*/ 1258648 w 1905657"/>
                <a:gd name="connsiteY484" fmla="*/ 512165 h 1221162"/>
                <a:gd name="connsiteX485" fmla="*/ 1256898 w 1905657"/>
                <a:gd name="connsiteY485" fmla="*/ 511762 h 1221162"/>
                <a:gd name="connsiteX486" fmla="*/ 1254878 w 1905657"/>
                <a:gd name="connsiteY486" fmla="*/ 511762 h 1221162"/>
                <a:gd name="connsiteX487" fmla="*/ 1253196 w 1905657"/>
                <a:gd name="connsiteY487" fmla="*/ 511728 h 1221162"/>
                <a:gd name="connsiteX488" fmla="*/ 1249224 w 1905657"/>
                <a:gd name="connsiteY488" fmla="*/ 511728 h 1221162"/>
                <a:gd name="connsiteX489" fmla="*/ 1248720 w 1905657"/>
                <a:gd name="connsiteY489" fmla="*/ 511089 h 1221162"/>
                <a:gd name="connsiteX490" fmla="*/ 1246700 w 1905657"/>
                <a:gd name="connsiteY490" fmla="*/ 509070 h 1221162"/>
                <a:gd name="connsiteX491" fmla="*/ 1243570 w 1905657"/>
                <a:gd name="connsiteY491" fmla="*/ 507119 h 1221162"/>
                <a:gd name="connsiteX492" fmla="*/ 1241820 w 1905657"/>
                <a:gd name="connsiteY492" fmla="*/ 506312 h 1221162"/>
                <a:gd name="connsiteX493" fmla="*/ 1240945 w 1905657"/>
                <a:gd name="connsiteY493" fmla="*/ 503991 h 1221162"/>
                <a:gd name="connsiteX494" fmla="*/ 1240508 w 1905657"/>
                <a:gd name="connsiteY494" fmla="*/ 501468 h 1221162"/>
                <a:gd name="connsiteX495" fmla="*/ 1237614 w 1905657"/>
                <a:gd name="connsiteY495" fmla="*/ 499584 h 1221162"/>
                <a:gd name="connsiteX496" fmla="*/ 1236301 w 1905657"/>
                <a:gd name="connsiteY496" fmla="*/ 498777 h 1221162"/>
                <a:gd name="connsiteX497" fmla="*/ 1233912 w 1905657"/>
                <a:gd name="connsiteY497" fmla="*/ 495379 h 1221162"/>
                <a:gd name="connsiteX498" fmla="*/ 1232162 w 1905657"/>
                <a:gd name="connsiteY498" fmla="*/ 491847 h 1221162"/>
                <a:gd name="connsiteX499" fmla="*/ 1230210 w 1905657"/>
                <a:gd name="connsiteY499" fmla="*/ 488079 h 1221162"/>
                <a:gd name="connsiteX500" fmla="*/ 1229065 w 1905657"/>
                <a:gd name="connsiteY500" fmla="*/ 486397 h 1221162"/>
                <a:gd name="connsiteX501" fmla="*/ 1228190 w 1905657"/>
                <a:gd name="connsiteY501" fmla="*/ 484884 h 1221162"/>
                <a:gd name="connsiteX502" fmla="*/ 1227686 w 1905657"/>
                <a:gd name="connsiteY502" fmla="*/ 483303 h 1221162"/>
                <a:gd name="connsiteX503" fmla="*/ 1227315 w 1905657"/>
                <a:gd name="connsiteY503" fmla="*/ 481284 h 1221162"/>
                <a:gd name="connsiteX504" fmla="*/ 1225935 w 1905657"/>
                <a:gd name="connsiteY504" fmla="*/ 479535 h 1221162"/>
                <a:gd name="connsiteX505" fmla="*/ 1225363 w 1905657"/>
                <a:gd name="connsiteY505" fmla="*/ 479098 h 1221162"/>
                <a:gd name="connsiteX506" fmla="*/ 1223041 w 1905657"/>
                <a:gd name="connsiteY506" fmla="*/ 477584 h 1221162"/>
                <a:gd name="connsiteX507" fmla="*/ 1221358 w 1905657"/>
                <a:gd name="connsiteY507" fmla="*/ 477012 h 1221162"/>
                <a:gd name="connsiteX508" fmla="*/ 1220854 w 1905657"/>
                <a:gd name="connsiteY508" fmla="*/ 474623 h 1221162"/>
                <a:gd name="connsiteX509" fmla="*/ 1220854 w 1905657"/>
                <a:gd name="connsiteY509" fmla="*/ 473816 h 1221162"/>
                <a:gd name="connsiteX510" fmla="*/ 1221459 w 1905657"/>
                <a:gd name="connsiteY510" fmla="*/ 472874 h 1221162"/>
                <a:gd name="connsiteX511" fmla="*/ 1222503 w 1905657"/>
                <a:gd name="connsiteY511" fmla="*/ 471932 h 1221162"/>
                <a:gd name="connsiteX512" fmla="*/ 1222940 w 1905657"/>
                <a:gd name="connsiteY512" fmla="*/ 470049 h 1221162"/>
                <a:gd name="connsiteX513" fmla="*/ 1222806 w 1905657"/>
                <a:gd name="connsiteY513" fmla="*/ 468737 h 1221162"/>
                <a:gd name="connsiteX514" fmla="*/ 1218094 w 1905657"/>
                <a:gd name="connsiteY514" fmla="*/ 465844 h 1221162"/>
                <a:gd name="connsiteX515" fmla="*/ 1215906 w 1905657"/>
                <a:gd name="connsiteY515" fmla="*/ 465272 h 1221162"/>
                <a:gd name="connsiteX516" fmla="*/ 1212709 w 1905657"/>
                <a:gd name="connsiteY516" fmla="*/ 464532 h 1221162"/>
                <a:gd name="connsiteX517" fmla="*/ 1209882 w 1905657"/>
                <a:gd name="connsiteY517" fmla="*/ 464397 h 1221162"/>
                <a:gd name="connsiteX518" fmla="*/ 1207358 w 1905657"/>
                <a:gd name="connsiteY518" fmla="*/ 465036 h 1221162"/>
                <a:gd name="connsiteX519" fmla="*/ 1206348 w 1905657"/>
                <a:gd name="connsiteY519" fmla="*/ 466045 h 1221162"/>
                <a:gd name="connsiteX520" fmla="*/ 1204834 w 1905657"/>
                <a:gd name="connsiteY520" fmla="*/ 466853 h 1221162"/>
                <a:gd name="connsiteX521" fmla="*/ 1202579 w 1905657"/>
                <a:gd name="connsiteY521" fmla="*/ 467223 h 1221162"/>
                <a:gd name="connsiteX522" fmla="*/ 1201435 w 1905657"/>
                <a:gd name="connsiteY522" fmla="*/ 469107 h 1221162"/>
                <a:gd name="connsiteX523" fmla="*/ 1200627 w 1905657"/>
                <a:gd name="connsiteY523" fmla="*/ 470183 h 1221162"/>
                <a:gd name="connsiteX524" fmla="*/ 1199382 w 1905657"/>
                <a:gd name="connsiteY524" fmla="*/ 471260 h 1221162"/>
                <a:gd name="connsiteX525" fmla="*/ 1197565 w 1905657"/>
                <a:gd name="connsiteY525" fmla="*/ 472706 h 1221162"/>
                <a:gd name="connsiteX526" fmla="*/ 1196118 w 1905657"/>
                <a:gd name="connsiteY526" fmla="*/ 472504 h 1221162"/>
                <a:gd name="connsiteX527" fmla="*/ 1194603 w 1905657"/>
                <a:gd name="connsiteY527" fmla="*/ 471260 h 1221162"/>
                <a:gd name="connsiteX528" fmla="*/ 1192651 w 1905657"/>
                <a:gd name="connsiteY528" fmla="*/ 469174 h 1221162"/>
                <a:gd name="connsiteX529" fmla="*/ 1190699 w 1905657"/>
                <a:gd name="connsiteY529" fmla="*/ 468097 h 1221162"/>
                <a:gd name="connsiteX530" fmla="*/ 1185348 w 1905657"/>
                <a:gd name="connsiteY530" fmla="*/ 467660 h 1221162"/>
                <a:gd name="connsiteX531" fmla="*/ 1182656 w 1905657"/>
                <a:gd name="connsiteY531" fmla="*/ 468400 h 1221162"/>
                <a:gd name="connsiteX532" fmla="*/ 1180704 w 1905657"/>
                <a:gd name="connsiteY532" fmla="*/ 469477 h 1221162"/>
                <a:gd name="connsiteX533" fmla="*/ 1178886 w 1905657"/>
                <a:gd name="connsiteY533" fmla="*/ 471159 h 1221162"/>
                <a:gd name="connsiteX534" fmla="*/ 1177372 w 1905657"/>
                <a:gd name="connsiteY534" fmla="*/ 473547 h 1221162"/>
                <a:gd name="connsiteX535" fmla="*/ 1175353 w 1905657"/>
                <a:gd name="connsiteY535" fmla="*/ 475868 h 1221162"/>
                <a:gd name="connsiteX536" fmla="*/ 1173771 w 1905657"/>
                <a:gd name="connsiteY536" fmla="*/ 477449 h 1221162"/>
                <a:gd name="connsiteX537" fmla="*/ 1170002 w 1905657"/>
                <a:gd name="connsiteY537" fmla="*/ 478694 h 1221162"/>
                <a:gd name="connsiteX538" fmla="*/ 1167107 w 1905657"/>
                <a:gd name="connsiteY538" fmla="*/ 479501 h 1221162"/>
                <a:gd name="connsiteX539" fmla="*/ 1162631 w 1905657"/>
                <a:gd name="connsiteY539" fmla="*/ 480746 h 1221162"/>
                <a:gd name="connsiteX540" fmla="*/ 1159737 w 1905657"/>
                <a:gd name="connsiteY540" fmla="*/ 480746 h 1221162"/>
                <a:gd name="connsiteX541" fmla="*/ 1158290 w 1905657"/>
                <a:gd name="connsiteY541" fmla="*/ 478122 h 1221162"/>
                <a:gd name="connsiteX542" fmla="*/ 1158290 w 1905657"/>
                <a:gd name="connsiteY542" fmla="*/ 476541 h 1221162"/>
                <a:gd name="connsiteX543" fmla="*/ 1157549 w 1905657"/>
                <a:gd name="connsiteY543" fmla="*/ 474152 h 1221162"/>
                <a:gd name="connsiteX544" fmla="*/ 1150650 w 1905657"/>
                <a:gd name="connsiteY544" fmla="*/ 467425 h 1221162"/>
                <a:gd name="connsiteX545" fmla="*/ 1145501 w 1905657"/>
                <a:gd name="connsiteY545" fmla="*/ 462412 h 1221162"/>
                <a:gd name="connsiteX546" fmla="*/ 1143246 w 1905657"/>
                <a:gd name="connsiteY546" fmla="*/ 459587 h 1221162"/>
                <a:gd name="connsiteX547" fmla="*/ 1139275 w 1905657"/>
                <a:gd name="connsiteY547" fmla="*/ 457131 h 1221162"/>
                <a:gd name="connsiteX548" fmla="*/ 1133756 w 1905657"/>
                <a:gd name="connsiteY548" fmla="*/ 455987 h 1221162"/>
                <a:gd name="connsiteX549" fmla="*/ 1130121 w 1905657"/>
                <a:gd name="connsiteY549" fmla="*/ 453733 h 1221162"/>
                <a:gd name="connsiteX550" fmla="*/ 1129549 w 1905657"/>
                <a:gd name="connsiteY550" fmla="*/ 452421 h 1221162"/>
                <a:gd name="connsiteX551" fmla="*/ 1128606 w 1905657"/>
                <a:gd name="connsiteY551" fmla="*/ 449898 h 1221162"/>
                <a:gd name="connsiteX552" fmla="*/ 1126722 w 1905657"/>
                <a:gd name="connsiteY552" fmla="*/ 446703 h 1221162"/>
                <a:gd name="connsiteX553" fmla="*/ 1125914 w 1905657"/>
                <a:gd name="connsiteY553" fmla="*/ 444684 h 1221162"/>
                <a:gd name="connsiteX554" fmla="*/ 1124534 w 1905657"/>
                <a:gd name="connsiteY554" fmla="*/ 440479 h 1221162"/>
                <a:gd name="connsiteX555" fmla="*/ 1122515 w 1905657"/>
                <a:gd name="connsiteY555" fmla="*/ 439235 h 1221162"/>
                <a:gd name="connsiteX556" fmla="*/ 1120698 w 1905657"/>
                <a:gd name="connsiteY556" fmla="*/ 437990 h 1221162"/>
                <a:gd name="connsiteX557" fmla="*/ 1120327 w 1905657"/>
                <a:gd name="connsiteY557" fmla="*/ 436409 h 1221162"/>
                <a:gd name="connsiteX558" fmla="*/ 1120193 w 1905657"/>
                <a:gd name="connsiteY558" fmla="*/ 434155 h 1221162"/>
                <a:gd name="connsiteX559" fmla="*/ 1120058 w 1905657"/>
                <a:gd name="connsiteY559" fmla="*/ 430623 h 1221162"/>
                <a:gd name="connsiteX560" fmla="*/ 1119755 w 1905657"/>
                <a:gd name="connsiteY560" fmla="*/ 427730 h 1221162"/>
                <a:gd name="connsiteX561" fmla="*/ 1118073 w 1905657"/>
                <a:gd name="connsiteY561" fmla="*/ 423895 h 1221162"/>
                <a:gd name="connsiteX562" fmla="*/ 1117332 w 1905657"/>
                <a:gd name="connsiteY562" fmla="*/ 422953 h 1221162"/>
                <a:gd name="connsiteX563" fmla="*/ 1113361 w 1905657"/>
                <a:gd name="connsiteY563" fmla="*/ 419320 h 1221162"/>
                <a:gd name="connsiteX564" fmla="*/ 1111173 w 1905657"/>
                <a:gd name="connsiteY564" fmla="*/ 417806 h 1221162"/>
                <a:gd name="connsiteX565" fmla="*/ 1110164 w 1905657"/>
                <a:gd name="connsiteY565" fmla="*/ 415418 h 1221162"/>
                <a:gd name="connsiteX566" fmla="*/ 1109356 w 1905657"/>
                <a:gd name="connsiteY566" fmla="*/ 413904 h 1221162"/>
                <a:gd name="connsiteX567" fmla="*/ 1108346 w 1905657"/>
                <a:gd name="connsiteY567" fmla="*/ 412323 h 1221162"/>
                <a:gd name="connsiteX568" fmla="*/ 1106260 w 1905657"/>
                <a:gd name="connsiteY568" fmla="*/ 411818 h 1221162"/>
                <a:gd name="connsiteX569" fmla="*/ 1103736 w 1905657"/>
                <a:gd name="connsiteY569" fmla="*/ 411011 h 1221162"/>
                <a:gd name="connsiteX570" fmla="*/ 1101346 w 1905657"/>
                <a:gd name="connsiteY570" fmla="*/ 410506 h 1221162"/>
                <a:gd name="connsiteX571" fmla="*/ 1099966 w 1905657"/>
                <a:gd name="connsiteY571" fmla="*/ 410136 h 1221162"/>
                <a:gd name="connsiteX572" fmla="*/ 1098654 w 1905657"/>
                <a:gd name="connsiteY572" fmla="*/ 408993 h 1221162"/>
                <a:gd name="connsiteX573" fmla="*/ 1098587 w 1905657"/>
                <a:gd name="connsiteY573" fmla="*/ 406301 h 1221162"/>
                <a:gd name="connsiteX574" fmla="*/ 1098587 w 1905657"/>
                <a:gd name="connsiteY574" fmla="*/ 405427 h 1221162"/>
                <a:gd name="connsiteX575" fmla="*/ 1098957 w 1905657"/>
                <a:gd name="connsiteY575" fmla="*/ 404350 h 1221162"/>
                <a:gd name="connsiteX576" fmla="*/ 1100101 w 1905657"/>
                <a:gd name="connsiteY576" fmla="*/ 402096 h 1221162"/>
                <a:gd name="connsiteX577" fmla="*/ 1100808 w 1905657"/>
                <a:gd name="connsiteY577" fmla="*/ 401659 h 1221162"/>
                <a:gd name="connsiteX578" fmla="*/ 1100808 w 1905657"/>
                <a:gd name="connsiteY578" fmla="*/ 398631 h 1221162"/>
                <a:gd name="connsiteX579" fmla="*/ 1099933 w 1905657"/>
                <a:gd name="connsiteY579" fmla="*/ 397320 h 1221162"/>
                <a:gd name="connsiteX580" fmla="*/ 1098486 w 1905657"/>
                <a:gd name="connsiteY580" fmla="*/ 396243 h 1221162"/>
                <a:gd name="connsiteX581" fmla="*/ 1095457 w 1905657"/>
                <a:gd name="connsiteY581" fmla="*/ 394561 h 1221162"/>
                <a:gd name="connsiteX582" fmla="*/ 1094649 w 1905657"/>
                <a:gd name="connsiteY582" fmla="*/ 391601 h 1221162"/>
                <a:gd name="connsiteX583" fmla="*/ 1097173 w 1905657"/>
                <a:gd name="connsiteY583" fmla="*/ 389280 h 1221162"/>
                <a:gd name="connsiteX584" fmla="*/ 1097678 w 1905657"/>
                <a:gd name="connsiteY584" fmla="*/ 387463 h 1221162"/>
                <a:gd name="connsiteX585" fmla="*/ 1097913 w 1905657"/>
                <a:gd name="connsiteY585" fmla="*/ 384267 h 1221162"/>
                <a:gd name="connsiteX586" fmla="*/ 1096029 w 1905657"/>
                <a:gd name="connsiteY586" fmla="*/ 381946 h 1221162"/>
                <a:gd name="connsiteX587" fmla="*/ 1091452 w 1905657"/>
                <a:gd name="connsiteY587" fmla="*/ 380803 h 1221162"/>
                <a:gd name="connsiteX588" fmla="*/ 1087817 w 1905657"/>
                <a:gd name="connsiteY588" fmla="*/ 377842 h 1221162"/>
                <a:gd name="connsiteX589" fmla="*/ 1083913 w 1905657"/>
                <a:gd name="connsiteY589" fmla="*/ 371619 h 1221162"/>
                <a:gd name="connsiteX590" fmla="*/ 1081591 w 1905657"/>
                <a:gd name="connsiteY590" fmla="*/ 367145 h 1221162"/>
                <a:gd name="connsiteX591" fmla="*/ 1080649 w 1905657"/>
                <a:gd name="connsiteY591" fmla="*/ 360989 h 1221162"/>
                <a:gd name="connsiteX592" fmla="*/ 1080581 w 1905657"/>
                <a:gd name="connsiteY592" fmla="*/ 355909 h 1221162"/>
                <a:gd name="connsiteX593" fmla="*/ 1079706 w 1905657"/>
                <a:gd name="connsiteY593" fmla="*/ 349450 h 1221162"/>
                <a:gd name="connsiteX594" fmla="*/ 1080783 w 1905657"/>
                <a:gd name="connsiteY594" fmla="*/ 345885 h 1221162"/>
                <a:gd name="connsiteX595" fmla="*/ 1081860 w 1905657"/>
                <a:gd name="connsiteY595" fmla="*/ 343059 h 1221162"/>
                <a:gd name="connsiteX596" fmla="*/ 1084182 w 1905657"/>
                <a:gd name="connsiteY596" fmla="*/ 342487 h 1221162"/>
                <a:gd name="connsiteX597" fmla="*/ 1088154 w 1905657"/>
                <a:gd name="connsiteY597" fmla="*/ 344573 h 1221162"/>
                <a:gd name="connsiteX598" fmla="*/ 1090981 w 1905657"/>
                <a:gd name="connsiteY598" fmla="*/ 344203 h 1221162"/>
                <a:gd name="connsiteX599" fmla="*/ 1094111 w 1905657"/>
                <a:gd name="connsiteY599" fmla="*/ 342756 h 1221162"/>
                <a:gd name="connsiteX600" fmla="*/ 1095558 w 1905657"/>
                <a:gd name="connsiteY600" fmla="*/ 341377 h 1221162"/>
                <a:gd name="connsiteX601" fmla="*/ 1099260 w 1905657"/>
                <a:gd name="connsiteY601" fmla="*/ 339560 h 1221162"/>
                <a:gd name="connsiteX602" fmla="*/ 1102019 w 1905657"/>
                <a:gd name="connsiteY602" fmla="*/ 336230 h 1221162"/>
                <a:gd name="connsiteX603" fmla="*/ 1103265 w 1905657"/>
                <a:gd name="connsiteY603" fmla="*/ 332900 h 1221162"/>
                <a:gd name="connsiteX604" fmla="*/ 1102524 w 1905657"/>
                <a:gd name="connsiteY604" fmla="*/ 330377 h 1221162"/>
                <a:gd name="connsiteX605" fmla="*/ 1102524 w 1905657"/>
                <a:gd name="connsiteY605" fmla="*/ 327114 h 1221162"/>
                <a:gd name="connsiteX606" fmla="*/ 1102894 w 1905657"/>
                <a:gd name="connsiteY606" fmla="*/ 322909 h 1221162"/>
                <a:gd name="connsiteX607" fmla="*/ 1102962 w 1905657"/>
                <a:gd name="connsiteY607" fmla="*/ 320150 h 1221162"/>
                <a:gd name="connsiteX608" fmla="*/ 1102390 w 1905657"/>
                <a:gd name="connsiteY608" fmla="*/ 318132 h 1221162"/>
                <a:gd name="connsiteX609" fmla="*/ 1102591 w 1905657"/>
                <a:gd name="connsiteY609" fmla="*/ 314162 h 1221162"/>
                <a:gd name="connsiteX610" fmla="*/ 1102457 w 1905657"/>
                <a:gd name="connsiteY610" fmla="*/ 311774 h 1221162"/>
                <a:gd name="connsiteX611" fmla="*/ 1102322 w 1905657"/>
                <a:gd name="connsiteY611" fmla="*/ 308948 h 1221162"/>
                <a:gd name="connsiteX612" fmla="*/ 1102524 w 1905657"/>
                <a:gd name="connsiteY612" fmla="*/ 306055 h 1221162"/>
                <a:gd name="connsiteX613" fmla="*/ 1102524 w 1905657"/>
                <a:gd name="connsiteY613" fmla="*/ 303532 h 1221162"/>
                <a:gd name="connsiteX614" fmla="*/ 1102053 w 1905657"/>
                <a:gd name="connsiteY614" fmla="*/ 299899 h 1221162"/>
                <a:gd name="connsiteX615" fmla="*/ 1102524 w 1905657"/>
                <a:gd name="connsiteY615" fmla="*/ 297376 h 1221162"/>
                <a:gd name="connsiteX616" fmla="*/ 1102524 w 1905657"/>
                <a:gd name="connsiteY616" fmla="*/ 295358 h 1221162"/>
                <a:gd name="connsiteX617" fmla="*/ 1101447 w 1905657"/>
                <a:gd name="connsiteY617" fmla="*/ 293541 h 1221162"/>
                <a:gd name="connsiteX618" fmla="*/ 1100640 w 1905657"/>
                <a:gd name="connsiteY618" fmla="*/ 292095 h 1221162"/>
                <a:gd name="connsiteX619" fmla="*/ 1099899 w 1905657"/>
                <a:gd name="connsiteY619" fmla="*/ 290077 h 1221162"/>
                <a:gd name="connsiteX620" fmla="*/ 1098216 w 1905657"/>
                <a:gd name="connsiteY620" fmla="*/ 288125 h 1221162"/>
                <a:gd name="connsiteX621" fmla="*/ 1096837 w 1905657"/>
                <a:gd name="connsiteY621" fmla="*/ 287554 h 1221162"/>
                <a:gd name="connsiteX622" fmla="*/ 1095961 w 1905657"/>
                <a:gd name="connsiteY622" fmla="*/ 286679 h 1221162"/>
                <a:gd name="connsiteX623" fmla="*/ 1094649 w 1905657"/>
                <a:gd name="connsiteY623" fmla="*/ 285434 h 1221162"/>
                <a:gd name="connsiteX624" fmla="*/ 1094582 w 1905657"/>
                <a:gd name="connsiteY624" fmla="*/ 283618 h 1221162"/>
                <a:gd name="connsiteX625" fmla="*/ 1096029 w 1905657"/>
                <a:gd name="connsiteY625" fmla="*/ 281936 h 1221162"/>
                <a:gd name="connsiteX626" fmla="*/ 1097846 w 1905657"/>
                <a:gd name="connsiteY626" fmla="*/ 280119 h 1221162"/>
                <a:gd name="connsiteX627" fmla="*/ 1102053 w 1905657"/>
                <a:gd name="connsiteY627" fmla="*/ 277731 h 1221162"/>
                <a:gd name="connsiteX628" fmla="*/ 1108010 w 1905657"/>
                <a:gd name="connsiteY628" fmla="*/ 276217 h 1221162"/>
                <a:gd name="connsiteX629" fmla="*/ 1110534 w 1905657"/>
                <a:gd name="connsiteY629" fmla="*/ 271743 h 1221162"/>
                <a:gd name="connsiteX630" fmla="*/ 1111274 w 1905657"/>
                <a:gd name="connsiteY630" fmla="*/ 270801 h 1221162"/>
                <a:gd name="connsiteX631" fmla="*/ 1112856 w 1905657"/>
                <a:gd name="connsiteY631" fmla="*/ 268850 h 1221162"/>
                <a:gd name="connsiteX632" fmla="*/ 1113428 w 1905657"/>
                <a:gd name="connsiteY632" fmla="*/ 266091 h 1221162"/>
                <a:gd name="connsiteX633" fmla="*/ 1109861 w 1905657"/>
                <a:gd name="connsiteY633" fmla="*/ 263266 h 1221162"/>
                <a:gd name="connsiteX634" fmla="*/ 1107269 w 1905657"/>
                <a:gd name="connsiteY634" fmla="*/ 260003 h 1221162"/>
                <a:gd name="connsiteX635" fmla="*/ 1103366 w 1905657"/>
                <a:gd name="connsiteY635" fmla="*/ 257614 h 1221162"/>
                <a:gd name="connsiteX636" fmla="*/ 1101784 w 1905657"/>
                <a:gd name="connsiteY636" fmla="*/ 257480 h 1221162"/>
                <a:gd name="connsiteX637" fmla="*/ 1095928 w 1905657"/>
                <a:gd name="connsiteY637" fmla="*/ 258421 h 1221162"/>
                <a:gd name="connsiteX638" fmla="*/ 1093034 w 1905657"/>
                <a:gd name="connsiteY638" fmla="*/ 258421 h 1221162"/>
                <a:gd name="connsiteX639" fmla="*/ 1089769 w 1905657"/>
                <a:gd name="connsiteY639" fmla="*/ 256403 h 1221162"/>
                <a:gd name="connsiteX640" fmla="*/ 1086942 w 1905657"/>
                <a:gd name="connsiteY640" fmla="*/ 255259 h 1221162"/>
                <a:gd name="connsiteX641" fmla="*/ 1085360 w 1905657"/>
                <a:gd name="connsiteY641" fmla="*/ 252366 h 1221162"/>
                <a:gd name="connsiteX642" fmla="*/ 1086875 w 1905657"/>
                <a:gd name="connsiteY642" fmla="*/ 250987 h 1221162"/>
                <a:gd name="connsiteX643" fmla="*/ 1088322 w 1905657"/>
                <a:gd name="connsiteY643" fmla="*/ 248733 h 1221162"/>
                <a:gd name="connsiteX644" fmla="*/ 1089634 w 1905657"/>
                <a:gd name="connsiteY644" fmla="*/ 246345 h 1221162"/>
                <a:gd name="connsiteX645" fmla="*/ 1090644 w 1905657"/>
                <a:gd name="connsiteY645" fmla="*/ 242140 h 1221162"/>
                <a:gd name="connsiteX646" fmla="*/ 1094043 w 1905657"/>
                <a:gd name="connsiteY646" fmla="*/ 236354 h 1221162"/>
                <a:gd name="connsiteX647" fmla="*/ 1093303 w 1905657"/>
                <a:gd name="connsiteY647" fmla="*/ 233158 h 1221162"/>
                <a:gd name="connsiteX648" fmla="*/ 1087884 w 1905657"/>
                <a:gd name="connsiteY648" fmla="*/ 228886 h 1221162"/>
                <a:gd name="connsiteX649" fmla="*/ 1085360 w 1905657"/>
                <a:gd name="connsiteY649" fmla="*/ 222427 h 1221162"/>
                <a:gd name="connsiteX650" fmla="*/ 1088692 w 1905657"/>
                <a:gd name="connsiteY650" fmla="*/ 216910 h 1221162"/>
                <a:gd name="connsiteX651" fmla="*/ 1091519 w 1905657"/>
                <a:gd name="connsiteY651" fmla="*/ 210452 h 1221162"/>
                <a:gd name="connsiteX652" fmla="*/ 1094346 w 1905657"/>
                <a:gd name="connsiteY652" fmla="*/ 204228 h 1221162"/>
                <a:gd name="connsiteX653" fmla="*/ 1096668 w 1905657"/>
                <a:gd name="connsiteY653" fmla="*/ 201604 h 1221162"/>
                <a:gd name="connsiteX654" fmla="*/ 1102019 w 1905657"/>
                <a:gd name="connsiteY654" fmla="*/ 199586 h 1221162"/>
                <a:gd name="connsiteX655" fmla="*/ 1105149 w 1905657"/>
                <a:gd name="connsiteY655" fmla="*/ 199148 h 1221162"/>
                <a:gd name="connsiteX656" fmla="*/ 1107606 w 1905657"/>
                <a:gd name="connsiteY656" fmla="*/ 199148 h 1221162"/>
                <a:gd name="connsiteX657" fmla="*/ 1110568 w 1905657"/>
                <a:gd name="connsiteY657" fmla="*/ 200090 h 1221162"/>
                <a:gd name="connsiteX658" fmla="*/ 1112890 w 1905657"/>
                <a:gd name="connsiteY658" fmla="*/ 199788 h 1221162"/>
                <a:gd name="connsiteX659" fmla="*/ 1114202 w 1905657"/>
                <a:gd name="connsiteY659" fmla="*/ 197769 h 1221162"/>
                <a:gd name="connsiteX660" fmla="*/ 1114202 w 1905657"/>
                <a:gd name="connsiteY660" fmla="*/ 196087 h 1221162"/>
                <a:gd name="connsiteX661" fmla="*/ 1113462 w 1905657"/>
                <a:gd name="connsiteY661" fmla="*/ 192454 h 1221162"/>
                <a:gd name="connsiteX662" fmla="*/ 1113159 w 1905657"/>
                <a:gd name="connsiteY662" fmla="*/ 188989 h 1221162"/>
                <a:gd name="connsiteX663" fmla="*/ 1114404 w 1905657"/>
                <a:gd name="connsiteY663" fmla="*/ 187173 h 1221162"/>
                <a:gd name="connsiteX664" fmla="*/ 1119924 w 1905657"/>
                <a:gd name="connsiteY664" fmla="*/ 184347 h 1221162"/>
                <a:gd name="connsiteX665" fmla="*/ 1119924 w 1905657"/>
                <a:gd name="connsiteY665" fmla="*/ 180344 h 1221162"/>
                <a:gd name="connsiteX666" fmla="*/ 1119385 w 1905657"/>
                <a:gd name="connsiteY666" fmla="*/ 176778 h 1221162"/>
                <a:gd name="connsiteX667" fmla="*/ 1121606 w 1905657"/>
                <a:gd name="connsiteY667" fmla="*/ 170992 h 1221162"/>
                <a:gd name="connsiteX668" fmla="*/ 1123558 w 1905657"/>
                <a:gd name="connsiteY668" fmla="*/ 167796 h 1221162"/>
                <a:gd name="connsiteX669" fmla="*/ 1126587 w 1905657"/>
                <a:gd name="connsiteY669" fmla="*/ 163894 h 1221162"/>
                <a:gd name="connsiteX670" fmla="*/ 1128472 w 1905657"/>
                <a:gd name="connsiteY670" fmla="*/ 159992 h 1221162"/>
                <a:gd name="connsiteX671" fmla="*/ 1128775 w 1905657"/>
                <a:gd name="connsiteY671" fmla="*/ 158041 h 1221162"/>
                <a:gd name="connsiteX672" fmla="*/ 1125880 w 1905657"/>
                <a:gd name="connsiteY672" fmla="*/ 154778 h 1221162"/>
                <a:gd name="connsiteX673" fmla="*/ 1123121 w 1905657"/>
                <a:gd name="connsiteY673" fmla="*/ 151515 h 1221162"/>
                <a:gd name="connsiteX674" fmla="*/ 1120799 w 1905657"/>
                <a:gd name="connsiteY674" fmla="*/ 149496 h 1221162"/>
                <a:gd name="connsiteX675" fmla="*/ 1116760 w 1905657"/>
                <a:gd name="connsiteY675" fmla="*/ 147411 h 1221162"/>
                <a:gd name="connsiteX676" fmla="*/ 1112688 w 1905657"/>
                <a:gd name="connsiteY676" fmla="*/ 146166 h 1221162"/>
                <a:gd name="connsiteX677" fmla="*/ 1107539 w 1905657"/>
                <a:gd name="connsiteY677" fmla="*/ 145662 h 1221162"/>
                <a:gd name="connsiteX678" fmla="*/ 1104274 w 1905657"/>
                <a:gd name="connsiteY678" fmla="*/ 145022 h 1221162"/>
                <a:gd name="connsiteX679" fmla="*/ 1100740 w 1905657"/>
                <a:gd name="connsiteY679" fmla="*/ 141995 h 1221162"/>
                <a:gd name="connsiteX680" fmla="*/ 1099058 w 1905657"/>
                <a:gd name="connsiteY680" fmla="*/ 139169 h 1221162"/>
                <a:gd name="connsiteX681" fmla="*/ 1099058 w 1905657"/>
                <a:gd name="connsiteY681" fmla="*/ 133888 h 1221162"/>
                <a:gd name="connsiteX682" fmla="*/ 1099361 w 1905657"/>
                <a:gd name="connsiteY682" fmla="*/ 130322 h 1221162"/>
                <a:gd name="connsiteX683" fmla="*/ 1102120 w 1905657"/>
                <a:gd name="connsiteY683" fmla="*/ 127799 h 1221162"/>
                <a:gd name="connsiteX684" fmla="*/ 1105149 w 1905657"/>
                <a:gd name="connsiteY684" fmla="*/ 127227 h 1221162"/>
                <a:gd name="connsiteX685" fmla="*/ 1108279 w 1905657"/>
                <a:gd name="connsiteY685" fmla="*/ 126588 h 1221162"/>
                <a:gd name="connsiteX686" fmla="*/ 1112048 w 1905657"/>
                <a:gd name="connsiteY686" fmla="*/ 125074 h 1221162"/>
                <a:gd name="connsiteX687" fmla="*/ 1115380 w 1905657"/>
                <a:gd name="connsiteY687" fmla="*/ 123426 h 1221162"/>
                <a:gd name="connsiteX688" fmla="*/ 1118746 w 1905657"/>
                <a:gd name="connsiteY688" fmla="*/ 122013 h 1221162"/>
                <a:gd name="connsiteX689" fmla="*/ 1118174 w 1905657"/>
                <a:gd name="connsiteY689" fmla="*/ 121340 h 1221162"/>
                <a:gd name="connsiteX690" fmla="*/ 1113260 w 1905657"/>
                <a:gd name="connsiteY690" fmla="*/ 117472 h 1221162"/>
                <a:gd name="connsiteX691" fmla="*/ 1108616 w 1905657"/>
                <a:gd name="connsiteY691" fmla="*/ 117472 h 1221162"/>
                <a:gd name="connsiteX692" fmla="*/ 1101649 w 1905657"/>
                <a:gd name="connsiteY692" fmla="*/ 103848 h 1221162"/>
                <a:gd name="connsiteX693" fmla="*/ 1096433 w 1905657"/>
                <a:gd name="connsiteY693" fmla="*/ 102536 h 1221162"/>
                <a:gd name="connsiteX694" fmla="*/ 1090341 w 1905657"/>
                <a:gd name="connsiteY694" fmla="*/ 98331 h 1221162"/>
                <a:gd name="connsiteX695" fmla="*/ 1086000 w 1905657"/>
                <a:gd name="connsiteY695" fmla="*/ 98331 h 1221162"/>
                <a:gd name="connsiteX696" fmla="*/ 1079706 w 1905657"/>
                <a:gd name="connsiteY696" fmla="*/ 100080 h 1221162"/>
                <a:gd name="connsiteX697" fmla="*/ 1076442 w 1905657"/>
                <a:gd name="connsiteY697" fmla="*/ 92242 h 1221162"/>
                <a:gd name="connsiteX698" fmla="*/ 1072672 w 1905657"/>
                <a:gd name="connsiteY698" fmla="*/ 90223 h 1221162"/>
                <a:gd name="connsiteX699" fmla="*/ 1064259 w 1905657"/>
                <a:gd name="connsiteY699" fmla="*/ 83832 h 1221162"/>
                <a:gd name="connsiteX700" fmla="*/ 1060792 w 1905657"/>
                <a:gd name="connsiteY700" fmla="*/ 80367 h 1221162"/>
                <a:gd name="connsiteX701" fmla="*/ 1055576 w 1905657"/>
                <a:gd name="connsiteY701" fmla="*/ 78618 h 1221162"/>
                <a:gd name="connsiteX702" fmla="*/ 1050932 w 1905657"/>
                <a:gd name="connsiteY702" fmla="*/ 81813 h 1221162"/>
                <a:gd name="connsiteX703" fmla="*/ 1046287 w 1905657"/>
                <a:gd name="connsiteY703" fmla="*/ 84437 h 1221162"/>
                <a:gd name="connsiteX704" fmla="*/ 1040499 w 1905657"/>
                <a:gd name="connsiteY704" fmla="*/ 76330 h 1221162"/>
                <a:gd name="connsiteX705" fmla="*/ 1033263 w 1905657"/>
                <a:gd name="connsiteY705" fmla="*/ 70544 h 1221162"/>
                <a:gd name="connsiteX706" fmla="*/ 1035282 w 1905657"/>
                <a:gd name="connsiteY706" fmla="*/ 67348 h 1221162"/>
                <a:gd name="connsiteX707" fmla="*/ 1033263 w 1905657"/>
                <a:gd name="connsiteY707" fmla="*/ 61697 h 1221162"/>
                <a:gd name="connsiteX708" fmla="*/ 1025152 w 1905657"/>
                <a:gd name="connsiteY708" fmla="*/ 60116 h 1221162"/>
                <a:gd name="connsiteX709" fmla="*/ 1019936 w 1905657"/>
                <a:gd name="connsiteY709" fmla="*/ 60116 h 1221162"/>
                <a:gd name="connsiteX710" fmla="*/ 1015864 w 1905657"/>
                <a:gd name="connsiteY710" fmla="*/ 58367 h 1221162"/>
                <a:gd name="connsiteX711" fmla="*/ 1006003 w 1905657"/>
                <a:gd name="connsiteY711" fmla="*/ 58367 h 1221162"/>
                <a:gd name="connsiteX712" fmla="*/ 997017 w 1905657"/>
                <a:gd name="connsiteY712" fmla="*/ 56617 h 1221162"/>
                <a:gd name="connsiteX713" fmla="*/ 981671 w 1905657"/>
                <a:gd name="connsiteY713" fmla="*/ 56617 h 1221162"/>
                <a:gd name="connsiteX714" fmla="*/ 967771 w 1905657"/>
                <a:gd name="connsiteY714" fmla="*/ 56617 h 1221162"/>
                <a:gd name="connsiteX715" fmla="*/ 963699 w 1905657"/>
                <a:gd name="connsiteY715" fmla="*/ 59813 h 1221162"/>
                <a:gd name="connsiteX716" fmla="*/ 958617 w 1905657"/>
                <a:gd name="connsiteY716" fmla="*/ 58299 h 1221162"/>
                <a:gd name="connsiteX717" fmla="*/ 948824 w 1905657"/>
                <a:gd name="connsiteY717" fmla="*/ 53388 h 1221162"/>
                <a:gd name="connsiteX718" fmla="*/ 938963 w 1905657"/>
                <a:gd name="connsiteY718" fmla="*/ 50495 h 1221162"/>
                <a:gd name="connsiteX719" fmla="*/ 934992 w 1905657"/>
                <a:gd name="connsiteY719" fmla="*/ 51874 h 1221162"/>
                <a:gd name="connsiteX720" fmla="*/ 929943 w 1905657"/>
                <a:gd name="connsiteY720" fmla="*/ 47366 h 1221162"/>
                <a:gd name="connsiteX721" fmla="*/ 930347 w 1905657"/>
                <a:gd name="connsiteY721" fmla="*/ 45718 h 1221162"/>
                <a:gd name="connsiteX722" fmla="*/ 930347 w 1905657"/>
                <a:gd name="connsiteY722" fmla="*/ 43599 h 1221162"/>
                <a:gd name="connsiteX723" fmla="*/ 926645 w 1905657"/>
                <a:gd name="connsiteY723" fmla="*/ 42724 h 1221162"/>
                <a:gd name="connsiteX724" fmla="*/ 922506 w 1905657"/>
                <a:gd name="connsiteY724" fmla="*/ 42724 h 1221162"/>
                <a:gd name="connsiteX725" fmla="*/ 919746 w 1905657"/>
                <a:gd name="connsiteY725" fmla="*/ 47366 h 1221162"/>
                <a:gd name="connsiteX726" fmla="*/ 917558 w 1905657"/>
                <a:gd name="connsiteY726" fmla="*/ 48073 h 1221162"/>
                <a:gd name="connsiteX727" fmla="*/ 911703 w 1905657"/>
                <a:gd name="connsiteY727" fmla="*/ 50091 h 1221162"/>
                <a:gd name="connsiteX728" fmla="*/ 906688 w 1905657"/>
                <a:gd name="connsiteY728" fmla="*/ 51403 h 1221162"/>
                <a:gd name="connsiteX729" fmla="*/ 902784 w 1905657"/>
                <a:gd name="connsiteY729" fmla="*/ 51538 h 1221162"/>
                <a:gd name="connsiteX730" fmla="*/ 896322 w 1905657"/>
                <a:gd name="connsiteY730" fmla="*/ 52547 h 1221162"/>
                <a:gd name="connsiteX731" fmla="*/ 887707 w 1905657"/>
                <a:gd name="connsiteY731" fmla="*/ 54195 h 1221162"/>
                <a:gd name="connsiteX732" fmla="*/ 882120 w 1905657"/>
                <a:gd name="connsiteY732" fmla="*/ 53119 h 1221162"/>
                <a:gd name="connsiteX733" fmla="*/ 876163 w 1905657"/>
                <a:gd name="connsiteY733" fmla="*/ 51807 h 1221162"/>
                <a:gd name="connsiteX734" fmla="*/ 872832 w 1905657"/>
                <a:gd name="connsiteY734" fmla="*/ 47905 h 1221162"/>
                <a:gd name="connsiteX735" fmla="*/ 864721 w 1905657"/>
                <a:gd name="connsiteY735" fmla="*/ 48544 h 1221162"/>
                <a:gd name="connsiteX736" fmla="*/ 859639 w 1905657"/>
                <a:gd name="connsiteY736" fmla="*/ 50562 h 1221162"/>
                <a:gd name="connsiteX737" fmla="*/ 854927 w 1905657"/>
                <a:gd name="connsiteY737" fmla="*/ 53321 h 1221162"/>
                <a:gd name="connsiteX738" fmla="*/ 851394 w 1905657"/>
                <a:gd name="connsiteY738" fmla="*/ 53960 h 1221162"/>
                <a:gd name="connsiteX739" fmla="*/ 848668 w 1905657"/>
                <a:gd name="connsiteY739" fmla="*/ 49620 h 1221162"/>
                <a:gd name="connsiteX740" fmla="*/ 845841 w 1905657"/>
                <a:gd name="connsiteY740" fmla="*/ 47871 h 1221162"/>
                <a:gd name="connsiteX741" fmla="*/ 841163 w 1905657"/>
                <a:gd name="connsiteY741" fmla="*/ 49048 h 1221162"/>
                <a:gd name="connsiteX742" fmla="*/ 836720 w 1905657"/>
                <a:gd name="connsiteY742" fmla="*/ 51336 h 1221162"/>
                <a:gd name="connsiteX743" fmla="*/ 832480 w 1905657"/>
                <a:gd name="connsiteY743" fmla="*/ 53724 h 1221162"/>
                <a:gd name="connsiteX744" fmla="*/ 828239 w 1905657"/>
                <a:gd name="connsiteY744" fmla="*/ 54801 h 1221162"/>
                <a:gd name="connsiteX745" fmla="*/ 821609 w 1905657"/>
                <a:gd name="connsiteY745" fmla="*/ 54801 h 1221162"/>
                <a:gd name="connsiteX746" fmla="*/ 816729 w 1905657"/>
                <a:gd name="connsiteY746" fmla="*/ 54263 h 1221162"/>
                <a:gd name="connsiteX747" fmla="*/ 812287 w 1905657"/>
                <a:gd name="connsiteY747" fmla="*/ 56012 h 1221162"/>
                <a:gd name="connsiteX748" fmla="*/ 809898 w 1905657"/>
                <a:gd name="connsiteY748" fmla="*/ 60149 h 1221162"/>
                <a:gd name="connsiteX749" fmla="*/ 807172 w 1905657"/>
                <a:gd name="connsiteY749" fmla="*/ 65700 h 1221162"/>
                <a:gd name="connsiteX750" fmla="*/ 803907 w 1905657"/>
                <a:gd name="connsiteY750" fmla="*/ 68526 h 1221162"/>
                <a:gd name="connsiteX751" fmla="*/ 802056 w 1905657"/>
                <a:gd name="connsiteY751" fmla="*/ 71991 h 1221162"/>
                <a:gd name="connsiteX752" fmla="*/ 800003 w 1905657"/>
                <a:gd name="connsiteY752" fmla="*/ 75691 h 1221162"/>
                <a:gd name="connsiteX753" fmla="*/ 798152 w 1905657"/>
                <a:gd name="connsiteY753" fmla="*/ 77979 h 1221162"/>
                <a:gd name="connsiteX754" fmla="*/ 794888 w 1905657"/>
                <a:gd name="connsiteY754" fmla="*/ 82116 h 1221162"/>
                <a:gd name="connsiteX755" fmla="*/ 791287 w 1905657"/>
                <a:gd name="connsiteY755" fmla="*/ 84303 h 1221162"/>
                <a:gd name="connsiteX756" fmla="*/ 788022 w 1905657"/>
                <a:gd name="connsiteY756" fmla="*/ 85817 h 1221162"/>
                <a:gd name="connsiteX757" fmla="*/ 785431 w 1905657"/>
                <a:gd name="connsiteY757" fmla="*/ 86153 h 1221162"/>
                <a:gd name="connsiteX758" fmla="*/ 780012 w 1905657"/>
                <a:gd name="connsiteY758" fmla="*/ 86153 h 1221162"/>
                <a:gd name="connsiteX759" fmla="*/ 773281 w 1905657"/>
                <a:gd name="connsiteY759" fmla="*/ 86254 h 1221162"/>
                <a:gd name="connsiteX760" fmla="*/ 766853 w 1905657"/>
                <a:gd name="connsiteY760" fmla="*/ 86691 h 1221162"/>
                <a:gd name="connsiteX761" fmla="*/ 761199 w 1905657"/>
                <a:gd name="connsiteY761" fmla="*/ 87230 h 1221162"/>
                <a:gd name="connsiteX762" fmla="*/ 751641 w 1905657"/>
                <a:gd name="connsiteY762" fmla="*/ 90257 h 1221162"/>
                <a:gd name="connsiteX763" fmla="*/ 750564 w 1905657"/>
                <a:gd name="connsiteY763" fmla="*/ 92982 h 1221162"/>
                <a:gd name="connsiteX764" fmla="*/ 748411 w 1905657"/>
                <a:gd name="connsiteY764" fmla="*/ 95707 h 1221162"/>
                <a:gd name="connsiteX765" fmla="*/ 746896 w 1905657"/>
                <a:gd name="connsiteY765" fmla="*/ 96918 h 1221162"/>
                <a:gd name="connsiteX766" fmla="*/ 743295 w 1905657"/>
                <a:gd name="connsiteY766" fmla="*/ 96817 h 1221162"/>
                <a:gd name="connsiteX767" fmla="*/ 740367 w 1905657"/>
                <a:gd name="connsiteY767" fmla="*/ 96379 h 1221162"/>
                <a:gd name="connsiteX768" fmla="*/ 737641 w 1905657"/>
                <a:gd name="connsiteY768" fmla="*/ 94731 h 1221162"/>
                <a:gd name="connsiteX769" fmla="*/ 738617 w 1905657"/>
                <a:gd name="connsiteY769" fmla="*/ 93520 h 1221162"/>
                <a:gd name="connsiteX770" fmla="*/ 742084 w 1905657"/>
                <a:gd name="connsiteY770" fmla="*/ 91569 h 1221162"/>
                <a:gd name="connsiteX771" fmla="*/ 745011 w 1905657"/>
                <a:gd name="connsiteY771" fmla="*/ 88541 h 1221162"/>
                <a:gd name="connsiteX772" fmla="*/ 743834 w 1905657"/>
                <a:gd name="connsiteY772" fmla="*/ 86624 h 1221162"/>
                <a:gd name="connsiteX773" fmla="*/ 739593 w 1905657"/>
                <a:gd name="connsiteY773" fmla="*/ 86119 h 1221162"/>
                <a:gd name="connsiteX774" fmla="*/ 734713 w 1905657"/>
                <a:gd name="connsiteY774" fmla="*/ 86119 h 1221162"/>
                <a:gd name="connsiteX775" fmla="*/ 732223 w 1905657"/>
                <a:gd name="connsiteY775" fmla="*/ 85245 h 1221162"/>
                <a:gd name="connsiteX776" fmla="*/ 728184 w 1905657"/>
                <a:gd name="connsiteY776" fmla="*/ 81443 h 1221162"/>
                <a:gd name="connsiteX777" fmla="*/ 725357 w 1905657"/>
                <a:gd name="connsiteY777" fmla="*/ 79257 h 1221162"/>
                <a:gd name="connsiteX778" fmla="*/ 723170 w 1905657"/>
                <a:gd name="connsiteY778" fmla="*/ 76431 h 1221162"/>
                <a:gd name="connsiteX779" fmla="*/ 720881 w 1905657"/>
                <a:gd name="connsiteY779" fmla="*/ 72966 h 1221162"/>
                <a:gd name="connsiteX780" fmla="*/ 719131 w 1905657"/>
                <a:gd name="connsiteY780" fmla="*/ 70241 h 1221162"/>
                <a:gd name="connsiteX781" fmla="*/ 714251 w 1905657"/>
                <a:gd name="connsiteY781" fmla="*/ 67416 h 1221162"/>
                <a:gd name="connsiteX782" fmla="*/ 712299 w 1905657"/>
                <a:gd name="connsiteY782" fmla="*/ 68728 h 1221162"/>
                <a:gd name="connsiteX783" fmla="*/ 710886 w 1905657"/>
                <a:gd name="connsiteY783" fmla="*/ 71318 h 1221162"/>
                <a:gd name="connsiteX784" fmla="*/ 710112 w 1905657"/>
                <a:gd name="connsiteY784" fmla="*/ 74783 h 1221162"/>
                <a:gd name="connsiteX785" fmla="*/ 708698 w 1905657"/>
                <a:gd name="connsiteY785" fmla="*/ 77407 h 1221162"/>
                <a:gd name="connsiteX786" fmla="*/ 705333 w 1905657"/>
                <a:gd name="connsiteY786" fmla="*/ 77844 h 1221162"/>
                <a:gd name="connsiteX787" fmla="*/ 700756 w 1905657"/>
                <a:gd name="connsiteY787" fmla="*/ 76767 h 1221162"/>
                <a:gd name="connsiteX788" fmla="*/ 699914 w 1905657"/>
                <a:gd name="connsiteY788" fmla="*/ 76532 h 1221162"/>
                <a:gd name="connsiteX789" fmla="*/ 693284 w 1905657"/>
                <a:gd name="connsiteY789" fmla="*/ 76196 h 1221162"/>
                <a:gd name="connsiteX790" fmla="*/ 689683 w 1905657"/>
                <a:gd name="connsiteY790" fmla="*/ 76397 h 1221162"/>
                <a:gd name="connsiteX791" fmla="*/ 681640 w 1905657"/>
                <a:gd name="connsiteY791" fmla="*/ 80535 h 1221162"/>
                <a:gd name="connsiteX792" fmla="*/ 673697 w 1905657"/>
                <a:gd name="connsiteY792" fmla="*/ 81073 h 1221162"/>
                <a:gd name="connsiteX793" fmla="*/ 663803 w 1905657"/>
                <a:gd name="connsiteY793" fmla="*/ 83798 h 1221162"/>
                <a:gd name="connsiteX794" fmla="*/ 654885 w 1905657"/>
                <a:gd name="connsiteY794" fmla="*/ 82688 h 1221162"/>
                <a:gd name="connsiteX795" fmla="*/ 647918 w 1905657"/>
                <a:gd name="connsiteY795" fmla="*/ 81713 h 1221162"/>
                <a:gd name="connsiteX796" fmla="*/ 642601 w 1905657"/>
                <a:gd name="connsiteY796" fmla="*/ 82049 h 1221162"/>
                <a:gd name="connsiteX797" fmla="*/ 640413 w 1905657"/>
                <a:gd name="connsiteY797" fmla="*/ 84976 h 1221162"/>
                <a:gd name="connsiteX798" fmla="*/ 642601 w 1905657"/>
                <a:gd name="connsiteY798" fmla="*/ 87162 h 1221162"/>
                <a:gd name="connsiteX799" fmla="*/ 644654 w 1905657"/>
                <a:gd name="connsiteY799" fmla="*/ 90190 h 1221162"/>
                <a:gd name="connsiteX800" fmla="*/ 644654 w 1905657"/>
                <a:gd name="connsiteY800" fmla="*/ 91939 h 1221162"/>
                <a:gd name="connsiteX801" fmla="*/ 640951 w 1905657"/>
                <a:gd name="connsiteY801" fmla="*/ 92275 h 1221162"/>
                <a:gd name="connsiteX802" fmla="*/ 635197 w 1905657"/>
                <a:gd name="connsiteY802" fmla="*/ 91300 h 1221162"/>
                <a:gd name="connsiteX803" fmla="*/ 629980 w 1905657"/>
                <a:gd name="connsiteY803" fmla="*/ 91300 h 1221162"/>
                <a:gd name="connsiteX804" fmla="*/ 624562 w 1905657"/>
                <a:gd name="connsiteY804" fmla="*/ 92275 h 1221162"/>
                <a:gd name="connsiteX805" fmla="*/ 620759 w 1905657"/>
                <a:gd name="connsiteY805" fmla="*/ 92713 h 1221162"/>
                <a:gd name="connsiteX806" fmla="*/ 616182 w 1905657"/>
                <a:gd name="connsiteY806" fmla="*/ 93486 h 1221162"/>
                <a:gd name="connsiteX807" fmla="*/ 612816 w 1905657"/>
                <a:gd name="connsiteY807" fmla="*/ 93924 h 1221162"/>
                <a:gd name="connsiteX808" fmla="*/ 608811 w 1905657"/>
                <a:gd name="connsiteY808" fmla="*/ 94025 h 1221162"/>
                <a:gd name="connsiteX809" fmla="*/ 605345 w 1905657"/>
                <a:gd name="connsiteY809" fmla="*/ 93251 h 1221162"/>
                <a:gd name="connsiteX810" fmla="*/ 601004 w 1905657"/>
                <a:gd name="connsiteY810" fmla="*/ 91064 h 1221162"/>
                <a:gd name="connsiteX811" fmla="*/ 598816 w 1905657"/>
                <a:gd name="connsiteY811" fmla="*/ 89315 h 1221162"/>
                <a:gd name="connsiteX812" fmla="*/ 595888 w 1905657"/>
                <a:gd name="connsiteY812" fmla="*/ 87566 h 1221162"/>
                <a:gd name="connsiteX813" fmla="*/ 591109 w 1905657"/>
                <a:gd name="connsiteY813" fmla="*/ 86153 h 1221162"/>
                <a:gd name="connsiteX814" fmla="*/ 586431 w 1905657"/>
                <a:gd name="connsiteY814" fmla="*/ 86052 h 1221162"/>
                <a:gd name="connsiteX815" fmla="*/ 582090 w 1905657"/>
                <a:gd name="connsiteY815" fmla="*/ 86254 h 1221162"/>
                <a:gd name="connsiteX816" fmla="*/ 571657 w 1905657"/>
                <a:gd name="connsiteY816" fmla="*/ 85817 h 1221162"/>
                <a:gd name="connsiteX817" fmla="*/ 561998 w 1905657"/>
                <a:gd name="connsiteY817" fmla="*/ 85278 h 1221162"/>
                <a:gd name="connsiteX818" fmla="*/ 556512 w 1905657"/>
                <a:gd name="connsiteY818" fmla="*/ 84639 h 1221162"/>
                <a:gd name="connsiteX819" fmla="*/ 549512 w 1905657"/>
                <a:gd name="connsiteY819" fmla="*/ 82688 h 1221162"/>
                <a:gd name="connsiteX820" fmla="*/ 549512 w 1905657"/>
                <a:gd name="connsiteY820" fmla="*/ 79997 h 1221162"/>
                <a:gd name="connsiteX821" fmla="*/ 547897 w 1905657"/>
                <a:gd name="connsiteY821" fmla="*/ 75658 h 1221162"/>
                <a:gd name="connsiteX822" fmla="*/ 544195 w 1905657"/>
                <a:gd name="connsiteY822" fmla="*/ 73168 h 1221162"/>
                <a:gd name="connsiteX823" fmla="*/ 539954 w 1905657"/>
                <a:gd name="connsiteY823" fmla="*/ 72394 h 1221162"/>
                <a:gd name="connsiteX824" fmla="*/ 537026 w 1905657"/>
                <a:gd name="connsiteY824" fmla="*/ 71957 h 1221162"/>
                <a:gd name="connsiteX825" fmla="*/ 533324 w 1905657"/>
                <a:gd name="connsiteY825" fmla="*/ 71856 h 1221162"/>
                <a:gd name="connsiteX826" fmla="*/ 525180 w 1905657"/>
                <a:gd name="connsiteY826" fmla="*/ 71318 h 1221162"/>
                <a:gd name="connsiteX827" fmla="*/ 521377 w 1905657"/>
                <a:gd name="connsiteY827" fmla="*/ 69905 h 1221162"/>
                <a:gd name="connsiteX828" fmla="*/ 516160 w 1905657"/>
                <a:gd name="connsiteY828" fmla="*/ 68055 h 1221162"/>
                <a:gd name="connsiteX829" fmla="*/ 514107 w 1905657"/>
                <a:gd name="connsiteY829" fmla="*/ 66205 h 1221162"/>
                <a:gd name="connsiteX830" fmla="*/ 511920 w 1905657"/>
                <a:gd name="connsiteY830" fmla="*/ 64792 h 1221162"/>
                <a:gd name="connsiteX831" fmla="*/ 510405 w 1905657"/>
                <a:gd name="connsiteY831" fmla="*/ 62942 h 1221162"/>
                <a:gd name="connsiteX832" fmla="*/ 509766 w 1905657"/>
                <a:gd name="connsiteY832" fmla="*/ 60217 h 1221162"/>
                <a:gd name="connsiteX833" fmla="*/ 508352 w 1905657"/>
                <a:gd name="connsiteY833" fmla="*/ 56416 h 1221162"/>
                <a:gd name="connsiteX834" fmla="*/ 506064 w 1905657"/>
                <a:gd name="connsiteY834" fmla="*/ 52715 h 1221162"/>
                <a:gd name="connsiteX835" fmla="*/ 506064 w 1905657"/>
                <a:gd name="connsiteY835" fmla="*/ 48712 h 1221162"/>
                <a:gd name="connsiteX836" fmla="*/ 507376 w 1905657"/>
                <a:gd name="connsiteY836" fmla="*/ 45684 h 1221162"/>
                <a:gd name="connsiteX837" fmla="*/ 507814 w 1905657"/>
                <a:gd name="connsiteY837" fmla="*/ 40369 h 1221162"/>
                <a:gd name="connsiteX838" fmla="*/ 508352 w 1905657"/>
                <a:gd name="connsiteY838" fmla="*/ 36030 h 1221162"/>
                <a:gd name="connsiteX839" fmla="*/ 507713 w 1905657"/>
                <a:gd name="connsiteY839" fmla="*/ 33843 h 1221162"/>
                <a:gd name="connsiteX840" fmla="*/ 505324 w 1905657"/>
                <a:gd name="connsiteY840" fmla="*/ 32094 h 1221162"/>
                <a:gd name="connsiteX841" fmla="*/ 500646 w 1905657"/>
                <a:gd name="connsiteY841" fmla="*/ 28495 h 1221162"/>
                <a:gd name="connsiteX842" fmla="*/ 498021 w 1905657"/>
                <a:gd name="connsiteY842" fmla="*/ 27082 h 1221162"/>
                <a:gd name="connsiteX843" fmla="*/ 495093 w 1905657"/>
                <a:gd name="connsiteY843" fmla="*/ 27082 h 1221162"/>
                <a:gd name="connsiteX844" fmla="*/ 492602 w 1905657"/>
                <a:gd name="connsiteY844" fmla="*/ 28394 h 1221162"/>
                <a:gd name="connsiteX845" fmla="*/ 491290 w 1905657"/>
                <a:gd name="connsiteY845" fmla="*/ 30580 h 1221162"/>
                <a:gd name="connsiteX846" fmla="*/ 490314 w 1905657"/>
                <a:gd name="connsiteY846" fmla="*/ 32430 h 1221162"/>
                <a:gd name="connsiteX847" fmla="*/ 487386 w 1905657"/>
                <a:gd name="connsiteY847" fmla="*/ 32767 h 1221162"/>
                <a:gd name="connsiteX848" fmla="*/ 482708 w 1905657"/>
                <a:gd name="connsiteY848" fmla="*/ 31690 h 1221162"/>
                <a:gd name="connsiteX849" fmla="*/ 478804 w 1905657"/>
                <a:gd name="connsiteY849" fmla="*/ 29066 h 1221162"/>
                <a:gd name="connsiteX850" fmla="*/ 476212 w 1905657"/>
                <a:gd name="connsiteY850" fmla="*/ 25703 h 1221162"/>
                <a:gd name="connsiteX851" fmla="*/ 475438 w 1905657"/>
                <a:gd name="connsiteY851" fmla="*/ 24626 h 1221162"/>
                <a:gd name="connsiteX852" fmla="*/ 472611 w 1905657"/>
                <a:gd name="connsiteY852" fmla="*/ 22776 h 1221162"/>
                <a:gd name="connsiteX853" fmla="*/ 470323 w 1905657"/>
                <a:gd name="connsiteY853" fmla="*/ 21027 h 1221162"/>
                <a:gd name="connsiteX854" fmla="*/ 466621 w 1905657"/>
                <a:gd name="connsiteY854" fmla="*/ 19614 h 1221162"/>
                <a:gd name="connsiteX855" fmla="*/ 461505 w 1905657"/>
                <a:gd name="connsiteY855" fmla="*/ 19076 h 1221162"/>
                <a:gd name="connsiteX856" fmla="*/ 456726 w 1905657"/>
                <a:gd name="connsiteY856" fmla="*/ 19076 h 1221162"/>
                <a:gd name="connsiteX857" fmla="*/ 452284 w 1905657"/>
                <a:gd name="connsiteY857" fmla="*/ 19076 h 1221162"/>
                <a:gd name="connsiteX858" fmla="*/ 448818 w 1905657"/>
                <a:gd name="connsiteY858" fmla="*/ 18975 h 1221162"/>
                <a:gd name="connsiteX859" fmla="*/ 446967 w 1905657"/>
                <a:gd name="connsiteY859" fmla="*/ 21262 h 1221162"/>
                <a:gd name="connsiteX860" fmla="*/ 446967 w 1905657"/>
                <a:gd name="connsiteY860" fmla="*/ 22675 h 1221162"/>
                <a:gd name="connsiteX861" fmla="*/ 449995 w 1905657"/>
                <a:gd name="connsiteY861" fmla="*/ 25265 h 1221162"/>
                <a:gd name="connsiteX862" fmla="*/ 450197 w 1905657"/>
                <a:gd name="connsiteY862" fmla="*/ 26342 h 1221162"/>
                <a:gd name="connsiteX863" fmla="*/ 449423 w 1905657"/>
                <a:gd name="connsiteY863" fmla="*/ 27216 h 1221162"/>
                <a:gd name="connsiteX864" fmla="*/ 446933 w 1905657"/>
                <a:gd name="connsiteY864" fmla="*/ 29403 h 1221162"/>
                <a:gd name="connsiteX865" fmla="*/ 445957 w 1905657"/>
                <a:gd name="connsiteY865" fmla="*/ 30614 h 1221162"/>
                <a:gd name="connsiteX866" fmla="*/ 444442 w 1905657"/>
                <a:gd name="connsiteY866" fmla="*/ 31489 h 1221162"/>
                <a:gd name="connsiteX867" fmla="*/ 441514 w 1905657"/>
                <a:gd name="connsiteY867" fmla="*/ 32700 h 1221162"/>
                <a:gd name="connsiteX868" fmla="*/ 439865 w 1905657"/>
                <a:gd name="connsiteY868" fmla="*/ 33137 h 1221162"/>
                <a:gd name="connsiteX869" fmla="*/ 438014 w 1905657"/>
                <a:gd name="connsiteY869" fmla="*/ 34112 h 1221162"/>
                <a:gd name="connsiteX870" fmla="*/ 435288 w 1905657"/>
                <a:gd name="connsiteY870" fmla="*/ 34886 h 1221162"/>
                <a:gd name="connsiteX871" fmla="*/ 430812 w 1905657"/>
                <a:gd name="connsiteY871" fmla="*/ 35660 h 1221162"/>
                <a:gd name="connsiteX872" fmla="*/ 427985 w 1905657"/>
                <a:gd name="connsiteY872" fmla="*/ 36097 h 1221162"/>
                <a:gd name="connsiteX873" fmla="*/ 426235 w 1905657"/>
                <a:gd name="connsiteY873" fmla="*/ 37947 h 1221162"/>
                <a:gd name="connsiteX874" fmla="*/ 421658 w 1905657"/>
                <a:gd name="connsiteY874" fmla="*/ 39798 h 1221162"/>
                <a:gd name="connsiteX875" fmla="*/ 419605 w 1905657"/>
                <a:gd name="connsiteY875" fmla="*/ 42085 h 1221162"/>
                <a:gd name="connsiteX876" fmla="*/ 417115 w 1905657"/>
                <a:gd name="connsiteY876" fmla="*/ 45449 h 1221162"/>
                <a:gd name="connsiteX877" fmla="*/ 415802 w 1905657"/>
                <a:gd name="connsiteY877" fmla="*/ 47736 h 1221162"/>
                <a:gd name="connsiteX878" fmla="*/ 413312 w 1905657"/>
                <a:gd name="connsiteY878" fmla="*/ 49048 h 1221162"/>
                <a:gd name="connsiteX879" fmla="*/ 408735 w 1905657"/>
                <a:gd name="connsiteY879" fmla="*/ 50360 h 1221162"/>
                <a:gd name="connsiteX880" fmla="*/ 402643 w 1905657"/>
                <a:gd name="connsiteY880" fmla="*/ 50562 h 1221162"/>
                <a:gd name="connsiteX881" fmla="*/ 398605 w 1905657"/>
                <a:gd name="connsiteY881" fmla="*/ 51000 h 1221162"/>
                <a:gd name="connsiteX882" fmla="*/ 394364 w 1905657"/>
                <a:gd name="connsiteY882" fmla="*/ 51201 h 1221162"/>
                <a:gd name="connsiteX883" fmla="*/ 390326 w 1905657"/>
                <a:gd name="connsiteY883" fmla="*/ 51302 h 1221162"/>
                <a:gd name="connsiteX884" fmla="*/ 385883 w 1905657"/>
                <a:gd name="connsiteY884" fmla="*/ 51403 h 1221162"/>
                <a:gd name="connsiteX885" fmla="*/ 381744 w 1905657"/>
                <a:gd name="connsiteY885" fmla="*/ 49217 h 1221162"/>
                <a:gd name="connsiteX886" fmla="*/ 374037 w 1905657"/>
                <a:gd name="connsiteY886" fmla="*/ 48678 h 1221162"/>
                <a:gd name="connsiteX887" fmla="*/ 368619 w 1905657"/>
                <a:gd name="connsiteY887" fmla="*/ 45853 h 1221162"/>
                <a:gd name="connsiteX888" fmla="*/ 368619 w 1905657"/>
                <a:gd name="connsiteY888" fmla="*/ 41816 h 1221162"/>
                <a:gd name="connsiteX889" fmla="*/ 367104 w 1905657"/>
                <a:gd name="connsiteY889" fmla="*/ 38889 h 1221162"/>
                <a:gd name="connsiteX890" fmla="*/ 364378 w 1905657"/>
                <a:gd name="connsiteY890" fmla="*/ 35189 h 1221162"/>
                <a:gd name="connsiteX891" fmla="*/ 360474 w 1905657"/>
                <a:gd name="connsiteY891" fmla="*/ 32901 h 1221162"/>
                <a:gd name="connsiteX892" fmla="*/ 353844 w 1905657"/>
                <a:gd name="connsiteY892" fmla="*/ 30849 h 1221162"/>
                <a:gd name="connsiteX893" fmla="*/ 350681 w 1905657"/>
                <a:gd name="connsiteY893" fmla="*/ 30513 h 1221162"/>
                <a:gd name="connsiteX894" fmla="*/ 345666 w 1905657"/>
                <a:gd name="connsiteY894" fmla="*/ 28999 h 1221162"/>
                <a:gd name="connsiteX895" fmla="*/ 339036 w 1905657"/>
                <a:gd name="connsiteY895" fmla="*/ 25837 h 1221162"/>
                <a:gd name="connsiteX896" fmla="*/ 338397 w 1905657"/>
                <a:gd name="connsiteY896" fmla="*/ 24525 h 1221162"/>
                <a:gd name="connsiteX897" fmla="*/ 335233 w 1905657"/>
                <a:gd name="connsiteY897" fmla="*/ 21800 h 1221162"/>
                <a:gd name="connsiteX898" fmla="*/ 332070 w 1905657"/>
                <a:gd name="connsiteY898" fmla="*/ 19311 h 1221162"/>
                <a:gd name="connsiteX899" fmla="*/ 329478 w 1905657"/>
                <a:gd name="connsiteY899" fmla="*/ 19513 h 1221162"/>
                <a:gd name="connsiteX900" fmla="*/ 328603 w 1905657"/>
                <a:gd name="connsiteY900" fmla="*/ 21363 h 1221162"/>
                <a:gd name="connsiteX901" fmla="*/ 328603 w 1905657"/>
                <a:gd name="connsiteY901" fmla="*/ 22675 h 1221162"/>
                <a:gd name="connsiteX902" fmla="*/ 329243 w 1905657"/>
                <a:gd name="connsiteY902" fmla="*/ 25837 h 1221162"/>
                <a:gd name="connsiteX903" fmla="*/ 328603 w 1905657"/>
                <a:gd name="connsiteY903" fmla="*/ 26611 h 1221162"/>
                <a:gd name="connsiteX904" fmla="*/ 325675 w 1905657"/>
                <a:gd name="connsiteY904" fmla="*/ 27586 h 1221162"/>
                <a:gd name="connsiteX905" fmla="*/ 324464 w 1905657"/>
                <a:gd name="connsiteY905" fmla="*/ 28225 h 1221162"/>
                <a:gd name="connsiteX906" fmla="*/ 321199 w 1905657"/>
                <a:gd name="connsiteY906" fmla="*/ 28764 h 1221162"/>
                <a:gd name="connsiteX907" fmla="*/ 319012 w 1905657"/>
                <a:gd name="connsiteY907" fmla="*/ 28764 h 1221162"/>
                <a:gd name="connsiteX908" fmla="*/ 312045 w 1905657"/>
                <a:gd name="connsiteY908" fmla="*/ 23550 h 1221162"/>
                <a:gd name="connsiteX909" fmla="*/ 309016 w 1905657"/>
                <a:gd name="connsiteY909" fmla="*/ 20623 h 1221162"/>
                <a:gd name="connsiteX910" fmla="*/ 303901 w 1905657"/>
                <a:gd name="connsiteY910" fmla="*/ 17259 h 1221162"/>
                <a:gd name="connsiteX911" fmla="*/ 299559 w 1905657"/>
                <a:gd name="connsiteY911" fmla="*/ 13693 h 1221162"/>
                <a:gd name="connsiteX912" fmla="*/ 295319 w 1905657"/>
                <a:gd name="connsiteY912" fmla="*/ 10430 h 1221162"/>
                <a:gd name="connsiteX913" fmla="*/ 291718 w 1905657"/>
                <a:gd name="connsiteY913" fmla="*/ 8143 h 1221162"/>
                <a:gd name="connsiteX914" fmla="*/ 289026 w 1905657"/>
                <a:gd name="connsiteY914" fmla="*/ 5317 h 1221162"/>
                <a:gd name="connsiteX915" fmla="*/ 288487 w 1905657"/>
                <a:gd name="connsiteY915" fmla="*/ 3265 h 1221162"/>
                <a:gd name="connsiteX916" fmla="*/ 287713 w 1905657"/>
                <a:gd name="connsiteY916" fmla="*/ 1583 h 1221162"/>
                <a:gd name="connsiteX917" fmla="*/ 284886 w 1905657"/>
                <a:gd name="connsiteY917" fmla="*/ 977 h 1221162"/>
                <a:gd name="connsiteX918" fmla="*/ 282497 w 1905657"/>
                <a:gd name="connsiteY918" fmla="*/ 977 h 1221162"/>
                <a:gd name="connsiteX919" fmla="*/ 279468 w 1905657"/>
                <a:gd name="connsiteY919" fmla="*/ 204 h 1221162"/>
                <a:gd name="connsiteX920" fmla="*/ 276304 w 1905657"/>
                <a:gd name="connsiteY920" fmla="*/ 1078 h 1221162"/>
                <a:gd name="connsiteX921" fmla="*/ 273275 w 1905657"/>
                <a:gd name="connsiteY921" fmla="*/ 1617 h 1221162"/>
                <a:gd name="connsiteX922" fmla="*/ 269270 w 1905657"/>
                <a:gd name="connsiteY922" fmla="*/ 3130 h 1221162"/>
                <a:gd name="connsiteX923" fmla="*/ 265905 w 1905657"/>
                <a:gd name="connsiteY923" fmla="*/ 4207 h 1221162"/>
                <a:gd name="connsiteX924" fmla="*/ 262304 w 1905657"/>
                <a:gd name="connsiteY924" fmla="*/ 4981 h 1221162"/>
                <a:gd name="connsiteX925" fmla="*/ 259813 w 1905657"/>
                <a:gd name="connsiteY925" fmla="*/ 6494 h 1221162"/>
                <a:gd name="connsiteX926" fmla="*/ 257760 w 1905657"/>
                <a:gd name="connsiteY926" fmla="*/ 9522 h 1221162"/>
                <a:gd name="connsiteX927" fmla="*/ 257323 w 1905657"/>
                <a:gd name="connsiteY927" fmla="*/ 11910 h 1221162"/>
                <a:gd name="connsiteX928" fmla="*/ 257323 w 1905657"/>
                <a:gd name="connsiteY928" fmla="*/ 15712 h 1221162"/>
                <a:gd name="connsiteX929" fmla="*/ 258400 w 1905657"/>
                <a:gd name="connsiteY929" fmla="*/ 18739 h 1221162"/>
                <a:gd name="connsiteX930" fmla="*/ 258063 w 1905657"/>
                <a:gd name="connsiteY930" fmla="*/ 20926 h 1221162"/>
                <a:gd name="connsiteX931" fmla="*/ 257289 w 1905657"/>
                <a:gd name="connsiteY931" fmla="*/ 22137 h 1221162"/>
                <a:gd name="connsiteX932" fmla="*/ 253688 w 1905657"/>
                <a:gd name="connsiteY932" fmla="*/ 24963 h 1221162"/>
                <a:gd name="connsiteX933" fmla="*/ 251635 w 1905657"/>
                <a:gd name="connsiteY933" fmla="*/ 26174 h 1221162"/>
                <a:gd name="connsiteX934" fmla="*/ 247731 w 1905657"/>
                <a:gd name="connsiteY934" fmla="*/ 28125 h 1221162"/>
                <a:gd name="connsiteX935" fmla="*/ 245140 w 1905657"/>
                <a:gd name="connsiteY935" fmla="*/ 29201 h 1221162"/>
                <a:gd name="connsiteX936" fmla="*/ 243289 w 1905657"/>
                <a:gd name="connsiteY936" fmla="*/ 30614 h 1221162"/>
                <a:gd name="connsiteX937" fmla="*/ 241976 w 1905657"/>
                <a:gd name="connsiteY937" fmla="*/ 34314 h 1221162"/>
                <a:gd name="connsiteX938" fmla="*/ 237097 w 1905657"/>
                <a:gd name="connsiteY938" fmla="*/ 36938 h 1221162"/>
                <a:gd name="connsiteX939" fmla="*/ 234270 w 1905657"/>
                <a:gd name="connsiteY939" fmla="*/ 38250 h 1221162"/>
                <a:gd name="connsiteX940" fmla="*/ 230029 w 1905657"/>
                <a:gd name="connsiteY940" fmla="*/ 42590 h 1221162"/>
                <a:gd name="connsiteX941" fmla="*/ 228178 w 1905657"/>
                <a:gd name="connsiteY941" fmla="*/ 45180 h 1221162"/>
                <a:gd name="connsiteX942" fmla="*/ 223837 w 1905657"/>
                <a:gd name="connsiteY942" fmla="*/ 48544 h 1221162"/>
                <a:gd name="connsiteX943" fmla="*/ 215894 w 1905657"/>
                <a:gd name="connsiteY943" fmla="*/ 48914 h 1221162"/>
                <a:gd name="connsiteX944" fmla="*/ 212529 w 1905657"/>
                <a:gd name="connsiteY944" fmla="*/ 49620 h 1221162"/>
                <a:gd name="connsiteX945" fmla="*/ 207750 w 1905657"/>
                <a:gd name="connsiteY945" fmla="*/ 49620 h 1221162"/>
                <a:gd name="connsiteX946" fmla="*/ 203711 w 1905657"/>
                <a:gd name="connsiteY946" fmla="*/ 53220 h 1221162"/>
                <a:gd name="connsiteX947" fmla="*/ 200548 w 1905657"/>
                <a:gd name="connsiteY947" fmla="*/ 56382 h 1221162"/>
                <a:gd name="connsiteX948" fmla="*/ 197081 w 1905657"/>
                <a:gd name="connsiteY948" fmla="*/ 61226 h 1221162"/>
                <a:gd name="connsiteX949" fmla="*/ 190990 w 1905657"/>
                <a:gd name="connsiteY949" fmla="*/ 61226 h 1221162"/>
                <a:gd name="connsiteX950" fmla="*/ 178268 w 1905657"/>
                <a:gd name="connsiteY950" fmla="*/ 61932 h 1221162"/>
                <a:gd name="connsiteX951" fmla="*/ 174028 w 1905657"/>
                <a:gd name="connsiteY951" fmla="*/ 61831 h 1221162"/>
                <a:gd name="connsiteX952" fmla="*/ 170427 w 1905657"/>
                <a:gd name="connsiteY952" fmla="*/ 60957 h 1221162"/>
                <a:gd name="connsiteX953" fmla="*/ 165749 w 1905657"/>
                <a:gd name="connsiteY953" fmla="*/ 61831 h 1221162"/>
                <a:gd name="connsiteX954" fmla="*/ 162518 w 1905657"/>
                <a:gd name="connsiteY954" fmla="*/ 61831 h 1221162"/>
                <a:gd name="connsiteX955" fmla="*/ 158076 w 1905657"/>
                <a:gd name="connsiteY955" fmla="*/ 65969 h 1221162"/>
                <a:gd name="connsiteX956" fmla="*/ 153196 w 1905657"/>
                <a:gd name="connsiteY956" fmla="*/ 68694 h 1221162"/>
                <a:gd name="connsiteX957" fmla="*/ 150369 w 1905657"/>
                <a:gd name="connsiteY957" fmla="*/ 70746 h 1221162"/>
                <a:gd name="connsiteX958" fmla="*/ 147003 w 1905657"/>
                <a:gd name="connsiteY958" fmla="*/ 72260 h 1221162"/>
                <a:gd name="connsiteX959" fmla="*/ 141787 w 1905657"/>
                <a:gd name="connsiteY959" fmla="*/ 71923 h 1221162"/>
                <a:gd name="connsiteX960" fmla="*/ 137782 w 1905657"/>
                <a:gd name="connsiteY960" fmla="*/ 72024 h 1221162"/>
                <a:gd name="connsiteX961" fmla="*/ 130815 w 1905657"/>
                <a:gd name="connsiteY961" fmla="*/ 72226 h 1221162"/>
                <a:gd name="connsiteX962" fmla="*/ 125700 w 1905657"/>
                <a:gd name="connsiteY962" fmla="*/ 73303 h 1221162"/>
                <a:gd name="connsiteX963" fmla="*/ 120685 w 1905657"/>
                <a:gd name="connsiteY963" fmla="*/ 73202 h 1221162"/>
                <a:gd name="connsiteX964" fmla="*/ 120147 w 1905657"/>
                <a:gd name="connsiteY964" fmla="*/ 77676 h 1221162"/>
                <a:gd name="connsiteX965" fmla="*/ 117926 w 1905657"/>
                <a:gd name="connsiteY965" fmla="*/ 79190 h 1221162"/>
                <a:gd name="connsiteX966" fmla="*/ 112978 w 1905657"/>
                <a:gd name="connsiteY966" fmla="*/ 82789 h 1221162"/>
                <a:gd name="connsiteX967" fmla="*/ 112978 w 1905657"/>
                <a:gd name="connsiteY967" fmla="*/ 85278 h 1221162"/>
                <a:gd name="connsiteX968" fmla="*/ 109950 w 1905657"/>
                <a:gd name="connsiteY968" fmla="*/ 87330 h 1221162"/>
                <a:gd name="connsiteX969" fmla="*/ 108435 w 1905657"/>
                <a:gd name="connsiteY969" fmla="*/ 88642 h 1221162"/>
                <a:gd name="connsiteX970" fmla="*/ 106685 w 1905657"/>
                <a:gd name="connsiteY970" fmla="*/ 90156 h 1221162"/>
                <a:gd name="connsiteX971" fmla="*/ 103959 w 1905657"/>
                <a:gd name="connsiteY971" fmla="*/ 91132 h 1221162"/>
                <a:gd name="connsiteX972" fmla="*/ 100358 w 1905657"/>
                <a:gd name="connsiteY972" fmla="*/ 92511 h 1221162"/>
                <a:gd name="connsiteX973" fmla="*/ 95882 w 1905657"/>
                <a:gd name="connsiteY973" fmla="*/ 93217 h 1221162"/>
                <a:gd name="connsiteX974" fmla="*/ 91978 w 1905657"/>
                <a:gd name="connsiteY974" fmla="*/ 94092 h 1221162"/>
                <a:gd name="connsiteX975" fmla="*/ 88209 w 1905657"/>
                <a:gd name="connsiteY975" fmla="*/ 94529 h 1221162"/>
                <a:gd name="connsiteX976" fmla="*/ 85314 w 1905657"/>
                <a:gd name="connsiteY976" fmla="*/ 95101 h 1221162"/>
                <a:gd name="connsiteX977" fmla="*/ 82723 w 1905657"/>
                <a:gd name="connsiteY977" fmla="*/ 95404 h 1221162"/>
                <a:gd name="connsiteX978" fmla="*/ 81713 w 1905657"/>
                <a:gd name="connsiteY978" fmla="*/ 96413 h 1221162"/>
                <a:gd name="connsiteX979" fmla="*/ 82285 w 1905657"/>
                <a:gd name="connsiteY979" fmla="*/ 99609 h 1221162"/>
                <a:gd name="connsiteX980" fmla="*/ 82588 w 1905657"/>
                <a:gd name="connsiteY980" fmla="*/ 103814 h 1221162"/>
                <a:gd name="connsiteX981" fmla="*/ 84776 w 1905657"/>
                <a:gd name="connsiteY981" fmla="*/ 108019 h 1221162"/>
                <a:gd name="connsiteX982" fmla="*/ 85348 w 1905657"/>
                <a:gd name="connsiteY982" fmla="*/ 110777 h 1221162"/>
                <a:gd name="connsiteX983" fmla="*/ 85651 w 1905657"/>
                <a:gd name="connsiteY983" fmla="*/ 116731 h 1221162"/>
                <a:gd name="connsiteX984" fmla="*/ 85213 w 1905657"/>
                <a:gd name="connsiteY984" fmla="*/ 124973 h 1221162"/>
                <a:gd name="connsiteX985" fmla="*/ 81747 w 1905657"/>
                <a:gd name="connsiteY985" fmla="*/ 129010 h 1221162"/>
                <a:gd name="connsiteX986" fmla="*/ 81747 w 1905657"/>
                <a:gd name="connsiteY986" fmla="*/ 133921 h 1221162"/>
                <a:gd name="connsiteX987" fmla="*/ 79559 w 1905657"/>
                <a:gd name="connsiteY987" fmla="*/ 135670 h 1221162"/>
                <a:gd name="connsiteX988" fmla="*/ 76531 w 1905657"/>
                <a:gd name="connsiteY988" fmla="*/ 138429 h 1221162"/>
                <a:gd name="connsiteX989" fmla="*/ 74848 w 1905657"/>
                <a:gd name="connsiteY989" fmla="*/ 141894 h 1221162"/>
                <a:gd name="connsiteX990" fmla="*/ 73030 w 1905657"/>
                <a:gd name="connsiteY990" fmla="*/ 145224 h 1221162"/>
                <a:gd name="connsiteX991" fmla="*/ 73030 w 1905657"/>
                <a:gd name="connsiteY991" fmla="*/ 147848 h 1221162"/>
                <a:gd name="connsiteX992" fmla="*/ 73030 w 1905657"/>
                <a:gd name="connsiteY992" fmla="*/ 153062 h 1221162"/>
                <a:gd name="connsiteX993" fmla="*/ 76800 w 1905657"/>
                <a:gd name="connsiteY993" fmla="*/ 161169 h 1221162"/>
                <a:gd name="connsiteX994" fmla="*/ 83329 w 1905657"/>
                <a:gd name="connsiteY994" fmla="*/ 175365 h 1221162"/>
                <a:gd name="connsiteX995" fmla="*/ 85516 w 1905657"/>
                <a:gd name="connsiteY995" fmla="*/ 179268 h 1221162"/>
                <a:gd name="connsiteX996" fmla="*/ 86526 w 1905657"/>
                <a:gd name="connsiteY996" fmla="*/ 183472 h 1221162"/>
                <a:gd name="connsiteX997" fmla="*/ 87536 w 1905657"/>
                <a:gd name="connsiteY997" fmla="*/ 188687 h 1221162"/>
                <a:gd name="connsiteX998" fmla="*/ 88983 w 1905657"/>
                <a:gd name="connsiteY998" fmla="*/ 192892 h 1221162"/>
                <a:gd name="connsiteX999" fmla="*/ 89689 w 1905657"/>
                <a:gd name="connsiteY999" fmla="*/ 194641 h 1221162"/>
                <a:gd name="connsiteX1000" fmla="*/ 91877 w 1905657"/>
                <a:gd name="connsiteY1000" fmla="*/ 198106 h 1221162"/>
                <a:gd name="connsiteX1001" fmla="*/ 97968 w 1905657"/>
                <a:gd name="connsiteY1001" fmla="*/ 204632 h 1221162"/>
                <a:gd name="connsiteX1002" fmla="*/ 99483 w 1905657"/>
                <a:gd name="connsiteY1002" fmla="*/ 206818 h 1221162"/>
                <a:gd name="connsiteX1003" fmla="*/ 100863 w 1905657"/>
                <a:gd name="connsiteY1003" fmla="*/ 209577 h 1221162"/>
                <a:gd name="connsiteX1004" fmla="*/ 100863 w 1905657"/>
                <a:gd name="connsiteY1004" fmla="*/ 212201 h 1221162"/>
                <a:gd name="connsiteX1005" fmla="*/ 98978 w 1905657"/>
                <a:gd name="connsiteY1005" fmla="*/ 216540 h 1221162"/>
                <a:gd name="connsiteX1006" fmla="*/ 97228 w 1905657"/>
                <a:gd name="connsiteY1006" fmla="*/ 221317 h 1221162"/>
                <a:gd name="connsiteX1007" fmla="*/ 95916 w 1905657"/>
                <a:gd name="connsiteY1007" fmla="*/ 223638 h 1221162"/>
                <a:gd name="connsiteX1008" fmla="*/ 95343 w 1905657"/>
                <a:gd name="connsiteY1008" fmla="*/ 226666 h 1221162"/>
                <a:gd name="connsiteX1009" fmla="*/ 96925 w 1905657"/>
                <a:gd name="connsiteY1009" fmla="*/ 233192 h 1221162"/>
                <a:gd name="connsiteX1010" fmla="*/ 98372 w 1905657"/>
                <a:gd name="connsiteY1010" fmla="*/ 240424 h 1221162"/>
                <a:gd name="connsiteX1011" fmla="*/ 97632 w 1905657"/>
                <a:gd name="connsiteY1011" fmla="*/ 244629 h 1221162"/>
                <a:gd name="connsiteX1012" fmla="*/ 95613 w 1905657"/>
                <a:gd name="connsiteY1012" fmla="*/ 246076 h 1221162"/>
                <a:gd name="connsiteX1013" fmla="*/ 95613 w 1905657"/>
                <a:gd name="connsiteY1013" fmla="*/ 246950 h 1221162"/>
                <a:gd name="connsiteX1014" fmla="*/ 95613 w 1905657"/>
                <a:gd name="connsiteY1014" fmla="*/ 250415 h 1221162"/>
                <a:gd name="connsiteX1015" fmla="*/ 94872 w 1905657"/>
                <a:gd name="connsiteY1015" fmla="*/ 253308 h 1221162"/>
                <a:gd name="connsiteX1016" fmla="*/ 93863 w 1905657"/>
                <a:gd name="connsiteY1016" fmla="*/ 257648 h 1221162"/>
                <a:gd name="connsiteX1017" fmla="*/ 94166 w 1905657"/>
                <a:gd name="connsiteY1017" fmla="*/ 260541 h 1221162"/>
                <a:gd name="connsiteX1018" fmla="*/ 94166 w 1905657"/>
                <a:gd name="connsiteY1018" fmla="*/ 262727 h 1221162"/>
                <a:gd name="connsiteX1019" fmla="*/ 93425 w 1905657"/>
                <a:gd name="connsiteY1019" fmla="*/ 265351 h 1221162"/>
                <a:gd name="connsiteX1020" fmla="*/ 93291 w 1905657"/>
                <a:gd name="connsiteY1020" fmla="*/ 267370 h 1221162"/>
                <a:gd name="connsiteX1021" fmla="*/ 91978 w 1905657"/>
                <a:gd name="connsiteY1021" fmla="*/ 270566 h 1221162"/>
                <a:gd name="connsiteX1022" fmla="*/ 89521 w 1905657"/>
                <a:gd name="connsiteY1022" fmla="*/ 274198 h 1221162"/>
                <a:gd name="connsiteX1023" fmla="*/ 87334 w 1905657"/>
                <a:gd name="connsiteY1023" fmla="*/ 276217 h 1221162"/>
                <a:gd name="connsiteX1024" fmla="*/ 84305 w 1905657"/>
                <a:gd name="connsiteY1024" fmla="*/ 278841 h 1221162"/>
                <a:gd name="connsiteX1025" fmla="*/ 80670 w 1905657"/>
                <a:gd name="connsiteY1025" fmla="*/ 281734 h 1221162"/>
                <a:gd name="connsiteX1026" fmla="*/ 78079 w 1905657"/>
                <a:gd name="connsiteY1026" fmla="*/ 283483 h 1221162"/>
                <a:gd name="connsiteX1027" fmla="*/ 75117 w 1905657"/>
                <a:gd name="connsiteY1027" fmla="*/ 284190 h 1221162"/>
                <a:gd name="connsiteX1028" fmla="*/ 73030 w 1905657"/>
                <a:gd name="connsiteY1028" fmla="*/ 287654 h 1221162"/>
                <a:gd name="connsiteX1029" fmla="*/ 73030 w 1905657"/>
                <a:gd name="connsiteY1029" fmla="*/ 288664 h 1221162"/>
                <a:gd name="connsiteX1030" fmla="*/ 72155 w 1905657"/>
                <a:gd name="connsiteY1030" fmla="*/ 289975 h 1221162"/>
                <a:gd name="connsiteX1031" fmla="*/ 70641 w 1905657"/>
                <a:gd name="connsiteY1031" fmla="*/ 290682 h 1221162"/>
                <a:gd name="connsiteX1032" fmla="*/ 69127 w 1905657"/>
                <a:gd name="connsiteY1032" fmla="*/ 293003 h 1221162"/>
                <a:gd name="connsiteX1033" fmla="*/ 66535 w 1905657"/>
                <a:gd name="connsiteY1033" fmla="*/ 293945 h 1221162"/>
                <a:gd name="connsiteX1034" fmla="*/ 64482 w 1905657"/>
                <a:gd name="connsiteY1034" fmla="*/ 294382 h 1221162"/>
                <a:gd name="connsiteX1035" fmla="*/ 60343 w 1905657"/>
                <a:gd name="connsiteY1035" fmla="*/ 294382 h 1221162"/>
                <a:gd name="connsiteX1036" fmla="*/ 58727 w 1905657"/>
                <a:gd name="connsiteY1036" fmla="*/ 294113 h 1221162"/>
                <a:gd name="connsiteX1037" fmla="*/ 55732 w 1905657"/>
                <a:gd name="connsiteY1037" fmla="*/ 293676 h 1221162"/>
                <a:gd name="connsiteX1038" fmla="*/ 51592 w 1905657"/>
                <a:gd name="connsiteY1038" fmla="*/ 291826 h 1221162"/>
                <a:gd name="connsiteX1039" fmla="*/ 46713 w 1905657"/>
                <a:gd name="connsiteY1039" fmla="*/ 288731 h 1221162"/>
                <a:gd name="connsiteX1040" fmla="*/ 46006 w 1905657"/>
                <a:gd name="connsiteY1040" fmla="*/ 286813 h 1221162"/>
                <a:gd name="connsiteX1041" fmla="*/ 43246 w 1905657"/>
                <a:gd name="connsiteY1041" fmla="*/ 281667 h 1221162"/>
                <a:gd name="connsiteX1042" fmla="*/ 42203 w 1905657"/>
                <a:gd name="connsiteY1042" fmla="*/ 277226 h 1221162"/>
                <a:gd name="connsiteX1043" fmla="*/ 42203 w 1905657"/>
                <a:gd name="connsiteY1043" fmla="*/ 274468 h 1221162"/>
                <a:gd name="connsiteX1044" fmla="*/ 42809 w 1905657"/>
                <a:gd name="connsiteY1044" fmla="*/ 272416 h 1221162"/>
                <a:gd name="connsiteX1045" fmla="*/ 44761 w 1905657"/>
                <a:gd name="connsiteY1045" fmla="*/ 270397 h 1221162"/>
                <a:gd name="connsiteX1046" fmla="*/ 45804 w 1905657"/>
                <a:gd name="connsiteY1046" fmla="*/ 268715 h 1221162"/>
                <a:gd name="connsiteX1047" fmla="*/ 44054 w 1905657"/>
                <a:gd name="connsiteY1047" fmla="*/ 264544 h 1221162"/>
                <a:gd name="connsiteX1048" fmla="*/ 44390 w 1905657"/>
                <a:gd name="connsiteY1048" fmla="*/ 259061 h 1221162"/>
                <a:gd name="connsiteX1049" fmla="*/ 43448 w 1905657"/>
                <a:gd name="connsiteY1049" fmla="*/ 256134 h 1221162"/>
                <a:gd name="connsiteX1050" fmla="*/ 43515 w 1905657"/>
                <a:gd name="connsiteY1050" fmla="*/ 253510 h 1221162"/>
                <a:gd name="connsiteX1051" fmla="*/ 41698 w 1905657"/>
                <a:gd name="connsiteY1051" fmla="*/ 250819 h 1221162"/>
                <a:gd name="connsiteX1052" fmla="*/ 39376 w 1905657"/>
                <a:gd name="connsiteY1052" fmla="*/ 248296 h 1221162"/>
                <a:gd name="connsiteX1053" fmla="*/ 37054 w 1905657"/>
                <a:gd name="connsiteY1053" fmla="*/ 249440 h 1221162"/>
                <a:gd name="connsiteX1054" fmla="*/ 34361 w 1905657"/>
                <a:gd name="connsiteY1054" fmla="*/ 251626 h 1221162"/>
                <a:gd name="connsiteX1055" fmla="*/ 32914 w 1905657"/>
                <a:gd name="connsiteY1055" fmla="*/ 252636 h 1221162"/>
                <a:gd name="connsiteX1056" fmla="*/ 30727 w 1905657"/>
                <a:gd name="connsiteY1056" fmla="*/ 253880 h 1221162"/>
                <a:gd name="connsiteX1057" fmla="*/ 26890 w 1905657"/>
                <a:gd name="connsiteY1057" fmla="*/ 252736 h 1221162"/>
                <a:gd name="connsiteX1058" fmla="*/ 24366 w 1905657"/>
                <a:gd name="connsiteY1058" fmla="*/ 253308 h 1221162"/>
                <a:gd name="connsiteX1059" fmla="*/ 19351 w 1905657"/>
                <a:gd name="connsiteY1059" fmla="*/ 253813 h 1221162"/>
                <a:gd name="connsiteX1060" fmla="*/ 16020 w 1905657"/>
                <a:gd name="connsiteY1060" fmla="*/ 254957 h 1221162"/>
                <a:gd name="connsiteX1061" fmla="*/ 13697 w 1905657"/>
                <a:gd name="connsiteY1061" fmla="*/ 259431 h 1221162"/>
                <a:gd name="connsiteX1062" fmla="*/ 10870 w 1905657"/>
                <a:gd name="connsiteY1062" fmla="*/ 262391 h 1221162"/>
                <a:gd name="connsiteX1063" fmla="*/ 9524 w 1905657"/>
                <a:gd name="connsiteY1063" fmla="*/ 266596 h 1221162"/>
                <a:gd name="connsiteX1064" fmla="*/ 8683 w 1905657"/>
                <a:gd name="connsiteY1064" fmla="*/ 272685 h 1221162"/>
                <a:gd name="connsiteX1065" fmla="*/ 8683 w 1905657"/>
                <a:gd name="connsiteY1065" fmla="*/ 276520 h 1221162"/>
                <a:gd name="connsiteX1066" fmla="*/ 6933 w 1905657"/>
                <a:gd name="connsiteY1066" fmla="*/ 283315 h 1221162"/>
                <a:gd name="connsiteX1067" fmla="*/ 6933 w 1905657"/>
                <a:gd name="connsiteY1067" fmla="*/ 288664 h 1221162"/>
                <a:gd name="connsiteX1068" fmla="*/ 3904 w 1905657"/>
                <a:gd name="connsiteY1068" fmla="*/ 292869 h 1221162"/>
                <a:gd name="connsiteX1069" fmla="*/ 1716 w 1905657"/>
                <a:gd name="connsiteY1069" fmla="*/ 298957 h 1221162"/>
                <a:gd name="connsiteX1070" fmla="*/ 2457 w 1905657"/>
                <a:gd name="connsiteY1070" fmla="*/ 303028 h 1221162"/>
                <a:gd name="connsiteX1071" fmla="*/ 4779 w 1905657"/>
                <a:gd name="connsiteY1071" fmla="*/ 309116 h 1221162"/>
                <a:gd name="connsiteX1072" fmla="*/ 6361 w 1905657"/>
                <a:gd name="connsiteY1072" fmla="*/ 314331 h 1221162"/>
                <a:gd name="connsiteX1073" fmla="*/ 8380 w 1905657"/>
                <a:gd name="connsiteY1073" fmla="*/ 320554 h 1221162"/>
                <a:gd name="connsiteX1074" fmla="*/ 12284 w 1905657"/>
                <a:gd name="connsiteY1074" fmla="*/ 325196 h 1221162"/>
                <a:gd name="connsiteX1075" fmla="*/ 15481 w 1905657"/>
                <a:gd name="connsiteY1075" fmla="*/ 327955 h 1221162"/>
                <a:gd name="connsiteX1076" fmla="*/ 17366 w 1905657"/>
                <a:gd name="connsiteY1076" fmla="*/ 328998 h 1221162"/>
                <a:gd name="connsiteX1077" fmla="*/ 19553 w 1905657"/>
                <a:gd name="connsiteY1077" fmla="*/ 330747 h 1221162"/>
                <a:gd name="connsiteX1078" fmla="*/ 21169 w 1905657"/>
                <a:gd name="connsiteY1078" fmla="*/ 333371 h 1221162"/>
                <a:gd name="connsiteX1079" fmla="*/ 21068 w 1905657"/>
                <a:gd name="connsiteY1079" fmla="*/ 335860 h 1221162"/>
                <a:gd name="connsiteX1080" fmla="*/ 20092 w 1905657"/>
                <a:gd name="connsiteY1080" fmla="*/ 336835 h 1221162"/>
                <a:gd name="connsiteX1081" fmla="*/ 15952 w 1905657"/>
                <a:gd name="connsiteY1081" fmla="*/ 342252 h 1221162"/>
                <a:gd name="connsiteX1082" fmla="*/ 14101 w 1905657"/>
                <a:gd name="connsiteY1082" fmla="*/ 343227 h 1221162"/>
                <a:gd name="connsiteX1083" fmla="*/ 12688 w 1905657"/>
                <a:gd name="connsiteY1083" fmla="*/ 345178 h 1221162"/>
                <a:gd name="connsiteX1084" fmla="*/ 12048 w 1905657"/>
                <a:gd name="connsiteY1084" fmla="*/ 347903 h 1221162"/>
                <a:gd name="connsiteX1085" fmla="*/ 10971 w 1905657"/>
                <a:gd name="connsiteY1085" fmla="*/ 350191 h 1221162"/>
                <a:gd name="connsiteX1086" fmla="*/ 9659 w 1905657"/>
                <a:gd name="connsiteY1086" fmla="*/ 352142 h 1221162"/>
                <a:gd name="connsiteX1087" fmla="*/ 9322 w 1905657"/>
                <a:gd name="connsiteY1087" fmla="*/ 354194 h 1221162"/>
                <a:gd name="connsiteX1088" fmla="*/ 9120 w 1905657"/>
                <a:gd name="connsiteY1088" fmla="*/ 356918 h 1221162"/>
                <a:gd name="connsiteX1089" fmla="*/ 10197 w 1905657"/>
                <a:gd name="connsiteY1089" fmla="*/ 360081 h 1221162"/>
                <a:gd name="connsiteX1090" fmla="*/ 11611 w 1905657"/>
                <a:gd name="connsiteY1090" fmla="*/ 363007 h 1221162"/>
                <a:gd name="connsiteX1091" fmla="*/ 12923 w 1905657"/>
                <a:gd name="connsiteY1091" fmla="*/ 365631 h 1221162"/>
                <a:gd name="connsiteX1092" fmla="*/ 12048 w 1905657"/>
                <a:gd name="connsiteY1092" fmla="*/ 372157 h 1221162"/>
                <a:gd name="connsiteX1093" fmla="*/ 11409 w 1905657"/>
                <a:gd name="connsiteY1093" fmla="*/ 374983 h 1221162"/>
                <a:gd name="connsiteX1094" fmla="*/ 10769 w 1905657"/>
                <a:gd name="connsiteY1094" fmla="*/ 376497 h 1221162"/>
                <a:gd name="connsiteX1095" fmla="*/ 7168 w 1905657"/>
                <a:gd name="connsiteY1095" fmla="*/ 380836 h 1221162"/>
                <a:gd name="connsiteX1096" fmla="*/ 6529 w 1905657"/>
                <a:gd name="connsiteY1096" fmla="*/ 384436 h 1221162"/>
                <a:gd name="connsiteX1097" fmla="*/ 4880 w 1905657"/>
                <a:gd name="connsiteY1097" fmla="*/ 388338 h 1221162"/>
                <a:gd name="connsiteX1098" fmla="*/ 3130 w 1905657"/>
                <a:gd name="connsiteY1098" fmla="*/ 391063 h 1221162"/>
                <a:gd name="connsiteX1099" fmla="*/ 1615 w 1905657"/>
                <a:gd name="connsiteY1099" fmla="*/ 393451 h 1221162"/>
                <a:gd name="connsiteX1100" fmla="*/ 0 w 1905657"/>
                <a:gd name="connsiteY1100" fmla="*/ 399002 h 1221162"/>
                <a:gd name="connsiteX1101" fmla="*/ 0 w 1905657"/>
                <a:gd name="connsiteY1101" fmla="*/ 403442 h 1221162"/>
                <a:gd name="connsiteX1102" fmla="*/ 3904 w 1905657"/>
                <a:gd name="connsiteY1102" fmla="*/ 408017 h 1221162"/>
                <a:gd name="connsiteX1103" fmla="*/ 9558 w 1905657"/>
                <a:gd name="connsiteY1103" fmla="*/ 413567 h 1221162"/>
                <a:gd name="connsiteX1104" fmla="*/ 11846 w 1905657"/>
                <a:gd name="connsiteY1104" fmla="*/ 415956 h 1221162"/>
                <a:gd name="connsiteX1105" fmla="*/ 13058 w 1905657"/>
                <a:gd name="connsiteY1105" fmla="*/ 418681 h 1221162"/>
                <a:gd name="connsiteX1106" fmla="*/ 13058 w 1905657"/>
                <a:gd name="connsiteY1106" fmla="*/ 424433 h 1221162"/>
                <a:gd name="connsiteX1107" fmla="*/ 12082 w 1905657"/>
                <a:gd name="connsiteY1107" fmla="*/ 429311 h 1221162"/>
                <a:gd name="connsiteX1108" fmla="*/ 12520 w 1905657"/>
                <a:gd name="connsiteY1108" fmla="*/ 433886 h 1221162"/>
                <a:gd name="connsiteX1109" fmla="*/ 12856 w 1905657"/>
                <a:gd name="connsiteY1109" fmla="*/ 436913 h 1221162"/>
                <a:gd name="connsiteX1110" fmla="*/ 13731 w 1905657"/>
                <a:gd name="connsiteY1110" fmla="*/ 440715 h 1221162"/>
                <a:gd name="connsiteX1111" fmla="*/ 16121 w 1905657"/>
                <a:gd name="connsiteY1111" fmla="*/ 443978 h 1221162"/>
                <a:gd name="connsiteX1112" fmla="*/ 20024 w 1905657"/>
                <a:gd name="connsiteY1112" fmla="*/ 448015 h 1221162"/>
                <a:gd name="connsiteX1113" fmla="*/ 24164 w 1905657"/>
                <a:gd name="connsiteY1113" fmla="*/ 450739 h 1221162"/>
                <a:gd name="connsiteX1114" fmla="*/ 26015 w 1905657"/>
                <a:gd name="connsiteY1114" fmla="*/ 452354 h 1221162"/>
                <a:gd name="connsiteX1115" fmla="*/ 28404 w 1905657"/>
                <a:gd name="connsiteY1115" fmla="*/ 453431 h 1221162"/>
                <a:gd name="connsiteX1116" fmla="*/ 31669 w 1905657"/>
                <a:gd name="connsiteY1116" fmla="*/ 455920 h 1221162"/>
                <a:gd name="connsiteX1117" fmla="*/ 33857 w 1905657"/>
                <a:gd name="connsiteY1117" fmla="*/ 457232 h 1221162"/>
                <a:gd name="connsiteX1118" fmla="*/ 37020 w 1905657"/>
                <a:gd name="connsiteY1118" fmla="*/ 457232 h 1221162"/>
                <a:gd name="connsiteX1119" fmla="*/ 38669 w 1905657"/>
                <a:gd name="connsiteY1119" fmla="*/ 454608 h 1221162"/>
                <a:gd name="connsiteX1120" fmla="*/ 39746 w 1905657"/>
                <a:gd name="connsiteY1120" fmla="*/ 452859 h 1221162"/>
                <a:gd name="connsiteX1121" fmla="*/ 40722 w 1905657"/>
                <a:gd name="connsiteY1121" fmla="*/ 452320 h 1221162"/>
                <a:gd name="connsiteX1122" fmla="*/ 45164 w 1905657"/>
                <a:gd name="connsiteY1122" fmla="*/ 453397 h 1221162"/>
                <a:gd name="connsiteX1123" fmla="*/ 48092 w 1905657"/>
                <a:gd name="connsiteY1123" fmla="*/ 455684 h 1221162"/>
                <a:gd name="connsiteX1124" fmla="*/ 51357 w 1905657"/>
                <a:gd name="connsiteY1124" fmla="*/ 458948 h 1221162"/>
                <a:gd name="connsiteX1125" fmla="*/ 55496 w 1905657"/>
                <a:gd name="connsiteY1125" fmla="*/ 461773 h 1221162"/>
                <a:gd name="connsiteX1126" fmla="*/ 56809 w 1905657"/>
                <a:gd name="connsiteY1126" fmla="*/ 462547 h 1221162"/>
                <a:gd name="connsiteX1127" fmla="*/ 61689 w 1905657"/>
                <a:gd name="connsiteY1127" fmla="*/ 466012 h 1221162"/>
                <a:gd name="connsiteX1128" fmla="*/ 63876 w 1905657"/>
                <a:gd name="connsiteY1128" fmla="*/ 466651 h 1221162"/>
                <a:gd name="connsiteX1129" fmla="*/ 69867 w 1905657"/>
                <a:gd name="connsiteY1129" fmla="*/ 468602 h 1221162"/>
                <a:gd name="connsiteX1130" fmla="*/ 73905 w 1905657"/>
                <a:gd name="connsiteY1130" fmla="*/ 470553 h 1221162"/>
                <a:gd name="connsiteX1131" fmla="*/ 77506 w 1905657"/>
                <a:gd name="connsiteY1131" fmla="*/ 473581 h 1221162"/>
                <a:gd name="connsiteX1132" fmla="*/ 79257 w 1905657"/>
                <a:gd name="connsiteY1132" fmla="*/ 476171 h 1221162"/>
                <a:gd name="connsiteX1133" fmla="*/ 80031 w 1905657"/>
                <a:gd name="connsiteY1133" fmla="*/ 479198 h 1221162"/>
                <a:gd name="connsiteX1134" fmla="*/ 81781 w 1905657"/>
                <a:gd name="connsiteY1134" fmla="*/ 482462 h 1221162"/>
                <a:gd name="connsiteX1135" fmla="*/ 82757 w 1905657"/>
                <a:gd name="connsiteY1135" fmla="*/ 485085 h 1221162"/>
                <a:gd name="connsiteX1136" fmla="*/ 84372 w 1905657"/>
                <a:gd name="connsiteY1136" fmla="*/ 489761 h 1221162"/>
                <a:gd name="connsiteX1137" fmla="*/ 85987 w 1905657"/>
                <a:gd name="connsiteY1137" fmla="*/ 493798 h 1221162"/>
                <a:gd name="connsiteX1138" fmla="*/ 87939 w 1905657"/>
                <a:gd name="connsiteY1138" fmla="*/ 495985 h 1221162"/>
                <a:gd name="connsiteX1139" fmla="*/ 89891 w 1905657"/>
                <a:gd name="connsiteY1139" fmla="*/ 499012 h 1221162"/>
                <a:gd name="connsiteX1140" fmla="*/ 92180 w 1905657"/>
                <a:gd name="connsiteY1140" fmla="*/ 503352 h 1221162"/>
                <a:gd name="connsiteX1141" fmla="*/ 93055 w 1905657"/>
                <a:gd name="connsiteY1141" fmla="*/ 505303 h 1221162"/>
                <a:gd name="connsiteX1142" fmla="*/ 97194 w 1905657"/>
                <a:gd name="connsiteY1142" fmla="*/ 513242 h 1221162"/>
                <a:gd name="connsiteX1143" fmla="*/ 98507 w 1905657"/>
                <a:gd name="connsiteY1143" fmla="*/ 516606 h 1221162"/>
                <a:gd name="connsiteX1144" fmla="*/ 101570 w 1905657"/>
                <a:gd name="connsiteY1144" fmla="*/ 519230 h 1221162"/>
                <a:gd name="connsiteX1145" fmla="*/ 102747 w 1905657"/>
                <a:gd name="connsiteY1145" fmla="*/ 521719 h 1221162"/>
                <a:gd name="connsiteX1146" fmla="*/ 108839 w 1905657"/>
                <a:gd name="connsiteY1146" fmla="*/ 526933 h 1221162"/>
                <a:gd name="connsiteX1147" fmla="*/ 113079 w 1905657"/>
                <a:gd name="connsiteY1147" fmla="*/ 531710 h 1221162"/>
                <a:gd name="connsiteX1148" fmla="*/ 117858 w 1905657"/>
                <a:gd name="connsiteY1148" fmla="*/ 535309 h 1221162"/>
                <a:gd name="connsiteX1149" fmla="*/ 121998 w 1905657"/>
                <a:gd name="connsiteY1149" fmla="*/ 539010 h 1221162"/>
                <a:gd name="connsiteX1150" fmla="*/ 129402 w 1905657"/>
                <a:gd name="connsiteY1150" fmla="*/ 544123 h 1221162"/>
                <a:gd name="connsiteX1151" fmla="*/ 134181 w 1905657"/>
                <a:gd name="connsiteY1151" fmla="*/ 547487 h 1221162"/>
                <a:gd name="connsiteX1152" fmla="*/ 137445 w 1905657"/>
                <a:gd name="connsiteY1152" fmla="*/ 551187 h 1221162"/>
                <a:gd name="connsiteX1153" fmla="*/ 144412 w 1905657"/>
                <a:gd name="connsiteY1153" fmla="*/ 557377 h 1221162"/>
                <a:gd name="connsiteX1154" fmla="*/ 147878 w 1905657"/>
                <a:gd name="connsiteY1154" fmla="*/ 560741 h 1221162"/>
                <a:gd name="connsiteX1155" fmla="*/ 151244 w 1905657"/>
                <a:gd name="connsiteY1155" fmla="*/ 565753 h 1221162"/>
                <a:gd name="connsiteX1156" fmla="*/ 153431 w 1905657"/>
                <a:gd name="connsiteY1156" fmla="*/ 570766 h 1221162"/>
                <a:gd name="connsiteX1157" fmla="*/ 158008 w 1905657"/>
                <a:gd name="connsiteY1157" fmla="*/ 574802 h 1221162"/>
                <a:gd name="connsiteX1158" fmla="*/ 159085 w 1905657"/>
                <a:gd name="connsiteY1158" fmla="*/ 575442 h 1221162"/>
                <a:gd name="connsiteX1159" fmla="*/ 161138 w 1905657"/>
                <a:gd name="connsiteY1159" fmla="*/ 578772 h 1221162"/>
                <a:gd name="connsiteX1160" fmla="*/ 163090 w 1905657"/>
                <a:gd name="connsiteY1160" fmla="*/ 579916 h 1221162"/>
                <a:gd name="connsiteX1161" fmla="*/ 166220 w 1905657"/>
                <a:gd name="connsiteY1161" fmla="*/ 579916 h 1221162"/>
                <a:gd name="connsiteX1162" fmla="*/ 167095 w 1905657"/>
                <a:gd name="connsiteY1162" fmla="*/ 580992 h 1221162"/>
                <a:gd name="connsiteX1163" fmla="*/ 170124 w 1905657"/>
                <a:gd name="connsiteY1163" fmla="*/ 584591 h 1221162"/>
                <a:gd name="connsiteX1164" fmla="*/ 170360 w 1905657"/>
                <a:gd name="connsiteY1164" fmla="*/ 586879 h 1221162"/>
                <a:gd name="connsiteX1165" fmla="*/ 170561 w 1905657"/>
                <a:gd name="connsiteY1165" fmla="*/ 589166 h 1221162"/>
                <a:gd name="connsiteX1166" fmla="*/ 170662 w 1905657"/>
                <a:gd name="connsiteY1166" fmla="*/ 590916 h 1221162"/>
                <a:gd name="connsiteX1167" fmla="*/ 170561 w 1905657"/>
                <a:gd name="connsiteY1167" fmla="*/ 593842 h 1221162"/>
                <a:gd name="connsiteX1168" fmla="*/ 170561 w 1905657"/>
                <a:gd name="connsiteY1168" fmla="*/ 596466 h 1221162"/>
                <a:gd name="connsiteX1169" fmla="*/ 170797 w 1905657"/>
                <a:gd name="connsiteY1169" fmla="*/ 600267 h 1221162"/>
                <a:gd name="connsiteX1170" fmla="*/ 171874 w 1905657"/>
                <a:gd name="connsiteY1170" fmla="*/ 602757 h 1221162"/>
                <a:gd name="connsiteX1171" fmla="*/ 172951 w 1905657"/>
                <a:gd name="connsiteY1171" fmla="*/ 604809 h 1221162"/>
                <a:gd name="connsiteX1172" fmla="*/ 174129 w 1905657"/>
                <a:gd name="connsiteY1172" fmla="*/ 607635 h 1221162"/>
                <a:gd name="connsiteX1173" fmla="*/ 175206 w 1905657"/>
                <a:gd name="connsiteY1173" fmla="*/ 610225 h 1221162"/>
                <a:gd name="connsiteX1174" fmla="*/ 176182 w 1905657"/>
                <a:gd name="connsiteY1174" fmla="*/ 612512 h 1221162"/>
                <a:gd name="connsiteX1175" fmla="*/ 177393 w 1905657"/>
                <a:gd name="connsiteY1175" fmla="*/ 614026 h 1221162"/>
                <a:gd name="connsiteX1176" fmla="*/ 178470 w 1905657"/>
                <a:gd name="connsiteY1176" fmla="*/ 614564 h 1221162"/>
                <a:gd name="connsiteX1177" fmla="*/ 180961 w 1905657"/>
                <a:gd name="connsiteY1177" fmla="*/ 614564 h 1221162"/>
                <a:gd name="connsiteX1178" fmla="*/ 183014 w 1905657"/>
                <a:gd name="connsiteY1178" fmla="*/ 615203 h 1221162"/>
                <a:gd name="connsiteX1179" fmla="*/ 185504 w 1905657"/>
                <a:gd name="connsiteY1179" fmla="*/ 615203 h 1221162"/>
                <a:gd name="connsiteX1180" fmla="*/ 187557 w 1905657"/>
                <a:gd name="connsiteY1180" fmla="*/ 614665 h 1221162"/>
                <a:gd name="connsiteX1181" fmla="*/ 188331 w 1905657"/>
                <a:gd name="connsiteY1181" fmla="*/ 614463 h 1221162"/>
                <a:gd name="connsiteX1182" fmla="*/ 189206 w 1905657"/>
                <a:gd name="connsiteY1182" fmla="*/ 613387 h 1221162"/>
                <a:gd name="connsiteX1183" fmla="*/ 189644 w 1905657"/>
                <a:gd name="connsiteY1183" fmla="*/ 610898 h 1221162"/>
                <a:gd name="connsiteX1184" fmla="*/ 189980 w 1905657"/>
                <a:gd name="connsiteY1184" fmla="*/ 609821 h 1221162"/>
                <a:gd name="connsiteX1185" fmla="*/ 190182 w 1905657"/>
                <a:gd name="connsiteY1185" fmla="*/ 607870 h 1221162"/>
                <a:gd name="connsiteX1186" fmla="*/ 190283 w 1905657"/>
                <a:gd name="connsiteY1186" fmla="*/ 605818 h 1221162"/>
                <a:gd name="connsiteX1187" fmla="*/ 191360 w 1905657"/>
                <a:gd name="connsiteY1187" fmla="*/ 604742 h 1221162"/>
                <a:gd name="connsiteX1188" fmla="*/ 191898 w 1905657"/>
                <a:gd name="connsiteY1188" fmla="*/ 602891 h 1221162"/>
                <a:gd name="connsiteX1189" fmla="*/ 193850 w 1905657"/>
                <a:gd name="connsiteY1189" fmla="*/ 601277 h 1221162"/>
                <a:gd name="connsiteX1190" fmla="*/ 196576 w 1905657"/>
                <a:gd name="connsiteY1190" fmla="*/ 599864 h 1221162"/>
                <a:gd name="connsiteX1191" fmla="*/ 199168 w 1905657"/>
                <a:gd name="connsiteY1191" fmla="*/ 598989 h 1221162"/>
                <a:gd name="connsiteX1192" fmla="*/ 201793 w 1905657"/>
                <a:gd name="connsiteY1192" fmla="*/ 597476 h 1221162"/>
                <a:gd name="connsiteX1193" fmla="*/ 203644 w 1905657"/>
                <a:gd name="connsiteY1193" fmla="*/ 596164 h 1221162"/>
                <a:gd name="connsiteX1194" fmla="*/ 205057 w 1905657"/>
                <a:gd name="connsiteY1194" fmla="*/ 595625 h 1221162"/>
                <a:gd name="connsiteX1195" fmla="*/ 206908 w 1905657"/>
                <a:gd name="connsiteY1195" fmla="*/ 593573 h 1221162"/>
                <a:gd name="connsiteX1196" fmla="*/ 208961 w 1905657"/>
                <a:gd name="connsiteY1196" fmla="*/ 593035 h 1221162"/>
                <a:gd name="connsiteX1197" fmla="*/ 210577 w 1905657"/>
                <a:gd name="connsiteY1197" fmla="*/ 592396 h 1221162"/>
                <a:gd name="connsiteX1198" fmla="*/ 212091 w 1905657"/>
                <a:gd name="connsiteY1198" fmla="*/ 591757 h 1221162"/>
                <a:gd name="connsiteX1199" fmla="*/ 212293 w 1905657"/>
                <a:gd name="connsiteY1199" fmla="*/ 589469 h 1221162"/>
                <a:gd name="connsiteX1200" fmla="*/ 212192 w 1905657"/>
                <a:gd name="connsiteY1200" fmla="*/ 587283 h 1221162"/>
                <a:gd name="connsiteX1201" fmla="*/ 212293 w 1905657"/>
                <a:gd name="connsiteY1201" fmla="*/ 584255 h 1221162"/>
                <a:gd name="connsiteX1202" fmla="*/ 212495 w 1905657"/>
                <a:gd name="connsiteY1202" fmla="*/ 582943 h 1221162"/>
                <a:gd name="connsiteX1203" fmla="*/ 213033 w 1905657"/>
                <a:gd name="connsiteY1203" fmla="*/ 581732 h 1221162"/>
                <a:gd name="connsiteX1204" fmla="*/ 213808 w 1905657"/>
                <a:gd name="connsiteY1204" fmla="*/ 580117 h 1221162"/>
                <a:gd name="connsiteX1205" fmla="*/ 215659 w 1905657"/>
                <a:gd name="connsiteY1205" fmla="*/ 579142 h 1221162"/>
                <a:gd name="connsiteX1206" fmla="*/ 218250 w 1905657"/>
                <a:gd name="connsiteY1206" fmla="*/ 578267 h 1221162"/>
                <a:gd name="connsiteX1207" fmla="*/ 219462 w 1905657"/>
                <a:gd name="connsiteY1207" fmla="*/ 578065 h 1221162"/>
                <a:gd name="connsiteX1208" fmla="*/ 220774 w 1905657"/>
                <a:gd name="connsiteY1208" fmla="*/ 578839 h 1221162"/>
                <a:gd name="connsiteX1209" fmla="*/ 222288 w 1905657"/>
                <a:gd name="connsiteY1209" fmla="*/ 579075 h 1221162"/>
                <a:gd name="connsiteX1210" fmla="*/ 223365 w 1905657"/>
                <a:gd name="connsiteY1210" fmla="*/ 580925 h 1221162"/>
                <a:gd name="connsiteX1211" fmla="*/ 224577 w 1905657"/>
                <a:gd name="connsiteY1211" fmla="*/ 581900 h 1221162"/>
                <a:gd name="connsiteX1212" fmla="*/ 226966 w 1905657"/>
                <a:gd name="connsiteY1212" fmla="*/ 583952 h 1221162"/>
                <a:gd name="connsiteX1213" fmla="*/ 228043 w 1905657"/>
                <a:gd name="connsiteY1213" fmla="*/ 583078 h 1221162"/>
                <a:gd name="connsiteX1214" fmla="*/ 229659 w 1905657"/>
                <a:gd name="connsiteY1214" fmla="*/ 582001 h 1221162"/>
                <a:gd name="connsiteX1215" fmla="*/ 230433 w 1905657"/>
                <a:gd name="connsiteY1215" fmla="*/ 581026 h 1221162"/>
                <a:gd name="connsiteX1216" fmla="*/ 231914 w 1905657"/>
                <a:gd name="connsiteY1216" fmla="*/ 580218 h 1221162"/>
                <a:gd name="connsiteX1217" fmla="*/ 233596 w 1905657"/>
                <a:gd name="connsiteY1217" fmla="*/ 579781 h 1221162"/>
                <a:gd name="connsiteX1218" fmla="*/ 236323 w 1905657"/>
                <a:gd name="connsiteY1218" fmla="*/ 579714 h 1221162"/>
                <a:gd name="connsiteX1219" fmla="*/ 237837 w 1905657"/>
                <a:gd name="connsiteY1219" fmla="*/ 580353 h 1221162"/>
                <a:gd name="connsiteX1220" fmla="*/ 239183 w 1905657"/>
                <a:gd name="connsiteY1220" fmla="*/ 582270 h 1221162"/>
                <a:gd name="connsiteX1221" fmla="*/ 241573 w 1905657"/>
                <a:gd name="connsiteY1221" fmla="*/ 584827 h 1221162"/>
                <a:gd name="connsiteX1222" fmla="*/ 243693 w 1905657"/>
                <a:gd name="connsiteY1222" fmla="*/ 587754 h 1221162"/>
                <a:gd name="connsiteX1223" fmla="*/ 245645 w 1905657"/>
                <a:gd name="connsiteY1223" fmla="*/ 590075 h 1221162"/>
                <a:gd name="connsiteX1224" fmla="*/ 250592 w 1905657"/>
                <a:gd name="connsiteY1224" fmla="*/ 595053 h 1221162"/>
                <a:gd name="connsiteX1225" fmla="*/ 255337 w 1905657"/>
                <a:gd name="connsiteY1225" fmla="*/ 597711 h 1221162"/>
                <a:gd name="connsiteX1226" fmla="*/ 259409 w 1905657"/>
                <a:gd name="connsiteY1226" fmla="*/ 600200 h 1221162"/>
                <a:gd name="connsiteX1227" fmla="*/ 262405 w 1905657"/>
                <a:gd name="connsiteY1227" fmla="*/ 600570 h 1221162"/>
                <a:gd name="connsiteX1228" fmla="*/ 266915 w 1905657"/>
                <a:gd name="connsiteY1228" fmla="*/ 600839 h 1221162"/>
                <a:gd name="connsiteX1229" fmla="*/ 270448 w 1905657"/>
                <a:gd name="connsiteY1229" fmla="*/ 600839 h 1221162"/>
                <a:gd name="connsiteX1230" fmla="*/ 271761 w 1905657"/>
                <a:gd name="connsiteY1230" fmla="*/ 600974 h 1221162"/>
                <a:gd name="connsiteX1231" fmla="*/ 274083 w 1905657"/>
                <a:gd name="connsiteY1231" fmla="*/ 602151 h 1221162"/>
                <a:gd name="connsiteX1232" fmla="*/ 275160 w 1905657"/>
                <a:gd name="connsiteY1232" fmla="*/ 603228 h 1221162"/>
                <a:gd name="connsiteX1233" fmla="*/ 276102 w 1905657"/>
                <a:gd name="connsiteY1233" fmla="*/ 606054 h 1221162"/>
                <a:gd name="connsiteX1234" fmla="*/ 276237 w 1905657"/>
                <a:gd name="connsiteY1234" fmla="*/ 608005 h 1221162"/>
                <a:gd name="connsiteX1235" fmla="*/ 275867 w 1905657"/>
                <a:gd name="connsiteY1235" fmla="*/ 609754 h 1221162"/>
                <a:gd name="connsiteX1236" fmla="*/ 275294 w 1905657"/>
                <a:gd name="connsiteY1236" fmla="*/ 612075 h 1221162"/>
                <a:gd name="connsiteX1237" fmla="*/ 274924 w 1905657"/>
                <a:gd name="connsiteY1237" fmla="*/ 614026 h 1221162"/>
                <a:gd name="connsiteX1238" fmla="*/ 274722 w 1905657"/>
                <a:gd name="connsiteY1238" fmla="*/ 616616 h 1221162"/>
                <a:gd name="connsiteX1239" fmla="*/ 274588 w 1905657"/>
                <a:gd name="connsiteY1239" fmla="*/ 619139 h 1221162"/>
                <a:gd name="connsiteX1240" fmla="*/ 274520 w 1905657"/>
                <a:gd name="connsiteY1240" fmla="*/ 620956 h 1221162"/>
                <a:gd name="connsiteX1241" fmla="*/ 275463 w 1905657"/>
                <a:gd name="connsiteY1241" fmla="*/ 623479 h 1221162"/>
                <a:gd name="connsiteX1242" fmla="*/ 276102 w 1905657"/>
                <a:gd name="connsiteY1242" fmla="*/ 625430 h 1221162"/>
                <a:gd name="connsiteX1243" fmla="*/ 277482 w 1905657"/>
                <a:gd name="connsiteY1243" fmla="*/ 630274 h 1221162"/>
                <a:gd name="connsiteX1244" fmla="*/ 277785 w 1905657"/>
                <a:gd name="connsiteY1244" fmla="*/ 633167 h 1221162"/>
                <a:gd name="connsiteX1245" fmla="*/ 278357 w 1905657"/>
                <a:gd name="connsiteY1245" fmla="*/ 635556 h 1221162"/>
                <a:gd name="connsiteX1246" fmla="*/ 280174 w 1905657"/>
                <a:gd name="connsiteY1246" fmla="*/ 637372 h 1221162"/>
                <a:gd name="connsiteX1247" fmla="*/ 281622 w 1905657"/>
                <a:gd name="connsiteY1247" fmla="*/ 639390 h 1221162"/>
                <a:gd name="connsiteX1248" fmla="*/ 282429 w 1905657"/>
                <a:gd name="connsiteY1248" fmla="*/ 639895 h 1221162"/>
                <a:gd name="connsiteX1249" fmla="*/ 284886 w 1905657"/>
                <a:gd name="connsiteY1249" fmla="*/ 641207 h 1221162"/>
                <a:gd name="connsiteX1250" fmla="*/ 286973 w 1905657"/>
                <a:gd name="connsiteY1250" fmla="*/ 642519 h 1221162"/>
                <a:gd name="connsiteX1251" fmla="*/ 290002 w 1905657"/>
                <a:gd name="connsiteY1251" fmla="*/ 643966 h 1221162"/>
                <a:gd name="connsiteX1252" fmla="*/ 293905 w 1905657"/>
                <a:gd name="connsiteY1252" fmla="*/ 646421 h 1221162"/>
                <a:gd name="connsiteX1253" fmla="*/ 297877 w 1905657"/>
                <a:gd name="connsiteY1253" fmla="*/ 649045 h 1221162"/>
                <a:gd name="connsiteX1254" fmla="*/ 302285 w 1905657"/>
                <a:gd name="connsiteY1254" fmla="*/ 652745 h 1221162"/>
                <a:gd name="connsiteX1255" fmla="*/ 303531 w 1905657"/>
                <a:gd name="connsiteY1255" fmla="*/ 655134 h 1221162"/>
                <a:gd name="connsiteX1256" fmla="*/ 306290 w 1905657"/>
                <a:gd name="connsiteY1256" fmla="*/ 660045 h 1221162"/>
                <a:gd name="connsiteX1257" fmla="*/ 310497 w 1905657"/>
                <a:gd name="connsiteY1257" fmla="*/ 665999 h 1221162"/>
                <a:gd name="connsiteX1258" fmla="*/ 312685 w 1905657"/>
                <a:gd name="connsiteY1258" fmla="*/ 669767 h 1221162"/>
                <a:gd name="connsiteX1259" fmla="*/ 314435 w 1905657"/>
                <a:gd name="connsiteY1259" fmla="*/ 673333 h 1221162"/>
                <a:gd name="connsiteX1260" fmla="*/ 314805 w 1905657"/>
                <a:gd name="connsiteY1260" fmla="*/ 677807 h 1221162"/>
                <a:gd name="connsiteX1261" fmla="*/ 314805 w 1905657"/>
                <a:gd name="connsiteY1261" fmla="*/ 681642 h 1221162"/>
                <a:gd name="connsiteX1262" fmla="*/ 317262 w 1905657"/>
                <a:gd name="connsiteY1262" fmla="*/ 684669 h 1221162"/>
                <a:gd name="connsiteX1263" fmla="*/ 320223 w 1905657"/>
                <a:gd name="connsiteY1263" fmla="*/ 687630 h 1221162"/>
                <a:gd name="connsiteX1264" fmla="*/ 325137 w 1905657"/>
                <a:gd name="connsiteY1264" fmla="*/ 690893 h 1221162"/>
                <a:gd name="connsiteX1265" fmla="*/ 329041 w 1905657"/>
                <a:gd name="connsiteY1265" fmla="*/ 693079 h 1221162"/>
                <a:gd name="connsiteX1266" fmla="*/ 336075 w 1905657"/>
                <a:gd name="connsiteY1266" fmla="*/ 696981 h 1221162"/>
                <a:gd name="connsiteX1267" fmla="*/ 340349 w 1905657"/>
                <a:gd name="connsiteY1267" fmla="*/ 701254 h 1221162"/>
                <a:gd name="connsiteX1268" fmla="*/ 344993 w 1905657"/>
                <a:gd name="connsiteY1268" fmla="*/ 705257 h 1221162"/>
                <a:gd name="connsiteX1269" fmla="*/ 348460 w 1905657"/>
                <a:gd name="connsiteY1269" fmla="*/ 708015 h 1221162"/>
                <a:gd name="connsiteX1270" fmla="*/ 353373 w 1905657"/>
                <a:gd name="connsiteY1270" fmla="*/ 709765 h 1221162"/>
                <a:gd name="connsiteX1271" fmla="*/ 357210 w 1905657"/>
                <a:gd name="connsiteY1271" fmla="*/ 709765 h 1221162"/>
                <a:gd name="connsiteX1272" fmla="*/ 359296 w 1905657"/>
                <a:gd name="connsiteY1272" fmla="*/ 711211 h 1221162"/>
                <a:gd name="connsiteX1273" fmla="*/ 361181 w 1905657"/>
                <a:gd name="connsiteY1273" fmla="*/ 713667 h 1221162"/>
                <a:gd name="connsiteX1274" fmla="*/ 363066 w 1905657"/>
                <a:gd name="connsiteY1274" fmla="*/ 716560 h 1221162"/>
                <a:gd name="connsiteX1275" fmla="*/ 364075 w 1905657"/>
                <a:gd name="connsiteY1275" fmla="*/ 720462 h 1221162"/>
                <a:gd name="connsiteX1276" fmla="*/ 364950 w 1905657"/>
                <a:gd name="connsiteY1276" fmla="*/ 724230 h 1221162"/>
                <a:gd name="connsiteX1277" fmla="*/ 365455 w 1905657"/>
                <a:gd name="connsiteY1277" fmla="*/ 726483 h 1221162"/>
                <a:gd name="connsiteX1278" fmla="*/ 366768 w 1905657"/>
                <a:gd name="connsiteY1278" fmla="*/ 728636 h 1221162"/>
                <a:gd name="connsiteX1279" fmla="*/ 367845 w 1905657"/>
                <a:gd name="connsiteY1279" fmla="*/ 734860 h 1221162"/>
                <a:gd name="connsiteX1280" fmla="*/ 368282 w 1905657"/>
                <a:gd name="connsiteY1280" fmla="*/ 737114 h 1221162"/>
                <a:gd name="connsiteX1281" fmla="*/ 371816 w 1905657"/>
                <a:gd name="connsiteY1281" fmla="*/ 739435 h 1221162"/>
                <a:gd name="connsiteX1282" fmla="*/ 373128 w 1905657"/>
                <a:gd name="connsiteY1282" fmla="*/ 742900 h 1221162"/>
                <a:gd name="connsiteX1283" fmla="*/ 374710 w 1905657"/>
                <a:gd name="connsiteY1283" fmla="*/ 747475 h 1221162"/>
                <a:gd name="connsiteX1284" fmla="*/ 375148 w 1905657"/>
                <a:gd name="connsiteY1284" fmla="*/ 751679 h 1221162"/>
                <a:gd name="connsiteX1285" fmla="*/ 375518 w 1905657"/>
                <a:gd name="connsiteY1285" fmla="*/ 754135 h 1221162"/>
                <a:gd name="connsiteX1286" fmla="*/ 376460 w 1905657"/>
                <a:gd name="connsiteY1286" fmla="*/ 756725 h 1221162"/>
                <a:gd name="connsiteX1287" fmla="*/ 377403 w 1905657"/>
                <a:gd name="connsiteY1287" fmla="*/ 759114 h 1221162"/>
                <a:gd name="connsiteX1288" fmla="*/ 379422 w 1905657"/>
                <a:gd name="connsiteY1288" fmla="*/ 762377 h 1221162"/>
                <a:gd name="connsiteX1289" fmla="*/ 380566 w 1905657"/>
                <a:gd name="connsiteY1289" fmla="*/ 764194 h 1221162"/>
                <a:gd name="connsiteX1290" fmla="*/ 383965 w 1905657"/>
                <a:gd name="connsiteY1290" fmla="*/ 766077 h 1221162"/>
                <a:gd name="connsiteX1291" fmla="*/ 385850 w 1905657"/>
                <a:gd name="connsiteY1291" fmla="*/ 766077 h 1221162"/>
                <a:gd name="connsiteX1292" fmla="*/ 388475 w 1905657"/>
                <a:gd name="connsiteY1292" fmla="*/ 766077 h 1221162"/>
                <a:gd name="connsiteX1293" fmla="*/ 389989 w 1905657"/>
                <a:gd name="connsiteY1293" fmla="*/ 765640 h 1221162"/>
                <a:gd name="connsiteX1294" fmla="*/ 391504 w 1905657"/>
                <a:gd name="connsiteY1294" fmla="*/ 765135 h 1221162"/>
                <a:gd name="connsiteX1295" fmla="*/ 393186 w 1905657"/>
                <a:gd name="connsiteY1295" fmla="*/ 764833 h 1221162"/>
                <a:gd name="connsiteX1296" fmla="*/ 395273 w 1905657"/>
                <a:gd name="connsiteY1296" fmla="*/ 764631 h 1221162"/>
                <a:gd name="connsiteX1297" fmla="*/ 396855 w 1905657"/>
                <a:gd name="connsiteY1297" fmla="*/ 765001 h 1221162"/>
                <a:gd name="connsiteX1298" fmla="*/ 398100 w 1905657"/>
                <a:gd name="connsiteY1298" fmla="*/ 764934 h 1221162"/>
                <a:gd name="connsiteX1299" fmla="*/ 400490 w 1905657"/>
                <a:gd name="connsiteY1299" fmla="*/ 764362 h 1221162"/>
                <a:gd name="connsiteX1300" fmla="*/ 402576 w 1905657"/>
                <a:gd name="connsiteY1300" fmla="*/ 763218 h 1221162"/>
                <a:gd name="connsiteX1301" fmla="*/ 403889 w 1905657"/>
                <a:gd name="connsiteY1301" fmla="*/ 762343 h 1221162"/>
                <a:gd name="connsiteX1302" fmla="*/ 405773 w 1905657"/>
                <a:gd name="connsiteY1302" fmla="*/ 761536 h 1221162"/>
                <a:gd name="connsiteX1303" fmla="*/ 409475 w 1905657"/>
                <a:gd name="connsiteY1303" fmla="*/ 760729 h 1221162"/>
                <a:gd name="connsiteX1304" fmla="*/ 414692 w 1905657"/>
                <a:gd name="connsiteY1304" fmla="*/ 760594 h 1221162"/>
                <a:gd name="connsiteX1305" fmla="*/ 417014 w 1905657"/>
                <a:gd name="connsiteY1305" fmla="*/ 760527 h 1221162"/>
                <a:gd name="connsiteX1306" fmla="*/ 421288 w 1905657"/>
                <a:gd name="connsiteY1306" fmla="*/ 760661 h 1221162"/>
                <a:gd name="connsiteX1307" fmla="*/ 427077 w 1905657"/>
                <a:gd name="connsiteY1307" fmla="*/ 764194 h 1221162"/>
                <a:gd name="connsiteX1308" fmla="*/ 429163 w 1905657"/>
                <a:gd name="connsiteY1308" fmla="*/ 764126 h 1221162"/>
                <a:gd name="connsiteX1309" fmla="*/ 433067 w 1905657"/>
                <a:gd name="connsiteY1309" fmla="*/ 766245 h 1221162"/>
                <a:gd name="connsiteX1310" fmla="*/ 434885 w 1905657"/>
                <a:gd name="connsiteY1310" fmla="*/ 768331 h 1221162"/>
                <a:gd name="connsiteX1311" fmla="*/ 435961 w 1905657"/>
                <a:gd name="connsiteY1311" fmla="*/ 770013 h 1221162"/>
                <a:gd name="connsiteX1312" fmla="*/ 436601 w 1905657"/>
                <a:gd name="connsiteY1312" fmla="*/ 771527 h 1221162"/>
                <a:gd name="connsiteX1313" fmla="*/ 437173 w 1905657"/>
                <a:gd name="connsiteY1313" fmla="*/ 773041 h 1221162"/>
                <a:gd name="connsiteX1314" fmla="*/ 437308 w 1905657"/>
                <a:gd name="connsiteY1314" fmla="*/ 774353 h 1221162"/>
                <a:gd name="connsiteX1315" fmla="*/ 437812 w 1905657"/>
                <a:gd name="connsiteY1315" fmla="*/ 776808 h 1221162"/>
                <a:gd name="connsiteX1316" fmla="*/ 439394 w 1905657"/>
                <a:gd name="connsiteY1316" fmla="*/ 780206 h 1221162"/>
                <a:gd name="connsiteX1317" fmla="*/ 440034 w 1905657"/>
                <a:gd name="connsiteY1317" fmla="*/ 783974 h 1221162"/>
                <a:gd name="connsiteX1318" fmla="*/ 440303 w 1905657"/>
                <a:gd name="connsiteY1318" fmla="*/ 789188 h 1221162"/>
                <a:gd name="connsiteX1319" fmla="*/ 439832 w 1905657"/>
                <a:gd name="connsiteY1319" fmla="*/ 792653 h 1221162"/>
                <a:gd name="connsiteX1320" fmla="*/ 439832 w 1905657"/>
                <a:gd name="connsiteY1320" fmla="*/ 798069 h 1221162"/>
                <a:gd name="connsiteX1321" fmla="*/ 440269 w 1905657"/>
                <a:gd name="connsiteY1321" fmla="*/ 805671 h 1221162"/>
                <a:gd name="connsiteX1322" fmla="*/ 441043 w 1905657"/>
                <a:gd name="connsiteY1322" fmla="*/ 812096 h 1221162"/>
                <a:gd name="connsiteX1323" fmla="*/ 441279 w 1905657"/>
                <a:gd name="connsiteY1323" fmla="*/ 815359 h 1221162"/>
                <a:gd name="connsiteX1324" fmla="*/ 444207 w 1905657"/>
                <a:gd name="connsiteY1324" fmla="*/ 821011 h 1221162"/>
                <a:gd name="connsiteX1325" fmla="*/ 445957 w 1905657"/>
                <a:gd name="connsiteY1325" fmla="*/ 821885 h 1221162"/>
                <a:gd name="connsiteX1326" fmla="*/ 447471 w 1905657"/>
                <a:gd name="connsiteY1326" fmla="*/ 824375 h 1221162"/>
                <a:gd name="connsiteX1327" fmla="*/ 450096 w 1905657"/>
                <a:gd name="connsiteY1327" fmla="*/ 828714 h 1221162"/>
                <a:gd name="connsiteX1328" fmla="*/ 454539 w 1905657"/>
                <a:gd name="connsiteY1328" fmla="*/ 830901 h 1221162"/>
                <a:gd name="connsiteX1329" fmla="*/ 456592 w 1905657"/>
                <a:gd name="connsiteY1329" fmla="*/ 833390 h 1221162"/>
                <a:gd name="connsiteX1330" fmla="*/ 456794 w 1905657"/>
                <a:gd name="connsiteY1330" fmla="*/ 836216 h 1221162"/>
                <a:gd name="connsiteX1331" fmla="*/ 457231 w 1905657"/>
                <a:gd name="connsiteY1331" fmla="*/ 838604 h 1221162"/>
                <a:gd name="connsiteX1332" fmla="*/ 463222 w 1905657"/>
                <a:gd name="connsiteY1332" fmla="*/ 841094 h 1221162"/>
                <a:gd name="connsiteX1333" fmla="*/ 467227 w 1905657"/>
                <a:gd name="connsiteY1333" fmla="*/ 843482 h 1221162"/>
                <a:gd name="connsiteX1334" fmla="*/ 468539 w 1905657"/>
                <a:gd name="connsiteY1334" fmla="*/ 843482 h 1221162"/>
                <a:gd name="connsiteX1335" fmla="*/ 469852 w 1905657"/>
                <a:gd name="connsiteY1335" fmla="*/ 845870 h 1221162"/>
                <a:gd name="connsiteX1336" fmla="*/ 471265 w 1905657"/>
                <a:gd name="connsiteY1336" fmla="*/ 849470 h 1221162"/>
                <a:gd name="connsiteX1337" fmla="*/ 476482 w 1905657"/>
                <a:gd name="connsiteY1337" fmla="*/ 855323 h 1221162"/>
                <a:gd name="connsiteX1338" fmla="*/ 480285 w 1905657"/>
                <a:gd name="connsiteY1338" fmla="*/ 860436 h 1221162"/>
                <a:gd name="connsiteX1339" fmla="*/ 483448 w 1905657"/>
                <a:gd name="connsiteY1339" fmla="*/ 864036 h 1221162"/>
                <a:gd name="connsiteX1340" fmla="*/ 487891 w 1905657"/>
                <a:gd name="connsiteY1340" fmla="*/ 865247 h 1221162"/>
                <a:gd name="connsiteX1341" fmla="*/ 491256 w 1905657"/>
                <a:gd name="connsiteY1341" fmla="*/ 865247 h 1221162"/>
                <a:gd name="connsiteX1342" fmla="*/ 496371 w 1905657"/>
                <a:gd name="connsiteY1342" fmla="*/ 867534 h 1221162"/>
                <a:gd name="connsiteX1343" fmla="*/ 498996 w 1905657"/>
                <a:gd name="connsiteY1343" fmla="*/ 866996 h 1221162"/>
                <a:gd name="connsiteX1344" fmla="*/ 500073 w 1905657"/>
                <a:gd name="connsiteY1344" fmla="*/ 866021 h 1221162"/>
                <a:gd name="connsiteX1345" fmla="*/ 501824 w 1905657"/>
                <a:gd name="connsiteY1345" fmla="*/ 865381 h 1221162"/>
                <a:gd name="connsiteX1346" fmla="*/ 503237 w 1905657"/>
                <a:gd name="connsiteY1346" fmla="*/ 864170 h 1221162"/>
                <a:gd name="connsiteX1347" fmla="*/ 504011 w 1905657"/>
                <a:gd name="connsiteY1347" fmla="*/ 863397 h 1221162"/>
                <a:gd name="connsiteX1348" fmla="*/ 505761 w 1905657"/>
                <a:gd name="connsiteY1348" fmla="*/ 862085 h 1221162"/>
                <a:gd name="connsiteX1349" fmla="*/ 506838 w 1905657"/>
                <a:gd name="connsiteY1349" fmla="*/ 861042 h 1221162"/>
                <a:gd name="connsiteX1350" fmla="*/ 508083 w 1905657"/>
                <a:gd name="connsiteY1350" fmla="*/ 860235 h 1221162"/>
                <a:gd name="connsiteX1351" fmla="*/ 510843 w 1905657"/>
                <a:gd name="connsiteY1351" fmla="*/ 859999 h 1221162"/>
                <a:gd name="connsiteX1352" fmla="*/ 513434 w 1905657"/>
                <a:gd name="connsiteY1352" fmla="*/ 859932 h 1221162"/>
                <a:gd name="connsiteX1353" fmla="*/ 515386 w 1905657"/>
                <a:gd name="connsiteY1353" fmla="*/ 860033 h 1221162"/>
                <a:gd name="connsiteX1354" fmla="*/ 516362 w 1905657"/>
                <a:gd name="connsiteY1354" fmla="*/ 860504 h 1221162"/>
                <a:gd name="connsiteX1355" fmla="*/ 517506 w 1905657"/>
                <a:gd name="connsiteY1355" fmla="*/ 861479 h 1221162"/>
                <a:gd name="connsiteX1356" fmla="*/ 518718 w 1905657"/>
                <a:gd name="connsiteY1356" fmla="*/ 862623 h 1221162"/>
                <a:gd name="connsiteX1357" fmla="*/ 519930 w 1905657"/>
                <a:gd name="connsiteY1357" fmla="*/ 864036 h 1221162"/>
                <a:gd name="connsiteX1358" fmla="*/ 520704 w 1905657"/>
                <a:gd name="connsiteY1358" fmla="*/ 865516 h 1221162"/>
                <a:gd name="connsiteX1359" fmla="*/ 520872 w 1905657"/>
                <a:gd name="connsiteY1359" fmla="*/ 867467 h 1221162"/>
                <a:gd name="connsiteX1360" fmla="*/ 520805 w 1905657"/>
                <a:gd name="connsiteY1360" fmla="*/ 868880 h 1221162"/>
                <a:gd name="connsiteX1361" fmla="*/ 520434 w 1905657"/>
                <a:gd name="connsiteY1361" fmla="*/ 870192 h 1221162"/>
                <a:gd name="connsiteX1362" fmla="*/ 519660 w 1905657"/>
                <a:gd name="connsiteY1362" fmla="*/ 871538 h 1221162"/>
                <a:gd name="connsiteX1363" fmla="*/ 518718 w 1905657"/>
                <a:gd name="connsiteY1363" fmla="*/ 873152 h 1221162"/>
                <a:gd name="connsiteX1364" fmla="*/ 517675 w 1905657"/>
                <a:gd name="connsiteY1364" fmla="*/ 874195 h 1221162"/>
                <a:gd name="connsiteX1365" fmla="*/ 517136 w 1905657"/>
                <a:gd name="connsiteY1365" fmla="*/ 875103 h 1221162"/>
                <a:gd name="connsiteX1366" fmla="*/ 512997 w 1905657"/>
                <a:gd name="connsiteY1366" fmla="*/ 877660 h 1221162"/>
                <a:gd name="connsiteX1367" fmla="*/ 511516 w 1905657"/>
                <a:gd name="connsiteY1367" fmla="*/ 879510 h 1221162"/>
                <a:gd name="connsiteX1368" fmla="*/ 510977 w 1905657"/>
                <a:gd name="connsiteY1368" fmla="*/ 879947 h 1221162"/>
                <a:gd name="connsiteX1369" fmla="*/ 510271 w 1905657"/>
                <a:gd name="connsiteY1369" fmla="*/ 881360 h 1221162"/>
                <a:gd name="connsiteX1370" fmla="*/ 509934 w 1905657"/>
                <a:gd name="connsiteY1370" fmla="*/ 882605 h 1221162"/>
                <a:gd name="connsiteX1371" fmla="*/ 509564 w 1905657"/>
                <a:gd name="connsiteY1371" fmla="*/ 884287 h 1221162"/>
                <a:gd name="connsiteX1372" fmla="*/ 509396 w 1905657"/>
                <a:gd name="connsiteY1372" fmla="*/ 886238 h 1221162"/>
                <a:gd name="connsiteX1373" fmla="*/ 509396 w 1905657"/>
                <a:gd name="connsiteY1373" fmla="*/ 888425 h 1221162"/>
                <a:gd name="connsiteX1374" fmla="*/ 509396 w 1905657"/>
                <a:gd name="connsiteY1374" fmla="*/ 890174 h 1221162"/>
                <a:gd name="connsiteX1375" fmla="*/ 509497 w 1905657"/>
                <a:gd name="connsiteY1375" fmla="*/ 892899 h 1221162"/>
                <a:gd name="connsiteX1376" fmla="*/ 510708 w 1905657"/>
                <a:gd name="connsiteY1376" fmla="*/ 895018 h 1221162"/>
                <a:gd name="connsiteX1377" fmla="*/ 511785 w 1905657"/>
                <a:gd name="connsiteY1377" fmla="*/ 896599 h 1221162"/>
                <a:gd name="connsiteX1378" fmla="*/ 512997 w 1905657"/>
                <a:gd name="connsiteY1378" fmla="*/ 898079 h 1221162"/>
                <a:gd name="connsiteX1379" fmla="*/ 515555 w 1905657"/>
                <a:gd name="connsiteY1379" fmla="*/ 899324 h 1221162"/>
                <a:gd name="connsiteX1380" fmla="*/ 517742 w 1905657"/>
                <a:gd name="connsiteY1380" fmla="*/ 900804 h 1221162"/>
                <a:gd name="connsiteX1381" fmla="*/ 519425 w 1905657"/>
                <a:gd name="connsiteY1381" fmla="*/ 901410 h 1221162"/>
                <a:gd name="connsiteX1382" fmla="*/ 521040 w 1905657"/>
                <a:gd name="connsiteY1382" fmla="*/ 902183 h 1221162"/>
                <a:gd name="connsiteX1383" fmla="*/ 523598 w 1905657"/>
                <a:gd name="connsiteY1383" fmla="*/ 903260 h 1221162"/>
                <a:gd name="connsiteX1384" fmla="*/ 525920 w 1905657"/>
                <a:gd name="connsiteY1384" fmla="*/ 903260 h 1221162"/>
                <a:gd name="connsiteX1385" fmla="*/ 528209 w 1905657"/>
                <a:gd name="connsiteY1385" fmla="*/ 903260 h 1221162"/>
                <a:gd name="connsiteX1386" fmla="*/ 529387 w 1905657"/>
                <a:gd name="connsiteY1386" fmla="*/ 903260 h 1221162"/>
                <a:gd name="connsiteX1387" fmla="*/ 532920 w 1905657"/>
                <a:gd name="connsiteY1387" fmla="*/ 903596 h 1221162"/>
                <a:gd name="connsiteX1388" fmla="*/ 534771 w 1905657"/>
                <a:gd name="connsiteY1388" fmla="*/ 903865 h 1221162"/>
                <a:gd name="connsiteX1389" fmla="*/ 536353 w 1905657"/>
                <a:gd name="connsiteY1389" fmla="*/ 904773 h 1221162"/>
                <a:gd name="connsiteX1390" fmla="*/ 539618 w 1905657"/>
                <a:gd name="connsiteY1390" fmla="*/ 904134 h 1221162"/>
                <a:gd name="connsiteX1391" fmla="*/ 541368 w 1905657"/>
                <a:gd name="connsiteY1391" fmla="*/ 904269 h 1221162"/>
                <a:gd name="connsiteX1392" fmla="*/ 543252 w 1905657"/>
                <a:gd name="connsiteY1392" fmla="*/ 904773 h 1221162"/>
                <a:gd name="connsiteX1393" fmla="*/ 545642 w 1905657"/>
                <a:gd name="connsiteY1393" fmla="*/ 906590 h 1221162"/>
                <a:gd name="connsiteX1394" fmla="*/ 546651 w 1905657"/>
                <a:gd name="connsiteY1394" fmla="*/ 909113 h 1221162"/>
                <a:gd name="connsiteX1395" fmla="*/ 547224 w 1905657"/>
                <a:gd name="connsiteY1395" fmla="*/ 910997 h 1221162"/>
                <a:gd name="connsiteX1396" fmla="*/ 547022 w 1905657"/>
                <a:gd name="connsiteY1396" fmla="*/ 914899 h 1221162"/>
                <a:gd name="connsiteX1397" fmla="*/ 549411 w 1905657"/>
                <a:gd name="connsiteY1397" fmla="*/ 916985 h 1221162"/>
                <a:gd name="connsiteX1398" fmla="*/ 553820 w 1905657"/>
                <a:gd name="connsiteY1398" fmla="*/ 916346 h 1221162"/>
                <a:gd name="connsiteX1399" fmla="*/ 557017 w 1905657"/>
                <a:gd name="connsiteY1399" fmla="*/ 915034 h 1221162"/>
                <a:gd name="connsiteX1400" fmla="*/ 558094 w 1905657"/>
                <a:gd name="connsiteY1400" fmla="*/ 913890 h 1221162"/>
                <a:gd name="connsiteX1401" fmla="*/ 560180 w 1905657"/>
                <a:gd name="connsiteY1401" fmla="*/ 912645 h 1221162"/>
                <a:gd name="connsiteX1402" fmla="*/ 561190 w 1905657"/>
                <a:gd name="connsiteY1402" fmla="*/ 910627 h 1221162"/>
                <a:gd name="connsiteX1403" fmla="*/ 561628 w 1905657"/>
                <a:gd name="connsiteY1403" fmla="*/ 909618 h 1221162"/>
                <a:gd name="connsiteX1404" fmla="*/ 564017 w 1905657"/>
                <a:gd name="connsiteY1404" fmla="*/ 910122 h 1221162"/>
                <a:gd name="connsiteX1405" fmla="*/ 564724 w 1905657"/>
                <a:gd name="connsiteY1405" fmla="*/ 911199 h 1221162"/>
                <a:gd name="connsiteX1406" fmla="*/ 565060 w 1905657"/>
                <a:gd name="connsiteY1406" fmla="*/ 914092 h 1221162"/>
                <a:gd name="connsiteX1407" fmla="*/ 565060 w 1905657"/>
                <a:gd name="connsiteY1407" fmla="*/ 916278 h 1221162"/>
                <a:gd name="connsiteX1408" fmla="*/ 566003 w 1905657"/>
                <a:gd name="connsiteY1408" fmla="*/ 919037 h 1221162"/>
                <a:gd name="connsiteX1409" fmla="*/ 566137 w 1905657"/>
                <a:gd name="connsiteY1409" fmla="*/ 923073 h 1221162"/>
                <a:gd name="connsiteX1410" fmla="*/ 566272 w 1905657"/>
                <a:gd name="connsiteY1410" fmla="*/ 924587 h 1221162"/>
                <a:gd name="connsiteX1411" fmla="*/ 567080 w 1905657"/>
                <a:gd name="connsiteY1411" fmla="*/ 928153 h 1221162"/>
                <a:gd name="connsiteX1412" fmla="*/ 567887 w 1905657"/>
                <a:gd name="connsiteY1412" fmla="*/ 931853 h 1221162"/>
                <a:gd name="connsiteX1413" fmla="*/ 570344 w 1905657"/>
                <a:gd name="connsiteY1413" fmla="*/ 934814 h 1221162"/>
                <a:gd name="connsiteX1414" fmla="*/ 572229 w 1905657"/>
                <a:gd name="connsiteY1414" fmla="*/ 935957 h 1221162"/>
                <a:gd name="connsiteX1415" fmla="*/ 575493 w 1905657"/>
                <a:gd name="connsiteY1415" fmla="*/ 939422 h 1221162"/>
                <a:gd name="connsiteX1416" fmla="*/ 577816 w 1905657"/>
                <a:gd name="connsiteY1416" fmla="*/ 942618 h 1221162"/>
                <a:gd name="connsiteX1417" fmla="*/ 578522 w 1905657"/>
                <a:gd name="connsiteY1417" fmla="*/ 947092 h 1221162"/>
                <a:gd name="connsiteX1418" fmla="*/ 579027 w 1905657"/>
                <a:gd name="connsiteY1418" fmla="*/ 950860 h 1221162"/>
                <a:gd name="connsiteX1419" fmla="*/ 578960 w 1905657"/>
                <a:gd name="connsiteY1419" fmla="*/ 953618 h 1221162"/>
                <a:gd name="connsiteX1420" fmla="*/ 578960 w 1905657"/>
                <a:gd name="connsiteY1420" fmla="*/ 959707 h 1221162"/>
                <a:gd name="connsiteX1421" fmla="*/ 579700 w 1905657"/>
                <a:gd name="connsiteY1421" fmla="*/ 962466 h 1221162"/>
                <a:gd name="connsiteX1422" fmla="*/ 580441 w 1905657"/>
                <a:gd name="connsiteY1422" fmla="*/ 964484 h 1221162"/>
                <a:gd name="connsiteX1423" fmla="*/ 582325 w 1905657"/>
                <a:gd name="connsiteY1423" fmla="*/ 969395 h 1221162"/>
                <a:gd name="connsiteX1424" fmla="*/ 586801 w 1905657"/>
                <a:gd name="connsiteY1424" fmla="*/ 969160 h 1221162"/>
                <a:gd name="connsiteX1425" fmla="*/ 589292 w 1905657"/>
                <a:gd name="connsiteY1425" fmla="*/ 967108 h 1221162"/>
                <a:gd name="connsiteX1426" fmla="*/ 589999 w 1905657"/>
                <a:gd name="connsiteY1426" fmla="*/ 964181 h 1221162"/>
                <a:gd name="connsiteX1427" fmla="*/ 591244 w 1905657"/>
                <a:gd name="connsiteY1427" fmla="*/ 960380 h 1221162"/>
                <a:gd name="connsiteX1428" fmla="*/ 591614 w 1905657"/>
                <a:gd name="connsiteY1428" fmla="*/ 957991 h 1221162"/>
                <a:gd name="connsiteX1429" fmla="*/ 591984 w 1905657"/>
                <a:gd name="connsiteY1429" fmla="*/ 956579 h 1221162"/>
                <a:gd name="connsiteX1430" fmla="*/ 592523 w 1905657"/>
                <a:gd name="connsiteY1430" fmla="*/ 954728 h 1221162"/>
                <a:gd name="connsiteX1431" fmla="*/ 593431 w 1905657"/>
                <a:gd name="connsiteY1431" fmla="*/ 952979 h 1221162"/>
                <a:gd name="connsiteX1432" fmla="*/ 593801 w 1905657"/>
                <a:gd name="connsiteY1432" fmla="*/ 951667 h 1221162"/>
                <a:gd name="connsiteX1433" fmla="*/ 594239 w 1905657"/>
                <a:gd name="connsiteY1433" fmla="*/ 950792 h 1221162"/>
                <a:gd name="connsiteX1434" fmla="*/ 595753 w 1905657"/>
                <a:gd name="connsiteY1434" fmla="*/ 948068 h 1221162"/>
                <a:gd name="connsiteX1435" fmla="*/ 596830 w 1905657"/>
                <a:gd name="connsiteY1435" fmla="*/ 946554 h 1221162"/>
                <a:gd name="connsiteX1436" fmla="*/ 598715 w 1905657"/>
                <a:gd name="connsiteY1436" fmla="*/ 944603 h 1221162"/>
                <a:gd name="connsiteX1437" fmla="*/ 599624 w 1905657"/>
                <a:gd name="connsiteY1437" fmla="*/ 943459 h 1221162"/>
                <a:gd name="connsiteX1438" fmla="*/ 600330 w 1905657"/>
                <a:gd name="connsiteY1438" fmla="*/ 942517 h 1221162"/>
                <a:gd name="connsiteX1439" fmla="*/ 601306 w 1905657"/>
                <a:gd name="connsiteY1439" fmla="*/ 941205 h 1221162"/>
                <a:gd name="connsiteX1440" fmla="*/ 602720 w 1905657"/>
                <a:gd name="connsiteY1440" fmla="*/ 940129 h 1221162"/>
                <a:gd name="connsiteX1441" fmla="*/ 604032 w 1905657"/>
                <a:gd name="connsiteY1441" fmla="*/ 939591 h 1221162"/>
                <a:gd name="connsiteX1442" fmla="*/ 605278 w 1905657"/>
                <a:gd name="connsiteY1442" fmla="*/ 939658 h 1221162"/>
                <a:gd name="connsiteX1443" fmla="*/ 606186 w 1905657"/>
                <a:gd name="connsiteY1443" fmla="*/ 940095 h 1221162"/>
                <a:gd name="connsiteX1444" fmla="*/ 607095 w 1905657"/>
                <a:gd name="connsiteY1444" fmla="*/ 942046 h 1221162"/>
                <a:gd name="connsiteX1445" fmla="*/ 607533 w 1905657"/>
                <a:gd name="connsiteY1445" fmla="*/ 945915 h 1221162"/>
                <a:gd name="connsiteX1446" fmla="*/ 607600 w 1905657"/>
                <a:gd name="connsiteY1446" fmla="*/ 947496 h 1221162"/>
                <a:gd name="connsiteX1447" fmla="*/ 607499 w 1905657"/>
                <a:gd name="connsiteY1447" fmla="*/ 950422 h 1221162"/>
                <a:gd name="connsiteX1448" fmla="*/ 607297 w 1905657"/>
                <a:gd name="connsiteY1448" fmla="*/ 952172 h 1221162"/>
                <a:gd name="connsiteX1449" fmla="*/ 606657 w 1905657"/>
                <a:gd name="connsiteY1449" fmla="*/ 954661 h 1221162"/>
                <a:gd name="connsiteX1450" fmla="*/ 606557 w 1905657"/>
                <a:gd name="connsiteY1450" fmla="*/ 955973 h 1221162"/>
                <a:gd name="connsiteX1451" fmla="*/ 606052 w 1905657"/>
                <a:gd name="connsiteY1451" fmla="*/ 957285 h 1221162"/>
                <a:gd name="connsiteX1452" fmla="*/ 605850 w 1905657"/>
                <a:gd name="connsiteY1452" fmla="*/ 958631 h 1221162"/>
                <a:gd name="connsiteX1453" fmla="*/ 605379 w 1905657"/>
                <a:gd name="connsiteY1453" fmla="*/ 959976 h 1221162"/>
                <a:gd name="connsiteX1454" fmla="*/ 604975 w 1905657"/>
                <a:gd name="connsiteY1454" fmla="*/ 961860 h 1221162"/>
                <a:gd name="connsiteX1455" fmla="*/ 604975 w 1905657"/>
                <a:gd name="connsiteY1455" fmla="*/ 963172 h 1221162"/>
                <a:gd name="connsiteX1456" fmla="*/ 605244 w 1905657"/>
                <a:gd name="connsiteY1456" fmla="*/ 963777 h 1221162"/>
                <a:gd name="connsiteX1457" fmla="*/ 605581 w 1905657"/>
                <a:gd name="connsiteY1457" fmla="*/ 965358 h 1221162"/>
                <a:gd name="connsiteX1458" fmla="*/ 606456 w 1905657"/>
                <a:gd name="connsiteY1458" fmla="*/ 966939 h 1221162"/>
                <a:gd name="connsiteX1459" fmla="*/ 609451 w 1905657"/>
                <a:gd name="connsiteY1459" fmla="*/ 968891 h 1221162"/>
                <a:gd name="connsiteX1460" fmla="*/ 613254 w 1905657"/>
                <a:gd name="connsiteY1460" fmla="*/ 969294 h 1221162"/>
                <a:gd name="connsiteX1461" fmla="*/ 614566 w 1905657"/>
                <a:gd name="connsiteY1461" fmla="*/ 969294 h 1221162"/>
                <a:gd name="connsiteX1462" fmla="*/ 618369 w 1905657"/>
                <a:gd name="connsiteY1462" fmla="*/ 970169 h 1221162"/>
                <a:gd name="connsiteX1463" fmla="*/ 619446 w 1905657"/>
                <a:gd name="connsiteY1463" fmla="*/ 972894 h 1221162"/>
                <a:gd name="connsiteX1464" fmla="*/ 619345 w 1905657"/>
                <a:gd name="connsiteY1464" fmla="*/ 975282 h 1221162"/>
                <a:gd name="connsiteX1465" fmla="*/ 620658 w 1905657"/>
                <a:gd name="connsiteY1465" fmla="*/ 976594 h 1221162"/>
                <a:gd name="connsiteX1466" fmla="*/ 622946 w 1905657"/>
                <a:gd name="connsiteY1466" fmla="*/ 976594 h 1221162"/>
                <a:gd name="connsiteX1467" fmla="*/ 625235 w 1905657"/>
                <a:gd name="connsiteY1467" fmla="*/ 976056 h 1221162"/>
                <a:gd name="connsiteX1468" fmla="*/ 630451 w 1905657"/>
                <a:gd name="connsiteY1468" fmla="*/ 973768 h 1221162"/>
                <a:gd name="connsiteX1469" fmla="*/ 632942 w 1905657"/>
                <a:gd name="connsiteY1469" fmla="*/ 970842 h 1221162"/>
                <a:gd name="connsiteX1470" fmla="*/ 634894 w 1905657"/>
                <a:gd name="connsiteY1470" fmla="*/ 968453 h 1221162"/>
                <a:gd name="connsiteX1471" fmla="*/ 638697 w 1905657"/>
                <a:gd name="connsiteY1471" fmla="*/ 965728 h 1221162"/>
                <a:gd name="connsiteX1472" fmla="*/ 639572 w 1905657"/>
                <a:gd name="connsiteY1472" fmla="*/ 963239 h 1221162"/>
                <a:gd name="connsiteX1473" fmla="*/ 640649 w 1905657"/>
                <a:gd name="connsiteY1473" fmla="*/ 961725 h 1221162"/>
                <a:gd name="connsiteX1474" fmla="*/ 641288 w 1905657"/>
                <a:gd name="connsiteY1474" fmla="*/ 960413 h 1221162"/>
                <a:gd name="connsiteX1475" fmla="*/ 643139 w 1905657"/>
                <a:gd name="connsiteY1475" fmla="*/ 959001 h 1221162"/>
                <a:gd name="connsiteX1476" fmla="*/ 643913 w 1905657"/>
                <a:gd name="connsiteY1476" fmla="*/ 959001 h 1221162"/>
                <a:gd name="connsiteX1477" fmla="*/ 646841 w 1905657"/>
                <a:gd name="connsiteY1477" fmla="*/ 958361 h 1221162"/>
                <a:gd name="connsiteX1478" fmla="*/ 649668 w 1905657"/>
                <a:gd name="connsiteY1478" fmla="*/ 958025 h 1221162"/>
                <a:gd name="connsiteX1479" fmla="*/ 651957 w 1905657"/>
                <a:gd name="connsiteY1479" fmla="*/ 958462 h 1221162"/>
                <a:gd name="connsiteX1480" fmla="*/ 652832 w 1905657"/>
                <a:gd name="connsiteY1480" fmla="*/ 959976 h 1221162"/>
                <a:gd name="connsiteX1481" fmla="*/ 652832 w 1905657"/>
                <a:gd name="connsiteY1481" fmla="*/ 962466 h 1221162"/>
                <a:gd name="connsiteX1482" fmla="*/ 653606 w 1905657"/>
                <a:gd name="connsiteY1482" fmla="*/ 963441 h 1221162"/>
                <a:gd name="connsiteX1483" fmla="*/ 656971 w 1905657"/>
                <a:gd name="connsiteY1483" fmla="*/ 963677 h 1221162"/>
                <a:gd name="connsiteX1484" fmla="*/ 658620 w 1905657"/>
                <a:gd name="connsiteY1484" fmla="*/ 962903 h 1221162"/>
                <a:gd name="connsiteX1485" fmla="*/ 659159 w 1905657"/>
                <a:gd name="connsiteY1485" fmla="*/ 962264 h 1221162"/>
                <a:gd name="connsiteX1486" fmla="*/ 661447 w 1905657"/>
                <a:gd name="connsiteY1486" fmla="*/ 963340 h 1221162"/>
                <a:gd name="connsiteX1487" fmla="*/ 662221 w 1905657"/>
                <a:gd name="connsiteY1487" fmla="*/ 964955 h 1221162"/>
                <a:gd name="connsiteX1488" fmla="*/ 662760 w 1905657"/>
                <a:gd name="connsiteY1488" fmla="*/ 966569 h 1221162"/>
                <a:gd name="connsiteX1489" fmla="*/ 666226 w 1905657"/>
                <a:gd name="connsiteY1489" fmla="*/ 968958 h 1221162"/>
                <a:gd name="connsiteX1490" fmla="*/ 667976 w 1905657"/>
                <a:gd name="connsiteY1490" fmla="*/ 970034 h 1221162"/>
                <a:gd name="connsiteX1491" fmla="*/ 671005 w 1905657"/>
                <a:gd name="connsiteY1491" fmla="*/ 972187 h 1221162"/>
                <a:gd name="connsiteX1492" fmla="*/ 674606 w 1905657"/>
                <a:gd name="connsiteY1492" fmla="*/ 973499 h 1221162"/>
                <a:gd name="connsiteX1493" fmla="*/ 678746 w 1905657"/>
                <a:gd name="connsiteY1493" fmla="*/ 977200 h 1221162"/>
                <a:gd name="connsiteX1494" fmla="*/ 680597 w 1905657"/>
                <a:gd name="connsiteY1494" fmla="*/ 979487 h 1221162"/>
                <a:gd name="connsiteX1495" fmla="*/ 682986 w 1905657"/>
                <a:gd name="connsiteY1495" fmla="*/ 983389 h 1221162"/>
                <a:gd name="connsiteX1496" fmla="*/ 686688 w 1905657"/>
                <a:gd name="connsiteY1496" fmla="*/ 987628 h 1221162"/>
                <a:gd name="connsiteX1497" fmla="*/ 688640 w 1905657"/>
                <a:gd name="connsiteY1497" fmla="*/ 991530 h 1221162"/>
                <a:gd name="connsiteX1498" fmla="*/ 690929 w 1905657"/>
                <a:gd name="connsiteY1498" fmla="*/ 994120 h 1221162"/>
                <a:gd name="connsiteX1499" fmla="*/ 691568 w 1905657"/>
                <a:gd name="connsiteY1499" fmla="*/ 996072 h 1221162"/>
                <a:gd name="connsiteX1500" fmla="*/ 693217 w 1905657"/>
                <a:gd name="connsiteY1500" fmla="*/ 997316 h 1221162"/>
                <a:gd name="connsiteX1501" fmla="*/ 695506 w 1905657"/>
                <a:gd name="connsiteY1501" fmla="*/ 998796 h 1221162"/>
                <a:gd name="connsiteX1502" fmla="*/ 696381 w 1905657"/>
                <a:gd name="connsiteY1502" fmla="*/ 998796 h 1221162"/>
                <a:gd name="connsiteX1503" fmla="*/ 699107 w 1905657"/>
                <a:gd name="connsiteY1503" fmla="*/ 999671 h 1221162"/>
                <a:gd name="connsiteX1504" fmla="*/ 703011 w 1905657"/>
                <a:gd name="connsiteY1504" fmla="*/ 999402 h 1221162"/>
                <a:gd name="connsiteX1505" fmla="*/ 705501 w 1905657"/>
                <a:gd name="connsiteY1505" fmla="*/ 1000546 h 1221162"/>
                <a:gd name="connsiteX1506" fmla="*/ 708530 w 1905657"/>
                <a:gd name="connsiteY1506" fmla="*/ 1000546 h 1221162"/>
                <a:gd name="connsiteX1507" fmla="*/ 710919 w 1905657"/>
                <a:gd name="connsiteY1507" fmla="*/ 1000209 h 1221162"/>
                <a:gd name="connsiteX1508" fmla="*/ 715160 w 1905657"/>
                <a:gd name="connsiteY1508" fmla="*/ 1000546 h 1221162"/>
                <a:gd name="connsiteX1509" fmla="*/ 718963 w 1905657"/>
                <a:gd name="connsiteY1509" fmla="*/ 1000546 h 1221162"/>
                <a:gd name="connsiteX1510" fmla="*/ 720578 w 1905657"/>
                <a:gd name="connsiteY1510" fmla="*/ 1001757 h 1221162"/>
                <a:gd name="connsiteX1511" fmla="*/ 723069 w 1905657"/>
                <a:gd name="connsiteY1511" fmla="*/ 1002396 h 1221162"/>
                <a:gd name="connsiteX1512" fmla="*/ 726434 w 1905657"/>
                <a:gd name="connsiteY1512" fmla="*/ 1003607 h 1221162"/>
                <a:gd name="connsiteX1513" fmla="*/ 728487 w 1905657"/>
                <a:gd name="connsiteY1513" fmla="*/ 1003607 h 1221162"/>
                <a:gd name="connsiteX1514" fmla="*/ 730002 w 1905657"/>
                <a:gd name="connsiteY1514" fmla="*/ 1004818 h 1221162"/>
                <a:gd name="connsiteX1515" fmla="*/ 731415 w 1905657"/>
                <a:gd name="connsiteY1515" fmla="*/ 1006332 h 1221162"/>
                <a:gd name="connsiteX1516" fmla="*/ 733266 w 1905657"/>
                <a:gd name="connsiteY1516" fmla="*/ 1008518 h 1221162"/>
                <a:gd name="connsiteX1517" fmla="*/ 735756 w 1905657"/>
                <a:gd name="connsiteY1517" fmla="*/ 1010906 h 1221162"/>
                <a:gd name="connsiteX1518" fmla="*/ 737809 w 1905657"/>
                <a:gd name="connsiteY1518" fmla="*/ 1012521 h 1221162"/>
                <a:gd name="connsiteX1519" fmla="*/ 741612 w 1905657"/>
                <a:gd name="connsiteY1519" fmla="*/ 1014472 h 1221162"/>
                <a:gd name="connsiteX1520" fmla="*/ 748444 w 1905657"/>
                <a:gd name="connsiteY1520" fmla="*/ 1014472 h 1221162"/>
                <a:gd name="connsiteX1521" fmla="*/ 751709 w 1905657"/>
                <a:gd name="connsiteY1521" fmla="*/ 1013160 h 1221162"/>
                <a:gd name="connsiteX1522" fmla="*/ 755512 w 1905657"/>
                <a:gd name="connsiteY1522" fmla="*/ 1009797 h 1221162"/>
                <a:gd name="connsiteX1523" fmla="*/ 758339 w 1905657"/>
                <a:gd name="connsiteY1523" fmla="*/ 1006332 h 1221162"/>
                <a:gd name="connsiteX1524" fmla="*/ 760964 w 1905657"/>
                <a:gd name="connsiteY1524" fmla="*/ 1004414 h 1221162"/>
                <a:gd name="connsiteX1525" fmla="*/ 763555 w 1905657"/>
                <a:gd name="connsiteY1525" fmla="*/ 1002295 h 1221162"/>
                <a:gd name="connsiteX1526" fmla="*/ 765844 w 1905657"/>
                <a:gd name="connsiteY1526" fmla="*/ 1002295 h 1221162"/>
                <a:gd name="connsiteX1527" fmla="*/ 769209 w 1905657"/>
                <a:gd name="connsiteY1527" fmla="*/ 1003506 h 1221162"/>
                <a:gd name="connsiteX1528" fmla="*/ 773786 w 1905657"/>
                <a:gd name="connsiteY1528" fmla="*/ 1005692 h 1221162"/>
                <a:gd name="connsiteX1529" fmla="*/ 776277 w 1905657"/>
                <a:gd name="connsiteY1529" fmla="*/ 1007543 h 1221162"/>
                <a:gd name="connsiteX1530" fmla="*/ 777690 w 1905657"/>
                <a:gd name="connsiteY1530" fmla="*/ 1009830 h 1221162"/>
                <a:gd name="connsiteX1531" fmla="*/ 781156 w 1905657"/>
                <a:gd name="connsiteY1531" fmla="*/ 1012320 h 1221162"/>
                <a:gd name="connsiteX1532" fmla="*/ 784320 w 1905657"/>
                <a:gd name="connsiteY1532" fmla="*/ 1013968 h 1221162"/>
                <a:gd name="connsiteX1533" fmla="*/ 788224 w 1905657"/>
                <a:gd name="connsiteY1533" fmla="*/ 1015313 h 1221162"/>
                <a:gd name="connsiteX1534" fmla="*/ 791152 w 1905657"/>
                <a:gd name="connsiteY1534" fmla="*/ 1016255 h 1221162"/>
                <a:gd name="connsiteX1535" fmla="*/ 795392 w 1905657"/>
                <a:gd name="connsiteY1535" fmla="*/ 1016255 h 1221162"/>
                <a:gd name="connsiteX1536" fmla="*/ 797883 w 1905657"/>
                <a:gd name="connsiteY1536" fmla="*/ 1016255 h 1221162"/>
                <a:gd name="connsiteX1537" fmla="*/ 801484 w 1905657"/>
                <a:gd name="connsiteY1537" fmla="*/ 1015482 h 1221162"/>
                <a:gd name="connsiteX1538" fmla="*/ 804748 w 1905657"/>
                <a:gd name="connsiteY1538" fmla="*/ 1015044 h 1221162"/>
                <a:gd name="connsiteX1539" fmla="*/ 806599 w 1905657"/>
                <a:gd name="connsiteY1539" fmla="*/ 1014708 h 1221162"/>
                <a:gd name="connsiteX1540" fmla="*/ 810200 w 1905657"/>
                <a:gd name="connsiteY1540" fmla="*/ 1013530 h 1221162"/>
                <a:gd name="connsiteX1541" fmla="*/ 812152 w 1905657"/>
                <a:gd name="connsiteY1541" fmla="*/ 1011344 h 1221162"/>
                <a:gd name="connsiteX1542" fmla="*/ 814340 w 1905657"/>
                <a:gd name="connsiteY1542" fmla="*/ 1008316 h 1221162"/>
                <a:gd name="connsiteX1543" fmla="*/ 816628 w 1905657"/>
                <a:gd name="connsiteY1543" fmla="*/ 1005053 h 1221162"/>
                <a:gd name="connsiteX1544" fmla="*/ 819994 w 1905657"/>
                <a:gd name="connsiteY1544" fmla="*/ 1003842 h 1221162"/>
                <a:gd name="connsiteX1545" fmla="*/ 822619 w 1905657"/>
                <a:gd name="connsiteY1545" fmla="*/ 1002867 h 1221162"/>
                <a:gd name="connsiteX1546" fmla="*/ 828273 w 1905657"/>
                <a:gd name="connsiteY1546" fmla="*/ 1001992 h 1221162"/>
                <a:gd name="connsiteX1547" fmla="*/ 833052 w 1905657"/>
                <a:gd name="connsiteY1547" fmla="*/ 1001117 h 1221162"/>
                <a:gd name="connsiteX1548" fmla="*/ 839480 w 1905657"/>
                <a:gd name="connsiteY1548" fmla="*/ 1002194 h 1221162"/>
                <a:gd name="connsiteX1549" fmla="*/ 842744 w 1905657"/>
                <a:gd name="connsiteY1549" fmla="*/ 1001319 h 1221162"/>
                <a:gd name="connsiteX1550" fmla="*/ 849273 w 1905657"/>
                <a:gd name="connsiteY1550" fmla="*/ 1000007 h 1221162"/>
                <a:gd name="connsiteX1551" fmla="*/ 853076 w 1905657"/>
                <a:gd name="connsiteY1551" fmla="*/ 1001757 h 1221162"/>
                <a:gd name="connsiteX1552" fmla="*/ 856778 w 1905657"/>
                <a:gd name="connsiteY1552" fmla="*/ 1004683 h 1221162"/>
                <a:gd name="connsiteX1553" fmla="*/ 858966 w 1905657"/>
                <a:gd name="connsiteY1553" fmla="*/ 1007307 h 1221162"/>
                <a:gd name="connsiteX1554" fmla="*/ 861995 w 1905657"/>
                <a:gd name="connsiteY1554" fmla="*/ 1014136 h 1221162"/>
                <a:gd name="connsiteX1555" fmla="*/ 862870 w 1905657"/>
                <a:gd name="connsiteY1555" fmla="*/ 1016356 h 1221162"/>
                <a:gd name="connsiteX1556" fmla="*/ 862971 w 1905657"/>
                <a:gd name="connsiteY1556" fmla="*/ 1023387 h 1221162"/>
                <a:gd name="connsiteX1557" fmla="*/ 862634 w 1905657"/>
                <a:gd name="connsiteY1557" fmla="*/ 1027390 h 1221162"/>
                <a:gd name="connsiteX1558" fmla="*/ 860783 w 1905657"/>
                <a:gd name="connsiteY1558" fmla="*/ 1036069 h 1221162"/>
                <a:gd name="connsiteX1559" fmla="*/ 858394 w 1905657"/>
                <a:gd name="connsiteY1559" fmla="*/ 1038020 h 1221162"/>
                <a:gd name="connsiteX1560" fmla="*/ 856475 w 1905657"/>
                <a:gd name="connsiteY1560" fmla="*/ 1043268 h 1221162"/>
                <a:gd name="connsiteX1561" fmla="*/ 853581 w 1905657"/>
                <a:gd name="connsiteY1561" fmla="*/ 1048785 h 1221162"/>
                <a:gd name="connsiteX1562" fmla="*/ 851259 w 1905657"/>
                <a:gd name="connsiteY1562" fmla="*/ 1050971 h 1221162"/>
                <a:gd name="connsiteX1563" fmla="*/ 848129 w 1905657"/>
                <a:gd name="connsiteY1563" fmla="*/ 1059650 h 1221162"/>
                <a:gd name="connsiteX1564" fmla="*/ 846749 w 1905657"/>
                <a:gd name="connsiteY1564" fmla="*/ 1064730 h 1221162"/>
                <a:gd name="connsiteX1565" fmla="*/ 846749 w 1905657"/>
                <a:gd name="connsiteY1565" fmla="*/ 1074418 h 1221162"/>
                <a:gd name="connsiteX1566" fmla="*/ 848062 w 1905657"/>
                <a:gd name="connsiteY1566" fmla="*/ 1079935 h 1221162"/>
                <a:gd name="connsiteX1567" fmla="*/ 850956 w 1905657"/>
                <a:gd name="connsiteY1567" fmla="*/ 1085721 h 1221162"/>
                <a:gd name="connsiteX1568" fmla="*/ 853985 w 1905657"/>
                <a:gd name="connsiteY1568" fmla="*/ 1091373 h 1221162"/>
                <a:gd name="connsiteX1569" fmla="*/ 858327 w 1905657"/>
                <a:gd name="connsiteY1569" fmla="*/ 1096889 h 1221162"/>
                <a:gd name="connsiteX1570" fmla="*/ 863846 w 1905657"/>
                <a:gd name="connsiteY1570" fmla="*/ 1099076 h 1221162"/>
                <a:gd name="connsiteX1571" fmla="*/ 867750 w 1905657"/>
                <a:gd name="connsiteY1571" fmla="*/ 1098201 h 1221162"/>
                <a:gd name="connsiteX1572" fmla="*/ 872529 w 1905657"/>
                <a:gd name="connsiteY1572" fmla="*/ 1096183 h 1221162"/>
                <a:gd name="connsiteX1573" fmla="*/ 875558 w 1905657"/>
                <a:gd name="connsiteY1573" fmla="*/ 1093155 h 1221162"/>
                <a:gd name="connsiteX1574" fmla="*/ 878452 w 1905657"/>
                <a:gd name="connsiteY1574" fmla="*/ 1089691 h 1221162"/>
                <a:gd name="connsiteX1575" fmla="*/ 881212 w 1905657"/>
                <a:gd name="connsiteY1575" fmla="*/ 1085048 h 1221162"/>
                <a:gd name="connsiteX1576" fmla="*/ 881514 w 1905657"/>
                <a:gd name="connsiteY1576" fmla="*/ 1081415 h 1221162"/>
                <a:gd name="connsiteX1577" fmla="*/ 881514 w 1905657"/>
                <a:gd name="connsiteY1577" fmla="*/ 1074452 h 1221162"/>
                <a:gd name="connsiteX1578" fmla="*/ 881514 w 1905657"/>
                <a:gd name="connsiteY1578" fmla="*/ 1069238 h 1221162"/>
                <a:gd name="connsiteX1579" fmla="*/ 882524 w 1905657"/>
                <a:gd name="connsiteY1579" fmla="*/ 1063586 h 1221162"/>
                <a:gd name="connsiteX1580" fmla="*/ 884106 w 1905657"/>
                <a:gd name="connsiteY1580" fmla="*/ 1057195 h 1221162"/>
                <a:gd name="connsiteX1581" fmla="*/ 887000 w 1905657"/>
                <a:gd name="connsiteY1581" fmla="*/ 1053562 h 1221162"/>
                <a:gd name="connsiteX1582" fmla="*/ 891645 w 1905657"/>
                <a:gd name="connsiteY1582" fmla="*/ 1049929 h 1221162"/>
                <a:gd name="connsiteX1583" fmla="*/ 894101 w 1905657"/>
                <a:gd name="connsiteY1583" fmla="*/ 1047170 h 1221162"/>
                <a:gd name="connsiteX1584" fmla="*/ 896558 w 1905657"/>
                <a:gd name="connsiteY1584" fmla="*/ 1044109 h 1221162"/>
                <a:gd name="connsiteX1585" fmla="*/ 898880 w 1905657"/>
                <a:gd name="connsiteY1585" fmla="*/ 1042090 h 1221162"/>
                <a:gd name="connsiteX1586" fmla="*/ 901909 w 1905657"/>
                <a:gd name="connsiteY1586" fmla="*/ 1038760 h 1221162"/>
                <a:gd name="connsiteX1587" fmla="*/ 906553 w 1905657"/>
                <a:gd name="connsiteY1587" fmla="*/ 1036305 h 1221162"/>
                <a:gd name="connsiteX1588" fmla="*/ 913958 w 1905657"/>
                <a:gd name="connsiteY1588" fmla="*/ 1031090 h 1221162"/>
                <a:gd name="connsiteX1589" fmla="*/ 917424 w 1905657"/>
                <a:gd name="connsiteY1589" fmla="*/ 1028500 h 1221162"/>
                <a:gd name="connsiteX1590" fmla="*/ 921496 w 1905657"/>
                <a:gd name="connsiteY1590" fmla="*/ 1025742 h 1221162"/>
                <a:gd name="connsiteX1591" fmla="*/ 925838 w 1905657"/>
                <a:gd name="connsiteY1591" fmla="*/ 1022411 h 1221162"/>
                <a:gd name="connsiteX1592" fmla="*/ 930616 w 1905657"/>
                <a:gd name="connsiteY1592" fmla="*/ 1020090 h 1221162"/>
                <a:gd name="connsiteX1593" fmla="*/ 934083 w 1905657"/>
                <a:gd name="connsiteY1593" fmla="*/ 1016188 h 1221162"/>
                <a:gd name="connsiteX1594" fmla="*/ 937112 w 1905657"/>
                <a:gd name="connsiteY1594" fmla="*/ 1014170 h 1221162"/>
                <a:gd name="connsiteX1595" fmla="*/ 940881 w 1905657"/>
                <a:gd name="connsiteY1595" fmla="*/ 1012286 h 1221162"/>
                <a:gd name="connsiteX1596" fmla="*/ 942900 w 1905657"/>
                <a:gd name="connsiteY1596" fmla="*/ 1011848 h 1221162"/>
                <a:gd name="connsiteX1597" fmla="*/ 946367 w 1905657"/>
                <a:gd name="connsiteY1597" fmla="*/ 1010537 h 1221162"/>
                <a:gd name="connsiteX1598" fmla="*/ 950708 w 1905657"/>
                <a:gd name="connsiteY1598" fmla="*/ 1010099 h 1221162"/>
                <a:gd name="connsiteX1599" fmla="*/ 955622 w 1905657"/>
                <a:gd name="connsiteY1599" fmla="*/ 1009797 h 1221162"/>
                <a:gd name="connsiteX1600" fmla="*/ 960973 w 1905657"/>
                <a:gd name="connsiteY1600" fmla="*/ 1008922 h 1221162"/>
                <a:gd name="connsiteX1601" fmla="*/ 966761 w 1905657"/>
                <a:gd name="connsiteY1601" fmla="*/ 1009225 h 1221162"/>
                <a:gd name="connsiteX1602" fmla="*/ 975007 w 1905657"/>
                <a:gd name="connsiteY1602" fmla="*/ 1011680 h 1221162"/>
                <a:gd name="connsiteX1603" fmla="*/ 980089 w 1905657"/>
                <a:gd name="connsiteY1603" fmla="*/ 1013867 h 1221162"/>
                <a:gd name="connsiteX1604" fmla="*/ 985002 w 1905657"/>
                <a:gd name="connsiteY1604" fmla="*/ 1014741 h 1221162"/>
                <a:gd name="connsiteX1605" fmla="*/ 989074 w 1905657"/>
                <a:gd name="connsiteY1605" fmla="*/ 1015044 h 1221162"/>
                <a:gd name="connsiteX1606" fmla="*/ 994729 w 1905657"/>
                <a:gd name="connsiteY1606" fmla="*/ 1015347 h 1221162"/>
                <a:gd name="connsiteX1607" fmla="*/ 998363 w 1905657"/>
                <a:gd name="connsiteY1607" fmla="*/ 1016222 h 1221162"/>
                <a:gd name="connsiteX1608" fmla="*/ 1000820 w 1905657"/>
                <a:gd name="connsiteY1608" fmla="*/ 1017668 h 1221162"/>
                <a:gd name="connsiteX1609" fmla="*/ 1003849 w 1905657"/>
                <a:gd name="connsiteY1609" fmla="*/ 1020696 h 1221162"/>
                <a:gd name="connsiteX1610" fmla="*/ 1007181 w 1905657"/>
                <a:gd name="connsiteY1610" fmla="*/ 1024161 h 1221162"/>
                <a:gd name="connsiteX1611" fmla="*/ 1008190 w 1905657"/>
                <a:gd name="connsiteY1611" fmla="*/ 1026179 h 1221162"/>
                <a:gd name="connsiteX1612" fmla="*/ 1013104 w 1905657"/>
                <a:gd name="connsiteY1612" fmla="*/ 1029206 h 1221162"/>
                <a:gd name="connsiteX1613" fmla="*/ 1016436 w 1905657"/>
                <a:gd name="connsiteY1613" fmla="*/ 1033411 h 1221162"/>
                <a:gd name="connsiteX1614" fmla="*/ 1017883 w 1905657"/>
                <a:gd name="connsiteY1614" fmla="*/ 1036305 h 1221162"/>
                <a:gd name="connsiteX1615" fmla="*/ 1022224 w 1905657"/>
                <a:gd name="connsiteY1615" fmla="*/ 1037616 h 1221162"/>
                <a:gd name="connsiteX1616" fmla="*/ 1028450 w 1905657"/>
                <a:gd name="connsiteY1616" fmla="*/ 1038794 h 1221162"/>
                <a:gd name="connsiteX1617" fmla="*/ 1033532 w 1905657"/>
                <a:gd name="connsiteY1617" fmla="*/ 1038794 h 1221162"/>
                <a:gd name="connsiteX1618" fmla="*/ 1036292 w 1905657"/>
                <a:gd name="connsiteY1618" fmla="*/ 1038491 h 1221162"/>
                <a:gd name="connsiteX1619" fmla="*/ 1040499 w 1905657"/>
                <a:gd name="connsiteY1619" fmla="*/ 1038626 h 1221162"/>
                <a:gd name="connsiteX1620" fmla="*/ 1044133 w 1905657"/>
                <a:gd name="connsiteY1620" fmla="*/ 1039769 h 1221162"/>
                <a:gd name="connsiteX1621" fmla="*/ 1045143 w 1905657"/>
                <a:gd name="connsiteY1621" fmla="*/ 1040510 h 1221162"/>
                <a:gd name="connsiteX1622" fmla="*/ 1049047 w 1905657"/>
                <a:gd name="connsiteY1622" fmla="*/ 1043100 h 1221162"/>
                <a:gd name="connsiteX1623" fmla="*/ 1051941 w 1905657"/>
                <a:gd name="connsiteY1623" fmla="*/ 1045118 h 1221162"/>
                <a:gd name="connsiteX1624" fmla="*/ 1054129 w 1905657"/>
                <a:gd name="connsiteY1624" fmla="*/ 1048886 h 1221162"/>
                <a:gd name="connsiteX1625" fmla="*/ 1055576 w 1905657"/>
                <a:gd name="connsiteY1625" fmla="*/ 1053225 h 1221162"/>
                <a:gd name="connsiteX1626" fmla="*/ 1060792 w 1905657"/>
                <a:gd name="connsiteY1626" fmla="*/ 1058742 h 1221162"/>
                <a:gd name="connsiteX1627" fmla="*/ 1063384 w 1905657"/>
                <a:gd name="connsiteY1627" fmla="*/ 1060626 h 1221162"/>
                <a:gd name="connsiteX1628" fmla="*/ 1065841 w 1905657"/>
                <a:gd name="connsiteY1628" fmla="*/ 1063519 h 1221162"/>
                <a:gd name="connsiteX1629" fmla="*/ 1067725 w 1905657"/>
                <a:gd name="connsiteY1629" fmla="*/ 1065403 h 1221162"/>
                <a:gd name="connsiteX1630" fmla="*/ 1071495 w 1905657"/>
                <a:gd name="connsiteY1630" fmla="*/ 1068430 h 1221162"/>
                <a:gd name="connsiteX1631" fmla="*/ 1074120 w 1905657"/>
                <a:gd name="connsiteY1631" fmla="*/ 1070180 h 1221162"/>
                <a:gd name="connsiteX1632" fmla="*/ 1077014 w 1905657"/>
                <a:gd name="connsiteY1632" fmla="*/ 1072198 h 1221162"/>
                <a:gd name="connsiteX1633" fmla="*/ 1081086 w 1905657"/>
                <a:gd name="connsiteY1633" fmla="*/ 1073342 h 1221162"/>
                <a:gd name="connsiteX1634" fmla="*/ 1084721 w 1905657"/>
                <a:gd name="connsiteY1634" fmla="*/ 1073914 h 1221162"/>
                <a:gd name="connsiteX1635" fmla="*/ 1086740 w 1905657"/>
                <a:gd name="connsiteY1635" fmla="*/ 1072030 h 1221162"/>
                <a:gd name="connsiteX1636" fmla="*/ 1087178 w 1905657"/>
                <a:gd name="connsiteY1636" fmla="*/ 1068834 h 1221162"/>
                <a:gd name="connsiteX1637" fmla="*/ 1088759 w 1905657"/>
                <a:gd name="connsiteY1637" fmla="*/ 1067253 h 1221162"/>
                <a:gd name="connsiteX1638" fmla="*/ 1090947 w 1905657"/>
                <a:gd name="connsiteY1638" fmla="*/ 1065941 h 1221162"/>
                <a:gd name="connsiteX1639" fmla="*/ 1094851 w 1905657"/>
                <a:gd name="connsiteY1639" fmla="*/ 1065504 h 1221162"/>
                <a:gd name="connsiteX1640" fmla="*/ 1097038 w 1905657"/>
                <a:gd name="connsiteY1640" fmla="*/ 1064932 h 1221162"/>
                <a:gd name="connsiteX1641" fmla="*/ 1101514 w 1905657"/>
                <a:gd name="connsiteY1641" fmla="*/ 1065369 h 1221162"/>
                <a:gd name="connsiteX1642" fmla="*/ 1103837 w 1905657"/>
                <a:gd name="connsiteY1642" fmla="*/ 1065235 h 1221162"/>
                <a:gd name="connsiteX1643" fmla="*/ 1106428 w 1905657"/>
                <a:gd name="connsiteY1643" fmla="*/ 1064797 h 1221162"/>
                <a:gd name="connsiteX1644" fmla="*/ 1108313 w 1905657"/>
                <a:gd name="connsiteY1644" fmla="*/ 1063788 h 1221162"/>
                <a:gd name="connsiteX1645" fmla="*/ 1112789 w 1905657"/>
                <a:gd name="connsiteY1645" fmla="*/ 1063216 h 1221162"/>
                <a:gd name="connsiteX1646" fmla="*/ 1116087 w 1905657"/>
                <a:gd name="connsiteY1646" fmla="*/ 1064225 h 1221162"/>
                <a:gd name="connsiteX1647" fmla="*/ 1118443 w 1905657"/>
                <a:gd name="connsiteY1647" fmla="*/ 1065672 h 1221162"/>
                <a:gd name="connsiteX1648" fmla="*/ 1120765 w 1905657"/>
                <a:gd name="connsiteY1648" fmla="*/ 1068699 h 1221162"/>
                <a:gd name="connsiteX1649" fmla="*/ 1123356 w 1905657"/>
                <a:gd name="connsiteY1649" fmla="*/ 1072467 h 1221162"/>
                <a:gd name="connsiteX1650" fmla="*/ 1125948 w 1905657"/>
                <a:gd name="connsiteY1650" fmla="*/ 1073914 h 1221162"/>
                <a:gd name="connsiteX1651" fmla="*/ 1127967 w 1905657"/>
                <a:gd name="connsiteY1651" fmla="*/ 1075663 h 1221162"/>
                <a:gd name="connsiteX1652" fmla="*/ 1129414 w 1905657"/>
                <a:gd name="connsiteY1652" fmla="*/ 1078253 h 1221162"/>
                <a:gd name="connsiteX1653" fmla="*/ 1130996 w 1905657"/>
                <a:gd name="connsiteY1653" fmla="*/ 1080002 h 1221162"/>
                <a:gd name="connsiteX1654" fmla="*/ 1131736 w 1905657"/>
                <a:gd name="connsiteY1654" fmla="*/ 1081752 h 1221162"/>
                <a:gd name="connsiteX1655" fmla="*/ 1131736 w 1905657"/>
                <a:gd name="connsiteY1655" fmla="*/ 1084813 h 1221162"/>
                <a:gd name="connsiteX1656" fmla="*/ 1133486 w 1905657"/>
                <a:gd name="connsiteY1656" fmla="*/ 1089455 h 1221162"/>
                <a:gd name="connsiteX1657" fmla="*/ 1133486 w 1905657"/>
                <a:gd name="connsiteY1657" fmla="*/ 1091776 h 1221162"/>
                <a:gd name="connsiteX1658" fmla="*/ 1133486 w 1905657"/>
                <a:gd name="connsiteY1658" fmla="*/ 1096990 h 1221162"/>
                <a:gd name="connsiteX1659" fmla="*/ 1132780 w 1905657"/>
                <a:gd name="connsiteY1659" fmla="*/ 1099883 h 1221162"/>
                <a:gd name="connsiteX1660" fmla="*/ 1131030 w 1905657"/>
                <a:gd name="connsiteY1660" fmla="*/ 1103079 h 1221162"/>
                <a:gd name="connsiteX1661" fmla="*/ 1130155 w 1905657"/>
                <a:gd name="connsiteY1661" fmla="*/ 1105703 h 1221162"/>
                <a:gd name="connsiteX1662" fmla="*/ 1130289 w 1905657"/>
                <a:gd name="connsiteY1662" fmla="*/ 1110614 h 1221162"/>
                <a:gd name="connsiteX1663" fmla="*/ 1131030 w 1905657"/>
                <a:gd name="connsiteY1663" fmla="*/ 1112633 h 1221162"/>
                <a:gd name="connsiteX1664" fmla="*/ 1130895 w 1905657"/>
                <a:gd name="connsiteY1664" fmla="*/ 1115660 h 1221162"/>
                <a:gd name="connsiteX1665" fmla="*/ 1130592 w 1905657"/>
                <a:gd name="connsiteY1665" fmla="*/ 1120000 h 1221162"/>
                <a:gd name="connsiteX1666" fmla="*/ 1133486 w 1905657"/>
                <a:gd name="connsiteY1666" fmla="*/ 1123330 h 1221162"/>
                <a:gd name="connsiteX1667" fmla="*/ 1135674 w 1905657"/>
                <a:gd name="connsiteY1667" fmla="*/ 1125214 h 1221162"/>
                <a:gd name="connsiteX1668" fmla="*/ 1137693 w 1905657"/>
                <a:gd name="connsiteY1668" fmla="*/ 1125214 h 1221162"/>
                <a:gd name="connsiteX1669" fmla="*/ 1142169 w 1905657"/>
                <a:gd name="connsiteY1669" fmla="*/ 1126661 h 1221162"/>
                <a:gd name="connsiteX1670" fmla="*/ 1147083 w 1905657"/>
                <a:gd name="connsiteY1670" fmla="*/ 1126661 h 1221162"/>
                <a:gd name="connsiteX1671" fmla="*/ 1149540 w 1905657"/>
                <a:gd name="connsiteY1671" fmla="*/ 1126661 h 1221162"/>
                <a:gd name="connsiteX1672" fmla="*/ 1154184 w 1905657"/>
                <a:gd name="connsiteY1672" fmla="*/ 1126694 h 1221162"/>
                <a:gd name="connsiteX1673" fmla="*/ 1157381 w 1905657"/>
                <a:gd name="connsiteY1673" fmla="*/ 1126694 h 1221162"/>
                <a:gd name="connsiteX1674" fmla="*/ 1162463 w 1905657"/>
                <a:gd name="connsiteY1674" fmla="*/ 1130832 h 1221162"/>
                <a:gd name="connsiteX1675" fmla="*/ 1165795 w 1905657"/>
                <a:gd name="connsiteY1675" fmla="*/ 1132413 h 1221162"/>
                <a:gd name="connsiteX1676" fmla="*/ 1170271 w 1905657"/>
                <a:gd name="connsiteY1676" fmla="*/ 1137762 h 1221162"/>
                <a:gd name="connsiteX1677" fmla="*/ 1172290 w 1905657"/>
                <a:gd name="connsiteY1677" fmla="*/ 1141092 h 1221162"/>
                <a:gd name="connsiteX1678" fmla="*/ 1172290 w 1905657"/>
                <a:gd name="connsiteY1678" fmla="*/ 1143548 h 1221162"/>
                <a:gd name="connsiteX1679" fmla="*/ 1173165 w 1905657"/>
                <a:gd name="connsiteY1679" fmla="*/ 1147618 h 1221162"/>
                <a:gd name="connsiteX1680" fmla="*/ 1172290 w 1905657"/>
                <a:gd name="connsiteY1680" fmla="*/ 1151520 h 1221162"/>
                <a:gd name="connsiteX1681" fmla="*/ 1170978 w 1905657"/>
                <a:gd name="connsiteY1681" fmla="*/ 1153404 h 1221162"/>
                <a:gd name="connsiteX1682" fmla="*/ 1167949 w 1905657"/>
                <a:gd name="connsiteY1682" fmla="*/ 1159325 h 1221162"/>
                <a:gd name="connsiteX1683" fmla="*/ 1165929 w 1905657"/>
                <a:gd name="connsiteY1683" fmla="*/ 1162218 h 1221162"/>
                <a:gd name="connsiteX1684" fmla="*/ 1164920 w 1905657"/>
                <a:gd name="connsiteY1684" fmla="*/ 1165111 h 1221162"/>
                <a:gd name="connsiteX1685" fmla="*/ 1164348 w 1905657"/>
                <a:gd name="connsiteY1685" fmla="*/ 1166860 h 1221162"/>
                <a:gd name="connsiteX1686" fmla="*/ 1163607 w 1905657"/>
                <a:gd name="connsiteY1686" fmla="*/ 1168575 h 1221162"/>
                <a:gd name="connsiteX1687" fmla="*/ 1164348 w 1905657"/>
                <a:gd name="connsiteY1687" fmla="*/ 1172646 h 1221162"/>
                <a:gd name="connsiteX1688" fmla="*/ 1164785 w 1905657"/>
                <a:gd name="connsiteY1688" fmla="*/ 1175674 h 1221162"/>
                <a:gd name="connsiteX1689" fmla="*/ 1164785 w 1905657"/>
                <a:gd name="connsiteY1689" fmla="*/ 1176817 h 1221162"/>
                <a:gd name="connsiteX1690" fmla="*/ 1164348 w 1905657"/>
                <a:gd name="connsiteY1690" fmla="*/ 1180720 h 1221162"/>
                <a:gd name="connsiteX1691" fmla="*/ 1164785 w 1905657"/>
                <a:gd name="connsiteY1691" fmla="*/ 1184790 h 1221162"/>
                <a:gd name="connsiteX1692" fmla="*/ 1164785 w 1905657"/>
                <a:gd name="connsiteY1692" fmla="*/ 1187246 h 1221162"/>
                <a:gd name="connsiteX1693" fmla="*/ 1164213 w 1905657"/>
                <a:gd name="connsiteY1693" fmla="*/ 1189129 h 1221162"/>
                <a:gd name="connsiteX1694" fmla="*/ 1164078 w 1905657"/>
                <a:gd name="connsiteY1694" fmla="*/ 1192325 h 1221162"/>
                <a:gd name="connsiteX1695" fmla="*/ 1163944 w 1905657"/>
                <a:gd name="connsiteY1695" fmla="*/ 1194781 h 1221162"/>
                <a:gd name="connsiteX1696" fmla="*/ 1164516 w 1905657"/>
                <a:gd name="connsiteY1696" fmla="*/ 1198246 h 1221162"/>
                <a:gd name="connsiteX1697" fmla="*/ 1164651 w 1905657"/>
                <a:gd name="connsiteY1697" fmla="*/ 1201711 h 1221162"/>
                <a:gd name="connsiteX1698" fmla="*/ 1164718 w 1905657"/>
                <a:gd name="connsiteY1698" fmla="*/ 1203292 h 1221162"/>
                <a:gd name="connsiteX1699" fmla="*/ 1165862 w 1905657"/>
                <a:gd name="connsiteY1699" fmla="*/ 1204570 h 1221162"/>
                <a:gd name="connsiteX1700" fmla="*/ 1167175 w 1905657"/>
                <a:gd name="connsiteY1700" fmla="*/ 1205478 h 1221162"/>
                <a:gd name="connsiteX1701" fmla="*/ 1169127 w 1905657"/>
                <a:gd name="connsiteY1701" fmla="*/ 1205478 h 1221162"/>
                <a:gd name="connsiteX1702" fmla="*/ 1174276 w 1905657"/>
                <a:gd name="connsiteY1702" fmla="*/ 1206454 h 1221162"/>
                <a:gd name="connsiteX1703" fmla="*/ 1178348 w 1905657"/>
                <a:gd name="connsiteY1703" fmla="*/ 1207228 h 1221162"/>
                <a:gd name="connsiteX1704" fmla="*/ 1181309 w 1905657"/>
                <a:gd name="connsiteY1704" fmla="*/ 1207228 h 1221162"/>
                <a:gd name="connsiteX1705" fmla="*/ 1184776 w 1905657"/>
                <a:gd name="connsiteY1705" fmla="*/ 1207228 h 1221162"/>
                <a:gd name="connsiteX1706" fmla="*/ 1188175 w 1905657"/>
                <a:gd name="connsiteY1706" fmla="*/ 1207228 h 1221162"/>
                <a:gd name="connsiteX1707" fmla="*/ 1190632 w 1905657"/>
                <a:gd name="connsiteY1707" fmla="*/ 1207059 h 1221162"/>
                <a:gd name="connsiteX1708" fmla="*/ 1195781 w 1905657"/>
                <a:gd name="connsiteY1708" fmla="*/ 1207228 h 1221162"/>
                <a:gd name="connsiteX1709" fmla="*/ 1198675 w 1905657"/>
                <a:gd name="connsiteY1709" fmla="*/ 1207228 h 1221162"/>
                <a:gd name="connsiteX1710" fmla="*/ 1201637 w 1905657"/>
                <a:gd name="connsiteY1710" fmla="*/ 1207228 h 1221162"/>
                <a:gd name="connsiteX1711" fmla="*/ 1205608 w 1905657"/>
                <a:gd name="connsiteY1711" fmla="*/ 1207228 h 1221162"/>
                <a:gd name="connsiteX1712" fmla="*/ 1209815 w 1905657"/>
                <a:gd name="connsiteY1712" fmla="*/ 1207295 h 1221162"/>
                <a:gd name="connsiteX1713" fmla="*/ 1215469 w 1905657"/>
                <a:gd name="connsiteY1713" fmla="*/ 1208741 h 1221162"/>
                <a:gd name="connsiteX1714" fmla="*/ 1217152 w 1905657"/>
                <a:gd name="connsiteY1714" fmla="*/ 1209683 h 1221162"/>
                <a:gd name="connsiteX1715" fmla="*/ 1221358 w 1905657"/>
                <a:gd name="connsiteY1715" fmla="*/ 1210255 h 1221162"/>
                <a:gd name="connsiteX1716" fmla="*/ 1228762 w 1905657"/>
                <a:gd name="connsiteY1716" fmla="*/ 1211903 h 1221162"/>
                <a:gd name="connsiteX1717" fmla="*/ 1232599 w 1905657"/>
                <a:gd name="connsiteY1717" fmla="*/ 1212711 h 1221162"/>
                <a:gd name="connsiteX1718" fmla="*/ 1237243 w 1905657"/>
                <a:gd name="connsiteY1718" fmla="*/ 1214292 h 1221162"/>
                <a:gd name="connsiteX1719" fmla="*/ 1244917 w 1905657"/>
                <a:gd name="connsiteY1719" fmla="*/ 1216310 h 1221162"/>
                <a:gd name="connsiteX1720" fmla="*/ 1252960 w 1905657"/>
                <a:gd name="connsiteY1720" fmla="*/ 1219439 h 1221162"/>
                <a:gd name="connsiteX1721" fmla="*/ 1258984 w 1905657"/>
                <a:gd name="connsiteY1721" fmla="*/ 1220751 h 1221162"/>
                <a:gd name="connsiteX1722" fmla="*/ 1269047 w 1905657"/>
                <a:gd name="connsiteY1722" fmla="*/ 1221121 h 1221162"/>
                <a:gd name="connsiteX1723" fmla="*/ 1277528 w 1905657"/>
                <a:gd name="connsiteY1723" fmla="*/ 1221020 h 1221162"/>
                <a:gd name="connsiteX1724" fmla="*/ 1286211 w 1905657"/>
                <a:gd name="connsiteY1724" fmla="*/ 1221121 h 1221162"/>
                <a:gd name="connsiteX1725" fmla="*/ 1297788 w 1905657"/>
                <a:gd name="connsiteY1725" fmla="*/ 1221121 h 1221162"/>
                <a:gd name="connsiteX1726" fmla="*/ 1307077 w 1905657"/>
                <a:gd name="connsiteY1726" fmla="*/ 1219674 h 1221162"/>
                <a:gd name="connsiteX1727" fmla="*/ 1315558 w 1905657"/>
                <a:gd name="connsiteY1727" fmla="*/ 1219741 h 1221162"/>
                <a:gd name="connsiteX1728" fmla="*/ 1324106 w 1905657"/>
                <a:gd name="connsiteY1728" fmla="*/ 1219674 h 1221162"/>
                <a:gd name="connsiteX1729" fmla="*/ 1330635 w 1905657"/>
                <a:gd name="connsiteY1729" fmla="*/ 1218867 h 1221162"/>
                <a:gd name="connsiteX1730" fmla="*/ 1336928 w 1905657"/>
                <a:gd name="connsiteY1730" fmla="*/ 1216781 h 1221162"/>
                <a:gd name="connsiteX1731" fmla="*/ 1338880 w 1905657"/>
                <a:gd name="connsiteY1731" fmla="*/ 1213754 h 1221162"/>
                <a:gd name="connsiteX1732" fmla="*/ 1342212 w 1905657"/>
                <a:gd name="connsiteY1732" fmla="*/ 1210289 h 1221162"/>
                <a:gd name="connsiteX1733" fmla="*/ 1344736 w 1905657"/>
                <a:gd name="connsiteY1733" fmla="*/ 1206387 h 1221162"/>
                <a:gd name="connsiteX1734" fmla="*/ 1346991 w 1905657"/>
                <a:gd name="connsiteY1734" fmla="*/ 1203191 h 1221162"/>
                <a:gd name="connsiteX1735" fmla="*/ 1347933 w 1905657"/>
                <a:gd name="connsiteY1735" fmla="*/ 1201004 h 1221162"/>
                <a:gd name="connsiteX1736" fmla="*/ 1351467 w 1905657"/>
                <a:gd name="connsiteY1736" fmla="*/ 1197237 h 1221162"/>
                <a:gd name="connsiteX1737" fmla="*/ 1353284 w 1905657"/>
                <a:gd name="connsiteY1737" fmla="*/ 1194714 h 1221162"/>
                <a:gd name="connsiteX1738" fmla="*/ 1357861 w 1905657"/>
                <a:gd name="connsiteY1738" fmla="*/ 1191013 h 1221162"/>
                <a:gd name="connsiteX1739" fmla="*/ 1361059 w 1905657"/>
                <a:gd name="connsiteY1739" fmla="*/ 1187885 h 1221162"/>
                <a:gd name="connsiteX1740" fmla="*/ 1365636 w 1905657"/>
                <a:gd name="connsiteY1740" fmla="*/ 1184857 h 1221162"/>
                <a:gd name="connsiteX1741" fmla="*/ 1368967 w 1905657"/>
                <a:gd name="connsiteY1741" fmla="*/ 1182233 h 1221162"/>
                <a:gd name="connsiteX1742" fmla="*/ 1372299 w 1905657"/>
                <a:gd name="connsiteY1742" fmla="*/ 1179138 h 1221162"/>
                <a:gd name="connsiteX1743" fmla="*/ 1374823 w 1905657"/>
                <a:gd name="connsiteY1743" fmla="*/ 1176245 h 1221162"/>
                <a:gd name="connsiteX1744" fmla="*/ 1377852 w 1905657"/>
                <a:gd name="connsiteY1744" fmla="*/ 1173420 h 1221162"/>
                <a:gd name="connsiteX1745" fmla="*/ 1383439 w 1905657"/>
                <a:gd name="connsiteY1745" fmla="*/ 1168710 h 1221162"/>
                <a:gd name="connsiteX1746" fmla="*/ 1388655 w 1905657"/>
                <a:gd name="connsiteY1746" fmla="*/ 1164371 h 1221162"/>
                <a:gd name="connsiteX1747" fmla="*/ 1392223 w 1905657"/>
                <a:gd name="connsiteY1747" fmla="*/ 1162689 h 1221162"/>
                <a:gd name="connsiteX1748" fmla="*/ 1399324 w 1905657"/>
                <a:gd name="connsiteY1748" fmla="*/ 1161949 h 1221162"/>
                <a:gd name="connsiteX1749" fmla="*/ 1403396 w 1905657"/>
                <a:gd name="connsiteY1749" fmla="*/ 1161511 h 1221162"/>
                <a:gd name="connsiteX1750" fmla="*/ 1408747 w 1905657"/>
                <a:gd name="connsiteY1750" fmla="*/ 1161713 h 1221162"/>
                <a:gd name="connsiteX1751" fmla="*/ 1412146 w 1905657"/>
                <a:gd name="connsiteY1751" fmla="*/ 1161276 h 1221162"/>
                <a:gd name="connsiteX1752" fmla="*/ 1418440 w 1905657"/>
                <a:gd name="connsiteY1752" fmla="*/ 1160468 h 1221162"/>
                <a:gd name="connsiteX1753" fmla="*/ 1425238 w 1905657"/>
                <a:gd name="connsiteY1753" fmla="*/ 1159829 h 1221162"/>
                <a:gd name="connsiteX1754" fmla="*/ 1434594 w 1905657"/>
                <a:gd name="connsiteY1754" fmla="*/ 1157441 h 1221162"/>
                <a:gd name="connsiteX1755" fmla="*/ 1442132 w 1905657"/>
                <a:gd name="connsiteY1755" fmla="*/ 1152664 h 1221162"/>
                <a:gd name="connsiteX1756" fmla="*/ 1446205 w 1905657"/>
                <a:gd name="connsiteY1756" fmla="*/ 1151789 h 1221162"/>
                <a:gd name="connsiteX1757" fmla="*/ 1452061 w 1905657"/>
                <a:gd name="connsiteY1757" fmla="*/ 1149266 h 1221162"/>
                <a:gd name="connsiteX1758" fmla="*/ 1454820 w 1905657"/>
                <a:gd name="connsiteY1758" fmla="*/ 1147954 h 1221162"/>
                <a:gd name="connsiteX1759" fmla="*/ 1467138 w 1905657"/>
                <a:gd name="connsiteY1759" fmla="*/ 1144422 h 1221162"/>
                <a:gd name="connsiteX1760" fmla="*/ 1473869 w 1905657"/>
                <a:gd name="connsiteY1760" fmla="*/ 1141395 h 1221162"/>
                <a:gd name="connsiteX1761" fmla="*/ 1479893 w 1905657"/>
                <a:gd name="connsiteY1761" fmla="*/ 1140015 h 1221162"/>
                <a:gd name="connsiteX1762" fmla="*/ 1487802 w 1905657"/>
                <a:gd name="connsiteY1762" fmla="*/ 1139006 h 1221162"/>
                <a:gd name="connsiteX1763" fmla="*/ 1494701 w 1905657"/>
                <a:gd name="connsiteY1763" fmla="*/ 1136853 h 1221162"/>
                <a:gd name="connsiteX1764" fmla="*/ 1498167 w 1905657"/>
                <a:gd name="connsiteY1764" fmla="*/ 1133220 h 1221162"/>
                <a:gd name="connsiteX1765" fmla="*/ 1499682 w 1905657"/>
                <a:gd name="connsiteY1765" fmla="*/ 1130630 h 1221162"/>
                <a:gd name="connsiteX1766" fmla="*/ 1502509 w 1905657"/>
                <a:gd name="connsiteY1766" fmla="*/ 1126560 h 1221162"/>
                <a:gd name="connsiteX1767" fmla="*/ 1504898 w 1905657"/>
                <a:gd name="connsiteY1767" fmla="*/ 1123162 h 1221162"/>
                <a:gd name="connsiteX1768" fmla="*/ 1507591 w 1905657"/>
                <a:gd name="connsiteY1768" fmla="*/ 1120706 h 1221162"/>
                <a:gd name="connsiteX1769" fmla="*/ 1510788 w 1905657"/>
                <a:gd name="connsiteY1769" fmla="*/ 1118251 h 1221162"/>
                <a:gd name="connsiteX1770" fmla="*/ 1514423 w 1905657"/>
                <a:gd name="connsiteY1770" fmla="*/ 1115930 h 1221162"/>
                <a:gd name="connsiteX1771" fmla="*/ 1518326 w 1905657"/>
                <a:gd name="connsiteY1771" fmla="*/ 1114248 h 1221162"/>
                <a:gd name="connsiteX1772" fmla="*/ 1523980 w 1905657"/>
                <a:gd name="connsiteY1772" fmla="*/ 1110345 h 1221162"/>
                <a:gd name="connsiteX1773" fmla="*/ 1530005 w 1905657"/>
                <a:gd name="connsiteY1773" fmla="*/ 1108596 h 1221162"/>
                <a:gd name="connsiteX1774" fmla="*/ 1534716 w 1905657"/>
                <a:gd name="connsiteY1774" fmla="*/ 1104627 h 1221162"/>
                <a:gd name="connsiteX1775" fmla="*/ 1538486 w 1905657"/>
                <a:gd name="connsiteY1775" fmla="*/ 1103180 h 1221162"/>
                <a:gd name="connsiteX1776" fmla="*/ 1542053 w 1905657"/>
                <a:gd name="connsiteY1776" fmla="*/ 1100859 h 1221162"/>
                <a:gd name="connsiteX1777" fmla="*/ 1544880 w 1905657"/>
                <a:gd name="connsiteY1777" fmla="*/ 1100119 h 1221162"/>
                <a:gd name="connsiteX1778" fmla="*/ 1547269 w 1905657"/>
                <a:gd name="connsiteY1778" fmla="*/ 1099816 h 1221162"/>
                <a:gd name="connsiteX1779" fmla="*/ 1550904 w 1905657"/>
                <a:gd name="connsiteY1779" fmla="*/ 1099682 h 1221162"/>
                <a:gd name="connsiteX1780" fmla="*/ 1552991 w 1905657"/>
                <a:gd name="connsiteY1780" fmla="*/ 1100119 h 1221162"/>
                <a:gd name="connsiteX1781" fmla="*/ 1555750 w 1905657"/>
                <a:gd name="connsiteY1781" fmla="*/ 1100758 h 1221162"/>
                <a:gd name="connsiteX1782" fmla="*/ 1558510 w 1905657"/>
                <a:gd name="connsiteY1782" fmla="*/ 1103214 h 1221162"/>
                <a:gd name="connsiteX1783" fmla="*/ 1561472 w 1905657"/>
                <a:gd name="connsiteY1783" fmla="*/ 1106040 h 1221162"/>
                <a:gd name="connsiteX1784" fmla="*/ 1564803 w 1905657"/>
                <a:gd name="connsiteY1784" fmla="*/ 1109235 h 1221162"/>
                <a:gd name="connsiteX1785" fmla="*/ 1567698 w 1905657"/>
                <a:gd name="connsiteY1785" fmla="*/ 1111556 h 1221162"/>
                <a:gd name="connsiteX1786" fmla="*/ 1571534 w 1905657"/>
                <a:gd name="connsiteY1786" fmla="*/ 1113878 h 1221162"/>
                <a:gd name="connsiteX1787" fmla="*/ 1574429 w 1905657"/>
                <a:gd name="connsiteY1787" fmla="*/ 1116333 h 1221162"/>
                <a:gd name="connsiteX1788" fmla="*/ 1576818 w 1905657"/>
                <a:gd name="connsiteY1788" fmla="*/ 1117578 h 1221162"/>
                <a:gd name="connsiteX1789" fmla="*/ 1579645 w 1905657"/>
                <a:gd name="connsiteY1789" fmla="*/ 1118284 h 1221162"/>
                <a:gd name="connsiteX1790" fmla="*/ 1584491 w 1905657"/>
                <a:gd name="connsiteY1790" fmla="*/ 1117040 h 1221162"/>
                <a:gd name="connsiteX1791" fmla="*/ 1586578 w 1905657"/>
                <a:gd name="connsiteY1791" fmla="*/ 1115660 h 1221162"/>
                <a:gd name="connsiteX1792" fmla="*/ 1590482 w 1905657"/>
                <a:gd name="connsiteY1792" fmla="*/ 1113777 h 1221162"/>
                <a:gd name="connsiteX1793" fmla="*/ 1591559 w 1905657"/>
                <a:gd name="connsiteY1793" fmla="*/ 1112196 h 1221162"/>
                <a:gd name="connsiteX1794" fmla="*/ 1592804 w 1905657"/>
                <a:gd name="connsiteY1794" fmla="*/ 1111556 h 1221162"/>
                <a:gd name="connsiteX1795" fmla="*/ 1594891 w 1905657"/>
                <a:gd name="connsiteY1795" fmla="*/ 1111691 h 1221162"/>
                <a:gd name="connsiteX1796" fmla="*/ 1596775 w 1905657"/>
                <a:gd name="connsiteY1796" fmla="*/ 1111624 h 1221162"/>
                <a:gd name="connsiteX1797" fmla="*/ 1598660 w 1905657"/>
                <a:gd name="connsiteY1797" fmla="*/ 1111758 h 1221162"/>
                <a:gd name="connsiteX1798" fmla="*/ 1599266 w 1905657"/>
                <a:gd name="connsiteY1798" fmla="*/ 1112936 h 1221162"/>
                <a:gd name="connsiteX1799" fmla="*/ 1599535 w 1905657"/>
                <a:gd name="connsiteY1799" fmla="*/ 1114752 h 1221162"/>
                <a:gd name="connsiteX1800" fmla="*/ 1599535 w 1905657"/>
                <a:gd name="connsiteY1800" fmla="*/ 1115997 h 1221162"/>
                <a:gd name="connsiteX1801" fmla="*/ 1599535 w 1905657"/>
                <a:gd name="connsiteY1801" fmla="*/ 1117746 h 1221162"/>
                <a:gd name="connsiteX1802" fmla="*/ 1599535 w 1905657"/>
                <a:gd name="connsiteY1802" fmla="*/ 1119495 h 1221162"/>
                <a:gd name="connsiteX1803" fmla="*/ 1599535 w 1905657"/>
                <a:gd name="connsiteY1803" fmla="*/ 1120740 h 1221162"/>
                <a:gd name="connsiteX1804" fmla="*/ 1600275 w 1905657"/>
                <a:gd name="connsiteY1804" fmla="*/ 1121749 h 1221162"/>
                <a:gd name="connsiteX1805" fmla="*/ 1602362 w 1905657"/>
                <a:gd name="connsiteY1805" fmla="*/ 1123128 h 1221162"/>
                <a:gd name="connsiteX1806" fmla="*/ 1606131 w 1905657"/>
                <a:gd name="connsiteY1806" fmla="*/ 1123330 h 1221162"/>
                <a:gd name="connsiteX1807" fmla="*/ 1608319 w 1905657"/>
                <a:gd name="connsiteY1807" fmla="*/ 1122321 h 1221162"/>
                <a:gd name="connsiteX1808" fmla="*/ 1610473 w 1905657"/>
                <a:gd name="connsiteY1808" fmla="*/ 1122018 h 1221162"/>
                <a:gd name="connsiteX1809" fmla="*/ 1612054 w 1905657"/>
                <a:gd name="connsiteY1809" fmla="*/ 1123902 h 1221162"/>
                <a:gd name="connsiteX1810" fmla="*/ 1613199 w 1905657"/>
                <a:gd name="connsiteY1810" fmla="*/ 1126291 h 1221162"/>
                <a:gd name="connsiteX1811" fmla="*/ 1615521 w 1905657"/>
                <a:gd name="connsiteY1811" fmla="*/ 1128914 h 1221162"/>
                <a:gd name="connsiteX1812" fmla="*/ 1617910 w 1905657"/>
                <a:gd name="connsiteY1812" fmla="*/ 1131673 h 1221162"/>
                <a:gd name="connsiteX1813" fmla="*/ 1620367 w 1905657"/>
                <a:gd name="connsiteY1813" fmla="*/ 1133691 h 1221162"/>
                <a:gd name="connsiteX1814" fmla="*/ 1622252 w 1905657"/>
                <a:gd name="connsiteY1814" fmla="*/ 1135878 h 1221162"/>
                <a:gd name="connsiteX1815" fmla="*/ 1625449 w 1905657"/>
                <a:gd name="connsiteY1815" fmla="*/ 1139780 h 1221162"/>
                <a:gd name="connsiteX1816" fmla="*/ 1628074 w 1905657"/>
                <a:gd name="connsiteY1816" fmla="*/ 1141798 h 1221162"/>
                <a:gd name="connsiteX1817" fmla="*/ 1630531 w 1905657"/>
                <a:gd name="connsiteY1817" fmla="*/ 1142942 h 1221162"/>
                <a:gd name="connsiteX1818" fmla="*/ 1634738 w 1905657"/>
                <a:gd name="connsiteY1818" fmla="*/ 1145835 h 1221162"/>
                <a:gd name="connsiteX1819" fmla="*/ 1638070 w 1905657"/>
                <a:gd name="connsiteY1819" fmla="*/ 1148728 h 1221162"/>
                <a:gd name="connsiteX1820" fmla="*/ 1642714 w 1905657"/>
                <a:gd name="connsiteY1820" fmla="*/ 1151756 h 1221162"/>
                <a:gd name="connsiteX1821" fmla="*/ 1646483 w 1905657"/>
                <a:gd name="connsiteY1821" fmla="*/ 1155658 h 1221162"/>
                <a:gd name="connsiteX1822" fmla="*/ 1648805 w 1905657"/>
                <a:gd name="connsiteY1822" fmla="*/ 1156095 h 1221162"/>
                <a:gd name="connsiteX1823" fmla="*/ 1650690 w 1905657"/>
                <a:gd name="connsiteY1823" fmla="*/ 1156835 h 1221162"/>
                <a:gd name="connsiteX1824" fmla="*/ 1654325 w 1905657"/>
                <a:gd name="connsiteY1824" fmla="*/ 1157710 h 1221162"/>
                <a:gd name="connsiteX1825" fmla="*/ 1655200 w 1905657"/>
                <a:gd name="connsiteY1825" fmla="*/ 1158282 h 1221162"/>
                <a:gd name="connsiteX1826" fmla="*/ 1660854 w 1905657"/>
                <a:gd name="connsiteY1826" fmla="*/ 1159022 h 1221162"/>
                <a:gd name="connsiteX1827" fmla="*/ 1663310 w 1905657"/>
                <a:gd name="connsiteY1827" fmla="*/ 1160906 h 1221162"/>
                <a:gd name="connsiteX1828" fmla="*/ 1666508 w 1905657"/>
                <a:gd name="connsiteY1828" fmla="*/ 1164236 h 1221162"/>
                <a:gd name="connsiteX1829" fmla="*/ 1668527 w 1905657"/>
                <a:gd name="connsiteY1829" fmla="*/ 1165111 h 1221162"/>
                <a:gd name="connsiteX1830" fmla="*/ 1669536 w 1905657"/>
                <a:gd name="connsiteY1830" fmla="*/ 1167432 h 1221162"/>
                <a:gd name="connsiteX1831" fmla="*/ 1669536 w 1905657"/>
                <a:gd name="connsiteY1831" fmla="*/ 1170459 h 1221162"/>
                <a:gd name="connsiteX1832" fmla="*/ 1669570 w 1905657"/>
                <a:gd name="connsiteY1832" fmla="*/ 1173352 h 1221162"/>
                <a:gd name="connsiteX1833" fmla="*/ 1669570 w 1905657"/>
                <a:gd name="connsiteY1833" fmla="*/ 1176683 h 1221162"/>
                <a:gd name="connsiteX1834" fmla="*/ 1671690 w 1905657"/>
                <a:gd name="connsiteY1834" fmla="*/ 1178701 h 1221162"/>
                <a:gd name="connsiteX1835" fmla="*/ 1675157 w 1905657"/>
                <a:gd name="connsiteY1835" fmla="*/ 1178836 h 1221162"/>
                <a:gd name="connsiteX1836" fmla="*/ 1677142 w 1905657"/>
                <a:gd name="connsiteY1836" fmla="*/ 1177389 h 1221162"/>
                <a:gd name="connsiteX1837" fmla="*/ 1679667 w 1905657"/>
                <a:gd name="connsiteY1837" fmla="*/ 1175068 h 1221162"/>
                <a:gd name="connsiteX1838" fmla="*/ 1681551 w 1905657"/>
                <a:gd name="connsiteY1838" fmla="*/ 1172881 h 1221162"/>
                <a:gd name="connsiteX1839" fmla="*/ 1682696 w 1905657"/>
                <a:gd name="connsiteY1839" fmla="*/ 1171738 h 1221162"/>
                <a:gd name="connsiteX1840" fmla="*/ 1683570 w 1905657"/>
                <a:gd name="connsiteY1840" fmla="*/ 1170560 h 1221162"/>
                <a:gd name="connsiteX1841" fmla="*/ 1684883 w 1905657"/>
                <a:gd name="connsiteY1841" fmla="*/ 1169248 h 1221162"/>
                <a:gd name="connsiteX1842" fmla="*/ 1685623 w 1905657"/>
                <a:gd name="connsiteY1842" fmla="*/ 1168239 h 1221162"/>
                <a:gd name="connsiteX1843" fmla="*/ 1687811 w 1905657"/>
                <a:gd name="connsiteY1843" fmla="*/ 1167667 h 1221162"/>
                <a:gd name="connsiteX1844" fmla="*/ 1692152 w 1905657"/>
                <a:gd name="connsiteY1844" fmla="*/ 1166086 h 1221162"/>
                <a:gd name="connsiteX1845" fmla="*/ 1695047 w 1905657"/>
                <a:gd name="connsiteY1845" fmla="*/ 1165649 h 1221162"/>
                <a:gd name="connsiteX1846" fmla="*/ 1698513 w 1905657"/>
                <a:gd name="connsiteY1846" fmla="*/ 1165212 h 1221162"/>
                <a:gd name="connsiteX1847" fmla="*/ 1701980 w 1905657"/>
                <a:gd name="connsiteY1847" fmla="*/ 1164472 h 1221162"/>
                <a:gd name="connsiteX1848" fmla="*/ 1705008 w 1905657"/>
                <a:gd name="connsiteY1848" fmla="*/ 1164034 h 1221162"/>
                <a:gd name="connsiteX1849" fmla="*/ 1707331 w 1905657"/>
                <a:gd name="connsiteY1849" fmla="*/ 1160569 h 1221162"/>
                <a:gd name="connsiteX1850" fmla="*/ 1706758 w 1905657"/>
                <a:gd name="connsiteY1850" fmla="*/ 1157239 h 1221162"/>
                <a:gd name="connsiteX1851" fmla="*/ 1705614 w 1905657"/>
                <a:gd name="connsiteY1851" fmla="*/ 1154346 h 1221162"/>
                <a:gd name="connsiteX1852" fmla="*/ 1705480 w 1905657"/>
                <a:gd name="connsiteY1852" fmla="*/ 1153034 h 1221162"/>
                <a:gd name="connsiteX1853" fmla="*/ 1705278 w 1905657"/>
                <a:gd name="connsiteY1853" fmla="*/ 1150713 h 1221162"/>
                <a:gd name="connsiteX1854" fmla="*/ 1705648 w 1905657"/>
                <a:gd name="connsiteY1854" fmla="*/ 1148392 h 1221162"/>
                <a:gd name="connsiteX1855" fmla="*/ 1705648 w 1905657"/>
                <a:gd name="connsiteY1855" fmla="*/ 1145499 h 1221162"/>
                <a:gd name="connsiteX1856" fmla="*/ 1705648 w 1905657"/>
                <a:gd name="connsiteY1856" fmla="*/ 1142034 h 1221162"/>
                <a:gd name="connsiteX1857" fmla="*/ 1705648 w 1905657"/>
                <a:gd name="connsiteY1857" fmla="*/ 1140285 h 1221162"/>
                <a:gd name="connsiteX1858" fmla="*/ 1705076 w 1905657"/>
                <a:gd name="connsiteY1858" fmla="*/ 1137829 h 1221162"/>
                <a:gd name="connsiteX1859" fmla="*/ 1705513 w 1905657"/>
                <a:gd name="connsiteY1859" fmla="*/ 1135071 h 1221162"/>
                <a:gd name="connsiteX1860" fmla="*/ 1705951 w 1905657"/>
                <a:gd name="connsiteY1860" fmla="*/ 1133321 h 1221162"/>
                <a:gd name="connsiteX1861" fmla="*/ 1707398 w 1905657"/>
                <a:gd name="connsiteY1861" fmla="*/ 1132144 h 1221162"/>
                <a:gd name="connsiteX1862" fmla="*/ 1709552 w 1905657"/>
                <a:gd name="connsiteY1862" fmla="*/ 1131000 h 1221162"/>
                <a:gd name="connsiteX1863" fmla="*/ 1711739 w 1905657"/>
                <a:gd name="connsiteY1863" fmla="*/ 1129251 h 1221162"/>
                <a:gd name="connsiteX1864" fmla="*/ 1713489 w 1905657"/>
                <a:gd name="connsiteY1864" fmla="*/ 1126358 h 1221162"/>
                <a:gd name="connsiteX1865" fmla="*/ 1715812 w 1905657"/>
                <a:gd name="connsiteY1865" fmla="*/ 1123734 h 1221162"/>
                <a:gd name="connsiteX1866" fmla="*/ 1717562 w 1905657"/>
                <a:gd name="connsiteY1866" fmla="*/ 1122288 h 1221162"/>
                <a:gd name="connsiteX1867" fmla="*/ 1719446 w 1905657"/>
                <a:gd name="connsiteY1867" fmla="*/ 1119529 h 1221162"/>
                <a:gd name="connsiteX1868" fmla="*/ 1720624 w 1905657"/>
                <a:gd name="connsiteY1868" fmla="*/ 1118083 h 1221162"/>
                <a:gd name="connsiteX1869" fmla="*/ 1721937 w 1905657"/>
                <a:gd name="connsiteY1869" fmla="*/ 1116064 h 1221162"/>
                <a:gd name="connsiteX1870" fmla="*/ 1722139 w 1905657"/>
                <a:gd name="connsiteY1870" fmla="*/ 1114180 h 1221162"/>
                <a:gd name="connsiteX1871" fmla="*/ 1723081 w 1905657"/>
                <a:gd name="connsiteY1871" fmla="*/ 1112296 h 1221162"/>
                <a:gd name="connsiteX1872" fmla="*/ 1723081 w 1905657"/>
                <a:gd name="connsiteY1872" fmla="*/ 1110715 h 1221162"/>
                <a:gd name="connsiteX1873" fmla="*/ 1723081 w 1905657"/>
                <a:gd name="connsiteY1873" fmla="*/ 1108966 h 1221162"/>
                <a:gd name="connsiteX1874" fmla="*/ 1723889 w 1905657"/>
                <a:gd name="connsiteY1874" fmla="*/ 1106140 h 1221162"/>
                <a:gd name="connsiteX1875" fmla="*/ 1724461 w 1905657"/>
                <a:gd name="connsiteY1875" fmla="*/ 1103550 h 1221162"/>
                <a:gd name="connsiteX1876" fmla="*/ 1725773 w 1905657"/>
                <a:gd name="connsiteY1876" fmla="*/ 1101229 h 1221162"/>
                <a:gd name="connsiteX1877" fmla="*/ 1726413 w 1905657"/>
                <a:gd name="connsiteY1877" fmla="*/ 1099412 h 1221162"/>
                <a:gd name="connsiteX1878" fmla="*/ 1727860 w 1905657"/>
                <a:gd name="connsiteY1878" fmla="*/ 1098101 h 1221162"/>
                <a:gd name="connsiteX1879" fmla="*/ 1729745 w 1905657"/>
                <a:gd name="connsiteY1879" fmla="*/ 1097091 h 1221162"/>
                <a:gd name="connsiteX1880" fmla="*/ 1731697 w 1905657"/>
                <a:gd name="connsiteY1880" fmla="*/ 1096452 h 1221162"/>
                <a:gd name="connsiteX1881" fmla="*/ 1733447 w 1905657"/>
                <a:gd name="connsiteY1881" fmla="*/ 1095948 h 1221162"/>
                <a:gd name="connsiteX1882" fmla="*/ 1734894 w 1905657"/>
                <a:gd name="connsiteY1882" fmla="*/ 1096082 h 1221162"/>
                <a:gd name="connsiteX1883" fmla="*/ 1737149 w 1905657"/>
                <a:gd name="connsiteY1883" fmla="*/ 1096217 h 1221162"/>
                <a:gd name="connsiteX1884" fmla="*/ 1739235 w 1905657"/>
                <a:gd name="connsiteY1884" fmla="*/ 1096856 h 1221162"/>
                <a:gd name="connsiteX1885" fmla="*/ 1740985 w 1905657"/>
                <a:gd name="connsiteY1885" fmla="*/ 1098874 h 1221162"/>
                <a:gd name="connsiteX1886" fmla="*/ 1742231 w 1905657"/>
                <a:gd name="connsiteY1886" fmla="*/ 1101565 h 1221162"/>
                <a:gd name="connsiteX1887" fmla="*/ 1742231 w 1905657"/>
                <a:gd name="connsiteY1887" fmla="*/ 1103752 h 1221162"/>
                <a:gd name="connsiteX1888" fmla="*/ 1742971 w 1905657"/>
                <a:gd name="connsiteY1888" fmla="*/ 1106140 h 1221162"/>
                <a:gd name="connsiteX1889" fmla="*/ 1743476 w 1905657"/>
                <a:gd name="connsiteY1889" fmla="*/ 1107822 h 1221162"/>
                <a:gd name="connsiteX1890" fmla="*/ 1744654 w 1905657"/>
                <a:gd name="connsiteY1890" fmla="*/ 1110514 h 1221162"/>
                <a:gd name="connsiteX1891" fmla="*/ 1745798 w 1905657"/>
                <a:gd name="connsiteY1891" fmla="*/ 1112700 h 1221162"/>
                <a:gd name="connsiteX1892" fmla="*/ 1747817 w 1905657"/>
                <a:gd name="connsiteY1892" fmla="*/ 1114584 h 1221162"/>
                <a:gd name="connsiteX1893" fmla="*/ 1750139 w 1905657"/>
                <a:gd name="connsiteY1893" fmla="*/ 1115896 h 1221162"/>
                <a:gd name="connsiteX1894" fmla="*/ 1752394 w 1905657"/>
                <a:gd name="connsiteY1894" fmla="*/ 1115829 h 1221162"/>
                <a:gd name="connsiteX1895" fmla="*/ 1756668 w 1905657"/>
                <a:gd name="connsiteY1895" fmla="*/ 1114954 h 1221162"/>
                <a:gd name="connsiteX1896" fmla="*/ 1758755 w 1905657"/>
                <a:gd name="connsiteY1896" fmla="*/ 1115761 h 1221162"/>
                <a:gd name="connsiteX1897" fmla="*/ 1760404 w 1905657"/>
                <a:gd name="connsiteY1897" fmla="*/ 1116199 h 1221162"/>
                <a:gd name="connsiteX1898" fmla="*/ 1763365 w 1905657"/>
                <a:gd name="connsiteY1898" fmla="*/ 1117141 h 1221162"/>
                <a:gd name="connsiteX1899" fmla="*/ 1766193 w 1905657"/>
                <a:gd name="connsiteY1899" fmla="*/ 1119159 h 1221162"/>
                <a:gd name="connsiteX1900" fmla="*/ 1767067 w 1905657"/>
                <a:gd name="connsiteY1900" fmla="*/ 1120673 h 1221162"/>
                <a:gd name="connsiteX1901" fmla="*/ 1767067 w 1905657"/>
                <a:gd name="connsiteY1901" fmla="*/ 1122624 h 1221162"/>
                <a:gd name="connsiteX1902" fmla="*/ 1767101 w 1905657"/>
                <a:gd name="connsiteY1902" fmla="*/ 1124878 h 1221162"/>
                <a:gd name="connsiteX1903" fmla="*/ 1766865 w 1905657"/>
                <a:gd name="connsiteY1903" fmla="*/ 1128713 h 1221162"/>
                <a:gd name="connsiteX1904" fmla="*/ 1766293 w 1905657"/>
                <a:gd name="connsiteY1904" fmla="*/ 1130731 h 1221162"/>
                <a:gd name="connsiteX1905" fmla="*/ 1766563 w 1905657"/>
                <a:gd name="connsiteY1905" fmla="*/ 1133489 h 1221162"/>
                <a:gd name="connsiteX1906" fmla="*/ 1766563 w 1905657"/>
                <a:gd name="connsiteY1906" fmla="*/ 1135071 h 1221162"/>
                <a:gd name="connsiteX1907" fmla="*/ 1768144 w 1905657"/>
                <a:gd name="connsiteY1907" fmla="*/ 1137526 h 1221162"/>
                <a:gd name="connsiteX1908" fmla="*/ 1770029 w 1905657"/>
                <a:gd name="connsiteY1908" fmla="*/ 1139847 h 1221162"/>
                <a:gd name="connsiteX1909" fmla="*/ 1772991 w 1905657"/>
                <a:gd name="connsiteY1909" fmla="*/ 1140554 h 1221162"/>
                <a:gd name="connsiteX1910" fmla="*/ 1776390 w 1905657"/>
                <a:gd name="connsiteY1910" fmla="*/ 1141294 h 1221162"/>
                <a:gd name="connsiteX1911" fmla="*/ 1779419 w 1905657"/>
                <a:gd name="connsiteY1911" fmla="*/ 1141798 h 1221162"/>
                <a:gd name="connsiteX1912" fmla="*/ 1781808 w 1905657"/>
                <a:gd name="connsiteY1912" fmla="*/ 1142875 h 1221162"/>
                <a:gd name="connsiteX1913" fmla="*/ 1783626 w 1905657"/>
                <a:gd name="connsiteY1913" fmla="*/ 1143884 h 1221162"/>
                <a:gd name="connsiteX1914" fmla="*/ 1785645 w 1905657"/>
                <a:gd name="connsiteY1914" fmla="*/ 1146138 h 1221162"/>
                <a:gd name="connsiteX1915" fmla="*/ 1787159 w 1905657"/>
                <a:gd name="connsiteY1915" fmla="*/ 1144961 h 1221162"/>
                <a:gd name="connsiteX1916" fmla="*/ 1789347 w 1905657"/>
                <a:gd name="connsiteY1916" fmla="*/ 1143009 h 1221162"/>
                <a:gd name="connsiteX1917" fmla="*/ 1791534 w 1905657"/>
                <a:gd name="connsiteY1917" fmla="*/ 1141597 h 1221162"/>
                <a:gd name="connsiteX1918" fmla="*/ 1793587 w 1905657"/>
                <a:gd name="connsiteY1918" fmla="*/ 1140621 h 1221162"/>
                <a:gd name="connsiteX1919" fmla="*/ 1795438 w 1905657"/>
                <a:gd name="connsiteY1919" fmla="*/ 1139746 h 1221162"/>
                <a:gd name="connsiteX1920" fmla="*/ 1798030 w 1905657"/>
                <a:gd name="connsiteY1920" fmla="*/ 1138132 h 1221162"/>
                <a:gd name="connsiteX1921" fmla="*/ 1800318 w 1905657"/>
                <a:gd name="connsiteY1921" fmla="*/ 1136180 h 1221162"/>
                <a:gd name="connsiteX1922" fmla="*/ 1802607 w 1905657"/>
                <a:gd name="connsiteY1922" fmla="*/ 1134667 h 1221162"/>
                <a:gd name="connsiteX1923" fmla="*/ 1804357 w 1905657"/>
                <a:gd name="connsiteY1923" fmla="*/ 1132043 h 1221162"/>
                <a:gd name="connsiteX1924" fmla="*/ 1804121 w 1905657"/>
                <a:gd name="connsiteY1924" fmla="*/ 1127905 h 1221162"/>
                <a:gd name="connsiteX1925" fmla="*/ 1803751 w 1905657"/>
                <a:gd name="connsiteY1925" fmla="*/ 1124743 h 1221162"/>
                <a:gd name="connsiteX1926" fmla="*/ 1801294 w 1905657"/>
                <a:gd name="connsiteY1926" fmla="*/ 1121917 h 1221162"/>
                <a:gd name="connsiteX1927" fmla="*/ 1801294 w 1905657"/>
                <a:gd name="connsiteY1927" fmla="*/ 1119428 h 1221162"/>
                <a:gd name="connsiteX1928" fmla="*/ 1802708 w 1905657"/>
                <a:gd name="connsiteY1928" fmla="*/ 1116703 h 1221162"/>
                <a:gd name="connsiteX1929" fmla="*/ 1803684 w 1905657"/>
                <a:gd name="connsiteY1929" fmla="*/ 1115526 h 1221162"/>
                <a:gd name="connsiteX1930" fmla="*/ 1806948 w 1905657"/>
                <a:gd name="connsiteY1930" fmla="*/ 1114449 h 1221162"/>
                <a:gd name="connsiteX1931" fmla="*/ 1809775 w 1905657"/>
                <a:gd name="connsiteY1931" fmla="*/ 1114449 h 1221162"/>
                <a:gd name="connsiteX1932" fmla="*/ 1811525 w 1905657"/>
                <a:gd name="connsiteY1932" fmla="*/ 1114416 h 1221162"/>
                <a:gd name="connsiteX1933" fmla="*/ 1813915 w 1905657"/>
                <a:gd name="connsiteY1933" fmla="*/ 1115761 h 1221162"/>
                <a:gd name="connsiteX1934" fmla="*/ 1814790 w 1905657"/>
                <a:gd name="connsiteY1934" fmla="*/ 1117612 h 1221162"/>
                <a:gd name="connsiteX1935" fmla="*/ 1815564 w 1905657"/>
                <a:gd name="connsiteY1935" fmla="*/ 1119798 h 1221162"/>
                <a:gd name="connsiteX1936" fmla="*/ 1816977 w 1905657"/>
                <a:gd name="connsiteY1936" fmla="*/ 1123700 h 1221162"/>
                <a:gd name="connsiteX1937" fmla="*/ 1817179 w 1905657"/>
                <a:gd name="connsiteY1937" fmla="*/ 1125887 h 1221162"/>
                <a:gd name="connsiteX1938" fmla="*/ 1816203 w 1905657"/>
                <a:gd name="connsiteY1938" fmla="*/ 1128612 h 1221162"/>
                <a:gd name="connsiteX1939" fmla="*/ 1816001 w 1905657"/>
                <a:gd name="connsiteY1939" fmla="*/ 1130664 h 1221162"/>
                <a:gd name="connsiteX1940" fmla="*/ 1816439 w 1905657"/>
                <a:gd name="connsiteY1940" fmla="*/ 1133590 h 1221162"/>
                <a:gd name="connsiteX1941" fmla="*/ 1816271 w 1905657"/>
                <a:gd name="connsiteY1941" fmla="*/ 1136753 h 1221162"/>
                <a:gd name="connsiteX1942" fmla="*/ 1815227 w 1905657"/>
                <a:gd name="connsiteY1942" fmla="*/ 1138502 h 1221162"/>
                <a:gd name="connsiteX1943" fmla="*/ 1815227 w 1905657"/>
                <a:gd name="connsiteY1943" fmla="*/ 1142101 h 1221162"/>
                <a:gd name="connsiteX1944" fmla="*/ 1816001 w 1905657"/>
                <a:gd name="connsiteY1944" fmla="*/ 1144153 h 1221162"/>
                <a:gd name="connsiteX1945" fmla="*/ 1816540 w 1905657"/>
                <a:gd name="connsiteY1945" fmla="*/ 1145902 h 1221162"/>
                <a:gd name="connsiteX1946" fmla="*/ 1818155 w 1905657"/>
                <a:gd name="connsiteY1946" fmla="*/ 1146878 h 1221162"/>
                <a:gd name="connsiteX1947" fmla="*/ 1820208 w 1905657"/>
                <a:gd name="connsiteY1947" fmla="*/ 1148291 h 1221162"/>
                <a:gd name="connsiteX1948" fmla="*/ 1822597 w 1905657"/>
                <a:gd name="connsiteY1948" fmla="*/ 1148392 h 1221162"/>
                <a:gd name="connsiteX1949" fmla="*/ 1825862 w 1905657"/>
                <a:gd name="connsiteY1949" fmla="*/ 1146542 h 1221162"/>
                <a:gd name="connsiteX1950" fmla="*/ 1828252 w 1905657"/>
                <a:gd name="connsiteY1950" fmla="*/ 1145129 h 1221162"/>
                <a:gd name="connsiteX1951" fmla="*/ 1829126 w 1905657"/>
                <a:gd name="connsiteY1951" fmla="*/ 1143615 h 1221162"/>
                <a:gd name="connsiteX1952" fmla="*/ 1830338 w 1905657"/>
                <a:gd name="connsiteY1952" fmla="*/ 1142101 h 1221162"/>
                <a:gd name="connsiteX1953" fmla="*/ 1832290 w 1905657"/>
                <a:gd name="connsiteY1953" fmla="*/ 1141226 h 1221162"/>
                <a:gd name="connsiteX1954" fmla="*/ 1835218 w 1905657"/>
                <a:gd name="connsiteY1954" fmla="*/ 1141226 h 1221162"/>
                <a:gd name="connsiteX1955" fmla="*/ 1838819 w 1905657"/>
                <a:gd name="connsiteY1955" fmla="*/ 1142875 h 1221162"/>
                <a:gd name="connsiteX1956" fmla="*/ 1840670 w 1905657"/>
                <a:gd name="connsiteY1956" fmla="*/ 1144187 h 1221162"/>
                <a:gd name="connsiteX1957" fmla="*/ 1842184 w 1905657"/>
                <a:gd name="connsiteY1957" fmla="*/ 1144826 h 1221162"/>
                <a:gd name="connsiteX1958" fmla="*/ 1845012 w 1905657"/>
                <a:gd name="connsiteY1958" fmla="*/ 1144927 h 1221162"/>
                <a:gd name="connsiteX1959" fmla="*/ 1847838 w 1905657"/>
                <a:gd name="connsiteY1959" fmla="*/ 1142101 h 1221162"/>
                <a:gd name="connsiteX1960" fmla="*/ 1849454 w 1905657"/>
                <a:gd name="connsiteY1960" fmla="*/ 1139275 h 1221162"/>
                <a:gd name="connsiteX1961" fmla="*/ 1851305 w 1905657"/>
                <a:gd name="connsiteY1961" fmla="*/ 1133860 h 1221162"/>
                <a:gd name="connsiteX1962" fmla="*/ 1851742 w 1905657"/>
                <a:gd name="connsiteY1962" fmla="*/ 1131807 h 1221162"/>
                <a:gd name="connsiteX1963" fmla="*/ 1852079 w 1905657"/>
                <a:gd name="connsiteY1963" fmla="*/ 1125180 h 1221162"/>
                <a:gd name="connsiteX1964" fmla="*/ 1850867 w 1905657"/>
                <a:gd name="connsiteY1964" fmla="*/ 1119327 h 1221162"/>
                <a:gd name="connsiteX1965" fmla="*/ 1849117 w 1905657"/>
                <a:gd name="connsiteY1965" fmla="*/ 1115627 h 1221162"/>
                <a:gd name="connsiteX1966" fmla="*/ 1847704 w 1905657"/>
                <a:gd name="connsiteY1966" fmla="*/ 1112263 h 1221162"/>
                <a:gd name="connsiteX1967" fmla="*/ 1846290 w 1905657"/>
                <a:gd name="connsiteY1967" fmla="*/ 1109000 h 1221162"/>
                <a:gd name="connsiteX1968" fmla="*/ 1846055 w 1905657"/>
                <a:gd name="connsiteY1968" fmla="*/ 1106948 h 1221162"/>
                <a:gd name="connsiteX1969" fmla="*/ 1845853 w 1905657"/>
                <a:gd name="connsiteY1969" fmla="*/ 1102608 h 1221162"/>
                <a:gd name="connsiteX1970" fmla="*/ 1845617 w 1905657"/>
                <a:gd name="connsiteY1970" fmla="*/ 1098807 h 1221162"/>
                <a:gd name="connsiteX1971" fmla="*/ 1845180 w 1905657"/>
                <a:gd name="connsiteY1971" fmla="*/ 1095443 h 1221162"/>
                <a:gd name="connsiteX1972" fmla="*/ 1845281 w 1905657"/>
                <a:gd name="connsiteY1972" fmla="*/ 1091843 h 1221162"/>
                <a:gd name="connsiteX1973" fmla="*/ 1845382 w 1905657"/>
                <a:gd name="connsiteY1973" fmla="*/ 1089993 h 1221162"/>
                <a:gd name="connsiteX1974" fmla="*/ 1847569 w 1905657"/>
                <a:gd name="connsiteY1974" fmla="*/ 1087807 h 1221162"/>
                <a:gd name="connsiteX1975" fmla="*/ 1849420 w 1905657"/>
                <a:gd name="connsiteY1975" fmla="*/ 1085519 h 1221162"/>
                <a:gd name="connsiteX1976" fmla="*/ 1852146 w 1905657"/>
                <a:gd name="connsiteY1976" fmla="*/ 1083232 h 1221162"/>
                <a:gd name="connsiteX1977" fmla="*/ 1852146 w 1905657"/>
                <a:gd name="connsiteY1977" fmla="*/ 1080070 h 1221162"/>
                <a:gd name="connsiteX1978" fmla="*/ 1851170 w 1905657"/>
                <a:gd name="connsiteY1978" fmla="*/ 1077042 h 1221162"/>
                <a:gd name="connsiteX1979" fmla="*/ 1848579 w 1905657"/>
                <a:gd name="connsiteY1979" fmla="*/ 1073779 h 1221162"/>
                <a:gd name="connsiteX1980" fmla="*/ 1848478 w 1905657"/>
                <a:gd name="connsiteY1980" fmla="*/ 1071828 h 1221162"/>
                <a:gd name="connsiteX1981" fmla="*/ 1850531 w 1905657"/>
                <a:gd name="connsiteY1981" fmla="*/ 1070213 h 1221162"/>
                <a:gd name="connsiteX1982" fmla="*/ 1851944 w 1905657"/>
                <a:gd name="connsiteY1982" fmla="*/ 1067825 h 1221162"/>
                <a:gd name="connsiteX1983" fmla="*/ 1852920 w 1905657"/>
                <a:gd name="connsiteY1983" fmla="*/ 1065975 h 1221162"/>
                <a:gd name="connsiteX1984" fmla="*/ 1853122 w 1905657"/>
                <a:gd name="connsiteY1984" fmla="*/ 1062812 h 1221162"/>
                <a:gd name="connsiteX1985" fmla="*/ 1852584 w 1905657"/>
                <a:gd name="connsiteY1985" fmla="*/ 1059550 h 1221162"/>
                <a:gd name="connsiteX1986" fmla="*/ 1850968 w 1905657"/>
                <a:gd name="connsiteY1986" fmla="*/ 1056623 h 1221162"/>
                <a:gd name="connsiteX1987" fmla="*/ 1851170 w 1905657"/>
                <a:gd name="connsiteY1987" fmla="*/ 1055311 h 1221162"/>
                <a:gd name="connsiteX1988" fmla="*/ 1852483 w 1905657"/>
                <a:gd name="connsiteY1988" fmla="*/ 1054436 h 1221162"/>
                <a:gd name="connsiteX1989" fmla="*/ 1855074 w 1905657"/>
                <a:gd name="connsiteY1989" fmla="*/ 1052922 h 1221162"/>
                <a:gd name="connsiteX1990" fmla="*/ 1856151 w 1905657"/>
                <a:gd name="connsiteY1990" fmla="*/ 1052283 h 1221162"/>
                <a:gd name="connsiteX1991" fmla="*/ 1858440 w 1905657"/>
                <a:gd name="connsiteY1991" fmla="*/ 1052283 h 1221162"/>
                <a:gd name="connsiteX1992" fmla="*/ 1859214 w 1905657"/>
                <a:gd name="connsiteY1992" fmla="*/ 1054033 h 1221162"/>
                <a:gd name="connsiteX1993" fmla="*/ 1860291 w 1905657"/>
                <a:gd name="connsiteY1993" fmla="*/ 1054806 h 1221162"/>
                <a:gd name="connsiteX1994" fmla="*/ 1861368 w 1905657"/>
                <a:gd name="connsiteY1994" fmla="*/ 1054907 h 1221162"/>
                <a:gd name="connsiteX1995" fmla="*/ 1862546 w 1905657"/>
                <a:gd name="connsiteY1995" fmla="*/ 1051913 h 1221162"/>
                <a:gd name="connsiteX1996" fmla="*/ 1866685 w 1905657"/>
                <a:gd name="connsiteY1996" fmla="*/ 1051913 h 1221162"/>
                <a:gd name="connsiteX1997" fmla="*/ 1867459 w 1905657"/>
                <a:gd name="connsiteY1997" fmla="*/ 1053494 h 1221162"/>
                <a:gd name="connsiteX1998" fmla="*/ 1868435 w 1905657"/>
                <a:gd name="connsiteY1998" fmla="*/ 1059247 h 1221162"/>
                <a:gd name="connsiteX1999" fmla="*/ 1867897 w 1905657"/>
                <a:gd name="connsiteY1999" fmla="*/ 1062409 h 1221162"/>
                <a:gd name="connsiteX2000" fmla="*/ 1867459 w 1905657"/>
                <a:gd name="connsiteY2000" fmla="*/ 1066008 h 1221162"/>
                <a:gd name="connsiteX2001" fmla="*/ 1867358 w 1905657"/>
                <a:gd name="connsiteY2001" fmla="*/ 1068498 h 1221162"/>
                <a:gd name="connsiteX2002" fmla="*/ 1867358 w 1905657"/>
                <a:gd name="connsiteY2002" fmla="*/ 1070886 h 1221162"/>
                <a:gd name="connsiteX2003" fmla="*/ 1868233 w 1905657"/>
                <a:gd name="connsiteY2003" fmla="*/ 1072837 h 1221162"/>
                <a:gd name="connsiteX2004" fmla="*/ 1869546 w 1905657"/>
                <a:gd name="connsiteY2004" fmla="*/ 1073106 h 1221162"/>
                <a:gd name="connsiteX2005" fmla="*/ 1870858 w 1905657"/>
                <a:gd name="connsiteY2005" fmla="*/ 1073476 h 1221162"/>
                <a:gd name="connsiteX2006" fmla="*/ 1873450 w 1905657"/>
                <a:gd name="connsiteY2006" fmla="*/ 1073476 h 1221162"/>
                <a:gd name="connsiteX2007" fmla="*/ 1876176 w 1905657"/>
                <a:gd name="connsiteY2007" fmla="*/ 1073140 h 1221162"/>
                <a:gd name="connsiteX2008" fmla="*/ 1878464 w 1905657"/>
                <a:gd name="connsiteY2008" fmla="*/ 1071492 h 1221162"/>
                <a:gd name="connsiteX2009" fmla="*/ 1879104 w 1905657"/>
                <a:gd name="connsiteY2009" fmla="*/ 1070180 h 1221162"/>
                <a:gd name="connsiteX2010" fmla="*/ 1878128 w 1905657"/>
                <a:gd name="connsiteY2010" fmla="*/ 1066580 h 1221162"/>
                <a:gd name="connsiteX2011" fmla="*/ 1877926 w 1905657"/>
                <a:gd name="connsiteY2011" fmla="*/ 1064427 h 1221162"/>
                <a:gd name="connsiteX2012" fmla="*/ 1877724 w 1905657"/>
                <a:gd name="connsiteY2012" fmla="*/ 1061501 h 1221162"/>
                <a:gd name="connsiteX2013" fmla="*/ 1878599 w 1905657"/>
                <a:gd name="connsiteY2013" fmla="*/ 1059112 h 1221162"/>
                <a:gd name="connsiteX2014" fmla="*/ 1881762 w 1905657"/>
                <a:gd name="connsiteY2014" fmla="*/ 1057800 h 1221162"/>
                <a:gd name="connsiteX2015" fmla="*/ 1882402 w 1905657"/>
                <a:gd name="connsiteY2015" fmla="*/ 1056724 h 1221162"/>
                <a:gd name="connsiteX2016" fmla="*/ 1880450 w 1905657"/>
                <a:gd name="connsiteY2016" fmla="*/ 1054134 h 1221162"/>
                <a:gd name="connsiteX2017" fmla="*/ 1881661 w 1905657"/>
                <a:gd name="connsiteY2017" fmla="*/ 1052721 h 1221162"/>
                <a:gd name="connsiteX2018" fmla="*/ 1884589 w 1905657"/>
                <a:gd name="connsiteY2018" fmla="*/ 1052620 h 1221162"/>
                <a:gd name="connsiteX2019" fmla="*/ 1887080 w 1905657"/>
                <a:gd name="connsiteY2019" fmla="*/ 1052519 h 1221162"/>
                <a:gd name="connsiteX2020" fmla="*/ 1887416 w 1905657"/>
                <a:gd name="connsiteY2020" fmla="*/ 1050332 h 1221162"/>
                <a:gd name="connsiteX2021" fmla="*/ 1887315 w 1905657"/>
                <a:gd name="connsiteY2021" fmla="*/ 1047708 h 1221162"/>
                <a:gd name="connsiteX2022" fmla="*/ 1886676 w 1905657"/>
                <a:gd name="connsiteY2022" fmla="*/ 1046396 h 1221162"/>
                <a:gd name="connsiteX2023" fmla="*/ 1885060 w 1905657"/>
                <a:gd name="connsiteY2023" fmla="*/ 1044983 h 1221162"/>
                <a:gd name="connsiteX2024" fmla="*/ 1884623 w 1905657"/>
                <a:gd name="connsiteY2024" fmla="*/ 1044109 h 1221162"/>
                <a:gd name="connsiteX2025" fmla="*/ 1885935 w 1905657"/>
                <a:gd name="connsiteY2025" fmla="*/ 1042023 h 1221162"/>
                <a:gd name="connsiteX2026" fmla="*/ 1887450 w 1905657"/>
                <a:gd name="connsiteY2026" fmla="*/ 1041250 h 1221162"/>
                <a:gd name="connsiteX2027" fmla="*/ 1886810 w 1905657"/>
                <a:gd name="connsiteY2027" fmla="*/ 1039500 h 1221162"/>
                <a:gd name="connsiteX2028" fmla="*/ 1883109 w 1905657"/>
                <a:gd name="connsiteY2028" fmla="*/ 1034824 h 1221162"/>
                <a:gd name="connsiteX2029" fmla="*/ 1883109 w 1905657"/>
                <a:gd name="connsiteY2029" fmla="*/ 1034286 h 1221162"/>
                <a:gd name="connsiteX2030" fmla="*/ 1885700 w 1905657"/>
                <a:gd name="connsiteY2030" fmla="*/ 1032638 h 1221162"/>
                <a:gd name="connsiteX2031" fmla="*/ 1889065 w 1905657"/>
                <a:gd name="connsiteY2031" fmla="*/ 1030788 h 1221162"/>
                <a:gd name="connsiteX2032" fmla="*/ 1892431 w 1905657"/>
                <a:gd name="connsiteY2032" fmla="*/ 1030249 h 1221162"/>
                <a:gd name="connsiteX2033" fmla="*/ 1896671 w 1905657"/>
                <a:gd name="connsiteY2033" fmla="*/ 1030788 h 1221162"/>
                <a:gd name="connsiteX2034" fmla="*/ 1899094 w 1905657"/>
                <a:gd name="connsiteY2034" fmla="*/ 1031662 h 122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Lst>
              <a:rect l="l" t="t" r="r" b="b"/>
              <a:pathLst>
                <a:path w="1905657" h="1221162">
                  <a:moveTo>
                    <a:pt x="1899094" y="1031662"/>
                  </a:moveTo>
                  <a:cubicBezTo>
                    <a:pt x="1899094" y="1031662"/>
                    <a:pt x="1900306" y="1031898"/>
                    <a:pt x="1900710" y="1031898"/>
                  </a:cubicBezTo>
                  <a:lnTo>
                    <a:pt x="1901686" y="1028635"/>
                  </a:lnTo>
                  <a:lnTo>
                    <a:pt x="1900171" y="1023858"/>
                  </a:lnTo>
                  <a:lnTo>
                    <a:pt x="1901046" y="1019518"/>
                  </a:lnTo>
                  <a:cubicBezTo>
                    <a:pt x="1901046" y="1019518"/>
                    <a:pt x="1900171" y="1014506"/>
                    <a:pt x="1900171" y="1013665"/>
                  </a:cubicBezTo>
                  <a:cubicBezTo>
                    <a:pt x="1900171" y="1012790"/>
                    <a:pt x="1899970" y="1006062"/>
                    <a:pt x="1899970" y="1006062"/>
                  </a:cubicBezTo>
                  <a:lnTo>
                    <a:pt x="1899330" y="1003237"/>
                  </a:lnTo>
                  <a:cubicBezTo>
                    <a:pt x="1899330" y="1003237"/>
                    <a:pt x="1899330" y="998897"/>
                    <a:pt x="1899566" y="998023"/>
                  </a:cubicBezTo>
                  <a:cubicBezTo>
                    <a:pt x="1899768" y="997148"/>
                    <a:pt x="1899566" y="994322"/>
                    <a:pt x="1899330" y="993246"/>
                  </a:cubicBezTo>
                  <a:cubicBezTo>
                    <a:pt x="1899094" y="992169"/>
                    <a:pt x="1898253" y="990218"/>
                    <a:pt x="1898253" y="990218"/>
                  </a:cubicBezTo>
                  <a:lnTo>
                    <a:pt x="1895864" y="990218"/>
                  </a:lnTo>
                  <a:lnTo>
                    <a:pt x="1893474" y="987292"/>
                  </a:lnTo>
                  <a:lnTo>
                    <a:pt x="1893037" y="985004"/>
                  </a:lnTo>
                  <a:lnTo>
                    <a:pt x="1892162" y="978915"/>
                  </a:lnTo>
                  <a:lnTo>
                    <a:pt x="1892162" y="975450"/>
                  </a:lnTo>
                  <a:cubicBezTo>
                    <a:pt x="1892162" y="975450"/>
                    <a:pt x="1893138" y="974138"/>
                    <a:pt x="1894215" y="973062"/>
                  </a:cubicBezTo>
                  <a:cubicBezTo>
                    <a:pt x="1895291" y="971985"/>
                    <a:pt x="1894551" y="973062"/>
                    <a:pt x="1895190" y="972423"/>
                  </a:cubicBezTo>
                  <a:cubicBezTo>
                    <a:pt x="1895830" y="971784"/>
                    <a:pt x="1897378" y="969799"/>
                    <a:pt x="1897378" y="969799"/>
                  </a:cubicBezTo>
                  <a:lnTo>
                    <a:pt x="1899128" y="965257"/>
                  </a:lnTo>
                  <a:lnTo>
                    <a:pt x="1901955" y="960683"/>
                  </a:lnTo>
                  <a:lnTo>
                    <a:pt x="1905657" y="954796"/>
                  </a:lnTo>
                  <a:lnTo>
                    <a:pt x="1905455" y="942416"/>
                  </a:lnTo>
                  <a:lnTo>
                    <a:pt x="1904580" y="934141"/>
                  </a:lnTo>
                  <a:cubicBezTo>
                    <a:pt x="1904580" y="934141"/>
                    <a:pt x="1903941" y="929801"/>
                    <a:pt x="1903705" y="929129"/>
                  </a:cubicBezTo>
                  <a:cubicBezTo>
                    <a:pt x="1903503" y="928489"/>
                    <a:pt x="1901080" y="922502"/>
                    <a:pt x="1901080" y="921190"/>
                  </a:cubicBezTo>
                  <a:cubicBezTo>
                    <a:pt x="1901080" y="919878"/>
                    <a:pt x="1900003" y="917590"/>
                    <a:pt x="1900003" y="916850"/>
                  </a:cubicBezTo>
                  <a:cubicBezTo>
                    <a:pt x="1900003" y="916076"/>
                    <a:pt x="1899128" y="911098"/>
                    <a:pt x="1899128" y="911098"/>
                  </a:cubicBezTo>
                  <a:cubicBezTo>
                    <a:pt x="1899128" y="911098"/>
                    <a:pt x="1899128" y="908810"/>
                    <a:pt x="1899128" y="908171"/>
                  </a:cubicBezTo>
                  <a:cubicBezTo>
                    <a:pt x="1899128" y="907532"/>
                    <a:pt x="1899902" y="905682"/>
                    <a:pt x="1900205" y="905009"/>
                  </a:cubicBezTo>
                  <a:cubicBezTo>
                    <a:pt x="1900542" y="904370"/>
                    <a:pt x="1900744" y="903798"/>
                    <a:pt x="1901719" y="903159"/>
                  </a:cubicBezTo>
                  <a:cubicBezTo>
                    <a:pt x="1902696" y="902520"/>
                    <a:pt x="1902494" y="901107"/>
                    <a:pt x="1902696" y="900434"/>
                  </a:cubicBezTo>
                  <a:cubicBezTo>
                    <a:pt x="1902931" y="899795"/>
                    <a:pt x="1902696" y="896532"/>
                    <a:pt x="1902696" y="896532"/>
                  </a:cubicBezTo>
                  <a:cubicBezTo>
                    <a:pt x="1902696" y="896532"/>
                    <a:pt x="1903032" y="892293"/>
                    <a:pt x="1903133" y="891856"/>
                  </a:cubicBezTo>
                  <a:cubicBezTo>
                    <a:pt x="1903234" y="891419"/>
                    <a:pt x="1903470" y="889568"/>
                    <a:pt x="1903470" y="889568"/>
                  </a:cubicBezTo>
                  <a:lnTo>
                    <a:pt x="1900104" y="885330"/>
                  </a:lnTo>
                  <a:lnTo>
                    <a:pt x="1900542" y="880889"/>
                  </a:lnTo>
                  <a:cubicBezTo>
                    <a:pt x="1900542" y="880889"/>
                    <a:pt x="1901417" y="878165"/>
                    <a:pt x="1901417" y="877727"/>
                  </a:cubicBezTo>
                  <a:cubicBezTo>
                    <a:pt x="1901417" y="877290"/>
                    <a:pt x="1901517" y="874700"/>
                    <a:pt x="1901517" y="874262"/>
                  </a:cubicBezTo>
                  <a:cubicBezTo>
                    <a:pt x="1901517" y="873825"/>
                    <a:pt x="1901316" y="870898"/>
                    <a:pt x="1901316" y="870898"/>
                  </a:cubicBezTo>
                  <a:cubicBezTo>
                    <a:pt x="1901316" y="870898"/>
                    <a:pt x="1899801" y="869822"/>
                    <a:pt x="1898825" y="868611"/>
                  </a:cubicBezTo>
                  <a:cubicBezTo>
                    <a:pt x="1897849" y="867434"/>
                    <a:pt x="1897513" y="866996"/>
                    <a:pt x="1897210" y="866021"/>
                  </a:cubicBezTo>
                  <a:cubicBezTo>
                    <a:pt x="1896873" y="865045"/>
                    <a:pt x="1897311" y="864608"/>
                    <a:pt x="1897849" y="863969"/>
                  </a:cubicBezTo>
                  <a:cubicBezTo>
                    <a:pt x="1898388" y="863329"/>
                    <a:pt x="1898825" y="863195"/>
                    <a:pt x="1899364" y="862993"/>
                  </a:cubicBezTo>
                  <a:cubicBezTo>
                    <a:pt x="1899902" y="862758"/>
                    <a:pt x="1900340" y="862455"/>
                    <a:pt x="1900340" y="862455"/>
                  </a:cubicBezTo>
                  <a:cubicBezTo>
                    <a:pt x="1900340" y="862455"/>
                    <a:pt x="1901753" y="861816"/>
                    <a:pt x="1902527" y="861479"/>
                  </a:cubicBezTo>
                  <a:cubicBezTo>
                    <a:pt x="1903301" y="861143"/>
                    <a:pt x="1903167" y="860403"/>
                    <a:pt x="1903503" y="859730"/>
                  </a:cubicBezTo>
                  <a:cubicBezTo>
                    <a:pt x="1903840" y="859091"/>
                    <a:pt x="1904378" y="857880"/>
                    <a:pt x="1904816" y="857241"/>
                  </a:cubicBezTo>
                  <a:cubicBezTo>
                    <a:pt x="1905253" y="856602"/>
                    <a:pt x="1905253" y="855290"/>
                    <a:pt x="1905253" y="855290"/>
                  </a:cubicBezTo>
                  <a:lnTo>
                    <a:pt x="1904917" y="851387"/>
                  </a:lnTo>
                  <a:lnTo>
                    <a:pt x="1901753" y="848461"/>
                  </a:lnTo>
                  <a:lnTo>
                    <a:pt x="1899902" y="846711"/>
                  </a:lnTo>
                  <a:lnTo>
                    <a:pt x="1898926" y="844525"/>
                  </a:lnTo>
                  <a:lnTo>
                    <a:pt x="1897412" y="842137"/>
                  </a:lnTo>
                  <a:cubicBezTo>
                    <a:pt x="1897412" y="842137"/>
                    <a:pt x="1895123" y="840926"/>
                    <a:pt x="1895022" y="840623"/>
                  </a:cubicBezTo>
                  <a:cubicBezTo>
                    <a:pt x="1894921" y="840286"/>
                    <a:pt x="1891758" y="838234"/>
                    <a:pt x="1891421" y="838033"/>
                  </a:cubicBezTo>
                  <a:cubicBezTo>
                    <a:pt x="1891085" y="837797"/>
                    <a:pt x="1890243" y="836956"/>
                    <a:pt x="1890243" y="836956"/>
                  </a:cubicBezTo>
                  <a:lnTo>
                    <a:pt x="1889604" y="835980"/>
                  </a:lnTo>
                  <a:lnTo>
                    <a:pt x="1889806" y="833928"/>
                  </a:lnTo>
                  <a:lnTo>
                    <a:pt x="1890883" y="832852"/>
                  </a:lnTo>
                  <a:cubicBezTo>
                    <a:pt x="1890883" y="832852"/>
                    <a:pt x="1892061" y="831237"/>
                    <a:pt x="1892195" y="830901"/>
                  </a:cubicBezTo>
                  <a:cubicBezTo>
                    <a:pt x="1892296" y="830564"/>
                    <a:pt x="1892195" y="829488"/>
                    <a:pt x="1892195" y="829488"/>
                  </a:cubicBezTo>
                  <a:lnTo>
                    <a:pt x="1892195" y="826461"/>
                  </a:lnTo>
                  <a:lnTo>
                    <a:pt x="1891859" y="822996"/>
                  </a:lnTo>
                  <a:lnTo>
                    <a:pt x="1889133" y="821919"/>
                  </a:lnTo>
                  <a:lnTo>
                    <a:pt x="1887181" y="819194"/>
                  </a:lnTo>
                  <a:lnTo>
                    <a:pt x="1886979" y="817378"/>
                  </a:lnTo>
                  <a:lnTo>
                    <a:pt x="1886979" y="815628"/>
                  </a:lnTo>
                  <a:lnTo>
                    <a:pt x="1886810" y="813677"/>
                  </a:lnTo>
                  <a:cubicBezTo>
                    <a:pt x="1886810" y="813677"/>
                    <a:pt x="1886003" y="810852"/>
                    <a:pt x="1885330" y="809439"/>
                  </a:cubicBezTo>
                  <a:cubicBezTo>
                    <a:pt x="1884690" y="808026"/>
                    <a:pt x="1885330" y="809439"/>
                    <a:pt x="1885330" y="809002"/>
                  </a:cubicBezTo>
                  <a:cubicBezTo>
                    <a:pt x="1885330" y="808564"/>
                    <a:pt x="1882065" y="806815"/>
                    <a:pt x="1882065" y="806815"/>
                  </a:cubicBezTo>
                  <a:lnTo>
                    <a:pt x="1880854" y="806041"/>
                  </a:lnTo>
                  <a:lnTo>
                    <a:pt x="1879979" y="806041"/>
                  </a:lnTo>
                  <a:lnTo>
                    <a:pt x="1875536" y="802173"/>
                  </a:lnTo>
                  <a:lnTo>
                    <a:pt x="1876176" y="798405"/>
                  </a:lnTo>
                  <a:lnTo>
                    <a:pt x="1877488" y="795478"/>
                  </a:lnTo>
                  <a:lnTo>
                    <a:pt x="1879541" y="792316"/>
                  </a:lnTo>
                  <a:cubicBezTo>
                    <a:pt x="1879541" y="792316"/>
                    <a:pt x="1879003" y="788515"/>
                    <a:pt x="1879104" y="788179"/>
                  </a:cubicBezTo>
                  <a:cubicBezTo>
                    <a:pt x="1879204" y="787842"/>
                    <a:pt x="1879878" y="786867"/>
                    <a:pt x="1879878" y="786867"/>
                  </a:cubicBezTo>
                  <a:lnTo>
                    <a:pt x="1880955" y="786093"/>
                  </a:lnTo>
                  <a:cubicBezTo>
                    <a:pt x="1880955" y="786093"/>
                    <a:pt x="1883344" y="785857"/>
                    <a:pt x="1883883" y="785857"/>
                  </a:cubicBezTo>
                  <a:cubicBezTo>
                    <a:pt x="1884421" y="785857"/>
                    <a:pt x="1885498" y="786631"/>
                    <a:pt x="1885498" y="786631"/>
                  </a:cubicBezTo>
                  <a:cubicBezTo>
                    <a:pt x="1885498" y="786631"/>
                    <a:pt x="1887113" y="788380"/>
                    <a:pt x="1888224" y="788683"/>
                  </a:cubicBezTo>
                  <a:cubicBezTo>
                    <a:pt x="1889301" y="789020"/>
                    <a:pt x="1890176" y="790096"/>
                    <a:pt x="1890849" y="790533"/>
                  </a:cubicBezTo>
                  <a:cubicBezTo>
                    <a:pt x="1891488" y="790971"/>
                    <a:pt x="1891724" y="791711"/>
                    <a:pt x="1891724" y="791711"/>
                  </a:cubicBezTo>
                  <a:cubicBezTo>
                    <a:pt x="1891724" y="791711"/>
                    <a:pt x="1894349" y="792249"/>
                    <a:pt x="1894652" y="792249"/>
                  </a:cubicBezTo>
                  <a:cubicBezTo>
                    <a:pt x="1894989" y="792249"/>
                    <a:pt x="1896402" y="791711"/>
                    <a:pt x="1896402" y="791711"/>
                  </a:cubicBezTo>
                  <a:lnTo>
                    <a:pt x="1897715" y="789861"/>
                  </a:lnTo>
                  <a:cubicBezTo>
                    <a:pt x="1897715" y="789861"/>
                    <a:pt x="1898926" y="788986"/>
                    <a:pt x="1899128" y="788683"/>
                  </a:cubicBezTo>
                  <a:cubicBezTo>
                    <a:pt x="1899330" y="788347"/>
                    <a:pt x="1900003" y="788347"/>
                    <a:pt x="1900542" y="787808"/>
                  </a:cubicBezTo>
                  <a:cubicBezTo>
                    <a:pt x="1901080" y="787270"/>
                    <a:pt x="1901517" y="787270"/>
                    <a:pt x="1901517" y="787270"/>
                  </a:cubicBezTo>
                  <a:cubicBezTo>
                    <a:pt x="1901517" y="787270"/>
                    <a:pt x="1903470" y="785656"/>
                    <a:pt x="1903705" y="785218"/>
                  </a:cubicBezTo>
                  <a:cubicBezTo>
                    <a:pt x="1903941" y="784781"/>
                    <a:pt x="1904042" y="783805"/>
                    <a:pt x="1904042" y="783805"/>
                  </a:cubicBezTo>
                  <a:lnTo>
                    <a:pt x="1904378" y="782493"/>
                  </a:lnTo>
                  <a:lnTo>
                    <a:pt x="1904378" y="780408"/>
                  </a:lnTo>
                  <a:lnTo>
                    <a:pt x="1903301" y="778558"/>
                  </a:lnTo>
                  <a:lnTo>
                    <a:pt x="1899599" y="773680"/>
                  </a:lnTo>
                  <a:cubicBezTo>
                    <a:pt x="1899599" y="773680"/>
                    <a:pt x="1897210" y="769979"/>
                    <a:pt x="1896974" y="769643"/>
                  </a:cubicBezTo>
                  <a:cubicBezTo>
                    <a:pt x="1896772" y="769307"/>
                    <a:pt x="1893070" y="767591"/>
                    <a:pt x="1891657" y="765943"/>
                  </a:cubicBezTo>
                  <a:cubicBezTo>
                    <a:pt x="1890243" y="764328"/>
                    <a:pt x="1888190" y="762781"/>
                    <a:pt x="1887416" y="761603"/>
                  </a:cubicBezTo>
                  <a:cubicBezTo>
                    <a:pt x="1886642" y="760392"/>
                    <a:pt x="1885363" y="760291"/>
                    <a:pt x="1884051" y="759316"/>
                  </a:cubicBezTo>
                  <a:cubicBezTo>
                    <a:pt x="1882738" y="758340"/>
                    <a:pt x="1882974" y="758105"/>
                    <a:pt x="1882974" y="758105"/>
                  </a:cubicBezTo>
                  <a:cubicBezTo>
                    <a:pt x="1882974" y="758105"/>
                    <a:pt x="1880921" y="755380"/>
                    <a:pt x="1879810" y="754068"/>
                  </a:cubicBezTo>
                  <a:cubicBezTo>
                    <a:pt x="1878733" y="752756"/>
                    <a:pt x="1877185" y="751679"/>
                    <a:pt x="1876647" y="750469"/>
                  </a:cubicBezTo>
                  <a:cubicBezTo>
                    <a:pt x="1876108" y="749258"/>
                    <a:pt x="1874796" y="747643"/>
                    <a:pt x="1874796" y="747643"/>
                  </a:cubicBezTo>
                  <a:cubicBezTo>
                    <a:pt x="1874796" y="747643"/>
                    <a:pt x="1874796" y="745153"/>
                    <a:pt x="1874796" y="744043"/>
                  </a:cubicBezTo>
                  <a:cubicBezTo>
                    <a:pt x="1874796" y="742967"/>
                    <a:pt x="1874796" y="740679"/>
                    <a:pt x="1874796" y="740679"/>
                  </a:cubicBezTo>
                  <a:lnTo>
                    <a:pt x="1874796" y="739805"/>
                  </a:lnTo>
                  <a:lnTo>
                    <a:pt x="1872238" y="737618"/>
                  </a:lnTo>
                  <a:lnTo>
                    <a:pt x="1870454" y="734591"/>
                  </a:lnTo>
                  <a:lnTo>
                    <a:pt x="1870017" y="734591"/>
                  </a:lnTo>
                  <a:lnTo>
                    <a:pt x="1866449" y="732572"/>
                  </a:lnTo>
                  <a:cubicBezTo>
                    <a:pt x="1866449" y="732572"/>
                    <a:pt x="1867627" y="729141"/>
                    <a:pt x="1867325" y="728704"/>
                  </a:cubicBezTo>
                  <a:cubicBezTo>
                    <a:pt x="1866988" y="728266"/>
                    <a:pt x="1865810" y="727291"/>
                    <a:pt x="1865709" y="726416"/>
                  </a:cubicBezTo>
                  <a:cubicBezTo>
                    <a:pt x="1865608" y="725542"/>
                    <a:pt x="1865070" y="725340"/>
                    <a:pt x="1865070" y="724902"/>
                  </a:cubicBezTo>
                  <a:cubicBezTo>
                    <a:pt x="1865070" y="724465"/>
                    <a:pt x="1863993" y="723153"/>
                    <a:pt x="1863219" y="722178"/>
                  </a:cubicBezTo>
                  <a:cubicBezTo>
                    <a:pt x="1862445" y="721202"/>
                    <a:pt x="1863017" y="721639"/>
                    <a:pt x="1862445" y="721202"/>
                  </a:cubicBezTo>
                  <a:cubicBezTo>
                    <a:pt x="1861906" y="720765"/>
                    <a:pt x="1861031" y="719150"/>
                    <a:pt x="1861031" y="719150"/>
                  </a:cubicBezTo>
                  <a:cubicBezTo>
                    <a:pt x="1861031" y="719150"/>
                    <a:pt x="1861570" y="718948"/>
                    <a:pt x="1861805" y="718275"/>
                  </a:cubicBezTo>
                  <a:cubicBezTo>
                    <a:pt x="1862007" y="717636"/>
                    <a:pt x="1863219" y="717939"/>
                    <a:pt x="1863993" y="717199"/>
                  </a:cubicBezTo>
                  <a:cubicBezTo>
                    <a:pt x="1864767" y="716425"/>
                    <a:pt x="1864969" y="716661"/>
                    <a:pt x="1865305" y="716122"/>
                  </a:cubicBezTo>
                  <a:cubicBezTo>
                    <a:pt x="1865642" y="715584"/>
                    <a:pt x="1865844" y="714171"/>
                    <a:pt x="1866180" y="713398"/>
                  </a:cubicBezTo>
                  <a:cubicBezTo>
                    <a:pt x="1866517" y="712624"/>
                    <a:pt x="1866820" y="710908"/>
                    <a:pt x="1866820" y="710471"/>
                  </a:cubicBezTo>
                  <a:cubicBezTo>
                    <a:pt x="1866820" y="710034"/>
                    <a:pt x="1866719" y="707107"/>
                    <a:pt x="1866719" y="706670"/>
                  </a:cubicBezTo>
                  <a:cubicBezTo>
                    <a:pt x="1866719" y="706232"/>
                    <a:pt x="1866180" y="705358"/>
                    <a:pt x="1866180" y="705358"/>
                  </a:cubicBezTo>
                  <a:cubicBezTo>
                    <a:pt x="1866180" y="705358"/>
                    <a:pt x="1863151" y="702196"/>
                    <a:pt x="1862478" y="701657"/>
                  </a:cubicBezTo>
                  <a:cubicBezTo>
                    <a:pt x="1861839" y="701119"/>
                    <a:pt x="1857161" y="695468"/>
                    <a:pt x="1857161" y="695030"/>
                  </a:cubicBezTo>
                  <a:cubicBezTo>
                    <a:pt x="1857161" y="694593"/>
                    <a:pt x="1855310" y="691229"/>
                    <a:pt x="1855310" y="691229"/>
                  </a:cubicBezTo>
                  <a:lnTo>
                    <a:pt x="1854435" y="685813"/>
                  </a:lnTo>
                  <a:lnTo>
                    <a:pt x="1851507" y="680935"/>
                  </a:lnTo>
                  <a:cubicBezTo>
                    <a:pt x="1851507" y="680935"/>
                    <a:pt x="1850733" y="675385"/>
                    <a:pt x="1850632" y="675082"/>
                  </a:cubicBezTo>
                  <a:cubicBezTo>
                    <a:pt x="1850531" y="674746"/>
                    <a:pt x="1850194" y="670305"/>
                    <a:pt x="1850194" y="669868"/>
                  </a:cubicBezTo>
                  <a:cubicBezTo>
                    <a:pt x="1850194" y="669431"/>
                    <a:pt x="1849757" y="663241"/>
                    <a:pt x="1849757" y="663241"/>
                  </a:cubicBezTo>
                  <a:cubicBezTo>
                    <a:pt x="1849757" y="663241"/>
                    <a:pt x="1848545" y="662467"/>
                    <a:pt x="1847165" y="661391"/>
                  </a:cubicBezTo>
                  <a:cubicBezTo>
                    <a:pt x="1845752" y="660314"/>
                    <a:pt x="1843901" y="657791"/>
                    <a:pt x="1843901" y="657791"/>
                  </a:cubicBezTo>
                  <a:cubicBezTo>
                    <a:pt x="1843901" y="657791"/>
                    <a:pt x="1839560" y="654192"/>
                    <a:pt x="1839223" y="654091"/>
                  </a:cubicBezTo>
                  <a:cubicBezTo>
                    <a:pt x="1838886" y="653990"/>
                    <a:pt x="1838348" y="653015"/>
                    <a:pt x="1838011" y="652678"/>
                  </a:cubicBezTo>
                  <a:cubicBezTo>
                    <a:pt x="1837675" y="652342"/>
                    <a:pt x="1833569" y="651602"/>
                    <a:pt x="1832155" y="651366"/>
                  </a:cubicBezTo>
                  <a:cubicBezTo>
                    <a:pt x="1830742" y="651164"/>
                    <a:pt x="1827477" y="651265"/>
                    <a:pt x="1827477" y="651265"/>
                  </a:cubicBezTo>
                  <a:lnTo>
                    <a:pt x="1825862" y="648675"/>
                  </a:lnTo>
                  <a:lnTo>
                    <a:pt x="1825223" y="647800"/>
                  </a:lnTo>
                  <a:cubicBezTo>
                    <a:pt x="1825223" y="647800"/>
                    <a:pt x="1822732" y="646051"/>
                    <a:pt x="1821857" y="646051"/>
                  </a:cubicBezTo>
                  <a:cubicBezTo>
                    <a:pt x="1820982" y="646051"/>
                    <a:pt x="1817179" y="643225"/>
                    <a:pt x="1817179" y="643225"/>
                  </a:cubicBezTo>
                  <a:lnTo>
                    <a:pt x="1811862" y="639962"/>
                  </a:lnTo>
                  <a:cubicBezTo>
                    <a:pt x="1811862" y="639962"/>
                    <a:pt x="1808395" y="641005"/>
                    <a:pt x="1808160" y="641005"/>
                  </a:cubicBezTo>
                  <a:cubicBezTo>
                    <a:pt x="1807958" y="641005"/>
                    <a:pt x="1804592" y="642519"/>
                    <a:pt x="1804592" y="642519"/>
                  </a:cubicBezTo>
                  <a:lnTo>
                    <a:pt x="1800015" y="643024"/>
                  </a:lnTo>
                  <a:cubicBezTo>
                    <a:pt x="1800015" y="643024"/>
                    <a:pt x="1796886" y="642956"/>
                    <a:pt x="1796179" y="642956"/>
                  </a:cubicBezTo>
                  <a:cubicBezTo>
                    <a:pt x="1795472" y="642956"/>
                    <a:pt x="1793217" y="641140"/>
                    <a:pt x="1792477" y="641072"/>
                  </a:cubicBezTo>
                  <a:cubicBezTo>
                    <a:pt x="1791736" y="641005"/>
                    <a:pt x="1789650" y="639559"/>
                    <a:pt x="1789650" y="639559"/>
                  </a:cubicBezTo>
                  <a:cubicBezTo>
                    <a:pt x="1789650" y="639559"/>
                    <a:pt x="1786318" y="637036"/>
                    <a:pt x="1785948" y="636968"/>
                  </a:cubicBezTo>
                  <a:cubicBezTo>
                    <a:pt x="1785577" y="636901"/>
                    <a:pt x="1784130" y="635791"/>
                    <a:pt x="1784130" y="635791"/>
                  </a:cubicBezTo>
                  <a:cubicBezTo>
                    <a:pt x="1784130" y="635791"/>
                    <a:pt x="1779856" y="634849"/>
                    <a:pt x="1778712" y="634782"/>
                  </a:cubicBezTo>
                  <a:cubicBezTo>
                    <a:pt x="1777534" y="634715"/>
                    <a:pt x="1777332" y="634984"/>
                    <a:pt x="1776188" y="635791"/>
                  </a:cubicBezTo>
                  <a:cubicBezTo>
                    <a:pt x="1775044" y="636598"/>
                    <a:pt x="1774505" y="636800"/>
                    <a:pt x="1773058" y="638045"/>
                  </a:cubicBezTo>
                  <a:cubicBezTo>
                    <a:pt x="1771611" y="639290"/>
                    <a:pt x="1772183" y="639491"/>
                    <a:pt x="1771039" y="640871"/>
                  </a:cubicBezTo>
                  <a:cubicBezTo>
                    <a:pt x="1769894" y="642250"/>
                    <a:pt x="1770029" y="641745"/>
                    <a:pt x="1769726" y="642754"/>
                  </a:cubicBezTo>
                  <a:cubicBezTo>
                    <a:pt x="1769423" y="643764"/>
                    <a:pt x="1769726" y="644134"/>
                    <a:pt x="1770096" y="646017"/>
                  </a:cubicBezTo>
                  <a:cubicBezTo>
                    <a:pt x="1770467" y="647901"/>
                    <a:pt x="1771106" y="647262"/>
                    <a:pt x="1771106" y="647262"/>
                  </a:cubicBezTo>
                  <a:cubicBezTo>
                    <a:pt x="1771106" y="647262"/>
                    <a:pt x="1773294" y="649583"/>
                    <a:pt x="1773798" y="650391"/>
                  </a:cubicBezTo>
                  <a:cubicBezTo>
                    <a:pt x="1774303" y="651198"/>
                    <a:pt x="1774000" y="652409"/>
                    <a:pt x="1774101" y="652712"/>
                  </a:cubicBezTo>
                  <a:cubicBezTo>
                    <a:pt x="1774169" y="653015"/>
                    <a:pt x="1773798" y="652914"/>
                    <a:pt x="1773664" y="653351"/>
                  </a:cubicBezTo>
                  <a:cubicBezTo>
                    <a:pt x="1773529" y="653788"/>
                    <a:pt x="1772856" y="654360"/>
                    <a:pt x="1772520" y="654495"/>
                  </a:cubicBezTo>
                  <a:cubicBezTo>
                    <a:pt x="1772149" y="654629"/>
                    <a:pt x="1772587" y="655302"/>
                    <a:pt x="1772587" y="655302"/>
                  </a:cubicBezTo>
                  <a:lnTo>
                    <a:pt x="1774101" y="657690"/>
                  </a:lnTo>
                  <a:lnTo>
                    <a:pt x="1773294" y="660449"/>
                  </a:lnTo>
                  <a:cubicBezTo>
                    <a:pt x="1773294" y="660449"/>
                    <a:pt x="1771981" y="661155"/>
                    <a:pt x="1771544" y="661458"/>
                  </a:cubicBezTo>
                  <a:cubicBezTo>
                    <a:pt x="1771106" y="661761"/>
                    <a:pt x="1768649" y="663914"/>
                    <a:pt x="1768077" y="664216"/>
                  </a:cubicBezTo>
                  <a:cubicBezTo>
                    <a:pt x="1767505" y="664519"/>
                    <a:pt x="1766193" y="666403"/>
                    <a:pt x="1764611" y="667110"/>
                  </a:cubicBezTo>
                  <a:cubicBezTo>
                    <a:pt x="1763029" y="667850"/>
                    <a:pt x="1762591" y="669128"/>
                    <a:pt x="1762591" y="669128"/>
                  </a:cubicBezTo>
                  <a:cubicBezTo>
                    <a:pt x="1762591" y="669128"/>
                    <a:pt x="1761144" y="671718"/>
                    <a:pt x="1761010" y="672593"/>
                  </a:cubicBezTo>
                  <a:cubicBezTo>
                    <a:pt x="1760875" y="673467"/>
                    <a:pt x="1760135" y="674611"/>
                    <a:pt x="1760135" y="674611"/>
                  </a:cubicBezTo>
                  <a:lnTo>
                    <a:pt x="1760135" y="678513"/>
                  </a:lnTo>
                  <a:cubicBezTo>
                    <a:pt x="1760135" y="678513"/>
                    <a:pt x="1759764" y="679960"/>
                    <a:pt x="1759327" y="681642"/>
                  </a:cubicBezTo>
                  <a:cubicBezTo>
                    <a:pt x="1758889" y="683324"/>
                    <a:pt x="1757577" y="684468"/>
                    <a:pt x="1756567" y="685039"/>
                  </a:cubicBezTo>
                  <a:cubicBezTo>
                    <a:pt x="1755558" y="685611"/>
                    <a:pt x="1755322" y="684468"/>
                    <a:pt x="1755322" y="684468"/>
                  </a:cubicBezTo>
                  <a:cubicBezTo>
                    <a:pt x="1755322" y="684468"/>
                    <a:pt x="1753370" y="682281"/>
                    <a:pt x="1753067" y="682281"/>
                  </a:cubicBezTo>
                  <a:cubicBezTo>
                    <a:pt x="1752764" y="682281"/>
                    <a:pt x="1751822" y="682416"/>
                    <a:pt x="1751822" y="682416"/>
                  </a:cubicBezTo>
                  <a:lnTo>
                    <a:pt x="1750173" y="684165"/>
                  </a:lnTo>
                  <a:cubicBezTo>
                    <a:pt x="1750173" y="684165"/>
                    <a:pt x="1750476" y="687495"/>
                    <a:pt x="1750678" y="688000"/>
                  </a:cubicBezTo>
                  <a:cubicBezTo>
                    <a:pt x="1750880" y="688504"/>
                    <a:pt x="1750307" y="690085"/>
                    <a:pt x="1750307" y="690085"/>
                  </a:cubicBezTo>
                  <a:cubicBezTo>
                    <a:pt x="1750307" y="690085"/>
                    <a:pt x="1745158" y="690220"/>
                    <a:pt x="1743846" y="690287"/>
                  </a:cubicBezTo>
                  <a:cubicBezTo>
                    <a:pt x="1742533" y="690354"/>
                    <a:pt x="1740009" y="688706"/>
                    <a:pt x="1740009" y="688706"/>
                  </a:cubicBezTo>
                  <a:lnTo>
                    <a:pt x="1737754" y="686318"/>
                  </a:lnTo>
                  <a:lnTo>
                    <a:pt x="1733850" y="684434"/>
                  </a:lnTo>
                  <a:lnTo>
                    <a:pt x="1732706" y="683357"/>
                  </a:lnTo>
                  <a:cubicBezTo>
                    <a:pt x="1732706" y="683357"/>
                    <a:pt x="1730081" y="683055"/>
                    <a:pt x="1729812" y="683156"/>
                  </a:cubicBezTo>
                  <a:cubicBezTo>
                    <a:pt x="1729509" y="683223"/>
                    <a:pt x="1728567" y="684232"/>
                    <a:pt x="1728567" y="684232"/>
                  </a:cubicBezTo>
                  <a:lnTo>
                    <a:pt x="1726682" y="686486"/>
                  </a:lnTo>
                  <a:lnTo>
                    <a:pt x="1725605" y="688740"/>
                  </a:lnTo>
                  <a:cubicBezTo>
                    <a:pt x="1725605" y="688740"/>
                    <a:pt x="1722341" y="689547"/>
                    <a:pt x="1721701" y="689480"/>
                  </a:cubicBezTo>
                  <a:cubicBezTo>
                    <a:pt x="1721062" y="689412"/>
                    <a:pt x="1718066" y="688336"/>
                    <a:pt x="1717797" y="688033"/>
                  </a:cubicBezTo>
                  <a:cubicBezTo>
                    <a:pt x="1717494" y="687731"/>
                    <a:pt x="1713759" y="686587"/>
                    <a:pt x="1713389" y="686351"/>
                  </a:cubicBezTo>
                  <a:cubicBezTo>
                    <a:pt x="1713018" y="686150"/>
                    <a:pt x="1709316" y="684838"/>
                    <a:pt x="1709047" y="684905"/>
                  </a:cubicBezTo>
                  <a:cubicBezTo>
                    <a:pt x="1708744" y="684972"/>
                    <a:pt x="1708307" y="686654"/>
                    <a:pt x="1707970" y="687495"/>
                  </a:cubicBezTo>
                  <a:cubicBezTo>
                    <a:pt x="1707600" y="688370"/>
                    <a:pt x="1704504" y="691397"/>
                    <a:pt x="1704504" y="691700"/>
                  </a:cubicBezTo>
                  <a:cubicBezTo>
                    <a:pt x="1704504" y="692003"/>
                    <a:pt x="1704706" y="693887"/>
                    <a:pt x="1704806" y="694391"/>
                  </a:cubicBezTo>
                  <a:cubicBezTo>
                    <a:pt x="1704874" y="694896"/>
                    <a:pt x="1706254" y="695972"/>
                    <a:pt x="1707331" y="697722"/>
                  </a:cubicBezTo>
                  <a:cubicBezTo>
                    <a:pt x="1708407" y="699471"/>
                    <a:pt x="1707835" y="700413"/>
                    <a:pt x="1708071" y="701186"/>
                  </a:cubicBezTo>
                  <a:cubicBezTo>
                    <a:pt x="1708273" y="701994"/>
                    <a:pt x="1707634" y="702768"/>
                    <a:pt x="1707432" y="702868"/>
                  </a:cubicBezTo>
                  <a:cubicBezTo>
                    <a:pt x="1707196" y="702936"/>
                    <a:pt x="1704234" y="705829"/>
                    <a:pt x="1703965" y="706131"/>
                  </a:cubicBezTo>
                  <a:cubicBezTo>
                    <a:pt x="1703662" y="706434"/>
                    <a:pt x="1703393" y="707712"/>
                    <a:pt x="1703393" y="708587"/>
                  </a:cubicBezTo>
                  <a:cubicBezTo>
                    <a:pt x="1703393" y="709462"/>
                    <a:pt x="1703595" y="711110"/>
                    <a:pt x="1703595" y="711480"/>
                  </a:cubicBezTo>
                  <a:cubicBezTo>
                    <a:pt x="1703595" y="711850"/>
                    <a:pt x="1706725" y="714239"/>
                    <a:pt x="1706725" y="714239"/>
                  </a:cubicBezTo>
                  <a:cubicBezTo>
                    <a:pt x="1706725" y="714239"/>
                    <a:pt x="1707869" y="715954"/>
                    <a:pt x="1710023" y="717165"/>
                  </a:cubicBezTo>
                  <a:cubicBezTo>
                    <a:pt x="1712210" y="718376"/>
                    <a:pt x="1711605" y="720058"/>
                    <a:pt x="1711941" y="721505"/>
                  </a:cubicBezTo>
                  <a:cubicBezTo>
                    <a:pt x="1712278" y="722985"/>
                    <a:pt x="1710461" y="723691"/>
                    <a:pt x="1710158" y="724095"/>
                  </a:cubicBezTo>
                  <a:cubicBezTo>
                    <a:pt x="1709821" y="724532"/>
                    <a:pt x="1707701" y="726383"/>
                    <a:pt x="1707263" y="726315"/>
                  </a:cubicBezTo>
                  <a:cubicBezTo>
                    <a:pt x="1706826" y="726248"/>
                    <a:pt x="1704975" y="726046"/>
                    <a:pt x="1702518" y="724566"/>
                  </a:cubicBezTo>
                  <a:cubicBezTo>
                    <a:pt x="1700061" y="723086"/>
                    <a:pt x="1700229" y="723489"/>
                    <a:pt x="1700229" y="723489"/>
                  </a:cubicBezTo>
                  <a:cubicBezTo>
                    <a:pt x="1700229" y="723489"/>
                    <a:pt x="1698042" y="721976"/>
                    <a:pt x="1697907" y="721538"/>
                  </a:cubicBezTo>
                  <a:cubicBezTo>
                    <a:pt x="1697739" y="721101"/>
                    <a:pt x="1695686" y="720227"/>
                    <a:pt x="1695451" y="719957"/>
                  </a:cubicBezTo>
                  <a:cubicBezTo>
                    <a:pt x="1695249" y="719688"/>
                    <a:pt x="1692623" y="717502"/>
                    <a:pt x="1692523" y="717334"/>
                  </a:cubicBezTo>
                  <a:cubicBezTo>
                    <a:pt x="1692422" y="717165"/>
                    <a:pt x="1689797" y="716963"/>
                    <a:pt x="1689797" y="716963"/>
                  </a:cubicBezTo>
                  <a:lnTo>
                    <a:pt x="1688047" y="715719"/>
                  </a:lnTo>
                  <a:cubicBezTo>
                    <a:pt x="1688047" y="715719"/>
                    <a:pt x="1683974" y="715281"/>
                    <a:pt x="1683032" y="715012"/>
                  </a:cubicBezTo>
                  <a:cubicBezTo>
                    <a:pt x="1682123" y="714743"/>
                    <a:pt x="1680373" y="712792"/>
                    <a:pt x="1679767" y="712288"/>
                  </a:cubicBezTo>
                  <a:cubicBezTo>
                    <a:pt x="1679162" y="711817"/>
                    <a:pt x="1677378" y="707982"/>
                    <a:pt x="1677210" y="707511"/>
                  </a:cubicBezTo>
                  <a:cubicBezTo>
                    <a:pt x="1677041" y="707040"/>
                    <a:pt x="1675359" y="704584"/>
                    <a:pt x="1675258" y="704348"/>
                  </a:cubicBezTo>
                  <a:cubicBezTo>
                    <a:pt x="1675157" y="704147"/>
                    <a:pt x="1670916" y="700816"/>
                    <a:pt x="1670378" y="700177"/>
                  </a:cubicBezTo>
                  <a:cubicBezTo>
                    <a:pt x="1669839" y="699538"/>
                    <a:pt x="1667887" y="697621"/>
                    <a:pt x="1667618" y="697183"/>
                  </a:cubicBezTo>
                  <a:cubicBezTo>
                    <a:pt x="1667349" y="696746"/>
                    <a:pt x="1666137" y="695602"/>
                    <a:pt x="1666137" y="695602"/>
                  </a:cubicBezTo>
                  <a:lnTo>
                    <a:pt x="1662940" y="693685"/>
                  </a:lnTo>
                  <a:lnTo>
                    <a:pt x="1661157" y="693416"/>
                  </a:lnTo>
                  <a:lnTo>
                    <a:pt x="1659373" y="693584"/>
                  </a:lnTo>
                  <a:lnTo>
                    <a:pt x="1656108" y="694492"/>
                  </a:lnTo>
                  <a:cubicBezTo>
                    <a:pt x="1656108" y="694492"/>
                    <a:pt x="1654089" y="695737"/>
                    <a:pt x="1653786" y="696174"/>
                  </a:cubicBezTo>
                  <a:cubicBezTo>
                    <a:pt x="1653450" y="696611"/>
                    <a:pt x="1651767" y="698125"/>
                    <a:pt x="1651228" y="698832"/>
                  </a:cubicBezTo>
                  <a:cubicBezTo>
                    <a:pt x="1650690" y="699538"/>
                    <a:pt x="1649815" y="700177"/>
                    <a:pt x="1649344" y="700783"/>
                  </a:cubicBezTo>
                  <a:cubicBezTo>
                    <a:pt x="1648839" y="701388"/>
                    <a:pt x="1647863" y="703507"/>
                    <a:pt x="1647863" y="703507"/>
                  </a:cubicBezTo>
                  <a:cubicBezTo>
                    <a:pt x="1647863" y="703507"/>
                    <a:pt x="1647762" y="704483"/>
                    <a:pt x="1647762" y="704651"/>
                  </a:cubicBezTo>
                  <a:cubicBezTo>
                    <a:pt x="1647762" y="704819"/>
                    <a:pt x="1648839" y="707746"/>
                    <a:pt x="1648906" y="707914"/>
                  </a:cubicBezTo>
                  <a:cubicBezTo>
                    <a:pt x="1648974" y="708083"/>
                    <a:pt x="1650151" y="709563"/>
                    <a:pt x="1650252" y="709697"/>
                  </a:cubicBezTo>
                  <a:cubicBezTo>
                    <a:pt x="1650353" y="709865"/>
                    <a:pt x="1651329" y="711043"/>
                    <a:pt x="1651565" y="711144"/>
                  </a:cubicBezTo>
                  <a:cubicBezTo>
                    <a:pt x="1651800" y="711245"/>
                    <a:pt x="1652978" y="713229"/>
                    <a:pt x="1652978" y="713229"/>
                  </a:cubicBezTo>
                  <a:lnTo>
                    <a:pt x="1654931" y="716425"/>
                  </a:lnTo>
                  <a:lnTo>
                    <a:pt x="1655974" y="718040"/>
                  </a:lnTo>
                  <a:lnTo>
                    <a:pt x="1656781" y="720529"/>
                  </a:lnTo>
                  <a:cubicBezTo>
                    <a:pt x="1656781" y="720529"/>
                    <a:pt x="1657286" y="722548"/>
                    <a:pt x="1657387" y="722716"/>
                  </a:cubicBezTo>
                  <a:cubicBezTo>
                    <a:pt x="1657488" y="722884"/>
                    <a:pt x="1657926" y="723759"/>
                    <a:pt x="1657993" y="723960"/>
                  </a:cubicBezTo>
                  <a:cubicBezTo>
                    <a:pt x="1658060" y="724162"/>
                    <a:pt x="1658599" y="726147"/>
                    <a:pt x="1658767" y="726248"/>
                  </a:cubicBezTo>
                  <a:cubicBezTo>
                    <a:pt x="1658935" y="726349"/>
                    <a:pt x="1659003" y="728401"/>
                    <a:pt x="1659036" y="729276"/>
                  </a:cubicBezTo>
                  <a:cubicBezTo>
                    <a:pt x="1659104" y="730150"/>
                    <a:pt x="1659036" y="731462"/>
                    <a:pt x="1659036" y="731664"/>
                  </a:cubicBezTo>
                  <a:cubicBezTo>
                    <a:pt x="1659036" y="731866"/>
                    <a:pt x="1658431" y="732976"/>
                    <a:pt x="1658229" y="733178"/>
                  </a:cubicBezTo>
                  <a:cubicBezTo>
                    <a:pt x="1657993" y="733413"/>
                    <a:pt x="1653281" y="732740"/>
                    <a:pt x="1653281" y="732740"/>
                  </a:cubicBezTo>
                  <a:cubicBezTo>
                    <a:pt x="1653281" y="732740"/>
                    <a:pt x="1651228" y="732740"/>
                    <a:pt x="1650892" y="732740"/>
                  </a:cubicBezTo>
                  <a:cubicBezTo>
                    <a:pt x="1650555" y="732740"/>
                    <a:pt x="1649276" y="732370"/>
                    <a:pt x="1649276" y="732370"/>
                  </a:cubicBezTo>
                  <a:lnTo>
                    <a:pt x="1647223" y="729545"/>
                  </a:lnTo>
                  <a:lnTo>
                    <a:pt x="1645978" y="727964"/>
                  </a:lnTo>
                  <a:lnTo>
                    <a:pt x="1645474" y="726652"/>
                  </a:lnTo>
                  <a:lnTo>
                    <a:pt x="1645474" y="725407"/>
                  </a:lnTo>
                  <a:lnTo>
                    <a:pt x="1645978" y="721505"/>
                  </a:lnTo>
                  <a:cubicBezTo>
                    <a:pt x="1645978" y="721505"/>
                    <a:pt x="1645574" y="720260"/>
                    <a:pt x="1645036" y="719991"/>
                  </a:cubicBezTo>
                  <a:cubicBezTo>
                    <a:pt x="1644531" y="719688"/>
                    <a:pt x="1642579" y="718545"/>
                    <a:pt x="1641771" y="718376"/>
                  </a:cubicBezTo>
                  <a:cubicBezTo>
                    <a:pt x="1640964" y="718242"/>
                    <a:pt x="1637497" y="716291"/>
                    <a:pt x="1635747" y="715349"/>
                  </a:cubicBezTo>
                  <a:cubicBezTo>
                    <a:pt x="1633997" y="714407"/>
                    <a:pt x="1634300" y="713835"/>
                    <a:pt x="1633492" y="712893"/>
                  </a:cubicBezTo>
                  <a:cubicBezTo>
                    <a:pt x="1632685" y="711951"/>
                    <a:pt x="1632348" y="712018"/>
                    <a:pt x="1631103" y="711076"/>
                  </a:cubicBezTo>
                  <a:cubicBezTo>
                    <a:pt x="1629858" y="710135"/>
                    <a:pt x="1628074" y="709563"/>
                    <a:pt x="1627334" y="709193"/>
                  </a:cubicBezTo>
                  <a:cubicBezTo>
                    <a:pt x="1626593" y="708823"/>
                    <a:pt x="1626391" y="709125"/>
                    <a:pt x="1626189" y="709125"/>
                  </a:cubicBezTo>
                  <a:cubicBezTo>
                    <a:pt x="1625987" y="709125"/>
                    <a:pt x="1625752" y="710067"/>
                    <a:pt x="1624507" y="711076"/>
                  </a:cubicBezTo>
                  <a:cubicBezTo>
                    <a:pt x="1623261" y="712086"/>
                    <a:pt x="1622925" y="710942"/>
                    <a:pt x="1622689" y="710942"/>
                  </a:cubicBezTo>
                  <a:cubicBezTo>
                    <a:pt x="1622487" y="710942"/>
                    <a:pt x="1622050" y="710235"/>
                    <a:pt x="1621545" y="709933"/>
                  </a:cubicBezTo>
                  <a:cubicBezTo>
                    <a:pt x="1621040" y="709630"/>
                    <a:pt x="1620737" y="709865"/>
                    <a:pt x="1620300" y="709865"/>
                  </a:cubicBezTo>
                  <a:cubicBezTo>
                    <a:pt x="1619862" y="709865"/>
                    <a:pt x="1618516" y="710168"/>
                    <a:pt x="1618516" y="710168"/>
                  </a:cubicBezTo>
                  <a:lnTo>
                    <a:pt x="1616699" y="710168"/>
                  </a:lnTo>
                  <a:cubicBezTo>
                    <a:pt x="1616699" y="710168"/>
                    <a:pt x="1616127" y="710673"/>
                    <a:pt x="1615824" y="711110"/>
                  </a:cubicBezTo>
                  <a:cubicBezTo>
                    <a:pt x="1615521" y="711547"/>
                    <a:pt x="1615622" y="711749"/>
                    <a:pt x="1615016" y="712624"/>
                  </a:cubicBezTo>
                  <a:cubicBezTo>
                    <a:pt x="1614444" y="713499"/>
                    <a:pt x="1614444" y="713936"/>
                    <a:pt x="1613569" y="713768"/>
                  </a:cubicBezTo>
                  <a:cubicBezTo>
                    <a:pt x="1612694" y="713633"/>
                    <a:pt x="1612559" y="713902"/>
                    <a:pt x="1611684" y="713768"/>
                  </a:cubicBezTo>
                  <a:cubicBezTo>
                    <a:pt x="1610809" y="713633"/>
                    <a:pt x="1610877" y="713465"/>
                    <a:pt x="1610742" y="713061"/>
                  </a:cubicBezTo>
                  <a:cubicBezTo>
                    <a:pt x="1610607" y="712624"/>
                    <a:pt x="1610170" y="712489"/>
                    <a:pt x="1610103" y="711917"/>
                  </a:cubicBezTo>
                  <a:cubicBezTo>
                    <a:pt x="1610035" y="711346"/>
                    <a:pt x="1610103" y="710471"/>
                    <a:pt x="1610103" y="710471"/>
                  </a:cubicBezTo>
                  <a:cubicBezTo>
                    <a:pt x="1610103" y="710471"/>
                    <a:pt x="1609598" y="708520"/>
                    <a:pt x="1609295" y="707881"/>
                  </a:cubicBezTo>
                  <a:cubicBezTo>
                    <a:pt x="1608992" y="707242"/>
                    <a:pt x="1608554" y="706501"/>
                    <a:pt x="1608285" y="706300"/>
                  </a:cubicBezTo>
                  <a:cubicBezTo>
                    <a:pt x="1607982" y="706098"/>
                    <a:pt x="1606468" y="704921"/>
                    <a:pt x="1606098" y="704853"/>
                  </a:cubicBezTo>
                  <a:cubicBezTo>
                    <a:pt x="1605727" y="704786"/>
                    <a:pt x="1605021" y="704416"/>
                    <a:pt x="1604583" y="704281"/>
                  </a:cubicBezTo>
                  <a:cubicBezTo>
                    <a:pt x="1604146" y="704147"/>
                    <a:pt x="1603708" y="702398"/>
                    <a:pt x="1603708" y="702398"/>
                  </a:cubicBezTo>
                  <a:lnTo>
                    <a:pt x="1603708" y="702465"/>
                  </a:lnTo>
                  <a:lnTo>
                    <a:pt x="1601958" y="700648"/>
                  </a:lnTo>
                  <a:lnTo>
                    <a:pt x="1601958" y="699908"/>
                  </a:lnTo>
                  <a:cubicBezTo>
                    <a:pt x="1601958" y="699908"/>
                    <a:pt x="1601857" y="698966"/>
                    <a:pt x="1601622" y="698663"/>
                  </a:cubicBezTo>
                  <a:cubicBezTo>
                    <a:pt x="1601386" y="698361"/>
                    <a:pt x="1600006" y="698428"/>
                    <a:pt x="1599703" y="698428"/>
                  </a:cubicBezTo>
                  <a:cubicBezTo>
                    <a:pt x="1599400" y="698428"/>
                    <a:pt x="1598761" y="698361"/>
                    <a:pt x="1598761" y="698361"/>
                  </a:cubicBezTo>
                  <a:lnTo>
                    <a:pt x="1597953" y="698798"/>
                  </a:lnTo>
                  <a:cubicBezTo>
                    <a:pt x="1597953" y="698798"/>
                    <a:pt x="1597314" y="699605"/>
                    <a:pt x="1597011" y="699605"/>
                  </a:cubicBezTo>
                  <a:cubicBezTo>
                    <a:pt x="1596708" y="699605"/>
                    <a:pt x="1596371" y="700177"/>
                    <a:pt x="1596371" y="700177"/>
                  </a:cubicBezTo>
                  <a:cubicBezTo>
                    <a:pt x="1596371" y="700177"/>
                    <a:pt x="1594487" y="701119"/>
                    <a:pt x="1593915" y="701489"/>
                  </a:cubicBezTo>
                  <a:cubicBezTo>
                    <a:pt x="1593342" y="701859"/>
                    <a:pt x="1592400" y="701489"/>
                    <a:pt x="1592400" y="701489"/>
                  </a:cubicBezTo>
                  <a:lnTo>
                    <a:pt x="1590448" y="701489"/>
                  </a:lnTo>
                  <a:cubicBezTo>
                    <a:pt x="1590448" y="701489"/>
                    <a:pt x="1588362" y="701119"/>
                    <a:pt x="1588126" y="700985"/>
                  </a:cubicBezTo>
                  <a:cubicBezTo>
                    <a:pt x="1587890" y="700850"/>
                    <a:pt x="1585366" y="699034"/>
                    <a:pt x="1585366" y="699034"/>
                  </a:cubicBezTo>
                  <a:lnTo>
                    <a:pt x="1584222" y="698226"/>
                  </a:lnTo>
                  <a:lnTo>
                    <a:pt x="1582472" y="695838"/>
                  </a:lnTo>
                  <a:lnTo>
                    <a:pt x="1581900" y="692810"/>
                  </a:lnTo>
                  <a:lnTo>
                    <a:pt x="1581597" y="691296"/>
                  </a:lnTo>
                  <a:cubicBezTo>
                    <a:pt x="1581597" y="691296"/>
                    <a:pt x="1580217" y="688336"/>
                    <a:pt x="1580217" y="687966"/>
                  </a:cubicBezTo>
                  <a:cubicBezTo>
                    <a:pt x="1580217" y="687596"/>
                    <a:pt x="1579342" y="686217"/>
                    <a:pt x="1579342" y="685948"/>
                  </a:cubicBezTo>
                  <a:cubicBezTo>
                    <a:pt x="1579342" y="685645"/>
                    <a:pt x="1578972" y="683492"/>
                    <a:pt x="1578972" y="683492"/>
                  </a:cubicBezTo>
                  <a:lnTo>
                    <a:pt x="1578333" y="682483"/>
                  </a:lnTo>
                  <a:lnTo>
                    <a:pt x="1576583" y="679354"/>
                  </a:lnTo>
                  <a:lnTo>
                    <a:pt x="1575842" y="678042"/>
                  </a:lnTo>
                  <a:cubicBezTo>
                    <a:pt x="1575842" y="678042"/>
                    <a:pt x="1575842" y="676663"/>
                    <a:pt x="1575842" y="675957"/>
                  </a:cubicBezTo>
                  <a:cubicBezTo>
                    <a:pt x="1575842" y="675250"/>
                    <a:pt x="1576616" y="674208"/>
                    <a:pt x="1576684" y="674006"/>
                  </a:cubicBezTo>
                  <a:cubicBezTo>
                    <a:pt x="1576751" y="673804"/>
                    <a:pt x="1577357" y="672189"/>
                    <a:pt x="1577357" y="672189"/>
                  </a:cubicBezTo>
                  <a:lnTo>
                    <a:pt x="1579241" y="671617"/>
                  </a:lnTo>
                  <a:cubicBezTo>
                    <a:pt x="1579241" y="671617"/>
                    <a:pt x="1581328" y="670743"/>
                    <a:pt x="1581563" y="670608"/>
                  </a:cubicBezTo>
                  <a:cubicBezTo>
                    <a:pt x="1581765" y="670474"/>
                    <a:pt x="1581866" y="667480"/>
                    <a:pt x="1581866" y="667480"/>
                  </a:cubicBezTo>
                  <a:lnTo>
                    <a:pt x="1582438" y="666168"/>
                  </a:lnTo>
                  <a:cubicBezTo>
                    <a:pt x="1582438" y="666168"/>
                    <a:pt x="1582304" y="662635"/>
                    <a:pt x="1582001" y="661828"/>
                  </a:cubicBezTo>
                  <a:cubicBezTo>
                    <a:pt x="1581698" y="661021"/>
                    <a:pt x="1582136" y="657690"/>
                    <a:pt x="1582001" y="657421"/>
                  </a:cubicBezTo>
                  <a:cubicBezTo>
                    <a:pt x="1581866" y="657119"/>
                    <a:pt x="1580991" y="655672"/>
                    <a:pt x="1580756" y="655470"/>
                  </a:cubicBezTo>
                  <a:cubicBezTo>
                    <a:pt x="1580554" y="655268"/>
                    <a:pt x="1578299" y="652510"/>
                    <a:pt x="1578299" y="652510"/>
                  </a:cubicBezTo>
                  <a:cubicBezTo>
                    <a:pt x="1578299" y="652510"/>
                    <a:pt x="1577357" y="651131"/>
                    <a:pt x="1577222" y="650693"/>
                  </a:cubicBezTo>
                  <a:cubicBezTo>
                    <a:pt x="1577087" y="650256"/>
                    <a:pt x="1576212" y="648439"/>
                    <a:pt x="1575977" y="647868"/>
                  </a:cubicBezTo>
                  <a:cubicBezTo>
                    <a:pt x="1575775" y="647296"/>
                    <a:pt x="1575337" y="645681"/>
                    <a:pt x="1575337" y="645681"/>
                  </a:cubicBezTo>
                  <a:cubicBezTo>
                    <a:pt x="1575337" y="645681"/>
                    <a:pt x="1573823" y="643864"/>
                    <a:pt x="1573587" y="643663"/>
                  </a:cubicBezTo>
                  <a:cubicBezTo>
                    <a:pt x="1573352" y="643427"/>
                    <a:pt x="1572443" y="642923"/>
                    <a:pt x="1572208" y="642586"/>
                  </a:cubicBezTo>
                  <a:cubicBezTo>
                    <a:pt x="1572006" y="642216"/>
                    <a:pt x="1570895" y="642721"/>
                    <a:pt x="1570693" y="642586"/>
                  </a:cubicBezTo>
                  <a:cubicBezTo>
                    <a:pt x="1570491" y="642452"/>
                    <a:pt x="1568674" y="642082"/>
                    <a:pt x="1568371" y="641846"/>
                  </a:cubicBezTo>
                  <a:cubicBezTo>
                    <a:pt x="1568068" y="641644"/>
                    <a:pt x="1567058" y="641342"/>
                    <a:pt x="1566621" y="641039"/>
                  </a:cubicBezTo>
                  <a:cubicBezTo>
                    <a:pt x="1566183" y="640736"/>
                    <a:pt x="1565376" y="640669"/>
                    <a:pt x="1565174" y="640467"/>
                  </a:cubicBezTo>
                  <a:cubicBezTo>
                    <a:pt x="1564972" y="640265"/>
                    <a:pt x="1563592" y="640164"/>
                    <a:pt x="1562784" y="639828"/>
                  </a:cubicBezTo>
                  <a:cubicBezTo>
                    <a:pt x="1561976" y="639491"/>
                    <a:pt x="1560765" y="639323"/>
                    <a:pt x="1560260" y="639323"/>
                  </a:cubicBezTo>
                  <a:cubicBezTo>
                    <a:pt x="1559755" y="639323"/>
                    <a:pt x="1559015" y="639323"/>
                    <a:pt x="1558746" y="639390"/>
                  </a:cubicBezTo>
                  <a:cubicBezTo>
                    <a:pt x="1558443" y="639458"/>
                    <a:pt x="1557366" y="639895"/>
                    <a:pt x="1556659" y="639828"/>
                  </a:cubicBezTo>
                  <a:cubicBezTo>
                    <a:pt x="1555952" y="639761"/>
                    <a:pt x="1555650" y="639828"/>
                    <a:pt x="1555650" y="639828"/>
                  </a:cubicBezTo>
                  <a:lnTo>
                    <a:pt x="1554943" y="638516"/>
                  </a:lnTo>
                  <a:lnTo>
                    <a:pt x="1553697" y="636565"/>
                  </a:lnTo>
                  <a:cubicBezTo>
                    <a:pt x="1553697" y="636565"/>
                    <a:pt x="1553058" y="634815"/>
                    <a:pt x="1552890" y="634614"/>
                  </a:cubicBezTo>
                  <a:cubicBezTo>
                    <a:pt x="1552755" y="634412"/>
                    <a:pt x="1549928" y="629534"/>
                    <a:pt x="1549861" y="629130"/>
                  </a:cubicBezTo>
                  <a:cubicBezTo>
                    <a:pt x="1549793" y="628727"/>
                    <a:pt x="1548986" y="628323"/>
                    <a:pt x="1548986" y="628323"/>
                  </a:cubicBezTo>
                  <a:cubicBezTo>
                    <a:pt x="1548986" y="628323"/>
                    <a:pt x="1547034" y="628828"/>
                    <a:pt x="1546731" y="629030"/>
                  </a:cubicBezTo>
                  <a:cubicBezTo>
                    <a:pt x="1546428" y="629231"/>
                    <a:pt x="1544712" y="629030"/>
                    <a:pt x="1543971" y="629030"/>
                  </a:cubicBezTo>
                  <a:cubicBezTo>
                    <a:pt x="1543264" y="629030"/>
                    <a:pt x="1542019" y="628592"/>
                    <a:pt x="1542019" y="628592"/>
                  </a:cubicBezTo>
                  <a:lnTo>
                    <a:pt x="1541077" y="624017"/>
                  </a:lnTo>
                  <a:cubicBezTo>
                    <a:pt x="1541077" y="624017"/>
                    <a:pt x="1540572" y="620990"/>
                    <a:pt x="1540572" y="620687"/>
                  </a:cubicBezTo>
                  <a:cubicBezTo>
                    <a:pt x="1540572" y="620384"/>
                    <a:pt x="1538687" y="617054"/>
                    <a:pt x="1538687" y="617054"/>
                  </a:cubicBezTo>
                  <a:lnTo>
                    <a:pt x="1537610" y="614094"/>
                  </a:lnTo>
                  <a:cubicBezTo>
                    <a:pt x="1537610" y="614094"/>
                    <a:pt x="1534851" y="609586"/>
                    <a:pt x="1534481" y="608812"/>
                  </a:cubicBezTo>
                  <a:cubicBezTo>
                    <a:pt x="1534110" y="608005"/>
                    <a:pt x="1533471" y="605784"/>
                    <a:pt x="1533471" y="605784"/>
                  </a:cubicBezTo>
                  <a:lnTo>
                    <a:pt x="1531149" y="603396"/>
                  </a:lnTo>
                  <a:lnTo>
                    <a:pt x="1528322" y="601445"/>
                  </a:lnTo>
                  <a:cubicBezTo>
                    <a:pt x="1528322" y="601445"/>
                    <a:pt x="1527178" y="600638"/>
                    <a:pt x="1526875" y="600436"/>
                  </a:cubicBezTo>
                  <a:cubicBezTo>
                    <a:pt x="1526572" y="600200"/>
                    <a:pt x="1524283" y="598350"/>
                    <a:pt x="1523543" y="597610"/>
                  </a:cubicBezTo>
                  <a:cubicBezTo>
                    <a:pt x="1522803" y="596903"/>
                    <a:pt x="1522399" y="596903"/>
                    <a:pt x="1521726" y="596096"/>
                  </a:cubicBezTo>
                  <a:cubicBezTo>
                    <a:pt x="1521086" y="595289"/>
                    <a:pt x="1520851" y="595222"/>
                    <a:pt x="1520716" y="594650"/>
                  </a:cubicBezTo>
                  <a:cubicBezTo>
                    <a:pt x="1520581" y="594078"/>
                    <a:pt x="1519403" y="592631"/>
                    <a:pt x="1519134" y="592329"/>
                  </a:cubicBezTo>
                  <a:cubicBezTo>
                    <a:pt x="1518831" y="592026"/>
                    <a:pt x="1517451" y="591622"/>
                    <a:pt x="1517182" y="591319"/>
                  </a:cubicBezTo>
                  <a:cubicBezTo>
                    <a:pt x="1516879" y="591017"/>
                    <a:pt x="1515163" y="589940"/>
                    <a:pt x="1514793" y="589570"/>
                  </a:cubicBezTo>
                  <a:cubicBezTo>
                    <a:pt x="1514423" y="589200"/>
                    <a:pt x="1513850" y="589436"/>
                    <a:pt x="1513413" y="589066"/>
                  </a:cubicBezTo>
                  <a:cubicBezTo>
                    <a:pt x="1512975" y="588695"/>
                    <a:pt x="1512033" y="588998"/>
                    <a:pt x="1511831" y="588998"/>
                  </a:cubicBezTo>
                  <a:cubicBezTo>
                    <a:pt x="1511629" y="588998"/>
                    <a:pt x="1510519" y="589570"/>
                    <a:pt x="1510249" y="589637"/>
                  </a:cubicBezTo>
                  <a:cubicBezTo>
                    <a:pt x="1509947" y="589705"/>
                    <a:pt x="1508365" y="590075"/>
                    <a:pt x="1508062" y="590075"/>
                  </a:cubicBezTo>
                  <a:cubicBezTo>
                    <a:pt x="1507759" y="590075"/>
                    <a:pt x="1506042" y="591084"/>
                    <a:pt x="1505302" y="591454"/>
                  </a:cubicBezTo>
                  <a:cubicBezTo>
                    <a:pt x="1504562" y="591824"/>
                    <a:pt x="1504158" y="591757"/>
                    <a:pt x="1503922" y="591824"/>
                  </a:cubicBezTo>
                  <a:cubicBezTo>
                    <a:pt x="1503720" y="591891"/>
                    <a:pt x="1502778" y="592766"/>
                    <a:pt x="1502542" y="593069"/>
                  </a:cubicBezTo>
                  <a:cubicBezTo>
                    <a:pt x="1502341" y="593371"/>
                    <a:pt x="1501600" y="594818"/>
                    <a:pt x="1501230" y="595154"/>
                  </a:cubicBezTo>
                  <a:cubicBezTo>
                    <a:pt x="1500860" y="595524"/>
                    <a:pt x="1499042" y="595726"/>
                    <a:pt x="1498706" y="595592"/>
                  </a:cubicBezTo>
                  <a:cubicBezTo>
                    <a:pt x="1498336" y="595457"/>
                    <a:pt x="1497259" y="595457"/>
                    <a:pt x="1496956" y="595289"/>
                  </a:cubicBezTo>
                  <a:cubicBezTo>
                    <a:pt x="1496653" y="595154"/>
                    <a:pt x="1494331" y="594717"/>
                    <a:pt x="1494129" y="594717"/>
                  </a:cubicBezTo>
                  <a:cubicBezTo>
                    <a:pt x="1493893" y="594717"/>
                    <a:pt x="1491537" y="595524"/>
                    <a:pt x="1491537" y="595524"/>
                  </a:cubicBezTo>
                  <a:lnTo>
                    <a:pt x="1490090" y="595524"/>
                  </a:lnTo>
                  <a:cubicBezTo>
                    <a:pt x="1490090" y="595524"/>
                    <a:pt x="1489586" y="596298"/>
                    <a:pt x="1489350" y="596365"/>
                  </a:cubicBezTo>
                  <a:cubicBezTo>
                    <a:pt x="1489148" y="596433"/>
                    <a:pt x="1486523" y="597476"/>
                    <a:pt x="1486523" y="597476"/>
                  </a:cubicBezTo>
                  <a:cubicBezTo>
                    <a:pt x="1486523" y="597476"/>
                    <a:pt x="1483629" y="597543"/>
                    <a:pt x="1483057" y="597476"/>
                  </a:cubicBezTo>
                  <a:cubicBezTo>
                    <a:pt x="1482484" y="597408"/>
                    <a:pt x="1478984" y="597476"/>
                    <a:pt x="1478984" y="597476"/>
                  </a:cubicBezTo>
                  <a:cubicBezTo>
                    <a:pt x="1478984" y="597476"/>
                    <a:pt x="1473835" y="598619"/>
                    <a:pt x="1473398" y="598720"/>
                  </a:cubicBezTo>
                  <a:cubicBezTo>
                    <a:pt x="1472960" y="598787"/>
                    <a:pt x="1471580" y="600032"/>
                    <a:pt x="1471311" y="600167"/>
                  </a:cubicBezTo>
                  <a:cubicBezTo>
                    <a:pt x="1471042" y="600301"/>
                    <a:pt x="1470672" y="601411"/>
                    <a:pt x="1469426" y="602488"/>
                  </a:cubicBezTo>
                  <a:cubicBezTo>
                    <a:pt x="1468181" y="603564"/>
                    <a:pt x="1467676" y="603295"/>
                    <a:pt x="1466532" y="603867"/>
                  </a:cubicBezTo>
                  <a:cubicBezTo>
                    <a:pt x="1465388" y="604439"/>
                    <a:pt x="1464445" y="604304"/>
                    <a:pt x="1463907" y="604372"/>
                  </a:cubicBezTo>
                  <a:cubicBezTo>
                    <a:pt x="1463402" y="604439"/>
                    <a:pt x="1461652" y="604372"/>
                    <a:pt x="1461652" y="604372"/>
                  </a:cubicBezTo>
                  <a:lnTo>
                    <a:pt x="1458960" y="601983"/>
                  </a:lnTo>
                  <a:lnTo>
                    <a:pt x="1456436" y="599527"/>
                  </a:lnTo>
                  <a:lnTo>
                    <a:pt x="1452296" y="597139"/>
                  </a:lnTo>
                  <a:lnTo>
                    <a:pt x="1450714" y="595390"/>
                  </a:lnTo>
                  <a:lnTo>
                    <a:pt x="1448628" y="595524"/>
                  </a:lnTo>
                  <a:cubicBezTo>
                    <a:pt x="1448628" y="595524"/>
                    <a:pt x="1447988" y="595894"/>
                    <a:pt x="1447383" y="596164"/>
                  </a:cubicBezTo>
                  <a:cubicBezTo>
                    <a:pt x="1446811" y="596466"/>
                    <a:pt x="1447012" y="597173"/>
                    <a:pt x="1446743" y="597408"/>
                  </a:cubicBezTo>
                  <a:cubicBezTo>
                    <a:pt x="1446440" y="597610"/>
                    <a:pt x="1446238" y="599797"/>
                    <a:pt x="1445734" y="600301"/>
                  </a:cubicBezTo>
                  <a:cubicBezTo>
                    <a:pt x="1445229" y="600806"/>
                    <a:pt x="1444219" y="601243"/>
                    <a:pt x="1443782" y="601243"/>
                  </a:cubicBezTo>
                  <a:cubicBezTo>
                    <a:pt x="1443344" y="601243"/>
                    <a:pt x="1442772" y="600604"/>
                    <a:pt x="1442536" y="600503"/>
                  </a:cubicBezTo>
                  <a:cubicBezTo>
                    <a:pt x="1442301" y="600436"/>
                    <a:pt x="1442402" y="598619"/>
                    <a:pt x="1442402" y="598317"/>
                  </a:cubicBezTo>
                  <a:cubicBezTo>
                    <a:pt x="1442402" y="598014"/>
                    <a:pt x="1442469" y="594683"/>
                    <a:pt x="1442469" y="594683"/>
                  </a:cubicBezTo>
                  <a:cubicBezTo>
                    <a:pt x="1442469" y="594683"/>
                    <a:pt x="1442402" y="592160"/>
                    <a:pt x="1442402" y="591723"/>
                  </a:cubicBezTo>
                  <a:cubicBezTo>
                    <a:pt x="1442402" y="591286"/>
                    <a:pt x="1441964" y="588897"/>
                    <a:pt x="1441964" y="588595"/>
                  </a:cubicBezTo>
                  <a:cubicBezTo>
                    <a:pt x="1441964" y="588292"/>
                    <a:pt x="1441325" y="587888"/>
                    <a:pt x="1440719" y="587518"/>
                  </a:cubicBezTo>
                  <a:cubicBezTo>
                    <a:pt x="1440147" y="587148"/>
                    <a:pt x="1438767" y="586576"/>
                    <a:pt x="1438195" y="586139"/>
                  </a:cubicBezTo>
                  <a:cubicBezTo>
                    <a:pt x="1437623" y="585702"/>
                    <a:pt x="1436378" y="585331"/>
                    <a:pt x="1435738" y="585130"/>
                  </a:cubicBezTo>
                  <a:cubicBezTo>
                    <a:pt x="1435099" y="584928"/>
                    <a:pt x="1433281" y="584692"/>
                    <a:pt x="1433281" y="584692"/>
                  </a:cubicBezTo>
                  <a:lnTo>
                    <a:pt x="1431397" y="584020"/>
                  </a:lnTo>
                  <a:lnTo>
                    <a:pt x="1429512" y="584322"/>
                  </a:lnTo>
                  <a:cubicBezTo>
                    <a:pt x="1429512" y="584322"/>
                    <a:pt x="1427190" y="584524"/>
                    <a:pt x="1426820" y="584524"/>
                  </a:cubicBezTo>
                  <a:cubicBezTo>
                    <a:pt x="1426450" y="584524"/>
                    <a:pt x="1425238" y="584659"/>
                    <a:pt x="1424632" y="584726"/>
                  </a:cubicBezTo>
                  <a:cubicBezTo>
                    <a:pt x="1424060" y="584793"/>
                    <a:pt x="1423555" y="585466"/>
                    <a:pt x="1422815" y="585903"/>
                  </a:cubicBezTo>
                  <a:cubicBezTo>
                    <a:pt x="1422108" y="586341"/>
                    <a:pt x="1421502" y="586341"/>
                    <a:pt x="1421065" y="586610"/>
                  </a:cubicBezTo>
                  <a:cubicBezTo>
                    <a:pt x="1420627" y="586913"/>
                    <a:pt x="1419483" y="587922"/>
                    <a:pt x="1419483" y="587922"/>
                  </a:cubicBezTo>
                  <a:cubicBezTo>
                    <a:pt x="1419483" y="587922"/>
                    <a:pt x="1418844" y="589301"/>
                    <a:pt x="1418608" y="589671"/>
                  </a:cubicBezTo>
                  <a:cubicBezTo>
                    <a:pt x="1418406" y="590041"/>
                    <a:pt x="1417800" y="590983"/>
                    <a:pt x="1417666" y="591252"/>
                  </a:cubicBezTo>
                  <a:cubicBezTo>
                    <a:pt x="1417531" y="591555"/>
                    <a:pt x="1416723" y="593136"/>
                    <a:pt x="1416353" y="593203"/>
                  </a:cubicBezTo>
                  <a:cubicBezTo>
                    <a:pt x="1415983" y="593271"/>
                    <a:pt x="1415041" y="594953"/>
                    <a:pt x="1414334" y="595222"/>
                  </a:cubicBezTo>
                  <a:cubicBezTo>
                    <a:pt x="1413627" y="595524"/>
                    <a:pt x="1413459" y="595222"/>
                    <a:pt x="1412449" y="594078"/>
                  </a:cubicBezTo>
                  <a:cubicBezTo>
                    <a:pt x="1411440" y="592900"/>
                    <a:pt x="1411002" y="593439"/>
                    <a:pt x="1410565" y="593271"/>
                  </a:cubicBezTo>
                  <a:cubicBezTo>
                    <a:pt x="1410127" y="593136"/>
                    <a:pt x="1409319" y="592833"/>
                    <a:pt x="1407872" y="592833"/>
                  </a:cubicBezTo>
                  <a:cubicBezTo>
                    <a:pt x="1406425" y="592833"/>
                    <a:pt x="1406795" y="592463"/>
                    <a:pt x="1406560" y="592261"/>
                  </a:cubicBezTo>
                  <a:cubicBezTo>
                    <a:pt x="1406358" y="592059"/>
                    <a:pt x="1405483" y="590310"/>
                    <a:pt x="1405483" y="590310"/>
                  </a:cubicBezTo>
                  <a:lnTo>
                    <a:pt x="1405348" y="588124"/>
                  </a:lnTo>
                  <a:lnTo>
                    <a:pt x="1405281" y="586879"/>
                  </a:lnTo>
                  <a:cubicBezTo>
                    <a:pt x="1405281" y="586879"/>
                    <a:pt x="1405146" y="585197"/>
                    <a:pt x="1405146" y="584928"/>
                  </a:cubicBezTo>
                  <a:cubicBezTo>
                    <a:pt x="1405146" y="584625"/>
                    <a:pt x="1403699" y="583683"/>
                    <a:pt x="1403463" y="583683"/>
                  </a:cubicBezTo>
                  <a:cubicBezTo>
                    <a:pt x="1403228" y="583683"/>
                    <a:pt x="1400064" y="585062"/>
                    <a:pt x="1400064" y="585062"/>
                  </a:cubicBezTo>
                  <a:cubicBezTo>
                    <a:pt x="1400064" y="585062"/>
                    <a:pt x="1399122" y="585870"/>
                    <a:pt x="1398920" y="585937"/>
                  </a:cubicBezTo>
                  <a:cubicBezTo>
                    <a:pt x="1398718" y="586004"/>
                    <a:pt x="1397237" y="586576"/>
                    <a:pt x="1396732" y="585937"/>
                  </a:cubicBezTo>
                  <a:cubicBezTo>
                    <a:pt x="1396228" y="585298"/>
                    <a:pt x="1396430" y="584793"/>
                    <a:pt x="1396430" y="584793"/>
                  </a:cubicBezTo>
                  <a:cubicBezTo>
                    <a:pt x="1396430" y="584793"/>
                    <a:pt x="1395050" y="581530"/>
                    <a:pt x="1395050" y="581160"/>
                  </a:cubicBezTo>
                  <a:cubicBezTo>
                    <a:pt x="1395050" y="580790"/>
                    <a:pt x="1394410" y="580858"/>
                    <a:pt x="1393670" y="580656"/>
                  </a:cubicBezTo>
                  <a:cubicBezTo>
                    <a:pt x="1392929" y="580454"/>
                    <a:pt x="1390473" y="580790"/>
                    <a:pt x="1390203" y="580656"/>
                  </a:cubicBezTo>
                  <a:cubicBezTo>
                    <a:pt x="1389901" y="580521"/>
                    <a:pt x="1388824" y="579714"/>
                    <a:pt x="1388756" y="579142"/>
                  </a:cubicBezTo>
                  <a:cubicBezTo>
                    <a:pt x="1388689" y="578570"/>
                    <a:pt x="1388689" y="577561"/>
                    <a:pt x="1388622" y="577191"/>
                  </a:cubicBezTo>
                  <a:cubicBezTo>
                    <a:pt x="1388554" y="576821"/>
                    <a:pt x="1388050" y="575172"/>
                    <a:pt x="1387881" y="574500"/>
                  </a:cubicBezTo>
                  <a:cubicBezTo>
                    <a:pt x="1387747" y="573860"/>
                    <a:pt x="1386804" y="570295"/>
                    <a:pt x="1386636" y="569790"/>
                  </a:cubicBezTo>
                  <a:cubicBezTo>
                    <a:pt x="1386501" y="569285"/>
                    <a:pt x="1385256" y="567973"/>
                    <a:pt x="1385054" y="567906"/>
                  </a:cubicBezTo>
                  <a:cubicBezTo>
                    <a:pt x="1384852" y="567839"/>
                    <a:pt x="1380982" y="566964"/>
                    <a:pt x="1380410" y="566964"/>
                  </a:cubicBezTo>
                  <a:cubicBezTo>
                    <a:pt x="1379838" y="566964"/>
                    <a:pt x="1377381" y="567973"/>
                    <a:pt x="1377078" y="567973"/>
                  </a:cubicBezTo>
                  <a:cubicBezTo>
                    <a:pt x="1376775" y="567973"/>
                    <a:pt x="1374621" y="568478"/>
                    <a:pt x="1374386" y="568545"/>
                  </a:cubicBezTo>
                  <a:cubicBezTo>
                    <a:pt x="1374184" y="568613"/>
                    <a:pt x="1370415" y="568680"/>
                    <a:pt x="1369674" y="568915"/>
                  </a:cubicBezTo>
                  <a:cubicBezTo>
                    <a:pt x="1368967" y="569151"/>
                    <a:pt x="1367419" y="568646"/>
                    <a:pt x="1367419" y="568646"/>
                  </a:cubicBezTo>
                  <a:lnTo>
                    <a:pt x="1366544" y="568209"/>
                  </a:lnTo>
                  <a:cubicBezTo>
                    <a:pt x="1366544" y="568209"/>
                    <a:pt x="1365467" y="566628"/>
                    <a:pt x="1365164" y="565888"/>
                  </a:cubicBezTo>
                  <a:cubicBezTo>
                    <a:pt x="1364862" y="565148"/>
                    <a:pt x="1364424" y="562860"/>
                    <a:pt x="1364357" y="562558"/>
                  </a:cubicBezTo>
                  <a:cubicBezTo>
                    <a:pt x="1364290" y="562255"/>
                    <a:pt x="1363919" y="559294"/>
                    <a:pt x="1363482" y="557983"/>
                  </a:cubicBezTo>
                  <a:cubicBezTo>
                    <a:pt x="1363044" y="556671"/>
                    <a:pt x="1363044" y="556839"/>
                    <a:pt x="1362607" y="556233"/>
                  </a:cubicBezTo>
                  <a:cubicBezTo>
                    <a:pt x="1362169" y="555661"/>
                    <a:pt x="1358400" y="551524"/>
                    <a:pt x="1358131" y="551524"/>
                  </a:cubicBezTo>
                  <a:cubicBezTo>
                    <a:pt x="1357861" y="551524"/>
                    <a:pt x="1355876" y="551827"/>
                    <a:pt x="1355607" y="551827"/>
                  </a:cubicBezTo>
                  <a:cubicBezTo>
                    <a:pt x="1355304" y="551827"/>
                    <a:pt x="1354159" y="553643"/>
                    <a:pt x="1353857" y="553778"/>
                  </a:cubicBezTo>
                  <a:cubicBezTo>
                    <a:pt x="1353554" y="553946"/>
                    <a:pt x="1352847" y="554518"/>
                    <a:pt x="1352106" y="554719"/>
                  </a:cubicBezTo>
                  <a:cubicBezTo>
                    <a:pt x="1351366" y="554921"/>
                    <a:pt x="1350020" y="555157"/>
                    <a:pt x="1348977" y="555291"/>
                  </a:cubicBezTo>
                  <a:cubicBezTo>
                    <a:pt x="1347967" y="555426"/>
                    <a:pt x="1347025" y="555594"/>
                    <a:pt x="1346789" y="555594"/>
                  </a:cubicBezTo>
                  <a:cubicBezTo>
                    <a:pt x="1346587" y="555594"/>
                    <a:pt x="1345409" y="556334"/>
                    <a:pt x="1345106" y="556233"/>
                  </a:cubicBezTo>
                  <a:cubicBezTo>
                    <a:pt x="1344803" y="556166"/>
                    <a:pt x="1343592" y="555661"/>
                    <a:pt x="1343356" y="555359"/>
                  </a:cubicBezTo>
                  <a:cubicBezTo>
                    <a:pt x="1343154" y="555056"/>
                    <a:pt x="1341775" y="553677"/>
                    <a:pt x="1341775" y="553677"/>
                  </a:cubicBezTo>
                  <a:cubicBezTo>
                    <a:pt x="1341775" y="553677"/>
                    <a:pt x="1340260" y="551591"/>
                    <a:pt x="1340024" y="551221"/>
                  </a:cubicBezTo>
                  <a:cubicBezTo>
                    <a:pt x="1339789" y="550851"/>
                    <a:pt x="1339082" y="550582"/>
                    <a:pt x="1339082" y="550582"/>
                  </a:cubicBezTo>
                  <a:cubicBezTo>
                    <a:pt x="1339082" y="550582"/>
                    <a:pt x="1335750" y="549270"/>
                    <a:pt x="1335515" y="549270"/>
                  </a:cubicBezTo>
                  <a:cubicBezTo>
                    <a:pt x="1335313" y="549270"/>
                    <a:pt x="1334438" y="549573"/>
                    <a:pt x="1334202" y="549775"/>
                  </a:cubicBezTo>
                  <a:cubicBezTo>
                    <a:pt x="1334000" y="549976"/>
                    <a:pt x="1333698" y="550582"/>
                    <a:pt x="1333698" y="550582"/>
                  </a:cubicBezTo>
                  <a:lnTo>
                    <a:pt x="1331173" y="552533"/>
                  </a:lnTo>
                  <a:lnTo>
                    <a:pt x="1329726" y="552735"/>
                  </a:lnTo>
                  <a:cubicBezTo>
                    <a:pt x="1329726" y="552735"/>
                    <a:pt x="1328717" y="551927"/>
                    <a:pt x="1327976" y="551221"/>
                  </a:cubicBezTo>
                  <a:cubicBezTo>
                    <a:pt x="1327236" y="550515"/>
                    <a:pt x="1324510" y="549135"/>
                    <a:pt x="1324510" y="549135"/>
                  </a:cubicBezTo>
                  <a:cubicBezTo>
                    <a:pt x="1324510" y="549135"/>
                    <a:pt x="1322322" y="550077"/>
                    <a:pt x="1322053" y="550380"/>
                  </a:cubicBezTo>
                  <a:cubicBezTo>
                    <a:pt x="1321750" y="550683"/>
                    <a:pt x="1320740" y="551692"/>
                    <a:pt x="1320303" y="551827"/>
                  </a:cubicBezTo>
                  <a:cubicBezTo>
                    <a:pt x="1319865" y="551961"/>
                    <a:pt x="1317981" y="553206"/>
                    <a:pt x="1317274" y="553206"/>
                  </a:cubicBezTo>
                  <a:cubicBezTo>
                    <a:pt x="1316534" y="553206"/>
                    <a:pt x="1316197" y="552264"/>
                    <a:pt x="1316197" y="552264"/>
                  </a:cubicBezTo>
                  <a:lnTo>
                    <a:pt x="1315558" y="550245"/>
                  </a:lnTo>
                  <a:cubicBezTo>
                    <a:pt x="1315558" y="550245"/>
                    <a:pt x="1314413" y="548227"/>
                    <a:pt x="1314178" y="547992"/>
                  </a:cubicBezTo>
                  <a:cubicBezTo>
                    <a:pt x="1313976" y="547790"/>
                    <a:pt x="1311721" y="545031"/>
                    <a:pt x="1310913" y="544089"/>
                  </a:cubicBezTo>
                  <a:cubicBezTo>
                    <a:pt x="1310106" y="543147"/>
                    <a:pt x="1309836" y="543215"/>
                    <a:pt x="1309163" y="542845"/>
                  </a:cubicBezTo>
                  <a:cubicBezTo>
                    <a:pt x="1308524" y="542475"/>
                    <a:pt x="1306841" y="542037"/>
                    <a:pt x="1306841" y="542037"/>
                  </a:cubicBezTo>
                  <a:cubicBezTo>
                    <a:pt x="1306841" y="542037"/>
                    <a:pt x="1301692" y="542475"/>
                    <a:pt x="1301120" y="542609"/>
                  </a:cubicBezTo>
                  <a:cubicBezTo>
                    <a:pt x="1300548" y="542744"/>
                    <a:pt x="1299538" y="543248"/>
                    <a:pt x="1299100" y="543753"/>
                  </a:cubicBezTo>
                  <a:cubicBezTo>
                    <a:pt x="1298663" y="544258"/>
                    <a:pt x="1298360" y="545199"/>
                    <a:pt x="1298226" y="545570"/>
                  </a:cubicBezTo>
                  <a:cubicBezTo>
                    <a:pt x="1298091" y="545940"/>
                    <a:pt x="1297923" y="547016"/>
                    <a:pt x="1297923" y="547016"/>
                  </a:cubicBezTo>
                  <a:cubicBezTo>
                    <a:pt x="1297923" y="547016"/>
                    <a:pt x="1296543" y="548698"/>
                    <a:pt x="1295668" y="548900"/>
                  </a:cubicBezTo>
                  <a:cubicBezTo>
                    <a:pt x="1294793" y="549102"/>
                    <a:pt x="1294860" y="548900"/>
                    <a:pt x="1294860" y="548900"/>
                  </a:cubicBezTo>
                  <a:lnTo>
                    <a:pt x="1294052" y="544560"/>
                  </a:lnTo>
                  <a:cubicBezTo>
                    <a:pt x="1294052" y="544560"/>
                    <a:pt x="1294692" y="541365"/>
                    <a:pt x="1294692" y="540927"/>
                  </a:cubicBezTo>
                  <a:cubicBezTo>
                    <a:pt x="1294692" y="540490"/>
                    <a:pt x="1294826" y="539413"/>
                    <a:pt x="1294826" y="538976"/>
                  </a:cubicBezTo>
                  <a:cubicBezTo>
                    <a:pt x="1294826" y="538539"/>
                    <a:pt x="1294894" y="536521"/>
                    <a:pt x="1294894" y="536521"/>
                  </a:cubicBezTo>
                  <a:lnTo>
                    <a:pt x="1294692" y="534569"/>
                  </a:lnTo>
                  <a:cubicBezTo>
                    <a:pt x="1294692" y="534569"/>
                    <a:pt x="1292740" y="531979"/>
                    <a:pt x="1292504" y="531878"/>
                  </a:cubicBezTo>
                  <a:cubicBezTo>
                    <a:pt x="1292302" y="531811"/>
                    <a:pt x="1289374" y="529557"/>
                    <a:pt x="1289374" y="529557"/>
                  </a:cubicBezTo>
                  <a:cubicBezTo>
                    <a:pt x="1289374" y="529557"/>
                    <a:pt x="1286345" y="528111"/>
                    <a:pt x="1285975" y="527808"/>
                  </a:cubicBezTo>
                  <a:cubicBezTo>
                    <a:pt x="1285605" y="527505"/>
                    <a:pt x="1281196" y="527572"/>
                    <a:pt x="1280893" y="527740"/>
                  </a:cubicBezTo>
                  <a:cubicBezTo>
                    <a:pt x="1280590" y="527875"/>
                    <a:pt x="1277932" y="528245"/>
                    <a:pt x="1277629" y="528245"/>
                  </a:cubicBezTo>
                  <a:cubicBezTo>
                    <a:pt x="1277326" y="528245"/>
                    <a:pt x="1276047" y="529254"/>
                    <a:pt x="1275744" y="529322"/>
                  </a:cubicBezTo>
                  <a:cubicBezTo>
                    <a:pt x="1275475" y="529389"/>
                    <a:pt x="1270158" y="530465"/>
                    <a:pt x="1269451" y="530263"/>
                  </a:cubicBezTo>
                  <a:cubicBezTo>
                    <a:pt x="1268710" y="530062"/>
                    <a:pt x="1267129" y="529456"/>
                    <a:pt x="1267129" y="529456"/>
                  </a:cubicBezTo>
                  <a:lnTo>
                    <a:pt x="1265749" y="527135"/>
                  </a:lnTo>
                  <a:lnTo>
                    <a:pt x="1266119" y="524948"/>
                  </a:lnTo>
                  <a:lnTo>
                    <a:pt x="1266119" y="523367"/>
                  </a:lnTo>
                  <a:cubicBezTo>
                    <a:pt x="1266119" y="523367"/>
                    <a:pt x="1264504" y="519028"/>
                    <a:pt x="1264066" y="518456"/>
                  </a:cubicBezTo>
                  <a:cubicBezTo>
                    <a:pt x="1263629" y="517884"/>
                    <a:pt x="1262720" y="516068"/>
                    <a:pt x="1262720" y="516068"/>
                  </a:cubicBezTo>
                  <a:cubicBezTo>
                    <a:pt x="1262720" y="516068"/>
                    <a:pt x="1259085" y="512502"/>
                    <a:pt x="1258648" y="512165"/>
                  </a:cubicBezTo>
                  <a:cubicBezTo>
                    <a:pt x="1258210" y="511795"/>
                    <a:pt x="1257705" y="511728"/>
                    <a:pt x="1256898" y="511762"/>
                  </a:cubicBezTo>
                  <a:cubicBezTo>
                    <a:pt x="1256090" y="511795"/>
                    <a:pt x="1255316" y="511795"/>
                    <a:pt x="1254878" y="511762"/>
                  </a:cubicBezTo>
                  <a:cubicBezTo>
                    <a:pt x="1254441" y="511728"/>
                    <a:pt x="1253633" y="511829"/>
                    <a:pt x="1253196" y="511728"/>
                  </a:cubicBezTo>
                  <a:cubicBezTo>
                    <a:pt x="1252758" y="511661"/>
                    <a:pt x="1249426" y="511795"/>
                    <a:pt x="1249224" y="511728"/>
                  </a:cubicBezTo>
                  <a:cubicBezTo>
                    <a:pt x="1249023" y="511661"/>
                    <a:pt x="1248720" y="511089"/>
                    <a:pt x="1248720" y="511089"/>
                  </a:cubicBezTo>
                  <a:cubicBezTo>
                    <a:pt x="1248720" y="511089"/>
                    <a:pt x="1247138" y="509340"/>
                    <a:pt x="1246700" y="509070"/>
                  </a:cubicBezTo>
                  <a:cubicBezTo>
                    <a:pt x="1246263" y="508768"/>
                    <a:pt x="1244445" y="507624"/>
                    <a:pt x="1243570" y="507119"/>
                  </a:cubicBezTo>
                  <a:cubicBezTo>
                    <a:pt x="1242695" y="506615"/>
                    <a:pt x="1242628" y="506817"/>
                    <a:pt x="1241820" y="506312"/>
                  </a:cubicBezTo>
                  <a:cubicBezTo>
                    <a:pt x="1241013" y="505807"/>
                    <a:pt x="1241013" y="504563"/>
                    <a:pt x="1240945" y="503991"/>
                  </a:cubicBezTo>
                  <a:cubicBezTo>
                    <a:pt x="1240878" y="503419"/>
                    <a:pt x="1240508" y="501973"/>
                    <a:pt x="1240508" y="501468"/>
                  </a:cubicBezTo>
                  <a:cubicBezTo>
                    <a:pt x="1240508" y="500963"/>
                    <a:pt x="1238253" y="500089"/>
                    <a:pt x="1237614" y="499584"/>
                  </a:cubicBezTo>
                  <a:cubicBezTo>
                    <a:pt x="1236974" y="499080"/>
                    <a:pt x="1236537" y="499080"/>
                    <a:pt x="1236301" y="498777"/>
                  </a:cubicBezTo>
                  <a:cubicBezTo>
                    <a:pt x="1236099" y="498474"/>
                    <a:pt x="1234147" y="496018"/>
                    <a:pt x="1233912" y="495379"/>
                  </a:cubicBezTo>
                  <a:cubicBezTo>
                    <a:pt x="1233710" y="494740"/>
                    <a:pt x="1232162" y="491847"/>
                    <a:pt x="1232162" y="491847"/>
                  </a:cubicBezTo>
                  <a:lnTo>
                    <a:pt x="1230210" y="488079"/>
                  </a:lnTo>
                  <a:lnTo>
                    <a:pt x="1229065" y="486397"/>
                  </a:lnTo>
                  <a:lnTo>
                    <a:pt x="1228190" y="484884"/>
                  </a:lnTo>
                  <a:cubicBezTo>
                    <a:pt x="1228190" y="484884"/>
                    <a:pt x="1227820" y="483504"/>
                    <a:pt x="1227686" y="483303"/>
                  </a:cubicBezTo>
                  <a:cubicBezTo>
                    <a:pt x="1227551" y="483101"/>
                    <a:pt x="1227315" y="481284"/>
                    <a:pt x="1227315" y="481284"/>
                  </a:cubicBezTo>
                  <a:lnTo>
                    <a:pt x="1225935" y="479535"/>
                  </a:lnTo>
                  <a:lnTo>
                    <a:pt x="1225363" y="479098"/>
                  </a:lnTo>
                  <a:lnTo>
                    <a:pt x="1223041" y="477584"/>
                  </a:lnTo>
                  <a:lnTo>
                    <a:pt x="1221358" y="477012"/>
                  </a:lnTo>
                  <a:lnTo>
                    <a:pt x="1220854" y="474623"/>
                  </a:lnTo>
                  <a:lnTo>
                    <a:pt x="1220854" y="473816"/>
                  </a:lnTo>
                  <a:lnTo>
                    <a:pt x="1221459" y="472874"/>
                  </a:lnTo>
                  <a:cubicBezTo>
                    <a:pt x="1221459" y="472874"/>
                    <a:pt x="1222368" y="472134"/>
                    <a:pt x="1222503" y="471932"/>
                  </a:cubicBezTo>
                  <a:cubicBezTo>
                    <a:pt x="1222637" y="471731"/>
                    <a:pt x="1222940" y="470049"/>
                    <a:pt x="1222940" y="470049"/>
                  </a:cubicBezTo>
                  <a:lnTo>
                    <a:pt x="1222806" y="468737"/>
                  </a:lnTo>
                  <a:cubicBezTo>
                    <a:pt x="1222806" y="468737"/>
                    <a:pt x="1218969" y="466415"/>
                    <a:pt x="1218094" y="465844"/>
                  </a:cubicBezTo>
                  <a:cubicBezTo>
                    <a:pt x="1217219" y="465272"/>
                    <a:pt x="1216209" y="465339"/>
                    <a:pt x="1215906" y="465272"/>
                  </a:cubicBezTo>
                  <a:cubicBezTo>
                    <a:pt x="1215603" y="465204"/>
                    <a:pt x="1213012" y="464700"/>
                    <a:pt x="1212709" y="464532"/>
                  </a:cubicBezTo>
                  <a:cubicBezTo>
                    <a:pt x="1212440" y="464397"/>
                    <a:pt x="1210757" y="464599"/>
                    <a:pt x="1209882" y="464397"/>
                  </a:cubicBezTo>
                  <a:cubicBezTo>
                    <a:pt x="1209007" y="464195"/>
                    <a:pt x="1208065" y="464834"/>
                    <a:pt x="1207358" y="465036"/>
                  </a:cubicBezTo>
                  <a:cubicBezTo>
                    <a:pt x="1206651" y="465238"/>
                    <a:pt x="1206618" y="465978"/>
                    <a:pt x="1206348" y="466045"/>
                  </a:cubicBezTo>
                  <a:cubicBezTo>
                    <a:pt x="1206046" y="466113"/>
                    <a:pt x="1204834" y="466853"/>
                    <a:pt x="1204834" y="466853"/>
                  </a:cubicBezTo>
                  <a:cubicBezTo>
                    <a:pt x="1204834" y="466853"/>
                    <a:pt x="1202815" y="467156"/>
                    <a:pt x="1202579" y="467223"/>
                  </a:cubicBezTo>
                  <a:cubicBezTo>
                    <a:pt x="1202344" y="467290"/>
                    <a:pt x="1201435" y="469107"/>
                    <a:pt x="1201435" y="469107"/>
                  </a:cubicBezTo>
                  <a:lnTo>
                    <a:pt x="1200627" y="470183"/>
                  </a:lnTo>
                  <a:cubicBezTo>
                    <a:pt x="1200627" y="470183"/>
                    <a:pt x="1199752" y="470620"/>
                    <a:pt x="1199382" y="471260"/>
                  </a:cubicBezTo>
                  <a:cubicBezTo>
                    <a:pt x="1199012" y="471899"/>
                    <a:pt x="1198137" y="472706"/>
                    <a:pt x="1197565" y="472706"/>
                  </a:cubicBezTo>
                  <a:cubicBezTo>
                    <a:pt x="1196993" y="472706"/>
                    <a:pt x="1196118" y="472504"/>
                    <a:pt x="1196118" y="472504"/>
                  </a:cubicBezTo>
                  <a:lnTo>
                    <a:pt x="1194603" y="471260"/>
                  </a:lnTo>
                  <a:lnTo>
                    <a:pt x="1192651" y="469174"/>
                  </a:lnTo>
                  <a:lnTo>
                    <a:pt x="1190699" y="468097"/>
                  </a:lnTo>
                  <a:lnTo>
                    <a:pt x="1185348" y="467660"/>
                  </a:lnTo>
                  <a:lnTo>
                    <a:pt x="1182656" y="468400"/>
                  </a:lnTo>
                  <a:lnTo>
                    <a:pt x="1180704" y="469477"/>
                  </a:lnTo>
                  <a:cubicBezTo>
                    <a:pt x="1180704" y="469477"/>
                    <a:pt x="1179055" y="470856"/>
                    <a:pt x="1178886" y="471159"/>
                  </a:cubicBezTo>
                  <a:cubicBezTo>
                    <a:pt x="1178752" y="471461"/>
                    <a:pt x="1177574" y="473244"/>
                    <a:pt x="1177372" y="473547"/>
                  </a:cubicBezTo>
                  <a:cubicBezTo>
                    <a:pt x="1177170" y="473850"/>
                    <a:pt x="1175925" y="475633"/>
                    <a:pt x="1175353" y="475868"/>
                  </a:cubicBezTo>
                  <a:cubicBezTo>
                    <a:pt x="1174781" y="476104"/>
                    <a:pt x="1174410" y="476945"/>
                    <a:pt x="1173771" y="477449"/>
                  </a:cubicBezTo>
                  <a:cubicBezTo>
                    <a:pt x="1173131" y="477954"/>
                    <a:pt x="1170372" y="478526"/>
                    <a:pt x="1170002" y="478694"/>
                  </a:cubicBezTo>
                  <a:cubicBezTo>
                    <a:pt x="1169631" y="478828"/>
                    <a:pt x="1168252" y="479198"/>
                    <a:pt x="1167107" y="479501"/>
                  </a:cubicBezTo>
                  <a:cubicBezTo>
                    <a:pt x="1165963" y="479804"/>
                    <a:pt x="1162631" y="480746"/>
                    <a:pt x="1162631" y="480746"/>
                  </a:cubicBezTo>
                  <a:lnTo>
                    <a:pt x="1159737" y="480746"/>
                  </a:lnTo>
                  <a:lnTo>
                    <a:pt x="1158290" y="478122"/>
                  </a:lnTo>
                  <a:cubicBezTo>
                    <a:pt x="1158290" y="478122"/>
                    <a:pt x="1158290" y="476810"/>
                    <a:pt x="1158290" y="476541"/>
                  </a:cubicBezTo>
                  <a:cubicBezTo>
                    <a:pt x="1158290" y="476238"/>
                    <a:pt x="1157549" y="474152"/>
                    <a:pt x="1157549" y="474152"/>
                  </a:cubicBezTo>
                  <a:cubicBezTo>
                    <a:pt x="1157549" y="474152"/>
                    <a:pt x="1151256" y="468131"/>
                    <a:pt x="1150650" y="467425"/>
                  </a:cubicBezTo>
                  <a:cubicBezTo>
                    <a:pt x="1150078" y="466685"/>
                    <a:pt x="1145568" y="462648"/>
                    <a:pt x="1145501" y="462412"/>
                  </a:cubicBezTo>
                  <a:cubicBezTo>
                    <a:pt x="1145434" y="462210"/>
                    <a:pt x="1143482" y="459654"/>
                    <a:pt x="1143246" y="459587"/>
                  </a:cubicBezTo>
                  <a:cubicBezTo>
                    <a:pt x="1143044" y="459519"/>
                    <a:pt x="1139275" y="457131"/>
                    <a:pt x="1139275" y="457131"/>
                  </a:cubicBezTo>
                  <a:lnTo>
                    <a:pt x="1133756" y="455987"/>
                  </a:lnTo>
                  <a:lnTo>
                    <a:pt x="1130121" y="453733"/>
                  </a:lnTo>
                  <a:lnTo>
                    <a:pt x="1129549" y="452421"/>
                  </a:lnTo>
                  <a:lnTo>
                    <a:pt x="1128606" y="449898"/>
                  </a:lnTo>
                  <a:lnTo>
                    <a:pt x="1126722" y="446703"/>
                  </a:lnTo>
                  <a:lnTo>
                    <a:pt x="1125914" y="444684"/>
                  </a:lnTo>
                  <a:cubicBezTo>
                    <a:pt x="1125914" y="444684"/>
                    <a:pt x="1124770" y="440614"/>
                    <a:pt x="1124534" y="440479"/>
                  </a:cubicBezTo>
                  <a:cubicBezTo>
                    <a:pt x="1124332" y="440345"/>
                    <a:pt x="1122885" y="439470"/>
                    <a:pt x="1122515" y="439235"/>
                  </a:cubicBezTo>
                  <a:cubicBezTo>
                    <a:pt x="1122145" y="438999"/>
                    <a:pt x="1120698" y="437990"/>
                    <a:pt x="1120698" y="437990"/>
                  </a:cubicBezTo>
                  <a:lnTo>
                    <a:pt x="1120327" y="436409"/>
                  </a:lnTo>
                  <a:cubicBezTo>
                    <a:pt x="1120327" y="436409"/>
                    <a:pt x="1120193" y="434895"/>
                    <a:pt x="1120193" y="434155"/>
                  </a:cubicBezTo>
                  <a:cubicBezTo>
                    <a:pt x="1120193" y="433449"/>
                    <a:pt x="1120058" y="430892"/>
                    <a:pt x="1120058" y="430623"/>
                  </a:cubicBezTo>
                  <a:cubicBezTo>
                    <a:pt x="1120058" y="430320"/>
                    <a:pt x="1119755" y="427730"/>
                    <a:pt x="1119755" y="427730"/>
                  </a:cubicBezTo>
                  <a:cubicBezTo>
                    <a:pt x="1119755" y="427730"/>
                    <a:pt x="1118241" y="424097"/>
                    <a:pt x="1118073" y="423895"/>
                  </a:cubicBezTo>
                  <a:cubicBezTo>
                    <a:pt x="1117938" y="423693"/>
                    <a:pt x="1117332" y="422953"/>
                    <a:pt x="1117332" y="422953"/>
                  </a:cubicBezTo>
                  <a:cubicBezTo>
                    <a:pt x="1117332" y="422953"/>
                    <a:pt x="1113563" y="419488"/>
                    <a:pt x="1113361" y="419320"/>
                  </a:cubicBezTo>
                  <a:cubicBezTo>
                    <a:pt x="1113159" y="419185"/>
                    <a:pt x="1111173" y="417806"/>
                    <a:pt x="1111173" y="417806"/>
                  </a:cubicBezTo>
                  <a:lnTo>
                    <a:pt x="1110164" y="415418"/>
                  </a:lnTo>
                  <a:cubicBezTo>
                    <a:pt x="1110164" y="415418"/>
                    <a:pt x="1109726" y="414543"/>
                    <a:pt x="1109356" y="413904"/>
                  </a:cubicBezTo>
                  <a:cubicBezTo>
                    <a:pt x="1108986" y="413265"/>
                    <a:pt x="1108414" y="412525"/>
                    <a:pt x="1108346" y="412323"/>
                  </a:cubicBezTo>
                  <a:cubicBezTo>
                    <a:pt x="1108279" y="412121"/>
                    <a:pt x="1106765" y="412020"/>
                    <a:pt x="1106260" y="411818"/>
                  </a:cubicBezTo>
                  <a:cubicBezTo>
                    <a:pt x="1105755" y="411583"/>
                    <a:pt x="1104745" y="411078"/>
                    <a:pt x="1103736" y="411011"/>
                  </a:cubicBezTo>
                  <a:cubicBezTo>
                    <a:pt x="1102726" y="410944"/>
                    <a:pt x="1102423" y="410506"/>
                    <a:pt x="1101346" y="410506"/>
                  </a:cubicBezTo>
                  <a:cubicBezTo>
                    <a:pt x="1100269" y="410506"/>
                    <a:pt x="1100202" y="410372"/>
                    <a:pt x="1099966" y="410136"/>
                  </a:cubicBezTo>
                  <a:cubicBezTo>
                    <a:pt x="1099764" y="409901"/>
                    <a:pt x="1098654" y="408993"/>
                    <a:pt x="1098654" y="408993"/>
                  </a:cubicBezTo>
                  <a:cubicBezTo>
                    <a:pt x="1098654" y="408993"/>
                    <a:pt x="1098654" y="406537"/>
                    <a:pt x="1098587" y="406301"/>
                  </a:cubicBezTo>
                  <a:cubicBezTo>
                    <a:pt x="1098519" y="406066"/>
                    <a:pt x="1098587" y="405730"/>
                    <a:pt x="1098587" y="405427"/>
                  </a:cubicBezTo>
                  <a:cubicBezTo>
                    <a:pt x="1098587" y="405158"/>
                    <a:pt x="1098957" y="404350"/>
                    <a:pt x="1098957" y="404350"/>
                  </a:cubicBezTo>
                  <a:cubicBezTo>
                    <a:pt x="1098957" y="404350"/>
                    <a:pt x="1099899" y="402332"/>
                    <a:pt x="1100101" y="402096"/>
                  </a:cubicBezTo>
                  <a:cubicBezTo>
                    <a:pt x="1100303" y="401895"/>
                    <a:pt x="1100808" y="401659"/>
                    <a:pt x="1100808" y="401659"/>
                  </a:cubicBezTo>
                  <a:lnTo>
                    <a:pt x="1100808" y="398631"/>
                  </a:lnTo>
                  <a:lnTo>
                    <a:pt x="1099933" y="397320"/>
                  </a:lnTo>
                  <a:lnTo>
                    <a:pt x="1098486" y="396243"/>
                  </a:lnTo>
                  <a:lnTo>
                    <a:pt x="1095457" y="394561"/>
                  </a:lnTo>
                  <a:lnTo>
                    <a:pt x="1094649" y="391601"/>
                  </a:lnTo>
                  <a:lnTo>
                    <a:pt x="1097173" y="389280"/>
                  </a:lnTo>
                  <a:cubicBezTo>
                    <a:pt x="1097173" y="389280"/>
                    <a:pt x="1097543" y="388405"/>
                    <a:pt x="1097678" y="387463"/>
                  </a:cubicBezTo>
                  <a:cubicBezTo>
                    <a:pt x="1097812" y="386521"/>
                    <a:pt x="1097913" y="384570"/>
                    <a:pt x="1097913" y="384267"/>
                  </a:cubicBezTo>
                  <a:cubicBezTo>
                    <a:pt x="1097913" y="383965"/>
                    <a:pt x="1096332" y="382182"/>
                    <a:pt x="1096029" y="381946"/>
                  </a:cubicBezTo>
                  <a:cubicBezTo>
                    <a:pt x="1095726" y="381745"/>
                    <a:pt x="1091452" y="380803"/>
                    <a:pt x="1091452" y="380803"/>
                  </a:cubicBezTo>
                  <a:lnTo>
                    <a:pt x="1087817" y="377842"/>
                  </a:lnTo>
                  <a:cubicBezTo>
                    <a:pt x="1087817" y="377842"/>
                    <a:pt x="1084182" y="372561"/>
                    <a:pt x="1083913" y="371619"/>
                  </a:cubicBezTo>
                  <a:cubicBezTo>
                    <a:pt x="1083610" y="370677"/>
                    <a:pt x="1081591" y="367145"/>
                    <a:pt x="1081591" y="367145"/>
                  </a:cubicBezTo>
                  <a:lnTo>
                    <a:pt x="1080649" y="360989"/>
                  </a:lnTo>
                  <a:lnTo>
                    <a:pt x="1080581" y="355909"/>
                  </a:lnTo>
                  <a:lnTo>
                    <a:pt x="1079706" y="349450"/>
                  </a:lnTo>
                  <a:cubicBezTo>
                    <a:pt x="1079706" y="349450"/>
                    <a:pt x="1080144" y="346759"/>
                    <a:pt x="1080783" y="345885"/>
                  </a:cubicBezTo>
                  <a:cubicBezTo>
                    <a:pt x="1081423" y="345010"/>
                    <a:pt x="1081860" y="343362"/>
                    <a:pt x="1081860" y="343059"/>
                  </a:cubicBezTo>
                  <a:cubicBezTo>
                    <a:pt x="1081860" y="342756"/>
                    <a:pt x="1083880" y="342487"/>
                    <a:pt x="1084182" y="342487"/>
                  </a:cubicBezTo>
                  <a:cubicBezTo>
                    <a:pt x="1084485" y="342487"/>
                    <a:pt x="1087884" y="344573"/>
                    <a:pt x="1088154" y="344573"/>
                  </a:cubicBezTo>
                  <a:cubicBezTo>
                    <a:pt x="1088456" y="344573"/>
                    <a:pt x="1090678" y="344203"/>
                    <a:pt x="1090981" y="344203"/>
                  </a:cubicBezTo>
                  <a:cubicBezTo>
                    <a:pt x="1091283" y="344203"/>
                    <a:pt x="1094111" y="342756"/>
                    <a:pt x="1094111" y="342756"/>
                  </a:cubicBezTo>
                  <a:cubicBezTo>
                    <a:pt x="1094111" y="342756"/>
                    <a:pt x="1095490" y="341680"/>
                    <a:pt x="1095558" y="341377"/>
                  </a:cubicBezTo>
                  <a:cubicBezTo>
                    <a:pt x="1095625" y="341074"/>
                    <a:pt x="1099260" y="339560"/>
                    <a:pt x="1099260" y="339560"/>
                  </a:cubicBezTo>
                  <a:cubicBezTo>
                    <a:pt x="1099260" y="339560"/>
                    <a:pt x="1101784" y="336936"/>
                    <a:pt x="1102019" y="336230"/>
                  </a:cubicBezTo>
                  <a:cubicBezTo>
                    <a:pt x="1102221" y="335524"/>
                    <a:pt x="1103265" y="332900"/>
                    <a:pt x="1103265" y="332900"/>
                  </a:cubicBezTo>
                  <a:lnTo>
                    <a:pt x="1102524" y="330377"/>
                  </a:lnTo>
                  <a:lnTo>
                    <a:pt x="1102524" y="327114"/>
                  </a:lnTo>
                  <a:lnTo>
                    <a:pt x="1102894" y="322909"/>
                  </a:lnTo>
                  <a:lnTo>
                    <a:pt x="1102962" y="320150"/>
                  </a:lnTo>
                  <a:lnTo>
                    <a:pt x="1102390" y="318132"/>
                  </a:lnTo>
                  <a:cubicBezTo>
                    <a:pt x="1102390" y="318132"/>
                    <a:pt x="1102591" y="314364"/>
                    <a:pt x="1102591" y="314162"/>
                  </a:cubicBezTo>
                  <a:cubicBezTo>
                    <a:pt x="1102591" y="313961"/>
                    <a:pt x="1102457" y="312077"/>
                    <a:pt x="1102457" y="311774"/>
                  </a:cubicBezTo>
                  <a:cubicBezTo>
                    <a:pt x="1102457" y="311471"/>
                    <a:pt x="1102322" y="309251"/>
                    <a:pt x="1102322" y="308948"/>
                  </a:cubicBezTo>
                  <a:cubicBezTo>
                    <a:pt x="1102322" y="308645"/>
                    <a:pt x="1102524" y="306055"/>
                    <a:pt x="1102524" y="306055"/>
                  </a:cubicBezTo>
                  <a:cubicBezTo>
                    <a:pt x="1102524" y="306055"/>
                    <a:pt x="1102524" y="304542"/>
                    <a:pt x="1102524" y="303532"/>
                  </a:cubicBezTo>
                  <a:cubicBezTo>
                    <a:pt x="1102524" y="302523"/>
                    <a:pt x="1102053" y="300337"/>
                    <a:pt x="1102053" y="299899"/>
                  </a:cubicBezTo>
                  <a:cubicBezTo>
                    <a:pt x="1102053" y="299462"/>
                    <a:pt x="1102524" y="297376"/>
                    <a:pt x="1102524" y="297376"/>
                  </a:cubicBezTo>
                  <a:lnTo>
                    <a:pt x="1102524" y="295358"/>
                  </a:lnTo>
                  <a:lnTo>
                    <a:pt x="1101447" y="293541"/>
                  </a:lnTo>
                  <a:lnTo>
                    <a:pt x="1100640" y="292095"/>
                  </a:lnTo>
                  <a:lnTo>
                    <a:pt x="1099899" y="290077"/>
                  </a:lnTo>
                  <a:lnTo>
                    <a:pt x="1098216" y="288125"/>
                  </a:lnTo>
                  <a:lnTo>
                    <a:pt x="1096837" y="287554"/>
                  </a:lnTo>
                  <a:lnTo>
                    <a:pt x="1095961" y="286679"/>
                  </a:lnTo>
                  <a:lnTo>
                    <a:pt x="1094649" y="285434"/>
                  </a:lnTo>
                  <a:lnTo>
                    <a:pt x="1094582" y="283618"/>
                  </a:lnTo>
                  <a:lnTo>
                    <a:pt x="1096029" y="281936"/>
                  </a:lnTo>
                  <a:lnTo>
                    <a:pt x="1097846" y="280119"/>
                  </a:lnTo>
                  <a:lnTo>
                    <a:pt x="1102053" y="277731"/>
                  </a:lnTo>
                  <a:lnTo>
                    <a:pt x="1108010" y="276217"/>
                  </a:lnTo>
                  <a:lnTo>
                    <a:pt x="1110534" y="271743"/>
                  </a:lnTo>
                  <a:cubicBezTo>
                    <a:pt x="1110534" y="271743"/>
                    <a:pt x="1111039" y="270936"/>
                    <a:pt x="1111274" y="270801"/>
                  </a:cubicBezTo>
                  <a:cubicBezTo>
                    <a:pt x="1111476" y="270666"/>
                    <a:pt x="1112587" y="269119"/>
                    <a:pt x="1112856" y="268850"/>
                  </a:cubicBezTo>
                  <a:cubicBezTo>
                    <a:pt x="1113159" y="268547"/>
                    <a:pt x="1113428" y="266091"/>
                    <a:pt x="1113428" y="266091"/>
                  </a:cubicBezTo>
                  <a:cubicBezTo>
                    <a:pt x="1113428" y="266091"/>
                    <a:pt x="1110736" y="263905"/>
                    <a:pt x="1109861" y="263266"/>
                  </a:cubicBezTo>
                  <a:cubicBezTo>
                    <a:pt x="1108986" y="262626"/>
                    <a:pt x="1107404" y="260238"/>
                    <a:pt x="1107269" y="260003"/>
                  </a:cubicBezTo>
                  <a:cubicBezTo>
                    <a:pt x="1107135" y="259801"/>
                    <a:pt x="1103366" y="257614"/>
                    <a:pt x="1103366" y="257614"/>
                  </a:cubicBezTo>
                  <a:lnTo>
                    <a:pt x="1101784" y="257480"/>
                  </a:lnTo>
                  <a:cubicBezTo>
                    <a:pt x="1101784" y="257480"/>
                    <a:pt x="1097072" y="258052"/>
                    <a:pt x="1095928" y="258421"/>
                  </a:cubicBezTo>
                  <a:cubicBezTo>
                    <a:pt x="1094750" y="258792"/>
                    <a:pt x="1093034" y="258421"/>
                    <a:pt x="1093034" y="258421"/>
                  </a:cubicBezTo>
                  <a:cubicBezTo>
                    <a:pt x="1093034" y="258421"/>
                    <a:pt x="1090005" y="256403"/>
                    <a:pt x="1089769" y="256403"/>
                  </a:cubicBezTo>
                  <a:cubicBezTo>
                    <a:pt x="1089567" y="256403"/>
                    <a:pt x="1086942" y="255259"/>
                    <a:pt x="1086942" y="255259"/>
                  </a:cubicBezTo>
                  <a:lnTo>
                    <a:pt x="1085360" y="252366"/>
                  </a:lnTo>
                  <a:lnTo>
                    <a:pt x="1086875" y="250987"/>
                  </a:lnTo>
                  <a:lnTo>
                    <a:pt x="1088322" y="248733"/>
                  </a:lnTo>
                  <a:lnTo>
                    <a:pt x="1089634" y="246345"/>
                  </a:lnTo>
                  <a:lnTo>
                    <a:pt x="1090644" y="242140"/>
                  </a:lnTo>
                  <a:lnTo>
                    <a:pt x="1094043" y="236354"/>
                  </a:lnTo>
                  <a:lnTo>
                    <a:pt x="1093303" y="233158"/>
                  </a:lnTo>
                  <a:lnTo>
                    <a:pt x="1087884" y="228886"/>
                  </a:lnTo>
                  <a:lnTo>
                    <a:pt x="1085360" y="222427"/>
                  </a:lnTo>
                  <a:lnTo>
                    <a:pt x="1088692" y="216910"/>
                  </a:lnTo>
                  <a:lnTo>
                    <a:pt x="1091519" y="210452"/>
                  </a:lnTo>
                  <a:lnTo>
                    <a:pt x="1094346" y="204228"/>
                  </a:lnTo>
                  <a:lnTo>
                    <a:pt x="1096668" y="201604"/>
                  </a:lnTo>
                  <a:cubicBezTo>
                    <a:pt x="1096668" y="201604"/>
                    <a:pt x="1101750" y="199720"/>
                    <a:pt x="1102019" y="199586"/>
                  </a:cubicBezTo>
                  <a:cubicBezTo>
                    <a:pt x="1102322" y="199451"/>
                    <a:pt x="1105149" y="199148"/>
                    <a:pt x="1105149" y="199148"/>
                  </a:cubicBezTo>
                  <a:lnTo>
                    <a:pt x="1107606" y="199148"/>
                  </a:lnTo>
                  <a:cubicBezTo>
                    <a:pt x="1107606" y="199148"/>
                    <a:pt x="1110366" y="200460"/>
                    <a:pt x="1110568" y="200090"/>
                  </a:cubicBezTo>
                  <a:cubicBezTo>
                    <a:pt x="1110769" y="199720"/>
                    <a:pt x="1112890" y="199788"/>
                    <a:pt x="1112890" y="199788"/>
                  </a:cubicBezTo>
                  <a:cubicBezTo>
                    <a:pt x="1112890" y="199788"/>
                    <a:pt x="1114068" y="198408"/>
                    <a:pt x="1114202" y="197769"/>
                  </a:cubicBezTo>
                  <a:cubicBezTo>
                    <a:pt x="1114337" y="197130"/>
                    <a:pt x="1114202" y="196087"/>
                    <a:pt x="1114202" y="196087"/>
                  </a:cubicBezTo>
                  <a:lnTo>
                    <a:pt x="1113462" y="192454"/>
                  </a:lnTo>
                  <a:lnTo>
                    <a:pt x="1113159" y="188989"/>
                  </a:lnTo>
                  <a:lnTo>
                    <a:pt x="1114404" y="187173"/>
                  </a:lnTo>
                  <a:lnTo>
                    <a:pt x="1119924" y="184347"/>
                  </a:lnTo>
                  <a:lnTo>
                    <a:pt x="1119924" y="180344"/>
                  </a:lnTo>
                  <a:lnTo>
                    <a:pt x="1119385" y="176778"/>
                  </a:lnTo>
                  <a:cubicBezTo>
                    <a:pt x="1119385" y="176778"/>
                    <a:pt x="1121236" y="171194"/>
                    <a:pt x="1121606" y="170992"/>
                  </a:cubicBezTo>
                  <a:cubicBezTo>
                    <a:pt x="1121977" y="170790"/>
                    <a:pt x="1123424" y="168032"/>
                    <a:pt x="1123558" y="167796"/>
                  </a:cubicBezTo>
                  <a:cubicBezTo>
                    <a:pt x="1123693" y="167594"/>
                    <a:pt x="1126453" y="164466"/>
                    <a:pt x="1126587" y="163894"/>
                  </a:cubicBezTo>
                  <a:cubicBezTo>
                    <a:pt x="1126722" y="163322"/>
                    <a:pt x="1128472" y="159992"/>
                    <a:pt x="1128472" y="159992"/>
                  </a:cubicBezTo>
                  <a:lnTo>
                    <a:pt x="1128775" y="158041"/>
                  </a:lnTo>
                  <a:lnTo>
                    <a:pt x="1125880" y="154778"/>
                  </a:lnTo>
                  <a:lnTo>
                    <a:pt x="1123121" y="151515"/>
                  </a:lnTo>
                  <a:cubicBezTo>
                    <a:pt x="1123121" y="151515"/>
                    <a:pt x="1121236" y="149934"/>
                    <a:pt x="1120799" y="149496"/>
                  </a:cubicBezTo>
                  <a:cubicBezTo>
                    <a:pt x="1120361" y="149059"/>
                    <a:pt x="1116760" y="147411"/>
                    <a:pt x="1116760" y="147411"/>
                  </a:cubicBezTo>
                  <a:lnTo>
                    <a:pt x="1112688" y="146166"/>
                  </a:lnTo>
                  <a:lnTo>
                    <a:pt x="1107539" y="145662"/>
                  </a:lnTo>
                  <a:lnTo>
                    <a:pt x="1104274" y="145022"/>
                  </a:lnTo>
                  <a:lnTo>
                    <a:pt x="1100740" y="141995"/>
                  </a:lnTo>
                  <a:lnTo>
                    <a:pt x="1099058" y="139169"/>
                  </a:lnTo>
                  <a:lnTo>
                    <a:pt x="1099058" y="133888"/>
                  </a:lnTo>
                  <a:lnTo>
                    <a:pt x="1099361" y="130322"/>
                  </a:lnTo>
                  <a:lnTo>
                    <a:pt x="1102120" y="127799"/>
                  </a:lnTo>
                  <a:lnTo>
                    <a:pt x="1105149" y="127227"/>
                  </a:lnTo>
                  <a:lnTo>
                    <a:pt x="1108279" y="126588"/>
                  </a:lnTo>
                  <a:cubicBezTo>
                    <a:pt x="1108279" y="126588"/>
                    <a:pt x="1110231" y="125646"/>
                    <a:pt x="1112048" y="125074"/>
                  </a:cubicBezTo>
                  <a:cubicBezTo>
                    <a:pt x="1113866" y="124502"/>
                    <a:pt x="1115380" y="123426"/>
                    <a:pt x="1115380" y="123426"/>
                  </a:cubicBezTo>
                  <a:lnTo>
                    <a:pt x="1118746" y="122013"/>
                  </a:lnTo>
                  <a:lnTo>
                    <a:pt x="1118174" y="121340"/>
                  </a:lnTo>
                  <a:lnTo>
                    <a:pt x="1113260" y="117472"/>
                  </a:lnTo>
                  <a:lnTo>
                    <a:pt x="1108616" y="117472"/>
                  </a:lnTo>
                  <a:lnTo>
                    <a:pt x="1101649" y="103848"/>
                  </a:lnTo>
                  <a:lnTo>
                    <a:pt x="1096433" y="102536"/>
                  </a:lnTo>
                  <a:lnTo>
                    <a:pt x="1090341" y="98331"/>
                  </a:lnTo>
                  <a:lnTo>
                    <a:pt x="1086000" y="98331"/>
                  </a:lnTo>
                  <a:lnTo>
                    <a:pt x="1079706" y="100080"/>
                  </a:lnTo>
                  <a:lnTo>
                    <a:pt x="1076442" y="92242"/>
                  </a:lnTo>
                  <a:cubicBezTo>
                    <a:pt x="1076442" y="92242"/>
                    <a:pt x="1073817" y="90223"/>
                    <a:pt x="1072672" y="90223"/>
                  </a:cubicBezTo>
                  <a:cubicBezTo>
                    <a:pt x="1071495" y="90223"/>
                    <a:pt x="1064259" y="83832"/>
                    <a:pt x="1064259" y="83832"/>
                  </a:cubicBezTo>
                  <a:lnTo>
                    <a:pt x="1060792" y="80367"/>
                  </a:lnTo>
                  <a:lnTo>
                    <a:pt x="1055576" y="78618"/>
                  </a:lnTo>
                  <a:lnTo>
                    <a:pt x="1050932" y="81813"/>
                  </a:lnTo>
                  <a:lnTo>
                    <a:pt x="1046287" y="84437"/>
                  </a:lnTo>
                  <a:lnTo>
                    <a:pt x="1040499" y="76330"/>
                  </a:lnTo>
                  <a:lnTo>
                    <a:pt x="1033263" y="70544"/>
                  </a:lnTo>
                  <a:lnTo>
                    <a:pt x="1035282" y="67348"/>
                  </a:lnTo>
                  <a:lnTo>
                    <a:pt x="1033263" y="61697"/>
                  </a:lnTo>
                  <a:lnTo>
                    <a:pt x="1025152" y="60116"/>
                  </a:lnTo>
                  <a:lnTo>
                    <a:pt x="1019936" y="60116"/>
                  </a:lnTo>
                  <a:lnTo>
                    <a:pt x="1015864" y="58367"/>
                  </a:lnTo>
                  <a:lnTo>
                    <a:pt x="1006003" y="58367"/>
                  </a:lnTo>
                  <a:lnTo>
                    <a:pt x="997017" y="56617"/>
                  </a:lnTo>
                  <a:lnTo>
                    <a:pt x="981671" y="56617"/>
                  </a:lnTo>
                  <a:lnTo>
                    <a:pt x="967771" y="56617"/>
                  </a:lnTo>
                  <a:lnTo>
                    <a:pt x="963699" y="59813"/>
                  </a:lnTo>
                  <a:lnTo>
                    <a:pt x="958617" y="58299"/>
                  </a:lnTo>
                  <a:lnTo>
                    <a:pt x="948824" y="53388"/>
                  </a:lnTo>
                  <a:lnTo>
                    <a:pt x="938963" y="50495"/>
                  </a:lnTo>
                  <a:lnTo>
                    <a:pt x="934992" y="51874"/>
                  </a:lnTo>
                  <a:lnTo>
                    <a:pt x="929943" y="47366"/>
                  </a:lnTo>
                  <a:cubicBezTo>
                    <a:pt x="929943" y="47366"/>
                    <a:pt x="930347" y="45987"/>
                    <a:pt x="930347" y="45718"/>
                  </a:cubicBezTo>
                  <a:cubicBezTo>
                    <a:pt x="930347" y="45415"/>
                    <a:pt x="930347" y="43599"/>
                    <a:pt x="930347" y="43599"/>
                  </a:cubicBezTo>
                  <a:lnTo>
                    <a:pt x="926645" y="42724"/>
                  </a:lnTo>
                  <a:lnTo>
                    <a:pt x="922506" y="42724"/>
                  </a:lnTo>
                  <a:lnTo>
                    <a:pt x="919746" y="47366"/>
                  </a:lnTo>
                  <a:cubicBezTo>
                    <a:pt x="919746" y="47366"/>
                    <a:pt x="917794" y="47804"/>
                    <a:pt x="917558" y="48073"/>
                  </a:cubicBezTo>
                  <a:cubicBezTo>
                    <a:pt x="917323" y="48376"/>
                    <a:pt x="912106" y="50024"/>
                    <a:pt x="911703" y="50091"/>
                  </a:cubicBezTo>
                  <a:cubicBezTo>
                    <a:pt x="911265" y="50159"/>
                    <a:pt x="907058" y="51168"/>
                    <a:pt x="906688" y="51403"/>
                  </a:cubicBezTo>
                  <a:cubicBezTo>
                    <a:pt x="906318" y="51605"/>
                    <a:pt x="902784" y="51538"/>
                    <a:pt x="902784" y="51538"/>
                  </a:cubicBezTo>
                  <a:lnTo>
                    <a:pt x="896322" y="52547"/>
                  </a:lnTo>
                  <a:cubicBezTo>
                    <a:pt x="896322" y="52547"/>
                    <a:pt x="887976" y="54195"/>
                    <a:pt x="887707" y="54195"/>
                  </a:cubicBezTo>
                  <a:cubicBezTo>
                    <a:pt x="887404" y="54195"/>
                    <a:pt x="882423" y="53052"/>
                    <a:pt x="882120" y="53119"/>
                  </a:cubicBezTo>
                  <a:cubicBezTo>
                    <a:pt x="881817" y="53186"/>
                    <a:pt x="876399" y="52042"/>
                    <a:pt x="876163" y="51807"/>
                  </a:cubicBezTo>
                  <a:cubicBezTo>
                    <a:pt x="875961" y="51571"/>
                    <a:pt x="874649" y="47905"/>
                    <a:pt x="872832" y="47905"/>
                  </a:cubicBezTo>
                  <a:cubicBezTo>
                    <a:pt x="871014" y="47905"/>
                    <a:pt x="865158" y="47972"/>
                    <a:pt x="864721" y="48544"/>
                  </a:cubicBezTo>
                  <a:cubicBezTo>
                    <a:pt x="864283" y="49116"/>
                    <a:pt x="860952" y="49688"/>
                    <a:pt x="859639" y="50562"/>
                  </a:cubicBezTo>
                  <a:cubicBezTo>
                    <a:pt x="858327" y="51437"/>
                    <a:pt x="854995" y="53085"/>
                    <a:pt x="854927" y="53321"/>
                  </a:cubicBezTo>
                  <a:cubicBezTo>
                    <a:pt x="854860" y="53556"/>
                    <a:pt x="851394" y="53960"/>
                    <a:pt x="851394" y="53960"/>
                  </a:cubicBezTo>
                  <a:lnTo>
                    <a:pt x="848668" y="49620"/>
                  </a:lnTo>
                  <a:lnTo>
                    <a:pt x="845841" y="47871"/>
                  </a:lnTo>
                  <a:cubicBezTo>
                    <a:pt x="845841" y="47871"/>
                    <a:pt x="842038" y="48409"/>
                    <a:pt x="841163" y="49048"/>
                  </a:cubicBezTo>
                  <a:cubicBezTo>
                    <a:pt x="840288" y="49688"/>
                    <a:pt x="837259" y="50798"/>
                    <a:pt x="836720" y="51336"/>
                  </a:cubicBezTo>
                  <a:cubicBezTo>
                    <a:pt x="836182" y="51874"/>
                    <a:pt x="834129" y="52749"/>
                    <a:pt x="832480" y="53724"/>
                  </a:cubicBezTo>
                  <a:cubicBezTo>
                    <a:pt x="830864" y="54700"/>
                    <a:pt x="830292" y="54801"/>
                    <a:pt x="828239" y="54801"/>
                  </a:cubicBezTo>
                  <a:cubicBezTo>
                    <a:pt x="826186" y="54801"/>
                    <a:pt x="821609" y="54801"/>
                    <a:pt x="821609" y="54801"/>
                  </a:cubicBezTo>
                  <a:lnTo>
                    <a:pt x="816729" y="54263"/>
                  </a:lnTo>
                  <a:cubicBezTo>
                    <a:pt x="816729" y="54263"/>
                    <a:pt x="812691" y="55036"/>
                    <a:pt x="812287" y="56012"/>
                  </a:cubicBezTo>
                  <a:cubicBezTo>
                    <a:pt x="811849" y="56987"/>
                    <a:pt x="809898" y="60149"/>
                    <a:pt x="809898" y="60149"/>
                  </a:cubicBezTo>
                  <a:lnTo>
                    <a:pt x="807172" y="65700"/>
                  </a:lnTo>
                  <a:cubicBezTo>
                    <a:pt x="807172" y="65700"/>
                    <a:pt x="804008" y="67887"/>
                    <a:pt x="803907" y="68526"/>
                  </a:cubicBezTo>
                  <a:cubicBezTo>
                    <a:pt x="803806" y="69165"/>
                    <a:pt x="802056" y="71991"/>
                    <a:pt x="802056" y="71991"/>
                  </a:cubicBezTo>
                  <a:cubicBezTo>
                    <a:pt x="802056" y="71991"/>
                    <a:pt x="800104" y="75254"/>
                    <a:pt x="800003" y="75691"/>
                  </a:cubicBezTo>
                  <a:cubicBezTo>
                    <a:pt x="799902" y="76128"/>
                    <a:pt x="798926" y="77440"/>
                    <a:pt x="798152" y="77979"/>
                  </a:cubicBezTo>
                  <a:cubicBezTo>
                    <a:pt x="797378" y="78517"/>
                    <a:pt x="794989" y="81679"/>
                    <a:pt x="794888" y="82116"/>
                  </a:cubicBezTo>
                  <a:cubicBezTo>
                    <a:pt x="794787" y="82554"/>
                    <a:pt x="792498" y="84202"/>
                    <a:pt x="791287" y="84303"/>
                  </a:cubicBezTo>
                  <a:cubicBezTo>
                    <a:pt x="790075" y="84404"/>
                    <a:pt x="788998" y="85615"/>
                    <a:pt x="788022" y="85817"/>
                  </a:cubicBezTo>
                  <a:cubicBezTo>
                    <a:pt x="787046" y="86018"/>
                    <a:pt x="786407" y="86018"/>
                    <a:pt x="785431" y="86153"/>
                  </a:cubicBezTo>
                  <a:cubicBezTo>
                    <a:pt x="784455" y="86254"/>
                    <a:pt x="781830" y="86153"/>
                    <a:pt x="780012" y="86153"/>
                  </a:cubicBezTo>
                  <a:cubicBezTo>
                    <a:pt x="778161" y="86153"/>
                    <a:pt x="774796" y="85951"/>
                    <a:pt x="773281" y="86254"/>
                  </a:cubicBezTo>
                  <a:cubicBezTo>
                    <a:pt x="771767" y="86590"/>
                    <a:pt x="768401" y="86456"/>
                    <a:pt x="766853" y="86691"/>
                  </a:cubicBezTo>
                  <a:cubicBezTo>
                    <a:pt x="765339" y="86893"/>
                    <a:pt x="761199" y="87230"/>
                    <a:pt x="761199" y="87230"/>
                  </a:cubicBezTo>
                  <a:lnTo>
                    <a:pt x="751641" y="90257"/>
                  </a:lnTo>
                  <a:lnTo>
                    <a:pt x="750564" y="92982"/>
                  </a:lnTo>
                  <a:lnTo>
                    <a:pt x="748411" y="95707"/>
                  </a:lnTo>
                  <a:cubicBezTo>
                    <a:pt x="748411" y="95707"/>
                    <a:pt x="747435" y="96682"/>
                    <a:pt x="746896" y="96918"/>
                  </a:cubicBezTo>
                  <a:cubicBezTo>
                    <a:pt x="746358" y="97153"/>
                    <a:pt x="743733" y="96817"/>
                    <a:pt x="743295" y="96817"/>
                  </a:cubicBezTo>
                  <a:cubicBezTo>
                    <a:pt x="742858" y="96817"/>
                    <a:pt x="741343" y="96480"/>
                    <a:pt x="740367" y="96379"/>
                  </a:cubicBezTo>
                  <a:cubicBezTo>
                    <a:pt x="739391" y="96279"/>
                    <a:pt x="737641" y="95168"/>
                    <a:pt x="737641" y="94731"/>
                  </a:cubicBezTo>
                  <a:cubicBezTo>
                    <a:pt x="737641" y="94294"/>
                    <a:pt x="737204" y="94395"/>
                    <a:pt x="738617" y="93520"/>
                  </a:cubicBezTo>
                  <a:cubicBezTo>
                    <a:pt x="740031" y="92645"/>
                    <a:pt x="742084" y="91569"/>
                    <a:pt x="742084" y="91569"/>
                  </a:cubicBezTo>
                  <a:lnTo>
                    <a:pt x="745011" y="88541"/>
                  </a:lnTo>
                  <a:lnTo>
                    <a:pt x="743834" y="86624"/>
                  </a:lnTo>
                  <a:cubicBezTo>
                    <a:pt x="743834" y="86624"/>
                    <a:pt x="740569" y="86119"/>
                    <a:pt x="739593" y="86119"/>
                  </a:cubicBezTo>
                  <a:cubicBezTo>
                    <a:pt x="738617" y="86119"/>
                    <a:pt x="734713" y="86119"/>
                    <a:pt x="734713" y="86119"/>
                  </a:cubicBezTo>
                  <a:cubicBezTo>
                    <a:pt x="734713" y="86119"/>
                    <a:pt x="734377" y="87196"/>
                    <a:pt x="732223" y="85245"/>
                  </a:cubicBezTo>
                  <a:cubicBezTo>
                    <a:pt x="730035" y="83294"/>
                    <a:pt x="728622" y="81780"/>
                    <a:pt x="728184" y="81443"/>
                  </a:cubicBezTo>
                  <a:cubicBezTo>
                    <a:pt x="727747" y="81107"/>
                    <a:pt x="725357" y="79257"/>
                    <a:pt x="725357" y="79257"/>
                  </a:cubicBezTo>
                  <a:cubicBezTo>
                    <a:pt x="725357" y="79257"/>
                    <a:pt x="723742" y="77306"/>
                    <a:pt x="723170" y="76431"/>
                  </a:cubicBezTo>
                  <a:cubicBezTo>
                    <a:pt x="722631" y="75556"/>
                    <a:pt x="720881" y="72966"/>
                    <a:pt x="720881" y="72966"/>
                  </a:cubicBezTo>
                  <a:cubicBezTo>
                    <a:pt x="720881" y="72966"/>
                    <a:pt x="720780" y="70914"/>
                    <a:pt x="719131" y="70241"/>
                  </a:cubicBezTo>
                  <a:cubicBezTo>
                    <a:pt x="717516" y="69602"/>
                    <a:pt x="714689" y="67214"/>
                    <a:pt x="714251" y="67416"/>
                  </a:cubicBezTo>
                  <a:cubicBezTo>
                    <a:pt x="713814" y="67651"/>
                    <a:pt x="713040" y="67315"/>
                    <a:pt x="712299" y="68728"/>
                  </a:cubicBezTo>
                  <a:cubicBezTo>
                    <a:pt x="711525" y="70141"/>
                    <a:pt x="711222" y="70376"/>
                    <a:pt x="710886" y="71318"/>
                  </a:cubicBezTo>
                  <a:cubicBezTo>
                    <a:pt x="710549" y="72294"/>
                    <a:pt x="710112" y="74346"/>
                    <a:pt x="710112" y="74783"/>
                  </a:cubicBezTo>
                  <a:cubicBezTo>
                    <a:pt x="710112" y="75220"/>
                    <a:pt x="709237" y="76835"/>
                    <a:pt x="708698" y="77407"/>
                  </a:cubicBezTo>
                  <a:cubicBezTo>
                    <a:pt x="708160" y="77945"/>
                    <a:pt x="707722" y="78281"/>
                    <a:pt x="705333" y="77844"/>
                  </a:cubicBezTo>
                  <a:cubicBezTo>
                    <a:pt x="702943" y="77407"/>
                    <a:pt x="701092" y="76767"/>
                    <a:pt x="700756" y="76767"/>
                  </a:cubicBezTo>
                  <a:cubicBezTo>
                    <a:pt x="700419" y="76767"/>
                    <a:pt x="699914" y="76532"/>
                    <a:pt x="699914" y="76532"/>
                  </a:cubicBezTo>
                  <a:lnTo>
                    <a:pt x="693284" y="76196"/>
                  </a:lnTo>
                  <a:lnTo>
                    <a:pt x="689683" y="76397"/>
                  </a:lnTo>
                  <a:cubicBezTo>
                    <a:pt x="689683" y="76397"/>
                    <a:pt x="682077" y="80401"/>
                    <a:pt x="681640" y="80535"/>
                  </a:cubicBezTo>
                  <a:cubicBezTo>
                    <a:pt x="681202" y="80636"/>
                    <a:pt x="674135" y="80737"/>
                    <a:pt x="673697" y="81073"/>
                  </a:cubicBezTo>
                  <a:cubicBezTo>
                    <a:pt x="673260" y="81410"/>
                    <a:pt x="663803" y="83798"/>
                    <a:pt x="663803" y="83798"/>
                  </a:cubicBezTo>
                  <a:cubicBezTo>
                    <a:pt x="663803" y="83798"/>
                    <a:pt x="655322" y="83025"/>
                    <a:pt x="654885" y="82688"/>
                  </a:cubicBezTo>
                  <a:cubicBezTo>
                    <a:pt x="654447" y="82385"/>
                    <a:pt x="650880" y="81612"/>
                    <a:pt x="647918" y="81713"/>
                  </a:cubicBezTo>
                  <a:cubicBezTo>
                    <a:pt x="644990" y="81813"/>
                    <a:pt x="642601" y="82049"/>
                    <a:pt x="642601" y="82049"/>
                  </a:cubicBezTo>
                  <a:lnTo>
                    <a:pt x="640413" y="84976"/>
                  </a:lnTo>
                  <a:lnTo>
                    <a:pt x="642601" y="87162"/>
                  </a:lnTo>
                  <a:lnTo>
                    <a:pt x="644654" y="90190"/>
                  </a:lnTo>
                  <a:cubicBezTo>
                    <a:pt x="644654" y="90190"/>
                    <a:pt x="645091" y="91603"/>
                    <a:pt x="644654" y="91939"/>
                  </a:cubicBezTo>
                  <a:cubicBezTo>
                    <a:pt x="644216" y="92275"/>
                    <a:pt x="641389" y="92376"/>
                    <a:pt x="640951" y="92275"/>
                  </a:cubicBezTo>
                  <a:cubicBezTo>
                    <a:pt x="640514" y="92174"/>
                    <a:pt x="636610" y="91300"/>
                    <a:pt x="635197" y="91300"/>
                  </a:cubicBezTo>
                  <a:cubicBezTo>
                    <a:pt x="633783" y="91300"/>
                    <a:pt x="631932" y="91098"/>
                    <a:pt x="629980" y="91300"/>
                  </a:cubicBezTo>
                  <a:cubicBezTo>
                    <a:pt x="628028" y="91535"/>
                    <a:pt x="626817" y="92074"/>
                    <a:pt x="624562" y="92275"/>
                  </a:cubicBezTo>
                  <a:cubicBezTo>
                    <a:pt x="622273" y="92477"/>
                    <a:pt x="623586" y="91939"/>
                    <a:pt x="620759" y="92713"/>
                  </a:cubicBezTo>
                  <a:cubicBezTo>
                    <a:pt x="617932" y="93486"/>
                    <a:pt x="616518" y="93352"/>
                    <a:pt x="616182" y="93486"/>
                  </a:cubicBezTo>
                  <a:cubicBezTo>
                    <a:pt x="615845" y="93587"/>
                    <a:pt x="613994" y="93722"/>
                    <a:pt x="612816" y="93924"/>
                  </a:cubicBezTo>
                  <a:cubicBezTo>
                    <a:pt x="611605" y="94126"/>
                    <a:pt x="609215" y="94025"/>
                    <a:pt x="608811" y="94025"/>
                  </a:cubicBezTo>
                  <a:cubicBezTo>
                    <a:pt x="608374" y="94025"/>
                    <a:pt x="605783" y="93385"/>
                    <a:pt x="605345" y="93251"/>
                  </a:cubicBezTo>
                  <a:cubicBezTo>
                    <a:pt x="604907" y="93150"/>
                    <a:pt x="601340" y="91199"/>
                    <a:pt x="601004" y="91064"/>
                  </a:cubicBezTo>
                  <a:cubicBezTo>
                    <a:pt x="600667" y="90963"/>
                    <a:pt x="598816" y="89315"/>
                    <a:pt x="598816" y="89315"/>
                  </a:cubicBezTo>
                  <a:cubicBezTo>
                    <a:pt x="598816" y="89315"/>
                    <a:pt x="596427" y="87801"/>
                    <a:pt x="595888" y="87566"/>
                  </a:cubicBezTo>
                  <a:cubicBezTo>
                    <a:pt x="595350" y="87364"/>
                    <a:pt x="591412" y="86153"/>
                    <a:pt x="591109" y="86153"/>
                  </a:cubicBezTo>
                  <a:cubicBezTo>
                    <a:pt x="590806" y="86153"/>
                    <a:pt x="586869" y="86052"/>
                    <a:pt x="586431" y="86052"/>
                  </a:cubicBezTo>
                  <a:cubicBezTo>
                    <a:pt x="585994" y="86052"/>
                    <a:pt x="582090" y="86254"/>
                    <a:pt x="582090" y="86254"/>
                  </a:cubicBezTo>
                  <a:lnTo>
                    <a:pt x="571657" y="85817"/>
                  </a:lnTo>
                  <a:cubicBezTo>
                    <a:pt x="571657" y="85817"/>
                    <a:pt x="562301" y="85278"/>
                    <a:pt x="561998" y="85278"/>
                  </a:cubicBezTo>
                  <a:cubicBezTo>
                    <a:pt x="561661" y="85278"/>
                    <a:pt x="556950" y="84639"/>
                    <a:pt x="556512" y="84639"/>
                  </a:cubicBezTo>
                  <a:cubicBezTo>
                    <a:pt x="556075" y="84639"/>
                    <a:pt x="549512" y="82688"/>
                    <a:pt x="549512" y="82688"/>
                  </a:cubicBezTo>
                  <a:lnTo>
                    <a:pt x="549512" y="79997"/>
                  </a:lnTo>
                  <a:lnTo>
                    <a:pt x="547897" y="75658"/>
                  </a:lnTo>
                  <a:cubicBezTo>
                    <a:pt x="547897" y="75658"/>
                    <a:pt x="544531" y="73269"/>
                    <a:pt x="544195" y="73168"/>
                  </a:cubicBezTo>
                  <a:cubicBezTo>
                    <a:pt x="543858" y="73067"/>
                    <a:pt x="539954" y="72394"/>
                    <a:pt x="539954" y="72394"/>
                  </a:cubicBezTo>
                  <a:cubicBezTo>
                    <a:pt x="539954" y="72394"/>
                    <a:pt x="537329" y="71957"/>
                    <a:pt x="537026" y="71957"/>
                  </a:cubicBezTo>
                  <a:cubicBezTo>
                    <a:pt x="536690" y="71957"/>
                    <a:pt x="533762" y="71856"/>
                    <a:pt x="533324" y="71856"/>
                  </a:cubicBezTo>
                  <a:cubicBezTo>
                    <a:pt x="532887" y="71856"/>
                    <a:pt x="525180" y="71318"/>
                    <a:pt x="525180" y="71318"/>
                  </a:cubicBezTo>
                  <a:cubicBezTo>
                    <a:pt x="525180" y="71318"/>
                    <a:pt x="521814" y="69905"/>
                    <a:pt x="521377" y="69905"/>
                  </a:cubicBezTo>
                  <a:cubicBezTo>
                    <a:pt x="520939" y="69905"/>
                    <a:pt x="516160" y="68055"/>
                    <a:pt x="516160" y="68055"/>
                  </a:cubicBezTo>
                  <a:lnTo>
                    <a:pt x="514107" y="66205"/>
                  </a:lnTo>
                  <a:lnTo>
                    <a:pt x="511920" y="64792"/>
                  </a:lnTo>
                  <a:lnTo>
                    <a:pt x="510405" y="62942"/>
                  </a:lnTo>
                  <a:lnTo>
                    <a:pt x="509766" y="60217"/>
                  </a:lnTo>
                  <a:lnTo>
                    <a:pt x="508352" y="56416"/>
                  </a:lnTo>
                  <a:lnTo>
                    <a:pt x="506064" y="52715"/>
                  </a:lnTo>
                  <a:lnTo>
                    <a:pt x="506064" y="48712"/>
                  </a:lnTo>
                  <a:lnTo>
                    <a:pt x="507376" y="45684"/>
                  </a:lnTo>
                  <a:lnTo>
                    <a:pt x="507814" y="40369"/>
                  </a:lnTo>
                  <a:lnTo>
                    <a:pt x="508352" y="36030"/>
                  </a:lnTo>
                  <a:lnTo>
                    <a:pt x="507713" y="33843"/>
                  </a:lnTo>
                  <a:lnTo>
                    <a:pt x="505324" y="32094"/>
                  </a:lnTo>
                  <a:lnTo>
                    <a:pt x="500646" y="28495"/>
                  </a:lnTo>
                  <a:cubicBezTo>
                    <a:pt x="500646" y="28495"/>
                    <a:pt x="498357" y="27183"/>
                    <a:pt x="498021" y="27082"/>
                  </a:cubicBezTo>
                  <a:cubicBezTo>
                    <a:pt x="497684" y="26981"/>
                    <a:pt x="495530" y="26409"/>
                    <a:pt x="495093" y="27082"/>
                  </a:cubicBezTo>
                  <a:cubicBezTo>
                    <a:pt x="494655" y="27721"/>
                    <a:pt x="492804" y="27957"/>
                    <a:pt x="492602" y="28394"/>
                  </a:cubicBezTo>
                  <a:cubicBezTo>
                    <a:pt x="492400" y="28831"/>
                    <a:pt x="491391" y="30244"/>
                    <a:pt x="491290" y="30580"/>
                  </a:cubicBezTo>
                  <a:cubicBezTo>
                    <a:pt x="491189" y="30917"/>
                    <a:pt x="490314" y="32430"/>
                    <a:pt x="490314" y="32430"/>
                  </a:cubicBezTo>
                  <a:lnTo>
                    <a:pt x="487386" y="32767"/>
                  </a:lnTo>
                  <a:lnTo>
                    <a:pt x="482708" y="31690"/>
                  </a:lnTo>
                  <a:lnTo>
                    <a:pt x="478804" y="29066"/>
                  </a:lnTo>
                  <a:lnTo>
                    <a:pt x="476212" y="25703"/>
                  </a:lnTo>
                  <a:lnTo>
                    <a:pt x="475438" y="24626"/>
                  </a:lnTo>
                  <a:lnTo>
                    <a:pt x="472611" y="22776"/>
                  </a:lnTo>
                  <a:lnTo>
                    <a:pt x="470323" y="21027"/>
                  </a:lnTo>
                  <a:lnTo>
                    <a:pt x="466621" y="19614"/>
                  </a:lnTo>
                  <a:cubicBezTo>
                    <a:pt x="466621" y="19614"/>
                    <a:pt x="462044" y="18941"/>
                    <a:pt x="461505" y="19076"/>
                  </a:cubicBezTo>
                  <a:cubicBezTo>
                    <a:pt x="460967" y="19176"/>
                    <a:pt x="458241" y="19378"/>
                    <a:pt x="456726" y="19076"/>
                  </a:cubicBezTo>
                  <a:cubicBezTo>
                    <a:pt x="455212" y="18773"/>
                    <a:pt x="453260" y="19277"/>
                    <a:pt x="452284" y="19076"/>
                  </a:cubicBezTo>
                  <a:cubicBezTo>
                    <a:pt x="451308" y="18874"/>
                    <a:pt x="449356" y="18537"/>
                    <a:pt x="448818" y="18975"/>
                  </a:cubicBezTo>
                  <a:cubicBezTo>
                    <a:pt x="448279" y="19412"/>
                    <a:pt x="446967" y="20825"/>
                    <a:pt x="446967" y="21262"/>
                  </a:cubicBezTo>
                  <a:cubicBezTo>
                    <a:pt x="446967" y="21699"/>
                    <a:pt x="446967" y="22675"/>
                    <a:pt x="446967" y="22675"/>
                  </a:cubicBezTo>
                  <a:lnTo>
                    <a:pt x="449995" y="25265"/>
                  </a:lnTo>
                  <a:lnTo>
                    <a:pt x="450197" y="26342"/>
                  </a:lnTo>
                  <a:cubicBezTo>
                    <a:pt x="450197" y="26342"/>
                    <a:pt x="449760" y="26779"/>
                    <a:pt x="449423" y="27216"/>
                  </a:cubicBezTo>
                  <a:cubicBezTo>
                    <a:pt x="449087" y="27654"/>
                    <a:pt x="447034" y="28865"/>
                    <a:pt x="446933" y="29403"/>
                  </a:cubicBezTo>
                  <a:cubicBezTo>
                    <a:pt x="446832" y="29941"/>
                    <a:pt x="446293" y="30277"/>
                    <a:pt x="445957" y="30614"/>
                  </a:cubicBezTo>
                  <a:cubicBezTo>
                    <a:pt x="445620" y="30950"/>
                    <a:pt x="445183" y="31152"/>
                    <a:pt x="444442" y="31489"/>
                  </a:cubicBezTo>
                  <a:cubicBezTo>
                    <a:pt x="443668" y="31825"/>
                    <a:pt x="441514" y="32700"/>
                    <a:pt x="441514" y="32700"/>
                  </a:cubicBezTo>
                  <a:lnTo>
                    <a:pt x="439865" y="33137"/>
                  </a:lnTo>
                  <a:lnTo>
                    <a:pt x="438014" y="34112"/>
                  </a:lnTo>
                  <a:cubicBezTo>
                    <a:pt x="438014" y="34112"/>
                    <a:pt x="436264" y="34550"/>
                    <a:pt x="435288" y="34886"/>
                  </a:cubicBezTo>
                  <a:cubicBezTo>
                    <a:pt x="434312" y="35223"/>
                    <a:pt x="431687" y="35525"/>
                    <a:pt x="430812" y="35660"/>
                  </a:cubicBezTo>
                  <a:cubicBezTo>
                    <a:pt x="429937" y="35761"/>
                    <a:pt x="427985" y="36097"/>
                    <a:pt x="427985" y="36097"/>
                  </a:cubicBezTo>
                  <a:cubicBezTo>
                    <a:pt x="427985" y="36097"/>
                    <a:pt x="427110" y="37510"/>
                    <a:pt x="426235" y="37947"/>
                  </a:cubicBezTo>
                  <a:cubicBezTo>
                    <a:pt x="425360" y="38385"/>
                    <a:pt x="421658" y="39461"/>
                    <a:pt x="421658" y="39798"/>
                  </a:cubicBezTo>
                  <a:cubicBezTo>
                    <a:pt x="421658" y="40134"/>
                    <a:pt x="419908" y="41749"/>
                    <a:pt x="419605" y="42085"/>
                  </a:cubicBezTo>
                  <a:cubicBezTo>
                    <a:pt x="419269" y="42422"/>
                    <a:pt x="417115" y="45449"/>
                    <a:pt x="417115" y="45449"/>
                  </a:cubicBezTo>
                  <a:lnTo>
                    <a:pt x="415802" y="47736"/>
                  </a:lnTo>
                  <a:lnTo>
                    <a:pt x="413312" y="49048"/>
                  </a:lnTo>
                  <a:cubicBezTo>
                    <a:pt x="413312" y="49048"/>
                    <a:pt x="409172" y="50360"/>
                    <a:pt x="408735" y="50360"/>
                  </a:cubicBezTo>
                  <a:cubicBezTo>
                    <a:pt x="408297" y="50360"/>
                    <a:pt x="403081" y="50360"/>
                    <a:pt x="402643" y="50562"/>
                  </a:cubicBezTo>
                  <a:cubicBezTo>
                    <a:pt x="402206" y="50764"/>
                    <a:pt x="399615" y="50764"/>
                    <a:pt x="398605" y="51000"/>
                  </a:cubicBezTo>
                  <a:cubicBezTo>
                    <a:pt x="397629" y="51201"/>
                    <a:pt x="395576" y="50798"/>
                    <a:pt x="394364" y="51201"/>
                  </a:cubicBezTo>
                  <a:cubicBezTo>
                    <a:pt x="393153" y="51639"/>
                    <a:pt x="390763" y="51302"/>
                    <a:pt x="390326" y="51302"/>
                  </a:cubicBezTo>
                  <a:cubicBezTo>
                    <a:pt x="389888" y="51302"/>
                    <a:pt x="385883" y="51403"/>
                    <a:pt x="385883" y="51403"/>
                  </a:cubicBezTo>
                  <a:cubicBezTo>
                    <a:pt x="385883" y="51403"/>
                    <a:pt x="382181" y="49452"/>
                    <a:pt x="381744" y="49217"/>
                  </a:cubicBezTo>
                  <a:cubicBezTo>
                    <a:pt x="381306" y="48981"/>
                    <a:pt x="374037" y="48678"/>
                    <a:pt x="374037" y="48678"/>
                  </a:cubicBezTo>
                  <a:lnTo>
                    <a:pt x="368619" y="45853"/>
                  </a:lnTo>
                  <a:lnTo>
                    <a:pt x="368619" y="41816"/>
                  </a:lnTo>
                  <a:lnTo>
                    <a:pt x="367104" y="38889"/>
                  </a:lnTo>
                  <a:lnTo>
                    <a:pt x="364378" y="35189"/>
                  </a:lnTo>
                  <a:cubicBezTo>
                    <a:pt x="364378" y="35189"/>
                    <a:pt x="360912" y="33137"/>
                    <a:pt x="360474" y="32901"/>
                  </a:cubicBezTo>
                  <a:cubicBezTo>
                    <a:pt x="360037" y="32700"/>
                    <a:pt x="353844" y="30849"/>
                    <a:pt x="353844" y="30849"/>
                  </a:cubicBezTo>
                  <a:lnTo>
                    <a:pt x="350681" y="30513"/>
                  </a:lnTo>
                  <a:lnTo>
                    <a:pt x="345666" y="28999"/>
                  </a:lnTo>
                  <a:lnTo>
                    <a:pt x="339036" y="25837"/>
                  </a:lnTo>
                  <a:cubicBezTo>
                    <a:pt x="339036" y="25837"/>
                    <a:pt x="338834" y="24963"/>
                    <a:pt x="338397" y="24525"/>
                  </a:cubicBezTo>
                  <a:cubicBezTo>
                    <a:pt x="337959" y="24088"/>
                    <a:pt x="335233" y="21800"/>
                    <a:pt x="335233" y="21800"/>
                  </a:cubicBezTo>
                  <a:lnTo>
                    <a:pt x="332070" y="19311"/>
                  </a:lnTo>
                  <a:lnTo>
                    <a:pt x="329478" y="19513"/>
                  </a:lnTo>
                  <a:lnTo>
                    <a:pt x="328603" y="21363"/>
                  </a:lnTo>
                  <a:lnTo>
                    <a:pt x="328603" y="22675"/>
                  </a:lnTo>
                  <a:lnTo>
                    <a:pt x="329243" y="25837"/>
                  </a:lnTo>
                  <a:cubicBezTo>
                    <a:pt x="329243" y="25837"/>
                    <a:pt x="329579" y="25938"/>
                    <a:pt x="328603" y="26611"/>
                  </a:cubicBezTo>
                  <a:cubicBezTo>
                    <a:pt x="327627" y="27250"/>
                    <a:pt x="325675" y="27586"/>
                    <a:pt x="325675" y="27586"/>
                  </a:cubicBezTo>
                  <a:cubicBezTo>
                    <a:pt x="325675" y="27586"/>
                    <a:pt x="324901" y="28225"/>
                    <a:pt x="324464" y="28225"/>
                  </a:cubicBezTo>
                  <a:cubicBezTo>
                    <a:pt x="324026" y="28225"/>
                    <a:pt x="321637" y="28764"/>
                    <a:pt x="321199" y="28764"/>
                  </a:cubicBezTo>
                  <a:cubicBezTo>
                    <a:pt x="320762" y="28764"/>
                    <a:pt x="319012" y="28764"/>
                    <a:pt x="319012" y="28764"/>
                  </a:cubicBezTo>
                  <a:lnTo>
                    <a:pt x="312045" y="23550"/>
                  </a:lnTo>
                  <a:lnTo>
                    <a:pt x="309016" y="20623"/>
                  </a:lnTo>
                  <a:lnTo>
                    <a:pt x="303901" y="17259"/>
                  </a:lnTo>
                  <a:lnTo>
                    <a:pt x="299559" y="13693"/>
                  </a:lnTo>
                  <a:lnTo>
                    <a:pt x="295319" y="10430"/>
                  </a:lnTo>
                  <a:lnTo>
                    <a:pt x="291718" y="8143"/>
                  </a:lnTo>
                  <a:lnTo>
                    <a:pt x="289026" y="5317"/>
                  </a:lnTo>
                  <a:lnTo>
                    <a:pt x="288487" y="3265"/>
                  </a:lnTo>
                  <a:lnTo>
                    <a:pt x="287713" y="1583"/>
                  </a:lnTo>
                  <a:cubicBezTo>
                    <a:pt x="287713" y="1583"/>
                    <a:pt x="285324" y="977"/>
                    <a:pt x="284886" y="977"/>
                  </a:cubicBezTo>
                  <a:cubicBezTo>
                    <a:pt x="284449" y="977"/>
                    <a:pt x="282497" y="977"/>
                    <a:pt x="282497" y="977"/>
                  </a:cubicBezTo>
                  <a:cubicBezTo>
                    <a:pt x="282497" y="977"/>
                    <a:pt x="280982" y="-536"/>
                    <a:pt x="279468" y="204"/>
                  </a:cubicBezTo>
                  <a:cubicBezTo>
                    <a:pt x="277953" y="977"/>
                    <a:pt x="277617" y="843"/>
                    <a:pt x="276304" y="1078"/>
                  </a:cubicBezTo>
                  <a:cubicBezTo>
                    <a:pt x="274992" y="1280"/>
                    <a:pt x="275227" y="742"/>
                    <a:pt x="273275" y="1617"/>
                  </a:cubicBezTo>
                  <a:cubicBezTo>
                    <a:pt x="271323" y="2491"/>
                    <a:pt x="270650" y="2491"/>
                    <a:pt x="269270" y="3130"/>
                  </a:cubicBezTo>
                  <a:cubicBezTo>
                    <a:pt x="267857" y="3770"/>
                    <a:pt x="266679" y="3669"/>
                    <a:pt x="265905" y="4207"/>
                  </a:cubicBezTo>
                  <a:cubicBezTo>
                    <a:pt x="265131" y="4745"/>
                    <a:pt x="263313" y="3971"/>
                    <a:pt x="262304" y="4981"/>
                  </a:cubicBezTo>
                  <a:cubicBezTo>
                    <a:pt x="261328" y="5956"/>
                    <a:pt x="260251" y="5620"/>
                    <a:pt x="259813" y="6494"/>
                  </a:cubicBezTo>
                  <a:cubicBezTo>
                    <a:pt x="259376" y="7369"/>
                    <a:pt x="257659" y="9085"/>
                    <a:pt x="257760" y="9522"/>
                  </a:cubicBezTo>
                  <a:cubicBezTo>
                    <a:pt x="257861" y="9959"/>
                    <a:pt x="257323" y="11910"/>
                    <a:pt x="257323" y="11910"/>
                  </a:cubicBezTo>
                  <a:lnTo>
                    <a:pt x="257323" y="15712"/>
                  </a:lnTo>
                  <a:lnTo>
                    <a:pt x="258400" y="18739"/>
                  </a:lnTo>
                  <a:lnTo>
                    <a:pt x="258063" y="20926"/>
                  </a:lnTo>
                  <a:lnTo>
                    <a:pt x="257289" y="22137"/>
                  </a:lnTo>
                  <a:cubicBezTo>
                    <a:pt x="257289" y="22137"/>
                    <a:pt x="254126" y="24727"/>
                    <a:pt x="253688" y="24963"/>
                  </a:cubicBezTo>
                  <a:cubicBezTo>
                    <a:pt x="253251" y="25198"/>
                    <a:pt x="253587" y="25602"/>
                    <a:pt x="251635" y="26174"/>
                  </a:cubicBezTo>
                  <a:cubicBezTo>
                    <a:pt x="249683" y="26712"/>
                    <a:pt x="248371" y="27486"/>
                    <a:pt x="247731" y="28125"/>
                  </a:cubicBezTo>
                  <a:cubicBezTo>
                    <a:pt x="247092" y="28764"/>
                    <a:pt x="245140" y="29201"/>
                    <a:pt x="245140" y="29201"/>
                  </a:cubicBezTo>
                  <a:cubicBezTo>
                    <a:pt x="245140" y="29201"/>
                    <a:pt x="243289" y="30177"/>
                    <a:pt x="243289" y="30614"/>
                  </a:cubicBezTo>
                  <a:cubicBezTo>
                    <a:pt x="243289" y="31051"/>
                    <a:pt x="241976" y="33877"/>
                    <a:pt x="241976" y="34314"/>
                  </a:cubicBezTo>
                  <a:cubicBezTo>
                    <a:pt x="241976" y="34752"/>
                    <a:pt x="237399" y="36703"/>
                    <a:pt x="237097" y="36938"/>
                  </a:cubicBezTo>
                  <a:cubicBezTo>
                    <a:pt x="236760" y="37140"/>
                    <a:pt x="234707" y="37476"/>
                    <a:pt x="234270" y="38250"/>
                  </a:cubicBezTo>
                  <a:cubicBezTo>
                    <a:pt x="233832" y="39024"/>
                    <a:pt x="230029" y="42590"/>
                    <a:pt x="230029" y="42590"/>
                  </a:cubicBezTo>
                  <a:lnTo>
                    <a:pt x="228178" y="45180"/>
                  </a:lnTo>
                  <a:cubicBezTo>
                    <a:pt x="228178" y="45180"/>
                    <a:pt x="225149" y="48342"/>
                    <a:pt x="223837" y="48544"/>
                  </a:cubicBezTo>
                  <a:cubicBezTo>
                    <a:pt x="222524" y="48746"/>
                    <a:pt x="216231" y="48712"/>
                    <a:pt x="215894" y="48914"/>
                  </a:cubicBezTo>
                  <a:cubicBezTo>
                    <a:pt x="215558" y="49149"/>
                    <a:pt x="212966" y="49620"/>
                    <a:pt x="212529" y="49620"/>
                  </a:cubicBezTo>
                  <a:cubicBezTo>
                    <a:pt x="212091" y="49620"/>
                    <a:pt x="207750" y="49620"/>
                    <a:pt x="207750" y="49620"/>
                  </a:cubicBezTo>
                  <a:lnTo>
                    <a:pt x="203711" y="53220"/>
                  </a:lnTo>
                  <a:cubicBezTo>
                    <a:pt x="203711" y="53220"/>
                    <a:pt x="200884" y="55272"/>
                    <a:pt x="200548" y="56382"/>
                  </a:cubicBezTo>
                  <a:cubicBezTo>
                    <a:pt x="200211" y="57458"/>
                    <a:pt x="197081" y="61226"/>
                    <a:pt x="197081" y="61226"/>
                  </a:cubicBezTo>
                  <a:cubicBezTo>
                    <a:pt x="197081" y="61226"/>
                    <a:pt x="191966" y="60856"/>
                    <a:pt x="190990" y="61226"/>
                  </a:cubicBezTo>
                  <a:cubicBezTo>
                    <a:pt x="190014" y="61596"/>
                    <a:pt x="178268" y="61932"/>
                    <a:pt x="178268" y="61932"/>
                  </a:cubicBezTo>
                  <a:lnTo>
                    <a:pt x="174028" y="61831"/>
                  </a:lnTo>
                  <a:lnTo>
                    <a:pt x="170427" y="60957"/>
                  </a:lnTo>
                  <a:lnTo>
                    <a:pt x="165749" y="61831"/>
                  </a:lnTo>
                  <a:lnTo>
                    <a:pt x="162518" y="61831"/>
                  </a:lnTo>
                  <a:cubicBezTo>
                    <a:pt x="162518" y="61831"/>
                    <a:pt x="158816" y="65633"/>
                    <a:pt x="158076" y="65969"/>
                  </a:cubicBezTo>
                  <a:cubicBezTo>
                    <a:pt x="157302" y="66306"/>
                    <a:pt x="153835" y="68156"/>
                    <a:pt x="153196" y="68694"/>
                  </a:cubicBezTo>
                  <a:cubicBezTo>
                    <a:pt x="152556" y="69232"/>
                    <a:pt x="150369" y="70746"/>
                    <a:pt x="150369" y="70746"/>
                  </a:cubicBezTo>
                  <a:lnTo>
                    <a:pt x="147003" y="72260"/>
                  </a:lnTo>
                  <a:lnTo>
                    <a:pt x="141787" y="71923"/>
                  </a:lnTo>
                  <a:cubicBezTo>
                    <a:pt x="141787" y="71923"/>
                    <a:pt x="138085" y="71823"/>
                    <a:pt x="137782" y="72024"/>
                  </a:cubicBezTo>
                  <a:cubicBezTo>
                    <a:pt x="137445" y="72226"/>
                    <a:pt x="130815" y="72226"/>
                    <a:pt x="130815" y="72226"/>
                  </a:cubicBezTo>
                  <a:lnTo>
                    <a:pt x="125700" y="73303"/>
                  </a:lnTo>
                  <a:lnTo>
                    <a:pt x="120685" y="73202"/>
                  </a:lnTo>
                  <a:lnTo>
                    <a:pt x="120147" y="77676"/>
                  </a:lnTo>
                  <a:cubicBezTo>
                    <a:pt x="120147" y="77676"/>
                    <a:pt x="118229" y="78988"/>
                    <a:pt x="117926" y="79190"/>
                  </a:cubicBezTo>
                  <a:cubicBezTo>
                    <a:pt x="117589" y="79425"/>
                    <a:pt x="112978" y="82789"/>
                    <a:pt x="112978" y="82789"/>
                  </a:cubicBezTo>
                  <a:lnTo>
                    <a:pt x="112978" y="85278"/>
                  </a:lnTo>
                  <a:cubicBezTo>
                    <a:pt x="112978" y="85278"/>
                    <a:pt x="110252" y="87230"/>
                    <a:pt x="109950" y="87330"/>
                  </a:cubicBezTo>
                  <a:cubicBezTo>
                    <a:pt x="109613" y="87431"/>
                    <a:pt x="108873" y="88306"/>
                    <a:pt x="108435" y="88642"/>
                  </a:cubicBezTo>
                  <a:cubicBezTo>
                    <a:pt x="107998" y="88979"/>
                    <a:pt x="107459" y="89820"/>
                    <a:pt x="106685" y="90156"/>
                  </a:cubicBezTo>
                  <a:cubicBezTo>
                    <a:pt x="105911" y="90492"/>
                    <a:pt x="103959" y="91132"/>
                    <a:pt x="103959" y="91132"/>
                  </a:cubicBezTo>
                  <a:lnTo>
                    <a:pt x="100358" y="92511"/>
                  </a:lnTo>
                  <a:lnTo>
                    <a:pt x="95882" y="93217"/>
                  </a:lnTo>
                  <a:cubicBezTo>
                    <a:pt x="95882" y="93217"/>
                    <a:pt x="92685" y="93957"/>
                    <a:pt x="91978" y="94092"/>
                  </a:cubicBezTo>
                  <a:cubicBezTo>
                    <a:pt x="91238" y="94226"/>
                    <a:pt x="88209" y="94529"/>
                    <a:pt x="88209" y="94529"/>
                  </a:cubicBezTo>
                  <a:lnTo>
                    <a:pt x="85314" y="95101"/>
                  </a:lnTo>
                  <a:lnTo>
                    <a:pt x="82723" y="95404"/>
                  </a:lnTo>
                  <a:lnTo>
                    <a:pt x="81713" y="96413"/>
                  </a:lnTo>
                  <a:lnTo>
                    <a:pt x="82285" y="99609"/>
                  </a:lnTo>
                  <a:lnTo>
                    <a:pt x="82588" y="103814"/>
                  </a:lnTo>
                  <a:lnTo>
                    <a:pt x="84776" y="108019"/>
                  </a:lnTo>
                  <a:cubicBezTo>
                    <a:pt x="84776" y="108019"/>
                    <a:pt x="85213" y="109768"/>
                    <a:pt x="85348" y="110777"/>
                  </a:cubicBezTo>
                  <a:cubicBezTo>
                    <a:pt x="85483" y="111786"/>
                    <a:pt x="85651" y="116731"/>
                    <a:pt x="85651" y="116731"/>
                  </a:cubicBezTo>
                  <a:lnTo>
                    <a:pt x="85213" y="124973"/>
                  </a:lnTo>
                  <a:lnTo>
                    <a:pt x="81747" y="129010"/>
                  </a:lnTo>
                  <a:lnTo>
                    <a:pt x="81747" y="133921"/>
                  </a:lnTo>
                  <a:cubicBezTo>
                    <a:pt x="81747" y="133921"/>
                    <a:pt x="79862" y="135233"/>
                    <a:pt x="79559" y="135670"/>
                  </a:cubicBezTo>
                  <a:cubicBezTo>
                    <a:pt x="79257" y="136108"/>
                    <a:pt x="76665" y="137992"/>
                    <a:pt x="76531" y="138429"/>
                  </a:cubicBezTo>
                  <a:cubicBezTo>
                    <a:pt x="76396" y="138866"/>
                    <a:pt x="75016" y="141457"/>
                    <a:pt x="74848" y="141894"/>
                  </a:cubicBezTo>
                  <a:cubicBezTo>
                    <a:pt x="74713" y="142331"/>
                    <a:pt x="73030" y="144652"/>
                    <a:pt x="73030" y="145224"/>
                  </a:cubicBezTo>
                  <a:cubicBezTo>
                    <a:pt x="73030" y="145796"/>
                    <a:pt x="73030" y="147848"/>
                    <a:pt x="73030" y="147848"/>
                  </a:cubicBezTo>
                  <a:lnTo>
                    <a:pt x="73030" y="153062"/>
                  </a:lnTo>
                  <a:cubicBezTo>
                    <a:pt x="73030" y="153062"/>
                    <a:pt x="76665" y="160598"/>
                    <a:pt x="76800" y="161169"/>
                  </a:cubicBezTo>
                  <a:cubicBezTo>
                    <a:pt x="76934" y="161741"/>
                    <a:pt x="83329" y="175365"/>
                    <a:pt x="83329" y="175365"/>
                  </a:cubicBezTo>
                  <a:lnTo>
                    <a:pt x="85516" y="179268"/>
                  </a:lnTo>
                  <a:lnTo>
                    <a:pt x="86526" y="183472"/>
                  </a:lnTo>
                  <a:lnTo>
                    <a:pt x="87536" y="188687"/>
                  </a:lnTo>
                  <a:lnTo>
                    <a:pt x="88983" y="192892"/>
                  </a:lnTo>
                  <a:lnTo>
                    <a:pt x="89689" y="194641"/>
                  </a:lnTo>
                  <a:cubicBezTo>
                    <a:pt x="89689" y="194641"/>
                    <a:pt x="91271" y="197534"/>
                    <a:pt x="91877" y="198106"/>
                  </a:cubicBezTo>
                  <a:cubicBezTo>
                    <a:pt x="92449" y="198678"/>
                    <a:pt x="97968" y="204632"/>
                    <a:pt x="97968" y="204632"/>
                  </a:cubicBezTo>
                  <a:lnTo>
                    <a:pt x="99483" y="206818"/>
                  </a:lnTo>
                  <a:lnTo>
                    <a:pt x="100863" y="209577"/>
                  </a:lnTo>
                  <a:lnTo>
                    <a:pt x="100863" y="212201"/>
                  </a:lnTo>
                  <a:cubicBezTo>
                    <a:pt x="100863" y="212201"/>
                    <a:pt x="99719" y="215396"/>
                    <a:pt x="98978" y="216540"/>
                  </a:cubicBezTo>
                  <a:cubicBezTo>
                    <a:pt x="98238" y="217684"/>
                    <a:pt x="97666" y="220880"/>
                    <a:pt x="97228" y="221317"/>
                  </a:cubicBezTo>
                  <a:cubicBezTo>
                    <a:pt x="96791" y="221754"/>
                    <a:pt x="95916" y="223638"/>
                    <a:pt x="95916" y="223638"/>
                  </a:cubicBezTo>
                  <a:cubicBezTo>
                    <a:pt x="95916" y="223638"/>
                    <a:pt x="95343" y="226094"/>
                    <a:pt x="95343" y="226666"/>
                  </a:cubicBezTo>
                  <a:cubicBezTo>
                    <a:pt x="95343" y="227238"/>
                    <a:pt x="96353" y="232014"/>
                    <a:pt x="96925" y="233192"/>
                  </a:cubicBezTo>
                  <a:cubicBezTo>
                    <a:pt x="97497" y="234336"/>
                    <a:pt x="98372" y="239718"/>
                    <a:pt x="98372" y="240424"/>
                  </a:cubicBezTo>
                  <a:cubicBezTo>
                    <a:pt x="98372" y="241164"/>
                    <a:pt x="98675" y="243620"/>
                    <a:pt x="97632" y="244629"/>
                  </a:cubicBezTo>
                  <a:cubicBezTo>
                    <a:pt x="96622" y="245638"/>
                    <a:pt x="95613" y="246076"/>
                    <a:pt x="95613" y="246076"/>
                  </a:cubicBezTo>
                  <a:lnTo>
                    <a:pt x="95613" y="246950"/>
                  </a:lnTo>
                  <a:lnTo>
                    <a:pt x="95613" y="250415"/>
                  </a:lnTo>
                  <a:cubicBezTo>
                    <a:pt x="95613" y="250415"/>
                    <a:pt x="95310" y="252871"/>
                    <a:pt x="94872" y="253308"/>
                  </a:cubicBezTo>
                  <a:cubicBezTo>
                    <a:pt x="94435" y="253746"/>
                    <a:pt x="93863" y="257648"/>
                    <a:pt x="93863" y="257648"/>
                  </a:cubicBezTo>
                  <a:lnTo>
                    <a:pt x="94166" y="260541"/>
                  </a:lnTo>
                  <a:cubicBezTo>
                    <a:pt x="94166" y="260541"/>
                    <a:pt x="94603" y="262425"/>
                    <a:pt x="94166" y="262727"/>
                  </a:cubicBezTo>
                  <a:cubicBezTo>
                    <a:pt x="93728" y="263030"/>
                    <a:pt x="93425" y="265351"/>
                    <a:pt x="93425" y="265351"/>
                  </a:cubicBezTo>
                  <a:lnTo>
                    <a:pt x="93291" y="267370"/>
                  </a:lnTo>
                  <a:cubicBezTo>
                    <a:pt x="93291" y="267370"/>
                    <a:pt x="93156" y="269556"/>
                    <a:pt x="91978" y="270566"/>
                  </a:cubicBezTo>
                  <a:cubicBezTo>
                    <a:pt x="90834" y="271575"/>
                    <a:pt x="90093" y="273593"/>
                    <a:pt x="89521" y="274198"/>
                  </a:cubicBezTo>
                  <a:cubicBezTo>
                    <a:pt x="88949" y="274771"/>
                    <a:pt x="87334" y="276217"/>
                    <a:pt x="87334" y="276217"/>
                  </a:cubicBezTo>
                  <a:cubicBezTo>
                    <a:pt x="87334" y="276217"/>
                    <a:pt x="85887" y="277226"/>
                    <a:pt x="84305" y="278841"/>
                  </a:cubicBezTo>
                  <a:cubicBezTo>
                    <a:pt x="82723" y="280422"/>
                    <a:pt x="80670" y="281734"/>
                    <a:pt x="80670" y="281734"/>
                  </a:cubicBezTo>
                  <a:lnTo>
                    <a:pt x="78079" y="283483"/>
                  </a:lnTo>
                  <a:lnTo>
                    <a:pt x="75117" y="284190"/>
                  </a:lnTo>
                  <a:lnTo>
                    <a:pt x="73030" y="287654"/>
                  </a:lnTo>
                  <a:lnTo>
                    <a:pt x="73030" y="288664"/>
                  </a:lnTo>
                  <a:lnTo>
                    <a:pt x="72155" y="289975"/>
                  </a:lnTo>
                  <a:lnTo>
                    <a:pt x="70641" y="290682"/>
                  </a:lnTo>
                  <a:cubicBezTo>
                    <a:pt x="70641" y="290682"/>
                    <a:pt x="69160" y="292801"/>
                    <a:pt x="69127" y="293003"/>
                  </a:cubicBezTo>
                  <a:cubicBezTo>
                    <a:pt x="69059" y="293239"/>
                    <a:pt x="66737" y="293810"/>
                    <a:pt x="66535" y="293945"/>
                  </a:cubicBezTo>
                  <a:cubicBezTo>
                    <a:pt x="66300" y="294046"/>
                    <a:pt x="65828" y="294113"/>
                    <a:pt x="64482" y="294382"/>
                  </a:cubicBezTo>
                  <a:cubicBezTo>
                    <a:pt x="63136" y="294651"/>
                    <a:pt x="60948" y="294147"/>
                    <a:pt x="60343" y="294382"/>
                  </a:cubicBezTo>
                  <a:cubicBezTo>
                    <a:pt x="59737" y="294584"/>
                    <a:pt x="58727" y="294113"/>
                    <a:pt x="58727" y="294113"/>
                  </a:cubicBezTo>
                  <a:cubicBezTo>
                    <a:pt x="58727" y="294113"/>
                    <a:pt x="55900" y="293508"/>
                    <a:pt x="55732" y="293676"/>
                  </a:cubicBezTo>
                  <a:cubicBezTo>
                    <a:pt x="55564" y="293844"/>
                    <a:pt x="52568" y="292431"/>
                    <a:pt x="51592" y="291826"/>
                  </a:cubicBezTo>
                  <a:cubicBezTo>
                    <a:pt x="50616" y="291220"/>
                    <a:pt x="46746" y="288933"/>
                    <a:pt x="46713" y="288731"/>
                  </a:cubicBezTo>
                  <a:cubicBezTo>
                    <a:pt x="46645" y="288529"/>
                    <a:pt x="47049" y="288630"/>
                    <a:pt x="46006" y="286813"/>
                  </a:cubicBezTo>
                  <a:cubicBezTo>
                    <a:pt x="44963" y="285031"/>
                    <a:pt x="43414" y="282508"/>
                    <a:pt x="43246" y="281667"/>
                  </a:cubicBezTo>
                  <a:cubicBezTo>
                    <a:pt x="43078" y="280792"/>
                    <a:pt x="42203" y="278033"/>
                    <a:pt x="42203" y="277226"/>
                  </a:cubicBezTo>
                  <a:cubicBezTo>
                    <a:pt x="42203" y="276419"/>
                    <a:pt x="42136" y="275208"/>
                    <a:pt x="42203" y="274468"/>
                  </a:cubicBezTo>
                  <a:cubicBezTo>
                    <a:pt x="42270" y="273694"/>
                    <a:pt x="42136" y="273156"/>
                    <a:pt x="42809" y="272416"/>
                  </a:cubicBezTo>
                  <a:cubicBezTo>
                    <a:pt x="43448" y="271676"/>
                    <a:pt x="44054" y="271339"/>
                    <a:pt x="44761" y="270397"/>
                  </a:cubicBezTo>
                  <a:cubicBezTo>
                    <a:pt x="45467" y="269489"/>
                    <a:pt x="45804" y="269321"/>
                    <a:pt x="45804" y="268715"/>
                  </a:cubicBezTo>
                  <a:cubicBezTo>
                    <a:pt x="45804" y="268110"/>
                    <a:pt x="44054" y="266327"/>
                    <a:pt x="44054" y="264544"/>
                  </a:cubicBezTo>
                  <a:cubicBezTo>
                    <a:pt x="44054" y="262761"/>
                    <a:pt x="44390" y="259397"/>
                    <a:pt x="44390" y="259061"/>
                  </a:cubicBezTo>
                  <a:cubicBezTo>
                    <a:pt x="44390" y="258724"/>
                    <a:pt x="43448" y="256134"/>
                    <a:pt x="43448" y="256134"/>
                  </a:cubicBezTo>
                  <a:lnTo>
                    <a:pt x="43515" y="253510"/>
                  </a:lnTo>
                  <a:cubicBezTo>
                    <a:pt x="43515" y="253510"/>
                    <a:pt x="41934" y="250987"/>
                    <a:pt x="41698" y="250819"/>
                  </a:cubicBezTo>
                  <a:cubicBezTo>
                    <a:pt x="41496" y="250684"/>
                    <a:pt x="39679" y="248363"/>
                    <a:pt x="39376" y="248296"/>
                  </a:cubicBezTo>
                  <a:cubicBezTo>
                    <a:pt x="39073" y="248229"/>
                    <a:pt x="37289" y="249372"/>
                    <a:pt x="37054" y="249440"/>
                  </a:cubicBezTo>
                  <a:cubicBezTo>
                    <a:pt x="36818" y="249507"/>
                    <a:pt x="34664" y="251458"/>
                    <a:pt x="34361" y="251626"/>
                  </a:cubicBezTo>
                  <a:cubicBezTo>
                    <a:pt x="34058" y="251761"/>
                    <a:pt x="33419" y="252131"/>
                    <a:pt x="32914" y="252636"/>
                  </a:cubicBezTo>
                  <a:cubicBezTo>
                    <a:pt x="32409" y="253140"/>
                    <a:pt x="31905" y="253577"/>
                    <a:pt x="30727" y="253880"/>
                  </a:cubicBezTo>
                  <a:cubicBezTo>
                    <a:pt x="29582" y="254183"/>
                    <a:pt x="26890" y="252736"/>
                    <a:pt x="26890" y="252736"/>
                  </a:cubicBezTo>
                  <a:cubicBezTo>
                    <a:pt x="26890" y="252736"/>
                    <a:pt x="24635" y="253241"/>
                    <a:pt x="24366" y="253308"/>
                  </a:cubicBezTo>
                  <a:cubicBezTo>
                    <a:pt x="24063" y="253376"/>
                    <a:pt x="19351" y="253813"/>
                    <a:pt x="19351" y="253813"/>
                  </a:cubicBezTo>
                  <a:lnTo>
                    <a:pt x="16020" y="254957"/>
                  </a:lnTo>
                  <a:cubicBezTo>
                    <a:pt x="16020" y="254957"/>
                    <a:pt x="14135" y="258926"/>
                    <a:pt x="13697" y="259431"/>
                  </a:cubicBezTo>
                  <a:cubicBezTo>
                    <a:pt x="13260" y="259935"/>
                    <a:pt x="10938" y="261819"/>
                    <a:pt x="10870" y="262391"/>
                  </a:cubicBezTo>
                  <a:cubicBezTo>
                    <a:pt x="10803" y="262963"/>
                    <a:pt x="9524" y="266596"/>
                    <a:pt x="9524" y="266596"/>
                  </a:cubicBezTo>
                  <a:lnTo>
                    <a:pt x="8683" y="272685"/>
                  </a:lnTo>
                  <a:lnTo>
                    <a:pt x="8683" y="276520"/>
                  </a:lnTo>
                  <a:lnTo>
                    <a:pt x="6933" y="283315"/>
                  </a:lnTo>
                  <a:lnTo>
                    <a:pt x="6933" y="288664"/>
                  </a:lnTo>
                  <a:cubicBezTo>
                    <a:pt x="6933" y="288664"/>
                    <a:pt x="4476" y="291691"/>
                    <a:pt x="3904" y="292869"/>
                  </a:cubicBezTo>
                  <a:cubicBezTo>
                    <a:pt x="3332" y="294012"/>
                    <a:pt x="1716" y="298957"/>
                    <a:pt x="1716" y="298957"/>
                  </a:cubicBezTo>
                  <a:lnTo>
                    <a:pt x="2457" y="303028"/>
                  </a:lnTo>
                  <a:cubicBezTo>
                    <a:pt x="2457" y="303028"/>
                    <a:pt x="4207" y="308545"/>
                    <a:pt x="4779" y="309116"/>
                  </a:cubicBezTo>
                  <a:cubicBezTo>
                    <a:pt x="5351" y="309688"/>
                    <a:pt x="6361" y="314331"/>
                    <a:pt x="6361" y="314331"/>
                  </a:cubicBezTo>
                  <a:lnTo>
                    <a:pt x="8380" y="320554"/>
                  </a:lnTo>
                  <a:lnTo>
                    <a:pt x="12284" y="325196"/>
                  </a:lnTo>
                  <a:cubicBezTo>
                    <a:pt x="12284" y="325196"/>
                    <a:pt x="14471" y="327383"/>
                    <a:pt x="15481" y="327955"/>
                  </a:cubicBezTo>
                  <a:cubicBezTo>
                    <a:pt x="16491" y="328527"/>
                    <a:pt x="17366" y="328998"/>
                    <a:pt x="17366" y="328998"/>
                  </a:cubicBezTo>
                  <a:lnTo>
                    <a:pt x="19553" y="330747"/>
                  </a:lnTo>
                  <a:lnTo>
                    <a:pt x="21169" y="333371"/>
                  </a:lnTo>
                  <a:lnTo>
                    <a:pt x="21068" y="335860"/>
                  </a:lnTo>
                  <a:lnTo>
                    <a:pt x="20092" y="336835"/>
                  </a:lnTo>
                  <a:lnTo>
                    <a:pt x="15952" y="342252"/>
                  </a:lnTo>
                  <a:cubicBezTo>
                    <a:pt x="15952" y="342252"/>
                    <a:pt x="14202" y="342891"/>
                    <a:pt x="14101" y="343227"/>
                  </a:cubicBezTo>
                  <a:cubicBezTo>
                    <a:pt x="14000" y="343563"/>
                    <a:pt x="12688" y="345178"/>
                    <a:pt x="12688" y="345178"/>
                  </a:cubicBezTo>
                  <a:cubicBezTo>
                    <a:pt x="12688" y="345178"/>
                    <a:pt x="12250" y="347466"/>
                    <a:pt x="12048" y="347903"/>
                  </a:cubicBezTo>
                  <a:cubicBezTo>
                    <a:pt x="11846" y="348340"/>
                    <a:pt x="10971" y="350191"/>
                    <a:pt x="10971" y="350191"/>
                  </a:cubicBezTo>
                  <a:cubicBezTo>
                    <a:pt x="10971" y="350191"/>
                    <a:pt x="9659" y="351603"/>
                    <a:pt x="9659" y="352142"/>
                  </a:cubicBezTo>
                  <a:cubicBezTo>
                    <a:pt x="9659" y="352680"/>
                    <a:pt x="9322" y="354194"/>
                    <a:pt x="9322" y="354194"/>
                  </a:cubicBezTo>
                  <a:cubicBezTo>
                    <a:pt x="9322" y="354194"/>
                    <a:pt x="9120" y="356582"/>
                    <a:pt x="9120" y="356918"/>
                  </a:cubicBezTo>
                  <a:cubicBezTo>
                    <a:pt x="9120" y="357255"/>
                    <a:pt x="9894" y="359946"/>
                    <a:pt x="10197" y="360081"/>
                  </a:cubicBezTo>
                  <a:cubicBezTo>
                    <a:pt x="10534" y="360181"/>
                    <a:pt x="11611" y="363007"/>
                    <a:pt x="11611" y="363007"/>
                  </a:cubicBezTo>
                  <a:lnTo>
                    <a:pt x="12923" y="365631"/>
                  </a:lnTo>
                  <a:lnTo>
                    <a:pt x="12048" y="372157"/>
                  </a:lnTo>
                  <a:lnTo>
                    <a:pt x="11409" y="374983"/>
                  </a:lnTo>
                  <a:lnTo>
                    <a:pt x="10769" y="376497"/>
                  </a:lnTo>
                  <a:lnTo>
                    <a:pt x="7168" y="380836"/>
                  </a:lnTo>
                  <a:lnTo>
                    <a:pt x="6529" y="384436"/>
                  </a:lnTo>
                  <a:cubicBezTo>
                    <a:pt x="6529" y="384436"/>
                    <a:pt x="5116" y="387800"/>
                    <a:pt x="4880" y="388338"/>
                  </a:cubicBezTo>
                  <a:cubicBezTo>
                    <a:pt x="4678" y="388876"/>
                    <a:pt x="3365" y="390625"/>
                    <a:pt x="3130" y="391063"/>
                  </a:cubicBezTo>
                  <a:cubicBezTo>
                    <a:pt x="2928" y="391500"/>
                    <a:pt x="2356" y="392240"/>
                    <a:pt x="1615" y="393451"/>
                  </a:cubicBezTo>
                  <a:cubicBezTo>
                    <a:pt x="841" y="394662"/>
                    <a:pt x="0" y="396916"/>
                    <a:pt x="0" y="399002"/>
                  </a:cubicBezTo>
                  <a:cubicBezTo>
                    <a:pt x="0" y="401054"/>
                    <a:pt x="0" y="403442"/>
                    <a:pt x="0" y="403442"/>
                  </a:cubicBezTo>
                  <a:cubicBezTo>
                    <a:pt x="0" y="403442"/>
                    <a:pt x="2389" y="406705"/>
                    <a:pt x="3904" y="408017"/>
                  </a:cubicBezTo>
                  <a:cubicBezTo>
                    <a:pt x="5418" y="409329"/>
                    <a:pt x="8481" y="412592"/>
                    <a:pt x="9558" y="413567"/>
                  </a:cubicBezTo>
                  <a:cubicBezTo>
                    <a:pt x="10635" y="414543"/>
                    <a:pt x="11846" y="415956"/>
                    <a:pt x="11846" y="415956"/>
                  </a:cubicBezTo>
                  <a:cubicBezTo>
                    <a:pt x="11846" y="415956"/>
                    <a:pt x="12923" y="417571"/>
                    <a:pt x="13058" y="418681"/>
                  </a:cubicBezTo>
                  <a:cubicBezTo>
                    <a:pt x="13159" y="419757"/>
                    <a:pt x="13058" y="423996"/>
                    <a:pt x="13058" y="424433"/>
                  </a:cubicBezTo>
                  <a:cubicBezTo>
                    <a:pt x="13058" y="424871"/>
                    <a:pt x="12082" y="429311"/>
                    <a:pt x="12082" y="429311"/>
                  </a:cubicBezTo>
                  <a:lnTo>
                    <a:pt x="12520" y="433886"/>
                  </a:lnTo>
                  <a:cubicBezTo>
                    <a:pt x="12520" y="433886"/>
                    <a:pt x="12856" y="436476"/>
                    <a:pt x="12856" y="436913"/>
                  </a:cubicBezTo>
                  <a:cubicBezTo>
                    <a:pt x="12856" y="437351"/>
                    <a:pt x="13630" y="440378"/>
                    <a:pt x="13731" y="440715"/>
                  </a:cubicBezTo>
                  <a:cubicBezTo>
                    <a:pt x="13832" y="441051"/>
                    <a:pt x="15919" y="443103"/>
                    <a:pt x="16121" y="443978"/>
                  </a:cubicBezTo>
                  <a:cubicBezTo>
                    <a:pt x="16322" y="444852"/>
                    <a:pt x="18173" y="446602"/>
                    <a:pt x="20024" y="448015"/>
                  </a:cubicBezTo>
                  <a:cubicBezTo>
                    <a:pt x="21875" y="449427"/>
                    <a:pt x="24029" y="450403"/>
                    <a:pt x="24164" y="450739"/>
                  </a:cubicBezTo>
                  <a:cubicBezTo>
                    <a:pt x="24265" y="451076"/>
                    <a:pt x="26015" y="452354"/>
                    <a:pt x="26015" y="452354"/>
                  </a:cubicBezTo>
                  <a:lnTo>
                    <a:pt x="28404" y="453431"/>
                  </a:lnTo>
                  <a:lnTo>
                    <a:pt x="31669" y="455920"/>
                  </a:lnTo>
                  <a:cubicBezTo>
                    <a:pt x="31669" y="455920"/>
                    <a:pt x="33082" y="456895"/>
                    <a:pt x="33857" y="457232"/>
                  </a:cubicBezTo>
                  <a:cubicBezTo>
                    <a:pt x="34631" y="457568"/>
                    <a:pt x="36145" y="457972"/>
                    <a:pt x="37020" y="457232"/>
                  </a:cubicBezTo>
                  <a:cubicBezTo>
                    <a:pt x="37895" y="456458"/>
                    <a:pt x="38535" y="455045"/>
                    <a:pt x="38669" y="454608"/>
                  </a:cubicBezTo>
                  <a:cubicBezTo>
                    <a:pt x="38770" y="454171"/>
                    <a:pt x="39309" y="452993"/>
                    <a:pt x="39746" y="452859"/>
                  </a:cubicBezTo>
                  <a:cubicBezTo>
                    <a:pt x="40184" y="452758"/>
                    <a:pt x="40722" y="452320"/>
                    <a:pt x="40722" y="452320"/>
                  </a:cubicBezTo>
                  <a:cubicBezTo>
                    <a:pt x="40722" y="452320"/>
                    <a:pt x="44761" y="453195"/>
                    <a:pt x="45164" y="453397"/>
                  </a:cubicBezTo>
                  <a:cubicBezTo>
                    <a:pt x="45602" y="453599"/>
                    <a:pt x="47217" y="454911"/>
                    <a:pt x="48092" y="455684"/>
                  </a:cubicBezTo>
                  <a:cubicBezTo>
                    <a:pt x="48967" y="456458"/>
                    <a:pt x="49741" y="457534"/>
                    <a:pt x="51357" y="458948"/>
                  </a:cubicBezTo>
                  <a:cubicBezTo>
                    <a:pt x="52972" y="460360"/>
                    <a:pt x="55496" y="461773"/>
                    <a:pt x="55496" y="461773"/>
                  </a:cubicBezTo>
                  <a:lnTo>
                    <a:pt x="56809" y="462547"/>
                  </a:lnTo>
                  <a:cubicBezTo>
                    <a:pt x="56809" y="462547"/>
                    <a:pt x="60847" y="465474"/>
                    <a:pt x="61689" y="466012"/>
                  </a:cubicBezTo>
                  <a:cubicBezTo>
                    <a:pt x="62564" y="466550"/>
                    <a:pt x="61150" y="466113"/>
                    <a:pt x="63876" y="466651"/>
                  </a:cubicBezTo>
                  <a:cubicBezTo>
                    <a:pt x="66602" y="467189"/>
                    <a:pt x="69867" y="468602"/>
                    <a:pt x="69867" y="468602"/>
                  </a:cubicBezTo>
                  <a:cubicBezTo>
                    <a:pt x="69867" y="468602"/>
                    <a:pt x="73030" y="470015"/>
                    <a:pt x="73905" y="470553"/>
                  </a:cubicBezTo>
                  <a:cubicBezTo>
                    <a:pt x="74780" y="471091"/>
                    <a:pt x="77506" y="473581"/>
                    <a:pt x="77506" y="473581"/>
                  </a:cubicBezTo>
                  <a:lnTo>
                    <a:pt x="79257" y="476171"/>
                  </a:lnTo>
                  <a:lnTo>
                    <a:pt x="80031" y="479198"/>
                  </a:lnTo>
                  <a:lnTo>
                    <a:pt x="81781" y="482462"/>
                  </a:lnTo>
                  <a:cubicBezTo>
                    <a:pt x="81781" y="482462"/>
                    <a:pt x="82656" y="484648"/>
                    <a:pt x="82757" y="485085"/>
                  </a:cubicBezTo>
                  <a:cubicBezTo>
                    <a:pt x="82858" y="485523"/>
                    <a:pt x="84372" y="489761"/>
                    <a:pt x="84372" y="489761"/>
                  </a:cubicBezTo>
                  <a:lnTo>
                    <a:pt x="85987" y="493798"/>
                  </a:lnTo>
                  <a:lnTo>
                    <a:pt x="87939" y="495985"/>
                  </a:lnTo>
                  <a:lnTo>
                    <a:pt x="89891" y="499012"/>
                  </a:lnTo>
                  <a:lnTo>
                    <a:pt x="92180" y="503352"/>
                  </a:lnTo>
                  <a:cubicBezTo>
                    <a:pt x="92180" y="503352"/>
                    <a:pt x="92281" y="503991"/>
                    <a:pt x="93055" y="505303"/>
                  </a:cubicBezTo>
                  <a:cubicBezTo>
                    <a:pt x="93829" y="506615"/>
                    <a:pt x="96858" y="512266"/>
                    <a:pt x="97194" y="513242"/>
                  </a:cubicBezTo>
                  <a:cubicBezTo>
                    <a:pt x="97531" y="514217"/>
                    <a:pt x="97834" y="515630"/>
                    <a:pt x="98507" y="516606"/>
                  </a:cubicBezTo>
                  <a:cubicBezTo>
                    <a:pt x="99146" y="517581"/>
                    <a:pt x="101334" y="518792"/>
                    <a:pt x="101570" y="519230"/>
                  </a:cubicBezTo>
                  <a:cubicBezTo>
                    <a:pt x="101771" y="519667"/>
                    <a:pt x="102445" y="521282"/>
                    <a:pt x="102747" y="521719"/>
                  </a:cubicBezTo>
                  <a:cubicBezTo>
                    <a:pt x="103084" y="522156"/>
                    <a:pt x="108839" y="526933"/>
                    <a:pt x="108839" y="526933"/>
                  </a:cubicBezTo>
                  <a:lnTo>
                    <a:pt x="113079" y="531710"/>
                  </a:lnTo>
                  <a:lnTo>
                    <a:pt x="117858" y="535309"/>
                  </a:lnTo>
                  <a:lnTo>
                    <a:pt x="121998" y="539010"/>
                  </a:lnTo>
                  <a:lnTo>
                    <a:pt x="129402" y="544123"/>
                  </a:lnTo>
                  <a:lnTo>
                    <a:pt x="134181" y="547487"/>
                  </a:lnTo>
                  <a:lnTo>
                    <a:pt x="137445" y="551187"/>
                  </a:lnTo>
                  <a:lnTo>
                    <a:pt x="144412" y="557377"/>
                  </a:lnTo>
                  <a:lnTo>
                    <a:pt x="147878" y="560741"/>
                  </a:lnTo>
                  <a:lnTo>
                    <a:pt x="151244" y="565753"/>
                  </a:lnTo>
                  <a:lnTo>
                    <a:pt x="153431" y="570766"/>
                  </a:lnTo>
                  <a:lnTo>
                    <a:pt x="158008" y="574802"/>
                  </a:lnTo>
                  <a:lnTo>
                    <a:pt x="159085" y="575442"/>
                  </a:lnTo>
                  <a:lnTo>
                    <a:pt x="161138" y="578772"/>
                  </a:lnTo>
                  <a:lnTo>
                    <a:pt x="163090" y="579916"/>
                  </a:lnTo>
                  <a:lnTo>
                    <a:pt x="166220" y="579916"/>
                  </a:lnTo>
                  <a:lnTo>
                    <a:pt x="167095" y="580992"/>
                  </a:lnTo>
                  <a:lnTo>
                    <a:pt x="170124" y="584591"/>
                  </a:lnTo>
                  <a:lnTo>
                    <a:pt x="170360" y="586879"/>
                  </a:lnTo>
                  <a:lnTo>
                    <a:pt x="170561" y="589166"/>
                  </a:lnTo>
                  <a:cubicBezTo>
                    <a:pt x="170561" y="589166"/>
                    <a:pt x="170797" y="590478"/>
                    <a:pt x="170662" y="590916"/>
                  </a:cubicBezTo>
                  <a:cubicBezTo>
                    <a:pt x="170561" y="591353"/>
                    <a:pt x="170561" y="593842"/>
                    <a:pt x="170561" y="593842"/>
                  </a:cubicBezTo>
                  <a:lnTo>
                    <a:pt x="170561" y="596466"/>
                  </a:lnTo>
                  <a:cubicBezTo>
                    <a:pt x="170561" y="596466"/>
                    <a:pt x="170662" y="599494"/>
                    <a:pt x="170797" y="600267"/>
                  </a:cubicBezTo>
                  <a:cubicBezTo>
                    <a:pt x="170898" y="601008"/>
                    <a:pt x="171571" y="601680"/>
                    <a:pt x="171874" y="602757"/>
                  </a:cubicBezTo>
                  <a:cubicBezTo>
                    <a:pt x="172211" y="603833"/>
                    <a:pt x="172749" y="604170"/>
                    <a:pt x="172951" y="604809"/>
                  </a:cubicBezTo>
                  <a:cubicBezTo>
                    <a:pt x="173153" y="605448"/>
                    <a:pt x="174028" y="606995"/>
                    <a:pt x="174129" y="607635"/>
                  </a:cubicBezTo>
                  <a:cubicBezTo>
                    <a:pt x="174230" y="608274"/>
                    <a:pt x="174903" y="609586"/>
                    <a:pt x="175206" y="610225"/>
                  </a:cubicBezTo>
                  <a:cubicBezTo>
                    <a:pt x="175542" y="610864"/>
                    <a:pt x="176182" y="612512"/>
                    <a:pt x="176182" y="612512"/>
                  </a:cubicBezTo>
                  <a:cubicBezTo>
                    <a:pt x="176182" y="612512"/>
                    <a:pt x="176821" y="613690"/>
                    <a:pt x="177393" y="614026"/>
                  </a:cubicBezTo>
                  <a:cubicBezTo>
                    <a:pt x="177932" y="614362"/>
                    <a:pt x="177595" y="614564"/>
                    <a:pt x="178470" y="614564"/>
                  </a:cubicBezTo>
                  <a:cubicBezTo>
                    <a:pt x="179345" y="614564"/>
                    <a:pt x="180321" y="614228"/>
                    <a:pt x="180961" y="614564"/>
                  </a:cubicBezTo>
                  <a:cubicBezTo>
                    <a:pt x="181600" y="614901"/>
                    <a:pt x="183014" y="615203"/>
                    <a:pt x="183014" y="615203"/>
                  </a:cubicBezTo>
                  <a:cubicBezTo>
                    <a:pt x="183014" y="615203"/>
                    <a:pt x="184865" y="615405"/>
                    <a:pt x="185504" y="615203"/>
                  </a:cubicBezTo>
                  <a:cubicBezTo>
                    <a:pt x="186144" y="615002"/>
                    <a:pt x="187557" y="614665"/>
                    <a:pt x="187557" y="614665"/>
                  </a:cubicBezTo>
                  <a:cubicBezTo>
                    <a:pt x="187557" y="614665"/>
                    <a:pt x="187456" y="615540"/>
                    <a:pt x="188331" y="614463"/>
                  </a:cubicBezTo>
                  <a:cubicBezTo>
                    <a:pt x="189206" y="613387"/>
                    <a:pt x="188970" y="614262"/>
                    <a:pt x="189206" y="613387"/>
                  </a:cubicBezTo>
                  <a:cubicBezTo>
                    <a:pt x="189408" y="612512"/>
                    <a:pt x="189644" y="610898"/>
                    <a:pt x="189644" y="610898"/>
                  </a:cubicBezTo>
                  <a:cubicBezTo>
                    <a:pt x="189644" y="610898"/>
                    <a:pt x="189845" y="610124"/>
                    <a:pt x="189980" y="609821"/>
                  </a:cubicBezTo>
                  <a:cubicBezTo>
                    <a:pt x="190081" y="609485"/>
                    <a:pt x="190182" y="608610"/>
                    <a:pt x="190182" y="607870"/>
                  </a:cubicBezTo>
                  <a:cubicBezTo>
                    <a:pt x="190182" y="607096"/>
                    <a:pt x="190283" y="605818"/>
                    <a:pt x="190283" y="605818"/>
                  </a:cubicBezTo>
                  <a:cubicBezTo>
                    <a:pt x="190283" y="605818"/>
                    <a:pt x="191057" y="604843"/>
                    <a:pt x="191360" y="604742"/>
                  </a:cubicBezTo>
                  <a:cubicBezTo>
                    <a:pt x="191696" y="604641"/>
                    <a:pt x="191360" y="603430"/>
                    <a:pt x="191898" y="602891"/>
                  </a:cubicBezTo>
                  <a:cubicBezTo>
                    <a:pt x="192437" y="602353"/>
                    <a:pt x="193850" y="601277"/>
                    <a:pt x="193850" y="601277"/>
                  </a:cubicBezTo>
                  <a:lnTo>
                    <a:pt x="196576" y="599864"/>
                  </a:lnTo>
                  <a:lnTo>
                    <a:pt x="199168" y="598989"/>
                  </a:lnTo>
                  <a:lnTo>
                    <a:pt x="201793" y="597476"/>
                  </a:lnTo>
                  <a:lnTo>
                    <a:pt x="203644" y="596164"/>
                  </a:lnTo>
                  <a:cubicBezTo>
                    <a:pt x="203644" y="596164"/>
                    <a:pt x="204182" y="596164"/>
                    <a:pt x="205057" y="595625"/>
                  </a:cubicBezTo>
                  <a:cubicBezTo>
                    <a:pt x="205932" y="595087"/>
                    <a:pt x="206269" y="593775"/>
                    <a:pt x="206908" y="593573"/>
                  </a:cubicBezTo>
                  <a:cubicBezTo>
                    <a:pt x="207548" y="593371"/>
                    <a:pt x="208524" y="593371"/>
                    <a:pt x="208961" y="593035"/>
                  </a:cubicBezTo>
                  <a:cubicBezTo>
                    <a:pt x="209399" y="592699"/>
                    <a:pt x="209937" y="592497"/>
                    <a:pt x="210577" y="592396"/>
                  </a:cubicBezTo>
                  <a:cubicBezTo>
                    <a:pt x="211216" y="592295"/>
                    <a:pt x="212091" y="592194"/>
                    <a:pt x="212091" y="591757"/>
                  </a:cubicBezTo>
                  <a:cubicBezTo>
                    <a:pt x="212091" y="591319"/>
                    <a:pt x="212293" y="589907"/>
                    <a:pt x="212293" y="589469"/>
                  </a:cubicBezTo>
                  <a:cubicBezTo>
                    <a:pt x="212293" y="589032"/>
                    <a:pt x="212192" y="588931"/>
                    <a:pt x="212192" y="587283"/>
                  </a:cubicBezTo>
                  <a:cubicBezTo>
                    <a:pt x="212192" y="585634"/>
                    <a:pt x="212293" y="584255"/>
                    <a:pt x="212293" y="584255"/>
                  </a:cubicBezTo>
                  <a:lnTo>
                    <a:pt x="212495" y="582943"/>
                  </a:lnTo>
                  <a:lnTo>
                    <a:pt x="213033" y="581732"/>
                  </a:lnTo>
                  <a:lnTo>
                    <a:pt x="213808" y="580117"/>
                  </a:lnTo>
                  <a:cubicBezTo>
                    <a:pt x="213808" y="580117"/>
                    <a:pt x="215019" y="579243"/>
                    <a:pt x="215659" y="579142"/>
                  </a:cubicBezTo>
                  <a:cubicBezTo>
                    <a:pt x="216298" y="579041"/>
                    <a:pt x="218250" y="578267"/>
                    <a:pt x="218250" y="578267"/>
                  </a:cubicBezTo>
                  <a:lnTo>
                    <a:pt x="219462" y="578065"/>
                  </a:lnTo>
                  <a:lnTo>
                    <a:pt x="220774" y="578839"/>
                  </a:lnTo>
                  <a:cubicBezTo>
                    <a:pt x="220774" y="578839"/>
                    <a:pt x="222087" y="578637"/>
                    <a:pt x="222288" y="579075"/>
                  </a:cubicBezTo>
                  <a:cubicBezTo>
                    <a:pt x="222490" y="579512"/>
                    <a:pt x="223063" y="580689"/>
                    <a:pt x="223365" y="580925"/>
                  </a:cubicBezTo>
                  <a:cubicBezTo>
                    <a:pt x="223702" y="581160"/>
                    <a:pt x="224341" y="581564"/>
                    <a:pt x="224577" y="581900"/>
                  </a:cubicBezTo>
                  <a:cubicBezTo>
                    <a:pt x="224813" y="582237"/>
                    <a:pt x="226630" y="583852"/>
                    <a:pt x="226966" y="583952"/>
                  </a:cubicBezTo>
                  <a:cubicBezTo>
                    <a:pt x="227303" y="584053"/>
                    <a:pt x="227303" y="583515"/>
                    <a:pt x="228043" y="583078"/>
                  </a:cubicBezTo>
                  <a:cubicBezTo>
                    <a:pt x="228817" y="582640"/>
                    <a:pt x="228918" y="582977"/>
                    <a:pt x="229659" y="582001"/>
                  </a:cubicBezTo>
                  <a:cubicBezTo>
                    <a:pt x="230433" y="581026"/>
                    <a:pt x="229861" y="581463"/>
                    <a:pt x="230433" y="581026"/>
                  </a:cubicBezTo>
                  <a:cubicBezTo>
                    <a:pt x="230971" y="580588"/>
                    <a:pt x="231914" y="580218"/>
                    <a:pt x="231914" y="580218"/>
                  </a:cubicBezTo>
                  <a:lnTo>
                    <a:pt x="233596" y="579781"/>
                  </a:lnTo>
                  <a:lnTo>
                    <a:pt x="236323" y="579714"/>
                  </a:lnTo>
                  <a:lnTo>
                    <a:pt x="237837" y="580353"/>
                  </a:lnTo>
                  <a:cubicBezTo>
                    <a:pt x="237837" y="580353"/>
                    <a:pt x="239049" y="582102"/>
                    <a:pt x="239183" y="582270"/>
                  </a:cubicBezTo>
                  <a:cubicBezTo>
                    <a:pt x="239351" y="582438"/>
                    <a:pt x="241573" y="584827"/>
                    <a:pt x="241573" y="584827"/>
                  </a:cubicBezTo>
                  <a:lnTo>
                    <a:pt x="243693" y="587754"/>
                  </a:lnTo>
                  <a:lnTo>
                    <a:pt x="245645" y="590075"/>
                  </a:lnTo>
                  <a:lnTo>
                    <a:pt x="250592" y="595053"/>
                  </a:lnTo>
                  <a:lnTo>
                    <a:pt x="255337" y="597711"/>
                  </a:lnTo>
                  <a:cubicBezTo>
                    <a:pt x="255337" y="597711"/>
                    <a:pt x="259208" y="600200"/>
                    <a:pt x="259409" y="600200"/>
                  </a:cubicBezTo>
                  <a:cubicBezTo>
                    <a:pt x="259611" y="600200"/>
                    <a:pt x="261698" y="600402"/>
                    <a:pt x="262405" y="600570"/>
                  </a:cubicBezTo>
                  <a:cubicBezTo>
                    <a:pt x="263112" y="600738"/>
                    <a:pt x="266309" y="600839"/>
                    <a:pt x="266915" y="600839"/>
                  </a:cubicBezTo>
                  <a:cubicBezTo>
                    <a:pt x="267520" y="600839"/>
                    <a:pt x="270448" y="600839"/>
                    <a:pt x="270448" y="600839"/>
                  </a:cubicBezTo>
                  <a:lnTo>
                    <a:pt x="271761" y="600974"/>
                  </a:lnTo>
                  <a:lnTo>
                    <a:pt x="274083" y="602151"/>
                  </a:lnTo>
                  <a:cubicBezTo>
                    <a:pt x="274083" y="602151"/>
                    <a:pt x="274958" y="602656"/>
                    <a:pt x="275160" y="603228"/>
                  </a:cubicBezTo>
                  <a:cubicBezTo>
                    <a:pt x="275362" y="603800"/>
                    <a:pt x="276102" y="606054"/>
                    <a:pt x="276102" y="606054"/>
                  </a:cubicBezTo>
                  <a:cubicBezTo>
                    <a:pt x="276102" y="606054"/>
                    <a:pt x="276237" y="607635"/>
                    <a:pt x="276237" y="608005"/>
                  </a:cubicBezTo>
                  <a:cubicBezTo>
                    <a:pt x="276237" y="608375"/>
                    <a:pt x="275867" y="609518"/>
                    <a:pt x="275867" y="609754"/>
                  </a:cubicBezTo>
                  <a:cubicBezTo>
                    <a:pt x="275867" y="609956"/>
                    <a:pt x="275294" y="612075"/>
                    <a:pt x="275294" y="612075"/>
                  </a:cubicBezTo>
                  <a:lnTo>
                    <a:pt x="274924" y="614026"/>
                  </a:lnTo>
                  <a:cubicBezTo>
                    <a:pt x="274924" y="614026"/>
                    <a:pt x="274722" y="615977"/>
                    <a:pt x="274722" y="616616"/>
                  </a:cubicBezTo>
                  <a:cubicBezTo>
                    <a:pt x="274722" y="617256"/>
                    <a:pt x="274722" y="618803"/>
                    <a:pt x="274588" y="619139"/>
                  </a:cubicBezTo>
                  <a:cubicBezTo>
                    <a:pt x="274453" y="619509"/>
                    <a:pt x="274520" y="620956"/>
                    <a:pt x="274520" y="620956"/>
                  </a:cubicBezTo>
                  <a:cubicBezTo>
                    <a:pt x="274520" y="620956"/>
                    <a:pt x="275463" y="623075"/>
                    <a:pt x="275463" y="623479"/>
                  </a:cubicBezTo>
                  <a:cubicBezTo>
                    <a:pt x="275463" y="623916"/>
                    <a:pt x="276102" y="625430"/>
                    <a:pt x="276102" y="625430"/>
                  </a:cubicBezTo>
                  <a:lnTo>
                    <a:pt x="277482" y="630274"/>
                  </a:lnTo>
                  <a:cubicBezTo>
                    <a:pt x="277482" y="630274"/>
                    <a:pt x="277785" y="632898"/>
                    <a:pt x="277785" y="633167"/>
                  </a:cubicBezTo>
                  <a:cubicBezTo>
                    <a:pt x="277785" y="633470"/>
                    <a:pt x="278290" y="635253"/>
                    <a:pt x="278357" y="635556"/>
                  </a:cubicBezTo>
                  <a:cubicBezTo>
                    <a:pt x="278424" y="635858"/>
                    <a:pt x="280174" y="637372"/>
                    <a:pt x="280174" y="637372"/>
                  </a:cubicBezTo>
                  <a:lnTo>
                    <a:pt x="281622" y="639390"/>
                  </a:lnTo>
                  <a:cubicBezTo>
                    <a:pt x="281622" y="639390"/>
                    <a:pt x="282126" y="639761"/>
                    <a:pt x="282429" y="639895"/>
                  </a:cubicBezTo>
                  <a:cubicBezTo>
                    <a:pt x="282732" y="640030"/>
                    <a:pt x="284886" y="641207"/>
                    <a:pt x="284886" y="641207"/>
                  </a:cubicBezTo>
                  <a:lnTo>
                    <a:pt x="286973" y="642519"/>
                  </a:lnTo>
                  <a:lnTo>
                    <a:pt x="290002" y="643966"/>
                  </a:lnTo>
                  <a:lnTo>
                    <a:pt x="293905" y="646421"/>
                  </a:lnTo>
                  <a:cubicBezTo>
                    <a:pt x="293905" y="646421"/>
                    <a:pt x="297607" y="648742"/>
                    <a:pt x="297877" y="649045"/>
                  </a:cubicBezTo>
                  <a:cubicBezTo>
                    <a:pt x="298180" y="649348"/>
                    <a:pt x="302285" y="652745"/>
                    <a:pt x="302285" y="652745"/>
                  </a:cubicBezTo>
                  <a:cubicBezTo>
                    <a:pt x="302285" y="652745"/>
                    <a:pt x="303295" y="654697"/>
                    <a:pt x="303531" y="655134"/>
                  </a:cubicBezTo>
                  <a:cubicBezTo>
                    <a:pt x="303733" y="655571"/>
                    <a:pt x="305718" y="659036"/>
                    <a:pt x="306290" y="660045"/>
                  </a:cubicBezTo>
                  <a:cubicBezTo>
                    <a:pt x="306862" y="661054"/>
                    <a:pt x="310127" y="665259"/>
                    <a:pt x="310497" y="665999"/>
                  </a:cubicBezTo>
                  <a:cubicBezTo>
                    <a:pt x="310867" y="666706"/>
                    <a:pt x="312685" y="669767"/>
                    <a:pt x="312685" y="669767"/>
                  </a:cubicBezTo>
                  <a:cubicBezTo>
                    <a:pt x="312685" y="669767"/>
                    <a:pt x="314435" y="673030"/>
                    <a:pt x="314435" y="673333"/>
                  </a:cubicBezTo>
                  <a:cubicBezTo>
                    <a:pt x="314435" y="673635"/>
                    <a:pt x="314805" y="677100"/>
                    <a:pt x="314805" y="677807"/>
                  </a:cubicBezTo>
                  <a:cubicBezTo>
                    <a:pt x="314805" y="678547"/>
                    <a:pt x="314805" y="681642"/>
                    <a:pt x="314805" y="681642"/>
                  </a:cubicBezTo>
                  <a:lnTo>
                    <a:pt x="317262" y="684669"/>
                  </a:lnTo>
                  <a:cubicBezTo>
                    <a:pt x="317262" y="684669"/>
                    <a:pt x="319887" y="687125"/>
                    <a:pt x="320223" y="687630"/>
                  </a:cubicBezTo>
                  <a:cubicBezTo>
                    <a:pt x="320594" y="688134"/>
                    <a:pt x="324632" y="690825"/>
                    <a:pt x="325137" y="690893"/>
                  </a:cubicBezTo>
                  <a:cubicBezTo>
                    <a:pt x="325642" y="690960"/>
                    <a:pt x="328536" y="692709"/>
                    <a:pt x="329041" y="693079"/>
                  </a:cubicBezTo>
                  <a:cubicBezTo>
                    <a:pt x="329546" y="693449"/>
                    <a:pt x="335637" y="696275"/>
                    <a:pt x="336075" y="696981"/>
                  </a:cubicBezTo>
                  <a:cubicBezTo>
                    <a:pt x="336512" y="697722"/>
                    <a:pt x="339911" y="700816"/>
                    <a:pt x="340349" y="701254"/>
                  </a:cubicBezTo>
                  <a:cubicBezTo>
                    <a:pt x="340786" y="701691"/>
                    <a:pt x="344993" y="705257"/>
                    <a:pt x="344993" y="705257"/>
                  </a:cubicBezTo>
                  <a:cubicBezTo>
                    <a:pt x="344993" y="705257"/>
                    <a:pt x="348190" y="708015"/>
                    <a:pt x="348460" y="708015"/>
                  </a:cubicBezTo>
                  <a:cubicBezTo>
                    <a:pt x="348762" y="708015"/>
                    <a:pt x="353104" y="709765"/>
                    <a:pt x="353373" y="709765"/>
                  </a:cubicBezTo>
                  <a:cubicBezTo>
                    <a:pt x="353676" y="709765"/>
                    <a:pt x="356772" y="709394"/>
                    <a:pt x="357210" y="709765"/>
                  </a:cubicBezTo>
                  <a:cubicBezTo>
                    <a:pt x="357647" y="710135"/>
                    <a:pt x="359296" y="711211"/>
                    <a:pt x="359296" y="711211"/>
                  </a:cubicBezTo>
                  <a:cubicBezTo>
                    <a:pt x="359296" y="711211"/>
                    <a:pt x="361114" y="713398"/>
                    <a:pt x="361181" y="713667"/>
                  </a:cubicBezTo>
                  <a:cubicBezTo>
                    <a:pt x="361248" y="713970"/>
                    <a:pt x="362830" y="715921"/>
                    <a:pt x="363066" y="716560"/>
                  </a:cubicBezTo>
                  <a:cubicBezTo>
                    <a:pt x="363301" y="717199"/>
                    <a:pt x="363941" y="719688"/>
                    <a:pt x="364075" y="720462"/>
                  </a:cubicBezTo>
                  <a:cubicBezTo>
                    <a:pt x="364210" y="721269"/>
                    <a:pt x="364950" y="723927"/>
                    <a:pt x="364950" y="724230"/>
                  </a:cubicBezTo>
                  <a:cubicBezTo>
                    <a:pt x="364950" y="724532"/>
                    <a:pt x="365320" y="726113"/>
                    <a:pt x="365455" y="726483"/>
                  </a:cubicBezTo>
                  <a:cubicBezTo>
                    <a:pt x="365590" y="726853"/>
                    <a:pt x="366700" y="728435"/>
                    <a:pt x="366768" y="728636"/>
                  </a:cubicBezTo>
                  <a:cubicBezTo>
                    <a:pt x="366835" y="728872"/>
                    <a:pt x="367845" y="734860"/>
                    <a:pt x="367845" y="734860"/>
                  </a:cubicBezTo>
                  <a:cubicBezTo>
                    <a:pt x="367845" y="734860"/>
                    <a:pt x="367979" y="736441"/>
                    <a:pt x="368282" y="737114"/>
                  </a:cubicBezTo>
                  <a:cubicBezTo>
                    <a:pt x="368585" y="737753"/>
                    <a:pt x="371816" y="739199"/>
                    <a:pt x="371816" y="739435"/>
                  </a:cubicBezTo>
                  <a:cubicBezTo>
                    <a:pt x="371816" y="739637"/>
                    <a:pt x="373128" y="742900"/>
                    <a:pt x="373128" y="742900"/>
                  </a:cubicBezTo>
                  <a:cubicBezTo>
                    <a:pt x="373128" y="742900"/>
                    <a:pt x="374710" y="746869"/>
                    <a:pt x="374710" y="747475"/>
                  </a:cubicBezTo>
                  <a:cubicBezTo>
                    <a:pt x="374710" y="748047"/>
                    <a:pt x="375148" y="751242"/>
                    <a:pt x="375148" y="751679"/>
                  </a:cubicBezTo>
                  <a:cubicBezTo>
                    <a:pt x="375148" y="752117"/>
                    <a:pt x="375518" y="753866"/>
                    <a:pt x="375518" y="754135"/>
                  </a:cubicBezTo>
                  <a:cubicBezTo>
                    <a:pt x="375518" y="754404"/>
                    <a:pt x="376460" y="756221"/>
                    <a:pt x="376460" y="756725"/>
                  </a:cubicBezTo>
                  <a:cubicBezTo>
                    <a:pt x="376460" y="757230"/>
                    <a:pt x="377100" y="758609"/>
                    <a:pt x="377403" y="759114"/>
                  </a:cubicBezTo>
                  <a:cubicBezTo>
                    <a:pt x="377705" y="759619"/>
                    <a:pt x="379287" y="762074"/>
                    <a:pt x="379422" y="762377"/>
                  </a:cubicBezTo>
                  <a:cubicBezTo>
                    <a:pt x="379556" y="762680"/>
                    <a:pt x="380229" y="764059"/>
                    <a:pt x="380566" y="764194"/>
                  </a:cubicBezTo>
                  <a:cubicBezTo>
                    <a:pt x="380936" y="764328"/>
                    <a:pt x="383595" y="766010"/>
                    <a:pt x="383965" y="766077"/>
                  </a:cubicBezTo>
                  <a:cubicBezTo>
                    <a:pt x="384335" y="766144"/>
                    <a:pt x="384975" y="765707"/>
                    <a:pt x="385850" y="766077"/>
                  </a:cubicBezTo>
                  <a:cubicBezTo>
                    <a:pt x="386725" y="766447"/>
                    <a:pt x="387869" y="766077"/>
                    <a:pt x="388475" y="766077"/>
                  </a:cubicBezTo>
                  <a:cubicBezTo>
                    <a:pt x="389047" y="766077"/>
                    <a:pt x="389283" y="765640"/>
                    <a:pt x="389989" y="765640"/>
                  </a:cubicBezTo>
                  <a:cubicBezTo>
                    <a:pt x="390696" y="765640"/>
                    <a:pt x="390932" y="765135"/>
                    <a:pt x="391504" y="765135"/>
                  </a:cubicBezTo>
                  <a:cubicBezTo>
                    <a:pt x="392076" y="765135"/>
                    <a:pt x="392446" y="764833"/>
                    <a:pt x="393186" y="764833"/>
                  </a:cubicBezTo>
                  <a:cubicBezTo>
                    <a:pt x="393893" y="764833"/>
                    <a:pt x="394768" y="764530"/>
                    <a:pt x="395273" y="764631"/>
                  </a:cubicBezTo>
                  <a:cubicBezTo>
                    <a:pt x="395778" y="764698"/>
                    <a:pt x="396417" y="765001"/>
                    <a:pt x="396855" y="765001"/>
                  </a:cubicBezTo>
                  <a:cubicBezTo>
                    <a:pt x="397292" y="765001"/>
                    <a:pt x="397090" y="765068"/>
                    <a:pt x="398100" y="764934"/>
                  </a:cubicBezTo>
                  <a:cubicBezTo>
                    <a:pt x="399110" y="764799"/>
                    <a:pt x="399547" y="764732"/>
                    <a:pt x="400490" y="764362"/>
                  </a:cubicBezTo>
                  <a:cubicBezTo>
                    <a:pt x="401432" y="763992"/>
                    <a:pt x="401869" y="763487"/>
                    <a:pt x="402576" y="763218"/>
                  </a:cubicBezTo>
                  <a:cubicBezTo>
                    <a:pt x="403317" y="762949"/>
                    <a:pt x="403014" y="762579"/>
                    <a:pt x="403889" y="762343"/>
                  </a:cubicBezTo>
                  <a:cubicBezTo>
                    <a:pt x="404764" y="762142"/>
                    <a:pt x="404023" y="761704"/>
                    <a:pt x="405773" y="761536"/>
                  </a:cubicBezTo>
                  <a:cubicBezTo>
                    <a:pt x="407523" y="761401"/>
                    <a:pt x="408903" y="760729"/>
                    <a:pt x="409475" y="760729"/>
                  </a:cubicBezTo>
                  <a:cubicBezTo>
                    <a:pt x="410047" y="760729"/>
                    <a:pt x="414692" y="760594"/>
                    <a:pt x="414692" y="760594"/>
                  </a:cubicBezTo>
                  <a:cubicBezTo>
                    <a:pt x="414692" y="760594"/>
                    <a:pt x="415870" y="760460"/>
                    <a:pt x="417014" y="760527"/>
                  </a:cubicBezTo>
                  <a:cubicBezTo>
                    <a:pt x="418158" y="760594"/>
                    <a:pt x="421086" y="760594"/>
                    <a:pt x="421288" y="760661"/>
                  </a:cubicBezTo>
                  <a:cubicBezTo>
                    <a:pt x="421490" y="760729"/>
                    <a:pt x="427077" y="764194"/>
                    <a:pt x="427077" y="764194"/>
                  </a:cubicBezTo>
                  <a:cubicBezTo>
                    <a:pt x="427077" y="764194"/>
                    <a:pt x="428894" y="764126"/>
                    <a:pt x="429163" y="764126"/>
                  </a:cubicBezTo>
                  <a:cubicBezTo>
                    <a:pt x="429466" y="764126"/>
                    <a:pt x="432865" y="766279"/>
                    <a:pt x="433067" y="766245"/>
                  </a:cubicBezTo>
                  <a:cubicBezTo>
                    <a:pt x="433269" y="766245"/>
                    <a:pt x="434885" y="768331"/>
                    <a:pt x="434885" y="768331"/>
                  </a:cubicBezTo>
                  <a:cubicBezTo>
                    <a:pt x="434885" y="768331"/>
                    <a:pt x="435760" y="769845"/>
                    <a:pt x="435961" y="770013"/>
                  </a:cubicBezTo>
                  <a:cubicBezTo>
                    <a:pt x="436163" y="770148"/>
                    <a:pt x="436601" y="771527"/>
                    <a:pt x="436601" y="771527"/>
                  </a:cubicBezTo>
                  <a:lnTo>
                    <a:pt x="437173" y="773041"/>
                  </a:lnTo>
                  <a:cubicBezTo>
                    <a:pt x="437173" y="773041"/>
                    <a:pt x="437308" y="773747"/>
                    <a:pt x="437308" y="774353"/>
                  </a:cubicBezTo>
                  <a:cubicBezTo>
                    <a:pt x="437308" y="774925"/>
                    <a:pt x="437510" y="776371"/>
                    <a:pt x="437812" y="776808"/>
                  </a:cubicBezTo>
                  <a:cubicBezTo>
                    <a:pt x="438115" y="777246"/>
                    <a:pt x="439394" y="780206"/>
                    <a:pt x="439394" y="780206"/>
                  </a:cubicBezTo>
                  <a:lnTo>
                    <a:pt x="440034" y="783974"/>
                  </a:lnTo>
                  <a:lnTo>
                    <a:pt x="440303" y="789188"/>
                  </a:lnTo>
                  <a:lnTo>
                    <a:pt x="439832" y="792653"/>
                  </a:lnTo>
                  <a:lnTo>
                    <a:pt x="439832" y="798069"/>
                  </a:lnTo>
                  <a:lnTo>
                    <a:pt x="440269" y="805671"/>
                  </a:lnTo>
                  <a:lnTo>
                    <a:pt x="441043" y="812096"/>
                  </a:lnTo>
                  <a:lnTo>
                    <a:pt x="441279" y="815359"/>
                  </a:lnTo>
                  <a:lnTo>
                    <a:pt x="444207" y="821011"/>
                  </a:lnTo>
                  <a:lnTo>
                    <a:pt x="445957" y="821885"/>
                  </a:lnTo>
                  <a:lnTo>
                    <a:pt x="447471" y="824375"/>
                  </a:lnTo>
                  <a:cubicBezTo>
                    <a:pt x="447471" y="824375"/>
                    <a:pt x="449524" y="828176"/>
                    <a:pt x="450096" y="828714"/>
                  </a:cubicBezTo>
                  <a:cubicBezTo>
                    <a:pt x="450635" y="829252"/>
                    <a:pt x="454101" y="830665"/>
                    <a:pt x="454539" y="830901"/>
                  </a:cubicBezTo>
                  <a:cubicBezTo>
                    <a:pt x="454976" y="831103"/>
                    <a:pt x="456390" y="832650"/>
                    <a:pt x="456592" y="833390"/>
                  </a:cubicBezTo>
                  <a:cubicBezTo>
                    <a:pt x="456794" y="834164"/>
                    <a:pt x="456794" y="836216"/>
                    <a:pt x="456794" y="836216"/>
                  </a:cubicBezTo>
                  <a:lnTo>
                    <a:pt x="457231" y="838604"/>
                  </a:lnTo>
                  <a:cubicBezTo>
                    <a:pt x="457231" y="838604"/>
                    <a:pt x="461909" y="839916"/>
                    <a:pt x="463222" y="841094"/>
                  </a:cubicBezTo>
                  <a:cubicBezTo>
                    <a:pt x="464534" y="842271"/>
                    <a:pt x="467227" y="843482"/>
                    <a:pt x="467227" y="843482"/>
                  </a:cubicBezTo>
                  <a:cubicBezTo>
                    <a:pt x="467227" y="843482"/>
                    <a:pt x="468102" y="842944"/>
                    <a:pt x="468539" y="843482"/>
                  </a:cubicBezTo>
                  <a:cubicBezTo>
                    <a:pt x="468977" y="844020"/>
                    <a:pt x="469414" y="844794"/>
                    <a:pt x="469852" y="845870"/>
                  </a:cubicBezTo>
                  <a:cubicBezTo>
                    <a:pt x="470289" y="846947"/>
                    <a:pt x="471265" y="849470"/>
                    <a:pt x="471265" y="849470"/>
                  </a:cubicBezTo>
                  <a:lnTo>
                    <a:pt x="476482" y="855323"/>
                  </a:lnTo>
                  <a:cubicBezTo>
                    <a:pt x="476482" y="855323"/>
                    <a:pt x="479645" y="859663"/>
                    <a:pt x="480285" y="860436"/>
                  </a:cubicBezTo>
                  <a:cubicBezTo>
                    <a:pt x="480924" y="861210"/>
                    <a:pt x="482472" y="863599"/>
                    <a:pt x="483448" y="864036"/>
                  </a:cubicBezTo>
                  <a:cubicBezTo>
                    <a:pt x="484424" y="864473"/>
                    <a:pt x="486275" y="865247"/>
                    <a:pt x="487891" y="865247"/>
                  </a:cubicBezTo>
                  <a:cubicBezTo>
                    <a:pt x="489506" y="865247"/>
                    <a:pt x="490617" y="864709"/>
                    <a:pt x="491256" y="865247"/>
                  </a:cubicBezTo>
                  <a:cubicBezTo>
                    <a:pt x="491895" y="865785"/>
                    <a:pt x="496371" y="867534"/>
                    <a:pt x="496371" y="867534"/>
                  </a:cubicBezTo>
                  <a:cubicBezTo>
                    <a:pt x="496371" y="867534"/>
                    <a:pt x="498424" y="867198"/>
                    <a:pt x="498996" y="866996"/>
                  </a:cubicBezTo>
                  <a:cubicBezTo>
                    <a:pt x="499535" y="866794"/>
                    <a:pt x="498996" y="866458"/>
                    <a:pt x="500073" y="866021"/>
                  </a:cubicBezTo>
                  <a:cubicBezTo>
                    <a:pt x="501150" y="865583"/>
                    <a:pt x="501386" y="865583"/>
                    <a:pt x="501824" y="865381"/>
                  </a:cubicBezTo>
                  <a:cubicBezTo>
                    <a:pt x="502261" y="865146"/>
                    <a:pt x="503237" y="864170"/>
                    <a:pt x="503237" y="864170"/>
                  </a:cubicBezTo>
                  <a:lnTo>
                    <a:pt x="504011" y="863397"/>
                  </a:lnTo>
                  <a:lnTo>
                    <a:pt x="505761" y="862085"/>
                  </a:lnTo>
                  <a:cubicBezTo>
                    <a:pt x="505761" y="862085"/>
                    <a:pt x="506737" y="861311"/>
                    <a:pt x="506838" y="861042"/>
                  </a:cubicBezTo>
                  <a:cubicBezTo>
                    <a:pt x="506939" y="860773"/>
                    <a:pt x="507545" y="860235"/>
                    <a:pt x="508083" y="860235"/>
                  </a:cubicBezTo>
                  <a:cubicBezTo>
                    <a:pt x="508622" y="860235"/>
                    <a:pt x="510540" y="860066"/>
                    <a:pt x="510843" y="859999"/>
                  </a:cubicBezTo>
                  <a:cubicBezTo>
                    <a:pt x="511179" y="859932"/>
                    <a:pt x="513232" y="859932"/>
                    <a:pt x="513434" y="859932"/>
                  </a:cubicBezTo>
                  <a:cubicBezTo>
                    <a:pt x="513670" y="859932"/>
                    <a:pt x="515218" y="860033"/>
                    <a:pt x="515386" y="860033"/>
                  </a:cubicBezTo>
                  <a:cubicBezTo>
                    <a:pt x="515555" y="860033"/>
                    <a:pt x="516194" y="860369"/>
                    <a:pt x="516362" y="860504"/>
                  </a:cubicBezTo>
                  <a:cubicBezTo>
                    <a:pt x="516531" y="860672"/>
                    <a:pt x="517170" y="861412"/>
                    <a:pt x="517506" y="861479"/>
                  </a:cubicBezTo>
                  <a:cubicBezTo>
                    <a:pt x="517843" y="861547"/>
                    <a:pt x="518550" y="862522"/>
                    <a:pt x="518718" y="862623"/>
                  </a:cubicBezTo>
                  <a:cubicBezTo>
                    <a:pt x="518886" y="862724"/>
                    <a:pt x="519761" y="863767"/>
                    <a:pt x="519930" y="864036"/>
                  </a:cubicBezTo>
                  <a:cubicBezTo>
                    <a:pt x="520098" y="864305"/>
                    <a:pt x="520704" y="865516"/>
                    <a:pt x="520704" y="865516"/>
                  </a:cubicBezTo>
                  <a:cubicBezTo>
                    <a:pt x="520704" y="865516"/>
                    <a:pt x="520872" y="867198"/>
                    <a:pt x="520872" y="867467"/>
                  </a:cubicBezTo>
                  <a:cubicBezTo>
                    <a:pt x="520872" y="867736"/>
                    <a:pt x="520805" y="868880"/>
                    <a:pt x="520805" y="868880"/>
                  </a:cubicBezTo>
                  <a:cubicBezTo>
                    <a:pt x="520805" y="868880"/>
                    <a:pt x="520468" y="870024"/>
                    <a:pt x="520434" y="870192"/>
                  </a:cubicBezTo>
                  <a:cubicBezTo>
                    <a:pt x="520367" y="870360"/>
                    <a:pt x="519660" y="871538"/>
                    <a:pt x="519660" y="871538"/>
                  </a:cubicBezTo>
                  <a:lnTo>
                    <a:pt x="518718" y="873152"/>
                  </a:lnTo>
                  <a:lnTo>
                    <a:pt x="517675" y="874195"/>
                  </a:lnTo>
                  <a:lnTo>
                    <a:pt x="517136" y="875103"/>
                  </a:lnTo>
                  <a:lnTo>
                    <a:pt x="512997" y="877660"/>
                  </a:lnTo>
                  <a:lnTo>
                    <a:pt x="511516" y="879510"/>
                  </a:lnTo>
                  <a:lnTo>
                    <a:pt x="510977" y="879947"/>
                  </a:lnTo>
                  <a:lnTo>
                    <a:pt x="510271" y="881360"/>
                  </a:lnTo>
                  <a:lnTo>
                    <a:pt x="509934" y="882605"/>
                  </a:lnTo>
                  <a:cubicBezTo>
                    <a:pt x="509934" y="882605"/>
                    <a:pt x="509564" y="884085"/>
                    <a:pt x="509564" y="884287"/>
                  </a:cubicBezTo>
                  <a:cubicBezTo>
                    <a:pt x="509564" y="884522"/>
                    <a:pt x="509396" y="885700"/>
                    <a:pt x="509396" y="886238"/>
                  </a:cubicBezTo>
                  <a:cubicBezTo>
                    <a:pt x="509396" y="886776"/>
                    <a:pt x="509396" y="888425"/>
                    <a:pt x="509396" y="888425"/>
                  </a:cubicBezTo>
                  <a:lnTo>
                    <a:pt x="509396" y="890174"/>
                  </a:lnTo>
                  <a:lnTo>
                    <a:pt x="509497" y="892899"/>
                  </a:lnTo>
                  <a:cubicBezTo>
                    <a:pt x="509497" y="892899"/>
                    <a:pt x="510574" y="894850"/>
                    <a:pt x="510708" y="895018"/>
                  </a:cubicBezTo>
                  <a:cubicBezTo>
                    <a:pt x="510809" y="895186"/>
                    <a:pt x="511617" y="896330"/>
                    <a:pt x="511785" y="896599"/>
                  </a:cubicBezTo>
                  <a:cubicBezTo>
                    <a:pt x="511954" y="896868"/>
                    <a:pt x="512593" y="898012"/>
                    <a:pt x="512997" y="898079"/>
                  </a:cubicBezTo>
                  <a:cubicBezTo>
                    <a:pt x="513367" y="898147"/>
                    <a:pt x="515016" y="898853"/>
                    <a:pt x="515555" y="899324"/>
                  </a:cubicBezTo>
                  <a:cubicBezTo>
                    <a:pt x="516093" y="899829"/>
                    <a:pt x="517305" y="900569"/>
                    <a:pt x="517742" y="900804"/>
                  </a:cubicBezTo>
                  <a:cubicBezTo>
                    <a:pt x="518180" y="901006"/>
                    <a:pt x="519189" y="901241"/>
                    <a:pt x="519425" y="901410"/>
                  </a:cubicBezTo>
                  <a:cubicBezTo>
                    <a:pt x="519660" y="901578"/>
                    <a:pt x="520838" y="902049"/>
                    <a:pt x="521040" y="902183"/>
                  </a:cubicBezTo>
                  <a:cubicBezTo>
                    <a:pt x="521242" y="902352"/>
                    <a:pt x="523261" y="903260"/>
                    <a:pt x="523598" y="903260"/>
                  </a:cubicBezTo>
                  <a:cubicBezTo>
                    <a:pt x="523935" y="903260"/>
                    <a:pt x="525920" y="903260"/>
                    <a:pt x="525920" y="903260"/>
                  </a:cubicBezTo>
                  <a:lnTo>
                    <a:pt x="528209" y="903260"/>
                  </a:lnTo>
                  <a:lnTo>
                    <a:pt x="529387" y="903260"/>
                  </a:lnTo>
                  <a:cubicBezTo>
                    <a:pt x="529387" y="903260"/>
                    <a:pt x="532752" y="903596"/>
                    <a:pt x="532920" y="903596"/>
                  </a:cubicBezTo>
                  <a:cubicBezTo>
                    <a:pt x="533089" y="903596"/>
                    <a:pt x="534401" y="903529"/>
                    <a:pt x="534771" y="903865"/>
                  </a:cubicBezTo>
                  <a:cubicBezTo>
                    <a:pt x="535142" y="904202"/>
                    <a:pt x="536353" y="904773"/>
                    <a:pt x="536353" y="904773"/>
                  </a:cubicBezTo>
                  <a:lnTo>
                    <a:pt x="539618" y="904134"/>
                  </a:lnTo>
                  <a:cubicBezTo>
                    <a:pt x="539618" y="904134"/>
                    <a:pt x="540930" y="904269"/>
                    <a:pt x="541368" y="904269"/>
                  </a:cubicBezTo>
                  <a:cubicBezTo>
                    <a:pt x="541805" y="904269"/>
                    <a:pt x="542613" y="904639"/>
                    <a:pt x="543252" y="904773"/>
                  </a:cubicBezTo>
                  <a:cubicBezTo>
                    <a:pt x="543892" y="904908"/>
                    <a:pt x="545574" y="906287"/>
                    <a:pt x="545642" y="906590"/>
                  </a:cubicBezTo>
                  <a:cubicBezTo>
                    <a:pt x="545709" y="906893"/>
                    <a:pt x="546349" y="908844"/>
                    <a:pt x="546651" y="909113"/>
                  </a:cubicBezTo>
                  <a:cubicBezTo>
                    <a:pt x="546954" y="909416"/>
                    <a:pt x="547291" y="910425"/>
                    <a:pt x="547224" y="910997"/>
                  </a:cubicBezTo>
                  <a:cubicBezTo>
                    <a:pt x="547156" y="911569"/>
                    <a:pt x="546214" y="914327"/>
                    <a:pt x="547022" y="914899"/>
                  </a:cubicBezTo>
                  <a:cubicBezTo>
                    <a:pt x="547829" y="915471"/>
                    <a:pt x="548974" y="916783"/>
                    <a:pt x="549411" y="916985"/>
                  </a:cubicBezTo>
                  <a:cubicBezTo>
                    <a:pt x="549849" y="917187"/>
                    <a:pt x="552743" y="916480"/>
                    <a:pt x="553820" y="916346"/>
                  </a:cubicBezTo>
                  <a:cubicBezTo>
                    <a:pt x="554897" y="916211"/>
                    <a:pt x="556411" y="915404"/>
                    <a:pt x="557017" y="915034"/>
                  </a:cubicBezTo>
                  <a:cubicBezTo>
                    <a:pt x="557589" y="914664"/>
                    <a:pt x="557454" y="914529"/>
                    <a:pt x="558094" y="913890"/>
                  </a:cubicBezTo>
                  <a:cubicBezTo>
                    <a:pt x="558733" y="913251"/>
                    <a:pt x="560180" y="912645"/>
                    <a:pt x="560180" y="912645"/>
                  </a:cubicBezTo>
                  <a:lnTo>
                    <a:pt x="561190" y="910627"/>
                  </a:lnTo>
                  <a:lnTo>
                    <a:pt x="561628" y="909618"/>
                  </a:lnTo>
                  <a:lnTo>
                    <a:pt x="564017" y="910122"/>
                  </a:lnTo>
                  <a:cubicBezTo>
                    <a:pt x="564017" y="910122"/>
                    <a:pt x="564488" y="910930"/>
                    <a:pt x="564724" y="911199"/>
                  </a:cubicBezTo>
                  <a:cubicBezTo>
                    <a:pt x="564926" y="911501"/>
                    <a:pt x="565060" y="914092"/>
                    <a:pt x="565060" y="914092"/>
                  </a:cubicBezTo>
                  <a:lnTo>
                    <a:pt x="565060" y="916278"/>
                  </a:lnTo>
                  <a:cubicBezTo>
                    <a:pt x="565060" y="916278"/>
                    <a:pt x="566003" y="918599"/>
                    <a:pt x="566003" y="919037"/>
                  </a:cubicBezTo>
                  <a:cubicBezTo>
                    <a:pt x="566003" y="919474"/>
                    <a:pt x="566137" y="922804"/>
                    <a:pt x="566137" y="923073"/>
                  </a:cubicBezTo>
                  <a:cubicBezTo>
                    <a:pt x="566137" y="923376"/>
                    <a:pt x="566272" y="924587"/>
                    <a:pt x="566272" y="924587"/>
                  </a:cubicBezTo>
                  <a:cubicBezTo>
                    <a:pt x="566272" y="924587"/>
                    <a:pt x="567147" y="927346"/>
                    <a:pt x="567080" y="928153"/>
                  </a:cubicBezTo>
                  <a:cubicBezTo>
                    <a:pt x="567012" y="928960"/>
                    <a:pt x="567383" y="931618"/>
                    <a:pt x="567887" y="931853"/>
                  </a:cubicBezTo>
                  <a:cubicBezTo>
                    <a:pt x="568392" y="932055"/>
                    <a:pt x="569637" y="934477"/>
                    <a:pt x="570344" y="934814"/>
                  </a:cubicBezTo>
                  <a:cubicBezTo>
                    <a:pt x="571085" y="935184"/>
                    <a:pt x="572027" y="935890"/>
                    <a:pt x="572229" y="935957"/>
                  </a:cubicBezTo>
                  <a:cubicBezTo>
                    <a:pt x="572431" y="936025"/>
                    <a:pt x="575493" y="939422"/>
                    <a:pt x="575493" y="939422"/>
                  </a:cubicBezTo>
                  <a:cubicBezTo>
                    <a:pt x="575493" y="939422"/>
                    <a:pt x="577513" y="941878"/>
                    <a:pt x="577816" y="942618"/>
                  </a:cubicBezTo>
                  <a:cubicBezTo>
                    <a:pt x="578118" y="943325"/>
                    <a:pt x="578522" y="947092"/>
                    <a:pt x="578522" y="947092"/>
                  </a:cubicBezTo>
                  <a:lnTo>
                    <a:pt x="579027" y="950860"/>
                  </a:lnTo>
                  <a:cubicBezTo>
                    <a:pt x="579027" y="950860"/>
                    <a:pt x="578960" y="951297"/>
                    <a:pt x="578960" y="953618"/>
                  </a:cubicBezTo>
                  <a:cubicBezTo>
                    <a:pt x="578960" y="955939"/>
                    <a:pt x="578960" y="959707"/>
                    <a:pt x="578960" y="959707"/>
                  </a:cubicBezTo>
                  <a:lnTo>
                    <a:pt x="579700" y="962466"/>
                  </a:lnTo>
                  <a:cubicBezTo>
                    <a:pt x="579700" y="962466"/>
                    <a:pt x="580272" y="963340"/>
                    <a:pt x="580441" y="964484"/>
                  </a:cubicBezTo>
                  <a:cubicBezTo>
                    <a:pt x="580575" y="965628"/>
                    <a:pt x="580306" y="968823"/>
                    <a:pt x="582325" y="969395"/>
                  </a:cubicBezTo>
                  <a:cubicBezTo>
                    <a:pt x="584345" y="969967"/>
                    <a:pt x="586801" y="969160"/>
                    <a:pt x="586801" y="969160"/>
                  </a:cubicBezTo>
                  <a:lnTo>
                    <a:pt x="589292" y="967108"/>
                  </a:lnTo>
                  <a:lnTo>
                    <a:pt x="589999" y="964181"/>
                  </a:lnTo>
                  <a:cubicBezTo>
                    <a:pt x="589999" y="964181"/>
                    <a:pt x="591143" y="960649"/>
                    <a:pt x="591244" y="960380"/>
                  </a:cubicBezTo>
                  <a:cubicBezTo>
                    <a:pt x="591345" y="960111"/>
                    <a:pt x="591614" y="957991"/>
                    <a:pt x="591614" y="957991"/>
                  </a:cubicBezTo>
                  <a:lnTo>
                    <a:pt x="591984" y="956579"/>
                  </a:lnTo>
                  <a:lnTo>
                    <a:pt x="592523" y="954728"/>
                  </a:lnTo>
                  <a:lnTo>
                    <a:pt x="593431" y="952979"/>
                  </a:lnTo>
                  <a:lnTo>
                    <a:pt x="593801" y="951667"/>
                  </a:lnTo>
                  <a:cubicBezTo>
                    <a:pt x="593801" y="951667"/>
                    <a:pt x="594138" y="950961"/>
                    <a:pt x="594239" y="950792"/>
                  </a:cubicBezTo>
                  <a:cubicBezTo>
                    <a:pt x="594340" y="950624"/>
                    <a:pt x="595753" y="948068"/>
                    <a:pt x="595753" y="948068"/>
                  </a:cubicBezTo>
                  <a:lnTo>
                    <a:pt x="596830" y="946554"/>
                  </a:lnTo>
                  <a:lnTo>
                    <a:pt x="598715" y="944603"/>
                  </a:lnTo>
                  <a:cubicBezTo>
                    <a:pt x="598715" y="944603"/>
                    <a:pt x="599489" y="943526"/>
                    <a:pt x="599624" y="943459"/>
                  </a:cubicBezTo>
                  <a:cubicBezTo>
                    <a:pt x="599792" y="943392"/>
                    <a:pt x="600162" y="942584"/>
                    <a:pt x="600330" y="942517"/>
                  </a:cubicBezTo>
                  <a:cubicBezTo>
                    <a:pt x="600499" y="942450"/>
                    <a:pt x="601306" y="941205"/>
                    <a:pt x="601306" y="941205"/>
                  </a:cubicBezTo>
                  <a:cubicBezTo>
                    <a:pt x="601306" y="941205"/>
                    <a:pt x="602552" y="940162"/>
                    <a:pt x="602720" y="940129"/>
                  </a:cubicBezTo>
                  <a:cubicBezTo>
                    <a:pt x="602888" y="940061"/>
                    <a:pt x="603797" y="939591"/>
                    <a:pt x="604032" y="939591"/>
                  </a:cubicBezTo>
                  <a:cubicBezTo>
                    <a:pt x="604234" y="939591"/>
                    <a:pt x="605076" y="939658"/>
                    <a:pt x="605278" y="939658"/>
                  </a:cubicBezTo>
                  <a:cubicBezTo>
                    <a:pt x="605480" y="939658"/>
                    <a:pt x="605648" y="939557"/>
                    <a:pt x="606186" y="940095"/>
                  </a:cubicBezTo>
                  <a:cubicBezTo>
                    <a:pt x="606725" y="940633"/>
                    <a:pt x="606994" y="940869"/>
                    <a:pt x="607095" y="942046"/>
                  </a:cubicBezTo>
                  <a:cubicBezTo>
                    <a:pt x="607196" y="943224"/>
                    <a:pt x="607533" y="945915"/>
                    <a:pt x="607533" y="945915"/>
                  </a:cubicBezTo>
                  <a:lnTo>
                    <a:pt x="607600" y="947496"/>
                  </a:lnTo>
                  <a:lnTo>
                    <a:pt x="607499" y="950422"/>
                  </a:lnTo>
                  <a:lnTo>
                    <a:pt x="607297" y="952172"/>
                  </a:lnTo>
                  <a:lnTo>
                    <a:pt x="606657" y="954661"/>
                  </a:lnTo>
                  <a:lnTo>
                    <a:pt x="606557" y="955973"/>
                  </a:lnTo>
                  <a:lnTo>
                    <a:pt x="606052" y="957285"/>
                  </a:lnTo>
                  <a:cubicBezTo>
                    <a:pt x="606052" y="957285"/>
                    <a:pt x="605850" y="958429"/>
                    <a:pt x="605850" y="958631"/>
                  </a:cubicBezTo>
                  <a:cubicBezTo>
                    <a:pt x="605850" y="958832"/>
                    <a:pt x="605379" y="959976"/>
                    <a:pt x="605379" y="959976"/>
                  </a:cubicBezTo>
                  <a:lnTo>
                    <a:pt x="604975" y="961860"/>
                  </a:lnTo>
                  <a:lnTo>
                    <a:pt x="604975" y="963172"/>
                  </a:lnTo>
                  <a:lnTo>
                    <a:pt x="605244" y="963777"/>
                  </a:lnTo>
                  <a:cubicBezTo>
                    <a:pt x="605244" y="963777"/>
                    <a:pt x="605345" y="965257"/>
                    <a:pt x="605581" y="965358"/>
                  </a:cubicBezTo>
                  <a:cubicBezTo>
                    <a:pt x="605783" y="965459"/>
                    <a:pt x="606220" y="966704"/>
                    <a:pt x="606456" y="966939"/>
                  </a:cubicBezTo>
                  <a:cubicBezTo>
                    <a:pt x="606691" y="967141"/>
                    <a:pt x="608408" y="968722"/>
                    <a:pt x="609451" y="968891"/>
                  </a:cubicBezTo>
                  <a:cubicBezTo>
                    <a:pt x="610494" y="969059"/>
                    <a:pt x="613254" y="969294"/>
                    <a:pt x="613254" y="969294"/>
                  </a:cubicBezTo>
                  <a:lnTo>
                    <a:pt x="614566" y="969294"/>
                  </a:lnTo>
                  <a:lnTo>
                    <a:pt x="618369" y="970169"/>
                  </a:lnTo>
                  <a:lnTo>
                    <a:pt x="619446" y="972894"/>
                  </a:lnTo>
                  <a:lnTo>
                    <a:pt x="619345" y="975282"/>
                  </a:lnTo>
                  <a:cubicBezTo>
                    <a:pt x="619345" y="975282"/>
                    <a:pt x="620220" y="976359"/>
                    <a:pt x="620658" y="976594"/>
                  </a:cubicBezTo>
                  <a:cubicBezTo>
                    <a:pt x="621095" y="976830"/>
                    <a:pt x="622509" y="976392"/>
                    <a:pt x="622946" y="976594"/>
                  </a:cubicBezTo>
                  <a:cubicBezTo>
                    <a:pt x="623384" y="976830"/>
                    <a:pt x="624595" y="977031"/>
                    <a:pt x="625235" y="976056"/>
                  </a:cubicBezTo>
                  <a:cubicBezTo>
                    <a:pt x="625874" y="975080"/>
                    <a:pt x="630451" y="973768"/>
                    <a:pt x="630451" y="973768"/>
                  </a:cubicBezTo>
                  <a:lnTo>
                    <a:pt x="632942" y="970842"/>
                  </a:lnTo>
                  <a:lnTo>
                    <a:pt x="634894" y="968453"/>
                  </a:lnTo>
                  <a:lnTo>
                    <a:pt x="638697" y="965728"/>
                  </a:lnTo>
                  <a:lnTo>
                    <a:pt x="639572" y="963239"/>
                  </a:lnTo>
                  <a:lnTo>
                    <a:pt x="640649" y="961725"/>
                  </a:lnTo>
                  <a:lnTo>
                    <a:pt x="641288" y="960413"/>
                  </a:lnTo>
                  <a:lnTo>
                    <a:pt x="643139" y="959001"/>
                  </a:lnTo>
                  <a:cubicBezTo>
                    <a:pt x="643139" y="959001"/>
                    <a:pt x="643577" y="959102"/>
                    <a:pt x="643913" y="959001"/>
                  </a:cubicBezTo>
                  <a:cubicBezTo>
                    <a:pt x="644250" y="958900"/>
                    <a:pt x="646841" y="958361"/>
                    <a:pt x="646841" y="958361"/>
                  </a:cubicBezTo>
                  <a:cubicBezTo>
                    <a:pt x="646841" y="958361"/>
                    <a:pt x="649029" y="958025"/>
                    <a:pt x="649668" y="958025"/>
                  </a:cubicBezTo>
                  <a:cubicBezTo>
                    <a:pt x="650307" y="958025"/>
                    <a:pt x="651957" y="958462"/>
                    <a:pt x="651957" y="958462"/>
                  </a:cubicBezTo>
                  <a:lnTo>
                    <a:pt x="652832" y="959976"/>
                  </a:lnTo>
                  <a:cubicBezTo>
                    <a:pt x="652832" y="959976"/>
                    <a:pt x="652731" y="962163"/>
                    <a:pt x="652832" y="962466"/>
                  </a:cubicBezTo>
                  <a:cubicBezTo>
                    <a:pt x="652933" y="962802"/>
                    <a:pt x="653168" y="963239"/>
                    <a:pt x="653606" y="963441"/>
                  </a:cubicBezTo>
                  <a:cubicBezTo>
                    <a:pt x="654043" y="963677"/>
                    <a:pt x="656197" y="963677"/>
                    <a:pt x="656971" y="963677"/>
                  </a:cubicBezTo>
                  <a:cubicBezTo>
                    <a:pt x="657745" y="963677"/>
                    <a:pt x="658620" y="962903"/>
                    <a:pt x="658620" y="962903"/>
                  </a:cubicBezTo>
                  <a:lnTo>
                    <a:pt x="659159" y="962264"/>
                  </a:lnTo>
                  <a:lnTo>
                    <a:pt x="661447" y="963340"/>
                  </a:lnTo>
                  <a:cubicBezTo>
                    <a:pt x="661447" y="963340"/>
                    <a:pt x="661986" y="964652"/>
                    <a:pt x="662221" y="964955"/>
                  </a:cubicBezTo>
                  <a:cubicBezTo>
                    <a:pt x="662423" y="965291"/>
                    <a:pt x="662423" y="965728"/>
                    <a:pt x="662760" y="966569"/>
                  </a:cubicBezTo>
                  <a:cubicBezTo>
                    <a:pt x="663096" y="967444"/>
                    <a:pt x="666226" y="968958"/>
                    <a:pt x="666226" y="968958"/>
                  </a:cubicBezTo>
                  <a:lnTo>
                    <a:pt x="667976" y="970034"/>
                  </a:lnTo>
                  <a:lnTo>
                    <a:pt x="671005" y="972187"/>
                  </a:lnTo>
                  <a:lnTo>
                    <a:pt x="674606" y="973499"/>
                  </a:lnTo>
                  <a:lnTo>
                    <a:pt x="678746" y="977200"/>
                  </a:lnTo>
                  <a:lnTo>
                    <a:pt x="680597" y="979487"/>
                  </a:lnTo>
                  <a:lnTo>
                    <a:pt x="682986" y="983389"/>
                  </a:lnTo>
                  <a:lnTo>
                    <a:pt x="686688" y="987628"/>
                  </a:lnTo>
                  <a:cubicBezTo>
                    <a:pt x="686688" y="987628"/>
                    <a:pt x="688304" y="991227"/>
                    <a:pt x="688640" y="991530"/>
                  </a:cubicBezTo>
                  <a:cubicBezTo>
                    <a:pt x="688977" y="991867"/>
                    <a:pt x="690929" y="994120"/>
                    <a:pt x="690929" y="994120"/>
                  </a:cubicBezTo>
                  <a:lnTo>
                    <a:pt x="691568" y="996072"/>
                  </a:lnTo>
                  <a:cubicBezTo>
                    <a:pt x="691568" y="996072"/>
                    <a:pt x="692881" y="996980"/>
                    <a:pt x="693217" y="997316"/>
                  </a:cubicBezTo>
                  <a:cubicBezTo>
                    <a:pt x="693554" y="997652"/>
                    <a:pt x="695506" y="998796"/>
                    <a:pt x="695506" y="998796"/>
                  </a:cubicBezTo>
                  <a:lnTo>
                    <a:pt x="696381" y="998796"/>
                  </a:lnTo>
                  <a:cubicBezTo>
                    <a:pt x="696381" y="998796"/>
                    <a:pt x="698434" y="999671"/>
                    <a:pt x="699107" y="999671"/>
                  </a:cubicBezTo>
                  <a:cubicBezTo>
                    <a:pt x="699746" y="999671"/>
                    <a:pt x="702573" y="998964"/>
                    <a:pt x="703011" y="999402"/>
                  </a:cubicBezTo>
                  <a:cubicBezTo>
                    <a:pt x="703448" y="999839"/>
                    <a:pt x="705501" y="1000546"/>
                    <a:pt x="705501" y="1000546"/>
                  </a:cubicBezTo>
                  <a:lnTo>
                    <a:pt x="708530" y="1000546"/>
                  </a:lnTo>
                  <a:cubicBezTo>
                    <a:pt x="708530" y="1000546"/>
                    <a:pt x="709943" y="999772"/>
                    <a:pt x="710919" y="1000209"/>
                  </a:cubicBezTo>
                  <a:cubicBezTo>
                    <a:pt x="711895" y="1000646"/>
                    <a:pt x="714386" y="1000546"/>
                    <a:pt x="715160" y="1000546"/>
                  </a:cubicBezTo>
                  <a:cubicBezTo>
                    <a:pt x="715934" y="1000546"/>
                    <a:pt x="718963" y="1000546"/>
                    <a:pt x="718963" y="1000546"/>
                  </a:cubicBezTo>
                  <a:lnTo>
                    <a:pt x="720578" y="1001757"/>
                  </a:lnTo>
                  <a:lnTo>
                    <a:pt x="723069" y="1002396"/>
                  </a:lnTo>
                  <a:cubicBezTo>
                    <a:pt x="723069" y="1002396"/>
                    <a:pt x="725896" y="1003472"/>
                    <a:pt x="726434" y="1003607"/>
                  </a:cubicBezTo>
                  <a:cubicBezTo>
                    <a:pt x="726973" y="1003708"/>
                    <a:pt x="728184" y="1003169"/>
                    <a:pt x="728487" y="1003607"/>
                  </a:cubicBezTo>
                  <a:cubicBezTo>
                    <a:pt x="728824" y="1004044"/>
                    <a:pt x="729699" y="1004380"/>
                    <a:pt x="730002" y="1004818"/>
                  </a:cubicBezTo>
                  <a:cubicBezTo>
                    <a:pt x="730338" y="1005255"/>
                    <a:pt x="730776" y="1005457"/>
                    <a:pt x="731415" y="1006332"/>
                  </a:cubicBezTo>
                  <a:cubicBezTo>
                    <a:pt x="732054" y="1007206"/>
                    <a:pt x="732728" y="1008081"/>
                    <a:pt x="733266" y="1008518"/>
                  </a:cubicBezTo>
                  <a:cubicBezTo>
                    <a:pt x="733805" y="1008956"/>
                    <a:pt x="735454" y="1010570"/>
                    <a:pt x="735756" y="1010906"/>
                  </a:cubicBezTo>
                  <a:cubicBezTo>
                    <a:pt x="736093" y="1011243"/>
                    <a:pt x="737809" y="1012521"/>
                    <a:pt x="737809" y="1012521"/>
                  </a:cubicBezTo>
                  <a:lnTo>
                    <a:pt x="741612" y="1014472"/>
                  </a:lnTo>
                  <a:lnTo>
                    <a:pt x="748444" y="1014472"/>
                  </a:lnTo>
                  <a:lnTo>
                    <a:pt x="751709" y="1013160"/>
                  </a:lnTo>
                  <a:lnTo>
                    <a:pt x="755512" y="1009797"/>
                  </a:lnTo>
                  <a:lnTo>
                    <a:pt x="758339" y="1006332"/>
                  </a:lnTo>
                  <a:lnTo>
                    <a:pt x="760964" y="1004414"/>
                  </a:lnTo>
                  <a:lnTo>
                    <a:pt x="763555" y="1002295"/>
                  </a:lnTo>
                  <a:lnTo>
                    <a:pt x="765844" y="1002295"/>
                  </a:lnTo>
                  <a:lnTo>
                    <a:pt x="769209" y="1003506"/>
                  </a:lnTo>
                  <a:cubicBezTo>
                    <a:pt x="769209" y="1003506"/>
                    <a:pt x="773450" y="1005558"/>
                    <a:pt x="773786" y="1005692"/>
                  </a:cubicBezTo>
                  <a:cubicBezTo>
                    <a:pt x="774123" y="1005793"/>
                    <a:pt x="776277" y="1007543"/>
                    <a:pt x="776277" y="1007543"/>
                  </a:cubicBezTo>
                  <a:lnTo>
                    <a:pt x="777690" y="1009830"/>
                  </a:lnTo>
                  <a:lnTo>
                    <a:pt x="781156" y="1012320"/>
                  </a:lnTo>
                  <a:cubicBezTo>
                    <a:pt x="781156" y="1012320"/>
                    <a:pt x="783445" y="1013396"/>
                    <a:pt x="784320" y="1013968"/>
                  </a:cubicBezTo>
                  <a:cubicBezTo>
                    <a:pt x="785195" y="1014506"/>
                    <a:pt x="787786" y="1015111"/>
                    <a:pt x="788224" y="1015313"/>
                  </a:cubicBezTo>
                  <a:cubicBezTo>
                    <a:pt x="788661" y="1015549"/>
                    <a:pt x="789873" y="1016255"/>
                    <a:pt x="791152" y="1016255"/>
                  </a:cubicBezTo>
                  <a:cubicBezTo>
                    <a:pt x="792464" y="1016255"/>
                    <a:pt x="795392" y="1016255"/>
                    <a:pt x="795392" y="1016255"/>
                  </a:cubicBezTo>
                  <a:cubicBezTo>
                    <a:pt x="795392" y="1016255"/>
                    <a:pt x="797243" y="1016592"/>
                    <a:pt x="797883" y="1016255"/>
                  </a:cubicBezTo>
                  <a:cubicBezTo>
                    <a:pt x="798522" y="1015919"/>
                    <a:pt x="800474" y="1015717"/>
                    <a:pt x="801484" y="1015482"/>
                  </a:cubicBezTo>
                  <a:cubicBezTo>
                    <a:pt x="802460" y="1015246"/>
                    <a:pt x="804748" y="1015044"/>
                    <a:pt x="804748" y="1015044"/>
                  </a:cubicBezTo>
                  <a:lnTo>
                    <a:pt x="806599" y="1014708"/>
                  </a:lnTo>
                  <a:lnTo>
                    <a:pt x="810200" y="1013530"/>
                  </a:lnTo>
                  <a:cubicBezTo>
                    <a:pt x="810200" y="1013530"/>
                    <a:pt x="811715" y="1011781"/>
                    <a:pt x="812152" y="1011344"/>
                  </a:cubicBezTo>
                  <a:cubicBezTo>
                    <a:pt x="812590" y="1010906"/>
                    <a:pt x="814340" y="1008316"/>
                    <a:pt x="814340" y="1008316"/>
                  </a:cubicBezTo>
                  <a:lnTo>
                    <a:pt x="816628" y="1005053"/>
                  </a:lnTo>
                  <a:lnTo>
                    <a:pt x="819994" y="1003842"/>
                  </a:lnTo>
                  <a:cubicBezTo>
                    <a:pt x="819994" y="1003842"/>
                    <a:pt x="822181" y="1002867"/>
                    <a:pt x="822619" y="1002867"/>
                  </a:cubicBezTo>
                  <a:cubicBezTo>
                    <a:pt x="823056" y="1002867"/>
                    <a:pt x="828273" y="1001992"/>
                    <a:pt x="828273" y="1001992"/>
                  </a:cubicBezTo>
                  <a:lnTo>
                    <a:pt x="833052" y="1001117"/>
                  </a:lnTo>
                  <a:lnTo>
                    <a:pt x="839480" y="1002194"/>
                  </a:lnTo>
                  <a:lnTo>
                    <a:pt x="842744" y="1001319"/>
                  </a:lnTo>
                  <a:lnTo>
                    <a:pt x="849273" y="1000007"/>
                  </a:lnTo>
                  <a:cubicBezTo>
                    <a:pt x="849273" y="1000007"/>
                    <a:pt x="852538" y="1001319"/>
                    <a:pt x="853076" y="1001757"/>
                  </a:cubicBezTo>
                  <a:cubicBezTo>
                    <a:pt x="853615" y="1002194"/>
                    <a:pt x="856778" y="1004683"/>
                    <a:pt x="856778" y="1004683"/>
                  </a:cubicBezTo>
                  <a:cubicBezTo>
                    <a:pt x="856778" y="1004683"/>
                    <a:pt x="858394" y="1006870"/>
                    <a:pt x="858966" y="1007307"/>
                  </a:cubicBezTo>
                  <a:cubicBezTo>
                    <a:pt x="859504" y="1007744"/>
                    <a:pt x="861995" y="1014136"/>
                    <a:pt x="861995" y="1014136"/>
                  </a:cubicBezTo>
                  <a:lnTo>
                    <a:pt x="862870" y="1016356"/>
                  </a:lnTo>
                  <a:lnTo>
                    <a:pt x="862971" y="1023387"/>
                  </a:lnTo>
                  <a:lnTo>
                    <a:pt x="862634" y="1027390"/>
                  </a:lnTo>
                  <a:cubicBezTo>
                    <a:pt x="862634" y="1027390"/>
                    <a:pt x="861322" y="1035632"/>
                    <a:pt x="860783" y="1036069"/>
                  </a:cubicBezTo>
                  <a:cubicBezTo>
                    <a:pt x="860245" y="1036506"/>
                    <a:pt x="858394" y="1037583"/>
                    <a:pt x="858394" y="1038020"/>
                  </a:cubicBezTo>
                  <a:cubicBezTo>
                    <a:pt x="858394" y="1038457"/>
                    <a:pt x="856475" y="1043268"/>
                    <a:pt x="856475" y="1043268"/>
                  </a:cubicBezTo>
                  <a:lnTo>
                    <a:pt x="853581" y="1048785"/>
                  </a:lnTo>
                  <a:lnTo>
                    <a:pt x="851259" y="1050971"/>
                  </a:lnTo>
                  <a:lnTo>
                    <a:pt x="848129" y="1059650"/>
                  </a:lnTo>
                  <a:lnTo>
                    <a:pt x="846749" y="1064730"/>
                  </a:lnTo>
                  <a:lnTo>
                    <a:pt x="846749" y="1074418"/>
                  </a:lnTo>
                  <a:cubicBezTo>
                    <a:pt x="846749" y="1074418"/>
                    <a:pt x="848062" y="1079330"/>
                    <a:pt x="848062" y="1079935"/>
                  </a:cubicBezTo>
                  <a:cubicBezTo>
                    <a:pt x="848062" y="1080507"/>
                    <a:pt x="850822" y="1085284"/>
                    <a:pt x="850956" y="1085721"/>
                  </a:cubicBezTo>
                  <a:cubicBezTo>
                    <a:pt x="851091" y="1086158"/>
                    <a:pt x="853413" y="1090498"/>
                    <a:pt x="853985" y="1091373"/>
                  </a:cubicBezTo>
                  <a:cubicBezTo>
                    <a:pt x="854557" y="1092247"/>
                    <a:pt x="857754" y="1096721"/>
                    <a:pt x="858327" y="1096889"/>
                  </a:cubicBezTo>
                  <a:cubicBezTo>
                    <a:pt x="858899" y="1097024"/>
                    <a:pt x="863105" y="1098639"/>
                    <a:pt x="863846" y="1099076"/>
                  </a:cubicBezTo>
                  <a:cubicBezTo>
                    <a:pt x="864586" y="1099513"/>
                    <a:pt x="866033" y="1098067"/>
                    <a:pt x="867750" y="1098201"/>
                  </a:cubicBezTo>
                  <a:cubicBezTo>
                    <a:pt x="869500" y="1098336"/>
                    <a:pt x="871519" y="1097192"/>
                    <a:pt x="872529" y="1096183"/>
                  </a:cubicBezTo>
                  <a:cubicBezTo>
                    <a:pt x="873538" y="1095174"/>
                    <a:pt x="875558" y="1093155"/>
                    <a:pt x="875558" y="1093155"/>
                  </a:cubicBezTo>
                  <a:cubicBezTo>
                    <a:pt x="875558" y="1093155"/>
                    <a:pt x="878149" y="1090128"/>
                    <a:pt x="878452" y="1089691"/>
                  </a:cubicBezTo>
                  <a:cubicBezTo>
                    <a:pt x="878755" y="1089253"/>
                    <a:pt x="881212" y="1085048"/>
                    <a:pt x="881212" y="1085048"/>
                  </a:cubicBezTo>
                  <a:cubicBezTo>
                    <a:pt x="881212" y="1085048"/>
                    <a:pt x="881514" y="1082021"/>
                    <a:pt x="881514" y="1081415"/>
                  </a:cubicBezTo>
                  <a:cubicBezTo>
                    <a:pt x="881514" y="1080843"/>
                    <a:pt x="881514" y="1074452"/>
                    <a:pt x="881514" y="1074452"/>
                  </a:cubicBezTo>
                  <a:cubicBezTo>
                    <a:pt x="881514" y="1074452"/>
                    <a:pt x="881380" y="1069810"/>
                    <a:pt x="881514" y="1069238"/>
                  </a:cubicBezTo>
                  <a:cubicBezTo>
                    <a:pt x="881649" y="1068666"/>
                    <a:pt x="882524" y="1063586"/>
                    <a:pt x="882524" y="1063586"/>
                  </a:cubicBezTo>
                  <a:cubicBezTo>
                    <a:pt x="882524" y="1063586"/>
                    <a:pt x="883837" y="1057632"/>
                    <a:pt x="884106" y="1057195"/>
                  </a:cubicBezTo>
                  <a:cubicBezTo>
                    <a:pt x="884375" y="1056757"/>
                    <a:pt x="887000" y="1053562"/>
                    <a:pt x="887000" y="1053562"/>
                  </a:cubicBezTo>
                  <a:lnTo>
                    <a:pt x="891645" y="1049929"/>
                  </a:lnTo>
                  <a:lnTo>
                    <a:pt x="894101" y="1047170"/>
                  </a:lnTo>
                  <a:lnTo>
                    <a:pt x="896558" y="1044109"/>
                  </a:lnTo>
                  <a:lnTo>
                    <a:pt x="898880" y="1042090"/>
                  </a:lnTo>
                  <a:lnTo>
                    <a:pt x="901909" y="1038760"/>
                  </a:lnTo>
                  <a:lnTo>
                    <a:pt x="906553" y="1036305"/>
                  </a:lnTo>
                  <a:lnTo>
                    <a:pt x="913958" y="1031090"/>
                  </a:lnTo>
                  <a:lnTo>
                    <a:pt x="917424" y="1028500"/>
                  </a:lnTo>
                  <a:cubicBezTo>
                    <a:pt x="917424" y="1028500"/>
                    <a:pt x="921059" y="1026044"/>
                    <a:pt x="921496" y="1025742"/>
                  </a:cubicBezTo>
                  <a:cubicBezTo>
                    <a:pt x="921934" y="1025439"/>
                    <a:pt x="925400" y="1022411"/>
                    <a:pt x="925838" y="1022411"/>
                  </a:cubicBezTo>
                  <a:cubicBezTo>
                    <a:pt x="926275" y="1022411"/>
                    <a:pt x="930616" y="1020090"/>
                    <a:pt x="930616" y="1020090"/>
                  </a:cubicBezTo>
                  <a:lnTo>
                    <a:pt x="934083" y="1016188"/>
                  </a:lnTo>
                  <a:lnTo>
                    <a:pt x="937112" y="1014170"/>
                  </a:lnTo>
                  <a:lnTo>
                    <a:pt x="940881" y="1012286"/>
                  </a:lnTo>
                  <a:lnTo>
                    <a:pt x="942900" y="1011848"/>
                  </a:lnTo>
                  <a:lnTo>
                    <a:pt x="946367" y="1010537"/>
                  </a:lnTo>
                  <a:lnTo>
                    <a:pt x="950708" y="1010099"/>
                  </a:lnTo>
                  <a:lnTo>
                    <a:pt x="955622" y="1009797"/>
                  </a:lnTo>
                  <a:lnTo>
                    <a:pt x="960973" y="1008922"/>
                  </a:lnTo>
                  <a:lnTo>
                    <a:pt x="966761" y="1009225"/>
                  </a:lnTo>
                  <a:lnTo>
                    <a:pt x="975007" y="1011680"/>
                  </a:lnTo>
                  <a:cubicBezTo>
                    <a:pt x="975007" y="1011680"/>
                    <a:pt x="979517" y="1013867"/>
                    <a:pt x="980089" y="1013867"/>
                  </a:cubicBezTo>
                  <a:cubicBezTo>
                    <a:pt x="980661" y="1013867"/>
                    <a:pt x="984430" y="1014741"/>
                    <a:pt x="985002" y="1014741"/>
                  </a:cubicBezTo>
                  <a:cubicBezTo>
                    <a:pt x="985574" y="1014741"/>
                    <a:pt x="989074" y="1015044"/>
                    <a:pt x="989074" y="1015044"/>
                  </a:cubicBezTo>
                  <a:lnTo>
                    <a:pt x="994729" y="1015347"/>
                  </a:lnTo>
                  <a:cubicBezTo>
                    <a:pt x="994729" y="1015347"/>
                    <a:pt x="997926" y="1016053"/>
                    <a:pt x="998363" y="1016222"/>
                  </a:cubicBezTo>
                  <a:cubicBezTo>
                    <a:pt x="998801" y="1016356"/>
                    <a:pt x="1000382" y="1017231"/>
                    <a:pt x="1000820" y="1017668"/>
                  </a:cubicBezTo>
                  <a:cubicBezTo>
                    <a:pt x="1001257" y="1018105"/>
                    <a:pt x="1003849" y="1020696"/>
                    <a:pt x="1003849" y="1020696"/>
                  </a:cubicBezTo>
                  <a:lnTo>
                    <a:pt x="1007181" y="1024161"/>
                  </a:lnTo>
                  <a:cubicBezTo>
                    <a:pt x="1007181" y="1024161"/>
                    <a:pt x="1007753" y="1026044"/>
                    <a:pt x="1008190" y="1026179"/>
                  </a:cubicBezTo>
                  <a:cubicBezTo>
                    <a:pt x="1008628" y="1026313"/>
                    <a:pt x="1013104" y="1029206"/>
                    <a:pt x="1013104" y="1029206"/>
                  </a:cubicBezTo>
                  <a:lnTo>
                    <a:pt x="1016436" y="1033411"/>
                  </a:lnTo>
                  <a:lnTo>
                    <a:pt x="1017883" y="1036305"/>
                  </a:lnTo>
                  <a:cubicBezTo>
                    <a:pt x="1017883" y="1036305"/>
                    <a:pt x="1021349" y="1037616"/>
                    <a:pt x="1022224" y="1037616"/>
                  </a:cubicBezTo>
                  <a:cubicBezTo>
                    <a:pt x="1023099" y="1037616"/>
                    <a:pt x="1027878" y="1038794"/>
                    <a:pt x="1028450" y="1038794"/>
                  </a:cubicBezTo>
                  <a:cubicBezTo>
                    <a:pt x="1029022" y="1038794"/>
                    <a:pt x="1033532" y="1038794"/>
                    <a:pt x="1033532" y="1038794"/>
                  </a:cubicBezTo>
                  <a:cubicBezTo>
                    <a:pt x="1033532" y="1038794"/>
                    <a:pt x="1035720" y="1038491"/>
                    <a:pt x="1036292" y="1038491"/>
                  </a:cubicBezTo>
                  <a:cubicBezTo>
                    <a:pt x="1036864" y="1038491"/>
                    <a:pt x="1039927" y="1038491"/>
                    <a:pt x="1040499" y="1038626"/>
                  </a:cubicBezTo>
                  <a:cubicBezTo>
                    <a:pt x="1041071" y="1038760"/>
                    <a:pt x="1044133" y="1039769"/>
                    <a:pt x="1044133" y="1039769"/>
                  </a:cubicBezTo>
                  <a:lnTo>
                    <a:pt x="1045143" y="1040510"/>
                  </a:lnTo>
                  <a:lnTo>
                    <a:pt x="1049047" y="1043100"/>
                  </a:lnTo>
                  <a:lnTo>
                    <a:pt x="1051941" y="1045118"/>
                  </a:lnTo>
                  <a:lnTo>
                    <a:pt x="1054129" y="1048886"/>
                  </a:lnTo>
                  <a:lnTo>
                    <a:pt x="1055576" y="1053225"/>
                  </a:lnTo>
                  <a:lnTo>
                    <a:pt x="1060792" y="1058742"/>
                  </a:lnTo>
                  <a:lnTo>
                    <a:pt x="1063384" y="1060626"/>
                  </a:lnTo>
                  <a:lnTo>
                    <a:pt x="1065841" y="1063519"/>
                  </a:lnTo>
                  <a:lnTo>
                    <a:pt x="1067725" y="1065403"/>
                  </a:lnTo>
                  <a:lnTo>
                    <a:pt x="1071495" y="1068430"/>
                  </a:lnTo>
                  <a:lnTo>
                    <a:pt x="1074120" y="1070180"/>
                  </a:lnTo>
                  <a:lnTo>
                    <a:pt x="1077014" y="1072198"/>
                  </a:lnTo>
                  <a:cubicBezTo>
                    <a:pt x="1077014" y="1072198"/>
                    <a:pt x="1080480" y="1073207"/>
                    <a:pt x="1081086" y="1073342"/>
                  </a:cubicBezTo>
                  <a:cubicBezTo>
                    <a:pt x="1081658" y="1073476"/>
                    <a:pt x="1082971" y="1074216"/>
                    <a:pt x="1084721" y="1073914"/>
                  </a:cubicBezTo>
                  <a:cubicBezTo>
                    <a:pt x="1086471" y="1073611"/>
                    <a:pt x="1085293" y="1074788"/>
                    <a:pt x="1086740" y="1072030"/>
                  </a:cubicBezTo>
                  <a:cubicBezTo>
                    <a:pt x="1088187" y="1069271"/>
                    <a:pt x="1087178" y="1068834"/>
                    <a:pt x="1087178" y="1068834"/>
                  </a:cubicBezTo>
                  <a:cubicBezTo>
                    <a:pt x="1087178" y="1068834"/>
                    <a:pt x="1086606" y="1068531"/>
                    <a:pt x="1088759" y="1067253"/>
                  </a:cubicBezTo>
                  <a:cubicBezTo>
                    <a:pt x="1090947" y="1065941"/>
                    <a:pt x="1090947" y="1065941"/>
                    <a:pt x="1090947" y="1065941"/>
                  </a:cubicBezTo>
                  <a:lnTo>
                    <a:pt x="1094851" y="1065504"/>
                  </a:lnTo>
                  <a:lnTo>
                    <a:pt x="1097038" y="1064932"/>
                  </a:lnTo>
                  <a:lnTo>
                    <a:pt x="1101514" y="1065369"/>
                  </a:lnTo>
                  <a:lnTo>
                    <a:pt x="1103837" y="1065235"/>
                  </a:lnTo>
                  <a:cubicBezTo>
                    <a:pt x="1103837" y="1065235"/>
                    <a:pt x="1106024" y="1064932"/>
                    <a:pt x="1106428" y="1064797"/>
                  </a:cubicBezTo>
                  <a:cubicBezTo>
                    <a:pt x="1106866" y="1064663"/>
                    <a:pt x="1108313" y="1063788"/>
                    <a:pt x="1108313" y="1063788"/>
                  </a:cubicBezTo>
                  <a:lnTo>
                    <a:pt x="1112789" y="1063216"/>
                  </a:lnTo>
                  <a:lnTo>
                    <a:pt x="1116087" y="1064225"/>
                  </a:lnTo>
                  <a:lnTo>
                    <a:pt x="1118443" y="1065672"/>
                  </a:lnTo>
                  <a:cubicBezTo>
                    <a:pt x="1118443" y="1065672"/>
                    <a:pt x="1120327" y="1068430"/>
                    <a:pt x="1120765" y="1068699"/>
                  </a:cubicBezTo>
                  <a:cubicBezTo>
                    <a:pt x="1121202" y="1069002"/>
                    <a:pt x="1123356" y="1072467"/>
                    <a:pt x="1123356" y="1072467"/>
                  </a:cubicBezTo>
                  <a:lnTo>
                    <a:pt x="1125948" y="1073914"/>
                  </a:lnTo>
                  <a:lnTo>
                    <a:pt x="1127967" y="1075663"/>
                  </a:lnTo>
                  <a:lnTo>
                    <a:pt x="1129414" y="1078253"/>
                  </a:lnTo>
                  <a:lnTo>
                    <a:pt x="1130996" y="1080002"/>
                  </a:lnTo>
                  <a:lnTo>
                    <a:pt x="1131736" y="1081752"/>
                  </a:lnTo>
                  <a:lnTo>
                    <a:pt x="1131736" y="1084813"/>
                  </a:lnTo>
                  <a:lnTo>
                    <a:pt x="1133486" y="1089455"/>
                  </a:lnTo>
                  <a:lnTo>
                    <a:pt x="1133486" y="1091776"/>
                  </a:lnTo>
                  <a:lnTo>
                    <a:pt x="1133486" y="1096990"/>
                  </a:lnTo>
                  <a:lnTo>
                    <a:pt x="1132780" y="1099883"/>
                  </a:lnTo>
                  <a:lnTo>
                    <a:pt x="1131030" y="1103079"/>
                  </a:lnTo>
                  <a:cubicBezTo>
                    <a:pt x="1131030" y="1103079"/>
                    <a:pt x="1130289" y="1105097"/>
                    <a:pt x="1130155" y="1105703"/>
                  </a:cubicBezTo>
                  <a:cubicBezTo>
                    <a:pt x="1130020" y="1106275"/>
                    <a:pt x="1129852" y="1110043"/>
                    <a:pt x="1130289" y="1110614"/>
                  </a:cubicBezTo>
                  <a:cubicBezTo>
                    <a:pt x="1130727" y="1111186"/>
                    <a:pt x="1131030" y="1111758"/>
                    <a:pt x="1131030" y="1112633"/>
                  </a:cubicBezTo>
                  <a:cubicBezTo>
                    <a:pt x="1131030" y="1113507"/>
                    <a:pt x="1130895" y="1115660"/>
                    <a:pt x="1130895" y="1115660"/>
                  </a:cubicBezTo>
                  <a:lnTo>
                    <a:pt x="1130592" y="1120000"/>
                  </a:lnTo>
                  <a:lnTo>
                    <a:pt x="1133486" y="1123330"/>
                  </a:lnTo>
                  <a:lnTo>
                    <a:pt x="1135674" y="1125214"/>
                  </a:lnTo>
                  <a:cubicBezTo>
                    <a:pt x="1135674" y="1125214"/>
                    <a:pt x="1137121" y="1124642"/>
                    <a:pt x="1137693" y="1125214"/>
                  </a:cubicBezTo>
                  <a:cubicBezTo>
                    <a:pt x="1138265" y="1125786"/>
                    <a:pt x="1141765" y="1126661"/>
                    <a:pt x="1142169" y="1126661"/>
                  </a:cubicBezTo>
                  <a:cubicBezTo>
                    <a:pt x="1142607" y="1126661"/>
                    <a:pt x="1146241" y="1126526"/>
                    <a:pt x="1147083" y="1126661"/>
                  </a:cubicBezTo>
                  <a:cubicBezTo>
                    <a:pt x="1147958" y="1126795"/>
                    <a:pt x="1148092" y="1126526"/>
                    <a:pt x="1149540" y="1126661"/>
                  </a:cubicBezTo>
                  <a:cubicBezTo>
                    <a:pt x="1150987" y="1126795"/>
                    <a:pt x="1153612" y="1126593"/>
                    <a:pt x="1154184" y="1126694"/>
                  </a:cubicBezTo>
                  <a:cubicBezTo>
                    <a:pt x="1154756" y="1126795"/>
                    <a:pt x="1155934" y="1125618"/>
                    <a:pt x="1157381" y="1126694"/>
                  </a:cubicBezTo>
                  <a:cubicBezTo>
                    <a:pt x="1158828" y="1127804"/>
                    <a:pt x="1162025" y="1130697"/>
                    <a:pt x="1162463" y="1130832"/>
                  </a:cubicBezTo>
                  <a:cubicBezTo>
                    <a:pt x="1162901" y="1130966"/>
                    <a:pt x="1164651" y="1130966"/>
                    <a:pt x="1165795" y="1132413"/>
                  </a:cubicBezTo>
                  <a:cubicBezTo>
                    <a:pt x="1166939" y="1133860"/>
                    <a:pt x="1169564" y="1137190"/>
                    <a:pt x="1170271" y="1137762"/>
                  </a:cubicBezTo>
                  <a:cubicBezTo>
                    <a:pt x="1170978" y="1138333"/>
                    <a:pt x="1172290" y="1141092"/>
                    <a:pt x="1172290" y="1141092"/>
                  </a:cubicBezTo>
                  <a:cubicBezTo>
                    <a:pt x="1172290" y="1141092"/>
                    <a:pt x="1171987" y="1141967"/>
                    <a:pt x="1172290" y="1143548"/>
                  </a:cubicBezTo>
                  <a:cubicBezTo>
                    <a:pt x="1172593" y="1145129"/>
                    <a:pt x="1173165" y="1147618"/>
                    <a:pt x="1173165" y="1147618"/>
                  </a:cubicBezTo>
                  <a:cubicBezTo>
                    <a:pt x="1173165" y="1147618"/>
                    <a:pt x="1172290" y="1150646"/>
                    <a:pt x="1172290" y="1151520"/>
                  </a:cubicBezTo>
                  <a:cubicBezTo>
                    <a:pt x="1172290" y="1152395"/>
                    <a:pt x="1170978" y="1153404"/>
                    <a:pt x="1170978" y="1153404"/>
                  </a:cubicBezTo>
                  <a:lnTo>
                    <a:pt x="1167949" y="1159325"/>
                  </a:lnTo>
                  <a:lnTo>
                    <a:pt x="1165929" y="1162218"/>
                  </a:lnTo>
                  <a:lnTo>
                    <a:pt x="1164920" y="1165111"/>
                  </a:lnTo>
                  <a:lnTo>
                    <a:pt x="1164348" y="1166860"/>
                  </a:lnTo>
                  <a:lnTo>
                    <a:pt x="1163607" y="1168575"/>
                  </a:lnTo>
                  <a:lnTo>
                    <a:pt x="1164348" y="1172646"/>
                  </a:lnTo>
                  <a:lnTo>
                    <a:pt x="1164785" y="1175674"/>
                  </a:lnTo>
                  <a:lnTo>
                    <a:pt x="1164785" y="1176817"/>
                  </a:lnTo>
                  <a:lnTo>
                    <a:pt x="1164348" y="1180720"/>
                  </a:lnTo>
                  <a:lnTo>
                    <a:pt x="1164785" y="1184790"/>
                  </a:lnTo>
                  <a:lnTo>
                    <a:pt x="1164785" y="1187246"/>
                  </a:lnTo>
                  <a:lnTo>
                    <a:pt x="1164213" y="1189129"/>
                  </a:lnTo>
                  <a:lnTo>
                    <a:pt x="1164078" y="1192325"/>
                  </a:lnTo>
                  <a:lnTo>
                    <a:pt x="1163944" y="1194781"/>
                  </a:lnTo>
                  <a:lnTo>
                    <a:pt x="1164516" y="1198246"/>
                  </a:lnTo>
                  <a:lnTo>
                    <a:pt x="1164651" y="1201711"/>
                  </a:lnTo>
                  <a:lnTo>
                    <a:pt x="1164718" y="1203292"/>
                  </a:lnTo>
                  <a:lnTo>
                    <a:pt x="1165862" y="1204570"/>
                  </a:lnTo>
                  <a:lnTo>
                    <a:pt x="1167175" y="1205478"/>
                  </a:lnTo>
                  <a:lnTo>
                    <a:pt x="1169127" y="1205478"/>
                  </a:lnTo>
                  <a:cubicBezTo>
                    <a:pt x="1169127" y="1205478"/>
                    <a:pt x="1174040" y="1206454"/>
                    <a:pt x="1174276" y="1206454"/>
                  </a:cubicBezTo>
                  <a:cubicBezTo>
                    <a:pt x="1174511" y="1206454"/>
                    <a:pt x="1178348" y="1207228"/>
                    <a:pt x="1178348" y="1207228"/>
                  </a:cubicBezTo>
                  <a:lnTo>
                    <a:pt x="1181309" y="1207228"/>
                  </a:lnTo>
                  <a:lnTo>
                    <a:pt x="1184776" y="1207228"/>
                  </a:lnTo>
                  <a:cubicBezTo>
                    <a:pt x="1184776" y="1207228"/>
                    <a:pt x="1187738" y="1207362"/>
                    <a:pt x="1188175" y="1207228"/>
                  </a:cubicBezTo>
                  <a:cubicBezTo>
                    <a:pt x="1188613" y="1207093"/>
                    <a:pt x="1189858" y="1207059"/>
                    <a:pt x="1190632" y="1207059"/>
                  </a:cubicBezTo>
                  <a:cubicBezTo>
                    <a:pt x="1191440" y="1207059"/>
                    <a:pt x="1195781" y="1207228"/>
                    <a:pt x="1195781" y="1207228"/>
                  </a:cubicBezTo>
                  <a:lnTo>
                    <a:pt x="1198675" y="1207228"/>
                  </a:lnTo>
                  <a:lnTo>
                    <a:pt x="1201637" y="1207228"/>
                  </a:lnTo>
                  <a:lnTo>
                    <a:pt x="1205608" y="1207228"/>
                  </a:lnTo>
                  <a:cubicBezTo>
                    <a:pt x="1205608" y="1207228"/>
                    <a:pt x="1209377" y="1207497"/>
                    <a:pt x="1209815" y="1207295"/>
                  </a:cubicBezTo>
                  <a:cubicBezTo>
                    <a:pt x="1210252" y="1207093"/>
                    <a:pt x="1215469" y="1208741"/>
                    <a:pt x="1215469" y="1208741"/>
                  </a:cubicBezTo>
                  <a:lnTo>
                    <a:pt x="1217152" y="1209683"/>
                  </a:lnTo>
                  <a:lnTo>
                    <a:pt x="1221358" y="1210255"/>
                  </a:lnTo>
                  <a:lnTo>
                    <a:pt x="1228762" y="1211903"/>
                  </a:lnTo>
                  <a:lnTo>
                    <a:pt x="1232599" y="1212711"/>
                  </a:lnTo>
                  <a:lnTo>
                    <a:pt x="1237243" y="1214292"/>
                  </a:lnTo>
                  <a:cubicBezTo>
                    <a:pt x="1237243" y="1214292"/>
                    <a:pt x="1244715" y="1216310"/>
                    <a:pt x="1244917" y="1216310"/>
                  </a:cubicBezTo>
                  <a:cubicBezTo>
                    <a:pt x="1245119" y="1216310"/>
                    <a:pt x="1252657" y="1219270"/>
                    <a:pt x="1252960" y="1219439"/>
                  </a:cubicBezTo>
                  <a:cubicBezTo>
                    <a:pt x="1253263" y="1219573"/>
                    <a:pt x="1258681" y="1220582"/>
                    <a:pt x="1258984" y="1220751"/>
                  </a:cubicBezTo>
                  <a:cubicBezTo>
                    <a:pt x="1259287" y="1220885"/>
                    <a:pt x="1267533" y="1220952"/>
                    <a:pt x="1269047" y="1221121"/>
                  </a:cubicBezTo>
                  <a:cubicBezTo>
                    <a:pt x="1270561" y="1221255"/>
                    <a:pt x="1275004" y="1221020"/>
                    <a:pt x="1277528" y="1221020"/>
                  </a:cubicBezTo>
                  <a:cubicBezTo>
                    <a:pt x="1280052" y="1221020"/>
                    <a:pt x="1285942" y="1221121"/>
                    <a:pt x="1286211" y="1221121"/>
                  </a:cubicBezTo>
                  <a:cubicBezTo>
                    <a:pt x="1286480" y="1221121"/>
                    <a:pt x="1297788" y="1221121"/>
                    <a:pt x="1297788" y="1221121"/>
                  </a:cubicBezTo>
                  <a:lnTo>
                    <a:pt x="1307077" y="1219674"/>
                  </a:lnTo>
                  <a:cubicBezTo>
                    <a:pt x="1307077" y="1219674"/>
                    <a:pt x="1315255" y="1219741"/>
                    <a:pt x="1315558" y="1219741"/>
                  </a:cubicBezTo>
                  <a:cubicBezTo>
                    <a:pt x="1315861" y="1219741"/>
                    <a:pt x="1323029" y="1219809"/>
                    <a:pt x="1324106" y="1219674"/>
                  </a:cubicBezTo>
                  <a:cubicBezTo>
                    <a:pt x="1325183" y="1219540"/>
                    <a:pt x="1330332" y="1218867"/>
                    <a:pt x="1330635" y="1218867"/>
                  </a:cubicBezTo>
                  <a:cubicBezTo>
                    <a:pt x="1330938" y="1218867"/>
                    <a:pt x="1336289" y="1217050"/>
                    <a:pt x="1336928" y="1216781"/>
                  </a:cubicBezTo>
                  <a:cubicBezTo>
                    <a:pt x="1337568" y="1216478"/>
                    <a:pt x="1338746" y="1213956"/>
                    <a:pt x="1338880" y="1213754"/>
                  </a:cubicBezTo>
                  <a:cubicBezTo>
                    <a:pt x="1339015" y="1213552"/>
                    <a:pt x="1342212" y="1210289"/>
                    <a:pt x="1342212" y="1210289"/>
                  </a:cubicBezTo>
                  <a:cubicBezTo>
                    <a:pt x="1342212" y="1210289"/>
                    <a:pt x="1344602" y="1206588"/>
                    <a:pt x="1344736" y="1206387"/>
                  </a:cubicBezTo>
                  <a:cubicBezTo>
                    <a:pt x="1344871" y="1206185"/>
                    <a:pt x="1346823" y="1203493"/>
                    <a:pt x="1346991" y="1203191"/>
                  </a:cubicBezTo>
                  <a:cubicBezTo>
                    <a:pt x="1347126" y="1202888"/>
                    <a:pt x="1347294" y="1201610"/>
                    <a:pt x="1347933" y="1201004"/>
                  </a:cubicBezTo>
                  <a:cubicBezTo>
                    <a:pt x="1348573" y="1200432"/>
                    <a:pt x="1351467" y="1197237"/>
                    <a:pt x="1351467" y="1197237"/>
                  </a:cubicBezTo>
                  <a:cubicBezTo>
                    <a:pt x="1351467" y="1197237"/>
                    <a:pt x="1352982" y="1194915"/>
                    <a:pt x="1353284" y="1194714"/>
                  </a:cubicBezTo>
                  <a:cubicBezTo>
                    <a:pt x="1353587" y="1194512"/>
                    <a:pt x="1357861" y="1191013"/>
                    <a:pt x="1357861" y="1191013"/>
                  </a:cubicBezTo>
                  <a:lnTo>
                    <a:pt x="1361059" y="1187885"/>
                  </a:lnTo>
                  <a:lnTo>
                    <a:pt x="1365636" y="1184857"/>
                  </a:lnTo>
                  <a:lnTo>
                    <a:pt x="1368967" y="1182233"/>
                  </a:lnTo>
                  <a:cubicBezTo>
                    <a:pt x="1368967" y="1182233"/>
                    <a:pt x="1372232" y="1179408"/>
                    <a:pt x="1372299" y="1179138"/>
                  </a:cubicBezTo>
                  <a:cubicBezTo>
                    <a:pt x="1372367" y="1178836"/>
                    <a:pt x="1374823" y="1176245"/>
                    <a:pt x="1374823" y="1176245"/>
                  </a:cubicBezTo>
                  <a:cubicBezTo>
                    <a:pt x="1374823" y="1176245"/>
                    <a:pt x="1377650" y="1173655"/>
                    <a:pt x="1377852" y="1173420"/>
                  </a:cubicBezTo>
                  <a:cubicBezTo>
                    <a:pt x="1378054" y="1173218"/>
                    <a:pt x="1383136" y="1168845"/>
                    <a:pt x="1383439" y="1168710"/>
                  </a:cubicBezTo>
                  <a:cubicBezTo>
                    <a:pt x="1383742" y="1168575"/>
                    <a:pt x="1388016" y="1164505"/>
                    <a:pt x="1388655" y="1164371"/>
                  </a:cubicBezTo>
                  <a:cubicBezTo>
                    <a:pt x="1389295" y="1164236"/>
                    <a:pt x="1391718" y="1162991"/>
                    <a:pt x="1392223" y="1162689"/>
                  </a:cubicBezTo>
                  <a:cubicBezTo>
                    <a:pt x="1392728" y="1162386"/>
                    <a:pt x="1399122" y="1162117"/>
                    <a:pt x="1399324" y="1161949"/>
                  </a:cubicBezTo>
                  <a:cubicBezTo>
                    <a:pt x="1399526" y="1161814"/>
                    <a:pt x="1402588" y="1161679"/>
                    <a:pt x="1403396" y="1161511"/>
                  </a:cubicBezTo>
                  <a:cubicBezTo>
                    <a:pt x="1404204" y="1161377"/>
                    <a:pt x="1408310" y="1161646"/>
                    <a:pt x="1408747" y="1161713"/>
                  </a:cubicBezTo>
                  <a:cubicBezTo>
                    <a:pt x="1409185" y="1161780"/>
                    <a:pt x="1412146" y="1161276"/>
                    <a:pt x="1412146" y="1161276"/>
                  </a:cubicBezTo>
                  <a:lnTo>
                    <a:pt x="1418440" y="1160468"/>
                  </a:lnTo>
                  <a:lnTo>
                    <a:pt x="1425238" y="1159829"/>
                  </a:lnTo>
                  <a:lnTo>
                    <a:pt x="1434594" y="1157441"/>
                  </a:lnTo>
                  <a:lnTo>
                    <a:pt x="1442132" y="1152664"/>
                  </a:lnTo>
                  <a:cubicBezTo>
                    <a:pt x="1442132" y="1152664"/>
                    <a:pt x="1445969" y="1151857"/>
                    <a:pt x="1446205" y="1151789"/>
                  </a:cubicBezTo>
                  <a:cubicBezTo>
                    <a:pt x="1446407" y="1151722"/>
                    <a:pt x="1451421" y="1149603"/>
                    <a:pt x="1452061" y="1149266"/>
                  </a:cubicBezTo>
                  <a:cubicBezTo>
                    <a:pt x="1452700" y="1148896"/>
                    <a:pt x="1454820" y="1147954"/>
                    <a:pt x="1454820" y="1147954"/>
                  </a:cubicBezTo>
                  <a:lnTo>
                    <a:pt x="1467138" y="1144422"/>
                  </a:lnTo>
                  <a:lnTo>
                    <a:pt x="1473869" y="1141395"/>
                  </a:lnTo>
                  <a:cubicBezTo>
                    <a:pt x="1473869" y="1141395"/>
                    <a:pt x="1479388" y="1140150"/>
                    <a:pt x="1479893" y="1140015"/>
                  </a:cubicBezTo>
                  <a:cubicBezTo>
                    <a:pt x="1480398" y="1139881"/>
                    <a:pt x="1487566" y="1139074"/>
                    <a:pt x="1487802" y="1139006"/>
                  </a:cubicBezTo>
                  <a:cubicBezTo>
                    <a:pt x="1488037" y="1138939"/>
                    <a:pt x="1494331" y="1137122"/>
                    <a:pt x="1494701" y="1136853"/>
                  </a:cubicBezTo>
                  <a:cubicBezTo>
                    <a:pt x="1495071" y="1136551"/>
                    <a:pt x="1498167" y="1133220"/>
                    <a:pt x="1498167" y="1133220"/>
                  </a:cubicBezTo>
                  <a:lnTo>
                    <a:pt x="1499682" y="1130630"/>
                  </a:lnTo>
                  <a:lnTo>
                    <a:pt x="1502509" y="1126560"/>
                  </a:lnTo>
                  <a:lnTo>
                    <a:pt x="1504898" y="1123162"/>
                  </a:lnTo>
                  <a:lnTo>
                    <a:pt x="1507591" y="1120706"/>
                  </a:lnTo>
                  <a:cubicBezTo>
                    <a:pt x="1507591" y="1120706"/>
                    <a:pt x="1510350" y="1118385"/>
                    <a:pt x="1510788" y="1118251"/>
                  </a:cubicBezTo>
                  <a:cubicBezTo>
                    <a:pt x="1511225" y="1118116"/>
                    <a:pt x="1514423" y="1115930"/>
                    <a:pt x="1514423" y="1115930"/>
                  </a:cubicBezTo>
                  <a:lnTo>
                    <a:pt x="1518326" y="1114248"/>
                  </a:lnTo>
                  <a:lnTo>
                    <a:pt x="1523980" y="1110345"/>
                  </a:lnTo>
                  <a:lnTo>
                    <a:pt x="1530005" y="1108596"/>
                  </a:lnTo>
                  <a:cubicBezTo>
                    <a:pt x="1530005" y="1108596"/>
                    <a:pt x="1534279" y="1104963"/>
                    <a:pt x="1534716" y="1104627"/>
                  </a:cubicBezTo>
                  <a:cubicBezTo>
                    <a:pt x="1535154" y="1104257"/>
                    <a:pt x="1538048" y="1103382"/>
                    <a:pt x="1538486" y="1103180"/>
                  </a:cubicBezTo>
                  <a:cubicBezTo>
                    <a:pt x="1538923" y="1102978"/>
                    <a:pt x="1542053" y="1100859"/>
                    <a:pt x="1542053" y="1100859"/>
                  </a:cubicBezTo>
                  <a:lnTo>
                    <a:pt x="1544880" y="1100119"/>
                  </a:lnTo>
                  <a:cubicBezTo>
                    <a:pt x="1544880" y="1100119"/>
                    <a:pt x="1546697" y="1099816"/>
                    <a:pt x="1547269" y="1099816"/>
                  </a:cubicBezTo>
                  <a:cubicBezTo>
                    <a:pt x="1547842" y="1099816"/>
                    <a:pt x="1550904" y="1099682"/>
                    <a:pt x="1550904" y="1099682"/>
                  </a:cubicBezTo>
                  <a:lnTo>
                    <a:pt x="1552991" y="1100119"/>
                  </a:lnTo>
                  <a:lnTo>
                    <a:pt x="1555750" y="1100758"/>
                  </a:lnTo>
                  <a:lnTo>
                    <a:pt x="1558510" y="1103214"/>
                  </a:lnTo>
                  <a:cubicBezTo>
                    <a:pt x="1558510" y="1103214"/>
                    <a:pt x="1561202" y="1105838"/>
                    <a:pt x="1561472" y="1106040"/>
                  </a:cubicBezTo>
                  <a:cubicBezTo>
                    <a:pt x="1561741" y="1106241"/>
                    <a:pt x="1564366" y="1108932"/>
                    <a:pt x="1564803" y="1109235"/>
                  </a:cubicBezTo>
                  <a:cubicBezTo>
                    <a:pt x="1565241" y="1109538"/>
                    <a:pt x="1566688" y="1110682"/>
                    <a:pt x="1567698" y="1111556"/>
                  </a:cubicBezTo>
                  <a:cubicBezTo>
                    <a:pt x="1568707" y="1112431"/>
                    <a:pt x="1570895" y="1113440"/>
                    <a:pt x="1571534" y="1113878"/>
                  </a:cubicBezTo>
                  <a:cubicBezTo>
                    <a:pt x="1572174" y="1114315"/>
                    <a:pt x="1573924" y="1115963"/>
                    <a:pt x="1574429" y="1116333"/>
                  </a:cubicBezTo>
                  <a:cubicBezTo>
                    <a:pt x="1574934" y="1116703"/>
                    <a:pt x="1576381" y="1117410"/>
                    <a:pt x="1576818" y="1117578"/>
                  </a:cubicBezTo>
                  <a:cubicBezTo>
                    <a:pt x="1577256" y="1117712"/>
                    <a:pt x="1578198" y="1118150"/>
                    <a:pt x="1579645" y="1118284"/>
                  </a:cubicBezTo>
                  <a:cubicBezTo>
                    <a:pt x="1581092" y="1118419"/>
                    <a:pt x="1584491" y="1117040"/>
                    <a:pt x="1584491" y="1117040"/>
                  </a:cubicBezTo>
                  <a:cubicBezTo>
                    <a:pt x="1584491" y="1117040"/>
                    <a:pt x="1586376" y="1115660"/>
                    <a:pt x="1586578" y="1115660"/>
                  </a:cubicBezTo>
                  <a:cubicBezTo>
                    <a:pt x="1586780" y="1115660"/>
                    <a:pt x="1590482" y="1113777"/>
                    <a:pt x="1590482" y="1113777"/>
                  </a:cubicBezTo>
                  <a:lnTo>
                    <a:pt x="1591559" y="1112196"/>
                  </a:lnTo>
                  <a:lnTo>
                    <a:pt x="1592804" y="1111556"/>
                  </a:lnTo>
                  <a:cubicBezTo>
                    <a:pt x="1592804" y="1111556"/>
                    <a:pt x="1594689" y="1111691"/>
                    <a:pt x="1594891" y="1111691"/>
                  </a:cubicBezTo>
                  <a:cubicBezTo>
                    <a:pt x="1595126" y="1111691"/>
                    <a:pt x="1596775" y="1111624"/>
                    <a:pt x="1596775" y="1111624"/>
                  </a:cubicBezTo>
                  <a:lnTo>
                    <a:pt x="1598660" y="1111758"/>
                  </a:lnTo>
                  <a:lnTo>
                    <a:pt x="1599266" y="1112936"/>
                  </a:lnTo>
                  <a:lnTo>
                    <a:pt x="1599535" y="1114752"/>
                  </a:lnTo>
                  <a:lnTo>
                    <a:pt x="1599535" y="1115997"/>
                  </a:lnTo>
                  <a:lnTo>
                    <a:pt x="1599535" y="1117746"/>
                  </a:lnTo>
                  <a:lnTo>
                    <a:pt x="1599535" y="1119495"/>
                  </a:lnTo>
                  <a:cubicBezTo>
                    <a:pt x="1599535" y="1119495"/>
                    <a:pt x="1599232" y="1120303"/>
                    <a:pt x="1599535" y="1120740"/>
                  </a:cubicBezTo>
                  <a:cubicBezTo>
                    <a:pt x="1599838" y="1121177"/>
                    <a:pt x="1599771" y="1121447"/>
                    <a:pt x="1600275" y="1121749"/>
                  </a:cubicBezTo>
                  <a:cubicBezTo>
                    <a:pt x="1600780" y="1122052"/>
                    <a:pt x="1600578" y="1122893"/>
                    <a:pt x="1602362" y="1123128"/>
                  </a:cubicBezTo>
                  <a:cubicBezTo>
                    <a:pt x="1604179" y="1123330"/>
                    <a:pt x="1605559" y="1123498"/>
                    <a:pt x="1606131" y="1123330"/>
                  </a:cubicBezTo>
                  <a:cubicBezTo>
                    <a:pt x="1606703" y="1123196"/>
                    <a:pt x="1607208" y="1122321"/>
                    <a:pt x="1608319" y="1122321"/>
                  </a:cubicBezTo>
                  <a:cubicBezTo>
                    <a:pt x="1609396" y="1122321"/>
                    <a:pt x="1609833" y="1121514"/>
                    <a:pt x="1610473" y="1122018"/>
                  </a:cubicBezTo>
                  <a:cubicBezTo>
                    <a:pt x="1611112" y="1122523"/>
                    <a:pt x="1611617" y="1123027"/>
                    <a:pt x="1612054" y="1123902"/>
                  </a:cubicBezTo>
                  <a:cubicBezTo>
                    <a:pt x="1612492" y="1124777"/>
                    <a:pt x="1612694" y="1125719"/>
                    <a:pt x="1613199" y="1126291"/>
                  </a:cubicBezTo>
                  <a:cubicBezTo>
                    <a:pt x="1613704" y="1126862"/>
                    <a:pt x="1615218" y="1128612"/>
                    <a:pt x="1615521" y="1128914"/>
                  </a:cubicBezTo>
                  <a:cubicBezTo>
                    <a:pt x="1615824" y="1129217"/>
                    <a:pt x="1617910" y="1131673"/>
                    <a:pt x="1617910" y="1131673"/>
                  </a:cubicBezTo>
                  <a:lnTo>
                    <a:pt x="1620367" y="1133691"/>
                  </a:lnTo>
                  <a:lnTo>
                    <a:pt x="1622252" y="1135878"/>
                  </a:lnTo>
                  <a:cubicBezTo>
                    <a:pt x="1622252" y="1135878"/>
                    <a:pt x="1625012" y="1139477"/>
                    <a:pt x="1625449" y="1139780"/>
                  </a:cubicBezTo>
                  <a:cubicBezTo>
                    <a:pt x="1625887" y="1140083"/>
                    <a:pt x="1628074" y="1141798"/>
                    <a:pt x="1628074" y="1141798"/>
                  </a:cubicBezTo>
                  <a:cubicBezTo>
                    <a:pt x="1628074" y="1141798"/>
                    <a:pt x="1628949" y="1142236"/>
                    <a:pt x="1630531" y="1142942"/>
                  </a:cubicBezTo>
                  <a:cubicBezTo>
                    <a:pt x="1632113" y="1143682"/>
                    <a:pt x="1634738" y="1145835"/>
                    <a:pt x="1634738" y="1145835"/>
                  </a:cubicBezTo>
                  <a:cubicBezTo>
                    <a:pt x="1634738" y="1145835"/>
                    <a:pt x="1637329" y="1148594"/>
                    <a:pt x="1638070" y="1148728"/>
                  </a:cubicBezTo>
                  <a:cubicBezTo>
                    <a:pt x="1638810" y="1148863"/>
                    <a:pt x="1642714" y="1151756"/>
                    <a:pt x="1642714" y="1151756"/>
                  </a:cubicBezTo>
                  <a:lnTo>
                    <a:pt x="1646483" y="1155658"/>
                  </a:lnTo>
                  <a:cubicBezTo>
                    <a:pt x="1646483" y="1155658"/>
                    <a:pt x="1648671" y="1155658"/>
                    <a:pt x="1648805" y="1156095"/>
                  </a:cubicBezTo>
                  <a:cubicBezTo>
                    <a:pt x="1648940" y="1156533"/>
                    <a:pt x="1650690" y="1156835"/>
                    <a:pt x="1650690" y="1156835"/>
                  </a:cubicBezTo>
                  <a:cubicBezTo>
                    <a:pt x="1650690" y="1156835"/>
                    <a:pt x="1654156" y="1157273"/>
                    <a:pt x="1654325" y="1157710"/>
                  </a:cubicBezTo>
                  <a:cubicBezTo>
                    <a:pt x="1654459" y="1158147"/>
                    <a:pt x="1654628" y="1158147"/>
                    <a:pt x="1655200" y="1158282"/>
                  </a:cubicBezTo>
                  <a:cubicBezTo>
                    <a:pt x="1655772" y="1158416"/>
                    <a:pt x="1660719" y="1158282"/>
                    <a:pt x="1660854" y="1159022"/>
                  </a:cubicBezTo>
                  <a:cubicBezTo>
                    <a:pt x="1660988" y="1159762"/>
                    <a:pt x="1662873" y="1160166"/>
                    <a:pt x="1663310" y="1160906"/>
                  </a:cubicBezTo>
                  <a:cubicBezTo>
                    <a:pt x="1663748" y="1161646"/>
                    <a:pt x="1666508" y="1164236"/>
                    <a:pt x="1666508" y="1164236"/>
                  </a:cubicBezTo>
                  <a:cubicBezTo>
                    <a:pt x="1666508" y="1164236"/>
                    <a:pt x="1667820" y="1165111"/>
                    <a:pt x="1668527" y="1165111"/>
                  </a:cubicBezTo>
                  <a:cubicBezTo>
                    <a:pt x="1669267" y="1165111"/>
                    <a:pt x="1669402" y="1166860"/>
                    <a:pt x="1669536" y="1167432"/>
                  </a:cubicBezTo>
                  <a:cubicBezTo>
                    <a:pt x="1669671" y="1168004"/>
                    <a:pt x="1669402" y="1169618"/>
                    <a:pt x="1669536" y="1170459"/>
                  </a:cubicBezTo>
                  <a:cubicBezTo>
                    <a:pt x="1669671" y="1171334"/>
                    <a:pt x="1669335" y="1172343"/>
                    <a:pt x="1669570" y="1173352"/>
                  </a:cubicBezTo>
                  <a:cubicBezTo>
                    <a:pt x="1669806" y="1174362"/>
                    <a:pt x="1668460" y="1175808"/>
                    <a:pt x="1669570" y="1176683"/>
                  </a:cubicBezTo>
                  <a:cubicBezTo>
                    <a:pt x="1670681" y="1177557"/>
                    <a:pt x="1670109" y="1178264"/>
                    <a:pt x="1671690" y="1178701"/>
                  </a:cubicBezTo>
                  <a:cubicBezTo>
                    <a:pt x="1673272" y="1179138"/>
                    <a:pt x="1673710" y="1179138"/>
                    <a:pt x="1675157" y="1178836"/>
                  </a:cubicBezTo>
                  <a:cubicBezTo>
                    <a:pt x="1676604" y="1178533"/>
                    <a:pt x="1675628" y="1178264"/>
                    <a:pt x="1677142" y="1177389"/>
                  </a:cubicBezTo>
                  <a:cubicBezTo>
                    <a:pt x="1678657" y="1176515"/>
                    <a:pt x="1678657" y="1176077"/>
                    <a:pt x="1679667" y="1175068"/>
                  </a:cubicBezTo>
                  <a:cubicBezTo>
                    <a:pt x="1680676" y="1174059"/>
                    <a:pt x="1681551" y="1172881"/>
                    <a:pt x="1681551" y="1172881"/>
                  </a:cubicBezTo>
                  <a:lnTo>
                    <a:pt x="1682696" y="1171738"/>
                  </a:lnTo>
                  <a:lnTo>
                    <a:pt x="1683570" y="1170560"/>
                  </a:lnTo>
                  <a:lnTo>
                    <a:pt x="1684883" y="1169248"/>
                  </a:lnTo>
                  <a:cubicBezTo>
                    <a:pt x="1684883" y="1169248"/>
                    <a:pt x="1685018" y="1168374"/>
                    <a:pt x="1685623" y="1168239"/>
                  </a:cubicBezTo>
                  <a:cubicBezTo>
                    <a:pt x="1686196" y="1168105"/>
                    <a:pt x="1685926" y="1168239"/>
                    <a:pt x="1687811" y="1167667"/>
                  </a:cubicBezTo>
                  <a:cubicBezTo>
                    <a:pt x="1689696" y="1167095"/>
                    <a:pt x="1689999" y="1166221"/>
                    <a:pt x="1692152" y="1166086"/>
                  </a:cubicBezTo>
                  <a:cubicBezTo>
                    <a:pt x="1694340" y="1165952"/>
                    <a:pt x="1695047" y="1165649"/>
                    <a:pt x="1695047" y="1165649"/>
                  </a:cubicBezTo>
                  <a:lnTo>
                    <a:pt x="1698513" y="1165212"/>
                  </a:lnTo>
                  <a:cubicBezTo>
                    <a:pt x="1698513" y="1165212"/>
                    <a:pt x="1701105" y="1164774"/>
                    <a:pt x="1701980" y="1164472"/>
                  </a:cubicBezTo>
                  <a:cubicBezTo>
                    <a:pt x="1702855" y="1164169"/>
                    <a:pt x="1704739" y="1165043"/>
                    <a:pt x="1705008" y="1164034"/>
                  </a:cubicBezTo>
                  <a:cubicBezTo>
                    <a:pt x="1705311" y="1163025"/>
                    <a:pt x="1707465" y="1162285"/>
                    <a:pt x="1707331" y="1160569"/>
                  </a:cubicBezTo>
                  <a:cubicBezTo>
                    <a:pt x="1707196" y="1158820"/>
                    <a:pt x="1707028" y="1157979"/>
                    <a:pt x="1706758" y="1157239"/>
                  </a:cubicBezTo>
                  <a:cubicBezTo>
                    <a:pt x="1706456" y="1156533"/>
                    <a:pt x="1705749" y="1155658"/>
                    <a:pt x="1705614" y="1154346"/>
                  </a:cubicBezTo>
                  <a:cubicBezTo>
                    <a:pt x="1705480" y="1153034"/>
                    <a:pt x="1705917" y="1153909"/>
                    <a:pt x="1705480" y="1153034"/>
                  </a:cubicBezTo>
                  <a:cubicBezTo>
                    <a:pt x="1705042" y="1152159"/>
                    <a:pt x="1705278" y="1151285"/>
                    <a:pt x="1705278" y="1150713"/>
                  </a:cubicBezTo>
                  <a:cubicBezTo>
                    <a:pt x="1705278" y="1150141"/>
                    <a:pt x="1705648" y="1148829"/>
                    <a:pt x="1705648" y="1148392"/>
                  </a:cubicBezTo>
                  <a:cubicBezTo>
                    <a:pt x="1705648" y="1147954"/>
                    <a:pt x="1705648" y="1145499"/>
                    <a:pt x="1705648" y="1145499"/>
                  </a:cubicBezTo>
                  <a:lnTo>
                    <a:pt x="1705648" y="1142034"/>
                  </a:lnTo>
                  <a:lnTo>
                    <a:pt x="1705648" y="1140285"/>
                  </a:lnTo>
                  <a:cubicBezTo>
                    <a:pt x="1705648" y="1140285"/>
                    <a:pt x="1705076" y="1138703"/>
                    <a:pt x="1705076" y="1137829"/>
                  </a:cubicBezTo>
                  <a:cubicBezTo>
                    <a:pt x="1705076" y="1136954"/>
                    <a:pt x="1705379" y="1135945"/>
                    <a:pt x="1705513" y="1135071"/>
                  </a:cubicBezTo>
                  <a:cubicBezTo>
                    <a:pt x="1705648" y="1134196"/>
                    <a:pt x="1705210" y="1134196"/>
                    <a:pt x="1705951" y="1133321"/>
                  </a:cubicBezTo>
                  <a:cubicBezTo>
                    <a:pt x="1706691" y="1132447"/>
                    <a:pt x="1706388" y="1132749"/>
                    <a:pt x="1707398" y="1132144"/>
                  </a:cubicBezTo>
                  <a:cubicBezTo>
                    <a:pt x="1708407" y="1131572"/>
                    <a:pt x="1707970" y="1132009"/>
                    <a:pt x="1709552" y="1131000"/>
                  </a:cubicBezTo>
                  <a:cubicBezTo>
                    <a:pt x="1711134" y="1129991"/>
                    <a:pt x="1711436" y="1129856"/>
                    <a:pt x="1711739" y="1129251"/>
                  </a:cubicBezTo>
                  <a:cubicBezTo>
                    <a:pt x="1712042" y="1128679"/>
                    <a:pt x="1713052" y="1126627"/>
                    <a:pt x="1713489" y="1126358"/>
                  </a:cubicBezTo>
                  <a:cubicBezTo>
                    <a:pt x="1713927" y="1126055"/>
                    <a:pt x="1714936" y="1124339"/>
                    <a:pt x="1715812" y="1123734"/>
                  </a:cubicBezTo>
                  <a:cubicBezTo>
                    <a:pt x="1716687" y="1123162"/>
                    <a:pt x="1717124" y="1123162"/>
                    <a:pt x="1717562" y="1122288"/>
                  </a:cubicBezTo>
                  <a:cubicBezTo>
                    <a:pt x="1717999" y="1121413"/>
                    <a:pt x="1719143" y="1119966"/>
                    <a:pt x="1719446" y="1119529"/>
                  </a:cubicBezTo>
                  <a:cubicBezTo>
                    <a:pt x="1719749" y="1119092"/>
                    <a:pt x="1720321" y="1118520"/>
                    <a:pt x="1720624" y="1118083"/>
                  </a:cubicBezTo>
                  <a:cubicBezTo>
                    <a:pt x="1720927" y="1117645"/>
                    <a:pt x="1721768" y="1116636"/>
                    <a:pt x="1721937" y="1116064"/>
                  </a:cubicBezTo>
                  <a:cubicBezTo>
                    <a:pt x="1722071" y="1115492"/>
                    <a:pt x="1721432" y="1115055"/>
                    <a:pt x="1722139" y="1114180"/>
                  </a:cubicBezTo>
                  <a:cubicBezTo>
                    <a:pt x="1722879" y="1113306"/>
                    <a:pt x="1723081" y="1112868"/>
                    <a:pt x="1723081" y="1112296"/>
                  </a:cubicBezTo>
                  <a:cubicBezTo>
                    <a:pt x="1723081" y="1111725"/>
                    <a:pt x="1723081" y="1110715"/>
                    <a:pt x="1723081" y="1110715"/>
                  </a:cubicBezTo>
                  <a:lnTo>
                    <a:pt x="1723081" y="1108966"/>
                  </a:lnTo>
                  <a:lnTo>
                    <a:pt x="1723889" y="1106140"/>
                  </a:lnTo>
                  <a:cubicBezTo>
                    <a:pt x="1723889" y="1106140"/>
                    <a:pt x="1724393" y="1103752"/>
                    <a:pt x="1724461" y="1103550"/>
                  </a:cubicBezTo>
                  <a:cubicBezTo>
                    <a:pt x="1724528" y="1103348"/>
                    <a:pt x="1725773" y="1101229"/>
                    <a:pt x="1725773" y="1101229"/>
                  </a:cubicBezTo>
                  <a:lnTo>
                    <a:pt x="1726413" y="1099412"/>
                  </a:lnTo>
                  <a:cubicBezTo>
                    <a:pt x="1726413" y="1099412"/>
                    <a:pt x="1727658" y="1098168"/>
                    <a:pt x="1727860" y="1098101"/>
                  </a:cubicBezTo>
                  <a:cubicBezTo>
                    <a:pt x="1728062" y="1098033"/>
                    <a:pt x="1729745" y="1097091"/>
                    <a:pt x="1729745" y="1097091"/>
                  </a:cubicBezTo>
                  <a:lnTo>
                    <a:pt x="1731697" y="1096452"/>
                  </a:lnTo>
                  <a:cubicBezTo>
                    <a:pt x="1731697" y="1096452"/>
                    <a:pt x="1733211" y="1095948"/>
                    <a:pt x="1733447" y="1095948"/>
                  </a:cubicBezTo>
                  <a:cubicBezTo>
                    <a:pt x="1733682" y="1095948"/>
                    <a:pt x="1734591" y="1096082"/>
                    <a:pt x="1734894" y="1096082"/>
                  </a:cubicBezTo>
                  <a:cubicBezTo>
                    <a:pt x="1735197" y="1096082"/>
                    <a:pt x="1736846" y="1096217"/>
                    <a:pt x="1737149" y="1096217"/>
                  </a:cubicBezTo>
                  <a:cubicBezTo>
                    <a:pt x="1737451" y="1096217"/>
                    <a:pt x="1739033" y="1096789"/>
                    <a:pt x="1739235" y="1096856"/>
                  </a:cubicBezTo>
                  <a:cubicBezTo>
                    <a:pt x="1739437" y="1096923"/>
                    <a:pt x="1740615" y="1098538"/>
                    <a:pt x="1740985" y="1098874"/>
                  </a:cubicBezTo>
                  <a:cubicBezTo>
                    <a:pt x="1741355" y="1099244"/>
                    <a:pt x="1742231" y="1101565"/>
                    <a:pt x="1742231" y="1101565"/>
                  </a:cubicBezTo>
                  <a:lnTo>
                    <a:pt x="1742231" y="1103752"/>
                  </a:lnTo>
                  <a:lnTo>
                    <a:pt x="1742971" y="1106140"/>
                  </a:lnTo>
                  <a:cubicBezTo>
                    <a:pt x="1742971" y="1106140"/>
                    <a:pt x="1743408" y="1107520"/>
                    <a:pt x="1743476" y="1107822"/>
                  </a:cubicBezTo>
                  <a:cubicBezTo>
                    <a:pt x="1743543" y="1108125"/>
                    <a:pt x="1744654" y="1110514"/>
                    <a:pt x="1744654" y="1110514"/>
                  </a:cubicBezTo>
                  <a:cubicBezTo>
                    <a:pt x="1744654" y="1110514"/>
                    <a:pt x="1745158" y="1112330"/>
                    <a:pt x="1745798" y="1112700"/>
                  </a:cubicBezTo>
                  <a:cubicBezTo>
                    <a:pt x="1746437" y="1113070"/>
                    <a:pt x="1747447" y="1114079"/>
                    <a:pt x="1747817" y="1114584"/>
                  </a:cubicBezTo>
                  <a:cubicBezTo>
                    <a:pt x="1748187" y="1115089"/>
                    <a:pt x="1749264" y="1115728"/>
                    <a:pt x="1750139" y="1115896"/>
                  </a:cubicBezTo>
                  <a:cubicBezTo>
                    <a:pt x="1751014" y="1116030"/>
                    <a:pt x="1749769" y="1116030"/>
                    <a:pt x="1752394" y="1115829"/>
                  </a:cubicBezTo>
                  <a:cubicBezTo>
                    <a:pt x="1755019" y="1115627"/>
                    <a:pt x="1756668" y="1114954"/>
                    <a:pt x="1756668" y="1114954"/>
                  </a:cubicBezTo>
                  <a:lnTo>
                    <a:pt x="1758755" y="1115761"/>
                  </a:lnTo>
                  <a:lnTo>
                    <a:pt x="1760404" y="1116199"/>
                  </a:lnTo>
                  <a:cubicBezTo>
                    <a:pt x="1760404" y="1116199"/>
                    <a:pt x="1762423" y="1116905"/>
                    <a:pt x="1763365" y="1117141"/>
                  </a:cubicBezTo>
                  <a:cubicBezTo>
                    <a:pt x="1764308" y="1117376"/>
                    <a:pt x="1766193" y="1119159"/>
                    <a:pt x="1766193" y="1119159"/>
                  </a:cubicBezTo>
                  <a:cubicBezTo>
                    <a:pt x="1766193" y="1119159"/>
                    <a:pt x="1766933" y="1120404"/>
                    <a:pt x="1767067" y="1120673"/>
                  </a:cubicBezTo>
                  <a:cubicBezTo>
                    <a:pt x="1767202" y="1120976"/>
                    <a:pt x="1766697" y="1122052"/>
                    <a:pt x="1767067" y="1122624"/>
                  </a:cubicBezTo>
                  <a:cubicBezTo>
                    <a:pt x="1767438" y="1123196"/>
                    <a:pt x="1767202" y="1122859"/>
                    <a:pt x="1767101" y="1124878"/>
                  </a:cubicBezTo>
                  <a:cubicBezTo>
                    <a:pt x="1767000" y="1126896"/>
                    <a:pt x="1766865" y="1128713"/>
                    <a:pt x="1766865" y="1128713"/>
                  </a:cubicBezTo>
                  <a:lnTo>
                    <a:pt x="1766293" y="1130731"/>
                  </a:lnTo>
                  <a:lnTo>
                    <a:pt x="1766563" y="1133489"/>
                  </a:lnTo>
                  <a:lnTo>
                    <a:pt x="1766563" y="1135071"/>
                  </a:lnTo>
                  <a:lnTo>
                    <a:pt x="1768144" y="1137526"/>
                  </a:lnTo>
                  <a:lnTo>
                    <a:pt x="1770029" y="1139847"/>
                  </a:lnTo>
                  <a:cubicBezTo>
                    <a:pt x="1770029" y="1139847"/>
                    <a:pt x="1772116" y="1139982"/>
                    <a:pt x="1772991" y="1140554"/>
                  </a:cubicBezTo>
                  <a:cubicBezTo>
                    <a:pt x="1773866" y="1141126"/>
                    <a:pt x="1775010" y="1141294"/>
                    <a:pt x="1776390" y="1141294"/>
                  </a:cubicBezTo>
                  <a:cubicBezTo>
                    <a:pt x="1777770" y="1141294"/>
                    <a:pt x="1779419" y="1141798"/>
                    <a:pt x="1779419" y="1141798"/>
                  </a:cubicBezTo>
                  <a:lnTo>
                    <a:pt x="1781808" y="1142875"/>
                  </a:lnTo>
                  <a:lnTo>
                    <a:pt x="1783626" y="1143884"/>
                  </a:lnTo>
                  <a:lnTo>
                    <a:pt x="1785645" y="1146138"/>
                  </a:lnTo>
                  <a:lnTo>
                    <a:pt x="1787159" y="1144961"/>
                  </a:lnTo>
                  <a:cubicBezTo>
                    <a:pt x="1787159" y="1144961"/>
                    <a:pt x="1789010" y="1143009"/>
                    <a:pt x="1789347" y="1143009"/>
                  </a:cubicBezTo>
                  <a:cubicBezTo>
                    <a:pt x="1789683" y="1143009"/>
                    <a:pt x="1791097" y="1141597"/>
                    <a:pt x="1791534" y="1141597"/>
                  </a:cubicBezTo>
                  <a:cubicBezTo>
                    <a:pt x="1791972" y="1141597"/>
                    <a:pt x="1793587" y="1140621"/>
                    <a:pt x="1793587" y="1140621"/>
                  </a:cubicBezTo>
                  <a:cubicBezTo>
                    <a:pt x="1793587" y="1140621"/>
                    <a:pt x="1795001" y="1139746"/>
                    <a:pt x="1795438" y="1139746"/>
                  </a:cubicBezTo>
                  <a:cubicBezTo>
                    <a:pt x="1795876" y="1139746"/>
                    <a:pt x="1798030" y="1138132"/>
                    <a:pt x="1798030" y="1138132"/>
                  </a:cubicBezTo>
                  <a:cubicBezTo>
                    <a:pt x="1798030" y="1138132"/>
                    <a:pt x="1799881" y="1136383"/>
                    <a:pt x="1800318" y="1136180"/>
                  </a:cubicBezTo>
                  <a:cubicBezTo>
                    <a:pt x="1800756" y="1135979"/>
                    <a:pt x="1802169" y="1135205"/>
                    <a:pt x="1802607" y="1134667"/>
                  </a:cubicBezTo>
                  <a:cubicBezTo>
                    <a:pt x="1803044" y="1134129"/>
                    <a:pt x="1804020" y="1132817"/>
                    <a:pt x="1804357" y="1132043"/>
                  </a:cubicBezTo>
                  <a:cubicBezTo>
                    <a:pt x="1804693" y="1131269"/>
                    <a:pt x="1804121" y="1127905"/>
                    <a:pt x="1804121" y="1127905"/>
                  </a:cubicBezTo>
                  <a:cubicBezTo>
                    <a:pt x="1804121" y="1127905"/>
                    <a:pt x="1804054" y="1125079"/>
                    <a:pt x="1803751" y="1124743"/>
                  </a:cubicBezTo>
                  <a:cubicBezTo>
                    <a:pt x="1803415" y="1124407"/>
                    <a:pt x="1801294" y="1122456"/>
                    <a:pt x="1801294" y="1121917"/>
                  </a:cubicBezTo>
                  <a:cubicBezTo>
                    <a:pt x="1801294" y="1121379"/>
                    <a:pt x="1801294" y="1119428"/>
                    <a:pt x="1801294" y="1119428"/>
                  </a:cubicBezTo>
                  <a:lnTo>
                    <a:pt x="1802708" y="1116703"/>
                  </a:lnTo>
                  <a:lnTo>
                    <a:pt x="1803684" y="1115526"/>
                  </a:lnTo>
                  <a:cubicBezTo>
                    <a:pt x="1803684" y="1115526"/>
                    <a:pt x="1806309" y="1114550"/>
                    <a:pt x="1806948" y="1114449"/>
                  </a:cubicBezTo>
                  <a:cubicBezTo>
                    <a:pt x="1807588" y="1114348"/>
                    <a:pt x="1809775" y="1114449"/>
                    <a:pt x="1809775" y="1114449"/>
                  </a:cubicBezTo>
                  <a:cubicBezTo>
                    <a:pt x="1809775" y="1114449"/>
                    <a:pt x="1810852" y="1114786"/>
                    <a:pt x="1811525" y="1114416"/>
                  </a:cubicBezTo>
                  <a:cubicBezTo>
                    <a:pt x="1812165" y="1114046"/>
                    <a:pt x="1813915" y="1115761"/>
                    <a:pt x="1813915" y="1115761"/>
                  </a:cubicBezTo>
                  <a:cubicBezTo>
                    <a:pt x="1813915" y="1115761"/>
                    <a:pt x="1814790" y="1117174"/>
                    <a:pt x="1814790" y="1117612"/>
                  </a:cubicBezTo>
                  <a:cubicBezTo>
                    <a:pt x="1814790" y="1118049"/>
                    <a:pt x="1815564" y="1119798"/>
                    <a:pt x="1815564" y="1119798"/>
                  </a:cubicBezTo>
                  <a:lnTo>
                    <a:pt x="1816977" y="1123700"/>
                  </a:lnTo>
                  <a:cubicBezTo>
                    <a:pt x="1816977" y="1123700"/>
                    <a:pt x="1817179" y="1125450"/>
                    <a:pt x="1817179" y="1125887"/>
                  </a:cubicBezTo>
                  <a:cubicBezTo>
                    <a:pt x="1817179" y="1126324"/>
                    <a:pt x="1816203" y="1128174"/>
                    <a:pt x="1816203" y="1128612"/>
                  </a:cubicBezTo>
                  <a:cubicBezTo>
                    <a:pt x="1816203" y="1129049"/>
                    <a:pt x="1816001" y="1130664"/>
                    <a:pt x="1816001" y="1130664"/>
                  </a:cubicBezTo>
                  <a:cubicBezTo>
                    <a:pt x="1816001" y="1130664"/>
                    <a:pt x="1816001" y="1132951"/>
                    <a:pt x="1816439" y="1133590"/>
                  </a:cubicBezTo>
                  <a:cubicBezTo>
                    <a:pt x="1816876" y="1134230"/>
                    <a:pt x="1816271" y="1136753"/>
                    <a:pt x="1816271" y="1136753"/>
                  </a:cubicBezTo>
                  <a:lnTo>
                    <a:pt x="1815227" y="1138502"/>
                  </a:lnTo>
                  <a:lnTo>
                    <a:pt x="1815227" y="1142101"/>
                  </a:lnTo>
                  <a:lnTo>
                    <a:pt x="1816001" y="1144153"/>
                  </a:lnTo>
                  <a:lnTo>
                    <a:pt x="1816540" y="1145902"/>
                  </a:lnTo>
                  <a:lnTo>
                    <a:pt x="1818155" y="1146878"/>
                  </a:lnTo>
                  <a:lnTo>
                    <a:pt x="1820208" y="1148291"/>
                  </a:lnTo>
                  <a:lnTo>
                    <a:pt x="1822597" y="1148392"/>
                  </a:lnTo>
                  <a:lnTo>
                    <a:pt x="1825862" y="1146542"/>
                  </a:lnTo>
                  <a:lnTo>
                    <a:pt x="1828252" y="1145129"/>
                  </a:lnTo>
                  <a:lnTo>
                    <a:pt x="1829126" y="1143615"/>
                  </a:lnTo>
                  <a:lnTo>
                    <a:pt x="1830338" y="1142101"/>
                  </a:lnTo>
                  <a:lnTo>
                    <a:pt x="1832290" y="1141226"/>
                  </a:lnTo>
                  <a:lnTo>
                    <a:pt x="1835218" y="1141226"/>
                  </a:lnTo>
                  <a:lnTo>
                    <a:pt x="1838819" y="1142875"/>
                  </a:lnTo>
                  <a:lnTo>
                    <a:pt x="1840670" y="1144187"/>
                  </a:lnTo>
                  <a:lnTo>
                    <a:pt x="1842184" y="1144826"/>
                  </a:lnTo>
                  <a:lnTo>
                    <a:pt x="1845012" y="1144927"/>
                  </a:lnTo>
                  <a:cubicBezTo>
                    <a:pt x="1845012" y="1144927"/>
                    <a:pt x="1847401" y="1142202"/>
                    <a:pt x="1847838" y="1142101"/>
                  </a:cubicBezTo>
                  <a:cubicBezTo>
                    <a:pt x="1848276" y="1142000"/>
                    <a:pt x="1849353" y="1139612"/>
                    <a:pt x="1849454" y="1139275"/>
                  </a:cubicBezTo>
                  <a:cubicBezTo>
                    <a:pt x="1849555" y="1138939"/>
                    <a:pt x="1851305" y="1133860"/>
                    <a:pt x="1851305" y="1133860"/>
                  </a:cubicBezTo>
                  <a:lnTo>
                    <a:pt x="1851742" y="1131807"/>
                  </a:lnTo>
                  <a:lnTo>
                    <a:pt x="1852079" y="1125180"/>
                  </a:lnTo>
                  <a:lnTo>
                    <a:pt x="1850867" y="1119327"/>
                  </a:lnTo>
                  <a:cubicBezTo>
                    <a:pt x="1850867" y="1119327"/>
                    <a:pt x="1849353" y="1116064"/>
                    <a:pt x="1849117" y="1115627"/>
                  </a:cubicBezTo>
                  <a:cubicBezTo>
                    <a:pt x="1848915" y="1115189"/>
                    <a:pt x="1847704" y="1112263"/>
                    <a:pt x="1847704" y="1112263"/>
                  </a:cubicBezTo>
                  <a:lnTo>
                    <a:pt x="1846290" y="1109000"/>
                  </a:lnTo>
                  <a:cubicBezTo>
                    <a:pt x="1846290" y="1109000"/>
                    <a:pt x="1846055" y="1107923"/>
                    <a:pt x="1846055" y="1106948"/>
                  </a:cubicBezTo>
                  <a:cubicBezTo>
                    <a:pt x="1846055" y="1105972"/>
                    <a:pt x="1845853" y="1103685"/>
                    <a:pt x="1845853" y="1102608"/>
                  </a:cubicBezTo>
                  <a:cubicBezTo>
                    <a:pt x="1845853" y="1101532"/>
                    <a:pt x="1845617" y="1098807"/>
                    <a:pt x="1845617" y="1098807"/>
                  </a:cubicBezTo>
                  <a:cubicBezTo>
                    <a:pt x="1845617" y="1098807"/>
                    <a:pt x="1845180" y="1096419"/>
                    <a:pt x="1845180" y="1095443"/>
                  </a:cubicBezTo>
                  <a:cubicBezTo>
                    <a:pt x="1845180" y="1094467"/>
                    <a:pt x="1845281" y="1092180"/>
                    <a:pt x="1845281" y="1091843"/>
                  </a:cubicBezTo>
                  <a:cubicBezTo>
                    <a:pt x="1845281" y="1091507"/>
                    <a:pt x="1845281" y="1090330"/>
                    <a:pt x="1845382" y="1089993"/>
                  </a:cubicBezTo>
                  <a:cubicBezTo>
                    <a:pt x="1845483" y="1089657"/>
                    <a:pt x="1847569" y="1087807"/>
                    <a:pt x="1847569" y="1087807"/>
                  </a:cubicBezTo>
                  <a:lnTo>
                    <a:pt x="1849420" y="1085519"/>
                  </a:lnTo>
                  <a:lnTo>
                    <a:pt x="1852146" y="1083232"/>
                  </a:lnTo>
                  <a:cubicBezTo>
                    <a:pt x="1852146" y="1083232"/>
                    <a:pt x="1852247" y="1080843"/>
                    <a:pt x="1852146" y="1080070"/>
                  </a:cubicBezTo>
                  <a:cubicBezTo>
                    <a:pt x="1852045" y="1079296"/>
                    <a:pt x="1851170" y="1077042"/>
                    <a:pt x="1851170" y="1077042"/>
                  </a:cubicBezTo>
                  <a:cubicBezTo>
                    <a:pt x="1851170" y="1077042"/>
                    <a:pt x="1848680" y="1074116"/>
                    <a:pt x="1848579" y="1073779"/>
                  </a:cubicBezTo>
                  <a:cubicBezTo>
                    <a:pt x="1848478" y="1073443"/>
                    <a:pt x="1848478" y="1071828"/>
                    <a:pt x="1848478" y="1071828"/>
                  </a:cubicBezTo>
                  <a:lnTo>
                    <a:pt x="1850531" y="1070213"/>
                  </a:lnTo>
                  <a:cubicBezTo>
                    <a:pt x="1850531" y="1070213"/>
                    <a:pt x="1851608" y="1067926"/>
                    <a:pt x="1851944" y="1067825"/>
                  </a:cubicBezTo>
                  <a:cubicBezTo>
                    <a:pt x="1852281" y="1067724"/>
                    <a:pt x="1852920" y="1066412"/>
                    <a:pt x="1852920" y="1065975"/>
                  </a:cubicBezTo>
                  <a:cubicBezTo>
                    <a:pt x="1852920" y="1065537"/>
                    <a:pt x="1853122" y="1063250"/>
                    <a:pt x="1853122" y="1062812"/>
                  </a:cubicBezTo>
                  <a:cubicBezTo>
                    <a:pt x="1853122" y="1062375"/>
                    <a:pt x="1852920" y="1059785"/>
                    <a:pt x="1852584" y="1059550"/>
                  </a:cubicBezTo>
                  <a:cubicBezTo>
                    <a:pt x="1852247" y="1059348"/>
                    <a:pt x="1850968" y="1056623"/>
                    <a:pt x="1850968" y="1056623"/>
                  </a:cubicBezTo>
                  <a:lnTo>
                    <a:pt x="1851170" y="1055311"/>
                  </a:lnTo>
                  <a:cubicBezTo>
                    <a:pt x="1851170" y="1055311"/>
                    <a:pt x="1851810" y="1054672"/>
                    <a:pt x="1852483" y="1054436"/>
                  </a:cubicBezTo>
                  <a:cubicBezTo>
                    <a:pt x="1853122" y="1054201"/>
                    <a:pt x="1855074" y="1052922"/>
                    <a:pt x="1855074" y="1052922"/>
                  </a:cubicBezTo>
                  <a:lnTo>
                    <a:pt x="1856151" y="1052283"/>
                  </a:lnTo>
                  <a:cubicBezTo>
                    <a:pt x="1856151" y="1052283"/>
                    <a:pt x="1858339" y="1051409"/>
                    <a:pt x="1858440" y="1052283"/>
                  </a:cubicBezTo>
                  <a:cubicBezTo>
                    <a:pt x="1858541" y="1053158"/>
                    <a:pt x="1858103" y="1053259"/>
                    <a:pt x="1859214" y="1054033"/>
                  </a:cubicBezTo>
                  <a:cubicBezTo>
                    <a:pt x="1860291" y="1054806"/>
                    <a:pt x="1860291" y="1054806"/>
                    <a:pt x="1860291" y="1054806"/>
                  </a:cubicBezTo>
                  <a:cubicBezTo>
                    <a:pt x="1860291" y="1054806"/>
                    <a:pt x="1861065" y="1055143"/>
                    <a:pt x="1861368" y="1054907"/>
                  </a:cubicBezTo>
                  <a:cubicBezTo>
                    <a:pt x="1861704" y="1054705"/>
                    <a:pt x="1862546" y="1051913"/>
                    <a:pt x="1862546" y="1051913"/>
                  </a:cubicBezTo>
                  <a:cubicBezTo>
                    <a:pt x="1863185" y="1051745"/>
                    <a:pt x="1866685" y="1051913"/>
                    <a:pt x="1866685" y="1051913"/>
                  </a:cubicBezTo>
                  <a:lnTo>
                    <a:pt x="1867459" y="1053494"/>
                  </a:lnTo>
                  <a:lnTo>
                    <a:pt x="1868435" y="1059247"/>
                  </a:lnTo>
                  <a:lnTo>
                    <a:pt x="1867897" y="1062409"/>
                  </a:lnTo>
                  <a:lnTo>
                    <a:pt x="1867459" y="1066008"/>
                  </a:lnTo>
                  <a:lnTo>
                    <a:pt x="1867358" y="1068498"/>
                  </a:lnTo>
                  <a:lnTo>
                    <a:pt x="1867358" y="1070886"/>
                  </a:lnTo>
                  <a:lnTo>
                    <a:pt x="1868233" y="1072837"/>
                  </a:lnTo>
                  <a:cubicBezTo>
                    <a:pt x="1868233" y="1072837"/>
                    <a:pt x="1869209" y="1073106"/>
                    <a:pt x="1869546" y="1073106"/>
                  </a:cubicBezTo>
                  <a:cubicBezTo>
                    <a:pt x="1869882" y="1073106"/>
                    <a:pt x="1870858" y="1073476"/>
                    <a:pt x="1870858" y="1073476"/>
                  </a:cubicBezTo>
                  <a:lnTo>
                    <a:pt x="1873450" y="1073476"/>
                  </a:lnTo>
                  <a:lnTo>
                    <a:pt x="1876176" y="1073140"/>
                  </a:lnTo>
                  <a:cubicBezTo>
                    <a:pt x="1876176" y="1073140"/>
                    <a:pt x="1878027" y="1071727"/>
                    <a:pt x="1878464" y="1071492"/>
                  </a:cubicBezTo>
                  <a:cubicBezTo>
                    <a:pt x="1878902" y="1071290"/>
                    <a:pt x="1879104" y="1070180"/>
                    <a:pt x="1879104" y="1070180"/>
                  </a:cubicBezTo>
                  <a:lnTo>
                    <a:pt x="1878128" y="1066580"/>
                  </a:lnTo>
                  <a:cubicBezTo>
                    <a:pt x="1878128" y="1066580"/>
                    <a:pt x="1877926" y="1064831"/>
                    <a:pt x="1877926" y="1064427"/>
                  </a:cubicBezTo>
                  <a:cubicBezTo>
                    <a:pt x="1877926" y="1063990"/>
                    <a:pt x="1877724" y="1061501"/>
                    <a:pt x="1877724" y="1061501"/>
                  </a:cubicBezTo>
                  <a:lnTo>
                    <a:pt x="1878599" y="1059112"/>
                  </a:lnTo>
                  <a:lnTo>
                    <a:pt x="1881762" y="1057800"/>
                  </a:lnTo>
                  <a:lnTo>
                    <a:pt x="1882402" y="1056724"/>
                  </a:lnTo>
                  <a:lnTo>
                    <a:pt x="1880450" y="1054134"/>
                  </a:lnTo>
                  <a:cubicBezTo>
                    <a:pt x="1880450" y="1054134"/>
                    <a:pt x="1881325" y="1052721"/>
                    <a:pt x="1881661" y="1052721"/>
                  </a:cubicBezTo>
                  <a:cubicBezTo>
                    <a:pt x="1881998" y="1052721"/>
                    <a:pt x="1884589" y="1052620"/>
                    <a:pt x="1884589" y="1052620"/>
                  </a:cubicBezTo>
                  <a:lnTo>
                    <a:pt x="1887080" y="1052519"/>
                  </a:lnTo>
                  <a:cubicBezTo>
                    <a:pt x="1887080" y="1052519"/>
                    <a:pt x="1887416" y="1050770"/>
                    <a:pt x="1887416" y="1050332"/>
                  </a:cubicBezTo>
                  <a:cubicBezTo>
                    <a:pt x="1887416" y="1049895"/>
                    <a:pt x="1887315" y="1047708"/>
                    <a:pt x="1887315" y="1047708"/>
                  </a:cubicBezTo>
                  <a:lnTo>
                    <a:pt x="1886676" y="1046396"/>
                  </a:lnTo>
                  <a:lnTo>
                    <a:pt x="1885060" y="1044983"/>
                  </a:lnTo>
                  <a:lnTo>
                    <a:pt x="1884623" y="1044109"/>
                  </a:lnTo>
                  <a:cubicBezTo>
                    <a:pt x="1884623" y="1044109"/>
                    <a:pt x="1885599" y="1042259"/>
                    <a:pt x="1885935" y="1042023"/>
                  </a:cubicBezTo>
                  <a:cubicBezTo>
                    <a:pt x="1886272" y="1041821"/>
                    <a:pt x="1887147" y="1041384"/>
                    <a:pt x="1887450" y="1041250"/>
                  </a:cubicBezTo>
                  <a:cubicBezTo>
                    <a:pt x="1887787" y="1041148"/>
                    <a:pt x="1886810" y="1039500"/>
                    <a:pt x="1886810" y="1039500"/>
                  </a:cubicBezTo>
                  <a:lnTo>
                    <a:pt x="1883109" y="1034824"/>
                  </a:lnTo>
                  <a:lnTo>
                    <a:pt x="1883109" y="1034286"/>
                  </a:lnTo>
                  <a:lnTo>
                    <a:pt x="1885700" y="1032638"/>
                  </a:lnTo>
                  <a:cubicBezTo>
                    <a:pt x="1885700" y="1032638"/>
                    <a:pt x="1887753" y="1030788"/>
                    <a:pt x="1889065" y="1030788"/>
                  </a:cubicBezTo>
                  <a:cubicBezTo>
                    <a:pt x="1890378" y="1030788"/>
                    <a:pt x="1891354" y="1030249"/>
                    <a:pt x="1892431" y="1030249"/>
                  </a:cubicBezTo>
                  <a:cubicBezTo>
                    <a:pt x="1893508" y="1030249"/>
                    <a:pt x="1896133" y="1030687"/>
                    <a:pt x="1896671" y="1030788"/>
                  </a:cubicBezTo>
                  <a:cubicBezTo>
                    <a:pt x="1897580" y="1031124"/>
                    <a:pt x="1899094" y="1031662"/>
                    <a:pt x="1899094" y="1031662"/>
                  </a:cubicBezTo>
                  <a:close/>
                </a:path>
              </a:pathLst>
            </a:custGeom>
            <a:solidFill>
              <a:srgbClr val="1E344D"/>
            </a:solidFill>
            <a:ln w="6350" cap="flat">
              <a:solidFill>
                <a:schemeClr val="bg1"/>
              </a:solidFill>
              <a:prstDash val="solid"/>
              <a:miter/>
            </a:ln>
          </p:spPr>
          <p:txBody>
            <a:bodyPr rtlCol="0" anchor="ctr"/>
            <a:lstStyle/>
            <a:p>
              <a:endParaRPr lang="en-US"/>
            </a:p>
          </p:txBody>
        </p:sp>
        <p:sp>
          <p:nvSpPr>
            <p:cNvPr id="195" name="Freeform 912">
              <a:extLst>
                <a:ext uri="{FF2B5EF4-FFF2-40B4-BE49-F238E27FC236}">
                  <a16:creationId xmlns:a16="http://schemas.microsoft.com/office/drawing/2014/main" id="{929D6B07-63FA-0411-36A8-3E31C29E483B}"/>
                </a:ext>
              </a:extLst>
            </p:cNvPr>
            <p:cNvSpPr/>
            <p:nvPr/>
          </p:nvSpPr>
          <p:spPr>
            <a:xfrm>
              <a:off x="6097266" y="1897501"/>
              <a:ext cx="1051007" cy="784315"/>
            </a:xfrm>
            <a:custGeom>
              <a:avLst/>
              <a:gdLst>
                <a:gd name="connsiteX0" fmla="*/ 1673575 w 2017827"/>
                <a:gd name="connsiteY0" fmla="*/ 1173514 h 1505806"/>
                <a:gd name="connsiteX1" fmla="*/ 1674349 w 2017827"/>
                <a:gd name="connsiteY1" fmla="*/ 1170352 h 1505806"/>
                <a:gd name="connsiteX2" fmla="*/ 1674989 w 2017827"/>
                <a:gd name="connsiteY2" fmla="*/ 1168502 h 1505806"/>
                <a:gd name="connsiteX3" fmla="*/ 1675527 w 2017827"/>
                <a:gd name="connsiteY3" fmla="*/ 1166854 h 1505806"/>
                <a:gd name="connsiteX4" fmla="*/ 1676301 w 2017827"/>
                <a:gd name="connsiteY4" fmla="*/ 1162716 h 1505806"/>
                <a:gd name="connsiteX5" fmla="*/ 1676739 w 2017827"/>
                <a:gd name="connsiteY5" fmla="*/ 1159991 h 1505806"/>
                <a:gd name="connsiteX6" fmla="*/ 1676941 w 2017827"/>
                <a:gd name="connsiteY6" fmla="*/ 1157502 h 1505806"/>
                <a:gd name="connsiteX7" fmla="*/ 1677041 w 2017827"/>
                <a:gd name="connsiteY7" fmla="*/ 1155651 h 1505806"/>
                <a:gd name="connsiteX8" fmla="*/ 1677041 w 2017827"/>
                <a:gd name="connsiteY8" fmla="*/ 1153902 h 1505806"/>
                <a:gd name="connsiteX9" fmla="*/ 1676671 w 2017827"/>
                <a:gd name="connsiteY9" fmla="*/ 1150875 h 1505806"/>
                <a:gd name="connsiteX10" fmla="*/ 1676402 w 2017827"/>
                <a:gd name="connsiteY10" fmla="*/ 1149125 h 1505806"/>
                <a:gd name="connsiteX11" fmla="*/ 1674551 w 2017827"/>
                <a:gd name="connsiteY11" fmla="*/ 1147914 h 1505806"/>
                <a:gd name="connsiteX12" fmla="*/ 1673575 w 2017827"/>
                <a:gd name="connsiteY12" fmla="*/ 1146939 h 1505806"/>
                <a:gd name="connsiteX13" fmla="*/ 1669570 w 2017827"/>
                <a:gd name="connsiteY13" fmla="*/ 1144349 h 1505806"/>
                <a:gd name="connsiteX14" fmla="*/ 1668796 w 2017827"/>
                <a:gd name="connsiteY14" fmla="*/ 1143810 h 1505806"/>
                <a:gd name="connsiteX15" fmla="*/ 1668460 w 2017827"/>
                <a:gd name="connsiteY15" fmla="*/ 1140648 h 1505806"/>
                <a:gd name="connsiteX16" fmla="*/ 1667820 w 2017827"/>
                <a:gd name="connsiteY16" fmla="*/ 1136511 h 1505806"/>
                <a:gd name="connsiteX17" fmla="*/ 1666609 w 2017827"/>
                <a:gd name="connsiteY17" fmla="*/ 1133046 h 1505806"/>
                <a:gd name="connsiteX18" fmla="*/ 1666609 w 2017827"/>
                <a:gd name="connsiteY18" fmla="*/ 1129682 h 1505806"/>
                <a:gd name="connsiteX19" fmla="*/ 1670075 w 2017827"/>
                <a:gd name="connsiteY19" fmla="*/ 1126082 h 1505806"/>
                <a:gd name="connsiteX20" fmla="*/ 1670075 w 2017827"/>
                <a:gd name="connsiteY20" fmla="*/ 1119018 h 1505806"/>
                <a:gd name="connsiteX21" fmla="*/ 1670916 w 2017827"/>
                <a:gd name="connsiteY21" fmla="*/ 1110204 h 1505806"/>
                <a:gd name="connsiteX22" fmla="*/ 1671825 w 2017827"/>
                <a:gd name="connsiteY22" fmla="*/ 1106941 h 1505806"/>
                <a:gd name="connsiteX23" fmla="*/ 1671825 w 2017827"/>
                <a:gd name="connsiteY23" fmla="*/ 1104116 h 1505806"/>
                <a:gd name="connsiteX24" fmla="*/ 1671287 w 2017827"/>
                <a:gd name="connsiteY24" fmla="*/ 1102030 h 1505806"/>
                <a:gd name="connsiteX25" fmla="*/ 1670950 w 2017827"/>
                <a:gd name="connsiteY25" fmla="*/ 1100079 h 1505806"/>
                <a:gd name="connsiteX26" fmla="*/ 1670950 w 2017827"/>
                <a:gd name="connsiteY26" fmla="*/ 1098229 h 1505806"/>
                <a:gd name="connsiteX27" fmla="*/ 1672566 w 2017827"/>
                <a:gd name="connsiteY27" fmla="*/ 1095504 h 1505806"/>
                <a:gd name="connsiteX28" fmla="*/ 1675056 w 2017827"/>
                <a:gd name="connsiteY28" fmla="*/ 1091804 h 1505806"/>
                <a:gd name="connsiteX29" fmla="*/ 1676907 w 2017827"/>
                <a:gd name="connsiteY29" fmla="*/ 1088641 h 1505806"/>
                <a:gd name="connsiteX30" fmla="*/ 1680373 w 2017827"/>
                <a:gd name="connsiteY30" fmla="*/ 1086589 h 1505806"/>
                <a:gd name="connsiteX31" fmla="*/ 1683974 w 2017827"/>
                <a:gd name="connsiteY31" fmla="*/ 1081712 h 1505806"/>
                <a:gd name="connsiteX32" fmla="*/ 1686027 w 2017827"/>
                <a:gd name="connsiteY32" fmla="*/ 1079660 h 1505806"/>
                <a:gd name="connsiteX33" fmla="*/ 1688518 w 2017827"/>
                <a:gd name="connsiteY33" fmla="*/ 1076598 h 1505806"/>
                <a:gd name="connsiteX34" fmla="*/ 1689830 w 2017827"/>
                <a:gd name="connsiteY34" fmla="*/ 1073133 h 1505806"/>
                <a:gd name="connsiteX35" fmla="*/ 1689628 w 2017827"/>
                <a:gd name="connsiteY35" fmla="*/ 1070745 h 1505806"/>
                <a:gd name="connsiteX36" fmla="*/ 1688551 w 2017827"/>
                <a:gd name="connsiteY36" fmla="*/ 1066506 h 1505806"/>
                <a:gd name="connsiteX37" fmla="*/ 1689022 w 2017827"/>
                <a:gd name="connsiteY37" fmla="*/ 1043699 h 1505806"/>
                <a:gd name="connsiteX38" fmla="*/ 1689527 w 2017827"/>
                <a:gd name="connsiteY38" fmla="*/ 1041209 h 1505806"/>
                <a:gd name="connsiteX39" fmla="*/ 1689191 w 2017827"/>
                <a:gd name="connsiteY39" fmla="*/ 1039023 h 1505806"/>
                <a:gd name="connsiteX40" fmla="*/ 1689191 w 2017827"/>
                <a:gd name="connsiteY40" fmla="*/ 1037375 h 1505806"/>
                <a:gd name="connsiteX41" fmla="*/ 1689191 w 2017827"/>
                <a:gd name="connsiteY41" fmla="*/ 1033910 h 1505806"/>
                <a:gd name="connsiteX42" fmla="*/ 1689191 w 2017827"/>
                <a:gd name="connsiteY42" fmla="*/ 1032160 h 1505806"/>
                <a:gd name="connsiteX43" fmla="*/ 1691109 w 2017827"/>
                <a:gd name="connsiteY43" fmla="*/ 1032059 h 1505806"/>
                <a:gd name="connsiteX44" fmla="*/ 1693330 w 2017827"/>
                <a:gd name="connsiteY44" fmla="*/ 1032160 h 1505806"/>
                <a:gd name="connsiteX45" fmla="*/ 1696157 w 2017827"/>
                <a:gd name="connsiteY45" fmla="*/ 1032699 h 1505806"/>
                <a:gd name="connsiteX46" fmla="*/ 1698883 w 2017827"/>
                <a:gd name="connsiteY46" fmla="*/ 1033876 h 1505806"/>
                <a:gd name="connsiteX47" fmla="*/ 1703763 w 2017827"/>
                <a:gd name="connsiteY47" fmla="*/ 1035188 h 1505806"/>
                <a:gd name="connsiteX48" fmla="*/ 1709081 w 2017827"/>
                <a:gd name="connsiteY48" fmla="*/ 1035289 h 1505806"/>
                <a:gd name="connsiteX49" fmla="*/ 1715711 w 2017827"/>
                <a:gd name="connsiteY49" fmla="*/ 1038451 h 1505806"/>
                <a:gd name="connsiteX50" fmla="*/ 1719312 w 2017827"/>
                <a:gd name="connsiteY50" fmla="*/ 1039763 h 1505806"/>
                <a:gd name="connsiteX51" fmla="*/ 1722374 w 2017827"/>
                <a:gd name="connsiteY51" fmla="*/ 1040638 h 1505806"/>
                <a:gd name="connsiteX52" fmla="*/ 1726413 w 2017827"/>
                <a:gd name="connsiteY52" fmla="*/ 1040974 h 1505806"/>
                <a:gd name="connsiteX53" fmla="*/ 1729240 w 2017827"/>
                <a:gd name="connsiteY53" fmla="*/ 1040873 h 1505806"/>
                <a:gd name="connsiteX54" fmla="*/ 1732841 w 2017827"/>
                <a:gd name="connsiteY54" fmla="*/ 1040671 h 1505806"/>
                <a:gd name="connsiteX55" fmla="*/ 1735769 w 2017827"/>
                <a:gd name="connsiteY55" fmla="*/ 1039898 h 1505806"/>
                <a:gd name="connsiteX56" fmla="*/ 1738394 w 2017827"/>
                <a:gd name="connsiteY56" fmla="*/ 1038922 h 1505806"/>
                <a:gd name="connsiteX57" fmla="*/ 1739471 w 2017827"/>
                <a:gd name="connsiteY57" fmla="*/ 1038283 h 1505806"/>
                <a:gd name="connsiteX58" fmla="*/ 1741221 w 2017827"/>
                <a:gd name="connsiteY58" fmla="*/ 1037745 h 1505806"/>
                <a:gd name="connsiteX59" fmla="*/ 1743509 w 2017827"/>
                <a:gd name="connsiteY59" fmla="*/ 1037105 h 1505806"/>
                <a:gd name="connsiteX60" fmla="*/ 1745461 w 2017827"/>
                <a:gd name="connsiteY60" fmla="*/ 1036231 h 1505806"/>
                <a:gd name="connsiteX61" fmla="*/ 1747211 w 2017827"/>
                <a:gd name="connsiteY61" fmla="*/ 1035592 h 1505806"/>
                <a:gd name="connsiteX62" fmla="*/ 1749163 w 2017827"/>
                <a:gd name="connsiteY62" fmla="*/ 1034381 h 1505806"/>
                <a:gd name="connsiteX63" fmla="*/ 1750476 w 2017827"/>
                <a:gd name="connsiteY63" fmla="*/ 1033304 h 1505806"/>
                <a:gd name="connsiteX64" fmla="*/ 1751889 w 2017827"/>
                <a:gd name="connsiteY64" fmla="*/ 1032228 h 1505806"/>
                <a:gd name="connsiteX65" fmla="*/ 1753404 w 2017827"/>
                <a:gd name="connsiteY65" fmla="*/ 1031689 h 1505806"/>
                <a:gd name="connsiteX66" fmla="*/ 1754481 w 2017827"/>
                <a:gd name="connsiteY66" fmla="*/ 1031252 h 1505806"/>
                <a:gd name="connsiteX67" fmla="*/ 1756433 w 2017827"/>
                <a:gd name="connsiteY67" fmla="*/ 1030377 h 1505806"/>
                <a:gd name="connsiteX68" fmla="*/ 1758385 w 2017827"/>
                <a:gd name="connsiteY68" fmla="*/ 1028763 h 1505806"/>
                <a:gd name="connsiteX69" fmla="*/ 1759563 w 2017827"/>
                <a:gd name="connsiteY69" fmla="*/ 1027552 h 1505806"/>
                <a:gd name="connsiteX70" fmla="*/ 1760337 w 2017827"/>
                <a:gd name="connsiteY70" fmla="*/ 1027014 h 1505806"/>
                <a:gd name="connsiteX71" fmla="*/ 1761212 w 2017827"/>
                <a:gd name="connsiteY71" fmla="*/ 1026576 h 1505806"/>
                <a:gd name="connsiteX72" fmla="*/ 1762524 w 2017827"/>
                <a:gd name="connsiteY72" fmla="*/ 1025399 h 1505806"/>
                <a:gd name="connsiteX73" fmla="*/ 1764274 w 2017827"/>
                <a:gd name="connsiteY73" fmla="*/ 1024760 h 1505806"/>
                <a:gd name="connsiteX74" fmla="*/ 1766024 w 2017827"/>
                <a:gd name="connsiteY74" fmla="*/ 1023986 h 1505806"/>
                <a:gd name="connsiteX75" fmla="*/ 1767101 w 2017827"/>
                <a:gd name="connsiteY75" fmla="*/ 1022775 h 1505806"/>
                <a:gd name="connsiteX76" fmla="*/ 1767976 w 2017827"/>
                <a:gd name="connsiteY76" fmla="*/ 1021026 h 1505806"/>
                <a:gd name="connsiteX77" fmla="*/ 1770029 w 2017827"/>
                <a:gd name="connsiteY77" fmla="*/ 1017998 h 1505806"/>
                <a:gd name="connsiteX78" fmla="*/ 1771779 w 2017827"/>
                <a:gd name="connsiteY78" fmla="*/ 1015711 h 1505806"/>
                <a:gd name="connsiteX79" fmla="*/ 1772856 w 2017827"/>
                <a:gd name="connsiteY79" fmla="*/ 1012549 h 1505806"/>
                <a:gd name="connsiteX80" fmla="*/ 1775145 w 2017827"/>
                <a:gd name="connsiteY80" fmla="*/ 1008074 h 1505806"/>
                <a:gd name="connsiteX81" fmla="*/ 1780799 w 2017827"/>
                <a:gd name="connsiteY81" fmla="*/ 1002221 h 1505806"/>
                <a:gd name="connsiteX82" fmla="*/ 1785477 w 2017827"/>
                <a:gd name="connsiteY82" fmla="*/ 998958 h 1505806"/>
                <a:gd name="connsiteX83" fmla="*/ 1790357 w 2017827"/>
                <a:gd name="connsiteY83" fmla="*/ 990918 h 1505806"/>
                <a:gd name="connsiteX84" fmla="*/ 1797861 w 2017827"/>
                <a:gd name="connsiteY84" fmla="*/ 982441 h 1505806"/>
                <a:gd name="connsiteX85" fmla="*/ 1807857 w 2017827"/>
                <a:gd name="connsiteY85" fmla="*/ 975814 h 1505806"/>
                <a:gd name="connsiteX86" fmla="*/ 1817415 w 2017827"/>
                <a:gd name="connsiteY86" fmla="*/ 970163 h 1505806"/>
                <a:gd name="connsiteX87" fmla="*/ 1825795 w 2017827"/>
                <a:gd name="connsiteY87" fmla="*/ 963973 h 1505806"/>
                <a:gd name="connsiteX88" fmla="*/ 1831449 w 2017827"/>
                <a:gd name="connsiteY88" fmla="*/ 959297 h 1505806"/>
                <a:gd name="connsiteX89" fmla="*/ 1845483 w 2017827"/>
                <a:gd name="connsiteY89" fmla="*/ 949306 h 1505806"/>
                <a:gd name="connsiteX90" fmla="*/ 1853627 w 2017827"/>
                <a:gd name="connsiteY90" fmla="*/ 942141 h 1505806"/>
                <a:gd name="connsiteX91" fmla="*/ 1857329 w 2017827"/>
                <a:gd name="connsiteY91" fmla="*/ 939651 h 1505806"/>
                <a:gd name="connsiteX92" fmla="*/ 1861334 w 2017827"/>
                <a:gd name="connsiteY92" fmla="*/ 936287 h 1505806"/>
                <a:gd name="connsiteX93" fmla="*/ 1866651 w 2017827"/>
                <a:gd name="connsiteY93" fmla="*/ 933024 h 1505806"/>
                <a:gd name="connsiteX94" fmla="*/ 1872844 w 2017827"/>
                <a:gd name="connsiteY94" fmla="*/ 930098 h 1505806"/>
                <a:gd name="connsiteX95" fmla="*/ 1877959 w 2017827"/>
                <a:gd name="connsiteY95" fmla="*/ 928046 h 1505806"/>
                <a:gd name="connsiteX96" fmla="*/ 1882099 w 2017827"/>
                <a:gd name="connsiteY96" fmla="*/ 925018 h 1505806"/>
                <a:gd name="connsiteX97" fmla="*/ 1897210 w 2017827"/>
                <a:gd name="connsiteY97" fmla="*/ 922966 h 1505806"/>
                <a:gd name="connsiteX98" fmla="*/ 1915787 w 2017827"/>
                <a:gd name="connsiteY98" fmla="*/ 918055 h 1505806"/>
                <a:gd name="connsiteX99" fmla="*/ 1918816 w 2017827"/>
                <a:gd name="connsiteY99" fmla="*/ 917617 h 1505806"/>
                <a:gd name="connsiteX100" fmla="*/ 1925008 w 2017827"/>
                <a:gd name="connsiteY100" fmla="*/ 920006 h 1505806"/>
                <a:gd name="connsiteX101" fmla="*/ 1927936 w 2017827"/>
                <a:gd name="connsiteY101" fmla="*/ 919569 h 1505806"/>
                <a:gd name="connsiteX102" fmla="*/ 1931201 w 2017827"/>
                <a:gd name="connsiteY102" fmla="*/ 918257 h 1505806"/>
                <a:gd name="connsiteX103" fmla="*/ 1934364 w 2017827"/>
                <a:gd name="connsiteY103" fmla="*/ 917517 h 1505806"/>
                <a:gd name="connsiteX104" fmla="*/ 1938807 w 2017827"/>
                <a:gd name="connsiteY104" fmla="*/ 914893 h 1505806"/>
                <a:gd name="connsiteX105" fmla="*/ 1942273 w 2017827"/>
                <a:gd name="connsiteY105" fmla="*/ 914893 h 1505806"/>
                <a:gd name="connsiteX106" fmla="*/ 1946615 w 2017827"/>
                <a:gd name="connsiteY106" fmla="*/ 915666 h 1505806"/>
                <a:gd name="connsiteX107" fmla="*/ 1951629 w 2017827"/>
                <a:gd name="connsiteY107" fmla="*/ 917617 h 1505806"/>
                <a:gd name="connsiteX108" fmla="*/ 1956509 w 2017827"/>
                <a:gd name="connsiteY108" fmla="*/ 918828 h 1505806"/>
                <a:gd name="connsiteX109" fmla="*/ 1967279 w 2017827"/>
                <a:gd name="connsiteY109" fmla="*/ 922091 h 1505806"/>
                <a:gd name="connsiteX110" fmla="*/ 1976197 w 2017827"/>
                <a:gd name="connsiteY110" fmla="*/ 921553 h 1505806"/>
                <a:gd name="connsiteX111" fmla="*/ 1980337 w 2017827"/>
                <a:gd name="connsiteY111" fmla="*/ 915902 h 1505806"/>
                <a:gd name="connsiteX112" fmla="*/ 1983803 w 2017827"/>
                <a:gd name="connsiteY112" fmla="*/ 913413 h 1505806"/>
                <a:gd name="connsiteX113" fmla="*/ 1989659 w 2017827"/>
                <a:gd name="connsiteY113" fmla="*/ 910385 h 1505806"/>
                <a:gd name="connsiteX114" fmla="*/ 1992250 w 2017827"/>
                <a:gd name="connsiteY114" fmla="*/ 907357 h 1505806"/>
                <a:gd name="connsiteX115" fmla="*/ 1992048 w 2017827"/>
                <a:gd name="connsiteY115" fmla="*/ 904733 h 1505806"/>
                <a:gd name="connsiteX116" fmla="*/ 1987471 w 2017827"/>
                <a:gd name="connsiteY116" fmla="*/ 899519 h 1505806"/>
                <a:gd name="connsiteX117" fmla="*/ 1989659 w 2017827"/>
                <a:gd name="connsiteY117" fmla="*/ 888015 h 1505806"/>
                <a:gd name="connsiteX118" fmla="*/ 1992688 w 2017827"/>
                <a:gd name="connsiteY118" fmla="*/ 880076 h 1505806"/>
                <a:gd name="connsiteX119" fmla="*/ 1993563 w 2017827"/>
                <a:gd name="connsiteY119" fmla="*/ 869008 h 1505806"/>
                <a:gd name="connsiteX120" fmla="*/ 1992149 w 2017827"/>
                <a:gd name="connsiteY120" fmla="*/ 858344 h 1505806"/>
                <a:gd name="connsiteX121" fmla="*/ 1993226 w 2017827"/>
                <a:gd name="connsiteY121" fmla="*/ 851818 h 1505806"/>
                <a:gd name="connsiteX122" fmla="*/ 1993226 w 2017827"/>
                <a:gd name="connsiteY122" fmla="*/ 847681 h 1505806"/>
                <a:gd name="connsiteX123" fmla="*/ 1993866 w 2017827"/>
                <a:gd name="connsiteY123" fmla="*/ 842467 h 1505806"/>
                <a:gd name="connsiteX124" fmla="*/ 1996457 w 2017827"/>
                <a:gd name="connsiteY124" fmla="*/ 839203 h 1505806"/>
                <a:gd name="connsiteX125" fmla="*/ 2002212 w 2017827"/>
                <a:gd name="connsiteY125" fmla="*/ 835739 h 1505806"/>
                <a:gd name="connsiteX126" fmla="*/ 2008405 w 2017827"/>
                <a:gd name="connsiteY126" fmla="*/ 831500 h 1505806"/>
                <a:gd name="connsiteX127" fmla="*/ 2015674 w 2017827"/>
                <a:gd name="connsiteY127" fmla="*/ 830861 h 1505806"/>
                <a:gd name="connsiteX128" fmla="*/ 2017087 w 2017827"/>
                <a:gd name="connsiteY128" fmla="*/ 829179 h 1505806"/>
                <a:gd name="connsiteX129" fmla="*/ 2017828 w 2017827"/>
                <a:gd name="connsiteY129" fmla="*/ 827160 h 1505806"/>
                <a:gd name="connsiteX130" fmla="*/ 2017828 w 2017827"/>
                <a:gd name="connsiteY130" fmla="*/ 823696 h 1505806"/>
                <a:gd name="connsiteX131" fmla="*/ 2017828 w 2017827"/>
                <a:gd name="connsiteY131" fmla="*/ 816194 h 1505806"/>
                <a:gd name="connsiteX132" fmla="*/ 2016751 w 2017827"/>
                <a:gd name="connsiteY132" fmla="*/ 810643 h 1505806"/>
                <a:gd name="connsiteX133" fmla="*/ 2014900 w 2017827"/>
                <a:gd name="connsiteY133" fmla="*/ 807044 h 1505806"/>
                <a:gd name="connsiteX134" fmla="*/ 2012174 w 2017827"/>
                <a:gd name="connsiteY134" fmla="*/ 802805 h 1505806"/>
                <a:gd name="connsiteX135" fmla="*/ 2008371 w 2017827"/>
                <a:gd name="connsiteY135" fmla="*/ 798029 h 1505806"/>
                <a:gd name="connsiteX136" fmla="*/ 2005880 w 2017827"/>
                <a:gd name="connsiteY136" fmla="*/ 792377 h 1505806"/>
                <a:gd name="connsiteX137" fmla="*/ 2003491 w 2017827"/>
                <a:gd name="connsiteY137" fmla="*/ 789350 h 1505806"/>
                <a:gd name="connsiteX138" fmla="*/ 1997837 w 2017827"/>
                <a:gd name="connsiteY138" fmla="*/ 782487 h 1505806"/>
                <a:gd name="connsiteX139" fmla="*/ 1995347 w 2017827"/>
                <a:gd name="connsiteY139" fmla="*/ 777710 h 1505806"/>
                <a:gd name="connsiteX140" fmla="*/ 1990568 w 2017827"/>
                <a:gd name="connsiteY140" fmla="*/ 772933 h 1505806"/>
                <a:gd name="connsiteX141" fmla="*/ 1987842 w 2017827"/>
                <a:gd name="connsiteY141" fmla="*/ 769468 h 1505806"/>
                <a:gd name="connsiteX142" fmla="*/ 1982962 w 2017827"/>
                <a:gd name="connsiteY142" fmla="*/ 762606 h 1505806"/>
                <a:gd name="connsiteX143" fmla="*/ 1981346 w 2017827"/>
                <a:gd name="connsiteY143" fmla="*/ 755878 h 1505806"/>
                <a:gd name="connsiteX144" fmla="*/ 1981346 w 2017827"/>
                <a:gd name="connsiteY144" fmla="*/ 748040 h 1505806"/>
                <a:gd name="connsiteX145" fmla="*/ 1980370 w 2017827"/>
                <a:gd name="connsiteY145" fmla="*/ 735560 h 1505806"/>
                <a:gd name="connsiteX146" fmla="*/ 1978317 w 2017827"/>
                <a:gd name="connsiteY146" fmla="*/ 727419 h 1505806"/>
                <a:gd name="connsiteX147" fmla="*/ 1975591 w 2017827"/>
                <a:gd name="connsiteY147" fmla="*/ 719816 h 1505806"/>
                <a:gd name="connsiteX148" fmla="*/ 1974514 w 2017827"/>
                <a:gd name="connsiteY148" fmla="*/ 711137 h 1505806"/>
                <a:gd name="connsiteX149" fmla="*/ 1973538 w 2017827"/>
                <a:gd name="connsiteY149" fmla="*/ 702997 h 1505806"/>
                <a:gd name="connsiteX150" fmla="*/ 1974514 w 2017827"/>
                <a:gd name="connsiteY150" fmla="*/ 698993 h 1505806"/>
                <a:gd name="connsiteX151" fmla="*/ 1972461 w 2017827"/>
                <a:gd name="connsiteY151" fmla="*/ 690180 h 1505806"/>
                <a:gd name="connsiteX152" fmla="*/ 1971216 w 2017827"/>
                <a:gd name="connsiteY152" fmla="*/ 686580 h 1505806"/>
                <a:gd name="connsiteX153" fmla="*/ 1971149 w 2017827"/>
                <a:gd name="connsiteY153" fmla="*/ 680929 h 1505806"/>
                <a:gd name="connsiteX154" fmla="*/ 1971149 w 2017827"/>
                <a:gd name="connsiteY154" fmla="*/ 674941 h 1505806"/>
                <a:gd name="connsiteX155" fmla="*/ 1969735 w 2017827"/>
                <a:gd name="connsiteY155" fmla="*/ 673730 h 1505806"/>
                <a:gd name="connsiteX156" fmla="*/ 1966706 w 2017827"/>
                <a:gd name="connsiteY156" fmla="*/ 676455 h 1505806"/>
                <a:gd name="connsiteX157" fmla="*/ 1961591 w 2017827"/>
                <a:gd name="connsiteY157" fmla="*/ 676657 h 1505806"/>
                <a:gd name="connsiteX158" fmla="*/ 1958326 w 2017827"/>
                <a:gd name="connsiteY158" fmla="*/ 674268 h 1505806"/>
                <a:gd name="connsiteX159" fmla="*/ 1956812 w 2017827"/>
                <a:gd name="connsiteY159" fmla="*/ 671005 h 1505806"/>
                <a:gd name="connsiteX160" fmla="*/ 1956173 w 2017827"/>
                <a:gd name="connsiteY160" fmla="*/ 669592 h 1505806"/>
                <a:gd name="connsiteX161" fmla="*/ 1955399 w 2017827"/>
                <a:gd name="connsiteY161" fmla="*/ 667978 h 1505806"/>
                <a:gd name="connsiteX162" fmla="*/ 1954759 w 2017827"/>
                <a:gd name="connsiteY162" fmla="*/ 665354 h 1505806"/>
                <a:gd name="connsiteX163" fmla="*/ 1954120 w 2017827"/>
                <a:gd name="connsiteY163" fmla="*/ 661216 h 1505806"/>
                <a:gd name="connsiteX164" fmla="*/ 1954658 w 2017827"/>
                <a:gd name="connsiteY164" fmla="*/ 658592 h 1505806"/>
                <a:gd name="connsiteX165" fmla="*/ 1954860 w 2017827"/>
                <a:gd name="connsiteY165" fmla="*/ 657381 h 1505806"/>
                <a:gd name="connsiteX166" fmla="*/ 1956812 w 2017827"/>
                <a:gd name="connsiteY166" fmla="*/ 654555 h 1505806"/>
                <a:gd name="connsiteX167" fmla="*/ 1959841 w 2017827"/>
                <a:gd name="connsiteY167" fmla="*/ 652806 h 1505806"/>
                <a:gd name="connsiteX168" fmla="*/ 1963005 w 2017827"/>
                <a:gd name="connsiteY168" fmla="*/ 650956 h 1505806"/>
                <a:gd name="connsiteX169" fmla="*/ 1961591 w 2017827"/>
                <a:gd name="connsiteY169" fmla="*/ 647928 h 1505806"/>
                <a:gd name="connsiteX170" fmla="*/ 1959639 w 2017827"/>
                <a:gd name="connsiteY170" fmla="*/ 647188 h 1505806"/>
                <a:gd name="connsiteX171" fmla="*/ 1955937 w 2017827"/>
                <a:gd name="connsiteY171" fmla="*/ 647188 h 1505806"/>
                <a:gd name="connsiteX172" fmla="*/ 1944192 w 2017827"/>
                <a:gd name="connsiteY172" fmla="*/ 647525 h 1505806"/>
                <a:gd name="connsiteX173" fmla="*/ 1932547 w 2017827"/>
                <a:gd name="connsiteY173" fmla="*/ 646347 h 1505806"/>
                <a:gd name="connsiteX174" fmla="*/ 1926355 w 2017827"/>
                <a:gd name="connsiteY174" fmla="*/ 644699 h 1505806"/>
                <a:gd name="connsiteX175" fmla="*/ 1915484 w 2017827"/>
                <a:gd name="connsiteY175" fmla="*/ 637971 h 1505806"/>
                <a:gd name="connsiteX176" fmla="*/ 1908215 w 2017827"/>
                <a:gd name="connsiteY176" fmla="*/ 630133 h 1505806"/>
                <a:gd name="connsiteX177" fmla="*/ 1897984 w 2017827"/>
                <a:gd name="connsiteY177" fmla="*/ 619469 h 1505806"/>
                <a:gd name="connsiteX178" fmla="*/ 1892566 w 2017827"/>
                <a:gd name="connsiteY178" fmla="*/ 616105 h 1505806"/>
                <a:gd name="connsiteX179" fmla="*/ 1884421 w 2017827"/>
                <a:gd name="connsiteY179" fmla="*/ 607527 h 1505806"/>
                <a:gd name="connsiteX180" fmla="*/ 1879979 w 2017827"/>
                <a:gd name="connsiteY180" fmla="*/ 602414 h 1505806"/>
                <a:gd name="connsiteX181" fmla="*/ 1871599 w 2017827"/>
                <a:gd name="connsiteY181" fmla="*/ 596662 h 1505806"/>
                <a:gd name="connsiteX182" fmla="*/ 1864969 w 2017827"/>
                <a:gd name="connsiteY182" fmla="*/ 588723 h 1505806"/>
                <a:gd name="connsiteX183" fmla="*/ 1854872 w 2017827"/>
                <a:gd name="connsiteY183" fmla="*/ 576882 h 1505806"/>
                <a:gd name="connsiteX184" fmla="*/ 1847468 w 2017827"/>
                <a:gd name="connsiteY184" fmla="*/ 570355 h 1505806"/>
                <a:gd name="connsiteX185" fmla="*/ 1841612 w 2017827"/>
                <a:gd name="connsiteY185" fmla="*/ 562753 h 1505806"/>
                <a:gd name="connsiteX186" fmla="*/ 1837608 w 2017827"/>
                <a:gd name="connsiteY186" fmla="*/ 558615 h 1505806"/>
                <a:gd name="connsiteX187" fmla="*/ 1825122 w 2017827"/>
                <a:gd name="connsiteY187" fmla="*/ 552190 h 1505806"/>
                <a:gd name="connsiteX188" fmla="*/ 1820242 w 2017827"/>
                <a:gd name="connsiteY188" fmla="*/ 548389 h 1505806"/>
                <a:gd name="connsiteX189" fmla="*/ 1811862 w 2017827"/>
                <a:gd name="connsiteY189" fmla="*/ 546202 h 1505806"/>
                <a:gd name="connsiteX190" fmla="*/ 1796549 w 2017827"/>
                <a:gd name="connsiteY190" fmla="*/ 537523 h 1505806"/>
                <a:gd name="connsiteX191" fmla="*/ 1780361 w 2017827"/>
                <a:gd name="connsiteY191" fmla="*/ 535034 h 1505806"/>
                <a:gd name="connsiteX192" fmla="*/ 1765688 w 2017827"/>
                <a:gd name="connsiteY192" fmla="*/ 530459 h 1505806"/>
                <a:gd name="connsiteX193" fmla="*/ 1757207 w 2017827"/>
                <a:gd name="connsiteY193" fmla="*/ 529820 h 1505806"/>
                <a:gd name="connsiteX194" fmla="*/ 1746673 w 2017827"/>
                <a:gd name="connsiteY194" fmla="*/ 530257 h 1505806"/>
                <a:gd name="connsiteX195" fmla="*/ 1736240 w 2017827"/>
                <a:gd name="connsiteY195" fmla="*/ 530055 h 1505806"/>
                <a:gd name="connsiteX196" fmla="*/ 1725167 w 2017827"/>
                <a:gd name="connsiteY196" fmla="*/ 529517 h 1505806"/>
                <a:gd name="connsiteX197" fmla="*/ 1721028 w 2017827"/>
                <a:gd name="connsiteY197" fmla="*/ 529080 h 1505806"/>
                <a:gd name="connsiteX198" fmla="*/ 1717764 w 2017827"/>
                <a:gd name="connsiteY198" fmla="*/ 526691 h 1505806"/>
                <a:gd name="connsiteX199" fmla="*/ 1706792 w 2017827"/>
                <a:gd name="connsiteY199" fmla="*/ 522453 h 1505806"/>
                <a:gd name="connsiteX200" fmla="*/ 1702787 w 2017827"/>
                <a:gd name="connsiteY200" fmla="*/ 517575 h 1505806"/>
                <a:gd name="connsiteX201" fmla="*/ 1697907 w 2017827"/>
                <a:gd name="connsiteY201" fmla="*/ 517373 h 1505806"/>
                <a:gd name="connsiteX202" fmla="*/ 1693128 w 2017827"/>
                <a:gd name="connsiteY202" fmla="*/ 517138 h 1505806"/>
                <a:gd name="connsiteX203" fmla="*/ 1686936 w 2017827"/>
                <a:gd name="connsiteY203" fmla="*/ 516364 h 1505806"/>
                <a:gd name="connsiteX204" fmla="*/ 1679094 w 2017827"/>
                <a:gd name="connsiteY204" fmla="*/ 515927 h 1505806"/>
                <a:gd name="connsiteX205" fmla="*/ 1672902 w 2017827"/>
                <a:gd name="connsiteY205" fmla="*/ 515725 h 1505806"/>
                <a:gd name="connsiteX206" fmla="*/ 1667248 w 2017827"/>
                <a:gd name="connsiteY206" fmla="*/ 513975 h 1505806"/>
                <a:gd name="connsiteX207" fmla="*/ 1661493 w 2017827"/>
                <a:gd name="connsiteY207" fmla="*/ 510073 h 1505806"/>
                <a:gd name="connsiteX208" fmla="*/ 1657589 w 2017827"/>
                <a:gd name="connsiteY208" fmla="*/ 506171 h 1505806"/>
                <a:gd name="connsiteX209" fmla="*/ 1654661 w 2017827"/>
                <a:gd name="connsiteY209" fmla="*/ 502908 h 1505806"/>
                <a:gd name="connsiteX210" fmla="*/ 1648132 w 2017827"/>
                <a:gd name="connsiteY210" fmla="*/ 501596 h 1505806"/>
                <a:gd name="connsiteX211" fmla="*/ 1643791 w 2017827"/>
                <a:gd name="connsiteY211" fmla="*/ 499309 h 1505806"/>
                <a:gd name="connsiteX212" fmla="*/ 1639113 w 2017827"/>
                <a:gd name="connsiteY212" fmla="*/ 494868 h 1505806"/>
                <a:gd name="connsiteX213" fmla="*/ 1636185 w 2017827"/>
                <a:gd name="connsiteY213" fmla="*/ 493657 h 1505806"/>
                <a:gd name="connsiteX214" fmla="*/ 1630093 w 2017827"/>
                <a:gd name="connsiteY214" fmla="*/ 491908 h 1505806"/>
                <a:gd name="connsiteX215" fmla="*/ 1624338 w 2017827"/>
                <a:gd name="connsiteY215" fmla="*/ 490495 h 1505806"/>
                <a:gd name="connsiteX216" fmla="*/ 1620199 w 2017827"/>
                <a:gd name="connsiteY216" fmla="*/ 486896 h 1505806"/>
                <a:gd name="connsiteX217" fmla="*/ 1616934 w 2017827"/>
                <a:gd name="connsiteY217" fmla="*/ 483195 h 1505806"/>
                <a:gd name="connsiteX218" fmla="*/ 1615083 w 2017827"/>
                <a:gd name="connsiteY218" fmla="*/ 481984 h 1505806"/>
                <a:gd name="connsiteX219" fmla="*/ 1610843 w 2017827"/>
                <a:gd name="connsiteY219" fmla="*/ 477981 h 1505806"/>
                <a:gd name="connsiteX220" fmla="*/ 1607377 w 2017827"/>
                <a:gd name="connsiteY220" fmla="*/ 474180 h 1505806"/>
                <a:gd name="connsiteX221" fmla="*/ 1606838 w 2017827"/>
                <a:gd name="connsiteY221" fmla="*/ 470143 h 1505806"/>
                <a:gd name="connsiteX222" fmla="*/ 1604550 w 2017827"/>
                <a:gd name="connsiteY222" fmla="*/ 462440 h 1505806"/>
                <a:gd name="connsiteX223" fmla="*/ 1604213 w 2017827"/>
                <a:gd name="connsiteY223" fmla="*/ 455039 h 1505806"/>
                <a:gd name="connsiteX224" fmla="*/ 1604651 w 2017827"/>
                <a:gd name="connsiteY224" fmla="*/ 448075 h 1505806"/>
                <a:gd name="connsiteX225" fmla="*/ 1609328 w 2017827"/>
                <a:gd name="connsiteY225" fmla="*/ 439161 h 1505806"/>
                <a:gd name="connsiteX226" fmla="*/ 1613367 w 2017827"/>
                <a:gd name="connsiteY226" fmla="*/ 434149 h 1505806"/>
                <a:gd name="connsiteX227" fmla="*/ 1615117 w 2017827"/>
                <a:gd name="connsiteY227" fmla="*/ 428934 h 1505806"/>
                <a:gd name="connsiteX228" fmla="*/ 1618045 w 2017827"/>
                <a:gd name="connsiteY228" fmla="*/ 424359 h 1505806"/>
                <a:gd name="connsiteX229" fmla="*/ 1621848 w 2017827"/>
                <a:gd name="connsiteY229" fmla="*/ 417396 h 1505806"/>
                <a:gd name="connsiteX230" fmla="*/ 1626728 w 2017827"/>
                <a:gd name="connsiteY230" fmla="*/ 409995 h 1505806"/>
                <a:gd name="connsiteX231" fmla="*/ 1632382 w 2017827"/>
                <a:gd name="connsiteY231" fmla="*/ 406396 h 1505806"/>
                <a:gd name="connsiteX232" fmla="*/ 1638036 w 2017827"/>
                <a:gd name="connsiteY232" fmla="*/ 399433 h 1505806"/>
                <a:gd name="connsiteX233" fmla="*/ 1639651 w 2017827"/>
                <a:gd name="connsiteY233" fmla="*/ 396169 h 1505806"/>
                <a:gd name="connsiteX234" fmla="*/ 1639988 w 2017827"/>
                <a:gd name="connsiteY234" fmla="*/ 390417 h 1505806"/>
                <a:gd name="connsiteX235" fmla="*/ 1639012 w 2017827"/>
                <a:gd name="connsiteY235" fmla="*/ 385539 h 1505806"/>
                <a:gd name="connsiteX236" fmla="*/ 1637262 w 2017827"/>
                <a:gd name="connsiteY236" fmla="*/ 380325 h 1505806"/>
                <a:gd name="connsiteX237" fmla="*/ 1634872 w 2017827"/>
                <a:gd name="connsiteY237" fmla="*/ 375111 h 1505806"/>
                <a:gd name="connsiteX238" fmla="*/ 1634973 w 2017827"/>
                <a:gd name="connsiteY238" fmla="*/ 372386 h 1505806"/>
                <a:gd name="connsiteX239" fmla="*/ 1636723 w 2017827"/>
                <a:gd name="connsiteY239" fmla="*/ 367710 h 1505806"/>
                <a:gd name="connsiteX240" fmla="*/ 1638473 w 2017827"/>
                <a:gd name="connsiteY240" fmla="*/ 366062 h 1505806"/>
                <a:gd name="connsiteX241" fmla="*/ 1646517 w 2017827"/>
                <a:gd name="connsiteY241" fmla="*/ 358998 h 1505806"/>
                <a:gd name="connsiteX242" fmla="*/ 1648368 w 2017827"/>
                <a:gd name="connsiteY242" fmla="*/ 356710 h 1505806"/>
                <a:gd name="connsiteX243" fmla="*/ 1651296 w 2017827"/>
                <a:gd name="connsiteY243" fmla="*/ 346820 h 1505806"/>
                <a:gd name="connsiteX244" fmla="*/ 1651632 w 2017827"/>
                <a:gd name="connsiteY244" fmla="*/ 344331 h 1505806"/>
                <a:gd name="connsiteX245" fmla="*/ 1652507 w 2017827"/>
                <a:gd name="connsiteY245" fmla="*/ 334542 h 1505806"/>
                <a:gd name="connsiteX246" fmla="*/ 1652507 w 2017827"/>
                <a:gd name="connsiteY246" fmla="*/ 326401 h 1505806"/>
                <a:gd name="connsiteX247" fmla="*/ 1651531 w 2017827"/>
                <a:gd name="connsiteY247" fmla="*/ 319673 h 1505806"/>
                <a:gd name="connsiteX248" fmla="*/ 1650320 w 2017827"/>
                <a:gd name="connsiteY248" fmla="*/ 311196 h 1505806"/>
                <a:gd name="connsiteX249" fmla="*/ 1649680 w 2017827"/>
                <a:gd name="connsiteY249" fmla="*/ 304468 h 1505806"/>
                <a:gd name="connsiteX250" fmla="*/ 1645339 w 2017827"/>
                <a:gd name="connsiteY250" fmla="*/ 297740 h 1505806"/>
                <a:gd name="connsiteX251" fmla="*/ 1644363 w 2017827"/>
                <a:gd name="connsiteY251" fmla="*/ 294712 h 1505806"/>
                <a:gd name="connsiteX252" fmla="*/ 1644363 w 2017827"/>
                <a:gd name="connsiteY252" fmla="*/ 292324 h 1505806"/>
                <a:gd name="connsiteX253" fmla="*/ 1639921 w 2017827"/>
                <a:gd name="connsiteY253" fmla="*/ 288523 h 1505806"/>
                <a:gd name="connsiteX254" fmla="*/ 1638305 w 2017827"/>
                <a:gd name="connsiteY254" fmla="*/ 285596 h 1505806"/>
                <a:gd name="connsiteX255" fmla="*/ 1636454 w 2017827"/>
                <a:gd name="connsiteY255" fmla="*/ 283308 h 1505806"/>
                <a:gd name="connsiteX256" fmla="*/ 1634401 w 2017827"/>
                <a:gd name="connsiteY256" fmla="*/ 280584 h 1505806"/>
                <a:gd name="connsiteX257" fmla="*/ 1632752 w 2017827"/>
                <a:gd name="connsiteY257" fmla="*/ 277993 h 1505806"/>
                <a:gd name="connsiteX258" fmla="*/ 1630699 w 2017827"/>
                <a:gd name="connsiteY258" fmla="*/ 274966 h 1505806"/>
                <a:gd name="connsiteX259" fmla="*/ 1629521 w 2017827"/>
                <a:gd name="connsiteY259" fmla="*/ 272678 h 1505806"/>
                <a:gd name="connsiteX260" fmla="*/ 1628882 w 2017827"/>
                <a:gd name="connsiteY260" fmla="*/ 269214 h 1505806"/>
                <a:gd name="connsiteX261" fmla="*/ 1628007 w 2017827"/>
                <a:gd name="connsiteY261" fmla="*/ 265850 h 1505806"/>
                <a:gd name="connsiteX262" fmla="*/ 1628007 w 2017827"/>
                <a:gd name="connsiteY262" fmla="*/ 262486 h 1505806"/>
                <a:gd name="connsiteX263" fmla="*/ 1626997 w 2017827"/>
                <a:gd name="connsiteY263" fmla="*/ 259323 h 1505806"/>
                <a:gd name="connsiteX264" fmla="*/ 1626795 w 2017827"/>
                <a:gd name="connsiteY264" fmla="*/ 257271 h 1505806"/>
                <a:gd name="connsiteX265" fmla="*/ 1626795 w 2017827"/>
                <a:gd name="connsiteY265" fmla="*/ 253470 h 1505806"/>
                <a:gd name="connsiteX266" fmla="*/ 1626795 w 2017827"/>
                <a:gd name="connsiteY266" fmla="*/ 249871 h 1505806"/>
                <a:gd name="connsiteX267" fmla="*/ 1626795 w 2017827"/>
                <a:gd name="connsiteY267" fmla="*/ 243446 h 1505806"/>
                <a:gd name="connsiteX268" fmla="*/ 1625012 w 2017827"/>
                <a:gd name="connsiteY268" fmla="*/ 241057 h 1505806"/>
                <a:gd name="connsiteX269" fmla="*/ 1625180 w 2017827"/>
                <a:gd name="connsiteY269" fmla="*/ 237020 h 1505806"/>
                <a:gd name="connsiteX270" fmla="*/ 1625180 w 2017827"/>
                <a:gd name="connsiteY270" fmla="*/ 232883 h 1505806"/>
                <a:gd name="connsiteX271" fmla="*/ 1624406 w 2017827"/>
                <a:gd name="connsiteY271" fmla="*/ 228880 h 1505806"/>
                <a:gd name="connsiteX272" fmla="*/ 1624406 w 2017827"/>
                <a:gd name="connsiteY272" fmla="*/ 224843 h 1505806"/>
                <a:gd name="connsiteX273" fmla="*/ 1622555 w 2017827"/>
                <a:gd name="connsiteY273" fmla="*/ 220503 h 1505806"/>
                <a:gd name="connsiteX274" fmla="*/ 1620502 w 2017827"/>
                <a:gd name="connsiteY274" fmla="*/ 217038 h 1505806"/>
                <a:gd name="connsiteX275" fmla="*/ 1618987 w 2017827"/>
                <a:gd name="connsiteY275" fmla="*/ 214549 h 1505806"/>
                <a:gd name="connsiteX276" fmla="*/ 1615723 w 2017827"/>
                <a:gd name="connsiteY276" fmla="*/ 209436 h 1505806"/>
                <a:gd name="connsiteX277" fmla="*/ 1612896 w 2017827"/>
                <a:gd name="connsiteY277" fmla="*/ 207148 h 1505806"/>
                <a:gd name="connsiteX278" fmla="*/ 1610607 w 2017827"/>
                <a:gd name="connsiteY278" fmla="*/ 204962 h 1505806"/>
                <a:gd name="connsiteX279" fmla="*/ 1607006 w 2017827"/>
                <a:gd name="connsiteY279" fmla="*/ 197897 h 1505806"/>
                <a:gd name="connsiteX280" fmla="*/ 1605929 w 2017827"/>
                <a:gd name="connsiteY280" fmla="*/ 192582 h 1505806"/>
                <a:gd name="connsiteX281" fmla="*/ 1604617 w 2017827"/>
                <a:gd name="connsiteY281" fmla="*/ 189656 h 1505806"/>
                <a:gd name="connsiteX282" fmla="*/ 1602564 w 2017827"/>
                <a:gd name="connsiteY282" fmla="*/ 187705 h 1505806"/>
                <a:gd name="connsiteX283" fmla="*/ 1599636 w 2017827"/>
                <a:gd name="connsiteY283" fmla="*/ 186931 h 1505806"/>
                <a:gd name="connsiteX284" fmla="*/ 1596169 w 2017827"/>
                <a:gd name="connsiteY284" fmla="*/ 186494 h 1505806"/>
                <a:gd name="connsiteX285" fmla="*/ 1593780 w 2017827"/>
                <a:gd name="connsiteY285" fmla="*/ 186595 h 1505806"/>
                <a:gd name="connsiteX286" fmla="*/ 1591391 w 2017827"/>
                <a:gd name="connsiteY286" fmla="*/ 186393 h 1505806"/>
                <a:gd name="connsiteX287" fmla="*/ 1588025 w 2017827"/>
                <a:gd name="connsiteY287" fmla="*/ 185955 h 1505806"/>
                <a:gd name="connsiteX288" fmla="*/ 1585737 w 2017827"/>
                <a:gd name="connsiteY288" fmla="*/ 185417 h 1505806"/>
                <a:gd name="connsiteX289" fmla="*/ 1583448 w 2017827"/>
                <a:gd name="connsiteY289" fmla="*/ 184980 h 1505806"/>
                <a:gd name="connsiteX290" fmla="*/ 1580621 w 2017827"/>
                <a:gd name="connsiteY290" fmla="*/ 183231 h 1505806"/>
                <a:gd name="connsiteX291" fmla="*/ 1577155 w 2017827"/>
                <a:gd name="connsiteY291" fmla="*/ 178992 h 1505806"/>
                <a:gd name="connsiteX292" fmla="*/ 1575943 w 2017827"/>
                <a:gd name="connsiteY292" fmla="*/ 177142 h 1505806"/>
                <a:gd name="connsiteX293" fmla="*/ 1574799 w 2017827"/>
                <a:gd name="connsiteY293" fmla="*/ 173004 h 1505806"/>
                <a:gd name="connsiteX294" fmla="*/ 1574799 w 2017827"/>
                <a:gd name="connsiteY294" fmla="*/ 170414 h 1505806"/>
                <a:gd name="connsiteX295" fmla="*/ 1574765 w 2017827"/>
                <a:gd name="connsiteY295" fmla="*/ 168564 h 1505806"/>
                <a:gd name="connsiteX296" fmla="*/ 1574765 w 2017827"/>
                <a:gd name="connsiteY296" fmla="*/ 166074 h 1505806"/>
                <a:gd name="connsiteX297" fmla="*/ 1573890 w 2017827"/>
                <a:gd name="connsiteY297" fmla="*/ 163686 h 1505806"/>
                <a:gd name="connsiteX298" fmla="*/ 1571938 w 2017827"/>
                <a:gd name="connsiteY298" fmla="*/ 161398 h 1505806"/>
                <a:gd name="connsiteX299" fmla="*/ 1568135 w 2017827"/>
                <a:gd name="connsiteY299" fmla="*/ 159986 h 1505806"/>
                <a:gd name="connsiteX300" fmla="*/ 1566183 w 2017827"/>
                <a:gd name="connsiteY300" fmla="*/ 159885 h 1505806"/>
                <a:gd name="connsiteX301" fmla="*/ 1564568 w 2017827"/>
                <a:gd name="connsiteY301" fmla="*/ 159986 h 1505806"/>
                <a:gd name="connsiteX302" fmla="*/ 1563424 w 2017827"/>
                <a:gd name="connsiteY302" fmla="*/ 160356 h 1505806"/>
                <a:gd name="connsiteX303" fmla="*/ 1557231 w 2017827"/>
                <a:gd name="connsiteY303" fmla="*/ 160356 h 1505806"/>
                <a:gd name="connsiteX304" fmla="*/ 1551241 w 2017827"/>
                <a:gd name="connsiteY304" fmla="*/ 159716 h 1505806"/>
                <a:gd name="connsiteX305" fmla="*/ 1544274 w 2017827"/>
                <a:gd name="connsiteY305" fmla="*/ 156891 h 1505806"/>
                <a:gd name="connsiteX306" fmla="*/ 1541784 w 2017827"/>
                <a:gd name="connsiteY306" fmla="*/ 156891 h 1505806"/>
                <a:gd name="connsiteX307" fmla="*/ 1539058 w 2017827"/>
                <a:gd name="connsiteY307" fmla="*/ 155141 h 1505806"/>
                <a:gd name="connsiteX308" fmla="*/ 1537880 w 2017827"/>
                <a:gd name="connsiteY308" fmla="*/ 155141 h 1505806"/>
                <a:gd name="connsiteX309" fmla="*/ 1535591 w 2017827"/>
                <a:gd name="connsiteY309" fmla="*/ 155141 h 1505806"/>
                <a:gd name="connsiteX310" fmla="*/ 1534952 w 2017827"/>
                <a:gd name="connsiteY310" fmla="*/ 155141 h 1505806"/>
                <a:gd name="connsiteX311" fmla="*/ 1533202 w 2017827"/>
                <a:gd name="connsiteY311" fmla="*/ 155141 h 1505806"/>
                <a:gd name="connsiteX312" fmla="*/ 1531250 w 2017827"/>
                <a:gd name="connsiteY312" fmla="*/ 154704 h 1505806"/>
                <a:gd name="connsiteX313" fmla="*/ 1529500 w 2017827"/>
                <a:gd name="connsiteY313" fmla="*/ 154065 h 1505806"/>
                <a:gd name="connsiteX314" fmla="*/ 1528086 w 2017827"/>
                <a:gd name="connsiteY314" fmla="*/ 153628 h 1505806"/>
                <a:gd name="connsiteX315" fmla="*/ 1525259 w 2017827"/>
                <a:gd name="connsiteY315" fmla="*/ 151878 h 1505806"/>
                <a:gd name="connsiteX316" fmla="*/ 1523745 w 2017827"/>
                <a:gd name="connsiteY316" fmla="*/ 150567 h 1505806"/>
                <a:gd name="connsiteX317" fmla="*/ 1522769 w 2017827"/>
                <a:gd name="connsiteY317" fmla="*/ 149154 h 1505806"/>
                <a:gd name="connsiteX318" fmla="*/ 1521254 w 2017827"/>
                <a:gd name="connsiteY318" fmla="*/ 146664 h 1505806"/>
                <a:gd name="connsiteX319" fmla="*/ 1520043 w 2017827"/>
                <a:gd name="connsiteY319" fmla="*/ 145689 h 1505806"/>
                <a:gd name="connsiteX320" fmla="*/ 1518293 w 2017827"/>
                <a:gd name="connsiteY320" fmla="*/ 143401 h 1505806"/>
                <a:gd name="connsiteX321" fmla="*/ 1516341 w 2017827"/>
                <a:gd name="connsiteY321" fmla="*/ 141988 h 1505806"/>
                <a:gd name="connsiteX322" fmla="*/ 1513413 w 2017827"/>
                <a:gd name="connsiteY322" fmla="*/ 139398 h 1505806"/>
                <a:gd name="connsiteX323" fmla="*/ 1509812 w 2017827"/>
                <a:gd name="connsiteY323" fmla="*/ 137346 h 1505806"/>
                <a:gd name="connsiteX324" fmla="*/ 1506110 w 2017827"/>
                <a:gd name="connsiteY324" fmla="*/ 135294 h 1505806"/>
                <a:gd name="connsiteX325" fmla="*/ 1501331 w 2017827"/>
                <a:gd name="connsiteY325" fmla="*/ 131392 h 1505806"/>
                <a:gd name="connsiteX326" fmla="*/ 1499581 w 2017827"/>
                <a:gd name="connsiteY326" fmla="*/ 128129 h 1505806"/>
                <a:gd name="connsiteX327" fmla="*/ 1495340 w 2017827"/>
                <a:gd name="connsiteY327" fmla="*/ 123890 h 1505806"/>
                <a:gd name="connsiteX328" fmla="*/ 1494735 w 2017827"/>
                <a:gd name="connsiteY328" fmla="*/ 120728 h 1505806"/>
                <a:gd name="connsiteX329" fmla="*/ 1494701 w 2017827"/>
                <a:gd name="connsiteY329" fmla="*/ 116052 h 1505806"/>
                <a:gd name="connsiteX330" fmla="*/ 1494701 w 2017827"/>
                <a:gd name="connsiteY330" fmla="*/ 113126 h 1505806"/>
                <a:gd name="connsiteX331" fmla="*/ 1494701 w 2017827"/>
                <a:gd name="connsiteY331" fmla="*/ 109762 h 1505806"/>
                <a:gd name="connsiteX332" fmla="*/ 1493288 w 2017827"/>
                <a:gd name="connsiteY332" fmla="*/ 105960 h 1505806"/>
                <a:gd name="connsiteX333" fmla="*/ 1490124 w 2017827"/>
                <a:gd name="connsiteY333" fmla="*/ 103135 h 1505806"/>
                <a:gd name="connsiteX334" fmla="*/ 1484806 w 2017827"/>
                <a:gd name="connsiteY334" fmla="*/ 98694 h 1505806"/>
                <a:gd name="connsiteX335" fmla="*/ 1478715 w 2017827"/>
                <a:gd name="connsiteY335" fmla="*/ 93581 h 1505806"/>
                <a:gd name="connsiteX336" fmla="*/ 1472725 w 2017827"/>
                <a:gd name="connsiteY336" fmla="*/ 89006 h 1505806"/>
                <a:gd name="connsiteX337" fmla="*/ 1467946 w 2017827"/>
                <a:gd name="connsiteY337" fmla="*/ 84532 h 1505806"/>
                <a:gd name="connsiteX338" fmla="*/ 1465893 w 2017827"/>
                <a:gd name="connsiteY338" fmla="*/ 82783 h 1505806"/>
                <a:gd name="connsiteX339" fmla="*/ 1464008 w 2017827"/>
                <a:gd name="connsiteY339" fmla="*/ 79419 h 1505806"/>
                <a:gd name="connsiteX340" fmla="*/ 1463369 w 2017827"/>
                <a:gd name="connsiteY340" fmla="*/ 76055 h 1505806"/>
                <a:gd name="connsiteX341" fmla="*/ 1463806 w 2017827"/>
                <a:gd name="connsiteY341" fmla="*/ 72354 h 1505806"/>
                <a:gd name="connsiteX342" fmla="*/ 1463806 w 2017827"/>
                <a:gd name="connsiteY342" fmla="*/ 67477 h 1505806"/>
                <a:gd name="connsiteX343" fmla="*/ 1463335 w 2017827"/>
                <a:gd name="connsiteY343" fmla="*/ 63238 h 1505806"/>
                <a:gd name="connsiteX344" fmla="*/ 1461753 w 2017827"/>
                <a:gd name="connsiteY344" fmla="*/ 59235 h 1505806"/>
                <a:gd name="connsiteX345" fmla="*/ 1457614 w 2017827"/>
                <a:gd name="connsiteY345" fmla="*/ 54559 h 1505806"/>
                <a:gd name="connsiteX346" fmla="*/ 1454686 w 2017827"/>
                <a:gd name="connsiteY346" fmla="*/ 50960 h 1505806"/>
                <a:gd name="connsiteX347" fmla="*/ 1453171 w 2017827"/>
                <a:gd name="connsiteY347" fmla="*/ 47932 h 1505806"/>
                <a:gd name="connsiteX348" fmla="*/ 1447753 w 2017827"/>
                <a:gd name="connsiteY348" fmla="*/ 45880 h 1505806"/>
                <a:gd name="connsiteX349" fmla="*/ 1445027 w 2017827"/>
                <a:gd name="connsiteY349" fmla="*/ 42516 h 1505806"/>
                <a:gd name="connsiteX350" fmla="*/ 1444253 w 2017827"/>
                <a:gd name="connsiteY350" fmla="*/ 39589 h 1505806"/>
                <a:gd name="connsiteX351" fmla="*/ 1444253 w 2017827"/>
                <a:gd name="connsiteY351" fmla="*/ 37201 h 1505806"/>
                <a:gd name="connsiteX352" fmla="*/ 1449032 w 2017827"/>
                <a:gd name="connsiteY352" fmla="*/ 33736 h 1505806"/>
                <a:gd name="connsiteX353" fmla="*/ 1451219 w 2017827"/>
                <a:gd name="connsiteY353" fmla="*/ 32660 h 1505806"/>
                <a:gd name="connsiteX354" fmla="*/ 1454147 w 2017827"/>
                <a:gd name="connsiteY354" fmla="*/ 29598 h 1505806"/>
                <a:gd name="connsiteX355" fmla="*/ 1455561 w 2017827"/>
                <a:gd name="connsiteY355" fmla="*/ 28623 h 1505806"/>
                <a:gd name="connsiteX356" fmla="*/ 1457849 w 2017827"/>
                <a:gd name="connsiteY356" fmla="*/ 26133 h 1505806"/>
                <a:gd name="connsiteX357" fmla="*/ 1459801 w 2017827"/>
                <a:gd name="connsiteY357" fmla="*/ 23543 h 1505806"/>
                <a:gd name="connsiteX358" fmla="*/ 1461215 w 2017827"/>
                <a:gd name="connsiteY358" fmla="*/ 19506 h 1505806"/>
                <a:gd name="connsiteX359" fmla="*/ 1462965 w 2017827"/>
                <a:gd name="connsiteY359" fmla="*/ 16479 h 1505806"/>
                <a:gd name="connsiteX360" fmla="*/ 1462965 w 2017827"/>
                <a:gd name="connsiteY360" fmla="*/ 13014 h 1505806"/>
                <a:gd name="connsiteX361" fmla="*/ 1462426 w 2017827"/>
                <a:gd name="connsiteY361" fmla="*/ 9112 h 1505806"/>
                <a:gd name="connsiteX362" fmla="*/ 1459599 w 2017827"/>
                <a:gd name="connsiteY362" fmla="*/ 8237 h 1505806"/>
                <a:gd name="connsiteX363" fmla="*/ 1457412 w 2017827"/>
                <a:gd name="connsiteY363" fmla="*/ 6387 h 1505806"/>
                <a:gd name="connsiteX364" fmla="*/ 1451421 w 2017827"/>
                <a:gd name="connsiteY364" fmla="*/ 5411 h 1505806"/>
                <a:gd name="connsiteX365" fmla="*/ 1446407 w 2017827"/>
                <a:gd name="connsiteY365" fmla="*/ 4772 h 1505806"/>
                <a:gd name="connsiteX366" fmla="*/ 1442604 w 2017827"/>
                <a:gd name="connsiteY366" fmla="*/ 4133 h 1505806"/>
                <a:gd name="connsiteX367" fmla="*/ 1438363 w 2017827"/>
                <a:gd name="connsiteY367" fmla="*/ 5008 h 1505806"/>
                <a:gd name="connsiteX368" fmla="*/ 1436748 w 2017827"/>
                <a:gd name="connsiteY368" fmla="*/ 5445 h 1505806"/>
                <a:gd name="connsiteX369" fmla="*/ 1433147 w 2017827"/>
                <a:gd name="connsiteY369" fmla="*/ 7194 h 1505806"/>
                <a:gd name="connsiteX370" fmla="*/ 1429344 w 2017827"/>
                <a:gd name="connsiteY370" fmla="*/ 7733 h 1505806"/>
                <a:gd name="connsiteX371" fmla="*/ 1425440 w 2017827"/>
                <a:gd name="connsiteY371" fmla="*/ 7396 h 1505806"/>
                <a:gd name="connsiteX372" fmla="*/ 1416959 w 2017827"/>
                <a:gd name="connsiteY372" fmla="*/ 5647 h 1505806"/>
                <a:gd name="connsiteX373" fmla="*/ 1411641 w 2017827"/>
                <a:gd name="connsiteY373" fmla="*/ 5109 h 1505806"/>
                <a:gd name="connsiteX374" fmla="*/ 1407939 w 2017827"/>
                <a:gd name="connsiteY374" fmla="*/ 4032 h 1505806"/>
                <a:gd name="connsiteX375" fmla="*/ 1405651 w 2017827"/>
                <a:gd name="connsiteY375" fmla="*/ 2081 h 1505806"/>
                <a:gd name="connsiteX376" fmla="*/ 1400435 w 2017827"/>
                <a:gd name="connsiteY376" fmla="*/ 1106 h 1505806"/>
                <a:gd name="connsiteX377" fmla="*/ 1396632 w 2017827"/>
                <a:gd name="connsiteY377" fmla="*/ 29 h 1505806"/>
                <a:gd name="connsiteX378" fmla="*/ 1393030 w 2017827"/>
                <a:gd name="connsiteY378" fmla="*/ 29 h 1505806"/>
                <a:gd name="connsiteX379" fmla="*/ 1387175 w 2017827"/>
                <a:gd name="connsiteY379" fmla="*/ 1240 h 1505806"/>
                <a:gd name="connsiteX380" fmla="*/ 1382295 w 2017827"/>
                <a:gd name="connsiteY380" fmla="*/ 1240 h 1505806"/>
                <a:gd name="connsiteX381" fmla="*/ 1378155 w 2017827"/>
                <a:gd name="connsiteY381" fmla="*/ 2216 h 1505806"/>
                <a:gd name="connsiteX382" fmla="*/ 1375665 w 2017827"/>
                <a:gd name="connsiteY382" fmla="*/ 2754 h 1505806"/>
                <a:gd name="connsiteX383" fmla="*/ 1373477 w 2017827"/>
                <a:gd name="connsiteY383" fmla="*/ 4066 h 1505806"/>
                <a:gd name="connsiteX384" fmla="*/ 1371626 w 2017827"/>
                <a:gd name="connsiteY384" fmla="*/ 5714 h 1505806"/>
                <a:gd name="connsiteX385" fmla="*/ 1369573 w 2017827"/>
                <a:gd name="connsiteY385" fmla="*/ 8977 h 1505806"/>
                <a:gd name="connsiteX386" fmla="*/ 1368160 w 2017827"/>
                <a:gd name="connsiteY386" fmla="*/ 12577 h 1505806"/>
                <a:gd name="connsiteX387" fmla="*/ 1367285 w 2017827"/>
                <a:gd name="connsiteY387" fmla="*/ 15941 h 1505806"/>
                <a:gd name="connsiteX388" fmla="*/ 1367487 w 2017827"/>
                <a:gd name="connsiteY388" fmla="*/ 19540 h 1505806"/>
                <a:gd name="connsiteX389" fmla="*/ 1368900 w 2017827"/>
                <a:gd name="connsiteY389" fmla="*/ 24653 h 1505806"/>
                <a:gd name="connsiteX390" fmla="*/ 1369540 w 2017827"/>
                <a:gd name="connsiteY390" fmla="*/ 31381 h 1505806"/>
                <a:gd name="connsiteX391" fmla="*/ 1368025 w 2017827"/>
                <a:gd name="connsiteY391" fmla="*/ 36158 h 1505806"/>
                <a:gd name="connsiteX392" fmla="*/ 1366073 w 2017827"/>
                <a:gd name="connsiteY392" fmla="*/ 39858 h 1505806"/>
                <a:gd name="connsiteX393" fmla="*/ 1364121 w 2017827"/>
                <a:gd name="connsiteY393" fmla="*/ 42348 h 1505806"/>
                <a:gd name="connsiteX394" fmla="*/ 1360083 w 2017827"/>
                <a:gd name="connsiteY394" fmla="*/ 46048 h 1505806"/>
                <a:gd name="connsiteX395" fmla="*/ 1353655 w 2017827"/>
                <a:gd name="connsiteY395" fmla="*/ 48235 h 1505806"/>
                <a:gd name="connsiteX396" fmla="*/ 1349515 w 2017827"/>
                <a:gd name="connsiteY396" fmla="*/ 50085 h 1505806"/>
                <a:gd name="connsiteX397" fmla="*/ 1345510 w 2017827"/>
                <a:gd name="connsiteY397" fmla="*/ 52473 h 1505806"/>
                <a:gd name="connsiteX398" fmla="*/ 1341505 w 2017827"/>
                <a:gd name="connsiteY398" fmla="*/ 55501 h 1505806"/>
                <a:gd name="connsiteX399" fmla="*/ 1333798 w 2017827"/>
                <a:gd name="connsiteY399" fmla="*/ 57687 h 1505806"/>
                <a:gd name="connsiteX400" fmla="*/ 1320101 w 2017827"/>
                <a:gd name="connsiteY400" fmla="*/ 56476 h 1505806"/>
                <a:gd name="connsiteX401" fmla="*/ 1316062 w 2017827"/>
                <a:gd name="connsiteY401" fmla="*/ 56140 h 1505806"/>
                <a:gd name="connsiteX402" fmla="*/ 1308457 w 2017827"/>
                <a:gd name="connsiteY402" fmla="*/ 55501 h 1505806"/>
                <a:gd name="connsiteX403" fmla="*/ 1301726 w 2017827"/>
                <a:gd name="connsiteY403" fmla="*/ 54290 h 1505806"/>
                <a:gd name="connsiteX404" fmla="*/ 1295197 w 2017827"/>
                <a:gd name="connsiteY404" fmla="*/ 53853 h 1505806"/>
                <a:gd name="connsiteX405" fmla="*/ 1290317 w 2017827"/>
                <a:gd name="connsiteY405" fmla="*/ 52642 h 1505806"/>
                <a:gd name="connsiteX406" fmla="*/ 1285740 w 2017827"/>
                <a:gd name="connsiteY406" fmla="*/ 52642 h 1505806"/>
                <a:gd name="connsiteX407" fmla="*/ 1280961 w 2017827"/>
                <a:gd name="connsiteY407" fmla="*/ 56241 h 1505806"/>
                <a:gd name="connsiteX408" fmla="*/ 1277696 w 2017827"/>
                <a:gd name="connsiteY408" fmla="*/ 58428 h 1505806"/>
                <a:gd name="connsiteX409" fmla="*/ 1274230 w 2017827"/>
                <a:gd name="connsiteY409" fmla="*/ 63541 h 1505806"/>
                <a:gd name="connsiteX410" fmla="*/ 1273153 w 2017827"/>
                <a:gd name="connsiteY410" fmla="*/ 66467 h 1505806"/>
                <a:gd name="connsiteX411" fmla="*/ 1269249 w 2017827"/>
                <a:gd name="connsiteY411" fmla="*/ 71244 h 1505806"/>
                <a:gd name="connsiteX412" fmla="*/ 1264369 w 2017827"/>
                <a:gd name="connsiteY412" fmla="*/ 76458 h 1505806"/>
                <a:gd name="connsiteX413" fmla="*/ 1260129 w 2017827"/>
                <a:gd name="connsiteY413" fmla="*/ 82547 h 1505806"/>
                <a:gd name="connsiteX414" fmla="*/ 1256965 w 2017827"/>
                <a:gd name="connsiteY414" fmla="*/ 89275 h 1505806"/>
                <a:gd name="connsiteX415" fmla="*/ 1254374 w 2017827"/>
                <a:gd name="connsiteY415" fmla="*/ 92975 h 1505806"/>
                <a:gd name="connsiteX416" fmla="*/ 1253297 w 2017827"/>
                <a:gd name="connsiteY416" fmla="*/ 97214 h 1505806"/>
                <a:gd name="connsiteX417" fmla="*/ 1252657 w 2017827"/>
                <a:gd name="connsiteY417" fmla="*/ 101890 h 1505806"/>
                <a:gd name="connsiteX418" fmla="*/ 1251782 w 2017827"/>
                <a:gd name="connsiteY418" fmla="*/ 105052 h 1505806"/>
                <a:gd name="connsiteX419" fmla="*/ 1250907 w 2017827"/>
                <a:gd name="connsiteY419" fmla="*/ 111578 h 1505806"/>
                <a:gd name="connsiteX420" fmla="*/ 1250840 w 2017827"/>
                <a:gd name="connsiteY420" fmla="*/ 114505 h 1505806"/>
                <a:gd name="connsiteX421" fmla="*/ 1250840 w 2017827"/>
                <a:gd name="connsiteY421" fmla="*/ 122747 h 1505806"/>
                <a:gd name="connsiteX422" fmla="*/ 1249090 w 2017827"/>
                <a:gd name="connsiteY422" fmla="*/ 127086 h 1505806"/>
                <a:gd name="connsiteX423" fmla="*/ 1248114 w 2017827"/>
                <a:gd name="connsiteY423" fmla="*/ 145218 h 1505806"/>
                <a:gd name="connsiteX424" fmla="*/ 1248551 w 2017827"/>
                <a:gd name="connsiteY424" fmla="*/ 149658 h 1505806"/>
                <a:gd name="connsiteX425" fmla="*/ 1248484 w 2017827"/>
                <a:gd name="connsiteY425" fmla="*/ 153460 h 1505806"/>
                <a:gd name="connsiteX426" fmla="*/ 1248484 w 2017827"/>
                <a:gd name="connsiteY426" fmla="*/ 157597 h 1505806"/>
                <a:gd name="connsiteX427" fmla="*/ 1248417 w 2017827"/>
                <a:gd name="connsiteY427" fmla="*/ 163047 h 1505806"/>
                <a:gd name="connsiteX428" fmla="*/ 1248417 w 2017827"/>
                <a:gd name="connsiteY428" fmla="*/ 167521 h 1505806"/>
                <a:gd name="connsiteX429" fmla="*/ 1248417 w 2017827"/>
                <a:gd name="connsiteY429" fmla="*/ 171221 h 1505806"/>
                <a:gd name="connsiteX430" fmla="*/ 1247777 w 2017827"/>
                <a:gd name="connsiteY430" fmla="*/ 174047 h 1505806"/>
                <a:gd name="connsiteX431" fmla="*/ 1247777 w 2017827"/>
                <a:gd name="connsiteY431" fmla="*/ 175796 h 1505806"/>
                <a:gd name="connsiteX432" fmla="*/ 1246162 w 2017827"/>
                <a:gd name="connsiteY432" fmla="*/ 180035 h 1505806"/>
                <a:gd name="connsiteX433" fmla="*/ 1243234 w 2017827"/>
                <a:gd name="connsiteY433" fmla="*/ 186023 h 1505806"/>
                <a:gd name="connsiteX434" fmla="*/ 1241046 w 2017827"/>
                <a:gd name="connsiteY434" fmla="*/ 190699 h 1505806"/>
                <a:gd name="connsiteX435" fmla="*/ 1238859 w 2017827"/>
                <a:gd name="connsiteY435" fmla="*/ 193188 h 1505806"/>
                <a:gd name="connsiteX436" fmla="*/ 1233541 w 2017827"/>
                <a:gd name="connsiteY436" fmla="*/ 195139 h 1505806"/>
                <a:gd name="connsiteX437" fmla="*/ 1227551 w 2017827"/>
                <a:gd name="connsiteY437" fmla="*/ 196215 h 1505806"/>
                <a:gd name="connsiteX438" fmla="*/ 1217656 w 2017827"/>
                <a:gd name="connsiteY438" fmla="*/ 196552 h 1505806"/>
                <a:gd name="connsiteX439" fmla="*/ 1213416 w 2017827"/>
                <a:gd name="connsiteY439" fmla="*/ 196653 h 1505806"/>
                <a:gd name="connsiteX440" fmla="*/ 1207998 w 2017827"/>
                <a:gd name="connsiteY440" fmla="*/ 197628 h 1505806"/>
                <a:gd name="connsiteX441" fmla="*/ 1202344 w 2017827"/>
                <a:gd name="connsiteY441" fmla="*/ 196115 h 1505806"/>
                <a:gd name="connsiteX442" fmla="*/ 1197666 w 2017827"/>
                <a:gd name="connsiteY442" fmla="*/ 195341 h 1505806"/>
                <a:gd name="connsiteX443" fmla="*/ 1192988 w 2017827"/>
                <a:gd name="connsiteY443" fmla="*/ 195341 h 1505806"/>
                <a:gd name="connsiteX444" fmla="*/ 1189723 w 2017827"/>
                <a:gd name="connsiteY444" fmla="*/ 193053 h 1505806"/>
                <a:gd name="connsiteX445" fmla="*/ 1180266 w 2017827"/>
                <a:gd name="connsiteY445" fmla="*/ 189790 h 1505806"/>
                <a:gd name="connsiteX446" fmla="*/ 1176800 w 2017827"/>
                <a:gd name="connsiteY446" fmla="*/ 193154 h 1505806"/>
                <a:gd name="connsiteX447" fmla="*/ 1170708 w 2017827"/>
                <a:gd name="connsiteY447" fmla="*/ 195778 h 1505806"/>
                <a:gd name="connsiteX448" fmla="*/ 1166569 w 2017827"/>
                <a:gd name="connsiteY448" fmla="*/ 192313 h 1505806"/>
                <a:gd name="connsiteX449" fmla="*/ 1162530 w 2017827"/>
                <a:gd name="connsiteY449" fmla="*/ 188277 h 1505806"/>
                <a:gd name="connsiteX450" fmla="*/ 1159602 w 2017827"/>
                <a:gd name="connsiteY450" fmla="*/ 184374 h 1505806"/>
                <a:gd name="connsiteX451" fmla="*/ 1156876 w 2017827"/>
                <a:gd name="connsiteY451" fmla="*/ 183601 h 1505806"/>
                <a:gd name="connsiteX452" fmla="*/ 1147419 w 2017827"/>
                <a:gd name="connsiteY452" fmla="*/ 181851 h 1505806"/>
                <a:gd name="connsiteX453" fmla="*/ 1137861 w 2017827"/>
                <a:gd name="connsiteY453" fmla="*/ 180775 h 1505806"/>
                <a:gd name="connsiteX454" fmla="*/ 1125140 w 2017827"/>
                <a:gd name="connsiteY454" fmla="*/ 177949 h 1505806"/>
                <a:gd name="connsiteX455" fmla="*/ 1121102 w 2017827"/>
                <a:gd name="connsiteY455" fmla="*/ 177949 h 1505806"/>
                <a:gd name="connsiteX456" fmla="*/ 1115347 w 2017827"/>
                <a:gd name="connsiteY456" fmla="*/ 177041 h 1505806"/>
                <a:gd name="connsiteX457" fmla="*/ 1110029 w 2017827"/>
                <a:gd name="connsiteY457" fmla="*/ 176133 h 1505806"/>
                <a:gd name="connsiteX458" fmla="*/ 1106327 w 2017827"/>
                <a:gd name="connsiteY458" fmla="*/ 175056 h 1505806"/>
                <a:gd name="connsiteX459" fmla="*/ 1101447 w 2017827"/>
                <a:gd name="connsiteY459" fmla="*/ 173307 h 1505806"/>
                <a:gd name="connsiteX460" fmla="*/ 1098957 w 2017827"/>
                <a:gd name="connsiteY460" fmla="*/ 171255 h 1505806"/>
                <a:gd name="connsiteX461" fmla="*/ 1096466 w 2017827"/>
                <a:gd name="connsiteY461" fmla="*/ 169640 h 1505806"/>
                <a:gd name="connsiteX462" fmla="*/ 1092327 w 2017827"/>
                <a:gd name="connsiteY462" fmla="*/ 166377 h 1505806"/>
                <a:gd name="connsiteX463" fmla="*/ 1088726 w 2017827"/>
                <a:gd name="connsiteY463" fmla="*/ 163350 h 1505806"/>
                <a:gd name="connsiteX464" fmla="*/ 1085360 w 2017827"/>
                <a:gd name="connsiteY464" fmla="*/ 161600 h 1505806"/>
                <a:gd name="connsiteX465" fmla="*/ 1081355 w 2017827"/>
                <a:gd name="connsiteY465" fmla="*/ 159010 h 1505806"/>
                <a:gd name="connsiteX466" fmla="*/ 1078730 w 2017827"/>
                <a:gd name="connsiteY466" fmla="*/ 157362 h 1505806"/>
                <a:gd name="connsiteX467" fmla="*/ 1076442 w 2017827"/>
                <a:gd name="connsiteY467" fmla="*/ 155310 h 1505806"/>
                <a:gd name="connsiteX468" fmla="*/ 1072201 w 2017827"/>
                <a:gd name="connsiteY468" fmla="*/ 151845 h 1505806"/>
                <a:gd name="connsiteX469" fmla="*/ 1069812 w 2017827"/>
                <a:gd name="connsiteY469" fmla="*/ 150096 h 1505806"/>
                <a:gd name="connsiteX470" fmla="*/ 1066884 w 2017827"/>
                <a:gd name="connsiteY470" fmla="*/ 148245 h 1505806"/>
                <a:gd name="connsiteX471" fmla="*/ 1063081 w 2017827"/>
                <a:gd name="connsiteY471" fmla="*/ 145655 h 1505806"/>
                <a:gd name="connsiteX472" fmla="*/ 1059076 w 2017827"/>
                <a:gd name="connsiteY472" fmla="*/ 143267 h 1505806"/>
                <a:gd name="connsiteX473" fmla="*/ 1057764 w 2017827"/>
                <a:gd name="connsiteY473" fmla="*/ 143267 h 1505806"/>
                <a:gd name="connsiteX474" fmla="*/ 1054768 w 2017827"/>
                <a:gd name="connsiteY474" fmla="*/ 141753 h 1505806"/>
                <a:gd name="connsiteX475" fmla="*/ 1052985 w 2017827"/>
                <a:gd name="connsiteY475" fmla="*/ 141215 h 1505806"/>
                <a:gd name="connsiteX476" fmla="*/ 1051302 w 2017827"/>
                <a:gd name="connsiteY476" fmla="*/ 140777 h 1505806"/>
                <a:gd name="connsiteX477" fmla="*/ 1050932 w 2017827"/>
                <a:gd name="connsiteY477" fmla="*/ 140710 h 1505806"/>
                <a:gd name="connsiteX478" fmla="*/ 1049148 w 2017827"/>
                <a:gd name="connsiteY478" fmla="*/ 138759 h 1505806"/>
                <a:gd name="connsiteX479" fmla="*/ 1046321 w 2017827"/>
                <a:gd name="connsiteY479" fmla="*/ 136909 h 1505806"/>
                <a:gd name="connsiteX480" fmla="*/ 1044571 w 2017827"/>
                <a:gd name="connsiteY480" fmla="*/ 135967 h 1505806"/>
                <a:gd name="connsiteX481" fmla="*/ 1041037 w 2017827"/>
                <a:gd name="connsiteY481" fmla="*/ 136404 h 1505806"/>
                <a:gd name="connsiteX482" fmla="*/ 1039960 w 2017827"/>
                <a:gd name="connsiteY482" fmla="*/ 137043 h 1505806"/>
                <a:gd name="connsiteX483" fmla="*/ 1039388 w 2017827"/>
                <a:gd name="connsiteY483" fmla="*/ 137851 h 1505806"/>
                <a:gd name="connsiteX484" fmla="*/ 1039153 w 2017827"/>
                <a:gd name="connsiteY484" fmla="*/ 138994 h 1505806"/>
                <a:gd name="connsiteX485" fmla="*/ 1039388 w 2017827"/>
                <a:gd name="connsiteY485" fmla="*/ 140138 h 1505806"/>
                <a:gd name="connsiteX486" fmla="*/ 1039254 w 2017827"/>
                <a:gd name="connsiteY486" fmla="*/ 141349 h 1505806"/>
                <a:gd name="connsiteX487" fmla="*/ 1039254 w 2017827"/>
                <a:gd name="connsiteY487" fmla="*/ 142796 h 1505806"/>
                <a:gd name="connsiteX488" fmla="*/ 1037806 w 2017827"/>
                <a:gd name="connsiteY488" fmla="*/ 145420 h 1505806"/>
                <a:gd name="connsiteX489" fmla="*/ 1035484 w 2017827"/>
                <a:gd name="connsiteY489" fmla="*/ 147875 h 1505806"/>
                <a:gd name="connsiteX490" fmla="*/ 1033162 w 2017827"/>
                <a:gd name="connsiteY490" fmla="*/ 151643 h 1505806"/>
                <a:gd name="connsiteX491" fmla="*/ 1031277 w 2017827"/>
                <a:gd name="connsiteY491" fmla="*/ 153964 h 1505806"/>
                <a:gd name="connsiteX492" fmla="*/ 1029830 w 2017827"/>
                <a:gd name="connsiteY492" fmla="*/ 156151 h 1505806"/>
                <a:gd name="connsiteX493" fmla="*/ 1028080 w 2017827"/>
                <a:gd name="connsiteY493" fmla="*/ 159346 h 1505806"/>
                <a:gd name="connsiteX494" fmla="*/ 1024446 w 2017827"/>
                <a:gd name="connsiteY494" fmla="*/ 161802 h 1505806"/>
                <a:gd name="connsiteX495" fmla="*/ 1020239 w 2017827"/>
                <a:gd name="connsiteY495" fmla="*/ 165435 h 1505806"/>
                <a:gd name="connsiteX496" fmla="*/ 1014450 w 2017827"/>
                <a:gd name="connsiteY496" fmla="*/ 169775 h 1505806"/>
                <a:gd name="connsiteX497" fmla="*/ 1010815 w 2017827"/>
                <a:gd name="connsiteY497" fmla="*/ 174854 h 1505806"/>
                <a:gd name="connsiteX498" fmla="*/ 1008628 w 2017827"/>
                <a:gd name="connsiteY498" fmla="*/ 179362 h 1505806"/>
                <a:gd name="connsiteX499" fmla="*/ 1006743 w 2017827"/>
                <a:gd name="connsiteY499" fmla="*/ 185148 h 1505806"/>
                <a:gd name="connsiteX500" fmla="*/ 1003983 w 2017827"/>
                <a:gd name="connsiteY500" fmla="*/ 190665 h 1505806"/>
                <a:gd name="connsiteX501" fmla="*/ 1000080 w 2017827"/>
                <a:gd name="connsiteY501" fmla="*/ 197056 h 1505806"/>
                <a:gd name="connsiteX502" fmla="*/ 997185 w 2017827"/>
                <a:gd name="connsiteY502" fmla="*/ 203852 h 1505806"/>
                <a:gd name="connsiteX503" fmla="*/ 995435 w 2017827"/>
                <a:gd name="connsiteY503" fmla="*/ 207485 h 1505806"/>
                <a:gd name="connsiteX504" fmla="*/ 989781 w 2017827"/>
                <a:gd name="connsiteY504" fmla="*/ 212564 h 1505806"/>
                <a:gd name="connsiteX505" fmla="*/ 987459 w 2017827"/>
                <a:gd name="connsiteY505" fmla="*/ 217476 h 1505806"/>
                <a:gd name="connsiteX506" fmla="*/ 983555 w 2017827"/>
                <a:gd name="connsiteY506" fmla="*/ 222118 h 1505806"/>
                <a:gd name="connsiteX507" fmla="*/ 979214 w 2017827"/>
                <a:gd name="connsiteY507" fmla="*/ 229081 h 1505806"/>
                <a:gd name="connsiteX508" fmla="*/ 976319 w 2017827"/>
                <a:gd name="connsiteY508" fmla="*/ 231840 h 1505806"/>
                <a:gd name="connsiteX509" fmla="*/ 973863 w 2017827"/>
                <a:gd name="connsiteY509" fmla="*/ 235305 h 1505806"/>
                <a:gd name="connsiteX510" fmla="*/ 969521 w 2017827"/>
                <a:gd name="connsiteY510" fmla="*/ 238635 h 1505806"/>
                <a:gd name="connsiteX511" fmla="*/ 966055 w 2017827"/>
                <a:gd name="connsiteY511" fmla="*/ 242975 h 1505806"/>
                <a:gd name="connsiteX512" fmla="*/ 963867 w 2017827"/>
                <a:gd name="connsiteY512" fmla="*/ 246439 h 1505806"/>
                <a:gd name="connsiteX513" fmla="*/ 960098 w 2017827"/>
                <a:gd name="connsiteY513" fmla="*/ 249198 h 1505806"/>
                <a:gd name="connsiteX514" fmla="*/ 956631 w 2017827"/>
                <a:gd name="connsiteY514" fmla="*/ 252394 h 1505806"/>
                <a:gd name="connsiteX515" fmla="*/ 952896 w 2017827"/>
                <a:gd name="connsiteY515" fmla="*/ 257305 h 1505806"/>
                <a:gd name="connsiteX516" fmla="*/ 949093 w 2017827"/>
                <a:gd name="connsiteY516" fmla="*/ 261207 h 1505806"/>
                <a:gd name="connsiteX517" fmla="*/ 948790 w 2017827"/>
                <a:gd name="connsiteY517" fmla="*/ 265850 h 1505806"/>
                <a:gd name="connsiteX518" fmla="*/ 948655 w 2017827"/>
                <a:gd name="connsiteY518" fmla="*/ 270189 h 1505806"/>
                <a:gd name="connsiteX519" fmla="*/ 947511 w 2017827"/>
                <a:gd name="connsiteY519" fmla="*/ 276412 h 1505806"/>
                <a:gd name="connsiteX520" fmla="*/ 944920 w 2017827"/>
                <a:gd name="connsiteY520" fmla="*/ 279305 h 1505806"/>
                <a:gd name="connsiteX521" fmla="*/ 941723 w 2017827"/>
                <a:gd name="connsiteY521" fmla="*/ 282938 h 1505806"/>
                <a:gd name="connsiteX522" fmla="*/ 939838 w 2017827"/>
                <a:gd name="connsiteY522" fmla="*/ 286572 h 1505806"/>
                <a:gd name="connsiteX523" fmla="*/ 938391 w 2017827"/>
                <a:gd name="connsiteY523" fmla="*/ 288893 h 1505806"/>
                <a:gd name="connsiteX524" fmla="*/ 936944 w 2017827"/>
                <a:gd name="connsiteY524" fmla="*/ 291348 h 1505806"/>
                <a:gd name="connsiteX525" fmla="*/ 936506 w 2017827"/>
                <a:gd name="connsiteY525" fmla="*/ 295419 h 1505806"/>
                <a:gd name="connsiteX526" fmla="*/ 936506 w 2017827"/>
                <a:gd name="connsiteY526" fmla="*/ 298043 h 1505806"/>
                <a:gd name="connsiteX527" fmla="*/ 937314 w 2017827"/>
                <a:gd name="connsiteY527" fmla="*/ 301373 h 1505806"/>
                <a:gd name="connsiteX528" fmla="*/ 939131 w 2017827"/>
                <a:gd name="connsiteY528" fmla="*/ 304434 h 1505806"/>
                <a:gd name="connsiteX529" fmla="*/ 940881 w 2017827"/>
                <a:gd name="connsiteY529" fmla="*/ 305881 h 1505806"/>
                <a:gd name="connsiteX530" fmla="*/ 943338 w 2017827"/>
                <a:gd name="connsiteY530" fmla="*/ 308639 h 1505806"/>
                <a:gd name="connsiteX531" fmla="*/ 944045 w 2017827"/>
                <a:gd name="connsiteY531" fmla="*/ 311095 h 1505806"/>
                <a:gd name="connsiteX532" fmla="*/ 945795 w 2017827"/>
                <a:gd name="connsiteY532" fmla="*/ 314122 h 1505806"/>
                <a:gd name="connsiteX533" fmla="*/ 948992 w 2017827"/>
                <a:gd name="connsiteY533" fmla="*/ 318596 h 1505806"/>
                <a:gd name="connsiteX534" fmla="*/ 950304 w 2017827"/>
                <a:gd name="connsiteY534" fmla="*/ 320480 h 1505806"/>
                <a:gd name="connsiteX535" fmla="*/ 951752 w 2017827"/>
                <a:gd name="connsiteY535" fmla="*/ 323508 h 1505806"/>
                <a:gd name="connsiteX536" fmla="*/ 952761 w 2017827"/>
                <a:gd name="connsiteY536" fmla="*/ 330034 h 1505806"/>
                <a:gd name="connsiteX537" fmla="*/ 952761 w 2017827"/>
                <a:gd name="connsiteY537" fmla="*/ 333667 h 1505806"/>
                <a:gd name="connsiteX538" fmla="*/ 950439 w 2017827"/>
                <a:gd name="connsiteY538" fmla="*/ 334542 h 1505806"/>
                <a:gd name="connsiteX539" fmla="*/ 945795 w 2017827"/>
                <a:gd name="connsiteY539" fmla="*/ 335282 h 1505806"/>
                <a:gd name="connsiteX540" fmla="*/ 938121 w 2017827"/>
                <a:gd name="connsiteY540" fmla="*/ 335282 h 1505806"/>
                <a:gd name="connsiteX541" fmla="*/ 933780 w 2017827"/>
                <a:gd name="connsiteY541" fmla="*/ 334844 h 1505806"/>
                <a:gd name="connsiteX542" fmla="*/ 927991 w 2017827"/>
                <a:gd name="connsiteY542" fmla="*/ 332221 h 1505806"/>
                <a:gd name="connsiteX543" fmla="*/ 922775 w 2017827"/>
                <a:gd name="connsiteY543" fmla="*/ 330202 h 1505806"/>
                <a:gd name="connsiteX544" fmla="*/ 918871 w 2017827"/>
                <a:gd name="connsiteY544" fmla="*/ 329630 h 1505806"/>
                <a:gd name="connsiteX545" fmla="*/ 914967 w 2017827"/>
                <a:gd name="connsiteY545" fmla="*/ 327444 h 1505806"/>
                <a:gd name="connsiteX546" fmla="*/ 911063 w 2017827"/>
                <a:gd name="connsiteY546" fmla="*/ 324685 h 1505806"/>
                <a:gd name="connsiteX547" fmla="*/ 908304 w 2017827"/>
                <a:gd name="connsiteY547" fmla="*/ 323373 h 1505806"/>
                <a:gd name="connsiteX548" fmla="*/ 903962 w 2017827"/>
                <a:gd name="connsiteY548" fmla="*/ 318294 h 1505806"/>
                <a:gd name="connsiteX549" fmla="*/ 898173 w 2017827"/>
                <a:gd name="connsiteY549" fmla="*/ 312205 h 1505806"/>
                <a:gd name="connsiteX550" fmla="*/ 892250 w 2017827"/>
                <a:gd name="connsiteY550" fmla="*/ 311902 h 1505806"/>
                <a:gd name="connsiteX551" fmla="*/ 870644 w 2017827"/>
                <a:gd name="connsiteY551" fmla="*/ 311902 h 1505806"/>
                <a:gd name="connsiteX552" fmla="*/ 858192 w 2017827"/>
                <a:gd name="connsiteY552" fmla="*/ 311969 h 1505806"/>
                <a:gd name="connsiteX553" fmla="*/ 840086 w 2017827"/>
                <a:gd name="connsiteY553" fmla="*/ 311599 h 1505806"/>
                <a:gd name="connsiteX554" fmla="*/ 825311 w 2017827"/>
                <a:gd name="connsiteY554" fmla="*/ 309581 h 1505806"/>
                <a:gd name="connsiteX555" fmla="*/ 817066 w 2017827"/>
                <a:gd name="connsiteY555" fmla="*/ 309446 h 1505806"/>
                <a:gd name="connsiteX556" fmla="*/ 800407 w 2017827"/>
                <a:gd name="connsiteY556" fmla="*/ 309144 h 1505806"/>
                <a:gd name="connsiteX557" fmla="*/ 787652 w 2017827"/>
                <a:gd name="connsiteY557" fmla="*/ 310456 h 1505806"/>
                <a:gd name="connsiteX558" fmla="*/ 775906 w 2017827"/>
                <a:gd name="connsiteY558" fmla="*/ 310456 h 1505806"/>
                <a:gd name="connsiteX559" fmla="*/ 762714 w 2017827"/>
                <a:gd name="connsiteY559" fmla="*/ 309581 h 1505806"/>
                <a:gd name="connsiteX560" fmla="*/ 757060 w 2017827"/>
                <a:gd name="connsiteY560" fmla="*/ 306856 h 1505806"/>
                <a:gd name="connsiteX561" fmla="*/ 748949 w 2017827"/>
                <a:gd name="connsiteY561" fmla="*/ 307125 h 1505806"/>
                <a:gd name="connsiteX562" fmla="*/ 741545 w 2017827"/>
                <a:gd name="connsiteY562" fmla="*/ 307125 h 1505806"/>
                <a:gd name="connsiteX563" fmla="*/ 736194 w 2017827"/>
                <a:gd name="connsiteY563" fmla="*/ 310153 h 1505806"/>
                <a:gd name="connsiteX564" fmla="*/ 732290 w 2017827"/>
                <a:gd name="connsiteY564" fmla="*/ 314661 h 1505806"/>
                <a:gd name="connsiteX565" fmla="*/ 731415 w 2017827"/>
                <a:gd name="connsiteY565" fmla="*/ 317991 h 1505806"/>
                <a:gd name="connsiteX566" fmla="*/ 731415 w 2017827"/>
                <a:gd name="connsiteY566" fmla="*/ 323777 h 1505806"/>
                <a:gd name="connsiteX567" fmla="*/ 735184 w 2017827"/>
                <a:gd name="connsiteY567" fmla="*/ 327679 h 1505806"/>
                <a:gd name="connsiteX568" fmla="*/ 738954 w 2017827"/>
                <a:gd name="connsiteY568" fmla="*/ 329294 h 1505806"/>
                <a:gd name="connsiteX569" fmla="*/ 741983 w 2017827"/>
                <a:gd name="connsiteY569" fmla="*/ 330000 h 1505806"/>
                <a:gd name="connsiteX570" fmla="*/ 745617 w 2017827"/>
                <a:gd name="connsiteY570" fmla="*/ 331178 h 1505806"/>
                <a:gd name="connsiteX571" fmla="*/ 747637 w 2017827"/>
                <a:gd name="connsiteY571" fmla="*/ 331178 h 1505806"/>
                <a:gd name="connsiteX572" fmla="*/ 749521 w 2017827"/>
                <a:gd name="connsiteY572" fmla="*/ 334205 h 1505806"/>
                <a:gd name="connsiteX573" fmla="*/ 749084 w 2017827"/>
                <a:gd name="connsiteY573" fmla="*/ 336964 h 1505806"/>
                <a:gd name="connsiteX574" fmla="*/ 748646 w 2017827"/>
                <a:gd name="connsiteY574" fmla="*/ 341000 h 1505806"/>
                <a:gd name="connsiteX575" fmla="*/ 748343 w 2017827"/>
                <a:gd name="connsiteY575" fmla="*/ 344768 h 1505806"/>
                <a:gd name="connsiteX576" fmla="*/ 752685 w 2017827"/>
                <a:gd name="connsiteY576" fmla="*/ 348973 h 1505806"/>
                <a:gd name="connsiteX577" fmla="*/ 753829 w 2017827"/>
                <a:gd name="connsiteY577" fmla="*/ 355331 h 1505806"/>
                <a:gd name="connsiteX578" fmla="*/ 753829 w 2017827"/>
                <a:gd name="connsiteY578" fmla="*/ 361117 h 1505806"/>
                <a:gd name="connsiteX579" fmla="*/ 752516 w 2017827"/>
                <a:gd name="connsiteY579" fmla="*/ 367340 h 1505806"/>
                <a:gd name="connsiteX580" fmla="*/ 751675 w 2017827"/>
                <a:gd name="connsiteY580" fmla="*/ 372252 h 1505806"/>
                <a:gd name="connsiteX581" fmla="*/ 751641 w 2017827"/>
                <a:gd name="connsiteY581" fmla="*/ 378610 h 1505806"/>
                <a:gd name="connsiteX582" fmla="*/ 751641 w 2017827"/>
                <a:gd name="connsiteY582" fmla="*/ 382377 h 1505806"/>
                <a:gd name="connsiteX583" fmla="*/ 750194 w 2017827"/>
                <a:gd name="connsiteY583" fmla="*/ 388029 h 1505806"/>
                <a:gd name="connsiteX584" fmla="*/ 749353 w 2017827"/>
                <a:gd name="connsiteY584" fmla="*/ 397010 h 1505806"/>
                <a:gd name="connsiteX585" fmla="*/ 747468 w 2017827"/>
                <a:gd name="connsiteY585" fmla="*/ 402965 h 1505806"/>
                <a:gd name="connsiteX586" fmla="*/ 747165 w 2017827"/>
                <a:gd name="connsiteY586" fmla="*/ 409491 h 1505806"/>
                <a:gd name="connsiteX587" fmla="*/ 744540 w 2017827"/>
                <a:gd name="connsiteY587" fmla="*/ 413393 h 1505806"/>
                <a:gd name="connsiteX588" fmla="*/ 744103 w 2017827"/>
                <a:gd name="connsiteY588" fmla="*/ 422509 h 1505806"/>
                <a:gd name="connsiteX589" fmla="*/ 744406 w 2017827"/>
                <a:gd name="connsiteY589" fmla="*/ 427723 h 1505806"/>
                <a:gd name="connsiteX590" fmla="*/ 745415 w 2017827"/>
                <a:gd name="connsiteY590" fmla="*/ 434956 h 1505806"/>
                <a:gd name="connsiteX591" fmla="*/ 745718 w 2017827"/>
                <a:gd name="connsiteY591" fmla="*/ 439598 h 1505806"/>
                <a:gd name="connsiteX592" fmla="*/ 745281 w 2017827"/>
                <a:gd name="connsiteY592" fmla="*/ 444812 h 1505806"/>
                <a:gd name="connsiteX593" fmla="*/ 745281 w 2017827"/>
                <a:gd name="connsiteY593" fmla="*/ 448008 h 1505806"/>
                <a:gd name="connsiteX594" fmla="*/ 746526 w 2017827"/>
                <a:gd name="connsiteY594" fmla="*/ 452650 h 1505806"/>
                <a:gd name="connsiteX595" fmla="*/ 746896 w 2017827"/>
                <a:gd name="connsiteY595" fmla="*/ 458436 h 1505806"/>
                <a:gd name="connsiteX596" fmla="*/ 746459 w 2017827"/>
                <a:gd name="connsiteY596" fmla="*/ 465097 h 1505806"/>
                <a:gd name="connsiteX597" fmla="*/ 745146 w 2017827"/>
                <a:gd name="connsiteY597" fmla="*/ 470614 h 1505806"/>
                <a:gd name="connsiteX598" fmla="*/ 746459 w 2017827"/>
                <a:gd name="connsiteY598" fmla="*/ 474819 h 1505806"/>
                <a:gd name="connsiteX599" fmla="*/ 747031 w 2017827"/>
                <a:gd name="connsiteY599" fmla="*/ 478452 h 1505806"/>
                <a:gd name="connsiteX600" fmla="*/ 744002 w 2017827"/>
                <a:gd name="connsiteY600" fmla="*/ 484541 h 1505806"/>
                <a:gd name="connsiteX601" fmla="*/ 745449 w 2017827"/>
                <a:gd name="connsiteY601" fmla="*/ 486559 h 1505806"/>
                <a:gd name="connsiteX602" fmla="*/ 746593 w 2017827"/>
                <a:gd name="connsiteY602" fmla="*/ 489452 h 1505806"/>
                <a:gd name="connsiteX603" fmla="*/ 746896 w 2017827"/>
                <a:gd name="connsiteY603" fmla="*/ 491033 h 1505806"/>
                <a:gd name="connsiteX604" fmla="*/ 746459 w 2017827"/>
                <a:gd name="connsiteY604" fmla="*/ 495104 h 1505806"/>
                <a:gd name="connsiteX605" fmla="*/ 746762 w 2017827"/>
                <a:gd name="connsiteY605" fmla="*/ 500755 h 1505806"/>
                <a:gd name="connsiteX606" fmla="*/ 743295 w 2017827"/>
                <a:gd name="connsiteY606" fmla="*/ 506104 h 1505806"/>
                <a:gd name="connsiteX607" fmla="*/ 746055 w 2017827"/>
                <a:gd name="connsiteY607" fmla="*/ 510881 h 1505806"/>
                <a:gd name="connsiteX608" fmla="*/ 749252 w 2017827"/>
                <a:gd name="connsiteY608" fmla="*/ 514514 h 1505806"/>
                <a:gd name="connsiteX609" fmla="*/ 749252 w 2017827"/>
                <a:gd name="connsiteY609" fmla="*/ 518416 h 1505806"/>
                <a:gd name="connsiteX610" fmla="*/ 743295 w 2017827"/>
                <a:gd name="connsiteY610" fmla="*/ 518416 h 1505806"/>
                <a:gd name="connsiteX611" fmla="*/ 741276 w 2017827"/>
                <a:gd name="connsiteY611" fmla="*/ 520165 h 1505806"/>
                <a:gd name="connsiteX612" fmla="*/ 738516 w 2017827"/>
                <a:gd name="connsiteY612" fmla="*/ 521612 h 1505806"/>
                <a:gd name="connsiteX613" fmla="*/ 736497 w 2017827"/>
                <a:gd name="connsiteY613" fmla="*/ 521612 h 1505806"/>
                <a:gd name="connsiteX614" fmla="*/ 730978 w 2017827"/>
                <a:gd name="connsiteY614" fmla="*/ 523024 h 1505806"/>
                <a:gd name="connsiteX615" fmla="*/ 728958 w 2017827"/>
                <a:gd name="connsiteY615" fmla="*/ 523058 h 1505806"/>
                <a:gd name="connsiteX616" fmla="*/ 725626 w 2017827"/>
                <a:gd name="connsiteY616" fmla="*/ 523058 h 1505806"/>
                <a:gd name="connsiteX617" fmla="*/ 722598 w 2017827"/>
                <a:gd name="connsiteY617" fmla="*/ 523630 h 1505806"/>
                <a:gd name="connsiteX618" fmla="*/ 718963 w 2017827"/>
                <a:gd name="connsiteY618" fmla="*/ 524370 h 1505806"/>
                <a:gd name="connsiteX619" fmla="*/ 715631 w 2017827"/>
                <a:gd name="connsiteY619" fmla="*/ 526119 h 1505806"/>
                <a:gd name="connsiteX620" fmla="*/ 714319 w 2017827"/>
                <a:gd name="connsiteY620" fmla="*/ 527129 h 1505806"/>
                <a:gd name="connsiteX621" fmla="*/ 711862 w 2017827"/>
                <a:gd name="connsiteY621" fmla="*/ 529887 h 1505806"/>
                <a:gd name="connsiteX622" fmla="*/ 710280 w 2017827"/>
                <a:gd name="connsiteY622" fmla="*/ 532040 h 1505806"/>
                <a:gd name="connsiteX623" fmla="*/ 709977 w 2017827"/>
                <a:gd name="connsiteY623" fmla="*/ 533924 h 1505806"/>
                <a:gd name="connsiteX624" fmla="*/ 710280 w 2017827"/>
                <a:gd name="connsiteY624" fmla="*/ 535068 h 1505806"/>
                <a:gd name="connsiteX625" fmla="*/ 713746 w 2017827"/>
                <a:gd name="connsiteY625" fmla="*/ 539273 h 1505806"/>
                <a:gd name="connsiteX626" fmla="*/ 716506 w 2017827"/>
                <a:gd name="connsiteY626" fmla="*/ 540584 h 1505806"/>
                <a:gd name="connsiteX627" fmla="*/ 716506 w 2017827"/>
                <a:gd name="connsiteY627" fmla="*/ 541728 h 1505806"/>
                <a:gd name="connsiteX628" fmla="*/ 714756 w 2017827"/>
                <a:gd name="connsiteY628" fmla="*/ 543612 h 1505806"/>
                <a:gd name="connsiteX629" fmla="*/ 712434 w 2017827"/>
                <a:gd name="connsiteY629" fmla="*/ 545361 h 1505806"/>
                <a:gd name="connsiteX630" fmla="*/ 708799 w 2017827"/>
                <a:gd name="connsiteY630" fmla="*/ 545361 h 1505806"/>
                <a:gd name="connsiteX631" fmla="*/ 706208 w 2017827"/>
                <a:gd name="connsiteY631" fmla="*/ 546505 h 1505806"/>
                <a:gd name="connsiteX632" fmla="*/ 702876 w 2017827"/>
                <a:gd name="connsiteY632" fmla="*/ 546505 h 1505806"/>
                <a:gd name="connsiteX633" fmla="*/ 698265 w 2017827"/>
                <a:gd name="connsiteY633" fmla="*/ 547581 h 1505806"/>
                <a:gd name="connsiteX634" fmla="*/ 695337 w 2017827"/>
                <a:gd name="connsiteY634" fmla="*/ 549196 h 1505806"/>
                <a:gd name="connsiteX635" fmla="*/ 691433 w 2017827"/>
                <a:gd name="connsiteY635" fmla="*/ 550609 h 1505806"/>
                <a:gd name="connsiteX636" fmla="*/ 688808 w 2017827"/>
                <a:gd name="connsiteY636" fmla="*/ 551786 h 1505806"/>
                <a:gd name="connsiteX637" fmla="*/ 686183 w 2017827"/>
                <a:gd name="connsiteY637" fmla="*/ 553536 h 1505806"/>
                <a:gd name="connsiteX638" fmla="*/ 683457 w 2017827"/>
                <a:gd name="connsiteY638" fmla="*/ 555823 h 1505806"/>
                <a:gd name="connsiteX639" fmla="*/ 681707 w 2017827"/>
                <a:gd name="connsiteY639" fmla="*/ 557875 h 1505806"/>
                <a:gd name="connsiteX640" fmla="*/ 679082 w 2017827"/>
                <a:gd name="connsiteY640" fmla="*/ 562114 h 1505806"/>
                <a:gd name="connsiteX641" fmla="*/ 677770 w 2017827"/>
                <a:gd name="connsiteY641" fmla="*/ 564704 h 1505806"/>
                <a:gd name="connsiteX642" fmla="*/ 675582 w 2017827"/>
                <a:gd name="connsiteY642" fmla="*/ 568741 h 1505806"/>
                <a:gd name="connsiteX643" fmla="*/ 674505 w 2017827"/>
                <a:gd name="connsiteY643" fmla="*/ 571230 h 1505806"/>
                <a:gd name="connsiteX644" fmla="*/ 673967 w 2017827"/>
                <a:gd name="connsiteY644" fmla="*/ 575132 h 1505806"/>
                <a:gd name="connsiteX645" fmla="*/ 673967 w 2017827"/>
                <a:gd name="connsiteY645" fmla="*/ 580447 h 1505806"/>
                <a:gd name="connsiteX646" fmla="*/ 675279 w 2017827"/>
                <a:gd name="connsiteY646" fmla="*/ 585897 h 1505806"/>
                <a:gd name="connsiteX647" fmla="*/ 676726 w 2017827"/>
                <a:gd name="connsiteY647" fmla="*/ 589799 h 1505806"/>
                <a:gd name="connsiteX648" fmla="*/ 676693 w 2017827"/>
                <a:gd name="connsiteY648" fmla="*/ 593062 h 1505806"/>
                <a:gd name="connsiteX649" fmla="*/ 676693 w 2017827"/>
                <a:gd name="connsiteY649" fmla="*/ 596224 h 1505806"/>
                <a:gd name="connsiteX650" fmla="*/ 676154 w 2017827"/>
                <a:gd name="connsiteY650" fmla="*/ 599151 h 1505806"/>
                <a:gd name="connsiteX651" fmla="*/ 675279 w 2017827"/>
                <a:gd name="connsiteY651" fmla="*/ 601640 h 1505806"/>
                <a:gd name="connsiteX652" fmla="*/ 673967 w 2017827"/>
                <a:gd name="connsiteY652" fmla="*/ 602717 h 1505806"/>
                <a:gd name="connsiteX653" fmla="*/ 672116 w 2017827"/>
                <a:gd name="connsiteY653" fmla="*/ 605307 h 1505806"/>
                <a:gd name="connsiteX654" fmla="*/ 671140 w 2017827"/>
                <a:gd name="connsiteY654" fmla="*/ 606384 h 1505806"/>
                <a:gd name="connsiteX655" fmla="*/ 669861 w 2017827"/>
                <a:gd name="connsiteY655" fmla="*/ 607796 h 1505806"/>
                <a:gd name="connsiteX656" fmla="*/ 669726 w 2017827"/>
                <a:gd name="connsiteY656" fmla="*/ 609546 h 1505806"/>
                <a:gd name="connsiteX657" fmla="*/ 669726 w 2017827"/>
                <a:gd name="connsiteY657" fmla="*/ 612270 h 1505806"/>
                <a:gd name="connsiteX658" fmla="*/ 668750 w 2017827"/>
                <a:gd name="connsiteY658" fmla="*/ 614558 h 1505806"/>
                <a:gd name="connsiteX659" fmla="*/ 667438 w 2017827"/>
                <a:gd name="connsiteY659" fmla="*/ 616946 h 1505806"/>
                <a:gd name="connsiteX660" fmla="*/ 665048 w 2017827"/>
                <a:gd name="connsiteY660" fmla="*/ 619133 h 1505806"/>
                <a:gd name="connsiteX661" fmla="*/ 662120 w 2017827"/>
                <a:gd name="connsiteY661" fmla="*/ 622161 h 1505806"/>
                <a:gd name="connsiteX662" fmla="*/ 660067 w 2017827"/>
                <a:gd name="connsiteY662" fmla="*/ 623775 h 1505806"/>
                <a:gd name="connsiteX663" fmla="*/ 657139 w 2017827"/>
                <a:gd name="connsiteY663" fmla="*/ 625726 h 1505806"/>
                <a:gd name="connsiteX664" fmla="*/ 651485 w 2017827"/>
                <a:gd name="connsiteY664" fmla="*/ 626937 h 1505806"/>
                <a:gd name="connsiteX665" fmla="*/ 647581 w 2017827"/>
                <a:gd name="connsiteY665" fmla="*/ 625524 h 1505806"/>
                <a:gd name="connsiteX666" fmla="*/ 643678 w 2017827"/>
                <a:gd name="connsiteY666" fmla="*/ 625524 h 1505806"/>
                <a:gd name="connsiteX667" fmla="*/ 641288 w 2017827"/>
                <a:gd name="connsiteY667" fmla="*/ 625524 h 1505806"/>
                <a:gd name="connsiteX668" fmla="*/ 639774 w 2017827"/>
                <a:gd name="connsiteY668" fmla="*/ 628350 h 1505806"/>
                <a:gd name="connsiteX669" fmla="*/ 636072 w 2017827"/>
                <a:gd name="connsiteY669" fmla="*/ 629965 h 1505806"/>
                <a:gd name="connsiteX670" fmla="*/ 630653 w 2017827"/>
                <a:gd name="connsiteY670" fmla="*/ 630503 h 1505806"/>
                <a:gd name="connsiteX671" fmla="*/ 620860 w 2017827"/>
                <a:gd name="connsiteY671" fmla="*/ 631580 h 1505806"/>
                <a:gd name="connsiteX672" fmla="*/ 614566 w 2017827"/>
                <a:gd name="connsiteY672" fmla="*/ 635179 h 1505806"/>
                <a:gd name="connsiteX673" fmla="*/ 608710 w 2017827"/>
                <a:gd name="connsiteY673" fmla="*/ 636794 h 1505806"/>
                <a:gd name="connsiteX674" fmla="*/ 601306 w 2017827"/>
                <a:gd name="connsiteY674" fmla="*/ 638980 h 1505806"/>
                <a:gd name="connsiteX675" fmla="*/ 595888 w 2017827"/>
                <a:gd name="connsiteY675" fmla="*/ 640158 h 1505806"/>
                <a:gd name="connsiteX676" fmla="*/ 590335 w 2017827"/>
                <a:gd name="connsiteY676" fmla="*/ 641133 h 1505806"/>
                <a:gd name="connsiteX677" fmla="*/ 585220 w 2017827"/>
                <a:gd name="connsiteY677" fmla="*/ 641772 h 1505806"/>
                <a:gd name="connsiteX678" fmla="*/ 578590 w 2017827"/>
                <a:gd name="connsiteY678" fmla="*/ 642412 h 1505806"/>
                <a:gd name="connsiteX679" fmla="*/ 572835 w 2017827"/>
                <a:gd name="connsiteY679" fmla="*/ 642412 h 1505806"/>
                <a:gd name="connsiteX680" fmla="*/ 561964 w 2017827"/>
                <a:gd name="connsiteY680" fmla="*/ 643488 h 1505806"/>
                <a:gd name="connsiteX681" fmla="*/ 553147 w 2017827"/>
                <a:gd name="connsiteY681" fmla="*/ 648265 h 1505806"/>
                <a:gd name="connsiteX682" fmla="*/ 544228 w 2017827"/>
                <a:gd name="connsiteY682" fmla="*/ 651965 h 1505806"/>
                <a:gd name="connsiteX683" fmla="*/ 526526 w 2017827"/>
                <a:gd name="connsiteY683" fmla="*/ 651427 h 1505806"/>
                <a:gd name="connsiteX684" fmla="*/ 515756 w 2017827"/>
                <a:gd name="connsiteY684" fmla="*/ 652840 h 1505806"/>
                <a:gd name="connsiteX685" fmla="*/ 509564 w 2017827"/>
                <a:gd name="connsiteY685" fmla="*/ 654320 h 1505806"/>
                <a:gd name="connsiteX686" fmla="*/ 500982 w 2017827"/>
                <a:gd name="connsiteY686" fmla="*/ 658054 h 1505806"/>
                <a:gd name="connsiteX687" fmla="*/ 492939 w 2017827"/>
                <a:gd name="connsiteY687" fmla="*/ 658256 h 1505806"/>
                <a:gd name="connsiteX688" fmla="*/ 484794 w 2017827"/>
                <a:gd name="connsiteY688" fmla="*/ 657919 h 1505806"/>
                <a:gd name="connsiteX689" fmla="*/ 478501 w 2017827"/>
                <a:gd name="connsiteY689" fmla="*/ 655968 h 1505806"/>
                <a:gd name="connsiteX690" fmla="*/ 470457 w 2017827"/>
                <a:gd name="connsiteY690" fmla="*/ 654354 h 1505806"/>
                <a:gd name="connsiteX691" fmla="*/ 463390 w 2017827"/>
                <a:gd name="connsiteY691" fmla="*/ 657617 h 1505806"/>
                <a:gd name="connsiteX692" fmla="*/ 455986 w 2017827"/>
                <a:gd name="connsiteY692" fmla="*/ 659030 h 1505806"/>
                <a:gd name="connsiteX693" fmla="*/ 452284 w 2017827"/>
                <a:gd name="connsiteY693" fmla="*/ 661115 h 1505806"/>
                <a:gd name="connsiteX694" fmla="*/ 446967 w 2017827"/>
                <a:gd name="connsiteY694" fmla="*/ 661115 h 1505806"/>
                <a:gd name="connsiteX695" fmla="*/ 437072 w 2017827"/>
                <a:gd name="connsiteY695" fmla="*/ 661923 h 1505806"/>
                <a:gd name="connsiteX696" fmla="*/ 427178 w 2017827"/>
                <a:gd name="connsiteY696" fmla="*/ 663066 h 1505806"/>
                <a:gd name="connsiteX697" fmla="*/ 419908 w 2017827"/>
                <a:gd name="connsiteY697" fmla="*/ 663705 h 1505806"/>
                <a:gd name="connsiteX698" fmla="*/ 414490 w 2017827"/>
                <a:gd name="connsiteY698" fmla="*/ 666195 h 1505806"/>
                <a:gd name="connsiteX699" fmla="*/ 408937 w 2017827"/>
                <a:gd name="connsiteY699" fmla="*/ 667810 h 1505806"/>
                <a:gd name="connsiteX700" fmla="*/ 401331 w 2017827"/>
                <a:gd name="connsiteY700" fmla="*/ 670198 h 1505806"/>
                <a:gd name="connsiteX701" fmla="*/ 392076 w 2017827"/>
                <a:gd name="connsiteY701" fmla="*/ 670837 h 1505806"/>
                <a:gd name="connsiteX702" fmla="*/ 387095 w 2017827"/>
                <a:gd name="connsiteY702" fmla="*/ 670602 h 1505806"/>
                <a:gd name="connsiteX703" fmla="*/ 378412 w 2017827"/>
                <a:gd name="connsiteY703" fmla="*/ 668751 h 1505806"/>
                <a:gd name="connsiteX704" fmla="*/ 373633 w 2017827"/>
                <a:gd name="connsiteY704" fmla="*/ 667103 h 1505806"/>
                <a:gd name="connsiteX705" fmla="*/ 369931 w 2017827"/>
                <a:gd name="connsiteY705" fmla="*/ 666027 h 1505806"/>
                <a:gd name="connsiteX706" fmla="*/ 365926 w 2017827"/>
                <a:gd name="connsiteY706" fmla="*/ 663537 h 1505806"/>
                <a:gd name="connsiteX707" fmla="*/ 363739 w 2017827"/>
                <a:gd name="connsiteY707" fmla="*/ 663100 h 1505806"/>
                <a:gd name="connsiteX708" fmla="*/ 358421 w 2017827"/>
                <a:gd name="connsiteY708" fmla="*/ 662461 h 1505806"/>
                <a:gd name="connsiteX709" fmla="*/ 355056 w 2017827"/>
                <a:gd name="connsiteY709" fmla="*/ 663672 h 1505806"/>
                <a:gd name="connsiteX710" fmla="*/ 348426 w 2017827"/>
                <a:gd name="connsiteY710" fmla="*/ 665186 h 1505806"/>
                <a:gd name="connsiteX711" fmla="*/ 345060 w 2017827"/>
                <a:gd name="connsiteY711" fmla="*/ 667036 h 1505806"/>
                <a:gd name="connsiteX712" fmla="*/ 342133 w 2017827"/>
                <a:gd name="connsiteY712" fmla="*/ 669761 h 1505806"/>
                <a:gd name="connsiteX713" fmla="*/ 338330 w 2017827"/>
                <a:gd name="connsiteY713" fmla="*/ 674235 h 1505806"/>
                <a:gd name="connsiteX714" fmla="*/ 332238 w 2017827"/>
                <a:gd name="connsiteY714" fmla="*/ 677700 h 1505806"/>
                <a:gd name="connsiteX715" fmla="*/ 325406 w 2017827"/>
                <a:gd name="connsiteY715" fmla="*/ 684966 h 1505806"/>
                <a:gd name="connsiteX716" fmla="*/ 322243 w 2017827"/>
                <a:gd name="connsiteY716" fmla="*/ 687455 h 1505806"/>
                <a:gd name="connsiteX717" fmla="*/ 320728 w 2017827"/>
                <a:gd name="connsiteY717" fmla="*/ 690180 h 1505806"/>
                <a:gd name="connsiteX718" fmla="*/ 315949 w 2017827"/>
                <a:gd name="connsiteY718" fmla="*/ 696605 h 1505806"/>
                <a:gd name="connsiteX719" fmla="*/ 312920 w 2017827"/>
                <a:gd name="connsiteY719" fmla="*/ 700608 h 1505806"/>
                <a:gd name="connsiteX720" fmla="*/ 310194 w 2017827"/>
                <a:gd name="connsiteY720" fmla="*/ 702660 h 1505806"/>
                <a:gd name="connsiteX721" fmla="*/ 307906 w 2017827"/>
                <a:gd name="connsiteY721" fmla="*/ 703972 h 1505806"/>
                <a:gd name="connsiteX722" fmla="*/ 304742 w 2017827"/>
                <a:gd name="connsiteY722" fmla="*/ 707975 h 1505806"/>
                <a:gd name="connsiteX723" fmla="*/ 302992 w 2017827"/>
                <a:gd name="connsiteY723" fmla="*/ 710700 h 1505806"/>
                <a:gd name="connsiteX724" fmla="*/ 299627 w 2017827"/>
                <a:gd name="connsiteY724" fmla="*/ 714838 h 1505806"/>
                <a:gd name="connsiteX725" fmla="*/ 294511 w 2017827"/>
                <a:gd name="connsiteY725" fmla="*/ 718000 h 1505806"/>
                <a:gd name="connsiteX726" fmla="*/ 289295 w 2017827"/>
                <a:gd name="connsiteY726" fmla="*/ 717226 h 1505806"/>
                <a:gd name="connsiteX727" fmla="*/ 287006 w 2017827"/>
                <a:gd name="connsiteY727" fmla="*/ 714501 h 1505806"/>
                <a:gd name="connsiteX728" fmla="*/ 284617 w 2017827"/>
                <a:gd name="connsiteY728" fmla="*/ 713728 h 1505806"/>
                <a:gd name="connsiteX729" fmla="*/ 281352 w 2017827"/>
                <a:gd name="connsiteY729" fmla="*/ 712853 h 1505806"/>
                <a:gd name="connsiteX730" fmla="*/ 275799 w 2017827"/>
                <a:gd name="connsiteY730" fmla="*/ 710902 h 1505806"/>
                <a:gd name="connsiteX731" fmla="*/ 269708 w 2017827"/>
                <a:gd name="connsiteY731" fmla="*/ 709691 h 1505806"/>
                <a:gd name="connsiteX732" fmla="*/ 265265 w 2017827"/>
                <a:gd name="connsiteY732" fmla="*/ 709691 h 1505806"/>
                <a:gd name="connsiteX733" fmla="*/ 259813 w 2017827"/>
                <a:gd name="connsiteY733" fmla="*/ 709758 h 1505806"/>
                <a:gd name="connsiteX734" fmla="*/ 250457 w 2017827"/>
                <a:gd name="connsiteY734" fmla="*/ 710801 h 1505806"/>
                <a:gd name="connsiteX735" fmla="*/ 243626 w 2017827"/>
                <a:gd name="connsiteY735" fmla="*/ 710801 h 1505806"/>
                <a:gd name="connsiteX736" fmla="*/ 238510 w 2017827"/>
                <a:gd name="connsiteY736" fmla="*/ 709186 h 1505806"/>
                <a:gd name="connsiteX737" fmla="*/ 234471 w 2017827"/>
                <a:gd name="connsiteY737" fmla="*/ 704948 h 1505806"/>
                <a:gd name="connsiteX738" fmla="*/ 233933 w 2017827"/>
                <a:gd name="connsiteY738" fmla="*/ 702559 h 1505806"/>
                <a:gd name="connsiteX739" fmla="*/ 234270 w 2017827"/>
                <a:gd name="connsiteY739" fmla="*/ 698523 h 1505806"/>
                <a:gd name="connsiteX740" fmla="*/ 235246 w 2017827"/>
                <a:gd name="connsiteY740" fmla="*/ 691021 h 1505806"/>
                <a:gd name="connsiteX741" fmla="*/ 236558 w 2017827"/>
                <a:gd name="connsiteY741" fmla="*/ 688733 h 1505806"/>
                <a:gd name="connsiteX742" fmla="*/ 237871 w 2017827"/>
                <a:gd name="connsiteY742" fmla="*/ 685369 h 1505806"/>
                <a:gd name="connsiteX743" fmla="*/ 237770 w 2017827"/>
                <a:gd name="connsiteY743" fmla="*/ 682443 h 1505806"/>
                <a:gd name="connsiteX744" fmla="*/ 237332 w 2017827"/>
                <a:gd name="connsiteY744" fmla="*/ 677868 h 1505806"/>
                <a:gd name="connsiteX745" fmla="*/ 236255 w 2017827"/>
                <a:gd name="connsiteY745" fmla="*/ 673629 h 1505806"/>
                <a:gd name="connsiteX746" fmla="*/ 233327 w 2017827"/>
                <a:gd name="connsiteY746" fmla="*/ 670703 h 1505806"/>
                <a:gd name="connsiteX747" fmla="*/ 230298 w 2017827"/>
                <a:gd name="connsiteY747" fmla="*/ 668852 h 1505806"/>
                <a:gd name="connsiteX748" fmla="*/ 227370 w 2017827"/>
                <a:gd name="connsiteY748" fmla="*/ 667776 h 1505806"/>
                <a:gd name="connsiteX749" fmla="*/ 224644 w 2017827"/>
                <a:gd name="connsiteY749" fmla="*/ 667675 h 1505806"/>
                <a:gd name="connsiteX750" fmla="*/ 221615 w 2017827"/>
                <a:gd name="connsiteY750" fmla="*/ 668112 h 1505806"/>
                <a:gd name="connsiteX751" fmla="*/ 220303 w 2017827"/>
                <a:gd name="connsiteY751" fmla="*/ 670299 h 1505806"/>
                <a:gd name="connsiteX752" fmla="*/ 218115 w 2017827"/>
                <a:gd name="connsiteY752" fmla="*/ 672687 h 1505806"/>
                <a:gd name="connsiteX753" fmla="*/ 216163 w 2017827"/>
                <a:gd name="connsiteY753" fmla="*/ 673562 h 1505806"/>
                <a:gd name="connsiteX754" fmla="*/ 213000 w 2017827"/>
                <a:gd name="connsiteY754" fmla="*/ 674437 h 1505806"/>
                <a:gd name="connsiteX755" fmla="*/ 207884 w 2017827"/>
                <a:gd name="connsiteY755" fmla="*/ 674874 h 1505806"/>
                <a:gd name="connsiteX756" fmla="*/ 203004 w 2017827"/>
                <a:gd name="connsiteY756" fmla="*/ 674874 h 1505806"/>
                <a:gd name="connsiteX757" fmla="*/ 198865 w 2017827"/>
                <a:gd name="connsiteY757" fmla="*/ 674100 h 1505806"/>
                <a:gd name="connsiteX758" fmla="*/ 191697 w 2017827"/>
                <a:gd name="connsiteY758" fmla="*/ 676724 h 1505806"/>
                <a:gd name="connsiteX759" fmla="*/ 189509 w 2017827"/>
                <a:gd name="connsiteY759" fmla="*/ 676926 h 1505806"/>
                <a:gd name="connsiteX760" fmla="*/ 184831 w 2017827"/>
                <a:gd name="connsiteY760" fmla="*/ 673226 h 1505806"/>
                <a:gd name="connsiteX761" fmla="*/ 182105 w 2017827"/>
                <a:gd name="connsiteY761" fmla="*/ 670501 h 1505806"/>
                <a:gd name="connsiteX762" fmla="*/ 178639 w 2017827"/>
                <a:gd name="connsiteY762" fmla="*/ 667036 h 1505806"/>
                <a:gd name="connsiteX763" fmla="*/ 177225 w 2017827"/>
                <a:gd name="connsiteY763" fmla="*/ 664984 h 1505806"/>
                <a:gd name="connsiteX764" fmla="*/ 175172 w 2017827"/>
                <a:gd name="connsiteY764" fmla="*/ 662932 h 1505806"/>
                <a:gd name="connsiteX765" fmla="*/ 173119 w 2017827"/>
                <a:gd name="connsiteY765" fmla="*/ 660005 h 1505806"/>
                <a:gd name="connsiteX766" fmla="*/ 171706 w 2017827"/>
                <a:gd name="connsiteY766" fmla="*/ 659231 h 1505806"/>
                <a:gd name="connsiteX767" fmla="*/ 168980 w 2017827"/>
                <a:gd name="connsiteY767" fmla="*/ 658357 h 1505806"/>
                <a:gd name="connsiteX768" fmla="*/ 167364 w 2017827"/>
                <a:gd name="connsiteY768" fmla="*/ 658895 h 1505806"/>
                <a:gd name="connsiteX769" fmla="*/ 164436 w 2017827"/>
                <a:gd name="connsiteY769" fmla="*/ 661082 h 1505806"/>
                <a:gd name="connsiteX770" fmla="*/ 162585 w 2017827"/>
                <a:gd name="connsiteY770" fmla="*/ 663369 h 1505806"/>
                <a:gd name="connsiteX771" fmla="*/ 162148 w 2017827"/>
                <a:gd name="connsiteY771" fmla="*/ 666531 h 1505806"/>
                <a:gd name="connsiteX772" fmla="*/ 163124 w 2017827"/>
                <a:gd name="connsiteY772" fmla="*/ 670332 h 1505806"/>
                <a:gd name="connsiteX773" fmla="*/ 161946 w 2017827"/>
                <a:gd name="connsiteY773" fmla="*/ 674033 h 1505806"/>
                <a:gd name="connsiteX774" fmla="*/ 160633 w 2017827"/>
                <a:gd name="connsiteY774" fmla="*/ 675883 h 1505806"/>
                <a:gd name="connsiteX775" fmla="*/ 158042 w 2017827"/>
                <a:gd name="connsiteY775" fmla="*/ 676926 h 1505806"/>
                <a:gd name="connsiteX776" fmla="*/ 152624 w 2017827"/>
                <a:gd name="connsiteY776" fmla="*/ 676959 h 1505806"/>
                <a:gd name="connsiteX777" fmla="*/ 149023 w 2017827"/>
                <a:gd name="connsiteY777" fmla="*/ 676959 h 1505806"/>
                <a:gd name="connsiteX778" fmla="*/ 145220 w 2017827"/>
                <a:gd name="connsiteY778" fmla="*/ 676959 h 1505806"/>
                <a:gd name="connsiteX779" fmla="*/ 142056 w 2017827"/>
                <a:gd name="connsiteY779" fmla="*/ 677834 h 1505806"/>
                <a:gd name="connsiteX780" fmla="*/ 139027 w 2017827"/>
                <a:gd name="connsiteY780" fmla="*/ 679348 h 1505806"/>
                <a:gd name="connsiteX781" fmla="*/ 136638 w 2017827"/>
                <a:gd name="connsiteY781" fmla="*/ 680862 h 1505806"/>
                <a:gd name="connsiteX782" fmla="*/ 133037 w 2017827"/>
                <a:gd name="connsiteY782" fmla="*/ 683351 h 1505806"/>
                <a:gd name="connsiteX783" fmla="*/ 127921 w 2017827"/>
                <a:gd name="connsiteY783" fmla="*/ 684764 h 1505806"/>
                <a:gd name="connsiteX784" fmla="*/ 123883 w 2017827"/>
                <a:gd name="connsiteY784" fmla="*/ 685403 h 1505806"/>
                <a:gd name="connsiteX785" fmla="*/ 120955 w 2017827"/>
                <a:gd name="connsiteY785" fmla="*/ 686177 h 1505806"/>
                <a:gd name="connsiteX786" fmla="*/ 117051 w 2017827"/>
                <a:gd name="connsiteY786" fmla="*/ 686816 h 1505806"/>
                <a:gd name="connsiteX787" fmla="*/ 113046 w 2017827"/>
                <a:gd name="connsiteY787" fmla="*/ 686816 h 1505806"/>
                <a:gd name="connsiteX788" fmla="*/ 109243 w 2017827"/>
                <a:gd name="connsiteY788" fmla="*/ 686614 h 1505806"/>
                <a:gd name="connsiteX789" fmla="*/ 104666 w 2017827"/>
                <a:gd name="connsiteY789" fmla="*/ 684764 h 1505806"/>
                <a:gd name="connsiteX790" fmla="*/ 100863 w 2017827"/>
                <a:gd name="connsiteY790" fmla="*/ 683149 h 1505806"/>
                <a:gd name="connsiteX791" fmla="*/ 97161 w 2017827"/>
                <a:gd name="connsiteY791" fmla="*/ 683048 h 1505806"/>
                <a:gd name="connsiteX792" fmla="*/ 94132 w 2017827"/>
                <a:gd name="connsiteY792" fmla="*/ 681972 h 1505806"/>
                <a:gd name="connsiteX793" fmla="*/ 90766 w 2017827"/>
                <a:gd name="connsiteY793" fmla="*/ 681972 h 1505806"/>
                <a:gd name="connsiteX794" fmla="*/ 85550 w 2017827"/>
                <a:gd name="connsiteY794" fmla="*/ 684091 h 1505806"/>
                <a:gd name="connsiteX795" fmla="*/ 82184 w 2017827"/>
                <a:gd name="connsiteY795" fmla="*/ 685571 h 1505806"/>
                <a:gd name="connsiteX796" fmla="*/ 78146 w 2017827"/>
                <a:gd name="connsiteY796" fmla="*/ 688733 h 1505806"/>
                <a:gd name="connsiteX797" fmla="*/ 74780 w 2017827"/>
                <a:gd name="connsiteY797" fmla="*/ 691458 h 1505806"/>
                <a:gd name="connsiteX798" fmla="*/ 70877 w 2017827"/>
                <a:gd name="connsiteY798" fmla="*/ 694822 h 1505806"/>
                <a:gd name="connsiteX799" fmla="*/ 68252 w 2017827"/>
                <a:gd name="connsiteY799" fmla="*/ 697009 h 1505806"/>
                <a:gd name="connsiteX800" fmla="*/ 65088 w 2017827"/>
                <a:gd name="connsiteY800" fmla="*/ 700373 h 1505806"/>
                <a:gd name="connsiteX801" fmla="*/ 63674 w 2017827"/>
                <a:gd name="connsiteY801" fmla="*/ 702559 h 1505806"/>
                <a:gd name="connsiteX802" fmla="*/ 63035 w 2017827"/>
                <a:gd name="connsiteY802" fmla="*/ 705183 h 1505806"/>
                <a:gd name="connsiteX803" fmla="*/ 62261 w 2017827"/>
                <a:gd name="connsiteY803" fmla="*/ 708446 h 1505806"/>
                <a:gd name="connsiteX804" fmla="*/ 62160 w 2017827"/>
                <a:gd name="connsiteY804" fmla="*/ 712046 h 1505806"/>
                <a:gd name="connsiteX805" fmla="*/ 61521 w 2017827"/>
                <a:gd name="connsiteY805" fmla="*/ 714636 h 1505806"/>
                <a:gd name="connsiteX806" fmla="*/ 61420 w 2017827"/>
                <a:gd name="connsiteY806" fmla="*/ 718673 h 1505806"/>
                <a:gd name="connsiteX807" fmla="*/ 60545 w 2017827"/>
                <a:gd name="connsiteY807" fmla="*/ 722474 h 1505806"/>
                <a:gd name="connsiteX808" fmla="*/ 58795 w 2017827"/>
                <a:gd name="connsiteY808" fmla="*/ 725199 h 1505806"/>
                <a:gd name="connsiteX809" fmla="*/ 57482 w 2017827"/>
                <a:gd name="connsiteY809" fmla="*/ 727486 h 1505806"/>
                <a:gd name="connsiteX810" fmla="*/ 54891 w 2017827"/>
                <a:gd name="connsiteY810" fmla="*/ 729673 h 1505806"/>
                <a:gd name="connsiteX811" fmla="*/ 52703 w 2017827"/>
                <a:gd name="connsiteY811" fmla="*/ 731086 h 1505806"/>
                <a:gd name="connsiteX812" fmla="*/ 50078 w 2017827"/>
                <a:gd name="connsiteY812" fmla="*/ 732499 h 1505806"/>
                <a:gd name="connsiteX813" fmla="*/ 48025 w 2017827"/>
                <a:gd name="connsiteY813" fmla="*/ 734012 h 1505806"/>
                <a:gd name="connsiteX814" fmla="*/ 45299 w 2017827"/>
                <a:gd name="connsiteY814" fmla="*/ 735963 h 1505806"/>
                <a:gd name="connsiteX815" fmla="*/ 43448 w 2017827"/>
                <a:gd name="connsiteY815" fmla="*/ 737814 h 1505806"/>
                <a:gd name="connsiteX816" fmla="*/ 40520 w 2017827"/>
                <a:gd name="connsiteY816" fmla="*/ 737814 h 1505806"/>
                <a:gd name="connsiteX817" fmla="*/ 36717 w 2017827"/>
                <a:gd name="connsiteY817" fmla="*/ 739428 h 1505806"/>
                <a:gd name="connsiteX818" fmla="*/ 33453 w 2017827"/>
                <a:gd name="connsiteY818" fmla="*/ 739428 h 1505806"/>
                <a:gd name="connsiteX819" fmla="*/ 30962 w 2017827"/>
                <a:gd name="connsiteY819" fmla="*/ 740236 h 1505806"/>
                <a:gd name="connsiteX820" fmla="*/ 26621 w 2017827"/>
                <a:gd name="connsiteY820" fmla="*/ 740067 h 1505806"/>
                <a:gd name="connsiteX821" fmla="*/ 24332 w 2017827"/>
                <a:gd name="connsiteY821" fmla="*/ 740067 h 1505806"/>
                <a:gd name="connsiteX822" fmla="*/ 19318 w 2017827"/>
                <a:gd name="connsiteY822" fmla="*/ 740841 h 1505806"/>
                <a:gd name="connsiteX823" fmla="*/ 15077 w 2017827"/>
                <a:gd name="connsiteY823" fmla="*/ 742490 h 1505806"/>
                <a:gd name="connsiteX824" fmla="*/ 11173 w 2017827"/>
                <a:gd name="connsiteY824" fmla="*/ 743902 h 1505806"/>
                <a:gd name="connsiteX825" fmla="*/ 7034 w 2017827"/>
                <a:gd name="connsiteY825" fmla="*/ 746526 h 1505806"/>
                <a:gd name="connsiteX826" fmla="*/ 6159 w 2017827"/>
                <a:gd name="connsiteY826" fmla="*/ 748578 h 1505806"/>
                <a:gd name="connsiteX827" fmla="*/ 8784 w 2017827"/>
                <a:gd name="connsiteY827" fmla="*/ 751942 h 1505806"/>
                <a:gd name="connsiteX828" fmla="*/ 12486 w 2017827"/>
                <a:gd name="connsiteY828" fmla="*/ 755104 h 1505806"/>
                <a:gd name="connsiteX829" fmla="*/ 16188 w 2017827"/>
                <a:gd name="connsiteY829" fmla="*/ 759007 h 1505806"/>
                <a:gd name="connsiteX830" fmla="*/ 17601 w 2017827"/>
                <a:gd name="connsiteY830" fmla="*/ 761395 h 1505806"/>
                <a:gd name="connsiteX831" fmla="*/ 21202 w 2017827"/>
                <a:gd name="connsiteY831" fmla="*/ 765533 h 1505806"/>
                <a:gd name="connsiteX832" fmla="*/ 21976 w 2017827"/>
                <a:gd name="connsiteY832" fmla="*/ 769569 h 1505806"/>
                <a:gd name="connsiteX833" fmla="*/ 20563 w 2017827"/>
                <a:gd name="connsiteY833" fmla="*/ 778047 h 1505806"/>
                <a:gd name="connsiteX834" fmla="*/ 20226 w 2017827"/>
                <a:gd name="connsiteY834" fmla="*/ 782050 h 1505806"/>
                <a:gd name="connsiteX835" fmla="*/ 20226 w 2017827"/>
                <a:gd name="connsiteY835" fmla="*/ 784438 h 1505806"/>
                <a:gd name="connsiteX836" fmla="*/ 22111 w 2017827"/>
                <a:gd name="connsiteY836" fmla="*/ 786187 h 1505806"/>
                <a:gd name="connsiteX837" fmla="*/ 25645 w 2017827"/>
                <a:gd name="connsiteY837" fmla="*/ 789350 h 1505806"/>
                <a:gd name="connsiteX838" fmla="*/ 27159 w 2017827"/>
                <a:gd name="connsiteY838" fmla="*/ 791637 h 1505806"/>
                <a:gd name="connsiteX839" fmla="*/ 27260 w 2017827"/>
                <a:gd name="connsiteY839" fmla="*/ 794463 h 1505806"/>
                <a:gd name="connsiteX840" fmla="*/ 26183 w 2017827"/>
                <a:gd name="connsiteY840" fmla="*/ 796212 h 1505806"/>
                <a:gd name="connsiteX841" fmla="*/ 23794 w 2017827"/>
                <a:gd name="connsiteY841" fmla="*/ 797726 h 1505806"/>
                <a:gd name="connsiteX842" fmla="*/ 21842 w 2017827"/>
                <a:gd name="connsiteY842" fmla="*/ 798365 h 1505806"/>
                <a:gd name="connsiteX843" fmla="*/ 18039 w 2017827"/>
                <a:gd name="connsiteY843" fmla="*/ 798264 h 1505806"/>
                <a:gd name="connsiteX844" fmla="*/ 16188 w 2017827"/>
                <a:gd name="connsiteY844" fmla="*/ 797524 h 1505806"/>
                <a:gd name="connsiteX845" fmla="*/ 14135 w 2017827"/>
                <a:gd name="connsiteY845" fmla="*/ 796885 h 1505806"/>
                <a:gd name="connsiteX846" fmla="*/ 12284 w 2017827"/>
                <a:gd name="connsiteY846" fmla="*/ 796885 h 1505806"/>
                <a:gd name="connsiteX847" fmla="*/ 11846 w 2017827"/>
                <a:gd name="connsiteY847" fmla="*/ 798769 h 1505806"/>
                <a:gd name="connsiteX848" fmla="*/ 10971 w 2017827"/>
                <a:gd name="connsiteY848" fmla="*/ 801426 h 1505806"/>
                <a:gd name="connsiteX849" fmla="*/ 8582 w 2017827"/>
                <a:gd name="connsiteY849" fmla="*/ 803377 h 1505806"/>
                <a:gd name="connsiteX850" fmla="*/ 6630 w 2017827"/>
                <a:gd name="connsiteY850" fmla="*/ 804252 h 1505806"/>
                <a:gd name="connsiteX851" fmla="*/ 3164 w 2017827"/>
                <a:gd name="connsiteY851" fmla="*/ 805564 h 1505806"/>
                <a:gd name="connsiteX852" fmla="*/ 774 w 2017827"/>
                <a:gd name="connsiteY852" fmla="*/ 807313 h 1505806"/>
                <a:gd name="connsiteX853" fmla="*/ 0 w 2017827"/>
                <a:gd name="connsiteY853" fmla="*/ 809802 h 1505806"/>
                <a:gd name="connsiteX854" fmla="*/ 538 w 2017827"/>
                <a:gd name="connsiteY854" fmla="*/ 812628 h 1505806"/>
                <a:gd name="connsiteX855" fmla="*/ 1178 w 2017827"/>
                <a:gd name="connsiteY855" fmla="*/ 816968 h 1505806"/>
                <a:gd name="connsiteX856" fmla="*/ 2793 w 2017827"/>
                <a:gd name="connsiteY856" fmla="*/ 819457 h 1505806"/>
                <a:gd name="connsiteX857" fmla="*/ 5183 w 2017827"/>
                <a:gd name="connsiteY857" fmla="*/ 821206 h 1505806"/>
                <a:gd name="connsiteX858" fmla="*/ 8885 w 2017827"/>
                <a:gd name="connsiteY858" fmla="*/ 827497 h 1505806"/>
                <a:gd name="connsiteX859" fmla="*/ 9524 w 2017827"/>
                <a:gd name="connsiteY859" fmla="*/ 830524 h 1505806"/>
                <a:gd name="connsiteX860" fmla="*/ 13866 w 2017827"/>
                <a:gd name="connsiteY860" fmla="*/ 836176 h 1505806"/>
                <a:gd name="connsiteX861" fmla="*/ 15044 w 2017827"/>
                <a:gd name="connsiteY861" fmla="*/ 839977 h 1505806"/>
                <a:gd name="connsiteX862" fmla="*/ 17231 w 2017827"/>
                <a:gd name="connsiteY862" fmla="*/ 844014 h 1505806"/>
                <a:gd name="connsiteX863" fmla="*/ 19856 w 2017827"/>
                <a:gd name="connsiteY863" fmla="*/ 847378 h 1505806"/>
                <a:gd name="connsiteX864" fmla="*/ 20395 w 2017827"/>
                <a:gd name="connsiteY864" fmla="*/ 848152 h 1505806"/>
                <a:gd name="connsiteX865" fmla="*/ 23121 w 2017827"/>
                <a:gd name="connsiteY865" fmla="*/ 849026 h 1505806"/>
                <a:gd name="connsiteX866" fmla="*/ 26486 w 2017827"/>
                <a:gd name="connsiteY866" fmla="*/ 849228 h 1505806"/>
                <a:gd name="connsiteX867" fmla="*/ 29852 w 2017827"/>
                <a:gd name="connsiteY867" fmla="*/ 848690 h 1505806"/>
                <a:gd name="connsiteX868" fmla="*/ 32443 w 2017827"/>
                <a:gd name="connsiteY868" fmla="*/ 847378 h 1505806"/>
                <a:gd name="connsiteX869" fmla="*/ 32443 w 2017827"/>
                <a:gd name="connsiteY869" fmla="*/ 846941 h 1505806"/>
                <a:gd name="connsiteX870" fmla="*/ 34395 w 2017827"/>
                <a:gd name="connsiteY870" fmla="*/ 846167 h 1505806"/>
                <a:gd name="connsiteX871" fmla="*/ 35607 w 2017827"/>
                <a:gd name="connsiteY871" fmla="*/ 845292 h 1505806"/>
                <a:gd name="connsiteX872" fmla="*/ 37121 w 2017827"/>
                <a:gd name="connsiteY872" fmla="*/ 844216 h 1505806"/>
                <a:gd name="connsiteX873" fmla="*/ 39309 w 2017827"/>
                <a:gd name="connsiteY873" fmla="*/ 842803 h 1505806"/>
                <a:gd name="connsiteX874" fmla="*/ 41496 w 2017827"/>
                <a:gd name="connsiteY874" fmla="*/ 842366 h 1505806"/>
                <a:gd name="connsiteX875" fmla="*/ 44660 w 2017827"/>
                <a:gd name="connsiteY875" fmla="*/ 842029 h 1505806"/>
                <a:gd name="connsiteX876" fmla="*/ 47150 w 2017827"/>
                <a:gd name="connsiteY876" fmla="*/ 842029 h 1505806"/>
                <a:gd name="connsiteX877" fmla="*/ 50616 w 2017827"/>
                <a:gd name="connsiteY877" fmla="*/ 842029 h 1505806"/>
                <a:gd name="connsiteX878" fmla="*/ 53443 w 2017827"/>
                <a:gd name="connsiteY878" fmla="*/ 843711 h 1505806"/>
                <a:gd name="connsiteX879" fmla="*/ 54218 w 2017827"/>
                <a:gd name="connsiteY879" fmla="*/ 846705 h 1505806"/>
                <a:gd name="connsiteX880" fmla="*/ 59872 w 2017827"/>
                <a:gd name="connsiteY880" fmla="*/ 848993 h 1505806"/>
                <a:gd name="connsiteX881" fmla="*/ 62799 w 2017827"/>
                <a:gd name="connsiteY881" fmla="*/ 848993 h 1505806"/>
                <a:gd name="connsiteX882" fmla="*/ 64751 w 2017827"/>
                <a:gd name="connsiteY882" fmla="*/ 848993 h 1505806"/>
                <a:gd name="connsiteX883" fmla="*/ 66602 w 2017827"/>
                <a:gd name="connsiteY883" fmla="*/ 851549 h 1505806"/>
                <a:gd name="connsiteX884" fmla="*/ 68992 w 2017827"/>
                <a:gd name="connsiteY884" fmla="*/ 853870 h 1505806"/>
                <a:gd name="connsiteX885" fmla="*/ 72593 w 2017827"/>
                <a:gd name="connsiteY885" fmla="*/ 856158 h 1505806"/>
                <a:gd name="connsiteX886" fmla="*/ 76295 w 2017827"/>
                <a:gd name="connsiteY886" fmla="*/ 858109 h 1505806"/>
                <a:gd name="connsiteX887" fmla="*/ 81309 w 2017827"/>
                <a:gd name="connsiteY887" fmla="*/ 862011 h 1505806"/>
                <a:gd name="connsiteX888" fmla="*/ 84473 w 2017827"/>
                <a:gd name="connsiteY888" fmla="*/ 865712 h 1505806"/>
                <a:gd name="connsiteX889" fmla="*/ 86223 w 2017827"/>
                <a:gd name="connsiteY889" fmla="*/ 868638 h 1505806"/>
                <a:gd name="connsiteX890" fmla="*/ 86560 w 2017827"/>
                <a:gd name="connsiteY890" fmla="*/ 870690 h 1505806"/>
                <a:gd name="connsiteX891" fmla="*/ 86358 w 2017827"/>
                <a:gd name="connsiteY891" fmla="*/ 875904 h 1505806"/>
                <a:gd name="connsiteX892" fmla="*/ 86358 w 2017827"/>
                <a:gd name="connsiteY892" fmla="*/ 877956 h 1505806"/>
                <a:gd name="connsiteX893" fmla="*/ 86358 w 2017827"/>
                <a:gd name="connsiteY893" fmla="*/ 881085 h 1505806"/>
                <a:gd name="connsiteX894" fmla="*/ 86358 w 2017827"/>
                <a:gd name="connsiteY894" fmla="*/ 883910 h 1505806"/>
                <a:gd name="connsiteX895" fmla="*/ 86459 w 2017827"/>
                <a:gd name="connsiteY895" fmla="*/ 886938 h 1505806"/>
                <a:gd name="connsiteX896" fmla="*/ 85382 w 2017827"/>
                <a:gd name="connsiteY896" fmla="*/ 889125 h 1505806"/>
                <a:gd name="connsiteX897" fmla="*/ 83766 w 2017827"/>
                <a:gd name="connsiteY897" fmla="*/ 892152 h 1505806"/>
                <a:gd name="connsiteX898" fmla="*/ 82252 w 2017827"/>
                <a:gd name="connsiteY898" fmla="*/ 894204 h 1505806"/>
                <a:gd name="connsiteX899" fmla="*/ 81175 w 2017827"/>
                <a:gd name="connsiteY899" fmla="*/ 897232 h 1505806"/>
                <a:gd name="connsiteX900" fmla="*/ 80535 w 2017827"/>
                <a:gd name="connsiteY900" fmla="*/ 899519 h 1505806"/>
                <a:gd name="connsiteX901" fmla="*/ 80098 w 2017827"/>
                <a:gd name="connsiteY901" fmla="*/ 904296 h 1505806"/>
                <a:gd name="connsiteX902" fmla="*/ 79761 w 2017827"/>
                <a:gd name="connsiteY902" fmla="*/ 907122 h 1505806"/>
                <a:gd name="connsiteX903" fmla="*/ 79324 w 2017827"/>
                <a:gd name="connsiteY903" fmla="*/ 911125 h 1505806"/>
                <a:gd name="connsiteX904" fmla="*/ 78348 w 2017827"/>
                <a:gd name="connsiteY904" fmla="*/ 913951 h 1505806"/>
                <a:gd name="connsiteX905" fmla="*/ 77708 w 2017827"/>
                <a:gd name="connsiteY905" fmla="*/ 915801 h 1505806"/>
                <a:gd name="connsiteX906" fmla="*/ 77708 w 2017827"/>
                <a:gd name="connsiteY906" fmla="*/ 917853 h 1505806"/>
                <a:gd name="connsiteX907" fmla="*/ 77338 w 2017827"/>
                <a:gd name="connsiteY907" fmla="*/ 920578 h 1505806"/>
                <a:gd name="connsiteX908" fmla="*/ 76833 w 2017827"/>
                <a:gd name="connsiteY908" fmla="*/ 923504 h 1505806"/>
                <a:gd name="connsiteX909" fmla="*/ 76497 w 2017827"/>
                <a:gd name="connsiteY909" fmla="*/ 926330 h 1505806"/>
                <a:gd name="connsiteX910" fmla="*/ 75622 w 2017827"/>
                <a:gd name="connsiteY910" fmla="*/ 928517 h 1505806"/>
                <a:gd name="connsiteX911" fmla="*/ 75285 w 2017827"/>
                <a:gd name="connsiteY911" fmla="*/ 931342 h 1505806"/>
                <a:gd name="connsiteX912" fmla="*/ 75083 w 2017827"/>
                <a:gd name="connsiteY912" fmla="*/ 934505 h 1505806"/>
                <a:gd name="connsiteX913" fmla="*/ 75285 w 2017827"/>
                <a:gd name="connsiteY913" fmla="*/ 939382 h 1505806"/>
                <a:gd name="connsiteX914" fmla="*/ 75925 w 2017827"/>
                <a:gd name="connsiteY914" fmla="*/ 941872 h 1505806"/>
                <a:gd name="connsiteX915" fmla="*/ 75925 w 2017827"/>
                <a:gd name="connsiteY915" fmla="*/ 944596 h 1505806"/>
                <a:gd name="connsiteX916" fmla="*/ 80064 w 2017827"/>
                <a:gd name="connsiteY916" fmla="*/ 948297 h 1505806"/>
                <a:gd name="connsiteX917" fmla="*/ 82454 w 2017827"/>
                <a:gd name="connsiteY917" fmla="*/ 953074 h 1505806"/>
                <a:gd name="connsiteX918" fmla="*/ 82454 w 2017827"/>
                <a:gd name="connsiteY918" fmla="*/ 956236 h 1505806"/>
                <a:gd name="connsiteX919" fmla="*/ 82117 w 2017827"/>
                <a:gd name="connsiteY919" fmla="*/ 958086 h 1505806"/>
                <a:gd name="connsiteX920" fmla="*/ 80704 w 2017827"/>
                <a:gd name="connsiteY920" fmla="*/ 960138 h 1505806"/>
                <a:gd name="connsiteX921" fmla="*/ 78314 w 2017827"/>
                <a:gd name="connsiteY921" fmla="*/ 962089 h 1505806"/>
                <a:gd name="connsiteX922" fmla="*/ 77237 w 2017827"/>
                <a:gd name="connsiteY922" fmla="*/ 963065 h 1505806"/>
                <a:gd name="connsiteX923" fmla="*/ 75386 w 2017827"/>
                <a:gd name="connsiteY923" fmla="*/ 964578 h 1505806"/>
                <a:gd name="connsiteX924" fmla="*/ 73636 w 2017827"/>
                <a:gd name="connsiteY924" fmla="*/ 967202 h 1505806"/>
                <a:gd name="connsiteX925" fmla="*/ 72189 w 2017827"/>
                <a:gd name="connsiteY925" fmla="*/ 969389 h 1505806"/>
                <a:gd name="connsiteX926" fmla="*/ 70574 w 2017827"/>
                <a:gd name="connsiteY926" fmla="*/ 971239 h 1505806"/>
                <a:gd name="connsiteX927" fmla="*/ 69598 w 2017827"/>
                <a:gd name="connsiteY927" fmla="*/ 972450 h 1505806"/>
                <a:gd name="connsiteX928" fmla="*/ 69295 w 2017827"/>
                <a:gd name="connsiteY928" fmla="*/ 974939 h 1505806"/>
                <a:gd name="connsiteX929" fmla="*/ 69497 w 2017827"/>
                <a:gd name="connsiteY929" fmla="*/ 978404 h 1505806"/>
                <a:gd name="connsiteX930" fmla="*/ 70910 w 2017827"/>
                <a:gd name="connsiteY930" fmla="*/ 982407 h 1505806"/>
                <a:gd name="connsiteX931" fmla="*/ 72526 w 2017827"/>
                <a:gd name="connsiteY931" fmla="*/ 985132 h 1505806"/>
                <a:gd name="connsiteX932" fmla="*/ 72862 w 2017827"/>
                <a:gd name="connsiteY932" fmla="*/ 989270 h 1505806"/>
                <a:gd name="connsiteX933" fmla="*/ 74276 w 2017827"/>
                <a:gd name="connsiteY933" fmla="*/ 991658 h 1505806"/>
                <a:gd name="connsiteX934" fmla="*/ 74915 w 2017827"/>
                <a:gd name="connsiteY934" fmla="*/ 994585 h 1505806"/>
                <a:gd name="connsiteX935" fmla="*/ 75151 w 2017827"/>
                <a:gd name="connsiteY935" fmla="*/ 998184 h 1505806"/>
                <a:gd name="connsiteX936" fmla="*/ 75487 w 2017827"/>
                <a:gd name="connsiteY936" fmla="*/ 1003028 h 1505806"/>
                <a:gd name="connsiteX937" fmla="*/ 75050 w 2017827"/>
                <a:gd name="connsiteY937" fmla="*/ 1004912 h 1505806"/>
                <a:gd name="connsiteX938" fmla="*/ 72458 w 2017827"/>
                <a:gd name="connsiteY938" fmla="*/ 1007738 h 1505806"/>
                <a:gd name="connsiteX939" fmla="*/ 69732 w 2017827"/>
                <a:gd name="connsiteY939" fmla="*/ 1008814 h 1505806"/>
                <a:gd name="connsiteX940" fmla="*/ 67343 w 2017827"/>
                <a:gd name="connsiteY940" fmla="*/ 1010126 h 1505806"/>
                <a:gd name="connsiteX941" fmla="*/ 64617 w 2017827"/>
                <a:gd name="connsiteY941" fmla="*/ 1011102 h 1505806"/>
                <a:gd name="connsiteX942" fmla="*/ 61790 w 2017827"/>
                <a:gd name="connsiteY942" fmla="*/ 1011539 h 1505806"/>
                <a:gd name="connsiteX943" fmla="*/ 60477 w 2017827"/>
                <a:gd name="connsiteY943" fmla="*/ 1011977 h 1505806"/>
                <a:gd name="connsiteX944" fmla="*/ 57011 w 2017827"/>
                <a:gd name="connsiteY944" fmla="*/ 1012414 h 1505806"/>
                <a:gd name="connsiteX945" fmla="*/ 51996 w 2017827"/>
                <a:gd name="connsiteY945" fmla="*/ 1011977 h 1505806"/>
                <a:gd name="connsiteX946" fmla="*/ 48732 w 2017827"/>
                <a:gd name="connsiteY946" fmla="*/ 1011775 h 1505806"/>
                <a:gd name="connsiteX947" fmla="*/ 47217 w 2017827"/>
                <a:gd name="connsiteY947" fmla="*/ 1011438 h 1505806"/>
                <a:gd name="connsiteX948" fmla="*/ 43414 w 2017827"/>
                <a:gd name="connsiteY948" fmla="*/ 1010799 h 1505806"/>
                <a:gd name="connsiteX949" fmla="*/ 39712 w 2017827"/>
                <a:gd name="connsiteY949" fmla="*/ 1008512 h 1505806"/>
                <a:gd name="connsiteX950" fmla="*/ 37861 w 2017827"/>
                <a:gd name="connsiteY950" fmla="*/ 1006998 h 1505806"/>
                <a:gd name="connsiteX951" fmla="*/ 34698 w 2017827"/>
                <a:gd name="connsiteY951" fmla="*/ 1005148 h 1505806"/>
                <a:gd name="connsiteX952" fmla="*/ 31433 w 2017827"/>
                <a:gd name="connsiteY952" fmla="*/ 1003399 h 1505806"/>
                <a:gd name="connsiteX953" fmla="*/ 27630 w 2017827"/>
                <a:gd name="connsiteY953" fmla="*/ 1003399 h 1505806"/>
                <a:gd name="connsiteX954" fmla="*/ 23188 w 2017827"/>
                <a:gd name="connsiteY954" fmla="*/ 1004475 h 1505806"/>
                <a:gd name="connsiteX955" fmla="*/ 20899 w 2017827"/>
                <a:gd name="connsiteY955" fmla="*/ 1004475 h 1505806"/>
                <a:gd name="connsiteX956" fmla="*/ 19149 w 2017827"/>
                <a:gd name="connsiteY956" fmla="*/ 1005451 h 1505806"/>
                <a:gd name="connsiteX957" fmla="*/ 16962 w 2017827"/>
                <a:gd name="connsiteY957" fmla="*/ 1007402 h 1505806"/>
                <a:gd name="connsiteX958" fmla="*/ 13596 w 2017827"/>
                <a:gd name="connsiteY958" fmla="*/ 1009588 h 1505806"/>
                <a:gd name="connsiteX959" fmla="*/ 12520 w 2017827"/>
                <a:gd name="connsiteY959" fmla="*/ 1011640 h 1505806"/>
                <a:gd name="connsiteX960" fmla="*/ 12318 w 2017827"/>
                <a:gd name="connsiteY960" fmla="*/ 1015004 h 1505806"/>
                <a:gd name="connsiteX961" fmla="*/ 11745 w 2017827"/>
                <a:gd name="connsiteY961" fmla="*/ 1018805 h 1505806"/>
                <a:gd name="connsiteX962" fmla="*/ 11779 w 2017827"/>
                <a:gd name="connsiteY962" fmla="*/ 1023784 h 1505806"/>
                <a:gd name="connsiteX963" fmla="*/ 12755 w 2017827"/>
                <a:gd name="connsiteY963" fmla="*/ 1026173 h 1505806"/>
                <a:gd name="connsiteX964" fmla="*/ 17197 w 2017827"/>
                <a:gd name="connsiteY964" fmla="*/ 1027922 h 1505806"/>
                <a:gd name="connsiteX965" fmla="*/ 21101 w 2017827"/>
                <a:gd name="connsiteY965" fmla="*/ 1027922 h 1505806"/>
                <a:gd name="connsiteX966" fmla="*/ 25577 w 2017827"/>
                <a:gd name="connsiteY966" fmla="*/ 1026509 h 1505806"/>
                <a:gd name="connsiteX967" fmla="*/ 29380 w 2017827"/>
                <a:gd name="connsiteY967" fmla="*/ 1026173 h 1505806"/>
                <a:gd name="connsiteX968" fmla="*/ 33621 w 2017827"/>
                <a:gd name="connsiteY968" fmla="*/ 1029637 h 1505806"/>
                <a:gd name="connsiteX969" fmla="*/ 37525 w 2017827"/>
                <a:gd name="connsiteY969" fmla="*/ 1033338 h 1505806"/>
                <a:gd name="connsiteX970" fmla="*/ 40352 w 2017827"/>
                <a:gd name="connsiteY970" fmla="*/ 1042017 h 1505806"/>
                <a:gd name="connsiteX971" fmla="*/ 42842 w 2017827"/>
                <a:gd name="connsiteY971" fmla="*/ 1043632 h 1505806"/>
                <a:gd name="connsiteX972" fmla="*/ 49809 w 2017827"/>
                <a:gd name="connsiteY972" fmla="*/ 1044170 h 1505806"/>
                <a:gd name="connsiteX973" fmla="*/ 54689 w 2017827"/>
                <a:gd name="connsiteY973" fmla="*/ 1044170 h 1505806"/>
                <a:gd name="connsiteX974" fmla="*/ 58054 w 2017827"/>
                <a:gd name="connsiteY974" fmla="*/ 1044170 h 1505806"/>
                <a:gd name="connsiteX975" fmla="*/ 64886 w 2017827"/>
                <a:gd name="connsiteY975" fmla="*/ 1045784 h 1505806"/>
                <a:gd name="connsiteX976" fmla="*/ 68588 w 2017827"/>
                <a:gd name="connsiteY976" fmla="*/ 1047197 h 1505806"/>
                <a:gd name="connsiteX977" fmla="*/ 73704 w 2017827"/>
                <a:gd name="connsiteY977" fmla="*/ 1051335 h 1505806"/>
                <a:gd name="connsiteX978" fmla="*/ 73704 w 2017827"/>
                <a:gd name="connsiteY978" fmla="*/ 1053185 h 1505806"/>
                <a:gd name="connsiteX979" fmla="*/ 78482 w 2017827"/>
                <a:gd name="connsiteY979" fmla="*/ 1057525 h 1505806"/>
                <a:gd name="connsiteX980" fmla="*/ 81511 w 2017827"/>
                <a:gd name="connsiteY980" fmla="*/ 1060552 h 1505806"/>
                <a:gd name="connsiteX981" fmla="*/ 83564 w 2017827"/>
                <a:gd name="connsiteY981" fmla="*/ 1063277 h 1505806"/>
                <a:gd name="connsiteX982" fmla="*/ 85213 w 2017827"/>
                <a:gd name="connsiteY982" fmla="*/ 1065329 h 1505806"/>
                <a:gd name="connsiteX983" fmla="*/ 84776 w 2017827"/>
                <a:gd name="connsiteY983" fmla="*/ 1068693 h 1505806"/>
                <a:gd name="connsiteX984" fmla="*/ 83564 w 2017827"/>
                <a:gd name="connsiteY984" fmla="*/ 1074244 h 1505806"/>
                <a:gd name="connsiteX985" fmla="*/ 81949 w 2017827"/>
                <a:gd name="connsiteY985" fmla="*/ 1076195 h 1505806"/>
                <a:gd name="connsiteX986" fmla="*/ 79458 w 2017827"/>
                <a:gd name="connsiteY986" fmla="*/ 1077944 h 1505806"/>
                <a:gd name="connsiteX987" fmla="*/ 79458 w 2017827"/>
                <a:gd name="connsiteY987" fmla="*/ 1080972 h 1505806"/>
                <a:gd name="connsiteX988" fmla="*/ 81511 w 2017827"/>
                <a:gd name="connsiteY988" fmla="*/ 1083461 h 1505806"/>
                <a:gd name="connsiteX989" fmla="*/ 87805 w 2017827"/>
                <a:gd name="connsiteY989" fmla="*/ 1083461 h 1505806"/>
                <a:gd name="connsiteX990" fmla="*/ 94973 w 2017827"/>
                <a:gd name="connsiteY990" fmla="*/ 1085210 h 1505806"/>
                <a:gd name="connsiteX991" fmla="*/ 99012 w 2017827"/>
                <a:gd name="connsiteY991" fmla="*/ 1087397 h 1505806"/>
                <a:gd name="connsiteX992" fmla="*/ 103050 w 2017827"/>
                <a:gd name="connsiteY992" fmla="*/ 1090424 h 1505806"/>
                <a:gd name="connsiteX993" fmla="*/ 106517 w 2017827"/>
                <a:gd name="connsiteY993" fmla="*/ 1094326 h 1505806"/>
                <a:gd name="connsiteX994" fmla="*/ 109445 w 2017827"/>
                <a:gd name="connsiteY994" fmla="*/ 1097791 h 1505806"/>
                <a:gd name="connsiteX995" fmla="*/ 110320 w 2017827"/>
                <a:gd name="connsiteY995" fmla="*/ 1102030 h 1505806"/>
                <a:gd name="connsiteX996" fmla="*/ 112171 w 2017827"/>
                <a:gd name="connsiteY996" fmla="*/ 1106706 h 1505806"/>
                <a:gd name="connsiteX997" fmla="*/ 114224 w 2017827"/>
                <a:gd name="connsiteY997" fmla="*/ 1111920 h 1505806"/>
                <a:gd name="connsiteX998" fmla="*/ 116849 w 2017827"/>
                <a:gd name="connsiteY998" fmla="*/ 1120734 h 1505806"/>
                <a:gd name="connsiteX999" fmla="*/ 117825 w 2017827"/>
                <a:gd name="connsiteY999" fmla="*/ 1127798 h 1505806"/>
                <a:gd name="connsiteX1000" fmla="*/ 117623 w 2017827"/>
                <a:gd name="connsiteY1000" fmla="*/ 1132137 h 1505806"/>
                <a:gd name="connsiteX1001" fmla="*/ 116411 w 2017827"/>
                <a:gd name="connsiteY1001" fmla="*/ 1137150 h 1505806"/>
                <a:gd name="connsiteX1002" fmla="*/ 115099 w 2017827"/>
                <a:gd name="connsiteY1002" fmla="*/ 1141287 h 1505806"/>
                <a:gd name="connsiteX1003" fmla="*/ 112272 w 2017827"/>
                <a:gd name="connsiteY1003" fmla="*/ 1145862 h 1505806"/>
                <a:gd name="connsiteX1004" fmla="*/ 111935 w 2017827"/>
                <a:gd name="connsiteY1004" fmla="*/ 1149025 h 1505806"/>
                <a:gd name="connsiteX1005" fmla="*/ 111296 w 2017827"/>
                <a:gd name="connsiteY1005" fmla="*/ 1154340 h 1505806"/>
                <a:gd name="connsiteX1006" fmla="*/ 109781 w 2017827"/>
                <a:gd name="connsiteY1006" fmla="*/ 1159217 h 1505806"/>
                <a:gd name="connsiteX1007" fmla="*/ 105877 w 2017827"/>
                <a:gd name="connsiteY1007" fmla="*/ 1162682 h 1505806"/>
                <a:gd name="connsiteX1008" fmla="*/ 99786 w 2017827"/>
                <a:gd name="connsiteY1008" fmla="*/ 1169511 h 1505806"/>
                <a:gd name="connsiteX1009" fmla="*/ 99786 w 2017827"/>
                <a:gd name="connsiteY1009" fmla="*/ 1171260 h 1505806"/>
                <a:gd name="connsiteX1010" fmla="*/ 99786 w 2017827"/>
                <a:gd name="connsiteY1010" fmla="*/ 1175163 h 1505806"/>
                <a:gd name="connsiteX1011" fmla="*/ 101469 w 2017827"/>
                <a:gd name="connsiteY1011" fmla="*/ 1177786 h 1505806"/>
                <a:gd name="connsiteX1012" fmla="*/ 105339 w 2017827"/>
                <a:gd name="connsiteY1012" fmla="*/ 1179973 h 1505806"/>
                <a:gd name="connsiteX1013" fmla="*/ 110454 w 2017827"/>
                <a:gd name="connsiteY1013" fmla="*/ 1183438 h 1505806"/>
                <a:gd name="connsiteX1014" fmla="*/ 113382 w 2017827"/>
                <a:gd name="connsiteY1014" fmla="*/ 1187340 h 1505806"/>
                <a:gd name="connsiteX1015" fmla="*/ 113180 w 2017827"/>
                <a:gd name="connsiteY1015" fmla="*/ 1191242 h 1505806"/>
                <a:gd name="connsiteX1016" fmla="*/ 112305 w 2017827"/>
                <a:gd name="connsiteY1016" fmla="*/ 1195918 h 1505806"/>
                <a:gd name="connsiteX1017" fmla="*/ 112945 w 2017827"/>
                <a:gd name="connsiteY1017" fmla="*/ 1199820 h 1505806"/>
                <a:gd name="connsiteX1018" fmla="*/ 113921 w 2017827"/>
                <a:gd name="connsiteY1018" fmla="*/ 1202108 h 1505806"/>
                <a:gd name="connsiteX1019" fmla="*/ 114560 w 2017827"/>
                <a:gd name="connsiteY1019" fmla="*/ 1205135 h 1505806"/>
                <a:gd name="connsiteX1020" fmla="*/ 119238 w 2017827"/>
                <a:gd name="connsiteY1020" fmla="*/ 1205135 h 1505806"/>
                <a:gd name="connsiteX1021" fmla="*/ 124354 w 2017827"/>
                <a:gd name="connsiteY1021" fmla="*/ 1205405 h 1505806"/>
                <a:gd name="connsiteX1022" fmla="*/ 128258 w 2017827"/>
                <a:gd name="connsiteY1022" fmla="*/ 1205775 h 1505806"/>
                <a:gd name="connsiteX1023" fmla="*/ 131421 w 2017827"/>
                <a:gd name="connsiteY1023" fmla="*/ 1207288 h 1505806"/>
                <a:gd name="connsiteX1024" fmla="*/ 134787 w 2017827"/>
                <a:gd name="connsiteY1024" fmla="*/ 1208701 h 1505806"/>
                <a:gd name="connsiteX1025" fmla="*/ 136301 w 2017827"/>
                <a:gd name="connsiteY1025" fmla="*/ 1207625 h 1505806"/>
                <a:gd name="connsiteX1026" fmla="*/ 140642 w 2017827"/>
                <a:gd name="connsiteY1026" fmla="*/ 1205135 h 1505806"/>
                <a:gd name="connsiteX1027" fmla="*/ 145859 w 2017827"/>
                <a:gd name="connsiteY1027" fmla="*/ 1205135 h 1505806"/>
                <a:gd name="connsiteX1028" fmla="*/ 149325 w 2017827"/>
                <a:gd name="connsiteY1028" fmla="*/ 1205135 h 1505806"/>
                <a:gd name="connsiteX1029" fmla="*/ 151917 w 2017827"/>
                <a:gd name="connsiteY1029" fmla="*/ 1207154 h 1505806"/>
                <a:gd name="connsiteX1030" fmla="*/ 152354 w 2017827"/>
                <a:gd name="connsiteY1030" fmla="*/ 1210450 h 1505806"/>
                <a:gd name="connsiteX1031" fmla="*/ 151917 w 2017827"/>
                <a:gd name="connsiteY1031" fmla="*/ 1214050 h 1505806"/>
                <a:gd name="connsiteX1032" fmla="*/ 151479 w 2017827"/>
                <a:gd name="connsiteY1032" fmla="*/ 1218625 h 1505806"/>
                <a:gd name="connsiteX1033" fmla="*/ 150941 w 2017827"/>
                <a:gd name="connsiteY1033" fmla="*/ 1224276 h 1505806"/>
                <a:gd name="connsiteX1034" fmla="*/ 151479 w 2017827"/>
                <a:gd name="connsiteY1034" fmla="*/ 1228717 h 1505806"/>
                <a:gd name="connsiteX1035" fmla="*/ 154946 w 2017827"/>
                <a:gd name="connsiteY1035" fmla="*/ 1233494 h 1505806"/>
                <a:gd name="connsiteX1036" fmla="*/ 162653 w 2017827"/>
                <a:gd name="connsiteY1036" fmla="*/ 1240020 h 1505806"/>
                <a:gd name="connsiteX1037" fmla="*/ 169821 w 2017827"/>
                <a:gd name="connsiteY1037" fmla="*/ 1246647 h 1505806"/>
                <a:gd name="connsiteX1038" fmla="*/ 177864 w 2017827"/>
                <a:gd name="connsiteY1038" fmla="*/ 1251659 h 1505806"/>
                <a:gd name="connsiteX1039" fmla="*/ 190485 w 2017827"/>
                <a:gd name="connsiteY1039" fmla="*/ 1259060 h 1505806"/>
                <a:gd name="connsiteX1040" fmla="*/ 198528 w 2017827"/>
                <a:gd name="connsiteY1040" fmla="*/ 1266561 h 1505806"/>
                <a:gd name="connsiteX1041" fmla="*/ 208322 w 2017827"/>
                <a:gd name="connsiteY1041" fmla="*/ 1271675 h 1505806"/>
                <a:gd name="connsiteX1042" fmla="*/ 215288 w 2017827"/>
                <a:gd name="connsiteY1042" fmla="*/ 1275039 h 1505806"/>
                <a:gd name="connsiteX1043" fmla="*/ 221716 w 2017827"/>
                <a:gd name="connsiteY1043" fmla="*/ 1278739 h 1505806"/>
                <a:gd name="connsiteX1044" fmla="*/ 226832 w 2017827"/>
                <a:gd name="connsiteY1044" fmla="*/ 1282002 h 1505806"/>
                <a:gd name="connsiteX1045" fmla="*/ 230635 w 2017827"/>
                <a:gd name="connsiteY1045" fmla="*/ 1283280 h 1505806"/>
                <a:gd name="connsiteX1046" fmla="*/ 235649 w 2017827"/>
                <a:gd name="connsiteY1046" fmla="*/ 1283314 h 1505806"/>
                <a:gd name="connsiteX1047" fmla="*/ 239553 w 2017827"/>
                <a:gd name="connsiteY1047" fmla="*/ 1283314 h 1505806"/>
                <a:gd name="connsiteX1048" fmla="*/ 243895 w 2017827"/>
                <a:gd name="connsiteY1048" fmla="*/ 1283314 h 1505806"/>
                <a:gd name="connsiteX1049" fmla="*/ 246823 w 2017827"/>
                <a:gd name="connsiteY1049" fmla="*/ 1284727 h 1505806"/>
                <a:gd name="connsiteX1050" fmla="*/ 249010 w 2017827"/>
                <a:gd name="connsiteY1050" fmla="*/ 1287452 h 1505806"/>
                <a:gd name="connsiteX1051" fmla="*/ 249650 w 2017827"/>
                <a:gd name="connsiteY1051" fmla="*/ 1288629 h 1505806"/>
                <a:gd name="connsiteX1052" fmla="*/ 253688 w 2017827"/>
                <a:gd name="connsiteY1052" fmla="*/ 1288629 h 1505806"/>
                <a:gd name="connsiteX1053" fmla="*/ 257390 w 2017827"/>
                <a:gd name="connsiteY1053" fmla="*/ 1288629 h 1505806"/>
                <a:gd name="connsiteX1054" fmla="*/ 261530 w 2017827"/>
                <a:gd name="connsiteY1054" fmla="*/ 1290277 h 1505806"/>
                <a:gd name="connsiteX1055" fmla="*/ 269371 w 2017827"/>
                <a:gd name="connsiteY1055" fmla="*/ 1295592 h 1505806"/>
                <a:gd name="connsiteX1056" fmla="*/ 270516 w 2017827"/>
                <a:gd name="connsiteY1056" fmla="*/ 1295592 h 1505806"/>
                <a:gd name="connsiteX1057" fmla="*/ 268496 w 2017827"/>
                <a:gd name="connsiteY1057" fmla="*/ 1299797 h 1505806"/>
                <a:gd name="connsiteX1058" fmla="*/ 266746 w 2017827"/>
                <a:gd name="connsiteY1058" fmla="*/ 1301378 h 1505806"/>
                <a:gd name="connsiteX1059" fmla="*/ 262674 w 2017827"/>
                <a:gd name="connsiteY1059" fmla="*/ 1305449 h 1505806"/>
                <a:gd name="connsiteX1060" fmla="*/ 259477 w 2017827"/>
                <a:gd name="connsiteY1060" fmla="*/ 1305449 h 1505806"/>
                <a:gd name="connsiteX1061" fmla="*/ 257155 w 2017827"/>
                <a:gd name="connsiteY1061" fmla="*/ 1309486 h 1505806"/>
                <a:gd name="connsiteX1062" fmla="*/ 254530 w 2017827"/>
                <a:gd name="connsiteY1062" fmla="*/ 1312109 h 1505806"/>
                <a:gd name="connsiteX1063" fmla="*/ 254530 w 2017827"/>
                <a:gd name="connsiteY1063" fmla="*/ 1315574 h 1505806"/>
                <a:gd name="connsiteX1064" fmla="*/ 254530 w 2017827"/>
                <a:gd name="connsiteY1064" fmla="*/ 1320789 h 1505806"/>
                <a:gd name="connsiteX1065" fmla="*/ 254530 w 2017827"/>
                <a:gd name="connsiteY1065" fmla="*/ 1323984 h 1505806"/>
                <a:gd name="connsiteX1066" fmla="*/ 257458 w 2017827"/>
                <a:gd name="connsiteY1066" fmla="*/ 1328896 h 1505806"/>
                <a:gd name="connsiteX1067" fmla="*/ 259174 w 2017827"/>
                <a:gd name="connsiteY1067" fmla="*/ 1330645 h 1505806"/>
                <a:gd name="connsiteX1068" fmla="*/ 261799 w 2017827"/>
                <a:gd name="connsiteY1068" fmla="*/ 1336431 h 1505806"/>
                <a:gd name="connsiteX1069" fmla="*/ 261496 w 2017827"/>
                <a:gd name="connsiteY1069" fmla="*/ 1340501 h 1505806"/>
                <a:gd name="connsiteX1070" fmla="*/ 261799 w 2017827"/>
                <a:gd name="connsiteY1070" fmla="*/ 1343394 h 1505806"/>
                <a:gd name="connsiteX1071" fmla="*/ 262943 w 2017827"/>
                <a:gd name="connsiteY1071" fmla="*/ 1348911 h 1505806"/>
                <a:gd name="connsiteX1072" fmla="*/ 262371 w 2017827"/>
                <a:gd name="connsiteY1072" fmla="*/ 1352982 h 1505806"/>
                <a:gd name="connsiteX1073" fmla="*/ 262068 w 2017827"/>
                <a:gd name="connsiteY1073" fmla="*/ 1355471 h 1505806"/>
                <a:gd name="connsiteX1074" fmla="*/ 260049 w 2017827"/>
                <a:gd name="connsiteY1074" fmla="*/ 1357893 h 1505806"/>
                <a:gd name="connsiteX1075" fmla="*/ 257458 w 2017827"/>
                <a:gd name="connsiteY1075" fmla="*/ 1361358 h 1505806"/>
                <a:gd name="connsiteX1076" fmla="*/ 257458 w 2017827"/>
                <a:gd name="connsiteY1076" fmla="*/ 1363982 h 1505806"/>
                <a:gd name="connsiteX1077" fmla="*/ 260655 w 2017827"/>
                <a:gd name="connsiteY1077" fmla="*/ 1369499 h 1505806"/>
                <a:gd name="connsiteX1078" fmla="*/ 261799 w 2017827"/>
                <a:gd name="connsiteY1078" fmla="*/ 1372123 h 1505806"/>
                <a:gd name="connsiteX1079" fmla="*/ 265265 w 2017827"/>
                <a:gd name="connsiteY1079" fmla="*/ 1378480 h 1505806"/>
                <a:gd name="connsiteX1080" fmla="*/ 267285 w 2017827"/>
                <a:gd name="connsiteY1080" fmla="*/ 1382248 h 1505806"/>
                <a:gd name="connsiteX1081" fmla="*/ 273376 w 2017827"/>
                <a:gd name="connsiteY1081" fmla="*/ 1388606 h 1505806"/>
                <a:gd name="connsiteX1082" fmla="*/ 278896 w 2017827"/>
                <a:gd name="connsiteY1082" fmla="*/ 1391230 h 1505806"/>
                <a:gd name="connsiteX1083" fmla="*/ 284684 w 2017827"/>
                <a:gd name="connsiteY1083" fmla="*/ 1394426 h 1505806"/>
                <a:gd name="connsiteX1084" fmla="*/ 293670 w 2017827"/>
                <a:gd name="connsiteY1084" fmla="*/ 1402533 h 1505806"/>
                <a:gd name="connsiteX1085" fmla="*/ 301209 w 2017827"/>
                <a:gd name="connsiteY1085" fmla="*/ 1408050 h 1505806"/>
                <a:gd name="connsiteX1086" fmla="*/ 304675 w 2017827"/>
                <a:gd name="connsiteY1086" fmla="*/ 1411515 h 1505806"/>
                <a:gd name="connsiteX1087" fmla="*/ 308141 w 2017827"/>
                <a:gd name="connsiteY1087" fmla="*/ 1416426 h 1505806"/>
                <a:gd name="connsiteX1088" fmla="*/ 313930 w 2017827"/>
                <a:gd name="connsiteY1088" fmla="*/ 1421943 h 1505806"/>
                <a:gd name="connsiteX1089" fmla="*/ 317127 w 2017827"/>
                <a:gd name="connsiteY1089" fmla="*/ 1425139 h 1505806"/>
                <a:gd name="connsiteX1090" fmla="*/ 317127 w 2017827"/>
                <a:gd name="connsiteY1090" fmla="*/ 1428604 h 1505806"/>
                <a:gd name="connsiteX1091" fmla="*/ 317800 w 2017827"/>
                <a:gd name="connsiteY1091" fmla="*/ 1429310 h 1505806"/>
                <a:gd name="connsiteX1092" fmla="*/ 317868 w 2017827"/>
                <a:gd name="connsiteY1092" fmla="*/ 1428705 h 1505806"/>
                <a:gd name="connsiteX1093" fmla="*/ 322882 w 2017827"/>
                <a:gd name="connsiteY1093" fmla="*/ 1428805 h 1505806"/>
                <a:gd name="connsiteX1094" fmla="*/ 327998 w 2017827"/>
                <a:gd name="connsiteY1094" fmla="*/ 1427729 h 1505806"/>
                <a:gd name="connsiteX1095" fmla="*/ 334964 w 2017827"/>
                <a:gd name="connsiteY1095" fmla="*/ 1427527 h 1505806"/>
                <a:gd name="connsiteX1096" fmla="*/ 339003 w 2017827"/>
                <a:gd name="connsiteY1096" fmla="*/ 1427426 h 1505806"/>
                <a:gd name="connsiteX1097" fmla="*/ 344219 w 2017827"/>
                <a:gd name="connsiteY1097" fmla="*/ 1427763 h 1505806"/>
                <a:gd name="connsiteX1098" fmla="*/ 347585 w 2017827"/>
                <a:gd name="connsiteY1098" fmla="*/ 1426249 h 1505806"/>
                <a:gd name="connsiteX1099" fmla="*/ 350412 w 2017827"/>
                <a:gd name="connsiteY1099" fmla="*/ 1424197 h 1505806"/>
                <a:gd name="connsiteX1100" fmla="*/ 355291 w 2017827"/>
                <a:gd name="connsiteY1100" fmla="*/ 1421472 h 1505806"/>
                <a:gd name="connsiteX1101" fmla="*/ 359734 w 2017827"/>
                <a:gd name="connsiteY1101" fmla="*/ 1417334 h 1505806"/>
                <a:gd name="connsiteX1102" fmla="*/ 362998 w 2017827"/>
                <a:gd name="connsiteY1102" fmla="*/ 1417334 h 1505806"/>
                <a:gd name="connsiteX1103" fmla="*/ 367676 w 2017827"/>
                <a:gd name="connsiteY1103" fmla="*/ 1416460 h 1505806"/>
                <a:gd name="connsiteX1104" fmla="*/ 371277 w 2017827"/>
                <a:gd name="connsiteY1104" fmla="*/ 1417334 h 1505806"/>
                <a:gd name="connsiteX1105" fmla="*/ 375518 w 2017827"/>
                <a:gd name="connsiteY1105" fmla="*/ 1417435 h 1505806"/>
                <a:gd name="connsiteX1106" fmla="*/ 388239 w 2017827"/>
                <a:gd name="connsiteY1106" fmla="*/ 1416729 h 1505806"/>
                <a:gd name="connsiteX1107" fmla="*/ 394331 w 2017827"/>
                <a:gd name="connsiteY1107" fmla="*/ 1416729 h 1505806"/>
                <a:gd name="connsiteX1108" fmla="*/ 397797 w 2017827"/>
                <a:gd name="connsiteY1108" fmla="*/ 1411885 h 1505806"/>
                <a:gd name="connsiteX1109" fmla="*/ 400961 w 2017827"/>
                <a:gd name="connsiteY1109" fmla="*/ 1408723 h 1505806"/>
                <a:gd name="connsiteX1110" fmla="*/ 404966 w 2017827"/>
                <a:gd name="connsiteY1110" fmla="*/ 1405123 h 1505806"/>
                <a:gd name="connsiteX1111" fmla="*/ 409745 w 2017827"/>
                <a:gd name="connsiteY1111" fmla="*/ 1405123 h 1505806"/>
                <a:gd name="connsiteX1112" fmla="*/ 413110 w 2017827"/>
                <a:gd name="connsiteY1112" fmla="*/ 1404417 h 1505806"/>
                <a:gd name="connsiteX1113" fmla="*/ 421052 w 2017827"/>
                <a:gd name="connsiteY1113" fmla="*/ 1404047 h 1505806"/>
                <a:gd name="connsiteX1114" fmla="*/ 425394 w 2017827"/>
                <a:gd name="connsiteY1114" fmla="*/ 1400683 h 1505806"/>
                <a:gd name="connsiteX1115" fmla="*/ 427245 w 2017827"/>
                <a:gd name="connsiteY1115" fmla="*/ 1398059 h 1505806"/>
                <a:gd name="connsiteX1116" fmla="*/ 431485 w 2017827"/>
                <a:gd name="connsiteY1116" fmla="*/ 1393719 h 1505806"/>
                <a:gd name="connsiteX1117" fmla="*/ 434312 w 2017827"/>
                <a:gd name="connsiteY1117" fmla="*/ 1392407 h 1505806"/>
                <a:gd name="connsiteX1118" fmla="*/ 439192 w 2017827"/>
                <a:gd name="connsiteY1118" fmla="*/ 1389783 h 1505806"/>
                <a:gd name="connsiteX1119" fmla="*/ 440505 w 2017827"/>
                <a:gd name="connsiteY1119" fmla="*/ 1386083 h 1505806"/>
                <a:gd name="connsiteX1120" fmla="*/ 442356 w 2017827"/>
                <a:gd name="connsiteY1120" fmla="*/ 1384670 h 1505806"/>
                <a:gd name="connsiteX1121" fmla="*/ 444981 w 2017827"/>
                <a:gd name="connsiteY1121" fmla="*/ 1383594 h 1505806"/>
                <a:gd name="connsiteX1122" fmla="*/ 448885 w 2017827"/>
                <a:gd name="connsiteY1122" fmla="*/ 1381643 h 1505806"/>
                <a:gd name="connsiteX1123" fmla="*/ 450938 w 2017827"/>
                <a:gd name="connsiteY1123" fmla="*/ 1380432 h 1505806"/>
                <a:gd name="connsiteX1124" fmla="*/ 454539 w 2017827"/>
                <a:gd name="connsiteY1124" fmla="*/ 1377606 h 1505806"/>
                <a:gd name="connsiteX1125" fmla="*/ 455313 w 2017827"/>
                <a:gd name="connsiteY1125" fmla="*/ 1376395 h 1505806"/>
                <a:gd name="connsiteX1126" fmla="*/ 455649 w 2017827"/>
                <a:gd name="connsiteY1126" fmla="*/ 1374208 h 1505806"/>
                <a:gd name="connsiteX1127" fmla="*/ 454539 w 2017827"/>
                <a:gd name="connsiteY1127" fmla="*/ 1371181 h 1505806"/>
                <a:gd name="connsiteX1128" fmla="*/ 454539 w 2017827"/>
                <a:gd name="connsiteY1128" fmla="*/ 1367379 h 1505806"/>
                <a:gd name="connsiteX1129" fmla="*/ 454976 w 2017827"/>
                <a:gd name="connsiteY1129" fmla="*/ 1364991 h 1505806"/>
                <a:gd name="connsiteX1130" fmla="*/ 457029 w 2017827"/>
                <a:gd name="connsiteY1130" fmla="*/ 1361963 h 1505806"/>
                <a:gd name="connsiteX1131" fmla="*/ 459520 w 2017827"/>
                <a:gd name="connsiteY1131" fmla="*/ 1360450 h 1505806"/>
                <a:gd name="connsiteX1132" fmla="*/ 463121 w 2017827"/>
                <a:gd name="connsiteY1132" fmla="*/ 1359676 h 1505806"/>
                <a:gd name="connsiteX1133" fmla="*/ 466486 w 2017827"/>
                <a:gd name="connsiteY1133" fmla="*/ 1358599 h 1505806"/>
                <a:gd name="connsiteX1134" fmla="*/ 470525 w 2017827"/>
                <a:gd name="connsiteY1134" fmla="*/ 1357086 h 1505806"/>
                <a:gd name="connsiteX1135" fmla="*/ 473554 w 2017827"/>
                <a:gd name="connsiteY1135" fmla="*/ 1356547 h 1505806"/>
                <a:gd name="connsiteX1136" fmla="*/ 476717 w 2017827"/>
                <a:gd name="connsiteY1136" fmla="*/ 1355673 h 1505806"/>
                <a:gd name="connsiteX1137" fmla="*/ 479746 w 2017827"/>
                <a:gd name="connsiteY1137" fmla="*/ 1356446 h 1505806"/>
                <a:gd name="connsiteX1138" fmla="*/ 482136 w 2017827"/>
                <a:gd name="connsiteY1138" fmla="*/ 1356446 h 1505806"/>
                <a:gd name="connsiteX1139" fmla="*/ 484963 w 2017827"/>
                <a:gd name="connsiteY1139" fmla="*/ 1357052 h 1505806"/>
                <a:gd name="connsiteX1140" fmla="*/ 485737 w 2017827"/>
                <a:gd name="connsiteY1140" fmla="*/ 1358734 h 1505806"/>
                <a:gd name="connsiteX1141" fmla="*/ 486275 w 2017827"/>
                <a:gd name="connsiteY1141" fmla="*/ 1360786 h 1505806"/>
                <a:gd name="connsiteX1142" fmla="*/ 489001 w 2017827"/>
                <a:gd name="connsiteY1142" fmla="*/ 1363612 h 1505806"/>
                <a:gd name="connsiteX1143" fmla="*/ 492602 w 2017827"/>
                <a:gd name="connsiteY1143" fmla="*/ 1365899 h 1505806"/>
                <a:gd name="connsiteX1144" fmla="*/ 496843 w 2017827"/>
                <a:gd name="connsiteY1144" fmla="*/ 1369162 h 1505806"/>
                <a:gd name="connsiteX1145" fmla="*/ 501184 w 2017827"/>
                <a:gd name="connsiteY1145" fmla="*/ 1372762 h 1505806"/>
                <a:gd name="connsiteX1146" fmla="*/ 506300 w 2017827"/>
                <a:gd name="connsiteY1146" fmla="*/ 1376126 h 1505806"/>
                <a:gd name="connsiteX1147" fmla="*/ 509328 w 2017827"/>
                <a:gd name="connsiteY1147" fmla="*/ 1379052 h 1505806"/>
                <a:gd name="connsiteX1148" fmla="*/ 516295 w 2017827"/>
                <a:gd name="connsiteY1148" fmla="*/ 1384267 h 1505806"/>
                <a:gd name="connsiteX1149" fmla="*/ 518482 w 2017827"/>
                <a:gd name="connsiteY1149" fmla="*/ 1384267 h 1505806"/>
                <a:gd name="connsiteX1150" fmla="*/ 521747 w 2017827"/>
                <a:gd name="connsiteY1150" fmla="*/ 1383728 h 1505806"/>
                <a:gd name="connsiteX1151" fmla="*/ 522959 w 2017827"/>
                <a:gd name="connsiteY1151" fmla="*/ 1383089 h 1505806"/>
                <a:gd name="connsiteX1152" fmla="*/ 525887 w 2017827"/>
                <a:gd name="connsiteY1152" fmla="*/ 1382114 h 1505806"/>
                <a:gd name="connsiteX1153" fmla="*/ 526526 w 2017827"/>
                <a:gd name="connsiteY1153" fmla="*/ 1381340 h 1505806"/>
                <a:gd name="connsiteX1154" fmla="*/ 525853 w 2017827"/>
                <a:gd name="connsiteY1154" fmla="*/ 1378178 h 1505806"/>
                <a:gd name="connsiteX1155" fmla="*/ 525853 w 2017827"/>
                <a:gd name="connsiteY1155" fmla="*/ 1376866 h 1505806"/>
                <a:gd name="connsiteX1156" fmla="*/ 526728 w 2017827"/>
                <a:gd name="connsiteY1156" fmla="*/ 1375016 h 1505806"/>
                <a:gd name="connsiteX1157" fmla="*/ 529353 w 2017827"/>
                <a:gd name="connsiteY1157" fmla="*/ 1374780 h 1505806"/>
                <a:gd name="connsiteX1158" fmla="*/ 532516 w 2017827"/>
                <a:gd name="connsiteY1158" fmla="*/ 1377269 h 1505806"/>
                <a:gd name="connsiteX1159" fmla="*/ 535680 w 2017827"/>
                <a:gd name="connsiteY1159" fmla="*/ 1379994 h 1505806"/>
                <a:gd name="connsiteX1160" fmla="*/ 536319 w 2017827"/>
                <a:gd name="connsiteY1160" fmla="*/ 1381306 h 1505806"/>
                <a:gd name="connsiteX1161" fmla="*/ 542949 w 2017827"/>
                <a:gd name="connsiteY1161" fmla="*/ 1384468 h 1505806"/>
                <a:gd name="connsiteX1162" fmla="*/ 547964 w 2017827"/>
                <a:gd name="connsiteY1162" fmla="*/ 1385982 h 1505806"/>
                <a:gd name="connsiteX1163" fmla="*/ 551127 w 2017827"/>
                <a:gd name="connsiteY1163" fmla="*/ 1386318 h 1505806"/>
                <a:gd name="connsiteX1164" fmla="*/ 557757 w 2017827"/>
                <a:gd name="connsiteY1164" fmla="*/ 1388370 h 1505806"/>
                <a:gd name="connsiteX1165" fmla="*/ 561661 w 2017827"/>
                <a:gd name="connsiteY1165" fmla="*/ 1390658 h 1505806"/>
                <a:gd name="connsiteX1166" fmla="*/ 564387 w 2017827"/>
                <a:gd name="connsiteY1166" fmla="*/ 1394358 h 1505806"/>
                <a:gd name="connsiteX1167" fmla="*/ 565902 w 2017827"/>
                <a:gd name="connsiteY1167" fmla="*/ 1397285 h 1505806"/>
                <a:gd name="connsiteX1168" fmla="*/ 565902 w 2017827"/>
                <a:gd name="connsiteY1168" fmla="*/ 1401322 h 1505806"/>
                <a:gd name="connsiteX1169" fmla="*/ 571320 w 2017827"/>
                <a:gd name="connsiteY1169" fmla="*/ 1404147 h 1505806"/>
                <a:gd name="connsiteX1170" fmla="*/ 579027 w 2017827"/>
                <a:gd name="connsiteY1170" fmla="*/ 1404686 h 1505806"/>
                <a:gd name="connsiteX1171" fmla="*/ 583167 w 2017827"/>
                <a:gd name="connsiteY1171" fmla="*/ 1406872 h 1505806"/>
                <a:gd name="connsiteX1172" fmla="*/ 587609 w 2017827"/>
                <a:gd name="connsiteY1172" fmla="*/ 1406771 h 1505806"/>
                <a:gd name="connsiteX1173" fmla="*/ 591614 w 2017827"/>
                <a:gd name="connsiteY1173" fmla="*/ 1406670 h 1505806"/>
                <a:gd name="connsiteX1174" fmla="*/ 595854 w 2017827"/>
                <a:gd name="connsiteY1174" fmla="*/ 1406435 h 1505806"/>
                <a:gd name="connsiteX1175" fmla="*/ 599859 w 2017827"/>
                <a:gd name="connsiteY1175" fmla="*/ 1405998 h 1505806"/>
                <a:gd name="connsiteX1176" fmla="*/ 605951 w 2017827"/>
                <a:gd name="connsiteY1176" fmla="*/ 1405796 h 1505806"/>
                <a:gd name="connsiteX1177" fmla="*/ 610528 w 2017827"/>
                <a:gd name="connsiteY1177" fmla="*/ 1404484 h 1505806"/>
                <a:gd name="connsiteX1178" fmla="*/ 613018 w 2017827"/>
                <a:gd name="connsiteY1178" fmla="*/ 1403172 h 1505806"/>
                <a:gd name="connsiteX1179" fmla="*/ 614331 w 2017827"/>
                <a:gd name="connsiteY1179" fmla="*/ 1400884 h 1505806"/>
                <a:gd name="connsiteX1180" fmla="*/ 616821 w 2017827"/>
                <a:gd name="connsiteY1180" fmla="*/ 1397521 h 1505806"/>
                <a:gd name="connsiteX1181" fmla="*/ 618874 w 2017827"/>
                <a:gd name="connsiteY1181" fmla="*/ 1395233 h 1505806"/>
                <a:gd name="connsiteX1182" fmla="*/ 623451 w 2017827"/>
                <a:gd name="connsiteY1182" fmla="*/ 1393383 h 1505806"/>
                <a:gd name="connsiteX1183" fmla="*/ 625201 w 2017827"/>
                <a:gd name="connsiteY1183" fmla="*/ 1391533 h 1505806"/>
                <a:gd name="connsiteX1184" fmla="*/ 628028 w 2017827"/>
                <a:gd name="connsiteY1184" fmla="*/ 1391095 h 1505806"/>
                <a:gd name="connsiteX1185" fmla="*/ 632471 w 2017827"/>
                <a:gd name="connsiteY1185" fmla="*/ 1390322 h 1505806"/>
                <a:gd name="connsiteX1186" fmla="*/ 635197 w 2017827"/>
                <a:gd name="connsiteY1186" fmla="*/ 1389548 h 1505806"/>
                <a:gd name="connsiteX1187" fmla="*/ 637048 w 2017827"/>
                <a:gd name="connsiteY1187" fmla="*/ 1388572 h 1505806"/>
                <a:gd name="connsiteX1188" fmla="*/ 638663 w 2017827"/>
                <a:gd name="connsiteY1188" fmla="*/ 1388135 h 1505806"/>
                <a:gd name="connsiteX1189" fmla="*/ 641591 w 2017827"/>
                <a:gd name="connsiteY1189" fmla="*/ 1386924 h 1505806"/>
                <a:gd name="connsiteX1190" fmla="*/ 643105 w 2017827"/>
                <a:gd name="connsiteY1190" fmla="*/ 1386049 h 1505806"/>
                <a:gd name="connsiteX1191" fmla="*/ 644081 w 2017827"/>
                <a:gd name="connsiteY1191" fmla="*/ 1384838 h 1505806"/>
                <a:gd name="connsiteX1192" fmla="*/ 646572 w 2017827"/>
                <a:gd name="connsiteY1192" fmla="*/ 1382652 h 1505806"/>
                <a:gd name="connsiteX1193" fmla="*/ 647346 w 2017827"/>
                <a:gd name="connsiteY1193" fmla="*/ 1381777 h 1505806"/>
                <a:gd name="connsiteX1194" fmla="*/ 647110 w 2017827"/>
                <a:gd name="connsiteY1194" fmla="*/ 1380701 h 1505806"/>
                <a:gd name="connsiteX1195" fmla="*/ 644081 w 2017827"/>
                <a:gd name="connsiteY1195" fmla="*/ 1378110 h 1505806"/>
                <a:gd name="connsiteX1196" fmla="*/ 644081 w 2017827"/>
                <a:gd name="connsiteY1196" fmla="*/ 1376698 h 1505806"/>
                <a:gd name="connsiteX1197" fmla="*/ 645932 w 2017827"/>
                <a:gd name="connsiteY1197" fmla="*/ 1374410 h 1505806"/>
                <a:gd name="connsiteX1198" fmla="*/ 649399 w 2017827"/>
                <a:gd name="connsiteY1198" fmla="*/ 1374511 h 1505806"/>
                <a:gd name="connsiteX1199" fmla="*/ 653875 w 2017827"/>
                <a:gd name="connsiteY1199" fmla="*/ 1374511 h 1505806"/>
                <a:gd name="connsiteX1200" fmla="*/ 658654 w 2017827"/>
                <a:gd name="connsiteY1200" fmla="*/ 1374511 h 1505806"/>
                <a:gd name="connsiteX1201" fmla="*/ 663769 w 2017827"/>
                <a:gd name="connsiteY1201" fmla="*/ 1375049 h 1505806"/>
                <a:gd name="connsiteX1202" fmla="*/ 667471 w 2017827"/>
                <a:gd name="connsiteY1202" fmla="*/ 1376462 h 1505806"/>
                <a:gd name="connsiteX1203" fmla="*/ 669760 w 2017827"/>
                <a:gd name="connsiteY1203" fmla="*/ 1378211 h 1505806"/>
                <a:gd name="connsiteX1204" fmla="*/ 672587 w 2017827"/>
                <a:gd name="connsiteY1204" fmla="*/ 1380062 h 1505806"/>
                <a:gd name="connsiteX1205" fmla="*/ 673361 w 2017827"/>
                <a:gd name="connsiteY1205" fmla="*/ 1381138 h 1505806"/>
                <a:gd name="connsiteX1206" fmla="*/ 675986 w 2017827"/>
                <a:gd name="connsiteY1206" fmla="*/ 1384502 h 1505806"/>
                <a:gd name="connsiteX1207" fmla="*/ 679890 w 2017827"/>
                <a:gd name="connsiteY1207" fmla="*/ 1387126 h 1505806"/>
                <a:gd name="connsiteX1208" fmla="*/ 684568 w 2017827"/>
                <a:gd name="connsiteY1208" fmla="*/ 1388202 h 1505806"/>
                <a:gd name="connsiteX1209" fmla="*/ 687496 w 2017827"/>
                <a:gd name="connsiteY1209" fmla="*/ 1387866 h 1505806"/>
                <a:gd name="connsiteX1210" fmla="*/ 688472 w 2017827"/>
                <a:gd name="connsiteY1210" fmla="*/ 1386016 h 1505806"/>
                <a:gd name="connsiteX1211" fmla="*/ 689784 w 2017827"/>
                <a:gd name="connsiteY1211" fmla="*/ 1383829 h 1505806"/>
                <a:gd name="connsiteX1212" fmla="*/ 692275 w 2017827"/>
                <a:gd name="connsiteY1212" fmla="*/ 1382517 h 1505806"/>
                <a:gd name="connsiteX1213" fmla="*/ 695203 w 2017827"/>
                <a:gd name="connsiteY1213" fmla="*/ 1382517 h 1505806"/>
                <a:gd name="connsiteX1214" fmla="*/ 697794 w 2017827"/>
                <a:gd name="connsiteY1214" fmla="*/ 1383930 h 1505806"/>
                <a:gd name="connsiteX1215" fmla="*/ 702472 w 2017827"/>
                <a:gd name="connsiteY1215" fmla="*/ 1387529 h 1505806"/>
                <a:gd name="connsiteX1216" fmla="*/ 704862 w 2017827"/>
                <a:gd name="connsiteY1216" fmla="*/ 1389279 h 1505806"/>
                <a:gd name="connsiteX1217" fmla="*/ 705501 w 2017827"/>
                <a:gd name="connsiteY1217" fmla="*/ 1391465 h 1505806"/>
                <a:gd name="connsiteX1218" fmla="*/ 704963 w 2017827"/>
                <a:gd name="connsiteY1218" fmla="*/ 1395805 h 1505806"/>
                <a:gd name="connsiteX1219" fmla="*/ 704525 w 2017827"/>
                <a:gd name="connsiteY1219" fmla="*/ 1401120 h 1505806"/>
                <a:gd name="connsiteX1220" fmla="*/ 703213 w 2017827"/>
                <a:gd name="connsiteY1220" fmla="*/ 1404147 h 1505806"/>
                <a:gd name="connsiteX1221" fmla="*/ 703213 w 2017827"/>
                <a:gd name="connsiteY1221" fmla="*/ 1408184 h 1505806"/>
                <a:gd name="connsiteX1222" fmla="*/ 705501 w 2017827"/>
                <a:gd name="connsiteY1222" fmla="*/ 1411885 h 1505806"/>
                <a:gd name="connsiteX1223" fmla="*/ 706915 w 2017827"/>
                <a:gd name="connsiteY1223" fmla="*/ 1415686 h 1505806"/>
                <a:gd name="connsiteX1224" fmla="*/ 707554 w 2017827"/>
                <a:gd name="connsiteY1224" fmla="*/ 1418411 h 1505806"/>
                <a:gd name="connsiteX1225" fmla="*/ 709068 w 2017827"/>
                <a:gd name="connsiteY1225" fmla="*/ 1420261 h 1505806"/>
                <a:gd name="connsiteX1226" fmla="*/ 711256 w 2017827"/>
                <a:gd name="connsiteY1226" fmla="*/ 1421674 h 1505806"/>
                <a:gd name="connsiteX1227" fmla="*/ 713309 w 2017827"/>
                <a:gd name="connsiteY1227" fmla="*/ 1423524 h 1505806"/>
                <a:gd name="connsiteX1228" fmla="*/ 718525 w 2017827"/>
                <a:gd name="connsiteY1228" fmla="*/ 1425374 h 1505806"/>
                <a:gd name="connsiteX1229" fmla="*/ 722295 w 2017827"/>
                <a:gd name="connsiteY1229" fmla="*/ 1426787 h 1505806"/>
                <a:gd name="connsiteX1230" fmla="*/ 730439 w 2017827"/>
                <a:gd name="connsiteY1230" fmla="*/ 1427325 h 1505806"/>
                <a:gd name="connsiteX1231" fmla="*/ 734141 w 2017827"/>
                <a:gd name="connsiteY1231" fmla="*/ 1427426 h 1505806"/>
                <a:gd name="connsiteX1232" fmla="*/ 737069 w 2017827"/>
                <a:gd name="connsiteY1232" fmla="*/ 1427864 h 1505806"/>
                <a:gd name="connsiteX1233" fmla="*/ 741310 w 2017827"/>
                <a:gd name="connsiteY1233" fmla="*/ 1428637 h 1505806"/>
                <a:gd name="connsiteX1234" fmla="*/ 745011 w 2017827"/>
                <a:gd name="connsiteY1234" fmla="*/ 1431126 h 1505806"/>
                <a:gd name="connsiteX1235" fmla="*/ 746627 w 2017827"/>
                <a:gd name="connsiteY1235" fmla="*/ 1435466 h 1505806"/>
                <a:gd name="connsiteX1236" fmla="*/ 746627 w 2017827"/>
                <a:gd name="connsiteY1236" fmla="*/ 1438191 h 1505806"/>
                <a:gd name="connsiteX1237" fmla="*/ 753627 w 2017827"/>
                <a:gd name="connsiteY1237" fmla="*/ 1440142 h 1505806"/>
                <a:gd name="connsiteX1238" fmla="*/ 759113 w 2017827"/>
                <a:gd name="connsiteY1238" fmla="*/ 1440781 h 1505806"/>
                <a:gd name="connsiteX1239" fmla="*/ 768772 w 2017827"/>
                <a:gd name="connsiteY1239" fmla="*/ 1441319 h 1505806"/>
                <a:gd name="connsiteX1240" fmla="*/ 779205 w 2017827"/>
                <a:gd name="connsiteY1240" fmla="*/ 1441757 h 1505806"/>
                <a:gd name="connsiteX1241" fmla="*/ 783546 w 2017827"/>
                <a:gd name="connsiteY1241" fmla="*/ 1441521 h 1505806"/>
                <a:gd name="connsiteX1242" fmla="*/ 788224 w 2017827"/>
                <a:gd name="connsiteY1242" fmla="*/ 1441622 h 1505806"/>
                <a:gd name="connsiteX1243" fmla="*/ 793003 w 2017827"/>
                <a:gd name="connsiteY1243" fmla="*/ 1443035 h 1505806"/>
                <a:gd name="connsiteX1244" fmla="*/ 795931 w 2017827"/>
                <a:gd name="connsiteY1244" fmla="*/ 1444784 h 1505806"/>
                <a:gd name="connsiteX1245" fmla="*/ 798118 w 2017827"/>
                <a:gd name="connsiteY1245" fmla="*/ 1446533 h 1505806"/>
                <a:gd name="connsiteX1246" fmla="*/ 802460 w 2017827"/>
                <a:gd name="connsiteY1246" fmla="*/ 1448720 h 1505806"/>
                <a:gd name="connsiteX1247" fmla="*/ 805926 w 2017827"/>
                <a:gd name="connsiteY1247" fmla="*/ 1449494 h 1505806"/>
                <a:gd name="connsiteX1248" fmla="*/ 809965 w 2017827"/>
                <a:gd name="connsiteY1248" fmla="*/ 1449393 h 1505806"/>
                <a:gd name="connsiteX1249" fmla="*/ 813330 w 2017827"/>
                <a:gd name="connsiteY1249" fmla="*/ 1448955 h 1505806"/>
                <a:gd name="connsiteX1250" fmla="*/ 817907 w 2017827"/>
                <a:gd name="connsiteY1250" fmla="*/ 1448182 h 1505806"/>
                <a:gd name="connsiteX1251" fmla="*/ 821710 w 2017827"/>
                <a:gd name="connsiteY1251" fmla="*/ 1447744 h 1505806"/>
                <a:gd name="connsiteX1252" fmla="*/ 827129 w 2017827"/>
                <a:gd name="connsiteY1252" fmla="*/ 1446769 h 1505806"/>
                <a:gd name="connsiteX1253" fmla="*/ 832345 w 2017827"/>
                <a:gd name="connsiteY1253" fmla="*/ 1446769 h 1505806"/>
                <a:gd name="connsiteX1254" fmla="*/ 838100 w 2017827"/>
                <a:gd name="connsiteY1254" fmla="*/ 1447744 h 1505806"/>
                <a:gd name="connsiteX1255" fmla="*/ 841802 w 2017827"/>
                <a:gd name="connsiteY1255" fmla="*/ 1447408 h 1505806"/>
                <a:gd name="connsiteX1256" fmla="*/ 841802 w 2017827"/>
                <a:gd name="connsiteY1256" fmla="*/ 1445659 h 1505806"/>
                <a:gd name="connsiteX1257" fmla="*/ 839749 w 2017827"/>
                <a:gd name="connsiteY1257" fmla="*/ 1442631 h 1505806"/>
                <a:gd name="connsiteX1258" fmla="*/ 837562 w 2017827"/>
                <a:gd name="connsiteY1258" fmla="*/ 1440445 h 1505806"/>
                <a:gd name="connsiteX1259" fmla="*/ 839749 w 2017827"/>
                <a:gd name="connsiteY1259" fmla="*/ 1437518 h 1505806"/>
                <a:gd name="connsiteX1260" fmla="*/ 845067 w 2017827"/>
                <a:gd name="connsiteY1260" fmla="*/ 1437182 h 1505806"/>
                <a:gd name="connsiteX1261" fmla="*/ 852033 w 2017827"/>
                <a:gd name="connsiteY1261" fmla="*/ 1438157 h 1505806"/>
                <a:gd name="connsiteX1262" fmla="*/ 860952 w 2017827"/>
                <a:gd name="connsiteY1262" fmla="*/ 1439267 h 1505806"/>
                <a:gd name="connsiteX1263" fmla="*/ 870846 w 2017827"/>
                <a:gd name="connsiteY1263" fmla="*/ 1436542 h 1505806"/>
                <a:gd name="connsiteX1264" fmla="*/ 878788 w 2017827"/>
                <a:gd name="connsiteY1264" fmla="*/ 1436004 h 1505806"/>
                <a:gd name="connsiteX1265" fmla="*/ 886832 w 2017827"/>
                <a:gd name="connsiteY1265" fmla="*/ 1431866 h 1505806"/>
                <a:gd name="connsiteX1266" fmla="*/ 890433 w 2017827"/>
                <a:gd name="connsiteY1266" fmla="*/ 1431665 h 1505806"/>
                <a:gd name="connsiteX1267" fmla="*/ 897063 w 2017827"/>
                <a:gd name="connsiteY1267" fmla="*/ 1432001 h 1505806"/>
                <a:gd name="connsiteX1268" fmla="*/ 897938 w 2017827"/>
                <a:gd name="connsiteY1268" fmla="*/ 1432203 h 1505806"/>
                <a:gd name="connsiteX1269" fmla="*/ 902515 w 2017827"/>
                <a:gd name="connsiteY1269" fmla="*/ 1433279 h 1505806"/>
                <a:gd name="connsiteX1270" fmla="*/ 905880 w 2017827"/>
                <a:gd name="connsiteY1270" fmla="*/ 1432842 h 1505806"/>
                <a:gd name="connsiteX1271" fmla="*/ 907294 w 2017827"/>
                <a:gd name="connsiteY1271" fmla="*/ 1430218 h 1505806"/>
                <a:gd name="connsiteX1272" fmla="*/ 908068 w 2017827"/>
                <a:gd name="connsiteY1272" fmla="*/ 1426753 h 1505806"/>
                <a:gd name="connsiteX1273" fmla="*/ 909481 w 2017827"/>
                <a:gd name="connsiteY1273" fmla="*/ 1424163 h 1505806"/>
                <a:gd name="connsiteX1274" fmla="*/ 911433 w 2017827"/>
                <a:gd name="connsiteY1274" fmla="*/ 1422851 h 1505806"/>
                <a:gd name="connsiteX1275" fmla="*/ 916313 w 2017827"/>
                <a:gd name="connsiteY1275" fmla="*/ 1425677 h 1505806"/>
                <a:gd name="connsiteX1276" fmla="*/ 918063 w 2017827"/>
                <a:gd name="connsiteY1276" fmla="*/ 1428402 h 1505806"/>
                <a:gd name="connsiteX1277" fmla="*/ 920352 w 2017827"/>
                <a:gd name="connsiteY1277" fmla="*/ 1431866 h 1505806"/>
                <a:gd name="connsiteX1278" fmla="*/ 922539 w 2017827"/>
                <a:gd name="connsiteY1278" fmla="*/ 1434692 h 1505806"/>
                <a:gd name="connsiteX1279" fmla="*/ 925366 w 2017827"/>
                <a:gd name="connsiteY1279" fmla="*/ 1436879 h 1505806"/>
                <a:gd name="connsiteX1280" fmla="*/ 929405 w 2017827"/>
                <a:gd name="connsiteY1280" fmla="*/ 1440680 h 1505806"/>
                <a:gd name="connsiteX1281" fmla="*/ 931895 w 2017827"/>
                <a:gd name="connsiteY1281" fmla="*/ 1441555 h 1505806"/>
                <a:gd name="connsiteX1282" fmla="*/ 936775 w 2017827"/>
                <a:gd name="connsiteY1282" fmla="*/ 1441555 h 1505806"/>
                <a:gd name="connsiteX1283" fmla="*/ 941016 w 2017827"/>
                <a:gd name="connsiteY1283" fmla="*/ 1442059 h 1505806"/>
                <a:gd name="connsiteX1284" fmla="*/ 942227 w 2017827"/>
                <a:gd name="connsiteY1284" fmla="*/ 1443977 h 1505806"/>
                <a:gd name="connsiteX1285" fmla="*/ 939299 w 2017827"/>
                <a:gd name="connsiteY1285" fmla="*/ 1447004 h 1505806"/>
                <a:gd name="connsiteX1286" fmla="*/ 935833 w 2017827"/>
                <a:gd name="connsiteY1286" fmla="*/ 1448955 h 1505806"/>
                <a:gd name="connsiteX1287" fmla="*/ 934857 w 2017827"/>
                <a:gd name="connsiteY1287" fmla="*/ 1450133 h 1505806"/>
                <a:gd name="connsiteX1288" fmla="*/ 937583 w 2017827"/>
                <a:gd name="connsiteY1288" fmla="*/ 1451781 h 1505806"/>
                <a:gd name="connsiteX1289" fmla="*/ 940511 w 2017827"/>
                <a:gd name="connsiteY1289" fmla="*/ 1452219 h 1505806"/>
                <a:gd name="connsiteX1290" fmla="*/ 944112 w 2017827"/>
                <a:gd name="connsiteY1290" fmla="*/ 1452319 h 1505806"/>
                <a:gd name="connsiteX1291" fmla="*/ 945626 w 2017827"/>
                <a:gd name="connsiteY1291" fmla="*/ 1451108 h 1505806"/>
                <a:gd name="connsiteX1292" fmla="*/ 947814 w 2017827"/>
                <a:gd name="connsiteY1292" fmla="*/ 1448384 h 1505806"/>
                <a:gd name="connsiteX1293" fmla="*/ 948891 w 2017827"/>
                <a:gd name="connsiteY1293" fmla="*/ 1445659 h 1505806"/>
                <a:gd name="connsiteX1294" fmla="*/ 958449 w 2017827"/>
                <a:gd name="connsiteY1294" fmla="*/ 1442631 h 1505806"/>
                <a:gd name="connsiteX1295" fmla="*/ 964103 w 2017827"/>
                <a:gd name="connsiteY1295" fmla="*/ 1442093 h 1505806"/>
                <a:gd name="connsiteX1296" fmla="*/ 970497 w 2017827"/>
                <a:gd name="connsiteY1296" fmla="*/ 1441656 h 1505806"/>
                <a:gd name="connsiteX1297" fmla="*/ 977228 w 2017827"/>
                <a:gd name="connsiteY1297" fmla="*/ 1441555 h 1505806"/>
                <a:gd name="connsiteX1298" fmla="*/ 982646 w 2017827"/>
                <a:gd name="connsiteY1298" fmla="*/ 1441555 h 1505806"/>
                <a:gd name="connsiteX1299" fmla="*/ 985238 w 2017827"/>
                <a:gd name="connsiteY1299" fmla="*/ 1441218 h 1505806"/>
                <a:gd name="connsiteX1300" fmla="*/ 988502 w 2017827"/>
                <a:gd name="connsiteY1300" fmla="*/ 1439705 h 1505806"/>
                <a:gd name="connsiteX1301" fmla="*/ 992103 w 2017827"/>
                <a:gd name="connsiteY1301" fmla="*/ 1437518 h 1505806"/>
                <a:gd name="connsiteX1302" fmla="*/ 995368 w 2017827"/>
                <a:gd name="connsiteY1302" fmla="*/ 1433380 h 1505806"/>
                <a:gd name="connsiteX1303" fmla="*/ 997219 w 2017827"/>
                <a:gd name="connsiteY1303" fmla="*/ 1431093 h 1505806"/>
                <a:gd name="connsiteX1304" fmla="*/ 999272 w 2017827"/>
                <a:gd name="connsiteY1304" fmla="*/ 1427393 h 1505806"/>
                <a:gd name="connsiteX1305" fmla="*/ 1001123 w 2017827"/>
                <a:gd name="connsiteY1305" fmla="*/ 1423928 h 1505806"/>
                <a:gd name="connsiteX1306" fmla="*/ 1004387 w 2017827"/>
                <a:gd name="connsiteY1306" fmla="*/ 1421102 h 1505806"/>
                <a:gd name="connsiteX1307" fmla="*/ 1007113 w 2017827"/>
                <a:gd name="connsiteY1307" fmla="*/ 1415551 h 1505806"/>
                <a:gd name="connsiteX1308" fmla="*/ 1009503 w 2017827"/>
                <a:gd name="connsiteY1308" fmla="*/ 1411414 h 1505806"/>
                <a:gd name="connsiteX1309" fmla="*/ 1013979 w 2017827"/>
                <a:gd name="connsiteY1309" fmla="*/ 1409664 h 1505806"/>
                <a:gd name="connsiteX1310" fmla="*/ 1018859 w 2017827"/>
                <a:gd name="connsiteY1310" fmla="*/ 1410203 h 1505806"/>
                <a:gd name="connsiteX1311" fmla="*/ 1025489 w 2017827"/>
                <a:gd name="connsiteY1311" fmla="*/ 1410203 h 1505806"/>
                <a:gd name="connsiteX1312" fmla="*/ 1029729 w 2017827"/>
                <a:gd name="connsiteY1312" fmla="*/ 1409126 h 1505806"/>
                <a:gd name="connsiteX1313" fmla="*/ 1033970 w 2017827"/>
                <a:gd name="connsiteY1313" fmla="*/ 1406738 h 1505806"/>
                <a:gd name="connsiteX1314" fmla="*/ 1038412 w 2017827"/>
                <a:gd name="connsiteY1314" fmla="*/ 1404450 h 1505806"/>
                <a:gd name="connsiteX1315" fmla="*/ 1043090 w 2017827"/>
                <a:gd name="connsiteY1315" fmla="*/ 1403239 h 1505806"/>
                <a:gd name="connsiteX1316" fmla="*/ 1045917 w 2017827"/>
                <a:gd name="connsiteY1316" fmla="*/ 1404988 h 1505806"/>
                <a:gd name="connsiteX1317" fmla="*/ 1048643 w 2017827"/>
                <a:gd name="connsiteY1317" fmla="*/ 1409328 h 1505806"/>
                <a:gd name="connsiteX1318" fmla="*/ 1052211 w 2017827"/>
                <a:gd name="connsiteY1318" fmla="*/ 1408689 h 1505806"/>
                <a:gd name="connsiteX1319" fmla="*/ 1056922 w 2017827"/>
                <a:gd name="connsiteY1319" fmla="*/ 1405930 h 1505806"/>
                <a:gd name="connsiteX1320" fmla="*/ 1062004 w 2017827"/>
                <a:gd name="connsiteY1320" fmla="*/ 1403912 h 1505806"/>
                <a:gd name="connsiteX1321" fmla="*/ 1070115 w 2017827"/>
                <a:gd name="connsiteY1321" fmla="*/ 1403273 h 1505806"/>
                <a:gd name="connsiteX1322" fmla="*/ 1073447 w 2017827"/>
                <a:gd name="connsiteY1322" fmla="*/ 1407175 h 1505806"/>
                <a:gd name="connsiteX1323" fmla="*/ 1079403 w 2017827"/>
                <a:gd name="connsiteY1323" fmla="*/ 1408487 h 1505806"/>
                <a:gd name="connsiteX1324" fmla="*/ 1084990 w 2017827"/>
                <a:gd name="connsiteY1324" fmla="*/ 1409564 h 1505806"/>
                <a:gd name="connsiteX1325" fmla="*/ 1093606 w 2017827"/>
                <a:gd name="connsiteY1325" fmla="*/ 1407915 h 1505806"/>
                <a:gd name="connsiteX1326" fmla="*/ 1100067 w 2017827"/>
                <a:gd name="connsiteY1326" fmla="*/ 1406906 h 1505806"/>
                <a:gd name="connsiteX1327" fmla="*/ 1103971 w 2017827"/>
                <a:gd name="connsiteY1327" fmla="*/ 1406771 h 1505806"/>
                <a:gd name="connsiteX1328" fmla="*/ 1108986 w 2017827"/>
                <a:gd name="connsiteY1328" fmla="*/ 1405459 h 1505806"/>
                <a:gd name="connsiteX1329" fmla="*/ 1114842 w 2017827"/>
                <a:gd name="connsiteY1329" fmla="*/ 1403441 h 1505806"/>
                <a:gd name="connsiteX1330" fmla="*/ 1117029 w 2017827"/>
                <a:gd name="connsiteY1330" fmla="*/ 1402735 h 1505806"/>
                <a:gd name="connsiteX1331" fmla="*/ 1119789 w 2017827"/>
                <a:gd name="connsiteY1331" fmla="*/ 1398092 h 1505806"/>
                <a:gd name="connsiteX1332" fmla="*/ 1123928 w 2017827"/>
                <a:gd name="connsiteY1332" fmla="*/ 1398092 h 1505806"/>
                <a:gd name="connsiteX1333" fmla="*/ 1127630 w 2017827"/>
                <a:gd name="connsiteY1333" fmla="*/ 1398967 h 1505806"/>
                <a:gd name="connsiteX1334" fmla="*/ 1127630 w 2017827"/>
                <a:gd name="connsiteY1334" fmla="*/ 1401086 h 1505806"/>
                <a:gd name="connsiteX1335" fmla="*/ 1127227 w 2017827"/>
                <a:gd name="connsiteY1335" fmla="*/ 1402735 h 1505806"/>
                <a:gd name="connsiteX1336" fmla="*/ 1132275 w 2017827"/>
                <a:gd name="connsiteY1336" fmla="*/ 1407209 h 1505806"/>
                <a:gd name="connsiteX1337" fmla="*/ 1136246 w 2017827"/>
                <a:gd name="connsiteY1337" fmla="*/ 1405829 h 1505806"/>
                <a:gd name="connsiteX1338" fmla="*/ 1146107 w 2017827"/>
                <a:gd name="connsiteY1338" fmla="*/ 1408723 h 1505806"/>
                <a:gd name="connsiteX1339" fmla="*/ 1155900 w 2017827"/>
                <a:gd name="connsiteY1339" fmla="*/ 1413634 h 1505806"/>
                <a:gd name="connsiteX1340" fmla="*/ 1160982 w 2017827"/>
                <a:gd name="connsiteY1340" fmla="*/ 1415148 h 1505806"/>
                <a:gd name="connsiteX1341" fmla="*/ 1165021 w 2017827"/>
                <a:gd name="connsiteY1341" fmla="*/ 1411952 h 1505806"/>
                <a:gd name="connsiteX1342" fmla="*/ 1178920 w 2017827"/>
                <a:gd name="connsiteY1342" fmla="*/ 1411952 h 1505806"/>
                <a:gd name="connsiteX1343" fmla="*/ 1194267 w 2017827"/>
                <a:gd name="connsiteY1343" fmla="*/ 1411952 h 1505806"/>
                <a:gd name="connsiteX1344" fmla="*/ 1203252 w 2017827"/>
                <a:gd name="connsiteY1344" fmla="*/ 1413701 h 1505806"/>
                <a:gd name="connsiteX1345" fmla="*/ 1213113 w 2017827"/>
                <a:gd name="connsiteY1345" fmla="*/ 1413701 h 1505806"/>
                <a:gd name="connsiteX1346" fmla="*/ 1217185 w 2017827"/>
                <a:gd name="connsiteY1346" fmla="*/ 1415451 h 1505806"/>
                <a:gd name="connsiteX1347" fmla="*/ 1222402 w 2017827"/>
                <a:gd name="connsiteY1347" fmla="*/ 1415451 h 1505806"/>
                <a:gd name="connsiteX1348" fmla="*/ 1230512 w 2017827"/>
                <a:gd name="connsiteY1348" fmla="*/ 1417031 h 1505806"/>
                <a:gd name="connsiteX1349" fmla="*/ 1232532 w 2017827"/>
                <a:gd name="connsiteY1349" fmla="*/ 1422683 h 1505806"/>
                <a:gd name="connsiteX1350" fmla="*/ 1230512 w 2017827"/>
                <a:gd name="connsiteY1350" fmla="*/ 1425879 h 1505806"/>
                <a:gd name="connsiteX1351" fmla="*/ 1237748 w 2017827"/>
                <a:gd name="connsiteY1351" fmla="*/ 1431665 h 1505806"/>
                <a:gd name="connsiteX1352" fmla="*/ 1243537 w 2017827"/>
                <a:gd name="connsiteY1352" fmla="*/ 1439772 h 1505806"/>
                <a:gd name="connsiteX1353" fmla="*/ 1248181 w 2017827"/>
                <a:gd name="connsiteY1353" fmla="*/ 1437148 h 1505806"/>
                <a:gd name="connsiteX1354" fmla="*/ 1252825 w 2017827"/>
                <a:gd name="connsiteY1354" fmla="*/ 1433952 h 1505806"/>
                <a:gd name="connsiteX1355" fmla="*/ 1258042 w 2017827"/>
                <a:gd name="connsiteY1355" fmla="*/ 1435701 h 1505806"/>
                <a:gd name="connsiteX1356" fmla="*/ 1261508 w 2017827"/>
                <a:gd name="connsiteY1356" fmla="*/ 1439166 h 1505806"/>
                <a:gd name="connsiteX1357" fmla="*/ 1269922 w 2017827"/>
                <a:gd name="connsiteY1357" fmla="*/ 1445558 h 1505806"/>
                <a:gd name="connsiteX1358" fmla="*/ 1273691 w 2017827"/>
                <a:gd name="connsiteY1358" fmla="*/ 1447576 h 1505806"/>
                <a:gd name="connsiteX1359" fmla="*/ 1276956 w 2017827"/>
                <a:gd name="connsiteY1359" fmla="*/ 1455414 h 1505806"/>
                <a:gd name="connsiteX1360" fmla="*/ 1283249 w 2017827"/>
                <a:gd name="connsiteY1360" fmla="*/ 1453665 h 1505806"/>
                <a:gd name="connsiteX1361" fmla="*/ 1287591 w 2017827"/>
                <a:gd name="connsiteY1361" fmla="*/ 1453665 h 1505806"/>
                <a:gd name="connsiteX1362" fmla="*/ 1293682 w 2017827"/>
                <a:gd name="connsiteY1362" fmla="*/ 1457870 h 1505806"/>
                <a:gd name="connsiteX1363" fmla="*/ 1298899 w 2017827"/>
                <a:gd name="connsiteY1363" fmla="*/ 1459182 h 1505806"/>
                <a:gd name="connsiteX1364" fmla="*/ 1305865 w 2017827"/>
                <a:gd name="connsiteY1364" fmla="*/ 1472806 h 1505806"/>
                <a:gd name="connsiteX1365" fmla="*/ 1310509 w 2017827"/>
                <a:gd name="connsiteY1365" fmla="*/ 1472806 h 1505806"/>
                <a:gd name="connsiteX1366" fmla="*/ 1315423 w 2017827"/>
                <a:gd name="connsiteY1366" fmla="*/ 1476674 h 1505806"/>
                <a:gd name="connsiteX1367" fmla="*/ 1315995 w 2017827"/>
                <a:gd name="connsiteY1367" fmla="*/ 1477347 h 1505806"/>
                <a:gd name="connsiteX1368" fmla="*/ 1312630 w 2017827"/>
                <a:gd name="connsiteY1368" fmla="*/ 1478760 h 1505806"/>
                <a:gd name="connsiteX1369" fmla="*/ 1316264 w 2017827"/>
                <a:gd name="connsiteY1369" fmla="*/ 1477246 h 1505806"/>
                <a:gd name="connsiteX1370" fmla="*/ 1318082 w 2017827"/>
                <a:gd name="connsiteY1370" fmla="*/ 1478054 h 1505806"/>
                <a:gd name="connsiteX1371" fmla="*/ 1321548 w 2017827"/>
                <a:gd name="connsiteY1371" fmla="*/ 1478054 h 1505806"/>
                <a:gd name="connsiteX1372" fmla="*/ 1327404 w 2017827"/>
                <a:gd name="connsiteY1372" fmla="*/ 1477515 h 1505806"/>
                <a:gd name="connsiteX1373" fmla="*/ 1331039 w 2017827"/>
                <a:gd name="connsiteY1373" fmla="*/ 1477179 h 1505806"/>
                <a:gd name="connsiteX1374" fmla="*/ 1334505 w 2017827"/>
                <a:gd name="connsiteY1374" fmla="*/ 1477314 h 1505806"/>
                <a:gd name="connsiteX1375" fmla="*/ 1337399 w 2017827"/>
                <a:gd name="connsiteY1375" fmla="*/ 1478996 h 1505806"/>
                <a:gd name="connsiteX1376" fmla="*/ 1338847 w 2017827"/>
                <a:gd name="connsiteY1376" fmla="*/ 1480879 h 1505806"/>
                <a:gd name="connsiteX1377" fmla="*/ 1343491 w 2017827"/>
                <a:gd name="connsiteY1377" fmla="*/ 1483705 h 1505806"/>
                <a:gd name="connsiteX1378" fmla="*/ 1348404 w 2017827"/>
                <a:gd name="connsiteY1378" fmla="*/ 1483503 h 1505806"/>
                <a:gd name="connsiteX1379" fmla="*/ 1349852 w 2017827"/>
                <a:gd name="connsiteY1379" fmla="*/ 1479433 h 1505806"/>
                <a:gd name="connsiteX1380" fmla="*/ 1352039 w 2017827"/>
                <a:gd name="connsiteY1380" fmla="*/ 1478256 h 1505806"/>
                <a:gd name="connsiteX1381" fmla="*/ 1355674 w 2017827"/>
                <a:gd name="connsiteY1381" fmla="*/ 1477549 h 1505806"/>
                <a:gd name="connsiteX1382" fmla="*/ 1355236 w 2017827"/>
                <a:gd name="connsiteY1382" fmla="*/ 1472402 h 1505806"/>
                <a:gd name="connsiteX1383" fmla="*/ 1357424 w 2017827"/>
                <a:gd name="connsiteY1383" fmla="*/ 1469274 h 1505806"/>
                <a:gd name="connsiteX1384" fmla="*/ 1359813 w 2017827"/>
                <a:gd name="connsiteY1384" fmla="*/ 1467625 h 1505806"/>
                <a:gd name="connsiteX1385" fmla="*/ 1364155 w 2017827"/>
                <a:gd name="connsiteY1385" fmla="*/ 1467625 h 1505806"/>
                <a:gd name="connsiteX1386" fmla="*/ 1367924 w 2017827"/>
                <a:gd name="connsiteY1386" fmla="*/ 1471090 h 1505806"/>
                <a:gd name="connsiteX1387" fmla="*/ 1372266 w 2017827"/>
                <a:gd name="connsiteY1387" fmla="*/ 1477179 h 1505806"/>
                <a:gd name="connsiteX1388" fmla="*/ 1376910 w 2017827"/>
                <a:gd name="connsiteY1388" fmla="*/ 1480072 h 1505806"/>
                <a:gd name="connsiteX1389" fmla="*/ 1382699 w 2017827"/>
                <a:gd name="connsiteY1389" fmla="*/ 1484714 h 1505806"/>
                <a:gd name="connsiteX1390" fmla="*/ 1391987 w 2017827"/>
                <a:gd name="connsiteY1390" fmla="*/ 1486464 h 1505806"/>
                <a:gd name="connsiteX1391" fmla="*/ 1404439 w 2017827"/>
                <a:gd name="connsiteY1391" fmla="*/ 1487338 h 1505806"/>
                <a:gd name="connsiteX1392" fmla="*/ 1409084 w 2017827"/>
                <a:gd name="connsiteY1392" fmla="*/ 1489929 h 1505806"/>
                <a:gd name="connsiteX1393" fmla="*/ 1417767 w 2017827"/>
                <a:gd name="connsiteY1393" fmla="*/ 1491375 h 1505806"/>
                <a:gd name="connsiteX1394" fmla="*/ 1420392 w 2017827"/>
                <a:gd name="connsiteY1394" fmla="*/ 1491947 h 1505806"/>
                <a:gd name="connsiteX1395" fmla="*/ 1421267 w 2017827"/>
                <a:gd name="connsiteY1395" fmla="*/ 1496858 h 1505806"/>
                <a:gd name="connsiteX1396" fmla="*/ 1426786 w 2017827"/>
                <a:gd name="connsiteY1396" fmla="*/ 1501770 h 1505806"/>
                <a:gd name="connsiteX1397" fmla="*/ 1432877 w 2017827"/>
                <a:gd name="connsiteY1397" fmla="*/ 1503216 h 1505806"/>
                <a:gd name="connsiteX1398" fmla="*/ 1436344 w 2017827"/>
                <a:gd name="connsiteY1398" fmla="*/ 1505807 h 1505806"/>
                <a:gd name="connsiteX1399" fmla="*/ 1439238 w 2017827"/>
                <a:gd name="connsiteY1399" fmla="*/ 1505807 h 1505806"/>
                <a:gd name="connsiteX1400" fmla="*/ 1443310 w 2017827"/>
                <a:gd name="connsiteY1400" fmla="*/ 1500592 h 1505806"/>
                <a:gd name="connsiteX1401" fmla="*/ 1447383 w 2017827"/>
                <a:gd name="connsiteY1401" fmla="*/ 1500592 h 1505806"/>
                <a:gd name="connsiteX1402" fmla="*/ 1449402 w 2017827"/>
                <a:gd name="connsiteY1402" fmla="*/ 1497262 h 1505806"/>
                <a:gd name="connsiteX1403" fmla="*/ 1452868 w 2017827"/>
                <a:gd name="connsiteY1403" fmla="*/ 1490736 h 1505806"/>
                <a:gd name="connsiteX1404" fmla="*/ 1453743 w 2017827"/>
                <a:gd name="connsiteY1404" fmla="*/ 1485825 h 1505806"/>
                <a:gd name="connsiteX1405" fmla="*/ 1453171 w 2017827"/>
                <a:gd name="connsiteY1405" fmla="*/ 1481182 h 1505806"/>
                <a:gd name="connsiteX1406" fmla="*/ 1451724 w 2017827"/>
                <a:gd name="connsiteY1406" fmla="*/ 1477112 h 1505806"/>
                <a:gd name="connsiteX1407" fmla="*/ 1452027 w 2017827"/>
                <a:gd name="connsiteY1407" fmla="*/ 1471595 h 1505806"/>
                <a:gd name="connsiteX1408" fmla="*/ 1451152 w 2017827"/>
                <a:gd name="connsiteY1408" fmla="*/ 1464934 h 1505806"/>
                <a:gd name="connsiteX1409" fmla="*/ 1451152 w 2017827"/>
                <a:gd name="connsiteY1409" fmla="*/ 1460797 h 1505806"/>
                <a:gd name="connsiteX1410" fmla="*/ 1450782 w 2017827"/>
                <a:gd name="connsiteY1410" fmla="*/ 1457433 h 1505806"/>
                <a:gd name="connsiteX1411" fmla="*/ 1448998 w 2017827"/>
                <a:gd name="connsiteY1411" fmla="*/ 1453968 h 1505806"/>
                <a:gd name="connsiteX1412" fmla="*/ 1444320 w 2017827"/>
                <a:gd name="connsiteY1412" fmla="*/ 1450267 h 1505806"/>
                <a:gd name="connsiteX1413" fmla="*/ 1441729 w 2017827"/>
                <a:gd name="connsiteY1413" fmla="*/ 1449191 h 1505806"/>
                <a:gd name="connsiteX1414" fmla="*/ 1438464 w 2017827"/>
                <a:gd name="connsiteY1414" fmla="*/ 1447879 h 1505806"/>
                <a:gd name="connsiteX1415" fmla="*/ 1434560 w 2017827"/>
                <a:gd name="connsiteY1415" fmla="*/ 1445827 h 1505806"/>
                <a:gd name="connsiteX1416" fmla="*/ 1429344 w 2017827"/>
                <a:gd name="connsiteY1416" fmla="*/ 1444750 h 1505806"/>
                <a:gd name="connsiteX1417" fmla="*/ 1428570 w 2017827"/>
                <a:gd name="connsiteY1417" fmla="*/ 1440613 h 1505806"/>
                <a:gd name="connsiteX1418" fmla="*/ 1428570 w 2017827"/>
                <a:gd name="connsiteY1418" fmla="*/ 1437148 h 1505806"/>
                <a:gd name="connsiteX1419" fmla="*/ 1429175 w 2017827"/>
                <a:gd name="connsiteY1419" fmla="*/ 1433448 h 1505806"/>
                <a:gd name="connsiteX1420" fmla="*/ 1429882 w 2017827"/>
                <a:gd name="connsiteY1420" fmla="*/ 1430958 h 1505806"/>
                <a:gd name="connsiteX1421" fmla="*/ 1430522 w 2017827"/>
                <a:gd name="connsiteY1421" fmla="*/ 1429983 h 1505806"/>
                <a:gd name="connsiteX1422" fmla="*/ 1432137 w 2017827"/>
                <a:gd name="connsiteY1422" fmla="*/ 1426821 h 1505806"/>
                <a:gd name="connsiteX1423" fmla="*/ 1432238 w 2017827"/>
                <a:gd name="connsiteY1423" fmla="*/ 1425206 h 1505806"/>
                <a:gd name="connsiteX1424" fmla="*/ 1428873 w 2017827"/>
                <a:gd name="connsiteY1424" fmla="*/ 1422380 h 1505806"/>
                <a:gd name="connsiteX1425" fmla="*/ 1428772 w 2017827"/>
                <a:gd name="connsiteY1425" fmla="*/ 1419353 h 1505806"/>
                <a:gd name="connsiteX1426" fmla="*/ 1428233 w 2017827"/>
                <a:gd name="connsiteY1426" fmla="*/ 1417603 h 1505806"/>
                <a:gd name="connsiteX1427" fmla="*/ 1429748 w 2017827"/>
                <a:gd name="connsiteY1427" fmla="*/ 1415417 h 1505806"/>
                <a:gd name="connsiteX1428" fmla="*/ 1433786 w 2017827"/>
                <a:gd name="connsiteY1428" fmla="*/ 1413802 h 1505806"/>
                <a:gd name="connsiteX1429" fmla="*/ 1435536 w 2017827"/>
                <a:gd name="connsiteY1429" fmla="*/ 1412389 h 1505806"/>
                <a:gd name="connsiteX1430" fmla="*/ 1440753 w 2017827"/>
                <a:gd name="connsiteY1430" fmla="*/ 1409799 h 1505806"/>
                <a:gd name="connsiteX1431" fmla="*/ 1443916 w 2017827"/>
                <a:gd name="connsiteY1431" fmla="*/ 1407949 h 1505806"/>
                <a:gd name="connsiteX1432" fmla="*/ 1445969 w 2017827"/>
                <a:gd name="connsiteY1432" fmla="*/ 1406704 h 1505806"/>
                <a:gd name="connsiteX1433" fmla="*/ 1450311 w 2017827"/>
                <a:gd name="connsiteY1433" fmla="*/ 1406637 h 1505806"/>
                <a:gd name="connsiteX1434" fmla="*/ 1458893 w 2017827"/>
                <a:gd name="connsiteY1434" fmla="*/ 1406637 h 1505806"/>
                <a:gd name="connsiteX1435" fmla="*/ 1463133 w 2017827"/>
                <a:gd name="connsiteY1435" fmla="*/ 1405661 h 1505806"/>
                <a:gd name="connsiteX1436" fmla="*/ 1467138 w 2017827"/>
                <a:gd name="connsiteY1436" fmla="*/ 1403710 h 1505806"/>
                <a:gd name="connsiteX1437" fmla="*/ 1468989 w 2017827"/>
                <a:gd name="connsiteY1437" fmla="*/ 1401221 h 1505806"/>
                <a:gd name="connsiteX1438" fmla="*/ 1471479 w 2017827"/>
                <a:gd name="connsiteY1438" fmla="*/ 1399808 h 1505806"/>
                <a:gd name="connsiteX1439" fmla="*/ 1472893 w 2017827"/>
                <a:gd name="connsiteY1439" fmla="*/ 1398059 h 1505806"/>
                <a:gd name="connsiteX1440" fmla="*/ 1476359 w 2017827"/>
                <a:gd name="connsiteY1440" fmla="*/ 1398059 h 1505806"/>
                <a:gd name="connsiteX1441" fmla="*/ 1479826 w 2017827"/>
                <a:gd name="connsiteY1441" fmla="*/ 1399808 h 1505806"/>
                <a:gd name="connsiteX1442" fmla="*/ 1483292 w 2017827"/>
                <a:gd name="connsiteY1442" fmla="*/ 1399808 h 1505806"/>
                <a:gd name="connsiteX1443" fmla="*/ 1485042 w 2017827"/>
                <a:gd name="connsiteY1443" fmla="*/ 1399808 h 1505806"/>
                <a:gd name="connsiteX1444" fmla="*/ 1486792 w 2017827"/>
                <a:gd name="connsiteY1444" fmla="*/ 1398362 h 1505806"/>
                <a:gd name="connsiteX1445" fmla="*/ 1488105 w 2017827"/>
                <a:gd name="connsiteY1445" fmla="*/ 1396780 h 1505806"/>
                <a:gd name="connsiteX1446" fmla="*/ 1489989 w 2017827"/>
                <a:gd name="connsiteY1446" fmla="*/ 1392004 h 1505806"/>
                <a:gd name="connsiteX1447" fmla="*/ 1491134 w 2017827"/>
                <a:gd name="connsiteY1447" fmla="*/ 1388539 h 1505806"/>
                <a:gd name="connsiteX1448" fmla="*/ 1491134 w 2017827"/>
                <a:gd name="connsiteY1448" fmla="*/ 1384906 h 1505806"/>
                <a:gd name="connsiteX1449" fmla="*/ 1486119 w 2017827"/>
                <a:gd name="connsiteY1449" fmla="*/ 1378548 h 1505806"/>
                <a:gd name="connsiteX1450" fmla="*/ 1481273 w 2017827"/>
                <a:gd name="connsiteY1450" fmla="*/ 1372324 h 1505806"/>
                <a:gd name="connsiteX1451" fmla="*/ 1479691 w 2017827"/>
                <a:gd name="connsiteY1451" fmla="*/ 1365933 h 1505806"/>
                <a:gd name="connsiteX1452" fmla="*/ 1477234 w 2017827"/>
                <a:gd name="connsiteY1452" fmla="*/ 1355202 h 1505806"/>
                <a:gd name="connsiteX1453" fmla="*/ 1477537 w 2017827"/>
                <a:gd name="connsiteY1453" fmla="*/ 1350694 h 1505806"/>
                <a:gd name="connsiteX1454" fmla="*/ 1474205 w 2017827"/>
                <a:gd name="connsiteY1454" fmla="*/ 1349954 h 1505806"/>
                <a:gd name="connsiteX1455" fmla="*/ 1470739 w 2017827"/>
                <a:gd name="connsiteY1455" fmla="*/ 1347498 h 1505806"/>
                <a:gd name="connsiteX1456" fmla="*/ 1463772 w 2017827"/>
                <a:gd name="connsiteY1456" fmla="*/ 1342284 h 1505806"/>
                <a:gd name="connsiteX1457" fmla="*/ 1457816 w 2017827"/>
                <a:gd name="connsiteY1457" fmla="*/ 1340098 h 1505806"/>
                <a:gd name="connsiteX1458" fmla="*/ 1458085 w 2017827"/>
                <a:gd name="connsiteY1458" fmla="*/ 1334614 h 1505806"/>
                <a:gd name="connsiteX1459" fmla="*/ 1458085 w 2017827"/>
                <a:gd name="connsiteY1459" fmla="*/ 1329097 h 1505806"/>
                <a:gd name="connsiteX1460" fmla="*/ 1457580 w 2017827"/>
                <a:gd name="connsiteY1460" fmla="*/ 1323883 h 1505806"/>
                <a:gd name="connsiteX1461" fmla="*/ 1453171 w 2017827"/>
                <a:gd name="connsiteY1461" fmla="*/ 1324758 h 1505806"/>
                <a:gd name="connsiteX1462" fmla="*/ 1444185 w 2017827"/>
                <a:gd name="connsiteY1462" fmla="*/ 1318400 h 1505806"/>
                <a:gd name="connsiteX1463" fmla="*/ 1439541 w 2017827"/>
                <a:gd name="connsiteY1463" fmla="*/ 1312311 h 1505806"/>
                <a:gd name="connsiteX1464" fmla="*/ 1431430 w 2017827"/>
                <a:gd name="connsiteY1464" fmla="*/ 1307669 h 1505806"/>
                <a:gd name="connsiteX1465" fmla="*/ 1422747 w 2017827"/>
                <a:gd name="connsiteY1465" fmla="*/ 1300134 h 1505806"/>
                <a:gd name="connsiteX1466" fmla="*/ 1423892 w 2017827"/>
                <a:gd name="connsiteY1466" fmla="*/ 1294348 h 1505806"/>
                <a:gd name="connsiteX1467" fmla="*/ 1424767 w 2017827"/>
                <a:gd name="connsiteY1467" fmla="*/ 1286812 h 1505806"/>
                <a:gd name="connsiteX1468" fmla="*/ 1430555 w 2017827"/>
                <a:gd name="connsiteY1468" fmla="*/ 1283919 h 1505806"/>
                <a:gd name="connsiteX1469" fmla="*/ 1432575 w 2017827"/>
                <a:gd name="connsiteY1469" fmla="*/ 1275812 h 1505806"/>
                <a:gd name="connsiteX1470" fmla="*/ 1430252 w 2017827"/>
                <a:gd name="connsiteY1470" fmla="*/ 1271742 h 1505806"/>
                <a:gd name="connsiteX1471" fmla="*/ 1425608 w 2017827"/>
                <a:gd name="connsiteY1471" fmla="*/ 1262188 h 1505806"/>
                <a:gd name="connsiteX1472" fmla="*/ 1418642 w 2017827"/>
                <a:gd name="connsiteY1472" fmla="*/ 1249439 h 1505806"/>
                <a:gd name="connsiteX1473" fmla="*/ 1412853 w 2017827"/>
                <a:gd name="connsiteY1473" fmla="*/ 1237261 h 1505806"/>
                <a:gd name="connsiteX1474" fmla="*/ 1412853 w 2017827"/>
                <a:gd name="connsiteY1474" fmla="*/ 1229154 h 1505806"/>
                <a:gd name="connsiteX1475" fmla="*/ 1417194 w 2017827"/>
                <a:gd name="connsiteY1475" fmla="*/ 1225958 h 1505806"/>
                <a:gd name="connsiteX1476" fmla="*/ 1427930 w 2017827"/>
                <a:gd name="connsiteY1476" fmla="*/ 1225958 h 1505806"/>
                <a:gd name="connsiteX1477" fmla="*/ 1432002 w 2017827"/>
                <a:gd name="connsiteY1477" fmla="*/ 1223503 h 1505806"/>
                <a:gd name="connsiteX1478" fmla="*/ 1436344 w 2017827"/>
                <a:gd name="connsiteY1478" fmla="*/ 1219600 h 1505806"/>
                <a:gd name="connsiteX1479" fmla="*/ 1445330 w 2017827"/>
                <a:gd name="connsiteY1479" fmla="*/ 1213814 h 1505806"/>
                <a:gd name="connsiteX1480" fmla="*/ 1450243 w 2017827"/>
                <a:gd name="connsiteY1480" fmla="*/ 1207154 h 1505806"/>
                <a:gd name="connsiteX1481" fmla="*/ 1454585 w 2017827"/>
                <a:gd name="connsiteY1481" fmla="*/ 1204833 h 1505806"/>
                <a:gd name="connsiteX1482" fmla="*/ 1463873 w 2017827"/>
                <a:gd name="connsiteY1482" fmla="*/ 1203958 h 1505806"/>
                <a:gd name="connsiteX1483" fmla="*/ 1471715 w 2017827"/>
                <a:gd name="connsiteY1483" fmla="*/ 1208600 h 1505806"/>
                <a:gd name="connsiteX1484" fmla="*/ 1483292 w 2017827"/>
                <a:gd name="connsiteY1484" fmla="*/ 1212065 h 1505806"/>
                <a:gd name="connsiteX1485" fmla="*/ 1499817 w 2017827"/>
                <a:gd name="connsiteY1485" fmla="*/ 1212065 h 1505806"/>
                <a:gd name="connsiteX1486" fmla="*/ 1515466 w 2017827"/>
                <a:gd name="connsiteY1486" fmla="*/ 1209609 h 1505806"/>
                <a:gd name="connsiteX1487" fmla="*/ 1530240 w 2017827"/>
                <a:gd name="connsiteY1487" fmla="*/ 1206582 h 1505806"/>
                <a:gd name="connsiteX1488" fmla="*/ 1548784 w 2017827"/>
                <a:gd name="connsiteY1488" fmla="*/ 1203117 h 1505806"/>
                <a:gd name="connsiteX1489" fmla="*/ 1558073 w 2017827"/>
                <a:gd name="connsiteY1489" fmla="*/ 1201671 h 1505806"/>
                <a:gd name="connsiteX1490" fmla="*/ 1565039 w 2017827"/>
                <a:gd name="connsiteY1490" fmla="*/ 1201671 h 1505806"/>
                <a:gd name="connsiteX1491" fmla="*/ 1574025 w 2017827"/>
                <a:gd name="connsiteY1491" fmla="*/ 1201671 h 1505806"/>
                <a:gd name="connsiteX1492" fmla="*/ 1579241 w 2017827"/>
                <a:gd name="connsiteY1492" fmla="*/ 1198912 h 1505806"/>
                <a:gd name="connsiteX1493" fmla="*/ 1582708 w 2017827"/>
                <a:gd name="connsiteY1493" fmla="*/ 1194404 h 1505806"/>
                <a:gd name="connsiteX1494" fmla="*/ 1592838 w 2017827"/>
                <a:gd name="connsiteY1494" fmla="*/ 1194404 h 1505806"/>
                <a:gd name="connsiteX1495" fmla="*/ 1600646 w 2017827"/>
                <a:gd name="connsiteY1495" fmla="*/ 1192386 h 1505806"/>
                <a:gd name="connsiteX1496" fmla="*/ 1607881 w 2017827"/>
                <a:gd name="connsiteY1496" fmla="*/ 1189762 h 1505806"/>
                <a:gd name="connsiteX1497" fmla="*/ 1611651 w 2017827"/>
                <a:gd name="connsiteY1497" fmla="*/ 1194404 h 1505806"/>
                <a:gd name="connsiteX1498" fmla="*/ 1617742 w 2017827"/>
                <a:gd name="connsiteY1498" fmla="*/ 1192958 h 1505806"/>
                <a:gd name="connsiteX1499" fmla="*/ 1626156 w 2017827"/>
                <a:gd name="connsiteY1499" fmla="*/ 1185994 h 1505806"/>
                <a:gd name="connsiteX1500" fmla="*/ 1637464 w 2017827"/>
                <a:gd name="connsiteY1500" fmla="*/ 1181352 h 1505806"/>
                <a:gd name="connsiteX1501" fmla="*/ 1641536 w 2017827"/>
                <a:gd name="connsiteY1501" fmla="*/ 1185994 h 1505806"/>
                <a:gd name="connsiteX1502" fmla="*/ 1649377 w 2017827"/>
                <a:gd name="connsiteY1502" fmla="*/ 1185994 h 1505806"/>
                <a:gd name="connsiteX1503" fmla="*/ 1652575 w 2017827"/>
                <a:gd name="connsiteY1503" fmla="*/ 1184413 h 1505806"/>
                <a:gd name="connsiteX1504" fmla="*/ 1670243 w 2017827"/>
                <a:gd name="connsiteY1504" fmla="*/ 1181655 h 1505806"/>
                <a:gd name="connsiteX1505" fmla="*/ 1670243 w 2017827"/>
                <a:gd name="connsiteY1505" fmla="*/ 1177147 h 1505806"/>
                <a:gd name="connsiteX1506" fmla="*/ 1673609 w 2017827"/>
                <a:gd name="connsiteY1506" fmla="*/ 1174422 h 1505806"/>
                <a:gd name="connsiteX1507" fmla="*/ 1673676 w 2017827"/>
                <a:gd name="connsiteY1507" fmla="*/ 1174422 h 1505806"/>
                <a:gd name="connsiteX1508" fmla="*/ 1673575 w 2017827"/>
                <a:gd name="connsiteY1508" fmla="*/ 1173514 h 150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Lst>
              <a:rect l="l" t="t" r="r" b="b"/>
              <a:pathLst>
                <a:path w="2017827" h="1505806">
                  <a:moveTo>
                    <a:pt x="1673575" y="1173514"/>
                  </a:moveTo>
                  <a:cubicBezTo>
                    <a:pt x="1673575" y="1173514"/>
                    <a:pt x="1674114" y="1170789"/>
                    <a:pt x="1674349" y="1170352"/>
                  </a:cubicBezTo>
                  <a:cubicBezTo>
                    <a:pt x="1674551" y="1169915"/>
                    <a:pt x="1674887" y="1168939"/>
                    <a:pt x="1674989" y="1168502"/>
                  </a:cubicBezTo>
                  <a:cubicBezTo>
                    <a:pt x="1675090" y="1168065"/>
                    <a:pt x="1675527" y="1167526"/>
                    <a:pt x="1675527" y="1166854"/>
                  </a:cubicBezTo>
                  <a:cubicBezTo>
                    <a:pt x="1675527" y="1166214"/>
                    <a:pt x="1676301" y="1163153"/>
                    <a:pt x="1676301" y="1162716"/>
                  </a:cubicBezTo>
                  <a:cubicBezTo>
                    <a:pt x="1676301" y="1162278"/>
                    <a:pt x="1676739" y="1159991"/>
                    <a:pt x="1676739" y="1159991"/>
                  </a:cubicBezTo>
                  <a:cubicBezTo>
                    <a:pt x="1676739" y="1159991"/>
                    <a:pt x="1676941" y="1157939"/>
                    <a:pt x="1676941" y="1157502"/>
                  </a:cubicBezTo>
                  <a:cubicBezTo>
                    <a:pt x="1676941" y="1157064"/>
                    <a:pt x="1677041" y="1155651"/>
                    <a:pt x="1677041" y="1155651"/>
                  </a:cubicBezTo>
                  <a:lnTo>
                    <a:pt x="1677041" y="1153902"/>
                  </a:lnTo>
                  <a:cubicBezTo>
                    <a:pt x="1677041" y="1153902"/>
                    <a:pt x="1676772" y="1151615"/>
                    <a:pt x="1676671" y="1150875"/>
                  </a:cubicBezTo>
                  <a:cubicBezTo>
                    <a:pt x="1676570" y="1150101"/>
                    <a:pt x="1676402" y="1149125"/>
                    <a:pt x="1676402" y="1149125"/>
                  </a:cubicBezTo>
                  <a:lnTo>
                    <a:pt x="1674551" y="1147914"/>
                  </a:lnTo>
                  <a:lnTo>
                    <a:pt x="1673575" y="1146939"/>
                  </a:lnTo>
                  <a:lnTo>
                    <a:pt x="1669570" y="1144349"/>
                  </a:lnTo>
                  <a:lnTo>
                    <a:pt x="1668796" y="1143810"/>
                  </a:lnTo>
                  <a:lnTo>
                    <a:pt x="1668460" y="1140648"/>
                  </a:lnTo>
                  <a:lnTo>
                    <a:pt x="1667820" y="1136511"/>
                  </a:lnTo>
                  <a:lnTo>
                    <a:pt x="1666609" y="1133046"/>
                  </a:lnTo>
                  <a:lnTo>
                    <a:pt x="1666609" y="1129682"/>
                  </a:lnTo>
                  <a:lnTo>
                    <a:pt x="1670075" y="1126082"/>
                  </a:lnTo>
                  <a:lnTo>
                    <a:pt x="1670075" y="1119018"/>
                  </a:lnTo>
                  <a:lnTo>
                    <a:pt x="1670916" y="1110204"/>
                  </a:lnTo>
                  <a:lnTo>
                    <a:pt x="1671825" y="1106941"/>
                  </a:lnTo>
                  <a:lnTo>
                    <a:pt x="1671825" y="1104116"/>
                  </a:lnTo>
                  <a:cubicBezTo>
                    <a:pt x="1671825" y="1104116"/>
                    <a:pt x="1671623" y="1102501"/>
                    <a:pt x="1671287" y="1102030"/>
                  </a:cubicBezTo>
                  <a:cubicBezTo>
                    <a:pt x="1670950" y="1101593"/>
                    <a:pt x="1670647" y="1100819"/>
                    <a:pt x="1670950" y="1100079"/>
                  </a:cubicBezTo>
                  <a:cubicBezTo>
                    <a:pt x="1671287" y="1099305"/>
                    <a:pt x="1670950" y="1098229"/>
                    <a:pt x="1670950" y="1098229"/>
                  </a:cubicBezTo>
                  <a:lnTo>
                    <a:pt x="1672566" y="1095504"/>
                  </a:lnTo>
                  <a:lnTo>
                    <a:pt x="1675056" y="1091804"/>
                  </a:lnTo>
                  <a:cubicBezTo>
                    <a:pt x="1675056" y="1091804"/>
                    <a:pt x="1676368" y="1089314"/>
                    <a:pt x="1676907" y="1088641"/>
                  </a:cubicBezTo>
                  <a:cubicBezTo>
                    <a:pt x="1677445" y="1088002"/>
                    <a:pt x="1680373" y="1086589"/>
                    <a:pt x="1680373" y="1086589"/>
                  </a:cubicBezTo>
                  <a:cubicBezTo>
                    <a:pt x="1680373" y="1086589"/>
                    <a:pt x="1682998" y="1083663"/>
                    <a:pt x="1683974" y="1081712"/>
                  </a:cubicBezTo>
                  <a:cubicBezTo>
                    <a:pt x="1684950" y="1079760"/>
                    <a:pt x="1684614" y="1080938"/>
                    <a:pt x="1686027" y="1079660"/>
                  </a:cubicBezTo>
                  <a:cubicBezTo>
                    <a:pt x="1687441" y="1078348"/>
                    <a:pt x="1687643" y="1077809"/>
                    <a:pt x="1688518" y="1076598"/>
                  </a:cubicBezTo>
                  <a:cubicBezTo>
                    <a:pt x="1689393" y="1075421"/>
                    <a:pt x="1689729" y="1073571"/>
                    <a:pt x="1689830" y="1073133"/>
                  </a:cubicBezTo>
                  <a:cubicBezTo>
                    <a:pt x="1689931" y="1072696"/>
                    <a:pt x="1689628" y="1070745"/>
                    <a:pt x="1689628" y="1070745"/>
                  </a:cubicBezTo>
                  <a:lnTo>
                    <a:pt x="1688551" y="1066506"/>
                  </a:lnTo>
                  <a:lnTo>
                    <a:pt x="1689022" y="1043699"/>
                  </a:lnTo>
                  <a:cubicBezTo>
                    <a:pt x="1689022" y="1043699"/>
                    <a:pt x="1689527" y="1041647"/>
                    <a:pt x="1689527" y="1041209"/>
                  </a:cubicBezTo>
                  <a:cubicBezTo>
                    <a:pt x="1689527" y="1040772"/>
                    <a:pt x="1689628" y="1039595"/>
                    <a:pt x="1689191" y="1039023"/>
                  </a:cubicBezTo>
                  <a:cubicBezTo>
                    <a:pt x="1688753" y="1038485"/>
                    <a:pt x="1689191" y="1037375"/>
                    <a:pt x="1689191" y="1037375"/>
                  </a:cubicBezTo>
                  <a:lnTo>
                    <a:pt x="1689191" y="1033910"/>
                  </a:lnTo>
                  <a:lnTo>
                    <a:pt x="1689191" y="1032160"/>
                  </a:lnTo>
                  <a:lnTo>
                    <a:pt x="1691109" y="1032059"/>
                  </a:lnTo>
                  <a:lnTo>
                    <a:pt x="1693330" y="1032160"/>
                  </a:lnTo>
                  <a:cubicBezTo>
                    <a:pt x="1693330" y="1032160"/>
                    <a:pt x="1695720" y="1032699"/>
                    <a:pt x="1696157" y="1032699"/>
                  </a:cubicBezTo>
                  <a:cubicBezTo>
                    <a:pt x="1696595" y="1032699"/>
                    <a:pt x="1698883" y="1033876"/>
                    <a:pt x="1698883" y="1033876"/>
                  </a:cubicBezTo>
                  <a:cubicBezTo>
                    <a:pt x="1698883" y="1033876"/>
                    <a:pt x="1703326" y="1034953"/>
                    <a:pt x="1703763" y="1035188"/>
                  </a:cubicBezTo>
                  <a:cubicBezTo>
                    <a:pt x="1704201" y="1035423"/>
                    <a:pt x="1708206" y="1035289"/>
                    <a:pt x="1709081" y="1035289"/>
                  </a:cubicBezTo>
                  <a:cubicBezTo>
                    <a:pt x="1709956" y="1035289"/>
                    <a:pt x="1715071" y="1038451"/>
                    <a:pt x="1715711" y="1038451"/>
                  </a:cubicBezTo>
                  <a:cubicBezTo>
                    <a:pt x="1716350" y="1038451"/>
                    <a:pt x="1718975" y="1039628"/>
                    <a:pt x="1719312" y="1039763"/>
                  </a:cubicBezTo>
                  <a:cubicBezTo>
                    <a:pt x="1719648" y="1039864"/>
                    <a:pt x="1720826" y="1040537"/>
                    <a:pt x="1722374" y="1040638"/>
                  </a:cubicBezTo>
                  <a:cubicBezTo>
                    <a:pt x="1723889" y="1040739"/>
                    <a:pt x="1723889" y="1040974"/>
                    <a:pt x="1726413" y="1040974"/>
                  </a:cubicBezTo>
                  <a:cubicBezTo>
                    <a:pt x="1728903" y="1040974"/>
                    <a:pt x="1728903" y="1041075"/>
                    <a:pt x="1729240" y="1040873"/>
                  </a:cubicBezTo>
                  <a:cubicBezTo>
                    <a:pt x="1729576" y="1040638"/>
                    <a:pt x="1731528" y="1040772"/>
                    <a:pt x="1732841" y="1040671"/>
                  </a:cubicBezTo>
                  <a:cubicBezTo>
                    <a:pt x="1734153" y="1040570"/>
                    <a:pt x="1734692" y="1040133"/>
                    <a:pt x="1735769" y="1039898"/>
                  </a:cubicBezTo>
                  <a:cubicBezTo>
                    <a:pt x="1736846" y="1039696"/>
                    <a:pt x="1737956" y="1039258"/>
                    <a:pt x="1738394" y="1038922"/>
                  </a:cubicBezTo>
                  <a:cubicBezTo>
                    <a:pt x="1738831" y="1038586"/>
                    <a:pt x="1739471" y="1038283"/>
                    <a:pt x="1739471" y="1038283"/>
                  </a:cubicBezTo>
                  <a:lnTo>
                    <a:pt x="1741221" y="1037745"/>
                  </a:lnTo>
                  <a:cubicBezTo>
                    <a:pt x="1741221" y="1037745"/>
                    <a:pt x="1742399" y="1037307"/>
                    <a:pt x="1743509" y="1037105"/>
                  </a:cubicBezTo>
                  <a:cubicBezTo>
                    <a:pt x="1744586" y="1036904"/>
                    <a:pt x="1744923" y="1036668"/>
                    <a:pt x="1745461" y="1036231"/>
                  </a:cubicBezTo>
                  <a:cubicBezTo>
                    <a:pt x="1746000" y="1035794"/>
                    <a:pt x="1746538" y="1035794"/>
                    <a:pt x="1747211" y="1035592"/>
                  </a:cubicBezTo>
                  <a:cubicBezTo>
                    <a:pt x="1747851" y="1035390"/>
                    <a:pt x="1748827" y="1034717"/>
                    <a:pt x="1749163" y="1034381"/>
                  </a:cubicBezTo>
                  <a:cubicBezTo>
                    <a:pt x="1749500" y="1034044"/>
                    <a:pt x="1750476" y="1033304"/>
                    <a:pt x="1750476" y="1033304"/>
                  </a:cubicBezTo>
                  <a:lnTo>
                    <a:pt x="1751889" y="1032228"/>
                  </a:lnTo>
                  <a:lnTo>
                    <a:pt x="1753404" y="1031689"/>
                  </a:lnTo>
                  <a:lnTo>
                    <a:pt x="1754481" y="1031252"/>
                  </a:lnTo>
                  <a:cubicBezTo>
                    <a:pt x="1754481" y="1031252"/>
                    <a:pt x="1755995" y="1030815"/>
                    <a:pt x="1756433" y="1030377"/>
                  </a:cubicBezTo>
                  <a:cubicBezTo>
                    <a:pt x="1756870" y="1029940"/>
                    <a:pt x="1757745" y="1029200"/>
                    <a:pt x="1758385" y="1028763"/>
                  </a:cubicBezTo>
                  <a:cubicBezTo>
                    <a:pt x="1759024" y="1028326"/>
                    <a:pt x="1759563" y="1027552"/>
                    <a:pt x="1759563" y="1027552"/>
                  </a:cubicBezTo>
                  <a:lnTo>
                    <a:pt x="1760337" y="1027014"/>
                  </a:lnTo>
                  <a:lnTo>
                    <a:pt x="1761212" y="1026576"/>
                  </a:lnTo>
                  <a:lnTo>
                    <a:pt x="1762524" y="1025399"/>
                  </a:lnTo>
                  <a:cubicBezTo>
                    <a:pt x="1762524" y="1025399"/>
                    <a:pt x="1763837" y="1024760"/>
                    <a:pt x="1764274" y="1024760"/>
                  </a:cubicBezTo>
                  <a:cubicBezTo>
                    <a:pt x="1764712" y="1024760"/>
                    <a:pt x="1766024" y="1023986"/>
                    <a:pt x="1766024" y="1023986"/>
                  </a:cubicBezTo>
                  <a:lnTo>
                    <a:pt x="1767101" y="1022775"/>
                  </a:lnTo>
                  <a:lnTo>
                    <a:pt x="1767976" y="1021026"/>
                  </a:lnTo>
                  <a:cubicBezTo>
                    <a:pt x="1767976" y="1021026"/>
                    <a:pt x="1769928" y="1018402"/>
                    <a:pt x="1770029" y="1017998"/>
                  </a:cubicBezTo>
                  <a:cubicBezTo>
                    <a:pt x="1770130" y="1017561"/>
                    <a:pt x="1771442" y="1016249"/>
                    <a:pt x="1771779" y="1015711"/>
                  </a:cubicBezTo>
                  <a:cubicBezTo>
                    <a:pt x="1772116" y="1015172"/>
                    <a:pt x="1772553" y="1013423"/>
                    <a:pt x="1772856" y="1012549"/>
                  </a:cubicBezTo>
                  <a:cubicBezTo>
                    <a:pt x="1773193" y="1011674"/>
                    <a:pt x="1775145" y="1008074"/>
                    <a:pt x="1775145" y="1008074"/>
                  </a:cubicBezTo>
                  <a:cubicBezTo>
                    <a:pt x="1775145" y="1008074"/>
                    <a:pt x="1779486" y="1002961"/>
                    <a:pt x="1780799" y="1002221"/>
                  </a:cubicBezTo>
                  <a:cubicBezTo>
                    <a:pt x="1782111" y="1001447"/>
                    <a:pt x="1785477" y="998958"/>
                    <a:pt x="1785477" y="998958"/>
                  </a:cubicBezTo>
                  <a:lnTo>
                    <a:pt x="1790357" y="990918"/>
                  </a:lnTo>
                  <a:lnTo>
                    <a:pt x="1797861" y="982441"/>
                  </a:lnTo>
                  <a:lnTo>
                    <a:pt x="1807857" y="975814"/>
                  </a:lnTo>
                  <a:cubicBezTo>
                    <a:pt x="1807857" y="975814"/>
                    <a:pt x="1817112" y="970398"/>
                    <a:pt x="1817415" y="970163"/>
                  </a:cubicBezTo>
                  <a:cubicBezTo>
                    <a:pt x="1817751" y="969927"/>
                    <a:pt x="1825795" y="963973"/>
                    <a:pt x="1825795" y="963973"/>
                  </a:cubicBezTo>
                  <a:lnTo>
                    <a:pt x="1831449" y="959297"/>
                  </a:lnTo>
                  <a:lnTo>
                    <a:pt x="1845483" y="949306"/>
                  </a:lnTo>
                  <a:lnTo>
                    <a:pt x="1853627" y="942141"/>
                  </a:lnTo>
                  <a:cubicBezTo>
                    <a:pt x="1853627" y="942141"/>
                    <a:pt x="1856892" y="939752"/>
                    <a:pt x="1857329" y="939651"/>
                  </a:cubicBezTo>
                  <a:cubicBezTo>
                    <a:pt x="1857767" y="939550"/>
                    <a:pt x="1860796" y="936725"/>
                    <a:pt x="1861334" y="936287"/>
                  </a:cubicBezTo>
                  <a:cubicBezTo>
                    <a:pt x="1861873" y="935850"/>
                    <a:pt x="1865473" y="934000"/>
                    <a:pt x="1866651" y="933024"/>
                  </a:cubicBezTo>
                  <a:cubicBezTo>
                    <a:pt x="1867863" y="932049"/>
                    <a:pt x="1871868" y="930737"/>
                    <a:pt x="1872844" y="930098"/>
                  </a:cubicBezTo>
                  <a:cubicBezTo>
                    <a:pt x="1873820" y="929425"/>
                    <a:pt x="1877959" y="928046"/>
                    <a:pt x="1877959" y="928046"/>
                  </a:cubicBezTo>
                  <a:lnTo>
                    <a:pt x="1882099" y="925018"/>
                  </a:lnTo>
                  <a:lnTo>
                    <a:pt x="1897210" y="922966"/>
                  </a:lnTo>
                  <a:lnTo>
                    <a:pt x="1915787" y="918055"/>
                  </a:lnTo>
                  <a:lnTo>
                    <a:pt x="1918816" y="917617"/>
                  </a:lnTo>
                  <a:cubicBezTo>
                    <a:pt x="1918816" y="917617"/>
                    <a:pt x="1922619" y="918694"/>
                    <a:pt x="1925008" y="920006"/>
                  </a:cubicBezTo>
                  <a:cubicBezTo>
                    <a:pt x="1927398" y="921318"/>
                    <a:pt x="1927196" y="919669"/>
                    <a:pt x="1927936" y="919569"/>
                  </a:cubicBezTo>
                  <a:cubicBezTo>
                    <a:pt x="1928710" y="919468"/>
                    <a:pt x="1930864" y="918257"/>
                    <a:pt x="1931201" y="918257"/>
                  </a:cubicBezTo>
                  <a:cubicBezTo>
                    <a:pt x="1931537" y="918257"/>
                    <a:pt x="1934364" y="917517"/>
                    <a:pt x="1934364" y="917517"/>
                  </a:cubicBezTo>
                  <a:cubicBezTo>
                    <a:pt x="1934364" y="917517"/>
                    <a:pt x="1938369" y="914893"/>
                    <a:pt x="1938807" y="914893"/>
                  </a:cubicBezTo>
                  <a:cubicBezTo>
                    <a:pt x="1939244" y="914893"/>
                    <a:pt x="1942273" y="914893"/>
                    <a:pt x="1942273" y="914893"/>
                  </a:cubicBezTo>
                  <a:cubicBezTo>
                    <a:pt x="1942273" y="914893"/>
                    <a:pt x="1944999" y="915666"/>
                    <a:pt x="1946615" y="915666"/>
                  </a:cubicBezTo>
                  <a:cubicBezTo>
                    <a:pt x="1948230" y="915666"/>
                    <a:pt x="1951192" y="917617"/>
                    <a:pt x="1951629" y="917617"/>
                  </a:cubicBezTo>
                  <a:cubicBezTo>
                    <a:pt x="1952067" y="917617"/>
                    <a:pt x="1956072" y="918694"/>
                    <a:pt x="1956509" y="918828"/>
                  </a:cubicBezTo>
                  <a:cubicBezTo>
                    <a:pt x="1956947" y="918929"/>
                    <a:pt x="1966841" y="922091"/>
                    <a:pt x="1967279" y="922091"/>
                  </a:cubicBezTo>
                  <a:cubicBezTo>
                    <a:pt x="1967716" y="922091"/>
                    <a:pt x="1975961" y="921991"/>
                    <a:pt x="1976197" y="921553"/>
                  </a:cubicBezTo>
                  <a:cubicBezTo>
                    <a:pt x="1976399" y="921116"/>
                    <a:pt x="1980337" y="915902"/>
                    <a:pt x="1980337" y="915902"/>
                  </a:cubicBezTo>
                  <a:cubicBezTo>
                    <a:pt x="1980337" y="915902"/>
                    <a:pt x="1983702" y="913715"/>
                    <a:pt x="1983803" y="913413"/>
                  </a:cubicBezTo>
                  <a:cubicBezTo>
                    <a:pt x="1983904" y="913076"/>
                    <a:pt x="1989659" y="910385"/>
                    <a:pt x="1989659" y="910385"/>
                  </a:cubicBezTo>
                  <a:cubicBezTo>
                    <a:pt x="1989659" y="910385"/>
                    <a:pt x="1991947" y="907896"/>
                    <a:pt x="1992250" y="907357"/>
                  </a:cubicBezTo>
                  <a:cubicBezTo>
                    <a:pt x="1992587" y="906819"/>
                    <a:pt x="1992048" y="904733"/>
                    <a:pt x="1992048" y="904733"/>
                  </a:cubicBezTo>
                  <a:lnTo>
                    <a:pt x="1987471" y="899519"/>
                  </a:lnTo>
                  <a:lnTo>
                    <a:pt x="1989659" y="888015"/>
                  </a:lnTo>
                  <a:lnTo>
                    <a:pt x="1992688" y="880076"/>
                  </a:lnTo>
                  <a:lnTo>
                    <a:pt x="1993563" y="869008"/>
                  </a:lnTo>
                  <a:lnTo>
                    <a:pt x="1992149" y="858344"/>
                  </a:lnTo>
                  <a:cubicBezTo>
                    <a:pt x="1992149" y="858344"/>
                    <a:pt x="1993125" y="852155"/>
                    <a:pt x="1993226" y="851818"/>
                  </a:cubicBezTo>
                  <a:cubicBezTo>
                    <a:pt x="1993327" y="851482"/>
                    <a:pt x="1993226" y="848017"/>
                    <a:pt x="1993226" y="847681"/>
                  </a:cubicBezTo>
                  <a:cubicBezTo>
                    <a:pt x="1993226" y="847344"/>
                    <a:pt x="1993664" y="843005"/>
                    <a:pt x="1993866" y="842467"/>
                  </a:cubicBezTo>
                  <a:cubicBezTo>
                    <a:pt x="1994068" y="841928"/>
                    <a:pt x="1996053" y="839876"/>
                    <a:pt x="1996457" y="839203"/>
                  </a:cubicBezTo>
                  <a:cubicBezTo>
                    <a:pt x="1996895" y="838564"/>
                    <a:pt x="2000058" y="837252"/>
                    <a:pt x="2002212" y="835739"/>
                  </a:cubicBezTo>
                  <a:cubicBezTo>
                    <a:pt x="2004400" y="834225"/>
                    <a:pt x="2008068" y="831735"/>
                    <a:pt x="2008405" y="831500"/>
                  </a:cubicBezTo>
                  <a:cubicBezTo>
                    <a:pt x="2008741" y="831264"/>
                    <a:pt x="2015674" y="830861"/>
                    <a:pt x="2015674" y="830861"/>
                  </a:cubicBezTo>
                  <a:lnTo>
                    <a:pt x="2017087" y="829179"/>
                  </a:lnTo>
                  <a:lnTo>
                    <a:pt x="2017828" y="827160"/>
                  </a:lnTo>
                  <a:lnTo>
                    <a:pt x="2017828" y="823696"/>
                  </a:lnTo>
                  <a:cubicBezTo>
                    <a:pt x="2017828" y="823696"/>
                    <a:pt x="2017828" y="816631"/>
                    <a:pt x="2017828" y="816194"/>
                  </a:cubicBezTo>
                  <a:cubicBezTo>
                    <a:pt x="2017828" y="815757"/>
                    <a:pt x="2017188" y="811955"/>
                    <a:pt x="2016751" y="810643"/>
                  </a:cubicBezTo>
                  <a:cubicBezTo>
                    <a:pt x="2016313" y="809331"/>
                    <a:pt x="2015337" y="807380"/>
                    <a:pt x="2014900" y="807044"/>
                  </a:cubicBezTo>
                  <a:cubicBezTo>
                    <a:pt x="2014462" y="806708"/>
                    <a:pt x="2012409" y="803344"/>
                    <a:pt x="2012174" y="802805"/>
                  </a:cubicBezTo>
                  <a:cubicBezTo>
                    <a:pt x="2011972" y="802267"/>
                    <a:pt x="2008371" y="798029"/>
                    <a:pt x="2008371" y="798029"/>
                  </a:cubicBezTo>
                  <a:cubicBezTo>
                    <a:pt x="2008371" y="798029"/>
                    <a:pt x="2005880" y="792814"/>
                    <a:pt x="2005880" y="792377"/>
                  </a:cubicBezTo>
                  <a:cubicBezTo>
                    <a:pt x="2005880" y="791940"/>
                    <a:pt x="2003491" y="789350"/>
                    <a:pt x="2003491" y="789350"/>
                  </a:cubicBezTo>
                  <a:lnTo>
                    <a:pt x="1997837" y="782487"/>
                  </a:lnTo>
                  <a:cubicBezTo>
                    <a:pt x="1997837" y="782487"/>
                    <a:pt x="1995650" y="778248"/>
                    <a:pt x="1995347" y="777710"/>
                  </a:cubicBezTo>
                  <a:cubicBezTo>
                    <a:pt x="1995010" y="777172"/>
                    <a:pt x="1990568" y="772933"/>
                    <a:pt x="1990568" y="772933"/>
                  </a:cubicBezTo>
                  <a:cubicBezTo>
                    <a:pt x="1990568" y="772933"/>
                    <a:pt x="1988077" y="769771"/>
                    <a:pt x="1987842" y="769468"/>
                  </a:cubicBezTo>
                  <a:cubicBezTo>
                    <a:pt x="1987640" y="769132"/>
                    <a:pt x="1982962" y="762606"/>
                    <a:pt x="1982962" y="762606"/>
                  </a:cubicBezTo>
                  <a:lnTo>
                    <a:pt x="1981346" y="755878"/>
                  </a:lnTo>
                  <a:lnTo>
                    <a:pt x="1981346" y="748040"/>
                  </a:lnTo>
                  <a:lnTo>
                    <a:pt x="1980370" y="735560"/>
                  </a:lnTo>
                  <a:lnTo>
                    <a:pt x="1978317" y="727419"/>
                  </a:lnTo>
                  <a:lnTo>
                    <a:pt x="1975591" y="719816"/>
                  </a:lnTo>
                  <a:lnTo>
                    <a:pt x="1974514" y="711137"/>
                  </a:lnTo>
                  <a:lnTo>
                    <a:pt x="1973538" y="702997"/>
                  </a:lnTo>
                  <a:lnTo>
                    <a:pt x="1974514" y="698993"/>
                  </a:lnTo>
                  <a:cubicBezTo>
                    <a:pt x="1974514" y="698993"/>
                    <a:pt x="1972764" y="690516"/>
                    <a:pt x="1972461" y="690180"/>
                  </a:cubicBezTo>
                  <a:cubicBezTo>
                    <a:pt x="1972125" y="689844"/>
                    <a:pt x="1971687" y="687455"/>
                    <a:pt x="1971216" y="686580"/>
                  </a:cubicBezTo>
                  <a:cubicBezTo>
                    <a:pt x="1970745" y="685706"/>
                    <a:pt x="1971384" y="682005"/>
                    <a:pt x="1971149" y="680929"/>
                  </a:cubicBezTo>
                  <a:cubicBezTo>
                    <a:pt x="1970913" y="679853"/>
                    <a:pt x="1971351" y="676051"/>
                    <a:pt x="1971149" y="674941"/>
                  </a:cubicBezTo>
                  <a:cubicBezTo>
                    <a:pt x="1970913" y="673865"/>
                    <a:pt x="1970173" y="673865"/>
                    <a:pt x="1969735" y="673730"/>
                  </a:cubicBezTo>
                  <a:cubicBezTo>
                    <a:pt x="1969298" y="673629"/>
                    <a:pt x="1967144" y="675681"/>
                    <a:pt x="1966706" y="676455"/>
                  </a:cubicBezTo>
                  <a:cubicBezTo>
                    <a:pt x="1966269" y="677229"/>
                    <a:pt x="1962028" y="676892"/>
                    <a:pt x="1961591" y="676657"/>
                  </a:cubicBezTo>
                  <a:cubicBezTo>
                    <a:pt x="1961154" y="676455"/>
                    <a:pt x="1958326" y="674268"/>
                    <a:pt x="1958326" y="674268"/>
                  </a:cubicBezTo>
                  <a:cubicBezTo>
                    <a:pt x="1958326" y="674268"/>
                    <a:pt x="1956913" y="671544"/>
                    <a:pt x="1956812" y="671005"/>
                  </a:cubicBezTo>
                  <a:cubicBezTo>
                    <a:pt x="1956711" y="670467"/>
                    <a:pt x="1956173" y="669592"/>
                    <a:pt x="1956173" y="669592"/>
                  </a:cubicBezTo>
                  <a:lnTo>
                    <a:pt x="1955399" y="667978"/>
                  </a:lnTo>
                  <a:cubicBezTo>
                    <a:pt x="1955399" y="667978"/>
                    <a:pt x="1954759" y="665791"/>
                    <a:pt x="1954759" y="665354"/>
                  </a:cubicBezTo>
                  <a:cubicBezTo>
                    <a:pt x="1954759" y="664917"/>
                    <a:pt x="1954120" y="661216"/>
                    <a:pt x="1954120" y="661216"/>
                  </a:cubicBezTo>
                  <a:lnTo>
                    <a:pt x="1954658" y="658592"/>
                  </a:lnTo>
                  <a:lnTo>
                    <a:pt x="1954860" y="657381"/>
                  </a:lnTo>
                  <a:lnTo>
                    <a:pt x="1956812" y="654555"/>
                  </a:lnTo>
                  <a:lnTo>
                    <a:pt x="1959841" y="652806"/>
                  </a:lnTo>
                  <a:cubicBezTo>
                    <a:pt x="1959841" y="652806"/>
                    <a:pt x="1962129" y="653782"/>
                    <a:pt x="1963005" y="650956"/>
                  </a:cubicBezTo>
                  <a:cubicBezTo>
                    <a:pt x="1963880" y="648130"/>
                    <a:pt x="1961591" y="647928"/>
                    <a:pt x="1961591" y="647928"/>
                  </a:cubicBezTo>
                  <a:lnTo>
                    <a:pt x="1959639" y="647188"/>
                  </a:lnTo>
                  <a:lnTo>
                    <a:pt x="1955937" y="647188"/>
                  </a:lnTo>
                  <a:lnTo>
                    <a:pt x="1944192" y="647525"/>
                  </a:lnTo>
                  <a:cubicBezTo>
                    <a:pt x="1944192" y="647525"/>
                    <a:pt x="1933523" y="646112"/>
                    <a:pt x="1932547" y="646347"/>
                  </a:cubicBezTo>
                  <a:cubicBezTo>
                    <a:pt x="1931571" y="646549"/>
                    <a:pt x="1926355" y="644699"/>
                    <a:pt x="1926355" y="644699"/>
                  </a:cubicBezTo>
                  <a:lnTo>
                    <a:pt x="1915484" y="637971"/>
                  </a:lnTo>
                  <a:lnTo>
                    <a:pt x="1908215" y="630133"/>
                  </a:lnTo>
                  <a:lnTo>
                    <a:pt x="1897984" y="619469"/>
                  </a:lnTo>
                  <a:lnTo>
                    <a:pt x="1892566" y="616105"/>
                  </a:lnTo>
                  <a:lnTo>
                    <a:pt x="1884421" y="607527"/>
                  </a:lnTo>
                  <a:lnTo>
                    <a:pt x="1879979" y="602414"/>
                  </a:lnTo>
                  <a:lnTo>
                    <a:pt x="1871599" y="596662"/>
                  </a:lnTo>
                  <a:lnTo>
                    <a:pt x="1864969" y="588723"/>
                  </a:lnTo>
                  <a:lnTo>
                    <a:pt x="1854872" y="576882"/>
                  </a:lnTo>
                  <a:lnTo>
                    <a:pt x="1847468" y="570355"/>
                  </a:lnTo>
                  <a:lnTo>
                    <a:pt x="1841612" y="562753"/>
                  </a:lnTo>
                  <a:lnTo>
                    <a:pt x="1837608" y="558615"/>
                  </a:lnTo>
                  <a:lnTo>
                    <a:pt x="1825122" y="552190"/>
                  </a:lnTo>
                  <a:lnTo>
                    <a:pt x="1820242" y="548389"/>
                  </a:lnTo>
                  <a:lnTo>
                    <a:pt x="1811862" y="546202"/>
                  </a:lnTo>
                  <a:lnTo>
                    <a:pt x="1796549" y="537523"/>
                  </a:lnTo>
                  <a:lnTo>
                    <a:pt x="1780361" y="535034"/>
                  </a:lnTo>
                  <a:lnTo>
                    <a:pt x="1765688" y="530459"/>
                  </a:lnTo>
                  <a:cubicBezTo>
                    <a:pt x="1765688" y="530459"/>
                    <a:pt x="1759495" y="529820"/>
                    <a:pt x="1757207" y="529820"/>
                  </a:cubicBezTo>
                  <a:cubicBezTo>
                    <a:pt x="1754918" y="529820"/>
                    <a:pt x="1748524" y="530022"/>
                    <a:pt x="1746673" y="530257"/>
                  </a:cubicBezTo>
                  <a:cubicBezTo>
                    <a:pt x="1744822" y="530459"/>
                    <a:pt x="1739168" y="530257"/>
                    <a:pt x="1736240" y="530055"/>
                  </a:cubicBezTo>
                  <a:cubicBezTo>
                    <a:pt x="1733312" y="529853"/>
                    <a:pt x="1726884" y="529853"/>
                    <a:pt x="1725167" y="529517"/>
                  </a:cubicBezTo>
                  <a:cubicBezTo>
                    <a:pt x="1723418" y="529181"/>
                    <a:pt x="1721466" y="529181"/>
                    <a:pt x="1721028" y="529080"/>
                  </a:cubicBezTo>
                  <a:cubicBezTo>
                    <a:pt x="1720590" y="528979"/>
                    <a:pt x="1717764" y="526691"/>
                    <a:pt x="1717764" y="526691"/>
                  </a:cubicBezTo>
                  <a:lnTo>
                    <a:pt x="1706792" y="522453"/>
                  </a:lnTo>
                  <a:lnTo>
                    <a:pt x="1702787" y="517575"/>
                  </a:lnTo>
                  <a:cubicBezTo>
                    <a:pt x="1702787" y="517575"/>
                    <a:pt x="1698749" y="517474"/>
                    <a:pt x="1697907" y="517373"/>
                  </a:cubicBezTo>
                  <a:cubicBezTo>
                    <a:pt x="1697032" y="517272"/>
                    <a:pt x="1694643" y="517373"/>
                    <a:pt x="1693128" y="517138"/>
                  </a:cubicBezTo>
                  <a:cubicBezTo>
                    <a:pt x="1691614" y="516936"/>
                    <a:pt x="1688248" y="516599"/>
                    <a:pt x="1686936" y="516364"/>
                  </a:cubicBezTo>
                  <a:cubicBezTo>
                    <a:pt x="1685623" y="516162"/>
                    <a:pt x="1680508" y="516162"/>
                    <a:pt x="1679094" y="515927"/>
                  </a:cubicBezTo>
                  <a:cubicBezTo>
                    <a:pt x="1677681" y="515725"/>
                    <a:pt x="1672902" y="515725"/>
                    <a:pt x="1672902" y="515725"/>
                  </a:cubicBezTo>
                  <a:lnTo>
                    <a:pt x="1667248" y="513975"/>
                  </a:lnTo>
                  <a:cubicBezTo>
                    <a:pt x="1667248" y="513975"/>
                    <a:pt x="1661695" y="510376"/>
                    <a:pt x="1661493" y="510073"/>
                  </a:cubicBezTo>
                  <a:cubicBezTo>
                    <a:pt x="1661257" y="509737"/>
                    <a:pt x="1657589" y="506171"/>
                    <a:pt x="1657589" y="506171"/>
                  </a:cubicBezTo>
                  <a:cubicBezTo>
                    <a:pt x="1657589" y="506171"/>
                    <a:pt x="1655839" y="503144"/>
                    <a:pt x="1654661" y="502908"/>
                  </a:cubicBezTo>
                  <a:cubicBezTo>
                    <a:pt x="1653450" y="502706"/>
                    <a:pt x="1648570" y="501596"/>
                    <a:pt x="1648132" y="501596"/>
                  </a:cubicBezTo>
                  <a:cubicBezTo>
                    <a:pt x="1647695" y="501596"/>
                    <a:pt x="1643791" y="499309"/>
                    <a:pt x="1643791" y="499309"/>
                  </a:cubicBezTo>
                  <a:cubicBezTo>
                    <a:pt x="1643791" y="499309"/>
                    <a:pt x="1639887" y="495171"/>
                    <a:pt x="1639113" y="494868"/>
                  </a:cubicBezTo>
                  <a:cubicBezTo>
                    <a:pt x="1638339" y="494532"/>
                    <a:pt x="1636521" y="493893"/>
                    <a:pt x="1636185" y="493657"/>
                  </a:cubicBezTo>
                  <a:cubicBezTo>
                    <a:pt x="1635848" y="493455"/>
                    <a:pt x="1630093" y="491908"/>
                    <a:pt x="1630093" y="491908"/>
                  </a:cubicBezTo>
                  <a:lnTo>
                    <a:pt x="1624338" y="490495"/>
                  </a:lnTo>
                  <a:lnTo>
                    <a:pt x="1620199" y="486896"/>
                  </a:lnTo>
                  <a:lnTo>
                    <a:pt x="1616934" y="483195"/>
                  </a:lnTo>
                  <a:cubicBezTo>
                    <a:pt x="1616934" y="483195"/>
                    <a:pt x="1615420" y="481984"/>
                    <a:pt x="1615083" y="481984"/>
                  </a:cubicBezTo>
                  <a:cubicBezTo>
                    <a:pt x="1614747" y="481984"/>
                    <a:pt x="1610843" y="477981"/>
                    <a:pt x="1610843" y="477981"/>
                  </a:cubicBezTo>
                  <a:lnTo>
                    <a:pt x="1607377" y="474180"/>
                  </a:lnTo>
                  <a:lnTo>
                    <a:pt x="1606838" y="470143"/>
                  </a:lnTo>
                  <a:lnTo>
                    <a:pt x="1604550" y="462440"/>
                  </a:lnTo>
                  <a:lnTo>
                    <a:pt x="1604213" y="455039"/>
                  </a:lnTo>
                  <a:lnTo>
                    <a:pt x="1604651" y="448075"/>
                  </a:lnTo>
                  <a:lnTo>
                    <a:pt x="1609328" y="439161"/>
                  </a:lnTo>
                  <a:lnTo>
                    <a:pt x="1613367" y="434149"/>
                  </a:lnTo>
                  <a:cubicBezTo>
                    <a:pt x="1613367" y="434149"/>
                    <a:pt x="1614982" y="429473"/>
                    <a:pt x="1615117" y="428934"/>
                  </a:cubicBezTo>
                  <a:cubicBezTo>
                    <a:pt x="1615218" y="428396"/>
                    <a:pt x="1618045" y="424359"/>
                    <a:pt x="1618045" y="424359"/>
                  </a:cubicBezTo>
                  <a:lnTo>
                    <a:pt x="1621848" y="417396"/>
                  </a:lnTo>
                  <a:cubicBezTo>
                    <a:pt x="1621848" y="417396"/>
                    <a:pt x="1626290" y="410870"/>
                    <a:pt x="1626728" y="409995"/>
                  </a:cubicBezTo>
                  <a:cubicBezTo>
                    <a:pt x="1627165" y="409121"/>
                    <a:pt x="1629454" y="407708"/>
                    <a:pt x="1632382" y="406396"/>
                  </a:cubicBezTo>
                  <a:cubicBezTo>
                    <a:pt x="1635310" y="405084"/>
                    <a:pt x="1637396" y="400206"/>
                    <a:pt x="1638036" y="399433"/>
                  </a:cubicBezTo>
                  <a:cubicBezTo>
                    <a:pt x="1638675" y="398659"/>
                    <a:pt x="1639449" y="396607"/>
                    <a:pt x="1639651" y="396169"/>
                  </a:cubicBezTo>
                  <a:cubicBezTo>
                    <a:pt x="1639853" y="395732"/>
                    <a:pt x="1639988" y="392166"/>
                    <a:pt x="1639988" y="390417"/>
                  </a:cubicBezTo>
                  <a:cubicBezTo>
                    <a:pt x="1639988" y="388668"/>
                    <a:pt x="1639348" y="386178"/>
                    <a:pt x="1639012" y="385539"/>
                  </a:cubicBezTo>
                  <a:cubicBezTo>
                    <a:pt x="1638675" y="384900"/>
                    <a:pt x="1637497" y="381099"/>
                    <a:pt x="1637262" y="380325"/>
                  </a:cubicBezTo>
                  <a:cubicBezTo>
                    <a:pt x="1637060" y="379551"/>
                    <a:pt x="1634872" y="375548"/>
                    <a:pt x="1634872" y="375111"/>
                  </a:cubicBezTo>
                  <a:cubicBezTo>
                    <a:pt x="1634872" y="374674"/>
                    <a:pt x="1634771" y="373496"/>
                    <a:pt x="1634973" y="372386"/>
                  </a:cubicBezTo>
                  <a:cubicBezTo>
                    <a:pt x="1635175" y="371310"/>
                    <a:pt x="1636488" y="368047"/>
                    <a:pt x="1636723" y="367710"/>
                  </a:cubicBezTo>
                  <a:cubicBezTo>
                    <a:pt x="1636925" y="367374"/>
                    <a:pt x="1638473" y="366062"/>
                    <a:pt x="1638473" y="366062"/>
                  </a:cubicBezTo>
                  <a:cubicBezTo>
                    <a:pt x="1638473" y="366062"/>
                    <a:pt x="1645440" y="359771"/>
                    <a:pt x="1646517" y="358998"/>
                  </a:cubicBezTo>
                  <a:cubicBezTo>
                    <a:pt x="1647594" y="358224"/>
                    <a:pt x="1648368" y="356710"/>
                    <a:pt x="1648368" y="356710"/>
                  </a:cubicBezTo>
                  <a:cubicBezTo>
                    <a:pt x="1648368" y="356710"/>
                    <a:pt x="1651296" y="347257"/>
                    <a:pt x="1651296" y="346820"/>
                  </a:cubicBezTo>
                  <a:cubicBezTo>
                    <a:pt x="1651296" y="346383"/>
                    <a:pt x="1651632" y="344331"/>
                    <a:pt x="1651632" y="344331"/>
                  </a:cubicBezTo>
                  <a:lnTo>
                    <a:pt x="1652507" y="334542"/>
                  </a:lnTo>
                  <a:cubicBezTo>
                    <a:pt x="1652507" y="334542"/>
                    <a:pt x="1652709" y="327276"/>
                    <a:pt x="1652507" y="326401"/>
                  </a:cubicBezTo>
                  <a:cubicBezTo>
                    <a:pt x="1652272" y="325526"/>
                    <a:pt x="1651969" y="320312"/>
                    <a:pt x="1651531" y="319673"/>
                  </a:cubicBezTo>
                  <a:cubicBezTo>
                    <a:pt x="1651094" y="319034"/>
                    <a:pt x="1650454" y="311869"/>
                    <a:pt x="1650320" y="311196"/>
                  </a:cubicBezTo>
                  <a:cubicBezTo>
                    <a:pt x="1650219" y="310557"/>
                    <a:pt x="1649680" y="304468"/>
                    <a:pt x="1649680" y="304468"/>
                  </a:cubicBezTo>
                  <a:lnTo>
                    <a:pt x="1645339" y="297740"/>
                  </a:lnTo>
                  <a:cubicBezTo>
                    <a:pt x="1645339" y="297740"/>
                    <a:pt x="1645002" y="295688"/>
                    <a:pt x="1644363" y="294712"/>
                  </a:cubicBezTo>
                  <a:cubicBezTo>
                    <a:pt x="1643724" y="293737"/>
                    <a:pt x="1644363" y="292324"/>
                    <a:pt x="1644363" y="292324"/>
                  </a:cubicBezTo>
                  <a:cubicBezTo>
                    <a:pt x="1644363" y="292324"/>
                    <a:pt x="1641435" y="290474"/>
                    <a:pt x="1639921" y="288523"/>
                  </a:cubicBezTo>
                  <a:cubicBezTo>
                    <a:pt x="1638406" y="286572"/>
                    <a:pt x="1638406" y="286033"/>
                    <a:pt x="1638305" y="285596"/>
                  </a:cubicBezTo>
                  <a:cubicBezTo>
                    <a:pt x="1638204" y="285159"/>
                    <a:pt x="1637093" y="284520"/>
                    <a:pt x="1636454" y="283308"/>
                  </a:cubicBezTo>
                  <a:cubicBezTo>
                    <a:pt x="1635815" y="282097"/>
                    <a:pt x="1635478" y="281694"/>
                    <a:pt x="1634401" y="280584"/>
                  </a:cubicBezTo>
                  <a:cubicBezTo>
                    <a:pt x="1633324" y="279507"/>
                    <a:pt x="1633190" y="278969"/>
                    <a:pt x="1632752" y="277993"/>
                  </a:cubicBezTo>
                  <a:cubicBezTo>
                    <a:pt x="1632315" y="277018"/>
                    <a:pt x="1631002" y="275706"/>
                    <a:pt x="1630699" y="274966"/>
                  </a:cubicBezTo>
                  <a:cubicBezTo>
                    <a:pt x="1630363" y="274192"/>
                    <a:pt x="1629622" y="273217"/>
                    <a:pt x="1629521" y="272678"/>
                  </a:cubicBezTo>
                  <a:cubicBezTo>
                    <a:pt x="1629420" y="272140"/>
                    <a:pt x="1628983" y="269954"/>
                    <a:pt x="1628882" y="269214"/>
                  </a:cubicBezTo>
                  <a:cubicBezTo>
                    <a:pt x="1628781" y="268440"/>
                    <a:pt x="1628646" y="267027"/>
                    <a:pt x="1628007" y="265850"/>
                  </a:cubicBezTo>
                  <a:cubicBezTo>
                    <a:pt x="1627367" y="264639"/>
                    <a:pt x="1628007" y="263461"/>
                    <a:pt x="1628007" y="262486"/>
                  </a:cubicBezTo>
                  <a:cubicBezTo>
                    <a:pt x="1628007" y="261510"/>
                    <a:pt x="1627132" y="260736"/>
                    <a:pt x="1626997" y="259323"/>
                  </a:cubicBezTo>
                  <a:cubicBezTo>
                    <a:pt x="1626863" y="257911"/>
                    <a:pt x="1626795" y="257911"/>
                    <a:pt x="1626795" y="257271"/>
                  </a:cubicBezTo>
                  <a:cubicBezTo>
                    <a:pt x="1626795" y="256632"/>
                    <a:pt x="1627233" y="253807"/>
                    <a:pt x="1626795" y="253470"/>
                  </a:cubicBezTo>
                  <a:cubicBezTo>
                    <a:pt x="1626358" y="253134"/>
                    <a:pt x="1626795" y="249871"/>
                    <a:pt x="1626795" y="249871"/>
                  </a:cubicBezTo>
                  <a:lnTo>
                    <a:pt x="1626795" y="243446"/>
                  </a:lnTo>
                  <a:cubicBezTo>
                    <a:pt x="1626795" y="243446"/>
                    <a:pt x="1625180" y="242033"/>
                    <a:pt x="1625012" y="241057"/>
                  </a:cubicBezTo>
                  <a:cubicBezTo>
                    <a:pt x="1624843" y="240082"/>
                    <a:pt x="1625079" y="238030"/>
                    <a:pt x="1625180" y="237020"/>
                  </a:cubicBezTo>
                  <a:cubicBezTo>
                    <a:pt x="1625281" y="236045"/>
                    <a:pt x="1625180" y="233858"/>
                    <a:pt x="1625180" y="232883"/>
                  </a:cubicBezTo>
                  <a:cubicBezTo>
                    <a:pt x="1625180" y="231907"/>
                    <a:pt x="1624944" y="230696"/>
                    <a:pt x="1624406" y="228880"/>
                  </a:cubicBezTo>
                  <a:cubicBezTo>
                    <a:pt x="1623867" y="227029"/>
                    <a:pt x="1624608" y="225617"/>
                    <a:pt x="1624406" y="224843"/>
                  </a:cubicBezTo>
                  <a:cubicBezTo>
                    <a:pt x="1624170" y="224069"/>
                    <a:pt x="1622790" y="220941"/>
                    <a:pt x="1622555" y="220503"/>
                  </a:cubicBezTo>
                  <a:cubicBezTo>
                    <a:pt x="1622353" y="220066"/>
                    <a:pt x="1620939" y="218014"/>
                    <a:pt x="1620502" y="217038"/>
                  </a:cubicBezTo>
                  <a:cubicBezTo>
                    <a:pt x="1620064" y="216063"/>
                    <a:pt x="1619425" y="215188"/>
                    <a:pt x="1618987" y="214549"/>
                  </a:cubicBezTo>
                  <a:cubicBezTo>
                    <a:pt x="1618550" y="213910"/>
                    <a:pt x="1616396" y="209974"/>
                    <a:pt x="1615723" y="209436"/>
                  </a:cubicBezTo>
                  <a:cubicBezTo>
                    <a:pt x="1615083" y="208898"/>
                    <a:pt x="1612896" y="207148"/>
                    <a:pt x="1612896" y="207148"/>
                  </a:cubicBezTo>
                  <a:lnTo>
                    <a:pt x="1610607" y="204962"/>
                  </a:lnTo>
                  <a:cubicBezTo>
                    <a:pt x="1610607" y="204962"/>
                    <a:pt x="1607679" y="198974"/>
                    <a:pt x="1607006" y="197897"/>
                  </a:cubicBezTo>
                  <a:cubicBezTo>
                    <a:pt x="1606367" y="196821"/>
                    <a:pt x="1606670" y="194298"/>
                    <a:pt x="1605929" y="192582"/>
                  </a:cubicBezTo>
                  <a:cubicBezTo>
                    <a:pt x="1605155" y="190833"/>
                    <a:pt x="1605054" y="190295"/>
                    <a:pt x="1604617" y="189656"/>
                  </a:cubicBezTo>
                  <a:cubicBezTo>
                    <a:pt x="1604179" y="189017"/>
                    <a:pt x="1603203" y="188344"/>
                    <a:pt x="1602564" y="187705"/>
                  </a:cubicBezTo>
                  <a:cubicBezTo>
                    <a:pt x="1601924" y="187065"/>
                    <a:pt x="1600713" y="187604"/>
                    <a:pt x="1599636" y="186931"/>
                  </a:cubicBezTo>
                  <a:cubicBezTo>
                    <a:pt x="1598559" y="186292"/>
                    <a:pt x="1597145" y="186595"/>
                    <a:pt x="1596169" y="186494"/>
                  </a:cubicBezTo>
                  <a:cubicBezTo>
                    <a:pt x="1595194" y="186393"/>
                    <a:pt x="1594218" y="186595"/>
                    <a:pt x="1593780" y="186595"/>
                  </a:cubicBezTo>
                  <a:cubicBezTo>
                    <a:pt x="1593343" y="186595"/>
                    <a:pt x="1591828" y="186494"/>
                    <a:pt x="1591391" y="186393"/>
                  </a:cubicBezTo>
                  <a:cubicBezTo>
                    <a:pt x="1590953" y="186292"/>
                    <a:pt x="1588799" y="186191"/>
                    <a:pt x="1588025" y="185955"/>
                  </a:cubicBezTo>
                  <a:cubicBezTo>
                    <a:pt x="1587251" y="185754"/>
                    <a:pt x="1586073" y="185754"/>
                    <a:pt x="1585737" y="185417"/>
                  </a:cubicBezTo>
                  <a:cubicBezTo>
                    <a:pt x="1585400" y="185081"/>
                    <a:pt x="1583448" y="184980"/>
                    <a:pt x="1583448" y="184980"/>
                  </a:cubicBezTo>
                  <a:lnTo>
                    <a:pt x="1580621" y="183231"/>
                  </a:lnTo>
                  <a:cubicBezTo>
                    <a:pt x="1580621" y="183231"/>
                    <a:pt x="1579309" y="181818"/>
                    <a:pt x="1577155" y="178992"/>
                  </a:cubicBezTo>
                  <a:cubicBezTo>
                    <a:pt x="1574967" y="176166"/>
                    <a:pt x="1576515" y="178016"/>
                    <a:pt x="1575943" y="177142"/>
                  </a:cubicBezTo>
                  <a:cubicBezTo>
                    <a:pt x="1575405" y="176267"/>
                    <a:pt x="1575068" y="173677"/>
                    <a:pt x="1574799" y="173004"/>
                  </a:cubicBezTo>
                  <a:cubicBezTo>
                    <a:pt x="1574530" y="172365"/>
                    <a:pt x="1574866" y="171356"/>
                    <a:pt x="1574799" y="170414"/>
                  </a:cubicBezTo>
                  <a:cubicBezTo>
                    <a:pt x="1574732" y="169438"/>
                    <a:pt x="1574866" y="169539"/>
                    <a:pt x="1574765" y="168564"/>
                  </a:cubicBezTo>
                  <a:cubicBezTo>
                    <a:pt x="1574664" y="167588"/>
                    <a:pt x="1574866" y="166814"/>
                    <a:pt x="1574765" y="166074"/>
                  </a:cubicBezTo>
                  <a:cubicBezTo>
                    <a:pt x="1574664" y="165301"/>
                    <a:pt x="1574126" y="164224"/>
                    <a:pt x="1573890" y="163686"/>
                  </a:cubicBezTo>
                  <a:cubicBezTo>
                    <a:pt x="1573655" y="163148"/>
                    <a:pt x="1572578" y="162071"/>
                    <a:pt x="1571938" y="161398"/>
                  </a:cubicBezTo>
                  <a:cubicBezTo>
                    <a:pt x="1571299" y="160759"/>
                    <a:pt x="1568909" y="160187"/>
                    <a:pt x="1568135" y="159986"/>
                  </a:cubicBezTo>
                  <a:cubicBezTo>
                    <a:pt x="1567361" y="159784"/>
                    <a:pt x="1566183" y="159885"/>
                    <a:pt x="1566183" y="159885"/>
                  </a:cubicBezTo>
                  <a:lnTo>
                    <a:pt x="1564568" y="159986"/>
                  </a:lnTo>
                  <a:lnTo>
                    <a:pt x="1563424" y="160356"/>
                  </a:lnTo>
                  <a:lnTo>
                    <a:pt x="1557231" y="160356"/>
                  </a:lnTo>
                  <a:lnTo>
                    <a:pt x="1551241" y="159716"/>
                  </a:lnTo>
                  <a:lnTo>
                    <a:pt x="1544274" y="156891"/>
                  </a:lnTo>
                  <a:lnTo>
                    <a:pt x="1541784" y="156891"/>
                  </a:lnTo>
                  <a:lnTo>
                    <a:pt x="1539058" y="155141"/>
                  </a:lnTo>
                  <a:lnTo>
                    <a:pt x="1537880" y="155141"/>
                  </a:lnTo>
                  <a:lnTo>
                    <a:pt x="1535591" y="155141"/>
                  </a:lnTo>
                  <a:lnTo>
                    <a:pt x="1534952" y="155141"/>
                  </a:lnTo>
                  <a:lnTo>
                    <a:pt x="1533202" y="155141"/>
                  </a:lnTo>
                  <a:cubicBezTo>
                    <a:pt x="1533202" y="155141"/>
                    <a:pt x="1531687" y="154805"/>
                    <a:pt x="1531250" y="154704"/>
                  </a:cubicBezTo>
                  <a:cubicBezTo>
                    <a:pt x="1530812" y="154603"/>
                    <a:pt x="1529500" y="154065"/>
                    <a:pt x="1529500" y="154065"/>
                  </a:cubicBezTo>
                  <a:cubicBezTo>
                    <a:pt x="1529500" y="154065"/>
                    <a:pt x="1528423" y="153729"/>
                    <a:pt x="1528086" y="153628"/>
                  </a:cubicBezTo>
                  <a:cubicBezTo>
                    <a:pt x="1527750" y="153527"/>
                    <a:pt x="1525259" y="151878"/>
                    <a:pt x="1525259" y="151878"/>
                  </a:cubicBezTo>
                  <a:lnTo>
                    <a:pt x="1523745" y="150567"/>
                  </a:lnTo>
                  <a:lnTo>
                    <a:pt x="1522769" y="149154"/>
                  </a:lnTo>
                  <a:lnTo>
                    <a:pt x="1521254" y="146664"/>
                  </a:lnTo>
                  <a:lnTo>
                    <a:pt x="1520043" y="145689"/>
                  </a:lnTo>
                  <a:cubicBezTo>
                    <a:pt x="1520043" y="145689"/>
                    <a:pt x="1518629" y="143839"/>
                    <a:pt x="1518293" y="143401"/>
                  </a:cubicBezTo>
                  <a:cubicBezTo>
                    <a:pt x="1517956" y="142964"/>
                    <a:pt x="1516778" y="142089"/>
                    <a:pt x="1516341" y="141988"/>
                  </a:cubicBezTo>
                  <a:cubicBezTo>
                    <a:pt x="1515903" y="141887"/>
                    <a:pt x="1513951" y="140037"/>
                    <a:pt x="1513413" y="139398"/>
                  </a:cubicBezTo>
                  <a:cubicBezTo>
                    <a:pt x="1512874" y="138759"/>
                    <a:pt x="1510586" y="137783"/>
                    <a:pt x="1509812" y="137346"/>
                  </a:cubicBezTo>
                  <a:cubicBezTo>
                    <a:pt x="1509038" y="136909"/>
                    <a:pt x="1506547" y="135597"/>
                    <a:pt x="1506110" y="135294"/>
                  </a:cubicBezTo>
                  <a:cubicBezTo>
                    <a:pt x="1505672" y="134958"/>
                    <a:pt x="1501970" y="131930"/>
                    <a:pt x="1501331" y="131392"/>
                  </a:cubicBezTo>
                  <a:cubicBezTo>
                    <a:pt x="1500691" y="130854"/>
                    <a:pt x="1499581" y="128129"/>
                    <a:pt x="1499581" y="128129"/>
                  </a:cubicBezTo>
                  <a:lnTo>
                    <a:pt x="1495340" y="123890"/>
                  </a:lnTo>
                  <a:lnTo>
                    <a:pt x="1494735" y="120728"/>
                  </a:lnTo>
                  <a:cubicBezTo>
                    <a:pt x="1494735" y="120728"/>
                    <a:pt x="1495138" y="117129"/>
                    <a:pt x="1494701" y="116052"/>
                  </a:cubicBezTo>
                  <a:cubicBezTo>
                    <a:pt x="1494263" y="114976"/>
                    <a:pt x="1494937" y="113563"/>
                    <a:pt x="1494701" y="113126"/>
                  </a:cubicBezTo>
                  <a:cubicBezTo>
                    <a:pt x="1494499" y="112688"/>
                    <a:pt x="1494701" y="109762"/>
                    <a:pt x="1494701" y="109762"/>
                  </a:cubicBezTo>
                  <a:cubicBezTo>
                    <a:pt x="1494701" y="109762"/>
                    <a:pt x="1493489" y="106297"/>
                    <a:pt x="1493288" y="105960"/>
                  </a:cubicBezTo>
                  <a:cubicBezTo>
                    <a:pt x="1493086" y="105624"/>
                    <a:pt x="1490124" y="103135"/>
                    <a:pt x="1490124" y="103135"/>
                  </a:cubicBezTo>
                  <a:lnTo>
                    <a:pt x="1484806" y="98694"/>
                  </a:lnTo>
                  <a:lnTo>
                    <a:pt x="1478715" y="93581"/>
                  </a:lnTo>
                  <a:lnTo>
                    <a:pt x="1472725" y="89006"/>
                  </a:lnTo>
                  <a:lnTo>
                    <a:pt x="1467946" y="84532"/>
                  </a:lnTo>
                  <a:cubicBezTo>
                    <a:pt x="1467946" y="84532"/>
                    <a:pt x="1466532" y="83119"/>
                    <a:pt x="1465893" y="82783"/>
                  </a:cubicBezTo>
                  <a:cubicBezTo>
                    <a:pt x="1465253" y="82446"/>
                    <a:pt x="1464479" y="79755"/>
                    <a:pt x="1464008" y="79419"/>
                  </a:cubicBezTo>
                  <a:cubicBezTo>
                    <a:pt x="1463537" y="79082"/>
                    <a:pt x="1463503" y="76492"/>
                    <a:pt x="1463369" y="76055"/>
                  </a:cubicBezTo>
                  <a:cubicBezTo>
                    <a:pt x="1463268" y="75617"/>
                    <a:pt x="1463369" y="73330"/>
                    <a:pt x="1463806" y="72354"/>
                  </a:cubicBezTo>
                  <a:cubicBezTo>
                    <a:pt x="1464244" y="71379"/>
                    <a:pt x="1463806" y="68318"/>
                    <a:pt x="1463806" y="67477"/>
                  </a:cubicBezTo>
                  <a:cubicBezTo>
                    <a:pt x="1463806" y="66602"/>
                    <a:pt x="1463335" y="63238"/>
                    <a:pt x="1463335" y="63238"/>
                  </a:cubicBezTo>
                  <a:lnTo>
                    <a:pt x="1461753" y="59235"/>
                  </a:lnTo>
                  <a:lnTo>
                    <a:pt x="1457614" y="54559"/>
                  </a:lnTo>
                  <a:lnTo>
                    <a:pt x="1454686" y="50960"/>
                  </a:lnTo>
                  <a:lnTo>
                    <a:pt x="1453171" y="47932"/>
                  </a:lnTo>
                  <a:cubicBezTo>
                    <a:pt x="1453171" y="47932"/>
                    <a:pt x="1450142" y="47730"/>
                    <a:pt x="1447753" y="45880"/>
                  </a:cubicBezTo>
                  <a:cubicBezTo>
                    <a:pt x="1445363" y="44030"/>
                    <a:pt x="1445027" y="42516"/>
                    <a:pt x="1445027" y="42516"/>
                  </a:cubicBezTo>
                  <a:lnTo>
                    <a:pt x="1444253" y="39589"/>
                  </a:lnTo>
                  <a:lnTo>
                    <a:pt x="1444253" y="37201"/>
                  </a:lnTo>
                  <a:cubicBezTo>
                    <a:pt x="1444253" y="37201"/>
                    <a:pt x="1448594" y="33837"/>
                    <a:pt x="1449032" y="33736"/>
                  </a:cubicBezTo>
                  <a:cubicBezTo>
                    <a:pt x="1449469" y="33635"/>
                    <a:pt x="1451219" y="32660"/>
                    <a:pt x="1451219" y="32660"/>
                  </a:cubicBezTo>
                  <a:cubicBezTo>
                    <a:pt x="1451219" y="32660"/>
                    <a:pt x="1453844" y="30036"/>
                    <a:pt x="1454147" y="29598"/>
                  </a:cubicBezTo>
                  <a:cubicBezTo>
                    <a:pt x="1454484" y="29161"/>
                    <a:pt x="1455561" y="28623"/>
                    <a:pt x="1455561" y="28623"/>
                  </a:cubicBezTo>
                  <a:cubicBezTo>
                    <a:pt x="1455561" y="28623"/>
                    <a:pt x="1457412" y="26335"/>
                    <a:pt x="1457849" y="26133"/>
                  </a:cubicBezTo>
                  <a:cubicBezTo>
                    <a:pt x="1458287" y="25932"/>
                    <a:pt x="1459263" y="24519"/>
                    <a:pt x="1459801" y="23543"/>
                  </a:cubicBezTo>
                  <a:cubicBezTo>
                    <a:pt x="1460340" y="22568"/>
                    <a:pt x="1460676" y="20381"/>
                    <a:pt x="1461215" y="19506"/>
                  </a:cubicBezTo>
                  <a:cubicBezTo>
                    <a:pt x="1461753" y="18632"/>
                    <a:pt x="1462090" y="17454"/>
                    <a:pt x="1462965" y="16479"/>
                  </a:cubicBezTo>
                  <a:cubicBezTo>
                    <a:pt x="1463840" y="15503"/>
                    <a:pt x="1462965" y="13451"/>
                    <a:pt x="1462965" y="13014"/>
                  </a:cubicBezTo>
                  <a:cubicBezTo>
                    <a:pt x="1462965" y="12577"/>
                    <a:pt x="1462426" y="9112"/>
                    <a:pt x="1462426" y="9112"/>
                  </a:cubicBezTo>
                  <a:lnTo>
                    <a:pt x="1459599" y="8237"/>
                  </a:lnTo>
                  <a:cubicBezTo>
                    <a:pt x="1459599" y="8237"/>
                    <a:pt x="1457748" y="6387"/>
                    <a:pt x="1457412" y="6387"/>
                  </a:cubicBezTo>
                  <a:cubicBezTo>
                    <a:pt x="1457075" y="6387"/>
                    <a:pt x="1451421" y="5411"/>
                    <a:pt x="1451421" y="5411"/>
                  </a:cubicBezTo>
                  <a:cubicBezTo>
                    <a:pt x="1451421" y="5411"/>
                    <a:pt x="1446743" y="4772"/>
                    <a:pt x="1446407" y="4772"/>
                  </a:cubicBezTo>
                  <a:cubicBezTo>
                    <a:pt x="1446070" y="4772"/>
                    <a:pt x="1442940" y="4133"/>
                    <a:pt x="1442604" y="4133"/>
                  </a:cubicBezTo>
                  <a:cubicBezTo>
                    <a:pt x="1442267" y="4133"/>
                    <a:pt x="1438700" y="4907"/>
                    <a:pt x="1438363" y="5008"/>
                  </a:cubicBezTo>
                  <a:cubicBezTo>
                    <a:pt x="1438027" y="5109"/>
                    <a:pt x="1436748" y="5445"/>
                    <a:pt x="1436748" y="5445"/>
                  </a:cubicBezTo>
                  <a:cubicBezTo>
                    <a:pt x="1436748" y="5445"/>
                    <a:pt x="1434695" y="6522"/>
                    <a:pt x="1433147" y="7194"/>
                  </a:cubicBezTo>
                  <a:cubicBezTo>
                    <a:pt x="1431632" y="7834"/>
                    <a:pt x="1431733" y="7194"/>
                    <a:pt x="1429344" y="7733"/>
                  </a:cubicBezTo>
                  <a:cubicBezTo>
                    <a:pt x="1426954" y="8271"/>
                    <a:pt x="1425743" y="7396"/>
                    <a:pt x="1425440" y="7396"/>
                  </a:cubicBezTo>
                  <a:cubicBezTo>
                    <a:pt x="1425103" y="7396"/>
                    <a:pt x="1418372" y="5647"/>
                    <a:pt x="1416959" y="5647"/>
                  </a:cubicBezTo>
                  <a:cubicBezTo>
                    <a:pt x="1415545" y="5647"/>
                    <a:pt x="1412079" y="5109"/>
                    <a:pt x="1411641" y="5109"/>
                  </a:cubicBezTo>
                  <a:cubicBezTo>
                    <a:pt x="1411204" y="5109"/>
                    <a:pt x="1407939" y="4032"/>
                    <a:pt x="1407939" y="4032"/>
                  </a:cubicBezTo>
                  <a:cubicBezTo>
                    <a:pt x="1407939" y="4032"/>
                    <a:pt x="1406324" y="2283"/>
                    <a:pt x="1405651" y="2081"/>
                  </a:cubicBezTo>
                  <a:cubicBezTo>
                    <a:pt x="1405012" y="1879"/>
                    <a:pt x="1401612" y="1442"/>
                    <a:pt x="1400435" y="1106"/>
                  </a:cubicBezTo>
                  <a:cubicBezTo>
                    <a:pt x="1399257" y="769"/>
                    <a:pt x="1397069" y="-105"/>
                    <a:pt x="1396632" y="29"/>
                  </a:cubicBezTo>
                  <a:cubicBezTo>
                    <a:pt x="1396194" y="130"/>
                    <a:pt x="1393367" y="-72"/>
                    <a:pt x="1393030" y="29"/>
                  </a:cubicBezTo>
                  <a:cubicBezTo>
                    <a:pt x="1392694" y="130"/>
                    <a:pt x="1389564" y="1005"/>
                    <a:pt x="1387175" y="1240"/>
                  </a:cubicBezTo>
                  <a:cubicBezTo>
                    <a:pt x="1384785" y="1442"/>
                    <a:pt x="1382833" y="1240"/>
                    <a:pt x="1382295" y="1240"/>
                  </a:cubicBezTo>
                  <a:cubicBezTo>
                    <a:pt x="1381756" y="1240"/>
                    <a:pt x="1378828" y="2115"/>
                    <a:pt x="1378155" y="2216"/>
                  </a:cubicBezTo>
                  <a:cubicBezTo>
                    <a:pt x="1377516" y="2317"/>
                    <a:pt x="1376102" y="2653"/>
                    <a:pt x="1375665" y="2754"/>
                  </a:cubicBezTo>
                  <a:cubicBezTo>
                    <a:pt x="1375227" y="2855"/>
                    <a:pt x="1373814" y="3965"/>
                    <a:pt x="1373477" y="4066"/>
                  </a:cubicBezTo>
                  <a:cubicBezTo>
                    <a:pt x="1373141" y="4167"/>
                    <a:pt x="1371626" y="5714"/>
                    <a:pt x="1371626" y="5714"/>
                  </a:cubicBezTo>
                  <a:cubicBezTo>
                    <a:pt x="1371626" y="5714"/>
                    <a:pt x="1369876" y="8540"/>
                    <a:pt x="1369573" y="8977"/>
                  </a:cubicBezTo>
                  <a:cubicBezTo>
                    <a:pt x="1369270" y="9415"/>
                    <a:pt x="1368597" y="11467"/>
                    <a:pt x="1368160" y="12577"/>
                  </a:cubicBezTo>
                  <a:cubicBezTo>
                    <a:pt x="1367722" y="13653"/>
                    <a:pt x="1367285" y="15503"/>
                    <a:pt x="1367285" y="15941"/>
                  </a:cubicBezTo>
                  <a:cubicBezTo>
                    <a:pt x="1367285" y="16378"/>
                    <a:pt x="1367487" y="19103"/>
                    <a:pt x="1367487" y="19540"/>
                  </a:cubicBezTo>
                  <a:cubicBezTo>
                    <a:pt x="1367487" y="19977"/>
                    <a:pt x="1368900" y="24653"/>
                    <a:pt x="1368900" y="24653"/>
                  </a:cubicBezTo>
                  <a:cubicBezTo>
                    <a:pt x="1368900" y="24653"/>
                    <a:pt x="1369674" y="30944"/>
                    <a:pt x="1369540" y="31381"/>
                  </a:cubicBezTo>
                  <a:cubicBezTo>
                    <a:pt x="1369439" y="31819"/>
                    <a:pt x="1368564" y="34846"/>
                    <a:pt x="1368025" y="36158"/>
                  </a:cubicBezTo>
                  <a:cubicBezTo>
                    <a:pt x="1367487" y="37470"/>
                    <a:pt x="1366948" y="38547"/>
                    <a:pt x="1366073" y="39858"/>
                  </a:cubicBezTo>
                  <a:cubicBezTo>
                    <a:pt x="1365198" y="41170"/>
                    <a:pt x="1364996" y="41810"/>
                    <a:pt x="1364121" y="42348"/>
                  </a:cubicBezTo>
                  <a:cubicBezTo>
                    <a:pt x="1363246" y="42886"/>
                    <a:pt x="1360958" y="45813"/>
                    <a:pt x="1360083" y="46048"/>
                  </a:cubicBezTo>
                  <a:cubicBezTo>
                    <a:pt x="1359208" y="46250"/>
                    <a:pt x="1355405" y="47797"/>
                    <a:pt x="1353655" y="48235"/>
                  </a:cubicBezTo>
                  <a:cubicBezTo>
                    <a:pt x="1351905" y="48672"/>
                    <a:pt x="1350188" y="49984"/>
                    <a:pt x="1349515" y="50085"/>
                  </a:cubicBezTo>
                  <a:cubicBezTo>
                    <a:pt x="1348876" y="50186"/>
                    <a:pt x="1346049" y="52372"/>
                    <a:pt x="1345510" y="52473"/>
                  </a:cubicBezTo>
                  <a:cubicBezTo>
                    <a:pt x="1344972" y="52608"/>
                    <a:pt x="1341707" y="55064"/>
                    <a:pt x="1341505" y="55501"/>
                  </a:cubicBezTo>
                  <a:cubicBezTo>
                    <a:pt x="1341303" y="55938"/>
                    <a:pt x="1334640" y="57687"/>
                    <a:pt x="1333798" y="57687"/>
                  </a:cubicBezTo>
                  <a:cubicBezTo>
                    <a:pt x="1332957" y="57687"/>
                    <a:pt x="1330433" y="57687"/>
                    <a:pt x="1320101" y="56476"/>
                  </a:cubicBezTo>
                  <a:cubicBezTo>
                    <a:pt x="1309769" y="55299"/>
                    <a:pt x="1316736" y="56140"/>
                    <a:pt x="1316062" y="56140"/>
                  </a:cubicBezTo>
                  <a:cubicBezTo>
                    <a:pt x="1315423" y="56140"/>
                    <a:pt x="1311485" y="55905"/>
                    <a:pt x="1308457" y="55501"/>
                  </a:cubicBezTo>
                  <a:cubicBezTo>
                    <a:pt x="1305428" y="55064"/>
                    <a:pt x="1303442" y="54525"/>
                    <a:pt x="1301726" y="54290"/>
                  </a:cubicBezTo>
                  <a:cubicBezTo>
                    <a:pt x="1299976" y="54088"/>
                    <a:pt x="1297149" y="54088"/>
                    <a:pt x="1295197" y="53853"/>
                  </a:cubicBezTo>
                  <a:cubicBezTo>
                    <a:pt x="1293245" y="53617"/>
                    <a:pt x="1291394" y="52978"/>
                    <a:pt x="1290317" y="52642"/>
                  </a:cubicBezTo>
                  <a:cubicBezTo>
                    <a:pt x="1289240" y="52305"/>
                    <a:pt x="1287725" y="52440"/>
                    <a:pt x="1285740" y="52642"/>
                  </a:cubicBezTo>
                  <a:cubicBezTo>
                    <a:pt x="1283788" y="52877"/>
                    <a:pt x="1282374" y="55131"/>
                    <a:pt x="1280961" y="56241"/>
                  </a:cubicBezTo>
                  <a:cubicBezTo>
                    <a:pt x="1279547" y="57317"/>
                    <a:pt x="1277696" y="58428"/>
                    <a:pt x="1277696" y="58428"/>
                  </a:cubicBezTo>
                  <a:cubicBezTo>
                    <a:pt x="1277696" y="58428"/>
                    <a:pt x="1275206" y="62464"/>
                    <a:pt x="1274230" y="63541"/>
                  </a:cubicBezTo>
                  <a:cubicBezTo>
                    <a:pt x="1273254" y="64617"/>
                    <a:pt x="1273153" y="66467"/>
                    <a:pt x="1273153" y="66467"/>
                  </a:cubicBezTo>
                  <a:cubicBezTo>
                    <a:pt x="1273153" y="66467"/>
                    <a:pt x="1269787" y="70706"/>
                    <a:pt x="1269249" y="71244"/>
                  </a:cubicBezTo>
                  <a:cubicBezTo>
                    <a:pt x="1268710" y="71782"/>
                    <a:pt x="1264369" y="76458"/>
                    <a:pt x="1264369" y="76458"/>
                  </a:cubicBezTo>
                  <a:lnTo>
                    <a:pt x="1260129" y="82547"/>
                  </a:lnTo>
                  <a:cubicBezTo>
                    <a:pt x="1260129" y="82547"/>
                    <a:pt x="1257100" y="88972"/>
                    <a:pt x="1256965" y="89275"/>
                  </a:cubicBezTo>
                  <a:cubicBezTo>
                    <a:pt x="1256864" y="89611"/>
                    <a:pt x="1254374" y="92975"/>
                    <a:pt x="1254374" y="92975"/>
                  </a:cubicBezTo>
                  <a:lnTo>
                    <a:pt x="1253297" y="97214"/>
                  </a:lnTo>
                  <a:cubicBezTo>
                    <a:pt x="1253297" y="97214"/>
                    <a:pt x="1252657" y="101015"/>
                    <a:pt x="1252657" y="101890"/>
                  </a:cubicBezTo>
                  <a:cubicBezTo>
                    <a:pt x="1252657" y="102765"/>
                    <a:pt x="1251782" y="105052"/>
                    <a:pt x="1251782" y="105052"/>
                  </a:cubicBezTo>
                  <a:cubicBezTo>
                    <a:pt x="1251782" y="105052"/>
                    <a:pt x="1251143" y="111343"/>
                    <a:pt x="1250907" y="111578"/>
                  </a:cubicBezTo>
                  <a:cubicBezTo>
                    <a:pt x="1250672" y="111780"/>
                    <a:pt x="1250840" y="114505"/>
                    <a:pt x="1250840" y="114505"/>
                  </a:cubicBezTo>
                  <a:cubicBezTo>
                    <a:pt x="1250840" y="114505"/>
                    <a:pt x="1251042" y="122444"/>
                    <a:pt x="1250840" y="122747"/>
                  </a:cubicBezTo>
                  <a:cubicBezTo>
                    <a:pt x="1250638" y="123083"/>
                    <a:pt x="1249224" y="126750"/>
                    <a:pt x="1249090" y="127086"/>
                  </a:cubicBezTo>
                  <a:cubicBezTo>
                    <a:pt x="1248989" y="127422"/>
                    <a:pt x="1247912" y="144915"/>
                    <a:pt x="1248114" y="145218"/>
                  </a:cubicBezTo>
                  <a:cubicBezTo>
                    <a:pt x="1248316" y="145554"/>
                    <a:pt x="1248450" y="148144"/>
                    <a:pt x="1248551" y="149658"/>
                  </a:cubicBezTo>
                  <a:cubicBezTo>
                    <a:pt x="1248686" y="151172"/>
                    <a:pt x="1248518" y="152047"/>
                    <a:pt x="1248484" y="153460"/>
                  </a:cubicBezTo>
                  <a:cubicBezTo>
                    <a:pt x="1248450" y="154872"/>
                    <a:pt x="1248619" y="155949"/>
                    <a:pt x="1248484" y="157597"/>
                  </a:cubicBezTo>
                  <a:cubicBezTo>
                    <a:pt x="1248316" y="159212"/>
                    <a:pt x="1248652" y="161735"/>
                    <a:pt x="1248417" y="163047"/>
                  </a:cubicBezTo>
                  <a:cubicBezTo>
                    <a:pt x="1248215" y="164359"/>
                    <a:pt x="1248652" y="165099"/>
                    <a:pt x="1248417" y="167521"/>
                  </a:cubicBezTo>
                  <a:cubicBezTo>
                    <a:pt x="1248215" y="169909"/>
                    <a:pt x="1248417" y="169808"/>
                    <a:pt x="1248417" y="171221"/>
                  </a:cubicBezTo>
                  <a:cubicBezTo>
                    <a:pt x="1248417" y="172634"/>
                    <a:pt x="1248215" y="172533"/>
                    <a:pt x="1247777" y="174047"/>
                  </a:cubicBezTo>
                  <a:cubicBezTo>
                    <a:pt x="1247340" y="175561"/>
                    <a:pt x="1247777" y="175796"/>
                    <a:pt x="1247777" y="175796"/>
                  </a:cubicBezTo>
                  <a:cubicBezTo>
                    <a:pt x="1247777" y="175796"/>
                    <a:pt x="1246364" y="179059"/>
                    <a:pt x="1246162" y="180035"/>
                  </a:cubicBezTo>
                  <a:cubicBezTo>
                    <a:pt x="1245926" y="181010"/>
                    <a:pt x="1245186" y="181549"/>
                    <a:pt x="1243234" y="186023"/>
                  </a:cubicBezTo>
                  <a:cubicBezTo>
                    <a:pt x="1241282" y="190463"/>
                    <a:pt x="1241820" y="188209"/>
                    <a:pt x="1241046" y="190699"/>
                  </a:cubicBezTo>
                  <a:cubicBezTo>
                    <a:pt x="1240272" y="193188"/>
                    <a:pt x="1239195" y="192885"/>
                    <a:pt x="1238859" y="193188"/>
                  </a:cubicBezTo>
                  <a:cubicBezTo>
                    <a:pt x="1238522" y="193524"/>
                    <a:pt x="1235931" y="194264"/>
                    <a:pt x="1233541" y="195139"/>
                  </a:cubicBezTo>
                  <a:cubicBezTo>
                    <a:pt x="1231152" y="196014"/>
                    <a:pt x="1228863" y="196014"/>
                    <a:pt x="1227551" y="196215"/>
                  </a:cubicBezTo>
                  <a:cubicBezTo>
                    <a:pt x="1226238" y="196417"/>
                    <a:pt x="1222435" y="196215"/>
                    <a:pt x="1217656" y="196552"/>
                  </a:cubicBezTo>
                  <a:cubicBezTo>
                    <a:pt x="1212878" y="196888"/>
                    <a:pt x="1213753" y="196316"/>
                    <a:pt x="1213416" y="196653"/>
                  </a:cubicBezTo>
                  <a:cubicBezTo>
                    <a:pt x="1213079" y="196989"/>
                    <a:pt x="1207998" y="197628"/>
                    <a:pt x="1207998" y="197628"/>
                  </a:cubicBezTo>
                  <a:cubicBezTo>
                    <a:pt x="1207998" y="197628"/>
                    <a:pt x="1203858" y="196417"/>
                    <a:pt x="1202344" y="196115"/>
                  </a:cubicBezTo>
                  <a:cubicBezTo>
                    <a:pt x="1200829" y="195778"/>
                    <a:pt x="1199315" y="195677"/>
                    <a:pt x="1197666" y="195341"/>
                  </a:cubicBezTo>
                  <a:cubicBezTo>
                    <a:pt x="1196050" y="195004"/>
                    <a:pt x="1193863" y="195442"/>
                    <a:pt x="1192988" y="195341"/>
                  </a:cubicBezTo>
                  <a:cubicBezTo>
                    <a:pt x="1192113" y="195240"/>
                    <a:pt x="1190161" y="193289"/>
                    <a:pt x="1189723" y="193053"/>
                  </a:cubicBezTo>
                  <a:cubicBezTo>
                    <a:pt x="1189286" y="192851"/>
                    <a:pt x="1181680" y="189353"/>
                    <a:pt x="1180266" y="189790"/>
                  </a:cubicBezTo>
                  <a:cubicBezTo>
                    <a:pt x="1178853" y="190228"/>
                    <a:pt x="1179189" y="190665"/>
                    <a:pt x="1176800" y="193154"/>
                  </a:cubicBezTo>
                  <a:cubicBezTo>
                    <a:pt x="1174410" y="195644"/>
                    <a:pt x="1172021" y="195778"/>
                    <a:pt x="1170708" y="195778"/>
                  </a:cubicBezTo>
                  <a:cubicBezTo>
                    <a:pt x="1169396" y="195778"/>
                    <a:pt x="1167006" y="192751"/>
                    <a:pt x="1166569" y="192313"/>
                  </a:cubicBezTo>
                  <a:cubicBezTo>
                    <a:pt x="1166131" y="191876"/>
                    <a:pt x="1162766" y="188613"/>
                    <a:pt x="1162530" y="188277"/>
                  </a:cubicBezTo>
                  <a:cubicBezTo>
                    <a:pt x="1162295" y="187940"/>
                    <a:pt x="1160477" y="185014"/>
                    <a:pt x="1159602" y="184374"/>
                  </a:cubicBezTo>
                  <a:cubicBezTo>
                    <a:pt x="1158727" y="183735"/>
                    <a:pt x="1156876" y="183601"/>
                    <a:pt x="1156876" y="183601"/>
                  </a:cubicBezTo>
                  <a:cubicBezTo>
                    <a:pt x="1156876" y="183601"/>
                    <a:pt x="1148294" y="181851"/>
                    <a:pt x="1147419" y="181851"/>
                  </a:cubicBezTo>
                  <a:cubicBezTo>
                    <a:pt x="1146544" y="181851"/>
                    <a:pt x="1137861" y="180775"/>
                    <a:pt x="1137861" y="180775"/>
                  </a:cubicBezTo>
                  <a:lnTo>
                    <a:pt x="1125140" y="177949"/>
                  </a:lnTo>
                  <a:lnTo>
                    <a:pt x="1121102" y="177949"/>
                  </a:lnTo>
                  <a:cubicBezTo>
                    <a:pt x="1121102" y="177949"/>
                    <a:pt x="1116323" y="177142"/>
                    <a:pt x="1115347" y="177041"/>
                  </a:cubicBezTo>
                  <a:cubicBezTo>
                    <a:pt x="1114371" y="176940"/>
                    <a:pt x="1111005" y="176133"/>
                    <a:pt x="1110029" y="176133"/>
                  </a:cubicBezTo>
                  <a:cubicBezTo>
                    <a:pt x="1109053" y="176133"/>
                    <a:pt x="1107101" y="175258"/>
                    <a:pt x="1106327" y="175056"/>
                  </a:cubicBezTo>
                  <a:cubicBezTo>
                    <a:pt x="1105553" y="174821"/>
                    <a:pt x="1102087" y="173643"/>
                    <a:pt x="1101447" y="173307"/>
                  </a:cubicBezTo>
                  <a:cubicBezTo>
                    <a:pt x="1100808" y="172971"/>
                    <a:pt x="1099495" y="171793"/>
                    <a:pt x="1098957" y="171255"/>
                  </a:cubicBezTo>
                  <a:cubicBezTo>
                    <a:pt x="1098418" y="170717"/>
                    <a:pt x="1096904" y="169943"/>
                    <a:pt x="1096466" y="169640"/>
                  </a:cubicBezTo>
                  <a:cubicBezTo>
                    <a:pt x="1096029" y="169304"/>
                    <a:pt x="1093303" y="167050"/>
                    <a:pt x="1092327" y="166377"/>
                  </a:cubicBezTo>
                  <a:cubicBezTo>
                    <a:pt x="1091351" y="165738"/>
                    <a:pt x="1089836" y="164426"/>
                    <a:pt x="1088726" y="163350"/>
                  </a:cubicBezTo>
                  <a:cubicBezTo>
                    <a:pt x="1087649" y="162273"/>
                    <a:pt x="1086538" y="162139"/>
                    <a:pt x="1085360" y="161600"/>
                  </a:cubicBezTo>
                  <a:cubicBezTo>
                    <a:pt x="1084149" y="161062"/>
                    <a:pt x="1082971" y="160087"/>
                    <a:pt x="1081355" y="159010"/>
                  </a:cubicBezTo>
                  <a:cubicBezTo>
                    <a:pt x="1079706" y="157934"/>
                    <a:pt x="1079067" y="157698"/>
                    <a:pt x="1078730" y="157362"/>
                  </a:cubicBezTo>
                  <a:cubicBezTo>
                    <a:pt x="1078394" y="157025"/>
                    <a:pt x="1076442" y="155310"/>
                    <a:pt x="1076442" y="155310"/>
                  </a:cubicBezTo>
                  <a:cubicBezTo>
                    <a:pt x="1076442" y="155310"/>
                    <a:pt x="1072841" y="152719"/>
                    <a:pt x="1072201" y="151845"/>
                  </a:cubicBezTo>
                  <a:cubicBezTo>
                    <a:pt x="1071562" y="150970"/>
                    <a:pt x="1070115" y="150331"/>
                    <a:pt x="1069812" y="150096"/>
                  </a:cubicBezTo>
                  <a:cubicBezTo>
                    <a:pt x="1069475" y="149894"/>
                    <a:pt x="1067321" y="148245"/>
                    <a:pt x="1066884" y="148245"/>
                  </a:cubicBezTo>
                  <a:cubicBezTo>
                    <a:pt x="1066446" y="148245"/>
                    <a:pt x="1063956" y="145756"/>
                    <a:pt x="1063081" y="145655"/>
                  </a:cubicBezTo>
                  <a:cubicBezTo>
                    <a:pt x="1062206" y="145554"/>
                    <a:pt x="1059076" y="143267"/>
                    <a:pt x="1059076" y="143267"/>
                  </a:cubicBezTo>
                  <a:lnTo>
                    <a:pt x="1057764" y="143267"/>
                  </a:lnTo>
                  <a:lnTo>
                    <a:pt x="1054768" y="141753"/>
                  </a:lnTo>
                  <a:cubicBezTo>
                    <a:pt x="1054768" y="141753"/>
                    <a:pt x="1053456" y="141215"/>
                    <a:pt x="1052985" y="141215"/>
                  </a:cubicBezTo>
                  <a:cubicBezTo>
                    <a:pt x="1052513" y="141215"/>
                    <a:pt x="1051504" y="140777"/>
                    <a:pt x="1051302" y="140777"/>
                  </a:cubicBezTo>
                  <a:cubicBezTo>
                    <a:pt x="1051100" y="140777"/>
                    <a:pt x="1050932" y="140710"/>
                    <a:pt x="1050932" y="140710"/>
                  </a:cubicBezTo>
                  <a:cubicBezTo>
                    <a:pt x="1050932" y="140710"/>
                    <a:pt x="1049586" y="139634"/>
                    <a:pt x="1049148" y="138759"/>
                  </a:cubicBezTo>
                  <a:cubicBezTo>
                    <a:pt x="1048710" y="137884"/>
                    <a:pt x="1047095" y="137514"/>
                    <a:pt x="1046321" y="136909"/>
                  </a:cubicBezTo>
                  <a:cubicBezTo>
                    <a:pt x="1045547" y="136303"/>
                    <a:pt x="1045109" y="135967"/>
                    <a:pt x="1044571" y="135967"/>
                  </a:cubicBezTo>
                  <a:cubicBezTo>
                    <a:pt x="1044032" y="135967"/>
                    <a:pt x="1043393" y="135429"/>
                    <a:pt x="1041037" y="136404"/>
                  </a:cubicBezTo>
                  <a:cubicBezTo>
                    <a:pt x="1038715" y="137380"/>
                    <a:pt x="1040230" y="136942"/>
                    <a:pt x="1039960" y="137043"/>
                  </a:cubicBezTo>
                  <a:cubicBezTo>
                    <a:pt x="1039691" y="137144"/>
                    <a:pt x="1039590" y="137548"/>
                    <a:pt x="1039388" y="137851"/>
                  </a:cubicBezTo>
                  <a:cubicBezTo>
                    <a:pt x="1039186" y="138187"/>
                    <a:pt x="1039153" y="138759"/>
                    <a:pt x="1039153" y="138994"/>
                  </a:cubicBezTo>
                  <a:cubicBezTo>
                    <a:pt x="1039153" y="139196"/>
                    <a:pt x="1039254" y="139903"/>
                    <a:pt x="1039388" y="140138"/>
                  </a:cubicBezTo>
                  <a:cubicBezTo>
                    <a:pt x="1039489" y="140340"/>
                    <a:pt x="1039254" y="141349"/>
                    <a:pt x="1039254" y="141349"/>
                  </a:cubicBezTo>
                  <a:cubicBezTo>
                    <a:pt x="1039254" y="141349"/>
                    <a:pt x="1039556" y="142358"/>
                    <a:pt x="1039254" y="142796"/>
                  </a:cubicBezTo>
                  <a:cubicBezTo>
                    <a:pt x="1038951" y="143233"/>
                    <a:pt x="1037806" y="145420"/>
                    <a:pt x="1037806" y="145420"/>
                  </a:cubicBezTo>
                  <a:lnTo>
                    <a:pt x="1035484" y="147875"/>
                  </a:lnTo>
                  <a:lnTo>
                    <a:pt x="1033162" y="151643"/>
                  </a:lnTo>
                  <a:lnTo>
                    <a:pt x="1031277" y="153964"/>
                  </a:lnTo>
                  <a:lnTo>
                    <a:pt x="1029830" y="156151"/>
                  </a:lnTo>
                  <a:lnTo>
                    <a:pt x="1028080" y="159346"/>
                  </a:lnTo>
                  <a:lnTo>
                    <a:pt x="1024446" y="161802"/>
                  </a:lnTo>
                  <a:cubicBezTo>
                    <a:pt x="1024446" y="161802"/>
                    <a:pt x="1021686" y="164392"/>
                    <a:pt x="1020239" y="165435"/>
                  </a:cubicBezTo>
                  <a:cubicBezTo>
                    <a:pt x="1018791" y="166444"/>
                    <a:pt x="1015594" y="169203"/>
                    <a:pt x="1014450" y="169775"/>
                  </a:cubicBezTo>
                  <a:cubicBezTo>
                    <a:pt x="1013306" y="170347"/>
                    <a:pt x="1010815" y="174854"/>
                    <a:pt x="1010815" y="174854"/>
                  </a:cubicBezTo>
                  <a:cubicBezTo>
                    <a:pt x="1010815" y="174854"/>
                    <a:pt x="1009234" y="178319"/>
                    <a:pt x="1008628" y="179362"/>
                  </a:cubicBezTo>
                  <a:cubicBezTo>
                    <a:pt x="1008056" y="180371"/>
                    <a:pt x="1007181" y="184273"/>
                    <a:pt x="1006743" y="185148"/>
                  </a:cubicBezTo>
                  <a:cubicBezTo>
                    <a:pt x="1006306" y="186023"/>
                    <a:pt x="1004421" y="190059"/>
                    <a:pt x="1003983" y="190665"/>
                  </a:cubicBezTo>
                  <a:cubicBezTo>
                    <a:pt x="1003546" y="191237"/>
                    <a:pt x="1000517" y="196451"/>
                    <a:pt x="1000080" y="197056"/>
                  </a:cubicBezTo>
                  <a:cubicBezTo>
                    <a:pt x="999642" y="197628"/>
                    <a:pt x="997185" y="203852"/>
                    <a:pt x="997185" y="203852"/>
                  </a:cubicBezTo>
                  <a:lnTo>
                    <a:pt x="995435" y="207485"/>
                  </a:lnTo>
                  <a:lnTo>
                    <a:pt x="989781" y="212564"/>
                  </a:lnTo>
                  <a:lnTo>
                    <a:pt x="987459" y="217476"/>
                  </a:lnTo>
                  <a:cubicBezTo>
                    <a:pt x="987459" y="217476"/>
                    <a:pt x="983690" y="221546"/>
                    <a:pt x="983555" y="222118"/>
                  </a:cubicBezTo>
                  <a:cubicBezTo>
                    <a:pt x="983421" y="222690"/>
                    <a:pt x="979214" y="229081"/>
                    <a:pt x="979214" y="229081"/>
                  </a:cubicBezTo>
                  <a:lnTo>
                    <a:pt x="976319" y="231840"/>
                  </a:lnTo>
                  <a:lnTo>
                    <a:pt x="973863" y="235305"/>
                  </a:lnTo>
                  <a:cubicBezTo>
                    <a:pt x="973863" y="235305"/>
                    <a:pt x="970665" y="238063"/>
                    <a:pt x="969521" y="238635"/>
                  </a:cubicBezTo>
                  <a:cubicBezTo>
                    <a:pt x="968377" y="239207"/>
                    <a:pt x="966492" y="242705"/>
                    <a:pt x="966055" y="242975"/>
                  </a:cubicBezTo>
                  <a:cubicBezTo>
                    <a:pt x="965617" y="243277"/>
                    <a:pt x="964305" y="246002"/>
                    <a:pt x="963867" y="246439"/>
                  </a:cubicBezTo>
                  <a:cubicBezTo>
                    <a:pt x="963430" y="246877"/>
                    <a:pt x="960098" y="249198"/>
                    <a:pt x="960098" y="249198"/>
                  </a:cubicBezTo>
                  <a:cubicBezTo>
                    <a:pt x="960098" y="249198"/>
                    <a:pt x="957641" y="251654"/>
                    <a:pt x="956631" y="252394"/>
                  </a:cubicBezTo>
                  <a:cubicBezTo>
                    <a:pt x="955622" y="253100"/>
                    <a:pt x="954612" y="255859"/>
                    <a:pt x="952896" y="257305"/>
                  </a:cubicBezTo>
                  <a:cubicBezTo>
                    <a:pt x="951213" y="258752"/>
                    <a:pt x="949530" y="261073"/>
                    <a:pt x="949093" y="261207"/>
                  </a:cubicBezTo>
                  <a:cubicBezTo>
                    <a:pt x="948655" y="261342"/>
                    <a:pt x="948790" y="265850"/>
                    <a:pt x="948790" y="265850"/>
                  </a:cubicBezTo>
                  <a:lnTo>
                    <a:pt x="948655" y="270189"/>
                  </a:lnTo>
                  <a:lnTo>
                    <a:pt x="947511" y="276412"/>
                  </a:lnTo>
                  <a:cubicBezTo>
                    <a:pt x="947511" y="276412"/>
                    <a:pt x="945492" y="278868"/>
                    <a:pt x="944920" y="279305"/>
                  </a:cubicBezTo>
                  <a:cubicBezTo>
                    <a:pt x="944348" y="279743"/>
                    <a:pt x="942160" y="282770"/>
                    <a:pt x="941723" y="282938"/>
                  </a:cubicBezTo>
                  <a:cubicBezTo>
                    <a:pt x="941285" y="283073"/>
                    <a:pt x="939838" y="286572"/>
                    <a:pt x="939838" y="286572"/>
                  </a:cubicBezTo>
                  <a:cubicBezTo>
                    <a:pt x="939838" y="286572"/>
                    <a:pt x="938525" y="288455"/>
                    <a:pt x="938391" y="288893"/>
                  </a:cubicBezTo>
                  <a:cubicBezTo>
                    <a:pt x="938256" y="289330"/>
                    <a:pt x="936944" y="291348"/>
                    <a:pt x="936944" y="291348"/>
                  </a:cubicBezTo>
                  <a:lnTo>
                    <a:pt x="936506" y="295419"/>
                  </a:lnTo>
                  <a:lnTo>
                    <a:pt x="936506" y="298043"/>
                  </a:lnTo>
                  <a:cubicBezTo>
                    <a:pt x="936506" y="298043"/>
                    <a:pt x="937011" y="300061"/>
                    <a:pt x="937314" y="301373"/>
                  </a:cubicBezTo>
                  <a:cubicBezTo>
                    <a:pt x="937617" y="302685"/>
                    <a:pt x="938694" y="304131"/>
                    <a:pt x="939131" y="304434"/>
                  </a:cubicBezTo>
                  <a:cubicBezTo>
                    <a:pt x="939569" y="304737"/>
                    <a:pt x="940006" y="305174"/>
                    <a:pt x="940881" y="305881"/>
                  </a:cubicBezTo>
                  <a:cubicBezTo>
                    <a:pt x="941756" y="306587"/>
                    <a:pt x="943338" y="308639"/>
                    <a:pt x="943338" y="308639"/>
                  </a:cubicBezTo>
                  <a:lnTo>
                    <a:pt x="944045" y="311095"/>
                  </a:lnTo>
                  <a:lnTo>
                    <a:pt x="945795" y="314122"/>
                  </a:lnTo>
                  <a:cubicBezTo>
                    <a:pt x="945795" y="314122"/>
                    <a:pt x="948992" y="318193"/>
                    <a:pt x="948992" y="318596"/>
                  </a:cubicBezTo>
                  <a:cubicBezTo>
                    <a:pt x="948992" y="319034"/>
                    <a:pt x="950304" y="320480"/>
                    <a:pt x="950304" y="320480"/>
                  </a:cubicBezTo>
                  <a:lnTo>
                    <a:pt x="951752" y="323508"/>
                  </a:lnTo>
                  <a:cubicBezTo>
                    <a:pt x="951752" y="323508"/>
                    <a:pt x="952324" y="324080"/>
                    <a:pt x="952761" y="330034"/>
                  </a:cubicBezTo>
                  <a:cubicBezTo>
                    <a:pt x="953199" y="335988"/>
                    <a:pt x="952761" y="332052"/>
                    <a:pt x="952761" y="333667"/>
                  </a:cubicBezTo>
                  <a:cubicBezTo>
                    <a:pt x="952761" y="335248"/>
                    <a:pt x="950877" y="334542"/>
                    <a:pt x="950439" y="334542"/>
                  </a:cubicBezTo>
                  <a:cubicBezTo>
                    <a:pt x="950002" y="334542"/>
                    <a:pt x="946670" y="334979"/>
                    <a:pt x="945795" y="335282"/>
                  </a:cubicBezTo>
                  <a:cubicBezTo>
                    <a:pt x="944920" y="335584"/>
                    <a:pt x="939569" y="335282"/>
                    <a:pt x="938121" y="335282"/>
                  </a:cubicBezTo>
                  <a:cubicBezTo>
                    <a:pt x="936674" y="335282"/>
                    <a:pt x="933780" y="334844"/>
                    <a:pt x="933780" y="334844"/>
                  </a:cubicBezTo>
                  <a:lnTo>
                    <a:pt x="927991" y="332221"/>
                  </a:lnTo>
                  <a:lnTo>
                    <a:pt x="922775" y="330202"/>
                  </a:lnTo>
                  <a:lnTo>
                    <a:pt x="918871" y="329630"/>
                  </a:lnTo>
                  <a:lnTo>
                    <a:pt x="914967" y="327444"/>
                  </a:lnTo>
                  <a:lnTo>
                    <a:pt x="911063" y="324685"/>
                  </a:lnTo>
                  <a:lnTo>
                    <a:pt x="908304" y="323373"/>
                  </a:lnTo>
                  <a:lnTo>
                    <a:pt x="903962" y="318294"/>
                  </a:lnTo>
                  <a:lnTo>
                    <a:pt x="898173" y="312205"/>
                  </a:lnTo>
                  <a:lnTo>
                    <a:pt x="892250" y="311902"/>
                  </a:lnTo>
                  <a:lnTo>
                    <a:pt x="870644" y="311902"/>
                  </a:lnTo>
                  <a:cubicBezTo>
                    <a:pt x="870644" y="311902"/>
                    <a:pt x="867178" y="311095"/>
                    <a:pt x="858192" y="311969"/>
                  </a:cubicBezTo>
                  <a:cubicBezTo>
                    <a:pt x="849206" y="312844"/>
                    <a:pt x="847187" y="311599"/>
                    <a:pt x="840086" y="311599"/>
                  </a:cubicBezTo>
                  <a:cubicBezTo>
                    <a:pt x="832985" y="311599"/>
                    <a:pt x="834735" y="310725"/>
                    <a:pt x="825311" y="309581"/>
                  </a:cubicBezTo>
                  <a:cubicBezTo>
                    <a:pt x="815888" y="308437"/>
                    <a:pt x="820398" y="309446"/>
                    <a:pt x="817066" y="309446"/>
                  </a:cubicBezTo>
                  <a:cubicBezTo>
                    <a:pt x="813734" y="309446"/>
                    <a:pt x="807643" y="309446"/>
                    <a:pt x="800407" y="309144"/>
                  </a:cubicBezTo>
                  <a:cubicBezTo>
                    <a:pt x="793171" y="308841"/>
                    <a:pt x="792734" y="310018"/>
                    <a:pt x="787652" y="310456"/>
                  </a:cubicBezTo>
                  <a:cubicBezTo>
                    <a:pt x="782570" y="310893"/>
                    <a:pt x="781291" y="310456"/>
                    <a:pt x="775906" y="310456"/>
                  </a:cubicBezTo>
                  <a:cubicBezTo>
                    <a:pt x="770555" y="310456"/>
                    <a:pt x="766921" y="310456"/>
                    <a:pt x="762714" y="309581"/>
                  </a:cubicBezTo>
                  <a:cubicBezTo>
                    <a:pt x="758507" y="308706"/>
                    <a:pt x="758507" y="307563"/>
                    <a:pt x="757060" y="306856"/>
                  </a:cubicBezTo>
                  <a:cubicBezTo>
                    <a:pt x="755613" y="306150"/>
                    <a:pt x="751406" y="306823"/>
                    <a:pt x="748949" y="307125"/>
                  </a:cubicBezTo>
                  <a:cubicBezTo>
                    <a:pt x="746492" y="307428"/>
                    <a:pt x="743598" y="306419"/>
                    <a:pt x="741545" y="307125"/>
                  </a:cubicBezTo>
                  <a:cubicBezTo>
                    <a:pt x="739526" y="307865"/>
                    <a:pt x="738651" y="309144"/>
                    <a:pt x="736194" y="310153"/>
                  </a:cubicBezTo>
                  <a:cubicBezTo>
                    <a:pt x="733737" y="311162"/>
                    <a:pt x="733603" y="312609"/>
                    <a:pt x="732290" y="314661"/>
                  </a:cubicBezTo>
                  <a:cubicBezTo>
                    <a:pt x="730978" y="316679"/>
                    <a:pt x="731415" y="317991"/>
                    <a:pt x="731415" y="317991"/>
                  </a:cubicBezTo>
                  <a:cubicBezTo>
                    <a:pt x="731415" y="317991"/>
                    <a:pt x="731415" y="321624"/>
                    <a:pt x="731415" y="323777"/>
                  </a:cubicBezTo>
                  <a:cubicBezTo>
                    <a:pt x="731415" y="325930"/>
                    <a:pt x="735184" y="327679"/>
                    <a:pt x="735184" y="327679"/>
                  </a:cubicBezTo>
                  <a:cubicBezTo>
                    <a:pt x="735184" y="327679"/>
                    <a:pt x="736497" y="327982"/>
                    <a:pt x="738954" y="329294"/>
                  </a:cubicBezTo>
                  <a:cubicBezTo>
                    <a:pt x="741410" y="330606"/>
                    <a:pt x="741410" y="329731"/>
                    <a:pt x="741983" y="330000"/>
                  </a:cubicBezTo>
                  <a:cubicBezTo>
                    <a:pt x="742555" y="330303"/>
                    <a:pt x="744574" y="330875"/>
                    <a:pt x="745617" y="331178"/>
                  </a:cubicBezTo>
                  <a:cubicBezTo>
                    <a:pt x="746627" y="331480"/>
                    <a:pt x="747637" y="331178"/>
                    <a:pt x="747637" y="331178"/>
                  </a:cubicBezTo>
                  <a:cubicBezTo>
                    <a:pt x="747637" y="331178"/>
                    <a:pt x="749521" y="333633"/>
                    <a:pt x="749521" y="334205"/>
                  </a:cubicBezTo>
                  <a:cubicBezTo>
                    <a:pt x="749521" y="334777"/>
                    <a:pt x="749084" y="335214"/>
                    <a:pt x="749084" y="336964"/>
                  </a:cubicBezTo>
                  <a:cubicBezTo>
                    <a:pt x="749084" y="338713"/>
                    <a:pt x="748781" y="340597"/>
                    <a:pt x="748646" y="341000"/>
                  </a:cubicBezTo>
                  <a:cubicBezTo>
                    <a:pt x="748512" y="341438"/>
                    <a:pt x="748074" y="344028"/>
                    <a:pt x="748343" y="344768"/>
                  </a:cubicBezTo>
                  <a:cubicBezTo>
                    <a:pt x="748646" y="345508"/>
                    <a:pt x="750093" y="346652"/>
                    <a:pt x="752685" y="348973"/>
                  </a:cubicBezTo>
                  <a:cubicBezTo>
                    <a:pt x="755276" y="351294"/>
                    <a:pt x="754132" y="354759"/>
                    <a:pt x="753829" y="355331"/>
                  </a:cubicBezTo>
                  <a:cubicBezTo>
                    <a:pt x="753526" y="355903"/>
                    <a:pt x="753829" y="360545"/>
                    <a:pt x="753829" y="361117"/>
                  </a:cubicBezTo>
                  <a:cubicBezTo>
                    <a:pt x="753829" y="361689"/>
                    <a:pt x="752516" y="366768"/>
                    <a:pt x="752516" y="367340"/>
                  </a:cubicBezTo>
                  <a:cubicBezTo>
                    <a:pt x="752516" y="367912"/>
                    <a:pt x="751776" y="371680"/>
                    <a:pt x="751675" y="372252"/>
                  </a:cubicBezTo>
                  <a:cubicBezTo>
                    <a:pt x="751574" y="372824"/>
                    <a:pt x="751776" y="377163"/>
                    <a:pt x="751641" y="378610"/>
                  </a:cubicBezTo>
                  <a:cubicBezTo>
                    <a:pt x="751507" y="380056"/>
                    <a:pt x="751776" y="381805"/>
                    <a:pt x="751641" y="382377"/>
                  </a:cubicBezTo>
                  <a:cubicBezTo>
                    <a:pt x="751507" y="382949"/>
                    <a:pt x="751069" y="385842"/>
                    <a:pt x="750194" y="388029"/>
                  </a:cubicBezTo>
                  <a:cubicBezTo>
                    <a:pt x="749319" y="390215"/>
                    <a:pt x="749925" y="394252"/>
                    <a:pt x="749353" y="397010"/>
                  </a:cubicBezTo>
                  <a:cubicBezTo>
                    <a:pt x="748781" y="399769"/>
                    <a:pt x="747771" y="402090"/>
                    <a:pt x="747468" y="402965"/>
                  </a:cubicBezTo>
                  <a:cubicBezTo>
                    <a:pt x="747165" y="403839"/>
                    <a:pt x="747165" y="407035"/>
                    <a:pt x="747165" y="409491"/>
                  </a:cubicBezTo>
                  <a:cubicBezTo>
                    <a:pt x="747165" y="411946"/>
                    <a:pt x="744540" y="413393"/>
                    <a:pt x="744540" y="413393"/>
                  </a:cubicBezTo>
                  <a:cubicBezTo>
                    <a:pt x="744540" y="413393"/>
                    <a:pt x="744103" y="421366"/>
                    <a:pt x="744103" y="422509"/>
                  </a:cubicBezTo>
                  <a:cubicBezTo>
                    <a:pt x="744103" y="423687"/>
                    <a:pt x="744237" y="425133"/>
                    <a:pt x="744406" y="427723"/>
                  </a:cubicBezTo>
                  <a:cubicBezTo>
                    <a:pt x="744540" y="430347"/>
                    <a:pt x="745146" y="432635"/>
                    <a:pt x="745415" y="434956"/>
                  </a:cubicBezTo>
                  <a:cubicBezTo>
                    <a:pt x="745718" y="437277"/>
                    <a:pt x="745415" y="437277"/>
                    <a:pt x="745718" y="439598"/>
                  </a:cubicBezTo>
                  <a:cubicBezTo>
                    <a:pt x="746021" y="441919"/>
                    <a:pt x="745281" y="444812"/>
                    <a:pt x="745281" y="444812"/>
                  </a:cubicBezTo>
                  <a:cubicBezTo>
                    <a:pt x="745281" y="444812"/>
                    <a:pt x="745281" y="446696"/>
                    <a:pt x="745281" y="448008"/>
                  </a:cubicBezTo>
                  <a:cubicBezTo>
                    <a:pt x="745281" y="449320"/>
                    <a:pt x="745786" y="450464"/>
                    <a:pt x="746526" y="452650"/>
                  </a:cubicBezTo>
                  <a:cubicBezTo>
                    <a:pt x="747233" y="454837"/>
                    <a:pt x="746896" y="456418"/>
                    <a:pt x="746896" y="458436"/>
                  </a:cubicBezTo>
                  <a:cubicBezTo>
                    <a:pt x="746896" y="460455"/>
                    <a:pt x="746896" y="461767"/>
                    <a:pt x="746459" y="465097"/>
                  </a:cubicBezTo>
                  <a:cubicBezTo>
                    <a:pt x="746021" y="468427"/>
                    <a:pt x="745886" y="467687"/>
                    <a:pt x="745146" y="470614"/>
                  </a:cubicBezTo>
                  <a:cubicBezTo>
                    <a:pt x="744406" y="473507"/>
                    <a:pt x="745584" y="473070"/>
                    <a:pt x="746459" y="474819"/>
                  </a:cubicBezTo>
                  <a:cubicBezTo>
                    <a:pt x="747334" y="476568"/>
                    <a:pt x="747031" y="478452"/>
                    <a:pt x="747031" y="478452"/>
                  </a:cubicBezTo>
                  <a:cubicBezTo>
                    <a:pt x="747031" y="478452"/>
                    <a:pt x="743834" y="483801"/>
                    <a:pt x="744002" y="484541"/>
                  </a:cubicBezTo>
                  <a:cubicBezTo>
                    <a:pt x="744136" y="485247"/>
                    <a:pt x="745011" y="485987"/>
                    <a:pt x="745449" y="486559"/>
                  </a:cubicBezTo>
                  <a:cubicBezTo>
                    <a:pt x="745886" y="487131"/>
                    <a:pt x="746459" y="488880"/>
                    <a:pt x="746593" y="489452"/>
                  </a:cubicBezTo>
                  <a:cubicBezTo>
                    <a:pt x="746728" y="490024"/>
                    <a:pt x="746896" y="491033"/>
                    <a:pt x="746896" y="491033"/>
                  </a:cubicBezTo>
                  <a:cubicBezTo>
                    <a:pt x="746896" y="491033"/>
                    <a:pt x="746762" y="494666"/>
                    <a:pt x="746459" y="495104"/>
                  </a:cubicBezTo>
                  <a:cubicBezTo>
                    <a:pt x="746156" y="495541"/>
                    <a:pt x="746762" y="500318"/>
                    <a:pt x="746762" y="500755"/>
                  </a:cubicBezTo>
                  <a:cubicBezTo>
                    <a:pt x="746762" y="501192"/>
                    <a:pt x="741680" y="504388"/>
                    <a:pt x="743295" y="506104"/>
                  </a:cubicBezTo>
                  <a:cubicBezTo>
                    <a:pt x="744877" y="507853"/>
                    <a:pt x="743867" y="507988"/>
                    <a:pt x="746055" y="510881"/>
                  </a:cubicBezTo>
                  <a:cubicBezTo>
                    <a:pt x="748242" y="513774"/>
                    <a:pt x="747064" y="512193"/>
                    <a:pt x="749252" y="514514"/>
                  </a:cubicBezTo>
                  <a:cubicBezTo>
                    <a:pt x="751439" y="516835"/>
                    <a:pt x="749387" y="517541"/>
                    <a:pt x="749252" y="518416"/>
                  </a:cubicBezTo>
                  <a:cubicBezTo>
                    <a:pt x="749117" y="519291"/>
                    <a:pt x="743901" y="518281"/>
                    <a:pt x="743295" y="518416"/>
                  </a:cubicBezTo>
                  <a:cubicBezTo>
                    <a:pt x="742723" y="518550"/>
                    <a:pt x="742151" y="519560"/>
                    <a:pt x="741276" y="520165"/>
                  </a:cubicBezTo>
                  <a:cubicBezTo>
                    <a:pt x="740401" y="520737"/>
                    <a:pt x="739526" y="520905"/>
                    <a:pt x="738516" y="521612"/>
                  </a:cubicBezTo>
                  <a:cubicBezTo>
                    <a:pt x="737507" y="522318"/>
                    <a:pt x="736497" y="521612"/>
                    <a:pt x="736497" y="521612"/>
                  </a:cubicBezTo>
                  <a:lnTo>
                    <a:pt x="730978" y="523024"/>
                  </a:lnTo>
                  <a:cubicBezTo>
                    <a:pt x="730978" y="523024"/>
                    <a:pt x="729968" y="522924"/>
                    <a:pt x="728958" y="523058"/>
                  </a:cubicBezTo>
                  <a:cubicBezTo>
                    <a:pt x="727949" y="523193"/>
                    <a:pt x="726636" y="522924"/>
                    <a:pt x="725626" y="523058"/>
                  </a:cubicBezTo>
                  <a:cubicBezTo>
                    <a:pt x="724617" y="523193"/>
                    <a:pt x="723304" y="523361"/>
                    <a:pt x="722598" y="523630"/>
                  </a:cubicBezTo>
                  <a:cubicBezTo>
                    <a:pt x="721857" y="523933"/>
                    <a:pt x="720848" y="523933"/>
                    <a:pt x="718963" y="524370"/>
                  </a:cubicBezTo>
                  <a:cubicBezTo>
                    <a:pt x="717078" y="524807"/>
                    <a:pt x="716203" y="525951"/>
                    <a:pt x="715631" y="526119"/>
                  </a:cubicBezTo>
                  <a:cubicBezTo>
                    <a:pt x="715059" y="526254"/>
                    <a:pt x="714319" y="527129"/>
                    <a:pt x="714319" y="527129"/>
                  </a:cubicBezTo>
                  <a:cubicBezTo>
                    <a:pt x="714319" y="527129"/>
                    <a:pt x="711996" y="529450"/>
                    <a:pt x="711862" y="529887"/>
                  </a:cubicBezTo>
                  <a:cubicBezTo>
                    <a:pt x="711727" y="530324"/>
                    <a:pt x="710852" y="530896"/>
                    <a:pt x="710280" y="532040"/>
                  </a:cubicBezTo>
                  <a:cubicBezTo>
                    <a:pt x="709708" y="533217"/>
                    <a:pt x="709977" y="533924"/>
                    <a:pt x="709977" y="533924"/>
                  </a:cubicBezTo>
                  <a:cubicBezTo>
                    <a:pt x="709977" y="533924"/>
                    <a:pt x="709977" y="534496"/>
                    <a:pt x="710280" y="535068"/>
                  </a:cubicBezTo>
                  <a:cubicBezTo>
                    <a:pt x="710583" y="535639"/>
                    <a:pt x="712165" y="537826"/>
                    <a:pt x="713746" y="539273"/>
                  </a:cubicBezTo>
                  <a:cubicBezTo>
                    <a:pt x="715328" y="540719"/>
                    <a:pt x="714891" y="540013"/>
                    <a:pt x="716506" y="540584"/>
                  </a:cubicBezTo>
                  <a:cubicBezTo>
                    <a:pt x="718088" y="541156"/>
                    <a:pt x="716506" y="541291"/>
                    <a:pt x="716506" y="541728"/>
                  </a:cubicBezTo>
                  <a:cubicBezTo>
                    <a:pt x="716506" y="542165"/>
                    <a:pt x="715194" y="543309"/>
                    <a:pt x="714756" y="543612"/>
                  </a:cubicBezTo>
                  <a:cubicBezTo>
                    <a:pt x="714319" y="543881"/>
                    <a:pt x="713174" y="544621"/>
                    <a:pt x="712434" y="545361"/>
                  </a:cubicBezTo>
                  <a:cubicBezTo>
                    <a:pt x="711693" y="546068"/>
                    <a:pt x="709674" y="545361"/>
                    <a:pt x="708799" y="545361"/>
                  </a:cubicBezTo>
                  <a:cubicBezTo>
                    <a:pt x="707924" y="545361"/>
                    <a:pt x="706208" y="546505"/>
                    <a:pt x="706208" y="546505"/>
                  </a:cubicBezTo>
                  <a:lnTo>
                    <a:pt x="702876" y="546505"/>
                  </a:lnTo>
                  <a:lnTo>
                    <a:pt x="698265" y="547581"/>
                  </a:lnTo>
                  <a:cubicBezTo>
                    <a:pt x="698265" y="547581"/>
                    <a:pt x="695674" y="548994"/>
                    <a:pt x="695337" y="549196"/>
                  </a:cubicBezTo>
                  <a:cubicBezTo>
                    <a:pt x="695001" y="549398"/>
                    <a:pt x="691736" y="550407"/>
                    <a:pt x="691433" y="550609"/>
                  </a:cubicBezTo>
                  <a:cubicBezTo>
                    <a:pt x="691097" y="550811"/>
                    <a:pt x="689246" y="551786"/>
                    <a:pt x="688808" y="551786"/>
                  </a:cubicBezTo>
                  <a:cubicBezTo>
                    <a:pt x="688371" y="551786"/>
                    <a:pt x="686183" y="553536"/>
                    <a:pt x="686183" y="553536"/>
                  </a:cubicBezTo>
                  <a:cubicBezTo>
                    <a:pt x="686183" y="553536"/>
                    <a:pt x="683794" y="555487"/>
                    <a:pt x="683457" y="555823"/>
                  </a:cubicBezTo>
                  <a:cubicBezTo>
                    <a:pt x="683121" y="556160"/>
                    <a:pt x="682145" y="557572"/>
                    <a:pt x="681707" y="557875"/>
                  </a:cubicBezTo>
                  <a:cubicBezTo>
                    <a:pt x="681270" y="558212"/>
                    <a:pt x="679082" y="562114"/>
                    <a:pt x="679082" y="562114"/>
                  </a:cubicBezTo>
                  <a:cubicBezTo>
                    <a:pt x="679082" y="562114"/>
                    <a:pt x="677770" y="564300"/>
                    <a:pt x="677770" y="564704"/>
                  </a:cubicBezTo>
                  <a:cubicBezTo>
                    <a:pt x="677770" y="565141"/>
                    <a:pt x="675582" y="568741"/>
                    <a:pt x="675582" y="568741"/>
                  </a:cubicBezTo>
                  <a:cubicBezTo>
                    <a:pt x="675582" y="568741"/>
                    <a:pt x="674707" y="570927"/>
                    <a:pt x="674505" y="571230"/>
                  </a:cubicBezTo>
                  <a:cubicBezTo>
                    <a:pt x="674303" y="571567"/>
                    <a:pt x="673967" y="575132"/>
                    <a:pt x="673967" y="575132"/>
                  </a:cubicBezTo>
                  <a:lnTo>
                    <a:pt x="673967" y="580447"/>
                  </a:lnTo>
                  <a:cubicBezTo>
                    <a:pt x="673967" y="580447"/>
                    <a:pt x="675044" y="585123"/>
                    <a:pt x="675279" y="585897"/>
                  </a:cubicBezTo>
                  <a:cubicBezTo>
                    <a:pt x="675515" y="586671"/>
                    <a:pt x="676491" y="588723"/>
                    <a:pt x="676726" y="589799"/>
                  </a:cubicBezTo>
                  <a:cubicBezTo>
                    <a:pt x="676962" y="590876"/>
                    <a:pt x="677029" y="592087"/>
                    <a:pt x="676693" y="593062"/>
                  </a:cubicBezTo>
                  <a:cubicBezTo>
                    <a:pt x="676356" y="594038"/>
                    <a:pt x="676794" y="594812"/>
                    <a:pt x="676693" y="596224"/>
                  </a:cubicBezTo>
                  <a:cubicBezTo>
                    <a:pt x="676592" y="597637"/>
                    <a:pt x="676356" y="598075"/>
                    <a:pt x="676154" y="599151"/>
                  </a:cubicBezTo>
                  <a:cubicBezTo>
                    <a:pt x="675952" y="600228"/>
                    <a:pt x="675380" y="601203"/>
                    <a:pt x="675279" y="601640"/>
                  </a:cubicBezTo>
                  <a:cubicBezTo>
                    <a:pt x="675178" y="602078"/>
                    <a:pt x="673967" y="602717"/>
                    <a:pt x="673967" y="602717"/>
                  </a:cubicBezTo>
                  <a:cubicBezTo>
                    <a:pt x="673967" y="602717"/>
                    <a:pt x="672217" y="605004"/>
                    <a:pt x="672116" y="605307"/>
                  </a:cubicBezTo>
                  <a:cubicBezTo>
                    <a:pt x="672015" y="605643"/>
                    <a:pt x="671140" y="606384"/>
                    <a:pt x="671140" y="606384"/>
                  </a:cubicBezTo>
                  <a:cubicBezTo>
                    <a:pt x="671140" y="606384"/>
                    <a:pt x="670601" y="607359"/>
                    <a:pt x="669861" y="607796"/>
                  </a:cubicBezTo>
                  <a:cubicBezTo>
                    <a:pt x="669120" y="608234"/>
                    <a:pt x="669524" y="608772"/>
                    <a:pt x="669726" y="609546"/>
                  </a:cubicBezTo>
                  <a:cubicBezTo>
                    <a:pt x="669928" y="610319"/>
                    <a:pt x="669827" y="611598"/>
                    <a:pt x="669726" y="612270"/>
                  </a:cubicBezTo>
                  <a:cubicBezTo>
                    <a:pt x="669625" y="612910"/>
                    <a:pt x="668952" y="614222"/>
                    <a:pt x="668750" y="614558"/>
                  </a:cubicBezTo>
                  <a:cubicBezTo>
                    <a:pt x="668548" y="614894"/>
                    <a:pt x="667774" y="616745"/>
                    <a:pt x="667438" y="616946"/>
                  </a:cubicBezTo>
                  <a:cubicBezTo>
                    <a:pt x="667101" y="617148"/>
                    <a:pt x="666024" y="618561"/>
                    <a:pt x="665048" y="619133"/>
                  </a:cubicBezTo>
                  <a:cubicBezTo>
                    <a:pt x="664072" y="619671"/>
                    <a:pt x="662457" y="621959"/>
                    <a:pt x="662120" y="622161"/>
                  </a:cubicBezTo>
                  <a:cubicBezTo>
                    <a:pt x="661784" y="622396"/>
                    <a:pt x="660505" y="623775"/>
                    <a:pt x="660067" y="623775"/>
                  </a:cubicBezTo>
                  <a:cubicBezTo>
                    <a:pt x="659630" y="623775"/>
                    <a:pt x="657476" y="625625"/>
                    <a:pt x="657139" y="625726"/>
                  </a:cubicBezTo>
                  <a:cubicBezTo>
                    <a:pt x="656803" y="625827"/>
                    <a:pt x="651485" y="626937"/>
                    <a:pt x="651485" y="626937"/>
                  </a:cubicBezTo>
                  <a:cubicBezTo>
                    <a:pt x="651485" y="626937"/>
                    <a:pt x="648557" y="625962"/>
                    <a:pt x="647581" y="625524"/>
                  </a:cubicBezTo>
                  <a:cubicBezTo>
                    <a:pt x="646605" y="625087"/>
                    <a:pt x="644115" y="625188"/>
                    <a:pt x="643678" y="625524"/>
                  </a:cubicBezTo>
                  <a:cubicBezTo>
                    <a:pt x="643240" y="625861"/>
                    <a:pt x="641288" y="625524"/>
                    <a:pt x="641288" y="625524"/>
                  </a:cubicBezTo>
                  <a:cubicBezTo>
                    <a:pt x="641288" y="625524"/>
                    <a:pt x="640211" y="628350"/>
                    <a:pt x="639774" y="628350"/>
                  </a:cubicBezTo>
                  <a:cubicBezTo>
                    <a:pt x="639336" y="628350"/>
                    <a:pt x="636072" y="629965"/>
                    <a:pt x="636072" y="629965"/>
                  </a:cubicBezTo>
                  <a:lnTo>
                    <a:pt x="630653" y="630503"/>
                  </a:lnTo>
                  <a:cubicBezTo>
                    <a:pt x="630653" y="630503"/>
                    <a:pt x="622273" y="631580"/>
                    <a:pt x="620860" y="631580"/>
                  </a:cubicBezTo>
                  <a:cubicBezTo>
                    <a:pt x="619446" y="631580"/>
                    <a:pt x="616619" y="633867"/>
                    <a:pt x="614566" y="635179"/>
                  </a:cubicBezTo>
                  <a:cubicBezTo>
                    <a:pt x="612513" y="636491"/>
                    <a:pt x="611201" y="636356"/>
                    <a:pt x="608710" y="636794"/>
                  </a:cubicBezTo>
                  <a:cubicBezTo>
                    <a:pt x="606220" y="637231"/>
                    <a:pt x="603056" y="638308"/>
                    <a:pt x="601306" y="638980"/>
                  </a:cubicBezTo>
                  <a:cubicBezTo>
                    <a:pt x="599556" y="639619"/>
                    <a:pt x="596965" y="640158"/>
                    <a:pt x="595888" y="640158"/>
                  </a:cubicBezTo>
                  <a:cubicBezTo>
                    <a:pt x="594811" y="640158"/>
                    <a:pt x="591648" y="640931"/>
                    <a:pt x="590335" y="641133"/>
                  </a:cubicBezTo>
                  <a:cubicBezTo>
                    <a:pt x="589023" y="641335"/>
                    <a:pt x="586734" y="641335"/>
                    <a:pt x="585220" y="641772"/>
                  </a:cubicBezTo>
                  <a:cubicBezTo>
                    <a:pt x="583705" y="642210"/>
                    <a:pt x="580441" y="641873"/>
                    <a:pt x="578590" y="642412"/>
                  </a:cubicBezTo>
                  <a:cubicBezTo>
                    <a:pt x="576739" y="642950"/>
                    <a:pt x="574585" y="642311"/>
                    <a:pt x="572835" y="642412"/>
                  </a:cubicBezTo>
                  <a:cubicBezTo>
                    <a:pt x="571085" y="642513"/>
                    <a:pt x="562839" y="642950"/>
                    <a:pt x="561964" y="643488"/>
                  </a:cubicBezTo>
                  <a:cubicBezTo>
                    <a:pt x="561089" y="644026"/>
                    <a:pt x="557959" y="644262"/>
                    <a:pt x="553147" y="648265"/>
                  </a:cubicBezTo>
                  <a:cubicBezTo>
                    <a:pt x="548368" y="652268"/>
                    <a:pt x="545642" y="651730"/>
                    <a:pt x="544228" y="651965"/>
                  </a:cubicBezTo>
                  <a:cubicBezTo>
                    <a:pt x="542815" y="652201"/>
                    <a:pt x="535747" y="652066"/>
                    <a:pt x="526526" y="651427"/>
                  </a:cubicBezTo>
                  <a:cubicBezTo>
                    <a:pt x="517271" y="650788"/>
                    <a:pt x="521108" y="651864"/>
                    <a:pt x="515756" y="652840"/>
                  </a:cubicBezTo>
                  <a:cubicBezTo>
                    <a:pt x="510439" y="653815"/>
                    <a:pt x="511853" y="654253"/>
                    <a:pt x="509564" y="654320"/>
                  </a:cubicBezTo>
                  <a:cubicBezTo>
                    <a:pt x="507276" y="654387"/>
                    <a:pt x="504449" y="656540"/>
                    <a:pt x="500982" y="658054"/>
                  </a:cubicBezTo>
                  <a:cubicBezTo>
                    <a:pt x="497516" y="659568"/>
                    <a:pt x="494790" y="658256"/>
                    <a:pt x="492939" y="658256"/>
                  </a:cubicBezTo>
                  <a:cubicBezTo>
                    <a:pt x="491088" y="658256"/>
                    <a:pt x="486544" y="657919"/>
                    <a:pt x="484794" y="657919"/>
                  </a:cubicBezTo>
                  <a:cubicBezTo>
                    <a:pt x="483044" y="657919"/>
                    <a:pt x="479780" y="656069"/>
                    <a:pt x="478501" y="655968"/>
                  </a:cubicBezTo>
                  <a:cubicBezTo>
                    <a:pt x="477188" y="655867"/>
                    <a:pt x="471972" y="654017"/>
                    <a:pt x="470457" y="654354"/>
                  </a:cubicBezTo>
                  <a:cubicBezTo>
                    <a:pt x="468943" y="654690"/>
                    <a:pt x="465241" y="656204"/>
                    <a:pt x="463390" y="657617"/>
                  </a:cubicBezTo>
                  <a:cubicBezTo>
                    <a:pt x="461539" y="659030"/>
                    <a:pt x="456423" y="658929"/>
                    <a:pt x="455986" y="659030"/>
                  </a:cubicBezTo>
                  <a:cubicBezTo>
                    <a:pt x="455548" y="659131"/>
                    <a:pt x="452284" y="661115"/>
                    <a:pt x="452284" y="661115"/>
                  </a:cubicBezTo>
                  <a:cubicBezTo>
                    <a:pt x="452284" y="661115"/>
                    <a:pt x="447606" y="661115"/>
                    <a:pt x="446967" y="661115"/>
                  </a:cubicBezTo>
                  <a:cubicBezTo>
                    <a:pt x="446327" y="661115"/>
                    <a:pt x="438587" y="661485"/>
                    <a:pt x="437072" y="661923"/>
                  </a:cubicBezTo>
                  <a:cubicBezTo>
                    <a:pt x="435558" y="662360"/>
                    <a:pt x="428692" y="662831"/>
                    <a:pt x="427178" y="663066"/>
                  </a:cubicBezTo>
                  <a:cubicBezTo>
                    <a:pt x="425663" y="663302"/>
                    <a:pt x="420985" y="663504"/>
                    <a:pt x="419908" y="663705"/>
                  </a:cubicBezTo>
                  <a:cubicBezTo>
                    <a:pt x="418831" y="663941"/>
                    <a:pt x="414490" y="666195"/>
                    <a:pt x="414490" y="666195"/>
                  </a:cubicBezTo>
                  <a:cubicBezTo>
                    <a:pt x="414490" y="666195"/>
                    <a:pt x="410148" y="667406"/>
                    <a:pt x="408937" y="667810"/>
                  </a:cubicBezTo>
                  <a:cubicBezTo>
                    <a:pt x="407725" y="668247"/>
                    <a:pt x="402845" y="669996"/>
                    <a:pt x="401331" y="670198"/>
                  </a:cubicBezTo>
                  <a:cubicBezTo>
                    <a:pt x="399816" y="670433"/>
                    <a:pt x="392412" y="670837"/>
                    <a:pt x="392076" y="670837"/>
                  </a:cubicBezTo>
                  <a:cubicBezTo>
                    <a:pt x="391739" y="670837"/>
                    <a:pt x="387398" y="670602"/>
                    <a:pt x="387095" y="670602"/>
                  </a:cubicBezTo>
                  <a:cubicBezTo>
                    <a:pt x="386758" y="670602"/>
                    <a:pt x="378412" y="668751"/>
                    <a:pt x="378412" y="668751"/>
                  </a:cubicBezTo>
                  <a:cubicBezTo>
                    <a:pt x="378412" y="668751"/>
                    <a:pt x="374071" y="667103"/>
                    <a:pt x="373633" y="667103"/>
                  </a:cubicBezTo>
                  <a:cubicBezTo>
                    <a:pt x="373196" y="667103"/>
                    <a:pt x="369931" y="666027"/>
                    <a:pt x="369931" y="666027"/>
                  </a:cubicBezTo>
                  <a:cubicBezTo>
                    <a:pt x="369931" y="666027"/>
                    <a:pt x="366330" y="663537"/>
                    <a:pt x="365926" y="663537"/>
                  </a:cubicBezTo>
                  <a:cubicBezTo>
                    <a:pt x="365489" y="663537"/>
                    <a:pt x="364614" y="663335"/>
                    <a:pt x="363739" y="663100"/>
                  </a:cubicBezTo>
                  <a:cubicBezTo>
                    <a:pt x="362864" y="662898"/>
                    <a:pt x="358421" y="662461"/>
                    <a:pt x="358421" y="662461"/>
                  </a:cubicBezTo>
                  <a:lnTo>
                    <a:pt x="355056" y="663672"/>
                  </a:lnTo>
                  <a:lnTo>
                    <a:pt x="348426" y="665186"/>
                  </a:lnTo>
                  <a:cubicBezTo>
                    <a:pt x="348426" y="665186"/>
                    <a:pt x="345498" y="667036"/>
                    <a:pt x="345060" y="667036"/>
                  </a:cubicBezTo>
                  <a:cubicBezTo>
                    <a:pt x="344623" y="667036"/>
                    <a:pt x="342570" y="669424"/>
                    <a:pt x="342133" y="669761"/>
                  </a:cubicBezTo>
                  <a:cubicBezTo>
                    <a:pt x="341695" y="670097"/>
                    <a:pt x="338330" y="674235"/>
                    <a:pt x="338330" y="674235"/>
                  </a:cubicBezTo>
                  <a:lnTo>
                    <a:pt x="332238" y="677700"/>
                  </a:lnTo>
                  <a:lnTo>
                    <a:pt x="325406" y="684966"/>
                  </a:lnTo>
                  <a:lnTo>
                    <a:pt x="322243" y="687455"/>
                  </a:lnTo>
                  <a:lnTo>
                    <a:pt x="320728" y="690180"/>
                  </a:lnTo>
                  <a:cubicBezTo>
                    <a:pt x="320728" y="690180"/>
                    <a:pt x="316589" y="696269"/>
                    <a:pt x="315949" y="696605"/>
                  </a:cubicBezTo>
                  <a:cubicBezTo>
                    <a:pt x="315310" y="696941"/>
                    <a:pt x="313459" y="699868"/>
                    <a:pt x="312920" y="700608"/>
                  </a:cubicBezTo>
                  <a:cubicBezTo>
                    <a:pt x="312382" y="701382"/>
                    <a:pt x="310867" y="702122"/>
                    <a:pt x="310194" y="702660"/>
                  </a:cubicBezTo>
                  <a:cubicBezTo>
                    <a:pt x="309555" y="703198"/>
                    <a:pt x="307906" y="703972"/>
                    <a:pt x="307906" y="703972"/>
                  </a:cubicBezTo>
                  <a:cubicBezTo>
                    <a:pt x="307906" y="703972"/>
                    <a:pt x="304877" y="707572"/>
                    <a:pt x="304742" y="707975"/>
                  </a:cubicBezTo>
                  <a:cubicBezTo>
                    <a:pt x="304641" y="708413"/>
                    <a:pt x="304204" y="709489"/>
                    <a:pt x="302992" y="710700"/>
                  </a:cubicBezTo>
                  <a:cubicBezTo>
                    <a:pt x="301781" y="711911"/>
                    <a:pt x="300939" y="713290"/>
                    <a:pt x="299627" y="714838"/>
                  </a:cubicBezTo>
                  <a:cubicBezTo>
                    <a:pt x="298314" y="716351"/>
                    <a:pt x="296026" y="717226"/>
                    <a:pt x="294511" y="718000"/>
                  </a:cubicBezTo>
                  <a:cubicBezTo>
                    <a:pt x="292997" y="718774"/>
                    <a:pt x="290069" y="717226"/>
                    <a:pt x="289295" y="717226"/>
                  </a:cubicBezTo>
                  <a:cubicBezTo>
                    <a:pt x="288521" y="717226"/>
                    <a:pt x="287006" y="714501"/>
                    <a:pt x="287006" y="714501"/>
                  </a:cubicBezTo>
                  <a:lnTo>
                    <a:pt x="284617" y="713728"/>
                  </a:lnTo>
                  <a:lnTo>
                    <a:pt x="281352" y="712853"/>
                  </a:lnTo>
                  <a:cubicBezTo>
                    <a:pt x="281352" y="712853"/>
                    <a:pt x="276136" y="710801"/>
                    <a:pt x="275799" y="710902"/>
                  </a:cubicBezTo>
                  <a:cubicBezTo>
                    <a:pt x="275463" y="711003"/>
                    <a:pt x="269708" y="709691"/>
                    <a:pt x="269708" y="709691"/>
                  </a:cubicBezTo>
                  <a:lnTo>
                    <a:pt x="265265" y="709691"/>
                  </a:lnTo>
                  <a:lnTo>
                    <a:pt x="259813" y="709758"/>
                  </a:lnTo>
                  <a:cubicBezTo>
                    <a:pt x="259813" y="709758"/>
                    <a:pt x="253823" y="710027"/>
                    <a:pt x="250457" y="710801"/>
                  </a:cubicBezTo>
                  <a:cubicBezTo>
                    <a:pt x="247092" y="711575"/>
                    <a:pt x="244029" y="710801"/>
                    <a:pt x="243626" y="710801"/>
                  </a:cubicBezTo>
                  <a:cubicBezTo>
                    <a:pt x="243188" y="710801"/>
                    <a:pt x="238510" y="709186"/>
                    <a:pt x="238510" y="709186"/>
                  </a:cubicBezTo>
                  <a:cubicBezTo>
                    <a:pt x="238510" y="709186"/>
                    <a:pt x="234707" y="705250"/>
                    <a:pt x="234471" y="704948"/>
                  </a:cubicBezTo>
                  <a:cubicBezTo>
                    <a:pt x="234236" y="704611"/>
                    <a:pt x="233933" y="702559"/>
                    <a:pt x="233933" y="702559"/>
                  </a:cubicBezTo>
                  <a:lnTo>
                    <a:pt x="234270" y="698523"/>
                  </a:lnTo>
                  <a:lnTo>
                    <a:pt x="235246" y="691021"/>
                  </a:lnTo>
                  <a:cubicBezTo>
                    <a:pt x="235246" y="691021"/>
                    <a:pt x="236457" y="689070"/>
                    <a:pt x="236558" y="688733"/>
                  </a:cubicBezTo>
                  <a:cubicBezTo>
                    <a:pt x="236659" y="688397"/>
                    <a:pt x="237635" y="686446"/>
                    <a:pt x="237871" y="685369"/>
                  </a:cubicBezTo>
                  <a:cubicBezTo>
                    <a:pt x="238073" y="684293"/>
                    <a:pt x="237770" y="682443"/>
                    <a:pt x="237770" y="682443"/>
                  </a:cubicBezTo>
                  <a:cubicBezTo>
                    <a:pt x="237770" y="682443"/>
                    <a:pt x="237433" y="678204"/>
                    <a:pt x="237332" y="677868"/>
                  </a:cubicBezTo>
                  <a:cubicBezTo>
                    <a:pt x="237231" y="677531"/>
                    <a:pt x="236693" y="674403"/>
                    <a:pt x="236255" y="673629"/>
                  </a:cubicBezTo>
                  <a:cubicBezTo>
                    <a:pt x="235818" y="672855"/>
                    <a:pt x="233664" y="670803"/>
                    <a:pt x="233327" y="670703"/>
                  </a:cubicBezTo>
                  <a:cubicBezTo>
                    <a:pt x="232991" y="670602"/>
                    <a:pt x="231039" y="668852"/>
                    <a:pt x="230298" y="668852"/>
                  </a:cubicBezTo>
                  <a:cubicBezTo>
                    <a:pt x="229524" y="668852"/>
                    <a:pt x="227808" y="667776"/>
                    <a:pt x="227370" y="667776"/>
                  </a:cubicBezTo>
                  <a:cubicBezTo>
                    <a:pt x="226933" y="667776"/>
                    <a:pt x="225755" y="667675"/>
                    <a:pt x="224644" y="667675"/>
                  </a:cubicBezTo>
                  <a:cubicBezTo>
                    <a:pt x="223567" y="667675"/>
                    <a:pt x="221615" y="668112"/>
                    <a:pt x="221615" y="668112"/>
                  </a:cubicBezTo>
                  <a:cubicBezTo>
                    <a:pt x="221615" y="668112"/>
                    <a:pt x="220841" y="669525"/>
                    <a:pt x="220303" y="670299"/>
                  </a:cubicBezTo>
                  <a:cubicBezTo>
                    <a:pt x="219764" y="671073"/>
                    <a:pt x="218687" y="671947"/>
                    <a:pt x="218115" y="672687"/>
                  </a:cubicBezTo>
                  <a:cubicBezTo>
                    <a:pt x="217577" y="673461"/>
                    <a:pt x="216163" y="673562"/>
                    <a:pt x="216163" y="673562"/>
                  </a:cubicBezTo>
                  <a:cubicBezTo>
                    <a:pt x="216163" y="673562"/>
                    <a:pt x="214110" y="674336"/>
                    <a:pt x="213000" y="674437"/>
                  </a:cubicBezTo>
                  <a:cubicBezTo>
                    <a:pt x="211923" y="674537"/>
                    <a:pt x="210173" y="674437"/>
                    <a:pt x="207884" y="674874"/>
                  </a:cubicBezTo>
                  <a:cubicBezTo>
                    <a:pt x="205596" y="675311"/>
                    <a:pt x="203004" y="674874"/>
                    <a:pt x="203004" y="674874"/>
                  </a:cubicBezTo>
                  <a:lnTo>
                    <a:pt x="198865" y="674100"/>
                  </a:lnTo>
                  <a:lnTo>
                    <a:pt x="191697" y="676724"/>
                  </a:lnTo>
                  <a:cubicBezTo>
                    <a:pt x="191697" y="676724"/>
                    <a:pt x="189946" y="677060"/>
                    <a:pt x="189509" y="676926"/>
                  </a:cubicBezTo>
                  <a:cubicBezTo>
                    <a:pt x="189071" y="676825"/>
                    <a:pt x="185168" y="673461"/>
                    <a:pt x="184831" y="673226"/>
                  </a:cubicBezTo>
                  <a:cubicBezTo>
                    <a:pt x="184494" y="673024"/>
                    <a:pt x="182105" y="670501"/>
                    <a:pt x="182105" y="670501"/>
                  </a:cubicBezTo>
                  <a:cubicBezTo>
                    <a:pt x="182105" y="670501"/>
                    <a:pt x="178941" y="667473"/>
                    <a:pt x="178639" y="667036"/>
                  </a:cubicBezTo>
                  <a:cubicBezTo>
                    <a:pt x="178302" y="666599"/>
                    <a:pt x="177225" y="664984"/>
                    <a:pt x="177225" y="664984"/>
                  </a:cubicBezTo>
                  <a:cubicBezTo>
                    <a:pt x="177225" y="664984"/>
                    <a:pt x="175475" y="663134"/>
                    <a:pt x="175172" y="662932"/>
                  </a:cubicBezTo>
                  <a:cubicBezTo>
                    <a:pt x="174836" y="662696"/>
                    <a:pt x="173321" y="660745"/>
                    <a:pt x="173119" y="660005"/>
                  </a:cubicBezTo>
                  <a:cubicBezTo>
                    <a:pt x="172917" y="659231"/>
                    <a:pt x="172042" y="659669"/>
                    <a:pt x="171706" y="659231"/>
                  </a:cubicBezTo>
                  <a:cubicBezTo>
                    <a:pt x="171369" y="658794"/>
                    <a:pt x="169855" y="658357"/>
                    <a:pt x="168980" y="658357"/>
                  </a:cubicBezTo>
                  <a:cubicBezTo>
                    <a:pt x="168105" y="658357"/>
                    <a:pt x="167667" y="658794"/>
                    <a:pt x="167364" y="658895"/>
                  </a:cubicBezTo>
                  <a:cubicBezTo>
                    <a:pt x="167028" y="658996"/>
                    <a:pt x="165513" y="660409"/>
                    <a:pt x="164436" y="661082"/>
                  </a:cubicBezTo>
                  <a:cubicBezTo>
                    <a:pt x="163359" y="661721"/>
                    <a:pt x="163023" y="662696"/>
                    <a:pt x="162585" y="663369"/>
                  </a:cubicBezTo>
                  <a:cubicBezTo>
                    <a:pt x="162148" y="664008"/>
                    <a:pt x="162249" y="665556"/>
                    <a:pt x="162148" y="666531"/>
                  </a:cubicBezTo>
                  <a:cubicBezTo>
                    <a:pt x="162047" y="667507"/>
                    <a:pt x="163023" y="669559"/>
                    <a:pt x="163124" y="670332"/>
                  </a:cubicBezTo>
                  <a:cubicBezTo>
                    <a:pt x="163225" y="671106"/>
                    <a:pt x="161946" y="674033"/>
                    <a:pt x="161946" y="674033"/>
                  </a:cubicBezTo>
                  <a:cubicBezTo>
                    <a:pt x="161946" y="674033"/>
                    <a:pt x="161071" y="675648"/>
                    <a:pt x="160633" y="675883"/>
                  </a:cubicBezTo>
                  <a:cubicBezTo>
                    <a:pt x="160196" y="676085"/>
                    <a:pt x="158345" y="676959"/>
                    <a:pt x="158042" y="676926"/>
                  </a:cubicBezTo>
                  <a:cubicBezTo>
                    <a:pt x="157705" y="676892"/>
                    <a:pt x="153465" y="676859"/>
                    <a:pt x="152624" y="676959"/>
                  </a:cubicBezTo>
                  <a:cubicBezTo>
                    <a:pt x="151749" y="677060"/>
                    <a:pt x="149460" y="676859"/>
                    <a:pt x="149023" y="676959"/>
                  </a:cubicBezTo>
                  <a:cubicBezTo>
                    <a:pt x="148585" y="677060"/>
                    <a:pt x="146095" y="676959"/>
                    <a:pt x="145220" y="676959"/>
                  </a:cubicBezTo>
                  <a:cubicBezTo>
                    <a:pt x="144345" y="676959"/>
                    <a:pt x="143032" y="677733"/>
                    <a:pt x="142056" y="677834"/>
                  </a:cubicBezTo>
                  <a:cubicBezTo>
                    <a:pt x="141080" y="677935"/>
                    <a:pt x="139868" y="678911"/>
                    <a:pt x="139027" y="679348"/>
                  </a:cubicBezTo>
                  <a:cubicBezTo>
                    <a:pt x="138152" y="679785"/>
                    <a:pt x="137412" y="680761"/>
                    <a:pt x="136638" y="680862"/>
                  </a:cubicBezTo>
                  <a:cubicBezTo>
                    <a:pt x="135864" y="680963"/>
                    <a:pt x="133811" y="683250"/>
                    <a:pt x="133037" y="683351"/>
                  </a:cubicBezTo>
                  <a:cubicBezTo>
                    <a:pt x="132263" y="683452"/>
                    <a:pt x="129873" y="684562"/>
                    <a:pt x="127921" y="684764"/>
                  </a:cubicBezTo>
                  <a:cubicBezTo>
                    <a:pt x="125969" y="684966"/>
                    <a:pt x="124455" y="685403"/>
                    <a:pt x="123883" y="685403"/>
                  </a:cubicBezTo>
                  <a:cubicBezTo>
                    <a:pt x="123344" y="685403"/>
                    <a:pt x="121392" y="686177"/>
                    <a:pt x="120955" y="686177"/>
                  </a:cubicBezTo>
                  <a:cubicBezTo>
                    <a:pt x="120517" y="686177"/>
                    <a:pt x="118565" y="686715"/>
                    <a:pt x="117051" y="686816"/>
                  </a:cubicBezTo>
                  <a:cubicBezTo>
                    <a:pt x="115536" y="686917"/>
                    <a:pt x="113887" y="686917"/>
                    <a:pt x="113046" y="686816"/>
                  </a:cubicBezTo>
                  <a:cubicBezTo>
                    <a:pt x="112171" y="686715"/>
                    <a:pt x="110421" y="686614"/>
                    <a:pt x="109243" y="686614"/>
                  </a:cubicBezTo>
                  <a:cubicBezTo>
                    <a:pt x="108065" y="686614"/>
                    <a:pt x="105103" y="684764"/>
                    <a:pt x="104666" y="684764"/>
                  </a:cubicBezTo>
                  <a:cubicBezTo>
                    <a:pt x="104228" y="684764"/>
                    <a:pt x="101300" y="683149"/>
                    <a:pt x="100863" y="683149"/>
                  </a:cubicBezTo>
                  <a:cubicBezTo>
                    <a:pt x="100425" y="683149"/>
                    <a:pt x="97598" y="683149"/>
                    <a:pt x="97161" y="683048"/>
                  </a:cubicBezTo>
                  <a:cubicBezTo>
                    <a:pt x="96723" y="682947"/>
                    <a:pt x="94132" y="681972"/>
                    <a:pt x="94132" y="681972"/>
                  </a:cubicBezTo>
                  <a:lnTo>
                    <a:pt x="90766" y="681972"/>
                  </a:lnTo>
                  <a:cubicBezTo>
                    <a:pt x="90766" y="681972"/>
                    <a:pt x="85886" y="683990"/>
                    <a:pt x="85550" y="684091"/>
                  </a:cubicBezTo>
                  <a:cubicBezTo>
                    <a:pt x="85213" y="684192"/>
                    <a:pt x="82184" y="685571"/>
                    <a:pt x="82184" y="685571"/>
                  </a:cubicBezTo>
                  <a:lnTo>
                    <a:pt x="78146" y="688733"/>
                  </a:lnTo>
                  <a:lnTo>
                    <a:pt x="74780" y="691458"/>
                  </a:lnTo>
                  <a:lnTo>
                    <a:pt x="70877" y="694822"/>
                  </a:lnTo>
                  <a:lnTo>
                    <a:pt x="68252" y="697009"/>
                  </a:lnTo>
                  <a:cubicBezTo>
                    <a:pt x="68252" y="697009"/>
                    <a:pt x="65525" y="700036"/>
                    <a:pt x="65088" y="700373"/>
                  </a:cubicBezTo>
                  <a:cubicBezTo>
                    <a:pt x="64650" y="700709"/>
                    <a:pt x="63674" y="702559"/>
                    <a:pt x="63674" y="702559"/>
                  </a:cubicBezTo>
                  <a:lnTo>
                    <a:pt x="63035" y="705183"/>
                  </a:lnTo>
                  <a:lnTo>
                    <a:pt x="62261" y="708446"/>
                  </a:lnTo>
                  <a:lnTo>
                    <a:pt x="62160" y="712046"/>
                  </a:lnTo>
                  <a:lnTo>
                    <a:pt x="61521" y="714636"/>
                  </a:lnTo>
                  <a:lnTo>
                    <a:pt x="61420" y="718673"/>
                  </a:lnTo>
                  <a:lnTo>
                    <a:pt x="60545" y="722474"/>
                  </a:lnTo>
                  <a:cubicBezTo>
                    <a:pt x="60545" y="722474"/>
                    <a:pt x="59131" y="724761"/>
                    <a:pt x="58795" y="725199"/>
                  </a:cubicBezTo>
                  <a:cubicBezTo>
                    <a:pt x="58458" y="725636"/>
                    <a:pt x="57482" y="727486"/>
                    <a:pt x="57482" y="727486"/>
                  </a:cubicBezTo>
                  <a:cubicBezTo>
                    <a:pt x="57482" y="727486"/>
                    <a:pt x="55429" y="729437"/>
                    <a:pt x="54891" y="729673"/>
                  </a:cubicBezTo>
                  <a:cubicBezTo>
                    <a:pt x="54352" y="729875"/>
                    <a:pt x="53040" y="731086"/>
                    <a:pt x="52703" y="731086"/>
                  </a:cubicBezTo>
                  <a:cubicBezTo>
                    <a:pt x="52367" y="731086"/>
                    <a:pt x="50953" y="732297"/>
                    <a:pt x="50078" y="732499"/>
                  </a:cubicBezTo>
                  <a:cubicBezTo>
                    <a:pt x="49203" y="732700"/>
                    <a:pt x="48665" y="733810"/>
                    <a:pt x="48025" y="734012"/>
                  </a:cubicBezTo>
                  <a:cubicBezTo>
                    <a:pt x="47386" y="734214"/>
                    <a:pt x="46410" y="735526"/>
                    <a:pt x="45299" y="735963"/>
                  </a:cubicBezTo>
                  <a:cubicBezTo>
                    <a:pt x="44222" y="736401"/>
                    <a:pt x="43785" y="737174"/>
                    <a:pt x="43448" y="737814"/>
                  </a:cubicBezTo>
                  <a:cubicBezTo>
                    <a:pt x="43112" y="738453"/>
                    <a:pt x="40520" y="737814"/>
                    <a:pt x="40520" y="737814"/>
                  </a:cubicBezTo>
                  <a:lnTo>
                    <a:pt x="36717" y="739428"/>
                  </a:lnTo>
                  <a:lnTo>
                    <a:pt x="33453" y="739428"/>
                  </a:lnTo>
                  <a:lnTo>
                    <a:pt x="30962" y="740236"/>
                  </a:lnTo>
                  <a:cubicBezTo>
                    <a:pt x="30962" y="740236"/>
                    <a:pt x="27698" y="739967"/>
                    <a:pt x="26621" y="740067"/>
                  </a:cubicBezTo>
                  <a:cubicBezTo>
                    <a:pt x="25544" y="740168"/>
                    <a:pt x="24770" y="740067"/>
                    <a:pt x="24332" y="740067"/>
                  </a:cubicBezTo>
                  <a:cubicBezTo>
                    <a:pt x="23895" y="740067"/>
                    <a:pt x="20327" y="740841"/>
                    <a:pt x="19318" y="740841"/>
                  </a:cubicBezTo>
                  <a:cubicBezTo>
                    <a:pt x="18342" y="740841"/>
                    <a:pt x="16390" y="742153"/>
                    <a:pt x="15077" y="742490"/>
                  </a:cubicBezTo>
                  <a:cubicBezTo>
                    <a:pt x="13765" y="742826"/>
                    <a:pt x="12688" y="743028"/>
                    <a:pt x="11173" y="743902"/>
                  </a:cubicBezTo>
                  <a:cubicBezTo>
                    <a:pt x="9659" y="744777"/>
                    <a:pt x="7808" y="745753"/>
                    <a:pt x="7034" y="746526"/>
                  </a:cubicBezTo>
                  <a:cubicBezTo>
                    <a:pt x="6260" y="747300"/>
                    <a:pt x="6260" y="746863"/>
                    <a:pt x="6159" y="748578"/>
                  </a:cubicBezTo>
                  <a:cubicBezTo>
                    <a:pt x="6058" y="750328"/>
                    <a:pt x="8548" y="751606"/>
                    <a:pt x="8784" y="751942"/>
                  </a:cubicBezTo>
                  <a:cubicBezTo>
                    <a:pt x="8986" y="752279"/>
                    <a:pt x="10298" y="753557"/>
                    <a:pt x="12486" y="755104"/>
                  </a:cubicBezTo>
                  <a:cubicBezTo>
                    <a:pt x="14673" y="756618"/>
                    <a:pt x="15952" y="758569"/>
                    <a:pt x="16188" y="759007"/>
                  </a:cubicBezTo>
                  <a:cubicBezTo>
                    <a:pt x="16390" y="759444"/>
                    <a:pt x="17500" y="761059"/>
                    <a:pt x="17601" y="761395"/>
                  </a:cubicBezTo>
                  <a:cubicBezTo>
                    <a:pt x="17702" y="761731"/>
                    <a:pt x="21068" y="765095"/>
                    <a:pt x="21202" y="765533"/>
                  </a:cubicBezTo>
                  <a:cubicBezTo>
                    <a:pt x="21303" y="765970"/>
                    <a:pt x="21976" y="769569"/>
                    <a:pt x="21976" y="769569"/>
                  </a:cubicBezTo>
                  <a:lnTo>
                    <a:pt x="20563" y="778047"/>
                  </a:lnTo>
                  <a:lnTo>
                    <a:pt x="20226" y="782050"/>
                  </a:lnTo>
                  <a:lnTo>
                    <a:pt x="20226" y="784438"/>
                  </a:lnTo>
                  <a:cubicBezTo>
                    <a:pt x="20226" y="784438"/>
                    <a:pt x="21808" y="785851"/>
                    <a:pt x="22111" y="786187"/>
                  </a:cubicBezTo>
                  <a:cubicBezTo>
                    <a:pt x="22448" y="786524"/>
                    <a:pt x="25409" y="789013"/>
                    <a:pt x="25645" y="789350"/>
                  </a:cubicBezTo>
                  <a:cubicBezTo>
                    <a:pt x="25847" y="789686"/>
                    <a:pt x="27058" y="791200"/>
                    <a:pt x="27159" y="791637"/>
                  </a:cubicBezTo>
                  <a:cubicBezTo>
                    <a:pt x="27260" y="792074"/>
                    <a:pt x="27260" y="794463"/>
                    <a:pt x="27260" y="794463"/>
                  </a:cubicBezTo>
                  <a:lnTo>
                    <a:pt x="26183" y="796212"/>
                  </a:lnTo>
                  <a:cubicBezTo>
                    <a:pt x="26183" y="796212"/>
                    <a:pt x="24770" y="797423"/>
                    <a:pt x="23794" y="797726"/>
                  </a:cubicBezTo>
                  <a:cubicBezTo>
                    <a:pt x="22818" y="798062"/>
                    <a:pt x="21842" y="798365"/>
                    <a:pt x="21842" y="798365"/>
                  </a:cubicBezTo>
                  <a:cubicBezTo>
                    <a:pt x="21842" y="798365"/>
                    <a:pt x="19116" y="798701"/>
                    <a:pt x="18039" y="798264"/>
                  </a:cubicBezTo>
                  <a:cubicBezTo>
                    <a:pt x="16962" y="797827"/>
                    <a:pt x="16726" y="798163"/>
                    <a:pt x="16188" y="797524"/>
                  </a:cubicBezTo>
                  <a:cubicBezTo>
                    <a:pt x="15649" y="796885"/>
                    <a:pt x="14135" y="796885"/>
                    <a:pt x="14135" y="796885"/>
                  </a:cubicBezTo>
                  <a:lnTo>
                    <a:pt x="12284" y="796885"/>
                  </a:lnTo>
                  <a:cubicBezTo>
                    <a:pt x="12284" y="796885"/>
                    <a:pt x="11846" y="798466"/>
                    <a:pt x="11846" y="798769"/>
                  </a:cubicBezTo>
                  <a:cubicBezTo>
                    <a:pt x="11846" y="799105"/>
                    <a:pt x="10971" y="801426"/>
                    <a:pt x="10971" y="801426"/>
                  </a:cubicBezTo>
                  <a:cubicBezTo>
                    <a:pt x="10971" y="801426"/>
                    <a:pt x="9120" y="803276"/>
                    <a:pt x="8582" y="803377"/>
                  </a:cubicBezTo>
                  <a:cubicBezTo>
                    <a:pt x="8043" y="803478"/>
                    <a:pt x="6630" y="804252"/>
                    <a:pt x="6630" y="804252"/>
                  </a:cubicBezTo>
                  <a:cubicBezTo>
                    <a:pt x="6630" y="804252"/>
                    <a:pt x="4005" y="805429"/>
                    <a:pt x="3164" y="805564"/>
                  </a:cubicBezTo>
                  <a:cubicBezTo>
                    <a:pt x="2289" y="805665"/>
                    <a:pt x="774" y="807313"/>
                    <a:pt x="774" y="807313"/>
                  </a:cubicBezTo>
                  <a:lnTo>
                    <a:pt x="0" y="809802"/>
                  </a:lnTo>
                  <a:lnTo>
                    <a:pt x="538" y="812628"/>
                  </a:lnTo>
                  <a:lnTo>
                    <a:pt x="1178" y="816968"/>
                  </a:lnTo>
                  <a:lnTo>
                    <a:pt x="2793" y="819457"/>
                  </a:lnTo>
                  <a:lnTo>
                    <a:pt x="5183" y="821206"/>
                  </a:lnTo>
                  <a:lnTo>
                    <a:pt x="8885" y="827497"/>
                  </a:lnTo>
                  <a:lnTo>
                    <a:pt x="9524" y="830524"/>
                  </a:lnTo>
                  <a:lnTo>
                    <a:pt x="13866" y="836176"/>
                  </a:lnTo>
                  <a:lnTo>
                    <a:pt x="15044" y="839977"/>
                  </a:lnTo>
                  <a:lnTo>
                    <a:pt x="17231" y="844014"/>
                  </a:lnTo>
                  <a:cubicBezTo>
                    <a:pt x="17231" y="844014"/>
                    <a:pt x="19722" y="847041"/>
                    <a:pt x="19856" y="847378"/>
                  </a:cubicBezTo>
                  <a:cubicBezTo>
                    <a:pt x="19957" y="847714"/>
                    <a:pt x="20395" y="848152"/>
                    <a:pt x="20395" y="848152"/>
                  </a:cubicBezTo>
                  <a:cubicBezTo>
                    <a:pt x="20395" y="848152"/>
                    <a:pt x="22784" y="849026"/>
                    <a:pt x="23121" y="849026"/>
                  </a:cubicBezTo>
                  <a:cubicBezTo>
                    <a:pt x="23457" y="849026"/>
                    <a:pt x="26150" y="849228"/>
                    <a:pt x="26486" y="849228"/>
                  </a:cubicBezTo>
                  <a:cubicBezTo>
                    <a:pt x="26823" y="849228"/>
                    <a:pt x="28876" y="849228"/>
                    <a:pt x="29852" y="848690"/>
                  </a:cubicBezTo>
                  <a:cubicBezTo>
                    <a:pt x="30828" y="848152"/>
                    <a:pt x="31366" y="848589"/>
                    <a:pt x="32443" y="847378"/>
                  </a:cubicBezTo>
                  <a:cubicBezTo>
                    <a:pt x="33520" y="846200"/>
                    <a:pt x="32443" y="847378"/>
                    <a:pt x="32443" y="846941"/>
                  </a:cubicBezTo>
                  <a:cubicBezTo>
                    <a:pt x="32443" y="846503"/>
                    <a:pt x="34092" y="846604"/>
                    <a:pt x="34395" y="846167"/>
                  </a:cubicBezTo>
                  <a:cubicBezTo>
                    <a:pt x="34732" y="845730"/>
                    <a:pt x="35607" y="845292"/>
                    <a:pt x="35607" y="845292"/>
                  </a:cubicBezTo>
                  <a:cubicBezTo>
                    <a:pt x="35607" y="845292"/>
                    <a:pt x="36684" y="844855"/>
                    <a:pt x="37121" y="844216"/>
                  </a:cubicBezTo>
                  <a:cubicBezTo>
                    <a:pt x="37559" y="843577"/>
                    <a:pt x="39073" y="843139"/>
                    <a:pt x="39309" y="842803"/>
                  </a:cubicBezTo>
                  <a:cubicBezTo>
                    <a:pt x="39544" y="842467"/>
                    <a:pt x="41496" y="842366"/>
                    <a:pt x="41496" y="842366"/>
                  </a:cubicBezTo>
                  <a:cubicBezTo>
                    <a:pt x="41496" y="842366"/>
                    <a:pt x="43987" y="842366"/>
                    <a:pt x="44660" y="842029"/>
                  </a:cubicBezTo>
                  <a:cubicBezTo>
                    <a:pt x="45299" y="841693"/>
                    <a:pt x="47150" y="842029"/>
                    <a:pt x="47150" y="842029"/>
                  </a:cubicBezTo>
                  <a:lnTo>
                    <a:pt x="50616" y="842029"/>
                  </a:lnTo>
                  <a:lnTo>
                    <a:pt x="53443" y="843711"/>
                  </a:lnTo>
                  <a:lnTo>
                    <a:pt x="54218" y="846705"/>
                  </a:lnTo>
                  <a:cubicBezTo>
                    <a:pt x="54218" y="846705"/>
                    <a:pt x="58121" y="848555"/>
                    <a:pt x="59872" y="848993"/>
                  </a:cubicBezTo>
                  <a:cubicBezTo>
                    <a:pt x="61622" y="849430"/>
                    <a:pt x="62799" y="848993"/>
                    <a:pt x="62799" y="848993"/>
                  </a:cubicBezTo>
                  <a:lnTo>
                    <a:pt x="64751" y="848993"/>
                  </a:lnTo>
                  <a:lnTo>
                    <a:pt x="66602" y="851549"/>
                  </a:lnTo>
                  <a:lnTo>
                    <a:pt x="68992" y="853870"/>
                  </a:lnTo>
                  <a:lnTo>
                    <a:pt x="72593" y="856158"/>
                  </a:lnTo>
                  <a:cubicBezTo>
                    <a:pt x="72593" y="856158"/>
                    <a:pt x="75083" y="857571"/>
                    <a:pt x="76295" y="858109"/>
                  </a:cubicBezTo>
                  <a:cubicBezTo>
                    <a:pt x="77473" y="858647"/>
                    <a:pt x="80872" y="861708"/>
                    <a:pt x="81309" y="862011"/>
                  </a:cubicBezTo>
                  <a:cubicBezTo>
                    <a:pt x="81747" y="862348"/>
                    <a:pt x="84473" y="865712"/>
                    <a:pt x="84473" y="865712"/>
                  </a:cubicBezTo>
                  <a:lnTo>
                    <a:pt x="86223" y="868638"/>
                  </a:lnTo>
                  <a:lnTo>
                    <a:pt x="86560" y="870690"/>
                  </a:lnTo>
                  <a:lnTo>
                    <a:pt x="86358" y="875904"/>
                  </a:lnTo>
                  <a:lnTo>
                    <a:pt x="86358" y="877956"/>
                  </a:lnTo>
                  <a:lnTo>
                    <a:pt x="86358" y="881085"/>
                  </a:lnTo>
                  <a:lnTo>
                    <a:pt x="86358" y="883910"/>
                  </a:lnTo>
                  <a:lnTo>
                    <a:pt x="86459" y="886938"/>
                  </a:lnTo>
                  <a:lnTo>
                    <a:pt x="85382" y="889125"/>
                  </a:lnTo>
                  <a:lnTo>
                    <a:pt x="83766" y="892152"/>
                  </a:lnTo>
                  <a:lnTo>
                    <a:pt x="82252" y="894204"/>
                  </a:lnTo>
                  <a:lnTo>
                    <a:pt x="81175" y="897232"/>
                  </a:lnTo>
                  <a:lnTo>
                    <a:pt x="80535" y="899519"/>
                  </a:lnTo>
                  <a:lnTo>
                    <a:pt x="80098" y="904296"/>
                  </a:lnTo>
                  <a:lnTo>
                    <a:pt x="79761" y="907122"/>
                  </a:lnTo>
                  <a:lnTo>
                    <a:pt x="79324" y="911125"/>
                  </a:lnTo>
                  <a:lnTo>
                    <a:pt x="78348" y="913951"/>
                  </a:lnTo>
                  <a:lnTo>
                    <a:pt x="77708" y="915801"/>
                  </a:lnTo>
                  <a:lnTo>
                    <a:pt x="77708" y="917853"/>
                  </a:lnTo>
                  <a:lnTo>
                    <a:pt x="77338" y="920578"/>
                  </a:lnTo>
                  <a:cubicBezTo>
                    <a:pt x="77338" y="920578"/>
                    <a:pt x="76833" y="923067"/>
                    <a:pt x="76833" y="923504"/>
                  </a:cubicBezTo>
                  <a:cubicBezTo>
                    <a:pt x="76833" y="923942"/>
                    <a:pt x="76833" y="925018"/>
                    <a:pt x="76497" y="926330"/>
                  </a:cubicBezTo>
                  <a:cubicBezTo>
                    <a:pt x="76160" y="927642"/>
                    <a:pt x="75622" y="928517"/>
                    <a:pt x="75622" y="928517"/>
                  </a:cubicBezTo>
                  <a:lnTo>
                    <a:pt x="75285" y="931342"/>
                  </a:lnTo>
                  <a:cubicBezTo>
                    <a:pt x="75285" y="931342"/>
                    <a:pt x="75083" y="934067"/>
                    <a:pt x="75083" y="934505"/>
                  </a:cubicBezTo>
                  <a:cubicBezTo>
                    <a:pt x="75083" y="934942"/>
                    <a:pt x="75285" y="939080"/>
                    <a:pt x="75285" y="939382"/>
                  </a:cubicBezTo>
                  <a:cubicBezTo>
                    <a:pt x="75285" y="939719"/>
                    <a:pt x="75925" y="941872"/>
                    <a:pt x="75925" y="941872"/>
                  </a:cubicBezTo>
                  <a:lnTo>
                    <a:pt x="75925" y="944596"/>
                  </a:lnTo>
                  <a:cubicBezTo>
                    <a:pt x="75925" y="944596"/>
                    <a:pt x="78516" y="946985"/>
                    <a:pt x="80064" y="948297"/>
                  </a:cubicBezTo>
                  <a:cubicBezTo>
                    <a:pt x="81579" y="949609"/>
                    <a:pt x="82353" y="952636"/>
                    <a:pt x="82454" y="953074"/>
                  </a:cubicBezTo>
                  <a:cubicBezTo>
                    <a:pt x="82555" y="953511"/>
                    <a:pt x="82454" y="955798"/>
                    <a:pt x="82454" y="956236"/>
                  </a:cubicBezTo>
                  <a:cubicBezTo>
                    <a:pt x="82454" y="956673"/>
                    <a:pt x="82117" y="958086"/>
                    <a:pt x="82117" y="958086"/>
                  </a:cubicBezTo>
                  <a:cubicBezTo>
                    <a:pt x="82117" y="958086"/>
                    <a:pt x="81040" y="959936"/>
                    <a:pt x="80704" y="960138"/>
                  </a:cubicBezTo>
                  <a:cubicBezTo>
                    <a:pt x="80367" y="960340"/>
                    <a:pt x="79290" y="961887"/>
                    <a:pt x="78314" y="962089"/>
                  </a:cubicBezTo>
                  <a:cubicBezTo>
                    <a:pt x="77338" y="962291"/>
                    <a:pt x="77237" y="963065"/>
                    <a:pt x="77237" y="963065"/>
                  </a:cubicBezTo>
                  <a:lnTo>
                    <a:pt x="75386" y="964578"/>
                  </a:lnTo>
                  <a:lnTo>
                    <a:pt x="73636" y="967202"/>
                  </a:lnTo>
                  <a:lnTo>
                    <a:pt x="72189" y="969389"/>
                  </a:lnTo>
                  <a:lnTo>
                    <a:pt x="70574" y="971239"/>
                  </a:lnTo>
                  <a:lnTo>
                    <a:pt x="69598" y="972450"/>
                  </a:lnTo>
                  <a:lnTo>
                    <a:pt x="69295" y="974939"/>
                  </a:lnTo>
                  <a:lnTo>
                    <a:pt x="69497" y="978404"/>
                  </a:lnTo>
                  <a:lnTo>
                    <a:pt x="70910" y="982407"/>
                  </a:lnTo>
                  <a:lnTo>
                    <a:pt x="72526" y="985132"/>
                  </a:lnTo>
                  <a:lnTo>
                    <a:pt x="72862" y="989270"/>
                  </a:lnTo>
                  <a:cubicBezTo>
                    <a:pt x="72862" y="989270"/>
                    <a:pt x="74175" y="991322"/>
                    <a:pt x="74276" y="991658"/>
                  </a:cubicBezTo>
                  <a:cubicBezTo>
                    <a:pt x="74377" y="991995"/>
                    <a:pt x="74915" y="994585"/>
                    <a:pt x="74915" y="994585"/>
                  </a:cubicBezTo>
                  <a:cubicBezTo>
                    <a:pt x="74915" y="994585"/>
                    <a:pt x="75151" y="997848"/>
                    <a:pt x="75151" y="998184"/>
                  </a:cubicBezTo>
                  <a:cubicBezTo>
                    <a:pt x="75151" y="998521"/>
                    <a:pt x="75487" y="1003028"/>
                    <a:pt x="75487" y="1003028"/>
                  </a:cubicBezTo>
                  <a:lnTo>
                    <a:pt x="75050" y="1004912"/>
                  </a:lnTo>
                  <a:lnTo>
                    <a:pt x="72458" y="1007738"/>
                  </a:lnTo>
                  <a:cubicBezTo>
                    <a:pt x="72458" y="1007738"/>
                    <a:pt x="70170" y="1008814"/>
                    <a:pt x="69732" y="1008814"/>
                  </a:cubicBezTo>
                  <a:cubicBezTo>
                    <a:pt x="69295" y="1008814"/>
                    <a:pt x="67343" y="1010126"/>
                    <a:pt x="67343" y="1010126"/>
                  </a:cubicBezTo>
                  <a:lnTo>
                    <a:pt x="64617" y="1011102"/>
                  </a:lnTo>
                  <a:lnTo>
                    <a:pt x="61790" y="1011539"/>
                  </a:lnTo>
                  <a:lnTo>
                    <a:pt x="60477" y="1011977"/>
                  </a:lnTo>
                  <a:lnTo>
                    <a:pt x="57011" y="1012414"/>
                  </a:lnTo>
                  <a:cubicBezTo>
                    <a:pt x="57011" y="1012414"/>
                    <a:pt x="53847" y="1012515"/>
                    <a:pt x="51996" y="1011977"/>
                  </a:cubicBezTo>
                  <a:cubicBezTo>
                    <a:pt x="50145" y="1011438"/>
                    <a:pt x="50044" y="1011977"/>
                    <a:pt x="48732" y="1011775"/>
                  </a:cubicBezTo>
                  <a:cubicBezTo>
                    <a:pt x="47419" y="1011539"/>
                    <a:pt x="47217" y="1011438"/>
                    <a:pt x="47217" y="1011438"/>
                  </a:cubicBezTo>
                  <a:lnTo>
                    <a:pt x="43414" y="1010799"/>
                  </a:lnTo>
                  <a:lnTo>
                    <a:pt x="39712" y="1008512"/>
                  </a:lnTo>
                  <a:cubicBezTo>
                    <a:pt x="39712" y="1008512"/>
                    <a:pt x="38198" y="1007435"/>
                    <a:pt x="37861" y="1006998"/>
                  </a:cubicBezTo>
                  <a:cubicBezTo>
                    <a:pt x="37525" y="1006561"/>
                    <a:pt x="35371" y="1005787"/>
                    <a:pt x="34698" y="1005148"/>
                  </a:cubicBezTo>
                  <a:cubicBezTo>
                    <a:pt x="34058" y="1004509"/>
                    <a:pt x="31871" y="1004273"/>
                    <a:pt x="31433" y="1003399"/>
                  </a:cubicBezTo>
                  <a:cubicBezTo>
                    <a:pt x="30996" y="1002524"/>
                    <a:pt x="28270" y="1003499"/>
                    <a:pt x="27630" y="1003399"/>
                  </a:cubicBezTo>
                  <a:cubicBezTo>
                    <a:pt x="27630" y="1003399"/>
                    <a:pt x="23592" y="1004374"/>
                    <a:pt x="23188" y="1004475"/>
                  </a:cubicBezTo>
                  <a:cubicBezTo>
                    <a:pt x="22751" y="1004576"/>
                    <a:pt x="21337" y="1004475"/>
                    <a:pt x="20899" y="1004475"/>
                  </a:cubicBezTo>
                  <a:cubicBezTo>
                    <a:pt x="20462" y="1004475"/>
                    <a:pt x="19486" y="1005451"/>
                    <a:pt x="19149" y="1005451"/>
                  </a:cubicBezTo>
                  <a:cubicBezTo>
                    <a:pt x="18813" y="1005451"/>
                    <a:pt x="17736" y="1006762"/>
                    <a:pt x="16962" y="1007402"/>
                  </a:cubicBezTo>
                  <a:cubicBezTo>
                    <a:pt x="16188" y="1008041"/>
                    <a:pt x="14135" y="1009353"/>
                    <a:pt x="13596" y="1009588"/>
                  </a:cubicBezTo>
                  <a:cubicBezTo>
                    <a:pt x="13058" y="1009824"/>
                    <a:pt x="12620" y="1011203"/>
                    <a:pt x="12520" y="1011640"/>
                  </a:cubicBezTo>
                  <a:cubicBezTo>
                    <a:pt x="12419" y="1012078"/>
                    <a:pt x="12318" y="1013591"/>
                    <a:pt x="12318" y="1015004"/>
                  </a:cubicBezTo>
                  <a:cubicBezTo>
                    <a:pt x="12318" y="1016417"/>
                    <a:pt x="12318" y="1018469"/>
                    <a:pt x="11745" y="1018805"/>
                  </a:cubicBezTo>
                  <a:cubicBezTo>
                    <a:pt x="11173" y="1019142"/>
                    <a:pt x="12015" y="1021396"/>
                    <a:pt x="11779" y="1023784"/>
                  </a:cubicBezTo>
                  <a:cubicBezTo>
                    <a:pt x="11577" y="1026173"/>
                    <a:pt x="12318" y="1025298"/>
                    <a:pt x="12755" y="1026173"/>
                  </a:cubicBezTo>
                  <a:cubicBezTo>
                    <a:pt x="13193" y="1027014"/>
                    <a:pt x="17197" y="1027922"/>
                    <a:pt x="17197" y="1027922"/>
                  </a:cubicBezTo>
                  <a:lnTo>
                    <a:pt x="21101" y="1027922"/>
                  </a:lnTo>
                  <a:lnTo>
                    <a:pt x="25577" y="1026509"/>
                  </a:lnTo>
                  <a:cubicBezTo>
                    <a:pt x="25577" y="1026509"/>
                    <a:pt x="28842" y="1026072"/>
                    <a:pt x="29380" y="1026173"/>
                  </a:cubicBezTo>
                  <a:cubicBezTo>
                    <a:pt x="29919" y="1026273"/>
                    <a:pt x="33621" y="1029637"/>
                    <a:pt x="33621" y="1029637"/>
                  </a:cubicBezTo>
                  <a:lnTo>
                    <a:pt x="37525" y="1033338"/>
                  </a:lnTo>
                  <a:cubicBezTo>
                    <a:pt x="37525" y="1033338"/>
                    <a:pt x="40251" y="1041613"/>
                    <a:pt x="40352" y="1042017"/>
                  </a:cubicBezTo>
                  <a:cubicBezTo>
                    <a:pt x="40453" y="1042454"/>
                    <a:pt x="42405" y="1043531"/>
                    <a:pt x="42842" y="1043632"/>
                  </a:cubicBezTo>
                  <a:cubicBezTo>
                    <a:pt x="43280" y="1043732"/>
                    <a:pt x="49371" y="1043632"/>
                    <a:pt x="49809" y="1044170"/>
                  </a:cubicBezTo>
                  <a:cubicBezTo>
                    <a:pt x="50246" y="1044708"/>
                    <a:pt x="54251" y="1044069"/>
                    <a:pt x="54689" y="1044170"/>
                  </a:cubicBezTo>
                  <a:cubicBezTo>
                    <a:pt x="55126" y="1044271"/>
                    <a:pt x="58054" y="1044170"/>
                    <a:pt x="58054" y="1044170"/>
                  </a:cubicBezTo>
                  <a:cubicBezTo>
                    <a:pt x="58054" y="1044170"/>
                    <a:pt x="64482" y="1045784"/>
                    <a:pt x="64886" y="1045784"/>
                  </a:cubicBezTo>
                  <a:cubicBezTo>
                    <a:pt x="65324" y="1045784"/>
                    <a:pt x="68588" y="1047197"/>
                    <a:pt x="68588" y="1047197"/>
                  </a:cubicBezTo>
                  <a:lnTo>
                    <a:pt x="73704" y="1051335"/>
                  </a:lnTo>
                  <a:lnTo>
                    <a:pt x="73704" y="1053185"/>
                  </a:lnTo>
                  <a:lnTo>
                    <a:pt x="78482" y="1057525"/>
                  </a:lnTo>
                  <a:lnTo>
                    <a:pt x="81511" y="1060552"/>
                  </a:lnTo>
                  <a:cubicBezTo>
                    <a:pt x="81511" y="1060552"/>
                    <a:pt x="83564" y="1062941"/>
                    <a:pt x="83564" y="1063277"/>
                  </a:cubicBezTo>
                  <a:cubicBezTo>
                    <a:pt x="83564" y="1063613"/>
                    <a:pt x="85213" y="1065329"/>
                    <a:pt x="85213" y="1065329"/>
                  </a:cubicBezTo>
                  <a:lnTo>
                    <a:pt x="84776" y="1068693"/>
                  </a:lnTo>
                  <a:lnTo>
                    <a:pt x="83564" y="1074244"/>
                  </a:lnTo>
                  <a:lnTo>
                    <a:pt x="81949" y="1076195"/>
                  </a:lnTo>
                  <a:cubicBezTo>
                    <a:pt x="81949" y="1076195"/>
                    <a:pt x="79997" y="1077843"/>
                    <a:pt x="79458" y="1077944"/>
                  </a:cubicBezTo>
                  <a:cubicBezTo>
                    <a:pt x="78920" y="1078045"/>
                    <a:pt x="79458" y="1080972"/>
                    <a:pt x="79458" y="1080972"/>
                  </a:cubicBezTo>
                  <a:lnTo>
                    <a:pt x="81511" y="1083461"/>
                  </a:lnTo>
                  <a:cubicBezTo>
                    <a:pt x="81511" y="1083461"/>
                    <a:pt x="87367" y="1083461"/>
                    <a:pt x="87805" y="1083461"/>
                  </a:cubicBezTo>
                  <a:cubicBezTo>
                    <a:pt x="88242" y="1083461"/>
                    <a:pt x="94536" y="1085210"/>
                    <a:pt x="94973" y="1085210"/>
                  </a:cubicBezTo>
                  <a:cubicBezTo>
                    <a:pt x="95411" y="1085210"/>
                    <a:pt x="99012" y="1087397"/>
                    <a:pt x="99012" y="1087397"/>
                  </a:cubicBezTo>
                  <a:lnTo>
                    <a:pt x="103050" y="1090424"/>
                  </a:lnTo>
                  <a:lnTo>
                    <a:pt x="106517" y="1094326"/>
                  </a:lnTo>
                  <a:lnTo>
                    <a:pt x="109445" y="1097791"/>
                  </a:lnTo>
                  <a:lnTo>
                    <a:pt x="110320" y="1102030"/>
                  </a:lnTo>
                  <a:lnTo>
                    <a:pt x="112171" y="1106706"/>
                  </a:lnTo>
                  <a:lnTo>
                    <a:pt x="114224" y="1111920"/>
                  </a:lnTo>
                  <a:lnTo>
                    <a:pt x="116849" y="1120734"/>
                  </a:lnTo>
                  <a:lnTo>
                    <a:pt x="117825" y="1127798"/>
                  </a:lnTo>
                  <a:lnTo>
                    <a:pt x="117623" y="1132137"/>
                  </a:lnTo>
                  <a:cubicBezTo>
                    <a:pt x="117623" y="1132137"/>
                    <a:pt x="116647" y="1136712"/>
                    <a:pt x="116411" y="1137150"/>
                  </a:cubicBezTo>
                  <a:cubicBezTo>
                    <a:pt x="116209" y="1137587"/>
                    <a:pt x="115099" y="1141287"/>
                    <a:pt x="115099" y="1141287"/>
                  </a:cubicBezTo>
                  <a:cubicBezTo>
                    <a:pt x="115099" y="1141287"/>
                    <a:pt x="112272" y="1145526"/>
                    <a:pt x="112272" y="1145862"/>
                  </a:cubicBezTo>
                  <a:cubicBezTo>
                    <a:pt x="112272" y="1146199"/>
                    <a:pt x="111935" y="1149025"/>
                    <a:pt x="111935" y="1149025"/>
                  </a:cubicBezTo>
                  <a:lnTo>
                    <a:pt x="111296" y="1154340"/>
                  </a:lnTo>
                  <a:cubicBezTo>
                    <a:pt x="111296" y="1154340"/>
                    <a:pt x="110084" y="1159015"/>
                    <a:pt x="109781" y="1159217"/>
                  </a:cubicBezTo>
                  <a:cubicBezTo>
                    <a:pt x="109445" y="1159419"/>
                    <a:pt x="105877" y="1162682"/>
                    <a:pt x="105877" y="1162682"/>
                  </a:cubicBezTo>
                  <a:lnTo>
                    <a:pt x="99786" y="1169511"/>
                  </a:lnTo>
                  <a:lnTo>
                    <a:pt x="99786" y="1171260"/>
                  </a:lnTo>
                  <a:lnTo>
                    <a:pt x="99786" y="1175163"/>
                  </a:lnTo>
                  <a:cubicBezTo>
                    <a:pt x="99786" y="1175163"/>
                    <a:pt x="100829" y="1177450"/>
                    <a:pt x="101469" y="1177786"/>
                  </a:cubicBezTo>
                  <a:cubicBezTo>
                    <a:pt x="102108" y="1178123"/>
                    <a:pt x="104026" y="1179401"/>
                    <a:pt x="105339" y="1179973"/>
                  </a:cubicBezTo>
                  <a:cubicBezTo>
                    <a:pt x="106651" y="1180511"/>
                    <a:pt x="107627" y="1181823"/>
                    <a:pt x="110454" y="1183438"/>
                  </a:cubicBezTo>
                  <a:cubicBezTo>
                    <a:pt x="113281" y="1185053"/>
                    <a:pt x="112406" y="1185490"/>
                    <a:pt x="113382" y="1187340"/>
                  </a:cubicBezTo>
                  <a:cubicBezTo>
                    <a:pt x="114358" y="1189190"/>
                    <a:pt x="113382" y="1190166"/>
                    <a:pt x="113180" y="1191242"/>
                  </a:cubicBezTo>
                  <a:cubicBezTo>
                    <a:pt x="112978" y="1192319"/>
                    <a:pt x="112541" y="1194943"/>
                    <a:pt x="112305" y="1195918"/>
                  </a:cubicBezTo>
                  <a:cubicBezTo>
                    <a:pt x="112070" y="1196894"/>
                    <a:pt x="112507" y="1198643"/>
                    <a:pt x="112945" y="1199820"/>
                  </a:cubicBezTo>
                  <a:cubicBezTo>
                    <a:pt x="113382" y="1200998"/>
                    <a:pt x="113921" y="1202108"/>
                    <a:pt x="113921" y="1202108"/>
                  </a:cubicBezTo>
                  <a:lnTo>
                    <a:pt x="114560" y="1205135"/>
                  </a:lnTo>
                  <a:lnTo>
                    <a:pt x="119238" y="1205135"/>
                  </a:lnTo>
                  <a:cubicBezTo>
                    <a:pt x="119238" y="1205135"/>
                    <a:pt x="124017" y="1205606"/>
                    <a:pt x="124354" y="1205405"/>
                  </a:cubicBezTo>
                  <a:cubicBezTo>
                    <a:pt x="124690" y="1205203"/>
                    <a:pt x="125969" y="1205775"/>
                    <a:pt x="128258" y="1205775"/>
                  </a:cubicBezTo>
                  <a:cubicBezTo>
                    <a:pt x="130546" y="1205775"/>
                    <a:pt x="131085" y="1207187"/>
                    <a:pt x="131421" y="1207288"/>
                  </a:cubicBezTo>
                  <a:cubicBezTo>
                    <a:pt x="131758" y="1207389"/>
                    <a:pt x="134787" y="1208701"/>
                    <a:pt x="134787" y="1208701"/>
                  </a:cubicBezTo>
                  <a:cubicBezTo>
                    <a:pt x="134787" y="1208701"/>
                    <a:pt x="136200" y="1207927"/>
                    <a:pt x="136301" y="1207625"/>
                  </a:cubicBezTo>
                  <a:cubicBezTo>
                    <a:pt x="136402" y="1207288"/>
                    <a:pt x="140642" y="1205135"/>
                    <a:pt x="140642" y="1205135"/>
                  </a:cubicBezTo>
                  <a:lnTo>
                    <a:pt x="145859" y="1205135"/>
                  </a:lnTo>
                  <a:lnTo>
                    <a:pt x="149325" y="1205135"/>
                  </a:lnTo>
                  <a:lnTo>
                    <a:pt x="151917" y="1207154"/>
                  </a:lnTo>
                  <a:cubicBezTo>
                    <a:pt x="151917" y="1207154"/>
                    <a:pt x="152354" y="1210047"/>
                    <a:pt x="152354" y="1210450"/>
                  </a:cubicBezTo>
                  <a:cubicBezTo>
                    <a:pt x="152354" y="1210888"/>
                    <a:pt x="151917" y="1213613"/>
                    <a:pt x="151917" y="1214050"/>
                  </a:cubicBezTo>
                  <a:cubicBezTo>
                    <a:pt x="151917" y="1214487"/>
                    <a:pt x="151479" y="1218188"/>
                    <a:pt x="151479" y="1218625"/>
                  </a:cubicBezTo>
                  <a:cubicBezTo>
                    <a:pt x="151479" y="1219062"/>
                    <a:pt x="150941" y="1224276"/>
                    <a:pt x="150941" y="1224276"/>
                  </a:cubicBezTo>
                  <a:cubicBezTo>
                    <a:pt x="150941" y="1224276"/>
                    <a:pt x="151479" y="1228414"/>
                    <a:pt x="151479" y="1228717"/>
                  </a:cubicBezTo>
                  <a:cubicBezTo>
                    <a:pt x="151479" y="1229053"/>
                    <a:pt x="154744" y="1233056"/>
                    <a:pt x="154946" y="1233494"/>
                  </a:cubicBezTo>
                  <a:cubicBezTo>
                    <a:pt x="155148" y="1233931"/>
                    <a:pt x="162350" y="1239784"/>
                    <a:pt x="162653" y="1240020"/>
                  </a:cubicBezTo>
                  <a:cubicBezTo>
                    <a:pt x="162989" y="1240222"/>
                    <a:pt x="169821" y="1246647"/>
                    <a:pt x="169821" y="1246647"/>
                  </a:cubicBezTo>
                  <a:lnTo>
                    <a:pt x="177864" y="1251659"/>
                  </a:lnTo>
                  <a:cubicBezTo>
                    <a:pt x="177864" y="1251659"/>
                    <a:pt x="190350" y="1258622"/>
                    <a:pt x="190485" y="1259060"/>
                  </a:cubicBezTo>
                  <a:cubicBezTo>
                    <a:pt x="190586" y="1259497"/>
                    <a:pt x="197990" y="1266225"/>
                    <a:pt x="198528" y="1266561"/>
                  </a:cubicBezTo>
                  <a:cubicBezTo>
                    <a:pt x="199067" y="1266898"/>
                    <a:pt x="205596" y="1270262"/>
                    <a:pt x="208322" y="1271675"/>
                  </a:cubicBezTo>
                  <a:cubicBezTo>
                    <a:pt x="211048" y="1273088"/>
                    <a:pt x="212125" y="1273424"/>
                    <a:pt x="215288" y="1275039"/>
                  </a:cubicBezTo>
                  <a:cubicBezTo>
                    <a:pt x="218418" y="1276653"/>
                    <a:pt x="219529" y="1277225"/>
                    <a:pt x="221716" y="1278739"/>
                  </a:cubicBezTo>
                  <a:cubicBezTo>
                    <a:pt x="223904" y="1280253"/>
                    <a:pt x="224005" y="1280051"/>
                    <a:pt x="226832" y="1282002"/>
                  </a:cubicBezTo>
                  <a:cubicBezTo>
                    <a:pt x="229659" y="1283953"/>
                    <a:pt x="228683" y="1282641"/>
                    <a:pt x="230635" y="1283280"/>
                  </a:cubicBezTo>
                  <a:cubicBezTo>
                    <a:pt x="232587" y="1283886"/>
                    <a:pt x="234000" y="1283213"/>
                    <a:pt x="235649" y="1283314"/>
                  </a:cubicBezTo>
                  <a:cubicBezTo>
                    <a:pt x="237265" y="1283415"/>
                    <a:pt x="239116" y="1283213"/>
                    <a:pt x="239553" y="1283314"/>
                  </a:cubicBezTo>
                  <a:cubicBezTo>
                    <a:pt x="239991" y="1283415"/>
                    <a:pt x="243592" y="1283415"/>
                    <a:pt x="243895" y="1283314"/>
                  </a:cubicBezTo>
                  <a:cubicBezTo>
                    <a:pt x="244231" y="1283213"/>
                    <a:pt x="246082" y="1284189"/>
                    <a:pt x="246823" y="1284727"/>
                  </a:cubicBezTo>
                  <a:cubicBezTo>
                    <a:pt x="247597" y="1285265"/>
                    <a:pt x="248674" y="1286577"/>
                    <a:pt x="249010" y="1287452"/>
                  </a:cubicBezTo>
                  <a:cubicBezTo>
                    <a:pt x="249347" y="1288326"/>
                    <a:pt x="249212" y="1288091"/>
                    <a:pt x="249650" y="1288629"/>
                  </a:cubicBezTo>
                  <a:cubicBezTo>
                    <a:pt x="250087" y="1289167"/>
                    <a:pt x="253688" y="1288629"/>
                    <a:pt x="253688" y="1288629"/>
                  </a:cubicBezTo>
                  <a:lnTo>
                    <a:pt x="257390" y="1288629"/>
                  </a:lnTo>
                  <a:lnTo>
                    <a:pt x="261530" y="1290277"/>
                  </a:lnTo>
                  <a:lnTo>
                    <a:pt x="269371" y="1295592"/>
                  </a:lnTo>
                  <a:lnTo>
                    <a:pt x="270516" y="1295592"/>
                  </a:lnTo>
                  <a:cubicBezTo>
                    <a:pt x="270516" y="1295592"/>
                    <a:pt x="269371" y="1298654"/>
                    <a:pt x="268496" y="1299797"/>
                  </a:cubicBezTo>
                  <a:cubicBezTo>
                    <a:pt x="267621" y="1300941"/>
                    <a:pt x="266746" y="1301378"/>
                    <a:pt x="266746" y="1301378"/>
                  </a:cubicBezTo>
                  <a:lnTo>
                    <a:pt x="262674" y="1305449"/>
                  </a:lnTo>
                  <a:cubicBezTo>
                    <a:pt x="262674" y="1305449"/>
                    <a:pt x="260352" y="1305146"/>
                    <a:pt x="259477" y="1305449"/>
                  </a:cubicBezTo>
                  <a:cubicBezTo>
                    <a:pt x="258602" y="1305752"/>
                    <a:pt x="257155" y="1309486"/>
                    <a:pt x="257155" y="1309486"/>
                  </a:cubicBezTo>
                  <a:lnTo>
                    <a:pt x="254530" y="1312109"/>
                  </a:lnTo>
                  <a:lnTo>
                    <a:pt x="254530" y="1315574"/>
                  </a:lnTo>
                  <a:lnTo>
                    <a:pt x="254530" y="1320789"/>
                  </a:lnTo>
                  <a:lnTo>
                    <a:pt x="254530" y="1323984"/>
                  </a:lnTo>
                  <a:cubicBezTo>
                    <a:pt x="254530" y="1323984"/>
                    <a:pt x="256111" y="1328021"/>
                    <a:pt x="257458" y="1328896"/>
                  </a:cubicBezTo>
                  <a:cubicBezTo>
                    <a:pt x="258770" y="1329770"/>
                    <a:pt x="258030" y="1329770"/>
                    <a:pt x="259174" y="1330645"/>
                  </a:cubicBezTo>
                  <a:cubicBezTo>
                    <a:pt x="260318" y="1331520"/>
                    <a:pt x="261799" y="1335287"/>
                    <a:pt x="261799" y="1336431"/>
                  </a:cubicBezTo>
                  <a:cubicBezTo>
                    <a:pt x="261799" y="1337575"/>
                    <a:pt x="261496" y="1340501"/>
                    <a:pt x="261496" y="1340501"/>
                  </a:cubicBezTo>
                  <a:lnTo>
                    <a:pt x="261799" y="1343394"/>
                  </a:lnTo>
                  <a:lnTo>
                    <a:pt x="262943" y="1348911"/>
                  </a:lnTo>
                  <a:lnTo>
                    <a:pt x="262371" y="1352982"/>
                  </a:lnTo>
                  <a:lnTo>
                    <a:pt x="262068" y="1355471"/>
                  </a:lnTo>
                  <a:lnTo>
                    <a:pt x="260049" y="1357893"/>
                  </a:lnTo>
                  <a:lnTo>
                    <a:pt x="257458" y="1361358"/>
                  </a:lnTo>
                  <a:cubicBezTo>
                    <a:pt x="257458" y="1361358"/>
                    <a:pt x="257155" y="1362535"/>
                    <a:pt x="257458" y="1363982"/>
                  </a:cubicBezTo>
                  <a:lnTo>
                    <a:pt x="260655" y="1369499"/>
                  </a:lnTo>
                  <a:cubicBezTo>
                    <a:pt x="260655" y="1369499"/>
                    <a:pt x="261799" y="1371248"/>
                    <a:pt x="261799" y="1372123"/>
                  </a:cubicBezTo>
                  <a:cubicBezTo>
                    <a:pt x="261799" y="1372997"/>
                    <a:pt x="264693" y="1377639"/>
                    <a:pt x="265265" y="1378480"/>
                  </a:cubicBezTo>
                  <a:cubicBezTo>
                    <a:pt x="265838" y="1379355"/>
                    <a:pt x="267285" y="1382248"/>
                    <a:pt x="267285" y="1382248"/>
                  </a:cubicBezTo>
                  <a:lnTo>
                    <a:pt x="273376" y="1388606"/>
                  </a:lnTo>
                  <a:lnTo>
                    <a:pt x="278896" y="1391230"/>
                  </a:lnTo>
                  <a:lnTo>
                    <a:pt x="284684" y="1394426"/>
                  </a:lnTo>
                  <a:lnTo>
                    <a:pt x="293670" y="1402533"/>
                  </a:lnTo>
                  <a:lnTo>
                    <a:pt x="301209" y="1408050"/>
                  </a:lnTo>
                  <a:lnTo>
                    <a:pt x="304675" y="1411515"/>
                  </a:lnTo>
                  <a:lnTo>
                    <a:pt x="308141" y="1416426"/>
                  </a:lnTo>
                  <a:lnTo>
                    <a:pt x="313930" y="1421943"/>
                  </a:lnTo>
                  <a:lnTo>
                    <a:pt x="317127" y="1425139"/>
                  </a:lnTo>
                  <a:lnTo>
                    <a:pt x="317127" y="1428604"/>
                  </a:lnTo>
                  <a:lnTo>
                    <a:pt x="317800" y="1429310"/>
                  </a:lnTo>
                  <a:lnTo>
                    <a:pt x="317868" y="1428705"/>
                  </a:lnTo>
                  <a:lnTo>
                    <a:pt x="322882" y="1428805"/>
                  </a:lnTo>
                  <a:lnTo>
                    <a:pt x="327998" y="1427729"/>
                  </a:lnTo>
                  <a:cubicBezTo>
                    <a:pt x="327998" y="1427729"/>
                    <a:pt x="334628" y="1427729"/>
                    <a:pt x="334964" y="1427527"/>
                  </a:cubicBezTo>
                  <a:cubicBezTo>
                    <a:pt x="335301" y="1427325"/>
                    <a:pt x="339003" y="1427426"/>
                    <a:pt x="339003" y="1427426"/>
                  </a:cubicBezTo>
                  <a:lnTo>
                    <a:pt x="344219" y="1427763"/>
                  </a:lnTo>
                  <a:lnTo>
                    <a:pt x="347585" y="1426249"/>
                  </a:lnTo>
                  <a:cubicBezTo>
                    <a:pt x="347585" y="1426249"/>
                    <a:pt x="349772" y="1424735"/>
                    <a:pt x="350412" y="1424197"/>
                  </a:cubicBezTo>
                  <a:cubicBezTo>
                    <a:pt x="351051" y="1423659"/>
                    <a:pt x="354551" y="1421808"/>
                    <a:pt x="355291" y="1421472"/>
                  </a:cubicBezTo>
                  <a:cubicBezTo>
                    <a:pt x="356066" y="1421136"/>
                    <a:pt x="359734" y="1417334"/>
                    <a:pt x="359734" y="1417334"/>
                  </a:cubicBezTo>
                  <a:lnTo>
                    <a:pt x="362998" y="1417334"/>
                  </a:lnTo>
                  <a:lnTo>
                    <a:pt x="367676" y="1416460"/>
                  </a:lnTo>
                  <a:lnTo>
                    <a:pt x="371277" y="1417334"/>
                  </a:lnTo>
                  <a:lnTo>
                    <a:pt x="375518" y="1417435"/>
                  </a:lnTo>
                  <a:cubicBezTo>
                    <a:pt x="375518" y="1417435"/>
                    <a:pt x="387263" y="1417099"/>
                    <a:pt x="388239" y="1416729"/>
                  </a:cubicBezTo>
                  <a:cubicBezTo>
                    <a:pt x="389215" y="1416359"/>
                    <a:pt x="394331" y="1416729"/>
                    <a:pt x="394331" y="1416729"/>
                  </a:cubicBezTo>
                  <a:cubicBezTo>
                    <a:pt x="394331" y="1416729"/>
                    <a:pt x="397494" y="1412995"/>
                    <a:pt x="397797" y="1411885"/>
                  </a:cubicBezTo>
                  <a:cubicBezTo>
                    <a:pt x="398134" y="1410808"/>
                    <a:pt x="400961" y="1408723"/>
                    <a:pt x="400961" y="1408723"/>
                  </a:cubicBezTo>
                  <a:lnTo>
                    <a:pt x="404966" y="1405123"/>
                  </a:lnTo>
                  <a:cubicBezTo>
                    <a:pt x="404966" y="1405123"/>
                    <a:pt x="409307" y="1405123"/>
                    <a:pt x="409745" y="1405123"/>
                  </a:cubicBezTo>
                  <a:cubicBezTo>
                    <a:pt x="410182" y="1405123"/>
                    <a:pt x="412773" y="1404618"/>
                    <a:pt x="413110" y="1404417"/>
                  </a:cubicBezTo>
                  <a:cubicBezTo>
                    <a:pt x="413447" y="1404215"/>
                    <a:pt x="419740" y="1404248"/>
                    <a:pt x="421052" y="1404047"/>
                  </a:cubicBezTo>
                  <a:cubicBezTo>
                    <a:pt x="422365" y="1403845"/>
                    <a:pt x="425394" y="1400683"/>
                    <a:pt x="425394" y="1400683"/>
                  </a:cubicBezTo>
                  <a:lnTo>
                    <a:pt x="427245" y="1398059"/>
                  </a:lnTo>
                  <a:cubicBezTo>
                    <a:pt x="427245" y="1398059"/>
                    <a:pt x="431048" y="1394459"/>
                    <a:pt x="431485" y="1393719"/>
                  </a:cubicBezTo>
                  <a:cubicBezTo>
                    <a:pt x="431923" y="1392946"/>
                    <a:pt x="433976" y="1392643"/>
                    <a:pt x="434312" y="1392407"/>
                  </a:cubicBezTo>
                  <a:cubicBezTo>
                    <a:pt x="434649" y="1392205"/>
                    <a:pt x="439192" y="1390221"/>
                    <a:pt x="439192" y="1389783"/>
                  </a:cubicBezTo>
                  <a:cubicBezTo>
                    <a:pt x="439192" y="1389346"/>
                    <a:pt x="440505" y="1386520"/>
                    <a:pt x="440505" y="1386083"/>
                  </a:cubicBezTo>
                  <a:cubicBezTo>
                    <a:pt x="440505" y="1385646"/>
                    <a:pt x="442356" y="1384670"/>
                    <a:pt x="442356" y="1384670"/>
                  </a:cubicBezTo>
                  <a:cubicBezTo>
                    <a:pt x="442356" y="1384670"/>
                    <a:pt x="444308" y="1384233"/>
                    <a:pt x="444981" y="1383594"/>
                  </a:cubicBezTo>
                  <a:cubicBezTo>
                    <a:pt x="445620" y="1382955"/>
                    <a:pt x="446933" y="1382181"/>
                    <a:pt x="448885" y="1381643"/>
                  </a:cubicBezTo>
                  <a:cubicBezTo>
                    <a:pt x="450837" y="1381104"/>
                    <a:pt x="450500" y="1380667"/>
                    <a:pt x="450938" y="1380432"/>
                  </a:cubicBezTo>
                  <a:cubicBezTo>
                    <a:pt x="451375" y="1380230"/>
                    <a:pt x="454539" y="1377606"/>
                    <a:pt x="454539" y="1377606"/>
                  </a:cubicBezTo>
                  <a:lnTo>
                    <a:pt x="455313" y="1376395"/>
                  </a:lnTo>
                  <a:lnTo>
                    <a:pt x="455649" y="1374208"/>
                  </a:lnTo>
                  <a:lnTo>
                    <a:pt x="454539" y="1371181"/>
                  </a:lnTo>
                  <a:lnTo>
                    <a:pt x="454539" y="1367379"/>
                  </a:lnTo>
                  <a:cubicBezTo>
                    <a:pt x="454539" y="1367379"/>
                    <a:pt x="455077" y="1365428"/>
                    <a:pt x="454976" y="1364991"/>
                  </a:cubicBezTo>
                  <a:cubicBezTo>
                    <a:pt x="454875" y="1364554"/>
                    <a:pt x="456592" y="1362804"/>
                    <a:pt x="457029" y="1361963"/>
                  </a:cubicBezTo>
                  <a:cubicBezTo>
                    <a:pt x="457467" y="1361089"/>
                    <a:pt x="458544" y="1361425"/>
                    <a:pt x="459520" y="1360450"/>
                  </a:cubicBezTo>
                  <a:cubicBezTo>
                    <a:pt x="460496" y="1359474"/>
                    <a:pt x="462347" y="1360248"/>
                    <a:pt x="463121" y="1359676"/>
                  </a:cubicBezTo>
                  <a:cubicBezTo>
                    <a:pt x="463895" y="1359138"/>
                    <a:pt x="465073" y="1359239"/>
                    <a:pt x="466486" y="1358599"/>
                  </a:cubicBezTo>
                  <a:cubicBezTo>
                    <a:pt x="467900" y="1357960"/>
                    <a:pt x="468573" y="1357960"/>
                    <a:pt x="470525" y="1357086"/>
                  </a:cubicBezTo>
                  <a:cubicBezTo>
                    <a:pt x="472477" y="1356211"/>
                    <a:pt x="472275" y="1356749"/>
                    <a:pt x="473554" y="1356547"/>
                  </a:cubicBezTo>
                  <a:cubicBezTo>
                    <a:pt x="474866" y="1356346"/>
                    <a:pt x="475169" y="1356446"/>
                    <a:pt x="476717" y="1355673"/>
                  </a:cubicBezTo>
                  <a:cubicBezTo>
                    <a:pt x="478232" y="1354899"/>
                    <a:pt x="479746" y="1356446"/>
                    <a:pt x="479746" y="1356446"/>
                  </a:cubicBezTo>
                  <a:cubicBezTo>
                    <a:pt x="479746" y="1356446"/>
                    <a:pt x="481698" y="1356446"/>
                    <a:pt x="482136" y="1356446"/>
                  </a:cubicBezTo>
                  <a:cubicBezTo>
                    <a:pt x="482573" y="1356446"/>
                    <a:pt x="484963" y="1357052"/>
                    <a:pt x="484963" y="1357052"/>
                  </a:cubicBezTo>
                  <a:lnTo>
                    <a:pt x="485737" y="1358734"/>
                  </a:lnTo>
                  <a:lnTo>
                    <a:pt x="486275" y="1360786"/>
                  </a:lnTo>
                  <a:lnTo>
                    <a:pt x="489001" y="1363612"/>
                  </a:lnTo>
                  <a:lnTo>
                    <a:pt x="492602" y="1365899"/>
                  </a:lnTo>
                  <a:lnTo>
                    <a:pt x="496843" y="1369162"/>
                  </a:lnTo>
                  <a:lnTo>
                    <a:pt x="501184" y="1372762"/>
                  </a:lnTo>
                  <a:lnTo>
                    <a:pt x="506300" y="1376126"/>
                  </a:lnTo>
                  <a:lnTo>
                    <a:pt x="509328" y="1379052"/>
                  </a:lnTo>
                  <a:lnTo>
                    <a:pt x="516295" y="1384267"/>
                  </a:lnTo>
                  <a:cubicBezTo>
                    <a:pt x="516295" y="1384267"/>
                    <a:pt x="518045" y="1384267"/>
                    <a:pt x="518482" y="1384267"/>
                  </a:cubicBezTo>
                  <a:cubicBezTo>
                    <a:pt x="518920" y="1384267"/>
                    <a:pt x="521309" y="1383728"/>
                    <a:pt x="521747" y="1383728"/>
                  </a:cubicBezTo>
                  <a:cubicBezTo>
                    <a:pt x="522185" y="1383728"/>
                    <a:pt x="522959" y="1383089"/>
                    <a:pt x="522959" y="1383089"/>
                  </a:cubicBezTo>
                  <a:cubicBezTo>
                    <a:pt x="522959" y="1383089"/>
                    <a:pt x="524911" y="1382753"/>
                    <a:pt x="525887" y="1382114"/>
                  </a:cubicBezTo>
                  <a:cubicBezTo>
                    <a:pt x="526863" y="1381474"/>
                    <a:pt x="526526" y="1381340"/>
                    <a:pt x="526526" y="1381340"/>
                  </a:cubicBezTo>
                  <a:lnTo>
                    <a:pt x="525853" y="1378178"/>
                  </a:lnTo>
                  <a:lnTo>
                    <a:pt x="525853" y="1376866"/>
                  </a:lnTo>
                  <a:lnTo>
                    <a:pt x="526728" y="1375016"/>
                  </a:lnTo>
                  <a:lnTo>
                    <a:pt x="529353" y="1374780"/>
                  </a:lnTo>
                  <a:lnTo>
                    <a:pt x="532516" y="1377269"/>
                  </a:lnTo>
                  <a:cubicBezTo>
                    <a:pt x="532516" y="1377269"/>
                    <a:pt x="535242" y="1379557"/>
                    <a:pt x="535680" y="1379994"/>
                  </a:cubicBezTo>
                  <a:cubicBezTo>
                    <a:pt x="536118" y="1380432"/>
                    <a:pt x="536319" y="1381306"/>
                    <a:pt x="536319" y="1381306"/>
                  </a:cubicBezTo>
                  <a:lnTo>
                    <a:pt x="542949" y="1384468"/>
                  </a:lnTo>
                  <a:lnTo>
                    <a:pt x="547964" y="1385982"/>
                  </a:lnTo>
                  <a:lnTo>
                    <a:pt x="551127" y="1386318"/>
                  </a:lnTo>
                  <a:cubicBezTo>
                    <a:pt x="551127" y="1386318"/>
                    <a:pt x="557320" y="1388169"/>
                    <a:pt x="557757" y="1388370"/>
                  </a:cubicBezTo>
                  <a:cubicBezTo>
                    <a:pt x="558195" y="1388572"/>
                    <a:pt x="561661" y="1390658"/>
                    <a:pt x="561661" y="1390658"/>
                  </a:cubicBezTo>
                  <a:lnTo>
                    <a:pt x="564387" y="1394358"/>
                  </a:lnTo>
                  <a:lnTo>
                    <a:pt x="565902" y="1397285"/>
                  </a:lnTo>
                  <a:lnTo>
                    <a:pt x="565902" y="1401322"/>
                  </a:lnTo>
                  <a:lnTo>
                    <a:pt x="571320" y="1404147"/>
                  </a:lnTo>
                  <a:cubicBezTo>
                    <a:pt x="571320" y="1404147"/>
                    <a:pt x="578590" y="1404484"/>
                    <a:pt x="579027" y="1404686"/>
                  </a:cubicBezTo>
                  <a:cubicBezTo>
                    <a:pt x="579465" y="1404888"/>
                    <a:pt x="583167" y="1406872"/>
                    <a:pt x="583167" y="1406872"/>
                  </a:cubicBezTo>
                  <a:cubicBezTo>
                    <a:pt x="583167" y="1406872"/>
                    <a:pt x="587205" y="1406771"/>
                    <a:pt x="587609" y="1406771"/>
                  </a:cubicBezTo>
                  <a:cubicBezTo>
                    <a:pt x="588047" y="1406771"/>
                    <a:pt x="590436" y="1407108"/>
                    <a:pt x="591614" y="1406670"/>
                  </a:cubicBezTo>
                  <a:cubicBezTo>
                    <a:pt x="592825" y="1406233"/>
                    <a:pt x="594878" y="1406670"/>
                    <a:pt x="595854" y="1406435"/>
                  </a:cubicBezTo>
                  <a:cubicBezTo>
                    <a:pt x="596830" y="1406233"/>
                    <a:pt x="599455" y="1406233"/>
                    <a:pt x="599859" y="1405998"/>
                  </a:cubicBezTo>
                  <a:cubicBezTo>
                    <a:pt x="600297" y="1405796"/>
                    <a:pt x="605513" y="1405796"/>
                    <a:pt x="605951" y="1405796"/>
                  </a:cubicBezTo>
                  <a:cubicBezTo>
                    <a:pt x="606388" y="1405796"/>
                    <a:pt x="610528" y="1404484"/>
                    <a:pt x="610528" y="1404484"/>
                  </a:cubicBezTo>
                  <a:lnTo>
                    <a:pt x="613018" y="1403172"/>
                  </a:lnTo>
                  <a:lnTo>
                    <a:pt x="614331" y="1400884"/>
                  </a:lnTo>
                  <a:cubicBezTo>
                    <a:pt x="614331" y="1400884"/>
                    <a:pt x="616518" y="1397823"/>
                    <a:pt x="616821" y="1397521"/>
                  </a:cubicBezTo>
                  <a:cubicBezTo>
                    <a:pt x="617158" y="1397184"/>
                    <a:pt x="618874" y="1395569"/>
                    <a:pt x="618874" y="1395233"/>
                  </a:cubicBezTo>
                  <a:cubicBezTo>
                    <a:pt x="618874" y="1394897"/>
                    <a:pt x="622576" y="1393820"/>
                    <a:pt x="623451" y="1393383"/>
                  </a:cubicBezTo>
                  <a:cubicBezTo>
                    <a:pt x="624326" y="1392946"/>
                    <a:pt x="625201" y="1391533"/>
                    <a:pt x="625201" y="1391533"/>
                  </a:cubicBezTo>
                  <a:cubicBezTo>
                    <a:pt x="625201" y="1391533"/>
                    <a:pt x="627153" y="1391196"/>
                    <a:pt x="628028" y="1391095"/>
                  </a:cubicBezTo>
                  <a:cubicBezTo>
                    <a:pt x="628903" y="1390994"/>
                    <a:pt x="631495" y="1390658"/>
                    <a:pt x="632471" y="1390322"/>
                  </a:cubicBezTo>
                  <a:cubicBezTo>
                    <a:pt x="633447" y="1389985"/>
                    <a:pt x="635197" y="1389548"/>
                    <a:pt x="635197" y="1389548"/>
                  </a:cubicBezTo>
                  <a:lnTo>
                    <a:pt x="637048" y="1388572"/>
                  </a:lnTo>
                  <a:lnTo>
                    <a:pt x="638663" y="1388135"/>
                  </a:lnTo>
                  <a:cubicBezTo>
                    <a:pt x="638663" y="1388135"/>
                    <a:pt x="640851" y="1387260"/>
                    <a:pt x="641591" y="1386924"/>
                  </a:cubicBezTo>
                  <a:cubicBezTo>
                    <a:pt x="642365" y="1386588"/>
                    <a:pt x="642803" y="1386386"/>
                    <a:pt x="643105" y="1386049"/>
                  </a:cubicBezTo>
                  <a:cubicBezTo>
                    <a:pt x="643442" y="1385713"/>
                    <a:pt x="643980" y="1385410"/>
                    <a:pt x="644081" y="1384838"/>
                  </a:cubicBezTo>
                  <a:cubicBezTo>
                    <a:pt x="644182" y="1384300"/>
                    <a:pt x="646269" y="1383089"/>
                    <a:pt x="646572" y="1382652"/>
                  </a:cubicBezTo>
                  <a:cubicBezTo>
                    <a:pt x="646908" y="1382215"/>
                    <a:pt x="647346" y="1381777"/>
                    <a:pt x="647346" y="1381777"/>
                  </a:cubicBezTo>
                  <a:lnTo>
                    <a:pt x="647110" y="1380701"/>
                  </a:lnTo>
                  <a:lnTo>
                    <a:pt x="644081" y="1378110"/>
                  </a:lnTo>
                  <a:cubicBezTo>
                    <a:pt x="644081" y="1378110"/>
                    <a:pt x="644081" y="1377135"/>
                    <a:pt x="644081" y="1376698"/>
                  </a:cubicBezTo>
                  <a:cubicBezTo>
                    <a:pt x="644081" y="1376260"/>
                    <a:pt x="645394" y="1374847"/>
                    <a:pt x="645932" y="1374410"/>
                  </a:cubicBezTo>
                  <a:cubicBezTo>
                    <a:pt x="646471" y="1373973"/>
                    <a:pt x="648423" y="1374309"/>
                    <a:pt x="649399" y="1374511"/>
                  </a:cubicBezTo>
                  <a:cubicBezTo>
                    <a:pt x="650375" y="1374713"/>
                    <a:pt x="652327" y="1374208"/>
                    <a:pt x="653875" y="1374511"/>
                  </a:cubicBezTo>
                  <a:cubicBezTo>
                    <a:pt x="655389" y="1374814"/>
                    <a:pt x="658115" y="1374646"/>
                    <a:pt x="658654" y="1374511"/>
                  </a:cubicBezTo>
                  <a:cubicBezTo>
                    <a:pt x="659192" y="1374410"/>
                    <a:pt x="663769" y="1375049"/>
                    <a:pt x="663769" y="1375049"/>
                  </a:cubicBezTo>
                  <a:lnTo>
                    <a:pt x="667471" y="1376462"/>
                  </a:lnTo>
                  <a:lnTo>
                    <a:pt x="669760" y="1378211"/>
                  </a:lnTo>
                  <a:lnTo>
                    <a:pt x="672587" y="1380062"/>
                  </a:lnTo>
                  <a:lnTo>
                    <a:pt x="673361" y="1381138"/>
                  </a:lnTo>
                  <a:lnTo>
                    <a:pt x="675986" y="1384502"/>
                  </a:lnTo>
                  <a:lnTo>
                    <a:pt x="679890" y="1387126"/>
                  </a:lnTo>
                  <a:lnTo>
                    <a:pt x="684568" y="1388202"/>
                  </a:lnTo>
                  <a:lnTo>
                    <a:pt x="687496" y="1387866"/>
                  </a:lnTo>
                  <a:cubicBezTo>
                    <a:pt x="687496" y="1387866"/>
                    <a:pt x="688371" y="1386352"/>
                    <a:pt x="688472" y="1386016"/>
                  </a:cubicBezTo>
                  <a:cubicBezTo>
                    <a:pt x="688573" y="1385679"/>
                    <a:pt x="689549" y="1384267"/>
                    <a:pt x="689784" y="1383829"/>
                  </a:cubicBezTo>
                  <a:cubicBezTo>
                    <a:pt x="690020" y="1383392"/>
                    <a:pt x="691837" y="1383190"/>
                    <a:pt x="692275" y="1382517"/>
                  </a:cubicBezTo>
                  <a:cubicBezTo>
                    <a:pt x="692712" y="1381844"/>
                    <a:pt x="694900" y="1382416"/>
                    <a:pt x="695203" y="1382517"/>
                  </a:cubicBezTo>
                  <a:cubicBezTo>
                    <a:pt x="695539" y="1382618"/>
                    <a:pt x="697794" y="1383930"/>
                    <a:pt x="697794" y="1383930"/>
                  </a:cubicBezTo>
                  <a:lnTo>
                    <a:pt x="702472" y="1387529"/>
                  </a:lnTo>
                  <a:lnTo>
                    <a:pt x="704862" y="1389279"/>
                  </a:lnTo>
                  <a:lnTo>
                    <a:pt x="705501" y="1391465"/>
                  </a:lnTo>
                  <a:lnTo>
                    <a:pt x="704963" y="1395805"/>
                  </a:lnTo>
                  <a:lnTo>
                    <a:pt x="704525" y="1401120"/>
                  </a:lnTo>
                  <a:lnTo>
                    <a:pt x="703213" y="1404147"/>
                  </a:lnTo>
                  <a:lnTo>
                    <a:pt x="703213" y="1408184"/>
                  </a:lnTo>
                  <a:lnTo>
                    <a:pt x="705501" y="1411885"/>
                  </a:lnTo>
                  <a:lnTo>
                    <a:pt x="706915" y="1415686"/>
                  </a:lnTo>
                  <a:lnTo>
                    <a:pt x="707554" y="1418411"/>
                  </a:lnTo>
                  <a:lnTo>
                    <a:pt x="709068" y="1420261"/>
                  </a:lnTo>
                  <a:lnTo>
                    <a:pt x="711256" y="1421674"/>
                  </a:lnTo>
                  <a:lnTo>
                    <a:pt x="713309" y="1423524"/>
                  </a:lnTo>
                  <a:cubicBezTo>
                    <a:pt x="713309" y="1423524"/>
                    <a:pt x="718088" y="1425374"/>
                    <a:pt x="718525" y="1425374"/>
                  </a:cubicBezTo>
                  <a:cubicBezTo>
                    <a:pt x="718963" y="1425374"/>
                    <a:pt x="722295" y="1426787"/>
                    <a:pt x="722295" y="1426787"/>
                  </a:cubicBezTo>
                  <a:cubicBezTo>
                    <a:pt x="722295" y="1426787"/>
                    <a:pt x="730002" y="1427325"/>
                    <a:pt x="730439" y="1427325"/>
                  </a:cubicBezTo>
                  <a:cubicBezTo>
                    <a:pt x="730877" y="1427325"/>
                    <a:pt x="733805" y="1427426"/>
                    <a:pt x="734141" y="1427426"/>
                  </a:cubicBezTo>
                  <a:cubicBezTo>
                    <a:pt x="734478" y="1427426"/>
                    <a:pt x="737069" y="1427864"/>
                    <a:pt x="737069" y="1427864"/>
                  </a:cubicBezTo>
                  <a:cubicBezTo>
                    <a:pt x="737069" y="1427864"/>
                    <a:pt x="740973" y="1428502"/>
                    <a:pt x="741310" y="1428637"/>
                  </a:cubicBezTo>
                  <a:cubicBezTo>
                    <a:pt x="741646" y="1428738"/>
                    <a:pt x="745011" y="1431126"/>
                    <a:pt x="745011" y="1431126"/>
                  </a:cubicBezTo>
                  <a:lnTo>
                    <a:pt x="746627" y="1435466"/>
                  </a:lnTo>
                  <a:lnTo>
                    <a:pt x="746627" y="1438191"/>
                  </a:lnTo>
                  <a:cubicBezTo>
                    <a:pt x="746627" y="1438191"/>
                    <a:pt x="753190" y="1440142"/>
                    <a:pt x="753627" y="1440142"/>
                  </a:cubicBezTo>
                  <a:cubicBezTo>
                    <a:pt x="754065" y="1440142"/>
                    <a:pt x="758776" y="1440781"/>
                    <a:pt x="759113" y="1440781"/>
                  </a:cubicBezTo>
                  <a:cubicBezTo>
                    <a:pt x="759449" y="1440781"/>
                    <a:pt x="768772" y="1441319"/>
                    <a:pt x="768772" y="1441319"/>
                  </a:cubicBezTo>
                  <a:lnTo>
                    <a:pt x="779205" y="1441757"/>
                  </a:lnTo>
                  <a:cubicBezTo>
                    <a:pt x="779205" y="1441757"/>
                    <a:pt x="783108" y="1441521"/>
                    <a:pt x="783546" y="1441521"/>
                  </a:cubicBezTo>
                  <a:cubicBezTo>
                    <a:pt x="783983" y="1441521"/>
                    <a:pt x="787887" y="1441622"/>
                    <a:pt x="788224" y="1441622"/>
                  </a:cubicBezTo>
                  <a:cubicBezTo>
                    <a:pt x="788560" y="1441622"/>
                    <a:pt x="792464" y="1442799"/>
                    <a:pt x="793003" y="1443035"/>
                  </a:cubicBezTo>
                  <a:cubicBezTo>
                    <a:pt x="793541" y="1443237"/>
                    <a:pt x="795931" y="1444784"/>
                    <a:pt x="795931" y="1444784"/>
                  </a:cubicBezTo>
                  <a:cubicBezTo>
                    <a:pt x="795931" y="1444784"/>
                    <a:pt x="797782" y="1446399"/>
                    <a:pt x="798118" y="1446533"/>
                  </a:cubicBezTo>
                  <a:cubicBezTo>
                    <a:pt x="798455" y="1446634"/>
                    <a:pt x="802022" y="1448585"/>
                    <a:pt x="802460" y="1448720"/>
                  </a:cubicBezTo>
                  <a:cubicBezTo>
                    <a:pt x="802897" y="1448821"/>
                    <a:pt x="805489" y="1449494"/>
                    <a:pt x="805926" y="1449494"/>
                  </a:cubicBezTo>
                  <a:cubicBezTo>
                    <a:pt x="806364" y="1449494"/>
                    <a:pt x="808753" y="1449595"/>
                    <a:pt x="809965" y="1449393"/>
                  </a:cubicBezTo>
                  <a:cubicBezTo>
                    <a:pt x="811176" y="1449157"/>
                    <a:pt x="812994" y="1449056"/>
                    <a:pt x="813330" y="1448955"/>
                  </a:cubicBezTo>
                  <a:cubicBezTo>
                    <a:pt x="813667" y="1448855"/>
                    <a:pt x="815080" y="1448955"/>
                    <a:pt x="817907" y="1448182"/>
                  </a:cubicBezTo>
                  <a:cubicBezTo>
                    <a:pt x="820734" y="1447408"/>
                    <a:pt x="819422" y="1447946"/>
                    <a:pt x="821710" y="1447744"/>
                  </a:cubicBezTo>
                  <a:cubicBezTo>
                    <a:pt x="823999" y="1447509"/>
                    <a:pt x="825177" y="1446971"/>
                    <a:pt x="827129" y="1446769"/>
                  </a:cubicBezTo>
                  <a:cubicBezTo>
                    <a:pt x="829081" y="1446567"/>
                    <a:pt x="830932" y="1446769"/>
                    <a:pt x="832345" y="1446769"/>
                  </a:cubicBezTo>
                  <a:cubicBezTo>
                    <a:pt x="833759" y="1446769"/>
                    <a:pt x="837663" y="1447643"/>
                    <a:pt x="838100" y="1447744"/>
                  </a:cubicBezTo>
                  <a:cubicBezTo>
                    <a:pt x="838538" y="1447845"/>
                    <a:pt x="841365" y="1447744"/>
                    <a:pt x="841802" y="1447408"/>
                  </a:cubicBezTo>
                  <a:cubicBezTo>
                    <a:pt x="842240" y="1447072"/>
                    <a:pt x="841802" y="1445659"/>
                    <a:pt x="841802" y="1445659"/>
                  </a:cubicBezTo>
                  <a:lnTo>
                    <a:pt x="839749" y="1442631"/>
                  </a:lnTo>
                  <a:lnTo>
                    <a:pt x="837562" y="1440445"/>
                  </a:lnTo>
                  <a:lnTo>
                    <a:pt x="839749" y="1437518"/>
                  </a:lnTo>
                  <a:cubicBezTo>
                    <a:pt x="839749" y="1437518"/>
                    <a:pt x="842139" y="1437316"/>
                    <a:pt x="845067" y="1437182"/>
                  </a:cubicBezTo>
                  <a:cubicBezTo>
                    <a:pt x="847994" y="1437081"/>
                    <a:pt x="851596" y="1437821"/>
                    <a:pt x="852033" y="1438157"/>
                  </a:cubicBezTo>
                  <a:cubicBezTo>
                    <a:pt x="852471" y="1438460"/>
                    <a:pt x="860952" y="1439267"/>
                    <a:pt x="860952" y="1439267"/>
                  </a:cubicBezTo>
                  <a:cubicBezTo>
                    <a:pt x="860952" y="1439267"/>
                    <a:pt x="870408" y="1436879"/>
                    <a:pt x="870846" y="1436542"/>
                  </a:cubicBezTo>
                  <a:cubicBezTo>
                    <a:pt x="871283" y="1436206"/>
                    <a:pt x="878351" y="1436105"/>
                    <a:pt x="878788" y="1436004"/>
                  </a:cubicBezTo>
                  <a:cubicBezTo>
                    <a:pt x="879226" y="1435903"/>
                    <a:pt x="886832" y="1431866"/>
                    <a:pt x="886832" y="1431866"/>
                  </a:cubicBezTo>
                  <a:lnTo>
                    <a:pt x="890433" y="1431665"/>
                  </a:lnTo>
                  <a:lnTo>
                    <a:pt x="897063" y="1432001"/>
                  </a:lnTo>
                  <a:cubicBezTo>
                    <a:pt x="897063" y="1432001"/>
                    <a:pt x="897601" y="1432203"/>
                    <a:pt x="897938" y="1432203"/>
                  </a:cubicBezTo>
                  <a:cubicBezTo>
                    <a:pt x="898274" y="1432203"/>
                    <a:pt x="900125" y="1432842"/>
                    <a:pt x="902515" y="1433279"/>
                  </a:cubicBezTo>
                  <a:cubicBezTo>
                    <a:pt x="904904" y="1433717"/>
                    <a:pt x="905342" y="1433380"/>
                    <a:pt x="905880" y="1432842"/>
                  </a:cubicBezTo>
                  <a:cubicBezTo>
                    <a:pt x="906419" y="1432304"/>
                    <a:pt x="907294" y="1430655"/>
                    <a:pt x="907294" y="1430218"/>
                  </a:cubicBezTo>
                  <a:cubicBezTo>
                    <a:pt x="907294" y="1429781"/>
                    <a:pt x="907731" y="1427729"/>
                    <a:pt x="908068" y="1426753"/>
                  </a:cubicBezTo>
                  <a:cubicBezTo>
                    <a:pt x="908404" y="1425778"/>
                    <a:pt x="908707" y="1425542"/>
                    <a:pt x="909481" y="1424163"/>
                  </a:cubicBezTo>
                  <a:cubicBezTo>
                    <a:pt x="910255" y="1422750"/>
                    <a:pt x="910996" y="1423087"/>
                    <a:pt x="911433" y="1422851"/>
                  </a:cubicBezTo>
                  <a:cubicBezTo>
                    <a:pt x="911871" y="1422616"/>
                    <a:pt x="914698" y="1425038"/>
                    <a:pt x="916313" y="1425677"/>
                  </a:cubicBezTo>
                  <a:cubicBezTo>
                    <a:pt x="917962" y="1426316"/>
                    <a:pt x="918063" y="1428402"/>
                    <a:pt x="918063" y="1428402"/>
                  </a:cubicBezTo>
                  <a:cubicBezTo>
                    <a:pt x="918063" y="1428402"/>
                    <a:pt x="919813" y="1431025"/>
                    <a:pt x="920352" y="1431866"/>
                  </a:cubicBezTo>
                  <a:cubicBezTo>
                    <a:pt x="920890" y="1432741"/>
                    <a:pt x="922539" y="1434692"/>
                    <a:pt x="922539" y="1434692"/>
                  </a:cubicBezTo>
                  <a:cubicBezTo>
                    <a:pt x="922539" y="1434692"/>
                    <a:pt x="924929" y="1436542"/>
                    <a:pt x="925366" y="1436879"/>
                  </a:cubicBezTo>
                  <a:cubicBezTo>
                    <a:pt x="925804" y="1437215"/>
                    <a:pt x="927217" y="1438729"/>
                    <a:pt x="929405" y="1440680"/>
                  </a:cubicBezTo>
                  <a:cubicBezTo>
                    <a:pt x="931592" y="1442631"/>
                    <a:pt x="931895" y="1441555"/>
                    <a:pt x="931895" y="1441555"/>
                  </a:cubicBezTo>
                  <a:cubicBezTo>
                    <a:pt x="931895" y="1441555"/>
                    <a:pt x="935799" y="1441555"/>
                    <a:pt x="936775" y="1441555"/>
                  </a:cubicBezTo>
                  <a:cubicBezTo>
                    <a:pt x="937751" y="1441555"/>
                    <a:pt x="941016" y="1442059"/>
                    <a:pt x="941016" y="1442059"/>
                  </a:cubicBezTo>
                  <a:lnTo>
                    <a:pt x="942227" y="1443977"/>
                  </a:lnTo>
                  <a:lnTo>
                    <a:pt x="939299" y="1447004"/>
                  </a:lnTo>
                  <a:cubicBezTo>
                    <a:pt x="939299" y="1447004"/>
                    <a:pt x="937246" y="1448081"/>
                    <a:pt x="935833" y="1448955"/>
                  </a:cubicBezTo>
                  <a:cubicBezTo>
                    <a:pt x="934420" y="1449830"/>
                    <a:pt x="934857" y="1449729"/>
                    <a:pt x="934857" y="1450133"/>
                  </a:cubicBezTo>
                  <a:cubicBezTo>
                    <a:pt x="934857" y="1450570"/>
                    <a:pt x="936607" y="1451647"/>
                    <a:pt x="937583" y="1451781"/>
                  </a:cubicBezTo>
                  <a:cubicBezTo>
                    <a:pt x="938559" y="1451882"/>
                    <a:pt x="940073" y="1452219"/>
                    <a:pt x="940511" y="1452219"/>
                  </a:cubicBezTo>
                  <a:cubicBezTo>
                    <a:pt x="940949" y="1452219"/>
                    <a:pt x="943540" y="1452555"/>
                    <a:pt x="944112" y="1452319"/>
                  </a:cubicBezTo>
                  <a:cubicBezTo>
                    <a:pt x="944650" y="1452084"/>
                    <a:pt x="945626" y="1451108"/>
                    <a:pt x="945626" y="1451108"/>
                  </a:cubicBezTo>
                  <a:lnTo>
                    <a:pt x="947814" y="1448384"/>
                  </a:lnTo>
                  <a:lnTo>
                    <a:pt x="948891" y="1445659"/>
                  </a:lnTo>
                  <a:lnTo>
                    <a:pt x="958449" y="1442631"/>
                  </a:lnTo>
                  <a:cubicBezTo>
                    <a:pt x="958449" y="1442631"/>
                    <a:pt x="962588" y="1442295"/>
                    <a:pt x="964103" y="1442093"/>
                  </a:cubicBezTo>
                  <a:cubicBezTo>
                    <a:pt x="965617" y="1441891"/>
                    <a:pt x="968983" y="1441992"/>
                    <a:pt x="970497" y="1441656"/>
                  </a:cubicBezTo>
                  <a:cubicBezTo>
                    <a:pt x="972012" y="1441319"/>
                    <a:pt x="975377" y="1441555"/>
                    <a:pt x="977228" y="1441555"/>
                  </a:cubicBezTo>
                  <a:cubicBezTo>
                    <a:pt x="979079" y="1441555"/>
                    <a:pt x="981670" y="1441656"/>
                    <a:pt x="982646" y="1441555"/>
                  </a:cubicBezTo>
                  <a:cubicBezTo>
                    <a:pt x="983622" y="1441454"/>
                    <a:pt x="984296" y="1441454"/>
                    <a:pt x="985238" y="1441218"/>
                  </a:cubicBezTo>
                  <a:cubicBezTo>
                    <a:pt x="986214" y="1440983"/>
                    <a:pt x="987291" y="1439806"/>
                    <a:pt x="988502" y="1439705"/>
                  </a:cubicBezTo>
                  <a:cubicBezTo>
                    <a:pt x="989680" y="1439604"/>
                    <a:pt x="991969" y="1437955"/>
                    <a:pt x="992103" y="1437518"/>
                  </a:cubicBezTo>
                  <a:cubicBezTo>
                    <a:pt x="992238" y="1437081"/>
                    <a:pt x="994594" y="1433919"/>
                    <a:pt x="995368" y="1433380"/>
                  </a:cubicBezTo>
                  <a:cubicBezTo>
                    <a:pt x="996142" y="1432842"/>
                    <a:pt x="997118" y="1431530"/>
                    <a:pt x="997219" y="1431093"/>
                  </a:cubicBezTo>
                  <a:cubicBezTo>
                    <a:pt x="997320" y="1430655"/>
                    <a:pt x="999272" y="1427393"/>
                    <a:pt x="999272" y="1427393"/>
                  </a:cubicBezTo>
                  <a:cubicBezTo>
                    <a:pt x="999272" y="1427393"/>
                    <a:pt x="1001022" y="1424567"/>
                    <a:pt x="1001123" y="1423928"/>
                  </a:cubicBezTo>
                  <a:cubicBezTo>
                    <a:pt x="1001224" y="1423288"/>
                    <a:pt x="1004387" y="1421102"/>
                    <a:pt x="1004387" y="1421102"/>
                  </a:cubicBezTo>
                  <a:lnTo>
                    <a:pt x="1007113" y="1415551"/>
                  </a:lnTo>
                  <a:cubicBezTo>
                    <a:pt x="1007113" y="1415551"/>
                    <a:pt x="1009065" y="1412389"/>
                    <a:pt x="1009503" y="1411414"/>
                  </a:cubicBezTo>
                  <a:cubicBezTo>
                    <a:pt x="1009940" y="1410438"/>
                    <a:pt x="1013979" y="1409664"/>
                    <a:pt x="1013979" y="1409664"/>
                  </a:cubicBezTo>
                  <a:lnTo>
                    <a:pt x="1018859" y="1410203"/>
                  </a:lnTo>
                  <a:cubicBezTo>
                    <a:pt x="1018859" y="1410203"/>
                    <a:pt x="1023436" y="1410203"/>
                    <a:pt x="1025489" y="1410203"/>
                  </a:cubicBezTo>
                  <a:cubicBezTo>
                    <a:pt x="1027542" y="1410203"/>
                    <a:pt x="1028080" y="1410102"/>
                    <a:pt x="1029729" y="1409126"/>
                  </a:cubicBezTo>
                  <a:cubicBezTo>
                    <a:pt x="1031345" y="1408151"/>
                    <a:pt x="1033431" y="1407276"/>
                    <a:pt x="1033970" y="1406738"/>
                  </a:cubicBezTo>
                  <a:cubicBezTo>
                    <a:pt x="1034508" y="1406200"/>
                    <a:pt x="1037571" y="1405123"/>
                    <a:pt x="1038412" y="1404450"/>
                  </a:cubicBezTo>
                  <a:cubicBezTo>
                    <a:pt x="1039287" y="1403811"/>
                    <a:pt x="1043090" y="1403239"/>
                    <a:pt x="1043090" y="1403239"/>
                  </a:cubicBezTo>
                  <a:lnTo>
                    <a:pt x="1045917" y="1404988"/>
                  </a:lnTo>
                  <a:lnTo>
                    <a:pt x="1048643" y="1409328"/>
                  </a:lnTo>
                  <a:cubicBezTo>
                    <a:pt x="1048643" y="1409328"/>
                    <a:pt x="1052110" y="1408891"/>
                    <a:pt x="1052211" y="1408689"/>
                  </a:cubicBezTo>
                  <a:cubicBezTo>
                    <a:pt x="1052278" y="1408487"/>
                    <a:pt x="1055610" y="1406805"/>
                    <a:pt x="1056922" y="1405930"/>
                  </a:cubicBezTo>
                  <a:cubicBezTo>
                    <a:pt x="1058235" y="1405056"/>
                    <a:pt x="1061567" y="1404484"/>
                    <a:pt x="1062004" y="1403912"/>
                  </a:cubicBezTo>
                  <a:cubicBezTo>
                    <a:pt x="1062441" y="1403340"/>
                    <a:pt x="1068297" y="1403273"/>
                    <a:pt x="1070115" y="1403273"/>
                  </a:cubicBezTo>
                  <a:cubicBezTo>
                    <a:pt x="1071932" y="1403273"/>
                    <a:pt x="1073245" y="1406973"/>
                    <a:pt x="1073447" y="1407175"/>
                  </a:cubicBezTo>
                  <a:cubicBezTo>
                    <a:pt x="1073649" y="1407411"/>
                    <a:pt x="1079101" y="1408554"/>
                    <a:pt x="1079403" y="1408487"/>
                  </a:cubicBezTo>
                  <a:cubicBezTo>
                    <a:pt x="1079706" y="1408420"/>
                    <a:pt x="1084687" y="1409564"/>
                    <a:pt x="1084990" y="1409564"/>
                  </a:cubicBezTo>
                  <a:cubicBezTo>
                    <a:pt x="1085293" y="1409564"/>
                    <a:pt x="1093606" y="1407915"/>
                    <a:pt x="1093606" y="1407915"/>
                  </a:cubicBezTo>
                  <a:lnTo>
                    <a:pt x="1100067" y="1406906"/>
                  </a:lnTo>
                  <a:cubicBezTo>
                    <a:pt x="1100067" y="1406906"/>
                    <a:pt x="1103635" y="1406973"/>
                    <a:pt x="1103971" y="1406771"/>
                  </a:cubicBezTo>
                  <a:cubicBezTo>
                    <a:pt x="1104341" y="1406570"/>
                    <a:pt x="1108548" y="1405527"/>
                    <a:pt x="1108986" y="1405459"/>
                  </a:cubicBezTo>
                  <a:cubicBezTo>
                    <a:pt x="1109423" y="1405392"/>
                    <a:pt x="1114640" y="1403710"/>
                    <a:pt x="1114842" y="1403441"/>
                  </a:cubicBezTo>
                  <a:cubicBezTo>
                    <a:pt x="1115044" y="1403138"/>
                    <a:pt x="1117029" y="1402735"/>
                    <a:pt x="1117029" y="1402735"/>
                  </a:cubicBezTo>
                  <a:lnTo>
                    <a:pt x="1119789" y="1398092"/>
                  </a:lnTo>
                  <a:lnTo>
                    <a:pt x="1123928" y="1398092"/>
                  </a:lnTo>
                  <a:lnTo>
                    <a:pt x="1127630" y="1398967"/>
                  </a:lnTo>
                  <a:cubicBezTo>
                    <a:pt x="1127630" y="1398967"/>
                    <a:pt x="1127630" y="1400783"/>
                    <a:pt x="1127630" y="1401086"/>
                  </a:cubicBezTo>
                  <a:cubicBezTo>
                    <a:pt x="1127630" y="1401355"/>
                    <a:pt x="1127227" y="1402735"/>
                    <a:pt x="1127227" y="1402735"/>
                  </a:cubicBezTo>
                  <a:lnTo>
                    <a:pt x="1132275" y="1407209"/>
                  </a:lnTo>
                  <a:lnTo>
                    <a:pt x="1136246" y="1405829"/>
                  </a:lnTo>
                  <a:lnTo>
                    <a:pt x="1146107" y="1408723"/>
                  </a:lnTo>
                  <a:lnTo>
                    <a:pt x="1155900" y="1413634"/>
                  </a:lnTo>
                  <a:lnTo>
                    <a:pt x="1160982" y="1415148"/>
                  </a:lnTo>
                  <a:lnTo>
                    <a:pt x="1165021" y="1411952"/>
                  </a:lnTo>
                  <a:lnTo>
                    <a:pt x="1178920" y="1411952"/>
                  </a:lnTo>
                  <a:lnTo>
                    <a:pt x="1194267" y="1411952"/>
                  </a:lnTo>
                  <a:lnTo>
                    <a:pt x="1203252" y="1413701"/>
                  </a:lnTo>
                  <a:lnTo>
                    <a:pt x="1213113" y="1413701"/>
                  </a:lnTo>
                  <a:lnTo>
                    <a:pt x="1217185" y="1415451"/>
                  </a:lnTo>
                  <a:lnTo>
                    <a:pt x="1222402" y="1415451"/>
                  </a:lnTo>
                  <a:lnTo>
                    <a:pt x="1230512" y="1417031"/>
                  </a:lnTo>
                  <a:lnTo>
                    <a:pt x="1232532" y="1422683"/>
                  </a:lnTo>
                  <a:lnTo>
                    <a:pt x="1230512" y="1425879"/>
                  </a:lnTo>
                  <a:lnTo>
                    <a:pt x="1237748" y="1431665"/>
                  </a:lnTo>
                  <a:lnTo>
                    <a:pt x="1243537" y="1439772"/>
                  </a:lnTo>
                  <a:lnTo>
                    <a:pt x="1248181" y="1437148"/>
                  </a:lnTo>
                  <a:lnTo>
                    <a:pt x="1252825" y="1433952"/>
                  </a:lnTo>
                  <a:lnTo>
                    <a:pt x="1258042" y="1435701"/>
                  </a:lnTo>
                  <a:lnTo>
                    <a:pt x="1261508" y="1439166"/>
                  </a:lnTo>
                  <a:cubicBezTo>
                    <a:pt x="1261508" y="1439166"/>
                    <a:pt x="1268744" y="1445558"/>
                    <a:pt x="1269922" y="1445558"/>
                  </a:cubicBezTo>
                  <a:cubicBezTo>
                    <a:pt x="1271066" y="1445558"/>
                    <a:pt x="1273691" y="1447576"/>
                    <a:pt x="1273691" y="1447576"/>
                  </a:cubicBezTo>
                  <a:lnTo>
                    <a:pt x="1276956" y="1455414"/>
                  </a:lnTo>
                  <a:lnTo>
                    <a:pt x="1283249" y="1453665"/>
                  </a:lnTo>
                  <a:lnTo>
                    <a:pt x="1287591" y="1453665"/>
                  </a:lnTo>
                  <a:lnTo>
                    <a:pt x="1293682" y="1457870"/>
                  </a:lnTo>
                  <a:lnTo>
                    <a:pt x="1298899" y="1459182"/>
                  </a:lnTo>
                  <a:lnTo>
                    <a:pt x="1305865" y="1472806"/>
                  </a:lnTo>
                  <a:lnTo>
                    <a:pt x="1310509" y="1472806"/>
                  </a:lnTo>
                  <a:lnTo>
                    <a:pt x="1315423" y="1476674"/>
                  </a:lnTo>
                  <a:lnTo>
                    <a:pt x="1315995" y="1477347"/>
                  </a:lnTo>
                  <a:lnTo>
                    <a:pt x="1312630" y="1478760"/>
                  </a:lnTo>
                  <a:lnTo>
                    <a:pt x="1316264" y="1477246"/>
                  </a:lnTo>
                  <a:lnTo>
                    <a:pt x="1318082" y="1478054"/>
                  </a:lnTo>
                  <a:lnTo>
                    <a:pt x="1321548" y="1478054"/>
                  </a:lnTo>
                  <a:lnTo>
                    <a:pt x="1327404" y="1477515"/>
                  </a:lnTo>
                  <a:lnTo>
                    <a:pt x="1331039" y="1477179"/>
                  </a:lnTo>
                  <a:cubicBezTo>
                    <a:pt x="1331039" y="1477179"/>
                    <a:pt x="1334236" y="1477314"/>
                    <a:pt x="1334505" y="1477314"/>
                  </a:cubicBezTo>
                  <a:cubicBezTo>
                    <a:pt x="1334808" y="1477314"/>
                    <a:pt x="1337198" y="1478996"/>
                    <a:pt x="1337399" y="1478996"/>
                  </a:cubicBezTo>
                  <a:cubicBezTo>
                    <a:pt x="1337601" y="1478996"/>
                    <a:pt x="1338847" y="1480879"/>
                    <a:pt x="1338847" y="1480879"/>
                  </a:cubicBezTo>
                  <a:lnTo>
                    <a:pt x="1343491" y="1483705"/>
                  </a:lnTo>
                  <a:lnTo>
                    <a:pt x="1348404" y="1483503"/>
                  </a:lnTo>
                  <a:cubicBezTo>
                    <a:pt x="1348404" y="1483503"/>
                    <a:pt x="1349280" y="1479971"/>
                    <a:pt x="1349852" y="1479433"/>
                  </a:cubicBezTo>
                  <a:cubicBezTo>
                    <a:pt x="1350424" y="1478928"/>
                    <a:pt x="1352039" y="1478256"/>
                    <a:pt x="1352039" y="1478256"/>
                  </a:cubicBezTo>
                  <a:lnTo>
                    <a:pt x="1355674" y="1477549"/>
                  </a:lnTo>
                  <a:cubicBezTo>
                    <a:pt x="1355674" y="1477549"/>
                    <a:pt x="1355236" y="1472705"/>
                    <a:pt x="1355236" y="1472402"/>
                  </a:cubicBezTo>
                  <a:cubicBezTo>
                    <a:pt x="1355236" y="1472100"/>
                    <a:pt x="1357424" y="1469274"/>
                    <a:pt x="1357424" y="1469274"/>
                  </a:cubicBezTo>
                  <a:lnTo>
                    <a:pt x="1359813" y="1467625"/>
                  </a:lnTo>
                  <a:lnTo>
                    <a:pt x="1364155" y="1467625"/>
                  </a:lnTo>
                  <a:lnTo>
                    <a:pt x="1367924" y="1471090"/>
                  </a:lnTo>
                  <a:lnTo>
                    <a:pt x="1372266" y="1477179"/>
                  </a:lnTo>
                  <a:lnTo>
                    <a:pt x="1376910" y="1480072"/>
                  </a:lnTo>
                  <a:lnTo>
                    <a:pt x="1382699" y="1484714"/>
                  </a:lnTo>
                  <a:lnTo>
                    <a:pt x="1391987" y="1486464"/>
                  </a:lnTo>
                  <a:lnTo>
                    <a:pt x="1404439" y="1487338"/>
                  </a:lnTo>
                  <a:lnTo>
                    <a:pt x="1409084" y="1489929"/>
                  </a:lnTo>
                  <a:lnTo>
                    <a:pt x="1417767" y="1491375"/>
                  </a:lnTo>
                  <a:lnTo>
                    <a:pt x="1420392" y="1491947"/>
                  </a:lnTo>
                  <a:lnTo>
                    <a:pt x="1421267" y="1496858"/>
                  </a:lnTo>
                  <a:lnTo>
                    <a:pt x="1426786" y="1501770"/>
                  </a:lnTo>
                  <a:lnTo>
                    <a:pt x="1432877" y="1503216"/>
                  </a:lnTo>
                  <a:lnTo>
                    <a:pt x="1436344" y="1505807"/>
                  </a:lnTo>
                  <a:lnTo>
                    <a:pt x="1439238" y="1505807"/>
                  </a:lnTo>
                  <a:lnTo>
                    <a:pt x="1443310" y="1500592"/>
                  </a:lnTo>
                  <a:lnTo>
                    <a:pt x="1447383" y="1500592"/>
                  </a:lnTo>
                  <a:lnTo>
                    <a:pt x="1449402" y="1497262"/>
                  </a:lnTo>
                  <a:lnTo>
                    <a:pt x="1452868" y="1490736"/>
                  </a:lnTo>
                  <a:lnTo>
                    <a:pt x="1453743" y="1485825"/>
                  </a:lnTo>
                  <a:lnTo>
                    <a:pt x="1453171" y="1481182"/>
                  </a:lnTo>
                  <a:lnTo>
                    <a:pt x="1451724" y="1477112"/>
                  </a:lnTo>
                  <a:lnTo>
                    <a:pt x="1452027" y="1471595"/>
                  </a:lnTo>
                  <a:lnTo>
                    <a:pt x="1451152" y="1464934"/>
                  </a:lnTo>
                  <a:lnTo>
                    <a:pt x="1451152" y="1460797"/>
                  </a:lnTo>
                  <a:lnTo>
                    <a:pt x="1450782" y="1457433"/>
                  </a:lnTo>
                  <a:lnTo>
                    <a:pt x="1448998" y="1453968"/>
                  </a:lnTo>
                  <a:cubicBezTo>
                    <a:pt x="1448998" y="1453968"/>
                    <a:pt x="1444859" y="1450806"/>
                    <a:pt x="1444320" y="1450267"/>
                  </a:cubicBezTo>
                  <a:cubicBezTo>
                    <a:pt x="1443782" y="1449729"/>
                    <a:pt x="1442133" y="1449191"/>
                    <a:pt x="1441729" y="1449191"/>
                  </a:cubicBezTo>
                  <a:cubicBezTo>
                    <a:pt x="1441291" y="1449191"/>
                    <a:pt x="1438464" y="1447879"/>
                    <a:pt x="1438464" y="1447879"/>
                  </a:cubicBezTo>
                  <a:lnTo>
                    <a:pt x="1434560" y="1445827"/>
                  </a:lnTo>
                  <a:lnTo>
                    <a:pt x="1429344" y="1444750"/>
                  </a:lnTo>
                  <a:lnTo>
                    <a:pt x="1428570" y="1440613"/>
                  </a:lnTo>
                  <a:lnTo>
                    <a:pt x="1428570" y="1437148"/>
                  </a:lnTo>
                  <a:lnTo>
                    <a:pt x="1429175" y="1433448"/>
                  </a:lnTo>
                  <a:lnTo>
                    <a:pt x="1429882" y="1430958"/>
                  </a:lnTo>
                  <a:lnTo>
                    <a:pt x="1430522" y="1429983"/>
                  </a:lnTo>
                  <a:cubicBezTo>
                    <a:pt x="1430522" y="1429983"/>
                    <a:pt x="1432036" y="1427157"/>
                    <a:pt x="1432137" y="1426821"/>
                  </a:cubicBezTo>
                  <a:cubicBezTo>
                    <a:pt x="1432238" y="1426484"/>
                    <a:pt x="1432238" y="1425206"/>
                    <a:pt x="1432238" y="1425206"/>
                  </a:cubicBezTo>
                  <a:cubicBezTo>
                    <a:pt x="1432238" y="1425206"/>
                    <a:pt x="1429411" y="1423356"/>
                    <a:pt x="1428873" y="1422380"/>
                  </a:cubicBezTo>
                  <a:cubicBezTo>
                    <a:pt x="1428334" y="1421405"/>
                    <a:pt x="1428772" y="1419353"/>
                    <a:pt x="1428772" y="1419353"/>
                  </a:cubicBezTo>
                  <a:lnTo>
                    <a:pt x="1428233" y="1417603"/>
                  </a:lnTo>
                  <a:lnTo>
                    <a:pt x="1429748" y="1415417"/>
                  </a:lnTo>
                  <a:cubicBezTo>
                    <a:pt x="1429748" y="1415417"/>
                    <a:pt x="1433012" y="1414105"/>
                    <a:pt x="1433786" y="1413802"/>
                  </a:cubicBezTo>
                  <a:cubicBezTo>
                    <a:pt x="1434560" y="1413466"/>
                    <a:pt x="1435536" y="1412389"/>
                    <a:pt x="1435536" y="1412389"/>
                  </a:cubicBezTo>
                  <a:cubicBezTo>
                    <a:pt x="1435536" y="1412389"/>
                    <a:pt x="1440315" y="1410001"/>
                    <a:pt x="1440753" y="1409799"/>
                  </a:cubicBezTo>
                  <a:cubicBezTo>
                    <a:pt x="1441190" y="1409597"/>
                    <a:pt x="1443479" y="1408184"/>
                    <a:pt x="1443916" y="1407949"/>
                  </a:cubicBezTo>
                  <a:cubicBezTo>
                    <a:pt x="1444354" y="1407747"/>
                    <a:pt x="1445969" y="1406704"/>
                    <a:pt x="1445969" y="1406704"/>
                  </a:cubicBezTo>
                  <a:lnTo>
                    <a:pt x="1450311" y="1406637"/>
                  </a:lnTo>
                  <a:cubicBezTo>
                    <a:pt x="1450311" y="1406637"/>
                    <a:pt x="1458455" y="1406738"/>
                    <a:pt x="1458893" y="1406637"/>
                  </a:cubicBezTo>
                  <a:cubicBezTo>
                    <a:pt x="1459330" y="1406536"/>
                    <a:pt x="1463133" y="1405661"/>
                    <a:pt x="1463133" y="1405661"/>
                  </a:cubicBezTo>
                  <a:lnTo>
                    <a:pt x="1467138" y="1403710"/>
                  </a:lnTo>
                  <a:lnTo>
                    <a:pt x="1468989" y="1401221"/>
                  </a:lnTo>
                  <a:lnTo>
                    <a:pt x="1471479" y="1399808"/>
                  </a:lnTo>
                  <a:lnTo>
                    <a:pt x="1472893" y="1398059"/>
                  </a:lnTo>
                  <a:lnTo>
                    <a:pt x="1476359" y="1398059"/>
                  </a:lnTo>
                  <a:lnTo>
                    <a:pt x="1479826" y="1399808"/>
                  </a:lnTo>
                  <a:lnTo>
                    <a:pt x="1483292" y="1399808"/>
                  </a:lnTo>
                  <a:lnTo>
                    <a:pt x="1485042" y="1399808"/>
                  </a:lnTo>
                  <a:lnTo>
                    <a:pt x="1486792" y="1398362"/>
                  </a:lnTo>
                  <a:lnTo>
                    <a:pt x="1488105" y="1396780"/>
                  </a:lnTo>
                  <a:lnTo>
                    <a:pt x="1489989" y="1392004"/>
                  </a:lnTo>
                  <a:lnTo>
                    <a:pt x="1491134" y="1388539"/>
                  </a:lnTo>
                  <a:lnTo>
                    <a:pt x="1491134" y="1384906"/>
                  </a:lnTo>
                  <a:lnTo>
                    <a:pt x="1486119" y="1378548"/>
                  </a:lnTo>
                  <a:lnTo>
                    <a:pt x="1481273" y="1372324"/>
                  </a:lnTo>
                  <a:lnTo>
                    <a:pt x="1479691" y="1365933"/>
                  </a:lnTo>
                  <a:lnTo>
                    <a:pt x="1477234" y="1355202"/>
                  </a:lnTo>
                  <a:lnTo>
                    <a:pt x="1477537" y="1350694"/>
                  </a:lnTo>
                  <a:lnTo>
                    <a:pt x="1474205" y="1349954"/>
                  </a:lnTo>
                  <a:lnTo>
                    <a:pt x="1470739" y="1347498"/>
                  </a:lnTo>
                  <a:lnTo>
                    <a:pt x="1463772" y="1342284"/>
                  </a:lnTo>
                  <a:lnTo>
                    <a:pt x="1457816" y="1340098"/>
                  </a:lnTo>
                  <a:lnTo>
                    <a:pt x="1458085" y="1334614"/>
                  </a:lnTo>
                  <a:lnTo>
                    <a:pt x="1458085" y="1329097"/>
                  </a:lnTo>
                  <a:lnTo>
                    <a:pt x="1457580" y="1323883"/>
                  </a:lnTo>
                  <a:lnTo>
                    <a:pt x="1453171" y="1324758"/>
                  </a:lnTo>
                  <a:lnTo>
                    <a:pt x="1444185" y="1318400"/>
                  </a:lnTo>
                  <a:lnTo>
                    <a:pt x="1439541" y="1312311"/>
                  </a:lnTo>
                  <a:lnTo>
                    <a:pt x="1431430" y="1307669"/>
                  </a:lnTo>
                  <a:lnTo>
                    <a:pt x="1422747" y="1300134"/>
                  </a:lnTo>
                  <a:lnTo>
                    <a:pt x="1423892" y="1294348"/>
                  </a:lnTo>
                  <a:lnTo>
                    <a:pt x="1424767" y="1286812"/>
                  </a:lnTo>
                  <a:lnTo>
                    <a:pt x="1430555" y="1283919"/>
                  </a:lnTo>
                  <a:lnTo>
                    <a:pt x="1432575" y="1275812"/>
                  </a:lnTo>
                  <a:lnTo>
                    <a:pt x="1430252" y="1271742"/>
                  </a:lnTo>
                  <a:lnTo>
                    <a:pt x="1425608" y="1262188"/>
                  </a:lnTo>
                  <a:lnTo>
                    <a:pt x="1418642" y="1249439"/>
                  </a:lnTo>
                  <a:lnTo>
                    <a:pt x="1412853" y="1237261"/>
                  </a:lnTo>
                  <a:lnTo>
                    <a:pt x="1412853" y="1229154"/>
                  </a:lnTo>
                  <a:lnTo>
                    <a:pt x="1417194" y="1225958"/>
                  </a:lnTo>
                  <a:lnTo>
                    <a:pt x="1427930" y="1225958"/>
                  </a:lnTo>
                  <a:lnTo>
                    <a:pt x="1432002" y="1223503"/>
                  </a:lnTo>
                  <a:lnTo>
                    <a:pt x="1436344" y="1219600"/>
                  </a:lnTo>
                  <a:lnTo>
                    <a:pt x="1445330" y="1213814"/>
                  </a:lnTo>
                  <a:lnTo>
                    <a:pt x="1450243" y="1207154"/>
                  </a:lnTo>
                  <a:lnTo>
                    <a:pt x="1454585" y="1204833"/>
                  </a:lnTo>
                  <a:lnTo>
                    <a:pt x="1463873" y="1203958"/>
                  </a:lnTo>
                  <a:lnTo>
                    <a:pt x="1471715" y="1208600"/>
                  </a:lnTo>
                  <a:lnTo>
                    <a:pt x="1483292" y="1212065"/>
                  </a:lnTo>
                  <a:lnTo>
                    <a:pt x="1499817" y="1212065"/>
                  </a:lnTo>
                  <a:lnTo>
                    <a:pt x="1515466" y="1209609"/>
                  </a:lnTo>
                  <a:lnTo>
                    <a:pt x="1530240" y="1206582"/>
                  </a:lnTo>
                  <a:lnTo>
                    <a:pt x="1548784" y="1203117"/>
                  </a:lnTo>
                  <a:lnTo>
                    <a:pt x="1558073" y="1201671"/>
                  </a:lnTo>
                  <a:lnTo>
                    <a:pt x="1565039" y="1201671"/>
                  </a:lnTo>
                  <a:lnTo>
                    <a:pt x="1574025" y="1201671"/>
                  </a:lnTo>
                  <a:lnTo>
                    <a:pt x="1579241" y="1198912"/>
                  </a:lnTo>
                  <a:lnTo>
                    <a:pt x="1582708" y="1194404"/>
                  </a:lnTo>
                  <a:cubicBezTo>
                    <a:pt x="1582708" y="1194404"/>
                    <a:pt x="1591693" y="1194707"/>
                    <a:pt x="1592838" y="1194404"/>
                  </a:cubicBezTo>
                  <a:cubicBezTo>
                    <a:pt x="1593982" y="1194102"/>
                    <a:pt x="1600646" y="1192386"/>
                    <a:pt x="1600646" y="1192386"/>
                  </a:cubicBezTo>
                  <a:lnTo>
                    <a:pt x="1607881" y="1189762"/>
                  </a:lnTo>
                  <a:lnTo>
                    <a:pt x="1611651" y="1194404"/>
                  </a:lnTo>
                  <a:lnTo>
                    <a:pt x="1617742" y="1192958"/>
                  </a:lnTo>
                  <a:lnTo>
                    <a:pt x="1626156" y="1185994"/>
                  </a:lnTo>
                  <a:lnTo>
                    <a:pt x="1637464" y="1181352"/>
                  </a:lnTo>
                  <a:lnTo>
                    <a:pt x="1641536" y="1185994"/>
                  </a:lnTo>
                  <a:lnTo>
                    <a:pt x="1649377" y="1185994"/>
                  </a:lnTo>
                  <a:lnTo>
                    <a:pt x="1652575" y="1184413"/>
                  </a:lnTo>
                  <a:lnTo>
                    <a:pt x="1670243" y="1181655"/>
                  </a:lnTo>
                  <a:lnTo>
                    <a:pt x="1670243" y="1177147"/>
                  </a:lnTo>
                  <a:lnTo>
                    <a:pt x="1673609" y="1174422"/>
                  </a:lnTo>
                  <a:lnTo>
                    <a:pt x="1673676" y="1174422"/>
                  </a:lnTo>
                  <a:cubicBezTo>
                    <a:pt x="1673541" y="1173951"/>
                    <a:pt x="1673575" y="1173514"/>
                    <a:pt x="1673575" y="1173514"/>
                  </a:cubicBezTo>
                  <a:close/>
                </a:path>
              </a:pathLst>
            </a:custGeom>
            <a:pattFill prst="dkHorz">
              <a:fgClr>
                <a:srgbClr val="1E344D"/>
              </a:fgClr>
              <a:bgClr>
                <a:schemeClr val="bg1"/>
              </a:bgClr>
            </a:pattFill>
            <a:ln w="6350" cap="flat">
              <a:solidFill>
                <a:schemeClr val="bg1"/>
              </a:solidFill>
              <a:prstDash val="solid"/>
              <a:miter/>
            </a:ln>
          </p:spPr>
          <p:txBody>
            <a:bodyPr rtlCol="0" anchor="ctr"/>
            <a:lstStyle/>
            <a:p>
              <a:endParaRPr lang="en-US"/>
            </a:p>
          </p:txBody>
        </p:sp>
        <p:sp>
          <p:nvSpPr>
            <p:cNvPr id="196" name="Freeform 913">
              <a:extLst>
                <a:ext uri="{FF2B5EF4-FFF2-40B4-BE49-F238E27FC236}">
                  <a16:creationId xmlns:a16="http://schemas.microsoft.com/office/drawing/2014/main" id="{BE79E447-2DF6-4D6E-F5FB-C0296194FE43}"/>
                </a:ext>
              </a:extLst>
            </p:cNvPr>
            <p:cNvSpPr/>
            <p:nvPr/>
          </p:nvSpPr>
          <p:spPr>
            <a:xfrm>
              <a:off x="7669701" y="3706583"/>
              <a:ext cx="138026" cy="112855"/>
            </a:xfrm>
            <a:custGeom>
              <a:avLst/>
              <a:gdLst>
                <a:gd name="connsiteX0" fmla="*/ 1245 w 264996"/>
                <a:gd name="connsiteY0" fmla="*/ 99943 h 216669"/>
                <a:gd name="connsiteX1" fmla="*/ 0 w 264996"/>
                <a:gd name="connsiteY1" fmla="*/ 97723 h 216669"/>
                <a:gd name="connsiteX2" fmla="*/ 976 w 264996"/>
                <a:gd name="connsiteY2" fmla="*/ 95335 h 216669"/>
                <a:gd name="connsiteX3" fmla="*/ 1851 w 264996"/>
                <a:gd name="connsiteY3" fmla="*/ 91802 h 216669"/>
                <a:gd name="connsiteX4" fmla="*/ 2894 w 264996"/>
                <a:gd name="connsiteY4" fmla="*/ 88741 h 216669"/>
                <a:gd name="connsiteX5" fmla="*/ 6394 w 264996"/>
                <a:gd name="connsiteY5" fmla="*/ 87059 h 216669"/>
                <a:gd name="connsiteX6" fmla="*/ 9726 w 264996"/>
                <a:gd name="connsiteY6" fmla="*/ 85074 h 216669"/>
                <a:gd name="connsiteX7" fmla="*/ 13798 w 264996"/>
                <a:gd name="connsiteY7" fmla="*/ 81778 h 216669"/>
                <a:gd name="connsiteX8" fmla="*/ 20159 w 264996"/>
                <a:gd name="connsiteY8" fmla="*/ 79457 h 216669"/>
                <a:gd name="connsiteX9" fmla="*/ 27395 w 264996"/>
                <a:gd name="connsiteY9" fmla="*/ 74377 h 216669"/>
                <a:gd name="connsiteX10" fmla="*/ 36078 w 264996"/>
                <a:gd name="connsiteY10" fmla="*/ 69298 h 216669"/>
                <a:gd name="connsiteX11" fmla="*/ 40722 w 264996"/>
                <a:gd name="connsiteY11" fmla="*/ 63781 h 216669"/>
                <a:gd name="connsiteX12" fmla="*/ 49136 w 264996"/>
                <a:gd name="connsiteY12" fmla="*/ 58701 h 216669"/>
                <a:gd name="connsiteX13" fmla="*/ 57987 w 264996"/>
                <a:gd name="connsiteY13" fmla="*/ 52478 h 216669"/>
                <a:gd name="connsiteX14" fmla="*/ 65088 w 264996"/>
                <a:gd name="connsiteY14" fmla="*/ 46691 h 216669"/>
                <a:gd name="connsiteX15" fmla="*/ 70170 w 264996"/>
                <a:gd name="connsiteY15" fmla="*/ 45682 h 216669"/>
                <a:gd name="connsiteX16" fmla="*/ 70372 w 264996"/>
                <a:gd name="connsiteY16" fmla="*/ 44438 h 216669"/>
                <a:gd name="connsiteX17" fmla="*/ 72425 w 264996"/>
                <a:gd name="connsiteY17" fmla="*/ 42520 h 216669"/>
                <a:gd name="connsiteX18" fmla="*/ 72088 w 264996"/>
                <a:gd name="connsiteY18" fmla="*/ 41275 h 216669"/>
                <a:gd name="connsiteX19" fmla="*/ 70910 w 264996"/>
                <a:gd name="connsiteY19" fmla="*/ 40300 h 216669"/>
                <a:gd name="connsiteX20" fmla="*/ 69261 w 264996"/>
                <a:gd name="connsiteY20" fmla="*/ 40300 h 216669"/>
                <a:gd name="connsiteX21" fmla="*/ 67747 w 264996"/>
                <a:gd name="connsiteY21" fmla="*/ 40603 h 216669"/>
                <a:gd name="connsiteX22" fmla="*/ 65660 w 264996"/>
                <a:gd name="connsiteY22" fmla="*/ 40637 h 216669"/>
                <a:gd name="connsiteX23" fmla="*/ 63607 w 264996"/>
                <a:gd name="connsiteY23" fmla="*/ 40670 h 216669"/>
                <a:gd name="connsiteX24" fmla="*/ 60208 w 264996"/>
                <a:gd name="connsiteY24" fmla="*/ 40468 h 216669"/>
                <a:gd name="connsiteX25" fmla="*/ 58963 w 264996"/>
                <a:gd name="connsiteY25" fmla="*/ 39493 h 216669"/>
                <a:gd name="connsiteX26" fmla="*/ 59131 w 264996"/>
                <a:gd name="connsiteY26" fmla="*/ 39156 h 216669"/>
                <a:gd name="connsiteX27" fmla="*/ 60141 w 264996"/>
                <a:gd name="connsiteY27" fmla="*/ 38349 h 216669"/>
                <a:gd name="connsiteX28" fmla="*/ 61924 w 264996"/>
                <a:gd name="connsiteY28" fmla="*/ 35591 h 216669"/>
                <a:gd name="connsiteX29" fmla="*/ 64448 w 264996"/>
                <a:gd name="connsiteY29" fmla="*/ 32698 h 216669"/>
                <a:gd name="connsiteX30" fmla="*/ 67208 w 264996"/>
                <a:gd name="connsiteY30" fmla="*/ 29872 h 216669"/>
                <a:gd name="connsiteX31" fmla="*/ 69732 w 264996"/>
                <a:gd name="connsiteY31" fmla="*/ 27214 h 216669"/>
                <a:gd name="connsiteX32" fmla="*/ 72997 w 264996"/>
                <a:gd name="connsiteY32" fmla="*/ 24658 h 216669"/>
                <a:gd name="connsiteX33" fmla="*/ 72728 w 264996"/>
                <a:gd name="connsiteY33" fmla="*/ 24658 h 216669"/>
                <a:gd name="connsiteX34" fmla="*/ 75689 w 264996"/>
                <a:gd name="connsiteY34" fmla="*/ 24658 h 216669"/>
                <a:gd name="connsiteX35" fmla="*/ 77641 w 264996"/>
                <a:gd name="connsiteY35" fmla="*/ 24590 h 216669"/>
                <a:gd name="connsiteX36" fmla="*/ 80401 w 264996"/>
                <a:gd name="connsiteY36" fmla="*/ 24456 h 216669"/>
                <a:gd name="connsiteX37" fmla="*/ 83295 w 264996"/>
                <a:gd name="connsiteY37" fmla="*/ 24658 h 216669"/>
                <a:gd name="connsiteX38" fmla="*/ 86627 w 264996"/>
                <a:gd name="connsiteY38" fmla="*/ 24658 h 216669"/>
                <a:gd name="connsiteX39" fmla="*/ 89151 w 264996"/>
                <a:gd name="connsiteY39" fmla="*/ 26912 h 216669"/>
                <a:gd name="connsiteX40" fmla="*/ 90598 w 264996"/>
                <a:gd name="connsiteY40" fmla="*/ 27685 h 216669"/>
                <a:gd name="connsiteX41" fmla="*/ 92920 w 264996"/>
                <a:gd name="connsiteY41" fmla="*/ 28055 h 216669"/>
                <a:gd name="connsiteX42" fmla="*/ 95680 w 264996"/>
                <a:gd name="connsiteY42" fmla="*/ 28291 h 216669"/>
                <a:gd name="connsiteX43" fmla="*/ 99954 w 264996"/>
                <a:gd name="connsiteY43" fmla="*/ 29165 h 216669"/>
                <a:gd name="connsiteX44" fmla="*/ 101267 w 264996"/>
                <a:gd name="connsiteY44" fmla="*/ 29300 h 216669"/>
                <a:gd name="connsiteX45" fmla="*/ 103387 w 264996"/>
                <a:gd name="connsiteY45" fmla="*/ 28930 h 216669"/>
                <a:gd name="connsiteX46" fmla="*/ 103959 w 264996"/>
                <a:gd name="connsiteY46" fmla="*/ 28055 h 216669"/>
                <a:gd name="connsiteX47" fmla="*/ 102949 w 264996"/>
                <a:gd name="connsiteY47" fmla="*/ 26609 h 216669"/>
                <a:gd name="connsiteX48" fmla="*/ 100762 w 264996"/>
                <a:gd name="connsiteY48" fmla="*/ 24792 h 216669"/>
                <a:gd name="connsiteX49" fmla="*/ 101435 w 264996"/>
                <a:gd name="connsiteY49" fmla="*/ 23346 h 216669"/>
                <a:gd name="connsiteX50" fmla="*/ 101704 w 264996"/>
                <a:gd name="connsiteY50" fmla="*/ 21731 h 216669"/>
                <a:gd name="connsiteX51" fmla="*/ 102276 w 264996"/>
                <a:gd name="connsiteY51" fmla="*/ 20587 h 216669"/>
                <a:gd name="connsiteX52" fmla="*/ 103151 w 264996"/>
                <a:gd name="connsiteY52" fmla="*/ 19780 h 216669"/>
                <a:gd name="connsiteX53" fmla="*/ 104228 w 264996"/>
                <a:gd name="connsiteY53" fmla="*/ 17156 h 216669"/>
                <a:gd name="connsiteX54" fmla="*/ 104767 w 264996"/>
                <a:gd name="connsiteY54" fmla="*/ 15339 h 216669"/>
                <a:gd name="connsiteX55" fmla="*/ 107089 w 264996"/>
                <a:gd name="connsiteY55" fmla="*/ 14128 h 216669"/>
                <a:gd name="connsiteX56" fmla="*/ 110791 w 264996"/>
                <a:gd name="connsiteY56" fmla="*/ 14128 h 216669"/>
                <a:gd name="connsiteX57" fmla="*/ 116445 w 264996"/>
                <a:gd name="connsiteY57" fmla="*/ 13556 h 216669"/>
                <a:gd name="connsiteX58" fmla="*/ 122032 w 264996"/>
                <a:gd name="connsiteY58" fmla="*/ 12043 h 216669"/>
                <a:gd name="connsiteX59" fmla="*/ 125229 w 264996"/>
                <a:gd name="connsiteY59" fmla="*/ 10731 h 216669"/>
                <a:gd name="connsiteX60" fmla="*/ 130142 w 264996"/>
                <a:gd name="connsiteY60" fmla="*/ 10731 h 216669"/>
                <a:gd name="connsiteX61" fmla="*/ 133272 w 264996"/>
                <a:gd name="connsiteY61" fmla="*/ 12244 h 216669"/>
                <a:gd name="connsiteX62" fmla="*/ 136469 w 264996"/>
                <a:gd name="connsiteY62" fmla="*/ 14936 h 216669"/>
                <a:gd name="connsiteX63" fmla="*/ 138354 w 264996"/>
                <a:gd name="connsiteY63" fmla="*/ 17190 h 216669"/>
                <a:gd name="connsiteX64" fmla="*/ 141820 w 264996"/>
                <a:gd name="connsiteY64" fmla="*/ 18434 h 216669"/>
                <a:gd name="connsiteX65" fmla="*/ 143840 w 264996"/>
                <a:gd name="connsiteY65" fmla="*/ 18064 h 216669"/>
                <a:gd name="connsiteX66" fmla="*/ 145724 w 264996"/>
                <a:gd name="connsiteY66" fmla="*/ 17761 h 216669"/>
                <a:gd name="connsiteX67" fmla="*/ 146868 w 264996"/>
                <a:gd name="connsiteY67" fmla="*/ 17930 h 216669"/>
                <a:gd name="connsiteX68" fmla="*/ 149628 w 264996"/>
                <a:gd name="connsiteY68" fmla="*/ 19410 h 216669"/>
                <a:gd name="connsiteX69" fmla="*/ 151008 w 264996"/>
                <a:gd name="connsiteY69" fmla="*/ 19410 h 216669"/>
                <a:gd name="connsiteX70" fmla="*/ 155417 w 264996"/>
                <a:gd name="connsiteY70" fmla="*/ 19040 h 216669"/>
                <a:gd name="connsiteX71" fmla="*/ 157234 w 264996"/>
                <a:gd name="connsiteY71" fmla="*/ 17795 h 216669"/>
                <a:gd name="connsiteX72" fmla="*/ 157604 w 264996"/>
                <a:gd name="connsiteY72" fmla="*/ 15608 h 216669"/>
                <a:gd name="connsiteX73" fmla="*/ 157604 w 264996"/>
                <a:gd name="connsiteY73" fmla="*/ 14229 h 216669"/>
                <a:gd name="connsiteX74" fmla="*/ 155787 w 264996"/>
                <a:gd name="connsiteY74" fmla="*/ 12312 h 216669"/>
                <a:gd name="connsiteX75" fmla="*/ 155619 w 264996"/>
                <a:gd name="connsiteY75" fmla="*/ 8713 h 216669"/>
                <a:gd name="connsiteX76" fmla="*/ 157638 w 264996"/>
                <a:gd name="connsiteY76" fmla="*/ 5887 h 216669"/>
                <a:gd name="connsiteX77" fmla="*/ 160532 w 264996"/>
                <a:gd name="connsiteY77" fmla="*/ 3700 h 216669"/>
                <a:gd name="connsiteX78" fmla="*/ 164941 w 264996"/>
                <a:gd name="connsiteY78" fmla="*/ 3700 h 216669"/>
                <a:gd name="connsiteX79" fmla="*/ 170158 w 264996"/>
                <a:gd name="connsiteY79" fmla="*/ 4440 h 216669"/>
                <a:gd name="connsiteX80" fmla="*/ 173859 w 264996"/>
                <a:gd name="connsiteY80" fmla="*/ 4676 h 216669"/>
                <a:gd name="connsiteX81" fmla="*/ 176855 w 264996"/>
                <a:gd name="connsiteY81" fmla="*/ 4777 h 216669"/>
                <a:gd name="connsiteX82" fmla="*/ 184797 w 264996"/>
                <a:gd name="connsiteY82" fmla="*/ 4508 h 216669"/>
                <a:gd name="connsiteX83" fmla="*/ 191461 w 264996"/>
                <a:gd name="connsiteY83" fmla="*/ 2489 h 216669"/>
                <a:gd name="connsiteX84" fmla="*/ 193480 w 264996"/>
                <a:gd name="connsiteY84" fmla="*/ 2489 h 216669"/>
                <a:gd name="connsiteX85" fmla="*/ 196745 w 264996"/>
                <a:gd name="connsiteY85" fmla="*/ 3599 h 216669"/>
                <a:gd name="connsiteX86" fmla="*/ 200379 w 264996"/>
                <a:gd name="connsiteY86" fmla="*/ 6862 h 216669"/>
                <a:gd name="connsiteX87" fmla="*/ 203274 w 264996"/>
                <a:gd name="connsiteY87" fmla="*/ 9251 h 216669"/>
                <a:gd name="connsiteX88" fmla="*/ 206168 w 264996"/>
                <a:gd name="connsiteY88" fmla="*/ 11437 h 216669"/>
                <a:gd name="connsiteX89" fmla="*/ 208692 w 264996"/>
                <a:gd name="connsiteY89" fmla="*/ 11370 h 216669"/>
                <a:gd name="connsiteX90" fmla="*/ 212394 w 264996"/>
                <a:gd name="connsiteY90" fmla="*/ 9991 h 216669"/>
                <a:gd name="connsiteX91" fmla="*/ 213909 w 264996"/>
                <a:gd name="connsiteY91" fmla="*/ 7031 h 216669"/>
                <a:gd name="connsiteX92" fmla="*/ 214716 w 264996"/>
                <a:gd name="connsiteY92" fmla="*/ 5147 h 216669"/>
                <a:gd name="connsiteX93" fmla="*/ 216096 w 264996"/>
                <a:gd name="connsiteY93" fmla="*/ 3532 h 216669"/>
                <a:gd name="connsiteX94" fmla="*/ 217173 w 264996"/>
                <a:gd name="connsiteY94" fmla="*/ 1951 h 216669"/>
                <a:gd name="connsiteX95" fmla="*/ 218553 w 264996"/>
                <a:gd name="connsiteY95" fmla="*/ 1312 h 216669"/>
                <a:gd name="connsiteX96" fmla="*/ 219933 w 264996"/>
                <a:gd name="connsiteY96" fmla="*/ 572 h 216669"/>
                <a:gd name="connsiteX97" fmla="*/ 223264 w 264996"/>
                <a:gd name="connsiteY97" fmla="*/ 0 h 216669"/>
                <a:gd name="connsiteX98" fmla="*/ 225216 w 264996"/>
                <a:gd name="connsiteY98" fmla="*/ 673 h 216669"/>
                <a:gd name="connsiteX99" fmla="*/ 227740 w 264996"/>
                <a:gd name="connsiteY99" fmla="*/ 2254 h 216669"/>
                <a:gd name="connsiteX100" fmla="*/ 231510 w 264996"/>
                <a:gd name="connsiteY100" fmla="*/ 5012 h 216669"/>
                <a:gd name="connsiteX101" fmla="*/ 235346 w 264996"/>
                <a:gd name="connsiteY101" fmla="*/ 7199 h 216669"/>
                <a:gd name="connsiteX102" fmla="*/ 238409 w 264996"/>
                <a:gd name="connsiteY102" fmla="*/ 10966 h 216669"/>
                <a:gd name="connsiteX103" fmla="*/ 250794 w 264996"/>
                <a:gd name="connsiteY103" fmla="*/ 17257 h 216669"/>
                <a:gd name="connsiteX104" fmla="*/ 254429 w 264996"/>
                <a:gd name="connsiteY104" fmla="*/ 19006 h 216669"/>
                <a:gd name="connsiteX105" fmla="*/ 258265 w 264996"/>
                <a:gd name="connsiteY105" fmla="*/ 22976 h 216669"/>
                <a:gd name="connsiteX106" fmla="*/ 260150 w 264996"/>
                <a:gd name="connsiteY106" fmla="*/ 25364 h 216669"/>
                <a:gd name="connsiteX107" fmla="*/ 261462 w 264996"/>
                <a:gd name="connsiteY107" fmla="*/ 28324 h 216669"/>
                <a:gd name="connsiteX108" fmla="*/ 261462 w 264996"/>
                <a:gd name="connsiteY108" fmla="*/ 32462 h 216669"/>
                <a:gd name="connsiteX109" fmla="*/ 260756 w 264996"/>
                <a:gd name="connsiteY109" fmla="*/ 34851 h 216669"/>
                <a:gd name="connsiteX110" fmla="*/ 260890 w 264996"/>
                <a:gd name="connsiteY110" fmla="*/ 36734 h 216669"/>
                <a:gd name="connsiteX111" fmla="*/ 262573 w 264996"/>
                <a:gd name="connsiteY111" fmla="*/ 40569 h 216669"/>
                <a:gd name="connsiteX112" fmla="*/ 264828 w 264996"/>
                <a:gd name="connsiteY112" fmla="*/ 43092 h 216669"/>
                <a:gd name="connsiteX113" fmla="*/ 264996 w 264996"/>
                <a:gd name="connsiteY113" fmla="*/ 45279 h 216669"/>
                <a:gd name="connsiteX114" fmla="*/ 264962 w 264996"/>
                <a:gd name="connsiteY114" fmla="*/ 46927 h 216669"/>
                <a:gd name="connsiteX115" fmla="*/ 264962 w 264996"/>
                <a:gd name="connsiteY115" fmla="*/ 49820 h 216669"/>
                <a:gd name="connsiteX116" fmla="*/ 264458 w 264996"/>
                <a:gd name="connsiteY116" fmla="*/ 52578 h 216669"/>
                <a:gd name="connsiteX117" fmla="*/ 261059 w 264996"/>
                <a:gd name="connsiteY117" fmla="*/ 55976 h 216669"/>
                <a:gd name="connsiteX118" fmla="*/ 256481 w 264996"/>
                <a:gd name="connsiteY118" fmla="*/ 58802 h 216669"/>
                <a:gd name="connsiteX119" fmla="*/ 256347 w 264996"/>
                <a:gd name="connsiteY119" fmla="*/ 62502 h 216669"/>
                <a:gd name="connsiteX120" fmla="*/ 253520 w 264996"/>
                <a:gd name="connsiteY120" fmla="*/ 64218 h 216669"/>
                <a:gd name="connsiteX121" fmla="*/ 251837 w 264996"/>
                <a:gd name="connsiteY121" fmla="*/ 64622 h 216669"/>
                <a:gd name="connsiteX122" fmla="*/ 250154 w 264996"/>
                <a:gd name="connsiteY122" fmla="*/ 64622 h 216669"/>
                <a:gd name="connsiteX123" fmla="*/ 248943 w 264996"/>
                <a:gd name="connsiteY123" fmla="*/ 63545 h 216669"/>
                <a:gd name="connsiteX124" fmla="*/ 248573 w 264996"/>
                <a:gd name="connsiteY124" fmla="*/ 61359 h 216669"/>
                <a:gd name="connsiteX125" fmla="*/ 249078 w 264996"/>
                <a:gd name="connsiteY125" fmla="*/ 60114 h 216669"/>
                <a:gd name="connsiteX126" fmla="*/ 250323 w 264996"/>
                <a:gd name="connsiteY126" fmla="*/ 57793 h 216669"/>
                <a:gd name="connsiteX127" fmla="*/ 250996 w 264996"/>
                <a:gd name="connsiteY127" fmla="*/ 56985 h 216669"/>
                <a:gd name="connsiteX128" fmla="*/ 251299 w 264996"/>
                <a:gd name="connsiteY128" fmla="*/ 54530 h 216669"/>
                <a:gd name="connsiteX129" fmla="*/ 250929 w 264996"/>
                <a:gd name="connsiteY129" fmla="*/ 53722 h 216669"/>
                <a:gd name="connsiteX130" fmla="*/ 247361 w 264996"/>
                <a:gd name="connsiteY130" fmla="*/ 51771 h 216669"/>
                <a:gd name="connsiteX131" fmla="*/ 243827 w 264996"/>
                <a:gd name="connsiteY131" fmla="*/ 53520 h 216669"/>
                <a:gd name="connsiteX132" fmla="*/ 241741 w 264996"/>
                <a:gd name="connsiteY132" fmla="*/ 55909 h 216669"/>
                <a:gd name="connsiteX133" fmla="*/ 239553 w 264996"/>
                <a:gd name="connsiteY133" fmla="*/ 58297 h 216669"/>
                <a:gd name="connsiteX134" fmla="*/ 239991 w 264996"/>
                <a:gd name="connsiteY134" fmla="*/ 60820 h 216669"/>
                <a:gd name="connsiteX135" fmla="*/ 241572 w 264996"/>
                <a:gd name="connsiteY135" fmla="*/ 62401 h 216669"/>
                <a:gd name="connsiteX136" fmla="*/ 243154 w 264996"/>
                <a:gd name="connsiteY136" fmla="*/ 64857 h 216669"/>
                <a:gd name="connsiteX137" fmla="*/ 243659 w 264996"/>
                <a:gd name="connsiteY137" fmla="*/ 66169 h 216669"/>
                <a:gd name="connsiteX138" fmla="*/ 243356 w 264996"/>
                <a:gd name="connsiteY138" fmla="*/ 68423 h 216669"/>
                <a:gd name="connsiteX139" fmla="*/ 241909 w 264996"/>
                <a:gd name="connsiteY139" fmla="*/ 70542 h 216669"/>
                <a:gd name="connsiteX140" fmla="*/ 240294 w 264996"/>
                <a:gd name="connsiteY140" fmla="*/ 71988 h 216669"/>
                <a:gd name="connsiteX141" fmla="*/ 238712 w 264996"/>
                <a:gd name="connsiteY141" fmla="*/ 72998 h 216669"/>
                <a:gd name="connsiteX142" fmla="*/ 235010 w 264996"/>
                <a:gd name="connsiteY142" fmla="*/ 75083 h 216669"/>
                <a:gd name="connsiteX143" fmla="*/ 233327 w 264996"/>
                <a:gd name="connsiteY143" fmla="*/ 77909 h 216669"/>
                <a:gd name="connsiteX144" fmla="*/ 231072 w 264996"/>
                <a:gd name="connsiteY144" fmla="*/ 80668 h 216669"/>
                <a:gd name="connsiteX145" fmla="*/ 228548 w 264996"/>
                <a:gd name="connsiteY145" fmla="*/ 83628 h 216669"/>
                <a:gd name="connsiteX146" fmla="*/ 226967 w 264996"/>
                <a:gd name="connsiteY146" fmla="*/ 88102 h 216669"/>
                <a:gd name="connsiteX147" fmla="*/ 226091 w 264996"/>
                <a:gd name="connsiteY147" fmla="*/ 92442 h 216669"/>
                <a:gd name="connsiteX148" fmla="*/ 224005 w 264996"/>
                <a:gd name="connsiteY148" fmla="*/ 96949 h 216669"/>
                <a:gd name="connsiteX149" fmla="*/ 221245 w 264996"/>
                <a:gd name="connsiteY149" fmla="*/ 102668 h 216669"/>
                <a:gd name="connsiteX150" fmla="*/ 220101 w 264996"/>
                <a:gd name="connsiteY150" fmla="*/ 105427 h 216669"/>
                <a:gd name="connsiteX151" fmla="*/ 217207 w 264996"/>
                <a:gd name="connsiteY151" fmla="*/ 108555 h 216669"/>
                <a:gd name="connsiteX152" fmla="*/ 214178 w 264996"/>
                <a:gd name="connsiteY152" fmla="*/ 109867 h 216669"/>
                <a:gd name="connsiteX153" fmla="*/ 212293 w 264996"/>
                <a:gd name="connsiteY153" fmla="*/ 111751 h 216669"/>
                <a:gd name="connsiteX154" fmla="*/ 211418 w 264996"/>
                <a:gd name="connsiteY154" fmla="*/ 113702 h 216669"/>
                <a:gd name="connsiteX155" fmla="*/ 211048 w 264996"/>
                <a:gd name="connsiteY155" fmla="*/ 118916 h 216669"/>
                <a:gd name="connsiteX156" fmla="*/ 211620 w 264996"/>
                <a:gd name="connsiteY156" fmla="*/ 129210 h 216669"/>
                <a:gd name="connsiteX157" fmla="*/ 210038 w 264996"/>
                <a:gd name="connsiteY157" fmla="*/ 133179 h 216669"/>
                <a:gd name="connsiteX158" fmla="*/ 206269 w 264996"/>
                <a:gd name="connsiteY158" fmla="*/ 137216 h 216669"/>
                <a:gd name="connsiteX159" fmla="*/ 204620 w 264996"/>
                <a:gd name="connsiteY159" fmla="*/ 141387 h 216669"/>
                <a:gd name="connsiteX160" fmla="*/ 204519 w 264996"/>
                <a:gd name="connsiteY160" fmla="*/ 144045 h 216669"/>
                <a:gd name="connsiteX161" fmla="*/ 206437 w 264996"/>
                <a:gd name="connsiteY161" fmla="*/ 146231 h 216669"/>
                <a:gd name="connsiteX162" fmla="*/ 209096 w 264996"/>
                <a:gd name="connsiteY162" fmla="*/ 148283 h 216669"/>
                <a:gd name="connsiteX163" fmla="*/ 210577 w 264996"/>
                <a:gd name="connsiteY163" fmla="*/ 150470 h 216669"/>
                <a:gd name="connsiteX164" fmla="*/ 209163 w 264996"/>
                <a:gd name="connsiteY164" fmla="*/ 155852 h 216669"/>
                <a:gd name="connsiteX165" fmla="*/ 206269 w 264996"/>
                <a:gd name="connsiteY165" fmla="*/ 158073 h 216669"/>
                <a:gd name="connsiteX166" fmla="*/ 202096 w 264996"/>
                <a:gd name="connsiteY166" fmla="*/ 158409 h 216669"/>
                <a:gd name="connsiteX167" fmla="*/ 196442 w 264996"/>
                <a:gd name="connsiteY167" fmla="*/ 159048 h 216669"/>
                <a:gd name="connsiteX168" fmla="*/ 190990 w 264996"/>
                <a:gd name="connsiteY168" fmla="*/ 160562 h 216669"/>
                <a:gd name="connsiteX169" fmla="*/ 184797 w 264996"/>
                <a:gd name="connsiteY169" fmla="*/ 162345 h 216669"/>
                <a:gd name="connsiteX170" fmla="*/ 181095 w 264996"/>
                <a:gd name="connsiteY170" fmla="*/ 164464 h 216669"/>
                <a:gd name="connsiteX171" fmla="*/ 177562 w 264996"/>
                <a:gd name="connsiteY171" fmla="*/ 167996 h 216669"/>
                <a:gd name="connsiteX172" fmla="*/ 172850 w 264996"/>
                <a:gd name="connsiteY172" fmla="*/ 170822 h 216669"/>
                <a:gd name="connsiteX173" fmla="*/ 171874 w 264996"/>
                <a:gd name="connsiteY173" fmla="*/ 172739 h 216669"/>
                <a:gd name="connsiteX174" fmla="*/ 170662 w 264996"/>
                <a:gd name="connsiteY174" fmla="*/ 174758 h 216669"/>
                <a:gd name="connsiteX175" fmla="*/ 167903 w 264996"/>
                <a:gd name="connsiteY175" fmla="*/ 179871 h 216669"/>
                <a:gd name="connsiteX176" fmla="*/ 166287 w 264996"/>
                <a:gd name="connsiteY176" fmla="*/ 183033 h 216669"/>
                <a:gd name="connsiteX177" fmla="*/ 164773 w 264996"/>
                <a:gd name="connsiteY177" fmla="*/ 185051 h 216669"/>
                <a:gd name="connsiteX178" fmla="*/ 163797 w 264996"/>
                <a:gd name="connsiteY178" fmla="*/ 187104 h 216669"/>
                <a:gd name="connsiteX179" fmla="*/ 160734 w 264996"/>
                <a:gd name="connsiteY179" fmla="*/ 190804 h 216669"/>
                <a:gd name="connsiteX180" fmla="*/ 159691 w 264996"/>
                <a:gd name="connsiteY180" fmla="*/ 193091 h 216669"/>
                <a:gd name="connsiteX181" fmla="*/ 158378 w 264996"/>
                <a:gd name="connsiteY181" fmla="*/ 194134 h 216669"/>
                <a:gd name="connsiteX182" fmla="*/ 154912 w 264996"/>
                <a:gd name="connsiteY182" fmla="*/ 195009 h 216669"/>
                <a:gd name="connsiteX183" fmla="*/ 152792 w 264996"/>
                <a:gd name="connsiteY183" fmla="*/ 195009 h 216669"/>
                <a:gd name="connsiteX184" fmla="*/ 150503 w 264996"/>
                <a:gd name="connsiteY184" fmla="*/ 194235 h 216669"/>
                <a:gd name="connsiteX185" fmla="*/ 150167 w 264996"/>
                <a:gd name="connsiteY185" fmla="*/ 193091 h 216669"/>
                <a:gd name="connsiteX186" fmla="*/ 150167 w 264996"/>
                <a:gd name="connsiteY186" fmla="*/ 190636 h 216669"/>
                <a:gd name="connsiteX187" fmla="*/ 151479 w 264996"/>
                <a:gd name="connsiteY187" fmla="*/ 189290 h 216669"/>
                <a:gd name="connsiteX188" fmla="*/ 152455 w 264996"/>
                <a:gd name="connsiteY188" fmla="*/ 187978 h 216669"/>
                <a:gd name="connsiteX189" fmla="*/ 153869 w 264996"/>
                <a:gd name="connsiteY189" fmla="*/ 186464 h 216669"/>
                <a:gd name="connsiteX190" fmla="*/ 154845 w 264996"/>
                <a:gd name="connsiteY190" fmla="*/ 184278 h 216669"/>
                <a:gd name="connsiteX191" fmla="*/ 154138 w 264996"/>
                <a:gd name="connsiteY191" fmla="*/ 182697 h 216669"/>
                <a:gd name="connsiteX192" fmla="*/ 153364 w 264996"/>
                <a:gd name="connsiteY192" fmla="*/ 182327 h 216669"/>
                <a:gd name="connsiteX193" fmla="*/ 152051 w 264996"/>
                <a:gd name="connsiteY193" fmla="*/ 182360 h 216669"/>
                <a:gd name="connsiteX194" fmla="*/ 150638 w 264996"/>
                <a:gd name="connsiteY194" fmla="*/ 183134 h 216669"/>
                <a:gd name="connsiteX195" fmla="*/ 148450 w 264996"/>
                <a:gd name="connsiteY195" fmla="*/ 185691 h 216669"/>
                <a:gd name="connsiteX196" fmla="*/ 146498 w 264996"/>
                <a:gd name="connsiteY196" fmla="*/ 187810 h 216669"/>
                <a:gd name="connsiteX197" fmla="*/ 145354 w 264996"/>
                <a:gd name="connsiteY197" fmla="*/ 189896 h 216669"/>
                <a:gd name="connsiteX198" fmla="*/ 140239 w 264996"/>
                <a:gd name="connsiteY198" fmla="*/ 191073 h 216669"/>
                <a:gd name="connsiteX199" fmla="*/ 136166 w 264996"/>
                <a:gd name="connsiteY199" fmla="*/ 192654 h 216669"/>
                <a:gd name="connsiteX200" fmla="*/ 130613 w 264996"/>
                <a:gd name="connsiteY200" fmla="*/ 192688 h 216669"/>
                <a:gd name="connsiteX201" fmla="*/ 126474 w 264996"/>
                <a:gd name="connsiteY201" fmla="*/ 192755 h 216669"/>
                <a:gd name="connsiteX202" fmla="*/ 123983 w 264996"/>
                <a:gd name="connsiteY202" fmla="*/ 194975 h 216669"/>
                <a:gd name="connsiteX203" fmla="*/ 120450 w 264996"/>
                <a:gd name="connsiteY203" fmla="*/ 198238 h 216669"/>
                <a:gd name="connsiteX204" fmla="*/ 116546 w 264996"/>
                <a:gd name="connsiteY204" fmla="*/ 201400 h 216669"/>
                <a:gd name="connsiteX205" fmla="*/ 116882 w 264996"/>
                <a:gd name="connsiteY205" fmla="*/ 205403 h 216669"/>
                <a:gd name="connsiteX206" fmla="*/ 115974 w 264996"/>
                <a:gd name="connsiteY206" fmla="*/ 207085 h 216669"/>
                <a:gd name="connsiteX207" fmla="*/ 113248 w 264996"/>
                <a:gd name="connsiteY207" fmla="*/ 208397 h 216669"/>
                <a:gd name="connsiteX208" fmla="*/ 110623 w 264996"/>
                <a:gd name="connsiteY208" fmla="*/ 208734 h 216669"/>
                <a:gd name="connsiteX209" fmla="*/ 108570 w 264996"/>
                <a:gd name="connsiteY209" fmla="*/ 209104 h 216669"/>
                <a:gd name="connsiteX210" fmla="*/ 108031 w 264996"/>
                <a:gd name="connsiteY210" fmla="*/ 209978 h 216669"/>
                <a:gd name="connsiteX211" fmla="*/ 107425 w 264996"/>
                <a:gd name="connsiteY211" fmla="*/ 211324 h 216669"/>
                <a:gd name="connsiteX212" fmla="*/ 106651 w 264996"/>
                <a:gd name="connsiteY212" fmla="*/ 212636 h 216669"/>
                <a:gd name="connsiteX213" fmla="*/ 105978 w 264996"/>
                <a:gd name="connsiteY213" fmla="*/ 214419 h 216669"/>
                <a:gd name="connsiteX214" fmla="*/ 105372 w 264996"/>
                <a:gd name="connsiteY214" fmla="*/ 215495 h 216669"/>
                <a:gd name="connsiteX215" fmla="*/ 103723 w 264996"/>
                <a:gd name="connsiteY215" fmla="*/ 216639 h 216669"/>
                <a:gd name="connsiteX216" fmla="*/ 101603 w 264996"/>
                <a:gd name="connsiteY216" fmla="*/ 216639 h 216669"/>
                <a:gd name="connsiteX217" fmla="*/ 99584 w 264996"/>
                <a:gd name="connsiteY217" fmla="*/ 216404 h 216669"/>
                <a:gd name="connsiteX218" fmla="*/ 97396 w 264996"/>
                <a:gd name="connsiteY218" fmla="*/ 215159 h 216669"/>
                <a:gd name="connsiteX219" fmla="*/ 94738 w 264996"/>
                <a:gd name="connsiteY219" fmla="*/ 213847 h 216669"/>
                <a:gd name="connsiteX220" fmla="*/ 93492 w 264996"/>
                <a:gd name="connsiteY220" fmla="*/ 212972 h 216669"/>
                <a:gd name="connsiteX221" fmla="*/ 91372 w 264996"/>
                <a:gd name="connsiteY221" fmla="*/ 210046 h 216669"/>
                <a:gd name="connsiteX222" fmla="*/ 88915 w 264996"/>
                <a:gd name="connsiteY222" fmla="*/ 207926 h 216669"/>
                <a:gd name="connsiteX223" fmla="*/ 85314 w 264996"/>
                <a:gd name="connsiteY223" fmla="*/ 207052 h 216669"/>
                <a:gd name="connsiteX224" fmla="*/ 82218 w 264996"/>
                <a:gd name="connsiteY224" fmla="*/ 205168 h 216669"/>
                <a:gd name="connsiteX225" fmla="*/ 77877 w 264996"/>
                <a:gd name="connsiteY225" fmla="*/ 204966 h 216669"/>
                <a:gd name="connsiteX226" fmla="*/ 74141 w 264996"/>
                <a:gd name="connsiteY226" fmla="*/ 204562 h 216669"/>
                <a:gd name="connsiteX227" fmla="*/ 70271 w 264996"/>
                <a:gd name="connsiteY227" fmla="*/ 204024 h 216669"/>
                <a:gd name="connsiteX228" fmla="*/ 66972 w 264996"/>
                <a:gd name="connsiteY228" fmla="*/ 203520 h 216669"/>
                <a:gd name="connsiteX229" fmla="*/ 60612 w 264996"/>
                <a:gd name="connsiteY229" fmla="*/ 203250 h 216669"/>
                <a:gd name="connsiteX230" fmla="*/ 58323 w 264996"/>
                <a:gd name="connsiteY230" fmla="*/ 202914 h 216669"/>
                <a:gd name="connsiteX231" fmla="*/ 55395 w 264996"/>
                <a:gd name="connsiteY231" fmla="*/ 201501 h 216669"/>
                <a:gd name="connsiteX232" fmla="*/ 54621 w 264996"/>
                <a:gd name="connsiteY232" fmla="*/ 200256 h 216669"/>
                <a:gd name="connsiteX233" fmla="*/ 51626 w 264996"/>
                <a:gd name="connsiteY233" fmla="*/ 197229 h 216669"/>
                <a:gd name="connsiteX234" fmla="*/ 49842 w 264996"/>
                <a:gd name="connsiteY234" fmla="*/ 196892 h 216669"/>
                <a:gd name="connsiteX235" fmla="*/ 43684 w 264996"/>
                <a:gd name="connsiteY235" fmla="*/ 196186 h 216669"/>
                <a:gd name="connsiteX236" fmla="*/ 41933 w 264996"/>
                <a:gd name="connsiteY236" fmla="*/ 195681 h 216669"/>
                <a:gd name="connsiteX237" fmla="*/ 38198 w 264996"/>
                <a:gd name="connsiteY237" fmla="*/ 192654 h 216669"/>
                <a:gd name="connsiteX238" fmla="*/ 33015 w 264996"/>
                <a:gd name="connsiteY238" fmla="*/ 188853 h 216669"/>
                <a:gd name="connsiteX239" fmla="*/ 27900 w 264996"/>
                <a:gd name="connsiteY239" fmla="*/ 186532 h 216669"/>
                <a:gd name="connsiteX240" fmla="*/ 24635 w 264996"/>
                <a:gd name="connsiteY240" fmla="*/ 185556 h 216669"/>
                <a:gd name="connsiteX241" fmla="*/ 18544 w 264996"/>
                <a:gd name="connsiteY241" fmla="*/ 183941 h 216669"/>
                <a:gd name="connsiteX242" fmla="*/ 15010 w 264996"/>
                <a:gd name="connsiteY242" fmla="*/ 182697 h 216669"/>
                <a:gd name="connsiteX243" fmla="*/ 12116 w 264996"/>
                <a:gd name="connsiteY243" fmla="*/ 179871 h 216669"/>
                <a:gd name="connsiteX244" fmla="*/ 10265 w 264996"/>
                <a:gd name="connsiteY244" fmla="*/ 176440 h 216669"/>
                <a:gd name="connsiteX245" fmla="*/ 9221 w 264996"/>
                <a:gd name="connsiteY245" fmla="*/ 172302 h 216669"/>
                <a:gd name="connsiteX246" fmla="*/ 8986 w 264996"/>
                <a:gd name="connsiteY246" fmla="*/ 167861 h 216669"/>
                <a:gd name="connsiteX247" fmla="*/ 8918 w 264996"/>
                <a:gd name="connsiteY247" fmla="*/ 162143 h 216669"/>
                <a:gd name="connsiteX248" fmla="*/ 8279 w 264996"/>
                <a:gd name="connsiteY248" fmla="*/ 158173 h 216669"/>
                <a:gd name="connsiteX249" fmla="*/ 4510 w 264996"/>
                <a:gd name="connsiteY249" fmla="*/ 152858 h 216669"/>
                <a:gd name="connsiteX250" fmla="*/ 3803 w 264996"/>
                <a:gd name="connsiteY250" fmla="*/ 143035 h 216669"/>
                <a:gd name="connsiteX251" fmla="*/ 3433 w 264996"/>
                <a:gd name="connsiteY251" fmla="*/ 134895 h 216669"/>
                <a:gd name="connsiteX252" fmla="*/ 4241 w 264996"/>
                <a:gd name="connsiteY252" fmla="*/ 129681 h 216669"/>
                <a:gd name="connsiteX253" fmla="*/ 4072 w 264996"/>
                <a:gd name="connsiteY253" fmla="*/ 124803 h 216669"/>
                <a:gd name="connsiteX254" fmla="*/ 3130 w 264996"/>
                <a:gd name="connsiteY254" fmla="*/ 121405 h 216669"/>
                <a:gd name="connsiteX255" fmla="*/ 1683 w 264996"/>
                <a:gd name="connsiteY255" fmla="*/ 116359 h 216669"/>
                <a:gd name="connsiteX256" fmla="*/ 1514 w 264996"/>
                <a:gd name="connsiteY256" fmla="*/ 110102 h 216669"/>
                <a:gd name="connsiteX257" fmla="*/ 1413 w 264996"/>
                <a:gd name="connsiteY257" fmla="*/ 105931 h 216669"/>
                <a:gd name="connsiteX258" fmla="*/ 1245 w 264996"/>
                <a:gd name="connsiteY258" fmla="*/ 99943 h 2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264996" h="216669">
                  <a:moveTo>
                    <a:pt x="1245" y="99943"/>
                  </a:moveTo>
                  <a:lnTo>
                    <a:pt x="0" y="97723"/>
                  </a:lnTo>
                  <a:lnTo>
                    <a:pt x="976" y="95335"/>
                  </a:lnTo>
                  <a:lnTo>
                    <a:pt x="1851" y="91802"/>
                  </a:lnTo>
                  <a:lnTo>
                    <a:pt x="2894" y="88741"/>
                  </a:lnTo>
                  <a:cubicBezTo>
                    <a:pt x="2894" y="88741"/>
                    <a:pt x="5822" y="87362"/>
                    <a:pt x="6394" y="87059"/>
                  </a:cubicBezTo>
                  <a:cubicBezTo>
                    <a:pt x="6967" y="86756"/>
                    <a:pt x="9726" y="85074"/>
                    <a:pt x="9726" y="85074"/>
                  </a:cubicBezTo>
                  <a:lnTo>
                    <a:pt x="13798" y="81778"/>
                  </a:lnTo>
                  <a:lnTo>
                    <a:pt x="20159" y="79457"/>
                  </a:lnTo>
                  <a:lnTo>
                    <a:pt x="27395" y="74377"/>
                  </a:lnTo>
                  <a:lnTo>
                    <a:pt x="36078" y="69298"/>
                  </a:lnTo>
                  <a:lnTo>
                    <a:pt x="40722" y="63781"/>
                  </a:lnTo>
                  <a:lnTo>
                    <a:pt x="49136" y="58701"/>
                  </a:lnTo>
                  <a:lnTo>
                    <a:pt x="57987" y="52478"/>
                  </a:lnTo>
                  <a:lnTo>
                    <a:pt x="65088" y="46691"/>
                  </a:lnTo>
                  <a:lnTo>
                    <a:pt x="70170" y="45682"/>
                  </a:lnTo>
                  <a:cubicBezTo>
                    <a:pt x="70170" y="45682"/>
                    <a:pt x="70271" y="44438"/>
                    <a:pt x="70372" y="44438"/>
                  </a:cubicBezTo>
                  <a:cubicBezTo>
                    <a:pt x="70473" y="44438"/>
                    <a:pt x="72425" y="42520"/>
                    <a:pt x="72425" y="42520"/>
                  </a:cubicBezTo>
                  <a:cubicBezTo>
                    <a:pt x="72425" y="42520"/>
                    <a:pt x="72223" y="41275"/>
                    <a:pt x="72088" y="41275"/>
                  </a:cubicBezTo>
                  <a:cubicBezTo>
                    <a:pt x="71954" y="41275"/>
                    <a:pt x="71112" y="40300"/>
                    <a:pt x="70910" y="40300"/>
                  </a:cubicBezTo>
                  <a:cubicBezTo>
                    <a:pt x="70675" y="40300"/>
                    <a:pt x="69261" y="40300"/>
                    <a:pt x="69261" y="40300"/>
                  </a:cubicBezTo>
                  <a:cubicBezTo>
                    <a:pt x="69261" y="40300"/>
                    <a:pt x="67881" y="40603"/>
                    <a:pt x="67747" y="40603"/>
                  </a:cubicBezTo>
                  <a:cubicBezTo>
                    <a:pt x="67612" y="40603"/>
                    <a:pt x="66199" y="40603"/>
                    <a:pt x="65660" y="40637"/>
                  </a:cubicBezTo>
                  <a:cubicBezTo>
                    <a:pt x="65155" y="40670"/>
                    <a:pt x="63809" y="40603"/>
                    <a:pt x="63607" y="40670"/>
                  </a:cubicBezTo>
                  <a:cubicBezTo>
                    <a:pt x="63405" y="40738"/>
                    <a:pt x="60208" y="40468"/>
                    <a:pt x="60208" y="40468"/>
                  </a:cubicBezTo>
                  <a:lnTo>
                    <a:pt x="58963" y="39493"/>
                  </a:lnTo>
                  <a:cubicBezTo>
                    <a:pt x="58963" y="39493"/>
                    <a:pt x="58896" y="39257"/>
                    <a:pt x="59131" y="39156"/>
                  </a:cubicBezTo>
                  <a:cubicBezTo>
                    <a:pt x="59400" y="39056"/>
                    <a:pt x="60073" y="38484"/>
                    <a:pt x="60141" y="38349"/>
                  </a:cubicBezTo>
                  <a:cubicBezTo>
                    <a:pt x="60208" y="38248"/>
                    <a:pt x="61924" y="35591"/>
                    <a:pt x="61924" y="35591"/>
                  </a:cubicBezTo>
                  <a:lnTo>
                    <a:pt x="64448" y="32698"/>
                  </a:lnTo>
                  <a:lnTo>
                    <a:pt x="67208" y="29872"/>
                  </a:lnTo>
                  <a:cubicBezTo>
                    <a:pt x="67208" y="29872"/>
                    <a:pt x="69530" y="27315"/>
                    <a:pt x="69732" y="27214"/>
                  </a:cubicBezTo>
                  <a:cubicBezTo>
                    <a:pt x="69934" y="27147"/>
                    <a:pt x="72997" y="24658"/>
                    <a:pt x="72997" y="24658"/>
                  </a:cubicBezTo>
                  <a:lnTo>
                    <a:pt x="72728" y="24658"/>
                  </a:lnTo>
                  <a:cubicBezTo>
                    <a:pt x="72728" y="24658"/>
                    <a:pt x="74747" y="24523"/>
                    <a:pt x="75689" y="24658"/>
                  </a:cubicBezTo>
                  <a:cubicBezTo>
                    <a:pt x="76631" y="24792"/>
                    <a:pt x="77372" y="24389"/>
                    <a:pt x="77641" y="24590"/>
                  </a:cubicBezTo>
                  <a:cubicBezTo>
                    <a:pt x="77944" y="24826"/>
                    <a:pt x="79963" y="24187"/>
                    <a:pt x="80401" y="24456"/>
                  </a:cubicBezTo>
                  <a:cubicBezTo>
                    <a:pt x="80838" y="24725"/>
                    <a:pt x="82723" y="24658"/>
                    <a:pt x="83295" y="24658"/>
                  </a:cubicBezTo>
                  <a:cubicBezTo>
                    <a:pt x="83867" y="24658"/>
                    <a:pt x="86627" y="24658"/>
                    <a:pt x="86627" y="24658"/>
                  </a:cubicBezTo>
                  <a:lnTo>
                    <a:pt x="89151" y="26912"/>
                  </a:lnTo>
                  <a:cubicBezTo>
                    <a:pt x="89151" y="26912"/>
                    <a:pt x="89454" y="27349"/>
                    <a:pt x="90598" y="27685"/>
                  </a:cubicBezTo>
                  <a:cubicBezTo>
                    <a:pt x="91742" y="28055"/>
                    <a:pt x="92415" y="28055"/>
                    <a:pt x="92920" y="28055"/>
                  </a:cubicBezTo>
                  <a:cubicBezTo>
                    <a:pt x="93425" y="28055"/>
                    <a:pt x="92853" y="27988"/>
                    <a:pt x="95680" y="28291"/>
                  </a:cubicBezTo>
                  <a:cubicBezTo>
                    <a:pt x="98507" y="28594"/>
                    <a:pt x="99719" y="29098"/>
                    <a:pt x="99954" y="29165"/>
                  </a:cubicBezTo>
                  <a:cubicBezTo>
                    <a:pt x="100190" y="29233"/>
                    <a:pt x="100257" y="29300"/>
                    <a:pt x="101267" y="29300"/>
                  </a:cubicBezTo>
                  <a:cubicBezTo>
                    <a:pt x="102276" y="29300"/>
                    <a:pt x="103017" y="29300"/>
                    <a:pt x="103387" y="28930"/>
                  </a:cubicBezTo>
                  <a:cubicBezTo>
                    <a:pt x="103757" y="28560"/>
                    <a:pt x="104666" y="28863"/>
                    <a:pt x="103959" y="28055"/>
                  </a:cubicBezTo>
                  <a:cubicBezTo>
                    <a:pt x="103252" y="27248"/>
                    <a:pt x="103286" y="26844"/>
                    <a:pt x="102949" y="26609"/>
                  </a:cubicBezTo>
                  <a:cubicBezTo>
                    <a:pt x="102579" y="26373"/>
                    <a:pt x="100762" y="24792"/>
                    <a:pt x="100762" y="24792"/>
                  </a:cubicBezTo>
                  <a:lnTo>
                    <a:pt x="101435" y="23346"/>
                  </a:lnTo>
                  <a:cubicBezTo>
                    <a:pt x="101435" y="23346"/>
                    <a:pt x="101637" y="21966"/>
                    <a:pt x="101704" y="21731"/>
                  </a:cubicBezTo>
                  <a:cubicBezTo>
                    <a:pt x="101771" y="21529"/>
                    <a:pt x="102276" y="20587"/>
                    <a:pt x="102276" y="20587"/>
                  </a:cubicBezTo>
                  <a:lnTo>
                    <a:pt x="103151" y="19780"/>
                  </a:lnTo>
                  <a:lnTo>
                    <a:pt x="104228" y="17156"/>
                  </a:lnTo>
                  <a:lnTo>
                    <a:pt x="104767" y="15339"/>
                  </a:lnTo>
                  <a:lnTo>
                    <a:pt x="107089" y="14128"/>
                  </a:lnTo>
                  <a:cubicBezTo>
                    <a:pt x="107089" y="14128"/>
                    <a:pt x="110555" y="14566"/>
                    <a:pt x="110791" y="14128"/>
                  </a:cubicBezTo>
                  <a:cubicBezTo>
                    <a:pt x="110993" y="13691"/>
                    <a:pt x="115873" y="13556"/>
                    <a:pt x="116445" y="13556"/>
                  </a:cubicBezTo>
                  <a:cubicBezTo>
                    <a:pt x="117017" y="13556"/>
                    <a:pt x="122032" y="12043"/>
                    <a:pt x="122032" y="12043"/>
                  </a:cubicBezTo>
                  <a:lnTo>
                    <a:pt x="125229" y="10731"/>
                  </a:lnTo>
                  <a:lnTo>
                    <a:pt x="130142" y="10731"/>
                  </a:lnTo>
                  <a:lnTo>
                    <a:pt x="133272" y="12244"/>
                  </a:lnTo>
                  <a:lnTo>
                    <a:pt x="136469" y="14936"/>
                  </a:lnTo>
                  <a:cubicBezTo>
                    <a:pt x="136469" y="14936"/>
                    <a:pt x="137479" y="16887"/>
                    <a:pt x="138354" y="17190"/>
                  </a:cubicBezTo>
                  <a:cubicBezTo>
                    <a:pt x="139229" y="17492"/>
                    <a:pt x="141551" y="18434"/>
                    <a:pt x="141820" y="18434"/>
                  </a:cubicBezTo>
                  <a:cubicBezTo>
                    <a:pt x="142123" y="18434"/>
                    <a:pt x="143133" y="18232"/>
                    <a:pt x="143840" y="18064"/>
                  </a:cubicBezTo>
                  <a:cubicBezTo>
                    <a:pt x="144580" y="17930"/>
                    <a:pt x="145724" y="17761"/>
                    <a:pt x="145724" y="17761"/>
                  </a:cubicBezTo>
                  <a:cubicBezTo>
                    <a:pt x="145724" y="17761"/>
                    <a:pt x="145859" y="17290"/>
                    <a:pt x="146868" y="17930"/>
                  </a:cubicBezTo>
                  <a:cubicBezTo>
                    <a:pt x="147878" y="18569"/>
                    <a:pt x="149325" y="19410"/>
                    <a:pt x="149628" y="19410"/>
                  </a:cubicBezTo>
                  <a:cubicBezTo>
                    <a:pt x="149931" y="19410"/>
                    <a:pt x="151008" y="19410"/>
                    <a:pt x="151008" y="19410"/>
                  </a:cubicBezTo>
                  <a:lnTo>
                    <a:pt x="155417" y="19040"/>
                  </a:lnTo>
                  <a:lnTo>
                    <a:pt x="157234" y="17795"/>
                  </a:lnTo>
                  <a:cubicBezTo>
                    <a:pt x="157234" y="17795"/>
                    <a:pt x="157537" y="15979"/>
                    <a:pt x="157604" y="15608"/>
                  </a:cubicBezTo>
                  <a:cubicBezTo>
                    <a:pt x="157672" y="15238"/>
                    <a:pt x="157604" y="14229"/>
                    <a:pt x="157604" y="14229"/>
                  </a:cubicBezTo>
                  <a:lnTo>
                    <a:pt x="155787" y="12312"/>
                  </a:lnTo>
                  <a:cubicBezTo>
                    <a:pt x="155787" y="12312"/>
                    <a:pt x="155551" y="8948"/>
                    <a:pt x="155619" y="8713"/>
                  </a:cubicBezTo>
                  <a:cubicBezTo>
                    <a:pt x="155686" y="8477"/>
                    <a:pt x="156527" y="6694"/>
                    <a:pt x="157638" y="5887"/>
                  </a:cubicBezTo>
                  <a:cubicBezTo>
                    <a:pt x="158715" y="5079"/>
                    <a:pt x="159052" y="3700"/>
                    <a:pt x="160532" y="3700"/>
                  </a:cubicBezTo>
                  <a:cubicBezTo>
                    <a:pt x="162013" y="3700"/>
                    <a:pt x="164941" y="3700"/>
                    <a:pt x="164941" y="3700"/>
                  </a:cubicBezTo>
                  <a:cubicBezTo>
                    <a:pt x="164941" y="3700"/>
                    <a:pt x="169081" y="4407"/>
                    <a:pt x="170158" y="4440"/>
                  </a:cubicBezTo>
                  <a:cubicBezTo>
                    <a:pt x="171235" y="4508"/>
                    <a:pt x="173085" y="4541"/>
                    <a:pt x="173859" y="4676"/>
                  </a:cubicBezTo>
                  <a:cubicBezTo>
                    <a:pt x="174633" y="4777"/>
                    <a:pt x="176417" y="4676"/>
                    <a:pt x="176855" y="4777"/>
                  </a:cubicBezTo>
                  <a:cubicBezTo>
                    <a:pt x="177292" y="4878"/>
                    <a:pt x="184797" y="4508"/>
                    <a:pt x="184797" y="4508"/>
                  </a:cubicBezTo>
                  <a:cubicBezTo>
                    <a:pt x="184797" y="4508"/>
                    <a:pt x="191158" y="2489"/>
                    <a:pt x="191461" y="2489"/>
                  </a:cubicBezTo>
                  <a:cubicBezTo>
                    <a:pt x="191764" y="2489"/>
                    <a:pt x="193211" y="2624"/>
                    <a:pt x="193480" y="2489"/>
                  </a:cubicBezTo>
                  <a:cubicBezTo>
                    <a:pt x="193783" y="2355"/>
                    <a:pt x="196509" y="3364"/>
                    <a:pt x="196745" y="3599"/>
                  </a:cubicBezTo>
                  <a:cubicBezTo>
                    <a:pt x="196946" y="3801"/>
                    <a:pt x="199841" y="6627"/>
                    <a:pt x="200379" y="6862"/>
                  </a:cubicBezTo>
                  <a:cubicBezTo>
                    <a:pt x="200884" y="7098"/>
                    <a:pt x="203072" y="8612"/>
                    <a:pt x="203274" y="9251"/>
                  </a:cubicBezTo>
                  <a:cubicBezTo>
                    <a:pt x="203475" y="9924"/>
                    <a:pt x="205293" y="11437"/>
                    <a:pt x="206168" y="11437"/>
                  </a:cubicBezTo>
                  <a:cubicBezTo>
                    <a:pt x="207043" y="11437"/>
                    <a:pt x="208187" y="11572"/>
                    <a:pt x="208692" y="11370"/>
                  </a:cubicBezTo>
                  <a:cubicBezTo>
                    <a:pt x="209197" y="11168"/>
                    <a:pt x="212024" y="11168"/>
                    <a:pt x="212394" y="9991"/>
                  </a:cubicBezTo>
                  <a:cubicBezTo>
                    <a:pt x="212764" y="8847"/>
                    <a:pt x="213909" y="7300"/>
                    <a:pt x="213909" y="7031"/>
                  </a:cubicBezTo>
                  <a:cubicBezTo>
                    <a:pt x="213909" y="6761"/>
                    <a:pt x="214279" y="5517"/>
                    <a:pt x="214716" y="5147"/>
                  </a:cubicBezTo>
                  <a:cubicBezTo>
                    <a:pt x="215154" y="4777"/>
                    <a:pt x="215961" y="3768"/>
                    <a:pt x="216096" y="3532"/>
                  </a:cubicBezTo>
                  <a:cubicBezTo>
                    <a:pt x="216231" y="3330"/>
                    <a:pt x="216971" y="2220"/>
                    <a:pt x="217173" y="1951"/>
                  </a:cubicBezTo>
                  <a:cubicBezTo>
                    <a:pt x="217409" y="1648"/>
                    <a:pt x="218317" y="1312"/>
                    <a:pt x="218553" y="1312"/>
                  </a:cubicBezTo>
                  <a:cubicBezTo>
                    <a:pt x="218755" y="1312"/>
                    <a:pt x="219933" y="572"/>
                    <a:pt x="219933" y="572"/>
                  </a:cubicBezTo>
                  <a:lnTo>
                    <a:pt x="223264" y="0"/>
                  </a:lnTo>
                  <a:lnTo>
                    <a:pt x="225216" y="673"/>
                  </a:lnTo>
                  <a:cubicBezTo>
                    <a:pt x="225216" y="673"/>
                    <a:pt x="227539" y="2119"/>
                    <a:pt x="227740" y="2254"/>
                  </a:cubicBezTo>
                  <a:cubicBezTo>
                    <a:pt x="227942" y="2388"/>
                    <a:pt x="231510" y="5012"/>
                    <a:pt x="231510" y="5012"/>
                  </a:cubicBezTo>
                  <a:lnTo>
                    <a:pt x="235346" y="7199"/>
                  </a:lnTo>
                  <a:lnTo>
                    <a:pt x="238409" y="10966"/>
                  </a:lnTo>
                  <a:lnTo>
                    <a:pt x="250794" y="17257"/>
                  </a:lnTo>
                  <a:lnTo>
                    <a:pt x="254429" y="19006"/>
                  </a:lnTo>
                  <a:cubicBezTo>
                    <a:pt x="254429" y="19006"/>
                    <a:pt x="258131" y="22774"/>
                    <a:pt x="258265" y="22976"/>
                  </a:cubicBezTo>
                  <a:cubicBezTo>
                    <a:pt x="258400" y="23177"/>
                    <a:pt x="260150" y="25364"/>
                    <a:pt x="260150" y="25364"/>
                  </a:cubicBezTo>
                  <a:lnTo>
                    <a:pt x="261462" y="28324"/>
                  </a:lnTo>
                  <a:lnTo>
                    <a:pt x="261462" y="32462"/>
                  </a:lnTo>
                  <a:lnTo>
                    <a:pt x="260756" y="34851"/>
                  </a:lnTo>
                  <a:lnTo>
                    <a:pt x="260890" y="36734"/>
                  </a:lnTo>
                  <a:lnTo>
                    <a:pt x="262573" y="40569"/>
                  </a:lnTo>
                  <a:lnTo>
                    <a:pt x="264828" y="43092"/>
                  </a:lnTo>
                  <a:lnTo>
                    <a:pt x="264996" y="45279"/>
                  </a:lnTo>
                  <a:cubicBezTo>
                    <a:pt x="264996" y="45279"/>
                    <a:pt x="264962" y="46422"/>
                    <a:pt x="264962" y="46927"/>
                  </a:cubicBezTo>
                  <a:cubicBezTo>
                    <a:pt x="264962" y="47432"/>
                    <a:pt x="264962" y="49820"/>
                    <a:pt x="264962" y="49820"/>
                  </a:cubicBezTo>
                  <a:lnTo>
                    <a:pt x="264458" y="52578"/>
                  </a:lnTo>
                  <a:lnTo>
                    <a:pt x="261059" y="55976"/>
                  </a:lnTo>
                  <a:lnTo>
                    <a:pt x="256481" y="58802"/>
                  </a:lnTo>
                  <a:lnTo>
                    <a:pt x="256347" y="62502"/>
                  </a:lnTo>
                  <a:lnTo>
                    <a:pt x="253520" y="64218"/>
                  </a:lnTo>
                  <a:cubicBezTo>
                    <a:pt x="253520" y="64218"/>
                    <a:pt x="252578" y="64622"/>
                    <a:pt x="251837" y="64622"/>
                  </a:cubicBezTo>
                  <a:cubicBezTo>
                    <a:pt x="251130" y="64622"/>
                    <a:pt x="250154" y="64622"/>
                    <a:pt x="250154" y="64622"/>
                  </a:cubicBezTo>
                  <a:cubicBezTo>
                    <a:pt x="250154" y="64622"/>
                    <a:pt x="249145" y="63747"/>
                    <a:pt x="248943" y="63545"/>
                  </a:cubicBezTo>
                  <a:cubicBezTo>
                    <a:pt x="248707" y="63343"/>
                    <a:pt x="248573" y="61661"/>
                    <a:pt x="248573" y="61359"/>
                  </a:cubicBezTo>
                  <a:cubicBezTo>
                    <a:pt x="248573" y="61056"/>
                    <a:pt x="248943" y="60417"/>
                    <a:pt x="249078" y="60114"/>
                  </a:cubicBezTo>
                  <a:cubicBezTo>
                    <a:pt x="249212" y="59811"/>
                    <a:pt x="250323" y="57793"/>
                    <a:pt x="250323" y="57793"/>
                  </a:cubicBezTo>
                  <a:cubicBezTo>
                    <a:pt x="250323" y="57793"/>
                    <a:pt x="250827" y="57490"/>
                    <a:pt x="250996" y="56985"/>
                  </a:cubicBezTo>
                  <a:cubicBezTo>
                    <a:pt x="251130" y="56481"/>
                    <a:pt x="251299" y="54530"/>
                    <a:pt x="251299" y="54530"/>
                  </a:cubicBezTo>
                  <a:cubicBezTo>
                    <a:pt x="251299" y="54530"/>
                    <a:pt x="251433" y="54160"/>
                    <a:pt x="250929" y="53722"/>
                  </a:cubicBezTo>
                  <a:cubicBezTo>
                    <a:pt x="250424" y="53285"/>
                    <a:pt x="247731" y="51771"/>
                    <a:pt x="247361" y="51771"/>
                  </a:cubicBezTo>
                  <a:cubicBezTo>
                    <a:pt x="246991" y="51771"/>
                    <a:pt x="244265" y="52780"/>
                    <a:pt x="243827" y="53520"/>
                  </a:cubicBezTo>
                  <a:cubicBezTo>
                    <a:pt x="243390" y="54260"/>
                    <a:pt x="241741" y="55909"/>
                    <a:pt x="241741" y="55909"/>
                  </a:cubicBezTo>
                  <a:lnTo>
                    <a:pt x="239553" y="58297"/>
                  </a:lnTo>
                  <a:cubicBezTo>
                    <a:pt x="239553" y="58297"/>
                    <a:pt x="239621" y="60753"/>
                    <a:pt x="239991" y="60820"/>
                  </a:cubicBezTo>
                  <a:cubicBezTo>
                    <a:pt x="240361" y="60888"/>
                    <a:pt x="241000" y="61392"/>
                    <a:pt x="241572" y="62401"/>
                  </a:cubicBezTo>
                  <a:cubicBezTo>
                    <a:pt x="242145" y="63411"/>
                    <a:pt x="243020" y="64655"/>
                    <a:pt x="243154" y="64857"/>
                  </a:cubicBezTo>
                  <a:cubicBezTo>
                    <a:pt x="243289" y="65093"/>
                    <a:pt x="243659" y="65664"/>
                    <a:pt x="243659" y="66169"/>
                  </a:cubicBezTo>
                  <a:cubicBezTo>
                    <a:pt x="243659" y="66674"/>
                    <a:pt x="243457" y="68120"/>
                    <a:pt x="243356" y="68423"/>
                  </a:cubicBezTo>
                  <a:cubicBezTo>
                    <a:pt x="243289" y="68726"/>
                    <a:pt x="242111" y="70307"/>
                    <a:pt x="241909" y="70542"/>
                  </a:cubicBezTo>
                  <a:cubicBezTo>
                    <a:pt x="241674" y="70744"/>
                    <a:pt x="240294" y="71988"/>
                    <a:pt x="240294" y="71988"/>
                  </a:cubicBezTo>
                  <a:cubicBezTo>
                    <a:pt x="240294" y="71988"/>
                    <a:pt x="239351" y="72863"/>
                    <a:pt x="238712" y="72998"/>
                  </a:cubicBezTo>
                  <a:cubicBezTo>
                    <a:pt x="238072" y="73133"/>
                    <a:pt x="235010" y="75083"/>
                    <a:pt x="235010" y="75083"/>
                  </a:cubicBezTo>
                  <a:cubicBezTo>
                    <a:pt x="235010" y="75083"/>
                    <a:pt x="233428" y="77707"/>
                    <a:pt x="233327" y="77909"/>
                  </a:cubicBezTo>
                  <a:cubicBezTo>
                    <a:pt x="233260" y="78111"/>
                    <a:pt x="231308" y="80096"/>
                    <a:pt x="231072" y="80668"/>
                  </a:cubicBezTo>
                  <a:cubicBezTo>
                    <a:pt x="230870" y="81239"/>
                    <a:pt x="228750" y="82989"/>
                    <a:pt x="228548" y="83628"/>
                  </a:cubicBezTo>
                  <a:cubicBezTo>
                    <a:pt x="228313" y="84267"/>
                    <a:pt x="226967" y="88102"/>
                    <a:pt x="226967" y="88102"/>
                  </a:cubicBezTo>
                  <a:cubicBezTo>
                    <a:pt x="226967" y="88102"/>
                    <a:pt x="226462" y="91870"/>
                    <a:pt x="226091" y="92442"/>
                  </a:cubicBezTo>
                  <a:cubicBezTo>
                    <a:pt x="225721" y="93047"/>
                    <a:pt x="224005" y="96949"/>
                    <a:pt x="224005" y="96949"/>
                  </a:cubicBezTo>
                  <a:lnTo>
                    <a:pt x="221245" y="102668"/>
                  </a:lnTo>
                  <a:cubicBezTo>
                    <a:pt x="221245" y="102668"/>
                    <a:pt x="220236" y="105191"/>
                    <a:pt x="220101" y="105427"/>
                  </a:cubicBezTo>
                  <a:cubicBezTo>
                    <a:pt x="219966" y="105662"/>
                    <a:pt x="217207" y="108555"/>
                    <a:pt x="217207" y="108555"/>
                  </a:cubicBezTo>
                  <a:cubicBezTo>
                    <a:pt x="217207" y="108555"/>
                    <a:pt x="214312" y="109497"/>
                    <a:pt x="214178" y="109867"/>
                  </a:cubicBezTo>
                  <a:cubicBezTo>
                    <a:pt x="214043" y="110237"/>
                    <a:pt x="212293" y="111751"/>
                    <a:pt x="212293" y="111751"/>
                  </a:cubicBezTo>
                  <a:cubicBezTo>
                    <a:pt x="212293" y="111751"/>
                    <a:pt x="211418" y="113332"/>
                    <a:pt x="211418" y="113702"/>
                  </a:cubicBezTo>
                  <a:cubicBezTo>
                    <a:pt x="211418" y="114072"/>
                    <a:pt x="210846" y="118344"/>
                    <a:pt x="211048" y="118916"/>
                  </a:cubicBezTo>
                  <a:cubicBezTo>
                    <a:pt x="211283" y="119488"/>
                    <a:pt x="211620" y="129210"/>
                    <a:pt x="211620" y="129210"/>
                  </a:cubicBezTo>
                  <a:lnTo>
                    <a:pt x="210038" y="133179"/>
                  </a:lnTo>
                  <a:lnTo>
                    <a:pt x="206269" y="137216"/>
                  </a:lnTo>
                  <a:lnTo>
                    <a:pt x="204620" y="141387"/>
                  </a:lnTo>
                  <a:lnTo>
                    <a:pt x="204519" y="144045"/>
                  </a:lnTo>
                  <a:cubicBezTo>
                    <a:pt x="204519" y="144045"/>
                    <a:pt x="206168" y="146063"/>
                    <a:pt x="206437" y="146231"/>
                  </a:cubicBezTo>
                  <a:cubicBezTo>
                    <a:pt x="206706" y="146399"/>
                    <a:pt x="208759" y="147947"/>
                    <a:pt x="209096" y="148283"/>
                  </a:cubicBezTo>
                  <a:cubicBezTo>
                    <a:pt x="209432" y="148620"/>
                    <a:pt x="210577" y="149864"/>
                    <a:pt x="210577" y="150470"/>
                  </a:cubicBezTo>
                  <a:cubicBezTo>
                    <a:pt x="210577" y="151075"/>
                    <a:pt x="209163" y="155852"/>
                    <a:pt x="209163" y="155852"/>
                  </a:cubicBezTo>
                  <a:lnTo>
                    <a:pt x="206269" y="158073"/>
                  </a:lnTo>
                  <a:lnTo>
                    <a:pt x="202096" y="158409"/>
                  </a:lnTo>
                  <a:cubicBezTo>
                    <a:pt x="202096" y="158409"/>
                    <a:pt x="196644" y="159014"/>
                    <a:pt x="196442" y="159048"/>
                  </a:cubicBezTo>
                  <a:cubicBezTo>
                    <a:pt x="196206" y="159115"/>
                    <a:pt x="190990" y="160562"/>
                    <a:pt x="190990" y="160562"/>
                  </a:cubicBezTo>
                  <a:cubicBezTo>
                    <a:pt x="190990" y="160562"/>
                    <a:pt x="184999" y="162311"/>
                    <a:pt x="184797" y="162345"/>
                  </a:cubicBezTo>
                  <a:cubicBezTo>
                    <a:pt x="184595" y="162412"/>
                    <a:pt x="181162" y="164296"/>
                    <a:pt x="181095" y="164464"/>
                  </a:cubicBezTo>
                  <a:cubicBezTo>
                    <a:pt x="181028" y="164632"/>
                    <a:pt x="177562" y="167996"/>
                    <a:pt x="177562" y="167996"/>
                  </a:cubicBezTo>
                  <a:lnTo>
                    <a:pt x="172850" y="170822"/>
                  </a:lnTo>
                  <a:lnTo>
                    <a:pt x="171874" y="172739"/>
                  </a:lnTo>
                  <a:cubicBezTo>
                    <a:pt x="171874" y="172739"/>
                    <a:pt x="170797" y="174522"/>
                    <a:pt x="170662" y="174758"/>
                  </a:cubicBezTo>
                  <a:cubicBezTo>
                    <a:pt x="170561" y="174959"/>
                    <a:pt x="167903" y="179703"/>
                    <a:pt x="167903" y="179871"/>
                  </a:cubicBezTo>
                  <a:cubicBezTo>
                    <a:pt x="167903" y="180039"/>
                    <a:pt x="166489" y="182798"/>
                    <a:pt x="166287" y="183033"/>
                  </a:cubicBezTo>
                  <a:cubicBezTo>
                    <a:pt x="166052" y="183235"/>
                    <a:pt x="164773" y="185051"/>
                    <a:pt x="164773" y="185051"/>
                  </a:cubicBezTo>
                  <a:cubicBezTo>
                    <a:pt x="164773" y="185051"/>
                    <a:pt x="164335" y="186296"/>
                    <a:pt x="163797" y="187104"/>
                  </a:cubicBezTo>
                  <a:cubicBezTo>
                    <a:pt x="163258" y="187911"/>
                    <a:pt x="160734" y="190804"/>
                    <a:pt x="160734" y="190804"/>
                  </a:cubicBezTo>
                  <a:lnTo>
                    <a:pt x="159691" y="193091"/>
                  </a:lnTo>
                  <a:lnTo>
                    <a:pt x="158378" y="194134"/>
                  </a:lnTo>
                  <a:lnTo>
                    <a:pt x="154912" y="195009"/>
                  </a:lnTo>
                  <a:lnTo>
                    <a:pt x="152792" y="195009"/>
                  </a:lnTo>
                  <a:lnTo>
                    <a:pt x="150503" y="194235"/>
                  </a:lnTo>
                  <a:lnTo>
                    <a:pt x="150167" y="193091"/>
                  </a:lnTo>
                  <a:lnTo>
                    <a:pt x="150167" y="190636"/>
                  </a:lnTo>
                  <a:cubicBezTo>
                    <a:pt x="150167" y="190636"/>
                    <a:pt x="151345" y="189492"/>
                    <a:pt x="151479" y="189290"/>
                  </a:cubicBezTo>
                  <a:cubicBezTo>
                    <a:pt x="151580" y="189088"/>
                    <a:pt x="152119" y="188315"/>
                    <a:pt x="152455" y="187978"/>
                  </a:cubicBezTo>
                  <a:cubicBezTo>
                    <a:pt x="152792" y="187642"/>
                    <a:pt x="153869" y="186464"/>
                    <a:pt x="153869" y="186464"/>
                  </a:cubicBezTo>
                  <a:lnTo>
                    <a:pt x="154845" y="184278"/>
                  </a:lnTo>
                  <a:lnTo>
                    <a:pt x="154138" y="182697"/>
                  </a:lnTo>
                  <a:lnTo>
                    <a:pt x="153364" y="182327"/>
                  </a:lnTo>
                  <a:lnTo>
                    <a:pt x="152051" y="182360"/>
                  </a:lnTo>
                  <a:lnTo>
                    <a:pt x="150638" y="183134"/>
                  </a:lnTo>
                  <a:lnTo>
                    <a:pt x="148450" y="185691"/>
                  </a:lnTo>
                  <a:lnTo>
                    <a:pt x="146498" y="187810"/>
                  </a:lnTo>
                  <a:lnTo>
                    <a:pt x="145354" y="189896"/>
                  </a:lnTo>
                  <a:lnTo>
                    <a:pt x="140239" y="191073"/>
                  </a:lnTo>
                  <a:cubicBezTo>
                    <a:pt x="140239" y="191073"/>
                    <a:pt x="137142" y="192587"/>
                    <a:pt x="136166" y="192654"/>
                  </a:cubicBezTo>
                  <a:cubicBezTo>
                    <a:pt x="135190" y="192688"/>
                    <a:pt x="130613" y="192688"/>
                    <a:pt x="130613" y="192688"/>
                  </a:cubicBezTo>
                  <a:lnTo>
                    <a:pt x="126474" y="192755"/>
                  </a:lnTo>
                  <a:cubicBezTo>
                    <a:pt x="126474" y="192755"/>
                    <a:pt x="124455" y="194168"/>
                    <a:pt x="123983" y="194975"/>
                  </a:cubicBezTo>
                  <a:cubicBezTo>
                    <a:pt x="123479" y="195783"/>
                    <a:pt x="120988" y="197733"/>
                    <a:pt x="120450" y="198238"/>
                  </a:cubicBezTo>
                  <a:cubicBezTo>
                    <a:pt x="119911" y="198709"/>
                    <a:pt x="116546" y="201400"/>
                    <a:pt x="116546" y="201400"/>
                  </a:cubicBezTo>
                  <a:lnTo>
                    <a:pt x="116882" y="205403"/>
                  </a:lnTo>
                  <a:cubicBezTo>
                    <a:pt x="116882" y="205403"/>
                    <a:pt x="116108" y="206816"/>
                    <a:pt x="115974" y="207085"/>
                  </a:cubicBezTo>
                  <a:cubicBezTo>
                    <a:pt x="115805" y="207354"/>
                    <a:pt x="113416" y="208330"/>
                    <a:pt x="113248" y="208397"/>
                  </a:cubicBezTo>
                  <a:cubicBezTo>
                    <a:pt x="113079" y="208431"/>
                    <a:pt x="110791" y="208566"/>
                    <a:pt x="110623" y="208734"/>
                  </a:cubicBezTo>
                  <a:cubicBezTo>
                    <a:pt x="110454" y="208902"/>
                    <a:pt x="108570" y="209104"/>
                    <a:pt x="108570" y="209104"/>
                  </a:cubicBezTo>
                  <a:lnTo>
                    <a:pt x="108031" y="209978"/>
                  </a:lnTo>
                  <a:lnTo>
                    <a:pt x="107425" y="211324"/>
                  </a:lnTo>
                  <a:lnTo>
                    <a:pt x="106651" y="212636"/>
                  </a:lnTo>
                  <a:cubicBezTo>
                    <a:pt x="106651" y="212636"/>
                    <a:pt x="106113" y="214049"/>
                    <a:pt x="105978" y="214419"/>
                  </a:cubicBezTo>
                  <a:cubicBezTo>
                    <a:pt x="105877" y="214789"/>
                    <a:pt x="105776" y="215024"/>
                    <a:pt x="105372" y="215495"/>
                  </a:cubicBezTo>
                  <a:cubicBezTo>
                    <a:pt x="104969" y="216000"/>
                    <a:pt x="105103" y="216538"/>
                    <a:pt x="103723" y="216639"/>
                  </a:cubicBezTo>
                  <a:cubicBezTo>
                    <a:pt x="102377" y="216740"/>
                    <a:pt x="102848" y="216538"/>
                    <a:pt x="101603" y="216639"/>
                  </a:cubicBezTo>
                  <a:cubicBezTo>
                    <a:pt x="100358" y="216740"/>
                    <a:pt x="100190" y="216572"/>
                    <a:pt x="99584" y="216404"/>
                  </a:cubicBezTo>
                  <a:cubicBezTo>
                    <a:pt x="98978" y="216235"/>
                    <a:pt x="97800" y="215327"/>
                    <a:pt x="97396" y="215159"/>
                  </a:cubicBezTo>
                  <a:cubicBezTo>
                    <a:pt x="97026" y="214991"/>
                    <a:pt x="94738" y="213847"/>
                    <a:pt x="94738" y="213847"/>
                  </a:cubicBezTo>
                  <a:lnTo>
                    <a:pt x="93492" y="212972"/>
                  </a:lnTo>
                  <a:lnTo>
                    <a:pt x="91372" y="210046"/>
                  </a:lnTo>
                  <a:lnTo>
                    <a:pt x="88915" y="207926"/>
                  </a:lnTo>
                  <a:lnTo>
                    <a:pt x="85314" y="207052"/>
                  </a:lnTo>
                  <a:lnTo>
                    <a:pt x="82218" y="205168"/>
                  </a:lnTo>
                  <a:lnTo>
                    <a:pt x="77877" y="204966"/>
                  </a:lnTo>
                  <a:lnTo>
                    <a:pt x="74141" y="204562"/>
                  </a:lnTo>
                  <a:cubicBezTo>
                    <a:pt x="74141" y="204562"/>
                    <a:pt x="70506" y="204024"/>
                    <a:pt x="70271" y="204024"/>
                  </a:cubicBezTo>
                  <a:cubicBezTo>
                    <a:pt x="70069" y="204024"/>
                    <a:pt x="67949" y="203654"/>
                    <a:pt x="66972" y="203520"/>
                  </a:cubicBezTo>
                  <a:cubicBezTo>
                    <a:pt x="65997" y="203419"/>
                    <a:pt x="61756" y="203351"/>
                    <a:pt x="60612" y="203250"/>
                  </a:cubicBezTo>
                  <a:cubicBezTo>
                    <a:pt x="59468" y="203149"/>
                    <a:pt x="58727" y="203049"/>
                    <a:pt x="58323" y="202914"/>
                  </a:cubicBezTo>
                  <a:cubicBezTo>
                    <a:pt x="57953" y="202813"/>
                    <a:pt x="55496" y="201703"/>
                    <a:pt x="55395" y="201501"/>
                  </a:cubicBezTo>
                  <a:cubicBezTo>
                    <a:pt x="55294" y="201299"/>
                    <a:pt x="55126" y="200862"/>
                    <a:pt x="54621" y="200256"/>
                  </a:cubicBezTo>
                  <a:cubicBezTo>
                    <a:pt x="54116" y="199651"/>
                    <a:pt x="51626" y="197229"/>
                    <a:pt x="51626" y="197229"/>
                  </a:cubicBezTo>
                  <a:cubicBezTo>
                    <a:pt x="51626" y="197229"/>
                    <a:pt x="50919" y="196892"/>
                    <a:pt x="49842" y="196892"/>
                  </a:cubicBezTo>
                  <a:cubicBezTo>
                    <a:pt x="48765" y="196892"/>
                    <a:pt x="43684" y="196186"/>
                    <a:pt x="43684" y="196186"/>
                  </a:cubicBezTo>
                  <a:lnTo>
                    <a:pt x="41933" y="195681"/>
                  </a:lnTo>
                  <a:cubicBezTo>
                    <a:pt x="41933" y="195681"/>
                    <a:pt x="38299" y="192822"/>
                    <a:pt x="38198" y="192654"/>
                  </a:cubicBezTo>
                  <a:cubicBezTo>
                    <a:pt x="38097" y="192486"/>
                    <a:pt x="33015" y="188853"/>
                    <a:pt x="33015" y="188853"/>
                  </a:cubicBezTo>
                  <a:lnTo>
                    <a:pt x="27900" y="186532"/>
                  </a:lnTo>
                  <a:lnTo>
                    <a:pt x="24635" y="185556"/>
                  </a:lnTo>
                  <a:cubicBezTo>
                    <a:pt x="24635" y="185556"/>
                    <a:pt x="18746" y="184042"/>
                    <a:pt x="18544" y="183941"/>
                  </a:cubicBezTo>
                  <a:cubicBezTo>
                    <a:pt x="18342" y="183840"/>
                    <a:pt x="15616" y="183201"/>
                    <a:pt x="15010" y="182697"/>
                  </a:cubicBezTo>
                  <a:cubicBezTo>
                    <a:pt x="14404" y="182192"/>
                    <a:pt x="12991" y="181183"/>
                    <a:pt x="12116" y="179871"/>
                  </a:cubicBezTo>
                  <a:cubicBezTo>
                    <a:pt x="11241" y="178559"/>
                    <a:pt x="10332" y="176776"/>
                    <a:pt x="10265" y="176440"/>
                  </a:cubicBezTo>
                  <a:cubicBezTo>
                    <a:pt x="10197" y="176103"/>
                    <a:pt x="9221" y="172706"/>
                    <a:pt x="9221" y="172302"/>
                  </a:cubicBezTo>
                  <a:cubicBezTo>
                    <a:pt x="9221" y="171932"/>
                    <a:pt x="8986" y="169039"/>
                    <a:pt x="8986" y="167861"/>
                  </a:cubicBezTo>
                  <a:cubicBezTo>
                    <a:pt x="8986" y="166650"/>
                    <a:pt x="8986" y="162547"/>
                    <a:pt x="8918" y="162143"/>
                  </a:cubicBezTo>
                  <a:cubicBezTo>
                    <a:pt x="8851" y="161773"/>
                    <a:pt x="8279" y="158173"/>
                    <a:pt x="8279" y="158173"/>
                  </a:cubicBezTo>
                  <a:lnTo>
                    <a:pt x="4510" y="152858"/>
                  </a:lnTo>
                  <a:lnTo>
                    <a:pt x="3803" y="143035"/>
                  </a:lnTo>
                  <a:cubicBezTo>
                    <a:pt x="3803" y="143035"/>
                    <a:pt x="3433" y="135096"/>
                    <a:pt x="3433" y="134895"/>
                  </a:cubicBezTo>
                  <a:cubicBezTo>
                    <a:pt x="3433" y="134693"/>
                    <a:pt x="4207" y="129849"/>
                    <a:pt x="4241" y="129681"/>
                  </a:cubicBezTo>
                  <a:cubicBezTo>
                    <a:pt x="4274" y="129513"/>
                    <a:pt x="4072" y="124803"/>
                    <a:pt x="4072" y="124803"/>
                  </a:cubicBezTo>
                  <a:lnTo>
                    <a:pt x="3130" y="121405"/>
                  </a:lnTo>
                  <a:lnTo>
                    <a:pt x="1683" y="116359"/>
                  </a:lnTo>
                  <a:lnTo>
                    <a:pt x="1514" y="110102"/>
                  </a:lnTo>
                  <a:lnTo>
                    <a:pt x="1413" y="105931"/>
                  </a:lnTo>
                  <a:lnTo>
                    <a:pt x="1245" y="99943"/>
                  </a:lnTo>
                  <a:close/>
                </a:path>
              </a:pathLst>
            </a:custGeom>
            <a:grpFill/>
            <a:ln w="6350" cap="flat">
              <a:solidFill>
                <a:schemeClr val="bg1"/>
              </a:solidFill>
              <a:prstDash val="solid"/>
              <a:miter/>
            </a:ln>
          </p:spPr>
          <p:txBody>
            <a:bodyPr rtlCol="0" anchor="ctr"/>
            <a:lstStyle/>
            <a:p>
              <a:endParaRPr lang="en-US"/>
            </a:p>
          </p:txBody>
        </p:sp>
        <p:grpSp>
          <p:nvGrpSpPr>
            <p:cNvPr id="197" name="Graphic 11">
              <a:extLst>
                <a:ext uri="{FF2B5EF4-FFF2-40B4-BE49-F238E27FC236}">
                  <a16:creationId xmlns:a16="http://schemas.microsoft.com/office/drawing/2014/main" id="{053ECC64-EC2B-8407-2C8F-7E0313BA7404}"/>
                </a:ext>
              </a:extLst>
            </p:cNvPr>
            <p:cNvGrpSpPr/>
            <p:nvPr/>
          </p:nvGrpSpPr>
          <p:grpSpPr>
            <a:xfrm>
              <a:off x="8260662" y="3367264"/>
              <a:ext cx="133381" cy="212869"/>
              <a:chOff x="6167900" y="3272800"/>
              <a:chExt cx="256078" cy="408687"/>
            </a:xfrm>
            <a:grpFill/>
          </p:grpSpPr>
          <p:sp>
            <p:nvSpPr>
              <p:cNvPr id="198" name="Freeform 915">
                <a:extLst>
                  <a:ext uri="{FF2B5EF4-FFF2-40B4-BE49-F238E27FC236}">
                    <a16:creationId xmlns:a16="http://schemas.microsoft.com/office/drawing/2014/main" id="{9BB66C10-BE44-8414-0C3E-1EE0DA41EC1C}"/>
                  </a:ext>
                </a:extLst>
              </p:cNvPr>
              <p:cNvSpPr/>
              <p:nvPr/>
            </p:nvSpPr>
            <p:spPr>
              <a:xfrm>
                <a:off x="6244464" y="3272800"/>
                <a:ext cx="179513" cy="394660"/>
              </a:xfrm>
              <a:custGeom>
                <a:avLst/>
                <a:gdLst>
                  <a:gd name="connsiteX0" fmla="*/ 136335 w 179513"/>
                  <a:gd name="connsiteY0" fmla="*/ 0 h 394660"/>
                  <a:gd name="connsiteX1" fmla="*/ 132869 w 179513"/>
                  <a:gd name="connsiteY1" fmla="*/ 0 h 394660"/>
                  <a:gd name="connsiteX2" fmla="*/ 128729 w 179513"/>
                  <a:gd name="connsiteY2" fmla="*/ 1514 h 394660"/>
                  <a:gd name="connsiteX3" fmla="*/ 125700 w 179513"/>
                  <a:gd name="connsiteY3" fmla="*/ 6291 h 394660"/>
                  <a:gd name="connsiteX4" fmla="*/ 120921 w 179513"/>
                  <a:gd name="connsiteY4" fmla="*/ 12144 h 394660"/>
                  <a:gd name="connsiteX5" fmla="*/ 117657 w 179513"/>
                  <a:gd name="connsiteY5" fmla="*/ 16719 h 394660"/>
                  <a:gd name="connsiteX6" fmla="*/ 115065 w 179513"/>
                  <a:gd name="connsiteY6" fmla="*/ 19746 h 394660"/>
                  <a:gd name="connsiteX7" fmla="*/ 111161 w 179513"/>
                  <a:gd name="connsiteY7" fmla="*/ 21933 h 394660"/>
                  <a:gd name="connsiteX8" fmla="*/ 107897 w 179513"/>
                  <a:gd name="connsiteY8" fmla="*/ 24120 h 394660"/>
                  <a:gd name="connsiteX9" fmla="*/ 103118 w 179513"/>
                  <a:gd name="connsiteY9" fmla="*/ 27147 h 394660"/>
                  <a:gd name="connsiteX10" fmla="*/ 99853 w 179513"/>
                  <a:gd name="connsiteY10" fmla="*/ 29535 h 394660"/>
                  <a:gd name="connsiteX11" fmla="*/ 94637 w 179513"/>
                  <a:gd name="connsiteY11" fmla="*/ 29535 h 394660"/>
                  <a:gd name="connsiteX12" fmla="*/ 90296 w 179513"/>
                  <a:gd name="connsiteY12" fmla="*/ 32563 h 394660"/>
                  <a:gd name="connsiteX13" fmla="*/ 85516 w 179513"/>
                  <a:gd name="connsiteY13" fmla="*/ 36903 h 394660"/>
                  <a:gd name="connsiteX14" fmla="*/ 84440 w 179513"/>
                  <a:gd name="connsiteY14" fmla="*/ 41040 h 394660"/>
                  <a:gd name="connsiteX15" fmla="*/ 83127 w 179513"/>
                  <a:gd name="connsiteY15" fmla="*/ 45178 h 394660"/>
                  <a:gd name="connsiteX16" fmla="*/ 80737 w 179513"/>
                  <a:gd name="connsiteY16" fmla="*/ 49753 h 394660"/>
                  <a:gd name="connsiteX17" fmla="*/ 78988 w 179513"/>
                  <a:gd name="connsiteY17" fmla="*/ 53453 h 394660"/>
                  <a:gd name="connsiteX18" fmla="*/ 76160 w 179513"/>
                  <a:gd name="connsiteY18" fmla="*/ 56716 h 394660"/>
                  <a:gd name="connsiteX19" fmla="*/ 74209 w 179513"/>
                  <a:gd name="connsiteY19" fmla="*/ 60686 h 394660"/>
                  <a:gd name="connsiteX20" fmla="*/ 73064 w 179513"/>
                  <a:gd name="connsiteY20" fmla="*/ 63882 h 394660"/>
                  <a:gd name="connsiteX21" fmla="*/ 71617 w 179513"/>
                  <a:gd name="connsiteY21" fmla="*/ 66943 h 394660"/>
                  <a:gd name="connsiteX22" fmla="*/ 69530 w 179513"/>
                  <a:gd name="connsiteY22" fmla="*/ 69769 h 394660"/>
                  <a:gd name="connsiteX23" fmla="*/ 66905 w 179513"/>
                  <a:gd name="connsiteY23" fmla="*/ 73099 h 394660"/>
                  <a:gd name="connsiteX24" fmla="*/ 62564 w 179513"/>
                  <a:gd name="connsiteY24" fmla="*/ 76934 h 394660"/>
                  <a:gd name="connsiteX25" fmla="*/ 60444 w 179513"/>
                  <a:gd name="connsiteY25" fmla="*/ 81576 h 394660"/>
                  <a:gd name="connsiteX26" fmla="*/ 57482 w 179513"/>
                  <a:gd name="connsiteY26" fmla="*/ 84469 h 394660"/>
                  <a:gd name="connsiteX27" fmla="*/ 56371 w 179513"/>
                  <a:gd name="connsiteY27" fmla="*/ 86857 h 394660"/>
                  <a:gd name="connsiteX28" fmla="*/ 55530 w 179513"/>
                  <a:gd name="connsiteY28" fmla="*/ 92812 h 394660"/>
                  <a:gd name="connsiteX29" fmla="*/ 55530 w 179513"/>
                  <a:gd name="connsiteY29" fmla="*/ 94763 h 394660"/>
                  <a:gd name="connsiteX30" fmla="*/ 53780 w 179513"/>
                  <a:gd name="connsiteY30" fmla="*/ 98463 h 394660"/>
                  <a:gd name="connsiteX31" fmla="*/ 51525 w 179513"/>
                  <a:gd name="connsiteY31" fmla="*/ 101558 h 394660"/>
                  <a:gd name="connsiteX32" fmla="*/ 50852 w 179513"/>
                  <a:gd name="connsiteY32" fmla="*/ 106267 h 394660"/>
                  <a:gd name="connsiteX33" fmla="*/ 47016 w 179513"/>
                  <a:gd name="connsiteY33" fmla="*/ 112558 h 394660"/>
                  <a:gd name="connsiteX34" fmla="*/ 45905 w 179513"/>
                  <a:gd name="connsiteY34" fmla="*/ 116259 h 394660"/>
                  <a:gd name="connsiteX35" fmla="*/ 44761 w 179513"/>
                  <a:gd name="connsiteY35" fmla="*/ 119589 h 394660"/>
                  <a:gd name="connsiteX36" fmla="*/ 40419 w 179513"/>
                  <a:gd name="connsiteY36" fmla="*/ 125980 h 394660"/>
                  <a:gd name="connsiteX37" fmla="*/ 37525 w 179513"/>
                  <a:gd name="connsiteY37" fmla="*/ 132271 h 394660"/>
                  <a:gd name="connsiteX38" fmla="*/ 36886 w 179513"/>
                  <a:gd name="connsiteY38" fmla="*/ 137283 h 394660"/>
                  <a:gd name="connsiteX39" fmla="*/ 34126 w 179513"/>
                  <a:gd name="connsiteY39" fmla="*/ 143574 h 394660"/>
                  <a:gd name="connsiteX40" fmla="*/ 31938 w 179513"/>
                  <a:gd name="connsiteY40" fmla="*/ 150470 h 394660"/>
                  <a:gd name="connsiteX41" fmla="*/ 31064 w 179513"/>
                  <a:gd name="connsiteY41" fmla="*/ 153430 h 394660"/>
                  <a:gd name="connsiteX42" fmla="*/ 27227 w 179513"/>
                  <a:gd name="connsiteY42" fmla="*/ 161470 h 394660"/>
                  <a:gd name="connsiteX43" fmla="*/ 20630 w 179513"/>
                  <a:gd name="connsiteY43" fmla="*/ 170385 h 394660"/>
                  <a:gd name="connsiteX44" fmla="*/ 17669 w 179513"/>
                  <a:gd name="connsiteY44" fmla="*/ 176978 h 394660"/>
                  <a:gd name="connsiteX45" fmla="*/ 13462 w 179513"/>
                  <a:gd name="connsiteY45" fmla="*/ 183639 h 394660"/>
                  <a:gd name="connsiteX46" fmla="*/ 9895 w 179513"/>
                  <a:gd name="connsiteY46" fmla="*/ 186902 h 394660"/>
                  <a:gd name="connsiteX47" fmla="*/ 7640 w 179513"/>
                  <a:gd name="connsiteY47" fmla="*/ 188786 h 394660"/>
                  <a:gd name="connsiteX48" fmla="*/ 4544 w 179513"/>
                  <a:gd name="connsiteY48" fmla="*/ 193865 h 394660"/>
                  <a:gd name="connsiteX49" fmla="*/ 3870 w 179513"/>
                  <a:gd name="connsiteY49" fmla="*/ 196893 h 394660"/>
                  <a:gd name="connsiteX50" fmla="*/ 3063 w 179513"/>
                  <a:gd name="connsiteY50" fmla="*/ 204361 h 394660"/>
                  <a:gd name="connsiteX51" fmla="*/ 3500 w 179513"/>
                  <a:gd name="connsiteY51" fmla="*/ 212031 h 394660"/>
                  <a:gd name="connsiteX52" fmla="*/ 3365 w 179513"/>
                  <a:gd name="connsiteY52" fmla="*/ 218422 h 394660"/>
                  <a:gd name="connsiteX53" fmla="*/ 5014 w 179513"/>
                  <a:gd name="connsiteY53" fmla="*/ 222627 h 394660"/>
                  <a:gd name="connsiteX54" fmla="*/ 5452 w 179513"/>
                  <a:gd name="connsiteY54" fmla="*/ 226597 h 394660"/>
                  <a:gd name="connsiteX55" fmla="*/ 4510 w 179513"/>
                  <a:gd name="connsiteY55" fmla="*/ 230364 h 394660"/>
                  <a:gd name="connsiteX56" fmla="*/ 4375 w 179513"/>
                  <a:gd name="connsiteY56" fmla="*/ 233392 h 394660"/>
                  <a:gd name="connsiteX57" fmla="*/ 3736 w 179513"/>
                  <a:gd name="connsiteY57" fmla="*/ 237798 h 394660"/>
                  <a:gd name="connsiteX58" fmla="*/ 3870 w 179513"/>
                  <a:gd name="connsiteY58" fmla="*/ 243013 h 394660"/>
                  <a:gd name="connsiteX59" fmla="*/ 2625 w 179513"/>
                  <a:gd name="connsiteY59" fmla="*/ 249169 h 394660"/>
                  <a:gd name="connsiteX60" fmla="*/ 1885 w 179513"/>
                  <a:gd name="connsiteY60" fmla="*/ 252802 h 394660"/>
                  <a:gd name="connsiteX61" fmla="*/ 572 w 179513"/>
                  <a:gd name="connsiteY61" fmla="*/ 257747 h 394660"/>
                  <a:gd name="connsiteX62" fmla="*/ 0 w 179513"/>
                  <a:gd name="connsiteY62" fmla="*/ 263903 h 394660"/>
                  <a:gd name="connsiteX63" fmla="*/ 438 w 179513"/>
                  <a:gd name="connsiteY63" fmla="*/ 268478 h 394660"/>
                  <a:gd name="connsiteX64" fmla="*/ 7606 w 179513"/>
                  <a:gd name="connsiteY64" fmla="*/ 277830 h 394660"/>
                  <a:gd name="connsiteX65" fmla="*/ 13899 w 179513"/>
                  <a:gd name="connsiteY65" fmla="*/ 285062 h 394660"/>
                  <a:gd name="connsiteX66" fmla="*/ 16861 w 179513"/>
                  <a:gd name="connsiteY66" fmla="*/ 289133 h 394660"/>
                  <a:gd name="connsiteX67" fmla="*/ 18174 w 179513"/>
                  <a:gd name="connsiteY67" fmla="*/ 293035 h 394660"/>
                  <a:gd name="connsiteX68" fmla="*/ 23087 w 179513"/>
                  <a:gd name="connsiteY68" fmla="*/ 299830 h 394660"/>
                  <a:gd name="connsiteX69" fmla="*/ 24534 w 179513"/>
                  <a:gd name="connsiteY69" fmla="*/ 308004 h 394660"/>
                  <a:gd name="connsiteX70" fmla="*/ 27496 w 179513"/>
                  <a:gd name="connsiteY70" fmla="*/ 313656 h 394660"/>
                  <a:gd name="connsiteX71" fmla="*/ 30121 w 179513"/>
                  <a:gd name="connsiteY71" fmla="*/ 317424 h 394660"/>
                  <a:gd name="connsiteX72" fmla="*/ 37727 w 179513"/>
                  <a:gd name="connsiteY72" fmla="*/ 324387 h 394660"/>
                  <a:gd name="connsiteX73" fmla="*/ 43953 w 179513"/>
                  <a:gd name="connsiteY73" fmla="*/ 330106 h 394660"/>
                  <a:gd name="connsiteX74" fmla="*/ 47857 w 179513"/>
                  <a:gd name="connsiteY74" fmla="*/ 332864 h 394660"/>
                  <a:gd name="connsiteX75" fmla="*/ 52771 w 179513"/>
                  <a:gd name="connsiteY75" fmla="*/ 338583 h 394660"/>
                  <a:gd name="connsiteX76" fmla="*/ 58997 w 179513"/>
                  <a:gd name="connsiteY76" fmla="*/ 340837 h 394660"/>
                  <a:gd name="connsiteX77" fmla="*/ 65458 w 179513"/>
                  <a:gd name="connsiteY77" fmla="*/ 345984 h 394660"/>
                  <a:gd name="connsiteX78" fmla="*/ 68117 w 179513"/>
                  <a:gd name="connsiteY78" fmla="*/ 349449 h 394660"/>
                  <a:gd name="connsiteX79" fmla="*/ 71785 w 179513"/>
                  <a:gd name="connsiteY79" fmla="*/ 356681 h 394660"/>
                  <a:gd name="connsiteX80" fmla="*/ 74478 w 179513"/>
                  <a:gd name="connsiteY80" fmla="*/ 361895 h 394660"/>
                  <a:gd name="connsiteX81" fmla="*/ 78550 w 179513"/>
                  <a:gd name="connsiteY81" fmla="*/ 367177 h 394660"/>
                  <a:gd name="connsiteX82" fmla="*/ 80435 w 179513"/>
                  <a:gd name="connsiteY82" fmla="*/ 371011 h 394660"/>
                  <a:gd name="connsiteX83" fmla="*/ 81242 w 179513"/>
                  <a:gd name="connsiteY83" fmla="*/ 373703 h 394660"/>
                  <a:gd name="connsiteX84" fmla="*/ 81713 w 179513"/>
                  <a:gd name="connsiteY84" fmla="*/ 376966 h 394660"/>
                  <a:gd name="connsiteX85" fmla="*/ 81545 w 179513"/>
                  <a:gd name="connsiteY85" fmla="*/ 379590 h 394660"/>
                  <a:gd name="connsiteX86" fmla="*/ 81545 w 179513"/>
                  <a:gd name="connsiteY86" fmla="*/ 381608 h 394660"/>
                  <a:gd name="connsiteX87" fmla="*/ 81545 w 179513"/>
                  <a:gd name="connsiteY87" fmla="*/ 383492 h 394660"/>
                  <a:gd name="connsiteX88" fmla="*/ 81545 w 179513"/>
                  <a:gd name="connsiteY88" fmla="*/ 386822 h 394660"/>
                  <a:gd name="connsiteX89" fmla="*/ 82286 w 179513"/>
                  <a:gd name="connsiteY89" fmla="*/ 387999 h 394660"/>
                  <a:gd name="connsiteX90" fmla="*/ 82353 w 179513"/>
                  <a:gd name="connsiteY90" fmla="*/ 388807 h 394660"/>
                  <a:gd name="connsiteX91" fmla="*/ 82420 w 179513"/>
                  <a:gd name="connsiteY91" fmla="*/ 390623 h 394660"/>
                  <a:gd name="connsiteX92" fmla="*/ 83800 w 179513"/>
                  <a:gd name="connsiteY92" fmla="*/ 392373 h 394660"/>
                  <a:gd name="connsiteX93" fmla="*/ 84473 w 179513"/>
                  <a:gd name="connsiteY93" fmla="*/ 392877 h 394660"/>
                  <a:gd name="connsiteX94" fmla="*/ 86358 w 179513"/>
                  <a:gd name="connsiteY94" fmla="*/ 393550 h 394660"/>
                  <a:gd name="connsiteX95" fmla="*/ 90430 w 179513"/>
                  <a:gd name="connsiteY95" fmla="*/ 394660 h 394660"/>
                  <a:gd name="connsiteX96" fmla="*/ 92887 w 179513"/>
                  <a:gd name="connsiteY96" fmla="*/ 394660 h 394660"/>
                  <a:gd name="connsiteX97" fmla="*/ 94637 w 179513"/>
                  <a:gd name="connsiteY97" fmla="*/ 394660 h 394660"/>
                  <a:gd name="connsiteX98" fmla="*/ 98103 w 179513"/>
                  <a:gd name="connsiteY98" fmla="*/ 394660 h 394660"/>
                  <a:gd name="connsiteX99" fmla="*/ 99483 w 179513"/>
                  <a:gd name="connsiteY99" fmla="*/ 394357 h 394660"/>
                  <a:gd name="connsiteX100" fmla="*/ 99786 w 179513"/>
                  <a:gd name="connsiteY100" fmla="*/ 393281 h 394660"/>
                  <a:gd name="connsiteX101" fmla="*/ 100291 w 179513"/>
                  <a:gd name="connsiteY101" fmla="*/ 392137 h 394660"/>
                  <a:gd name="connsiteX102" fmla="*/ 100863 w 179513"/>
                  <a:gd name="connsiteY102" fmla="*/ 390119 h 394660"/>
                  <a:gd name="connsiteX103" fmla="*/ 100930 w 179513"/>
                  <a:gd name="connsiteY103" fmla="*/ 387865 h 394660"/>
                  <a:gd name="connsiteX104" fmla="*/ 101200 w 179513"/>
                  <a:gd name="connsiteY104" fmla="*/ 382146 h 394660"/>
                  <a:gd name="connsiteX105" fmla="*/ 100728 w 179513"/>
                  <a:gd name="connsiteY105" fmla="*/ 376697 h 394660"/>
                  <a:gd name="connsiteX106" fmla="*/ 100728 w 179513"/>
                  <a:gd name="connsiteY106" fmla="*/ 371213 h 394660"/>
                  <a:gd name="connsiteX107" fmla="*/ 100728 w 179513"/>
                  <a:gd name="connsiteY107" fmla="*/ 367950 h 394660"/>
                  <a:gd name="connsiteX108" fmla="*/ 100728 w 179513"/>
                  <a:gd name="connsiteY108" fmla="*/ 327751 h 394660"/>
                  <a:gd name="connsiteX109" fmla="*/ 102546 w 179513"/>
                  <a:gd name="connsiteY109" fmla="*/ 325060 h 394660"/>
                  <a:gd name="connsiteX110" fmla="*/ 103791 w 179513"/>
                  <a:gd name="connsiteY110" fmla="*/ 320855 h 394660"/>
                  <a:gd name="connsiteX111" fmla="*/ 107628 w 179513"/>
                  <a:gd name="connsiteY111" fmla="*/ 313454 h 394660"/>
                  <a:gd name="connsiteX112" fmla="*/ 112339 w 179513"/>
                  <a:gd name="connsiteY112" fmla="*/ 305549 h 394660"/>
                  <a:gd name="connsiteX113" fmla="*/ 114796 w 179513"/>
                  <a:gd name="connsiteY113" fmla="*/ 300032 h 394660"/>
                  <a:gd name="connsiteX114" fmla="*/ 118565 w 179513"/>
                  <a:gd name="connsiteY114" fmla="*/ 293304 h 394660"/>
                  <a:gd name="connsiteX115" fmla="*/ 124084 w 179513"/>
                  <a:gd name="connsiteY115" fmla="*/ 285062 h 394660"/>
                  <a:gd name="connsiteX116" fmla="*/ 127181 w 179513"/>
                  <a:gd name="connsiteY116" fmla="*/ 279545 h 394660"/>
                  <a:gd name="connsiteX117" fmla="*/ 129066 w 179513"/>
                  <a:gd name="connsiteY117" fmla="*/ 276652 h 394660"/>
                  <a:gd name="connsiteX118" fmla="*/ 132599 w 179513"/>
                  <a:gd name="connsiteY118" fmla="*/ 270294 h 394660"/>
                  <a:gd name="connsiteX119" fmla="*/ 134618 w 179513"/>
                  <a:gd name="connsiteY119" fmla="*/ 264004 h 394660"/>
                  <a:gd name="connsiteX120" fmla="*/ 137075 w 179513"/>
                  <a:gd name="connsiteY120" fmla="*/ 258588 h 394660"/>
                  <a:gd name="connsiteX121" fmla="*/ 139970 w 179513"/>
                  <a:gd name="connsiteY121" fmla="*/ 253071 h 394660"/>
                  <a:gd name="connsiteX122" fmla="*/ 144513 w 179513"/>
                  <a:gd name="connsiteY122" fmla="*/ 245838 h 394660"/>
                  <a:gd name="connsiteX123" fmla="*/ 145927 w 179513"/>
                  <a:gd name="connsiteY123" fmla="*/ 240557 h 394660"/>
                  <a:gd name="connsiteX124" fmla="*/ 145927 w 179513"/>
                  <a:gd name="connsiteY124" fmla="*/ 232147 h 394660"/>
                  <a:gd name="connsiteX125" fmla="*/ 148451 w 179513"/>
                  <a:gd name="connsiteY125" fmla="*/ 213376 h 394660"/>
                  <a:gd name="connsiteX126" fmla="*/ 148013 w 179513"/>
                  <a:gd name="connsiteY126" fmla="*/ 200559 h 394660"/>
                  <a:gd name="connsiteX127" fmla="*/ 149157 w 179513"/>
                  <a:gd name="connsiteY127" fmla="*/ 193159 h 394660"/>
                  <a:gd name="connsiteX128" fmla="*/ 151109 w 179513"/>
                  <a:gd name="connsiteY128" fmla="*/ 165709 h 394660"/>
                  <a:gd name="connsiteX129" fmla="*/ 152859 w 179513"/>
                  <a:gd name="connsiteY129" fmla="*/ 155213 h 394660"/>
                  <a:gd name="connsiteX130" fmla="*/ 154542 w 179513"/>
                  <a:gd name="connsiteY130" fmla="*/ 138831 h 394660"/>
                  <a:gd name="connsiteX131" fmla="*/ 156292 w 179513"/>
                  <a:gd name="connsiteY131" fmla="*/ 131867 h 394660"/>
                  <a:gd name="connsiteX132" fmla="*/ 159489 w 179513"/>
                  <a:gd name="connsiteY132" fmla="*/ 124063 h 394660"/>
                  <a:gd name="connsiteX133" fmla="*/ 162754 w 179513"/>
                  <a:gd name="connsiteY133" fmla="*/ 112995 h 394660"/>
                  <a:gd name="connsiteX134" fmla="*/ 165446 w 179513"/>
                  <a:gd name="connsiteY134" fmla="*/ 108286 h 394660"/>
                  <a:gd name="connsiteX135" fmla="*/ 166893 w 179513"/>
                  <a:gd name="connsiteY135" fmla="*/ 105023 h 394660"/>
                  <a:gd name="connsiteX136" fmla="*/ 170090 w 179513"/>
                  <a:gd name="connsiteY136" fmla="*/ 99304 h 394660"/>
                  <a:gd name="connsiteX137" fmla="*/ 171672 w 179513"/>
                  <a:gd name="connsiteY137" fmla="*/ 96108 h 394660"/>
                  <a:gd name="connsiteX138" fmla="*/ 172749 w 179513"/>
                  <a:gd name="connsiteY138" fmla="*/ 92542 h 394660"/>
                  <a:gd name="connsiteX139" fmla="*/ 174331 w 179513"/>
                  <a:gd name="connsiteY139" fmla="*/ 88405 h 394660"/>
                  <a:gd name="connsiteX140" fmla="*/ 174028 w 179513"/>
                  <a:gd name="connsiteY140" fmla="*/ 81879 h 394660"/>
                  <a:gd name="connsiteX141" fmla="*/ 173893 w 179513"/>
                  <a:gd name="connsiteY141" fmla="*/ 78548 h 394660"/>
                  <a:gd name="connsiteX142" fmla="*/ 173254 w 179513"/>
                  <a:gd name="connsiteY142" fmla="*/ 69197 h 394660"/>
                  <a:gd name="connsiteX143" fmla="*/ 171571 w 179513"/>
                  <a:gd name="connsiteY143" fmla="*/ 64420 h 394660"/>
                  <a:gd name="connsiteX144" fmla="*/ 170427 w 179513"/>
                  <a:gd name="connsiteY144" fmla="*/ 59004 h 394660"/>
                  <a:gd name="connsiteX145" fmla="*/ 169485 w 179513"/>
                  <a:gd name="connsiteY145" fmla="*/ 54799 h 394660"/>
                  <a:gd name="connsiteX146" fmla="*/ 169922 w 179513"/>
                  <a:gd name="connsiteY146" fmla="*/ 49719 h 394660"/>
                  <a:gd name="connsiteX147" fmla="*/ 170293 w 179513"/>
                  <a:gd name="connsiteY147" fmla="*/ 46759 h 394660"/>
                  <a:gd name="connsiteX148" fmla="*/ 172110 w 179513"/>
                  <a:gd name="connsiteY148" fmla="*/ 42420 h 394660"/>
                  <a:gd name="connsiteX149" fmla="*/ 175509 w 179513"/>
                  <a:gd name="connsiteY149" fmla="*/ 37273 h 394660"/>
                  <a:gd name="connsiteX150" fmla="*/ 178336 w 179513"/>
                  <a:gd name="connsiteY150" fmla="*/ 32294 h 394660"/>
                  <a:gd name="connsiteX151" fmla="*/ 179514 w 179513"/>
                  <a:gd name="connsiteY151" fmla="*/ 28022 h 394660"/>
                  <a:gd name="connsiteX152" fmla="*/ 178942 w 179513"/>
                  <a:gd name="connsiteY152" fmla="*/ 21731 h 394660"/>
                  <a:gd name="connsiteX153" fmla="*/ 176620 w 179513"/>
                  <a:gd name="connsiteY153" fmla="*/ 18266 h 394660"/>
                  <a:gd name="connsiteX154" fmla="*/ 173220 w 179513"/>
                  <a:gd name="connsiteY154" fmla="*/ 15306 h 394660"/>
                  <a:gd name="connsiteX155" fmla="*/ 168744 w 179513"/>
                  <a:gd name="connsiteY155" fmla="*/ 14431 h 394660"/>
                  <a:gd name="connsiteX156" fmla="*/ 166287 w 179513"/>
                  <a:gd name="connsiteY156" fmla="*/ 12682 h 394660"/>
                  <a:gd name="connsiteX157" fmla="*/ 160634 w 179513"/>
                  <a:gd name="connsiteY157" fmla="*/ 12615 h 394660"/>
                  <a:gd name="connsiteX158" fmla="*/ 156427 w 179513"/>
                  <a:gd name="connsiteY158" fmla="*/ 14061 h 394660"/>
                  <a:gd name="connsiteX159" fmla="*/ 154239 w 179513"/>
                  <a:gd name="connsiteY159" fmla="*/ 14768 h 394660"/>
                  <a:gd name="connsiteX160" fmla="*/ 151648 w 179513"/>
                  <a:gd name="connsiteY160" fmla="*/ 13624 h 394660"/>
                  <a:gd name="connsiteX161" fmla="*/ 150335 w 179513"/>
                  <a:gd name="connsiteY161" fmla="*/ 11942 h 394660"/>
                  <a:gd name="connsiteX162" fmla="*/ 146128 w 179513"/>
                  <a:gd name="connsiteY162" fmla="*/ 8746 h 394660"/>
                  <a:gd name="connsiteX163" fmla="*/ 144177 w 179513"/>
                  <a:gd name="connsiteY163" fmla="*/ 6728 h 394660"/>
                  <a:gd name="connsiteX164" fmla="*/ 142359 w 179513"/>
                  <a:gd name="connsiteY164" fmla="*/ 3902 h 394660"/>
                  <a:gd name="connsiteX165" fmla="*/ 140037 w 179513"/>
                  <a:gd name="connsiteY165" fmla="*/ 1312 h 394660"/>
                  <a:gd name="connsiteX166" fmla="*/ 138455 w 179513"/>
                  <a:gd name="connsiteY166" fmla="*/ 673 h 394660"/>
                  <a:gd name="connsiteX167" fmla="*/ 136335 w 179513"/>
                  <a:gd name="connsiteY167" fmla="*/ 0 h 3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79513" h="394660">
                    <a:moveTo>
                      <a:pt x="136335" y="0"/>
                    </a:moveTo>
                    <a:lnTo>
                      <a:pt x="132869" y="0"/>
                    </a:lnTo>
                    <a:lnTo>
                      <a:pt x="128729" y="1514"/>
                    </a:lnTo>
                    <a:cubicBezTo>
                      <a:pt x="128729" y="1514"/>
                      <a:pt x="125902" y="5651"/>
                      <a:pt x="125700" y="6291"/>
                    </a:cubicBezTo>
                    <a:cubicBezTo>
                      <a:pt x="125498" y="6930"/>
                      <a:pt x="120921" y="12144"/>
                      <a:pt x="120921" y="12144"/>
                    </a:cubicBezTo>
                    <a:lnTo>
                      <a:pt x="117657" y="16719"/>
                    </a:lnTo>
                    <a:lnTo>
                      <a:pt x="115065" y="19746"/>
                    </a:lnTo>
                    <a:lnTo>
                      <a:pt x="111161" y="21933"/>
                    </a:lnTo>
                    <a:lnTo>
                      <a:pt x="107897" y="24120"/>
                    </a:lnTo>
                    <a:lnTo>
                      <a:pt x="103118" y="27147"/>
                    </a:lnTo>
                    <a:lnTo>
                      <a:pt x="99853" y="29535"/>
                    </a:lnTo>
                    <a:lnTo>
                      <a:pt x="94637" y="29535"/>
                    </a:lnTo>
                    <a:cubicBezTo>
                      <a:pt x="94637" y="29535"/>
                      <a:pt x="90935" y="32361"/>
                      <a:pt x="90296" y="32563"/>
                    </a:cubicBezTo>
                    <a:cubicBezTo>
                      <a:pt x="89656" y="32765"/>
                      <a:pt x="85516" y="36903"/>
                      <a:pt x="85516" y="36903"/>
                    </a:cubicBezTo>
                    <a:lnTo>
                      <a:pt x="84440" y="41040"/>
                    </a:lnTo>
                    <a:lnTo>
                      <a:pt x="83127" y="45178"/>
                    </a:lnTo>
                    <a:lnTo>
                      <a:pt x="80737" y="49753"/>
                    </a:lnTo>
                    <a:lnTo>
                      <a:pt x="78988" y="53453"/>
                    </a:lnTo>
                    <a:lnTo>
                      <a:pt x="76160" y="56716"/>
                    </a:lnTo>
                    <a:lnTo>
                      <a:pt x="74209" y="60686"/>
                    </a:lnTo>
                    <a:lnTo>
                      <a:pt x="73064" y="63882"/>
                    </a:lnTo>
                    <a:lnTo>
                      <a:pt x="71617" y="66943"/>
                    </a:lnTo>
                    <a:lnTo>
                      <a:pt x="69530" y="69769"/>
                    </a:lnTo>
                    <a:lnTo>
                      <a:pt x="66905" y="73099"/>
                    </a:lnTo>
                    <a:lnTo>
                      <a:pt x="62564" y="76934"/>
                    </a:lnTo>
                    <a:lnTo>
                      <a:pt x="60444" y="81576"/>
                    </a:lnTo>
                    <a:lnTo>
                      <a:pt x="57482" y="84469"/>
                    </a:lnTo>
                    <a:lnTo>
                      <a:pt x="56371" y="86857"/>
                    </a:lnTo>
                    <a:lnTo>
                      <a:pt x="55530" y="92812"/>
                    </a:lnTo>
                    <a:lnTo>
                      <a:pt x="55530" y="94763"/>
                    </a:lnTo>
                    <a:lnTo>
                      <a:pt x="53780" y="98463"/>
                    </a:lnTo>
                    <a:lnTo>
                      <a:pt x="51525" y="101558"/>
                    </a:lnTo>
                    <a:lnTo>
                      <a:pt x="50852" y="106267"/>
                    </a:lnTo>
                    <a:cubicBezTo>
                      <a:pt x="50852" y="106267"/>
                      <a:pt x="47319" y="112121"/>
                      <a:pt x="47016" y="112558"/>
                    </a:cubicBezTo>
                    <a:cubicBezTo>
                      <a:pt x="46713" y="112995"/>
                      <a:pt x="45905" y="116259"/>
                      <a:pt x="45905" y="116259"/>
                    </a:cubicBezTo>
                    <a:lnTo>
                      <a:pt x="44761" y="119589"/>
                    </a:lnTo>
                    <a:cubicBezTo>
                      <a:pt x="44761" y="119589"/>
                      <a:pt x="40352" y="125745"/>
                      <a:pt x="40419" y="125980"/>
                    </a:cubicBezTo>
                    <a:cubicBezTo>
                      <a:pt x="40487" y="126182"/>
                      <a:pt x="37525" y="132271"/>
                      <a:pt x="37525" y="132271"/>
                    </a:cubicBezTo>
                    <a:lnTo>
                      <a:pt x="36886" y="137283"/>
                    </a:lnTo>
                    <a:lnTo>
                      <a:pt x="34126" y="143574"/>
                    </a:lnTo>
                    <a:lnTo>
                      <a:pt x="31938" y="150470"/>
                    </a:lnTo>
                    <a:lnTo>
                      <a:pt x="31064" y="153430"/>
                    </a:lnTo>
                    <a:lnTo>
                      <a:pt x="27227" y="161470"/>
                    </a:lnTo>
                    <a:lnTo>
                      <a:pt x="20630" y="170385"/>
                    </a:lnTo>
                    <a:lnTo>
                      <a:pt x="17669" y="176978"/>
                    </a:lnTo>
                    <a:lnTo>
                      <a:pt x="13462" y="183639"/>
                    </a:lnTo>
                    <a:lnTo>
                      <a:pt x="9895" y="186902"/>
                    </a:lnTo>
                    <a:lnTo>
                      <a:pt x="7640" y="188786"/>
                    </a:lnTo>
                    <a:lnTo>
                      <a:pt x="4544" y="193865"/>
                    </a:lnTo>
                    <a:lnTo>
                      <a:pt x="3870" y="196893"/>
                    </a:lnTo>
                    <a:lnTo>
                      <a:pt x="3063" y="204361"/>
                    </a:lnTo>
                    <a:lnTo>
                      <a:pt x="3500" y="212031"/>
                    </a:lnTo>
                    <a:lnTo>
                      <a:pt x="3365" y="218422"/>
                    </a:lnTo>
                    <a:lnTo>
                      <a:pt x="5014" y="222627"/>
                    </a:lnTo>
                    <a:lnTo>
                      <a:pt x="5452" y="226597"/>
                    </a:lnTo>
                    <a:lnTo>
                      <a:pt x="4510" y="230364"/>
                    </a:lnTo>
                    <a:lnTo>
                      <a:pt x="4375" y="233392"/>
                    </a:lnTo>
                    <a:lnTo>
                      <a:pt x="3736" y="237798"/>
                    </a:lnTo>
                    <a:lnTo>
                      <a:pt x="3870" y="243013"/>
                    </a:lnTo>
                    <a:lnTo>
                      <a:pt x="2625" y="249169"/>
                    </a:lnTo>
                    <a:lnTo>
                      <a:pt x="1885" y="252802"/>
                    </a:lnTo>
                    <a:lnTo>
                      <a:pt x="572" y="257747"/>
                    </a:lnTo>
                    <a:lnTo>
                      <a:pt x="0" y="263903"/>
                    </a:lnTo>
                    <a:lnTo>
                      <a:pt x="438" y="268478"/>
                    </a:lnTo>
                    <a:lnTo>
                      <a:pt x="7606" y="277830"/>
                    </a:lnTo>
                    <a:lnTo>
                      <a:pt x="13899" y="285062"/>
                    </a:lnTo>
                    <a:lnTo>
                      <a:pt x="16861" y="289133"/>
                    </a:lnTo>
                    <a:lnTo>
                      <a:pt x="18174" y="293035"/>
                    </a:lnTo>
                    <a:lnTo>
                      <a:pt x="23087" y="299830"/>
                    </a:lnTo>
                    <a:lnTo>
                      <a:pt x="24534" y="308004"/>
                    </a:lnTo>
                    <a:lnTo>
                      <a:pt x="27496" y="313656"/>
                    </a:lnTo>
                    <a:lnTo>
                      <a:pt x="30121" y="317424"/>
                    </a:lnTo>
                    <a:lnTo>
                      <a:pt x="37727" y="324387"/>
                    </a:lnTo>
                    <a:lnTo>
                      <a:pt x="43953" y="330106"/>
                    </a:lnTo>
                    <a:lnTo>
                      <a:pt x="47857" y="332864"/>
                    </a:lnTo>
                    <a:lnTo>
                      <a:pt x="52771" y="338583"/>
                    </a:lnTo>
                    <a:lnTo>
                      <a:pt x="58997" y="340837"/>
                    </a:lnTo>
                    <a:lnTo>
                      <a:pt x="65458" y="345984"/>
                    </a:lnTo>
                    <a:cubicBezTo>
                      <a:pt x="65458" y="345984"/>
                      <a:pt x="67915" y="349247"/>
                      <a:pt x="68117" y="349449"/>
                    </a:cubicBezTo>
                    <a:cubicBezTo>
                      <a:pt x="68285" y="349650"/>
                      <a:pt x="71785" y="356681"/>
                      <a:pt x="71785" y="356681"/>
                    </a:cubicBezTo>
                    <a:lnTo>
                      <a:pt x="74478" y="361895"/>
                    </a:lnTo>
                    <a:lnTo>
                      <a:pt x="78550" y="367177"/>
                    </a:lnTo>
                    <a:lnTo>
                      <a:pt x="80435" y="371011"/>
                    </a:lnTo>
                    <a:lnTo>
                      <a:pt x="81242" y="373703"/>
                    </a:lnTo>
                    <a:lnTo>
                      <a:pt x="81713" y="376966"/>
                    </a:lnTo>
                    <a:lnTo>
                      <a:pt x="81545" y="379590"/>
                    </a:lnTo>
                    <a:lnTo>
                      <a:pt x="81545" y="381608"/>
                    </a:lnTo>
                    <a:lnTo>
                      <a:pt x="81545" y="383492"/>
                    </a:lnTo>
                    <a:lnTo>
                      <a:pt x="81545" y="386822"/>
                    </a:lnTo>
                    <a:lnTo>
                      <a:pt x="82286" y="387999"/>
                    </a:lnTo>
                    <a:lnTo>
                      <a:pt x="82353" y="388807"/>
                    </a:lnTo>
                    <a:lnTo>
                      <a:pt x="82420" y="390623"/>
                    </a:lnTo>
                    <a:lnTo>
                      <a:pt x="83800" y="392373"/>
                    </a:lnTo>
                    <a:cubicBezTo>
                      <a:pt x="83800" y="392373"/>
                      <a:pt x="84238" y="392810"/>
                      <a:pt x="84473" y="392877"/>
                    </a:cubicBezTo>
                    <a:cubicBezTo>
                      <a:pt x="84675" y="392944"/>
                      <a:pt x="86156" y="393550"/>
                      <a:pt x="86358" y="393550"/>
                    </a:cubicBezTo>
                    <a:cubicBezTo>
                      <a:pt x="86560" y="393550"/>
                      <a:pt x="90430" y="394660"/>
                      <a:pt x="90430" y="394660"/>
                    </a:cubicBezTo>
                    <a:lnTo>
                      <a:pt x="92887" y="394660"/>
                    </a:lnTo>
                    <a:cubicBezTo>
                      <a:pt x="92887" y="394660"/>
                      <a:pt x="93325" y="394660"/>
                      <a:pt x="94637" y="394660"/>
                    </a:cubicBezTo>
                    <a:cubicBezTo>
                      <a:pt x="95949" y="394660"/>
                      <a:pt x="98103" y="394660"/>
                      <a:pt x="98103" y="394660"/>
                    </a:cubicBezTo>
                    <a:lnTo>
                      <a:pt x="99483" y="394357"/>
                    </a:lnTo>
                    <a:lnTo>
                      <a:pt x="99786" y="393281"/>
                    </a:lnTo>
                    <a:lnTo>
                      <a:pt x="100291" y="392137"/>
                    </a:lnTo>
                    <a:lnTo>
                      <a:pt x="100863" y="390119"/>
                    </a:lnTo>
                    <a:lnTo>
                      <a:pt x="100930" y="387865"/>
                    </a:lnTo>
                    <a:lnTo>
                      <a:pt x="101200" y="382146"/>
                    </a:lnTo>
                    <a:lnTo>
                      <a:pt x="100728" y="376697"/>
                    </a:lnTo>
                    <a:lnTo>
                      <a:pt x="100728" y="371213"/>
                    </a:lnTo>
                    <a:lnTo>
                      <a:pt x="100728" y="367950"/>
                    </a:lnTo>
                    <a:lnTo>
                      <a:pt x="100728" y="327751"/>
                    </a:lnTo>
                    <a:lnTo>
                      <a:pt x="102546" y="325060"/>
                    </a:lnTo>
                    <a:lnTo>
                      <a:pt x="103791" y="320855"/>
                    </a:lnTo>
                    <a:lnTo>
                      <a:pt x="107628" y="313454"/>
                    </a:lnTo>
                    <a:lnTo>
                      <a:pt x="112339" y="305549"/>
                    </a:lnTo>
                    <a:lnTo>
                      <a:pt x="114796" y="300032"/>
                    </a:lnTo>
                    <a:lnTo>
                      <a:pt x="118565" y="293304"/>
                    </a:lnTo>
                    <a:lnTo>
                      <a:pt x="124084" y="285062"/>
                    </a:lnTo>
                    <a:cubicBezTo>
                      <a:pt x="124084" y="285062"/>
                      <a:pt x="127046" y="279781"/>
                      <a:pt x="127181" y="279545"/>
                    </a:cubicBezTo>
                    <a:cubicBezTo>
                      <a:pt x="127316" y="279343"/>
                      <a:pt x="129066" y="276652"/>
                      <a:pt x="129066" y="276652"/>
                    </a:cubicBezTo>
                    <a:lnTo>
                      <a:pt x="132599" y="270294"/>
                    </a:lnTo>
                    <a:lnTo>
                      <a:pt x="134618" y="264004"/>
                    </a:lnTo>
                    <a:lnTo>
                      <a:pt x="137075" y="258588"/>
                    </a:lnTo>
                    <a:lnTo>
                      <a:pt x="139970" y="253071"/>
                    </a:lnTo>
                    <a:cubicBezTo>
                      <a:pt x="139970" y="253071"/>
                      <a:pt x="144277" y="246108"/>
                      <a:pt x="144513" y="245838"/>
                    </a:cubicBezTo>
                    <a:cubicBezTo>
                      <a:pt x="144715" y="245536"/>
                      <a:pt x="145927" y="241869"/>
                      <a:pt x="145927" y="240557"/>
                    </a:cubicBezTo>
                    <a:cubicBezTo>
                      <a:pt x="145927" y="239245"/>
                      <a:pt x="145927" y="232147"/>
                      <a:pt x="145927" y="232147"/>
                    </a:cubicBezTo>
                    <a:lnTo>
                      <a:pt x="148451" y="213376"/>
                    </a:lnTo>
                    <a:lnTo>
                      <a:pt x="148013" y="200559"/>
                    </a:lnTo>
                    <a:lnTo>
                      <a:pt x="149157" y="193159"/>
                    </a:lnTo>
                    <a:lnTo>
                      <a:pt x="151109" y="165709"/>
                    </a:lnTo>
                    <a:lnTo>
                      <a:pt x="152859" y="155213"/>
                    </a:lnTo>
                    <a:lnTo>
                      <a:pt x="154542" y="138831"/>
                    </a:lnTo>
                    <a:lnTo>
                      <a:pt x="156292" y="131867"/>
                    </a:lnTo>
                    <a:lnTo>
                      <a:pt x="159489" y="124063"/>
                    </a:lnTo>
                    <a:lnTo>
                      <a:pt x="162754" y="112995"/>
                    </a:lnTo>
                    <a:lnTo>
                      <a:pt x="165446" y="108286"/>
                    </a:lnTo>
                    <a:lnTo>
                      <a:pt x="166893" y="105023"/>
                    </a:lnTo>
                    <a:lnTo>
                      <a:pt x="170090" y="99304"/>
                    </a:lnTo>
                    <a:lnTo>
                      <a:pt x="171672" y="96108"/>
                    </a:lnTo>
                    <a:lnTo>
                      <a:pt x="172749" y="92542"/>
                    </a:lnTo>
                    <a:lnTo>
                      <a:pt x="174331" y="88405"/>
                    </a:lnTo>
                    <a:lnTo>
                      <a:pt x="174028" y="81879"/>
                    </a:lnTo>
                    <a:lnTo>
                      <a:pt x="173893" y="78548"/>
                    </a:lnTo>
                    <a:lnTo>
                      <a:pt x="173254" y="69197"/>
                    </a:lnTo>
                    <a:lnTo>
                      <a:pt x="171571" y="64420"/>
                    </a:lnTo>
                    <a:lnTo>
                      <a:pt x="170427" y="59004"/>
                    </a:lnTo>
                    <a:lnTo>
                      <a:pt x="169485" y="54799"/>
                    </a:lnTo>
                    <a:lnTo>
                      <a:pt x="169922" y="49719"/>
                    </a:lnTo>
                    <a:lnTo>
                      <a:pt x="170293" y="46759"/>
                    </a:lnTo>
                    <a:cubicBezTo>
                      <a:pt x="170293" y="46759"/>
                      <a:pt x="171874" y="42722"/>
                      <a:pt x="172110" y="42420"/>
                    </a:cubicBezTo>
                    <a:cubicBezTo>
                      <a:pt x="172345" y="42117"/>
                      <a:pt x="175509" y="37273"/>
                      <a:pt x="175509" y="37273"/>
                    </a:cubicBezTo>
                    <a:lnTo>
                      <a:pt x="178336" y="32294"/>
                    </a:lnTo>
                    <a:lnTo>
                      <a:pt x="179514" y="28022"/>
                    </a:lnTo>
                    <a:lnTo>
                      <a:pt x="178942" y="21731"/>
                    </a:lnTo>
                    <a:lnTo>
                      <a:pt x="176620" y="18266"/>
                    </a:lnTo>
                    <a:cubicBezTo>
                      <a:pt x="176620" y="18266"/>
                      <a:pt x="173523" y="15306"/>
                      <a:pt x="173220" y="15306"/>
                    </a:cubicBezTo>
                    <a:cubicBezTo>
                      <a:pt x="172917" y="15306"/>
                      <a:pt x="168744" y="14431"/>
                      <a:pt x="168744" y="14431"/>
                    </a:cubicBezTo>
                    <a:lnTo>
                      <a:pt x="166287" y="12682"/>
                    </a:lnTo>
                    <a:cubicBezTo>
                      <a:pt x="166287" y="12682"/>
                      <a:pt x="161946" y="11942"/>
                      <a:pt x="160634" y="12615"/>
                    </a:cubicBezTo>
                    <a:cubicBezTo>
                      <a:pt x="159321" y="13254"/>
                      <a:pt x="156427" y="14061"/>
                      <a:pt x="156427" y="14061"/>
                    </a:cubicBezTo>
                    <a:lnTo>
                      <a:pt x="154239" y="14768"/>
                    </a:lnTo>
                    <a:lnTo>
                      <a:pt x="151648" y="13624"/>
                    </a:lnTo>
                    <a:lnTo>
                      <a:pt x="150335" y="11942"/>
                    </a:lnTo>
                    <a:lnTo>
                      <a:pt x="146128" y="8746"/>
                    </a:lnTo>
                    <a:cubicBezTo>
                      <a:pt x="146128" y="8746"/>
                      <a:pt x="144311" y="7064"/>
                      <a:pt x="144177" y="6728"/>
                    </a:cubicBezTo>
                    <a:cubicBezTo>
                      <a:pt x="144042" y="6358"/>
                      <a:pt x="142359" y="3902"/>
                      <a:pt x="142359" y="3902"/>
                    </a:cubicBezTo>
                    <a:lnTo>
                      <a:pt x="140037" y="1312"/>
                    </a:lnTo>
                    <a:lnTo>
                      <a:pt x="138455" y="673"/>
                    </a:lnTo>
                    <a:lnTo>
                      <a:pt x="136335" y="0"/>
                    </a:lnTo>
                    <a:close/>
                  </a:path>
                </a:pathLst>
              </a:custGeom>
              <a:grpFill/>
              <a:ln w="6350" cap="flat">
                <a:solidFill>
                  <a:schemeClr val="bg1"/>
                </a:solidFill>
                <a:prstDash val="solid"/>
                <a:miter/>
              </a:ln>
            </p:spPr>
            <p:txBody>
              <a:bodyPr rtlCol="0" anchor="ctr"/>
              <a:lstStyle/>
              <a:p>
                <a:endParaRPr lang="en-US"/>
              </a:p>
            </p:txBody>
          </p:sp>
          <p:sp>
            <p:nvSpPr>
              <p:cNvPr id="199" name="Freeform 916">
                <a:extLst>
                  <a:ext uri="{FF2B5EF4-FFF2-40B4-BE49-F238E27FC236}">
                    <a16:creationId xmlns:a16="http://schemas.microsoft.com/office/drawing/2014/main" id="{09026C6B-88A4-B844-C592-4EA80F2DABE2}"/>
                  </a:ext>
                </a:extLst>
              </p:cNvPr>
              <p:cNvSpPr/>
              <p:nvPr/>
            </p:nvSpPr>
            <p:spPr>
              <a:xfrm>
                <a:off x="6399073" y="3562874"/>
                <a:ext cx="5216" cy="9015"/>
              </a:xfrm>
              <a:custGeom>
                <a:avLst/>
                <a:gdLst>
                  <a:gd name="connsiteX0" fmla="*/ 1414 w 5216"/>
                  <a:gd name="connsiteY0" fmla="*/ 9016 h 9015"/>
                  <a:gd name="connsiteX1" fmla="*/ 5216 w 5216"/>
                  <a:gd name="connsiteY1" fmla="*/ 7165 h 9015"/>
                  <a:gd name="connsiteX2" fmla="*/ 5216 w 5216"/>
                  <a:gd name="connsiteY2" fmla="*/ 4541 h 9015"/>
                  <a:gd name="connsiteX3" fmla="*/ 5216 w 5216"/>
                  <a:gd name="connsiteY3" fmla="*/ 1076 h 9015"/>
                  <a:gd name="connsiteX4" fmla="*/ 1414 w 5216"/>
                  <a:gd name="connsiteY4" fmla="*/ 0 h 9015"/>
                  <a:gd name="connsiteX5" fmla="*/ 0 w 5216"/>
                  <a:gd name="connsiteY5" fmla="*/ 2927 h 9015"/>
                  <a:gd name="connsiteX6" fmla="*/ 0 w 5216"/>
                  <a:gd name="connsiteY6" fmla="*/ 4541 h 9015"/>
                  <a:gd name="connsiteX7" fmla="*/ 0 w 5216"/>
                  <a:gd name="connsiteY7" fmla="*/ 6291 h 9015"/>
                  <a:gd name="connsiteX8" fmla="*/ 0 w 5216"/>
                  <a:gd name="connsiteY8" fmla="*/ 8006 h 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6" h="9015">
                    <a:moveTo>
                      <a:pt x="1414" y="9016"/>
                    </a:moveTo>
                    <a:lnTo>
                      <a:pt x="5216" y="7165"/>
                    </a:lnTo>
                    <a:lnTo>
                      <a:pt x="5216" y="4541"/>
                    </a:lnTo>
                    <a:lnTo>
                      <a:pt x="5216" y="1076"/>
                    </a:lnTo>
                    <a:lnTo>
                      <a:pt x="1414" y="0"/>
                    </a:lnTo>
                    <a:lnTo>
                      <a:pt x="0" y="2927"/>
                    </a:lnTo>
                    <a:lnTo>
                      <a:pt x="0" y="4541"/>
                    </a:lnTo>
                    <a:lnTo>
                      <a:pt x="0" y="6291"/>
                    </a:lnTo>
                    <a:lnTo>
                      <a:pt x="0" y="8006"/>
                    </a:lnTo>
                    <a:close/>
                  </a:path>
                </a:pathLst>
              </a:custGeom>
              <a:grpFill/>
              <a:ln w="6350" cap="flat">
                <a:solidFill>
                  <a:schemeClr val="bg1"/>
                </a:solidFill>
                <a:prstDash val="solid"/>
                <a:miter/>
              </a:ln>
            </p:spPr>
            <p:txBody>
              <a:bodyPr rtlCol="0" anchor="ctr"/>
              <a:lstStyle/>
              <a:p>
                <a:endParaRPr lang="en-US"/>
              </a:p>
            </p:txBody>
          </p:sp>
          <p:sp>
            <p:nvSpPr>
              <p:cNvPr id="200" name="Freeform 917">
                <a:extLst>
                  <a:ext uri="{FF2B5EF4-FFF2-40B4-BE49-F238E27FC236}">
                    <a16:creationId xmlns:a16="http://schemas.microsoft.com/office/drawing/2014/main" id="{BD43F526-C94F-BBF5-75E7-C40D708EC11F}"/>
                  </a:ext>
                </a:extLst>
              </p:cNvPr>
              <p:cNvSpPr/>
              <p:nvPr/>
            </p:nvSpPr>
            <p:spPr>
              <a:xfrm>
                <a:off x="6390357" y="3588238"/>
                <a:ext cx="3499" cy="4372"/>
              </a:xfrm>
              <a:custGeom>
                <a:avLst/>
                <a:gdLst>
                  <a:gd name="connsiteX0" fmla="*/ 1312 w 3499"/>
                  <a:gd name="connsiteY0" fmla="*/ 0 h 4372"/>
                  <a:gd name="connsiteX1" fmla="*/ 0 w 3499"/>
                  <a:gd name="connsiteY1" fmla="*/ 807 h 4372"/>
                  <a:gd name="connsiteX2" fmla="*/ 0 w 3499"/>
                  <a:gd name="connsiteY2" fmla="*/ 4373 h 4372"/>
                  <a:gd name="connsiteX3" fmla="*/ 2625 w 3499"/>
                  <a:gd name="connsiteY3" fmla="*/ 4373 h 4372"/>
                  <a:gd name="connsiteX4" fmla="*/ 3500 w 3499"/>
                  <a:gd name="connsiteY4" fmla="*/ 2186 h 4372"/>
                  <a:gd name="connsiteX5" fmla="*/ 3500 w 3499"/>
                  <a:gd name="connsiteY5" fmla="*/ 34 h 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 h="4372">
                    <a:moveTo>
                      <a:pt x="1312" y="0"/>
                    </a:moveTo>
                    <a:lnTo>
                      <a:pt x="0" y="807"/>
                    </a:lnTo>
                    <a:lnTo>
                      <a:pt x="0" y="4373"/>
                    </a:lnTo>
                    <a:lnTo>
                      <a:pt x="2625" y="4373"/>
                    </a:lnTo>
                    <a:lnTo>
                      <a:pt x="3500" y="2186"/>
                    </a:lnTo>
                    <a:lnTo>
                      <a:pt x="3500" y="34"/>
                    </a:lnTo>
                    <a:close/>
                  </a:path>
                </a:pathLst>
              </a:custGeom>
              <a:grpFill/>
              <a:ln w="6350" cap="flat">
                <a:solidFill>
                  <a:schemeClr val="bg1"/>
                </a:solidFill>
                <a:prstDash val="solid"/>
                <a:miter/>
              </a:ln>
            </p:spPr>
            <p:txBody>
              <a:bodyPr rtlCol="0" anchor="ctr"/>
              <a:lstStyle/>
              <a:p>
                <a:endParaRPr lang="en-US"/>
              </a:p>
            </p:txBody>
          </p:sp>
          <p:sp>
            <p:nvSpPr>
              <p:cNvPr id="201" name="Freeform 918">
                <a:extLst>
                  <a:ext uri="{FF2B5EF4-FFF2-40B4-BE49-F238E27FC236}">
                    <a16:creationId xmlns:a16="http://schemas.microsoft.com/office/drawing/2014/main" id="{6C885457-091F-A622-E8D7-406E7E8AC8C3}"/>
                  </a:ext>
                </a:extLst>
              </p:cNvPr>
              <p:cNvSpPr/>
              <p:nvPr/>
            </p:nvSpPr>
            <p:spPr>
              <a:xfrm>
                <a:off x="6410213" y="3629178"/>
                <a:ext cx="9692" cy="12480"/>
              </a:xfrm>
              <a:custGeom>
                <a:avLst/>
                <a:gdLst>
                  <a:gd name="connsiteX0" fmla="*/ 371 w 9692"/>
                  <a:gd name="connsiteY0" fmla="*/ 2624 h 12480"/>
                  <a:gd name="connsiteX1" fmla="*/ 0 w 9692"/>
                  <a:gd name="connsiteY1" fmla="*/ 4777 h 12480"/>
                  <a:gd name="connsiteX2" fmla="*/ 606 w 9692"/>
                  <a:gd name="connsiteY2" fmla="*/ 6997 h 12480"/>
                  <a:gd name="connsiteX3" fmla="*/ 1178 w 9692"/>
                  <a:gd name="connsiteY3" fmla="*/ 8545 h 12480"/>
                  <a:gd name="connsiteX4" fmla="*/ 2490 w 9692"/>
                  <a:gd name="connsiteY4" fmla="*/ 9655 h 12480"/>
                  <a:gd name="connsiteX5" fmla="*/ 5318 w 9692"/>
                  <a:gd name="connsiteY5" fmla="*/ 10967 h 12480"/>
                  <a:gd name="connsiteX6" fmla="*/ 7606 w 9692"/>
                  <a:gd name="connsiteY6" fmla="*/ 12481 h 12480"/>
                  <a:gd name="connsiteX7" fmla="*/ 7943 w 9692"/>
                  <a:gd name="connsiteY7" fmla="*/ 11303 h 12480"/>
                  <a:gd name="connsiteX8" fmla="*/ 7943 w 9692"/>
                  <a:gd name="connsiteY8" fmla="*/ 9554 h 12480"/>
                  <a:gd name="connsiteX9" fmla="*/ 9693 w 9692"/>
                  <a:gd name="connsiteY9" fmla="*/ 5652 h 12480"/>
                  <a:gd name="connsiteX10" fmla="*/ 9693 w 9692"/>
                  <a:gd name="connsiteY10" fmla="*/ 2624 h 12480"/>
                  <a:gd name="connsiteX11" fmla="*/ 9154 w 9692"/>
                  <a:gd name="connsiteY11" fmla="*/ 1144 h 12480"/>
                  <a:gd name="connsiteX12" fmla="*/ 6967 w 9692"/>
                  <a:gd name="connsiteY12" fmla="*/ 0 h 12480"/>
                  <a:gd name="connsiteX13" fmla="*/ 3601 w 9692"/>
                  <a:gd name="connsiteY13" fmla="*/ 0 h 12480"/>
                  <a:gd name="connsiteX14" fmla="*/ 2726 w 9692"/>
                  <a:gd name="connsiteY14" fmla="*/ 1077 h 12480"/>
                  <a:gd name="connsiteX15" fmla="*/ 976 w 9692"/>
                  <a:gd name="connsiteY15" fmla="*/ 1850 h 12480"/>
                  <a:gd name="connsiteX16" fmla="*/ 371 w 9692"/>
                  <a:gd name="connsiteY16" fmla="*/ 262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2" h="12480">
                    <a:moveTo>
                      <a:pt x="371" y="2624"/>
                    </a:moveTo>
                    <a:lnTo>
                      <a:pt x="0" y="4777"/>
                    </a:lnTo>
                    <a:lnTo>
                      <a:pt x="606" y="6997"/>
                    </a:lnTo>
                    <a:lnTo>
                      <a:pt x="1178" y="8545"/>
                    </a:lnTo>
                    <a:lnTo>
                      <a:pt x="2490" y="9655"/>
                    </a:lnTo>
                    <a:lnTo>
                      <a:pt x="5318" y="10967"/>
                    </a:lnTo>
                    <a:lnTo>
                      <a:pt x="7606" y="12481"/>
                    </a:lnTo>
                    <a:cubicBezTo>
                      <a:pt x="7606" y="12481"/>
                      <a:pt x="7943" y="11740"/>
                      <a:pt x="7943" y="11303"/>
                    </a:cubicBezTo>
                    <a:cubicBezTo>
                      <a:pt x="7943" y="10866"/>
                      <a:pt x="7943" y="9554"/>
                      <a:pt x="7943" y="9554"/>
                    </a:cubicBezTo>
                    <a:lnTo>
                      <a:pt x="9693" y="5652"/>
                    </a:lnTo>
                    <a:lnTo>
                      <a:pt x="9693" y="2624"/>
                    </a:lnTo>
                    <a:lnTo>
                      <a:pt x="9154" y="1144"/>
                    </a:lnTo>
                    <a:lnTo>
                      <a:pt x="6967" y="0"/>
                    </a:lnTo>
                    <a:lnTo>
                      <a:pt x="3601" y="0"/>
                    </a:lnTo>
                    <a:lnTo>
                      <a:pt x="2726" y="1077"/>
                    </a:lnTo>
                    <a:lnTo>
                      <a:pt x="976" y="1850"/>
                    </a:lnTo>
                    <a:lnTo>
                      <a:pt x="371" y="2624"/>
                    </a:lnTo>
                    <a:close/>
                  </a:path>
                </a:pathLst>
              </a:custGeom>
              <a:grpFill/>
              <a:ln w="6350" cap="flat">
                <a:solidFill>
                  <a:schemeClr val="bg1"/>
                </a:solidFill>
                <a:prstDash val="solid"/>
                <a:miter/>
              </a:ln>
            </p:spPr>
            <p:txBody>
              <a:bodyPr rtlCol="0" anchor="ctr"/>
              <a:lstStyle/>
              <a:p>
                <a:endParaRPr lang="en-US"/>
              </a:p>
            </p:txBody>
          </p:sp>
          <p:sp>
            <p:nvSpPr>
              <p:cNvPr id="202" name="Freeform 919">
                <a:extLst>
                  <a:ext uri="{FF2B5EF4-FFF2-40B4-BE49-F238E27FC236}">
                    <a16:creationId xmlns:a16="http://schemas.microsoft.com/office/drawing/2014/main" id="{6AF3F521-E455-CCF1-BA84-C42F029BC33C}"/>
                  </a:ext>
                </a:extLst>
              </p:cNvPr>
              <p:cNvSpPr/>
              <p:nvPr/>
            </p:nvSpPr>
            <p:spPr>
              <a:xfrm>
                <a:off x="6343913" y="3678359"/>
                <a:ext cx="3197" cy="3128"/>
              </a:xfrm>
              <a:custGeom>
                <a:avLst/>
                <a:gdLst>
                  <a:gd name="connsiteX0" fmla="*/ 0 w 3197"/>
                  <a:gd name="connsiteY0" fmla="*/ 1985 h 3128"/>
                  <a:gd name="connsiteX1" fmla="*/ 942 w 3197"/>
                  <a:gd name="connsiteY1" fmla="*/ 3129 h 3128"/>
                  <a:gd name="connsiteX2" fmla="*/ 2322 w 3197"/>
                  <a:gd name="connsiteY2" fmla="*/ 2557 h 3128"/>
                  <a:gd name="connsiteX3" fmla="*/ 3197 w 3197"/>
                  <a:gd name="connsiteY3" fmla="*/ 505 h 3128"/>
                  <a:gd name="connsiteX4" fmla="*/ 1615 w 3197"/>
                  <a:gd name="connsiteY4" fmla="*/ 0 h 3128"/>
                  <a:gd name="connsiteX5" fmla="*/ 808 w 3197"/>
                  <a:gd name="connsiteY5" fmla="*/ 1110 h 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 h="3128">
                    <a:moveTo>
                      <a:pt x="0" y="1985"/>
                    </a:moveTo>
                    <a:lnTo>
                      <a:pt x="942" y="3129"/>
                    </a:lnTo>
                    <a:lnTo>
                      <a:pt x="2322" y="2557"/>
                    </a:lnTo>
                    <a:lnTo>
                      <a:pt x="3197" y="505"/>
                    </a:lnTo>
                    <a:lnTo>
                      <a:pt x="1615" y="0"/>
                    </a:lnTo>
                    <a:lnTo>
                      <a:pt x="808" y="1110"/>
                    </a:lnTo>
                    <a:close/>
                  </a:path>
                </a:pathLst>
              </a:custGeom>
              <a:grpFill/>
              <a:ln w="6350" cap="flat">
                <a:solidFill>
                  <a:schemeClr val="bg1"/>
                </a:solidFill>
                <a:prstDash val="solid"/>
                <a:miter/>
              </a:ln>
            </p:spPr>
            <p:txBody>
              <a:bodyPr rtlCol="0" anchor="ctr"/>
              <a:lstStyle/>
              <a:p>
                <a:endParaRPr lang="en-US"/>
              </a:p>
            </p:txBody>
          </p:sp>
          <p:sp>
            <p:nvSpPr>
              <p:cNvPr id="203" name="Freeform 920">
                <a:extLst>
                  <a:ext uri="{FF2B5EF4-FFF2-40B4-BE49-F238E27FC236}">
                    <a16:creationId xmlns:a16="http://schemas.microsoft.com/office/drawing/2014/main" id="{BF7AB33D-E8D7-1147-3EDF-DA6273789EB3}"/>
                  </a:ext>
                </a:extLst>
              </p:cNvPr>
              <p:cNvSpPr/>
              <p:nvPr/>
            </p:nvSpPr>
            <p:spPr>
              <a:xfrm>
                <a:off x="6167900" y="3531690"/>
                <a:ext cx="3668" cy="4103"/>
              </a:xfrm>
              <a:custGeom>
                <a:avLst/>
                <a:gdLst>
                  <a:gd name="connsiteX0" fmla="*/ 0 w 3668"/>
                  <a:gd name="connsiteY0" fmla="*/ 1951 h 4103"/>
                  <a:gd name="connsiteX1" fmla="*/ 1716 w 3668"/>
                  <a:gd name="connsiteY1" fmla="*/ 4104 h 4103"/>
                  <a:gd name="connsiteX2" fmla="*/ 3669 w 3668"/>
                  <a:gd name="connsiteY2" fmla="*/ 1951 h 4103"/>
                  <a:gd name="connsiteX3" fmla="*/ 2928 w 3668"/>
                  <a:gd name="connsiteY3" fmla="*/ 0 h 4103"/>
                </a:gdLst>
                <a:ahLst/>
                <a:cxnLst>
                  <a:cxn ang="0">
                    <a:pos x="connsiteX0" y="connsiteY0"/>
                  </a:cxn>
                  <a:cxn ang="0">
                    <a:pos x="connsiteX1" y="connsiteY1"/>
                  </a:cxn>
                  <a:cxn ang="0">
                    <a:pos x="connsiteX2" y="connsiteY2"/>
                  </a:cxn>
                  <a:cxn ang="0">
                    <a:pos x="connsiteX3" y="connsiteY3"/>
                  </a:cxn>
                </a:cxnLst>
                <a:rect l="l" t="t" r="r" b="b"/>
                <a:pathLst>
                  <a:path w="3668" h="4103">
                    <a:moveTo>
                      <a:pt x="0" y="1951"/>
                    </a:moveTo>
                    <a:lnTo>
                      <a:pt x="1716" y="4104"/>
                    </a:lnTo>
                    <a:lnTo>
                      <a:pt x="3669" y="1951"/>
                    </a:lnTo>
                    <a:lnTo>
                      <a:pt x="2928" y="0"/>
                    </a:lnTo>
                    <a:close/>
                  </a:path>
                </a:pathLst>
              </a:custGeom>
              <a:grpFill/>
              <a:ln w="6350" cap="flat">
                <a:solidFill>
                  <a:schemeClr val="bg1"/>
                </a:solidFill>
                <a:prstDash val="solid"/>
                <a:miter/>
              </a:ln>
            </p:spPr>
            <p:txBody>
              <a:bodyPr rtlCol="0" anchor="ctr"/>
              <a:lstStyle/>
              <a:p>
                <a:endParaRPr lang="en-US"/>
              </a:p>
            </p:txBody>
          </p:sp>
          <p:sp>
            <p:nvSpPr>
              <p:cNvPr id="204" name="Freeform 921">
                <a:extLst>
                  <a:ext uri="{FF2B5EF4-FFF2-40B4-BE49-F238E27FC236}">
                    <a16:creationId xmlns:a16="http://schemas.microsoft.com/office/drawing/2014/main" id="{B63023ED-79CB-C1D7-6EBF-C52E725605EB}"/>
                  </a:ext>
                </a:extLst>
              </p:cNvPr>
              <p:cNvSpPr/>
              <p:nvPr/>
            </p:nvSpPr>
            <p:spPr>
              <a:xfrm>
                <a:off x="6176482" y="3509993"/>
                <a:ext cx="5553" cy="6155"/>
              </a:xfrm>
              <a:custGeom>
                <a:avLst/>
                <a:gdLst>
                  <a:gd name="connsiteX0" fmla="*/ 0 w 5553"/>
                  <a:gd name="connsiteY0" fmla="*/ 3768 h 6155"/>
                  <a:gd name="connsiteX1" fmla="*/ 1043 w 5553"/>
                  <a:gd name="connsiteY1" fmla="*/ 5281 h 6155"/>
                  <a:gd name="connsiteX2" fmla="*/ 2759 w 5553"/>
                  <a:gd name="connsiteY2" fmla="*/ 6156 h 6155"/>
                  <a:gd name="connsiteX3" fmla="*/ 4342 w 5553"/>
                  <a:gd name="connsiteY3" fmla="*/ 6156 h 6155"/>
                  <a:gd name="connsiteX4" fmla="*/ 5553 w 5553"/>
                  <a:gd name="connsiteY4" fmla="*/ 3431 h 6155"/>
                  <a:gd name="connsiteX5" fmla="*/ 4712 w 5553"/>
                  <a:gd name="connsiteY5" fmla="*/ 1009 h 6155"/>
                  <a:gd name="connsiteX6" fmla="*/ 2861 w 5553"/>
                  <a:gd name="connsiteY6" fmla="*/ 0 h 6155"/>
                  <a:gd name="connsiteX7" fmla="*/ 673 w 5553"/>
                  <a:gd name="connsiteY7" fmla="*/ 875 h 6155"/>
                  <a:gd name="connsiteX8" fmla="*/ 0 w 5553"/>
                  <a:gd name="connsiteY8" fmla="*/ 2657 h 6155"/>
                  <a:gd name="connsiteX9" fmla="*/ 0 w 5553"/>
                  <a:gd name="connsiteY9" fmla="*/ 3768 h 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3" h="6155">
                    <a:moveTo>
                      <a:pt x="0" y="3768"/>
                    </a:moveTo>
                    <a:lnTo>
                      <a:pt x="1043" y="5281"/>
                    </a:lnTo>
                    <a:lnTo>
                      <a:pt x="2759" y="6156"/>
                    </a:lnTo>
                    <a:lnTo>
                      <a:pt x="4342" y="6156"/>
                    </a:lnTo>
                    <a:cubicBezTo>
                      <a:pt x="4342" y="6156"/>
                      <a:pt x="5553" y="3599"/>
                      <a:pt x="5553" y="3431"/>
                    </a:cubicBezTo>
                    <a:cubicBezTo>
                      <a:pt x="5553" y="3297"/>
                      <a:pt x="4813" y="1043"/>
                      <a:pt x="4712" y="1009"/>
                    </a:cubicBezTo>
                    <a:cubicBezTo>
                      <a:pt x="4611" y="975"/>
                      <a:pt x="2861" y="0"/>
                      <a:pt x="2861" y="0"/>
                    </a:cubicBezTo>
                    <a:lnTo>
                      <a:pt x="673" y="875"/>
                    </a:lnTo>
                    <a:lnTo>
                      <a:pt x="0" y="2657"/>
                    </a:lnTo>
                    <a:lnTo>
                      <a:pt x="0" y="3768"/>
                    </a:lnTo>
                    <a:close/>
                  </a:path>
                </a:pathLst>
              </a:custGeom>
              <a:grpFill/>
              <a:ln w="6350" cap="flat">
                <a:solidFill>
                  <a:schemeClr val="bg1"/>
                </a:solidFill>
                <a:prstDash val="solid"/>
                <a:miter/>
              </a:ln>
            </p:spPr>
            <p:txBody>
              <a:bodyPr rtlCol="0" anchor="ctr"/>
              <a:lstStyle/>
              <a:p>
                <a:endParaRPr lang="en-US"/>
              </a:p>
            </p:txBody>
          </p:sp>
          <p:sp>
            <p:nvSpPr>
              <p:cNvPr id="205" name="Freeform 922">
                <a:extLst>
                  <a:ext uri="{FF2B5EF4-FFF2-40B4-BE49-F238E27FC236}">
                    <a16:creationId xmlns:a16="http://schemas.microsoft.com/office/drawing/2014/main" id="{69A01DAA-78D0-2C7C-EECF-673D90F799FC}"/>
                  </a:ext>
                </a:extLst>
              </p:cNvPr>
              <p:cNvSpPr/>
              <p:nvPr/>
            </p:nvSpPr>
            <p:spPr>
              <a:xfrm>
                <a:off x="6171345" y="3477343"/>
                <a:ext cx="21604" cy="21248"/>
              </a:xfrm>
              <a:custGeom>
                <a:avLst/>
                <a:gdLst>
                  <a:gd name="connsiteX0" fmla="*/ 10185 w 21604"/>
                  <a:gd name="connsiteY0" fmla="*/ 13812 h 21248"/>
                  <a:gd name="connsiteX1" fmla="*/ 8906 w 21604"/>
                  <a:gd name="connsiteY1" fmla="*/ 17108 h 21248"/>
                  <a:gd name="connsiteX2" fmla="*/ 9478 w 21604"/>
                  <a:gd name="connsiteY2" fmla="*/ 19967 h 21248"/>
                  <a:gd name="connsiteX3" fmla="*/ 15166 w 21604"/>
                  <a:gd name="connsiteY3" fmla="*/ 21010 h 21248"/>
                  <a:gd name="connsiteX4" fmla="*/ 19507 w 21604"/>
                  <a:gd name="connsiteY4" fmla="*/ 15695 h 21248"/>
                  <a:gd name="connsiteX5" fmla="*/ 19507 w 21604"/>
                  <a:gd name="connsiteY5" fmla="*/ 11625 h 21248"/>
                  <a:gd name="connsiteX6" fmla="*/ 19945 w 21604"/>
                  <a:gd name="connsiteY6" fmla="*/ 9438 h 21248"/>
                  <a:gd name="connsiteX7" fmla="*/ 21526 w 21604"/>
                  <a:gd name="connsiteY7" fmla="*/ 4729 h 21248"/>
                  <a:gd name="connsiteX8" fmla="*/ 21526 w 21604"/>
                  <a:gd name="connsiteY8" fmla="*/ 1836 h 21248"/>
                  <a:gd name="connsiteX9" fmla="*/ 17387 w 21604"/>
                  <a:gd name="connsiteY9" fmla="*/ 826 h 21248"/>
                  <a:gd name="connsiteX10" fmla="*/ 13819 w 21604"/>
                  <a:gd name="connsiteY10" fmla="*/ 86 h 21248"/>
                  <a:gd name="connsiteX11" fmla="*/ 7896 w 21604"/>
                  <a:gd name="connsiteY11" fmla="*/ 2609 h 21248"/>
                  <a:gd name="connsiteX12" fmla="*/ 6281 w 21604"/>
                  <a:gd name="connsiteY12" fmla="*/ 3686 h 21248"/>
                  <a:gd name="connsiteX13" fmla="*/ 5541 w 21604"/>
                  <a:gd name="connsiteY13" fmla="*/ 4830 h 21248"/>
                  <a:gd name="connsiteX14" fmla="*/ 1569 w 21604"/>
                  <a:gd name="connsiteY14" fmla="*/ 4830 h 21248"/>
                  <a:gd name="connsiteX15" fmla="*/ 761 w 21604"/>
                  <a:gd name="connsiteY15" fmla="*/ 5704 h 21248"/>
                  <a:gd name="connsiteX16" fmla="*/ 55 w 21604"/>
                  <a:gd name="connsiteY16" fmla="*/ 8025 h 21248"/>
                  <a:gd name="connsiteX17" fmla="*/ 324 w 21604"/>
                  <a:gd name="connsiteY17" fmla="*/ 11725 h 21248"/>
                  <a:gd name="connsiteX18" fmla="*/ 2344 w 21604"/>
                  <a:gd name="connsiteY18" fmla="*/ 12870 h 21248"/>
                  <a:gd name="connsiteX19" fmla="*/ 5810 w 21604"/>
                  <a:gd name="connsiteY19" fmla="*/ 11120 h 21248"/>
                  <a:gd name="connsiteX20" fmla="*/ 7863 w 21604"/>
                  <a:gd name="connsiteY20" fmla="*/ 9977 h 21248"/>
                  <a:gd name="connsiteX21" fmla="*/ 9445 w 21604"/>
                  <a:gd name="connsiteY21" fmla="*/ 10548 h 21248"/>
                  <a:gd name="connsiteX22" fmla="*/ 10320 w 21604"/>
                  <a:gd name="connsiteY22" fmla="*/ 11558 h 21248"/>
                  <a:gd name="connsiteX23" fmla="*/ 10320 w 21604"/>
                  <a:gd name="connsiteY23" fmla="*/ 13508 h 21248"/>
                  <a:gd name="connsiteX24" fmla="*/ 10185 w 21604"/>
                  <a:gd name="connsiteY24" fmla="*/ 13812 h 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604" h="21248">
                    <a:moveTo>
                      <a:pt x="10185" y="13812"/>
                    </a:moveTo>
                    <a:lnTo>
                      <a:pt x="8906" y="17108"/>
                    </a:lnTo>
                    <a:cubicBezTo>
                      <a:pt x="8906" y="17108"/>
                      <a:pt x="7829" y="18285"/>
                      <a:pt x="9478" y="19967"/>
                    </a:cubicBezTo>
                    <a:cubicBezTo>
                      <a:pt x="11127" y="21616"/>
                      <a:pt x="14863" y="21313"/>
                      <a:pt x="15166" y="21010"/>
                    </a:cubicBezTo>
                    <a:cubicBezTo>
                      <a:pt x="15435" y="20707"/>
                      <a:pt x="19507" y="15695"/>
                      <a:pt x="19507" y="15695"/>
                    </a:cubicBezTo>
                    <a:cubicBezTo>
                      <a:pt x="19507" y="15695"/>
                      <a:pt x="19205" y="12196"/>
                      <a:pt x="19507" y="11625"/>
                    </a:cubicBezTo>
                    <a:cubicBezTo>
                      <a:pt x="19776" y="11053"/>
                      <a:pt x="19945" y="9438"/>
                      <a:pt x="19945" y="9438"/>
                    </a:cubicBezTo>
                    <a:cubicBezTo>
                      <a:pt x="19945" y="9438"/>
                      <a:pt x="21459" y="5031"/>
                      <a:pt x="21526" y="4729"/>
                    </a:cubicBezTo>
                    <a:cubicBezTo>
                      <a:pt x="21594" y="4426"/>
                      <a:pt x="21661" y="1970"/>
                      <a:pt x="21526" y="1836"/>
                    </a:cubicBezTo>
                    <a:cubicBezTo>
                      <a:pt x="21392" y="1701"/>
                      <a:pt x="17690" y="826"/>
                      <a:pt x="17387" y="826"/>
                    </a:cubicBezTo>
                    <a:cubicBezTo>
                      <a:pt x="17084" y="826"/>
                      <a:pt x="14863" y="-317"/>
                      <a:pt x="13819" y="86"/>
                    </a:cubicBezTo>
                    <a:cubicBezTo>
                      <a:pt x="12810" y="524"/>
                      <a:pt x="8367" y="2273"/>
                      <a:pt x="7896" y="2609"/>
                    </a:cubicBezTo>
                    <a:cubicBezTo>
                      <a:pt x="7459" y="2979"/>
                      <a:pt x="6281" y="3686"/>
                      <a:pt x="6281" y="3686"/>
                    </a:cubicBezTo>
                    <a:cubicBezTo>
                      <a:pt x="6281" y="3686"/>
                      <a:pt x="6147" y="4561"/>
                      <a:pt x="5541" y="4830"/>
                    </a:cubicBezTo>
                    <a:cubicBezTo>
                      <a:pt x="4968" y="5132"/>
                      <a:pt x="1569" y="4830"/>
                      <a:pt x="1569" y="4830"/>
                    </a:cubicBezTo>
                    <a:cubicBezTo>
                      <a:pt x="1569" y="4830"/>
                      <a:pt x="1065" y="5402"/>
                      <a:pt x="761" y="5704"/>
                    </a:cubicBezTo>
                    <a:cubicBezTo>
                      <a:pt x="459" y="6007"/>
                      <a:pt x="55" y="8025"/>
                      <a:pt x="55" y="8025"/>
                    </a:cubicBezTo>
                    <a:cubicBezTo>
                      <a:pt x="55" y="8025"/>
                      <a:pt x="-181" y="11490"/>
                      <a:pt x="324" y="11725"/>
                    </a:cubicBezTo>
                    <a:cubicBezTo>
                      <a:pt x="829" y="11928"/>
                      <a:pt x="1637" y="13105"/>
                      <a:pt x="2344" y="12870"/>
                    </a:cubicBezTo>
                    <a:cubicBezTo>
                      <a:pt x="3050" y="12667"/>
                      <a:pt x="4968" y="11725"/>
                      <a:pt x="5810" y="11120"/>
                    </a:cubicBezTo>
                    <a:cubicBezTo>
                      <a:pt x="6685" y="10548"/>
                      <a:pt x="7425" y="9876"/>
                      <a:pt x="7863" y="9977"/>
                    </a:cubicBezTo>
                    <a:cubicBezTo>
                      <a:pt x="8267" y="10043"/>
                      <a:pt x="9445" y="10548"/>
                      <a:pt x="9445" y="10548"/>
                    </a:cubicBezTo>
                    <a:lnTo>
                      <a:pt x="10320" y="11558"/>
                    </a:lnTo>
                    <a:lnTo>
                      <a:pt x="10320" y="13508"/>
                    </a:lnTo>
                    <a:lnTo>
                      <a:pt x="10185" y="13812"/>
                    </a:lnTo>
                    <a:close/>
                  </a:path>
                </a:pathLst>
              </a:custGeom>
              <a:grpFill/>
              <a:ln w="6350" cap="flat">
                <a:solidFill>
                  <a:schemeClr val="bg1"/>
                </a:solidFill>
                <a:prstDash val="solid"/>
                <a:miter/>
              </a:ln>
            </p:spPr>
            <p:txBody>
              <a:bodyPr rtlCol="0" anchor="ctr"/>
              <a:lstStyle/>
              <a:p>
                <a:endParaRPr lang="en-US"/>
              </a:p>
            </p:txBody>
          </p:sp>
        </p:grpSp>
      </p:grpSp>
      <p:sp>
        <p:nvSpPr>
          <p:cNvPr id="253" name="椭圆 252">
            <a:extLst>
              <a:ext uri="{FF2B5EF4-FFF2-40B4-BE49-F238E27FC236}">
                <a16:creationId xmlns:a16="http://schemas.microsoft.com/office/drawing/2014/main" id="{591C1824-9E70-0FC8-FB4C-984974A0EFB1}"/>
              </a:ext>
            </a:extLst>
          </p:cNvPr>
          <p:cNvSpPr/>
          <p:nvPr/>
        </p:nvSpPr>
        <p:spPr>
          <a:xfrm rot="3206318">
            <a:off x="4347712" y="4462604"/>
            <a:ext cx="1239544" cy="654930"/>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6" name="文本框 255">
            <a:extLst>
              <a:ext uri="{FF2B5EF4-FFF2-40B4-BE49-F238E27FC236}">
                <a16:creationId xmlns:a16="http://schemas.microsoft.com/office/drawing/2014/main" id="{9E1DEBC8-A9C4-C564-DDD3-2C921F319680}"/>
              </a:ext>
            </a:extLst>
          </p:cNvPr>
          <p:cNvSpPr txBox="1"/>
          <p:nvPr/>
        </p:nvSpPr>
        <p:spPr>
          <a:xfrm>
            <a:off x="5218768" y="5337213"/>
            <a:ext cx="1708422" cy="246221"/>
          </a:xfrm>
          <a:prstGeom prst="rect">
            <a:avLst/>
          </a:prstGeom>
          <a:noFill/>
        </p:spPr>
        <p:txBody>
          <a:bodyPr wrap="square" rtlCol="0">
            <a:spAutoFit/>
          </a:bodyPr>
          <a:lstStyle/>
          <a:p>
            <a:pPr algn="l"/>
            <a:r>
              <a:rPr kumimoji="1" lang="en" altLang="zh-CN" sz="10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58" name="文本框 257">
            <a:extLst>
              <a:ext uri="{FF2B5EF4-FFF2-40B4-BE49-F238E27FC236}">
                <a16:creationId xmlns:a16="http://schemas.microsoft.com/office/drawing/2014/main" id="{AE6DF13F-B5C1-01C5-3144-03FC5F56948F}"/>
              </a:ext>
            </a:extLst>
          </p:cNvPr>
          <p:cNvSpPr txBox="1"/>
          <p:nvPr/>
        </p:nvSpPr>
        <p:spPr>
          <a:xfrm>
            <a:off x="5192096" y="5541827"/>
            <a:ext cx="1708422" cy="246221"/>
          </a:xfrm>
          <a:prstGeom prst="rect">
            <a:avLst/>
          </a:prstGeom>
          <a:noFill/>
        </p:spPr>
        <p:txBody>
          <a:bodyPr wrap="square" rtlCol="0">
            <a:spAutoFit/>
          </a:bodyPr>
          <a:lstStyle/>
          <a:p>
            <a:pPr algn="l"/>
            <a:r>
              <a:rPr kumimoji="1" lang="en" altLang="zh-CN" sz="10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61" name="矩形 260">
            <a:extLst>
              <a:ext uri="{FF2B5EF4-FFF2-40B4-BE49-F238E27FC236}">
                <a16:creationId xmlns:a16="http://schemas.microsoft.com/office/drawing/2014/main" id="{BBFC74A6-A870-3BC9-8782-2A0B6A480584}"/>
              </a:ext>
            </a:extLst>
          </p:cNvPr>
          <p:cNvSpPr/>
          <p:nvPr/>
        </p:nvSpPr>
        <p:spPr>
          <a:xfrm>
            <a:off x="357259" y="5311933"/>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2" name="文本框 261">
            <a:extLst>
              <a:ext uri="{FF2B5EF4-FFF2-40B4-BE49-F238E27FC236}">
                <a16:creationId xmlns:a16="http://schemas.microsoft.com/office/drawing/2014/main" id="{27356B0F-C40B-056B-BB39-174711335AB9}"/>
              </a:ext>
            </a:extLst>
          </p:cNvPr>
          <p:cNvSpPr txBox="1"/>
          <p:nvPr/>
        </p:nvSpPr>
        <p:spPr>
          <a:xfrm>
            <a:off x="672496" y="5256800"/>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63" name="矩形 262">
            <a:extLst>
              <a:ext uri="{FF2B5EF4-FFF2-40B4-BE49-F238E27FC236}">
                <a16:creationId xmlns:a16="http://schemas.microsoft.com/office/drawing/2014/main" id="{CB1BFD85-7B91-1E4D-0F51-661373941203}"/>
              </a:ext>
            </a:extLst>
          </p:cNvPr>
          <p:cNvSpPr/>
          <p:nvPr/>
        </p:nvSpPr>
        <p:spPr>
          <a:xfrm>
            <a:off x="357259" y="5554612"/>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4" name="文本框 263">
            <a:extLst>
              <a:ext uri="{FF2B5EF4-FFF2-40B4-BE49-F238E27FC236}">
                <a16:creationId xmlns:a16="http://schemas.microsoft.com/office/drawing/2014/main" id="{1F847FDA-50CA-C0BE-D05C-C625F3C78968}"/>
              </a:ext>
            </a:extLst>
          </p:cNvPr>
          <p:cNvSpPr txBox="1"/>
          <p:nvPr/>
        </p:nvSpPr>
        <p:spPr>
          <a:xfrm>
            <a:off x="672496" y="5531377"/>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271" name="文本框 270">
            <a:extLst>
              <a:ext uri="{FF2B5EF4-FFF2-40B4-BE49-F238E27FC236}">
                <a16:creationId xmlns:a16="http://schemas.microsoft.com/office/drawing/2014/main" id="{927FDA44-BFE5-290B-3A50-FEA0B0B1ECDA}"/>
              </a:ext>
            </a:extLst>
          </p:cNvPr>
          <p:cNvSpPr txBox="1"/>
          <p:nvPr/>
        </p:nvSpPr>
        <p:spPr>
          <a:xfrm>
            <a:off x="270163" y="959947"/>
            <a:ext cx="11700164" cy="1323439"/>
          </a:xfrm>
          <a:prstGeom prst="rect">
            <a:avLst/>
          </a:prstGeom>
          <a:noFill/>
        </p:spPr>
        <p:txBody>
          <a:bodyPr wrap="square" rtlCol="0">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r>
              <a:rPr kumimoji="1" lang="en" altLang="zh-CN" sz="16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kumimoji="1" lang="zh-CN" altLang="en-US" sz="1600" dirty="0">
              <a:solidFill>
                <a:srgbClr val="1E344D"/>
              </a:solidFill>
              <a:latin typeface="Alibaba PuHuiTi" pitchFamily="18" charset="-122"/>
              <a:ea typeface="Alibaba PuHuiTi" pitchFamily="18" charset="-122"/>
              <a:cs typeface="Alibaba PuHuiTi" pitchFamily="18" charset="-122"/>
            </a:endParaRPr>
          </a:p>
          <a:p>
            <a:endParaRPr kumimoji="1" lang="zh-CN" altLang="en-US" sz="1600" dirty="0">
              <a:solidFill>
                <a:srgbClr val="1E344D"/>
              </a:solidFill>
              <a:latin typeface="Alibaba PuHuiTi" pitchFamily="18" charset="-122"/>
              <a:ea typeface="Alibaba PuHuiTi" pitchFamily="18" charset="-122"/>
              <a:cs typeface="Alibaba PuHuiTi" pitchFamily="18" charset="-122"/>
            </a:endParaRPr>
          </a:p>
          <a:p>
            <a:endParaRPr kumimoji="1" lang="zh-CN" altLang="en-US" sz="1600" dirty="0">
              <a:solidFill>
                <a:srgbClr val="1E344D"/>
              </a:solidFill>
              <a:latin typeface="Alibaba PuHuiTi" pitchFamily="18" charset="-122"/>
              <a:ea typeface="Alibaba PuHuiTi" pitchFamily="18" charset="-122"/>
              <a:cs typeface="Alibaba PuHuiTi" pitchFamily="18" charset="-122"/>
            </a:endParaRPr>
          </a:p>
        </p:txBody>
      </p:sp>
      <p:grpSp>
        <p:nvGrpSpPr>
          <p:cNvPr id="3" name="Group 4">
            <a:extLst>
              <a:ext uri="{FF2B5EF4-FFF2-40B4-BE49-F238E27FC236}">
                <a16:creationId xmlns:a16="http://schemas.microsoft.com/office/drawing/2014/main" id="{47244B01-F634-62F7-2F86-778A30E137C1}"/>
              </a:ext>
            </a:extLst>
          </p:cNvPr>
          <p:cNvGrpSpPr>
            <a:grpSpLocks noChangeAspect="1"/>
          </p:cNvGrpSpPr>
          <p:nvPr/>
        </p:nvGrpSpPr>
        <p:grpSpPr bwMode="auto">
          <a:xfrm>
            <a:off x="6186805" y="2532406"/>
            <a:ext cx="5700878" cy="3601630"/>
            <a:chOff x="250" y="2251"/>
            <a:chExt cx="784" cy="495"/>
          </a:xfrm>
          <a:solidFill>
            <a:srgbClr val="1E344D">
              <a:alpha val="34104"/>
            </a:srgbClr>
          </a:solidFill>
        </p:grpSpPr>
        <p:sp>
          <p:nvSpPr>
            <p:cNvPr id="4" name="Freeform 5">
              <a:extLst>
                <a:ext uri="{FF2B5EF4-FFF2-40B4-BE49-F238E27FC236}">
                  <a16:creationId xmlns:a16="http://schemas.microsoft.com/office/drawing/2014/main" id="{1B256CB4-E582-D6F8-7689-61873FE2C158}"/>
                </a:ext>
              </a:extLst>
            </p:cNvPr>
            <p:cNvSpPr>
              <a:spLocks noChangeAspect="1"/>
            </p:cNvSpPr>
            <p:nvPr/>
          </p:nvSpPr>
          <p:spPr bwMode="auto">
            <a:xfrm>
              <a:off x="990" y="2361"/>
              <a:ext cx="10" cy="13"/>
            </a:xfrm>
            <a:custGeom>
              <a:avLst/>
              <a:gdLst>
                <a:gd name="T0" fmla="*/ 49 w 60"/>
                <a:gd name="T1" fmla="*/ 28 h 76"/>
                <a:gd name="T2" fmla="*/ 55 w 60"/>
                <a:gd name="T3" fmla="*/ 29 h 76"/>
                <a:gd name="T4" fmla="*/ 56 w 60"/>
                <a:gd name="T5" fmla="*/ 35 h 76"/>
                <a:gd name="T6" fmla="*/ 60 w 60"/>
                <a:gd name="T7" fmla="*/ 44 h 76"/>
                <a:gd name="T8" fmla="*/ 56 w 60"/>
                <a:gd name="T9" fmla="*/ 49 h 76"/>
                <a:gd name="T10" fmla="*/ 54 w 60"/>
                <a:gd name="T11" fmla="*/ 46 h 76"/>
                <a:gd name="T12" fmla="*/ 51 w 60"/>
                <a:gd name="T13" fmla="*/ 46 h 76"/>
                <a:gd name="T14" fmla="*/ 48 w 60"/>
                <a:gd name="T15" fmla="*/ 52 h 76"/>
                <a:gd name="T16" fmla="*/ 41 w 60"/>
                <a:gd name="T17" fmla="*/ 52 h 76"/>
                <a:gd name="T18" fmla="*/ 37 w 60"/>
                <a:gd name="T19" fmla="*/ 64 h 76"/>
                <a:gd name="T20" fmla="*/ 29 w 60"/>
                <a:gd name="T21" fmla="*/ 66 h 76"/>
                <a:gd name="T22" fmla="*/ 12 w 60"/>
                <a:gd name="T23" fmla="*/ 76 h 76"/>
                <a:gd name="T24" fmla="*/ 11 w 60"/>
                <a:gd name="T25" fmla="*/ 74 h 76"/>
                <a:gd name="T26" fmla="*/ 12 w 60"/>
                <a:gd name="T27" fmla="*/ 74 h 76"/>
                <a:gd name="T28" fmla="*/ 15 w 60"/>
                <a:gd name="T29" fmla="*/ 64 h 76"/>
                <a:gd name="T30" fmla="*/ 11 w 60"/>
                <a:gd name="T31" fmla="*/ 47 h 76"/>
                <a:gd name="T32" fmla="*/ 11 w 60"/>
                <a:gd name="T33" fmla="*/ 44 h 76"/>
                <a:gd name="T34" fmla="*/ 11 w 60"/>
                <a:gd name="T35" fmla="*/ 43 h 76"/>
                <a:gd name="T36" fmla="*/ 9 w 60"/>
                <a:gd name="T37" fmla="*/ 41 h 76"/>
                <a:gd name="T38" fmla="*/ 8 w 60"/>
                <a:gd name="T39" fmla="*/ 35 h 76"/>
                <a:gd name="T40" fmla="*/ 7 w 60"/>
                <a:gd name="T41" fmla="*/ 32 h 76"/>
                <a:gd name="T42" fmla="*/ 2 w 60"/>
                <a:gd name="T43" fmla="*/ 16 h 76"/>
                <a:gd name="T44" fmla="*/ 0 w 60"/>
                <a:gd name="T45" fmla="*/ 8 h 76"/>
                <a:gd name="T46" fmla="*/ 3 w 60"/>
                <a:gd name="T47" fmla="*/ 7 h 76"/>
                <a:gd name="T48" fmla="*/ 18 w 60"/>
                <a:gd name="T49" fmla="*/ 4 h 76"/>
                <a:gd name="T50" fmla="*/ 20 w 60"/>
                <a:gd name="T51" fmla="*/ 2 h 76"/>
                <a:gd name="T52" fmla="*/ 25 w 60"/>
                <a:gd name="T53" fmla="*/ 1 h 76"/>
                <a:gd name="T54" fmla="*/ 29 w 60"/>
                <a:gd name="T55" fmla="*/ 0 h 76"/>
                <a:gd name="T56" fmla="*/ 30 w 60"/>
                <a:gd name="T57" fmla="*/ 2 h 76"/>
                <a:gd name="T58" fmla="*/ 32 w 60"/>
                <a:gd name="T59" fmla="*/ 12 h 76"/>
                <a:gd name="T60" fmla="*/ 35 w 60"/>
                <a:gd name="T61" fmla="*/ 11 h 76"/>
                <a:gd name="T62" fmla="*/ 39 w 60"/>
                <a:gd name="T63" fmla="*/ 22 h 76"/>
                <a:gd name="T64" fmla="*/ 44 w 60"/>
                <a:gd name="T65" fmla="*/ 23 h 76"/>
                <a:gd name="T66" fmla="*/ 45 w 60"/>
                <a:gd name="T67" fmla="*/ 24 h 76"/>
                <a:gd name="T68" fmla="*/ 49 w 60"/>
                <a:gd name="T6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76">
                  <a:moveTo>
                    <a:pt x="49" y="28"/>
                  </a:moveTo>
                  <a:lnTo>
                    <a:pt x="55" y="29"/>
                  </a:lnTo>
                  <a:lnTo>
                    <a:pt x="56" y="35"/>
                  </a:lnTo>
                  <a:lnTo>
                    <a:pt x="60" y="44"/>
                  </a:lnTo>
                  <a:lnTo>
                    <a:pt x="56" y="49"/>
                  </a:lnTo>
                  <a:lnTo>
                    <a:pt x="54" y="46"/>
                  </a:lnTo>
                  <a:lnTo>
                    <a:pt x="51" y="46"/>
                  </a:lnTo>
                  <a:lnTo>
                    <a:pt x="48" y="52"/>
                  </a:lnTo>
                  <a:lnTo>
                    <a:pt x="41" y="52"/>
                  </a:lnTo>
                  <a:lnTo>
                    <a:pt x="37" y="64"/>
                  </a:lnTo>
                  <a:lnTo>
                    <a:pt x="29" y="66"/>
                  </a:lnTo>
                  <a:lnTo>
                    <a:pt x="12" y="76"/>
                  </a:lnTo>
                  <a:lnTo>
                    <a:pt x="11" y="74"/>
                  </a:lnTo>
                  <a:lnTo>
                    <a:pt x="12" y="74"/>
                  </a:lnTo>
                  <a:lnTo>
                    <a:pt x="15" y="64"/>
                  </a:lnTo>
                  <a:lnTo>
                    <a:pt x="11" y="47"/>
                  </a:lnTo>
                  <a:lnTo>
                    <a:pt x="11" y="44"/>
                  </a:lnTo>
                  <a:lnTo>
                    <a:pt x="11" y="43"/>
                  </a:lnTo>
                  <a:lnTo>
                    <a:pt x="9" y="41"/>
                  </a:lnTo>
                  <a:lnTo>
                    <a:pt x="8" y="35"/>
                  </a:lnTo>
                  <a:lnTo>
                    <a:pt x="7" y="32"/>
                  </a:lnTo>
                  <a:lnTo>
                    <a:pt x="2" y="16"/>
                  </a:lnTo>
                  <a:lnTo>
                    <a:pt x="0" y="8"/>
                  </a:lnTo>
                  <a:lnTo>
                    <a:pt x="3" y="7"/>
                  </a:lnTo>
                  <a:lnTo>
                    <a:pt x="18" y="4"/>
                  </a:lnTo>
                  <a:lnTo>
                    <a:pt x="20" y="2"/>
                  </a:lnTo>
                  <a:lnTo>
                    <a:pt x="25" y="1"/>
                  </a:lnTo>
                  <a:lnTo>
                    <a:pt x="29" y="0"/>
                  </a:lnTo>
                  <a:lnTo>
                    <a:pt x="30" y="2"/>
                  </a:lnTo>
                  <a:lnTo>
                    <a:pt x="32" y="12"/>
                  </a:lnTo>
                  <a:lnTo>
                    <a:pt x="35" y="11"/>
                  </a:lnTo>
                  <a:lnTo>
                    <a:pt x="39" y="22"/>
                  </a:lnTo>
                  <a:lnTo>
                    <a:pt x="44" y="23"/>
                  </a:lnTo>
                  <a:lnTo>
                    <a:pt x="45" y="24"/>
                  </a:lnTo>
                  <a:lnTo>
                    <a:pt x="49" y="2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 name="Freeform 6">
              <a:extLst>
                <a:ext uri="{FF2B5EF4-FFF2-40B4-BE49-F238E27FC236}">
                  <a16:creationId xmlns:a16="http://schemas.microsoft.com/office/drawing/2014/main" id="{542CD339-7F74-925B-9ACF-B20238991681}"/>
                </a:ext>
              </a:extLst>
            </p:cNvPr>
            <p:cNvSpPr>
              <a:spLocks noChangeAspect="1"/>
            </p:cNvSpPr>
            <p:nvPr/>
          </p:nvSpPr>
          <p:spPr bwMode="auto">
            <a:xfrm>
              <a:off x="850" y="2467"/>
              <a:ext cx="120" cy="54"/>
            </a:xfrm>
            <a:custGeom>
              <a:avLst/>
              <a:gdLst>
                <a:gd name="T0" fmla="*/ 144 w 670"/>
                <a:gd name="T1" fmla="*/ 129 h 302"/>
                <a:gd name="T2" fmla="*/ 158 w 670"/>
                <a:gd name="T3" fmla="*/ 130 h 302"/>
                <a:gd name="T4" fmla="*/ 168 w 670"/>
                <a:gd name="T5" fmla="*/ 110 h 302"/>
                <a:gd name="T6" fmla="*/ 179 w 670"/>
                <a:gd name="T7" fmla="*/ 81 h 302"/>
                <a:gd name="T8" fmla="*/ 204 w 670"/>
                <a:gd name="T9" fmla="*/ 78 h 302"/>
                <a:gd name="T10" fmla="*/ 240 w 670"/>
                <a:gd name="T11" fmla="*/ 74 h 302"/>
                <a:gd name="T12" fmla="*/ 248 w 670"/>
                <a:gd name="T13" fmla="*/ 72 h 302"/>
                <a:gd name="T14" fmla="*/ 269 w 670"/>
                <a:gd name="T15" fmla="*/ 69 h 302"/>
                <a:gd name="T16" fmla="*/ 303 w 670"/>
                <a:gd name="T17" fmla="*/ 64 h 302"/>
                <a:gd name="T18" fmla="*/ 328 w 670"/>
                <a:gd name="T19" fmla="*/ 60 h 302"/>
                <a:gd name="T20" fmla="*/ 354 w 670"/>
                <a:gd name="T21" fmla="*/ 56 h 302"/>
                <a:gd name="T22" fmla="*/ 395 w 670"/>
                <a:gd name="T23" fmla="*/ 47 h 302"/>
                <a:gd name="T24" fmla="*/ 401 w 670"/>
                <a:gd name="T25" fmla="*/ 46 h 302"/>
                <a:gd name="T26" fmla="*/ 423 w 670"/>
                <a:gd name="T27" fmla="*/ 42 h 302"/>
                <a:gd name="T28" fmla="*/ 438 w 670"/>
                <a:gd name="T29" fmla="*/ 39 h 302"/>
                <a:gd name="T30" fmla="*/ 460 w 670"/>
                <a:gd name="T31" fmla="*/ 34 h 302"/>
                <a:gd name="T32" fmla="*/ 474 w 670"/>
                <a:gd name="T33" fmla="*/ 32 h 302"/>
                <a:gd name="T34" fmla="*/ 513 w 670"/>
                <a:gd name="T35" fmla="*/ 23 h 302"/>
                <a:gd name="T36" fmla="*/ 538 w 670"/>
                <a:gd name="T37" fmla="*/ 18 h 302"/>
                <a:gd name="T38" fmla="*/ 567 w 670"/>
                <a:gd name="T39" fmla="*/ 11 h 302"/>
                <a:gd name="T40" fmla="*/ 581 w 670"/>
                <a:gd name="T41" fmla="*/ 9 h 302"/>
                <a:gd name="T42" fmla="*/ 598 w 670"/>
                <a:gd name="T43" fmla="*/ 5 h 302"/>
                <a:gd name="T44" fmla="*/ 630 w 670"/>
                <a:gd name="T45" fmla="*/ 29 h 302"/>
                <a:gd name="T46" fmla="*/ 638 w 670"/>
                <a:gd name="T47" fmla="*/ 144 h 302"/>
                <a:gd name="T48" fmla="*/ 598 w 670"/>
                <a:gd name="T49" fmla="*/ 192 h 302"/>
                <a:gd name="T50" fmla="*/ 534 w 670"/>
                <a:gd name="T51" fmla="*/ 230 h 302"/>
                <a:gd name="T52" fmla="*/ 512 w 670"/>
                <a:gd name="T53" fmla="*/ 291 h 302"/>
                <a:gd name="T54" fmla="*/ 464 w 670"/>
                <a:gd name="T55" fmla="*/ 299 h 302"/>
                <a:gd name="T56" fmla="*/ 423 w 670"/>
                <a:gd name="T57" fmla="*/ 270 h 302"/>
                <a:gd name="T58" fmla="*/ 382 w 670"/>
                <a:gd name="T59" fmla="*/ 240 h 302"/>
                <a:gd name="T60" fmla="*/ 360 w 670"/>
                <a:gd name="T61" fmla="*/ 226 h 302"/>
                <a:gd name="T62" fmla="*/ 336 w 670"/>
                <a:gd name="T63" fmla="*/ 231 h 302"/>
                <a:gd name="T64" fmla="*/ 302 w 670"/>
                <a:gd name="T65" fmla="*/ 236 h 302"/>
                <a:gd name="T66" fmla="*/ 269 w 670"/>
                <a:gd name="T67" fmla="*/ 224 h 302"/>
                <a:gd name="T68" fmla="*/ 255 w 670"/>
                <a:gd name="T69" fmla="*/ 219 h 302"/>
                <a:gd name="T70" fmla="*/ 234 w 670"/>
                <a:gd name="T71" fmla="*/ 213 h 302"/>
                <a:gd name="T72" fmla="*/ 196 w 670"/>
                <a:gd name="T73" fmla="*/ 218 h 302"/>
                <a:gd name="T74" fmla="*/ 172 w 670"/>
                <a:gd name="T75" fmla="*/ 221 h 302"/>
                <a:gd name="T76" fmla="*/ 158 w 670"/>
                <a:gd name="T77" fmla="*/ 222 h 302"/>
                <a:gd name="T78" fmla="*/ 128 w 670"/>
                <a:gd name="T79" fmla="*/ 234 h 302"/>
                <a:gd name="T80" fmla="*/ 110 w 670"/>
                <a:gd name="T81" fmla="*/ 244 h 302"/>
                <a:gd name="T82" fmla="*/ 89 w 670"/>
                <a:gd name="T83" fmla="*/ 252 h 302"/>
                <a:gd name="T84" fmla="*/ 60 w 670"/>
                <a:gd name="T85" fmla="*/ 257 h 302"/>
                <a:gd name="T86" fmla="*/ 24 w 670"/>
                <a:gd name="T87" fmla="*/ 262 h 302"/>
                <a:gd name="T88" fmla="*/ 0 w 670"/>
                <a:gd name="T89" fmla="*/ 266 h 302"/>
                <a:gd name="T90" fmla="*/ 3 w 670"/>
                <a:gd name="T91" fmla="*/ 239 h 302"/>
                <a:gd name="T92" fmla="*/ 20 w 670"/>
                <a:gd name="T93" fmla="*/ 220 h 302"/>
                <a:gd name="T94" fmla="*/ 44 w 670"/>
                <a:gd name="T95" fmla="*/ 202 h 302"/>
                <a:gd name="T96" fmla="*/ 72 w 670"/>
                <a:gd name="T97" fmla="*/ 184 h 302"/>
                <a:gd name="T98" fmla="*/ 98 w 670"/>
                <a:gd name="T99" fmla="*/ 164 h 302"/>
                <a:gd name="T100" fmla="*/ 116 w 670"/>
                <a:gd name="T101" fmla="*/ 143 h 302"/>
                <a:gd name="T102" fmla="*/ 126 w 670"/>
                <a:gd name="T103" fmla="*/ 149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0" h="302">
                  <a:moveTo>
                    <a:pt x="131" y="140"/>
                  </a:moveTo>
                  <a:lnTo>
                    <a:pt x="134" y="136"/>
                  </a:lnTo>
                  <a:lnTo>
                    <a:pt x="143" y="132"/>
                  </a:lnTo>
                  <a:lnTo>
                    <a:pt x="144" y="129"/>
                  </a:lnTo>
                  <a:lnTo>
                    <a:pt x="152" y="131"/>
                  </a:lnTo>
                  <a:lnTo>
                    <a:pt x="153" y="134"/>
                  </a:lnTo>
                  <a:lnTo>
                    <a:pt x="156" y="132"/>
                  </a:lnTo>
                  <a:lnTo>
                    <a:pt x="158" y="130"/>
                  </a:lnTo>
                  <a:lnTo>
                    <a:pt x="160" y="130"/>
                  </a:lnTo>
                  <a:lnTo>
                    <a:pt x="165" y="116"/>
                  </a:lnTo>
                  <a:lnTo>
                    <a:pt x="166" y="113"/>
                  </a:lnTo>
                  <a:lnTo>
                    <a:pt x="168" y="110"/>
                  </a:lnTo>
                  <a:lnTo>
                    <a:pt x="178" y="106"/>
                  </a:lnTo>
                  <a:lnTo>
                    <a:pt x="179" y="100"/>
                  </a:lnTo>
                  <a:lnTo>
                    <a:pt x="179" y="89"/>
                  </a:lnTo>
                  <a:lnTo>
                    <a:pt x="179" y="81"/>
                  </a:lnTo>
                  <a:lnTo>
                    <a:pt x="184" y="81"/>
                  </a:lnTo>
                  <a:lnTo>
                    <a:pt x="195" y="80"/>
                  </a:lnTo>
                  <a:lnTo>
                    <a:pt x="197" y="80"/>
                  </a:lnTo>
                  <a:lnTo>
                    <a:pt x="204" y="78"/>
                  </a:lnTo>
                  <a:lnTo>
                    <a:pt x="208" y="77"/>
                  </a:lnTo>
                  <a:lnTo>
                    <a:pt x="227" y="75"/>
                  </a:lnTo>
                  <a:lnTo>
                    <a:pt x="238" y="74"/>
                  </a:lnTo>
                  <a:lnTo>
                    <a:pt x="240" y="74"/>
                  </a:lnTo>
                  <a:lnTo>
                    <a:pt x="242" y="74"/>
                  </a:lnTo>
                  <a:lnTo>
                    <a:pt x="243" y="74"/>
                  </a:lnTo>
                  <a:lnTo>
                    <a:pt x="244" y="72"/>
                  </a:lnTo>
                  <a:lnTo>
                    <a:pt x="248" y="72"/>
                  </a:lnTo>
                  <a:lnTo>
                    <a:pt x="254" y="71"/>
                  </a:lnTo>
                  <a:lnTo>
                    <a:pt x="261" y="70"/>
                  </a:lnTo>
                  <a:lnTo>
                    <a:pt x="264" y="70"/>
                  </a:lnTo>
                  <a:lnTo>
                    <a:pt x="269" y="69"/>
                  </a:lnTo>
                  <a:lnTo>
                    <a:pt x="274" y="69"/>
                  </a:lnTo>
                  <a:lnTo>
                    <a:pt x="285" y="68"/>
                  </a:lnTo>
                  <a:lnTo>
                    <a:pt x="297" y="65"/>
                  </a:lnTo>
                  <a:lnTo>
                    <a:pt x="303" y="64"/>
                  </a:lnTo>
                  <a:lnTo>
                    <a:pt x="305" y="64"/>
                  </a:lnTo>
                  <a:lnTo>
                    <a:pt x="306" y="64"/>
                  </a:lnTo>
                  <a:lnTo>
                    <a:pt x="316" y="62"/>
                  </a:lnTo>
                  <a:lnTo>
                    <a:pt x="328" y="60"/>
                  </a:lnTo>
                  <a:lnTo>
                    <a:pt x="335" y="59"/>
                  </a:lnTo>
                  <a:lnTo>
                    <a:pt x="340" y="58"/>
                  </a:lnTo>
                  <a:lnTo>
                    <a:pt x="344" y="57"/>
                  </a:lnTo>
                  <a:lnTo>
                    <a:pt x="354" y="56"/>
                  </a:lnTo>
                  <a:lnTo>
                    <a:pt x="363" y="53"/>
                  </a:lnTo>
                  <a:lnTo>
                    <a:pt x="365" y="53"/>
                  </a:lnTo>
                  <a:lnTo>
                    <a:pt x="371" y="52"/>
                  </a:lnTo>
                  <a:lnTo>
                    <a:pt x="395" y="47"/>
                  </a:lnTo>
                  <a:lnTo>
                    <a:pt x="396" y="47"/>
                  </a:lnTo>
                  <a:lnTo>
                    <a:pt x="398" y="47"/>
                  </a:lnTo>
                  <a:lnTo>
                    <a:pt x="399" y="47"/>
                  </a:lnTo>
                  <a:lnTo>
                    <a:pt x="401" y="46"/>
                  </a:lnTo>
                  <a:lnTo>
                    <a:pt x="402" y="46"/>
                  </a:lnTo>
                  <a:lnTo>
                    <a:pt x="411" y="45"/>
                  </a:lnTo>
                  <a:lnTo>
                    <a:pt x="419" y="42"/>
                  </a:lnTo>
                  <a:lnTo>
                    <a:pt x="423" y="42"/>
                  </a:lnTo>
                  <a:lnTo>
                    <a:pt x="426" y="41"/>
                  </a:lnTo>
                  <a:lnTo>
                    <a:pt x="429" y="41"/>
                  </a:lnTo>
                  <a:lnTo>
                    <a:pt x="432" y="40"/>
                  </a:lnTo>
                  <a:lnTo>
                    <a:pt x="438" y="39"/>
                  </a:lnTo>
                  <a:lnTo>
                    <a:pt x="440" y="39"/>
                  </a:lnTo>
                  <a:lnTo>
                    <a:pt x="454" y="36"/>
                  </a:lnTo>
                  <a:lnTo>
                    <a:pt x="458" y="35"/>
                  </a:lnTo>
                  <a:lnTo>
                    <a:pt x="460" y="34"/>
                  </a:lnTo>
                  <a:lnTo>
                    <a:pt x="465" y="34"/>
                  </a:lnTo>
                  <a:lnTo>
                    <a:pt x="468" y="33"/>
                  </a:lnTo>
                  <a:lnTo>
                    <a:pt x="472" y="32"/>
                  </a:lnTo>
                  <a:lnTo>
                    <a:pt x="474" y="32"/>
                  </a:lnTo>
                  <a:lnTo>
                    <a:pt x="489" y="28"/>
                  </a:lnTo>
                  <a:lnTo>
                    <a:pt x="491" y="28"/>
                  </a:lnTo>
                  <a:lnTo>
                    <a:pt x="510" y="24"/>
                  </a:lnTo>
                  <a:lnTo>
                    <a:pt x="513" y="23"/>
                  </a:lnTo>
                  <a:lnTo>
                    <a:pt x="520" y="22"/>
                  </a:lnTo>
                  <a:lnTo>
                    <a:pt x="522" y="22"/>
                  </a:lnTo>
                  <a:lnTo>
                    <a:pt x="525" y="21"/>
                  </a:lnTo>
                  <a:lnTo>
                    <a:pt x="538" y="18"/>
                  </a:lnTo>
                  <a:lnTo>
                    <a:pt x="538" y="17"/>
                  </a:lnTo>
                  <a:lnTo>
                    <a:pt x="542" y="17"/>
                  </a:lnTo>
                  <a:lnTo>
                    <a:pt x="551" y="15"/>
                  </a:lnTo>
                  <a:lnTo>
                    <a:pt x="567" y="11"/>
                  </a:lnTo>
                  <a:lnTo>
                    <a:pt x="569" y="11"/>
                  </a:lnTo>
                  <a:lnTo>
                    <a:pt x="570" y="11"/>
                  </a:lnTo>
                  <a:lnTo>
                    <a:pt x="579" y="9"/>
                  </a:lnTo>
                  <a:lnTo>
                    <a:pt x="581" y="9"/>
                  </a:lnTo>
                  <a:lnTo>
                    <a:pt x="584" y="8"/>
                  </a:lnTo>
                  <a:lnTo>
                    <a:pt x="586" y="8"/>
                  </a:lnTo>
                  <a:lnTo>
                    <a:pt x="588" y="8"/>
                  </a:lnTo>
                  <a:lnTo>
                    <a:pt x="598" y="5"/>
                  </a:lnTo>
                  <a:lnTo>
                    <a:pt x="606" y="3"/>
                  </a:lnTo>
                  <a:lnTo>
                    <a:pt x="617" y="0"/>
                  </a:lnTo>
                  <a:lnTo>
                    <a:pt x="618" y="5"/>
                  </a:lnTo>
                  <a:lnTo>
                    <a:pt x="630" y="29"/>
                  </a:lnTo>
                  <a:lnTo>
                    <a:pt x="666" y="82"/>
                  </a:lnTo>
                  <a:lnTo>
                    <a:pt x="670" y="119"/>
                  </a:lnTo>
                  <a:lnTo>
                    <a:pt x="654" y="129"/>
                  </a:lnTo>
                  <a:lnTo>
                    <a:pt x="638" y="144"/>
                  </a:lnTo>
                  <a:lnTo>
                    <a:pt x="638" y="146"/>
                  </a:lnTo>
                  <a:lnTo>
                    <a:pt x="620" y="167"/>
                  </a:lnTo>
                  <a:lnTo>
                    <a:pt x="606" y="196"/>
                  </a:lnTo>
                  <a:lnTo>
                    <a:pt x="598" y="192"/>
                  </a:lnTo>
                  <a:lnTo>
                    <a:pt x="588" y="192"/>
                  </a:lnTo>
                  <a:lnTo>
                    <a:pt x="562" y="203"/>
                  </a:lnTo>
                  <a:lnTo>
                    <a:pt x="552" y="210"/>
                  </a:lnTo>
                  <a:lnTo>
                    <a:pt x="534" y="230"/>
                  </a:lnTo>
                  <a:lnTo>
                    <a:pt x="522" y="246"/>
                  </a:lnTo>
                  <a:lnTo>
                    <a:pt x="520" y="251"/>
                  </a:lnTo>
                  <a:lnTo>
                    <a:pt x="512" y="285"/>
                  </a:lnTo>
                  <a:lnTo>
                    <a:pt x="512" y="291"/>
                  </a:lnTo>
                  <a:lnTo>
                    <a:pt x="498" y="290"/>
                  </a:lnTo>
                  <a:lnTo>
                    <a:pt x="479" y="294"/>
                  </a:lnTo>
                  <a:lnTo>
                    <a:pt x="466" y="302"/>
                  </a:lnTo>
                  <a:lnTo>
                    <a:pt x="464" y="299"/>
                  </a:lnTo>
                  <a:lnTo>
                    <a:pt x="458" y="294"/>
                  </a:lnTo>
                  <a:lnTo>
                    <a:pt x="456" y="294"/>
                  </a:lnTo>
                  <a:lnTo>
                    <a:pt x="436" y="279"/>
                  </a:lnTo>
                  <a:lnTo>
                    <a:pt x="423" y="270"/>
                  </a:lnTo>
                  <a:lnTo>
                    <a:pt x="417" y="267"/>
                  </a:lnTo>
                  <a:lnTo>
                    <a:pt x="399" y="254"/>
                  </a:lnTo>
                  <a:lnTo>
                    <a:pt x="393" y="249"/>
                  </a:lnTo>
                  <a:lnTo>
                    <a:pt x="382" y="240"/>
                  </a:lnTo>
                  <a:lnTo>
                    <a:pt x="381" y="240"/>
                  </a:lnTo>
                  <a:lnTo>
                    <a:pt x="368" y="231"/>
                  </a:lnTo>
                  <a:lnTo>
                    <a:pt x="362" y="226"/>
                  </a:lnTo>
                  <a:lnTo>
                    <a:pt x="360" y="226"/>
                  </a:lnTo>
                  <a:lnTo>
                    <a:pt x="356" y="227"/>
                  </a:lnTo>
                  <a:lnTo>
                    <a:pt x="346" y="230"/>
                  </a:lnTo>
                  <a:lnTo>
                    <a:pt x="342" y="230"/>
                  </a:lnTo>
                  <a:lnTo>
                    <a:pt x="336" y="231"/>
                  </a:lnTo>
                  <a:lnTo>
                    <a:pt x="316" y="233"/>
                  </a:lnTo>
                  <a:lnTo>
                    <a:pt x="312" y="234"/>
                  </a:lnTo>
                  <a:lnTo>
                    <a:pt x="311" y="234"/>
                  </a:lnTo>
                  <a:lnTo>
                    <a:pt x="302" y="236"/>
                  </a:lnTo>
                  <a:lnTo>
                    <a:pt x="293" y="237"/>
                  </a:lnTo>
                  <a:lnTo>
                    <a:pt x="275" y="240"/>
                  </a:lnTo>
                  <a:lnTo>
                    <a:pt x="274" y="228"/>
                  </a:lnTo>
                  <a:lnTo>
                    <a:pt x="269" y="224"/>
                  </a:lnTo>
                  <a:lnTo>
                    <a:pt x="268" y="222"/>
                  </a:lnTo>
                  <a:lnTo>
                    <a:pt x="266" y="220"/>
                  </a:lnTo>
                  <a:lnTo>
                    <a:pt x="262" y="216"/>
                  </a:lnTo>
                  <a:lnTo>
                    <a:pt x="255" y="219"/>
                  </a:lnTo>
                  <a:lnTo>
                    <a:pt x="250" y="213"/>
                  </a:lnTo>
                  <a:lnTo>
                    <a:pt x="251" y="212"/>
                  </a:lnTo>
                  <a:lnTo>
                    <a:pt x="243" y="213"/>
                  </a:lnTo>
                  <a:lnTo>
                    <a:pt x="234" y="213"/>
                  </a:lnTo>
                  <a:lnTo>
                    <a:pt x="228" y="214"/>
                  </a:lnTo>
                  <a:lnTo>
                    <a:pt x="226" y="214"/>
                  </a:lnTo>
                  <a:lnTo>
                    <a:pt x="215" y="215"/>
                  </a:lnTo>
                  <a:lnTo>
                    <a:pt x="196" y="218"/>
                  </a:lnTo>
                  <a:lnTo>
                    <a:pt x="195" y="218"/>
                  </a:lnTo>
                  <a:lnTo>
                    <a:pt x="186" y="219"/>
                  </a:lnTo>
                  <a:lnTo>
                    <a:pt x="179" y="220"/>
                  </a:lnTo>
                  <a:lnTo>
                    <a:pt x="172" y="221"/>
                  </a:lnTo>
                  <a:lnTo>
                    <a:pt x="166" y="221"/>
                  </a:lnTo>
                  <a:lnTo>
                    <a:pt x="160" y="222"/>
                  </a:lnTo>
                  <a:lnTo>
                    <a:pt x="159" y="222"/>
                  </a:lnTo>
                  <a:lnTo>
                    <a:pt x="158" y="222"/>
                  </a:lnTo>
                  <a:lnTo>
                    <a:pt x="149" y="224"/>
                  </a:lnTo>
                  <a:lnTo>
                    <a:pt x="138" y="228"/>
                  </a:lnTo>
                  <a:lnTo>
                    <a:pt x="134" y="231"/>
                  </a:lnTo>
                  <a:lnTo>
                    <a:pt x="128" y="234"/>
                  </a:lnTo>
                  <a:lnTo>
                    <a:pt x="125" y="234"/>
                  </a:lnTo>
                  <a:lnTo>
                    <a:pt x="119" y="240"/>
                  </a:lnTo>
                  <a:lnTo>
                    <a:pt x="111" y="243"/>
                  </a:lnTo>
                  <a:lnTo>
                    <a:pt x="110" y="244"/>
                  </a:lnTo>
                  <a:lnTo>
                    <a:pt x="102" y="248"/>
                  </a:lnTo>
                  <a:lnTo>
                    <a:pt x="101" y="248"/>
                  </a:lnTo>
                  <a:lnTo>
                    <a:pt x="94" y="251"/>
                  </a:lnTo>
                  <a:lnTo>
                    <a:pt x="89" y="252"/>
                  </a:lnTo>
                  <a:lnTo>
                    <a:pt x="77" y="254"/>
                  </a:lnTo>
                  <a:lnTo>
                    <a:pt x="65" y="256"/>
                  </a:lnTo>
                  <a:lnTo>
                    <a:pt x="64" y="256"/>
                  </a:lnTo>
                  <a:lnTo>
                    <a:pt x="60" y="257"/>
                  </a:lnTo>
                  <a:lnTo>
                    <a:pt x="54" y="258"/>
                  </a:lnTo>
                  <a:lnTo>
                    <a:pt x="30" y="262"/>
                  </a:lnTo>
                  <a:lnTo>
                    <a:pt x="29" y="262"/>
                  </a:lnTo>
                  <a:lnTo>
                    <a:pt x="24" y="262"/>
                  </a:lnTo>
                  <a:lnTo>
                    <a:pt x="16" y="263"/>
                  </a:lnTo>
                  <a:lnTo>
                    <a:pt x="15" y="263"/>
                  </a:lnTo>
                  <a:lnTo>
                    <a:pt x="6" y="264"/>
                  </a:lnTo>
                  <a:lnTo>
                    <a:pt x="0" y="266"/>
                  </a:lnTo>
                  <a:lnTo>
                    <a:pt x="0" y="264"/>
                  </a:lnTo>
                  <a:lnTo>
                    <a:pt x="0" y="252"/>
                  </a:lnTo>
                  <a:lnTo>
                    <a:pt x="0" y="244"/>
                  </a:lnTo>
                  <a:lnTo>
                    <a:pt x="3" y="239"/>
                  </a:lnTo>
                  <a:lnTo>
                    <a:pt x="15" y="238"/>
                  </a:lnTo>
                  <a:lnTo>
                    <a:pt x="18" y="233"/>
                  </a:lnTo>
                  <a:lnTo>
                    <a:pt x="20" y="225"/>
                  </a:lnTo>
                  <a:lnTo>
                    <a:pt x="20" y="220"/>
                  </a:lnTo>
                  <a:lnTo>
                    <a:pt x="22" y="216"/>
                  </a:lnTo>
                  <a:lnTo>
                    <a:pt x="28" y="209"/>
                  </a:lnTo>
                  <a:lnTo>
                    <a:pt x="36" y="204"/>
                  </a:lnTo>
                  <a:lnTo>
                    <a:pt x="44" y="202"/>
                  </a:lnTo>
                  <a:lnTo>
                    <a:pt x="46" y="202"/>
                  </a:lnTo>
                  <a:lnTo>
                    <a:pt x="56" y="201"/>
                  </a:lnTo>
                  <a:lnTo>
                    <a:pt x="72" y="185"/>
                  </a:lnTo>
                  <a:lnTo>
                    <a:pt x="72" y="184"/>
                  </a:lnTo>
                  <a:lnTo>
                    <a:pt x="82" y="177"/>
                  </a:lnTo>
                  <a:lnTo>
                    <a:pt x="92" y="176"/>
                  </a:lnTo>
                  <a:lnTo>
                    <a:pt x="94" y="173"/>
                  </a:lnTo>
                  <a:lnTo>
                    <a:pt x="98" y="164"/>
                  </a:lnTo>
                  <a:lnTo>
                    <a:pt x="98" y="162"/>
                  </a:lnTo>
                  <a:lnTo>
                    <a:pt x="96" y="158"/>
                  </a:lnTo>
                  <a:lnTo>
                    <a:pt x="105" y="150"/>
                  </a:lnTo>
                  <a:lnTo>
                    <a:pt x="116" y="143"/>
                  </a:lnTo>
                  <a:lnTo>
                    <a:pt x="118" y="144"/>
                  </a:lnTo>
                  <a:lnTo>
                    <a:pt x="117" y="149"/>
                  </a:lnTo>
                  <a:lnTo>
                    <a:pt x="126" y="150"/>
                  </a:lnTo>
                  <a:lnTo>
                    <a:pt x="126" y="149"/>
                  </a:lnTo>
                  <a:lnTo>
                    <a:pt x="129" y="147"/>
                  </a:lnTo>
                  <a:lnTo>
                    <a:pt x="131" y="140"/>
                  </a:lnTo>
                  <a:close/>
                </a:path>
              </a:pathLst>
            </a:custGeom>
            <a:solidFill>
              <a:srgbClr val="C00000"/>
            </a:solidFill>
            <a:ln w="3175" cap="flat" cmpd="sng">
              <a:solidFill>
                <a:schemeClr val="bg1"/>
              </a:solidFill>
              <a:prstDash val="solid"/>
              <a:round/>
              <a:headEnd type="none" w="med" len="med"/>
              <a:tailEnd type="none" w="med" len="med"/>
            </a:ln>
            <a:effectLst/>
          </p:spPr>
          <p:txBody>
            <a:bodyPr/>
            <a:lstStyle/>
            <a:p>
              <a:endParaRPr lang="en-GB"/>
            </a:p>
          </p:txBody>
        </p:sp>
        <p:sp>
          <p:nvSpPr>
            <p:cNvPr id="7" name="Freeform 7">
              <a:extLst>
                <a:ext uri="{FF2B5EF4-FFF2-40B4-BE49-F238E27FC236}">
                  <a16:creationId xmlns:a16="http://schemas.microsoft.com/office/drawing/2014/main" id="{4D794B78-2828-17AA-A96C-3F6412FD2384}"/>
                </a:ext>
              </a:extLst>
            </p:cNvPr>
            <p:cNvSpPr>
              <a:spLocks noChangeAspect="1"/>
            </p:cNvSpPr>
            <p:nvPr/>
          </p:nvSpPr>
          <p:spPr bwMode="auto">
            <a:xfrm>
              <a:off x="949" y="2410"/>
              <a:ext cx="15" cy="24"/>
            </a:xfrm>
            <a:custGeom>
              <a:avLst/>
              <a:gdLst>
                <a:gd name="T0" fmla="*/ 27 w 81"/>
                <a:gd name="T1" fmla="*/ 46 h 135"/>
                <a:gd name="T2" fmla="*/ 20 w 81"/>
                <a:gd name="T3" fmla="*/ 34 h 135"/>
                <a:gd name="T4" fmla="*/ 19 w 81"/>
                <a:gd name="T5" fmla="*/ 25 h 135"/>
                <a:gd name="T6" fmla="*/ 20 w 81"/>
                <a:gd name="T7" fmla="*/ 24 h 135"/>
                <a:gd name="T8" fmla="*/ 19 w 81"/>
                <a:gd name="T9" fmla="*/ 21 h 135"/>
                <a:gd name="T10" fmla="*/ 21 w 81"/>
                <a:gd name="T11" fmla="*/ 13 h 135"/>
                <a:gd name="T12" fmla="*/ 24 w 81"/>
                <a:gd name="T13" fmla="*/ 5 h 135"/>
                <a:gd name="T14" fmla="*/ 25 w 81"/>
                <a:gd name="T15" fmla="*/ 3 h 135"/>
                <a:gd name="T16" fmla="*/ 19 w 81"/>
                <a:gd name="T17" fmla="*/ 0 h 135"/>
                <a:gd name="T18" fmla="*/ 13 w 81"/>
                <a:gd name="T19" fmla="*/ 1 h 135"/>
                <a:gd name="T20" fmla="*/ 12 w 81"/>
                <a:gd name="T21" fmla="*/ 1 h 135"/>
                <a:gd name="T22" fmla="*/ 2 w 81"/>
                <a:gd name="T23" fmla="*/ 13 h 135"/>
                <a:gd name="T24" fmla="*/ 1 w 81"/>
                <a:gd name="T25" fmla="*/ 16 h 135"/>
                <a:gd name="T26" fmla="*/ 0 w 81"/>
                <a:gd name="T27" fmla="*/ 16 h 135"/>
                <a:gd name="T28" fmla="*/ 1 w 81"/>
                <a:gd name="T29" fmla="*/ 22 h 135"/>
                <a:gd name="T30" fmla="*/ 2 w 81"/>
                <a:gd name="T31" fmla="*/ 23 h 135"/>
                <a:gd name="T32" fmla="*/ 9 w 81"/>
                <a:gd name="T33" fmla="*/ 48 h 135"/>
                <a:gd name="T34" fmla="*/ 9 w 81"/>
                <a:gd name="T35" fmla="*/ 49 h 135"/>
                <a:gd name="T36" fmla="*/ 11 w 81"/>
                <a:gd name="T37" fmla="*/ 52 h 135"/>
                <a:gd name="T38" fmla="*/ 12 w 81"/>
                <a:gd name="T39" fmla="*/ 57 h 135"/>
                <a:gd name="T40" fmla="*/ 12 w 81"/>
                <a:gd name="T41" fmla="*/ 59 h 135"/>
                <a:gd name="T42" fmla="*/ 12 w 81"/>
                <a:gd name="T43" fmla="*/ 60 h 135"/>
                <a:gd name="T44" fmla="*/ 13 w 81"/>
                <a:gd name="T45" fmla="*/ 60 h 135"/>
                <a:gd name="T46" fmla="*/ 13 w 81"/>
                <a:gd name="T47" fmla="*/ 61 h 135"/>
                <a:gd name="T48" fmla="*/ 15 w 81"/>
                <a:gd name="T49" fmla="*/ 69 h 135"/>
                <a:gd name="T50" fmla="*/ 15 w 81"/>
                <a:gd name="T51" fmla="*/ 70 h 135"/>
                <a:gd name="T52" fmla="*/ 15 w 81"/>
                <a:gd name="T53" fmla="*/ 71 h 135"/>
                <a:gd name="T54" fmla="*/ 19 w 81"/>
                <a:gd name="T55" fmla="*/ 84 h 135"/>
                <a:gd name="T56" fmla="*/ 24 w 81"/>
                <a:gd name="T57" fmla="*/ 100 h 135"/>
                <a:gd name="T58" fmla="*/ 26 w 81"/>
                <a:gd name="T59" fmla="*/ 106 h 135"/>
                <a:gd name="T60" fmla="*/ 29 w 81"/>
                <a:gd name="T61" fmla="*/ 115 h 135"/>
                <a:gd name="T62" fmla="*/ 29 w 81"/>
                <a:gd name="T63" fmla="*/ 118 h 135"/>
                <a:gd name="T64" fmla="*/ 30 w 81"/>
                <a:gd name="T65" fmla="*/ 119 h 135"/>
                <a:gd name="T66" fmla="*/ 31 w 81"/>
                <a:gd name="T67" fmla="*/ 123 h 135"/>
                <a:gd name="T68" fmla="*/ 31 w 81"/>
                <a:gd name="T69" fmla="*/ 125 h 135"/>
                <a:gd name="T70" fmla="*/ 33 w 81"/>
                <a:gd name="T71" fmla="*/ 135 h 135"/>
                <a:gd name="T72" fmla="*/ 48 w 81"/>
                <a:gd name="T73" fmla="*/ 132 h 135"/>
                <a:gd name="T74" fmla="*/ 60 w 81"/>
                <a:gd name="T75" fmla="*/ 130 h 135"/>
                <a:gd name="T76" fmla="*/ 68 w 81"/>
                <a:gd name="T77" fmla="*/ 127 h 135"/>
                <a:gd name="T78" fmla="*/ 75 w 81"/>
                <a:gd name="T79" fmla="*/ 126 h 135"/>
                <a:gd name="T80" fmla="*/ 81 w 81"/>
                <a:gd name="T81" fmla="*/ 125 h 135"/>
                <a:gd name="T82" fmla="*/ 71 w 81"/>
                <a:gd name="T83" fmla="*/ 93 h 135"/>
                <a:gd name="T84" fmla="*/ 68 w 81"/>
                <a:gd name="T85" fmla="*/ 95 h 135"/>
                <a:gd name="T86" fmla="*/ 51 w 81"/>
                <a:gd name="T87" fmla="*/ 82 h 135"/>
                <a:gd name="T88" fmla="*/ 44 w 81"/>
                <a:gd name="T89" fmla="*/ 73 h 135"/>
                <a:gd name="T90" fmla="*/ 38 w 81"/>
                <a:gd name="T91" fmla="*/ 54 h 135"/>
                <a:gd name="T92" fmla="*/ 27 w 81"/>
                <a:gd name="T93" fmla="*/ 4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 h="135">
                  <a:moveTo>
                    <a:pt x="27" y="46"/>
                  </a:moveTo>
                  <a:lnTo>
                    <a:pt x="20" y="34"/>
                  </a:lnTo>
                  <a:lnTo>
                    <a:pt x="19" y="25"/>
                  </a:lnTo>
                  <a:lnTo>
                    <a:pt x="20" y="24"/>
                  </a:lnTo>
                  <a:lnTo>
                    <a:pt x="19" y="21"/>
                  </a:lnTo>
                  <a:lnTo>
                    <a:pt x="21" y="13"/>
                  </a:lnTo>
                  <a:lnTo>
                    <a:pt x="24" y="5"/>
                  </a:lnTo>
                  <a:lnTo>
                    <a:pt x="25" y="3"/>
                  </a:lnTo>
                  <a:lnTo>
                    <a:pt x="19" y="0"/>
                  </a:lnTo>
                  <a:lnTo>
                    <a:pt x="13" y="1"/>
                  </a:lnTo>
                  <a:lnTo>
                    <a:pt x="12" y="1"/>
                  </a:lnTo>
                  <a:lnTo>
                    <a:pt x="2" y="13"/>
                  </a:lnTo>
                  <a:lnTo>
                    <a:pt x="1" y="16"/>
                  </a:lnTo>
                  <a:lnTo>
                    <a:pt x="0" y="16"/>
                  </a:lnTo>
                  <a:lnTo>
                    <a:pt x="1" y="22"/>
                  </a:lnTo>
                  <a:lnTo>
                    <a:pt x="2" y="23"/>
                  </a:lnTo>
                  <a:lnTo>
                    <a:pt x="9" y="48"/>
                  </a:lnTo>
                  <a:lnTo>
                    <a:pt x="9" y="49"/>
                  </a:lnTo>
                  <a:lnTo>
                    <a:pt x="11" y="52"/>
                  </a:lnTo>
                  <a:lnTo>
                    <a:pt x="12" y="57"/>
                  </a:lnTo>
                  <a:lnTo>
                    <a:pt x="12" y="59"/>
                  </a:lnTo>
                  <a:lnTo>
                    <a:pt x="12" y="60"/>
                  </a:lnTo>
                  <a:lnTo>
                    <a:pt x="13" y="60"/>
                  </a:lnTo>
                  <a:lnTo>
                    <a:pt x="13" y="61"/>
                  </a:lnTo>
                  <a:lnTo>
                    <a:pt x="15" y="69"/>
                  </a:lnTo>
                  <a:lnTo>
                    <a:pt x="15" y="70"/>
                  </a:lnTo>
                  <a:lnTo>
                    <a:pt x="15" y="71"/>
                  </a:lnTo>
                  <a:lnTo>
                    <a:pt x="19" y="84"/>
                  </a:lnTo>
                  <a:lnTo>
                    <a:pt x="24" y="100"/>
                  </a:lnTo>
                  <a:lnTo>
                    <a:pt x="26" y="106"/>
                  </a:lnTo>
                  <a:lnTo>
                    <a:pt x="29" y="115"/>
                  </a:lnTo>
                  <a:lnTo>
                    <a:pt x="29" y="118"/>
                  </a:lnTo>
                  <a:lnTo>
                    <a:pt x="30" y="119"/>
                  </a:lnTo>
                  <a:lnTo>
                    <a:pt x="31" y="123"/>
                  </a:lnTo>
                  <a:lnTo>
                    <a:pt x="31" y="125"/>
                  </a:lnTo>
                  <a:lnTo>
                    <a:pt x="33" y="135"/>
                  </a:lnTo>
                  <a:lnTo>
                    <a:pt x="48" y="132"/>
                  </a:lnTo>
                  <a:lnTo>
                    <a:pt x="60" y="130"/>
                  </a:lnTo>
                  <a:lnTo>
                    <a:pt x="68" y="127"/>
                  </a:lnTo>
                  <a:lnTo>
                    <a:pt x="75" y="126"/>
                  </a:lnTo>
                  <a:lnTo>
                    <a:pt x="81" y="125"/>
                  </a:lnTo>
                  <a:lnTo>
                    <a:pt x="71" y="93"/>
                  </a:lnTo>
                  <a:lnTo>
                    <a:pt x="68" y="95"/>
                  </a:lnTo>
                  <a:lnTo>
                    <a:pt x="51" y="82"/>
                  </a:lnTo>
                  <a:lnTo>
                    <a:pt x="44" y="73"/>
                  </a:lnTo>
                  <a:lnTo>
                    <a:pt x="38" y="54"/>
                  </a:lnTo>
                  <a:lnTo>
                    <a:pt x="27" y="4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8" name="Freeform 8">
              <a:extLst>
                <a:ext uri="{FF2B5EF4-FFF2-40B4-BE49-F238E27FC236}">
                  <a16:creationId xmlns:a16="http://schemas.microsoft.com/office/drawing/2014/main" id="{32A3CAC5-16C9-34D3-5649-3753364936AD}"/>
                </a:ext>
              </a:extLst>
            </p:cNvPr>
            <p:cNvSpPr>
              <a:spLocks noChangeAspect="1"/>
            </p:cNvSpPr>
            <p:nvPr/>
          </p:nvSpPr>
          <p:spPr bwMode="auto">
            <a:xfrm>
              <a:off x="935" y="2429"/>
              <a:ext cx="3" cy="3"/>
            </a:xfrm>
            <a:custGeom>
              <a:avLst/>
              <a:gdLst>
                <a:gd name="T0" fmla="*/ 0 w 15"/>
                <a:gd name="T1" fmla="*/ 5 h 17"/>
                <a:gd name="T2" fmla="*/ 6 w 15"/>
                <a:gd name="T3" fmla="*/ 10 h 17"/>
                <a:gd name="T4" fmla="*/ 7 w 15"/>
                <a:gd name="T5" fmla="*/ 13 h 17"/>
                <a:gd name="T6" fmla="*/ 8 w 15"/>
                <a:gd name="T7" fmla="*/ 17 h 17"/>
                <a:gd name="T8" fmla="*/ 12 w 15"/>
                <a:gd name="T9" fmla="*/ 11 h 17"/>
                <a:gd name="T10" fmla="*/ 15 w 15"/>
                <a:gd name="T11" fmla="*/ 6 h 17"/>
                <a:gd name="T12" fmla="*/ 7 w 15"/>
                <a:gd name="T13" fmla="*/ 0 h 17"/>
                <a:gd name="T14" fmla="*/ 2 w 15"/>
                <a:gd name="T15" fmla="*/ 0 h 17"/>
                <a:gd name="T16" fmla="*/ 1 w 15"/>
                <a:gd name="T17" fmla="*/ 2 h 17"/>
                <a:gd name="T18" fmla="*/ 0 w 15"/>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7">
                  <a:moveTo>
                    <a:pt x="0" y="5"/>
                  </a:moveTo>
                  <a:lnTo>
                    <a:pt x="6" y="10"/>
                  </a:lnTo>
                  <a:lnTo>
                    <a:pt x="7" y="13"/>
                  </a:lnTo>
                  <a:lnTo>
                    <a:pt x="8" y="17"/>
                  </a:lnTo>
                  <a:lnTo>
                    <a:pt x="12" y="11"/>
                  </a:lnTo>
                  <a:lnTo>
                    <a:pt x="15" y="6"/>
                  </a:lnTo>
                  <a:lnTo>
                    <a:pt x="7" y="0"/>
                  </a:lnTo>
                  <a:lnTo>
                    <a:pt x="2" y="0"/>
                  </a:lnTo>
                  <a:lnTo>
                    <a:pt x="1" y="2"/>
                  </a:lnTo>
                  <a:lnTo>
                    <a:pt x="0" y="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9" name="Freeform 9">
              <a:extLst>
                <a:ext uri="{FF2B5EF4-FFF2-40B4-BE49-F238E27FC236}">
                  <a16:creationId xmlns:a16="http://schemas.microsoft.com/office/drawing/2014/main" id="{5A18A415-909E-1DA3-AB89-5FAF46D8A1CC}"/>
                </a:ext>
              </a:extLst>
            </p:cNvPr>
            <p:cNvSpPr>
              <a:spLocks noChangeAspect="1"/>
            </p:cNvSpPr>
            <p:nvPr/>
          </p:nvSpPr>
          <p:spPr bwMode="auto">
            <a:xfrm>
              <a:off x="902" y="2413"/>
              <a:ext cx="62" cy="31"/>
            </a:xfrm>
            <a:custGeom>
              <a:avLst/>
              <a:gdLst>
                <a:gd name="T0" fmla="*/ 99 w 346"/>
                <a:gd name="T1" fmla="*/ 35 h 175"/>
                <a:gd name="T2" fmla="*/ 145 w 346"/>
                <a:gd name="T3" fmla="*/ 26 h 175"/>
                <a:gd name="T4" fmla="*/ 163 w 346"/>
                <a:gd name="T5" fmla="*/ 23 h 175"/>
                <a:gd name="T6" fmla="*/ 184 w 346"/>
                <a:gd name="T7" fmla="*/ 18 h 175"/>
                <a:gd name="T8" fmla="*/ 198 w 346"/>
                <a:gd name="T9" fmla="*/ 15 h 175"/>
                <a:gd name="T10" fmla="*/ 213 w 346"/>
                <a:gd name="T11" fmla="*/ 12 h 175"/>
                <a:gd name="T12" fmla="*/ 234 w 346"/>
                <a:gd name="T13" fmla="*/ 7 h 175"/>
                <a:gd name="T14" fmla="*/ 259 w 346"/>
                <a:gd name="T15" fmla="*/ 1 h 175"/>
                <a:gd name="T16" fmla="*/ 267 w 346"/>
                <a:gd name="T17" fmla="*/ 7 h 175"/>
                <a:gd name="T18" fmla="*/ 276 w 346"/>
                <a:gd name="T19" fmla="*/ 36 h 175"/>
                <a:gd name="T20" fmla="*/ 277 w 346"/>
                <a:gd name="T21" fmla="*/ 44 h 175"/>
                <a:gd name="T22" fmla="*/ 280 w 346"/>
                <a:gd name="T23" fmla="*/ 53 h 175"/>
                <a:gd name="T24" fmla="*/ 284 w 346"/>
                <a:gd name="T25" fmla="*/ 68 h 175"/>
                <a:gd name="T26" fmla="*/ 294 w 346"/>
                <a:gd name="T27" fmla="*/ 99 h 175"/>
                <a:gd name="T28" fmla="*/ 296 w 346"/>
                <a:gd name="T29" fmla="*/ 107 h 175"/>
                <a:gd name="T30" fmla="*/ 313 w 346"/>
                <a:gd name="T31" fmla="*/ 116 h 175"/>
                <a:gd name="T32" fmla="*/ 340 w 346"/>
                <a:gd name="T33" fmla="*/ 110 h 175"/>
                <a:gd name="T34" fmla="*/ 342 w 346"/>
                <a:gd name="T35" fmla="*/ 152 h 175"/>
                <a:gd name="T36" fmla="*/ 314 w 346"/>
                <a:gd name="T37" fmla="*/ 162 h 175"/>
                <a:gd name="T38" fmla="*/ 295 w 346"/>
                <a:gd name="T39" fmla="*/ 175 h 175"/>
                <a:gd name="T40" fmla="*/ 291 w 346"/>
                <a:gd name="T41" fmla="*/ 144 h 175"/>
                <a:gd name="T42" fmla="*/ 285 w 346"/>
                <a:gd name="T43" fmla="*/ 144 h 175"/>
                <a:gd name="T44" fmla="*/ 278 w 346"/>
                <a:gd name="T45" fmla="*/ 145 h 175"/>
                <a:gd name="T46" fmla="*/ 250 w 346"/>
                <a:gd name="T47" fmla="*/ 126 h 175"/>
                <a:gd name="T48" fmla="*/ 262 w 346"/>
                <a:gd name="T49" fmla="*/ 110 h 175"/>
                <a:gd name="T50" fmla="*/ 246 w 346"/>
                <a:gd name="T51" fmla="*/ 101 h 175"/>
                <a:gd name="T52" fmla="*/ 249 w 346"/>
                <a:gd name="T53" fmla="*/ 85 h 175"/>
                <a:gd name="T54" fmla="*/ 248 w 346"/>
                <a:gd name="T55" fmla="*/ 78 h 175"/>
                <a:gd name="T56" fmla="*/ 244 w 346"/>
                <a:gd name="T57" fmla="*/ 65 h 175"/>
                <a:gd name="T58" fmla="*/ 258 w 346"/>
                <a:gd name="T59" fmla="*/ 36 h 175"/>
                <a:gd name="T60" fmla="*/ 247 w 346"/>
                <a:gd name="T61" fmla="*/ 35 h 175"/>
                <a:gd name="T62" fmla="*/ 234 w 346"/>
                <a:gd name="T63" fmla="*/ 44 h 175"/>
                <a:gd name="T64" fmla="*/ 223 w 346"/>
                <a:gd name="T65" fmla="*/ 61 h 175"/>
                <a:gd name="T66" fmla="*/ 230 w 346"/>
                <a:gd name="T67" fmla="*/ 104 h 175"/>
                <a:gd name="T68" fmla="*/ 250 w 346"/>
                <a:gd name="T69" fmla="*/ 138 h 175"/>
                <a:gd name="T70" fmla="*/ 252 w 346"/>
                <a:gd name="T71" fmla="*/ 150 h 175"/>
                <a:gd name="T72" fmla="*/ 252 w 346"/>
                <a:gd name="T73" fmla="*/ 163 h 175"/>
                <a:gd name="T74" fmla="*/ 223 w 346"/>
                <a:gd name="T75" fmla="*/ 157 h 175"/>
                <a:gd name="T76" fmla="*/ 213 w 346"/>
                <a:gd name="T77" fmla="*/ 155 h 175"/>
                <a:gd name="T78" fmla="*/ 193 w 346"/>
                <a:gd name="T79" fmla="*/ 150 h 175"/>
                <a:gd name="T80" fmla="*/ 190 w 346"/>
                <a:gd name="T81" fmla="*/ 125 h 175"/>
                <a:gd name="T82" fmla="*/ 193 w 346"/>
                <a:gd name="T83" fmla="*/ 117 h 175"/>
                <a:gd name="T84" fmla="*/ 194 w 346"/>
                <a:gd name="T85" fmla="*/ 109 h 175"/>
                <a:gd name="T86" fmla="*/ 201 w 346"/>
                <a:gd name="T87" fmla="*/ 97 h 175"/>
                <a:gd name="T88" fmla="*/ 187 w 346"/>
                <a:gd name="T89" fmla="*/ 93 h 175"/>
                <a:gd name="T90" fmla="*/ 175 w 346"/>
                <a:gd name="T91" fmla="*/ 92 h 175"/>
                <a:gd name="T92" fmla="*/ 164 w 346"/>
                <a:gd name="T93" fmla="*/ 87 h 175"/>
                <a:gd name="T94" fmla="*/ 152 w 346"/>
                <a:gd name="T95" fmla="*/ 72 h 175"/>
                <a:gd name="T96" fmla="*/ 134 w 346"/>
                <a:gd name="T97" fmla="*/ 68 h 175"/>
                <a:gd name="T98" fmla="*/ 123 w 346"/>
                <a:gd name="T99" fmla="*/ 53 h 175"/>
                <a:gd name="T100" fmla="*/ 106 w 346"/>
                <a:gd name="T101" fmla="*/ 44 h 175"/>
                <a:gd name="T102" fmla="*/ 84 w 346"/>
                <a:gd name="T103" fmla="*/ 47 h 175"/>
                <a:gd name="T104" fmla="*/ 76 w 346"/>
                <a:gd name="T105" fmla="*/ 60 h 175"/>
                <a:gd name="T106" fmla="*/ 62 w 346"/>
                <a:gd name="T107" fmla="*/ 61 h 175"/>
                <a:gd name="T108" fmla="*/ 33 w 346"/>
                <a:gd name="T109" fmla="*/ 72 h 175"/>
                <a:gd name="T110" fmla="*/ 21 w 346"/>
                <a:gd name="T111" fmla="*/ 89 h 175"/>
                <a:gd name="T112" fmla="*/ 8 w 346"/>
                <a:gd name="T113" fmla="*/ 104 h 175"/>
                <a:gd name="T114" fmla="*/ 0 w 346"/>
                <a:gd name="T115" fmla="*/ 54 h 175"/>
                <a:gd name="T116" fmla="*/ 6 w 346"/>
                <a:gd name="T117" fmla="*/ 53 h 175"/>
                <a:gd name="T118" fmla="*/ 40 w 346"/>
                <a:gd name="T119" fmla="*/ 47 h 175"/>
                <a:gd name="T120" fmla="*/ 48 w 346"/>
                <a:gd name="T121" fmla="*/ 45 h 175"/>
                <a:gd name="T122" fmla="*/ 79 w 346"/>
                <a:gd name="T123" fmla="*/ 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6" h="175">
                  <a:moveTo>
                    <a:pt x="81" y="38"/>
                  </a:moveTo>
                  <a:lnTo>
                    <a:pt x="88" y="37"/>
                  </a:lnTo>
                  <a:lnTo>
                    <a:pt x="99" y="35"/>
                  </a:lnTo>
                  <a:lnTo>
                    <a:pt x="106" y="33"/>
                  </a:lnTo>
                  <a:lnTo>
                    <a:pt x="142" y="26"/>
                  </a:lnTo>
                  <a:lnTo>
                    <a:pt x="145" y="26"/>
                  </a:lnTo>
                  <a:lnTo>
                    <a:pt x="147" y="25"/>
                  </a:lnTo>
                  <a:lnTo>
                    <a:pt x="156" y="24"/>
                  </a:lnTo>
                  <a:lnTo>
                    <a:pt x="163" y="23"/>
                  </a:lnTo>
                  <a:lnTo>
                    <a:pt x="175" y="20"/>
                  </a:lnTo>
                  <a:lnTo>
                    <a:pt x="178" y="19"/>
                  </a:lnTo>
                  <a:lnTo>
                    <a:pt x="184" y="18"/>
                  </a:lnTo>
                  <a:lnTo>
                    <a:pt x="186" y="18"/>
                  </a:lnTo>
                  <a:lnTo>
                    <a:pt x="194" y="15"/>
                  </a:lnTo>
                  <a:lnTo>
                    <a:pt x="198" y="15"/>
                  </a:lnTo>
                  <a:lnTo>
                    <a:pt x="207" y="13"/>
                  </a:lnTo>
                  <a:lnTo>
                    <a:pt x="210" y="12"/>
                  </a:lnTo>
                  <a:lnTo>
                    <a:pt x="213" y="12"/>
                  </a:lnTo>
                  <a:lnTo>
                    <a:pt x="214" y="12"/>
                  </a:lnTo>
                  <a:lnTo>
                    <a:pt x="232" y="7"/>
                  </a:lnTo>
                  <a:lnTo>
                    <a:pt x="234" y="7"/>
                  </a:lnTo>
                  <a:lnTo>
                    <a:pt x="241" y="6"/>
                  </a:lnTo>
                  <a:lnTo>
                    <a:pt x="252" y="3"/>
                  </a:lnTo>
                  <a:lnTo>
                    <a:pt x="259" y="1"/>
                  </a:lnTo>
                  <a:lnTo>
                    <a:pt x="265" y="0"/>
                  </a:lnTo>
                  <a:lnTo>
                    <a:pt x="266" y="6"/>
                  </a:lnTo>
                  <a:lnTo>
                    <a:pt x="267" y="7"/>
                  </a:lnTo>
                  <a:lnTo>
                    <a:pt x="274" y="32"/>
                  </a:lnTo>
                  <a:lnTo>
                    <a:pt x="274" y="33"/>
                  </a:lnTo>
                  <a:lnTo>
                    <a:pt x="276" y="36"/>
                  </a:lnTo>
                  <a:lnTo>
                    <a:pt x="277" y="41"/>
                  </a:lnTo>
                  <a:lnTo>
                    <a:pt x="277" y="43"/>
                  </a:lnTo>
                  <a:lnTo>
                    <a:pt x="277" y="44"/>
                  </a:lnTo>
                  <a:lnTo>
                    <a:pt x="278" y="44"/>
                  </a:lnTo>
                  <a:lnTo>
                    <a:pt x="278" y="45"/>
                  </a:lnTo>
                  <a:lnTo>
                    <a:pt x="280" y="53"/>
                  </a:lnTo>
                  <a:lnTo>
                    <a:pt x="280" y="54"/>
                  </a:lnTo>
                  <a:lnTo>
                    <a:pt x="280" y="55"/>
                  </a:lnTo>
                  <a:lnTo>
                    <a:pt x="284" y="68"/>
                  </a:lnTo>
                  <a:lnTo>
                    <a:pt x="289" y="84"/>
                  </a:lnTo>
                  <a:lnTo>
                    <a:pt x="291" y="90"/>
                  </a:lnTo>
                  <a:lnTo>
                    <a:pt x="294" y="99"/>
                  </a:lnTo>
                  <a:lnTo>
                    <a:pt x="294" y="102"/>
                  </a:lnTo>
                  <a:lnTo>
                    <a:pt x="295" y="103"/>
                  </a:lnTo>
                  <a:lnTo>
                    <a:pt x="296" y="107"/>
                  </a:lnTo>
                  <a:lnTo>
                    <a:pt x="296" y="109"/>
                  </a:lnTo>
                  <a:lnTo>
                    <a:pt x="298" y="119"/>
                  </a:lnTo>
                  <a:lnTo>
                    <a:pt x="313" y="116"/>
                  </a:lnTo>
                  <a:lnTo>
                    <a:pt x="325" y="114"/>
                  </a:lnTo>
                  <a:lnTo>
                    <a:pt x="333" y="111"/>
                  </a:lnTo>
                  <a:lnTo>
                    <a:pt x="340" y="110"/>
                  </a:lnTo>
                  <a:lnTo>
                    <a:pt x="346" y="109"/>
                  </a:lnTo>
                  <a:lnTo>
                    <a:pt x="346" y="116"/>
                  </a:lnTo>
                  <a:lnTo>
                    <a:pt x="342" y="152"/>
                  </a:lnTo>
                  <a:lnTo>
                    <a:pt x="330" y="157"/>
                  </a:lnTo>
                  <a:lnTo>
                    <a:pt x="325" y="158"/>
                  </a:lnTo>
                  <a:lnTo>
                    <a:pt x="314" y="162"/>
                  </a:lnTo>
                  <a:lnTo>
                    <a:pt x="312" y="167"/>
                  </a:lnTo>
                  <a:lnTo>
                    <a:pt x="306" y="167"/>
                  </a:lnTo>
                  <a:lnTo>
                    <a:pt x="295" y="175"/>
                  </a:lnTo>
                  <a:lnTo>
                    <a:pt x="296" y="153"/>
                  </a:lnTo>
                  <a:lnTo>
                    <a:pt x="288" y="155"/>
                  </a:lnTo>
                  <a:lnTo>
                    <a:pt x="291" y="144"/>
                  </a:lnTo>
                  <a:lnTo>
                    <a:pt x="286" y="141"/>
                  </a:lnTo>
                  <a:lnTo>
                    <a:pt x="285" y="141"/>
                  </a:lnTo>
                  <a:lnTo>
                    <a:pt x="285" y="144"/>
                  </a:lnTo>
                  <a:lnTo>
                    <a:pt x="280" y="140"/>
                  </a:lnTo>
                  <a:lnTo>
                    <a:pt x="279" y="133"/>
                  </a:lnTo>
                  <a:lnTo>
                    <a:pt x="278" y="145"/>
                  </a:lnTo>
                  <a:lnTo>
                    <a:pt x="268" y="146"/>
                  </a:lnTo>
                  <a:lnTo>
                    <a:pt x="261" y="141"/>
                  </a:lnTo>
                  <a:lnTo>
                    <a:pt x="250" y="126"/>
                  </a:lnTo>
                  <a:lnTo>
                    <a:pt x="258" y="122"/>
                  </a:lnTo>
                  <a:lnTo>
                    <a:pt x="252" y="113"/>
                  </a:lnTo>
                  <a:lnTo>
                    <a:pt x="262" y="110"/>
                  </a:lnTo>
                  <a:lnTo>
                    <a:pt x="253" y="102"/>
                  </a:lnTo>
                  <a:lnTo>
                    <a:pt x="248" y="109"/>
                  </a:lnTo>
                  <a:lnTo>
                    <a:pt x="246" y="101"/>
                  </a:lnTo>
                  <a:lnTo>
                    <a:pt x="254" y="90"/>
                  </a:lnTo>
                  <a:lnTo>
                    <a:pt x="248" y="81"/>
                  </a:lnTo>
                  <a:lnTo>
                    <a:pt x="249" y="85"/>
                  </a:lnTo>
                  <a:lnTo>
                    <a:pt x="243" y="90"/>
                  </a:lnTo>
                  <a:lnTo>
                    <a:pt x="242" y="73"/>
                  </a:lnTo>
                  <a:lnTo>
                    <a:pt x="248" y="78"/>
                  </a:lnTo>
                  <a:lnTo>
                    <a:pt x="253" y="75"/>
                  </a:lnTo>
                  <a:lnTo>
                    <a:pt x="252" y="66"/>
                  </a:lnTo>
                  <a:lnTo>
                    <a:pt x="244" y="65"/>
                  </a:lnTo>
                  <a:lnTo>
                    <a:pt x="243" y="57"/>
                  </a:lnTo>
                  <a:lnTo>
                    <a:pt x="249" y="41"/>
                  </a:lnTo>
                  <a:lnTo>
                    <a:pt x="258" y="36"/>
                  </a:lnTo>
                  <a:lnTo>
                    <a:pt x="254" y="19"/>
                  </a:lnTo>
                  <a:lnTo>
                    <a:pt x="248" y="21"/>
                  </a:lnTo>
                  <a:lnTo>
                    <a:pt x="247" y="35"/>
                  </a:lnTo>
                  <a:lnTo>
                    <a:pt x="240" y="42"/>
                  </a:lnTo>
                  <a:lnTo>
                    <a:pt x="238" y="48"/>
                  </a:lnTo>
                  <a:lnTo>
                    <a:pt x="234" y="44"/>
                  </a:lnTo>
                  <a:lnTo>
                    <a:pt x="232" y="49"/>
                  </a:lnTo>
                  <a:lnTo>
                    <a:pt x="232" y="55"/>
                  </a:lnTo>
                  <a:lnTo>
                    <a:pt x="223" y="61"/>
                  </a:lnTo>
                  <a:lnTo>
                    <a:pt x="231" y="67"/>
                  </a:lnTo>
                  <a:lnTo>
                    <a:pt x="235" y="79"/>
                  </a:lnTo>
                  <a:lnTo>
                    <a:pt x="230" y="104"/>
                  </a:lnTo>
                  <a:lnTo>
                    <a:pt x="232" y="108"/>
                  </a:lnTo>
                  <a:lnTo>
                    <a:pt x="240" y="128"/>
                  </a:lnTo>
                  <a:lnTo>
                    <a:pt x="250" y="138"/>
                  </a:lnTo>
                  <a:lnTo>
                    <a:pt x="249" y="145"/>
                  </a:lnTo>
                  <a:lnTo>
                    <a:pt x="253" y="145"/>
                  </a:lnTo>
                  <a:lnTo>
                    <a:pt x="252" y="150"/>
                  </a:lnTo>
                  <a:lnTo>
                    <a:pt x="259" y="161"/>
                  </a:lnTo>
                  <a:lnTo>
                    <a:pt x="262" y="169"/>
                  </a:lnTo>
                  <a:lnTo>
                    <a:pt x="252" y="163"/>
                  </a:lnTo>
                  <a:lnTo>
                    <a:pt x="249" y="165"/>
                  </a:lnTo>
                  <a:lnTo>
                    <a:pt x="236" y="156"/>
                  </a:lnTo>
                  <a:lnTo>
                    <a:pt x="223" y="157"/>
                  </a:lnTo>
                  <a:lnTo>
                    <a:pt x="218" y="151"/>
                  </a:lnTo>
                  <a:lnTo>
                    <a:pt x="217" y="156"/>
                  </a:lnTo>
                  <a:lnTo>
                    <a:pt x="213" y="155"/>
                  </a:lnTo>
                  <a:lnTo>
                    <a:pt x="205" y="144"/>
                  </a:lnTo>
                  <a:lnTo>
                    <a:pt x="195" y="146"/>
                  </a:lnTo>
                  <a:lnTo>
                    <a:pt x="193" y="150"/>
                  </a:lnTo>
                  <a:lnTo>
                    <a:pt x="187" y="151"/>
                  </a:lnTo>
                  <a:lnTo>
                    <a:pt x="184" y="137"/>
                  </a:lnTo>
                  <a:lnTo>
                    <a:pt x="190" y="125"/>
                  </a:lnTo>
                  <a:lnTo>
                    <a:pt x="189" y="121"/>
                  </a:lnTo>
                  <a:lnTo>
                    <a:pt x="190" y="120"/>
                  </a:lnTo>
                  <a:lnTo>
                    <a:pt x="193" y="117"/>
                  </a:lnTo>
                  <a:lnTo>
                    <a:pt x="195" y="113"/>
                  </a:lnTo>
                  <a:lnTo>
                    <a:pt x="194" y="110"/>
                  </a:lnTo>
                  <a:lnTo>
                    <a:pt x="194" y="109"/>
                  </a:lnTo>
                  <a:lnTo>
                    <a:pt x="194" y="108"/>
                  </a:lnTo>
                  <a:lnTo>
                    <a:pt x="198" y="102"/>
                  </a:lnTo>
                  <a:lnTo>
                    <a:pt x="201" y="97"/>
                  </a:lnTo>
                  <a:lnTo>
                    <a:pt x="193" y="91"/>
                  </a:lnTo>
                  <a:lnTo>
                    <a:pt x="188" y="91"/>
                  </a:lnTo>
                  <a:lnTo>
                    <a:pt x="187" y="93"/>
                  </a:lnTo>
                  <a:lnTo>
                    <a:pt x="186" y="96"/>
                  </a:lnTo>
                  <a:lnTo>
                    <a:pt x="183" y="93"/>
                  </a:lnTo>
                  <a:lnTo>
                    <a:pt x="175" y="92"/>
                  </a:lnTo>
                  <a:lnTo>
                    <a:pt x="174" y="89"/>
                  </a:lnTo>
                  <a:lnTo>
                    <a:pt x="168" y="87"/>
                  </a:lnTo>
                  <a:lnTo>
                    <a:pt x="164" y="87"/>
                  </a:lnTo>
                  <a:lnTo>
                    <a:pt x="152" y="84"/>
                  </a:lnTo>
                  <a:lnTo>
                    <a:pt x="156" y="74"/>
                  </a:lnTo>
                  <a:lnTo>
                    <a:pt x="152" y="72"/>
                  </a:lnTo>
                  <a:lnTo>
                    <a:pt x="140" y="68"/>
                  </a:lnTo>
                  <a:lnTo>
                    <a:pt x="138" y="67"/>
                  </a:lnTo>
                  <a:lnTo>
                    <a:pt x="134" y="68"/>
                  </a:lnTo>
                  <a:lnTo>
                    <a:pt x="132" y="67"/>
                  </a:lnTo>
                  <a:lnTo>
                    <a:pt x="130" y="60"/>
                  </a:lnTo>
                  <a:lnTo>
                    <a:pt x="123" y="53"/>
                  </a:lnTo>
                  <a:lnTo>
                    <a:pt x="117" y="42"/>
                  </a:lnTo>
                  <a:lnTo>
                    <a:pt x="109" y="45"/>
                  </a:lnTo>
                  <a:lnTo>
                    <a:pt x="106" y="44"/>
                  </a:lnTo>
                  <a:lnTo>
                    <a:pt x="98" y="39"/>
                  </a:lnTo>
                  <a:lnTo>
                    <a:pt x="90" y="47"/>
                  </a:lnTo>
                  <a:lnTo>
                    <a:pt x="84" y="47"/>
                  </a:lnTo>
                  <a:lnTo>
                    <a:pt x="81" y="48"/>
                  </a:lnTo>
                  <a:lnTo>
                    <a:pt x="81" y="50"/>
                  </a:lnTo>
                  <a:lnTo>
                    <a:pt x="76" y="60"/>
                  </a:lnTo>
                  <a:lnTo>
                    <a:pt x="74" y="60"/>
                  </a:lnTo>
                  <a:lnTo>
                    <a:pt x="64" y="60"/>
                  </a:lnTo>
                  <a:lnTo>
                    <a:pt x="62" y="61"/>
                  </a:lnTo>
                  <a:lnTo>
                    <a:pt x="50" y="54"/>
                  </a:lnTo>
                  <a:lnTo>
                    <a:pt x="39" y="73"/>
                  </a:lnTo>
                  <a:lnTo>
                    <a:pt x="33" y="72"/>
                  </a:lnTo>
                  <a:lnTo>
                    <a:pt x="26" y="84"/>
                  </a:lnTo>
                  <a:lnTo>
                    <a:pt x="22" y="86"/>
                  </a:lnTo>
                  <a:lnTo>
                    <a:pt x="21" y="89"/>
                  </a:lnTo>
                  <a:lnTo>
                    <a:pt x="15" y="96"/>
                  </a:lnTo>
                  <a:lnTo>
                    <a:pt x="9" y="104"/>
                  </a:lnTo>
                  <a:lnTo>
                    <a:pt x="8" y="104"/>
                  </a:lnTo>
                  <a:lnTo>
                    <a:pt x="3" y="73"/>
                  </a:lnTo>
                  <a:lnTo>
                    <a:pt x="3" y="72"/>
                  </a:lnTo>
                  <a:lnTo>
                    <a:pt x="0" y="54"/>
                  </a:lnTo>
                  <a:lnTo>
                    <a:pt x="2" y="54"/>
                  </a:lnTo>
                  <a:lnTo>
                    <a:pt x="4" y="54"/>
                  </a:lnTo>
                  <a:lnTo>
                    <a:pt x="6" y="53"/>
                  </a:lnTo>
                  <a:lnTo>
                    <a:pt x="28" y="49"/>
                  </a:lnTo>
                  <a:lnTo>
                    <a:pt x="31" y="48"/>
                  </a:lnTo>
                  <a:lnTo>
                    <a:pt x="40" y="47"/>
                  </a:lnTo>
                  <a:lnTo>
                    <a:pt x="43" y="45"/>
                  </a:lnTo>
                  <a:lnTo>
                    <a:pt x="45" y="45"/>
                  </a:lnTo>
                  <a:lnTo>
                    <a:pt x="48" y="45"/>
                  </a:lnTo>
                  <a:lnTo>
                    <a:pt x="68" y="41"/>
                  </a:lnTo>
                  <a:lnTo>
                    <a:pt x="70" y="41"/>
                  </a:lnTo>
                  <a:lnTo>
                    <a:pt x="79" y="39"/>
                  </a:lnTo>
                  <a:lnTo>
                    <a:pt x="81" y="3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0" name="Freeform 10">
              <a:extLst>
                <a:ext uri="{FF2B5EF4-FFF2-40B4-BE49-F238E27FC236}">
                  <a16:creationId xmlns:a16="http://schemas.microsoft.com/office/drawing/2014/main" id="{E4D0C7F4-186B-4574-B652-69789B6C2477}"/>
                </a:ext>
              </a:extLst>
            </p:cNvPr>
            <p:cNvSpPr>
              <a:spLocks noChangeAspect="1"/>
            </p:cNvSpPr>
            <p:nvPr/>
          </p:nvSpPr>
          <p:spPr bwMode="auto">
            <a:xfrm>
              <a:off x="953" y="2382"/>
              <a:ext cx="17" cy="42"/>
            </a:xfrm>
            <a:custGeom>
              <a:avLst/>
              <a:gdLst>
                <a:gd name="T0" fmla="*/ 94 w 101"/>
                <a:gd name="T1" fmla="*/ 169 h 235"/>
                <a:gd name="T2" fmla="*/ 98 w 101"/>
                <a:gd name="T3" fmla="*/ 108 h 235"/>
                <a:gd name="T4" fmla="*/ 92 w 101"/>
                <a:gd name="T5" fmla="*/ 72 h 235"/>
                <a:gd name="T6" fmla="*/ 79 w 101"/>
                <a:gd name="T7" fmla="*/ 77 h 235"/>
                <a:gd name="T8" fmla="*/ 74 w 101"/>
                <a:gd name="T9" fmla="*/ 78 h 235"/>
                <a:gd name="T10" fmla="*/ 73 w 101"/>
                <a:gd name="T11" fmla="*/ 72 h 235"/>
                <a:gd name="T12" fmla="*/ 74 w 101"/>
                <a:gd name="T13" fmla="*/ 65 h 235"/>
                <a:gd name="T14" fmla="*/ 77 w 101"/>
                <a:gd name="T15" fmla="*/ 59 h 235"/>
                <a:gd name="T16" fmla="*/ 82 w 101"/>
                <a:gd name="T17" fmla="*/ 56 h 235"/>
                <a:gd name="T18" fmla="*/ 85 w 101"/>
                <a:gd name="T19" fmla="*/ 53 h 235"/>
                <a:gd name="T20" fmla="*/ 85 w 101"/>
                <a:gd name="T21" fmla="*/ 46 h 235"/>
                <a:gd name="T22" fmla="*/ 88 w 101"/>
                <a:gd name="T23" fmla="*/ 34 h 235"/>
                <a:gd name="T24" fmla="*/ 88 w 101"/>
                <a:gd name="T25" fmla="*/ 31 h 235"/>
                <a:gd name="T26" fmla="*/ 88 w 101"/>
                <a:gd name="T27" fmla="*/ 23 h 235"/>
                <a:gd name="T28" fmla="*/ 86 w 101"/>
                <a:gd name="T29" fmla="*/ 20 h 235"/>
                <a:gd name="T30" fmla="*/ 62 w 101"/>
                <a:gd name="T31" fmla="*/ 13 h 235"/>
                <a:gd name="T32" fmla="*/ 60 w 101"/>
                <a:gd name="T33" fmla="*/ 13 h 235"/>
                <a:gd name="T34" fmla="*/ 53 w 101"/>
                <a:gd name="T35" fmla="*/ 11 h 235"/>
                <a:gd name="T36" fmla="*/ 42 w 101"/>
                <a:gd name="T37" fmla="*/ 6 h 235"/>
                <a:gd name="T38" fmla="*/ 23 w 101"/>
                <a:gd name="T39" fmla="*/ 0 h 235"/>
                <a:gd name="T40" fmla="*/ 14 w 101"/>
                <a:gd name="T41" fmla="*/ 13 h 235"/>
                <a:gd name="T42" fmla="*/ 8 w 101"/>
                <a:gd name="T43" fmla="*/ 30 h 235"/>
                <a:gd name="T44" fmla="*/ 8 w 101"/>
                <a:gd name="T45" fmla="*/ 32 h 235"/>
                <a:gd name="T46" fmla="*/ 2 w 101"/>
                <a:gd name="T47" fmla="*/ 44 h 235"/>
                <a:gd name="T48" fmla="*/ 1 w 101"/>
                <a:gd name="T49" fmla="*/ 66 h 235"/>
                <a:gd name="T50" fmla="*/ 5 w 101"/>
                <a:gd name="T51" fmla="*/ 80 h 235"/>
                <a:gd name="T52" fmla="*/ 26 w 101"/>
                <a:gd name="T53" fmla="*/ 97 h 235"/>
                <a:gd name="T54" fmla="*/ 34 w 101"/>
                <a:gd name="T55" fmla="*/ 103 h 235"/>
                <a:gd name="T56" fmla="*/ 48 w 101"/>
                <a:gd name="T57" fmla="*/ 115 h 235"/>
                <a:gd name="T58" fmla="*/ 38 w 101"/>
                <a:gd name="T59" fmla="*/ 124 h 235"/>
                <a:gd name="T60" fmla="*/ 31 w 101"/>
                <a:gd name="T61" fmla="*/ 131 h 235"/>
                <a:gd name="T62" fmla="*/ 28 w 101"/>
                <a:gd name="T63" fmla="*/ 136 h 235"/>
                <a:gd name="T64" fmla="*/ 24 w 101"/>
                <a:gd name="T65" fmla="*/ 145 h 235"/>
                <a:gd name="T66" fmla="*/ 20 w 101"/>
                <a:gd name="T67" fmla="*/ 149 h 235"/>
                <a:gd name="T68" fmla="*/ 17 w 101"/>
                <a:gd name="T69" fmla="*/ 152 h 235"/>
                <a:gd name="T70" fmla="*/ 6 w 101"/>
                <a:gd name="T71" fmla="*/ 160 h 235"/>
                <a:gd name="T72" fmla="*/ 2 w 101"/>
                <a:gd name="T73" fmla="*/ 170 h 235"/>
                <a:gd name="T74" fmla="*/ 1 w 101"/>
                <a:gd name="T75" fmla="*/ 181 h 235"/>
                <a:gd name="T76" fmla="*/ 16 w 101"/>
                <a:gd name="T77" fmla="*/ 199 h 235"/>
                <a:gd name="T78" fmla="*/ 29 w 101"/>
                <a:gd name="T79" fmla="*/ 205 h 235"/>
                <a:gd name="T80" fmla="*/ 41 w 101"/>
                <a:gd name="T81" fmla="*/ 211 h 235"/>
                <a:gd name="T82" fmla="*/ 58 w 101"/>
                <a:gd name="T83" fmla="*/ 235 h 235"/>
                <a:gd name="T84" fmla="*/ 70 w 101"/>
                <a:gd name="T85" fmla="*/ 226 h 235"/>
                <a:gd name="T86" fmla="*/ 80 w 101"/>
                <a:gd name="T87" fmla="*/ 192 h 235"/>
                <a:gd name="T88" fmla="*/ 91 w 101"/>
                <a:gd name="T89" fmla="*/ 17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 h="235">
                  <a:moveTo>
                    <a:pt x="91" y="170"/>
                  </a:moveTo>
                  <a:lnTo>
                    <a:pt x="94" y="169"/>
                  </a:lnTo>
                  <a:lnTo>
                    <a:pt x="101" y="140"/>
                  </a:lnTo>
                  <a:lnTo>
                    <a:pt x="98" y="108"/>
                  </a:lnTo>
                  <a:lnTo>
                    <a:pt x="96" y="82"/>
                  </a:lnTo>
                  <a:lnTo>
                    <a:pt x="92" y="72"/>
                  </a:lnTo>
                  <a:lnTo>
                    <a:pt x="94" y="76"/>
                  </a:lnTo>
                  <a:lnTo>
                    <a:pt x="79" y="77"/>
                  </a:lnTo>
                  <a:lnTo>
                    <a:pt x="78" y="78"/>
                  </a:lnTo>
                  <a:lnTo>
                    <a:pt x="74" y="78"/>
                  </a:lnTo>
                  <a:lnTo>
                    <a:pt x="73" y="74"/>
                  </a:lnTo>
                  <a:lnTo>
                    <a:pt x="73" y="72"/>
                  </a:lnTo>
                  <a:lnTo>
                    <a:pt x="73" y="70"/>
                  </a:lnTo>
                  <a:lnTo>
                    <a:pt x="74" y="65"/>
                  </a:lnTo>
                  <a:lnTo>
                    <a:pt x="74" y="61"/>
                  </a:lnTo>
                  <a:lnTo>
                    <a:pt x="77" y="59"/>
                  </a:lnTo>
                  <a:lnTo>
                    <a:pt x="78" y="59"/>
                  </a:lnTo>
                  <a:lnTo>
                    <a:pt x="82" y="56"/>
                  </a:lnTo>
                  <a:lnTo>
                    <a:pt x="84" y="56"/>
                  </a:lnTo>
                  <a:lnTo>
                    <a:pt x="85" y="53"/>
                  </a:lnTo>
                  <a:lnTo>
                    <a:pt x="85" y="49"/>
                  </a:lnTo>
                  <a:lnTo>
                    <a:pt x="85" y="46"/>
                  </a:lnTo>
                  <a:lnTo>
                    <a:pt x="85" y="41"/>
                  </a:lnTo>
                  <a:lnTo>
                    <a:pt x="88" y="34"/>
                  </a:lnTo>
                  <a:lnTo>
                    <a:pt x="88" y="32"/>
                  </a:lnTo>
                  <a:lnTo>
                    <a:pt x="88" y="31"/>
                  </a:lnTo>
                  <a:lnTo>
                    <a:pt x="88" y="29"/>
                  </a:lnTo>
                  <a:lnTo>
                    <a:pt x="88" y="23"/>
                  </a:lnTo>
                  <a:lnTo>
                    <a:pt x="88" y="20"/>
                  </a:lnTo>
                  <a:lnTo>
                    <a:pt x="86" y="20"/>
                  </a:lnTo>
                  <a:lnTo>
                    <a:pt x="68" y="14"/>
                  </a:lnTo>
                  <a:lnTo>
                    <a:pt x="62" y="13"/>
                  </a:lnTo>
                  <a:lnTo>
                    <a:pt x="61" y="13"/>
                  </a:lnTo>
                  <a:lnTo>
                    <a:pt x="60" y="13"/>
                  </a:lnTo>
                  <a:lnTo>
                    <a:pt x="58" y="12"/>
                  </a:lnTo>
                  <a:lnTo>
                    <a:pt x="53" y="11"/>
                  </a:lnTo>
                  <a:lnTo>
                    <a:pt x="49" y="10"/>
                  </a:lnTo>
                  <a:lnTo>
                    <a:pt x="42" y="6"/>
                  </a:lnTo>
                  <a:lnTo>
                    <a:pt x="35" y="4"/>
                  </a:lnTo>
                  <a:lnTo>
                    <a:pt x="23" y="0"/>
                  </a:lnTo>
                  <a:lnTo>
                    <a:pt x="19" y="2"/>
                  </a:lnTo>
                  <a:lnTo>
                    <a:pt x="14" y="13"/>
                  </a:lnTo>
                  <a:lnTo>
                    <a:pt x="14" y="20"/>
                  </a:lnTo>
                  <a:lnTo>
                    <a:pt x="8" y="30"/>
                  </a:lnTo>
                  <a:lnTo>
                    <a:pt x="10" y="29"/>
                  </a:lnTo>
                  <a:lnTo>
                    <a:pt x="8" y="32"/>
                  </a:lnTo>
                  <a:lnTo>
                    <a:pt x="1" y="42"/>
                  </a:lnTo>
                  <a:lnTo>
                    <a:pt x="2" y="44"/>
                  </a:lnTo>
                  <a:lnTo>
                    <a:pt x="8" y="52"/>
                  </a:lnTo>
                  <a:lnTo>
                    <a:pt x="1" y="66"/>
                  </a:lnTo>
                  <a:lnTo>
                    <a:pt x="5" y="79"/>
                  </a:lnTo>
                  <a:lnTo>
                    <a:pt x="5" y="80"/>
                  </a:lnTo>
                  <a:lnTo>
                    <a:pt x="11" y="82"/>
                  </a:lnTo>
                  <a:lnTo>
                    <a:pt x="26" y="97"/>
                  </a:lnTo>
                  <a:lnTo>
                    <a:pt x="28" y="101"/>
                  </a:lnTo>
                  <a:lnTo>
                    <a:pt x="34" y="103"/>
                  </a:lnTo>
                  <a:lnTo>
                    <a:pt x="37" y="108"/>
                  </a:lnTo>
                  <a:lnTo>
                    <a:pt x="48" y="115"/>
                  </a:lnTo>
                  <a:lnTo>
                    <a:pt x="43" y="119"/>
                  </a:lnTo>
                  <a:lnTo>
                    <a:pt x="38" y="124"/>
                  </a:lnTo>
                  <a:lnTo>
                    <a:pt x="32" y="128"/>
                  </a:lnTo>
                  <a:lnTo>
                    <a:pt x="31" y="131"/>
                  </a:lnTo>
                  <a:lnTo>
                    <a:pt x="28" y="134"/>
                  </a:lnTo>
                  <a:lnTo>
                    <a:pt x="28" y="136"/>
                  </a:lnTo>
                  <a:lnTo>
                    <a:pt x="24" y="139"/>
                  </a:lnTo>
                  <a:lnTo>
                    <a:pt x="24" y="145"/>
                  </a:lnTo>
                  <a:lnTo>
                    <a:pt x="24" y="146"/>
                  </a:lnTo>
                  <a:lnTo>
                    <a:pt x="20" y="149"/>
                  </a:lnTo>
                  <a:lnTo>
                    <a:pt x="19" y="150"/>
                  </a:lnTo>
                  <a:lnTo>
                    <a:pt x="17" y="152"/>
                  </a:lnTo>
                  <a:lnTo>
                    <a:pt x="8" y="156"/>
                  </a:lnTo>
                  <a:lnTo>
                    <a:pt x="6" y="160"/>
                  </a:lnTo>
                  <a:lnTo>
                    <a:pt x="5" y="162"/>
                  </a:lnTo>
                  <a:lnTo>
                    <a:pt x="2" y="170"/>
                  </a:lnTo>
                  <a:lnTo>
                    <a:pt x="0" y="178"/>
                  </a:lnTo>
                  <a:lnTo>
                    <a:pt x="1" y="181"/>
                  </a:lnTo>
                  <a:lnTo>
                    <a:pt x="4" y="191"/>
                  </a:lnTo>
                  <a:lnTo>
                    <a:pt x="16" y="199"/>
                  </a:lnTo>
                  <a:lnTo>
                    <a:pt x="26" y="206"/>
                  </a:lnTo>
                  <a:lnTo>
                    <a:pt x="29" y="205"/>
                  </a:lnTo>
                  <a:lnTo>
                    <a:pt x="41" y="212"/>
                  </a:lnTo>
                  <a:lnTo>
                    <a:pt x="41" y="211"/>
                  </a:lnTo>
                  <a:lnTo>
                    <a:pt x="56" y="211"/>
                  </a:lnTo>
                  <a:lnTo>
                    <a:pt x="58" y="235"/>
                  </a:lnTo>
                  <a:lnTo>
                    <a:pt x="64" y="233"/>
                  </a:lnTo>
                  <a:lnTo>
                    <a:pt x="70" y="226"/>
                  </a:lnTo>
                  <a:lnTo>
                    <a:pt x="80" y="193"/>
                  </a:lnTo>
                  <a:lnTo>
                    <a:pt x="80" y="192"/>
                  </a:lnTo>
                  <a:lnTo>
                    <a:pt x="92" y="172"/>
                  </a:lnTo>
                  <a:lnTo>
                    <a:pt x="91" y="17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3" name="Freeform 11">
              <a:extLst>
                <a:ext uri="{FF2B5EF4-FFF2-40B4-BE49-F238E27FC236}">
                  <a16:creationId xmlns:a16="http://schemas.microsoft.com/office/drawing/2014/main" id="{4BE1D3EA-36D9-D8FF-9E6B-DD34CED0C11A}"/>
                </a:ext>
              </a:extLst>
            </p:cNvPr>
            <p:cNvSpPr>
              <a:spLocks noChangeAspect="1"/>
            </p:cNvSpPr>
            <p:nvPr/>
          </p:nvSpPr>
          <p:spPr bwMode="auto">
            <a:xfrm>
              <a:off x="882" y="2373"/>
              <a:ext cx="79" cy="52"/>
            </a:xfrm>
            <a:custGeom>
              <a:avLst/>
              <a:gdLst>
                <a:gd name="T0" fmla="*/ 299 w 445"/>
                <a:gd name="T1" fmla="*/ 241 h 291"/>
                <a:gd name="T2" fmla="*/ 320 w 445"/>
                <a:gd name="T3" fmla="*/ 236 h 291"/>
                <a:gd name="T4" fmla="*/ 327 w 445"/>
                <a:gd name="T5" fmla="*/ 235 h 291"/>
                <a:gd name="T6" fmla="*/ 354 w 445"/>
                <a:gd name="T7" fmla="*/ 229 h 291"/>
                <a:gd name="T8" fmla="*/ 378 w 445"/>
                <a:gd name="T9" fmla="*/ 223 h 291"/>
                <a:gd name="T10" fmla="*/ 390 w 445"/>
                <a:gd name="T11" fmla="*/ 208 h 291"/>
                <a:gd name="T12" fmla="*/ 403 w 445"/>
                <a:gd name="T13" fmla="*/ 210 h 291"/>
                <a:gd name="T14" fmla="*/ 416 w 445"/>
                <a:gd name="T15" fmla="*/ 200 h 291"/>
                <a:gd name="T16" fmla="*/ 421 w 445"/>
                <a:gd name="T17" fmla="*/ 195 h 291"/>
                <a:gd name="T18" fmla="*/ 425 w 445"/>
                <a:gd name="T19" fmla="*/ 184 h 291"/>
                <a:gd name="T20" fmla="*/ 435 w 445"/>
                <a:gd name="T21" fmla="*/ 174 h 291"/>
                <a:gd name="T22" fmla="*/ 434 w 445"/>
                <a:gd name="T23" fmla="*/ 158 h 291"/>
                <a:gd name="T24" fmla="*/ 423 w 445"/>
                <a:gd name="T25" fmla="*/ 147 h 291"/>
                <a:gd name="T26" fmla="*/ 402 w 445"/>
                <a:gd name="T27" fmla="*/ 129 h 291"/>
                <a:gd name="T28" fmla="*/ 399 w 445"/>
                <a:gd name="T29" fmla="*/ 94 h 291"/>
                <a:gd name="T30" fmla="*/ 407 w 445"/>
                <a:gd name="T31" fmla="*/ 79 h 291"/>
                <a:gd name="T32" fmla="*/ 411 w 445"/>
                <a:gd name="T33" fmla="*/ 63 h 291"/>
                <a:gd name="T34" fmla="*/ 420 w 445"/>
                <a:gd name="T35" fmla="*/ 49 h 291"/>
                <a:gd name="T36" fmla="*/ 396 w 445"/>
                <a:gd name="T37" fmla="*/ 40 h 291"/>
                <a:gd name="T38" fmla="*/ 386 w 445"/>
                <a:gd name="T39" fmla="*/ 19 h 291"/>
                <a:gd name="T40" fmla="*/ 371 w 445"/>
                <a:gd name="T41" fmla="*/ 12 h 291"/>
                <a:gd name="T42" fmla="*/ 351 w 445"/>
                <a:gd name="T43" fmla="*/ 2 h 291"/>
                <a:gd name="T44" fmla="*/ 308 w 445"/>
                <a:gd name="T45" fmla="*/ 12 h 291"/>
                <a:gd name="T46" fmla="*/ 297 w 445"/>
                <a:gd name="T47" fmla="*/ 14 h 291"/>
                <a:gd name="T48" fmla="*/ 260 w 445"/>
                <a:gd name="T49" fmla="*/ 21 h 291"/>
                <a:gd name="T50" fmla="*/ 248 w 445"/>
                <a:gd name="T51" fmla="*/ 24 h 291"/>
                <a:gd name="T52" fmla="*/ 203 w 445"/>
                <a:gd name="T53" fmla="*/ 33 h 291"/>
                <a:gd name="T54" fmla="*/ 182 w 445"/>
                <a:gd name="T55" fmla="*/ 38 h 291"/>
                <a:gd name="T56" fmla="*/ 158 w 445"/>
                <a:gd name="T57" fmla="*/ 43 h 291"/>
                <a:gd name="T58" fmla="*/ 116 w 445"/>
                <a:gd name="T59" fmla="*/ 51 h 291"/>
                <a:gd name="T60" fmla="*/ 105 w 445"/>
                <a:gd name="T61" fmla="*/ 52 h 291"/>
                <a:gd name="T62" fmla="*/ 73 w 445"/>
                <a:gd name="T63" fmla="*/ 60 h 291"/>
                <a:gd name="T64" fmla="*/ 53 w 445"/>
                <a:gd name="T65" fmla="*/ 63 h 291"/>
                <a:gd name="T66" fmla="*/ 5 w 445"/>
                <a:gd name="T67" fmla="*/ 72 h 291"/>
                <a:gd name="T68" fmla="*/ 2 w 445"/>
                <a:gd name="T69" fmla="*/ 86 h 291"/>
                <a:gd name="T70" fmla="*/ 8 w 445"/>
                <a:gd name="T71" fmla="*/ 120 h 291"/>
                <a:gd name="T72" fmla="*/ 11 w 445"/>
                <a:gd name="T73" fmla="*/ 140 h 291"/>
                <a:gd name="T74" fmla="*/ 17 w 445"/>
                <a:gd name="T75" fmla="*/ 170 h 291"/>
                <a:gd name="T76" fmla="*/ 19 w 445"/>
                <a:gd name="T77" fmla="*/ 182 h 291"/>
                <a:gd name="T78" fmla="*/ 23 w 445"/>
                <a:gd name="T79" fmla="*/ 202 h 291"/>
                <a:gd name="T80" fmla="*/ 25 w 445"/>
                <a:gd name="T81" fmla="*/ 218 h 291"/>
                <a:gd name="T82" fmla="*/ 26 w 445"/>
                <a:gd name="T83" fmla="*/ 225 h 291"/>
                <a:gd name="T84" fmla="*/ 30 w 445"/>
                <a:gd name="T85" fmla="*/ 248 h 291"/>
                <a:gd name="T86" fmla="*/ 32 w 445"/>
                <a:gd name="T87" fmla="*/ 262 h 291"/>
                <a:gd name="T88" fmla="*/ 37 w 445"/>
                <a:gd name="T89" fmla="*/ 288 h 291"/>
                <a:gd name="T90" fmla="*/ 38 w 445"/>
                <a:gd name="T91" fmla="*/ 290 h 291"/>
                <a:gd name="T92" fmla="*/ 48 w 445"/>
                <a:gd name="T93" fmla="*/ 289 h 291"/>
                <a:gd name="T94" fmla="*/ 89 w 445"/>
                <a:gd name="T95" fmla="*/ 282 h 291"/>
                <a:gd name="T96" fmla="*/ 108 w 445"/>
                <a:gd name="T97" fmla="*/ 278 h 291"/>
                <a:gd name="T98" fmla="*/ 117 w 445"/>
                <a:gd name="T99" fmla="*/ 277 h 291"/>
                <a:gd name="T100" fmla="*/ 144 w 445"/>
                <a:gd name="T101" fmla="*/ 271 h 291"/>
                <a:gd name="T102" fmla="*/ 158 w 445"/>
                <a:gd name="T103" fmla="*/ 268 h 291"/>
                <a:gd name="T104" fmla="*/ 183 w 445"/>
                <a:gd name="T105" fmla="*/ 264 h 291"/>
                <a:gd name="T106" fmla="*/ 201 w 445"/>
                <a:gd name="T107" fmla="*/ 260 h 291"/>
                <a:gd name="T108" fmla="*/ 255 w 445"/>
                <a:gd name="T109" fmla="*/ 249 h 291"/>
                <a:gd name="T110" fmla="*/ 269 w 445"/>
                <a:gd name="T111" fmla="*/ 247 h 291"/>
                <a:gd name="T112" fmla="*/ 291 w 445"/>
                <a:gd name="T113" fmla="*/ 24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5" h="291">
                  <a:moveTo>
                    <a:pt x="291" y="242"/>
                  </a:moveTo>
                  <a:lnTo>
                    <a:pt x="297" y="241"/>
                  </a:lnTo>
                  <a:lnTo>
                    <a:pt x="299" y="241"/>
                  </a:lnTo>
                  <a:lnTo>
                    <a:pt x="307" y="238"/>
                  </a:lnTo>
                  <a:lnTo>
                    <a:pt x="311" y="238"/>
                  </a:lnTo>
                  <a:lnTo>
                    <a:pt x="320" y="236"/>
                  </a:lnTo>
                  <a:lnTo>
                    <a:pt x="323" y="235"/>
                  </a:lnTo>
                  <a:lnTo>
                    <a:pt x="326" y="235"/>
                  </a:lnTo>
                  <a:lnTo>
                    <a:pt x="327" y="235"/>
                  </a:lnTo>
                  <a:lnTo>
                    <a:pt x="345" y="230"/>
                  </a:lnTo>
                  <a:lnTo>
                    <a:pt x="347" y="230"/>
                  </a:lnTo>
                  <a:lnTo>
                    <a:pt x="354" y="229"/>
                  </a:lnTo>
                  <a:lnTo>
                    <a:pt x="365" y="226"/>
                  </a:lnTo>
                  <a:lnTo>
                    <a:pt x="372" y="224"/>
                  </a:lnTo>
                  <a:lnTo>
                    <a:pt x="378" y="223"/>
                  </a:lnTo>
                  <a:lnTo>
                    <a:pt x="379" y="223"/>
                  </a:lnTo>
                  <a:lnTo>
                    <a:pt x="380" y="220"/>
                  </a:lnTo>
                  <a:lnTo>
                    <a:pt x="390" y="208"/>
                  </a:lnTo>
                  <a:lnTo>
                    <a:pt x="391" y="208"/>
                  </a:lnTo>
                  <a:lnTo>
                    <a:pt x="397" y="207"/>
                  </a:lnTo>
                  <a:lnTo>
                    <a:pt x="403" y="210"/>
                  </a:lnTo>
                  <a:lnTo>
                    <a:pt x="405" y="206"/>
                  </a:lnTo>
                  <a:lnTo>
                    <a:pt x="414" y="202"/>
                  </a:lnTo>
                  <a:lnTo>
                    <a:pt x="416" y="200"/>
                  </a:lnTo>
                  <a:lnTo>
                    <a:pt x="417" y="199"/>
                  </a:lnTo>
                  <a:lnTo>
                    <a:pt x="421" y="196"/>
                  </a:lnTo>
                  <a:lnTo>
                    <a:pt x="421" y="195"/>
                  </a:lnTo>
                  <a:lnTo>
                    <a:pt x="421" y="189"/>
                  </a:lnTo>
                  <a:lnTo>
                    <a:pt x="425" y="186"/>
                  </a:lnTo>
                  <a:lnTo>
                    <a:pt x="425" y="184"/>
                  </a:lnTo>
                  <a:lnTo>
                    <a:pt x="428" y="181"/>
                  </a:lnTo>
                  <a:lnTo>
                    <a:pt x="429" y="178"/>
                  </a:lnTo>
                  <a:lnTo>
                    <a:pt x="435" y="174"/>
                  </a:lnTo>
                  <a:lnTo>
                    <a:pt x="440" y="169"/>
                  </a:lnTo>
                  <a:lnTo>
                    <a:pt x="445" y="165"/>
                  </a:lnTo>
                  <a:lnTo>
                    <a:pt x="434" y="158"/>
                  </a:lnTo>
                  <a:lnTo>
                    <a:pt x="431" y="153"/>
                  </a:lnTo>
                  <a:lnTo>
                    <a:pt x="425" y="151"/>
                  </a:lnTo>
                  <a:lnTo>
                    <a:pt x="423" y="147"/>
                  </a:lnTo>
                  <a:lnTo>
                    <a:pt x="408" y="132"/>
                  </a:lnTo>
                  <a:lnTo>
                    <a:pt x="402" y="130"/>
                  </a:lnTo>
                  <a:lnTo>
                    <a:pt x="402" y="129"/>
                  </a:lnTo>
                  <a:lnTo>
                    <a:pt x="398" y="116"/>
                  </a:lnTo>
                  <a:lnTo>
                    <a:pt x="405" y="102"/>
                  </a:lnTo>
                  <a:lnTo>
                    <a:pt x="399" y="94"/>
                  </a:lnTo>
                  <a:lnTo>
                    <a:pt x="398" y="92"/>
                  </a:lnTo>
                  <a:lnTo>
                    <a:pt x="405" y="82"/>
                  </a:lnTo>
                  <a:lnTo>
                    <a:pt x="407" y="79"/>
                  </a:lnTo>
                  <a:lnTo>
                    <a:pt x="405" y="80"/>
                  </a:lnTo>
                  <a:lnTo>
                    <a:pt x="411" y="70"/>
                  </a:lnTo>
                  <a:lnTo>
                    <a:pt x="411" y="63"/>
                  </a:lnTo>
                  <a:lnTo>
                    <a:pt x="416" y="52"/>
                  </a:lnTo>
                  <a:lnTo>
                    <a:pt x="420" y="50"/>
                  </a:lnTo>
                  <a:lnTo>
                    <a:pt x="420" y="49"/>
                  </a:lnTo>
                  <a:lnTo>
                    <a:pt x="415" y="44"/>
                  </a:lnTo>
                  <a:lnTo>
                    <a:pt x="405" y="45"/>
                  </a:lnTo>
                  <a:lnTo>
                    <a:pt x="396" y="40"/>
                  </a:lnTo>
                  <a:lnTo>
                    <a:pt x="389" y="33"/>
                  </a:lnTo>
                  <a:lnTo>
                    <a:pt x="390" y="31"/>
                  </a:lnTo>
                  <a:lnTo>
                    <a:pt x="386" y="19"/>
                  </a:lnTo>
                  <a:lnTo>
                    <a:pt x="378" y="10"/>
                  </a:lnTo>
                  <a:lnTo>
                    <a:pt x="377" y="9"/>
                  </a:lnTo>
                  <a:lnTo>
                    <a:pt x="371" y="12"/>
                  </a:lnTo>
                  <a:lnTo>
                    <a:pt x="360" y="0"/>
                  </a:lnTo>
                  <a:lnTo>
                    <a:pt x="359" y="0"/>
                  </a:lnTo>
                  <a:lnTo>
                    <a:pt x="351" y="2"/>
                  </a:lnTo>
                  <a:lnTo>
                    <a:pt x="330" y="7"/>
                  </a:lnTo>
                  <a:lnTo>
                    <a:pt x="315" y="10"/>
                  </a:lnTo>
                  <a:lnTo>
                    <a:pt x="308" y="12"/>
                  </a:lnTo>
                  <a:lnTo>
                    <a:pt x="307" y="12"/>
                  </a:lnTo>
                  <a:lnTo>
                    <a:pt x="305" y="12"/>
                  </a:lnTo>
                  <a:lnTo>
                    <a:pt x="297" y="14"/>
                  </a:lnTo>
                  <a:lnTo>
                    <a:pt x="289" y="15"/>
                  </a:lnTo>
                  <a:lnTo>
                    <a:pt x="277" y="18"/>
                  </a:lnTo>
                  <a:lnTo>
                    <a:pt x="260" y="21"/>
                  </a:lnTo>
                  <a:lnTo>
                    <a:pt x="254" y="22"/>
                  </a:lnTo>
                  <a:lnTo>
                    <a:pt x="251" y="24"/>
                  </a:lnTo>
                  <a:lnTo>
                    <a:pt x="248" y="24"/>
                  </a:lnTo>
                  <a:lnTo>
                    <a:pt x="240" y="26"/>
                  </a:lnTo>
                  <a:lnTo>
                    <a:pt x="210" y="32"/>
                  </a:lnTo>
                  <a:lnTo>
                    <a:pt x="203" y="33"/>
                  </a:lnTo>
                  <a:lnTo>
                    <a:pt x="197" y="36"/>
                  </a:lnTo>
                  <a:lnTo>
                    <a:pt x="193" y="36"/>
                  </a:lnTo>
                  <a:lnTo>
                    <a:pt x="182" y="38"/>
                  </a:lnTo>
                  <a:lnTo>
                    <a:pt x="167" y="40"/>
                  </a:lnTo>
                  <a:lnTo>
                    <a:pt x="162" y="42"/>
                  </a:lnTo>
                  <a:lnTo>
                    <a:pt x="158" y="43"/>
                  </a:lnTo>
                  <a:lnTo>
                    <a:pt x="155" y="43"/>
                  </a:lnTo>
                  <a:lnTo>
                    <a:pt x="132" y="48"/>
                  </a:lnTo>
                  <a:lnTo>
                    <a:pt x="116" y="51"/>
                  </a:lnTo>
                  <a:lnTo>
                    <a:pt x="111" y="51"/>
                  </a:lnTo>
                  <a:lnTo>
                    <a:pt x="107" y="52"/>
                  </a:lnTo>
                  <a:lnTo>
                    <a:pt x="105" y="52"/>
                  </a:lnTo>
                  <a:lnTo>
                    <a:pt x="102" y="54"/>
                  </a:lnTo>
                  <a:lnTo>
                    <a:pt x="93" y="55"/>
                  </a:lnTo>
                  <a:lnTo>
                    <a:pt x="73" y="60"/>
                  </a:lnTo>
                  <a:lnTo>
                    <a:pt x="63" y="61"/>
                  </a:lnTo>
                  <a:lnTo>
                    <a:pt x="60" y="61"/>
                  </a:lnTo>
                  <a:lnTo>
                    <a:pt x="53" y="63"/>
                  </a:lnTo>
                  <a:lnTo>
                    <a:pt x="48" y="37"/>
                  </a:lnTo>
                  <a:lnTo>
                    <a:pt x="23" y="56"/>
                  </a:lnTo>
                  <a:lnTo>
                    <a:pt x="5" y="72"/>
                  </a:lnTo>
                  <a:lnTo>
                    <a:pt x="0" y="74"/>
                  </a:lnTo>
                  <a:lnTo>
                    <a:pt x="1" y="84"/>
                  </a:lnTo>
                  <a:lnTo>
                    <a:pt x="2" y="86"/>
                  </a:lnTo>
                  <a:lnTo>
                    <a:pt x="5" y="99"/>
                  </a:lnTo>
                  <a:lnTo>
                    <a:pt x="6" y="108"/>
                  </a:lnTo>
                  <a:lnTo>
                    <a:pt x="8" y="120"/>
                  </a:lnTo>
                  <a:lnTo>
                    <a:pt x="8" y="121"/>
                  </a:lnTo>
                  <a:lnTo>
                    <a:pt x="9" y="132"/>
                  </a:lnTo>
                  <a:lnTo>
                    <a:pt x="11" y="140"/>
                  </a:lnTo>
                  <a:lnTo>
                    <a:pt x="14" y="156"/>
                  </a:lnTo>
                  <a:lnTo>
                    <a:pt x="15" y="168"/>
                  </a:lnTo>
                  <a:lnTo>
                    <a:pt x="17" y="170"/>
                  </a:lnTo>
                  <a:lnTo>
                    <a:pt x="18" y="177"/>
                  </a:lnTo>
                  <a:lnTo>
                    <a:pt x="18" y="180"/>
                  </a:lnTo>
                  <a:lnTo>
                    <a:pt x="19" y="182"/>
                  </a:lnTo>
                  <a:lnTo>
                    <a:pt x="19" y="188"/>
                  </a:lnTo>
                  <a:lnTo>
                    <a:pt x="20" y="194"/>
                  </a:lnTo>
                  <a:lnTo>
                    <a:pt x="23" y="202"/>
                  </a:lnTo>
                  <a:lnTo>
                    <a:pt x="23" y="204"/>
                  </a:lnTo>
                  <a:lnTo>
                    <a:pt x="23" y="207"/>
                  </a:lnTo>
                  <a:lnTo>
                    <a:pt x="25" y="218"/>
                  </a:lnTo>
                  <a:lnTo>
                    <a:pt x="25" y="219"/>
                  </a:lnTo>
                  <a:lnTo>
                    <a:pt x="25" y="223"/>
                  </a:lnTo>
                  <a:lnTo>
                    <a:pt x="26" y="225"/>
                  </a:lnTo>
                  <a:lnTo>
                    <a:pt x="29" y="240"/>
                  </a:lnTo>
                  <a:lnTo>
                    <a:pt x="29" y="242"/>
                  </a:lnTo>
                  <a:lnTo>
                    <a:pt x="30" y="248"/>
                  </a:lnTo>
                  <a:lnTo>
                    <a:pt x="30" y="250"/>
                  </a:lnTo>
                  <a:lnTo>
                    <a:pt x="32" y="258"/>
                  </a:lnTo>
                  <a:lnTo>
                    <a:pt x="32" y="262"/>
                  </a:lnTo>
                  <a:lnTo>
                    <a:pt x="32" y="264"/>
                  </a:lnTo>
                  <a:lnTo>
                    <a:pt x="33" y="267"/>
                  </a:lnTo>
                  <a:lnTo>
                    <a:pt x="37" y="288"/>
                  </a:lnTo>
                  <a:lnTo>
                    <a:pt x="37" y="289"/>
                  </a:lnTo>
                  <a:lnTo>
                    <a:pt x="37" y="291"/>
                  </a:lnTo>
                  <a:lnTo>
                    <a:pt x="38" y="290"/>
                  </a:lnTo>
                  <a:lnTo>
                    <a:pt x="44" y="290"/>
                  </a:lnTo>
                  <a:lnTo>
                    <a:pt x="47" y="289"/>
                  </a:lnTo>
                  <a:lnTo>
                    <a:pt x="48" y="289"/>
                  </a:lnTo>
                  <a:lnTo>
                    <a:pt x="81" y="283"/>
                  </a:lnTo>
                  <a:lnTo>
                    <a:pt x="84" y="283"/>
                  </a:lnTo>
                  <a:lnTo>
                    <a:pt x="89" y="282"/>
                  </a:lnTo>
                  <a:lnTo>
                    <a:pt x="92" y="282"/>
                  </a:lnTo>
                  <a:lnTo>
                    <a:pt x="105" y="279"/>
                  </a:lnTo>
                  <a:lnTo>
                    <a:pt x="108" y="278"/>
                  </a:lnTo>
                  <a:lnTo>
                    <a:pt x="113" y="277"/>
                  </a:lnTo>
                  <a:lnTo>
                    <a:pt x="115" y="277"/>
                  </a:lnTo>
                  <a:lnTo>
                    <a:pt x="117" y="277"/>
                  </a:lnTo>
                  <a:lnTo>
                    <a:pt x="119" y="276"/>
                  </a:lnTo>
                  <a:lnTo>
                    <a:pt x="141" y="272"/>
                  </a:lnTo>
                  <a:lnTo>
                    <a:pt x="144" y="271"/>
                  </a:lnTo>
                  <a:lnTo>
                    <a:pt x="153" y="270"/>
                  </a:lnTo>
                  <a:lnTo>
                    <a:pt x="156" y="268"/>
                  </a:lnTo>
                  <a:lnTo>
                    <a:pt x="158" y="268"/>
                  </a:lnTo>
                  <a:lnTo>
                    <a:pt x="161" y="268"/>
                  </a:lnTo>
                  <a:lnTo>
                    <a:pt x="181" y="264"/>
                  </a:lnTo>
                  <a:lnTo>
                    <a:pt x="183" y="264"/>
                  </a:lnTo>
                  <a:lnTo>
                    <a:pt x="192" y="262"/>
                  </a:lnTo>
                  <a:lnTo>
                    <a:pt x="194" y="261"/>
                  </a:lnTo>
                  <a:lnTo>
                    <a:pt x="201" y="260"/>
                  </a:lnTo>
                  <a:lnTo>
                    <a:pt x="212" y="258"/>
                  </a:lnTo>
                  <a:lnTo>
                    <a:pt x="219" y="256"/>
                  </a:lnTo>
                  <a:lnTo>
                    <a:pt x="255" y="249"/>
                  </a:lnTo>
                  <a:lnTo>
                    <a:pt x="258" y="249"/>
                  </a:lnTo>
                  <a:lnTo>
                    <a:pt x="260" y="248"/>
                  </a:lnTo>
                  <a:lnTo>
                    <a:pt x="269" y="247"/>
                  </a:lnTo>
                  <a:lnTo>
                    <a:pt x="276" y="246"/>
                  </a:lnTo>
                  <a:lnTo>
                    <a:pt x="288" y="243"/>
                  </a:lnTo>
                  <a:lnTo>
                    <a:pt x="291" y="24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4" name="Freeform 12">
              <a:extLst>
                <a:ext uri="{FF2B5EF4-FFF2-40B4-BE49-F238E27FC236}">
                  <a16:creationId xmlns:a16="http://schemas.microsoft.com/office/drawing/2014/main" id="{5460AFA0-48B0-8079-F23F-B3D7BF3042B1}"/>
                </a:ext>
              </a:extLst>
            </p:cNvPr>
            <p:cNvSpPr>
              <a:spLocks noChangeAspect="1"/>
            </p:cNvSpPr>
            <p:nvPr/>
          </p:nvSpPr>
          <p:spPr bwMode="auto">
            <a:xfrm>
              <a:off x="855" y="2424"/>
              <a:ext cx="105" cy="61"/>
            </a:xfrm>
            <a:custGeom>
              <a:avLst/>
              <a:gdLst>
                <a:gd name="T0" fmla="*/ 545 w 589"/>
                <a:gd name="T1" fmla="*/ 195 h 342"/>
                <a:gd name="T2" fmla="*/ 552 w 589"/>
                <a:gd name="T3" fmla="*/ 208 h 342"/>
                <a:gd name="T4" fmla="*/ 589 w 589"/>
                <a:gd name="T5" fmla="*/ 240 h 342"/>
                <a:gd name="T6" fmla="*/ 558 w 589"/>
                <a:gd name="T7" fmla="*/ 248 h 342"/>
                <a:gd name="T8" fmla="*/ 542 w 589"/>
                <a:gd name="T9" fmla="*/ 251 h 342"/>
                <a:gd name="T10" fmla="*/ 514 w 589"/>
                <a:gd name="T11" fmla="*/ 257 h 342"/>
                <a:gd name="T12" fmla="*/ 494 w 589"/>
                <a:gd name="T13" fmla="*/ 262 h 342"/>
                <a:gd name="T14" fmla="*/ 463 w 589"/>
                <a:gd name="T15" fmla="*/ 268 h 342"/>
                <a:gd name="T16" fmla="*/ 440 w 589"/>
                <a:gd name="T17" fmla="*/ 273 h 342"/>
                <a:gd name="T18" fmla="*/ 426 w 589"/>
                <a:gd name="T19" fmla="*/ 276 h 342"/>
                <a:gd name="T20" fmla="*/ 401 w 589"/>
                <a:gd name="T21" fmla="*/ 281 h 342"/>
                <a:gd name="T22" fmla="*/ 383 w 589"/>
                <a:gd name="T23" fmla="*/ 285 h 342"/>
                <a:gd name="T24" fmla="*/ 370 w 589"/>
                <a:gd name="T25" fmla="*/ 287 h 342"/>
                <a:gd name="T26" fmla="*/ 337 w 589"/>
                <a:gd name="T27" fmla="*/ 293 h 342"/>
                <a:gd name="T28" fmla="*/ 312 w 589"/>
                <a:gd name="T29" fmla="*/ 298 h 342"/>
                <a:gd name="T30" fmla="*/ 278 w 589"/>
                <a:gd name="T31" fmla="*/ 304 h 342"/>
                <a:gd name="T32" fmla="*/ 257 w 589"/>
                <a:gd name="T33" fmla="*/ 308 h 342"/>
                <a:gd name="T34" fmla="*/ 233 w 589"/>
                <a:gd name="T35" fmla="*/ 310 h 342"/>
                <a:gd name="T36" fmla="*/ 215 w 589"/>
                <a:gd name="T37" fmla="*/ 314 h 342"/>
                <a:gd name="T38" fmla="*/ 199 w 589"/>
                <a:gd name="T39" fmla="*/ 315 h 342"/>
                <a:gd name="T40" fmla="*/ 167 w 589"/>
                <a:gd name="T41" fmla="*/ 320 h 342"/>
                <a:gd name="T42" fmla="*/ 145 w 589"/>
                <a:gd name="T43" fmla="*/ 320 h 342"/>
                <a:gd name="T44" fmla="*/ 116 w 589"/>
                <a:gd name="T45" fmla="*/ 326 h 342"/>
                <a:gd name="T46" fmla="*/ 108 w 589"/>
                <a:gd name="T47" fmla="*/ 327 h 342"/>
                <a:gd name="T48" fmla="*/ 80 w 589"/>
                <a:gd name="T49" fmla="*/ 332 h 342"/>
                <a:gd name="T50" fmla="*/ 61 w 589"/>
                <a:gd name="T51" fmla="*/ 334 h 342"/>
                <a:gd name="T52" fmla="*/ 16 w 589"/>
                <a:gd name="T53" fmla="*/ 341 h 342"/>
                <a:gd name="T54" fmla="*/ 4 w 589"/>
                <a:gd name="T55" fmla="*/ 340 h 342"/>
                <a:gd name="T56" fmla="*/ 40 w 589"/>
                <a:gd name="T57" fmla="*/ 318 h 342"/>
                <a:gd name="T58" fmla="*/ 66 w 589"/>
                <a:gd name="T59" fmla="*/ 281 h 342"/>
                <a:gd name="T60" fmla="*/ 89 w 589"/>
                <a:gd name="T61" fmla="*/ 264 h 342"/>
                <a:gd name="T62" fmla="*/ 115 w 589"/>
                <a:gd name="T63" fmla="*/ 233 h 342"/>
                <a:gd name="T64" fmla="*/ 137 w 589"/>
                <a:gd name="T65" fmla="*/ 260 h 342"/>
                <a:gd name="T66" fmla="*/ 167 w 589"/>
                <a:gd name="T67" fmla="*/ 248 h 342"/>
                <a:gd name="T68" fmla="*/ 192 w 589"/>
                <a:gd name="T69" fmla="*/ 244 h 342"/>
                <a:gd name="T70" fmla="*/ 206 w 589"/>
                <a:gd name="T71" fmla="*/ 234 h 342"/>
                <a:gd name="T72" fmla="*/ 242 w 589"/>
                <a:gd name="T73" fmla="*/ 206 h 342"/>
                <a:gd name="T74" fmla="*/ 236 w 589"/>
                <a:gd name="T75" fmla="*/ 197 h 342"/>
                <a:gd name="T76" fmla="*/ 253 w 589"/>
                <a:gd name="T77" fmla="*/ 164 h 342"/>
                <a:gd name="T78" fmla="*/ 264 w 589"/>
                <a:gd name="T79" fmla="*/ 135 h 342"/>
                <a:gd name="T80" fmla="*/ 275 w 589"/>
                <a:gd name="T81" fmla="*/ 104 h 342"/>
                <a:gd name="T82" fmla="*/ 302 w 589"/>
                <a:gd name="T83" fmla="*/ 107 h 342"/>
                <a:gd name="T84" fmla="*/ 312 w 589"/>
                <a:gd name="T85" fmla="*/ 69 h 342"/>
                <a:gd name="T86" fmla="*/ 342 w 589"/>
                <a:gd name="T87" fmla="*/ 42 h 342"/>
                <a:gd name="T88" fmla="*/ 348 w 589"/>
                <a:gd name="T89" fmla="*/ 0 h 342"/>
                <a:gd name="T90" fmla="*/ 364 w 589"/>
                <a:gd name="T91" fmla="*/ 9 h 342"/>
                <a:gd name="T92" fmla="*/ 378 w 589"/>
                <a:gd name="T93" fmla="*/ 16 h 342"/>
                <a:gd name="T94" fmla="*/ 396 w 589"/>
                <a:gd name="T95" fmla="*/ 5 h 342"/>
                <a:gd name="T96" fmla="*/ 418 w 589"/>
                <a:gd name="T97" fmla="*/ 11 h 342"/>
                <a:gd name="T98" fmla="*/ 436 w 589"/>
                <a:gd name="T99" fmla="*/ 26 h 342"/>
                <a:gd name="T100" fmla="*/ 454 w 589"/>
                <a:gd name="T101" fmla="*/ 38 h 342"/>
                <a:gd name="T102" fmla="*/ 456 w 589"/>
                <a:gd name="T103" fmla="*/ 47 h 342"/>
                <a:gd name="T104" fmla="*/ 451 w 589"/>
                <a:gd name="T105" fmla="*/ 58 h 342"/>
                <a:gd name="T106" fmla="*/ 444 w 589"/>
                <a:gd name="T107" fmla="*/ 64 h 342"/>
                <a:gd name="T108" fmla="*/ 446 w 589"/>
                <a:gd name="T109" fmla="*/ 92 h 342"/>
                <a:gd name="T110" fmla="*/ 473 w 589"/>
                <a:gd name="T111" fmla="*/ 96 h 342"/>
                <a:gd name="T112" fmla="*/ 510 w 589"/>
                <a:gd name="T113" fmla="*/ 110 h 342"/>
                <a:gd name="T114" fmla="*/ 535 w 589"/>
                <a:gd name="T115" fmla="*/ 144 h 342"/>
                <a:gd name="T116" fmla="*/ 496 w 589"/>
                <a:gd name="T117" fmla="*/ 129 h 342"/>
                <a:gd name="T118" fmla="*/ 503 w 589"/>
                <a:gd name="T119" fmla="*/ 137 h 342"/>
                <a:gd name="T120" fmla="*/ 532 w 589"/>
                <a:gd name="T121" fmla="*/ 155 h 342"/>
                <a:gd name="T122" fmla="*/ 534 w 589"/>
                <a:gd name="T123" fmla="*/ 171 h 342"/>
                <a:gd name="T124" fmla="*/ 527 w 589"/>
                <a:gd name="T125" fmla="*/ 18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9" h="342">
                  <a:moveTo>
                    <a:pt x="536" y="190"/>
                  </a:moveTo>
                  <a:lnTo>
                    <a:pt x="538" y="191"/>
                  </a:lnTo>
                  <a:lnTo>
                    <a:pt x="545" y="194"/>
                  </a:lnTo>
                  <a:lnTo>
                    <a:pt x="545" y="195"/>
                  </a:lnTo>
                  <a:lnTo>
                    <a:pt x="547" y="206"/>
                  </a:lnTo>
                  <a:lnTo>
                    <a:pt x="547" y="207"/>
                  </a:lnTo>
                  <a:lnTo>
                    <a:pt x="548" y="208"/>
                  </a:lnTo>
                  <a:lnTo>
                    <a:pt x="552" y="208"/>
                  </a:lnTo>
                  <a:lnTo>
                    <a:pt x="557" y="209"/>
                  </a:lnTo>
                  <a:lnTo>
                    <a:pt x="562" y="210"/>
                  </a:lnTo>
                  <a:lnTo>
                    <a:pt x="570" y="207"/>
                  </a:lnTo>
                  <a:lnTo>
                    <a:pt x="589" y="240"/>
                  </a:lnTo>
                  <a:lnTo>
                    <a:pt x="578" y="243"/>
                  </a:lnTo>
                  <a:lnTo>
                    <a:pt x="570" y="245"/>
                  </a:lnTo>
                  <a:lnTo>
                    <a:pt x="560" y="248"/>
                  </a:lnTo>
                  <a:lnTo>
                    <a:pt x="558" y="248"/>
                  </a:lnTo>
                  <a:lnTo>
                    <a:pt x="556" y="248"/>
                  </a:lnTo>
                  <a:lnTo>
                    <a:pt x="553" y="249"/>
                  </a:lnTo>
                  <a:lnTo>
                    <a:pt x="551" y="249"/>
                  </a:lnTo>
                  <a:lnTo>
                    <a:pt x="542" y="251"/>
                  </a:lnTo>
                  <a:lnTo>
                    <a:pt x="541" y="251"/>
                  </a:lnTo>
                  <a:lnTo>
                    <a:pt x="539" y="251"/>
                  </a:lnTo>
                  <a:lnTo>
                    <a:pt x="523" y="255"/>
                  </a:lnTo>
                  <a:lnTo>
                    <a:pt x="514" y="257"/>
                  </a:lnTo>
                  <a:lnTo>
                    <a:pt x="510" y="257"/>
                  </a:lnTo>
                  <a:lnTo>
                    <a:pt x="510" y="258"/>
                  </a:lnTo>
                  <a:lnTo>
                    <a:pt x="497" y="261"/>
                  </a:lnTo>
                  <a:lnTo>
                    <a:pt x="494" y="262"/>
                  </a:lnTo>
                  <a:lnTo>
                    <a:pt x="492" y="262"/>
                  </a:lnTo>
                  <a:lnTo>
                    <a:pt x="485" y="263"/>
                  </a:lnTo>
                  <a:lnTo>
                    <a:pt x="482" y="264"/>
                  </a:lnTo>
                  <a:lnTo>
                    <a:pt x="463" y="268"/>
                  </a:lnTo>
                  <a:lnTo>
                    <a:pt x="461" y="268"/>
                  </a:lnTo>
                  <a:lnTo>
                    <a:pt x="446" y="272"/>
                  </a:lnTo>
                  <a:lnTo>
                    <a:pt x="444" y="272"/>
                  </a:lnTo>
                  <a:lnTo>
                    <a:pt x="440" y="273"/>
                  </a:lnTo>
                  <a:lnTo>
                    <a:pt x="437" y="274"/>
                  </a:lnTo>
                  <a:lnTo>
                    <a:pt x="432" y="274"/>
                  </a:lnTo>
                  <a:lnTo>
                    <a:pt x="430" y="275"/>
                  </a:lnTo>
                  <a:lnTo>
                    <a:pt x="426" y="276"/>
                  </a:lnTo>
                  <a:lnTo>
                    <a:pt x="412" y="279"/>
                  </a:lnTo>
                  <a:lnTo>
                    <a:pt x="410" y="279"/>
                  </a:lnTo>
                  <a:lnTo>
                    <a:pt x="404" y="280"/>
                  </a:lnTo>
                  <a:lnTo>
                    <a:pt x="401" y="281"/>
                  </a:lnTo>
                  <a:lnTo>
                    <a:pt x="398" y="281"/>
                  </a:lnTo>
                  <a:lnTo>
                    <a:pt x="395" y="282"/>
                  </a:lnTo>
                  <a:lnTo>
                    <a:pt x="391" y="282"/>
                  </a:lnTo>
                  <a:lnTo>
                    <a:pt x="383" y="285"/>
                  </a:lnTo>
                  <a:lnTo>
                    <a:pt x="374" y="286"/>
                  </a:lnTo>
                  <a:lnTo>
                    <a:pt x="373" y="286"/>
                  </a:lnTo>
                  <a:lnTo>
                    <a:pt x="371" y="287"/>
                  </a:lnTo>
                  <a:lnTo>
                    <a:pt x="370" y="287"/>
                  </a:lnTo>
                  <a:lnTo>
                    <a:pt x="368" y="287"/>
                  </a:lnTo>
                  <a:lnTo>
                    <a:pt x="367" y="287"/>
                  </a:lnTo>
                  <a:lnTo>
                    <a:pt x="343" y="292"/>
                  </a:lnTo>
                  <a:lnTo>
                    <a:pt x="337" y="293"/>
                  </a:lnTo>
                  <a:lnTo>
                    <a:pt x="335" y="293"/>
                  </a:lnTo>
                  <a:lnTo>
                    <a:pt x="326" y="296"/>
                  </a:lnTo>
                  <a:lnTo>
                    <a:pt x="316" y="297"/>
                  </a:lnTo>
                  <a:lnTo>
                    <a:pt x="312" y="298"/>
                  </a:lnTo>
                  <a:lnTo>
                    <a:pt x="307" y="299"/>
                  </a:lnTo>
                  <a:lnTo>
                    <a:pt x="300" y="300"/>
                  </a:lnTo>
                  <a:lnTo>
                    <a:pt x="288" y="302"/>
                  </a:lnTo>
                  <a:lnTo>
                    <a:pt x="278" y="304"/>
                  </a:lnTo>
                  <a:lnTo>
                    <a:pt x="277" y="304"/>
                  </a:lnTo>
                  <a:lnTo>
                    <a:pt x="275" y="304"/>
                  </a:lnTo>
                  <a:lnTo>
                    <a:pt x="269" y="305"/>
                  </a:lnTo>
                  <a:lnTo>
                    <a:pt x="257" y="308"/>
                  </a:lnTo>
                  <a:lnTo>
                    <a:pt x="246" y="309"/>
                  </a:lnTo>
                  <a:lnTo>
                    <a:pt x="241" y="309"/>
                  </a:lnTo>
                  <a:lnTo>
                    <a:pt x="236" y="310"/>
                  </a:lnTo>
                  <a:lnTo>
                    <a:pt x="233" y="310"/>
                  </a:lnTo>
                  <a:lnTo>
                    <a:pt x="226" y="311"/>
                  </a:lnTo>
                  <a:lnTo>
                    <a:pt x="220" y="312"/>
                  </a:lnTo>
                  <a:lnTo>
                    <a:pt x="216" y="312"/>
                  </a:lnTo>
                  <a:lnTo>
                    <a:pt x="215" y="314"/>
                  </a:lnTo>
                  <a:lnTo>
                    <a:pt x="214" y="314"/>
                  </a:lnTo>
                  <a:lnTo>
                    <a:pt x="212" y="314"/>
                  </a:lnTo>
                  <a:lnTo>
                    <a:pt x="210" y="314"/>
                  </a:lnTo>
                  <a:lnTo>
                    <a:pt x="199" y="315"/>
                  </a:lnTo>
                  <a:lnTo>
                    <a:pt x="180" y="317"/>
                  </a:lnTo>
                  <a:lnTo>
                    <a:pt x="176" y="318"/>
                  </a:lnTo>
                  <a:lnTo>
                    <a:pt x="169" y="320"/>
                  </a:lnTo>
                  <a:lnTo>
                    <a:pt x="167" y="320"/>
                  </a:lnTo>
                  <a:lnTo>
                    <a:pt x="156" y="321"/>
                  </a:lnTo>
                  <a:lnTo>
                    <a:pt x="151" y="321"/>
                  </a:lnTo>
                  <a:lnTo>
                    <a:pt x="154" y="318"/>
                  </a:lnTo>
                  <a:lnTo>
                    <a:pt x="145" y="320"/>
                  </a:lnTo>
                  <a:lnTo>
                    <a:pt x="139" y="321"/>
                  </a:lnTo>
                  <a:lnTo>
                    <a:pt x="132" y="321"/>
                  </a:lnTo>
                  <a:lnTo>
                    <a:pt x="132" y="323"/>
                  </a:lnTo>
                  <a:lnTo>
                    <a:pt x="116" y="326"/>
                  </a:lnTo>
                  <a:lnTo>
                    <a:pt x="114" y="327"/>
                  </a:lnTo>
                  <a:lnTo>
                    <a:pt x="112" y="327"/>
                  </a:lnTo>
                  <a:lnTo>
                    <a:pt x="109" y="327"/>
                  </a:lnTo>
                  <a:lnTo>
                    <a:pt x="108" y="327"/>
                  </a:lnTo>
                  <a:lnTo>
                    <a:pt x="104" y="328"/>
                  </a:lnTo>
                  <a:lnTo>
                    <a:pt x="98" y="329"/>
                  </a:lnTo>
                  <a:lnTo>
                    <a:pt x="89" y="330"/>
                  </a:lnTo>
                  <a:lnTo>
                    <a:pt x="80" y="332"/>
                  </a:lnTo>
                  <a:lnTo>
                    <a:pt x="79" y="332"/>
                  </a:lnTo>
                  <a:lnTo>
                    <a:pt x="77" y="332"/>
                  </a:lnTo>
                  <a:lnTo>
                    <a:pt x="65" y="334"/>
                  </a:lnTo>
                  <a:lnTo>
                    <a:pt x="61" y="334"/>
                  </a:lnTo>
                  <a:lnTo>
                    <a:pt x="53" y="335"/>
                  </a:lnTo>
                  <a:lnTo>
                    <a:pt x="31" y="339"/>
                  </a:lnTo>
                  <a:lnTo>
                    <a:pt x="30" y="339"/>
                  </a:lnTo>
                  <a:lnTo>
                    <a:pt x="16" y="341"/>
                  </a:lnTo>
                  <a:lnTo>
                    <a:pt x="5" y="342"/>
                  </a:lnTo>
                  <a:lnTo>
                    <a:pt x="2" y="342"/>
                  </a:lnTo>
                  <a:lnTo>
                    <a:pt x="0" y="342"/>
                  </a:lnTo>
                  <a:lnTo>
                    <a:pt x="4" y="340"/>
                  </a:lnTo>
                  <a:lnTo>
                    <a:pt x="12" y="334"/>
                  </a:lnTo>
                  <a:lnTo>
                    <a:pt x="16" y="334"/>
                  </a:lnTo>
                  <a:lnTo>
                    <a:pt x="40" y="322"/>
                  </a:lnTo>
                  <a:lnTo>
                    <a:pt x="40" y="318"/>
                  </a:lnTo>
                  <a:lnTo>
                    <a:pt x="56" y="305"/>
                  </a:lnTo>
                  <a:lnTo>
                    <a:pt x="55" y="298"/>
                  </a:lnTo>
                  <a:lnTo>
                    <a:pt x="64" y="292"/>
                  </a:lnTo>
                  <a:lnTo>
                    <a:pt x="66" y="281"/>
                  </a:lnTo>
                  <a:lnTo>
                    <a:pt x="76" y="273"/>
                  </a:lnTo>
                  <a:lnTo>
                    <a:pt x="76" y="272"/>
                  </a:lnTo>
                  <a:lnTo>
                    <a:pt x="84" y="267"/>
                  </a:lnTo>
                  <a:lnTo>
                    <a:pt x="89" y="264"/>
                  </a:lnTo>
                  <a:lnTo>
                    <a:pt x="92" y="261"/>
                  </a:lnTo>
                  <a:lnTo>
                    <a:pt x="100" y="251"/>
                  </a:lnTo>
                  <a:lnTo>
                    <a:pt x="108" y="242"/>
                  </a:lnTo>
                  <a:lnTo>
                    <a:pt x="115" y="233"/>
                  </a:lnTo>
                  <a:lnTo>
                    <a:pt x="119" y="234"/>
                  </a:lnTo>
                  <a:lnTo>
                    <a:pt x="116" y="237"/>
                  </a:lnTo>
                  <a:lnTo>
                    <a:pt x="120" y="248"/>
                  </a:lnTo>
                  <a:lnTo>
                    <a:pt x="137" y="260"/>
                  </a:lnTo>
                  <a:lnTo>
                    <a:pt x="142" y="262"/>
                  </a:lnTo>
                  <a:lnTo>
                    <a:pt x="158" y="252"/>
                  </a:lnTo>
                  <a:lnTo>
                    <a:pt x="163" y="245"/>
                  </a:lnTo>
                  <a:lnTo>
                    <a:pt x="167" y="248"/>
                  </a:lnTo>
                  <a:lnTo>
                    <a:pt x="173" y="251"/>
                  </a:lnTo>
                  <a:lnTo>
                    <a:pt x="175" y="252"/>
                  </a:lnTo>
                  <a:lnTo>
                    <a:pt x="182" y="248"/>
                  </a:lnTo>
                  <a:lnTo>
                    <a:pt x="192" y="244"/>
                  </a:lnTo>
                  <a:lnTo>
                    <a:pt x="202" y="238"/>
                  </a:lnTo>
                  <a:lnTo>
                    <a:pt x="198" y="234"/>
                  </a:lnTo>
                  <a:lnTo>
                    <a:pt x="199" y="230"/>
                  </a:lnTo>
                  <a:lnTo>
                    <a:pt x="206" y="234"/>
                  </a:lnTo>
                  <a:lnTo>
                    <a:pt x="226" y="221"/>
                  </a:lnTo>
                  <a:lnTo>
                    <a:pt x="228" y="225"/>
                  </a:lnTo>
                  <a:lnTo>
                    <a:pt x="239" y="215"/>
                  </a:lnTo>
                  <a:lnTo>
                    <a:pt x="242" y="206"/>
                  </a:lnTo>
                  <a:lnTo>
                    <a:pt x="244" y="202"/>
                  </a:lnTo>
                  <a:lnTo>
                    <a:pt x="241" y="201"/>
                  </a:lnTo>
                  <a:lnTo>
                    <a:pt x="239" y="200"/>
                  </a:lnTo>
                  <a:lnTo>
                    <a:pt x="236" y="197"/>
                  </a:lnTo>
                  <a:lnTo>
                    <a:pt x="240" y="188"/>
                  </a:lnTo>
                  <a:lnTo>
                    <a:pt x="244" y="178"/>
                  </a:lnTo>
                  <a:lnTo>
                    <a:pt x="250" y="168"/>
                  </a:lnTo>
                  <a:lnTo>
                    <a:pt x="253" y="164"/>
                  </a:lnTo>
                  <a:lnTo>
                    <a:pt x="256" y="156"/>
                  </a:lnTo>
                  <a:lnTo>
                    <a:pt x="256" y="150"/>
                  </a:lnTo>
                  <a:lnTo>
                    <a:pt x="259" y="141"/>
                  </a:lnTo>
                  <a:lnTo>
                    <a:pt x="264" y="135"/>
                  </a:lnTo>
                  <a:lnTo>
                    <a:pt x="266" y="126"/>
                  </a:lnTo>
                  <a:lnTo>
                    <a:pt x="266" y="124"/>
                  </a:lnTo>
                  <a:lnTo>
                    <a:pt x="269" y="102"/>
                  </a:lnTo>
                  <a:lnTo>
                    <a:pt x="275" y="104"/>
                  </a:lnTo>
                  <a:lnTo>
                    <a:pt x="284" y="112"/>
                  </a:lnTo>
                  <a:lnTo>
                    <a:pt x="298" y="114"/>
                  </a:lnTo>
                  <a:lnTo>
                    <a:pt x="301" y="110"/>
                  </a:lnTo>
                  <a:lnTo>
                    <a:pt x="302" y="107"/>
                  </a:lnTo>
                  <a:lnTo>
                    <a:pt x="304" y="105"/>
                  </a:lnTo>
                  <a:lnTo>
                    <a:pt x="302" y="104"/>
                  </a:lnTo>
                  <a:lnTo>
                    <a:pt x="310" y="77"/>
                  </a:lnTo>
                  <a:lnTo>
                    <a:pt x="312" y="69"/>
                  </a:lnTo>
                  <a:lnTo>
                    <a:pt x="323" y="75"/>
                  </a:lnTo>
                  <a:lnTo>
                    <a:pt x="329" y="58"/>
                  </a:lnTo>
                  <a:lnTo>
                    <a:pt x="341" y="48"/>
                  </a:lnTo>
                  <a:lnTo>
                    <a:pt x="342" y="42"/>
                  </a:lnTo>
                  <a:lnTo>
                    <a:pt x="343" y="39"/>
                  </a:lnTo>
                  <a:lnTo>
                    <a:pt x="347" y="34"/>
                  </a:lnTo>
                  <a:lnTo>
                    <a:pt x="349" y="16"/>
                  </a:lnTo>
                  <a:lnTo>
                    <a:pt x="348" y="0"/>
                  </a:lnTo>
                  <a:lnTo>
                    <a:pt x="353" y="3"/>
                  </a:lnTo>
                  <a:lnTo>
                    <a:pt x="355" y="4"/>
                  </a:lnTo>
                  <a:lnTo>
                    <a:pt x="358" y="5"/>
                  </a:lnTo>
                  <a:lnTo>
                    <a:pt x="364" y="9"/>
                  </a:lnTo>
                  <a:lnTo>
                    <a:pt x="367" y="10"/>
                  </a:lnTo>
                  <a:lnTo>
                    <a:pt x="374" y="15"/>
                  </a:lnTo>
                  <a:lnTo>
                    <a:pt x="377" y="16"/>
                  </a:lnTo>
                  <a:lnTo>
                    <a:pt x="378" y="16"/>
                  </a:lnTo>
                  <a:lnTo>
                    <a:pt x="392" y="24"/>
                  </a:lnTo>
                  <a:lnTo>
                    <a:pt x="394" y="12"/>
                  </a:lnTo>
                  <a:lnTo>
                    <a:pt x="395" y="8"/>
                  </a:lnTo>
                  <a:lnTo>
                    <a:pt x="396" y="5"/>
                  </a:lnTo>
                  <a:lnTo>
                    <a:pt x="400" y="4"/>
                  </a:lnTo>
                  <a:lnTo>
                    <a:pt x="402" y="5"/>
                  </a:lnTo>
                  <a:lnTo>
                    <a:pt x="414" y="9"/>
                  </a:lnTo>
                  <a:lnTo>
                    <a:pt x="418" y="11"/>
                  </a:lnTo>
                  <a:lnTo>
                    <a:pt x="414" y="21"/>
                  </a:lnTo>
                  <a:lnTo>
                    <a:pt x="426" y="24"/>
                  </a:lnTo>
                  <a:lnTo>
                    <a:pt x="430" y="24"/>
                  </a:lnTo>
                  <a:lnTo>
                    <a:pt x="436" y="26"/>
                  </a:lnTo>
                  <a:lnTo>
                    <a:pt x="437" y="29"/>
                  </a:lnTo>
                  <a:lnTo>
                    <a:pt x="445" y="30"/>
                  </a:lnTo>
                  <a:lnTo>
                    <a:pt x="448" y="33"/>
                  </a:lnTo>
                  <a:lnTo>
                    <a:pt x="454" y="38"/>
                  </a:lnTo>
                  <a:lnTo>
                    <a:pt x="455" y="41"/>
                  </a:lnTo>
                  <a:lnTo>
                    <a:pt x="456" y="45"/>
                  </a:lnTo>
                  <a:lnTo>
                    <a:pt x="456" y="46"/>
                  </a:lnTo>
                  <a:lnTo>
                    <a:pt x="456" y="47"/>
                  </a:lnTo>
                  <a:lnTo>
                    <a:pt x="457" y="50"/>
                  </a:lnTo>
                  <a:lnTo>
                    <a:pt x="455" y="54"/>
                  </a:lnTo>
                  <a:lnTo>
                    <a:pt x="452" y="57"/>
                  </a:lnTo>
                  <a:lnTo>
                    <a:pt x="451" y="58"/>
                  </a:lnTo>
                  <a:lnTo>
                    <a:pt x="452" y="62"/>
                  </a:lnTo>
                  <a:lnTo>
                    <a:pt x="448" y="64"/>
                  </a:lnTo>
                  <a:lnTo>
                    <a:pt x="446" y="63"/>
                  </a:lnTo>
                  <a:lnTo>
                    <a:pt x="444" y="64"/>
                  </a:lnTo>
                  <a:lnTo>
                    <a:pt x="444" y="71"/>
                  </a:lnTo>
                  <a:lnTo>
                    <a:pt x="443" y="77"/>
                  </a:lnTo>
                  <a:lnTo>
                    <a:pt x="443" y="83"/>
                  </a:lnTo>
                  <a:lnTo>
                    <a:pt x="446" y="92"/>
                  </a:lnTo>
                  <a:lnTo>
                    <a:pt x="450" y="93"/>
                  </a:lnTo>
                  <a:lnTo>
                    <a:pt x="467" y="84"/>
                  </a:lnTo>
                  <a:lnTo>
                    <a:pt x="469" y="94"/>
                  </a:lnTo>
                  <a:lnTo>
                    <a:pt x="473" y="96"/>
                  </a:lnTo>
                  <a:lnTo>
                    <a:pt x="474" y="100"/>
                  </a:lnTo>
                  <a:lnTo>
                    <a:pt x="480" y="102"/>
                  </a:lnTo>
                  <a:lnTo>
                    <a:pt x="499" y="100"/>
                  </a:lnTo>
                  <a:lnTo>
                    <a:pt x="510" y="110"/>
                  </a:lnTo>
                  <a:lnTo>
                    <a:pt x="533" y="119"/>
                  </a:lnTo>
                  <a:lnTo>
                    <a:pt x="530" y="134"/>
                  </a:lnTo>
                  <a:lnTo>
                    <a:pt x="532" y="141"/>
                  </a:lnTo>
                  <a:lnTo>
                    <a:pt x="535" y="144"/>
                  </a:lnTo>
                  <a:lnTo>
                    <a:pt x="518" y="147"/>
                  </a:lnTo>
                  <a:lnTo>
                    <a:pt x="511" y="137"/>
                  </a:lnTo>
                  <a:lnTo>
                    <a:pt x="505" y="135"/>
                  </a:lnTo>
                  <a:lnTo>
                    <a:pt x="496" y="129"/>
                  </a:lnTo>
                  <a:lnTo>
                    <a:pt x="494" y="129"/>
                  </a:lnTo>
                  <a:lnTo>
                    <a:pt x="493" y="129"/>
                  </a:lnTo>
                  <a:lnTo>
                    <a:pt x="497" y="134"/>
                  </a:lnTo>
                  <a:lnTo>
                    <a:pt x="503" y="137"/>
                  </a:lnTo>
                  <a:lnTo>
                    <a:pt x="508" y="138"/>
                  </a:lnTo>
                  <a:lnTo>
                    <a:pt x="516" y="149"/>
                  </a:lnTo>
                  <a:lnTo>
                    <a:pt x="530" y="152"/>
                  </a:lnTo>
                  <a:lnTo>
                    <a:pt x="532" y="155"/>
                  </a:lnTo>
                  <a:lnTo>
                    <a:pt x="534" y="158"/>
                  </a:lnTo>
                  <a:lnTo>
                    <a:pt x="539" y="156"/>
                  </a:lnTo>
                  <a:lnTo>
                    <a:pt x="544" y="168"/>
                  </a:lnTo>
                  <a:lnTo>
                    <a:pt x="534" y="171"/>
                  </a:lnTo>
                  <a:lnTo>
                    <a:pt x="532" y="168"/>
                  </a:lnTo>
                  <a:lnTo>
                    <a:pt x="529" y="172"/>
                  </a:lnTo>
                  <a:lnTo>
                    <a:pt x="536" y="180"/>
                  </a:lnTo>
                  <a:lnTo>
                    <a:pt x="527" y="185"/>
                  </a:lnTo>
                  <a:lnTo>
                    <a:pt x="527" y="186"/>
                  </a:lnTo>
                  <a:lnTo>
                    <a:pt x="536" y="185"/>
                  </a:lnTo>
                  <a:lnTo>
                    <a:pt x="536" y="19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6" name="Freeform 13">
              <a:extLst>
                <a:ext uri="{FF2B5EF4-FFF2-40B4-BE49-F238E27FC236}">
                  <a16:creationId xmlns:a16="http://schemas.microsoft.com/office/drawing/2014/main" id="{1867C926-0CE6-C234-61DE-0A35AC20C88C}"/>
                </a:ext>
              </a:extLst>
            </p:cNvPr>
            <p:cNvSpPr>
              <a:spLocks noChangeAspect="1"/>
            </p:cNvSpPr>
            <p:nvPr/>
          </p:nvSpPr>
          <p:spPr bwMode="auto">
            <a:xfrm>
              <a:off x="955" y="2440"/>
              <a:ext cx="8" cy="18"/>
            </a:xfrm>
            <a:custGeom>
              <a:avLst/>
              <a:gdLst>
                <a:gd name="T0" fmla="*/ 0 w 41"/>
                <a:gd name="T1" fmla="*/ 58 h 102"/>
                <a:gd name="T2" fmla="*/ 0 w 41"/>
                <a:gd name="T3" fmla="*/ 88 h 102"/>
                <a:gd name="T4" fmla="*/ 8 w 41"/>
                <a:gd name="T5" fmla="*/ 102 h 102"/>
                <a:gd name="T6" fmla="*/ 8 w 41"/>
                <a:gd name="T7" fmla="*/ 99 h 102"/>
                <a:gd name="T8" fmla="*/ 11 w 41"/>
                <a:gd name="T9" fmla="*/ 97 h 102"/>
                <a:gd name="T10" fmla="*/ 9 w 41"/>
                <a:gd name="T11" fmla="*/ 99 h 102"/>
                <a:gd name="T12" fmla="*/ 17 w 41"/>
                <a:gd name="T13" fmla="*/ 85 h 102"/>
                <a:gd name="T14" fmla="*/ 21 w 41"/>
                <a:gd name="T15" fmla="*/ 61 h 102"/>
                <a:gd name="T16" fmla="*/ 26 w 41"/>
                <a:gd name="T17" fmla="*/ 24 h 102"/>
                <a:gd name="T18" fmla="*/ 30 w 41"/>
                <a:gd name="T19" fmla="*/ 18 h 102"/>
                <a:gd name="T20" fmla="*/ 35 w 41"/>
                <a:gd name="T21" fmla="*/ 18 h 102"/>
                <a:gd name="T22" fmla="*/ 41 w 41"/>
                <a:gd name="T23" fmla="*/ 0 h 102"/>
                <a:gd name="T24" fmla="*/ 29 w 41"/>
                <a:gd name="T25" fmla="*/ 5 h 102"/>
                <a:gd name="T26" fmla="*/ 24 w 41"/>
                <a:gd name="T27" fmla="*/ 6 h 102"/>
                <a:gd name="T28" fmla="*/ 13 w 41"/>
                <a:gd name="T29" fmla="*/ 10 h 102"/>
                <a:gd name="T30" fmla="*/ 11 w 41"/>
                <a:gd name="T31" fmla="*/ 15 h 102"/>
                <a:gd name="T32" fmla="*/ 6 w 41"/>
                <a:gd name="T33" fmla="*/ 22 h 102"/>
                <a:gd name="T34" fmla="*/ 11 w 41"/>
                <a:gd name="T35" fmla="*/ 23 h 102"/>
                <a:gd name="T36" fmla="*/ 0 w 41"/>
                <a:gd name="T37" fmla="*/ 49 h 102"/>
                <a:gd name="T38" fmla="*/ 0 w 41"/>
                <a:gd name="T39" fmla="*/ 5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02">
                  <a:moveTo>
                    <a:pt x="0" y="58"/>
                  </a:moveTo>
                  <a:lnTo>
                    <a:pt x="0" y="88"/>
                  </a:lnTo>
                  <a:lnTo>
                    <a:pt x="8" y="102"/>
                  </a:lnTo>
                  <a:lnTo>
                    <a:pt x="8" y="99"/>
                  </a:lnTo>
                  <a:lnTo>
                    <a:pt x="11" y="97"/>
                  </a:lnTo>
                  <a:lnTo>
                    <a:pt x="9" y="99"/>
                  </a:lnTo>
                  <a:lnTo>
                    <a:pt x="17" y="85"/>
                  </a:lnTo>
                  <a:lnTo>
                    <a:pt x="21" y="61"/>
                  </a:lnTo>
                  <a:lnTo>
                    <a:pt x="26" y="24"/>
                  </a:lnTo>
                  <a:lnTo>
                    <a:pt x="30" y="18"/>
                  </a:lnTo>
                  <a:lnTo>
                    <a:pt x="35" y="18"/>
                  </a:lnTo>
                  <a:lnTo>
                    <a:pt x="41" y="0"/>
                  </a:lnTo>
                  <a:lnTo>
                    <a:pt x="29" y="5"/>
                  </a:lnTo>
                  <a:lnTo>
                    <a:pt x="24" y="6"/>
                  </a:lnTo>
                  <a:lnTo>
                    <a:pt x="13" y="10"/>
                  </a:lnTo>
                  <a:lnTo>
                    <a:pt x="11" y="15"/>
                  </a:lnTo>
                  <a:lnTo>
                    <a:pt x="6" y="22"/>
                  </a:lnTo>
                  <a:lnTo>
                    <a:pt x="11" y="23"/>
                  </a:lnTo>
                  <a:lnTo>
                    <a:pt x="0" y="49"/>
                  </a:lnTo>
                  <a:lnTo>
                    <a:pt x="0" y="5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7" name="Freeform 14">
              <a:extLst>
                <a:ext uri="{FF2B5EF4-FFF2-40B4-BE49-F238E27FC236}">
                  <a16:creationId xmlns:a16="http://schemas.microsoft.com/office/drawing/2014/main" id="{2E78E32A-B039-B649-DC2C-EC0B31871341}"/>
                </a:ext>
              </a:extLst>
            </p:cNvPr>
            <p:cNvSpPr>
              <a:spLocks noChangeAspect="1"/>
            </p:cNvSpPr>
            <p:nvPr/>
          </p:nvSpPr>
          <p:spPr bwMode="auto">
            <a:xfrm>
              <a:off x="865" y="2409"/>
              <a:ext cx="61" cy="62"/>
            </a:xfrm>
            <a:custGeom>
              <a:avLst/>
              <a:gdLst>
                <a:gd name="T0" fmla="*/ 84 w 341"/>
                <a:gd name="T1" fmla="*/ 130 h 346"/>
                <a:gd name="T2" fmla="*/ 96 w 341"/>
                <a:gd name="T3" fmla="*/ 113 h 346"/>
                <a:gd name="T4" fmla="*/ 107 w 341"/>
                <a:gd name="T5" fmla="*/ 102 h 346"/>
                <a:gd name="T6" fmla="*/ 107 w 341"/>
                <a:gd name="T7" fmla="*/ 80 h 346"/>
                <a:gd name="T8" fmla="*/ 111 w 341"/>
                <a:gd name="T9" fmla="*/ 62 h 346"/>
                <a:gd name="T10" fmla="*/ 112 w 341"/>
                <a:gd name="T11" fmla="*/ 46 h 346"/>
                <a:gd name="T12" fmla="*/ 112 w 341"/>
                <a:gd name="T13" fmla="*/ 26 h 346"/>
                <a:gd name="T14" fmla="*/ 106 w 341"/>
                <a:gd name="T15" fmla="*/ 8 h 346"/>
                <a:gd name="T16" fmla="*/ 117 w 341"/>
                <a:gd name="T17" fmla="*/ 0 h 346"/>
                <a:gd name="T18" fmla="*/ 119 w 341"/>
                <a:gd name="T19" fmla="*/ 16 h 346"/>
                <a:gd name="T20" fmla="*/ 120 w 341"/>
                <a:gd name="T21" fmla="*/ 23 h 346"/>
                <a:gd name="T22" fmla="*/ 124 w 341"/>
                <a:gd name="T23" fmla="*/ 46 h 346"/>
                <a:gd name="T24" fmla="*/ 126 w 341"/>
                <a:gd name="T25" fmla="*/ 60 h 346"/>
                <a:gd name="T26" fmla="*/ 131 w 341"/>
                <a:gd name="T27" fmla="*/ 86 h 346"/>
                <a:gd name="T28" fmla="*/ 132 w 341"/>
                <a:gd name="T29" fmla="*/ 88 h 346"/>
                <a:gd name="T30" fmla="*/ 142 w 341"/>
                <a:gd name="T31" fmla="*/ 87 h 346"/>
                <a:gd name="T32" fmla="*/ 183 w 341"/>
                <a:gd name="T33" fmla="*/ 80 h 346"/>
                <a:gd name="T34" fmla="*/ 202 w 341"/>
                <a:gd name="T35" fmla="*/ 76 h 346"/>
                <a:gd name="T36" fmla="*/ 210 w 341"/>
                <a:gd name="T37" fmla="*/ 94 h 346"/>
                <a:gd name="T38" fmla="*/ 222 w 341"/>
                <a:gd name="T39" fmla="*/ 117 h 346"/>
                <a:gd name="T40" fmla="*/ 233 w 341"/>
                <a:gd name="T41" fmla="*/ 105 h 346"/>
                <a:gd name="T42" fmla="*/ 257 w 341"/>
                <a:gd name="T43" fmla="*/ 75 h 346"/>
                <a:gd name="T44" fmla="*/ 281 w 341"/>
                <a:gd name="T45" fmla="*/ 81 h 346"/>
                <a:gd name="T46" fmla="*/ 288 w 341"/>
                <a:gd name="T47" fmla="*/ 69 h 346"/>
                <a:gd name="T48" fmla="*/ 305 w 341"/>
                <a:gd name="T49" fmla="*/ 60 h 346"/>
                <a:gd name="T50" fmla="*/ 324 w 341"/>
                <a:gd name="T51" fmla="*/ 63 h 346"/>
                <a:gd name="T52" fmla="*/ 339 w 341"/>
                <a:gd name="T53" fmla="*/ 88 h 346"/>
                <a:gd name="T54" fmla="*/ 339 w 341"/>
                <a:gd name="T55" fmla="*/ 96 h 346"/>
                <a:gd name="T56" fmla="*/ 322 w 341"/>
                <a:gd name="T57" fmla="*/ 100 h 346"/>
                <a:gd name="T58" fmla="*/ 309 w 341"/>
                <a:gd name="T59" fmla="*/ 93 h 346"/>
                <a:gd name="T60" fmla="*/ 298 w 341"/>
                <a:gd name="T61" fmla="*/ 87 h 346"/>
                <a:gd name="T62" fmla="*/ 292 w 341"/>
                <a:gd name="T63" fmla="*/ 118 h 346"/>
                <a:gd name="T64" fmla="*/ 286 w 341"/>
                <a:gd name="T65" fmla="*/ 132 h 346"/>
                <a:gd name="T66" fmla="*/ 257 w 341"/>
                <a:gd name="T67" fmla="*/ 153 h 346"/>
                <a:gd name="T68" fmla="*/ 249 w 341"/>
                <a:gd name="T69" fmla="*/ 189 h 346"/>
                <a:gd name="T70" fmla="*/ 243 w 341"/>
                <a:gd name="T71" fmla="*/ 198 h 346"/>
                <a:gd name="T72" fmla="*/ 214 w 341"/>
                <a:gd name="T73" fmla="*/ 186 h 346"/>
                <a:gd name="T74" fmla="*/ 209 w 341"/>
                <a:gd name="T75" fmla="*/ 219 h 346"/>
                <a:gd name="T76" fmla="*/ 201 w 341"/>
                <a:gd name="T77" fmla="*/ 240 h 346"/>
                <a:gd name="T78" fmla="*/ 189 w 341"/>
                <a:gd name="T79" fmla="*/ 262 h 346"/>
                <a:gd name="T80" fmla="*/ 184 w 341"/>
                <a:gd name="T81" fmla="*/ 284 h 346"/>
                <a:gd name="T82" fmla="*/ 187 w 341"/>
                <a:gd name="T83" fmla="*/ 290 h 346"/>
                <a:gd name="T84" fmla="*/ 171 w 341"/>
                <a:gd name="T85" fmla="*/ 305 h 346"/>
                <a:gd name="T86" fmla="*/ 143 w 341"/>
                <a:gd name="T87" fmla="*/ 318 h 346"/>
                <a:gd name="T88" fmla="*/ 127 w 341"/>
                <a:gd name="T89" fmla="*/ 332 h 346"/>
                <a:gd name="T90" fmla="*/ 112 w 341"/>
                <a:gd name="T91" fmla="*/ 332 h 346"/>
                <a:gd name="T92" fmla="*/ 87 w 341"/>
                <a:gd name="T93" fmla="*/ 346 h 346"/>
                <a:gd name="T94" fmla="*/ 61 w 341"/>
                <a:gd name="T95" fmla="*/ 321 h 346"/>
                <a:gd name="T96" fmla="*/ 48 w 341"/>
                <a:gd name="T97" fmla="*/ 317 h 346"/>
                <a:gd name="T98" fmla="*/ 30 w 341"/>
                <a:gd name="T99" fmla="*/ 300 h 346"/>
                <a:gd name="T100" fmla="*/ 21 w 341"/>
                <a:gd name="T101" fmla="*/ 290 h 346"/>
                <a:gd name="T102" fmla="*/ 15 w 341"/>
                <a:gd name="T103" fmla="*/ 279 h 346"/>
                <a:gd name="T104" fmla="*/ 4 w 341"/>
                <a:gd name="T105" fmla="*/ 255 h 346"/>
                <a:gd name="T106" fmla="*/ 7 w 341"/>
                <a:gd name="T107" fmla="*/ 238 h 346"/>
                <a:gd name="T108" fmla="*/ 21 w 341"/>
                <a:gd name="T109" fmla="*/ 220 h 346"/>
                <a:gd name="T110" fmla="*/ 28 w 341"/>
                <a:gd name="T111" fmla="*/ 214 h 346"/>
                <a:gd name="T112" fmla="*/ 31 w 341"/>
                <a:gd name="T113" fmla="*/ 177 h 346"/>
                <a:gd name="T114" fmla="*/ 46 w 341"/>
                <a:gd name="T115" fmla="*/ 186 h 346"/>
                <a:gd name="T116" fmla="*/ 52 w 341"/>
                <a:gd name="T117" fmla="*/ 161 h 346"/>
                <a:gd name="T118" fmla="*/ 51 w 341"/>
                <a:gd name="T119" fmla="*/ 155 h 346"/>
                <a:gd name="T120" fmla="*/ 63 w 341"/>
                <a:gd name="T121" fmla="*/ 1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 h="346">
                  <a:moveTo>
                    <a:pt x="76" y="136"/>
                  </a:moveTo>
                  <a:lnTo>
                    <a:pt x="81" y="131"/>
                  </a:lnTo>
                  <a:lnTo>
                    <a:pt x="84" y="130"/>
                  </a:lnTo>
                  <a:lnTo>
                    <a:pt x="91" y="122"/>
                  </a:lnTo>
                  <a:lnTo>
                    <a:pt x="94" y="117"/>
                  </a:lnTo>
                  <a:lnTo>
                    <a:pt x="96" y="113"/>
                  </a:lnTo>
                  <a:lnTo>
                    <a:pt x="99" y="110"/>
                  </a:lnTo>
                  <a:lnTo>
                    <a:pt x="102" y="105"/>
                  </a:lnTo>
                  <a:lnTo>
                    <a:pt x="107" y="102"/>
                  </a:lnTo>
                  <a:lnTo>
                    <a:pt x="108" y="93"/>
                  </a:lnTo>
                  <a:lnTo>
                    <a:pt x="106" y="90"/>
                  </a:lnTo>
                  <a:lnTo>
                    <a:pt x="107" y="80"/>
                  </a:lnTo>
                  <a:lnTo>
                    <a:pt x="108" y="74"/>
                  </a:lnTo>
                  <a:lnTo>
                    <a:pt x="111" y="68"/>
                  </a:lnTo>
                  <a:lnTo>
                    <a:pt x="111" y="62"/>
                  </a:lnTo>
                  <a:lnTo>
                    <a:pt x="111" y="52"/>
                  </a:lnTo>
                  <a:lnTo>
                    <a:pt x="111" y="50"/>
                  </a:lnTo>
                  <a:lnTo>
                    <a:pt x="112" y="46"/>
                  </a:lnTo>
                  <a:lnTo>
                    <a:pt x="114" y="38"/>
                  </a:lnTo>
                  <a:lnTo>
                    <a:pt x="114" y="27"/>
                  </a:lnTo>
                  <a:lnTo>
                    <a:pt x="112" y="26"/>
                  </a:lnTo>
                  <a:lnTo>
                    <a:pt x="113" y="24"/>
                  </a:lnTo>
                  <a:lnTo>
                    <a:pt x="112" y="15"/>
                  </a:lnTo>
                  <a:lnTo>
                    <a:pt x="106" y="8"/>
                  </a:lnTo>
                  <a:lnTo>
                    <a:pt x="108" y="4"/>
                  </a:lnTo>
                  <a:lnTo>
                    <a:pt x="113" y="3"/>
                  </a:lnTo>
                  <a:lnTo>
                    <a:pt x="117" y="0"/>
                  </a:lnTo>
                  <a:lnTo>
                    <a:pt x="117" y="2"/>
                  </a:lnTo>
                  <a:lnTo>
                    <a:pt x="117" y="5"/>
                  </a:lnTo>
                  <a:lnTo>
                    <a:pt x="119" y="16"/>
                  </a:lnTo>
                  <a:lnTo>
                    <a:pt x="119" y="17"/>
                  </a:lnTo>
                  <a:lnTo>
                    <a:pt x="119" y="21"/>
                  </a:lnTo>
                  <a:lnTo>
                    <a:pt x="120" y="23"/>
                  </a:lnTo>
                  <a:lnTo>
                    <a:pt x="123" y="38"/>
                  </a:lnTo>
                  <a:lnTo>
                    <a:pt x="123" y="40"/>
                  </a:lnTo>
                  <a:lnTo>
                    <a:pt x="124" y="46"/>
                  </a:lnTo>
                  <a:lnTo>
                    <a:pt x="124" y="48"/>
                  </a:lnTo>
                  <a:lnTo>
                    <a:pt x="126" y="56"/>
                  </a:lnTo>
                  <a:lnTo>
                    <a:pt x="126" y="60"/>
                  </a:lnTo>
                  <a:lnTo>
                    <a:pt x="126" y="62"/>
                  </a:lnTo>
                  <a:lnTo>
                    <a:pt x="127" y="65"/>
                  </a:lnTo>
                  <a:lnTo>
                    <a:pt x="131" y="86"/>
                  </a:lnTo>
                  <a:lnTo>
                    <a:pt x="131" y="87"/>
                  </a:lnTo>
                  <a:lnTo>
                    <a:pt x="131" y="89"/>
                  </a:lnTo>
                  <a:lnTo>
                    <a:pt x="132" y="88"/>
                  </a:lnTo>
                  <a:lnTo>
                    <a:pt x="138" y="88"/>
                  </a:lnTo>
                  <a:lnTo>
                    <a:pt x="141" y="87"/>
                  </a:lnTo>
                  <a:lnTo>
                    <a:pt x="142" y="87"/>
                  </a:lnTo>
                  <a:lnTo>
                    <a:pt x="175" y="81"/>
                  </a:lnTo>
                  <a:lnTo>
                    <a:pt x="178" y="81"/>
                  </a:lnTo>
                  <a:lnTo>
                    <a:pt x="183" y="80"/>
                  </a:lnTo>
                  <a:lnTo>
                    <a:pt x="186" y="80"/>
                  </a:lnTo>
                  <a:lnTo>
                    <a:pt x="199" y="77"/>
                  </a:lnTo>
                  <a:lnTo>
                    <a:pt x="202" y="76"/>
                  </a:lnTo>
                  <a:lnTo>
                    <a:pt x="207" y="75"/>
                  </a:lnTo>
                  <a:lnTo>
                    <a:pt x="210" y="93"/>
                  </a:lnTo>
                  <a:lnTo>
                    <a:pt x="210" y="94"/>
                  </a:lnTo>
                  <a:lnTo>
                    <a:pt x="215" y="125"/>
                  </a:lnTo>
                  <a:lnTo>
                    <a:pt x="216" y="125"/>
                  </a:lnTo>
                  <a:lnTo>
                    <a:pt x="222" y="117"/>
                  </a:lnTo>
                  <a:lnTo>
                    <a:pt x="228" y="110"/>
                  </a:lnTo>
                  <a:lnTo>
                    <a:pt x="229" y="107"/>
                  </a:lnTo>
                  <a:lnTo>
                    <a:pt x="233" y="105"/>
                  </a:lnTo>
                  <a:lnTo>
                    <a:pt x="240" y="93"/>
                  </a:lnTo>
                  <a:lnTo>
                    <a:pt x="246" y="94"/>
                  </a:lnTo>
                  <a:lnTo>
                    <a:pt x="257" y="75"/>
                  </a:lnTo>
                  <a:lnTo>
                    <a:pt x="269" y="82"/>
                  </a:lnTo>
                  <a:lnTo>
                    <a:pt x="271" y="81"/>
                  </a:lnTo>
                  <a:lnTo>
                    <a:pt x="281" y="81"/>
                  </a:lnTo>
                  <a:lnTo>
                    <a:pt x="283" y="81"/>
                  </a:lnTo>
                  <a:lnTo>
                    <a:pt x="288" y="71"/>
                  </a:lnTo>
                  <a:lnTo>
                    <a:pt x="288" y="69"/>
                  </a:lnTo>
                  <a:lnTo>
                    <a:pt x="291" y="68"/>
                  </a:lnTo>
                  <a:lnTo>
                    <a:pt x="297" y="68"/>
                  </a:lnTo>
                  <a:lnTo>
                    <a:pt x="305" y="60"/>
                  </a:lnTo>
                  <a:lnTo>
                    <a:pt x="313" y="65"/>
                  </a:lnTo>
                  <a:lnTo>
                    <a:pt x="316" y="66"/>
                  </a:lnTo>
                  <a:lnTo>
                    <a:pt x="324" y="63"/>
                  </a:lnTo>
                  <a:lnTo>
                    <a:pt x="330" y="74"/>
                  </a:lnTo>
                  <a:lnTo>
                    <a:pt x="337" y="81"/>
                  </a:lnTo>
                  <a:lnTo>
                    <a:pt x="339" y="88"/>
                  </a:lnTo>
                  <a:lnTo>
                    <a:pt x="341" y="89"/>
                  </a:lnTo>
                  <a:lnTo>
                    <a:pt x="340" y="92"/>
                  </a:lnTo>
                  <a:lnTo>
                    <a:pt x="339" y="96"/>
                  </a:lnTo>
                  <a:lnTo>
                    <a:pt x="337" y="108"/>
                  </a:lnTo>
                  <a:lnTo>
                    <a:pt x="323" y="100"/>
                  </a:lnTo>
                  <a:lnTo>
                    <a:pt x="322" y="100"/>
                  </a:lnTo>
                  <a:lnTo>
                    <a:pt x="319" y="99"/>
                  </a:lnTo>
                  <a:lnTo>
                    <a:pt x="312" y="94"/>
                  </a:lnTo>
                  <a:lnTo>
                    <a:pt x="309" y="93"/>
                  </a:lnTo>
                  <a:lnTo>
                    <a:pt x="303" y="89"/>
                  </a:lnTo>
                  <a:lnTo>
                    <a:pt x="300" y="88"/>
                  </a:lnTo>
                  <a:lnTo>
                    <a:pt x="298" y="87"/>
                  </a:lnTo>
                  <a:lnTo>
                    <a:pt x="293" y="84"/>
                  </a:lnTo>
                  <a:lnTo>
                    <a:pt x="294" y="100"/>
                  </a:lnTo>
                  <a:lnTo>
                    <a:pt x="292" y="118"/>
                  </a:lnTo>
                  <a:lnTo>
                    <a:pt x="288" y="123"/>
                  </a:lnTo>
                  <a:lnTo>
                    <a:pt x="287" y="126"/>
                  </a:lnTo>
                  <a:lnTo>
                    <a:pt x="286" y="132"/>
                  </a:lnTo>
                  <a:lnTo>
                    <a:pt x="274" y="142"/>
                  </a:lnTo>
                  <a:lnTo>
                    <a:pt x="268" y="159"/>
                  </a:lnTo>
                  <a:lnTo>
                    <a:pt x="257" y="153"/>
                  </a:lnTo>
                  <a:lnTo>
                    <a:pt x="255" y="161"/>
                  </a:lnTo>
                  <a:lnTo>
                    <a:pt x="247" y="188"/>
                  </a:lnTo>
                  <a:lnTo>
                    <a:pt x="249" y="189"/>
                  </a:lnTo>
                  <a:lnTo>
                    <a:pt x="247" y="191"/>
                  </a:lnTo>
                  <a:lnTo>
                    <a:pt x="246" y="194"/>
                  </a:lnTo>
                  <a:lnTo>
                    <a:pt x="243" y="198"/>
                  </a:lnTo>
                  <a:lnTo>
                    <a:pt x="229" y="196"/>
                  </a:lnTo>
                  <a:lnTo>
                    <a:pt x="220" y="188"/>
                  </a:lnTo>
                  <a:lnTo>
                    <a:pt x="214" y="186"/>
                  </a:lnTo>
                  <a:lnTo>
                    <a:pt x="211" y="208"/>
                  </a:lnTo>
                  <a:lnTo>
                    <a:pt x="211" y="210"/>
                  </a:lnTo>
                  <a:lnTo>
                    <a:pt x="209" y="219"/>
                  </a:lnTo>
                  <a:lnTo>
                    <a:pt x="204" y="225"/>
                  </a:lnTo>
                  <a:lnTo>
                    <a:pt x="201" y="234"/>
                  </a:lnTo>
                  <a:lnTo>
                    <a:pt x="201" y="240"/>
                  </a:lnTo>
                  <a:lnTo>
                    <a:pt x="198" y="248"/>
                  </a:lnTo>
                  <a:lnTo>
                    <a:pt x="195" y="252"/>
                  </a:lnTo>
                  <a:lnTo>
                    <a:pt x="189" y="262"/>
                  </a:lnTo>
                  <a:lnTo>
                    <a:pt x="185" y="272"/>
                  </a:lnTo>
                  <a:lnTo>
                    <a:pt x="181" y="281"/>
                  </a:lnTo>
                  <a:lnTo>
                    <a:pt x="184" y="284"/>
                  </a:lnTo>
                  <a:lnTo>
                    <a:pt x="186" y="285"/>
                  </a:lnTo>
                  <a:lnTo>
                    <a:pt x="189" y="286"/>
                  </a:lnTo>
                  <a:lnTo>
                    <a:pt x="187" y="290"/>
                  </a:lnTo>
                  <a:lnTo>
                    <a:pt x="184" y="299"/>
                  </a:lnTo>
                  <a:lnTo>
                    <a:pt x="173" y="309"/>
                  </a:lnTo>
                  <a:lnTo>
                    <a:pt x="171" y="305"/>
                  </a:lnTo>
                  <a:lnTo>
                    <a:pt x="151" y="318"/>
                  </a:lnTo>
                  <a:lnTo>
                    <a:pt x="144" y="314"/>
                  </a:lnTo>
                  <a:lnTo>
                    <a:pt x="143" y="318"/>
                  </a:lnTo>
                  <a:lnTo>
                    <a:pt x="147" y="322"/>
                  </a:lnTo>
                  <a:lnTo>
                    <a:pt x="137" y="328"/>
                  </a:lnTo>
                  <a:lnTo>
                    <a:pt x="127" y="332"/>
                  </a:lnTo>
                  <a:lnTo>
                    <a:pt x="120" y="336"/>
                  </a:lnTo>
                  <a:lnTo>
                    <a:pt x="118" y="335"/>
                  </a:lnTo>
                  <a:lnTo>
                    <a:pt x="112" y="332"/>
                  </a:lnTo>
                  <a:lnTo>
                    <a:pt x="108" y="329"/>
                  </a:lnTo>
                  <a:lnTo>
                    <a:pt x="103" y="336"/>
                  </a:lnTo>
                  <a:lnTo>
                    <a:pt x="87" y="346"/>
                  </a:lnTo>
                  <a:lnTo>
                    <a:pt x="82" y="344"/>
                  </a:lnTo>
                  <a:lnTo>
                    <a:pt x="65" y="332"/>
                  </a:lnTo>
                  <a:lnTo>
                    <a:pt x="61" y="321"/>
                  </a:lnTo>
                  <a:lnTo>
                    <a:pt x="64" y="318"/>
                  </a:lnTo>
                  <a:lnTo>
                    <a:pt x="60" y="317"/>
                  </a:lnTo>
                  <a:lnTo>
                    <a:pt x="48" y="317"/>
                  </a:lnTo>
                  <a:lnTo>
                    <a:pt x="47" y="315"/>
                  </a:lnTo>
                  <a:lnTo>
                    <a:pt x="30" y="302"/>
                  </a:lnTo>
                  <a:lnTo>
                    <a:pt x="30" y="300"/>
                  </a:lnTo>
                  <a:lnTo>
                    <a:pt x="25" y="296"/>
                  </a:lnTo>
                  <a:lnTo>
                    <a:pt x="22" y="291"/>
                  </a:lnTo>
                  <a:lnTo>
                    <a:pt x="21" y="290"/>
                  </a:lnTo>
                  <a:lnTo>
                    <a:pt x="15" y="285"/>
                  </a:lnTo>
                  <a:lnTo>
                    <a:pt x="15" y="284"/>
                  </a:lnTo>
                  <a:lnTo>
                    <a:pt x="15" y="279"/>
                  </a:lnTo>
                  <a:lnTo>
                    <a:pt x="3" y="267"/>
                  </a:lnTo>
                  <a:lnTo>
                    <a:pt x="1" y="256"/>
                  </a:lnTo>
                  <a:lnTo>
                    <a:pt x="4" y="255"/>
                  </a:lnTo>
                  <a:lnTo>
                    <a:pt x="1" y="243"/>
                  </a:lnTo>
                  <a:lnTo>
                    <a:pt x="0" y="239"/>
                  </a:lnTo>
                  <a:lnTo>
                    <a:pt x="7" y="238"/>
                  </a:lnTo>
                  <a:lnTo>
                    <a:pt x="16" y="234"/>
                  </a:lnTo>
                  <a:lnTo>
                    <a:pt x="21" y="228"/>
                  </a:lnTo>
                  <a:lnTo>
                    <a:pt x="21" y="220"/>
                  </a:lnTo>
                  <a:lnTo>
                    <a:pt x="23" y="218"/>
                  </a:lnTo>
                  <a:lnTo>
                    <a:pt x="25" y="218"/>
                  </a:lnTo>
                  <a:lnTo>
                    <a:pt x="28" y="214"/>
                  </a:lnTo>
                  <a:lnTo>
                    <a:pt x="24" y="202"/>
                  </a:lnTo>
                  <a:lnTo>
                    <a:pt x="29" y="182"/>
                  </a:lnTo>
                  <a:lnTo>
                    <a:pt x="31" y="177"/>
                  </a:lnTo>
                  <a:lnTo>
                    <a:pt x="35" y="173"/>
                  </a:lnTo>
                  <a:lnTo>
                    <a:pt x="43" y="186"/>
                  </a:lnTo>
                  <a:lnTo>
                    <a:pt x="46" y="186"/>
                  </a:lnTo>
                  <a:lnTo>
                    <a:pt x="51" y="179"/>
                  </a:lnTo>
                  <a:lnTo>
                    <a:pt x="52" y="164"/>
                  </a:lnTo>
                  <a:lnTo>
                    <a:pt x="52" y="161"/>
                  </a:lnTo>
                  <a:lnTo>
                    <a:pt x="51" y="158"/>
                  </a:lnTo>
                  <a:lnTo>
                    <a:pt x="51" y="156"/>
                  </a:lnTo>
                  <a:lnTo>
                    <a:pt x="51" y="155"/>
                  </a:lnTo>
                  <a:lnTo>
                    <a:pt x="52" y="152"/>
                  </a:lnTo>
                  <a:lnTo>
                    <a:pt x="53" y="148"/>
                  </a:lnTo>
                  <a:lnTo>
                    <a:pt x="63" y="146"/>
                  </a:lnTo>
                  <a:lnTo>
                    <a:pt x="66" y="134"/>
                  </a:lnTo>
                  <a:lnTo>
                    <a:pt x="76" y="13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8" name="Freeform 15">
              <a:extLst>
                <a:ext uri="{FF2B5EF4-FFF2-40B4-BE49-F238E27FC236}">
                  <a16:creationId xmlns:a16="http://schemas.microsoft.com/office/drawing/2014/main" id="{12C752B4-75B3-E821-E105-A6D73978325D}"/>
                </a:ext>
              </a:extLst>
            </p:cNvPr>
            <p:cNvSpPr>
              <a:spLocks noChangeAspect="1"/>
            </p:cNvSpPr>
            <p:nvPr/>
          </p:nvSpPr>
          <p:spPr bwMode="auto">
            <a:xfrm>
              <a:off x="754" y="2520"/>
              <a:ext cx="48" cy="85"/>
            </a:xfrm>
            <a:custGeom>
              <a:avLst/>
              <a:gdLst>
                <a:gd name="T0" fmla="*/ 26 w 271"/>
                <a:gd name="T1" fmla="*/ 324 h 477"/>
                <a:gd name="T2" fmla="*/ 35 w 271"/>
                <a:gd name="T3" fmla="*/ 304 h 477"/>
                <a:gd name="T4" fmla="*/ 43 w 271"/>
                <a:gd name="T5" fmla="*/ 298 h 477"/>
                <a:gd name="T6" fmla="*/ 35 w 271"/>
                <a:gd name="T7" fmla="*/ 298 h 477"/>
                <a:gd name="T8" fmla="*/ 42 w 271"/>
                <a:gd name="T9" fmla="*/ 266 h 477"/>
                <a:gd name="T10" fmla="*/ 36 w 271"/>
                <a:gd name="T11" fmla="*/ 256 h 477"/>
                <a:gd name="T12" fmla="*/ 31 w 271"/>
                <a:gd name="T13" fmla="*/ 254 h 477"/>
                <a:gd name="T14" fmla="*/ 23 w 271"/>
                <a:gd name="T15" fmla="*/ 177 h 477"/>
                <a:gd name="T16" fmla="*/ 20 w 271"/>
                <a:gd name="T17" fmla="*/ 164 h 477"/>
                <a:gd name="T18" fmla="*/ 17 w 271"/>
                <a:gd name="T19" fmla="*/ 159 h 477"/>
                <a:gd name="T20" fmla="*/ 33 w 271"/>
                <a:gd name="T21" fmla="*/ 137 h 477"/>
                <a:gd name="T22" fmla="*/ 35 w 271"/>
                <a:gd name="T23" fmla="*/ 104 h 477"/>
                <a:gd name="T24" fmla="*/ 48 w 271"/>
                <a:gd name="T25" fmla="*/ 80 h 477"/>
                <a:gd name="T26" fmla="*/ 55 w 271"/>
                <a:gd name="T27" fmla="*/ 83 h 477"/>
                <a:gd name="T28" fmla="*/ 62 w 271"/>
                <a:gd name="T29" fmla="*/ 47 h 477"/>
                <a:gd name="T30" fmla="*/ 61 w 271"/>
                <a:gd name="T31" fmla="*/ 41 h 477"/>
                <a:gd name="T32" fmla="*/ 69 w 271"/>
                <a:gd name="T33" fmla="*/ 39 h 477"/>
                <a:gd name="T34" fmla="*/ 73 w 271"/>
                <a:gd name="T35" fmla="*/ 30 h 477"/>
                <a:gd name="T36" fmla="*/ 84 w 271"/>
                <a:gd name="T37" fmla="*/ 23 h 477"/>
                <a:gd name="T38" fmla="*/ 103 w 271"/>
                <a:gd name="T39" fmla="*/ 12 h 477"/>
                <a:gd name="T40" fmla="*/ 131 w 271"/>
                <a:gd name="T41" fmla="*/ 10 h 477"/>
                <a:gd name="T42" fmla="*/ 153 w 271"/>
                <a:gd name="T43" fmla="*/ 9 h 477"/>
                <a:gd name="T44" fmla="*/ 165 w 271"/>
                <a:gd name="T45" fmla="*/ 8 h 477"/>
                <a:gd name="T46" fmla="*/ 180 w 271"/>
                <a:gd name="T47" fmla="*/ 6 h 477"/>
                <a:gd name="T48" fmla="*/ 194 w 271"/>
                <a:gd name="T49" fmla="*/ 4 h 477"/>
                <a:gd name="T50" fmla="*/ 212 w 271"/>
                <a:gd name="T51" fmla="*/ 3 h 477"/>
                <a:gd name="T52" fmla="*/ 239 w 271"/>
                <a:gd name="T53" fmla="*/ 0 h 477"/>
                <a:gd name="T54" fmla="*/ 252 w 271"/>
                <a:gd name="T55" fmla="*/ 9 h 477"/>
                <a:gd name="T56" fmla="*/ 252 w 271"/>
                <a:gd name="T57" fmla="*/ 40 h 477"/>
                <a:gd name="T58" fmla="*/ 252 w 271"/>
                <a:gd name="T59" fmla="*/ 52 h 477"/>
                <a:gd name="T60" fmla="*/ 252 w 271"/>
                <a:gd name="T61" fmla="*/ 65 h 477"/>
                <a:gd name="T62" fmla="*/ 251 w 271"/>
                <a:gd name="T63" fmla="*/ 88 h 477"/>
                <a:gd name="T64" fmla="*/ 251 w 271"/>
                <a:gd name="T65" fmla="*/ 113 h 477"/>
                <a:gd name="T66" fmla="*/ 251 w 271"/>
                <a:gd name="T67" fmla="*/ 143 h 477"/>
                <a:gd name="T68" fmla="*/ 251 w 271"/>
                <a:gd name="T69" fmla="*/ 167 h 477"/>
                <a:gd name="T70" fmla="*/ 251 w 271"/>
                <a:gd name="T71" fmla="*/ 196 h 477"/>
                <a:gd name="T72" fmla="*/ 251 w 271"/>
                <a:gd name="T73" fmla="*/ 225 h 477"/>
                <a:gd name="T74" fmla="*/ 251 w 271"/>
                <a:gd name="T75" fmla="*/ 254 h 477"/>
                <a:gd name="T76" fmla="*/ 251 w 271"/>
                <a:gd name="T77" fmla="*/ 268 h 477"/>
                <a:gd name="T78" fmla="*/ 251 w 271"/>
                <a:gd name="T79" fmla="*/ 274 h 477"/>
                <a:gd name="T80" fmla="*/ 251 w 271"/>
                <a:gd name="T81" fmla="*/ 305 h 477"/>
                <a:gd name="T82" fmla="*/ 255 w 271"/>
                <a:gd name="T83" fmla="*/ 341 h 477"/>
                <a:gd name="T84" fmla="*/ 257 w 271"/>
                <a:gd name="T85" fmla="*/ 353 h 477"/>
                <a:gd name="T86" fmla="*/ 261 w 271"/>
                <a:gd name="T87" fmla="*/ 382 h 477"/>
                <a:gd name="T88" fmla="*/ 265 w 271"/>
                <a:gd name="T89" fmla="*/ 414 h 477"/>
                <a:gd name="T90" fmla="*/ 269 w 271"/>
                <a:gd name="T91" fmla="*/ 441 h 477"/>
                <a:gd name="T92" fmla="*/ 241 w 271"/>
                <a:gd name="T93" fmla="*/ 455 h 477"/>
                <a:gd name="T94" fmla="*/ 221 w 271"/>
                <a:gd name="T95" fmla="*/ 454 h 477"/>
                <a:gd name="T96" fmla="*/ 194 w 271"/>
                <a:gd name="T97" fmla="*/ 462 h 477"/>
                <a:gd name="T98" fmla="*/ 170 w 271"/>
                <a:gd name="T99" fmla="*/ 471 h 477"/>
                <a:gd name="T100" fmla="*/ 157 w 271"/>
                <a:gd name="T101" fmla="*/ 448 h 477"/>
                <a:gd name="T102" fmla="*/ 155 w 271"/>
                <a:gd name="T103" fmla="*/ 406 h 477"/>
                <a:gd name="T104" fmla="*/ 153 w 271"/>
                <a:gd name="T105" fmla="*/ 399 h 477"/>
                <a:gd name="T106" fmla="*/ 113 w 271"/>
                <a:gd name="T107" fmla="*/ 402 h 477"/>
                <a:gd name="T108" fmla="*/ 92 w 271"/>
                <a:gd name="T109" fmla="*/ 404 h 477"/>
                <a:gd name="T110" fmla="*/ 75 w 271"/>
                <a:gd name="T111" fmla="*/ 406 h 477"/>
                <a:gd name="T112" fmla="*/ 51 w 271"/>
                <a:gd name="T113" fmla="*/ 407 h 477"/>
                <a:gd name="T114" fmla="*/ 31 w 271"/>
                <a:gd name="T115" fmla="*/ 408 h 477"/>
                <a:gd name="T116" fmla="*/ 2 w 271"/>
                <a:gd name="T117" fmla="*/ 410 h 477"/>
                <a:gd name="T118" fmla="*/ 9 w 271"/>
                <a:gd name="T119" fmla="*/ 375 h 477"/>
                <a:gd name="T120" fmla="*/ 19 w 271"/>
                <a:gd name="T121" fmla="*/ 33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477">
                  <a:moveTo>
                    <a:pt x="21" y="336"/>
                  </a:moveTo>
                  <a:lnTo>
                    <a:pt x="25" y="335"/>
                  </a:lnTo>
                  <a:lnTo>
                    <a:pt x="26" y="324"/>
                  </a:lnTo>
                  <a:lnTo>
                    <a:pt x="26" y="323"/>
                  </a:lnTo>
                  <a:lnTo>
                    <a:pt x="38" y="310"/>
                  </a:lnTo>
                  <a:lnTo>
                    <a:pt x="35" y="304"/>
                  </a:lnTo>
                  <a:lnTo>
                    <a:pt x="42" y="299"/>
                  </a:lnTo>
                  <a:lnTo>
                    <a:pt x="42" y="298"/>
                  </a:lnTo>
                  <a:lnTo>
                    <a:pt x="43" y="298"/>
                  </a:lnTo>
                  <a:lnTo>
                    <a:pt x="41" y="298"/>
                  </a:lnTo>
                  <a:lnTo>
                    <a:pt x="39" y="298"/>
                  </a:lnTo>
                  <a:lnTo>
                    <a:pt x="35" y="298"/>
                  </a:lnTo>
                  <a:lnTo>
                    <a:pt x="33" y="290"/>
                  </a:lnTo>
                  <a:lnTo>
                    <a:pt x="44" y="291"/>
                  </a:lnTo>
                  <a:lnTo>
                    <a:pt x="42" y="266"/>
                  </a:lnTo>
                  <a:lnTo>
                    <a:pt x="32" y="262"/>
                  </a:lnTo>
                  <a:lnTo>
                    <a:pt x="42" y="263"/>
                  </a:lnTo>
                  <a:lnTo>
                    <a:pt x="36" y="256"/>
                  </a:lnTo>
                  <a:lnTo>
                    <a:pt x="38" y="254"/>
                  </a:lnTo>
                  <a:lnTo>
                    <a:pt x="41" y="249"/>
                  </a:lnTo>
                  <a:lnTo>
                    <a:pt x="31" y="254"/>
                  </a:lnTo>
                  <a:lnTo>
                    <a:pt x="25" y="213"/>
                  </a:lnTo>
                  <a:lnTo>
                    <a:pt x="26" y="176"/>
                  </a:lnTo>
                  <a:lnTo>
                    <a:pt x="23" y="177"/>
                  </a:lnTo>
                  <a:lnTo>
                    <a:pt x="25" y="167"/>
                  </a:lnTo>
                  <a:lnTo>
                    <a:pt x="17" y="171"/>
                  </a:lnTo>
                  <a:lnTo>
                    <a:pt x="20" y="164"/>
                  </a:lnTo>
                  <a:lnTo>
                    <a:pt x="18" y="162"/>
                  </a:lnTo>
                  <a:lnTo>
                    <a:pt x="18" y="161"/>
                  </a:lnTo>
                  <a:lnTo>
                    <a:pt x="17" y="159"/>
                  </a:lnTo>
                  <a:lnTo>
                    <a:pt x="24" y="144"/>
                  </a:lnTo>
                  <a:lnTo>
                    <a:pt x="24" y="137"/>
                  </a:lnTo>
                  <a:lnTo>
                    <a:pt x="33" y="137"/>
                  </a:lnTo>
                  <a:lnTo>
                    <a:pt x="25" y="118"/>
                  </a:lnTo>
                  <a:lnTo>
                    <a:pt x="32" y="113"/>
                  </a:lnTo>
                  <a:lnTo>
                    <a:pt x="35" y="104"/>
                  </a:lnTo>
                  <a:lnTo>
                    <a:pt x="43" y="90"/>
                  </a:lnTo>
                  <a:lnTo>
                    <a:pt x="49" y="86"/>
                  </a:lnTo>
                  <a:lnTo>
                    <a:pt x="48" y="80"/>
                  </a:lnTo>
                  <a:lnTo>
                    <a:pt x="55" y="77"/>
                  </a:lnTo>
                  <a:lnTo>
                    <a:pt x="54" y="82"/>
                  </a:lnTo>
                  <a:lnTo>
                    <a:pt x="55" y="83"/>
                  </a:lnTo>
                  <a:lnTo>
                    <a:pt x="62" y="62"/>
                  </a:lnTo>
                  <a:lnTo>
                    <a:pt x="60" y="51"/>
                  </a:lnTo>
                  <a:lnTo>
                    <a:pt x="62" y="47"/>
                  </a:lnTo>
                  <a:lnTo>
                    <a:pt x="65" y="52"/>
                  </a:lnTo>
                  <a:lnTo>
                    <a:pt x="69" y="45"/>
                  </a:lnTo>
                  <a:lnTo>
                    <a:pt x="61" y="41"/>
                  </a:lnTo>
                  <a:lnTo>
                    <a:pt x="62" y="39"/>
                  </a:lnTo>
                  <a:lnTo>
                    <a:pt x="66" y="41"/>
                  </a:lnTo>
                  <a:lnTo>
                    <a:pt x="69" y="39"/>
                  </a:lnTo>
                  <a:lnTo>
                    <a:pt x="68" y="36"/>
                  </a:lnTo>
                  <a:lnTo>
                    <a:pt x="72" y="30"/>
                  </a:lnTo>
                  <a:lnTo>
                    <a:pt x="73" y="30"/>
                  </a:lnTo>
                  <a:lnTo>
                    <a:pt x="74" y="29"/>
                  </a:lnTo>
                  <a:lnTo>
                    <a:pt x="80" y="27"/>
                  </a:lnTo>
                  <a:lnTo>
                    <a:pt x="84" y="23"/>
                  </a:lnTo>
                  <a:lnTo>
                    <a:pt x="84" y="18"/>
                  </a:lnTo>
                  <a:lnTo>
                    <a:pt x="79" y="14"/>
                  </a:lnTo>
                  <a:lnTo>
                    <a:pt x="103" y="12"/>
                  </a:lnTo>
                  <a:lnTo>
                    <a:pt x="114" y="11"/>
                  </a:lnTo>
                  <a:lnTo>
                    <a:pt x="125" y="10"/>
                  </a:lnTo>
                  <a:lnTo>
                    <a:pt x="131" y="10"/>
                  </a:lnTo>
                  <a:lnTo>
                    <a:pt x="139" y="10"/>
                  </a:lnTo>
                  <a:lnTo>
                    <a:pt x="145" y="9"/>
                  </a:lnTo>
                  <a:lnTo>
                    <a:pt x="153" y="9"/>
                  </a:lnTo>
                  <a:lnTo>
                    <a:pt x="157" y="8"/>
                  </a:lnTo>
                  <a:lnTo>
                    <a:pt x="161" y="8"/>
                  </a:lnTo>
                  <a:lnTo>
                    <a:pt x="165" y="8"/>
                  </a:lnTo>
                  <a:lnTo>
                    <a:pt x="173" y="6"/>
                  </a:lnTo>
                  <a:lnTo>
                    <a:pt x="176" y="6"/>
                  </a:lnTo>
                  <a:lnTo>
                    <a:pt x="180" y="6"/>
                  </a:lnTo>
                  <a:lnTo>
                    <a:pt x="181" y="6"/>
                  </a:lnTo>
                  <a:lnTo>
                    <a:pt x="187" y="5"/>
                  </a:lnTo>
                  <a:lnTo>
                    <a:pt x="194" y="4"/>
                  </a:lnTo>
                  <a:lnTo>
                    <a:pt x="198" y="4"/>
                  </a:lnTo>
                  <a:lnTo>
                    <a:pt x="204" y="4"/>
                  </a:lnTo>
                  <a:lnTo>
                    <a:pt x="212" y="3"/>
                  </a:lnTo>
                  <a:lnTo>
                    <a:pt x="229" y="2"/>
                  </a:lnTo>
                  <a:lnTo>
                    <a:pt x="230" y="2"/>
                  </a:lnTo>
                  <a:lnTo>
                    <a:pt x="239" y="0"/>
                  </a:lnTo>
                  <a:lnTo>
                    <a:pt x="242" y="0"/>
                  </a:lnTo>
                  <a:lnTo>
                    <a:pt x="249" y="9"/>
                  </a:lnTo>
                  <a:lnTo>
                    <a:pt x="252" y="9"/>
                  </a:lnTo>
                  <a:lnTo>
                    <a:pt x="252" y="15"/>
                  </a:lnTo>
                  <a:lnTo>
                    <a:pt x="252" y="30"/>
                  </a:lnTo>
                  <a:lnTo>
                    <a:pt x="252" y="40"/>
                  </a:lnTo>
                  <a:lnTo>
                    <a:pt x="252" y="47"/>
                  </a:lnTo>
                  <a:lnTo>
                    <a:pt x="252" y="48"/>
                  </a:lnTo>
                  <a:lnTo>
                    <a:pt x="252" y="52"/>
                  </a:lnTo>
                  <a:lnTo>
                    <a:pt x="252" y="53"/>
                  </a:lnTo>
                  <a:lnTo>
                    <a:pt x="252" y="60"/>
                  </a:lnTo>
                  <a:lnTo>
                    <a:pt x="252" y="65"/>
                  </a:lnTo>
                  <a:lnTo>
                    <a:pt x="251" y="78"/>
                  </a:lnTo>
                  <a:lnTo>
                    <a:pt x="251" y="81"/>
                  </a:lnTo>
                  <a:lnTo>
                    <a:pt x="251" y="88"/>
                  </a:lnTo>
                  <a:lnTo>
                    <a:pt x="251" y="92"/>
                  </a:lnTo>
                  <a:lnTo>
                    <a:pt x="251" y="96"/>
                  </a:lnTo>
                  <a:lnTo>
                    <a:pt x="251" y="113"/>
                  </a:lnTo>
                  <a:lnTo>
                    <a:pt x="251" y="122"/>
                  </a:lnTo>
                  <a:lnTo>
                    <a:pt x="251" y="123"/>
                  </a:lnTo>
                  <a:lnTo>
                    <a:pt x="251" y="143"/>
                  </a:lnTo>
                  <a:lnTo>
                    <a:pt x="251" y="146"/>
                  </a:lnTo>
                  <a:lnTo>
                    <a:pt x="251" y="155"/>
                  </a:lnTo>
                  <a:lnTo>
                    <a:pt x="251" y="167"/>
                  </a:lnTo>
                  <a:lnTo>
                    <a:pt x="251" y="173"/>
                  </a:lnTo>
                  <a:lnTo>
                    <a:pt x="251" y="176"/>
                  </a:lnTo>
                  <a:lnTo>
                    <a:pt x="251" y="196"/>
                  </a:lnTo>
                  <a:lnTo>
                    <a:pt x="251" y="200"/>
                  </a:lnTo>
                  <a:lnTo>
                    <a:pt x="251" y="202"/>
                  </a:lnTo>
                  <a:lnTo>
                    <a:pt x="251" y="225"/>
                  </a:lnTo>
                  <a:lnTo>
                    <a:pt x="251" y="227"/>
                  </a:lnTo>
                  <a:lnTo>
                    <a:pt x="251" y="237"/>
                  </a:lnTo>
                  <a:lnTo>
                    <a:pt x="251" y="254"/>
                  </a:lnTo>
                  <a:lnTo>
                    <a:pt x="251" y="256"/>
                  </a:lnTo>
                  <a:lnTo>
                    <a:pt x="251" y="263"/>
                  </a:lnTo>
                  <a:lnTo>
                    <a:pt x="251" y="268"/>
                  </a:lnTo>
                  <a:lnTo>
                    <a:pt x="251" y="269"/>
                  </a:lnTo>
                  <a:lnTo>
                    <a:pt x="251" y="270"/>
                  </a:lnTo>
                  <a:lnTo>
                    <a:pt x="251" y="274"/>
                  </a:lnTo>
                  <a:lnTo>
                    <a:pt x="251" y="281"/>
                  </a:lnTo>
                  <a:lnTo>
                    <a:pt x="249" y="304"/>
                  </a:lnTo>
                  <a:lnTo>
                    <a:pt x="251" y="305"/>
                  </a:lnTo>
                  <a:lnTo>
                    <a:pt x="251" y="306"/>
                  </a:lnTo>
                  <a:lnTo>
                    <a:pt x="253" y="322"/>
                  </a:lnTo>
                  <a:lnTo>
                    <a:pt x="255" y="341"/>
                  </a:lnTo>
                  <a:lnTo>
                    <a:pt x="255" y="344"/>
                  </a:lnTo>
                  <a:lnTo>
                    <a:pt x="257" y="347"/>
                  </a:lnTo>
                  <a:lnTo>
                    <a:pt x="257" y="353"/>
                  </a:lnTo>
                  <a:lnTo>
                    <a:pt x="259" y="365"/>
                  </a:lnTo>
                  <a:lnTo>
                    <a:pt x="260" y="378"/>
                  </a:lnTo>
                  <a:lnTo>
                    <a:pt x="261" y="382"/>
                  </a:lnTo>
                  <a:lnTo>
                    <a:pt x="261" y="386"/>
                  </a:lnTo>
                  <a:lnTo>
                    <a:pt x="263" y="390"/>
                  </a:lnTo>
                  <a:lnTo>
                    <a:pt x="265" y="414"/>
                  </a:lnTo>
                  <a:lnTo>
                    <a:pt x="265" y="416"/>
                  </a:lnTo>
                  <a:lnTo>
                    <a:pt x="267" y="429"/>
                  </a:lnTo>
                  <a:lnTo>
                    <a:pt x="269" y="441"/>
                  </a:lnTo>
                  <a:lnTo>
                    <a:pt x="271" y="453"/>
                  </a:lnTo>
                  <a:lnTo>
                    <a:pt x="263" y="456"/>
                  </a:lnTo>
                  <a:lnTo>
                    <a:pt x="241" y="455"/>
                  </a:lnTo>
                  <a:lnTo>
                    <a:pt x="233" y="450"/>
                  </a:lnTo>
                  <a:lnTo>
                    <a:pt x="233" y="454"/>
                  </a:lnTo>
                  <a:lnTo>
                    <a:pt x="221" y="454"/>
                  </a:lnTo>
                  <a:lnTo>
                    <a:pt x="197" y="462"/>
                  </a:lnTo>
                  <a:lnTo>
                    <a:pt x="193" y="458"/>
                  </a:lnTo>
                  <a:lnTo>
                    <a:pt x="194" y="462"/>
                  </a:lnTo>
                  <a:lnTo>
                    <a:pt x="181" y="477"/>
                  </a:lnTo>
                  <a:lnTo>
                    <a:pt x="179" y="477"/>
                  </a:lnTo>
                  <a:lnTo>
                    <a:pt x="170" y="471"/>
                  </a:lnTo>
                  <a:lnTo>
                    <a:pt x="163" y="452"/>
                  </a:lnTo>
                  <a:lnTo>
                    <a:pt x="158" y="448"/>
                  </a:lnTo>
                  <a:lnTo>
                    <a:pt x="157" y="448"/>
                  </a:lnTo>
                  <a:lnTo>
                    <a:pt x="149" y="432"/>
                  </a:lnTo>
                  <a:lnTo>
                    <a:pt x="150" y="424"/>
                  </a:lnTo>
                  <a:lnTo>
                    <a:pt x="155" y="406"/>
                  </a:lnTo>
                  <a:lnTo>
                    <a:pt x="156" y="399"/>
                  </a:lnTo>
                  <a:lnTo>
                    <a:pt x="155" y="400"/>
                  </a:lnTo>
                  <a:lnTo>
                    <a:pt x="153" y="399"/>
                  </a:lnTo>
                  <a:lnTo>
                    <a:pt x="147" y="400"/>
                  </a:lnTo>
                  <a:lnTo>
                    <a:pt x="123" y="401"/>
                  </a:lnTo>
                  <a:lnTo>
                    <a:pt x="113" y="402"/>
                  </a:lnTo>
                  <a:lnTo>
                    <a:pt x="105" y="404"/>
                  </a:lnTo>
                  <a:lnTo>
                    <a:pt x="103" y="404"/>
                  </a:lnTo>
                  <a:lnTo>
                    <a:pt x="92" y="404"/>
                  </a:lnTo>
                  <a:lnTo>
                    <a:pt x="89" y="405"/>
                  </a:lnTo>
                  <a:lnTo>
                    <a:pt x="87" y="405"/>
                  </a:lnTo>
                  <a:lnTo>
                    <a:pt x="75" y="406"/>
                  </a:lnTo>
                  <a:lnTo>
                    <a:pt x="72" y="406"/>
                  </a:lnTo>
                  <a:lnTo>
                    <a:pt x="66" y="406"/>
                  </a:lnTo>
                  <a:lnTo>
                    <a:pt x="51" y="407"/>
                  </a:lnTo>
                  <a:lnTo>
                    <a:pt x="47" y="407"/>
                  </a:lnTo>
                  <a:lnTo>
                    <a:pt x="38" y="408"/>
                  </a:lnTo>
                  <a:lnTo>
                    <a:pt x="31" y="408"/>
                  </a:lnTo>
                  <a:lnTo>
                    <a:pt x="21" y="410"/>
                  </a:lnTo>
                  <a:lnTo>
                    <a:pt x="0" y="411"/>
                  </a:lnTo>
                  <a:lnTo>
                    <a:pt x="2" y="410"/>
                  </a:lnTo>
                  <a:lnTo>
                    <a:pt x="0" y="398"/>
                  </a:lnTo>
                  <a:lnTo>
                    <a:pt x="2" y="392"/>
                  </a:lnTo>
                  <a:lnTo>
                    <a:pt x="9" y="375"/>
                  </a:lnTo>
                  <a:lnTo>
                    <a:pt x="7" y="347"/>
                  </a:lnTo>
                  <a:lnTo>
                    <a:pt x="17" y="338"/>
                  </a:lnTo>
                  <a:lnTo>
                    <a:pt x="19" y="336"/>
                  </a:lnTo>
                  <a:lnTo>
                    <a:pt x="21" y="33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9" name="Freeform 16">
              <a:extLst>
                <a:ext uri="{FF2B5EF4-FFF2-40B4-BE49-F238E27FC236}">
                  <a16:creationId xmlns:a16="http://schemas.microsoft.com/office/drawing/2014/main" id="{8BD26E3A-D183-6D9A-8DAB-73D00102F609}"/>
                </a:ext>
              </a:extLst>
            </p:cNvPr>
            <p:cNvSpPr>
              <a:spLocks noChangeAspect="1"/>
            </p:cNvSpPr>
            <p:nvPr/>
          </p:nvSpPr>
          <p:spPr bwMode="auto">
            <a:xfrm>
              <a:off x="797" y="2516"/>
              <a:ext cx="53" cy="87"/>
            </a:xfrm>
            <a:custGeom>
              <a:avLst/>
              <a:gdLst>
                <a:gd name="T0" fmla="*/ 19 w 299"/>
                <a:gd name="T1" fmla="*/ 407 h 483"/>
                <a:gd name="T2" fmla="*/ 23 w 299"/>
                <a:gd name="T3" fmla="*/ 437 h 483"/>
                <a:gd name="T4" fmla="*/ 29 w 299"/>
                <a:gd name="T5" fmla="*/ 474 h 483"/>
                <a:gd name="T6" fmla="*/ 45 w 299"/>
                <a:gd name="T7" fmla="*/ 475 h 483"/>
                <a:gd name="T8" fmla="*/ 57 w 299"/>
                <a:gd name="T9" fmla="*/ 439 h 483"/>
                <a:gd name="T10" fmla="*/ 60 w 299"/>
                <a:gd name="T11" fmla="*/ 483 h 483"/>
                <a:gd name="T12" fmla="*/ 106 w 299"/>
                <a:gd name="T13" fmla="*/ 451 h 483"/>
                <a:gd name="T14" fmla="*/ 88 w 299"/>
                <a:gd name="T15" fmla="*/ 404 h 483"/>
                <a:gd name="T16" fmla="*/ 123 w 299"/>
                <a:gd name="T17" fmla="*/ 401 h 483"/>
                <a:gd name="T18" fmla="*/ 154 w 299"/>
                <a:gd name="T19" fmla="*/ 397 h 483"/>
                <a:gd name="T20" fmla="*/ 161 w 299"/>
                <a:gd name="T21" fmla="*/ 397 h 483"/>
                <a:gd name="T22" fmla="*/ 186 w 299"/>
                <a:gd name="T23" fmla="*/ 395 h 483"/>
                <a:gd name="T24" fmla="*/ 202 w 299"/>
                <a:gd name="T25" fmla="*/ 392 h 483"/>
                <a:gd name="T26" fmla="*/ 215 w 299"/>
                <a:gd name="T27" fmla="*/ 391 h 483"/>
                <a:gd name="T28" fmla="*/ 258 w 299"/>
                <a:gd name="T29" fmla="*/ 385 h 483"/>
                <a:gd name="T30" fmla="*/ 286 w 299"/>
                <a:gd name="T31" fmla="*/ 381 h 483"/>
                <a:gd name="T32" fmla="*/ 299 w 299"/>
                <a:gd name="T33" fmla="*/ 378 h 483"/>
                <a:gd name="T34" fmla="*/ 287 w 299"/>
                <a:gd name="T35" fmla="*/ 356 h 483"/>
                <a:gd name="T36" fmla="*/ 288 w 299"/>
                <a:gd name="T37" fmla="*/ 332 h 483"/>
                <a:gd name="T38" fmla="*/ 280 w 299"/>
                <a:gd name="T39" fmla="*/ 314 h 483"/>
                <a:gd name="T40" fmla="*/ 277 w 299"/>
                <a:gd name="T41" fmla="*/ 296 h 483"/>
                <a:gd name="T42" fmla="*/ 281 w 299"/>
                <a:gd name="T43" fmla="*/ 277 h 483"/>
                <a:gd name="T44" fmla="*/ 289 w 299"/>
                <a:gd name="T45" fmla="*/ 260 h 483"/>
                <a:gd name="T46" fmla="*/ 283 w 299"/>
                <a:gd name="T47" fmla="*/ 246 h 483"/>
                <a:gd name="T48" fmla="*/ 273 w 299"/>
                <a:gd name="T49" fmla="*/ 225 h 483"/>
                <a:gd name="T50" fmla="*/ 265 w 299"/>
                <a:gd name="T51" fmla="*/ 212 h 483"/>
                <a:gd name="T52" fmla="*/ 258 w 299"/>
                <a:gd name="T53" fmla="*/ 193 h 483"/>
                <a:gd name="T54" fmla="*/ 253 w 299"/>
                <a:gd name="T55" fmla="*/ 176 h 483"/>
                <a:gd name="T56" fmla="*/ 245 w 299"/>
                <a:gd name="T57" fmla="*/ 147 h 483"/>
                <a:gd name="T58" fmla="*/ 240 w 299"/>
                <a:gd name="T59" fmla="*/ 129 h 483"/>
                <a:gd name="T60" fmla="*/ 233 w 299"/>
                <a:gd name="T61" fmla="*/ 107 h 483"/>
                <a:gd name="T62" fmla="*/ 229 w 299"/>
                <a:gd name="T63" fmla="*/ 93 h 483"/>
                <a:gd name="T64" fmla="*/ 225 w 299"/>
                <a:gd name="T65" fmla="*/ 78 h 483"/>
                <a:gd name="T66" fmla="*/ 219 w 299"/>
                <a:gd name="T67" fmla="*/ 55 h 483"/>
                <a:gd name="T68" fmla="*/ 213 w 299"/>
                <a:gd name="T69" fmla="*/ 37 h 483"/>
                <a:gd name="T70" fmla="*/ 207 w 299"/>
                <a:gd name="T71" fmla="*/ 15 h 483"/>
                <a:gd name="T72" fmla="*/ 202 w 299"/>
                <a:gd name="T73" fmla="*/ 0 h 483"/>
                <a:gd name="T74" fmla="*/ 181 w 299"/>
                <a:gd name="T75" fmla="*/ 2 h 483"/>
                <a:gd name="T76" fmla="*/ 148 w 299"/>
                <a:gd name="T77" fmla="*/ 6 h 483"/>
                <a:gd name="T78" fmla="*/ 132 w 299"/>
                <a:gd name="T79" fmla="*/ 7 h 483"/>
                <a:gd name="T80" fmla="*/ 105 w 299"/>
                <a:gd name="T81" fmla="*/ 11 h 483"/>
                <a:gd name="T82" fmla="*/ 75 w 299"/>
                <a:gd name="T83" fmla="*/ 13 h 483"/>
                <a:gd name="T84" fmla="*/ 41 w 299"/>
                <a:gd name="T85" fmla="*/ 17 h 483"/>
                <a:gd name="T86" fmla="*/ 0 w 299"/>
                <a:gd name="T87" fmla="*/ 20 h 483"/>
                <a:gd name="T88" fmla="*/ 10 w 299"/>
                <a:gd name="T89" fmla="*/ 30 h 483"/>
                <a:gd name="T90" fmla="*/ 10 w 299"/>
                <a:gd name="T91" fmla="*/ 61 h 483"/>
                <a:gd name="T92" fmla="*/ 10 w 299"/>
                <a:gd name="T93" fmla="*/ 73 h 483"/>
                <a:gd name="T94" fmla="*/ 10 w 299"/>
                <a:gd name="T95" fmla="*/ 86 h 483"/>
                <a:gd name="T96" fmla="*/ 9 w 299"/>
                <a:gd name="T97" fmla="*/ 109 h 483"/>
                <a:gd name="T98" fmla="*/ 9 w 299"/>
                <a:gd name="T99" fmla="*/ 134 h 483"/>
                <a:gd name="T100" fmla="*/ 9 w 299"/>
                <a:gd name="T101" fmla="*/ 164 h 483"/>
                <a:gd name="T102" fmla="*/ 9 w 299"/>
                <a:gd name="T103" fmla="*/ 188 h 483"/>
                <a:gd name="T104" fmla="*/ 9 w 299"/>
                <a:gd name="T105" fmla="*/ 217 h 483"/>
                <a:gd name="T106" fmla="*/ 9 w 299"/>
                <a:gd name="T107" fmla="*/ 246 h 483"/>
                <a:gd name="T108" fmla="*/ 9 w 299"/>
                <a:gd name="T109" fmla="*/ 275 h 483"/>
                <a:gd name="T110" fmla="*/ 9 w 299"/>
                <a:gd name="T111" fmla="*/ 289 h 483"/>
                <a:gd name="T112" fmla="*/ 9 w 299"/>
                <a:gd name="T113" fmla="*/ 295 h 483"/>
                <a:gd name="T114" fmla="*/ 9 w 299"/>
                <a:gd name="T115" fmla="*/ 326 h 483"/>
                <a:gd name="T116" fmla="*/ 13 w 299"/>
                <a:gd name="T117" fmla="*/ 362 h 483"/>
                <a:gd name="T118" fmla="*/ 15 w 299"/>
                <a:gd name="T119" fmla="*/ 374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483">
                  <a:moveTo>
                    <a:pt x="18" y="399"/>
                  </a:moveTo>
                  <a:lnTo>
                    <a:pt x="19" y="403"/>
                  </a:lnTo>
                  <a:lnTo>
                    <a:pt x="19" y="407"/>
                  </a:lnTo>
                  <a:lnTo>
                    <a:pt x="21" y="411"/>
                  </a:lnTo>
                  <a:lnTo>
                    <a:pt x="23" y="435"/>
                  </a:lnTo>
                  <a:lnTo>
                    <a:pt x="23" y="437"/>
                  </a:lnTo>
                  <a:lnTo>
                    <a:pt x="25" y="450"/>
                  </a:lnTo>
                  <a:lnTo>
                    <a:pt x="27" y="462"/>
                  </a:lnTo>
                  <a:lnTo>
                    <a:pt x="29" y="474"/>
                  </a:lnTo>
                  <a:lnTo>
                    <a:pt x="30" y="470"/>
                  </a:lnTo>
                  <a:lnTo>
                    <a:pt x="40" y="470"/>
                  </a:lnTo>
                  <a:lnTo>
                    <a:pt x="45" y="475"/>
                  </a:lnTo>
                  <a:lnTo>
                    <a:pt x="51" y="473"/>
                  </a:lnTo>
                  <a:lnTo>
                    <a:pt x="51" y="457"/>
                  </a:lnTo>
                  <a:lnTo>
                    <a:pt x="57" y="439"/>
                  </a:lnTo>
                  <a:lnTo>
                    <a:pt x="65" y="443"/>
                  </a:lnTo>
                  <a:lnTo>
                    <a:pt x="65" y="456"/>
                  </a:lnTo>
                  <a:lnTo>
                    <a:pt x="60" y="483"/>
                  </a:lnTo>
                  <a:lnTo>
                    <a:pt x="99" y="474"/>
                  </a:lnTo>
                  <a:lnTo>
                    <a:pt x="112" y="456"/>
                  </a:lnTo>
                  <a:lnTo>
                    <a:pt x="106" y="451"/>
                  </a:lnTo>
                  <a:lnTo>
                    <a:pt x="108" y="439"/>
                  </a:lnTo>
                  <a:lnTo>
                    <a:pt x="87" y="420"/>
                  </a:lnTo>
                  <a:lnTo>
                    <a:pt x="88" y="404"/>
                  </a:lnTo>
                  <a:lnTo>
                    <a:pt x="115" y="402"/>
                  </a:lnTo>
                  <a:lnTo>
                    <a:pt x="117" y="402"/>
                  </a:lnTo>
                  <a:lnTo>
                    <a:pt x="123" y="401"/>
                  </a:lnTo>
                  <a:lnTo>
                    <a:pt x="125" y="401"/>
                  </a:lnTo>
                  <a:lnTo>
                    <a:pt x="136" y="399"/>
                  </a:lnTo>
                  <a:lnTo>
                    <a:pt x="154" y="397"/>
                  </a:lnTo>
                  <a:lnTo>
                    <a:pt x="159" y="397"/>
                  </a:lnTo>
                  <a:lnTo>
                    <a:pt x="160" y="397"/>
                  </a:lnTo>
                  <a:lnTo>
                    <a:pt x="161" y="397"/>
                  </a:lnTo>
                  <a:lnTo>
                    <a:pt x="172" y="396"/>
                  </a:lnTo>
                  <a:lnTo>
                    <a:pt x="174" y="396"/>
                  </a:lnTo>
                  <a:lnTo>
                    <a:pt x="186" y="395"/>
                  </a:lnTo>
                  <a:lnTo>
                    <a:pt x="187" y="393"/>
                  </a:lnTo>
                  <a:lnTo>
                    <a:pt x="197" y="392"/>
                  </a:lnTo>
                  <a:lnTo>
                    <a:pt x="202" y="392"/>
                  </a:lnTo>
                  <a:lnTo>
                    <a:pt x="204" y="392"/>
                  </a:lnTo>
                  <a:lnTo>
                    <a:pt x="208" y="392"/>
                  </a:lnTo>
                  <a:lnTo>
                    <a:pt x="215" y="391"/>
                  </a:lnTo>
                  <a:lnTo>
                    <a:pt x="222" y="390"/>
                  </a:lnTo>
                  <a:lnTo>
                    <a:pt x="237" y="387"/>
                  </a:lnTo>
                  <a:lnTo>
                    <a:pt x="258" y="385"/>
                  </a:lnTo>
                  <a:lnTo>
                    <a:pt x="259" y="385"/>
                  </a:lnTo>
                  <a:lnTo>
                    <a:pt x="279" y="383"/>
                  </a:lnTo>
                  <a:lnTo>
                    <a:pt x="286" y="381"/>
                  </a:lnTo>
                  <a:lnTo>
                    <a:pt x="299" y="380"/>
                  </a:lnTo>
                  <a:lnTo>
                    <a:pt x="299" y="379"/>
                  </a:lnTo>
                  <a:lnTo>
                    <a:pt x="299" y="378"/>
                  </a:lnTo>
                  <a:lnTo>
                    <a:pt x="295" y="373"/>
                  </a:lnTo>
                  <a:lnTo>
                    <a:pt x="293" y="368"/>
                  </a:lnTo>
                  <a:lnTo>
                    <a:pt x="287" y="356"/>
                  </a:lnTo>
                  <a:lnTo>
                    <a:pt x="288" y="351"/>
                  </a:lnTo>
                  <a:lnTo>
                    <a:pt x="287" y="344"/>
                  </a:lnTo>
                  <a:lnTo>
                    <a:pt x="288" y="332"/>
                  </a:lnTo>
                  <a:lnTo>
                    <a:pt x="288" y="330"/>
                  </a:lnTo>
                  <a:lnTo>
                    <a:pt x="286" y="320"/>
                  </a:lnTo>
                  <a:lnTo>
                    <a:pt x="280" y="314"/>
                  </a:lnTo>
                  <a:lnTo>
                    <a:pt x="279" y="307"/>
                  </a:lnTo>
                  <a:lnTo>
                    <a:pt x="277" y="306"/>
                  </a:lnTo>
                  <a:lnTo>
                    <a:pt x="277" y="296"/>
                  </a:lnTo>
                  <a:lnTo>
                    <a:pt x="277" y="295"/>
                  </a:lnTo>
                  <a:lnTo>
                    <a:pt x="281" y="284"/>
                  </a:lnTo>
                  <a:lnTo>
                    <a:pt x="281" y="277"/>
                  </a:lnTo>
                  <a:lnTo>
                    <a:pt x="280" y="271"/>
                  </a:lnTo>
                  <a:lnTo>
                    <a:pt x="283" y="265"/>
                  </a:lnTo>
                  <a:lnTo>
                    <a:pt x="289" y="260"/>
                  </a:lnTo>
                  <a:lnTo>
                    <a:pt x="291" y="258"/>
                  </a:lnTo>
                  <a:lnTo>
                    <a:pt x="282" y="252"/>
                  </a:lnTo>
                  <a:lnTo>
                    <a:pt x="283" y="246"/>
                  </a:lnTo>
                  <a:lnTo>
                    <a:pt x="280" y="235"/>
                  </a:lnTo>
                  <a:lnTo>
                    <a:pt x="280" y="234"/>
                  </a:lnTo>
                  <a:lnTo>
                    <a:pt x="273" y="225"/>
                  </a:lnTo>
                  <a:lnTo>
                    <a:pt x="270" y="223"/>
                  </a:lnTo>
                  <a:lnTo>
                    <a:pt x="267" y="212"/>
                  </a:lnTo>
                  <a:lnTo>
                    <a:pt x="265" y="212"/>
                  </a:lnTo>
                  <a:lnTo>
                    <a:pt x="267" y="209"/>
                  </a:lnTo>
                  <a:lnTo>
                    <a:pt x="261" y="200"/>
                  </a:lnTo>
                  <a:lnTo>
                    <a:pt x="258" y="193"/>
                  </a:lnTo>
                  <a:lnTo>
                    <a:pt x="257" y="189"/>
                  </a:lnTo>
                  <a:lnTo>
                    <a:pt x="255" y="179"/>
                  </a:lnTo>
                  <a:lnTo>
                    <a:pt x="253" y="176"/>
                  </a:lnTo>
                  <a:lnTo>
                    <a:pt x="251" y="168"/>
                  </a:lnTo>
                  <a:lnTo>
                    <a:pt x="246" y="153"/>
                  </a:lnTo>
                  <a:lnTo>
                    <a:pt x="245" y="147"/>
                  </a:lnTo>
                  <a:lnTo>
                    <a:pt x="244" y="143"/>
                  </a:lnTo>
                  <a:lnTo>
                    <a:pt x="244" y="141"/>
                  </a:lnTo>
                  <a:lnTo>
                    <a:pt x="240" y="129"/>
                  </a:lnTo>
                  <a:lnTo>
                    <a:pt x="239" y="127"/>
                  </a:lnTo>
                  <a:lnTo>
                    <a:pt x="234" y="109"/>
                  </a:lnTo>
                  <a:lnTo>
                    <a:pt x="233" y="107"/>
                  </a:lnTo>
                  <a:lnTo>
                    <a:pt x="232" y="103"/>
                  </a:lnTo>
                  <a:lnTo>
                    <a:pt x="231" y="97"/>
                  </a:lnTo>
                  <a:lnTo>
                    <a:pt x="229" y="93"/>
                  </a:lnTo>
                  <a:lnTo>
                    <a:pt x="228" y="91"/>
                  </a:lnTo>
                  <a:lnTo>
                    <a:pt x="227" y="86"/>
                  </a:lnTo>
                  <a:lnTo>
                    <a:pt x="225" y="78"/>
                  </a:lnTo>
                  <a:lnTo>
                    <a:pt x="223" y="72"/>
                  </a:lnTo>
                  <a:lnTo>
                    <a:pt x="222" y="66"/>
                  </a:lnTo>
                  <a:lnTo>
                    <a:pt x="219" y="55"/>
                  </a:lnTo>
                  <a:lnTo>
                    <a:pt x="216" y="49"/>
                  </a:lnTo>
                  <a:lnTo>
                    <a:pt x="215" y="44"/>
                  </a:lnTo>
                  <a:lnTo>
                    <a:pt x="213" y="37"/>
                  </a:lnTo>
                  <a:lnTo>
                    <a:pt x="211" y="35"/>
                  </a:lnTo>
                  <a:lnTo>
                    <a:pt x="208" y="23"/>
                  </a:lnTo>
                  <a:lnTo>
                    <a:pt x="207" y="15"/>
                  </a:lnTo>
                  <a:lnTo>
                    <a:pt x="205" y="12"/>
                  </a:lnTo>
                  <a:lnTo>
                    <a:pt x="205" y="11"/>
                  </a:lnTo>
                  <a:lnTo>
                    <a:pt x="202" y="0"/>
                  </a:lnTo>
                  <a:lnTo>
                    <a:pt x="201" y="0"/>
                  </a:lnTo>
                  <a:lnTo>
                    <a:pt x="184" y="2"/>
                  </a:lnTo>
                  <a:lnTo>
                    <a:pt x="181" y="2"/>
                  </a:lnTo>
                  <a:lnTo>
                    <a:pt x="167" y="3"/>
                  </a:lnTo>
                  <a:lnTo>
                    <a:pt x="150" y="6"/>
                  </a:lnTo>
                  <a:lnTo>
                    <a:pt x="148" y="6"/>
                  </a:lnTo>
                  <a:lnTo>
                    <a:pt x="147" y="6"/>
                  </a:lnTo>
                  <a:lnTo>
                    <a:pt x="143" y="6"/>
                  </a:lnTo>
                  <a:lnTo>
                    <a:pt x="132" y="7"/>
                  </a:lnTo>
                  <a:lnTo>
                    <a:pt x="111" y="9"/>
                  </a:lnTo>
                  <a:lnTo>
                    <a:pt x="107" y="11"/>
                  </a:lnTo>
                  <a:lnTo>
                    <a:pt x="105" y="11"/>
                  </a:lnTo>
                  <a:lnTo>
                    <a:pt x="100" y="11"/>
                  </a:lnTo>
                  <a:lnTo>
                    <a:pt x="77" y="13"/>
                  </a:lnTo>
                  <a:lnTo>
                    <a:pt x="75" y="13"/>
                  </a:lnTo>
                  <a:lnTo>
                    <a:pt x="65" y="14"/>
                  </a:lnTo>
                  <a:lnTo>
                    <a:pt x="47" y="15"/>
                  </a:lnTo>
                  <a:lnTo>
                    <a:pt x="41" y="17"/>
                  </a:lnTo>
                  <a:lnTo>
                    <a:pt x="23" y="18"/>
                  </a:lnTo>
                  <a:lnTo>
                    <a:pt x="17" y="18"/>
                  </a:lnTo>
                  <a:lnTo>
                    <a:pt x="0" y="20"/>
                  </a:lnTo>
                  <a:lnTo>
                    <a:pt x="0" y="21"/>
                  </a:lnTo>
                  <a:lnTo>
                    <a:pt x="7" y="30"/>
                  </a:lnTo>
                  <a:lnTo>
                    <a:pt x="10" y="30"/>
                  </a:lnTo>
                  <a:lnTo>
                    <a:pt x="10" y="36"/>
                  </a:lnTo>
                  <a:lnTo>
                    <a:pt x="10" y="51"/>
                  </a:lnTo>
                  <a:lnTo>
                    <a:pt x="10" y="61"/>
                  </a:lnTo>
                  <a:lnTo>
                    <a:pt x="10" y="68"/>
                  </a:lnTo>
                  <a:lnTo>
                    <a:pt x="10" y="69"/>
                  </a:lnTo>
                  <a:lnTo>
                    <a:pt x="10" y="73"/>
                  </a:lnTo>
                  <a:lnTo>
                    <a:pt x="10" y="74"/>
                  </a:lnTo>
                  <a:lnTo>
                    <a:pt x="10" y="81"/>
                  </a:lnTo>
                  <a:lnTo>
                    <a:pt x="10" y="86"/>
                  </a:lnTo>
                  <a:lnTo>
                    <a:pt x="9" y="99"/>
                  </a:lnTo>
                  <a:lnTo>
                    <a:pt x="9" y="102"/>
                  </a:lnTo>
                  <a:lnTo>
                    <a:pt x="9" y="109"/>
                  </a:lnTo>
                  <a:lnTo>
                    <a:pt x="9" y="113"/>
                  </a:lnTo>
                  <a:lnTo>
                    <a:pt x="9" y="117"/>
                  </a:lnTo>
                  <a:lnTo>
                    <a:pt x="9" y="134"/>
                  </a:lnTo>
                  <a:lnTo>
                    <a:pt x="9" y="143"/>
                  </a:lnTo>
                  <a:lnTo>
                    <a:pt x="9" y="144"/>
                  </a:lnTo>
                  <a:lnTo>
                    <a:pt x="9" y="164"/>
                  </a:lnTo>
                  <a:lnTo>
                    <a:pt x="9" y="167"/>
                  </a:lnTo>
                  <a:lnTo>
                    <a:pt x="9" y="176"/>
                  </a:lnTo>
                  <a:lnTo>
                    <a:pt x="9" y="188"/>
                  </a:lnTo>
                  <a:lnTo>
                    <a:pt x="9" y="194"/>
                  </a:lnTo>
                  <a:lnTo>
                    <a:pt x="9" y="197"/>
                  </a:lnTo>
                  <a:lnTo>
                    <a:pt x="9" y="217"/>
                  </a:lnTo>
                  <a:lnTo>
                    <a:pt x="9" y="221"/>
                  </a:lnTo>
                  <a:lnTo>
                    <a:pt x="9" y="223"/>
                  </a:lnTo>
                  <a:lnTo>
                    <a:pt x="9" y="246"/>
                  </a:lnTo>
                  <a:lnTo>
                    <a:pt x="9" y="248"/>
                  </a:lnTo>
                  <a:lnTo>
                    <a:pt x="9" y="258"/>
                  </a:lnTo>
                  <a:lnTo>
                    <a:pt x="9" y="275"/>
                  </a:lnTo>
                  <a:lnTo>
                    <a:pt x="9" y="277"/>
                  </a:lnTo>
                  <a:lnTo>
                    <a:pt x="9" y="284"/>
                  </a:lnTo>
                  <a:lnTo>
                    <a:pt x="9" y="289"/>
                  </a:lnTo>
                  <a:lnTo>
                    <a:pt x="9" y="290"/>
                  </a:lnTo>
                  <a:lnTo>
                    <a:pt x="9" y="291"/>
                  </a:lnTo>
                  <a:lnTo>
                    <a:pt x="9" y="295"/>
                  </a:lnTo>
                  <a:lnTo>
                    <a:pt x="9" y="302"/>
                  </a:lnTo>
                  <a:lnTo>
                    <a:pt x="7" y="325"/>
                  </a:lnTo>
                  <a:lnTo>
                    <a:pt x="9" y="326"/>
                  </a:lnTo>
                  <a:lnTo>
                    <a:pt x="9" y="327"/>
                  </a:lnTo>
                  <a:lnTo>
                    <a:pt x="11" y="343"/>
                  </a:lnTo>
                  <a:lnTo>
                    <a:pt x="13" y="362"/>
                  </a:lnTo>
                  <a:lnTo>
                    <a:pt x="13" y="365"/>
                  </a:lnTo>
                  <a:lnTo>
                    <a:pt x="15" y="368"/>
                  </a:lnTo>
                  <a:lnTo>
                    <a:pt x="15" y="374"/>
                  </a:lnTo>
                  <a:lnTo>
                    <a:pt x="17" y="386"/>
                  </a:lnTo>
                  <a:lnTo>
                    <a:pt x="18" y="399"/>
                  </a:lnTo>
                  <a:close/>
                </a:path>
              </a:pathLst>
            </a:custGeom>
            <a:solidFill>
              <a:srgbClr val="C00000"/>
            </a:solidFill>
            <a:ln w="3175" cap="flat" cmpd="sng">
              <a:solidFill>
                <a:schemeClr val="bg1"/>
              </a:solidFill>
              <a:prstDash val="solid"/>
              <a:round/>
              <a:headEnd type="none" w="med" len="med"/>
              <a:tailEnd type="none" w="med" len="med"/>
            </a:ln>
            <a:effectLst/>
          </p:spPr>
          <p:txBody>
            <a:bodyPr/>
            <a:lstStyle/>
            <a:p>
              <a:endParaRPr lang="en-GB"/>
            </a:p>
          </p:txBody>
        </p:sp>
        <p:sp>
          <p:nvSpPr>
            <p:cNvPr id="20" name="Freeform 17">
              <a:extLst>
                <a:ext uri="{FF2B5EF4-FFF2-40B4-BE49-F238E27FC236}">
                  <a16:creationId xmlns:a16="http://schemas.microsoft.com/office/drawing/2014/main" id="{E5B98E97-C314-A8A6-DF3D-5EDF03B64D6C}"/>
                </a:ext>
              </a:extLst>
            </p:cNvPr>
            <p:cNvSpPr>
              <a:spLocks noChangeAspect="1"/>
            </p:cNvSpPr>
            <p:nvPr/>
          </p:nvSpPr>
          <p:spPr bwMode="auto">
            <a:xfrm>
              <a:off x="812" y="2581"/>
              <a:ext cx="124" cy="97"/>
            </a:xfrm>
            <a:custGeom>
              <a:avLst/>
              <a:gdLst>
                <a:gd name="T0" fmla="*/ 193 w 696"/>
                <a:gd name="T1" fmla="*/ 127 h 549"/>
                <a:gd name="T2" fmla="*/ 210 w 696"/>
                <a:gd name="T3" fmla="*/ 150 h 549"/>
                <a:gd name="T4" fmla="*/ 237 w 696"/>
                <a:gd name="T5" fmla="*/ 138 h 549"/>
                <a:gd name="T6" fmla="*/ 278 w 696"/>
                <a:gd name="T7" fmla="*/ 113 h 549"/>
                <a:gd name="T8" fmla="*/ 306 w 696"/>
                <a:gd name="T9" fmla="*/ 97 h 549"/>
                <a:gd name="T10" fmla="*/ 364 w 696"/>
                <a:gd name="T11" fmla="*/ 147 h 549"/>
                <a:gd name="T12" fmla="*/ 393 w 696"/>
                <a:gd name="T13" fmla="*/ 179 h 549"/>
                <a:gd name="T14" fmla="*/ 417 w 696"/>
                <a:gd name="T15" fmla="*/ 175 h 549"/>
                <a:gd name="T16" fmla="*/ 432 w 696"/>
                <a:gd name="T17" fmla="*/ 210 h 549"/>
                <a:gd name="T18" fmla="*/ 438 w 696"/>
                <a:gd name="T19" fmla="*/ 240 h 549"/>
                <a:gd name="T20" fmla="*/ 429 w 696"/>
                <a:gd name="T21" fmla="*/ 275 h 549"/>
                <a:gd name="T22" fmla="*/ 446 w 696"/>
                <a:gd name="T23" fmla="*/ 318 h 549"/>
                <a:gd name="T24" fmla="*/ 441 w 696"/>
                <a:gd name="T25" fmla="*/ 287 h 549"/>
                <a:gd name="T26" fmla="*/ 469 w 696"/>
                <a:gd name="T27" fmla="*/ 290 h 549"/>
                <a:gd name="T28" fmla="*/ 445 w 696"/>
                <a:gd name="T29" fmla="*/ 326 h 549"/>
                <a:gd name="T30" fmla="*/ 490 w 696"/>
                <a:gd name="T31" fmla="*/ 384 h 549"/>
                <a:gd name="T32" fmla="*/ 523 w 696"/>
                <a:gd name="T33" fmla="*/ 420 h 549"/>
                <a:gd name="T34" fmla="*/ 561 w 696"/>
                <a:gd name="T35" fmla="*/ 474 h 549"/>
                <a:gd name="T36" fmla="*/ 586 w 696"/>
                <a:gd name="T37" fmla="*/ 476 h 549"/>
                <a:gd name="T38" fmla="*/ 614 w 696"/>
                <a:gd name="T39" fmla="*/ 525 h 549"/>
                <a:gd name="T40" fmla="*/ 648 w 696"/>
                <a:gd name="T41" fmla="*/ 525 h 549"/>
                <a:gd name="T42" fmla="*/ 656 w 696"/>
                <a:gd name="T43" fmla="*/ 540 h 549"/>
                <a:gd name="T44" fmla="*/ 663 w 696"/>
                <a:gd name="T45" fmla="*/ 522 h 549"/>
                <a:gd name="T46" fmla="*/ 672 w 696"/>
                <a:gd name="T47" fmla="*/ 539 h 549"/>
                <a:gd name="T48" fmla="*/ 692 w 696"/>
                <a:gd name="T49" fmla="*/ 500 h 549"/>
                <a:gd name="T50" fmla="*/ 681 w 696"/>
                <a:gd name="T51" fmla="*/ 506 h 549"/>
                <a:gd name="T52" fmla="*/ 692 w 696"/>
                <a:gd name="T53" fmla="*/ 464 h 549"/>
                <a:gd name="T54" fmla="*/ 690 w 696"/>
                <a:gd name="T55" fmla="*/ 405 h 549"/>
                <a:gd name="T56" fmla="*/ 649 w 696"/>
                <a:gd name="T57" fmla="*/ 291 h 549"/>
                <a:gd name="T58" fmla="*/ 614 w 696"/>
                <a:gd name="T59" fmla="*/ 205 h 549"/>
                <a:gd name="T60" fmla="*/ 553 w 696"/>
                <a:gd name="T61" fmla="*/ 123 h 549"/>
                <a:gd name="T62" fmla="*/ 530 w 696"/>
                <a:gd name="T63" fmla="*/ 80 h 549"/>
                <a:gd name="T64" fmla="*/ 505 w 696"/>
                <a:gd name="T65" fmla="*/ 6 h 549"/>
                <a:gd name="T66" fmla="*/ 465 w 696"/>
                <a:gd name="T67" fmla="*/ 0 h 549"/>
                <a:gd name="T68" fmla="*/ 450 w 696"/>
                <a:gd name="T69" fmla="*/ 47 h 549"/>
                <a:gd name="T70" fmla="*/ 430 w 696"/>
                <a:gd name="T71" fmla="*/ 30 h 549"/>
                <a:gd name="T72" fmla="*/ 414 w 696"/>
                <a:gd name="T73" fmla="*/ 31 h 549"/>
                <a:gd name="T74" fmla="*/ 390 w 696"/>
                <a:gd name="T75" fmla="*/ 33 h 549"/>
                <a:gd name="T76" fmla="*/ 354 w 696"/>
                <a:gd name="T77" fmla="*/ 36 h 549"/>
                <a:gd name="T78" fmla="*/ 338 w 696"/>
                <a:gd name="T79" fmla="*/ 37 h 549"/>
                <a:gd name="T80" fmla="*/ 319 w 696"/>
                <a:gd name="T81" fmla="*/ 39 h 549"/>
                <a:gd name="T82" fmla="*/ 296 w 696"/>
                <a:gd name="T83" fmla="*/ 41 h 549"/>
                <a:gd name="T84" fmla="*/ 277 w 696"/>
                <a:gd name="T85" fmla="*/ 42 h 549"/>
                <a:gd name="T86" fmla="*/ 259 w 696"/>
                <a:gd name="T87" fmla="*/ 44 h 549"/>
                <a:gd name="T88" fmla="*/ 212 w 696"/>
                <a:gd name="T89" fmla="*/ 23 h 549"/>
                <a:gd name="T90" fmla="*/ 172 w 696"/>
                <a:gd name="T91" fmla="*/ 25 h 549"/>
                <a:gd name="T92" fmla="*/ 128 w 696"/>
                <a:gd name="T93" fmla="*/ 31 h 549"/>
                <a:gd name="T94" fmla="*/ 110 w 696"/>
                <a:gd name="T95" fmla="*/ 32 h 549"/>
                <a:gd name="T96" fmla="*/ 85 w 696"/>
                <a:gd name="T97" fmla="*/ 36 h 549"/>
                <a:gd name="T98" fmla="*/ 67 w 696"/>
                <a:gd name="T99" fmla="*/ 37 h 549"/>
                <a:gd name="T100" fmla="*/ 30 w 696"/>
                <a:gd name="T101" fmla="*/ 42 h 549"/>
                <a:gd name="T102" fmla="*/ 21 w 696"/>
                <a:gd name="T103" fmla="*/ 79 h 549"/>
                <a:gd name="T104" fmla="*/ 26 w 696"/>
                <a:gd name="T105" fmla="*/ 109 h 549"/>
                <a:gd name="T106" fmla="*/ 105 w 696"/>
                <a:gd name="T107" fmla="*/ 9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 h="549">
                  <a:moveTo>
                    <a:pt x="139" y="101"/>
                  </a:moveTo>
                  <a:lnTo>
                    <a:pt x="172" y="115"/>
                  </a:lnTo>
                  <a:lnTo>
                    <a:pt x="183" y="125"/>
                  </a:lnTo>
                  <a:lnTo>
                    <a:pt x="193" y="127"/>
                  </a:lnTo>
                  <a:lnTo>
                    <a:pt x="196" y="149"/>
                  </a:lnTo>
                  <a:lnTo>
                    <a:pt x="194" y="133"/>
                  </a:lnTo>
                  <a:lnTo>
                    <a:pt x="198" y="150"/>
                  </a:lnTo>
                  <a:lnTo>
                    <a:pt x="210" y="150"/>
                  </a:lnTo>
                  <a:lnTo>
                    <a:pt x="218" y="153"/>
                  </a:lnTo>
                  <a:lnTo>
                    <a:pt x="218" y="145"/>
                  </a:lnTo>
                  <a:lnTo>
                    <a:pt x="228" y="144"/>
                  </a:lnTo>
                  <a:lnTo>
                    <a:pt x="237" y="138"/>
                  </a:lnTo>
                  <a:lnTo>
                    <a:pt x="235" y="141"/>
                  </a:lnTo>
                  <a:lnTo>
                    <a:pt x="266" y="119"/>
                  </a:lnTo>
                  <a:lnTo>
                    <a:pt x="277" y="120"/>
                  </a:lnTo>
                  <a:lnTo>
                    <a:pt x="278" y="113"/>
                  </a:lnTo>
                  <a:lnTo>
                    <a:pt x="277" y="109"/>
                  </a:lnTo>
                  <a:lnTo>
                    <a:pt x="285" y="101"/>
                  </a:lnTo>
                  <a:lnTo>
                    <a:pt x="298" y="97"/>
                  </a:lnTo>
                  <a:lnTo>
                    <a:pt x="306" y="97"/>
                  </a:lnTo>
                  <a:lnTo>
                    <a:pt x="338" y="113"/>
                  </a:lnTo>
                  <a:lnTo>
                    <a:pt x="344" y="123"/>
                  </a:lnTo>
                  <a:lnTo>
                    <a:pt x="358" y="131"/>
                  </a:lnTo>
                  <a:lnTo>
                    <a:pt x="364" y="147"/>
                  </a:lnTo>
                  <a:lnTo>
                    <a:pt x="375" y="151"/>
                  </a:lnTo>
                  <a:lnTo>
                    <a:pt x="385" y="164"/>
                  </a:lnTo>
                  <a:lnTo>
                    <a:pt x="392" y="167"/>
                  </a:lnTo>
                  <a:lnTo>
                    <a:pt x="393" y="179"/>
                  </a:lnTo>
                  <a:lnTo>
                    <a:pt x="399" y="179"/>
                  </a:lnTo>
                  <a:lnTo>
                    <a:pt x="400" y="175"/>
                  </a:lnTo>
                  <a:lnTo>
                    <a:pt x="410" y="173"/>
                  </a:lnTo>
                  <a:lnTo>
                    <a:pt x="417" y="175"/>
                  </a:lnTo>
                  <a:lnTo>
                    <a:pt x="422" y="188"/>
                  </a:lnTo>
                  <a:lnTo>
                    <a:pt x="430" y="195"/>
                  </a:lnTo>
                  <a:lnTo>
                    <a:pt x="426" y="205"/>
                  </a:lnTo>
                  <a:lnTo>
                    <a:pt x="432" y="210"/>
                  </a:lnTo>
                  <a:lnTo>
                    <a:pt x="430" y="213"/>
                  </a:lnTo>
                  <a:lnTo>
                    <a:pt x="434" y="215"/>
                  </a:lnTo>
                  <a:lnTo>
                    <a:pt x="435" y="216"/>
                  </a:lnTo>
                  <a:lnTo>
                    <a:pt x="438" y="240"/>
                  </a:lnTo>
                  <a:lnTo>
                    <a:pt x="433" y="259"/>
                  </a:lnTo>
                  <a:lnTo>
                    <a:pt x="430" y="266"/>
                  </a:lnTo>
                  <a:lnTo>
                    <a:pt x="433" y="271"/>
                  </a:lnTo>
                  <a:lnTo>
                    <a:pt x="429" y="275"/>
                  </a:lnTo>
                  <a:lnTo>
                    <a:pt x="432" y="295"/>
                  </a:lnTo>
                  <a:lnTo>
                    <a:pt x="440" y="306"/>
                  </a:lnTo>
                  <a:lnTo>
                    <a:pt x="444" y="317"/>
                  </a:lnTo>
                  <a:lnTo>
                    <a:pt x="446" y="318"/>
                  </a:lnTo>
                  <a:lnTo>
                    <a:pt x="452" y="306"/>
                  </a:lnTo>
                  <a:lnTo>
                    <a:pt x="452" y="293"/>
                  </a:lnTo>
                  <a:lnTo>
                    <a:pt x="450" y="289"/>
                  </a:lnTo>
                  <a:lnTo>
                    <a:pt x="441" y="287"/>
                  </a:lnTo>
                  <a:lnTo>
                    <a:pt x="447" y="284"/>
                  </a:lnTo>
                  <a:lnTo>
                    <a:pt x="462" y="296"/>
                  </a:lnTo>
                  <a:lnTo>
                    <a:pt x="462" y="291"/>
                  </a:lnTo>
                  <a:lnTo>
                    <a:pt x="469" y="290"/>
                  </a:lnTo>
                  <a:lnTo>
                    <a:pt x="459" y="314"/>
                  </a:lnTo>
                  <a:lnTo>
                    <a:pt x="454" y="320"/>
                  </a:lnTo>
                  <a:lnTo>
                    <a:pt x="454" y="323"/>
                  </a:lnTo>
                  <a:lnTo>
                    <a:pt x="445" y="326"/>
                  </a:lnTo>
                  <a:lnTo>
                    <a:pt x="456" y="339"/>
                  </a:lnTo>
                  <a:lnTo>
                    <a:pt x="466" y="351"/>
                  </a:lnTo>
                  <a:lnTo>
                    <a:pt x="484" y="378"/>
                  </a:lnTo>
                  <a:lnTo>
                    <a:pt x="490" y="384"/>
                  </a:lnTo>
                  <a:lnTo>
                    <a:pt x="496" y="392"/>
                  </a:lnTo>
                  <a:lnTo>
                    <a:pt x="507" y="419"/>
                  </a:lnTo>
                  <a:lnTo>
                    <a:pt x="513" y="423"/>
                  </a:lnTo>
                  <a:lnTo>
                    <a:pt x="523" y="420"/>
                  </a:lnTo>
                  <a:lnTo>
                    <a:pt x="524" y="417"/>
                  </a:lnTo>
                  <a:lnTo>
                    <a:pt x="540" y="429"/>
                  </a:lnTo>
                  <a:lnTo>
                    <a:pt x="546" y="449"/>
                  </a:lnTo>
                  <a:lnTo>
                    <a:pt x="561" y="474"/>
                  </a:lnTo>
                  <a:lnTo>
                    <a:pt x="561" y="470"/>
                  </a:lnTo>
                  <a:lnTo>
                    <a:pt x="565" y="469"/>
                  </a:lnTo>
                  <a:lnTo>
                    <a:pt x="579" y="475"/>
                  </a:lnTo>
                  <a:lnTo>
                    <a:pt x="586" y="476"/>
                  </a:lnTo>
                  <a:lnTo>
                    <a:pt x="601" y="489"/>
                  </a:lnTo>
                  <a:lnTo>
                    <a:pt x="616" y="513"/>
                  </a:lnTo>
                  <a:lnTo>
                    <a:pt x="614" y="516"/>
                  </a:lnTo>
                  <a:lnTo>
                    <a:pt x="614" y="525"/>
                  </a:lnTo>
                  <a:lnTo>
                    <a:pt x="624" y="535"/>
                  </a:lnTo>
                  <a:lnTo>
                    <a:pt x="631" y="533"/>
                  </a:lnTo>
                  <a:lnTo>
                    <a:pt x="642" y="525"/>
                  </a:lnTo>
                  <a:lnTo>
                    <a:pt x="648" y="525"/>
                  </a:lnTo>
                  <a:lnTo>
                    <a:pt x="648" y="528"/>
                  </a:lnTo>
                  <a:lnTo>
                    <a:pt x="656" y="527"/>
                  </a:lnTo>
                  <a:lnTo>
                    <a:pt x="652" y="537"/>
                  </a:lnTo>
                  <a:lnTo>
                    <a:pt x="656" y="540"/>
                  </a:lnTo>
                  <a:lnTo>
                    <a:pt x="662" y="536"/>
                  </a:lnTo>
                  <a:lnTo>
                    <a:pt x="660" y="525"/>
                  </a:lnTo>
                  <a:lnTo>
                    <a:pt x="662" y="521"/>
                  </a:lnTo>
                  <a:lnTo>
                    <a:pt x="663" y="522"/>
                  </a:lnTo>
                  <a:lnTo>
                    <a:pt x="673" y="517"/>
                  </a:lnTo>
                  <a:lnTo>
                    <a:pt x="675" y="533"/>
                  </a:lnTo>
                  <a:lnTo>
                    <a:pt x="670" y="537"/>
                  </a:lnTo>
                  <a:lnTo>
                    <a:pt x="672" y="539"/>
                  </a:lnTo>
                  <a:lnTo>
                    <a:pt x="663" y="549"/>
                  </a:lnTo>
                  <a:lnTo>
                    <a:pt x="670" y="542"/>
                  </a:lnTo>
                  <a:lnTo>
                    <a:pt x="685" y="522"/>
                  </a:lnTo>
                  <a:lnTo>
                    <a:pt x="692" y="500"/>
                  </a:lnTo>
                  <a:lnTo>
                    <a:pt x="696" y="485"/>
                  </a:lnTo>
                  <a:lnTo>
                    <a:pt x="694" y="483"/>
                  </a:lnTo>
                  <a:lnTo>
                    <a:pt x="690" y="500"/>
                  </a:lnTo>
                  <a:lnTo>
                    <a:pt x="681" y="506"/>
                  </a:lnTo>
                  <a:lnTo>
                    <a:pt x="686" y="499"/>
                  </a:lnTo>
                  <a:lnTo>
                    <a:pt x="681" y="487"/>
                  </a:lnTo>
                  <a:lnTo>
                    <a:pt x="686" y="468"/>
                  </a:lnTo>
                  <a:lnTo>
                    <a:pt x="692" y="464"/>
                  </a:lnTo>
                  <a:lnTo>
                    <a:pt x="694" y="469"/>
                  </a:lnTo>
                  <a:lnTo>
                    <a:pt x="692" y="439"/>
                  </a:lnTo>
                  <a:lnTo>
                    <a:pt x="692" y="437"/>
                  </a:lnTo>
                  <a:lnTo>
                    <a:pt x="690" y="405"/>
                  </a:lnTo>
                  <a:lnTo>
                    <a:pt x="686" y="360"/>
                  </a:lnTo>
                  <a:lnTo>
                    <a:pt x="679" y="343"/>
                  </a:lnTo>
                  <a:lnTo>
                    <a:pt x="663" y="318"/>
                  </a:lnTo>
                  <a:lnTo>
                    <a:pt x="649" y="291"/>
                  </a:lnTo>
                  <a:lnTo>
                    <a:pt x="633" y="264"/>
                  </a:lnTo>
                  <a:lnTo>
                    <a:pt x="618" y="241"/>
                  </a:lnTo>
                  <a:lnTo>
                    <a:pt x="612" y="219"/>
                  </a:lnTo>
                  <a:lnTo>
                    <a:pt x="614" y="205"/>
                  </a:lnTo>
                  <a:lnTo>
                    <a:pt x="594" y="180"/>
                  </a:lnTo>
                  <a:lnTo>
                    <a:pt x="567" y="146"/>
                  </a:lnTo>
                  <a:lnTo>
                    <a:pt x="554" y="126"/>
                  </a:lnTo>
                  <a:lnTo>
                    <a:pt x="553" y="123"/>
                  </a:lnTo>
                  <a:lnTo>
                    <a:pt x="540" y="102"/>
                  </a:lnTo>
                  <a:lnTo>
                    <a:pt x="538" y="102"/>
                  </a:lnTo>
                  <a:lnTo>
                    <a:pt x="536" y="95"/>
                  </a:lnTo>
                  <a:lnTo>
                    <a:pt x="530" y="80"/>
                  </a:lnTo>
                  <a:lnTo>
                    <a:pt x="517" y="48"/>
                  </a:lnTo>
                  <a:lnTo>
                    <a:pt x="510" y="25"/>
                  </a:lnTo>
                  <a:lnTo>
                    <a:pt x="507" y="25"/>
                  </a:lnTo>
                  <a:lnTo>
                    <a:pt x="505" y="6"/>
                  </a:lnTo>
                  <a:lnTo>
                    <a:pt x="504" y="6"/>
                  </a:lnTo>
                  <a:lnTo>
                    <a:pt x="481" y="6"/>
                  </a:lnTo>
                  <a:lnTo>
                    <a:pt x="468" y="2"/>
                  </a:lnTo>
                  <a:lnTo>
                    <a:pt x="465" y="0"/>
                  </a:lnTo>
                  <a:lnTo>
                    <a:pt x="456" y="9"/>
                  </a:lnTo>
                  <a:lnTo>
                    <a:pt x="462" y="33"/>
                  </a:lnTo>
                  <a:lnTo>
                    <a:pt x="460" y="47"/>
                  </a:lnTo>
                  <a:lnTo>
                    <a:pt x="450" y="47"/>
                  </a:lnTo>
                  <a:lnTo>
                    <a:pt x="445" y="36"/>
                  </a:lnTo>
                  <a:lnTo>
                    <a:pt x="444" y="29"/>
                  </a:lnTo>
                  <a:lnTo>
                    <a:pt x="441" y="30"/>
                  </a:lnTo>
                  <a:lnTo>
                    <a:pt x="430" y="30"/>
                  </a:lnTo>
                  <a:lnTo>
                    <a:pt x="427" y="30"/>
                  </a:lnTo>
                  <a:lnTo>
                    <a:pt x="424" y="31"/>
                  </a:lnTo>
                  <a:lnTo>
                    <a:pt x="421" y="31"/>
                  </a:lnTo>
                  <a:lnTo>
                    <a:pt x="414" y="31"/>
                  </a:lnTo>
                  <a:lnTo>
                    <a:pt x="406" y="32"/>
                  </a:lnTo>
                  <a:lnTo>
                    <a:pt x="405" y="32"/>
                  </a:lnTo>
                  <a:lnTo>
                    <a:pt x="400" y="32"/>
                  </a:lnTo>
                  <a:lnTo>
                    <a:pt x="390" y="33"/>
                  </a:lnTo>
                  <a:lnTo>
                    <a:pt x="368" y="35"/>
                  </a:lnTo>
                  <a:lnTo>
                    <a:pt x="363" y="36"/>
                  </a:lnTo>
                  <a:lnTo>
                    <a:pt x="358" y="36"/>
                  </a:lnTo>
                  <a:lnTo>
                    <a:pt x="354" y="36"/>
                  </a:lnTo>
                  <a:lnTo>
                    <a:pt x="351" y="36"/>
                  </a:lnTo>
                  <a:lnTo>
                    <a:pt x="350" y="37"/>
                  </a:lnTo>
                  <a:lnTo>
                    <a:pt x="348" y="37"/>
                  </a:lnTo>
                  <a:lnTo>
                    <a:pt x="338" y="37"/>
                  </a:lnTo>
                  <a:lnTo>
                    <a:pt x="330" y="38"/>
                  </a:lnTo>
                  <a:lnTo>
                    <a:pt x="326" y="38"/>
                  </a:lnTo>
                  <a:lnTo>
                    <a:pt x="324" y="38"/>
                  </a:lnTo>
                  <a:lnTo>
                    <a:pt x="319" y="39"/>
                  </a:lnTo>
                  <a:lnTo>
                    <a:pt x="308" y="39"/>
                  </a:lnTo>
                  <a:lnTo>
                    <a:pt x="302" y="41"/>
                  </a:lnTo>
                  <a:lnTo>
                    <a:pt x="297" y="41"/>
                  </a:lnTo>
                  <a:lnTo>
                    <a:pt x="296" y="41"/>
                  </a:lnTo>
                  <a:lnTo>
                    <a:pt x="294" y="41"/>
                  </a:lnTo>
                  <a:lnTo>
                    <a:pt x="290" y="41"/>
                  </a:lnTo>
                  <a:lnTo>
                    <a:pt x="282" y="42"/>
                  </a:lnTo>
                  <a:lnTo>
                    <a:pt x="277" y="42"/>
                  </a:lnTo>
                  <a:lnTo>
                    <a:pt x="274" y="42"/>
                  </a:lnTo>
                  <a:lnTo>
                    <a:pt x="272" y="43"/>
                  </a:lnTo>
                  <a:lnTo>
                    <a:pt x="266" y="43"/>
                  </a:lnTo>
                  <a:lnTo>
                    <a:pt x="259" y="44"/>
                  </a:lnTo>
                  <a:lnTo>
                    <a:pt x="244" y="44"/>
                  </a:lnTo>
                  <a:lnTo>
                    <a:pt x="226" y="47"/>
                  </a:lnTo>
                  <a:lnTo>
                    <a:pt x="225" y="44"/>
                  </a:lnTo>
                  <a:lnTo>
                    <a:pt x="212" y="23"/>
                  </a:lnTo>
                  <a:lnTo>
                    <a:pt x="212" y="20"/>
                  </a:lnTo>
                  <a:lnTo>
                    <a:pt x="199" y="21"/>
                  </a:lnTo>
                  <a:lnTo>
                    <a:pt x="192" y="23"/>
                  </a:lnTo>
                  <a:lnTo>
                    <a:pt x="172" y="25"/>
                  </a:lnTo>
                  <a:lnTo>
                    <a:pt x="171" y="25"/>
                  </a:lnTo>
                  <a:lnTo>
                    <a:pt x="150" y="27"/>
                  </a:lnTo>
                  <a:lnTo>
                    <a:pt x="135" y="30"/>
                  </a:lnTo>
                  <a:lnTo>
                    <a:pt x="128" y="31"/>
                  </a:lnTo>
                  <a:lnTo>
                    <a:pt x="121" y="32"/>
                  </a:lnTo>
                  <a:lnTo>
                    <a:pt x="117" y="32"/>
                  </a:lnTo>
                  <a:lnTo>
                    <a:pt x="115" y="32"/>
                  </a:lnTo>
                  <a:lnTo>
                    <a:pt x="110" y="32"/>
                  </a:lnTo>
                  <a:lnTo>
                    <a:pt x="100" y="33"/>
                  </a:lnTo>
                  <a:lnTo>
                    <a:pt x="99" y="35"/>
                  </a:lnTo>
                  <a:lnTo>
                    <a:pt x="87" y="36"/>
                  </a:lnTo>
                  <a:lnTo>
                    <a:pt x="85" y="36"/>
                  </a:lnTo>
                  <a:lnTo>
                    <a:pt x="74" y="37"/>
                  </a:lnTo>
                  <a:lnTo>
                    <a:pt x="73" y="37"/>
                  </a:lnTo>
                  <a:lnTo>
                    <a:pt x="72" y="37"/>
                  </a:lnTo>
                  <a:lnTo>
                    <a:pt x="67" y="37"/>
                  </a:lnTo>
                  <a:lnTo>
                    <a:pt x="49" y="39"/>
                  </a:lnTo>
                  <a:lnTo>
                    <a:pt x="38" y="41"/>
                  </a:lnTo>
                  <a:lnTo>
                    <a:pt x="36" y="41"/>
                  </a:lnTo>
                  <a:lnTo>
                    <a:pt x="30" y="42"/>
                  </a:lnTo>
                  <a:lnTo>
                    <a:pt x="28" y="42"/>
                  </a:lnTo>
                  <a:lnTo>
                    <a:pt x="1" y="44"/>
                  </a:lnTo>
                  <a:lnTo>
                    <a:pt x="0" y="60"/>
                  </a:lnTo>
                  <a:lnTo>
                    <a:pt x="21" y="79"/>
                  </a:lnTo>
                  <a:lnTo>
                    <a:pt x="19" y="91"/>
                  </a:lnTo>
                  <a:lnTo>
                    <a:pt x="25" y="96"/>
                  </a:lnTo>
                  <a:lnTo>
                    <a:pt x="12" y="114"/>
                  </a:lnTo>
                  <a:lnTo>
                    <a:pt x="26" y="109"/>
                  </a:lnTo>
                  <a:lnTo>
                    <a:pt x="68" y="98"/>
                  </a:lnTo>
                  <a:lnTo>
                    <a:pt x="72" y="97"/>
                  </a:lnTo>
                  <a:lnTo>
                    <a:pt x="96" y="95"/>
                  </a:lnTo>
                  <a:lnTo>
                    <a:pt x="105" y="93"/>
                  </a:lnTo>
                  <a:lnTo>
                    <a:pt x="106" y="93"/>
                  </a:lnTo>
                  <a:lnTo>
                    <a:pt x="139" y="101"/>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1" name="Freeform 18">
              <a:extLst>
                <a:ext uri="{FF2B5EF4-FFF2-40B4-BE49-F238E27FC236}">
                  <a16:creationId xmlns:a16="http://schemas.microsoft.com/office/drawing/2014/main" id="{98D8DD78-7CB6-41A5-CB6F-E2EB3A8AB7AD}"/>
                </a:ext>
              </a:extLst>
            </p:cNvPr>
            <p:cNvSpPr>
              <a:spLocks noChangeAspect="1"/>
            </p:cNvSpPr>
            <p:nvPr/>
          </p:nvSpPr>
          <p:spPr bwMode="auto">
            <a:xfrm>
              <a:off x="914" y="2682"/>
              <a:ext cx="7" cy="5"/>
            </a:xfrm>
            <a:custGeom>
              <a:avLst/>
              <a:gdLst>
                <a:gd name="T0" fmla="*/ 0 w 43"/>
                <a:gd name="T1" fmla="*/ 28 h 28"/>
                <a:gd name="T2" fmla="*/ 24 w 43"/>
                <a:gd name="T3" fmla="*/ 17 h 28"/>
                <a:gd name="T4" fmla="*/ 25 w 43"/>
                <a:gd name="T5" fmla="*/ 12 h 28"/>
                <a:gd name="T6" fmla="*/ 34 w 43"/>
                <a:gd name="T7" fmla="*/ 14 h 28"/>
                <a:gd name="T8" fmla="*/ 43 w 43"/>
                <a:gd name="T9" fmla="*/ 11 h 28"/>
                <a:gd name="T10" fmla="*/ 34 w 43"/>
                <a:gd name="T11" fmla="*/ 2 h 28"/>
                <a:gd name="T12" fmla="*/ 24 w 43"/>
                <a:gd name="T13" fmla="*/ 0 h 28"/>
                <a:gd name="T14" fmla="*/ 24 w 43"/>
                <a:gd name="T15" fmla="*/ 6 h 28"/>
                <a:gd name="T16" fmla="*/ 21 w 43"/>
                <a:gd name="T17" fmla="*/ 10 h 28"/>
                <a:gd name="T18" fmla="*/ 15 w 43"/>
                <a:gd name="T19" fmla="*/ 7 h 28"/>
                <a:gd name="T20" fmla="*/ 3 w 43"/>
                <a:gd name="T21" fmla="*/ 17 h 28"/>
                <a:gd name="T22" fmla="*/ 4 w 43"/>
                <a:gd name="T23" fmla="*/ 24 h 28"/>
                <a:gd name="T24" fmla="*/ 0 w 43"/>
                <a:gd name="T2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8">
                  <a:moveTo>
                    <a:pt x="0" y="28"/>
                  </a:moveTo>
                  <a:lnTo>
                    <a:pt x="24" y="17"/>
                  </a:lnTo>
                  <a:lnTo>
                    <a:pt x="25" y="12"/>
                  </a:lnTo>
                  <a:lnTo>
                    <a:pt x="34" y="14"/>
                  </a:lnTo>
                  <a:lnTo>
                    <a:pt x="43" y="11"/>
                  </a:lnTo>
                  <a:lnTo>
                    <a:pt x="34" y="2"/>
                  </a:lnTo>
                  <a:lnTo>
                    <a:pt x="24" y="0"/>
                  </a:lnTo>
                  <a:lnTo>
                    <a:pt x="24" y="6"/>
                  </a:lnTo>
                  <a:lnTo>
                    <a:pt x="21" y="10"/>
                  </a:lnTo>
                  <a:lnTo>
                    <a:pt x="15" y="7"/>
                  </a:lnTo>
                  <a:lnTo>
                    <a:pt x="3" y="17"/>
                  </a:lnTo>
                  <a:lnTo>
                    <a:pt x="4" y="24"/>
                  </a:lnTo>
                  <a:lnTo>
                    <a:pt x="0" y="2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6" name="Freeform 19">
              <a:extLst>
                <a:ext uri="{FF2B5EF4-FFF2-40B4-BE49-F238E27FC236}">
                  <a16:creationId xmlns:a16="http://schemas.microsoft.com/office/drawing/2014/main" id="{173022BF-83CE-B1F1-33BE-01BDBF14E8B3}"/>
                </a:ext>
              </a:extLst>
            </p:cNvPr>
            <p:cNvSpPr>
              <a:spLocks noChangeAspect="1"/>
            </p:cNvSpPr>
            <p:nvPr/>
          </p:nvSpPr>
          <p:spPr bwMode="auto">
            <a:xfrm>
              <a:off x="924" y="2681"/>
              <a:ext cx="3" cy="2"/>
            </a:xfrm>
            <a:custGeom>
              <a:avLst/>
              <a:gdLst>
                <a:gd name="T0" fmla="*/ 0 w 20"/>
                <a:gd name="T1" fmla="*/ 10 h 13"/>
                <a:gd name="T2" fmla="*/ 2 w 20"/>
                <a:gd name="T3" fmla="*/ 13 h 13"/>
                <a:gd name="T4" fmla="*/ 20 w 20"/>
                <a:gd name="T5" fmla="*/ 0 h 13"/>
                <a:gd name="T6" fmla="*/ 12 w 20"/>
                <a:gd name="T7" fmla="*/ 4 h 13"/>
                <a:gd name="T8" fmla="*/ 0 w 20"/>
                <a:gd name="T9" fmla="*/ 10 h 13"/>
              </a:gdLst>
              <a:ahLst/>
              <a:cxnLst>
                <a:cxn ang="0">
                  <a:pos x="T0" y="T1"/>
                </a:cxn>
                <a:cxn ang="0">
                  <a:pos x="T2" y="T3"/>
                </a:cxn>
                <a:cxn ang="0">
                  <a:pos x="T4" y="T5"/>
                </a:cxn>
                <a:cxn ang="0">
                  <a:pos x="T6" y="T7"/>
                </a:cxn>
                <a:cxn ang="0">
                  <a:pos x="T8" y="T9"/>
                </a:cxn>
              </a:cxnLst>
              <a:rect l="0" t="0" r="r" b="b"/>
              <a:pathLst>
                <a:path w="20" h="13">
                  <a:moveTo>
                    <a:pt x="0" y="10"/>
                  </a:moveTo>
                  <a:lnTo>
                    <a:pt x="2" y="13"/>
                  </a:lnTo>
                  <a:lnTo>
                    <a:pt x="20" y="0"/>
                  </a:lnTo>
                  <a:lnTo>
                    <a:pt x="12" y="4"/>
                  </a:lnTo>
                  <a:lnTo>
                    <a:pt x="0" y="1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7" name="Freeform 20">
              <a:extLst>
                <a:ext uri="{FF2B5EF4-FFF2-40B4-BE49-F238E27FC236}">
                  <a16:creationId xmlns:a16="http://schemas.microsoft.com/office/drawing/2014/main" id="{BB774EB6-308B-86B8-36D4-33FA5202B05F}"/>
                </a:ext>
              </a:extLst>
            </p:cNvPr>
            <p:cNvSpPr>
              <a:spLocks noChangeAspect="1"/>
            </p:cNvSpPr>
            <p:nvPr/>
          </p:nvSpPr>
          <p:spPr bwMode="auto">
            <a:xfrm>
              <a:off x="928" y="2680"/>
              <a:ext cx="1" cy="1"/>
            </a:xfrm>
            <a:custGeom>
              <a:avLst/>
              <a:gdLst>
                <a:gd name="T0" fmla="*/ 0 w 5"/>
                <a:gd name="T1" fmla="*/ 3 h 3"/>
                <a:gd name="T2" fmla="*/ 5 w 5"/>
                <a:gd name="T3" fmla="*/ 0 h 3"/>
                <a:gd name="T4" fmla="*/ 5 w 5"/>
                <a:gd name="T5" fmla="*/ 2 h 3"/>
                <a:gd name="T6" fmla="*/ 0 w 5"/>
                <a:gd name="T7" fmla="*/ 3 h 3"/>
              </a:gdLst>
              <a:ahLst/>
              <a:cxnLst>
                <a:cxn ang="0">
                  <a:pos x="T0" y="T1"/>
                </a:cxn>
                <a:cxn ang="0">
                  <a:pos x="T2" y="T3"/>
                </a:cxn>
                <a:cxn ang="0">
                  <a:pos x="T4" y="T5"/>
                </a:cxn>
                <a:cxn ang="0">
                  <a:pos x="T6" y="T7"/>
                </a:cxn>
              </a:cxnLst>
              <a:rect l="0" t="0" r="r" b="b"/>
              <a:pathLst>
                <a:path w="5" h="3">
                  <a:moveTo>
                    <a:pt x="0" y="3"/>
                  </a:moveTo>
                  <a:lnTo>
                    <a:pt x="5" y="0"/>
                  </a:lnTo>
                  <a:lnTo>
                    <a:pt x="5" y="2"/>
                  </a:lnTo>
                  <a:lnTo>
                    <a:pt x="0" y="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9" name="Freeform 21">
              <a:extLst>
                <a:ext uri="{FF2B5EF4-FFF2-40B4-BE49-F238E27FC236}">
                  <a16:creationId xmlns:a16="http://schemas.microsoft.com/office/drawing/2014/main" id="{E820B3E4-F222-0EF7-DD7F-61F5DEB83E28}"/>
                </a:ext>
              </a:extLst>
            </p:cNvPr>
            <p:cNvSpPr>
              <a:spLocks noChangeAspect="1"/>
            </p:cNvSpPr>
            <p:nvPr/>
          </p:nvSpPr>
          <p:spPr bwMode="auto">
            <a:xfrm>
              <a:off x="920" y="2683"/>
              <a:ext cx="1" cy="0"/>
            </a:xfrm>
            <a:custGeom>
              <a:avLst/>
              <a:gdLst>
                <a:gd name="T0" fmla="*/ 0 w 3"/>
                <a:gd name="T1" fmla="*/ 0 h 3"/>
                <a:gd name="T2" fmla="*/ 1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1" y="3"/>
                  </a:lnTo>
                  <a:lnTo>
                    <a:pt x="3" y="0"/>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0" name="Freeform 22">
              <a:extLst>
                <a:ext uri="{FF2B5EF4-FFF2-40B4-BE49-F238E27FC236}">
                  <a16:creationId xmlns:a16="http://schemas.microsoft.com/office/drawing/2014/main" id="{9D4EEA8A-31F6-8B4F-36A0-CF65B23BF06C}"/>
                </a:ext>
              </a:extLst>
            </p:cNvPr>
            <p:cNvSpPr>
              <a:spLocks noChangeAspect="1"/>
            </p:cNvSpPr>
            <p:nvPr/>
          </p:nvSpPr>
          <p:spPr bwMode="auto">
            <a:xfrm>
              <a:off x="929" y="2679"/>
              <a:ext cx="1" cy="0"/>
            </a:xfrm>
            <a:custGeom>
              <a:avLst/>
              <a:gdLst>
                <a:gd name="T0" fmla="*/ 0 w 4"/>
                <a:gd name="T1" fmla="*/ 4 h 4"/>
                <a:gd name="T2" fmla="*/ 4 w 4"/>
                <a:gd name="T3" fmla="*/ 0 h 4"/>
                <a:gd name="T4" fmla="*/ 0 w 4"/>
                <a:gd name="T5" fmla="*/ 4 h 4"/>
              </a:gdLst>
              <a:ahLst/>
              <a:cxnLst>
                <a:cxn ang="0">
                  <a:pos x="T0" y="T1"/>
                </a:cxn>
                <a:cxn ang="0">
                  <a:pos x="T2" y="T3"/>
                </a:cxn>
                <a:cxn ang="0">
                  <a:pos x="T4" y="T5"/>
                </a:cxn>
              </a:cxnLst>
              <a:rect l="0" t="0" r="r" b="b"/>
              <a:pathLst>
                <a:path w="4" h="4">
                  <a:moveTo>
                    <a:pt x="0" y="4"/>
                  </a:moveTo>
                  <a:lnTo>
                    <a:pt x="4" y="0"/>
                  </a:lnTo>
                  <a:lnTo>
                    <a:pt x="0"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1" name="Freeform 23">
              <a:extLst>
                <a:ext uri="{FF2B5EF4-FFF2-40B4-BE49-F238E27FC236}">
                  <a16:creationId xmlns:a16="http://schemas.microsoft.com/office/drawing/2014/main" id="{1876CC07-EE9A-32B2-6A7A-12B19772B14C}"/>
                </a:ext>
              </a:extLst>
            </p:cNvPr>
            <p:cNvSpPr>
              <a:spLocks noChangeAspect="1"/>
            </p:cNvSpPr>
            <p:nvPr/>
          </p:nvSpPr>
          <p:spPr bwMode="auto">
            <a:xfrm>
              <a:off x="929" y="2679"/>
              <a:ext cx="0" cy="1"/>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2" name="Freeform 24">
              <a:extLst>
                <a:ext uri="{FF2B5EF4-FFF2-40B4-BE49-F238E27FC236}">
                  <a16:creationId xmlns:a16="http://schemas.microsoft.com/office/drawing/2014/main" id="{B298C408-F7A8-858E-AEA1-BFC516FB8F9C}"/>
                </a:ext>
              </a:extLst>
            </p:cNvPr>
            <p:cNvSpPr>
              <a:spLocks noChangeAspect="1"/>
            </p:cNvSpPr>
            <p:nvPr/>
          </p:nvSpPr>
          <p:spPr bwMode="auto">
            <a:xfrm>
              <a:off x="606" y="2439"/>
              <a:ext cx="101" cy="53"/>
            </a:xfrm>
            <a:custGeom>
              <a:avLst/>
              <a:gdLst>
                <a:gd name="T0" fmla="*/ 559 w 565"/>
                <a:gd name="T1" fmla="*/ 108 h 299"/>
                <a:gd name="T2" fmla="*/ 560 w 565"/>
                <a:gd name="T3" fmla="*/ 125 h 299"/>
                <a:gd name="T4" fmla="*/ 560 w 565"/>
                <a:gd name="T5" fmla="*/ 150 h 299"/>
                <a:gd name="T6" fmla="*/ 561 w 565"/>
                <a:gd name="T7" fmla="*/ 182 h 299"/>
                <a:gd name="T8" fmla="*/ 561 w 565"/>
                <a:gd name="T9" fmla="*/ 203 h 299"/>
                <a:gd name="T10" fmla="*/ 563 w 565"/>
                <a:gd name="T11" fmla="*/ 230 h 299"/>
                <a:gd name="T12" fmla="*/ 564 w 565"/>
                <a:gd name="T13" fmla="*/ 259 h 299"/>
                <a:gd name="T14" fmla="*/ 564 w 565"/>
                <a:gd name="T15" fmla="*/ 287 h 299"/>
                <a:gd name="T16" fmla="*/ 565 w 565"/>
                <a:gd name="T17" fmla="*/ 295 h 299"/>
                <a:gd name="T18" fmla="*/ 535 w 565"/>
                <a:gd name="T19" fmla="*/ 295 h 299"/>
                <a:gd name="T20" fmla="*/ 511 w 565"/>
                <a:gd name="T21" fmla="*/ 296 h 299"/>
                <a:gd name="T22" fmla="*/ 495 w 565"/>
                <a:gd name="T23" fmla="*/ 296 h 299"/>
                <a:gd name="T24" fmla="*/ 476 w 565"/>
                <a:gd name="T25" fmla="*/ 298 h 299"/>
                <a:gd name="T26" fmla="*/ 459 w 565"/>
                <a:gd name="T27" fmla="*/ 298 h 299"/>
                <a:gd name="T28" fmla="*/ 420 w 565"/>
                <a:gd name="T29" fmla="*/ 299 h 299"/>
                <a:gd name="T30" fmla="*/ 393 w 565"/>
                <a:gd name="T31" fmla="*/ 299 h 299"/>
                <a:gd name="T32" fmla="*/ 360 w 565"/>
                <a:gd name="T33" fmla="*/ 299 h 299"/>
                <a:gd name="T34" fmla="*/ 345 w 565"/>
                <a:gd name="T35" fmla="*/ 299 h 299"/>
                <a:gd name="T36" fmla="*/ 307 w 565"/>
                <a:gd name="T37" fmla="*/ 299 h 299"/>
                <a:gd name="T38" fmla="*/ 297 w 565"/>
                <a:gd name="T39" fmla="*/ 299 h 299"/>
                <a:gd name="T40" fmla="*/ 278 w 565"/>
                <a:gd name="T41" fmla="*/ 299 h 299"/>
                <a:gd name="T42" fmla="*/ 251 w 565"/>
                <a:gd name="T43" fmla="*/ 299 h 299"/>
                <a:gd name="T44" fmla="*/ 205 w 565"/>
                <a:gd name="T45" fmla="*/ 299 h 299"/>
                <a:gd name="T46" fmla="*/ 193 w 565"/>
                <a:gd name="T47" fmla="*/ 298 h 299"/>
                <a:gd name="T48" fmla="*/ 155 w 565"/>
                <a:gd name="T49" fmla="*/ 298 h 299"/>
                <a:gd name="T50" fmla="*/ 145 w 565"/>
                <a:gd name="T51" fmla="*/ 298 h 299"/>
                <a:gd name="T52" fmla="*/ 83 w 565"/>
                <a:gd name="T53" fmla="*/ 296 h 299"/>
                <a:gd name="T54" fmla="*/ 69 w 565"/>
                <a:gd name="T55" fmla="*/ 295 h 299"/>
                <a:gd name="T56" fmla="*/ 21 w 565"/>
                <a:gd name="T57" fmla="*/ 294 h 299"/>
                <a:gd name="T58" fmla="*/ 0 w 565"/>
                <a:gd name="T59" fmla="*/ 294 h 299"/>
                <a:gd name="T60" fmla="*/ 1 w 565"/>
                <a:gd name="T61" fmla="*/ 254 h 299"/>
                <a:gd name="T62" fmla="*/ 2 w 565"/>
                <a:gd name="T63" fmla="*/ 230 h 299"/>
                <a:gd name="T64" fmla="*/ 3 w 565"/>
                <a:gd name="T65" fmla="*/ 182 h 299"/>
                <a:gd name="T66" fmla="*/ 5 w 565"/>
                <a:gd name="T67" fmla="*/ 152 h 299"/>
                <a:gd name="T68" fmla="*/ 6 w 565"/>
                <a:gd name="T69" fmla="*/ 127 h 299"/>
                <a:gd name="T70" fmla="*/ 7 w 565"/>
                <a:gd name="T71" fmla="*/ 92 h 299"/>
                <a:gd name="T72" fmla="*/ 8 w 565"/>
                <a:gd name="T73" fmla="*/ 84 h 299"/>
                <a:gd name="T74" fmla="*/ 9 w 565"/>
                <a:gd name="T75" fmla="*/ 42 h 299"/>
                <a:gd name="T76" fmla="*/ 60 w 565"/>
                <a:gd name="T77" fmla="*/ 1 h 299"/>
                <a:gd name="T78" fmla="*/ 97 w 565"/>
                <a:gd name="T79" fmla="*/ 2 h 299"/>
                <a:gd name="T80" fmla="*/ 120 w 565"/>
                <a:gd name="T81" fmla="*/ 4 h 299"/>
                <a:gd name="T82" fmla="*/ 147 w 565"/>
                <a:gd name="T83" fmla="*/ 4 h 299"/>
                <a:gd name="T84" fmla="*/ 188 w 565"/>
                <a:gd name="T85" fmla="*/ 5 h 299"/>
                <a:gd name="T86" fmla="*/ 221 w 565"/>
                <a:gd name="T87" fmla="*/ 5 h 299"/>
                <a:gd name="T88" fmla="*/ 243 w 565"/>
                <a:gd name="T89" fmla="*/ 6 h 299"/>
                <a:gd name="T90" fmla="*/ 261 w 565"/>
                <a:gd name="T91" fmla="*/ 6 h 299"/>
                <a:gd name="T92" fmla="*/ 279 w 565"/>
                <a:gd name="T93" fmla="*/ 6 h 299"/>
                <a:gd name="T94" fmla="*/ 307 w 565"/>
                <a:gd name="T95" fmla="*/ 6 h 299"/>
                <a:gd name="T96" fmla="*/ 320 w 565"/>
                <a:gd name="T97" fmla="*/ 6 h 299"/>
                <a:gd name="T98" fmla="*/ 354 w 565"/>
                <a:gd name="T99" fmla="*/ 6 h 299"/>
                <a:gd name="T100" fmla="*/ 386 w 565"/>
                <a:gd name="T101" fmla="*/ 5 h 299"/>
                <a:gd name="T102" fmla="*/ 398 w 565"/>
                <a:gd name="T103" fmla="*/ 5 h 299"/>
                <a:gd name="T104" fmla="*/ 426 w 565"/>
                <a:gd name="T105" fmla="*/ 5 h 299"/>
                <a:gd name="T106" fmla="*/ 445 w 565"/>
                <a:gd name="T107" fmla="*/ 5 h 299"/>
                <a:gd name="T108" fmla="*/ 469 w 565"/>
                <a:gd name="T109" fmla="*/ 4 h 299"/>
                <a:gd name="T110" fmla="*/ 518 w 565"/>
                <a:gd name="T111" fmla="*/ 16 h 299"/>
                <a:gd name="T112" fmla="*/ 533 w 565"/>
                <a:gd name="T113" fmla="*/ 14 h 299"/>
                <a:gd name="T114" fmla="*/ 528 w 565"/>
                <a:gd name="T115" fmla="*/ 35 h 299"/>
                <a:gd name="T116" fmla="*/ 524 w 565"/>
                <a:gd name="T117" fmla="*/ 52 h 299"/>
                <a:gd name="T118" fmla="*/ 537 w 565"/>
                <a:gd name="T119" fmla="*/ 64 h 299"/>
                <a:gd name="T120" fmla="*/ 548 w 565"/>
                <a:gd name="T121" fmla="*/ 83 h 299"/>
                <a:gd name="T122" fmla="*/ 559 w 565"/>
                <a:gd name="T123" fmla="*/ 8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5" h="299">
                  <a:moveTo>
                    <a:pt x="559" y="95"/>
                  </a:moveTo>
                  <a:lnTo>
                    <a:pt x="559" y="102"/>
                  </a:lnTo>
                  <a:lnTo>
                    <a:pt x="559" y="108"/>
                  </a:lnTo>
                  <a:lnTo>
                    <a:pt x="559" y="114"/>
                  </a:lnTo>
                  <a:lnTo>
                    <a:pt x="559" y="124"/>
                  </a:lnTo>
                  <a:lnTo>
                    <a:pt x="560" y="125"/>
                  </a:lnTo>
                  <a:lnTo>
                    <a:pt x="560" y="136"/>
                  </a:lnTo>
                  <a:lnTo>
                    <a:pt x="560" y="148"/>
                  </a:lnTo>
                  <a:lnTo>
                    <a:pt x="560" y="150"/>
                  </a:lnTo>
                  <a:lnTo>
                    <a:pt x="560" y="158"/>
                  </a:lnTo>
                  <a:lnTo>
                    <a:pt x="561" y="173"/>
                  </a:lnTo>
                  <a:lnTo>
                    <a:pt x="561" y="182"/>
                  </a:lnTo>
                  <a:lnTo>
                    <a:pt x="561" y="191"/>
                  </a:lnTo>
                  <a:lnTo>
                    <a:pt x="561" y="193"/>
                  </a:lnTo>
                  <a:lnTo>
                    <a:pt x="561" y="203"/>
                  </a:lnTo>
                  <a:lnTo>
                    <a:pt x="563" y="218"/>
                  </a:lnTo>
                  <a:lnTo>
                    <a:pt x="563" y="229"/>
                  </a:lnTo>
                  <a:lnTo>
                    <a:pt x="563" y="230"/>
                  </a:lnTo>
                  <a:lnTo>
                    <a:pt x="563" y="246"/>
                  </a:lnTo>
                  <a:lnTo>
                    <a:pt x="564" y="258"/>
                  </a:lnTo>
                  <a:lnTo>
                    <a:pt x="564" y="259"/>
                  </a:lnTo>
                  <a:lnTo>
                    <a:pt x="564" y="262"/>
                  </a:lnTo>
                  <a:lnTo>
                    <a:pt x="564" y="278"/>
                  </a:lnTo>
                  <a:lnTo>
                    <a:pt x="564" y="287"/>
                  </a:lnTo>
                  <a:lnTo>
                    <a:pt x="565" y="289"/>
                  </a:lnTo>
                  <a:lnTo>
                    <a:pt x="565" y="292"/>
                  </a:lnTo>
                  <a:lnTo>
                    <a:pt x="565" y="295"/>
                  </a:lnTo>
                  <a:lnTo>
                    <a:pt x="564" y="295"/>
                  </a:lnTo>
                  <a:lnTo>
                    <a:pt x="554" y="295"/>
                  </a:lnTo>
                  <a:lnTo>
                    <a:pt x="535" y="295"/>
                  </a:lnTo>
                  <a:lnTo>
                    <a:pt x="530" y="295"/>
                  </a:lnTo>
                  <a:lnTo>
                    <a:pt x="517" y="296"/>
                  </a:lnTo>
                  <a:lnTo>
                    <a:pt x="511" y="296"/>
                  </a:lnTo>
                  <a:lnTo>
                    <a:pt x="505" y="296"/>
                  </a:lnTo>
                  <a:lnTo>
                    <a:pt x="498" y="296"/>
                  </a:lnTo>
                  <a:lnTo>
                    <a:pt x="495" y="296"/>
                  </a:lnTo>
                  <a:lnTo>
                    <a:pt x="488" y="296"/>
                  </a:lnTo>
                  <a:lnTo>
                    <a:pt x="485" y="296"/>
                  </a:lnTo>
                  <a:lnTo>
                    <a:pt x="476" y="298"/>
                  </a:lnTo>
                  <a:lnTo>
                    <a:pt x="469" y="298"/>
                  </a:lnTo>
                  <a:lnTo>
                    <a:pt x="462" y="298"/>
                  </a:lnTo>
                  <a:lnTo>
                    <a:pt x="459" y="298"/>
                  </a:lnTo>
                  <a:lnTo>
                    <a:pt x="450" y="298"/>
                  </a:lnTo>
                  <a:lnTo>
                    <a:pt x="426" y="298"/>
                  </a:lnTo>
                  <a:lnTo>
                    <a:pt x="420" y="299"/>
                  </a:lnTo>
                  <a:lnTo>
                    <a:pt x="411" y="299"/>
                  </a:lnTo>
                  <a:lnTo>
                    <a:pt x="403" y="299"/>
                  </a:lnTo>
                  <a:lnTo>
                    <a:pt x="393" y="299"/>
                  </a:lnTo>
                  <a:lnTo>
                    <a:pt x="384" y="299"/>
                  </a:lnTo>
                  <a:lnTo>
                    <a:pt x="372" y="299"/>
                  </a:lnTo>
                  <a:lnTo>
                    <a:pt x="360" y="299"/>
                  </a:lnTo>
                  <a:lnTo>
                    <a:pt x="355" y="299"/>
                  </a:lnTo>
                  <a:lnTo>
                    <a:pt x="348" y="299"/>
                  </a:lnTo>
                  <a:lnTo>
                    <a:pt x="345" y="299"/>
                  </a:lnTo>
                  <a:lnTo>
                    <a:pt x="331" y="299"/>
                  </a:lnTo>
                  <a:lnTo>
                    <a:pt x="323" y="299"/>
                  </a:lnTo>
                  <a:lnTo>
                    <a:pt x="307" y="299"/>
                  </a:lnTo>
                  <a:lnTo>
                    <a:pt x="303" y="299"/>
                  </a:lnTo>
                  <a:lnTo>
                    <a:pt x="299" y="299"/>
                  </a:lnTo>
                  <a:lnTo>
                    <a:pt x="297" y="299"/>
                  </a:lnTo>
                  <a:lnTo>
                    <a:pt x="285" y="299"/>
                  </a:lnTo>
                  <a:lnTo>
                    <a:pt x="281" y="299"/>
                  </a:lnTo>
                  <a:lnTo>
                    <a:pt x="278" y="299"/>
                  </a:lnTo>
                  <a:lnTo>
                    <a:pt x="270" y="299"/>
                  </a:lnTo>
                  <a:lnTo>
                    <a:pt x="266" y="299"/>
                  </a:lnTo>
                  <a:lnTo>
                    <a:pt x="251" y="299"/>
                  </a:lnTo>
                  <a:lnTo>
                    <a:pt x="246" y="299"/>
                  </a:lnTo>
                  <a:lnTo>
                    <a:pt x="231" y="299"/>
                  </a:lnTo>
                  <a:lnTo>
                    <a:pt x="205" y="299"/>
                  </a:lnTo>
                  <a:lnTo>
                    <a:pt x="203" y="299"/>
                  </a:lnTo>
                  <a:lnTo>
                    <a:pt x="197" y="298"/>
                  </a:lnTo>
                  <a:lnTo>
                    <a:pt x="193" y="298"/>
                  </a:lnTo>
                  <a:lnTo>
                    <a:pt x="189" y="298"/>
                  </a:lnTo>
                  <a:lnTo>
                    <a:pt x="161" y="298"/>
                  </a:lnTo>
                  <a:lnTo>
                    <a:pt x="155" y="298"/>
                  </a:lnTo>
                  <a:lnTo>
                    <a:pt x="152" y="298"/>
                  </a:lnTo>
                  <a:lnTo>
                    <a:pt x="149" y="298"/>
                  </a:lnTo>
                  <a:lnTo>
                    <a:pt x="145" y="298"/>
                  </a:lnTo>
                  <a:lnTo>
                    <a:pt x="113" y="296"/>
                  </a:lnTo>
                  <a:lnTo>
                    <a:pt x="107" y="296"/>
                  </a:lnTo>
                  <a:lnTo>
                    <a:pt x="83" y="296"/>
                  </a:lnTo>
                  <a:lnTo>
                    <a:pt x="79" y="295"/>
                  </a:lnTo>
                  <a:lnTo>
                    <a:pt x="74" y="295"/>
                  </a:lnTo>
                  <a:lnTo>
                    <a:pt x="69" y="295"/>
                  </a:lnTo>
                  <a:lnTo>
                    <a:pt x="50" y="295"/>
                  </a:lnTo>
                  <a:lnTo>
                    <a:pt x="37" y="295"/>
                  </a:lnTo>
                  <a:lnTo>
                    <a:pt x="21" y="294"/>
                  </a:lnTo>
                  <a:lnTo>
                    <a:pt x="18" y="294"/>
                  </a:lnTo>
                  <a:lnTo>
                    <a:pt x="1" y="294"/>
                  </a:lnTo>
                  <a:lnTo>
                    <a:pt x="0" y="294"/>
                  </a:lnTo>
                  <a:lnTo>
                    <a:pt x="0" y="281"/>
                  </a:lnTo>
                  <a:lnTo>
                    <a:pt x="1" y="269"/>
                  </a:lnTo>
                  <a:lnTo>
                    <a:pt x="1" y="254"/>
                  </a:lnTo>
                  <a:lnTo>
                    <a:pt x="2" y="244"/>
                  </a:lnTo>
                  <a:lnTo>
                    <a:pt x="2" y="232"/>
                  </a:lnTo>
                  <a:lnTo>
                    <a:pt x="2" y="230"/>
                  </a:lnTo>
                  <a:lnTo>
                    <a:pt x="2" y="221"/>
                  </a:lnTo>
                  <a:lnTo>
                    <a:pt x="3" y="196"/>
                  </a:lnTo>
                  <a:lnTo>
                    <a:pt x="3" y="182"/>
                  </a:lnTo>
                  <a:lnTo>
                    <a:pt x="5" y="169"/>
                  </a:lnTo>
                  <a:lnTo>
                    <a:pt x="5" y="158"/>
                  </a:lnTo>
                  <a:lnTo>
                    <a:pt x="5" y="152"/>
                  </a:lnTo>
                  <a:lnTo>
                    <a:pt x="6" y="136"/>
                  </a:lnTo>
                  <a:lnTo>
                    <a:pt x="6" y="134"/>
                  </a:lnTo>
                  <a:lnTo>
                    <a:pt x="6" y="127"/>
                  </a:lnTo>
                  <a:lnTo>
                    <a:pt x="7" y="118"/>
                  </a:lnTo>
                  <a:lnTo>
                    <a:pt x="7" y="97"/>
                  </a:lnTo>
                  <a:lnTo>
                    <a:pt x="7" y="92"/>
                  </a:lnTo>
                  <a:lnTo>
                    <a:pt x="7" y="90"/>
                  </a:lnTo>
                  <a:lnTo>
                    <a:pt x="8" y="85"/>
                  </a:lnTo>
                  <a:lnTo>
                    <a:pt x="8" y="84"/>
                  </a:lnTo>
                  <a:lnTo>
                    <a:pt x="8" y="61"/>
                  </a:lnTo>
                  <a:lnTo>
                    <a:pt x="9" y="49"/>
                  </a:lnTo>
                  <a:lnTo>
                    <a:pt x="9" y="42"/>
                  </a:lnTo>
                  <a:lnTo>
                    <a:pt x="11" y="0"/>
                  </a:lnTo>
                  <a:lnTo>
                    <a:pt x="57" y="1"/>
                  </a:lnTo>
                  <a:lnTo>
                    <a:pt x="60" y="1"/>
                  </a:lnTo>
                  <a:lnTo>
                    <a:pt x="65" y="1"/>
                  </a:lnTo>
                  <a:lnTo>
                    <a:pt x="79" y="2"/>
                  </a:lnTo>
                  <a:lnTo>
                    <a:pt x="97" y="2"/>
                  </a:lnTo>
                  <a:lnTo>
                    <a:pt x="105" y="2"/>
                  </a:lnTo>
                  <a:lnTo>
                    <a:pt x="107" y="4"/>
                  </a:lnTo>
                  <a:lnTo>
                    <a:pt x="120" y="4"/>
                  </a:lnTo>
                  <a:lnTo>
                    <a:pt x="133" y="4"/>
                  </a:lnTo>
                  <a:lnTo>
                    <a:pt x="146" y="4"/>
                  </a:lnTo>
                  <a:lnTo>
                    <a:pt x="147" y="4"/>
                  </a:lnTo>
                  <a:lnTo>
                    <a:pt x="152" y="4"/>
                  </a:lnTo>
                  <a:lnTo>
                    <a:pt x="174" y="5"/>
                  </a:lnTo>
                  <a:lnTo>
                    <a:pt x="188" y="5"/>
                  </a:lnTo>
                  <a:lnTo>
                    <a:pt x="206" y="5"/>
                  </a:lnTo>
                  <a:lnTo>
                    <a:pt x="211" y="5"/>
                  </a:lnTo>
                  <a:lnTo>
                    <a:pt x="221" y="5"/>
                  </a:lnTo>
                  <a:lnTo>
                    <a:pt x="225" y="5"/>
                  </a:lnTo>
                  <a:lnTo>
                    <a:pt x="229" y="5"/>
                  </a:lnTo>
                  <a:lnTo>
                    <a:pt x="243" y="6"/>
                  </a:lnTo>
                  <a:lnTo>
                    <a:pt x="252" y="6"/>
                  </a:lnTo>
                  <a:lnTo>
                    <a:pt x="254" y="6"/>
                  </a:lnTo>
                  <a:lnTo>
                    <a:pt x="261" y="6"/>
                  </a:lnTo>
                  <a:lnTo>
                    <a:pt x="270" y="6"/>
                  </a:lnTo>
                  <a:lnTo>
                    <a:pt x="271" y="6"/>
                  </a:lnTo>
                  <a:lnTo>
                    <a:pt x="279" y="6"/>
                  </a:lnTo>
                  <a:lnTo>
                    <a:pt x="288" y="6"/>
                  </a:lnTo>
                  <a:lnTo>
                    <a:pt x="299" y="6"/>
                  </a:lnTo>
                  <a:lnTo>
                    <a:pt x="307" y="6"/>
                  </a:lnTo>
                  <a:lnTo>
                    <a:pt x="312" y="6"/>
                  </a:lnTo>
                  <a:lnTo>
                    <a:pt x="317" y="6"/>
                  </a:lnTo>
                  <a:lnTo>
                    <a:pt x="320" y="6"/>
                  </a:lnTo>
                  <a:lnTo>
                    <a:pt x="335" y="6"/>
                  </a:lnTo>
                  <a:lnTo>
                    <a:pt x="353" y="6"/>
                  </a:lnTo>
                  <a:lnTo>
                    <a:pt x="354" y="6"/>
                  </a:lnTo>
                  <a:lnTo>
                    <a:pt x="362" y="6"/>
                  </a:lnTo>
                  <a:lnTo>
                    <a:pt x="372" y="6"/>
                  </a:lnTo>
                  <a:lnTo>
                    <a:pt x="386" y="5"/>
                  </a:lnTo>
                  <a:lnTo>
                    <a:pt x="390" y="5"/>
                  </a:lnTo>
                  <a:lnTo>
                    <a:pt x="395" y="5"/>
                  </a:lnTo>
                  <a:lnTo>
                    <a:pt x="398" y="5"/>
                  </a:lnTo>
                  <a:lnTo>
                    <a:pt x="417" y="5"/>
                  </a:lnTo>
                  <a:lnTo>
                    <a:pt x="420" y="5"/>
                  </a:lnTo>
                  <a:lnTo>
                    <a:pt x="426" y="5"/>
                  </a:lnTo>
                  <a:lnTo>
                    <a:pt x="435" y="5"/>
                  </a:lnTo>
                  <a:lnTo>
                    <a:pt x="437" y="5"/>
                  </a:lnTo>
                  <a:lnTo>
                    <a:pt x="445" y="5"/>
                  </a:lnTo>
                  <a:lnTo>
                    <a:pt x="453" y="5"/>
                  </a:lnTo>
                  <a:lnTo>
                    <a:pt x="463" y="5"/>
                  </a:lnTo>
                  <a:lnTo>
                    <a:pt x="469" y="4"/>
                  </a:lnTo>
                  <a:lnTo>
                    <a:pt x="503" y="4"/>
                  </a:lnTo>
                  <a:lnTo>
                    <a:pt x="504" y="4"/>
                  </a:lnTo>
                  <a:lnTo>
                    <a:pt x="518" y="16"/>
                  </a:lnTo>
                  <a:lnTo>
                    <a:pt x="525" y="14"/>
                  </a:lnTo>
                  <a:lnTo>
                    <a:pt x="528" y="13"/>
                  </a:lnTo>
                  <a:lnTo>
                    <a:pt x="533" y="14"/>
                  </a:lnTo>
                  <a:lnTo>
                    <a:pt x="536" y="20"/>
                  </a:lnTo>
                  <a:lnTo>
                    <a:pt x="537" y="29"/>
                  </a:lnTo>
                  <a:lnTo>
                    <a:pt x="528" y="35"/>
                  </a:lnTo>
                  <a:lnTo>
                    <a:pt x="524" y="40"/>
                  </a:lnTo>
                  <a:lnTo>
                    <a:pt x="521" y="48"/>
                  </a:lnTo>
                  <a:lnTo>
                    <a:pt x="524" y="52"/>
                  </a:lnTo>
                  <a:lnTo>
                    <a:pt x="528" y="56"/>
                  </a:lnTo>
                  <a:lnTo>
                    <a:pt x="531" y="59"/>
                  </a:lnTo>
                  <a:lnTo>
                    <a:pt x="537" y="64"/>
                  </a:lnTo>
                  <a:lnTo>
                    <a:pt x="539" y="72"/>
                  </a:lnTo>
                  <a:lnTo>
                    <a:pt x="546" y="80"/>
                  </a:lnTo>
                  <a:lnTo>
                    <a:pt x="548" y="83"/>
                  </a:lnTo>
                  <a:lnTo>
                    <a:pt x="557" y="84"/>
                  </a:lnTo>
                  <a:lnTo>
                    <a:pt x="559" y="84"/>
                  </a:lnTo>
                  <a:lnTo>
                    <a:pt x="559" y="88"/>
                  </a:lnTo>
                  <a:lnTo>
                    <a:pt x="559" y="89"/>
                  </a:lnTo>
                  <a:lnTo>
                    <a:pt x="559" y="9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3" name="Freeform 25">
              <a:extLst>
                <a:ext uri="{FF2B5EF4-FFF2-40B4-BE49-F238E27FC236}">
                  <a16:creationId xmlns:a16="http://schemas.microsoft.com/office/drawing/2014/main" id="{F0558F3C-E894-A5A6-07AC-E9E23D7C60FD}"/>
                </a:ext>
              </a:extLst>
            </p:cNvPr>
            <p:cNvSpPr>
              <a:spLocks noChangeAspect="1"/>
            </p:cNvSpPr>
            <p:nvPr/>
          </p:nvSpPr>
          <p:spPr bwMode="auto">
            <a:xfrm>
              <a:off x="670" y="2278"/>
              <a:ext cx="90" cy="101"/>
            </a:xfrm>
            <a:custGeom>
              <a:avLst/>
              <a:gdLst>
                <a:gd name="T0" fmla="*/ 54 w 506"/>
                <a:gd name="T1" fmla="*/ 390 h 566"/>
                <a:gd name="T2" fmla="*/ 28 w 506"/>
                <a:gd name="T3" fmla="*/ 361 h 566"/>
                <a:gd name="T4" fmla="*/ 46 w 506"/>
                <a:gd name="T5" fmla="*/ 323 h 566"/>
                <a:gd name="T6" fmla="*/ 32 w 506"/>
                <a:gd name="T7" fmla="*/ 264 h 566"/>
                <a:gd name="T8" fmla="*/ 27 w 506"/>
                <a:gd name="T9" fmla="*/ 215 h 566"/>
                <a:gd name="T10" fmla="*/ 28 w 506"/>
                <a:gd name="T11" fmla="*/ 197 h 566"/>
                <a:gd name="T12" fmla="*/ 26 w 506"/>
                <a:gd name="T13" fmla="*/ 181 h 566"/>
                <a:gd name="T14" fmla="*/ 8 w 506"/>
                <a:gd name="T15" fmla="*/ 119 h 566"/>
                <a:gd name="T16" fmla="*/ 6 w 506"/>
                <a:gd name="T17" fmla="*/ 93 h 566"/>
                <a:gd name="T18" fmla="*/ 4 w 506"/>
                <a:gd name="T19" fmla="*/ 50 h 566"/>
                <a:gd name="T20" fmla="*/ 135 w 506"/>
                <a:gd name="T21" fmla="*/ 36 h 566"/>
                <a:gd name="T22" fmla="*/ 165 w 506"/>
                <a:gd name="T23" fmla="*/ 55 h 566"/>
                <a:gd name="T24" fmla="*/ 194 w 506"/>
                <a:gd name="T25" fmla="*/ 67 h 566"/>
                <a:gd name="T26" fmla="*/ 245 w 506"/>
                <a:gd name="T27" fmla="*/ 73 h 566"/>
                <a:gd name="T28" fmla="*/ 278 w 506"/>
                <a:gd name="T29" fmla="*/ 66 h 566"/>
                <a:gd name="T30" fmla="*/ 309 w 506"/>
                <a:gd name="T31" fmla="*/ 83 h 566"/>
                <a:gd name="T32" fmla="*/ 336 w 506"/>
                <a:gd name="T33" fmla="*/ 89 h 566"/>
                <a:gd name="T34" fmla="*/ 376 w 506"/>
                <a:gd name="T35" fmla="*/ 114 h 566"/>
                <a:gd name="T36" fmla="*/ 425 w 506"/>
                <a:gd name="T37" fmla="*/ 108 h 566"/>
                <a:gd name="T38" fmla="*/ 483 w 506"/>
                <a:gd name="T39" fmla="*/ 114 h 566"/>
                <a:gd name="T40" fmla="*/ 443 w 506"/>
                <a:gd name="T41" fmla="*/ 143 h 566"/>
                <a:gd name="T42" fmla="*/ 389 w 506"/>
                <a:gd name="T43" fmla="*/ 197 h 566"/>
                <a:gd name="T44" fmla="*/ 351 w 506"/>
                <a:gd name="T45" fmla="*/ 246 h 566"/>
                <a:gd name="T46" fmla="*/ 332 w 506"/>
                <a:gd name="T47" fmla="*/ 254 h 566"/>
                <a:gd name="T48" fmla="*/ 335 w 506"/>
                <a:gd name="T49" fmla="*/ 307 h 566"/>
                <a:gd name="T50" fmla="*/ 306 w 506"/>
                <a:gd name="T51" fmla="*/ 359 h 566"/>
                <a:gd name="T52" fmla="*/ 308 w 506"/>
                <a:gd name="T53" fmla="*/ 391 h 566"/>
                <a:gd name="T54" fmla="*/ 309 w 506"/>
                <a:gd name="T55" fmla="*/ 426 h 566"/>
                <a:gd name="T56" fmla="*/ 329 w 506"/>
                <a:gd name="T57" fmla="*/ 453 h 566"/>
                <a:gd name="T58" fmla="*/ 347 w 506"/>
                <a:gd name="T59" fmla="*/ 463 h 566"/>
                <a:gd name="T60" fmla="*/ 364 w 506"/>
                <a:gd name="T61" fmla="*/ 470 h 566"/>
                <a:gd name="T62" fmla="*/ 392 w 506"/>
                <a:gd name="T63" fmla="*/ 499 h 566"/>
                <a:gd name="T64" fmla="*/ 406 w 506"/>
                <a:gd name="T65" fmla="*/ 505 h 566"/>
                <a:gd name="T66" fmla="*/ 419 w 506"/>
                <a:gd name="T67" fmla="*/ 524 h 566"/>
                <a:gd name="T68" fmla="*/ 422 w 506"/>
                <a:gd name="T69" fmla="*/ 542 h 566"/>
                <a:gd name="T70" fmla="*/ 396 w 506"/>
                <a:gd name="T71" fmla="*/ 553 h 566"/>
                <a:gd name="T72" fmla="*/ 338 w 506"/>
                <a:gd name="T73" fmla="*/ 555 h 566"/>
                <a:gd name="T74" fmla="*/ 296 w 506"/>
                <a:gd name="T75" fmla="*/ 558 h 566"/>
                <a:gd name="T76" fmla="*/ 254 w 506"/>
                <a:gd name="T77" fmla="*/ 560 h 566"/>
                <a:gd name="T78" fmla="*/ 231 w 506"/>
                <a:gd name="T79" fmla="*/ 561 h 566"/>
                <a:gd name="T80" fmla="*/ 203 w 506"/>
                <a:gd name="T81" fmla="*/ 563 h 566"/>
                <a:gd name="T82" fmla="*/ 170 w 506"/>
                <a:gd name="T83" fmla="*/ 563 h 566"/>
                <a:gd name="T84" fmla="*/ 142 w 506"/>
                <a:gd name="T85" fmla="*/ 564 h 566"/>
                <a:gd name="T86" fmla="*/ 107 w 506"/>
                <a:gd name="T87" fmla="*/ 565 h 566"/>
                <a:gd name="T88" fmla="*/ 87 w 506"/>
                <a:gd name="T89" fmla="*/ 565 h 566"/>
                <a:gd name="T90" fmla="*/ 58 w 506"/>
                <a:gd name="T91" fmla="*/ 554 h 566"/>
                <a:gd name="T92" fmla="*/ 58 w 506"/>
                <a:gd name="T93" fmla="*/ 505 h 566"/>
                <a:gd name="T94" fmla="*/ 57 w 506"/>
                <a:gd name="T95" fmla="*/ 45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6" h="566">
                  <a:moveTo>
                    <a:pt x="57" y="439"/>
                  </a:moveTo>
                  <a:lnTo>
                    <a:pt x="57" y="423"/>
                  </a:lnTo>
                  <a:lnTo>
                    <a:pt x="56" y="395"/>
                  </a:lnTo>
                  <a:lnTo>
                    <a:pt x="54" y="390"/>
                  </a:lnTo>
                  <a:lnTo>
                    <a:pt x="52" y="386"/>
                  </a:lnTo>
                  <a:lnTo>
                    <a:pt x="44" y="381"/>
                  </a:lnTo>
                  <a:lnTo>
                    <a:pt x="29" y="365"/>
                  </a:lnTo>
                  <a:lnTo>
                    <a:pt x="28" y="361"/>
                  </a:lnTo>
                  <a:lnTo>
                    <a:pt x="41" y="349"/>
                  </a:lnTo>
                  <a:lnTo>
                    <a:pt x="47" y="331"/>
                  </a:lnTo>
                  <a:lnTo>
                    <a:pt x="46" y="325"/>
                  </a:lnTo>
                  <a:lnTo>
                    <a:pt x="46" y="323"/>
                  </a:lnTo>
                  <a:lnTo>
                    <a:pt x="42" y="291"/>
                  </a:lnTo>
                  <a:lnTo>
                    <a:pt x="34" y="277"/>
                  </a:lnTo>
                  <a:lnTo>
                    <a:pt x="32" y="265"/>
                  </a:lnTo>
                  <a:lnTo>
                    <a:pt x="32" y="264"/>
                  </a:lnTo>
                  <a:lnTo>
                    <a:pt x="30" y="264"/>
                  </a:lnTo>
                  <a:lnTo>
                    <a:pt x="32" y="241"/>
                  </a:lnTo>
                  <a:lnTo>
                    <a:pt x="29" y="229"/>
                  </a:lnTo>
                  <a:lnTo>
                    <a:pt x="27" y="215"/>
                  </a:lnTo>
                  <a:lnTo>
                    <a:pt x="28" y="211"/>
                  </a:lnTo>
                  <a:lnTo>
                    <a:pt x="28" y="206"/>
                  </a:lnTo>
                  <a:lnTo>
                    <a:pt x="27" y="198"/>
                  </a:lnTo>
                  <a:lnTo>
                    <a:pt x="28" y="197"/>
                  </a:lnTo>
                  <a:lnTo>
                    <a:pt x="26" y="194"/>
                  </a:lnTo>
                  <a:lnTo>
                    <a:pt x="27" y="193"/>
                  </a:lnTo>
                  <a:lnTo>
                    <a:pt x="27" y="181"/>
                  </a:lnTo>
                  <a:lnTo>
                    <a:pt x="26" y="181"/>
                  </a:lnTo>
                  <a:lnTo>
                    <a:pt x="24" y="170"/>
                  </a:lnTo>
                  <a:lnTo>
                    <a:pt x="23" y="165"/>
                  </a:lnTo>
                  <a:lnTo>
                    <a:pt x="15" y="145"/>
                  </a:lnTo>
                  <a:lnTo>
                    <a:pt x="8" y="119"/>
                  </a:lnTo>
                  <a:lnTo>
                    <a:pt x="6" y="117"/>
                  </a:lnTo>
                  <a:lnTo>
                    <a:pt x="6" y="115"/>
                  </a:lnTo>
                  <a:lnTo>
                    <a:pt x="8" y="114"/>
                  </a:lnTo>
                  <a:lnTo>
                    <a:pt x="6" y="93"/>
                  </a:lnTo>
                  <a:lnTo>
                    <a:pt x="5" y="83"/>
                  </a:lnTo>
                  <a:lnTo>
                    <a:pt x="5" y="81"/>
                  </a:lnTo>
                  <a:lnTo>
                    <a:pt x="3" y="51"/>
                  </a:lnTo>
                  <a:lnTo>
                    <a:pt x="4" y="50"/>
                  </a:lnTo>
                  <a:lnTo>
                    <a:pt x="0" y="38"/>
                  </a:lnTo>
                  <a:lnTo>
                    <a:pt x="53" y="38"/>
                  </a:lnTo>
                  <a:lnTo>
                    <a:pt x="123" y="37"/>
                  </a:lnTo>
                  <a:lnTo>
                    <a:pt x="135" y="36"/>
                  </a:lnTo>
                  <a:lnTo>
                    <a:pt x="134" y="0"/>
                  </a:lnTo>
                  <a:lnTo>
                    <a:pt x="146" y="1"/>
                  </a:lnTo>
                  <a:lnTo>
                    <a:pt x="155" y="6"/>
                  </a:lnTo>
                  <a:lnTo>
                    <a:pt x="165" y="55"/>
                  </a:lnTo>
                  <a:lnTo>
                    <a:pt x="172" y="62"/>
                  </a:lnTo>
                  <a:lnTo>
                    <a:pt x="182" y="63"/>
                  </a:lnTo>
                  <a:lnTo>
                    <a:pt x="192" y="63"/>
                  </a:lnTo>
                  <a:lnTo>
                    <a:pt x="194" y="67"/>
                  </a:lnTo>
                  <a:lnTo>
                    <a:pt x="220" y="68"/>
                  </a:lnTo>
                  <a:lnTo>
                    <a:pt x="224" y="79"/>
                  </a:lnTo>
                  <a:lnTo>
                    <a:pt x="240" y="78"/>
                  </a:lnTo>
                  <a:lnTo>
                    <a:pt x="245" y="73"/>
                  </a:lnTo>
                  <a:lnTo>
                    <a:pt x="245" y="72"/>
                  </a:lnTo>
                  <a:lnTo>
                    <a:pt x="262" y="66"/>
                  </a:lnTo>
                  <a:lnTo>
                    <a:pt x="269" y="67"/>
                  </a:lnTo>
                  <a:lnTo>
                    <a:pt x="278" y="66"/>
                  </a:lnTo>
                  <a:lnTo>
                    <a:pt x="293" y="74"/>
                  </a:lnTo>
                  <a:lnTo>
                    <a:pt x="299" y="73"/>
                  </a:lnTo>
                  <a:lnTo>
                    <a:pt x="300" y="83"/>
                  </a:lnTo>
                  <a:lnTo>
                    <a:pt x="309" y="83"/>
                  </a:lnTo>
                  <a:lnTo>
                    <a:pt x="318" y="102"/>
                  </a:lnTo>
                  <a:lnTo>
                    <a:pt x="324" y="99"/>
                  </a:lnTo>
                  <a:lnTo>
                    <a:pt x="323" y="91"/>
                  </a:lnTo>
                  <a:lnTo>
                    <a:pt x="336" y="89"/>
                  </a:lnTo>
                  <a:lnTo>
                    <a:pt x="341" y="92"/>
                  </a:lnTo>
                  <a:lnTo>
                    <a:pt x="344" y="98"/>
                  </a:lnTo>
                  <a:lnTo>
                    <a:pt x="356" y="102"/>
                  </a:lnTo>
                  <a:lnTo>
                    <a:pt x="376" y="114"/>
                  </a:lnTo>
                  <a:lnTo>
                    <a:pt x="390" y="111"/>
                  </a:lnTo>
                  <a:lnTo>
                    <a:pt x="406" y="101"/>
                  </a:lnTo>
                  <a:lnTo>
                    <a:pt x="418" y="95"/>
                  </a:lnTo>
                  <a:lnTo>
                    <a:pt x="425" y="108"/>
                  </a:lnTo>
                  <a:lnTo>
                    <a:pt x="432" y="105"/>
                  </a:lnTo>
                  <a:lnTo>
                    <a:pt x="452" y="105"/>
                  </a:lnTo>
                  <a:lnTo>
                    <a:pt x="464" y="103"/>
                  </a:lnTo>
                  <a:lnTo>
                    <a:pt x="483" y="114"/>
                  </a:lnTo>
                  <a:lnTo>
                    <a:pt x="490" y="110"/>
                  </a:lnTo>
                  <a:lnTo>
                    <a:pt x="506" y="110"/>
                  </a:lnTo>
                  <a:lnTo>
                    <a:pt x="476" y="129"/>
                  </a:lnTo>
                  <a:lnTo>
                    <a:pt x="443" y="143"/>
                  </a:lnTo>
                  <a:lnTo>
                    <a:pt x="428" y="153"/>
                  </a:lnTo>
                  <a:lnTo>
                    <a:pt x="411" y="169"/>
                  </a:lnTo>
                  <a:lnTo>
                    <a:pt x="398" y="187"/>
                  </a:lnTo>
                  <a:lnTo>
                    <a:pt x="389" y="197"/>
                  </a:lnTo>
                  <a:lnTo>
                    <a:pt x="363" y="223"/>
                  </a:lnTo>
                  <a:lnTo>
                    <a:pt x="350" y="233"/>
                  </a:lnTo>
                  <a:lnTo>
                    <a:pt x="346" y="242"/>
                  </a:lnTo>
                  <a:lnTo>
                    <a:pt x="351" y="246"/>
                  </a:lnTo>
                  <a:lnTo>
                    <a:pt x="345" y="242"/>
                  </a:lnTo>
                  <a:lnTo>
                    <a:pt x="334" y="252"/>
                  </a:lnTo>
                  <a:lnTo>
                    <a:pt x="332" y="251"/>
                  </a:lnTo>
                  <a:lnTo>
                    <a:pt x="332" y="254"/>
                  </a:lnTo>
                  <a:lnTo>
                    <a:pt x="333" y="266"/>
                  </a:lnTo>
                  <a:lnTo>
                    <a:pt x="333" y="275"/>
                  </a:lnTo>
                  <a:lnTo>
                    <a:pt x="334" y="300"/>
                  </a:lnTo>
                  <a:lnTo>
                    <a:pt x="335" y="307"/>
                  </a:lnTo>
                  <a:lnTo>
                    <a:pt x="305" y="331"/>
                  </a:lnTo>
                  <a:lnTo>
                    <a:pt x="299" y="343"/>
                  </a:lnTo>
                  <a:lnTo>
                    <a:pt x="297" y="351"/>
                  </a:lnTo>
                  <a:lnTo>
                    <a:pt x="306" y="359"/>
                  </a:lnTo>
                  <a:lnTo>
                    <a:pt x="310" y="365"/>
                  </a:lnTo>
                  <a:lnTo>
                    <a:pt x="308" y="384"/>
                  </a:lnTo>
                  <a:lnTo>
                    <a:pt x="308" y="389"/>
                  </a:lnTo>
                  <a:lnTo>
                    <a:pt x="308" y="391"/>
                  </a:lnTo>
                  <a:lnTo>
                    <a:pt x="308" y="392"/>
                  </a:lnTo>
                  <a:lnTo>
                    <a:pt x="309" y="401"/>
                  </a:lnTo>
                  <a:lnTo>
                    <a:pt x="308" y="413"/>
                  </a:lnTo>
                  <a:lnTo>
                    <a:pt x="309" y="426"/>
                  </a:lnTo>
                  <a:lnTo>
                    <a:pt x="306" y="437"/>
                  </a:lnTo>
                  <a:lnTo>
                    <a:pt x="312" y="440"/>
                  </a:lnTo>
                  <a:lnTo>
                    <a:pt x="315" y="441"/>
                  </a:lnTo>
                  <a:lnTo>
                    <a:pt x="329" y="453"/>
                  </a:lnTo>
                  <a:lnTo>
                    <a:pt x="341" y="455"/>
                  </a:lnTo>
                  <a:lnTo>
                    <a:pt x="341" y="456"/>
                  </a:lnTo>
                  <a:lnTo>
                    <a:pt x="342" y="459"/>
                  </a:lnTo>
                  <a:lnTo>
                    <a:pt x="347" y="463"/>
                  </a:lnTo>
                  <a:lnTo>
                    <a:pt x="348" y="464"/>
                  </a:lnTo>
                  <a:lnTo>
                    <a:pt x="356" y="465"/>
                  </a:lnTo>
                  <a:lnTo>
                    <a:pt x="358" y="467"/>
                  </a:lnTo>
                  <a:lnTo>
                    <a:pt x="364" y="470"/>
                  </a:lnTo>
                  <a:lnTo>
                    <a:pt x="372" y="481"/>
                  </a:lnTo>
                  <a:lnTo>
                    <a:pt x="375" y="487"/>
                  </a:lnTo>
                  <a:lnTo>
                    <a:pt x="386" y="493"/>
                  </a:lnTo>
                  <a:lnTo>
                    <a:pt x="392" y="499"/>
                  </a:lnTo>
                  <a:lnTo>
                    <a:pt x="396" y="501"/>
                  </a:lnTo>
                  <a:lnTo>
                    <a:pt x="401" y="503"/>
                  </a:lnTo>
                  <a:lnTo>
                    <a:pt x="405" y="504"/>
                  </a:lnTo>
                  <a:lnTo>
                    <a:pt x="406" y="505"/>
                  </a:lnTo>
                  <a:lnTo>
                    <a:pt x="410" y="509"/>
                  </a:lnTo>
                  <a:lnTo>
                    <a:pt x="416" y="517"/>
                  </a:lnTo>
                  <a:lnTo>
                    <a:pt x="417" y="517"/>
                  </a:lnTo>
                  <a:lnTo>
                    <a:pt x="419" y="524"/>
                  </a:lnTo>
                  <a:lnTo>
                    <a:pt x="419" y="525"/>
                  </a:lnTo>
                  <a:lnTo>
                    <a:pt x="419" y="529"/>
                  </a:lnTo>
                  <a:lnTo>
                    <a:pt x="419" y="540"/>
                  </a:lnTo>
                  <a:lnTo>
                    <a:pt x="422" y="542"/>
                  </a:lnTo>
                  <a:lnTo>
                    <a:pt x="424" y="551"/>
                  </a:lnTo>
                  <a:lnTo>
                    <a:pt x="422" y="551"/>
                  </a:lnTo>
                  <a:lnTo>
                    <a:pt x="417" y="551"/>
                  </a:lnTo>
                  <a:lnTo>
                    <a:pt x="396" y="553"/>
                  </a:lnTo>
                  <a:lnTo>
                    <a:pt x="395" y="553"/>
                  </a:lnTo>
                  <a:lnTo>
                    <a:pt x="388" y="553"/>
                  </a:lnTo>
                  <a:lnTo>
                    <a:pt x="364" y="554"/>
                  </a:lnTo>
                  <a:lnTo>
                    <a:pt x="338" y="555"/>
                  </a:lnTo>
                  <a:lnTo>
                    <a:pt x="330" y="557"/>
                  </a:lnTo>
                  <a:lnTo>
                    <a:pt x="299" y="558"/>
                  </a:lnTo>
                  <a:lnTo>
                    <a:pt x="298" y="558"/>
                  </a:lnTo>
                  <a:lnTo>
                    <a:pt x="296" y="558"/>
                  </a:lnTo>
                  <a:lnTo>
                    <a:pt x="273" y="559"/>
                  </a:lnTo>
                  <a:lnTo>
                    <a:pt x="272" y="559"/>
                  </a:lnTo>
                  <a:lnTo>
                    <a:pt x="264" y="560"/>
                  </a:lnTo>
                  <a:lnTo>
                    <a:pt x="254" y="560"/>
                  </a:lnTo>
                  <a:lnTo>
                    <a:pt x="240" y="560"/>
                  </a:lnTo>
                  <a:lnTo>
                    <a:pt x="238" y="560"/>
                  </a:lnTo>
                  <a:lnTo>
                    <a:pt x="232" y="561"/>
                  </a:lnTo>
                  <a:lnTo>
                    <a:pt x="231" y="561"/>
                  </a:lnTo>
                  <a:lnTo>
                    <a:pt x="230" y="561"/>
                  </a:lnTo>
                  <a:lnTo>
                    <a:pt x="213" y="561"/>
                  </a:lnTo>
                  <a:lnTo>
                    <a:pt x="212" y="561"/>
                  </a:lnTo>
                  <a:lnTo>
                    <a:pt x="203" y="563"/>
                  </a:lnTo>
                  <a:lnTo>
                    <a:pt x="198" y="563"/>
                  </a:lnTo>
                  <a:lnTo>
                    <a:pt x="184" y="563"/>
                  </a:lnTo>
                  <a:lnTo>
                    <a:pt x="177" y="563"/>
                  </a:lnTo>
                  <a:lnTo>
                    <a:pt x="170" y="563"/>
                  </a:lnTo>
                  <a:lnTo>
                    <a:pt x="168" y="563"/>
                  </a:lnTo>
                  <a:lnTo>
                    <a:pt x="166" y="564"/>
                  </a:lnTo>
                  <a:lnTo>
                    <a:pt x="152" y="564"/>
                  </a:lnTo>
                  <a:lnTo>
                    <a:pt x="142" y="564"/>
                  </a:lnTo>
                  <a:lnTo>
                    <a:pt x="132" y="564"/>
                  </a:lnTo>
                  <a:lnTo>
                    <a:pt x="128" y="564"/>
                  </a:lnTo>
                  <a:lnTo>
                    <a:pt x="110" y="565"/>
                  </a:lnTo>
                  <a:lnTo>
                    <a:pt x="107" y="565"/>
                  </a:lnTo>
                  <a:lnTo>
                    <a:pt x="100" y="565"/>
                  </a:lnTo>
                  <a:lnTo>
                    <a:pt x="95" y="565"/>
                  </a:lnTo>
                  <a:lnTo>
                    <a:pt x="90" y="565"/>
                  </a:lnTo>
                  <a:lnTo>
                    <a:pt x="87" y="565"/>
                  </a:lnTo>
                  <a:lnTo>
                    <a:pt x="72" y="565"/>
                  </a:lnTo>
                  <a:lnTo>
                    <a:pt x="64" y="566"/>
                  </a:lnTo>
                  <a:lnTo>
                    <a:pt x="58" y="566"/>
                  </a:lnTo>
                  <a:lnTo>
                    <a:pt x="58" y="554"/>
                  </a:lnTo>
                  <a:lnTo>
                    <a:pt x="58" y="541"/>
                  </a:lnTo>
                  <a:lnTo>
                    <a:pt x="58" y="531"/>
                  </a:lnTo>
                  <a:lnTo>
                    <a:pt x="58" y="517"/>
                  </a:lnTo>
                  <a:lnTo>
                    <a:pt x="58" y="505"/>
                  </a:lnTo>
                  <a:lnTo>
                    <a:pt x="57" y="498"/>
                  </a:lnTo>
                  <a:lnTo>
                    <a:pt x="57" y="465"/>
                  </a:lnTo>
                  <a:lnTo>
                    <a:pt x="57" y="457"/>
                  </a:lnTo>
                  <a:lnTo>
                    <a:pt x="57" y="456"/>
                  </a:lnTo>
                  <a:lnTo>
                    <a:pt x="57" y="43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4" name="Freeform 26">
              <a:extLst>
                <a:ext uri="{FF2B5EF4-FFF2-40B4-BE49-F238E27FC236}">
                  <a16:creationId xmlns:a16="http://schemas.microsoft.com/office/drawing/2014/main" id="{94B76B23-0C4F-6EC5-B04D-9EFB1E2E7DA4}"/>
                </a:ext>
              </a:extLst>
            </p:cNvPr>
            <p:cNvSpPr>
              <a:spLocks noChangeAspect="1"/>
            </p:cNvSpPr>
            <p:nvPr/>
          </p:nvSpPr>
          <p:spPr bwMode="auto">
            <a:xfrm>
              <a:off x="690" y="2427"/>
              <a:ext cx="91" cy="78"/>
            </a:xfrm>
            <a:custGeom>
              <a:avLst/>
              <a:gdLst>
                <a:gd name="T0" fmla="*/ 146 w 515"/>
                <a:gd name="T1" fmla="*/ 12 h 442"/>
                <a:gd name="T2" fmla="*/ 184 w 515"/>
                <a:gd name="T3" fmla="*/ 9 h 442"/>
                <a:gd name="T4" fmla="*/ 228 w 515"/>
                <a:gd name="T5" fmla="*/ 6 h 442"/>
                <a:gd name="T6" fmla="*/ 260 w 515"/>
                <a:gd name="T7" fmla="*/ 3 h 442"/>
                <a:gd name="T8" fmla="*/ 294 w 515"/>
                <a:gd name="T9" fmla="*/ 1 h 442"/>
                <a:gd name="T10" fmla="*/ 317 w 515"/>
                <a:gd name="T11" fmla="*/ 22 h 442"/>
                <a:gd name="T12" fmla="*/ 316 w 515"/>
                <a:gd name="T13" fmla="*/ 58 h 442"/>
                <a:gd name="T14" fmla="*/ 325 w 515"/>
                <a:gd name="T15" fmla="*/ 82 h 442"/>
                <a:gd name="T16" fmla="*/ 342 w 515"/>
                <a:gd name="T17" fmla="*/ 100 h 442"/>
                <a:gd name="T18" fmla="*/ 373 w 515"/>
                <a:gd name="T19" fmla="*/ 127 h 442"/>
                <a:gd name="T20" fmla="*/ 389 w 515"/>
                <a:gd name="T21" fmla="*/ 164 h 442"/>
                <a:gd name="T22" fmla="*/ 412 w 515"/>
                <a:gd name="T23" fmla="*/ 157 h 442"/>
                <a:gd name="T24" fmla="*/ 420 w 515"/>
                <a:gd name="T25" fmla="*/ 171 h 442"/>
                <a:gd name="T26" fmla="*/ 415 w 515"/>
                <a:gd name="T27" fmla="*/ 195 h 442"/>
                <a:gd name="T28" fmla="*/ 410 w 515"/>
                <a:gd name="T29" fmla="*/ 226 h 442"/>
                <a:gd name="T30" fmla="*/ 439 w 515"/>
                <a:gd name="T31" fmla="*/ 249 h 442"/>
                <a:gd name="T32" fmla="*/ 466 w 515"/>
                <a:gd name="T33" fmla="*/ 268 h 442"/>
                <a:gd name="T34" fmla="*/ 485 w 515"/>
                <a:gd name="T35" fmla="*/ 307 h 442"/>
                <a:gd name="T36" fmla="*/ 485 w 515"/>
                <a:gd name="T37" fmla="*/ 315 h 442"/>
                <a:gd name="T38" fmla="*/ 510 w 515"/>
                <a:gd name="T39" fmla="*/ 338 h 442"/>
                <a:gd name="T40" fmla="*/ 514 w 515"/>
                <a:gd name="T41" fmla="*/ 350 h 442"/>
                <a:gd name="T42" fmla="*/ 506 w 515"/>
                <a:gd name="T43" fmla="*/ 380 h 442"/>
                <a:gd name="T44" fmla="*/ 490 w 515"/>
                <a:gd name="T45" fmla="*/ 388 h 442"/>
                <a:gd name="T46" fmla="*/ 487 w 515"/>
                <a:gd name="T47" fmla="*/ 414 h 442"/>
                <a:gd name="T48" fmla="*/ 475 w 515"/>
                <a:gd name="T49" fmla="*/ 439 h 442"/>
                <a:gd name="T50" fmla="*/ 434 w 515"/>
                <a:gd name="T51" fmla="*/ 442 h 442"/>
                <a:gd name="T52" fmla="*/ 438 w 515"/>
                <a:gd name="T53" fmla="*/ 422 h 442"/>
                <a:gd name="T54" fmla="*/ 427 w 515"/>
                <a:gd name="T55" fmla="*/ 393 h 442"/>
                <a:gd name="T56" fmla="*/ 384 w 515"/>
                <a:gd name="T57" fmla="*/ 397 h 442"/>
                <a:gd name="T58" fmla="*/ 343 w 515"/>
                <a:gd name="T59" fmla="*/ 399 h 442"/>
                <a:gd name="T60" fmla="*/ 323 w 515"/>
                <a:gd name="T61" fmla="*/ 400 h 442"/>
                <a:gd name="T62" fmla="*/ 269 w 515"/>
                <a:gd name="T63" fmla="*/ 404 h 442"/>
                <a:gd name="T64" fmla="*/ 239 w 515"/>
                <a:gd name="T65" fmla="*/ 405 h 442"/>
                <a:gd name="T66" fmla="*/ 197 w 515"/>
                <a:gd name="T67" fmla="*/ 408 h 442"/>
                <a:gd name="T68" fmla="*/ 161 w 515"/>
                <a:gd name="T69" fmla="*/ 409 h 442"/>
                <a:gd name="T70" fmla="*/ 116 w 515"/>
                <a:gd name="T71" fmla="*/ 411 h 442"/>
                <a:gd name="T72" fmla="*/ 97 w 515"/>
                <a:gd name="T73" fmla="*/ 396 h 442"/>
                <a:gd name="T74" fmla="*/ 96 w 515"/>
                <a:gd name="T75" fmla="*/ 367 h 442"/>
                <a:gd name="T76" fmla="*/ 95 w 515"/>
                <a:gd name="T77" fmla="*/ 346 h 442"/>
                <a:gd name="T78" fmla="*/ 94 w 515"/>
                <a:gd name="T79" fmla="*/ 298 h 442"/>
                <a:gd name="T80" fmla="*/ 92 w 515"/>
                <a:gd name="T81" fmla="*/ 259 h 442"/>
                <a:gd name="T82" fmla="*/ 91 w 515"/>
                <a:gd name="T83" fmla="*/ 216 h 442"/>
                <a:gd name="T84" fmla="*/ 90 w 515"/>
                <a:gd name="T85" fmla="*/ 176 h 442"/>
                <a:gd name="T86" fmla="*/ 90 w 515"/>
                <a:gd name="T87" fmla="*/ 152 h 442"/>
                <a:gd name="T88" fmla="*/ 68 w 515"/>
                <a:gd name="T89" fmla="*/ 132 h 442"/>
                <a:gd name="T90" fmla="*/ 55 w 515"/>
                <a:gd name="T91" fmla="*/ 108 h 442"/>
                <a:gd name="T92" fmla="*/ 59 w 515"/>
                <a:gd name="T93" fmla="*/ 81 h 442"/>
                <a:gd name="T94" fmla="*/ 20 w 515"/>
                <a:gd name="T95" fmla="*/ 48 h 442"/>
                <a:gd name="T96" fmla="*/ 2 w 515"/>
                <a:gd name="T97" fmla="*/ 21 h 442"/>
                <a:gd name="T98" fmla="*/ 38 w 515"/>
                <a:gd name="T99" fmla="*/ 15 h 442"/>
                <a:gd name="T100" fmla="*/ 83 w 515"/>
                <a:gd name="T101" fmla="*/ 1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5" h="442">
                  <a:moveTo>
                    <a:pt x="112" y="13"/>
                  </a:moveTo>
                  <a:lnTo>
                    <a:pt x="127" y="13"/>
                  </a:lnTo>
                  <a:lnTo>
                    <a:pt x="128" y="12"/>
                  </a:lnTo>
                  <a:lnTo>
                    <a:pt x="145" y="12"/>
                  </a:lnTo>
                  <a:lnTo>
                    <a:pt x="146" y="12"/>
                  </a:lnTo>
                  <a:lnTo>
                    <a:pt x="161" y="10"/>
                  </a:lnTo>
                  <a:lnTo>
                    <a:pt x="166" y="10"/>
                  </a:lnTo>
                  <a:lnTo>
                    <a:pt x="169" y="10"/>
                  </a:lnTo>
                  <a:lnTo>
                    <a:pt x="174" y="9"/>
                  </a:lnTo>
                  <a:lnTo>
                    <a:pt x="184" y="9"/>
                  </a:lnTo>
                  <a:lnTo>
                    <a:pt x="194" y="8"/>
                  </a:lnTo>
                  <a:lnTo>
                    <a:pt x="202" y="8"/>
                  </a:lnTo>
                  <a:lnTo>
                    <a:pt x="220" y="7"/>
                  </a:lnTo>
                  <a:lnTo>
                    <a:pt x="222" y="7"/>
                  </a:lnTo>
                  <a:lnTo>
                    <a:pt x="228" y="6"/>
                  </a:lnTo>
                  <a:lnTo>
                    <a:pt x="238" y="6"/>
                  </a:lnTo>
                  <a:lnTo>
                    <a:pt x="248" y="4"/>
                  </a:lnTo>
                  <a:lnTo>
                    <a:pt x="256" y="3"/>
                  </a:lnTo>
                  <a:lnTo>
                    <a:pt x="257" y="3"/>
                  </a:lnTo>
                  <a:lnTo>
                    <a:pt x="260" y="3"/>
                  </a:lnTo>
                  <a:lnTo>
                    <a:pt x="270" y="2"/>
                  </a:lnTo>
                  <a:lnTo>
                    <a:pt x="272" y="2"/>
                  </a:lnTo>
                  <a:lnTo>
                    <a:pt x="278" y="2"/>
                  </a:lnTo>
                  <a:lnTo>
                    <a:pt x="293" y="0"/>
                  </a:lnTo>
                  <a:lnTo>
                    <a:pt x="294" y="1"/>
                  </a:lnTo>
                  <a:lnTo>
                    <a:pt x="294" y="2"/>
                  </a:lnTo>
                  <a:lnTo>
                    <a:pt x="301" y="7"/>
                  </a:lnTo>
                  <a:lnTo>
                    <a:pt x="311" y="20"/>
                  </a:lnTo>
                  <a:lnTo>
                    <a:pt x="317" y="21"/>
                  </a:lnTo>
                  <a:lnTo>
                    <a:pt x="317" y="22"/>
                  </a:lnTo>
                  <a:lnTo>
                    <a:pt x="316" y="24"/>
                  </a:lnTo>
                  <a:lnTo>
                    <a:pt x="312" y="34"/>
                  </a:lnTo>
                  <a:lnTo>
                    <a:pt x="312" y="39"/>
                  </a:lnTo>
                  <a:lnTo>
                    <a:pt x="312" y="46"/>
                  </a:lnTo>
                  <a:lnTo>
                    <a:pt x="316" y="58"/>
                  </a:lnTo>
                  <a:lnTo>
                    <a:pt x="319" y="63"/>
                  </a:lnTo>
                  <a:lnTo>
                    <a:pt x="318" y="70"/>
                  </a:lnTo>
                  <a:lnTo>
                    <a:pt x="324" y="76"/>
                  </a:lnTo>
                  <a:lnTo>
                    <a:pt x="325" y="81"/>
                  </a:lnTo>
                  <a:lnTo>
                    <a:pt x="325" y="82"/>
                  </a:lnTo>
                  <a:lnTo>
                    <a:pt x="330" y="88"/>
                  </a:lnTo>
                  <a:lnTo>
                    <a:pt x="332" y="90"/>
                  </a:lnTo>
                  <a:lnTo>
                    <a:pt x="334" y="92"/>
                  </a:lnTo>
                  <a:lnTo>
                    <a:pt x="340" y="97"/>
                  </a:lnTo>
                  <a:lnTo>
                    <a:pt x="342" y="100"/>
                  </a:lnTo>
                  <a:lnTo>
                    <a:pt x="346" y="102"/>
                  </a:lnTo>
                  <a:lnTo>
                    <a:pt x="354" y="112"/>
                  </a:lnTo>
                  <a:lnTo>
                    <a:pt x="359" y="115"/>
                  </a:lnTo>
                  <a:lnTo>
                    <a:pt x="366" y="120"/>
                  </a:lnTo>
                  <a:lnTo>
                    <a:pt x="373" y="127"/>
                  </a:lnTo>
                  <a:lnTo>
                    <a:pt x="376" y="130"/>
                  </a:lnTo>
                  <a:lnTo>
                    <a:pt x="379" y="140"/>
                  </a:lnTo>
                  <a:lnTo>
                    <a:pt x="380" y="152"/>
                  </a:lnTo>
                  <a:lnTo>
                    <a:pt x="383" y="158"/>
                  </a:lnTo>
                  <a:lnTo>
                    <a:pt x="389" y="164"/>
                  </a:lnTo>
                  <a:lnTo>
                    <a:pt x="391" y="163"/>
                  </a:lnTo>
                  <a:lnTo>
                    <a:pt x="398" y="154"/>
                  </a:lnTo>
                  <a:lnTo>
                    <a:pt x="403" y="154"/>
                  </a:lnTo>
                  <a:lnTo>
                    <a:pt x="407" y="157"/>
                  </a:lnTo>
                  <a:lnTo>
                    <a:pt x="412" y="157"/>
                  </a:lnTo>
                  <a:lnTo>
                    <a:pt x="413" y="158"/>
                  </a:lnTo>
                  <a:lnTo>
                    <a:pt x="422" y="163"/>
                  </a:lnTo>
                  <a:lnTo>
                    <a:pt x="424" y="168"/>
                  </a:lnTo>
                  <a:lnTo>
                    <a:pt x="424" y="169"/>
                  </a:lnTo>
                  <a:lnTo>
                    <a:pt x="420" y="171"/>
                  </a:lnTo>
                  <a:lnTo>
                    <a:pt x="420" y="174"/>
                  </a:lnTo>
                  <a:lnTo>
                    <a:pt x="420" y="182"/>
                  </a:lnTo>
                  <a:lnTo>
                    <a:pt x="420" y="186"/>
                  </a:lnTo>
                  <a:lnTo>
                    <a:pt x="416" y="194"/>
                  </a:lnTo>
                  <a:lnTo>
                    <a:pt x="415" y="195"/>
                  </a:lnTo>
                  <a:lnTo>
                    <a:pt x="415" y="196"/>
                  </a:lnTo>
                  <a:lnTo>
                    <a:pt x="415" y="199"/>
                  </a:lnTo>
                  <a:lnTo>
                    <a:pt x="410" y="210"/>
                  </a:lnTo>
                  <a:lnTo>
                    <a:pt x="409" y="223"/>
                  </a:lnTo>
                  <a:lnTo>
                    <a:pt x="410" y="226"/>
                  </a:lnTo>
                  <a:lnTo>
                    <a:pt x="419" y="235"/>
                  </a:lnTo>
                  <a:lnTo>
                    <a:pt x="419" y="236"/>
                  </a:lnTo>
                  <a:lnTo>
                    <a:pt x="422" y="238"/>
                  </a:lnTo>
                  <a:lnTo>
                    <a:pt x="428" y="241"/>
                  </a:lnTo>
                  <a:lnTo>
                    <a:pt x="439" y="249"/>
                  </a:lnTo>
                  <a:lnTo>
                    <a:pt x="444" y="258"/>
                  </a:lnTo>
                  <a:lnTo>
                    <a:pt x="449" y="256"/>
                  </a:lnTo>
                  <a:lnTo>
                    <a:pt x="455" y="256"/>
                  </a:lnTo>
                  <a:lnTo>
                    <a:pt x="464" y="262"/>
                  </a:lnTo>
                  <a:lnTo>
                    <a:pt x="466" y="268"/>
                  </a:lnTo>
                  <a:lnTo>
                    <a:pt x="479" y="279"/>
                  </a:lnTo>
                  <a:lnTo>
                    <a:pt x="478" y="284"/>
                  </a:lnTo>
                  <a:lnTo>
                    <a:pt x="478" y="285"/>
                  </a:lnTo>
                  <a:lnTo>
                    <a:pt x="487" y="303"/>
                  </a:lnTo>
                  <a:lnTo>
                    <a:pt x="485" y="307"/>
                  </a:lnTo>
                  <a:lnTo>
                    <a:pt x="482" y="307"/>
                  </a:lnTo>
                  <a:lnTo>
                    <a:pt x="481" y="309"/>
                  </a:lnTo>
                  <a:lnTo>
                    <a:pt x="482" y="315"/>
                  </a:lnTo>
                  <a:lnTo>
                    <a:pt x="484" y="315"/>
                  </a:lnTo>
                  <a:lnTo>
                    <a:pt x="485" y="315"/>
                  </a:lnTo>
                  <a:lnTo>
                    <a:pt x="493" y="336"/>
                  </a:lnTo>
                  <a:lnTo>
                    <a:pt x="498" y="338"/>
                  </a:lnTo>
                  <a:lnTo>
                    <a:pt x="503" y="338"/>
                  </a:lnTo>
                  <a:lnTo>
                    <a:pt x="503" y="331"/>
                  </a:lnTo>
                  <a:lnTo>
                    <a:pt x="510" y="338"/>
                  </a:lnTo>
                  <a:lnTo>
                    <a:pt x="512" y="339"/>
                  </a:lnTo>
                  <a:lnTo>
                    <a:pt x="515" y="342"/>
                  </a:lnTo>
                  <a:lnTo>
                    <a:pt x="515" y="343"/>
                  </a:lnTo>
                  <a:lnTo>
                    <a:pt x="515" y="348"/>
                  </a:lnTo>
                  <a:lnTo>
                    <a:pt x="514" y="350"/>
                  </a:lnTo>
                  <a:lnTo>
                    <a:pt x="515" y="358"/>
                  </a:lnTo>
                  <a:lnTo>
                    <a:pt x="515" y="361"/>
                  </a:lnTo>
                  <a:lnTo>
                    <a:pt x="510" y="362"/>
                  </a:lnTo>
                  <a:lnTo>
                    <a:pt x="512" y="372"/>
                  </a:lnTo>
                  <a:lnTo>
                    <a:pt x="506" y="380"/>
                  </a:lnTo>
                  <a:lnTo>
                    <a:pt x="500" y="374"/>
                  </a:lnTo>
                  <a:lnTo>
                    <a:pt x="498" y="375"/>
                  </a:lnTo>
                  <a:lnTo>
                    <a:pt x="497" y="376"/>
                  </a:lnTo>
                  <a:lnTo>
                    <a:pt x="494" y="388"/>
                  </a:lnTo>
                  <a:lnTo>
                    <a:pt x="490" y="388"/>
                  </a:lnTo>
                  <a:lnTo>
                    <a:pt x="488" y="381"/>
                  </a:lnTo>
                  <a:lnTo>
                    <a:pt x="486" y="388"/>
                  </a:lnTo>
                  <a:lnTo>
                    <a:pt x="488" y="400"/>
                  </a:lnTo>
                  <a:lnTo>
                    <a:pt x="486" y="405"/>
                  </a:lnTo>
                  <a:lnTo>
                    <a:pt x="487" y="414"/>
                  </a:lnTo>
                  <a:lnTo>
                    <a:pt x="475" y="414"/>
                  </a:lnTo>
                  <a:lnTo>
                    <a:pt x="481" y="420"/>
                  </a:lnTo>
                  <a:lnTo>
                    <a:pt x="484" y="426"/>
                  </a:lnTo>
                  <a:lnTo>
                    <a:pt x="482" y="428"/>
                  </a:lnTo>
                  <a:lnTo>
                    <a:pt x="475" y="439"/>
                  </a:lnTo>
                  <a:lnTo>
                    <a:pt x="473" y="439"/>
                  </a:lnTo>
                  <a:lnTo>
                    <a:pt x="461" y="440"/>
                  </a:lnTo>
                  <a:lnTo>
                    <a:pt x="457" y="440"/>
                  </a:lnTo>
                  <a:lnTo>
                    <a:pt x="442" y="441"/>
                  </a:lnTo>
                  <a:lnTo>
                    <a:pt x="434" y="442"/>
                  </a:lnTo>
                  <a:lnTo>
                    <a:pt x="432" y="442"/>
                  </a:lnTo>
                  <a:lnTo>
                    <a:pt x="425" y="442"/>
                  </a:lnTo>
                  <a:lnTo>
                    <a:pt x="431" y="430"/>
                  </a:lnTo>
                  <a:lnTo>
                    <a:pt x="433" y="430"/>
                  </a:lnTo>
                  <a:lnTo>
                    <a:pt x="438" y="422"/>
                  </a:lnTo>
                  <a:lnTo>
                    <a:pt x="443" y="417"/>
                  </a:lnTo>
                  <a:lnTo>
                    <a:pt x="439" y="393"/>
                  </a:lnTo>
                  <a:lnTo>
                    <a:pt x="433" y="393"/>
                  </a:lnTo>
                  <a:lnTo>
                    <a:pt x="431" y="393"/>
                  </a:lnTo>
                  <a:lnTo>
                    <a:pt x="427" y="393"/>
                  </a:lnTo>
                  <a:lnTo>
                    <a:pt x="407" y="396"/>
                  </a:lnTo>
                  <a:lnTo>
                    <a:pt x="396" y="396"/>
                  </a:lnTo>
                  <a:lnTo>
                    <a:pt x="395" y="396"/>
                  </a:lnTo>
                  <a:lnTo>
                    <a:pt x="390" y="397"/>
                  </a:lnTo>
                  <a:lnTo>
                    <a:pt x="384" y="397"/>
                  </a:lnTo>
                  <a:lnTo>
                    <a:pt x="374" y="398"/>
                  </a:lnTo>
                  <a:lnTo>
                    <a:pt x="365" y="398"/>
                  </a:lnTo>
                  <a:lnTo>
                    <a:pt x="359" y="399"/>
                  </a:lnTo>
                  <a:lnTo>
                    <a:pt x="356" y="399"/>
                  </a:lnTo>
                  <a:lnTo>
                    <a:pt x="343" y="399"/>
                  </a:lnTo>
                  <a:lnTo>
                    <a:pt x="342" y="399"/>
                  </a:lnTo>
                  <a:lnTo>
                    <a:pt x="340" y="400"/>
                  </a:lnTo>
                  <a:lnTo>
                    <a:pt x="336" y="400"/>
                  </a:lnTo>
                  <a:lnTo>
                    <a:pt x="332" y="400"/>
                  </a:lnTo>
                  <a:lnTo>
                    <a:pt x="323" y="400"/>
                  </a:lnTo>
                  <a:lnTo>
                    <a:pt x="317" y="402"/>
                  </a:lnTo>
                  <a:lnTo>
                    <a:pt x="298" y="403"/>
                  </a:lnTo>
                  <a:lnTo>
                    <a:pt x="288" y="403"/>
                  </a:lnTo>
                  <a:lnTo>
                    <a:pt x="286" y="403"/>
                  </a:lnTo>
                  <a:lnTo>
                    <a:pt x="269" y="404"/>
                  </a:lnTo>
                  <a:lnTo>
                    <a:pt x="264" y="404"/>
                  </a:lnTo>
                  <a:lnTo>
                    <a:pt x="257" y="405"/>
                  </a:lnTo>
                  <a:lnTo>
                    <a:pt x="242" y="405"/>
                  </a:lnTo>
                  <a:lnTo>
                    <a:pt x="240" y="405"/>
                  </a:lnTo>
                  <a:lnTo>
                    <a:pt x="239" y="405"/>
                  </a:lnTo>
                  <a:lnTo>
                    <a:pt x="232" y="406"/>
                  </a:lnTo>
                  <a:lnTo>
                    <a:pt x="217" y="406"/>
                  </a:lnTo>
                  <a:lnTo>
                    <a:pt x="210" y="408"/>
                  </a:lnTo>
                  <a:lnTo>
                    <a:pt x="198" y="408"/>
                  </a:lnTo>
                  <a:lnTo>
                    <a:pt x="197" y="408"/>
                  </a:lnTo>
                  <a:lnTo>
                    <a:pt x="192" y="408"/>
                  </a:lnTo>
                  <a:lnTo>
                    <a:pt x="187" y="408"/>
                  </a:lnTo>
                  <a:lnTo>
                    <a:pt x="176" y="409"/>
                  </a:lnTo>
                  <a:lnTo>
                    <a:pt x="167" y="409"/>
                  </a:lnTo>
                  <a:lnTo>
                    <a:pt x="161" y="409"/>
                  </a:lnTo>
                  <a:lnTo>
                    <a:pt x="155" y="410"/>
                  </a:lnTo>
                  <a:lnTo>
                    <a:pt x="150" y="410"/>
                  </a:lnTo>
                  <a:lnTo>
                    <a:pt x="144" y="410"/>
                  </a:lnTo>
                  <a:lnTo>
                    <a:pt x="139" y="410"/>
                  </a:lnTo>
                  <a:lnTo>
                    <a:pt x="116" y="411"/>
                  </a:lnTo>
                  <a:lnTo>
                    <a:pt x="107" y="411"/>
                  </a:lnTo>
                  <a:lnTo>
                    <a:pt x="97" y="411"/>
                  </a:lnTo>
                  <a:lnTo>
                    <a:pt x="97" y="402"/>
                  </a:lnTo>
                  <a:lnTo>
                    <a:pt x="97" y="397"/>
                  </a:lnTo>
                  <a:lnTo>
                    <a:pt x="97" y="396"/>
                  </a:lnTo>
                  <a:lnTo>
                    <a:pt x="96" y="394"/>
                  </a:lnTo>
                  <a:lnTo>
                    <a:pt x="96" y="388"/>
                  </a:lnTo>
                  <a:lnTo>
                    <a:pt x="96" y="386"/>
                  </a:lnTo>
                  <a:lnTo>
                    <a:pt x="96" y="376"/>
                  </a:lnTo>
                  <a:lnTo>
                    <a:pt x="96" y="367"/>
                  </a:lnTo>
                  <a:lnTo>
                    <a:pt x="96" y="363"/>
                  </a:lnTo>
                  <a:lnTo>
                    <a:pt x="96" y="360"/>
                  </a:lnTo>
                  <a:lnTo>
                    <a:pt x="96" y="357"/>
                  </a:lnTo>
                  <a:lnTo>
                    <a:pt x="95" y="355"/>
                  </a:lnTo>
                  <a:lnTo>
                    <a:pt x="95" y="346"/>
                  </a:lnTo>
                  <a:lnTo>
                    <a:pt x="95" y="330"/>
                  </a:lnTo>
                  <a:lnTo>
                    <a:pt x="95" y="327"/>
                  </a:lnTo>
                  <a:lnTo>
                    <a:pt x="95" y="326"/>
                  </a:lnTo>
                  <a:lnTo>
                    <a:pt x="94" y="314"/>
                  </a:lnTo>
                  <a:lnTo>
                    <a:pt x="94" y="298"/>
                  </a:lnTo>
                  <a:lnTo>
                    <a:pt x="94" y="297"/>
                  </a:lnTo>
                  <a:lnTo>
                    <a:pt x="94" y="286"/>
                  </a:lnTo>
                  <a:lnTo>
                    <a:pt x="92" y="271"/>
                  </a:lnTo>
                  <a:lnTo>
                    <a:pt x="92" y="261"/>
                  </a:lnTo>
                  <a:lnTo>
                    <a:pt x="92" y="259"/>
                  </a:lnTo>
                  <a:lnTo>
                    <a:pt x="92" y="250"/>
                  </a:lnTo>
                  <a:lnTo>
                    <a:pt x="92" y="241"/>
                  </a:lnTo>
                  <a:lnTo>
                    <a:pt x="91" y="226"/>
                  </a:lnTo>
                  <a:lnTo>
                    <a:pt x="91" y="218"/>
                  </a:lnTo>
                  <a:lnTo>
                    <a:pt x="91" y="216"/>
                  </a:lnTo>
                  <a:lnTo>
                    <a:pt x="91" y="204"/>
                  </a:lnTo>
                  <a:lnTo>
                    <a:pt x="91" y="193"/>
                  </a:lnTo>
                  <a:lnTo>
                    <a:pt x="90" y="192"/>
                  </a:lnTo>
                  <a:lnTo>
                    <a:pt x="90" y="182"/>
                  </a:lnTo>
                  <a:lnTo>
                    <a:pt x="90" y="176"/>
                  </a:lnTo>
                  <a:lnTo>
                    <a:pt x="90" y="170"/>
                  </a:lnTo>
                  <a:lnTo>
                    <a:pt x="90" y="163"/>
                  </a:lnTo>
                  <a:lnTo>
                    <a:pt x="90" y="157"/>
                  </a:lnTo>
                  <a:lnTo>
                    <a:pt x="90" y="156"/>
                  </a:lnTo>
                  <a:lnTo>
                    <a:pt x="90" y="152"/>
                  </a:lnTo>
                  <a:lnTo>
                    <a:pt x="88" y="152"/>
                  </a:lnTo>
                  <a:lnTo>
                    <a:pt x="79" y="151"/>
                  </a:lnTo>
                  <a:lnTo>
                    <a:pt x="77" y="148"/>
                  </a:lnTo>
                  <a:lnTo>
                    <a:pt x="70" y="140"/>
                  </a:lnTo>
                  <a:lnTo>
                    <a:pt x="68" y="132"/>
                  </a:lnTo>
                  <a:lnTo>
                    <a:pt x="62" y="127"/>
                  </a:lnTo>
                  <a:lnTo>
                    <a:pt x="59" y="124"/>
                  </a:lnTo>
                  <a:lnTo>
                    <a:pt x="55" y="120"/>
                  </a:lnTo>
                  <a:lnTo>
                    <a:pt x="52" y="116"/>
                  </a:lnTo>
                  <a:lnTo>
                    <a:pt x="55" y="108"/>
                  </a:lnTo>
                  <a:lnTo>
                    <a:pt x="59" y="103"/>
                  </a:lnTo>
                  <a:lnTo>
                    <a:pt x="68" y="97"/>
                  </a:lnTo>
                  <a:lnTo>
                    <a:pt x="67" y="88"/>
                  </a:lnTo>
                  <a:lnTo>
                    <a:pt x="64" y="82"/>
                  </a:lnTo>
                  <a:lnTo>
                    <a:pt x="59" y="81"/>
                  </a:lnTo>
                  <a:lnTo>
                    <a:pt x="56" y="82"/>
                  </a:lnTo>
                  <a:lnTo>
                    <a:pt x="49" y="84"/>
                  </a:lnTo>
                  <a:lnTo>
                    <a:pt x="35" y="72"/>
                  </a:lnTo>
                  <a:lnTo>
                    <a:pt x="30" y="69"/>
                  </a:lnTo>
                  <a:lnTo>
                    <a:pt x="20" y="48"/>
                  </a:lnTo>
                  <a:lnTo>
                    <a:pt x="17" y="46"/>
                  </a:lnTo>
                  <a:lnTo>
                    <a:pt x="12" y="42"/>
                  </a:lnTo>
                  <a:lnTo>
                    <a:pt x="7" y="18"/>
                  </a:lnTo>
                  <a:lnTo>
                    <a:pt x="5" y="21"/>
                  </a:lnTo>
                  <a:lnTo>
                    <a:pt x="2" y="21"/>
                  </a:lnTo>
                  <a:lnTo>
                    <a:pt x="0" y="15"/>
                  </a:lnTo>
                  <a:lnTo>
                    <a:pt x="1" y="15"/>
                  </a:lnTo>
                  <a:lnTo>
                    <a:pt x="20" y="15"/>
                  </a:lnTo>
                  <a:lnTo>
                    <a:pt x="29" y="15"/>
                  </a:lnTo>
                  <a:lnTo>
                    <a:pt x="38" y="15"/>
                  </a:lnTo>
                  <a:lnTo>
                    <a:pt x="42" y="15"/>
                  </a:lnTo>
                  <a:lnTo>
                    <a:pt x="56" y="14"/>
                  </a:lnTo>
                  <a:lnTo>
                    <a:pt x="62" y="15"/>
                  </a:lnTo>
                  <a:lnTo>
                    <a:pt x="74" y="14"/>
                  </a:lnTo>
                  <a:lnTo>
                    <a:pt x="83" y="14"/>
                  </a:lnTo>
                  <a:lnTo>
                    <a:pt x="92" y="14"/>
                  </a:lnTo>
                  <a:lnTo>
                    <a:pt x="95" y="14"/>
                  </a:lnTo>
                  <a:lnTo>
                    <a:pt x="110" y="13"/>
                  </a:lnTo>
                  <a:lnTo>
                    <a:pt x="112" y="1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5" name="Freeform 27">
              <a:extLst>
                <a:ext uri="{FF2B5EF4-FFF2-40B4-BE49-F238E27FC236}">
                  <a16:creationId xmlns:a16="http://schemas.microsoft.com/office/drawing/2014/main" id="{AA9078C2-E0D2-F85D-DFA2-00B37C5086DC}"/>
                </a:ext>
              </a:extLst>
            </p:cNvPr>
            <p:cNvSpPr>
              <a:spLocks noChangeAspect="1"/>
            </p:cNvSpPr>
            <p:nvPr/>
          </p:nvSpPr>
          <p:spPr bwMode="auto">
            <a:xfrm>
              <a:off x="584" y="2386"/>
              <a:ext cx="112" cy="54"/>
            </a:xfrm>
            <a:custGeom>
              <a:avLst/>
              <a:gdLst>
                <a:gd name="T0" fmla="*/ 373 w 634"/>
                <a:gd name="T1" fmla="*/ 305 h 305"/>
                <a:gd name="T2" fmla="*/ 351 w 634"/>
                <a:gd name="T3" fmla="*/ 304 h 305"/>
                <a:gd name="T4" fmla="*/ 318 w 634"/>
                <a:gd name="T5" fmla="*/ 304 h 305"/>
                <a:gd name="T6" fmla="*/ 277 w 634"/>
                <a:gd name="T7" fmla="*/ 303 h 305"/>
                <a:gd name="T8" fmla="*/ 250 w 634"/>
                <a:gd name="T9" fmla="*/ 303 h 305"/>
                <a:gd name="T10" fmla="*/ 227 w 634"/>
                <a:gd name="T11" fmla="*/ 301 h 305"/>
                <a:gd name="T12" fmla="*/ 190 w 634"/>
                <a:gd name="T13" fmla="*/ 300 h 305"/>
                <a:gd name="T14" fmla="*/ 142 w 634"/>
                <a:gd name="T15" fmla="*/ 265 h 305"/>
                <a:gd name="T16" fmla="*/ 143 w 634"/>
                <a:gd name="T17" fmla="*/ 238 h 305"/>
                <a:gd name="T18" fmla="*/ 144 w 634"/>
                <a:gd name="T19" fmla="*/ 202 h 305"/>
                <a:gd name="T20" fmla="*/ 48 w 634"/>
                <a:gd name="T21" fmla="*/ 197 h 305"/>
                <a:gd name="T22" fmla="*/ 0 w 634"/>
                <a:gd name="T23" fmla="*/ 195 h 305"/>
                <a:gd name="T24" fmla="*/ 3 w 634"/>
                <a:gd name="T25" fmla="*/ 156 h 305"/>
                <a:gd name="T26" fmla="*/ 4 w 634"/>
                <a:gd name="T27" fmla="*/ 133 h 305"/>
                <a:gd name="T28" fmla="*/ 5 w 634"/>
                <a:gd name="T29" fmla="*/ 109 h 305"/>
                <a:gd name="T30" fmla="*/ 7 w 634"/>
                <a:gd name="T31" fmla="*/ 73 h 305"/>
                <a:gd name="T32" fmla="*/ 11 w 634"/>
                <a:gd name="T33" fmla="*/ 5 h 305"/>
                <a:gd name="T34" fmla="*/ 16 w 634"/>
                <a:gd name="T35" fmla="*/ 0 h 305"/>
                <a:gd name="T36" fmla="*/ 71 w 634"/>
                <a:gd name="T37" fmla="*/ 4 h 305"/>
                <a:gd name="T38" fmla="*/ 96 w 634"/>
                <a:gd name="T39" fmla="*/ 5 h 305"/>
                <a:gd name="T40" fmla="*/ 138 w 634"/>
                <a:gd name="T41" fmla="*/ 7 h 305"/>
                <a:gd name="T42" fmla="*/ 179 w 634"/>
                <a:gd name="T43" fmla="*/ 9 h 305"/>
                <a:gd name="T44" fmla="*/ 262 w 634"/>
                <a:gd name="T45" fmla="*/ 11 h 305"/>
                <a:gd name="T46" fmla="*/ 349 w 634"/>
                <a:gd name="T47" fmla="*/ 12 h 305"/>
                <a:gd name="T48" fmla="*/ 415 w 634"/>
                <a:gd name="T49" fmla="*/ 24 h 305"/>
                <a:gd name="T50" fmla="*/ 437 w 634"/>
                <a:gd name="T51" fmla="*/ 36 h 305"/>
                <a:gd name="T52" fmla="*/ 465 w 634"/>
                <a:gd name="T53" fmla="*/ 28 h 305"/>
                <a:gd name="T54" fmla="*/ 497 w 634"/>
                <a:gd name="T55" fmla="*/ 33 h 305"/>
                <a:gd name="T56" fmla="*/ 521 w 634"/>
                <a:gd name="T57" fmla="*/ 41 h 305"/>
                <a:gd name="T58" fmla="*/ 543 w 634"/>
                <a:gd name="T59" fmla="*/ 61 h 305"/>
                <a:gd name="T60" fmla="*/ 556 w 634"/>
                <a:gd name="T61" fmla="*/ 85 h 305"/>
                <a:gd name="T62" fmla="*/ 561 w 634"/>
                <a:gd name="T63" fmla="*/ 105 h 305"/>
                <a:gd name="T64" fmla="*/ 570 w 634"/>
                <a:gd name="T65" fmla="*/ 121 h 305"/>
                <a:gd name="T66" fmla="*/ 571 w 634"/>
                <a:gd name="T67" fmla="*/ 139 h 305"/>
                <a:gd name="T68" fmla="*/ 581 w 634"/>
                <a:gd name="T69" fmla="*/ 156 h 305"/>
                <a:gd name="T70" fmla="*/ 586 w 634"/>
                <a:gd name="T71" fmla="*/ 168 h 305"/>
                <a:gd name="T72" fmla="*/ 587 w 634"/>
                <a:gd name="T73" fmla="*/ 187 h 305"/>
                <a:gd name="T74" fmla="*/ 591 w 634"/>
                <a:gd name="T75" fmla="*/ 193 h 305"/>
                <a:gd name="T76" fmla="*/ 592 w 634"/>
                <a:gd name="T77" fmla="*/ 205 h 305"/>
                <a:gd name="T78" fmla="*/ 594 w 634"/>
                <a:gd name="T79" fmla="*/ 217 h 305"/>
                <a:gd name="T80" fmla="*/ 600 w 634"/>
                <a:gd name="T81" fmla="*/ 244 h 305"/>
                <a:gd name="T82" fmla="*/ 604 w 634"/>
                <a:gd name="T83" fmla="*/ 252 h 305"/>
                <a:gd name="T84" fmla="*/ 616 w 634"/>
                <a:gd name="T85" fmla="*/ 277 h 305"/>
                <a:gd name="T86" fmla="*/ 634 w 634"/>
                <a:gd name="T87" fmla="*/ 303 h 305"/>
                <a:gd name="T88" fmla="*/ 593 w 634"/>
                <a:gd name="T89" fmla="*/ 304 h 305"/>
                <a:gd name="T90" fmla="*/ 567 w 634"/>
                <a:gd name="T91" fmla="*/ 304 h 305"/>
                <a:gd name="T92" fmla="*/ 550 w 634"/>
                <a:gd name="T93" fmla="*/ 304 h 305"/>
                <a:gd name="T94" fmla="*/ 525 w 634"/>
                <a:gd name="T95" fmla="*/ 304 h 305"/>
                <a:gd name="T96" fmla="*/ 502 w 634"/>
                <a:gd name="T97" fmla="*/ 305 h 305"/>
                <a:gd name="T98" fmla="*/ 483 w 634"/>
                <a:gd name="T99" fmla="*/ 305 h 305"/>
                <a:gd name="T100" fmla="*/ 447 w 634"/>
                <a:gd name="T101" fmla="*/ 305 h 305"/>
                <a:gd name="T102" fmla="*/ 429 w 634"/>
                <a:gd name="T103" fmla="*/ 305 h 305"/>
                <a:gd name="T104" fmla="*/ 401 w 634"/>
                <a:gd name="T105" fmla="*/ 305 h 305"/>
                <a:gd name="T106" fmla="*/ 384 w 634"/>
                <a:gd name="T107" fmla="*/ 305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4" h="305">
                  <a:moveTo>
                    <a:pt x="384" y="305"/>
                  </a:moveTo>
                  <a:lnTo>
                    <a:pt x="382" y="305"/>
                  </a:lnTo>
                  <a:lnTo>
                    <a:pt x="373" y="305"/>
                  </a:lnTo>
                  <a:lnTo>
                    <a:pt x="359" y="304"/>
                  </a:lnTo>
                  <a:lnTo>
                    <a:pt x="355" y="304"/>
                  </a:lnTo>
                  <a:lnTo>
                    <a:pt x="351" y="304"/>
                  </a:lnTo>
                  <a:lnTo>
                    <a:pt x="341" y="304"/>
                  </a:lnTo>
                  <a:lnTo>
                    <a:pt x="336" y="304"/>
                  </a:lnTo>
                  <a:lnTo>
                    <a:pt x="318" y="304"/>
                  </a:lnTo>
                  <a:lnTo>
                    <a:pt x="304" y="304"/>
                  </a:lnTo>
                  <a:lnTo>
                    <a:pt x="282" y="303"/>
                  </a:lnTo>
                  <a:lnTo>
                    <a:pt x="277" y="303"/>
                  </a:lnTo>
                  <a:lnTo>
                    <a:pt x="276" y="303"/>
                  </a:lnTo>
                  <a:lnTo>
                    <a:pt x="263" y="303"/>
                  </a:lnTo>
                  <a:lnTo>
                    <a:pt x="250" y="303"/>
                  </a:lnTo>
                  <a:lnTo>
                    <a:pt x="237" y="303"/>
                  </a:lnTo>
                  <a:lnTo>
                    <a:pt x="235" y="301"/>
                  </a:lnTo>
                  <a:lnTo>
                    <a:pt x="227" y="301"/>
                  </a:lnTo>
                  <a:lnTo>
                    <a:pt x="209" y="301"/>
                  </a:lnTo>
                  <a:lnTo>
                    <a:pt x="195" y="300"/>
                  </a:lnTo>
                  <a:lnTo>
                    <a:pt x="190" y="300"/>
                  </a:lnTo>
                  <a:lnTo>
                    <a:pt x="187" y="300"/>
                  </a:lnTo>
                  <a:lnTo>
                    <a:pt x="141" y="299"/>
                  </a:lnTo>
                  <a:lnTo>
                    <a:pt x="142" y="265"/>
                  </a:lnTo>
                  <a:lnTo>
                    <a:pt x="143" y="256"/>
                  </a:lnTo>
                  <a:lnTo>
                    <a:pt x="143" y="250"/>
                  </a:lnTo>
                  <a:lnTo>
                    <a:pt x="143" y="238"/>
                  </a:lnTo>
                  <a:lnTo>
                    <a:pt x="143" y="231"/>
                  </a:lnTo>
                  <a:lnTo>
                    <a:pt x="144" y="226"/>
                  </a:lnTo>
                  <a:lnTo>
                    <a:pt x="144" y="202"/>
                  </a:lnTo>
                  <a:lnTo>
                    <a:pt x="103" y="199"/>
                  </a:lnTo>
                  <a:lnTo>
                    <a:pt x="101" y="199"/>
                  </a:lnTo>
                  <a:lnTo>
                    <a:pt x="48" y="197"/>
                  </a:lnTo>
                  <a:lnTo>
                    <a:pt x="35" y="196"/>
                  </a:lnTo>
                  <a:lnTo>
                    <a:pt x="31" y="196"/>
                  </a:lnTo>
                  <a:lnTo>
                    <a:pt x="0" y="195"/>
                  </a:lnTo>
                  <a:lnTo>
                    <a:pt x="1" y="183"/>
                  </a:lnTo>
                  <a:lnTo>
                    <a:pt x="3" y="165"/>
                  </a:lnTo>
                  <a:lnTo>
                    <a:pt x="3" y="156"/>
                  </a:lnTo>
                  <a:lnTo>
                    <a:pt x="3" y="145"/>
                  </a:lnTo>
                  <a:lnTo>
                    <a:pt x="4" y="139"/>
                  </a:lnTo>
                  <a:lnTo>
                    <a:pt x="4" y="133"/>
                  </a:lnTo>
                  <a:lnTo>
                    <a:pt x="4" y="126"/>
                  </a:lnTo>
                  <a:lnTo>
                    <a:pt x="5" y="121"/>
                  </a:lnTo>
                  <a:lnTo>
                    <a:pt x="5" y="109"/>
                  </a:lnTo>
                  <a:lnTo>
                    <a:pt x="6" y="97"/>
                  </a:lnTo>
                  <a:lnTo>
                    <a:pt x="7" y="85"/>
                  </a:lnTo>
                  <a:lnTo>
                    <a:pt x="7" y="73"/>
                  </a:lnTo>
                  <a:lnTo>
                    <a:pt x="10" y="40"/>
                  </a:lnTo>
                  <a:lnTo>
                    <a:pt x="11" y="18"/>
                  </a:lnTo>
                  <a:lnTo>
                    <a:pt x="11" y="5"/>
                  </a:lnTo>
                  <a:lnTo>
                    <a:pt x="12" y="0"/>
                  </a:lnTo>
                  <a:lnTo>
                    <a:pt x="15" y="0"/>
                  </a:lnTo>
                  <a:lnTo>
                    <a:pt x="16" y="0"/>
                  </a:lnTo>
                  <a:lnTo>
                    <a:pt x="51" y="3"/>
                  </a:lnTo>
                  <a:lnTo>
                    <a:pt x="69" y="4"/>
                  </a:lnTo>
                  <a:lnTo>
                    <a:pt x="71" y="4"/>
                  </a:lnTo>
                  <a:lnTo>
                    <a:pt x="85" y="4"/>
                  </a:lnTo>
                  <a:lnTo>
                    <a:pt x="95" y="5"/>
                  </a:lnTo>
                  <a:lnTo>
                    <a:pt x="96" y="5"/>
                  </a:lnTo>
                  <a:lnTo>
                    <a:pt x="100" y="5"/>
                  </a:lnTo>
                  <a:lnTo>
                    <a:pt x="123" y="6"/>
                  </a:lnTo>
                  <a:lnTo>
                    <a:pt x="138" y="7"/>
                  </a:lnTo>
                  <a:lnTo>
                    <a:pt x="150" y="7"/>
                  </a:lnTo>
                  <a:lnTo>
                    <a:pt x="173" y="9"/>
                  </a:lnTo>
                  <a:lnTo>
                    <a:pt x="179" y="9"/>
                  </a:lnTo>
                  <a:lnTo>
                    <a:pt x="210" y="10"/>
                  </a:lnTo>
                  <a:lnTo>
                    <a:pt x="238" y="11"/>
                  </a:lnTo>
                  <a:lnTo>
                    <a:pt x="262" y="11"/>
                  </a:lnTo>
                  <a:lnTo>
                    <a:pt x="282" y="11"/>
                  </a:lnTo>
                  <a:lnTo>
                    <a:pt x="329" y="12"/>
                  </a:lnTo>
                  <a:lnTo>
                    <a:pt x="349" y="12"/>
                  </a:lnTo>
                  <a:lnTo>
                    <a:pt x="402" y="13"/>
                  </a:lnTo>
                  <a:lnTo>
                    <a:pt x="411" y="22"/>
                  </a:lnTo>
                  <a:lnTo>
                    <a:pt x="415" y="24"/>
                  </a:lnTo>
                  <a:lnTo>
                    <a:pt x="420" y="25"/>
                  </a:lnTo>
                  <a:lnTo>
                    <a:pt x="426" y="29"/>
                  </a:lnTo>
                  <a:lnTo>
                    <a:pt x="437" y="36"/>
                  </a:lnTo>
                  <a:lnTo>
                    <a:pt x="447" y="27"/>
                  </a:lnTo>
                  <a:lnTo>
                    <a:pt x="463" y="28"/>
                  </a:lnTo>
                  <a:lnTo>
                    <a:pt x="465" y="28"/>
                  </a:lnTo>
                  <a:lnTo>
                    <a:pt x="473" y="27"/>
                  </a:lnTo>
                  <a:lnTo>
                    <a:pt x="490" y="27"/>
                  </a:lnTo>
                  <a:lnTo>
                    <a:pt x="497" y="33"/>
                  </a:lnTo>
                  <a:lnTo>
                    <a:pt x="499" y="35"/>
                  </a:lnTo>
                  <a:lnTo>
                    <a:pt x="507" y="36"/>
                  </a:lnTo>
                  <a:lnTo>
                    <a:pt x="521" y="41"/>
                  </a:lnTo>
                  <a:lnTo>
                    <a:pt x="528" y="49"/>
                  </a:lnTo>
                  <a:lnTo>
                    <a:pt x="534" y="59"/>
                  </a:lnTo>
                  <a:lnTo>
                    <a:pt x="543" y="61"/>
                  </a:lnTo>
                  <a:lnTo>
                    <a:pt x="547" y="61"/>
                  </a:lnTo>
                  <a:lnTo>
                    <a:pt x="553" y="82"/>
                  </a:lnTo>
                  <a:lnTo>
                    <a:pt x="556" y="85"/>
                  </a:lnTo>
                  <a:lnTo>
                    <a:pt x="555" y="88"/>
                  </a:lnTo>
                  <a:lnTo>
                    <a:pt x="559" y="97"/>
                  </a:lnTo>
                  <a:lnTo>
                    <a:pt x="561" y="105"/>
                  </a:lnTo>
                  <a:lnTo>
                    <a:pt x="563" y="109"/>
                  </a:lnTo>
                  <a:lnTo>
                    <a:pt x="567" y="109"/>
                  </a:lnTo>
                  <a:lnTo>
                    <a:pt x="570" y="121"/>
                  </a:lnTo>
                  <a:lnTo>
                    <a:pt x="571" y="123"/>
                  </a:lnTo>
                  <a:lnTo>
                    <a:pt x="574" y="133"/>
                  </a:lnTo>
                  <a:lnTo>
                    <a:pt x="571" y="139"/>
                  </a:lnTo>
                  <a:lnTo>
                    <a:pt x="573" y="145"/>
                  </a:lnTo>
                  <a:lnTo>
                    <a:pt x="581" y="154"/>
                  </a:lnTo>
                  <a:lnTo>
                    <a:pt x="581" y="156"/>
                  </a:lnTo>
                  <a:lnTo>
                    <a:pt x="581" y="157"/>
                  </a:lnTo>
                  <a:lnTo>
                    <a:pt x="581" y="160"/>
                  </a:lnTo>
                  <a:lnTo>
                    <a:pt x="586" y="168"/>
                  </a:lnTo>
                  <a:lnTo>
                    <a:pt x="591" y="178"/>
                  </a:lnTo>
                  <a:lnTo>
                    <a:pt x="587" y="181"/>
                  </a:lnTo>
                  <a:lnTo>
                    <a:pt x="587" y="187"/>
                  </a:lnTo>
                  <a:lnTo>
                    <a:pt x="591" y="187"/>
                  </a:lnTo>
                  <a:lnTo>
                    <a:pt x="591" y="190"/>
                  </a:lnTo>
                  <a:lnTo>
                    <a:pt x="591" y="193"/>
                  </a:lnTo>
                  <a:lnTo>
                    <a:pt x="591" y="199"/>
                  </a:lnTo>
                  <a:lnTo>
                    <a:pt x="591" y="201"/>
                  </a:lnTo>
                  <a:lnTo>
                    <a:pt x="592" y="205"/>
                  </a:lnTo>
                  <a:lnTo>
                    <a:pt x="595" y="215"/>
                  </a:lnTo>
                  <a:lnTo>
                    <a:pt x="595" y="216"/>
                  </a:lnTo>
                  <a:lnTo>
                    <a:pt x="594" y="217"/>
                  </a:lnTo>
                  <a:lnTo>
                    <a:pt x="594" y="227"/>
                  </a:lnTo>
                  <a:lnTo>
                    <a:pt x="591" y="231"/>
                  </a:lnTo>
                  <a:lnTo>
                    <a:pt x="600" y="244"/>
                  </a:lnTo>
                  <a:lnTo>
                    <a:pt x="599" y="246"/>
                  </a:lnTo>
                  <a:lnTo>
                    <a:pt x="601" y="252"/>
                  </a:lnTo>
                  <a:lnTo>
                    <a:pt x="604" y="252"/>
                  </a:lnTo>
                  <a:lnTo>
                    <a:pt x="606" y="249"/>
                  </a:lnTo>
                  <a:lnTo>
                    <a:pt x="611" y="273"/>
                  </a:lnTo>
                  <a:lnTo>
                    <a:pt x="616" y="277"/>
                  </a:lnTo>
                  <a:lnTo>
                    <a:pt x="619" y="279"/>
                  </a:lnTo>
                  <a:lnTo>
                    <a:pt x="629" y="300"/>
                  </a:lnTo>
                  <a:lnTo>
                    <a:pt x="634" y="303"/>
                  </a:lnTo>
                  <a:lnTo>
                    <a:pt x="633" y="303"/>
                  </a:lnTo>
                  <a:lnTo>
                    <a:pt x="599" y="303"/>
                  </a:lnTo>
                  <a:lnTo>
                    <a:pt x="593" y="304"/>
                  </a:lnTo>
                  <a:lnTo>
                    <a:pt x="583" y="304"/>
                  </a:lnTo>
                  <a:lnTo>
                    <a:pt x="575" y="304"/>
                  </a:lnTo>
                  <a:lnTo>
                    <a:pt x="567" y="304"/>
                  </a:lnTo>
                  <a:lnTo>
                    <a:pt x="565" y="304"/>
                  </a:lnTo>
                  <a:lnTo>
                    <a:pt x="556" y="304"/>
                  </a:lnTo>
                  <a:lnTo>
                    <a:pt x="550" y="304"/>
                  </a:lnTo>
                  <a:lnTo>
                    <a:pt x="547" y="304"/>
                  </a:lnTo>
                  <a:lnTo>
                    <a:pt x="528" y="304"/>
                  </a:lnTo>
                  <a:lnTo>
                    <a:pt x="525" y="304"/>
                  </a:lnTo>
                  <a:lnTo>
                    <a:pt x="520" y="304"/>
                  </a:lnTo>
                  <a:lnTo>
                    <a:pt x="516" y="304"/>
                  </a:lnTo>
                  <a:lnTo>
                    <a:pt x="502" y="305"/>
                  </a:lnTo>
                  <a:lnTo>
                    <a:pt x="492" y="305"/>
                  </a:lnTo>
                  <a:lnTo>
                    <a:pt x="484" y="305"/>
                  </a:lnTo>
                  <a:lnTo>
                    <a:pt x="483" y="305"/>
                  </a:lnTo>
                  <a:lnTo>
                    <a:pt x="465" y="305"/>
                  </a:lnTo>
                  <a:lnTo>
                    <a:pt x="450" y="305"/>
                  </a:lnTo>
                  <a:lnTo>
                    <a:pt x="447" y="305"/>
                  </a:lnTo>
                  <a:lnTo>
                    <a:pt x="442" y="305"/>
                  </a:lnTo>
                  <a:lnTo>
                    <a:pt x="437" y="305"/>
                  </a:lnTo>
                  <a:lnTo>
                    <a:pt x="429" y="305"/>
                  </a:lnTo>
                  <a:lnTo>
                    <a:pt x="418" y="305"/>
                  </a:lnTo>
                  <a:lnTo>
                    <a:pt x="409" y="305"/>
                  </a:lnTo>
                  <a:lnTo>
                    <a:pt x="401" y="305"/>
                  </a:lnTo>
                  <a:lnTo>
                    <a:pt x="400" y="305"/>
                  </a:lnTo>
                  <a:lnTo>
                    <a:pt x="391" y="305"/>
                  </a:lnTo>
                  <a:lnTo>
                    <a:pt x="384" y="30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6" name="Freeform 28">
              <a:extLst>
                <a:ext uri="{FF2B5EF4-FFF2-40B4-BE49-F238E27FC236}">
                  <a16:creationId xmlns:a16="http://schemas.microsoft.com/office/drawing/2014/main" id="{07049B25-5270-1920-12B8-5BFC0EBE9CEC}"/>
                </a:ext>
              </a:extLst>
            </p:cNvPr>
            <p:cNvSpPr>
              <a:spLocks noChangeAspect="1"/>
            </p:cNvSpPr>
            <p:nvPr/>
          </p:nvSpPr>
          <p:spPr bwMode="auto">
            <a:xfrm>
              <a:off x="589" y="2283"/>
              <a:ext cx="90" cy="54"/>
            </a:xfrm>
            <a:custGeom>
              <a:avLst/>
              <a:gdLst>
                <a:gd name="T0" fmla="*/ 188 w 505"/>
                <a:gd name="T1" fmla="*/ 300 h 304"/>
                <a:gd name="T2" fmla="*/ 239 w 505"/>
                <a:gd name="T3" fmla="*/ 302 h 304"/>
                <a:gd name="T4" fmla="*/ 272 w 505"/>
                <a:gd name="T5" fmla="*/ 303 h 304"/>
                <a:gd name="T6" fmla="*/ 281 w 505"/>
                <a:gd name="T7" fmla="*/ 303 h 304"/>
                <a:gd name="T8" fmla="*/ 299 w 505"/>
                <a:gd name="T9" fmla="*/ 303 h 304"/>
                <a:gd name="T10" fmla="*/ 341 w 505"/>
                <a:gd name="T11" fmla="*/ 304 h 304"/>
                <a:gd name="T12" fmla="*/ 359 w 505"/>
                <a:gd name="T13" fmla="*/ 304 h 304"/>
                <a:gd name="T14" fmla="*/ 391 w 505"/>
                <a:gd name="T15" fmla="*/ 304 h 304"/>
                <a:gd name="T16" fmla="*/ 409 w 505"/>
                <a:gd name="T17" fmla="*/ 304 h 304"/>
                <a:gd name="T18" fmla="*/ 458 w 505"/>
                <a:gd name="T19" fmla="*/ 304 h 304"/>
                <a:gd name="T20" fmla="*/ 475 w 505"/>
                <a:gd name="T21" fmla="*/ 304 h 304"/>
                <a:gd name="T22" fmla="*/ 505 w 505"/>
                <a:gd name="T23" fmla="*/ 304 h 304"/>
                <a:gd name="T24" fmla="*/ 504 w 505"/>
                <a:gd name="T25" fmla="*/ 296 h 304"/>
                <a:gd name="T26" fmla="*/ 492 w 505"/>
                <a:gd name="T27" fmla="*/ 250 h 304"/>
                <a:gd name="T28" fmla="*/ 490 w 505"/>
                <a:gd name="T29" fmla="*/ 237 h 304"/>
                <a:gd name="T30" fmla="*/ 490 w 505"/>
                <a:gd name="T31" fmla="*/ 214 h 304"/>
                <a:gd name="T32" fmla="*/ 485 w 505"/>
                <a:gd name="T33" fmla="*/ 188 h 304"/>
                <a:gd name="T34" fmla="*/ 486 w 505"/>
                <a:gd name="T35" fmla="*/ 179 h 304"/>
                <a:gd name="T36" fmla="*/ 486 w 505"/>
                <a:gd name="T37" fmla="*/ 170 h 304"/>
                <a:gd name="T38" fmla="*/ 485 w 505"/>
                <a:gd name="T39" fmla="*/ 166 h 304"/>
                <a:gd name="T40" fmla="*/ 484 w 505"/>
                <a:gd name="T41" fmla="*/ 154 h 304"/>
                <a:gd name="T42" fmla="*/ 481 w 505"/>
                <a:gd name="T43" fmla="*/ 138 h 304"/>
                <a:gd name="T44" fmla="*/ 466 w 505"/>
                <a:gd name="T45" fmla="*/ 92 h 304"/>
                <a:gd name="T46" fmla="*/ 464 w 505"/>
                <a:gd name="T47" fmla="*/ 88 h 304"/>
                <a:gd name="T48" fmla="*/ 464 w 505"/>
                <a:gd name="T49" fmla="*/ 66 h 304"/>
                <a:gd name="T50" fmla="*/ 463 w 505"/>
                <a:gd name="T51" fmla="*/ 54 h 304"/>
                <a:gd name="T52" fmla="*/ 462 w 505"/>
                <a:gd name="T53" fmla="*/ 23 h 304"/>
                <a:gd name="T54" fmla="*/ 412 w 505"/>
                <a:gd name="T55" fmla="*/ 12 h 304"/>
                <a:gd name="T56" fmla="*/ 310 w 505"/>
                <a:gd name="T57" fmla="*/ 11 h 304"/>
                <a:gd name="T58" fmla="*/ 191 w 505"/>
                <a:gd name="T59" fmla="*/ 9 h 304"/>
                <a:gd name="T60" fmla="*/ 149 w 505"/>
                <a:gd name="T61" fmla="*/ 6 h 304"/>
                <a:gd name="T62" fmla="*/ 18 w 505"/>
                <a:gd name="T63" fmla="*/ 0 h 304"/>
                <a:gd name="T64" fmla="*/ 16 w 505"/>
                <a:gd name="T65" fmla="*/ 32 h 304"/>
                <a:gd name="T66" fmla="*/ 14 w 505"/>
                <a:gd name="T67" fmla="*/ 47 h 304"/>
                <a:gd name="T68" fmla="*/ 13 w 505"/>
                <a:gd name="T69" fmla="*/ 83 h 304"/>
                <a:gd name="T70" fmla="*/ 12 w 505"/>
                <a:gd name="T71" fmla="*/ 107 h 304"/>
                <a:gd name="T72" fmla="*/ 8 w 505"/>
                <a:gd name="T73" fmla="*/ 153 h 304"/>
                <a:gd name="T74" fmla="*/ 8 w 505"/>
                <a:gd name="T75" fmla="*/ 159 h 304"/>
                <a:gd name="T76" fmla="*/ 5 w 505"/>
                <a:gd name="T77" fmla="*/ 214 h 304"/>
                <a:gd name="T78" fmla="*/ 4 w 505"/>
                <a:gd name="T79" fmla="*/ 234 h 304"/>
                <a:gd name="T80" fmla="*/ 2 w 505"/>
                <a:gd name="T81" fmla="*/ 260 h 304"/>
                <a:gd name="T82" fmla="*/ 1 w 505"/>
                <a:gd name="T83" fmla="*/ 276 h 304"/>
                <a:gd name="T84" fmla="*/ 4 w 505"/>
                <a:gd name="T85" fmla="*/ 292 h 304"/>
                <a:gd name="T86" fmla="*/ 71 w 505"/>
                <a:gd name="T87" fmla="*/ 296 h 304"/>
                <a:gd name="T88" fmla="*/ 104 w 505"/>
                <a:gd name="T89" fmla="*/ 297 h 304"/>
                <a:gd name="T90" fmla="*/ 138 w 505"/>
                <a:gd name="T91" fmla="*/ 29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5" h="304">
                  <a:moveTo>
                    <a:pt x="138" y="298"/>
                  </a:moveTo>
                  <a:lnTo>
                    <a:pt x="188" y="300"/>
                  </a:lnTo>
                  <a:lnTo>
                    <a:pt x="197" y="300"/>
                  </a:lnTo>
                  <a:lnTo>
                    <a:pt x="239" y="302"/>
                  </a:lnTo>
                  <a:lnTo>
                    <a:pt x="240" y="302"/>
                  </a:lnTo>
                  <a:lnTo>
                    <a:pt x="272" y="303"/>
                  </a:lnTo>
                  <a:lnTo>
                    <a:pt x="274" y="303"/>
                  </a:lnTo>
                  <a:lnTo>
                    <a:pt x="281" y="303"/>
                  </a:lnTo>
                  <a:lnTo>
                    <a:pt x="293" y="303"/>
                  </a:lnTo>
                  <a:lnTo>
                    <a:pt x="299" y="303"/>
                  </a:lnTo>
                  <a:lnTo>
                    <a:pt x="324" y="304"/>
                  </a:lnTo>
                  <a:lnTo>
                    <a:pt x="341" y="304"/>
                  </a:lnTo>
                  <a:lnTo>
                    <a:pt x="358" y="304"/>
                  </a:lnTo>
                  <a:lnTo>
                    <a:pt x="359" y="304"/>
                  </a:lnTo>
                  <a:lnTo>
                    <a:pt x="383" y="304"/>
                  </a:lnTo>
                  <a:lnTo>
                    <a:pt x="391" y="304"/>
                  </a:lnTo>
                  <a:lnTo>
                    <a:pt x="408" y="304"/>
                  </a:lnTo>
                  <a:lnTo>
                    <a:pt x="409" y="304"/>
                  </a:lnTo>
                  <a:lnTo>
                    <a:pt x="442" y="304"/>
                  </a:lnTo>
                  <a:lnTo>
                    <a:pt x="458" y="304"/>
                  </a:lnTo>
                  <a:lnTo>
                    <a:pt x="461" y="304"/>
                  </a:lnTo>
                  <a:lnTo>
                    <a:pt x="475" y="304"/>
                  </a:lnTo>
                  <a:lnTo>
                    <a:pt x="493" y="304"/>
                  </a:lnTo>
                  <a:lnTo>
                    <a:pt x="505" y="304"/>
                  </a:lnTo>
                  <a:lnTo>
                    <a:pt x="504" y="298"/>
                  </a:lnTo>
                  <a:lnTo>
                    <a:pt x="504" y="296"/>
                  </a:lnTo>
                  <a:lnTo>
                    <a:pt x="500" y="264"/>
                  </a:lnTo>
                  <a:lnTo>
                    <a:pt x="492" y="250"/>
                  </a:lnTo>
                  <a:lnTo>
                    <a:pt x="490" y="238"/>
                  </a:lnTo>
                  <a:lnTo>
                    <a:pt x="490" y="237"/>
                  </a:lnTo>
                  <a:lnTo>
                    <a:pt x="488" y="237"/>
                  </a:lnTo>
                  <a:lnTo>
                    <a:pt x="490" y="214"/>
                  </a:lnTo>
                  <a:lnTo>
                    <a:pt x="487" y="202"/>
                  </a:lnTo>
                  <a:lnTo>
                    <a:pt x="485" y="188"/>
                  </a:lnTo>
                  <a:lnTo>
                    <a:pt x="486" y="184"/>
                  </a:lnTo>
                  <a:lnTo>
                    <a:pt x="486" y="179"/>
                  </a:lnTo>
                  <a:lnTo>
                    <a:pt x="485" y="171"/>
                  </a:lnTo>
                  <a:lnTo>
                    <a:pt x="486" y="170"/>
                  </a:lnTo>
                  <a:lnTo>
                    <a:pt x="484" y="167"/>
                  </a:lnTo>
                  <a:lnTo>
                    <a:pt x="485" y="166"/>
                  </a:lnTo>
                  <a:lnTo>
                    <a:pt x="485" y="154"/>
                  </a:lnTo>
                  <a:lnTo>
                    <a:pt x="484" y="154"/>
                  </a:lnTo>
                  <a:lnTo>
                    <a:pt x="482" y="143"/>
                  </a:lnTo>
                  <a:lnTo>
                    <a:pt x="481" y="138"/>
                  </a:lnTo>
                  <a:lnTo>
                    <a:pt x="473" y="118"/>
                  </a:lnTo>
                  <a:lnTo>
                    <a:pt x="466" y="92"/>
                  </a:lnTo>
                  <a:lnTo>
                    <a:pt x="464" y="90"/>
                  </a:lnTo>
                  <a:lnTo>
                    <a:pt x="464" y="88"/>
                  </a:lnTo>
                  <a:lnTo>
                    <a:pt x="466" y="87"/>
                  </a:lnTo>
                  <a:lnTo>
                    <a:pt x="464" y="66"/>
                  </a:lnTo>
                  <a:lnTo>
                    <a:pt x="463" y="56"/>
                  </a:lnTo>
                  <a:lnTo>
                    <a:pt x="463" y="54"/>
                  </a:lnTo>
                  <a:lnTo>
                    <a:pt x="461" y="24"/>
                  </a:lnTo>
                  <a:lnTo>
                    <a:pt x="462" y="23"/>
                  </a:lnTo>
                  <a:lnTo>
                    <a:pt x="458" y="11"/>
                  </a:lnTo>
                  <a:lnTo>
                    <a:pt x="412" y="12"/>
                  </a:lnTo>
                  <a:lnTo>
                    <a:pt x="343" y="11"/>
                  </a:lnTo>
                  <a:lnTo>
                    <a:pt x="310" y="11"/>
                  </a:lnTo>
                  <a:lnTo>
                    <a:pt x="268" y="10"/>
                  </a:lnTo>
                  <a:lnTo>
                    <a:pt x="191" y="9"/>
                  </a:lnTo>
                  <a:lnTo>
                    <a:pt x="182" y="8"/>
                  </a:lnTo>
                  <a:lnTo>
                    <a:pt x="149" y="6"/>
                  </a:lnTo>
                  <a:lnTo>
                    <a:pt x="89" y="4"/>
                  </a:lnTo>
                  <a:lnTo>
                    <a:pt x="18" y="0"/>
                  </a:lnTo>
                  <a:lnTo>
                    <a:pt x="16" y="24"/>
                  </a:lnTo>
                  <a:lnTo>
                    <a:pt x="16" y="32"/>
                  </a:lnTo>
                  <a:lnTo>
                    <a:pt x="16" y="35"/>
                  </a:lnTo>
                  <a:lnTo>
                    <a:pt x="14" y="47"/>
                  </a:lnTo>
                  <a:lnTo>
                    <a:pt x="14" y="58"/>
                  </a:lnTo>
                  <a:lnTo>
                    <a:pt x="13" y="83"/>
                  </a:lnTo>
                  <a:lnTo>
                    <a:pt x="12" y="95"/>
                  </a:lnTo>
                  <a:lnTo>
                    <a:pt x="12" y="107"/>
                  </a:lnTo>
                  <a:lnTo>
                    <a:pt x="11" y="119"/>
                  </a:lnTo>
                  <a:lnTo>
                    <a:pt x="8" y="153"/>
                  </a:lnTo>
                  <a:lnTo>
                    <a:pt x="8" y="155"/>
                  </a:lnTo>
                  <a:lnTo>
                    <a:pt x="8" y="159"/>
                  </a:lnTo>
                  <a:lnTo>
                    <a:pt x="7" y="178"/>
                  </a:lnTo>
                  <a:lnTo>
                    <a:pt x="5" y="214"/>
                  </a:lnTo>
                  <a:lnTo>
                    <a:pt x="4" y="225"/>
                  </a:lnTo>
                  <a:lnTo>
                    <a:pt x="4" y="234"/>
                  </a:lnTo>
                  <a:lnTo>
                    <a:pt x="4" y="238"/>
                  </a:lnTo>
                  <a:lnTo>
                    <a:pt x="2" y="260"/>
                  </a:lnTo>
                  <a:lnTo>
                    <a:pt x="2" y="262"/>
                  </a:lnTo>
                  <a:lnTo>
                    <a:pt x="1" y="276"/>
                  </a:lnTo>
                  <a:lnTo>
                    <a:pt x="0" y="292"/>
                  </a:lnTo>
                  <a:lnTo>
                    <a:pt x="4" y="292"/>
                  </a:lnTo>
                  <a:lnTo>
                    <a:pt x="29" y="293"/>
                  </a:lnTo>
                  <a:lnTo>
                    <a:pt x="71" y="296"/>
                  </a:lnTo>
                  <a:lnTo>
                    <a:pt x="74" y="296"/>
                  </a:lnTo>
                  <a:lnTo>
                    <a:pt x="104" y="297"/>
                  </a:lnTo>
                  <a:lnTo>
                    <a:pt x="130" y="298"/>
                  </a:lnTo>
                  <a:lnTo>
                    <a:pt x="138" y="29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7" name="Freeform 29">
              <a:extLst>
                <a:ext uri="{FF2B5EF4-FFF2-40B4-BE49-F238E27FC236}">
                  <a16:creationId xmlns:a16="http://schemas.microsoft.com/office/drawing/2014/main" id="{9D3C1A69-C91F-B70E-7F9F-7DF82E578324}"/>
                </a:ext>
              </a:extLst>
            </p:cNvPr>
            <p:cNvSpPr>
              <a:spLocks noChangeAspect="1"/>
            </p:cNvSpPr>
            <p:nvPr/>
          </p:nvSpPr>
          <p:spPr bwMode="auto">
            <a:xfrm>
              <a:off x="586" y="2335"/>
              <a:ext cx="95" cy="62"/>
            </a:xfrm>
            <a:custGeom>
              <a:avLst/>
              <a:gdLst>
                <a:gd name="T0" fmla="*/ 487 w 535"/>
                <a:gd name="T1" fmla="*/ 318 h 344"/>
                <a:gd name="T2" fmla="*/ 509 w 535"/>
                <a:gd name="T3" fmla="*/ 324 h 344"/>
                <a:gd name="T4" fmla="*/ 522 w 535"/>
                <a:gd name="T5" fmla="*/ 342 h 344"/>
                <a:gd name="T6" fmla="*/ 535 w 535"/>
                <a:gd name="T7" fmla="*/ 344 h 344"/>
                <a:gd name="T8" fmla="*/ 533 w 535"/>
                <a:gd name="T9" fmla="*/ 343 h 344"/>
                <a:gd name="T10" fmla="*/ 532 w 535"/>
                <a:gd name="T11" fmla="*/ 335 h 344"/>
                <a:gd name="T12" fmla="*/ 528 w 535"/>
                <a:gd name="T13" fmla="*/ 304 h 344"/>
                <a:gd name="T14" fmla="*/ 531 w 535"/>
                <a:gd name="T15" fmla="*/ 290 h 344"/>
                <a:gd name="T16" fmla="*/ 534 w 535"/>
                <a:gd name="T17" fmla="*/ 283 h 344"/>
                <a:gd name="T18" fmla="*/ 527 w 535"/>
                <a:gd name="T19" fmla="*/ 270 h 344"/>
                <a:gd name="T20" fmla="*/ 523 w 535"/>
                <a:gd name="T21" fmla="*/ 247 h 344"/>
                <a:gd name="T22" fmla="*/ 533 w 535"/>
                <a:gd name="T23" fmla="*/ 247 h 344"/>
                <a:gd name="T24" fmla="*/ 533 w 535"/>
                <a:gd name="T25" fmla="*/ 222 h 344"/>
                <a:gd name="T26" fmla="*/ 533 w 535"/>
                <a:gd name="T27" fmla="*/ 198 h 344"/>
                <a:gd name="T28" fmla="*/ 532 w 535"/>
                <a:gd name="T29" fmla="*/ 179 h 344"/>
                <a:gd name="T30" fmla="*/ 532 w 535"/>
                <a:gd name="T31" fmla="*/ 138 h 344"/>
                <a:gd name="T32" fmla="*/ 532 w 535"/>
                <a:gd name="T33" fmla="*/ 120 h 344"/>
                <a:gd name="T34" fmla="*/ 531 w 535"/>
                <a:gd name="T35" fmla="*/ 76 h 344"/>
                <a:gd name="T36" fmla="*/ 527 w 535"/>
                <a:gd name="T37" fmla="*/ 67 h 344"/>
                <a:gd name="T38" fmla="*/ 504 w 535"/>
                <a:gd name="T39" fmla="*/ 46 h 344"/>
                <a:gd name="T40" fmla="*/ 516 w 535"/>
                <a:gd name="T41" fmla="*/ 30 h 344"/>
                <a:gd name="T42" fmla="*/ 510 w 535"/>
                <a:gd name="T43" fmla="*/ 12 h 344"/>
                <a:gd name="T44" fmla="*/ 478 w 535"/>
                <a:gd name="T45" fmla="*/ 12 h 344"/>
                <a:gd name="T46" fmla="*/ 459 w 535"/>
                <a:gd name="T47" fmla="*/ 12 h 344"/>
                <a:gd name="T48" fmla="*/ 425 w 535"/>
                <a:gd name="T49" fmla="*/ 12 h 344"/>
                <a:gd name="T50" fmla="*/ 400 w 535"/>
                <a:gd name="T51" fmla="*/ 12 h 344"/>
                <a:gd name="T52" fmla="*/ 375 w 535"/>
                <a:gd name="T53" fmla="*/ 12 h 344"/>
                <a:gd name="T54" fmla="*/ 341 w 535"/>
                <a:gd name="T55" fmla="*/ 12 h 344"/>
                <a:gd name="T56" fmla="*/ 310 w 535"/>
                <a:gd name="T57" fmla="*/ 11 h 344"/>
                <a:gd name="T58" fmla="*/ 291 w 535"/>
                <a:gd name="T59" fmla="*/ 11 h 344"/>
                <a:gd name="T60" fmla="*/ 257 w 535"/>
                <a:gd name="T61" fmla="*/ 10 h 344"/>
                <a:gd name="T62" fmla="*/ 214 w 535"/>
                <a:gd name="T63" fmla="*/ 8 h 344"/>
                <a:gd name="T64" fmla="*/ 155 w 535"/>
                <a:gd name="T65" fmla="*/ 6 h 344"/>
                <a:gd name="T66" fmla="*/ 121 w 535"/>
                <a:gd name="T67" fmla="*/ 5 h 344"/>
                <a:gd name="T68" fmla="*/ 88 w 535"/>
                <a:gd name="T69" fmla="*/ 4 h 344"/>
                <a:gd name="T70" fmla="*/ 21 w 535"/>
                <a:gd name="T71" fmla="*/ 0 h 344"/>
                <a:gd name="T72" fmla="*/ 17 w 535"/>
                <a:gd name="T73" fmla="*/ 6 h 344"/>
                <a:gd name="T74" fmla="*/ 13 w 535"/>
                <a:gd name="T75" fmla="*/ 66 h 344"/>
                <a:gd name="T76" fmla="*/ 12 w 535"/>
                <a:gd name="T77" fmla="*/ 90 h 344"/>
                <a:gd name="T78" fmla="*/ 10 w 535"/>
                <a:gd name="T79" fmla="*/ 114 h 344"/>
                <a:gd name="T80" fmla="*/ 9 w 535"/>
                <a:gd name="T81" fmla="*/ 138 h 344"/>
                <a:gd name="T82" fmla="*/ 6 w 535"/>
                <a:gd name="T83" fmla="*/ 169 h 344"/>
                <a:gd name="T84" fmla="*/ 5 w 535"/>
                <a:gd name="T85" fmla="*/ 187 h 344"/>
                <a:gd name="T86" fmla="*/ 4 w 535"/>
                <a:gd name="T87" fmla="*/ 211 h 344"/>
                <a:gd name="T88" fmla="*/ 3 w 535"/>
                <a:gd name="T89" fmla="*/ 235 h 344"/>
                <a:gd name="T90" fmla="*/ 1 w 535"/>
                <a:gd name="T91" fmla="*/ 247 h 344"/>
                <a:gd name="T92" fmla="*/ 0 w 535"/>
                <a:gd name="T93" fmla="*/ 283 h 344"/>
                <a:gd name="T94" fmla="*/ 4 w 535"/>
                <a:gd name="T95" fmla="*/ 283 h 344"/>
                <a:gd name="T96" fmla="*/ 57 w 535"/>
                <a:gd name="T97" fmla="*/ 287 h 344"/>
                <a:gd name="T98" fmla="*/ 73 w 535"/>
                <a:gd name="T99" fmla="*/ 287 h 344"/>
                <a:gd name="T100" fmla="*/ 84 w 535"/>
                <a:gd name="T101" fmla="*/ 288 h 344"/>
                <a:gd name="T102" fmla="*/ 111 w 535"/>
                <a:gd name="T103" fmla="*/ 289 h 344"/>
                <a:gd name="T104" fmla="*/ 138 w 535"/>
                <a:gd name="T105" fmla="*/ 290 h 344"/>
                <a:gd name="T106" fmla="*/ 167 w 535"/>
                <a:gd name="T107" fmla="*/ 292 h 344"/>
                <a:gd name="T108" fmla="*/ 226 w 535"/>
                <a:gd name="T109" fmla="*/ 294 h 344"/>
                <a:gd name="T110" fmla="*/ 270 w 535"/>
                <a:gd name="T111" fmla="*/ 294 h 344"/>
                <a:gd name="T112" fmla="*/ 337 w 535"/>
                <a:gd name="T113" fmla="*/ 295 h 344"/>
                <a:gd name="T114" fmla="*/ 399 w 535"/>
                <a:gd name="T115" fmla="*/ 305 h 344"/>
                <a:gd name="T116" fmla="*/ 408 w 535"/>
                <a:gd name="T117" fmla="*/ 308 h 344"/>
                <a:gd name="T118" fmla="*/ 425 w 535"/>
                <a:gd name="T119" fmla="*/ 319 h 344"/>
                <a:gd name="T120" fmla="*/ 451 w 535"/>
                <a:gd name="T121" fmla="*/ 311 h 344"/>
                <a:gd name="T122" fmla="*/ 461 w 535"/>
                <a:gd name="T123" fmla="*/ 310 h 344"/>
                <a:gd name="T124" fmla="*/ 485 w 535"/>
                <a:gd name="T125" fmla="*/ 31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5" h="344">
                  <a:moveTo>
                    <a:pt x="485" y="316"/>
                  </a:moveTo>
                  <a:lnTo>
                    <a:pt x="487" y="318"/>
                  </a:lnTo>
                  <a:lnTo>
                    <a:pt x="495" y="319"/>
                  </a:lnTo>
                  <a:lnTo>
                    <a:pt x="509" y="324"/>
                  </a:lnTo>
                  <a:lnTo>
                    <a:pt x="516" y="332"/>
                  </a:lnTo>
                  <a:lnTo>
                    <a:pt x="522" y="342"/>
                  </a:lnTo>
                  <a:lnTo>
                    <a:pt x="531" y="344"/>
                  </a:lnTo>
                  <a:lnTo>
                    <a:pt x="535" y="344"/>
                  </a:lnTo>
                  <a:lnTo>
                    <a:pt x="533" y="344"/>
                  </a:lnTo>
                  <a:lnTo>
                    <a:pt x="533" y="343"/>
                  </a:lnTo>
                  <a:lnTo>
                    <a:pt x="532" y="338"/>
                  </a:lnTo>
                  <a:lnTo>
                    <a:pt x="532" y="335"/>
                  </a:lnTo>
                  <a:lnTo>
                    <a:pt x="522" y="324"/>
                  </a:lnTo>
                  <a:lnTo>
                    <a:pt x="528" y="304"/>
                  </a:lnTo>
                  <a:lnTo>
                    <a:pt x="531" y="299"/>
                  </a:lnTo>
                  <a:lnTo>
                    <a:pt x="531" y="290"/>
                  </a:lnTo>
                  <a:lnTo>
                    <a:pt x="534" y="287"/>
                  </a:lnTo>
                  <a:lnTo>
                    <a:pt x="534" y="283"/>
                  </a:lnTo>
                  <a:lnTo>
                    <a:pt x="531" y="274"/>
                  </a:lnTo>
                  <a:lnTo>
                    <a:pt x="527" y="270"/>
                  </a:lnTo>
                  <a:lnTo>
                    <a:pt x="528" y="259"/>
                  </a:lnTo>
                  <a:lnTo>
                    <a:pt x="523" y="247"/>
                  </a:lnTo>
                  <a:lnTo>
                    <a:pt x="531" y="247"/>
                  </a:lnTo>
                  <a:lnTo>
                    <a:pt x="533" y="247"/>
                  </a:lnTo>
                  <a:lnTo>
                    <a:pt x="533" y="235"/>
                  </a:lnTo>
                  <a:lnTo>
                    <a:pt x="533" y="222"/>
                  </a:lnTo>
                  <a:lnTo>
                    <a:pt x="533" y="212"/>
                  </a:lnTo>
                  <a:lnTo>
                    <a:pt x="533" y="198"/>
                  </a:lnTo>
                  <a:lnTo>
                    <a:pt x="533" y="186"/>
                  </a:lnTo>
                  <a:lnTo>
                    <a:pt x="532" y="179"/>
                  </a:lnTo>
                  <a:lnTo>
                    <a:pt x="532" y="146"/>
                  </a:lnTo>
                  <a:lnTo>
                    <a:pt x="532" y="138"/>
                  </a:lnTo>
                  <a:lnTo>
                    <a:pt x="532" y="137"/>
                  </a:lnTo>
                  <a:lnTo>
                    <a:pt x="532" y="120"/>
                  </a:lnTo>
                  <a:lnTo>
                    <a:pt x="532" y="104"/>
                  </a:lnTo>
                  <a:lnTo>
                    <a:pt x="531" y="76"/>
                  </a:lnTo>
                  <a:lnTo>
                    <a:pt x="529" y="71"/>
                  </a:lnTo>
                  <a:lnTo>
                    <a:pt x="527" y="67"/>
                  </a:lnTo>
                  <a:lnTo>
                    <a:pt x="519" y="62"/>
                  </a:lnTo>
                  <a:lnTo>
                    <a:pt x="504" y="46"/>
                  </a:lnTo>
                  <a:lnTo>
                    <a:pt x="503" y="42"/>
                  </a:lnTo>
                  <a:lnTo>
                    <a:pt x="516" y="30"/>
                  </a:lnTo>
                  <a:lnTo>
                    <a:pt x="522" y="12"/>
                  </a:lnTo>
                  <a:lnTo>
                    <a:pt x="510" y="12"/>
                  </a:lnTo>
                  <a:lnTo>
                    <a:pt x="492" y="12"/>
                  </a:lnTo>
                  <a:lnTo>
                    <a:pt x="478" y="12"/>
                  </a:lnTo>
                  <a:lnTo>
                    <a:pt x="475" y="12"/>
                  </a:lnTo>
                  <a:lnTo>
                    <a:pt x="459" y="12"/>
                  </a:lnTo>
                  <a:lnTo>
                    <a:pt x="426" y="12"/>
                  </a:lnTo>
                  <a:lnTo>
                    <a:pt x="425" y="12"/>
                  </a:lnTo>
                  <a:lnTo>
                    <a:pt x="408" y="12"/>
                  </a:lnTo>
                  <a:lnTo>
                    <a:pt x="400" y="12"/>
                  </a:lnTo>
                  <a:lnTo>
                    <a:pt x="376" y="12"/>
                  </a:lnTo>
                  <a:lnTo>
                    <a:pt x="375" y="12"/>
                  </a:lnTo>
                  <a:lnTo>
                    <a:pt x="358" y="12"/>
                  </a:lnTo>
                  <a:lnTo>
                    <a:pt x="341" y="12"/>
                  </a:lnTo>
                  <a:lnTo>
                    <a:pt x="316" y="11"/>
                  </a:lnTo>
                  <a:lnTo>
                    <a:pt x="310" y="11"/>
                  </a:lnTo>
                  <a:lnTo>
                    <a:pt x="298" y="11"/>
                  </a:lnTo>
                  <a:lnTo>
                    <a:pt x="291" y="11"/>
                  </a:lnTo>
                  <a:lnTo>
                    <a:pt x="289" y="11"/>
                  </a:lnTo>
                  <a:lnTo>
                    <a:pt x="257" y="10"/>
                  </a:lnTo>
                  <a:lnTo>
                    <a:pt x="256" y="10"/>
                  </a:lnTo>
                  <a:lnTo>
                    <a:pt x="214" y="8"/>
                  </a:lnTo>
                  <a:lnTo>
                    <a:pt x="205" y="8"/>
                  </a:lnTo>
                  <a:lnTo>
                    <a:pt x="155" y="6"/>
                  </a:lnTo>
                  <a:lnTo>
                    <a:pt x="147" y="6"/>
                  </a:lnTo>
                  <a:lnTo>
                    <a:pt x="121" y="5"/>
                  </a:lnTo>
                  <a:lnTo>
                    <a:pt x="91" y="4"/>
                  </a:lnTo>
                  <a:lnTo>
                    <a:pt x="88" y="4"/>
                  </a:lnTo>
                  <a:lnTo>
                    <a:pt x="46" y="1"/>
                  </a:lnTo>
                  <a:lnTo>
                    <a:pt x="21" y="0"/>
                  </a:lnTo>
                  <a:lnTo>
                    <a:pt x="17" y="0"/>
                  </a:lnTo>
                  <a:lnTo>
                    <a:pt x="17" y="6"/>
                  </a:lnTo>
                  <a:lnTo>
                    <a:pt x="16" y="18"/>
                  </a:lnTo>
                  <a:lnTo>
                    <a:pt x="13" y="66"/>
                  </a:lnTo>
                  <a:lnTo>
                    <a:pt x="13" y="70"/>
                  </a:lnTo>
                  <a:lnTo>
                    <a:pt x="12" y="90"/>
                  </a:lnTo>
                  <a:lnTo>
                    <a:pt x="11" y="90"/>
                  </a:lnTo>
                  <a:lnTo>
                    <a:pt x="10" y="114"/>
                  </a:lnTo>
                  <a:lnTo>
                    <a:pt x="9" y="132"/>
                  </a:lnTo>
                  <a:lnTo>
                    <a:pt x="9" y="138"/>
                  </a:lnTo>
                  <a:lnTo>
                    <a:pt x="7" y="162"/>
                  </a:lnTo>
                  <a:lnTo>
                    <a:pt x="6" y="169"/>
                  </a:lnTo>
                  <a:lnTo>
                    <a:pt x="6" y="173"/>
                  </a:lnTo>
                  <a:lnTo>
                    <a:pt x="5" y="187"/>
                  </a:lnTo>
                  <a:lnTo>
                    <a:pt x="5" y="200"/>
                  </a:lnTo>
                  <a:lnTo>
                    <a:pt x="4" y="211"/>
                  </a:lnTo>
                  <a:lnTo>
                    <a:pt x="4" y="223"/>
                  </a:lnTo>
                  <a:lnTo>
                    <a:pt x="3" y="235"/>
                  </a:lnTo>
                  <a:lnTo>
                    <a:pt x="3" y="238"/>
                  </a:lnTo>
                  <a:lnTo>
                    <a:pt x="1" y="247"/>
                  </a:lnTo>
                  <a:lnTo>
                    <a:pt x="0" y="271"/>
                  </a:lnTo>
                  <a:lnTo>
                    <a:pt x="0" y="283"/>
                  </a:lnTo>
                  <a:lnTo>
                    <a:pt x="3" y="283"/>
                  </a:lnTo>
                  <a:lnTo>
                    <a:pt x="4" y="283"/>
                  </a:lnTo>
                  <a:lnTo>
                    <a:pt x="39" y="286"/>
                  </a:lnTo>
                  <a:lnTo>
                    <a:pt x="57" y="287"/>
                  </a:lnTo>
                  <a:lnTo>
                    <a:pt x="59" y="287"/>
                  </a:lnTo>
                  <a:lnTo>
                    <a:pt x="73" y="287"/>
                  </a:lnTo>
                  <a:lnTo>
                    <a:pt x="83" y="288"/>
                  </a:lnTo>
                  <a:lnTo>
                    <a:pt x="84" y="288"/>
                  </a:lnTo>
                  <a:lnTo>
                    <a:pt x="88" y="288"/>
                  </a:lnTo>
                  <a:lnTo>
                    <a:pt x="111" y="289"/>
                  </a:lnTo>
                  <a:lnTo>
                    <a:pt x="126" y="290"/>
                  </a:lnTo>
                  <a:lnTo>
                    <a:pt x="138" y="290"/>
                  </a:lnTo>
                  <a:lnTo>
                    <a:pt x="161" y="292"/>
                  </a:lnTo>
                  <a:lnTo>
                    <a:pt x="167" y="292"/>
                  </a:lnTo>
                  <a:lnTo>
                    <a:pt x="198" y="293"/>
                  </a:lnTo>
                  <a:lnTo>
                    <a:pt x="226" y="294"/>
                  </a:lnTo>
                  <a:lnTo>
                    <a:pt x="250" y="294"/>
                  </a:lnTo>
                  <a:lnTo>
                    <a:pt x="270" y="294"/>
                  </a:lnTo>
                  <a:lnTo>
                    <a:pt x="317" y="295"/>
                  </a:lnTo>
                  <a:lnTo>
                    <a:pt x="337" y="295"/>
                  </a:lnTo>
                  <a:lnTo>
                    <a:pt x="390" y="296"/>
                  </a:lnTo>
                  <a:lnTo>
                    <a:pt x="399" y="305"/>
                  </a:lnTo>
                  <a:lnTo>
                    <a:pt x="403" y="307"/>
                  </a:lnTo>
                  <a:lnTo>
                    <a:pt x="408" y="308"/>
                  </a:lnTo>
                  <a:lnTo>
                    <a:pt x="414" y="312"/>
                  </a:lnTo>
                  <a:lnTo>
                    <a:pt x="425" y="319"/>
                  </a:lnTo>
                  <a:lnTo>
                    <a:pt x="435" y="310"/>
                  </a:lnTo>
                  <a:lnTo>
                    <a:pt x="451" y="311"/>
                  </a:lnTo>
                  <a:lnTo>
                    <a:pt x="453" y="311"/>
                  </a:lnTo>
                  <a:lnTo>
                    <a:pt x="461" y="310"/>
                  </a:lnTo>
                  <a:lnTo>
                    <a:pt x="478" y="310"/>
                  </a:lnTo>
                  <a:lnTo>
                    <a:pt x="485" y="31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8" name="Freeform 30">
              <a:extLst>
                <a:ext uri="{FF2B5EF4-FFF2-40B4-BE49-F238E27FC236}">
                  <a16:creationId xmlns:a16="http://schemas.microsoft.com/office/drawing/2014/main" id="{8F20F8C0-6AF8-B618-3C70-B8F509FFB19A}"/>
                </a:ext>
              </a:extLst>
            </p:cNvPr>
            <p:cNvSpPr>
              <a:spLocks noChangeAspect="1"/>
            </p:cNvSpPr>
            <p:nvPr/>
          </p:nvSpPr>
          <p:spPr bwMode="auto">
            <a:xfrm>
              <a:off x="958" y="2311"/>
              <a:ext cx="23" cy="44"/>
            </a:xfrm>
            <a:custGeom>
              <a:avLst/>
              <a:gdLst>
                <a:gd name="T0" fmla="*/ 28 w 130"/>
                <a:gd name="T1" fmla="*/ 150 h 243"/>
                <a:gd name="T2" fmla="*/ 28 w 130"/>
                <a:gd name="T3" fmla="*/ 163 h 243"/>
                <a:gd name="T4" fmla="*/ 35 w 130"/>
                <a:gd name="T5" fmla="*/ 160 h 243"/>
                <a:gd name="T6" fmla="*/ 46 w 130"/>
                <a:gd name="T7" fmla="*/ 189 h 243"/>
                <a:gd name="T8" fmla="*/ 47 w 130"/>
                <a:gd name="T9" fmla="*/ 195 h 243"/>
                <a:gd name="T10" fmla="*/ 50 w 130"/>
                <a:gd name="T11" fmla="*/ 207 h 243"/>
                <a:gd name="T12" fmla="*/ 53 w 130"/>
                <a:gd name="T13" fmla="*/ 224 h 243"/>
                <a:gd name="T14" fmla="*/ 56 w 130"/>
                <a:gd name="T15" fmla="*/ 235 h 243"/>
                <a:gd name="T16" fmla="*/ 58 w 130"/>
                <a:gd name="T17" fmla="*/ 243 h 243"/>
                <a:gd name="T18" fmla="*/ 59 w 130"/>
                <a:gd name="T19" fmla="*/ 243 h 243"/>
                <a:gd name="T20" fmla="*/ 71 w 130"/>
                <a:gd name="T21" fmla="*/ 240 h 243"/>
                <a:gd name="T22" fmla="*/ 74 w 130"/>
                <a:gd name="T23" fmla="*/ 240 h 243"/>
                <a:gd name="T24" fmla="*/ 75 w 130"/>
                <a:gd name="T25" fmla="*/ 240 h 243"/>
                <a:gd name="T26" fmla="*/ 76 w 130"/>
                <a:gd name="T27" fmla="*/ 240 h 243"/>
                <a:gd name="T28" fmla="*/ 77 w 130"/>
                <a:gd name="T29" fmla="*/ 238 h 243"/>
                <a:gd name="T30" fmla="*/ 82 w 130"/>
                <a:gd name="T31" fmla="*/ 237 h 243"/>
                <a:gd name="T32" fmla="*/ 94 w 130"/>
                <a:gd name="T33" fmla="*/ 235 h 243"/>
                <a:gd name="T34" fmla="*/ 112 w 130"/>
                <a:gd name="T35" fmla="*/ 231 h 243"/>
                <a:gd name="T36" fmla="*/ 114 w 130"/>
                <a:gd name="T37" fmla="*/ 231 h 243"/>
                <a:gd name="T38" fmla="*/ 104 w 130"/>
                <a:gd name="T39" fmla="*/ 211 h 243"/>
                <a:gd name="T40" fmla="*/ 107 w 130"/>
                <a:gd name="T41" fmla="*/ 205 h 243"/>
                <a:gd name="T42" fmla="*/ 105 w 130"/>
                <a:gd name="T43" fmla="*/ 190 h 243"/>
                <a:gd name="T44" fmla="*/ 104 w 130"/>
                <a:gd name="T45" fmla="*/ 183 h 243"/>
                <a:gd name="T46" fmla="*/ 101 w 130"/>
                <a:gd name="T47" fmla="*/ 158 h 243"/>
                <a:gd name="T48" fmla="*/ 99 w 130"/>
                <a:gd name="T49" fmla="*/ 150 h 243"/>
                <a:gd name="T50" fmla="*/ 102 w 130"/>
                <a:gd name="T51" fmla="*/ 146 h 243"/>
                <a:gd name="T52" fmla="*/ 101 w 130"/>
                <a:gd name="T53" fmla="*/ 145 h 243"/>
                <a:gd name="T54" fmla="*/ 104 w 130"/>
                <a:gd name="T55" fmla="*/ 133 h 243"/>
                <a:gd name="T56" fmla="*/ 106 w 130"/>
                <a:gd name="T57" fmla="*/ 128 h 243"/>
                <a:gd name="T58" fmla="*/ 107 w 130"/>
                <a:gd name="T59" fmla="*/ 105 h 243"/>
                <a:gd name="T60" fmla="*/ 108 w 130"/>
                <a:gd name="T61" fmla="*/ 92 h 243"/>
                <a:gd name="T62" fmla="*/ 107 w 130"/>
                <a:gd name="T63" fmla="*/ 90 h 243"/>
                <a:gd name="T64" fmla="*/ 105 w 130"/>
                <a:gd name="T65" fmla="*/ 81 h 243"/>
                <a:gd name="T66" fmla="*/ 106 w 130"/>
                <a:gd name="T67" fmla="*/ 73 h 243"/>
                <a:gd name="T68" fmla="*/ 117 w 130"/>
                <a:gd name="T69" fmla="*/ 68 h 243"/>
                <a:gd name="T70" fmla="*/ 118 w 130"/>
                <a:gd name="T71" fmla="*/ 64 h 243"/>
                <a:gd name="T72" fmla="*/ 117 w 130"/>
                <a:gd name="T73" fmla="*/ 64 h 243"/>
                <a:gd name="T74" fmla="*/ 120 w 130"/>
                <a:gd name="T75" fmla="*/ 61 h 243"/>
                <a:gd name="T76" fmla="*/ 130 w 130"/>
                <a:gd name="T77" fmla="*/ 49 h 243"/>
                <a:gd name="T78" fmla="*/ 120 w 130"/>
                <a:gd name="T79" fmla="*/ 27 h 243"/>
                <a:gd name="T80" fmla="*/ 125 w 130"/>
                <a:gd name="T81" fmla="*/ 9 h 243"/>
                <a:gd name="T82" fmla="*/ 123 w 130"/>
                <a:gd name="T83" fmla="*/ 0 h 243"/>
                <a:gd name="T84" fmla="*/ 96 w 130"/>
                <a:gd name="T85" fmla="*/ 7 h 243"/>
                <a:gd name="T86" fmla="*/ 53 w 130"/>
                <a:gd name="T87" fmla="*/ 19 h 243"/>
                <a:gd name="T88" fmla="*/ 10 w 130"/>
                <a:gd name="T89" fmla="*/ 28 h 243"/>
                <a:gd name="T90" fmla="*/ 6 w 130"/>
                <a:gd name="T91" fmla="*/ 30 h 243"/>
                <a:gd name="T92" fmla="*/ 0 w 130"/>
                <a:gd name="T93" fmla="*/ 32 h 243"/>
                <a:gd name="T94" fmla="*/ 2 w 130"/>
                <a:gd name="T95" fmla="*/ 46 h 243"/>
                <a:gd name="T96" fmla="*/ 9 w 130"/>
                <a:gd name="T97" fmla="*/ 73 h 243"/>
                <a:gd name="T98" fmla="*/ 10 w 130"/>
                <a:gd name="T99" fmla="*/ 74 h 243"/>
                <a:gd name="T100" fmla="*/ 11 w 130"/>
                <a:gd name="T101" fmla="*/ 75 h 243"/>
                <a:gd name="T102" fmla="*/ 15 w 130"/>
                <a:gd name="T103" fmla="*/ 79 h 243"/>
                <a:gd name="T104" fmla="*/ 20 w 130"/>
                <a:gd name="T105" fmla="*/ 102 h 243"/>
                <a:gd name="T106" fmla="*/ 16 w 130"/>
                <a:gd name="T107" fmla="*/ 109 h 243"/>
                <a:gd name="T108" fmla="*/ 16 w 130"/>
                <a:gd name="T109" fmla="*/ 121 h 243"/>
                <a:gd name="T110" fmla="*/ 26 w 130"/>
                <a:gd name="T111" fmla="*/ 145 h 243"/>
                <a:gd name="T112" fmla="*/ 27 w 130"/>
                <a:gd name="T113" fmla="*/ 146 h 243"/>
                <a:gd name="T114" fmla="*/ 28 w 130"/>
                <a:gd name="T115" fmla="*/ 15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243">
                  <a:moveTo>
                    <a:pt x="28" y="150"/>
                  </a:moveTo>
                  <a:lnTo>
                    <a:pt x="28" y="163"/>
                  </a:lnTo>
                  <a:lnTo>
                    <a:pt x="35" y="160"/>
                  </a:lnTo>
                  <a:lnTo>
                    <a:pt x="46" y="189"/>
                  </a:lnTo>
                  <a:lnTo>
                    <a:pt x="47" y="195"/>
                  </a:lnTo>
                  <a:lnTo>
                    <a:pt x="50" y="207"/>
                  </a:lnTo>
                  <a:lnTo>
                    <a:pt x="53" y="224"/>
                  </a:lnTo>
                  <a:lnTo>
                    <a:pt x="56" y="235"/>
                  </a:lnTo>
                  <a:lnTo>
                    <a:pt x="58" y="243"/>
                  </a:lnTo>
                  <a:lnTo>
                    <a:pt x="59" y="243"/>
                  </a:lnTo>
                  <a:lnTo>
                    <a:pt x="71" y="240"/>
                  </a:lnTo>
                  <a:lnTo>
                    <a:pt x="74" y="240"/>
                  </a:lnTo>
                  <a:lnTo>
                    <a:pt x="75" y="240"/>
                  </a:lnTo>
                  <a:lnTo>
                    <a:pt x="76" y="240"/>
                  </a:lnTo>
                  <a:lnTo>
                    <a:pt x="77" y="238"/>
                  </a:lnTo>
                  <a:lnTo>
                    <a:pt x="82" y="237"/>
                  </a:lnTo>
                  <a:lnTo>
                    <a:pt x="94" y="235"/>
                  </a:lnTo>
                  <a:lnTo>
                    <a:pt x="112" y="231"/>
                  </a:lnTo>
                  <a:lnTo>
                    <a:pt x="114" y="231"/>
                  </a:lnTo>
                  <a:lnTo>
                    <a:pt x="104" y="211"/>
                  </a:lnTo>
                  <a:lnTo>
                    <a:pt x="107" y="205"/>
                  </a:lnTo>
                  <a:lnTo>
                    <a:pt x="105" y="190"/>
                  </a:lnTo>
                  <a:lnTo>
                    <a:pt x="104" y="183"/>
                  </a:lnTo>
                  <a:lnTo>
                    <a:pt x="101" y="158"/>
                  </a:lnTo>
                  <a:lnTo>
                    <a:pt x="99" y="150"/>
                  </a:lnTo>
                  <a:lnTo>
                    <a:pt x="102" y="146"/>
                  </a:lnTo>
                  <a:lnTo>
                    <a:pt x="101" y="145"/>
                  </a:lnTo>
                  <a:lnTo>
                    <a:pt x="104" y="133"/>
                  </a:lnTo>
                  <a:lnTo>
                    <a:pt x="106" y="128"/>
                  </a:lnTo>
                  <a:lnTo>
                    <a:pt x="107" y="105"/>
                  </a:lnTo>
                  <a:lnTo>
                    <a:pt x="108" y="92"/>
                  </a:lnTo>
                  <a:lnTo>
                    <a:pt x="107" y="90"/>
                  </a:lnTo>
                  <a:lnTo>
                    <a:pt x="105" y="81"/>
                  </a:lnTo>
                  <a:lnTo>
                    <a:pt x="106" y="73"/>
                  </a:lnTo>
                  <a:lnTo>
                    <a:pt x="117" y="68"/>
                  </a:lnTo>
                  <a:lnTo>
                    <a:pt x="118" y="64"/>
                  </a:lnTo>
                  <a:lnTo>
                    <a:pt x="117" y="64"/>
                  </a:lnTo>
                  <a:lnTo>
                    <a:pt x="120" y="61"/>
                  </a:lnTo>
                  <a:lnTo>
                    <a:pt x="130" y="49"/>
                  </a:lnTo>
                  <a:lnTo>
                    <a:pt x="120" y="27"/>
                  </a:lnTo>
                  <a:lnTo>
                    <a:pt x="125" y="9"/>
                  </a:lnTo>
                  <a:lnTo>
                    <a:pt x="123" y="0"/>
                  </a:lnTo>
                  <a:lnTo>
                    <a:pt x="96" y="7"/>
                  </a:lnTo>
                  <a:lnTo>
                    <a:pt x="53" y="19"/>
                  </a:lnTo>
                  <a:lnTo>
                    <a:pt x="10" y="28"/>
                  </a:lnTo>
                  <a:lnTo>
                    <a:pt x="6" y="30"/>
                  </a:lnTo>
                  <a:lnTo>
                    <a:pt x="0" y="32"/>
                  </a:lnTo>
                  <a:lnTo>
                    <a:pt x="2" y="46"/>
                  </a:lnTo>
                  <a:lnTo>
                    <a:pt x="9" y="73"/>
                  </a:lnTo>
                  <a:lnTo>
                    <a:pt x="10" y="74"/>
                  </a:lnTo>
                  <a:lnTo>
                    <a:pt x="11" y="75"/>
                  </a:lnTo>
                  <a:lnTo>
                    <a:pt x="15" y="79"/>
                  </a:lnTo>
                  <a:lnTo>
                    <a:pt x="20" y="102"/>
                  </a:lnTo>
                  <a:lnTo>
                    <a:pt x="16" y="109"/>
                  </a:lnTo>
                  <a:lnTo>
                    <a:pt x="16" y="121"/>
                  </a:lnTo>
                  <a:lnTo>
                    <a:pt x="26" y="145"/>
                  </a:lnTo>
                  <a:lnTo>
                    <a:pt x="27" y="146"/>
                  </a:lnTo>
                  <a:lnTo>
                    <a:pt x="28" y="15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49" name="Freeform 31">
              <a:extLst>
                <a:ext uri="{FF2B5EF4-FFF2-40B4-BE49-F238E27FC236}">
                  <a16:creationId xmlns:a16="http://schemas.microsoft.com/office/drawing/2014/main" id="{62258F9F-586C-AC26-DB90-9B9F7367662D}"/>
                </a:ext>
              </a:extLst>
            </p:cNvPr>
            <p:cNvSpPr>
              <a:spLocks noChangeAspect="1"/>
            </p:cNvSpPr>
            <p:nvPr/>
          </p:nvSpPr>
          <p:spPr bwMode="auto">
            <a:xfrm>
              <a:off x="969" y="2362"/>
              <a:ext cx="23" cy="24"/>
            </a:xfrm>
            <a:custGeom>
              <a:avLst/>
              <a:gdLst>
                <a:gd name="T0" fmla="*/ 48 w 133"/>
                <a:gd name="T1" fmla="*/ 105 h 131"/>
                <a:gd name="T2" fmla="*/ 55 w 133"/>
                <a:gd name="T3" fmla="*/ 94 h 131"/>
                <a:gd name="T4" fmla="*/ 71 w 133"/>
                <a:gd name="T5" fmla="*/ 90 h 131"/>
                <a:gd name="T6" fmla="*/ 79 w 133"/>
                <a:gd name="T7" fmla="*/ 85 h 131"/>
                <a:gd name="T8" fmla="*/ 85 w 133"/>
                <a:gd name="T9" fmla="*/ 85 h 131"/>
                <a:gd name="T10" fmla="*/ 88 w 133"/>
                <a:gd name="T11" fmla="*/ 85 h 131"/>
                <a:gd name="T12" fmla="*/ 99 w 133"/>
                <a:gd name="T13" fmla="*/ 81 h 131"/>
                <a:gd name="T14" fmla="*/ 121 w 133"/>
                <a:gd name="T15" fmla="*/ 71 h 131"/>
                <a:gd name="T16" fmla="*/ 126 w 133"/>
                <a:gd name="T17" fmla="*/ 67 h 131"/>
                <a:gd name="T18" fmla="*/ 129 w 133"/>
                <a:gd name="T19" fmla="*/ 67 h 131"/>
                <a:gd name="T20" fmla="*/ 130 w 133"/>
                <a:gd name="T21" fmla="*/ 67 h 131"/>
                <a:gd name="T22" fmla="*/ 133 w 133"/>
                <a:gd name="T23" fmla="*/ 57 h 131"/>
                <a:gd name="T24" fmla="*/ 129 w 133"/>
                <a:gd name="T25" fmla="*/ 40 h 131"/>
                <a:gd name="T26" fmla="*/ 129 w 133"/>
                <a:gd name="T27" fmla="*/ 37 h 131"/>
                <a:gd name="T28" fmla="*/ 129 w 133"/>
                <a:gd name="T29" fmla="*/ 36 h 131"/>
                <a:gd name="T30" fmla="*/ 127 w 133"/>
                <a:gd name="T31" fmla="*/ 34 h 131"/>
                <a:gd name="T32" fmla="*/ 126 w 133"/>
                <a:gd name="T33" fmla="*/ 28 h 131"/>
                <a:gd name="T34" fmla="*/ 125 w 133"/>
                <a:gd name="T35" fmla="*/ 25 h 131"/>
                <a:gd name="T36" fmla="*/ 120 w 133"/>
                <a:gd name="T37" fmla="*/ 9 h 131"/>
                <a:gd name="T38" fmla="*/ 118 w 133"/>
                <a:gd name="T39" fmla="*/ 1 h 131"/>
                <a:gd name="T40" fmla="*/ 118 w 133"/>
                <a:gd name="T41" fmla="*/ 0 h 131"/>
                <a:gd name="T42" fmla="*/ 99 w 133"/>
                <a:gd name="T43" fmla="*/ 5 h 131"/>
                <a:gd name="T44" fmla="*/ 96 w 133"/>
                <a:gd name="T45" fmla="*/ 5 h 131"/>
                <a:gd name="T46" fmla="*/ 95 w 133"/>
                <a:gd name="T47" fmla="*/ 5 h 131"/>
                <a:gd name="T48" fmla="*/ 94 w 133"/>
                <a:gd name="T49" fmla="*/ 5 h 131"/>
                <a:gd name="T50" fmla="*/ 82 w 133"/>
                <a:gd name="T51" fmla="*/ 9 h 131"/>
                <a:gd name="T52" fmla="*/ 78 w 133"/>
                <a:gd name="T53" fmla="*/ 10 h 131"/>
                <a:gd name="T54" fmla="*/ 69 w 133"/>
                <a:gd name="T55" fmla="*/ 12 h 131"/>
                <a:gd name="T56" fmla="*/ 48 w 133"/>
                <a:gd name="T57" fmla="*/ 21 h 131"/>
                <a:gd name="T58" fmla="*/ 47 w 133"/>
                <a:gd name="T59" fmla="*/ 17 h 131"/>
                <a:gd name="T60" fmla="*/ 34 w 133"/>
                <a:gd name="T61" fmla="*/ 21 h 131"/>
                <a:gd name="T62" fmla="*/ 31 w 133"/>
                <a:gd name="T63" fmla="*/ 21 h 131"/>
                <a:gd name="T64" fmla="*/ 9 w 133"/>
                <a:gd name="T65" fmla="*/ 25 h 131"/>
                <a:gd name="T66" fmla="*/ 4 w 133"/>
                <a:gd name="T67" fmla="*/ 27 h 131"/>
                <a:gd name="T68" fmla="*/ 0 w 133"/>
                <a:gd name="T69" fmla="*/ 28 h 131"/>
                <a:gd name="T70" fmla="*/ 1 w 133"/>
                <a:gd name="T71" fmla="*/ 33 h 131"/>
                <a:gd name="T72" fmla="*/ 6 w 133"/>
                <a:gd name="T73" fmla="*/ 57 h 131"/>
                <a:gd name="T74" fmla="*/ 7 w 133"/>
                <a:gd name="T75" fmla="*/ 64 h 131"/>
                <a:gd name="T76" fmla="*/ 9 w 133"/>
                <a:gd name="T77" fmla="*/ 69 h 131"/>
                <a:gd name="T78" fmla="*/ 9 w 133"/>
                <a:gd name="T79" fmla="*/ 70 h 131"/>
                <a:gd name="T80" fmla="*/ 10 w 133"/>
                <a:gd name="T81" fmla="*/ 77 h 131"/>
                <a:gd name="T82" fmla="*/ 11 w 133"/>
                <a:gd name="T83" fmla="*/ 87 h 131"/>
                <a:gd name="T84" fmla="*/ 12 w 133"/>
                <a:gd name="T85" fmla="*/ 89 h 131"/>
                <a:gd name="T86" fmla="*/ 12 w 133"/>
                <a:gd name="T87" fmla="*/ 93 h 131"/>
                <a:gd name="T88" fmla="*/ 21 w 133"/>
                <a:gd name="T89" fmla="*/ 106 h 131"/>
                <a:gd name="T90" fmla="*/ 6 w 133"/>
                <a:gd name="T91" fmla="*/ 121 h 131"/>
                <a:gd name="T92" fmla="*/ 13 w 133"/>
                <a:gd name="T93" fmla="*/ 131 h 131"/>
                <a:gd name="T94" fmla="*/ 30 w 133"/>
                <a:gd name="T95" fmla="*/ 119 h 131"/>
                <a:gd name="T96" fmla="*/ 39 w 133"/>
                <a:gd name="T97" fmla="*/ 111 h 131"/>
                <a:gd name="T98" fmla="*/ 48 w 133"/>
                <a:gd name="T99" fmla="*/ 10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3" h="131">
                  <a:moveTo>
                    <a:pt x="48" y="105"/>
                  </a:moveTo>
                  <a:lnTo>
                    <a:pt x="55" y="94"/>
                  </a:lnTo>
                  <a:lnTo>
                    <a:pt x="71" y="90"/>
                  </a:lnTo>
                  <a:lnTo>
                    <a:pt x="79" y="85"/>
                  </a:lnTo>
                  <a:lnTo>
                    <a:pt x="85" y="85"/>
                  </a:lnTo>
                  <a:lnTo>
                    <a:pt x="88" y="85"/>
                  </a:lnTo>
                  <a:lnTo>
                    <a:pt x="99" y="81"/>
                  </a:lnTo>
                  <a:lnTo>
                    <a:pt x="121" y="71"/>
                  </a:lnTo>
                  <a:lnTo>
                    <a:pt x="126" y="67"/>
                  </a:lnTo>
                  <a:lnTo>
                    <a:pt x="129" y="67"/>
                  </a:lnTo>
                  <a:lnTo>
                    <a:pt x="130" y="67"/>
                  </a:lnTo>
                  <a:lnTo>
                    <a:pt x="133" y="57"/>
                  </a:lnTo>
                  <a:lnTo>
                    <a:pt x="129" y="40"/>
                  </a:lnTo>
                  <a:lnTo>
                    <a:pt x="129" y="37"/>
                  </a:lnTo>
                  <a:lnTo>
                    <a:pt x="129" y="36"/>
                  </a:lnTo>
                  <a:lnTo>
                    <a:pt x="127" y="34"/>
                  </a:lnTo>
                  <a:lnTo>
                    <a:pt x="126" y="28"/>
                  </a:lnTo>
                  <a:lnTo>
                    <a:pt x="125" y="25"/>
                  </a:lnTo>
                  <a:lnTo>
                    <a:pt x="120" y="9"/>
                  </a:lnTo>
                  <a:lnTo>
                    <a:pt x="118" y="1"/>
                  </a:lnTo>
                  <a:lnTo>
                    <a:pt x="118" y="0"/>
                  </a:lnTo>
                  <a:lnTo>
                    <a:pt x="99" y="5"/>
                  </a:lnTo>
                  <a:lnTo>
                    <a:pt x="96" y="5"/>
                  </a:lnTo>
                  <a:lnTo>
                    <a:pt x="95" y="5"/>
                  </a:lnTo>
                  <a:lnTo>
                    <a:pt x="94" y="5"/>
                  </a:lnTo>
                  <a:lnTo>
                    <a:pt x="82" y="9"/>
                  </a:lnTo>
                  <a:lnTo>
                    <a:pt x="78" y="10"/>
                  </a:lnTo>
                  <a:lnTo>
                    <a:pt x="69" y="12"/>
                  </a:lnTo>
                  <a:lnTo>
                    <a:pt x="48" y="21"/>
                  </a:lnTo>
                  <a:lnTo>
                    <a:pt x="47" y="17"/>
                  </a:lnTo>
                  <a:lnTo>
                    <a:pt x="34" y="21"/>
                  </a:lnTo>
                  <a:lnTo>
                    <a:pt x="31" y="21"/>
                  </a:lnTo>
                  <a:lnTo>
                    <a:pt x="9" y="25"/>
                  </a:lnTo>
                  <a:lnTo>
                    <a:pt x="4" y="27"/>
                  </a:lnTo>
                  <a:lnTo>
                    <a:pt x="0" y="28"/>
                  </a:lnTo>
                  <a:lnTo>
                    <a:pt x="1" y="33"/>
                  </a:lnTo>
                  <a:lnTo>
                    <a:pt x="6" y="57"/>
                  </a:lnTo>
                  <a:lnTo>
                    <a:pt x="7" y="64"/>
                  </a:lnTo>
                  <a:lnTo>
                    <a:pt x="9" y="69"/>
                  </a:lnTo>
                  <a:lnTo>
                    <a:pt x="9" y="70"/>
                  </a:lnTo>
                  <a:lnTo>
                    <a:pt x="10" y="77"/>
                  </a:lnTo>
                  <a:lnTo>
                    <a:pt x="11" y="87"/>
                  </a:lnTo>
                  <a:lnTo>
                    <a:pt x="12" y="89"/>
                  </a:lnTo>
                  <a:lnTo>
                    <a:pt x="12" y="93"/>
                  </a:lnTo>
                  <a:lnTo>
                    <a:pt x="21" y="106"/>
                  </a:lnTo>
                  <a:lnTo>
                    <a:pt x="6" y="121"/>
                  </a:lnTo>
                  <a:lnTo>
                    <a:pt x="13" y="131"/>
                  </a:lnTo>
                  <a:lnTo>
                    <a:pt x="30" y="119"/>
                  </a:lnTo>
                  <a:lnTo>
                    <a:pt x="39" y="111"/>
                  </a:lnTo>
                  <a:lnTo>
                    <a:pt x="48" y="10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0" name="Freeform 32">
              <a:extLst>
                <a:ext uri="{FF2B5EF4-FFF2-40B4-BE49-F238E27FC236}">
                  <a16:creationId xmlns:a16="http://schemas.microsoft.com/office/drawing/2014/main" id="{6A888B8C-E8C5-DE46-1DE5-27059F5CE3A7}"/>
                </a:ext>
              </a:extLst>
            </p:cNvPr>
            <p:cNvSpPr>
              <a:spLocks noChangeAspect="1"/>
            </p:cNvSpPr>
            <p:nvPr/>
          </p:nvSpPr>
          <p:spPr bwMode="auto">
            <a:xfrm>
              <a:off x="984" y="2262"/>
              <a:ext cx="50" cy="79"/>
            </a:xfrm>
            <a:custGeom>
              <a:avLst/>
              <a:gdLst>
                <a:gd name="T0" fmla="*/ 38 w 282"/>
                <a:gd name="T1" fmla="*/ 360 h 443"/>
                <a:gd name="T2" fmla="*/ 29 w 282"/>
                <a:gd name="T3" fmla="*/ 333 h 443"/>
                <a:gd name="T4" fmla="*/ 2 w 282"/>
                <a:gd name="T5" fmla="*/ 249 h 443"/>
                <a:gd name="T6" fmla="*/ 3 w 282"/>
                <a:gd name="T7" fmla="*/ 235 h 443"/>
                <a:gd name="T8" fmla="*/ 16 w 282"/>
                <a:gd name="T9" fmla="*/ 239 h 443"/>
                <a:gd name="T10" fmla="*/ 26 w 282"/>
                <a:gd name="T11" fmla="*/ 223 h 443"/>
                <a:gd name="T12" fmla="*/ 24 w 282"/>
                <a:gd name="T13" fmla="*/ 197 h 443"/>
                <a:gd name="T14" fmla="*/ 38 w 282"/>
                <a:gd name="T15" fmla="*/ 165 h 443"/>
                <a:gd name="T16" fmla="*/ 32 w 282"/>
                <a:gd name="T17" fmla="*/ 150 h 443"/>
                <a:gd name="T18" fmla="*/ 38 w 282"/>
                <a:gd name="T19" fmla="*/ 119 h 443"/>
                <a:gd name="T20" fmla="*/ 34 w 282"/>
                <a:gd name="T21" fmla="*/ 92 h 443"/>
                <a:gd name="T22" fmla="*/ 77 w 282"/>
                <a:gd name="T23" fmla="*/ 19 h 443"/>
                <a:gd name="T24" fmla="*/ 108 w 282"/>
                <a:gd name="T25" fmla="*/ 15 h 443"/>
                <a:gd name="T26" fmla="*/ 126 w 282"/>
                <a:gd name="T27" fmla="*/ 0 h 443"/>
                <a:gd name="T28" fmla="*/ 158 w 282"/>
                <a:gd name="T29" fmla="*/ 14 h 443"/>
                <a:gd name="T30" fmla="*/ 202 w 282"/>
                <a:gd name="T31" fmla="*/ 144 h 443"/>
                <a:gd name="T32" fmla="*/ 227 w 282"/>
                <a:gd name="T33" fmla="*/ 144 h 443"/>
                <a:gd name="T34" fmla="*/ 248 w 282"/>
                <a:gd name="T35" fmla="*/ 185 h 443"/>
                <a:gd name="T36" fmla="*/ 250 w 282"/>
                <a:gd name="T37" fmla="*/ 179 h 443"/>
                <a:gd name="T38" fmla="*/ 276 w 282"/>
                <a:gd name="T39" fmla="*/ 197 h 443"/>
                <a:gd name="T40" fmla="*/ 270 w 282"/>
                <a:gd name="T41" fmla="*/ 230 h 443"/>
                <a:gd name="T42" fmla="*/ 269 w 282"/>
                <a:gd name="T43" fmla="*/ 231 h 443"/>
                <a:gd name="T44" fmla="*/ 261 w 282"/>
                <a:gd name="T45" fmla="*/ 233 h 443"/>
                <a:gd name="T46" fmla="*/ 255 w 282"/>
                <a:gd name="T47" fmla="*/ 241 h 443"/>
                <a:gd name="T48" fmla="*/ 251 w 282"/>
                <a:gd name="T49" fmla="*/ 254 h 443"/>
                <a:gd name="T50" fmla="*/ 237 w 282"/>
                <a:gd name="T51" fmla="*/ 253 h 443"/>
                <a:gd name="T52" fmla="*/ 230 w 282"/>
                <a:gd name="T53" fmla="*/ 264 h 443"/>
                <a:gd name="T54" fmla="*/ 226 w 282"/>
                <a:gd name="T55" fmla="*/ 273 h 443"/>
                <a:gd name="T56" fmla="*/ 204 w 282"/>
                <a:gd name="T57" fmla="*/ 288 h 443"/>
                <a:gd name="T58" fmla="*/ 195 w 282"/>
                <a:gd name="T59" fmla="*/ 283 h 443"/>
                <a:gd name="T60" fmla="*/ 174 w 282"/>
                <a:gd name="T61" fmla="*/ 290 h 443"/>
                <a:gd name="T62" fmla="*/ 171 w 282"/>
                <a:gd name="T63" fmla="*/ 271 h 443"/>
                <a:gd name="T64" fmla="*/ 164 w 282"/>
                <a:gd name="T65" fmla="*/ 287 h 443"/>
                <a:gd name="T66" fmla="*/ 162 w 282"/>
                <a:gd name="T67" fmla="*/ 313 h 443"/>
                <a:gd name="T68" fmla="*/ 153 w 282"/>
                <a:gd name="T69" fmla="*/ 341 h 443"/>
                <a:gd name="T70" fmla="*/ 142 w 282"/>
                <a:gd name="T71" fmla="*/ 343 h 443"/>
                <a:gd name="T72" fmla="*/ 135 w 282"/>
                <a:gd name="T73" fmla="*/ 353 h 443"/>
                <a:gd name="T74" fmla="*/ 128 w 282"/>
                <a:gd name="T75" fmla="*/ 360 h 443"/>
                <a:gd name="T76" fmla="*/ 118 w 282"/>
                <a:gd name="T77" fmla="*/ 363 h 443"/>
                <a:gd name="T78" fmla="*/ 112 w 282"/>
                <a:gd name="T79" fmla="*/ 368 h 443"/>
                <a:gd name="T80" fmla="*/ 100 w 282"/>
                <a:gd name="T81" fmla="*/ 380 h 443"/>
                <a:gd name="T82" fmla="*/ 101 w 282"/>
                <a:gd name="T83" fmla="*/ 389 h 443"/>
                <a:gd name="T84" fmla="*/ 93 w 282"/>
                <a:gd name="T85" fmla="*/ 392 h 443"/>
                <a:gd name="T86" fmla="*/ 93 w 282"/>
                <a:gd name="T87" fmla="*/ 399 h 443"/>
                <a:gd name="T88" fmla="*/ 84 w 282"/>
                <a:gd name="T89" fmla="*/ 423 h 443"/>
                <a:gd name="T90" fmla="*/ 82 w 282"/>
                <a:gd name="T91" fmla="*/ 443 h 443"/>
                <a:gd name="T92" fmla="*/ 77 w 282"/>
                <a:gd name="T93" fmla="*/ 441 h 443"/>
                <a:gd name="T94" fmla="*/ 68 w 282"/>
                <a:gd name="T95" fmla="*/ 427 h 443"/>
                <a:gd name="T96" fmla="*/ 52 w 282"/>
                <a:gd name="T97" fmla="*/ 403 h 443"/>
                <a:gd name="T98" fmla="*/ 44 w 282"/>
                <a:gd name="T99" fmla="*/ 379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43">
                  <a:moveTo>
                    <a:pt x="44" y="379"/>
                  </a:moveTo>
                  <a:lnTo>
                    <a:pt x="38" y="360"/>
                  </a:lnTo>
                  <a:lnTo>
                    <a:pt x="30" y="337"/>
                  </a:lnTo>
                  <a:lnTo>
                    <a:pt x="29" y="333"/>
                  </a:lnTo>
                  <a:lnTo>
                    <a:pt x="16" y="291"/>
                  </a:lnTo>
                  <a:lnTo>
                    <a:pt x="2" y="249"/>
                  </a:lnTo>
                  <a:lnTo>
                    <a:pt x="0" y="246"/>
                  </a:lnTo>
                  <a:lnTo>
                    <a:pt x="3" y="235"/>
                  </a:lnTo>
                  <a:lnTo>
                    <a:pt x="16" y="243"/>
                  </a:lnTo>
                  <a:lnTo>
                    <a:pt x="16" y="239"/>
                  </a:lnTo>
                  <a:lnTo>
                    <a:pt x="17" y="223"/>
                  </a:lnTo>
                  <a:lnTo>
                    <a:pt x="26" y="223"/>
                  </a:lnTo>
                  <a:lnTo>
                    <a:pt x="21" y="204"/>
                  </a:lnTo>
                  <a:lnTo>
                    <a:pt x="24" y="197"/>
                  </a:lnTo>
                  <a:lnTo>
                    <a:pt x="33" y="187"/>
                  </a:lnTo>
                  <a:lnTo>
                    <a:pt x="38" y="165"/>
                  </a:lnTo>
                  <a:lnTo>
                    <a:pt x="32" y="162"/>
                  </a:lnTo>
                  <a:lnTo>
                    <a:pt x="32" y="150"/>
                  </a:lnTo>
                  <a:lnTo>
                    <a:pt x="29" y="138"/>
                  </a:lnTo>
                  <a:lnTo>
                    <a:pt x="38" y="119"/>
                  </a:lnTo>
                  <a:lnTo>
                    <a:pt x="35" y="104"/>
                  </a:lnTo>
                  <a:lnTo>
                    <a:pt x="34" y="92"/>
                  </a:lnTo>
                  <a:lnTo>
                    <a:pt x="63" y="7"/>
                  </a:lnTo>
                  <a:lnTo>
                    <a:pt x="77" y="19"/>
                  </a:lnTo>
                  <a:lnTo>
                    <a:pt x="83" y="25"/>
                  </a:lnTo>
                  <a:lnTo>
                    <a:pt x="108" y="15"/>
                  </a:lnTo>
                  <a:lnTo>
                    <a:pt x="122" y="0"/>
                  </a:lnTo>
                  <a:lnTo>
                    <a:pt x="126" y="0"/>
                  </a:lnTo>
                  <a:lnTo>
                    <a:pt x="152" y="8"/>
                  </a:lnTo>
                  <a:lnTo>
                    <a:pt x="158" y="14"/>
                  </a:lnTo>
                  <a:lnTo>
                    <a:pt x="164" y="15"/>
                  </a:lnTo>
                  <a:lnTo>
                    <a:pt x="202" y="144"/>
                  </a:lnTo>
                  <a:lnTo>
                    <a:pt x="224" y="146"/>
                  </a:lnTo>
                  <a:lnTo>
                    <a:pt x="227" y="144"/>
                  </a:lnTo>
                  <a:lnTo>
                    <a:pt x="237" y="176"/>
                  </a:lnTo>
                  <a:lnTo>
                    <a:pt x="248" y="185"/>
                  </a:lnTo>
                  <a:lnTo>
                    <a:pt x="250" y="183"/>
                  </a:lnTo>
                  <a:lnTo>
                    <a:pt x="250" y="179"/>
                  </a:lnTo>
                  <a:lnTo>
                    <a:pt x="263" y="181"/>
                  </a:lnTo>
                  <a:lnTo>
                    <a:pt x="276" y="197"/>
                  </a:lnTo>
                  <a:lnTo>
                    <a:pt x="282" y="205"/>
                  </a:lnTo>
                  <a:lnTo>
                    <a:pt x="270" y="230"/>
                  </a:lnTo>
                  <a:lnTo>
                    <a:pt x="268" y="230"/>
                  </a:lnTo>
                  <a:lnTo>
                    <a:pt x="269" y="231"/>
                  </a:lnTo>
                  <a:lnTo>
                    <a:pt x="266" y="230"/>
                  </a:lnTo>
                  <a:lnTo>
                    <a:pt x="261" y="233"/>
                  </a:lnTo>
                  <a:lnTo>
                    <a:pt x="262" y="235"/>
                  </a:lnTo>
                  <a:lnTo>
                    <a:pt x="255" y="241"/>
                  </a:lnTo>
                  <a:lnTo>
                    <a:pt x="256" y="247"/>
                  </a:lnTo>
                  <a:lnTo>
                    <a:pt x="251" y="254"/>
                  </a:lnTo>
                  <a:lnTo>
                    <a:pt x="249" y="249"/>
                  </a:lnTo>
                  <a:lnTo>
                    <a:pt x="237" y="253"/>
                  </a:lnTo>
                  <a:lnTo>
                    <a:pt x="234" y="263"/>
                  </a:lnTo>
                  <a:lnTo>
                    <a:pt x="230" y="264"/>
                  </a:lnTo>
                  <a:lnTo>
                    <a:pt x="226" y="267"/>
                  </a:lnTo>
                  <a:lnTo>
                    <a:pt x="226" y="273"/>
                  </a:lnTo>
                  <a:lnTo>
                    <a:pt x="214" y="285"/>
                  </a:lnTo>
                  <a:lnTo>
                    <a:pt x="204" y="288"/>
                  </a:lnTo>
                  <a:lnTo>
                    <a:pt x="192" y="275"/>
                  </a:lnTo>
                  <a:lnTo>
                    <a:pt x="195" y="283"/>
                  </a:lnTo>
                  <a:lnTo>
                    <a:pt x="188" y="306"/>
                  </a:lnTo>
                  <a:lnTo>
                    <a:pt x="174" y="290"/>
                  </a:lnTo>
                  <a:lnTo>
                    <a:pt x="172" y="272"/>
                  </a:lnTo>
                  <a:lnTo>
                    <a:pt x="171" y="271"/>
                  </a:lnTo>
                  <a:lnTo>
                    <a:pt x="167" y="281"/>
                  </a:lnTo>
                  <a:lnTo>
                    <a:pt x="164" y="287"/>
                  </a:lnTo>
                  <a:lnTo>
                    <a:pt x="162" y="300"/>
                  </a:lnTo>
                  <a:lnTo>
                    <a:pt x="162" y="313"/>
                  </a:lnTo>
                  <a:lnTo>
                    <a:pt x="167" y="324"/>
                  </a:lnTo>
                  <a:lnTo>
                    <a:pt x="153" y="341"/>
                  </a:lnTo>
                  <a:lnTo>
                    <a:pt x="148" y="339"/>
                  </a:lnTo>
                  <a:lnTo>
                    <a:pt x="142" y="343"/>
                  </a:lnTo>
                  <a:lnTo>
                    <a:pt x="141" y="348"/>
                  </a:lnTo>
                  <a:lnTo>
                    <a:pt x="135" y="353"/>
                  </a:lnTo>
                  <a:lnTo>
                    <a:pt x="129" y="353"/>
                  </a:lnTo>
                  <a:lnTo>
                    <a:pt x="128" y="360"/>
                  </a:lnTo>
                  <a:lnTo>
                    <a:pt x="124" y="367"/>
                  </a:lnTo>
                  <a:lnTo>
                    <a:pt x="118" y="363"/>
                  </a:lnTo>
                  <a:lnTo>
                    <a:pt x="116" y="362"/>
                  </a:lnTo>
                  <a:lnTo>
                    <a:pt x="112" y="368"/>
                  </a:lnTo>
                  <a:lnTo>
                    <a:pt x="104" y="373"/>
                  </a:lnTo>
                  <a:lnTo>
                    <a:pt x="100" y="380"/>
                  </a:lnTo>
                  <a:lnTo>
                    <a:pt x="102" y="386"/>
                  </a:lnTo>
                  <a:lnTo>
                    <a:pt x="101" y="389"/>
                  </a:lnTo>
                  <a:lnTo>
                    <a:pt x="99" y="389"/>
                  </a:lnTo>
                  <a:lnTo>
                    <a:pt x="93" y="392"/>
                  </a:lnTo>
                  <a:lnTo>
                    <a:pt x="92" y="396"/>
                  </a:lnTo>
                  <a:lnTo>
                    <a:pt x="93" y="399"/>
                  </a:lnTo>
                  <a:lnTo>
                    <a:pt x="96" y="398"/>
                  </a:lnTo>
                  <a:lnTo>
                    <a:pt x="84" y="423"/>
                  </a:lnTo>
                  <a:lnTo>
                    <a:pt x="86" y="431"/>
                  </a:lnTo>
                  <a:lnTo>
                    <a:pt x="82" y="443"/>
                  </a:lnTo>
                  <a:lnTo>
                    <a:pt x="78" y="441"/>
                  </a:lnTo>
                  <a:lnTo>
                    <a:pt x="77" y="441"/>
                  </a:lnTo>
                  <a:lnTo>
                    <a:pt x="72" y="439"/>
                  </a:lnTo>
                  <a:lnTo>
                    <a:pt x="68" y="427"/>
                  </a:lnTo>
                  <a:lnTo>
                    <a:pt x="57" y="421"/>
                  </a:lnTo>
                  <a:lnTo>
                    <a:pt x="52" y="403"/>
                  </a:lnTo>
                  <a:lnTo>
                    <a:pt x="45" y="384"/>
                  </a:lnTo>
                  <a:lnTo>
                    <a:pt x="44" y="37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51" name="Freeform 33">
              <a:extLst>
                <a:ext uri="{FF2B5EF4-FFF2-40B4-BE49-F238E27FC236}">
                  <a16:creationId xmlns:a16="http://schemas.microsoft.com/office/drawing/2014/main" id="{2ACB52A5-584E-8B3C-943E-F17AF31F9719}"/>
                </a:ext>
              </a:extLst>
            </p:cNvPr>
            <p:cNvSpPr>
              <a:spLocks noChangeAspect="1"/>
            </p:cNvSpPr>
            <p:nvPr/>
          </p:nvSpPr>
          <p:spPr bwMode="auto">
            <a:xfrm>
              <a:off x="1019" y="2315"/>
              <a:ext cx="3" cy="1"/>
            </a:xfrm>
            <a:custGeom>
              <a:avLst/>
              <a:gdLst>
                <a:gd name="T0" fmla="*/ 1 w 12"/>
                <a:gd name="T1" fmla="*/ 8 h 8"/>
                <a:gd name="T2" fmla="*/ 12 w 12"/>
                <a:gd name="T3" fmla="*/ 5 h 8"/>
                <a:gd name="T4" fmla="*/ 7 w 12"/>
                <a:gd name="T5" fmla="*/ 0 h 8"/>
                <a:gd name="T6" fmla="*/ 0 w 12"/>
                <a:gd name="T7" fmla="*/ 2 h 8"/>
                <a:gd name="T8" fmla="*/ 1 w 12"/>
                <a:gd name="T9" fmla="*/ 8 h 8"/>
              </a:gdLst>
              <a:ahLst/>
              <a:cxnLst>
                <a:cxn ang="0">
                  <a:pos x="T0" y="T1"/>
                </a:cxn>
                <a:cxn ang="0">
                  <a:pos x="T2" y="T3"/>
                </a:cxn>
                <a:cxn ang="0">
                  <a:pos x="T4" y="T5"/>
                </a:cxn>
                <a:cxn ang="0">
                  <a:pos x="T6" y="T7"/>
                </a:cxn>
                <a:cxn ang="0">
                  <a:pos x="T8" y="T9"/>
                </a:cxn>
              </a:cxnLst>
              <a:rect l="0" t="0" r="r" b="b"/>
              <a:pathLst>
                <a:path w="12" h="8">
                  <a:moveTo>
                    <a:pt x="1" y="8"/>
                  </a:moveTo>
                  <a:lnTo>
                    <a:pt x="12" y="5"/>
                  </a:lnTo>
                  <a:lnTo>
                    <a:pt x="7" y="0"/>
                  </a:lnTo>
                  <a:lnTo>
                    <a:pt x="0" y="2"/>
                  </a:lnTo>
                  <a:lnTo>
                    <a:pt x="1" y="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164" name="Freeform 34">
              <a:extLst>
                <a:ext uri="{FF2B5EF4-FFF2-40B4-BE49-F238E27FC236}">
                  <a16:creationId xmlns:a16="http://schemas.microsoft.com/office/drawing/2014/main" id="{44CBF486-4854-B7B8-D32C-F6B289C0DC7C}"/>
                </a:ext>
              </a:extLst>
            </p:cNvPr>
            <p:cNvSpPr>
              <a:spLocks noChangeAspect="1"/>
            </p:cNvSpPr>
            <p:nvPr/>
          </p:nvSpPr>
          <p:spPr bwMode="auto">
            <a:xfrm>
              <a:off x="968" y="2345"/>
              <a:ext cx="46" cy="25"/>
            </a:xfrm>
            <a:custGeom>
              <a:avLst/>
              <a:gdLst>
                <a:gd name="T0" fmla="*/ 200 w 258"/>
                <a:gd name="T1" fmla="*/ 113 h 139"/>
                <a:gd name="T2" fmla="*/ 192 w 258"/>
                <a:gd name="T3" fmla="*/ 119 h 139"/>
                <a:gd name="T4" fmla="*/ 186 w 258"/>
                <a:gd name="T5" fmla="*/ 134 h 139"/>
                <a:gd name="T6" fmla="*/ 176 w 258"/>
                <a:gd name="T7" fmla="*/ 126 h 139"/>
                <a:gd name="T8" fmla="*/ 169 w 258"/>
                <a:gd name="T9" fmla="*/ 119 h 139"/>
                <a:gd name="T10" fmla="*/ 164 w 258"/>
                <a:gd name="T11" fmla="*/ 114 h 139"/>
                <a:gd name="T12" fmla="*/ 155 w 258"/>
                <a:gd name="T13" fmla="*/ 102 h 139"/>
                <a:gd name="T14" fmla="*/ 150 w 258"/>
                <a:gd name="T15" fmla="*/ 93 h 139"/>
                <a:gd name="T16" fmla="*/ 145 w 258"/>
                <a:gd name="T17" fmla="*/ 92 h 139"/>
                <a:gd name="T18" fmla="*/ 138 w 258"/>
                <a:gd name="T19" fmla="*/ 95 h 139"/>
                <a:gd name="T20" fmla="*/ 120 w 258"/>
                <a:gd name="T21" fmla="*/ 99 h 139"/>
                <a:gd name="T22" fmla="*/ 101 w 258"/>
                <a:gd name="T23" fmla="*/ 103 h 139"/>
                <a:gd name="T24" fmla="*/ 97 w 258"/>
                <a:gd name="T25" fmla="*/ 103 h 139"/>
                <a:gd name="T26" fmla="*/ 84 w 258"/>
                <a:gd name="T27" fmla="*/ 107 h 139"/>
                <a:gd name="T28" fmla="*/ 71 w 258"/>
                <a:gd name="T29" fmla="*/ 110 h 139"/>
                <a:gd name="T30" fmla="*/ 49 w 258"/>
                <a:gd name="T31" fmla="*/ 115 h 139"/>
                <a:gd name="T32" fmla="*/ 33 w 258"/>
                <a:gd name="T33" fmla="*/ 119 h 139"/>
                <a:gd name="T34" fmla="*/ 6 w 258"/>
                <a:gd name="T35" fmla="*/ 125 h 139"/>
                <a:gd name="T36" fmla="*/ 0 w 258"/>
                <a:gd name="T37" fmla="*/ 122 h 139"/>
                <a:gd name="T38" fmla="*/ 1 w 258"/>
                <a:gd name="T39" fmla="*/ 80 h 139"/>
                <a:gd name="T40" fmla="*/ 1 w 258"/>
                <a:gd name="T41" fmla="*/ 62 h 139"/>
                <a:gd name="T42" fmla="*/ 14 w 258"/>
                <a:gd name="T43" fmla="*/ 53 h 139"/>
                <a:gd name="T44" fmla="*/ 18 w 258"/>
                <a:gd name="T45" fmla="*/ 53 h 139"/>
                <a:gd name="T46" fmla="*/ 20 w 258"/>
                <a:gd name="T47" fmla="*/ 51 h 139"/>
                <a:gd name="T48" fmla="*/ 37 w 258"/>
                <a:gd name="T49" fmla="*/ 48 h 139"/>
                <a:gd name="T50" fmla="*/ 57 w 258"/>
                <a:gd name="T51" fmla="*/ 44 h 139"/>
                <a:gd name="T52" fmla="*/ 65 w 258"/>
                <a:gd name="T53" fmla="*/ 42 h 139"/>
                <a:gd name="T54" fmla="*/ 85 w 258"/>
                <a:gd name="T55" fmla="*/ 38 h 139"/>
                <a:gd name="T56" fmla="*/ 93 w 258"/>
                <a:gd name="T57" fmla="*/ 36 h 139"/>
                <a:gd name="T58" fmla="*/ 138 w 258"/>
                <a:gd name="T59" fmla="*/ 25 h 139"/>
                <a:gd name="T60" fmla="*/ 139 w 258"/>
                <a:gd name="T61" fmla="*/ 21 h 139"/>
                <a:gd name="T62" fmla="*/ 140 w 258"/>
                <a:gd name="T63" fmla="*/ 20 h 139"/>
                <a:gd name="T64" fmla="*/ 151 w 258"/>
                <a:gd name="T65" fmla="*/ 6 h 139"/>
                <a:gd name="T66" fmla="*/ 175 w 258"/>
                <a:gd name="T67" fmla="*/ 17 h 139"/>
                <a:gd name="T68" fmla="*/ 186 w 258"/>
                <a:gd name="T69" fmla="*/ 21 h 139"/>
                <a:gd name="T70" fmla="*/ 169 w 258"/>
                <a:gd name="T71" fmla="*/ 45 h 139"/>
                <a:gd name="T72" fmla="*/ 168 w 258"/>
                <a:gd name="T73" fmla="*/ 50 h 139"/>
                <a:gd name="T74" fmla="*/ 181 w 258"/>
                <a:gd name="T75" fmla="*/ 57 h 139"/>
                <a:gd name="T76" fmla="*/ 203 w 258"/>
                <a:gd name="T77" fmla="*/ 78 h 139"/>
                <a:gd name="T78" fmla="*/ 203 w 258"/>
                <a:gd name="T79" fmla="*/ 84 h 139"/>
                <a:gd name="T80" fmla="*/ 212 w 258"/>
                <a:gd name="T81" fmla="*/ 95 h 139"/>
                <a:gd name="T82" fmla="*/ 234 w 258"/>
                <a:gd name="T83" fmla="*/ 97 h 139"/>
                <a:gd name="T84" fmla="*/ 247 w 258"/>
                <a:gd name="T85" fmla="*/ 78 h 139"/>
                <a:gd name="T86" fmla="*/ 234 w 258"/>
                <a:gd name="T87" fmla="*/ 62 h 139"/>
                <a:gd name="T88" fmla="*/ 258 w 258"/>
                <a:gd name="T89" fmla="*/ 95 h 139"/>
                <a:gd name="T90" fmla="*/ 255 w 258"/>
                <a:gd name="T91" fmla="*/ 98 h 139"/>
                <a:gd name="T92" fmla="*/ 229 w 258"/>
                <a:gd name="T93" fmla="*/ 110 h 139"/>
                <a:gd name="T94" fmla="*/ 213 w 258"/>
                <a:gd name="T95" fmla="*/ 121 h 139"/>
                <a:gd name="T96" fmla="*/ 194 w 258"/>
                <a:gd name="T97" fmla="*/ 139 h 139"/>
                <a:gd name="T98" fmla="*/ 209 w 258"/>
                <a:gd name="T99" fmla="*/ 125 h 139"/>
                <a:gd name="T100" fmla="*/ 206 w 258"/>
                <a:gd name="T101" fmla="*/ 10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8" h="139">
                  <a:moveTo>
                    <a:pt x="206" y="108"/>
                  </a:moveTo>
                  <a:lnTo>
                    <a:pt x="200" y="113"/>
                  </a:lnTo>
                  <a:lnTo>
                    <a:pt x="197" y="119"/>
                  </a:lnTo>
                  <a:lnTo>
                    <a:pt x="192" y="119"/>
                  </a:lnTo>
                  <a:lnTo>
                    <a:pt x="191" y="129"/>
                  </a:lnTo>
                  <a:lnTo>
                    <a:pt x="186" y="134"/>
                  </a:lnTo>
                  <a:lnTo>
                    <a:pt x="180" y="135"/>
                  </a:lnTo>
                  <a:lnTo>
                    <a:pt x="176" y="126"/>
                  </a:lnTo>
                  <a:lnTo>
                    <a:pt x="175" y="120"/>
                  </a:lnTo>
                  <a:lnTo>
                    <a:pt x="169" y="119"/>
                  </a:lnTo>
                  <a:lnTo>
                    <a:pt x="165" y="115"/>
                  </a:lnTo>
                  <a:lnTo>
                    <a:pt x="164" y="114"/>
                  </a:lnTo>
                  <a:lnTo>
                    <a:pt x="159" y="113"/>
                  </a:lnTo>
                  <a:lnTo>
                    <a:pt x="155" y="102"/>
                  </a:lnTo>
                  <a:lnTo>
                    <a:pt x="152" y="103"/>
                  </a:lnTo>
                  <a:lnTo>
                    <a:pt x="150" y="93"/>
                  </a:lnTo>
                  <a:lnTo>
                    <a:pt x="149" y="91"/>
                  </a:lnTo>
                  <a:lnTo>
                    <a:pt x="145" y="92"/>
                  </a:lnTo>
                  <a:lnTo>
                    <a:pt x="140" y="93"/>
                  </a:lnTo>
                  <a:lnTo>
                    <a:pt x="138" y="95"/>
                  </a:lnTo>
                  <a:lnTo>
                    <a:pt x="123" y="98"/>
                  </a:lnTo>
                  <a:lnTo>
                    <a:pt x="120" y="99"/>
                  </a:lnTo>
                  <a:lnTo>
                    <a:pt x="120" y="98"/>
                  </a:lnTo>
                  <a:lnTo>
                    <a:pt x="101" y="103"/>
                  </a:lnTo>
                  <a:lnTo>
                    <a:pt x="98" y="103"/>
                  </a:lnTo>
                  <a:lnTo>
                    <a:pt x="97" y="103"/>
                  </a:lnTo>
                  <a:lnTo>
                    <a:pt x="96" y="103"/>
                  </a:lnTo>
                  <a:lnTo>
                    <a:pt x="84" y="107"/>
                  </a:lnTo>
                  <a:lnTo>
                    <a:pt x="80" y="108"/>
                  </a:lnTo>
                  <a:lnTo>
                    <a:pt x="71" y="110"/>
                  </a:lnTo>
                  <a:lnTo>
                    <a:pt x="50" y="119"/>
                  </a:lnTo>
                  <a:lnTo>
                    <a:pt x="49" y="115"/>
                  </a:lnTo>
                  <a:lnTo>
                    <a:pt x="36" y="119"/>
                  </a:lnTo>
                  <a:lnTo>
                    <a:pt x="33" y="119"/>
                  </a:lnTo>
                  <a:lnTo>
                    <a:pt x="11" y="123"/>
                  </a:lnTo>
                  <a:lnTo>
                    <a:pt x="6" y="125"/>
                  </a:lnTo>
                  <a:lnTo>
                    <a:pt x="2" y="126"/>
                  </a:lnTo>
                  <a:lnTo>
                    <a:pt x="0" y="122"/>
                  </a:lnTo>
                  <a:lnTo>
                    <a:pt x="0" y="119"/>
                  </a:lnTo>
                  <a:lnTo>
                    <a:pt x="1" y="80"/>
                  </a:lnTo>
                  <a:lnTo>
                    <a:pt x="1" y="68"/>
                  </a:lnTo>
                  <a:lnTo>
                    <a:pt x="1" y="62"/>
                  </a:lnTo>
                  <a:lnTo>
                    <a:pt x="2" y="56"/>
                  </a:lnTo>
                  <a:lnTo>
                    <a:pt x="14" y="53"/>
                  </a:lnTo>
                  <a:lnTo>
                    <a:pt x="17" y="53"/>
                  </a:lnTo>
                  <a:lnTo>
                    <a:pt x="18" y="53"/>
                  </a:lnTo>
                  <a:lnTo>
                    <a:pt x="19" y="53"/>
                  </a:lnTo>
                  <a:lnTo>
                    <a:pt x="20" y="51"/>
                  </a:lnTo>
                  <a:lnTo>
                    <a:pt x="25" y="50"/>
                  </a:lnTo>
                  <a:lnTo>
                    <a:pt x="37" y="48"/>
                  </a:lnTo>
                  <a:lnTo>
                    <a:pt x="55" y="44"/>
                  </a:lnTo>
                  <a:lnTo>
                    <a:pt x="57" y="44"/>
                  </a:lnTo>
                  <a:lnTo>
                    <a:pt x="63" y="42"/>
                  </a:lnTo>
                  <a:lnTo>
                    <a:pt x="65" y="42"/>
                  </a:lnTo>
                  <a:lnTo>
                    <a:pt x="69" y="41"/>
                  </a:lnTo>
                  <a:lnTo>
                    <a:pt x="85" y="38"/>
                  </a:lnTo>
                  <a:lnTo>
                    <a:pt x="91" y="36"/>
                  </a:lnTo>
                  <a:lnTo>
                    <a:pt x="93" y="36"/>
                  </a:lnTo>
                  <a:lnTo>
                    <a:pt x="96" y="36"/>
                  </a:lnTo>
                  <a:lnTo>
                    <a:pt x="138" y="25"/>
                  </a:lnTo>
                  <a:lnTo>
                    <a:pt x="139" y="23"/>
                  </a:lnTo>
                  <a:lnTo>
                    <a:pt x="139" y="21"/>
                  </a:lnTo>
                  <a:lnTo>
                    <a:pt x="139" y="20"/>
                  </a:lnTo>
                  <a:lnTo>
                    <a:pt x="140" y="20"/>
                  </a:lnTo>
                  <a:lnTo>
                    <a:pt x="150" y="11"/>
                  </a:lnTo>
                  <a:lnTo>
                    <a:pt x="151" y="6"/>
                  </a:lnTo>
                  <a:lnTo>
                    <a:pt x="165" y="0"/>
                  </a:lnTo>
                  <a:lnTo>
                    <a:pt x="175" y="17"/>
                  </a:lnTo>
                  <a:lnTo>
                    <a:pt x="183" y="14"/>
                  </a:lnTo>
                  <a:lnTo>
                    <a:pt x="186" y="21"/>
                  </a:lnTo>
                  <a:lnTo>
                    <a:pt x="177" y="29"/>
                  </a:lnTo>
                  <a:lnTo>
                    <a:pt x="169" y="45"/>
                  </a:lnTo>
                  <a:lnTo>
                    <a:pt x="168" y="43"/>
                  </a:lnTo>
                  <a:lnTo>
                    <a:pt x="168" y="50"/>
                  </a:lnTo>
                  <a:lnTo>
                    <a:pt x="173" y="55"/>
                  </a:lnTo>
                  <a:lnTo>
                    <a:pt x="181" y="57"/>
                  </a:lnTo>
                  <a:lnTo>
                    <a:pt x="183" y="57"/>
                  </a:lnTo>
                  <a:lnTo>
                    <a:pt x="203" y="78"/>
                  </a:lnTo>
                  <a:lnTo>
                    <a:pt x="197" y="80"/>
                  </a:lnTo>
                  <a:lnTo>
                    <a:pt x="203" y="84"/>
                  </a:lnTo>
                  <a:lnTo>
                    <a:pt x="205" y="83"/>
                  </a:lnTo>
                  <a:lnTo>
                    <a:pt x="212" y="95"/>
                  </a:lnTo>
                  <a:lnTo>
                    <a:pt x="216" y="97"/>
                  </a:lnTo>
                  <a:lnTo>
                    <a:pt x="234" y="97"/>
                  </a:lnTo>
                  <a:lnTo>
                    <a:pt x="247" y="87"/>
                  </a:lnTo>
                  <a:lnTo>
                    <a:pt x="247" y="78"/>
                  </a:lnTo>
                  <a:lnTo>
                    <a:pt x="242" y="79"/>
                  </a:lnTo>
                  <a:lnTo>
                    <a:pt x="234" y="62"/>
                  </a:lnTo>
                  <a:lnTo>
                    <a:pt x="243" y="68"/>
                  </a:lnTo>
                  <a:lnTo>
                    <a:pt x="258" y="95"/>
                  </a:lnTo>
                  <a:lnTo>
                    <a:pt x="257" y="109"/>
                  </a:lnTo>
                  <a:lnTo>
                    <a:pt x="255" y="98"/>
                  </a:lnTo>
                  <a:lnTo>
                    <a:pt x="253" y="97"/>
                  </a:lnTo>
                  <a:lnTo>
                    <a:pt x="229" y="110"/>
                  </a:lnTo>
                  <a:lnTo>
                    <a:pt x="222" y="117"/>
                  </a:lnTo>
                  <a:lnTo>
                    <a:pt x="213" y="121"/>
                  </a:lnTo>
                  <a:lnTo>
                    <a:pt x="211" y="125"/>
                  </a:lnTo>
                  <a:lnTo>
                    <a:pt x="194" y="139"/>
                  </a:lnTo>
                  <a:lnTo>
                    <a:pt x="195" y="137"/>
                  </a:lnTo>
                  <a:lnTo>
                    <a:pt x="209" y="125"/>
                  </a:lnTo>
                  <a:lnTo>
                    <a:pt x="210" y="114"/>
                  </a:lnTo>
                  <a:lnTo>
                    <a:pt x="206" y="109"/>
                  </a:lnTo>
                  <a:lnTo>
                    <a:pt x="206" y="10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57" name="Freeform 35">
              <a:extLst>
                <a:ext uri="{FF2B5EF4-FFF2-40B4-BE49-F238E27FC236}">
                  <a16:creationId xmlns:a16="http://schemas.microsoft.com/office/drawing/2014/main" id="{6C3B03E8-20AF-4418-4A51-DC21EF5612BA}"/>
                </a:ext>
              </a:extLst>
            </p:cNvPr>
            <p:cNvSpPr>
              <a:spLocks noChangeAspect="1"/>
            </p:cNvSpPr>
            <p:nvPr/>
          </p:nvSpPr>
          <p:spPr bwMode="auto">
            <a:xfrm>
              <a:off x="1004" y="2367"/>
              <a:ext cx="5" cy="4"/>
            </a:xfrm>
            <a:custGeom>
              <a:avLst/>
              <a:gdLst>
                <a:gd name="T0" fmla="*/ 0 w 26"/>
                <a:gd name="T1" fmla="*/ 17 h 19"/>
                <a:gd name="T2" fmla="*/ 5 w 26"/>
                <a:gd name="T3" fmla="*/ 19 h 19"/>
                <a:gd name="T4" fmla="*/ 6 w 26"/>
                <a:gd name="T5" fmla="*/ 17 h 19"/>
                <a:gd name="T6" fmla="*/ 26 w 26"/>
                <a:gd name="T7" fmla="*/ 8 h 19"/>
                <a:gd name="T8" fmla="*/ 23 w 26"/>
                <a:gd name="T9" fmla="*/ 4 h 19"/>
                <a:gd name="T10" fmla="*/ 13 w 26"/>
                <a:gd name="T11" fmla="*/ 0 h 19"/>
                <a:gd name="T12" fmla="*/ 5 w 26"/>
                <a:gd name="T13" fmla="*/ 12 h 19"/>
                <a:gd name="T14" fmla="*/ 0 w 26"/>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9">
                  <a:moveTo>
                    <a:pt x="0" y="17"/>
                  </a:moveTo>
                  <a:lnTo>
                    <a:pt x="5" y="19"/>
                  </a:lnTo>
                  <a:lnTo>
                    <a:pt x="6" y="17"/>
                  </a:lnTo>
                  <a:lnTo>
                    <a:pt x="26" y="8"/>
                  </a:lnTo>
                  <a:lnTo>
                    <a:pt x="23" y="4"/>
                  </a:lnTo>
                  <a:lnTo>
                    <a:pt x="13" y="0"/>
                  </a:lnTo>
                  <a:lnTo>
                    <a:pt x="5" y="12"/>
                  </a:lnTo>
                  <a:lnTo>
                    <a:pt x="0" y="1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65" name="Freeform 36">
              <a:extLst>
                <a:ext uri="{FF2B5EF4-FFF2-40B4-BE49-F238E27FC236}">
                  <a16:creationId xmlns:a16="http://schemas.microsoft.com/office/drawing/2014/main" id="{2EBB6B88-1384-26CC-062E-6103E7ADEA05}"/>
                </a:ext>
              </a:extLst>
            </p:cNvPr>
            <p:cNvSpPr>
              <a:spLocks noChangeAspect="1"/>
            </p:cNvSpPr>
            <p:nvPr/>
          </p:nvSpPr>
          <p:spPr bwMode="auto">
            <a:xfrm>
              <a:off x="1012" y="2367"/>
              <a:ext cx="3" cy="3"/>
            </a:xfrm>
            <a:custGeom>
              <a:avLst/>
              <a:gdLst>
                <a:gd name="T0" fmla="*/ 0 w 21"/>
                <a:gd name="T1" fmla="*/ 12 h 14"/>
                <a:gd name="T2" fmla="*/ 2 w 21"/>
                <a:gd name="T3" fmla="*/ 13 h 14"/>
                <a:gd name="T4" fmla="*/ 15 w 21"/>
                <a:gd name="T5" fmla="*/ 14 h 14"/>
                <a:gd name="T6" fmla="*/ 21 w 21"/>
                <a:gd name="T7" fmla="*/ 6 h 14"/>
                <a:gd name="T8" fmla="*/ 18 w 21"/>
                <a:gd name="T9" fmla="*/ 3 h 14"/>
                <a:gd name="T10" fmla="*/ 14 w 21"/>
                <a:gd name="T11" fmla="*/ 0 h 14"/>
                <a:gd name="T12" fmla="*/ 16 w 21"/>
                <a:gd name="T13" fmla="*/ 4 h 14"/>
                <a:gd name="T14" fmla="*/ 14 w 21"/>
                <a:gd name="T15" fmla="*/ 8 h 14"/>
                <a:gd name="T16" fmla="*/ 5 w 21"/>
                <a:gd name="T17" fmla="*/ 12 h 14"/>
                <a:gd name="T18" fmla="*/ 0 w 21"/>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4">
                  <a:moveTo>
                    <a:pt x="0" y="12"/>
                  </a:moveTo>
                  <a:lnTo>
                    <a:pt x="2" y="13"/>
                  </a:lnTo>
                  <a:lnTo>
                    <a:pt x="15" y="14"/>
                  </a:lnTo>
                  <a:lnTo>
                    <a:pt x="21" y="6"/>
                  </a:lnTo>
                  <a:lnTo>
                    <a:pt x="18" y="3"/>
                  </a:lnTo>
                  <a:lnTo>
                    <a:pt x="14" y="0"/>
                  </a:lnTo>
                  <a:lnTo>
                    <a:pt x="16" y="4"/>
                  </a:lnTo>
                  <a:lnTo>
                    <a:pt x="14" y="8"/>
                  </a:lnTo>
                  <a:lnTo>
                    <a:pt x="5" y="12"/>
                  </a:lnTo>
                  <a:lnTo>
                    <a:pt x="0" y="1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66" name="Freeform 37">
              <a:extLst>
                <a:ext uri="{FF2B5EF4-FFF2-40B4-BE49-F238E27FC236}">
                  <a16:creationId xmlns:a16="http://schemas.microsoft.com/office/drawing/2014/main" id="{5DAADC79-8DCD-39E1-9392-42BF8D7D5E9C}"/>
                </a:ext>
              </a:extLst>
            </p:cNvPr>
            <p:cNvSpPr>
              <a:spLocks noChangeAspect="1"/>
            </p:cNvSpPr>
            <p:nvPr/>
          </p:nvSpPr>
          <p:spPr bwMode="auto">
            <a:xfrm>
              <a:off x="976" y="2305"/>
              <a:ext cx="22" cy="48"/>
            </a:xfrm>
            <a:custGeom>
              <a:avLst/>
              <a:gdLst>
                <a:gd name="T0" fmla="*/ 3 w 127"/>
                <a:gd name="T1" fmla="*/ 180 h 265"/>
                <a:gd name="T2" fmla="*/ 2 w 127"/>
                <a:gd name="T3" fmla="*/ 179 h 265"/>
                <a:gd name="T4" fmla="*/ 5 w 127"/>
                <a:gd name="T5" fmla="*/ 167 h 265"/>
                <a:gd name="T6" fmla="*/ 7 w 127"/>
                <a:gd name="T7" fmla="*/ 162 h 265"/>
                <a:gd name="T8" fmla="*/ 8 w 127"/>
                <a:gd name="T9" fmla="*/ 139 h 265"/>
                <a:gd name="T10" fmla="*/ 9 w 127"/>
                <a:gd name="T11" fmla="*/ 126 h 265"/>
                <a:gd name="T12" fmla="*/ 8 w 127"/>
                <a:gd name="T13" fmla="*/ 124 h 265"/>
                <a:gd name="T14" fmla="*/ 6 w 127"/>
                <a:gd name="T15" fmla="*/ 115 h 265"/>
                <a:gd name="T16" fmla="*/ 7 w 127"/>
                <a:gd name="T17" fmla="*/ 107 h 265"/>
                <a:gd name="T18" fmla="*/ 18 w 127"/>
                <a:gd name="T19" fmla="*/ 102 h 265"/>
                <a:gd name="T20" fmla="*/ 19 w 127"/>
                <a:gd name="T21" fmla="*/ 98 h 265"/>
                <a:gd name="T22" fmla="*/ 18 w 127"/>
                <a:gd name="T23" fmla="*/ 98 h 265"/>
                <a:gd name="T24" fmla="*/ 21 w 127"/>
                <a:gd name="T25" fmla="*/ 95 h 265"/>
                <a:gd name="T26" fmla="*/ 31 w 127"/>
                <a:gd name="T27" fmla="*/ 83 h 265"/>
                <a:gd name="T28" fmla="*/ 21 w 127"/>
                <a:gd name="T29" fmla="*/ 61 h 265"/>
                <a:gd name="T30" fmla="*/ 26 w 127"/>
                <a:gd name="T31" fmla="*/ 43 h 265"/>
                <a:gd name="T32" fmla="*/ 24 w 127"/>
                <a:gd name="T33" fmla="*/ 34 h 265"/>
                <a:gd name="T34" fmla="*/ 21 w 127"/>
                <a:gd name="T35" fmla="*/ 12 h 265"/>
                <a:gd name="T36" fmla="*/ 33 w 127"/>
                <a:gd name="T37" fmla="*/ 6 h 265"/>
                <a:gd name="T38" fmla="*/ 36 w 127"/>
                <a:gd name="T39" fmla="*/ 7 h 265"/>
                <a:gd name="T40" fmla="*/ 42 w 127"/>
                <a:gd name="T41" fmla="*/ 5 h 265"/>
                <a:gd name="T42" fmla="*/ 43 w 127"/>
                <a:gd name="T43" fmla="*/ 0 h 265"/>
                <a:gd name="T44" fmla="*/ 45 w 127"/>
                <a:gd name="T45" fmla="*/ 5 h 265"/>
                <a:gd name="T46" fmla="*/ 47 w 127"/>
                <a:gd name="T47" fmla="*/ 8 h 265"/>
                <a:gd name="T48" fmla="*/ 61 w 127"/>
                <a:gd name="T49" fmla="*/ 50 h 265"/>
                <a:gd name="T50" fmla="*/ 74 w 127"/>
                <a:gd name="T51" fmla="*/ 92 h 265"/>
                <a:gd name="T52" fmla="*/ 75 w 127"/>
                <a:gd name="T53" fmla="*/ 96 h 265"/>
                <a:gd name="T54" fmla="*/ 83 w 127"/>
                <a:gd name="T55" fmla="*/ 119 h 265"/>
                <a:gd name="T56" fmla="*/ 89 w 127"/>
                <a:gd name="T57" fmla="*/ 138 h 265"/>
                <a:gd name="T58" fmla="*/ 90 w 127"/>
                <a:gd name="T59" fmla="*/ 143 h 265"/>
                <a:gd name="T60" fmla="*/ 97 w 127"/>
                <a:gd name="T61" fmla="*/ 162 h 265"/>
                <a:gd name="T62" fmla="*/ 102 w 127"/>
                <a:gd name="T63" fmla="*/ 180 h 265"/>
                <a:gd name="T64" fmla="*/ 113 w 127"/>
                <a:gd name="T65" fmla="*/ 186 h 265"/>
                <a:gd name="T66" fmla="*/ 117 w 127"/>
                <a:gd name="T67" fmla="*/ 198 h 265"/>
                <a:gd name="T68" fmla="*/ 122 w 127"/>
                <a:gd name="T69" fmla="*/ 200 h 265"/>
                <a:gd name="T70" fmla="*/ 123 w 127"/>
                <a:gd name="T71" fmla="*/ 200 h 265"/>
                <a:gd name="T72" fmla="*/ 127 w 127"/>
                <a:gd name="T73" fmla="*/ 202 h 265"/>
                <a:gd name="T74" fmla="*/ 126 w 127"/>
                <a:gd name="T75" fmla="*/ 202 h 265"/>
                <a:gd name="T76" fmla="*/ 123 w 127"/>
                <a:gd name="T77" fmla="*/ 217 h 265"/>
                <a:gd name="T78" fmla="*/ 123 w 127"/>
                <a:gd name="T79" fmla="*/ 221 h 265"/>
                <a:gd name="T80" fmla="*/ 109 w 127"/>
                <a:gd name="T81" fmla="*/ 227 h 265"/>
                <a:gd name="T82" fmla="*/ 108 w 127"/>
                <a:gd name="T83" fmla="*/ 232 h 265"/>
                <a:gd name="T84" fmla="*/ 98 w 127"/>
                <a:gd name="T85" fmla="*/ 241 h 265"/>
                <a:gd name="T86" fmla="*/ 97 w 127"/>
                <a:gd name="T87" fmla="*/ 241 h 265"/>
                <a:gd name="T88" fmla="*/ 97 w 127"/>
                <a:gd name="T89" fmla="*/ 242 h 265"/>
                <a:gd name="T90" fmla="*/ 97 w 127"/>
                <a:gd name="T91" fmla="*/ 244 h 265"/>
                <a:gd name="T92" fmla="*/ 96 w 127"/>
                <a:gd name="T93" fmla="*/ 246 h 265"/>
                <a:gd name="T94" fmla="*/ 54 w 127"/>
                <a:gd name="T95" fmla="*/ 257 h 265"/>
                <a:gd name="T96" fmla="*/ 51 w 127"/>
                <a:gd name="T97" fmla="*/ 257 h 265"/>
                <a:gd name="T98" fmla="*/ 49 w 127"/>
                <a:gd name="T99" fmla="*/ 257 h 265"/>
                <a:gd name="T100" fmla="*/ 43 w 127"/>
                <a:gd name="T101" fmla="*/ 259 h 265"/>
                <a:gd name="T102" fmla="*/ 27 w 127"/>
                <a:gd name="T103" fmla="*/ 262 h 265"/>
                <a:gd name="T104" fmla="*/ 23 w 127"/>
                <a:gd name="T105" fmla="*/ 263 h 265"/>
                <a:gd name="T106" fmla="*/ 21 w 127"/>
                <a:gd name="T107" fmla="*/ 263 h 265"/>
                <a:gd name="T108" fmla="*/ 15 w 127"/>
                <a:gd name="T109" fmla="*/ 265 h 265"/>
                <a:gd name="T110" fmla="*/ 5 w 127"/>
                <a:gd name="T111" fmla="*/ 245 h 265"/>
                <a:gd name="T112" fmla="*/ 8 w 127"/>
                <a:gd name="T113" fmla="*/ 239 h 265"/>
                <a:gd name="T114" fmla="*/ 6 w 127"/>
                <a:gd name="T115" fmla="*/ 224 h 265"/>
                <a:gd name="T116" fmla="*/ 5 w 127"/>
                <a:gd name="T117" fmla="*/ 217 h 265"/>
                <a:gd name="T118" fmla="*/ 2 w 127"/>
                <a:gd name="T119" fmla="*/ 192 h 265"/>
                <a:gd name="T120" fmla="*/ 0 w 127"/>
                <a:gd name="T121" fmla="*/ 184 h 265"/>
                <a:gd name="T122" fmla="*/ 3 w 127"/>
                <a:gd name="T123" fmla="*/ 18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 h="265">
                  <a:moveTo>
                    <a:pt x="3" y="180"/>
                  </a:moveTo>
                  <a:lnTo>
                    <a:pt x="2" y="179"/>
                  </a:lnTo>
                  <a:lnTo>
                    <a:pt x="5" y="167"/>
                  </a:lnTo>
                  <a:lnTo>
                    <a:pt x="7" y="162"/>
                  </a:lnTo>
                  <a:lnTo>
                    <a:pt x="8" y="139"/>
                  </a:lnTo>
                  <a:lnTo>
                    <a:pt x="9" y="126"/>
                  </a:lnTo>
                  <a:lnTo>
                    <a:pt x="8" y="124"/>
                  </a:lnTo>
                  <a:lnTo>
                    <a:pt x="6" y="115"/>
                  </a:lnTo>
                  <a:lnTo>
                    <a:pt x="7" y="107"/>
                  </a:lnTo>
                  <a:lnTo>
                    <a:pt x="18" y="102"/>
                  </a:lnTo>
                  <a:lnTo>
                    <a:pt x="19" y="98"/>
                  </a:lnTo>
                  <a:lnTo>
                    <a:pt x="18" y="98"/>
                  </a:lnTo>
                  <a:lnTo>
                    <a:pt x="21" y="95"/>
                  </a:lnTo>
                  <a:lnTo>
                    <a:pt x="31" y="83"/>
                  </a:lnTo>
                  <a:lnTo>
                    <a:pt x="21" y="61"/>
                  </a:lnTo>
                  <a:lnTo>
                    <a:pt x="26" y="43"/>
                  </a:lnTo>
                  <a:lnTo>
                    <a:pt x="24" y="34"/>
                  </a:lnTo>
                  <a:lnTo>
                    <a:pt x="21" y="12"/>
                  </a:lnTo>
                  <a:lnTo>
                    <a:pt x="33" y="6"/>
                  </a:lnTo>
                  <a:lnTo>
                    <a:pt x="36" y="7"/>
                  </a:lnTo>
                  <a:lnTo>
                    <a:pt x="42" y="5"/>
                  </a:lnTo>
                  <a:lnTo>
                    <a:pt x="43" y="0"/>
                  </a:lnTo>
                  <a:lnTo>
                    <a:pt x="45" y="5"/>
                  </a:lnTo>
                  <a:lnTo>
                    <a:pt x="47" y="8"/>
                  </a:lnTo>
                  <a:lnTo>
                    <a:pt x="61" y="50"/>
                  </a:lnTo>
                  <a:lnTo>
                    <a:pt x="74" y="92"/>
                  </a:lnTo>
                  <a:lnTo>
                    <a:pt x="75" y="96"/>
                  </a:lnTo>
                  <a:lnTo>
                    <a:pt x="83" y="119"/>
                  </a:lnTo>
                  <a:lnTo>
                    <a:pt x="89" y="138"/>
                  </a:lnTo>
                  <a:lnTo>
                    <a:pt x="90" y="143"/>
                  </a:lnTo>
                  <a:lnTo>
                    <a:pt x="97" y="162"/>
                  </a:lnTo>
                  <a:lnTo>
                    <a:pt x="102" y="180"/>
                  </a:lnTo>
                  <a:lnTo>
                    <a:pt x="113" y="186"/>
                  </a:lnTo>
                  <a:lnTo>
                    <a:pt x="117" y="198"/>
                  </a:lnTo>
                  <a:lnTo>
                    <a:pt x="122" y="200"/>
                  </a:lnTo>
                  <a:lnTo>
                    <a:pt x="123" y="200"/>
                  </a:lnTo>
                  <a:lnTo>
                    <a:pt x="127" y="202"/>
                  </a:lnTo>
                  <a:lnTo>
                    <a:pt x="126" y="202"/>
                  </a:lnTo>
                  <a:lnTo>
                    <a:pt x="123" y="217"/>
                  </a:lnTo>
                  <a:lnTo>
                    <a:pt x="123" y="221"/>
                  </a:lnTo>
                  <a:lnTo>
                    <a:pt x="109" y="227"/>
                  </a:lnTo>
                  <a:lnTo>
                    <a:pt x="108" y="232"/>
                  </a:lnTo>
                  <a:lnTo>
                    <a:pt x="98" y="241"/>
                  </a:lnTo>
                  <a:lnTo>
                    <a:pt x="97" y="241"/>
                  </a:lnTo>
                  <a:lnTo>
                    <a:pt x="97" y="242"/>
                  </a:lnTo>
                  <a:lnTo>
                    <a:pt x="97" y="244"/>
                  </a:lnTo>
                  <a:lnTo>
                    <a:pt x="96" y="246"/>
                  </a:lnTo>
                  <a:lnTo>
                    <a:pt x="54" y="257"/>
                  </a:lnTo>
                  <a:lnTo>
                    <a:pt x="51" y="257"/>
                  </a:lnTo>
                  <a:lnTo>
                    <a:pt x="49" y="257"/>
                  </a:lnTo>
                  <a:lnTo>
                    <a:pt x="43" y="259"/>
                  </a:lnTo>
                  <a:lnTo>
                    <a:pt x="27" y="262"/>
                  </a:lnTo>
                  <a:lnTo>
                    <a:pt x="23" y="263"/>
                  </a:lnTo>
                  <a:lnTo>
                    <a:pt x="21" y="263"/>
                  </a:lnTo>
                  <a:lnTo>
                    <a:pt x="15" y="265"/>
                  </a:lnTo>
                  <a:lnTo>
                    <a:pt x="5" y="245"/>
                  </a:lnTo>
                  <a:lnTo>
                    <a:pt x="8" y="239"/>
                  </a:lnTo>
                  <a:lnTo>
                    <a:pt x="6" y="224"/>
                  </a:lnTo>
                  <a:lnTo>
                    <a:pt x="5" y="217"/>
                  </a:lnTo>
                  <a:lnTo>
                    <a:pt x="2" y="192"/>
                  </a:lnTo>
                  <a:lnTo>
                    <a:pt x="0" y="184"/>
                  </a:lnTo>
                  <a:lnTo>
                    <a:pt x="3" y="18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2" name="Freeform 38">
              <a:extLst>
                <a:ext uri="{FF2B5EF4-FFF2-40B4-BE49-F238E27FC236}">
                  <a16:creationId xmlns:a16="http://schemas.microsoft.com/office/drawing/2014/main" id="{FF88AA7E-F1B0-6BC8-C6B0-3742B41B775C}"/>
                </a:ext>
              </a:extLst>
            </p:cNvPr>
            <p:cNvSpPr>
              <a:spLocks noChangeAspect="1"/>
            </p:cNvSpPr>
            <p:nvPr/>
          </p:nvSpPr>
          <p:spPr bwMode="auto">
            <a:xfrm>
              <a:off x="890" y="2317"/>
              <a:ext cx="102" cy="78"/>
            </a:xfrm>
            <a:custGeom>
              <a:avLst/>
              <a:gdLst>
                <a:gd name="T0" fmla="*/ 411 w 572"/>
                <a:gd name="T1" fmla="*/ 379 h 440"/>
                <a:gd name="T2" fmla="*/ 402 w 572"/>
                <a:gd name="T3" fmla="*/ 377 h 440"/>
                <a:gd name="T4" fmla="*/ 372 w 572"/>
                <a:gd name="T5" fmla="*/ 366 h 440"/>
                <a:gd name="T6" fmla="*/ 348 w 572"/>
                <a:gd name="T7" fmla="*/ 356 h 440"/>
                <a:gd name="T8" fmla="*/ 330 w 572"/>
                <a:gd name="T9" fmla="*/ 326 h 440"/>
                <a:gd name="T10" fmla="*/ 311 w 572"/>
                <a:gd name="T11" fmla="*/ 316 h 440"/>
                <a:gd name="T12" fmla="*/ 260 w 572"/>
                <a:gd name="T13" fmla="*/ 328 h 440"/>
                <a:gd name="T14" fmla="*/ 241 w 572"/>
                <a:gd name="T15" fmla="*/ 331 h 440"/>
                <a:gd name="T16" fmla="*/ 203 w 572"/>
                <a:gd name="T17" fmla="*/ 340 h 440"/>
                <a:gd name="T18" fmla="*/ 155 w 572"/>
                <a:gd name="T19" fmla="*/ 349 h 440"/>
                <a:gd name="T20" fmla="*/ 119 w 572"/>
                <a:gd name="T21" fmla="*/ 356 h 440"/>
                <a:gd name="T22" fmla="*/ 84 w 572"/>
                <a:gd name="T23" fmla="*/ 364 h 440"/>
                <a:gd name="T24" fmla="*/ 57 w 572"/>
                <a:gd name="T25" fmla="*/ 368 h 440"/>
                <a:gd name="T26" fmla="*/ 15 w 572"/>
                <a:gd name="T27" fmla="*/ 377 h 440"/>
                <a:gd name="T28" fmla="*/ 8 w 572"/>
                <a:gd name="T29" fmla="*/ 346 h 440"/>
                <a:gd name="T30" fmla="*/ 51 w 572"/>
                <a:gd name="T31" fmla="*/ 296 h 440"/>
                <a:gd name="T32" fmla="*/ 33 w 572"/>
                <a:gd name="T33" fmla="*/ 263 h 440"/>
                <a:gd name="T34" fmla="*/ 102 w 572"/>
                <a:gd name="T35" fmla="*/ 226 h 440"/>
                <a:gd name="T36" fmla="*/ 163 w 572"/>
                <a:gd name="T37" fmla="*/ 221 h 440"/>
                <a:gd name="T38" fmla="*/ 195 w 572"/>
                <a:gd name="T39" fmla="*/ 200 h 440"/>
                <a:gd name="T40" fmla="*/ 218 w 572"/>
                <a:gd name="T41" fmla="*/ 169 h 440"/>
                <a:gd name="T42" fmla="*/ 213 w 572"/>
                <a:gd name="T43" fmla="*/ 152 h 440"/>
                <a:gd name="T44" fmla="*/ 207 w 572"/>
                <a:gd name="T45" fmla="*/ 140 h 440"/>
                <a:gd name="T46" fmla="*/ 209 w 572"/>
                <a:gd name="T47" fmla="*/ 112 h 440"/>
                <a:gd name="T48" fmla="*/ 254 w 572"/>
                <a:gd name="T49" fmla="*/ 47 h 440"/>
                <a:gd name="T50" fmla="*/ 290 w 572"/>
                <a:gd name="T51" fmla="*/ 23 h 440"/>
                <a:gd name="T52" fmla="*/ 363 w 572"/>
                <a:gd name="T53" fmla="*/ 5 h 440"/>
                <a:gd name="T54" fmla="*/ 391 w 572"/>
                <a:gd name="T55" fmla="*/ 42 h 440"/>
                <a:gd name="T56" fmla="*/ 397 w 572"/>
                <a:gd name="T57" fmla="*/ 77 h 440"/>
                <a:gd name="T58" fmla="*/ 409 w 572"/>
                <a:gd name="T59" fmla="*/ 118 h 440"/>
                <a:gd name="T60" fmla="*/ 428 w 572"/>
                <a:gd name="T61" fmla="*/ 163 h 440"/>
                <a:gd name="T62" fmla="*/ 439 w 572"/>
                <a:gd name="T63" fmla="*/ 211 h 440"/>
                <a:gd name="T64" fmla="*/ 439 w 572"/>
                <a:gd name="T65" fmla="*/ 235 h 440"/>
                <a:gd name="T66" fmla="*/ 441 w 572"/>
                <a:gd name="T67" fmla="*/ 286 h 440"/>
                <a:gd name="T68" fmla="*/ 449 w 572"/>
                <a:gd name="T69" fmla="*/ 323 h 440"/>
                <a:gd name="T70" fmla="*/ 452 w 572"/>
                <a:gd name="T71" fmla="*/ 346 h 440"/>
                <a:gd name="T72" fmla="*/ 449 w 572"/>
                <a:gd name="T73" fmla="*/ 392 h 440"/>
                <a:gd name="T74" fmla="*/ 450 w 572"/>
                <a:gd name="T75" fmla="*/ 400 h 440"/>
                <a:gd name="T76" fmla="*/ 474 w 572"/>
                <a:gd name="T77" fmla="*/ 383 h 440"/>
                <a:gd name="T78" fmla="*/ 541 w 572"/>
                <a:gd name="T79" fmla="*/ 348 h 440"/>
                <a:gd name="T80" fmla="*/ 561 w 572"/>
                <a:gd name="T81" fmla="*/ 355 h 440"/>
                <a:gd name="T82" fmla="*/ 491 w 572"/>
                <a:gd name="T83" fmla="*/ 410 h 440"/>
                <a:gd name="T84" fmla="*/ 447 w 572"/>
                <a:gd name="T85" fmla="*/ 427 h 440"/>
                <a:gd name="T86" fmla="*/ 435 w 572"/>
                <a:gd name="T87" fmla="*/ 426 h 440"/>
                <a:gd name="T88" fmla="*/ 422 w 572"/>
                <a:gd name="T89" fmla="*/ 436 h 440"/>
                <a:gd name="T90" fmla="*/ 427 w 572"/>
                <a:gd name="T91" fmla="*/ 425 h 440"/>
                <a:gd name="T92" fmla="*/ 434 w 572"/>
                <a:gd name="T93" fmla="*/ 415 h 440"/>
                <a:gd name="T94" fmla="*/ 437 w 572"/>
                <a:gd name="T95" fmla="*/ 398 h 440"/>
                <a:gd name="T96" fmla="*/ 437 w 572"/>
                <a:gd name="T97" fmla="*/ 386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2" h="440">
                  <a:moveTo>
                    <a:pt x="437" y="386"/>
                  </a:moveTo>
                  <a:lnTo>
                    <a:pt x="435" y="386"/>
                  </a:lnTo>
                  <a:lnTo>
                    <a:pt x="417" y="380"/>
                  </a:lnTo>
                  <a:lnTo>
                    <a:pt x="411" y="379"/>
                  </a:lnTo>
                  <a:lnTo>
                    <a:pt x="410" y="379"/>
                  </a:lnTo>
                  <a:lnTo>
                    <a:pt x="409" y="379"/>
                  </a:lnTo>
                  <a:lnTo>
                    <a:pt x="407" y="378"/>
                  </a:lnTo>
                  <a:lnTo>
                    <a:pt x="402" y="377"/>
                  </a:lnTo>
                  <a:lnTo>
                    <a:pt x="398" y="376"/>
                  </a:lnTo>
                  <a:lnTo>
                    <a:pt x="391" y="372"/>
                  </a:lnTo>
                  <a:lnTo>
                    <a:pt x="384" y="370"/>
                  </a:lnTo>
                  <a:lnTo>
                    <a:pt x="372" y="366"/>
                  </a:lnTo>
                  <a:lnTo>
                    <a:pt x="372" y="365"/>
                  </a:lnTo>
                  <a:lnTo>
                    <a:pt x="367" y="360"/>
                  </a:lnTo>
                  <a:lnTo>
                    <a:pt x="357" y="361"/>
                  </a:lnTo>
                  <a:lnTo>
                    <a:pt x="348" y="356"/>
                  </a:lnTo>
                  <a:lnTo>
                    <a:pt x="341" y="349"/>
                  </a:lnTo>
                  <a:lnTo>
                    <a:pt x="342" y="347"/>
                  </a:lnTo>
                  <a:lnTo>
                    <a:pt x="338" y="335"/>
                  </a:lnTo>
                  <a:lnTo>
                    <a:pt x="330" y="326"/>
                  </a:lnTo>
                  <a:lnTo>
                    <a:pt x="329" y="325"/>
                  </a:lnTo>
                  <a:lnTo>
                    <a:pt x="323" y="328"/>
                  </a:lnTo>
                  <a:lnTo>
                    <a:pt x="312" y="316"/>
                  </a:lnTo>
                  <a:lnTo>
                    <a:pt x="311" y="316"/>
                  </a:lnTo>
                  <a:lnTo>
                    <a:pt x="303" y="318"/>
                  </a:lnTo>
                  <a:lnTo>
                    <a:pt x="282" y="323"/>
                  </a:lnTo>
                  <a:lnTo>
                    <a:pt x="267" y="326"/>
                  </a:lnTo>
                  <a:lnTo>
                    <a:pt x="260" y="328"/>
                  </a:lnTo>
                  <a:lnTo>
                    <a:pt x="259" y="328"/>
                  </a:lnTo>
                  <a:lnTo>
                    <a:pt x="257" y="328"/>
                  </a:lnTo>
                  <a:lnTo>
                    <a:pt x="249" y="330"/>
                  </a:lnTo>
                  <a:lnTo>
                    <a:pt x="241" y="331"/>
                  </a:lnTo>
                  <a:lnTo>
                    <a:pt x="229" y="334"/>
                  </a:lnTo>
                  <a:lnTo>
                    <a:pt x="212" y="337"/>
                  </a:lnTo>
                  <a:lnTo>
                    <a:pt x="206" y="338"/>
                  </a:lnTo>
                  <a:lnTo>
                    <a:pt x="203" y="340"/>
                  </a:lnTo>
                  <a:lnTo>
                    <a:pt x="200" y="340"/>
                  </a:lnTo>
                  <a:lnTo>
                    <a:pt x="192" y="342"/>
                  </a:lnTo>
                  <a:lnTo>
                    <a:pt x="162" y="348"/>
                  </a:lnTo>
                  <a:lnTo>
                    <a:pt x="155" y="349"/>
                  </a:lnTo>
                  <a:lnTo>
                    <a:pt x="149" y="352"/>
                  </a:lnTo>
                  <a:lnTo>
                    <a:pt x="145" y="352"/>
                  </a:lnTo>
                  <a:lnTo>
                    <a:pt x="134" y="354"/>
                  </a:lnTo>
                  <a:lnTo>
                    <a:pt x="119" y="356"/>
                  </a:lnTo>
                  <a:lnTo>
                    <a:pt x="114" y="358"/>
                  </a:lnTo>
                  <a:lnTo>
                    <a:pt x="110" y="359"/>
                  </a:lnTo>
                  <a:lnTo>
                    <a:pt x="107" y="359"/>
                  </a:lnTo>
                  <a:lnTo>
                    <a:pt x="84" y="364"/>
                  </a:lnTo>
                  <a:lnTo>
                    <a:pt x="68" y="367"/>
                  </a:lnTo>
                  <a:lnTo>
                    <a:pt x="63" y="367"/>
                  </a:lnTo>
                  <a:lnTo>
                    <a:pt x="59" y="368"/>
                  </a:lnTo>
                  <a:lnTo>
                    <a:pt x="57" y="368"/>
                  </a:lnTo>
                  <a:lnTo>
                    <a:pt x="54" y="370"/>
                  </a:lnTo>
                  <a:lnTo>
                    <a:pt x="45" y="371"/>
                  </a:lnTo>
                  <a:lnTo>
                    <a:pt x="25" y="376"/>
                  </a:lnTo>
                  <a:lnTo>
                    <a:pt x="15" y="377"/>
                  </a:lnTo>
                  <a:lnTo>
                    <a:pt x="12" y="377"/>
                  </a:lnTo>
                  <a:lnTo>
                    <a:pt x="5" y="379"/>
                  </a:lnTo>
                  <a:lnTo>
                    <a:pt x="0" y="353"/>
                  </a:lnTo>
                  <a:lnTo>
                    <a:pt x="8" y="346"/>
                  </a:lnTo>
                  <a:lnTo>
                    <a:pt x="26" y="325"/>
                  </a:lnTo>
                  <a:lnTo>
                    <a:pt x="38" y="316"/>
                  </a:lnTo>
                  <a:lnTo>
                    <a:pt x="45" y="301"/>
                  </a:lnTo>
                  <a:lnTo>
                    <a:pt x="51" y="296"/>
                  </a:lnTo>
                  <a:lnTo>
                    <a:pt x="47" y="277"/>
                  </a:lnTo>
                  <a:lnTo>
                    <a:pt x="39" y="275"/>
                  </a:lnTo>
                  <a:lnTo>
                    <a:pt x="37" y="268"/>
                  </a:lnTo>
                  <a:lnTo>
                    <a:pt x="33" y="263"/>
                  </a:lnTo>
                  <a:lnTo>
                    <a:pt x="30" y="250"/>
                  </a:lnTo>
                  <a:lnTo>
                    <a:pt x="69" y="230"/>
                  </a:lnTo>
                  <a:lnTo>
                    <a:pt x="92" y="226"/>
                  </a:lnTo>
                  <a:lnTo>
                    <a:pt x="102" y="226"/>
                  </a:lnTo>
                  <a:lnTo>
                    <a:pt x="120" y="224"/>
                  </a:lnTo>
                  <a:lnTo>
                    <a:pt x="135" y="232"/>
                  </a:lnTo>
                  <a:lnTo>
                    <a:pt x="146" y="224"/>
                  </a:lnTo>
                  <a:lnTo>
                    <a:pt x="163" y="221"/>
                  </a:lnTo>
                  <a:lnTo>
                    <a:pt x="173" y="220"/>
                  </a:lnTo>
                  <a:lnTo>
                    <a:pt x="189" y="209"/>
                  </a:lnTo>
                  <a:lnTo>
                    <a:pt x="193" y="205"/>
                  </a:lnTo>
                  <a:lnTo>
                    <a:pt x="195" y="200"/>
                  </a:lnTo>
                  <a:lnTo>
                    <a:pt x="205" y="191"/>
                  </a:lnTo>
                  <a:lnTo>
                    <a:pt x="218" y="185"/>
                  </a:lnTo>
                  <a:lnTo>
                    <a:pt x="219" y="175"/>
                  </a:lnTo>
                  <a:lnTo>
                    <a:pt x="218" y="169"/>
                  </a:lnTo>
                  <a:lnTo>
                    <a:pt x="213" y="158"/>
                  </a:lnTo>
                  <a:lnTo>
                    <a:pt x="211" y="157"/>
                  </a:lnTo>
                  <a:lnTo>
                    <a:pt x="210" y="152"/>
                  </a:lnTo>
                  <a:lnTo>
                    <a:pt x="213" y="152"/>
                  </a:lnTo>
                  <a:lnTo>
                    <a:pt x="219" y="146"/>
                  </a:lnTo>
                  <a:lnTo>
                    <a:pt x="210" y="143"/>
                  </a:lnTo>
                  <a:lnTo>
                    <a:pt x="207" y="144"/>
                  </a:lnTo>
                  <a:lnTo>
                    <a:pt x="207" y="140"/>
                  </a:lnTo>
                  <a:lnTo>
                    <a:pt x="199" y="138"/>
                  </a:lnTo>
                  <a:lnTo>
                    <a:pt x="200" y="122"/>
                  </a:lnTo>
                  <a:lnTo>
                    <a:pt x="210" y="116"/>
                  </a:lnTo>
                  <a:lnTo>
                    <a:pt x="209" y="112"/>
                  </a:lnTo>
                  <a:lnTo>
                    <a:pt x="224" y="98"/>
                  </a:lnTo>
                  <a:lnTo>
                    <a:pt x="227" y="96"/>
                  </a:lnTo>
                  <a:lnTo>
                    <a:pt x="229" y="89"/>
                  </a:lnTo>
                  <a:lnTo>
                    <a:pt x="254" y="47"/>
                  </a:lnTo>
                  <a:lnTo>
                    <a:pt x="264" y="38"/>
                  </a:lnTo>
                  <a:lnTo>
                    <a:pt x="265" y="37"/>
                  </a:lnTo>
                  <a:lnTo>
                    <a:pt x="281" y="24"/>
                  </a:lnTo>
                  <a:lnTo>
                    <a:pt x="290" y="23"/>
                  </a:lnTo>
                  <a:lnTo>
                    <a:pt x="291" y="22"/>
                  </a:lnTo>
                  <a:lnTo>
                    <a:pt x="337" y="12"/>
                  </a:lnTo>
                  <a:lnTo>
                    <a:pt x="338" y="12"/>
                  </a:lnTo>
                  <a:lnTo>
                    <a:pt x="363" y="5"/>
                  </a:lnTo>
                  <a:lnTo>
                    <a:pt x="381" y="0"/>
                  </a:lnTo>
                  <a:lnTo>
                    <a:pt x="383" y="14"/>
                  </a:lnTo>
                  <a:lnTo>
                    <a:pt x="390" y="41"/>
                  </a:lnTo>
                  <a:lnTo>
                    <a:pt x="391" y="42"/>
                  </a:lnTo>
                  <a:lnTo>
                    <a:pt x="392" y="43"/>
                  </a:lnTo>
                  <a:lnTo>
                    <a:pt x="396" y="47"/>
                  </a:lnTo>
                  <a:lnTo>
                    <a:pt x="401" y="70"/>
                  </a:lnTo>
                  <a:lnTo>
                    <a:pt x="397" y="77"/>
                  </a:lnTo>
                  <a:lnTo>
                    <a:pt x="397" y="89"/>
                  </a:lnTo>
                  <a:lnTo>
                    <a:pt x="407" y="113"/>
                  </a:lnTo>
                  <a:lnTo>
                    <a:pt x="408" y="114"/>
                  </a:lnTo>
                  <a:lnTo>
                    <a:pt x="409" y="118"/>
                  </a:lnTo>
                  <a:lnTo>
                    <a:pt x="409" y="131"/>
                  </a:lnTo>
                  <a:lnTo>
                    <a:pt x="416" y="128"/>
                  </a:lnTo>
                  <a:lnTo>
                    <a:pt x="427" y="157"/>
                  </a:lnTo>
                  <a:lnTo>
                    <a:pt x="428" y="163"/>
                  </a:lnTo>
                  <a:lnTo>
                    <a:pt x="431" y="175"/>
                  </a:lnTo>
                  <a:lnTo>
                    <a:pt x="434" y="192"/>
                  </a:lnTo>
                  <a:lnTo>
                    <a:pt x="437" y="203"/>
                  </a:lnTo>
                  <a:lnTo>
                    <a:pt x="439" y="211"/>
                  </a:lnTo>
                  <a:lnTo>
                    <a:pt x="440" y="211"/>
                  </a:lnTo>
                  <a:lnTo>
                    <a:pt x="439" y="217"/>
                  </a:lnTo>
                  <a:lnTo>
                    <a:pt x="439" y="223"/>
                  </a:lnTo>
                  <a:lnTo>
                    <a:pt x="439" y="235"/>
                  </a:lnTo>
                  <a:lnTo>
                    <a:pt x="438" y="274"/>
                  </a:lnTo>
                  <a:lnTo>
                    <a:pt x="438" y="277"/>
                  </a:lnTo>
                  <a:lnTo>
                    <a:pt x="440" y="281"/>
                  </a:lnTo>
                  <a:lnTo>
                    <a:pt x="441" y="286"/>
                  </a:lnTo>
                  <a:lnTo>
                    <a:pt x="446" y="310"/>
                  </a:lnTo>
                  <a:lnTo>
                    <a:pt x="447" y="317"/>
                  </a:lnTo>
                  <a:lnTo>
                    <a:pt x="449" y="322"/>
                  </a:lnTo>
                  <a:lnTo>
                    <a:pt x="449" y="323"/>
                  </a:lnTo>
                  <a:lnTo>
                    <a:pt x="450" y="330"/>
                  </a:lnTo>
                  <a:lnTo>
                    <a:pt x="451" y="340"/>
                  </a:lnTo>
                  <a:lnTo>
                    <a:pt x="452" y="342"/>
                  </a:lnTo>
                  <a:lnTo>
                    <a:pt x="452" y="346"/>
                  </a:lnTo>
                  <a:lnTo>
                    <a:pt x="461" y="359"/>
                  </a:lnTo>
                  <a:lnTo>
                    <a:pt x="446" y="374"/>
                  </a:lnTo>
                  <a:lnTo>
                    <a:pt x="453" y="384"/>
                  </a:lnTo>
                  <a:lnTo>
                    <a:pt x="449" y="392"/>
                  </a:lnTo>
                  <a:lnTo>
                    <a:pt x="449" y="396"/>
                  </a:lnTo>
                  <a:lnTo>
                    <a:pt x="447" y="397"/>
                  </a:lnTo>
                  <a:lnTo>
                    <a:pt x="449" y="397"/>
                  </a:lnTo>
                  <a:lnTo>
                    <a:pt x="450" y="400"/>
                  </a:lnTo>
                  <a:lnTo>
                    <a:pt x="456" y="395"/>
                  </a:lnTo>
                  <a:lnTo>
                    <a:pt x="458" y="391"/>
                  </a:lnTo>
                  <a:lnTo>
                    <a:pt x="467" y="388"/>
                  </a:lnTo>
                  <a:lnTo>
                    <a:pt x="474" y="383"/>
                  </a:lnTo>
                  <a:lnTo>
                    <a:pt x="483" y="384"/>
                  </a:lnTo>
                  <a:lnTo>
                    <a:pt x="491" y="376"/>
                  </a:lnTo>
                  <a:lnTo>
                    <a:pt x="524" y="366"/>
                  </a:lnTo>
                  <a:lnTo>
                    <a:pt x="541" y="348"/>
                  </a:lnTo>
                  <a:lnTo>
                    <a:pt x="549" y="342"/>
                  </a:lnTo>
                  <a:lnTo>
                    <a:pt x="546" y="347"/>
                  </a:lnTo>
                  <a:lnTo>
                    <a:pt x="551" y="354"/>
                  </a:lnTo>
                  <a:lnTo>
                    <a:pt x="561" y="355"/>
                  </a:lnTo>
                  <a:lnTo>
                    <a:pt x="570" y="346"/>
                  </a:lnTo>
                  <a:lnTo>
                    <a:pt x="572" y="349"/>
                  </a:lnTo>
                  <a:lnTo>
                    <a:pt x="554" y="365"/>
                  </a:lnTo>
                  <a:lnTo>
                    <a:pt x="491" y="410"/>
                  </a:lnTo>
                  <a:lnTo>
                    <a:pt x="479" y="415"/>
                  </a:lnTo>
                  <a:lnTo>
                    <a:pt x="465" y="421"/>
                  </a:lnTo>
                  <a:lnTo>
                    <a:pt x="456" y="424"/>
                  </a:lnTo>
                  <a:lnTo>
                    <a:pt x="447" y="427"/>
                  </a:lnTo>
                  <a:lnTo>
                    <a:pt x="444" y="431"/>
                  </a:lnTo>
                  <a:lnTo>
                    <a:pt x="444" y="428"/>
                  </a:lnTo>
                  <a:lnTo>
                    <a:pt x="439" y="428"/>
                  </a:lnTo>
                  <a:lnTo>
                    <a:pt x="435" y="426"/>
                  </a:lnTo>
                  <a:lnTo>
                    <a:pt x="431" y="434"/>
                  </a:lnTo>
                  <a:lnTo>
                    <a:pt x="422" y="440"/>
                  </a:lnTo>
                  <a:lnTo>
                    <a:pt x="422" y="438"/>
                  </a:lnTo>
                  <a:lnTo>
                    <a:pt x="422" y="436"/>
                  </a:lnTo>
                  <a:lnTo>
                    <a:pt x="423" y="431"/>
                  </a:lnTo>
                  <a:lnTo>
                    <a:pt x="423" y="427"/>
                  </a:lnTo>
                  <a:lnTo>
                    <a:pt x="426" y="425"/>
                  </a:lnTo>
                  <a:lnTo>
                    <a:pt x="427" y="425"/>
                  </a:lnTo>
                  <a:lnTo>
                    <a:pt x="431" y="422"/>
                  </a:lnTo>
                  <a:lnTo>
                    <a:pt x="433" y="422"/>
                  </a:lnTo>
                  <a:lnTo>
                    <a:pt x="434" y="419"/>
                  </a:lnTo>
                  <a:lnTo>
                    <a:pt x="434" y="415"/>
                  </a:lnTo>
                  <a:lnTo>
                    <a:pt x="434" y="412"/>
                  </a:lnTo>
                  <a:lnTo>
                    <a:pt x="434" y="407"/>
                  </a:lnTo>
                  <a:lnTo>
                    <a:pt x="437" y="400"/>
                  </a:lnTo>
                  <a:lnTo>
                    <a:pt x="437" y="398"/>
                  </a:lnTo>
                  <a:lnTo>
                    <a:pt x="437" y="397"/>
                  </a:lnTo>
                  <a:lnTo>
                    <a:pt x="437" y="395"/>
                  </a:lnTo>
                  <a:lnTo>
                    <a:pt x="437" y="389"/>
                  </a:lnTo>
                  <a:lnTo>
                    <a:pt x="437" y="38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3" name="Freeform 39">
              <a:extLst>
                <a:ext uri="{FF2B5EF4-FFF2-40B4-BE49-F238E27FC236}">
                  <a16:creationId xmlns:a16="http://schemas.microsoft.com/office/drawing/2014/main" id="{555E021D-50B2-6E73-A5FA-D804DCDC3436}"/>
                </a:ext>
              </a:extLst>
            </p:cNvPr>
            <p:cNvSpPr>
              <a:spLocks noChangeAspect="1"/>
            </p:cNvSpPr>
            <p:nvPr/>
          </p:nvSpPr>
          <p:spPr bwMode="auto">
            <a:xfrm>
              <a:off x="717" y="2558"/>
              <a:ext cx="78" cy="68"/>
            </a:xfrm>
            <a:custGeom>
              <a:avLst/>
              <a:gdLst>
                <a:gd name="T0" fmla="*/ 270 w 433"/>
                <a:gd name="T1" fmla="*/ 193 h 383"/>
                <a:gd name="T2" fmla="*/ 293 w 433"/>
                <a:gd name="T3" fmla="*/ 192 h 383"/>
                <a:gd name="T4" fmla="*/ 317 w 433"/>
                <a:gd name="T5" fmla="*/ 189 h 383"/>
                <a:gd name="T6" fmla="*/ 359 w 433"/>
                <a:gd name="T7" fmla="*/ 187 h 383"/>
                <a:gd name="T8" fmla="*/ 353 w 433"/>
                <a:gd name="T9" fmla="*/ 219 h 383"/>
                <a:gd name="T10" fmla="*/ 374 w 433"/>
                <a:gd name="T11" fmla="*/ 258 h 383"/>
                <a:gd name="T12" fmla="*/ 357 w 433"/>
                <a:gd name="T13" fmla="*/ 284 h 383"/>
                <a:gd name="T14" fmla="*/ 381 w 433"/>
                <a:gd name="T15" fmla="*/ 282 h 383"/>
                <a:gd name="T16" fmla="*/ 411 w 433"/>
                <a:gd name="T17" fmla="*/ 285 h 383"/>
                <a:gd name="T18" fmla="*/ 395 w 433"/>
                <a:gd name="T19" fmla="*/ 314 h 383"/>
                <a:gd name="T20" fmla="*/ 390 w 433"/>
                <a:gd name="T21" fmla="*/ 318 h 383"/>
                <a:gd name="T22" fmla="*/ 391 w 433"/>
                <a:gd name="T23" fmla="*/ 342 h 383"/>
                <a:gd name="T24" fmla="*/ 427 w 433"/>
                <a:gd name="T25" fmla="*/ 353 h 383"/>
                <a:gd name="T26" fmla="*/ 425 w 433"/>
                <a:gd name="T27" fmla="*/ 379 h 383"/>
                <a:gd name="T28" fmla="*/ 403 w 433"/>
                <a:gd name="T29" fmla="*/ 380 h 383"/>
                <a:gd name="T30" fmla="*/ 393 w 433"/>
                <a:gd name="T31" fmla="*/ 357 h 383"/>
                <a:gd name="T32" fmla="*/ 331 w 433"/>
                <a:gd name="T33" fmla="*/ 375 h 383"/>
                <a:gd name="T34" fmla="*/ 325 w 433"/>
                <a:gd name="T35" fmla="*/ 360 h 383"/>
                <a:gd name="T36" fmla="*/ 296 w 433"/>
                <a:gd name="T37" fmla="*/ 374 h 383"/>
                <a:gd name="T38" fmla="*/ 259 w 433"/>
                <a:gd name="T39" fmla="*/ 374 h 383"/>
                <a:gd name="T40" fmla="*/ 245 w 433"/>
                <a:gd name="T41" fmla="*/ 344 h 383"/>
                <a:gd name="T42" fmla="*/ 213 w 433"/>
                <a:gd name="T43" fmla="*/ 331 h 383"/>
                <a:gd name="T44" fmla="*/ 193 w 433"/>
                <a:gd name="T45" fmla="*/ 321 h 383"/>
                <a:gd name="T46" fmla="*/ 181 w 433"/>
                <a:gd name="T47" fmla="*/ 317 h 383"/>
                <a:gd name="T48" fmla="*/ 203 w 433"/>
                <a:gd name="T49" fmla="*/ 337 h 383"/>
                <a:gd name="T50" fmla="*/ 170 w 433"/>
                <a:gd name="T51" fmla="*/ 337 h 383"/>
                <a:gd name="T52" fmla="*/ 77 w 433"/>
                <a:gd name="T53" fmla="*/ 324 h 383"/>
                <a:gd name="T54" fmla="*/ 24 w 433"/>
                <a:gd name="T55" fmla="*/ 319 h 383"/>
                <a:gd name="T56" fmla="*/ 37 w 433"/>
                <a:gd name="T57" fmla="*/ 299 h 383"/>
                <a:gd name="T58" fmla="*/ 33 w 433"/>
                <a:gd name="T59" fmla="*/ 265 h 383"/>
                <a:gd name="T60" fmla="*/ 48 w 433"/>
                <a:gd name="T61" fmla="*/ 218 h 383"/>
                <a:gd name="T62" fmla="*/ 29 w 433"/>
                <a:gd name="T63" fmla="*/ 159 h 383"/>
                <a:gd name="T64" fmla="*/ 17 w 433"/>
                <a:gd name="T65" fmla="*/ 125 h 383"/>
                <a:gd name="T66" fmla="*/ 6 w 433"/>
                <a:gd name="T67" fmla="*/ 111 h 383"/>
                <a:gd name="T68" fmla="*/ 2 w 433"/>
                <a:gd name="T69" fmla="*/ 73 h 383"/>
                <a:gd name="T70" fmla="*/ 1 w 433"/>
                <a:gd name="T71" fmla="*/ 43 h 383"/>
                <a:gd name="T72" fmla="*/ 0 w 433"/>
                <a:gd name="T73" fmla="*/ 13 h 383"/>
                <a:gd name="T74" fmla="*/ 18 w 433"/>
                <a:gd name="T75" fmla="*/ 11 h 383"/>
                <a:gd name="T76" fmla="*/ 43 w 433"/>
                <a:gd name="T77" fmla="*/ 9 h 383"/>
                <a:gd name="T78" fmla="*/ 63 w 433"/>
                <a:gd name="T79" fmla="*/ 8 h 383"/>
                <a:gd name="T80" fmla="*/ 98 w 433"/>
                <a:gd name="T81" fmla="*/ 7 h 383"/>
                <a:gd name="T82" fmla="*/ 157 w 433"/>
                <a:gd name="T83" fmla="*/ 5 h 383"/>
                <a:gd name="T84" fmla="*/ 207 w 433"/>
                <a:gd name="T85" fmla="*/ 1 h 383"/>
                <a:gd name="T86" fmla="*/ 227 w 433"/>
                <a:gd name="T87" fmla="*/ 0 h 383"/>
                <a:gd name="T88" fmla="*/ 242 w 433"/>
                <a:gd name="T89" fmla="*/ 41 h 383"/>
                <a:gd name="T90" fmla="*/ 246 w 433"/>
                <a:gd name="T91" fmla="*/ 53 h 383"/>
                <a:gd name="T92" fmla="*/ 243 w 433"/>
                <a:gd name="T93" fmla="*/ 85 h 383"/>
                <a:gd name="T94" fmla="*/ 246 w 433"/>
                <a:gd name="T95" fmla="*/ 86 h 383"/>
                <a:gd name="T96" fmla="*/ 230 w 433"/>
                <a:gd name="T97" fmla="*/ 111 h 383"/>
                <a:gd name="T98" fmla="*/ 221 w 433"/>
                <a:gd name="T99" fmla="*/ 125 h 383"/>
                <a:gd name="T100" fmla="*/ 204 w 433"/>
                <a:gd name="T101" fmla="*/ 185 h 383"/>
                <a:gd name="T102" fmla="*/ 235 w 433"/>
                <a:gd name="T103" fmla="*/ 19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383">
                  <a:moveTo>
                    <a:pt x="242" y="195"/>
                  </a:moveTo>
                  <a:lnTo>
                    <a:pt x="251" y="194"/>
                  </a:lnTo>
                  <a:lnTo>
                    <a:pt x="255" y="194"/>
                  </a:lnTo>
                  <a:lnTo>
                    <a:pt x="270" y="193"/>
                  </a:lnTo>
                  <a:lnTo>
                    <a:pt x="276" y="193"/>
                  </a:lnTo>
                  <a:lnTo>
                    <a:pt x="279" y="193"/>
                  </a:lnTo>
                  <a:lnTo>
                    <a:pt x="291" y="192"/>
                  </a:lnTo>
                  <a:lnTo>
                    <a:pt x="293" y="192"/>
                  </a:lnTo>
                  <a:lnTo>
                    <a:pt x="296" y="191"/>
                  </a:lnTo>
                  <a:lnTo>
                    <a:pt x="307" y="191"/>
                  </a:lnTo>
                  <a:lnTo>
                    <a:pt x="309" y="191"/>
                  </a:lnTo>
                  <a:lnTo>
                    <a:pt x="317" y="189"/>
                  </a:lnTo>
                  <a:lnTo>
                    <a:pt x="327" y="188"/>
                  </a:lnTo>
                  <a:lnTo>
                    <a:pt x="351" y="187"/>
                  </a:lnTo>
                  <a:lnTo>
                    <a:pt x="357" y="186"/>
                  </a:lnTo>
                  <a:lnTo>
                    <a:pt x="359" y="187"/>
                  </a:lnTo>
                  <a:lnTo>
                    <a:pt x="360" y="186"/>
                  </a:lnTo>
                  <a:lnTo>
                    <a:pt x="359" y="193"/>
                  </a:lnTo>
                  <a:lnTo>
                    <a:pt x="354" y="211"/>
                  </a:lnTo>
                  <a:lnTo>
                    <a:pt x="353" y="219"/>
                  </a:lnTo>
                  <a:lnTo>
                    <a:pt x="361" y="235"/>
                  </a:lnTo>
                  <a:lnTo>
                    <a:pt x="362" y="235"/>
                  </a:lnTo>
                  <a:lnTo>
                    <a:pt x="367" y="239"/>
                  </a:lnTo>
                  <a:lnTo>
                    <a:pt x="374" y="258"/>
                  </a:lnTo>
                  <a:lnTo>
                    <a:pt x="383" y="264"/>
                  </a:lnTo>
                  <a:lnTo>
                    <a:pt x="375" y="267"/>
                  </a:lnTo>
                  <a:lnTo>
                    <a:pt x="366" y="279"/>
                  </a:lnTo>
                  <a:lnTo>
                    <a:pt x="357" y="284"/>
                  </a:lnTo>
                  <a:lnTo>
                    <a:pt x="366" y="289"/>
                  </a:lnTo>
                  <a:lnTo>
                    <a:pt x="371" y="295"/>
                  </a:lnTo>
                  <a:lnTo>
                    <a:pt x="378" y="295"/>
                  </a:lnTo>
                  <a:lnTo>
                    <a:pt x="381" y="282"/>
                  </a:lnTo>
                  <a:lnTo>
                    <a:pt x="386" y="278"/>
                  </a:lnTo>
                  <a:lnTo>
                    <a:pt x="397" y="276"/>
                  </a:lnTo>
                  <a:lnTo>
                    <a:pt x="411" y="264"/>
                  </a:lnTo>
                  <a:lnTo>
                    <a:pt x="411" y="285"/>
                  </a:lnTo>
                  <a:lnTo>
                    <a:pt x="408" y="288"/>
                  </a:lnTo>
                  <a:lnTo>
                    <a:pt x="408" y="293"/>
                  </a:lnTo>
                  <a:lnTo>
                    <a:pt x="396" y="306"/>
                  </a:lnTo>
                  <a:lnTo>
                    <a:pt x="395" y="314"/>
                  </a:lnTo>
                  <a:lnTo>
                    <a:pt x="389" y="309"/>
                  </a:lnTo>
                  <a:lnTo>
                    <a:pt x="390" y="317"/>
                  </a:lnTo>
                  <a:lnTo>
                    <a:pt x="379" y="314"/>
                  </a:lnTo>
                  <a:lnTo>
                    <a:pt x="390" y="318"/>
                  </a:lnTo>
                  <a:lnTo>
                    <a:pt x="379" y="319"/>
                  </a:lnTo>
                  <a:lnTo>
                    <a:pt x="387" y="330"/>
                  </a:lnTo>
                  <a:lnTo>
                    <a:pt x="383" y="330"/>
                  </a:lnTo>
                  <a:lnTo>
                    <a:pt x="391" y="342"/>
                  </a:lnTo>
                  <a:lnTo>
                    <a:pt x="402" y="341"/>
                  </a:lnTo>
                  <a:lnTo>
                    <a:pt x="414" y="347"/>
                  </a:lnTo>
                  <a:lnTo>
                    <a:pt x="419" y="345"/>
                  </a:lnTo>
                  <a:lnTo>
                    <a:pt x="427" y="353"/>
                  </a:lnTo>
                  <a:lnTo>
                    <a:pt x="433" y="354"/>
                  </a:lnTo>
                  <a:lnTo>
                    <a:pt x="432" y="369"/>
                  </a:lnTo>
                  <a:lnTo>
                    <a:pt x="425" y="371"/>
                  </a:lnTo>
                  <a:lnTo>
                    <a:pt x="425" y="379"/>
                  </a:lnTo>
                  <a:lnTo>
                    <a:pt x="423" y="375"/>
                  </a:lnTo>
                  <a:lnTo>
                    <a:pt x="415" y="368"/>
                  </a:lnTo>
                  <a:lnTo>
                    <a:pt x="405" y="381"/>
                  </a:lnTo>
                  <a:lnTo>
                    <a:pt x="403" y="380"/>
                  </a:lnTo>
                  <a:lnTo>
                    <a:pt x="405" y="378"/>
                  </a:lnTo>
                  <a:lnTo>
                    <a:pt x="404" y="369"/>
                  </a:lnTo>
                  <a:lnTo>
                    <a:pt x="402" y="369"/>
                  </a:lnTo>
                  <a:lnTo>
                    <a:pt x="393" y="357"/>
                  </a:lnTo>
                  <a:lnTo>
                    <a:pt x="372" y="350"/>
                  </a:lnTo>
                  <a:lnTo>
                    <a:pt x="359" y="353"/>
                  </a:lnTo>
                  <a:lnTo>
                    <a:pt x="344" y="367"/>
                  </a:lnTo>
                  <a:lnTo>
                    <a:pt x="331" y="375"/>
                  </a:lnTo>
                  <a:lnTo>
                    <a:pt x="321" y="379"/>
                  </a:lnTo>
                  <a:lnTo>
                    <a:pt x="329" y="375"/>
                  </a:lnTo>
                  <a:lnTo>
                    <a:pt x="332" y="372"/>
                  </a:lnTo>
                  <a:lnTo>
                    <a:pt x="325" y="360"/>
                  </a:lnTo>
                  <a:lnTo>
                    <a:pt x="320" y="359"/>
                  </a:lnTo>
                  <a:lnTo>
                    <a:pt x="318" y="366"/>
                  </a:lnTo>
                  <a:lnTo>
                    <a:pt x="309" y="365"/>
                  </a:lnTo>
                  <a:lnTo>
                    <a:pt x="296" y="374"/>
                  </a:lnTo>
                  <a:lnTo>
                    <a:pt x="285" y="383"/>
                  </a:lnTo>
                  <a:lnTo>
                    <a:pt x="283" y="383"/>
                  </a:lnTo>
                  <a:lnTo>
                    <a:pt x="275" y="373"/>
                  </a:lnTo>
                  <a:lnTo>
                    <a:pt x="259" y="374"/>
                  </a:lnTo>
                  <a:lnTo>
                    <a:pt x="236" y="359"/>
                  </a:lnTo>
                  <a:lnTo>
                    <a:pt x="242" y="360"/>
                  </a:lnTo>
                  <a:lnTo>
                    <a:pt x="247" y="353"/>
                  </a:lnTo>
                  <a:lnTo>
                    <a:pt x="245" y="344"/>
                  </a:lnTo>
                  <a:lnTo>
                    <a:pt x="224" y="339"/>
                  </a:lnTo>
                  <a:lnTo>
                    <a:pt x="221" y="341"/>
                  </a:lnTo>
                  <a:lnTo>
                    <a:pt x="219" y="331"/>
                  </a:lnTo>
                  <a:lnTo>
                    <a:pt x="213" y="331"/>
                  </a:lnTo>
                  <a:lnTo>
                    <a:pt x="212" y="320"/>
                  </a:lnTo>
                  <a:lnTo>
                    <a:pt x="203" y="319"/>
                  </a:lnTo>
                  <a:lnTo>
                    <a:pt x="192" y="324"/>
                  </a:lnTo>
                  <a:lnTo>
                    <a:pt x="193" y="321"/>
                  </a:lnTo>
                  <a:lnTo>
                    <a:pt x="192" y="320"/>
                  </a:lnTo>
                  <a:lnTo>
                    <a:pt x="191" y="312"/>
                  </a:lnTo>
                  <a:lnTo>
                    <a:pt x="183" y="313"/>
                  </a:lnTo>
                  <a:lnTo>
                    <a:pt x="181" y="317"/>
                  </a:lnTo>
                  <a:lnTo>
                    <a:pt x="168" y="323"/>
                  </a:lnTo>
                  <a:lnTo>
                    <a:pt x="182" y="335"/>
                  </a:lnTo>
                  <a:lnTo>
                    <a:pt x="195" y="332"/>
                  </a:lnTo>
                  <a:lnTo>
                    <a:pt x="203" y="337"/>
                  </a:lnTo>
                  <a:lnTo>
                    <a:pt x="203" y="345"/>
                  </a:lnTo>
                  <a:lnTo>
                    <a:pt x="193" y="344"/>
                  </a:lnTo>
                  <a:lnTo>
                    <a:pt x="179" y="337"/>
                  </a:lnTo>
                  <a:lnTo>
                    <a:pt x="170" y="337"/>
                  </a:lnTo>
                  <a:lnTo>
                    <a:pt x="162" y="342"/>
                  </a:lnTo>
                  <a:lnTo>
                    <a:pt x="131" y="341"/>
                  </a:lnTo>
                  <a:lnTo>
                    <a:pt x="102" y="329"/>
                  </a:lnTo>
                  <a:lnTo>
                    <a:pt x="77" y="324"/>
                  </a:lnTo>
                  <a:lnTo>
                    <a:pt x="36" y="330"/>
                  </a:lnTo>
                  <a:lnTo>
                    <a:pt x="31" y="338"/>
                  </a:lnTo>
                  <a:lnTo>
                    <a:pt x="26" y="330"/>
                  </a:lnTo>
                  <a:lnTo>
                    <a:pt x="24" y="319"/>
                  </a:lnTo>
                  <a:lnTo>
                    <a:pt x="27" y="318"/>
                  </a:lnTo>
                  <a:lnTo>
                    <a:pt x="33" y="303"/>
                  </a:lnTo>
                  <a:lnTo>
                    <a:pt x="36" y="301"/>
                  </a:lnTo>
                  <a:lnTo>
                    <a:pt x="37" y="299"/>
                  </a:lnTo>
                  <a:lnTo>
                    <a:pt x="38" y="291"/>
                  </a:lnTo>
                  <a:lnTo>
                    <a:pt x="38" y="279"/>
                  </a:lnTo>
                  <a:lnTo>
                    <a:pt x="33" y="272"/>
                  </a:lnTo>
                  <a:lnTo>
                    <a:pt x="33" y="265"/>
                  </a:lnTo>
                  <a:lnTo>
                    <a:pt x="35" y="265"/>
                  </a:lnTo>
                  <a:lnTo>
                    <a:pt x="37" y="255"/>
                  </a:lnTo>
                  <a:lnTo>
                    <a:pt x="44" y="230"/>
                  </a:lnTo>
                  <a:lnTo>
                    <a:pt x="48" y="218"/>
                  </a:lnTo>
                  <a:lnTo>
                    <a:pt x="45" y="206"/>
                  </a:lnTo>
                  <a:lnTo>
                    <a:pt x="47" y="188"/>
                  </a:lnTo>
                  <a:lnTo>
                    <a:pt x="43" y="189"/>
                  </a:lnTo>
                  <a:lnTo>
                    <a:pt x="29" y="159"/>
                  </a:lnTo>
                  <a:lnTo>
                    <a:pt x="31" y="158"/>
                  </a:lnTo>
                  <a:lnTo>
                    <a:pt x="21" y="150"/>
                  </a:lnTo>
                  <a:lnTo>
                    <a:pt x="21" y="134"/>
                  </a:lnTo>
                  <a:lnTo>
                    <a:pt x="17" y="125"/>
                  </a:lnTo>
                  <a:lnTo>
                    <a:pt x="18" y="125"/>
                  </a:lnTo>
                  <a:lnTo>
                    <a:pt x="7" y="114"/>
                  </a:lnTo>
                  <a:lnTo>
                    <a:pt x="6" y="113"/>
                  </a:lnTo>
                  <a:lnTo>
                    <a:pt x="6" y="111"/>
                  </a:lnTo>
                  <a:lnTo>
                    <a:pt x="3" y="110"/>
                  </a:lnTo>
                  <a:lnTo>
                    <a:pt x="2" y="91"/>
                  </a:lnTo>
                  <a:lnTo>
                    <a:pt x="2" y="86"/>
                  </a:lnTo>
                  <a:lnTo>
                    <a:pt x="2" y="73"/>
                  </a:lnTo>
                  <a:lnTo>
                    <a:pt x="2" y="72"/>
                  </a:lnTo>
                  <a:lnTo>
                    <a:pt x="1" y="61"/>
                  </a:lnTo>
                  <a:lnTo>
                    <a:pt x="1" y="49"/>
                  </a:lnTo>
                  <a:lnTo>
                    <a:pt x="1" y="43"/>
                  </a:lnTo>
                  <a:lnTo>
                    <a:pt x="1" y="38"/>
                  </a:lnTo>
                  <a:lnTo>
                    <a:pt x="1" y="37"/>
                  </a:lnTo>
                  <a:lnTo>
                    <a:pt x="0" y="24"/>
                  </a:lnTo>
                  <a:lnTo>
                    <a:pt x="0" y="13"/>
                  </a:lnTo>
                  <a:lnTo>
                    <a:pt x="0" y="11"/>
                  </a:lnTo>
                  <a:lnTo>
                    <a:pt x="3" y="11"/>
                  </a:lnTo>
                  <a:lnTo>
                    <a:pt x="8" y="11"/>
                  </a:lnTo>
                  <a:lnTo>
                    <a:pt x="18" y="11"/>
                  </a:lnTo>
                  <a:lnTo>
                    <a:pt x="29" y="9"/>
                  </a:lnTo>
                  <a:lnTo>
                    <a:pt x="30" y="9"/>
                  </a:lnTo>
                  <a:lnTo>
                    <a:pt x="42" y="9"/>
                  </a:lnTo>
                  <a:lnTo>
                    <a:pt x="43" y="9"/>
                  </a:lnTo>
                  <a:lnTo>
                    <a:pt x="44" y="9"/>
                  </a:lnTo>
                  <a:lnTo>
                    <a:pt x="56" y="8"/>
                  </a:lnTo>
                  <a:lnTo>
                    <a:pt x="62" y="8"/>
                  </a:lnTo>
                  <a:lnTo>
                    <a:pt x="63" y="8"/>
                  </a:lnTo>
                  <a:lnTo>
                    <a:pt x="66" y="8"/>
                  </a:lnTo>
                  <a:lnTo>
                    <a:pt x="68" y="8"/>
                  </a:lnTo>
                  <a:lnTo>
                    <a:pt x="84" y="7"/>
                  </a:lnTo>
                  <a:lnTo>
                    <a:pt x="98" y="7"/>
                  </a:lnTo>
                  <a:lnTo>
                    <a:pt x="104" y="7"/>
                  </a:lnTo>
                  <a:lnTo>
                    <a:pt x="122" y="6"/>
                  </a:lnTo>
                  <a:lnTo>
                    <a:pt x="150" y="5"/>
                  </a:lnTo>
                  <a:lnTo>
                    <a:pt x="157" y="5"/>
                  </a:lnTo>
                  <a:lnTo>
                    <a:pt x="195" y="2"/>
                  </a:lnTo>
                  <a:lnTo>
                    <a:pt x="197" y="2"/>
                  </a:lnTo>
                  <a:lnTo>
                    <a:pt x="206" y="1"/>
                  </a:lnTo>
                  <a:lnTo>
                    <a:pt x="207" y="1"/>
                  </a:lnTo>
                  <a:lnTo>
                    <a:pt x="210" y="1"/>
                  </a:lnTo>
                  <a:lnTo>
                    <a:pt x="222" y="1"/>
                  </a:lnTo>
                  <a:lnTo>
                    <a:pt x="224" y="0"/>
                  </a:lnTo>
                  <a:lnTo>
                    <a:pt x="227" y="0"/>
                  </a:lnTo>
                  <a:lnTo>
                    <a:pt x="229" y="0"/>
                  </a:lnTo>
                  <a:lnTo>
                    <a:pt x="235" y="41"/>
                  </a:lnTo>
                  <a:lnTo>
                    <a:pt x="245" y="36"/>
                  </a:lnTo>
                  <a:lnTo>
                    <a:pt x="242" y="41"/>
                  </a:lnTo>
                  <a:lnTo>
                    <a:pt x="240" y="43"/>
                  </a:lnTo>
                  <a:lnTo>
                    <a:pt x="246" y="50"/>
                  </a:lnTo>
                  <a:lnTo>
                    <a:pt x="236" y="49"/>
                  </a:lnTo>
                  <a:lnTo>
                    <a:pt x="246" y="53"/>
                  </a:lnTo>
                  <a:lnTo>
                    <a:pt x="248" y="78"/>
                  </a:lnTo>
                  <a:lnTo>
                    <a:pt x="237" y="77"/>
                  </a:lnTo>
                  <a:lnTo>
                    <a:pt x="239" y="85"/>
                  </a:lnTo>
                  <a:lnTo>
                    <a:pt x="243" y="85"/>
                  </a:lnTo>
                  <a:lnTo>
                    <a:pt x="245" y="85"/>
                  </a:lnTo>
                  <a:lnTo>
                    <a:pt x="247" y="85"/>
                  </a:lnTo>
                  <a:lnTo>
                    <a:pt x="246" y="85"/>
                  </a:lnTo>
                  <a:lnTo>
                    <a:pt x="246" y="86"/>
                  </a:lnTo>
                  <a:lnTo>
                    <a:pt x="239" y="91"/>
                  </a:lnTo>
                  <a:lnTo>
                    <a:pt x="242" y="97"/>
                  </a:lnTo>
                  <a:lnTo>
                    <a:pt x="230" y="110"/>
                  </a:lnTo>
                  <a:lnTo>
                    <a:pt x="230" y="111"/>
                  </a:lnTo>
                  <a:lnTo>
                    <a:pt x="229" y="122"/>
                  </a:lnTo>
                  <a:lnTo>
                    <a:pt x="225" y="123"/>
                  </a:lnTo>
                  <a:lnTo>
                    <a:pt x="223" y="123"/>
                  </a:lnTo>
                  <a:lnTo>
                    <a:pt x="221" y="125"/>
                  </a:lnTo>
                  <a:lnTo>
                    <a:pt x="211" y="134"/>
                  </a:lnTo>
                  <a:lnTo>
                    <a:pt x="213" y="162"/>
                  </a:lnTo>
                  <a:lnTo>
                    <a:pt x="206" y="179"/>
                  </a:lnTo>
                  <a:lnTo>
                    <a:pt x="204" y="185"/>
                  </a:lnTo>
                  <a:lnTo>
                    <a:pt x="206" y="197"/>
                  </a:lnTo>
                  <a:lnTo>
                    <a:pt x="204" y="198"/>
                  </a:lnTo>
                  <a:lnTo>
                    <a:pt x="225" y="197"/>
                  </a:lnTo>
                  <a:lnTo>
                    <a:pt x="235" y="195"/>
                  </a:lnTo>
                  <a:lnTo>
                    <a:pt x="242" y="19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4" name="Freeform 40">
              <a:extLst>
                <a:ext uri="{FF2B5EF4-FFF2-40B4-BE49-F238E27FC236}">
                  <a16:creationId xmlns:a16="http://schemas.microsoft.com/office/drawing/2014/main" id="{A89F1BB7-0345-9C0B-2A8F-D71B21B1A984}"/>
                </a:ext>
              </a:extLst>
            </p:cNvPr>
            <p:cNvSpPr>
              <a:spLocks noChangeAspect="1"/>
            </p:cNvSpPr>
            <p:nvPr/>
          </p:nvSpPr>
          <p:spPr bwMode="auto">
            <a:xfrm>
              <a:off x="707" y="2497"/>
              <a:ext cx="69" cy="63"/>
            </a:xfrm>
            <a:custGeom>
              <a:avLst/>
              <a:gdLst>
                <a:gd name="T0" fmla="*/ 13 w 385"/>
                <a:gd name="T1" fmla="*/ 99 h 357"/>
                <a:gd name="T2" fmla="*/ 17 w 385"/>
                <a:gd name="T3" fmla="*/ 115 h 357"/>
                <a:gd name="T4" fmla="*/ 18 w 385"/>
                <a:gd name="T5" fmla="*/ 127 h 357"/>
                <a:gd name="T6" fmla="*/ 18 w 385"/>
                <a:gd name="T7" fmla="*/ 175 h 357"/>
                <a:gd name="T8" fmla="*/ 19 w 385"/>
                <a:gd name="T9" fmla="*/ 195 h 357"/>
                <a:gd name="T10" fmla="*/ 19 w 385"/>
                <a:gd name="T11" fmla="*/ 217 h 357"/>
                <a:gd name="T12" fmla="*/ 19 w 385"/>
                <a:gd name="T13" fmla="*/ 250 h 357"/>
                <a:gd name="T14" fmla="*/ 19 w 385"/>
                <a:gd name="T15" fmla="*/ 270 h 357"/>
                <a:gd name="T16" fmla="*/ 29 w 385"/>
                <a:gd name="T17" fmla="*/ 306 h 357"/>
                <a:gd name="T18" fmla="*/ 55 w 385"/>
                <a:gd name="T19" fmla="*/ 307 h 357"/>
                <a:gd name="T20" fmla="*/ 57 w 385"/>
                <a:gd name="T21" fmla="*/ 334 h 357"/>
                <a:gd name="T22" fmla="*/ 61 w 385"/>
                <a:gd name="T23" fmla="*/ 357 h 357"/>
                <a:gd name="T24" fmla="*/ 87 w 385"/>
                <a:gd name="T25" fmla="*/ 355 h 357"/>
                <a:gd name="T26" fmla="*/ 101 w 385"/>
                <a:gd name="T27" fmla="*/ 355 h 357"/>
                <a:gd name="T28" fmla="*/ 120 w 385"/>
                <a:gd name="T29" fmla="*/ 354 h 357"/>
                <a:gd name="T30" fmla="*/ 126 w 385"/>
                <a:gd name="T31" fmla="*/ 354 h 357"/>
                <a:gd name="T32" fmla="*/ 162 w 385"/>
                <a:gd name="T33" fmla="*/ 353 h 357"/>
                <a:gd name="T34" fmla="*/ 215 w 385"/>
                <a:gd name="T35" fmla="*/ 351 h 357"/>
                <a:gd name="T36" fmla="*/ 264 w 385"/>
                <a:gd name="T37" fmla="*/ 347 h 357"/>
                <a:gd name="T38" fmla="*/ 280 w 385"/>
                <a:gd name="T39" fmla="*/ 347 h 357"/>
                <a:gd name="T40" fmla="*/ 287 w 385"/>
                <a:gd name="T41" fmla="*/ 346 h 357"/>
                <a:gd name="T42" fmla="*/ 287 w 385"/>
                <a:gd name="T43" fmla="*/ 300 h 357"/>
                <a:gd name="T44" fmla="*/ 280 w 385"/>
                <a:gd name="T45" fmla="*/ 295 h 357"/>
                <a:gd name="T46" fmla="*/ 286 w 385"/>
                <a:gd name="T47" fmla="*/ 277 h 357"/>
                <a:gd name="T48" fmla="*/ 287 w 385"/>
                <a:gd name="T49" fmla="*/ 251 h 357"/>
                <a:gd name="T50" fmla="*/ 305 w 385"/>
                <a:gd name="T51" fmla="*/ 223 h 357"/>
                <a:gd name="T52" fmla="*/ 317 w 385"/>
                <a:gd name="T53" fmla="*/ 210 h 357"/>
                <a:gd name="T54" fmla="*/ 324 w 385"/>
                <a:gd name="T55" fmla="*/ 195 h 357"/>
                <a:gd name="T56" fmla="*/ 327 w 385"/>
                <a:gd name="T57" fmla="*/ 185 h 357"/>
                <a:gd name="T58" fmla="*/ 324 w 385"/>
                <a:gd name="T59" fmla="*/ 172 h 357"/>
                <a:gd name="T60" fmla="*/ 330 w 385"/>
                <a:gd name="T61" fmla="*/ 169 h 357"/>
                <a:gd name="T62" fmla="*/ 336 w 385"/>
                <a:gd name="T63" fmla="*/ 162 h 357"/>
                <a:gd name="T64" fmla="*/ 346 w 385"/>
                <a:gd name="T65" fmla="*/ 151 h 357"/>
                <a:gd name="T66" fmla="*/ 358 w 385"/>
                <a:gd name="T67" fmla="*/ 133 h 357"/>
                <a:gd name="T68" fmla="*/ 351 w 385"/>
                <a:gd name="T69" fmla="*/ 109 h 357"/>
                <a:gd name="T70" fmla="*/ 358 w 385"/>
                <a:gd name="T71" fmla="*/ 96 h 357"/>
                <a:gd name="T72" fmla="*/ 369 w 385"/>
                <a:gd name="T73" fmla="*/ 71 h 357"/>
                <a:gd name="T74" fmla="*/ 378 w 385"/>
                <a:gd name="T75" fmla="*/ 46 h 357"/>
                <a:gd name="T76" fmla="*/ 360 w 385"/>
                <a:gd name="T77" fmla="*/ 47 h 357"/>
                <a:gd name="T78" fmla="*/ 335 w 385"/>
                <a:gd name="T79" fmla="*/ 49 h 357"/>
                <a:gd name="T80" fmla="*/ 336 w 385"/>
                <a:gd name="T81" fmla="*/ 37 h 357"/>
                <a:gd name="T82" fmla="*/ 342 w 385"/>
                <a:gd name="T83" fmla="*/ 0 h 357"/>
                <a:gd name="T84" fmla="*/ 330 w 385"/>
                <a:gd name="T85" fmla="*/ 0 h 357"/>
                <a:gd name="T86" fmla="*/ 298 w 385"/>
                <a:gd name="T87" fmla="*/ 3 h 357"/>
                <a:gd name="T88" fmla="*/ 277 w 385"/>
                <a:gd name="T89" fmla="*/ 5 h 357"/>
                <a:gd name="T90" fmla="*/ 259 w 385"/>
                <a:gd name="T91" fmla="*/ 6 h 357"/>
                <a:gd name="T92" fmla="*/ 243 w 385"/>
                <a:gd name="T93" fmla="*/ 7 h 357"/>
                <a:gd name="T94" fmla="*/ 226 w 385"/>
                <a:gd name="T95" fmla="*/ 7 h 357"/>
                <a:gd name="T96" fmla="*/ 191 w 385"/>
                <a:gd name="T97" fmla="*/ 10 h 357"/>
                <a:gd name="T98" fmla="*/ 167 w 385"/>
                <a:gd name="T99" fmla="*/ 11 h 357"/>
                <a:gd name="T100" fmla="*/ 143 w 385"/>
                <a:gd name="T101" fmla="*/ 12 h 357"/>
                <a:gd name="T102" fmla="*/ 120 w 385"/>
                <a:gd name="T103" fmla="*/ 13 h 357"/>
                <a:gd name="T104" fmla="*/ 100 w 385"/>
                <a:gd name="T105" fmla="*/ 15 h 357"/>
                <a:gd name="T106" fmla="*/ 79 w 385"/>
                <a:gd name="T107" fmla="*/ 16 h 357"/>
                <a:gd name="T108" fmla="*/ 58 w 385"/>
                <a:gd name="T109" fmla="*/ 17 h 357"/>
                <a:gd name="T110" fmla="*/ 42 w 385"/>
                <a:gd name="T111" fmla="*/ 17 h 357"/>
                <a:gd name="T112" fmla="*/ 0 w 385"/>
                <a:gd name="T113" fmla="*/ 18 h 357"/>
                <a:gd name="T114" fmla="*/ 5 w 385"/>
                <a:gd name="T115" fmla="*/ 52 h 357"/>
                <a:gd name="T116" fmla="*/ 10 w 385"/>
                <a:gd name="T117" fmla="*/ 7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5" h="357">
                  <a:moveTo>
                    <a:pt x="12" y="90"/>
                  </a:moveTo>
                  <a:lnTo>
                    <a:pt x="13" y="96"/>
                  </a:lnTo>
                  <a:lnTo>
                    <a:pt x="13" y="99"/>
                  </a:lnTo>
                  <a:lnTo>
                    <a:pt x="15" y="102"/>
                  </a:lnTo>
                  <a:lnTo>
                    <a:pt x="16" y="114"/>
                  </a:lnTo>
                  <a:lnTo>
                    <a:pt x="17" y="115"/>
                  </a:lnTo>
                  <a:lnTo>
                    <a:pt x="18" y="125"/>
                  </a:lnTo>
                  <a:lnTo>
                    <a:pt x="18" y="126"/>
                  </a:lnTo>
                  <a:lnTo>
                    <a:pt x="18" y="127"/>
                  </a:lnTo>
                  <a:lnTo>
                    <a:pt x="18" y="141"/>
                  </a:lnTo>
                  <a:lnTo>
                    <a:pt x="18" y="171"/>
                  </a:lnTo>
                  <a:lnTo>
                    <a:pt x="18" y="175"/>
                  </a:lnTo>
                  <a:lnTo>
                    <a:pt x="18" y="177"/>
                  </a:lnTo>
                  <a:lnTo>
                    <a:pt x="19" y="191"/>
                  </a:lnTo>
                  <a:lnTo>
                    <a:pt x="19" y="195"/>
                  </a:lnTo>
                  <a:lnTo>
                    <a:pt x="19" y="199"/>
                  </a:lnTo>
                  <a:lnTo>
                    <a:pt x="19" y="213"/>
                  </a:lnTo>
                  <a:lnTo>
                    <a:pt x="19" y="217"/>
                  </a:lnTo>
                  <a:lnTo>
                    <a:pt x="19" y="238"/>
                  </a:lnTo>
                  <a:lnTo>
                    <a:pt x="19" y="244"/>
                  </a:lnTo>
                  <a:lnTo>
                    <a:pt x="19" y="250"/>
                  </a:lnTo>
                  <a:lnTo>
                    <a:pt x="19" y="267"/>
                  </a:lnTo>
                  <a:lnTo>
                    <a:pt x="19" y="268"/>
                  </a:lnTo>
                  <a:lnTo>
                    <a:pt x="19" y="270"/>
                  </a:lnTo>
                  <a:lnTo>
                    <a:pt x="19" y="273"/>
                  </a:lnTo>
                  <a:lnTo>
                    <a:pt x="21" y="298"/>
                  </a:lnTo>
                  <a:lnTo>
                    <a:pt x="29" y="306"/>
                  </a:lnTo>
                  <a:lnTo>
                    <a:pt x="39" y="301"/>
                  </a:lnTo>
                  <a:lnTo>
                    <a:pt x="55" y="305"/>
                  </a:lnTo>
                  <a:lnTo>
                    <a:pt x="55" y="307"/>
                  </a:lnTo>
                  <a:lnTo>
                    <a:pt x="57" y="322"/>
                  </a:lnTo>
                  <a:lnTo>
                    <a:pt x="57" y="333"/>
                  </a:lnTo>
                  <a:lnTo>
                    <a:pt x="57" y="334"/>
                  </a:lnTo>
                  <a:lnTo>
                    <a:pt x="57" y="347"/>
                  </a:lnTo>
                  <a:lnTo>
                    <a:pt x="58" y="357"/>
                  </a:lnTo>
                  <a:lnTo>
                    <a:pt x="61" y="357"/>
                  </a:lnTo>
                  <a:lnTo>
                    <a:pt x="66" y="357"/>
                  </a:lnTo>
                  <a:lnTo>
                    <a:pt x="76" y="357"/>
                  </a:lnTo>
                  <a:lnTo>
                    <a:pt x="87" y="355"/>
                  </a:lnTo>
                  <a:lnTo>
                    <a:pt x="88" y="355"/>
                  </a:lnTo>
                  <a:lnTo>
                    <a:pt x="100" y="355"/>
                  </a:lnTo>
                  <a:lnTo>
                    <a:pt x="101" y="355"/>
                  </a:lnTo>
                  <a:lnTo>
                    <a:pt x="102" y="355"/>
                  </a:lnTo>
                  <a:lnTo>
                    <a:pt x="114" y="354"/>
                  </a:lnTo>
                  <a:lnTo>
                    <a:pt x="120" y="354"/>
                  </a:lnTo>
                  <a:lnTo>
                    <a:pt x="121" y="354"/>
                  </a:lnTo>
                  <a:lnTo>
                    <a:pt x="124" y="354"/>
                  </a:lnTo>
                  <a:lnTo>
                    <a:pt x="126" y="354"/>
                  </a:lnTo>
                  <a:lnTo>
                    <a:pt x="142" y="353"/>
                  </a:lnTo>
                  <a:lnTo>
                    <a:pt x="156" y="353"/>
                  </a:lnTo>
                  <a:lnTo>
                    <a:pt x="162" y="353"/>
                  </a:lnTo>
                  <a:lnTo>
                    <a:pt x="180" y="352"/>
                  </a:lnTo>
                  <a:lnTo>
                    <a:pt x="208" y="351"/>
                  </a:lnTo>
                  <a:lnTo>
                    <a:pt x="215" y="351"/>
                  </a:lnTo>
                  <a:lnTo>
                    <a:pt x="253" y="348"/>
                  </a:lnTo>
                  <a:lnTo>
                    <a:pt x="255" y="348"/>
                  </a:lnTo>
                  <a:lnTo>
                    <a:pt x="264" y="347"/>
                  </a:lnTo>
                  <a:lnTo>
                    <a:pt x="265" y="347"/>
                  </a:lnTo>
                  <a:lnTo>
                    <a:pt x="268" y="347"/>
                  </a:lnTo>
                  <a:lnTo>
                    <a:pt x="280" y="347"/>
                  </a:lnTo>
                  <a:lnTo>
                    <a:pt x="282" y="346"/>
                  </a:lnTo>
                  <a:lnTo>
                    <a:pt x="285" y="346"/>
                  </a:lnTo>
                  <a:lnTo>
                    <a:pt x="287" y="346"/>
                  </a:lnTo>
                  <a:lnTo>
                    <a:pt x="288" y="309"/>
                  </a:lnTo>
                  <a:lnTo>
                    <a:pt x="285" y="310"/>
                  </a:lnTo>
                  <a:lnTo>
                    <a:pt x="287" y="300"/>
                  </a:lnTo>
                  <a:lnTo>
                    <a:pt x="279" y="304"/>
                  </a:lnTo>
                  <a:lnTo>
                    <a:pt x="282" y="297"/>
                  </a:lnTo>
                  <a:lnTo>
                    <a:pt x="280" y="295"/>
                  </a:lnTo>
                  <a:lnTo>
                    <a:pt x="280" y="294"/>
                  </a:lnTo>
                  <a:lnTo>
                    <a:pt x="279" y="292"/>
                  </a:lnTo>
                  <a:lnTo>
                    <a:pt x="286" y="277"/>
                  </a:lnTo>
                  <a:lnTo>
                    <a:pt x="286" y="270"/>
                  </a:lnTo>
                  <a:lnTo>
                    <a:pt x="295" y="270"/>
                  </a:lnTo>
                  <a:lnTo>
                    <a:pt x="287" y="251"/>
                  </a:lnTo>
                  <a:lnTo>
                    <a:pt x="294" y="246"/>
                  </a:lnTo>
                  <a:lnTo>
                    <a:pt x="297" y="237"/>
                  </a:lnTo>
                  <a:lnTo>
                    <a:pt x="305" y="223"/>
                  </a:lnTo>
                  <a:lnTo>
                    <a:pt x="311" y="219"/>
                  </a:lnTo>
                  <a:lnTo>
                    <a:pt x="310" y="213"/>
                  </a:lnTo>
                  <a:lnTo>
                    <a:pt x="317" y="210"/>
                  </a:lnTo>
                  <a:lnTo>
                    <a:pt x="316" y="215"/>
                  </a:lnTo>
                  <a:lnTo>
                    <a:pt x="317" y="216"/>
                  </a:lnTo>
                  <a:lnTo>
                    <a:pt x="324" y="195"/>
                  </a:lnTo>
                  <a:lnTo>
                    <a:pt x="322" y="184"/>
                  </a:lnTo>
                  <a:lnTo>
                    <a:pt x="324" y="180"/>
                  </a:lnTo>
                  <a:lnTo>
                    <a:pt x="327" y="185"/>
                  </a:lnTo>
                  <a:lnTo>
                    <a:pt x="331" y="178"/>
                  </a:lnTo>
                  <a:lnTo>
                    <a:pt x="323" y="174"/>
                  </a:lnTo>
                  <a:lnTo>
                    <a:pt x="324" y="172"/>
                  </a:lnTo>
                  <a:lnTo>
                    <a:pt x="328" y="174"/>
                  </a:lnTo>
                  <a:lnTo>
                    <a:pt x="331" y="172"/>
                  </a:lnTo>
                  <a:lnTo>
                    <a:pt x="330" y="169"/>
                  </a:lnTo>
                  <a:lnTo>
                    <a:pt x="334" y="163"/>
                  </a:lnTo>
                  <a:lnTo>
                    <a:pt x="335" y="163"/>
                  </a:lnTo>
                  <a:lnTo>
                    <a:pt x="336" y="162"/>
                  </a:lnTo>
                  <a:lnTo>
                    <a:pt x="342" y="160"/>
                  </a:lnTo>
                  <a:lnTo>
                    <a:pt x="346" y="156"/>
                  </a:lnTo>
                  <a:lnTo>
                    <a:pt x="346" y="151"/>
                  </a:lnTo>
                  <a:lnTo>
                    <a:pt x="341" y="147"/>
                  </a:lnTo>
                  <a:lnTo>
                    <a:pt x="353" y="133"/>
                  </a:lnTo>
                  <a:lnTo>
                    <a:pt x="358" y="133"/>
                  </a:lnTo>
                  <a:lnTo>
                    <a:pt x="355" y="111"/>
                  </a:lnTo>
                  <a:lnTo>
                    <a:pt x="352" y="106"/>
                  </a:lnTo>
                  <a:lnTo>
                    <a:pt x="351" y="109"/>
                  </a:lnTo>
                  <a:lnTo>
                    <a:pt x="348" y="108"/>
                  </a:lnTo>
                  <a:lnTo>
                    <a:pt x="351" y="103"/>
                  </a:lnTo>
                  <a:lnTo>
                    <a:pt x="358" y="96"/>
                  </a:lnTo>
                  <a:lnTo>
                    <a:pt x="360" y="90"/>
                  </a:lnTo>
                  <a:lnTo>
                    <a:pt x="367" y="91"/>
                  </a:lnTo>
                  <a:lnTo>
                    <a:pt x="369" y="71"/>
                  </a:lnTo>
                  <a:lnTo>
                    <a:pt x="377" y="55"/>
                  </a:lnTo>
                  <a:lnTo>
                    <a:pt x="385" y="54"/>
                  </a:lnTo>
                  <a:lnTo>
                    <a:pt x="378" y="46"/>
                  </a:lnTo>
                  <a:lnTo>
                    <a:pt x="376" y="46"/>
                  </a:lnTo>
                  <a:lnTo>
                    <a:pt x="364" y="47"/>
                  </a:lnTo>
                  <a:lnTo>
                    <a:pt x="360" y="47"/>
                  </a:lnTo>
                  <a:lnTo>
                    <a:pt x="345" y="48"/>
                  </a:lnTo>
                  <a:lnTo>
                    <a:pt x="337" y="49"/>
                  </a:lnTo>
                  <a:lnTo>
                    <a:pt x="335" y="49"/>
                  </a:lnTo>
                  <a:lnTo>
                    <a:pt x="328" y="49"/>
                  </a:lnTo>
                  <a:lnTo>
                    <a:pt x="334" y="37"/>
                  </a:lnTo>
                  <a:lnTo>
                    <a:pt x="336" y="37"/>
                  </a:lnTo>
                  <a:lnTo>
                    <a:pt x="341" y="29"/>
                  </a:lnTo>
                  <a:lnTo>
                    <a:pt x="346" y="24"/>
                  </a:lnTo>
                  <a:lnTo>
                    <a:pt x="342" y="0"/>
                  </a:lnTo>
                  <a:lnTo>
                    <a:pt x="336" y="0"/>
                  </a:lnTo>
                  <a:lnTo>
                    <a:pt x="334" y="0"/>
                  </a:lnTo>
                  <a:lnTo>
                    <a:pt x="330" y="0"/>
                  </a:lnTo>
                  <a:lnTo>
                    <a:pt x="310" y="3"/>
                  </a:lnTo>
                  <a:lnTo>
                    <a:pt x="299" y="3"/>
                  </a:lnTo>
                  <a:lnTo>
                    <a:pt x="298" y="3"/>
                  </a:lnTo>
                  <a:lnTo>
                    <a:pt x="293" y="4"/>
                  </a:lnTo>
                  <a:lnTo>
                    <a:pt x="287" y="4"/>
                  </a:lnTo>
                  <a:lnTo>
                    <a:pt x="277" y="5"/>
                  </a:lnTo>
                  <a:lnTo>
                    <a:pt x="268" y="5"/>
                  </a:lnTo>
                  <a:lnTo>
                    <a:pt x="262" y="6"/>
                  </a:lnTo>
                  <a:lnTo>
                    <a:pt x="259" y="6"/>
                  </a:lnTo>
                  <a:lnTo>
                    <a:pt x="246" y="6"/>
                  </a:lnTo>
                  <a:lnTo>
                    <a:pt x="245" y="6"/>
                  </a:lnTo>
                  <a:lnTo>
                    <a:pt x="243" y="7"/>
                  </a:lnTo>
                  <a:lnTo>
                    <a:pt x="239" y="7"/>
                  </a:lnTo>
                  <a:lnTo>
                    <a:pt x="235" y="7"/>
                  </a:lnTo>
                  <a:lnTo>
                    <a:pt x="226" y="7"/>
                  </a:lnTo>
                  <a:lnTo>
                    <a:pt x="220" y="9"/>
                  </a:lnTo>
                  <a:lnTo>
                    <a:pt x="201" y="10"/>
                  </a:lnTo>
                  <a:lnTo>
                    <a:pt x="191" y="10"/>
                  </a:lnTo>
                  <a:lnTo>
                    <a:pt x="189" y="10"/>
                  </a:lnTo>
                  <a:lnTo>
                    <a:pt x="172" y="11"/>
                  </a:lnTo>
                  <a:lnTo>
                    <a:pt x="167" y="11"/>
                  </a:lnTo>
                  <a:lnTo>
                    <a:pt x="160" y="12"/>
                  </a:lnTo>
                  <a:lnTo>
                    <a:pt x="145" y="12"/>
                  </a:lnTo>
                  <a:lnTo>
                    <a:pt x="143" y="12"/>
                  </a:lnTo>
                  <a:lnTo>
                    <a:pt x="142" y="12"/>
                  </a:lnTo>
                  <a:lnTo>
                    <a:pt x="135" y="13"/>
                  </a:lnTo>
                  <a:lnTo>
                    <a:pt x="120" y="13"/>
                  </a:lnTo>
                  <a:lnTo>
                    <a:pt x="113" y="15"/>
                  </a:lnTo>
                  <a:lnTo>
                    <a:pt x="101" y="15"/>
                  </a:lnTo>
                  <a:lnTo>
                    <a:pt x="100" y="15"/>
                  </a:lnTo>
                  <a:lnTo>
                    <a:pt x="95" y="15"/>
                  </a:lnTo>
                  <a:lnTo>
                    <a:pt x="90" y="15"/>
                  </a:lnTo>
                  <a:lnTo>
                    <a:pt x="79" y="16"/>
                  </a:lnTo>
                  <a:lnTo>
                    <a:pt x="70" y="16"/>
                  </a:lnTo>
                  <a:lnTo>
                    <a:pt x="64" y="16"/>
                  </a:lnTo>
                  <a:lnTo>
                    <a:pt x="58" y="17"/>
                  </a:lnTo>
                  <a:lnTo>
                    <a:pt x="53" y="17"/>
                  </a:lnTo>
                  <a:lnTo>
                    <a:pt x="47" y="17"/>
                  </a:lnTo>
                  <a:lnTo>
                    <a:pt x="42" y="17"/>
                  </a:lnTo>
                  <a:lnTo>
                    <a:pt x="19" y="18"/>
                  </a:lnTo>
                  <a:lnTo>
                    <a:pt x="10" y="18"/>
                  </a:lnTo>
                  <a:lnTo>
                    <a:pt x="0" y="18"/>
                  </a:lnTo>
                  <a:lnTo>
                    <a:pt x="3" y="30"/>
                  </a:lnTo>
                  <a:lnTo>
                    <a:pt x="3" y="37"/>
                  </a:lnTo>
                  <a:lnTo>
                    <a:pt x="5" y="52"/>
                  </a:lnTo>
                  <a:lnTo>
                    <a:pt x="6" y="55"/>
                  </a:lnTo>
                  <a:lnTo>
                    <a:pt x="6" y="58"/>
                  </a:lnTo>
                  <a:lnTo>
                    <a:pt x="10" y="79"/>
                  </a:lnTo>
                  <a:lnTo>
                    <a:pt x="11" y="87"/>
                  </a:lnTo>
                  <a:lnTo>
                    <a:pt x="12" y="9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5" name="Freeform 41">
              <a:extLst>
                <a:ext uri="{FF2B5EF4-FFF2-40B4-BE49-F238E27FC236}">
                  <a16:creationId xmlns:a16="http://schemas.microsoft.com/office/drawing/2014/main" id="{C7C84A2D-6157-BCD4-3332-03EB8EB41899}"/>
                </a:ext>
              </a:extLst>
            </p:cNvPr>
            <p:cNvSpPr>
              <a:spLocks noChangeAspect="1"/>
            </p:cNvSpPr>
            <p:nvPr/>
          </p:nvSpPr>
          <p:spPr bwMode="auto">
            <a:xfrm>
              <a:off x="593" y="2490"/>
              <a:ext cx="118" cy="60"/>
            </a:xfrm>
            <a:custGeom>
              <a:avLst/>
              <a:gdLst>
                <a:gd name="T0" fmla="*/ 642 w 663"/>
                <a:gd name="T1" fmla="*/ 54 h 336"/>
                <a:gd name="T2" fmla="*/ 641 w 663"/>
                <a:gd name="T3" fmla="*/ 37 h 336"/>
                <a:gd name="T4" fmla="*/ 641 w 663"/>
                <a:gd name="T5" fmla="*/ 10 h 336"/>
                <a:gd name="T6" fmla="*/ 611 w 663"/>
                <a:gd name="T7" fmla="*/ 6 h 336"/>
                <a:gd name="T8" fmla="*/ 581 w 663"/>
                <a:gd name="T9" fmla="*/ 7 h 336"/>
                <a:gd name="T10" fmla="*/ 561 w 663"/>
                <a:gd name="T11" fmla="*/ 7 h 336"/>
                <a:gd name="T12" fmla="*/ 535 w 663"/>
                <a:gd name="T13" fmla="*/ 9 h 336"/>
                <a:gd name="T14" fmla="*/ 487 w 663"/>
                <a:gd name="T15" fmla="*/ 10 h 336"/>
                <a:gd name="T16" fmla="*/ 448 w 663"/>
                <a:gd name="T17" fmla="*/ 10 h 336"/>
                <a:gd name="T18" fmla="*/ 421 w 663"/>
                <a:gd name="T19" fmla="*/ 10 h 336"/>
                <a:gd name="T20" fmla="*/ 379 w 663"/>
                <a:gd name="T21" fmla="*/ 10 h 336"/>
                <a:gd name="T22" fmla="*/ 357 w 663"/>
                <a:gd name="T23" fmla="*/ 10 h 336"/>
                <a:gd name="T24" fmla="*/ 327 w 663"/>
                <a:gd name="T25" fmla="*/ 10 h 336"/>
                <a:gd name="T26" fmla="*/ 279 w 663"/>
                <a:gd name="T27" fmla="*/ 10 h 336"/>
                <a:gd name="T28" fmla="*/ 237 w 663"/>
                <a:gd name="T29" fmla="*/ 9 h 336"/>
                <a:gd name="T30" fmla="*/ 221 w 663"/>
                <a:gd name="T31" fmla="*/ 9 h 336"/>
                <a:gd name="T32" fmla="*/ 155 w 663"/>
                <a:gd name="T33" fmla="*/ 6 h 336"/>
                <a:gd name="T34" fmla="*/ 113 w 663"/>
                <a:gd name="T35" fmla="*/ 6 h 336"/>
                <a:gd name="T36" fmla="*/ 76 w 663"/>
                <a:gd name="T37" fmla="*/ 5 h 336"/>
                <a:gd name="T38" fmla="*/ 3 w 663"/>
                <a:gd name="T39" fmla="*/ 12 h 336"/>
                <a:gd name="T40" fmla="*/ 48 w 663"/>
                <a:gd name="T41" fmla="*/ 52 h 336"/>
                <a:gd name="T42" fmla="*/ 75 w 663"/>
                <a:gd name="T43" fmla="*/ 53 h 336"/>
                <a:gd name="T44" fmla="*/ 125 w 663"/>
                <a:gd name="T45" fmla="*/ 54 h 336"/>
                <a:gd name="T46" fmla="*/ 157 w 663"/>
                <a:gd name="T47" fmla="*/ 55 h 336"/>
                <a:gd name="T48" fmla="*/ 202 w 663"/>
                <a:gd name="T49" fmla="*/ 57 h 336"/>
                <a:gd name="T50" fmla="*/ 229 w 663"/>
                <a:gd name="T51" fmla="*/ 101 h 336"/>
                <a:gd name="T52" fmla="*/ 229 w 663"/>
                <a:gd name="T53" fmla="*/ 123 h 336"/>
                <a:gd name="T54" fmla="*/ 228 w 663"/>
                <a:gd name="T55" fmla="*/ 157 h 336"/>
                <a:gd name="T56" fmla="*/ 227 w 663"/>
                <a:gd name="T57" fmla="*/ 186 h 336"/>
                <a:gd name="T58" fmla="*/ 227 w 663"/>
                <a:gd name="T59" fmla="*/ 222 h 336"/>
                <a:gd name="T60" fmla="*/ 239 w 663"/>
                <a:gd name="T61" fmla="*/ 252 h 336"/>
                <a:gd name="T62" fmla="*/ 285 w 663"/>
                <a:gd name="T63" fmla="*/ 268 h 336"/>
                <a:gd name="T64" fmla="*/ 300 w 663"/>
                <a:gd name="T65" fmla="*/ 283 h 336"/>
                <a:gd name="T66" fmla="*/ 335 w 663"/>
                <a:gd name="T67" fmla="*/ 288 h 336"/>
                <a:gd name="T68" fmla="*/ 364 w 663"/>
                <a:gd name="T69" fmla="*/ 291 h 336"/>
                <a:gd name="T70" fmla="*/ 377 w 663"/>
                <a:gd name="T71" fmla="*/ 303 h 336"/>
                <a:gd name="T72" fmla="*/ 413 w 663"/>
                <a:gd name="T73" fmla="*/ 306 h 336"/>
                <a:gd name="T74" fmla="*/ 424 w 663"/>
                <a:gd name="T75" fmla="*/ 311 h 336"/>
                <a:gd name="T76" fmla="*/ 453 w 663"/>
                <a:gd name="T77" fmla="*/ 330 h 336"/>
                <a:gd name="T78" fmla="*/ 493 w 663"/>
                <a:gd name="T79" fmla="*/ 315 h 336"/>
                <a:gd name="T80" fmla="*/ 522 w 663"/>
                <a:gd name="T81" fmla="*/ 325 h 336"/>
                <a:gd name="T82" fmla="*/ 562 w 663"/>
                <a:gd name="T83" fmla="*/ 311 h 336"/>
                <a:gd name="T84" fmla="*/ 579 w 663"/>
                <a:gd name="T85" fmla="*/ 311 h 336"/>
                <a:gd name="T86" fmla="*/ 600 w 663"/>
                <a:gd name="T87" fmla="*/ 306 h 336"/>
                <a:gd name="T88" fmla="*/ 621 w 663"/>
                <a:gd name="T89" fmla="*/ 313 h 336"/>
                <a:gd name="T90" fmla="*/ 640 w 663"/>
                <a:gd name="T91" fmla="*/ 323 h 336"/>
                <a:gd name="T92" fmla="*/ 651 w 663"/>
                <a:gd name="T93" fmla="*/ 330 h 336"/>
                <a:gd name="T94" fmla="*/ 661 w 663"/>
                <a:gd name="T95" fmla="*/ 306 h 336"/>
                <a:gd name="T96" fmla="*/ 661 w 663"/>
                <a:gd name="T97" fmla="*/ 280 h 336"/>
                <a:gd name="T98" fmla="*/ 661 w 663"/>
                <a:gd name="T99" fmla="*/ 235 h 336"/>
                <a:gd name="T100" fmla="*/ 660 w 663"/>
                <a:gd name="T101" fmla="*/ 211 h 336"/>
                <a:gd name="T102" fmla="*/ 660 w 663"/>
                <a:gd name="T103" fmla="*/ 162 h 336"/>
                <a:gd name="T104" fmla="*/ 657 w 663"/>
                <a:gd name="T105" fmla="*/ 138 h 336"/>
                <a:gd name="T106" fmla="*/ 653 w 663"/>
                <a:gd name="T107" fmla="*/ 123 h 336"/>
                <a:gd name="T108" fmla="*/ 647 w 663"/>
                <a:gd name="T109" fmla="*/ 8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3" h="336">
                  <a:moveTo>
                    <a:pt x="647" y="88"/>
                  </a:moveTo>
                  <a:lnTo>
                    <a:pt x="645" y="73"/>
                  </a:lnTo>
                  <a:lnTo>
                    <a:pt x="645" y="66"/>
                  </a:lnTo>
                  <a:lnTo>
                    <a:pt x="642" y="54"/>
                  </a:lnTo>
                  <a:lnTo>
                    <a:pt x="642" y="45"/>
                  </a:lnTo>
                  <a:lnTo>
                    <a:pt x="642" y="40"/>
                  </a:lnTo>
                  <a:lnTo>
                    <a:pt x="642" y="39"/>
                  </a:lnTo>
                  <a:lnTo>
                    <a:pt x="641" y="37"/>
                  </a:lnTo>
                  <a:lnTo>
                    <a:pt x="641" y="31"/>
                  </a:lnTo>
                  <a:lnTo>
                    <a:pt x="641" y="29"/>
                  </a:lnTo>
                  <a:lnTo>
                    <a:pt x="641" y="19"/>
                  </a:lnTo>
                  <a:lnTo>
                    <a:pt x="641" y="10"/>
                  </a:lnTo>
                  <a:lnTo>
                    <a:pt x="641" y="6"/>
                  </a:lnTo>
                  <a:lnTo>
                    <a:pt x="640" y="6"/>
                  </a:lnTo>
                  <a:lnTo>
                    <a:pt x="630" y="6"/>
                  </a:lnTo>
                  <a:lnTo>
                    <a:pt x="611" y="6"/>
                  </a:lnTo>
                  <a:lnTo>
                    <a:pt x="606" y="6"/>
                  </a:lnTo>
                  <a:lnTo>
                    <a:pt x="593" y="7"/>
                  </a:lnTo>
                  <a:lnTo>
                    <a:pt x="587" y="7"/>
                  </a:lnTo>
                  <a:lnTo>
                    <a:pt x="581" y="7"/>
                  </a:lnTo>
                  <a:lnTo>
                    <a:pt x="574" y="7"/>
                  </a:lnTo>
                  <a:lnTo>
                    <a:pt x="571" y="7"/>
                  </a:lnTo>
                  <a:lnTo>
                    <a:pt x="564" y="7"/>
                  </a:lnTo>
                  <a:lnTo>
                    <a:pt x="561" y="7"/>
                  </a:lnTo>
                  <a:lnTo>
                    <a:pt x="552" y="9"/>
                  </a:lnTo>
                  <a:lnTo>
                    <a:pt x="545" y="9"/>
                  </a:lnTo>
                  <a:lnTo>
                    <a:pt x="538" y="9"/>
                  </a:lnTo>
                  <a:lnTo>
                    <a:pt x="535" y="9"/>
                  </a:lnTo>
                  <a:lnTo>
                    <a:pt x="526" y="9"/>
                  </a:lnTo>
                  <a:lnTo>
                    <a:pt x="502" y="9"/>
                  </a:lnTo>
                  <a:lnTo>
                    <a:pt x="496" y="10"/>
                  </a:lnTo>
                  <a:lnTo>
                    <a:pt x="487" y="10"/>
                  </a:lnTo>
                  <a:lnTo>
                    <a:pt x="479" y="10"/>
                  </a:lnTo>
                  <a:lnTo>
                    <a:pt x="469" y="10"/>
                  </a:lnTo>
                  <a:lnTo>
                    <a:pt x="460" y="10"/>
                  </a:lnTo>
                  <a:lnTo>
                    <a:pt x="448" y="10"/>
                  </a:lnTo>
                  <a:lnTo>
                    <a:pt x="436" y="10"/>
                  </a:lnTo>
                  <a:lnTo>
                    <a:pt x="431" y="10"/>
                  </a:lnTo>
                  <a:lnTo>
                    <a:pt x="424" y="10"/>
                  </a:lnTo>
                  <a:lnTo>
                    <a:pt x="421" y="10"/>
                  </a:lnTo>
                  <a:lnTo>
                    <a:pt x="407" y="10"/>
                  </a:lnTo>
                  <a:lnTo>
                    <a:pt x="399" y="10"/>
                  </a:lnTo>
                  <a:lnTo>
                    <a:pt x="383" y="10"/>
                  </a:lnTo>
                  <a:lnTo>
                    <a:pt x="379" y="10"/>
                  </a:lnTo>
                  <a:lnTo>
                    <a:pt x="375" y="10"/>
                  </a:lnTo>
                  <a:lnTo>
                    <a:pt x="373" y="10"/>
                  </a:lnTo>
                  <a:lnTo>
                    <a:pt x="361" y="10"/>
                  </a:lnTo>
                  <a:lnTo>
                    <a:pt x="357" y="10"/>
                  </a:lnTo>
                  <a:lnTo>
                    <a:pt x="354" y="10"/>
                  </a:lnTo>
                  <a:lnTo>
                    <a:pt x="346" y="10"/>
                  </a:lnTo>
                  <a:lnTo>
                    <a:pt x="342" y="10"/>
                  </a:lnTo>
                  <a:lnTo>
                    <a:pt x="327" y="10"/>
                  </a:lnTo>
                  <a:lnTo>
                    <a:pt x="322" y="10"/>
                  </a:lnTo>
                  <a:lnTo>
                    <a:pt x="307" y="10"/>
                  </a:lnTo>
                  <a:lnTo>
                    <a:pt x="281" y="10"/>
                  </a:lnTo>
                  <a:lnTo>
                    <a:pt x="279" y="10"/>
                  </a:lnTo>
                  <a:lnTo>
                    <a:pt x="273" y="9"/>
                  </a:lnTo>
                  <a:lnTo>
                    <a:pt x="269" y="9"/>
                  </a:lnTo>
                  <a:lnTo>
                    <a:pt x="265" y="9"/>
                  </a:lnTo>
                  <a:lnTo>
                    <a:pt x="237" y="9"/>
                  </a:lnTo>
                  <a:lnTo>
                    <a:pt x="231" y="9"/>
                  </a:lnTo>
                  <a:lnTo>
                    <a:pt x="228" y="9"/>
                  </a:lnTo>
                  <a:lnTo>
                    <a:pt x="225" y="9"/>
                  </a:lnTo>
                  <a:lnTo>
                    <a:pt x="221" y="9"/>
                  </a:lnTo>
                  <a:lnTo>
                    <a:pt x="189" y="7"/>
                  </a:lnTo>
                  <a:lnTo>
                    <a:pt x="183" y="7"/>
                  </a:lnTo>
                  <a:lnTo>
                    <a:pt x="159" y="7"/>
                  </a:lnTo>
                  <a:lnTo>
                    <a:pt x="155" y="6"/>
                  </a:lnTo>
                  <a:lnTo>
                    <a:pt x="150" y="6"/>
                  </a:lnTo>
                  <a:lnTo>
                    <a:pt x="145" y="6"/>
                  </a:lnTo>
                  <a:lnTo>
                    <a:pt x="126" y="6"/>
                  </a:lnTo>
                  <a:lnTo>
                    <a:pt x="113" y="6"/>
                  </a:lnTo>
                  <a:lnTo>
                    <a:pt x="97" y="5"/>
                  </a:lnTo>
                  <a:lnTo>
                    <a:pt x="94" y="5"/>
                  </a:lnTo>
                  <a:lnTo>
                    <a:pt x="77" y="5"/>
                  </a:lnTo>
                  <a:lnTo>
                    <a:pt x="76" y="5"/>
                  </a:lnTo>
                  <a:lnTo>
                    <a:pt x="31" y="3"/>
                  </a:lnTo>
                  <a:lnTo>
                    <a:pt x="22" y="1"/>
                  </a:lnTo>
                  <a:lnTo>
                    <a:pt x="3" y="0"/>
                  </a:lnTo>
                  <a:lnTo>
                    <a:pt x="3" y="12"/>
                  </a:lnTo>
                  <a:lnTo>
                    <a:pt x="1" y="28"/>
                  </a:lnTo>
                  <a:lnTo>
                    <a:pt x="0" y="49"/>
                  </a:lnTo>
                  <a:lnTo>
                    <a:pt x="30" y="51"/>
                  </a:lnTo>
                  <a:lnTo>
                    <a:pt x="48" y="52"/>
                  </a:lnTo>
                  <a:lnTo>
                    <a:pt x="65" y="52"/>
                  </a:lnTo>
                  <a:lnTo>
                    <a:pt x="67" y="52"/>
                  </a:lnTo>
                  <a:lnTo>
                    <a:pt x="69" y="52"/>
                  </a:lnTo>
                  <a:lnTo>
                    <a:pt x="75" y="53"/>
                  </a:lnTo>
                  <a:lnTo>
                    <a:pt x="84" y="53"/>
                  </a:lnTo>
                  <a:lnTo>
                    <a:pt x="88" y="53"/>
                  </a:lnTo>
                  <a:lnTo>
                    <a:pt x="106" y="54"/>
                  </a:lnTo>
                  <a:lnTo>
                    <a:pt x="125" y="54"/>
                  </a:lnTo>
                  <a:lnTo>
                    <a:pt x="135" y="55"/>
                  </a:lnTo>
                  <a:lnTo>
                    <a:pt x="147" y="55"/>
                  </a:lnTo>
                  <a:lnTo>
                    <a:pt x="154" y="55"/>
                  </a:lnTo>
                  <a:lnTo>
                    <a:pt x="157" y="55"/>
                  </a:lnTo>
                  <a:lnTo>
                    <a:pt x="163" y="55"/>
                  </a:lnTo>
                  <a:lnTo>
                    <a:pt x="183" y="57"/>
                  </a:lnTo>
                  <a:lnTo>
                    <a:pt x="189" y="57"/>
                  </a:lnTo>
                  <a:lnTo>
                    <a:pt x="202" y="57"/>
                  </a:lnTo>
                  <a:lnTo>
                    <a:pt x="229" y="58"/>
                  </a:lnTo>
                  <a:lnTo>
                    <a:pt x="231" y="58"/>
                  </a:lnTo>
                  <a:lnTo>
                    <a:pt x="229" y="70"/>
                  </a:lnTo>
                  <a:lnTo>
                    <a:pt x="229" y="101"/>
                  </a:lnTo>
                  <a:lnTo>
                    <a:pt x="229" y="106"/>
                  </a:lnTo>
                  <a:lnTo>
                    <a:pt x="229" y="114"/>
                  </a:lnTo>
                  <a:lnTo>
                    <a:pt x="229" y="118"/>
                  </a:lnTo>
                  <a:lnTo>
                    <a:pt x="229" y="123"/>
                  </a:lnTo>
                  <a:lnTo>
                    <a:pt x="228" y="131"/>
                  </a:lnTo>
                  <a:lnTo>
                    <a:pt x="228" y="143"/>
                  </a:lnTo>
                  <a:lnTo>
                    <a:pt x="228" y="155"/>
                  </a:lnTo>
                  <a:lnTo>
                    <a:pt x="228" y="157"/>
                  </a:lnTo>
                  <a:lnTo>
                    <a:pt x="228" y="162"/>
                  </a:lnTo>
                  <a:lnTo>
                    <a:pt x="228" y="175"/>
                  </a:lnTo>
                  <a:lnTo>
                    <a:pt x="228" y="179"/>
                  </a:lnTo>
                  <a:lnTo>
                    <a:pt x="227" y="186"/>
                  </a:lnTo>
                  <a:lnTo>
                    <a:pt x="227" y="192"/>
                  </a:lnTo>
                  <a:lnTo>
                    <a:pt x="227" y="201"/>
                  </a:lnTo>
                  <a:lnTo>
                    <a:pt x="227" y="216"/>
                  </a:lnTo>
                  <a:lnTo>
                    <a:pt x="227" y="222"/>
                  </a:lnTo>
                  <a:lnTo>
                    <a:pt x="227" y="228"/>
                  </a:lnTo>
                  <a:lnTo>
                    <a:pt x="227" y="247"/>
                  </a:lnTo>
                  <a:lnTo>
                    <a:pt x="229" y="246"/>
                  </a:lnTo>
                  <a:lnTo>
                    <a:pt x="239" y="252"/>
                  </a:lnTo>
                  <a:lnTo>
                    <a:pt x="246" y="262"/>
                  </a:lnTo>
                  <a:lnTo>
                    <a:pt x="265" y="263"/>
                  </a:lnTo>
                  <a:lnTo>
                    <a:pt x="268" y="264"/>
                  </a:lnTo>
                  <a:lnTo>
                    <a:pt x="285" y="268"/>
                  </a:lnTo>
                  <a:lnTo>
                    <a:pt x="288" y="270"/>
                  </a:lnTo>
                  <a:lnTo>
                    <a:pt x="289" y="281"/>
                  </a:lnTo>
                  <a:lnTo>
                    <a:pt x="294" y="285"/>
                  </a:lnTo>
                  <a:lnTo>
                    <a:pt x="300" y="283"/>
                  </a:lnTo>
                  <a:lnTo>
                    <a:pt x="309" y="285"/>
                  </a:lnTo>
                  <a:lnTo>
                    <a:pt x="324" y="292"/>
                  </a:lnTo>
                  <a:lnTo>
                    <a:pt x="334" y="288"/>
                  </a:lnTo>
                  <a:lnTo>
                    <a:pt x="335" y="288"/>
                  </a:lnTo>
                  <a:lnTo>
                    <a:pt x="339" y="291"/>
                  </a:lnTo>
                  <a:lnTo>
                    <a:pt x="343" y="295"/>
                  </a:lnTo>
                  <a:lnTo>
                    <a:pt x="349" y="297"/>
                  </a:lnTo>
                  <a:lnTo>
                    <a:pt x="364" y="291"/>
                  </a:lnTo>
                  <a:lnTo>
                    <a:pt x="370" y="292"/>
                  </a:lnTo>
                  <a:lnTo>
                    <a:pt x="372" y="289"/>
                  </a:lnTo>
                  <a:lnTo>
                    <a:pt x="376" y="289"/>
                  </a:lnTo>
                  <a:lnTo>
                    <a:pt x="377" y="303"/>
                  </a:lnTo>
                  <a:lnTo>
                    <a:pt x="385" y="303"/>
                  </a:lnTo>
                  <a:lnTo>
                    <a:pt x="385" y="313"/>
                  </a:lnTo>
                  <a:lnTo>
                    <a:pt x="393" y="318"/>
                  </a:lnTo>
                  <a:lnTo>
                    <a:pt x="413" y="306"/>
                  </a:lnTo>
                  <a:lnTo>
                    <a:pt x="418" y="313"/>
                  </a:lnTo>
                  <a:lnTo>
                    <a:pt x="420" y="312"/>
                  </a:lnTo>
                  <a:lnTo>
                    <a:pt x="423" y="311"/>
                  </a:lnTo>
                  <a:lnTo>
                    <a:pt x="424" y="311"/>
                  </a:lnTo>
                  <a:lnTo>
                    <a:pt x="432" y="321"/>
                  </a:lnTo>
                  <a:lnTo>
                    <a:pt x="449" y="315"/>
                  </a:lnTo>
                  <a:lnTo>
                    <a:pt x="448" y="327"/>
                  </a:lnTo>
                  <a:lnTo>
                    <a:pt x="453" y="330"/>
                  </a:lnTo>
                  <a:lnTo>
                    <a:pt x="467" y="307"/>
                  </a:lnTo>
                  <a:lnTo>
                    <a:pt x="483" y="319"/>
                  </a:lnTo>
                  <a:lnTo>
                    <a:pt x="495" y="312"/>
                  </a:lnTo>
                  <a:lnTo>
                    <a:pt x="493" y="315"/>
                  </a:lnTo>
                  <a:lnTo>
                    <a:pt x="502" y="324"/>
                  </a:lnTo>
                  <a:lnTo>
                    <a:pt x="509" y="324"/>
                  </a:lnTo>
                  <a:lnTo>
                    <a:pt x="511" y="329"/>
                  </a:lnTo>
                  <a:lnTo>
                    <a:pt x="522" y="325"/>
                  </a:lnTo>
                  <a:lnTo>
                    <a:pt x="541" y="315"/>
                  </a:lnTo>
                  <a:lnTo>
                    <a:pt x="553" y="317"/>
                  </a:lnTo>
                  <a:lnTo>
                    <a:pt x="561" y="313"/>
                  </a:lnTo>
                  <a:lnTo>
                    <a:pt x="562" y="311"/>
                  </a:lnTo>
                  <a:lnTo>
                    <a:pt x="573" y="309"/>
                  </a:lnTo>
                  <a:lnTo>
                    <a:pt x="573" y="307"/>
                  </a:lnTo>
                  <a:lnTo>
                    <a:pt x="576" y="307"/>
                  </a:lnTo>
                  <a:lnTo>
                    <a:pt x="579" y="311"/>
                  </a:lnTo>
                  <a:lnTo>
                    <a:pt x="577" y="312"/>
                  </a:lnTo>
                  <a:lnTo>
                    <a:pt x="597" y="312"/>
                  </a:lnTo>
                  <a:lnTo>
                    <a:pt x="599" y="312"/>
                  </a:lnTo>
                  <a:lnTo>
                    <a:pt x="600" y="306"/>
                  </a:lnTo>
                  <a:lnTo>
                    <a:pt x="609" y="306"/>
                  </a:lnTo>
                  <a:lnTo>
                    <a:pt x="611" y="306"/>
                  </a:lnTo>
                  <a:lnTo>
                    <a:pt x="611" y="309"/>
                  </a:lnTo>
                  <a:lnTo>
                    <a:pt x="621" y="313"/>
                  </a:lnTo>
                  <a:lnTo>
                    <a:pt x="631" y="324"/>
                  </a:lnTo>
                  <a:lnTo>
                    <a:pt x="635" y="325"/>
                  </a:lnTo>
                  <a:lnTo>
                    <a:pt x="635" y="322"/>
                  </a:lnTo>
                  <a:lnTo>
                    <a:pt x="640" y="323"/>
                  </a:lnTo>
                  <a:lnTo>
                    <a:pt x="640" y="327"/>
                  </a:lnTo>
                  <a:lnTo>
                    <a:pt x="642" y="327"/>
                  </a:lnTo>
                  <a:lnTo>
                    <a:pt x="641" y="328"/>
                  </a:lnTo>
                  <a:lnTo>
                    <a:pt x="651" y="330"/>
                  </a:lnTo>
                  <a:lnTo>
                    <a:pt x="659" y="336"/>
                  </a:lnTo>
                  <a:lnTo>
                    <a:pt x="663" y="334"/>
                  </a:lnTo>
                  <a:lnTo>
                    <a:pt x="661" y="309"/>
                  </a:lnTo>
                  <a:lnTo>
                    <a:pt x="661" y="306"/>
                  </a:lnTo>
                  <a:lnTo>
                    <a:pt x="661" y="304"/>
                  </a:lnTo>
                  <a:lnTo>
                    <a:pt x="661" y="303"/>
                  </a:lnTo>
                  <a:lnTo>
                    <a:pt x="661" y="286"/>
                  </a:lnTo>
                  <a:lnTo>
                    <a:pt x="661" y="280"/>
                  </a:lnTo>
                  <a:lnTo>
                    <a:pt x="661" y="274"/>
                  </a:lnTo>
                  <a:lnTo>
                    <a:pt x="661" y="253"/>
                  </a:lnTo>
                  <a:lnTo>
                    <a:pt x="661" y="249"/>
                  </a:lnTo>
                  <a:lnTo>
                    <a:pt x="661" y="235"/>
                  </a:lnTo>
                  <a:lnTo>
                    <a:pt x="661" y="231"/>
                  </a:lnTo>
                  <a:lnTo>
                    <a:pt x="661" y="227"/>
                  </a:lnTo>
                  <a:lnTo>
                    <a:pt x="660" y="213"/>
                  </a:lnTo>
                  <a:lnTo>
                    <a:pt x="660" y="211"/>
                  </a:lnTo>
                  <a:lnTo>
                    <a:pt x="660" y="207"/>
                  </a:lnTo>
                  <a:lnTo>
                    <a:pt x="660" y="177"/>
                  </a:lnTo>
                  <a:lnTo>
                    <a:pt x="660" y="163"/>
                  </a:lnTo>
                  <a:lnTo>
                    <a:pt x="660" y="162"/>
                  </a:lnTo>
                  <a:lnTo>
                    <a:pt x="660" y="161"/>
                  </a:lnTo>
                  <a:lnTo>
                    <a:pt x="659" y="151"/>
                  </a:lnTo>
                  <a:lnTo>
                    <a:pt x="658" y="150"/>
                  </a:lnTo>
                  <a:lnTo>
                    <a:pt x="657" y="138"/>
                  </a:lnTo>
                  <a:lnTo>
                    <a:pt x="655" y="135"/>
                  </a:lnTo>
                  <a:lnTo>
                    <a:pt x="655" y="132"/>
                  </a:lnTo>
                  <a:lnTo>
                    <a:pt x="654" y="126"/>
                  </a:lnTo>
                  <a:lnTo>
                    <a:pt x="653" y="123"/>
                  </a:lnTo>
                  <a:lnTo>
                    <a:pt x="652" y="115"/>
                  </a:lnTo>
                  <a:lnTo>
                    <a:pt x="648" y="94"/>
                  </a:lnTo>
                  <a:lnTo>
                    <a:pt x="648" y="91"/>
                  </a:lnTo>
                  <a:lnTo>
                    <a:pt x="647" y="8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6" name="Freeform 42">
              <a:extLst>
                <a:ext uri="{FF2B5EF4-FFF2-40B4-BE49-F238E27FC236}">
                  <a16:creationId xmlns:a16="http://schemas.microsoft.com/office/drawing/2014/main" id="{E2EDA73F-ABE9-C2EB-A2B9-D5938506B641}"/>
                </a:ext>
              </a:extLst>
            </p:cNvPr>
            <p:cNvSpPr>
              <a:spLocks noChangeAspect="1"/>
            </p:cNvSpPr>
            <p:nvPr/>
          </p:nvSpPr>
          <p:spPr bwMode="auto">
            <a:xfrm>
              <a:off x="537" y="2499"/>
              <a:ext cx="189" cy="186"/>
            </a:xfrm>
            <a:custGeom>
              <a:avLst/>
              <a:gdLst>
                <a:gd name="T0" fmla="*/ 502 w 1065"/>
                <a:gd name="T1" fmla="*/ 789 h 1043"/>
                <a:gd name="T2" fmla="*/ 449 w 1065"/>
                <a:gd name="T3" fmla="*/ 701 h 1043"/>
                <a:gd name="T4" fmla="*/ 425 w 1065"/>
                <a:gd name="T5" fmla="*/ 676 h 1043"/>
                <a:gd name="T6" fmla="*/ 369 w 1065"/>
                <a:gd name="T7" fmla="*/ 658 h 1043"/>
                <a:gd name="T8" fmla="*/ 304 w 1065"/>
                <a:gd name="T9" fmla="*/ 674 h 1043"/>
                <a:gd name="T10" fmla="*/ 220 w 1065"/>
                <a:gd name="T11" fmla="*/ 706 h 1043"/>
                <a:gd name="T12" fmla="*/ 147 w 1065"/>
                <a:gd name="T13" fmla="*/ 626 h 1043"/>
                <a:gd name="T14" fmla="*/ 77 w 1065"/>
                <a:gd name="T15" fmla="*/ 514 h 1043"/>
                <a:gd name="T16" fmla="*/ 11 w 1065"/>
                <a:gd name="T17" fmla="*/ 444 h 1043"/>
                <a:gd name="T18" fmla="*/ 23 w 1065"/>
                <a:gd name="T19" fmla="*/ 422 h 1043"/>
                <a:gd name="T20" fmla="*/ 141 w 1065"/>
                <a:gd name="T21" fmla="*/ 430 h 1043"/>
                <a:gd name="T22" fmla="*/ 236 w 1065"/>
                <a:gd name="T23" fmla="*/ 436 h 1043"/>
                <a:gd name="T24" fmla="*/ 286 w 1065"/>
                <a:gd name="T25" fmla="*/ 438 h 1043"/>
                <a:gd name="T26" fmla="*/ 293 w 1065"/>
                <a:gd name="T27" fmla="*/ 378 h 1043"/>
                <a:gd name="T28" fmla="*/ 299 w 1065"/>
                <a:gd name="T29" fmla="*/ 293 h 1043"/>
                <a:gd name="T30" fmla="*/ 302 w 1065"/>
                <a:gd name="T31" fmla="*/ 244 h 1043"/>
                <a:gd name="T32" fmla="*/ 305 w 1065"/>
                <a:gd name="T33" fmla="*/ 171 h 1043"/>
                <a:gd name="T34" fmla="*/ 308 w 1065"/>
                <a:gd name="T35" fmla="*/ 129 h 1043"/>
                <a:gd name="T36" fmla="*/ 311 w 1065"/>
                <a:gd name="T37" fmla="*/ 71 h 1043"/>
                <a:gd name="T38" fmla="*/ 382 w 1065"/>
                <a:gd name="T39" fmla="*/ 3 h 1043"/>
                <a:gd name="T40" fmla="*/ 423 w 1065"/>
                <a:gd name="T41" fmla="*/ 5 h 1043"/>
                <a:gd name="T42" fmla="*/ 480 w 1065"/>
                <a:gd name="T43" fmla="*/ 6 h 1043"/>
                <a:gd name="T44" fmla="*/ 546 w 1065"/>
                <a:gd name="T45" fmla="*/ 21 h 1043"/>
                <a:gd name="T46" fmla="*/ 545 w 1065"/>
                <a:gd name="T47" fmla="*/ 82 h 1043"/>
                <a:gd name="T48" fmla="*/ 545 w 1065"/>
                <a:gd name="T49" fmla="*/ 130 h 1043"/>
                <a:gd name="T50" fmla="*/ 544 w 1065"/>
                <a:gd name="T51" fmla="*/ 179 h 1043"/>
                <a:gd name="T52" fmla="*/ 585 w 1065"/>
                <a:gd name="T53" fmla="*/ 215 h 1043"/>
                <a:gd name="T54" fmla="*/ 626 w 1065"/>
                <a:gd name="T55" fmla="*/ 236 h 1043"/>
                <a:gd name="T56" fmla="*/ 666 w 1065"/>
                <a:gd name="T57" fmla="*/ 248 h 1043"/>
                <a:gd name="T58" fmla="*/ 702 w 1065"/>
                <a:gd name="T59" fmla="*/ 254 h 1043"/>
                <a:gd name="T60" fmla="*/ 740 w 1065"/>
                <a:gd name="T61" fmla="*/ 262 h 1043"/>
                <a:gd name="T62" fmla="*/ 784 w 1065"/>
                <a:gd name="T63" fmla="*/ 258 h 1043"/>
                <a:gd name="T64" fmla="*/ 828 w 1065"/>
                <a:gd name="T65" fmla="*/ 280 h 1043"/>
                <a:gd name="T66" fmla="*/ 890 w 1065"/>
                <a:gd name="T67" fmla="*/ 260 h 1043"/>
                <a:gd name="T68" fmla="*/ 916 w 1065"/>
                <a:gd name="T69" fmla="*/ 263 h 1043"/>
                <a:gd name="T70" fmla="*/ 948 w 1065"/>
                <a:gd name="T71" fmla="*/ 275 h 1043"/>
                <a:gd name="T72" fmla="*/ 958 w 1065"/>
                <a:gd name="T73" fmla="*/ 279 h 1043"/>
                <a:gd name="T74" fmla="*/ 1014 w 1065"/>
                <a:gd name="T75" fmla="*/ 292 h 1043"/>
                <a:gd name="T76" fmla="*/ 1017 w 1065"/>
                <a:gd name="T77" fmla="*/ 344 h 1043"/>
                <a:gd name="T78" fmla="*/ 1018 w 1065"/>
                <a:gd name="T79" fmla="*/ 382 h 1043"/>
                <a:gd name="T80" fmla="*/ 1020 w 1065"/>
                <a:gd name="T81" fmla="*/ 443 h 1043"/>
                <a:gd name="T82" fmla="*/ 1038 w 1065"/>
                <a:gd name="T83" fmla="*/ 467 h 1043"/>
                <a:gd name="T84" fmla="*/ 1062 w 1065"/>
                <a:gd name="T85" fmla="*/ 539 h 1043"/>
                <a:gd name="T86" fmla="*/ 1050 w 1065"/>
                <a:gd name="T87" fmla="*/ 605 h 1043"/>
                <a:gd name="T88" fmla="*/ 1044 w 1065"/>
                <a:gd name="T89" fmla="*/ 651 h 1043"/>
                <a:gd name="T90" fmla="*/ 1004 w 1065"/>
                <a:gd name="T91" fmla="*/ 681 h 1043"/>
                <a:gd name="T92" fmla="*/ 992 w 1065"/>
                <a:gd name="T93" fmla="*/ 683 h 1043"/>
                <a:gd name="T94" fmla="*/ 956 w 1065"/>
                <a:gd name="T95" fmla="*/ 672 h 1043"/>
                <a:gd name="T96" fmla="*/ 948 w 1065"/>
                <a:gd name="T97" fmla="*/ 683 h 1043"/>
                <a:gd name="T98" fmla="*/ 920 w 1065"/>
                <a:gd name="T99" fmla="*/ 750 h 1043"/>
                <a:gd name="T100" fmla="*/ 816 w 1065"/>
                <a:gd name="T101" fmla="*/ 815 h 1043"/>
                <a:gd name="T102" fmla="*/ 766 w 1065"/>
                <a:gd name="T103" fmla="*/ 879 h 1043"/>
                <a:gd name="T104" fmla="*/ 774 w 1065"/>
                <a:gd name="T105" fmla="*/ 1031 h 1043"/>
                <a:gd name="T106" fmla="*/ 676 w 1065"/>
                <a:gd name="T107" fmla="*/ 1019 h 1043"/>
                <a:gd name="T108" fmla="*/ 614 w 1065"/>
                <a:gd name="T109" fmla="*/ 993 h 1043"/>
                <a:gd name="T110" fmla="*/ 562 w 1065"/>
                <a:gd name="T111" fmla="*/ 872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5" h="1043">
                  <a:moveTo>
                    <a:pt x="550" y="863"/>
                  </a:moveTo>
                  <a:lnTo>
                    <a:pt x="542" y="851"/>
                  </a:lnTo>
                  <a:lnTo>
                    <a:pt x="531" y="836"/>
                  </a:lnTo>
                  <a:lnTo>
                    <a:pt x="513" y="816"/>
                  </a:lnTo>
                  <a:lnTo>
                    <a:pt x="509" y="812"/>
                  </a:lnTo>
                  <a:lnTo>
                    <a:pt x="502" y="789"/>
                  </a:lnTo>
                  <a:lnTo>
                    <a:pt x="503" y="788"/>
                  </a:lnTo>
                  <a:lnTo>
                    <a:pt x="482" y="749"/>
                  </a:lnTo>
                  <a:lnTo>
                    <a:pt x="477" y="730"/>
                  </a:lnTo>
                  <a:lnTo>
                    <a:pt x="468" y="722"/>
                  </a:lnTo>
                  <a:lnTo>
                    <a:pt x="467" y="714"/>
                  </a:lnTo>
                  <a:lnTo>
                    <a:pt x="449" y="701"/>
                  </a:lnTo>
                  <a:lnTo>
                    <a:pt x="446" y="693"/>
                  </a:lnTo>
                  <a:lnTo>
                    <a:pt x="438" y="692"/>
                  </a:lnTo>
                  <a:lnTo>
                    <a:pt x="436" y="687"/>
                  </a:lnTo>
                  <a:lnTo>
                    <a:pt x="430" y="687"/>
                  </a:lnTo>
                  <a:lnTo>
                    <a:pt x="428" y="676"/>
                  </a:lnTo>
                  <a:lnTo>
                    <a:pt x="425" y="676"/>
                  </a:lnTo>
                  <a:lnTo>
                    <a:pt x="416" y="663"/>
                  </a:lnTo>
                  <a:lnTo>
                    <a:pt x="406" y="663"/>
                  </a:lnTo>
                  <a:lnTo>
                    <a:pt x="406" y="660"/>
                  </a:lnTo>
                  <a:lnTo>
                    <a:pt x="388" y="659"/>
                  </a:lnTo>
                  <a:lnTo>
                    <a:pt x="370" y="656"/>
                  </a:lnTo>
                  <a:lnTo>
                    <a:pt x="369" y="658"/>
                  </a:lnTo>
                  <a:lnTo>
                    <a:pt x="365" y="657"/>
                  </a:lnTo>
                  <a:lnTo>
                    <a:pt x="364" y="658"/>
                  </a:lnTo>
                  <a:lnTo>
                    <a:pt x="342" y="648"/>
                  </a:lnTo>
                  <a:lnTo>
                    <a:pt x="323" y="660"/>
                  </a:lnTo>
                  <a:lnTo>
                    <a:pt x="318" y="659"/>
                  </a:lnTo>
                  <a:lnTo>
                    <a:pt x="304" y="674"/>
                  </a:lnTo>
                  <a:lnTo>
                    <a:pt x="292" y="707"/>
                  </a:lnTo>
                  <a:lnTo>
                    <a:pt x="274" y="724"/>
                  </a:lnTo>
                  <a:lnTo>
                    <a:pt x="268" y="734"/>
                  </a:lnTo>
                  <a:lnTo>
                    <a:pt x="250" y="728"/>
                  </a:lnTo>
                  <a:lnTo>
                    <a:pt x="238" y="716"/>
                  </a:lnTo>
                  <a:lnTo>
                    <a:pt x="220" y="706"/>
                  </a:lnTo>
                  <a:lnTo>
                    <a:pt x="216" y="702"/>
                  </a:lnTo>
                  <a:lnTo>
                    <a:pt x="200" y="696"/>
                  </a:lnTo>
                  <a:lnTo>
                    <a:pt x="190" y="689"/>
                  </a:lnTo>
                  <a:lnTo>
                    <a:pt x="180" y="676"/>
                  </a:lnTo>
                  <a:lnTo>
                    <a:pt x="160" y="663"/>
                  </a:lnTo>
                  <a:lnTo>
                    <a:pt x="147" y="626"/>
                  </a:lnTo>
                  <a:lnTo>
                    <a:pt x="146" y="602"/>
                  </a:lnTo>
                  <a:lnTo>
                    <a:pt x="134" y="574"/>
                  </a:lnTo>
                  <a:lnTo>
                    <a:pt x="126" y="563"/>
                  </a:lnTo>
                  <a:lnTo>
                    <a:pt x="125" y="558"/>
                  </a:lnTo>
                  <a:lnTo>
                    <a:pt x="96" y="539"/>
                  </a:lnTo>
                  <a:lnTo>
                    <a:pt x="77" y="514"/>
                  </a:lnTo>
                  <a:lnTo>
                    <a:pt x="66" y="507"/>
                  </a:lnTo>
                  <a:lnTo>
                    <a:pt x="50" y="484"/>
                  </a:lnTo>
                  <a:lnTo>
                    <a:pt x="39" y="479"/>
                  </a:lnTo>
                  <a:lnTo>
                    <a:pt x="32" y="471"/>
                  </a:lnTo>
                  <a:lnTo>
                    <a:pt x="18" y="446"/>
                  </a:lnTo>
                  <a:lnTo>
                    <a:pt x="11" y="444"/>
                  </a:lnTo>
                  <a:lnTo>
                    <a:pt x="9" y="441"/>
                  </a:lnTo>
                  <a:lnTo>
                    <a:pt x="0" y="430"/>
                  </a:lnTo>
                  <a:lnTo>
                    <a:pt x="4" y="428"/>
                  </a:lnTo>
                  <a:lnTo>
                    <a:pt x="2" y="422"/>
                  </a:lnTo>
                  <a:lnTo>
                    <a:pt x="4" y="419"/>
                  </a:lnTo>
                  <a:lnTo>
                    <a:pt x="23" y="422"/>
                  </a:lnTo>
                  <a:lnTo>
                    <a:pt x="34" y="422"/>
                  </a:lnTo>
                  <a:lnTo>
                    <a:pt x="44" y="423"/>
                  </a:lnTo>
                  <a:lnTo>
                    <a:pt x="54" y="424"/>
                  </a:lnTo>
                  <a:lnTo>
                    <a:pt x="104" y="428"/>
                  </a:lnTo>
                  <a:lnTo>
                    <a:pt x="126" y="429"/>
                  </a:lnTo>
                  <a:lnTo>
                    <a:pt x="141" y="430"/>
                  </a:lnTo>
                  <a:lnTo>
                    <a:pt x="147" y="431"/>
                  </a:lnTo>
                  <a:lnTo>
                    <a:pt x="186" y="434"/>
                  </a:lnTo>
                  <a:lnTo>
                    <a:pt x="194" y="434"/>
                  </a:lnTo>
                  <a:lnTo>
                    <a:pt x="213" y="435"/>
                  </a:lnTo>
                  <a:lnTo>
                    <a:pt x="216" y="435"/>
                  </a:lnTo>
                  <a:lnTo>
                    <a:pt x="236" y="436"/>
                  </a:lnTo>
                  <a:lnTo>
                    <a:pt x="237" y="436"/>
                  </a:lnTo>
                  <a:lnTo>
                    <a:pt x="238" y="436"/>
                  </a:lnTo>
                  <a:lnTo>
                    <a:pt x="245" y="437"/>
                  </a:lnTo>
                  <a:lnTo>
                    <a:pt x="267" y="438"/>
                  </a:lnTo>
                  <a:lnTo>
                    <a:pt x="269" y="438"/>
                  </a:lnTo>
                  <a:lnTo>
                    <a:pt x="286" y="438"/>
                  </a:lnTo>
                  <a:lnTo>
                    <a:pt x="291" y="440"/>
                  </a:lnTo>
                  <a:lnTo>
                    <a:pt x="291" y="431"/>
                  </a:lnTo>
                  <a:lnTo>
                    <a:pt x="292" y="414"/>
                  </a:lnTo>
                  <a:lnTo>
                    <a:pt x="293" y="393"/>
                  </a:lnTo>
                  <a:lnTo>
                    <a:pt x="293" y="388"/>
                  </a:lnTo>
                  <a:lnTo>
                    <a:pt x="293" y="378"/>
                  </a:lnTo>
                  <a:lnTo>
                    <a:pt x="294" y="359"/>
                  </a:lnTo>
                  <a:lnTo>
                    <a:pt x="296" y="346"/>
                  </a:lnTo>
                  <a:lnTo>
                    <a:pt x="297" y="329"/>
                  </a:lnTo>
                  <a:lnTo>
                    <a:pt x="298" y="305"/>
                  </a:lnTo>
                  <a:lnTo>
                    <a:pt x="298" y="304"/>
                  </a:lnTo>
                  <a:lnTo>
                    <a:pt x="299" y="293"/>
                  </a:lnTo>
                  <a:lnTo>
                    <a:pt x="299" y="290"/>
                  </a:lnTo>
                  <a:lnTo>
                    <a:pt x="299" y="286"/>
                  </a:lnTo>
                  <a:lnTo>
                    <a:pt x="300" y="276"/>
                  </a:lnTo>
                  <a:lnTo>
                    <a:pt x="300" y="273"/>
                  </a:lnTo>
                  <a:lnTo>
                    <a:pt x="300" y="261"/>
                  </a:lnTo>
                  <a:lnTo>
                    <a:pt x="302" y="244"/>
                  </a:lnTo>
                  <a:lnTo>
                    <a:pt x="303" y="220"/>
                  </a:lnTo>
                  <a:lnTo>
                    <a:pt x="304" y="215"/>
                  </a:lnTo>
                  <a:lnTo>
                    <a:pt x="304" y="214"/>
                  </a:lnTo>
                  <a:lnTo>
                    <a:pt x="304" y="203"/>
                  </a:lnTo>
                  <a:lnTo>
                    <a:pt x="304" y="196"/>
                  </a:lnTo>
                  <a:lnTo>
                    <a:pt x="305" y="171"/>
                  </a:lnTo>
                  <a:lnTo>
                    <a:pt x="306" y="160"/>
                  </a:lnTo>
                  <a:lnTo>
                    <a:pt x="306" y="159"/>
                  </a:lnTo>
                  <a:lnTo>
                    <a:pt x="306" y="152"/>
                  </a:lnTo>
                  <a:lnTo>
                    <a:pt x="306" y="147"/>
                  </a:lnTo>
                  <a:lnTo>
                    <a:pt x="308" y="135"/>
                  </a:lnTo>
                  <a:lnTo>
                    <a:pt x="308" y="129"/>
                  </a:lnTo>
                  <a:lnTo>
                    <a:pt x="309" y="120"/>
                  </a:lnTo>
                  <a:lnTo>
                    <a:pt x="309" y="114"/>
                  </a:lnTo>
                  <a:lnTo>
                    <a:pt x="310" y="86"/>
                  </a:lnTo>
                  <a:lnTo>
                    <a:pt x="311" y="75"/>
                  </a:lnTo>
                  <a:lnTo>
                    <a:pt x="311" y="74"/>
                  </a:lnTo>
                  <a:lnTo>
                    <a:pt x="311" y="71"/>
                  </a:lnTo>
                  <a:lnTo>
                    <a:pt x="312" y="44"/>
                  </a:lnTo>
                  <a:lnTo>
                    <a:pt x="315" y="0"/>
                  </a:lnTo>
                  <a:lnTo>
                    <a:pt x="317" y="0"/>
                  </a:lnTo>
                  <a:lnTo>
                    <a:pt x="347" y="2"/>
                  </a:lnTo>
                  <a:lnTo>
                    <a:pt x="365" y="3"/>
                  </a:lnTo>
                  <a:lnTo>
                    <a:pt x="382" y="3"/>
                  </a:lnTo>
                  <a:lnTo>
                    <a:pt x="384" y="3"/>
                  </a:lnTo>
                  <a:lnTo>
                    <a:pt x="386" y="3"/>
                  </a:lnTo>
                  <a:lnTo>
                    <a:pt x="392" y="4"/>
                  </a:lnTo>
                  <a:lnTo>
                    <a:pt x="401" y="4"/>
                  </a:lnTo>
                  <a:lnTo>
                    <a:pt x="405" y="4"/>
                  </a:lnTo>
                  <a:lnTo>
                    <a:pt x="423" y="5"/>
                  </a:lnTo>
                  <a:lnTo>
                    <a:pt x="442" y="5"/>
                  </a:lnTo>
                  <a:lnTo>
                    <a:pt x="452" y="6"/>
                  </a:lnTo>
                  <a:lnTo>
                    <a:pt x="464" y="6"/>
                  </a:lnTo>
                  <a:lnTo>
                    <a:pt x="471" y="6"/>
                  </a:lnTo>
                  <a:lnTo>
                    <a:pt x="474" y="6"/>
                  </a:lnTo>
                  <a:lnTo>
                    <a:pt x="480" y="6"/>
                  </a:lnTo>
                  <a:lnTo>
                    <a:pt x="500" y="8"/>
                  </a:lnTo>
                  <a:lnTo>
                    <a:pt x="506" y="8"/>
                  </a:lnTo>
                  <a:lnTo>
                    <a:pt x="519" y="8"/>
                  </a:lnTo>
                  <a:lnTo>
                    <a:pt x="546" y="9"/>
                  </a:lnTo>
                  <a:lnTo>
                    <a:pt x="548" y="9"/>
                  </a:lnTo>
                  <a:lnTo>
                    <a:pt x="546" y="21"/>
                  </a:lnTo>
                  <a:lnTo>
                    <a:pt x="546" y="52"/>
                  </a:lnTo>
                  <a:lnTo>
                    <a:pt x="546" y="57"/>
                  </a:lnTo>
                  <a:lnTo>
                    <a:pt x="546" y="65"/>
                  </a:lnTo>
                  <a:lnTo>
                    <a:pt x="546" y="69"/>
                  </a:lnTo>
                  <a:lnTo>
                    <a:pt x="546" y="74"/>
                  </a:lnTo>
                  <a:lnTo>
                    <a:pt x="545" y="82"/>
                  </a:lnTo>
                  <a:lnTo>
                    <a:pt x="545" y="94"/>
                  </a:lnTo>
                  <a:lnTo>
                    <a:pt x="545" y="106"/>
                  </a:lnTo>
                  <a:lnTo>
                    <a:pt x="545" y="108"/>
                  </a:lnTo>
                  <a:lnTo>
                    <a:pt x="545" y="113"/>
                  </a:lnTo>
                  <a:lnTo>
                    <a:pt x="545" y="126"/>
                  </a:lnTo>
                  <a:lnTo>
                    <a:pt x="545" y="130"/>
                  </a:lnTo>
                  <a:lnTo>
                    <a:pt x="544" y="137"/>
                  </a:lnTo>
                  <a:lnTo>
                    <a:pt x="544" y="143"/>
                  </a:lnTo>
                  <a:lnTo>
                    <a:pt x="544" y="152"/>
                  </a:lnTo>
                  <a:lnTo>
                    <a:pt x="544" y="167"/>
                  </a:lnTo>
                  <a:lnTo>
                    <a:pt x="544" y="173"/>
                  </a:lnTo>
                  <a:lnTo>
                    <a:pt x="544" y="179"/>
                  </a:lnTo>
                  <a:lnTo>
                    <a:pt x="544" y="198"/>
                  </a:lnTo>
                  <a:lnTo>
                    <a:pt x="546" y="197"/>
                  </a:lnTo>
                  <a:lnTo>
                    <a:pt x="556" y="203"/>
                  </a:lnTo>
                  <a:lnTo>
                    <a:pt x="563" y="213"/>
                  </a:lnTo>
                  <a:lnTo>
                    <a:pt x="582" y="214"/>
                  </a:lnTo>
                  <a:lnTo>
                    <a:pt x="585" y="215"/>
                  </a:lnTo>
                  <a:lnTo>
                    <a:pt x="602" y="219"/>
                  </a:lnTo>
                  <a:lnTo>
                    <a:pt x="605" y="221"/>
                  </a:lnTo>
                  <a:lnTo>
                    <a:pt x="606" y="232"/>
                  </a:lnTo>
                  <a:lnTo>
                    <a:pt x="611" y="236"/>
                  </a:lnTo>
                  <a:lnTo>
                    <a:pt x="617" y="234"/>
                  </a:lnTo>
                  <a:lnTo>
                    <a:pt x="626" y="236"/>
                  </a:lnTo>
                  <a:lnTo>
                    <a:pt x="641" y="243"/>
                  </a:lnTo>
                  <a:lnTo>
                    <a:pt x="651" y="239"/>
                  </a:lnTo>
                  <a:lnTo>
                    <a:pt x="652" y="239"/>
                  </a:lnTo>
                  <a:lnTo>
                    <a:pt x="656" y="242"/>
                  </a:lnTo>
                  <a:lnTo>
                    <a:pt x="660" y="246"/>
                  </a:lnTo>
                  <a:lnTo>
                    <a:pt x="666" y="248"/>
                  </a:lnTo>
                  <a:lnTo>
                    <a:pt x="681" y="242"/>
                  </a:lnTo>
                  <a:lnTo>
                    <a:pt x="687" y="243"/>
                  </a:lnTo>
                  <a:lnTo>
                    <a:pt x="689" y="240"/>
                  </a:lnTo>
                  <a:lnTo>
                    <a:pt x="693" y="240"/>
                  </a:lnTo>
                  <a:lnTo>
                    <a:pt x="694" y="254"/>
                  </a:lnTo>
                  <a:lnTo>
                    <a:pt x="702" y="254"/>
                  </a:lnTo>
                  <a:lnTo>
                    <a:pt x="702" y="264"/>
                  </a:lnTo>
                  <a:lnTo>
                    <a:pt x="710" y="269"/>
                  </a:lnTo>
                  <a:lnTo>
                    <a:pt x="730" y="257"/>
                  </a:lnTo>
                  <a:lnTo>
                    <a:pt x="735" y="264"/>
                  </a:lnTo>
                  <a:lnTo>
                    <a:pt x="737" y="263"/>
                  </a:lnTo>
                  <a:lnTo>
                    <a:pt x="740" y="262"/>
                  </a:lnTo>
                  <a:lnTo>
                    <a:pt x="741" y="262"/>
                  </a:lnTo>
                  <a:lnTo>
                    <a:pt x="749" y="272"/>
                  </a:lnTo>
                  <a:lnTo>
                    <a:pt x="766" y="266"/>
                  </a:lnTo>
                  <a:lnTo>
                    <a:pt x="765" y="278"/>
                  </a:lnTo>
                  <a:lnTo>
                    <a:pt x="770" y="281"/>
                  </a:lnTo>
                  <a:lnTo>
                    <a:pt x="784" y="258"/>
                  </a:lnTo>
                  <a:lnTo>
                    <a:pt x="800" y="270"/>
                  </a:lnTo>
                  <a:lnTo>
                    <a:pt x="812" y="263"/>
                  </a:lnTo>
                  <a:lnTo>
                    <a:pt x="810" y="266"/>
                  </a:lnTo>
                  <a:lnTo>
                    <a:pt x="819" y="275"/>
                  </a:lnTo>
                  <a:lnTo>
                    <a:pt x="826" y="275"/>
                  </a:lnTo>
                  <a:lnTo>
                    <a:pt x="828" y="280"/>
                  </a:lnTo>
                  <a:lnTo>
                    <a:pt x="839" y="276"/>
                  </a:lnTo>
                  <a:lnTo>
                    <a:pt x="858" y="266"/>
                  </a:lnTo>
                  <a:lnTo>
                    <a:pt x="870" y="268"/>
                  </a:lnTo>
                  <a:lnTo>
                    <a:pt x="878" y="264"/>
                  </a:lnTo>
                  <a:lnTo>
                    <a:pt x="879" y="262"/>
                  </a:lnTo>
                  <a:lnTo>
                    <a:pt x="890" y="260"/>
                  </a:lnTo>
                  <a:lnTo>
                    <a:pt x="890" y="258"/>
                  </a:lnTo>
                  <a:lnTo>
                    <a:pt x="893" y="258"/>
                  </a:lnTo>
                  <a:lnTo>
                    <a:pt x="896" y="262"/>
                  </a:lnTo>
                  <a:lnTo>
                    <a:pt x="894" y="263"/>
                  </a:lnTo>
                  <a:lnTo>
                    <a:pt x="914" y="263"/>
                  </a:lnTo>
                  <a:lnTo>
                    <a:pt x="916" y="263"/>
                  </a:lnTo>
                  <a:lnTo>
                    <a:pt x="917" y="257"/>
                  </a:lnTo>
                  <a:lnTo>
                    <a:pt x="926" y="257"/>
                  </a:lnTo>
                  <a:lnTo>
                    <a:pt x="928" y="257"/>
                  </a:lnTo>
                  <a:lnTo>
                    <a:pt x="928" y="260"/>
                  </a:lnTo>
                  <a:lnTo>
                    <a:pt x="938" y="264"/>
                  </a:lnTo>
                  <a:lnTo>
                    <a:pt x="948" y="275"/>
                  </a:lnTo>
                  <a:lnTo>
                    <a:pt x="952" y="276"/>
                  </a:lnTo>
                  <a:lnTo>
                    <a:pt x="952" y="273"/>
                  </a:lnTo>
                  <a:lnTo>
                    <a:pt x="957" y="274"/>
                  </a:lnTo>
                  <a:lnTo>
                    <a:pt x="957" y="278"/>
                  </a:lnTo>
                  <a:lnTo>
                    <a:pt x="959" y="278"/>
                  </a:lnTo>
                  <a:lnTo>
                    <a:pt x="958" y="279"/>
                  </a:lnTo>
                  <a:lnTo>
                    <a:pt x="968" y="281"/>
                  </a:lnTo>
                  <a:lnTo>
                    <a:pt x="976" y="287"/>
                  </a:lnTo>
                  <a:lnTo>
                    <a:pt x="980" y="285"/>
                  </a:lnTo>
                  <a:lnTo>
                    <a:pt x="988" y="293"/>
                  </a:lnTo>
                  <a:lnTo>
                    <a:pt x="998" y="288"/>
                  </a:lnTo>
                  <a:lnTo>
                    <a:pt x="1014" y="292"/>
                  </a:lnTo>
                  <a:lnTo>
                    <a:pt x="1014" y="294"/>
                  </a:lnTo>
                  <a:lnTo>
                    <a:pt x="1016" y="309"/>
                  </a:lnTo>
                  <a:lnTo>
                    <a:pt x="1016" y="320"/>
                  </a:lnTo>
                  <a:lnTo>
                    <a:pt x="1016" y="321"/>
                  </a:lnTo>
                  <a:lnTo>
                    <a:pt x="1016" y="334"/>
                  </a:lnTo>
                  <a:lnTo>
                    <a:pt x="1017" y="344"/>
                  </a:lnTo>
                  <a:lnTo>
                    <a:pt x="1017" y="346"/>
                  </a:lnTo>
                  <a:lnTo>
                    <a:pt x="1017" y="357"/>
                  </a:lnTo>
                  <a:lnTo>
                    <a:pt x="1018" y="370"/>
                  </a:lnTo>
                  <a:lnTo>
                    <a:pt x="1018" y="371"/>
                  </a:lnTo>
                  <a:lnTo>
                    <a:pt x="1018" y="376"/>
                  </a:lnTo>
                  <a:lnTo>
                    <a:pt x="1018" y="382"/>
                  </a:lnTo>
                  <a:lnTo>
                    <a:pt x="1018" y="394"/>
                  </a:lnTo>
                  <a:lnTo>
                    <a:pt x="1019" y="405"/>
                  </a:lnTo>
                  <a:lnTo>
                    <a:pt x="1019" y="406"/>
                  </a:lnTo>
                  <a:lnTo>
                    <a:pt x="1019" y="419"/>
                  </a:lnTo>
                  <a:lnTo>
                    <a:pt x="1019" y="424"/>
                  </a:lnTo>
                  <a:lnTo>
                    <a:pt x="1020" y="443"/>
                  </a:lnTo>
                  <a:lnTo>
                    <a:pt x="1023" y="444"/>
                  </a:lnTo>
                  <a:lnTo>
                    <a:pt x="1023" y="446"/>
                  </a:lnTo>
                  <a:lnTo>
                    <a:pt x="1024" y="447"/>
                  </a:lnTo>
                  <a:lnTo>
                    <a:pt x="1035" y="458"/>
                  </a:lnTo>
                  <a:lnTo>
                    <a:pt x="1034" y="458"/>
                  </a:lnTo>
                  <a:lnTo>
                    <a:pt x="1038" y="467"/>
                  </a:lnTo>
                  <a:lnTo>
                    <a:pt x="1038" y="483"/>
                  </a:lnTo>
                  <a:lnTo>
                    <a:pt x="1048" y="491"/>
                  </a:lnTo>
                  <a:lnTo>
                    <a:pt x="1046" y="492"/>
                  </a:lnTo>
                  <a:lnTo>
                    <a:pt x="1060" y="522"/>
                  </a:lnTo>
                  <a:lnTo>
                    <a:pt x="1064" y="521"/>
                  </a:lnTo>
                  <a:lnTo>
                    <a:pt x="1062" y="539"/>
                  </a:lnTo>
                  <a:lnTo>
                    <a:pt x="1065" y="551"/>
                  </a:lnTo>
                  <a:lnTo>
                    <a:pt x="1061" y="563"/>
                  </a:lnTo>
                  <a:lnTo>
                    <a:pt x="1054" y="588"/>
                  </a:lnTo>
                  <a:lnTo>
                    <a:pt x="1052" y="598"/>
                  </a:lnTo>
                  <a:lnTo>
                    <a:pt x="1050" y="598"/>
                  </a:lnTo>
                  <a:lnTo>
                    <a:pt x="1050" y="605"/>
                  </a:lnTo>
                  <a:lnTo>
                    <a:pt x="1055" y="612"/>
                  </a:lnTo>
                  <a:lnTo>
                    <a:pt x="1055" y="624"/>
                  </a:lnTo>
                  <a:lnTo>
                    <a:pt x="1054" y="632"/>
                  </a:lnTo>
                  <a:lnTo>
                    <a:pt x="1053" y="634"/>
                  </a:lnTo>
                  <a:lnTo>
                    <a:pt x="1050" y="636"/>
                  </a:lnTo>
                  <a:lnTo>
                    <a:pt x="1044" y="651"/>
                  </a:lnTo>
                  <a:lnTo>
                    <a:pt x="1041" y="652"/>
                  </a:lnTo>
                  <a:lnTo>
                    <a:pt x="1043" y="663"/>
                  </a:lnTo>
                  <a:lnTo>
                    <a:pt x="1048" y="671"/>
                  </a:lnTo>
                  <a:lnTo>
                    <a:pt x="1042" y="669"/>
                  </a:lnTo>
                  <a:lnTo>
                    <a:pt x="1029" y="670"/>
                  </a:lnTo>
                  <a:lnTo>
                    <a:pt x="1004" y="681"/>
                  </a:lnTo>
                  <a:lnTo>
                    <a:pt x="1002" y="682"/>
                  </a:lnTo>
                  <a:lnTo>
                    <a:pt x="972" y="702"/>
                  </a:lnTo>
                  <a:lnTo>
                    <a:pt x="969" y="701"/>
                  </a:lnTo>
                  <a:lnTo>
                    <a:pt x="983" y="688"/>
                  </a:lnTo>
                  <a:lnTo>
                    <a:pt x="992" y="686"/>
                  </a:lnTo>
                  <a:lnTo>
                    <a:pt x="992" y="683"/>
                  </a:lnTo>
                  <a:lnTo>
                    <a:pt x="981" y="683"/>
                  </a:lnTo>
                  <a:lnTo>
                    <a:pt x="971" y="686"/>
                  </a:lnTo>
                  <a:lnTo>
                    <a:pt x="970" y="662"/>
                  </a:lnTo>
                  <a:lnTo>
                    <a:pt x="964" y="664"/>
                  </a:lnTo>
                  <a:lnTo>
                    <a:pt x="960" y="672"/>
                  </a:lnTo>
                  <a:lnTo>
                    <a:pt x="956" y="672"/>
                  </a:lnTo>
                  <a:lnTo>
                    <a:pt x="953" y="671"/>
                  </a:lnTo>
                  <a:lnTo>
                    <a:pt x="952" y="671"/>
                  </a:lnTo>
                  <a:lnTo>
                    <a:pt x="951" y="672"/>
                  </a:lnTo>
                  <a:lnTo>
                    <a:pt x="948" y="677"/>
                  </a:lnTo>
                  <a:lnTo>
                    <a:pt x="950" y="681"/>
                  </a:lnTo>
                  <a:lnTo>
                    <a:pt x="948" y="683"/>
                  </a:lnTo>
                  <a:lnTo>
                    <a:pt x="950" y="687"/>
                  </a:lnTo>
                  <a:lnTo>
                    <a:pt x="958" y="689"/>
                  </a:lnTo>
                  <a:lnTo>
                    <a:pt x="960" y="700"/>
                  </a:lnTo>
                  <a:lnTo>
                    <a:pt x="974" y="705"/>
                  </a:lnTo>
                  <a:lnTo>
                    <a:pt x="941" y="730"/>
                  </a:lnTo>
                  <a:lnTo>
                    <a:pt x="920" y="750"/>
                  </a:lnTo>
                  <a:lnTo>
                    <a:pt x="910" y="755"/>
                  </a:lnTo>
                  <a:lnTo>
                    <a:pt x="876" y="776"/>
                  </a:lnTo>
                  <a:lnTo>
                    <a:pt x="848" y="791"/>
                  </a:lnTo>
                  <a:lnTo>
                    <a:pt x="837" y="800"/>
                  </a:lnTo>
                  <a:lnTo>
                    <a:pt x="827" y="809"/>
                  </a:lnTo>
                  <a:lnTo>
                    <a:pt x="816" y="815"/>
                  </a:lnTo>
                  <a:lnTo>
                    <a:pt x="797" y="832"/>
                  </a:lnTo>
                  <a:lnTo>
                    <a:pt x="782" y="851"/>
                  </a:lnTo>
                  <a:lnTo>
                    <a:pt x="782" y="854"/>
                  </a:lnTo>
                  <a:lnTo>
                    <a:pt x="783" y="854"/>
                  </a:lnTo>
                  <a:lnTo>
                    <a:pt x="774" y="864"/>
                  </a:lnTo>
                  <a:lnTo>
                    <a:pt x="766" y="879"/>
                  </a:lnTo>
                  <a:lnTo>
                    <a:pt x="756" y="908"/>
                  </a:lnTo>
                  <a:lnTo>
                    <a:pt x="755" y="911"/>
                  </a:lnTo>
                  <a:lnTo>
                    <a:pt x="754" y="935"/>
                  </a:lnTo>
                  <a:lnTo>
                    <a:pt x="761" y="974"/>
                  </a:lnTo>
                  <a:lnTo>
                    <a:pt x="767" y="992"/>
                  </a:lnTo>
                  <a:lnTo>
                    <a:pt x="774" y="1031"/>
                  </a:lnTo>
                  <a:lnTo>
                    <a:pt x="756" y="1043"/>
                  </a:lnTo>
                  <a:lnTo>
                    <a:pt x="743" y="1041"/>
                  </a:lnTo>
                  <a:lnTo>
                    <a:pt x="734" y="1031"/>
                  </a:lnTo>
                  <a:lnTo>
                    <a:pt x="712" y="1025"/>
                  </a:lnTo>
                  <a:lnTo>
                    <a:pt x="678" y="1024"/>
                  </a:lnTo>
                  <a:lnTo>
                    <a:pt x="676" y="1019"/>
                  </a:lnTo>
                  <a:lnTo>
                    <a:pt x="672" y="1019"/>
                  </a:lnTo>
                  <a:lnTo>
                    <a:pt x="650" y="1006"/>
                  </a:lnTo>
                  <a:lnTo>
                    <a:pt x="641" y="1007"/>
                  </a:lnTo>
                  <a:lnTo>
                    <a:pt x="635" y="1002"/>
                  </a:lnTo>
                  <a:lnTo>
                    <a:pt x="635" y="1000"/>
                  </a:lnTo>
                  <a:lnTo>
                    <a:pt x="614" y="993"/>
                  </a:lnTo>
                  <a:lnTo>
                    <a:pt x="599" y="976"/>
                  </a:lnTo>
                  <a:lnTo>
                    <a:pt x="592" y="950"/>
                  </a:lnTo>
                  <a:lnTo>
                    <a:pt x="580" y="934"/>
                  </a:lnTo>
                  <a:lnTo>
                    <a:pt x="576" y="909"/>
                  </a:lnTo>
                  <a:lnTo>
                    <a:pt x="573" y="886"/>
                  </a:lnTo>
                  <a:lnTo>
                    <a:pt x="562" y="872"/>
                  </a:lnTo>
                  <a:lnTo>
                    <a:pt x="551" y="866"/>
                  </a:lnTo>
                  <a:lnTo>
                    <a:pt x="550" y="863"/>
                  </a:lnTo>
                  <a:close/>
                </a:path>
              </a:pathLst>
            </a:custGeom>
            <a:pattFill prst="ltDnDiag">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277" name="Freeform 43">
              <a:extLst>
                <a:ext uri="{FF2B5EF4-FFF2-40B4-BE49-F238E27FC236}">
                  <a16:creationId xmlns:a16="http://schemas.microsoft.com/office/drawing/2014/main" id="{E153893D-9307-6195-880A-598440543321}"/>
                </a:ext>
              </a:extLst>
            </p:cNvPr>
            <p:cNvSpPr>
              <a:spLocks noChangeAspect="1"/>
            </p:cNvSpPr>
            <p:nvPr/>
          </p:nvSpPr>
          <p:spPr bwMode="auto">
            <a:xfrm>
              <a:off x="794" y="2399"/>
              <a:ext cx="42" cy="73"/>
            </a:xfrm>
            <a:custGeom>
              <a:avLst/>
              <a:gdLst>
                <a:gd name="T0" fmla="*/ 215 w 235"/>
                <a:gd name="T1" fmla="*/ 131 h 411"/>
                <a:gd name="T2" fmla="*/ 216 w 235"/>
                <a:gd name="T3" fmla="*/ 147 h 411"/>
                <a:gd name="T4" fmla="*/ 220 w 235"/>
                <a:gd name="T5" fmla="*/ 171 h 411"/>
                <a:gd name="T6" fmla="*/ 221 w 235"/>
                <a:gd name="T7" fmla="*/ 187 h 411"/>
                <a:gd name="T8" fmla="*/ 224 w 235"/>
                <a:gd name="T9" fmla="*/ 209 h 411"/>
                <a:gd name="T10" fmla="*/ 226 w 235"/>
                <a:gd name="T11" fmla="*/ 219 h 411"/>
                <a:gd name="T12" fmla="*/ 229 w 235"/>
                <a:gd name="T13" fmla="*/ 250 h 411"/>
                <a:gd name="T14" fmla="*/ 226 w 235"/>
                <a:gd name="T15" fmla="*/ 261 h 411"/>
                <a:gd name="T16" fmla="*/ 228 w 235"/>
                <a:gd name="T17" fmla="*/ 275 h 411"/>
                <a:gd name="T18" fmla="*/ 235 w 235"/>
                <a:gd name="T19" fmla="*/ 281 h 411"/>
                <a:gd name="T20" fmla="*/ 220 w 235"/>
                <a:gd name="T21" fmla="*/ 292 h 411"/>
                <a:gd name="T22" fmla="*/ 206 w 235"/>
                <a:gd name="T23" fmla="*/ 300 h 411"/>
                <a:gd name="T24" fmla="*/ 197 w 235"/>
                <a:gd name="T25" fmla="*/ 298 h 411"/>
                <a:gd name="T26" fmla="*/ 191 w 235"/>
                <a:gd name="T27" fmla="*/ 313 h 411"/>
                <a:gd name="T28" fmla="*/ 187 w 235"/>
                <a:gd name="T29" fmla="*/ 324 h 411"/>
                <a:gd name="T30" fmla="*/ 172 w 235"/>
                <a:gd name="T31" fmla="*/ 347 h 411"/>
                <a:gd name="T32" fmla="*/ 164 w 235"/>
                <a:gd name="T33" fmla="*/ 349 h 411"/>
                <a:gd name="T34" fmla="*/ 160 w 235"/>
                <a:gd name="T35" fmla="*/ 373 h 411"/>
                <a:gd name="T36" fmla="*/ 137 w 235"/>
                <a:gd name="T37" fmla="*/ 372 h 411"/>
                <a:gd name="T38" fmla="*/ 126 w 235"/>
                <a:gd name="T39" fmla="*/ 359 h 411"/>
                <a:gd name="T40" fmla="*/ 120 w 235"/>
                <a:gd name="T41" fmla="*/ 369 h 411"/>
                <a:gd name="T42" fmla="*/ 116 w 235"/>
                <a:gd name="T43" fmla="*/ 375 h 411"/>
                <a:gd name="T44" fmla="*/ 108 w 235"/>
                <a:gd name="T45" fmla="*/ 393 h 411"/>
                <a:gd name="T46" fmla="*/ 91 w 235"/>
                <a:gd name="T47" fmla="*/ 385 h 411"/>
                <a:gd name="T48" fmla="*/ 74 w 235"/>
                <a:gd name="T49" fmla="*/ 406 h 411"/>
                <a:gd name="T50" fmla="*/ 53 w 235"/>
                <a:gd name="T51" fmla="*/ 393 h 411"/>
                <a:gd name="T52" fmla="*/ 35 w 235"/>
                <a:gd name="T53" fmla="*/ 395 h 411"/>
                <a:gd name="T54" fmla="*/ 26 w 235"/>
                <a:gd name="T55" fmla="*/ 400 h 411"/>
                <a:gd name="T56" fmla="*/ 12 w 235"/>
                <a:gd name="T57" fmla="*/ 403 h 411"/>
                <a:gd name="T58" fmla="*/ 2 w 235"/>
                <a:gd name="T59" fmla="*/ 403 h 411"/>
                <a:gd name="T60" fmla="*/ 7 w 235"/>
                <a:gd name="T61" fmla="*/ 379 h 411"/>
                <a:gd name="T62" fmla="*/ 7 w 235"/>
                <a:gd name="T63" fmla="*/ 366 h 411"/>
                <a:gd name="T64" fmla="*/ 20 w 235"/>
                <a:gd name="T65" fmla="*/ 343 h 411"/>
                <a:gd name="T66" fmla="*/ 29 w 235"/>
                <a:gd name="T67" fmla="*/ 331 h 411"/>
                <a:gd name="T68" fmla="*/ 31 w 235"/>
                <a:gd name="T69" fmla="*/ 303 h 411"/>
                <a:gd name="T70" fmla="*/ 28 w 235"/>
                <a:gd name="T71" fmla="*/ 291 h 411"/>
                <a:gd name="T72" fmla="*/ 25 w 235"/>
                <a:gd name="T73" fmla="*/ 265 h 411"/>
                <a:gd name="T74" fmla="*/ 28 w 235"/>
                <a:gd name="T75" fmla="*/ 257 h 411"/>
                <a:gd name="T76" fmla="*/ 25 w 235"/>
                <a:gd name="T77" fmla="*/ 232 h 411"/>
                <a:gd name="T78" fmla="*/ 23 w 235"/>
                <a:gd name="T79" fmla="*/ 204 h 411"/>
                <a:gd name="T80" fmla="*/ 20 w 235"/>
                <a:gd name="T81" fmla="*/ 179 h 411"/>
                <a:gd name="T82" fmla="*/ 17 w 235"/>
                <a:gd name="T83" fmla="*/ 147 h 411"/>
                <a:gd name="T84" fmla="*/ 16 w 235"/>
                <a:gd name="T85" fmla="*/ 132 h 411"/>
                <a:gd name="T86" fmla="*/ 12 w 235"/>
                <a:gd name="T87" fmla="*/ 96 h 411"/>
                <a:gd name="T88" fmla="*/ 11 w 235"/>
                <a:gd name="T89" fmla="*/ 84 h 411"/>
                <a:gd name="T90" fmla="*/ 8 w 235"/>
                <a:gd name="T91" fmla="*/ 70 h 411"/>
                <a:gd name="T92" fmla="*/ 8 w 235"/>
                <a:gd name="T93" fmla="*/ 60 h 411"/>
                <a:gd name="T94" fmla="*/ 6 w 235"/>
                <a:gd name="T95" fmla="*/ 42 h 411"/>
                <a:gd name="T96" fmla="*/ 28 w 235"/>
                <a:gd name="T97" fmla="*/ 34 h 411"/>
                <a:gd name="T98" fmla="*/ 47 w 235"/>
                <a:gd name="T99" fmla="*/ 23 h 411"/>
                <a:gd name="T100" fmla="*/ 54 w 235"/>
                <a:gd name="T101" fmla="*/ 17 h 411"/>
                <a:gd name="T102" fmla="*/ 76 w 235"/>
                <a:gd name="T103" fmla="*/ 15 h 411"/>
                <a:gd name="T104" fmla="*/ 96 w 235"/>
                <a:gd name="T105" fmla="*/ 12 h 411"/>
                <a:gd name="T106" fmla="*/ 130 w 235"/>
                <a:gd name="T107" fmla="*/ 9 h 411"/>
                <a:gd name="T108" fmla="*/ 148 w 235"/>
                <a:gd name="T109" fmla="*/ 6 h 411"/>
                <a:gd name="T110" fmla="*/ 166 w 235"/>
                <a:gd name="T111" fmla="*/ 4 h 411"/>
                <a:gd name="T112" fmla="*/ 175 w 235"/>
                <a:gd name="T113" fmla="*/ 3 h 411"/>
                <a:gd name="T114" fmla="*/ 197 w 235"/>
                <a:gd name="T115" fmla="*/ 0 h 411"/>
                <a:gd name="T116" fmla="*/ 202 w 235"/>
                <a:gd name="T117" fmla="*/ 33 h 411"/>
                <a:gd name="T118" fmla="*/ 204 w 235"/>
                <a:gd name="T119" fmla="*/ 47 h 411"/>
                <a:gd name="T120" fmla="*/ 208 w 235"/>
                <a:gd name="T121" fmla="*/ 73 h 411"/>
                <a:gd name="T122" fmla="*/ 209 w 235"/>
                <a:gd name="T123" fmla="*/ 85 h 411"/>
                <a:gd name="T124" fmla="*/ 212 w 235"/>
                <a:gd name="T125" fmla="*/ 10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411">
                  <a:moveTo>
                    <a:pt x="212" y="115"/>
                  </a:moveTo>
                  <a:lnTo>
                    <a:pt x="214" y="121"/>
                  </a:lnTo>
                  <a:lnTo>
                    <a:pt x="215" y="131"/>
                  </a:lnTo>
                  <a:lnTo>
                    <a:pt x="215" y="136"/>
                  </a:lnTo>
                  <a:lnTo>
                    <a:pt x="216" y="141"/>
                  </a:lnTo>
                  <a:lnTo>
                    <a:pt x="216" y="147"/>
                  </a:lnTo>
                  <a:lnTo>
                    <a:pt x="217" y="159"/>
                  </a:lnTo>
                  <a:lnTo>
                    <a:pt x="220" y="169"/>
                  </a:lnTo>
                  <a:lnTo>
                    <a:pt x="220" y="171"/>
                  </a:lnTo>
                  <a:lnTo>
                    <a:pt x="220" y="178"/>
                  </a:lnTo>
                  <a:lnTo>
                    <a:pt x="221" y="183"/>
                  </a:lnTo>
                  <a:lnTo>
                    <a:pt x="221" y="187"/>
                  </a:lnTo>
                  <a:lnTo>
                    <a:pt x="222" y="197"/>
                  </a:lnTo>
                  <a:lnTo>
                    <a:pt x="223" y="208"/>
                  </a:lnTo>
                  <a:lnTo>
                    <a:pt x="224" y="209"/>
                  </a:lnTo>
                  <a:lnTo>
                    <a:pt x="224" y="213"/>
                  </a:lnTo>
                  <a:lnTo>
                    <a:pt x="224" y="216"/>
                  </a:lnTo>
                  <a:lnTo>
                    <a:pt x="226" y="219"/>
                  </a:lnTo>
                  <a:lnTo>
                    <a:pt x="226" y="222"/>
                  </a:lnTo>
                  <a:lnTo>
                    <a:pt x="227" y="238"/>
                  </a:lnTo>
                  <a:lnTo>
                    <a:pt x="229" y="250"/>
                  </a:lnTo>
                  <a:lnTo>
                    <a:pt x="229" y="255"/>
                  </a:lnTo>
                  <a:lnTo>
                    <a:pt x="229" y="257"/>
                  </a:lnTo>
                  <a:lnTo>
                    <a:pt x="226" y="261"/>
                  </a:lnTo>
                  <a:lnTo>
                    <a:pt x="227" y="264"/>
                  </a:lnTo>
                  <a:lnTo>
                    <a:pt x="229" y="268"/>
                  </a:lnTo>
                  <a:lnTo>
                    <a:pt x="228" y="275"/>
                  </a:lnTo>
                  <a:lnTo>
                    <a:pt x="229" y="277"/>
                  </a:lnTo>
                  <a:lnTo>
                    <a:pt x="235" y="279"/>
                  </a:lnTo>
                  <a:lnTo>
                    <a:pt x="235" y="281"/>
                  </a:lnTo>
                  <a:lnTo>
                    <a:pt x="229" y="288"/>
                  </a:lnTo>
                  <a:lnTo>
                    <a:pt x="221" y="291"/>
                  </a:lnTo>
                  <a:lnTo>
                    <a:pt x="220" y="292"/>
                  </a:lnTo>
                  <a:lnTo>
                    <a:pt x="217" y="294"/>
                  </a:lnTo>
                  <a:lnTo>
                    <a:pt x="212" y="298"/>
                  </a:lnTo>
                  <a:lnTo>
                    <a:pt x="206" y="300"/>
                  </a:lnTo>
                  <a:lnTo>
                    <a:pt x="203" y="297"/>
                  </a:lnTo>
                  <a:lnTo>
                    <a:pt x="202" y="297"/>
                  </a:lnTo>
                  <a:lnTo>
                    <a:pt x="197" y="298"/>
                  </a:lnTo>
                  <a:lnTo>
                    <a:pt x="193" y="298"/>
                  </a:lnTo>
                  <a:lnTo>
                    <a:pt x="190" y="310"/>
                  </a:lnTo>
                  <a:lnTo>
                    <a:pt x="191" y="313"/>
                  </a:lnTo>
                  <a:lnTo>
                    <a:pt x="192" y="313"/>
                  </a:lnTo>
                  <a:lnTo>
                    <a:pt x="192" y="319"/>
                  </a:lnTo>
                  <a:lnTo>
                    <a:pt x="187" y="324"/>
                  </a:lnTo>
                  <a:lnTo>
                    <a:pt x="179" y="331"/>
                  </a:lnTo>
                  <a:lnTo>
                    <a:pt x="179" y="335"/>
                  </a:lnTo>
                  <a:lnTo>
                    <a:pt x="172" y="347"/>
                  </a:lnTo>
                  <a:lnTo>
                    <a:pt x="170" y="346"/>
                  </a:lnTo>
                  <a:lnTo>
                    <a:pt x="168" y="345"/>
                  </a:lnTo>
                  <a:lnTo>
                    <a:pt x="164" y="349"/>
                  </a:lnTo>
                  <a:lnTo>
                    <a:pt x="161" y="357"/>
                  </a:lnTo>
                  <a:lnTo>
                    <a:pt x="161" y="361"/>
                  </a:lnTo>
                  <a:lnTo>
                    <a:pt x="160" y="373"/>
                  </a:lnTo>
                  <a:lnTo>
                    <a:pt x="160" y="375"/>
                  </a:lnTo>
                  <a:lnTo>
                    <a:pt x="156" y="375"/>
                  </a:lnTo>
                  <a:lnTo>
                    <a:pt x="137" y="372"/>
                  </a:lnTo>
                  <a:lnTo>
                    <a:pt x="134" y="365"/>
                  </a:lnTo>
                  <a:lnTo>
                    <a:pt x="130" y="360"/>
                  </a:lnTo>
                  <a:lnTo>
                    <a:pt x="126" y="359"/>
                  </a:lnTo>
                  <a:lnTo>
                    <a:pt x="126" y="365"/>
                  </a:lnTo>
                  <a:lnTo>
                    <a:pt x="120" y="367"/>
                  </a:lnTo>
                  <a:lnTo>
                    <a:pt x="120" y="369"/>
                  </a:lnTo>
                  <a:lnTo>
                    <a:pt x="120" y="370"/>
                  </a:lnTo>
                  <a:lnTo>
                    <a:pt x="119" y="375"/>
                  </a:lnTo>
                  <a:lnTo>
                    <a:pt x="116" y="375"/>
                  </a:lnTo>
                  <a:lnTo>
                    <a:pt x="113" y="393"/>
                  </a:lnTo>
                  <a:lnTo>
                    <a:pt x="108" y="396"/>
                  </a:lnTo>
                  <a:lnTo>
                    <a:pt x="108" y="393"/>
                  </a:lnTo>
                  <a:lnTo>
                    <a:pt x="101" y="390"/>
                  </a:lnTo>
                  <a:lnTo>
                    <a:pt x="95" y="382"/>
                  </a:lnTo>
                  <a:lnTo>
                    <a:pt x="91" y="385"/>
                  </a:lnTo>
                  <a:lnTo>
                    <a:pt x="84" y="390"/>
                  </a:lnTo>
                  <a:lnTo>
                    <a:pt x="82" y="391"/>
                  </a:lnTo>
                  <a:lnTo>
                    <a:pt x="74" y="406"/>
                  </a:lnTo>
                  <a:lnTo>
                    <a:pt x="62" y="397"/>
                  </a:lnTo>
                  <a:lnTo>
                    <a:pt x="60" y="396"/>
                  </a:lnTo>
                  <a:lnTo>
                    <a:pt x="53" y="393"/>
                  </a:lnTo>
                  <a:lnTo>
                    <a:pt x="52" y="393"/>
                  </a:lnTo>
                  <a:lnTo>
                    <a:pt x="48" y="393"/>
                  </a:lnTo>
                  <a:lnTo>
                    <a:pt x="35" y="395"/>
                  </a:lnTo>
                  <a:lnTo>
                    <a:pt x="36" y="405"/>
                  </a:lnTo>
                  <a:lnTo>
                    <a:pt x="30" y="399"/>
                  </a:lnTo>
                  <a:lnTo>
                    <a:pt x="26" y="400"/>
                  </a:lnTo>
                  <a:lnTo>
                    <a:pt x="17" y="397"/>
                  </a:lnTo>
                  <a:lnTo>
                    <a:pt x="13" y="400"/>
                  </a:lnTo>
                  <a:lnTo>
                    <a:pt x="12" y="403"/>
                  </a:lnTo>
                  <a:lnTo>
                    <a:pt x="8" y="411"/>
                  </a:lnTo>
                  <a:lnTo>
                    <a:pt x="6" y="411"/>
                  </a:lnTo>
                  <a:lnTo>
                    <a:pt x="2" y="403"/>
                  </a:lnTo>
                  <a:lnTo>
                    <a:pt x="0" y="402"/>
                  </a:lnTo>
                  <a:lnTo>
                    <a:pt x="6" y="387"/>
                  </a:lnTo>
                  <a:lnTo>
                    <a:pt x="7" y="379"/>
                  </a:lnTo>
                  <a:lnTo>
                    <a:pt x="5" y="369"/>
                  </a:lnTo>
                  <a:lnTo>
                    <a:pt x="5" y="366"/>
                  </a:lnTo>
                  <a:lnTo>
                    <a:pt x="7" y="366"/>
                  </a:lnTo>
                  <a:lnTo>
                    <a:pt x="19" y="353"/>
                  </a:lnTo>
                  <a:lnTo>
                    <a:pt x="22" y="349"/>
                  </a:lnTo>
                  <a:lnTo>
                    <a:pt x="20" y="343"/>
                  </a:lnTo>
                  <a:lnTo>
                    <a:pt x="25" y="340"/>
                  </a:lnTo>
                  <a:lnTo>
                    <a:pt x="26" y="334"/>
                  </a:lnTo>
                  <a:lnTo>
                    <a:pt x="29" y="331"/>
                  </a:lnTo>
                  <a:lnTo>
                    <a:pt x="36" y="316"/>
                  </a:lnTo>
                  <a:lnTo>
                    <a:pt x="32" y="305"/>
                  </a:lnTo>
                  <a:lnTo>
                    <a:pt x="31" y="303"/>
                  </a:lnTo>
                  <a:lnTo>
                    <a:pt x="31" y="301"/>
                  </a:lnTo>
                  <a:lnTo>
                    <a:pt x="32" y="300"/>
                  </a:lnTo>
                  <a:lnTo>
                    <a:pt x="28" y="291"/>
                  </a:lnTo>
                  <a:lnTo>
                    <a:pt x="24" y="281"/>
                  </a:lnTo>
                  <a:lnTo>
                    <a:pt x="23" y="276"/>
                  </a:lnTo>
                  <a:lnTo>
                    <a:pt x="25" y="265"/>
                  </a:lnTo>
                  <a:lnTo>
                    <a:pt x="24" y="267"/>
                  </a:lnTo>
                  <a:lnTo>
                    <a:pt x="24" y="265"/>
                  </a:lnTo>
                  <a:lnTo>
                    <a:pt x="28" y="257"/>
                  </a:lnTo>
                  <a:lnTo>
                    <a:pt x="26" y="244"/>
                  </a:lnTo>
                  <a:lnTo>
                    <a:pt x="26" y="241"/>
                  </a:lnTo>
                  <a:lnTo>
                    <a:pt x="25" y="232"/>
                  </a:lnTo>
                  <a:lnTo>
                    <a:pt x="24" y="223"/>
                  </a:lnTo>
                  <a:lnTo>
                    <a:pt x="23" y="211"/>
                  </a:lnTo>
                  <a:lnTo>
                    <a:pt x="23" y="204"/>
                  </a:lnTo>
                  <a:lnTo>
                    <a:pt x="20" y="187"/>
                  </a:lnTo>
                  <a:lnTo>
                    <a:pt x="20" y="181"/>
                  </a:lnTo>
                  <a:lnTo>
                    <a:pt x="20" y="179"/>
                  </a:lnTo>
                  <a:lnTo>
                    <a:pt x="18" y="162"/>
                  </a:lnTo>
                  <a:lnTo>
                    <a:pt x="18" y="154"/>
                  </a:lnTo>
                  <a:lnTo>
                    <a:pt x="17" y="147"/>
                  </a:lnTo>
                  <a:lnTo>
                    <a:pt x="17" y="145"/>
                  </a:lnTo>
                  <a:lnTo>
                    <a:pt x="16" y="138"/>
                  </a:lnTo>
                  <a:lnTo>
                    <a:pt x="16" y="132"/>
                  </a:lnTo>
                  <a:lnTo>
                    <a:pt x="14" y="121"/>
                  </a:lnTo>
                  <a:lnTo>
                    <a:pt x="12" y="102"/>
                  </a:lnTo>
                  <a:lnTo>
                    <a:pt x="12" y="96"/>
                  </a:lnTo>
                  <a:lnTo>
                    <a:pt x="12" y="95"/>
                  </a:lnTo>
                  <a:lnTo>
                    <a:pt x="11" y="88"/>
                  </a:lnTo>
                  <a:lnTo>
                    <a:pt x="11" y="84"/>
                  </a:lnTo>
                  <a:lnTo>
                    <a:pt x="10" y="81"/>
                  </a:lnTo>
                  <a:lnTo>
                    <a:pt x="10" y="72"/>
                  </a:lnTo>
                  <a:lnTo>
                    <a:pt x="8" y="70"/>
                  </a:lnTo>
                  <a:lnTo>
                    <a:pt x="8" y="67"/>
                  </a:lnTo>
                  <a:lnTo>
                    <a:pt x="8" y="64"/>
                  </a:lnTo>
                  <a:lnTo>
                    <a:pt x="8" y="60"/>
                  </a:lnTo>
                  <a:lnTo>
                    <a:pt x="7" y="51"/>
                  </a:lnTo>
                  <a:lnTo>
                    <a:pt x="6" y="45"/>
                  </a:lnTo>
                  <a:lnTo>
                    <a:pt x="6" y="42"/>
                  </a:lnTo>
                  <a:lnTo>
                    <a:pt x="5" y="28"/>
                  </a:lnTo>
                  <a:lnTo>
                    <a:pt x="16" y="34"/>
                  </a:lnTo>
                  <a:lnTo>
                    <a:pt x="28" y="34"/>
                  </a:lnTo>
                  <a:lnTo>
                    <a:pt x="30" y="33"/>
                  </a:lnTo>
                  <a:lnTo>
                    <a:pt x="31" y="33"/>
                  </a:lnTo>
                  <a:lnTo>
                    <a:pt x="47" y="23"/>
                  </a:lnTo>
                  <a:lnTo>
                    <a:pt x="49" y="21"/>
                  </a:lnTo>
                  <a:lnTo>
                    <a:pt x="50" y="21"/>
                  </a:lnTo>
                  <a:lnTo>
                    <a:pt x="54" y="17"/>
                  </a:lnTo>
                  <a:lnTo>
                    <a:pt x="59" y="17"/>
                  </a:lnTo>
                  <a:lnTo>
                    <a:pt x="68" y="16"/>
                  </a:lnTo>
                  <a:lnTo>
                    <a:pt x="76" y="15"/>
                  </a:lnTo>
                  <a:lnTo>
                    <a:pt x="86" y="13"/>
                  </a:lnTo>
                  <a:lnTo>
                    <a:pt x="95" y="13"/>
                  </a:lnTo>
                  <a:lnTo>
                    <a:pt x="96" y="12"/>
                  </a:lnTo>
                  <a:lnTo>
                    <a:pt x="108" y="11"/>
                  </a:lnTo>
                  <a:lnTo>
                    <a:pt x="113" y="11"/>
                  </a:lnTo>
                  <a:lnTo>
                    <a:pt x="130" y="9"/>
                  </a:lnTo>
                  <a:lnTo>
                    <a:pt x="131" y="9"/>
                  </a:lnTo>
                  <a:lnTo>
                    <a:pt x="137" y="7"/>
                  </a:lnTo>
                  <a:lnTo>
                    <a:pt x="148" y="6"/>
                  </a:lnTo>
                  <a:lnTo>
                    <a:pt x="157" y="5"/>
                  </a:lnTo>
                  <a:lnTo>
                    <a:pt x="163" y="5"/>
                  </a:lnTo>
                  <a:lnTo>
                    <a:pt x="166" y="4"/>
                  </a:lnTo>
                  <a:lnTo>
                    <a:pt x="168" y="4"/>
                  </a:lnTo>
                  <a:lnTo>
                    <a:pt x="169" y="4"/>
                  </a:lnTo>
                  <a:lnTo>
                    <a:pt x="175" y="3"/>
                  </a:lnTo>
                  <a:lnTo>
                    <a:pt x="184" y="3"/>
                  </a:lnTo>
                  <a:lnTo>
                    <a:pt x="196" y="0"/>
                  </a:lnTo>
                  <a:lnTo>
                    <a:pt x="197" y="0"/>
                  </a:lnTo>
                  <a:lnTo>
                    <a:pt x="198" y="6"/>
                  </a:lnTo>
                  <a:lnTo>
                    <a:pt x="200" y="22"/>
                  </a:lnTo>
                  <a:lnTo>
                    <a:pt x="202" y="33"/>
                  </a:lnTo>
                  <a:lnTo>
                    <a:pt x="203" y="37"/>
                  </a:lnTo>
                  <a:lnTo>
                    <a:pt x="203" y="39"/>
                  </a:lnTo>
                  <a:lnTo>
                    <a:pt x="204" y="47"/>
                  </a:lnTo>
                  <a:lnTo>
                    <a:pt x="204" y="49"/>
                  </a:lnTo>
                  <a:lnTo>
                    <a:pt x="205" y="61"/>
                  </a:lnTo>
                  <a:lnTo>
                    <a:pt x="208" y="73"/>
                  </a:lnTo>
                  <a:lnTo>
                    <a:pt x="208" y="75"/>
                  </a:lnTo>
                  <a:lnTo>
                    <a:pt x="208" y="81"/>
                  </a:lnTo>
                  <a:lnTo>
                    <a:pt x="209" y="85"/>
                  </a:lnTo>
                  <a:lnTo>
                    <a:pt x="210" y="97"/>
                  </a:lnTo>
                  <a:lnTo>
                    <a:pt x="210" y="100"/>
                  </a:lnTo>
                  <a:lnTo>
                    <a:pt x="212" y="109"/>
                  </a:lnTo>
                  <a:lnTo>
                    <a:pt x="212" y="11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8" name="Freeform 44">
              <a:extLst>
                <a:ext uri="{FF2B5EF4-FFF2-40B4-BE49-F238E27FC236}">
                  <a16:creationId xmlns:a16="http://schemas.microsoft.com/office/drawing/2014/main" id="{E6FA01E3-9B60-3C5C-B77D-E5DB891834AD}"/>
                </a:ext>
              </a:extLst>
            </p:cNvPr>
            <p:cNvSpPr>
              <a:spLocks noChangeAspect="1"/>
            </p:cNvSpPr>
            <p:nvPr/>
          </p:nvSpPr>
          <p:spPr bwMode="auto">
            <a:xfrm>
              <a:off x="778" y="2444"/>
              <a:ext cx="98" cy="52"/>
            </a:xfrm>
            <a:custGeom>
              <a:avLst/>
              <a:gdLst>
                <a:gd name="T0" fmla="*/ 370 w 551"/>
                <a:gd name="T1" fmla="*/ 245 h 295"/>
                <a:gd name="T2" fmla="*/ 340 w 551"/>
                <a:gd name="T3" fmla="*/ 247 h 295"/>
                <a:gd name="T4" fmla="*/ 315 w 551"/>
                <a:gd name="T5" fmla="*/ 250 h 295"/>
                <a:gd name="T6" fmla="*/ 303 w 551"/>
                <a:gd name="T7" fmla="*/ 252 h 295"/>
                <a:gd name="T8" fmla="*/ 273 w 551"/>
                <a:gd name="T9" fmla="*/ 255 h 295"/>
                <a:gd name="T10" fmla="*/ 250 w 551"/>
                <a:gd name="T11" fmla="*/ 257 h 295"/>
                <a:gd name="T12" fmla="*/ 228 w 551"/>
                <a:gd name="T13" fmla="*/ 257 h 295"/>
                <a:gd name="T14" fmla="*/ 214 w 551"/>
                <a:gd name="T15" fmla="*/ 259 h 295"/>
                <a:gd name="T16" fmla="*/ 192 w 551"/>
                <a:gd name="T17" fmla="*/ 262 h 295"/>
                <a:gd name="T18" fmla="*/ 158 w 551"/>
                <a:gd name="T19" fmla="*/ 267 h 295"/>
                <a:gd name="T20" fmla="*/ 131 w 551"/>
                <a:gd name="T21" fmla="*/ 269 h 295"/>
                <a:gd name="T22" fmla="*/ 102 w 551"/>
                <a:gd name="T23" fmla="*/ 270 h 295"/>
                <a:gd name="T24" fmla="*/ 81 w 551"/>
                <a:gd name="T25" fmla="*/ 288 h 295"/>
                <a:gd name="T26" fmla="*/ 51 w 551"/>
                <a:gd name="T27" fmla="*/ 291 h 295"/>
                <a:gd name="T28" fmla="*/ 10 w 551"/>
                <a:gd name="T29" fmla="*/ 293 h 295"/>
                <a:gd name="T30" fmla="*/ 4 w 551"/>
                <a:gd name="T31" fmla="*/ 282 h 295"/>
                <a:gd name="T32" fmla="*/ 16 w 551"/>
                <a:gd name="T33" fmla="*/ 269 h 295"/>
                <a:gd name="T34" fmla="*/ 21 w 551"/>
                <a:gd name="T35" fmla="*/ 255 h 295"/>
                <a:gd name="T36" fmla="*/ 16 w 551"/>
                <a:gd name="T37" fmla="*/ 245 h 295"/>
                <a:gd name="T38" fmla="*/ 27 w 551"/>
                <a:gd name="T39" fmla="*/ 222 h 295"/>
                <a:gd name="T40" fmla="*/ 60 w 551"/>
                <a:gd name="T41" fmla="*/ 233 h 295"/>
                <a:gd name="T42" fmla="*/ 64 w 551"/>
                <a:gd name="T43" fmla="*/ 215 h 295"/>
                <a:gd name="T44" fmla="*/ 74 w 551"/>
                <a:gd name="T45" fmla="*/ 199 h 295"/>
                <a:gd name="T46" fmla="*/ 89 w 551"/>
                <a:gd name="T47" fmla="*/ 181 h 295"/>
                <a:gd name="T48" fmla="*/ 94 w 551"/>
                <a:gd name="T49" fmla="*/ 159 h 295"/>
                <a:gd name="T50" fmla="*/ 105 w 551"/>
                <a:gd name="T51" fmla="*/ 145 h 295"/>
                <a:gd name="T52" fmla="*/ 123 w 551"/>
                <a:gd name="T53" fmla="*/ 143 h 295"/>
                <a:gd name="T54" fmla="*/ 148 w 551"/>
                <a:gd name="T55" fmla="*/ 144 h 295"/>
                <a:gd name="T56" fmla="*/ 172 w 551"/>
                <a:gd name="T57" fmla="*/ 138 h 295"/>
                <a:gd name="T58" fmla="*/ 196 w 551"/>
                <a:gd name="T59" fmla="*/ 141 h 295"/>
                <a:gd name="T60" fmla="*/ 207 w 551"/>
                <a:gd name="T61" fmla="*/ 123 h 295"/>
                <a:gd name="T62" fmla="*/ 214 w 551"/>
                <a:gd name="T63" fmla="*/ 113 h 295"/>
                <a:gd name="T64" fmla="*/ 225 w 551"/>
                <a:gd name="T65" fmla="*/ 120 h 295"/>
                <a:gd name="T66" fmla="*/ 249 w 551"/>
                <a:gd name="T67" fmla="*/ 109 h 295"/>
                <a:gd name="T68" fmla="*/ 258 w 551"/>
                <a:gd name="T69" fmla="*/ 94 h 295"/>
                <a:gd name="T70" fmla="*/ 275 w 551"/>
                <a:gd name="T71" fmla="*/ 72 h 295"/>
                <a:gd name="T72" fmla="*/ 278 w 551"/>
                <a:gd name="T73" fmla="*/ 58 h 295"/>
                <a:gd name="T74" fmla="*/ 291 w 551"/>
                <a:gd name="T75" fmla="*/ 45 h 295"/>
                <a:gd name="T76" fmla="*/ 308 w 551"/>
                <a:gd name="T77" fmla="*/ 40 h 295"/>
                <a:gd name="T78" fmla="*/ 323 w 551"/>
                <a:gd name="T79" fmla="*/ 27 h 295"/>
                <a:gd name="T80" fmla="*/ 315 w 551"/>
                <a:gd name="T81" fmla="*/ 12 h 295"/>
                <a:gd name="T82" fmla="*/ 322 w 551"/>
                <a:gd name="T83" fmla="*/ 0 h 295"/>
                <a:gd name="T84" fmla="*/ 351 w 551"/>
                <a:gd name="T85" fmla="*/ 6 h 295"/>
                <a:gd name="T86" fmla="*/ 364 w 551"/>
                <a:gd name="T87" fmla="*/ 22 h 295"/>
                <a:gd name="T88" fmla="*/ 382 w 551"/>
                <a:gd name="T89" fmla="*/ 28 h 295"/>
                <a:gd name="T90" fmla="*/ 406 w 551"/>
                <a:gd name="T91" fmla="*/ 39 h 295"/>
                <a:gd name="T92" fmla="*/ 418 w 551"/>
                <a:gd name="T93" fmla="*/ 30 h 295"/>
                <a:gd name="T94" fmla="*/ 441 w 551"/>
                <a:gd name="T95" fmla="*/ 35 h 295"/>
                <a:gd name="T96" fmla="*/ 468 w 551"/>
                <a:gd name="T97" fmla="*/ 31 h 295"/>
                <a:gd name="T98" fmla="*/ 488 w 551"/>
                <a:gd name="T99" fmla="*/ 42 h 295"/>
                <a:gd name="T100" fmla="*/ 492 w 551"/>
                <a:gd name="T101" fmla="*/ 65 h 295"/>
                <a:gd name="T102" fmla="*/ 506 w 551"/>
                <a:gd name="T103" fmla="*/ 94 h 295"/>
                <a:gd name="T104" fmla="*/ 521 w 551"/>
                <a:gd name="T105" fmla="*/ 109 h 295"/>
                <a:gd name="T106" fmla="*/ 551 w 551"/>
                <a:gd name="T107" fmla="*/ 126 h 295"/>
                <a:gd name="T108" fmla="*/ 525 w 551"/>
                <a:gd name="T109" fmla="*/ 157 h 295"/>
                <a:gd name="T110" fmla="*/ 502 w 551"/>
                <a:gd name="T111" fmla="*/ 174 h 295"/>
                <a:gd name="T112" fmla="*/ 476 w 551"/>
                <a:gd name="T113" fmla="*/ 211 h 295"/>
                <a:gd name="T114" fmla="*/ 440 w 551"/>
                <a:gd name="T115" fmla="*/ 233 h 295"/>
                <a:gd name="T116" fmla="*/ 417 w 551"/>
                <a:gd name="T117" fmla="*/ 240 h 295"/>
                <a:gd name="T118" fmla="*/ 395 w 551"/>
                <a:gd name="T119" fmla="*/ 24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1" h="295">
                  <a:moveTo>
                    <a:pt x="394" y="243"/>
                  </a:moveTo>
                  <a:lnTo>
                    <a:pt x="392" y="243"/>
                  </a:lnTo>
                  <a:lnTo>
                    <a:pt x="378" y="244"/>
                  </a:lnTo>
                  <a:lnTo>
                    <a:pt x="370" y="245"/>
                  </a:lnTo>
                  <a:lnTo>
                    <a:pt x="353" y="247"/>
                  </a:lnTo>
                  <a:lnTo>
                    <a:pt x="352" y="247"/>
                  </a:lnTo>
                  <a:lnTo>
                    <a:pt x="345" y="247"/>
                  </a:lnTo>
                  <a:lnTo>
                    <a:pt x="340" y="247"/>
                  </a:lnTo>
                  <a:lnTo>
                    <a:pt x="338" y="247"/>
                  </a:lnTo>
                  <a:lnTo>
                    <a:pt x="335" y="247"/>
                  </a:lnTo>
                  <a:lnTo>
                    <a:pt x="326" y="249"/>
                  </a:lnTo>
                  <a:lnTo>
                    <a:pt x="315" y="250"/>
                  </a:lnTo>
                  <a:lnTo>
                    <a:pt x="314" y="250"/>
                  </a:lnTo>
                  <a:lnTo>
                    <a:pt x="312" y="250"/>
                  </a:lnTo>
                  <a:lnTo>
                    <a:pt x="310" y="250"/>
                  </a:lnTo>
                  <a:lnTo>
                    <a:pt x="303" y="252"/>
                  </a:lnTo>
                  <a:lnTo>
                    <a:pt x="298" y="252"/>
                  </a:lnTo>
                  <a:lnTo>
                    <a:pt x="288" y="253"/>
                  </a:lnTo>
                  <a:lnTo>
                    <a:pt x="275" y="255"/>
                  </a:lnTo>
                  <a:lnTo>
                    <a:pt x="273" y="255"/>
                  </a:lnTo>
                  <a:lnTo>
                    <a:pt x="267" y="256"/>
                  </a:lnTo>
                  <a:lnTo>
                    <a:pt x="262" y="256"/>
                  </a:lnTo>
                  <a:lnTo>
                    <a:pt x="260" y="256"/>
                  </a:lnTo>
                  <a:lnTo>
                    <a:pt x="250" y="257"/>
                  </a:lnTo>
                  <a:lnTo>
                    <a:pt x="244" y="257"/>
                  </a:lnTo>
                  <a:lnTo>
                    <a:pt x="237" y="257"/>
                  </a:lnTo>
                  <a:lnTo>
                    <a:pt x="234" y="257"/>
                  </a:lnTo>
                  <a:lnTo>
                    <a:pt x="228" y="257"/>
                  </a:lnTo>
                  <a:lnTo>
                    <a:pt x="221" y="258"/>
                  </a:lnTo>
                  <a:lnTo>
                    <a:pt x="218" y="259"/>
                  </a:lnTo>
                  <a:lnTo>
                    <a:pt x="216" y="261"/>
                  </a:lnTo>
                  <a:lnTo>
                    <a:pt x="214" y="259"/>
                  </a:lnTo>
                  <a:lnTo>
                    <a:pt x="207" y="261"/>
                  </a:lnTo>
                  <a:lnTo>
                    <a:pt x="202" y="261"/>
                  </a:lnTo>
                  <a:lnTo>
                    <a:pt x="196" y="262"/>
                  </a:lnTo>
                  <a:lnTo>
                    <a:pt x="192" y="262"/>
                  </a:lnTo>
                  <a:lnTo>
                    <a:pt x="179" y="264"/>
                  </a:lnTo>
                  <a:lnTo>
                    <a:pt x="174" y="264"/>
                  </a:lnTo>
                  <a:lnTo>
                    <a:pt x="165" y="265"/>
                  </a:lnTo>
                  <a:lnTo>
                    <a:pt x="158" y="267"/>
                  </a:lnTo>
                  <a:lnTo>
                    <a:pt x="148" y="268"/>
                  </a:lnTo>
                  <a:lnTo>
                    <a:pt x="141" y="268"/>
                  </a:lnTo>
                  <a:lnTo>
                    <a:pt x="135" y="269"/>
                  </a:lnTo>
                  <a:lnTo>
                    <a:pt x="131" y="269"/>
                  </a:lnTo>
                  <a:lnTo>
                    <a:pt x="119" y="271"/>
                  </a:lnTo>
                  <a:lnTo>
                    <a:pt x="119" y="268"/>
                  </a:lnTo>
                  <a:lnTo>
                    <a:pt x="101" y="268"/>
                  </a:lnTo>
                  <a:lnTo>
                    <a:pt x="102" y="270"/>
                  </a:lnTo>
                  <a:lnTo>
                    <a:pt x="104" y="274"/>
                  </a:lnTo>
                  <a:lnTo>
                    <a:pt x="105" y="286"/>
                  </a:lnTo>
                  <a:lnTo>
                    <a:pt x="87" y="287"/>
                  </a:lnTo>
                  <a:lnTo>
                    <a:pt x="81" y="288"/>
                  </a:lnTo>
                  <a:lnTo>
                    <a:pt x="71" y="288"/>
                  </a:lnTo>
                  <a:lnTo>
                    <a:pt x="70" y="288"/>
                  </a:lnTo>
                  <a:lnTo>
                    <a:pt x="68" y="289"/>
                  </a:lnTo>
                  <a:lnTo>
                    <a:pt x="51" y="291"/>
                  </a:lnTo>
                  <a:lnTo>
                    <a:pt x="46" y="291"/>
                  </a:lnTo>
                  <a:lnTo>
                    <a:pt x="45" y="291"/>
                  </a:lnTo>
                  <a:lnTo>
                    <a:pt x="34" y="292"/>
                  </a:lnTo>
                  <a:lnTo>
                    <a:pt x="10" y="293"/>
                  </a:lnTo>
                  <a:lnTo>
                    <a:pt x="6" y="294"/>
                  </a:lnTo>
                  <a:lnTo>
                    <a:pt x="0" y="295"/>
                  </a:lnTo>
                  <a:lnTo>
                    <a:pt x="3" y="283"/>
                  </a:lnTo>
                  <a:lnTo>
                    <a:pt x="4" y="282"/>
                  </a:lnTo>
                  <a:lnTo>
                    <a:pt x="6" y="281"/>
                  </a:lnTo>
                  <a:lnTo>
                    <a:pt x="12" y="287"/>
                  </a:lnTo>
                  <a:lnTo>
                    <a:pt x="18" y="279"/>
                  </a:lnTo>
                  <a:lnTo>
                    <a:pt x="16" y="269"/>
                  </a:lnTo>
                  <a:lnTo>
                    <a:pt x="21" y="268"/>
                  </a:lnTo>
                  <a:lnTo>
                    <a:pt x="21" y="265"/>
                  </a:lnTo>
                  <a:lnTo>
                    <a:pt x="20" y="257"/>
                  </a:lnTo>
                  <a:lnTo>
                    <a:pt x="21" y="255"/>
                  </a:lnTo>
                  <a:lnTo>
                    <a:pt x="21" y="250"/>
                  </a:lnTo>
                  <a:lnTo>
                    <a:pt x="21" y="249"/>
                  </a:lnTo>
                  <a:lnTo>
                    <a:pt x="18" y="246"/>
                  </a:lnTo>
                  <a:lnTo>
                    <a:pt x="16" y="245"/>
                  </a:lnTo>
                  <a:lnTo>
                    <a:pt x="14" y="240"/>
                  </a:lnTo>
                  <a:lnTo>
                    <a:pt x="15" y="238"/>
                  </a:lnTo>
                  <a:lnTo>
                    <a:pt x="17" y="235"/>
                  </a:lnTo>
                  <a:lnTo>
                    <a:pt x="27" y="222"/>
                  </a:lnTo>
                  <a:lnTo>
                    <a:pt x="32" y="221"/>
                  </a:lnTo>
                  <a:lnTo>
                    <a:pt x="46" y="227"/>
                  </a:lnTo>
                  <a:lnTo>
                    <a:pt x="56" y="229"/>
                  </a:lnTo>
                  <a:lnTo>
                    <a:pt x="60" y="233"/>
                  </a:lnTo>
                  <a:lnTo>
                    <a:pt x="65" y="234"/>
                  </a:lnTo>
                  <a:lnTo>
                    <a:pt x="66" y="233"/>
                  </a:lnTo>
                  <a:lnTo>
                    <a:pt x="70" y="227"/>
                  </a:lnTo>
                  <a:lnTo>
                    <a:pt x="64" y="215"/>
                  </a:lnTo>
                  <a:lnTo>
                    <a:pt x="69" y="198"/>
                  </a:lnTo>
                  <a:lnTo>
                    <a:pt x="72" y="199"/>
                  </a:lnTo>
                  <a:lnTo>
                    <a:pt x="72" y="201"/>
                  </a:lnTo>
                  <a:lnTo>
                    <a:pt x="74" y="199"/>
                  </a:lnTo>
                  <a:lnTo>
                    <a:pt x="81" y="193"/>
                  </a:lnTo>
                  <a:lnTo>
                    <a:pt x="90" y="191"/>
                  </a:lnTo>
                  <a:lnTo>
                    <a:pt x="94" y="187"/>
                  </a:lnTo>
                  <a:lnTo>
                    <a:pt x="89" y="181"/>
                  </a:lnTo>
                  <a:lnTo>
                    <a:pt x="88" y="181"/>
                  </a:lnTo>
                  <a:lnTo>
                    <a:pt x="87" y="177"/>
                  </a:lnTo>
                  <a:lnTo>
                    <a:pt x="88" y="168"/>
                  </a:lnTo>
                  <a:lnTo>
                    <a:pt x="94" y="159"/>
                  </a:lnTo>
                  <a:lnTo>
                    <a:pt x="96" y="159"/>
                  </a:lnTo>
                  <a:lnTo>
                    <a:pt x="100" y="151"/>
                  </a:lnTo>
                  <a:lnTo>
                    <a:pt x="101" y="148"/>
                  </a:lnTo>
                  <a:lnTo>
                    <a:pt x="105" y="145"/>
                  </a:lnTo>
                  <a:lnTo>
                    <a:pt x="114" y="148"/>
                  </a:lnTo>
                  <a:lnTo>
                    <a:pt x="118" y="147"/>
                  </a:lnTo>
                  <a:lnTo>
                    <a:pt x="124" y="153"/>
                  </a:lnTo>
                  <a:lnTo>
                    <a:pt x="123" y="143"/>
                  </a:lnTo>
                  <a:lnTo>
                    <a:pt x="136" y="141"/>
                  </a:lnTo>
                  <a:lnTo>
                    <a:pt x="140" y="141"/>
                  </a:lnTo>
                  <a:lnTo>
                    <a:pt x="141" y="141"/>
                  </a:lnTo>
                  <a:lnTo>
                    <a:pt x="148" y="144"/>
                  </a:lnTo>
                  <a:lnTo>
                    <a:pt x="150" y="145"/>
                  </a:lnTo>
                  <a:lnTo>
                    <a:pt x="162" y="154"/>
                  </a:lnTo>
                  <a:lnTo>
                    <a:pt x="170" y="139"/>
                  </a:lnTo>
                  <a:lnTo>
                    <a:pt x="172" y="138"/>
                  </a:lnTo>
                  <a:lnTo>
                    <a:pt x="179" y="133"/>
                  </a:lnTo>
                  <a:lnTo>
                    <a:pt x="183" y="130"/>
                  </a:lnTo>
                  <a:lnTo>
                    <a:pt x="189" y="138"/>
                  </a:lnTo>
                  <a:lnTo>
                    <a:pt x="196" y="141"/>
                  </a:lnTo>
                  <a:lnTo>
                    <a:pt x="196" y="144"/>
                  </a:lnTo>
                  <a:lnTo>
                    <a:pt x="201" y="141"/>
                  </a:lnTo>
                  <a:lnTo>
                    <a:pt x="204" y="123"/>
                  </a:lnTo>
                  <a:lnTo>
                    <a:pt x="207" y="123"/>
                  </a:lnTo>
                  <a:lnTo>
                    <a:pt x="208" y="118"/>
                  </a:lnTo>
                  <a:lnTo>
                    <a:pt x="208" y="117"/>
                  </a:lnTo>
                  <a:lnTo>
                    <a:pt x="208" y="115"/>
                  </a:lnTo>
                  <a:lnTo>
                    <a:pt x="214" y="113"/>
                  </a:lnTo>
                  <a:lnTo>
                    <a:pt x="214" y="107"/>
                  </a:lnTo>
                  <a:lnTo>
                    <a:pt x="218" y="108"/>
                  </a:lnTo>
                  <a:lnTo>
                    <a:pt x="222" y="113"/>
                  </a:lnTo>
                  <a:lnTo>
                    <a:pt x="225" y="120"/>
                  </a:lnTo>
                  <a:lnTo>
                    <a:pt x="244" y="123"/>
                  </a:lnTo>
                  <a:lnTo>
                    <a:pt x="248" y="123"/>
                  </a:lnTo>
                  <a:lnTo>
                    <a:pt x="248" y="121"/>
                  </a:lnTo>
                  <a:lnTo>
                    <a:pt x="249" y="109"/>
                  </a:lnTo>
                  <a:lnTo>
                    <a:pt x="249" y="105"/>
                  </a:lnTo>
                  <a:lnTo>
                    <a:pt x="252" y="97"/>
                  </a:lnTo>
                  <a:lnTo>
                    <a:pt x="256" y="93"/>
                  </a:lnTo>
                  <a:lnTo>
                    <a:pt x="258" y="94"/>
                  </a:lnTo>
                  <a:lnTo>
                    <a:pt x="260" y="95"/>
                  </a:lnTo>
                  <a:lnTo>
                    <a:pt x="267" y="83"/>
                  </a:lnTo>
                  <a:lnTo>
                    <a:pt x="267" y="79"/>
                  </a:lnTo>
                  <a:lnTo>
                    <a:pt x="275" y="72"/>
                  </a:lnTo>
                  <a:lnTo>
                    <a:pt x="280" y="67"/>
                  </a:lnTo>
                  <a:lnTo>
                    <a:pt x="280" y="61"/>
                  </a:lnTo>
                  <a:lnTo>
                    <a:pt x="279" y="61"/>
                  </a:lnTo>
                  <a:lnTo>
                    <a:pt x="278" y="58"/>
                  </a:lnTo>
                  <a:lnTo>
                    <a:pt x="281" y="46"/>
                  </a:lnTo>
                  <a:lnTo>
                    <a:pt x="285" y="46"/>
                  </a:lnTo>
                  <a:lnTo>
                    <a:pt x="290" y="45"/>
                  </a:lnTo>
                  <a:lnTo>
                    <a:pt x="291" y="45"/>
                  </a:lnTo>
                  <a:lnTo>
                    <a:pt x="294" y="48"/>
                  </a:lnTo>
                  <a:lnTo>
                    <a:pt x="300" y="46"/>
                  </a:lnTo>
                  <a:lnTo>
                    <a:pt x="305" y="42"/>
                  </a:lnTo>
                  <a:lnTo>
                    <a:pt x="308" y="40"/>
                  </a:lnTo>
                  <a:lnTo>
                    <a:pt x="309" y="39"/>
                  </a:lnTo>
                  <a:lnTo>
                    <a:pt x="317" y="36"/>
                  </a:lnTo>
                  <a:lnTo>
                    <a:pt x="323" y="29"/>
                  </a:lnTo>
                  <a:lnTo>
                    <a:pt x="323" y="27"/>
                  </a:lnTo>
                  <a:lnTo>
                    <a:pt x="317" y="25"/>
                  </a:lnTo>
                  <a:lnTo>
                    <a:pt x="316" y="23"/>
                  </a:lnTo>
                  <a:lnTo>
                    <a:pt x="317" y="16"/>
                  </a:lnTo>
                  <a:lnTo>
                    <a:pt x="315" y="12"/>
                  </a:lnTo>
                  <a:lnTo>
                    <a:pt x="314" y="9"/>
                  </a:lnTo>
                  <a:lnTo>
                    <a:pt x="317" y="5"/>
                  </a:lnTo>
                  <a:lnTo>
                    <a:pt x="321" y="3"/>
                  </a:lnTo>
                  <a:lnTo>
                    <a:pt x="322" y="0"/>
                  </a:lnTo>
                  <a:lnTo>
                    <a:pt x="333" y="6"/>
                  </a:lnTo>
                  <a:lnTo>
                    <a:pt x="341" y="3"/>
                  </a:lnTo>
                  <a:lnTo>
                    <a:pt x="342" y="1"/>
                  </a:lnTo>
                  <a:lnTo>
                    <a:pt x="351" y="6"/>
                  </a:lnTo>
                  <a:lnTo>
                    <a:pt x="356" y="9"/>
                  </a:lnTo>
                  <a:lnTo>
                    <a:pt x="359" y="16"/>
                  </a:lnTo>
                  <a:lnTo>
                    <a:pt x="362" y="17"/>
                  </a:lnTo>
                  <a:lnTo>
                    <a:pt x="364" y="22"/>
                  </a:lnTo>
                  <a:lnTo>
                    <a:pt x="365" y="27"/>
                  </a:lnTo>
                  <a:lnTo>
                    <a:pt x="374" y="29"/>
                  </a:lnTo>
                  <a:lnTo>
                    <a:pt x="378" y="30"/>
                  </a:lnTo>
                  <a:lnTo>
                    <a:pt x="382" y="28"/>
                  </a:lnTo>
                  <a:lnTo>
                    <a:pt x="389" y="29"/>
                  </a:lnTo>
                  <a:lnTo>
                    <a:pt x="394" y="30"/>
                  </a:lnTo>
                  <a:lnTo>
                    <a:pt x="402" y="39"/>
                  </a:lnTo>
                  <a:lnTo>
                    <a:pt x="406" y="39"/>
                  </a:lnTo>
                  <a:lnTo>
                    <a:pt x="407" y="40"/>
                  </a:lnTo>
                  <a:lnTo>
                    <a:pt x="411" y="39"/>
                  </a:lnTo>
                  <a:lnTo>
                    <a:pt x="411" y="34"/>
                  </a:lnTo>
                  <a:lnTo>
                    <a:pt x="418" y="30"/>
                  </a:lnTo>
                  <a:lnTo>
                    <a:pt x="430" y="34"/>
                  </a:lnTo>
                  <a:lnTo>
                    <a:pt x="437" y="39"/>
                  </a:lnTo>
                  <a:lnTo>
                    <a:pt x="438" y="36"/>
                  </a:lnTo>
                  <a:lnTo>
                    <a:pt x="441" y="35"/>
                  </a:lnTo>
                  <a:lnTo>
                    <a:pt x="448" y="34"/>
                  </a:lnTo>
                  <a:lnTo>
                    <a:pt x="454" y="23"/>
                  </a:lnTo>
                  <a:lnTo>
                    <a:pt x="465" y="19"/>
                  </a:lnTo>
                  <a:lnTo>
                    <a:pt x="468" y="31"/>
                  </a:lnTo>
                  <a:lnTo>
                    <a:pt x="472" y="36"/>
                  </a:lnTo>
                  <a:lnTo>
                    <a:pt x="478" y="36"/>
                  </a:lnTo>
                  <a:lnTo>
                    <a:pt x="484" y="41"/>
                  </a:lnTo>
                  <a:lnTo>
                    <a:pt x="488" y="42"/>
                  </a:lnTo>
                  <a:lnTo>
                    <a:pt x="491" y="48"/>
                  </a:lnTo>
                  <a:lnTo>
                    <a:pt x="492" y="52"/>
                  </a:lnTo>
                  <a:lnTo>
                    <a:pt x="495" y="64"/>
                  </a:lnTo>
                  <a:lnTo>
                    <a:pt x="492" y="65"/>
                  </a:lnTo>
                  <a:lnTo>
                    <a:pt x="494" y="76"/>
                  </a:lnTo>
                  <a:lnTo>
                    <a:pt x="506" y="88"/>
                  </a:lnTo>
                  <a:lnTo>
                    <a:pt x="506" y="93"/>
                  </a:lnTo>
                  <a:lnTo>
                    <a:pt x="506" y="94"/>
                  </a:lnTo>
                  <a:lnTo>
                    <a:pt x="512" y="99"/>
                  </a:lnTo>
                  <a:lnTo>
                    <a:pt x="513" y="100"/>
                  </a:lnTo>
                  <a:lnTo>
                    <a:pt x="516" y="105"/>
                  </a:lnTo>
                  <a:lnTo>
                    <a:pt x="521" y="109"/>
                  </a:lnTo>
                  <a:lnTo>
                    <a:pt x="521" y="111"/>
                  </a:lnTo>
                  <a:lnTo>
                    <a:pt x="538" y="124"/>
                  </a:lnTo>
                  <a:lnTo>
                    <a:pt x="539" y="126"/>
                  </a:lnTo>
                  <a:lnTo>
                    <a:pt x="551" y="126"/>
                  </a:lnTo>
                  <a:lnTo>
                    <a:pt x="544" y="135"/>
                  </a:lnTo>
                  <a:lnTo>
                    <a:pt x="536" y="144"/>
                  </a:lnTo>
                  <a:lnTo>
                    <a:pt x="528" y="154"/>
                  </a:lnTo>
                  <a:lnTo>
                    <a:pt x="525" y="157"/>
                  </a:lnTo>
                  <a:lnTo>
                    <a:pt x="520" y="160"/>
                  </a:lnTo>
                  <a:lnTo>
                    <a:pt x="512" y="165"/>
                  </a:lnTo>
                  <a:lnTo>
                    <a:pt x="512" y="166"/>
                  </a:lnTo>
                  <a:lnTo>
                    <a:pt x="502" y="174"/>
                  </a:lnTo>
                  <a:lnTo>
                    <a:pt x="500" y="185"/>
                  </a:lnTo>
                  <a:lnTo>
                    <a:pt x="491" y="191"/>
                  </a:lnTo>
                  <a:lnTo>
                    <a:pt x="492" y="198"/>
                  </a:lnTo>
                  <a:lnTo>
                    <a:pt x="476" y="211"/>
                  </a:lnTo>
                  <a:lnTo>
                    <a:pt x="476" y="215"/>
                  </a:lnTo>
                  <a:lnTo>
                    <a:pt x="452" y="227"/>
                  </a:lnTo>
                  <a:lnTo>
                    <a:pt x="448" y="227"/>
                  </a:lnTo>
                  <a:lnTo>
                    <a:pt x="440" y="233"/>
                  </a:lnTo>
                  <a:lnTo>
                    <a:pt x="436" y="235"/>
                  </a:lnTo>
                  <a:lnTo>
                    <a:pt x="435" y="238"/>
                  </a:lnTo>
                  <a:lnTo>
                    <a:pt x="428" y="239"/>
                  </a:lnTo>
                  <a:lnTo>
                    <a:pt x="417" y="240"/>
                  </a:lnTo>
                  <a:lnTo>
                    <a:pt x="412" y="240"/>
                  </a:lnTo>
                  <a:lnTo>
                    <a:pt x="411" y="240"/>
                  </a:lnTo>
                  <a:lnTo>
                    <a:pt x="405" y="241"/>
                  </a:lnTo>
                  <a:lnTo>
                    <a:pt x="395" y="243"/>
                  </a:lnTo>
                  <a:lnTo>
                    <a:pt x="394" y="24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79" name="Freeform 45">
              <a:extLst>
                <a:ext uri="{FF2B5EF4-FFF2-40B4-BE49-F238E27FC236}">
                  <a16:creationId xmlns:a16="http://schemas.microsoft.com/office/drawing/2014/main" id="{7111CB99-E29A-4C73-E498-6D8678D88FC6}"/>
                </a:ext>
              </a:extLst>
            </p:cNvPr>
            <p:cNvSpPr>
              <a:spLocks noChangeAspect="1"/>
            </p:cNvSpPr>
            <p:nvPr/>
          </p:nvSpPr>
          <p:spPr bwMode="auto">
            <a:xfrm>
              <a:off x="776" y="2495"/>
              <a:ext cx="1" cy="1"/>
            </a:xfrm>
            <a:custGeom>
              <a:avLst/>
              <a:gdLst>
                <a:gd name="T0" fmla="*/ 2 w 4"/>
                <a:gd name="T1" fmla="*/ 0 h 7"/>
                <a:gd name="T2" fmla="*/ 4 w 4"/>
                <a:gd name="T3" fmla="*/ 7 h 7"/>
                <a:gd name="T4" fmla="*/ 0 w 4"/>
                <a:gd name="T5" fmla="*/ 7 h 7"/>
                <a:gd name="T6" fmla="*/ 2 w 4"/>
                <a:gd name="T7" fmla="*/ 0 h 7"/>
              </a:gdLst>
              <a:ahLst/>
              <a:cxnLst>
                <a:cxn ang="0">
                  <a:pos x="T0" y="T1"/>
                </a:cxn>
                <a:cxn ang="0">
                  <a:pos x="T2" y="T3"/>
                </a:cxn>
                <a:cxn ang="0">
                  <a:pos x="T4" y="T5"/>
                </a:cxn>
                <a:cxn ang="0">
                  <a:pos x="T6" y="T7"/>
                </a:cxn>
              </a:cxnLst>
              <a:rect l="0" t="0" r="r" b="b"/>
              <a:pathLst>
                <a:path w="4" h="7">
                  <a:moveTo>
                    <a:pt x="2" y="0"/>
                  </a:moveTo>
                  <a:lnTo>
                    <a:pt x="4" y="7"/>
                  </a:lnTo>
                  <a:lnTo>
                    <a:pt x="0" y="7"/>
                  </a:lnTo>
                  <a:lnTo>
                    <a:pt x="2"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0" name="Freeform 46">
              <a:extLst>
                <a:ext uri="{FF2B5EF4-FFF2-40B4-BE49-F238E27FC236}">
                  <a16:creationId xmlns:a16="http://schemas.microsoft.com/office/drawing/2014/main" id="{99B161CA-C3B3-0C3B-7243-8BDC501066FD}"/>
                </a:ext>
              </a:extLst>
            </p:cNvPr>
            <p:cNvSpPr>
              <a:spLocks noChangeAspect="1"/>
            </p:cNvSpPr>
            <p:nvPr/>
          </p:nvSpPr>
          <p:spPr bwMode="auto">
            <a:xfrm>
              <a:off x="803" y="2330"/>
              <a:ext cx="52" cy="72"/>
            </a:xfrm>
            <a:custGeom>
              <a:avLst/>
              <a:gdLst>
                <a:gd name="T0" fmla="*/ 201 w 296"/>
                <a:gd name="T1" fmla="*/ 136 h 404"/>
                <a:gd name="T2" fmla="*/ 198 w 296"/>
                <a:gd name="T3" fmla="*/ 156 h 404"/>
                <a:gd name="T4" fmla="*/ 180 w 296"/>
                <a:gd name="T5" fmla="*/ 172 h 404"/>
                <a:gd name="T6" fmla="*/ 199 w 296"/>
                <a:gd name="T7" fmla="*/ 200 h 404"/>
                <a:gd name="T8" fmla="*/ 213 w 296"/>
                <a:gd name="T9" fmla="*/ 186 h 404"/>
                <a:gd name="T10" fmla="*/ 216 w 296"/>
                <a:gd name="T11" fmla="*/ 166 h 404"/>
                <a:gd name="T12" fmla="*/ 232 w 296"/>
                <a:gd name="T13" fmla="*/ 156 h 404"/>
                <a:gd name="T14" fmla="*/ 258 w 296"/>
                <a:gd name="T15" fmla="*/ 152 h 404"/>
                <a:gd name="T16" fmla="*/ 283 w 296"/>
                <a:gd name="T17" fmla="*/ 210 h 404"/>
                <a:gd name="T18" fmla="*/ 296 w 296"/>
                <a:gd name="T19" fmla="*/ 246 h 404"/>
                <a:gd name="T20" fmla="*/ 283 w 296"/>
                <a:gd name="T21" fmla="*/ 283 h 404"/>
                <a:gd name="T22" fmla="*/ 273 w 296"/>
                <a:gd name="T23" fmla="*/ 284 h 404"/>
                <a:gd name="T24" fmla="*/ 270 w 296"/>
                <a:gd name="T25" fmla="*/ 312 h 404"/>
                <a:gd name="T26" fmla="*/ 256 w 296"/>
                <a:gd name="T27" fmla="*/ 345 h 404"/>
                <a:gd name="T28" fmla="*/ 241 w 296"/>
                <a:gd name="T29" fmla="*/ 376 h 404"/>
                <a:gd name="T30" fmla="*/ 219 w 296"/>
                <a:gd name="T31" fmla="*/ 381 h 404"/>
                <a:gd name="T32" fmla="*/ 177 w 296"/>
                <a:gd name="T33" fmla="*/ 388 h 404"/>
                <a:gd name="T34" fmla="*/ 150 w 296"/>
                <a:gd name="T35" fmla="*/ 393 h 404"/>
                <a:gd name="T36" fmla="*/ 144 w 296"/>
                <a:gd name="T37" fmla="*/ 387 h 404"/>
                <a:gd name="T38" fmla="*/ 117 w 296"/>
                <a:gd name="T39" fmla="*/ 391 h 404"/>
                <a:gd name="T40" fmla="*/ 111 w 296"/>
                <a:gd name="T41" fmla="*/ 392 h 404"/>
                <a:gd name="T42" fmla="*/ 85 w 296"/>
                <a:gd name="T43" fmla="*/ 394 h 404"/>
                <a:gd name="T44" fmla="*/ 61 w 296"/>
                <a:gd name="T45" fmla="*/ 398 h 404"/>
                <a:gd name="T46" fmla="*/ 43 w 296"/>
                <a:gd name="T47" fmla="*/ 400 h 404"/>
                <a:gd name="T48" fmla="*/ 16 w 296"/>
                <a:gd name="T49" fmla="*/ 403 h 404"/>
                <a:gd name="T50" fmla="*/ 12 w 296"/>
                <a:gd name="T51" fmla="*/ 394 h 404"/>
                <a:gd name="T52" fmla="*/ 33 w 296"/>
                <a:gd name="T53" fmla="*/ 337 h 404"/>
                <a:gd name="T54" fmla="*/ 31 w 296"/>
                <a:gd name="T55" fmla="*/ 280 h 404"/>
                <a:gd name="T56" fmla="*/ 9 w 296"/>
                <a:gd name="T57" fmla="*/ 236 h 404"/>
                <a:gd name="T58" fmla="*/ 7 w 296"/>
                <a:gd name="T59" fmla="*/ 202 h 404"/>
                <a:gd name="T60" fmla="*/ 6 w 296"/>
                <a:gd name="T61" fmla="*/ 168 h 404"/>
                <a:gd name="T62" fmla="*/ 13 w 296"/>
                <a:gd name="T63" fmla="*/ 134 h 404"/>
                <a:gd name="T64" fmla="*/ 20 w 296"/>
                <a:gd name="T65" fmla="*/ 111 h 404"/>
                <a:gd name="T66" fmla="*/ 25 w 296"/>
                <a:gd name="T67" fmla="*/ 96 h 404"/>
                <a:gd name="T68" fmla="*/ 49 w 296"/>
                <a:gd name="T69" fmla="*/ 84 h 404"/>
                <a:gd name="T70" fmla="*/ 60 w 296"/>
                <a:gd name="T71" fmla="*/ 96 h 404"/>
                <a:gd name="T72" fmla="*/ 63 w 296"/>
                <a:gd name="T73" fmla="*/ 94 h 404"/>
                <a:gd name="T74" fmla="*/ 62 w 296"/>
                <a:gd name="T75" fmla="*/ 57 h 404"/>
                <a:gd name="T76" fmla="*/ 87 w 296"/>
                <a:gd name="T77" fmla="*/ 43 h 404"/>
                <a:gd name="T78" fmla="*/ 79 w 296"/>
                <a:gd name="T79" fmla="*/ 19 h 404"/>
                <a:gd name="T80" fmla="*/ 96 w 296"/>
                <a:gd name="T81" fmla="*/ 4 h 404"/>
                <a:gd name="T82" fmla="*/ 117 w 296"/>
                <a:gd name="T83" fmla="*/ 9 h 404"/>
                <a:gd name="T84" fmla="*/ 162 w 296"/>
                <a:gd name="T85" fmla="*/ 24 h 404"/>
                <a:gd name="T86" fmla="*/ 198 w 296"/>
                <a:gd name="T87" fmla="*/ 43 h 404"/>
                <a:gd name="T88" fmla="*/ 196 w 296"/>
                <a:gd name="T89" fmla="*/ 63 h 404"/>
                <a:gd name="T90" fmla="*/ 207 w 296"/>
                <a:gd name="T91" fmla="*/ 7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6" h="404">
                  <a:moveTo>
                    <a:pt x="212" y="109"/>
                  </a:moveTo>
                  <a:lnTo>
                    <a:pt x="202" y="133"/>
                  </a:lnTo>
                  <a:lnTo>
                    <a:pt x="201" y="136"/>
                  </a:lnTo>
                  <a:lnTo>
                    <a:pt x="200" y="145"/>
                  </a:lnTo>
                  <a:lnTo>
                    <a:pt x="200" y="148"/>
                  </a:lnTo>
                  <a:lnTo>
                    <a:pt x="198" y="156"/>
                  </a:lnTo>
                  <a:lnTo>
                    <a:pt x="189" y="163"/>
                  </a:lnTo>
                  <a:lnTo>
                    <a:pt x="181" y="168"/>
                  </a:lnTo>
                  <a:lnTo>
                    <a:pt x="180" y="172"/>
                  </a:lnTo>
                  <a:lnTo>
                    <a:pt x="180" y="189"/>
                  </a:lnTo>
                  <a:lnTo>
                    <a:pt x="186" y="196"/>
                  </a:lnTo>
                  <a:lnTo>
                    <a:pt x="199" y="200"/>
                  </a:lnTo>
                  <a:lnTo>
                    <a:pt x="202" y="196"/>
                  </a:lnTo>
                  <a:lnTo>
                    <a:pt x="211" y="187"/>
                  </a:lnTo>
                  <a:lnTo>
                    <a:pt x="213" y="186"/>
                  </a:lnTo>
                  <a:lnTo>
                    <a:pt x="217" y="172"/>
                  </a:lnTo>
                  <a:lnTo>
                    <a:pt x="220" y="169"/>
                  </a:lnTo>
                  <a:lnTo>
                    <a:pt x="216" y="166"/>
                  </a:lnTo>
                  <a:lnTo>
                    <a:pt x="222" y="164"/>
                  </a:lnTo>
                  <a:lnTo>
                    <a:pt x="224" y="159"/>
                  </a:lnTo>
                  <a:lnTo>
                    <a:pt x="232" y="156"/>
                  </a:lnTo>
                  <a:lnTo>
                    <a:pt x="242" y="147"/>
                  </a:lnTo>
                  <a:lnTo>
                    <a:pt x="246" y="146"/>
                  </a:lnTo>
                  <a:lnTo>
                    <a:pt x="258" y="152"/>
                  </a:lnTo>
                  <a:lnTo>
                    <a:pt x="266" y="163"/>
                  </a:lnTo>
                  <a:lnTo>
                    <a:pt x="273" y="180"/>
                  </a:lnTo>
                  <a:lnTo>
                    <a:pt x="283" y="210"/>
                  </a:lnTo>
                  <a:lnTo>
                    <a:pt x="285" y="222"/>
                  </a:lnTo>
                  <a:lnTo>
                    <a:pt x="288" y="229"/>
                  </a:lnTo>
                  <a:lnTo>
                    <a:pt x="296" y="246"/>
                  </a:lnTo>
                  <a:lnTo>
                    <a:pt x="295" y="279"/>
                  </a:lnTo>
                  <a:lnTo>
                    <a:pt x="284" y="294"/>
                  </a:lnTo>
                  <a:lnTo>
                    <a:pt x="283" y="283"/>
                  </a:lnTo>
                  <a:lnTo>
                    <a:pt x="286" y="278"/>
                  </a:lnTo>
                  <a:lnTo>
                    <a:pt x="279" y="278"/>
                  </a:lnTo>
                  <a:lnTo>
                    <a:pt x="273" y="284"/>
                  </a:lnTo>
                  <a:lnTo>
                    <a:pt x="271" y="297"/>
                  </a:lnTo>
                  <a:lnTo>
                    <a:pt x="272" y="302"/>
                  </a:lnTo>
                  <a:lnTo>
                    <a:pt x="270" y="312"/>
                  </a:lnTo>
                  <a:lnTo>
                    <a:pt x="265" y="314"/>
                  </a:lnTo>
                  <a:lnTo>
                    <a:pt x="258" y="325"/>
                  </a:lnTo>
                  <a:lnTo>
                    <a:pt x="256" y="345"/>
                  </a:lnTo>
                  <a:lnTo>
                    <a:pt x="244" y="362"/>
                  </a:lnTo>
                  <a:lnTo>
                    <a:pt x="243" y="375"/>
                  </a:lnTo>
                  <a:lnTo>
                    <a:pt x="241" y="376"/>
                  </a:lnTo>
                  <a:lnTo>
                    <a:pt x="234" y="378"/>
                  </a:lnTo>
                  <a:lnTo>
                    <a:pt x="231" y="379"/>
                  </a:lnTo>
                  <a:lnTo>
                    <a:pt x="219" y="381"/>
                  </a:lnTo>
                  <a:lnTo>
                    <a:pt x="211" y="382"/>
                  </a:lnTo>
                  <a:lnTo>
                    <a:pt x="189" y="386"/>
                  </a:lnTo>
                  <a:lnTo>
                    <a:pt x="177" y="388"/>
                  </a:lnTo>
                  <a:lnTo>
                    <a:pt x="175" y="388"/>
                  </a:lnTo>
                  <a:lnTo>
                    <a:pt x="169" y="390"/>
                  </a:lnTo>
                  <a:lnTo>
                    <a:pt x="150" y="393"/>
                  </a:lnTo>
                  <a:lnTo>
                    <a:pt x="146" y="393"/>
                  </a:lnTo>
                  <a:lnTo>
                    <a:pt x="145" y="387"/>
                  </a:lnTo>
                  <a:lnTo>
                    <a:pt x="144" y="387"/>
                  </a:lnTo>
                  <a:lnTo>
                    <a:pt x="132" y="390"/>
                  </a:lnTo>
                  <a:lnTo>
                    <a:pt x="123" y="390"/>
                  </a:lnTo>
                  <a:lnTo>
                    <a:pt x="117" y="391"/>
                  </a:lnTo>
                  <a:lnTo>
                    <a:pt x="116" y="391"/>
                  </a:lnTo>
                  <a:lnTo>
                    <a:pt x="114" y="391"/>
                  </a:lnTo>
                  <a:lnTo>
                    <a:pt x="111" y="392"/>
                  </a:lnTo>
                  <a:lnTo>
                    <a:pt x="105" y="392"/>
                  </a:lnTo>
                  <a:lnTo>
                    <a:pt x="96" y="393"/>
                  </a:lnTo>
                  <a:lnTo>
                    <a:pt x="85" y="394"/>
                  </a:lnTo>
                  <a:lnTo>
                    <a:pt x="79" y="396"/>
                  </a:lnTo>
                  <a:lnTo>
                    <a:pt x="78" y="396"/>
                  </a:lnTo>
                  <a:lnTo>
                    <a:pt x="61" y="398"/>
                  </a:lnTo>
                  <a:lnTo>
                    <a:pt x="56" y="398"/>
                  </a:lnTo>
                  <a:lnTo>
                    <a:pt x="44" y="399"/>
                  </a:lnTo>
                  <a:lnTo>
                    <a:pt x="43" y="400"/>
                  </a:lnTo>
                  <a:lnTo>
                    <a:pt x="34" y="400"/>
                  </a:lnTo>
                  <a:lnTo>
                    <a:pt x="24" y="402"/>
                  </a:lnTo>
                  <a:lnTo>
                    <a:pt x="16" y="403"/>
                  </a:lnTo>
                  <a:lnTo>
                    <a:pt x="7" y="404"/>
                  </a:lnTo>
                  <a:lnTo>
                    <a:pt x="2" y="404"/>
                  </a:lnTo>
                  <a:lnTo>
                    <a:pt x="12" y="394"/>
                  </a:lnTo>
                  <a:lnTo>
                    <a:pt x="21" y="370"/>
                  </a:lnTo>
                  <a:lnTo>
                    <a:pt x="30" y="354"/>
                  </a:lnTo>
                  <a:lnTo>
                    <a:pt x="33" y="337"/>
                  </a:lnTo>
                  <a:lnTo>
                    <a:pt x="34" y="304"/>
                  </a:lnTo>
                  <a:lnTo>
                    <a:pt x="34" y="302"/>
                  </a:lnTo>
                  <a:lnTo>
                    <a:pt x="31" y="280"/>
                  </a:lnTo>
                  <a:lnTo>
                    <a:pt x="26" y="270"/>
                  </a:lnTo>
                  <a:lnTo>
                    <a:pt x="9" y="237"/>
                  </a:lnTo>
                  <a:lnTo>
                    <a:pt x="9" y="236"/>
                  </a:lnTo>
                  <a:lnTo>
                    <a:pt x="4" y="213"/>
                  </a:lnTo>
                  <a:lnTo>
                    <a:pt x="4" y="212"/>
                  </a:lnTo>
                  <a:lnTo>
                    <a:pt x="7" y="202"/>
                  </a:lnTo>
                  <a:lnTo>
                    <a:pt x="2" y="186"/>
                  </a:lnTo>
                  <a:lnTo>
                    <a:pt x="0" y="183"/>
                  </a:lnTo>
                  <a:lnTo>
                    <a:pt x="6" y="168"/>
                  </a:lnTo>
                  <a:lnTo>
                    <a:pt x="13" y="148"/>
                  </a:lnTo>
                  <a:lnTo>
                    <a:pt x="13" y="142"/>
                  </a:lnTo>
                  <a:lnTo>
                    <a:pt x="13" y="134"/>
                  </a:lnTo>
                  <a:lnTo>
                    <a:pt x="13" y="130"/>
                  </a:lnTo>
                  <a:lnTo>
                    <a:pt x="9" y="120"/>
                  </a:lnTo>
                  <a:lnTo>
                    <a:pt x="20" y="111"/>
                  </a:lnTo>
                  <a:lnTo>
                    <a:pt x="21" y="108"/>
                  </a:lnTo>
                  <a:lnTo>
                    <a:pt x="20" y="96"/>
                  </a:lnTo>
                  <a:lnTo>
                    <a:pt x="25" y="96"/>
                  </a:lnTo>
                  <a:lnTo>
                    <a:pt x="38" y="84"/>
                  </a:lnTo>
                  <a:lnTo>
                    <a:pt x="52" y="69"/>
                  </a:lnTo>
                  <a:lnTo>
                    <a:pt x="49" y="84"/>
                  </a:lnTo>
                  <a:lnTo>
                    <a:pt x="50" y="105"/>
                  </a:lnTo>
                  <a:lnTo>
                    <a:pt x="57" y="85"/>
                  </a:lnTo>
                  <a:lnTo>
                    <a:pt x="60" y="96"/>
                  </a:lnTo>
                  <a:lnTo>
                    <a:pt x="56" y="106"/>
                  </a:lnTo>
                  <a:lnTo>
                    <a:pt x="58" y="106"/>
                  </a:lnTo>
                  <a:lnTo>
                    <a:pt x="63" y="94"/>
                  </a:lnTo>
                  <a:lnTo>
                    <a:pt x="66" y="81"/>
                  </a:lnTo>
                  <a:lnTo>
                    <a:pt x="62" y="61"/>
                  </a:lnTo>
                  <a:lnTo>
                    <a:pt x="62" y="57"/>
                  </a:lnTo>
                  <a:lnTo>
                    <a:pt x="70" y="48"/>
                  </a:lnTo>
                  <a:lnTo>
                    <a:pt x="80" y="44"/>
                  </a:lnTo>
                  <a:lnTo>
                    <a:pt x="87" y="43"/>
                  </a:lnTo>
                  <a:lnTo>
                    <a:pt x="86" y="37"/>
                  </a:lnTo>
                  <a:lnTo>
                    <a:pt x="79" y="31"/>
                  </a:lnTo>
                  <a:lnTo>
                    <a:pt x="79" y="19"/>
                  </a:lnTo>
                  <a:lnTo>
                    <a:pt x="82" y="15"/>
                  </a:lnTo>
                  <a:lnTo>
                    <a:pt x="81" y="4"/>
                  </a:lnTo>
                  <a:lnTo>
                    <a:pt x="96" y="4"/>
                  </a:lnTo>
                  <a:lnTo>
                    <a:pt x="99" y="0"/>
                  </a:lnTo>
                  <a:lnTo>
                    <a:pt x="104" y="3"/>
                  </a:lnTo>
                  <a:lnTo>
                    <a:pt x="117" y="9"/>
                  </a:lnTo>
                  <a:lnTo>
                    <a:pt x="138" y="10"/>
                  </a:lnTo>
                  <a:lnTo>
                    <a:pt x="145" y="21"/>
                  </a:lnTo>
                  <a:lnTo>
                    <a:pt x="162" y="24"/>
                  </a:lnTo>
                  <a:lnTo>
                    <a:pt x="178" y="30"/>
                  </a:lnTo>
                  <a:lnTo>
                    <a:pt x="188" y="30"/>
                  </a:lnTo>
                  <a:lnTo>
                    <a:pt x="198" y="43"/>
                  </a:lnTo>
                  <a:lnTo>
                    <a:pt x="207" y="57"/>
                  </a:lnTo>
                  <a:lnTo>
                    <a:pt x="200" y="56"/>
                  </a:lnTo>
                  <a:lnTo>
                    <a:pt x="196" y="63"/>
                  </a:lnTo>
                  <a:lnTo>
                    <a:pt x="202" y="72"/>
                  </a:lnTo>
                  <a:lnTo>
                    <a:pt x="207" y="74"/>
                  </a:lnTo>
                  <a:lnTo>
                    <a:pt x="207" y="75"/>
                  </a:lnTo>
                  <a:lnTo>
                    <a:pt x="211" y="86"/>
                  </a:lnTo>
                  <a:lnTo>
                    <a:pt x="212" y="10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1" name="Freeform 47">
              <a:extLst>
                <a:ext uri="{FF2B5EF4-FFF2-40B4-BE49-F238E27FC236}">
                  <a16:creationId xmlns:a16="http://schemas.microsoft.com/office/drawing/2014/main" id="{44B0BA5F-845D-B50E-AA32-44AC828A75E5}"/>
                </a:ext>
              </a:extLst>
            </p:cNvPr>
            <p:cNvSpPr>
              <a:spLocks noChangeAspect="1"/>
            </p:cNvSpPr>
            <p:nvPr/>
          </p:nvSpPr>
          <p:spPr bwMode="auto">
            <a:xfrm>
              <a:off x="752" y="2305"/>
              <a:ext cx="83" cy="40"/>
            </a:xfrm>
            <a:custGeom>
              <a:avLst/>
              <a:gdLst>
                <a:gd name="T0" fmla="*/ 260 w 468"/>
                <a:gd name="T1" fmla="*/ 155 h 224"/>
                <a:gd name="T2" fmla="*/ 247 w 468"/>
                <a:gd name="T3" fmla="*/ 157 h 224"/>
                <a:gd name="T4" fmla="*/ 235 w 468"/>
                <a:gd name="T5" fmla="*/ 151 h 224"/>
                <a:gd name="T6" fmla="*/ 207 w 468"/>
                <a:gd name="T7" fmla="*/ 211 h 224"/>
                <a:gd name="T8" fmla="*/ 202 w 468"/>
                <a:gd name="T9" fmla="*/ 224 h 224"/>
                <a:gd name="T10" fmla="*/ 178 w 468"/>
                <a:gd name="T11" fmla="*/ 167 h 224"/>
                <a:gd name="T12" fmla="*/ 169 w 468"/>
                <a:gd name="T13" fmla="*/ 163 h 224"/>
                <a:gd name="T14" fmla="*/ 164 w 468"/>
                <a:gd name="T15" fmla="*/ 162 h 224"/>
                <a:gd name="T16" fmla="*/ 163 w 468"/>
                <a:gd name="T17" fmla="*/ 154 h 224"/>
                <a:gd name="T18" fmla="*/ 150 w 468"/>
                <a:gd name="T19" fmla="*/ 146 h 224"/>
                <a:gd name="T20" fmla="*/ 124 w 468"/>
                <a:gd name="T21" fmla="*/ 146 h 224"/>
                <a:gd name="T22" fmla="*/ 116 w 468"/>
                <a:gd name="T23" fmla="*/ 143 h 224"/>
                <a:gd name="T24" fmla="*/ 103 w 468"/>
                <a:gd name="T25" fmla="*/ 140 h 224"/>
                <a:gd name="T26" fmla="*/ 92 w 468"/>
                <a:gd name="T27" fmla="*/ 134 h 224"/>
                <a:gd name="T28" fmla="*/ 34 w 468"/>
                <a:gd name="T29" fmla="*/ 124 h 224"/>
                <a:gd name="T30" fmla="*/ 13 w 468"/>
                <a:gd name="T31" fmla="*/ 107 h 224"/>
                <a:gd name="T32" fmla="*/ 10 w 468"/>
                <a:gd name="T33" fmla="*/ 95 h 224"/>
                <a:gd name="T34" fmla="*/ 33 w 468"/>
                <a:gd name="T35" fmla="*/ 79 h 224"/>
                <a:gd name="T36" fmla="*/ 50 w 468"/>
                <a:gd name="T37" fmla="*/ 73 h 224"/>
                <a:gd name="T38" fmla="*/ 94 w 468"/>
                <a:gd name="T39" fmla="*/ 48 h 224"/>
                <a:gd name="T40" fmla="*/ 112 w 468"/>
                <a:gd name="T41" fmla="*/ 28 h 224"/>
                <a:gd name="T42" fmla="*/ 126 w 468"/>
                <a:gd name="T43" fmla="*/ 12 h 224"/>
                <a:gd name="T44" fmla="*/ 152 w 468"/>
                <a:gd name="T45" fmla="*/ 0 h 224"/>
                <a:gd name="T46" fmla="*/ 171 w 468"/>
                <a:gd name="T47" fmla="*/ 4 h 224"/>
                <a:gd name="T48" fmla="*/ 140 w 468"/>
                <a:gd name="T49" fmla="*/ 28 h 224"/>
                <a:gd name="T50" fmla="*/ 133 w 468"/>
                <a:gd name="T51" fmla="*/ 41 h 224"/>
                <a:gd name="T52" fmla="*/ 127 w 468"/>
                <a:gd name="T53" fmla="*/ 54 h 224"/>
                <a:gd name="T54" fmla="*/ 141 w 468"/>
                <a:gd name="T55" fmla="*/ 54 h 224"/>
                <a:gd name="T56" fmla="*/ 175 w 468"/>
                <a:gd name="T57" fmla="*/ 56 h 224"/>
                <a:gd name="T58" fmla="*/ 205 w 468"/>
                <a:gd name="T59" fmla="*/ 89 h 224"/>
                <a:gd name="T60" fmla="*/ 244 w 468"/>
                <a:gd name="T61" fmla="*/ 86 h 224"/>
                <a:gd name="T62" fmla="*/ 247 w 468"/>
                <a:gd name="T63" fmla="*/ 80 h 224"/>
                <a:gd name="T64" fmla="*/ 259 w 468"/>
                <a:gd name="T65" fmla="*/ 83 h 224"/>
                <a:gd name="T66" fmla="*/ 301 w 468"/>
                <a:gd name="T67" fmla="*/ 60 h 224"/>
                <a:gd name="T68" fmla="*/ 326 w 468"/>
                <a:gd name="T69" fmla="*/ 58 h 224"/>
                <a:gd name="T70" fmla="*/ 357 w 468"/>
                <a:gd name="T71" fmla="*/ 44 h 224"/>
                <a:gd name="T72" fmla="*/ 361 w 468"/>
                <a:gd name="T73" fmla="*/ 73 h 224"/>
                <a:gd name="T74" fmla="*/ 386 w 468"/>
                <a:gd name="T75" fmla="*/ 70 h 224"/>
                <a:gd name="T76" fmla="*/ 399 w 468"/>
                <a:gd name="T77" fmla="*/ 66 h 224"/>
                <a:gd name="T78" fmla="*/ 414 w 468"/>
                <a:gd name="T79" fmla="*/ 60 h 224"/>
                <a:gd name="T80" fmla="*/ 420 w 468"/>
                <a:gd name="T81" fmla="*/ 62 h 224"/>
                <a:gd name="T82" fmla="*/ 427 w 468"/>
                <a:gd name="T83" fmla="*/ 92 h 224"/>
                <a:gd name="T84" fmla="*/ 436 w 468"/>
                <a:gd name="T85" fmla="*/ 103 h 224"/>
                <a:gd name="T86" fmla="*/ 444 w 468"/>
                <a:gd name="T87" fmla="*/ 96 h 224"/>
                <a:gd name="T88" fmla="*/ 458 w 468"/>
                <a:gd name="T89" fmla="*/ 96 h 224"/>
                <a:gd name="T90" fmla="*/ 460 w 468"/>
                <a:gd name="T91" fmla="*/ 113 h 224"/>
                <a:gd name="T92" fmla="*/ 442 w 468"/>
                <a:gd name="T93" fmla="*/ 112 h 224"/>
                <a:gd name="T94" fmla="*/ 427 w 468"/>
                <a:gd name="T95" fmla="*/ 112 h 224"/>
                <a:gd name="T96" fmla="*/ 392 w 468"/>
                <a:gd name="T97" fmla="*/ 112 h 224"/>
                <a:gd name="T98" fmla="*/ 386 w 468"/>
                <a:gd name="T99" fmla="*/ 132 h 224"/>
                <a:gd name="T100" fmla="*/ 358 w 468"/>
                <a:gd name="T101" fmla="*/ 115 h 224"/>
                <a:gd name="T102" fmla="*/ 325 w 468"/>
                <a:gd name="T103" fmla="*/ 124 h 224"/>
                <a:gd name="T104" fmla="*/ 309 w 468"/>
                <a:gd name="T105" fmla="*/ 128 h 224"/>
                <a:gd name="T106" fmla="*/ 292 w 468"/>
                <a:gd name="T107" fmla="*/ 131 h 224"/>
                <a:gd name="T108" fmla="*/ 272 w 468"/>
                <a:gd name="T109" fmla="*/ 15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8" h="224">
                  <a:moveTo>
                    <a:pt x="272" y="154"/>
                  </a:moveTo>
                  <a:lnTo>
                    <a:pt x="260" y="155"/>
                  </a:lnTo>
                  <a:lnTo>
                    <a:pt x="252" y="145"/>
                  </a:lnTo>
                  <a:lnTo>
                    <a:pt x="247" y="157"/>
                  </a:lnTo>
                  <a:lnTo>
                    <a:pt x="237" y="158"/>
                  </a:lnTo>
                  <a:lnTo>
                    <a:pt x="235" y="151"/>
                  </a:lnTo>
                  <a:lnTo>
                    <a:pt x="220" y="179"/>
                  </a:lnTo>
                  <a:lnTo>
                    <a:pt x="207" y="211"/>
                  </a:lnTo>
                  <a:lnTo>
                    <a:pt x="201" y="222"/>
                  </a:lnTo>
                  <a:lnTo>
                    <a:pt x="202" y="224"/>
                  </a:lnTo>
                  <a:lnTo>
                    <a:pt x="196" y="223"/>
                  </a:lnTo>
                  <a:lnTo>
                    <a:pt x="178" y="167"/>
                  </a:lnTo>
                  <a:lnTo>
                    <a:pt x="177" y="164"/>
                  </a:lnTo>
                  <a:lnTo>
                    <a:pt x="169" y="163"/>
                  </a:lnTo>
                  <a:lnTo>
                    <a:pt x="169" y="161"/>
                  </a:lnTo>
                  <a:lnTo>
                    <a:pt x="164" y="162"/>
                  </a:lnTo>
                  <a:lnTo>
                    <a:pt x="159" y="161"/>
                  </a:lnTo>
                  <a:lnTo>
                    <a:pt x="163" y="154"/>
                  </a:lnTo>
                  <a:lnTo>
                    <a:pt x="159" y="149"/>
                  </a:lnTo>
                  <a:lnTo>
                    <a:pt x="150" y="146"/>
                  </a:lnTo>
                  <a:lnTo>
                    <a:pt x="133" y="145"/>
                  </a:lnTo>
                  <a:lnTo>
                    <a:pt x="124" y="146"/>
                  </a:lnTo>
                  <a:lnTo>
                    <a:pt x="120" y="144"/>
                  </a:lnTo>
                  <a:lnTo>
                    <a:pt x="116" y="143"/>
                  </a:lnTo>
                  <a:lnTo>
                    <a:pt x="109" y="143"/>
                  </a:lnTo>
                  <a:lnTo>
                    <a:pt x="103" y="140"/>
                  </a:lnTo>
                  <a:lnTo>
                    <a:pt x="98" y="138"/>
                  </a:lnTo>
                  <a:lnTo>
                    <a:pt x="92" y="134"/>
                  </a:lnTo>
                  <a:lnTo>
                    <a:pt x="39" y="125"/>
                  </a:lnTo>
                  <a:lnTo>
                    <a:pt x="34" y="124"/>
                  </a:lnTo>
                  <a:lnTo>
                    <a:pt x="20" y="119"/>
                  </a:lnTo>
                  <a:lnTo>
                    <a:pt x="13" y="107"/>
                  </a:lnTo>
                  <a:lnTo>
                    <a:pt x="0" y="101"/>
                  </a:lnTo>
                  <a:lnTo>
                    <a:pt x="10" y="95"/>
                  </a:lnTo>
                  <a:lnTo>
                    <a:pt x="26" y="86"/>
                  </a:lnTo>
                  <a:lnTo>
                    <a:pt x="33" y="79"/>
                  </a:lnTo>
                  <a:lnTo>
                    <a:pt x="42" y="73"/>
                  </a:lnTo>
                  <a:lnTo>
                    <a:pt x="50" y="73"/>
                  </a:lnTo>
                  <a:lnTo>
                    <a:pt x="74" y="62"/>
                  </a:lnTo>
                  <a:lnTo>
                    <a:pt x="94" y="48"/>
                  </a:lnTo>
                  <a:lnTo>
                    <a:pt x="98" y="41"/>
                  </a:lnTo>
                  <a:lnTo>
                    <a:pt x="112" y="28"/>
                  </a:lnTo>
                  <a:lnTo>
                    <a:pt x="120" y="22"/>
                  </a:lnTo>
                  <a:lnTo>
                    <a:pt x="126" y="12"/>
                  </a:lnTo>
                  <a:lnTo>
                    <a:pt x="144" y="2"/>
                  </a:lnTo>
                  <a:lnTo>
                    <a:pt x="152" y="0"/>
                  </a:lnTo>
                  <a:lnTo>
                    <a:pt x="169" y="0"/>
                  </a:lnTo>
                  <a:lnTo>
                    <a:pt x="171" y="4"/>
                  </a:lnTo>
                  <a:lnTo>
                    <a:pt x="153" y="16"/>
                  </a:lnTo>
                  <a:lnTo>
                    <a:pt x="140" y="28"/>
                  </a:lnTo>
                  <a:lnTo>
                    <a:pt x="139" y="34"/>
                  </a:lnTo>
                  <a:lnTo>
                    <a:pt x="133" y="41"/>
                  </a:lnTo>
                  <a:lnTo>
                    <a:pt x="132" y="47"/>
                  </a:lnTo>
                  <a:lnTo>
                    <a:pt x="127" y="54"/>
                  </a:lnTo>
                  <a:lnTo>
                    <a:pt x="140" y="54"/>
                  </a:lnTo>
                  <a:lnTo>
                    <a:pt x="141" y="54"/>
                  </a:lnTo>
                  <a:lnTo>
                    <a:pt x="154" y="54"/>
                  </a:lnTo>
                  <a:lnTo>
                    <a:pt x="175" y="56"/>
                  </a:lnTo>
                  <a:lnTo>
                    <a:pt x="186" y="67"/>
                  </a:lnTo>
                  <a:lnTo>
                    <a:pt x="205" y="89"/>
                  </a:lnTo>
                  <a:lnTo>
                    <a:pt x="220" y="88"/>
                  </a:lnTo>
                  <a:lnTo>
                    <a:pt x="244" y="86"/>
                  </a:lnTo>
                  <a:lnTo>
                    <a:pt x="249" y="84"/>
                  </a:lnTo>
                  <a:lnTo>
                    <a:pt x="247" y="80"/>
                  </a:lnTo>
                  <a:lnTo>
                    <a:pt x="252" y="84"/>
                  </a:lnTo>
                  <a:lnTo>
                    <a:pt x="259" y="83"/>
                  </a:lnTo>
                  <a:lnTo>
                    <a:pt x="284" y="65"/>
                  </a:lnTo>
                  <a:lnTo>
                    <a:pt x="301" y="60"/>
                  </a:lnTo>
                  <a:lnTo>
                    <a:pt x="309" y="60"/>
                  </a:lnTo>
                  <a:lnTo>
                    <a:pt x="326" y="58"/>
                  </a:lnTo>
                  <a:lnTo>
                    <a:pt x="342" y="48"/>
                  </a:lnTo>
                  <a:lnTo>
                    <a:pt x="357" y="44"/>
                  </a:lnTo>
                  <a:lnTo>
                    <a:pt x="358" y="71"/>
                  </a:lnTo>
                  <a:lnTo>
                    <a:pt x="361" y="73"/>
                  </a:lnTo>
                  <a:lnTo>
                    <a:pt x="378" y="72"/>
                  </a:lnTo>
                  <a:lnTo>
                    <a:pt x="386" y="70"/>
                  </a:lnTo>
                  <a:lnTo>
                    <a:pt x="391" y="74"/>
                  </a:lnTo>
                  <a:lnTo>
                    <a:pt x="399" y="66"/>
                  </a:lnTo>
                  <a:lnTo>
                    <a:pt x="410" y="65"/>
                  </a:lnTo>
                  <a:lnTo>
                    <a:pt x="414" y="60"/>
                  </a:lnTo>
                  <a:lnTo>
                    <a:pt x="418" y="60"/>
                  </a:lnTo>
                  <a:lnTo>
                    <a:pt x="420" y="62"/>
                  </a:lnTo>
                  <a:lnTo>
                    <a:pt x="420" y="76"/>
                  </a:lnTo>
                  <a:lnTo>
                    <a:pt x="427" y="92"/>
                  </a:lnTo>
                  <a:lnTo>
                    <a:pt x="432" y="95"/>
                  </a:lnTo>
                  <a:lnTo>
                    <a:pt x="436" y="103"/>
                  </a:lnTo>
                  <a:lnTo>
                    <a:pt x="440" y="102"/>
                  </a:lnTo>
                  <a:lnTo>
                    <a:pt x="444" y="96"/>
                  </a:lnTo>
                  <a:lnTo>
                    <a:pt x="450" y="100"/>
                  </a:lnTo>
                  <a:lnTo>
                    <a:pt x="458" y="96"/>
                  </a:lnTo>
                  <a:lnTo>
                    <a:pt x="468" y="106"/>
                  </a:lnTo>
                  <a:lnTo>
                    <a:pt x="460" y="113"/>
                  </a:lnTo>
                  <a:lnTo>
                    <a:pt x="451" y="114"/>
                  </a:lnTo>
                  <a:lnTo>
                    <a:pt x="442" y="112"/>
                  </a:lnTo>
                  <a:lnTo>
                    <a:pt x="434" y="114"/>
                  </a:lnTo>
                  <a:lnTo>
                    <a:pt x="427" y="112"/>
                  </a:lnTo>
                  <a:lnTo>
                    <a:pt x="410" y="119"/>
                  </a:lnTo>
                  <a:lnTo>
                    <a:pt x="392" y="112"/>
                  </a:lnTo>
                  <a:lnTo>
                    <a:pt x="388" y="115"/>
                  </a:lnTo>
                  <a:lnTo>
                    <a:pt x="386" y="132"/>
                  </a:lnTo>
                  <a:lnTo>
                    <a:pt x="367" y="118"/>
                  </a:lnTo>
                  <a:lnTo>
                    <a:pt x="358" y="115"/>
                  </a:lnTo>
                  <a:lnTo>
                    <a:pt x="332" y="113"/>
                  </a:lnTo>
                  <a:lnTo>
                    <a:pt x="325" y="124"/>
                  </a:lnTo>
                  <a:lnTo>
                    <a:pt x="318" y="127"/>
                  </a:lnTo>
                  <a:lnTo>
                    <a:pt x="309" y="128"/>
                  </a:lnTo>
                  <a:lnTo>
                    <a:pt x="304" y="132"/>
                  </a:lnTo>
                  <a:lnTo>
                    <a:pt x="292" y="131"/>
                  </a:lnTo>
                  <a:lnTo>
                    <a:pt x="284" y="133"/>
                  </a:lnTo>
                  <a:lnTo>
                    <a:pt x="272" y="15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2" name="Freeform 48">
              <a:extLst>
                <a:ext uri="{FF2B5EF4-FFF2-40B4-BE49-F238E27FC236}">
                  <a16:creationId xmlns:a16="http://schemas.microsoft.com/office/drawing/2014/main" id="{AE78C105-A19C-A62C-478D-0D608E91CBD7}"/>
                </a:ext>
              </a:extLst>
            </p:cNvPr>
            <p:cNvSpPr>
              <a:spLocks noChangeAspect="1"/>
            </p:cNvSpPr>
            <p:nvPr/>
          </p:nvSpPr>
          <p:spPr bwMode="auto">
            <a:xfrm>
              <a:off x="822" y="2328"/>
              <a:ext cx="3" cy="2"/>
            </a:xfrm>
            <a:custGeom>
              <a:avLst/>
              <a:gdLst>
                <a:gd name="T0" fmla="*/ 1 w 19"/>
                <a:gd name="T1" fmla="*/ 4 h 13"/>
                <a:gd name="T2" fmla="*/ 0 w 19"/>
                <a:gd name="T3" fmla="*/ 0 h 13"/>
                <a:gd name="T4" fmla="*/ 19 w 19"/>
                <a:gd name="T5" fmla="*/ 11 h 13"/>
                <a:gd name="T6" fmla="*/ 12 w 19"/>
                <a:gd name="T7" fmla="*/ 13 h 13"/>
                <a:gd name="T8" fmla="*/ 1 w 19"/>
                <a:gd name="T9" fmla="*/ 4 h 13"/>
              </a:gdLst>
              <a:ahLst/>
              <a:cxnLst>
                <a:cxn ang="0">
                  <a:pos x="T0" y="T1"/>
                </a:cxn>
                <a:cxn ang="0">
                  <a:pos x="T2" y="T3"/>
                </a:cxn>
                <a:cxn ang="0">
                  <a:pos x="T4" y="T5"/>
                </a:cxn>
                <a:cxn ang="0">
                  <a:pos x="T6" y="T7"/>
                </a:cxn>
                <a:cxn ang="0">
                  <a:pos x="T8" y="T9"/>
                </a:cxn>
              </a:cxnLst>
              <a:rect l="0" t="0" r="r" b="b"/>
              <a:pathLst>
                <a:path w="19" h="13">
                  <a:moveTo>
                    <a:pt x="1" y="4"/>
                  </a:moveTo>
                  <a:lnTo>
                    <a:pt x="0" y="0"/>
                  </a:lnTo>
                  <a:lnTo>
                    <a:pt x="19" y="11"/>
                  </a:lnTo>
                  <a:lnTo>
                    <a:pt x="12" y="13"/>
                  </a:lnTo>
                  <a:lnTo>
                    <a:pt x="1"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3" name="Freeform 49">
              <a:extLst>
                <a:ext uri="{FF2B5EF4-FFF2-40B4-BE49-F238E27FC236}">
                  <a16:creationId xmlns:a16="http://schemas.microsoft.com/office/drawing/2014/main" id="{97E20FB2-C6A9-4C0E-9B3C-CF912787E807}"/>
                </a:ext>
              </a:extLst>
            </p:cNvPr>
            <p:cNvSpPr>
              <a:spLocks noChangeAspect="1"/>
            </p:cNvSpPr>
            <p:nvPr/>
          </p:nvSpPr>
          <p:spPr bwMode="auto">
            <a:xfrm>
              <a:off x="766" y="2298"/>
              <a:ext cx="4" cy="0"/>
            </a:xfrm>
            <a:custGeom>
              <a:avLst/>
              <a:gdLst>
                <a:gd name="T0" fmla="*/ 0 w 20"/>
                <a:gd name="T1" fmla="*/ 1 h 3"/>
                <a:gd name="T2" fmla="*/ 20 w 20"/>
                <a:gd name="T3" fmla="*/ 0 h 3"/>
                <a:gd name="T4" fmla="*/ 16 w 20"/>
                <a:gd name="T5" fmla="*/ 1 h 3"/>
                <a:gd name="T6" fmla="*/ 12 w 20"/>
                <a:gd name="T7" fmla="*/ 3 h 3"/>
                <a:gd name="T8" fmla="*/ 0 w 20"/>
                <a:gd name="T9" fmla="*/ 1 h 3"/>
              </a:gdLst>
              <a:ahLst/>
              <a:cxnLst>
                <a:cxn ang="0">
                  <a:pos x="T0" y="T1"/>
                </a:cxn>
                <a:cxn ang="0">
                  <a:pos x="T2" y="T3"/>
                </a:cxn>
                <a:cxn ang="0">
                  <a:pos x="T4" y="T5"/>
                </a:cxn>
                <a:cxn ang="0">
                  <a:pos x="T6" y="T7"/>
                </a:cxn>
                <a:cxn ang="0">
                  <a:pos x="T8" y="T9"/>
                </a:cxn>
              </a:cxnLst>
              <a:rect l="0" t="0" r="r" b="b"/>
              <a:pathLst>
                <a:path w="20" h="3">
                  <a:moveTo>
                    <a:pt x="0" y="1"/>
                  </a:moveTo>
                  <a:lnTo>
                    <a:pt x="20" y="0"/>
                  </a:lnTo>
                  <a:lnTo>
                    <a:pt x="16" y="1"/>
                  </a:lnTo>
                  <a:lnTo>
                    <a:pt x="12" y="3"/>
                  </a:lnTo>
                  <a:lnTo>
                    <a:pt x="0" y="1"/>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4" name="Freeform 50">
              <a:extLst>
                <a:ext uri="{FF2B5EF4-FFF2-40B4-BE49-F238E27FC236}">
                  <a16:creationId xmlns:a16="http://schemas.microsoft.com/office/drawing/2014/main" id="{0E8B4E5E-0A45-8BC2-F24C-5980F8372E01}"/>
                </a:ext>
              </a:extLst>
            </p:cNvPr>
            <p:cNvSpPr>
              <a:spLocks noChangeAspect="1"/>
            </p:cNvSpPr>
            <p:nvPr/>
          </p:nvSpPr>
          <p:spPr bwMode="auto">
            <a:xfrm>
              <a:off x="829" y="2387"/>
              <a:ext cx="57" cy="65"/>
            </a:xfrm>
            <a:custGeom>
              <a:avLst/>
              <a:gdLst>
                <a:gd name="T0" fmla="*/ 108 w 322"/>
                <a:gd name="T1" fmla="*/ 349 h 367"/>
                <a:gd name="T2" fmla="*/ 92 w 322"/>
                <a:gd name="T3" fmla="*/ 349 h 367"/>
                <a:gd name="T4" fmla="*/ 78 w 322"/>
                <a:gd name="T5" fmla="*/ 341 h 367"/>
                <a:gd name="T6" fmla="*/ 70 w 322"/>
                <a:gd name="T7" fmla="*/ 328 h 367"/>
                <a:gd name="T8" fmla="*/ 55 w 322"/>
                <a:gd name="T9" fmla="*/ 322 h 367"/>
                <a:gd name="T10" fmla="*/ 35 w 322"/>
                <a:gd name="T11" fmla="*/ 322 h 367"/>
                <a:gd name="T12" fmla="*/ 31 w 322"/>
                <a:gd name="T13" fmla="*/ 317 h 367"/>
                <a:gd name="T14" fmla="*/ 28 w 322"/>
                <a:gd name="T15" fmla="*/ 286 h 367"/>
                <a:gd name="T16" fmla="*/ 26 w 322"/>
                <a:gd name="T17" fmla="*/ 276 h 367"/>
                <a:gd name="T18" fmla="*/ 23 w 322"/>
                <a:gd name="T19" fmla="*/ 254 h 367"/>
                <a:gd name="T20" fmla="*/ 22 w 322"/>
                <a:gd name="T21" fmla="*/ 238 h 367"/>
                <a:gd name="T22" fmla="*/ 18 w 322"/>
                <a:gd name="T23" fmla="*/ 214 h 367"/>
                <a:gd name="T24" fmla="*/ 17 w 322"/>
                <a:gd name="T25" fmla="*/ 198 h 367"/>
                <a:gd name="T26" fmla="*/ 14 w 322"/>
                <a:gd name="T27" fmla="*/ 176 h 367"/>
                <a:gd name="T28" fmla="*/ 11 w 322"/>
                <a:gd name="T29" fmla="*/ 152 h 367"/>
                <a:gd name="T30" fmla="*/ 10 w 322"/>
                <a:gd name="T31" fmla="*/ 140 h 367"/>
                <a:gd name="T32" fmla="*/ 6 w 322"/>
                <a:gd name="T33" fmla="*/ 114 h 367"/>
                <a:gd name="T34" fmla="*/ 4 w 322"/>
                <a:gd name="T35" fmla="*/ 100 h 367"/>
                <a:gd name="T36" fmla="*/ 4 w 322"/>
                <a:gd name="T37" fmla="*/ 73 h 367"/>
                <a:gd name="T38" fmla="*/ 31 w 322"/>
                <a:gd name="T39" fmla="*/ 68 h 367"/>
                <a:gd name="T40" fmla="*/ 73 w 322"/>
                <a:gd name="T41" fmla="*/ 61 h 367"/>
                <a:gd name="T42" fmla="*/ 95 w 322"/>
                <a:gd name="T43" fmla="*/ 56 h 367"/>
                <a:gd name="T44" fmla="*/ 118 w 322"/>
                <a:gd name="T45" fmla="*/ 65 h 367"/>
                <a:gd name="T46" fmla="*/ 152 w 322"/>
                <a:gd name="T47" fmla="*/ 72 h 367"/>
                <a:gd name="T48" fmla="*/ 178 w 322"/>
                <a:gd name="T49" fmla="*/ 74 h 367"/>
                <a:gd name="T50" fmla="*/ 204 w 322"/>
                <a:gd name="T51" fmla="*/ 62 h 367"/>
                <a:gd name="T52" fmla="*/ 236 w 322"/>
                <a:gd name="T53" fmla="*/ 44 h 367"/>
                <a:gd name="T54" fmla="*/ 266 w 322"/>
                <a:gd name="T55" fmla="*/ 18 h 367"/>
                <a:gd name="T56" fmla="*/ 301 w 322"/>
                <a:gd name="T57" fmla="*/ 12 h 367"/>
                <a:gd name="T58" fmla="*/ 307 w 322"/>
                <a:gd name="T59" fmla="*/ 46 h 367"/>
                <a:gd name="T60" fmla="*/ 310 w 322"/>
                <a:gd name="T61" fmla="*/ 66 h 367"/>
                <a:gd name="T62" fmla="*/ 316 w 322"/>
                <a:gd name="T63" fmla="*/ 96 h 367"/>
                <a:gd name="T64" fmla="*/ 318 w 322"/>
                <a:gd name="T65" fmla="*/ 108 h 367"/>
                <a:gd name="T66" fmla="*/ 322 w 322"/>
                <a:gd name="T67" fmla="*/ 128 h 367"/>
                <a:gd name="T68" fmla="*/ 311 w 322"/>
                <a:gd name="T69" fmla="*/ 136 h 367"/>
                <a:gd name="T70" fmla="*/ 317 w 322"/>
                <a:gd name="T71" fmla="*/ 154 h 367"/>
                <a:gd name="T72" fmla="*/ 317 w 322"/>
                <a:gd name="T73" fmla="*/ 174 h 367"/>
                <a:gd name="T74" fmla="*/ 316 w 322"/>
                <a:gd name="T75" fmla="*/ 190 h 367"/>
                <a:gd name="T76" fmla="*/ 312 w 322"/>
                <a:gd name="T77" fmla="*/ 208 h 367"/>
                <a:gd name="T78" fmla="*/ 312 w 322"/>
                <a:gd name="T79" fmla="*/ 230 h 367"/>
                <a:gd name="T80" fmla="*/ 301 w 322"/>
                <a:gd name="T81" fmla="*/ 241 h 367"/>
                <a:gd name="T82" fmla="*/ 289 w 322"/>
                <a:gd name="T83" fmla="*/ 258 h 367"/>
                <a:gd name="T84" fmla="*/ 271 w 322"/>
                <a:gd name="T85" fmla="*/ 262 h 367"/>
                <a:gd name="T86" fmla="*/ 257 w 322"/>
                <a:gd name="T87" fmla="*/ 280 h 367"/>
                <a:gd name="T88" fmla="*/ 256 w 322"/>
                <a:gd name="T89" fmla="*/ 286 h 367"/>
                <a:gd name="T90" fmla="*/ 256 w 322"/>
                <a:gd name="T91" fmla="*/ 307 h 367"/>
                <a:gd name="T92" fmla="*/ 240 w 322"/>
                <a:gd name="T93" fmla="*/ 301 h 367"/>
                <a:gd name="T94" fmla="*/ 229 w 322"/>
                <a:gd name="T95" fmla="*/ 330 h 367"/>
                <a:gd name="T96" fmla="*/ 228 w 322"/>
                <a:gd name="T97" fmla="*/ 346 h 367"/>
                <a:gd name="T98" fmla="*/ 221 w 322"/>
                <a:gd name="T99" fmla="*/ 362 h 367"/>
                <a:gd name="T100" fmla="*/ 202 w 322"/>
                <a:gd name="T101" fmla="*/ 361 h 367"/>
                <a:gd name="T102" fmla="*/ 186 w 322"/>
                <a:gd name="T103" fmla="*/ 355 h 367"/>
                <a:gd name="T104" fmla="*/ 168 w 322"/>
                <a:gd name="T105" fmla="*/ 342 h 367"/>
                <a:gd name="T106" fmla="*/ 152 w 322"/>
                <a:gd name="T107" fmla="*/ 355 h 367"/>
                <a:gd name="T108" fmla="*/ 132 w 322"/>
                <a:gd name="T109" fmla="*/ 349 h 367"/>
                <a:gd name="T110" fmla="*/ 121 w 322"/>
                <a:gd name="T111" fmla="*/ 35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 h="367">
                  <a:moveTo>
                    <a:pt x="120" y="358"/>
                  </a:moveTo>
                  <a:lnTo>
                    <a:pt x="116" y="358"/>
                  </a:lnTo>
                  <a:lnTo>
                    <a:pt x="108" y="349"/>
                  </a:lnTo>
                  <a:lnTo>
                    <a:pt x="103" y="348"/>
                  </a:lnTo>
                  <a:lnTo>
                    <a:pt x="96" y="347"/>
                  </a:lnTo>
                  <a:lnTo>
                    <a:pt x="92" y="349"/>
                  </a:lnTo>
                  <a:lnTo>
                    <a:pt x="88" y="348"/>
                  </a:lnTo>
                  <a:lnTo>
                    <a:pt x="79" y="346"/>
                  </a:lnTo>
                  <a:lnTo>
                    <a:pt x="78" y="341"/>
                  </a:lnTo>
                  <a:lnTo>
                    <a:pt x="76" y="336"/>
                  </a:lnTo>
                  <a:lnTo>
                    <a:pt x="73" y="335"/>
                  </a:lnTo>
                  <a:lnTo>
                    <a:pt x="70" y="328"/>
                  </a:lnTo>
                  <a:lnTo>
                    <a:pt x="65" y="325"/>
                  </a:lnTo>
                  <a:lnTo>
                    <a:pt x="56" y="320"/>
                  </a:lnTo>
                  <a:lnTo>
                    <a:pt x="55" y="322"/>
                  </a:lnTo>
                  <a:lnTo>
                    <a:pt x="47" y="325"/>
                  </a:lnTo>
                  <a:lnTo>
                    <a:pt x="36" y="319"/>
                  </a:lnTo>
                  <a:lnTo>
                    <a:pt x="35" y="322"/>
                  </a:lnTo>
                  <a:lnTo>
                    <a:pt x="31" y="324"/>
                  </a:lnTo>
                  <a:lnTo>
                    <a:pt x="31" y="322"/>
                  </a:lnTo>
                  <a:lnTo>
                    <a:pt x="31" y="317"/>
                  </a:lnTo>
                  <a:lnTo>
                    <a:pt x="29" y="305"/>
                  </a:lnTo>
                  <a:lnTo>
                    <a:pt x="28" y="289"/>
                  </a:lnTo>
                  <a:lnTo>
                    <a:pt x="28" y="286"/>
                  </a:lnTo>
                  <a:lnTo>
                    <a:pt x="26" y="283"/>
                  </a:lnTo>
                  <a:lnTo>
                    <a:pt x="26" y="280"/>
                  </a:lnTo>
                  <a:lnTo>
                    <a:pt x="26" y="276"/>
                  </a:lnTo>
                  <a:lnTo>
                    <a:pt x="25" y="275"/>
                  </a:lnTo>
                  <a:lnTo>
                    <a:pt x="24" y="264"/>
                  </a:lnTo>
                  <a:lnTo>
                    <a:pt x="23" y="254"/>
                  </a:lnTo>
                  <a:lnTo>
                    <a:pt x="23" y="250"/>
                  </a:lnTo>
                  <a:lnTo>
                    <a:pt x="22" y="245"/>
                  </a:lnTo>
                  <a:lnTo>
                    <a:pt x="22" y="238"/>
                  </a:lnTo>
                  <a:lnTo>
                    <a:pt x="22" y="236"/>
                  </a:lnTo>
                  <a:lnTo>
                    <a:pt x="19" y="226"/>
                  </a:lnTo>
                  <a:lnTo>
                    <a:pt x="18" y="214"/>
                  </a:lnTo>
                  <a:lnTo>
                    <a:pt x="18" y="208"/>
                  </a:lnTo>
                  <a:lnTo>
                    <a:pt x="17" y="203"/>
                  </a:lnTo>
                  <a:lnTo>
                    <a:pt x="17" y="198"/>
                  </a:lnTo>
                  <a:lnTo>
                    <a:pt x="16" y="188"/>
                  </a:lnTo>
                  <a:lnTo>
                    <a:pt x="14" y="182"/>
                  </a:lnTo>
                  <a:lnTo>
                    <a:pt x="14" y="176"/>
                  </a:lnTo>
                  <a:lnTo>
                    <a:pt x="12" y="167"/>
                  </a:lnTo>
                  <a:lnTo>
                    <a:pt x="12" y="164"/>
                  </a:lnTo>
                  <a:lnTo>
                    <a:pt x="11" y="152"/>
                  </a:lnTo>
                  <a:lnTo>
                    <a:pt x="10" y="148"/>
                  </a:lnTo>
                  <a:lnTo>
                    <a:pt x="10" y="142"/>
                  </a:lnTo>
                  <a:lnTo>
                    <a:pt x="10" y="140"/>
                  </a:lnTo>
                  <a:lnTo>
                    <a:pt x="7" y="128"/>
                  </a:lnTo>
                  <a:lnTo>
                    <a:pt x="6" y="116"/>
                  </a:lnTo>
                  <a:lnTo>
                    <a:pt x="6" y="114"/>
                  </a:lnTo>
                  <a:lnTo>
                    <a:pt x="5" y="106"/>
                  </a:lnTo>
                  <a:lnTo>
                    <a:pt x="5" y="104"/>
                  </a:lnTo>
                  <a:lnTo>
                    <a:pt x="4" y="100"/>
                  </a:lnTo>
                  <a:lnTo>
                    <a:pt x="2" y="89"/>
                  </a:lnTo>
                  <a:lnTo>
                    <a:pt x="0" y="73"/>
                  </a:lnTo>
                  <a:lnTo>
                    <a:pt x="4" y="73"/>
                  </a:lnTo>
                  <a:lnTo>
                    <a:pt x="23" y="70"/>
                  </a:lnTo>
                  <a:lnTo>
                    <a:pt x="29" y="68"/>
                  </a:lnTo>
                  <a:lnTo>
                    <a:pt x="31" y="68"/>
                  </a:lnTo>
                  <a:lnTo>
                    <a:pt x="43" y="66"/>
                  </a:lnTo>
                  <a:lnTo>
                    <a:pt x="65" y="62"/>
                  </a:lnTo>
                  <a:lnTo>
                    <a:pt x="73" y="61"/>
                  </a:lnTo>
                  <a:lnTo>
                    <a:pt x="85" y="59"/>
                  </a:lnTo>
                  <a:lnTo>
                    <a:pt x="88" y="58"/>
                  </a:lnTo>
                  <a:lnTo>
                    <a:pt x="95" y="56"/>
                  </a:lnTo>
                  <a:lnTo>
                    <a:pt x="101" y="60"/>
                  </a:lnTo>
                  <a:lnTo>
                    <a:pt x="110" y="61"/>
                  </a:lnTo>
                  <a:lnTo>
                    <a:pt x="118" y="65"/>
                  </a:lnTo>
                  <a:lnTo>
                    <a:pt x="131" y="71"/>
                  </a:lnTo>
                  <a:lnTo>
                    <a:pt x="148" y="67"/>
                  </a:lnTo>
                  <a:lnTo>
                    <a:pt x="152" y="72"/>
                  </a:lnTo>
                  <a:lnTo>
                    <a:pt x="158" y="77"/>
                  </a:lnTo>
                  <a:lnTo>
                    <a:pt x="168" y="80"/>
                  </a:lnTo>
                  <a:lnTo>
                    <a:pt x="178" y="74"/>
                  </a:lnTo>
                  <a:lnTo>
                    <a:pt x="185" y="72"/>
                  </a:lnTo>
                  <a:lnTo>
                    <a:pt x="192" y="66"/>
                  </a:lnTo>
                  <a:lnTo>
                    <a:pt x="204" y="62"/>
                  </a:lnTo>
                  <a:lnTo>
                    <a:pt x="211" y="64"/>
                  </a:lnTo>
                  <a:lnTo>
                    <a:pt x="220" y="61"/>
                  </a:lnTo>
                  <a:lnTo>
                    <a:pt x="236" y="44"/>
                  </a:lnTo>
                  <a:lnTo>
                    <a:pt x="241" y="37"/>
                  </a:lnTo>
                  <a:lnTo>
                    <a:pt x="242" y="36"/>
                  </a:lnTo>
                  <a:lnTo>
                    <a:pt x="266" y="18"/>
                  </a:lnTo>
                  <a:lnTo>
                    <a:pt x="299" y="0"/>
                  </a:lnTo>
                  <a:lnTo>
                    <a:pt x="300" y="10"/>
                  </a:lnTo>
                  <a:lnTo>
                    <a:pt x="301" y="12"/>
                  </a:lnTo>
                  <a:lnTo>
                    <a:pt x="304" y="25"/>
                  </a:lnTo>
                  <a:lnTo>
                    <a:pt x="305" y="34"/>
                  </a:lnTo>
                  <a:lnTo>
                    <a:pt x="307" y="46"/>
                  </a:lnTo>
                  <a:lnTo>
                    <a:pt x="307" y="47"/>
                  </a:lnTo>
                  <a:lnTo>
                    <a:pt x="308" y="58"/>
                  </a:lnTo>
                  <a:lnTo>
                    <a:pt x="310" y="66"/>
                  </a:lnTo>
                  <a:lnTo>
                    <a:pt x="313" y="82"/>
                  </a:lnTo>
                  <a:lnTo>
                    <a:pt x="314" y="94"/>
                  </a:lnTo>
                  <a:lnTo>
                    <a:pt x="316" y="96"/>
                  </a:lnTo>
                  <a:lnTo>
                    <a:pt x="317" y="103"/>
                  </a:lnTo>
                  <a:lnTo>
                    <a:pt x="317" y="106"/>
                  </a:lnTo>
                  <a:lnTo>
                    <a:pt x="318" y="108"/>
                  </a:lnTo>
                  <a:lnTo>
                    <a:pt x="318" y="114"/>
                  </a:lnTo>
                  <a:lnTo>
                    <a:pt x="319" y="120"/>
                  </a:lnTo>
                  <a:lnTo>
                    <a:pt x="322" y="128"/>
                  </a:lnTo>
                  <a:lnTo>
                    <a:pt x="318" y="131"/>
                  </a:lnTo>
                  <a:lnTo>
                    <a:pt x="313" y="132"/>
                  </a:lnTo>
                  <a:lnTo>
                    <a:pt x="311" y="136"/>
                  </a:lnTo>
                  <a:lnTo>
                    <a:pt x="317" y="143"/>
                  </a:lnTo>
                  <a:lnTo>
                    <a:pt x="318" y="152"/>
                  </a:lnTo>
                  <a:lnTo>
                    <a:pt x="317" y="154"/>
                  </a:lnTo>
                  <a:lnTo>
                    <a:pt x="319" y="155"/>
                  </a:lnTo>
                  <a:lnTo>
                    <a:pt x="319" y="166"/>
                  </a:lnTo>
                  <a:lnTo>
                    <a:pt x="317" y="174"/>
                  </a:lnTo>
                  <a:lnTo>
                    <a:pt x="316" y="178"/>
                  </a:lnTo>
                  <a:lnTo>
                    <a:pt x="316" y="180"/>
                  </a:lnTo>
                  <a:lnTo>
                    <a:pt x="316" y="190"/>
                  </a:lnTo>
                  <a:lnTo>
                    <a:pt x="316" y="196"/>
                  </a:lnTo>
                  <a:lnTo>
                    <a:pt x="313" y="202"/>
                  </a:lnTo>
                  <a:lnTo>
                    <a:pt x="312" y="208"/>
                  </a:lnTo>
                  <a:lnTo>
                    <a:pt x="311" y="218"/>
                  </a:lnTo>
                  <a:lnTo>
                    <a:pt x="313" y="221"/>
                  </a:lnTo>
                  <a:lnTo>
                    <a:pt x="312" y="230"/>
                  </a:lnTo>
                  <a:lnTo>
                    <a:pt x="307" y="233"/>
                  </a:lnTo>
                  <a:lnTo>
                    <a:pt x="304" y="238"/>
                  </a:lnTo>
                  <a:lnTo>
                    <a:pt x="301" y="241"/>
                  </a:lnTo>
                  <a:lnTo>
                    <a:pt x="299" y="245"/>
                  </a:lnTo>
                  <a:lnTo>
                    <a:pt x="296" y="250"/>
                  </a:lnTo>
                  <a:lnTo>
                    <a:pt x="289" y="258"/>
                  </a:lnTo>
                  <a:lnTo>
                    <a:pt x="286" y="259"/>
                  </a:lnTo>
                  <a:lnTo>
                    <a:pt x="281" y="264"/>
                  </a:lnTo>
                  <a:lnTo>
                    <a:pt x="271" y="262"/>
                  </a:lnTo>
                  <a:lnTo>
                    <a:pt x="268" y="274"/>
                  </a:lnTo>
                  <a:lnTo>
                    <a:pt x="258" y="276"/>
                  </a:lnTo>
                  <a:lnTo>
                    <a:pt x="257" y="280"/>
                  </a:lnTo>
                  <a:lnTo>
                    <a:pt x="256" y="283"/>
                  </a:lnTo>
                  <a:lnTo>
                    <a:pt x="256" y="284"/>
                  </a:lnTo>
                  <a:lnTo>
                    <a:pt x="256" y="286"/>
                  </a:lnTo>
                  <a:lnTo>
                    <a:pt x="257" y="289"/>
                  </a:lnTo>
                  <a:lnTo>
                    <a:pt x="257" y="292"/>
                  </a:lnTo>
                  <a:lnTo>
                    <a:pt x="256" y="307"/>
                  </a:lnTo>
                  <a:lnTo>
                    <a:pt x="251" y="314"/>
                  </a:lnTo>
                  <a:lnTo>
                    <a:pt x="248" y="314"/>
                  </a:lnTo>
                  <a:lnTo>
                    <a:pt x="240" y="301"/>
                  </a:lnTo>
                  <a:lnTo>
                    <a:pt x="236" y="305"/>
                  </a:lnTo>
                  <a:lnTo>
                    <a:pt x="234" y="310"/>
                  </a:lnTo>
                  <a:lnTo>
                    <a:pt x="229" y="330"/>
                  </a:lnTo>
                  <a:lnTo>
                    <a:pt x="233" y="342"/>
                  </a:lnTo>
                  <a:lnTo>
                    <a:pt x="230" y="346"/>
                  </a:lnTo>
                  <a:lnTo>
                    <a:pt x="228" y="346"/>
                  </a:lnTo>
                  <a:lnTo>
                    <a:pt x="226" y="348"/>
                  </a:lnTo>
                  <a:lnTo>
                    <a:pt x="226" y="356"/>
                  </a:lnTo>
                  <a:lnTo>
                    <a:pt x="221" y="362"/>
                  </a:lnTo>
                  <a:lnTo>
                    <a:pt x="212" y="366"/>
                  </a:lnTo>
                  <a:lnTo>
                    <a:pt x="205" y="367"/>
                  </a:lnTo>
                  <a:lnTo>
                    <a:pt x="202" y="361"/>
                  </a:lnTo>
                  <a:lnTo>
                    <a:pt x="198" y="360"/>
                  </a:lnTo>
                  <a:lnTo>
                    <a:pt x="192" y="355"/>
                  </a:lnTo>
                  <a:lnTo>
                    <a:pt x="186" y="355"/>
                  </a:lnTo>
                  <a:lnTo>
                    <a:pt x="182" y="350"/>
                  </a:lnTo>
                  <a:lnTo>
                    <a:pt x="179" y="338"/>
                  </a:lnTo>
                  <a:lnTo>
                    <a:pt x="168" y="342"/>
                  </a:lnTo>
                  <a:lnTo>
                    <a:pt x="162" y="353"/>
                  </a:lnTo>
                  <a:lnTo>
                    <a:pt x="155" y="354"/>
                  </a:lnTo>
                  <a:lnTo>
                    <a:pt x="152" y="355"/>
                  </a:lnTo>
                  <a:lnTo>
                    <a:pt x="151" y="358"/>
                  </a:lnTo>
                  <a:lnTo>
                    <a:pt x="144" y="353"/>
                  </a:lnTo>
                  <a:lnTo>
                    <a:pt x="132" y="349"/>
                  </a:lnTo>
                  <a:lnTo>
                    <a:pt x="125" y="353"/>
                  </a:lnTo>
                  <a:lnTo>
                    <a:pt x="125" y="358"/>
                  </a:lnTo>
                  <a:lnTo>
                    <a:pt x="121" y="359"/>
                  </a:lnTo>
                  <a:lnTo>
                    <a:pt x="120" y="35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5" name="Freeform 51">
              <a:extLst>
                <a:ext uri="{FF2B5EF4-FFF2-40B4-BE49-F238E27FC236}">
                  <a16:creationId xmlns:a16="http://schemas.microsoft.com/office/drawing/2014/main" id="{AE533C7F-FEED-E3F8-30ED-F1FA9D97D5E3}"/>
                </a:ext>
              </a:extLst>
            </p:cNvPr>
            <p:cNvSpPr>
              <a:spLocks noChangeAspect="1"/>
            </p:cNvSpPr>
            <p:nvPr/>
          </p:nvSpPr>
          <p:spPr bwMode="auto">
            <a:xfrm>
              <a:off x="768" y="2481"/>
              <a:ext cx="115" cy="42"/>
            </a:xfrm>
            <a:custGeom>
              <a:avLst/>
              <a:gdLst>
                <a:gd name="T0" fmla="*/ 66 w 646"/>
                <a:gd name="T1" fmla="*/ 82 h 236"/>
                <a:gd name="T2" fmla="*/ 48 w 646"/>
                <a:gd name="T3" fmla="*/ 84 h 236"/>
                <a:gd name="T4" fmla="*/ 37 w 646"/>
                <a:gd name="T5" fmla="*/ 110 h 236"/>
                <a:gd name="T6" fmla="*/ 37 w 646"/>
                <a:gd name="T7" fmla="*/ 135 h 236"/>
                <a:gd name="T8" fmla="*/ 26 w 646"/>
                <a:gd name="T9" fmla="*/ 180 h 236"/>
                <a:gd name="T10" fmla="*/ 7 w 646"/>
                <a:gd name="T11" fmla="*/ 197 h 236"/>
                <a:gd name="T12" fmla="*/ 17 w 646"/>
                <a:gd name="T13" fmla="*/ 222 h 236"/>
                <a:gd name="T14" fmla="*/ 35 w 646"/>
                <a:gd name="T15" fmla="*/ 233 h 236"/>
                <a:gd name="T16" fmla="*/ 66 w 646"/>
                <a:gd name="T17" fmla="*/ 231 h 236"/>
                <a:gd name="T18" fmla="*/ 86 w 646"/>
                <a:gd name="T19" fmla="*/ 230 h 236"/>
                <a:gd name="T20" fmla="*/ 102 w 646"/>
                <a:gd name="T21" fmla="*/ 228 h 236"/>
                <a:gd name="T22" fmla="*/ 125 w 646"/>
                <a:gd name="T23" fmla="*/ 226 h 236"/>
                <a:gd name="T24" fmla="*/ 160 w 646"/>
                <a:gd name="T25" fmla="*/ 222 h 236"/>
                <a:gd name="T26" fmla="*/ 186 w 646"/>
                <a:gd name="T27" fmla="*/ 219 h 236"/>
                <a:gd name="T28" fmla="*/ 238 w 646"/>
                <a:gd name="T29" fmla="*/ 214 h 236"/>
                <a:gd name="T30" fmla="*/ 270 w 646"/>
                <a:gd name="T31" fmla="*/ 212 h 236"/>
                <a:gd name="T32" fmla="*/ 310 w 646"/>
                <a:gd name="T33" fmla="*/ 207 h 236"/>
                <a:gd name="T34" fmla="*/ 344 w 646"/>
                <a:gd name="T35" fmla="*/ 203 h 236"/>
                <a:gd name="T36" fmla="*/ 373 w 646"/>
                <a:gd name="T37" fmla="*/ 200 h 236"/>
                <a:gd name="T38" fmla="*/ 388 w 646"/>
                <a:gd name="T39" fmla="*/ 198 h 236"/>
                <a:gd name="T40" fmla="*/ 414 w 646"/>
                <a:gd name="T41" fmla="*/ 195 h 236"/>
                <a:gd name="T42" fmla="*/ 430 w 646"/>
                <a:gd name="T43" fmla="*/ 192 h 236"/>
                <a:gd name="T44" fmla="*/ 452 w 646"/>
                <a:gd name="T45" fmla="*/ 189 h 236"/>
                <a:gd name="T46" fmla="*/ 464 w 646"/>
                <a:gd name="T47" fmla="*/ 174 h 236"/>
                <a:gd name="T48" fmla="*/ 482 w 646"/>
                <a:gd name="T49" fmla="*/ 155 h 236"/>
                <a:gd name="T50" fmla="*/ 492 w 646"/>
                <a:gd name="T51" fmla="*/ 131 h 236"/>
                <a:gd name="T52" fmla="*/ 520 w 646"/>
                <a:gd name="T53" fmla="*/ 123 h 236"/>
                <a:gd name="T54" fmla="*/ 556 w 646"/>
                <a:gd name="T55" fmla="*/ 98 h 236"/>
                <a:gd name="T56" fmla="*/ 560 w 646"/>
                <a:gd name="T57" fmla="*/ 80 h 236"/>
                <a:gd name="T58" fmla="*/ 581 w 646"/>
                <a:gd name="T59" fmla="*/ 71 h 236"/>
                <a:gd name="T60" fmla="*/ 595 w 646"/>
                <a:gd name="T61" fmla="*/ 62 h 236"/>
                <a:gd name="T62" fmla="*/ 616 w 646"/>
                <a:gd name="T63" fmla="*/ 53 h 236"/>
                <a:gd name="T64" fmla="*/ 624 w 646"/>
                <a:gd name="T65" fmla="*/ 52 h 236"/>
                <a:gd name="T66" fmla="*/ 642 w 646"/>
                <a:gd name="T67" fmla="*/ 28 h 236"/>
                <a:gd name="T68" fmla="*/ 646 w 646"/>
                <a:gd name="T69" fmla="*/ 0 h 236"/>
                <a:gd name="T70" fmla="*/ 624 w 646"/>
                <a:gd name="T71" fmla="*/ 5 h 236"/>
                <a:gd name="T72" fmla="*/ 601 w 646"/>
                <a:gd name="T73" fmla="*/ 9 h 236"/>
                <a:gd name="T74" fmla="*/ 581 w 646"/>
                <a:gd name="T75" fmla="*/ 12 h 236"/>
                <a:gd name="T76" fmla="*/ 557 w 646"/>
                <a:gd name="T77" fmla="*/ 16 h 236"/>
                <a:gd name="T78" fmla="*/ 522 w 646"/>
                <a:gd name="T79" fmla="*/ 21 h 236"/>
                <a:gd name="T80" fmla="*/ 492 w 646"/>
                <a:gd name="T81" fmla="*/ 24 h 236"/>
                <a:gd name="T82" fmla="*/ 468 w 646"/>
                <a:gd name="T83" fmla="*/ 29 h 236"/>
                <a:gd name="T84" fmla="*/ 450 w 646"/>
                <a:gd name="T85" fmla="*/ 32 h 236"/>
                <a:gd name="T86" fmla="*/ 409 w 646"/>
                <a:gd name="T87" fmla="*/ 36 h 236"/>
                <a:gd name="T88" fmla="*/ 394 w 646"/>
                <a:gd name="T89" fmla="*/ 36 h 236"/>
                <a:gd name="T90" fmla="*/ 370 w 646"/>
                <a:gd name="T91" fmla="*/ 39 h 236"/>
                <a:gd name="T92" fmla="*/ 354 w 646"/>
                <a:gd name="T93" fmla="*/ 41 h 236"/>
                <a:gd name="T94" fmla="*/ 323 w 646"/>
                <a:gd name="T95" fmla="*/ 45 h 236"/>
                <a:gd name="T96" fmla="*/ 300 w 646"/>
                <a:gd name="T97" fmla="*/ 46 h 236"/>
                <a:gd name="T98" fmla="*/ 277 w 646"/>
                <a:gd name="T99" fmla="*/ 47 h 236"/>
                <a:gd name="T100" fmla="*/ 263 w 646"/>
                <a:gd name="T101" fmla="*/ 50 h 236"/>
                <a:gd name="T102" fmla="*/ 235 w 646"/>
                <a:gd name="T103" fmla="*/ 53 h 236"/>
                <a:gd name="T104" fmla="*/ 204 w 646"/>
                <a:gd name="T105" fmla="*/ 57 h 236"/>
                <a:gd name="T106" fmla="*/ 175 w 646"/>
                <a:gd name="T107" fmla="*/ 60 h 236"/>
                <a:gd name="T108" fmla="*/ 160 w 646"/>
                <a:gd name="T109" fmla="*/ 63 h 236"/>
                <a:gd name="T110" fmla="*/ 127 w 646"/>
                <a:gd name="T111" fmla="*/ 77 h 236"/>
                <a:gd name="T112" fmla="*/ 102 w 646"/>
                <a:gd name="T113" fmla="*/ 8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6" h="236">
                  <a:moveTo>
                    <a:pt x="102" y="80"/>
                  </a:moveTo>
                  <a:lnTo>
                    <a:pt x="101" y="80"/>
                  </a:lnTo>
                  <a:lnTo>
                    <a:pt x="90" y="81"/>
                  </a:lnTo>
                  <a:lnTo>
                    <a:pt x="66" y="82"/>
                  </a:lnTo>
                  <a:lnTo>
                    <a:pt x="62" y="83"/>
                  </a:lnTo>
                  <a:lnTo>
                    <a:pt x="56" y="84"/>
                  </a:lnTo>
                  <a:lnTo>
                    <a:pt x="52" y="84"/>
                  </a:lnTo>
                  <a:lnTo>
                    <a:pt x="48" y="84"/>
                  </a:lnTo>
                  <a:lnTo>
                    <a:pt x="50" y="96"/>
                  </a:lnTo>
                  <a:lnTo>
                    <a:pt x="48" y="101"/>
                  </a:lnTo>
                  <a:lnTo>
                    <a:pt x="49" y="110"/>
                  </a:lnTo>
                  <a:lnTo>
                    <a:pt x="37" y="110"/>
                  </a:lnTo>
                  <a:lnTo>
                    <a:pt x="43" y="116"/>
                  </a:lnTo>
                  <a:lnTo>
                    <a:pt x="46" y="122"/>
                  </a:lnTo>
                  <a:lnTo>
                    <a:pt x="44" y="124"/>
                  </a:lnTo>
                  <a:lnTo>
                    <a:pt x="37" y="135"/>
                  </a:lnTo>
                  <a:lnTo>
                    <a:pt x="44" y="143"/>
                  </a:lnTo>
                  <a:lnTo>
                    <a:pt x="36" y="144"/>
                  </a:lnTo>
                  <a:lnTo>
                    <a:pt x="28" y="160"/>
                  </a:lnTo>
                  <a:lnTo>
                    <a:pt x="26" y="180"/>
                  </a:lnTo>
                  <a:lnTo>
                    <a:pt x="19" y="179"/>
                  </a:lnTo>
                  <a:lnTo>
                    <a:pt x="17" y="185"/>
                  </a:lnTo>
                  <a:lnTo>
                    <a:pt x="10" y="192"/>
                  </a:lnTo>
                  <a:lnTo>
                    <a:pt x="7" y="197"/>
                  </a:lnTo>
                  <a:lnTo>
                    <a:pt x="10" y="198"/>
                  </a:lnTo>
                  <a:lnTo>
                    <a:pt x="11" y="195"/>
                  </a:lnTo>
                  <a:lnTo>
                    <a:pt x="14" y="200"/>
                  </a:lnTo>
                  <a:lnTo>
                    <a:pt x="17" y="222"/>
                  </a:lnTo>
                  <a:lnTo>
                    <a:pt x="12" y="222"/>
                  </a:lnTo>
                  <a:lnTo>
                    <a:pt x="0" y="236"/>
                  </a:lnTo>
                  <a:lnTo>
                    <a:pt x="24" y="234"/>
                  </a:lnTo>
                  <a:lnTo>
                    <a:pt x="35" y="233"/>
                  </a:lnTo>
                  <a:lnTo>
                    <a:pt x="46" y="232"/>
                  </a:lnTo>
                  <a:lnTo>
                    <a:pt x="52" y="232"/>
                  </a:lnTo>
                  <a:lnTo>
                    <a:pt x="60" y="232"/>
                  </a:lnTo>
                  <a:lnTo>
                    <a:pt x="66" y="231"/>
                  </a:lnTo>
                  <a:lnTo>
                    <a:pt x="74" y="231"/>
                  </a:lnTo>
                  <a:lnTo>
                    <a:pt x="78" y="230"/>
                  </a:lnTo>
                  <a:lnTo>
                    <a:pt x="82" y="230"/>
                  </a:lnTo>
                  <a:lnTo>
                    <a:pt x="86" y="230"/>
                  </a:lnTo>
                  <a:lnTo>
                    <a:pt x="94" y="228"/>
                  </a:lnTo>
                  <a:lnTo>
                    <a:pt x="97" y="228"/>
                  </a:lnTo>
                  <a:lnTo>
                    <a:pt x="101" y="228"/>
                  </a:lnTo>
                  <a:lnTo>
                    <a:pt x="102" y="228"/>
                  </a:lnTo>
                  <a:lnTo>
                    <a:pt x="108" y="227"/>
                  </a:lnTo>
                  <a:lnTo>
                    <a:pt x="115" y="226"/>
                  </a:lnTo>
                  <a:lnTo>
                    <a:pt x="119" y="226"/>
                  </a:lnTo>
                  <a:lnTo>
                    <a:pt x="125" y="226"/>
                  </a:lnTo>
                  <a:lnTo>
                    <a:pt x="133" y="225"/>
                  </a:lnTo>
                  <a:lnTo>
                    <a:pt x="150" y="224"/>
                  </a:lnTo>
                  <a:lnTo>
                    <a:pt x="151" y="224"/>
                  </a:lnTo>
                  <a:lnTo>
                    <a:pt x="160" y="222"/>
                  </a:lnTo>
                  <a:lnTo>
                    <a:pt x="163" y="222"/>
                  </a:lnTo>
                  <a:lnTo>
                    <a:pt x="163" y="221"/>
                  </a:lnTo>
                  <a:lnTo>
                    <a:pt x="180" y="219"/>
                  </a:lnTo>
                  <a:lnTo>
                    <a:pt x="186" y="219"/>
                  </a:lnTo>
                  <a:lnTo>
                    <a:pt x="204" y="218"/>
                  </a:lnTo>
                  <a:lnTo>
                    <a:pt x="210" y="216"/>
                  </a:lnTo>
                  <a:lnTo>
                    <a:pt x="228" y="215"/>
                  </a:lnTo>
                  <a:lnTo>
                    <a:pt x="238" y="214"/>
                  </a:lnTo>
                  <a:lnTo>
                    <a:pt x="240" y="214"/>
                  </a:lnTo>
                  <a:lnTo>
                    <a:pt x="263" y="212"/>
                  </a:lnTo>
                  <a:lnTo>
                    <a:pt x="268" y="212"/>
                  </a:lnTo>
                  <a:lnTo>
                    <a:pt x="270" y="212"/>
                  </a:lnTo>
                  <a:lnTo>
                    <a:pt x="274" y="210"/>
                  </a:lnTo>
                  <a:lnTo>
                    <a:pt x="295" y="208"/>
                  </a:lnTo>
                  <a:lnTo>
                    <a:pt x="306" y="207"/>
                  </a:lnTo>
                  <a:lnTo>
                    <a:pt x="310" y="207"/>
                  </a:lnTo>
                  <a:lnTo>
                    <a:pt x="311" y="207"/>
                  </a:lnTo>
                  <a:lnTo>
                    <a:pt x="313" y="207"/>
                  </a:lnTo>
                  <a:lnTo>
                    <a:pt x="330" y="204"/>
                  </a:lnTo>
                  <a:lnTo>
                    <a:pt x="344" y="203"/>
                  </a:lnTo>
                  <a:lnTo>
                    <a:pt x="347" y="203"/>
                  </a:lnTo>
                  <a:lnTo>
                    <a:pt x="364" y="201"/>
                  </a:lnTo>
                  <a:lnTo>
                    <a:pt x="365" y="201"/>
                  </a:lnTo>
                  <a:lnTo>
                    <a:pt x="373" y="200"/>
                  </a:lnTo>
                  <a:lnTo>
                    <a:pt x="376" y="200"/>
                  </a:lnTo>
                  <a:lnTo>
                    <a:pt x="383" y="198"/>
                  </a:lnTo>
                  <a:lnTo>
                    <a:pt x="384" y="198"/>
                  </a:lnTo>
                  <a:lnTo>
                    <a:pt x="388" y="198"/>
                  </a:lnTo>
                  <a:lnTo>
                    <a:pt x="391" y="197"/>
                  </a:lnTo>
                  <a:lnTo>
                    <a:pt x="392" y="197"/>
                  </a:lnTo>
                  <a:lnTo>
                    <a:pt x="394" y="197"/>
                  </a:lnTo>
                  <a:lnTo>
                    <a:pt x="414" y="195"/>
                  </a:lnTo>
                  <a:lnTo>
                    <a:pt x="418" y="194"/>
                  </a:lnTo>
                  <a:lnTo>
                    <a:pt x="425" y="194"/>
                  </a:lnTo>
                  <a:lnTo>
                    <a:pt x="427" y="192"/>
                  </a:lnTo>
                  <a:lnTo>
                    <a:pt x="430" y="192"/>
                  </a:lnTo>
                  <a:lnTo>
                    <a:pt x="431" y="192"/>
                  </a:lnTo>
                  <a:lnTo>
                    <a:pt x="434" y="191"/>
                  </a:lnTo>
                  <a:lnTo>
                    <a:pt x="442" y="191"/>
                  </a:lnTo>
                  <a:lnTo>
                    <a:pt x="452" y="189"/>
                  </a:lnTo>
                  <a:lnTo>
                    <a:pt x="461" y="189"/>
                  </a:lnTo>
                  <a:lnTo>
                    <a:pt x="464" y="188"/>
                  </a:lnTo>
                  <a:lnTo>
                    <a:pt x="464" y="186"/>
                  </a:lnTo>
                  <a:lnTo>
                    <a:pt x="464" y="174"/>
                  </a:lnTo>
                  <a:lnTo>
                    <a:pt x="464" y="166"/>
                  </a:lnTo>
                  <a:lnTo>
                    <a:pt x="467" y="161"/>
                  </a:lnTo>
                  <a:lnTo>
                    <a:pt x="479" y="160"/>
                  </a:lnTo>
                  <a:lnTo>
                    <a:pt x="482" y="155"/>
                  </a:lnTo>
                  <a:lnTo>
                    <a:pt x="484" y="147"/>
                  </a:lnTo>
                  <a:lnTo>
                    <a:pt x="484" y="142"/>
                  </a:lnTo>
                  <a:lnTo>
                    <a:pt x="486" y="138"/>
                  </a:lnTo>
                  <a:lnTo>
                    <a:pt x="492" y="131"/>
                  </a:lnTo>
                  <a:lnTo>
                    <a:pt x="500" y="126"/>
                  </a:lnTo>
                  <a:lnTo>
                    <a:pt x="508" y="124"/>
                  </a:lnTo>
                  <a:lnTo>
                    <a:pt x="510" y="124"/>
                  </a:lnTo>
                  <a:lnTo>
                    <a:pt x="520" y="123"/>
                  </a:lnTo>
                  <a:lnTo>
                    <a:pt x="536" y="107"/>
                  </a:lnTo>
                  <a:lnTo>
                    <a:pt x="536" y="106"/>
                  </a:lnTo>
                  <a:lnTo>
                    <a:pt x="546" y="99"/>
                  </a:lnTo>
                  <a:lnTo>
                    <a:pt x="556" y="98"/>
                  </a:lnTo>
                  <a:lnTo>
                    <a:pt x="558" y="95"/>
                  </a:lnTo>
                  <a:lnTo>
                    <a:pt x="562" y="86"/>
                  </a:lnTo>
                  <a:lnTo>
                    <a:pt x="562" y="84"/>
                  </a:lnTo>
                  <a:lnTo>
                    <a:pt x="560" y="80"/>
                  </a:lnTo>
                  <a:lnTo>
                    <a:pt x="569" y="72"/>
                  </a:lnTo>
                  <a:lnTo>
                    <a:pt x="580" y="65"/>
                  </a:lnTo>
                  <a:lnTo>
                    <a:pt x="582" y="66"/>
                  </a:lnTo>
                  <a:lnTo>
                    <a:pt x="581" y="71"/>
                  </a:lnTo>
                  <a:lnTo>
                    <a:pt x="590" y="72"/>
                  </a:lnTo>
                  <a:lnTo>
                    <a:pt x="590" y="71"/>
                  </a:lnTo>
                  <a:lnTo>
                    <a:pt x="593" y="69"/>
                  </a:lnTo>
                  <a:lnTo>
                    <a:pt x="595" y="62"/>
                  </a:lnTo>
                  <a:lnTo>
                    <a:pt x="598" y="58"/>
                  </a:lnTo>
                  <a:lnTo>
                    <a:pt x="607" y="54"/>
                  </a:lnTo>
                  <a:lnTo>
                    <a:pt x="608" y="51"/>
                  </a:lnTo>
                  <a:lnTo>
                    <a:pt x="616" y="53"/>
                  </a:lnTo>
                  <a:lnTo>
                    <a:pt x="617" y="56"/>
                  </a:lnTo>
                  <a:lnTo>
                    <a:pt x="620" y="54"/>
                  </a:lnTo>
                  <a:lnTo>
                    <a:pt x="622" y="52"/>
                  </a:lnTo>
                  <a:lnTo>
                    <a:pt x="624" y="52"/>
                  </a:lnTo>
                  <a:lnTo>
                    <a:pt x="629" y="38"/>
                  </a:lnTo>
                  <a:lnTo>
                    <a:pt x="630" y="35"/>
                  </a:lnTo>
                  <a:lnTo>
                    <a:pt x="632" y="32"/>
                  </a:lnTo>
                  <a:lnTo>
                    <a:pt x="642" y="28"/>
                  </a:lnTo>
                  <a:lnTo>
                    <a:pt x="643" y="22"/>
                  </a:lnTo>
                  <a:lnTo>
                    <a:pt x="643" y="11"/>
                  </a:lnTo>
                  <a:lnTo>
                    <a:pt x="643" y="3"/>
                  </a:lnTo>
                  <a:lnTo>
                    <a:pt x="646" y="0"/>
                  </a:lnTo>
                  <a:lnTo>
                    <a:pt x="637" y="2"/>
                  </a:lnTo>
                  <a:lnTo>
                    <a:pt x="631" y="3"/>
                  </a:lnTo>
                  <a:lnTo>
                    <a:pt x="624" y="3"/>
                  </a:lnTo>
                  <a:lnTo>
                    <a:pt x="624" y="5"/>
                  </a:lnTo>
                  <a:lnTo>
                    <a:pt x="608" y="8"/>
                  </a:lnTo>
                  <a:lnTo>
                    <a:pt x="606" y="9"/>
                  </a:lnTo>
                  <a:lnTo>
                    <a:pt x="604" y="9"/>
                  </a:lnTo>
                  <a:lnTo>
                    <a:pt x="601" y="9"/>
                  </a:lnTo>
                  <a:lnTo>
                    <a:pt x="600" y="9"/>
                  </a:lnTo>
                  <a:lnTo>
                    <a:pt x="596" y="10"/>
                  </a:lnTo>
                  <a:lnTo>
                    <a:pt x="590" y="11"/>
                  </a:lnTo>
                  <a:lnTo>
                    <a:pt x="581" y="12"/>
                  </a:lnTo>
                  <a:lnTo>
                    <a:pt x="572" y="14"/>
                  </a:lnTo>
                  <a:lnTo>
                    <a:pt x="571" y="14"/>
                  </a:lnTo>
                  <a:lnTo>
                    <a:pt x="569" y="14"/>
                  </a:lnTo>
                  <a:lnTo>
                    <a:pt x="557" y="16"/>
                  </a:lnTo>
                  <a:lnTo>
                    <a:pt x="553" y="16"/>
                  </a:lnTo>
                  <a:lnTo>
                    <a:pt x="545" y="17"/>
                  </a:lnTo>
                  <a:lnTo>
                    <a:pt x="523" y="21"/>
                  </a:lnTo>
                  <a:lnTo>
                    <a:pt x="522" y="21"/>
                  </a:lnTo>
                  <a:lnTo>
                    <a:pt x="508" y="23"/>
                  </a:lnTo>
                  <a:lnTo>
                    <a:pt x="497" y="24"/>
                  </a:lnTo>
                  <a:lnTo>
                    <a:pt x="494" y="24"/>
                  </a:lnTo>
                  <a:lnTo>
                    <a:pt x="492" y="24"/>
                  </a:lnTo>
                  <a:lnTo>
                    <a:pt x="491" y="27"/>
                  </a:lnTo>
                  <a:lnTo>
                    <a:pt x="484" y="28"/>
                  </a:lnTo>
                  <a:lnTo>
                    <a:pt x="473" y="29"/>
                  </a:lnTo>
                  <a:lnTo>
                    <a:pt x="468" y="29"/>
                  </a:lnTo>
                  <a:lnTo>
                    <a:pt x="467" y="29"/>
                  </a:lnTo>
                  <a:lnTo>
                    <a:pt x="461" y="30"/>
                  </a:lnTo>
                  <a:lnTo>
                    <a:pt x="451" y="32"/>
                  </a:lnTo>
                  <a:lnTo>
                    <a:pt x="450" y="32"/>
                  </a:lnTo>
                  <a:lnTo>
                    <a:pt x="448" y="32"/>
                  </a:lnTo>
                  <a:lnTo>
                    <a:pt x="434" y="33"/>
                  </a:lnTo>
                  <a:lnTo>
                    <a:pt x="426" y="34"/>
                  </a:lnTo>
                  <a:lnTo>
                    <a:pt x="409" y="36"/>
                  </a:lnTo>
                  <a:lnTo>
                    <a:pt x="408" y="36"/>
                  </a:lnTo>
                  <a:lnTo>
                    <a:pt x="401" y="36"/>
                  </a:lnTo>
                  <a:lnTo>
                    <a:pt x="396" y="36"/>
                  </a:lnTo>
                  <a:lnTo>
                    <a:pt x="394" y="36"/>
                  </a:lnTo>
                  <a:lnTo>
                    <a:pt x="391" y="36"/>
                  </a:lnTo>
                  <a:lnTo>
                    <a:pt x="382" y="38"/>
                  </a:lnTo>
                  <a:lnTo>
                    <a:pt x="371" y="39"/>
                  </a:lnTo>
                  <a:lnTo>
                    <a:pt x="370" y="39"/>
                  </a:lnTo>
                  <a:lnTo>
                    <a:pt x="368" y="39"/>
                  </a:lnTo>
                  <a:lnTo>
                    <a:pt x="366" y="39"/>
                  </a:lnTo>
                  <a:lnTo>
                    <a:pt x="359" y="41"/>
                  </a:lnTo>
                  <a:lnTo>
                    <a:pt x="354" y="41"/>
                  </a:lnTo>
                  <a:lnTo>
                    <a:pt x="344" y="42"/>
                  </a:lnTo>
                  <a:lnTo>
                    <a:pt x="331" y="44"/>
                  </a:lnTo>
                  <a:lnTo>
                    <a:pt x="329" y="44"/>
                  </a:lnTo>
                  <a:lnTo>
                    <a:pt x="323" y="45"/>
                  </a:lnTo>
                  <a:lnTo>
                    <a:pt x="318" y="45"/>
                  </a:lnTo>
                  <a:lnTo>
                    <a:pt x="316" y="45"/>
                  </a:lnTo>
                  <a:lnTo>
                    <a:pt x="306" y="46"/>
                  </a:lnTo>
                  <a:lnTo>
                    <a:pt x="300" y="46"/>
                  </a:lnTo>
                  <a:lnTo>
                    <a:pt x="293" y="46"/>
                  </a:lnTo>
                  <a:lnTo>
                    <a:pt x="290" y="46"/>
                  </a:lnTo>
                  <a:lnTo>
                    <a:pt x="284" y="46"/>
                  </a:lnTo>
                  <a:lnTo>
                    <a:pt x="277" y="47"/>
                  </a:lnTo>
                  <a:lnTo>
                    <a:pt x="274" y="48"/>
                  </a:lnTo>
                  <a:lnTo>
                    <a:pt x="272" y="50"/>
                  </a:lnTo>
                  <a:lnTo>
                    <a:pt x="270" y="48"/>
                  </a:lnTo>
                  <a:lnTo>
                    <a:pt x="263" y="50"/>
                  </a:lnTo>
                  <a:lnTo>
                    <a:pt x="258" y="50"/>
                  </a:lnTo>
                  <a:lnTo>
                    <a:pt x="252" y="51"/>
                  </a:lnTo>
                  <a:lnTo>
                    <a:pt x="248" y="51"/>
                  </a:lnTo>
                  <a:lnTo>
                    <a:pt x="235" y="53"/>
                  </a:lnTo>
                  <a:lnTo>
                    <a:pt x="230" y="53"/>
                  </a:lnTo>
                  <a:lnTo>
                    <a:pt x="221" y="54"/>
                  </a:lnTo>
                  <a:lnTo>
                    <a:pt x="214" y="56"/>
                  </a:lnTo>
                  <a:lnTo>
                    <a:pt x="204" y="57"/>
                  </a:lnTo>
                  <a:lnTo>
                    <a:pt x="197" y="57"/>
                  </a:lnTo>
                  <a:lnTo>
                    <a:pt x="191" y="58"/>
                  </a:lnTo>
                  <a:lnTo>
                    <a:pt x="187" y="58"/>
                  </a:lnTo>
                  <a:lnTo>
                    <a:pt x="175" y="60"/>
                  </a:lnTo>
                  <a:lnTo>
                    <a:pt x="175" y="57"/>
                  </a:lnTo>
                  <a:lnTo>
                    <a:pt x="157" y="57"/>
                  </a:lnTo>
                  <a:lnTo>
                    <a:pt x="158" y="59"/>
                  </a:lnTo>
                  <a:lnTo>
                    <a:pt x="160" y="63"/>
                  </a:lnTo>
                  <a:lnTo>
                    <a:pt x="161" y="75"/>
                  </a:lnTo>
                  <a:lnTo>
                    <a:pt x="143" y="76"/>
                  </a:lnTo>
                  <a:lnTo>
                    <a:pt x="137" y="77"/>
                  </a:lnTo>
                  <a:lnTo>
                    <a:pt x="127" y="77"/>
                  </a:lnTo>
                  <a:lnTo>
                    <a:pt x="126" y="77"/>
                  </a:lnTo>
                  <a:lnTo>
                    <a:pt x="124" y="78"/>
                  </a:lnTo>
                  <a:lnTo>
                    <a:pt x="107" y="80"/>
                  </a:lnTo>
                  <a:lnTo>
                    <a:pt x="102" y="8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6" name="Freeform 52">
              <a:extLst>
                <a:ext uri="{FF2B5EF4-FFF2-40B4-BE49-F238E27FC236}">
                  <a16:creationId xmlns:a16="http://schemas.microsoft.com/office/drawing/2014/main" id="{1F487CA3-E82B-6F31-59F4-26D0C9F41599}"/>
                </a:ext>
              </a:extLst>
            </p:cNvPr>
            <p:cNvSpPr>
              <a:spLocks noChangeAspect="1"/>
            </p:cNvSpPr>
            <p:nvPr/>
          </p:nvSpPr>
          <p:spPr bwMode="auto">
            <a:xfrm>
              <a:off x="723" y="2317"/>
              <a:ext cx="72" cy="76"/>
            </a:xfrm>
            <a:custGeom>
              <a:avLst/>
              <a:gdLst>
                <a:gd name="T0" fmla="*/ 299 w 404"/>
                <a:gd name="T1" fmla="*/ 418 h 427"/>
                <a:gd name="T2" fmla="*/ 272 w 404"/>
                <a:gd name="T3" fmla="*/ 420 h 427"/>
                <a:gd name="T4" fmla="*/ 261 w 404"/>
                <a:gd name="T5" fmla="*/ 421 h 427"/>
                <a:gd name="T6" fmla="*/ 230 w 404"/>
                <a:gd name="T7" fmla="*/ 422 h 427"/>
                <a:gd name="T8" fmla="*/ 216 w 404"/>
                <a:gd name="T9" fmla="*/ 424 h 427"/>
                <a:gd name="T10" fmla="*/ 186 w 404"/>
                <a:gd name="T11" fmla="*/ 426 h 427"/>
                <a:gd name="T12" fmla="*/ 169 w 404"/>
                <a:gd name="T13" fmla="*/ 416 h 427"/>
                <a:gd name="T14" fmla="*/ 143 w 404"/>
                <a:gd name="T15" fmla="*/ 406 h 427"/>
                <a:gd name="T16" fmla="*/ 134 w 404"/>
                <a:gd name="T17" fmla="*/ 382 h 427"/>
                <a:gd name="T18" fmla="*/ 128 w 404"/>
                <a:gd name="T19" fmla="*/ 343 h 427"/>
                <a:gd name="T20" fmla="*/ 125 w 404"/>
                <a:gd name="T21" fmla="*/ 325 h 427"/>
                <a:gd name="T22" fmla="*/ 122 w 404"/>
                <a:gd name="T23" fmla="*/ 308 h 427"/>
                <a:gd name="T24" fmla="*/ 119 w 404"/>
                <a:gd name="T25" fmla="*/ 300 h 427"/>
                <a:gd name="T26" fmla="*/ 108 w 404"/>
                <a:gd name="T27" fmla="*/ 287 h 427"/>
                <a:gd name="T28" fmla="*/ 95 w 404"/>
                <a:gd name="T29" fmla="*/ 282 h 427"/>
                <a:gd name="T30" fmla="*/ 75 w 404"/>
                <a:gd name="T31" fmla="*/ 264 h 427"/>
                <a:gd name="T32" fmla="*/ 59 w 404"/>
                <a:gd name="T33" fmla="*/ 248 h 427"/>
                <a:gd name="T34" fmla="*/ 45 w 404"/>
                <a:gd name="T35" fmla="*/ 242 h 427"/>
                <a:gd name="T36" fmla="*/ 32 w 404"/>
                <a:gd name="T37" fmla="*/ 236 h 427"/>
                <a:gd name="T38" fmla="*/ 9 w 404"/>
                <a:gd name="T39" fmla="*/ 220 h 427"/>
                <a:gd name="T40" fmla="*/ 12 w 404"/>
                <a:gd name="T41" fmla="*/ 184 h 427"/>
                <a:gd name="T42" fmla="*/ 11 w 404"/>
                <a:gd name="T43" fmla="*/ 172 h 427"/>
                <a:gd name="T44" fmla="*/ 9 w 404"/>
                <a:gd name="T45" fmla="*/ 142 h 427"/>
                <a:gd name="T46" fmla="*/ 8 w 404"/>
                <a:gd name="T47" fmla="*/ 114 h 427"/>
                <a:gd name="T48" fmla="*/ 36 w 404"/>
                <a:gd name="T49" fmla="*/ 58 h 427"/>
                <a:gd name="T50" fmla="*/ 35 w 404"/>
                <a:gd name="T51" fmla="*/ 34 h 427"/>
                <a:gd name="T52" fmla="*/ 54 w 404"/>
                <a:gd name="T53" fmla="*/ 29 h 427"/>
                <a:gd name="T54" fmla="*/ 95 w 404"/>
                <a:gd name="T55" fmla="*/ 18 h 427"/>
                <a:gd name="T56" fmla="*/ 127 w 404"/>
                <a:gd name="T57" fmla="*/ 0 h 427"/>
                <a:gd name="T58" fmla="*/ 129 w 404"/>
                <a:gd name="T59" fmla="*/ 26 h 427"/>
                <a:gd name="T60" fmla="*/ 134 w 404"/>
                <a:gd name="T61" fmla="*/ 31 h 427"/>
                <a:gd name="T62" fmla="*/ 155 w 404"/>
                <a:gd name="T63" fmla="*/ 34 h 427"/>
                <a:gd name="T64" fmla="*/ 174 w 404"/>
                <a:gd name="T65" fmla="*/ 41 h 427"/>
                <a:gd name="T66" fmla="*/ 200 w 404"/>
                <a:gd name="T67" fmla="*/ 59 h 427"/>
                <a:gd name="T68" fmla="*/ 264 w 404"/>
                <a:gd name="T69" fmla="*/ 74 h 427"/>
                <a:gd name="T70" fmla="*/ 281 w 404"/>
                <a:gd name="T71" fmla="*/ 78 h 427"/>
                <a:gd name="T72" fmla="*/ 311 w 404"/>
                <a:gd name="T73" fmla="*/ 80 h 427"/>
                <a:gd name="T74" fmla="*/ 320 w 404"/>
                <a:gd name="T75" fmla="*/ 95 h 427"/>
                <a:gd name="T76" fmla="*/ 330 w 404"/>
                <a:gd name="T77" fmla="*/ 97 h 427"/>
                <a:gd name="T78" fmla="*/ 357 w 404"/>
                <a:gd name="T79" fmla="*/ 157 h 427"/>
                <a:gd name="T80" fmla="*/ 362 w 404"/>
                <a:gd name="T81" fmla="*/ 168 h 427"/>
                <a:gd name="T82" fmla="*/ 341 w 404"/>
                <a:gd name="T83" fmla="*/ 197 h 427"/>
                <a:gd name="T84" fmla="*/ 348 w 404"/>
                <a:gd name="T85" fmla="*/ 209 h 427"/>
                <a:gd name="T86" fmla="*/ 357 w 404"/>
                <a:gd name="T87" fmla="*/ 200 h 427"/>
                <a:gd name="T88" fmla="*/ 385 w 404"/>
                <a:gd name="T89" fmla="*/ 160 h 427"/>
                <a:gd name="T90" fmla="*/ 395 w 404"/>
                <a:gd name="T91" fmla="*/ 140 h 427"/>
                <a:gd name="T92" fmla="*/ 383 w 404"/>
                <a:gd name="T93" fmla="*/ 198 h 427"/>
                <a:gd name="T94" fmla="*/ 377 w 404"/>
                <a:gd name="T95" fmla="*/ 240 h 427"/>
                <a:gd name="T96" fmla="*/ 369 w 404"/>
                <a:gd name="T97" fmla="*/ 289 h 427"/>
                <a:gd name="T98" fmla="*/ 365 w 404"/>
                <a:gd name="T99" fmla="*/ 313 h 427"/>
                <a:gd name="T100" fmla="*/ 361 w 404"/>
                <a:gd name="T101" fmla="*/ 344 h 427"/>
                <a:gd name="T102" fmla="*/ 369 w 404"/>
                <a:gd name="T103" fmla="*/ 378 h 427"/>
                <a:gd name="T104" fmla="*/ 372 w 404"/>
                <a:gd name="T105" fmla="*/ 398 h 427"/>
                <a:gd name="T106" fmla="*/ 351 w 404"/>
                <a:gd name="T107" fmla="*/ 413 h 427"/>
                <a:gd name="T108" fmla="*/ 342 w 404"/>
                <a:gd name="T109" fmla="*/ 414 h 427"/>
                <a:gd name="T110" fmla="*/ 313 w 404"/>
                <a:gd name="T111" fmla="*/ 416 h 427"/>
                <a:gd name="T112" fmla="*/ 306 w 404"/>
                <a:gd name="T113" fmla="*/ 418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427">
                  <a:moveTo>
                    <a:pt x="306" y="418"/>
                  </a:moveTo>
                  <a:lnTo>
                    <a:pt x="303" y="418"/>
                  </a:lnTo>
                  <a:lnTo>
                    <a:pt x="299" y="418"/>
                  </a:lnTo>
                  <a:lnTo>
                    <a:pt x="294" y="419"/>
                  </a:lnTo>
                  <a:lnTo>
                    <a:pt x="287" y="419"/>
                  </a:lnTo>
                  <a:lnTo>
                    <a:pt x="272" y="420"/>
                  </a:lnTo>
                  <a:lnTo>
                    <a:pt x="264" y="420"/>
                  </a:lnTo>
                  <a:lnTo>
                    <a:pt x="264" y="421"/>
                  </a:lnTo>
                  <a:lnTo>
                    <a:pt x="261" y="421"/>
                  </a:lnTo>
                  <a:lnTo>
                    <a:pt x="254" y="421"/>
                  </a:lnTo>
                  <a:lnTo>
                    <a:pt x="246" y="421"/>
                  </a:lnTo>
                  <a:lnTo>
                    <a:pt x="230" y="422"/>
                  </a:lnTo>
                  <a:lnTo>
                    <a:pt x="228" y="424"/>
                  </a:lnTo>
                  <a:lnTo>
                    <a:pt x="224" y="424"/>
                  </a:lnTo>
                  <a:lnTo>
                    <a:pt x="216" y="424"/>
                  </a:lnTo>
                  <a:lnTo>
                    <a:pt x="210" y="424"/>
                  </a:lnTo>
                  <a:lnTo>
                    <a:pt x="189" y="426"/>
                  </a:lnTo>
                  <a:lnTo>
                    <a:pt x="186" y="426"/>
                  </a:lnTo>
                  <a:lnTo>
                    <a:pt x="177" y="427"/>
                  </a:lnTo>
                  <a:lnTo>
                    <a:pt x="174" y="427"/>
                  </a:lnTo>
                  <a:lnTo>
                    <a:pt x="169" y="416"/>
                  </a:lnTo>
                  <a:lnTo>
                    <a:pt x="165" y="414"/>
                  </a:lnTo>
                  <a:lnTo>
                    <a:pt x="155" y="412"/>
                  </a:lnTo>
                  <a:lnTo>
                    <a:pt x="143" y="406"/>
                  </a:lnTo>
                  <a:lnTo>
                    <a:pt x="140" y="394"/>
                  </a:lnTo>
                  <a:lnTo>
                    <a:pt x="134" y="383"/>
                  </a:lnTo>
                  <a:lnTo>
                    <a:pt x="134" y="382"/>
                  </a:lnTo>
                  <a:lnTo>
                    <a:pt x="132" y="374"/>
                  </a:lnTo>
                  <a:lnTo>
                    <a:pt x="139" y="358"/>
                  </a:lnTo>
                  <a:lnTo>
                    <a:pt x="128" y="343"/>
                  </a:lnTo>
                  <a:lnTo>
                    <a:pt x="128" y="341"/>
                  </a:lnTo>
                  <a:lnTo>
                    <a:pt x="127" y="334"/>
                  </a:lnTo>
                  <a:lnTo>
                    <a:pt x="125" y="325"/>
                  </a:lnTo>
                  <a:lnTo>
                    <a:pt x="122" y="323"/>
                  </a:lnTo>
                  <a:lnTo>
                    <a:pt x="122" y="312"/>
                  </a:lnTo>
                  <a:lnTo>
                    <a:pt x="122" y="308"/>
                  </a:lnTo>
                  <a:lnTo>
                    <a:pt x="122" y="307"/>
                  </a:lnTo>
                  <a:lnTo>
                    <a:pt x="120" y="300"/>
                  </a:lnTo>
                  <a:lnTo>
                    <a:pt x="119" y="300"/>
                  </a:lnTo>
                  <a:lnTo>
                    <a:pt x="113" y="292"/>
                  </a:lnTo>
                  <a:lnTo>
                    <a:pt x="109" y="288"/>
                  </a:lnTo>
                  <a:lnTo>
                    <a:pt x="108" y="287"/>
                  </a:lnTo>
                  <a:lnTo>
                    <a:pt x="104" y="286"/>
                  </a:lnTo>
                  <a:lnTo>
                    <a:pt x="99" y="284"/>
                  </a:lnTo>
                  <a:lnTo>
                    <a:pt x="95" y="282"/>
                  </a:lnTo>
                  <a:lnTo>
                    <a:pt x="89" y="276"/>
                  </a:lnTo>
                  <a:lnTo>
                    <a:pt x="78" y="270"/>
                  </a:lnTo>
                  <a:lnTo>
                    <a:pt x="75" y="264"/>
                  </a:lnTo>
                  <a:lnTo>
                    <a:pt x="67" y="253"/>
                  </a:lnTo>
                  <a:lnTo>
                    <a:pt x="61" y="250"/>
                  </a:lnTo>
                  <a:lnTo>
                    <a:pt x="59" y="248"/>
                  </a:lnTo>
                  <a:lnTo>
                    <a:pt x="51" y="247"/>
                  </a:lnTo>
                  <a:lnTo>
                    <a:pt x="50" y="246"/>
                  </a:lnTo>
                  <a:lnTo>
                    <a:pt x="45" y="242"/>
                  </a:lnTo>
                  <a:lnTo>
                    <a:pt x="44" y="239"/>
                  </a:lnTo>
                  <a:lnTo>
                    <a:pt x="44" y="238"/>
                  </a:lnTo>
                  <a:lnTo>
                    <a:pt x="32" y="236"/>
                  </a:lnTo>
                  <a:lnTo>
                    <a:pt x="18" y="224"/>
                  </a:lnTo>
                  <a:lnTo>
                    <a:pt x="15" y="223"/>
                  </a:lnTo>
                  <a:lnTo>
                    <a:pt x="9" y="220"/>
                  </a:lnTo>
                  <a:lnTo>
                    <a:pt x="12" y="209"/>
                  </a:lnTo>
                  <a:lnTo>
                    <a:pt x="11" y="196"/>
                  </a:lnTo>
                  <a:lnTo>
                    <a:pt x="12" y="184"/>
                  </a:lnTo>
                  <a:lnTo>
                    <a:pt x="11" y="175"/>
                  </a:lnTo>
                  <a:lnTo>
                    <a:pt x="11" y="174"/>
                  </a:lnTo>
                  <a:lnTo>
                    <a:pt x="11" y="172"/>
                  </a:lnTo>
                  <a:lnTo>
                    <a:pt x="11" y="167"/>
                  </a:lnTo>
                  <a:lnTo>
                    <a:pt x="13" y="148"/>
                  </a:lnTo>
                  <a:lnTo>
                    <a:pt x="9" y="142"/>
                  </a:lnTo>
                  <a:lnTo>
                    <a:pt x="0" y="134"/>
                  </a:lnTo>
                  <a:lnTo>
                    <a:pt x="2" y="126"/>
                  </a:lnTo>
                  <a:lnTo>
                    <a:pt x="8" y="114"/>
                  </a:lnTo>
                  <a:lnTo>
                    <a:pt x="38" y="90"/>
                  </a:lnTo>
                  <a:lnTo>
                    <a:pt x="37" y="83"/>
                  </a:lnTo>
                  <a:lnTo>
                    <a:pt x="36" y="58"/>
                  </a:lnTo>
                  <a:lnTo>
                    <a:pt x="36" y="49"/>
                  </a:lnTo>
                  <a:lnTo>
                    <a:pt x="35" y="37"/>
                  </a:lnTo>
                  <a:lnTo>
                    <a:pt x="35" y="34"/>
                  </a:lnTo>
                  <a:lnTo>
                    <a:pt x="37" y="35"/>
                  </a:lnTo>
                  <a:lnTo>
                    <a:pt x="48" y="25"/>
                  </a:lnTo>
                  <a:lnTo>
                    <a:pt x="54" y="29"/>
                  </a:lnTo>
                  <a:lnTo>
                    <a:pt x="67" y="29"/>
                  </a:lnTo>
                  <a:lnTo>
                    <a:pt x="84" y="22"/>
                  </a:lnTo>
                  <a:lnTo>
                    <a:pt x="95" y="18"/>
                  </a:lnTo>
                  <a:lnTo>
                    <a:pt x="107" y="10"/>
                  </a:lnTo>
                  <a:lnTo>
                    <a:pt x="111" y="11"/>
                  </a:lnTo>
                  <a:lnTo>
                    <a:pt x="127" y="0"/>
                  </a:lnTo>
                  <a:lnTo>
                    <a:pt x="134" y="7"/>
                  </a:lnTo>
                  <a:lnTo>
                    <a:pt x="128" y="19"/>
                  </a:lnTo>
                  <a:lnTo>
                    <a:pt x="129" y="26"/>
                  </a:lnTo>
                  <a:lnTo>
                    <a:pt x="126" y="32"/>
                  </a:lnTo>
                  <a:lnTo>
                    <a:pt x="126" y="36"/>
                  </a:lnTo>
                  <a:lnTo>
                    <a:pt x="134" y="31"/>
                  </a:lnTo>
                  <a:lnTo>
                    <a:pt x="138" y="24"/>
                  </a:lnTo>
                  <a:lnTo>
                    <a:pt x="151" y="34"/>
                  </a:lnTo>
                  <a:lnTo>
                    <a:pt x="155" y="34"/>
                  </a:lnTo>
                  <a:lnTo>
                    <a:pt x="159" y="36"/>
                  </a:lnTo>
                  <a:lnTo>
                    <a:pt x="161" y="35"/>
                  </a:lnTo>
                  <a:lnTo>
                    <a:pt x="174" y="41"/>
                  </a:lnTo>
                  <a:lnTo>
                    <a:pt x="181" y="53"/>
                  </a:lnTo>
                  <a:lnTo>
                    <a:pt x="195" y="58"/>
                  </a:lnTo>
                  <a:lnTo>
                    <a:pt x="200" y="59"/>
                  </a:lnTo>
                  <a:lnTo>
                    <a:pt x="253" y="68"/>
                  </a:lnTo>
                  <a:lnTo>
                    <a:pt x="259" y="72"/>
                  </a:lnTo>
                  <a:lnTo>
                    <a:pt x="264" y="74"/>
                  </a:lnTo>
                  <a:lnTo>
                    <a:pt x="270" y="77"/>
                  </a:lnTo>
                  <a:lnTo>
                    <a:pt x="277" y="77"/>
                  </a:lnTo>
                  <a:lnTo>
                    <a:pt x="281" y="78"/>
                  </a:lnTo>
                  <a:lnTo>
                    <a:pt x="285" y="80"/>
                  </a:lnTo>
                  <a:lnTo>
                    <a:pt x="294" y="79"/>
                  </a:lnTo>
                  <a:lnTo>
                    <a:pt x="311" y="80"/>
                  </a:lnTo>
                  <a:lnTo>
                    <a:pt x="320" y="83"/>
                  </a:lnTo>
                  <a:lnTo>
                    <a:pt x="324" y="88"/>
                  </a:lnTo>
                  <a:lnTo>
                    <a:pt x="320" y="95"/>
                  </a:lnTo>
                  <a:lnTo>
                    <a:pt x="325" y="96"/>
                  </a:lnTo>
                  <a:lnTo>
                    <a:pt x="330" y="95"/>
                  </a:lnTo>
                  <a:lnTo>
                    <a:pt x="330" y="97"/>
                  </a:lnTo>
                  <a:lnTo>
                    <a:pt x="338" y="98"/>
                  </a:lnTo>
                  <a:lnTo>
                    <a:pt x="339" y="101"/>
                  </a:lnTo>
                  <a:lnTo>
                    <a:pt x="357" y="157"/>
                  </a:lnTo>
                  <a:lnTo>
                    <a:pt x="363" y="158"/>
                  </a:lnTo>
                  <a:lnTo>
                    <a:pt x="362" y="166"/>
                  </a:lnTo>
                  <a:lnTo>
                    <a:pt x="362" y="168"/>
                  </a:lnTo>
                  <a:lnTo>
                    <a:pt x="353" y="173"/>
                  </a:lnTo>
                  <a:lnTo>
                    <a:pt x="341" y="196"/>
                  </a:lnTo>
                  <a:lnTo>
                    <a:pt x="341" y="197"/>
                  </a:lnTo>
                  <a:lnTo>
                    <a:pt x="341" y="202"/>
                  </a:lnTo>
                  <a:lnTo>
                    <a:pt x="339" y="208"/>
                  </a:lnTo>
                  <a:lnTo>
                    <a:pt x="348" y="209"/>
                  </a:lnTo>
                  <a:lnTo>
                    <a:pt x="356" y="203"/>
                  </a:lnTo>
                  <a:lnTo>
                    <a:pt x="356" y="202"/>
                  </a:lnTo>
                  <a:lnTo>
                    <a:pt x="357" y="200"/>
                  </a:lnTo>
                  <a:lnTo>
                    <a:pt x="360" y="193"/>
                  </a:lnTo>
                  <a:lnTo>
                    <a:pt x="372" y="180"/>
                  </a:lnTo>
                  <a:lnTo>
                    <a:pt x="385" y="160"/>
                  </a:lnTo>
                  <a:lnTo>
                    <a:pt x="386" y="154"/>
                  </a:lnTo>
                  <a:lnTo>
                    <a:pt x="395" y="144"/>
                  </a:lnTo>
                  <a:lnTo>
                    <a:pt x="395" y="140"/>
                  </a:lnTo>
                  <a:lnTo>
                    <a:pt x="402" y="136"/>
                  </a:lnTo>
                  <a:lnTo>
                    <a:pt x="404" y="140"/>
                  </a:lnTo>
                  <a:lnTo>
                    <a:pt x="383" y="198"/>
                  </a:lnTo>
                  <a:lnTo>
                    <a:pt x="377" y="215"/>
                  </a:lnTo>
                  <a:lnTo>
                    <a:pt x="374" y="233"/>
                  </a:lnTo>
                  <a:lnTo>
                    <a:pt x="377" y="240"/>
                  </a:lnTo>
                  <a:lnTo>
                    <a:pt x="367" y="265"/>
                  </a:lnTo>
                  <a:lnTo>
                    <a:pt x="366" y="276"/>
                  </a:lnTo>
                  <a:lnTo>
                    <a:pt x="369" y="289"/>
                  </a:lnTo>
                  <a:lnTo>
                    <a:pt x="367" y="302"/>
                  </a:lnTo>
                  <a:lnTo>
                    <a:pt x="365" y="310"/>
                  </a:lnTo>
                  <a:lnTo>
                    <a:pt x="365" y="313"/>
                  </a:lnTo>
                  <a:lnTo>
                    <a:pt x="361" y="326"/>
                  </a:lnTo>
                  <a:lnTo>
                    <a:pt x="360" y="338"/>
                  </a:lnTo>
                  <a:lnTo>
                    <a:pt x="361" y="344"/>
                  </a:lnTo>
                  <a:lnTo>
                    <a:pt x="361" y="350"/>
                  </a:lnTo>
                  <a:lnTo>
                    <a:pt x="363" y="362"/>
                  </a:lnTo>
                  <a:lnTo>
                    <a:pt x="369" y="378"/>
                  </a:lnTo>
                  <a:lnTo>
                    <a:pt x="373" y="386"/>
                  </a:lnTo>
                  <a:lnTo>
                    <a:pt x="372" y="394"/>
                  </a:lnTo>
                  <a:lnTo>
                    <a:pt x="372" y="398"/>
                  </a:lnTo>
                  <a:lnTo>
                    <a:pt x="374" y="412"/>
                  </a:lnTo>
                  <a:lnTo>
                    <a:pt x="360" y="412"/>
                  </a:lnTo>
                  <a:lnTo>
                    <a:pt x="351" y="413"/>
                  </a:lnTo>
                  <a:lnTo>
                    <a:pt x="347" y="414"/>
                  </a:lnTo>
                  <a:lnTo>
                    <a:pt x="343" y="414"/>
                  </a:lnTo>
                  <a:lnTo>
                    <a:pt x="342" y="414"/>
                  </a:lnTo>
                  <a:lnTo>
                    <a:pt x="338" y="414"/>
                  </a:lnTo>
                  <a:lnTo>
                    <a:pt x="317" y="416"/>
                  </a:lnTo>
                  <a:lnTo>
                    <a:pt x="313" y="416"/>
                  </a:lnTo>
                  <a:lnTo>
                    <a:pt x="311" y="418"/>
                  </a:lnTo>
                  <a:lnTo>
                    <a:pt x="307" y="418"/>
                  </a:lnTo>
                  <a:lnTo>
                    <a:pt x="306" y="41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7" name="Freeform 53">
              <a:extLst>
                <a:ext uri="{FF2B5EF4-FFF2-40B4-BE49-F238E27FC236}">
                  <a16:creationId xmlns:a16="http://schemas.microsoft.com/office/drawing/2014/main" id="{7909F9E0-B4C9-D1AB-41F9-8A273015EE1E}"/>
                </a:ext>
              </a:extLst>
            </p:cNvPr>
            <p:cNvSpPr>
              <a:spLocks noChangeAspect="1"/>
            </p:cNvSpPr>
            <p:nvPr/>
          </p:nvSpPr>
          <p:spPr bwMode="auto">
            <a:xfrm>
              <a:off x="746" y="2390"/>
              <a:ext cx="54" cy="97"/>
            </a:xfrm>
            <a:custGeom>
              <a:avLst/>
              <a:gdLst>
                <a:gd name="T0" fmla="*/ 5 w 306"/>
                <a:gd name="T1" fmla="*/ 226 h 542"/>
                <a:gd name="T2" fmla="*/ 20 w 306"/>
                <a:gd name="T3" fmla="*/ 199 h 542"/>
                <a:gd name="T4" fmla="*/ 25 w 306"/>
                <a:gd name="T5" fmla="*/ 188 h 542"/>
                <a:gd name="T6" fmla="*/ 22 w 306"/>
                <a:gd name="T7" fmla="*/ 139 h 542"/>
                <a:gd name="T8" fmla="*/ 44 w 306"/>
                <a:gd name="T9" fmla="*/ 118 h 542"/>
                <a:gd name="T10" fmla="*/ 77 w 306"/>
                <a:gd name="T11" fmla="*/ 86 h 542"/>
                <a:gd name="T12" fmla="*/ 86 w 306"/>
                <a:gd name="T13" fmla="*/ 62 h 542"/>
                <a:gd name="T14" fmla="*/ 74 w 306"/>
                <a:gd name="T15" fmla="*/ 45 h 542"/>
                <a:gd name="T16" fmla="*/ 60 w 306"/>
                <a:gd name="T17" fmla="*/ 26 h 542"/>
                <a:gd name="T18" fmla="*/ 59 w 306"/>
                <a:gd name="T19" fmla="*/ 14 h 542"/>
                <a:gd name="T20" fmla="*/ 97 w 306"/>
                <a:gd name="T21" fmla="*/ 12 h 542"/>
                <a:gd name="T22" fmla="*/ 127 w 306"/>
                <a:gd name="T23" fmla="*/ 9 h 542"/>
                <a:gd name="T24" fmla="*/ 145 w 306"/>
                <a:gd name="T25" fmla="*/ 8 h 542"/>
                <a:gd name="T26" fmla="*/ 176 w 306"/>
                <a:gd name="T27" fmla="*/ 6 h 542"/>
                <a:gd name="T28" fmla="*/ 186 w 306"/>
                <a:gd name="T29" fmla="*/ 4 h 542"/>
                <a:gd name="T30" fmla="*/ 216 w 306"/>
                <a:gd name="T31" fmla="*/ 2 h 542"/>
                <a:gd name="T32" fmla="*/ 247 w 306"/>
                <a:gd name="T33" fmla="*/ 0 h 542"/>
                <a:gd name="T34" fmla="*/ 263 w 306"/>
                <a:gd name="T35" fmla="*/ 45 h 542"/>
                <a:gd name="T36" fmla="*/ 276 w 306"/>
                <a:gd name="T37" fmla="*/ 90 h 542"/>
                <a:gd name="T38" fmla="*/ 278 w 306"/>
                <a:gd name="T39" fmla="*/ 112 h 542"/>
                <a:gd name="T40" fmla="*/ 281 w 306"/>
                <a:gd name="T41" fmla="*/ 129 h 542"/>
                <a:gd name="T42" fmla="*/ 282 w 306"/>
                <a:gd name="T43" fmla="*/ 147 h 542"/>
                <a:gd name="T44" fmla="*/ 287 w 306"/>
                <a:gd name="T45" fmla="*/ 190 h 542"/>
                <a:gd name="T46" fmla="*/ 290 w 306"/>
                <a:gd name="T47" fmla="*/ 224 h 542"/>
                <a:gd name="T48" fmla="*/ 293 w 306"/>
                <a:gd name="T49" fmla="*/ 256 h 542"/>
                <a:gd name="T50" fmla="*/ 296 w 306"/>
                <a:gd name="T51" fmla="*/ 289 h 542"/>
                <a:gd name="T52" fmla="*/ 295 w 306"/>
                <a:gd name="T53" fmla="*/ 310 h 542"/>
                <a:gd name="T54" fmla="*/ 302 w 306"/>
                <a:gd name="T55" fmla="*/ 345 h 542"/>
                <a:gd name="T56" fmla="*/ 306 w 306"/>
                <a:gd name="T57" fmla="*/ 361 h 542"/>
                <a:gd name="T58" fmla="*/ 290 w 306"/>
                <a:gd name="T59" fmla="*/ 388 h 542"/>
                <a:gd name="T60" fmla="*/ 275 w 306"/>
                <a:gd name="T61" fmla="*/ 411 h 542"/>
                <a:gd name="T62" fmla="*/ 270 w 306"/>
                <a:gd name="T63" fmla="*/ 447 h 542"/>
                <a:gd name="T64" fmla="*/ 269 w 306"/>
                <a:gd name="T65" fmla="*/ 474 h 542"/>
                <a:gd name="T66" fmla="*/ 272 w 306"/>
                <a:gd name="T67" fmla="*/ 488 h 542"/>
                <a:gd name="T68" fmla="*/ 254 w 306"/>
                <a:gd name="T69" fmla="*/ 496 h 542"/>
                <a:gd name="T70" fmla="*/ 248 w 306"/>
                <a:gd name="T71" fmla="*/ 530 h 542"/>
                <a:gd name="T72" fmla="*/ 228 w 306"/>
                <a:gd name="T73" fmla="*/ 524 h 542"/>
                <a:gd name="T74" fmla="*/ 197 w 306"/>
                <a:gd name="T75" fmla="*/ 535 h 542"/>
                <a:gd name="T76" fmla="*/ 191 w 306"/>
                <a:gd name="T77" fmla="*/ 542 h 542"/>
                <a:gd name="T78" fmla="*/ 172 w 306"/>
                <a:gd name="T79" fmla="*/ 519 h 542"/>
                <a:gd name="T80" fmla="*/ 173 w 306"/>
                <a:gd name="T81" fmla="*/ 511 h 542"/>
                <a:gd name="T82" fmla="*/ 167 w 306"/>
                <a:gd name="T83" fmla="*/ 483 h 542"/>
                <a:gd name="T84" fmla="*/ 137 w 306"/>
                <a:gd name="T85" fmla="*/ 460 h 542"/>
                <a:gd name="T86" fmla="*/ 110 w 306"/>
                <a:gd name="T87" fmla="*/ 442 h 542"/>
                <a:gd name="T88" fmla="*/ 97 w 306"/>
                <a:gd name="T89" fmla="*/ 427 h 542"/>
                <a:gd name="T90" fmla="*/ 103 w 306"/>
                <a:gd name="T91" fmla="*/ 399 h 542"/>
                <a:gd name="T92" fmla="*/ 108 w 306"/>
                <a:gd name="T93" fmla="*/ 378 h 542"/>
                <a:gd name="T94" fmla="*/ 110 w 306"/>
                <a:gd name="T95" fmla="*/ 367 h 542"/>
                <a:gd name="T96" fmla="*/ 91 w 306"/>
                <a:gd name="T97" fmla="*/ 358 h 542"/>
                <a:gd name="T98" fmla="*/ 71 w 306"/>
                <a:gd name="T99" fmla="*/ 362 h 542"/>
                <a:gd name="T100" fmla="*/ 61 w 306"/>
                <a:gd name="T101" fmla="*/ 331 h 542"/>
                <a:gd name="T102" fmla="*/ 34 w 306"/>
                <a:gd name="T103" fmla="*/ 306 h 542"/>
                <a:gd name="T104" fmla="*/ 20 w 306"/>
                <a:gd name="T105" fmla="*/ 294 h 542"/>
                <a:gd name="T106" fmla="*/ 12 w 306"/>
                <a:gd name="T107" fmla="*/ 280 h 542"/>
                <a:gd name="T108" fmla="*/ 0 w 306"/>
                <a:gd name="T109" fmla="*/ 25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6" h="542">
                  <a:moveTo>
                    <a:pt x="0" y="243"/>
                  </a:moveTo>
                  <a:lnTo>
                    <a:pt x="0" y="238"/>
                  </a:lnTo>
                  <a:lnTo>
                    <a:pt x="4" y="228"/>
                  </a:lnTo>
                  <a:lnTo>
                    <a:pt x="5" y="226"/>
                  </a:lnTo>
                  <a:lnTo>
                    <a:pt x="5" y="225"/>
                  </a:lnTo>
                  <a:lnTo>
                    <a:pt x="8" y="224"/>
                  </a:lnTo>
                  <a:lnTo>
                    <a:pt x="7" y="206"/>
                  </a:lnTo>
                  <a:lnTo>
                    <a:pt x="20" y="199"/>
                  </a:lnTo>
                  <a:lnTo>
                    <a:pt x="24" y="196"/>
                  </a:lnTo>
                  <a:lnTo>
                    <a:pt x="25" y="196"/>
                  </a:lnTo>
                  <a:lnTo>
                    <a:pt x="25" y="193"/>
                  </a:lnTo>
                  <a:lnTo>
                    <a:pt x="25" y="188"/>
                  </a:lnTo>
                  <a:lnTo>
                    <a:pt x="35" y="163"/>
                  </a:lnTo>
                  <a:lnTo>
                    <a:pt x="35" y="156"/>
                  </a:lnTo>
                  <a:lnTo>
                    <a:pt x="30" y="147"/>
                  </a:lnTo>
                  <a:lnTo>
                    <a:pt x="22" y="139"/>
                  </a:lnTo>
                  <a:lnTo>
                    <a:pt x="24" y="130"/>
                  </a:lnTo>
                  <a:lnTo>
                    <a:pt x="25" y="127"/>
                  </a:lnTo>
                  <a:lnTo>
                    <a:pt x="29" y="122"/>
                  </a:lnTo>
                  <a:lnTo>
                    <a:pt x="44" y="118"/>
                  </a:lnTo>
                  <a:lnTo>
                    <a:pt x="64" y="110"/>
                  </a:lnTo>
                  <a:lnTo>
                    <a:pt x="72" y="104"/>
                  </a:lnTo>
                  <a:lnTo>
                    <a:pt x="76" y="88"/>
                  </a:lnTo>
                  <a:lnTo>
                    <a:pt x="77" y="86"/>
                  </a:lnTo>
                  <a:lnTo>
                    <a:pt x="80" y="84"/>
                  </a:lnTo>
                  <a:lnTo>
                    <a:pt x="85" y="74"/>
                  </a:lnTo>
                  <a:lnTo>
                    <a:pt x="85" y="68"/>
                  </a:lnTo>
                  <a:lnTo>
                    <a:pt x="86" y="62"/>
                  </a:lnTo>
                  <a:lnTo>
                    <a:pt x="86" y="61"/>
                  </a:lnTo>
                  <a:lnTo>
                    <a:pt x="85" y="58"/>
                  </a:lnTo>
                  <a:lnTo>
                    <a:pt x="83" y="50"/>
                  </a:lnTo>
                  <a:lnTo>
                    <a:pt x="74" y="45"/>
                  </a:lnTo>
                  <a:lnTo>
                    <a:pt x="72" y="44"/>
                  </a:lnTo>
                  <a:lnTo>
                    <a:pt x="67" y="42"/>
                  </a:lnTo>
                  <a:lnTo>
                    <a:pt x="65" y="39"/>
                  </a:lnTo>
                  <a:lnTo>
                    <a:pt x="60" y="26"/>
                  </a:lnTo>
                  <a:lnTo>
                    <a:pt x="48" y="20"/>
                  </a:lnTo>
                  <a:lnTo>
                    <a:pt x="47" y="15"/>
                  </a:lnTo>
                  <a:lnTo>
                    <a:pt x="50" y="15"/>
                  </a:lnTo>
                  <a:lnTo>
                    <a:pt x="59" y="14"/>
                  </a:lnTo>
                  <a:lnTo>
                    <a:pt x="62" y="14"/>
                  </a:lnTo>
                  <a:lnTo>
                    <a:pt x="83" y="12"/>
                  </a:lnTo>
                  <a:lnTo>
                    <a:pt x="89" y="12"/>
                  </a:lnTo>
                  <a:lnTo>
                    <a:pt x="97" y="12"/>
                  </a:lnTo>
                  <a:lnTo>
                    <a:pt x="101" y="12"/>
                  </a:lnTo>
                  <a:lnTo>
                    <a:pt x="103" y="10"/>
                  </a:lnTo>
                  <a:lnTo>
                    <a:pt x="119" y="9"/>
                  </a:lnTo>
                  <a:lnTo>
                    <a:pt x="127" y="9"/>
                  </a:lnTo>
                  <a:lnTo>
                    <a:pt x="134" y="9"/>
                  </a:lnTo>
                  <a:lnTo>
                    <a:pt x="137" y="9"/>
                  </a:lnTo>
                  <a:lnTo>
                    <a:pt x="137" y="8"/>
                  </a:lnTo>
                  <a:lnTo>
                    <a:pt x="145" y="8"/>
                  </a:lnTo>
                  <a:lnTo>
                    <a:pt x="160" y="7"/>
                  </a:lnTo>
                  <a:lnTo>
                    <a:pt x="167" y="7"/>
                  </a:lnTo>
                  <a:lnTo>
                    <a:pt x="172" y="6"/>
                  </a:lnTo>
                  <a:lnTo>
                    <a:pt x="176" y="6"/>
                  </a:lnTo>
                  <a:lnTo>
                    <a:pt x="179" y="6"/>
                  </a:lnTo>
                  <a:lnTo>
                    <a:pt x="180" y="6"/>
                  </a:lnTo>
                  <a:lnTo>
                    <a:pt x="184" y="6"/>
                  </a:lnTo>
                  <a:lnTo>
                    <a:pt x="186" y="4"/>
                  </a:lnTo>
                  <a:lnTo>
                    <a:pt x="190" y="4"/>
                  </a:lnTo>
                  <a:lnTo>
                    <a:pt x="211" y="2"/>
                  </a:lnTo>
                  <a:lnTo>
                    <a:pt x="215" y="2"/>
                  </a:lnTo>
                  <a:lnTo>
                    <a:pt x="216" y="2"/>
                  </a:lnTo>
                  <a:lnTo>
                    <a:pt x="220" y="2"/>
                  </a:lnTo>
                  <a:lnTo>
                    <a:pt x="224" y="1"/>
                  </a:lnTo>
                  <a:lnTo>
                    <a:pt x="233" y="0"/>
                  </a:lnTo>
                  <a:lnTo>
                    <a:pt x="247" y="0"/>
                  </a:lnTo>
                  <a:lnTo>
                    <a:pt x="247" y="10"/>
                  </a:lnTo>
                  <a:lnTo>
                    <a:pt x="248" y="22"/>
                  </a:lnTo>
                  <a:lnTo>
                    <a:pt x="253" y="32"/>
                  </a:lnTo>
                  <a:lnTo>
                    <a:pt x="263" y="45"/>
                  </a:lnTo>
                  <a:lnTo>
                    <a:pt x="268" y="57"/>
                  </a:lnTo>
                  <a:lnTo>
                    <a:pt x="275" y="73"/>
                  </a:lnTo>
                  <a:lnTo>
                    <a:pt x="276" y="87"/>
                  </a:lnTo>
                  <a:lnTo>
                    <a:pt x="276" y="90"/>
                  </a:lnTo>
                  <a:lnTo>
                    <a:pt x="277" y="96"/>
                  </a:lnTo>
                  <a:lnTo>
                    <a:pt x="278" y="105"/>
                  </a:lnTo>
                  <a:lnTo>
                    <a:pt x="278" y="109"/>
                  </a:lnTo>
                  <a:lnTo>
                    <a:pt x="278" y="112"/>
                  </a:lnTo>
                  <a:lnTo>
                    <a:pt x="278" y="115"/>
                  </a:lnTo>
                  <a:lnTo>
                    <a:pt x="280" y="117"/>
                  </a:lnTo>
                  <a:lnTo>
                    <a:pt x="280" y="126"/>
                  </a:lnTo>
                  <a:lnTo>
                    <a:pt x="281" y="129"/>
                  </a:lnTo>
                  <a:lnTo>
                    <a:pt x="281" y="133"/>
                  </a:lnTo>
                  <a:lnTo>
                    <a:pt x="282" y="140"/>
                  </a:lnTo>
                  <a:lnTo>
                    <a:pt x="282" y="141"/>
                  </a:lnTo>
                  <a:lnTo>
                    <a:pt x="282" y="147"/>
                  </a:lnTo>
                  <a:lnTo>
                    <a:pt x="284" y="166"/>
                  </a:lnTo>
                  <a:lnTo>
                    <a:pt x="286" y="177"/>
                  </a:lnTo>
                  <a:lnTo>
                    <a:pt x="286" y="183"/>
                  </a:lnTo>
                  <a:lnTo>
                    <a:pt x="287" y="190"/>
                  </a:lnTo>
                  <a:lnTo>
                    <a:pt x="287" y="192"/>
                  </a:lnTo>
                  <a:lnTo>
                    <a:pt x="288" y="199"/>
                  </a:lnTo>
                  <a:lnTo>
                    <a:pt x="288" y="207"/>
                  </a:lnTo>
                  <a:lnTo>
                    <a:pt x="290" y="224"/>
                  </a:lnTo>
                  <a:lnTo>
                    <a:pt x="290" y="226"/>
                  </a:lnTo>
                  <a:lnTo>
                    <a:pt x="290" y="232"/>
                  </a:lnTo>
                  <a:lnTo>
                    <a:pt x="293" y="249"/>
                  </a:lnTo>
                  <a:lnTo>
                    <a:pt x="293" y="256"/>
                  </a:lnTo>
                  <a:lnTo>
                    <a:pt x="294" y="268"/>
                  </a:lnTo>
                  <a:lnTo>
                    <a:pt x="295" y="277"/>
                  </a:lnTo>
                  <a:lnTo>
                    <a:pt x="296" y="286"/>
                  </a:lnTo>
                  <a:lnTo>
                    <a:pt x="296" y="289"/>
                  </a:lnTo>
                  <a:lnTo>
                    <a:pt x="298" y="302"/>
                  </a:lnTo>
                  <a:lnTo>
                    <a:pt x="294" y="310"/>
                  </a:lnTo>
                  <a:lnTo>
                    <a:pt x="294" y="312"/>
                  </a:lnTo>
                  <a:lnTo>
                    <a:pt x="295" y="310"/>
                  </a:lnTo>
                  <a:lnTo>
                    <a:pt x="293" y="321"/>
                  </a:lnTo>
                  <a:lnTo>
                    <a:pt x="294" y="326"/>
                  </a:lnTo>
                  <a:lnTo>
                    <a:pt x="298" y="336"/>
                  </a:lnTo>
                  <a:lnTo>
                    <a:pt x="302" y="345"/>
                  </a:lnTo>
                  <a:lnTo>
                    <a:pt x="301" y="346"/>
                  </a:lnTo>
                  <a:lnTo>
                    <a:pt x="301" y="348"/>
                  </a:lnTo>
                  <a:lnTo>
                    <a:pt x="302" y="350"/>
                  </a:lnTo>
                  <a:lnTo>
                    <a:pt x="306" y="361"/>
                  </a:lnTo>
                  <a:lnTo>
                    <a:pt x="299" y="376"/>
                  </a:lnTo>
                  <a:lnTo>
                    <a:pt x="296" y="379"/>
                  </a:lnTo>
                  <a:lnTo>
                    <a:pt x="295" y="385"/>
                  </a:lnTo>
                  <a:lnTo>
                    <a:pt x="290" y="388"/>
                  </a:lnTo>
                  <a:lnTo>
                    <a:pt x="292" y="394"/>
                  </a:lnTo>
                  <a:lnTo>
                    <a:pt x="289" y="398"/>
                  </a:lnTo>
                  <a:lnTo>
                    <a:pt x="277" y="411"/>
                  </a:lnTo>
                  <a:lnTo>
                    <a:pt x="275" y="411"/>
                  </a:lnTo>
                  <a:lnTo>
                    <a:pt x="275" y="414"/>
                  </a:lnTo>
                  <a:lnTo>
                    <a:pt x="277" y="424"/>
                  </a:lnTo>
                  <a:lnTo>
                    <a:pt x="276" y="432"/>
                  </a:lnTo>
                  <a:lnTo>
                    <a:pt x="270" y="447"/>
                  </a:lnTo>
                  <a:lnTo>
                    <a:pt x="272" y="448"/>
                  </a:lnTo>
                  <a:lnTo>
                    <a:pt x="276" y="456"/>
                  </a:lnTo>
                  <a:lnTo>
                    <a:pt x="270" y="465"/>
                  </a:lnTo>
                  <a:lnTo>
                    <a:pt x="269" y="474"/>
                  </a:lnTo>
                  <a:lnTo>
                    <a:pt x="270" y="478"/>
                  </a:lnTo>
                  <a:lnTo>
                    <a:pt x="271" y="478"/>
                  </a:lnTo>
                  <a:lnTo>
                    <a:pt x="276" y="484"/>
                  </a:lnTo>
                  <a:lnTo>
                    <a:pt x="272" y="488"/>
                  </a:lnTo>
                  <a:lnTo>
                    <a:pt x="263" y="490"/>
                  </a:lnTo>
                  <a:lnTo>
                    <a:pt x="256" y="496"/>
                  </a:lnTo>
                  <a:lnTo>
                    <a:pt x="254" y="498"/>
                  </a:lnTo>
                  <a:lnTo>
                    <a:pt x="254" y="496"/>
                  </a:lnTo>
                  <a:lnTo>
                    <a:pt x="251" y="495"/>
                  </a:lnTo>
                  <a:lnTo>
                    <a:pt x="246" y="512"/>
                  </a:lnTo>
                  <a:lnTo>
                    <a:pt x="252" y="524"/>
                  </a:lnTo>
                  <a:lnTo>
                    <a:pt x="248" y="530"/>
                  </a:lnTo>
                  <a:lnTo>
                    <a:pt x="247" y="531"/>
                  </a:lnTo>
                  <a:lnTo>
                    <a:pt x="242" y="530"/>
                  </a:lnTo>
                  <a:lnTo>
                    <a:pt x="238" y="526"/>
                  </a:lnTo>
                  <a:lnTo>
                    <a:pt x="228" y="524"/>
                  </a:lnTo>
                  <a:lnTo>
                    <a:pt x="214" y="518"/>
                  </a:lnTo>
                  <a:lnTo>
                    <a:pt x="209" y="519"/>
                  </a:lnTo>
                  <a:lnTo>
                    <a:pt x="199" y="532"/>
                  </a:lnTo>
                  <a:lnTo>
                    <a:pt x="197" y="535"/>
                  </a:lnTo>
                  <a:lnTo>
                    <a:pt x="196" y="537"/>
                  </a:lnTo>
                  <a:lnTo>
                    <a:pt x="198" y="542"/>
                  </a:lnTo>
                  <a:lnTo>
                    <a:pt x="191" y="535"/>
                  </a:lnTo>
                  <a:lnTo>
                    <a:pt x="191" y="542"/>
                  </a:lnTo>
                  <a:lnTo>
                    <a:pt x="186" y="542"/>
                  </a:lnTo>
                  <a:lnTo>
                    <a:pt x="181" y="540"/>
                  </a:lnTo>
                  <a:lnTo>
                    <a:pt x="173" y="519"/>
                  </a:lnTo>
                  <a:lnTo>
                    <a:pt x="172" y="519"/>
                  </a:lnTo>
                  <a:lnTo>
                    <a:pt x="170" y="519"/>
                  </a:lnTo>
                  <a:lnTo>
                    <a:pt x="169" y="513"/>
                  </a:lnTo>
                  <a:lnTo>
                    <a:pt x="170" y="511"/>
                  </a:lnTo>
                  <a:lnTo>
                    <a:pt x="173" y="511"/>
                  </a:lnTo>
                  <a:lnTo>
                    <a:pt x="175" y="507"/>
                  </a:lnTo>
                  <a:lnTo>
                    <a:pt x="166" y="489"/>
                  </a:lnTo>
                  <a:lnTo>
                    <a:pt x="166" y="488"/>
                  </a:lnTo>
                  <a:lnTo>
                    <a:pt x="167" y="483"/>
                  </a:lnTo>
                  <a:lnTo>
                    <a:pt x="154" y="472"/>
                  </a:lnTo>
                  <a:lnTo>
                    <a:pt x="152" y="466"/>
                  </a:lnTo>
                  <a:lnTo>
                    <a:pt x="143" y="460"/>
                  </a:lnTo>
                  <a:lnTo>
                    <a:pt x="137" y="460"/>
                  </a:lnTo>
                  <a:lnTo>
                    <a:pt x="132" y="462"/>
                  </a:lnTo>
                  <a:lnTo>
                    <a:pt x="127" y="453"/>
                  </a:lnTo>
                  <a:lnTo>
                    <a:pt x="116" y="445"/>
                  </a:lnTo>
                  <a:lnTo>
                    <a:pt x="110" y="442"/>
                  </a:lnTo>
                  <a:lnTo>
                    <a:pt x="107" y="440"/>
                  </a:lnTo>
                  <a:lnTo>
                    <a:pt x="107" y="439"/>
                  </a:lnTo>
                  <a:lnTo>
                    <a:pt x="98" y="430"/>
                  </a:lnTo>
                  <a:lnTo>
                    <a:pt x="97" y="427"/>
                  </a:lnTo>
                  <a:lnTo>
                    <a:pt x="98" y="414"/>
                  </a:lnTo>
                  <a:lnTo>
                    <a:pt x="103" y="403"/>
                  </a:lnTo>
                  <a:lnTo>
                    <a:pt x="103" y="400"/>
                  </a:lnTo>
                  <a:lnTo>
                    <a:pt x="103" y="399"/>
                  </a:lnTo>
                  <a:lnTo>
                    <a:pt x="104" y="398"/>
                  </a:lnTo>
                  <a:lnTo>
                    <a:pt x="108" y="390"/>
                  </a:lnTo>
                  <a:lnTo>
                    <a:pt x="108" y="386"/>
                  </a:lnTo>
                  <a:lnTo>
                    <a:pt x="108" y="378"/>
                  </a:lnTo>
                  <a:lnTo>
                    <a:pt x="108" y="375"/>
                  </a:lnTo>
                  <a:lnTo>
                    <a:pt x="112" y="373"/>
                  </a:lnTo>
                  <a:lnTo>
                    <a:pt x="112" y="372"/>
                  </a:lnTo>
                  <a:lnTo>
                    <a:pt x="110" y="367"/>
                  </a:lnTo>
                  <a:lnTo>
                    <a:pt x="101" y="362"/>
                  </a:lnTo>
                  <a:lnTo>
                    <a:pt x="100" y="361"/>
                  </a:lnTo>
                  <a:lnTo>
                    <a:pt x="95" y="361"/>
                  </a:lnTo>
                  <a:lnTo>
                    <a:pt x="91" y="358"/>
                  </a:lnTo>
                  <a:lnTo>
                    <a:pt x="86" y="358"/>
                  </a:lnTo>
                  <a:lnTo>
                    <a:pt x="79" y="367"/>
                  </a:lnTo>
                  <a:lnTo>
                    <a:pt x="77" y="368"/>
                  </a:lnTo>
                  <a:lnTo>
                    <a:pt x="71" y="362"/>
                  </a:lnTo>
                  <a:lnTo>
                    <a:pt x="68" y="356"/>
                  </a:lnTo>
                  <a:lnTo>
                    <a:pt x="67" y="344"/>
                  </a:lnTo>
                  <a:lnTo>
                    <a:pt x="64" y="334"/>
                  </a:lnTo>
                  <a:lnTo>
                    <a:pt x="61" y="331"/>
                  </a:lnTo>
                  <a:lnTo>
                    <a:pt x="54" y="324"/>
                  </a:lnTo>
                  <a:lnTo>
                    <a:pt x="47" y="319"/>
                  </a:lnTo>
                  <a:lnTo>
                    <a:pt x="42" y="316"/>
                  </a:lnTo>
                  <a:lnTo>
                    <a:pt x="34" y="306"/>
                  </a:lnTo>
                  <a:lnTo>
                    <a:pt x="30" y="304"/>
                  </a:lnTo>
                  <a:lnTo>
                    <a:pt x="28" y="301"/>
                  </a:lnTo>
                  <a:lnTo>
                    <a:pt x="22" y="296"/>
                  </a:lnTo>
                  <a:lnTo>
                    <a:pt x="20" y="294"/>
                  </a:lnTo>
                  <a:lnTo>
                    <a:pt x="18" y="292"/>
                  </a:lnTo>
                  <a:lnTo>
                    <a:pt x="13" y="286"/>
                  </a:lnTo>
                  <a:lnTo>
                    <a:pt x="13" y="285"/>
                  </a:lnTo>
                  <a:lnTo>
                    <a:pt x="12" y="280"/>
                  </a:lnTo>
                  <a:lnTo>
                    <a:pt x="6" y="274"/>
                  </a:lnTo>
                  <a:lnTo>
                    <a:pt x="7" y="267"/>
                  </a:lnTo>
                  <a:lnTo>
                    <a:pt x="4" y="262"/>
                  </a:lnTo>
                  <a:lnTo>
                    <a:pt x="0" y="250"/>
                  </a:lnTo>
                  <a:lnTo>
                    <a:pt x="0" y="24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8" name="Freeform 54">
              <a:extLst>
                <a:ext uri="{FF2B5EF4-FFF2-40B4-BE49-F238E27FC236}">
                  <a16:creationId xmlns:a16="http://schemas.microsoft.com/office/drawing/2014/main" id="{910B23F8-5A53-BB3A-1423-0A26D3F13A0A}"/>
                </a:ext>
              </a:extLst>
            </p:cNvPr>
            <p:cNvSpPr>
              <a:spLocks noChangeAspect="1"/>
            </p:cNvSpPr>
            <p:nvPr/>
          </p:nvSpPr>
          <p:spPr bwMode="auto">
            <a:xfrm>
              <a:off x="679" y="2377"/>
              <a:ext cx="82" cy="54"/>
            </a:xfrm>
            <a:custGeom>
              <a:avLst/>
              <a:gdLst>
                <a:gd name="T0" fmla="*/ 193 w 463"/>
                <a:gd name="T1" fmla="*/ 9 h 303"/>
                <a:gd name="T2" fmla="*/ 184 w 463"/>
                <a:gd name="T3" fmla="*/ 10 h 303"/>
                <a:gd name="T4" fmla="*/ 165 w 463"/>
                <a:gd name="T5" fmla="*/ 10 h 303"/>
                <a:gd name="T6" fmla="*/ 137 w 463"/>
                <a:gd name="T7" fmla="*/ 12 h 303"/>
                <a:gd name="T8" fmla="*/ 121 w 463"/>
                <a:gd name="T9" fmla="*/ 12 h 303"/>
                <a:gd name="T10" fmla="*/ 95 w 463"/>
                <a:gd name="T11" fmla="*/ 13 h 303"/>
                <a:gd name="T12" fmla="*/ 63 w 463"/>
                <a:gd name="T13" fmla="*/ 14 h 303"/>
                <a:gd name="T14" fmla="*/ 48 w 463"/>
                <a:gd name="T15" fmla="*/ 14 h 303"/>
                <a:gd name="T16" fmla="*/ 25 w 463"/>
                <a:gd name="T17" fmla="*/ 14 h 303"/>
                <a:gd name="T18" fmla="*/ 9 w 463"/>
                <a:gd name="T19" fmla="*/ 15 h 303"/>
                <a:gd name="T20" fmla="*/ 5 w 463"/>
                <a:gd name="T21" fmla="*/ 38 h 303"/>
                <a:gd name="T22" fmla="*/ 12 w 463"/>
                <a:gd name="T23" fmla="*/ 55 h 303"/>
                <a:gd name="T24" fmla="*/ 6 w 463"/>
                <a:gd name="T25" fmla="*/ 72 h 303"/>
                <a:gd name="T26" fmla="*/ 10 w 463"/>
                <a:gd name="T27" fmla="*/ 106 h 303"/>
                <a:gd name="T28" fmla="*/ 13 w 463"/>
                <a:gd name="T29" fmla="*/ 112 h 303"/>
                <a:gd name="T30" fmla="*/ 21 w 463"/>
                <a:gd name="T31" fmla="*/ 139 h 303"/>
                <a:gd name="T32" fmla="*/ 29 w 463"/>
                <a:gd name="T33" fmla="*/ 160 h 303"/>
                <a:gd name="T34" fmla="*/ 37 w 463"/>
                <a:gd name="T35" fmla="*/ 174 h 303"/>
                <a:gd name="T36" fmla="*/ 39 w 463"/>
                <a:gd name="T37" fmla="*/ 196 h 303"/>
                <a:gd name="T38" fmla="*/ 47 w 463"/>
                <a:gd name="T39" fmla="*/ 208 h 303"/>
                <a:gd name="T40" fmla="*/ 57 w 463"/>
                <a:gd name="T41" fmla="*/ 229 h 303"/>
                <a:gd name="T42" fmla="*/ 57 w 463"/>
                <a:gd name="T43" fmla="*/ 238 h 303"/>
                <a:gd name="T44" fmla="*/ 57 w 463"/>
                <a:gd name="T45" fmla="*/ 250 h 303"/>
                <a:gd name="T46" fmla="*/ 61 w 463"/>
                <a:gd name="T47" fmla="*/ 266 h 303"/>
                <a:gd name="T48" fmla="*/ 60 w 463"/>
                <a:gd name="T49" fmla="*/ 278 h 303"/>
                <a:gd name="T50" fmla="*/ 65 w 463"/>
                <a:gd name="T51" fmla="*/ 297 h 303"/>
                <a:gd name="T52" fmla="*/ 94 w 463"/>
                <a:gd name="T53" fmla="*/ 297 h 303"/>
                <a:gd name="T54" fmla="*/ 121 w 463"/>
                <a:gd name="T55" fmla="*/ 296 h 303"/>
                <a:gd name="T56" fmla="*/ 148 w 463"/>
                <a:gd name="T57" fmla="*/ 296 h 303"/>
                <a:gd name="T58" fmla="*/ 175 w 463"/>
                <a:gd name="T59" fmla="*/ 295 h 303"/>
                <a:gd name="T60" fmla="*/ 193 w 463"/>
                <a:gd name="T61" fmla="*/ 294 h 303"/>
                <a:gd name="T62" fmla="*/ 226 w 463"/>
                <a:gd name="T63" fmla="*/ 292 h 303"/>
                <a:gd name="T64" fmla="*/ 239 w 463"/>
                <a:gd name="T65" fmla="*/ 291 h 303"/>
                <a:gd name="T66" fmla="*/ 267 w 463"/>
                <a:gd name="T67" fmla="*/ 290 h 303"/>
                <a:gd name="T68" fmla="*/ 293 w 463"/>
                <a:gd name="T69" fmla="*/ 288 h 303"/>
                <a:gd name="T70" fmla="*/ 321 w 463"/>
                <a:gd name="T71" fmla="*/ 285 h 303"/>
                <a:gd name="T72" fmla="*/ 335 w 463"/>
                <a:gd name="T73" fmla="*/ 284 h 303"/>
                <a:gd name="T74" fmla="*/ 358 w 463"/>
                <a:gd name="T75" fmla="*/ 282 h 303"/>
                <a:gd name="T76" fmla="*/ 366 w 463"/>
                <a:gd name="T77" fmla="*/ 289 h 303"/>
                <a:gd name="T78" fmla="*/ 385 w 463"/>
                <a:gd name="T79" fmla="*/ 302 h 303"/>
                <a:gd name="T80" fmla="*/ 401 w 463"/>
                <a:gd name="T81" fmla="*/ 274 h 303"/>
                <a:gd name="T82" fmla="*/ 402 w 463"/>
                <a:gd name="T83" fmla="*/ 266 h 303"/>
                <a:gd name="T84" fmla="*/ 407 w 463"/>
                <a:gd name="T85" fmla="*/ 225 h 303"/>
                <a:gd name="T86" fmla="*/ 402 w 463"/>
                <a:gd name="T87" fmla="*/ 205 h 303"/>
                <a:gd name="T88" fmla="*/ 441 w 463"/>
                <a:gd name="T89" fmla="*/ 188 h 303"/>
                <a:gd name="T90" fmla="*/ 454 w 463"/>
                <a:gd name="T91" fmla="*/ 164 h 303"/>
                <a:gd name="T92" fmla="*/ 462 w 463"/>
                <a:gd name="T93" fmla="*/ 146 h 303"/>
                <a:gd name="T94" fmla="*/ 462 w 463"/>
                <a:gd name="T95" fmla="*/ 136 h 303"/>
                <a:gd name="T96" fmla="*/ 449 w 463"/>
                <a:gd name="T97" fmla="*/ 122 h 303"/>
                <a:gd name="T98" fmla="*/ 437 w 463"/>
                <a:gd name="T99" fmla="*/ 104 h 303"/>
                <a:gd name="T100" fmla="*/ 419 w 463"/>
                <a:gd name="T101" fmla="*/ 82 h 303"/>
                <a:gd name="T102" fmla="*/ 393 w 463"/>
                <a:gd name="T103" fmla="*/ 72 h 303"/>
                <a:gd name="T104" fmla="*/ 384 w 463"/>
                <a:gd name="T105" fmla="*/ 48 h 303"/>
                <a:gd name="T106" fmla="*/ 378 w 463"/>
                <a:gd name="T107" fmla="*/ 9 h 303"/>
                <a:gd name="T108" fmla="*/ 375 w 463"/>
                <a:gd name="T109" fmla="*/ 0 h 303"/>
                <a:gd name="T110" fmla="*/ 348 w 463"/>
                <a:gd name="T111" fmla="*/ 2 h 303"/>
                <a:gd name="T112" fmla="*/ 291 w 463"/>
                <a:gd name="T113" fmla="*/ 4 h 303"/>
                <a:gd name="T114" fmla="*/ 251 w 463"/>
                <a:gd name="T115" fmla="*/ 7 h 303"/>
                <a:gd name="T116" fmla="*/ 225 w 463"/>
                <a:gd name="T117" fmla="*/ 8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3" h="303">
                  <a:moveTo>
                    <a:pt x="217" y="9"/>
                  </a:moveTo>
                  <a:lnTo>
                    <a:pt x="207" y="9"/>
                  </a:lnTo>
                  <a:lnTo>
                    <a:pt x="193" y="9"/>
                  </a:lnTo>
                  <a:lnTo>
                    <a:pt x="191" y="9"/>
                  </a:lnTo>
                  <a:lnTo>
                    <a:pt x="185" y="10"/>
                  </a:lnTo>
                  <a:lnTo>
                    <a:pt x="184" y="10"/>
                  </a:lnTo>
                  <a:lnTo>
                    <a:pt x="183" y="10"/>
                  </a:lnTo>
                  <a:lnTo>
                    <a:pt x="166" y="10"/>
                  </a:lnTo>
                  <a:lnTo>
                    <a:pt x="165" y="10"/>
                  </a:lnTo>
                  <a:lnTo>
                    <a:pt x="156" y="12"/>
                  </a:lnTo>
                  <a:lnTo>
                    <a:pt x="151" y="12"/>
                  </a:lnTo>
                  <a:lnTo>
                    <a:pt x="137" y="12"/>
                  </a:lnTo>
                  <a:lnTo>
                    <a:pt x="130" y="12"/>
                  </a:lnTo>
                  <a:lnTo>
                    <a:pt x="123" y="12"/>
                  </a:lnTo>
                  <a:lnTo>
                    <a:pt x="121" y="12"/>
                  </a:lnTo>
                  <a:lnTo>
                    <a:pt x="119" y="13"/>
                  </a:lnTo>
                  <a:lnTo>
                    <a:pt x="105" y="13"/>
                  </a:lnTo>
                  <a:lnTo>
                    <a:pt x="95" y="13"/>
                  </a:lnTo>
                  <a:lnTo>
                    <a:pt x="85" y="13"/>
                  </a:lnTo>
                  <a:lnTo>
                    <a:pt x="81" y="13"/>
                  </a:lnTo>
                  <a:lnTo>
                    <a:pt x="63" y="14"/>
                  </a:lnTo>
                  <a:lnTo>
                    <a:pt x="60" y="14"/>
                  </a:lnTo>
                  <a:lnTo>
                    <a:pt x="53" y="14"/>
                  </a:lnTo>
                  <a:lnTo>
                    <a:pt x="48" y="14"/>
                  </a:lnTo>
                  <a:lnTo>
                    <a:pt x="43" y="14"/>
                  </a:lnTo>
                  <a:lnTo>
                    <a:pt x="40" y="14"/>
                  </a:lnTo>
                  <a:lnTo>
                    <a:pt x="25" y="14"/>
                  </a:lnTo>
                  <a:lnTo>
                    <a:pt x="17" y="15"/>
                  </a:lnTo>
                  <a:lnTo>
                    <a:pt x="11" y="15"/>
                  </a:lnTo>
                  <a:lnTo>
                    <a:pt x="9" y="15"/>
                  </a:lnTo>
                  <a:lnTo>
                    <a:pt x="1" y="15"/>
                  </a:lnTo>
                  <a:lnTo>
                    <a:pt x="6" y="27"/>
                  </a:lnTo>
                  <a:lnTo>
                    <a:pt x="5" y="38"/>
                  </a:lnTo>
                  <a:lnTo>
                    <a:pt x="9" y="42"/>
                  </a:lnTo>
                  <a:lnTo>
                    <a:pt x="12" y="51"/>
                  </a:lnTo>
                  <a:lnTo>
                    <a:pt x="12" y="55"/>
                  </a:lnTo>
                  <a:lnTo>
                    <a:pt x="9" y="58"/>
                  </a:lnTo>
                  <a:lnTo>
                    <a:pt x="9" y="67"/>
                  </a:lnTo>
                  <a:lnTo>
                    <a:pt x="6" y="72"/>
                  </a:lnTo>
                  <a:lnTo>
                    <a:pt x="0" y="92"/>
                  </a:lnTo>
                  <a:lnTo>
                    <a:pt x="10" y="103"/>
                  </a:lnTo>
                  <a:lnTo>
                    <a:pt x="10" y="106"/>
                  </a:lnTo>
                  <a:lnTo>
                    <a:pt x="11" y="111"/>
                  </a:lnTo>
                  <a:lnTo>
                    <a:pt x="11" y="112"/>
                  </a:lnTo>
                  <a:lnTo>
                    <a:pt x="13" y="112"/>
                  </a:lnTo>
                  <a:lnTo>
                    <a:pt x="19" y="133"/>
                  </a:lnTo>
                  <a:lnTo>
                    <a:pt x="22" y="136"/>
                  </a:lnTo>
                  <a:lnTo>
                    <a:pt x="21" y="139"/>
                  </a:lnTo>
                  <a:lnTo>
                    <a:pt x="25" y="148"/>
                  </a:lnTo>
                  <a:lnTo>
                    <a:pt x="27" y="156"/>
                  </a:lnTo>
                  <a:lnTo>
                    <a:pt x="29" y="160"/>
                  </a:lnTo>
                  <a:lnTo>
                    <a:pt x="33" y="160"/>
                  </a:lnTo>
                  <a:lnTo>
                    <a:pt x="36" y="172"/>
                  </a:lnTo>
                  <a:lnTo>
                    <a:pt x="37" y="174"/>
                  </a:lnTo>
                  <a:lnTo>
                    <a:pt x="40" y="184"/>
                  </a:lnTo>
                  <a:lnTo>
                    <a:pt x="37" y="190"/>
                  </a:lnTo>
                  <a:lnTo>
                    <a:pt x="39" y="196"/>
                  </a:lnTo>
                  <a:lnTo>
                    <a:pt x="47" y="205"/>
                  </a:lnTo>
                  <a:lnTo>
                    <a:pt x="47" y="207"/>
                  </a:lnTo>
                  <a:lnTo>
                    <a:pt x="47" y="208"/>
                  </a:lnTo>
                  <a:lnTo>
                    <a:pt x="47" y="211"/>
                  </a:lnTo>
                  <a:lnTo>
                    <a:pt x="52" y="219"/>
                  </a:lnTo>
                  <a:lnTo>
                    <a:pt x="57" y="229"/>
                  </a:lnTo>
                  <a:lnTo>
                    <a:pt x="53" y="232"/>
                  </a:lnTo>
                  <a:lnTo>
                    <a:pt x="53" y="238"/>
                  </a:lnTo>
                  <a:lnTo>
                    <a:pt x="57" y="238"/>
                  </a:lnTo>
                  <a:lnTo>
                    <a:pt x="57" y="241"/>
                  </a:lnTo>
                  <a:lnTo>
                    <a:pt x="57" y="244"/>
                  </a:lnTo>
                  <a:lnTo>
                    <a:pt x="57" y="250"/>
                  </a:lnTo>
                  <a:lnTo>
                    <a:pt x="57" y="252"/>
                  </a:lnTo>
                  <a:lnTo>
                    <a:pt x="58" y="256"/>
                  </a:lnTo>
                  <a:lnTo>
                    <a:pt x="61" y="266"/>
                  </a:lnTo>
                  <a:lnTo>
                    <a:pt x="61" y="267"/>
                  </a:lnTo>
                  <a:lnTo>
                    <a:pt x="60" y="268"/>
                  </a:lnTo>
                  <a:lnTo>
                    <a:pt x="60" y="278"/>
                  </a:lnTo>
                  <a:lnTo>
                    <a:pt x="57" y="282"/>
                  </a:lnTo>
                  <a:lnTo>
                    <a:pt x="66" y="295"/>
                  </a:lnTo>
                  <a:lnTo>
                    <a:pt x="65" y="297"/>
                  </a:lnTo>
                  <a:lnTo>
                    <a:pt x="66" y="297"/>
                  </a:lnTo>
                  <a:lnTo>
                    <a:pt x="85" y="297"/>
                  </a:lnTo>
                  <a:lnTo>
                    <a:pt x="94" y="297"/>
                  </a:lnTo>
                  <a:lnTo>
                    <a:pt x="103" y="297"/>
                  </a:lnTo>
                  <a:lnTo>
                    <a:pt x="107" y="297"/>
                  </a:lnTo>
                  <a:lnTo>
                    <a:pt x="121" y="296"/>
                  </a:lnTo>
                  <a:lnTo>
                    <a:pt x="127" y="297"/>
                  </a:lnTo>
                  <a:lnTo>
                    <a:pt x="139" y="296"/>
                  </a:lnTo>
                  <a:lnTo>
                    <a:pt x="148" y="296"/>
                  </a:lnTo>
                  <a:lnTo>
                    <a:pt x="157" y="296"/>
                  </a:lnTo>
                  <a:lnTo>
                    <a:pt x="160" y="296"/>
                  </a:lnTo>
                  <a:lnTo>
                    <a:pt x="175" y="295"/>
                  </a:lnTo>
                  <a:lnTo>
                    <a:pt x="177" y="295"/>
                  </a:lnTo>
                  <a:lnTo>
                    <a:pt x="192" y="295"/>
                  </a:lnTo>
                  <a:lnTo>
                    <a:pt x="193" y="294"/>
                  </a:lnTo>
                  <a:lnTo>
                    <a:pt x="210" y="294"/>
                  </a:lnTo>
                  <a:lnTo>
                    <a:pt x="211" y="294"/>
                  </a:lnTo>
                  <a:lnTo>
                    <a:pt x="226" y="292"/>
                  </a:lnTo>
                  <a:lnTo>
                    <a:pt x="231" y="292"/>
                  </a:lnTo>
                  <a:lnTo>
                    <a:pt x="234" y="292"/>
                  </a:lnTo>
                  <a:lnTo>
                    <a:pt x="239" y="291"/>
                  </a:lnTo>
                  <a:lnTo>
                    <a:pt x="249" y="291"/>
                  </a:lnTo>
                  <a:lnTo>
                    <a:pt x="259" y="290"/>
                  </a:lnTo>
                  <a:lnTo>
                    <a:pt x="267" y="290"/>
                  </a:lnTo>
                  <a:lnTo>
                    <a:pt x="285" y="289"/>
                  </a:lnTo>
                  <a:lnTo>
                    <a:pt x="287" y="289"/>
                  </a:lnTo>
                  <a:lnTo>
                    <a:pt x="293" y="288"/>
                  </a:lnTo>
                  <a:lnTo>
                    <a:pt x="303" y="288"/>
                  </a:lnTo>
                  <a:lnTo>
                    <a:pt x="313" y="286"/>
                  </a:lnTo>
                  <a:lnTo>
                    <a:pt x="321" y="285"/>
                  </a:lnTo>
                  <a:lnTo>
                    <a:pt x="322" y="285"/>
                  </a:lnTo>
                  <a:lnTo>
                    <a:pt x="325" y="285"/>
                  </a:lnTo>
                  <a:lnTo>
                    <a:pt x="335" y="284"/>
                  </a:lnTo>
                  <a:lnTo>
                    <a:pt x="337" y="284"/>
                  </a:lnTo>
                  <a:lnTo>
                    <a:pt x="343" y="284"/>
                  </a:lnTo>
                  <a:lnTo>
                    <a:pt x="358" y="282"/>
                  </a:lnTo>
                  <a:lnTo>
                    <a:pt x="359" y="283"/>
                  </a:lnTo>
                  <a:lnTo>
                    <a:pt x="359" y="284"/>
                  </a:lnTo>
                  <a:lnTo>
                    <a:pt x="366" y="289"/>
                  </a:lnTo>
                  <a:lnTo>
                    <a:pt x="376" y="302"/>
                  </a:lnTo>
                  <a:lnTo>
                    <a:pt x="382" y="303"/>
                  </a:lnTo>
                  <a:lnTo>
                    <a:pt x="385" y="302"/>
                  </a:lnTo>
                  <a:lnTo>
                    <a:pt x="384" y="284"/>
                  </a:lnTo>
                  <a:lnTo>
                    <a:pt x="397" y="277"/>
                  </a:lnTo>
                  <a:lnTo>
                    <a:pt x="401" y="274"/>
                  </a:lnTo>
                  <a:lnTo>
                    <a:pt x="402" y="274"/>
                  </a:lnTo>
                  <a:lnTo>
                    <a:pt x="402" y="271"/>
                  </a:lnTo>
                  <a:lnTo>
                    <a:pt x="402" y="266"/>
                  </a:lnTo>
                  <a:lnTo>
                    <a:pt x="412" y="241"/>
                  </a:lnTo>
                  <a:lnTo>
                    <a:pt x="412" y="234"/>
                  </a:lnTo>
                  <a:lnTo>
                    <a:pt x="407" y="225"/>
                  </a:lnTo>
                  <a:lnTo>
                    <a:pt x="399" y="217"/>
                  </a:lnTo>
                  <a:lnTo>
                    <a:pt x="401" y="208"/>
                  </a:lnTo>
                  <a:lnTo>
                    <a:pt x="402" y="205"/>
                  </a:lnTo>
                  <a:lnTo>
                    <a:pt x="406" y="200"/>
                  </a:lnTo>
                  <a:lnTo>
                    <a:pt x="421" y="196"/>
                  </a:lnTo>
                  <a:lnTo>
                    <a:pt x="441" y="188"/>
                  </a:lnTo>
                  <a:lnTo>
                    <a:pt x="449" y="182"/>
                  </a:lnTo>
                  <a:lnTo>
                    <a:pt x="453" y="166"/>
                  </a:lnTo>
                  <a:lnTo>
                    <a:pt x="454" y="164"/>
                  </a:lnTo>
                  <a:lnTo>
                    <a:pt x="457" y="162"/>
                  </a:lnTo>
                  <a:lnTo>
                    <a:pt x="462" y="152"/>
                  </a:lnTo>
                  <a:lnTo>
                    <a:pt x="462" y="146"/>
                  </a:lnTo>
                  <a:lnTo>
                    <a:pt x="463" y="140"/>
                  </a:lnTo>
                  <a:lnTo>
                    <a:pt x="463" y="139"/>
                  </a:lnTo>
                  <a:lnTo>
                    <a:pt x="462" y="136"/>
                  </a:lnTo>
                  <a:lnTo>
                    <a:pt x="460" y="128"/>
                  </a:lnTo>
                  <a:lnTo>
                    <a:pt x="451" y="123"/>
                  </a:lnTo>
                  <a:lnTo>
                    <a:pt x="449" y="122"/>
                  </a:lnTo>
                  <a:lnTo>
                    <a:pt x="444" y="120"/>
                  </a:lnTo>
                  <a:lnTo>
                    <a:pt x="442" y="117"/>
                  </a:lnTo>
                  <a:lnTo>
                    <a:pt x="437" y="104"/>
                  </a:lnTo>
                  <a:lnTo>
                    <a:pt x="425" y="98"/>
                  </a:lnTo>
                  <a:lnTo>
                    <a:pt x="424" y="93"/>
                  </a:lnTo>
                  <a:lnTo>
                    <a:pt x="419" y="82"/>
                  </a:lnTo>
                  <a:lnTo>
                    <a:pt x="415" y="80"/>
                  </a:lnTo>
                  <a:lnTo>
                    <a:pt x="405" y="78"/>
                  </a:lnTo>
                  <a:lnTo>
                    <a:pt x="393" y="72"/>
                  </a:lnTo>
                  <a:lnTo>
                    <a:pt x="390" y="60"/>
                  </a:lnTo>
                  <a:lnTo>
                    <a:pt x="384" y="49"/>
                  </a:lnTo>
                  <a:lnTo>
                    <a:pt x="384" y="48"/>
                  </a:lnTo>
                  <a:lnTo>
                    <a:pt x="382" y="40"/>
                  </a:lnTo>
                  <a:lnTo>
                    <a:pt x="389" y="24"/>
                  </a:lnTo>
                  <a:lnTo>
                    <a:pt x="378" y="9"/>
                  </a:lnTo>
                  <a:lnTo>
                    <a:pt x="378" y="7"/>
                  </a:lnTo>
                  <a:lnTo>
                    <a:pt x="377" y="0"/>
                  </a:lnTo>
                  <a:lnTo>
                    <a:pt x="375" y="0"/>
                  </a:lnTo>
                  <a:lnTo>
                    <a:pt x="370" y="0"/>
                  </a:lnTo>
                  <a:lnTo>
                    <a:pt x="349" y="2"/>
                  </a:lnTo>
                  <a:lnTo>
                    <a:pt x="348" y="2"/>
                  </a:lnTo>
                  <a:lnTo>
                    <a:pt x="341" y="2"/>
                  </a:lnTo>
                  <a:lnTo>
                    <a:pt x="317" y="3"/>
                  </a:lnTo>
                  <a:lnTo>
                    <a:pt x="291" y="4"/>
                  </a:lnTo>
                  <a:lnTo>
                    <a:pt x="283" y="6"/>
                  </a:lnTo>
                  <a:lnTo>
                    <a:pt x="252" y="7"/>
                  </a:lnTo>
                  <a:lnTo>
                    <a:pt x="251" y="7"/>
                  </a:lnTo>
                  <a:lnTo>
                    <a:pt x="249" y="7"/>
                  </a:lnTo>
                  <a:lnTo>
                    <a:pt x="226" y="8"/>
                  </a:lnTo>
                  <a:lnTo>
                    <a:pt x="225" y="8"/>
                  </a:lnTo>
                  <a:lnTo>
                    <a:pt x="217" y="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89" name="Freeform 55">
              <a:extLst>
                <a:ext uri="{FF2B5EF4-FFF2-40B4-BE49-F238E27FC236}">
                  <a16:creationId xmlns:a16="http://schemas.microsoft.com/office/drawing/2014/main" id="{758C8E12-5991-C3C6-7DAD-1AF78FC6A666}"/>
                </a:ext>
              </a:extLst>
            </p:cNvPr>
            <p:cNvSpPr>
              <a:spLocks noChangeAspect="1"/>
            </p:cNvSpPr>
            <p:nvPr/>
          </p:nvSpPr>
          <p:spPr bwMode="auto">
            <a:xfrm>
              <a:off x="833" y="2512"/>
              <a:ext cx="74" cy="77"/>
            </a:xfrm>
            <a:custGeom>
              <a:avLst/>
              <a:gdLst>
                <a:gd name="T0" fmla="*/ 69 w 416"/>
                <a:gd name="T1" fmla="*/ 18 h 435"/>
                <a:gd name="T2" fmla="*/ 99 w 416"/>
                <a:gd name="T3" fmla="*/ 15 h 435"/>
                <a:gd name="T4" fmla="*/ 123 w 416"/>
                <a:gd name="T5" fmla="*/ 11 h 435"/>
                <a:gd name="T6" fmla="*/ 159 w 416"/>
                <a:gd name="T7" fmla="*/ 6 h 435"/>
                <a:gd name="T8" fmla="*/ 188 w 416"/>
                <a:gd name="T9" fmla="*/ 1 h 435"/>
                <a:gd name="T10" fmla="*/ 179 w 416"/>
                <a:gd name="T11" fmla="*/ 30 h 435"/>
                <a:gd name="T12" fmla="*/ 200 w 416"/>
                <a:gd name="T13" fmla="*/ 45 h 435"/>
                <a:gd name="T14" fmla="*/ 219 w 416"/>
                <a:gd name="T15" fmla="*/ 49 h 435"/>
                <a:gd name="T16" fmla="*/ 233 w 416"/>
                <a:gd name="T17" fmla="*/ 69 h 435"/>
                <a:gd name="T18" fmla="*/ 247 w 416"/>
                <a:gd name="T19" fmla="*/ 89 h 435"/>
                <a:gd name="T20" fmla="*/ 267 w 416"/>
                <a:gd name="T21" fmla="*/ 103 h 435"/>
                <a:gd name="T22" fmla="*/ 290 w 416"/>
                <a:gd name="T23" fmla="*/ 125 h 435"/>
                <a:gd name="T24" fmla="*/ 309 w 416"/>
                <a:gd name="T25" fmla="*/ 143 h 435"/>
                <a:gd name="T26" fmla="*/ 326 w 416"/>
                <a:gd name="T27" fmla="*/ 162 h 435"/>
                <a:gd name="T28" fmla="*/ 349 w 416"/>
                <a:gd name="T29" fmla="*/ 173 h 435"/>
                <a:gd name="T30" fmla="*/ 363 w 416"/>
                <a:gd name="T31" fmla="*/ 211 h 435"/>
                <a:gd name="T32" fmla="*/ 389 w 416"/>
                <a:gd name="T33" fmla="*/ 241 h 435"/>
                <a:gd name="T34" fmla="*/ 411 w 416"/>
                <a:gd name="T35" fmla="*/ 257 h 435"/>
                <a:gd name="T36" fmla="*/ 402 w 416"/>
                <a:gd name="T37" fmla="*/ 276 h 435"/>
                <a:gd name="T38" fmla="*/ 396 w 416"/>
                <a:gd name="T39" fmla="*/ 292 h 435"/>
                <a:gd name="T40" fmla="*/ 398 w 416"/>
                <a:gd name="T41" fmla="*/ 309 h 435"/>
                <a:gd name="T42" fmla="*/ 398 w 416"/>
                <a:gd name="T43" fmla="*/ 312 h 435"/>
                <a:gd name="T44" fmla="*/ 395 w 416"/>
                <a:gd name="T45" fmla="*/ 337 h 435"/>
                <a:gd name="T46" fmla="*/ 385 w 416"/>
                <a:gd name="T47" fmla="*/ 364 h 435"/>
                <a:gd name="T48" fmla="*/ 366 w 416"/>
                <a:gd name="T49" fmla="*/ 394 h 435"/>
                <a:gd name="T50" fmla="*/ 347 w 416"/>
                <a:gd name="T51" fmla="*/ 421 h 435"/>
                <a:gd name="T52" fmla="*/ 329 w 416"/>
                <a:gd name="T53" fmla="*/ 417 h 435"/>
                <a:gd name="T54" fmla="*/ 309 w 416"/>
                <a:gd name="T55" fmla="*/ 419 h 435"/>
                <a:gd name="T56" fmla="*/ 290 w 416"/>
                <a:gd name="T57" fmla="*/ 420 h 435"/>
                <a:gd name="T58" fmla="*/ 248 w 416"/>
                <a:gd name="T59" fmla="*/ 424 h 435"/>
                <a:gd name="T60" fmla="*/ 235 w 416"/>
                <a:gd name="T61" fmla="*/ 425 h 435"/>
                <a:gd name="T62" fmla="*/ 211 w 416"/>
                <a:gd name="T63" fmla="*/ 426 h 435"/>
                <a:gd name="T64" fmla="*/ 187 w 416"/>
                <a:gd name="T65" fmla="*/ 429 h 435"/>
                <a:gd name="T66" fmla="*/ 175 w 416"/>
                <a:gd name="T67" fmla="*/ 429 h 435"/>
                <a:gd name="T68" fmla="*/ 157 w 416"/>
                <a:gd name="T69" fmla="*/ 431 h 435"/>
                <a:gd name="T70" fmla="*/ 111 w 416"/>
                <a:gd name="T71" fmla="*/ 435 h 435"/>
                <a:gd name="T72" fmla="*/ 97 w 416"/>
                <a:gd name="T73" fmla="*/ 407 h 435"/>
                <a:gd name="T74" fmla="*/ 85 w 416"/>
                <a:gd name="T75" fmla="*/ 384 h 435"/>
                <a:gd name="T76" fmla="*/ 86 w 416"/>
                <a:gd name="T77" fmla="*/ 358 h 435"/>
                <a:gd name="T78" fmla="*/ 75 w 416"/>
                <a:gd name="T79" fmla="*/ 334 h 435"/>
                <a:gd name="T80" fmla="*/ 79 w 416"/>
                <a:gd name="T81" fmla="*/ 305 h 435"/>
                <a:gd name="T82" fmla="*/ 89 w 416"/>
                <a:gd name="T83" fmla="*/ 286 h 435"/>
                <a:gd name="T84" fmla="*/ 78 w 416"/>
                <a:gd name="T85" fmla="*/ 262 h 435"/>
                <a:gd name="T86" fmla="*/ 63 w 416"/>
                <a:gd name="T87" fmla="*/ 240 h 435"/>
                <a:gd name="T88" fmla="*/ 55 w 416"/>
                <a:gd name="T89" fmla="*/ 217 h 435"/>
                <a:gd name="T90" fmla="*/ 44 w 416"/>
                <a:gd name="T91" fmla="*/ 181 h 435"/>
                <a:gd name="T92" fmla="*/ 38 w 416"/>
                <a:gd name="T93" fmla="*/ 157 h 435"/>
                <a:gd name="T94" fmla="*/ 30 w 416"/>
                <a:gd name="T95" fmla="*/ 131 h 435"/>
                <a:gd name="T96" fmla="*/ 25 w 416"/>
                <a:gd name="T97" fmla="*/ 114 h 435"/>
                <a:gd name="T98" fmla="*/ 17 w 416"/>
                <a:gd name="T99" fmla="*/ 83 h 435"/>
                <a:gd name="T100" fmla="*/ 9 w 416"/>
                <a:gd name="T101" fmla="*/ 63 h 435"/>
                <a:gd name="T102" fmla="*/ 3 w 416"/>
                <a:gd name="T103" fmla="*/ 39 h 435"/>
                <a:gd name="T104" fmla="*/ 18 w 416"/>
                <a:gd name="T105" fmla="*/ 25 h 435"/>
                <a:gd name="T106" fmla="*/ 27 w 416"/>
                <a:gd name="T107" fmla="*/ 24 h 435"/>
                <a:gd name="T108" fmla="*/ 60 w 416"/>
                <a:gd name="T109" fmla="*/ 2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6" h="435">
                  <a:moveTo>
                    <a:pt x="62" y="19"/>
                  </a:moveTo>
                  <a:lnTo>
                    <a:pt x="65" y="19"/>
                  </a:lnTo>
                  <a:lnTo>
                    <a:pt x="66" y="19"/>
                  </a:lnTo>
                  <a:lnTo>
                    <a:pt x="69" y="18"/>
                  </a:lnTo>
                  <a:lnTo>
                    <a:pt x="77" y="18"/>
                  </a:lnTo>
                  <a:lnTo>
                    <a:pt x="87" y="16"/>
                  </a:lnTo>
                  <a:lnTo>
                    <a:pt x="96" y="16"/>
                  </a:lnTo>
                  <a:lnTo>
                    <a:pt x="99" y="15"/>
                  </a:lnTo>
                  <a:lnTo>
                    <a:pt x="105" y="13"/>
                  </a:lnTo>
                  <a:lnTo>
                    <a:pt x="114" y="12"/>
                  </a:lnTo>
                  <a:lnTo>
                    <a:pt x="115" y="12"/>
                  </a:lnTo>
                  <a:lnTo>
                    <a:pt x="123" y="11"/>
                  </a:lnTo>
                  <a:lnTo>
                    <a:pt x="128" y="11"/>
                  </a:lnTo>
                  <a:lnTo>
                    <a:pt x="129" y="11"/>
                  </a:lnTo>
                  <a:lnTo>
                    <a:pt x="153" y="7"/>
                  </a:lnTo>
                  <a:lnTo>
                    <a:pt x="159" y="6"/>
                  </a:lnTo>
                  <a:lnTo>
                    <a:pt x="163" y="5"/>
                  </a:lnTo>
                  <a:lnTo>
                    <a:pt x="164" y="5"/>
                  </a:lnTo>
                  <a:lnTo>
                    <a:pt x="176" y="3"/>
                  </a:lnTo>
                  <a:lnTo>
                    <a:pt x="188" y="1"/>
                  </a:lnTo>
                  <a:lnTo>
                    <a:pt x="193" y="0"/>
                  </a:lnTo>
                  <a:lnTo>
                    <a:pt x="193" y="6"/>
                  </a:lnTo>
                  <a:lnTo>
                    <a:pt x="183" y="16"/>
                  </a:lnTo>
                  <a:lnTo>
                    <a:pt x="179" y="30"/>
                  </a:lnTo>
                  <a:lnTo>
                    <a:pt x="180" y="33"/>
                  </a:lnTo>
                  <a:lnTo>
                    <a:pt x="188" y="39"/>
                  </a:lnTo>
                  <a:lnTo>
                    <a:pt x="198" y="43"/>
                  </a:lnTo>
                  <a:lnTo>
                    <a:pt x="200" y="45"/>
                  </a:lnTo>
                  <a:lnTo>
                    <a:pt x="205" y="48"/>
                  </a:lnTo>
                  <a:lnTo>
                    <a:pt x="206" y="49"/>
                  </a:lnTo>
                  <a:lnTo>
                    <a:pt x="210" y="49"/>
                  </a:lnTo>
                  <a:lnTo>
                    <a:pt x="219" y="49"/>
                  </a:lnTo>
                  <a:lnTo>
                    <a:pt x="223" y="58"/>
                  </a:lnTo>
                  <a:lnTo>
                    <a:pt x="229" y="65"/>
                  </a:lnTo>
                  <a:lnTo>
                    <a:pt x="231" y="66"/>
                  </a:lnTo>
                  <a:lnTo>
                    <a:pt x="233" y="69"/>
                  </a:lnTo>
                  <a:lnTo>
                    <a:pt x="233" y="72"/>
                  </a:lnTo>
                  <a:lnTo>
                    <a:pt x="240" y="79"/>
                  </a:lnTo>
                  <a:lnTo>
                    <a:pt x="245" y="85"/>
                  </a:lnTo>
                  <a:lnTo>
                    <a:pt x="247" y="89"/>
                  </a:lnTo>
                  <a:lnTo>
                    <a:pt x="247" y="90"/>
                  </a:lnTo>
                  <a:lnTo>
                    <a:pt x="248" y="91"/>
                  </a:lnTo>
                  <a:lnTo>
                    <a:pt x="251" y="95"/>
                  </a:lnTo>
                  <a:lnTo>
                    <a:pt x="267" y="103"/>
                  </a:lnTo>
                  <a:lnTo>
                    <a:pt x="278" y="111"/>
                  </a:lnTo>
                  <a:lnTo>
                    <a:pt x="282" y="117"/>
                  </a:lnTo>
                  <a:lnTo>
                    <a:pt x="284" y="123"/>
                  </a:lnTo>
                  <a:lnTo>
                    <a:pt x="290" y="125"/>
                  </a:lnTo>
                  <a:lnTo>
                    <a:pt x="291" y="124"/>
                  </a:lnTo>
                  <a:lnTo>
                    <a:pt x="299" y="127"/>
                  </a:lnTo>
                  <a:lnTo>
                    <a:pt x="299" y="129"/>
                  </a:lnTo>
                  <a:lnTo>
                    <a:pt x="309" y="143"/>
                  </a:lnTo>
                  <a:lnTo>
                    <a:pt x="314" y="149"/>
                  </a:lnTo>
                  <a:lnTo>
                    <a:pt x="317" y="155"/>
                  </a:lnTo>
                  <a:lnTo>
                    <a:pt x="325" y="157"/>
                  </a:lnTo>
                  <a:lnTo>
                    <a:pt x="326" y="162"/>
                  </a:lnTo>
                  <a:lnTo>
                    <a:pt x="330" y="165"/>
                  </a:lnTo>
                  <a:lnTo>
                    <a:pt x="338" y="166"/>
                  </a:lnTo>
                  <a:lnTo>
                    <a:pt x="344" y="169"/>
                  </a:lnTo>
                  <a:lnTo>
                    <a:pt x="349" y="173"/>
                  </a:lnTo>
                  <a:lnTo>
                    <a:pt x="350" y="180"/>
                  </a:lnTo>
                  <a:lnTo>
                    <a:pt x="360" y="197"/>
                  </a:lnTo>
                  <a:lnTo>
                    <a:pt x="361" y="209"/>
                  </a:lnTo>
                  <a:lnTo>
                    <a:pt x="363" y="211"/>
                  </a:lnTo>
                  <a:lnTo>
                    <a:pt x="365" y="211"/>
                  </a:lnTo>
                  <a:lnTo>
                    <a:pt x="373" y="214"/>
                  </a:lnTo>
                  <a:lnTo>
                    <a:pt x="390" y="235"/>
                  </a:lnTo>
                  <a:lnTo>
                    <a:pt x="389" y="241"/>
                  </a:lnTo>
                  <a:lnTo>
                    <a:pt x="389" y="244"/>
                  </a:lnTo>
                  <a:lnTo>
                    <a:pt x="393" y="253"/>
                  </a:lnTo>
                  <a:lnTo>
                    <a:pt x="403" y="253"/>
                  </a:lnTo>
                  <a:lnTo>
                    <a:pt x="411" y="257"/>
                  </a:lnTo>
                  <a:lnTo>
                    <a:pt x="415" y="257"/>
                  </a:lnTo>
                  <a:lnTo>
                    <a:pt x="416" y="262"/>
                  </a:lnTo>
                  <a:lnTo>
                    <a:pt x="407" y="277"/>
                  </a:lnTo>
                  <a:lnTo>
                    <a:pt x="402" y="276"/>
                  </a:lnTo>
                  <a:lnTo>
                    <a:pt x="404" y="281"/>
                  </a:lnTo>
                  <a:lnTo>
                    <a:pt x="398" y="292"/>
                  </a:lnTo>
                  <a:lnTo>
                    <a:pt x="396" y="291"/>
                  </a:lnTo>
                  <a:lnTo>
                    <a:pt x="396" y="292"/>
                  </a:lnTo>
                  <a:lnTo>
                    <a:pt x="395" y="293"/>
                  </a:lnTo>
                  <a:lnTo>
                    <a:pt x="398" y="294"/>
                  </a:lnTo>
                  <a:lnTo>
                    <a:pt x="399" y="301"/>
                  </a:lnTo>
                  <a:lnTo>
                    <a:pt x="398" y="309"/>
                  </a:lnTo>
                  <a:lnTo>
                    <a:pt x="396" y="307"/>
                  </a:lnTo>
                  <a:lnTo>
                    <a:pt x="391" y="310"/>
                  </a:lnTo>
                  <a:lnTo>
                    <a:pt x="392" y="312"/>
                  </a:lnTo>
                  <a:lnTo>
                    <a:pt x="398" y="312"/>
                  </a:lnTo>
                  <a:lnTo>
                    <a:pt x="392" y="327"/>
                  </a:lnTo>
                  <a:lnTo>
                    <a:pt x="391" y="328"/>
                  </a:lnTo>
                  <a:lnTo>
                    <a:pt x="393" y="335"/>
                  </a:lnTo>
                  <a:lnTo>
                    <a:pt x="395" y="337"/>
                  </a:lnTo>
                  <a:lnTo>
                    <a:pt x="389" y="351"/>
                  </a:lnTo>
                  <a:lnTo>
                    <a:pt x="383" y="353"/>
                  </a:lnTo>
                  <a:lnTo>
                    <a:pt x="386" y="353"/>
                  </a:lnTo>
                  <a:lnTo>
                    <a:pt x="385" y="364"/>
                  </a:lnTo>
                  <a:lnTo>
                    <a:pt x="384" y="366"/>
                  </a:lnTo>
                  <a:lnTo>
                    <a:pt x="389" y="367"/>
                  </a:lnTo>
                  <a:lnTo>
                    <a:pt x="389" y="394"/>
                  </a:lnTo>
                  <a:lnTo>
                    <a:pt x="366" y="394"/>
                  </a:lnTo>
                  <a:lnTo>
                    <a:pt x="353" y="390"/>
                  </a:lnTo>
                  <a:lnTo>
                    <a:pt x="350" y="388"/>
                  </a:lnTo>
                  <a:lnTo>
                    <a:pt x="341" y="397"/>
                  </a:lnTo>
                  <a:lnTo>
                    <a:pt x="347" y="421"/>
                  </a:lnTo>
                  <a:lnTo>
                    <a:pt x="345" y="435"/>
                  </a:lnTo>
                  <a:lnTo>
                    <a:pt x="335" y="435"/>
                  </a:lnTo>
                  <a:lnTo>
                    <a:pt x="330" y="424"/>
                  </a:lnTo>
                  <a:lnTo>
                    <a:pt x="329" y="417"/>
                  </a:lnTo>
                  <a:lnTo>
                    <a:pt x="326" y="418"/>
                  </a:lnTo>
                  <a:lnTo>
                    <a:pt x="315" y="418"/>
                  </a:lnTo>
                  <a:lnTo>
                    <a:pt x="312" y="418"/>
                  </a:lnTo>
                  <a:lnTo>
                    <a:pt x="309" y="419"/>
                  </a:lnTo>
                  <a:lnTo>
                    <a:pt x="306" y="419"/>
                  </a:lnTo>
                  <a:lnTo>
                    <a:pt x="299" y="419"/>
                  </a:lnTo>
                  <a:lnTo>
                    <a:pt x="291" y="420"/>
                  </a:lnTo>
                  <a:lnTo>
                    <a:pt x="290" y="420"/>
                  </a:lnTo>
                  <a:lnTo>
                    <a:pt x="285" y="420"/>
                  </a:lnTo>
                  <a:lnTo>
                    <a:pt x="275" y="421"/>
                  </a:lnTo>
                  <a:lnTo>
                    <a:pt x="253" y="423"/>
                  </a:lnTo>
                  <a:lnTo>
                    <a:pt x="248" y="424"/>
                  </a:lnTo>
                  <a:lnTo>
                    <a:pt x="243" y="424"/>
                  </a:lnTo>
                  <a:lnTo>
                    <a:pt x="239" y="424"/>
                  </a:lnTo>
                  <a:lnTo>
                    <a:pt x="236" y="424"/>
                  </a:lnTo>
                  <a:lnTo>
                    <a:pt x="235" y="425"/>
                  </a:lnTo>
                  <a:lnTo>
                    <a:pt x="233" y="425"/>
                  </a:lnTo>
                  <a:lnTo>
                    <a:pt x="223" y="425"/>
                  </a:lnTo>
                  <a:lnTo>
                    <a:pt x="215" y="426"/>
                  </a:lnTo>
                  <a:lnTo>
                    <a:pt x="211" y="426"/>
                  </a:lnTo>
                  <a:lnTo>
                    <a:pt x="209" y="426"/>
                  </a:lnTo>
                  <a:lnTo>
                    <a:pt x="204" y="427"/>
                  </a:lnTo>
                  <a:lnTo>
                    <a:pt x="193" y="427"/>
                  </a:lnTo>
                  <a:lnTo>
                    <a:pt x="187" y="429"/>
                  </a:lnTo>
                  <a:lnTo>
                    <a:pt x="182" y="429"/>
                  </a:lnTo>
                  <a:lnTo>
                    <a:pt x="181" y="429"/>
                  </a:lnTo>
                  <a:lnTo>
                    <a:pt x="179" y="429"/>
                  </a:lnTo>
                  <a:lnTo>
                    <a:pt x="175" y="429"/>
                  </a:lnTo>
                  <a:lnTo>
                    <a:pt x="167" y="430"/>
                  </a:lnTo>
                  <a:lnTo>
                    <a:pt x="162" y="430"/>
                  </a:lnTo>
                  <a:lnTo>
                    <a:pt x="159" y="430"/>
                  </a:lnTo>
                  <a:lnTo>
                    <a:pt x="157" y="431"/>
                  </a:lnTo>
                  <a:lnTo>
                    <a:pt x="151" y="431"/>
                  </a:lnTo>
                  <a:lnTo>
                    <a:pt x="144" y="432"/>
                  </a:lnTo>
                  <a:lnTo>
                    <a:pt x="129" y="432"/>
                  </a:lnTo>
                  <a:lnTo>
                    <a:pt x="111" y="435"/>
                  </a:lnTo>
                  <a:lnTo>
                    <a:pt x="110" y="432"/>
                  </a:lnTo>
                  <a:lnTo>
                    <a:pt x="97" y="411"/>
                  </a:lnTo>
                  <a:lnTo>
                    <a:pt x="97" y="408"/>
                  </a:lnTo>
                  <a:lnTo>
                    <a:pt x="97" y="407"/>
                  </a:lnTo>
                  <a:lnTo>
                    <a:pt x="97" y="406"/>
                  </a:lnTo>
                  <a:lnTo>
                    <a:pt x="93" y="401"/>
                  </a:lnTo>
                  <a:lnTo>
                    <a:pt x="91" y="396"/>
                  </a:lnTo>
                  <a:lnTo>
                    <a:pt x="85" y="384"/>
                  </a:lnTo>
                  <a:lnTo>
                    <a:pt x="86" y="379"/>
                  </a:lnTo>
                  <a:lnTo>
                    <a:pt x="85" y="372"/>
                  </a:lnTo>
                  <a:lnTo>
                    <a:pt x="86" y="360"/>
                  </a:lnTo>
                  <a:lnTo>
                    <a:pt x="86" y="358"/>
                  </a:lnTo>
                  <a:lnTo>
                    <a:pt x="84" y="348"/>
                  </a:lnTo>
                  <a:lnTo>
                    <a:pt x="78" y="342"/>
                  </a:lnTo>
                  <a:lnTo>
                    <a:pt x="77" y="335"/>
                  </a:lnTo>
                  <a:lnTo>
                    <a:pt x="75" y="334"/>
                  </a:lnTo>
                  <a:lnTo>
                    <a:pt x="75" y="324"/>
                  </a:lnTo>
                  <a:lnTo>
                    <a:pt x="75" y="323"/>
                  </a:lnTo>
                  <a:lnTo>
                    <a:pt x="79" y="312"/>
                  </a:lnTo>
                  <a:lnTo>
                    <a:pt x="79" y="305"/>
                  </a:lnTo>
                  <a:lnTo>
                    <a:pt x="78" y="299"/>
                  </a:lnTo>
                  <a:lnTo>
                    <a:pt x="81" y="293"/>
                  </a:lnTo>
                  <a:lnTo>
                    <a:pt x="87" y="288"/>
                  </a:lnTo>
                  <a:lnTo>
                    <a:pt x="89" y="286"/>
                  </a:lnTo>
                  <a:lnTo>
                    <a:pt x="80" y="280"/>
                  </a:lnTo>
                  <a:lnTo>
                    <a:pt x="81" y="274"/>
                  </a:lnTo>
                  <a:lnTo>
                    <a:pt x="78" y="263"/>
                  </a:lnTo>
                  <a:lnTo>
                    <a:pt x="78" y="262"/>
                  </a:lnTo>
                  <a:lnTo>
                    <a:pt x="71" y="253"/>
                  </a:lnTo>
                  <a:lnTo>
                    <a:pt x="68" y="251"/>
                  </a:lnTo>
                  <a:lnTo>
                    <a:pt x="65" y="240"/>
                  </a:lnTo>
                  <a:lnTo>
                    <a:pt x="63" y="240"/>
                  </a:lnTo>
                  <a:lnTo>
                    <a:pt x="65" y="237"/>
                  </a:lnTo>
                  <a:lnTo>
                    <a:pt x="59" y="228"/>
                  </a:lnTo>
                  <a:lnTo>
                    <a:pt x="56" y="221"/>
                  </a:lnTo>
                  <a:lnTo>
                    <a:pt x="55" y="217"/>
                  </a:lnTo>
                  <a:lnTo>
                    <a:pt x="53" y="207"/>
                  </a:lnTo>
                  <a:lnTo>
                    <a:pt x="51" y="204"/>
                  </a:lnTo>
                  <a:lnTo>
                    <a:pt x="49" y="196"/>
                  </a:lnTo>
                  <a:lnTo>
                    <a:pt x="44" y="181"/>
                  </a:lnTo>
                  <a:lnTo>
                    <a:pt x="43" y="175"/>
                  </a:lnTo>
                  <a:lnTo>
                    <a:pt x="42" y="171"/>
                  </a:lnTo>
                  <a:lnTo>
                    <a:pt x="42" y="169"/>
                  </a:lnTo>
                  <a:lnTo>
                    <a:pt x="38" y="157"/>
                  </a:lnTo>
                  <a:lnTo>
                    <a:pt x="37" y="155"/>
                  </a:lnTo>
                  <a:lnTo>
                    <a:pt x="32" y="137"/>
                  </a:lnTo>
                  <a:lnTo>
                    <a:pt x="31" y="135"/>
                  </a:lnTo>
                  <a:lnTo>
                    <a:pt x="30" y="131"/>
                  </a:lnTo>
                  <a:lnTo>
                    <a:pt x="29" y="125"/>
                  </a:lnTo>
                  <a:lnTo>
                    <a:pt x="27" y="121"/>
                  </a:lnTo>
                  <a:lnTo>
                    <a:pt x="26" y="119"/>
                  </a:lnTo>
                  <a:lnTo>
                    <a:pt x="25" y="114"/>
                  </a:lnTo>
                  <a:lnTo>
                    <a:pt x="23" y="106"/>
                  </a:lnTo>
                  <a:lnTo>
                    <a:pt x="21" y="100"/>
                  </a:lnTo>
                  <a:lnTo>
                    <a:pt x="20" y="94"/>
                  </a:lnTo>
                  <a:lnTo>
                    <a:pt x="17" y="83"/>
                  </a:lnTo>
                  <a:lnTo>
                    <a:pt x="14" y="77"/>
                  </a:lnTo>
                  <a:lnTo>
                    <a:pt x="13" y="72"/>
                  </a:lnTo>
                  <a:lnTo>
                    <a:pt x="11" y="65"/>
                  </a:lnTo>
                  <a:lnTo>
                    <a:pt x="9" y="63"/>
                  </a:lnTo>
                  <a:lnTo>
                    <a:pt x="6" y="51"/>
                  </a:lnTo>
                  <a:lnTo>
                    <a:pt x="5" y="43"/>
                  </a:lnTo>
                  <a:lnTo>
                    <a:pt x="3" y="40"/>
                  </a:lnTo>
                  <a:lnTo>
                    <a:pt x="3" y="39"/>
                  </a:lnTo>
                  <a:lnTo>
                    <a:pt x="0" y="28"/>
                  </a:lnTo>
                  <a:lnTo>
                    <a:pt x="8" y="27"/>
                  </a:lnTo>
                  <a:lnTo>
                    <a:pt x="11" y="27"/>
                  </a:lnTo>
                  <a:lnTo>
                    <a:pt x="18" y="25"/>
                  </a:lnTo>
                  <a:lnTo>
                    <a:pt x="19" y="25"/>
                  </a:lnTo>
                  <a:lnTo>
                    <a:pt x="23" y="25"/>
                  </a:lnTo>
                  <a:lnTo>
                    <a:pt x="26" y="24"/>
                  </a:lnTo>
                  <a:lnTo>
                    <a:pt x="27" y="24"/>
                  </a:lnTo>
                  <a:lnTo>
                    <a:pt x="29" y="24"/>
                  </a:lnTo>
                  <a:lnTo>
                    <a:pt x="49" y="22"/>
                  </a:lnTo>
                  <a:lnTo>
                    <a:pt x="53" y="21"/>
                  </a:lnTo>
                  <a:lnTo>
                    <a:pt x="60" y="21"/>
                  </a:lnTo>
                  <a:lnTo>
                    <a:pt x="62" y="19"/>
                  </a:lnTo>
                  <a:close/>
                </a:path>
              </a:pathLst>
            </a:custGeom>
            <a:solidFill>
              <a:srgbClr val="C00000"/>
            </a:solidFill>
            <a:ln w="3175" cap="flat" cmpd="sng">
              <a:solidFill>
                <a:schemeClr val="bg1"/>
              </a:solidFill>
              <a:prstDash val="solid"/>
              <a:round/>
              <a:headEnd type="none" w="med" len="med"/>
              <a:tailEnd type="none" w="med" len="med"/>
            </a:ln>
            <a:effectLst/>
          </p:spPr>
          <p:txBody>
            <a:bodyPr/>
            <a:lstStyle/>
            <a:p>
              <a:endParaRPr lang="en-GB"/>
            </a:p>
          </p:txBody>
        </p:sp>
        <p:sp>
          <p:nvSpPr>
            <p:cNvPr id="290" name="Freeform 56">
              <a:extLst>
                <a:ext uri="{FF2B5EF4-FFF2-40B4-BE49-F238E27FC236}">
                  <a16:creationId xmlns:a16="http://schemas.microsoft.com/office/drawing/2014/main" id="{DF3DBE8F-9266-8514-4603-386CED0CE0B3}"/>
                </a:ext>
              </a:extLst>
            </p:cNvPr>
            <p:cNvSpPr>
              <a:spLocks noChangeAspect="1"/>
            </p:cNvSpPr>
            <p:nvPr/>
          </p:nvSpPr>
          <p:spPr bwMode="auto">
            <a:xfrm>
              <a:off x="865" y="2505"/>
              <a:ext cx="68" cy="52"/>
            </a:xfrm>
            <a:custGeom>
              <a:avLst/>
              <a:gdLst>
                <a:gd name="T0" fmla="*/ 69 w 386"/>
                <a:gd name="T1" fmla="*/ 130 h 296"/>
                <a:gd name="T2" fmla="*/ 99 w 386"/>
                <a:gd name="T3" fmla="*/ 150 h 296"/>
                <a:gd name="T4" fmla="*/ 111 w 386"/>
                <a:gd name="T5" fmla="*/ 164 h 296"/>
                <a:gd name="T6" fmla="*/ 120 w 386"/>
                <a:gd name="T7" fmla="*/ 168 h 296"/>
                <a:gd name="T8" fmla="*/ 138 w 386"/>
                <a:gd name="T9" fmla="*/ 194 h 296"/>
                <a:gd name="T10" fmla="*/ 151 w 386"/>
                <a:gd name="T11" fmla="*/ 204 h 296"/>
                <a:gd name="T12" fmla="*/ 170 w 386"/>
                <a:gd name="T13" fmla="*/ 212 h 296"/>
                <a:gd name="T14" fmla="*/ 182 w 386"/>
                <a:gd name="T15" fmla="*/ 248 h 296"/>
                <a:gd name="T16" fmla="*/ 194 w 386"/>
                <a:gd name="T17" fmla="*/ 253 h 296"/>
                <a:gd name="T18" fmla="*/ 210 w 386"/>
                <a:gd name="T19" fmla="*/ 283 h 296"/>
                <a:gd name="T20" fmla="*/ 232 w 386"/>
                <a:gd name="T21" fmla="*/ 296 h 296"/>
                <a:gd name="T22" fmla="*/ 248 w 386"/>
                <a:gd name="T23" fmla="*/ 277 h 296"/>
                <a:gd name="T24" fmla="*/ 252 w 386"/>
                <a:gd name="T25" fmla="*/ 272 h 296"/>
                <a:gd name="T26" fmla="*/ 256 w 386"/>
                <a:gd name="T27" fmla="*/ 247 h 296"/>
                <a:gd name="T28" fmla="*/ 268 w 386"/>
                <a:gd name="T29" fmla="*/ 246 h 296"/>
                <a:gd name="T30" fmla="*/ 273 w 386"/>
                <a:gd name="T31" fmla="*/ 244 h 296"/>
                <a:gd name="T32" fmla="*/ 302 w 386"/>
                <a:gd name="T33" fmla="*/ 214 h 296"/>
                <a:gd name="T34" fmla="*/ 321 w 386"/>
                <a:gd name="T35" fmla="*/ 187 h 296"/>
                <a:gd name="T36" fmla="*/ 344 w 386"/>
                <a:gd name="T37" fmla="*/ 170 h 296"/>
                <a:gd name="T38" fmla="*/ 368 w 386"/>
                <a:gd name="T39" fmla="*/ 103 h 296"/>
                <a:gd name="T40" fmla="*/ 384 w 386"/>
                <a:gd name="T41" fmla="*/ 87 h 296"/>
                <a:gd name="T42" fmla="*/ 356 w 386"/>
                <a:gd name="T43" fmla="*/ 67 h 296"/>
                <a:gd name="T44" fmla="*/ 319 w 386"/>
                <a:gd name="T45" fmla="*/ 42 h 296"/>
                <a:gd name="T46" fmla="*/ 301 w 386"/>
                <a:gd name="T47" fmla="*/ 28 h 296"/>
                <a:gd name="T48" fmla="*/ 280 w 386"/>
                <a:gd name="T49" fmla="*/ 14 h 296"/>
                <a:gd name="T50" fmla="*/ 262 w 386"/>
                <a:gd name="T51" fmla="*/ 18 h 296"/>
                <a:gd name="T52" fmla="*/ 232 w 386"/>
                <a:gd name="T53" fmla="*/ 22 h 296"/>
                <a:gd name="T54" fmla="*/ 213 w 386"/>
                <a:gd name="T55" fmla="*/ 25 h 296"/>
                <a:gd name="T56" fmla="*/ 189 w 386"/>
                <a:gd name="T57" fmla="*/ 12 h 296"/>
                <a:gd name="T58" fmla="*/ 182 w 386"/>
                <a:gd name="T59" fmla="*/ 4 h 296"/>
                <a:gd name="T60" fmla="*/ 171 w 386"/>
                <a:gd name="T61" fmla="*/ 0 h 296"/>
                <a:gd name="T62" fmla="*/ 148 w 386"/>
                <a:gd name="T63" fmla="*/ 2 h 296"/>
                <a:gd name="T64" fmla="*/ 116 w 386"/>
                <a:gd name="T65" fmla="*/ 6 h 296"/>
                <a:gd name="T66" fmla="*/ 99 w 386"/>
                <a:gd name="T67" fmla="*/ 8 h 296"/>
                <a:gd name="T68" fmla="*/ 80 w 386"/>
                <a:gd name="T69" fmla="*/ 10 h 296"/>
                <a:gd name="T70" fmla="*/ 69 w 386"/>
                <a:gd name="T71" fmla="*/ 12 h 296"/>
                <a:gd name="T72" fmla="*/ 48 w 386"/>
                <a:gd name="T73" fmla="*/ 22 h 296"/>
                <a:gd name="T74" fmla="*/ 31 w 386"/>
                <a:gd name="T75" fmla="*/ 31 h 296"/>
                <a:gd name="T76" fmla="*/ 21 w 386"/>
                <a:gd name="T77" fmla="*/ 36 h 296"/>
                <a:gd name="T78" fmla="*/ 4 w 386"/>
                <a:gd name="T79" fmla="*/ 55 h 296"/>
                <a:gd name="T80" fmla="*/ 9 w 386"/>
                <a:gd name="T81" fmla="*/ 78 h 296"/>
                <a:gd name="T82" fmla="*/ 26 w 386"/>
                <a:gd name="T83" fmla="*/ 87 h 296"/>
                <a:gd name="T84" fmla="*/ 40 w 386"/>
                <a:gd name="T85" fmla="*/ 88 h 296"/>
                <a:gd name="T86" fmla="*/ 52 w 386"/>
                <a:gd name="T87" fmla="*/ 105 h 296"/>
                <a:gd name="T88" fmla="*/ 61 w 386"/>
                <a:gd name="T89" fmla="*/ 118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6" h="296">
                  <a:moveTo>
                    <a:pt x="68" y="128"/>
                  </a:moveTo>
                  <a:lnTo>
                    <a:pt x="68" y="129"/>
                  </a:lnTo>
                  <a:lnTo>
                    <a:pt x="69" y="130"/>
                  </a:lnTo>
                  <a:lnTo>
                    <a:pt x="72" y="134"/>
                  </a:lnTo>
                  <a:lnTo>
                    <a:pt x="88" y="142"/>
                  </a:lnTo>
                  <a:lnTo>
                    <a:pt x="99" y="150"/>
                  </a:lnTo>
                  <a:lnTo>
                    <a:pt x="103" y="156"/>
                  </a:lnTo>
                  <a:lnTo>
                    <a:pt x="105" y="162"/>
                  </a:lnTo>
                  <a:lnTo>
                    <a:pt x="111" y="164"/>
                  </a:lnTo>
                  <a:lnTo>
                    <a:pt x="112" y="163"/>
                  </a:lnTo>
                  <a:lnTo>
                    <a:pt x="120" y="166"/>
                  </a:lnTo>
                  <a:lnTo>
                    <a:pt x="120" y="168"/>
                  </a:lnTo>
                  <a:lnTo>
                    <a:pt x="130" y="182"/>
                  </a:lnTo>
                  <a:lnTo>
                    <a:pt x="135" y="188"/>
                  </a:lnTo>
                  <a:lnTo>
                    <a:pt x="138" y="194"/>
                  </a:lnTo>
                  <a:lnTo>
                    <a:pt x="146" y="196"/>
                  </a:lnTo>
                  <a:lnTo>
                    <a:pt x="147" y="201"/>
                  </a:lnTo>
                  <a:lnTo>
                    <a:pt x="151" y="204"/>
                  </a:lnTo>
                  <a:lnTo>
                    <a:pt x="159" y="205"/>
                  </a:lnTo>
                  <a:lnTo>
                    <a:pt x="165" y="208"/>
                  </a:lnTo>
                  <a:lnTo>
                    <a:pt x="170" y="212"/>
                  </a:lnTo>
                  <a:lnTo>
                    <a:pt x="171" y="219"/>
                  </a:lnTo>
                  <a:lnTo>
                    <a:pt x="181" y="236"/>
                  </a:lnTo>
                  <a:lnTo>
                    <a:pt x="182" y="248"/>
                  </a:lnTo>
                  <a:lnTo>
                    <a:pt x="184" y="250"/>
                  </a:lnTo>
                  <a:lnTo>
                    <a:pt x="186" y="250"/>
                  </a:lnTo>
                  <a:lnTo>
                    <a:pt x="194" y="253"/>
                  </a:lnTo>
                  <a:lnTo>
                    <a:pt x="211" y="274"/>
                  </a:lnTo>
                  <a:lnTo>
                    <a:pt x="210" y="280"/>
                  </a:lnTo>
                  <a:lnTo>
                    <a:pt x="210" y="283"/>
                  </a:lnTo>
                  <a:lnTo>
                    <a:pt x="214" y="292"/>
                  </a:lnTo>
                  <a:lnTo>
                    <a:pt x="224" y="292"/>
                  </a:lnTo>
                  <a:lnTo>
                    <a:pt x="232" y="296"/>
                  </a:lnTo>
                  <a:lnTo>
                    <a:pt x="234" y="294"/>
                  </a:lnTo>
                  <a:lnTo>
                    <a:pt x="243" y="285"/>
                  </a:lnTo>
                  <a:lnTo>
                    <a:pt x="248" y="277"/>
                  </a:lnTo>
                  <a:lnTo>
                    <a:pt x="241" y="273"/>
                  </a:lnTo>
                  <a:lnTo>
                    <a:pt x="236" y="264"/>
                  </a:lnTo>
                  <a:lnTo>
                    <a:pt x="252" y="272"/>
                  </a:lnTo>
                  <a:lnTo>
                    <a:pt x="260" y="266"/>
                  </a:lnTo>
                  <a:lnTo>
                    <a:pt x="265" y="256"/>
                  </a:lnTo>
                  <a:lnTo>
                    <a:pt x="256" y="247"/>
                  </a:lnTo>
                  <a:lnTo>
                    <a:pt x="262" y="247"/>
                  </a:lnTo>
                  <a:lnTo>
                    <a:pt x="266" y="248"/>
                  </a:lnTo>
                  <a:lnTo>
                    <a:pt x="268" y="246"/>
                  </a:lnTo>
                  <a:lnTo>
                    <a:pt x="270" y="246"/>
                  </a:lnTo>
                  <a:lnTo>
                    <a:pt x="271" y="247"/>
                  </a:lnTo>
                  <a:lnTo>
                    <a:pt x="273" y="244"/>
                  </a:lnTo>
                  <a:lnTo>
                    <a:pt x="284" y="235"/>
                  </a:lnTo>
                  <a:lnTo>
                    <a:pt x="295" y="229"/>
                  </a:lnTo>
                  <a:lnTo>
                    <a:pt x="302" y="214"/>
                  </a:lnTo>
                  <a:lnTo>
                    <a:pt x="313" y="207"/>
                  </a:lnTo>
                  <a:lnTo>
                    <a:pt x="322" y="193"/>
                  </a:lnTo>
                  <a:lnTo>
                    <a:pt x="321" y="187"/>
                  </a:lnTo>
                  <a:lnTo>
                    <a:pt x="337" y="183"/>
                  </a:lnTo>
                  <a:lnTo>
                    <a:pt x="343" y="170"/>
                  </a:lnTo>
                  <a:lnTo>
                    <a:pt x="344" y="170"/>
                  </a:lnTo>
                  <a:lnTo>
                    <a:pt x="348" y="145"/>
                  </a:lnTo>
                  <a:lnTo>
                    <a:pt x="356" y="123"/>
                  </a:lnTo>
                  <a:lnTo>
                    <a:pt x="368" y="103"/>
                  </a:lnTo>
                  <a:lnTo>
                    <a:pt x="372" y="99"/>
                  </a:lnTo>
                  <a:lnTo>
                    <a:pt x="386" y="90"/>
                  </a:lnTo>
                  <a:lnTo>
                    <a:pt x="384" y="87"/>
                  </a:lnTo>
                  <a:lnTo>
                    <a:pt x="378" y="82"/>
                  </a:lnTo>
                  <a:lnTo>
                    <a:pt x="376" y="82"/>
                  </a:lnTo>
                  <a:lnTo>
                    <a:pt x="356" y="67"/>
                  </a:lnTo>
                  <a:lnTo>
                    <a:pt x="343" y="58"/>
                  </a:lnTo>
                  <a:lnTo>
                    <a:pt x="337" y="55"/>
                  </a:lnTo>
                  <a:lnTo>
                    <a:pt x="319" y="42"/>
                  </a:lnTo>
                  <a:lnTo>
                    <a:pt x="313" y="37"/>
                  </a:lnTo>
                  <a:lnTo>
                    <a:pt x="302" y="28"/>
                  </a:lnTo>
                  <a:lnTo>
                    <a:pt x="301" y="28"/>
                  </a:lnTo>
                  <a:lnTo>
                    <a:pt x="288" y="19"/>
                  </a:lnTo>
                  <a:lnTo>
                    <a:pt x="282" y="14"/>
                  </a:lnTo>
                  <a:lnTo>
                    <a:pt x="280" y="14"/>
                  </a:lnTo>
                  <a:lnTo>
                    <a:pt x="276" y="15"/>
                  </a:lnTo>
                  <a:lnTo>
                    <a:pt x="266" y="18"/>
                  </a:lnTo>
                  <a:lnTo>
                    <a:pt x="262" y="18"/>
                  </a:lnTo>
                  <a:lnTo>
                    <a:pt x="256" y="19"/>
                  </a:lnTo>
                  <a:lnTo>
                    <a:pt x="236" y="21"/>
                  </a:lnTo>
                  <a:lnTo>
                    <a:pt x="232" y="22"/>
                  </a:lnTo>
                  <a:lnTo>
                    <a:pt x="231" y="22"/>
                  </a:lnTo>
                  <a:lnTo>
                    <a:pt x="222" y="24"/>
                  </a:lnTo>
                  <a:lnTo>
                    <a:pt x="213" y="25"/>
                  </a:lnTo>
                  <a:lnTo>
                    <a:pt x="195" y="28"/>
                  </a:lnTo>
                  <a:lnTo>
                    <a:pt x="194" y="16"/>
                  </a:lnTo>
                  <a:lnTo>
                    <a:pt x="189" y="12"/>
                  </a:lnTo>
                  <a:lnTo>
                    <a:pt x="188" y="10"/>
                  </a:lnTo>
                  <a:lnTo>
                    <a:pt x="186" y="8"/>
                  </a:lnTo>
                  <a:lnTo>
                    <a:pt x="182" y="4"/>
                  </a:lnTo>
                  <a:lnTo>
                    <a:pt x="175" y="7"/>
                  </a:lnTo>
                  <a:lnTo>
                    <a:pt x="170" y="1"/>
                  </a:lnTo>
                  <a:lnTo>
                    <a:pt x="171" y="0"/>
                  </a:lnTo>
                  <a:lnTo>
                    <a:pt x="163" y="1"/>
                  </a:lnTo>
                  <a:lnTo>
                    <a:pt x="154" y="1"/>
                  </a:lnTo>
                  <a:lnTo>
                    <a:pt x="148" y="2"/>
                  </a:lnTo>
                  <a:lnTo>
                    <a:pt x="146" y="2"/>
                  </a:lnTo>
                  <a:lnTo>
                    <a:pt x="135" y="3"/>
                  </a:lnTo>
                  <a:lnTo>
                    <a:pt x="116" y="6"/>
                  </a:lnTo>
                  <a:lnTo>
                    <a:pt x="115" y="6"/>
                  </a:lnTo>
                  <a:lnTo>
                    <a:pt x="106" y="7"/>
                  </a:lnTo>
                  <a:lnTo>
                    <a:pt x="99" y="8"/>
                  </a:lnTo>
                  <a:lnTo>
                    <a:pt x="92" y="9"/>
                  </a:lnTo>
                  <a:lnTo>
                    <a:pt x="86" y="9"/>
                  </a:lnTo>
                  <a:lnTo>
                    <a:pt x="80" y="10"/>
                  </a:lnTo>
                  <a:lnTo>
                    <a:pt x="79" y="10"/>
                  </a:lnTo>
                  <a:lnTo>
                    <a:pt x="78" y="10"/>
                  </a:lnTo>
                  <a:lnTo>
                    <a:pt x="69" y="12"/>
                  </a:lnTo>
                  <a:lnTo>
                    <a:pt x="58" y="16"/>
                  </a:lnTo>
                  <a:lnTo>
                    <a:pt x="54" y="19"/>
                  </a:lnTo>
                  <a:lnTo>
                    <a:pt x="48" y="22"/>
                  </a:lnTo>
                  <a:lnTo>
                    <a:pt x="45" y="22"/>
                  </a:lnTo>
                  <a:lnTo>
                    <a:pt x="39" y="28"/>
                  </a:lnTo>
                  <a:lnTo>
                    <a:pt x="31" y="31"/>
                  </a:lnTo>
                  <a:lnTo>
                    <a:pt x="30" y="32"/>
                  </a:lnTo>
                  <a:lnTo>
                    <a:pt x="22" y="36"/>
                  </a:lnTo>
                  <a:lnTo>
                    <a:pt x="21" y="36"/>
                  </a:lnTo>
                  <a:lnTo>
                    <a:pt x="14" y="39"/>
                  </a:lnTo>
                  <a:lnTo>
                    <a:pt x="14" y="45"/>
                  </a:lnTo>
                  <a:lnTo>
                    <a:pt x="4" y="55"/>
                  </a:lnTo>
                  <a:lnTo>
                    <a:pt x="0" y="69"/>
                  </a:lnTo>
                  <a:lnTo>
                    <a:pt x="1" y="72"/>
                  </a:lnTo>
                  <a:lnTo>
                    <a:pt x="9" y="78"/>
                  </a:lnTo>
                  <a:lnTo>
                    <a:pt x="19" y="82"/>
                  </a:lnTo>
                  <a:lnTo>
                    <a:pt x="21" y="84"/>
                  </a:lnTo>
                  <a:lnTo>
                    <a:pt x="26" y="87"/>
                  </a:lnTo>
                  <a:lnTo>
                    <a:pt x="27" y="88"/>
                  </a:lnTo>
                  <a:lnTo>
                    <a:pt x="31" y="88"/>
                  </a:lnTo>
                  <a:lnTo>
                    <a:pt x="40" y="88"/>
                  </a:lnTo>
                  <a:lnTo>
                    <a:pt x="44" y="97"/>
                  </a:lnTo>
                  <a:lnTo>
                    <a:pt x="50" y="104"/>
                  </a:lnTo>
                  <a:lnTo>
                    <a:pt x="52" y="105"/>
                  </a:lnTo>
                  <a:lnTo>
                    <a:pt x="54" y="108"/>
                  </a:lnTo>
                  <a:lnTo>
                    <a:pt x="54" y="111"/>
                  </a:lnTo>
                  <a:lnTo>
                    <a:pt x="61" y="118"/>
                  </a:lnTo>
                  <a:lnTo>
                    <a:pt x="66" y="124"/>
                  </a:lnTo>
                  <a:lnTo>
                    <a:pt x="68" y="12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91" name="Freeform 57">
              <a:extLst>
                <a:ext uri="{FF2B5EF4-FFF2-40B4-BE49-F238E27FC236}">
                  <a16:creationId xmlns:a16="http://schemas.microsoft.com/office/drawing/2014/main" id="{4909D92F-A0CC-7017-F1D1-3C12316EC29A}"/>
                </a:ext>
              </a:extLst>
            </p:cNvPr>
            <p:cNvSpPr>
              <a:spLocks noChangeAspect="1"/>
            </p:cNvSpPr>
            <p:nvPr/>
          </p:nvSpPr>
          <p:spPr bwMode="auto">
            <a:xfrm>
              <a:off x="494" y="2344"/>
              <a:ext cx="94" cy="76"/>
            </a:xfrm>
            <a:custGeom>
              <a:avLst/>
              <a:gdLst>
                <a:gd name="T0" fmla="*/ 336 w 526"/>
                <a:gd name="T1" fmla="*/ 420 h 432"/>
                <a:gd name="T2" fmla="*/ 302 w 526"/>
                <a:gd name="T3" fmla="*/ 416 h 432"/>
                <a:gd name="T4" fmla="*/ 268 w 526"/>
                <a:gd name="T5" fmla="*/ 414 h 432"/>
                <a:gd name="T6" fmla="*/ 245 w 526"/>
                <a:gd name="T7" fmla="*/ 411 h 432"/>
                <a:gd name="T8" fmla="*/ 206 w 526"/>
                <a:gd name="T9" fmla="*/ 408 h 432"/>
                <a:gd name="T10" fmla="*/ 143 w 526"/>
                <a:gd name="T11" fmla="*/ 400 h 432"/>
                <a:gd name="T12" fmla="*/ 108 w 526"/>
                <a:gd name="T13" fmla="*/ 397 h 432"/>
                <a:gd name="T14" fmla="*/ 72 w 526"/>
                <a:gd name="T15" fmla="*/ 393 h 432"/>
                <a:gd name="T16" fmla="*/ 0 w 526"/>
                <a:gd name="T17" fmla="*/ 384 h 432"/>
                <a:gd name="T18" fmla="*/ 6 w 526"/>
                <a:gd name="T19" fmla="*/ 342 h 432"/>
                <a:gd name="T20" fmla="*/ 8 w 526"/>
                <a:gd name="T21" fmla="*/ 328 h 432"/>
                <a:gd name="T22" fmla="*/ 11 w 526"/>
                <a:gd name="T23" fmla="*/ 303 h 432"/>
                <a:gd name="T24" fmla="*/ 15 w 526"/>
                <a:gd name="T25" fmla="*/ 276 h 432"/>
                <a:gd name="T26" fmla="*/ 20 w 526"/>
                <a:gd name="T27" fmla="*/ 238 h 432"/>
                <a:gd name="T28" fmla="*/ 26 w 526"/>
                <a:gd name="T29" fmla="*/ 192 h 432"/>
                <a:gd name="T30" fmla="*/ 27 w 526"/>
                <a:gd name="T31" fmla="*/ 186 h 432"/>
                <a:gd name="T32" fmla="*/ 29 w 526"/>
                <a:gd name="T33" fmla="*/ 160 h 432"/>
                <a:gd name="T34" fmla="*/ 32 w 526"/>
                <a:gd name="T35" fmla="*/ 144 h 432"/>
                <a:gd name="T36" fmla="*/ 35 w 526"/>
                <a:gd name="T37" fmla="*/ 120 h 432"/>
                <a:gd name="T38" fmla="*/ 38 w 526"/>
                <a:gd name="T39" fmla="*/ 97 h 432"/>
                <a:gd name="T40" fmla="*/ 41 w 526"/>
                <a:gd name="T41" fmla="*/ 72 h 432"/>
                <a:gd name="T42" fmla="*/ 44 w 526"/>
                <a:gd name="T43" fmla="*/ 48 h 432"/>
                <a:gd name="T44" fmla="*/ 50 w 526"/>
                <a:gd name="T45" fmla="*/ 0 h 432"/>
                <a:gd name="T46" fmla="*/ 122 w 526"/>
                <a:gd name="T47" fmla="*/ 8 h 432"/>
                <a:gd name="T48" fmla="*/ 135 w 526"/>
                <a:gd name="T49" fmla="*/ 9 h 432"/>
                <a:gd name="T50" fmla="*/ 189 w 526"/>
                <a:gd name="T51" fmla="*/ 16 h 432"/>
                <a:gd name="T52" fmla="*/ 224 w 526"/>
                <a:gd name="T53" fmla="*/ 20 h 432"/>
                <a:gd name="T54" fmla="*/ 240 w 526"/>
                <a:gd name="T55" fmla="*/ 21 h 432"/>
                <a:gd name="T56" fmla="*/ 317 w 526"/>
                <a:gd name="T57" fmla="*/ 28 h 432"/>
                <a:gd name="T58" fmla="*/ 376 w 526"/>
                <a:gd name="T59" fmla="*/ 34 h 432"/>
                <a:gd name="T60" fmla="*/ 393 w 526"/>
                <a:gd name="T61" fmla="*/ 36 h 432"/>
                <a:gd name="T62" fmla="*/ 400 w 526"/>
                <a:gd name="T63" fmla="*/ 36 h 432"/>
                <a:gd name="T64" fmla="*/ 459 w 526"/>
                <a:gd name="T65" fmla="*/ 40 h 432"/>
                <a:gd name="T66" fmla="*/ 480 w 526"/>
                <a:gd name="T67" fmla="*/ 42 h 432"/>
                <a:gd name="T68" fmla="*/ 525 w 526"/>
                <a:gd name="T69" fmla="*/ 68 h 432"/>
                <a:gd name="T70" fmla="*/ 524 w 526"/>
                <a:gd name="T71" fmla="*/ 92 h 432"/>
                <a:gd name="T72" fmla="*/ 521 w 526"/>
                <a:gd name="T73" fmla="*/ 123 h 432"/>
                <a:gd name="T74" fmla="*/ 520 w 526"/>
                <a:gd name="T75" fmla="*/ 141 h 432"/>
                <a:gd name="T76" fmla="*/ 519 w 526"/>
                <a:gd name="T77" fmla="*/ 165 h 432"/>
                <a:gd name="T78" fmla="*/ 518 w 526"/>
                <a:gd name="T79" fmla="*/ 189 h 432"/>
                <a:gd name="T80" fmla="*/ 516 w 526"/>
                <a:gd name="T81" fmla="*/ 201 h 432"/>
                <a:gd name="T82" fmla="*/ 515 w 526"/>
                <a:gd name="T83" fmla="*/ 237 h 432"/>
                <a:gd name="T84" fmla="*/ 514 w 526"/>
                <a:gd name="T85" fmla="*/ 255 h 432"/>
                <a:gd name="T86" fmla="*/ 510 w 526"/>
                <a:gd name="T87" fmla="*/ 310 h 432"/>
                <a:gd name="T88" fmla="*/ 509 w 526"/>
                <a:gd name="T89" fmla="*/ 334 h 432"/>
                <a:gd name="T90" fmla="*/ 508 w 526"/>
                <a:gd name="T91" fmla="*/ 358 h 432"/>
                <a:gd name="T92" fmla="*/ 507 w 526"/>
                <a:gd name="T93" fmla="*/ 370 h 432"/>
                <a:gd name="T94" fmla="*/ 506 w 526"/>
                <a:gd name="T95" fmla="*/ 382 h 432"/>
                <a:gd name="T96" fmla="*/ 506 w 526"/>
                <a:gd name="T97" fmla="*/ 402 h 432"/>
                <a:gd name="T98" fmla="*/ 503 w 526"/>
                <a:gd name="T99" fmla="*/ 432 h 432"/>
                <a:gd name="T100" fmla="*/ 444 w 526"/>
                <a:gd name="T101" fmla="*/ 428 h 432"/>
                <a:gd name="T102" fmla="*/ 426 w 526"/>
                <a:gd name="T103" fmla="*/ 427 h 432"/>
                <a:gd name="T104" fmla="*/ 414 w 526"/>
                <a:gd name="T105" fmla="*/ 426 h 432"/>
                <a:gd name="T106" fmla="*/ 358 w 526"/>
                <a:gd name="T107" fmla="*/ 422 h 432"/>
                <a:gd name="T108" fmla="*/ 348 w 526"/>
                <a:gd name="T109" fmla="*/ 421 h 432"/>
                <a:gd name="T110" fmla="*/ 340 w 526"/>
                <a:gd name="T111" fmla="*/ 42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6" h="432">
                  <a:moveTo>
                    <a:pt x="340" y="420"/>
                  </a:moveTo>
                  <a:lnTo>
                    <a:pt x="336" y="420"/>
                  </a:lnTo>
                  <a:lnTo>
                    <a:pt x="327" y="418"/>
                  </a:lnTo>
                  <a:lnTo>
                    <a:pt x="302" y="416"/>
                  </a:lnTo>
                  <a:lnTo>
                    <a:pt x="299" y="416"/>
                  </a:lnTo>
                  <a:lnTo>
                    <a:pt x="268" y="414"/>
                  </a:lnTo>
                  <a:lnTo>
                    <a:pt x="264" y="412"/>
                  </a:lnTo>
                  <a:lnTo>
                    <a:pt x="245" y="411"/>
                  </a:lnTo>
                  <a:lnTo>
                    <a:pt x="225" y="409"/>
                  </a:lnTo>
                  <a:lnTo>
                    <a:pt x="206" y="408"/>
                  </a:lnTo>
                  <a:lnTo>
                    <a:pt x="161" y="403"/>
                  </a:lnTo>
                  <a:lnTo>
                    <a:pt x="143" y="400"/>
                  </a:lnTo>
                  <a:lnTo>
                    <a:pt x="111" y="398"/>
                  </a:lnTo>
                  <a:lnTo>
                    <a:pt x="108" y="397"/>
                  </a:lnTo>
                  <a:lnTo>
                    <a:pt x="75" y="393"/>
                  </a:lnTo>
                  <a:lnTo>
                    <a:pt x="72" y="393"/>
                  </a:lnTo>
                  <a:lnTo>
                    <a:pt x="56" y="391"/>
                  </a:lnTo>
                  <a:lnTo>
                    <a:pt x="0" y="384"/>
                  </a:lnTo>
                  <a:lnTo>
                    <a:pt x="4" y="360"/>
                  </a:lnTo>
                  <a:lnTo>
                    <a:pt x="6" y="342"/>
                  </a:lnTo>
                  <a:lnTo>
                    <a:pt x="6" y="336"/>
                  </a:lnTo>
                  <a:lnTo>
                    <a:pt x="8" y="328"/>
                  </a:lnTo>
                  <a:lnTo>
                    <a:pt x="10" y="312"/>
                  </a:lnTo>
                  <a:lnTo>
                    <a:pt x="11" y="303"/>
                  </a:lnTo>
                  <a:lnTo>
                    <a:pt x="12" y="288"/>
                  </a:lnTo>
                  <a:lnTo>
                    <a:pt x="15" y="276"/>
                  </a:lnTo>
                  <a:lnTo>
                    <a:pt x="18" y="242"/>
                  </a:lnTo>
                  <a:lnTo>
                    <a:pt x="20" y="238"/>
                  </a:lnTo>
                  <a:lnTo>
                    <a:pt x="22" y="216"/>
                  </a:lnTo>
                  <a:lnTo>
                    <a:pt x="26" y="192"/>
                  </a:lnTo>
                  <a:lnTo>
                    <a:pt x="26" y="189"/>
                  </a:lnTo>
                  <a:lnTo>
                    <a:pt x="27" y="186"/>
                  </a:lnTo>
                  <a:lnTo>
                    <a:pt x="28" y="168"/>
                  </a:lnTo>
                  <a:lnTo>
                    <a:pt x="29" y="160"/>
                  </a:lnTo>
                  <a:lnTo>
                    <a:pt x="30" y="147"/>
                  </a:lnTo>
                  <a:lnTo>
                    <a:pt x="32" y="144"/>
                  </a:lnTo>
                  <a:lnTo>
                    <a:pt x="32" y="142"/>
                  </a:lnTo>
                  <a:lnTo>
                    <a:pt x="35" y="120"/>
                  </a:lnTo>
                  <a:lnTo>
                    <a:pt x="36" y="108"/>
                  </a:lnTo>
                  <a:lnTo>
                    <a:pt x="38" y="97"/>
                  </a:lnTo>
                  <a:lnTo>
                    <a:pt x="39" y="82"/>
                  </a:lnTo>
                  <a:lnTo>
                    <a:pt x="41" y="72"/>
                  </a:lnTo>
                  <a:lnTo>
                    <a:pt x="44" y="50"/>
                  </a:lnTo>
                  <a:lnTo>
                    <a:pt x="44" y="48"/>
                  </a:lnTo>
                  <a:lnTo>
                    <a:pt x="45" y="31"/>
                  </a:lnTo>
                  <a:lnTo>
                    <a:pt x="50" y="0"/>
                  </a:lnTo>
                  <a:lnTo>
                    <a:pt x="94" y="6"/>
                  </a:lnTo>
                  <a:lnTo>
                    <a:pt x="122" y="8"/>
                  </a:lnTo>
                  <a:lnTo>
                    <a:pt x="131" y="9"/>
                  </a:lnTo>
                  <a:lnTo>
                    <a:pt x="135" y="9"/>
                  </a:lnTo>
                  <a:lnTo>
                    <a:pt x="180" y="14"/>
                  </a:lnTo>
                  <a:lnTo>
                    <a:pt x="189" y="16"/>
                  </a:lnTo>
                  <a:lnTo>
                    <a:pt x="215" y="19"/>
                  </a:lnTo>
                  <a:lnTo>
                    <a:pt x="224" y="20"/>
                  </a:lnTo>
                  <a:lnTo>
                    <a:pt x="232" y="20"/>
                  </a:lnTo>
                  <a:lnTo>
                    <a:pt x="240" y="21"/>
                  </a:lnTo>
                  <a:lnTo>
                    <a:pt x="263" y="24"/>
                  </a:lnTo>
                  <a:lnTo>
                    <a:pt x="317" y="28"/>
                  </a:lnTo>
                  <a:lnTo>
                    <a:pt x="326" y="30"/>
                  </a:lnTo>
                  <a:lnTo>
                    <a:pt x="376" y="34"/>
                  </a:lnTo>
                  <a:lnTo>
                    <a:pt x="384" y="34"/>
                  </a:lnTo>
                  <a:lnTo>
                    <a:pt x="393" y="36"/>
                  </a:lnTo>
                  <a:lnTo>
                    <a:pt x="394" y="36"/>
                  </a:lnTo>
                  <a:lnTo>
                    <a:pt x="400" y="36"/>
                  </a:lnTo>
                  <a:lnTo>
                    <a:pt x="455" y="39"/>
                  </a:lnTo>
                  <a:lnTo>
                    <a:pt x="459" y="40"/>
                  </a:lnTo>
                  <a:lnTo>
                    <a:pt x="473" y="40"/>
                  </a:lnTo>
                  <a:lnTo>
                    <a:pt x="480" y="42"/>
                  </a:lnTo>
                  <a:lnTo>
                    <a:pt x="526" y="44"/>
                  </a:lnTo>
                  <a:lnTo>
                    <a:pt x="525" y="68"/>
                  </a:lnTo>
                  <a:lnTo>
                    <a:pt x="524" y="86"/>
                  </a:lnTo>
                  <a:lnTo>
                    <a:pt x="524" y="92"/>
                  </a:lnTo>
                  <a:lnTo>
                    <a:pt x="522" y="116"/>
                  </a:lnTo>
                  <a:lnTo>
                    <a:pt x="521" y="123"/>
                  </a:lnTo>
                  <a:lnTo>
                    <a:pt x="521" y="127"/>
                  </a:lnTo>
                  <a:lnTo>
                    <a:pt x="520" y="141"/>
                  </a:lnTo>
                  <a:lnTo>
                    <a:pt x="520" y="154"/>
                  </a:lnTo>
                  <a:lnTo>
                    <a:pt x="519" y="165"/>
                  </a:lnTo>
                  <a:lnTo>
                    <a:pt x="519" y="177"/>
                  </a:lnTo>
                  <a:lnTo>
                    <a:pt x="518" y="189"/>
                  </a:lnTo>
                  <a:lnTo>
                    <a:pt x="518" y="192"/>
                  </a:lnTo>
                  <a:lnTo>
                    <a:pt x="516" y="201"/>
                  </a:lnTo>
                  <a:lnTo>
                    <a:pt x="515" y="225"/>
                  </a:lnTo>
                  <a:lnTo>
                    <a:pt x="515" y="237"/>
                  </a:lnTo>
                  <a:lnTo>
                    <a:pt x="514" y="242"/>
                  </a:lnTo>
                  <a:lnTo>
                    <a:pt x="514" y="255"/>
                  </a:lnTo>
                  <a:lnTo>
                    <a:pt x="513" y="277"/>
                  </a:lnTo>
                  <a:lnTo>
                    <a:pt x="510" y="310"/>
                  </a:lnTo>
                  <a:lnTo>
                    <a:pt x="510" y="322"/>
                  </a:lnTo>
                  <a:lnTo>
                    <a:pt x="509" y="334"/>
                  </a:lnTo>
                  <a:lnTo>
                    <a:pt x="508" y="346"/>
                  </a:lnTo>
                  <a:lnTo>
                    <a:pt x="508" y="358"/>
                  </a:lnTo>
                  <a:lnTo>
                    <a:pt x="507" y="363"/>
                  </a:lnTo>
                  <a:lnTo>
                    <a:pt x="507" y="370"/>
                  </a:lnTo>
                  <a:lnTo>
                    <a:pt x="507" y="376"/>
                  </a:lnTo>
                  <a:lnTo>
                    <a:pt x="506" y="382"/>
                  </a:lnTo>
                  <a:lnTo>
                    <a:pt x="506" y="393"/>
                  </a:lnTo>
                  <a:lnTo>
                    <a:pt x="506" y="402"/>
                  </a:lnTo>
                  <a:lnTo>
                    <a:pt x="504" y="420"/>
                  </a:lnTo>
                  <a:lnTo>
                    <a:pt x="503" y="432"/>
                  </a:lnTo>
                  <a:lnTo>
                    <a:pt x="461" y="429"/>
                  </a:lnTo>
                  <a:lnTo>
                    <a:pt x="444" y="428"/>
                  </a:lnTo>
                  <a:lnTo>
                    <a:pt x="440" y="428"/>
                  </a:lnTo>
                  <a:lnTo>
                    <a:pt x="426" y="427"/>
                  </a:lnTo>
                  <a:lnTo>
                    <a:pt x="417" y="426"/>
                  </a:lnTo>
                  <a:lnTo>
                    <a:pt x="414" y="426"/>
                  </a:lnTo>
                  <a:lnTo>
                    <a:pt x="402" y="424"/>
                  </a:lnTo>
                  <a:lnTo>
                    <a:pt x="358" y="422"/>
                  </a:lnTo>
                  <a:lnTo>
                    <a:pt x="350" y="421"/>
                  </a:lnTo>
                  <a:lnTo>
                    <a:pt x="348" y="421"/>
                  </a:lnTo>
                  <a:lnTo>
                    <a:pt x="342" y="420"/>
                  </a:lnTo>
                  <a:lnTo>
                    <a:pt x="340" y="420"/>
                  </a:lnTo>
                  <a:close/>
                </a:path>
              </a:pathLst>
            </a:custGeom>
            <a:pattFill prst="dkHorz">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292" name="Freeform 58">
              <a:extLst>
                <a:ext uri="{FF2B5EF4-FFF2-40B4-BE49-F238E27FC236}">
                  <a16:creationId xmlns:a16="http://schemas.microsoft.com/office/drawing/2014/main" id="{8E848C5B-5E27-BB2E-AE55-9C1178F0A763}"/>
                </a:ext>
              </a:extLst>
            </p:cNvPr>
            <p:cNvSpPr>
              <a:spLocks noChangeAspect="1"/>
            </p:cNvSpPr>
            <p:nvPr/>
          </p:nvSpPr>
          <p:spPr bwMode="auto">
            <a:xfrm>
              <a:off x="421" y="2265"/>
              <a:ext cx="81" cy="130"/>
            </a:xfrm>
            <a:custGeom>
              <a:avLst/>
              <a:gdLst>
                <a:gd name="T0" fmla="*/ 45 w 452"/>
                <a:gd name="T1" fmla="*/ 461 h 729"/>
                <a:gd name="T2" fmla="*/ 33 w 452"/>
                <a:gd name="T3" fmla="*/ 489 h 729"/>
                <a:gd name="T4" fmla="*/ 21 w 452"/>
                <a:gd name="T5" fmla="*/ 551 h 729"/>
                <a:gd name="T6" fmla="*/ 69 w 452"/>
                <a:gd name="T7" fmla="*/ 675 h 729"/>
                <a:gd name="T8" fmla="*/ 171 w 452"/>
                <a:gd name="T9" fmla="*/ 693 h 729"/>
                <a:gd name="T10" fmla="*/ 196 w 452"/>
                <a:gd name="T11" fmla="*/ 696 h 729"/>
                <a:gd name="T12" fmla="*/ 266 w 452"/>
                <a:gd name="T13" fmla="*/ 707 h 729"/>
                <a:gd name="T14" fmla="*/ 341 w 452"/>
                <a:gd name="T15" fmla="*/ 718 h 729"/>
                <a:gd name="T16" fmla="*/ 346 w 452"/>
                <a:gd name="T17" fmla="*/ 719 h 729"/>
                <a:gd name="T18" fmla="*/ 388 w 452"/>
                <a:gd name="T19" fmla="*/ 724 h 729"/>
                <a:gd name="T20" fmla="*/ 420 w 452"/>
                <a:gd name="T21" fmla="*/ 729 h 729"/>
                <a:gd name="T22" fmla="*/ 428 w 452"/>
                <a:gd name="T23" fmla="*/ 679 h 729"/>
                <a:gd name="T24" fmla="*/ 434 w 452"/>
                <a:gd name="T25" fmla="*/ 630 h 729"/>
                <a:gd name="T26" fmla="*/ 437 w 452"/>
                <a:gd name="T27" fmla="*/ 601 h 729"/>
                <a:gd name="T28" fmla="*/ 440 w 452"/>
                <a:gd name="T29" fmla="*/ 583 h 729"/>
                <a:gd name="T30" fmla="*/ 446 w 452"/>
                <a:gd name="T31" fmla="*/ 538 h 729"/>
                <a:gd name="T32" fmla="*/ 452 w 452"/>
                <a:gd name="T33" fmla="*/ 491 h 729"/>
                <a:gd name="T34" fmla="*/ 440 w 452"/>
                <a:gd name="T35" fmla="*/ 472 h 729"/>
                <a:gd name="T36" fmla="*/ 425 w 452"/>
                <a:gd name="T37" fmla="*/ 465 h 729"/>
                <a:gd name="T38" fmla="*/ 413 w 452"/>
                <a:gd name="T39" fmla="*/ 478 h 729"/>
                <a:gd name="T40" fmla="*/ 363 w 452"/>
                <a:gd name="T41" fmla="*/ 475 h 729"/>
                <a:gd name="T42" fmla="*/ 328 w 452"/>
                <a:gd name="T43" fmla="*/ 478 h 729"/>
                <a:gd name="T44" fmla="*/ 318 w 452"/>
                <a:gd name="T45" fmla="*/ 474 h 729"/>
                <a:gd name="T46" fmla="*/ 296 w 452"/>
                <a:gd name="T47" fmla="*/ 418 h 729"/>
                <a:gd name="T48" fmla="*/ 240 w 452"/>
                <a:gd name="T49" fmla="*/ 360 h 729"/>
                <a:gd name="T50" fmla="*/ 256 w 452"/>
                <a:gd name="T51" fmla="*/ 264 h 729"/>
                <a:gd name="T52" fmla="*/ 258 w 452"/>
                <a:gd name="T53" fmla="*/ 249 h 729"/>
                <a:gd name="T54" fmla="*/ 242 w 452"/>
                <a:gd name="T55" fmla="*/ 247 h 729"/>
                <a:gd name="T56" fmla="*/ 233 w 452"/>
                <a:gd name="T57" fmla="*/ 243 h 729"/>
                <a:gd name="T58" fmla="*/ 225 w 452"/>
                <a:gd name="T59" fmla="*/ 217 h 729"/>
                <a:gd name="T60" fmla="*/ 196 w 452"/>
                <a:gd name="T61" fmla="*/ 179 h 729"/>
                <a:gd name="T62" fmla="*/ 183 w 452"/>
                <a:gd name="T63" fmla="*/ 151 h 729"/>
                <a:gd name="T64" fmla="*/ 171 w 452"/>
                <a:gd name="T65" fmla="*/ 105 h 729"/>
                <a:gd name="T66" fmla="*/ 179 w 452"/>
                <a:gd name="T67" fmla="*/ 58 h 729"/>
                <a:gd name="T68" fmla="*/ 188 w 452"/>
                <a:gd name="T69" fmla="*/ 11 h 729"/>
                <a:gd name="T70" fmla="*/ 124 w 452"/>
                <a:gd name="T71" fmla="*/ 7 h 729"/>
                <a:gd name="T72" fmla="*/ 110 w 452"/>
                <a:gd name="T73" fmla="*/ 82 h 729"/>
                <a:gd name="T74" fmla="*/ 107 w 452"/>
                <a:gd name="T75" fmla="*/ 93 h 729"/>
                <a:gd name="T76" fmla="*/ 100 w 452"/>
                <a:gd name="T77" fmla="*/ 129 h 729"/>
                <a:gd name="T78" fmla="*/ 94 w 452"/>
                <a:gd name="T79" fmla="*/ 163 h 729"/>
                <a:gd name="T80" fmla="*/ 83 w 452"/>
                <a:gd name="T81" fmla="*/ 215 h 729"/>
                <a:gd name="T82" fmla="*/ 78 w 452"/>
                <a:gd name="T83" fmla="*/ 241 h 729"/>
                <a:gd name="T84" fmla="*/ 80 w 452"/>
                <a:gd name="T85" fmla="*/ 283 h 729"/>
                <a:gd name="T86" fmla="*/ 84 w 452"/>
                <a:gd name="T87" fmla="*/ 298 h 729"/>
                <a:gd name="T88" fmla="*/ 82 w 452"/>
                <a:gd name="T89" fmla="*/ 354 h 729"/>
                <a:gd name="T90" fmla="*/ 72 w 452"/>
                <a:gd name="T91" fmla="*/ 371 h 729"/>
                <a:gd name="T92" fmla="*/ 50 w 452"/>
                <a:gd name="T93" fmla="*/ 400 h 729"/>
                <a:gd name="T94" fmla="*/ 38 w 452"/>
                <a:gd name="T95" fmla="*/ 447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2" h="729">
                  <a:moveTo>
                    <a:pt x="47" y="457"/>
                  </a:moveTo>
                  <a:lnTo>
                    <a:pt x="46" y="460"/>
                  </a:lnTo>
                  <a:lnTo>
                    <a:pt x="45" y="461"/>
                  </a:lnTo>
                  <a:lnTo>
                    <a:pt x="36" y="483"/>
                  </a:lnTo>
                  <a:lnTo>
                    <a:pt x="35" y="484"/>
                  </a:lnTo>
                  <a:lnTo>
                    <a:pt x="33" y="489"/>
                  </a:lnTo>
                  <a:lnTo>
                    <a:pt x="30" y="501"/>
                  </a:lnTo>
                  <a:lnTo>
                    <a:pt x="28" y="511"/>
                  </a:lnTo>
                  <a:lnTo>
                    <a:pt x="21" y="551"/>
                  </a:lnTo>
                  <a:lnTo>
                    <a:pt x="0" y="661"/>
                  </a:lnTo>
                  <a:lnTo>
                    <a:pt x="4" y="663"/>
                  </a:lnTo>
                  <a:lnTo>
                    <a:pt x="69" y="675"/>
                  </a:lnTo>
                  <a:lnTo>
                    <a:pt x="140" y="687"/>
                  </a:lnTo>
                  <a:lnTo>
                    <a:pt x="160" y="690"/>
                  </a:lnTo>
                  <a:lnTo>
                    <a:pt x="171" y="693"/>
                  </a:lnTo>
                  <a:lnTo>
                    <a:pt x="192" y="696"/>
                  </a:lnTo>
                  <a:lnTo>
                    <a:pt x="195" y="696"/>
                  </a:lnTo>
                  <a:lnTo>
                    <a:pt x="196" y="696"/>
                  </a:lnTo>
                  <a:lnTo>
                    <a:pt x="209" y="699"/>
                  </a:lnTo>
                  <a:lnTo>
                    <a:pt x="230" y="702"/>
                  </a:lnTo>
                  <a:lnTo>
                    <a:pt x="266" y="707"/>
                  </a:lnTo>
                  <a:lnTo>
                    <a:pt x="282" y="709"/>
                  </a:lnTo>
                  <a:lnTo>
                    <a:pt x="340" y="718"/>
                  </a:lnTo>
                  <a:lnTo>
                    <a:pt x="341" y="718"/>
                  </a:lnTo>
                  <a:lnTo>
                    <a:pt x="342" y="718"/>
                  </a:lnTo>
                  <a:lnTo>
                    <a:pt x="345" y="718"/>
                  </a:lnTo>
                  <a:lnTo>
                    <a:pt x="346" y="719"/>
                  </a:lnTo>
                  <a:lnTo>
                    <a:pt x="353" y="719"/>
                  </a:lnTo>
                  <a:lnTo>
                    <a:pt x="371" y="721"/>
                  </a:lnTo>
                  <a:lnTo>
                    <a:pt x="388" y="724"/>
                  </a:lnTo>
                  <a:lnTo>
                    <a:pt x="392" y="725"/>
                  </a:lnTo>
                  <a:lnTo>
                    <a:pt x="394" y="725"/>
                  </a:lnTo>
                  <a:lnTo>
                    <a:pt x="420" y="729"/>
                  </a:lnTo>
                  <a:lnTo>
                    <a:pt x="423" y="717"/>
                  </a:lnTo>
                  <a:lnTo>
                    <a:pt x="426" y="683"/>
                  </a:lnTo>
                  <a:lnTo>
                    <a:pt x="428" y="679"/>
                  </a:lnTo>
                  <a:lnTo>
                    <a:pt x="430" y="657"/>
                  </a:lnTo>
                  <a:lnTo>
                    <a:pt x="434" y="633"/>
                  </a:lnTo>
                  <a:lnTo>
                    <a:pt x="434" y="630"/>
                  </a:lnTo>
                  <a:lnTo>
                    <a:pt x="435" y="627"/>
                  </a:lnTo>
                  <a:lnTo>
                    <a:pt x="436" y="609"/>
                  </a:lnTo>
                  <a:lnTo>
                    <a:pt x="437" y="601"/>
                  </a:lnTo>
                  <a:lnTo>
                    <a:pt x="438" y="588"/>
                  </a:lnTo>
                  <a:lnTo>
                    <a:pt x="440" y="585"/>
                  </a:lnTo>
                  <a:lnTo>
                    <a:pt x="440" y="583"/>
                  </a:lnTo>
                  <a:lnTo>
                    <a:pt x="443" y="561"/>
                  </a:lnTo>
                  <a:lnTo>
                    <a:pt x="444" y="549"/>
                  </a:lnTo>
                  <a:lnTo>
                    <a:pt x="446" y="538"/>
                  </a:lnTo>
                  <a:lnTo>
                    <a:pt x="447" y="523"/>
                  </a:lnTo>
                  <a:lnTo>
                    <a:pt x="449" y="513"/>
                  </a:lnTo>
                  <a:lnTo>
                    <a:pt x="452" y="491"/>
                  </a:lnTo>
                  <a:lnTo>
                    <a:pt x="448" y="489"/>
                  </a:lnTo>
                  <a:lnTo>
                    <a:pt x="446" y="487"/>
                  </a:lnTo>
                  <a:lnTo>
                    <a:pt x="440" y="472"/>
                  </a:lnTo>
                  <a:lnTo>
                    <a:pt x="432" y="461"/>
                  </a:lnTo>
                  <a:lnTo>
                    <a:pt x="431" y="461"/>
                  </a:lnTo>
                  <a:lnTo>
                    <a:pt x="425" y="465"/>
                  </a:lnTo>
                  <a:lnTo>
                    <a:pt x="422" y="471"/>
                  </a:lnTo>
                  <a:lnTo>
                    <a:pt x="422" y="480"/>
                  </a:lnTo>
                  <a:lnTo>
                    <a:pt x="413" y="478"/>
                  </a:lnTo>
                  <a:lnTo>
                    <a:pt x="378" y="475"/>
                  </a:lnTo>
                  <a:lnTo>
                    <a:pt x="371" y="471"/>
                  </a:lnTo>
                  <a:lnTo>
                    <a:pt x="363" y="475"/>
                  </a:lnTo>
                  <a:lnTo>
                    <a:pt x="352" y="478"/>
                  </a:lnTo>
                  <a:lnTo>
                    <a:pt x="336" y="472"/>
                  </a:lnTo>
                  <a:lnTo>
                    <a:pt x="328" y="478"/>
                  </a:lnTo>
                  <a:lnTo>
                    <a:pt x="329" y="484"/>
                  </a:lnTo>
                  <a:lnTo>
                    <a:pt x="327" y="485"/>
                  </a:lnTo>
                  <a:lnTo>
                    <a:pt x="318" y="474"/>
                  </a:lnTo>
                  <a:lnTo>
                    <a:pt x="314" y="444"/>
                  </a:lnTo>
                  <a:lnTo>
                    <a:pt x="293" y="429"/>
                  </a:lnTo>
                  <a:lnTo>
                    <a:pt x="296" y="418"/>
                  </a:lnTo>
                  <a:lnTo>
                    <a:pt x="273" y="346"/>
                  </a:lnTo>
                  <a:lnTo>
                    <a:pt x="249" y="359"/>
                  </a:lnTo>
                  <a:lnTo>
                    <a:pt x="240" y="360"/>
                  </a:lnTo>
                  <a:lnTo>
                    <a:pt x="228" y="352"/>
                  </a:lnTo>
                  <a:lnTo>
                    <a:pt x="254" y="264"/>
                  </a:lnTo>
                  <a:lnTo>
                    <a:pt x="256" y="264"/>
                  </a:lnTo>
                  <a:lnTo>
                    <a:pt x="261" y="253"/>
                  </a:lnTo>
                  <a:lnTo>
                    <a:pt x="261" y="250"/>
                  </a:lnTo>
                  <a:lnTo>
                    <a:pt x="258" y="249"/>
                  </a:lnTo>
                  <a:lnTo>
                    <a:pt x="250" y="250"/>
                  </a:lnTo>
                  <a:lnTo>
                    <a:pt x="244" y="250"/>
                  </a:lnTo>
                  <a:lnTo>
                    <a:pt x="242" y="247"/>
                  </a:lnTo>
                  <a:lnTo>
                    <a:pt x="243" y="243"/>
                  </a:lnTo>
                  <a:lnTo>
                    <a:pt x="240" y="239"/>
                  </a:lnTo>
                  <a:lnTo>
                    <a:pt x="233" y="243"/>
                  </a:lnTo>
                  <a:lnTo>
                    <a:pt x="232" y="240"/>
                  </a:lnTo>
                  <a:lnTo>
                    <a:pt x="234" y="237"/>
                  </a:lnTo>
                  <a:lnTo>
                    <a:pt x="225" y="217"/>
                  </a:lnTo>
                  <a:lnTo>
                    <a:pt x="219" y="210"/>
                  </a:lnTo>
                  <a:lnTo>
                    <a:pt x="206" y="184"/>
                  </a:lnTo>
                  <a:lnTo>
                    <a:pt x="196" y="179"/>
                  </a:lnTo>
                  <a:lnTo>
                    <a:pt x="180" y="161"/>
                  </a:lnTo>
                  <a:lnTo>
                    <a:pt x="189" y="159"/>
                  </a:lnTo>
                  <a:lnTo>
                    <a:pt x="183" y="151"/>
                  </a:lnTo>
                  <a:lnTo>
                    <a:pt x="185" y="135"/>
                  </a:lnTo>
                  <a:lnTo>
                    <a:pt x="171" y="107"/>
                  </a:lnTo>
                  <a:lnTo>
                    <a:pt x="171" y="105"/>
                  </a:lnTo>
                  <a:lnTo>
                    <a:pt x="174" y="84"/>
                  </a:lnTo>
                  <a:lnTo>
                    <a:pt x="179" y="61"/>
                  </a:lnTo>
                  <a:lnTo>
                    <a:pt x="179" y="58"/>
                  </a:lnTo>
                  <a:lnTo>
                    <a:pt x="185" y="23"/>
                  </a:lnTo>
                  <a:lnTo>
                    <a:pt x="188" y="13"/>
                  </a:lnTo>
                  <a:lnTo>
                    <a:pt x="188" y="11"/>
                  </a:lnTo>
                  <a:lnTo>
                    <a:pt x="125" y="0"/>
                  </a:lnTo>
                  <a:lnTo>
                    <a:pt x="124" y="4"/>
                  </a:lnTo>
                  <a:lnTo>
                    <a:pt x="124" y="7"/>
                  </a:lnTo>
                  <a:lnTo>
                    <a:pt x="123" y="15"/>
                  </a:lnTo>
                  <a:lnTo>
                    <a:pt x="112" y="66"/>
                  </a:lnTo>
                  <a:lnTo>
                    <a:pt x="110" y="82"/>
                  </a:lnTo>
                  <a:lnTo>
                    <a:pt x="107" y="89"/>
                  </a:lnTo>
                  <a:lnTo>
                    <a:pt x="107" y="91"/>
                  </a:lnTo>
                  <a:lnTo>
                    <a:pt x="107" y="93"/>
                  </a:lnTo>
                  <a:lnTo>
                    <a:pt x="106" y="95"/>
                  </a:lnTo>
                  <a:lnTo>
                    <a:pt x="102" y="117"/>
                  </a:lnTo>
                  <a:lnTo>
                    <a:pt x="100" y="129"/>
                  </a:lnTo>
                  <a:lnTo>
                    <a:pt x="95" y="153"/>
                  </a:lnTo>
                  <a:lnTo>
                    <a:pt x="94" y="162"/>
                  </a:lnTo>
                  <a:lnTo>
                    <a:pt x="94" y="163"/>
                  </a:lnTo>
                  <a:lnTo>
                    <a:pt x="92" y="175"/>
                  </a:lnTo>
                  <a:lnTo>
                    <a:pt x="84" y="210"/>
                  </a:lnTo>
                  <a:lnTo>
                    <a:pt x="83" y="215"/>
                  </a:lnTo>
                  <a:lnTo>
                    <a:pt x="81" y="231"/>
                  </a:lnTo>
                  <a:lnTo>
                    <a:pt x="80" y="234"/>
                  </a:lnTo>
                  <a:lnTo>
                    <a:pt x="78" y="241"/>
                  </a:lnTo>
                  <a:lnTo>
                    <a:pt x="77" y="245"/>
                  </a:lnTo>
                  <a:lnTo>
                    <a:pt x="81" y="258"/>
                  </a:lnTo>
                  <a:lnTo>
                    <a:pt x="80" y="283"/>
                  </a:lnTo>
                  <a:lnTo>
                    <a:pt x="81" y="287"/>
                  </a:lnTo>
                  <a:lnTo>
                    <a:pt x="84" y="295"/>
                  </a:lnTo>
                  <a:lnTo>
                    <a:pt x="84" y="298"/>
                  </a:lnTo>
                  <a:lnTo>
                    <a:pt x="100" y="311"/>
                  </a:lnTo>
                  <a:lnTo>
                    <a:pt x="102" y="324"/>
                  </a:lnTo>
                  <a:lnTo>
                    <a:pt x="82" y="354"/>
                  </a:lnTo>
                  <a:lnTo>
                    <a:pt x="81" y="355"/>
                  </a:lnTo>
                  <a:lnTo>
                    <a:pt x="75" y="367"/>
                  </a:lnTo>
                  <a:lnTo>
                    <a:pt x="72" y="371"/>
                  </a:lnTo>
                  <a:lnTo>
                    <a:pt x="66" y="378"/>
                  </a:lnTo>
                  <a:lnTo>
                    <a:pt x="60" y="393"/>
                  </a:lnTo>
                  <a:lnTo>
                    <a:pt x="50" y="400"/>
                  </a:lnTo>
                  <a:lnTo>
                    <a:pt x="29" y="432"/>
                  </a:lnTo>
                  <a:lnTo>
                    <a:pt x="28" y="439"/>
                  </a:lnTo>
                  <a:lnTo>
                    <a:pt x="38" y="447"/>
                  </a:lnTo>
                  <a:lnTo>
                    <a:pt x="42" y="448"/>
                  </a:lnTo>
                  <a:lnTo>
                    <a:pt x="47" y="457"/>
                  </a:lnTo>
                  <a:close/>
                </a:path>
              </a:pathLst>
            </a:custGeom>
            <a:pattFill prst="dkHorz">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293" name="Freeform 59">
              <a:extLst>
                <a:ext uri="{FF2B5EF4-FFF2-40B4-BE49-F238E27FC236}">
                  <a16:creationId xmlns:a16="http://schemas.microsoft.com/office/drawing/2014/main" id="{67A92C6F-0562-DF5A-F93D-2A2C07250067}"/>
                </a:ext>
              </a:extLst>
            </p:cNvPr>
            <p:cNvSpPr>
              <a:spLocks noChangeAspect="1"/>
            </p:cNvSpPr>
            <p:nvPr/>
          </p:nvSpPr>
          <p:spPr bwMode="auto">
            <a:xfrm>
              <a:off x="323" y="2363"/>
              <a:ext cx="113" cy="184"/>
            </a:xfrm>
            <a:custGeom>
              <a:avLst/>
              <a:gdLst>
                <a:gd name="T0" fmla="*/ 583 w 638"/>
                <a:gd name="T1" fmla="*/ 1034 h 1035"/>
                <a:gd name="T2" fmla="*/ 575 w 638"/>
                <a:gd name="T3" fmla="*/ 999 h 1035"/>
                <a:gd name="T4" fmla="*/ 601 w 638"/>
                <a:gd name="T5" fmla="*/ 944 h 1035"/>
                <a:gd name="T6" fmla="*/ 612 w 638"/>
                <a:gd name="T7" fmla="*/ 908 h 1035"/>
                <a:gd name="T8" fmla="*/ 638 w 638"/>
                <a:gd name="T9" fmla="*/ 890 h 1035"/>
                <a:gd name="T10" fmla="*/ 618 w 638"/>
                <a:gd name="T11" fmla="*/ 844 h 1035"/>
                <a:gd name="T12" fmla="*/ 593 w 638"/>
                <a:gd name="T13" fmla="*/ 790 h 1035"/>
                <a:gd name="T14" fmla="*/ 541 w 638"/>
                <a:gd name="T15" fmla="*/ 716 h 1035"/>
                <a:gd name="T16" fmla="*/ 492 w 638"/>
                <a:gd name="T17" fmla="*/ 646 h 1035"/>
                <a:gd name="T18" fmla="*/ 426 w 638"/>
                <a:gd name="T19" fmla="*/ 554 h 1035"/>
                <a:gd name="T20" fmla="*/ 399 w 638"/>
                <a:gd name="T21" fmla="*/ 517 h 1035"/>
                <a:gd name="T22" fmla="*/ 348 w 638"/>
                <a:gd name="T23" fmla="*/ 444 h 1035"/>
                <a:gd name="T24" fmla="*/ 326 w 638"/>
                <a:gd name="T25" fmla="*/ 415 h 1035"/>
                <a:gd name="T26" fmla="*/ 308 w 638"/>
                <a:gd name="T27" fmla="*/ 390 h 1035"/>
                <a:gd name="T28" fmla="*/ 290 w 638"/>
                <a:gd name="T29" fmla="*/ 363 h 1035"/>
                <a:gd name="T30" fmla="*/ 285 w 638"/>
                <a:gd name="T31" fmla="*/ 349 h 1035"/>
                <a:gd name="T32" fmla="*/ 288 w 638"/>
                <a:gd name="T33" fmla="*/ 339 h 1035"/>
                <a:gd name="T34" fmla="*/ 291 w 638"/>
                <a:gd name="T35" fmla="*/ 320 h 1035"/>
                <a:gd name="T36" fmla="*/ 297 w 638"/>
                <a:gd name="T37" fmla="*/ 296 h 1035"/>
                <a:gd name="T38" fmla="*/ 317 w 638"/>
                <a:gd name="T39" fmla="*/ 212 h 1035"/>
                <a:gd name="T40" fmla="*/ 343 w 638"/>
                <a:gd name="T41" fmla="*/ 92 h 1035"/>
                <a:gd name="T42" fmla="*/ 330 w 638"/>
                <a:gd name="T43" fmla="*/ 67 h 1035"/>
                <a:gd name="T44" fmla="*/ 257 w 638"/>
                <a:gd name="T45" fmla="*/ 50 h 1035"/>
                <a:gd name="T46" fmla="*/ 197 w 638"/>
                <a:gd name="T47" fmla="*/ 34 h 1035"/>
                <a:gd name="T48" fmla="*/ 129 w 638"/>
                <a:gd name="T49" fmla="*/ 18 h 1035"/>
                <a:gd name="T50" fmla="*/ 109 w 638"/>
                <a:gd name="T51" fmla="*/ 13 h 1035"/>
                <a:gd name="T52" fmla="*/ 93 w 638"/>
                <a:gd name="T53" fmla="*/ 9 h 1035"/>
                <a:gd name="T54" fmla="*/ 61 w 638"/>
                <a:gd name="T55" fmla="*/ 1 h 1035"/>
                <a:gd name="T56" fmla="*/ 53 w 638"/>
                <a:gd name="T57" fmla="*/ 27 h 1035"/>
                <a:gd name="T58" fmla="*/ 38 w 638"/>
                <a:gd name="T59" fmla="*/ 81 h 1035"/>
                <a:gd name="T60" fmla="*/ 37 w 638"/>
                <a:gd name="T61" fmla="*/ 90 h 1035"/>
                <a:gd name="T62" fmla="*/ 6 w 638"/>
                <a:gd name="T63" fmla="*/ 136 h 1035"/>
                <a:gd name="T64" fmla="*/ 14 w 638"/>
                <a:gd name="T65" fmla="*/ 178 h 1035"/>
                <a:gd name="T66" fmla="*/ 26 w 638"/>
                <a:gd name="T67" fmla="*/ 231 h 1035"/>
                <a:gd name="T68" fmla="*/ 24 w 638"/>
                <a:gd name="T69" fmla="*/ 316 h 1035"/>
                <a:gd name="T70" fmla="*/ 47 w 638"/>
                <a:gd name="T71" fmla="*/ 369 h 1035"/>
                <a:gd name="T72" fmla="*/ 50 w 638"/>
                <a:gd name="T73" fmla="*/ 376 h 1035"/>
                <a:gd name="T74" fmla="*/ 50 w 638"/>
                <a:gd name="T75" fmla="*/ 398 h 1035"/>
                <a:gd name="T76" fmla="*/ 68 w 638"/>
                <a:gd name="T77" fmla="*/ 415 h 1035"/>
                <a:gd name="T78" fmla="*/ 77 w 638"/>
                <a:gd name="T79" fmla="*/ 428 h 1035"/>
                <a:gd name="T80" fmla="*/ 69 w 638"/>
                <a:gd name="T81" fmla="*/ 456 h 1035"/>
                <a:gd name="T82" fmla="*/ 69 w 638"/>
                <a:gd name="T83" fmla="*/ 481 h 1035"/>
                <a:gd name="T84" fmla="*/ 80 w 638"/>
                <a:gd name="T85" fmla="*/ 507 h 1035"/>
                <a:gd name="T86" fmla="*/ 104 w 638"/>
                <a:gd name="T87" fmla="*/ 530 h 1035"/>
                <a:gd name="T88" fmla="*/ 91 w 638"/>
                <a:gd name="T89" fmla="*/ 548 h 1035"/>
                <a:gd name="T90" fmla="*/ 95 w 638"/>
                <a:gd name="T91" fmla="*/ 591 h 1035"/>
                <a:gd name="T92" fmla="*/ 115 w 638"/>
                <a:gd name="T93" fmla="*/ 638 h 1035"/>
                <a:gd name="T94" fmla="*/ 132 w 638"/>
                <a:gd name="T95" fmla="*/ 672 h 1035"/>
                <a:gd name="T96" fmla="*/ 138 w 638"/>
                <a:gd name="T97" fmla="*/ 698 h 1035"/>
                <a:gd name="T98" fmla="*/ 150 w 638"/>
                <a:gd name="T99" fmla="*/ 728 h 1035"/>
                <a:gd name="T100" fmla="*/ 159 w 638"/>
                <a:gd name="T101" fmla="*/ 782 h 1035"/>
                <a:gd name="T102" fmla="*/ 217 w 638"/>
                <a:gd name="T103" fmla="*/ 799 h 1035"/>
                <a:gd name="T104" fmla="*/ 246 w 638"/>
                <a:gd name="T105" fmla="*/ 835 h 1035"/>
                <a:gd name="T106" fmla="*/ 295 w 638"/>
                <a:gd name="T107" fmla="*/ 856 h 1035"/>
                <a:gd name="T108" fmla="*/ 307 w 638"/>
                <a:gd name="T109" fmla="*/ 889 h 1035"/>
                <a:gd name="T110" fmla="*/ 336 w 638"/>
                <a:gd name="T111" fmla="*/ 907 h 1035"/>
                <a:gd name="T112" fmla="*/ 369 w 638"/>
                <a:gd name="T113" fmla="*/ 958 h 1035"/>
                <a:gd name="T114" fmla="*/ 374 w 638"/>
                <a:gd name="T115" fmla="*/ 1018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8" h="1035">
                  <a:moveTo>
                    <a:pt x="566" y="1035"/>
                  </a:moveTo>
                  <a:lnTo>
                    <a:pt x="569" y="1035"/>
                  </a:lnTo>
                  <a:lnTo>
                    <a:pt x="583" y="1034"/>
                  </a:lnTo>
                  <a:lnTo>
                    <a:pt x="590" y="1010"/>
                  </a:lnTo>
                  <a:lnTo>
                    <a:pt x="583" y="1008"/>
                  </a:lnTo>
                  <a:lnTo>
                    <a:pt x="575" y="999"/>
                  </a:lnTo>
                  <a:lnTo>
                    <a:pt x="579" y="972"/>
                  </a:lnTo>
                  <a:lnTo>
                    <a:pt x="587" y="967"/>
                  </a:lnTo>
                  <a:lnTo>
                    <a:pt x="601" y="944"/>
                  </a:lnTo>
                  <a:lnTo>
                    <a:pt x="605" y="918"/>
                  </a:lnTo>
                  <a:lnTo>
                    <a:pt x="608" y="915"/>
                  </a:lnTo>
                  <a:lnTo>
                    <a:pt x="612" y="908"/>
                  </a:lnTo>
                  <a:lnTo>
                    <a:pt x="627" y="901"/>
                  </a:lnTo>
                  <a:lnTo>
                    <a:pt x="636" y="895"/>
                  </a:lnTo>
                  <a:lnTo>
                    <a:pt x="638" y="890"/>
                  </a:lnTo>
                  <a:lnTo>
                    <a:pt x="623" y="873"/>
                  </a:lnTo>
                  <a:lnTo>
                    <a:pt x="623" y="867"/>
                  </a:lnTo>
                  <a:lnTo>
                    <a:pt x="618" y="844"/>
                  </a:lnTo>
                  <a:lnTo>
                    <a:pt x="609" y="830"/>
                  </a:lnTo>
                  <a:lnTo>
                    <a:pt x="612" y="816"/>
                  </a:lnTo>
                  <a:lnTo>
                    <a:pt x="593" y="790"/>
                  </a:lnTo>
                  <a:lnTo>
                    <a:pt x="572" y="760"/>
                  </a:lnTo>
                  <a:lnTo>
                    <a:pt x="548" y="727"/>
                  </a:lnTo>
                  <a:lnTo>
                    <a:pt x="541" y="716"/>
                  </a:lnTo>
                  <a:lnTo>
                    <a:pt x="531" y="703"/>
                  </a:lnTo>
                  <a:lnTo>
                    <a:pt x="510" y="672"/>
                  </a:lnTo>
                  <a:lnTo>
                    <a:pt x="492" y="646"/>
                  </a:lnTo>
                  <a:lnTo>
                    <a:pt x="453" y="592"/>
                  </a:lnTo>
                  <a:lnTo>
                    <a:pt x="431" y="560"/>
                  </a:lnTo>
                  <a:lnTo>
                    <a:pt x="426" y="554"/>
                  </a:lnTo>
                  <a:lnTo>
                    <a:pt x="413" y="535"/>
                  </a:lnTo>
                  <a:lnTo>
                    <a:pt x="410" y="531"/>
                  </a:lnTo>
                  <a:lnTo>
                    <a:pt x="399" y="517"/>
                  </a:lnTo>
                  <a:lnTo>
                    <a:pt x="377" y="486"/>
                  </a:lnTo>
                  <a:lnTo>
                    <a:pt x="357" y="458"/>
                  </a:lnTo>
                  <a:lnTo>
                    <a:pt x="348" y="444"/>
                  </a:lnTo>
                  <a:lnTo>
                    <a:pt x="333" y="424"/>
                  </a:lnTo>
                  <a:lnTo>
                    <a:pt x="329" y="416"/>
                  </a:lnTo>
                  <a:lnTo>
                    <a:pt x="326" y="415"/>
                  </a:lnTo>
                  <a:lnTo>
                    <a:pt x="324" y="410"/>
                  </a:lnTo>
                  <a:lnTo>
                    <a:pt x="313" y="396"/>
                  </a:lnTo>
                  <a:lnTo>
                    <a:pt x="308" y="390"/>
                  </a:lnTo>
                  <a:lnTo>
                    <a:pt x="306" y="385"/>
                  </a:lnTo>
                  <a:lnTo>
                    <a:pt x="294" y="368"/>
                  </a:lnTo>
                  <a:lnTo>
                    <a:pt x="290" y="363"/>
                  </a:lnTo>
                  <a:lnTo>
                    <a:pt x="288" y="360"/>
                  </a:lnTo>
                  <a:lnTo>
                    <a:pt x="284" y="355"/>
                  </a:lnTo>
                  <a:lnTo>
                    <a:pt x="285" y="349"/>
                  </a:lnTo>
                  <a:lnTo>
                    <a:pt x="287" y="344"/>
                  </a:lnTo>
                  <a:lnTo>
                    <a:pt x="287" y="343"/>
                  </a:lnTo>
                  <a:lnTo>
                    <a:pt x="288" y="339"/>
                  </a:lnTo>
                  <a:lnTo>
                    <a:pt x="289" y="331"/>
                  </a:lnTo>
                  <a:lnTo>
                    <a:pt x="290" y="325"/>
                  </a:lnTo>
                  <a:lnTo>
                    <a:pt x="291" y="320"/>
                  </a:lnTo>
                  <a:lnTo>
                    <a:pt x="294" y="313"/>
                  </a:lnTo>
                  <a:lnTo>
                    <a:pt x="295" y="308"/>
                  </a:lnTo>
                  <a:lnTo>
                    <a:pt x="297" y="296"/>
                  </a:lnTo>
                  <a:lnTo>
                    <a:pt x="300" y="286"/>
                  </a:lnTo>
                  <a:lnTo>
                    <a:pt x="305" y="264"/>
                  </a:lnTo>
                  <a:lnTo>
                    <a:pt x="317" y="212"/>
                  </a:lnTo>
                  <a:lnTo>
                    <a:pt x="330" y="147"/>
                  </a:lnTo>
                  <a:lnTo>
                    <a:pt x="333" y="132"/>
                  </a:lnTo>
                  <a:lnTo>
                    <a:pt x="343" y="92"/>
                  </a:lnTo>
                  <a:lnTo>
                    <a:pt x="347" y="70"/>
                  </a:lnTo>
                  <a:lnTo>
                    <a:pt x="333" y="67"/>
                  </a:lnTo>
                  <a:lnTo>
                    <a:pt x="330" y="67"/>
                  </a:lnTo>
                  <a:lnTo>
                    <a:pt x="285" y="56"/>
                  </a:lnTo>
                  <a:lnTo>
                    <a:pt x="272" y="54"/>
                  </a:lnTo>
                  <a:lnTo>
                    <a:pt x="257" y="50"/>
                  </a:lnTo>
                  <a:lnTo>
                    <a:pt x="247" y="48"/>
                  </a:lnTo>
                  <a:lnTo>
                    <a:pt x="209" y="37"/>
                  </a:lnTo>
                  <a:lnTo>
                    <a:pt x="197" y="34"/>
                  </a:lnTo>
                  <a:lnTo>
                    <a:pt x="188" y="32"/>
                  </a:lnTo>
                  <a:lnTo>
                    <a:pt x="137" y="20"/>
                  </a:lnTo>
                  <a:lnTo>
                    <a:pt x="129" y="18"/>
                  </a:lnTo>
                  <a:lnTo>
                    <a:pt x="123" y="16"/>
                  </a:lnTo>
                  <a:lnTo>
                    <a:pt x="115" y="15"/>
                  </a:lnTo>
                  <a:lnTo>
                    <a:pt x="109" y="13"/>
                  </a:lnTo>
                  <a:lnTo>
                    <a:pt x="103" y="12"/>
                  </a:lnTo>
                  <a:lnTo>
                    <a:pt x="96" y="9"/>
                  </a:lnTo>
                  <a:lnTo>
                    <a:pt x="93" y="9"/>
                  </a:lnTo>
                  <a:lnTo>
                    <a:pt x="83" y="7"/>
                  </a:lnTo>
                  <a:lnTo>
                    <a:pt x="69" y="3"/>
                  </a:lnTo>
                  <a:lnTo>
                    <a:pt x="61" y="1"/>
                  </a:lnTo>
                  <a:lnTo>
                    <a:pt x="55" y="0"/>
                  </a:lnTo>
                  <a:lnTo>
                    <a:pt x="47" y="20"/>
                  </a:lnTo>
                  <a:lnTo>
                    <a:pt x="53" y="27"/>
                  </a:lnTo>
                  <a:lnTo>
                    <a:pt x="53" y="52"/>
                  </a:lnTo>
                  <a:lnTo>
                    <a:pt x="50" y="61"/>
                  </a:lnTo>
                  <a:lnTo>
                    <a:pt x="38" y="81"/>
                  </a:lnTo>
                  <a:lnTo>
                    <a:pt x="36" y="81"/>
                  </a:lnTo>
                  <a:lnTo>
                    <a:pt x="36" y="90"/>
                  </a:lnTo>
                  <a:lnTo>
                    <a:pt x="37" y="90"/>
                  </a:lnTo>
                  <a:lnTo>
                    <a:pt x="37" y="94"/>
                  </a:lnTo>
                  <a:lnTo>
                    <a:pt x="31" y="106"/>
                  </a:lnTo>
                  <a:lnTo>
                    <a:pt x="6" y="136"/>
                  </a:lnTo>
                  <a:lnTo>
                    <a:pt x="5" y="150"/>
                  </a:lnTo>
                  <a:lnTo>
                    <a:pt x="0" y="159"/>
                  </a:lnTo>
                  <a:lnTo>
                    <a:pt x="14" y="178"/>
                  </a:lnTo>
                  <a:lnTo>
                    <a:pt x="19" y="190"/>
                  </a:lnTo>
                  <a:lnTo>
                    <a:pt x="26" y="218"/>
                  </a:lnTo>
                  <a:lnTo>
                    <a:pt x="26" y="231"/>
                  </a:lnTo>
                  <a:lnTo>
                    <a:pt x="18" y="254"/>
                  </a:lnTo>
                  <a:lnTo>
                    <a:pt x="17" y="303"/>
                  </a:lnTo>
                  <a:lnTo>
                    <a:pt x="24" y="316"/>
                  </a:lnTo>
                  <a:lnTo>
                    <a:pt x="38" y="346"/>
                  </a:lnTo>
                  <a:lnTo>
                    <a:pt x="45" y="356"/>
                  </a:lnTo>
                  <a:lnTo>
                    <a:pt x="47" y="369"/>
                  </a:lnTo>
                  <a:lnTo>
                    <a:pt x="50" y="370"/>
                  </a:lnTo>
                  <a:lnTo>
                    <a:pt x="53" y="375"/>
                  </a:lnTo>
                  <a:lnTo>
                    <a:pt x="50" y="376"/>
                  </a:lnTo>
                  <a:lnTo>
                    <a:pt x="50" y="387"/>
                  </a:lnTo>
                  <a:lnTo>
                    <a:pt x="47" y="400"/>
                  </a:lnTo>
                  <a:lnTo>
                    <a:pt x="50" y="398"/>
                  </a:lnTo>
                  <a:lnTo>
                    <a:pt x="54" y="399"/>
                  </a:lnTo>
                  <a:lnTo>
                    <a:pt x="61" y="410"/>
                  </a:lnTo>
                  <a:lnTo>
                    <a:pt x="68" y="415"/>
                  </a:lnTo>
                  <a:lnTo>
                    <a:pt x="74" y="424"/>
                  </a:lnTo>
                  <a:lnTo>
                    <a:pt x="78" y="424"/>
                  </a:lnTo>
                  <a:lnTo>
                    <a:pt x="77" y="428"/>
                  </a:lnTo>
                  <a:lnTo>
                    <a:pt x="74" y="428"/>
                  </a:lnTo>
                  <a:lnTo>
                    <a:pt x="73" y="435"/>
                  </a:lnTo>
                  <a:lnTo>
                    <a:pt x="69" y="456"/>
                  </a:lnTo>
                  <a:lnTo>
                    <a:pt x="71" y="456"/>
                  </a:lnTo>
                  <a:lnTo>
                    <a:pt x="73" y="469"/>
                  </a:lnTo>
                  <a:lnTo>
                    <a:pt x="69" y="481"/>
                  </a:lnTo>
                  <a:lnTo>
                    <a:pt x="72" y="494"/>
                  </a:lnTo>
                  <a:lnTo>
                    <a:pt x="75" y="496"/>
                  </a:lnTo>
                  <a:lnTo>
                    <a:pt x="80" y="507"/>
                  </a:lnTo>
                  <a:lnTo>
                    <a:pt x="90" y="516"/>
                  </a:lnTo>
                  <a:lnTo>
                    <a:pt x="101" y="518"/>
                  </a:lnTo>
                  <a:lnTo>
                    <a:pt x="104" y="530"/>
                  </a:lnTo>
                  <a:lnTo>
                    <a:pt x="99" y="547"/>
                  </a:lnTo>
                  <a:lnTo>
                    <a:pt x="95" y="552"/>
                  </a:lnTo>
                  <a:lnTo>
                    <a:pt x="91" y="548"/>
                  </a:lnTo>
                  <a:lnTo>
                    <a:pt x="86" y="552"/>
                  </a:lnTo>
                  <a:lnTo>
                    <a:pt x="89" y="586"/>
                  </a:lnTo>
                  <a:lnTo>
                    <a:pt x="95" y="591"/>
                  </a:lnTo>
                  <a:lnTo>
                    <a:pt x="109" y="616"/>
                  </a:lnTo>
                  <a:lnTo>
                    <a:pt x="109" y="628"/>
                  </a:lnTo>
                  <a:lnTo>
                    <a:pt x="115" y="638"/>
                  </a:lnTo>
                  <a:lnTo>
                    <a:pt x="116" y="648"/>
                  </a:lnTo>
                  <a:lnTo>
                    <a:pt x="126" y="657"/>
                  </a:lnTo>
                  <a:lnTo>
                    <a:pt x="132" y="672"/>
                  </a:lnTo>
                  <a:lnTo>
                    <a:pt x="141" y="680"/>
                  </a:lnTo>
                  <a:lnTo>
                    <a:pt x="143" y="686"/>
                  </a:lnTo>
                  <a:lnTo>
                    <a:pt x="138" y="698"/>
                  </a:lnTo>
                  <a:lnTo>
                    <a:pt x="146" y="709"/>
                  </a:lnTo>
                  <a:lnTo>
                    <a:pt x="155" y="715"/>
                  </a:lnTo>
                  <a:lnTo>
                    <a:pt x="150" y="728"/>
                  </a:lnTo>
                  <a:lnTo>
                    <a:pt x="150" y="738"/>
                  </a:lnTo>
                  <a:lnTo>
                    <a:pt x="143" y="769"/>
                  </a:lnTo>
                  <a:lnTo>
                    <a:pt x="159" y="782"/>
                  </a:lnTo>
                  <a:lnTo>
                    <a:pt x="188" y="789"/>
                  </a:lnTo>
                  <a:lnTo>
                    <a:pt x="198" y="795"/>
                  </a:lnTo>
                  <a:lnTo>
                    <a:pt x="217" y="799"/>
                  </a:lnTo>
                  <a:lnTo>
                    <a:pt x="228" y="806"/>
                  </a:lnTo>
                  <a:lnTo>
                    <a:pt x="241" y="820"/>
                  </a:lnTo>
                  <a:lnTo>
                    <a:pt x="246" y="835"/>
                  </a:lnTo>
                  <a:lnTo>
                    <a:pt x="261" y="846"/>
                  </a:lnTo>
                  <a:lnTo>
                    <a:pt x="287" y="852"/>
                  </a:lnTo>
                  <a:lnTo>
                    <a:pt x="295" y="856"/>
                  </a:lnTo>
                  <a:lnTo>
                    <a:pt x="300" y="868"/>
                  </a:lnTo>
                  <a:lnTo>
                    <a:pt x="300" y="884"/>
                  </a:lnTo>
                  <a:lnTo>
                    <a:pt x="307" y="889"/>
                  </a:lnTo>
                  <a:lnTo>
                    <a:pt x="319" y="888"/>
                  </a:lnTo>
                  <a:lnTo>
                    <a:pt x="327" y="898"/>
                  </a:lnTo>
                  <a:lnTo>
                    <a:pt x="336" y="907"/>
                  </a:lnTo>
                  <a:lnTo>
                    <a:pt x="354" y="930"/>
                  </a:lnTo>
                  <a:lnTo>
                    <a:pt x="360" y="937"/>
                  </a:lnTo>
                  <a:lnTo>
                    <a:pt x="369" y="958"/>
                  </a:lnTo>
                  <a:lnTo>
                    <a:pt x="368" y="996"/>
                  </a:lnTo>
                  <a:lnTo>
                    <a:pt x="375" y="1010"/>
                  </a:lnTo>
                  <a:lnTo>
                    <a:pt x="374" y="1018"/>
                  </a:lnTo>
                  <a:lnTo>
                    <a:pt x="457" y="1026"/>
                  </a:lnTo>
                  <a:lnTo>
                    <a:pt x="566" y="1035"/>
                  </a:lnTo>
                  <a:close/>
                </a:path>
              </a:pathLst>
            </a:custGeom>
            <a:solidFill>
              <a:srgbClr val="BB3023"/>
            </a:solidFill>
            <a:ln w="3175" cap="flat" cmpd="sng">
              <a:solidFill>
                <a:schemeClr val="bg1"/>
              </a:solidFill>
              <a:prstDash val="solid"/>
              <a:round/>
              <a:headEnd type="none" w="med" len="med"/>
              <a:tailEnd type="none" w="med" len="med"/>
            </a:ln>
            <a:effectLst/>
          </p:spPr>
          <p:txBody>
            <a:bodyPr/>
            <a:lstStyle/>
            <a:p>
              <a:endParaRPr lang="en-GB"/>
            </a:p>
          </p:txBody>
        </p:sp>
        <p:sp>
          <p:nvSpPr>
            <p:cNvPr id="294" name="Freeform 60">
              <a:extLst>
                <a:ext uri="{FF2B5EF4-FFF2-40B4-BE49-F238E27FC236}">
                  <a16:creationId xmlns:a16="http://schemas.microsoft.com/office/drawing/2014/main" id="{6FAADBA4-BFF0-465E-F310-2A92529BC213}"/>
                </a:ext>
              </a:extLst>
            </p:cNvPr>
            <p:cNvSpPr>
              <a:spLocks noChangeAspect="1"/>
            </p:cNvSpPr>
            <p:nvPr/>
          </p:nvSpPr>
          <p:spPr bwMode="auto">
            <a:xfrm>
              <a:off x="356" y="2510"/>
              <a:ext cx="5" cy="2"/>
            </a:xfrm>
            <a:custGeom>
              <a:avLst/>
              <a:gdLst>
                <a:gd name="T0" fmla="*/ 0 w 28"/>
                <a:gd name="T1" fmla="*/ 0 h 14"/>
                <a:gd name="T2" fmla="*/ 20 w 28"/>
                <a:gd name="T3" fmla="*/ 11 h 14"/>
                <a:gd name="T4" fmla="*/ 25 w 28"/>
                <a:gd name="T5" fmla="*/ 9 h 14"/>
                <a:gd name="T6" fmla="*/ 28 w 28"/>
                <a:gd name="T7" fmla="*/ 12 h 14"/>
                <a:gd name="T8" fmla="*/ 24 w 28"/>
                <a:gd name="T9" fmla="*/ 14 h 14"/>
                <a:gd name="T10" fmla="*/ 4 w 28"/>
                <a:gd name="T11" fmla="*/ 12 h 14"/>
                <a:gd name="T12" fmla="*/ 0 w 2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8" h="14">
                  <a:moveTo>
                    <a:pt x="0" y="0"/>
                  </a:moveTo>
                  <a:lnTo>
                    <a:pt x="20" y="11"/>
                  </a:lnTo>
                  <a:lnTo>
                    <a:pt x="25" y="9"/>
                  </a:lnTo>
                  <a:lnTo>
                    <a:pt x="28" y="12"/>
                  </a:lnTo>
                  <a:lnTo>
                    <a:pt x="24" y="14"/>
                  </a:lnTo>
                  <a:lnTo>
                    <a:pt x="4" y="12"/>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95" name="Freeform 61">
              <a:extLst>
                <a:ext uri="{FF2B5EF4-FFF2-40B4-BE49-F238E27FC236}">
                  <a16:creationId xmlns:a16="http://schemas.microsoft.com/office/drawing/2014/main" id="{5F136889-A11C-6B07-968D-E9C67C140A0C}"/>
                </a:ext>
              </a:extLst>
            </p:cNvPr>
            <p:cNvSpPr>
              <a:spLocks noChangeAspect="1"/>
            </p:cNvSpPr>
            <p:nvPr/>
          </p:nvSpPr>
          <p:spPr bwMode="auto">
            <a:xfrm>
              <a:off x="351" y="2510"/>
              <a:ext cx="4" cy="2"/>
            </a:xfrm>
            <a:custGeom>
              <a:avLst/>
              <a:gdLst>
                <a:gd name="T0" fmla="*/ 0 w 19"/>
                <a:gd name="T1" fmla="*/ 2 h 9"/>
                <a:gd name="T2" fmla="*/ 2 w 19"/>
                <a:gd name="T3" fmla="*/ 8 h 9"/>
                <a:gd name="T4" fmla="*/ 19 w 19"/>
                <a:gd name="T5" fmla="*/ 9 h 9"/>
                <a:gd name="T6" fmla="*/ 14 w 19"/>
                <a:gd name="T7" fmla="*/ 3 h 9"/>
                <a:gd name="T8" fmla="*/ 14 w 19"/>
                <a:gd name="T9" fmla="*/ 0 h 9"/>
                <a:gd name="T10" fmla="*/ 0 w 19"/>
                <a:gd name="T11" fmla="*/ 2 h 9"/>
              </a:gdLst>
              <a:ahLst/>
              <a:cxnLst>
                <a:cxn ang="0">
                  <a:pos x="T0" y="T1"/>
                </a:cxn>
                <a:cxn ang="0">
                  <a:pos x="T2" y="T3"/>
                </a:cxn>
                <a:cxn ang="0">
                  <a:pos x="T4" y="T5"/>
                </a:cxn>
                <a:cxn ang="0">
                  <a:pos x="T6" y="T7"/>
                </a:cxn>
                <a:cxn ang="0">
                  <a:pos x="T8" y="T9"/>
                </a:cxn>
                <a:cxn ang="0">
                  <a:pos x="T10" y="T11"/>
                </a:cxn>
              </a:cxnLst>
              <a:rect l="0" t="0" r="r" b="b"/>
              <a:pathLst>
                <a:path w="19" h="9">
                  <a:moveTo>
                    <a:pt x="0" y="2"/>
                  </a:moveTo>
                  <a:lnTo>
                    <a:pt x="2" y="8"/>
                  </a:lnTo>
                  <a:lnTo>
                    <a:pt x="19" y="9"/>
                  </a:lnTo>
                  <a:lnTo>
                    <a:pt x="14" y="3"/>
                  </a:lnTo>
                  <a:lnTo>
                    <a:pt x="14" y="0"/>
                  </a:lnTo>
                  <a:lnTo>
                    <a:pt x="0" y="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96" name="Freeform 62">
              <a:extLst>
                <a:ext uri="{FF2B5EF4-FFF2-40B4-BE49-F238E27FC236}">
                  <a16:creationId xmlns:a16="http://schemas.microsoft.com/office/drawing/2014/main" id="{10DCCC4C-3A34-D88A-C211-03089AECD5A1}"/>
                </a:ext>
              </a:extLst>
            </p:cNvPr>
            <p:cNvSpPr>
              <a:spLocks noChangeAspect="1"/>
            </p:cNvSpPr>
            <p:nvPr/>
          </p:nvSpPr>
          <p:spPr bwMode="auto">
            <a:xfrm>
              <a:off x="372" y="2524"/>
              <a:ext cx="4" cy="3"/>
            </a:xfrm>
            <a:custGeom>
              <a:avLst/>
              <a:gdLst>
                <a:gd name="T0" fmla="*/ 0 w 17"/>
                <a:gd name="T1" fmla="*/ 0 h 18"/>
                <a:gd name="T2" fmla="*/ 0 w 17"/>
                <a:gd name="T3" fmla="*/ 4 h 18"/>
                <a:gd name="T4" fmla="*/ 5 w 17"/>
                <a:gd name="T5" fmla="*/ 7 h 18"/>
                <a:gd name="T6" fmla="*/ 9 w 17"/>
                <a:gd name="T7" fmla="*/ 18 h 18"/>
                <a:gd name="T8" fmla="*/ 17 w 17"/>
                <a:gd name="T9" fmla="*/ 16 h 18"/>
                <a:gd name="T10" fmla="*/ 15 w 17"/>
                <a:gd name="T11" fmla="*/ 9 h 18"/>
                <a:gd name="T12" fmla="*/ 0 w 1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0" y="0"/>
                  </a:moveTo>
                  <a:lnTo>
                    <a:pt x="0" y="4"/>
                  </a:lnTo>
                  <a:lnTo>
                    <a:pt x="5" y="7"/>
                  </a:lnTo>
                  <a:lnTo>
                    <a:pt x="9" y="18"/>
                  </a:lnTo>
                  <a:lnTo>
                    <a:pt x="17" y="16"/>
                  </a:lnTo>
                  <a:lnTo>
                    <a:pt x="15" y="9"/>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97" name="Freeform 63">
              <a:extLst>
                <a:ext uri="{FF2B5EF4-FFF2-40B4-BE49-F238E27FC236}">
                  <a16:creationId xmlns:a16="http://schemas.microsoft.com/office/drawing/2014/main" id="{E7402D8B-00FB-76A6-B8B5-36131E42B05C}"/>
                </a:ext>
              </a:extLst>
            </p:cNvPr>
            <p:cNvSpPr>
              <a:spLocks noChangeAspect="1"/>
            </p:cNvSpPr>
            <p:nvPr/>
          </p:nvSpPr>
          <p:spPr bwMode="auto">
            <a:xfrm>
              <a:off x="371" y="2531"/>
              <a:ext cx="2" cy="4"/>
            </a:xfrm>
            <a:custGeom>
              <a:avLst/>
              <a:gdLst>
                <a:gd name="T0" fmla="*/ 0 w 14"/>
                <a:gd name="T1" fmla="*/ 0 h 22"/>
                <a:gd name="T2" fmla="*/ 7 w 14"/>
                <a:gd name="T3" fmla="*/ 21 h 22"/>
                <a:gd name="T4" fmla="*/ 14 w 14"/>
                <a:gd name="T5" fmla="*/ 22 h 22"/>
                <a:gd name="T6" fmla="*/ 0 w 14"/>
                <a:gd name="T7" fmla="*/ 0 h 22"/>
              </a:gdLst>
              <a:ahLst/>
              <a:cxnLst>
                <a:cxn ang="0">
                  <a:pos x="T0" y="T1"/>
                </a:cxn>
                <a:cxn ang="0">
                  <a:pos x="T2" y="T3"/>
                </a:cxn>
                <a:cxn ang="0">
                  <a:pos x="T4" y="T5"/>
                </a:cxn>
                <a:cxn ang="0">
                  <a:pos x="T6" y="T7"/>
                </a:cxn>
              </a:cxnLst>
              <a:rect l="0" t="0" r="r" b="b"/>
              <a:pathLst>
                <a:path w="14" h="22">
                  <a:moveTo>
                    <a:pt x="0" y="0"/>
                  </a:moveTo>
                  <a:lnTo>
                    <a:pt x="7" y="21"/>
                  </a:lnTo>
                  <a:lnTo>
                    <a:pt x="14" y="22"/>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98" name="Freeform 64">
              <a:extLst>
                <a:ext uri="{FF2B5EF4-FFF2-40B4-BE49-F238E27FC236}">
                  <a16:creationId xmlns:a16="http://schemas.microsoft.com/office/drawing/2014/main" id="{D5FE9514-77E7-7C24-D279-E591E01E671C}"/>
                </a:ext>
              </a:extLst>
            </p:cNvPr>
            <p:cNvSpPr>
              <a:spLocks noChangeAspect="1"/>
            </p:cNvSpPr>
            <p:nvPr/>
          </p:nvSpPr>
          <p:spPr bwMode="auto">
            <a:xfrm>
              <a:off x="512" y="2415"/>
              <a:ext cx="97" cy="76"/>
            </a:xfrm>
            <a:custGeom>
              <a:avLst/>
              <a:gdLst>
                <a:gd name="T0" fmla="*/ 541 w 546"/>
                <a:gd name="T1" fmla="*/ 185 h 430"/>
                <a:gd name="T2" fmla="*/ 540 w 546"/>
                <a:gd name="T3" fmla="*/ 220 h 430"/>
                <a:gd name="T4" fmla="*/ 539 w 546"/>
                <a:gd name="T5" fmla="*/ 226 h 430"/>
                <a:gd name="T6" fmla="*/ 539 w 546"/>
                <a:gd name="T7" fmla="*/ 233 h 430"/>
                <a:gd name="T8" fmla="*/ 538 w 546"/>
                <a:gd name="T9" fmla="*/ 263 h 430"/>
                <a:gd name="T10" fmla="*/ 538 w 546"/>
                <a:gd name="T11" fmla="*/ 272 h 430"/>
                <a:gd name="T12" fmla="*/ 537 w 546"/>
                <a:gd name="T13" fmla="*/ 294 h 430"/>
                <a:gd name="T14" fmla="*/ 535 w 546"/>
                <a:gd name="T15" fmla="*/ 318 h 430"/>
                <a:gd name="T16" fmla="*/ 534 w 546"/>
                <a:gd name="T17" fmla="*/ 357 h 430"/>
                <a:gd name="T18" fmla="*/ 534 w 546"/>
                <a:gd name="T19" fmla="*/ 368 h 430"/>
                <a:gd name="T20" fmla="*/ 533 w 546"/>
                <a:gd name="T21" fmla="*/ 390 h 430"/>
                <a:gd name="T22" fmla="*/ 532 w 546"/>
                <a:gd name="T23" fmla="*/ 417 h 430"/>
                <a:gd name="T24" fmla="*/ 487 w 546"/>
                <a:gd name="T25" fmla="*/ 428 h 430"/>
                <a:gd name="T26" fmla="*/ 459 w 546"/>
                <a:gd name="T27" fmla="*/ 425 h 430"/>
                <a:gd name="T28" fmla="*/ 435 w 546"/>
                <a:gd name="T29" fmla="*/ 424 h 430"/>
                <a:gd name="T30" fmla="*/ 382 w 546"/>
                <a:gd name="T31" fmla="*/ 422 h 430"/>
                <a:gd name="T32" fmla="*/ 312 w 546"/>
                <a:gd name="T33" fmla="*/ 418 h 430"/>
                <a:gd name="T34" fmla="*/ 291 w 546"/>
                <a:gd name="T35" fmla="*/ 416 h 430"/>
                <a:gd name="T36" fmla="*/ 250 w 546"/>
                <a:gd name="T37" fmla="*/ 413 h 430"/>
                <a:gd name="T38" fmla="*/ 231 w 546"/>
                <a:gd name="T39" fmla="*/ 411 h 430"/>
                <a:gd name="T40" fmla="*/ 124 w 546"/>
                <a:gd name="T41" fmla="*/ 401 h 430"/>
                <a:gd name="T42" fmla="*/ 119 w 546"/>
                <a:gd name="T43" fmla="*/ 401 h 430"/>
                <a:gd name="T44" fmla="*/ 70 w 546"/>
                <a:gd name="T45" fmla="*/ 396 h 430"/>
                <a:gd name="T46" fmla="*/ 29 w 546"/>
                <a:gd name="T47" fmla="*/ 393 h 430"/>
                <a:gd name="T48" fmla="*/ 0 w 546"/>
                <a:gd name="T49" fmla="*/ 389 h 430"/>
                <a:gd name="T50" fmla="*/ 6 w 546"/>
                <a:gd name="T51" fmla="*/ 341 h 430"/>
                <a:gd name="T52" fmla="*/ 10 w 546"/>
                <a:gd name="T53" fmla="*/ 304 h 430"/>
                <a:gd name="T54" fmla="*/ 13 w 546"/>
                <a:gd name="T55" fmla="*/ 276 h 430"/>
                <a:gd name="T56" fmla="*/ 16 w 546"/>
                <a:gd name="T57" fmla="*/ 243 h 430"/>
                <a:gd name="T58" fmla="*/ 21 w 546"/>
                <a:gd name="T59" fmla="*/ 195 h 430"/>
                <a:gd name="T60" fmla="*/ 27 w 546"/>
                <a:gd name="T61" fmla="*/ 147 h 430"/>
                <a:gd name="T62" fmla="*/ 28 w 546"/>
                <a:gd name="T63" fmla="*/ 131 h 430"/>
                <a:gd name="T64" fmla="*/ 31 w 546"/>
                <a:gd name="T65" fmla="*/ 98 h 430"/>
                <a:gd name="T66" fmla="*/ 36 w 546"/>
                <a:gd name="T67" fmla="*/ 56 h 430"/>
                <a:gd name="T68" fmla="*/ 39 w 546"/>
                <a:gd name="T69" fmla="*/ 34 h 430"/>
                <a:gd name="T70" fmla="*/ 41 w 546"/>
                <a:gd name="T71" fmla="*/ 14 h 430"/>
                <a:gd name="T72" fmla="*/ 60 w 546"/>
                <a:gd name="T73" fmla="*/ 3 h 430"/>
                <a:gd name="T74" fmla="*/ 124 w 546"/>
                <a:gd name="T75" fmla="*/ 9 h 430"/>
                <a:gd name="T76" fmla="*/ 163 w 546"/>
                <a:gd name="T77" fmla="*/ 12 h 430"/>
                <a:gd name="T78" fmla="*/ 198 w 546"/>
                <a:gd name="T79" fmla="*/ 16 h 430"/>
                <a:gd name="T80" fmla="*/ 226 w 546"/>
                <a:gd name="T81" fmla="*/ 18 h 430"/>
                <a:gd name="T82" fmla="*/ 239 w 546"/>
                <a:gd name="T83" fmla="*/ 20 h 430"/>
                <a:gd name="T84" fmla="*/ 247 w 546"/>
                <a:gd name="T85" fmla="*/ 21 h 430"/>
                <a:gd name="T86" fmla="*/ 257 w 546"/>
                <a:gd name="T87" fmla="*/ 22 h 430"/>
                <a:gd name="T88" fmla="*/ 313 w 546"/>
                <a:gd name="T89" fmla="*/ 26 h 430"/>
                <a:gd name="T90" fmla="*/ 325 w 546"/>
                <a:gd name="T91" fmla="*/ 27 h 430"/>
                <a:gd name="T92" fmla="*/ 343 w 546"/>
                <a:gd name="T93" fmla="*/ 28 h 430"/>
                <a:gd name="T94" fmla="*/ 402 w 546"/>
                <a:gd name="T95" fmla="*/ 32 h 430"/>
                <a:gd name="T96" fmla="*/ 437 w 546"/>
                <a:gd name="T97" fmla="*/ 33 h 430"/>
                <a:gd name="T98" fmla="*/ 503 w 546"/>
                <a:gd name="T99" fmla="*/ 36 h 430"/>
                <a:gd name="T100" fmla="*/ 546 w 546"/>
                <a:gd name="T101" fmla="*/ 39 h 430"/>
                <a:gd name="T102" fmla="*/ 545 w 546"/>
                <a:gd name="T103" fmla="*/ 68 h 430"/>
                <a:gd name="T104" fmla="*/ 545 w 546"/>
                <a:gd name="T105" fmla="*/ 87 h 430"/>
                <a:gd name="T106" fmla="*/ 544 w 546"/>
                <a:gd name="T107" fmla="*/ 102 h 430"/>
                <a:gd name="T108" fmla="*/ 541 w 546"/>
                <a:gd name="T109" fmla="*/ 178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46" h="430">
                  <a:moveTo>
                    <a:pt x="541" y="178"/>
                  </a:moveTo>
                  <a:lnTo>
                    <a:pt x="541" y="185"/>
                  </a:lnTo>
                  <a:lnTo>
                    <a:pt x="540" y="197"/>
                  </a:lnTo>
                  <a:lnTo>
                    <a:pt x="540" y="220"/>
                  </a:lnTo>
                  <a:lnTo>
                    <a:pt x="540" y="221"/>
                  </a:lnTo>
                  <a:lnTo>
                    <a:pt x="539" y="226"/>
                  </a:lnTo>
                  <a:lnTo>
                    <a:pt x="539" y="228"/>
                  </a:lnTo>
                  <a:lnTo>
                    <a:pt x="539" y="233"/>
                  </a:lnTo>
                  <a:lnTo>
                    <a:pt x="539" y="254"/>
                  </a:lnTo>
                  <a:lnTo>
                    <a:pt x="538" y="263"/>
                  </a:lnTo>
                  <a:lnTo>
                    <a:pt x="538" y="270"/>
                  </a:lnTo>
                  <a:lnTo>
                    <a:pt x="538" y="272"/>
                  </a:lnTo>
                  <a:lnTo>
                    <a:pt x="537" y="288"/>
                  </a:lnTo>
                  <a:lnTo>
                    <a:pt x="537" y="294"/>
                  </a:lnTo>
                  <a:lnTo>
                    <a:pt x="537" y="305"/>
                  </a:lnTo>
                  <a:lnTo>
                    <a:pt x="535" y="318"/>
                  </a:lnTo>
                  <a:lnTo>
                    <a:pt x="535" y="332"/>
                  </a:lnTo>
                  <a:lnTo>
                    <a:pt x="534" y="357"/>
                  </a:lnTo>
                  <a:lnTo>
                    <a:pt x="534" y="366"/>
                  </a:lnTo>
                  <a:lnTo>
                    <a:pt x="534" y="368"/>
                  </a:lnTo>
                  <a:lnTo>
                    <a:pt x="534" y="380"/>
                  </a:lnTo>
                  <a:lnTo>
                    <a:pt x="533" y="390"/>
                  </a:lnTo>
                  <a:lnTo>
                    <a:pt x="533" y="405"/>
                  </a:lnTo>
                  <a:lnTo>
                    <a:pt x="532" y="417"/>
                  </a:lnTo>
                  <a:lnTo>
                    <a:pt x="532" y="430"/>
                  </a:lnTo>
                  <a:lnTo>
                    <a:pt x="487" y="428"/>
                  </a:lnTo>
                  <a:lnTo>
                    <a:pt x="478" y="426"/>
                  </a:lnTo>
                  <a:lnTo>
                    <a:pt x="459" y="425"/>
                  </a:lnTo>
                  <a:lnTo>
                    <a:pt x="453" y="425"/>
                  </a:lnTo>
                  <a:lnTo>
                    <a:pt x="435" y="424"/>
                  </a:lnTo>
                  <a:lnTo>
                    <a:pt x="431" y="424"/>
                  </a:lnTo>
                  <a:lnTo>
                    <a:pt x="382" y="422"/>
                  </a:lnTo>
                  <a:lnTo>
                    <a:pt x="354" y="420"/>
                  </a:lnTo>
                  <a:lnTo>
                    <a:pt x="312" y="418"/>
                  </a:lnTo>
                  <a:lnTo>
                    <a:pt x="295" y="416"/>
                  </a:lnTo>
                  <a:lnTo>
                    <a:pt x="291" y="416"/>
                  </a:lnTo>
                  <a:lnTo>
                    <a:pt x="252" y="413"/>
                  </a:lnTo>
                  <a:lnTo>
                    <a:pt x="250" y="413"/>
                  </a:lnTo>
                  <a:lnTo>
                    <a:pt x="240" y="412"/>
                  </a:lnTo>
                  <a:lnTo>
                    <a:pt x="231" y="411"/>
                  </a:lnTo>
                  <a:lnTo>
                    <a:pt x="195" y="408"/>
                  </a:lnTo>
                  <a:lnTo>
                    <a:pt x="124" y="401"/>
                  </a:lnTo>
                  <a:lnTo>
                    <a:pt x="121" y="401"/>
                  </a:lnTo>
                  <a:lnTo>
                    <a:pt x="119" y="401"/>
                  </a:lnTo>
                  <a:lnTo>
                    <a:pt x="118" y="401"/>
                  </a:lnTo>
                  <a:lnTo>
                    <a:pt x="70" y="396"/>
                  </a:lnTo>
                  <a:lnTo>
                    <a:pt x="51" y="394"/>
                  </a:lnTo>
                  <a:lnTo>
                    <a:pt x="29" y="393"/>
                  </a:lnTo>
                  <a:lnTo>
                    <a:pt x="23" y="392"/>
                  </a:lnTo>
                  <a:lnTo>
                    <a:pt x="0" y="389"/>
                  </a:lnTo>
                  <a:lnTo>
                    <a:pt x="6" y="342"/>
                  </a:lnTo>
                  <a:lnTo>
                    <a:pt x="6" y="341"/>
                  </a:lnTo>
                  <a:lnTo>
                    <a:pt x="9" y="316"/>
                  </a:lnTo>
                  <a:lnTo>
                    <a:pt x="10" y="304"/>
                  </a:lnTo>
                  <a:lnTo>
                    <a:pt x="11" y="292"/>
                  </a:lnTo>
                  <a:lnTo>
                    <a:pt x="13" y="276"/>
                  </a:lnTo>
                  <a:lnTo>
                    <a:pt x="13" y="266"/>
                  </a:lnTo>
                  <a:lnTo>
                    <a:pt x="16" y="243"/>
                  </a:lnTo>
                  <a:lnTo>
                    <a:pt x="18" y="219"/>
                  </a:lnTo>
                  <a:lnTo>
                    <a:pt x="21" y="195"/>
                  </a:lnTo>
                  <a:lnTo>
                    <a:pt x="25" y="159"/>
                  </a:lnTo>
                  <a:lnTo>
                    <a:pt x="27" y="147"/>
                  </a:lnTo>
                  <a:lnTo>
                    <a:pt x="28" y="135"/>
                  </a:lnTo>
                  <a:lnTo>
                    <a:pt x="28" y="131"/>
                  </a:lnTo>
                  <a:lnTo>
                    <a:pt x="30" y="110"/>
                  </a:lnTo>
                  <a:lnTo>
                    <a:pt x="31" y="98"/>
                  </a:lnTo>
                  <a:lnTo>
                    <a:pt x="34" y="76"/>
                  </a:lnTo>
                  <a:lnTo>
                    <a:pt x="36" y="56"/>
                  </a:lnTo>
                  <a:lnTo>
                    <a:pt x="39" y="38"/>
                  </a:lnTo>
                  <a:lnTo>
                    <a:pt x="39" y="34"/>
                  </a:lnTo>
                  <a:lnTo>
                    <a:pt x="40" y="26"/>
                  </a:lnTo>
                  <a:lnTo>
                    <a:pt x="41" y="14"/>
                  </a:lnTo>
                  <a:lnTo>
                    <a:pt x="42" y="0"/>
                  </a:lnTo>
                  <a:lnTo>
                    <a:pt x="60" y="3"/>
                  </a:lnTo>
                  <a:lnTo>
                    <a:pt x="105" y="8"/>
                  </a:lnTo>
                  <a:lnTo>
                    <a:pt x="124" y="9"/>
                  </a:lnTo>
                  <a:lnTo>
                    <a:pt x="144" y="11"/>
                  </a:lnTo>
                  <a:lnTo>
                    <a:pt x="163" y="12"/>
                  </a:lnTo>
                  <a:lnTo>
                    <a:pt x="167" y="14"/>
                  </a:lnTo>
                  <a:lnTo>
                    <a:pt x="198" y="16"/>
                  </a:lnTo>
                  <a:lnTo>
                    <a:pt x="201" y="16"/>
                  </a:lnTo>
                  <a:lnTo>
                    <a:pt x="226" y="18"/>
                  </a:lnTo>
                  <a:lnTo>
                    <a:pt x="235" y="20"/>
                  </a:lnTo>
                  <a:lnTo>
                    <a:pt x="239" y="20"/>
                  </a:lnTo>
                  <a:lnTo>
                    <a:pt x="241" y="20"/>
                  </a:lnTo>
                  <a:lnTo>
                    <a:pt x="247" y="21"/>
                  </a:lnTo>
                  <a:lnTo>
                    <a:pt x="249" y="21"/>
                  </a:lnTo>
                  <a:lnTo>
                    <a:pt x="257" y="22"/>
                  </a:lnTo>
                  <a:lnTo>
                    <a:pt x="301" y="24"/>
                  </a:lnTo>
                  <a:lnTo>
                    <a:pt x="313" y="26"/>
                  </a:lnTo>
                  <a:lnTo>
                    <a:pt x="316" y="26"/>
                  </a:lnTo>
                  <a:lnTo>
                    <a:pt x="325" y="27"/>
                  </a:lnTo>
                  <a:lnTo>
                    <a:pt x="339" y="28"/>
                  </a:lnTo>
                  <a:lnTo>
                    <a:pt x="343" y="28"/>
                  </a:lnTo>
                  <a:lnTo>
                    <a:pt x="360" y="29"/>
                  </a:lnTo>
                  <a:lnTo>
                    <a:pt x="402" y="32"/>
                  </a:lnTo>
                  <a:lnTo>
                    <a:pt x="433" y="33"/>
                  </a:lnTo>
                  <a:lnTo>
                    <a:pt x="437" y="33"/>
                  </a:lnTo>
                  <a:lnTo>
                    <a:pt x="450" y="34"/>
                  </a:lnTo>
                  <a:lnTo>
                    <a:pt x="503" y="36"/>
                  </a:lnTo>
                  <a:lnTo>
                    <a:pt x="505" y="36"/>
                  </a:lnTo>
                  <a:lnTo>
                    <a:pt x="546" y="39"/>
                  </a:lnTo>
                  <a:lnTo>
                    <a:pt x="546" y="63"/>
                  </a:lnTo>
                  <a:lnTo>
                    <a:pt x="545" y="68"/>
                  </a:lnTo>
                  <a:lnTo>
                    <a:pt x="545" y="75"/>
                  </a:lnTo>
                  <a:lnTo>
                    <a:pt x="545" y="87"/>
                  </a:lnTo>
                  <a:lnTo>
                    <a:pt x="545" y="93"/>
                  </a:lnTo>
                  <a:lnTo>
                    <a:pt x="544" y="102"/>
                  </a:lnTo>
                  <a:lnTo>
                    <a:pt x="543" y="136"/>
                  </a:lnTo>
                  <a:lnTo>
                    <a:pt x="541" y="17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299" name="Freeform 65">
              <a:extLst>
                <a:ext uri="{FF2B5EF4-FFF2-40B4-BE49-F238E27FC236}">
                  <a16:creationId xmlns:a16="http://schemas.microsoft.com/office/drawing/2014/main" id="{DCFFF6F2-1C6B-DA65-6C92-4B4C3B931F1F}"/>
                </a:ext>
              </a:extLst>
            </p:cNvPr>
            <p:cNvSpPr>
              <a:spLocks noChangeAspect="1"/>
            </p:cNvSpPr>
            <p:nvPr/>
          </p:nvSpPr>
          <p:spPr bwMode="auto">
            <a:xfrm>
              <a:off x="452" y="2267"/>
              <a:ext cx="140" cy="85"/>
            </a:xfrm>
            <a:custGeom>
              <a:avLst/>
              <a:gdLst>
                <a:gd name="T0" fmla="*/ 78 w 787"/>
                <a:gd name="T1" fmla="*/ 348 h 480"/>
                <a:gd name="T2" fmla="*/ 57 w 787"/>
                <a:gd name="T3" fmla="*/ 341 h 480"/>
                <a:gd name="T4" fmla="*/ 85 w 787"/>
                <a:gd name="T5" fmla="*/ 253 h 480"/>
                <a:gd name="T6" fmla="*/ 90 w 787"/>
                <a:gd name="T7" fmla="*/ 239 h 480"/>
                <a:gd name="T8" fmla="*/ 79 w 787"/>
                <a:gd name="T9" fmla="*/ 239 h 480"/>
                <a:gd name="T10" fmla="*/ 71 w 787"/>
                <a:gd name="T11" fmla="*/ 236 h 480"/>
                <a:gd name="T12" fmla="*/ 69 w 787"/>
                <a:gd name="T13" fmla="*/ 228 h 480"/>
                <a:gd name="T14" fmla="*/ 61 w 787"/>
                <a:gd name="T15" fmla="*/ 229 h 480"/>
                <a:gd name="T16" fmla="*/ 54 w 787"/>
                <a:gd name="T17" fmla="*/ 206 h 480"/>
                <a:gd name="T18" fmla="*/ 35 w 787"/>
                <a:gd name="T19" fmla="*/ 173 h 480"/>
                <a:gd name="T20" fmla="*/ 9 w 787"/>
                <a:gd name="T21" fmla="*/ 150 h 480"/>
                <a:gd name="T22" fmla="*/ 12 w 787"/>
                <a:gd name="T23" fmla="*/ 140 h 480"/>
                <a:gd name="T24" fmla="*/ 0 w 787"/>
                <a:gd name="T25" fmla="*/ 96 h 480"/>
                <a:gd name="T26" fmla="*/ 3 w 787"/>
                <a:gd name="T27" fmla="*/ 73 h 480"/>
                <a:gd name="T28" fmla="*/ 8 w 787"/>
                <a:gd name="T29" fmla="*/ 47 h 480"/>
                <a:gd name="T30" fmla="*/ 17 w 787"/>
                <a:gd name="T31" fmla="*/ 2 h 480"/>
                <a:gd name="T32" fmla="*/ 101 w 787"/>
                <a:gd name="T33" fmla="*/ 14 h 480"/>
                <a:gd name="T34" fmla="*/ 263 w 787"/>
                <a:gd name="T35" fmla="*/ 40 h 480"/>
                <a:gd name="T36" fmla="*/ 356 w 787"/>
                <a:gd name="T37" fmla="*/ 53 h 480"/>
                <a:gd name="T38" fmla="*/ 437 w 787"/>
                <a:gd name="T39" fmla="*/ 62 h 480"/>
                <a:gd name="T40" fmla="*/ 584 w 787"/>
                <a:gd name="T41" fmla="*/ 77 h 480"/>
                <a:gd name="T42" fmla="*/ 721 w 787"/>
                <a:gd name="T43" fmla="*/ 88 h 480"/>
                <a:gd name="T44" fmla="*/ 785 w 787"/>
                <a:gd name="T45" fmla="*/ 116 h 480"/>
                <a:gd name="T46" fmla="*/ 785 w 787"/>
                <a:gd name="T47" fmla="*/ 127 h 480"/>
                <a:gd name="T48" fmla="*/ 783 w 787"/>
                <a:gd name="T49" fmla="*/ 150 h 480"/>
                <a:gd name="T50" fmla="*/ 781 w 787"/>
                <a:gd name="T51" fmla="*/ 187 h 480"/>
                <a:gd name="T52" fmla="*/ 780 w 787"/>
                <a:gd name="T53" fmla="*/ 211 h 480"/>
                <a:gd name="T54" fmla="*/ 777 w 787"/>
                <a:gd name="T55" fmla="*/ 247 h 480"/>
                <a:gd name="T56" fmla="*/ 776 w 787"/>
                <a:gd name="T57" fmla="*/ 270 h 480"/>
                <a:gd name="T58" fmla="*/ 773 w 787"/>
                <a:gd name="T59" fmla="*/ 317 h 480"/>
                <a:gd name="T60" fmla="*/ 773 w 787"/>
                <a:gd name="T61" fmla="*/ 330 h 480"/>
                <a:gd name="T62" fmla="*/ 771 w 787"/>
                <a:gd name="T63" fmla="*/ 354 h 480"/>
                <a:gd name="T64" fmla="*/ 769 w 787"/>
                <a:gd name="T65" fmla="*/ 384 h 480"/>
                <a:gd name="T66" fmla="*/ 768 w 787"/>
                <a:gd name="T67" fmla="*/ 402 h 480"/>
                <a:gd name="T68" fmla="*/ 765 w 787"/>
                <a:gd name="T69" fmla="*/ 454 h 480"/>
                <a:gd name="T70" fmla="*/ 763 w 787"/>
                <a:gd name="T71" fmla="*/ 474 h 480"/>
                <a:gd name="T72" fmla="*/ 710 w 787"/>
                <a:gd name="T73" fmla="*/ 470 h 480"/>
                <a:gd name="T74" fmla="*/ 692 w 787"/>
                <a:gd name="T75" fmla="*/ 469 h 480"/>
                <a:gd name="T76" fmla="*/ 631 w 787"/>
                <a:gd name="T77" fmla="*/ 466 h 480"/>
                <a:gd name="T78" fmla="*/ 621 w 787"/>
                <a:gd name="T79" fmla="*/ 464 h 480"/>
                <a:gd name="T80" fmla="*/ 563 w 787"/>
                <a:gd name="T81" fmla="*/ 460 h 480"/>
                <a:gd name="T82" fmla="*/ 500 w 787"/>
                <a:gd name="T83" fmla="*/ 454 h 480"/>
                <a:gd name="T84" fmla="*/ 469 w 787"/>
                <a:gd name="T85" fmla="*/ 450 h 480"/>
                <a:gd name="T86" fmla="*/ 452 w 787"/>
                <a:gd name="T87" fmla="*/ 449 h 480"/>
                <a:gd name="T88" fmla="*/ 417 w 787"/>
                <a:gd name="T89" fmla="*/ 444 h 480"/>
                <a:gd name="T90" fmla="*/ 368 w 787"/>
                <a:gd name="T91" fmla="*/ 439 h 480"/>
                <a:gd name="T92" fmla="*/ 331 w 787"/>
                <a:gd name="T93" fmla="*/ 436 h 480"/>
                <a:gd name="T94" fmla="*/ 282 w 787"/>
                <a:gd name="T95" fmla="*/ 461 h 480"/>
                <a:gd name="T96" fmla="*/ 281 w 787"/>
                <a:gd name="T97" fmla="*/ 480 h 480"/>
                <a:gd name="T98" fmla="*/ 275 w 787"/>
                <a:gd name="T99" fmla="*/ 476 h 480"/>
                <a:gd name="T100" fmla="*/ 261 w 787"/>
                <a:gd name="T101" fmla="*/ 450 h 480"/>
                <a:gd name="T102" fmla="*/ 254 w 787"/>
                <a:gd name="T103" fmla="*/ 454 h 480"/>
                <a:gd name="T104" fmla="*/ 251 w 787"/>
                <a:gd name="T105" fmla="*/ 469 h 480"/>
                <a:gd name="T106" fmla="*/ 207 w 787"/>
                <a:gd name="T107" fmla="*/ 464 h 480"/>
                <a:gd name="T108" fmla="*/ 192 w 787"/>
                <a:gd name="T109" fmla="*/ 464 h 480"/>
                <a:gd name="T110" fmla="*/ 165 w 787"/>
                <a:gd name="T111" fmla="*/ 461 h 480"/>
                <a:gd name="T112" fmla="*/ 158 w 787"/>
                <a:gd name="T113" fmla="*/ 473 h 480"/>
                <a:gd name="T114" fmla="*/ 147 w 787"/>
                <a:gd name="T115" fmla="*/ 463 h 480"/>
                <a:gd name="T116" fmla="*/ 122 w 787"/>
                <a:gd name="T117" fmla="*/ 418 h 480"/>
                <a:gd name="T118" fmla="*/ 102 w 787"/>
                <a:gd name="T119" fmla="*/ 335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7" h="480">
                  <a:moveTo>
                    <a:pt x="102" y="335"/>
                  </a:moveTo>
                  <a:lnTo>
                    <a:pt x="78" y="348"/>
                  </a:lnTo>
                  <a:lnTo>
                    <a:pt x="69" y="349"/>
                  </a:lnTo>
                  <a:lnTo>
                    <a:pt x="57" y="341"/>
                  </a:lnTo>
                  <a:lnTo>
                    <a:pt x="83" y="253"/>
                  </a:lnTo>
                  <a:lnTo>
                    <a:pt x="85" y="253"/>
                  </a:lnTo>
                  <a:lnTo>
                    <a:pt x="90" y="242"/>
                  </a:lnTo>
                  <a:lnTo>
                    <a:pt x="90" y="239"/>
                  </a:lnTo>
                  <a:lnTo>
                    <a:pt x="87" y="238"/>
                  </a:lnTo>
                  <a:lnTo>
                    <a:pt x="79" y="239"/>
                  </a:lnTo>
                  <a:lnTo>
                    <a:pt x="73" y="239"/>
                  </a:lnTo>
                  <a:lnTo>
                    <a:pt x="71" y="236"/>
                  </a:lnTo>
                  <a:lnTo>
                    <a:pt x="72" y="232"/>
                  </a:lnTo>
                  <a:lnTo>
                    <a:pt x="69" y="228"/>
                  </a:lnTo>
                  <a:lnTo>
                    <a:pt x="62" y="232"/>
                  </a:lnTo>
                  <a:lnTo>
                    <a:pt x="61" y="229"/>
                  </a:lnTo>
                  <a:lnTo>
                    <a:pt x="63" y="226"/>
                  </a:lnTo>
                  <a:lnTo>
                    <a:pt x="54" y="206"/>
                  </a:lnTo>
                  <a:lnTo>
                    <a:pt x="48" y="199"/>
                  </a:lnTo>
                  <a:lnTo>
                    <a:pt x="35" y="173"/>
                  </a:lnTo>
                  <a:lnTo>
                    <a:pt x="25" y="168"/>
                  </a:lnTo>
                  <a:lnTo>
                    <a:pt x="9" y="150"/>
                  </a:lnTo>
                  <a:lnTo>
                    <a:pt x="18" y="148"/>
                  </a:lnTo>
                  <a:lnTo>
                    <a:pt x="12" y="140"/>
                  </a:lnTo>
                  <a:lnTo>
                    <a:pt x="14" y="124"/>
                  </a:lnTo>
                  <a:lnTo>
                    <a:pt x="0" y="96"/>
                  </a:lnTo>
                  <a:lnTo>
                    <a:pt x="0" y="94"/>
                  </a:lnTo>
                  <a:lnTo>
                    <a:pt x="3" y="73"/>
                  </a:lnTo>
                  <a:lnTo>
                    <a:pt x="8" y="50"/>
                  </a:lnTo>
                  <a:lnTo>
                    <a:pt x="8" y="47"/>
                  </a:lnTo>
                  <a:lnTo>
                    <a:pt x="14" y="12"/>
                  </a:lnTo>
                  <a:lnTo>
                    <a:pt x="17" y="2"/>
                  </a:lnTo>
                  <a:lnTo>
                    <a:pt x="17" y="0"/>
                  </a:lnTo>
                  <a:lnTo>
                    <a:pt x="101" y="14"/>
                  </a:lnTo>
                  <a:lnTo>
                    <a:pt x="143" y="22"/>
                  </a:lnTo>
                  <a:lnTo>
                    <a:pt x="263" y="40"/>
                  </a:lnTo>
                  <a:lnTo>
                    <a:pt x="321" y="48"/>
                  </a:lnTo>
                  <a:lnTo>
                    <a:pt x="356" y="53"/>
                  </a:lnTo>
                  <a:lnTo>
                    <a:pt x="404" y="59"/>
                  </a:lnTo>
                  <a:lnTo>
                    <a:pt x="437" y="62"/>
                  </a:lnTo>
                  <a:lnTo>
                    <a:pt x="517" y="71"/>
                  </a:lnTo>
                  <a:lnTo>
                    <a:pt x="584" y="77"/>
                  </a:lnTo>
                  <a:lnTo>
                    <a:pt x="654" y="83"/>
                  </a:lnTo>
                  <a:lnTo>
                    <a:pt x="721" y="88"/>
                  </a:lnTo>
                  <a:lnTo>
                    <a:pt x="787" y="92"/>
                  </a:lnTo>
                  <a:lnTo>
                    <a:pt x="785" y="116"/>
                  </a:lnTo>
                  <a:lnTo>
                    <a:pt x="785" y="124"/>
                  </a:lnTo>
                  <a:lnTo>
                    <a:pt x="785" y="127"/>
                  </a:lnTo>
                  <a:lnTo>
                    <a:pt x="783" y="139"/>
                  </a:lnTo>
                  <a:lnTo>
                    <a:pt x="783" y="150"/>
                  </a:lnTo>
                  <a:lnTo>
                    <a:pt x="782" y="175"/>
                  </a:lnTo>
                  <a:lnTo>
                    <a:pt x="781" y="187"/>
                  </a:lnTo>
                  <a:lnTo>
                    <a:pt x="781" y="199"/>
                  </a:lnTo>
                  <a:lnTo>
                    <a:pt x="780" y="211"/>
                  </a:lnTo>
                  <a:lnTo>
                    <a:pt x="777" y="245"/>
                  </a:lnTo>
                  <a:lnTo>
                    <a:pt x="777" y="247"/>
                  </a:lnTo>
                  <a:lnTo>
                    <a:pt x="777" y="251"/>
                  </a:lnTo>
                  <a:lnTo>
                    <a:pt x="776" y="270"/>
                  </a:lnTo>
                  <a:lnTo>
                    <a:pt x="774" y="306"/>
                  </a:lnTo>
                  <a:lnTo>
                    <a:pt x="773" y="317"/>
                  </a:lnTo>
                  <a:lnTo>
                    <a:pt x="773" y="326"/>
                  </a:lnTo>
                  <a:lnTo>
                    <a:pt x="773" y="330"/>
                  </a:lnTo>
                  <a:lnTo>
                    <a:pt x="771" y="352"/>
                  </a:lnTo>
                  <a:lnTo>
                    <a:pt x="771" y="354"/>
                  </a:lnTo>
                  <a:lnTo>
                    <a:pt x="770" y="368"/>
                  </a:lnTo>
                  <a:lnTo>
                    <a:pt x="769" y="384"/>
                  </a:lnTo>
                  <a:lnTo>
                    <a:pt x="769" y="390"/>
                  </a:lnTo>
                  <a:lnTo>
                    <a:pt x="768" y="402"/>
                  </a:lnTo>
                  <a:lnTo>
                    <a:pt x="765" y="450"/>
                  </a:lnTo>
                  <a:lnTo>
                    <a:pt x="765" y="454"/>
                  </a:lnTo>
                  <a:lnTo>
                    <a:pt x="764" y="474"/>
                  </a:lnTo>
                  <a:lnTo>
                    <a:pt x="763" y="474"/>
                  </a:lnTo>
                  <a:lnTo>
                    <a:pt x="717" y="472"/>
                  </a:lnTo>
                  <a:lnTo>
                    <a:pt x="710" y="470"/>
                  </a:lnTo>
                  <a:lnTo>
                    <a:pt x="696" y="470"/>
                  </a:lnTo>
                  <a:lnTo>
                    <a:pt x="692" y="469"/>
                  </a:lnTo>
                  <a:lnTo>
                    <a:pt x="637" y="466"/>
                  </a:lnTo>
                  <a:lnTo>
                    <a:pt x="631" y="466"/>
                  </a:lnTo>
                  <a:lnTo>
                    <a:pt x="630" y="466"/>
                  </a:lnTo>
                  <a:lnTo>
                    <a:pt x="621" y="464"/>
                  </a:lnTo>
                  <a:lnTo>
                    <a:pt x="613" y="464"/>
                  </a:lnTo>
                  <a:lnTo>
                    <a:pt x="563" y="460"/>
                  </a:lnTo>
                  <a:lnTo>
                    <a:pt x="554" y="458"/>
                  </a:lnTo>
                  <a:lnTo>
                    <a:pt x="500" y="454"/>
                  </a:lnTo>
                  <a:lnTo>
                    <a:pt x="477" y="451"/>
                  </a:lnTo>
                  <a:lnTo>
                    <a:pt x="469" y="450"/>
                  </a:lnTo>
                  <a:lnTo>
                    <a:pt x="461" y="450"/>
                  </a:lnTo>
                  <a:lnTo>
                    <a:pt x="452" y="449"/>
                  </a:lnTo>
                  <a:lnTo>
                    <a:pt x="426" y="446"/>
                  </a:lnTo>
                  <a:lnTo>
                    <a:pt x="417" y="444"/>
                  </a:lnTo>
                  <a:lnTo>
                    <a:pt x="372" y="439"/>
                  </a:lnTo>
                  <a:lnTo>
                    <a:pt x="368" y="439"/>
                  </a:lnTo>
                  <a:lnTo>
                    <a:pt x="359" y="438"/>
                  </a:lnTo>
                  <a:lnTo>
                    <a:pt x="331" y="436"/>
                  </a:lnTo>
                  <a:lnTo>
                    <a:pt x="287" y="430"/>
                  </a:lnTo>
                  <a:lnTo>
                    <a:pt x="282" y="461"/>
                  </a:lnTo>
                  <a:lnTo>
                    <a:pt x="281" y="478"/>
                  </a:lnTo>
                  <a:lnTo>
                    <a:pt x="281" y="480"/>
                  </a:lnTo>
                  <a:lnTo>
                    <a:pt x="277" y="478"/>
                  </a:lnTo>
                  <a:lnTo>
                    <a:pt x="275" y="476"/>
                  </a:lnTo>
                  <a:lnTo>
                    <a:pt x="269" y="461"/>
                  </a:lnTo>
                  <a:lnTo>
                    <a:pt x="261" y="450"/>
                  </a:lnTo>
                  <a:lnTo>
                    <a:pt x="260" y="450"/>
                  </a:lnTo>
                  <a:lnTo>
                    <a:pt x="254" y="454"/>
                  </a:lnTo>
                  <a:lnTo>
                    <a:pt x="251" y="460"/>
                  </a:lnTo>
                  <a:lnTo>
                    <a:pt x="251" y="469"/>
                  </a:lnTo>
                  <a:lnTo>
                    <a:pt x="242" y="467"/>
                  </a:lnTo>
                  <a:lnTo>
                    <a:pt x="207" y="464"/>
                  </a:lnTo>
                  <a:lnTo>
                    <a:pt x="200" y="460"/>
                  </a:lnTo>
                  <a:lnTo>
                    <a:pt x="192" y="464"/>
                  </a:lnTo>
                  <a:lnTo>
                    <a:pt x="181" y="467"/>
                  </a:lnTo>
                  <a:lnTo>
                    <a:pt x="165" y="461"/>
                  </a:lnTo>
                  <a:lnTo>
                    <a:pt x="157" y="467"/>
                  </a:lnTo>
                  <a:lnTo>
                    <a:pt x="158" y="473"/>
                  </a:lnTo>
                  <a:lnTo>
                    <a:pt x="156" y="474"/>
                  </a:lnTo>
                  <a:lnTo>
                    <a:pt x="147" y="463"/>
                  </a:lnTo>
                  <a:lnTo>
                    <a:pt x="143" y="433"/>
                  </a:lnTo>
                  <a:lnTo>
                    <a:pt x="122" y="418"/>
                  </a:lnTo>
                  <a:lnTo>
                    <a:pt x="125" y="407"/>
                  </a:lnTo>
                  <a:lnTo>
                    <a:pt x="102" y="33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0" name="Freeform 66">
              <a:extLst>
                <a:ext uri="{FF2B5EF4-FFF2-40B4-BE49-F238E27FC236}">
                  <a16:creationId xmlns:a16="http://schemas.microsoft.com/office/drawing/2014/main" id="{864A942D-ED6B-2C19-2D69-CE7952F35CEF}"/>
                </a:ext>
              </a:extLst>
            </p:cNvPr>
            <p:cNvSpPr>
              <a:spLocks noChangeAspect="1"/>
            </p:cNvSpPr>
            <p:nvPr/>
          </p:nvSpPr>
          <p:spPr bwMode="auto">
            <a:xfrm>
              <a:off x="373" y="2375"/>
              <a:ext cx="86" cy="133"/>
            </a:xfrm>
            <a:custGeom>
              <a:avLst/>
              <a:gdLst>
                <a:gd name="T0" fmla="*/ 1 w 480"/>
                <a:gd name="T1" fmla="*/ 279 h 746"/>
                <a:gd name="T2" fmla="*/ 4 w 480"/>
                <a:gd name="T3" fmla="*/ 290 h 746"/>
                <a:gd name="T4" fmla="*/ 10 w 480"/>
                <a:gd name="T5" fmla="*/ 298 h 746"/>
                <a:gd name="T6" fmla="*/ 24 w 480"/>
                <a:gd name="T7" fmla="*/ 320 h 746"/>
                <a:gd name="T8" fmla="*/ 40 w 480"/>
                <a:gd name="T9" fmla="*/ 340 h 746"/>
                <a:gd name="T10" fmla="*/ 45 w 480"/>
                <a:gd name="T11" fmla="*/ 346 h 746"/>
                <a:gd name="T12" fmla="*/ 64 w 480"/>
                <a:gd name="T13" fmla="*/ 374 h 746"/>
                <a:gd name="T14" fmla="*/ 93 w 480"/>
                <a:gd name="T15" fmla="*/ 416 h 746"/>
                <a:gd name="T16" fmla="*/ 126 w 480"/>
                <a:gd name="T17" fmla="*/ 461 h 746"/>
                <a:gd name="T18" fmla="*/ 142 w 480"/>
                <a:gd name="T19" fmla="*/ 484 h 746"/>
                <a:gd name="T20" fmla="*/ 169 w 480"/>
                <a:gd name="T21" fmla="*/ 522 h 746"/>
                <a:gd name="T22" fmla="*/ 226 w 480"/>
                <a:gd name="T23" fmla="*/ 602 h 746"/>
                <a:gd name="T24" fmla="*/ 257 w 480"/>
                <a:gd name="T25" fmla="*/ 646 h 746"/>
                <a:gd name="T26" fmla="*/ 288 w 480"/>
                <a:gd name="T27" fmla="*/ 690 h 746"/>
                <a:gd name="T28" fmla="*/ 328 w 480"/>
                <a:gd name="T29" fmla="*/ 746 h 746"/>
                <a:gd name="T30" fmla="*/ 334 w 480"/>
                <a:gd name="T31" fmla="*/ 674 h 746"/>
                <a:gd name="T32" fmla="*/ 336 w 480"/>
                <a:gd name="T33" fmla="*/ 640 h 746"/>
                <a:gd name="T34" fmla="*/ 372 w 480"/>
                <a:gd name="T35" fmla="*/ 653 h 746"/>
                <a:gd name="T36" fmla="*/ 401 w 480"/>
                <a:gd name="T37" fmla="*/ 575 h 746"/>
                <a:gd name="T38" fmla="*/ 405 w 480"/>
                <a:gd name="T39" fmla="*/ 550 h 746"/>
                <a:gd name="T40" fmla="*/ 412 w 480"/>
                <a:gd name="T41" fmla="*/ 502 h 746"/>
                <a:gd name="T42" fmla="*/ 415 w 480"/>
                <a:gd name="T43" fmla="*/ 486 h 746"/>
                <a:gd name="T44" fmla="*/ 423 w 480"/>
                <a:gd name="T45" fmla="*/ 436 h 746"/>
                <a:gd name="T46" fmla="*/ 427 w 480"/>
                <a:gd name="T47" fmla="*/ 408 h 746"/>
                <a:gd name="T48" fmla="*/ 429 w 480"/>
                <a:gd name="T49" fmla="*/ 399 h 746"/>
                <a:gd name="T50" fmla="*/ 442 w 480"/>
                <a:gd name="T51" fmla="*/ 320 h 746"/>
                <a:gd name="T52" fmla="*/ 445 w 480"/>
                <a:gd name="T53" fmla="*/ 296 h 746"/>
                <a:gd name="T54" fmla="*/ 449 w 480"/>
                <a:gd name="T55" fmla="*/ 272 h 746"/>
                <a:gd name="T56" fmla="*/ 455 w 480"/>
                <a:gd name="T57" fmla="*/ 238 h 746"/>
                <a:gd name="T58" fmla="*/ 465 w 480"/>
                <a:gd name="T59" fmla="*/ 176 h 746"/>
                <a:gd name="T60" fmla="*/ 479 w 480"/>
                <a:gd name="T61" fmla="*/ 90 h 746"/>
                <a:gd name="T62" fmla="*/ 467 w 480"/>
                <a:gd name="T63" fmla="*/ 77 h 746"/>
                <a:gd name="T64" fmla="*/ 463 w 480"/>
                <a:gd name="T65" fmla="*/ 77 h 746"/>
                <a:gd name="T66" fmla="*/ 431 w 480"/>
                <a:gd name="T67" fmla="*/ 71 h 746"/>
                <a:gd name="T68" fmla="*/ 340 w 480"/>
                <a:gd name="T69" fmla="*/ 56 h 746"/>
                <a:gd name="T70" fmla="*/ 271 w 480"/>
                <a:gd name="T71" fmla="*/ 42 h 746"/>
                <a:gd name="T72" fmla="*/ 252 w 480"/>
                <a:gd name="T73" fmla="*/ 39 h 746"/>
                <a:gd name="T74" fmla="*/ 168 w 480"/>
                <a:gd name="T75" fmla="*/ 22 h 746"/>
                <a:gd name="T76" fmla="*/ 111 w 480"/>
                <a:gd name="T77" fmla="*/ 10 h 746"/>
                <a:gd name="T78" fmla="*/ 97 w 480"/>
                <a:gd name="T79" fmla="*/ 8 h 746"/>
                <a:gd name="T80" fmla="*/ 63 w 480"/>
                <a:gd name="T81" fmla="*/ 0 h 746"/>
                <a:gd name="T82" fmla="*/ 49 w 480"/>
                <a:gd name="T83" fmla="*/ 62 h 746"/>
                <a:gd name="T84" fmla="*/ 33 w 480"/>
                <a:gd name="T85" fmla="*/ 142 h 746"/>
                <a:gd name="T86" fmla="*/ 16 w 480"/>
                <a:gd name="T87" fmla="*/ 216 h 746"/>
                <a:gd name="T88" fmla="*/ 11 w 480"/>
                <a:gd name="T89" fmla="*/ 238 h 746"/>
                <a:gd name="T90" fmla="*/ 7 w 480"/>
                <a:gd name="T91" fmla="*/ 250 h 746"/>
                <a:gd name="T92" fmla="*/ 5 w 480"/>
                <a:gd name="T93" fmla="*/ 261 h 746"/>
                <a:gd name="T94" fmla="*/ 3 w 480"/>
                <a:gd name="T95" fmla="*/ 273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0" h="746">
                  <a:moveTo>
                    <a:pt x="3" y="274"/>
                  </a:moveTo>
                  <a:lnTo>
                    <a:pt x="1" y="279"/>
                  </a:lnTo>
                  <a:lnTo>
                    <a:pt x="0" y="285"/>
                  </a:lnTo>
                  <a:lnTo>
                    <a:pt x="4" y="290"/>
                  </a:lnTo>
                  <a:lnTo>
                    <a:pt x="6" y="293"/>
                  </a:lnTo>
                  <a:lnTo>
                    <a:pt x="10" y="298"/>
                  </a:lnTo>
                  <a:lnTo>
                    <a:pt x="22" y="315"/>
                  </a:lnTo>
                  <a:lnTo>
                    <a:pt x="24" y="320"/>
                  </a:lnTo>
                  <a:lnTo>
                    <a:pt x="29" y="326"/>
                  </a:lnTo>
                  <a:lnTo>
                    <a:pt x="40" y="340"/>
                  </a:lnTo>
                  <a:lnTo>
                    <a:pt x="42" y="345"/>
                  </a:lnTo>
                  <a:lnTo>
                    <a:pt x="45" y="346"/>
                  </a:lnTo>
                  <a:lnTo>
                    <a:pt x="49" y="354"/>
                  </a:lnTo>
                  <a:lnTo>
                    <a:pt x="64" y="374"/>
                  </a:lnTo>
                  <a:lnTo>
                    <a:pt x="73" y="388"/>
                  </a:lnTo>
                  <a:lnTo>
                    <a:pt x="93" y="416"/>
                  </a:lnTo>
                  <a:lnTo>
                    <a:pt x="115" y="447"/>
                  </a:lnTo>
                  <a:lnTo>
                    <a:pt x="126" y="461"/>
                  </a:lnTo>
                  <a:lnTo>
                    <a:pt x="129" y="465"/>
                  </a:lnTo>
                  <a:lnTo>
                    <a:pt x="142" y="484"/>
                  </a:lnTo>
                  <a:lnTo>
                    <a:pt x="147" y="490"/>
                  </a:lnTo>
                  <a:lnTo>
                    <a:pt x="169" y="522"/>
                  </a:lnTo>
                  <a:lnTo>
                    <a:pt x="208" y="576"/>
                  </a:lnTo>
                  <a:lnTo>
                    <a:pt x="226" y="602"/>
                  </a:lnTo>
                  <a:lnTo>
                    <a:pt x="247" y="633"/>
                  </a:lnTo>
                  <a:lnTo>
                    <a:pt x="257" y="646"/>
                  </a:lnTo>
                  <a:lnTo>
                    <a:pt x="264" y="657"/>
                  </a:lnTo>
                  <a:lnTo>
                    <a:pt x="288" y="690"/>
                  </a:lnTo>
                  <a:lnTo>
                    <a:pt x="309" y="720"/>
                  </a:lnTo>
                  <a:lnTo>
                    <a:pt x="328" y="746"/>
                  </a:lnTo>
                  <a:lnTo>
                    <a:pt x="335" y="723"/>
                  </a:lnTo>
                  <a:lnTo>
                    <a:pt x="334" y="674"/>
                  </a:lnTo>
                  <a:lnTo>
                    <a:pt x="339" y="662"/>
                  </a:lnTo>
                  <a:lnTo>
                    <a:pt x="336" y="640"/>
                  </a:lnTo>
                  <a:lnTo>
                    <a:pt x="355" y="638"/>
                  </a:lnTo>
                  <a:lnTo>
                    <a:pt x="372" y="653"/>
                  </a:lnTo>
                  <a:lnTo>
                    <a:pt x="390" y="639"/>
                  </a:lnTo>
                  <a:lnTo>
                    <a:pt x="401" y="575"/>
                  </a:lnTo>
                  <a:lnTo>
                    <a:pt x="403" y="561"/>
                  </a:lnTo>
                  <a:lnTo>
                    <a:pt x="405" y="550"/>
                  </a:lnTo>
                  <a:lnTo>
                    <a:pt x="409" y="519"/>
                  </a:lnTo>
                  <a:lnTo>
                    <a:pt x="412" y="502"/>
                  </a:lnTo>
                  <a:lnTo>
                    <a:pt x="414" y="488"/>
                  </a:lnTo>
                  <a:lnTo>
                    <a:pt x="415" y="486"/>
                  </a:lnTo>
                  <a:lnTo>
                    <a:pt x="420" y="449"/>
                  </a:lnTo>
                  <a:lnTo>
                    <a:pt x="423" y="436"/>
                  </a:lnTo>
                  <a:lnTo>
                    <a:pt x="426" y="416"/>
                  </a:lnTo>
                  <a:lnTo>
                    <a:pt x="427" y="408"/>
                  </a:lnTo>
                  <a:lnTo>
                    <a:pt x="429" y="404"/>
                  </a:lnTo>
                  <a:lnTo>
                    <a:pt x="429" y="399"/>
                  </a:lnTo>
                  <a:lnTo>
                    <a:pt x="432" y="381"/>
                  </a:lnTo>
                  <a:lnTo>
                    <a:pt x="442" y="320"/>
                  </a:lnTo>
                  <a:lnTo>
                    <a:pt x="442" y="315"/>
                  </a:lnTo>
                  <a:lnTo>
                    <a:pt x="445" y="296"/>
                  </a:lnTo>
                  <a:lnTo>
                    <a:pt x="448" y="280"/>
                  </a:lnTo>
                  <a:lnTo>
                    <a:pt x="449" y="272"/>
                  </a:lnTo>
                  <a:lnTo>
                    <a:pt x="451" y="260"/>
                  </a:lnTo>
                  <a:lnTo>
                    <a:pt x="455" y="238"/>
                  </a:lnTo>
                  <a:lnTo>
                    <a:pt x="459" y="212"/>
                  </a:lnTo>
                  <a:lnTo>
                    <a:pt x="465" y="176"/>
                  </a:lnTo>
                  <a:lnTo>
                    <a:pt x="471" y="143"/>
                  </a:lnTo>
                  <a:lnTo>
                    <a:pt x="479" y="90"/>
                  </a:lnTo>
                  <a:lnTo>
                    <a:pt x="480" y="80"/>
                  </a:lnTo>
                  <a:lnTo>
                    <a:pt x="467" y="77"/>
                  </a:lnTo>
                  <a:lnTo>
                    <a:pt x="466" y="77"/>
                  </a:lnTo>
                  <a:lnTo>
                    <a:pt x="463" y="77"/>
                  </a:lnTo>
                  <a:lnTo>
                    <a:pt x="442" y="74"/>
                  </a:lnTo>
                  <a:lnTo>
                    <a:pt x="431" y="71"/>
                  </a:lnTo>
                  <a:lnTo>
                    <a:pt x="411" y="68"/>
                  </a:lnTo>
                  <a:lnTo>
                    <a:pt x="340" y="56"/>
                  </a:lnTo>
                  <a:lnTo>
                    <a:pt x="275" y="44"/>
                  </a:lnTo>
                  <a:lnTo>
                    <a:pt x="271" y="42"/>
                  </a:lnTo>
                  <a:lnTo>
                    <a:pt x="255" y="40"/>
                  </a:lnTo>
                  <a:lnTo>
                    <a:pt x="252" y="39"/>
                  </a:lnTo>
                  <a:lnTo>
                    <a:pt x="189" y="27"/>
                  </a:lnTo>
                  <a:lnTo>
                    <a:pt x="168" y="22"/>
                  </a:lnTo>
                  <a:lnTo>
                    <a:pt x="154" y="20"/>
                  </a:lnTo>
                  <a:lnTo>
                    <a:pt x="111" y="10"/>
                  </a:lnTo>
                  <a:lnTo>
                    <a:pt x="108" y="10"/>
                  </a:lnTo>
                  <a:lnTo>
                    <a:pt x="97" y="8"/>
                  </a:lnTo>
                  <a:lnTo>
                    <a:pt x="72" y="2"/>
                  </a:lnTo>
                  <a:lnTo>
                    <a:pt x="63" y="0"/>
                  </a:lnTo>
                  <a:lnTo>
                    <a:pt x="59" y="22"/>
                  </a:lnTo>
                  <a:lnTo>
                    <a:pt x="49" y="62"/>
                  </a:lnTo>
                  <a:lnTo>
                    <a:pt x="46" y="77"/>
                  </a:lnTo>
                  <a:lnTo>
                    <a:pt x="33" y="142"/>
                  </a:lnTo>
                  <a:lnTo>
                    <a:pt x="21" y="194"/>
                  </a:lnTo>
                  <a:lnTo>
                    <a:pt x="16" y="216"/>
                  </a:lnTo>
                  <a:lnTo>
                    <a:pt x="13" y="226"/>
                  </a:lnTo>
                  <a:lnTo>
                    <a:pt x="11" y="238"/>
                  </a:lnTo>
                  <a:lnTo>
                    <a:pt x="10" y="243"/>
                  </a:lnTo>
                  <a:lnTo>
                    <a:pt x="7" y="250"/>
                  </a:lnTo>
                  <a:lnTo>
                    <a:pt x="6" y="255"/>
                  </a:lnTo>
                  <a:lnTo>
                    <a:pt x="5" y="261"/>
                  </a:lnTo>
                  <a:lnTo>
                    <a:pt x="4" y="269"/>
                  </a:lnTo>
                  <a:lnTo>
                    <a:pt x="3" y="273"/>
                  </a:lnTo>
                  <a:lnTo>
                    <a:pt x="3" y="274"/>
                  </a:lnTo>
                  <a:close/>
                </a:path>
              </a:pathLst>
            </a:custGeom>
            <a:pattFill prst="pct90">
              <a:fgClr>
                <a:srgbClr val="1E344D"/>
              </a:fgClr>
              <a:bgClr>
                <a:schemeClr val="bg1"/>
              </a:bgClr>
            </a:pattFill>
            <a:ln w="3175" cap="flat" cmpd="sng">
              <a:solidFill>
                <a:schemeClr val="bg1"/>
              </a:solidFill>
              <a:prstDash val="solid"/>
              <a:round/>
              <a:headEnd type="none" w="med" len="med"/>
              <a:tailEnd type="none" w="med" len="med"/>
            </a:ln>
            <a:effectLst/>
          </p:spPr>
          <p:txBody>
            <a:bodyPr/>
            <a:lstStyle/>
            <a:p>
              <a:endParaRPr lang="en-GB"/>
            </a:p>
          </p:txBody>
        </p:sp>
        <p:sp>
          <p:nvSpPr>
            <p:cNvPr id="301" name="Freeform 67">
              <a:extLst>
                <a:ext uri="{FF2B5EF4-FFF2-40B4-BE49-F238E27FC236}">
                  <a16:creationId xmlns:a16="http://schemas.microsoft.com/office/drawing/2014/main" id="{7F3AF86B-ACE1-C8EC-99B5-53DE1EB287DA}"/>
                </a:ext>
              </a:extLst>
            </p:cNvPr>
            <p:cNvSpPr>
              <a:spLocks noChangeAspect="1"/>
            </p:cNvSpPr>
            <p:nvPr/>
          </p:nvSpPr>
          <p:spPr bwMode="auto">
            <a:xfrm>
              <a:off x="331" y="2293"/>
              <a:ext cx="109" cy="90"/>
            </a:xfrm>
            <a:custGeom>
              <a:avLst/>
              <a:gdLst>
                <a:gd name="T0" fmla="*/ 549 w 609"/>
                <a:gd name="T1" fmla="*/ 292 h 505"/>
                <a:gd name="T2" fmla="*/ 552 w 609"/>
                <a:gd name="T3" fmla="*/ 305 h 505"/>
                <a:gd name="T4" fmla="*/ 540 w 609"/>
                <a:gd name="T5" fmla="*/ 333 h 505"/>
                <a:gd name="T6" fmla="*/ 528 w 609"/>
                <a:gd name="T7" fmla="*/ 395 h 505"/>
                <a:gd name="T8" fmla="*/ 488 w 609"/>
                <a:gd name="T9" fmla="*/ 502 h 505"/>
                <a:gd name="T10" fmla="*/ 390 w 609"/>
                <a:gd name="T11" fmla="*/ 483 h 505"/>
                <a:gd name="T12" fmla="*/ 333 w 609"/>
                <a:gd name="T13" fmla="*/ 471 h 505"/>
                <a:gd name="T14" fmla="*/ 285 w 609"/>
                <a:gd name="T15" fmla="*/ 460 h 505"/>
                <a:gd name="T16" fmla="*/ 224 w 609"/>
                <a:gd name="T17" fmla="*/ 447 h 505"/>
                <a:gd name="T18" fmla="*/ 161 w 609"/>
                <a:gd name="T19" fmla="*/ 430 h 505"/>
                <a:gd name="T20" fmla="*/ 89 w 609"/>
                <a:gd name="T21" fmla="*/ 413 h 505"/>
                <a:gd name="T22" fmla="*/ 67 w 609"/>
                <a:gd name="T23" fmla="*/ 408 h 505"/>
                <a:gd name="T24" fmla="*/ 48 w 609"/>
                <a:gd name="T25" fmla="*/ 402 h 505"/>
                <a:gd name="T26" fmla="*/ 21 w 609"/>
                <a:gd name="T27" fmla="*/ 396 h 505"/>
                <a:gd name="T28" fmla="*/ 0 w 609"/>
                <a:gd name="T29" fmla="*/ 379 h 505"/>
                <a:gd name="T30" fmla="*/ 13 w 609"/>
                <a:gd name="T31" fmla="*/ 298 h 505"/>
                <a:gd name="T32" fmla="*/ 47 w 609"/>
                <a:gd name="T33" fmla="*/ 240 h 505"/>
                <a:gd name="T34" fmla="*/ 96 w 609"/>
                <a:gd name="T35" fmla="*/ 112 h 505"/>
                <a:gd name="T36" fmla="*/ 116 w 609"/>
                <a:gd name="T37" fmla="*/ 46 h 505"/>
                <a:gd name="T38" fmla="*/ 125 w 609"/>
                <a:gd name="T39" fmla="*/ 0 h 505"/>
                <a:gd name="T40" fmla="*/ 141 w 609"/>
                <a:gd name="T41" fmla="*/ 7 h 505"/>
                <a:gd name="T42" fmla="*/ 162 w 609"/>
                <a:gd name="T43" fmla="*/ 7 h 505"/>
                <a:gd name="T44" fmla="*/ 175 w 609"/>
                <a:gd name="T45" fmla="*/ 19 h 505"/>
                <a:gd name="T46" fmla="*/ 197 w 609"/>
                <a:gd name="T47" fmla="*/ 55 h 505"/>
                <a:gd name="T48" fmla="*/ 194 w 609"/>
                <a:gd name="T49" fmla="*/ 67 h 505"/>
                <a:gd name="T50" fmla="*/ 224 w 609"/>
                <a:gd name="T51" fmla="*/ 93 h 505"/>
                <a:gd name="T52" fmla="*/ 248 w 609"/>
                <a:gd name="T53" fmla="*/ 89 h 505"/>
                <a:gd name="T54" fmla="*/ 276 w 609"/>
                <a:gd name="T55" fmla="*/ 88 h 505"/>
                <a:gd name="T56" fmla="*/ 281 w 609"/>
                <a:gd name="T57" fmla="*/ 91 h 505"/>
                <a:gd name="T58" fmla="*/ 314 w 609"/>
                <a:gd name="T59" fmla="*/ 105 h 505"/>
                <a:gd name="T60" fmla="*/ 333 w 609"/>
                <a:gd name="T61" fmla="*/ 100 h 505"/>
                <a:gd name="T62" fmla="*/ 379 w 609"/>
                <a:gd name="T63" fmla="*/ 102 h 505"/>
                <a:gd name="T64" fmla="*/ 387 w 609"/>
                <a:gd name="T65" fmla="*/ 102 h 505"/>
                <a:gd name="T66" fmla="*/ 419 w 609"/>
                <a:gd name="T67" fmla="*/ 101 h 505"/>
                <a:gd name="T68" fmla="*/ 450 w 609"/>
                <a:gd name="T69" fmla="*/ 100 h 505"/>
                <a:gd name="T70" fmla="*/ 515 w 609"/>
                <a:gd name="T71" fmla="*/ 113 h 505"/>
                <a:gd name="T72" fmla="*/ 540 w 609"/>
                <a:gd name="T73" fmla="*/ 118 h 505"/>
                <a:gd name="T74" fmla="*/ 548 w 609"/>
                <a:gd name="T75" fmla="*/ 119 h 505"/>
                <a:gd name="T76" fmla="*/ 559 w 609"/>
                <a:gd name="T77" fmla="*/ 121 h 505"/>
                <a:gd name="T78" fmla="*/ 591 w 609"/>
                <a:gd name="T79" fmla="*/ 139 h 505"/>
                <a:gd name="T80" fmla="*/ 609 w 609"/>
                <a:gd name="T81" fmla="*/ 168 h 505"/>
                <a:gd name="T82" fmla="*/ 582 w 609"/>
                <a:gd name="T83" fmla="*/ 211 h 505"/>
                <a:gd name="T84" fmla="*/ 567 w 609"/>
                <a:gd name="T85" fmla="*/ 237 h 505"/>
                <a:gd name="T86" fmla="*/ 535 w 609"/>
                <a:gd name="T87" fmla="*/ 28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09" h="505">
                  <a:moveTo>
                    <a:pt x="535" y="283"/>
                  </a:moveTo>
                  <a:lnTo>
                    <a:pt x="545" y="291"/>
                  </a:lnTo>
                  <a:lnTo>
                    <a:pt x="549" y="292"/>
                  </a:lnTo>
                  <a:lnTo>
                    <a:pt x="554" y="301"/>
                  </a:lnTo>
                  <a:lnTo>
                    <a:pt x="553" y="304"/>
                  </a:lnTo>
                  <a:lnTo>
                    <a:pt x="552" y="305"/>
                  </a:lnTo>
                  <a:lnTo>
                    <a:pt x="543" y="327"/>
                  </a:lnTo>
                  <a:lnTo>
                    <a:pt x="542" y="328"/>
                  </a:lnTo>
                  <a:lnTo>
                    <a:pt x="540" y="333"/>
                  </a:lnTo>
                  <a:lnTo>
                    <a:pt x="537" y="345"/>
                  </a:lnTo>
                  <a:lnTo>
                    <a:pt x="535" y="355"/>
                  </a:lnTo>
                  <a:lnTo>
                    <a:pt x="528" y="395"/>
                  </a:lnTo>
                  <a:lnTo>
                    <a:pt x="507" y="505"/>
                  </a:lnTo>
                  <a:lnTo>
                    <a:pt x="491" y="503"/>
                  </a:lnTo>
                  <a:lnTo>
                    <a:pt x="488" y="502"/>
                  </a:lnTo>
                  <a:lnTo>
                    <a:pt x="425" y="490"/>
                  </a:lnTo>
                  <a:lnTo>
                    <a:pt x="404" y="485"/>
                  </a:lnTo>
                  <a:lnTo>
                    <a:pt x="390" y="483"/>
                  </a:lnTo>
                  <a:lnTo>
                    <a:pt x="347" y="473"/>
                  </a:lnTo>
                  <a:lnTo>
                    <a:pt x="344" y="473"/>
                  </a:lnTo>
                  <a:lnTo>
                    <a:pt x="333" y="471"/>
                  </a:lnTo>
                  <a:lnTo>
                    <a:pt x="308" y="465"/>
                  </a:lnTo>
                  <a:lnTo>
                    <a:pt x="299" y="463"/>
                  </a:lnTo>
                  <a:lnTo>
                    <a:pt x="285" y="460"/>
                  </a:lnTo>
                  <a:lnTo>
                    <a:pt x="282" y="460"/>
                  </a:lnTo>
                  <a:lnTo>
                    <a:pt x="237" y="449"/>
                  </a:lnTo>
                  <a:lnTo>
                    <a:pt x="224" y="447"/>
                  </a:lnTo>
                  <a:lnTo>
                    <a:pt x="209" y="443"/>
                  </a:lnTo>
                  <a:lnTo>
                    <a:pt x="199" y="441"/>
                  </a:lnTo>
                  <a:lnTo>
                    <a:pt x="161" y="430"/>
                  </a:lnTo>
                  <a:lnTo>
                    <a:pt x="149" y="427"/>
                  </a:lnTo>
                  <a:lnTo>
                    <a:pt x="140" y="425"/>
                  </a:lnTo>
                  <a:lnTo>
                    <a:pt x="89" y="413"/>
                  </a:lnTo>
                  <a:lnTo>
                    <a:pt x="81" y="411"/>
                  </a:lnTo>
                  <a:lnTo>
                    <a:pt x="75" y="409"/>
                  </a:lnTo>
                  <a:lnTo>
                    <a:pt x="67" y="408"/>
                  </a:lnTo>
                  <a:lnTo>
                    <a:pt x="61" y="406"/>
                  </a:lnTo>
                  <a:lnTo>
                    <a:pt x="55" y="405"/>
                  </a:lnTo>
                  <a:lnTo>
                    <a:pt x="48" y="402"/>
                  </a:lnTo>
                  <a:lnTo>
                    <a:pt x="45" y="402"/>
                  </a:lnTo>
                  <a:lnTo>
                    <a:pt x="35" y="400"/>
                  </a:lnTo>
                  <a:lnTo>
                    <a:pt x="21" y="396"/>
                  </a:lnTo>
                  <a:lnTo>
                    <a:pt x="13" y="394"/>
                  </a:lnTo>
                  <a:lnTo>
                    <a:pt x="7" y="393"/>
                  </a:lnTo>
                  <a:lnTo>
                    <a:pt x="0" y="379"/>
                  </a:lnTo>
                  <a:lnTo>
                    <a:pt x="9" y="328"/>
                  </a:lnTo>
                  <a:lnTo>
                    <a:pt x="2" y="307"/>
                  </a:lnTo>
                  <a:lnTo>
                    <a:pt x="13" y="298"/>
                  </a:lnTo>
                  <a:lnTo>
                    <a:pt x="30" y="263"/>
                  </a:lnTo>
                  <a:lnTo>
                    <a:pt x="35" y="261"/>
                  </a:lnTo>
                  <a:lnTo>
                    <a:pt x="47" y="240"/>
                  </a:lnTo>
                  <a:lnTo>
                    <a:pt x="57" y="219"/>
                  </a:lnTo>
                  <a:lnTo>
                    <a:pt x="71" y="180"/>
                  </a:lnTo>
                  <a:lnTo>
                    <a:pt x="96" y="112"/>
                  </a:lnTo>
                  <a:lnTo>
                    <a:pt x="96" y="111"/>
                  </a:lnTo>
                  <a:lnTo>
                    <a:pt x="104" y="93"/>
                  </a:lnTo>
                  <a:lnTo>
                    <a:pt x="116" y="46"/>
                  </a:lnTo>
                  <a:lnTo>
                    <a:pt x="116" y="42"/>
                  </a:lnTo>
                  <a:lnTo>
                    <a:pt x="127" y="11"/>
                  </a:lnTo>
                  <a:lnTo>
                    <a:pt x="125" y="0"/>
                  </a:lnTo>
                  <a:lnTo>
                    <a:pt x="126" y="0"/>
                  </a:lnTo>
                  <a:lnTo>
                    <a:pt x="133" y="7"/>
                  </a:lnTo>
                  <a:lnTo>
                    <a:pt x="141" y="7"/>
                  </a:lnTo>
                  <a:lnTo>
                    <a:pt x="149" y="3"/>
                  </a:lnTo>
                  <a:lnTo>
                    <a:pt x="161" y="5"/>
                  </a:lnTo>
                  <a:lnTo>
                    <a:pt x="162" y="7"/>
                  </a:lnTo>
                  <a:lnTo>
                    <a:pt x="165" y="19"/>
                  </a:lnTo>
                  <a:lnTo>
                    <a:pt x="173" y="21"/>
                  </a:lnTo>
                  <a:lnTo>
                    <a:pt x="175" y="19"/>
                  </a:lnTo>
                  <a:lnTo>
                    <a:pt x="188" y="27"/>
                  </a:lnTo>
                  <a:lnTo>
                    <a:pt x="197" y="45"/>
                  </a:lnTo>
                  <a:lnTo>
                    <a:pt x="197" y="55"/>
                  </a:lnTo>
                  <a:lnTo>
                    <a:pt x="195" y="66"/>
                  </a:lnTo>
                  <a:lnTo>
                    <a:pt x="195" y="67"/>
                  </a:lnTo>
                  <a:lnTo>
                    <a:pt x="194" y="67"/>
                  </a:lnTo>
                  <a:lnTo>
                    <a:pt x="193" y="75"/>
                  </a:lnTo>
                  <a:lnTo>
                    <a:pt x="212" y="89"/>
                  </a:lnTo>
                  <a:lnTo>
                    <a:pt x="224" y="93"/>
                  </a:lnTo>
                  <a:lnTo>
                    <a:pt x="229" y="91"/>
                  </a:lnTo>
                  <a:lnTo>
                    <a:pt x="235" y="91"/>
                  </a:lnTo>
                  <a:lnTo>
                    <a:pt x="248" y="89"/>
                  </a:lnTo>
                  <a:lnTo>
                    <a:pt x="257" y="85"/>
                  </a:lnTo>
                  <a:lnTo>
                    <a:pt x="261" y="88"/>
                  </a:lnTo>
                  <a:lnTo>
                    <a:pt x="276" y="88"/>
                  </a:lnTo>
                  <a:lnTo>
                    <a:pt x="278" y="89"/>
                  </a:lnTo>
                  <a:lnTo>
                    <a:pt x="279" y="91"/>
                  </a:lnTo>
                  <a:lnTo>
                    <a:pt x="281" y="91"/>
                  </a:lnTo>
                  <a:lnTo>
                    <a:pt x="295" y="97"/>
                  </a:lnTo>
                  <a:lnTo>
                    <a:pt x="296" y="105"/>
                  </a:lnTo>
                  <a:lnTo>
                    <a:pt x="314" y="105"/>
                  </a:lnTo>
                  <a:lnTo>
                    <a:pt x="319" y="103"/>
                  </a:lnTo>
                  <a:lnTo>
                    <a:pt x="331" y="101"/>
                  </a:lnTo>
                  <a:lnTo>
                    <a:pt x="333" y="100"/>
                  </a:lnTo>
                  <a:lnTo>
                    <a:pt x="344" y="107"/>
                  </a:lnTo>
                  <a:lnTo>
                    <a:pt x="363" y="108"/>
                  </a:lnTo>
                  <a:lnTo>
                    <a:pt x="379" y="102"/>
                  </a:lnTo>
                  <a:lnTo>
                    <a:pt x="381" y="102"/>
                  </a:lnTo>
                  <a:lnTo>
                    <a:pt x="385" y="102"/>
                  </a:lnTo>
                  <a:lnTo>
                    <a:pt x="387" y="102"/>
                  </a:lnTo>
                  <a:lnTo>
                    <a:pt x="402" y="103"/>
                  </a:lnTo>
                  <a:lnTo>
                    <a:pt x="409" y="99"/>
                  </a:lnTo>
                  <a:lnTo>
                    <a:pt x="419" y="101"/>
                  </a:lnTo>
                  <a:lnTo>
                    <a:pt x="431" y="101"/>
                  </a:lnTo>
                  <a:lnTo>
                    <a:pt x="439" y="103"/>
                  </a:lnTo>
                  <a:lnTo>
                    <a:pt x="450" y="100"/>
                  </a:lnTo>
                  <a:lnTo>
                    <a:pt x="463" y="102"/>
                  </a:lnTo>
                  <a:lnTo>
                    <a:pt x="498" y="109"/>
                  </a:lnTo>
                  <a:lnTo>
                    <a:pt x="515" y="113"/>
                  </a:lnTo>
                  <a:lnTo>
                    <a:pt x="516" y="113"/>
                  </a:lnTo>
                  <a:lnTo>
                    <a:pt x="534" y="117"/>
                  </a:lnTo>
                  <a:lnTo>
                    <a:pt x="540" y="118"/>
                  </a:lnTo>
                  <a:lnTo>
                    <a:pt x="541" y="118"/>
                  </a:lnTo>
                  <a:lnTo>
                    <a:pt x="547" y="119"/>
                  </a:lnTo>
                  <a:lnTo>
                    <a:pt x="548" y="119"/>
                  </a:lnTo>
                  <a:lnTo>
                    <a:pt x="549" y="120"/>
                  </a:lnTo>
                  <a:lnTo>
                    <a:pt x="558" y="121"/>
                  </a:lnTo>
                  <a:lnTo>
                    <a:pt x="559" y="121"/>
                  </a:lnTo>
                  <a:lnTo>
                    <a:pt x="587" y="127"/>
                  </a:lnTo>
                  <a:lnTo>
                    <a:pt x="588" y="131"/>
                  </a:lnTo>
                  <a:lnTo>
                    <a:pt x="591" y="139"/>
                  </a:lnTo>
                  <a:lnTo>
                    <a:pt x="591" y="142"/>
                  </a:lnTo>
                  <a:lnTo>
                    <a:pt x="607" y="155"/>
                  </a:lnTo>
                  <a:lnTo>
                    <a:pt x="609" y="168"/>
                  </a:lnTo>
                  <a:lnTo>
                    <a:pt x="589" y="198"/>
                  </a:lnTo>
                  <a:lnTo>
                    <a:pt x="588" y="199"/>
                  </a:lnTo>
                  <a:lnTo>
                    <a:pt x="582" y="211"/>
                  </a:lnTo>
                  <a:lnTo>
                    <a:pt x="579" y="215"/>
                  </a:lnTo>
                  <a:lnTo>
                    <a:pt x="573" y="222"/>
                  </a:lnTo>
                  <a:lnTo>
                    <a:pt x="567" y="237"/>
                  </a:lnTo>
                  <a:lnTo>
                    <a:pt x="557" y="244"/>
                  </a:lnTo>
                  <a:lnTo>
                    <a:pt x="536" y="276"/>
                  </a:lnTo>
                  <a:lnTo>
                    <a:pt x="535" y="28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2" name="Freeform 68">
              <a:extLst>
                <a:ext uri="{FF2B5EF4-FFF2-40B4-BE49-F238E27FC236}">
                  <a16:creationId xmlns:a16="http://schemas.microsoft.com/office/drawing/2014/main" id="{3672E522-5B5B-DB57-7F26-F235A513C986}"/>
                </a:ext>
              </a:extLst>
            </p:cNvPr>
            <p:cNvSpPr>
              <a:spLocks noChangeAspect="1"/>
            </p:cNvSpPr>
            <p:nvPr/>
          </p:nvSpPr>
          <p:spPr bwMode="auto">
            <a:xfrm>
              <a:off x="445" y="2389"/>
              <a:ext cx="75" cy="95"/>
            </a:xfrm>
            <a:custGeom>
              <a:avLst/>
              <a:gdLst>
                <a:gd name="T0" fmla="*/ 12 w 419"/>
                <a:gd name="T1" fmla="*/ 406 h 531"/>
                <a:gd name="T2" fmla="*/ 9 w 419"/>
                <a:gd name="T3" fmla="*/ 422 h 531"/>
                <a:gd name="T4" fmla="*/ 2 w 419"/>
                <a:gd name="T5" fmla="*/ 470 h 531"/>
                <a:gd name="T6" fmla="*/ 24 w 419"/>
                <a:gd name="T7" fmla="*/ 484 h 531"/>
                <a:gd name="T8" fmla="*/ 87 w 419"/>
                <a:gd name="T9" fmla="*/ 494 h 531"/>
                <a:gd name="T10" fmla="*/ 98 w 419"/>
                <a:gd name="T11" fmla="*/ 495 h 531"/>
                <a:gd name="T12" fmla="*/ 173 w 419"/>
                <a:gd name="T13" fmla="*/ 506 h 531"/>
                <a:gd name="T14" fmla="*/ 198 w 419"/>
                <a:gd name="T15" fmla="*/ 510 h 531"/>
                <a:gd name="T16" fmla="*/ 230 w 419"/>
                <a:gd name="T17" fmla="*/ 513 h 531"/>
                <a:gd name="T18" fmla="*/ 268 w 419"/>
                <a:gd name="T19" fmla="*/ 518 h 531"/>
                <a:gd name="T20" fmla="*/ 305 w 419"/>
                <a:gd name="T21" fmla="*/ 523 h 531"/>
                <a:gd name="T22" fmla="*/ 344 w 419"/>
                <a:gd name="T23" fmla="*/ 528 h 531"/>
                <a:gd name="T24" fmla="*/ 383 w 419"/>
                <a:gd name="T25" fmla="*/ 484 h 531"/>
                <a:gd name="T26" fmla="*/ 386 w 419"/>
                <a:gd name="T27" fmla="*/ 458 h 531"/>
                <a:gd name="T28" fmla="*/ 388 w 419"/>
                <a:gd name="T29" fmla="*/ 434 h 531"/>
                <a:gd name="T30" fmla="*/ 390 w 419"/>
                <a:gd name="T31" fmla="*/ 408 h 531"/>
                <a:gd name="T32" fmla="*/ 395 w 419"/>
                <a:gd name="T33" fmla="*/ 361 h 531"/>
                <a:gd name="T34" fmla="*/ 402 w 419"/>
                <a:gd name="T35" fmla="*/ 301 h 531"/>
                <a:gd name="T36" fmla="*/ 405 w 419"/>
                <a:gd name="T37" fmla="*/ 277 h 531"/>
                <a:gd name="T38" fmla="*/ 407 w 419"/>
                <a:gd name="T39" fmla="*/ 252 h 531"/>
                <a:gd name="T40" fmla="*/ 411 w 419"/>
                <a:gd name="T41" fmla="*/ 218 h 531"/>
                <a:gd name="T42" fmla="*/ 416 w 419"/>
                <a:gd name="T43" fmla="*/ 180 h 531"/>
                <a:gd name="T44" fmla="*/ 417 w 419"/>
                <a:gd name="T45" fmla="*/ 168 h 531"/>
                <a:gd name="T46" fmla="*/ 419 w 419"/>
                <a:gd name="T47" fmla="*/ 142 h 531"/>
                <a:gd name="T48" fmla="*/ 384 w 419"/>
                <a:gd name="T49" fmla="*/ 139 h 531"/>
                <a:gd name="T50" fmla="*/ 348 w 419"/>
                <a:gd name="T51" fmla="*/ 135 h 531"/>
                <a:gd name="T52" fmla="*/ 276 w 419"/>
                <a:gd name="T53" fmla="*/ 126 h 531"/>
                <a:gd name="T54" fmla="*/ 282 w 419"/>
                <a:gd name="T55" fmla="*/ 84 h 531"/>
                <a:gd name="T56" fmla="*/ 284 w 419"/>
                <a:gd name="T57" fmla="*/ 70 h 531"/>
                <a:gd name="T58" fmla="*/ 287 w 419"/>
                <a:gd name="T59" fmla="*/ 45 h 531"/>
                <a:gd name="T60" fmla="*/ 262 w 419"/>
                <a:gd name="T61" fmla="*/ 26 h 531"/>
                <a:gd name="T62" fmla="*/ 256 w 419"/>
                <a:gd name="T63" fmla="*/ 25 h 531"/>
                <a:gd name="T64" fmla="*/ 221 w 419"/>
                <a:gd name="T65" fmla="*/ 20 h 531"/>
                <a:gd name="T66" fmla="*/ 213 w 419"/>
                <a:gd name="T67" fmla="*/ 19 h 531"/>
                <a:gd name="T68" fmla="*/ 209 w 419"/>
                <a:gd name="T69" fmla="*/ 19 h 531"/>
                <a:gd name="T70" fmla="*/ 150 w 419"/>
                <a:gd name="T71" fmla="*/ 10 h 531"/>
                <a:gd name="T72" fmla="*/ 98 w 419"/>
                <a:gd name="T73" fmla="*/ 3 h 531"/>
                <a:gd name="T74" fmla="*/ 76 w 419"/>
                <a:gd name="T75" fmla="*/ 10 h 531"/>
                <a:gd name="T76" fmla="*/ 62 w 419"/>
                <a:gd name="T77" fmla="*/ 96 h 531"/>
                <a:gd name="T78" fmla="*/ 52 w 419"/>
                <a:gd name="T79" fmla="*/ 158 h 531"/>
                <a:gd name="T80" fmla="*/ 46 w 419"/>
                <a:gd name="T81" fmla="*/ 192 h 531"/>
                <a:gd name="T82" fmla="*/ 42 w 419"/>
                <a:gd name="T83" fmla="*/ 216 h 531"/>
                <a:gd name="T84" fmla="*/ 39 w 419"/>
                <a:gd name="T85" fmla="*/ 240 h 531"/>
                <a:gd name="T86" fmla="*/ 26 w 419"/>
                <a:gd name="T87" fmla="*/ 319 h 531"/>
                <a:gd name="T88" fmla="*/ 24 w 419"/>
                <a:gd name="T89" fmla="*/ 328 h 531"/>
                <a:gd name="T90" fmla="*/ 20 w 419"/>
                <a:gd name="T91" fmla="*/ 356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9" h="531">
                  <a:moveTo>
                    <a:pt x="17" y="369"/>
                  </a:moveTo>
                  <a:lnTo>
                    <a:pt x="12" y="406"/>
                  </a:lnTo>
                  <a:lnTo>
                    <a:pt x="11" y="408"/>
                  </a:lnTo>
                  <a:lnTo>
                    <a:pt x="9" y="422"/>
                  </a:lnTo>
                  <a:lnTo>
                    <a:pt x="6" y="439"/>
                  </a:lnTo>
                  <a:lnTo>
                    <a:pt x="2" y="470"/>
                  </a:lnTo>
                  <a:lnTo>
                    <a:pt x="0" y="481"/>
                  </a:lnTo>
                  <a:lnTo>
                    <a:pt x="24" y="484"/>
                  </a:lnTo>
                  <a:lnTo>
                    <a:pt x="50" y="488"/>
                  </a:lnTo>
                  <a:lnTo>
                    <a:pt x="87" y="494"/>
                  </a:lnTo>
                  <a:lnTo>
                    <a:pt x="88" y="494"/>
                  </a:lnTo>
                  <a:lnTo>
                    <a:pt x="98" y="495"/>
                  </a:lnTo>
                  <a:lnTo>
                    <a:pt x="113" y="498"/>
                  </a:lnTo>
                  <a:lnTo>
                    <a:pt x="173" y="506"/>
                  </a:lnTo>
                  <a:lnTo>
                    <a:pt x="192" y="508"/>
                  </a:lnTo>
                  <a:lnTo>
                    <a:pt x="198" y="510"/>
                  </a:lnTo>
                  <a:lnTo>
                    <a:pt x="210" y="511"/>
                  </a:lnTo>
                  <a:lnTo>
                    <a:pt x="230" y="513"/>
                  </a:lnTo>
                  <a:lnTo>
                    <a:pt x="249" y="516"/>
                  </a:lnTo>
                  <a:lnTo>
                    <a:pt x="268" y="518"/>
                  </a:lnTo>
                  <a:lnTo>
                    <a:pt x="269" y="519"/>
                  </a:lnTo>
                  <a:lnTo>
                    <a:pt x="305" y="523"/>
                  </a:lnTo>
                  <a:lnTo>
                    <a:pt x="334" y="526"/>
                  </a:lnTo>
                  <a:lnTo>
                    <a:pt x="344" y="528"/>
                  </a:lnTo>
                  <a:lnTo>
                    <a:pt x="377" y="531"/>
                  </a:lnTo>
                  <a:lnTo>
                    <a:pt x="383" y="484"/>
                  </a:lnTo>
                  <a:lnTo>
                    <a:pt x="383" y="483"/>
                  </a:lnTo>
                  <a:lnTo>
                    <a:pt x="386" y="458"/>
                  </a:lnTo>
                  <a:lnTo>
                    <a:pt x="387" y="446"/>
                  </a:lnTo>
                  <a:lnTo>
                    <a:pt x="388" y="434"/>
                  </a:lnTo>
                  <a:lnTo>
                    <a:pt x="390" y="418"/>
                  </a:lnTo>
                  <a:lnTo>
                    <a:pt x="390" y="408"/>
                  </a:lnTo>
                  <a:lnTo>
                    <a:pt x="393" y="385"/>
                  </a:lnTo>
                  <a:lnTo>
                    <a:pt x="395" y="361"/>
                  </a:lnTo>
                  <a:lnTo>
                    <a:pt x="398" y="337"/>
                  </a:lnTo>
                  <a:lnTo>
                    <a:pt x="402" y="301"/>
                  </a:lnTo>
                  <a:lnTo>
                    <a:pt x="404" y="289"/>
                  </a:lnTo>
                  <a:lnTo>
                    <a:pt x="405" y="277"/>
                  </a:lnTo>
                  <a:lnTo>
                    <a:pt x="405" y="273"/>
                  </a:lnTo>
                  <a:lnTo>
                    <a:pt x="407" y="252"/>
                  </a:lnTo>
                  <a:lnTo>
                    <a:pt x="408" y="240"/>
                  </a:lnTo>
                  <a:lnTo>
                    <a:pt x="411" y="218"/>
                  </a:lnTo>
                  <a:lnTo>
                    <a:pt x="413" y="198"/>
                  </a:lnTo>
                  <a:lnTo>
                    <a:pt x="416" y="180"/>
                  </a:lnTo>
                  <a:lnTo>
                    <a:pt x="416" y="176"/>
                  </a:lnTo>
                  <a:lnTo>
                    <a:pt x="417" y="168"/>
                  </a:lnTo>
                  <a:lnTo>
                    <a:pt x="418" y="156"/>
                  </a:lnTo>
                  <a:lnTo>
                    <a:pt x="419" y="142"/>
                  </a:lnTo>
                  <a:lnTo>
                    <a:pt x="387" y="140"/>
                  </a:lnTo>
                  <a:lnTo>
                    <a:pt x="384" y="139"/>
                  </a:lnTo>
                  <a:lnTo>
                    <a:pt x="351" y="135"/>
                  </a:lnTo>
                  <a:lnTo>
                    <a:pt x="348" y="135"/>
                  </a:lnTo>
                  <a:lnTo>
                    <a:pt x="332" y="133"/>
                  </a:lnTo>
                  <a:lnTo>
                    <a:pt x="276" y="126"/>
                  </a:lnTo>
                  <a:lnTo>
                    <a:pt x="280" y="102"/>
                  </a:lnTo>
                  <a:lnTo>
                    <a:pt x="282" y="84"/>
                  </a:lnTo>
                  <a:lnTo>
                    <a:pt x="282" y="78"/>
                  </a:lnTo>
                  <a:lnTo>
                    <a:pt x="284" y="70"/>
                  </a:lnTo>
                  <a:lnTo>
                    <a:pt x="286" y="54"/>
                  </a:lnTo>
                  <a:lnTo>
                    <a:pt x="287" y="45"/>
                  </a:lnTo>
                  <a:lnTo>
                    <a:pt x="288" y="30"/>
                  </a:lnTo>
                  <a:lnTo>
                    <a:pt x="262" y="26"/>
                  </a:lnTo>
                  <a:lnTo>
                    <a:pt x="260" y="26"/>
                  </a:lnTo>
                  <a:lnTo>
                    <a:pt x="256" y="25"/>
                  </a:lnTo>
                  <a:lnTo>
                    <a:pt x="239" y="22"/>
                  </a:lnTo>
                  <a:lnTo>
                    <a:pt x="221" y="20"/>
                  </a:lnTo>
                  <a:lnTo>
                    <a:pt x="214" y="20"/>
                  </a:lnTo>
                  <a:lnTo>
                    <a:pt x="213" y="19"/>
                  </a:lnTo>
                  <a:lnTo>
                    <a:pt x="210" y="19"/>
                  </a:lnTo>
                  <a:lnTo>
                    <a:pt x="209" y="19"/>
                  </a:lnTo>
                  <a:lnTo>
                    <a:pt x="208" y="19"/>
                  </a:lnTo>
                  <a:lnTo>
                    <a:pt x="150" y="10"/>
                  </a:lnTo>
                  <a:lnTo>
                    <a:pt x="134" y="8"/>
                  </a:lnTo>
                  <a:lnTo>
                    <a:pt x="98" y="3"/>
                  </a:lnTo>
                  <a:lnTo>
                    <a:pt x="77" y="0"/>
                  </a:lnTo>
                  <a:lnTo>
                    <a:pt x="76" y="10"/>
                  </a:lnTo>
                  <a:lnTo>
                    <a:pt x="68" y="63"/>
                  </a:lnTo>
                  <a:lnTo>
                    <a:pt x="62" y="96"/>
                  </a:lnTo>
                  <a:lnTo>
                    <a:pt x="56" y="132"/>
                  </a:lnTo>
                  <a:lnTo>
                    <a:pt x="52" y="158"/>
                  </a:lnTo>
                  <a:lnTo>
                    <a:pt x="48" y="180"/>
                  </a:lnTo>
                  <a:lnTo>
                    <a:pt x="46" y="192"/>
                  </a:lnTo>
                  <a:lnTo>
                    <a:pt x="45" y="200"/>
                  </a:lnTo>
                  <a:lnTo>
                    <a:pt x="42" y="216"/>
                  </a:lnTo>
                  <a:lnTo>
                    <a:pt x="39" y="235"/>
                  </a:lnTo>
                  <a:lnTo>
                    <a:pt x="39" y="240"/>
                  </a:lnTo>
                  <a:lnTo>
                    <a:pt x="29" y="301"/>
                  </a:lnTo>
                  <a:lnTo>
                    <a:pt x="26" y="319"/>
                  </a:lnTo>
                  <a:lnTo>
                    <a:pt x="26" y="324"/>
                  </a:lnTo>
                  <a:lnTo>
                    <a:pt x="24" y="328"/>
                  </a:lnTo>
                  <a:lnTo>
                    <a:pt x="23" y="336"/>
                  </a:lnTo>
                  <a:lnTo>
                    <a:pt x="20" y="356"/>
                  </a:lnTo>
                  <a:lnTo>
                    <a:pt x="17" y="369"/>
                  </a:lnTo>
                  <a:close/>
                </a:path>
              </a:pathLst>
            </a:custGeom>
            <a:solidFill>
              <a:srgbClr val="BB3023"/>
            </a:solidFill>
            <a:ln w="3175" cap="flat" cmpd="sng">
              <a:solidFill>
                <a:schemeClr val="bg1"/>
              </a:solidFill>
              <a:prstDash val="solid"/>
              <a:round/>
              <a:headEnd type="none" w="med" len="med"/>
              <a:tailEnd type="none" w="med" len="med"/>
            </a:ln>
            <a:effectLst/>
          </p:spPr>
          <p:txBody>
            <a:bodyPr/>
            <a:lstStyle/>
            <a:p>
              <a:endParaRPr lang="en-GB"/>
            </a:p>
          </p:txBody>
        </p:sp>
        <p:sp>
          <p:nvSpPr>
            <p:cNvPr id="303" name="Freeform 69">
              <a:extLst>
                <a:ext uri="{FF2B5EF4-FFF2-40B4-BE49-F238E27FC236}">
                  <a16:creationId xmlns:a16="http://schemas.microsoft.com/office/drawing/2014/main" id="{E93F731B-FE54-531F-C38F-57925653BD35}"/>
                </a:ext>
              </a:extLst>
            </p:cNvPr>
            <p:cNvSpPr>
              <a:spLocks noChangeAspect="1"/>
            </p:cNvSpPr>
            <p:nvPr/>
          </p:nvSpPr>
          <p:spPr bwMode="auto">
            <a:xfrm>
              <a:off x="353" y="2251"/>
              <a:ext cx="91" cy="64"/>
            </a:xfrm>
            <a:custGeom>
              <a:avLst/>
              <a:gdLst>
                <a:gd name="T0" fmla="*/ 467 w 511"/>
                <a:gd name="T1" fmla="*/ 337 h 362"/>
                <a:gd name="T2" fmla="*/ 437 w 511"/>
                <a:gd name="T3" fmla="*/ 356 h 362"/>
                <a:gd name="T4" fmla="*/ 426 w 511"/>
                <a:gd name="T5" fmla="*/ 354 h 362"/>
                <a:gd name="T6" fmla="*/ 413 w 511"/>
                <a:gd name="T7" fmla="*/ 352 h 362"/>
                <a:gd name="T8" fmla="*/ 377 w 511"/>
                <a:gd name="T9" fmla="*/ 344 h 362"/>
                <a:gd name="T10" fmla="*/ 318 w 511"/>
                <a:gd name="T11" fmla="*/ 338 h 362"/>
                <a:gd name="T12" fmla="*/ 288 w 511"/>
                <a:gd name="T13" fmla="*/ 334 h 362"/>
                <a:gd name="T14" fmla="*/ 264 w 511"/>
                <a:gd name="T15" fmla="*/ 337 h 362"/>
                <a:gd name="T16" fmla="*/ 242 w 511"/>
                <a:gd name="T17" fmla="*/ 343 h 362"/>
                <a:gd name="T18" fmla="*/ 210 w 511"/>
                <a:gd name="T19" fmla="*/ 336 h 362"/>
                <a:gd name="T20" fmla="*/ 175 w 511"/>
                <a:gd name="T21" fmla="*/ 340 h 362"/>
                <a:gd name="T22" fmla="*/ 158 w 511"/>
                <a:gd name="T23" fmla="*/ 326 h 362"/>
                <a:gd name="T24" fmla="*/ 140 w 511"/>
                <a:gd name="T25" fmla="*/ 323 h 362"/>
                <a:gd name="T26" fmla="*/ 114 w 511"/>
                <a:gd name="T27" fmla="*/ 326 h 362"/>
                <a:gd name="T28" fmla="*/ 91 w 511"/>
                <a:gd name="T29" fmla="*/ 324 h 362"/>
                <a:gd name="T30" fmla="*/ 74 w 511"/>
                <a:gd name="T31" fmla="*/ 302 h 362"/>
                <a:gd name="T32" fmla="*/ 76 w 511"/>
                <a:gd name="T33" fmla="*/ 280 h 362"/>
                <a:gd name="T34" fmla="*/ 52 w 511"/>
                <a:gd name="T35" fmla="*/ 256 h 362"/>
                <a:gd name="T36" fmla="*/ 40 w 511"/>
                <a:gd name="T37" fmla="*/ 240 h 362"/>
                <a:gd name="T38" fmla="*/ 13 w 511"/>
                <a:gd name="T39" fmla="*/ 236 h 362"/>
                <a:gd name="T40" fmla="*/ 4 w 511"/>
                <a:gd name="T41" fmla="*/ 232 h 362"/>
                <a:gd name="T42" fmla="*/ 8 w 511"/>
                <a:gd name="T43" fmla="*/ 214 h 362"/>
                <a:gd name="T44" fmla="*/ 17 w 511"/>
                <a:gd name="T45" fmla="*/ 199 h 362"/>
                <a:gd name="T46" fmla="*/ 17 w 511"/>
                <a:gd name="T47" fmla="*/ 192 h 362"/>
                <a:gd name="T48" fmla="*/ 13 w 511"/>
                <a:gd name="T49" fmla="*/ 174 h 362"/>
                <a:gd name="T50" fmla="*/ 30 w 511"/>
                <a:gd name="T51" fmla="*/ 172 h 362"/>
                <a:gd name="T52" fmla="*/ 17 w 511"/>
                <a:gd name="T53" fmla="*/ 158 h 362"/>
                <a:gd name="T54" fmla="*/ 16 w 511"/>
                <a:gd name="T55" fmla="*/ 142 h 362"/>
                <a:gd name="T56" fmla="*/ 14 w 511"/>
                <a:gd name="T57" fmla="*/ 109 h 362"/>
                <a:gd name="T58" fmla="*/ 5 w 511"/>
                <a:gd name="T59" fmla="*/ 72 h 362"/>
                <a:gd name="T60" fmla="*/ 4 w 511"/>
                <a:gd name="T61" fmla="*/ 44 h 362"/>
                <a:gd name="T62" fmla="*/ 14 w 511"/>
                <a:gd name="T63" fmla="*/ 24 h 362"/>
                <a:gd name="T64" fmla="*/ 86 w 511"/>
                <a:gd name="T65" fmla="*/ 70 h 362"/>
                <a:gd name="T66" fmla="*/ 122 w 511"/>
                <a:gd name="T67" fmla="*/ 85 h 362"/>
                <a:gd name="T68" fmla="*/ 126 w 511"/>
                <a:gd name="T69" fmla="*/ 83 h 362"/>
                <a:gd name="T70" fmla="*/ 131 w 511"/>
                <a:gd name="T71" fmla="*/ 106 h 362"/>
                <a:gd name="T72" fmla="*/ 136 w 511"/>
                <a:gd name="T73" fmla="*/ 107 h 362"/>
                <a:gd name="T74" fmla="*/ 137 w 511"/>
                <a:gd name="T75" fmla="*/ 120 h 362"/>
                <a:gd name="T76" fmla="*/ 134 w 511"/>
                <a:gd name="T77" fmla="*/ 150 h 362"/>
                <a:gd name="T78" fmla="*/ 126 w 511"/>
                <a:gd name="T79" fmla="*/ 155 h 362"/>
                <a:gd name="T80" fmla="*/ 133 w 511"/>
                <a:gd name="T81" fmla="*/ 160 h 362"/>
                <a:gd name="T82" fmla="*/ 145 w 511"/>
                <a:gd name="T83" fmla="*/ 118 h 362"/>
                <a:gd name="T84" fmla="*/ 161 w 511"/>
                <a:gd name="T85" fmla="*/ 98 h 362"/>
                <a:gd name="T86" fmla="*/ 150 w 511"/>
                <a:gd name="T87" fmla="*/ 85 h 362"/>
                <a:gd name="T88" fmla="*/ 146 w 511"/>
                <a:gd name="T89" fmla="*/ 84 h 362"/>
                <a:gd name="T90" fmla="*/ 157 w 511"/>
                <a:gd name="T91" fmla="*/ 71 h 362"/>
                <a:gd name="T92" fmla="*/ 146 w 511"/>
                <a:gd name="T93" fmla="*/ 58 h 362"/>
                <a:gd name="T94" fmla="*/ 143 w 511"/>
                <a:gd name="T95" fmla="*/ 90 h 362"/>
                <a:gd name="T96" fmla="*/ 149 w 511"/>
                <a:gd name="T97" fmla="*/ 107 h 362"/>
                <a:gd name="T98" fmla="*/ 139 w 511"/>
                <a:gd name="T99" fmla="*/ 79 h 362"/>
                <a:gd name="T100" fmla="*/ 146 w 511"/>
                <a:gd name="T101" fmla="*/ 36 h 362"/>
                <a:gd name="T102" fmla="*/ 160 w 511"/>
                <a:gd name="T103" fmla="*/ 28 h 362"/>
                <a:gd name="T104" fmla="*/ 146 w 511"/>
                <a:gd name="T105" fmla="*/ 12 h 362"/>
                <a:gd name="T106" fmla="*/ 397 w 511"/>
                <a:gd name="T107" fmla="*/ 56 h 362"/>
                <a:gd name="T108" fmla="*/ 511 w 511"/>
                <a:gd name="T109" fmla="*/ 79 h 362"/>
                <a:gd name="T110" fmla="*/ 509 w 511"/>
                <a:gd name="T111" fmla="*/ 94 h 362"/>
                <a:gd name="T112" fmla="*/ 493 w 511"/>
                <a:gd name="T113" fmla="*/ 168 h 362"/>
                <a:gd name="T114" fmla="*/ 492 w 511"/>
                <a:gd name="T115" fmla="*/ 174 h 362"/>
                <a:gd name="T116" fmla="*/ 481 w 511"/>
                <a:gd name="T117" fmla="*/ 232 h 362"/>
                <a:gd name="T118" fmla="*/ 478 w 511"/>
                <a:gd name="T119" fmla="*/ 254 h 362"/>
                <a:gd name="T120" fmla="*/ 467 w 511"/>
                <a:gd name="T121" fmla="*/ 31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1" h="362">
                  <a:moveTo>
                    <a:pt x="464" y="320"/>
                  </a:moveTo>
                  <a:lnTo>
                    <a:pt x="463" y="324"/>
                  </a:lnTo>
                  <a:lnTo>
                    <a:pt x="467" y="337"/>
                  </a:lnTo>
                  <a:lnTo>
                    <a:pt x="466" y="362"/>
                  </a:lnTo>
                  <a:lnTo>
                    <a:pt x="438" y="356"/>
                  </a:lnTo>
                  <a:lnTo>
                    <a:pt x="437" y="356"/>
                  </a:lnTo>
                  <a:lnTo>
                    <a:pt x="428" y="355"/>
                  </a:lnTo>
                  <a:lnTo>
                    <a:pt x="427" y="354"/>
                  </a:lnTo>
                  <a:lnTo>
                    <a:pt x="426" y="354"/>
                  </a:lnTo>
                  <a:lnTo>
                    <a:pt x="420" y="353"/>
                  </a:lnTo>
                  <a:lnTo>
                    <a:pt x="419" y="353"/>
                  </a:lnTo>
                  <a:lnTo>
                    <a:pt x="413" y="352"/>
                  </a:lnTo>
                  <a:lnTo>
                    <a:pt x="395" y="348"/>
                  </a:lnTo>
                  <a:lnTo>
                    <a:pt x="394" y="348"/>
                  </a:lnTo>
                  <a:lnTo>
                    <a:pt x="377" y="344"/>
                  </a:lnTo>
                  <a:lnTo>
                    <a:pt x="342" y="337"/>
                  </a:lnTo>
                  <a:lnTo>
                    <a:pt x="329" y="335"/>
                  </a:lnTo>
                  <a:lnTo>
                    <a:pt x="318" y="338"/>
                  </a:lnTo>
                  <a:lnTo>
                    <a:pt x="310" y="336"/>
                  </a:lnTo>
                  <a:lnTo>
                    <a:pt x="298" y="336"/>
                  </a:lnTo>
                  <a:lnTo>
                    <a:pt x="288" y="334"/>
                  </a:lnTo>
                  <a:lnTo>
                    <a:pt x="281" y="338"/>
                  </a:lnTo>
                  <a:lnTo>
                    <a:pt x="266" y="337"/>
                  </a:lnTo>
                  <a:lnTo>
                    <a:pt x="264" y="337"/>
                  </a:lnTo>
                  <a:lnTo>
                    <a:pt x="260" y="337"/>
                  </a:lnTo>
                  <a:lnTo>
                    <a:pt x="258" y="337"/>
                  </a:lnTo>
                  <a:lnTo>
                    <a:pt x="242" y="343"/>
                  </a:lnTo>
                  <a:lnTo>
                    <a:pt x="223" y="342"/>
                  </a:lnTo>
                  <a:lnTo>
                    <a:pt x="212" y="335"/>
                  </a:lnTo>
                  <a:lnTo>
                    <a:pt x="210" y="336"/>
                  </a:lnTo>
                  <a:lnTo>
                    <a:pt x="198" y="338"/>
                  </a:lnTo>
                  <a:lnTo>
                    <a:pt x="193" y="340"/>
                  </a:lnTo>
                  <a:lnTo>
                    <a:pt x="175" y="340"/>
                  </a:lnTo>
                  <a:lnTo>
                    <a:pt x="174" y="332"/>
                  </a:lnTo>
                  <a:lnTo>
                    <a:pt x="160" y="326"/>
                  </a:lnTo>
                  <a:lnTo>
                    <a:pt x="158" y="326"/>
                  </a:lnTo>
                  <a:lnTo>
                    <a:pt x="157" y="324"/>
                  </a:lnTo>
                  <a:lnTo>
                    <a:pt x="155" y="323"/>
                  </a:lnTo>
                  <a:lnTo>
                    <a:pt x="140" y="323"/>
                  </a:lnTo>
                  <a:lnTo>
                    <a:pt x="136" y="320"/>
                  </a:lnTo>
                  <a:lnTo>
                    <a:pt x="127" y="324"/>
                  </a:lnTo>
                  <a:lnTo>
                    <a:pt x="114" y="326"/>
                  </a:lnTo>
                  <a:lnTo>
                    <a:pt x="108" y="326"/>
                  </a:lnTo>
                  <a:lnTo>
                    <a:pt x="103" y="328"/>
                  </a:lnTo>
                  <a:lnTo>
                    <a:pt x="91" y="324"/>
                  </a:lnTo>
                  <a:lnTo>
                    <a:pt x="72" y="310"/>
                  </a:lnTo>
                  <a:lnTo>
                    <a:pt x="73" y="302"/>
                  </a:lnTo>
                  <a:lnTo>
                    <a:pt x="74" y="302"/>
                  </a:lnTo>
                  <a:lnTo>
                    <a:pt x="74" y="301"/>
                  </a:lnTo>
                  <a:lnTo>
                    <a:pt x="76" y="290"/>
                  </a:lnTo>
                  <a:lnTo>
                    <a:pt x="76" y="280"/>
                  </a:lnTo>
                  <a:lnTo>
                    <a:pt x="67" y="262"/>
                  </a:lnTo>
                  <a:lnTo>
                    <a:pt x="54" y="254"/>
                  </a:lnTo>
                  <a:lnTo>
                    <a:pt x="52" y="256"/>
                  </a:lnTo>
                  <a:lnTo>
                    <a:pt x="44" y="254"/>
                  </a:lnTo>
                  <a:lnTo>
                    <a:pt x="41" y="242"/>
                  </a:lnTo>
                  <a:lnTo>
                    <a:pt x="40" y="240"/>
                  </a:lnTo>
                  <a:lnTo>
                    <a:pt x="28" y="238"/>
                  </a:lnTo>
                  <a:lnTo>
                    <a:pt x="24" y="234"/>
                  </a:lnTo>
                  <a:lnTo>
                    <a:pt x="13" y="236"/>
                  </a:lnTo>
                  <a:lnTo>
                    <a:pt x="7" y="233"/>
                  </a:lnTo>
                  <a:lnTo>
                    <a:pt x="7" y="228"/>
                  </a:lnTo>
                  <a:lnTo>
                    <a:pt x="4" y="232"/>
                  </a:lnTo>
                  <a:lnTo>
                    <a:pt x="0" y="230"/>
                  </a:lnTo>
                  <a:lnTo>
                    <a:pt x="11" y="196"/>
                  </a:lnTo>
                  <a:lnTo>
                    <a:pt x="8" y="214"/>
                  </a:lnTo>
                  <a:lnTo>
                    <a:pt x="12" y="211"/>
                  </a:lnTo>
                  <a:lnTo>
                    <a:pt x="17" y="210"/>
                  </a:lnTo>
                  <a:lnTo>
                    <a:pt x="17" y="199"/>
                  </a:lnTo>
                  <a:lnTo>
                    <a:pt x="24" y="194"/>
                  </a:lnTo>
                  <a:lnTo>
                    <a:pt x="25" y="191"/>
                  </a:lnTo>
                  <a:lnTo>
                    <a:pt x="17" y="192"/>
                  </a:lnTo>
                  <a:lnTo>
                    <a:pt x="11" y="187"/>
                  </a:lnTo>
                  <a:lnTo>
                    <a:pt x="12" y="181"/>
                  </a:lnTo>
                  <a:lnTo>
                    <a:pt x="13" y="174"/>
                  </a:lnTo>
                  <a:lnTo>
                    <a:pt x="11" y="170"/>
                  </a:lnTo>
                  <a:lnTo>
                    <a:pt x="14" y="174"/>
                  </a:lnTo>
                  <a:lnTo>
                    <a:pt x="30" y="172"/>
                  </a:lnTo>
                  <a:lnTo>
                    <a:pt x="30" y="169"/>
                  </a:lnTo>
                  <a:lnTo>
                    <a:pt x="22" y="164"/>
                  </a:lnTo>
                  <a:lnTo>
                    <a:pt x="17" y="158"/>
                  </a:lnTo>
                  <a:lnTo>
                    <a:pt x="14" y="167"/>
                  </a:lnTo>
                  <a:lnTo>
                    <a:pt x="10" y="168"/>
                  </a:lnTo>
                  <a:lnTo>
                    <a:pt x="16" y="142"/>
                  </a:lnTo>
                  <a:lnTo>
                    <a:pt x="14" y="132"/>
                  </a:lnTo>
                  <a:lnTo>
                    <a:pt x="12" y="126"/>
                  </a:lnTo>
                  <a:lnTo>
                    <a:pt x="14" y="109"/>
                  </a:lnTo>
                  <a:lnTo>
                    <a:pt x="12" y="85"/>
                  </a:lnTo>
                  <a:lnTo>
                    <a:pt x="12" y="83"/>
                  </a:lnTo>
                  <a:lnTo>
                    <a:pt x="5" y="72"/>
                  </a:lnTo>
                  <a:lnTo>
                    <a:pt x="4" y="60"/>
                  </a:lnTo>
                  <a:lnTo>
                    <a:pt x="6" y="55"/>
                  </a:lnTo>
                  <a:lnTo>
                    <a:pt x="4" y="44"/>
                  </a:lnTo>
                  <a:lnTo>
                    <a:pt x="12" y="29"/>
                  </a:lnTo>
                  <a:lnTo>
                    <a:pt x="10" y="23"/>
                  </a:lnTo>
                  <a:lnTo>
                    <a:pt x="14" y="24"/>
                  </a:lnTo>
                  <a:lnTo>
                    <a:pt x="52" y="55"/>
                  </a:lnTo>
                  <a:lnTo>
                    <a:pt x="86" y="67"/>
                  </a:lnTo>
                  <a:lnTo>
                    <a:pt x="86" y="70"/>
                  </a:lnTo>
                  <a:lnTo>
                    <a:pt x="109" y="76"/>
                  </a:lnTo>
                  <a:lnTo>
                    <a:pt x="118" y="83"/>
                  </a:lnTo>
                  <a:lnTo>
                    <a:pt x="122" y="85"/>
                  </a:lnTo>
                  <a:lnTo>
                    <a:pt x="124" y="79"/>
                  </a:lnTo>
                  <a:lnTo>
                    <a:pt x="130" y="80"/>
                  </a:lnTo>
                  <a:lnTo>
                    <a:pt x="126" y="83"/>
                  </a:lnTo>
                  <a:lnTo>
                    <a:pt x="127" y="89"/>
                  </a:lnTo>
                  <a:lnTo>
                    <a:pt x="128" y="88"/>
                  </a:lnTo>
                  <a:lnTo>
                    <a:pt x="131" y="106"/>
                  </a:lnTo>
                  <a:lnTo>
                    <a:pt x="121" y="113"/>
                  </a:lnTo>
                  <a:lnTo>
                    <a:pt x="121" y="116"/>
                  </a:lnTo>
                  <a:lnTo>
                    <a:pt x="136" y="107"/>
                  </a:lnTo>
                  <a:lnTo>
                    <a:pt x="139" y="107"/>
                  </a:lnTo>
                  <a:lnTo>
                    <a:pt x="138" y="120"/>
                  </a:lnTo>
                  <a:lnTo>
                    <a:pt x="137" y="120"/>
                  </a:lnTo>
                  <a:lnTo>
                    <a:pt x="132" y="140"/>
                  </a:lnTo>
                  <a:lnTo>
                    <a:pt x="133" y="142"/>
                  </a:lnTo>
                  <a:lnTo>
                    <a:pt x="134" y="150"/>
                  </a:lnTo>
                  <a:lnTo>
                    <a:pt x="137" y="155"/>
                  </a:lnTo>
                  <a:lnTo>
                    <a:pt x="127" y="158"/>
                  </a:lnTo>
                  <a:lnTo>
                    <a:pt x="126" y="155"/>
                  </a:lnTo>
                  <a:lnTo>
                    <a:pt x="125" y="154"/>
                  </a:lnTo>
                  <a:lnTo>
                    <a:pt x="127" y="161"/>
                  </a:lnTo>
                  <a:lnTo>
                    <a:pt x="133" y="160"/>
                  </a:lnTo>
                  <a:lnTo>
                    <a:pt x="140" y="156"/>
                  </a:lnTo>
                  <a:lnTo>
                    <a:pt x="138" y="149"/>
                  </a:lnTo>
                  <a:lnTo>
                    <a:pt x="145" y="118"/>
                  </a:lnTo>
                  <a:lnTo>
                    <a:pt x="156" y="103"/>
                  </a:lnTo>
                  <a:lnTo>
                    <a:pt x="158" y="103"/>
                  </a:lnTo>
                  <a:lnTo>
                    <a:pt x="161" y="98"/>
                  </a:lnTo>
                  <a:lnTo>
                    <a:pt x="155" y="86"/>
                  </a:lnTo>
                  <a:lnTo>
                    <a:pt x="155" y="77"/>
                  </a:lnTo>
                  <a:lnTo>
                    <a:pt x="150" y="85"/>
                  </a:lnTo>
                  <a:lnTo>
                    <a:pt x="152" y="92"/>
                  </a:lnTo>
                  <a:lnTo>
                    <a:pt x="149" y="85"/>
                  </a:lnTo>
                  <a:lnTo>
                    <a:pt x="146" y="84"/>
                  </a:lnTo>
                  <a:lnTo>
                    <a:pt x="146" y="72"/>
                  </a:lnTo>
                  <a:lnTo>
                    <a:pt x="155" y="73"/>
                  </a:lnTo>
                  <a:lnTo>
                    <a:pt x="157" y="71"/>
                  </a:lnTo>
                  <a:lnTo>
                    <a:pt x="157" y="70"/>
                  </a:lnTo>
                  <a:lnTo>
                    <a:pt x="151" y="62"/>
                  </a:lnTo>
                  <a:lnTo>
                    <a:pt x="146" y="58"/>
                  </a:lnTo>
                  <a:lnTo>
                    <a:pt x="139" y="71"/>
                  </a:lnTo>
                  <a:lnTo>
                    <a:pt x="142" y="90"/>
                  </a:lnTo>
                  <a:lnTo>
                    <a:pt x="143" y="90"/>
                  </a:lnTo>
                  <a:lnTo>
                    <a:pt x="144" y="86"/>
                  </a:lnTo>
                  <a:lnTo>
                    <a:pt x="151" y="95"/>
                  </a:lnTo>
                  <a:lnTo>
                    <a:pt x="149" y="107"/>
                  </a:lnTo>
                  <a:lnTo>
                    <a:pt x="143" y="97"/>
                  </a:lnTo>
                  <a:lnTo>
                    <a:pt x="137" y="91"/>
                  </a:lnTo>
                  <a:lnTo>
                    <a:pt x="139" y="79"/>
                  </a:lnTo>
                  <a:lnTo>
                    <a:pt x="132" y="72"/>
                  </a:lnTo>
                  <a:lnTo>
                    <a:pt x="142" y="55"/>
                  </a:lnTo>
                  <a:lnTo>
                    <a:pt x="146" y="36"/>
                  </a:lnTo>
                  <a:lnTo>
                    <a:pt x="154" y="53"/>
                  </a:lnTo>
                  <a:lnTo>
                    <a:pt x="158" y="36"/>
                  </a:lnTo>
                  <a:lnTo>
                    <a:pt x="160" y="28"/>
                  </a:lnTo>
                  <a:lnTo>
                    <a:pt x="152" y="25"/>
                  </a:lnTo>
                  <a:lnTo>
                    <a:pt x="151" y="35"/>
                  </a:lnTo>
                  <a:lnTo>
                    <a:pt x="146" y="12"/>
                  </a:lnTo>
                  <a:lnTo>
                    <a:pt x="150" y="0"/>
                  </a:lnTo>
                  <a:lnTo>
                    <a:pt x="270" y="28"/>
                  </a:lnTo>
                  <a:lnTo>
                    <a:pt x="397" y="56"/>
                  </a:lnTo>
                  <a:lnTo>
                    <a:pt x="437" y="65"/>
                  </a:lnTo>
                  <a:lnTo>
                    <a:pt x="486" y="74"/>
                  </a:lnTo>
                  <a:lnTo>
                    <a:pt x="511" y="79"/>
                  </a:lnTo>
                  <a:lnTo>
                    <a:pt x="510" y="83"/>
                  </a:lnTo>
                  <a:lnTo>
                    <a:pt x="510" y="86"/>
                  </a:lnTo>
                  <a:lnTo>
                    <a:pt x="509" y="94"/>
                  </a:lnTo>
                  <a:lnTo>
                    <a:pt x="498" y="145"/>
                  </a:lnTo>
                  <a:lnTo>
                    <a:pt x="496" y="161"/>
                  </a:lnTo>
                  <a:lnTo>
                    <a:pt x="493" y="168"/>
                  </a:lnTo>
                  <a:lnTo>
                    <a:pt x="493" y="170"/>
                  </a:lnTo>
                  <a:lnTo>
                    <a:pt x="493" y="172"/>
                  </a:lnTo>
                  <a:lnTo>
                    <a:pt x="492" y="174"/>
                  </a:lnTo>
                  <a:lnTo>
                    <a:pt x="488" y="196"/>
                  </a:lnTo>
                  <a:lnTo>
                    <a:pt x="486" y="208"/>
                  </a:lnTo>
                  <a:lnTo>
                    <a:pt x="481" y="232"/>
                  </a:lnTo>
                  <a:lnTo>
                    <a:pt x="480" y="241"/>
                  </a:lnTo>
                  <a:lnTo>
                    <a:pt x="480" y="242"/>
                  </a:lnTo>
                  <a:lnTo>
                    <a:pt x="478" y="254"/>
                  </a:lnTo>
                  <a:lnTo>
                    <a:pt x="470" y="289"/>
                  </a:lnTo>
                  <a:lnTo>
                    <a:pt x="469" y="294"/>
                  </a:lnTo>
                  <a:lnTo>
                    <a:pt x="467" y="310"/>
                  </a:lnTo>
                  <a:lnTo>
                    <a:pt x="466" y="313"/>
                  </a:lnTo>
                  <a:lnTo>
                    <a:pt x="464" y="32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4" name="Freeform 70">
              <a:extLst>
                <a:ext uri="{FF2B5EF4-FFF2-40B4-BE49-F238E27FC236}">
                  <a16:creationId xmlns:a16="http://schemas.microsoft.com/office/drawing/2014/main" id="{C01B2C86-52A7-35D1-6B59-816C87C4D016}"/>
                </a:ext>
              </a:extLst>
            </p:cNvPr>
            <p:cNvSpPr>
              <a:spLocks noChangeAspect="1"/>
            </p:cNvSpPr>
            <p:nvPr/>
          </p:nvSpPr>
          <p:spPr bwMode="auto">
            <a:xfrm>
              <a:off x="373" y="2256"/>
              <a:ext cx="5" cy="3"/>
            </a:xfrm>
            <a:custGeom>
              <a:avLst/>
              <a:gdLst>
                <a:gd name="T0" fmla="*/ 3 w 28"/>
                <a:gd name="T1" fmla="*/ 0 h 22"/>
                <a:gd name="T2" fmla="*/ 6 w 28"/>
                <a:gd name="T3" fmla="*/ 10 h 22"/>
                <a:gd name="T4" fmla="*/ 9 w 28"/>
                <a:gd name="T5" fmla="*/ 11 h 22"/>
                <a:gd name="T6" fmla="*/ 11 w 28"/>
                <a:gd name="T7" fmla="*/ 1 h 22"/>
                <a:gd name="T8" fmla="*/ 28 w 28"/>
                <a:gd name="T9" fmla="*/ 6 h 22"/>
                <a:gd name="T10" fmla="*/ 19 w 28"/>
                <a:gd name="T11" fmla="*/ 22 h 22"/>
                <a:gd name="T12" fmla="*/ 6 w 28"/>
                <a:gd name="T13" fmla="*/ 21 h 22"/>
                <a:gd name="T14" fmla="*/ 0 w 28"/>
                <a:gd name="T15" fmla="*/ 15 h 22"/>
                <a:gd name="T16" fmla="*/ 3 w 28"/>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2">
                  <a:moveTo>
                    <a:pt x="3" y="0"/>
                  </a:moveTo>
                  <a:lnTo>
                    <a:pt x="6" y="10"/>
                  </a:lnTo>
                  <a:lnTo>
                    <a:pt x="9" y="11"/>
                  </a:lnTo>
                  <a:lnTo>
                    <a:pt x="11" y="1"/>
                  </a:lnTo>
                  <a:lnTo>
                    <a:pt x="28" y="6"/>
                  </a:lnTo>
                  <a:lnTo>
                    <a:pt x="19" y="22"/>
                  </a:lnTo>
                  <a:lnTo>
                    <a:pt x="6" y="21"/>
                  </a:lnTo>
                  <a:lnTo>
                    <a:pt x="0" y="15"/>
                  </a:lnTo>
                  <a:lnTo>
                    <a:pt x="3"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5" name="Freeform 71">
              <a:extLst>
                <a:ext uri="{FF2B5EF4-FFF2-40B4-BE49-F238E27FC236}">
                  <a16:creationId xmlns:a16="http://schemas.microsoft.com/office/drawing/2014/main" id="{A6CD02D8-C7B5-EBCC-E3E0-1A7389B06C46}"/>
                </a:ext>
              </a:extLst>
            </p:cNvPr>
            <p:cNvSpPr>
              <a:spLocks noChangeAspect="1"/>
            </p:cNvSpPr>
            <p:nvPr/>
          </p:nvSpPr>
          <p:spPr bwMode="auto">
            <a:xfrm>
              <a:off x="341" y="2569"/>
              <a:ext cx="206" cy="177"/>
            </a:xfrm>
            <a:custGeom>
              <a:avLst/>
              <a:gdLst>
                <a:gd name="T0" fmla="*/ 212 w 1156"/>
                <a:gd name="T1" fmla="*/ 825 h 995"/>
                <a:gd name="T2" fmla="*/ 243 w 1156"/>
                <a:gd name="T3" fmla="*/ 810 h 995"/>
                <a:gd name="T4" fmla="*/ 269 w 1156"/>
                <a:gd name="T5" fmla="*/ 793 h 995"/>
                <a:gd name="T6" fmla="*/ 304 w 1156"/>
                <a:gd name="T7" fmla="*/ 773 h 995"/>
                <a:gd name="T8" fmla="*/ 377 w 1156"/>
                <a:gd name="T9" fmla="*/ 729 h 995"/>
                <a:gd name="T10" fmla="*/ 423 w 1156"/>
                <a:gd name="T11" fmla="*/ 693 h 995"/>
                <a:gd name="T12" fmla="*/ 413 w 1156"/>
                <a:gd name="T13" fmla="*/ 666 h 995"/>
                <a:gd name="T14" fmla="*/ 464 w 1156"/>
                <a:gd name="T15" fmla="*/ 618 h 995"/>
                <a:gd name="T16" fmla="*/ 467 w 1156"/>
                <a:gd name="T17" fmla="*/ 685 h 995"/>
                <a:gd name="T18" fmla="*/ 578 w 1156"/>
                <a:gd name="T19" fmla="*/ 653 h 995"/>
                <a:gd name="T20" fmla="*/ 707 w 1156"/>
                <a:gd name="T21" fmla="*/ 667 h 995"/>
                <a:gd name="T22" fmla="*/ 720 w 1156"/>
                <a:gd name="T23" fmla="*/ 674 h 995"/>
                <a:gd name="T24" fmla="*/ 909 w 1156"/>
                <a:gd name="T25" fmla="*/ 752 h 995"/>
                <a:gd name="T26" fmla="*/ 953 w 1156"/>
                <a:gd name="T27" fmla="*/ 812 h 995"/>
                <a:gd name="T28" fmla="*/ 970 w 1156"/>
                <a:gd name="T29" fmla="*/ 858 h 995"/>
                <a:gd name="T30" fmla="*/ 1005 w 1156"/>
                <a:gd name="T31" fmla="*/ 924 h 995"/>
                <a:gd name="T32" fmla="*/ 1132 w 1156"/>
                <a:gd name="T33" fmla="*/ 995 h 995"/>
                <a:gd name="T34" fmla="*/ 1155 w 1156"/>
                <a:gd name="T35" fmla="*/ 921 h 995"/>
                <a:gd name="T36" fmla="*/ 1062 w 1156"/>
                <a:gd name="T37" fmla="*/ 804 h 995"/>
                <a:gd name="T38" fmla="*/ 1010 w 1156"/>
                <a:gd name="T39" fmla="*/ 733 h 995"/>
                <a:gd name="T40" fmla="*/ 964 w 1156"/>
                <a:gd name="T41" fmla="*/ 725 h 995"/>
                <a:gd name="T42" fmla="*/ 924 w 1156"/>
                <a:gd name="T43" fmla="*/ 733 h 995"/>
                <a:gd name="T44" fmla="*/ 863 w 1156"/>
                <a:gd name="T45" fmla="*/ 667 h 995"/>
                <a:gd name="T46" fmla="*/ 855 w 1156"/>
                <a:gd name="T47" fmla="*/ 366 h 995"/>
                <a:gd name="T48" fmla="*/ 768 w 1156"/>
                <a:gd name="T49" fmla="*/ 131 h 995"/>
                <a:gd name="T50" fmla="*/ 432 w 1156"/>
                <a:gd name="T51" fmla="*/ 0 h 995"/>
                <a:gd name="T52" fmla="*/ 114 w 1156"/>
                <a:gd name="T53" fmla="*/ 81 h 995"/>
                <a:gd name="T54" fmla="*/ 168 w 1156"/>
                <a:gd name="T55" fmla="*/ 186 h 995"/>
                <a:gd name="T56" fmla="*/ 71 w 1156"/>
                <a:gd name="T57" fmla="*/ 225 h 995"/>
                <a:gd name="T58" fmla="*/ 141 w 1156"/>
                <a:gd name="T59" fmla="*/ 330 h 995"/>
                <a:gd name="T60" fmla="*/ 222 w 1156"/>
                <a:gd name="T61" fmla="*/ 369 h 995"/>
                <a:gd name="T62" fmla="*/ 167 w 1156"/>
                <a:gd name="T63" fmla="*/ 383 h 995"/>
                <a:gd name="T64" fmla="*/ 80 w 1156"/>
                <a:gd name="T65" fmla="*/ 417 h 995"/>
                <a:gd name="T66" fmla="*/ 51 w 1156"/>
                <a:gd name="T67" fmla="*/ 505 h 995"/>
                <a:gd name="T68" fmla="*/ 51 w 1156"/>
                <a:gd name="T69" fmla="*/ 536 h 995"/>
                <a:gd name="T70" fmla="*/ 146 w 1156"/>
                <a:gd name="T71" fmla="*/ 613 h 995"/>
                <a:gd name="T72" fmla="*/ 161 w 1156"/>
                <a:gd name="T73" fmla="*/ 659 h 995"/>
                <a:gd name="T74" fmla="*/ 176 w 1156"/>
                <a:gd name="T75" fmla="*/ 667 h 995"/>
                <a:gd name="T76" fmla="*/ 220 w 1156"/>
                <a:gd name="T77" fmla="*/ 660 h 995"/>
                <a:gd name="T78" fmla="*/ 245 w 1156"/>
                <a:gd name="T79" fmla="*/ 684 h 995"/>
                <a:gd name="T80" fmla="*/ 264 w 1156"/>
                <a:gd name="T81" fmla="*/ 731 h 995"/>
                <a:gd name="T82" fmla="*/ 185 w 1156"/>
                <a:gd name="T83" fmla="*/ 776 h 995"/>
                <a:gd name="T84" fmla="*/ 27 w 1156"/>
                <a:gd name="T85" fmla="*/ 833 h 995"/>
                <a:gd name="T86" fmla="*/ 9 w 1156"/>
                <a:gd name="T87" fmla="*/ 863 h 995"/>
                <a:gd name="T88" fmla="*/ 65 w 1156"/>
                <a:gd name="T89" fmla="*/ 847 h 995"/>
                <a:gd name="T90" fmla="*/ 119 w 1156"/>
                <a:gd name="T91" fmla="*/ 851 h 995"/>
                <a:gd name="T92" fmla="*/ 159 w 1156"/>
                <a:gd name="T93" fmla="*/ 846 h 995"/>
                <a:gd name="T94" fmla="*/ 196 w 1156"/>
                <a:gd name="T95" fmla="*/ 869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56" h="995">
                  <a:moveTo>
                    <a:pt x="191" y="813"/>
                  </a:moveTo>
                  <a:lnTo>
                    <a:pt x="189" y="827"/>
                  </a:lnTo>
                  <a:lnTo>
                    <a:pt x="192" y="827"/>
                  </a:lnTo>
                  <a:lnTo>
                    <a:pt x="212" y="825"/>
                  </a:lnTo>
                  <a:lnTo>
                    <a:pt x="221" y="823"/>
                  </a:lnTo>
                  <a:lnTo>
                    <a:pt x="231" y="816"/>
                  </a:lnTo>
                  <a:lnTo>
                    <a:pt x="239" y="811"/>
                  </a:lnTo>
                  <a:lnTo>
                    <a:pt x="243" y="810"/>
                  </a:lnTo>
                  <a:lnTo>
                    <a:pt x="250" y="801"/>
                  </a:lnTo>
                  <a:lnTo>
                    <a:pt x="256" y="804"/>
                  </a:lnTo>
                  <a:lnTo>
                    <a:pt x="258" y="800"/>
                  </a:lnTo>
                  <a:lnTo>
                    <a:pt x="269" y="793"/>
                  </a:lnTo>
                  <a:lnTo>
                    <a:pt x="284" y="793"/>
                  </a:lnTo>
                  <a:lnTo>
                    <a:pt x="290" y="786"/>
                  </a:lnTo>
                  <a:lnTo>
                    <a:pt x="300" y="776"/>
                  </a:lnTo>
                  <a:lnTo>
                    <a:pt x="304" y="773"/>
                  </a:lnTo>
                  <a:lnTo>
                    <a:pt x="306" y="768"/>
                  </a:lnTo>
                  <a:lnTo>
                    <a:pt x="330" y="747"/>
                  </a:lnTo>
                  <a:lnTo>
                    <a:pt x="346" y="741"/>
                  </a:lnTo>
                  <a:lnTo>
                    <a:pt x="377" y="729"/>
                  </a:lnTo>
                  <a:lnTo>
                    <a:pt x="387" y="725"/>
                  </a:lnTo>
                  <a:lnTo>
                    <a:pt x="400" y="705"/>
                  </a:lnTo>
                  <a:lnTo>
                    <a:pt x="412" y="704"/>
                  </a:lnTo>
                  <a:lnTo>
                    <a:pt x="423" y="693"/>
                  </a:lnTo>
                  <a:lnTo>
                    <a:pt x="423" y="687"/>
                  </a:lnTo>
                  <a:lnTo>
                    <a:pt x="422" y="680"/>
                  </a:lnTo>
                  <a:lnTo>
                    <a:pt x="413" y="678"/>
                  </a:lnTo>
                  <a:lnTo>
                    <a:pt x="413" y="666"/>
                  </a:lnTo>
                  <a:lnTo>
                    <a:pt x="424" y="666"/>
                  </a:lnTo>
                  <a:lnTo>
                    <a:pt x="424" y="659"/>
                  </a:lnTo>
                  <a:lnTo>
                    <a:pt x="440" y="642"/>
                  </a:lnTo>
                  <a:lnTo>
                    <a:pt x="464" y="618"/>
                  </a:lnTo>
                  <a:lnTo>
                    <a:pt x="477" y="630"/>
                  </a:lnTo>
                  <a:lnTo>
                    <a:pt x="471" y="645"/>
                  </a:lnTo>
                  <a:lnTo>
                    <a:pt x="462" y="669"/>
                  </a:lnTo>
                  <a:lnTo>
                    <a:pt x="467" y="685"/>
                  </a:lnTo>
                  <a:lnTo>
                    <a:pt x="494" y="685"/>
                  </a:lnTo>
                  <a:lnTo>
                    <a:pt x="543" y="671"/>
                  </a:lnTo>
                  <a:lnTo>
                    <a:pt x="555" y="655"/>
                  </a:lnTo>
                  <a:lnTo>
                    <a:pt x="578" y="653"/>
                  </a:lnTo>
                  <a:lnTo>
                    <a:pt x="611" y="667"/>
                  </a:lnTo>
                  <a:lnTo>
                    <a:pt x="632" y="653"/>
                  </a:lnTo>
                  <a:lnTo>
                    <a:pt x="664" y="644"/>
                  </a:lnTo>
                  <a:lnTo>
                    <a:pt x="707" y="667"/>
                  </a:lnTo>
                  <a:lnTo>
                    <a:pt x="699" y="677"/>
                  </a:lnTo>
                  <a:lnTo>
                    <a:pt x="706" y="683"/>
                  </a:lnTo>
                  <a:lnTo>
                    <a:pt x="710" y="681"/>
                  </a:lnTo>
                  <a:lnTo>
                    <a:pt x="720" y="674"/>
                  </a:lnTo>
                  <a:lnTo>
                    <a:pt x="767" y="674"/>
                  </a:lnTo>
                  <a:lnTo>
                    <a:pt x="819" y="696"/>
                  </a:lnTo>
                  <a:lnTo>
                    <a:pt x="819" y="697"/>
                  </a:lnTo>
                  <a:lnTo>
                    <a:pt x="909" y="752"/>
                  </a:lnTo>
                  <a:lnTo>
                    <a:pt x="908" y="757"/>
                  </a:lnTo>
                  <a:lnTo>
                    <a:pt x="950" y="797"/>
                  </a:lnTo>
                  <a:lnTo>
                    <a:pt x="948" y="809"/>
                  </a:lnTo>
                  <a:lnTo>
                    <a:pt x="953" y="812"/>
                  </a:lnTo>
                  <a:lnTo>
                    <a:pt x="957" y="818"/>
                  </a:lnTo>
                  <a:lnTo>
                    <a:pt x="958" y="824"/>
                  </a:lnTo>
                  <a:lnTo>
                    <a:pt x="960" y="829"/>
                  </a:lnTo>
                  <a:lnTo>
                    <a:pt x="970" y="858"/>
                  </a:lnTo>
                  <a:lnTo>
                    <a:pt x="999" y="902"/>
                  </a:lnTo>
                  <a:lnTo>
                    <a:pt x="1006" y="909"/>
                  </a:lnTo>
                  <a:lnTo>
                    <a:pt x="1011" y="917"/>
                  </a:lnTo>
                  <a:lnTo>
                    <a:pt x="1005" y="924"/>
                  </a:lnTo>
                  <a:lnTo>
                    <a:pt x="1019" y="933"/>
                  </a:lnTo>
                  <a:lnTo>
                    <a:pt x="1025" y="923"/>
                  </a:lnTo>
                  <a:lnTo>
                    <a:pt x="1032" y="991"/>
                  </a:lnTo>
                  <a:lnTo>
                    <a:pt x="1132" y="995"/>
                  </a:lnTo>
                  <a:lnTo>
                    <a:pt x="1155" y="966"/>
                  </a:lnTo>
                  <a:lnTo>
                    <a:pt x="1151" y="949"/>
                  </a:lnTo>
                  <a:lnTo>
                    <a:pt x="1156" y="932"/>
                  </a:lnTo>
                  <a:lnTo>
                    <a:pt x="1155" y="921"/>
                  </a:lnTo>
                  <a:lnTo>
                    <a:pt x="1124" y="903"/>
                  </a:lnTo>
                  <a:lnTo>
                    <a:pt x="1108" y="891"/>
                  </a:lnTo>
                  <a:lnTo>
                    <a:pt x="1085" y="849"/>
                  </a:lnTo>
                  <a:lnTo>
                    <a:pt x="1062" y="804"/>
                  </a:lnTo>
                  <a:lnTo>
                    <a:pt x="1058" y="788"/>
                  </a:lnTo>
                  <a:lnTo>
                    <a:pt x="1029" y="757"/>
                  </a:lnTo>
                  <a:lnTo>
                    <a:pt x="1008" y="735"/>
                  </a:lnTo>
                  <a:lnTo>
                    <a:pt x="1010" y="733"/>
                  </a:lnTo>
                  <a:lnTo>
                    <a:pt x="996" y="710"/>
                  </a:lnTo>
                  <a:lnTo>
                    <a:pt x="988" y="713"/>
                  </a:lnTo>
                  <a:lnTo>
                    <a:pt x="970" y="717"/>
                  </a:lnTo>
                  <a:lnTo>
                    <a:pt x="964" y="725"/>
                  </a:lnTo>
                  <a:lnTo>
                    <a:pt x="962" y="734"/>
                  </a:lnTo>
                  <a:lnTo>
                    <a:pt x="958" y="740"/>
                  </a:lnTo>
                  <a:lnTo>
                    <a:pt x="927" y="750"/>
                  </a:lnTo>
                  <a:lnTo>
                    <a:pt x="924" y="733"/>
                  </a:lnTo>
                  <a:lnTo>
                    <a:pt x="894" y="699"/>
                  </a:lnTo>
                  <a:lnTo>
                    <a:pt x="878" y="684"/>
                  </a:lnTo>
                  <a:lnTo>
                    <a:pt x="884" y="668"/>
                  </a:lnTo>
                  <a:lnTo>
                    <a:pt x="863" y="667"/>
                  </a:lnTo>
                  <a:lnTo>
                    <a:pt x="839" y="666"/>
                  </a:lnTo>
                  <a:lnTo>
                    <a:pt x="822" y="665"/>
                  </a:lnTo>
                  <a:lnTo>
                    <a:pt x="832" y="579"/>
                  </a:lnTo>
                  <a:lnTo>
                    <a:pt x="855" y="366"/>
                  </a:lnTo>
                  <a:lnTo>
                    <a:pt x="870" y="225"/>
                  </a:lnTo>
                  <a:lnTo>
                    <a:pt x="878" y="163"/>
                  </a:lnTo>
                  <a:lnTo>
                    <a:pt x="814" y="126"/>
                  </a:lnTo>
                  <a:lnTo>
                    <a:pt x="768" y="131"/>
                  </a:lnTo>
                  <a:lnTo>
                    <a:pt x="627" y="75"/>
                  </a:lnTo>
                  <a:lnTo>
                    <a:pt x="569" y="74"/>
                  </a:lnTo>
                  <a:lnTo>
                    <a:pt x="554" y="49"/>
                  </a:lnTo>
                  <a:lnTo>
                    <a:pt x="432" y="0"/>
                  </a:lnTo>
                  <a:lnTo>
                    <a:pt x="363" y="15"/>
                  </a:lnTo>
                  <a:lnTo>
                    <a:pt x="260" y="29"/>
                  </a:lnTo>
                  <a:lnTo>
                    <a:pt x="186" y="87"/>
                  </a:lnTo>
                  <a:lnTo>
                    <a:pt x="114" y="81"/>
                  </a:lnTo>
                  <a:lnTo>
                    <a:pt x="88" y="108"/>
                  </a:lnTo>
                  <a:lnTo>
                    <a:pt x="126" y="133"/>
                  </a:lnTo>
                  <a:lnTo>
                    <a:pt x="162" y="164"/>
                  </a:lnTo>
                  <a:lnTo>
                    <a:pt x="168" y="186"/>
                  </a:lnTo>
                  <a:lnTo>
                    <a:pt x="198" y="207"/>
                  </a:lnTo>
                  <a:lnTo>
                    <a:pt x="171" y="218"/>
                  </a:lnTo>
                  <a:lnTo>
                    <a:pt x="146" y="213"/>
                  </a:lnTo>
                  <a:lnTo>
                    <a:pt x="71" y="225"/>
                  </a:lnTo>
                  <a:lnTo>
                    <a:pt x="28" y="237"/>
                  </a:lnTo>
                  <a:lnTo>
                    <a:pt x="22" y="240"/>
                  </a:lnTo>
                  <a:lnTo>
                    <a:pt x="66" y="319"/>
                  </a:lnTo>
                  <a:lnTo>
                    <a:pt x="141" y="330"/>
                  </a:lnTo>
                  <a:lnTo>
                    <a:pt x="171" y="348"/>
                  </a:lnTo>
                  <a:lnTo>
                    <a:pt x="189" y="337"/>
                  </a:lnTo>
                  <a:lnTo>
                    <a:pt x="224" y="362"/>
                  </a:lnTo>
                  <a:lnTo>
                    <a:pt x="222" y="369"/>
                  </a:lnTo>
                  <a:lnTo>
                    <a:pt x="226" y="384"/>
                  </a:lnTo>
                  <a:lnTo>
                    <a:pt x="191" y="397"/>
                  </a:lnTo>
                  <a:lnTo>
                    <a:pt x="179" y="384"/>
                  </a:lnTo>
                  <a:lnTo>
                    <a:pt x="167" y="383"/>
                  </a:lnTo>
                  <a:lnTo>
                    <a:pt x="166" y="401"/>
                  </a:lnTo>
                  <a:lnTo>
                    <a:pt x="128" y="396"/>
                  </a:lnTo>
                  <a:lnTo>
                    <a:pt x="117" y="392"/>
                  </a:lnTo>
                  <a:lnTo>
                    <a:pt x="80" y="417"/>
                  </a:lnTo>
                  <a:lnTo>
                    <a:pt x="70" y="433"/>
                  </a:lnTo>
                  <a:lnTo>
                    <a:pt x="46" y="446"/>
                  </a:lnTo>
                  <a:lnTo>
                    <a:pt x="35" y="471"/>
                  </a:lnTo>
                  <a:lnTo>
                    <a:pt x="51" y="505"/>
                  </a:lnTo>
                  <a:lnTo>
                    <a:pt x="60" y="513"/>
                  </a:lnTo>
                  <a:lnTo>
                    <a:pt x="52" y="527"/>
                  </a:lnTo>
                  <a:lnTo>
                    <a:pt x="48" y="531"/>
                  </a:lnTo>
                  <a:lnTo>
                    <a:pt x="51" y="536"/>
                  </a:lnTo>
                  <a:lnTo>
                    <a:pt x="86" y="588"/>
                  </a:lnTo>
                  <a:lnTo>
                    <a:pt x="146" y="590"/>
                  </a:lnTo>
                  <a:lnTo>
                    <a:pt x="150" y="611"/>
                  </a:lnTo>
                  <a:lnTo>
                    <a:pt x="146" y="613"/>
                  </a:lnTo>
                  <a:lnTo>
                    <a:pt x="147" y="645"/>
                  </a:lnTo>
                  <a:lnTo>
                    <a:pt x="134" y="649"/>
                  </a:lnTo>
                  <a:lnTo>
                    <a:pt x="148" y="663"/>
                  </a:lnTo>
                  <a:lnTo>
                    <a:pt x="161" y="659"/>
                  </a:lnTo>
                  <a:lnTo>
                    <a:pt x="165" y="659"/>
                  </a:lnTo>
                  <a:lnTo>
                    <a:pt x="165" y="665"/>
                  </a:lnTo>
                  <a:lnTo>
                    <a:pt x="173" y="667"/>
                  </a:lnTo>
                  <a:lnTo>
                    <a:pt x="176" y="667"/>
                  </a:lnTo>
                  <a:lnTo>
                    <a:pt x="188" y="653"/>
                  </a:lnTo>
                  <a:lnTo>
                    <a:pt x="200" y="657"/>
                  </a:lnTo>
                  <a:lnTo>
                    <a:pt x="208" y="662"/>
                  </a:lnTo>
                  <a:lnTo>
                    <a:pt x="220" y="660"/>
                  </a:lnTo>
                  <a:lnTo>
                    <a:pt x="230" y="685"/>
                  </a:lnTo>
                  <a:lnTo>
                    <a:pt x="231" y="686"/>
                  </a:lnTo>
                  <a:lnTo>
                    <a:pt x="238" y="687"/>
                  </a:lnTo>
                  <a:lnTo>
                    <a:pt x="245" y="684"/>
                  </a:lnTo>
                  <a:lnTo>
                    <a:pt x="246" y="683"/>
                  </a:lnTo>
                  <a:lnTo>
                    <a:pt x="264" y="683"/>
                  </a:lnTo>
                  <a:lnTo>
                    <a:pt x="273" y="698"/>
                  </a:lnTo>
                  <a:lnTo>
                    <a:pt x="264" y="731"/>
                  </a:lnTo>
                  <a:lnTo>
                    <a:pt x="227" y="759"/>
                  </a:lnTo>
                  <a:lnTo>
                    <a:pt x="222" y="761"/>
                  </a:lnTo>
                  <a:lnTo>
                    <a:pt x="210" y="767"/>
                  </a:lnTo>
                  <a:lnTo>
                    <a:pt x="185" y="776"/>
                  </a:lnTo>
                  <a:lnTo>
                    <a:pt x="116" y="798"/>
                  </a:lnTo>
                  <a:lnTo>
                    <a:pt x="94" y="811"/>
                  </a:lnTo>
                  <a:lnTo>
                    <a:pt x="58" y="829"/>
                  </a:lnTo>
                  <a:lnTo>
                    <a:pt x="27" y="833"/>
                  </a:lnTo>
                  <a:lnTo>
                    <a:pt x="16" y="835"/>
                  </a:lnTo>
                  <a:lnTo>
                    <a:pt x="2" y="846"/>
                  </a:lnTo>
                  <a:lnTo>
                    <a:pt x="0" y="849"/>
                  </a:lnTo>
                  <a:lnTo>
                    <a:pt x="9" y="863"/>
                  </a:lnTo>
                  <a:lnTo>
                    <a:pt x="16" y="863"/>
                  </a:lnTo>
                  <a:lnTo>
                    <a:pt x="29" y="855"/>
                  </a:lnTo>
                  <a:lnTo>
                    <a:pt x="64" y="859"/>
                  </a:lnTo>
                  <a:lnTo>
                    <a:pt x="65" y="847"/>
                  </a:lnTo>
                  <a:lnTo>
                    <a:pt x="83" y="847"/>
                  </a:lnTo>
                  <a:lnTo>
                    <a:pt x="83" y="866"/>
                  </a:lnTo>
                  <a:lnTo>
                    <a:pt x="106" y="863"/>
                  </a:lnTo>
                  <a:lnTo>
                    <a:pt x="119" y="851"/>
                  </a:lnTo>
                  <a:lnTo>
                    <a:pt x="136" y="833"/>
                  </a:lnTo>
                  <a:lnTo>
                    <a:pt x="142" y="830"/>
                  </a:lnTo>
                  <a:lnTo>
                    <a:pt x="142" y="848"/>
                  </a:lnTo>
                  <a:lnTo>
                    <a:pt x="159" y="846"/>
                  </a:lnTo>
                  <a:lnTo>
                    <a:pt x="159" y="866"/>
                  </a:lnTo>
                  <a:lnTo>
                    <a:pt x="183" y="860"/>
                  </a:lnTo>
                  <a:lnTo>
                    <a:pt x="191" y="871"/>
                  </a:lnTo>
                  <a:lnTo>
                    <a:pt x="196" y="869"/>
                  </a:lnTo>
                  <a:lnTo>
                    <a:pt x="191" y="845"/>
                  </a:lnTo>
                  <a:lnTo>
                    <a:pt x="173" y="833"/>
                  </a:lnTo>
                  <a:lnTo>
                    <a:pt x="191" y="81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6" name="Freeform 72">
              <a:extLst>
                <a:ext uri="{FF2B5EF4-FFF2-40B4-BE49-F238E27FC236}">
                  <a16:creationId xmlns:a16="http://schemas.microsoft.com/office/drawing/2014/main" id="{3657C9C6-1B0B-BFC2-22A9-1EBFABC59CB1}"/>
                </a:ext>
              </a:extLst>
            </p:cNvPr>
            <p:cNvSpPr>
              <a:spLocks noChangeAspect="1"/>
            </p:cNvSpPr>
            <p:nvPr/>
          </p:nvSpPr>
          <p:spPr bwMode="auto">
            <a:xfrm>
              <a:off x="404" y="2693"/>
              <a:ext cx="20" cy="21"/>
            </a:xfrm>
            <a:custGeom>
              <a:avLst/>
              <a:gdLst>
                <a:gd name="T0" fmla="*/ 4 w 115"/>
                <a:gd name="T1" fmla="*/ 65 h 113"/>
                <a:gd name="T2" fmla="*/ 12 w 115"/>
                <a:gd name="T3" fmla="*/ 72 h 113"/>
                <a:gd name="T4" fmla="*/ 12 w 115"/>
                <a:gd name="T5" fmla="*/ 99 h 113"/>
                <a:gd name="T6" fmla="*/ 0 w 115"/>
                <a:gd name="T7" fmla="*/ 108 h 113"/>
                <a:gd name="T8" fmla="*/ 2 w 115"/>
                <a:gd name="T9" fmla="*/ 113 h 113"/>
                <a:gd name="T10" fmla="*/ 31 w 115"/>
                <a:gd name="T11" fmla="*/ 112 h 113"/>
                <a:gd name="T12" fmla="*/ 36 w 115"/>
                <a:gd name="T13" fmla="*/ 107 h 113"/>
                <a:gd name="T14" fmla="*/ 36 w 115"/>
                <a:gd name="T15" fmla="*/ 101 h 113"/>
                <a:gd name="T16" fmla="*/ 85 w 115"/>
                <a:gd name="T17" fmla="*/ 72 h 113"/>
                <a:gd name="T18" fmla="*/ 90 w 115"/>
                <a:gd name="T19" fmla="*/ 76 h 113"/>
                <a:gd name="T20" fmla="*/ 99 w 115"/>
                <a:gd name="T21" fmla="*/ 64 h 113"/>
                <a:gd name="T22" fmla="*/ 94 w 115"/>
                <a:gd name="T23" fmla="*/ 39 h 113"/>
                <a:gd name="T24" fmla="*/ 109 w 115"/>
                <a:gd name="T25" fmla="*/ 38 h 113"/>
                <a:gd name="T26" fmla="*/ 115 w 115"/>
                <a:gd name="T27" fmla="*/ 34 h 113"/>
                <a:gd name="T28" fmla="*/ 115 w 115"/>
                <a:gd name="T29" fmla="*/ 23 h 113"/>
                <a:gd name="T30" fmla="*/ 108 w 115"/>
                <a:gd name="T31" fmla="*/ 23 h 113"/>
                <a:gd name="T32" fmla="*/ 102 w 115"/>
                <a:gd name="T33" fmla="*/ 17 h 113"/>
                <a:gd name="T34" fmla="*/ 105 w 115"/>
                <a:gd name="T35" fmla="*/ 12 h 113"/>
                <a:gd name="T36" fmla="*/ 96 w 115"/>
                <a:gd name="T37" fmla="*/ 0 h 113"/>
                <a:gd name="T38" fmla="*/ 12 w 115"/>
                <a:gd name="T39" fmla="*/ 54 h 113"/>
                <a:gd name="T40" fmla="*/ 4 w 115"/>
                <a:gd name="T41" fmla="*/ 6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 h="113">
                  <a:moveTo>
                    <a:pt x="4" y="65"/>
                  </a:moveTo>
                  <a:lnTo>
                    <a:pt x="12" y="72"/>
                  </a:lnTo>
                  <a:lnTo>
                    <a:pt x="12" y="99"/>
                  </a:lnTo>
                  <a:lnTo>
                    <a:pt x="0" y="108"/>
                  </a:lnTo>
                  <a:lnTo>
                    <a:pt x="2" y="113"/>
                  </a:lnTo>
                  <a:lnTo>
                    <a:pt x="31" y="112"/>
                  </a:lnTo>
                  <a:lnTo>
                    <a:pt x="36" y="107"/>
                  </a:lnTo>
                  <a:lnTo>
                    <a:pt x="36" y="101"/>
                  </a:lnTo>
                  <a:lnTo>
                    <a:pt x="85" y="72"/>
                  </a:lnTo>
                  <a:lnTo>
                    <a:pt x="90" y="76"/>
                  </a:lnTo>
                  <a:lnTo>
                    <a:pt x="99" y="64"/>
                  </a:lnTo>
                  <a:lnTo>
                    <a:pt x="94" y="39"/>
                  </a:lnTo>
                  <a:lnTo>
                    <a:pt x="109" y="38"/>
                  </a:lnTo>
                  <a:lnTo>
                    <a:pt x="115" y="34"/>
                  </a:lnTo>
                  <a:lnTo>
                    <a:pt x="115" y="23"/>
                  </a:lnTo>
                  <a:lnTo>
                    <a:pt x="108" y="23"/>
                  </a:lnTo>
                  <a:lnTo>
                    <a:pt x="102" y="17"/>
                  </a:lnTo>
                  <a:lnTo>
                    <a:pt x="105" y="12"/>
                  </a:lnTo>
                  <a:lnTo>
                    <a:pt x="96" y="0"/>
                  </a:lnTo>
                  <a:lnTo>
                    <a:pt x="12" y="54"/>
                  </a:lnTo>
                  <a:lnTo>
                    <a:pt x="4" y="6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7" name="Freeform 73">
              <a:extLst>
                <a:ext uri="{FF2B5EF4-FFF2-40B4-BE49-F238E27FC236}">
                  <a16:creationId xmlns:a16="http://schemas.microsoft.com/office/drawing/2014/main" id="{E1CEE998-F91B-81FB-1E14-99753A2D4DA9}"/>
                </a:ext>
              </a:extLst>
            </p:cNvPr>
            <p:cNvSpPr>
              <a:spLocks noChangeAspect="1"/>
            </p:cNvSpPr>
            <p:nvPr/>
          </p:nvSpPr>
          <p:spPr bwMode="auto">
            <a:xfrm>
              <a:off x="313" y="2721"/>
              <a:ext cx="30" cy="11"/>
            </a:xfrm>
            <a:custGeom>
              <a:avLst/>
              <a:gdLst>
                <a:gd name="T0" fmla="*/ 115 w 168"/>
                <a:gd name="T1" fmla="*/ 12 h 60"/>
                <a:gd name="T2" fmla="*/ 111 w 168"/>
                <a:gd name="T3" fmla="*/ 10 h 60"/>
                <a:gd name="T4" fmla="*/ 95 w 168"/>
                <a:gd name="T5" fmla="*/ 7 h 60"/>
                <a:gd name="T6" fmla="*/ 83 w 168"/>
                <a:gd name="T7" fmla="*/ 10 h 60"/>
                <a:gd name="T8" fmla="*/ 83 w 168"/>
                <a:gd name="T9" fmla="*/ 12 h 60"/>
                <a:gd name="T10" fmla="*/ 80 w 168"/>
                <a:gd name="T11" fmla="*/ 13 h 60"/>
                <a:gd name="T12" fmla="*/ 79 w 168"/>
                <a:gd name="T13" fmla="*/ 15 h 60"/>
                <a:gd name="T14" fmla="*/ 80 w 168"/>
                <a:gd name="T15" fmla="*/ 18 h 60"/>
                <a:gd name="T16" fmla="*/ 81 w 168"/>
                <a:gd name="T17" fmla="*/ 19 h 60"/>
                <a:gd name="T18" fmla="*/ 81 w 168"/>
                <a:gd name="T19" fmla="*/ 22 h 60"/>
                <a:gd name="T20" fmla="*/ 80 w 168"/>
                <a:gd name="T21" fmla="*/ 25 h 60"/>
                <a:gd name="T22" fmla="*/ 78 w 168"/>
                <a:gd name="T23" fmla="*/ 25 h 60"/>
                <a:gd name="T24" fmla="*/ 77 w 168"/>
                <a:gd name="T25" fmla="*/ 30 h 60"/>
                <a:gd name="T26" fmla="*/ 74 w 168"/>
                <a:gd name="T27" fmla="*/ 31 h 60"/>
                <a:gd name="T28" fmla="*/ 72 w 168"/>
                <a:gd name="T29" fmla="*/ 30 h 60"/>
                <a:gd name="T30" fmla="*/ 69 w 168"/>
                <a:gd name="T31" fmla="*/ 32 h 60"/>
                <a:gd name="T32" fmla="*/ 67 w 168"/>
                <a:gd name="T33" fmla="*/ 31 h 60"/>
                <a:gd name="T34" fmla="*/ 61 w 168"/>
                <a:gd name="T35" fmla="*/ 33 h 60"/>
                <a:gd name="T36" fmla="*/ 59 w 168"/>
                <a:gd name="T37" fmla="*/ 33 h 60"/>
                <a:gd name="T38" fmla="*/ 60 w 168"/>
                <a:gd name="T39" fmla="*/ 32 h 60"/>
                <a:gd name="T40" fmla="*/ 61 w 168"/>
                <a:gd name="T41" fmla="*/ 28 h 60"/>
                <a:gd name="T42" fmla="*/ 60 w 168"/>
                <a:gd name="T43" fmla="*/ 26 h 60"/>
                <a:gd name="T44" fmla="*/ 54 w 168"/>
                <a:gd name="T45" fmla="*/ 22 h 60"/>
                <a:gd name="T46" fmla="*/ 47 w 168"/>
                <a:gd name="T47" fmla="*/ 21 h 60"/>
                <a:gd name="T48" fmla="*/ 38 w 168"/>
                <a:gd name="T49" fmla="*/ 24 h 60"/>
                <a:gd name="T50" fmla="*/ 33 w 168"/>
                <a:gd name="T51" fmla="*/ 31 h 60"/>
                <a:gd name="T52" fmla="*/ 27 w 168"/>
                <a:gd name="T53" fmla="*/ 32 h 60"/>
                <a:gd name="T54" fmla="*/ 20 w 168"/>
                <a:gd name="T55" fmla="*/ 37 h 60"/>
                <a:gd name="T56" fmla="*/ 18 w 168"/>
                <a:gd name="T57" fmla="*/ 40 h 60"/>
                <a:gd name="T58" fmla="*/ 6 w 168"/>
                <a:gd name="T59" fmla="*/ 48 h 60"/>
                <a:gd name="T60" fmla="*/ 3 w 168"/>
                <a:gd name="T61" fmla="*/ 50 h 60"/>
                <a:gd name="T62" fmla="*/ 0 w 168"/>
                <a:gd name="T63" fmla="*/ 56 h 60"/>
                <a:gd name="T64" fmla="*/ 0 w 168"/>
                <a:gd name="T65" fmla="*/ 60 h 60"/>
                <a:gd name="T66" fmla="*/ 3 w 168"/>
                <a:gd name="T67" fmla="*/ 60 h 60"/>
                <a:gd name="T68" fmla="*/ 17 w 168"/>
                <a:gd name="T69" fmla="*/ 56 h 60"/>
                <a:gd name="T70" fmla="*/ 20 w 168"/>
                <a:gd name="T71" fmla="*/ 56 h 60"/>
                <a:gd name="T72" fmla="*/ 26 w 168"/>
                <a:gd name="T73" fmla="*/ 52 h 60"/>
                <a:gd name="T74" fmla="*/ 31 w 168"/>
                <a:gd name="T75" fmla="*/ 55 h 60"/>
                <a:gd name="T76" fmla="*/ 35 w 168"/>
                <a:gd name="T77" fmla="*/ 52 h 60"/>
                <a:gd name="T78" fmla="*/ 36 w 168"/>
                <a:gd name="T79" fmla="*/ 48 h 60"/>
                <a:gd name="T80" fmla="*/ 42 w 168"/>
                <a:gd name="T81" fmla="*/ 45 h 60"/>
                <a:gd name="T82" fmla="*/ 48 w 168"/>
                <a:gd name="T83" fmla="*/ 43 h 60"/>
                <a:gd name="T84" fmla="*/ 56 w 168"/>
                <a:gd name="T85" fmla="*/ 45 h 60"/>
                <a:gd name="T86" fmla="*/ 65 w 168"/>
                <a:gd name="T87" fmla="*/ 46 h 60"/>
                <a:gd name="T88" fmla="*/ 79 w 168"/>
                <a:gd name="T89" fmla="*/ 40 h 60"/>
                <a:gd name="T90" fmla="*/ 92 w 168"/>
                <a:gd name="T91" fmla="*/ 42 h 60"/>
                <a:gd name="T92" fmla="*/ 97 w 168"/>
                <a:gd name="T93" fmla="*/ 39 h 60"/>
                <a:gd name="T94" fmla="*/ 105 w 168"/>
                <a:gd name="T95" fmla="*/ 33 h 60"/>
                <a:gd name="T96" fmla="*/ 117 w 168"/>
                <a:gd name="T97" fmla="*/ 28 h 60"/>
                <a:gd name="T98" fmla="*/ 122 w 168"/>
                <a:gd name="T99" fmla="*/ 25 h 60"/>
                <a:gd name="T100" fmla="*/ 122 w 168"/>
                <a:gd name="T101" fmla="*/ 20 h 60"/>
                <a:gd name="T102" fmla="*/ 157 w 168"/>
                <a:gd name="T103" fmla="*/ 21 h 60"/>
                <a:gd name="T104" fmla="*/ 167 w 168"/>
                <a:gd name="T105" fmla="*/ 13 h 60"/>
                <a:gd name="T106" fmla="*/ 168 w 168"/>
                <a:gd name="T107" fmla="*/ 10 h 60"/>
                <a:gd name="T108" fmla="*/ 163 w 168"/>
                <a:gd name="T109" fmla="*/ 8 h 60"/>
                <a:gd name="T110" fmla="*/ 139 w 168"/>
                <a:gd name="T111" fmla="*/ 0 h 60"/>
                <a:gd name="T112" fmla="*/ 125 w 168"/>
                <a:gd name="T113" fmla="*/ 1 h 60"/>
                <a:gd name="T114" fmla="*/ 119 w 168"/>
                <a:gd name="T115" fmla="*/ 4 h 60"/>
                <a:gd name="T116" fmla="*/ 115 w 168"/>
                <a:gd name="T117"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 h="60">
                  <a:moveTo>
                    <a:pt x="115" y="12"/>
                  </a:moveTo>
                  <a:lnTo>
                    <a:pt x="111" y="10"/>
                  </a:lnTo>
                  <a:lnTo>
                    <a:pt x="95" y="7"/>
                  </a:lnTo>
                  <a:lnTo>
                    <a:pt x="83" y="10"/>
                  </a:lnTo>
                  <a:lnTo>
                    <a:pt x="83" y="12"/>
                  </a:lnTo>
                  <a:lnTo>
                    <a:pt x="80" y="13"/>
                  </a:lnTo>
                  <a:lnTo>
                    <a:pt x="79" y="15"/>
                  </a:lnTo>
                  <a:lnTo>
                    <a:pt x="80" y="18"/>
                  </a:lnTo>
                  <a:lnTo>
                    <a:pt x="81" y="19"/>
                  </a:lnTo>
                  <a:lnTo>
                    <a:pt x="81" y="22"/>
                  </a:lnTo>
                  <a:lnTo>
                    <a:pt x="80" y="25"/>
                  </a:lnTo>
                  <a:lnTo>
                    <a:pt x="78" y="25"/>
                  </a:lnTo>
                  <a:lnTo>
                    <a:pt x="77" y="30"/>
                  </a:lnTo>
                  <a:lnTo>
                    <a:pt x="74" y="31"/>
                  </a:lnTo>
                  <a:lnTo>
                    <a:pt x="72" y="30"/>
                  </a:lnTo>
                  <a:lnTo>
                    <a:pt x="69" y="32"/>
                  </a:lnTo>
                  <a:lnTo>
                    <a:pt x="67" y="31"/>
                  </a:lnTo>
                  <a:lnTo>
                    <a:pt x="61" y="33"/>
                  </a:lnTo>
                  <a:lnTo>
                    <a:pt x="59" y="33"/>
                  </a:lnTo>
                  <a:lnTo>
                    <a:pt x="60" y="32"/>
                  </a:lnTo>
                  <a:lnTo>
                    <a:pt x="61" y="28"/>
                  </a:lnTo>
                  <a:lnTo>
                    <a:pt x="60" y="26"/>
                  </a:lnTo>
                  <a:lnTo>
                    <a:pt x="54" y="22"/>
                  </a:lnTo>
                  <a:lnTo>
                    <a:pt x="47" y="21"/>
                  </a:lnTo>
                  <a:lnTo>
                    <a:pt x="38" y="24"/>
                  </a:lnTo>
                  <a:lnTo>
                    <a:pt x="33" y="31"/>
                  </a:lnTo>
                  <a:lnTo>
                    <a:pt x="27" y="32"/>
                  </a:lnTo>
                  <a:lnTo>
                    <a:pt x="20" y="37"/>
                  </a:lnTo>
                  <a:lnTo>
                    <a:pt x="18" y="40"/>
                  </a:lnTo>
                  <a:lnTo>
                    <a:pt x="6" y="48"/>
                  </a:lnTo>
                  <a:lnTo>
                    <a:pt x="3" y="50"/>
                  </a:lnTo>
                  <a:lnTo>
                    <a:pt x="0" y="56"/>
                  </a:lnTo>
                  <a:lnTo>
                    <a:pt x="0" y="60"/>
                  </a:lnTo>
                  <a:lnTo>
                    <a:pt x="3" y="60"/>
                  </a:lnTo>
                  <a:lnTo>
                    <a:pt x="17" y="56"/>
                  </a:lnTo>
                  <a:lnTo>
                    <a:pt x="20" y="56"/>
                  </a:lnTo>
                  <a:lnTo>
                    <a:pt x="26" y="52"/>
                  </a:lnTo>
                  <a:lnTo>
                    <a:pt x="31" y="55"/>
                  </a:lnTo>
                  <a:lnTo>
                    <a:pt x="35" y="52"/>
                  </a:lnTo>
                  <a:lnTo>
                    <a:pt x="36" y="48"/>
                  </a:lnTo>
                  <a:lnTo>
                    <a:pt x="42" y="45"/>
                  </a:lnTo>
                  <a:lnTo>
                    <a:pt x="48" y="43"/>
                  </a:lnTo>
                  <a:lnTo>
                    <a:pt x="56" y="45"/>
                  </a:lnTo>
                  <a:lnTo>
                    <a:pt x="65" y="46"/>
                  </a:lnTo>
                  <a:lnTo>
                    <a:pt x="79" y="40"/>
                  </a:lnTo>
                  <a:lnTo>
                    <a:pt x="92" y="42"/>
                  </a:lnTo>
                  <a:lnTo>
                    <a:pt x="97" y="39"/>
                  </a:lnTo>
                  <a:lnTo>
                    <a:pt x="105" y="33"/>
                  </a:lnTo>
                  <a:lnTo>
                    <a:pt x="117" y="28"/>
                  </a:lnTo>
                  <a:lnTo>
                    <a:pt x="122" y="25"/>
                  </a:lnTo>
                  <a:lnTo>
                    <a:pt x="122" y="20"/>
                  </a:lnTo>
                  <a:lnTo>
                    <a:pt x="157" y="21"/>
                  </a:lnTo>
                  <a:lnTo>
                    <a:pt x="167" y="13"/>
                  </a:lnTo>
                  <a:lnTo>
                    <a:pt x="168" y="10"/>
                  </a:lnTo>
                  <a:lnTo>
                    <a:pt x="163" y="8"/>
                  </a:lnTo>
                  <a:lnTo>
                    <a:pt x="139" y="0"/>
                  </a:lnTo>
                  <a:lnTo>
                    <a:pt x="125" y="1"/>
                  </a:lnTo>
                  <a:lnTo>
                    <a:pt x="119" y="4"/>
                  </a:lnTo>
                  <a:lnTo>
                    <a:pt x="115" y="1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8" name="Freeform 74">
              <a:extLst>
                <a:ext uri="{FF2B5EF4-FFF2-40B4-BE49-F238E27FC236}">
                  <a16:creationId xmlns:a16="http://schemas.microsoft.com/office/drawing/2014/main" id="{D2662D2A-4A9E-0C9B-8766-8FEBE27CCA9E}"/>
                </a:ext>
              </a:extLst>
            </p:cNvPr>
            <p:cNvSpPr>
              <a:spLocks noChangeAspect="1"/>
            </p:cNvSpPr>
            <p:nvPr/>
          </p:nvSpPr>
          <p:spPr bwMode="auto">
            <a:xfrm>
              <a:off x="320" y="2625"/>
              <a:ext cx="18" cy="11"/>
            </a:xfrm>
            <a:custGeom>
              <a:avLst/>
              <a:gdLst>
                <a:gd name="T0" fmla="*/ 0 w 99"/>
                <a:gd name="T1" fmla="*/ 25 h 65"/>
                <a:gd name="T2" fmla="*/ 8 w 99"/>
                <a:gd name="T3" fmla="*/ 0 h 65"/>
                <a:gd name="T4" fmla="*/ 61 w 99"/>
                <a:gd name="T5" fmla="*/ 24 h 65"/>
                <a:gd name="T6" fmla="*/ 99 w 99"/>
                <a:gd name="T7" fmla="*/ 48 h 65"/>
                <a:gd name="T8" fmla="*/ 89 w 99"/>
                <a:gd name="T9" fmla="*/ 65 h 65"/>
                <a:gd name="T10" fmla="*/ 66 w 99"/>
                <a:gd name="T11" fmla="*/ 65 h 65"/>
                <a:gd name="T12" fmla="*/ 0 w 99"/>
                <a:gd name="T13" fmla="*/ 25 h 65"/>
              </a:gdLst>
              <a:ahLst/>
              <a:cxnLst>
                <a:cxn ang="0">
                  <a:pos x="T0" y="T1"/>
                </a:cxn>
                <a:cxn ang="0">
                  <a:pos x="T2" y="T3"/>
                </a:cxn>
                <a:cxn ang="0">
                  <a:pos x="T4" y="T5"/>
                </a:cxn>
                <a:cxn ang="0">
                  <a:pos x="T6" y="T7"/>
                </a:cxn>
                <a:cxn ang="0">
                  <a:pos x="T8" y="T9"/>
                </a:cxn>
                <a:cxn ang="0">
                  <a:pos x="T10" y="T11"/>
                </a:cxn>
                <a:cxn ang="0">
                  <a:pos x="T12" y="T13"/>
                </a:cxn>
              </a:cxnLst>
              <a:rect l="0" t="0" r="r" b="b"/>
              <a:pathLst>
                <a:path w="99" h="65">
                  <a:moveTo>
                    <a:pt x="0" y="25"/>
                  </a:moveTo>
                  <a:lnTo>
                    <a:pt x="8" y="0"/>
                  </a:lnTo>
                  <a:lnTo>
                    <a:pt x="61" y="24"/>
                  </a:lnTo>
                  <a:lnTo>
                    <a:pt x="99" y="48"/>
                  </a:lnTo>
                  <a:lnTo>
                    <a:pt x="89" y="65"/>
                  </a:lnTo>
                  <a:lnTo>
                    <a:pt x="66" y="65"/>
                  </a:lnTo>
                  <a:lnTo>
                    <a:pt x="0" y="2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09" name="Freeform 75">
              <a:extLst>
                <a:ext uri="{FF2B5EF4-FFF2-40B4-BE49-F238E27FC236}">
                  <a16:creationId xmlns:a16="http://schemas.microsoft.com/office/drawing/2014/main" id="{80823B96-15DE-A437-38CE-60ECB1F02D01}"/>
                </a:ext>
              </a:extLst>
            </p:cNvPr>
            <p:cNvSpPr>
              <a:spLocks noChangeAspect="1"/>
            </p:cNvSpPr>
            <p:nvPr/>
          </p:nvSpPr>
          <p:spPr bwMode="auto">
            <a:xfrm>
              <a:off x="259" y="2727"/>
              <a:ext cx="32" cy="7"/>
            </a:xfrm>
            <a:custGeom>
              <a:avLst/>
              <a:gdLst>
                <a:gd name="T0" fmla="*/ 0 w 181"/>
                <a:gd name="T1" fmla="*/ 17 h 38"/>
                <a:gd name="T2" fmla="*/ 11 w 181"/>
                <a:gd name="T3" fmla="*/ 24 h 38"/>
                <a:gd name="T4" fmla="*/ 37 w 181"/>
                <a:gd name="T5" fmla="*/ 31 h 38"/>
                <a:gd name="T6" fmla="*/ 41 w 181"/>
                <a:gd name="T7" fmla="*/ 33 h 38"/>
                <a:gd name="T8" fmla="*/ 52 w 181"/>
                <a:gd name="T9" fmla="*/ 30 h 38"/>
                <a:gd name="T10" fmla="*/ 65 w 181"/>
                <a:gd name="T11" fmla="*/ 29 h 38"/>
                <a:gd name="T12" fmla="*/ 66 w 181"/>
                <a:gd name="T13" fmla="*/ 27 h 38"/>
                <a:gd name="T14" fmla="*/ 74 w 181"/>
                <a:gd name="T15" fmla="*/ 29 h 38"/>
                <a:gd name="T16" fmla="*/ 85 w 181"/>
                <a:gd name="T17" fmla="*/ 24 h 38"/>
                <a:gd name="T18" fmla="*/ 112 w 181"/>
                <a:gd name="T19" fmla="*/ 25 h 38"/>
                <a:gd name="T20" fmla="*/ 131 w 181"/>
                <a:gd name="T21" fmla="*/ 30 h 38"/>
                <a:gd name="T22" fmla="*/ 142 w 181"/>
                <a:gd name="T23" fmla="*/ 29 h 38"/>
                <a:gd name="T24" fmla="*/ 157 w 181"/>
                <a:gd name="T25" fmla="*/ 36 h 38"/>
                <a:gd name="T26" fmla="*/ 179 w 181"/>
                <a:gd name="T27" fmla="*/ 38 h 38"/>
                <a:gd name="T28" fmla="*/ 181 w 181"/>
                <a:gd name="T29" fmla="*/ 35 h 38"/>
                <a:gd name="T30" fmla="*/ 181 w 181"/>
                <a:gd name="T31" fmla="*/ 32 h 38"/>
                <a:gd name="T32" fmla="*/ 161 w 181"/>
                <a:gd name="T33" fmla="*/ 24 h 38"/>
                <a:gd name="T34" fmla="*/ 154 w 181"/>
                <a:gd name="T35" fmla="*/ 24 h 38"/>
                <a:gd name="T36" fmla="*/ 145 w 181"/>
                <a:gd name="T37" fmla="*/ 21 h 38"/>
                <a:gd name="T38" fmla="*/ 149 w 181"/>
                <a:gd name="T39" fmla="*/ 17 h 38"/>
                <a:gd name="T40" fmla="*/ 149 w 181"/>
                <a:gd name="T41" fmla="*/ 9 h 38"/>
                <a:gd name="T42" fmla="*/ 140 w 181"/>
                <a:gd name="T43" fmla="*/ 6 h 38"/>
                <a:gd name="T44" fmla="*/ 133 w 181"/>
                <a:gd name="T45" fmla="*/ 8 h 38"/>
                <a:gd name="T46" fmla="*/ 128 w 181"/>
                <a:gd name="T47" fmla="*/ 13 h 38"/>
                <a:gd name="T48" fmla="*/ 98 w 181"/>
                <a:gd name="T49" fmla="*/ 17 h 38"/>
                <a:gd name="T50" fmla="*/ 83 w 181"/>
                <a:gd name="T51" fmla="*/ 12 h 38"/>
                <a:gd name="T52" fmla="*/ 80 w 181"/>
                <a:gd name="T53" fmla="*/ 12 h 38"/>
                <a:gd name="T54" fmla="*/ 79 w 181"/>
                <a:gd name="T55" fmla="*/ 8 h 38"/>
                <a:gd name="T56" fmla="*/ 72 w 181"/>
                <a:gd name="T57" fmla="*/ 6 h 38"/>
                <a:gd name="T58" fmla="*/ 58 w 181"/>
                <a:gd name="T59" fmla="*/ 8 h 38"/>
                <a:gd name="T60" fmla="*/ 50 w 181"/>
                <a:gd name="T61" fmla="*/ 8 h 38"/>
                <a:gd name="T62" fmla="*/ 37 w 181"/>
                <a:gd name="T63" fmla="*/ 6 h 38"/>
                <a:gd name="T64" fmla="*/ 23 w 181"/>
                <a:gd name="T65" fmla="*/ 8 h 38"/>
                <a:gd name="T66" fmla="*/ 13 w 181"/>
                <a:gd name="T67" fmla="*/ 1 h 38"/>
                <a:gd name="T68" fmla="*/ 2 w 181"/>
                <a:gd name="T69" fmla="*/ 0 h 38"/>
                <a:gd name="T70" fmla="*/ 0 w 181"/>
                <a:gd name="T71"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38">
                  <a:moveTo>
                    <a:pt x="0" y="17"/>
                  </a:moveTo>
                  <a:lnTo>
                    <a:pt x="11" y="24"/>
                  </a:lnTo>
                  <a:lnTo>
                    <a:pt x="37" y="31"/>
                  </a:lnTo>
                  <a:lnTo>
                    <a:pt x="41" y="33"/>
                  </a:lnTo>
                  <a:lnTo>
                    <a:pt x="52" y="30"/>
                  </a:lnTo>
                  <a:lnTo>
                    <a:pt x="65" y="29"/>
                  </a:lnTo>
                  <a:lnTo>
                    <a:pt x="66" y="27"/>
                  </a:lnTo>
                  <a:lnTo>
                    <a:pt x="74" y="29"/>
                  </a:lnTo>
                  <a:lnTo>
                    <a:pt x="85" y="24"/>
                  </a:lnTo>
                  <a:lnTo>
                    <a:pt x="112" y="25"/>
                  </a:lnTo>
                  <a:lnTo>
                    <a:pt x="131" y="30"/>
                  </a:lnTo>
                  <a:lnTo>
                    <a:pt x="142" y="29"/>
                  </a:lnTo>
                  <a:lnTo>
                    <a:pt x="157" y="36"/>
                  </a:lnTo>
                  <a:lnTo>
                    <a:pt x="179" y="38"/>
                  </a:lnTo>
                  <a:lnTo>
                    <a:pt x="181" y="35"/>
                  </a:lnTo>
                  <a:lnTo>
                    <a:pt x="181" y="32"/>
                  </a:lnTo>
                  <a:lnTo>
                    <a:pt x="161" y="24"/>
                  </a:lnTo>
                  <a:lnTo>
                    <a:pt x="154" y="24"/>
                  </a:lnTo>
                  <a:lnTo>
                    <a:pt x="145" y="21"/>
                  </a:lnTo>
                  <a:lnTo>
                    <a:pt x="149" y="17"/>
                  </a:lnTo>
                  <a:lnTo>
                    <a:pt x="149" y="9"/>
                  </a:lnTo>
                  <a:lnTo>
                    <a:pt x="140" y="6"/>
                  </a:lnTo>
                  <a:lnTo>
                    <a:pt x="133" y="8"/>
                  </a:lnTo>
                  <a:lnTo>
                    <a:pt x="128" y="13"/>
                  </a:lnTo>
                  <a:lnTo>
                    <a:pt x="98" y="17"/>
                  </a:lnTo>
                  <a:lnTo>
                    <a:pt x="83" y="12"/>
                  </a:lnTo>
                  <a:lnTo>
                    <a:pt x="80" y="12"/>
                  </a:lnTo>
                  <a:lnTo>
                    <a:pt x="79" y="8"/>
                  </a:lnTo>
                  <a:lnTo>
                    <a:pt x="72" y="6"/>
                  </a:lnTo>
                  <a:lnTo>
                    <a:pt x="58" y="8"/>
                  </a:lnTo>
                  <a:lnTo>
                    <a:pt x="50" y="8"/>
                  </a:lnTo>
                  <a:lnTo>
                    <a:pt x="37" y="6"/>
                  </a:lnTo>
                  <a:lnTo>
                    <a:pt x="23" y="8"/>
                  </a:lnTo>
                  <a:lnTo>
                    <a:pt x="13" y="1"/>
                  </a:lnTo>
                  <a:lnTo>
                    <a:pt x="2" y="0"/>
                  </a:lnTo>
                  <a:lnTo>
                    <a:pt x="0" y="1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0" name="Freeform 76">
              <a:extLst>
                <a:ext uri="{FF2B5EF4-FFF2-40B4-BE49-F238E27FC236}">
                  <a16:creationId xmlns:a16="http://schemas.microsoft.com/office/drawing/2014/main" id="{66484040-E6A8-320C-BF0B-48D222EC4F6E}"/>
                </a:ext>
              </a:extLst>
            </p:cNvPr>
            <p:cNvSpPr>
              <a:spLocks noChangeAspect="1"/>
            </p:cNvSpPr>
            <p:nvPr/>
          </p:nvSpPr>
          <p:spPr bwMode="auto">
            <a:xfrm>
              <a:off x="338" y="2663"/>
              <a:ext cx="11" cy="7"/>
            </a:xfrm>
            <a:custGeom>
              <a:avLst/>
              <a:gdLst>
                <a:gd name="T0" fmla="*/ 0 w 61"/>
                <a:gd name="T1" fmla="*/ 7 h 39"/>
                <a:gd name="T2" fmla="*/ 47 w 61"/>
                <a:gd name="T3" fmla="*/ 0 h 39"/>
                <a:gd name="T4" fmla="*/ 58 w 61"/>
                <a:gd name="T5" fmla="*/ 8 h 39"/>
                <a:gd name="T6" fmla="*/ 61 w 61"/>
                <a:gd name="T7" fmla="*/ 29 h 39"/>
                <a:gd name="T8" fmla="*/ 61 w 61"/>
                <a:gd name="T9" fmla="*/ 39 h 39"/>
                <a:gd name="T10" fmla="*/ 36 w 61"/>
                <a:gd name="T11" fmla="*/ 39 h 39"/>
                <a:gd name="T12" fmla="*/ 6 w 61"/>
                <a:gd name="T13" fmla="*/ 20 h 39"/>
                <a:gd name="T14" fmla="*/ 0 w 61"/>
                <a:gd name="T15" fmla="*/ 7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7"/>
                  </a:moveTo>
                  <a:lnTo>
                    <a:pt x="47" y="0"/>
                  </a:lnTo>
                  <a:lnTo>
                    <a:pt x="58" y="8"/>
                  </a:lnTo>
                  <a:lnTo>
                    <a:pt x="61" y="29"/>
                  </a:lnTo>
                  <a:lnTo>
                    <a:pt x="61" y="39"/>
                  </a:lnTo>
                  <a:lnTo>
                    <a:pt x="36" y="39"/>
                  </a:lnTo>
                  <a:lnTo>
                    <a:pt x="6" y="20"/>
                  </a:lnTo>
                  <a:lnTo>
                    <a:pt x="0" y="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1" name="Freeform 77">
              <a:extLst>
                <a:ext uri="{FF2B5EF4-FFF2-40B4-BE49-F238E27FC236}">
                  <a16:creationId xmlns:a16="http://schemas.microsoft.com/office/drawing/2014/main" id="{989A81FE-7E06-B5B9-10B0-6F606C4173A4}"/>
                </a:ext>
              </a:extLst>
            </p:cNvPr>
            <p:cNvSpPr>
              <a:spLocks noChangeAspect="1"/>
            </p:cNvSpPr>
            <p:nvPr/>
          </p:nvSpPr>
          <p:spPr bwMode="auto">
            <a:xfrm>
              <a:off x="288" y="2724"/>
              <a:ext cx="8" cy="4"/>
            </a:xfrm>
            <a:custGeom>
              <a:avLst/>
              <a:gdLst>
                <a:gd name="T0" fmla="*/ 0 w 42"/>
                <a:gd name="T1" fmla="*/ 9 h 21"/>
                <a:gd name="T2" fmla="*/ 1 w 42"/>
                <a:gd name="T3" fmla="*/ 7 h 21"/>
                <a:gd name="T4" fmla="*/ 15 w 42"/>
                <a:gd name="T5" fmla="*/ 0 h 21"/>
                <a:gd name="T6" fmla="*/ 33 w 42"/>
                <a:gd name="T7" fmla="*/ 3 h 21"/>
                <a:gd name="T8" fmla="*/ 42 w 42"/>
                <a:gd name="T9" fmla="*/ 10 h 21"/>
                <a:gd name="T10" fmla="*/ 42 w 42"/>
                <a:gd name="T11" fmla="*/ 12 h 21"/>
                <a:gd name="T12" fmla="*/ 27 w 42"/>
                <a:gd name="T13" fmla="*/ 18 h 21"/>
                <a:gd name="T14" fmla="*/ 19 w 42"/>
                <a:gd name="T15" fmla="*/ 21 h 21"/>
                <a:gd name="T16" fmla="*/ 16 w 42"/>
                <a:gd name="T17" fmla="*/ 16 h 21"/>
                <a:gd name="T18" fmla="*/ 4 w 42"/>
                <a:gd name="T19" fmla="*/ 16 h 21"/>
                <a:gd name="T20" fmla="*/ 0 w 42"/>
                <a:gd name="T21"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1">
                  <a:moveTo>
                    <a:pt x="0" y="9"/>
                  </a:moveTo>
                  <a:lnTo>
                    <a:pt x="1" y="7"/>
                  </a:lnTo>
                  <a:lnTo>
                    <a:pt x="15" y="0"/>
                  </a:lnTo>
                  <a:lnTo>
                    <a:pt x="33" y="3"/>
                  </a:lnTo>
                  <a:lnTo>
                    <a:pt x="42" y="10"/>
                  </a:lnTo>
                  <a:lnTo>
                    <a:pt x="42" y="12"/>
                  </a:lnTo>
                  <a:lnTo>
                    <a:pt x="27" y="18"/>
                  </a:lnTo>
                  <a:lnTo>
                    <a:pt x="19" y="21"/>
                  </a:lnTo>
                  <a:lnTo>
                    <a:pt x="16" y="16"/>
                  </a:lnTo>
                  <a:lnTo>
                    <a:pt x="4" y="16"/>
                  </a:lnTo>
                  <a:lnTo>
                    <a:pt x="0" y="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2" name="Freeform 78">
              <a:extLst>
                <a:ext uri="{FF2B5EF4-FFF2-40B4-BE49-F238E27FC236}">
                  <a16:creationId xmlns:a16="http://schemas.microsoft.com/office/drawing/2014/main" id="{D0B6FEF2-9676-ED4E-1312-E3596E6CA660}"/>
                </a:ext>
              </a:extLst>
            </p:cNvPr>
            <p:cNvSpPr>
              <a:spLocks noChangeAspect="1"/>
            </p:cNvSpPr>
            <p:nvPr/>
          </p:nvSpPr>
          <p:spPr bwMode="auto">
            <a:xfrm>
              <a:off x="308" y="2727"/>
              <a:ext cx="4" cy="5"/>
            </a:xfrm>
            <a:custGeom>
              <a:avLst/>
              <a:gdLst>
                <a:gd name="T0" fmla="*/ 0 w 25"/>
                <a:gd name="T1" fmla="*/ 18 h 23"/>
                <a:gd name="T2" fmla="*/ 1 w 25"/>
                <a:gd name="T3" fmla="*/ 22 h 23"/>
                <a:gd name="T4" fmla="*/ 4 w 25"/>
                <a:gd name="T5" fmla="*/ 23 h 23"/>
                <a:gd name="T6" fmla="*/ 9 w 25"/>
                <a:gd name="T7" fmla="*/ 21 h 23"/>
                <a:gd name="T8" fmla="*/ 16 w 25"/>
                <a:gd name="T9" fmla="*/ 22 h 23"/>
                <a:gd name="T10" fmla="*/ 20 w 25"/>
                <a:gd name="T11" fmla="*/ 22 h 23"/>
                <a:gd name="T12" fmla="*/ 22 w 25"/>
                <a:gd name="T13" fmla="*/ 17 h 23"/>
                <a:gd name="T14" fmla="*/ 25 w 25"/>
                <a:gd name="T15" fmla="*/ 9 h 23"/>
                <a:gd name="T16" fmla="*/ 25 w 25"/>
                <a:gd name="T17" fmla="*/ 6 h 23"/>
                <a:gd name="T18" fmla="*/ 21 w 25"/>
                <a:gd name="T19" fmla="*/ 2 h 23"/>
                <a:gd name="T20" fmla="*/ 20 w 25"/>
                <a:gd name="T21" fmla="*/ 0 h 23"/>
                <a:gd name="T22" fmla="*/ 16 w 25"/>
                <a:gd name="T23" fmla="*/ 3 h 23"/>
                <a:gd name="T24" fmla="*/ 7 w 25"/>
                <a:gd name="T25" fmla="*/ 6 h 23"/>
                <a:gd name="T26" fmla="*/ 4 w 25"/>
                <a:gd name="T27" fmla="*/ 8 h 23"/>
                <a:gd name="T28" fmla="*/ 0 w 25"/>
                <a:gd name="T29"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3">
                  <a:moveTo>
                    <a:pt x="0" y="18"/>
                  </a:moveTo>
                  <a:lnTo>
                    <a:pt x="1" y="22"/>
                  </a:lnTo>
                  <a:lnTo>
                    <a:pt x="4" y="23"/>
                  </a:lnTo>
                  <a:lnTo>
                    <a:pt x="9" y="21"/>
                  </a:lnTo>
                  <a:lnTo>
                    <a:pt x="16" y="22"/>
                  </a:lnTo>
                  <a:lnTo>
                    <a:pt x="20" y="22"/>
                  </a:lnTo>
                  <a:lnTo>
                    <a:pt x="22" y="17"/>
                  </a:lnTo>
                  <a:lnTo>
                    <a:pt x="25" y="9"/>
                  </a:lnTo>
                  <a:lnTo>
                    <a:pt x="25" y="6"/>
                  </a:lnTo>
                  <a:lnTo>
                    <a:pt x="21" y="2"/>
                  </a:lnTo>
                  <a:lnTo>
                    <a:pt x="20" y="0"/>
                  </a:lnTo>
                  <a:lnTo>
                    <a:pt x="16" y="3"/>
                  </a:lnTo>
                  <a:lnTo>
                    <a:pt x="7" y="6"/>
                  </a:lnTo>
                  <a:lnTo>
                    <a:pt x="4" y="8"/>
                  </a:lnTo>
                  <a:lnTo>
                    <a:pt x="0" y="18"/>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3" name="Freeform 79">
              <a:extLst>
                <a:ext uri="{FF2B5EF4-FFF2-40B4-BE49-F238E27FC236}">
                  <a16:creationId xmlns:a16="http://schemas.microsoft.com/office/drawing/2014/main" id="{18236724-4D1D-E00E-1DDA-FC5EA7CEF352}"/>
                </a:ext>
              </a:extLst>
            </p:cNvPr>
            <p:cNvSpPr>
              <a:spLocks noChangeAspect="1"/>
            </p:cNvSpPr>
            <p:nvPr/>
          </p:nvSpPr>
          <p:spPr bwMode="auto">
            <a:xfrm>
              <a:off x="250" y="2729"/>
              <a:ext cx="7" cy="3"/>
            </a:xfrm>
            <a:custGeom>
              <a:avLst/>
              <a:gdLst>
                <a:gd name="T0" fmla="*/ 0 w 39"/>
                <a:gd name="T1" fmla="*/ 10 h 18"/>
                <a:gd name="T2" fmla="*/ 2 w 39"/>
                <a:gd name="T3" fmla="*/ 15 h 18"/>
                <a:gd name="T4" fmla="*/ 12 w 39"/>
                <a:gd name="T5" fmla="*/ 18 h 18"/>
                <a:gd name="T6" fmla="*/ 39 w 39"/>
                <a:gd name="T7" fmla="*/ 6 h 18"/>
                <a:gd name="T8" fmla="*/ 38 w 39"/>
                <a:gd name="T9" fmla="*/ 1 h 18"/>
                <a:gd name="T10" fmla="*/ 32 w 39"/>
                <a:gd name="T11" fmla="*/ 0 h 18"/>
                <a:gd name="T12" fmla="*/ 0 w 39"/>
                <a:gd name="T13" fmla="*/ 10 h 18"/>
              </a:gdLst>
              <a:ahLst/>
              <a:cxnLst>
                <a:cxn ang="0">
                  <a:pos x="T0" y="T1"/>
                </a:cxn>
                <a:cxn ang="0">
                  <a:pos x="T2" y="T3"/>
                </a:cxn>
                <a:cxn ang="0">
                  <a:pos x="T4" y="T5"/>
                </a:cxn>
                <a:cxn ang="0">
                  <a:pos x="T6" y="T7"/>
                </a:cxn>
                <a:cxn ang="0">
                  <a:pos x="T8" y="T9"/>
                </a:cxn>
                <a:cxn ang="0">
                  <a:pos x="T10" y="T11"/>
                </a:cxn>
                <a:cxn ang="0">
                  <a:pos x="T12" y="T13"/>
                </a:cxn>
              </a:cxnLst>
              <a:rect l="0" t="0" r="r" b="b"/>
              <a:pathLst>
                <a:path w="39" h="18">
                  <a:moveTo>
                    <a:pt x="0" y="10"/>
                  </a:moveTo>
                  <a:lnTo>
                    <a:pt x="2" y="15"/>
                  </a:lnTo>
                  <a:lnTo>
                    <a:pt x="12" y="18"/>
                  </a:lnTo>
                  <a:lnTo>
                    <a:pt x="39" y="6"/>
                  </a:lnTo>
                  <a:lnTo>
                    <a:pt x="38" y="1"/>
                  </a:lnTo>
                  <a:lnTo>
                    <a:pt x="32" y="0"/>
                  </a:lnTo>
                  <a:lnTo>
                    <a:pt x="0" y="1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4" name="Freeform 80">
              <a:extLst>
                <a:ext uri="{FF2B5EF4-FFF2-40B4-BE49-F238E27FC236}">
                  <a16:creationId xmlns:a16="http://schemas.microsoft.com/office/drawing/2014/main" id="{5A8E0552-004B-9572-A5E7-1B6595D6122A}"/>
                </a:ext>
              </a:extLst>
            </p:cNvPr>
            <p:cNvSpPr>
              <a:spLocks noChangeAspect="1"/>
            </p:cNvSpPr>
            <p:nvPr/>
          </p:nvSpPr>
          <p:spPr bwMode="auto">
            <a:xfrm>
              <a:off x="353" y="2723"/>
              <a:ext cx="4" cy="3"/>
            </a:xfrm>
            <a:custGeom>
              <a:avLst/>
              <a:gdLst>
                <a:gd name="T0" fmla="*/ 0 w 25"/>
                <a:gd name="T1" fmla="*/ 7 h 17"/>
                <a:gd name="T2" fmla="*/ 6 w 25"/>
                <a:gd name="T3" fmla="*/ 0 h 17"/>
                <a:gd name="T4" fmla="*/ 22 w 25"/>
                <a:gd name="T5" fmla="*/ 7 h 17"/>
                <a:gd name="T6" fmla="*/ 25 w 25"/>
                <a:gd name="T7" fmla="*/ 12 h 17"/>
                <a:gd name="T8" fmla="*/ 11 w 25"/>
                <a:gd name="T9" fmla="*/ 17 h 17"/>
                <a:gd name="T10" fmla="*/ 0 w 25"/>
                <a:gd name="T11" fmla="*/ 7 h 17"/>
              </a:gdLst>
              <a:ahLst/>
              <a:cxnLst>
                <a:cxn ang="0">
                  <a:pos x="T0" y="T1"/>
                </a:cxn>
                <a:cxn ang="0">
                  <a:pos x="T2" y="T3"/>
                </a:cxn>
                <a:cxn ang="0">
                  <a:pos x="T4" y="T5"/>
                </a:cxn>
                <a:cxn ang="0">
                  <a:pos x="T6" y="T7"/>
                </a:cxn>
                <a:cxn ang="0">
                  <a:pos x="T8" y="T9"/>
                </a:cxn>
                <a:cxn ang="0">
                  <a:pos x="T10" y="T11"/>
                </a:cxn>
              </a:cxnLst>
              <a:rect l="0" t="0" r="r" b="b"/>
              <a:pathLst>
                <a:path w="25" h="17">
                  <a:moveTo>
                    <a:pt x="0" y="7"/>
                  </a:moveTo>
                  <a:lnTo>
                    <a:pt x="6" y="0"/>
                  </a:lnTo>
                  <a:lnTo>
                    <a:pt x="22" y="7"/>
                  </a:lnTo>
                  <a:lnTo>
                    <a:pt x="25" y="12"/>
                  </a:lnTo>
                  <a:lnTo>
                    <a:pt x="11" y="17"/>
                  </a:lnTo>
                  <a:lnTo>
                    <a:pt x="0" y="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5" name="Freeform 81">
              <a:extLst>
                <a:ext uri="{FF2B5EF4-FFF2-40B4-BE49-F238E27FC236}">
                  <a16:creationId xmlns:a16="http://schemas.microsoft.com/office/drawing/2014/main" id="{414738C0-C7D9-64C6-A39A-1C5BC340B8CF}"/>
                </a:ext>
              </a:extLst>
            </p:cNvPr>
            <p:cNvSpPr>
              <a:spLocks noChangeAspect="1"/>
            </p:cNvSpPr>
            <p:nvPr/>
          </p:nvSpPr>
          <p:spPr bwMode="auto">
            <a:xfrm>
              <a:off x="286" y="2727"/>
              <a:ext cx="3" cy="3"/>
            </a:xfrm>
            <a:custGeom>
              <a:avLst/>
              <a:gdLst>
                <a:gd name="T0" fmla="*/ 2 w 18"/>
                <a:gd name="T1" fmla="*/ 2 h 16"/>
                <a:gd name="T2" fmla="*/ 4 w 18"/>
                <a:gd name="T3" fmla="*/ 0 h 16"/>
                <a:gd name="T4" fmla="*/ 10 w 18"/>
                <a:gd name="T5" fmla="*/ 2 h 16"/>
                <a:gd name="T6" fmla="*/ 18 w 18"/>
                <a:gd name="T7" fmla="*/ 10 h 16"/>
                <a:gd name="T8" fmla="*/ 17 w 18"/>
                <a:gd name="T9" fmla="*/ 15 h 16"/>
                <a:gd name="T10" fmla="*/ 4 w 18"/>
                <a:gd name="T11" fmla="*/ 16 h 16"/>
                <a:gd name="T12" fmla="*/ 0 w 18"/>
                <a:gd name="T13" fmla="*/ 12 h 16"/>
                <a:gd name="T14" fmla="*/ 2 w 18"/>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6">
                  <a:moveTo>
                    <a:pt x="2" y="2"/>
                  </a:moveTo>
                  <a:lnTo>
                    <a:pt x="4" y="0"/>
                  </a:lnTo>
                  <a:lnTo>
                    <a:pt x="10" y="2"/>
                  </a:lnTo>
                  <a:lnTo>
                    <a:pt x="18" y="10"/>
                  </a:lnTo>
                  <a:lnTo>
                    <a:pt x="17" y="15"/>
                  </a:lnTo>
                  <a:lnTo>
                    <a:pt x="4" y="16"/>
                  </a:lnTo>
                  <a:lnTo>
                    <a:pt x="0" y="12"/>
                  </a:lnTo>
                  <a:lnTo>
                    <a:pt x="2" y="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6" name="Freeform 82">
              <a:extLst>
                <a:ext uri="{FF2B5EF4-FFF2-40B4-BE49-F238E27FC236}">
                  <a16:creationId xmlns:a16="http://schemas.microsoft.com/office/drawing/2014/main" id="{9F201A5A-7DB7-ACD7-F57D-3C36B9907D37}"/>
                </a:ext>
              </a:extLst>
            </p:cNvPr>
            <p:cNvSpPr>
              <a:spLocks noChangeAspect="1"/>
            </p:cNvSpPr>
            <p:nvPr/>
          </p:nvSpPr>
          <p:spPr bwMode="auto">
            <a:xfrm>
              <a:off x="292" y="2731"/>
              <a:ext cx="3" cy="2"/>
            </a:xfrm>
            <a:custGeom>
              <a:avLst/>
              <a:gdLst>
                <a:gd name="T0" fmla="*/ 0 w 17"/>
                <a:gd name="T1" fmla="*/ 7 h 12"/>
                <a:gd name="T2" fmla="*/ 4 w 17"/>
                <a:gd name="T3" fmla="*/ 1 h 12"/>
                <a:gd name="T4" fmla="*/ 12 w 17"/>
                <a:gd name="T5" fmla="*/ 0 h 12"/>
                <a:gd name="T6" fmla="*/ 17 w 17"/>
                <a:gd name="T7" fmla="*/ 7 h 12"/>
                <a:gd name="T8" fmla="*/ 10 w 17"/>
                <a:gd name="T9" fmla="*/ 12 h 12"/>
                <a:gd name="T10" fmla="*/ 1 w 17"/>
                <a:gd name="T11" fmla="*/ 11 h 12"/>
                <a:gd name="T12" fmla="*/ 0 w 17"/>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7" h="12">
                  <a:moveTo>
                    <a:pt x="0" y="7"/>
                  </a:moveTo>
                  <a:lnTo>
                    <a:pt x="4" y="1"/>
                  </a:lnTo>
                  <a:lnTo>
                    <a:pt x="12" y="0"/>
                  </a:lnTo>
                  <a:lnTo>
                    <a:pt x="17" y="7"/>
                  </a:lnTo>
                  <a:lnTo>
                    <a:pt x="10" y="12"/>
                  </a:lnTo>
                  <a:lnTo>
                    <a:pt x="1" y="11"/>
                  </a:lnTo>
                  <a:lnTo>
                    <a:pt x="0" y="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7" name="Freeform 83">
              <a:extLst>
                <a:ext uri="{FF2B5EF4-FFF2-40B4-BE49-F238E27FC236}">
                  <a16:creationId xmlns:a16="http://schemas.microsoft.com/office/drawing/2014/main" id="{9B78F6B1-C588-4806-C7B7-19D792817481}"/>
                </a:ext>
              </a:extLst>
            </p:cNvPr>
            <p:cNvSpPr>
              <a:spLocks noChangeAspect="1"/>
            </p:cNvSpPr>
            <p:nvPr/>
          </p:nvSpPr>
          <p:spPr bwMode="auto">
            <a:xfrm>
              <a:off x="301" y="2730"/>
              <a:ext cx="2" cy="3"/>
            </a:xfrm>
            <a:custGeom>
              <a:avLst/>
              <a:gdLst>
                <a:gd name="T0" fmla="*/ 0 w 13"/>
                <a:gd name="T1" fmla="*/ 4 h 13"/>
                <a:gd name="T2" fmla="*/ 8 w 13"/>
                <a:gd name="T3" fmla="*/ 0 h 13"/>
                <a:gd name="T4" fmla="*/ 13 w 13"/>
                <a:gd name="T5" fmla="*/ 2 h 13"/>
                <a:gd name="T6" fmla="*/ 12 w 13"/>
                <a:gd name="T7" fmla="*/ 6 h 13"/>
                <a:gd name="T8" fmla="*/ 4 w 13"/>
                <a:gd name="T9" fmla="*/ 13 h 13"/>
                <a:gd name="T10" fmla="*/ 0 w 13"/>
                <a:gd name="T11" fmla="*/ 10 h 13"/>
                <a:gd name="T12" fmla="*/ 0 w 13"/>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0" y="4"/>
                  </a:moveTo>
                  <a:lnTo>
                    <a:pt x="8" y="0"/>
                  </a:lnTo>
                  <a:lnTo>
                    <a:pt x="13" y="2"/>
                  </a:lnTo>
                  <a:lnTo>
                    <a:pt x="12" y="6"/>
                  </a:lnTo>
                  <a:lnTo>
                    <a:pt x="4" y="13"/>
                  </a:lnTo>
                  <a:lnTo>
                    <a:pt x="0" y="10"/>
                  </a:lnTo>
                  <a:lnTo>
                    <a:pt x="0"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8" name="Freeform 84">
              <a:extLst>
                <a:ext uri="{FF2B5EF4-FFF2-40B4-BE49-F238E27FC236}">
                  <a16:creationId xmlns:a16="http://schemas.microsoft.com/office/drawing/2014/main" id="{36532BA3-3D8C-78E8-281D-B687FADEBCC7}"/>
                </a:ext>
              </a:extLst>
            </p:cNvPr>
            <p:cNvSpPr>
              <a:spLocks noChangeAspect="1"/>
            </p:cNvSpPr>
            <p:nvPr/>
          </p:nvSpPr>
          <p:spPr bwMode="auto">
            <a:xfrm>
              <a:off x="284" y="2725"/>
              <a:ext cx="3" cy="1"/>
            </a:xfrm>
            <a:custGeom>
              <a:avLst/>
              <a:gdLst>
                <a:gd name="T0" fmla="*/ 0 w 15"/>
                <a:gd name="T1" fmla="*/ 4 h 7"/>
                <a:gd name="T2" fmla="*/ 1 w 15"/>
                <a:gd name="T3" fmla="*/ 0 h 7"/>
                <a:gd name="T4" fmla="*/ 13 w 15"/>
                <a:gd name="T5" fmla="*/ 0 h 7"/>
                <a:gd name="T6" fmla="*/ 15 w 15"/>
                <a:gd name="T7" fmla="*/ 4 h 7"/>
                <a:gd name="T8" fmla="*/ 13 w 15"/>
                <a:gd name="T9" fmla="*/ 6 h 7"/>
                <a:gd name="T10" fmla="*/ 2 w 15"/>
                <a:gd name="T11" fmla="*/ 7 h 7"/>
                <a:gd name="T12" fmla="*/ 0 w 1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0" y="4"/>
                  </a:moveTo>
                  <a:lnTo>
                    <a:pt x="1" y="0"/>
                  </a:lnTo>
                  <a:lnTo>
                    <a:pt x="13" y="0"/>
                  </a:lnTo>
                  <a:lnTo>
                    <a:pt x="15" y="4"/>
                  </a:lnTo>
                  <a:lnTo>
                    <a:pt x="13" y="6"/>
                  </a:lnTo>
                  <a:lnTo>
                    <a:pt x="2" y="7"/>
                  </a:lnTo>
                  <a:lnTo>
                    <a:pt x="0" y="4"/>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19" name="Freeform 85">
              <a:extLst>
                <a:ext uri="{FF2B5EF4-FFF2-40B4-BE49-F238E27FC236}">
                  <a16:creationId xmlns:a16="http://schemas.microsoft.com/office/drawing/2014/main" id="{7EAC5F70-39DC-5800-9B21-CCF12187039F}"/>
                </a:ext>
              </a:extLst>
            </p:cNvPr>
            <p:cNvSpPr>
              <a:spLocks noChangeAspect="1"/>
            </p:cNvSpPr>
            <p:nvPr/>
          </p:nvSpPr>
          <p:spPr bwMode="auto">
            <a:xfrm>
              <a:off x="422" y="2475"/>
              <a:ext cx="90" cy="107"/>
            </a:xfrm>
            <a:custGeom>
              <a:avLst/>
              <a:gdLst>
                <a:gd name="T0" fmla="*/ 10 w 505"/>
                <a:gd name="T1" fmla="*/ 404 h 601"/>
                <a:gd name="T2" fmla="*/ 31 w 505"/>
                <a:gd name="T3" fmla="*/ 379 h 601"/>
                <a:gd name="T4" fmla="*/ 16 w 505"/>
                <a:gd name="T5" fmla="*/ 368 h 601"/>
                <a:gd name="T6" fmla="*/ 28 w 505"/>
                <a:gd name="T7" fmla="*/ 336 h 601"/>
                <a:gd name="T8" fmla="*/ 46 w 505"/>
                <a:gd name="T9" fmla="*/ 287 h 601"/>
                <a:gd name="T10" fmla="*/ 53 w 505"/>
                <a:gd name="T11" fmla="*/ 277 h 601"/>
                <a:gd name="T12" fmla="*/ 77 w 505"/>
                <a:gd name="T13" fmla="*/ 264 h 601"/>
                <a:gd name="T14" fmla="*/ 64 w 505"/>
                <a:gd name="T15" fmla="*/ 242 h 601"/>
                <a:gd name="T16" fmla="*/ 59 w 505"/>
                <a:gd name="T17" fmla="*/ 213 h 601"/>
                <a:gd name="T18" fmla="*/ 53 w 505"/>
                <a:gd name="T19" fmla="*/ 185 h 601"/>
                <a:gd name="T20" fmla="*/ 59 w 505"/>
                <a:gd name="T21" fmla="*/ 113 h 601"/>
                <a:gd name="T22" fmla="*/ 61 w 505"/>
                <a:gd name="T23" fmla="*/ 79 h 601"/>
                <a:gd name="T24" fmla="*/ 97 w 505"/>
                <a:gd name="T25" fmla="*/ 92 h 601"/>
                <a:gd name="T26" fmla="*/ 126 w 505"/>
                <a:gd name="T27" fmla="*/ 14 h 601"/>
                <a:gd name="T28" fmla="*/ 152 w 505"/>
                <a:gd name="T29" fmla="*/ 3 h 601"/>
                <a:gd name="T30" fmla="*/ 215 w 505"/>
                <a:gd name="T31" fmla="*/ 13 h 601"/>
                <a:gd name="T32" fmla="*/ 226 w 505"/>
                <a:gd name="T33" fmla="*/ 14 h 601"/>
                <a:gd name="T34" fmla="*/ 301 w 505"/>
                <a:gd name="T35" fmla="*/ 25 h 601"/>
                <a:gd name="T36" fmla="*/ 326 w 505"/>
                <a:gd name="T37" fmla="*/ 29 h 601"/>
                <a:gd name="T38" fmla="*/ 358 w 505"/>
                <a:gd name="T39" fmla="*/ 32 h 601"/>
                <a:gd name="T40" fmla="*/ 396 w 505"/>
                <a:gd name="T41" fmla="*/ 37 h 601"/>
                <a:gd name="T42" fmla="*/ 433 w 505"/>
                <a:gd name="T43" fmla="*/ 42 h 601"/>
                <a:gd name="T44" fmla="*/ 472 w 505"/>
                <a:gd name="T45" fmla="*/ 47 h 601"/>
                <a:gd name="T46" fmla="*/ 503 w 505"/>
                <a:gd name="T47" fmla="*/ 74 h 601"/>
                <a:gd name="T48" fmla="*/ 494 w 505"/>
                <a:gd name="T49" fmla="*/ 147 h 601"/>
                <a:gd name="T50" fmla="*/ 490 w 505"/>
                <a:gd name="T51" fmla="*/ 195 h 601"/>
                <a:gd name="T52" fmla="*/ 482 w 505"/>
                <a:gd name="T53" fmla="*/ 265 h 601"/>
                <a:gd name="T54" fmla="*/ 480 w 505"/>
                <a:gd name="T55" fmla="*/ 285 h 601"/>
                <a:gd name="T56" fmla="*/ 474 w 505"/>
                <a:gd name="T57" fmla="*/ 342 h 601"/>
                <a:gd name="T58" fmla="*/ 470 w 505"/>
                <a:gd name="T59" fmla="*/ 366 h 601"/>
                <a:gd name="T60" fmla="*/ 464 w 505"/>
                <a:gd name="T61" fmla="*/ 425 h 601"/>
                <a:gd name="T62" fmla="*/ 461 w 505"/>
                <a:gd name="T63" fmla="*/ 461 h 601"/>
                <a:gd name="T64" fmla="*/ 457 w 505"/>
                <a:gd name="T65" fmla="*/ 487 h 601"/>
                <a:gd name="T66" fmla="*/ 448 w 505"/>
                <a:gd name="T67" fmla="*/ 579 h 601"/>
                <a:gd name="T68" fmla="*/ 445 w 505"/>
                <a:gd name="T69" fmla="*/ 601 h 601"/>
                <a:gd name="T70" fmla="*/ 281 w 505"/>
                <a:gd name="T71" fmla="*/ 581 h 601"/>
                <a:gd name="T72" fmla="*/ 258 w 505"/>
                <a:gd name="T73" fmla="*/ 569 h 601"/>
                <a:gd name="T74" fmla="*/ 109 w 505"/>
                <a:gd name="T75" fmla="*/ 487 h 601"/>
                <a:gd name="T76" fmla="*/ 0 w 505"/>
                <a:gd name="T77" fmla="*/ 41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05" h="601">
                  <a:moveTo>
                    <a:pt x="0" y="416"/>
                  </a:moveTo>
                  <a:lnTo>
                    <a:pt x="10" y="404"/>
                  </a:lnTo>
                  <a:lnTo>
                    <a:pt x="24" y="403"/>
                  </a:lnTo>
                  <a:lnTo>
                    <a:pt x="31" y="379"/>
                  </a:lnTo>
                  <a:lnTo>
                    <a:pt x="24" y="377"/>
                  </a:lnTo>
                  <a:lnTo>
                    <a:pt x="16" y="368"/>
                  </a:lnTo>
                  <a:lnTo>
                    <a:pt x="20" y="341"/>
                  </a:lnTo>
                  <a:lnTo>
                    <a:pt x="28" y="336"/>
                  </a:lnTo>
                  <a:lnTo>
                    <a:pt x="42" y="313"/>
                  </a:lnTo>
                  <a:lnTo>
                    <a:pt x="46" y="287"/>
                  </a:lnTo>
                  <a:lnTo>
                    <a:pt x="49" y="284"/>
                  </a:lnTo>
                  <a:lnTo>
                    <a:pt x="53" y="277"/>
                  </a:lnTo>
                  <a:lnTo>
                    <a:pt x="68" y="270"/>
                  </a:lnTo>
                  <a:lnTo>
                    <a:pt x="77" y="264"/>
                  </a:lnTo>
                  <a:lnTo>
                    <a:pt x="79" y="259"/>
                  </a:lnTo>
                  <a:lnTo>
                    <a:pt x="64" y="242"/>
                  </a:lnTo>
                  <a:lnTo>
                    <a:pt x="64" y="236"/>
                  </a:lnTo>
                  <a:lnTo>
                    <a:pt x="59" y="213"/>
                  </a:lnTo>
                  <a:lnTo>
                    <a:pt x="50" y="199"/>
                  </a:lnTo>
                  <a:lnTo>
                    <a:pt x="53" y="185"/>
                  </a:lnTo>
                  <a:lnTo>
                    <a:pt x="60" y="162"/>
                  </a:lnTo>
                  <a:lnTo>
                    <a:pt x="59" y="113"/>
                  </a:lnTo>
                  <a:lnTo>
                    <a:pt x="64" y="101"/>
                  </a:lnTo>
                  <a:lnTo>
                    <a:pt x="61" y="79"/>
                  </a:lnTo>
                  <a:lnTo>
                    <a:pt x="80" y="77"/>
                  </a:lnTo>
                  <a:lnTo>
                    <a:pt x="97" y="92"/>
                  </a:lnTo>
                  <a:lnTo>
                    <a:pt x="115" y="78"/>
                  </a:lnTo>
                  <a:lnTo>
                    <a:pt x="126" y="14"/>
                  </a:lnTo>
                  <a:lnTo>
                    <a:pt x="128" y="0"/>
                  </a:lnTo>
                  <a:lnTo>
                    <a:pt x="152" y="3"/>
                  </a:lnTo>
                  <a:lnTo>
                    <a:pt x="178" y="7"/>
                  </a:lnTo>
                  <a:lnTo>
                    <a:pt x="215" y="13"/>
                  </a:lnTo>
                  <a:lnTo>
                    <a:pt x="216" y="13"/>
                  </a:lnTo>
                  <a:lnTo>
                    <a:pt x="226" y="14"/>
                  </a:lnTo>
                  <a:lnTo>
                    <a:pt x="241" y="17"/>
                  </a:lnTo>
                  <a:lnTo>
                    <a:pt x="301" y="25"/>
                  </a:lnTo>
                  <a:lnTo>
                    <a:pt x="320" y="27"/>
                  </a:lnTo>
                  <a:lnTo>
                    <a:pt x="326" y="29"/>
                  </a:lnTo>
                  <a:lnTo>
                    <a:pt x="338" y="30"/>
                  </a:lnTo>
                  <a:lnTo>
                    <a:pt x="358" y="32"/>
                  </a:lnTo>
                  <a:lnTo>
                    <a:pt x="377" y="35"/>
                  </a:lnTo>
                  <a:lnTo>
                    <a:pt x="396" y="37"/>
                  </a:lnTo>
                  <a:lnTo>
                    <a:pt x="397" y="38"/>
                  </a:lnTo>
                  <a:lnTo>
                    <a:pt x="433" y="42"/>
                  </a:lnTo>
                  <a:lnTo>
                    <a:pt x="462" y="45"/>
                  </a:lnTo>
                  <a:lnTo>
                    <a:pt x="472" y="47"/>
                  </a:lnTo>
                  <a:lnTo>
                    <a:pt x="505" y="50"/>
                  </a:lnTo>
                  <a:lnTo>
                    <a:pt x="503" y="74"/>
                  </a:lnTo>
                  <a:lnTo>
                    <a:pt x="500" y="98"/>
                  </a:lnTo>
                  <a:lnTo>
                    <a:pt x="494" y="147"/>
                  </a:lnTo>
                  <a:lnTo>
                    <a:pt x="490" y="193"/>
                  </a:lnTo>
                  <a:lnTo>
                    <a:pt x="490" y="195"/>
                  </a:lnTo>
                  <a:lnTo>
                    <a:pt x="484" y="248"/>
                  </a:lnTo>
                  <a:lnTo>
                    <a:pt x="482" y="265"/>
                  </a:lnTo>
                  <a:lnTo>
                    <a:pt x="481" y="267"/>
                  </a:lnTo>
                  <a:lnTo>
                    <a:pt x="480" y="285"/>
                  </a:lnTo>
                  <a:lnTo>
                    <a:pt x="478" y="306"/>
                  </a:lnTo>
                  <a:lnTo>
                    <a:pt x="474" y="342"/>
                  </a:lnTo>
                  <a:lnTo>
                    <a:pt x="472" y="363"/>
                  </a:lnTo>
                  <a:lnTo>
                    <a:pt x="470" y="366"/>
                  </a:lnTo>
                  <a:lnTo>
                    <a:pt x="466" y="419"/>
                  </a:lnTo>
                  <a:lnTo>
                    <a:pt x="464" y="425"/>
                  </a:lnTo>
                  <a:lnTo>
                    <a:pt x="463" y="439"/>
                  </a:lnTo>
                  <a:lnTo>
                    <a:pt x="461" y="461"/>
                  </a:lnTo>
                  <a:lnTo>
                    <a:pt x="460" y="463"/>
                  </a:lnTo>
                  <a:lnTo>
                    <a:pt x="457" y="487"/>
                  </a:lnTo>
                  <a:lnTo>
                    <a:pt x="457" y="494"/>
                  </a:lnTo>
                  <a:lnTo>
                    <a:pt x="448" y="579"/>
                  </a:lnTo>
                  <a:lnTo>
                    <a:pt x="446" y="582"/>
                  </a:lnTo>
                  <a:lnTo>
                    <a:pt x="445" y="601"/>
                  </a:lnTo>
                  <a:lnTo>
                    <a:pt x="331" y="587"/>
                  </a:lnTo>
                  <a:lnTo>
                    <a:pt x="281" y="581"/>
                  </a:lnTo>
                  <a:lnTo>
                    <a:pt x="260" y="570"/>
                  </a:lnTo>
                  <a:lnTo>
                    <a:pt x="258" y="569"/>
                  </a:lnTo>
                  <a:lnTo>
                    <a:pt x="248" y="563"/>
                  </a:lnTo>
                  <a:lnTo>
                    <a:pt x="109" y="487"/>
                  </a:lnTo>
                  <a:lnTo>
                    <a:pt x="10" y="431"/>
                  </a:lnTo>
                  <a:lnTo>
                    <a:pt x="0" y="41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0" name="Freeform 86">
              <a:extLst>
                <a:ext uri="{FF2B5EF4-FFF2-40B4-BE49-F238E27FC236}">
                  <a16:creationId xmlns:a16="http://schemas.microsoft.com/office/drawing/2014/main" id="{F00D65AD-0C71-5147-B305-5EDA6D61A6DA}"/>
                </a:ext>
              </a:extLst>
            </p:cNvPr>
            <p:cNvSpPr>
              <a:spLocks noChangeAspect="1"/>
            </p:cNvSpPr>
            <p:nvPr/>
          </p:nvSpPr>
          <p:spPr bwMode="auto">
            <a:xfrm>
              <a:off x="633" y="2701"/>
              <a:ext cx="19" cy="23"/>
            </a:xfrm>
            <a:custGeom>
              <a:avLst/>
              <a:gdLst>
                <a:gd name="T0" fmla="*/ 0 w 108"/>
                <a:gd name="T1" fmla="*/ 47 h 129"/>
                <a:gd name="T2" fmla="*/ 13 w 108"/>
                <a:gd name="T3" fmla="*/ 92 h 129"/>
                <a:gd name="T4" fmla="*/ 9 w 108"/>
                <a:gd name="T5" fmla="*/ 110 h 129"/>
                <a:gd name="T6" fmla="*/ 14 w 108"/>
                <a:gd name="T7" fmla="*/ 118 h 129"/>
                <a:gd name="T8" fmla="*/ 33 w 108"/>
                <a:gd name="T9" fmla="*/ 129 h 129"/>
                <a:gd name="T10" fmla="*/ 47 w 108"/>
                <a:gd name="T11" fmla="*/ 110 h 129"/>
                <a:gd name="T12" fmla="*/ 69 w 108"/>
                <a:gd name="T13" fmla="*/ 96 h 129"/>
                <a:gd name="T14" fmla="*/ 74 w 108"/>
                <a:gd name="T15" fmla="*/ 98 h 129"/>
                <a:gd name="T16" fmla="*/ 90 w 108"/>
                <a:gd name="T17" fmla="*/ 90 h 129"/>
                <a:gd name="T18" fmla="*/ 103 w 108"/>
                <a:gd name="T19" fmla="*/ 81 h 129"/>
                <a:gd name="T20" fmla="*/ 108 w 108"/>
                <a:gd name="T21" fmla="*/ 74 h 129"/>
                <a:gd name="T22" fmla="*/ 99 w 108"/>
                <a:gd name="T23" fmla="*/ 68 h 129"/>
                <a:gd name="T24" fmla="*/ 93 w 108"/>
                <a:gd name="T25" fmla="*/ 60 h 129"/>
                <a:gd name="T26" fmla="*/ 92 w 108"/>
                <a:gd name="T27" fmla="*/ 52 h 129"/>
                <a:gd name="T28" fmla="*/ 84 w 108"/>
                <a:gd name="T29" fmla="*/ 51 h 129"/>
                <a:gd name="T30" fmla="*/ 84 w 108"/>
                <a:gd name="T31" fmla="*/ 40 h 129"/>
                <a:gd name="T32" fmla="*/ 75 w 108"/>
                <a:gd name="T33" fmla="*/ 30 h 129"/>
                <a:gd name="T34" fmla="*/ 55 w 108"/>
                <a:gd name="T35" fmla="*/ 17 h 129"/>
                <a:gd name="T36" fmla="*/ 37 w 108"/>
                <a:gd name="T37" fmla="*/ 11 h 129"/>
                <a:gd name="T38" fmla="*/ 26 w 108"/>
                <a:gd name="T39" fmla="*/ 3 h 129"/>
                <a:gd name="T40" fmla="*/ 15 w 108"/>
                <a:gd name="T41" fmla="*/ 0 h 129"/>
                <a:gd name="T42" fmla="*/ 19 w 108"/>
                <a:gd name="T43" fmla="*/ 26 h 129"/>
                <a:gd name="T44" fmla="*/ 0 w 108"/>
                <a:gd name="T45"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129">
                  <a:moveTo>
                    <a:pt x="0" y="47"/>
                  </a:moveTo>
                  <a:lnTo>
                    <a:pt x="13" y="92"/>
                  </a:lnTo>
                  <a:lnTo>
                    <a:pt x="9" y="110"/>
                  </a:lnTo>
                  <a:lnTo>
                    <a:pt x="14" y="118"/>
                  </a:lnTo>
                  <a:lnTo>
                    <a:pt x="33" y="129"/>
                  </a:lnTo>
                  <a:lnTo>
                    <a:pt x="47" y="110"/>
                  </a:lnTo>
                  <a:lnTo>
                    <a:pt x="69" y="96"/>
                  </a:lnTo>
                  <a:lnTo>
                    <a:pt x="74" y="98"/>
                  </a:lnTo>
                  <a:lnTo>
                    <a:pt x="90" y="90"/>
                  </a:lnTo>
                  <a:lnTo>
                    <a:pt x="103" y="81"/>
                  </a:lnTo>
                  <a:lnTo>
                    <a:pt x="108" y="74"/>
                  </a:lnTo>
                  <a:lnTo>
                    <a:pt x="99" y="68"/>
                  </a:lnTo>
                  <a:lnTo>
                    <a:pt x="93" y="60"/>
                  </a:lnTo>
                  <a:lnTo>
                    <a:pt x="92" y="52"/>
                  </a:lnTo>
                  <a:lnTo>
                    <a:pt x="84" y="51"/>
                  </a:lnTo>
                  <a:lnTo>
                    <a:pt x="84" y="40"/>
                  </a:lnTo>
                  <a:lnTo>
                    <a:pt x="75" y="30"/>
                  </a:lnTo>
                  <a:lnTo>
                    <a:pt x="55" y="17"/>
                  </a:lnTo>
                  <a:lnTo>
                    <a:pt x="37" y="11"/>
                  </a:lnTo>
                  <a:lnTo>
                    <a:pt x="26" y="3"/>
                  </a:lnTo>
                  <a:lnTo>
                    <a:pt x="15" y="0"/>
                  </a:lnTo>
                  <a:lnTo>
                    <a:pt x="19" y="26"/>
                  </a:lnTo>
                  <a:lnTo>
                    <a:pt x="0" y="47"/>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1" name="Freeform 87">
              <a:extLst>
                <a:ext uri="{FF2B5EF4-FFF2-40B4-BE49-F238E27FC236}">
                  <a16:creationId xmlns:a16="http://schemas.microsoft.com/office/drawing/2014/main" id="{D354331F-D641-8EE4-4877-DAA52B437632}"/>
                </a:ext>
              </a:extLst>
            </p:cNvPr>
            <p:cNvSpPr>
              <a:spLocks noChangeAspect="1"/>
            </p:cNvSpPr>
            <p:nvPr/>
          </p:nvSpPr>
          <p:spPr bwMode="auto">
            <a:xfrm>
              <a:off x="624" y="2687"/>
              <a:ext cx="10" cy="8"/>
            </a:xfrm>
            <a:custGeom>
              <a:avLst/>
              <a:gdLst>
                <a:gd name="T0" fmla="*/ 0 w 59"/>
                <a:gd name="T1" fmla="*/ 15 h 43"/>
                <a:gd name="T2" fmla="*/ 0 w 59"/>
                <a:gd name="T3" fmla="*/ 5 h 43"/>
                <a:gd name="T4" fmla="*/ 6 w 59"/>
                <a:gd name="T5" fmla="*/ 0 h 43"/>
                <a:gd name="T6" fmla="*/ 19 w 59"/>
                <a:gd name="T7" fmla="*/ 13 h 43"/>
                <a:gd name="T8" fmla="*/ 30 w 59"/>
                <a:gd name="T9" fmla="*/ 8 h 43"/>
                <a:gd name="T10" fmla="*/ 37 w 59"/>
                <a:gd name="T11" fmla="*/ 9 h 43"/>
                <a:gd name="T12" fmla="*/ 48 w 59"/>
                <a:gd name="T13" fmla="*/ 20 h 43"/>
                <a:gd name="T14" fmla="*/ 56 w 59"/>
                <a:gd name="T15" fmla="*/ 23 h 43"/>
                <a:gd name="T16" fmla="*/ 59 w 59"/>
                <a:gd name="T17" fmla="*/ 32 h 43"/>
                <a:gd name="T18" fmla="*/ 47 w 59"/>
                <a:gd name="T19" fmla="*/ 41 h 43"/>
                <a:gd name="T20" fmla="*/ 40 w 59"/>
                <a:gd name="T21" fmla="*/ 39 h 43"/>
                <a:gd name="T22" fmla="*/ 30 w 59"/>
                <a:gd name="T23" fmla="*/ 43 h 43"/>
                <a:gd name="T24" fmla="*/ 22 w 59"/>
                <a:gd name="T25" fmla="*/ 43 h 43"/>
                <a:gd name="T26" fmla="*/ 18 w 59"/>
                <a:gd name="T27" fmla="*/ 29 h 43"/>
                <a:gd name="T28" fmla="*/ 0 w 59"/>
                <a:gd name="T2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43">
                  <a:moveTo>
                    <a:pt x="0" y="15"/>
                  </a:moveTo>
                  <a:lnTo>
                    <a:pt x="0" y="5"/>
                  </a:lnTo>
                  <a:lnTo>
                    <a:pt x="6" y="0"/>
                  </a:lnTo>
                  <a:lnTo>
                    <a:pt x="19" y="13"/>
                  </a:lnTo>
                  <a:lnTo>
                    <a:pt x="30" y="8"/>
                  </a:lnTo>
                  <a:lnTo>
                    <a:pt x="37" y="9"/>
                  </a:lnTo>
                  <a:lnTo>
                    <a:pt x="48" y="20"/>
                  </a:lnTo>
                  <a:lnTo>
                    <a:pt x="56" y="23"/>
                  </a:lnTo>
                  <a:lnTo>
                    <a:pt x="59" y="32"/>
                  </a:lnTo>
                  <a:lnTo>
                    <a:pt x="47" y="41"/>
                  </a:lnTo>
                  <a:lnTo>
                    <a:pt x="40" y="39"/>
                  </a:lnTo>
                  <a:lnTo>
                    <a:pt x="30" y="43"/>
                  </a:lnTo>
                  <a:lnTo>
                    <a:pt x="22" y="43"/>
                  </a:lnTo>
                  <a:lnTo>
                    <a:pt x="18" y="29"/>
                  </a:lnTo>
                  <a:lnTo>
                    <a:pt x="0" y="15"/>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2" name="Freeform 88">
              <a:extLst>
                <a:ext uri="{FF2B5EF4-FFF2-40B4-BE49-F238E27FC236}">
                  <a16:creationId xmlns:a16="http://schemas.microsoft.com/office/drawing/2014/main" id="{78596CE2-0D84-11DB-B16E-E25D02883E0D}"/>
                </a:ext>
              </a:extLst>
            </p:cNvPr>
            <p:cNvSpPr>
              <a:spLocks noChangeAspect="1"/>
            </p:cNvSpPr>
            <p:nvPr/>
          </p:nvSpPr>
          <p:spPr bwMode="auto">
            <a:xfrm>
              <a:off x="600" y="2676"/>
              <a:ext cx="9" cy="7"/>
            </a:xfrm>
            <a:custGeom>
              <a:avLst/>
              <a:gdLst>
                <a:gd name="T0" fmla="*/ 0 w 53"/>
                <a:gd name="T1" fmla="*/ 9 h 42"/>
                <a:gd name="T2" fmla="*/ 13 w 53"/>
                <a:gd name="T3" fmla="*/ 37 h 42"/>
                <a:gd name="T4" fmla="*/ 31 w 53"/>
                <a:gd name="T5" fmla="*/ 37 h 42"/>
                <a:gd name="T6" fmla="*/ 39 w 53"/>
                <a:gd name="T7" fmla="*/ 40 h 42"/>
                <a:gd name="T8" fmla="*/ 46 w 53"/>
                <a:gd name="T9" fmla="*/ 40 h 42"/>
                <a:gd name="T10" fmla="*/ 49 w 53"/>
                <a:gd name="T11" fmla="*/ 42 h 42"/>
                <a:gd name="T12" fmla="*/ 53 w 53"/>
                <a:gd name="T13" fmla="*/ 36 h 42"/>
                <a:gd name="T14" fmla="*/ 48 w 53"/>
                <a:gd name="T15" fmla="*/ 31 h 42"/>
                <a:gd name="T16" fmla="*/ 43 w 53"/>
                <a:gd name="T17" fmla="*/ 22 h 42"/>
                <a:gd name="T18" fmla="*/ 36 w 53"/>
                <a:gd name="T19" fmla="*/ 19 h 42"/>
                <a:gd name="T20" fmla="*/ 37 w 53"/>
                <a:gd name="T21" fmla="*/ 16 h 42"/>
                <a:gd name="T22" fmla="*/ 30 w 53"/>
                <a:gd name="T23" fmla="*/ 1 h 42"/>
                <a:gd name="T24" fmla="*/ 22 w 53"/>
                <a:gd name="T25" fmla="*/ 0 h 42"/>
                <a:gd name="T26" fmla="*/ 11 w 53"/>
                <a:gd name="T27" fmla="*/ 9 h 42"/>
                <a:gd name="T28" fmla="*/ 0 w 53"/>
                <a:gd name="T29"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42">
                  <a:moveTo>
                    <a:pt x="0" y="9"/>
                  </a:moveTo>
                  <a:lnTo>
                    <a:pt x="13" y="37"/>
                  </a:lnTo>
                  <a:lnTo>
                    <a:pt x="31" y="37"/>
                  </a:lnTo>
                  <a:lnTo>
                    <a:pt x="39" y="40"/>
                  </a:lnTo>
                  <a:lnTo>
                    <a:pt x="46" y="40"/>
                  </a:lnTo>
                  <a:lnTo>
                    <a:pt x="49" y="42"/>
                  </a:lnTo>
                  <a:lnTo>
                    <a:pt x="53" y="36"/>
                  </a:lnTo>
                  <a:lnTo>
                    <a:pt x="48" y="31"/>
                  </a:lnTo>
                  <a:lnTo>
                    <a:pt x="43" y="22"/>
                  </a:lnTo>
                  <a:lnTo>
                    <a:pt x="36" y="19"/>
                  </a:lnTo>
                  <a:lnTo>
                    <a:pt x="37" y="16"/>
                  </a:lnTo>
                  <a:lnTo>
                    <a:pt x="30" y="1"/>
                  </a:lnTo>
                  <a:lnTo>
                    <a:pt x="22" y="0"/>
                  </a:lnTo>
                  <a:lnTo>
                    <a:pt x="11" y="9"/>
                  </a:lnTo>
                  <a:lnTo>
                    <a:pt x="0" y="9"/>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3" name="Freeform 89">
              <a:extLst>
                <a:ext uri="{FF2B5EF4-FFF2-40B4-BE49-F238E27FC236}">
                  <a16:creationId xmlns:a16="http://schemas.microsoft.com/office/drawing/2014/main" id="{DAD4C03D-C2D1-A78D-58BA-65C82A2A8730}"/>
                </a:ext>
              </a:extLst>
            </p:cNvPr>
            <p:cNvSpPr>
              <a:spLocks noChangeAspect="1"/>
            </p:cNvSpPr>
            <p:nvPr/>
          </p:nvSpPr>
          <p:spPr bwMode="auto">
            <a:xfrm>
              <a:off x="577" y="2665"/>
              <a:ext cx="7" cy="6"/>
            </a:xfrm>
            <a:custGeom>
              <a:avLst/>
              <a:gdLst>
                <a:gd name="T0" fmla="*/ 0 w 43"/>
                <a:gd name="T1" fmla="*/ 16 h 34"/>
                <a:gd name="T2" fmla="*/ 8 w 43"/>
                <a:gd name="T3" fmla="*/ 25 h 34"/>
                <a:gd name="T4" fmla="*/ 17 w 43"/>
                <a:gd name="T5" fmla="*/ 31 h 34"/>
                <a:gd name="T6" fmla="*/ 26 w 43"/>
                <a:gd name="T7" fmla="*/ 34 h 34"/>
                <a:gd name="T8" fmla="*/ 33 w 43"/>
                <a:gd name="T9" fmla="*/ 32 h 34"/>
                <a:gd name="T10" fmla="*/ 38 w 43"/>
                <a:gd name="T11" fmla="*/ 24 h 34"/>
                <a:gd name="T12" fmla="*/ 43 w 43"/>
                <a:gd name="T13" fmla="*/ 11 h 34"/>
                <a:gd name="T14" fmla="*/ 38 w 43"/>
                <a:gd name="T15" fmla="*/ 2 h 34"/>
                <a:gd name="T16" fmla="*/ 26 w 43"/>
                <a:gd name="T17" fmla="*/ 0 h 34"/>
                <a:gd name="T18" fmla="*/ 14 w 43"/>
                <a:gd name="T19" fmla="*/ 2 h 34"/>
                <a:gd name="T20" fmla="*/ 0 w 43"/>
                <a:gd name="T21"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4">
                  <a:moveTo>
                    <a:pt x="0" y="16"/>
                  </a:moveTo>
                  <a:lnTo>
                    <a:pt x="8" y="25"/>
                  </a:lnTo>
                  <a:lnTo>
                    <a:pt x="17" y="31"/>
                  </a:lnTo>
                  <a:lnTo>
                    <a:pt x="26" y="34"/>
                  </a:lnTo>
                  <a:lnTo>
                    <a:pt x="33" y="32"/>
                  </a:lnTo>
                  <a:lnTo>
                    <a:pt x="38" y="24"/>
                  </a:lnTo>
                  <a:lnTo>
                    <a:pt x="43" y="11"/>
                  </a:lnTo>
                  <a:lnTo>
                    <a:pt x="38" y="2"/>
                  </a:lnTo>
                  <a:lnTo>
                    <a:pt x="26" y="0"/>
                  </a:lnTo>
                  <a:lnTo>
                    <a:pt x="14" y="2"/>
                  </a:lnTo>
                  <a:lnTo>
                    <a:pt x="0" y="16"/>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4" name="Freeform 90">
              <a:extLst>
                <a:ext uri="{FF2B5EF4-FFF2-40B4-BE49-F238E27FC236}">
                  <a16:creationId xmlns:a16="http://schemas.microsoft.com/office/drawing/2014/main" id="{8AD39D4F-EAB1-5A8E-8FB9-F2AE32108062}"/>
                </a:ext>
              </a:extLst>
            </p:cNvPr>
            <p:cNvSpPr>
              <a:spLocks noChangeAspect="1"/>
            </p:cNvSpPr>
            <p:nvPr/>
          </p:nvSpPr>
          <p:spPr bwMode="auto">
            <a:xfrm>
              <a:off x="614" y="2684"/>
              <a:ext cx="10" cy="3"/>
            </a:xfrm>
            <a:custGeom>
              <a:avLst/>
              <a:gdLst>
                <a:gd name="T0" fmla="*/ 25 w 52"/>
                <a:gd name="T1" fmla="*/ 3 h 16"/>
                <a:gd name="T2" fmla="*/ 31 w 52"/>
                <a:gd name="T3" fmla="*/ 3 h 16"/>
                <a:gd name="T4" fmla="*/ 32 w 52"/>
                <a:gd name="T5" fmla="*/ 4 h 16"/>
                <a:gd name="T6" fmla="*/ 34 w 52"/>
                <a:gd name="T7" fmla="*/ 4 h 16"/>
                <a:gd name="T8" fmla="*/ 52 w 52"/>
                <a:gd name="T9" fmla="*/ 7 h 16"/>
                <a:gd name="T10" fmla="*/ 41 w 52"/>
                <a:gd name="T11" fmla="*/ 15 h 16"/>
                <a:gd name="T12" fmla="*/ 37 w 52"/>
                <a:gd name="T13" fmla="*/ 16 h 16"/>
                <a:gd name="T14" fmla="*/ 18 w 52"/>
                <a:gd name="T15" fmla="*/ 10 h 16"/>
                <a:gd name="T16" fmla="*/ 0 w 52"/>
                <a:gd name="T17" fmla="*/ 12 h 16"/>
                <a:gd name="T18" fmla="*/ 4 w 52"/>
                <a:gd name="T19" fmla="*/ 0 h 16"/>
                <a:gd name="T20" fmla="*/ 25 w 52"/>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6">
                  <a:moveTo>
                    <a:pt x="25" y="3"/>
                  </a:moveTo>
                  <a:lnTo>
                    <a:pt x="31" y="3"/>
                  </a:lnTo>
                  <a:lnTo>
                    <a:pt x="32" y="4"/>
                  </a:lnTo>
                  <a:lnTo>
                    <a:pt x="34" y="4"/>
                  </a:lnTo>
                  <a:lnTo>
                    <a:pt x="52" y="7"/>
                  </a:lnTo>
                  <a:lnTo>
                    <a:pt x="41" y="15"/>
                  </a:lnTo>
                  <a:lnTo>
                    <a:pt x="37" y="16"/>
                  </a:lnTo>
                  <a:lnTo>
                    <a:pt x="18" y="10"/>
                  </a:lnTo>
                  <a:lnTo>
                    <a:pt x="0" y="12"/>
                  </a:lnTo>
                  <a:lnTo>
                    <a:pt x="4" y="0"/>
                  </a:lnTo>
                  <a:lnTo>
                    <a:pt x="25" y="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5" name="Freeform 91">
              <a:extLst>
                <a:ext uri="{FF2B5EF4-FFF2-40B4-BE49-F238E27FC236}">
                  <a16:creationId xmlns:a16="http://schemas.microsoft.com/office/drawing/2014/main" id="{9C68742E-58B9-9D1B-55EC-8E847F7FB7F5}"/>
                </a:ext>
              </a:extLst>
            </p:cNvPr>
            <p:cNvSpPr>
              <a:spLocks noChangeAspect="1"/>
            </p:cNvSpPr>
            <p:nvPr/>
          </p:nvSpPr>
          <p:spPr bwMode="auto">
            <a:xfrm>
              <a:off x="618" y="2689"/>
              <a:ext cx="4" cy="3"/>
            </a:xfrm>
            <a:custGeom>
              <a:avLst/>
              <a:gdLst>
                <a:gd name="T0" fmla="*/ 0 w 19"/>
                <a:gd name="T1" fmla="*/ 0 h 18"/>
                <a:gd name="T2" fmla="*/ 3 w 19"/>
                <a:gd name="T3" fmla="*/ 12 h 18"/>
                <a:gd name="T4" fmla="*/ 13 w 19"/>
                <a:gd name="T5" fmla="*/ 18 h 18"/>
                <a:gd name="T6" fmla="*/ 19 w 19"/>
                <a:gd name="T7" fmla="*/ 12 h 18"/>
                <a:gd name="T8" fmla="*/ 0 w 19"/>
                <a:gd name="T9" fmla="*/ 0 h 18"/>
              </a:gdLst>
              <a:ahLst/>
              <a:cxnLst>
                <a:cxn ang="0">
                  <a:pos x="T0" y="T1"/>
                </a:cxn>
                <a:cxn ang="0">
                  <a:pos x="T2" y="T3"/>
                </a:cxn>
                <a:cxn ang="0">
                  <a:pos x="T4" y="T5"/>
                </a:cxn>
                <a:cxn ang="0">
                  <a:pos x="T6" y="T7"/>
                </a:cxn>
                <a:cxn ang="0">
                  <a:pos x="T8" y="T9"/>
                </a:cxn>
              </a:cxnLst>
              <a:rect l="0" t="0" r="r" b="b"/>
              <a:pathLst>
                <a:path w="19" h="18">
                  <a:moveTo>
                    <a:pt x="0" y="0"/>
                  </a:moveTo>
                  <a:lnTo>
                    <a:pt x="3" y="12"/>
                  </a:lnTo>
                  <a:lnTo>
                    <a:pt x="13" y="18"/>
                  </a:lnTo>
                  <a:lnTo>
                    <a:pt x="19" y="12"/>
                  </a:lnTo>
                  <a:lnTo>
                    <a:pt x="0" y="0"/>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6" name="Freeform 92">
              <a:extLst>
                <a:ext uri="{FF2B5EF4-FFF2-40B4-BE49-F238E27FC236}">
                  <a16:creationId xmlns:a16="http://schemas.microsoft.com/office/drawing/2014/main" id="{9D71162B-B308-974E-5503-455AC806EA5C}"/>
                </a:ext>
              </a:extLst>
            </p:cNvPr>
            <p:cNvSpPr>
              <a:spLocks noChangeAspect="1"/>
            </p:cNvSpPr>
            <p:nvPr/>
          </p:nvSpPr>
          <p:spPr bwMode="auto">
            <a:xfrm>
              <a:off x="570" y="2669"/>
              <a:ext cx="2" cy="3"/>
            </a:xfrm>
            <a:custGeom>
              <a:avLst/>
              <a:gdLst>
                <a:gd name="T0" fmla="*/ 0 w 14"/>
                <a:gd name="T1" fmla="*/ 13 h 22"/>
                <a:gd name="T2" fmla="*/ 12 w 14"/>
                <a:gd name="T3" fmla="*/ 0 h 22"/>
                <a:gd name="T4" fmla="*/ 14 w 14"/>
                <a:gd name="T5" fmla="*/ 11 h 22"/>
                <a:gd name="T6" fmla="*/ 3 w 14"/>
                <a:gd name="T7" fmla="*/ 22 h 22"/>
                <a:gd name="T8" fmla="*/ 0 w 14"/>
                <a:gd name="T9" fmla="*/ 13 h 22"/>
              </a:gdLst>
              <a:ahLst/>
              <a:cxnLst>
                <a:cxn ang="0">
                  <a:pos x="T0" y="T1"/>
                </a:cxn>
                <a:cxn ang="0">
                  <a:pos x="T2" y="T3"/>
                </a:cxn>
                <a:cxn ang="0">
                  <a:pos x="T4" y="T5"/>
                </a:cxn>
                <a:cxn ang="0">
                  <a:pos x="T6" y="T7"/>
                </a:cxn>
                <a:cxn ang="0">
                  <a:pos x="T8" y="T9"/>
                </a:cxn>
              </a:cxnLst>
              <a:rect l="0" t="0" r="r" b="b"/>
              <a:pathLst>
                <a:path w="14" h="22">
                  <a:moveTo>
                    <a:pt x="0" y="13"/>
                  </a:moveTo>
                  <a:lnTo>
                    <a:pt x="12" y="0"/>
                  </a:lnTo>
                  <a:lnTo>
                    <a:pt x="14" y="11"/>
                  </a:lnTo>
                  <a:lnTo>
                    <a:pt x="3" y="22"/>
                  </a:lnTo>
                  <a:lnTo>
                    <a:pt x="0" y="13"/>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sp>
          <p:nvSpPr>
            <p:cNvPr id="327" name="Freeform 93">
              <a:extLst>
                <a:ext uri="{FF2B5EF4-FFF2-40B4-BE49-F238E27FC236}">
                  <a16:creationId xmlns:a16="http://schemas.microsoft.com/office/drawing/2014/main" id="{ACEC2D51-4C9F-7220-B034-33FB9D7902C3}"/>
                </a:ext>
              </a:extLst>
            </p:cNvPr>
            <p:cNvSpPr>
              <a:spLocks noChangeAspect="1"/>
            </p:cNvSpPr>
            <p:nvPr/>
          </p:nvSpPr>
          <p:spPr bwMode="auto">
            <a:xfrm>
              <a:off x="501" y="2484"/>
              <a:ext cx="93" cy="99"/>
            </a:xfrm>
            <a:custGeom>
              <a:avLst/>
              <a:gdLst>
                <a:gd name="T0" fmla="*/ 69 w 519"/>
                <a:gd name="T1" fmla="*/ 557 h 557"/>
                <a:gd name="T2" fmla="*/ 147 w 519"/>
                <a:gd name="T3" fmla="*/ 521 h 557"/>
                <a:gd name="T4" fmla="*/ 199 w 519"/>
                <a:gd name="T5" fmla="*/ 515 h 557"/>
                <a:gd name="T6" fmla="*/ 201 w 519"/>
                <a:gd name="T7" fmla="*/ 507 h 557"/>
                <a:gd name="T8" fmla="*/ 222 w 519"/>
                <a:gd name="T9" fmla="*/ 507 h 557"/>
                <a:gd name="T10" fmla="*/ 243 w 519"/>
                <a:gd name="T11" fmla="*/ 508 h 557"/>
                <a:gd name="T12" fmla="*/ 303 w 519"/>
                <a:gd name="T13" fmla="*/ 513 h 557"/>
                <a:gd name="T14" fmla="*/ 340 w 519"/>
                <a:gd name="T15" fmla="*/ 515 h 557"/>
                <a:gd name="T16" fmla="*/ 385 w 519"/>
                <a:gd name="T17" fmla="*/ 519 h 557"/>
                <a:gd name="T18" fmla="*/ 412 w 519"/>
                <a:gd name="T19" fmla="*/ 520 h 557"/>
                <a:gd name="T20" fmla="*/ 435 w 519"/>
                <a:gd name="T21" fmla="*/ 521 h 557"/>
                <a:gd name="T22" fmla="*/ 437 w 519"/>
                <a:gd name="T23" fmla="*/ 521 h 557"/>
                <a:gd name="T24" fmla="*/ 466 w 519"/>
                <a:gd name="T25" fmla="*/ 523 h 557"/>
                <a:gd name="T26" fmla="*/ 485 w 519"/>
                <a:gd name="T27" fmla="*/ 523 h 557"/>
                <a:gd name="T28" fmla="*/ 490 w 519"/>
                <a:gd name="T29" fmla="*/ 516 h 557"/>
                <a:gd name="T30" fmla="*/ 492 w 519"/>
                <a:gd name="T31" fmla="*/ 478 h 557"/>
                <a:gd name="T32" fmla="*/ 492 w 519"/>
                <a:gd name="T33" fmla="*/ 463 h 557"/>
                <a:gd name="T34" fmla="*/ 495 w 519"/>
                <a:gd name="T35" fmla="*/ 431 h 557"/>
                <a:gd name="T36" fmla="*/ 497 w 519"/>
                <a:gd name="T37" fmla="*/ 390 h 557"/>
                <a:gd name="T38" fmla="*/ 498 w 519"/>
                <a:gd name="T39" fmla="*/ 378 h 557"/>
                <a:gd name="T40" fmla="*/ 498 w 519"/>
                <a:gd name="T41" fmla="*/ 371 h 557"/>
                <a:gd name="T42" fmla="*/ 499 w 519"/>
                <a:gd name="T43" fmla="*/ 358 h 557"/>
                <a:gd name="T44" fmla="*/ 501 w 519"/>
                <a:gd name="T45" fmla="*/ 329 h 557"/>
                <a:gd name="T46" fmla="*/ 503 w 519"/>
                <a:gd name="T47" fmla="*/ 300 h 557"/>
                <a:gd name="T48" fmla="*/ 503 w 519"/>
                <a:gd name="T49" fmla="*/ 288 h 557"/>
                <a:gd name="T50" fmla="*/ 504 w 519"/>
                <a:gd name="T51" fmla="*/ 256 h 557"/>
                <a:gd name="T52" fmla="*/ 505 w 519"/>
                <a:gd name="T53" fmla="*/ 244 h 557"/>
                <a:gd name="T54" fmla="*/ 505 w 519"/>
                <a:gd name="T55" fmla="*/ 232 h 557"/>
                <a:gd name="T56" fmla="*/ 507 w 519"/>
                <a:gd name="T57" fmla="*/ 214 h 557"/>
                <a:gd name="T58" fmla="*/ 508 w 519"/>
                <a:gd name="T59" fmla="*/ 199 h 557"/>
                <a:gd name="T60" fmla="*/ 510 w 519"/>
                <a:gd name="T61" fmla="*/ 160 h 557"/>
                <a:gd name="T62" fmla="*/ 510 w 519"/>
                <a:gd name="T63" fmla="*/ 156 h 557"/>
                <a:gd name="T64" fmla="*/ 514 w 519"/>
                <a:gd name="T65" fmla="*/ 85 h 557"/>
                <a:gd name="T66" fmla="*/ 517 w 519"/>
                <a:gd name="T67" fmla="*/ 64 h 557"/>
                <a:gd name="T68" fmla="*/ 519 w 519"/>
                <a:gd name="T69" fmla="*/ 36 h 557"/>
                <a:gd name="T70" fmla="*/ 495 w 519"/>
                <a:gd name="T71" fmla="*/ 35 h 557"/>
                <a:gd name="T72" fmla="*/ 442 w 519"/>
                <a:gd name="T73" fmla="*/ 33 h 557"/>
                <a:gd name="T74" fmla="*/ 372 w 519"/>
                <a:gd name="T75" fmla="*/ 29 h 557"/>
                <a:gd name="T76" fmla="*/ 351 w 519"/>
                <a:gd name="T77" fmla="*/ 27 h 557"/>
                <a:gd name="T78" fmla="*/ 310 w 519"/>
                <a:gd name="T79" fmla="*/ 24 h 557"/>
                <a:gd name="T80" fmla="*/ 291 w 519"/>
                <a:gd name="T81" fmla="*/ 22 h 557"/>
                <a:gd name="T82" fmla="*/ 184 w 519"/>
                <a:gd name="T83" fmla="*/ 12 h 557"/>
                <a:gd name="T84" fmla="*/ 179 w 519"/>
                <a:gd name="T85" fmla="*/ 12 h 557"/>
                <a:gd name="T86" fmla="*/ 130 w 519"/>
                <a:gd name="T87" fmla="*/ 7 h 557"/>
                <a:gd name="T88" fmla="*/ 89 w 519"/>
                <a:gd name="T89" fmla="*/ 4 h 557"/>
                <a:gd name="T90" fmla="*/ 60 w 519"/>
                <a:gd name="T91" fmla="*/ 0 h 557"/>
                <a:gd name="T92" fmla="*/ 55 w 519"/>
                <a:gd name="T93" fmla="*/ 48 h 557"/>
                <a:gd name="T94" fmla="*/ 45 w 519"/>
                <a:gd name="T95" fmla="*/ 143 h 557"/>
                <a:gd name="T96" fmla="*/ 39 w 519"/>
                <a:gd name="T97" fmla="*/ 198 h 557"/>
                <a:gd name="T98" fmla="*/ 36 w 519"/>
                <a:gd name="T99" fmla="*/ 217 h 557"/>
                <a:gd name="T100" fmla="*/ 33 w 519"/>
                <a:gd name="T101" fmla="*/ 256 h 557"/>
                <a:gd name="T102" fmla="*/ 27 w 519"/>
                <a:gd name="T103" fmla="*/ 313 h 557"/>
                <a:gd name="T104" fmla="*/ 21 w 519"/>
                <a:gd name="T105" fmla="*/ 369 h 557"/>
                <a:gd name="T106" fmla="*/ 18 w 519"/>
                <a:gd name="T107" fmla="*/ 389 h 557"/>
                <a:gd name="T108" fmla="*/ 15 w 519"/>
                <a:gd name="T109" fmla="*/ 413 h 557"/>
                <a:gd name="T110" fmla="*/ 12 w 519"/>
                <a:gd name="T111" fmla="*/ 444 h 557"/>
                <a:gd name="T112" fmla="*/ 1 w 519"/>
                <a:gd name="T113" fmla="*/ 532 h 557"/>
                <a:gd name="T114" fmla="*/ 15 w 519"/>
                <a:gd name="T115" fmla="*/ 552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 h="557">
                  <a:moveTo>
                    <a:pt x="15" y="552"/>
                  </a:moveTo>
                  <a:lnTo>
                    <a:pt x="69" y="557"/>
                  </a:lnTo>
                  <a:lnTo>
                    <a:pt x="72" y="514"/>
                  </a:lnTo>
                  <a:lnTo>
                    <a:pt x="147" y="521"/>
                  </a:lnTo>
                  <a:lnTo>
                    <a:pt x="208" y="526"/>
                  </a:lnTo>
                  <a:lnTo>
                    <a:pt x="199" y="515"/>
                  </a:lnTo>
                  <a:lnTo>
                    <a:pt x="203" y="513"/>
                  </a:lnTo>
                  <a:lnTo>
                    <a:pt x="201" y="507"/>
                  </a:lnTo>
                  <a:lnTo>
                    <a:pt x="203" y="504"/>
                  </a:lnTo>
                  <a:lnTo>
                    <a:pt x="222" y="507"/>
                  </a:lnTo>
                  <a:lnTo>
                    <a:pt x="233" y="507"/>
                  </a:lnTo>
                  <a:lnTo>
                    <a:pt x="243" y="508"/>
                  </a:lnTo>
                  <a:lnTo>
                    <a:pt x="253" y="509"/>
                  </a:lnTo>
                  <a:lnTo>
                    <a:pt x="303" y="513"/>
                  </a:lnTo>
                  <a:lnTo>
                    <a:pt x="325" y="514"/>
                  </a:lnTo>
                  <a:lnTo>
                    <a:pt x="340" y="515"/>
                  </a:lnTo>
                  <a:lnTo>
                    <a:pt x="346" y="516"/>
                  </a:lnTo>
                  <a:lnTo>
                    <a:pt x="385" y="519"/>
                  </a:lnTo>
                  <a:lnTo>
                    <a:pt x="393" y="519"/>
                  </a:lnTo>
                  <a:lnTo>
                    <a:pt x="412" y="520"/>
                  </a:lnTo>
                  <a:lnTo>
                    <a:pt x="415" y="520"/>
                  </a:lnTo>
                  <a:lnTo>
                    <a:pt x="435" y="521"/>
                  </a:lnTo>
                  <a:lnTo>
                    <a:pt x="436" y="521"/>
                  </a:lnTo>
                  <a:lnTo>
                    <a:pt x="437" y="521"/>
                  </a:lnTo>
                  <a:lnTo>
                    <a:pt x="444" y="522"/>
                  </a:lnTo>
                  <a:lnTo>
                    <a:pt x="466" y="523"/>
                  </a:lnTo>
                  <a:lnTo>
                    <a:pt x="468" y="523"/>
                  </a:lnTo>
                  <a:lnTo>
                    <a:pt x="485" y="523"/>
                  </a:lnTo>
                  <a:lnTo>
                    <a:pt x="490" y="525"/>
                  </a:lnTo>
                  <a:lnTo>
                    <a:pt x="490" y="516"/>
                  </a:lnTo>
                  <a:lnTo>
                    <a:pt x="491" y="499"/>
                  </a:lnTo>
                  <a:lnTo>
                    <a:pt x="492" y="478"/>
                  </a:lnTo>
                  <a:lnTo>
                    <a:pt x="492" y="473"/>
                  </a:lnTo>
                  <a:lnTo>
                    <a:pt x="492" y="463"/>
                  </a:lnTo>
                  <a:lnTo>
                    <a:pt x="493" y="444"/>
                  </a:lnTo>
                  <a:lnTo>
                    <a:pt x="495" y="431"/>
                  </a:lnTo>
                  <a:lnTo>
                    <a:pt x="496" y="414"/>
                  </a:lnTo>
                  <a:lnTo>
                    <a:pt x="497" y="390"/>
                  </a:lnTo>
                  <a:lnTo>
                    <a:pt x="497" y="389"/>
                  </a:lnTo>
                  <a:lnTo>
                    <a:pt x="498" y="378"/>
                  </a:lnTo>
                  <a:lnTo>
                    <a:pt x="498" y="375"/>
                  </a:lnTo>
                  <a:lnTo>
                    <a:pt x="498" y="371"/>
                  </a:lnTo>
                  <a:lnTo>
                    <a:pt x="499" y="361"/>
                  </a:lnTo>
                  <a:lnTo>
                    <a:pt x="499" y="358"/>
                  </a:lnTo>
                  <a:lnTo>
                    <a:pt x="499" y="346"/>
                  </a:lnTo>
                  <a:lnTo>
                    <a:pt x="501" y="329"/>
                  </a:lnTo>
                  <a:lnTo>
                    <a:pt x="502" y="305"/>
                  </a:lnTo>
                  <a:lnTo>
                    <a:pt x="503" y="300"/>
                  </a:lnTo>
                  <a:lnTo>
                    <a:pt x="503" y="299"/>
                  </a:lnTo>
                  <a:lnTo>
                    <a:pt x="503" y="288"/>
                  </a:lnTo>
                  <a:lnTo>
                    <a:pt x="503" y="281"/>
                  </a:lnTo>
                  <a:lnTo>
                    <a:pt x="504" y="256"/>
                  </a:lnTo>
                  <a:lnTo>
                    <a:pt x="505" y="245"/>
                  </a:lnTo>
                  <a:lnTo>
                    <a:pt x="505" y="244"/>
                  </a:lnTo>
                  <a:lnTo>
                    <a:pt x="505" y="237"/>
                  </a:lnTo>
                  <a:lnTo>
                    <a:pt x="505" y="232"/>
                  </a:lnTo>
                  <a:lnTo>
                    <a:pt x="507" y="220"/>
                  </a:lnTo>
                  <a:lnTo>
                    <a:pt x="507" y="214"/>
                  </a:lnTo>
                  <a:lnTo>
                    <a:pt x="508" y="205"/>
                  </a:lnTo>
                  <a:lnTo>
                    <a:pt x="508" y="199"/>
                  </a:lnTo>
                  <a:lnTo>
                    <a:pt x="509" y="171"/>
                  </a:lnTo>
                  <a:lnTo>
                    <a:pt x="510" y="160"/>
                  </a:lnTo>
                  <a:lnTo>
                    <a:pt x="510" y="159"/>
                  </a:lnTo>
                  <a:lnTo>
                    <a:pt x="510" y="156"/>
                  </a:lnTo>
                  <a:lnTo>
                    <a:pt x="511" y="129"/>
                  </a:lnTo>
                  <a:lnTo>
                    <a:pt x="514" y="85"/>
                  </a:lnTo>
                  <a:lnTo>
                    <a:pt x="516" y="85"/>
                  </a:lnTo>
                  <a:lnTo>
                    <a:pt x="517" y="64"/>
                  </a:lnTo>
                  <a:lnTo>
                    <a:pt x="519" y="48"/>
                  </a:lnTo>
                  <a:lnTo>
                    <a:pt x="519" y="36"/>
                  </a:lnTo>
                  <a:lnTo>
                    <a:pt x="513" y="36"/>
                  </a:lnTo>
                  <a:lnTo>
                    <a:pt x="495" y="35"/>
                  </a:lnTo>
                  <a:lnTo>
                    <a:pt x="491" y="35"/>
                  </a:lnTo>
                  <a:lnTo>
                    <a:pt x="442" y="33"/>
                  </a:lnTo>
                  <a:lnTo>
                    <a:pt x="414" y="31"/>
                  </a:lnTo>
                  <a:lnTo>
                    <a:pt x="372" y="29"/>
                  </a:lnTo>
                  <a:lnTo>
                    <a:pt x="355" y="27"/>
                  </a:lnTo>
                  <a:lnTo>
                    <a:pt x="351" y="27"/>
                  </a:lnTo>
                  <a:lnTo>
                    <a:pt x="312" y="24"/>
                  </a:lnTo>
                  <a:lnTo>
                    <a:pt x="310" y="24"/>
                  </a:lnTo>
                  <a:lnTo>
                    <a:pt x="300" y="23"/>
                  </a:lnTo>
                  <a:lnTo>
                    <a:pt x="291" y="22"/>
                  </a:lnTo>
                  <a:lnTo>
                    <a:pt x="255" y="19"/>
                  </a:lnTo>
                  <a:lnTo>
                    <a:pt x="184" y="12"/>
                  </a:lnTo>
                  <a:lnTo>
                    <a:pt x="181" y="12"/>
                  </a:lnTo>
                  <a:lnTo>
                    <a:pt x="179" y="12"/>
                  </a:lnTo>
                  <a:lnTo>
                    <a:pt x="178" y="12"/>
                  </a:lnTo>
                  <a:lnTo>
                    <a:pt x="130" y="7"/>
                  </a:lnTo>
                  <a:lnTo>
                    <a:pt x="111" y="5"/>
                  </a:lnTo>
                  <a:lnTo>
                    <a:pt x="89" y="4"/>
                  </a:lnTo>
                  <a:lnTo>
                    <a:pt x="83" y="3"/>
                  </a:lnTo>
                  <a:lnTo>
                    <a:pt x="60" y="0"/>
                  </a:lnTo>
                  <a:lnTo>
                    <a:pt x="58" y="24"/>
                  </a:lnTo>
                  <a:lnTo>
                    <a:pt x="55" y="48"/>
                  </a:lnTo>
                  <a:lnTo>
                    <a:pt x="49" y="97"/>
                  </a:lnTo>
                  <a:lnTo>
                    <a:pt x="45" y="143"/>
                  </a:lnTo>
                  <a:lnTo>
                    <a:pt x="45" y="145"/>
                  </a:lnTo>
                  <a:lnTo>
                    <a:pt x="39" y="198"/>
                  </a:lnTo>
                  <a:lnTo>
                    <a:pt x="37" y="215"/>
                  </a:lnTo>
                  <a:lnTo>
                    <a:pt x="36" y="217"/>
                  </a:lnTo>
                  <a:lnTo>
                    <a:pt x="35" y="235"/>
                  </a:lnTo>
                  <a:lnTo>
                    <a:pt x="33" y="256"/>
                  </a:lnTo>
                  <a:lnTo>
                    <a:pt x="29" y="292"/>
                  </a:lnTo>
                  <a:lnTo>
                    <a:pt x="27" y="313"/>
                  </a:lnTo>
                  <a:lnTo>
                    <a:pt x="25" y="316"/>
                  </a:lnTo>
                  <a:lnTo>
                    <a:pt x="21" y="369"/>
                  </a:lnTo>
                  <a:lnTo>
                    <a:pt x="19" y="375"/>
                  </a:lnTo>
                  <a:lnTo>
                    <a:pt x="18" y="389"/>
                  </a:lnTo>
                  <a:lnTo>
                    <a:pt x="16" y="411"/>
                  </a:lnTo>
                  <a:lnTo>
                    <a:pt x="15" y="413"/>
                  </a:lnTo>
                  <a:lnTo>
                    <a:pt x="12" y="437"/>
                  </a:lnTo>
                  <a:lnTo>
                    <a:pt x="12" y="444"/>
                  </a:lnTo>
                  <a:lnTo>
                    <a:pt x="3" y="529"/>
                  </a:lnTo>
                  <a:lnTo>
                    <a:pt x="1" y="532"/>
                  </a:lnTo>
                  <a:lnTo>
                    <a:pt x="0" y="551"/>
                  </a:lnTo>
                  <a:lnTo>
                    <a:pt x="15" y="552"/>
                  </a:lnTo>
                  <a:close/>
                </a:path>
              </a:pathLst>
            </a:custGeom>
            <a:grpFill/>
            <a:ln w="3175" cap="flat" cmpd="sng">
              <a:solidFill>
                <a:schemeClr val="bg1"/>
              </a:solidFill>
              <a:prstDash val="solid"/>
              <a:round/>
              <a:headEnd type="none" w="med" len="med"/>
              <a:tailEnd type="none" w="med" len="med"/>
            </a:ln>
            <a:effectLst/>
          </p:spPr>
          <p:txBody>
            <a:bodyPr/>
            <a:lstStyle/>
            <a:p>
              <a:endParaRPr lang="en-GB"/>
            </a:p>
          </p:txBody>
        </p:sp>
      </p:grpSp>
      <p:sp>
        <p:nvSpPr>
          <p:cNvPr id="329" name="椭圆 328">
            <a:extLst>
              <a:ext uri="{FF2B5EF4-FFF2-40B4-BE49-F238E27FC236}">
                <a16:creationId xmlns:a16="http://schemas.microsoft.com/office/drawing/2014/main" id="{7BB5FEF2-A396-7F58-E935-03B7D1E68816}"/>
              </a:ext>
            </a:extLst>
          </p:cNvPr>
          <p:cNvSpPr/>
          <p:nvPr/>
        </p:nvSpPr>
        <p:spPr>
          <a:xfrm rot="21304609">
            <a:off x="3687150" y="5266754"/>
            <a:ext cx="1458922" cy="932367"/>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0" name="椭圆 329">
            <a:extLst>
              <a:ext uri="{FF2B5EF4-FFF2-40B4-BE49-F238E27FC236}">
                <a16:creationId xmlns:a16="http://schemas.microsoft.com/office/drawing/2014/main" id="{8B79B380-D7B9-50D4-6C8D-3EEAAE4B20F8}"/>
              </a:ext>
            </a:extLst>
          </p:cNvPr>
          <p:cNvSpPr/>
          <p:nvPr/>
        </p:nvSpPr>
        <p:spPr>
          <a:xfrm rot="3206318">
            <a:off x="6417280" y="2365874"/>
            <a:ext cx="2350103" cy="2349958"/>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1" name="椭圆 330">
            <a:extLst>
              <a:ext uri="{FF2B5EF4-FFF2-40B4-BE49-F238E27FC236}">
                <a16:creationId xmlns:a16="http://schemas.microsoft.com/office/drawing/2014/main" id="{AF219617-8556-9ADD-8556-40F4835F824B}"/>
              </a:ext>
            </a:extLst>
          </p:cNvPr>
          <p:cNvSpPr/>
          <p:nvPr/>
        </p:nvSpPr>
        <p:spPr>
          <a:xfrm rot="19200717">
            <a:off x="9654708" y="4179214"/>
            <a:ext cx="2139190" cy="916420"/>
          </a:xfrm>
          <a:prstGeom prst="ellipse">
            <a:avLst/>
          </a:prstGeom>
          <a:noFill/>
          <a:ln w="34925">
            <a:solidFill>
              <a:srgbClr val="1E344D"/>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2" name="文本框 331">
            <a:extLst>
              <a:ext uri="{FF2B5EF4-FFF2-40B4-BE49-F238E27FC236}">
                <a16:creationId xmlns:a16="http://schemas.microsoft.com/office/drawing/2014/main" id="{4E066251-A112-E4C5-232A-7D71FABD74ED}"/>
              </a:ext>
            </a:extLst>
          </p:cNvPr>
          <p:cNvSpPr txBox="1"/>
          <p:nvPr/>
        </p:nvSpPr>
        <p:spPr>
          <a:xfrm>
            <a:off x="8349513" y="1964202"/>
            <a:ext cx="1708422" cy="246221"/>
          </a:xfrm>
          <a:prstGeom prst="rect">
            <a:avLst/>
          </a:prstGeom>
          <a:noFill/>
        </p:spPr>
        <p:txBody>
          <a:bodyPr wrap="square" rtlCol="0">
            <a:spAutoFit/>
          </a:bodyPr>
          <a:lstStyle/>
          <a:p>
            <a:pPr algn="l"/>
            <a:r>
              <a:rPr kumimoji="1" lang="en" altLang="zh-CN" sz="10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333" name="文本框 332">
            <a:extLst>
              <a:ext uri="{FF2B5EF4-FFF2-40B4-BE49-F238E27FC236}">
                <a16:creationId xmlns:a16="http://schemas.microsoft.com/office/drawing/2014/main" id="{D8372F00-7047-E5D6-DD3F-1D1441BC244C}"/>
              </a:ext>
            </a:extLst>
          </p:cNvPr>
          <p:cNvSpPr txBox="1"/>
          <p:nvPr/>
        </p:nvSpPr>
        <p:spPr>
          <a:xfrm>
            <a:off x="8322841" y="2168816"/>
            <a:ext cx="1708422" cy="246221"/>
          </a:xfrm>
          <a:prstGeom prst="rect">
            <a:avLst/>
          </a:prstGeom>
          <a:noFill/>
        </p:spPr>
        <p:txBody>
          <a:bodyPr wrap="square" rtlCol="0">
            <a:spAutoFit/>
          </a:bodyPr>
          <a:lstStyle/>
          <a:p>
            <a:pPr algn="l"/>
            <a:r>
              <a:rPr kumimoji="1" lang="en" altLang="zh-CN" sz="10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334" name="文本框 333">
            <a:extLst>
              <a:ext uri="{FF2B5EF4-FFF2-40B4-BE49-F238E27FC236}">
                <a16:creationId xmlns:a16="http://schemas.microsoft.com/office/drawing/2014/main" id="{F712834D-74BD-C250-E82A-35FC16513F3C}"/>
              </a:ext>
            </a:extLst>
          </p:cNvPr>
          <p:cNvSpPr txBox="1"/>
          <p:nvPr/>
        </p:nvSpPr>
        <p:spPr>
          <a:xfrm>
            <a:off x="10149713" y="5420586"/>
            <a:ext cx="1708422" cy="246221"/>
          </a:xfrm>
          <a:prstGeom prst="rect">
            <a:avLst/>
          </a:prstGeom>
          <a:noFill/>
        </p:spPr>
        <p:txBody>
          <a:bodyPr wrap="square" rtlCol="0">
            <a:spAutoFit/>
          </a:bodyPr>
          <a:lstStyle/>
          <a:p>
            <a:pPr algn="l"/>
            <a:r>
              <a:rPr kumimoji="1" lang="en" altLang="zh-CN" sz="10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335" name="文本框 334">
            <a:extLst>
              <a:ext uri="{FF2B5EF4-FFF2-40B4-BE49-F238E27FC236}">
                <a16:creationId xmlns:a16="http://schemas.microsoft.com/office/drawing/2014/main" id="{13DE142A-B6A3-F126-B8A6-EE35BBC67960}"/>
              </a:ext>
            </a:extLst>
          </p:cNvPr>
          <p:cNvSpPr txBox="1"/>
          <p:nvPr/>
        </p:nvSpPr>
        <p:spPr>
          <a:xfrm>
            <a:off x="10123041" y="5625200"/>
            <a:ext cx="1708422" cy="246221"/>
          </a:xfrm>
          <a:prstGeom prst="rect">
            <a:avLst/>
          </a:prstGeom>
          <a:noFill/>
        </p:spPr>
        <p:txBody>
          <a:bodyPr wrap="square" rtlCol="0">
            <a:spAutoFit/>
          </a:bodyPr>
          <a:lstStyle/>
          <a:p>
            <a:pPr algn="l"/>
            <a:r>
              <a:rPr kumimoji="1" lang="en" altLang="zh-CN" sz="1000" b="1" dirty="0">
                <a:solidFill>
                  <a:srgbClr val="BB3023"/>
                </a:solidFill>
                <a:latin typeface="Alibaba PuHuiTi Medium" pitchFamily="18" charset="-122"/>
                <a:ea typeface="Alibaba PuHuiTi Medium" pitchFamily="18" charset="-122"/>
                <a:cs typeface="Alibaba PuHuiTi Medium" pitchFamily="18" charset="-122"/>
              </a:rPr>
              <a:t>Important Headlines</a:t>
            </a:r>
            <a:endParaRPr kumimoji="1" lang="zh-CN" altLang="en-US" sz="10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336" name="矩形 335">
            <a:extLst>
              <a:ext uri="{FF2B5EF4-FFF2-40B4-BE49-F238E27FC236}">
                <a16:creationId xmlns:a16="http://schemas.microsoft.com/office/drawing/2014/main" id="{9A9271BC-8727-1459-500F-866A4EA0707A}"/>
              </a:ext>
            </a:extLst>
          </p:cNvPr>
          <p:cNvSpPr/>
          <p:nvPr/>
        </p:nvSpPr>
        <p:spPr>
          <a:xfrm>
            <a:off x="357259" y="5868603"/>
            <a:ext cx="329609" cy="159488"/>
          </a:xfrm>
          <a:prstGeom prst="rect">
            <a:avLst/>
          </a:prstGeom>
          <a:pattFill prst="pct80">
            <a:fgClr>
              <a:srgbClr val="1E344D"/>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7" name="文本框 336">
            <a:extLst>
              <a:ext uri="{FF2B5EF4-FFF2-40B4-BE49-F238E27FC236}">
                <a16:creationId xmlns:a16="http://schemas.microsoft.com/office/drawing/2014/main" id="{4ACAF405-4FB8-1F36-B73B-5B34E196801B}"/>
              </a:ext>
            </a:extLst>
          </p:cNvPr>
          <p:cNvSpPr txBox="1"/>
          <p:nvPr/>
        </p:nvSpPr>
        <p:spPr>
          <a:xfrm>
            <a:off x="672496" y="5813470"/>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338" name="矩形 337">
            <a:extLst>
              <a:ext uri="{FF2B5EF4-FFF2-40B4-BE49-F238E27FC236}">
                <a16:creationId xmlns:a16="http://schemas.microsoft.com/office/drawing/2014/main" id="{52035976-07EE-2C5E-29C5-E4B97A937E24}"/>
              </a:ext>
            </a:extLst>
          </p:cNvPr>
          <p:cNvSpPr/>
          <p:nvPr/>
        </p:nvSpPr>
        <p:spPr>
          <a:xfrm>
            <a:off x="357259" y="6111282"/>
            <a:ext cx="329609" cy="159488"/>
          </a:xfrm>
          <a:prstGeom prst="rect">
            <a:avLst/>
          </a:prstGeom>
          <a:pattFill prst="ltHorz">
            <a:fgClr>
              <a:srgbClr val="1E344D"/>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9" name="文本框 338">
            <a:extLst>
              <a:ext uri="{FF2B5EF4-FFF2-40B4-BE49-F238E27FC236}">
                <a16:creationId xmlns:a16="http://schemas.microsoft.com/office/drawing/2014/main" id="{CF0FEBD2-7A97-E28F-1FCA-C4A68FB4B59A}"/>
              </a:ext>
            </a:extLst>
          </p:cNvPr>
          <p:cNvSpPr txBox="1"/>
          <p:nvPr/>
        </p:nvSpPr>
        <p:spPr>
          <a:xfrm>
            <a:off x="672496" y="6088047"/>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340" name="矩形 339">
            <a:extLst>
              <a:ext uri="{FF2B5EF4-FFF2-40B4-BE49-F238E27FC236}">
                <a16:creationId xmlns:a16="http://schemas.microsoft.com/office/drawing/2014/main" id="{24C6FD2A-7D9D-689C-AF7C-8DEC2EF7F2E5}"/>
              </a:ext>
            </a:extLst>
          </p:cNvPr>
          <p:cNvSpPr/>
          <p:nvPr/>
        </p:nvSpPr>
        <p:spPr>
          <a:xfrm>
            <a:off x="357259" y="6340761"/>
            <a:ext cx="329609" cy="159488"/>
          </a:xfrm>
          <a:prstGeom prst="rect">
            <a:avLst/>
          </a:prstGeom>
          <a:solidFill>
            <a:srgbClr val="1E344D">
              <a:alpha val="6861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1" name="文本框 340">
            <a:extLst>
              <a:ext uri="{FF2B5EF4-FFF2-40B4-BE49-F238E27FC236}">
                <a16:creationId xmlns:a16="http://schemas.microsoft.com/office/drawing/2014/main" id="{60320B13-B272-5BB0-CA60-346F9D554D0B}"/>
              </a:ext>
            </a:extLst>
          </p:cNvPr>
          <p:cNvSpPr txBox="1"/>
          <p:nvPr/>
        </p:nvSpPr>
        <p:spPr>
          <a:xfrm>
            <a:off x="672496" y="6317526"/>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342" name="弧 341">
            <a:extLst>
              <a:ext uri="{FF2B5EF4-FFF2-40B4-BE49-F238E27FC236}">
                <a16:creationId xmlns:a16="http://schemas.microsoft.com/office/drawing/2014/main" id="{06A9939B-88A7-9A99-FD55-CF734BDEE6A2}"/>
              </a:ext>
            </a:extLst>
          </p:cNvPr>
          <p:cNvSpPr/>
          <p:nvPr/>
        </p:nvSpPr>
        <p:spPr>
          <a:xfrm>
            <a:off x="1337733" y="1862667"/>
            <a:ext cx="1930400" cy="2032000"/>
          </a:xfrm>
          <a:prstGeom prst="arc">
            <a:avLst>
              <a:gd name="adj1" fmla="val 16200000"/>
              <a:gd name="adj2" fmla="val 342454"/>
            </a:avLst>
          </a:prstGeom>
          <a:ln w="41275">
            <a:solidFill>
              <a:srgbClr val="1E344D"/>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Tree>
    <p:extLst>
      <p:ext uri="{BB962C8B-B14F-4D97-AF65-F5344CB8AC3E}">
        <p14:creationId xmlns:p14="http://schemas.microsoft.com/office/powerpoint/2010/main" val="313029420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文本框 69">
            <a:extLst>
              <a:ext uri="{FF2B5EF4-FFF2-40B4-BE49-F238E27FC236}">
                <a16:creationId xmlns:a16="http://schemas.microsoft.com/office/drawing/2014/main" id="{E6C91A59-FEA8-4B1F-5DA3-B09014C31714}"/>
              </a:ext>
            </a:extLst>
          </p:cNvPr>
          <p:cNvSpPr txBox="1"/>
          <p:nvPr/>
        </p:nvSpPr>
        <p:spPr>
          <a:xfrm>
            <a:off x="7354955" y="940069"/>
            <a:ext cx="4512366" cy="1600438"/>
          </a:xfrm>
          <a:prstGeom prst="rect">
            <a:avLst/>
          </a:prstGeom>
          <a:solidFill>
            <a:srgbClr val="1E344D"/>
          </a:solidFill>
        </p:spPr>
        <p:txBody>
          <a:bodyPr wrap="square" rtlCol="0">
            <a:spAutoFit/>
          </a:bodyPr>
          <a:lstStyle/>
          <a:p>
            <a:r>
              <a:rPr kumimoji="1" lang="en" altLang="zh-CN" sz="14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endParaRPr kumimoji="1"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4" name="文本框 3">
            <a:extLst>
              <a:ext uri="{FF2B5EF4-FFF2-40B4-BE49-F238E27FC236}">
                <a16:creationId xmlns:a16="http://schemas.microsoft.com/office/drawing/2014/main" id="{83159822-94AB-88E7-CB64-605F74ED6406}"/>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9EBC9DF-C0B7-CC29-2C55-EC82E467BBB7}"/>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8A8A6790-9AFE-D69B-87B4-9D916BB37BD0}"/>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A621CF46-A71C-ABE1-59F4-12994120778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65EB4306-554A-6B32-5C34-8ECEA47CECB9}"/>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B796625-E421-77F5-2881-45460F9BB42E}"/>
              </a:ext>
            </a:extLst>
          </p:cNvPr>
          <p:cNvGrpSpPr/>
          <p:nvPr/>
        </p:nvGrpSpPr>
        <p:grpSpPr>
          <a:xfrm>
            <a:off x="2212826" y="287981"/>
            <a:ext cx="356205" cy="355288"/>
            <a:chOff x="2323294" y="287981"/>
            <a:chExt cx="356205" cy="355288"/>
          </a:xfrm>
        </p:grpSpPr>
        <p:sp>
          <p:nvSpPr>
            <p:cNvPr id="11" name="Google Shape;7166;p80">
              <a:extLst>
                <a:ext uri="{FF2B5EF4-FFF2-40B4-BE49-F238E27FC236}">
                  <a16:creationId xmlns:a16="http://schemas.microsoft.com/office/drawing/2014/main" id="{41E05837-627B-07C4-AEEE-E9F6327A36E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3E8BBE05-16BB-85F4-1861-D5706DA6555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E7153DB1-08D6-1589-65FC-8910C553083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4D1FA895-AF64-272D-BBC5-D6007903195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组合 68">
            <a:extLst>
              <a:ext uri="{FF2B5EF4-FFF2-40B4-BE49-F238E27FC236}">
                <a16:creationId xmlns:a16="http://schemas.microsoft.com/office/drawing/2014/main" id="{112968B3-74EA-A5F1-20E6-C223D9D2909B}"/>
              </a:ext>
            </a:extLst>
          </p:cNvPr>
          <p:cNvGrpSpPr/>
          <p:nvPr/>
        </p:nvGrpSpPr>
        <p:grpSpPr>
          <a:xfrm>
            <a:off x="399898" y="1332092"/>
            <a:ext cx="11974205" cy="5366882"/>
            <a:chOff x="439656" y="1272457"/>
            <a:chExt cx="11285174" cy="5058056"/>
          </a:xfrm>
        </p:grpSpPr>
        <p:sp>
          <p:nvSpPr>
            <p:cNvPr id="67" name="梯形 64">
              <a:extLst>
                <a:ext uri="{FF2B5EF4-FFF2-40B4-BE49-F238E27FC236}">
                  <a16:creationId xmlns:a16="http://schemas.microsoft.com/office/drawing/2014/main" id="{10FF617C-A07D-F3C6-0820-819F23F5E3EB}"/>
                </a:ext>
              </a:extLst>
            </p:cNvPr>
            <p:cNvSpPr/>
            <p:nvPr/>
          </p:nvSpPr>
          <p:spPr>
            <a:xfrm rot="5400000">
              <a:off x="6573575" y="2927327"/>
              <a:ext cx="977270" cy="1804418"/>
            </a:xfrm>
            <a:custGeom>
              <a:avLst/>
              <a:gdLst>
                <a:gd name="connsiteX0" fmla="*/ 0 w 3468624"/>
                <a:gd name="connsiteY0" fmla="*/ 2645664 h 2645664"/>
                <a:gd name="connsiteX1" fmla="*/ 661416 w 3468624"/>
                <a:gd name="connsiteY1" fmla="*/ 0 h 2645664"/>
                <a:gd name="connsiteX2" fmla="*/ 2807208 w 3468624"/>
                <a:gd name="connsiteY2" fmla="*/ 0 h 2645664"/>
                <a:gd name="connsiteX3" fmla="*/ 3468624 w 3468624"/>
                <a:gd name="connsiteY3" fmla="*/ 2645664 h 2645664"/>
                <a:gd name="connsiteX4" fmla="*/ 0 w 3468624"/>
                <a:gd name="connsiteY4" fmla="*/ 2645664 h 2645664"/>
                <a:gd name="connsiteX0" fmla="*/ 0 w 3468624"/>
                <a:gd name="connsiteY0" fmla="*/ 2645664 h 2645664"/>
                <a:gd name="connsiteX1" fmla="*/ 393192 w 3468624"/>
                <a:gd name="connsiteY1" fmla="*/ 694944 h 2645664"/>
                <a:gd name="connsiteX2" fmla="*/ 2807208 w 3468624"/>
                <a:gd name="connsiteY2" fmla="*/ 0 h 2645664"/>
                <a:gd name="connsiteX3" fmla="*/ 3468624 w 3468624"/>
                <a:gd name="connsiteY3" fmla="*/ 2645664 h 2645664"/>
                <a:gd name="connsiteX4" fmla="*/ 0 w 3468624"/>
                <a:gd name="connsiteY4" fmla="*/ 2645664 h 2645664"/>
                <a:gd name="connsiteX0" fmla="*/ 0 w 3468624"/>
                <a:gd name="connsiteY0" fmla="*/ 1950720 h 1950720"/>
                <a:gd name="connsiteX1" fmla="*/ 393192 w 3468624"/>
                <a:gd name="connsiteY1" fmla="*/ 0 h 1950720"/>
                <a:gd name="connsiteX2" fmla="*/ 3026664 w 3468624"/>
                <a:gd name="connsiteY2" fmla="*/ 24384 h 1950720"/>
                <a:gd name="connsiteX3" fmla="*/ 3468624 w 3468624"/>
                <a:gd name="connsiteY3" fmla="*/ 1950720 h 1950720"/>
                <a:gd name="connsiteX4" fmla="*/ 0 w 3468624"/>
                <a:gd name="connsiteY4" fmla="*/ 1950720 h 1950720"/>
                <a:gd name="connsiteX0" fmla="*/ 0 w 3468624"/>
                <a:gd name="connsiteY0" fmla="*/ 1926336 h 1926336"/>
                <a:gd name="connsiteX1" fmla="*/ 332232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697992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381000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856488 w 3468624"/>
                <a:gd name="connsiteY1" fmla="*/ 23164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694688 h 1694688"/>
                <a:gd name="connsiteX1" fmla="*/ 856488 w 3468624"/>
                <a:gd name="connsiteY1" fmla="*/ 0 h 1694688"/>
                <a:gd name="connsiteX2" fmla="*/ 1819656 w 3468624"/>
                <a:gd name="connsiteY2" fmla="*/ 60960 h 1694688"/>
                <a:gd name="connsiteX3" fmla="*/ 3468624 w 3468624"/>
                <a:gd name="connsiteY3" fmla="*/ 1694688 h 1694688"/>
                <a:gd name="connsiteX4" fmla="*/ 0 w 3468624"/>
                <a:gd name="connsiteY4" fmla="*/ 1694688 h 1694688"/>
                <a:gd name="connsiteX0" fmla="*/ 0 w 2639568"/>
                <a:gd name="connsiteY0" fmla="*/ 1694688 h 1694688"/>
                <a:gd name="connsiteX1" fmla="*/ 856488 w 2639568"/>
                <a:gd name="connsiteY1" fmla="*/ 0 h 1694688"/>
                <a:gd name="connsiteX2" fmla="*/ 1819656 w 2639568"/>
                <a:gd name="connsiteY2" fmla="*/ 60960 h 1694688"/>
                <a:gd name="connsiteX3" fmla="*/ 2639568 w 2639568"/>
                <a:gd name="connsiteY3" fmla="*/ 1670304 h 1694688"/>
                <a:gd name="connsiteX4" fmla="*/ 0 w 2639568"/>
                <a:gd name="connsiteY4" fmla="*/ 1694688 h 1694688"/>
                <a:gd name="connsiteX0" fmla="*/ 2414 w 2641982"/>
                <a:gd name="connsiteY0" fmla="*/ 1755648 h 1755648"/>
                <a:gd name="connsiteX1" fmla="*/ 0 w 2641982"/>
                <a:gd name="connsiteY1" fmla="*/ 0 h 1755648"/>
                <a:gd name="connsiteX2" fmla="*/ 1822070 w 2641982"/>
                <a:gd name="connsiteY2" fmla="*/ 121920 h 1755648"/>
                <a:gd name="connsiteX3" fmla="*/ 2641982 w 2641982"/>
                <a:gd name="connsiteY3" fmla="*/ 1731264 h 1755648"/>
                <a:gd name="connsiteX4" fmla="*/ 2414 w 2641982"/>
                <a:gd name="connsiteY4" fmla="*/ 1755648 h 1755648"/>
                <a:gd name="connsiteX0" fmla="*/ 2414 w 2714015"/>
                <a:gd name="connsiteY0" fmla="*/ 1804417 h 1804417"/>
                <a:gd name="connsiteX1" fmla="*/ 0 w 2714015"/>
                <a:gd name="connsiteY1" fmla="*/ 48769 h 1804417"/>
                <a:gd name="connsiteX2" fmla="*/ 2714014 w 2714015"/>
                <a:gd name="connsiteY2" fmla="*/ 0 h 1804417"/>
                <a:gd name="connsiteX3" fmla="*/ 2641982 w 2714015"/>
                <a:gd name="connsiteY3" fmla="*/ 1780033 h 1804417"/>
                <a:gd name="connsiteX4" fmla="*/ 2414 w 2714015"/>
                <a:gd name="connsiteY4" fmla="*/ 1804417 h 1804417"/>
                <a:gd name="connsiteX0" fmla="*/ 2414 w 2647951"/>
                <a:gd name="connsiteY0" fmla="*/ 1804418 h 1804418"/>
                <a:gd name="connsiteX1" fmla="*/ 0 w 2647951"/>
                <a:gd name="connsiteY1" fmla="*/ 48770 h 1804418"/>
                <a:gd name="connsiteX2" fmla="*/ 2647952 w 2647951"/>
                <a:gd name="connsiteY2" fmla="*/ 0 h 1804418"/>
                <a:gd name="connsiteX3" fmla="*/ 2641982 w 2647951"/>
                <a:gd name="connsiteY3" fmla="*/ 1780034 h 1804418"/>
                <a:gd name="connsiteX4" fmla="*/ 2414 w 2647951"/>
                <a:gd name="connsiteY4" fmla="*/ 1804418 h 1804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51" h="1804418">
                  <a:moveTo>
                    <a:pt x="2414" y="1804418"/>
                  </a:moveTo>
                  <a:cubicBezTo>
                    <a:pt x="1609" y="1219202"/>
                    <a:pt x="805" y="633986"/>
                    <a:pt x="0" y="48770"/>
                  </a:cubicBezTo>
                  <a:lnTo>
                    <a:pt x="2647952" y="0"/>
                  </a:lnTo>
                  <a:lnTo>
                    <a:pt x="2641982" y="1780034"/>
                  </a:lnTo>
                  <a:lnTo>
                    <a:pt x="2414" y="1804418"/>
                  </a:lnTo>
                  <a:close/>
                </a:path>
              </a:pathLst>
            </a:custGeom>
            <a:solidFill>
              <a:srgbClr val="1E344D">
                <a:alpha val="14059"/>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sp>
          <p:nvSpPr>
            <p:cNvPr id="66" name="梯形 64">
              <a:extLst>
                <a:ext uri="{FF2B5EF4-FFF2-40B4-BE49-F238E27FC236}">
                  <a16:creationId xmlns:a16="http://schemas.microsoft.com/office/drawing/2014/main" id="{A689C47A-D463-9AB1-5A15-6C7B894D569E}"/>
                </a:ext>
              </a:extLst>
            </p:cNvPr>
            <p:cNvSpPr/>
            <p:nvPr/>
          </p:nvSpPr>
          <p:spPr>
            <a:xfrm rot="5400000">
              <a:off x="3967376" y="2965336"/>
              <a:ext cx="2639568" cy="1694688"/>
            </a:xfrm>
            <a:custGeom>
              <a:avLst/>
              <a:gdLst>
                <a:gd name="connsiteX0" fmla="*/ 0 w 3468624"/>
                <a:gd name="connsiteY0" fmla="*/ 2645664 h 2645664"/>
                <a:gd name="connsiteX1" fmla="*/ 661416 w 3468624"/>
                <a:gd name="connsiteY1" fmla="*/ 0 h 2645664"/>
                <a:gd name="connsiteX2" fmla="*/ 2807208 w 3468624"/>
                <a:gd name="connsiteY2" fmla="*/ 0 h 2645664"/>
                <a:gd name="connsiteX3" fmla="*/ 3468624 w 3468624"/>
                <a:gd name="connsiteY3" fmla="*/ 2645664 h 2645664"/>
                <a:gd name="connsiteX4" fmla="*/ 0 w 3468624"/>
                <a:gd name="connsiteY4" fmla="*/ 2645664 h 2645664"/>
                <a:gd name="connsiteX0" fmla="*/ 0 w 3468624"/>
                <a:gd name="connsiteY0" fmla="*/ 2645664 h 2645664"/>
                <a:gd name="connsiteX1" fmla="*/ 393192 w 3468624"/>
                <a:gd name="connsiteY1" fmla="*/ 694944 h 2645664"/>
                <a:gd name="connsiteX2" fmla="*/ 2807208 w 3468624"/>
                <a:gd name="connsiteY2" fmla="*/ 0 h 2645664"/>
                <a:gd name="connsiteX3" fmla="*/ 3468624 w 3468624"/>
                <a:gd name="connsiteY3" fmla="*/ 2645664 h 2645664"/>
                <a:gd name="connsiteX4" fmla="*/ 0 w 3468624"/>
                <a:gd name="connsiteY4" fmla="*/ 2645664 h 2645664"/>
                <a:gd name="connsiteX0" fmla="*/ 0 w 3468624"/>
                <a:gd name="connsiteY0" fmla="*/ 1950720 h 1950720"/>
                <a:gd name="connsiteX1" fmla="*/ 393192 w 3468624"/>
                <a:gd name="connsiteY1" fmla="*/ 0 h 1950720"/>
                <a:gd name="connsiteX2" fmla="*/ 3026664 w 3468624"/>
                <a:gd name="connsiteY2" fmla="*/ 24384 h 1950720"/>
                <a:gd name="connsiteX3" fmla="*/ 3468624 w 3468624"/>
                <a:gd name="connsiteY3" fmla="*/ 1950720 h 1950720"/>
                <a:gd name="connsiteX4" fmla="*/ 0 w 3468624"/>
                <a:gd name="connsiteY4" fmla="*/ 1950720 h 1950720"/>
                <a:gd name="connsiteX0" fmla="*/ 0 w 3468624"/>
                <a:gd name="connsiteY0" fmla="*/ 1926336 h 1926336"/>
                <a:gd name="connsiteX1" fmla="*/ 332232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697992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381000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856488 w 3468624"/>
                <a:gd name="connsiteY1" fmla="*/ 23164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694688 h 1694688"/>
                <a:gd name="connsiteX1" fmla="*/ 856488 w 3468624"/>
                <a:gd name="connsiteY1" fmla="*/ 0 h 1694688"/>
                <a:gd name="connsiteX2" fmla="*/ 1819656 w 3468624"/>
                <a:gd name="connsiteY2" fmla="*/ 60960 h 1694688"/>
                <a:gd name="connsiteX3" fmla="*/ 3468624 w 3468624"/>
                <a:gd name="connsiteY3" fmla="*/ 1694688 h 1694688"/>
                <a:gd name="connsiteX4" fmla="*/ 0 w 3468624"/>
                <a:gd name="connsiteY4" fmla="*/ 1694688 h 1694688"/>
                <a:gd name="connsiteX0" fmla="*/ 0 w 2639568"/>
                <a:gd name="connsiteY0" fmla="*/ 1694688 h 1694688"/>
                <a:gd name="connsiteX1" fmla="*/ 856488 w 2639568"/>
                <a:gd name="connsiteY1" fmla="*/ 0 h 1694688"/>
                <a:gd name="connsiteX2" fmla="*/ 1819656 w 2639568"/>
                <a:gd name="connsiteY2" fmla="*/ 60960 h 1694688"/>
                <a:gd name="connsiteX3" fmla="*/ 2639568 w 2639568"/>
                <a:gd name="connsiteY3" fmla="*/ 1670304 h 1694688"/>
                <a:gd name="connsiteX4" fmla="*/ 0 w 2639568"/>
                <a:gd name="connsiteY4" fmla="*/ 1694688 h 1694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568" h="1694688">
                  <a:moveTo>
                    <a:pt x="0" y="1694688"/>
                  </a:moveTo>
                  <a:lnTo>
                    <a:pt x="856488" y="0"/>
                  </a:lnTo>
                  <a:lnTo>
                    <a:pt x="1819656" y="60960"/>
                  </a:lnTo>
                  <a:lnTo>
                    <a:pt x="2639568" y="1670304"/>
                  </a:lnTo>
                  <a:lnTo>
                    <a:pt x="0" y="1694688"/>
                  </a:lnTo>
                  <a:close/>
                </a:path>
              </a:pathLst>
            </a:custGeom>
            <a:solidFill>
              <a:srgbClr val="1E344D">
                <a:alpha val="14059"/>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sp>
          <p:nvSpPr>
            <p:cNvPr id="65" name="梯形 64">
              <a:extLst>
                <a:ext uri="{FF2B5EF4-FFF2-40B4-BE49-F238E27FC236}">
                  <a16:creationId xmlns:a16="http://schemas.microsoft.com/office/drawing/2014/main" id="{A5E40A2E-D01B-479E-5CF6-FEBA8C6BF31F}"/>
                </a:ext>
              </a:extLst>
            </p:cNvPr>
            <p:cNvSpPr/>
            <p:nvPr/>
          </p:nvSpPr>
          <p:spPr>
            <a:xfrm rot="5400000">
              <a:off x="1859987" y="2858316"/>
              <a:ext cx="3436729" cy="1926336"/>
            </a:xfrm>
            <a:custGeom>
              <a:avLst/>
              <a:gdLst>
                <a:gd name="connsiteX0" fmla="*/ 0 w 3468624"/>
                <a:gd name="connsiteY0" fmla="*/ 2645664 h 2645664"/>
                <a:gd name="connsiteX1" fmla="*/ 661416 w 3468624"/>
                <a:gd name="connsiteY1" fmla="*/ 0 h 2645664"/>
                <a:gd name="connsiteX2" fmla="*/ 2807208 w 3468624"/>
                <a:gd name="connsiteY2" fmla="*/ 0 h 2645664"/>
                <a:gd name="connsiteX3" fmla="*/ 3468624 w 3468624"/>
                <a:gd name="connsiteY3" fmla="*/ 2645664 h 2645664"/>
                <a:gd name="connsiteX4" fmla="*/ 0 w 3468624"/>
                <a:gd name="connsiteY4" fmla="*/ 2645664 h 2645664"/>
                <a:gd name="connsiteX0" fmla="*/ 0 w 3468624"/>
                <a:gd name="connsiteY0" fmla="*/ 2645664 h 2645664"/>
                <a:gd name="connsiteX1" fmla="*/ 393192 w 3468624"/>
                <a:gd name="connsiteY1" fmla="*/ 694944 h 2645664"/>
                <a:gd name="connsiteX2" fmla="*/ 2807208 w 3468624"/>
                <a:gd name="connsiteY2" fmla="*/ 0 h 2645664"/>
                <a:gd name="connsiteX3" fmla="*/ 3468624 w 3468624"/>
                <a:gd name="connsiteY3" fmla="*/ 2645664 h 2645664"/>
                <a:gd name="connsiteX4" fmla="*/ 0 w 3468624"/>
                <a:gd name="connsiteY4" fmla="*/ 2645664 h 2645664"/>
                <a:gd name="connsiteX0" fmla="*/ 0 w 3468624"/>
                <a:gd name="connsiteY0" fmla="*/ 1950720 h 1950720"/>
                <a:gd name="connsiteX1" fmla="*/ 393192 w 3468624"/>
                <a:gd name="connsiteY1" fmla="*/ 0 h 1950720"/>
                <a:gd name="connsiteX2" fmla="*/ 3026664 w 3468624"/>
                <a:gd name="connsiteY2" fmla="*/ 24384 h 1950720"/>
                <a:gd name="connsiteX3" fmla="*/ 3468624 w 3468624"/>
                <a:gd name="connsiteY3" fmla="*/ 1950720 h 1950720"/>
                <a:gd name="connsiteX4" fmla="*/ 0 w 3468624"/>
                <a:gd name="connsiteY4" fmla="*/ 1950720 h 1950720"/>
                <a:gd name="connsiteX0" fmla="*/ 0 w 3468624"/>
                <a:gd name="connsiteY0" fmla="*/ 1926336 h 1926336"/>
                <a:gd name="connsiteX1" fmla="*/ 332232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697992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468624"/>
                <a:gd name="connsiteY0" fmla="*/ 1926336 h 1926336"/>
                <a:gd name="connsiteX1" fmla="*/ 381000 w 3468624"/>
                <a:gd name="connsiteY1" fmla="*/ 48768 h 1926336"/>
                <a:gd name="connsiteX2" fmla="*/ 3026664 w 3468624"/>
                <a:gd name="connsiteY2" fmla="*/ 0 h 1926336"/>
                <a:gd name="connsiteX3" fmla="*/ 3468624 w 3468624"/>
                <a:gd name="connsiteY3" fmla="*/ 1926336 h 1926336"/>
                <a:gd name="connsiteX4" fmla="*/ 0 w 3468624"/>
                <a:gd name="connsiteY4" fmla="*/ 1926336 h 1926336"/>
                <a:gd name="connsiteX0" fmla="*/ 0 w 3362299"/>
                <a:gd name="connsiteY0" fmla="*/ 1926336 h 1926336"/>
                <a:gd name="connsiteX1" fmla="*/ 381000 w 3362299"/>
                <a:gd name="connsiteY1" fmla="*/ 48768 h 1926336"/>
                <a:gd name="connsiteX2" fmla="*/ 3026664 w 3362299"/>
                <a:gd name="connsiteY2" fmla="*/ 0 h 1926336"/>
                <a:gd name="connsiteX3" fmla="*/ 3362299 w 3362299"/>
                <a:gd name="connsiteY3" fmla="*/ 1894438 h 1926336"/>
                <a:gd name="connsiteX4" fmla="*/ 0 w 3362299"/>
                <a:gd name="connsiteY4" fmla="*/ 1926336 h 1926336"/>
                <a:gd name="connsiteX0" fmla="*/ 0 w 3436729"/>
                <a:gd name="connsiteY0" fmla="*/ 1926336 h 1926336"/>
                <a:gd name="connsiteX1" fmla="*/ 381000 w 3436729"/>
                <a:gd name="connsiteY1" fmla="*/ 48768 h 1926336"/>
                <a:gd name="connsiteX2" fmla="*/ 3026664 w 3436729"/>
                <a:gd name="connsiteY2" fmla="*/ 0 h 1926336"/>
                <a:gd name="connsiteX3" fmla="*/ 3436729 w 3436729"/>
                <a:gd name="connsiteY3" fmla="*/ 1894438 h 1926336"/>
                <a:gd name="connsiteX4" fmla="*/ 0 w 3436729"/>
                <a:gd name="connsiteY4" fmla="*/ 1926336 h 1926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6729" h="1926336">
                  <a:moveTo>
                    <a:pt x="0" y="1926336"/>
                  </a:moveTo>
                  <a:lnTo>
                    <a:pt x="381000" y="48768"/>
                  </a:lnTo>
                  <a:lnTo>
                    <a:pt x="3026664" y="0"/>
                  </a:lnTo>
                  <a:lnTo>
                    <a:pt x="3436729" y="1894438"/>
                  </a:lnTo>
                  <a:lnTo>
                    <a:pt x="0" y="1926336"/>
                  </a:lnTo>
                  <a:close/>
                </a:path>
              </a:pathLst>
            </a:custGeom>
            <a:solidFill>
              <a:srgbClr val="1E344D">
                <a:alpha val="14059"/>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sp>
          <p:nvSpPr>
            <p:cNvPr id="41" name="椭圆 40">
              <a:extLst>
                <a:ext uri="{FF2B5EF4-FFF2-40B4-BE49-F238E27FC236}">
                  <a16:creationId xmlns:a16="http://schemas.microsoft.com/office/drawing/2014/main" id="{E63A3E79-7B4F-C182-E48B-CEB87926C3AF}"/>
                </a:ext>
              </a:extLst>
            </p:cNvPr>
            <p:cNvSpPr/>
            <p:nvPr/>
          </p:nvSpPr>
          <p:spPr>
            <a:xfrm>
              <a:off x="5900928" y="3316224"/>
              <a:ext cx="353568" cy="1024128"/>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sp>
          <p:nvSpPr>
            <p:cNvPr id="40" name="椭圆 39">
              <a:extLst>
                <a:ext uri="{FF2B5EF4-FFF2-40B4-BE49-F238E27FC236}">
                  <a16:creationId xmlns:a16="http://schemas.microsoft.com/office/drawing/2014/main" id="{A8AD46C3-15AF-47B3-185B-11A21A1197E8}"/>
                </a:ext>
              </a:extLst>
            </p:cNvPr>
            <p:cNvSpPr/>
            <p:nvPr/>
          </p:nvSpPr>
          <p:spPr>
            <a:xfrm>
              <a:off x="4096512" y="2474976"/>
              <a:ext cx="755904" cy="269443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椭圆 14">
              <a:extLst>
                <a:ext uri="{FF2B5EF4-FFF2-40B4-BE49-F238E27FC236}">
                  <a16:creationId xmlns:a16="http://schemas.microsoft.com/office/drawing/2014/main" id="{A1B2051A-469E-CF0D-425B-58B692D38531}"/>
                </a:ext>
              </a:extLst>
            </p:cNvPr>
            <p:cNvSpPr/>
            <p:nvPr/>
          </p:nvSpPr>
          <p:spPr>
            <a:xfrm>
              <a:off x="2279904" y="2097024"/>
              <a:ext cx="743712" cy="3450336"/>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sp>
          <p:nvSpPr>
            <p:cNvPr id="16" name="Oval 3">
              <a:extLst>
                <a:ext uri="{FF2B5EF4-FFF2-40B4-BE49-F238E27FC236}">
                  <a16:creationId xmlns:a16="http://schemas.microsoft.com/office/drawing/2014/main" id="{DE918B50-B629-B9B5-3498-C1F193AB9F4B}"/>
                </a:ext>
              </a:extLst>
            </p:cNvPr>
            <p:cNvSpPr>
              <a:spLocks noChangeArrowheads="1"/>
            </p:cNvSpPr>
            <p:nvPr/>
          </p:nvSpPr>
          <p:spPr bwMode="auto">
            <a:xfrm>
              <a:off x="2256525" y="2044679"/>
              <a:ext cx="804399" cy="3541497"/>
            </a:xfrm>
            <a:prstGeom prst="ellipse">
              <a:avLst/>
            </a:prstGeom>
            <a:noFill/>
            <a:ln w="22225">
              <a:solidFill>
                <a:srgbClr val="BB3023"/>
              </a:solidFill>
              <a:prstDash val="dash"/>
              <a:round/>
              <a:headEnd/>
              <a:tailEnd/>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17" name="Oval 4">
              <a:extLst>
                <a:ext uri="{FF2B5EF4-FFF2-40B4-BE49-F238E27FC236}">
                  <a16:creationId xmlns:a16="http://schemas.microsoft.com/office/drawing/2014/main" id="{40C9046D-AF0C-242E-DF28-BDBF99096116}"/>
                </a:ext>
              </a:extLst>
            </p:cNvPr>
            <p:cNvSpPr>
              <a:spLocks noChangeArrowheads="1"/>
            </p:cNvSpPr>
            <p:nvPr/>
          </p:nvSpPr>
          <p:spPr bwMode="auto">
            <a:xfrm>
              <a:off x="4069103" y="2413627"/>
              <a:ext cx="806544" cy="2816468"/>
            </a:xfrm>
            <a:prstGeom prst="ellipse">
              <a:avLst/>
            </a:prstGeom>
            <a:noFill/>
            <a:ln w="2222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Oval 5">
              <a:extLst>
                <a:ext uri="{FF2B5EF4-FFF2-40B4-BE49-F238E27FC236}">
                  <a16:creationId xmlns:a16="http://schemas.microsoft.com/office/drawing/2014/main" id="{A3C0CC8A-2577-148B-29DB-89831FC9A28F}"/>
                </a:ext>
              </a:extLst>
            </p:cNvPr>
            <p:cNvSpPr>
              <a:spLocks noChangeArrowheads="1"/>
            </p:cNvSpPr>
            <p:nvPr/>
          </p:nvSpPr>
          <p:spPr bwMode="auto">
            <a:xfrm>
              <a:off x="5879535" y="3301413"/>
              <a:ext cx="405416" cy="1055637"/>
            </a:xfrm>
            <a:prstGeom prst="ellipse">
              <a:avLst/>
            </a:prstGeom>
            <a:noFill/>
            <a:ln w="2222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Oval 6">
              <a:extLst>
                <a:ext uri="{FF2B5EF4-FFF2-40B4-BE49-F238E27FC236}">
                  <a16:creationId xmlns:a16="http://schemas.microsoft.com/office/drawing/2014/main" id="{3604135C-BCF5-7366-88D7-9F6F3079C262}"/>
                </a:ext>
              </a:extLst>
            </p:cNvPr>
            <p:cNvSpPr>
              <a:spLocks noChangeArrowheads="1"/>
            </p:cNvSpPr>
            <p:nvPr/>
          </p:nvSpPr>
          <p:spPr bwMode="auto">
            <a:xfrm>
              <a:off x="7694259" y="3301413"/>
              <a:ext cx="403272" cy="1055637"/>
            </a:xfrm>
            <a:prstGeom prst="ellipse">
              <a:avLst/>
            </a:prstGeom>
            <a:noFill/>
            <a:ln w="2222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0" name="Oval 7">
              <a:extLst>
                <a:ext uri="{FF2B5EF4-FFF2-40B4-BE49-F238E27FC236}">
                  <a16:creationId xmlns:a16="http://schemas.microsoft.com/office/drawing/2014/main" id="{676BF4FA-5A84-D2B5-A6C7-CBE270C23EDB}"/>
                </a:ext>
              </a:extLst>
            </p:cNvPr>
            <p:cNvSpPr>
              <a:spLocks noChangeArrowheads="1"/>
            </p:cNvSpPr>
            <p:nvPr/>
          </p:nvSpPr>
          <p:spPr bwMode="gray">
            <a:xfrm>
              <a:off x="4345815" y="3582689"/>
              <a:ext cx="255263" cy="480495"/>
            </a:xfrm>
            <a:prstGeom prst="ellipse">
              <a:avLst/>
            </a:prstGeom>
            <a:noFill/>
            <a:ln w="2222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1" name="Line 8">
              <a:extLst>
                <a:ext uri="{FF2B5EF4-FFF2-40B4-BE49-F238E27FC236}">
                  <a16:creationId xmlns:a16="http://schemas.microsoft.com/office/drawing/2014/main" id="{81DEFA08-1713-6F7E-7018-3E526FD495D4}"/>
                </a:ext>
              </a:extLst>
            </p:cNvPr>
            <p:cNvSpPr>
              <a:spLocks noChangeShapeType="1"/>
            </p:cNvSpPr>
            <p:nvPr/>
          </p:nvSpPr>
          <p:spPr bwMode="gray">
            <a:xfrm>
              <a:off x="2657652" y="2044678"/>
              <a:ext cx="1812577" cy="353933"/>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Line 9">
              <a:extLst>
                <a:ext uri="{FF2B5EF4-FFF2-40B4-BE49-F238E27FC236}">
                  <a16:creationId xmlns:a16="http://schemas.microsoft.com/office/drawing/2014/main" id="{9FDC1F2C-7BE6-FB94-44BB-C252088263A5}"/>
                </a:ext>
              </a:extLst>
            </p:cNvPr>
            <p:cNvSpPr>
              <a:spLocks noChangeShapeType="1"/>
            </p:cNvSpPr>
            <p:nvPr/>
          </p:nvSpPr>
          <p:spPr bwMode="gray">
            <a:xfrm flipV="1">
              <a:off x="2657652" y="5242965"/>
              <a:ext cx="1812577" cy="358227"/>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Line 10">
              <a:extLst>
                <a:ext uri="{FF2B5EF4-FFF2-40B4-BE49-F238E27FC236}">
                  <a16:creationId xmlns:a16="http://schemas.microsoft.com/office/drawing/2014/main" id="{E69EB0DE-D83C-5896-3A6A-57FF32E08E70}"/>
                </a:ext>
              </a:extLst>
            </p:cNvPr>
            <p:cNvSpPr>
              <a:spLocks noChangeShapeType="1"/>
            </p:cNvSpPr>
            <p:nvPr/>
          </p:nvSpPr>
          <p:spPr bwMode="gray">
            <a:xfrm>
              <a:off x="4470227" y="2398615"/>
              <a:ext cx="1613087" cy="890201"/>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4" name="Line 11">
              <a:extLst>
                <a:ext uri="{FF2B5EF4-FFF2-40B4-BE49-F238E27FC236}">
                  <a16:creationId xmlns:a16="http://schemas.microsoft.com/office/drawing/2014/main" id="{3DA0A19E-EB36-40C3-5F4D-AAC6CA6D3058}"/>
                </a:ext>
              </a:extLst>
            </p:cNvPr>
            <p:cNvSpPr>
              <a:spLocks noChangeShapeType="1"/>
            </p:cNvSpPr>
            <p:nvPr/>
          </p:nvSpPr>
          <p:spPr bwMode="gray">
            <a:xfrm flipV="1">
              <a:off x="4470227" y="4357057"/>
              <a:ext cx="1613087" cy="885911"/>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5" name="Line 12">
              <a:extLst>
                <a:ext uri="{FF2B5EF4-FFF2-40B4-BE49-F238E27FC236}">
                  <a16:creationId xmlns:a16="http://schemas.microsoft.com/office/drawing/2014/main" id="{6457D8D9-97CD-45B7-E53A-EB090C8C78C2}"/>
                </a:ext>
              </a:extLst>
            </p:cNvPr>
            <p:cNvSpPr>
              <a:spLocks noChangeShapeType="1"/>
            </p:cNvSpPr>
            <p:nvPr/>
          </p:nvSpPr>
          <p:spPr bwMode="gray">
            <a:xfrm>
              <a:off x="6083315" y="3288815"/>
              <a:ext cx="1812579" cy="0"/>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Line 13">
              <a:extLst>
                <a:ext uri="{FF2B5EF4-FFF2-40B4-BE49-F238E27FC236}">
                  <a16:creationId xmlns:a16="http://schemas.microsoft.com/office/drawing/2014/main" id="{CBD879F2-0037-BCA3-4BBC-54B045022CA9}"/>
                </a:ext>
              </a:extLst>
            </p:cNvPr>
            <p:cNvSpPr>
              <a:spLocks noChangeShapeType="1"/>
            </p:cNvSpPr>
            <p:nvPr/>
          </p:nvSpPr>
          <p:spPr bwMode="gray">
            <a:xfrm>
              <a:off x="6083315" y="4357057"/>
              <a:ext cx="1812579" cy="0"/>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Line 14">
              <a:extLst>
                <a:ext uri="{FF2B5EF4-FFF2-40B4-BE49-F238E27FC236}">
                  <a16:creationId xmlns:a16="http://schemas.microsoft.com/office/drawing/2014/main" id="{336EBA36-216A-EE7D-B798-0325C8A91E63}"/>
                </a:ext>
              </a:extLst>
            </p:cNvPr>
            <p:cNvSpPr>
              <a:spLocks noChangeShapeType="1"/>
            </p:cNvSpPr>
            <p:nvPr/>
          </p:nvSpPr>
          <p:spPr bwMode="gray">
            <a:xfrm flipH="1" flipV="1">
              <a:off x="7895894" y="3288816"/>
              <a:ext cx="1008180" cy="178039"/>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8" name="Line 15">
              <a:extLst>
                <a:ext uri="{FF2B5EF4-FFF2-40B4-BE49-F238E27FC236}">
                  <a16:creationId xmlns:a16="http://schemas.microsoft.com/office/drawing/2014/main" id="{30B8F10A-7BD3-F2B9-A9AF-5899B0F0249F}"/>
                </a:ext>
              </a:extLst>
            </p:cNvPr>
            <p:cNvSpPr>
              <a:spLocks noChangeShapeType="1"/>
            </p:cNvSpPr>
            <p:nvPr/>
          </p:nvSpPr>
          <p:spPr bwMode="gray">
            <a:xfrm flipV="1">
              <a:off x="7895894" y="4176872"/>
              <a:ext cx="1008180" cy="180185"/>
            </a:xfrm>
            <a:prstGeom prst="line">
              <a:avLst/>
            </a:prstGeom>
            <a:noFill/>
            <a:ln w="22225">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Text Box 16">
              <a:extLst>
                <a:ext uri="{FF2B5EF4-FFF2-40B4-BE49-F238E27FC236}">
                  <a16:creationId xmlns:a16="http://schemas.microsoft.com/office/drawing/2014/main" id="{C9B264D4-781C-DB00-EFAF-DCB8055BA79F}"/>
                </a:ext>
              </a:extLst>
            </p:cNvPr>
            <p:cNvSpPr txBox="1">
              <a:spLocks noChangeArrowheads="1"/>
            </p:cNvSpPr>
            <p:nvPr/>
          </p:nvSpPr>
          <p:spPr bwMode="gray">
            <a:xfrm>
              <a:off x="1387333" y="2302060"/>
              <a:ext cx="808689"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0" name="Text Box 17">
              <a:extLst>
                <a:ext uri="{FF2B5EF4-FFF2-40B4-BE49-F238E27FC236}">
                  <a16:creationId xmlns:a16="http://schemas.microsoft.com/office/drawing/2014/main" id="{5D54D5DE-0D6E-CDF3-2F1B-5321922A56C3}"/>
                </a:ext>
              </a:extLst>
            </p:cNvPr>
            <p:cNvSpPr txBox="1">
              <a:spLocks noChangeArrowheads="1"/>
            </p:cNvSpPr>
            <p:nvPr/>
          </p:nvSpPr>
          <p:spPr bwMode="gray">
            <a:xfrm>
              <a:off x="960036" y="2859203"/>
              <a:ext cx="806544"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1" name="Text Box 18">
              <a:extLst>
                <a:ext uri="{FF2B5EF4-FFF2-40B4-BE49-F238E27FC236}">
                  <a16:creationId xmlns:a16="http://schemas.microsoft.com/office/drawing/2014/main" id="{AADB63FD-63A0-2509-6E3B-E8EE300113B5}"/>
                </a:ext>
              </a:extLst>
            </p:cNvPr>
            <p:cNvSpPr txBox="1">
              <a:spLocks noChangeArrowheads="1"/>
            </p:cNvSpPr>
            <p:nvPr/>
          </p:nvSpPr>
          <p:spPr bwMode="gray">
            <a:xfrm>
              <a:off x="1173185" y="3416345"/>
              <a:ext cx="808689" cy="3710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2" name="Text Box 19">
              <a:extLst>
                <a:ext uri="{FF2B5EF4-FFF2-40B4-BE49-F238E27FC236}">
                  <a16:creationId xmlns:a16="http://schemas.microsoft.com/office/drawing/2014/main" id="{31527487-BE9D-607E-A093-73A9FDC95FDC}"/>
                </a:ext>
              </a:extLst>
            </p:cNvPr>
            <p:cNvSpPr txBox="1">
              <a:spLocks noChangeArrowheads="1"/>
            </p:cNvSpPr>
            <p:nvPr/>
          </p:nvSpPr>
          <p:spPr bwMode="gray">
            <a:xfrm>
              <a:off x="982232" y="3973487"/>
              <a:ext cx="806544"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3" name="Text Box 20">
              <a:extLst>
                <a:ext uri="{FF2B5EF4-FFF2-40B4-BE49-F238E27FC236}">
                  <a16:creationId xmlns:a16="http://schemas.microsoft.com/office/drawing/2014/main" id="{28DA1312-0382-E097-DA5D-35C92D74F29E}"/>
                </a:ext>
              </a:extLst>
            </p:cNvPr>
            <p:cNvSpPr txBox="1">
              <a:spLocks noChangeArrowheads="1"/>
            </p:cNvSpPr>
            <p:nvPr/>
          </p:nvSpPr>
          <p:spPr bwMode="gray">
            <a:xfrm>
              <a:off x="1462332" y="4530629"/>
              <a:ext cx="808689" cy="3710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4" name="Text Box 21">
              <a:extLst>
                <a:ext uri="{FF2B5EF4-FFF2-40B4-BE49-F238E27FC236}">
                  <a16:creationId xmlns:a16="http://schemas.microsoft.com/office/drawing/2014/main" id="{45698825-A734-2964-AFEC-1BAECD51A2E8}"/>
                </a:ext>
              </a:extLst>
            </p:cNvPr>
            <p:cNvSpPr txBox="1">
              <a:spLocks noChangeArrowheads="1"/>
            </p:cNvSpPr>
            <p:nvPr/>
          </p:nvSpPr>
          <p:spPr bwMode="gray">
            <a:xfrm>
              <a:off x="1380839" y="5087772"/>
              <a:ext cx="806544"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5" name="Text Box 22">
              <a:extLst>
                <a:ext uri="{FF2B5EF4-FFF2-40B4-BE49-F238E27FC236}">
                  <a16:creationId xmlns:a16="http://schemas.microsoft.com/office/drawing/2014/main" id="{F902D8DD-44AD-3EB9-70EA-A1FCA663422D}"/>
                </a:ext>
              </a:extLst>
            </p:cNvPr>
            <p:cNvSpPr txBox="1">
              <a:spLocks noChangeArrowheads="1"/>
            </p:cNvSpPr>
            <p:nvPr/>
          </p:nvSpPr>
          <p:spPr bwMode="gray">
            <a:xfrm>
              <a:off x="439656" y="5646239"/>
              <a:ext cx="1411451"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Collect</a:t>
              </a:r>
            </a:p>
          </p:txBody>
        </p:sp>
        <p:sp>
          <p:nvSpPr>
            <p:cNvPr id="36" name="Text Box 23">
              <a:extLst>
                <a:ext uri="{FF2B5EF4-FFF2-40B4-BE49-F238E27FC236}">
                  <a16:creationId xmlns:a16="http://schemas.microsoft.com/office/drawing/2014/main" id="{6681BD57-BB2B-84D6-5B20-D5ABDC3CF7DA}"/>
                </a:ext>
              </a:extLst>
            </p:cNvPr>
            <p:cNvSpPr txBox="1">
              <a:spLocks noChangeArrowheads="1"/>
            </p:cNvSpPr>
            <p:nvPr/>
          </p:nvSpPr>
          <p:spPr bwMode="gray">
            <a:xfrm>
              <a:off x="6486587" y="3397601"/>
              <a:ext cx="1207671" cy="864460"/>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Refine Evaluate Document</a:t>
              </a:r>
            </a:p>
          </p:txBody>
        </p:sp>
        <p:sp>
          <p:nvSpPr>
            <p:cNvPr id="37" name="Text Box 24">
              <a:extLst>
                <a:ext uri="{FF2B5EF4-FFF2-40B4-BE49-F238E27FC236}">
                  <a16:creationId xmlns:a16="http://schemas.microsoft.com/office/drawing/2014/main" id="{E42098D2-3931-3512-C86E-76BFB1168D57}"/>
                </a:ext>
              </a:extLst>
            </p:cNvPr>
            <p:cNvSpPr txBox="1">
              <a:spLocks noChangeArrowheads="1"/>
            </p:cNvSpPr>
            <p:nvPr/>
          </p:nvSpPr>
          <p:spPr bwMode="gray">
            <a:xfrm>
              <a:off x="8127560" y="3520942"/>
              <a:ext cx="1207669" cy="617779"/>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Screen</a:t>
              </a:r>
              <a:br>
                <a:rPr lang="en-US" sz="1333" dirty="0">
                  <a:solidFill>
                    <a:srgbClr val="1E344D"/>
                  </a:solidFill>
                  <a:latin typeface="Alibaba PuHuiTi Medium" pitchFamily="18" charset="-122"/>
                  <a:ea typeface="Alibaba PuHuiTi Medium" pitchFamily="18" charset="-122"/>
                  <a:cs typeface="Alibaba PuHuiTi Medium" pitchFamily="18" charset="-122"/>
                </a:rPr>
              </a:br>
              <a:r>
                <a:rPr lang="en-US" sz="1333" dirty="0">
                  <a:solidFill>
                    <a:srgbClr val="1E344D"/>
                  </a:solidFill>
                  <a:latin typeface="Alibaba PuHuiTi Medium" pitchFamily="18" charset="-122"/>
                  <a:ea typeface="Alibaba PuHuiTi Medium" pitchFamily="18" charset="-122"/>
                  <a:cs typeface="Alibaba PuHuiTi Medium" pitchFamily="18" charset="-122"/>
                </a:rPr>
                <a:t>Rank</a:t>
              </a:r>
            </a:p>
          </p:txBody>
        </p:sp>
        <p:sp>
          <p:nvSpPr>
            <p:cNvPr id="38" name="Text Box 25">
              <a:extLst>
                <a:ext uri="{FF2B5EF4-FFF2-40B4-BE49-F238E27FC236}">
                  <a16:creationId xmlns:a16="http://schemas.microsoft.com/office/drawing/2014/main" id="{35352A8A-B5A4-429E-8853-7A5D5DC92A77}"/>
                </a:ext>
              </a:extLst>
            </p:cNvPr>
            <p:cNvSpPr txBox="1">
              <a:spLocks noChangeArrowheads="1"/>
            </p:cNvSpPr>
            <p:nvPr/>
          </p:nvSpPr>
          <p:spPr bwMode="gray">
            <a:xfrm>
              <a:off x="9912253" y="3274261"/>
              <a:ext cx="1812577" cy="1111141"/>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 selected </a:t>
              </a:r>
              <a:br>
                <a:rPr lang="en-US" sz="1333" dirty="0">
                  <a:solidFill>
                    <a:srgbClr val="1E344D"/>
                  </a:solidFill>
                  <a:latin typeface="Alibaba PuHuiTi Medium" pitchFamily="18" charset="-122"/>
                  <a:ea typeface="Alibaba PuHuiTi Medium" pitchFamily="18" charset="-122"/>
                  <a:cs typeface="Alibaba PuHuiTi Medium" pitchFamily="18" charset="-122"/>
                </a:rPr>
              </a:br>
              <a:r>
                <a:rPr lang="en-US" sz="1333" dirty="0">
                  <a:solidFill>
                    <a:srgbClr val="1E344D"/>
                  </a:solidFill>
                  <a:latin typeface="Alibaba PuHuiTi Medium" pitchFamily="18" charset="-122"/>
                  <a:ea typeface="Alibaba PuHuiTi Medium" pitchFamily="18" charset="-122"/>
                  <a:cs typeface="Alibaba PuHuiTi Medium" pitchFamily="18" charset="-122"/>
                </a:rPr>
                <a:t>for validation </a:t>
              </a:r>
              <a:br>
                <a:rPr lang="en-US" sz="1333" dirty="0">
                  <a:solidFill>
                    <a:srgbClr val="1E344D"/>
                  </a:solidFill>
                  <a:latin typeface="Alibaba PuHuiTi Medium" pitchFamily="18" charset="-122"/>
                  <a:ea typeface="Alibaba PuHuiTi Medium" pitchFamily="18" charset="-122"/>
                  <a:cs typeface="Alibaba PuHuiTi Medium" pitchFamily="18" charset="-122"/>
                </a:rPr>
              </a:br>
              <a:r>
                <a:rPr lang="en-US" sz="1333" dirty="0">
                  <a:solidFill>
                    <a:srgbClr val="1E344D"/>
                  </a:solidFill>
                  <a:latin typeface="Alibaba PuHuiTi Medium" pitchFamily="18" charset="-122"/>
                  <a:ea typeface="Alibaba PuHuiTi Medium" pitchFamily="18" charset="-122"/>
                  <a:cs typeface="Alibaba PuHuiTi Medium" pitchFamily="18" charset="-122"/>
                </a:rPr>
                <a:t>and preliminary programming</a:t>
              </a:r>
            </a:p>
          </p:txBody>
        </p:sp>
        <p:sp>
          <p:nvSpPr>
            <p:cNvPr id="39" name="Freeform 26">
              <a:extLst>
                <a:ext uri="{FF2B5EF4-FFF2-40B4-BE49-F238E27FC236}">
                  <a16:creationId xmlns:a16="http://schemas.microsoft.com/office/drawing/2014/main" id="{8E7219D8-1486-A256-0592-EAAC52311B23}"/>
                </a:ext>
              </a:extLst>
            </p:cNvPr>
            <p:cNvSpPr>
              <a:spLocks/>
            </p:cNvSpPr>
            <p:nvPr/>
          </p:nvSpPr>
          <p:spPr bwMode="gray">
            <a:xfrm>
              <a:off x="3963994" y="1418321"/>
              <a:ext cx="607053" cy="626359"/>
            </a:xfrm>
            <a:custGeom>
              <a:avLst/>
              <a:gdLst>
                <a:gd name="T0" fmla="*/ 2147483647 w 237"/>
                <a:gd name="T1" fmla="*/ 2147483647 h 277"/>
                <a:gd name="T2" fmla="*/ 2147483647 w 237"/>
                <a:gd name="T3" fmla="*/ 2147483647 h 277"/>
                <a:gd name="T4" fmla="*/ 2147483647 w 237"/>
                <a:gd name="T5" fmla="*/ 2147483647 h 277"/>
                <a:gd name="T6" fmla="*/ 2147483647 w 237"/>
                <a:gd name="T7" fmla="*/ 2147483647 h 277"/>
                <a:gd name="T8" fmla="*/ 2147483647 w 237"/>
                <a:gd name="T9" fmla="*/ 2147483647 h 277"/>
                <a:gd name="T10" fmla="*/ 2147483647 w 237"/>
                <a:gd name="T11" fmla="*/ 2147483647 h 277"/>
                <a:gd name="T12" fmla="*/ 2147483647 w 237"/>
                <a:gd name="T13" fmla="*/ 0 h 277"/>
                <a:gd name="T14" fmla="*/ 2147483647 w 237"/>
                <a:gd name="T15" fmla="*/ 2147483647 h 277"/>
                <a:gd name="T16" fmla="*/ 2147483647 w 237"/>
                <a:gd name="T17" fmla="*/ 2147483647 h 277"/>
                <a:gd name="T18" fmla="*/ 2147483647 w 237"/>
                <a:gd name="T19" fmla="*/ 2147483647 h 277"/>
                <a:gd name="T20" fmla="*/ 2147483647 w 237"/>
                <a:gd name="T21" fmla="*/ 2147483647 h 277"/>
                <a:gd name="T22" fmla="*/ 2147483647 w 237"/>
                <a:gd name="T23" fmla="*/ 2147483647 h 277"/>
                <a:gd name="T24" fmla="*/ 2147483647 w 237"/>
                <a:gd name="T25" fmla="*/ 2147483647 h 277"/>
                <a:gd name="T26" fmla="*/ 2147483647 w 237"/>
                <a:gd name="T27" fmla="*/ 2147483647 h 277"/>
                <a:gd name="T28" fmla="*/ 2147483647 w 237"/>
                <a:gd name="T29" fmla="*/ 2147483647 h 277"/>
                <a:gd name="T30" fmla="*/ 2147483647 w 237"/>
                <a:gd name="T31" fmla="*/ 2147483647 h 277"/>
                <a:gd name="T32" fmla="*/ 2147483647 w 237"/>
                <a:gd name="T33" fmla="*/ 2147483647 h 277"/>
                <a:gd name="T34" fmla="*/ 2147483647 w 237"/>
                <a:gd name="T35" fmla="*/ 2147483647 h 277"/>
                <a:gd name="T36" fmla="*/ 2147483647 w 237"/>
                <a:gd name="T37" fmla="*/ 2147483647 h 277"/>
                <a:gd name="T38" fmla="*/ 2147483647 w 237"/>
                <a:gd name="T39" fmla="*/ 2147483647 h 277"/>
                <a:gd name="T40" fmla="*/ 2147483647 w 237"/>
                <a:gd name="T41" fmla="*/ 2147483647 h 277"/>
                <a:gd name="T42" fmla="*/ 2147483647 w 237"/>
                <a:gd name="T43" fmla="*/ 2147483647 h 277"/>
                <a:gd name="T44" fmla="*/ 2147483647 w 237"/>
                <a:gd name="T45" fmla="*/ 2147483647 h 277"/>
                <a:gd name="T46" fmla="*/ 2147483647 w 237"/>
                <a:gd name="T47" fmla="*/ 2147483647 h 277"/>
                <a:gd name="T48" fmla="*/ 2147483647 w 237"/>
                <a:gd name="T49" fmla="*/ 2147483647 h 277"/>
                <a:gd name="T50" fmla="*/ 2147483647 w 237"/>
                <a:gd name="T51" fmla="*/ 2147483647 h 277"/>
                <a:gd name="T52" fmla="*/ 2147483647 w 237"/>
                <a:gd name="T53" fmla="*/ 2147483647 h 277"/>
                <a:gd name="T54" fmla="*/ 2147483647 w 237"/>
                <a:gd name="T55" fmla="*/ 2147483647 h 277"/>
                <a:gd name="T56" fmla="*/ 2147483647 w 237"/>
                <a:gd name="T57" fmla="*/ 2147483647 h 277"/>
                <a:gd name="T58" fmla="*/ 2147483647 w 237"/>
                <a:gd name="T59" fmla="*/ 2147483647 h 277"/>
                <a:gd name="T60" fmla="*/ 2147483647 w 237"/>
                <a:gd name="T61" fmla="*/ 2147483647 h 277"/>
                <a:gd name="T62" fmla="*/ 2147483647 w 237"/>
                <a:gd name="T63" fmla="*/ 2147483647 h 277"/>
                <a:gd name="T64" fmla="*/ 2147483647 w 237"/>
                <a:gd name="T65" fmla="*/ 2147483647 h 277"/>
                <a:gd name="T66" fmla="*/ 2147483647 w 237"/>
                <a:gd name="T67" fmla="*/ 2147483647 h 277"/>
                <a:gd name="T68" fmla="*/ 2147483647 w 237"/>
                <a:gd name="T69" fmla="*/ 2147483647 h 277"/>
                <a:gd name="T70" fmla="*/ 2147483647 w 237"/>
                <a:gd name="T71" fmla="*/ 2147483647 h 277"/>
                <a:gd name="T72" fmla="*/ 2147483647 w 237"/>
                <a:gd name="T73" fmla="*/ 2147483647 h 277"/>
                <a:gd name="T74" fmla="*/ 2147483647 w 237"/>
                <a:gd name="T75" fmla="*/ 2147483647 h 277"/>
                <a:gd name="T76" fmla="*/ 2147483647 w 237"/>
                <a:gd name="T77" fmla="*/ 2147483647 h 277"/>
                <a:gd name="T78" fmla="*/ 2147483647 w 237"/>
                <a:gd name="T79" fmla="*/ 2147483647 h 277"/>
                <a:gd name="T80" fmla="*/ 0 w 237"/>
                <a:gd name="T81" fmla="*/ 2147483647 h 277"/>
                <a:gd name="T82" fmla="*/ 0 w 237"/>
                <a:gd name="T83" fmla="*/ 2147483647 h 277"/>
                <a:gd name="T84" fmla="*/ 0 w 237"/>
                <a:gd name="T85" fmla="*/ 2147483647 h 277"/>
                <a:gd name="T86" fmla="*/ 0 w 237"/>
                <a:gd name="T87" fmla="*/ 2147483647 h 277"/>
                <a:gd name="T88" fmla="*/ 2147483647 w 237"/>
                <a:gd name="T89" fmla="*/ 2147483647 h 277"/>
                <a:gd name="T90" fmla="*/ 2147483647 w 237"/>
                <a:gd name="T91" fmla="*/ 2147483647 h 277"/>
                <a:gd name="T92" fmla="*/ 2147483647 w 237"/>
                <a:gd name="T93" fmla="*/ 2147483647 h 277"/>
                <a:gd name="T94" fmla="*/ 2147483647 w 237"/>
                <a:gd name="T95" fmla="*/ 2147483647 h 277"/>
                <a:gd name="T96" fmla="*/ 2147483647 w 237"/>
                <a:gd name="T97" fmla="*/ 2147483647 h 277"/>
                <a:gd name="T98" fmla="*/ 2147483647 w 237"/>
                <a:gd name="T99" fmla="*/ 2147483647 h 277"/>
                <a:gd name="T100" fmla="*/ 2147483647 w 237"/>
                <a:gd name="T101" fmla="*/ 2147483647 h 277"/>
                <a:gd name="T102" fmla="*/ 2147483647 w 237"/>
                <a:gd name="T103" fmla="*/ 2147483647 h 277"/>
                <a:gd name="T104" fmla="*/ 2147483647 w 237"/>
                <a:gd name="T105" fmla="*/ 2147483647 h 277"/>
                <a:gd name="T106" fmla="*/ 2147483647 w 237"/>
                <a:gd name="T107" fmla="*/ 2147483647 h 277"/>
                <a:gd name="T108" fmla="*/ 2147483647 w 237"/>
                <a:gd name="T109" fmla="*/ 2147483647 h 2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7" h="277">
                  <a:moveTo>
                    <a:pt x="143" y="27"/>
                  </a:moveTo>
                  <a:lnTo>
                    <a:pt x="145" y="26"/>
                  </a:lnTo>
                  <a:lnTo>
                    <a:pt x="147" y="26"/>
                  </a:lnTo>
                  <a:lnTo>
                    <a:pt x="150" y="25"/>
                  </a:lnTo>
                  <a:lnTo>
                    <a:pt x="152" y="25"/>
                  </a:lnTo>
                  <a:lnTo>
                    <a:pt x="153" y="24"/>
                  </a:lnTo>
                  <a:lnTo>
                    <a:pt x="155" y="24"/>
                  </a:lnTo>
                  <a:lnTo>
                    <a:pt x="157" y="24"/>
                  </a:lnTo>
                  <a:lnTo>
                    <a:pt x="158" y="23"/>
                  </a:lnTo>
                  <a:lnTo>
                    <a:pt x="159" y="23"/>
                  </a:lnTo>
                  <a:lnTo>
                    <a:pt x="160" y="23"/>
                  </a:lnTo>
                  <a:lnTo>
                    <a:pt x="161" y="23"/>
                  </a:lnTo>
                  <a:lnTo>
                    <a:pt x="162" y="23"/>
                  </a:lnTo>
                  <a:lnTo>
                    <a:pt x="162" y="22"/>
                  </a:lnTo>
                  <a:lnTo>
                    <a:pt x="163" y="22"/>
                  </a:lnTo>
                  <a:lnTo>
                    <a:pt x="163" y="21"/>
                  </a:lnTo>
                  <a:lnTo>
                    <a:pt x="163" y="20"/>
                  </a:lnTo>
                  <a:lnTo>
                    <a:pt x="163" y="19"/>
                  </a:lnTo>
                  <a:lnTo>
                    <a:pt x="163" y="18"/>
                  </a:lnTo>
                  <a:lnTo>
                    <a:pt x="163" y="17"/>
                  </a:lnTo>
                  <a:lnTo>
                    <a:pt x="163" y="16"/>
                  </a:lnTo>
                  <a:lnTo>
                    <a:pt x="163" y="15"/>
                  </a:lnTo>
                  <a:lnTo>
                    <a:pt x="163" y="14"/>
                  </a:lnTo>
                  <a:lnTo>
                    <a:pt x="163" y="13"/>
                  </a:lnTo>
                  <a:lnTo>
                    <a:pt x="163" y="11"/>
                  </a:lnTo>
                  <a:lnTo>
                    <a:pt x="163" y="10"/>
                  </a:lnTo>
                  <a:lnTo>
                    <a:pt x="163" y="9"/>
                  </a:lnTo>
                  <a:lnTo>
                    <a:pt x="163" y="8"/>
                  </a:lnTo>
                  <a:lnTo>
                    <a:pt x="163" y="7"/>
                  </a:lnTo>
                  <a:lnTo>
                    <a:pt x="163" y="6"/>
                  </a:lnTo>
                  <a:lnTo>
                    <a:pt x="163" y="5"/>
                  </a:lnTo>
                  <a:lnTo>
                    <a:pt x="163" y="4"/>
                  </a:lnTo>
                  <a:lnTo>
                    <a:pt x="163" y="3"/>
                  </a:lnTo>
                  <a:lnTo>
                    <a:pt x="163" y="2"/>
                  </a:lnTo>
                  <a:lnTo>
                    <a:pt x="163" y="1"/>
                  </a:lnTo>
                  <a:lnTo>
                    <a:pt x="163" y="0"/>
                  </a:lnTo>
                  <a:lnTo>
                    <a:pt x="164" y="1"/>
                  </a:lnTo>
                  <a:lnTo>
                    <a:pt x="165" y="2"/>
                  </a:lnTo>
                  <a:lnTo>
                    <a:pt x="167" y="3"/>
                  </a:lnTo>
                  <a:lnTo>
                    <a:pt x="168" y="4"/>
                  </a:lnTo>
                  <a:lnTo>
                    <a:pt x="170" y="6"/>
                  </a:lnTo>
                  <a:lnTo>
                    <a:pt x="172" y="7"/>
                  </a:lnTo>
                  <a:lnTo>
                    <a:pt x="175" y="9"/>
                  </a:lnTo>
                  <a:lnTo>
                    <a:pt x="177" y="11"/>
                  </a:lnTo>
                  <a:lnTo>
                    <a:pt x="180" y="14"/>
                  </a:lnTo>
                  <a:lnTo>
                    <a:pt x="184" y="16"/>
                  </a:lnTo>
                  <a:lnTo>
                    <a:pt x="187" y="19"/>
                  </a:lnTo>
                  <a:lnTo>
                    <a:pt x="191" y="22"/>
                  </a:lnTo>
                  <a:lnTo>
                    <a:pt x="195" y="25"/>
                  </a:lnTo>
                  <a:lnTo>
                    <a:pt x="200" y="29"/>
                  </a:lnTo>
                  <a:lnTo>
                    <a:pt x="204" y="32"/>
                  </a:lnTo>
                  <a:lnTo>
                    <a:pt x="208" y="35"/>
                  </a:lnTo>
                  <a:lnTo>
                    <a:pt x="212" y="38"/>
                  </a:lnTo>
                  <a:lnTo>
                    <a:pt x="216" y="41"/>
                  </a:lnTo>
                  <a:lnTo>
                    <a:pt x="219" y="44"/>
                  </a:lnTo>
                  <a:lnTo>
                    <a:pt x="222" y="46"/>
                  </a:lnTo>
                  <a:lnTo>
                    <a:pt x="225" y="48"/>
                  </a:lnTo>
                  <a:lnTo>
                    <a:pt x="227" y="50"/>
                  </a:lnTo>
                  <a:lnTo>
                    <a:pt x="229" y="52"/>
                  </a:lnTo>
                  <a:lnTo>
                    <a:pt x="231" y="53"/>
                  </a:lnTo>
                  <a:lnTo>
                    <a:pt x="233" y="54"/>
                  </a:lnTo>
                  <a:lnTo>
                    <a:pt x="234" y="55"/>
                  </a:lnTo>
                  <a:lnTo>
                    <a:pt x="235" y="56"/>
                  </a:lnTo>
                  <a:lnTo>
                    <a:pt x="236" y="57"/>
                  </a:lnTo>
                  <a:lnTo>
                    <a:pt x="236" y="58"/>
                  </a:lnTo>
                  <a:lnTo>
                    <a:pt x="235" y="58"/>
                  </a:lnTo>
                  <a:lnTo>
                    <a:pt x="234" y="59"/>
                  </a:lnTo>
                  <a:lnTo>
                    <a:pt x="233" y="60"/>
                  </a:lnTo>
                  <a:lnTo>
                    <a:pt x="231" y="61"/>
                  </a:lnTo>
                  <a:lnTo>
                    <a:pt x="229" y="63"/>
                  </a:lnTo>
                  <a:lnTo>
                    <a:pt x="227" y="64"/>
                  </a:lnTo>
                  <a:lnTo>
                    <a:pt x="225" y="66"/>
                  </a:lnTo>
                  <a:lnTo>
                    <a:pt x="222" y="68"/>
                  </a:lnTo>
                  <a:lnTo>
                    <a:pt x="219" y="71"/>
                  </a:lnTo>
                  <a:lnTo>
                    <a:pt x="216" y="73"/>
                  </a:lnTo>
                  <a:lnTo>
                    <a:pt x="212" y="76"/>
                  </a:lnTo>
                  <a:lnTo>
                    <a:pt x="208" y="79"/>
                  </a:lnTo>
                  <a:lnTo>
                    <a:pt x="204" y="82"/>
                  </a:lnTo>
                  <a:lnTo>
                    <a:pt x="200" y="86"/>
                  </a:lnTo>
                  <a:lnTo>
                    <a:pt x="195" y="89"/>
                  </a:lnTo>
                  <a:lnTo>
                    <a:pt x="191" y="92"/>
                  </a:lnTo>
                  <a:lnTo>
                    <a:pt x="187" y="95"/>
                  </a:lnTo>
                  <a:lnTo>
                    <a:pt x="184" y="98"/>
                  </a:lnTo>
                  <a:lnTo>
                    <a:pt x="180" y="101"/>
                  </a:lnTo>
                  <a:lnTo>
                    <a:pt x="177" y="103"/>
                  </a:lnTo>
                  <a:lnTo>
                    <a:pt x="175" y="105"/>
                  </a:lnTo>
                  <a:lnTo>
                    <a:pt x="172" y="107"/>
                  </a:lnTo>
                  <a:lnTo>
                    <a:pt x="170" y="109"/>
                  </a:lnTo>
                  <a:lnTo>
                    <a:pt x="168" y="110"/>
                  </a:lnTo>
                  <a:lnTo>
                    <a:pt x="167" y="111"/>
                  </a:lnTo>
                  <a:lnTo>
                    <a:pt x="165" y="112"/>
                  </a:lnTo>
                  <a:lnTo>
                    <a:pt x="164" y="113"/>
                  </a:lnTo>
                  <a:lnTo>
                    <a:pt x="164" y="114"/>
                  </a:lnTo>
                  <a:lnTo>
                    <a:pt x="163" y="114"/>
                  </a:lnTo>
                  <a:lnTo>
                    <a:pt x="163" y="113"/>
                  </a:lnTo>
                  <a:lnTo>
                    <a:pt x="163" y="112"/>
                  </a:lnTo>
                  <a:lnTo>
                    <a:pt x="163" y="111"/>
                  </a:lnTo>
                  <a:lnTo>
                    <a:pt x="163" y="110"/>
                  </a:lnTo>
                  <a:lnTo>
                    <a:pt x="163" y="109"/>
                  </a:lnTo>
                  <a:lnTo>
                    <a:pt x="163" y="108"/>
                  </a:lnTo>
                  <a:lnTo>
                    <a:pt x="163" y="107"/>
                  </a:lnTo>
                  <a:lnTo>
                    <a:pt x="163" y="105"/>
                  </a:lnTo>
                  <a:lnTo>
                    <a:pt x="163" y="104"/>
                  </a:lnTo>
                  <a:lnTo>
                    <a:pt x="163" y="103"/>
                  </a:lnTo>
                  <a:lnTo>
                    <a:pt x="163" y="101"/>
                  </a:lnTo>
                  <a:lnTo>
                    <a:pt x="163" y="99"/>
                  </a:lnTo>
                  <a:lnTo>
                    <a:pt x="163" y="98"/>
                  </a:lnTo>
                  <a:lnTo>
                    <a:pt x="163" y="97"/>
                  </a:lnTo>
                  <a:lnTo>
                    <a:pt x="163" y="95"/>
                  </a:lnTo>
                  <a:lnTo>
                    <a:pt x="163" y="94"/>
                  </a:lnTo>
                  <a:lnTo>
                    <a:pt x="163" y="93"/>
                  </a:lnTo>
                  <a:lnTo>
                    <a:pt x="163" y="92"/>
                  </a:lnTo>
                  <a:lnTo>
                    <a:pt x="163" y="91"/>
                  </a:lnTo>
                  <a:lnTo>
                    <a:pt x="163" y="90"/>
                  </a:lnTo>
                  <a:lnTo>
                    <a:pt x="163" y="89"/>
                  </a:lnTo>
                  <a:lnTo>
                    <a:pt x="163" y="88"/>
                  </a:lnTo>
                  <a:lnTo>
                    <a:pt x="162" y="88"/>
                  </a:lnTo>
                  <a:lnTo>
                    <a:pt x="161" y="88"/>
                  </a:lnTo>
                  <a:lnTo>
                    <a:pt x="160" y="88"/>
                  </a:lnTo>
                  <a:lnTo>
                    <a:pt x="159" y="88"/>
                  </a:lnTo>
                  <a:lnTo>
                    <a:pt x="158" y="89"/>
                  </a:lnTo>
                  <a:lnTo>
                    <a:pt x="157" y="89"/>
                  </a:lnTo>
                  <a:lnTo>
                    <a:pt x="155" y="89"/>
                  </a:lnTo>
                  <a:lnTo>
                    <a:pt x="154" y="89"/>
                  </a:lnTo>
                  <a:lnTo>
                    <a:pt x="152" y="89"/>
                  </a:lnTo>
                  <a:lnTo>
                    <a:pt x="151" y="90"/>
                  </a:lnTo>
                  <a:lnTo>
                    <a:pt x="149" y="90"/>
                  </a:lnTo>
                  <a:lnTo>
                    <a:pt x="147" y="90"/>
                  </a:lnTo>
                  <a:lnTo>
                    <a:pt x="145" y="90"/>
                  </a:lnTo>
                  <a:lnTo>
                    <a:pt x="143" y="91"/>
                  </a:lnTo>
                  <a:lnTo>
                    <a:pt x="141" y="91"/>
                  </a:lnTo>
                  <a:lnTo>
                    <a:pt x="139" y="91"/>
                  </a:lnTo>
                  <a:lnTo>
                    <a:pt x="137" y="92"/>
                  </a:lnTo>
                  <a:lnTo>
                    <a:pt x="135" y="92"/>
                  </a:lnTo>
                  <a:lnTo>
                    <a:pt x="133" y="92"/>
                  </a:lnTo>
                  <a:lnTo>
                    <a:pt x="130" y="93"/>
                  </a:lnTo>
                  <a:lnTo>
                    <a:pt x="128" y="93"/>
                  </a:lnTo>
                  <a:lnTo>
                    <a:pt x="126" y="94"/>
                  </a:lnTo>
                  <a:lnTo>
                    <a:pt x="124" y="94"/>
                  </a:lnTo>
                  <a:lnTo>
                    <a:pt x="122" y="95"/>
                  </a:lnTo>
                  <a:lnTo>
                    <a:pt x="120" y="95"/>
                  </a:lnTo>
                  <a:lnTo>
                    <a:pt x="118" y="96"/>
                  </a:lnTo>
                  <a:lnTo>
                    <a:pt x="116" y="96"/>
                  </a:lnTo>
                  <a:lnTo>
                    <a:pt x="114" y="97"/>
                  </a:lnTo>
                  <a:lnTo>
                    <a:pt x="112" y="97"/>
                  </a:lnTo>
                  <a:lnTo>
                    <a:pt x="110" y="98"/>
                  </a:lnTo>
                  <a:lnTo>
                    <a:pt x="108" y="99"/>
                  </a:lnTo>
                  <a:lnTo>
                    <a:pt x="106" y="99"/>
                  </a:lnTo>
                  <a:lnTo>
                    <a:pt x="104" y="100"/>
                  </a:lnTo>
                  <a:lnTo>
                    <a:pt x="102" y="101"/>
                  </a:lnTo>
                  <a:lnTo>
                    <a:pt x="100" y="102"/>
                  </a:lnTo>
                  <a:lnTo>
                    <a:pt x="98" y="103"/>
                  </a:lnTo>
                  <a:lnTo>
                    <a:pt x="96" y="104"/>
                  </a:lnTo>
                  <a:lnTo>
                    <a:pt x="94" y="105"/>
                  </a:lnTo>
                  <a:lnTo>
                    <a:pt x="92" y="106"/>
                  </a:lnTo>
                  <a:lnTo>
                    <a:pt x="90" y="107"/>
                  </a:lnTo>
                  <a:lnTo>
                    <a:pt x="88" y="108"/>
                  </a:lnTo>
                  <a:lnTo>
                    <a:pt x="86" y="109"/>
                  </a:lnTo>
                  <a:lnTo>
                    <a:pt x="84" y="111"/>
                  </a:lnTo>
                  <a:lnTo>
                    <a:pt x="82" y="112"/>
                  </a:lnTo>
                  <a:lnTo>
                    <a:pt x="80" y="113"/>
                  </a:lnTo>
                  <a:lnTo>
                    <a:pt x="78" y="115"/>
                  </a:lnTo>
                  <a:lnTo>
                    <a:pt x="75" y="117"/>
                  </a:lnTo>
                  <a:lnTo>
                    <a:pt x="73" y="118"/>
                  </a:lnTo>
                  <a:lnTo>
                    <a:pt x="71" y="120"/>
                  </a:lnTo>
                  <a:lnTo>
                    <a:pt x="69" y="122"/>
                  </a:lnTo>
                  <a:lnTo>
                    <a:pt x="67" y="124"/>
                  </a:lnTo>
                  <a:lnTo>
                    <a:pt x="65" y="126"/>
                  </a:lnTo>
                  <a:lnTo>
                    <a:pt x="63" y="128"/>
                  </a:lnTo>
                  <a:lnTo>
                    <a:pt x="61" y="131"/>
                  </a:lnTo>
                  <a:lnTo>
                    <a:pt x="59" y="133"/>
                  </a:lnTo>
                  <a:lnTo>
                    <a:pt x="57" y="136"/>
                  </a:lnTo>
                  <a:lnTo>
                    <a:pt x="55" y="138"/>
                  </a:lnTo>
                  <a:lnTo>
                    <a:pt x="53" y="141"/>
                  </a:lnTo>
                  <a:lnTo>
                    <a:pt x="51" y="144"/>
                  </a:lnTo>
                  <a:lnTo>
                    <a:pt x="49" y="147"/>
                  </a:lnTo>
                  <a:lnTo>
                    <a:pt x="47" y="150"/>
                  </a:lnTo>
                  <a:lnTo>
                    <a:pt x="45" y="153"/>
                  </a:lnTo>
                  <a:lnTo>
                    <a:pt x="43" y="156"/>
                  </a:lnTo>
                  <a:lnTo>
                    <a:pt x="41" y="159"/>
                  </a:lnTo>
                  <a:lnTo>
                    <a:pt x="39" y="162"/>
                  </a:lnTo>
                  <a:lnTo>
                    <a:pt x="37" y="165"/>
                  </a:lnTo>
                  <a:lnTo>
                    <a:pt x="36" y="168"/>
                  </a:lnTo>
                  <a:lnTo>
                    <a:pt x="34" y="172"/>
                  </a:lnTo>
                  <a:lnTo>
                    <a:pt x="32" y="175"/>
                  </a:lnTo>
                  <a:lnTo>
                    <a:pt x="30" y="178"/>
                  </a:lnTo>
                  <a:lnTo>
                    <a:pt x="29" y="181"/>
                  </a:lnTo>
                  <a:lnTo>
                    <a:pt x="27" y="184"/>
                  </a:lnTo>
                  <a:lnTo>
                    <a:pt x="25" y="187"/>
                  </a:lnTo>
                  <a:lnTo>
                    <a:pt x="24" y="191"/>
                  </a:lnTo>
                  <a:lnTo>
                    <a:pt x="22" y="194"/>
                  </a:lnTo>
                  <a:lnTo>
                    <a:pt x="20" y="197"/>
                  </a:lnTo>
                  <a:lnTo>
                    <a:pt x="19" y="201"/>
                  </a:lnTo>
                  <a:lnTo>
                    <a:pt x="18" y="204"/>
                  </a:lnTo>
                  <a:lnTo>
                    <a:pt x="16" y="207"/>
                  </a:lnTo>
                  <a:lnTo>
                    <a:pt x="15" y="210"/>
                  </a:lnTo>
                  <a:lnTo>
                    <a:pt x="14" y="214"/>
                  </a:lnTo>
                  <a:lnTo>
                    <a:pt x="13" y="217"/>
                  </a:lnTo>
                  <a:lnTo>
                    <a:pt x="12" y="220"/>
                  </a:lnTo>
                  <a:lnTo>
                    <a:pt x="11" y="224"/>
                  </a:lnTo>
                  <a:lnTo>
                    <a:pt x="11" y="227"/>
                  </a:lnTo>
                  <a:lnTo>
                    <a:pt x="10" y="230"/>
                  </a:lnTo>
                  <a:lnTo>
                    <a:pt x="9" y="233"/>
                  </a:lnTo>
                  <a:lnTo>
                    <a:pt x="9" y="237"/>
                  </a:lnTo>
                  <a:lnTo>
                    <a:pt x="9" y="240"/>
                  </a:lnTo>
                  <a:lnTo>
                    <a:pt x="8" y="243"/>
                  </a:lnTo>
                  <a:lnTo>
                    <a:pt x="8" y="246"/>
                  </a:lnTo>
                  <a:lnTo>
                    <a:pt x="8" y="250"/>
                  </a:lnTo>
                  <a:lnTo>
                    <a:pt x="8" y="253"/>
                  </a:lnTo>
                  <a:lnTo>
                    <a:pt x="8" y="256"/>
                  </a:lnTo>
                  <a:lnTo>
                    <a:pt x="8" y="259"/>
                  </a:lnTo>
                  <a:lnTo>
                    <a:pt x="8" y="261"/>
                  </a:lnTo>
                  <a:lnTo>
                    <a:pt x="8" y="264"/>
                  </a:lnTo>
                  <a:lnTo>
                    <a:pt x="8" y="266"/>
                  </a:lnTo>
                  <a:lnTo>
                    <a:pt x="8" y="268"/>
                  </a:lnTo>
                  <a:lnTo>
                    <a:pt x="8" y="269"/>
                  </a:lnTo>
                  <a:lnTo>
                    <a:pt x="8" y="271"/>
                  </a:lnTo>
                  <a:lnTo>
                    <a:pt x="8" y="272"/>
                  </a:lnTo>
                  <a:lnTo>
                    <a:pt x="8" y="273"/>
                  </a:lnTo>
                  <a:lnTo>
                    <a:pt x="8" y="274"/>
                  </a:lnTo>
                  <a:lnTo>
                    <a:pt x="8" y="275"/>
                  </a:lnTo>
                  <a:lnTo>
                    <a:pt x="8" y="276"/>
                  </a:lnTo>
                  <a:lnTo>
                    <a:pt x="7" y="276"/>
                  </a:lnTo>
                  <a:lnTo>
                    <a:pt x="6" y="276"/>
                  </a:lnTo>
                  <a:lnTo>
                    <a:pt x="5" y="276"/>
                  </a:lnTo>
                  <a:lnTo>
                    <a:pt x="4" y="276"/>
                  </a:lnTo>
                  <a:lnTo>
                    <a:pt x="3" y="276"/>
                  </a:lnTo>
                  <a:lnTo>
                    <a:pt x="2" y="276"/>
                  </a:lnTo>
                  <a:lnTo>
                    <a:pt x="1" y="276"/>
                  </a:lnTo>
                  <a:lnTo>
                    <a:pt x="0" y="276"/>
                  </a:lnTo>
                  <a:lnTo>
                    <a:pt x="0" y="275"/>
                  </a:lnTo>
                  <a:lnTo>
                    <a:pt x="0" y="274"/>
                  </a:lnTo>
                  <a:lnTo>
                    <a:pt x="0" y="273"/>
                  </a:lnTo>
                  <a:lnTo>
                    <a:pt x="0" y="272"/>
                  </a:lnTo>
                  <a:lnTo>
                    <a:pt x="0" y="271"/>
                  </a:lnTo>
                  <a:lnTo>
                    <a:pt x="0" y="269"/>
                  </a:lnTo>
                  <a:lnTo>
                    <a:pt x="0" y="267"/>
                  </a:lnTo>
                  <a:lnTo>
                    <a:pt x="0" y="265"/>
                  </a:lnTo>
                  <a:lnTo>
                    <a:pt x="0" y="263"/>
                  </a:lnTo>
                  <a:lnTo>
                    <a:pt x="0" y="260"/>
                  </a:lnTo>
                  <a:lnTo>
                    <a:pt x="0" y="257"/>
                  </a:lnTo>
                  <a:lnTo>
                    <a:pt x="0" y="254"/>
                  </a:lnTo>
                  <a:lnTo>
                    <a:pt x="0" y="251"/>
                  </a:lnTo>
                  <a:lnTo>
                    <a:pt x="0" y="248"/>
                  </a:lnTo>
                  <a:lnTo>
                    <a:pt x="0" y="244"/>
                  </a:lnTo>
                  <a:lnTo>
                    <a:pt x="0" y="240"/>
                  </a:lnTo>
                  <a:lnTo>
                    <a:pt x="0" y="237"/>
                  </a:lnTo>
                  <a:lnTo>
                    <a:pt x="0" y="233"/>
                  </a:lnTo>
                  <a:lnTo>
                    <a:pt x="1" y="230"/>
                  </a:lnTo>
                  <a:lnTo>
                    <a:pt x="1" y="227"/>
                  </a:lnTo>
                  <a:lnTo>
                    <a:pt x="1" y="223"/>
                  </a:lnTo>
                  <a:lnTo>
                    <a:pt x="1" y="220"/>
                  </a:lnTo>
                  <a:lnTo>
                    <a:pt x="1" y="216"/>
                  </a:lnTo>
                  <a:lnTo>
                    <a:pt x="2" y="213"/>
                  </a:lnTo>
                  <a:lnTo>
                    <a:pt x="2" y="210"/>
                  </a:lnTo>
                  <a:lnTo>
                    <a:pt x="2" y="206"/>
                  </a:lnTo>
                  <a:lnTo>
                    <a:pt x="3" y="203"/>
                  </a:lnTo>
                  <a:lnTo>
                    <a:pt x="3" y="199"/>
                  </a:lnTo>
                  <a:lnTo>
                    <a:pt x="4" y="196"/>
                  </a:lnTo>
                  <a:lnTo>
                    <a:pt x="4" y="193"/>
                  </a:lnTo>
                  <a:lnTo>
                    <a:pt x="5" y="190"/>
                  </a:lnTo>
                  <a:lnTo>
                    <a:pt x="5" y="186"/>
                  </a:lnTo>
                  <a:lnTo>
                    <a:pt x="6" y="183"/>
                  </a:lnTo>
                  <a:lnTo>
                    <a:pt x="7" y="180"/>
                  </a:lnTo>
                  <a:lnTo>
                    <a:pt x="8" y="176"/>
                  </a:lnTo>
                  <a:lnTo>
                    <a:pt x="8" y="173"/>
                  </a:lnTo>
                  <a:lnTo>
                    <a:pt x="9" y="170"/>
                  </a:lnTo>
                  <a:lnTo>
                    <a:pt x="10" y="167"/>
                  </a:lnTo>
                  <a:lnTo>
                    <a:pt x="11" y="163"/>
                  </a:lnTo>
                  <a:lnTo>
                    <a:pt x="12" y="160"/>
                  </a:lnTo>
                  <a:lnTo>
                    <a:pt x="14" y="157"/>
                  </a:lnTo>
                  <a:lnTo>
                    <a:pt x="15" y="154"/>
                  </a:lnTo>
                  <a:lnTo>
                    <a:pt x="16" y="150"/>
                  </a:lnTo>
                  <a:lnTo>
                    <a:pt x="18" y="147"/>
                  </a:lnTo>
                  <a:lnTo>
                    <a:pt x="19" y="144"/>
                  </a:lnTo>
                  <a:lnTo>
                    <a:pt x="20" y="140"/>
                  </a:lnTo>
                  <a:lnTo>
                    <a:pt x="22" y="137"/>
                  </a:lnTo>
                  <a:lnTo>
                    <a:pt x="24" y="134"/>
                  </a:lnTo>
                  <a:lnTo>
                    <a:pt x="25" y="130"/>
                  </a:lnTo>
                  <a:lnTo>
                    <a:pt x="27" y="127"/>
                  </a:lnTo>
                  <a:lnTo>
                    <a:pt x="29" y="124"/>
                  </a:lnTo>
                  <a:lnTo>
                    <a:pt x="31" y="120"/>
                  </a:lnTo>
                  <a:lnTo>
                    <a:pt x="33" y="117"/>
                  </a:lnTo>
                  <a:lnTo>
                    <a:pt x="35" y="114"/>
                  </a:lnTo>
                  <a:lnTo>
                    <a:pt x="37" y="110"/>
                  </a:lnTo>
                  <a:lnTo>
                    <a:pt x="39" y="107"/>
                  </a:lnTo>
                  <a:lnTo>
                    <a:pt x="41" y="103"/>
                  </a:lnTo>
                  <a:lnTo>
                    <a:pt x="43" y="100"/>
                  </a:lnTo>
                  <a:lnTo>
                    <a:pt x="46" y="96"/>
                  </a:lnTo>
                  <a:lnTo>
                    <a:pt x="48" y="93"/>
                  </a:lnTo>
                  <a:lnTo>
                    <a:pt x="51" y="89"/>
                  </a:lnTo>
                  <a:lnTo>
                    <a:pt x="53" y="86"/>
                  </a:lnTo>
                  <a:lnTo>
                    <a:pt x="56" y="82"/>
                  </a:lnTo>
                  <a:lnTo>
                    <a:pt x="58" y="79"/>
                  </a:lnTo>
                  <a:lnTo>
                    <a:pt x="61" y="76"/>
                  </a:lnTo>
                  <a:lnTo>
                    <a:pt x="64" y="72"/>
                  </a:lnTo>
                  <a:lnTo>
                    <a:pt x="66" y="69"/>
                  </a:lnTo>
                  <a:lnTo>
                    <a:pt x="69" y="67"/>
                  </a:lnTo>
                  <a:lnTo>
                    <a:pt x="72" y="64"/>
                  </a:lnTo>
                  <a:lnTo>
                    <a:pt x="74" y="61"/>
                  </a:lnTo>
                  <a:lnTo>
                    <a:pt x="77" y="59"/>
                  </a:lnTo>
                  <a:lnTo>
                    <a:pt x="80" y="56"/>
                  </a:lnTo>
                  <a:lnTo>
                    <a:pt x="83" y="54"/>
                  </a:lnTo>
                  <a:lnTo>
                    <a:pt x="86" y="52"/>
                  </a:lnTo>
                  <a:lnTo>
                    <a:pt x="89" y="50"/>
                  </a:lnTo>
                  <a:lnTo>
                    <a:pt x="92" y="48"/>
                  </a:lnTo>
                  <a:lnTo>
                    <a:pt x="95" y="46"/>
                  </a:lnTo>
                  <a:lnTo>
                    <a:pt x="98" y="44"/>
                  </a:lnTo>
                  <a:lnTo>
                    <a:pt x="101" y="43"/>
                  </a:lnTo>
                  <a:lnTo>
                    <a:pt x="104" y="41"/>
                  </a:lnTo>
                  <a:lnTo>
                    <a:pt x="107" y="40"/>
                  </a:lnTo>
                  <a:lnTo>
                    <a:pt x="110" y="38"/>
                  </a:lnTo>
                  <a:lnTo>
                    <a:pt x="113" y="37"/>
                  </a:lnTo>
                  <a:lnTo>
                    <a:pt x="116" y="36"/>
                  </a:lnTo>
                  <a:lnTo>
                    <a:pt x="118" y="34"/>
                  </a:lnTo>
                  <a:lnTo>
                    <a:pt x="121" y="33"/>
                  </a:lnTo>
                  <a:lnTo>
                    <a:pt x="124" y="32"/>
                  </a:lnTo>
                  <a:lnTo>
                    <a:pt x="127" y="31"/>
                  </a:lnTo>
                  <a:lnTo>
                    <a:pt x="130" y="30"/>
                  </a:lnTo>
                  <a:lnTo>
                    <a:pt x="132" y="29"/>
                  </a:lnTo>
                  <a:lnTo>
                    <a:pt x="135" y="29"/>
                  </a:lnTo>
                  <a:lnTo>
                    <a:pt x="138" y="28"/>
                  </a:lnTo>
                  <a:lnTo>
                    <a:pt x="140" y="27"/>
                  </a:lnTo>
                  <a:lnTo>
                    <a:pt x="143" y="27"/>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Freeform 27">
              <a:extLst>
                <a:ext uri="{FF2B5EF4-FFF2-40B4-BE49-F238E27FC236}">
                  <a16:creationId xmlns:a16="http://schemas.microsoft.com/office/drawing/2014/main" id="{771F779B-82D2-D212-A277-937906009914}"/>
                </a:ext>
              </a:extLst>
            </p:cNvPr>
            <p:cNvSpPr>
              <a:spLocks/>
            </p:cNvSpPr>
            <p:nvPr/>
          </p:nvSpPr>
          <p:spPr bwMode="gray">
            <a:xfrm>
              <a:off x="5070846" y="1862349"/>
              <a:ext cx="1012469" cy="714307"/>
            </a:xfrm>
            <a:custGeom>
              <a:avLst/>
              <a:gdLst>
                <a:gd name="T0" fmla="*/ 2147483647 w 395"/>
                <a:gd name="T1" fmla="*/ 2147483647 h 316"/>
                <a:gd name="T2" fmla="*/ 2147483647 w 395"/>
                <a:gd name="T3" fmla="*/ 2147483647 h 316"/>
                <a:gd name="T4" fmla="*/ 2147483647 w 395"/>
                <a:gd name="T5" fmla="*/ 2147483647 h 316"/>
                <a:gd name="T6" fmla="*/ 2147483647 w 395"/>
                <a:gd name="T7" fmla="*/ 2147483647 h 316"/>
                <a:gd name="T8" fmla="*/ 2147483647 w 395"/>
                <a:gd name="T9" fmla="*/ 2147483647 h 316"/>
                <a:gd name="T10" fmla="*/ 2147483647 w 395"/>
                <a:gd name="T11" fmla="*/ 2147483647 h 316"/>
                <a:gd name="T12" fmla="*/ 2147483647 w 395"/>
                <a:gd name="T13" fmla="*/ 2147483647 h 316"/>
                <a:gd name="T14" fmla="*/ 2147483647 w 395"/>
                <a:gd name="T15" fmla="*/ 2147483647 h 316"/>
                <a:gd name="T16" fmla="*/ 2147483647 w 395"/>
                <a:gd name="T17" fmla="*/ 2147483647 h 316"/>
                <a:gd name="T18" fmla="*/ 2147483647 w 395"/>
                <a:gd name="T19" fmla="*/ 2147483647 h 316"/>
                <a:gd name="T20" fmla="*/ 2147483647 w 395"/>
                <a:gd name="T21" fmla="*/ 2147483647 h 316"/>
                <a:gd name="T22" fmla="*/ 2147483647 w 395"/>
                <a:gd name="T23" fmla="*/ 2147483647 h 316"/>
                <a:gd name="T24" fmla="*/ 2147483647 w 395"/>
                <a:gd name="T25" fmla="*/ 2147483647 h 316"/>
                <a:gd name="T26" fmla="*/ 2147483647 w 395"/>
                <a:gd name="T27" fmla="*/ 2147483647 h 316"/>
                <a:gd name="T28" fmla="*/ 2147483647 w 395"/>
                <a:gd name="T29" fmla="*/ 2147483647 h 316"/>
                <a:gd name="T30" fmla="*/ 2147483647 w 395"/>
                <a:gd name="T31" fmla="*/ 2147483647 h 316"/>
                <a:gd name="T32" fmla="*/ 2147483647 w 395"/>
                <a:gd name="T33" fmla="*/ 2147483647 h 316"/>
                <a:gd name="T34" fmla="*/ 2147483647 w 395"/>
                <a:gd name="T35" fmla="*/ 2147483647 h 316"/>
                <a:gd name="T36" fmla="*/ 2147483647 w 395"/>
                <a:gd name="T37" fmla="*/ 2147483647 h 316"/>
                <a:gd name="T38" fmla="*/ 2147483647 w 395"/>
                <a:gd name="T39" fmla="*/ 2147483647 h 316"/>
                <a:gd name="T40" fmla="*/ 2147483647 w 395"/>
                <a:gd name="T41" fmla="*/ 2147483647 h 316"/>
                <a:gd name="T42" fmla="*/ 2147483647 w 395"/>
                <a:gd name="T43" fmla="*/ 2147483647 h 316"/>
                <a:gd name="T44" fmla="*/ 2147483647 w 395"/>
                <a:gd name="T45" fmla="*/ 2147483647 h 316"/>
                <a:gd name="T46" fmla="*/ 2147483647 w 395"/>
                <a:gd name="T47" fmla="*/ 2147483647 h 316"/>
                <a:gd name="T48" fmla="*/ 2147483647 w 395"/>
                <a:gd name="T49" fmla="*/ 2147483647 h 316"/>
                <a:gd name="T50" fmla="*/ 2147483647 w 395"/>
                <a:gd name="T51" fmla="*/ 2147483647 h 316"/>
                <a:gd name="T52" fmla="*/ 2147483647 w 395"/>
                <a:gd name="T53" fmla="*/ 2147483647 h 316"/>
                <a:gd name="T54" fmla="*/ 2147483647 w 395"/>
                <a:gd name="T55" fmla="*/ 2147483647 h 316"/>
                <a:gd name="T56" fmla="*/ 2147483647 w 395"/>
                <a:gd name="T57" fmla="*/ 2147483647 h 316"/>
                <a:gd name="T58" fmla="*/ 2147483647 w 395"/>
                <a:gd name="T59" fmla="*/ 2147483647 h 316"/>
                <a:gd name="T60" fmla="*/ 2147483647 w 395"/>
                <a:gd name="T61" fmla="*/ 2147483647 h 316"/>
                <a:gd name="T62" fmla="*/ 2147483647 w 395"/>
                <a:gd name="T63" fmla="*/ 2147483647 h 316"/>
                <a:gd name="T64" fmla="*/ 2147483647 w 395"/>
                <a:gd name="T65" fmla="*/ 2147483647 h 316"/>
                <a:gd name="T66" fmla="*/ 2147483647 w 395"/>
                <a:gd name="T67" fmla="*/ 2147483647 h 316"/>
                <a:gd name="T68" fmla="*/ 2147483647 w 395"/>
                <a:gd name="T69" fmla="*/ 2147483647 h 316"/>
                <a:gd name="T70" fmla="*/ 2147483647 w 395"/>
                <a:gd name="T71" fmla="*/ 2147483647 h 316"/>
                <a:gd name="T72" fmla="*/ 0 w 395"/>
                <a:gd name="T73" fmla="*/ 2147483647 h 316"/>
                <a:gd name="T74" fmla="*/ 0 w 395"/>
                <a:gd name="T75" fmla="*/ 2147483647 h 316"/>
                <a:gd name="T76" fmla="*/ 0 w 395"/>
                <a:gd name="T77" fmla="*/ 2147483647 h 316"/>
                <a:gd name="T78" fmla="*/ 0 w 395"/>
                <a:gd name="T79" fmla="*/ 2147483647 h 316"/>
                <a:gd name="T80" fmla="*/ 0 w 395"/>
                <a:gd name="T81" fmla="*/ 2147483647 h 316"/>
                <a:gd name="T82" fmla="*/ 2147483647 w 395"/>
                <a:gd name="T83" fmla="*/ 2147483647 h 316"/>
                <a:gd name="T84" fmla="*/ 2147483647 w 395"/>
                <a:gd name="T85" fmla="*/ 2147483647 h 316"/>
                <a:gd name="T86" fmla="*/ 2147483647 w 395"/>
                <a:gd name="T87" fmla="*/ 2147483647 h 316"/>
                <a:gd name="T88" fmla="*/ 2147483647 w 395"/>
                <a:gd name="T89" fmla="*/ 2147483647 h 316"/>
                <a:gd name="T90" fmla="*/ 2147483647 w 395"/>
                <a:gd name="T91" fmla="*/ 2147483647 h 316"/>
                <a:gd name="T92" fmla="*/ 2147483647 w 395"/>
                <a:gd name="T93" fmla="*/ 2147483647 h 316"/>
                <a:gd name="T94" fmla="*/ 2147483647 w 395"/>
                <a:gd name="T95" fmla="*/ 2147483647 h 316"/>
                <a:gd name="T96" fmla="*/ 2147483647 w 395"/>
                <a:gd name="T97" fmla="*/ 2147483647 h 316"/>
                <a:gd name="T98" fmla="*/ 2147483647 w 395"/>
                <a:gd name="T99" fmla="*/ 2147483647 h 316"/>
                <a:gd name="T100" fmla="*/ 2147483647 w 395"/>
                <a:gd name="T101" fmla="*/ 2147483647 h 316"/>
                <a:gd name="T102" fmla="*/ 2147483647 w 395"/>
                <a:gd name="T103" fmla="*/ 2147483647 h 316"/>
                <a:gd name="T104" fmla="*/ 2147483647 w 395"/>
                <a:gd name="T105" fmla="*/ 2147483647 h 316"/>
                <a:gd name="T106" fmla="*/ 2147483647 w 395"/>
                <a:gd name="T107" fmla="*/ 2147483647 h 316"/>
                <a:gd name="T108" fmla="*/ 2147483647 w 395"/>
                <a:gd name="T109" fmla="*/ 2147483647 h 3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95" h="316">
                  <a:moveTo>
                    <a:pt x="357" y="125"/>
                  </a:moveTo>
                  <a:lnTo>
                    <a:pt x="357" y="122"/>
                  </a:lnTo>
                  <a:lnTo>
                    <a:pt x="358" y="119"/>
                  </a:lnTo>
                  <a:lnTo>
                    <a:pt x="359" y="116"/>
                  </a:lnTo>
                  <a:lnTo>
                    <a:pt x="359" y="113"/>
                  </a:lnTo>
                  <a:lnTo>
                    <a:pt x="360" y="111"/>
                  </a:lnTo>
                  <a:lnTo>
                    <a:pt x="360" y="109"/>
                  </a:lnTo>
                  <a:lnTo>
                    <a:pt x="361" y="107"/>
                  </a:lnTo>
                  <a:lnTo>
                    <a:pt x="361" y="105"/>
                  </a:lnTo>
                  <a:lnTo>
                    <a:pt x="362" y="103"/>
                  </a:lnTo>
                  <a:lnTo>
                    <a:pt x="362" y="102"/>
                  </a:lnTo>
                  <a:lnTo>
                    <a:pt x="362" y="101"/>
                  </a:lnTo>
                  <a:lnTo>
                    <a:pt x="362" y="100"/>
                  </a:lnTo>
                  <a:lnTo>
                    <a:pt x="363" y="99"/>
                  </a:lnTo>
                  <a:lnTo>
                    <a:pt x="363" y="98"/>
                  </a:lnTo>
                  <a:lnTo>
                    <a:pt x="364" y="98"/>
                  </a:lnTo>
                  <a:lnTo>
                    <a:pt x="365" y="98"/>
                  </a:lnTo>
                  <a:lnTo>
                    <a:pt x="366" y="98"/>
                  </a:lnTo>
                  <a:lnTo>
                    <a:pt x="367" y="98"/>
                  </a:lnTo>
                  <a:lnTo>
                    <a:pt x="368" y="98"/>
                  </a:lnTo>
                  <a:lnTo>
                    <a:pt x="369" y="98"/>
                  </a:lnTo>
                  <a:lnTo>
                    <a:pt x="370" y="98"/>
                  </a:lnTo>
                  <a:lnTo>
                    <a:pt x="372" y="98"/>
                  </a:lnTo>
                  <a:lnTo>
                    <a:pt x="373" y="98"/>
                  </a:lnTo>
                  <a:lnTo>
                    <a:pt x="375" y="98"/>
                  </a:lnTo>
                  <a:lnTo>
                    <a:pt x="376" y="98"/>
                  </a:lnTo>
                  <a:lnTo>
                    <a:pt x="378" y="98"/>
                  </a:lnTo>
                  <a:lnTo>
                    <a:pt x="380" y="98"/>
                  </a:lnTo>
                  <a:lnTo>
                    <a:pt x="382" y="98"/>
                  </a:lnTo>
                  <a:lnTo>
                    <a:pt x="384" y="98"/>
                  </a:lnTo>
                  <a:lnTo>
                    <a:pt x="385" y="98"/>
                  </a:lnTo>
                  <a:lnTo>
                    <a:pt x="387" y="98"/>
                  </a:lnTo>
                  <a:lnTo>
                    <a:pt x="388" y="98"/>
                  </a:lnTo>
                  <a:lnTo>
                    <a:pt x="389" y="98"/>
                  </a:lnTo>
                  <a:lnTo>
                    <a:pt x="390" y="98"/>
                  </a:lnTo>
                  <a:lnTo>
                    <a:pt x="391" y="98"/>
                  </a:lnTo>
                  <a:lnTo>
                    <a:pt x="392" y="98"/>
                  </a:lnTo>
                  <a:lnTo>
                    <a:pt x="393" y="98"/>
                  </a:lnTo>
                  <a:lnTo>
                    <a:pt x="394" y="98"/>
                  </a:lnTo>
                  <a:lnTo>
                    <a:pt x="393" y="97"/>
                  </a:lnTo>
                  <a:lnTo>
                    <a:pt x="393" y="96"/>
                  </a:lnTo>
                  <a:lnTo>
                    <a:pt x="391" y="95"/>
                  </a:lnTo>
                  <a:lnTo>
                    <a:pt x="390" y="93"/>
                  </a:lnTo>
                  <a:lnTo>
                    <a:pt x="388" y="91"/>
                  </a:lnTo>
                  <a:lnTo>
                    <a:pt x="386" y="89"/>
                  </a:lnTo>
                  <a:lnTo>
                    <a:pt x="384" y="86"/>
                  </a:lnTo>
                  <a:lnTo>
                    <a:pt x="381" y="83"/>
                  </a:lnTo>
                  <a:lnTo>
                    <a:pt x="378" y="79"/>
                  </a:lnTo>
                  <a:lnTo>
                    <a:pt x="375" y="75"/>
                  </a:lnTo>
                  <a:lnTo>
                    <a:pt x="371" y="71"/>
                  </a:lnTo>
                  <a:lnTo>
                    <a:pt x="367" y="66"/>
                  </a:lnTo>
                  <a:lnTo>
                    <a:pt x="363" y="61"/>
                  </a:lnTo>
                  <a:lnTo>
                    <a:pt x="358" y="55"/>
                  </a:lnTo>
                  <a:lnTo>
                    <a:pt x="353" y="49"/>
                  </a:lnTo>
                  <a:lnTo>
                    <a:pt x="348" y="43"/>
                  </a:lnTo>
                  <a:lnTo>
                    <a:pt x="344" y="38"/>
                  </a:lnTo>
                  <a:lnTo>
                    <a:pt x="340" y="33"/>
                  </a:lnTo>
                  <a:lnTo>
                    <a:pt x="336" y="28"/>
                  </a:lnTo>
                  <a:lnTo>
                    <a:pt x="332" y="23"/>
                  </a:lnTo>
                  <a:lnTo>
                    <a:pt x="329" y="19"/>
                  </a:lnTo>
                  <a:lnTo>
                    <a:pt x="326" y="16"/>
                  </a:lnTo>
                  <a:lnTo>
                    <a:pt x="323" y="12"/>
                  </a:lnTo>
                  <a:lnTo>
                    <a:pt x="321" y="10"/>
                  </a:lnTo>
                  <a:lnTo>
                    <a:pt x="318" y="7"/>
                  </a:lnTo>
                  <a:lnTo>
                    <a:pt x="317" y="5"/>
                  </a:lnTo>
                  <a:lnTo>
                    <a:pt x="315" y="3"/>
                  </a:lnTo>
                  <a:lnTo>
                    <a:pt x="314" y="2"/>
                  </a:lnTo>
                  <a:lnTo>
                    <a:pt x="313" y="1"/>
                  </a:lnTo>
                  <a:lnTo>
                    <a:pt x="313" y="0"/>
                  </a:lnTo>
                  <a:lnTo>
                    <a:pt x="312" y="1"/>
                  </a:lnTo>
                  <a:lnTo>
                    <a:pt x="311" y="2"/>
                  </a:lnTo>
                  <a:lnTo>
                    <a:pt x="310" y="3"/>
                  </a:lnTo>
                  <a:lnTo>
                    <a:pt x="309" y="5"/>
                  </a:lnTo>
                  <a:lnTo>
                    <a:pt x="307" y="7"/>
                  </a:lnTo>
                  <a:lnTo>
                    <a:pt x="305" y="10"/>
                  </a:lnTo>
                  <a:lnTo>
                    <a:pt x="303" y="12"/>
                  </a:lnTo>
                  <a:lnTo>
                    <a:pt x="300" y="16"/>
                  </a:lnTo>
                  <a:lnTo>
                    <a:pt x="297" y="19"/>
                  </a:lnTo>
                  <a:lnTo>
                    <a:pt x="294" y="23"/>
                  </a:lnTo>
                  <a:lnTo>
                    <a:pt x="290" y="28"/>
                  </a:lnTo>
                  <a:lnTo>
                    <a:pt x="286" y="33"/>
                  </a:lnTo>
                  <a:lnTo>
                    <a:pt x="282" y="38"/>
                  </a:lnTo>
                  <a:lnTo>
                    <a:pt x="277" y="43"/>
                  </a:lnTo>
                  <a:lnTo>
                    <a:pt x="272" y="49"/>
                  </a:lnTo>
                  <a:lnTo>
                    <a:pt x="267" y="55"/>
                  </a:lnTo>
                  <a:lnTo>
                    <a:pt x="263" y="61"/>
                  </a:lnTo>
                  <a:lnTo>
                    <a:pt x="258" y="66"/>
                  </a:lnTo>
                  <a:lnTo>
                    <a:pt x="254" y="71"/>
                  </a:lnTo>
                  <a:lnTo>
                    <a:pt x="251" y="75"/>
                  </a:lnTo>
                  <a:lnTo>
                    <a:pt x="247" y="79"/>
                  </a:lnTo>
                  <a:lnTo>
                    <a:pt x="244" y="83"/>
                  </a:lnTo>
                  <a:lnTo>
                    <a:pt x="242" y="86"/>
                  </a:lnTo>
                  <a:lnTo>
                    <a:pt x="239" y="89"/>
                  </a:lnTo>
                  <a:lnTo>
                    <a:pt x="237" y="91"/>
                  </a:lnTo>
                  <a:lnTo>
                    <a:pt x="235" y="93"/>
                  </a:lnTo>
                  <a:lnTo>
                    <a:pt x="234" y="95"/>
                  </a:lnTo>
                  <a:lnTo>
                    <a:pt x="233" y="96"/>
                  </a:lnTo>
                  <a:lnTo>
                    <a:pt x="232" y="97"/>
                  </a:lnTo>
                  <a:lnTo>
                    <a:pt x="232" y="98"/>
                  </a:lnTo>
                  <a:lnTo>
                    <a:pt x="233" y="98"/>
                  </a:lnTo>
                  <a:lnTo>
                    <a:pt x="234" y="98"/>
                  </a:lnTo>
                  <a:lnTo>
                    <a:pt x="235" y="98"/>
                  </a:lnTo>
                  <a:lnTo>
                    <a:pt x="236" y="98"/>
                  </a:lnTo>
                  <a:lnTo>
                    <a:pt x="237" y="98"/>
                  </a:lnTo>
                  <a:lnTo>
                    <a:pt x="239" y="98"/>
                  </a:lnTo>
                  <a:lnTo>
                    <a:pt x="240" y="98"/>
                  </a:lnTo>
                  <a:lnTo>
                    <a:pt x="242" y="98"/>
                  </a:lnTo>
                  <a:lnTo>
                    <a:pt x="244" y="98"/>
                  </a:lnTo>
                  <a:lnTo>
                    <a:pt x="246" y="98"/>
                  </a:lnTo>
                  <a:lnTo>
                    <a:pt x="248" y="98"/>
                  </a:lnTo>
                  <a:lnTo>
                    <a:pt x="250" y="98"/>
                  </a:lnTo>
                  <a:lnTo>
                    <a:pt x="253" y="98"/>
                  </a:lnTo>
                  <a:lnTo>
                    <a:pt x="255" y="98"/>
                  </a:lnTo>
                  <a:lnTo>
                    <a:pt x="257" y="98"/>
                  </a:lnTo>
                  <a:lnTo>
                    <a:pt x="258" y="98"/>
                  </a:lnTo>
                  <a:lnTo>
                    <a:pt x="260" y="98"/>
                  </a:lnTo>
                  <a:lnTo>
                    <a:pt x="262" y="98"/>
                  </a:lnTo>
                  <a:lnTo>
                    <a:pt x="263" y="98"/>
                  </a:lnTo>
                  <a:lnTo>
                    <a:pt x="264" y="98"/>
                  </a:lnTo>
                  <a:lnTo>
                    <a:pt x="265" y="98"/>
                  </a:lnTo>
                  <a:lnTo>
                    <a:pt x="266" y="98"/>
                  </a:lnTo>
                  <a:lnTo>
                    <a:pt x="267" y="98"/>
                  </a:lnTo>
                  <a:lnTo>
                    <a:pt x="268" y="98"/>
                  </a:lnTo>
                  <a:lnTo>
                    <a:pt x="269" y="98"/>
                  </a:lnTo>
                  <a:lnTo>
                    <a:pt x="269" y="99"/>
                  </a:lnTo>
                  <a:lnTo>
                    <a:pt x="269" y="100"/>
                  </a:lnTo>
                  <a:lnTo>
                    <a:pt x="269" y="101"/>
                  </a:lnTo>
                  <a:lnTo>
                    <a:pt x="268" y="102"/>
                  </a:lnTo>
                  <a:lnTo>
                    <a:pt x="268" y="103"/>
                  </a:lnTo>
                  <a:lnTo>
                    <a:pt x="268" y="105"/>
                  </a:lnTo>
                  <a:lnTo>
                    <a:pt x="268" y="106"/>
                  </a:lnTo>
                  <a:lnTo>
                    <a:pt x="268" y="108"/>
                  </a:lnTo>
                  <a:lnTo>
                    <a:pt x="267" y="110"/>
                  </a:lnTo>
                  <a:lnTo>
                    <a:pt x="267" y="112"/>
                  </a:lnTo>
                  <a:lnTo>
                    <a:pt x="267" y="115"/>
                  </a:lnTo>
                  <a:lnTo>
                    <a:pt x="266" y="117"/>
                  </a:lnTo>
                  <a:lnTo>
                    <a:pt x="266" y="120"/>
                  </a:lnTo>
                  <a:lnTo>
                    <a:pt x="265" y="122"/>
                  </a:lnTo>
                  <a:lnTo>
                    <a:pt x="265" y="125"/>
                  </a:lnTo>
                  <a:lnTo>
                    <a:pt x="265" y="128"/>
                  </a:lnTo>
                  <a:lnTo>
                    <a:pt x="264" y="131"/>
                  </a:lnTo>
                  <a:lnTo>
                    <a:pt x="264" y="133"/>
                  </a:lnTo>
                  <a:lnTo>
                    <a:pt x="263" y="136"/>
                  </a:lnTo>
                  <a:lnTo>
                    <a:pt x="263" y="139"/>
                  </a:lnTo>
                  <a:lnTo>
                    <a:pt x="262" y="141"/>
                  </a:lnTo>
                  <a:lnTo>
                    <a:pt x="261" y="144"/>
                  </a:lnTo>
                  <a:lnTo>
                    <a:pt x="261" y="147"/>
                  </a:lnTo>
                  <a:lnTo>
                    <a:pt x="260" y="150"/>
                  </a:lnTo>
                  <a:lnTo>
                    <a:pt x="259" y="152"/>
                  </a:lnTo>
                  <a:lnTo>
                    <a:pt x="259" y="155"/>
                  </a:lnTo>
                  <a:lnTo>
                    <a:pt x="258" y="158"/>
                  </a:lnTo>
                  <a:lnTo>
                    <a:pt x="257" y="160"/>
                  </a:lnTo>
                  <a:lnTo>
                    <a:pt x="257" y="163"/>
                  </a:lnTo>
                  <a:lnTo>
                    <a:pt x="256" y="166"/>
                  </a:lnTo>
                  <a:lnTo>
                    <a:pt x="255" y="169"/>
                  </a:lnTo>
                  <a:lnTo>
                    <a:pt x="254" y="171"/>
                  </a:lnTo>
                  <a:lnTo>
                    <a:pt x="253" y="174"/>
                  </a:lnTo>
                  <a:lnTo>
                    <a:pt x="252" y="177"/>
                  </a:lnTo>
                  <a:lnTo>
                    <a:pt x="250" y="179"/>
                  </a:lnTo>
                  <a:lnTo>
                    <a:pt x="249" y="182"/>
                  </a:lnTo>
                  <a:lnTo>
                    <a:pt x="248" y="185"/>
                  </a:lnTo>
                  <a:lnTo>
                    <a:pt x="247" y="188"/>
                  </a:lnTo>
                  <a:lnTo>
                    <a:pt x="245" y="190"/>
                  </a:lnTo>
                  <a:lnTo>
                    <a:pt x="243" y="193"/>
                  </a:lnTo>
                  <a:lnTo>
                    <a:pt x="242" y="196"/>
                  </a:lnTo>
                  <a:lnTo>
                    <a:pt x="240" y="198"/>
                  </a:lnTo>
                  <a:lnTo>
                    <a:pt x="238" y="201"/>
                  </a:lnTo>
                  <a:lnTo>
                    <a:pt x="237" y="204"/>
                  </a:lnTo>
                  <a:lnTo>
                    <a:pt x="235" y="207"/>
                  </a:lnTo>
                  <a:lnTo>
                    <a:pt x="233" y="209"/>
                  </a:lnTo>
                  <a:lnTo>
                    <a:pt x="230" y="212"/>
                  </a:lnTo>
                  <a:lnTo>
                    <a:pt x="228" y="215"/>
                  </a:lnTo>
                  <a:lnTo>
                    <a:pt x="226" y="217"/>
                  </a:lnTo>
                  <a:lnTo>
                    <a:pt x="223" y="220"/>
                  </a:lnTo>
                  <a:lnTo>
                    <a:pt x="220" y="223"/>
                  </a:lnTo>
                  <a:lnTo>
                    <a:pt x="217" y="226"/>
                  </a:lnTo>
                  <a:lnTo>
                    <a:pt x="214" y="228"/>
                  </a:lnTo>
                  <a:lnTo>
                    <a:pt x="211" y="231"/>
                  </a:lnTo>
                  <a:lnTo>
                    <a:pt x="208" y="234"/>
                  </a:lnTo>
                  <a:lnTo>
                    <a:pt x="204" y="236"/>
                  </a:lnTo>
                  <a:lnTo>
                    <a:pt x="201" y="239"/>
                  </a:lnTo>
                  <a:lnTo>
                    <a:pt x="197" y="242"/>
                  </a:lnTo>
                  <a:lnTo>
                    <a:pt x="193" y="245"/>
                  </a:lnTo>
                  <a:lnTo>
                    <a:pt x="189" y="247"/>
                  </a:lnTo>
                  <a:lnTo>
                    <a:pt x="185" y="250"/>
                  </a:lnTo>
                  <a:lnTo>
                    <a:pt x="180" y="253"/>
                  </a:lnTo>
                  <a:lnTo>
                    <a:pt x="176" y="255"/>
                  </a:lnTo>
                  <a:lnTo>
                    <a:pt x="172" y="258"/>
                  </a:lnTo>
                  <a:lnTo>
                    <a:pt x="167" y="261"/>
                  </a:lnTo>
                  <a:lnTo>
                    <a:pt x="163" y="263"/>
                  </a:lnTo>
                  <a:lnTo>
                    <a:pt x="158" y="266"/>
                  </a:lnTo>
                  <a:lnTo>
                    <a:pt x="154" y="268"/>
                  </a:lnTo>
                  <a:lnTo>
                    <a:pt x="149" y="270"/>
                  </a:lnTo>
                  <a:lnTo>
                    <a:pt x="145" y="273"/>
                  </a:lnTo>
                  <a:lnTo>
                    <a:pt x="140" y="275"/>
                  </a:lnTo>
                  <a:lnTo>
                    <a:pt x="136" y="277"/>
                  </a:lnTo>
                  <a:lnTo>
                    <a:pt x="131" y="280"/>
                  </a:lnTo>
                  <a:lnTo>
                    <a:pt x="127" y="282"/>
                  </a:lnTo>
                  <a:lnTo>
                    <a:pt x="122" y="284"/>
                  </a:lnTo>
                  <a:lnTo>
                    <a:pt x="117" y="286"/>
                  </a:lnTo>
                  <a:lnTo>
                    <a:pt x="113" y="288"/>
                  </a:lnTo>
                  <a:lnTo>
                    <a:pt x="108" y="290"/>
                  </a:lnTo>
                  <a:lnTo>
                    <a:pt x="103" y="292"/>
                  </a:lnTo>
                  <a:lnTo>
                    <a:pt x="99" y="294"/>
                  </a:lnTo>
                  <a:lnTo>
                    <a:pt x="94" y="295"/>
                  </a:lnTo>
                  <a:lnTo>
                    <a:pt x="89" y="297"/>
                  </a:lnTo>
                  <a:lnTo>
                    <a:pt x="85" y="298"/>
                  </a:lnTo>
                  <a:lnTo>
                    <a:pt x="80" y="299"/>
                  </a:lnTo>
                  <a:lnTo>
                    <a:pt x="75" y="300"/>
                  </a:lnTo>
                  <a:lnTo>
                    <a:pt x="71" y="301"/>
                  </a:lnTo>
                  <a:lnTo>
                    <a:pt x="66" y="302"/>
                  </a:lnTo>
                  <a:lnTo>
                    <a:pt x="61" y="303"/>
                  </a:lnTo>
                  <a:lnTo>
                    <a:pt x="57" y="303"/>
                  </a:lnTo>
                  <a:lnTo>
                    <a:pt x="52" y="304"/>
                  </a:lnTo>
                  <a:lnTo>
                    <a:pt x="47" y="304"/>
                  </a:lnTo>
                  <a:lnTo>
                    <a:pt x="42" y="304"/>
                  </a:lnTo>
                  <a:lnTo>
                    <a:pt x="38" y="304"/>
                  </a:lnTo>
                  <a:lnTo>
                    <a:pt x="33" y="304"/>
                  </a:lnTo>
                  <a:lnTo>
                    <a:pt x="29" y="304"/>
                  </a:lnTo>
                  <a:lnTo>
                    <a:pt x="25" y="304"/>
                  </a:lnTo>
                  <a:lnTo>
                    <a:pt x="21" y="304"/>
                  </a:lnTo>
                  <a:lnTo>
                    <a:pt x="18" y="304"/>
                  </a:lnTo>
                  <a:lnTo>
                    <a:pt x="15" y="304"/>
                  </a:lnTo>
                  <a:lnTo>
                    <a:pt x="12" y="304"/>
                  </a:lnTo>
                  <a:lnTo>
                    <a:pt x="10" y="304"/>
                  </a:lnTo>
                  <a:lnTo>
                    <a:pt x="7" y="304"/>
                  </a:lnTo>
                  <a:lnTo>
                    <a:pt x="6" y="304"/>
                  </a:lnTo>
                  <a:lnTo>
                    <a:pt x="4" y="304"/>
                  </a:lnTo>
                  <a:lnTo>
                    <a:pt x="3" y="304"/>
                  </a:lnTo>
                  <a:lnTo>
                    <a:pt x="2" y="304"/>
                  </a:lnTo>
                  <a:lnTo>
                    <a:pt x="1" y="304"/>
                  </a:lnTo>
                  <a:lnTo>
                    <a:pt x="0" y="304"/>
                  </a:lnTo>
                  <a:lnTo>
                    <a:pt x="0" y="305"/>
                  </a:lnTo>
                  <a:lnTo>
                    <a:pt x="0" y="306"/>
                  </a:lnTo>
                  <a:lnTo>
                    <a:pt x="0" y="307"/>
                  </a:lnTo>
                  <a:lnTo>
                    <a:pt x="0" y="308"/>
                  </a:lnTo>
                  <a:lnTo>
                    <a:pt x="0" y="309"/>
                  </a:lnTo>
                  <a:lnTo>
                    <a:pt x="0" y="310"/>
                  </a:lnTo>
                  <a:lnTo>
                    <a:pt x="0" y="311"/>
                  </a:lnTo>
                  <a:lnTo>
                    <a:pt x="0" y="312"/>
                  </a:lnTo>
                  <a:lnTo>
                    <a:pt x="0" y="313"/>
                  </a:lnTo>
                  <a:lnTo>
                    <a:pt x="0" y="314"/>
                  </a:lnTo>
                  <a:lnTo>
                    <a:pt x="0" y="315"/>
                  </a:lnTo>
                  <a:lnTo>
                    <a:pt x="1" y="315"/>
                  </a:lnTo>
                  <a:lnTo>
                    <a:pt x="2" y="315"/>
                  </a:lnTo>
                  <a:lnTo>
                    <a:pt x="3" y="315"/>
                  </a:lnTo>
                  <a:lnTo>
                    <a:pt x="4" y="315"/>
                  </a:lnTo>
                  <a:lnTo>
                    <a:pt x="6" y="315"/>
                  </a:lnTo>
                  <a:lnTo>
                    <a:pt x="8" y="315"/>
                  </a:lnTo>
                  <a:lnTo>
                    <a:pt x="10" y="315"/>
                  </a:lnTo>
                  <a:lnTo>
                    <a:pt x="13" y="315"/>
                  </a:lnTo>
                  <a:lnTo>
                    <a:pt x="16" y="315"/>
                  </a:lnTo>
                  <a:lnTo>
                    <a:pt x="19" y="315"/>
                  </a:lnTo>
                  <a:lnTo>
                    <a:pt x="23" y="315"/>
                  </a:lnTo>
                  <a:lnTo>
                    <a:pt x="27" y="315"/>
                  </a:lnTo>
                  <a:lnTo>
                    <a:pt x="31" y="315"/>
                  </a:lnTo>
                  <a:lnTo>
                    <a:pt x="36" y="315"/>
                  </a:lnTo>
                  <a:lnTo>
                    <a:pt x="41" y="315"/>
                  </a:lnTo>
                  <a:lnTo>
                    <a:pt x="46" y="315"/>
                  </a:lnTo>
                  <a:lnTo>
                    <a:pt x="51" y="315"/>
                  </a:lnTo>
                  <a:lnTo>
                    <a:pt x="56" y="315"/>
                  </a:lnTo>
                  <a:lnTo>
                    <a:pt x="61" y="315"/>
                  </a:lnTo>
                  <a:lnTo>
                    <a:pt x="66" y="315"/>
                  </a:lnTo>
                  <a:lnTo>
                    <a:pt x="71" y="314"/>
                  </a:lnTo>
                  <a:lnTo>
                    <a:pt x="76" y="314"/>
                  </a:lnTo>
                  <a:lnTo>
                    <a:pt x="81" y="314"/>
                  </a:lnTo>
                  <a:lnTo>
                    <a:pt x="86" y="314"/>
                  </a:lnTo>
                  <a:lnTo>
                    <a:pt x="90" y="313"/>
                  </a:lnTo>
                  <a:lnTo>
                    <a:pt x="95" y="313"/>
                  </a:lnTo>
                  <a:lnTo>
                    <a:pt x="100" y="312"/>
                  </a:lnTo>
                  <a:lnTo>
                    <a:pt x="105" y="312"/>
                  </a:lnTo>
                  <a:lnTo>
                    <a:pt x="110" y="311"/>
                  </a:lnTo>
                  <a:lnTo>
                    <a:pt x="114" y="310"/>
                  </a:lnTo>
                  <a:lnTo>
                    <a:pt x="119" y="310"/>
                  </a:lnTo>
                  <a:lnTo>
                    <a:pt x="124" y="309"/>
                  </a:lnTo>
                  <a:lnTo>
                    <a:pt x="128" y="308"/>
                  </a:lnTo>
                  <a:lnTo>
                    <a:pt x="133" y="307"/>
                  </a:lnTo>
                  <a:lnTo>
                    <a:pt x="138" y="306"/>
                  </a:lnTo>
                  <a:lnTo>
                    <a:pt x="142" y="305"/>
                  </a:lnTo>
                  <a:lnTo>
                    <a:pt x="147" y="304"/>
                  </a:lnTo>
                  <a:lnTo>
                    <a:pt x="152" y="303"/>
                  </a:lnTo>
                  <a:lnTo>
                    <a:pt x="157" y="302"/>
                  </a:lnTo>
                  <a:lnTo>
                    <a:pt x="161" y="300"/>
                  </a:lnTo>
                  <a:lnTo>
                    <a:pt x="166" y="299"/>
                  </a:lnTo>
                  <a:lnTo>
                    <a:pt x="171" y="297"/>
                  </a:lnTo>
                  <a:lnTo>
                    <a:pt x="175" y="296"/>
                  </a:lnTo>
                  <a:lnTo>
                    <a:pt x="180" y="294"/>
                  </a:lnTo>
                  <a:lnTo>
                    <a:pt x="185" y="292"/>
                  </a:lnTo>
                  <a:lnTo>
                    <a:pt x="189" y="290"/>
                  </a:lnTo>
                  <a:lnTo>
                    <a:pt x="194" y="288"/>
                  </a:lnTo>
                  <a:lnTo>
                    <a:pt x="199" y="286"/>
                  </a:lnTo>
                  <a:lnTo>
                    <a:pt x="203" y="284"/>
                  </a:lnTo>
                  <a:lnTo>
                    <a:pt x="208" y="282"/>
                  </a:lnTo>
                  <a:lnTo>
                    <a:pt x="213" y="279"/>
                  </a:lnTo>
                  <a:lnTo>
                    <a:pt x="218" y="277"/>
                  </a:lnTo>
                  <a:lnTo>
                    <a:pt x="223" y="274"/>
                  </a:lnTo>
                  <a:lnTo>
                    <a:pt x="227" y="272"/>
                  </a:lnTo>
                  <a:lnTo>
                    <a:pt x="232" y="269"/>
                  </a:lnTo>
                  <a:lnTo>
                    <a:pt x="237" y="266"/>
                  </a:lnTo>
                  <a:lnTo>
                    <a:pt x="242" y="263"/>
                  </a:lnTo>
                  <a:lnTo>
                    <a:pt x="247" y="261"/>
                  </a:lnTo>
                  <a:lnTo>
                    <a:pt x="252" y="258"/>
                  </a:lnTo>
                  <a:lnTo>
                    <a:pt x="257" y="254"/>
                  </a:lnTo>
                  <a:lnTo>
                    <a:pt x="262" y="251"/>
                  </a:lnTo>
                  <a:lnTo>
                    <a:pt x="267" y="248"/>
                  </a:lnTo>
                  <a:lnTo>
                    <a:pt x="272" y="245"/>
                  </a:lnTo>
                  <a:lnTo>
                    <a:pt x="277" y="241"/>
                  </a:lnTo>
                  <a:lnTo>
                    <a:pt x="282" y="238"/>
                  </a:lnTo>
                  <a:lnTo>
                    <a:pt x="287" y="234"/>
                  </a:lnTo>
                  <a:lnTo>
                    <a:pt x="291" y="231"/>
                  </a:lnTo>
                  <a:lnTo>
                    <a:pt x="295" y="227"/>
                  </a:lnTo>
                  <a:lnTo>
                    <a:pt x="300" y="224"/>
                  </a:lnTo>
                  <a:lnTo>
                    <a:pt x="303" y="220"/>
                  </a:lnTo>
                  <a:lnTo>
                    <a:pt x="307" y="216"/>
                  </a:lnTo>
                  <a:lnTo>
                    <a:pt x="311" y="212"/>
                  </a:lnTo>
                  <a:lnTo>
                    <a:pt x="314" y="209"/>
                  </a:lnTo>
                  <a:lnTo>
                    <a:pt x="318" y="205"/>
                  </a:lnTo>
                  <a:lnTo>
                    <a:pt x="321" y="201"/>
                  </a:lnTo>
                  <a:lnTo>
                    <a:pt x="324" y="197"/>
                  </a:lnTo>
                  <a:lnTo>
                    <a:pt x="326" y="193"/>
                  </a:lnTo>
                  <a:lnTo>
                    <a:pt x="329" y="189"/>
                  </a:lnTo>
                  <a:lnTo>
                    <a:pt x="332" y="185"/>
                  </a:lnTo>
                  <a:lnTo>
                    <a:pt x="334" y="181"/>
                  </a:lnTo>
                  <a:lnTo>
                    <a:pt x="336" y="177"/>
                  </a:lnTo>
                  <a:lnTo>
                    <a:pt x="338" y="173"/>
                  </a:lnTo>
                  <a:lnTo>
                    <a:pt x="340" y="169"/>
                  </a:lnTo>
                  <a:lnTo>
                    <a:pt x="342" y="165"/>
                  </a:lnTo>
                  <a:lnTo>
                    <a:pt x="344" y="161"/>
                  </a:lnTo>
                  <a:lnTo>
                    <a:pt x="346" y="157"/>
                  </a:lnTo>
                  <a:lnTo>
                    <a:pt x="347" y="154"/>
                  </a:lnTo>
                  <a:lnTo>
                    <a:pt x="349" y="150"/>
                  </a:lnTo>
                  <a:lnTo>
                    <a:pt x="350" y="146"/>
                  </a:lnTo>
                  <a:lnTo>
                    <a:pt x="351" y="143"/>
                  </a:lnTo>
                  <a:lnTo>
                    <a:pt x="353" y="139"/>
                  </a:lnTo>
                  <a:lnTo>
                    <a:pt x="354" y="136"/>
                  </a:lnTo>
                  <a:lnTo>
                    <a:pt x="355" y="132"/>
                  </a:lnTo>
                  <a:lnTo>
                    <a:pt x="356" y="129"/>
                  </a:lnTo>
                  <a:lnTo>
                    <a:pt x="357" y="125"/>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4" name="Text Box 28">
              <a:extLst>
                <a:ext uri="{FF2B5EF4-FFF2-40B4-BE49-F238E27FC236}">
                  <a16:creationId xmlns:a16="http://schemas.microsoft.com/office/drawing/2014/main" id="{0029FC7F-777B-64B2-FBA3-9899FDC94866}"/>
                </a:ext>
              </a:extLst>
            </p:cNvPr>
            <p:cNvSpPr txBox="1">
              <a:spLocks noChangeArrowheads="1"/>
            </p:cNvSpPr>
            <p:nvPr/>
          </p:nvSpPr>
          <p:spPr bwMode="gray">
            <a:xfrm>
              <a:off x="4605369" y="1272457"/>
              <a:ext cx="1945572" cy="486928"/>
            </a:xfrm>
            <a:prstGeom prst="rect">
              <a:avLst/>
            </a:prstGeom>
            <a:noFill/>
            <a:ln>
              <a:noFill/>
            </a:ln>
            <a:effectLst/>
            <a:extLst>
              <a:ext uri="{909E8E84-426E-40DD-AFC4-6F175D3DCCD1}">
                <a14:hiddenFill xmlns:a14="http://schemas.microsoft.com/office/drawing/2010/main">
                  <a:solidFill>
                    <a:schemeClr val="hlink"/>
                  </a:solidFill>
                </a14:hiddenFill>
              </a:ext>
              <a:ext uri="{91240B29-F687-4F45-9708-019B960494DF}">
                <a14:hiddenLine xmlns:a14="http://schemas.microsoft.com/office/drawing/2010/main" w="63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nchorCtr="1"/>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algn="ct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Rejected ideas</a:t>
              </a:r>
            </a:p>
          </p:txBody>
        </p:sp>
        <p:sp>
          <p:nvSpPr>
            <p:cNvPr id="45" name="Text Box 29">
              <a:extLst>
                <a:ext uri="{FF2B5EF4-FFF2-40B4-BE49-F238E27FC236}">
                  <a16:creationId xmlns:a16="http://schemas.microsoft.com/office/drawing/2014/main" id="{5AC46C79-31C5-B4BE-21B2-28244742F727}"/>
                </a:ext>
              </a:extLst>
            </p:cNvPr>
            <p:cNvSpPr txBox="1">
              <a:spLocks noChangeArrowheads="1"/>
            </p:cNvSpPr>
            <p:nvPr/>
          </p:nvSpPr>
          <p:spPr bwMode="gray">
            <a:xfrm>
              <a:off x="4710475" y="5843584"/>
              <a:ext cx="1945573" cy="486929"/>
            </a:xfrm>
            <a:prstGeom prst="rect">
              <a:avLst/>
            </a:prstGeom>
            <a:noFill/>
            <a:ln>
              <a:noFill/>
            </a:ln>
            <a:effectLst/>
            <a:extLst>
              <a:ext uri="{909E8E84-426E-40DD-AFC4-6F175D3DCCD1}">
                <a14:hiddenFill xmlns:a14="http://schemas.microsoft.com/office/drawing/2010/main">
                  <a:solidFill>
                    <a:schemeClr val="hlink"/>
                  </a:solidFill>
                </a14:hiddenFill>
              </a:ext>
              <a:ext uri="{91240B29-F687-4F45-9708-019B960494DF}">
                <a14:hiddenLine xmlns:a14="http://schemas.microsoft.com/office/drawing/2010/main" w="63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nchorCtr="1"/>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algn="ct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Ideas put on hold</a:t>
              </a:r>
            </a:p>
          </p:txBody>
        </p:sp>
        <p:sp>
          <p:nvSpPr>
            <p:cNvPr id="47" name="Text Box 30">
              <a:extLst>
                <a:ext uri="{FF2B5EF4-FFF2-40B4-BE49-F238E27FC236}">
                  <a16:creationId xmlns:a16="http://schemas.microsoft.com/office/drawing/2014/main" id="{BB9E1BBC-363A-6FA8-18D3-677176B0AB98}"/>
                </a:ext>
              </a:extLst>
            </p:cNvPr>
            <p:cNvSpPr txBox="1">
              <a:spLocks noChangeArrowheads="1"/>
            </p:cNvSpPr>
            <p:nvPr/>
          </p:nvSpPr>
          <p:spPr bwMode="gray">
            <a:xfrm>
              <a:off x="7492621" y="4934077"/>
              <a:ext cx="2016360" cy="1387855"/>
            </a:xfrm>
            <a:prstGeom prst="rect">
              <a:avLst/>
            </a:prstGeom>
            <a:noFill/>
            <a:ln>
              <a:noFill/>
            </a:ln>
            <a:effectLst/>
            <a:extLst>
              <a:ext uri="{909E8E84-426E-40DD-AFC4-6F175D3DCCD1}">
                <a14:hiddenFill xmlns:a14="http://schemas.microsoft.com/office/drawing/2010/main">
                  <a:solidFill>
                    <a:schemeClr val="hlink"/>
                  </a:solidFill>
                </a14:hiddenFill>
              </a:ext>
              <a:ext uri="{91240B29-F687-4F45-9708-019B960494DF}">
                <a14:hiddenLine xmlns:a14="http://schemas.microsoft.com/office/drawing/2010/main" w="63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6200" tIns="76200" rIns="76200" bIns="7620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algn="ct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New input</a:t>
              </a:r>
              <a:br>
                <a:rPr lang="en-US" sz="1333">
                  <a:solidFill>
                    <a:srgbClr val="1E344D"/>
                  </a:solidFill>
                  <a:latin typeface="Alibaba PuHuiTi Medium" pitchFamily="18" charset="-122"/>
                  <a:ea typeface="Alibaba PuHuiTi Medium" pitchFamily="18" charset="-122"/>
                  <a:cs typeface="Alibaba PuHuiTi Medium" pitchFamily="18" charset="-122"/>
                </a:rPr>
              </a:br>
              <a:r>
                <a:rPr lang="en-US" sz="1333">
                  <a:solidFill>
                    <a:srgbClr val="1E344D"/>
                  </a:solidFill>
                  <a:latin typeface="Alibaba PuHuiTi Medium" pitchFamily="18" charset="-122"/>
                  <a:ea typeface="Alibaba PuHuiTi Medium" pitchFamily="18" charset="-122"/>
                  <a:cs typeface="Alibaba PuHuiTi Medium" pitchFamily="18" charset="-122"/>
                </a:rPr>
                <a:t>(market spot-checks and preliminary feasibility)</a:t>
              </a:r>
            </a:p>
          </p:txBody>
        </p:sp>
        <p:sp>
          <p:nvSpPr>
            <p:cNvPr id="48" name="Freeform 31">
              <a:extLst>
                <a:ext uri="{FF2B5EF4-FFF2-40B4-BE49-F238E27FC236}">
                  <a16:creationId xmlns:a16="http://schemas.microsoft.com/office/drawing/2014/main" id="{D192A465-14E6-77A7-FF5F-D21A2F290645}"/>
                </a:ext>
              </a:extLst>
            </p:cNvPr>
            <p:cNvSpPr>
              <a:spLocks/>
            </p:cNvSpPr>
            <p:nvPr/>
          </p:nvSpPr>
          <p:spPr bwMode="gray">
            <a:xfrm>
              <a:off x="3963994" y="5508954"/>
              <a:ext cx="607053" cy="624213"/>
            </a:xfrm>
            <a:custGeom>
              <a:avLst/>
              <a:gdLst>
                <a:gd name="T0" fmla="*/ 2147483647 w 237"/>
                <a:gd name="T1" fmla="*/ 2147483647 h 276"/>
                <a:gd name="T2" fmla="*/ 2147483647 w 237"/>
                <a:gd name="T3" fmla="*/ 2147483647 h 276"/>
                <a:gd name="T4" fmla="*/ 2147483647 w 237"/>
                <a:gd name="T5" fmla="*/ 2147483647 h 276"/>
                <a:gd name="T6" fmla="*/ 2147483647 w 237"/>
                <a:gd name="T7" fmla="*/ 2147483647 h 276"/>
                <a:gd name="T8" fmla="*/ 2147483647 w 237"/>
                <a:gd name="T9" fmla="*/ 2147483647 h 276"/>
                <a:gd name="T10" fmla="*/ 2147483647 w 237"/>
                <a:gd name="T11" fmla="*/ 2147483647 h 276"/>
                <a:gd name="T12" fmla="*/ 2147483647 w 237"/>
                <a:gd name="T13" fmla="*/ 2147483647 h 276"/>
                <a:gd name="T14" fmla="*/ 2147483647 w 237"/>
                <a:gd name="T15" fmla="*/ 2147483647 h 276"/>
                <a:gd name="T16" fmla="*/ 2147483647 w 237"/>
                <a:gd name="T17" fmla="*/ 2147483647 h 276"/>
                <a:gd name="T18" fmla="*/ 2147483647 w 237"/>
                <a:gd name="T19" fmla="*/ 2147483647 h 276"/>
                <a:gd name="T20" fmla="*/ 2147483647 w 237"/>
                <a:gd name="T21" fmla="*/ 2147483647 h 276"/>
                <a:gd name="T22" fmla="*/ 2147483647 w 237"/>
                <a:gd name="T23" fmla="*/ 2147483647 h 276"/>
                <a:gd name="T24" fmla="*/ 2147483647 w 237"/>
                <a:gd name="T25" fmla="*/ 2147483647 h 276"/>
                <a:gd name="T26" fmla="*/ 2147483647 w 237"/>
                <a:gd name="T27" fmla="*/ 2147483647 h 276"/>
                <a:gd name="T28" fmla="*/ 2147483647 w 237"/>
                <a:gd name="T29" fmla="*/ 2147483647 h 276"/>
                <a:gd name="T30" fmla="*/ 2147483647 w 237"/>
                <a:gd name="T31" fmla="*/ 2147483647 h 276"/>
                <a:gd name="T32" fmla="*/ 2147483647 w 237"/>
                <a:gd name="T33" fmla="*/ 2147483647 h 276"/>
                <a:gd name="T34" fmla="*/ 2147483647 w 237"/>
                <a:gd name="T35" fmla="*/ 2147483647 h 276"/>
                <a:gd name="T36" fmla="*/ 2147483647 w 237"/>
                <a:gd name="T37" fmla="*/ 2147483647 h 276"/>
                <a:gd name="T38" fmla="*/ 2147483647 w 237"/>
                <a:gd name="T39" fmla="*/ 2147483647 h 276"/>
                <a:gd name="T40" fmla="*/ 2147483647 w 237"/>
                <a:gd name="T41" fmla="*/ 2147483647 h 276"/>
                <a:gd name="T42" fmla="*/ 2147483647 w 237"/>
                <a:gd name="T43" fmla="*/ 2147483647 h 276"/>
                <a:gd name="T44" fmla="*/ 2147483647 w 237"/>
                <a:gd name="T45" fmla="*/ 2147483647 h 276"/>
                <a:gd name="T46" fmla="*/ 2147483647 w 237"/>
                <a:gd name="T47" fmla="*/ 2147483647 h 276"/>
                <a:gd name="T48" fmla="*/ 2147483647 w 237"/>
                <a:gd name="T49" fmla="*/ 2147483647 h 276"/>
                <a:gd name="T50" fmla="*/ 2147483647 w 237"/>
                <a:gd name="T51" fmla="*/ 2147483647 h 276"/>
                <a:gd name="T52" fmla="*/ 2147483647 w 237"/>
                <a:gd name="T53" fmla="*/ 2147483647 h 276"/>
                <a:gd name="T54" fmla="*/ 2147483647 w 237"/>
                <a:gd name="T55" fmla="*/ 2147483647 h 276"/>
                <a:gd name="T56" fmla="*/ 2147483647 w 237"/>
                <a:gd name="T57" fmla="*/ 2147483647 h 276"/>
                <a:gd name="T58" fmla="*/ 2147483647 w 237"/>
                <a:gd name="T59" fmla="*/ 2147483647 h 276"/>
                <a:gd name="T60" fmla="*/ 2147483647 w 237"/>
                <a:gd name="T61" fmla="*/ 2147483647 h 276"/>
                <a:gd name="T62" fmla="*/ 2147483647 w 237"/>
                <a:gd name="T63" fmla="*/ 2147483647 h 276"/>
                <a:gd name="T64" fmla="*/ 2147483647 w 237"/>
                <a:gd name="T65" fmla="*/ 2147483647 h 276"/>
                <a:gd name="T66" fmla="*/ 2147483647 w 237"/>
                <a:gd name="T67" fmla="*/ 2147483647 h 276"/>
                <a:gd name="T68" fmla="*/ 2147483647 w 237"/>
                <a:gd name="T69" fmla="*/ 2147483647 h 276"/>
                <a:gd name="T70" fmla="*/ 2147483647 w 237"/>
                <a:gd name="T71" fmla="*/ 2147483647 h 276"/>
                <a:gd name="T72" fmla="*/ 2147483647 w 237"/>
                <a:gd name="T73" fmla="*/ 0 h 276"/>
                <a:gd name="T74" fmla="*/ 2147483647 w 237"/>
                <a:gd name="T75" fmla="*/ 0 h 276"/>
                <a:gd name="T76" fmla="*/ 2147483647 w 237"/>
                <a:gd name="T77" fmla="*/ 0 h 276"/>
                <a:gd name="T78" fmla="*/ 2147483647 w 237"/>
                <a:gd name="T79" fmla="*/ 0 h 276"/>
                <a:gd name="T80" fmla="*/ 0 w 237"/>
                <a:gd name="T81" fmla="*/ 0 h 276"/>
                <a:gd name="T82" fmla="*/ 0 w 237"/>
                <a:gd name="T83" fmla="*/ 2147483647 h 276"/>
                <a:gd name="T84" fmla="*/ 0 w 237"/>
                <a:gd name="T85" fmla="*/ 2147483647 h 276"/>
                <a:gd name="T86" fmla="*/ 0 w 237"/>
                <a:gd name="T87" fmla="*/ 2147483647 h 276"/>
                <a:gd name="T88" fmla="*/ 2147483647 w 237"/>
                <a:gd name="T89" fmla="*/ 2147483647 h 276"/>
                <a:gd name="T90" fmla="*/ 2147483647 w 237"/>
                <a:gd name="T91" fmla="*/ 2147483647 h 276"/>
                <a:gd name="T92" fmla="*/ 2147483647 w 237"/>
                <a:gd name="T93" fmla="*/ 2147483647 h 276"/>
                <a:gd name="T94" fmla="*/ 2147483647 w 237"/>
                <a:gd name="T95" fmla="*/ 2147483647 h 276"/>
                <a:gd name="T96" fmla="*/ 2147483647 w 237"/>
                <a:gd name="T97" fmla="*/ 2147483647 h 276"/>
                <a:gd name="T98" fmla="*/ 2147483647 w 237"/>
                <a:gd name="T99" fmla="*/ 2147483647 h 276"/>
                <a:gd name="T100" fmla="*/ 2147483647 w 237"/>
                <a:gd name="T101" fmla="*/ 2147483647 h 276"/>
                <a:gd name="T102" fmla="*/ 2147483647 w 237"/>
                <a:gd name="T103" fmla="*/ 2147483647 h 276"/>
                <a:gd name="T104" fmla="*/ 2147483647 w 237"/>
                <a:gd name="T105" fmla="*/ 2147483647 h 276"/>
                <a:gd name="T106" fmla="*/ 2147483647 w 237"/>
                <a:gd name="T107" fmla="*/ 2147483647 h 276"/>
                <a:gd name="T108" fmla="*/ 2147483647 w 237"/>
                <a:gd name="T109" fmla="*/ 2147483647 h 2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7" h="276">
                  <a:moveTo>
                    <a:pt x="143" y="249"/>
                  </a:moveTo>
                  <a:lnTo>
                    <a:pt x="145" y="250"/>
                  </a:lnTo>
                  <a:lnTo>
                    <a:pt x="147" y="250"/>
                  </a:lnTo>
                  <a:lnTo>
                    <a:pt x="150" y="250"/>
                  </a:lnTo>
                  <a:lnTo>
                    <a:pt x="152" y="251"/>
                  </a:lnTo>
                  <a:lnTo>
                    <a:pt x="153" y="251"/>
                  </a:lnTo>
                  <a:lnTo>
                    <a:pt x="155" y="252"/>
                  </a:lnTo>
                  <a:lnTo>
                    <a:pt x="157" y="252"/>
                  </a:lnTo>
                  <a:lnTo>
                    <a:pt x="158" y="252"/>
                  </a:lnTo>
                  <a:lnTo>
                    <a:pt x="159" y="253"/>
                  </a:lnTo>
                  <a:lnTo>
                    <a:pt x="160" y="253"/>
                  </a:lnTo>
                  <a:lnTo>
                    <a:pt x="161" y="253"/>
                  </a:lnTo>
                  <a:lnTo>
                    <a:pt x="162" y="253"/>
                  </a:lnTo>
                  <a:lnTo>
                    <a:pt x="163" y="253"/>
                  </a:lnTo>
                  <a:lnTo>
                    <a:pt x="163" y="254"/>
                  </a:lnTo>
                  <a:lnTo>
                    <a:pt x="163" y="255"/>
                  </a:lnTo>
                  <a:lnTo>
                    <a:pt x="163" y="256"/>
                  </a:lnTo>
                  <a:lnTo>
                    <a:pt x="163" y="257"/>
                  </a:lnTo>
                  <a:lnTo>
                    <a:pt x="163" y="258"/>
                  </a:lnTo>
                  <a:lnTo>
                    <a:pt x="163" y="259"/>
                  </a:lnTo>
                  <a:lnTo>
                    <a:pt x="163" y="260"/>
                  </a:lnTo>
                  <a:lnTo>
                    <a:pt x="163" y="261"/>
                  </a:lnTo>
                  <a:lnTo>
                    <a:pt x="163" y="262"/>
                  </a:lnTo>
                  <a:lnTo>
                    <a:pt x="163" y="263"/>
                  </a:lnTo>
                  <a:lnTo>
                    <a:pt x="163" y="264"/>
                  </a:lnTo>
                  <a:lnTo>
                    <a:pt x="163" y="266"/>
                  </a:lnTo>
                  <a:lnTo>
                    <a:pt x="163" y="267"/>
                  </a:lnTo>
                  <a:lnTo>
                    <a:pt x="163" y="268"/>
                  </a:lnTo>
                  <a:lnTo>
                    <a:pt x="163" y="269"/>
                  </a:lnTo>
                  <a:lnTo>
                    <a:pt x="163" y="270"/>
                  </a:lnTo>
                  <a:lnTo>
                    <a:pt x="163" y="271"/>
                  </a:lnTo>
                  <a:lnTo>
                    <a:pt x="163" y="272"/>
                  </a:lnTo>
                  <a:lnTo>
                    <a:pt x="163" y="273"/>
                  </a:lnTo>
                  <a:lnTo>
                    <a:pt x="163" y="274"/>
                  </a:lnTo>
                  <a:lnTo>
                    <a:pt x="163" y="275"/>
                  </a:lnTo>
                  <a:lnTo>
                    <a:pt x="164" y="275"/>
                  </a:lnTo>
                  <a:lnTo>
                    <a:pt x="164" y="274"/>
                  </a:lnTo>
                  <a:lnTo>
                    <a:pt x="165" y="273"/>
                  </a:lnTo>
                  <a:lnTo>
                    <a:pt x="167" y="272"/>
                  </a:lnTo>
                  <a:lnTo>
                    <a:pt x="168" y="271"/>
                  </a:lnTo>
                  <a:lnTo>
                    <a:pt x="170" y="270"/>
                  </a:lnTo>
                  <a:lnTo>
                    <a:pt x="172" y="268"/>
                  </a:lnTo>
                  <a:lnTo>
                    <a:pt x="175" y="266"/>
                  </a:lnTo>
                  <a:lnTo>
                    <a:pt x="177" y="264"/>
                  </a:lnTo>
                  <a:lnTo>
                    <a:pt x="180" y="262"/>
                  </a:lnTo>
                  <a:lnTo>
                    <a:pt x="184" y="259"/>
                  </a:lnTo>
                  <a:lnTo>
                    <a:pt x="187" y="256"/>
                  </a:lnTo>
                  <a:lnTo>
                    <a:pt x="191" y="253"/>
                  </a:lnTo>
                  <a:lnTo>
                    <a:pt x="195" y="250"/>
                  </a:lnTo>
                  <a:lnTo>
                    <a:pt x="200" y="247"/>
                  </a:lnTo>
                  <a:lnTo>
                    <a:pt x="204" y="243"/>
                  </a:lnTo>
                  <a:lnTo>
                    <a:pt x="208" y="240"/>
                  </a:lnTo>
                  <a:lnTo>
                    <a:pt x="212" y="237"/>
                  </a:lnTo>
                  <a:lnTo>
                    <a:pt x="216" y="234"/>
                  </a:lnTo>
                  <a:lnTo>
                    <a:pt x="219" y="232"/>
                  </a:lnTo>
                  <a:lnTo>
                    <a:pt x="222" y="229"/>
                  </a:lnTo>
                  <a:lnTo>
                    <a:pt x="225" y="227"/>
                  </a:lnTo>
                  <a:lnTo>
                    <a:pt x="227" y="225"/>
                  </a:lnTo>
                  <a:lnTo>
                    <a:pt x="229" y="224"/>
                  </a:lnTo>
                  <a:lnTo>
                    <a:pt x="231" y="222"/>
                  </a:lnTo>
                  <a:lnTo>
                    <a:pt x="233" y="221"/>
                  </a:lnTo>
                  <a:lnTo>
                    <a:pt x="234" y="220"/>
                  </a:lnTo>
                  <a:lnTo>
                    <a:pt x="235" y="219"/>
                  </a:lnTo>
                  <a:lnTo>
                    <a:pt x="236" y="219"/>
                  </a:lnTo>
                  <a:lnTo>
                    <a:pt x="236" y="218"/>
                  </a:lnTo>
                  <a:lnTo>
                    <a:pt x="235" y="217"/>
                  </a:lnTo>
                  <a:lnTo>
                    <a:pt x="234" y="217"/>
                  </a:lnTo>
                  <a:lnTo>
                    <a:pt x="233" y="216"/>
                  </a:lnTo>
                  <a:lnTo>
                    <a:pt x="231" y="214"/>
                  </a:lnTo>
                  <a:lnTo>
                    <a:pt x="229" y="213"/>
                  </a:lnTo>
                  <a:lnTo>
                    <a:pt x="227" y="211"/>
                  </a:lnTo>
                  <a:lnTo>
                    <a:pt x="225" y="209"/>
                  </a:lnTo>
                  <a:lnTo>
                    <a:pt x="222" y="207"/>
                  </a:lnTo>
                  <a:lnTo>
                    <a:pt x="219" y="205"/>
                  </a:lnTo>
                  <a:lnTo>
                    <a:pt x="216" y="202"/>
                  </a:lnTo>
                  <a:lnTo>
                    <a:pt x="212" y="200"/>
                  </a:lnTo>
                  <a:lnTo>
                    <a:pt x="208" y="197"/>
                  </a:lnTo>
                  <a:lnTo>
                    <a:pt x="204" y="193"/>
                  </a:lnTo>
                  <a:lnTo>
                    <a:pt x="200" y="190"/>
                  </a:lnTo>
                  <a:lnTo>
                    <a:pt x="195" y="186"/>
                  </a:lnTo>
                  <a:lnTo>
                    <a:pt x="191" y="183"/>
                  </a:lnTo>
                  <a:lnTo>
                    <a:pt x="187" y="180"/>
                  </a:lnTo>
                  <a:lnTo>
                    <a:pt x="184" y="177"/>
                  </a:lnTo>
                  <a:lnTo>
                    <a:pt x="180" y="175"/>
                  </a:lnTo>
                  <a:lnTo>
                    <a:pt x="177" y="173"/>
                  </a:lnTo>
                  <a:lnTo>
                    <a:pt x="175" y="170"/>
                  </a:lnTo>
                  <a:lnTo>
                    <a:pt x="172" y="169"/>
                  </a:lnTo>
                  <a:lnTo>
                    <a:pt x="170" y="167"/>
                  </a:lnTo>
                  <a:lnTo>
                    <a:pt x="168" y="165"/>
                  </a:lnTo>
                  <a:lnTo>
                    <a:pt x="167" y="164"/>
                  </a:lnTo>
                  <a:lnTo>
                    <a:pt x="165" y="163"/>
                  </a:lnTo>
                  <a:lnTo>
                    <a:pt x="164" y="162"/>
                  </a:lnTo>
                  <a:lnTo>
                    <a:pt x="163" y="162"/>
                  </a:lnTo>
                  <a:lnTo>
                    <a:pt x="163" y="161"/>
                  </a:lnTo>
                  <a:lnTo>
                    <a:pt x="163" y="162"/>
                  </a:lnTo>
                  <a:lnTo>
                    <a:pt x="163" y="163"/>
                  </a:lnTo>
                  <a:lnTo>
                    <a:pt x="163" y="164"/>
                  </a:lnTo>
                  <a:lnTo>
                    <a:pt x="163" y="165"/>
                  </a:lnTo>
                  <a:lnTo>
                    <a:pt x="163" y="166"/>
                  </a:lnTo>
                  <a:lnTo>
                    <a:pt x="163" y="167"/>
                  </a:lnTo>
                  <a:lnTo>
                    <a:pt x="163" y="168"/>
                  </a:lnTo>
                  <a:lnTo>
                    <a:pt x="163" y="169"/>
                  </a:lnTo>
                  <a:lnTo>
                    <a:pt x="163" y="170"/>
                  </a:lnTo>
                  <a:lnTo>
                    <a:pt x="163" y="172"/>
                  </a:lnTo>
                  <a:lnTo>
                    <a:pt x="163" y="173"/>
                  </a:lnTo>
                  <a:lnTo>
                    <a:pt x="163" y="175"/>
                  </a:lnTo>
                  <a:lnTo>
                    <a:pt x="163" y="176"/>
                  </a:lnTo>
                  <a:lnTo>
                    <a:pt x="163" y="178"/>
                  </a:lnTo>
                  <a:lnTo>
                    <a:pt x="163" y="179"/>
                  </a:lnTo>
                  <a:lnTo>
                    <a:pt x="163" y="180"/>
                  </a:lnTo>
                  <a:lnTo>
                    <a:pt x="163" y="182"/>
                  </a:lnTo>
                  <a:lnTo>
                    <a:pt x="163" y="183"/>
                  </a:lnTo>
                  <a:lnTo>
                    <a:pt x="163" y="184"/>
                  </a:lnTo>
                  <a:lnTo>
                    <a:pt x="163" y="185"/>
                  </a:lnTo>
                  <a:lnTo>
                    <a:pt x="163" y="186"/>
                  </a:lnTo>
                  <a:lnTo>
                    <a:pt x="163" y="187"/>
                  </a:lnTo>
                  <a:lnTo>
                    <a:pt x="163" y="188"/>
                  </a:lnTo>
                  <a:lnTo>
                    <a:pt x="162" y="188"/>
                  </a:lnTo>
                  <a:lnTo>
                    <a:pt x="161" y="188"/>
                  </a:lnTo>
                  <a:lnTo>
                    <a:pt x="161" y="187"/>
                  </a:lnTo>
                  <a:lnTo>
                    <a:pt x="160" y="187"/>
                  </a:lnTo>
                  <a:lnTo>
                    <a:pt x="159" y="187"/>
                  </a:lnTo>
                  <a:lnTo>
                    <a:pt x="158" y="187"/>
                  </a:lnTo>
                  <a:lnTo>
                    <a:pt x="157" y="187"/>
                  </a:lnTo>
                  <a:lnTo>
                    <a:pt x="155" y="187"/>
                  </a:lnTo>
                  <a:lnTo>
                    <a:pt x="154" y="187"/>
                  </a:lnTo>
                  <a:lnTo>
                    <a:pt x="152" y="186"/>
                  </a:lnTo>
                  <a:lnTo>
                    <a:pt x="151" y="186"/>
                  </a:lnTo>
                  <a:lnTo>
                    <a:pt x="149" y="186"/>
                  </a:lnTo>
                  <a:lnTo>
                    <a:pt x="147" y="186"/>
                  </a:lnTo>
                  <a:lnTo>
                    <a:pt x="145" y="185"/>
                  </a:lnTo>
                  <a:lnTo>
                    <a:pt x="143" y="185"/>
                  </a:lnTo>
                  <a:lnTo>
                    <a:pt x="141" y="185"/>
                  </a:lnTo>
                  <a:lnTo>
                    <a:pt x="139" y="184"/>
                  </a:lnTo>
                  <a:lnTo>
                    <a:pt x="137" y="184"/>
                  </a:lnTo>
                  <a:lnTo>
                    <a:pt x="135" y="184"/>
                  </a:lnTo>
                  <a:lnTo>
                    <a:pt x="133" y="183"/>
                  </a:lnTo>
                  <a:lnTo>
                    <a:pt x="130" y="183"/>
                  </a:lnTo>
                  <a:lnTo>
                    <a:pt x="128" y="182"/>
                  </a:lnTo>
                  <a:lnTo>
                    <a:pt x="126" y="182"/>
                  </a:lnTo>
                  <a:lnTo>
                    <a:pt x="124" y="182"/>
                  </a:lnTo>
                  <a:lnTo>
                    <a:pt x="122" y="181"/>
                  </a:lnTo>
                  <a:lnTo>
                    <a:pt x="120" y="181"/>
                  </a:lnTo>
                  <a:lnTo>
                    <a:pt x="118" y="180"/>
                  </a:lnTo>
                  <a:lnTo>
                    <a:pt x="116" y="180"/>
                  </a:lnTo>
                  <a:lnTo>
                    <a:pt x="114" y="179"/>
                  </a:lnTo>
                  <a:lnTo>
                    <a:pt x="112" y="178"/>
                  </a:lnTo>
                  <a:lnTo>
                    <a:pt x="110" y="178"/>
                  </a:lnTo>
                  <a:lnTo>
                    <a:pt x="108" y="177"/>
                  </a:lnTo>
                  <a:lnTo>
                    <a:pt x="106" y="176"/>
                  </a:lnTo>
                  <a:lnTo>
                    <a:pt x="104" y="176"/>
                  </a:lnTo>
                  <a:lnTo>
                    <a:pt x="102" y="175"/>
                  </a:lnTo>
                  <a:lnTo>
                    <a:pt x="100" y="174"/>
                  </a:lnTo>
                  <a:lnTo>
                    <a:pt x="98" y="173"/>
                  </a:lnTo>
                  <a:lnTo>
                    <a:pt x="96" y="172"/>
                  </a:lnTo>
                  <a:lnTo>
                    <a:pt x="94" y="171"/>
                  </a:lnTo>
                  <a:lnTo>
                    <a:pt x="92" y="170"/>
                  </a:lnTo>
                  <a:lnTo>
                    <a:pt x="90" y="169"/>
                  </a:lnTo>
                  <a:lnTo>
                    <a:pt x="88" y="168"/>
                  </a:lnTo>
                  <a:lnTo>
                    <a:pt x="86" y="166"/>
                  </a:lnTo>
                  <a:lnTo>
                    <a:pt x="84" y="165"/>
                  </a:lnTo>
                  <a:lnTo>
                    <a:pt x="82" y="164"/>
                  </a:lnTo>
                  <a:lnTo>
                    <a:pt x="80" y="162"/>
                  </a:lnTo>
                  <a:lnTo>
                    <a:pt x="78" y="161"/>
                  </a:lnTo>
                  <a:lnTo>
                    <a:pt x="75" y="159"/>
                  </a:lnTo>
                  <a:lnTo>
                    <a:pt x="73" y="157"/>
                  </a:lnTo>
                  <a:lnTo>
                    <a:pt x="71" y="156"/>
                  </a:lnTo>
                  <a:lnTo>
                    <a:pt x="69" y="154"/>
                  </a:lnTo>
                  <a:lnTo>
                    <a:pt x="67" y="152"/>
                  </a:lnTo>
                  <a:lnTo>
                    <a:pt x="65" y="149"/>
                  </a:lnTo>
                  <a:lnTo>
                    <a:pt x="63" y="147"/>
                  </a:lnTo>
                  <a:lnTo>
                    <a:pt x="61" y="145"/>
                  </a:lnTo>
                  <a:lnTo>
                    <a:pt x="59" y="142"/>
                  </a:lnTo>
                  <a:lnTo>
                    <a:pt x="57" y="140"/>
                  </a:lnTo>
                  <a:lnTo>
                    <a:pt x="55" y="137"/>
                  </a:lnTo>
                  <a:lnTo>
                    <a:pt x="53" y="134"/>
                  </a:lnTo>
                  <a:lnTo>
                    <a:pt x="51" y="132"/>
                  </a:lnTo>
                  <a:lnTo>
                    <a:pt x="49" y="129"/>
                  </a:lnTo>
                  <a:lnTo>
                    <a:pt x="47" y="126"/>
                  </a:lnTo>
                  <a:lnTo>
                    <a:pt x="45" y="123"/>
                  </a:lnTo>
                  <a:lnTo>
                    <a:pt x="43" y="120"/>
                  </a:lnTo>
                  <a:lnTo>
                    <a:pt x="41" y="117"/>
                  </a:lnTo>
                  <a:lnTo>
                    <a:pt x="39" y="113"/>
                  </a:lnTo>
                  <a:lnTo>
                    <a:pt x="37" y="110"/>
                  </a:lnTo>
                  <a:lnTo>
                    <a:pt x="36" y="107"/>
                  </a:lnTo>
                  <a:lnTo>
                    <a:pt x="34" y="104"/>
                  </a:lnTo>
                  <a:lnTo>
                    <a:pt x="32" y="101"/>
                  </a:lnTo>
                  <a:lnTo>
                    <a:pt x="30" y="98"/>
                  </a:lnTo>
                  <a:lnTo>
                    <a:pt x="29" y="95"/>
                  </a:lnTo>
                  <a:lnTo>
                    <a:pt x="27" y="91"/>
                  </a:lnTo>
                  <a:lnTo>
                    <a:pt x="25" y="88"/>
                  </a:lnTo>
                  <a:lnTo>
                    <a:pt x="24" y="85"/>
                  </a:lnTo>
                  <a:lnTo>
                    <a:pt x="22" y="82"/>
                  </a:lnTo>
                  <a:lnTo>
                    <a:pt x="20" y="78"/>
                  </a:lnTo>
                  <a:lnTo>
                    <a:pt x="19" y="75"/>
                  </a:lnTo>
                  <a:lnTo>
                    <a:pt x="18" y="72"/>
                  </a:lnTo>
                  <a:lnTo>
                    <a:pt x="16" y="69"/>
                  </a:lnTo>
                  <a:lnTo>
                    <a:pt x="15" y="65"/>
                  </a:lnTo>
                  <a:lnTo>
                    <a:pt x="14" y="62"/>
                  </a:lnTo>
                  <a:lnTo>
                    <a:pt x="13" y="59"/>
                  </a:lnTo>
                  <a:lnTo>
                    <a:pt x="12" y="55"/>
                  </a:lnTo>
                  <a:lnTo>
                    <a:pt x="11" y="52"/>
                  </a:lnTo>
                  <a:lnTo>
                    <a:pt x="11" y="49"/>
                  </a:lnTo>
                  <a:lnTo>
                    <a:pt x="10" y="46"/>
                  </a:lnTo>
                  <a:lnTo>
                    <a:pt x="9" y="42"/>
                  </a:lnTo>
                  <a:lnTo>
                    <a:pt x="9" y="39"/>
                  </a:lnTo>
                  <a:lnTo>
                    <a:pt x="9" y="36"/>
                  </a:lnTo>
                  <a:lnTo>
                    <a:pt x="8" y="32"/>
                  </a:lnTo>
                  <a:lnTo>
                    <a:pt x="8" y="29"/>
                  </a:lnTo>
                  <a:lnTo>
                    <a:pt x="8" y="26"/>
                  </a:lnTo>
                  <a:lnTo>
                    <a:pt x="8" y="23"/>
                  </a:lnTo>
                  <a:lnTo>
                    <a:pt x="8" y="20"/>
                  </a:lnTo>
                  <a:lnTo>
                    <a:pt x="8" y="17"/>
                  </a:lnTo>
                  <a:lnTo>
                    <a:pt x="8" y="14"/>
                  </a:lnTo>
                  <a:lnTo>
                    <a:pt x="8" y="12"/>
                  </a:lnTo>
                  <a:lnTo>
                    <a:pt x="8" y="10"/>
                  </a:lnTo>
                  <a:lnTo>
                    <a:pt x="8" y="8"/>
                  </a:lnTo>
                  <a:lnTo>
                    <a:pt x="8" y="6"/>
                  </a:lnTo>
                  <a:lnTo>
                    <a:pt x="8" y="5"/>
                  </a:lnTo>
                  <a:lnTo>
                    <a:pt x="8" y="3"/>
                  </a:lnTo>
                  <a:lnTo>
                    <a:pt x="8" y="2"/>
                  </a:lnTo>
                  <a:lnTo>
                    <a:pt x="8" y="1"/>
                  </a:lnTo>
                  <a:lnTo>
                    <a:pt x="8" y="0"/>
                  </a:lnTo>
                  <a:lnTo>
                    <a:pt x="7" y="0"/>
                  </a:lnTo>
                  <a:lnTo>
                    <a:pt x="6" y="0"/>
                  </a:lnTo>
                  <a:lnTo>
                    <a:pt x="5" y="0"/>
                  </a:lnTo>
                  <a:lnTo>
                    <a:pt x="4" y="0"/>
                  </a:lnTo>
                  <a:lnTo>
                    <a:pt x="3" y="0"/>
                  </a:lnTo>
                  <a:lnTo>
                    <a:pt x="2" y="0"/>
                  </a:lnTo>
                  <a:lnTo>
                    <a:pt x="1" y="0"/>
                  </a:lnTo>
                  <a:lnTo>
                    <a:pt x="0" y="0"/>
                  </a:lnTo>
                  <a:lnTo>
                    <a:pt x="0" y="1"/>
                  </a:lnTo>
                  <a:lnTo>
                    <a:pt x="0" y="2"/>
                  </a:lnTo>
                  <a:lnTo>
                    <a:pt x="0" y="4"/>
                  </a:lnTo>
                  <a:lnTo>
                    <a:pt x="0" y="5"/>
                  </a:lnTo>
                  <a:lnTo>
                    <a:pt x="0" y="7"/>
                  </a:lnTo>
                  <a:lnTo>
                    <a:pt x="0" y="9"/>
                  </a:lnTo>
                  <a:lnTo>
                    <a:pt x="0" y="11"/>
                  </a:lnTo>
                  <a:lnTo>
                    <a:pt x="0" y="13"/>
                  </a:lnTo>
                  <a:lnTo>
                    <a:pt x="0" y="16"/>
                  </a:lnTo>
                  <a:lnTo>
                    <a:pt x="0" y="18"/>
                  </a:lnTo>
                  <a:lnTo>
                    <a:pt x="0" y="21"/>
                  </a:lnTo>
                  <a:lnTo>
                    <a:pt x="0" y="25"/>
                  </a:lnTo>
                  <a:lnTo>
                    <a:pt x="0" y="28"/>
                  </a:lnTo>
                  <a:lnTo>
                    <a:pt x="0" y="32"/>
                  </a:lnTo>
                  <a:lnTo>
                    <a:pt x="0" y="35"/>
                  </a:lnTo>
                  <a:lnTo>
                    <a:pt x="0" y="39"/>
                  </a:lnTo>
                  <a:lnTo>
                    <a:pt x="0" y="42"/>
                  </a:lnTo>
                  <a:lnTo>
                    <a:pt x="1" y="46"/>
                  </a:lnTo>
                  <a:lnTo>
                    <a:pt x="1" y="49"/>
                  </a:lnTo>
                  <a:lnTo>
                    <a:pt x="1" y="53"/>
                  </a:lnTo>
                  <a:lnTo>
                    <a:pt x="1" y="56"/>
                  </a:lnTo>
                  <a:lnTo>
                    <a:pt x="1" y="59"/>
                  </a:lnTo>
                  <a:lnTo>
                    <a:pt x="2" y="63"/>
                  </a:lnTo>
                  <a:lnTo>
                    <a:pt x="2" y="66"/>
                  </a:lnTo>
                  <a:lnTo>
                    <a:pt x="2" y="69"/>
                  </a:lnTo>
                  <a:lnTo>
                    <a:pt x="3" y="73"/>
                  </a:lnTo>
                  <a:lnTo>
                    <a:pt x="3" y="76"/>
                  </a:lnTo>
                  <a:lnTo>
                    <a:pt x="4" y="79"/>
                  </a:lnTo>
                  <a:lnTo>
                    <a:pt x="4" y="83"/>
                  </a:lnTo>
                  <a:lnTo>
                    <a:pt x="5" y="86"/>
                  </a:lnTo>
                  <a:lnTo>
                    <a:pt x="5" y="89"/>
                  </a:lnTo>
                  <a:lnTo>
                    <a:pt x="6" y="93"/>
                  </a:lnTo>
                  <a:lnTo>
                    <a:pt x="7" y="96"/>
                  </a:lnTo>
                  <a:lnTo>
                    <a:pt x="8" y="99"/>
                  </a:lnTo>
                  <a:lnTo>
                    <a:pt x="8" y="102"/>
                  </a:lnTo>
                  <a:lnTo>
                    <a:pt x="9" y="106"/>
                  </a:lnTo>
                  <a:lnTo>
                    <a:pt x="10" y="109"/>
                  </a:lnTo>
                  <a:lnTo>
                    <a:pt x="11" y="112"/>
                  </a:lnTo>
                  <a:lnTo>
                    <a:pt x="12" y="116"/>
                  </a:lnTo>
                  <a:lnTo>
                    <a:pt x="14" y="119"/>
                  </a:lnTo>
                  <a:lnTo>
                    <a:pt x="15" y="122"/>
                  </a:lnTo>
                  <a:lnTo>
                    <a:pt x="16" y="125"/>
                  </a:lnTo>
                  <a:lnTo>
                    <a:pt x="18" y="129"/>
                  </a:lnTo>
                  <a:lnTo>
                    <a:pt x="19" y="132"/>
                  </a:lnTo>
                  <a:lnTo>
                    <a:pt x="20" y="135"/>
                  </a:lnTo>
                  <a:lnTo>
                    <a:pt x="22" y="139"/>
                  </a:lnTo>
                  <a:lnTo>
                    <a:pt x="24" y="142"/>
                  </a:lnTo>
                  <a:lnTo>
                    <a:pt x="25" y="145"/>
                  </a:lnTo>
                  <a:lnTo>
                    <a:pt x="27" y="149"/>
                  </a:lnTo>
                  <a:lnTo>
                    <a:pt x="29" y="152"/>
                  </a:lnTo>
                  <a:lnTo>
                    <a:pt x="31" y="155"/>
                  </a:lnTo>
                  <a:lnTo>
                    <a:pt x="33" y="159"/>
                  </a:lnTo>
                  <a:lnTo>
                    <a:pt x="35" y="162"/>
                  </a:lnTo>
                  <a:lnTo>
                    <a:pt x="37" y="165"/>
                  </a:lnTo>
                  <a:lnTo>
                    <a:pt x="39" y="169"/>
                  </a:lnTo>
                  <a:lnTo>
                    <a:pt x="41" y="172"/>
                  </a:lnTo>
                  <a:lnTo>
                    <a:pt x="43" y="176"/>
                  </a:lnTo>
                  <a:lnTo>
                    <a:pt x="46" y="179"/>
                  </a:lnTo>
                  <a:lnTo>
                    <a:pt x="48" y="183"/>
                  </a:lnTo>
                  <a:lnTo>
                    <a:pt x="51" y="186"/>
                  </a:lnTo>
                  <a:lnTo>
                    <a:pt x="53" y="190"/>
                  </a:lnTo>
                  <a:lnTo>
                    <a:pt x="56" y="193"/>
                  </a:lnTo>
                  <a:lnTo>
                    <a:pt x="58" y="197"/>
                  </a:lnTo>
                  <a:lnTo>
                    <a:pt x="61" y="200"/>
                  </a:lnTo>
                  <a:lnTo>
                    <a:pt x="64" y="203"/>
                  </a:lnTo>
                  <a:lnTo>
                    <a:pt x="66" y="206"/>
                  </a:lnTo>
                  <a:lnTo>
                    <a:pt x="69" y="209"/>
                  </a:lnTo>
                  <a:lnTo>
                    <a:pt x="72" y="212"/>
                  </a:lnTo>
                  <a:lnTo>
                    <a:pt x="74" y="215"/>
                  </a:lnTo>
                  <a:lnTo>
                    <a:pt x="77" y="217"/>
                  </a:lnTo>
                  <a:lnTo>
                    <a:pt x="80" y="219"/>
                  </a:lnTo>
                  <a:lnTo>
                    <a:pt x="83" y="222"/>
                  </a:lnTo>
                  <a:lnTo>
                    <a:pt x="86" y="224"/>
                  </a:lnTo>
                  <a:lnTo>
                    <a:pt x="89" y="226"/>
                  </a:lnTo>
                  <a:lnTo>
                    <a:pt x="92" y="228"/>
                  </a:lnTo>
                  <a:lnTo>
                    <a:pt x="95" y="230"/>
                  </a:lnTo>
                  <a:lnTo>
                    <a:pt x="98" y="231"/>
                  </a:lnTo>
                  <a:lnTo>
                    <a:pt x="101" y="233"/>
                  </a:lnTo>
                  <a:lnTo>
                    <a:pt x="104" y="235"/>
                  </a:lnTo>
                  <a:lnTo>
                    <a:pt x="107" y="236"/>
                  </a:lnTo>
                  <a:lnTo>
                    <a:pt x="110" y="238"/>
                  </a:lnTo>
                  <a:lnTo>
                    <a:pt x="113" y="239"/>
                  </a:lnTo>
                  <a:lnTo>
                    <a:pt x="116" y="240"/>
                  </a:lnTo>
                  <a:lnTo>
                    <a:pt x="118" y="241"/>
                  </a:lnTo>
                  <a:lnTo>
                    <a:pt x="121" y="242"/>
                  </a:lnTo>
                  <a:lnTo>
                    <a:pt x="124" y="243"/>
                  </a:lnTo>
                  <a:lnTo>
                    <a:pt x="127" y="244"/>
                  </a:lnTo>
                  <a:lnTo>
                    <a:pt x="130" y="245"/>
                  </a:lnTo>
                  <a:lnTo>
                    <a:pt x="132" y="246"/>
                  </a:lnTo>
                  <a:lnTo>
                    <a:pt x="135" y="247"/>
                  </a:lnTo>
                  <a:lnTo>
                    <a:pt x="138" y="248"/>
                  </a:lnTo>
                  <a:lnTo>
                    <a:pt x="140" y="248"/>
                  </a:lnTo>
                  <a:lnTo>
                    <a:pt x="143" y="249"/>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Freeform 32">
              <a:extLst>
                <a:ext uri="{FF2B5EF4-FFF2-40B4-BE49-F238E27FC236}">
                  <a16:creationId xmlns:a16="http://schemas.microsoft.com/office/drawing/2014/main" id="{5658F58B-ED1F-EC24-BF44-04D5FD9C97BF}"/>
                </a:ext>
              </a:extLst>
            </p:cNvPr>
            <p:cNvSpPr>
              <a:spLocks/>
            </p:cNvSpPr>
            <p:nvPr/>
          </p:nvSpPr>
          <p:spPr bwMode="gray">
            <a:xfrm>
              <a:off x="5070846" y="4974834"/>
              <a:ext cx="1012469" cy="714305"/>
            </a:xfrm>
            <a:custGeom>
              <a:avLst/>
              <a:gdLst>
                <a:gd name="T0" fmla="*/ 2147483647 w 395"/>
                <a:gd name="T1" fmla="*/ 2147483647 h 316"/>
                <a:gd name="T2" fmla="*/ 2147483647 w 395"/>
                <a:gd name="T3" fmla="*/ 2147483647 h 316"/>
                <a:gd name="T4" fmla="*/ 2147483647 w 395"/>
                <a:gd name="T5" fmla="*/ 2147483647 h 316"/>
                <a:gd name="T6" fmla="*/ 2147483647 w 395"/>
                <a:gd name="T7" fmla="*/ 2147483647 h 316"/>
                <a:gd name="T8" fmla="*/ 2147483647 w 395"/>
                <a:gd name="T9" fmla="*/ 2147483647 h 316"/>
                <a:gd name="T10" fmla="*/ 2147483647 w 395"/>
                <a:gd name="T11" fmla="*/ 2147483647 h 316"/>
                <a:gd name="T12" fmla="*/ 2147483647 w 395"/>
                <a:gd name="T13" fmla="*/ 2147483647 h 316"/>
                <a:gd name="T14" fmla="*/ 2147483647 w 395"/>
                <a:gd name="T15" fmla="*/ 2147483647 h 316"/>
                <a:gd name="T16" fmla="*/ 2147483647 w 395"/>
                <a:gd name="T17" fmla="*/ 2147483647 h 316"/>
                <a:gd name="T18" fmla="*/ 2147483647 w 395"/>
                <a:gd name="T19" fmla="*/ 2147483647 h 316"/>
                <a:gd name="T20" fmla="*/ 2147483647 w 395"/>
                <a:gd name="T21" fmla="*/ 2147483647 h 316"/>
                <a:gd name="T22" fmla="*/ 2147483647 w 395"/>
                <a:gd name="T23" fmla="*/ 2147483647 h 316"/>
                <a:gd name="T24" fmla="*/ 2147483647 w 395"/>
                <a:gd name="T25" fmla="*/ 2147483647 h 316"/>
                <a:gd name="T26" fmla="*/ 2147483647 w 395"/>
                <a:gd name="T27" fmla="*/ 2147483647 h 316"/>
                <a:gd name="T28" fmla="*/ 2147483647 w 395"/>
                <a:gd name="T29" fmla="*/ 2147483647 h 316"/>
                <a:gd name="T30" fmla="*/ 2147483647 w 395"/>
                <a:gd name="T31" fmla="*/ 2147483647 h 316"/>
                <a:gd name="T32" fmla="*/ 2147483647 w 395"/>
                <a:gd name="T33" fmla="*/ 2147483647 h 316"/>
                <a:gd name="T34" fmla="*/ 2147483647 w 395"/>
                <a:gd name="T35" fmla="*/ 2147483647 h 316"/>
                <a:gd name="T36" fmla="*/ 2147483647 w 395"/>
                <a:gd name="T37" fmla="*/ 2147483647 h 316"/>
                <a:gd name="T38" fmla="*/ 2147483647 w 395"/>
                <a:gd name="T39" fmla="*/ 2147483647 h 316"/>
                <a:gd name="T40" fmla="*/ 2147483647 w 395"/>
                <a:gd name="T41" fmla="*/ 2147483647 h 316"/>
                <a:gd name="T42" fmla="*/ 2147483647 w 395"/>
                <a:gd name="T43" fmla="*/ 2147483647 h 316"/>
                <a:gd name="T44" fmla="*/ 2147483647 w 395"/>
                <a:gd name="T45" fmla="*/ 2147483647 h 316"/>
                <a:gd name="T46" fmla="*/ 2147483647 w 395"/>
                <a:gd name="T47" fmla="*/ 2147483647 h 316"/>
                <a:gd name="T48" fmla="*/ 2147483647 w 395"/>
                <a:gd name="T49" fmla="*/ 2147483647 h 316"/>
                <a:gd name="T50" fmla="*/ 2147483647 w 395"/>
                <a:gd name="T51" fmla="*/ 2147483647 h 316"/>
                <a:gd name="T52" fmla="*/ 2147483647 w 395"/>
                <a:gd name="T53" fmla="*/ 2147483647 h 316"/>
                <a:gd name="T54" fmla="*/ 2147483647 w 395"/>
                <a:gd name="T55" fmla="*/ 2147483647 h 316"/>
                <a:gd name="T56" fmla="*/ 2147483647 w 395"/>
                <a:gd name="T57" fmla="*/ 2147483647 h 316"/>
                <a:gd name="T58" fmla="*/ 2147483647 w 395"/>
                <a:gd name="T59" fmla="*/ 2147483647 h 316"/>
                <a:gd name="T60" fmla="*/ 2147483647 w 395"/>
                <a:gd name="T61" fmla="*/ 2147483647 h 316"/>
                <a:gd name="T62" fmla="*/ 2147483647 w 395"/>
                <a:gd name="T63" fmla="*/ 2147483647 h 316"/>
                <a:gd name="T64" fmla="*/ 2147483647 w 395"/>
                <a:gd name="T65" fmla="*/ 2147483647 h 316"/>
                <a:gd name="T66" fmla="*/ 2147483647 w 395"/>
                <a:gd name="T67" fmla="*/ 2147483647 h 316"/>
                <a:gd name="T68" fmla="*/ 2147483647 w 395"/>
                <a:gd name="T69" fmla="*/ 2147483647 h 316"/>
                <a:gd name="T70" fmla="*/ 2147483647 w 395"/>
                <a:gd name="T71" fmla="*/ 2147483647 h 316"/>
                <a:gd name="T72" fmla="*/ 0 w 395"/>
                <a:gd name="T73" fmla="*/ 2147483647 h 316"/>
                <a:gd name="T74" fmla="*/ 0 w 395"/>
                <a:gd name="T75" fmla="*/ 2147483647 h 316"/>
                <a:gd name="T76" fmla="*/ 0 w 395"/>
                <a:gd name="T77" fmla="*/ 2147483647 h 316"/>
                <a:gd name="T78" fmla="*/ 0 w 395"/>
                <a:gd name="T79" fmla="*/ 2147483647 h 316"/>
                <a:gd name="T80" fmla="*/ 0 w 395"/>
                <a:gd name="T81" fmla="*/ 0 h 316"/>
                <a:gd name="T82" fmla="*/ 2147483647 w 395"/>
                <a:gd name="T83" fmla="*/ 0 h 316"/>
                <a:gd name="T84" fmla="*/ 2147483647 w 395"/>
                <a:gd name="T85" fmla="*/ 0 h 316"/>
                <a:gd name="T86" fmla="*/ 2147483647 w 395"/>
                <a:gd name="T87" fmla="*/ 2147483647 h 316"/>
                <a:gd name="T88" fmla="*/ 2147483647 w 395"/>
                <a:gd name="T89" fmla="*/ 2147483647 h 316"/>
                <a:gd name="T90" fmla="*/ 2147483647 w 395"/>
                <a:gd name="T91" fmla="*/ 2147483647 h 316"/>
                <a:gd name="T92" fmla="*/ 2147483647 w 395"/>
                <a:gd name="T93" fmla="*/ 2147483647 h 316"/>
                <a:gd name="T94" fmla="*/ 2147483647 w 395"/>
                <a:gd name="T95" fmla="*/ 2147483647 h 316"/>
                <a:gd name="T96" fmla="*/ 2147483647 w 395"/>
                <a:gd name="T97" fmla="*/ 2147483647 h 316"/>
                <a:gd name="T98" fmla="*/ 2147483647 w 395"/>
                <a:gd name="T99" fmla="*/ 2147483647 h 316"/>
                <a:gd name="T100" fmla="*/ 2147483647 w 395"/>
                <a:gd name="T101" fmla="*/ 2147483647 h 316"/>
                <a:gd name="T102" fmla="*/ 2147483647 w 395"/>
                <a:gd name="T103" fmla="*/ 2147483647 h 316"/>
                <a:gd name="T104" fmla="*/ 2147483647 w 395"/>
                <a:gd name="T105" fmla="*/ 2147483647 h 316"/>
                <a:gd name="T106" fmla="*/ 2147483647 w 395"/>
                <a:gd name="T107" fmla="*/ 2147483647 h 316"/>
                <a:gd name="T108" fmla="*/ 2147483647 w 395"/>
                <a:gd name="T109" fmla="*/ 2147483647 h 3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95" h="316">
                  <a:moveTo>
                    <a:pt x="357" y="190"/>
                  </a:moveTo>
                  <a:lnTo>
                    <a:pt x="357" y="194"/>
                  </a:lnTo>
                  <a:lnTo>
                    <a:pt x="358" y="197"/>
                  </a:lnTo>
                  <a:lnTo>
                    <a:pt x="359" y="200"/>
                  </a:lnTo>
                  <a:lnTo>
                    <a:pt x="359" y="202"/>
                  </a:lnTo>
                  <a:lnTo>
                    <a:pt x="360" y="205"/>
                  </a:lnTo>
                  <a:lnTo>
                    <a:pt x="360" y="207"/>
                  </a:lnTo>
                  <a:lnTo>
                    <a:pt x="361" y="209"/>
                  </a:lnTo>
                  <a:lnTo>
                    <a:pt x="361" y="211"/>
                  </a:lnTo>
                  <a:lnTo>
                    <a:pt x="362" y="212"/>
                  </a:lnTo>
                  <a:lnTo>
                    <a:pt x="362" y="214"/>
                  </a:lnTo>
                  <a:lnTo>
                    <a:pt x="362" y="215"/>
                  </a:lnTo>
                  <a:lnTo>
                    <a:pt x="362" y="216"/>
                  </a:lnTo>
                  <a:lnTo>
                    <a:pt x="363" y="217"/>
                  </a:lnTo>
                  <a:lnTo>
                    <a:pt x="363" y="218"/>
                  </a:lnTo>
                  <a:lnTo>
                    <a:pt x="364" y="218"/>
                  </a:lnTo>
                  <a:lnTo>
                    <a:pt x="365" y="218"/>
                  </a:lnTo>
                  <a:lnTo>
                    <a:pt x="366" y="218"/>
                  </a:lnTo>
                  <a:lnTo>
                    <a:pt x="367" y="218"/>
                  </a:lnTo>
                  <a:lnTo>
                    <a:pt x="368" y="218"/>
                  </a:lnTo>
                  <a:lnTo>
                    <a:pt x="369" y="218"/>
                  </a:lnTo>
                  <a:lnTo>
                    <a:pt x="370" y="218"/>
                  </a:lnTo>
                  <a:lnTo>
                    <a:pt x="372" y="218"/>
                  </a:lnTo>
                  <a:lnTo>
                    <a:pt x="373" y="218"/>
                  </a:lnTo>
                  <a:lnTo>
                    <a:pt x="375" y="218"/>
                  </a:lnTo>
                  <a:lnTo>
                    <a:pt x="376" y="218"/>
                  </a:lnTo>
                  <a:lnTo>
                    <a:pt x="378" y="218"/>
                  </a:lnTo>
                  <a:lnTo>
                    <a:pt x="380" y="218"/>
                  </a:lnTo>
                  <a:lnTo>
                    <a:pt x="382" y="218"/>
                  </a:lnTo>
                  <a:lnTo>
                    <a:pt x="384" y="218"/>
                  </a:lnTo>
                  <a:lnTo>
                    <a:pt x="385" y="218"/>
                  </a:lnTo>
                  <a:lnTo>
                    <a:pt x="387" y="218"/>
                  </a:lnTo>
                  <a:lnTo>
                    <a:pt x="388" y="218"/>
                  </a:lnTo>
                  <a:lnTo>
                    <a:pt x="389" y="218"/>
                  </a:lnTo>
                  <a:lnTo>
                    <a:pt x="390" y="218"/>
                  </a:lnTo>
                  <a:lnTo>
                    <a:pt x="391" y="218"/>
                  </a:lnTo>
                  <a:lnTo>
                    <a:pt x="392" y="218"/>
                  </a:lnTo>
                  <a:lnTo>
                    <a:pt x="393" y="218"/>
                  </a:lnTo>
                  <a:lnTo>
                    <a:pt x="394" y="218"/>
                  </a:lnTo>
                  <a:lnTo>
                    <a:pt x="393" y="218"/>
                  </a:lnTo>
                  <a:lnTo>
                    <a:pt x="393" y="219"/>
                  </a:lnTo>
                  <a:lnTo>
                    <a:pt x="391" y="221"/>
                  </a:lnTo>
                  <a:lnTo>
                    <a:pt x="390" y="222"/>
                  </a:lnTo>
                  <a:lnTo>
                    <a:pt x="388" y="224"/>
                  </a:lnTo>
                  <a:lnTo>
                    <a:pt x="386" y="227"/>
                  </a:lnTo>
                  <a:lnTo>
                    <a:pt x="384" y="230"/>
                  </a:lnTo>
                  <a:lnTo>
                    <a:pt x="381" y="233"/>
                  </a:lnTo>
                  <a:lnTo>
                    <a:pt x="378" y="237"/>
                  </a:lnTo>
                  <a:lnTo>
                    <a:pt x="375" y="241"/>
                  </a:lnTo>
                  <a:lnTo>
                    <a:pt x="371" y="245"/>
                  </a:lnTo>
                  <a:lnTo>
                    <a:pt x="367" y="250"/>
                  </a:lnTo>
                  <a:lnTo>
                    <a:pt x="363" y="255"/>
                  </a:lnTo>
                  <a:lnTo>
                    <a:pt x="358" y="261"/>
                  </a:lnTo>
                  <a:lnTo>
                    <a:pt x="353" y="266"/>
                  </a:lnTo>
                  <a:lnTo>
                    <a:pt x="348" y="272"/>
                  </a:lnTo>
                  <a:lnTo>
                    <a:pt x="344" y="278"/>
                  </a:lnTo>
                  <a:lnTo>
                    <a:pt x="340" y="283"/>
                  </a:lnTo>
                  <a:lnTo>
                    <a:pt x="336" y="288"/>
                  </a:lnTo>
                  <a:lnTo>
                    <a:pt x="332" y="292"/>
                  </a:lnTo>
                  <a:lnTo>
                    <a:pt x="329" y="296"/>
                  </a:lnTo>
                  <a:lnTo>
                    <a:pt x="326" y="300"/>
                  </a:lnTo>
                  <a:lnTo>
                    <a:pt x="323" y="303"/>
                  </a:lnTo>
                  <a:lnTo>
                    <a:pt x="321" y="306"/>
                  </a:lnTo>
                  <a:lnTo>
                    <a:pt x="318" y="309"/>
                  </a:lnTo>
                  <a:lnTo>
                    <a:pt x="317" y="311"/>
                  </a:lnTo>
                  <a:lnTo>
                    <a:pt x="315" y="312"/>
                  </a:lnTo>
                  <a:lnTo>
                    <a:pt x="314" y="314"/>
                  </a:lnTo>
                  <a:lnTo>
                    <a:pt x="313" y="315"/>
                  </a:lnTo>
                  <a:lnTo>
                    <a:pt x="312" y="315"/>
                  </a:lnTo>
                  <a:lnTo>
                    <a:pt x="311" y="314"/>
                  </a:lnTo>
                  <a:lnTo>
                    <a:pt x="310" y="312"/>
                  </a:lnTo>
                  <a:lnTo>
                    <a:pt x="309" y="311"/>
                  </a:lnTo>
                  <a:lnTo>
                    <a:pt x="307" y="309"/>
                  </a:lnTo>
                  <a:lnTo>
                    <a:pt x="305" y="306"/>
                  </a:lnTo>
                  <a:lnTo>
                    <a:pt x="303" y="303"/>
                  </a:lnTo>
                  <a:lnTo>
                    <a:pt x="300" y="300"/>
                  </a:lnTo>
                  <a:lnTo>
                    <a:pt x="297" y="296"/>
                  </a:lnTo>
                  <a:lnTo>
                    <a:pt x="294" y="292"/>
                  </a:lnTo>
                  <a:lnTo>
                    <a:pt x="290" y="288"/>
                  </a:lnTo>
                  <a:lnTo>
                    <a:pt x="286" y="283"/>
                  </a:lnTo>
                  <a:lnTo>
                    <a:pt x="282" y="278"/>
                  </a:lnTo>
                  <a:lnTo>
                    <a:pt x="277" y="272"/>
                  </a:lnTo>
                  <a:lnTo>
                    <a:pt x="272" y="266"/>
                  </a:lnTo>
                  <a:lnTo>
                    <a:pt x="267" y="261"/>
                  </a:lnTo>
                  <a:lnTo>
                    <a:pt x="263" y="255"/>
                  </a:lnTo>
                  <a:lnTo>
                    <a:pt x="258" y="250"/>
                  </a:lnTo>
                  <a:lnTo>
                    <a:pt x="254" y="245"/>
                  </a:lnTo>
                  <a:lnTo>
                    <a:pt x="251" y="241"/>
                  </a:lnTo>
                  <a:lnTo>
                    <a:pt x="247" y="237"/>
                  </a:lnTo>
                  <a:lnTo>
                    <a:pt x="244" y="233"/>
                  </a:lnTo>
                  <a:lnTo>
                    <a:pt x="242" y="230"/>
                  </a:lnTo>
                  <a:lnTo>
                    <a:pt x="239" y="227"/>
                  </a:lnTo>
                  <a:lnTo>
                    <a:pt x="237" y="224"/>
                  </a:lnTo>
                  <a:lnTo>
                    <a:pt x="235" y="222"/>
                  </a:lnTo>
                  <a:lnTo>
                    <a:pt x="234" y="221"/>
                  </a:lnTo>
                  <a:lnTo>
                    <a:pt x="233" y="219"/>
                  </a:lnTo>
                  <a:lnTo>
                    <a:pt x="232" y="218"/>
                  </a:lnTo>
                  <a:lnTo>
                    <a:pt x="233" y="218"/>
                  </a:lnTo>
                  <a:lnTo>
                    <a:pt x="234" y="218"/>
                  </a:lnTo>
                  <a:lnTo>
                    <a:pt x="235" y="218"/>
                  </a:lnTo>
                  <a:lnTo>
                    <a:pt x="236" y="218"/>
                  </a:lnTo>
                  <a:lnTo>
                    <a:pt x="237" y="218"/>
                  </a:lnTo>
                  <a:lnTo>
                    <a:pt x="239" y="218"/>
                  </a:lnTo>
                  <a:lnTo>
                    <a:pt x="240" y="218"/>
                  </a:lnTo>
                  <a:lnTo>
                    <a:pt x="242" y="218"/>
                  </a:lnTo>
                  <a:lnTo>
                    <a:pt x="244" y="218"/>
                  </a:lnTo>
                  <a:lnTo>
                    <a:pt x="246" y="218"/>
                  </a:lnTo>
                  <a:lnTo>
                    <a:pt x="248" y="218"/>
                  </a:lnTo>
                  <a:lnTo>
                    <a:pt x="250" y="218"/>
                  </a:lnTo>
                  <a:lnTo>
                    <a:pt x="253" y="218"/>
                  </a:lnTo>
                  <a:lnTo>
                    <a:pt x="255" y="218"/>
                  </a:lnTo>
                  <a:lnTo>
                    <a:pt x="257" y="218"/>
                  </a:lnTo>
                  <a:lnTo>
                    <a:pt x="258" y="218"/>
                  </a:lnTo>
                  <a:lnTo>
                    <a:pt x="260" y="218"/>
                  </a:lnTo>
                  <a:lnTo>
                    <a:pt x="262" y="218"/>
                  </a:lnTo>
                  <a:lnTo>
                    <a:pt x="263" y="218"/>
                  </a:lnTo>
                  <a:lnTo>
                    <a:pt x="264" y="218"/>
                  </a:lnTo>
                  <a:lnTo>
                    <a:pt x="265" y="218"/>
                  </a:lnTo>
                  <a:lnTo>
                    <a:pt x="266" y="218"/>
                  </a:lnTo>
                  <a:lnTo>
                    <a:pt x="267" y="218"/>
                  </a:lnTo>
                  <a:lnTo>
                    <a:pt x="268" y="218"/>
                  </a:lnTo>
                  <a:lnTo>
                    <a:pt x="269" y="218"/>
                  </a:lnTo>
                  <a:lnTo>
                    <a:pt x="269" y="217"/>
                  </a:lnTo>
                  <a:lnTo>
                    <a:pt x="269" y="216"/>
                  </a:lnTo>
                  <a:lnTo>
                    <a:pt x="269" y="215"/>
                  </a:lnTo>
                  <a:lnTo>
                    <a:pt x="268" y="213"/>
                  </a:lnTo>
                  <a:lnTo>
                    <a:pt x="268" y="212"/>
                  </a:lnTo>
                  <a:lnTo>
                    <a:pt x="268" y="211"/>
                  </a:lnTo>
                  <a:lnTo>
                    <a:pt x="268" y="209"/>
                  </a:lnTo>
                  <a:lnTo>
                    <a:pt x="268" y="207"/>
                  </a:lnTo>
                  <a:lnTo>
                    <a:pt x="267" y="205"/>
                  </a:lnTo>
                  <a:lnTo>
                    <a:pt x="267" y="203"/>
                  </a:lnTo>
                  <a:lnTo>
                    <a:pt x="267" y="201"/>
                  </a:lnTo>
                  <a:lnTo>
                    <a:pt x="266" y="199"/>
                  </a:lnTo>
                  <a:lnTo>
                    <a:pt x="266" y="196"/>
                  </a:lnTo>
                  <a:lnTo>
                    <a:pt x="265" y="193"/>
                  </a:lnTo>
                  <a:lnTo>
                    <a:pt x="265" y="190"/>
                  </a:lnTo>
                  <a:lnTo>
                    <a:pt x="265" y="188"/>
                  </a:lnTo>
                  <a:lnTo>
                    <a:pt x="264" y="185"/>
                  </a:lnTo>
                  <a:lnTo>
                    <a:pt x="264" y="182"/>
                  </a:lnTo>
                  <a:lnTo>
                    <a:pt x="263" y="180"/>
                  </a:lnTo>
                  <a:lnTo>
                    <a:pt x="263" y="177"/>
                  </a:lnTo>
                  <a:lnTo>
                    <a:pt x="262" y="174"/>
                  </a:lnTo>
                  <a:lnTo>
                    <a:pt x="261" y="171"/>
                  </a:lnTo>
                  <a:lnTo>
                    <a:pt x="261" y="169"/>
                  </a:lnTo>
                  <a:lnTo>
                    <a:pt x="260" y="166"/>
                  </a:lnTo>
                  <a:lnTo>
                    <a:pt x="259" y="163"/>
                  </a:lnTo>
                  <a:lnTo>
                    <a:pt x="259" y="161"/>
                  </a:lnTo>
                  <a:lnTo>
                    <a:pt x="258" y="158"/>
                  </a:lnTo>
                  <a:lnTo>
                    <a:pt x="257" y="155"/>
                  </a:lnTo>
                  <a:lnTo>
                    <a:pt x="257" y="152"/>
                  </a:lnTo>
                  <a:lnTo>
                    <a:pt x="256" y="150"/>
                  </a:lnTo>
                  <a:lnTo>
                    <a:pt x="255" y="147"/>
                  </a:lnTo>
                  <a:lnTo>
                    <a:pt x="254" y="144"/>
                  </a:lnTo>
                  <a:lnTo>
                    <a:pt x="253" y="142"/>
                  </a:lnTo>
                  <a:lnTo>
                    <a:pt x="252" y="139"/>
                  </a:lnTo>
                  <a:lnTo>
                    <a:pt x="250" y="136"/>
                  </a:lnTo>
                  <a:lnTo>
                    <a:pt x="249" y="133"/>
                  </a:lnTo>
                  <a:lnTo>
                    <a:pt x="248" y="131"/>
                  </a:lnTo>
                  <a:lnTo>
                    <a:pt x="247" y="128"/>
                  </a:lnTo>
                  <a:lnTo>
                    <a:pt x="245" y="125"/>
                  </a:lnTo>
                  <a:lnTo>
                    <a:pt x="243" y="123"/>
                  </a:lnTo>
                  <a:lnTo>
                    <a:pt x="242" y="120"/>
                  </a:lnTo>
                  <a:lnTo>
                    <a:pt x="240" y="117"/>
                  </a:lnTo>
                  <a:lnTo>
                    <a:pt x="238" y="114"/>
                  </a:lnTo>
                  <a:lnTo>
                    <a:pt x="237" y="112"/>
                  </a:lnTo>
                  <a:lnTo>
                    <a:pt x="235" y="109"/>
                  </a:lnTo>
                  <a:lnTo>
                    <a:pt x="233" y="106"/>
                  </a:lnTo>
                  <a:lnTo>
                    <a:pt x="230" y="104"/>
                  </a:lnTo>
                  <a:lnTo>
                    <a:pt x="228" y="101"/>
                  </a:lnTo>
                  <a:lnTo>
                    <a:pt x="226" y="98"/>
                  </a:lnTo>
                  <a:lnTo>
                    <a:pt x="223" y="95"/>
                  </a:lnTo>
                  <a:lnTo>
                    <a:pt x="220" y="93"/>
                  </a:lnTo>
                  <a:lnTo>
                    <a:pt x="217" y="90"/>
                  </a:lnTo>
                  <a:lnTo>
                    <a:pt x="214" y="87"/>
                  </a:lnTo>
                  <a:lnTo>
                    <a:pt x="211" y="85"/>
                  </a:lnTo>
                  <a:lnTo>
                    <a:pt x="208" y="82"/>
                  </a:lnTo>
                  <a:lnTo>
                    <a:pt x="204" y="79"/>
                  </a:lnTo>
                  <a:lnTo>
                    <a:pt x="201" y="76"/>
                  </a:lnTo>
                  <a:lnTo>
                    <a:pt x="197" y="74"/>
                  </a:lnTo>
                  <a:lnTo>
                    <a:pt x="193" y="71"/>
                  </a:lnTo>
                  <a:lnTo>
                    <a:pt x="189" y="68"/>
                  </a:lnTo>
                  <a:lnTo>
                    <a:pt x="185" y="66"/>
                  </a:lnTo>
                  <a:lnTo>
                    <a:pt x="180" y="63"/>
                  </a:lnTo>
                  <a:lnTo>
                    <a:pt x="176" y="60"/>
                  </a:lnTo>
                  <a:lnTo>
                    <a:pt x="172" y="58"/>
                  </a:lnTo>
                  <a:lnTo>
                    <a:pt x="167" y="55"/>
                  </a:lnTo>
                  <a:lnTo>
                    <a:pt x="163" y="53"/>
                  </a:lnTo>
                  <a:lnTo>
                    <a:pt x="158" y="50"/>
                  </a:lnTo>
                  <a:lnTo>
                    <a:pt x="154" y="48"/>
                  </a:lnTo>
                  <a:lnTo>
                    <a:pt x="149" y="45"/>
                  </a:lnTo>
                  <a:lnTo>
                    <a:pt x="145" y="43"/>
                  </a:lnTo>
                  <a:lnTo>
                    <a:pt x="140" y="41"/>
                  </a:lnTo>
                  <a:lnTo>
                    <a:pt x="136" y="38"/>
                  </a:lnTo>
                  <a:lnTo>
                    <a:pt x="131" y="36"/>
                  </a:lnTo>
                  <a:lnTo>
                    <a:pt x="127" y="34"/>
                  </a:lnTo>
                  <a:lnTo>
                    <a:pt x="122" y="32"/>
                  </a:lnTo>
                  <a:lnTo>
                    <a:pt x="117" y="30"/>
                  </a:lnTo>
                  <a:lnTo>
                    <a:pt x="113" y="28"/>
                  </a:lnTo>
                  <a:lnTo>
                    <a:pt x="108" y="26"/>
                  </a:lnTo>
                  <a:lnTo>
                    <a:pt x="103" y="24"/>
                  </a:lnTo>
                  <a:lnTo>
                    <a:pt x="99" y="22"/>
                  </a:lnTo>
                  <a:lnTo>
                    <a:pt x="94" y="20"/>
                  </a:lnTo>
                  <a:lnTo>
                    <a:pt x="89" y="19"/>
                  </a:lnTo>
                  <a:lnTo>
                    <a:pt x="85" y="18"/>
                  </a:lnTo>
                  <a:lnTo>
                    <a:pt x="80" y="16"/>
                  </a:lnTo>
                  <a:lnTo>
                    <a:pt x="75" y="15"/>
                  </a:lnTo>
                  <a:lnTo>
                    <a:pt x="71" y="14"/>
                  </a:lnTo>
                  <a:lnTo>
                    <a:pt x="66" y="14"/>
                  </a:lnTo>
                  <a:lnTo>
                    <a:pt x="61" y="13"/>
                  </a:lnTo>
                  <a:lnTo>
                    <a:pt x="57" y="12"/>
                  </a:lnTo>
                  <a:lnTo>
                    <a:pt x="52" y="12"/>
                  </a:lnTo>
                  <a:lnTo>
                    <a:pt x="47" y="11"/>
                  </a:lnTo>
                  <a:lnTo>
                    <a:pt x="42" y="11"/>
                  </a:lnTo>
                  <a:lnTo>
                    <a:pt x="38" y="11"/>
                  </a:lnTo>
                  <a:lnTo>
                    <a:pt x="33" y="11"/>
                  </a:lnTo>
                  <a:lnTo>
                    <a:pt x="29" y="11"/>
                  </a:lnTo>
                  <a:lnTo>
                    <a:pt x="25" y="11"/>
                  </a:lnTo>
                  <a:lnTo>
                    <a:pt x="21" y="11"/>
                  </a:lnTo>
                  <a:lnTo>
                    <a:pt x="18" y="11"/>
                  </a:lnTo>
                  <a:lnTo>
                    <a:pt x="15" y="11"/>
                  </a:lnTo>
                  <a:lnTo>
                    <a:pt x="12" y="11"/>
                  </a:lnTo>
                  <a:lnTo>
                    <a:pt x="10" y="11"/>
                  </a:lnTo>
                  <a:lnTo>
                    <a:pt x="7" y="11"/>
                  </a:lnTo>
                  <a:lnTo>
                    <a:pt x="6" y="11"/>
                  </a:lnTo>
                  <a:lnTo>
                    <a:pt x="4" y="11"/>
                  </a:lnTo>
                  <a:lnTo>
                    <a:pt x="3" y="11"/>
                  </a:lnTo>
                  <a:lnTo>
                    <a:pt x="2" y="11"/>
                  </a:lnTo>
                  <a:lnTo>
                    <a:pt x="1" y="11"/>
                  </a:lnTo>
                  <a:lnTo>
                    <a:pt x="0" y="11"/>
                  </a:lnTo>
                  <a:lnTo>
                    <a:pt x="0" y="10"/>
                  </a:lnTo>
                  <a:lnTo>
                    <a:pt x="0" y="9"/>
                  </a:lnTo>
                  <a:lnTo>
                    <a:pt x="0" y="8"/>
                  </a:lnTo>
                  <a:lnTo>
                    <a:pt x="0" y="7"/>
                  </a:lnTo>
                  <a:lnTo>
                    <a:pt x="0" y="6"/>
                  </a:lnTo>
                  <a:lnTo>
                    <a:pt x="0" y="5"/>
                  </a:lnTo>
                  <a:lnTo>
                    <a:pt x="0" y="4"/>
                  </a:lnTo>
                  <a:lnTo>
                    <a:pt x="0" y="3"/>
                  </a:lnTo>
                  <a:lnTo>
                    <a:pt x="0" y="2"/>
                  </a:lnTo>
                  <a:lnTo>
                    <a:pt x="0" y="1"/>
                  </a:lnTo>
                  <a:lnTo>
                    <a:pt x="0" y="0"/>
                  </a:lnTo>
                  <a:lnTo>
                    <a:pt x="1" y="0"/>
                  </a:lnTo>
                  <a:lnTo>
                    <a:pt x="2" y="0"/>
                  </a:lnTo>
                  <a:lnTo>
                    <a:pt x="3" y="0"/>
                  </a:lnTo>
                  <a:lnTo>
                    <a:pt x="4" y="0"/>
                  </a:lnTo>
                  <a:lnTo>
                    <a:pt x="6" y="0"/>
                  </a:lnTo>
                  <a:lnTo>
                    <a:pt x="8" y="0"/>
                  </a:lnTo>
                  <a:lnTo>
                    <a:pt x="10" y="0"/>
                  </a:lnTo>
                  <a:lnTo>
                    <a:pt x="13" y="0"/>
                  </a:lnTo>
                  <a:lnTo>
                    <a:pt x="16" y="0"/>
                  </a:lnTo>
                  <a:lnTo>
                    <a:pt x="19" y="0"/>
                  </a:lnTo>
                  <a:lnTo>
                    <a:pt x="23" y="0"/>
                  </a:lnTo>
                  <a:lnTo>
                    <a:pt x="27" y="0"/>
                  </a:lnTo>
                  <a:lnTo>
                    <a:pt x="31" y="0"/>
                  </a:lnTo>
                  <a:lnTo>
                    <a:pt x="36" y="0"/>
                  </a:lnTo>
                  <a:lnTo>
                    <a:pt x="41" y="0"/>
                  </a:lnTo>
                  <a:lnTo>
                    <a:pt x="46" y="0"/>
                  </a:lnTo>
                  <a:lnTo>
                    <a:pt x="51" y="0"/>
                  </a:lnTo>
                  <a:lnTo>
                    <a:pt x="56" y="1"/>
                  </a:lnTo>
                  <a:lnTo>
                    <a:pt x="61" y="1"/>
                  </a:lnTo>
                  <a:lnTo>
                    <a:pt x="66" y="1"/>
                  </a:lnTo>
                  <a:lnTo>
                    <a:pt x="71" y="1"/>
                  </a:lnTo>
                  <a:lnTo>
                    <a:pt x="76" y="1"/>
                  </a:lnTo>
                  <a:lnTo>
                    <a:pt x="81" y="2"/>
                  </a:lnTo>
                  <a:lnTo>
                    <a:pt x="86" y="2"/>
                  </a:lnTo>
                  <a:lnTo>
                    <a:pt x="90" y="2"/>
                  </a:lnTo>
                  <a:lnTo>
                    <a:pt x="95" y="3"/>
                  </a:lnTo>
                  <a:lnTo>
                    <a:pt x="100" y="3"/>
                  </a:lnTo>
                  <a:lnTo>
                    <a:pt x="105" y="4"/>
                  </a:lnTo>
                  <a:lnTo>
                    <a:pt x="110" y="5"/>
                  </a:lnTo>
                  <a:lnTo>
                    <a:pt x="114" y="5"/>
                  </a:lnTo>
                  <a:lnTo>
                    <a:pt x="119" y="6"/>
                  </a:lnTo>
                  <a:lnTo>
                    <a:pt x="124" y="7"/>
                  </a:lnTo>
                  <a:lnTo>
                    <a:pt x="128" y="7"/>
                  </a:lnTo>
                  <a:lnTo>
                    <a:pt x="133" y="8"/>
                  </a:lnTo>
                  <a:lnTo>
                    <a:pt x="138" y="9"/>
                  </a:lnTo>
                  <a:lnTo>
                    <a:pt x="142" y="10"/>
                  </a:lnTo>
                  <a:lnTo>
                    <a:pt x="147" y="11"/>
                  </a:lnTo>
                  <a:lnTo>
                    <a:pt x="152" y="13"/>
                  </a:lnTo>
                  <a:lnTo>
                    <a:pt x="157" y="14"/>
                  </a:lnTo>
                  <a:lnTo>
                    <a:pt x="161" y="15"/>
                  </a:lnTo>
                  <a:lnTo>
                    <a:pt x="166" y="17"/>
                  </a:lnTo>
                  <a:lnTo>
                    <a:pt x="171" y="18"/>
                  </a:lnTo>
                  <a:lnTo>
                    <a:pt x="175" y="20"/>
                  </a:lnTo>
                  <a:lnTo>
                    <a:pt x="180" y="22"/>
                  </a:lnTo>
                  <a:lnTo>
                    <a:pt x="185" y="24"/>
                  </a:lnTo>
                  <a:lnTo>
                    <a:pt x="189" y="26"/>
                  </a:lnTo>
                  <a:lnTo>
                    <a:pt x="194" y="28"/>
                  </a:lnTo>
                  <a:lnTo>
                    <a:pt x="199" y="30"/>
                  </a:lnTo>
                  <a:lnTo>
                    <a:pt x="203" y="32"/>
                  </a:lnTo>
                  <a:lnTo>
                    <a:pt x="208" y="34"/>
                  </a:lnTo>
                  <a:lnTo>
                    <a:pt x="213" y="36"/>
                  </a:lnTo>
                  <a:lnTo>
                    <a:pt x="218" y="39"/>
                  </a:lnTo>
                  <a:lnTo>
                    <a:pt x="223" y="41"/>
                  </a:lnTo>
                  <a:lnTo>
                    <a:pt x="227" y="44"/>
                  </a:lnTo>
                  <a:lnTo>
                    <a:pt x="232" y="47"/>
                  </a:lnTo>
                  <a:lnTo>
                    <a:pt x="237" y="49"/>
                  </a:lnTo>
                  <a:lnTo>
                    <a:pt x="242" y="52"/>
                  </a:lnTo>
                  <a:lnTo>
                    <a:pt x="247" y="55"/>
                  </a:lnTo>
                  <a:lnTo>
                    <a:pt x="252" y="58"/>
                  </a:lnTo>
                  <a:lnTo>
                    <a:pt x="257" y="61"/>
                  </a:lnTo>
                  <a:lnTo>
                    <a:pt x="262" y="64"/>
                  </a:lnTo>
                  <a:lnTo>
                    <a:pt x="267" y="68"/>
                  </a:lnTo>
                  <a:lnTo>
                    <a:pt x="272" y="71"/>
                  </a:lnTo>
                  <a:lnTo>
                    <a:pt x="277" y="74"/>
                  </a:lnTo>
                  <a:lnTo>
                    <a:pt x="282" y="78"/>
                  </a:lnTo>
                  <a:lnTo>
                    <a:pt x="287" y="81"/>
                  </a:lnTo>
                  <a:lnTo>
                    <a:pt x="291" y="85"/>
                  </a:lnTo>
                  <a:lnTo>
                    <a:pt x="295" y="88"/>
                  </a:lnTo>
                  <a:lnTo>
                    <a:pt x="300" y="92"/>
                  </a:lnTo>
                  <a:lnTo>
                    <a:pt x="303" y="96"/>
                  </a:lnTo>
                  <a:lnTo>
                    <a:pt x="307" y="99"/>
                  </a:lnTo>
                  <a:lnTo>
                    <a:pt x="311" y="103"/>
                  </a:lnTo>
                  <a:lnTo>
                    <a:pt x="314" y="107"/>
                  </a:lnTo>
                  <a:lnTo>
                    <a:pt x="318" y="111"/>
                  </a:lnTo>
                  <a:lnTo>
                    <a:pt x="321" y="115"/>
                  </a:lnTo>
                  <a:lnTo>
                    <a:pt x="324" y="119"/>
                  </a:lnTo>
                  <a:lnTo>
                    <a:pt x="326" y="123"/>
                  </a:lnTo>
                  <a:lnTo>
                    <a:pt x="329" y="127"/>
                  </a:lnTo>
                  <a:lnTo>
                    <a:pt x="332" y="131"/>
                  </a:lnTo>
                  <a:lnTo>
                    <a:pt x="334" y="135"/>
                  </a:lnTo>
                  <a:lnTo>
                    <a:pt x="336" y="139"/>
                  </a:lnTo>
                  <a:lnTo>
                    <a:pt x="338" y="143"/>
                  </a:lnTo>
                  <a:lnTo>
                    <a:pt x="340" y="147"/>
                  </a:lnTo>
                  <a:lnTo>
                    <a:pt x="342" y="151"/>
                  </a:lnTo>
                  <a:lnTo>
                    <a:pt x="344" y="154"/>
                  </a:lnTo>
                  <a:lnTo>
                    <a:pt x="346" y="158"/>
                  </a:lnTo>
                  <a:lnTo>
                    <a:pt x="347" y="162"/>
                  </a:lnTo>
                  <a:lnTo>
                    <a:pt x="349" y="166"/>
                  </a:lnTo>
                  <a:lnTo>
                    <a:pt x="350" y="169"/>
                  </a:lnTo>
                  <a:lnTo>
                    <a:pt x="351" y="173"/>
                  </a:lnTo>
                  <a:lnTo>
                    <a:pt x="353" y="177"/>
                  </a:lnTo>
                  <a:lnTo>
                    <a:pt x="354" y="180"/>
                  </a:lnTo>
                  <a:lnTo>
                    <a:pt x="355" y="184"/>
                  </a:lnTo>
                  <a:lnTo>
                    <a:pt x="356" y="187"/>
                  </a:lnTo>
                  <a:lnTo>
                    <a:pt x="357" y="190"/>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Freeform 34">
              <a:extLst>
                <a:ext uri="{FF2B5EF4-FFF2-40B4-BE49-F238E27FC236}">
                  <a16:creationId xmlns:a16="http://schemas.microsoft.com/office/drawing/2014/main" id="{085201B2-FF70-C64E-7596-4024447E185B}"/>
                </a:ext>
              </a:extLst>
            </p:cNvPr>
            <p:cNvSpPr>
              <a:spLocks/>
            </p:cNvSpPr>
            <p:nvPr/>
          </p:nvSpPr>
          <p:spPr bwMode="gray">
            <a:xfrm>
              <a:off x="9506835" y="4530806"/>
              <a:ext cx="1209816" cy="536265"/>
            </a:xfrm>
            <a:custGeom>
              <a:avLst/>
              <a:gdLst>
                <a:gd name="T0" fmla="*/ 10258 w 473"/>
                <a:gd name="T1" fmla="*/ 378 h 238"/>
                <a:gd name="T2" fmla="*/ 10297 w 473"/>
                <a:gd name="T3" fmla="*/ 397 h 238"/>
                <a:gd name="T4" fmla="*/ 10338 w 473"/>
                <a:gd name="T5" fmla="*/ 397 h 238"/>
                <a:gd name="T6" fmla="*/ 10538 w 473"/>
                <a:gd name="T7" fmla="*/ 397 h 238"/>
                <a:gd name="T8" fmla="*/ 10865 w 473"/>
                <a:gd name="T9" fmla="*/ 397 h 238"/>
                <a:gd name="T10" fmla="*/ 11124 w 473"/>
                <a:gd name="T11" fmla="*/ 397 h 238"/>
                <a:gd name="T12" fmla="*/ 11204 w 473"/>
                <a:gd name="T13" fmla="*/ 397 h 238"/>
                <a:gd name="T14" fmla="*/ 10991 w 473"/>
                <a:gd name="T15" fmla="*/ 411 h 238"/>
                <a:gd name="T16" fmla="*/ 10337 w 473"/>
                <a:gd name="T17" fmla="*/ 463 h 238"/>
                <a:gd name="T18" fmla="*/ 9457 w 473"/>
                <a:gd name="T19" fmla="*/ 530 h 238"/>
                <a:gd name="T20" fmla="*/ 8997 w 473"/>
                <a:gd name="T21" fmla="*/ 565 h 238"/>
                <a:gd name="T22" fmla="*/ 8858 w 473"/>
                <a:gd name="T23" fmla="*/ 567 h 238"/>
                <a:gd name="T24" fmla="*/ 8452 w 473"/>
                <a:gd name="T25" fmla="*/ 537 h 238"/>
                <a:gd name="T26" fmla="*/ 7590 w 473"/>
                <a:gd name="T27" fmla="*/ 476 h 238"/>
                <a:gd name="T28" fmla="*/ 6857 w 473"/>
                <a:gd name="T29" fmla="*/ 420 h 238"/>
                <a:gd name="T30" fmla="*/ 6562 w 473"/>
                <a:gd name="T31" fmla="*/ 399 h 238"/>
                <a:gd name="T32" fmla="*/ 6651 w 473"/>
                <a:gd name="T33" fmla="*/ 397 h 238"/>
                <a:gd name="T34" fmla="*/ 6924 w 473"/>
                <a:gd name="T35" fmla="*/ 397 h 238"/>
                <a:gd name="T36" fmla="*/ 7369 w 473"/>
                <a:gd name="T37" fmla="*/ 397 h 238"/>
                <a:gd name="T38" fmla="*/ 7590 w 473"/>
                <a:gd name="T39" fmla="*/ 397 h 238"/>
                <a:gd name="T40" fmla="*/ 7642 w 473"/>
                <a:gd name="T41" fmla="*/ 397 h 238"/>
                <a:gd name="T42" fmla="*/ 7631 w 473"/>
                <a:gd name="T43" fmla="*/ 382 h 238"/>
                <a:gd name="T44" fmla="*/ 7565 w 473"/>
                <a:gd name="T45" fmla="*/ 354 h 238"/>
                <a:gd name="T46" fmla="*/ 7483 w 473"/>
                <a:gd name="T47" fmla="*/ 321 h 238"/>
                <a:gd name="T48" fmla="*/ 7333 w 473"/>
                <a:gd name="T49" fmla="*/ 288 h 238"/>
                <a:gd name="T50" fmla="*/ 7138 w 473"/>
                <a:gd name="T51" fmla="*/ 250 h 238"/>
                <a:gd name="T52" fmla="*/ 6905 w 473"/>
                <a:gd name="T53" fmla="*/ 220 h 238"/>
                <a:gd name="T54" fmla="*/ 6489 w 473"/>
                <a:gd name="T55" fmla="*/ 184 h 238"/>
                <a:gd name="T56" fmla="*/ 5912 w 473"/>
                <a:gd name="T57" fmla="*/ 150 h 238"/>
                <a:gd name="T58" fmla="*/ 5139 w 473"/>
                <a:gd name="T59" fmla="*/ 112 h 238"/>
                <a:gd name="T60" fmla="*/ 4239 w 473"/>
                <a:gd name="T61" fmla="*/ 83 h 238"/>
                <a:gd name="T62" fmla="*/ 3318 w 473"/>
                <a:gd name="T63" fmla="*/ 50 h 238"/>
                <a:gd name="T64" fmla="*/ 2403 w 473"/>
                <a:gd name="T65" fmla="*/ 32 h 238"/>
                <a:gd name="T66" fmla="*/ 1473 w 473"/>
                <a:gd name="T67" fmla="*/ 9 h 238"/>
                <a:gd name="T68" fmla="*/ 601 w 473"/>
                <a:gd name="T69" fmla="*/ 9 h 238"/>
                <a:gd name="T70" fmla="*/ 103 w 473"/>
                <a:gd name="T71" fmla="*/ 9 h 238"/>
                <a:gd name="T72" fmla="*/ 0 w 473"/>
                <a:gd name="T73" fmla="*/ 9 h 238"/>
                <a:gd name="T74" fmla="*/ 0 w 473"/>
                <a:gd name="T75" fmla="*/ 7 h 238"/>
                <a:gd name="T76" fmla="*/ 0 w 473"/>
                <a:gd name="T77" fmla="*/ 5 h 238"/>
                <a:gd name="T78" fmla="*/ 0 w 473"/>
                <a:gd name="T79" fmla="*/ 2 h 238"/>
                <a:gd name="T80" fmla="*/ 0 w 473"/>
                <a:gd name="T81" fmla="*/ 1 h 238"/>
                <a:gd name="T82" fmla="*/ 123 w 473"/>
                <a:gd name="T83" fmla="*/ 0 h 238"/>
                <a:gd name="T84" fmla="*/ 637 w 473"/>
                <a:gd name="T85" fmla="*/ 0 h 238"/>
                <a:gd name="T86" fmla="*/ 1588 w 473"/>
                <a:gd name="T87" fmla="*/ 1 h 238"/>
                <a:gd name="T88" fmla="*/ 2566 w 473"/>
                <a:gd name="T89" fmla="*/ 2 h 238"/>
                <a:gd name="T90" fmla="*/ 3493 w 473"/>
                <a:gd name="T91" fmla="*/ 5 h 238"/>
                <a:gd name="T92" fmla="*/ 4451 w 473"/>
                <a:gd name="T93" fmla="*/ 29 h 238"/>
                <a:gd name="T94" fmla="*/ 5378 w 473"/>
                <a:gd name="T95" fmla="*/ 44 h 238"/>
                <a:gd name="T96" fmla="*/ 6336 w 473"/>
                <a:gd name="T97" fmla="*/ 76 h 238"/>
                <a:gd name="T98" fmla="*/ 7307 w 473"/>
                <a:gd name="T99" fmla="*/ 111 h 238"/>
                <a:gd name="T100" fmla="*/ 8282 w 473"/>
                <a:gd name="T101" fmla="*/ 155 h 238"/>
                <a:gd name="T102" fmla="*/ 9025 w 473"/>
                <a:gd name="T103" fmla="*/ 202 h 238"/>
                <a:gd name="T104" fmla="*/ 9580 w 473"/>
                <a:gd name="T105" fmla="*/ 250 h 238"/>
                <a:gd name="T106" fmla="*/ 9910 w 473"/>
                <a:gd name="T107" fmla="*/ 300 h 238"/>
                <a:gd name="T108" fmla="*/ 10133 w 473"/>
                <a:gd name="T109" fmla="*/ 347 h 2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73" h="238">
                  <a:moveTo>
                    <a:pt x="427" y="143"/>
                  </a:moveTo>
                  <a:lnTo>
                    <a:pt x="428" y="146"/>
                  </a:lnTo>
                  <a:lnTo>
                    <a:pt x="429" y="148"/>
                  </a:lnTo>
                  <a:lnTo>
                    <a:pt x="430" y="150"/>
                  </a:lnTo>
                  <a:lnTo>
                    <a:pt x="431" y="152"/>
                  </a:lnTo>
                  <a:lnTo>
                    <a:pt x="431" y="154"/>
                  </a:lnTo>
                  <a:lnTo>
                    <a:pt x="432" y="155"/>
                  </a:lnTo>
                  <a:lnTo>
                    <a:pt x="432" y="157"/>
                  </a:lnTo>
                  <a:lnTo>
                    <a:pt x="433" y="158"/>
                  </a:lnTo>
                  <a:lnTo>
                    <a:pt x="433" y="160"/>
                  </a:lnTo>
                  <a:lnTo>
                    <a:pt x="434" y="161"/>
                  </a:lnTo>
                  <a:lnTo>
                    <a:pt x="434" y="162"/>
                  </a:lnTo>
                  <a:lnTo>
                    <a:pt x="434" y="163"/>
                  </a:lnTo>
                  <a:lnTo>
                    <a:pt x="435" y="163"/>
                  </a:lnTo>
                  <a:lnTo>
                    <a:pt x="436" y="163"/>
                  </a:lnTo>
                  <a:lnTo>
                    <a:pt x="437" y="163"/>
                  </a:lnTo>
                  <a:lnTo>
                    <a:pt x="438" y="163"/>
                  </a:lnTo>
                  <a:lnTo>
                    <a:pt x="439" y="163"/>
                  </a:lnTo>
                  <a:lnTo>
                    <a:pt x="441" y="163"/>
                  </a:lnTo>
                  <a:lnTo>
                    <a:pt x="442" y="163"/>
                  </a:lnTo>
                  <a:lnTo>
                    <a:pt x="444" y="163"/>
                  </a:lnTo>
                  <a:lnTo>
                    <a:pt x="445" y="163"/>
                  </a:lnTo>
                  <a:lnTo>
                    <a:pt x="447" y="163"/>
                  </a:lnTo>
                  <a:lnTo>
                    <a:pt x="449" y="163"/>
                  </a:lnTo>
                  <a:lnTo>
                    <a:pt x="451" y="163"/>
                  </a:lnTo>
                  <a:lnTo>
                    <a:pt x="454" y="163"/>
                  </a:lnTo>
                  <a:lnTo>
                    <a:pt x="456" y="163"/>
                  </a:lnTo>
                  <a:lnTo>
                    <a:pt x="458" y="163"/>
                  </a:lnTo>
                  <a:lnTo>
                    <a:pt x="460" y="163"/>
                  </a:lnTo>
                  <a:lnTo>
                    <a:pt x="462" y="163"/>
                  </a:lnTo>
                  <a:lnTo>
                    <a:pt x="463" y="163"/>
                  </a:lnTo>
                  <a:lnTo>
                    <a:pt x="465" y="163"/>
                  </a:lnTo>
                  <a:lnTo>
                    <a:pt x="466" y="163"/>
                  </a:lnTo>
                  <a:lnTo>
                    <a:pt x="468" y="163"/>
                  </a:lnTo>
                  <a:lnTo>
                    <a:pt x="469" y="163"/>
                  </a:lnTo>
                  <a:lnTo>
                    <a:pt x="470" y="163"/>
                  </a:lnTo>
                  <a:lnTo>
                    <a:pt x="471" y="163"/>
                  </a:lnTo>
                  <a:lnTo>
                    <a:pt x="472" y="163"/>
                  </a:lnTo>
                  <a:lnTo>
                    <a:pt x="472" y="164"/>
                  </a:lnTo>
                  <a:lnTo>
                    <a:pt x="471" y="164"/>
                  </a:lnTo>
                  <a:lnTo>
                    <a:pt x="471" y="165"/>
                  </a:lnTo>
                  <a:lnTo>
                    <a:pt x="469" y="166"/>
                  </a:lnTo>
                  <a:lnTo>
                    <a:pt x="467" y="167"/>
                  </a:lnTo>
                  <a:lnTo>
                    <a:pt x="465" y="169"/>
                  </a:lnTo>
                  <a:lnTo>
                    <a:pt x="463" y="170"/>
                  </a:lnTo>
                  <a:lnTo>
                    <a:pt x="460" y="173"/>
                  </a:lnTo>
                  <a:lnTo>
                    <a:pt x="457" y="175"/>
                  </a:lnTo>
                  <a:lnTo>
                    <a:pt x="453" y="178"/>
                  </a:lnTo>
                  <a:lnTo>
                    <a:pt x="449" y="181"/>
                  </a:lnTo>
                  <a:lnTo>
                    <a:pt x="445" y="184"/>
                  </a:lnTo>
                  <a:lnTo>
                    <a:pt x="440" y="188"/>
                  </a:lnTo>
                  <a:lnTo>
                    <a:pt x="435" y="191"/>
                  </a:lnTo>
                  <a:lnTo>
                    <a:pt x="429" y="196"/>
                  </a:lnTo>
                  <a:lnTo>
                    <a:pt x="424" y="200"/>
                  </a:lnTo>
                  <a:lnTo>
                    <a:pt x="418" y="205"/>
                  </a:lnTo>
                  <a:lnTo>
                    <a:pt x="412" y="209"/>
                  </a:lnTo>
                  <a:lnTo>
                    <a:pt x="407" y="213"/>
                  </a:lnTo>
                  <a:lnTo>
                    <a:pt x="402" y="216"/>
                  </a:lnTo>
                  <a:lnTo>
                    <a:pt x="398" y="219"/>
                  </a:lnTo>
                  <a:lnTo>
                    <a:pt x="394" y="222"/>
                  </a:lnTo>
                  <a:lnTo>
                    <a:pt x="390" y="225"/>
                  </a:lnTo>
                  <a:lnTo>
                    <a:pt x="387" y="228"/>
                  </a:lnTo>
                  <a:lnTo>
                    <a:pt x="384" y="230"/>
                  </a:lnTo>
                  <a:lnTo>
                    <a:pt x="382" y="232"/>
                  </a:lnTo>
                  <a:lnTo>
                    <a:pt x="380" y="233"/>
                  </a:lnTo>
                  <a:lnTo>
                    <a:pt x="378" y="234"/>
                  </a:lnTo>
                  <a:lnTo>
                    <a:pt x="376" y="235"/>
                  </a:lnTo>
                  <a:lnTo>
                    <a:pt x="376" y="236"/>
                  </a:lnTo>
                  <a:lnTo>
                    <a:pt x="375" y="237"/>
                  </a:lnTo>
                  <a:lnTo>
                    <a:pt x="374" y="236"/>
                  </a:lnTo>
                  <a:lnTo>
                    <a:pt x="373" y="235"/>
                  </a:lnTo>
                  <a:lnTo>
                    <a:pt x="372" y="234"/>
                  </a:lnTo>
                  <a:lnTo>
                    <a:pt x="370" y="233"/>
                  </a:lnTo>
                  <a:lnTo>
                    <a:pt x="368" y="232"/>
                  </a:lnTo>
                  <a:lnTo>
                    <a:pt x="365" y="230"/>
                  </a:lnTo>
                  <a:lnTo>
                    <a:pt x="363" y="228"/>
                  </a:lnTo>
                  <a:lnTo>
                    <a:pt x="359" y="225"/>
                  </a:lnTo>
                  <a:lnTo>
                    <a:pt x="356" y="222"/>
                  </a:lnTo>
                  <a:lnTo>
                    <a:pt x="352" y="219"/>
                  </a:lnTo>
                  <a:lnTo>
                    <a:pt x="347" y="216"/>
                  </a:lnTo>
                  <a:lnTo>
                    <a:pt x="343" y="213"/>
                  </a:lnTo>
                  <a:lnTo>
                    <a:pt x="337" y="209"/>
                  </a:lnTo>
                  <a:lnTo>
                    <a:pt x="332" y="205"/>
                  </a:lnTo>
                  <a:lnTo>
                    <a:pt x="326" y="200"/>
                  </a:lnTo>
                  <a:lnTo>
                    <a:pt x="320" y="196"/>
                  </a:lnTo>
                  <a:lnTo>
                    <a:pt x="315" y="191"/>
                  </a:lnTo>
                  <a:lnTo>
                    <a:pt x="309" y="188"/>
                  </a:lnTo>
                  <a:lnTo>
                    <a:pt x="305" y="184"/>
                  </a:lnTo>
                  <a:lnTo>
                    <a:pt x="300" y="181"/>
                  </a:lnTo>
                  <a:lnTo>
                    <a:pt x="296" y="178"/>
                  </a:lnTo>
                  <a:lnTo>
                    <a:pt x="293" y="175"/>
                  </a:lnTo>
                  <a:lnTo>
                    <a:pt x="289" y="173"/>
                  </a:lnTo>
                  <a:lnTo>
                    <a:pt x="287" y="170"/>
                  </a:lnTo>
                  <a:lnTo>
                    <a:pt x="284" y="169"/>
                  </a:lnTo>
                  <a:lnTo>
                    <a:pt x="282" y="167"/>
                  </a:lnTo>
                  <a:lnTo>
                    <a:pt x="280" y="166"/>
                  </a:lnTo>
                  <a:lnTo>
                    <a:pt x="279" y="165"/>
                  </a:lnTo>
                  <a:lnTo>
                    <a:pt x="278" y="164"/>
                  </a:lnTo>
                  <a:lnTo>
                    <a:pt x="277" y="164"/>
                  </a:lnTo>
                  <a:lnTo>
                    <a:pt x="277" y="163"/>
                  </a:lnTo>
                  <a:lnTo>
                    <a:pt x="278" y="163"/>
                  </a:lnTo>
                  <a:lnTo>
                    <a:pt x="279" y="163"/>
                  </a:lnTo>
                  <a:lnTo>
                    <a:pt x="280" y="163"/>
                  </a:lnTo>
                  <a:lnTo>
                    <a:pt x="282" y="163"/>
                  </a:lnTo>
                  <a:lnTo>
                    <a:pt x="283" y="163"/>
                  </a:lnTo>
                  <a:lnTo>
                    <a:pt x="284" y="163"/>
                  </a:lnTo>
                  <a:lnTo>
                    <a:pt x="286" y="163"/>
                  </a:lnTo>
                  <a:lnTo>
                    <a:pt x="288" y="163"/>
                  </a:lnTo>
                  <a:lnTo>
                    <a:pt x="290" y="163"/>
                  </a:lnTo>
                  <a:lnTo>
                    <a:pt x="292" y="163"/>
                  </a:lnTo>
                  <a:lnTo>
                    <a:pt x="294" y="163"/>
                  </a:lnTo>
                  <a:lnTo>
                    <a:pt x="297" y="163"/>
                  </a:lnTo>
                  <a:lnTo>
                    <a:pt x="300" y="163"/>
                  </a:lnTo>
                  <a:lnTo>
                    <a:pt x="302" y="163"/>
                  </a:lnTo>
                  <a:lnTo>
                    <a:pt x="305" y="163"/>
                  </a:lnTo>
                  <a:lnTo>
                    <a:pt x="307" y="163"/>
                  </a:lnTo>
                  <a:lnTo>
                    <a:pt x="310" y="163"/>
                  </a:lnTo>
                  <a:lnTo>
                    <a:pt x="312" y="163"/>
                  </a:lnTo>
                  <a:lnTo>
                    <a:pt x="313" y="163"/>
                  </a:lnTo>
                  <a:lnTo>
                    <a:pt x="315" y="163"/>
                  </a:lnTo>
                  <a:lnTo>
                    <a:pt x="317" y="163"/>
                  </a:lnTo>
                  <a:lnTo>
                    <a:pt x="318" y="163"/>
                  </a:lnTo>
                  <a:lnTo>
                    <a:pt x="319" y="163"/>
                  </a:lnTo>
                  <a:lnTo>
                    <a:pt x="320" y="163"/>
                  </a:lnTo>
                  <a:lnTo>
                    <a:pt x="321" y="163"/>
                  </a:lnTo>
                  <a:lnTo>
                    <a:pt x="322" y="163"/>
                  </a:lnTo>
                  <a:lnTo>
                    <a:pt x="322" y="162"/>
                  </a:lnTo>
                  <a:lnTo>
                    <a:pt x="322" y="161"/>
                  </a:lnTo>
                  <a:lnTo>
                    <a:pt x="322" y="160"/>
                  </a:lnTo>
                  <a:lnTo>
                    <a:pt x="321" y="159"/>
                  </a:lnTo>
                  <a:lnTo>
                    <a:pt x="321" y="158"/>
                  </a:lnTo>
                  <a:lnTo>
                    <a:pt x="321" y="157"/>
                  </a:lnTo>
                  <a:lnTo>
                    <a:pt x="320" y="156"/>
                  </a:lnTo>
                  <a:lnTo>
                    <a:pt x="320" y="154"/>
                  </a:lnTo>
                  <a:lnTo>
                    <a:pt x="320" y="153"/>
                  </a:lnTo>
                  <a:lnTo>
                    <a:pt x="319" y="151"/>
                  </a:lnTo>
                  <a:lnTo>
                    <a:pt x="319" y="149"/>
                  </a:lnTo>
                  <a:lnTo>
                    <a:pt x="319" y="147"/>
                  </a:lnTo>
                  <a:lnTo>
                    <a:pt x="318" y="145"/>
                  </a:lnTo>
                  <a:lnTo>
                    <a:pt x="318" y="143"/>
                  </a:lnTo>
                  <a:lnTo>
                    <a:pt x="317" y="141"/>
                  </a:lnTo>
                  <a:lnTo>
                    <a:pt x="316" y="139"/>
                  </a:lnTo>
                  <a:lnTo>
                    <a:pt x="316" y="137"/>
                  </a:lnTo>
                  <a:lnTo>
                    <a:pt x="315" y="135"/>
                  </a:lnTo>
                  <a:lnTo>
                    <a:pt x="315" y="133"/>
                  </a:lnTo>
                  <a:lnTo>
                    <a:pt x="314" y="131"/>
                  </a:lnTo>
                  <a:lnTo>
                    <a:pt x="313" y="129"/>
                  </a:lnTo>
                  <a:lnTo>
                    <a:pt x="312" y="127"/>
                  </a:lnTo>
                  <a:lnTo>
                    <a:pt x="312" y="125"/>
                  </a:lnTo>
                  <a:lnTo>
                    <a:pt x="311" y="123"/>
                  </a:lnTo>
                  <a:lnTo>
                    <a:pt x="310" y="121"/>
                  </a:lnTo>
                  <a:lnTo>
                    <a:pt x="309" y="119"/>
                  </a:lnTo>
                  <a:lnTo>
                    <a:pt x="308" y="117"/>
                  </a:lnTo>
                  <a:lnTo>
                    <a:pt x="307" y="115"/>
                  </a:lnTo>
                  <a:lnTo>
                    <a:pt x="306" y="113"/>
                  </a:lnTo>
                  <a:lnTo>
                    <a:pt x="305" y="110"/>
                  </a:lnTo>
                  <a:lnTo>
                    <a:pt x="304" y="108"/>
                  </a:lnTo>
                  <a:lnTo>
                    <a:pt x="303" y="106"/>
                  </a:lnTo>
                  <a:lnTo>
                    <a:pt x="301" y="104"/>
                  </a:lnTo>
                  <a:lnTo>
                    <a:pt x="300" y="102"/>
                  </a:lnTo>
                  <a:lnTo>
                    <a:pt x="299" y="100"/>
                  </a:lnTo>
                  <a:lnTo>
                    <a:pt x="297" y="98"/>
                  </a:lnTo>
                  <a:lnTo>
                    <a:pt x="295" y="96"/>
                  </a:lnTo>
                  <a:lnTo>
                    <a:pt x="293" y="94"/>
                  </a:lnTo>
                  <a:lnTo>
                    <a:pt x="292" y="92"/>
                  </a:lnTo>
                  <a:lnTo>
                    <a:pt x="290" y="90"/>
                  </a:lnTo>
                  <a:lnTo>
                    <a:pt x="288" y="88"/>
                  </a:lnTo>
                  <a:lnTo>
                    <a:pt x="286" y="86"/>
                  </a:lnTo>
                  <a:lnTo>
                    <a:pt x="283" y="84"/>
                  </a:lnTo>
                  <a:lnTo>
                    <a:pt x="281" y="82"/>
                  </a:lnTo>
                  <a:lnTo>
                    <a:pt x="279" y="80"/>
                  </a:lnTo>
                  <a:lnTo>
                    <a:pt x="276" y="78"/>
                  </a:lnTo>
                  <a:lnTo>
                    <a:pt x="273" y="76"/>
                  </a:lnTo>
                  <a:lnTo>
                    <a:pt x="270" y="74"/>
                  </a:lnTo>
                  <a:lnTo>
                    <a:pt x="267" y="72"/>
                  </a:lnTo>
                  <a:lnTo>
                    <a:pt x="264" y="70"/>
                  </a:lnTo>
                  <a:lnTo>
                    <a:pt x="260" y="68"/>
                  </a:lnTo>
                  <a:lnTo>
                    <a:pt x="257" y="66"/>
                  </a:lnTo>
                  <a:lnTo>
                    <a:pt x="253" y="64"/>
                  </a:lnTo>
                  <a:lnTo>
                    <a:pt x="249" y="62"/>
                  </a:lnTo>
                  <a:lnTo>
                    <a:pt x="245" y="60"/>
                  </a:lnTo>
                  <a:lnTo>
                    <a:pt x="240" y="58"/>
                  </a:lnTo>
                  <a:lnTo>
                    <a:pt x="236" y="55"/>
                  </a:lnTo>
                  <a:lnTo>
                    <a:pt x="231" y="53"/>
                  </a:lnTo>
                  <a:lnTo>
                    <a:pt x="226" y="51"/>
                  </a:lnTo>
                  <a:lnTo>
                    <a:pt x="221" y="49"/>
                  </a:lnTo>
                  <a:lnTo>
                    <a:pt x="216" y="47"/>
                  </a:lnTo>
                  <a:lnTo>
                    <a:pt x="211" y="45"/>
                  </a:lnTo>
                  <a:lnTo>
                    <a:pt x="205" y="43"/>
                  </a:lnTo>
                  <a:lnTo>
                    <a:pt x="200" y="41"/>
                  </a:lnTo>
                  <a:lnTo>
                    <a:pt x="195" y="40"/>
                  </a:lnTo>
                  <a:lnTo>
                    <a:pt x="190" y="38"/>
                  </a:lnTo>
                  <a:lnTo>
                    <a:pt x="184" y="36"/>
                  </a:lnTo>
                  <a:lnTo>
                    <a:pt x="179" y="34"/>
                  </a:lnTo>
                  <a:lnTo>
                    <a:pt x="173" y="32"/>
                  </a:lnTo>
                  <a:lnTo>
                    <a:pt x="168" y="31"/>
                  </a:lnTo>
                  <a:lnTo>
                    <a:pt x="163" y="29"/>
                  </a:lnTo>
                  <a:lnTo>
                    <a:pt x="157" y="27"/>
                  </a:lnTo>
                  <a:lnTo>
                    <a:pt x="151" y="26"/>
                  </a:lnTo>
                  <a:lnTo>
                    <a:pt x="146" y="24"/>
                  </a:lnTo>
                  <a:lnTo>
                    <a:pt x="140" y="22"/>
                  </a:lnTo>
                  <a:lnTo>
                    <a:pt x="135" y="21"/>
                  </a:lnTo>
                  <a:lnTo>
                    <a:pt x="129" y="19"/>
                  </a:lnTo>
                  <a:lnTo>
                    <a:pt x="124" y="18"/>
                  </a:lnTo>
                  <a:lnTo>
                    <a:pt x="118" y="17"/>
                  </a:lnTo>
                  <a:lnTo>
                    <a:pt x="112" y="16"/>
                  </a:lnTo>
                  <a:lnTo>
                    <a:pt x="107" y="14"/>
                  </a:lnTo>
                  <a:lnTo>
                    <a:pt x="101" y="13"/>
                  </a:lnTo>
                  <a:lnTo>
                    <a:pt x="95" y="13"/>
                  </a:lnTo>
                  <a:lnTo>
                    <a:pt x="90" y="12"/>
                  </a:lnTo>
                  <a:lnTo>
                    <a:pt x="84" y="11"/>
                  </a:lnTo>
                  <a:lnTo>
                    <a:pt x="79" y="10"/>
                  </a:lnTo>
                  <a:lnTo>
                    <a:pt x="73" y="10"/>
                  </a:lnTo>
                  <a:lnTo>
                    <a:pt x="67" y="9"/>
                  </a:lnTo>
                  <a:lnTo>
                    <a:pt x="62" y="9"/>
                  </a:lnTo>
                  <a:lnTo>
                    <a:pt x="56" y="9"/>
                  </a:lnTo>
                  <a:lnTo>
                    <a:pt x="50" y="9"/>
                  </a:lnTo>
                  <a:lnTo>
                    <a:pt x="45" y="9"/>
                  </a:lnTo>
                  <a:lnTo>
                    <a:pt x="39" y="9"/>
                  </a:lnTo>
                  <a:lnTo>
                    <a:pt x="34" y="9"/>
                  </a:lnTo>
                  <a:lnTo>
                    <a:pt x="29" y="9"/>
                  </a:lnTo>
                  <a:lnTo>
                    <a:pt x="25" y="9"/>
                  </a:lnTo>
                  <a:lnTo>
                    <a:pt x="21" y="9"/>
                  </a:lnTo>
                  <a:lnTo>
                    <a:pt x="17" y="9"/>
                  </a:lnTo>
                  <a:lnTo>
                    <a:pt x="14" y="9"/>
                  </a:lnTo>
                  <a:lnTo>
                    <a:pt x="11" y="9"/>
                  </a:lnTo>
                  <a:lnTo>
                    <a:pt x="8" y="9"/>
                  </a:lnTo>
                  <a:lnTo>
                    <a:pt x="6" y="9"/>
                  </a:lnTo>
                  <a:lnTo>
                    <a:pt x="4" y="9"/>
                  </a:lnTo>
                  <a:lnTo>
                    <a:pt x="3" y="9"/>
                  </a:lnTo>
                  <a:lnTo>
                    <a:pt x="1" y="9"/>
                  </a:lnTo>
                  <a:lnTo>
                    <a:pt x="0" y="9"/>
                  </a:lnTo>
                  <a:lnTo>
                    <a:pt x="0" y="8"/>
                  </a:lnTo>
                  <a:lnTo>
                    <a:pt x="0" y="7"/>
                  </a:lnTo>
                  <a:lnTo>
                    <a:pt x="0" y="6"/>
                  </a:lnTo>
                  <a:lnTo>
                    <a:pt x="0" y="5"/>
                  </a:lnTo>
                  <a:lnTo>
                    <a:pt x="0" y="4"/>
                  </a:lnTo>
                  <a:lnTo>
                    <a:pt x="0" y="3"/>
                  </a:lnTo>
                  <a:lnTo>
                    <a:pt x="0" y="2"/>
                  </a:lnTo>
                  <a:lnTo>
                    <a:pt x="0" y="1"/>
                  </a:lnTo>
                  <a:lnTo>
                    <a:pt x="0" y="0"/>
                  </a:lnTo>
                  <a:lnTo>
                    <a:pt x="1" y="0"/>
                  </a:lnTo>
                  <a:lnTo>
                    <a:pt x="3" y="0"/>
                  </a:lnTo>
                  <a:lnTo>
                    <a:pt x="5" y="0"/>
                  </a:lnTo>
                  <a:lnTo>
                    <a:pt x="7" y="0"/>
                  </a:lnTo>
                  <a:lnTo>
                    <a:pt x="9" y="0"/>
                  </a:lnTo>
                  <a:lnTo>
                    <a:pt x="12" y="0"/>
                  </a:lnTo>
                  <a:lnTo>
                    <a:pt x="15" y="0"/>
                  </a:lnTo>
                  <a:lnTo>
                    <a:pt x="19" y="0"/>
                  </a:lnTo>
                  <a:lnTo>
                    <a:pt x="23" y="0"/>
                  </a:lnTo>
                  <a:lnTo>
                    <a:pt x="27" y="0"/>
                  </a:lnTo>
                  <a:lnTo>
                    <a:pt x="32" y="0"/>
                  </a:lnTo>
                  <a:lnTo>
                    <a:pt x="37" y="0"/>
                  </a:lnTo>
                  <a:lnTo>
                    <a:pt x="43" y="0"/>
                  </a:lnTo>
                  <a:lnTo>
                    <a:pt x="49" y="0"/>
                  </a:lnTo>
                  <a:lnTo>
                    <a:pt x="55" y="1"/>
                  </a:lnTo>
                  <a:lnTo>
                    <a:pt x="61" y="1"/>
                  </a:lnTo>
                  <a:lnTo>
                    <a:pt x="67" y="1"/>
                  </a:lnTo>
                  <a:lnTo>
                    <a:pt x="73" y="1"/>
                  </a:lnTo>
                  <a:lnTo>
                    <a:pt x="79" y="1"/>
                  </a:lnTo>
                  <a:lnTo>
                    <a:pt x="85" y="1"/>
                  </a:lnTo>
                  <a:lnTo>
                    <a:pt x="90" y="1"/>
                  </a:lnTo>
                  <a:lnTo>
                    <a:pt x="96" y="2"/>
                  </a:lnTo>
                  <a:lnTo>
                    <a:pt x="102" y="2"/>
                  </a:lnTo>
                  <a:lnTo>
                    <a:pt x="108" y="2"/>
                  </a:lnTo>
                  <a:lnTo>
                    <a:pt x="114" y="2"/>
                  </a:lnTo>
                  <a:lnTo>
                    <a:pt x="120" y="3"/>
                  </a:lnTo>
                  <a:lnTo>
                    <a:pt x="125" y="3"/>
                  </a:lnTo>
                  <a:lnTo>
                    <a:pt x="131" y="4"/>
                  </a:lnTo>
                  <a:lnTo>
                    <a:pt x="137" y="4"/>
                  </a:lnTo>
                  <a:lnTo>
                    <a:pt x="142" y="5"/>
                  </a:lnTo>
                  <a:lnTo>
                    <a:pt x="148" y="5"/>
                  </a:lnTo>
                  <a:lnTo>
                    <a:pt x="154" y="6"/>
                  </a:lnTo>
                  <a:lnTo>
                    <a:pt x="159" y="6"/>
                  </a:lnTo>
                  <a:lnTo>
                    <a:pt x="165" y="7"/>
                  </a:lnTo>
                  <a:lnTo>
                    <a:pt x="170" y="8"/>
                  </a:lnTo>
                  <a:lnTo>
                    <a:pt x="176" y="9"/>
                  </a:lnTo>
                  <a:lnTo>
                    <a:pt x="182" y="10"/>
                  </a:lnTo>
                  <a:lnTo>
                    <a:pt x="187" y="11"/>
                  </a:lnTo>
                  <a:lnTo>
                    <a:pt x="193" y="12"/>
                  </a:lnTo>
                  <a:lnTo>
                    <a:pt x="199" y="13"/>
                  </a:lnTo>
                  <a:lnTo>
                    <a:pt x="204" y="14"/>
                  </a:lnTo>
                  <a:lnTo>
                    <a:pt x="210" y="15"/>
                  </a:lnTo>
                  <a:lnTo>
                    <a:pt x="215" y="17"/>
                  </a:lnTo>
                  <a:lnTo>
                    <a:pt x="221" y="18"/>
                  </a:lnTo>
                  <a:lnTo>
                    <a:pt x="227" y="19"/>
                  </a:lnTo>
                  <a:lnTo>
                    <a:pt x="232" y="21"/>
                  </a:lnTo>
                  <a:lnTo>
                    <a:pt x="238" y="22"/>
                  </a:lnTo>
                  <a:lnTo>
                    <a:pt x="244" y="24"/>
                  </a:lnTo>
                  <a:lnTo>
                    <a:pt x="249" y="26"/>
                  </a:lnTo>
                  <a:lnTo>
                    <a:pt x="255" y="27"/>
                  </a:lnTo>
                  <a:lnTo>
                    <a:pt x="261" y="29"/>
                  </a:lnTo>
                  <a:lnTo>
                    <a:pt x="267" y="31"/>
                  </a:lnTo>
                  <a:lnTo>
                    <a:pt x="272" y="33"/>
                  </a:lnTo>
                  <a:lnTo>
                    <a:pt x="278" y="35"/>
                  </a:lnTo>
                  <a:lnTo>
                    <a:pt x="284" y="37"/>
                  </a:lnTo>
                  <a:lnTo>
                    <a:pt x="290" y="39"/>
                  </a:lnTo>
                  <a:lnTo>
                    <a:pt x="296" y="42"/>
                  </a:lnTo>
                  <a:lnTo>
                    <a:pt x="302" y="44"/>
                  </a:lnTo>
                  <a:lnTo>
                    <a:pt x="308" y="46"/>
                  </a:lnTo>
                  <a:lnTo>
                    <a:pt x="314" y="48"/>
                  </a:lnTo>
                  <a:lnTo>
                    <a:pt x="320" y="51"/>
                  </a:lnTo>
                  <a:lnTo>
                    <a:pt x="326" y="53"/>
                  </a:lnTo>
                  <a:lnTo>
                    <a:pt x="332" y="56"/>
                  </a:lnTo>
                  <a:lnTo>
                    <a:pt x="338" y="59"/>
                  </a:lnTo>
                  <a:lnTo>
                    <a:pt x="343" y="61"/>
                  </a:lnTo>
                  <a:lnTo>
                    <a:pt x="349" y="64"/>
                  </a:lnTo>
                  <a:lnTo>
                    <a:pt x="354" y="67"/>
                  </a:lnTo>
                  <a:lnTo>
                    <a:pt x="359" y="69"/>
                  </a:lnTo>
                  <a:lnTo>
                    <a:pt x="364" y="72"/>
                  </a:lnTo>
                  <a:lnTo>
                    <a:pt x="368" y="75"/>
                  </a:lnTo>
                  <a:lnTo>
                    <a:pt x="373" y="78"/>
                  </a:lnTo>
                  <a:lnTo>
                    <a:pt x="377" y="81"/>
                  </a:lnTo>
                  <a:lnTo>
                    <a:pt x="381" y="83"/>
                  </a:lnTo>
                  <a:lnTo>
                    <a:pt x="384" y="86"/>
                  </a:lnTo>
                  <a:lnTo>
                    <a:pt x="388" y="89"/>
                  </a:lnTo>
                  <a:lnTo>
                    <a:pt x="391" y="92"/>
                  </a:lnTo>
                  <a:lnTo>
                    <a:pt x="394" y="95"/>
                  </a:lnTo>
                  <a:lnTo>
                    <a:pt x="397" y="98"/>
                  </a:lnTo>
                  <a:lnTo>
                    <a:pt x="400" y="101"/>
                  </a:lnTo>
                  <a:lnTo>
                    <a:pt x="403" y="104"/>
                  </a:lnTo>
                  <a:lnTo>
                    <a:pt x="405" y="107"/>
                  </a:lnTo>
                  <a:lnTo>
                    <a:pt x="408" y="110"/>
                  </a:lnTo>
                  <a:lnTo>
                    <a:pt x="410" y="113"/>
                  </a:lnTo>
                  <a:lnTo>
                    <a:pt x="412" y="116"/>
                  </a:lnTo>
                  <a:lnTo>
                    <a:pt x="414" y="119"/>
                  </a:lnTo>
                  <a:lnTo>
                    <a:pt x="416" y="122"/>
                  </a:lnTo>
                  <a:lnTo>
                    <a:pt x="418" y="124"/>
                  </a:lnTo>
                  <a:lnTo>
                    <a:pt x="420" y="127"/>
                  </a:lnTo>
                  <a:lnTo>
                    <a:pt x="421" y="130"/>
                  </a:lnTo>
                  <a:lnTo>
                    <a:pt x="423" y="133"/>
                  </a:lnTo>
                  <a:lnTo>
                    <a:pt x="424" y="135"/>
                  </a:lnTo>
                  <a:lnTo>
                    <a:pt x="425" y="138"/>
                  </a:lnTo>
                  <a:lnTo>
                    <a:pt x="426" y="141"/>
                  </a:lnTo>
                  <a:lnTo>
                    <a:pt x="427" y="143"/>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1" name="Freeform 35">
              <a:extLst>
                <a:ext uri="{FF2B5EF4-FFF2-40B4-BE49-F238E27FC236}">
                  <a16:creationId xmlns:a16="http://schemas.microsoft.com/office/drawing/2014/main" id="{FDD22732-932A-B349-C7B7-BD91E9194729}"/>
                </a:ext>
              </a:extLst>
            </p:cNvPr>
            <p:cNvSpPr>
              <a:spLocks/>
            </p:cNvSpPr>
            <p:nvPr/>
          </p:nvSpPr>
          <p:spPr bwMode="gray">
            <a:xfrm>
              <a:off x="9506835" y="2574509"/>
              <a:ext cx="1209816" cy="538411"/>
            </a:xfrm>
            <a:custGeom>
              <a:avLst/>
              <a:gdLst>
                <a:gd name="T0" fmla="*/ 10258 w 473"/>
                <a:gd name="T1" fmla="*/ 216 h 238"/>
                <a:gd name="T2" fmla="*/ 10297 w 473"/>
                <a:gd name="T3" fmla="*/ 194 h 238"/>
                <a:gd name="T4" fmla="*/ 10338 w 473"/>
                <a:gd name="T5" fmla="*/ 194 h 238"/>
                <a:gd name="T6" fmla="*/ 10538 w 473"/>
                <a:gd name="T7" fmla="*/ 194 h 238"/>
                <a:gd name="T8" fmla="*/ 10865 w 473"/>
                <a:gd name="T9" fmla="*/ 194 h 238"/>
                <a:gd name="T10" fmla="*/ 11124 w 473"/>
                <a:gd name="T11" fmla="*/ 194 h 238"/>
                <a:gd name="T12" fmla="*/ 11204 w 473"/>
                <a:gd name="T13" fmla="*/ 194 h 238"/>
                <a:gd name="T14" fmla="*/ 10991 w 473"/>
                <a:gd name="T15" fmla="*/ 176 h 238"/>
                <a:gd name="T16" fmla="*/ 10337 w 473"/>
                <a:gd name="T17" fmla="*/ 121 h 238"/>
                <a:gd name="T18" fmla="*/ 9457 w 473"/>
                <a:gd name="T19" fmla="*/ 44 h 238"/>
                <a:gd name="T20" fmla="*/ 8997 w 473"/>
                <a:gd name="T21" fmla="*/ 3 h 238"/>
                <a:gd name="T22" fmla="*/ 8858 w 473"/>
                <a:gd name="T23" fmla="*/ 2 h 238"/>
                <a:gd name="T24" fmla="*/ 8452 w 473"/>
                <a:gd name="T25" fmla="*/ 38 h 238"/>
                <a:gd name="T26" fmla="*/ 7590 w 473"/>
                <a:gd name="T27" fmla="*/ 105 h 238"/>
                <a:gd name="T28" fmla="*/ 6857 w 473"/>
                <a:gd name="T29" fmla="*/ 167 h 238"/>
                <a:gd name="T30" fmla="*/ 6562 w 473"/>
                <a:gd name="T31" fmla="*/ 188 h 238"/>
                <a:gd name="T32" fmla="*/ 6651 w 473"/>
                <a:gd name="T33" fmla="*/ 194 h 238"/>
                <a:gd name="T34" fmla="*/ 6924 w 473"/>
                <a:gd name="T35" fmla="*/ 194 h 238"/>
                <a:gd name="T36" fmla="*/ 7369 w 473"/>
                <a:gd name="T37" fmla="*/ 194 h 238"/>
                <a:gd name="T38" fmla="*/ 7590 w 473"/>
                <a:gd name="T39" fmla="*/ 194 h 238"/>
                <a:gd name="T40" fmla="*/ 7642 w 473"/>
                <a:gd name="T41" fmla="*/ 194 h 238"/>
                <a:gd name="T42" fmla="*/ 7631 w 473"/>
                <a:gd name="T43" fmla="*/ 207 h 238"/>
                <a:gd name="T44" fmla="*/ 7565 w 473"/>
                <a:gd name="T45" fmla="*/ 232 h 238"/>
                <a:gd name="T46" fmla="*/ 7483 w 473"/>
                <a:gd name="T47" fmla="*/ 271 h 238"/>
                <a:gd name="T48" fmla="*/ 7333 w 473"/>
                <a:gd name="T49" fmla="*/ 307 h 238"/>
                <a:gd name="T50" fmla="*/ 7138 w 473"/>
                <a:gd name="T51" fmla="*/ 348 h 238"/>
                <a:gd name="T52" fmla="*/ 6905 w 473"/>
                <a:gd name="T53" fmla="*/ 382 h 238"/>
                <a:gd name="T54" fmla="*/ 6489 w 473"/>
                <a:gd name="T55" fmla="*/ 421 h 238"/>
                <a:gd name="T56" fmla="*/ 5912 w 473"/>
                <a:gd name="T57" fmla="*/ 457 h 238"/>
                <a:gd name="T58" fmla="*/ 5139 w 473"/>
                <a:gd name="T59" fmla="*/ 497 h 238"/>
                <a:gd name="T60" fmla="*/ 4239 w 473"/>
                <a:gd name="T61" fmla="*/ 528 h 238"/>
                <a:gd name="T62" fmla="*/ 3318 w 473"/>
                <a:gd name="T63" fmla="*/ 559 h 238"/>
                <a:gd name="T64" fmla="*/ 2403 w 473"/>
                <a:gd name="T65" fmla="*/ 584 h 238"/>
                <a:gd name="T66" fmla="*/ 1473 w 473"/>
                <a:gd name="T67" fmla="*/ 592 h 238"/>
                <a:gd name="T68" fmla="*/ 601 w 473"/>
                <a:gd name="T69" fmla="*/ 592 h 238"/>
                <a:gd name="T70" fmla="*/ 103 w 473"/>
                <a:gd name="T71" fmla="*/ 592 h 238"/>
                <a:gd name="T72" fmla="*/ 0 w 473"/>
                <a:gd name="T73" fmla="*/ 592 h 238"/>
                <a:gd name="T74" fmla="*/ 0 w 473"/>
                <a:gd name="T75" fmla="*/ 598 h 238"/>
                <a:gd name="T76" fmla="*/ 0 w 473"/>
                <a:gd name="T77" fmla="*/ 604 h 238"/>
                <a:gd name="T78" fmla="*/ 0 w 473"/>
                <a:gd name="T79" fmla="*/ 615 h 238"/>
                <a:gd name="T80" fmla="*/ 0 w 473"/>
                <a:gd name="T81" fmla="*/ 616 h 238"/>
                <a:gd name="T82" fmla="*/ 123 w 473"/>
                <a:gd name="T83" fmla="*/ 616 h 238"/>
                <a:gd name="T84" fmla="*/ 637 w 473"/>
                <a:gd name="T85" fmla="*/ 616 h 238"/>
                <a:gd name="T86" fmla="*/ 1588 w 473"/>
                <a:gd name="T87" fmla="*/ 616 h 238"/>
                <a:gd name="T88" fmla="*/ 2566 w 473"/>
                <a:gd name="T89" fmla="*/ 615 h 238"/>
                <a:gd name="T90" fmla="*/ 3493 w 473"/>
                <a:gd name="T91" fmla="*/ 604 h 238"/>
                <a:gd name="T92" fmla="*/ 4451 w 473"/>
                <a:gd name="T93" fmla="*/ 587 h 238"/>
                <a:gd name="T94" fmla="*/ 5378 w 473"/>
                <a:gd name="T95" fmla="*/ 567 h 238"/>
                <a:gd name="T96" fmla="*/ 6336 w 473"/>
                <a:gd name="T97" fmla="*/ 536 h 238"/>
                <a:gd name="T98" fmla="*/ 7307 w 473"/>
                <a:gd name="T99" fmla="*/ 498 h 238"/>
                <a:gd name="T100" fmla="*/ 8282 w 473"/>
                <a:gd name="T101" fmla="*/ 449 h 238"/>
                <a:gd name="T102" fmla="*/ 9025 w 473"/>
                <a:gd name="T103" fmla="*/ 402 h 238"/>
                <a:gd name="T104" fmla="*/ 9580 w 473"/>
                <a:gd name="T105" fmla="*/ 348 h 238"/>
                <a:gd name="T106" fmla="*/ 9910 w 473"/>
                <a:gd name="T107" fmla="*/ 297 h 238"/>
                <a:gd name="T108" fmla="*/ 10133 w 473"/>
                <a:gd name="T109" fmla="*/ 244 h 2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73" h="238">
                  <a:moveTo>
                    <a:pt x="427" y="94"/>
                  </a:moveTo>
                  <a:lnTo>
                    <a:pt x="428" y="91"/>
                  </a:lnTo>
                  <a:lnTo>
                    <a:pt x="429" y="89"/>
                  </a:lnTo>
                  <a:lnTo>
                    <a:pt x="430" y="87"/>
                  </a:lnTo>
                  <a:lnTo>
                    <a:pt x="431" y="85"/>
                  </a:lnTo>
                  <a:lnTo>
                    <a:pt x="431" y="83"/>
                  </a:lnTo>
                  <a:lnTo>
                    <a:pt x="432" y="82"/>
                  </a:lnTo>
                  <a:lnTo>
                    <a:pt x="432" y="80"/>
                  </a:lnTo>
                  <a:lnTo>
                    <a:pt x="433" y="79"/>
                  </a:lnTo>
                  <a:lnTo>
                    <a:pt x="433" y="77"/>
                  </a:lnTo>
                  <a:lnTo>
                    <a:pt x="434" y="76"/>
                  </a:lnTo>
                  <a:lnTo>
                    <a:pt x="434" y="75"/>
                  </a:lnTo>
                  <a:lnTo>
                    <a:pt x="434" y="74"/>
                  </a:lnTo>
                  <a:lnTo>
                    <a:pt x="435" y="74"/>
                  </a:lnTo>
                  <a:lnTo>
                    <a:pt x="436" y="74"/>
                  </a:lnTo>
                  <a:lnTo>
                    <a:pt x="437" y="74"/>
                  </a:lnTo>
                  <a:lnTo>
                    <a:pt x="438" y="74"/>
                  </a:lnTo>
                  <a:lnTo>
                    <a:pt x="439" y="74"/>
                  </a:lnTo>
                  <a:lnTo>
                    <a:pt x="441" y="74"/>
                  </a:lnTo>
                  <a:lnTo>
                    <a:pt x="442" y="74"/>
                  </a:lnTo>
                  <a:lnTo>
                    <a:pt x="444" y="74"/>
                  </a:lnTo>
                  <a:lnTo>
                    <a:pt x="445" y="74"/>
                  </a:lnTo>
                  <a:lnTo>
                    <a:pt x="447" y="74"/>
                  </a:lnTo>
                  <a:lnTo>
                    <a:pt x="449" y="74"/>
                  </a:lnTo>
                  <a:lnTo>
                    <a:pt x="451" y="74"/>
                  </a:lnTo>
                  <a:lnTo>
                    <a:pt x="454" y="74"/>
                  </a:lnTo>
                  <a:lnTo>
                    <a:pt x="456" y="74"/>
                  </a:lnTo>
                  <a:lnTo>
                    <a:pt x="458" y="74"/>
                  </a:lnTo>
                  <a:lnTo>
                    <a:pt x="460" y="74"/>
                  </a:lnTo>
                  <a:lnTo>
                    <a:pt x="462" y="74"/>
                  </a:lnTo>
                  <a:lnTo>
                    <a:pt x="463" y="74"/>
                  </a:lnTo>
                  <a:lnTo>
                    <a:pt x="465" y="74"/>
                  </a:lnTo>
                  <a:lnTo>
                    <a:pt x="466" y="74"/>
                  </a:lnTo>
                  <a:lnTo>
                    <a:pt x="468" y="74"/>
                  </a:lnTo>
                  <a:lnTo>
                    <a:pt x="469" y="74"/>
                  </a:lnTo>
                  <a:lnTo>
                    <a:pt x="470" y="74"/>
                  </a:lnTo>
                  <a:lnTo>
                    <a:pt x="471" y="74"/>
                  </a:lnTo>
                  <a:lnTo>
                    <a:pt x="472" y="74"/>
                  </a:lnTo>
                  <a:lnTo>
                    <a:pt x="472" y="73"/>
                  </a:lnTo>
                  <a:lnTo>
                    <a:pt x="471" y="73"/>
                  </a:lnTo>
                  <a:lnTo>
                    <a:pt x="471" y="72"/>
                  </a:lnTo>
                  <a:lnTo>
                    <a:pt x="469" y="71"/>
                  </a:lnTo>
                  <a:lnTo>
                    <a:pt x="467" y="70"/>
                  </a:lnTo>
                  <a:lnTo>
                    <a:pt x="465" y="68"/>
                  </a:lnTo>
                  <a:lnTo>
                    <a:pt x="463" y="67"/>
                  </a:lnTo>
                  <a:lnTo>
                    <a:pt x="460" y="64"/>
                  </a:lnTo>
                  <a:lnTo>
                    <a:pt x="457" y="62"/>
                  </a:lnTo>
                  <a:lnTo>
                    <a:pt x="453" y="59"/>
                  </a:lnTo>
                  <a:lnTo>
                    <a:pt x="449" y="56"/>
                  </a:lnTo>
                  <a:lnTo>
                    <a:pt x="445" y="53"/>
                  </a:lnTo>
                  <a:lnTo>
                    <a:pt x="440" y="49"/>
                  </a:lnTo>
                  <a:lnTo>
                    <a:pt x="435" y="46"/>
                  </a:lnTo>
                  <a:lnTo>
                    <a:pt x="429" y="41"/>
                  </a:lnTo>
                  <a:lnTo>
                    <a:pt x="424" y="37"/>
                  </a:lnTo>
                  <a:lnTo>
                    <a:pt x="418" y="32"/>
                  </a:lnTo>
                  <a:lnTo>
                    <a:pt x="412" y="28"/>
                  </a:lnTo>
                  <a:lnTo>
                    <a:pt x="407" y="24"/>
                  </a:lnTo>
                  <a:lnTo>
                    <a:pt x="402" y="21"/>
                  </a:lnTo>
                  <a:lnTo>
                    <a:pt x="398" y="18"/>
                  </a:lnTo>
                  <a:lnTo>
                    <a:pt x="394" y="15"/>
                  </a:lnTo>
                  <a:lnTo>
                    <a:pt x="390" y="12"/>
                  </a:lnTo>
                  <a:lnTo>
                    <a:pt x="387" y="9"/>
                  </a:lnTo>
                  <a:lnTo>
                    <a:pt x="384" y="7"/>
                  </a:lnTo>
                  <a:lnTo>
                    <a:pt x="382" y="5"/>
                  </a:lnTo>
                  <a:lnTo>
                    <a:pt x="380" y="4"/>
                  </a:lnTo>
                  <a:lnTo>
                    <a:pt x="378" y="3"/>
                  </a:lnTo>
                  <a:lnTo>
                    <a:pt x="376" y="2"/>
                  </a:lnTo>
                  <a:lnTo>
                    <a:pt x="376" y="1"/>
                  </a:lnTo>
                  <a:lnTo>
                    <a:pt x="375" y="0"/>
                  </a:lnTo>
                  <a:lnTo>
                    <a:pt x="374" y="1"/>
                  </a:lnTo>
                  <a:lnTo>
                    <a:pt x="373" y="2"/>
                  </a:lnTo>
                  <a:lnTo>
                    <a:pt x="372" y="3"/>
                  </a:lnTo>
                  <a:lnTo>
                    <a:pt x="370" y="4"/>
                  </a:lnTo>
                  <a:lnTo>
                    <a:pt x="368" y="5"/>
                  </a:lnTo>
                  <a:lnTo>
                    <a:pt x="365" y="7"/>
                  </a:lnTo>
                  <a:lnTo>
                    <a:pt x="363" y="9"/>
                  </a:lnTo>
                  <a:lnTo>
                    <a:pt x="359" y="12"/>
                  </a:lnTo>
                  <a:lnTo>
                    <a:pt x="356" y="15"/>
                  </a:lnTo>
                  <a:lnTo>
                    <a:pt x="352" y="18"/>
                  </a:lnTo>
                  <a:lnTo>
                    <a:pt x="347" y="21"/>
                  </a:lnTo>
                  <a:lnTo>
                    <a:pt x="343" y="24"/>
                  </a:lnTo>
                  <a:lnTo>
                    <a:pt x="337" y="28"/>
                  </a:lnTo>
                  <a:lnTo>
                    <a:pt x="332" y="32"/>
                  </a:lnTo>
                  <a:lnTo>
                    <a:pt x="326" y="37"/>
                  </a:lnTo>
                  <a:lnTo>
                    <a:pt x="320" y="41"/>
                  </a:lnTo>
                  <a:lnTo>
                    <a:pt x="315" y="46"/>
                  </a:lnTo>
                  <a:lnTo>
                    <a:pt x="309" y="49"/>
                  </a:lnTo>
                  <a:lnTo>
                    <a:pt x="305" y="53"/>
                  </a:lnTo>
                  <a:lnTo>
                    <a:pt x="300" y="56"/>
                  </a:lnTo>
                  <a:lnTo>
                    <a:pt x="296" y="59"/>
                  </a:lnTo>
                  <a:lnTo>
                    <a:pt x="293" y="62"/>
                  </a:lnTo>
                  <a:lnTo>
                    <a:pt x="289" y="64"/>
                  </a:lnTo>
                  <a:lnTo>
                    <a:pt x="287" y="67"/>
                  </a:lnTo>
                  <a:lnTo>
                    <a:pt x="284" y="68"/>
                  </a:lnTo>
                  <a:lnTo>
                    <a:pt x="282" y="70"/>
                  </a:lnTo>
                  <a:lnTo>
                    <a:pt x="280" y="71"/>
                  </a:lnTo>
                  <a:lnTo>
                    <a:pt x="279" y="72"/>
                  </a:lnTo>
                  <a:lnTo>
                    <a:pt x="278" y="73"/>
                  </a:lnTo>
                  <a:lnTo>
                    <a:pt x="277" y="73"/>
                  </a:lnTo>
                  <a:lnTo>
                    <a:pt x="277" y="74"/>
                  </a:lnTo>
                  <a:lnTo>
                    <a:pt x="278" y="74"/>
                  </a:lnTo>
                  <a:lnTo>
                    <a:pt x="279" y="74"/>
                  </a:lnTo>
                  <a:lnTo>
                    <a:pt x="280" y="74"/>
                  </a:lnTo>
                  <a:lnTo>
                    <a:pt x="282" y="74"/>
                  </a:lnTo>
                  <a:lnTo>
                    <a:pt x="283" y="74"/>
                  </a:lnTo>
                  <a:lnTo>
                    <a:pt x="284" y="74"/>
                  </a:lnTo>
                  <a:lnTo>
                    <a:pt x="286" y="74"/>
                  </a:lnTo>
                  <a:lnTo>
                    <a:pt x="288" y="74"/>
                  </a:lnTo>
                  <a:lnTo>
                    <a:pt x="290" y="74"/>
                  </a:lnTo>
                  <a:lnTo>
                    <a:pt x="292" y="74"/>
                  </a:lnTo>
                  <a:lnTo>
                    <a:pt x="294" y="74"/>
                  </a:lnTo>
                  <a:lnTo>
                    <a:pt x="297" y="74"/>
                  </a:lnTo>
                  <a:lnTo>
                    <a:pt x="300" y="74"/>
                  </a:lnTo>
                  <a:lnTo>
                    <a:pt x="302" y="74"/>
                  </a:lnTo>
                  <a:lnTo>
                    <a:pt x="305" y="74"/>
                  </a:lnTo>
                  <a:lnTo>
                    <a:pt x="307" y="74"/>
                  </a:lnTo>
                  <a:lnTo>
                    <a:pt x="310" y="74"/>
                  </a:lnTo>
                  <a:lnTo>
                    <a:pt x="312" y="74"/>
                  </a:lnTo>
                  <a:lnTo>
                    <a:pt x="313" y="74"/>
                  </a:lnTo>
                  <a:lnTo>
                    <a:pt x="315" y="74"/>
                  </a:lnTo>
                  <a:lnTo>
                    <a:pt x="317" y="74"/>
                  </a:lnTo>
                  <a:lnTo>
                    <a:pt x="318" y="74"/>
                  </a:lnTo>
                  <a:lnTo>
                    <a:pt x="319" y="74"/>
                  </a:lnTo>
                  <a:lnTo>
                    <a:pt x="320" y="74"/>
                  </a:lnTo>
                  <a:lnTo>
                    <a:pt x="321" y="74"/>
                  </a:lnTo>
                  <a:lnTo>
                    <a:pt x="322" y="74"/>
                  </a:lnTo>
                  <a:lnTo>
                    <a:pt x="322" y="75"/>
                  </a:lnTo>
                  <a:lnTo>
                    <a:pt x="322" y="76"/>
                  </a:lnTo>
                  <a:lnTo>
                    <a:pt x="322" y="77"/>
                  </a:lnTo>
                  <a:lnTo>
                    <a:pt x="321" y="78"/>
                  </a:lnTo>
                  <a:lnTo>
                    <a:pt x="321" y="79"/>
                  </a:lnTo>
                  <a:lnTo>
                    <a:pt x="321" y="80"/>
                  </a:lnTo>
                  <a:lnTo>
                    <a:pt x="320" y="81"/>
                  </a:lnTo>
                  <a:lnTo>
                    <a:pt x="320" y="83"/>
                  </a:lnTo>
                  <a:lnTo>
                    <a:pt x="320" y="84"/>
                  </a:lnTo>
                  <a:lnTo>
                    <a:pt x="319" y="86"/>
                  </a:lnTo>
                  <a:lnTo>
                    <a:pt x="319" y="88"/>
                  </a:lnTo>
                  <a:lnTo>
                    <a:pt x="319" y="90"/>
                  </a:lnTo>
                  <a:lnTo>
                    <a:pt x="318" y="92"/>
                  </a:lnTo>
                  <a:lnTo>
                    <a:pt x="318" y="94"/>
                  </a:lnTo>
                  <a:lnTo>
                    <a:pt x="317" y="96"/>
                  </a:lnTo>
                  <a:lnTo>
                    <a:pt x="316" y="98"/>
                  </a:lnTo>
                  <a:lnTo>
                    <a:pt x="316" y="100"/>
                  </a:lnTo>
                  <a:lnTo>
                    <a:pt x="315" y="102"/>
                  </a:lnTo>
                  <a:lnTo>
                    <a:pt x="315" y="104"/>
                  </a:lnTo>
                  <a:lnTo>
                    <a:pt x="314" y="106"/>
                  </a:lnTo>
                  <a:lnTo>
                    <a:pt x="313" y="108"/>
                  </a:lnTo>
                  <a:lnTo>
                    <a:pt x="312" y="110"/>
                  </a:lnTo>
                  <a:lnTo>
                    <a:pt x="312" y="112"/>
                  </a:lnTo>
                  <a:lnTo>
                    <a:pt x="311" y="114"/>
                  </a:lnTo>
                  <a:lnTo>
                    <a:pt x="310" y="116"/>
                  </a:lnTo>
                  <a:lnTo>
                    <a:pt x="309" y="118"/>
                  </a:lnTo>
                  <a:lnTo>
                    <a:pt x="308" y="120"/>
                  </a:lnTo>
                  <a:lnTo>
                    <a:pt x="307" y="122"/>
                  </a:lnTo>
                  <a:lnTo>
                    <a:pt x="306" y="124"/>
                  </a:lnTo>
                  <a:lnTo>
                    <a:pt x="305" y="127"/>
                  </a:lnTo>
                  <a:lnTo>
                    <a:pt x="304" y="129"/>
                  </a:lnTo>
                  <a:lnTo>
                    <a:pt x="303" y="131"/>
                  </a:lnTo>
                  <a:lnTo>
                    <a:pt x="301" y="133"/>
                  </a:lnTo>
                  <a:lnTo>
                    <a:pt x="300" y="135"/>
                  </a:lnTo>
                  <a:lnTo>
                    <a:pt x="299" y="137"/>
                  </a:lnTo>
                  <a:lnTo>
                    <a:pt x="297" y="139"/>
                  </a:lnTo>
                  <a:lnTo>
                    <a:pt x="295" y="141"/>
                  </a:lnTo>
                  <a:lnTo>
                    <a:pt x="293" y="143"/>
                  </a:lnTo>
                  <a:lnTo>
                    <a:pt x="292" y="145"/>
                  </a:lnTo>
                  <a:lnTo>
                    <a:pt x="290" y="147"/>
                  </a:lnTo>
                  <a:lnTo>
                    <a:pt x="288" y="149"/>
                  </a:lnTo>
                  <a:lnTo>
                    <a:pt x="286" y="151"/>
                  </a:lnTo>
                  <a:lnTo>
                    <a:pt x="283" y="153"/>
                  </a:lnTo>
                  <a:lnTo>
                    <a:pt x="281" y="155"/>
                  </a:lnTo>
                  <a:lnTo>
                    <a:pt x="279" y="157"/>
                  </a:lnTo>
                  <a:lnTo>
                    <a:pt x="276" y="159"/>
                  </a:lnTo>
                  <a:lnTo>
                    <a:pt x="273" y="161"/>
                  </a:lnTo>
                  <a:lnTo>
                    <a:pt x="270" y="163"/>
                  </a:lnTo>
                  <a:lnTo>
                    <a:pt x="267" y="165"/>
                  </a:lnTo>
                  <a:lnTo>
                    <a:pt x="264" y="167"/>
                  </a:lnTo>
                  <a:lnTo>
                    <a:pt x="260" y="169"/>
                  </a:lnTo>
                  <a:lnTo>
                    <a:pt x="257" y="171"/>
                  </a:lnTo>
                  <a:lnTo>
                    <a:pt x="253" y="173"/>
                  </a:lnTo>
                  <a:lnTo>
                    <a:pt x="249" y="175"/>
                  </a:lnTo>
                  <a:lnTo>
                    <a:pt x="245" y="177"/>
                  </a:lnTo>
                  <a:lnTo>
                    <a:pt x="240" y="179"/>
                  </a:lnTo>
                  <a:lnTo>
                    <a:pt x="236" y="182"/>
                  </a:lnTo>
                  <a:lnTo>
                    <a:pt x="231" y="184"/>
                  </a:lnTo>
                  <a:lnTo>
                    <a:pt x="226" y="186"/>
                  </a:lnTo>
                  <a:lnTo>
                    <a:pt x="221" y="188"/>
                  </a:lnTo>
                  <a:lnTo>
                    <a:pt x="216" y="190"/>
                  </a:lnTo>
                  <a:lnTo>
                    <a:pt x="211" y="192"/>
                  </a:lnTo>
                  <a:lnTo>
                    <a:pt x="205" y="194"/>
                  </a:lnTo>
                  <a:lnTo>
                    <a:pt x="200" y="196"/>
                  </a:lnTo>
                  <a:lnTo>
                    <a:pt x="195" y="197"/>
                  </a:lnTo>
                  <a:lnTo>
                    <a:pt x="190" y="199"/>
                  </a:lnTo>
                  <a:lnTo>
                    <a:pt x="184" y="201"/>
                  </a:lnTo>
                  <a:lnTo>
                    <a:pt x="179" y="203"/>
                  </a:lnTo>
                  <a:lnTo>
                    <a:pt x="173" y="205"/>
                  </a:lnTo>
                  <a:lnTo>
                    <a:pt x="168" y="206"/>
                  </a:lnTo>
                  <a:lnTo>
                    <a:pt x="163" y="208"/>
                  </a:lnTo>
                  <a:lnTo>
                    <a:pt x="157" y="210"/>
                  </a:lnTo>
                  <a:lnTo>
                    <a:pt x="151" y="211"/>
                  </a:lnTo>
                  <a:lnTo>
                    <a:pt x="146" y="213"/>
                  </a:lnTo>
                  <a:lnTo>
                    <a:pt x="140" y="215"/>
                  </a:lnTo>
                  <a:lnTo>
                    <a:pt x="135" y="216"/>
                  </a:lnTo>
                  <a:lnTo>
                    <a:pt x="129" y="218"/>
                  </a:lnTo>
                  <a:lnTo>
                    <a:pt x="124" y="219"/>
                  </a:lnTo>
                  <a:lnTo>
                    <a:pt x="118" y="220"/>
                  </a:lnTo>
                  <a:lnTo>
                    <a:pt x="112" y="221"/>
                  </a:lnTo>
                  <a:lnTo>
                    <a:pt x="107" y="223"/>
                  </a:lnTo>
                  <a:lnTo>
                    <a:pt x="101" y="224"/>
                  </a:lnTo>
                  <a:lnTo>
                    <a:pt x="95" y="224"/>
                  </a:lnTo>
                  <a:lnTo>
                    <a:pt x="90" y="225"/>
                  </a:lnTo>
                  <a:lnTo>
                    <a:pt x="84" y="226"/>
                  </a:lnTo>
                  <a:lnTo>
                    <a:pt x="79" y="227"/>
                  </a:lnTo>
                  <a:lnTo>
                    <a:pt x="73" y="227"/>
                  </a:lnTo>
                  <a:lnTo>
                    <a:pt x="67" y="228"/>
                  </a:lnTo>
                  <a:lnTo>
                    <a:pt x="62" y="228"/>
                  </a:lnTo>
                  <a:lnTo>
                    <a:pt x="56" y="228"/>
                  </a:lnTo>
                  <a:lnTo>
                    <a:pt x="50" y="228"/>
                  </a:lnTo>
                  <a:lnTo>
                    <a:pt x="45" y="228"/>
                  </a:lnTo>
                  <a:lnTo>
                    <a:pt x="39" y="228"/>
                  </a:lnTo>
                  <a:lnTo>
                    <a:pt x="34" y="228"/>
                  </a:lnTo>
                  <a:lnTo>
                    <a:pt x="29" y="228"/>
                  </a:lnTo>
                  <a:lnTo>
                    <a:pt x="25" y="228"/>
                  </a:lnTo>
                  <a:lnTo>
                    <a:pt x="21" y="228"/>
                  </a:lnTo>
                  <a:lnTo>
                    <a:pt x="17" y="228"/>
                  </a:lnTo>
                  <a:lnTo>
                    <a:pt x="14" y="228"/>
                  </a:lnTo>
                  <a:lnTo>
                    <a:pt x="11" y="228"/>
                  </a:lnTo>
                  <a:lnTo>
                    <a:pt x="8" y="228"/>
                  </a:lnTo>
                  <a:lnTo>
                    <a:pt x="6" y="228"/>
                  </a:lnTo>
                  <a:lnTo>
                    <a:pt x="4" y="228"/>
                  </a:lnTo>
                  <a:lnTo>
                    <a:pt x="3" y="228"/>
                  </a:lnTo>
                  <a:lnTo>
                    <a:pt x="1" y="228"/>
                  </a:lnTo>
                  <a:lnTo>
                    <a:pt x="0" y="228"/>
                  </a:lnTo>
                  <a:lnTo>
                    <a:pt x="0" y="229"/>
                  </a:lnTo>
                  <a:lnTo>
                    <a:pt x="0" y="230"/>
                  </a:lnTo>
                  <a:lnTo>
                    <a:pt x="0" y="231"/>
                  </a:lnTo>
                  <a:lnTo>
                    <a:pt x="0" y="232"/>
                  </a:lnTo>
                  <a:lnTo>
                    <a:pt x="0" y="233"/>
                  </a:lnTo>
                  <a:lnTo>
                    <a:pt x="0" y="234"/>
                  </a:lnTo>
                  <a:lnTo>
                    <a:pt x="0" y="235"/>
                  </a:lnTo>
                  <a:lnTo>
                    <a:pt x="0" y="236"/>
                  </a:lnTo>
                  <a:lnTo>
                    <a:pt x="0" y="237"/>
                  </a:lnTo>
                  <a:lnTo>
                    <a:pt x="0" y="236"/>
                  </a:lnTo>
                  <a:lnTo>
                    <a:pt x="1" y="236"/>
                  </a:lnTo>
                  <a:lnTo>
                    <a:pt x="3" y="236"/>
                  </a:lnTo>
                  <a:lnTo>
                    <a:pt x="5" y="236"/>
                  </a:lnTo>
                  <a:lnTo>
                    <a:pt x="7" y="236"/>
                  </a:lnTo>
                  <a:lnTo>
                    <a:pt x="9" y="236"/>
                  </a:lnTo>
                  <a:lnTo>
                    <a:pt x="12" y="236"/>
                  </a:lnTo>
                  <a:lnTo>
                    <a:pt x="15" y="236"/>
                  </a:lnTo>
                  <a:lnTo>
                    <a:pt x="19" y="236"/>
                  </a:lnTo>
                  <a:lnTo>
                    <a:pt x="23" y="236"/>
                  </a:lnTo>
                  <a:lnTo>
                    <a:pt x="27" y="236"/>
                  </a:lnTo>
                  <a:lnTo>
                    <a:pt x="32" y="236"/>
                  </a:lnTo>
                  <a:lnTo>
                    <a:pt x="37" y="236"/>
                  </a:lnTo>
                  <a:lnTo>
                    <a:pt x="43" y="236"/>
                  </a:lnTo>
                  <a:lnTo>
                    <a:pt x="49" y="236"/>
                  </a:lnTo>
                  <a:lnTo>
                    <a:pt x="55" y="236"/>
                  </a:lnTo>
                  <a:lnTo>
                    <a:pt x="61" y="236"/>
                  </a:lnTo>
                  <a:lnTo>
                    <a:pt x="67" y="236"/>
                  </a:lnTo>
                  <a:lnTo>
                    <a:pt x="73" y="236"/>
                  </a:lnTo>
                  <a:lnTo>
                    <a:pt x="79" y="236"/>
                  </a:lnTo>
                  <a:lnTo>
                    <a:pt x="85" y="236"/>
                  </a:lnTo>
                  <a:lnTo>
                    <a:pt x="90" y="236"/>
                  </a:lnTo>
                  <a:lnTo>
                    <a:pt x="96" y="235"/>
                  </a:lnTo>
                  <a:lnTo>
                    <a:pt x="102" y="235"/>
                  </a:lnTo>
                  <a:lnTo>
                    <a:pt x="108" y="235"/>
                  </a:lnTo>
                  <a:lnTo>
                    <a:pt x="114" y="235"/>
                  </a:lnTo>
                  <a:lnTo>
                    <a:pt x="120" y="234"/>
                  </a:lnTo>
                  <a:lnTo>
                    <a:pt x="125" y="234"/>
                  </a:lnTo>
                  <a:lnTo>
                    <a:pt x="131" y="233"/>
                  </a:lnTo>
                  <a:lnTo>
                    <a:pt x="137" y="233"/>
                  </a:lnTo>
                  <a:lnTo>
                    <a:pt x="142" y="232"/>
                  </a:lnTo>
                  <a:lnTo>
                    <a:pt x="148" y="232"/>
                  </a:lnTo>
                  <a:lnTo>
                    <a:pt x="154" y="231"/>
                  </a:lnTo>
                  <a:lnTo>
                    <a:pt x="159" y="231"/>
                  </a:lnTo>
                  <a:lnTo>
                    <a:pt x="165" y="230"/>
                  </a:lnTo>
                  <a:lnTo>
                    <a:pt x="170" y="229"/>
                  </a:lnTo>
                  <a:lnTo>
                    <a:pt x="176" y="228"/>
                  </a:lnTo>
                  <a:lnTo>
                    <a:pt x="182" y="227"/>
                  </a:lnTo>
                  <a:lnTo>
                    <a:pt x="187" y="226"/>
                  </a:lnTo>
                  <a:lnTo>
                    <a:pt x="193" y="225"/>
                  </a:lnTo>
                  <a:lnTo>
                    <a:pt x="199" y="224"/>
                  </a:lnTo>
                  <a:lnTo>
                    <a:pt x="204" y="223"/>
                  </a:lnTo>
                  <a:lnTo>
                    <a:pt x="210" y="222"/>
                  </a:lnTo>
                  <a:lnTo>
                    <a:pt x="215" y="220"/>
                  </a:lnTo>
                  <a:lnTo>
                    <a:pt x="221" y="219"/>
                  </a:lnTo>
                  <a:lnTo>
                    <a:pt x="227" y="218"/>
                  </a:lnTo>
                  <a:lnTo>
                    <a:pt x="232" y="216"/>
                  </a:lnTo>
                  <a:lnTo>
                    <a:pt x="238" y="215"/>
                  </a:lnTo>
                  <a:lnTo>
                    <a:pt x="244" y="213"/>
                  </a:lnTo>
                  <a:lnTo>
                    <a:pt x="249" y="211"/>
                  </a:lnTo>
                  <a:lnTo>
                    <a:pt x="255" y="210"/>
                  </a:lnTo>
                  <a:lnTo>
                    <a:pt x="261" y="208"/>
                  </a:lnTo>
                  <a:lnTo>
                    <a:pt x="267" y="206"/>
                  </a:lnTo>
                  <a:lnTo>
                    <a:pt x="272" y="204"/>
                  </a:lnTo>
                  <a:lnTo>
                    <a:pt x="278" y="202"/>
                  </a:lnTo>
                  <a:lnTo>
                    <a:pt x="284" y="200"/>
                  </a:lnTo>
                  <a:lnTo>
                    <a:pt x="290" y="198"/>
                  </a:lnTo>
                  <a:lnTo>
                    <a:pt x="296" y="195"/>
                  </a:lnTo>
                  <a:lnTo>
                    <a:pt x="302" y="193"/>
                  </a:lnTo>
                  <a:lnTo>
                    <a:pt x="308" y="191"/>
                  </a:lnTo>
                  <a:lnTo>
                    <a:pt x="314" y="189"/>
                  </a:lnTo>
                  <a:lnTo>
                    <a:pt x="320" y="186"/>
                  </a:lnTo>
                  <a:lnTo>
                    <a:pt x="326" y="184"/>
                  </a:lnTo>
                  <a:lnTo>
                    <a:pt x="332" y="181"/>
                  </a:lnTo>
                  <a:lnTo>
                    <a:pt x="338" y="178"/>
                  </a:lnTo>
                  <a:lnTo>
                    <a:pt x="343" y="176"/>
                  </a:lnTo>
                  <a:lnTo>
                    <a:pt x="349" y="173"/>
                  </a:lnTo>
                  <a:lnTo>
                    <a:pt x="354" y="170"/>
                  </a:lnTo>
                  <a:lnTo>
                    <a:pt x="359" y="168"/>
                  </a:lnTo>
                  <a:lnTo>
                    <a:pt x="364" y="165"/>
                  </a:lnTo>
                  <a:lnTo>
                    <a:pt x="368" y="162"/>
                  </a:lnTo>
                  <a:lnTo>
                    <a:pt x="373" y="159"/>
                  </a:lnTo>
                  <a:lnTo>
                    <a:pt x="377" y="156"/>
                  </a:lnTo>
                  <a:lnTo>
                    <a:pt x="381" y="154"/>
                  </a:lnTo>
                  <a:lnTo>
                    <a:pt x="384" y="151"/>
                  </a:lnTo>
                  <a:lnTo>
                    <a:pt x="388" y="148"/>
                  </a:lnTo>
                  <a:lnTo>
                    <a:pt x="391" y="145"/>
                  </a:lnTo>
                  <a:lnTo>
                    <a:pt x="394" y="142"/>
                  </a:lnTo>
                  <a:lnTo>
                    <a:pt x="397" y="139"/>
                  </a:lnTo>
                  <a:lnTo>
                    <a:pt x="400" y="136"/>
                  </a:lnTo>
                  <a:lnTo>
                    <a:pt x="403" y="133"/>
                  </a:lnTo>
                  <a:lnTo>
                    <a:pt x="405" y="130"/>
                  </a:lnTo>
                  <a:lnTo>
                    <a:pt x="408" y="127"/>
                  </a:lnTo>
                  <a:lnTo>
                    <a:pt x="410" y="124"/>
                  </a:lnTo>
                  <a:lnTo>
                    <a:pt x="412" y="121"/>
                  </a:lnTo>
                  <a:lnTo>
                    <a:pt x="414" y="118"/>
                  </a:lnTo>
                  <a:lnTo>
                    <a:pt x="416" y="115"/>
                  </a:lnTo>
                  <a:lnTo>
                    <a:pt x="418" y="113"/>
                  </a:lnTo>
                  <a:lnTo>
                    <a:pt x="420" y="110"/>
                  </a:lnTo>
                  <a:lnTo>
                    <a:pt x="421" y="107"/>
                  </a:lnTo>
                  <a:lnTo>
                    <a:pt x="423" y="104"/>
                  </a:lnTo>
                  <a:lnTo>
                    <a:pt x="424" y="102"/>
                  </a:lnTo>
                  <a:lnTo>
                    <a:pt x="425" y="99"/>
                  </a:lnTo>
                  <a:lnTo>
                    <a:pt x="426" y="96"/>
                  </a:lnTo>
                  <a:lnTo>
                    <a:pt x="427" y="94"/>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Text Box 36">
              <a:extLst>
                <a:ext uri="{FF2B5EF4-FFF2-40B4-BE49-F238E27FC236}">
                  <a16:creationId xmlns:a16="http://schemas.microsoft.com/office/drawing/2014/main" id="{A781644F-789E-E04B-6759-EBEABB42A62C}"/>
                </a:ext>
              </a:extLst>
            </p:cNvPr>
            <p:cNvSpPr txBox="1">
              <a:spLocks noChangeArrowheads="1"/>
            </p:cNvSpPr>
            <p:nvPr/>
          </p:nvSpPr>
          <p:spPr bwMode="gray">
            <a:xfrm>
              <a:off x="439656" y="1654278"/>
              <a:ext cx="1411451" cy="371096"/>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Generate</a:t>
              </a:r>
            </a:p>
          </p:txBody>
        </p:sp>
        <p:sp>
          <p:nvSpPr>
            <p:cNvPr id="53" name="Text Box 37">
              <a:extLst>
                <a:ext uri="{FF2B5EF4-FFF2-40B4-BE49-F238E27FC236}">
                  <a16:creationId xmlns:a16="http://schemas.microsoft.com/office/drawing/2014/main" id="{6D031547-4DDA-EADB-C0E2-200A94FC4E5B}"/>
                </a:ext>
              </a:extLst>
            </p:cNvPr>
            <p:cNvSpPr txBox="1">
              <a:spLocks noChangeArrowheads="1"/>
            </p:cNvSpPr>
            <p:nvPr/>
          </p:nvSpPr>
          <p:spPr bwMode="gray">
            <a:xfrm>
              <a:off x="3314733" y="3274946"/>
              <a:ext cx="1409307" cy="1141173"/>
            </a:xfrm>
            <a:prstGeom prst="rect">
              <a:avLst/>
            </a:prstGeom>
            <a:noFill/>
            <a:ln>
              <a:noFill/>
            </a:ln>
            <a:effectLst/>
          </p:spPr>
          <p:txBody>
            <a:bodyPr lIns="76200" tIns="76200" rIns="76200" bIns="7620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Screen</a:t>
              </a:r>
            </a:p>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Spot-check</a:t>
              </a:r>
            </a:p>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Rank</a:t>
              </a:r>
            </a:p>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Enrich</a:t>
              </a:r>
            </a:p>
          </p:txBody>
        </p:sp>
        <p:sp>
          <p:nvSpPr>
            <p:cNvPr id="54" name="AutoShape 38">
              <a:extLst>
                <a:ext uri="{FF2B5EF4-FFF2-40B4-BE49-F238E27FC236}">
                  <a16:creationId xmlns:a16="http://schemas.microsoft.com/office/drawing/2014/main" id="{78A99372-EC66-FFBF-8578-8B839BAE9E96}"/>
                </a:ext>
              </a:extLst>
            </p:cNvPr>
            <p:cNvSpPr>
              <a:spLocks noChangeArrowheads="1"/>
            </p:cNvSpPr>
            <p:nvPr/>
          </p:nvSpPr>
          <p:spPr bwMode="gray">
            <a:xfrm>
              <a:off x="1973375" y="2332118"/>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AutoShape 39">
              <a:extLst>
                <a:ext uri="{FF2B5EF4-FFF2-40B4-BE49-F238E27FC236}">
                  <a16:creationId xmlns:a16="http://schemas.microsoft.com/office/drawing/2014/main" id="{D06E49EC-351E-F38C-A8CF-71BC53B9294C}"/>
                </a:ext>
              </a:extLst>
            </p:cNvPr>
            <p:cNvSpPr>
              <a:spLocks noChangeArrowheads="1"/>
            </p:cNvSpPr>
            <p:nvPr/>
          </p:nvSpPr>
          <p:spPr bwMode="gray">
            <a:xfrm>
              <a:off x="1567959" y="2887263"/>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AutoShape 40">
              <a:extLst>
                <a:ext uri="{FF2B5EF4-FFF2-40B4-BE49-F238E27FC236}">
                  <a16:creationId xmlns:a16="http://schemas.microsoft.com/office/drawing/2014/main" id="{A2BF339C-1C6B-350A-1359-A34FD3B91BF3}"/>
                </a:ext>
              </a:extLst>
            </p:cNvPr>
            <p:cNvSpPr>
              <a:spLocks noChangeArrowheads="1"/>
            </p:cNvSpPr>
            <p:nvPr/>
          </p:nvSpPr>
          <p:spPr bwMode="gray">
            <a:xfrm>
              <a:off x="1682498" y="3442409"/>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AutoShape 41">
              <a:extLst>
                <a:ext uri="{FF2B5EF4-FFF2-40B4-BE49-F238E27FC236}">
                  <a16:creationId xmlns:a16="http://schemas.microsoft.com/office/drawing/2014/main" id="{21309C21-D556-AA7E-66BE-2AC9E4912D9D}"/>
                </a:ext>
              </a:extLst>
            </p:cNvPr>
            <p:cNvSpPr>
              <a:spLocks noChangeArrowheads="1"/>
            </p:cNvSpPr>
            <p:nvPr/>
          </p:nvSpPr>
          <p:spPr bwMode="gray">
            <a:xfrm>
              <a:off x="1567959" y="3997554"/>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8" name="AutoShape 42">
              <a:extLst>
                <a:ext uri="{FF2B5EF4-FFF2-40B4-BE49-F238E27FC236}">
                  <a16:creationId xmlns:a16="http://schemas.microsoft.com/office/drawing/2014/main" id="{40EAE2CE-B303-F70F-4856-5F76E074A72D}"/>
                </a:ext>
              </a:extLst>
            </p:cNvPr>
            <p:cNvSpPr>
              <a:spLocks noChangeArrowheads="1"/>
            </p:cNvSpPr>
            <p:nvPr/>
          </p:nvSpPr>
          <p:spPr bwMode="gray">
            <a:xfrm>
              <a:off x="2052743" y="4552699"/>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AutoShape 43">
              <a:extLst>
                <a:ext uri="{FF2B5EF4-FFF2-40B4-BE49-F238E27FC236}">
                  <a16:creationId xmlns:a16="http://schemas.microsoft.com/office/drawing/2014/main" id="{73825B22-FF64-2E3D-E22B-638AEA6B3D56}"/>
                </a:ext>
              </a:extLst>
            </p:cNvPr>
            <p:cNvSpPr>
              <a:spLocks noChangeArrowheads="1"/>
            </p:cNvSpPr>
            <p:nvPr/>
          </p:nvSpPr>
          <p:spPr bwMode="gray">
            <a:xfrm>
              <a:off x="1973375" y="5107847"/>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AutoShape 44">
              <a:extLst>
                <a:ext uri="{FF2B5EF4-FFF2-40B4-BE49-F238E27FC236}">
                  <a16:creationId xmlns:a16="http://schemas.microsoft.com/office/drawing/2014/main" id="{7D8D6E8D-CC2C-083F-4D47-7051C1913DA8}"/>
                </a:ext>
              </a:extLst>
            </p:cNvPr>
            <p:cNvSpPr>
              <a:spLocks noChangeArrowheads="1"/>
            </p:cNvSpPr>
            <p:nvPr/>
          </p:nvSpPr>
          <p:spPr bwMode="gray">
            <a:xfrm rot="13500000">
              <a:off x="6793331" y="4605883"/>
              <a:ext cx="566296" cy="274568"/>
            </a:xfrm>
            <a:prstGeom prst="rightArrow">
              <a:avLst>
                <a:gd name="adj1" fmla="val 50000"/>
                <a:gd name="adj2" fmla="val 51563"/>
              </a:avLst>
            </a:prstGeom>
            <a:solidFill>
              <a:srgbClr val="BB3023"/>
            </a:solidFill>
            <a:ln>
              <a:noFill/>
            </a:ln>
            <a:effectLst/>
          </p:spPr>
          <p:txBody>
            <a:bodyPr vert="eaVert"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AutoShape 45">
              <a:extLst>
                <a:ext uri="{FF2B5EF4-FFF2-40B4-BE49-F238E27FC236}">
                  <a16:creationId xmlns:a16="http://schemas.microsoft.com/office/drawing/2014/main" id="{5DC1AD71-847B-2462-1997-6172292B7DC4}"/>
                </a:ext>
              </a:extLst>
            </p:cNvPr>
            <p:cNvSpPr>
              <a:spLocks noChangeArrowheads="1"/>
            </p:cNvSpPr>
            <p:nvPr/>
          </p:nvSpPr>
          <p:spPr bwMode="gray">
            <a:xfrm rot="13500000">
              <a:off x="7273825" y="4676669"/>
              <a:ext cx="566296" cy="274568"/>
            </a:xfrm>
            <a:prstGeom prst="rightArrow">
              <a:avLst>
                <a:gd name="adj1" fmla="val 50000"/>
                <a:gd name="adj2" fmla="val 51563"/>
              </a:avLst>
            </a:prstGeom>
            <a:solidFill>
              <a:srgbClr val="BB3023"/>
            </a:solidFill>
            <a:ln>
              <a:noFill/>
            </a:ln>
            <a:effectLst/>
          </p:spPr>
          <p:txBody>
            <a:bodyPr vert="eaVert"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AutoShape 46">
              <a:extLst>
                <a:ext uri="{FF2B5EF4-FFF2-40B4-BE49-F238E27FC236}">
                  <a16:creationId xmlns:a16="http://schemas.microsoft.com/office/drawing/2014/main" id="{773EE131-C672-26B1-99E8-3318EBCA1956}"/>
                </a:ext>
              </a:extLst>
            </p:cNvPr>
            <p:cNvSpPr>
              <a:spLocks noChangeArrowheads="1"/>
            </p:cNvSpPr>
            <p:nvPr/>
          </p:nvSpPr>
          <p:spPr bwMode="gray">
            <a:xfrm rot="13500000">
              <a:off x="6793331" y="5062781"/>
              <a:ext cx="566296" cy="274568"/>
            </a:xfrm>
            <a:prstGeom prst="rightArrow">
              <a:avLst>
                <a:gd name="adj1" fmla="val 50000"/>
                <a:gd name="adj2" fmla="val 51563"/>
              </a:avLst>
            </a:prstGeom>
            <a:solidFill>
              <a:srgbClr val="BB3023"/>
            </a:solidFill>
            <a:ln>
              <a:noFill/>
            </a:ln>
            <a:effectLst/>
          </p:spPr>
          <p:txBody>
            <a:bodyPr vert="eaVert"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AutoShape 47">
              <a:extLst>
                <a:ext uri="{FF2B5EF4-FFF2-40B4-BE49-F238E27FC236}">
                  <a16:creationId xmlns:a16="http://schemas.microsoft.com/office/drawing/2014/main" id="{6C8B4E2B-2A93-1A09-BA99-7005D5B1EF1D}"/>
                </a:ext>
              </a:extLst>
            </p:cNvPr>
            <p:cNvSpPr>
              <a:spLocks noChangeArrowheads="1"/>
            </p:cNvSpPr>
            <p:nvPr/>
          </p:nvSpPr>
          <p:spPr bwMode="gray">
            <a:xfrm>
              <a:off x="9052081" y="3526915"/>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4" name="AutoShape 48">
              <a:extLst>
                <a:ext uri="{FF2B5EF4-FFF2-40B4-BE49-F238E27FC236}">
                  <a16:creationId xmlns:a16="http://schemas.microsoft.com/office/drawing/2014/main" id="{560F6772-536C-B439-A480-515AE848266E}"/>
                </a:ext>
              </a:extLst>
            </p:cNvPr>
            <p:cNvSpPr>
              <a:spLocks noChangeArrowheads="1"/>
            </p:cNvSpPr>
            <p:nvPr/>
          </p:nvSpPr>
          <p:spPr bwMode="gray">
            <a:xfrm>
              <a:off x="9052081" y="3846531"/>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2" name="椭圆 41">
              <a:extLst>
                <a:ext uri="{FF2B5EF4-FFF2-40B4-BE49-F238E27FC236}">
                  <a16:creationId xmlns:a16="http://schemas.microsoft.com/office/drawing/2014/main" id="{D82AEC63-B2C5-A835-3DA1-F9445546C516}"/>
                </a:ext>
              </a:extLst>
            </p:cNvPr>
            <p:cNvSpPr/>
            <p:nvPr/>
          </p:nvSpPr>
          <p:spPr>
            <a:xfrm>
              <a:off x="7717536" y="3316224"/>
              <a:ext cx="353568" cy="1024128"/>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latin typeface="Alibaba PuHuiTi Medium" pitchFamily="18" charset="-122"/>
                <a:ea typeface="Alibaba PuHuiTi Medium" pitchFamily="18" charset="-122"/>
                <a:cs typeface="Alibaba PuHuiTi Medium" pitchFamily="18" charset="-122"/>
              </a:endParaRPr>
            </a:p>
          </p:txBody>
        </p:sp>
      </p:grpSp>
    </p:spTree>
    <p:extLst>
      <p:ext uri="{BB962C8B-B14F-4D97-AF65-F5344CB8AC3E}">
        <p14:creationId xmlns:p14="http://schemas.microsoft.com/office/powerpoint/2010/main" val="160467653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文本框 69">
            <a:extLst>
              <a:ext uri="{FF2B5EF4-FFF2-40B4-BE49-F238E27FC236}">
                <a16:creationId xmlns:a16="http://schemas.microsoft.com/office/drawing/2014/main" id="{E6C91A59-FEA8-4B1F-5DA3-B09014C31714}"/>
              </a:ext>
            </a:extLst>
          </p:cNvPr>
          <p:cNvSpPr txBox="1"/>
          <p:nvPr/>
        </p:nvSpPr>
        <p:spPr>
          <a:xfrm>
            <a:off x="7354955" y="940069"/>
            <a:ext cx="4512366" cy="1600438"/>
          </a:xfrm>
          <a:prstGeom prst="rect">
            <a:avLst/>
          </a:prstGeom>
          <a:solidFill>
            <a:srgbClr val="1E344D"/>
          </a:solidFill>
        </p:spPr>
        <p:txBody>
          <a:bodyPr wrap="square" rtlCol="0">
            <a:spAutoFit/>
          </a:bodyPr>
          <a:lstStyle/>
          <a:p>
            <a:r>
              <a:rPr kumimoji="1" lang="en" altLang="zh-CN" sz="14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r>
              <a:rPr kumimoji="1" lang="en" altLang="zh-CN" sz="1400" dirty="0">
                <a:solidFill>
                  <a:schemeClr val="bg1"/>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chemeClr val="bg1"/>
                </a:solidFill>
                <a:latin typeface="Alibaba PuHuiTi" pitchFamily="18" charset="-122"/>
                <a:ea typeface="Alibaba PuHuiTi" pitchFamily="18" charset="-122"/>
                <a:cs typeface="Alibaba PuHuiTi" pitchFamily="18" charset="-122"/>
              </a:rPr>
              <a:t>.</a:t>
            </a:r>
            <a:endParaRPr kumimoji="1"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4" name="文本框 3">
            <a:extLst>
              <a:ext uri="{FF2B5EF4-FFF2-40B4-BE49-F238E27FC236}">
                <a16:creationId xmlns:a16="http://schemas.microsoft.com/office/drawing/2014/main" id="{83159822-94AB-88E7-CB64-605F74ED6406}"/>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9EBC9DF-C0B7-CC29-2C55-EC82E467BBB7}"/>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8A8A6790-9AFE-D69B-87B4-9D916BB37BD0}"/>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A621CF46-A71C-ABE1-59F4-12994120778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65EB4306-554A-6B32-5C34-8ECEA47CECB9}"/>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B796625-E421-77F5-2881-45460F9BB42E}"/>
              </a:ext>
            </a:extLst>
          </p:cNvPr>
          <p:cNvGrpSpPr/>
          <p:nvPr/>
        </p:nvGrpSpPr>
        <p:grpSpPr>
          <a:xfrm>
            <a:off x="2212826" y="287981"/>
            <a:ext cx="356205" cy="355288"/>
            <a:chOff x="2323294" y="287981"/>
            <a:chExt cx="356205" cy="355288"/>
          </a:xfrm>
        </p:grpSpPr>
        <p:sp>
          <p:nvSpPr>
            <p:cNvPr id="11" name="Google Shape;7166;p80">
              <a:extLst>
                <a:ext uri="{FF2B5EF4-FFF2-40B4-BE49-F238E27FC236}">
                  <a16:creationId xmlns:a16="http://schemas.microsoft.com/office/drawing/2014/main" id="{41E05837-627B-07C4-AEEE-E9F6327A36E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3E8BBE05-16BB-85F4-1861-D5706DA6555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E7153DB1-08D6-1589-65FC-8910C553083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4D1FA895-AF64-272D-BBC5-D6007903195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组合 68">
            <a:extLst>
              <a:ext uri="{FF2B5EF4-FFF2-40B4-BE49-F238E27FC236}">
                <a16:creationId xmlns:a16="http://schemas.microsoft.com/office/drawing/2014/main" id="{112968B3-74EA-A5F1-20E6-C223D9D2909B}"/>
              </a:ext>
            </a:extLst>
          </p:cNvPr>
          <p:cNvGrpSpPr/>
          <p:nvPr/>
        </p:nvGrpSpPr>
        <p:grpSpPr>
          <a:xfrm>
            <a:off x="399898" y="1332092"/>
            <a:ext cx="11974205" cy="5366882"/>
            <a:chOff x="439656" y="1272457"/>
            <a:chExt cx="11285174" cy="5058056"/>
          </a:xfrm>
        </p:grpSpPr>
        <p:sp>
          <p:nvSpPr>
            <p:cNvPr id="16" name="Oval 3">
              <a:extLst>
                <a:ext uri="{FF2B5EF4-FFF2-40B4-BE49-F238E27FC236}">
                  <a16:creationId xmlns:a16="http://schemas.microsoft.com/office/drawing/2014/main" id="{DE918B50-B629-B9B5-3498-C1F193AB9F4B}"/>
                </a:ext>
              </a:extLst>
            </p:cNvPr>
            <p:cNvSpPr>
              <a:spLocks noChangeArrowheads="1"/>
            </p:cNvSpPr>
            <p:nvPr/>
          </p:nvSpPr>
          <p:spPr bwMode="auto">
            <a:xfrm>
              <a:off x="2256525" y="2044679"/>
              <a:ext cx="804399" cy="3541497"/>
            </a:xfrm>
            <a:prstGeom prst="ellipse">
              <a:avLst/>
            </a:prstGeom>
            <a:noFill/>
            <a:ln w="28575">
              <a:solidFill>
                <a:srgbClr val="BB3023"/>
              </a:solidFill>
              <a:prstDash val="dash"/>
              <a:round/>
              <a:headEnd/>
              <a:tailEnd/>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17" name="Oval 4">
              <a:extLst>
                <a:ext uri="{FF2B5EF4-FFF2-40B4-BE49-F238E27FC236}">
                  <a16:creationId xmlns:a16="http://schemas.microsoft.com/office/drawing/2014/main" id="{40C9046D-AF0C-242E-DF28-BDBF99096116}"/>
                </a:ext>
              </a:extLst>
            </p:cNvPr>
            <p:cNvSpPr>
              <a:spLocks noChangeArrowheads="1"/>
            </p:cNvSpPr>
            <p:nvPr/>
          </p:nvSpPr>
          <p:spPr bwMode="auto">
            <a:xfrm>
              <a:off x="4069103" y="2413627"/>
              <a:ext cx="806544" cy="2816468"/>
            </a:xfrm>
            <a:prstGeom prst="ellipse">
              <a:avLst/>
            </a:prstGeom>
            <a:noFill/>
            <a:ln w="2857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Oval 5">
              <a:extLst>
                <a:ext uri="{FF2B5EF4-FFF2-40B4-BE49-F238E27FC236}">
                  <a16:creationId xmlns:a16="http://schemas.microsoft.com/office/drawing/2014/main" id="{A3C0CC8A-2577-148B-29DB-89831FC9A28F}"/>
                </a:ext>
              </a:extLst>
            </p:cNvPr>
            <p:cNvSpPr>
              <a:spLocks noChangeArrowheads="1"/>
            </p:cNvSpPr>
            <p:nvPr/>
          </p:nvSpPr>
          <p:spPr bwMode="auto">
            <a:xfrm>
              <a:off x="5879535" y="3301413"/>
              <a:ext cx="405416" cy="1055637"/>
            </a:xfrm>
            <a:prstGeom prst="ellipse">
              <a:avLst/>
            </a:prstGeom>
            <a:noFill/>
            <a:ln w="2857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Oval 6">
              <a:extLst>
                <a:ext uri="{FF2B5EF4-FFF2-40B4-BE49-F238E27FC236}">
                  <a16:creationId xmlns:a16="http://schemas.microsoft.com/office/drawing/2014/main" id="{3604135C-BCF5-7366-88D7-9F6F3079C262}"/>
                </a:ext>
              </a:extLst>
            </p:cNvPr>
            <p:cNvSpPr>
              <a:spLocks noChangeArrowheads="1"/>
            </p:cNvSpPr>
            <p:nvPr/>
          </p:nvSpPr>
          <p:spPr bwMode="auto">
            <a:xfrm>
              <a:off x="7694259" y="3301413"/>
              <a:ext cx="403272" cy="1055637"/>
            </a:xfrm>
            <a:prstGeom prst="ellipse">
              <a:avLst/>
            </a:prstGeom>
            <a:noFill/>
            <a:ln w="2857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0" name="Oval 7">
              <a:extLst>
                <a:ext uri="{FF2B5EF4-FFF2-40B4-BE49-F238E27FC236}">
                  <a16:creationId xmlns:a16="http://schemas.microsoft.com/office/drawing/2014/main" id="{676BF4FA-5A84-D2B5-A6C7-CBE270C23EDB}"/>
                </a:ext>
              </a:extLst>
            </p:cNvPr>
            <p:cNvSpPr>
              <a:spLocks noChangeArrowheads="1"/>
            </p:cNvSpPr>
            <p:nvPr/>
          </p:nvSpPr>
          <p:spPr bwMode="gray">
            <a:xfrm>
              <a:off x="4345815" y="3582689"/>
              <a:ext cx="255263" cy="480495"/>
            </a:xfrm>
            <a:prstGeom prst="ellipse">
              <a:avLst/>
            </a:prstGeom>
            <a:noFill/>
            <a:ln w="22225">
              <a:solidFill>
                <a:srgbClr val="BB3023"/>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1" name="Line 8">
              <a:extLst>
                <a:ext uri="{FF2B5EF4-FFF2-40B4-BE49-F238E27FC236}">
                  <a16:creationId xmlns:a16="http://schemas.microsoft.com/office/drawing/2014/main" id="{81DEFA08-1713-6F7E-7018-3E526FD495D4}"/>
                </a:ext>
              </a:extLst>
            </p:cNvPr>
            <p:cNvSpPr>
              <a:spLocks noChangeShapeType="1"/>
            </p:cNvSpPr>
            <p:nvPr/>
          </p:nvSpPr>
          <p:spPr bwMode="gray">
            <a:xfrm>
              <a:off x="2657652" y="2044678"/>
              <a:ext cx="1812577" cy="353933"/>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Line 9">
              <a:extLst>
                <a:ext uri="{FF2B5EF4-FFF2-40B4-BE49-F238E27FC236}">
                  <a16:creationId xmlns:a16="http://schemas.microsoft.com/office/drawing/2014/main" id="{9FDC1F2C-7BE6-FB94-44BB-C252088263A5}"/>
                </a:ext>
              </a:extLst>
            </p:cNvPr>
            <p:cNvSpPr>
              <a:spLocks noChangeShapeType="1"/>
            </p:cNvSpPr>
            <p:nvPr/>
          </p:nvSpPr>
          <p:spPr bwMode="gray">
            <a:xfrm flipV="1">
              <a:off x="2657652" y="5242965"/>
              <a:ext cx="1812577" cy="358227"/>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Line 10">
              <a:extLst>
                <a:ext uri="{FF2B5EF4-FFF2-40B4-BE49-F238E27FC236}">
                  <a16:creationId xmlns:a16="http://schemas.microsoft.com/office/drawing/2014/main" id="{E69EB0DE-D83C-5896-3A6A-57FF32E08E70}"/>
                </a:ext>
              </a:extLst>
            </p:cNvPr>
            <p:cNvSpPr>
              <a:spLocks noChangeShapeType="1"/>
            </p:cNvSpPr>
            <p:nvPr/>
          </p:nvSpPr>
          <p:spPr bwMode="gray">
            <a:xfrm>
              <a:off x="4470227" y="2398615"/>
              <a:ext cx="1613087" cy="890201"/>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4" name="Line 11">
              <a:extLst>
                <a:ext uri="{FF2B5EF4-FFF2-40B4-BE49-F238E27FC236}">
                  <a16:creationId xmlns:a16="http://schemas.microsoft.com/office/drawing/2014/main" id="{3DA0A19E-EB36-40C3-5F4D-AAC6CA6D3058}"/>
                </a:ext>
              </a:extLst>
            </p:cNvPr>
            <p:cNvSpPr>
              <a:spLocks noChangeShapeType="1"/>
            </p:cNvSpPr>
            <p:nvPr/>
          </p:nvSpPr>
          <p:spPr bwMode="gray">
            <a:xfrm flipV="1">
              <a:off x="4470227" y="4357057"/>
              <a:ext cx="1613087" cy="885911"/>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5" name="Line 12">
              <a:extLst>
                <a:ext uri="{FF2B5EF4-FFF2-40B4-BE49-F238E27FC236}">
                  <a16:creationId xmlns:a16="http://schemas.microsoft.com/office/drawing/2014/main" id="{6457D8D9-97CD-45B7-E53A-EB090C8C78C2}"/>
                </a:ext>
              </a:extLst>
            </p:cNvPr>
            <p:cNvSpPr>
              <a:spLocks noChangeShapeType="1"/>
            </p:cNvSpPr>
            <p:nvPr/>
          </p:nvSpPr>
          <p:spPr bwMode="gray">
            <a:xfrm>
              <a:off x="6083315" y="3288815"/>
              <a:ext cx="1812579" cy="0"/>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Line 13">
              <a:extLst>
                <a:ext uri="{FF2B5EF4-FFF2-40B4-BE49-F238E27FC236}">
                  <a16:creationId xmlns:a16="http://schemas.microsoft.com/office/drawing/2014/main" id="{CBD879F2-0037-BCA3-4BBC-54B045022CA9}"/>
                </a:ext>
              </a:extLst>
            </p:cNvPr>
            <p:cNvSpPr>
              <a:spLocks noChangeShapeType="1"/>
            </p:cNvSpPr>
            <p:nvPr/>
          </p:nvSpPr>
          <p:spPr bwMode="gray">
            <a:xfrm>
              <a:off x="6083315" y="4357057"/>
              <a:ext cx="1812579" cy="0"/>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Line 14">
              <a:extLst>
                <a:ext uri="{FF2B5EF4-FFF2-40B4-BE49-F238E27FC236}">
                  <a16:creationId xmlns:a16="http://schemas.microsoft.com/office/drawing/2014/main" id="{336EBA36-216A-EE7D-B798-0325C8A91E63}"/>
                </a:ext>
              </a:extLst>
            </p:cNvPr>
            <p:cNvSpPr>
              <a:spLocks noChangeShapeType="1"/>
            </p:cNvSpPr>
            <p:nvPr/>
          </p:nvSpPr>
          <p:spPr bwMode="gray">
            <a:xfrm flipH="1" flipV="1">
              <a:off x="7895894" y="3288816"/>
              <a:ext cx="1008180" cy="178039"/>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8" name="Line 15">
              <a:extLst>
                <a:ext uri="{FF2B5EF4-FFF2-40B4-BE49-F238E27FC236}">
                  <a16:creationId xmlns:a16="http://schemas.microsoft.com/office/drawing/2014/main" id="{30B8F10A-7BD3-F2B9-A9AF-5899B0F0249F}"/>
                </a:ext>
              </a:extLst>
            </p:cNvPr>
            <p:cNvSpPr>
              <a:spLocks noChangeShapeType="1"/>
            </p:cNvSpPr>
            <p:nvPr/>
          </p:nvSpPr>
          <p:spPr bwMode="gray">
            <a:xfrm flipV="1">
              <a:off x="7895894" y="4176872"/>
              <a:ext cx="1008180" cy="180185"/>
            </a:xfrm>
            <a:prstGeom prst="line">
              <a:avLst/>
            </a:prstGeom>
            <a:noFill/>
            <a:ln w="31750">
              <a:solidFill>
                <a:srgbClr val="BB302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Text Box 16">
              <a:extLst>
                <a:ext uri="{FF2B5EF4-FFF2-40B4-BE49-F238E27FC236}">
                  <a16:creationId xmlns:a16="http://schemas.microsoft.com/office/drawing/2014/main" id="{C9B264D4-781C-DB00-EFAF-DCB8055BA79F}"/>
                </a:ext>
              </a:extLst>
            </p:cNvPr>
            <p:cNvSpPr txBox="1">
              <a:spLocks noChangeArrowheads="1"/>
            </p:cNvSpPr>
            <p:nvPr/>
          </p:nvSpPr>
          <p:spPr bwMode="gray">
            <a:xfrm>
              <a:off x="1387333" y="2302060"/>
              <a:ext cx="808689"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0" name="Text Box 17">
              <a:extLst>
                <a:ext uri="{FF2B5EF4-FFF2-40B4-BE49-F238E27FC236}">
                  <a16:creationId xmlns:a16="http://schemas.microsoft.com/office/drawing/2014/main" id="{5D54D5DE-0D6E-CDF3-2F1B-5321922A56C3}"/>
                </a:ext>
              </a:extLst>
            </p:cNvPr>
            <p:cNvSpPr txBox="1">
              <a:spLocks noChangeArrowheads="1"/>
            </p:cNvSpPr>
            <p:nvPr/>
          </p:nvSpPr>
          <p:spPr bwMode="gray">
            <a:xfrm>
              <a:off x="960036" y="2859203"/>
              <a:ext cx="806544"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1" name="Text Box 18">
              <a:extLst>
                <a:ext uri="{FF2B5EF4-FFF2-40B4-BE49-F238E27FC236}">
                  <a16:creationId xmlns:a16="http://schemas.microsoft.com/office/drawing/2014/main" id="{AADB63FD-63A0-2509-6E3B-E8EE300113B5}"/>
                </a:ext>
              </a:extLst>
            </p:cNvPr>
            <p:cNvSpPr txBox="1">
              <a:spLocks noChangeArrowheads="1"/>
            </p:cNvSpPr>
            <p:nvPr/>
          </p:nvSpPr>
          <p:spPr bwMode="gray">
            <a:xfrm>
              <a:off x="1173185" y="3416345"/>
              <a:ext cx="808689" cy="3710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2" name="Text Box 19">
              <a:extLst>
                <a:ext uri="{FF2B5EF4-FFF2-40B4-BE49-F238E27FC236}">
                  <a16:creationId xmlns:a16="http://schemas.microsoft.com/office/drawing/2014/main" id="{31527487-BE9D-607E-A093-73A9FDC95FDC}"/>
                </a:ext>
              </a:extLst>
            </p:cNvPr>
            <p:cNvSpPr txBox="1">
              <a:spLocks noChangeArrowheads="1"/>
            </p:cNvSpPr>
            <p:nvPr/>
          </p:nvSpPr>
          <p:spPr bwMode="gray">
            <a:xfrm>
              <a:off x="982232" y="3973487"/>
              <a:ext cx="806544"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3" name="Text Box 20">
              <a:extLst>
                <a:ext uri="{FF2B5EF4-FFF2-40B4-BE49-F238E27FC236}">
                  <a16:creationId xmlns:a16="http://schemas.microsoft.com/office/drawing/2014/main" id="{28DA1312-0382-E097-DA5D-35C92D74F29E}"/>
                </a:ext>
              </a:extLst>
            </p:cNvPr>
            <p:cNvSpPr txBox="1">
              <a:spLocks noChangeArrowheads="1"/>
            </p:cNvSpPr>
            <p:nvPr/>
          </p:nvSpPr>
          <p:spPr bwMode="gray">
            <a:xfrm>
              <a:off x="1462332" y="4530629"/>
              <a:ext cx="808689" cy="3710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4" name="Text Box 21">
              <a:extLst>
                <a:ext uri="{FF2B5EF4-FFF2-40B4-BE49-F238E27FC236}">
                  <a16:creationId xmlns:a16="http://schemas.microsoft.com/office/drawing/2014/main" id="{45698825-A734-2964-AFEC-1BAECD51A2E8}"/>
                </a:ext>
              </a:extLst>
            </p:cNvPr>
            <p:cNvSpPr txBox="1">
              <a:spLocks noChangeArrowheads="1"/>
            </p:cNvSpPr>
            <p:nvPr/>
          </p:nvSpPr>
          <p:spPr bwMode="gray">
            <a:xfrm>
              <a:off x="1380839" y="5087772"/>
              <a:ext cx="806544"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a:t>
              </a:r>
            </a:p>
          </p:txBody>
        </p:sp>
        <p:sp>
          <p:nvSpPr>
            <p:cNvPr id="35" name="Text Box 22">
              <a:extLst>
                <a:ext uri="{FF2B5EF4-FFF2-40B4-BE49-F238E27FC236}">
                  <a16:creationId xmlns:a16="http://schemas.microsoft.com/office/drawing/2014/main" id="{F902D8DD-44AD-3EB9-70EA-A1FCA663422D}"/>
                </a:ext>
              </a:extLst>
            </p:cNvPr>
            <p:cNvSpPr txBox="1">
              <a:spLocks noChangeArrowheads="1"/>
            </p:cNvSpPr>
            <p:nvPr/>
          </p:nvSpPr>
          <p:spPr bwMode="gray">
            <a:xfrm>
              <a:off x="439656" y="5646239"/>
              <a:ext cx="1411451" cy="3710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Collect</a:t>
              </a:r>
            </a:p>
          </p:txBody>
        </p:sp>
        <p:sp>
          <p:nvSpPr>
            <p:cNvPr id="36" name="Text Box 23">
              <a:extLst>
                <a:ext uri="{FF2B5EF4-FFF2-40B4-BE49-F238E27FC236}">
                  <a16:creationId xmlns:a16="http://schemas.microsoft.com/office/drawing/2014/main" id="{6681BD57-BB2B-84D6-5B20-D5ABDC3CF7DA}"/>
                </a:ext>
              </a:extLst>
            </p:cNvPr>
            <p:cNvSpPr txBox="1">
              <a:spLocks noChangeArrowheads="1"/>
            </p:cNvSpPr>
            <p:nvPr/>
          </p:nvSpPr>
          <p:spPr bwMode="gray">
            <a:xfrm>
              <a:off x="6486587" y="3397601"/>
              <a:ext cx="1207671" cy="864460"/>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Refine Evaluate Document</a:t>
              </a:r>
            </a:p>
          </p:txBody>
        </p:sp>
        <p:sp>
          <p:nvSpPr>
            <p:cNvPr id="37" name="Text Box 24">
              <a:extLst>
                <a:ext uri="{FF2B5EF4-FFF2-40B4-BE49-F238E27FC236}">
                  <a16:creationId xmlns:a16="http://schemas.microsoft.com/office/drawing/2014/main" id="{E42098D2-3931-3512-C86E-76BFB1168D57}"/>
                </a:ext>
              </a:extLst>
            </p:cNvPr>
            <p:cNvSpPr txBox="1">
              <a:spLocks noChangeArrowheads="1"/>
            </p:cNvSpPr>
            <p:nvPr/>
          </p:nvSpPr>
          <p:spPr bwMode="gray">
            <a:xfrm>
              <a:off x="8127560" y="3520942"/>
              <a:ext cx="1207669" cy="617779"/>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Screen</a:t>
              </a:r>
              <a:br>
                <a:rPr lang="en-US" sz="1333" dirty="0">
                  <a:solidFill>
                    <a:srgbClr val="1E344D"/>
                  </a:solidFill>
                  <a:latin typeface="Alibaba PuHuiTi Medium" pitchFamily="18" charset="-122"/>
                  <a:ea typeface="Alibaba PuHuiTi Medium" pitchFamily="18" charset="-122"/>
                  <a:cs typeface="Alibaba PuHuiTi Medium" pitchFamily="18" charset="-122"/>
                </a:rPr>
              </a:br>
              <a:r>
                <a:rPr lang="en-US" sz="1333" dirty="0">
                  <a:solidFill>
                    <a:srgbClr val="1E344D"/>
                  </a:solidFill>
                  <a:latin typeface="Alibaba PuHuiTi Medium" pitchFamily="18" charset="-122"/>
                  <a:ea typeface="Alibaba PuHuiTi Medium" pitchFamily="18" charset="-122"/>
                  <a:cs typeface="Alibaba PuHuiTi Medium" pitchFamily="18" charset="-122"/>
                </a:rPr>
                <a:t>Rank</a:t>
              </a:r>
            </a:p>
          </p:txBody>
        </p:sp>
        <p:sp>
          <p:nvSpPr>
            <p:cNvPr id="38" name="Text Box 25">
              <a:extLst>
                <a:ext uri="{FF2B5EF4-FFF2-40B4-BE49-F238E27FC236}">
                  <a16:creationId xmlns:a16="http://schemas.microsoft.com/office/drawing/2014/main" id="{35352A8A-B5A4-429E-8853-7A5D5DC92A77}"/>
                </a:ext>
              </a:extLst>
            </p:cNvPr>
            <p:cNvSpPr txBox="1">
              <a:spLocks noChangeArrowheads="1"/>
            </p:cNvSpPr>
            <p:nvPr/>
          </p:nvSpPr>
          <p:spPr bwMode="gray">
            <a:xfrm>
              <a:off x="9912253" y="3274261"/>
              <a:ext cx="1812577" cy="1111141"/>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Ideas selected </a:t>
              </a:r>
              <a:br>
                <a:rPr lang="en-US" sz="1333" dirty="0">
                  <a:solidFill>
                    <a:srgbClr val="1E344D"/>
                  </a:solidFill>
                  <a:latin typeface="Alibaba PuHuiTi Medium" pitchFamily="18" charset="-122"/>
                  <a:ea typeface="Alibaba PuHuiTi Medium" pitchFamily="18" charset="-122"/>
                  <a:cs typeface="Alibaba PuHuiTi Medium" pitchFamily="18" charset="-122"/>
                </a:rPr>
              </a:br>
              <a:r>
                <a:rPr lang="en-US" sz="1333" dirty="0">
                  <a:solidFill>
                    <a:srgbClr val="1E344D"/>
                  </a:solidFill>
                  <a:latin typeface="Alibaba PuHuiTi Medium" pitchFamily="18" charset="-122"/>
                  <a:ea typeface="Alibaba PuHuiTi Medium" pitchFamily="18" charset="-122"/>
                  <a:cs typeface="Alibaba PuHuiTi Medium" pitchFamily="18" charset="-122"/>
                </a:rPr>
                <a:t>for validation </a:t>
              </a:r>
              <a:br>
                <a:rPr lang="en-US" sz="1333" dirty="0">
                  <a:solidFill>
                    <a:srgbClr val="1E344D"/>
                  </a:solidFill>
                  <a:latin typeface="Alibaba PuHuiTi Medium" pitchFamily="18" charset="-122"/>
                  <a:ea typeface="Alibaba PuHuiTi Medium" pitchFamily="18" charset="-122"/>
                  <a:cs typeface="Alibaba PuHuiTi Medium" pitchFamily="18" charset="-122"/>
                </a:rPr>
              </a:br>
              <a:r>
                <a:rPr lang="en-US" sz="1333" dirty="0">
                  <a:solidFill>
                    <a:srgbClr val="1E344D"/>
                  </a:solidFill>
                  <a:latin typeface="Alibaba PuHuiTi Medium" pitchFamily="18" charset="-122"/>
                  <a:ea typeface="Alibaba PuHuiTi Medium" pitchFamily="18" charset="-122"/>
                  <a:cs typeface="Alibaba PuHuiTi Medium" pitchFamily="18" charset="-122"/>
                </a:rPr>
                <a:t>and preliminary programming</a:t>
              </a:r>
            </a:p>
          </p:txBody>
        </p:sp>
        <p:sp>
          <p:nvSpPr>
            <p:cNvPr id="39" name="Freeform 26">
              <a:extLst>
                <a:ext uri="{FF2B5EF4-FFF2-40B4-BE49-F238E27FC236}">
                  <a16:creationId xmlns:a16="http://schemas.microsoft.com/office/drawing/2014/main" id="{8E7219D8-1486-A256-0592-EAAC52311B23}"/>
                </a:ext>
              </a:extLst>
            </p:cNvPr>
            <p:cNvSpPr>
              <a:spLocks/>
            </p:cNvSpPr>
            <p:nvPr/>
          </p:nvSpPr>
          <p:spPr bwMode="gray">
            <a:xfrm>
              <a:off x="3963994" y="1418321"/>
              <a:ext cx="607053" cy="626359"/>
            </a:xfrm>
            <a:custGeom>
              <a:avLst/>
              <a:gdLst>
                <a:gd name="T0" fmla="*/ 2147483647 w 237"/>
                <a:gd name="T1" fmla="*/ 2147483647 h 277"/>
                <a:gd name="T2" fmla="*/ 2147483647 w 237"/>
                <a:gd name="T3" fmla="*/ 2147483647 h 277"/>
                <a:gd name="T4" fmla="*/ 2147483647 w 237"/>
                <a:gd name="T5" fmla="*/ 2147483647 h 277"/>
                <a:gd name="T6" fmla="*/ 2147483647 w 237"/>
                <a:gd name="T7" fmla="*/ 2147483647 h 277"/>
                <a:gd name="T8" fmla="*/ 2147483647 w 237"/>
                <a:gd name="T9" fmla="*/ 2147483647 h 277"/>
                <a:gd name="T10" fmla="*/ 2147483647 w 237"/>
                <a:gd name="T11" fmla="*/ 2147483647 h 277"/>
                <a:gd name="T12" fmla="*/ 2147483647 w 237"/>
                <a:gd name="T13" fmla="*/ 0 h 277"/>
                <a:gd name="T14" fmla="*/ 2147483647 w 237"/>
                <a:gd name="T15" fmla="*/ 2147483647 h 277"/>
                <a:gd name="T16" fmla="*/ 2147483647 w 237"/>
                <a:gd name="T17" fmla="*/ 2147483647 h 277"/>
                <a:gd name="T18" fmla="*/ 2147483647 w 237"/>
                <a:gd name="T19" fmla="*/ 2147483647 h 277"/>
                <a:gd name="T20" fmla="*/ 2147483647 w 237"/>
                <a:gd name="T21" fmla="*/ 2147483647 h 277"/>
                <a:gd name="T22" fmla="*/ 2147483647 w 237"/>
                <a:gd name="T23" fmla="*/ 2147483647 h 277"/>
                <a:gd name="T24" fmla="*/ 2147483647 w 237"/>
                <a:gd name="T25" fmla="*/ 2147483647 h 277"/>
                <a:gd name="T26" fmla="*/ 2147483647 w 237"/>
                <a:gd name="T27" fmla="*/ 2147483647 h 277"/>
                <a:gd name="T28" fmla="*/ 2147483647 w 237"/>
                <a:gd name="T29" fmla="*/ 2147483647 h 277"/>
                <a:gd name="T30" fmla="*/ 2147483647 w 237"/>
                <a:gd name="T31" fmla="*/ 2147483647 h 277"/>
                <a:gd name="T32" fmla="*/ 2147483647 w 237"/>
                <a:gd name="T33" fmla="*/ 2147483647 h 277"/>
                <a:gd name="T34" fmla="*/ 2147483647 w 237"/>
                <a:gd name="T35" fmla="*/ 2147483647 h 277"/>
                <a:gd name="T36" fmla="*/ 2147483647 w 237"/>
                <a:gd name="T37" fmla="*/ 2147483647 h 277"/>
                <a:gd name="T38" fmla="*/ 2147483647 w 237"/>
                <a:gd name="T39" fmla="*/ 2147483647 h 277"/>
                <a:gd name="T40" fmla="*/ 2147483647 w 237"/>
                <a:gd name="T41" fmla="*/ 2147483647 h 277"/>
                <a:gd name="T42" fmla="*/ 2147483647 w 237"/>
                <a:gd name="T43" fmla="*/ 2147483647 h 277"/>
                <a:gd name="T44" fmla="*/ 2147483647 w 237"/>
                <a:gd name="T45" fmla="*/ 2147483647 h 277"/>
                <a:gd name="T46" fmla="*/ 2147483647 w 237"/>
                <a:gd name="T47" fmla="*/ 2147483647 h 277"/>
                <a:gd name="T48" fmla="*/ 2147483647 w 237"/>
                <a:gd name="T49" fmla="*/ 2147483647 h 277"/>
                <a:gd name="T50" fmla="*/ 2147483647 w 237"/>
                <a:gd name="T51" fmla="*/ 2147483647 h 277"/>
                <a:gd name="T52" fmla="*/ 2147483647 w 237"/>
                <a:gd name="T53" fmla="*/ 2147483647 h 277"/>
                <a:gd name="T54" fmla="*/ 2147483647 w 237"/>
                <a:gd name="T55" fmla="*/ 2147483647 h 277"/>
                <a:gd name="T56" fmla="*/ 2147483647 w 237"/>
                <a:gd name="T57" fmla="*/ 2147483647 h 277"/>
                <a:gd name="T58" fmla="*/ 2147483647 w 237"/>
                <a:gd name="T59" fmla="*/ 2147483647 h 277"/>
                <a:gd name="T60" fmla="*/ 2147483647 w 237"/>
                <a:gd name="T61" fmla="*/ 2147483647 h 277"/>
                <a:gd name="T62" fmla="*/ 2147483647 w 237"/>
                <a:gd name="T63" fmla="*/ 2147483647 h 277"/>
                <a:gd name="T64" fmla="*/ 2147483647 w 237"/>
                <a:gd name="T65" fmla="*/ 2147483647 h 277"/>
                <a:gd name="T66" fmla="*/ 2147483647 w 237"/>
                <a:gd name="T67" fmla="*/ 2147483647 h 277"/>
                <a:gd name="T68" fmla="*/ 2147483647 w 237"/>
                <a:gd name="T69" fmla="*/ 2147483647 h 277"/>
                <a:gd name="T70" fmla="*/ 2147483647 w 237"/>
                <a:gd name="T71" fmla="*/ 2147483647 h 277"/>
                <a:gd name="T72" fmla="*/ 2147483647 w 237"/>
                <a:gd name="T73" fmla="*/ 2147483647 h 277"/>
                <a:gd name="T74" fmla="*/ 2147483647 w 237"/>
                <a:gd name="T75" fmla="*/ 2147483647 h 277"/>
                <a:gd name="T76" fmla="*/ 2147483647 w 237"/>
                <a:gd name="T77" fmla="*/ 2147483647 h 277"/>
                <a:gd name="T78" fmla="*/ 2147483647 w 237"/>
                <a:gd name="T79" fmla="*/ 2147483647 h 277"/>
                <a:gd name="T80" fmla="*/ 0 w 237"/>
                <a:gd name="T81" fmla="*/ 2147483647 h 277"/>
                <a:gd name="T82" fmla="*/ 0 w 237"/>
                <a:gd name="T83" fmla="*/ 2147483647 h 277"/>
                <a:gd name="T84" fmla="*/ 0 w 237"/>
                <a:gd name="T85" fmla="*/ 2147483647 h 277"/>
                <a:gd name="T86" fmla="*/ 0 w 237"/>
                <a:gd name="T87" fmla="*/ 2147483647 h 277"/>
                <a:gd name="T88" fmla="*/ 2147483647 w 237"/>
                <a:gd name="T89" fmla="*/ 2147483647 h 277"/>
                <a:gd name="T90" fmla="*/ 2147483647 w 237"/>
                <a:gd name="T91" fmla="*/ 2147483647 h 277"/>
                <a:gd name="T92" fmla="*/ 2147483647 w 237"/>
                <a:gd name="T93" fmla="*/ 2147483647 h 277"/>
                <a:gd name="T94" fmla="*/ 2147483647 w 237"/>
                <a:gd name="T95" fmla="*/ 2147483647 h 277"/>
                <a:gd name="T96" fmla="*/ 2147483647 w 237"/>
                <a:gd name="T97" fmla="*/ 2147483647 h 277"/>
                <a:gd name="T98" fmla="*/ 2147483647 w 237"/>
                <a:gd name="T99" fmla="*/ 2147483647 h 277"/>
                <a:gd name="T100" fmla="*/ 2147483647 w 237"/>
                <a:gd name="T101" fmla="*/ 2147483647 h 277"/>
                <a:gd name="T102" fmla="*/ 2147483647 w 237"/>
                <a:gd name="T103" fmla="*/ 2147483647 h 277"/>
                <a:gd name="T104" fmla="*/ 2147483647 w 237"/>
                <a:gd name="T105" fmla="*/ 2147483647 h 277"/>
                <a:gd name="T106" fmla="*/ 2147483647 w 237"/>
                <a:gd name="T107" fmla="*/ 2147483647 h 277"/>
                <a:gd name="T108" fmla="*/ 2147483647 w 237"/>
                <a:gd name="T109" fmla="*/ 2147483647 h 2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7" h="277">
                  <a:moveTo>
                    <a:pt x="143" y="27"/>
                  </a:moveTo>
                  <a:lnTo>
                    <a:pt x="145" y="26"/>
                  </a:lnTo>
                  <a:lnTo>
                    <a:pt x="147" y="26"/>
                  </a:lnTo>
                  <a:lnTo>
                    <a:pt x="150" y="25"/>
                  </a:lnTo>
                  <a:lnTo>
                    <a:pt x="152" y="25"/>
                  </a:lnTo>
                  <a:lnTo>
                    <a:pt x="153" y="24"/>
                  </a:lnTo>
                  <a:lnTo>
                    <a:pt x="155" y="24"/>
                  </a:lnTo>
                  <a:lnTo>
                    <a:pt x="157" y="24"/>
                  </a:lnTo>
                  <a:lnTo>
                    <a:pt x="158" y="23"/>
                  </a:lnTo>
                  <a:lnTo>
                    <a:pt x="159" y="23"/>
                  </a:lnTo>
                  <a:lnTo>
                    <a:pt x="160" y="23"/>
                  </a:lnTo>
                  <a:lnTo>
                    <a:pt x="161" y="23"/>
                  </a:lnTo>
                  <a:lnTo>
                    <a:pt x="162" y="23"/>
                  </a:lnTo>
                  <a:lnTo>
                    <a:pt x="162" y="22"/>
                  </a:lnTo>
                  <a:lnTo>
                    <a:pt x="163" y="22"/>
                  </a:lnTo>
                  <a:lnTo>
                    <a:pt x="163" y="21"/>
                  </a:lnTo>
                  <a:lnTo>
                    <a:pt x="163" y="20"/>
                  </a:lnTo>
                  <a:lnTo>
                    <a:pt x="163" y="19"/>
                  </a:lnTo>
                  <a:lnTo>
                    <a:pt x="163" y="18"/>
                  </a:lnTo>
                  <a:lnTo>
                    <a:pt x="163" y="17"/>
                  </a:lnTo>
                  <a:lnTo>
                    <a:pt x="163" y="16"/>
                  </a:lnTo>
                  <a:lnTo>
                    <a:pt x="163" y="15"/>
                  </a:lnTo>
                  <a:lnTo>
                    <a:pt x="163" y="14"/>
                  </a:lnTo>
                  <a:lnTo>
                    <a:pt x="163" y="13"/>
                  </a:lnTo>
                  <a:lnTo>
                    <a:pt x="163" y="11"/>
                  </a:lnTo>
                  <a:lnTo>
                    <a:pt x="163" y="10"/>
                  </a:lnTo>
                  <a:lnTo>
                    <a:pt x="163" y="9"/>
                  </a:lnTo>
                  <a:lnTo>
                    <a:pt x="163" y="8"/>
                  </a:lnTo>
                  <a:lnTo>
                    <a:pt x="163" y="7"/>
                  </a:lnTo>
                  <a:lnTo>
                    <a:pt x="163" y="6"/>
                  </a:lnTo>
                  <a:lnTo>
                    <a:pt x="163" y="5"/>
                  </a:lnTo>
                  <a:lnTo>
                    <a:pt x="163" y="4"/>
                  </a:lnTo>
                  <a:lnTo>
                    <a:pt x="163" y="3"/>
                  </a:lnTo>
                  <a:lnTo>
                    <a:pt x="163" y="2"/>
                  </a:lnTo>
                  <a:lnTo>
                    <a:pt x="163" y="1"/>
                  </a:lnTo>
                  <a:lnTo>
                    <a:pt x="163" y="0"/>
                  </a:lnTo>
                  <a:lnTo>
                    <a:pt x="164" y="1"/>
                  </a:lnTo>
                  <a:lnTo>
                    <a:pt x="165" y="2"/>
                  </a:lnTo>
                  <a:lnTo>
                    <a:pt x="167" y="3"/>
                  </a:lnTo>
                  <a:lnTo>
                    <a:pt x="168" y="4"/>
                  </a:lnTo>
                  <a:lnTo>
                    <a:pt x="170" y="6"/>
                  </a:lnTo>
                  <a:lnTo>
                    <a:pt x="172" y="7"/>
                  </a:lnTo>
                  <a:lnTo>
                    <a:pt x="175" y="9"/>
                  </a:lnTo>
                  <a:lnTo>
                    <a:pt x="177" y="11"/>
                  </a:lnTo>
                  <a:lnTo>
                    <a:pt x="180" y="14"/>
                  </a:lnTo>
                  <a:lnTo>
                    <a:pt x="184" y="16"/>
                  </a:lnTo>
                  <a:lnTo>
                    <a:pt x="187" y="19"/>
                  </a:lnTo>
                  <a:lnTo>
                    <a:pt x="191" y="22"/>
                  </a:lnTo>
                  <a:lnTo>
                    <a:pt x="195" y="25"/>
                  </a:lnTo>
                  <a:lnTo>
                    <a:pt x="200" y="29"/>
                  </a:lnTo>
                  <a:lnTo>
                    <a:pt x="204" y="32"/>
                  </a:lnTo>
                  <a:lnTo>
                    <a:pt x="208" y="35"/>
                  </a:lnTo>
                  <a:lnTo>
                    <a:pt x="212" y="38"/>
                  </a:lnTo>
                  <a:lnTo>
                    <a:pt x="216" y="41"/>
                  </a:lnTo>
                  <a:lnTo>
                    <a:pt x="219" y="44"/>
                  </a:lnTo>
                  <a:lnTo>
                    <a:pt x="222" y="46"/>
                  </a:lnTo>
                  <a:lnTo>
                    <a:pt x="225" y="48"/>
                  </a:lnTo>
                  <a:lnTo>
                    <a:pt x="227" y="50"/>
                  </a:lnTo>
                  <a:lnTo>
                    <a:pt x="229" y="52"/>
                  </a:lnTo>
                  <a:lnTo>
                    <a:pt x="231" y="53"/>
                  </a:lnTo>
                  <a:lnTo>
                    <a:pt x="233" y="54"/>
                  </a:lnTo>
                  <a:lnTo>
                    <a:pt x="234" y="55"/>
                  </a:lnTo>
                  <a:lnTo>
                    <a:pt x="235" y="56"/>
                  </a:lnTo>
                  <a:lnTo>
                    <a:pt x="236" y="57"/>
                  </a:lnTo>
                  <a:lnTo>
                    <a:pt x="236" y="58"/>
                  </a:lnTo>
                  <a:lnTo>
                    <a:pt x="235" y="58"/>
                  </a:lnTo>
                  <a:lnTo>
                    <a:pt x="234" y="59"/>
                  </a:lnTo>
                  <a:lnTo>
                    <a:pt x="233" y="60"/>
                  </a:lnTo>
                  <a:lnTo>
                    <a:pt x="231" y="61"/>
                  </a:lnTo>
                  <a:lnTo>
                    <a:pt x="229" y="63"/>
                  </a:lnTo>
                  <a:lnTo>
                    <a:pt x="227" y="64"/>
                  </a:lnTo>
                  <a:lnTo>
                    <a:pt x="225" y="66"/>
                  </a:lnTo>
                  <a:lnTo>
                    <a:pt x="222" y="68"/>
                  </a:lnTo>
                  <a:lnTo>
                    <a:pt x="219" y="71"/>
                  </a:lnTo>
                  <a:lnTo>
                    <a:pt x="216" y="73"/>
                  </a:lnTo>
                  <a:lnTo>
                    <a:pt x="212" y="76"/>
                  </a:lnTo>
                  <a:lnTo>
                    <a:pt x="208" y="79"/>
                  </a:lnTo>
                  <a:lnTo>
                    <a:pt x="204" y="82"/>
                  </a:lnTo>
                  <a:lnTo>
                    <a:pt x="200" y="86"/>
                  </a:lnTo>
                  <a:lnTo>
                    <a:pt x="195" y="89"/>
                  </a:lnTo>
                  <a:lnTo>
                    <a:pt x="191" y="92"/>
                  </a:lnTo>
                  <a:lnTo>
                    <a:pt x="187" y="95"/>
                  </a:lnTo>
                  <a:lnTo>
                    <a:pt x="184" y="98"/>
                  </a:lnTo>
                  <a:lnTo>
                    <a:pt x="180" y="101"/>
                  </a:lnTo>
                  <a:lnTo>
                    <a:pt x="177" y="103"/>
                  </a:lnTo>
                  <a:lnTo>
                    <a:pt x="175" y="105"/>
                  </a:lnTo>
                  <a:lnTo>
                    <a:pt x="172" y="107"/>
                  </a:lnTo>
                  <a:lnTo>
                    <a:pt x="170" y="109"/>
                  </a:lnTo>
                  <a:lnTo>
                    <a:pt x="168" y="110"/>
                  </a:lnTo>
                  <a:lnTo>
                    <a:pt x="167" y="111"/>
                  </a:lnTo>
                  <a:lnTo>
                    <a:pt x="165" y="112"/>
                  </a:lnTo>
                  <a:lnTo>
                    <a:pt x="164" y="113"/>
                  </a:lnTo>
                  <a:lnTo>
                    <a:pt x="164" y="114"/>
                  </a:lnTo>
                  <a:lnTo>
                    <a:pt x="163" y="114"/>
                  </a:lnTo>
                  <a:lnTo>
                    <a:pt x="163" y="113"/>
                  </a:lnTo>
                  <a:lnTo>
                    <a:pt x="163" y="112"/>
                  </a:lnTo>
                  <a:lnTo>
                    <a:pt x="163" y="111"/>
                  </a:lnTo>
                  <a:lnTo>
                    <a:pt x="163" y="110"/>
                  </a:lnTo>
                  <a:lnTo>
                    <a:pt x="163" y="109"/>
                  </a:lnTo>
                  <a:lnTo>
                    <a:pt x="163" y="108"/>
                  </a:lnTo>
                  <a:lnTo>
                    <a:pt x="163" y="107"/>
                  </a:lnTo>
                  <a:lnTo>
                    <a:pt x="163" y="105"/>
                  </a:lnTo>
                  <a:lnTo>
                    <a:pt x="163" y="104"/>
                  </a:lnTo>
                  <a:lnTo>
                    <a:pt x="163" y="103"/>
                  </a:lnTo>
                  <a:lnTo>
                    <a:pt x="163" y="101"/>
                  </a:lnTo>
                  <a:lnTo>
                    <a:pt x="163" y="99"/>
                  </a:lnTo>
                  <a:lnTo>
                    <a:pt x="163" y="98"/>
                  </a:lnTo>
                  <a:lnTo>
                    <a:pt x="163" y="97"/>
                  </a:lnTo>
                  <a:lnTo>
                    <a:pt x="163" y="95"/>
                  </a:lnTo>
                  <a:lnTo>
                    <a:pt x="163" y="94"/>
                  </a:lnTo>
                  <a:lnTo>
                    <a:pt x="163" y="93"/>
                  </a:lnTo>
                  <a:lnTo>
                    <a:pt x="163" y="92"/>
                  </a:lnTo>
                  <a:lnTo>
                    <a:pt x="163" y="91"/>
                  </a:lnTo>
                  <a:lnTo>
                    <a:pt x="163" y="90"/>
                  </a:lnTo>
                  <a:lnTo>
                    <a:pt x="163" y="89"/>
                  </a:lnTo>
                  <a:lnTo>
                    <a:pt x="163" y="88"/>
                  </a:lnTo>
                  <a:lnTo>
                    <a:pt x="162" y="88"/>
                  </a:lnTo>
                  <a:lnTo>
                    <a:pt x="161" y="88"/>
                  </a:lnTo>
                  <a:lnTo>
                    <a:pt x="160" y="88"/>
                  </a:lnTo>
                  <a:lnTo>
                    <a:pt x="159" y="88"/>
                  </a:lnTo>
                  <a:lnTo>
                    <a:pt x="158" y="89"/>
                  </a:lnTo>
                  <a:lnTo>
                    <a:pt x="157" y="89"/>
                  </a:lnTo>
                  <a:lnTo>
                    <a:pt x="155" y="89"/>
                  </a:lnTo>
                  <a:lnTo>
                    <a:pt x="154" y="89"/>
                  </a:lnTo>
                  <a:lnTo>
                    <a:pt x="152" y="89"/>
                  </a:lnTo>
                  <a:lnTo>
                    <a:pt x="151" y="90"/>
                  </a:lnTo>
                  <a:lnTo>
                    <a:pt x="149" y="90"/>
                  </a:lnTo>
                  <a:lnTo>
                    <a:pt x="147" y="90"/>
                  </a:lnTo>
                  <a:lnTo>
                    <a:pt x="145" y="90"/>
                  </a:lnTo>
                  <a:lnTo>
                    <a:pt x="143" y="91"/>
                  </a:lnTo>
                  <a:lnTo>
                    <a:pt x="141" y="91"/>
                  </a:lnTo>
                  <a:lnTo>
                    <a:pt x="139" y="91"/>
                  </a:lnTo>
                  <a:lnTo>
                    <a:pt x="137" y="92"/>
                  </a:lnTo>
                  <a:lnTo>
                    <a:pt x="135" y="92"/>
                  </a:lnTo>
                  <a:lnTo>
                    <a:pt x="133" y="92"/>
                  </a:lnTo>
                  <a:lnTo>
                    <a:pt x="130" y="93"/>
                  </a:lnTo>
                  <a:lnTo>
                    <a:pt x="128" y="93"/>
                  </a:lnTo>
                  <a:lnTo>
                    <a:pt x="126" y="94"/>
                  </a:lnTo>
                  <a:lnTo>
                    <a:pt x="124" y="94"/>
                  </a:lnTo>
                  <a:lnTo>
                    <a:pt x="122" y="95"/>
                  </a:lnTo>
                  <a:lnTo>
                    <a:pt x="120" y="95"/>
                  </a:lnTo>
                  <a:lnTo>
                    <a:pt x="118" y="96"/>
                  </a:lnTo>
                  <a:lnTo>
                    <a:pt x="116" y="96"/>
                  </a:lnTo>
                  <a:lnTo>
                    <a:pt x="114" y="97"/>
                  </a:lnTo>
                  <a:lnTo>
                    <a:pt x="112" y="97"/>
                  </a:lnTo>
                  <a:lnTo>
                    <a:pt x="110" y="98"/>
                  </a:lnTo>
                  <a:lnTo>
                    <a:pt x="108" y="99"/>
                  </a:lnTo>
                  <a:lnTo>
                    <a:pt x="106" y="99"/>
                  </a:lnTo>
                  <a:lnTo>
                    <a:pt x="104" y="100"/>
                  </a:lnTo>
                  <a:lnTo>
                    <a:pt x="102" y="101"/>
                  </a:lnTo>
                  <a:lnTo>
                    <a:pt x="100" y="102"/>
                  </a:lnTo>
                  <a:lnTo>
                    <a:pt x="98" y="103"/>
                  </a:lnTo>
                  <a:lnTo>
                    <a:pt x="96" y="104"/>
                  </a:lnTo>
                  <a:lnTo>
                    <a:pt x="94" y="105"/>
                  </a:lnTo>
                  <a:lnTo>
                    <a:pt x="92" y="106"/>
                  </a:lnTo>
                  <a:lnTo>
                    <a:pt x="90" y="107"/>
                  </a:lnTo>
                  <a:lnTo>
                    <a:pt x="88" y="108"/>
                  </a:lnTo>
                  <a:lnTo>
                    <a:pt x="86" y="109"/>
                  </a:lnTo>
                  <a:lnTo>
                    <a:pt x="84" y="111"/>
                  </a:lnTo>
                  <a:lnTo>
                    <a:pt x="82" y="112"/>
                  </a:lnTo>
                  <a:lnTo>
                    <a:pt x="80" y="113"/>
                  </a:lnTo>
                  <a:lnTo>
                    <a:pt x="78" y="115"/>
                  </a:lnTo>
                  <a:lnTo>
                    <a:pt x="75" y="117"/>
                  </a:lnTo>
                  <a:lnTo>
                    <a:pt x="73" y="118"/>
                  </a:lnTo>
                  <a:lnTo>
                    <a:pt x="71" y="120"/>
                  </a:lnTo>
                  <a:lnTo>
                    <a:pt x="69" y="122"/>
                  </a:lnTo>
                  <a:lnTo>
                    <a:pt x="67" y="124"/>
                  </a:lnTo>
                  <a:lnTo>
                    <a:pt x="65" y="126"/>
                  </a:lnTo>
                  <a:lnTo>
                    <a:pt x="63" y="128"/>
                  </a:lnTo>
                  <a:lnTo>
                    <a:pt x="61" y="131"/>
                  </a:lnTo>
                  <a:lnTo>
                    <a:pt x="59" y="133"/>
                  </a:lnTo>
                  <a:lnTo>
                    <a:pt x="57" y="136"/>
                  </a:lnTo>
                  <a:lnTo>
                    <a:pt x="55" y="138"/>
                  </a:lnTo>
                  <a:lnTo>
                    <a:pt x="53" y="141"/>
                  </a:lnTo>
                  <a:lnTo>
                    <a:pt x="51" y="144"/>
                  </a:lnTo>
                  <a:lnTo>
                    <a:pt x="49" y="147"/>
                  </a:lnTo>
                  <a:lnTo>
                    <a:pt x="47" y="150"/>
                  </a:lnTo>
                  <a:lnTo>
                    <a:pt x="45" y="153"/>
                  </a:lnTo>
                  <a:lnTo>
                    <a:pt x="43" y="156"/>
                  </a:lnTo>
                  <a:lnTo>
                    <a:pt x="41" y="159"/>
                  </a:lnTo>
                  <a:lnTo>
                    <a:pt x="39" y="162"/>
                  </a:lnTo>
                  <a:lnTo>
                    <a:pt x="37" y="165"/>
                  </a:lnTo>
                  <a:lnTo>
                    <a:pt x="36" y="168"/>
                  </a:lnTo>
                  <a:lnTo>
                    <a:pt x="34" y="172"/>
                  </a:lnTo>
                  <a:lnTo>
                    <a:pt x="32" y="175"/>
                  </a:lnTo>
                  <a:lnTo>
                    <a:pt x="30" y="178"/>
                  </a:lnTo>
                  <a:lnTo>
                    <a:pt x="29" y="181"/>
                  </a:lnTo>
                  <a:lnTo>
                    <a:pt x="27" y="184"/>
                  </a:lnTo>
                  <a:lnTo>
                    <a:pt x="25" y="187"/>
                  </a:lnTo>
                  <a:lnTo>
                    <a:pt x="24" y="191"/>
                  </a:lnTo>
                  <a:lnTo>
                    <a:pt x="22" y="194"/>
                  </a:lnTo>
                  <a:lnTo>
                    <a:pt x="20" y="197"/>
                  </a:lnTo>
                  <a:lnTo>
                    <a:pt x="19" y="201"/>
                  </a:lnTo>
                  <a:lnTo>
                    <a:pt x="18" y="204"/>
                  </a:lnTo>
                  <a:lnTo>
                    <a:pt x="16" y="207"/>
                  </a:lnTo>
                  <a:lnTo>
                    <a:pt x="15" y="210"/>
                  </a:lnTo>
                  <a:lnTo>
                    <a:pt x="14" y="214"/>
                  </a:lnTo>
                  <a:lnTo>
                    <a:pt x="13" y="217"/>
                  </a:lnTo>
                  <a:lnTo>
                    <a:pt x="12" y="220"/>
                  </a:lnTo>
                  <a:lnTo>
                    <a:pt x="11" y="224"/>
                  </a:lnTo>
                  <a:lnTo>
                    <a:pt x="11" y="227"/>
                  </a:lnTo>
                  <a:lnTo>
                    <a:pt x="10" y="230"/>
                  </a:lnTo>
                  <a:lnTo>
                    <a:pt x="9" y="233"/>
                  </a:lnTo>
                  <a:lnTo>
                    <a:pt x="9" y="237"/>
                  </a:lnTo>
                  <a:lnTo>
                    <a:pt x="9" y="240"/>
                  </a:lnTo>
                  <a:lnTo>
                    <a:pt x="8" y="243"/>
                  </a:lnTo>
                  <a:lnTo>
                    <a:pt x="8" y="246"/>
                  </a:lnTo>
                  <a:lnTo>
                    <a:pt x="8" y="250"/>
                  </a:lnTo>
                  <a:lnTo>
                    <a:pt x="8" y="253"/>
                  </a:lnTo>
                  <a:lnTo>
                    <a:pt x="8" y="256"/>
                  </a:lnTo>
                  <a:lnTo>
                    <a:pt x="8" y="259"/>
                  </a:lnTo>
                  <a:lnTo>
                    <a:pt x="8" y="261"/>
                  </a:lnTo>
                  <a:lnTo>
                    <a:pt x="8" y="264"/>
                  </a:lnTo>
                  <a:lnTo>
                    <a:pt x="8" y="266"/>
                  </a:lnTo>
                  <a:lnTo>
                    <a:pt x="8" y="268"/>
                  </a:lnTo>
                  <a:lnTo>
                    <a:pt x="8" y="269"/>
                  </a:lnTo>
                  <a:lnTo>
                    <a:pt x="8" y="271"/>
                  </a:lnTo>
                  <a:lnTo>
                    <a:pt x="8" y="272"/>
                  </a:lnTo>
                  <a:lnTo>
                    <a:pt x="8" y="273"/>
                  </a:lnTo>
                  <a:lnTo>
                    <a:pt x="8" y="274"/>
                  </a:lnTo>
                  <a:lnTo>
                    <a:pt x="8" y="275"/>
                  </a:lnTo>
                  <a:lnTo>
                    <a:pt x="8" y="276"/>
                  </a:lnTo>
                  <a:lnTo>
                    <a:pt x="7" y="276"/>
                  </a:lnTo>
                  <a:lnTo>
                    <a:pt x="6" y="276"/>
                  </a:lnTo>
                  <a:lnTo>
                    <a:pt x="5" y="276"/>
                  </a:lnTo>
                  <a:lnTo>
                    <a:pt x="4" y="276"/>
                  </a:lnTo>
                  <a:lnTo>
                    <a:pt x="3" y="276"/>
                  </a:lnTo>
                  <a:lnTo>
                    <a:pt x="2" y="276"/>
                  </a:lnTo>
                  <a:lnTo>
                    <a:pt x="1" y="276"/>
                  </a:lnTo>
                  <a:lnTo>
                    <a:pt x="0" y="276"/>
                  </a:lnTo>
                  <a:lnTo>
                    <a:pt x="0" y="275"/>
                  </a:lnTo>
                  <a:lnTo>
                    <a:pt x="0" y="274"/>
                  </a:lnTo>
                  <a:lnTo>
                    <a:pt x="0" y="273"/>
                  </a:lnTo>
                  <a:lnTo>
                    <a:pt x="0" y="272"/>
                  </a:lnTo>
                  <a:lnTo>
                    <a:pt x="0" y="271"/>
                  </a:lnTo>
                  <a:lnTo>
                    <a:pt x="0" y="269"/>
                  </a:lnTo>
                  <a:lnTo>
                    <a:pt x="0" y="267"/>
                  </a:lnTo>
                  <a:lnTo>
                    <a:pt x="0" y="265"/>
                  </a:lnTo>
                  <a:lnTo>
                    <a:pt x="0" y="263"/>
                  </a:lnTo>
                  <a:lnTo>
                    <a:pt x="0" y="260"/>
                  </a:lnTo>
                  <a:lnTo>
                    <a:pt x="0" y="257"/>
                  </a:lnTo>
                  <a:lnTo>
                    <a:pt x="0" y="254"/>
                  </a:lnTo>
                  <a:lnTo>
                    <a:pt x="0" y="251"/>
                  </a:lnTo>
                  <a:lnTo>
                    <a:pt x="0" y="248"/>
                  </a:lnTo>
                  <a:lnTo>
                    <a:pt x="0" y="244"/>
                  </a:lnTo>
                  <a:lnTo>
                    <a:pt x="0" y="240"/>
                  </a:lnTo>
                  <a:lnTo>
                    <a:pt x="0" y="237"/>
                  </a:lnTo>
                  <a:lnTo>
                    <a:pt x="0" y="233"/>
                  </a:lnTo>
                  <a:lnTo>
                    <a:pt x="1" y="230"/>
                  </a:lnTo>
                  <a:lnTo>
                    <a:pt x="1" y="227"/>
                  </a:lnTo>
                  <a:lnTo>
                    <a:pt x="1" y="223"/>
                  </a:lnTo>
                  <a:lnTo>
                    <a:pt x="1" y="220"/>
                  </a:lnTo>
                  <a:lnTo>
                    <a:pt x="1" y="216"/>
                  </a:lnTo>
                  <a:lnTo>
                    <a:pt x="2" y="213"/>
                  </a:lnTo>
                  <a:lnTo>
                    <a:pt x="2" y="210"/>
                  </a:lnTo>
                  <a:lnTo>
                    <a:pt x="2" y="206"/>
                  </a:lnTo>
                  <a:lnTo>
                    <a:pt x="3" y="203"/>
                  </a:lnTo>
                  <a:lnTo>
                    <a:pt x="3" y="199"/>
                  </a:lnTo>
                  <a:lnTo>
                    <a:pt x="4" y="196"/>
                  </a:lnTo>
                  <a:lnTo>
                    <a:pt x="4" y="193"/>
                  </a:lnTo>
                  <a:lnTo>
                    <a:pt x="5" y="190"/>
                  </a:lnTo>
                  <a:lnTo>
                    <a:pt x="5" y="186"/>
                  </a:lnTo>
                  <a:lnTo>
                    <a:pt x="6" y="183"/>
                  </a:lnTo>
                  <a:lnTo>
                    <a:pt x="7" y="180"/>
                  </a:lnTo>
                  <a:lnTo>
                    <a:pt x="8" y="176"/>
                  </a:lnTo>
                  <a:lnTo>
                    <a:pt x="8" y="173"/>
                  </a:lnTo>
                  <a:lnTo>
                    <a:pt x="9" y="170"/>
                  </a:lnTo>
                  <a:lnTo>
                    <a:pt x="10" y="167"/>
                  </a:lnTo>
                  <a:lnTo>
                    <a:pt x="11" y="163"/>
                  </a:lnTo>
                  <a:lnTo>
                    <a:pt x="12" y="160"/>
                  </a:lnTo>
                  <a:lnTo>
                    <a:pt x="14" y="157"/>
                  </a:lnTo>
                  <a:lnTo>
                    <a:pt x="15" y="154"/>
                  </a:lnTo>
                  <a:lnTo>
                    <a:pt x="16" y="150"/>
                  </a:lnTo>
                  <a:lnTo>
                    <a:pt x="18" y="147"/>
                  </a:lnTo>
                  <a:lnTo>
                    <a:pt x="19" y="144"/>
                  </a:lnTo>
                  <a:lnTo>
                    <a:pt x="20" y="140"/>
                  </a:lnTo>
                  <a:lnTo>
                    <a:pt x="22" y="137"/>
                  </a:lnTo>
                  <a:lnTo>
                    <a:pt x="24" y="134"/>
                  </a:lnTo>
                  <a:lnTo>
                    <a:pt x="25" y="130"/>
                  </a:lnTo>
                  <a:lnTo>
                    <a:pt x="27" y="127"/>
                  </a:lnTo>
                  <a:lnTo>
                    <a:pt x="29" y="124"/>
                  </a:lnTo>
                  <a:lnTo>
                    <a:pt x="31" y="120"/>
                  </a:lnTo>
                  <a:lnTo>
                    <a:pt x="33" y="117"/>
                  </a:lnTo>
                  <a:lnTo>
                    <a:pt x="35" y="114"/>
                  </a:lnTo>
                  <a:lnTo>
                    <a:pt x="37" y="110"/>
                  </a:lnTo>
                  <a:lnTo>
                    <a:pt x="39" y="107"/>
                  </a:lnTo>
                  <a:lnTo>
                    <a:pt x="41" y="103"/>
                  </a:lnTo>
                  <a:lnTo>
                    <a:pt x="43" y="100"/>
                  </a:lnTo>
                  <a:lnTo>
                    <a:pt x="46" y="96"/>
                  </a:lnTo>
                  <a:lnTo>
                    <a:pt x="48" y="93"/>
                  </a:lnTo>
                  <a:lnTo>
                    <a:pt x="51" y="89"/>
                  </a:lnTo>
                  <a:lnTo>
                    <a:pt x="53" y="86"/>
                  </a:lnTo>
                  <a:lnTo>
                    <a:pt x="56" y="82"/>
                  </a:lnTo>
                  <a:lnTo>
                    <a:pt x="58" y="79"/>
                  </a:lnTo>
                  <a:lnTo>
                    <a:pt x="61" y="76"/>
                  </a:lnTo>
                  <a:lnTo>
                    <a:pt x="64" y="72"/>
                  </a:lnTo>
                  <a:lnTo>
                    <a:pt x="66" y="69"/>
                  </a:lnTo>
                  <a:lnTo>
                    <a:pt x="69" y="67"/>
                  </a:lnTo>
                  <a:lnTo>
                    <a:pt x="72" y="64"/>
                  </a:lnTo>
                  <a:lnTo>
                    <a:pt x="74" y="61"/>
                  </a:lnTo>
                  <a:lnTo>
                    <a:pt x="77" y="59"/>
                  </a:lnTo>
                  <a:lnTo>
                    <a:pt x="80" y="56"/>
                  </a:lnTo>
                  <a:lnTo>
                    <a:pt x="83" y="54"/>
                  </a:lnTo>
                  <a:lnTo>
                    <a:pt x="86" y="52"/>
                  </a:lnTo>
                  <a:lnTo>
                    <a:pt x="89" y="50"/>
                  </a:lnTo>
                  <a:lnTo>
                    <a:pt x="92" y="48"/>
                  </a:lnTo>
                  <a:lnTo>
                    <a:pt x="95" y="46"/>
                  </a:lnTo>
                  <a:lnTo>
                    <a:pt x="98" y="44"/>
                  </a:lnTo>
                  <a:lnTo>
                    <a:pt x="101" y="43"/>
                  </a:lnTo>
                  <a:lnTo>
                    <a:pt x="104" y="41"/>
                  </a:lnTo>
                  <a:lnTo>
                    <a:pt x="107" y="40"/>
                  </a:lnTo>
                  <a:lnTo>
                    <a:pt x="110" y="38"/>
                  </a:lnTo>
                  <a:lnTo>
                    <a:pt x="113" y="37"/>
                  </a:lnTo>
                  <a:lnTo>
                    <a:pt x="116" y="36"/>
                  </a:lnTo>
                  <a:lnTo>
                    <a:pt x="118" y="34"/>
                  </a:lnTo>
                  <a:lnTo>
                    <a:pt x="121" y="33"/>
                  </a:lnTo>
                  <a:lnTo>
                    <a:pt x="124" y="32"/>
                  </a:lnTo>
                  <a:lnTo>
                    <a:pt x="127" y="31"/>
                  </a:lnTo>
                  <a:lnTo>
                    <a:pt x="130" y="30"/>
                  </a:lnTo>
                  <a:lnTo>
                    <a:pt x="132" y="29"/>
                  </a:lnTo>
                  <a:lnTo>
                    <a:pt x="135" y="29"/>
                  </a:lnTo>
                  <a:lnTo>
                    <a:pt x="138" y="28"/>
                  </a:lnTo>
                  <a:lnTo>
                    <a:pt x="140" y="27"/>
                  </a:lnTo>
                  <a:lnTo>
                    <a:pt x="143" y="27"/>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Freeform 27">
              <a:extLst>
                <a:ext uri="{FF2B5EF4-FFF2-40B4-BE49-F238E27FC236}">
                  <a16:creationId xmlns:a16="http://schemas.microsoft.com/office/drawing/2014/main" id="{771F779B-82D2-D212-A277-937906009914}"/>
                </a:ext>
              </a:extLst>
            </p:cNvPr>
            <p:cNvSpPr>
              <a:spLocks/>
            </p:cNvSpPr>
            <p:nvPr/>
          </p:nvSpPr>
          <p:spPr bwMode="gray">
            <a:xfrm>
              <a:off x="5070846" y="1862349"/>
              <a:ext cx="1012469" cy="714307"/>
            </a:xfrm>
            <a:custGeom>
              <a:avLst/>
              <a:gdLst>
                <a:gd name="T0" fmla="*/ 2147483647 w 395"/>
                <a:gd name="T1" fmla="*/ 2147483647 h 316"/>
                <a:gd name="T2" fmla="*/ 2147483647 w 395"/>
                <a:gd name="T3" fmla="*/ 2147483647 h 316"/>
                <a:gd name="T4" fmla="*/ 2147483647 w 395"/>
                <a:gd name="T5" fmla="*/ 2147483647 h 316"/>
                <a:gd name="T6" fmla="*/ 2147483647 w 395"/>
                <a:gd name="T7" fmla="*/ 2147483647 h 316"/>
                <a:gd name="T8" fmla="*/ 2147483647 w 395"/>
                <a:gd name="T9" fmla="*/ 2147483647 h 316"/>
                <a:gd name="T10" fmla="*/ 2147483647 w 395"/>
                <a:gd name="T11" fmla="*/ 2147483647 h 316"/>
                <a:gd name="T12" fmla="*/ 2147483647 w 395"/>
                <a:gd name="T13" fmla="*/ 2147483647 h 316"/>
                <a:gd name="T14" fmla="*/ 2147483647 w 395"/>
                <a:gd name="T15" fmla="*/ 2147483647 h 316"/>
                <a:gd name="T16" fmla="*/ 2147483647 w 395"/>
                <a:gd name="T17" fmla="*/ 2147483647 h 316"/>
                <a:gd name="T18" fmla="*/ 2147483647 w 395"/>
                <a:gd name="T19" fmla="*/ 2147483647 h 316"/>
                <a:gd name="T20" fmla="*/ 2147483647 w 395"/>
                <a:gd name="T21" fmla="*/ 2147483647 h 316"/>
                <a:gd name="T22" fmla="*/ 2147483647 w 395"/>
                <a:gd name="T23" fmla="*/ 2147483647 h 316"/>
                <a:gd name="T24" fmla="*/ 2147483647 w 395"/>
                <a:gd name="T25" fmla="*/ 2147483647 h 316"/>
                <a:gd name="T26" fmla="*/ 2147483647 w 395"/>
                <a:gd name="T27" fmla="*/ 2147483647 h 316"/>
                <a:gd name="T28" fmla="*/ 2147483647 w 395"/>
                <a:gd name="T29" fmla="*/ 2147483647 h 316"/>
                <a:gd name="T30" fmla="*/ 2147483647 w 395"/>
                <a:gd name="T31" fmla="*/ 2147483647 h 316"/>
                <a:gd name="T32" fmla="*/ 2147483647 w 395"/>
                <a:gd name="T33" fmla="*/ 2147483647 h 316"/>
                <a:gd name="T34" fmla="*/ 2147483647 w 395"/>
                <a:gd name="T35" fmla="*/ 2147483647 h 316"/>
                <a:gd name="T36" fmla="*/ 2147483647 w 395"/>
                <a:gd name="T37" fmla="*/ 2147483647 h 316"/>
                <a:gd name="T38" fmla="*/ 2147483647 w 395"/>
                <a:gd name="T39" fmla="*/ 2147483647 h 316"/>
                <a:gd name="T40" fmla="*/ 2147483647 w 395"/>
                <a:gd name="T41" fmla="*/ 2147483647 h 316"/>
                <a:gd name="T42" fmla="*/ 2147483647 w 395"/>
                <a:gd name="T43" fmla="*/ 2147483647 h 316"/>
                <a:gd name="T44" fmla="*/ 2147483647 w 395"/>
                <a:gd name="T45" fmla="*/ 2147483647 h 316"/>
                <a:gd name="T46" fmla="*/ 2147483647 w 395"/>
                <a:gd name="T47" fmla="*/ 2147483647 h 316"/>
                <a:gd name="T48" fmla="*/ 2147483647 w 395"/>
                <a:gd name="T49" fmla="*/ 2147483647 h 316"/>
                <a:gd name="T50" fmla="*/ 2147483647 w 395"/>
                <a:gd name="T51" fmla="*/ 2147483647 h 316"/>
                <a:gd name="T52" fmla="*/ 2147483647 w 395"/>
                <a:gd name="T53" fmla="*/ 2147483647 h 316"/>
                <a:gd name="T54" fmla="*/ 2147483647 w 395"/>
                <a:gd name="T55" fmla="*/ 2147483647 h 316"/>
                <a:gd name="T56" fmla="*/ 2147483647 w 395"/>
                <a:gd name="T57" fmla="*/ 2147483647 h 316"/>
                <a:gd name="T58" fmla="*/ 2147483647 w 395"/>
                <a:gd name="T59" fmla="*/ 2147483647 h 316"/>
                <a:gd name="T60" fmla="*/ 2147483647 w 395"/>
                <a:gd name="T61" fmla="*/ 2147483647 h 316"/>
                <a:gd name="T62" fmla="*/ 2147483647 w 395"/>
                <a:gd name="T63" fmla="*/ 2147483647 h 316"/>
                <a:gd name="T64" fmla="*/ 2147483647 w 395"/>
                <a:gd name="T65" fmla="*/ 2147483647 h 316"/>
                <a:gd name="T66" fmla="*/ 2147483647 w 395"/>
                <a:gd name="T67" fmla="*/ 2147483647 h 316"/>
                <a:gd name="T68" fmla="*/ 2147483647 w 395"/>
                <a:gd name="T69" fmla="*/ 2147483647 h 316"/>
                <a:gd name="T70" fmla="*/ 2147483647 w 395"/>
                <a:gd name="T71" fmla="*/ 2147483647 h 316"/>
                <a:gd name="T72" fmla="*/ 0 w 395"/>
                <a:gd name="T73" fmla="*/ 2147483647 h 316"/>
                <a:gd name="T74" fmla="*/ 0 w 395"/>
                <a:gd name="T75" fmla="*/ 2147483647 h 316"/>
                <a:gd name="T76" fmla="*/ 0 w 395"/>
                <a:gd name="T77" fmla="*/ 2147483647 h 316"/>
                <a:gd name="T78" fmla="*/ 0 w 395"/>
                <a:gd name="T79" fmla="*/ 2147483647 h 316"/>
                <a:gd name="T80" fmla="*/ 0 w 395"/>
                <a:gd name="T81" fmla="*/ 2147483647 h 316"/>
                <a:gd name="T82" fmla="*/ 2147483647 w 395"/>
                <a:gd name="T83" fmla="*/ 2147483647 h 316"/>
                <a:gd name="T84" fmla="*/ 2147483647 w 395"/>
                <a:gd name="T85" fmla="*/ 2147483647 h 316"/>
                <a:gd name="T86" fmla="*/ 2147483647 w 395"/>
                <a:gd name="T87" fmla="*/ 2147483647 h 316"/>
                <a:gd name="T88" fmla="*/ 2147483647 w 395"/>
                <a:gd name="T89" fmla="*/ 2147483647 h 316"/>
                <a:gd name="T90" fmla="*/ 2147483647 w 395"/>
                <a:gd name="T91" fmla="*/ 2147483647 h 316"/>
                <a:gd name="T92" fmla="*/ 2147483647 w 395"/>
                <a:gd name="T93" fmla="*/ 2147483647 h 316"/>
                <a:gd name="T94" fmla="*/ 2147483647 w 395"/>
                <a:gd name="T95" fmla="*/ 2147483647 h 316"/>
                <a:gd name="T96" fmla="*/ 2147483647 w 395"/>
                <a:gd name="T97" fmla="*/ 2147483647 h 316"/>
                <a:gd name="T98" fmla="*/ 2147483647 w 395"/>
                <a:gd name="T99" fmla="*/ 2147483647 h 316"/>
                <a:gd name="T100" fmla="*/ 2147483647 w 395"/>
                <a:gd name="T101" fmla="*/ 2147483647 h 316"/>
                <a:gd name="T102" fmla="*/ 2147483647 w 395"/>
                <a:gd name="T103" fmla="*/ 2147483647 h 316"/>
                <a:gd name="T104" fmla="*/ 2147483647 w 395"/>
                <a:gd name="T105" fmla="*/ 2147483647 h 316"/>
                <a:gd name="T106" fmla="*/ 2147483647 w 395"/>
                <a:gd name="T107" fmla="*/ 2147483647 h 316"/>
                <a:gd name="T108" fmla="*/ 2147483647 w 395"/>
                <a:gd name="T109" fmla="*/ 2147483647 h 3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95" h="316">
                  <a:moveTo>
                    <a:pt x="357" y="125"/>
                  </a:moveTo>
                  <a:lnTo>
                    <a:pt x="357" y="122"/>
                  </a:lnTo>
                  <a:lnTo>
                    <a:pt x="358" y="119"/>
                  </a:lnTo>
                  <a:lnTo>
                    <a:pt x="359" y="116"/>
                  </a:lnTo>
                  <a:lnTo>
                    <a:pt x="359" y="113"/>
                  </a:lnTo>
                  <a:lnTo>
                    <a:pt x="360" y="111"/>
                  </a:lnTo>
                  <a:lnTo>
                    <a:pt x="360" y="109"/>
                  </a:lnTo>
                  <a:lnTo>
                    <a:pt x="361" y="107"/>
                  </a:lnTo>
                  <a:lnTo>
                    <a:pt x="361" y="105"/>
                  </a:lnTo>
                  <a:lnTo>
                    <a:pt x="362" y="103"/>
                  </a:lnTo>
                  <a:lnTo>
                    <a:pt x="362" y="102"/>
                  </a:lnTo>
                  <a:lnTo>
                    <a:pt x="362" y="101"/>
                  </a:lnTo>
                  <a:lnTo>
                    <a:pt x="362" y="100"/>
                  </a:lnTo>
                  <a:lnTo>
                    <a:pt x="363" y="99"/>
                  </a:lnTo>
                  <a:lnTo>
                    <a:pt x="363" y="98"/>
                  </a:lnTo>
                  <a:lnTo>
                    <a:pt x="364" y="98"/>
                  </a:lnTo>
                  <a:lnTo>
                    <a:pt x="365" y="98"/>
                  </a:lnTo>
                  <a:lnTo>
                    <a:pt x="366" y="98"/>
                  </a:lnTo>
                  <a:lnTo>
                    <a:pt x="367" y="98"/>
                  </a:lnTo>
                  <a:lnTo>
                    <a:pt x="368" y="98"/>
                  </a:lnTo>
                  <a:lnTo>
                    <a:pt x="369" y="98"/>
                  </a:lnTo>
                  <a:lnTo>
                    <a:pt x="370" y="98"/>
                  </a:lnTo>
                  <a:lnTo>
                    <a:pt x="372" y="98"/>
                  </a:lnTo>
                  <a:lnTo>
                    <a:pt x="373" y="98"/>
                  </a:lnTo>
                  <a:lnTo>
                    <a:pt x="375" y="98"/>
                  </a:lnTo>
                  <a:lnTo>
                    <a:pt x="376" y="98"/>
                  </a:lnTo>
                  <a:lnTo>
                    <a:pt x="378" y="98"/>
                  </a:lnTo>
                  <a:lnTo>
                    <a:pt x="380" y="98"/>
                  </a:lnTo>
                  <a:lnTo>
                    <a:pt x="382" y="98"/>
                  </a:lnTo>
                  <a:lnTo>
                    <a:pt x="384" y="98"/>
                  </a:lnTo>
                  <a:lnTo>
                    <a:pt x="385" y="98"/>
                  </a:lnTo>
                  <a:lnTo>
                    <a:pt x="387" y="98"/>
                  </a:lnTo>
                  <a:lnTo>
                    <a:pt x="388" y="98"/>
                  </a:lnTo>
                  <a:lnTo>
                    <a:pt x="389" y="98"/>
                  </a:lnTo>
                  <a:lnTo>
                    <a:pt x="390" y="98"/>
                  </a:lnTo>
                  <a:lnTo>
                    <a:pt x="391" y="98"/>
                  </a:lnTo>
                  <a:lnTo>
                    <a:pt x="392" y="98"/>
                  </a:lnTo>
                  <a:lnTo>
                    <a:pt x="393" y="98"/>
                  </a:lnTo>
                  <a:lnTo>
                    <a:pt x="394" y="98"/>
                  </a:lnTo>
                  <a:lnTo>
                    <a:pt x="393" y="97"/>
                  </a:lnTo>
                  <a:lnTo>
                    <a:pt x="393" y="96"/>
                  </a:lnTo>
                  <a:lnTo>
                    <a:pt x="391" y="95"/>
                  </a:lnTo>
                  <a:lnTo>
                    <a:pt x="390" y="93"/>
                  </a:lnTo>
                  <a:lnTo>
                    <a:pt x="388" y="91"/>
                  </a:lnTo>
                  <a:lnTo>
                    <a:pt x="386" y="89"/>
                  </a:lnTo>
                  <a:lnTo>
                    <a:pt x="384" y="86"/>
                  </a:lnTo>
                  <a:lnTo>
                    <a:pt x="381" y="83"/>
                  </a:lnTo>
                  <a:lnTo>
                    <a:pt x="378" y="79"/>
                  </a:lnTo>
                  <a:lnTo>
                    <a:pt x="375" y="75"/>
                  </a:lnTo>
                  <a:lnTo>
                    <a:pt x="371" y="71"/>
                  </a:lnTo>
                  <a:lnTo>
                    <a:pt x="367" y="66"/>
                  </a:lnTo>
                  <a:lnTo>
                    <a:pt x="363" y="61"/>
                  </a:lnTo>
                  <a:lnTo>
                    <a:pt x="358" y="55"/>
                  </a:lnTo>
                  <a:lnTo>
                    <a:pt x="353" y="49"/>
                  </a:lnTo>
                  <a:lnTo>
                    <a:pt x="348" y="43"/>
                  </a:lnTo>
                  <a:lnTo>
                    <a:pt x="344" y="38"/>
                  </a:lnTo>
                  <a:lnTo>
                    <a:pt x="340" y="33"/>
                  </a:lnTo>
                  <a:lnTo>
                    <a:pt x="336" y="28"/>
                  </a:lnTo>
                  <a:lnTo>
                    <a:pt x="332" y="23"/>
                  </a:lnTo>
                  <a:lnTo>
                    <a:pt x="329" y="19"/>
                  </a:lnTo>
                  <a:lnTo>
                    <a:pt x="326" y="16"/>
                  </a:lnTo>
                  <a:lnTo>
                    <a:pt x="323" y="12"/>
                  </a:lnTo>
                  <a:lnTo>
                    <a:pt x="321" y="10"/>
                  </a:lnTo>
                  <a:lnTo>
                    <a:pt x="318" y="7"/>
                  </a:lnTo>
                  <a:lnTo>
                    <a:pt x="317" y="5"/>
                  </a:lnTo>
                  <a:lnTo>
                    <a:pt x="315" y="3"/>
                  </a:lnTo>
                  <a:lnTo>
                    <a:pt x="314" y="2"/>
                  </a:lnTo>
                  <a:lnTo>
                    <a:pt x="313" y="1"/>
                  </a:lnTo>
                  <a:lnTo>
                    <a:pt x="313" y="0"/>
                  </a:lnTo>
                  <a:lnTo>
                    <a:pt x="312" y="1"/>
                  </a:lnTo>
                  <a:lnTo>
                    <a:pt x="311" y="2"/>
                  </a:lnTo>
                  <a:lnTo>
                    <a:pt x="310" y="3"/>
                  </a:lnTo>
                  <a:lnTo>
                    <a:pt x="309" y="5"/>
                  </a:lnTo>
                  <a:lnTo>
                    <a:pt x="307" y="7"/>
                  </a:lnTo>
                  <a:lnTo>
                    <a:pt x="305" y="10"/>
                  </a:lnTo>
                  <a:lnTo>
                    <a:pt x="303" y="12"/>
                  </a:lnTo>
                  <a:lnTo>
                    <a:pt x="300" y="16"/>
                  </a:lnTo>
                  <a:lnTo>
                    <a:pt x="297" y="19"/>
                  </a:lnTo>
                  <a:lnTo>
                    <a:pt x="294" y="23"/>
                  </a:lnTo>
                  <a:lnTo>
                    <a:pt x="290" y="28"/>
                  </a:lnTo>
                  <a:lnTo>
                    <a:pt x="286" y="33"/>
                  </a:lnTo>
                  <a:lnTo>
                    <a:pt x="282" y="38"/>
                  </a:lnTo>
                  <a:lnTo>
                    <a:pt x="277" y="43"/>
                  </a:lnTo>
                  <a:lnTo>
                    <a:pt x="272" y="49"/>
                  </a:lnTo>
                  <a:lnTo>
                    <a:pt x="267" y="55"/>
                  </a:lnTo>
                  <a:lnTo>
                    <a:pt x="263" y="61"/>
                  </a:lnTo>
                  <a:lnTo>
                    <a:pt x="258" y="66"/>
                  </a:lnTo>
                  <a:lnTo>
                    <a:pt x="254" y="71"/>
                  </a:lnTo>
                  <a:lnTo>
                    <a:pt x="251" y="75"/>
                  </a:lnTo>
                  <a:lnTo>
                    <a:pt x="247" y="79"/>
                  </a:lnTo>
                  <a:lnTo>
                    <a:pt x="244" y="83"/>
                  </a:lnTo>
                  <a:lnTo>
                    <a:pt x="242" y="86"/>
                  </a:lnTo>
                  <a:lnTo>
                    <a:pt x="239" y="89"/>
                  </a:lnTo>
                  <a:lnTo>
                    <a:pt x="237" y="91"/>
                  </a:lnTo>
                  <a:lnTo>
                    <a:pt x="235" y="93"/>
                  </a:lnTo>
                  <a:lnTo>
                    <a:pt x="234" y="95"/>
                  </a:lnTo>
                  <a:lnTo>
                    <a:pt x="233" y="96"/>
                  </a:lnTo>
                  <a:lnTo>
                    <a:pt x="232" y="97"/>
                  </a:lnTo>
                  <a:lnTo>
                    <a:pt x="232" y="98"/>
                  </a:lnTo>
                  <a:lnTo>
                    <a:pt x="233" y="98"/>
                  </a:lnTo>
                  <a:lnTo>
                    <a:pt x="234" y="98"/>
                  </a:lnTo>
                  <a:lnTo>
                    <a:pt x="235" y="98"/>
                  </a:lnTo>
                  <a:lnTo>
                    <a:pt x="236" y="98"/>
                  </a:lnTo>
                  <a:lnTo>
                    <a:pt x="237" y="98"/>
                  </a:lnTo>
                  <a:lnTo>
                    <a:pt x="239" y="98"/>
                  </a:lnTo>
                  <a:lnTo>
                    <a:pt x="240" y="98"/>
                  </a:lnTo>
                  <a:lnTo>
                    <a:pt x="242" y="98"/>
                  </a:lnTo>
                  <a:lnTo>
                    <a:pt x="244" y="98"/>
                  </a:lnTo>
                  <a:lnTo>
                    <a:pt x="246" y="98"/>
                  </a:lnTo>
                  <a:lnTo>
                    <a:pt x="248" y="98"/>
                  </a:lnTo>
                  <a:lnTo>
                    <a:pt x="250" y="98"/>
                  </a:lnTo>
                  <a:lnTo>
                    <a:pt x="253" y="98"/>
                  </a:lnTo>
                  <a:lnTo>
                    <a:pt x="255" y="98"/>
                  </a:lnTo>
                  <a:lnTo>
                    <a:pt x="257" y="98"/>
                  </a:lnTo>
                  <a:lnTo>
                    <a:pt x="258" y="98"/>
                  </a:lnTo>
                  <a:lnTo>
                    <a:pt x="260" y="98"/>
                  </a:lnTo>
                  <a:lnTo>
                    <a:pt x="262" y="98"/>
                  </a:lnTo>
                  <a:lnTo>
                    <a:pt x="263" y="98"/>
                  </a:lnTo>
                  <a:lnTo>
                    <a:pt x="264" y="98"/>
                  </a:lnTo>
                  <a:lnTo>
                    <a:pt x="265" y="98"/>
                  </a:lnTo>
                  <a:lnTo>
                    <a:pt x="266" y="98"/>
                  </a:lnTo>
                  <a:lnTo>
                    <a:pt x="267" y="98"/>
                  </a:lnTo>
                  <a:lnTo>
                    <a:pt x="268" y="98"/>
                  </a:lnTo>
                  <a:lnTo>
                    <a:pt x="269" y="98"/>
                  </a:lnTo>
                  <a:lnTo>
                    <a:pt x="269" y="99"/>
                  </a:lnTo>
                  <a:lnTo>
                    <a:pt x="269" y="100"/>
                  </a:lnTo>
                  <a:lnTo>
                    <a:pt x="269" y="101"/>
                  </a:lnTo>
                  <a:lnTo>
                    <a:pt x="268" y="102"/>
                  </a:lnTo>
                  <a:lnTo>
                    <a:pt x="268" y="103"/>
                  </a:lnTo>
                  <a:lnTo>
                    <a:pt x="268" y="105"/>
                  </a:lnTo>
                  <a:lnTo>
                    <a:pt x="268" y="106"/>
                  </a:lnTo>
                  <a:lnTo>
                    <a:pt x="268" y="108"/>
                  </a:lnTo>
                  <a:lnTo>
                    <a:pt x="267" y="110"/>
                  </a:lnTo>
                  <a:lnTo>
                    <a:pt x="267" y="112"/>
                  </a:lnTo>
                  <a:lnTo>
                    <a:pt x="267" y="115"/>
                  </a:lnTo>
                  <a:lnTo>
                    <a:pt x="266" y="117"/>
                  </a:lnTo>
                  <a:lnTo>
                    <a:pt x="266" y="120"/>
                  </a:lnTo>
                  <a:lnTo>
                    <a:pt x="265" y="122"/>
                  </a:lnTo>
                  <a:lnTo>
                    <a:pt x="265" y="125"/>
                  </a:lnTo>
                  <a:lnTo>
                    <a:pt x="265" y="128"/>
                  </a:lnTo>
                  <a:lnTo>
                    <a:pt x="264" y="131"/>
                  </a:lnTo>
                  <a:lnTo>
                    <a:pt x="264" y="133"/>
                  </a:lnTo>
                  <a:lnTo>
                    <a:pt x="263" y="136"/>
                  </a:lnTo>
                  <a:lnTo>
                    <a:pt x="263" y="139"/>
                  </a:lnTo>
                  <a:lnTo>
                    <a:pt x="262" y="141"/>
                  </a:lnTo>
                  <a:lnTo>
                    <a:pt x="261" y="144"/>
                  </a:lnTo>
                  <a:lnTo>
                    <a:pt x="261" y="147"/>
                  </a:lnTo>
                  <a:lnTo>
                    <a:pt x="260" y="150"/>
                  </a:lnTo>
                  <a:lnTo>
                    <a:pt x="259" y="152"/>
                  </a:lnTo>
                  <a:lnTo>
                    <a:pt x="259" y="155"/>
                  </a:lnTo>
                  <a:lnTo>
                    <a:pt x="258" y="158"/>
                  </a:lnTo>
                  <a:lnTo>
                    <a:pt x="257" y="160"/>
                  </a:lnTo>
                  <a:lnTo>
                    <a:pt x="257" y="163"/>
                  </a:lnTo>
                  <a:lnTo>
                    <a:pt x="256" y="166"/>
                  </a:lnTo>
                  <a:lnTo>
                    <a:pt x="255" y="169"/>
                  </a:lnTo>
                  <a:lnTo>
                    <a:pt x="254" y="171"/>
                  </a:lnTo>
                  <a:lnTo>
                    <a:pt x="253" y="174"/>
                  </a:lnTo>
                  <a:lnTo>
                    <a:pt x="252" y="177"/>
                  </a:lnTo>
                  <a:lnTo>
                    <a:pt x="250" y="179"/>
                  </a:lnTo>
                  <a:lnTo>
                    <a:pt x="249" y="182"/>
                  </a:lnTo>
                  <a:lnTo>
                    <a:pt x="248" y="185"/>
                  </a:lnTo>
                  <a:lnTo>
                    <a:pt x="247" y="188"/>
                  </a:lnTo>
                  <a:lnTo>
                    <a:pt x="245" y="190"/>
                  </a:lnTo>
                  <a:lnTo>
                    <a:pt x="243" y="193"/>
                  </a:lnTo>
                  <a:lnTo>
                    <a:pt x="242" y="196"/>
                  </a:lnTo>
                  <a:lnTo>
                    <a:pt x="240" y="198"/>
                  </a:lnTo>
                  <a:lnTo>
                    <a:pt x="238" y="201"/>
                  </a:lnTo>
                  <a:lnTo>
                    <a:pt x="237" y="204"/>
                  </a:lnTo>
                  <a:lnTo>
                    <a:pt x="235" y="207"/>
                  </a:lnTo>
                  <a:lnTo>
                    <a:pt x="233" y="209"/>
                  </a:lnTo>
                  <a:lnTo>
                    <a:pt x="230" y="212"/>
                  </a:lnTo>
                  <a:lnTo>
                    <a:pt x="228" y="215"/>
                  </a:lnTo>
                  <a:lnTo>
                    <a:pt x="226" y="217"/>
                  </a:lnTo>
                  <a:lnTo>
                    <a:pt x="223" y="220"/>
                  </a:lnTo>
                  <a:lnTo>
                    <a:pt x="220" y="223"/>
                  </a:lnTo>
                  <a:lnTo>
                    <a:pt x="217" y="226"/>
                  </a:lnTo>
                  <a:lnTo>
                    <a:pt x="214" y="228"/>
                  </a:lnTo>
                  <a:lnTo>
                    <a:pt x="211" y="231"/>
                  </a:lnTo>
                  <a:lnTo>
                    <a:pt x="208" y="234"/>
                  </a:lnTo>
                  <a:lnTo>
                    <a:pt x="204" y="236"/>
                  </a:lnTo>
                  <a:lnTo>
                    <a:pt x="201" y="239"/>
                  </a:lnTo>
                  <a:lnTo>
                    <a:pt x="197" y="242"/>
                  </a:lnTo>
                  <a:lnTo>
                    <a:pt x="193" y="245"/>
                  </a:lnTo>
                  <a:lnTo>
                    <a:pt x="189" y="247"/>
                  </a:lnTo>
                  <a:lnTo>
                    <a:pt x="185" y="250"/>
                  </a:lnTo>
                  <a:lnTo>
                    <a:pt x="180" y="253"/>
                  </a:lnTo>
                  <a:lnTo>
                    <a:pt x="176" y="255"/>
                  </a:lnTo>
                  <a:lnTo>
                    <a:pt x="172" y="258"/>
                  </a:lnTo>
                  <a:lnTo>
                    <a:pt x="167" y="261"/>
                  </a:lnTo>
                  <a:lnTo>
                    <a:pt x="163" y="263"/>
                  </a:lnTo>
                  <a:lnTo>
                    <a:pt x="158" y="266"/>
                  </a:lnTo>
                  <a:lnTo>
                    <a:pt x="154" y="268"/>
                  </a:lnTo>
                  <a:lnTo>
                    <a:pt x="149" y="270"/>
                  </a:lnTo>
                  <a:lnTo>
                    <a:pt x="145" y="273"/>
                  </a:lnTo>
                  <a:lnTo>
                    <a:pt x="140" y="275"/>
                  </a:lnTo>
                  <a:lnTo>
                    <a:pt x="136" y="277"/>
                  </a:lnTo>
                  <a:lnTo>
                    <a:pt x="131" y="280"/>
                  </a:lnTo>
                  <a:lnTo>
                    <a:pt x="127" y="282"/>
                  </a:lnTo>
                  <a:lnTo>
                    <a:pt x="122" y="284"/>
                  </a:lnTo>
                  <a:lnTo>
                    <a:pt x="117" y="286"/>
                  </a:lnTo>
                  <a:lnTo>
                    <a:pt x="113" y="288"/>
                  </a:lnTo>
                  <a:lnTo>
                    <a:pt x="108" y="290"/>
                  </a:lnTo>
                  <a:lnTo>
                    <a:pt x="103" y="292"/>
                  </a:lnTo>
                  <a:lnTo>
                    <a:pt x="99" y="294"/>
                  </a:lnTo>
                  <a:lnTo>
                    <a:pt x="94" y="295"/>
                  </a:lnTo>
                  <a:lnTo>
                    <a:pt x="89" y="297"/>
                  </a:lnTo>
                  <a:lnTo>
                    <a:pt x="85" y="298"/>
                  </a:lnTo>
                  <a:lnTo>
                    <a:pt x="80" y="299"/>
                  </a:lnTo>
                  <a:lnTo>
                    <a:pt x="75" y="300"/>
                  </a:lnTo>
                  <a:lnTo>
                    <a:pt x="71" y="301"/>
                  </a:lnTo>
                  <a:lnTo>
                    <a:pt x="66" y="302"/>
                  </a:lnTo>
                  <a:lnTo>
                    <a:pt x="61" y="303"/>
                  </a:lnTo>
                  <a:lnTo>
                    <a:pt x="57" y="303"/>
                  </a:lnTo>
                  <a:lnTo>
                    <a:pt x="52" y="304"/>
                  </a:lnTo>
                  <a:lnTo>
                    <a:pt x="47" y="304"/>
                  </a:lnTo>
                  <a:lnTo>
                    <a:pt x="42" y="304"/>
                  </a:lnTo>
                  <a:lnTo>
                    <a:pt x="38" y="304"/>
                  </a:lnTo>
                  <a:lnTo>
                    <a:pt x="33" y="304"/>
                  </a:lnTo>
                  <a:lnTo>
                    <a:pt x="29" y="304"/>
                  </a:lnTo>
                  <a:lnTo>
                    <a:pt x="25" y="304"/>
                  </a:lnTo>
                  <a:lnTo>
                    <a:pt x="21" y="304"/>
                  </a:lnTo>
                  <a:lnTo>
                    <a:pt x="18" y="304"/>
                  </a:lnTo>
                  <a:lnTo>
                    <a:pt x="15" y="304"/>
                  </a:lnTo>
                  <a:lnTo>
                    <a:pt x="12" y="304"/>
                  </a:lnTo>
                  <a:lnTo>
                    <a:pt x="10" y="304"/>
                  </a:lnTo>
                  <a:lnTo>
                    <a:pt x="7" y="304"/>
                  </a:lnTo>
                  <a:lnTo>
                    <a:pt x="6" y="304"/>
                  </a:lnTo>
                  <a:lnTo>
                    <a:pt x="4" y="304"/>
                  </a:lnTo>
                  <a:lnTo>
                    <a:pt x="3" y="304"/>
                  </a:lnTo>
                  <a:lnTo>
                    <a:pt x="2" y="304"/>
                  </a:lnTo>
                  <a:lnTo>
                    <a:pt x="1" y="304"/>
                  </a:lnTo>
                  <a:lnTo>
                    <a:pt x="0" y="304"/>
                  </a:lnTo>
                  <a:lnTo>
                    <a:pt x="0" y="305"/>
                  </a:lnTo>
                  <a:lnTo>
                    <a:pt x="0" y="306"/>
                  </a:lnTo>
                  <a:lnTo>
                    <a:pt x="0" y="307"/>
                  </a:lnTo>
                  <a:lnTo>
                    <a:pt x="0" y="308"/>
                  </a:lnTo>
                  <a:lnTo>
                    <a:pt x="0" y="309"/>
                  </a:lnTo>
                  <a:lnTo>
                    <a:pt x="0" y="310"/>
                  </a:lnTo>
                  <a:lnTo>
                    <a:pt x="0" y="311"/>
                  </a:lnTo>
                  <a:lnTo>
                    <a:pt x="0" y="312"/>
                  </a:lnTo>
                  <a:lnTo>
                    <a:pt x="0" y="313"/>
                  </a:lnTo>
                  <a:lnTo>
                    <a:pt x="0" y="314"/>
                  </a:lnTo>
                  <a:lnTo>
                    <a:pt x="0" y="315"/>
                  </a:lnTo>
                  <a:lnTo>
                    <a:pt x="1" y="315"/>
                  </a:lnTo>
                  <a:lnTo>
                    <a:pt x="2" y="315"/>
                  </a:lnTo>
                  <a:lnTo>
                    <a:pt x="3" y="315"/>
                  </a:lnTo>
                  <a:lnTo>
                    <a:pt x="4" y="315"/>
                  </a:lnTo>
                  <a:lnTo>
                    <a:pt x="6" y="315"/>
                  </a:lnTo>
                  <a:lnTo>
                    <a:pt x="8" y="315"/>
                  </a:lnTo>
                  <a:lnTo>
                    <a:pt x="10" y="315"/>
                  </a:lnTo>
                  <a:lnTo>
                    <a:pt x="13" y="315"/>
                  </a:lnTo>
                  <a:lnTo>
                    <a:pt x="16" y="315"/>
                  </a:lnTo>
                  <a:lnTo>
                    <a:pt x="19" y="315"/>
                  </a:lnTo>
                  <a:lnTo>
                    <a:pt x="23" y="315"/>
                  </a:lnTo>
                  <a:lnTo>
                    <a:pt x="27" y="315"/>
                  </a:lnTo>
                  <a:lnTo>
                    <a:pt x="31" y="315"/>
                  </a:lnTo>
                  <a:lnTo>
                    <a:pt x="36" y="315"/>
                  </a:lnTo>
                  <a:lnTo>
                    <a:pt x="41" y="315"/>
                  </a:lnTo>
                  <a:lnTo>
                    <a:pt x="46" y="315"/>
                  </a:lnTo>
                  <a:lnTo>
                    <a:pt x="51" y="315"/>
                  </a:lnTo>
                  <a:lnTo>
                    <a:pt x="56" y="315"/>
                  </a:lnTo>
                  <a:lnTo>
                    <a:pt x="61" y="315"/>
                  </a:lnTo>
                  <a:lnTo>
                    <a:pt x="66" y="315"/>
                  </a:lnTo>
                  <a:lnTo>
                    <a:pt x="71" y="314"/>
                  </a:lnTo>
                  <a:lnTo>
                    <a:pt x="76" y="314"/>
                  </a:lnTo>
                  <a:lnTo>
                    <a:pt x="81" y="314"/>
                  </a:lnTo>
                  <a:lnTo>
                    <a:pt x="86" y="314"/>
                  </a:lnTo>
                  <a:lnTo>
                    <a:pt x="90" y="313"/>
                  </a:lnTo>
                  <a:lnTo>
                    <a:pt x="95" y="313"/>
                  </a:lnTo>
                  <a:lnTo>
                    <a:pt x="100" y="312"/>
                  </a:lnTo>
                  <a:lnTo>
                    <a:pt x="105" y="312"/>
                  </a:lnTo>
                  <a:lnTo>
                    <a:pt x="110" y="311"/>
                  </a:lnTo>
                  <a:lnTo>
                    <a:pt x="114" y="310"/>
                  </a:lnTo>
                  <a:lnTo>
                    <a:pt x="119" y="310"/>
                  </a:lnTo>
                  <a:lnTo>
                    <a:pt x="124" y="309"/>
                  </a:lnTo>
                  <a:lnTo>
                    <a:pt x="128" y="308"/>
                  </a:lnTo>
                  <a:lnTo>
                    <a:pt x="133" y="307"/>
                  </a:lnTo>
                  <a:lnTo>
                    <a:pt x="138" y="306"/>
                  </a:lnTo>
                  <a:lnTo>
                    <a:pt x="142" y="305"/>
                  </a:lnTo>
                  <a:lnTo>
                    <a:pt x="147" y="304"/>
                  </a:lnTo>
                  <a:lnTo>
                    <a:pt x="152" y="303"/>
                  </a:lnTo>
                  <a:lnTo>
                    <a:pt x="157" y="302"/>
                  </a:lnTo>
                  <a:lnTo>
                    <a:pt x="161" y="300"/>
                  </a:lnTo>
                  <a:lnTo>
                    <a:pt x="166" y="299"/>
                  </a:lnTo>
                  <a:lnTo>
                    <a:pt x="171" y="297"/>
                  </a:lnTo>
                  <a:lnTo>
                    <a:pt x="175" y="296"/>
                  </a:lnTo>
                  <a:lnTo>
                    <a:pt x="180" y="294"/>
                  </a:lnTo>
                  <a:lnTo>
                    <a:pt x="185" y="292"/>
                  </a:lnTo>
                  <a:lnTo>
                    <a:pt x="189" y="290"/>
                  </a:lnTo>
                  <a:lnTo>
                    <a:pt x="194" y="288"/>
                  </a:lnTo>
                  <a:lnTo>
                    <a:pt x="199" y="286"/>
                  </a:lnTo>
                  <a:lnTo>
                    <a:pt x="203" y="284"/>
                  </a:lnTo>
                  <a:lnTo>
                    <a:pt x="208" y="282"/>
                  </a:lnTo>
                  <a:lnTo>
                    <a:pt x="213" y="279"/>
                  </a:lnTo>
                  <a:lnTo>
                    <a:pt x="218" y="277"/>
                  </a:lnTo>
                  <a:lnTo>
                    <a:pt x="223" y="274"/>
                  </a:lnTo>
                  <a:lnTo>
                    <a:pt x="227" y="272"/>
                  </a:lnTo>
                  <a:lnTo>
                    <a:pt x="232" y="269"/>
                  </a:lnTo>
                  <a:lnTo>
                    <a:pt x="237" y="266"/>
                  </a:lnTo>
                  <a:lnTo>
                    <a:pt x="242" y="263"/>
                  </a:lnTo>
                  <a:lnTo>
                    <a:pt x="247" y="261"/>
                  </a:lnTo>
                  <a:lnTo>
                    <a:pt x="252" y="258"/>
                  </a:lnTo>
                  <a:lnTo>
                    <a:pt x="257" y="254"/>
                  </a:lnTo>
                  <a:lnTo>
                    <a:pt x="262" y="251"/>
                  </a:lnTo>
                  <a:lnTo>
                    <a:pt x="267" y="248"/>
                  </a:lnTo>
                  <a:lnTo>
                    <a:pt x="272" y="245"/>
                  </a:lnTo>
                  <a:lnTo>
                    <a:pt x="277" y="241"/>
                  </a:lnTo>
                  <a:lnTo>
                    <a:pt x="282" y="238"/>
                  </a:lnTo>
                  <a:lnTo>
                    <a:pt x="287" y="234"/>
                  </a:lnTo>
                  <a:lnTo>
                    <a:pt x="291" y="231"/>
                  </a:lnTo>
                  <a:lnTo>
                    <a:pt x="295" y="227"/>
                  </a:lnTo>
                  <a:lnTo>
                    <a:pt x="300" y="224"/>
                  </a:lnTo>
                  <a:lnTo>
                    <a:pt x="303" y="220"/>
                  </a:lnTo>
                  <a:lnTo>
                    <a:pt x="307" y="216"/>
                  </a:lnTo>
                  <a:lnTo>
                    <a:pt x="311" y="212"/>
                  </a:lnTo>
                  <a:lnTo>
                    <a:pt x="314" y="209"/>
                  </a:lnTo>
                  <a:lnTo>
                    <a:pt x="318" y="205"/>
                  </a:lnTo>
                  <a:lnTo>
                    <a:pt x="321" y="201"/>
                  </a:lnTo>
                  <a:lnTo>
                    <a:pt x="324" y="197"/>
                  </a:lnTo>
                  <a:lnTo>
                    <a:pt x="326" y="193"/>
                  </a:lnTo>
                  <a:lnTo>
                    <a:pt x="329" y="189"/>
                  </a:lnTo>
                  <a:lnTo>
                    <a:pt x="332" y="185"/>
                  </a:lnTo>
                  <a:lnTo>
                    <a:pt x="334" y="181"/>
                  </a:lnTo>
                  <a:lnTo>
                    <a:pt x="336" y="177"/>
                  </a:lnTo>
                  <a:lnTo>
                    <a:pt x="338" y="173"/>
                  </a:lnTo>
                  <a:lnTo>
                    <a:pt x="340" y="169"/>
                  </a:lnTo>
                  <a:lnTo>
                    <a:pt x="342" y="165"/>
                  </a:lnTo>
                  <a:lnTo>
                    <a:pt x="344" y="161"/>
                  </a:lnTo>
                  <a:lnTo>
                    <a:pt x="346" y="157"/>
                  </a:lnTo>
                  <a:lnTo>
                    <a:pt x="347" y="154"/>
                  </a:lnTo>
                  <a:lnTo>
                    <a:pt x="349" y="150"/>
                  </a:lnTo>
                  <a:lnTo>
                    <a:pt x="350" y="146"/>
                  </a:lnTo>
                  <a:lnTo>
                    <a:pt x="351" y="143"/>
                  </a:lnTo>
                  <a:lnTo>
                    <a:pt x="353" y="139"/>
                  </a:lnTo>
                  <a:lnTo>
                    <a:pt x="354" y="136"/>
                  </a:lnTo>
                  <a:lnTo>
                    <a:pt x="355" y="132"/>
                  </a:lnTo>
                  <a:lnTo>
                    <a:pt x="356" y="129"/>
                  </a:lnTo>
                  <a:lnTo>
                    <a:pt x="357" y="125"/>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4" name="Text Box 28">
              <a:extLst>
                <a:ext uri="{FF2B5EF4-FFF2-40B4-BE49-F238E27FC236}">
                  <a16:creationId xmlns:a16="http://schemas.microsoft.com/office/drawing/2014/main" id="{0029FC7F-777B-64B2-FBA3-9899FDC94866}"/>
                </a:ext>
              </a:extLst>
            </p:cNvPr>
            <p:cNvSpPr txBox="1">
              <a:spLocks noChangeArrowheads="1"/>
            </p:cNvSpPr>
            <p:nvPr/>
          </p:nvSpPr>
          <p:spPr bwMode="gray">
            <a:xfrm>
              <a:off x="4605369" y="1272457"/>
              <a:ext cx="1945572" cy="486928"/>
            </a:xfrm>
            <a:prstGeom prst="rect">
              <a:avLst/>
            </a:prstGeom>
            <a:noFill/>
            <a:ln>
              <a:noFill/>
            </a:ln>
            <a:effectLst/>
            <a:extLst>
              <a:ext uri="{909E8E84-426E-40DD-AFC4-6F175D3DCCD1}">
                <a14:hiddenFill xmlns:a14="http://schemas.microsoft.com/office/drawing/2010/main">
                  <a:solidFill>
                    <a:schemeClr val="hlink"/>
                  </a:solidFill>
                </a14:hiddenFill>
              </a:ext>
              <a:ext uri="{91240B29-F687-4F45-9708-019B960494DF}">
                <a14:hiddenLine xmlns:a14="http://schemas.microsoft.com/office/drawing/2010/main" w="63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nchorCtr="1"/>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algn="ct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Rejected ideas</a:t>
              </a:r>
            </a:p>
          </p:txBody>
        </p:sp>
        <p:sp>
          <p:nvSpPr>
            <p:cNvPr id="45" name="Text Box 29">
              <a:extLst>
                <a:ext uri="{FF2B5EF4-FFF2-40B4-BE49-F238E27FC236}">
                  <a16:creationId xmlns:a16="http://schemas.microsoft.com/office/drawing/2014/main" id="{5AC46C79-31C5-B4BE-21B2-28244742F727}"/>
                </a:ext>
              </a:extLst>
            </p:cNvPr>
            <p:cNvSpPr txBox="1">
              <a:spLocks noChangeArrowheads="1"/>
            </p:cNvSpPr>
            <p:nvPr/>
          </p:nvSpPr>
          <p:spPr bwMode="gray">
            <a:xfrm>
              <a:off x="4710475" y="5843584"/>
              <a:ext cx="1945573" cy="486929"/>
            </a:xfrm>
            <a:prstGeom prst="rect">
              <a:avLst/>
            </a:prstGeom>
            <a:noFill/>
            <a:ln>
              <a:noFill/>
            </a:ln>
            <a:effectLst/>
            <a:extLst>
              <a:ext uri="{909E8E84-426E-40DD-AFC4-6F175D3DCCD1}">
                <a14:hiddenFill xmlns:a14="http://schemas.microsoft.com/office/drawing/2010/main">
                  <a:solidFill>
                    <a:schemeClr val="hlink"/>
                  </a:solidFill>
                </a14:hiddenFill>
              </a:ext>
              <a:ext uri="{91240B29-F687-4F45-9708-019B960494DF}">
                <a14:hiddenLine xmlns:a14="http://schemas.microsoft.com/office/drawing/2010/main" w="63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nchorCtr="1"/>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algn="ct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Ideas put on hold</a:t>
              </a:r>
            </a:p>
          </p:txBody>
        </p:sp>
        <p:sp>
          <p:nvSpPr>
            <p:cNvPr id="47" name="Text Box 30">
              <a:extLst>
                <a:ext uri="{FF2B5EF4-FFF2-40B4-BE49-F238E27FC236}">
                  <a16:creationId xmlns:a16="http://schemas.microsoft.com/office/drawing/2014/main" id="{BB9E1BBC-363A-6FA8-18D3-677176B0AB98}"/>
                </a:ext>
              </a:extLst>
            </p:cNvPr>
            <p:cNvSpPr txBox="1">
              <a:spLocks noChangeArrowheads="1"/>
            </p:cNvSpPr>
            <p:nvPr/>
          </p:nvSpPr>
          <p:spPr bwMode="gray">
            <a:xfrm>
              <a:off x="7492621" y="4934077"/>
              <a:ext cx="2016360" cy="1387855"/>
            </a:xfrm>
            <a:prstGeom prst="rect">
              <a:avLst/>
            </a:prstGeom>
            <a:noFill/>
            <a:ln>
              <a:noFill/>
            </a:ln>
            <a:effectLst/>
            <a:extLst>
              <a:ext uri="{909E8E84-426E-40DD-AFC4-6F175D3DCCD1}">
                <a14:hiddenFill xmlns:a14="http://schemas.microsoft.com/office/drawing/2010/main">
                  <a:solidFill>
                    <a:schemeClr val="hlink"/>
                  </a:solidFill>
                </a14:hiddenFill>
              </a:ext>
              <a:ext uri="{91240B29-F687-4F45-9708-019B960494DF}">
                <a14:hiddenLine xmlns:a14="http://schemas.microsoft.com/office/drawing/2010/main" w="6350">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6200" tIns="76200" rIns="76200" bIns="7620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algn="ctr" eaLnBrk="0" fontAlgn="base" hangingPunct="0">
                <a:spcBef>
                  <a:spcPct val="0"/>
                </a:spcBef>
                <a:spcAft>
                  <a:spcPct val="0"/>
                </a:spcAft>
              </a:pPr>
              <a:r>
                <a:rPr lang="en-US" sz="1333">
                  <a:solidFill>
                    <a:srgbClr val="1E344D"/>
                  </a:solidFill>
                  <a:latin typeface="Alibaba PuHuiTi Medium" pitchFamily="18" charset="-122"/>
                  <a:ea typeface="Alibaba PuHuiTi Medium" pitchFamily="18" charset="-122"/>
                  <a:cs typeface="Alibaba PuHuiTi Medium" pitchFamily="18" charset="-122"/>
                </a:rPr>
                <a:t>New input</a:t>
              </a:r>
              <a:br>
                <a:rPr lang="en-US" sz="1333">
                  <a:solidFill>
                    <a:srgbClr val="1E344D"/>
                  </a:solidFill>
                  <a:latin typeface="Alibaba PuHuiTi Medium" pitchFamily="18" charset="-122"/>
                  <a:ea typeface="Alibaba PuHuiTi Medium" pitchFamily="18" charset="-122"/>
                  <a:cs typeface="Alibaba PuHuiTi Medium" pitchFamily="18" charset="-122"/>
                </a:rPr>
              </a:br>
              <a:r>
                <a:rPr lang="en-US" sz="1333">
                  <a:solidFill>
                    <a:srgbClr val="1E344D"/>
                  </a:solidFill>
                  <a:latin typeface="Alibaba PuHuiTi Medium" pitchFamily="18" charset="-122"/>
                  <a:ea typeface="Alibaba PuHuiTi Medium" pitchFamily="18" charset="-122"/>
                  <a:cs typeface="Alibaba PuHuiTi Medium" pitchFamily="18" charset="-122"/>
                </a:rPr>
                <a:t>(market spot-checks and preliminary feasibility)</a:t>
              </a:r>
            </a:p>
          </p:txBody>
        </p:sp>
        <p:sp>
          <p:nvSpPr>
            <p:cNvPr id="48" name="Freeform 31">
              <a:extLst>
                <a:ext uri="{FF2B5EF4-FFF2-40B4-BE49-F238E27FC236}">
                  <a16:creationId xmlns:a16="http://schemas.microsoft.com/office/drawing/2014/main" id="{D192A465-14E6-77A7-FF5F-D21A2F290645}"/>
                </a:ext>
              </a:extLst>
            </p:cNvPr>
            <p:cNvSpPr>
              <a:spLocks/>
            </p:cNvSpPr>
            <p:nvPr/>
          </p:nvSpPr>
          <p:spPr bwMode="gray">
            <a:xfrm>
              <a:off x="3963994" y="5508954"/>
              <a:ext cx="607053" cy="624213"/>
            </a:xfrm>
            <a:custGeom>
              <a:avLst/>
              <a:gdLst>
                <a:gd name="T0" fmla="*/ 2147483647 w 237"/>
                <a:gd name="T1" fmla="*/ 2147483647 h 276"/>
                <a:gd name="T2" fmla="*/ 2147483647 w 237"/>
                <a:gd name="T3" fmla="*/ 2147483647 h 276"/>
                <a:gd name="T4" fmla="*/ 2147483647 w 237"/>
                <a:gd name="T5" fmla="*/ 2147483647 h 276"/>
                <a:gd name="T6" fmla="*/ 2147483647 w 237"/>
                <a:gd name="T7" fmla="*/ 2147483647 h 276"/>
                <a:gd name="T8" fmla="*/ 2147483647 w 237"/>
                <a:gd name="T9" fmla="*/ 2147483647 h 276"/>
                <a:gd name="T10" fmla="*/ 2147483647 w 237"/>
                <a:gd name="T11" fmla="*/ 2147483647 h 276"/>
                <a:gd name="T12" fmla="*/ 2147483647 w 237"/>
                <a:gd name="T13" fmla="*/ 2147483647 h 276"/>
                <a:gd name="T14" fmla="*/ 2147483647 w 237"/>
                <a:gd name="T15" fmla="*/ 2147483647 h 276"/>
                <a:gd name="T16" fmla="*/ 2147483647 w 237"/>
                <a:gd name="T17" fmla="*/ 2147483647 h 276"/>
                <a:gd name="T18" fmla="*/ 2147483647 w 237"/>
                <a:gd name="T19" fmla="*/ 2147483647 h 276"/>
                <a:gd name="T20" fmla="*/ 2147483647 w 237"/>
                <a:gd name="T21" fmla="*/ 2147483647 h 276"/>
                <a:gd name="T22" fmla="*/ 2147483647 w 237"/>
                <a:gd name="T23" fmla="*/ 2147483647 h 276"/>
                <a:gd name="T24" fmla="*/ 2147483647 w 237"/>
                <a:gd name="T25" fmla="*/ 2147483647 h 276"/>
                <a:gd name="T26" fmla="*/ 2147483647 w 237"/>
                <a:gd name="T27" fmla="*/ 2147483647 h 276"/>
                <a:gd name="T28" fmla="*/ 2147483647 w 237"/>
                <a:gd name="T29" fmla="*/ 2147483647 h 276"/>
                <a:gd name="T30" fmla="*/ 2147483647 w 237"/>
                <a:gd name="T31" fmla="*/ 2147483647 h 276"/>
                <a:gd name="T32" fmla="*/ 2147483647 w 237"/>
                <a:gd name="T33" fmla="*/ 2147483647 h 276"/>
                <a:gd name="T34" fmla="*/ 2147483647 w 237"/>
                <a:gd name="T35" fmla="*/ 2147483647 h 276"/>
                <a:gd name="T36" fmla="*/ 2147483647 w 237"/>
                <a:gd name="T37" fmla="*/ 2147483647 h 276"/>
                <a:gd name="T38" fmla="*/ 2147483647 w 237"/>
                <a:gd name="T39" fmla="*/ 2147483647 h 276"/>
                <a:gd name="T40" fmla="*/ 2147483647 w 237"/>
                <a:gd name="T41" fmla="*/ 2147483647 h 276"/>
                <a:gd name="T42" fmla="*/ 2147483647 w 237"/>
                <a:gd name="T43" fmla="*/ 2147483647 h 276"/>
                <a:gd name="T44" fmla="*/ 2147483647 w 237"/>
                <a:gd name="T45" fmla="*/ 2147483647 h 276"/>
                <a:gd name="T46" fmla="*/ 2147483647 w 237"/>
                <a:gd name="T47" fmla="*/ 2147483647 h 276"/>
                <a:gd name="T48" fmla="*/ 2147483647 w 237"/>
                <a:gd name="T49" fmla="*/ 2147483647 h 276"/>
                <a:gd name="T50" fmla="*/ 2147483647 w 237"/>
                <a:gd name="T51" fmla="*/ 2147483647 h 276"/>
                <a:gd name="T52" fmla="*/ 2147483647 w 237"/>
                <a:gd name="T53" fmla="*/ 2147483647 h 276"/>
                <a:gd name="T54" fmla="*/ 2147483647 w 237"/>
                <a:gd name="T55" fmla="*/ 2147483647 h 276"/>
                <a:gd name="T56" fmla="*/ 2147483647 w 237"/>
                <a:gd name="T57" fmla="*/ 2147483647 h 276"/>
                <a:gd name="T58" fmla="*/ 2147483647 w 237"/>
                <a:gd name="T59" fmla="*/ 2147483647 h 276"/>
                <a:gd name="T60" fmla="*/ 2147483647 w 237"/>
                <a:gd name="T61" fmla="*/ 2147483647 h 276"/>
                <a:gd name="T62" fmla="*/ 2147483647 w 237"/>
                <a:gd name="T63" fmla="*/ 2147483647 h 276"/>
                <a:gd name="T64" fmla="*/ 2147483647 w 237"/>
                <a:gd name="T65" fmla="*/ 2147483647 h 276"/>
                <a:gd name="T66" fmla="*/ 2147483647 w 237"/>
                <a:gd name="T67" fmla="*/ 2147483647 h 276"/>
                <a:gd name="T68" fmla="*/ 2147483647 w 237"/>
                <a:gd name="T69" fmla="*/ 2147483647 h 276"/>
                <a:gd name="T70" fmla="*/ 2147483647 w 237"/>
                <a:gd name="T71" fmla="*/ 2147483647 h 276"/>
                <a:gd name="T72" fmla="*/ 2147483647 w 237"/>
                <a:gd name="T73" fmla="*/ 0 h 276"/>
                <a:gd name="T74" fmla="*/ 2147483647 w 237"/>
                <a:gd name="T75" fmla="*/ 0 h 276"/>
                <a:gd name="T76" fmla="*/ 2147483647 w 237"/>
                <a:gd name="T77" fmla="*/ 0 h 276"/>
                <a:gd name="T78" fmla="*/ 2147483647 w 237"/>
                <a:gd name="T79" fmla="*/ 0 h 276"/>
                <a:gd name="T80" fmla="*/ 0 w 237"/>
                <a:gd name="T81" fmla="*/ 0 h 276"/>
                <a:gd name="T82" fmla="*/ 0 w 237"/>
                <a:gd name="T83" fmla="*/ 2147483647 h 276"/>
                <a:gd name="T84" fmla="*/ 0 w 237"/>
                <a:gd name="T85" fmla="*/ 2147483647 h 276"/>
                <a:gd name="T86" fmla="*/ 0 w 237"/>
                <a:gd name="T87" fmla="*/ 2147483647 h 276"/>
                <a:gd name="T88" fmla="*/ 2147483647 w 237"/>
                <a:gd name="T89" fmla="*/ 2147483647 h 276"/>
                <a:gd name="T90" fmla="*/ 2147483647 w 237"/>
                <a:gd name="T91" fmla="*/ 2147483647 h 276"/>
                <a:gd name="T92" fmla="*/ 2147483647 w 237"/>
                <a:gd name="T93" fmla="*/ 2147483647 h 276"/>
                <a:gd name="T94" fmla="*/ 2147483647 w 237"/>
                <a:gd name="T95" fmla="*/ 2147483647 h 276"/>
                <a:gd name="T96" fmla="*/ 2147483647 w 237"/>
                <a:gd name="T97" fmla="*/ 2147483647 h 276"/>
                <a:gd name="T98" fmla="*/ 2147483647 w 237"/>
                <a:gd name="T99" fmla="*/ 2147483647 h 276"/>
                <a:gd name="T100" fmla="*/ 2147483647 w 237"/>
                <a:gd name="T101" fmla="*/ 2147483647 h 276"/>
                <a:gd name="T102" fmla="*/ 2147483647 w 237"/>
                <a:gd name="T103" fmla="*/ 2147483647 h 276"/>
                <a:gd name="T104" fmla="*/ 2147483647 w 237"/>
                <a:gd name="T105" fmla="*/ 2147483647 h 276"/>
                <a:gd name="T106" fmla="*/ 2147483647 w 237"/>
                <a:gd name="T107" fmla="*/ 2147483647 h 276"/>
                <a:gd name="T108" fmla="*/ 2147483647 w 237"/>
                <a:gd name="T109" fmla="*/ 2147483647 h 2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7" h="276">
                  <a:moveTo>
                    <a:pt x="143" y="249"/>
                  </a:moveTo>
                  <a:lnTo>
                    <a:pt x="145" y="250"/>
                  </a:lnTo>
                  <a:lnTo>
                    <a:pt x="147" y="250"/>
                  </a:lnTo>
                  <a:lnTo>
                    <a:pt x="150" y="250"/>
                  </a:lnTo>
                  <a:lnTo>
                    <a:pt x="152" y="251"/>
                  </a:lnTo>
                  <a:lnTo>
                    <a:pt x="153" y="251"/>
                  </a:lnTo>
                  <a:lnTo>
                    <a:pt x="155" y="252"/>
                  </a:lnTo>
                  <a:lnTo>
                    <a:pt x="157" y="252"/>
                  </a:lnTo>
                  <a:lnTo>
                    <a:pt x="158" y="252"/>
                  </a:lnTo>
                  <a:lnTo>
                    <a:pt x="159" y="253"/>
                  </a:lnTo>
                  <a:lnTo>
                    <a:pt x="160" y="253"/>
                  </a:lnTo>
                  <a:lnTo>
                    <a:pt x="161" y="253"/>
                  </a:lnTo>
                  <a:lnTo>
                    <a:pt x="162" y="253"/>
                  </a:lnTo>
                  <a:lnTo>
                    <a:pt x="163" y="253"/>
                  </a:lnTo>
                  <a:lnTo>
                    <a:pt x="163" y="254"/>
                  </a:lnTo>
                  <a:lnTo>
                    <a:pt x="163" y="255"/>
                  </a:lnTo>
                  <a:lnTo>
                    <a:pt x="163" y="256"/>
                  </a:lnTo>
                  <a:lnTo>
                    <a:pt x="163" y="257"/>
                  </a:lnTo>
                  <a:lnTo>
                    <a:pt x="163" y="258"/>
                  </a:lnTo>
                  <a:lnTo>
                    <a:pt x="163" y="259"/>
                  </a:lnTo>
                  <a:lnTo>
                    <a:pt x="163" y="260"/>
                  </a:lnTo>
                  <a:lnTo>
                    <a:pt x="163" y="261"/>
                  </a:lnTo>
                  <a:lnTo>
                    <a:pt x="163" y="262"/>
                  </a:lnTo>
                  <a:lnTo>
                    <a:pt x="163" y="263"/>
                  </a:lnTo>
                  <a:lnTo>
                    <a:pt x="163" y="264"/>
                  </a:lnTo>
                  <a:lnTo>
                    <a:pt x="163" y="266"/>
                  </a:lnTo>
                  <a:lnTo>
                    <a:pt x="163" y="267"/>
                  </a:lnTo>
                  <a:lnTo>
                    <a:pt x="163" y="268"/>
                  </a:lnTo>
                  <a:lnTo>
                    <a:pt x="163" y="269"/>
                  </a:lnTo>
                  <a:lnTo>
                    <a:pt x="163" y="270"/>
                  </a:lnTo>
                  <a:lnTo>
                    <a:pt x="163" y="271"/>
                  </a:lnTo>
                  <a:lnTo>
                    <a:pt x="163" y="272"/>
                  </a:lnTo>
                  <a:lnTo>
                    <a:pt x="163" y="273"/>
                  </a:lnTo>
                  <a:lnTo>
                    <a:pt x="163" y="274"/>
                  </a:lnTo>
                  <a:lnTo>
                    <a:pt x="163" y="275"/>
                  </a:lnTo>
                  <a:lnTo>
                    <a:pt x="164" y="275"/>
                  </a:lnTo>
                  <a:lnTo>
                    <a:pt x="164" y="274"/>
                  </a:lnTo>
                  <a:lnTo>
                    <a:pt x="165" y="273"/>
                  </a:lnTo>
                  <a:lnTo>
                    <a:pt x="167" y="272"/>
                  </a:lnTo>
                  <a:lnTo>
                    <a:pt x="168" y="271"/>
                  </a:lnTo>
                  <a:lnTo>
                    <a:pt x="170" y="270"/>
                  </a:lnTo>
                  <a:lnTo>
                    <a:pt x="172" y="268"/>
                  </a:lnTo>
                  <a:lnTo>
                    <a:pt x="175" y="266"/>
                  </a:lnTo>
                  <a:lnTo>
                    <a:pt x="177" y="264"/>
                  </a:lnTo>
                  <a:lnTo>
                    <a:pt x="180" y="262"/>
                  </a:lnTo>
                  <a:lnTo>
                    <a:pt x="184" y="259"/>
                  </a:lnTo>
                  <a:lnTo>
                    <a:pt x="187" y="256"/>
                  </a:lnTo>
                  <a:lnTo>
                    <a:pt x="191" y="253"/>
                  </a:lnTo>
                  <a:lnTo>
                    <a:pt x="195" y="250"/>
                  </a:lnTo>
                  <a:lnTo>
                    <a:pt x="200" y="247"/>
                  </a:lnTo>
                  <a:lnTo>
                    <a:pt x="204" y="243"/>
                  </a:lnTo>
                  <a:lnTo>
                    <a:pt x="208" y="240"/>
                  </a:lnTo>
                  <a:lnTo>
                    <a:pt x="212" y="237"/>
                  </a:lnTo>
                  <a:lnTo>
                    <a:pt x="216" y="234"/>
                  </a:lnTo>
                  <a:lnTo>
                    <a:pt x="219" y="232"/>
                  </a:lnTo>
                  <a:lnTo>
                    <a:pt x="222" y="229"/>
                  </a:lnTo>
                  <a:lnTo>
                    <a:pt x="225" y="227"/>
                  </a:lnTo>
                  <a:lnTo>
                    <a:pt x="227" y="225"/>
                  </a:lnTo>
                  <a:lnTo>
                    <a:pt x="229" y="224"/>
                  </a:lnTo>
                  <a:lnTo>
                    <a:pt x="231" y="222"/>
                  </a:lnTo>
                  <a:lnTo>
                    <a:pt x="233" y="221"/>
                  </a:lnTo>
                  <a:lnTo>
                    <a:pt x="234" y="220"/>
                  </a:lnTo>
                  <a:lnTo>
                    <a:pt x="235" y="219"/>
                  </a:lnTo>
                  <a:lnTo>
                    <a:pt x="236" y="219"/>
                  </a:lnTo>
                  <a:lnTo>
                    <a:pt x="236" y="218"/>
                  </a:lnTo>
                  <a:lnTo>
                    <a:pt x="235" y="217"/>
                  </a:lnTo>
                  <a:lnTo>
                    <a:pt x="234" y="217"/>
                  </a:lnTo>
                  <a:lnTo>
                    <a:pt x="233" y="216"/>
                  </a:lnTo>
                  <a:lnTo>
                    <a:pt x="231" y="214"/>
                  </a:lnTo>
                  <a:lnTo>
                    <a:pt x="229" y="213"/>
                  </a:lnTo>
                  <a:lnTo>
                    <a:pt x="227" y="211"/>
                  </a:lnTo>
                  <a:lnTo>
                    <a:pt x="225" y="209"/>
                  </a:lnTo>
                  <a:lnTo>
                    <a:pt x="222" y="207"/>
                  </a:lnTo>
                  <a:lnTo>
                    <a:pt x="219" y="205"/>
                  </a:lnTo>
                  <a:lnTo>
                    <a:pt x="216" y="202"/>
                  </a:lnTo>
                  <a:lnTo>
                    <a:pt x="212" y="200"/>
                  </a:lnTo>
                  <a:lnTo>
                    <a:pt x="208" y="197"/>
                  </a:lnTo>
                  <a:lnTo>
                    <a:pt x="204" y="193"/>
                  </a:lnTo>
                  <a:lnTo>
                    <a:pt x="200" y="190"/>
                  </a:lnTo>
                  <a:lnTo>
                    <a:pt x="195" y="186"/>
                  </a:lnTo>
                  <a:lnTo>
                    <a:pt x="191" y="183"/>
                  </a:lnTo>
                  <a:lnTo>
                    <a:pt x="187" y="180"/>
                  </a:lnTo>
                  <a:lnTo>
                    <a:pt x="184" y="177"/>
                  </a:lnTo>
                  <a:lnTo>
                    <a:pt x="180" y="175"/>
                  </a:lnTo>
                  <a:lnTo>
                    <a:pt x="177" y="173"/>
                  </a:lnTo>
                  <a:lnTo>
                    <a:pt x="175" y="170"/>
                  </a:lnTo>
                  <a:lnTo>
                    <a:pt x="172" y="169"/>
                  </a:lnTo>
                  <a:lnTo>
                    <a:pt x="170" y="167"/>
                  </a:lnTo>
                  <a:lnTo>
                    <a:pt x="168" y="165"/>
                  </a:lnTo>
                  <a:lnTo>
                    <a:pt x="167" y="164"/>
                  </a:lnTo>
                  <a:lnTo>
                    <a:pt x="165" y="163"/>
                  </a:lnTo>
                  <a:lnTo>
                    <a:pt x="164" y="162"/>
                  </a:lnTo>
                  <a:lnTo>
                    <a:pt x="163" y="162"/>
                  </a:lnTo>
                  <a:lnTo>
                    <a:pt x="163" y="161"/>
                  </a:lnTo>
                  <a:lnTo>
                    <a:pt x="163" y="162"/>
                  </a:lnTo>
                  <a:lnTo>
                    <a:pt x="163" y="163"/>
                  </a:lnTo>
                  <a:lnTo>
                    <a:pt x="163" y="164"/>
                  </a:lnTo>
                  <a:lnTo>
                    <a:pt x="163" y="165"/>
                  </a:lnTo>
                  <a:lnTo>
                    <a:pt x="163" y="166"/>
                  </a:lnTo>
                  <a:lnTo>
                    <a:pt x="163" y="167"/>
                  </a:lnTo>
                  <a:lnTo>
                    <a:pt x="163" y="168"/>
                  </a:lnTo>
                  <a:lnTo>
                    <a:pt x="163" y="169"/>
                  </a:lnTo>
                  <a:lnTo>
                    <a:pt x="163" y="170"/>
                  </a:lnTo>
                  <a:lnTo>
                    <a:pt x="163" y="172"/>
                  </a:lnTo>
                  <a:lnTo>
                    <a:pt x="163" y="173"/>
                  </a:lnTo>
                  <a:lnTo>
                    <a:pt x="163" y="175"/>
                  </a:lnTo>
                  <a:lnTo>
                    <a:pt x="163" y="176"/>
                  </a:lnTo>
                  <a:lnTo>
                    <a:pt x="163" y="178"/>
                  </a:lnTo>
                  <a:lnTo>
                    <a:pt x="163" y="179"/>
                  </a:lnTo>
                  <a:lnTo>
                    <a:pt x="163" y="180"/>
                  </a:lnTo>
                  <a:lnTo>
                    <a:pt x="163" y="182"/>
                  </a:lnTo>
                  <a:lnTo>
                    <a:pt x="163" y="183"/>
                  </a:lnTo>
                  <a:lnTo>
                    <a:pt x="163" y="184"/>
                  </a:lnTo>
                  <a:lnTo>
                    <a:pt x="163" y="185"/>
                  </a:lnTo>
                  <a:lnTo>
                    <a:pt x="163" y="186"/>
                  </a:lnTo>
                  <a:lnTo>
                    <a:pt x="163" y="187"/>
                  </a:lnTo>
                  <a:lnTo>
                    <a:pt x="163" y="188"/>
                  </a:lnTo>
                  <a:lnTo>
                    <a:pt x="162" y="188"/>
                  </a:lnTo>
                  <a:lnTo>
                    <a:pt x="161" y="188"/>
                  </a:lnTo>
                  <a:lnTo>
                    <a:pt x="161" y="187"/>
                  </a:lnTo>
                  <a:lnTo>
                    <a:pt x="160" y="187"/>
                  </a:lnTo>
                  <a:lnTo>
                    <a:pt x="159" y="187"/>
                  </a:lnTo>
                  <a:lnTo>
                    <a:pt x="158" y="187"/>
                  </a:lnTo>
                  <a:lnTo>
                    <a:pt x="157" y="187"/>
                  </a:lnTo>
                  <a:lnTo>
                    <a:pt x="155" y="187"/>
                  </a:lnTo>
                  <a:lnTo>
                    <a:pt x="154" y="187"/>
                  </a:lnTo>
                  <a:lnTo>
                    <a:pt x="152" y="186"/>
                  </a:lnTo>
                  <a:lnTo>
                    <a:pt x="151" y="186"/>
                  </a:lnTo>
                  <a:lnTo>
                    <a:pt x="149" y="186"/>
                  </a:lnTo>
                  <a:lnTo>
                    <a:pt x="147" y="186"/>
                  </a:lnTo>
                  <a:lnTo>
                    <a:pt x="145" y="185"/>
                  </a:lnTo>
                  <a:lnTo>
                    <a:pt x="143" y="185"/>
                  </a:lnTo>
                  <a:lnTo>
                    <a:pt x="141" y="185"/>
                  </a:lnTo>
                  <a:lnTo>
                    <a:pt x="139" y="184"/>
                  </a:lnTo>
                  <a:lnTo>
                    <a:pt x="137" y="184"/>
                  </a:lnTo>
                  <a:lnTo>
                    <a:pt x="135" y="184"/>
                  </a:lnTo>
                  <a:lnTo>
                    <a:pt x="133" y="183"/>
                  </a:lnTo>
                  <a:lnTo>
                    <a:pt x="130" y="183"/>
                  </a:lnTo>
                  <a:lnTo>
                    <a:pt x="128" y="182"/>
                  </a:lnTo>
                  <a:lnTo>
                    <a:pt x="126" y="182"/>
                  </a:lnTo>
                  <a:lnTo>
                    <a:pt x="124" y="182"/>
                  </a:lnTo>
                  <a:lnTo>
                    <a:pt x="122" y="181"/>
                  </a:lnTo>
                  <a:lnTo>
                    <a:pt x="120" y="181"/>
                  </a:lnTo>
                  <a:lnTo>
                    <a:pt x="118" y="180"/>
                  </a:lnTo>
                  <a:lnTo>
                    <a:pt x="116" y="180"/>
                  </a:lnTo>
                  <a:lnTo>
                    <a:pt x="114" y="179"/>
                  </a:lnTo>
                  <a:lnTo>
                    <a:pt x="112" y="178"/>
                  </a:lnTo>
                  <a:lnTo>
                    <a:pt x="110" y="178"/>
                  </a:lnTo>
                  <a:lnTo>
                    <a:pt x="108" y="177"/>
                  </a:lnTo>
                  <a:lnTo>
                    <a:pt x="106" y="176"/>
                  </a:lnTo>
                  <a:lnTo>
                    <a:pt x="104" y="176"/>
                  </a:lnTo>
                  <a:lnTo>
                    <a:pt x="102" y="175"/>
                  </a:lnTo>
                  <a:lnTo>
                    <a:pt x="100" y="174"/>
                  </a:lnTo>
                  <a:lnTo>
                    <a:pt x="98" y="173"/>
                  </a:lnTo>
                  <a:lnTo>
                    <a:pt x="96" y="172"/>
                  </a:lnTo>
                  <a:lnTo>
                    <a:pt x="94" y="171"/>
                  </a:lnTo>
                  <a:lnTo>
                    <a:pt x="92" y="170"/>
                  </a:lnTo>
                  <a:lnTo>
                    <a:pt x="90" y="169"/>
                  </a:lnTo>
                  <a:lnTo>
                    <a:pt x="88" y="168"/>
                  </a:lnTo>
                  <a:lnTo>
                    <a:pt x="86" y="166"/>
                  </a:lnTo>
                  <a:lnTo>
                    <a:pt x="84" y="165"/>
                  </a:lnTo>
                  <a:lnTo>
                    <a:pt x="82" y="164"/>
                  </a:lnTo>
                  <a:lnTo>
                    <a:pt x="80" y="162"/>
                  </a:lnTo>
                  <a:lnTo>
                    <a:pt x="78" y="161"/>
                  </a:lnTo>
                  <a:lnTo>
                    <a:pt x="75" y="159"/>
                  </a:lnTo>
                  <a:lnTo>
                    <a:pt x="73" y="157"/>
                  </a:lnTo>
                  <a:lnTo>
                    <a:pt x="71" y="156"/>
                  </a:lnTo>
                  <a:lnTo>
                    <a:pt x="69" y="154"/>
                  </a:lnTo>
                  <a:lnTo>
                    <a:pt x="67" y="152"/>
                  </a:lnTo>
                  <a:lnTo>
                    <a:pt x="65" y="149"/>
                  </a:lnTo>
                  <a:lnTo>
                    <a:pt x="63" y="147"/>
                  </a:lnTo>
                  <a:lnTo>
                    <a:pt x="61" y="145"/>
                  </a:lnTo>
                  <a:lnTo>
                    <a:pt x="59" y="142"/>
                  </a:lnTo>
                  <a:lnTo>
                    <a:pt x="57" y="140"/>
                  </a:lnTo>
                  <a:lnTo>
                    <a:pt x="55" y="137"/>
                  </a:lnTo>
                  <a:lnTo>
                    <a:pt x="53" y="134"/>
                  </a:lnTo>
                  <a:lnTo>
                    <a:pt x="51" y="132"/>
                  </a:lnTo>
                  <a:lnTo>
                    <a:pt x="49" y="129"/>
                  </a:lnTo>
                  <a:lnTo>
                    <a:pt x="47" y="126"/>
                  </a:lnTo>
                  <a:lnTo>
                    <a:pt x="45" y="123"/>
                  </a:lnTo>
                  <a:lnTo>
                    <a:pt x="43" y="120"/>
                  </a:lnTo>
                  <a:lnTo>
                    <a:pt x="41" y="117"/>
                  </a:lnTo>
                  <a:lnTo>
                    <a:pt x="39" y="113"/>
                  </a:lnTo>
                  <a:lnTo>
                    <a:pt x="37" y="110"/>
                  </a:lnTo>
                  <a:lnTo>
                    <a:pt x="36" y="107"/>
                  </a:lnTo>
                  <a:lnTo>
                    <a:pt x="34" y="104"/>
                  </a:lnTo>
                  <a:lnTo>
                    <a:pt x="32" y="101"/>
                  </a:lnTo>
                  <a:lnTo>
                    <a:pt x="30" y="98"/>
                  </a:lnTo>
                  <a:lnTo>
                    <a:pt x="29" y="95"/>
                  </a:lnTo>
                  <a:lnTo>
                    <a:pt x="27" y="91"/>
                  </a:lnTo>
                  <a:lnTo>
                    <a:pt x="25" y="88"/>
                  </a:lnTo>
                  <a:lnTo>
                    <a:pt x="24" y="85"/>
                  </a:lnTo>
                  <a:lnTo>
                    <a:pt x="22" y="82"/>
                  </a:lnTo>
                  <a:lnTo>
                    <a:pt x="20" y="78"/>
                  </a:lnTo>
                  <a:lnTo>
                    <a:pt x="19" y="75"/>
                  </a:lnTo>
                  <a:lnTo>
                    <a:pt x="18" y="72"/>
                  </a:lnTo>
                  <a:lnTo>
                    <a:pt x="16" y="69"/>
                  </a:lnTo>
                  <a:lnTo>
                    <a:pt x="15" y="65"/>
                  </a:lnTo>
                  <a:lnTo>
                    <a:pt x="14" y="62"/>
                  </a:lnTo>
                  <a:lnTo>
                    <a:pt x="13" y="59"/>
                  </a:lnTo>
                  <a:lnTo>
                    <a:pt x="12" y="55"/>
                  </a:lnTo>
                  <a:lnTo>
                    <a:pt x="11" y="52"/>
                  </a:lnTo>
                  <a:lnTo>
                    <a:pt x="11" y="49"/>
                  </a:lnTo>
                  <a:lnTo>
                    <a:pt x="10" y="46"/>
                  </a:lnTo>
                  <a:lnTo>
                    <a:pt x="9" y="42"/>
                  </a:lnTo>
                  <a:lnTo>
                    <a:pt x="9" y="39"/>
                  </a:lnTo>
                  <a:lnTo>
                    <a:pt x="9" y="36"/>
                  </a:lnTo>
                  <a:lnTo>
                    <a:pt x="8" y="32"/>
                  </a:lnTo>
                  <a:lnTo>
                    <a:pt x="8" y="29"/>
                  </a:lnTo>
                  <a:lnTo>
                    <a:pt x="8" y="26"/>
                  </a:lnTo>
                  <a:lnTo>
                    <a:pt x="8" y="23"/>
                  </a:lnTo>
                  <a:lnTo>
                    <a:pt x="8" y="20"/>
                  </a:lnTo>
                  <a:lnTo>
                    <a:pt x="8" y="17"/>
                  </a:lnTo>
                  <a:lnTo>
                    <a:pt x="8" y="14"/>
                  </a:lnTo>
                  <a:lnTo>
                    <a:pt x="8" y="12"/>
                  </a:lnTo>
                  <a:lnTo>
                    <a:pt x="8" y="10"/>
                  </a:lnTo>
                  <a:lnTo>
                    <a:pt x="8" y="8"/>
                  </a:lnTo>
                  <a:lnTo>
                    <a:pt x="8" y="6"/>
                  </a:lnTo>
                  <a:lnTo>
                    <a:pt x="8" y="5"/>
                  </a:lnTo>
                  <a:lnTo>
                    <a:pt x="8" y="3"/>
                  </a:lnTo>
                  <a:lnTo>
                    <a:pt x="8" y="2"/>
                  </a:lnTo>
                  <a:lnTo>
                    <a:pt x="8" y="1"/>
                  </a:lnTo>
                  <a:lnTo>
                    <a:pt x="8" y="0"/>
                  </a:lnTo>
                  <a:lnTo>
                    <a:pt x="7" y="0"/>
                  </a:lnTo>
                  <a:lnTo>
                    <a:pt x="6" y="0"/>
                  </a:lnTo>
                  <a:lnTo>
                    <a:pt x="5" y="0"/>
                  </a:lnTo>
                  <a:lnTo>
                    <a:pt x="4" y="0"/>
                  </a:lnTo>
                  <a:lnTo>
                    <a:pt x="3" y="0"/>
                  </a:lnTo>
                  <a:lnTo>
                    <a:pt x="2" y="0"/>
                  </a:lnTo>
                  <a:lnTo>
                    <a:pt x="1" y="0"/>
                  </a:lnTo>
                  <a:lnTo>
                    <a:pt x="0" y="0"/>
                  </a:lnTo>
                  <a:lnTo>
                    <a:pt x="0" y="1"/>
                  </a:lnTo>
                  <a:lnTo>
                    <a:pt x="0" y="2"/>
                  </a:lnTo>
                  <a:lnTo>
                    <a:pt x="0" y="4"/>
                  </a:lnTo>
                  <a:lnTo>
                    <a:pt x="0" y="5"/>
                  </a:lnTo>
                  <a:lnTo>
                    <a:pt x="0" y="7"/>
                  </a:lnTo>
                  <a:lnTo>
                    <a:pt x="0" y="9"/>
                  </a:lnTo>
                  <a:lnTo>
                    <a:pt x="0" y="11"/>
                  </a:lnTo>
                  <a:lnTo>
                    <a:pt x="0" y="13"/>
                  </a:lnTo>
                  <a:lnTo>
                    <a:pt x="0" y="16"/>
                  </a:lnTo>
                  <a:lnTo>
                    <a:pt x="0" y="18"/>
                  </a:lnTo>
                  <a:lnTo>
                    <a:pt x="0" y="21"/>
                  </a:lnTo>
                  <a:lnTo>
                    <a:pt x="0" y="25"/>
                  </a:lnTo>
                  <a:lnTo>
                    <a:pt x="0" y="28"/>
                  </a:lnTo>
                  <a:lnTo>
                    <a:pt x="0" y="32"/>
                  </a:lnTo>
                  <a:lnTo>
                    <a:pt x="0" y="35"/>
                  </a:lnTo>
                  <a:lnTo>
                    <a:pt x="0" y="39"/>
                  </a:lnTo>
                  <a:lnTo>
                    <a:pt x="0" y="42"/>
                  </a:lnTo>
                  <a:lnTo>
                    <a:pt x="1" y="46"/>
                  </a:lnTo>
                  <a:lnTo>
                    <a:pt x="1" y="49"/>
                  </a:lnTo>
                  <a:lnTo>
                    <a:pt x="1" y="53"/>
                  </a:lnTo>
                  <a:lnTo>
                    <a:pt x="1" y="56"/>
                  </a:lnTo>
                  <a:lnTo>
                    <a:pt x="1" y="59"/>
                  </a:lnTo>
                  <a:lnTo>
                    <a:pt x="2" y="63"/>
                  </a:lnTo>
                  <a:lnTo>
                    <a:pt x="2" y="66"/>
                  </a:lnTo>
                  <a:lnTo>
                    <a:pt x="2" y="69"/>
                  </a:lnTo>
                  <a:lnTo>
                    <a:pt x="3" y="73"/>
                  </a:lnTo>
                  <a:lnTo>
                    <a:pt x="3" y="76"/>
                  </a:lnTo>
                  <a:lnTo>
                    <a:pt x="4" y="79"/>
                  </a:lnTo>
                  <a:lnTo>
                    <a:pt x="4" y="83"/>
                  </a:lnTo>
                  <a:lnTo>
                    <a:pt x="5" y="86"/>
                  </a:lnTo>
                  <a:lnTo>
                    <a:pt x="5" y="89"/>
                  </a:lnTo>
                  <a:lnTo>
                    <a:pt x="6" y="93"/>
                  </a:lnTo>
                  <a:lnTo>
                    <a:pt x="7" y="96"/>
                  </a:lnTo>
                  <a:lnTo>
                    <a:pt x="8" y="99"/>
                  </a:lnTo>
                  <a:lnTo>
                    <a:pt x="8" y="102"/>
                  </a:lnTo>
                  <a:lnTo>
                    <a:pt x="9" y="106"/>
                  </a:lnTo>
                  <a:lnTo>
                    <a:pt x="10" y="109"/>
                  </a:lnTo>
                  <a:lnTo>
                    <a:pt x="11" y="112"/>
                  </a:lnTo>
                  <a:lnTo>
                    <a:pt x="12" y="116"/>
                  </a:lnTo>
                  <a:lnTo>
                    <a:pt x="14" y="119"/>
                  </a:lnTo>
                  <a:lnTo>
                    <a:pt x="15" y="122"/>
                  </a:lnTo>
                  <a:lnTo>
                    <a:pt x="16" y="125"/>
                  </a:lnTo>
                  <a:lnTo>
                    <a:pt x="18" y="129"/>
                  </a:lnTo>
                  <a:lnTo>
                    <a:pt x="19" y="132"/>
                  </a:lnTo>
                  <a:lnTo>
                    <a:pt x="20" y="135"/>
                  </a:lnTo>
                  <a:lnTo>
                    <a:pt x="22" y="139"/>
                  </a:lnTo>
                  <a:lnTo>
                    <a:pt x="24" y="142"/>
                  </a:lnTo>
                  <a:lnTo>
                    <a:pt x="25" y="145"/>
                  </a:lnTo>
                  <a:lnTo>
                    <a:pt x="27" y="149"/>
                  </a:lnTo>
                  <a:lnTo>
                    <a:pt x="29" y="152"/>
                  </a:lnTo>
                  <a:lnTo>
                    <a:pt x="31" y="155"/>
                  </a:lnTo>
                  <a:lnTo>
                    <a:pt x="33" y="159"/>
                  </a:lnTo>
                  <a:lnTo>
                    <a:pt x="35" y="162"/>
                  </a:lnTo>
                  <a:lnTo>
                    <a:pt x="37" y="165"/>
                  </a:lnTo>
                  <a:lnTo>
                    <a:pt x="39" y="169"/>
                  </a:lnTo>
                  <a:lnTo>
                    <a:pt x="41" y="172"/>
                  </a:lnTo>
                  <a:lnTo>
                    <a:pt x="43" y="176"/>
                  </a:lnTo>
                  <a:lnTo>
                    <a:pt x="46" y="179"/>
                  </a:lnTo>
                  <a:lnTo>
                    <a:pt x="48" y="183"/>
                  </a:lnTo>
                  <a:lnTo>
                    <a:pt x="51" y="186"/>
                  </a:lnTo>
                  <a:lnTo>
                    <a:pt x="53" y="190"/>
                  </a:lnTo>
                  <a:lnTo>
                    <a:pt x="56" y="193"/>
                  </a:lnTo>
                  <a:lnTo>
                    <a:pt x="58" y="197"/>
                  </a:lnTo>
                  <a:lnTo>
                    <a:pt x="61" y="200"/>
                  </a:lnTo>
                  <a:lnTo>
                    <a:pt x="64" y="203"/>
                  </a:lnTo>
                  <a:lnTo>
                    <a:pt x="66" y="206"/>
                  </a:lnTo>
                  <a:lnTo>
                    <a:pt x="69" y="209"/>
                  </a:lnTo>
                  <a:lnTo>
                    <a:pt x="72" y="212"/>
                  </a:lnTo>
                  <a:lnTo>
                    <a:pt x="74" y="215"/>
                  </a:lnTo>
                  <a:lnTo>
                    <a:pt x="77" y="217"/>
                  </a:lnTo>
                  <a:lnTo>
                    <a:pt x="80" y="219"/>
                  </a:lnTo>
                  <a:lnTo>
                    <a:pt x="83" y="222"/>
                  </a:lnTo>
                  <a:lnTo>
                    <a:pt x="86" y="224"/>
                  </a:lnTo>
                  <a:lnTo>
                    <a:pt x="89" y="226"/>
                  </a:lnTo>
                  <a:lnTo>
                    <a:pt x="92" y="228"/>
                  </a:lnTo>
                  <a:lnTo>
                    <a:pt x="95" y="230"/>
                  </a:lnTo>
                  <a:lnTo>
                    <a:pt x="98" y="231"/>
                  </a:lnTo>
                  <a:lnTo>
                    <a:pt x="101" y="233"/>
                  </a:lnTo>
                  <a:lnTo>
                    <a:pt x="104" y="235"/>
                  </a:lnTo>
                  <a:lnTo>
                    <a:pt x="107" y="236"/>
                  </a:lnTo>
                  <a:lnTo>
                    <a:pt x="110" y="238"/>
                  </a:lnTo>
                  <a:lnTo>
                    <a:pt x="113" y="239"/>
                  </a:lnTo>
                  <a:lnTo>
                    <a:pt x="116" y="240"/>
                  </a:lnTo>
                  <a:lnTo>
                    <a:pt x="118" y="241"/>
                  </a:lnTo>
                  <a:lnTo>
                    <a:pt x="121" y="242"/>
                  </a:lnTo>
                  <a:lnTo>
                    <a:pt x="124" y="243"/>
                  </a:lnTo>
                  <a:lnTo>
                    <a:pt x="127" y="244"/>
                  </a:lnTo>
                  <a:lnTo>
                    <a:pt x="130" y="245"/>
                  </a:lnTo>
                  <a:lnTo>
                    <a:pt x="132" y="246"/>
                  </a:lnTo>
                  <a:lnTo>
                    <a:pt x="135" y="247"/>
                  </a:lnTo>
                  <a:lnTo>
                    <a:pt x="138" y="248"/>
                  </a:lnTo>
                  <a:lnTo>
                    <a:pt x="140" y="248"/>
                  </a:lnTo>
                  <a:lnTo>
                    <a:pt x="143" y="249"/>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Freeform 32">
              <a:extLst>
                <a:ext uri="{FF2B5EF4-FFF2-40B4-BE49-F238E27FC236}">
                  <a16:creationId xmlns:a16="http://schemas.microsoft.com/office/drawing/2014/main" id="{5658F58B-ED1F-EC24-BF44-04D5FD9C97BF}"/>
                </a:ext>
              </a:extLst>
            </p:cNvPr>
            <p:cNvSpPr>
              <a:spLocks/>
            </p:cNvSpPr>
            <p:nvPr/>
          </p:nvSpPr>
          <p:spPr bwMode="gray">
            <a:xfrm>
              <a:off x="5070846" y="4974834"/>
              <a:ext cx="1012469" cy="714305"/>
            </a:xfrm>
            <a:custGeom>
              <a:avLst/>
              <a:gdLst>
                <a:gd name="T0" fmla="*/ 2147483647 w 395"/>
                <a:gd name="T1" fmla="*/ 2147483647 h 316"/>
                <a:gd name="T2" fmla="*/ 2147483647 w 395"/>
                <a:gd name="T3" fmla="*/ 2147483647 h 316"/>
                <a:gd name="T4" fmla="*/ 2147483647 w 395"/>
                <a:gd name="T5" fmla="*/ 2147483647 h 316"/>
                <a:gd name="T6" fmla="*/ 2147483647 w 395"/>
                <a:gd name="T7" fmla="*/ 2147483647 h 316"/>
                <a:gd name="T8" fmla="*/ 2147483647 w 395"/>
                <a:gd name="T9" fmla="*/ 2147483647 h 316"/>
                <a:gd name="T10" fmla="*/ 2147483647 w 395"/>
                <a:gd name="T11" fmla="*/ 2147483647 h 316"/>
                <a:gd name="T12" fmla="*/ 2147483647 w 395"/>
                <a:gd name="T13" fmla="*/ 2147483647 h 316"/>
                <a:gd name="T14" fmla="*/ 2147483647 w 395"/>
                <a:gd name="T15" fmla="*/ 2147483647 h 316"/>
                <a:gd name="T16" fmla="*/ 2147483647 w 395"/>
                <a:gd name="T17" fmla="*/ 2147483647 h 316"/>
                <a:gd name="T18" fmla="*/ 2147483647 w 395"/>
                <a:gd name="T19" fmla="*/ 2147483647 h 316"/>
                <a:gd name="T20" fmla="*/ 2147483647 w 395"/>
                <a:gd name="T21" fmla="*/ 2147483647 h 316"/>
                <a:gd name="T22" fmla="*/ 2147483647 w 395"/>
                <a:gd name="T23" fmla="*/ 2147483647 h 316"/>
                <a:gd name="T24" fmla="*/ 2147483647 w 395"/>
                <a:gd name="T25" fmla="*/ 2147483647 h 316"/>
                <a:gd name="T26" fmla="*/ 2147483647 w 395"/>
                <a:gd name="T27" fmla="*/ 2147483647 h 316"/>
                <a:gd name="T28" fmla="*/ 2147483647 w 395"/>
                <a:gd name="T29" fmla="*/ 2147483647 h 316"/>
                <a:gd name="T30" fmla="*/ 2147483647 w 395"/>
                <a:gd name="T31" fmla="*/ 2147483647 h 316"/>
                <a:gd name="T32" fmla="*/ 2147483647 w 395"/>
                <a:gd name="T33" fmla="*/ 2147483647 h 316"/>
                <a:gd name="T34" fmla="*/ 2147483647 w 395"/>
                <a:gd name="T35" fmla="*/ 2147483647 h 316"/>
                <a:gd name="T36" fmla="*/ 2147483647 w 395"/>
                <a:gd name="T37" fmla="*/ 2147483647 h 316"/>
                <a:gd name="T38" fmla="*/ 2147483647 w 395"/>
                <a:gd name="T39" fmla="*/ 2147483647 h 316"/>
                <a:gd name="T40" fmla="*/ 2147483647 w 395"/>
                <a:gd name="T41" fmla="*/ 2147483647 h 316"/>
                <a:gd name="T42" fmla="*/ 2147483647 w 395"/>
                <a:gd name="T43" fmla="*/ 2147483647 h 316"/>
                <a:gd name="T44" fmla="*/ 2147483647 w 395"/>
                <a:gd name="T45" fmla="*/ 2147483647 h 316"/>
                <a:gd name="T46" fmla="*/ 2147483647 w 395"/>
                <a:gd name="T47" fmla="*/ 2147483647 h 316"/>
                <a:gd name="T48" fmla="*/ 2147483647 w 395"/>
                <a:gd name="T49" fmla="*/ 2147483647 h 316"/>
                <a:gd name="T50" fmla="*/ 2147483647 w 395"/>
                <a:gd name="T51" fmla="*/ 2147483647 h 316"/>
                <a:gd name="T52" fmla="*/ 2147483647 w 395"/>
                <a:gd name="T53" fmla="*/ 2147483647 h 316"/>
                <a:gd name="T54" fmla="*/ 2147483647 w 395"/>
                <a:gd name="T55" fmla="*/ 2147483647 h 316"/>
                <a:gd name="T56" fmla="*/ 2147483647 w 395"/>
                <a:gd name="T57" fmla="*/ 2147483647 h 316"/>
                <a:gd name="T58" fmla="*/ 2147483647 w 395"/>
                <a:gd name="T59" fmla="*/ 2147483647 h 316"/>
                <a:gd name="T60" fmla="*/ 2147483647 w 395"/>
                <a:gd name="T61" fmla="*/ 2147483647 h 316"/>
                <a:gd name="T62" fmla="*/ 2147483647 w 395"/>
                <a:gd name="T63" fmla="*/ 2147483647 h 316"/>
                <a:gd name="T64" fmla="*/ 2147483647 w 395"/>
                <a:gd name="T65" fmla="*/ 2147483647 h 316"/>
                <a:gd name="T66" fmla="*/ 2147483647 w 395"/>
                <a:gd name="T67" fmla="*/ 2147483647 h 316"/>
                <a:gd name="T68" fmla="*/ 2147483647 w 395"/>
                <a:gd name="T69" fmla="*/ 2147483647 h 316"/>
                <a:gd name="T70" fmla="*/ 2147483647 w 395"/>
                <a:gd name="T71" fmla="*/ 2147483647 h 316"/>
                <a:gd name="T72" fmla="*/ 0 w 395"/>
                <a:gd name="T73" fmla="*/ 2147483647 h 316"/>
                <a:gd name="T74" fmla="*/ 0 w 395"/>
                <a:gd name="T75" fmla="*/ 2147483647 h 316"/>
                <a:gd name="T76" fmla="*/ 0 w 395"/>
                <a:gd name="T77" fmla="*/ 2147483647 h 316"/>
                <a:gd name="T78" fmla="*/ 0 w 395"/>
                <a:gd name="T79" fmla="*/ 2147483647 h 316"/>
                <a:gd name="T80" fmla="*/ 0 w 395"/>
                <a:gd name="T81" fmla="*/ 0 h 316"/>
                <a:gd name="T82" fmla="*/ 2147483647 w 395"/>
                <a:gd name="T83" fmla="*/ 0 h 316"/>
                <a:gd name="T84" fmla="*/ 2147483647 w 395"/>
                <a:gd name="T85" fmla="*/ 0 h 316"/>
                <a:gd name="T86" fmla="*/ 2147483647 w 395"/>
                <a:gd name="T87" fmla="*/ 2147483647 h 316"/>
                <a:gd name="T88" fmla="*/ 2147483647 w 395"/>
                <a:gd name="T89" fmla="*/ 2147483647 h 316"/>
                <a:gd name="T90" fmla="*/ 2147483647 w 395"/>
                <a:gd name="T91" fmla="*/ 2147483647 h 316"/>
                <a:gd name="T92" fmla="*/ 2147483647 w 395"/>
                <a:gd name="T93" fmla="*/ 2147483647 h 316"/>
                <a:gd name="T94" fmla="*/ 2147483647 w 395"/>
                <a:gd name="T95" fmla="*/ 2147483647 h 316"/>
                <a:gd name="T96" fmla="*/ 2147483647 w 395"/>
                <a:gd name="T97" fmla="*/ 2147483647 h 316"/>
                <a:gd name="T98" fmla="*/ 2147483647 w 395"/>
                <a:gd name="T99" fmla="*/ 2147483647 h 316"/>
                <a:gd name="T100" fmla="*/ 2147483647 w 395"/>
                <a:gd name="T101" fmla="*/ 2147483647 h 316"/>
                <a:gd name="T102" fmla="*/ 2147483647 w 395"/>
                <a:gd name="T103" fmla="*/ 2147483647 h 316"/>
                <a:gd name="T104" fmla="*/ 2147483647 w 395"/>
                <a:gd name="T105" fmla="*/ 2147483647 h 316"/>
                <a:gd name="T106" fmla="*/ 2147483647 w 395"/>
                <a:gd name="T107" fmla="*/ 2147483647 h 316"/>
                <a:gd name="T108" fmla="*/ 2147483647 w 395"/>
                <a:gd name="T109" fmla="*/ 2147483647 h 3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95" h="316">
                  <a:moveTo>
                    <a:pt x="357" y="190"/>
                  </a:moveTo>
                  <a:lnTo>
                    <a:pt x="357" y="194"/>
                  </a:lnTo>
                  <a:lnTo>
                    <a:pt x="358" y="197"/>
                  </a:lnTo>
                  <a:lnTo>
                    <a:pt x="359" y="200"/>
                  </a:lnTo>
                  <a:lnTo>
                    <a:pt x="359" y="202"/>
                  </a:lnTo>
                  <a:lnTo>
                    <a:pt x="360" y="205"/>
                  </a:lnTo>
                  <a:lnTo>
                    <a:pt x="360" y="207"/>
                  </a:lnTo>
                  <a:lnTo>
                    <a:pt x="361" y="209"/>
                  </a:lnTo>
                  <a:lnTo>
                    <a:pt x="361" y="211"/>
                  </a:lnTo>
                  <a:lnTo>
                    <a:pt x="362" y="212"/>
                  </a:lnTo>
                  <a:lnTo>
                    <a:pt x="362" y="214"/>
                  </a:lnTo>
                  <a:lnTo>
                    <a:pt x="362" y="215"/>
                  </a:lnTo>
                  <a:lnTo>
                    <a:pt x="362" y="216"/>
                  </a:lnTo>
                  <a:lnTo>
                    <a:pt x="363" y="217"/>
                  </a:lnTo>
                  <a:lnTo>
                    <a:pt x="363" y="218"/>
                  </a:lnTo>
                  <a:lnTo>
                    <a:pt x="364" y="218"/>
                  </a:lnTo>
                  <a:lnTo>
                    <a:pt x="365" y="218"/>
                  </a:lnTo>
                  <a:lnTo>
                    <a:pt x="366" y="218"/>
                  </a:lnTo>
                  <a:lnTo>
                    <a:pt x="367" y="218"/>
                  </a:lnTo>
                  <a:lnTo>
                    <a:pt x="368" y="218"/>
                  </a:lnTo>
                  <a:lnTo>
                    <a:pt x="369" y="218"/>
                  </a:lnTo>
                  <a:lnTo>
                    <a:pt x="370" y="218"/>
                  </a:lnTo>
                  <a:lnTo>
                    <a:pt x="372" y="218"/>
                  </a:lnTo>
                  <a:lnTo>
                    <a:pt x="373" y="218"/>
                  </a:lnTo>
                  <a:lnTo>
                    <a:pt x="375" y="218"/>
                  </a:lnTo>
                  <a:lnTo>
                    <a:pt x="376" y="218"/>
                  </a:lnTo>
                  <a:lnTo>
                    <a:pt x="378" y="218"/>
                  </a:lnTo>
                  <a:lnTo>
                    <a:pt x="380" y="218"/>
                  </a:lnTo>
                  <a:lnTo>
                    <a:pt x="382" y="218"/>
                  </a:lnTo>
                  <a:lnTo>
                    <a:pt x="384" y="218"/>
                  </a:lnTo>
                  <a:lnTo>
                    <a:pt x="385" y="218"/>
                  </a:lnTo>
                  <a:lnTo>
                    <a:pt x="387" y="218"/>
                  </a:lnTo>
                  <a:lnTo>
                    <a:pt x="388" y="218"/>
                  </a:lnTo>
                  <a:lnTo>
                    <a:pt x="389" y="218"/>
                  </a:lnTo>
                  <a:lnTo>
                    <a:pt x="390" y="218"/>
                  </a:lnTo>
                  <a:lnTo>
                    <a:pt x="391" y="218"/>
                  </a:lnTo>
                  <a:lnTo>
                    <a:pt x="392" y="218"/>
                  </a:lnTo>
                  <a:lnTo>
                    <a:pt x="393" y="218"/>
                  </a:lnTo>
                  <a:lnTo>
                    <a:pt x="394" y="218"/>
                  </a:lnTo>
                  <a:lnTo>
                    <a:pt x="393" y="218"/>
                  </a:lnTo>
                  <a:lnTo>
                    <a:pt x="393" y="219"/>
                  </a:lnTo>
                  <a:lnTo>
                    <a:pt x="391" y="221"/>
                  </a:lnTo>
                  <a:lnTo>
                    <a:pt x="390" y="222"/>
                  </a:lnTo>
                  <a:lnTo>
                    <a:pt x="388" y="224"/>
                  </a:lnTo>
                  <a:lnTo>
                    <a:pt x="386" y="227"/>
                  </a:lnTo>
                  <a:lnTo>
                    <a:pt x="384" y="230"/>
                  </a:lnTo>
                  <a:lnTo>
                    <a:pt x="381" y="233"/>
                  </a:lnTo>
                  <a:lnTo>
                    <a:pt x="378" y="237"/>
                  </a:lnTo>
                  <a:lnTo>
                    <a:pt x="375" y="241"/>
                  </a:lnTo>
                  <a:lnTo>
                    <a:pt x="371" y="245"/>
                  </a:lnTo>
                  <a:lnTo>
                    <a:pt x="367" y="250"/>
                  </a:lnTo>
                  <a:lnTo>
                    <a:pt x="363" y="255"/>
                  </a:lnTo>
                  <a:lnTo>
                    <a:pt x="358" y="261"/>
                  </a:lnTo>
                  <a:lnTo>
                    <a:pt x="353" y="266"/>
                  </a:lnTo>
                  <a:lnTo>
                    <a:pt x="348" y="272"/>
                  </a:lnTo>
                  <a:lnTo>
                    <a:pt x="344" y="278"/>
                  </a:lnTo>
                  <a:lnTo>
                    <a:pt x="340" y="283"/>
                  </a:lnTo>
                  <a:lnTo>
                    <a:pt x="336" y="288"/>
                  </a:lnTo>
                  <a:lnTo>
                    <a:pt x="332" y="292"/>
                  </a:lnTo>
                  <a:lnTo>
                    <a:pt x="329" y="296"/>
                  </a:lnTo>
                  <a:lnTo>
                    <a:pt x="326" y="300"/>
                  </a:lnTo>
                  <a:lnTo>
                    <a:pt x="323" y="303"/>
                  </a:lnTo>
                  <a:lnTo>
                    <a:pt x="321" y="306"/>
                  </a:lnTo>
                  <a:lnTo>
                    <a:pt x="318" y="309"/>
                  </a:lnTo>
                  <a:lnTo>
                    <a:pt x="317" y="311"/>
                  </a:lnTo>
                  <a:lnTo>
                    <a:pt x="315" y="312"/>
                  </a:lnTo>
                  <a:lnTo>
                    <a:pt x="314" y="314"/>
                  </a:lnTo>
                  <a:lnTo>
                    <a:pt x="313" y="315"/>
                  </a:lnTo>
                  <a:lnTo>
                    <a:pt x="312" y="315"/>
                  </a:lnTo>
                  <a:lnTo>
                    <a:pt x="311" y="314"/>
                  </a:lnTo>
                  <a:lnTo>
                    <a:pt x="310" y="312"/>
                  </a:lnTo>
                  <a:lnTo>
                    <a:pt x="309" y="311"/>
                  </a:lnTo>
                  <a:lnTo>
                    <a:pt x="307" y="309"/>
                  </a:lnTo>
                  <a:lnTo>
                    <a:pt x="305" y="306"/>
                  </a:lnTo>
                  <a:lnTo>
                    <a:pt x="303" y="303"/>
                  </a:lnTo>
                  <a:lnTo>
                    <a:pt x="300" y="300"/>
                  </a:lnTo>
                  <a:lnTo>
                    <a:pt x="297" y="296"/>
                  </a:lnTo>
                  <a:lnTo>
                    <a:pt x="294" y="292"/>
                  </a:lnTo>
                  <a:lnTo>
                    <a:pt x="290" y="288"/>
                  </a:lnTo>
                  <a:lnTo>
                    <a:pt x="286" y="283"/>
                  </a:lnTo>
                  <a:lnTo>
                    <a:pt x="282" y="278"/>
                  </a:lnTo>
                  <a:lnTo>
                    <a:pt x="277" y="272"/>
                  </a:lnTo>
                  <a:lnTo>
                    <a:pt x="272" y="266"/>
                  </a:lnTo>
                  <a:lnTo>
                    <a:pt x="267" y="261"/>
                  </a:lnTo>
                  <a:lnTo>
                    <a:pt x="263" y="255"/>
                  </a:lnTo>
                  <a:lnTo>
                    <a:pt x="258" y="250"/>
                  </a:lnTo>
                  <a:lnTo>
                    <a:pt x="254" y="245"/>
                  </a:lnTo>
                  <a:lnTo>
                    <a:pt x="251" y="241"/>
                  </a:lnTo>
                  <a:lnTo>
                    <a:pt x="247" y="237"/>
                  </a:lnTo>
                  <a:lnTo>
                    <a:pt x="244" y="233"/>
                  </a:lnTo>
                  <a:lnTo>
                    <a:pt x="242" y="230"/>
                  </a:lnTo>
                  <a:lnTo>
                    <a:pt x="239" y="227"/>
                  </a:lnTo>
                  <a:lnTo>
                    <a:pt x="237" y="224"/>
                  </a:lnTo>
                  <a:lnTo>
                    <a:pt x="235" y="222"/>
                  </a:lnTo>
                  <a:lnTo>
                    <a:pt x="234" y="221"/>
                  </a:lnTo>
                  <a:lnTo>
                    <a:pt x="233" y="219"/>
                  </a:lnTo>
                  <a:lnTo>
                    <a:pt x="232" y="218"/>
                  </a:lnTo>
                  <a:lnTo>
                    <a:pt x="233" y="218"/>
                  </a:lnTo>
                  <a:lnTo>
                    <a:pt x="234" y="218"/>
                  </a:lnTo>
                  <a:lnTo>
                    <a:pt x="235" y="218"/>
                  </a:lnTo>
                  <a:lnTo>
                    <a:pt x="236" y="218"/>
                  </a:lnTo>
                  <a:lnTo>
                    <a:pt x="237" y="218"/>
                  </a:lnTo>
                  <a:lnTo>
                    <a:pt x="239" y="218"/>
                  </a:lnTo>
                  <a:lnTo>
                    <a:pt x="240" y="218"/>
                  </a:lnTo>
                  <a:lnTo>
                    <a:pt x="242" y="218"/>
                  </a:lnTo>
                  <a:lnTo>
                    <a:pt x="244" y="218"/>
                  </a:lnTo>
                  <a:lnTo>
                    <a:pt x="246" y="218"/>
                  </a:lnTo>
                  <a:lnTo>
                    <a:pt x="248" y="218"/>
                  </a:lnTo>
                  <a:lnTo>
                    <a:pt x="250" y="218"/>
                  </a:lnTo>
                  <a:lnTo>
                    <a:pt x="253" y="218"/>
                  </a:lnTo>
                  <a:lnTo>
                    <a:pt x="255" y="218"/>
                  </a:lnTo>
                  <a:lnTo>
                    <a:pt x="257" y="218"/>
                  </a:lnTo>
                  <a:lnTo>
                    <a:pt x="258" y="218"/>
                  </a:lnTo>
                  <a:lnTo>
                    <a:pt x="260" y="218"/>
                  </a:lnTo>
                  <a:lnTo>
                    <a:pt x="262" y="218"/>
                  </a:lnTo>
                  <a:lnTo>
                    <a:pt x="263" y="218"/>
                  </a:lnTo>
                  <a:lnTo>
                    <a:pt x="264" y="218"/>
                  </a:lnTo>
                  <a:lnTo>
                    <a:pt x="265" y="218"/>
                  </a:lnTo>
                  <a:lnTo>
                    <a:pt x="266" y="218"/>
                  </a:lnTo>
                  <a:lnTo>
                    <a:pt x="267" y="218"/>
                  </a:lnTo>
                  <a:lnTo>
                    <a:pt x="268" y="218"/>
                  </a:lnTo>
                  <a:lnTo>
                    <a:pt x="269" y="218"/>
                  </a:lnTo>
                  <a:lnTo>
                    <a:pt x="269" y="217"/>
                  </a:lnTo>
                  <a:lnTo>
                    <a:pt x="269" y="216"/>
                  </a:lnTo>
                  <a:lnTo>
                    <a:pt x="269" y="215"/>
                  </a:lnTo>
                  <a:lnTo>
                    <a:pt x="268" y="213"/>
                  </a:lnTo>
                  <a:lnTo>
                    <a:pt x="268" y="212"/>
                  </a:lnTo>
                  <a:lnTo>
                    <a:pt x="268" y="211"/>
                  </a:lnTo>
                  <a:lnTo>
                    <a:pt x="268" y="209"/>
                  </a:lnTo>
                  <a:lnTo>
                    <a:pt x="268" y="207"/>
                  </a:lnTo>
                  <a:lnTo>
                    <a:pt x="267" y="205"/>
                  </a:lnTo>
                  <a:lnTo>
                    <a:pt x="267" y="203"/>
                  </a:lnTo>
                  <a:lnTo>
                    <a:pt x="267" y="201"/>
                  </a:lnTo>
                  <a:lnTo>
                    <a:pt x="266" y="199"/>
                  </a:lnTo>
                  <a:lnTo>
                    <a:pt x="266" y="196"/>
                  </a:lnTo>
                  <a:lnTo>
                    <a:pt x="265" y="193"/>
                  </a:lnTo>
                  <a:lnTo>
                    <a:pt x="265" y="190"/>
                  </a:lnTo>
                  <a:lnTo>
                    <a:pt x="265" y="188"/>
                  </a:lnTo>
                  <a:lnTo>
                    <a:pt x="264" y="185"/>
                  </a:lnTo>
                  <a:lnTo>
                    <a:pt x="264" y="182"/>
                  </a:lnTo>
                  <a:lnTo>
                    <a:pt x="263" y="180"/>
                  </a:lnTo>
                  <a:lnTo>
                    <a:pt x="263" y="177"/>
                  </a:lnTo>
                  <a:lnTo>
                    <a:pt x="262" y="174"/>
                  </a:lnTo>
                  <a:lnTo>
                    <a:pt x="261" y="171"/>
                  </a:lnTo>
                  <a:lnTo>
                    <a:pt x="261" y="169"/>
                  </a:lnTo>
                  <a:lnTo>
                    <a:pt x="260" y="166"/>
                  </a:lnTo>
                  <a:lnTo>
                    <a:pt x="259" y="163"/>
                  </a:lnTo>
                  <a:lnTo>
                    <a:pt x="259" y="161"/>
                  </a:lnTo>
                  <a:lnTo>
                    <a:pt x="258" y="158"/>
                  </a:lnTo>
                  <a:lnTo>
                    <a:pt x="257" y="155"/>
                  </a:lnTo>
                  <a:lnTo>
                    <a:pt x="257" y="152"/>
                  </a:lnTo>
                  <a:lnTo>
                    <a:pt x="256" y="150"/>
                  </a:lnTo>
                  <a:lnTo>
                    <a:pt x="255" y="147"/>
                  </a:lnTo>
                  <a:lnTo>
                    <a:pt x="254" y="144"/>
                  </a:lnTo>
                  <a:lnTo>
                    <a:pt x="253" y="142"/>
                  </a:lnTo>
                  <a:lnTo>
                    <a:pt x="252" y="139"/>
                  </a:lnTo>
                  <a:lnTo>
                    <a:pt x="250" y="136"/>
                  </a:lnTo>
                  <a:lnTo>
                    <a:pt x="249" y="133"/>
                  </a:lnTo>
                  <a:lnTo>
                    <a:pt x="248" y="131"/>
                  </a:lnTo>
                  <a:lnTo>
                    <a:pt x="247" y="128"/>
                  </a:lnTo>
                  <a:lnTo>
                    <a:pt x="245" y="125"/>
                  </a:lnTo>
                  <a:lnTo>
                    <a:pt x="243" y="123"/>
                  </a:lnTo>
                  <a:lnTo>
                    <a:pt x="242" y="120"/>
                  </a:lnTo>
                  <a:lnTo>
                    <a:pt x="240" y="117"/>
                  </a:lnTo>
                  <a:lnTo>
                    <a:pt x="238" y="114"/>
                  </a:lnTo>
                  <a:lnTo>
                    <a:pt x="237" y="112"/>
                  </a:lnTo>
                  <a:lnTo>
                    <a:pt x="235" y="109"/>
                  </a:lnTo>
                  <a:lnTo>
                    <a:pt x="233" y="106"/>
                  </a:lnTo>
                  <a:lnTo>
                    <a:pt x="230" y="104"/>
                  </a:lnTo>
                  <a:lnTo>
                    <a:pt x="228" y="101"/>
                  </a:lnTo>
                  <a:lnTo>
                    <a:pt x="226" y="98"/>
                  </a:lnTo>
                  <a:lnTo>
                    <a:pt x="223" y="95"/>
                  </a:lnTo>
                  <a:lnTo>
                    <a:pt x="220" y="93"/>
                  </a:lnTo>
                  <a:lnTo>
                    <a:pt x="217" y="90"/>
                  </a:lnTo>
                  <a:lnTo>
                    <a:pt x="214" y="87"/>
                  </a:lnTo>
                  <a:lnTo>
                    <a:pt x="211" y="85"/>
                  </a:lnTo>
                  <a:lnTo>
                    <a:pt x="208" y="82"/>
                  </a:lnTo>
                  <a:lnTo>
                    <a:pt x="204" y="79"/>
                  </a:lnTo>
                  <a:lnTo>
                    <a:pt x="201" y="76"/>
                  </a:lnTo>
                  <a:lnTo>
                    <a:pt x="197" y="74"/>
                  </a:lnTo>
                  <a:lnTo>
                    <a:pt x="193" y="71"/>
                  </a:lnTo>
                  <a:lnTo>
                    <a:pt x="189" y="68"/>
                  </a:lnTo>
                  <a:lnTo>
                    <a:pt x="185" y="66"/>
                  </a:lnTo>
                  <a:lnTo>
                    <a:pt x="180" y="63"/>
                  </a:lnTo>
                  <a:lnTo>
                    <a:pt x="176" y="60"/>
                  </a:lnTo>
                  <a:lnTo>
                    <a:pt x="172" y="58"/>
                  </a:lnTo>
                  <a:lnTo>
                    <a:pt x="167" y="55"/>
                  </a:lnTo>
                  <a:lnTo>
                    <a:pt x="163" y="53"/>
                  </a:lnTo>
                  <a:lnTo>
                    <a:pt x="158" y="50"/>
                  </a:lnTo>
                  <a:lnTo>
                    <a:pt x="154" y="48"/>
                  </a:lnTo>
                  <a:lnTo>
                    <a:pt x="149" y="45"/>
                  </a:lnTo>
                  <a:lnTo>
                    <a:pt x="145" y="43"/>
                  </a:lnTo>
                  <a:lnTo>
                    <a:pt x="140" y="41"/>
                  </a:lnTo>
                  <a:lnTo>
                    <a:pt x="136" y="38"/>
                  </a:lnTo>
                  <a:lnTo>
                    <a:pt x="131" y="36"/>
                  </a:lnTo>
                  <a:lnTo>
                    <a:pt x="127" y="34"/>
                  </a:lnTo>
                  <a:lnTo>
                    <a:pt x="122" y="32"/>
                  </a:lnTo>
                  <a:lnTo>
                    <a:pt x="117" y="30"/>
                  </a:lnTo>
                  <a:lnTo>
                    <a:pt x="113" y="28"/>
                  </a:lnTo>
                  <a:lnTo>
                    <a:pt x="108" y="26"/>
                  </a:lnTo>
                  <a:lnTo>
                    <a:pt x="103" y="24"/>
                  </a:lnTo>
                  <a:lnTo>
                    <a:pt x="99" y="22"/>
                  </a:lnTo>
                  <a:lnTo>
                    <a:pt x="94" y="20"/>
                  </a:lnTo>
                  <a:lnTo>
                    <a:pt x="89" y="19"/>
                  </a:lnTo>
                  <a:lnTo>
                    <a:pt x="85" y="18"/>
                  </a:lnTo>
                  <a:lnTo>
                    <a:pt x="80" y="16"/>
                  </a:lnTo>
                  <a:lnTo>
                    <a:pt x="75" y="15"/>
                  </a:lnTo>
                  <a:lnTo>
                    <a:pt x="71" y="14"/>
                  </a:lnTo>
                  <a:lnTo>
                    <a:pt x="66" y="14"/>
                  </a:lnTo>
                  <a:lnTo>
                    <a:pt x="61" y="13"/>
                  </a:lnTo>
                  <a:lnTo>
                    <a:pt x="57" y="12"/>
                  </a:lnTo>
                  <a:lnTo>
                    <a:pt x="52" y="12"/>
                  </a:lnTo>
                  <a:lnTo>
                    <a:pt x="47" y="11"/>
                  </a:lnTo>
                  <a:lnTo>
                    <a:pt x="42" y="11"/>
                  </a:lnTo>
                  <a:lnTo>
                    <a:pt x="38" y="11"/>
                  </a:lnTo>
                  <a:lnTo>
                    <a:pt x="33" y="11"/>
                  </a:lnTo>
                  <a:lnTo>
                    <a:pt x="29" y="11"/>
                  </a:lnTo>
                  <a:lnTo>
                    <a:pt x="25" y="11"/>
                  </a:lnTo>
                  <a:lnTo>
                    <a:pt x="21" y="11"/>
                  </a:lnTo>
                  <a:lnTo>
                    <a:pt x="18" y="11"/>
                  </a:lnTo>
                  <a:lnTo>
                    <a:pt x="15" y="11"/>
                  </a:lnTo>
                  <a:lnTo>
                    <a:pt x="12" y="11"/>
                  </a:lnTo>
                  <a:lnTo>
                    <a:pt x="10" y="11"/>
                  </a:lnTo>
                  <a:lnTo>
                    <a:pt x="7" y="11"/>
                  </a:lnTo>
                  <a:lnTo>
                    <a:pt x="6" y="11"/>
                  </a:lnTo>
                  <a:lnTo>
                    <a:pt x="4" y="11"/>
                  </a:lnTo>
                  <a:lnTo>
                    <a:pt x="3" y="11"/>
                  </a:lnTo>
                  <a:lnTo>
                    <a:pt x="2" y="11"/>
                  </a:lnTo>
                  <a:lnTo>
                    <a:pt x="1" y="11"/>
                  </a:lnTo>
                  <a:lnTo>
                    <a:pt x="0" y="11"/>
                  </a:lnTo>
                  <a:lnTo>
                    <a:pt x="0" y="10"/>
                  </a:lnTo>
                  <a:lnTo>
                    <a:pt x="0" y="9"/>
                  </a:lnTo>
                  <a:lnTo>
                    <a:pt x="0" y="8"/>
                  </a:lnTo>
                  <a:lnTo>
                    <a:pt x="0" y="7"/>
                  </a:lnTo>
                  <a:lnTo>
                    <a:pt x="0" y="6"/>
                  </a:lnTo>
                  <a:lnTo>
                    <a:pt x="0" y="5"/>
                  </a:lnTo>
                  <a:lnTo>
                    <a:pt x="0" y="4"/>
                  </a:lnTo>
                  <a:lnTo>
                    <a:pt x="0" y="3"/>
                  </a:lnTo>
                  <a:lnTo>
                    <a:pt x="0" y="2"/>
                  </a:lnTo>
                  <a:lnTo>
                    <a:pt x="0" y="1"/>
                  </a:lnTo>
                  <a:lnTo>
                    <a:pt x="0" y="0"/>
                  </a:lnTo>
                  <a:lnTo>
                    <a:pt x="1" y="0"/>
                  </a:lnTo>
                  <a:lnTo>
                    <a:pt x="2" y="0"/>
                  </a:lnTo>
                  <a:lnTo>
                    <a:pt x="3" y="0"/>
                  </a:lnTo>
                  <a:lnTo>
                    <a:pt x="4" y="0"/>
                  </a:lnTo>
                  <a:lnTo>
                    <a:pt x="6" y="0"/>
                  </a:lnTo>
                  <a:lnTo>
                    <a:pt x="8" y="0"/>
                  </a:lnTo>
                  <a:lnTo>
                    <a:pt x="10" y="0"/>
                  </a:lnTo>
                  <a:lnTo>
                    <a:pt x="13" y="0"/>
                  </a:lnTo>
                  <a:lnTo>
                    <a:pt x="16" y="0"/>
                  </a:lnTo>
                  <a:lnTo>
                    <a:pt x="19" y="0"/>
                  </a:lnTo>
                  <a:lnTo>
                    <a:pt x="23" y="0"/>
                  </a:lnTo>
                  <a:lnTo>
                    <a:pt x="27" y="0"/>
                  </a:lnTo>
                  <a:lnTo>
                    <a:pt x="31" y="0"/>
                  </a:lnTo>
                  <a:lnTo>
                    <a:pt x="36" y="0"/>
                  </a:lnTo>
                  <a:lnTo>
                    <a:pt x="41" y="0"/>
                  </a:lnTo>
                  <a:lnTo>
                    <a:pt x="46" y="0"/>
                  </a:lnTo>
                  <a:lnTo>
                    <a:pt x="51" y="0"/>
                  </a:lnTo>
                  <a:lnTo>
                    <a:pt x="56" y="1"/>
                  </a:lnTo>
                  <a:lnTo>
                    <a:pt x="61" y="1"/>
                  </a:lnTo>
                  <a:lnTo>
                    <a:pt x="66" y="1"/>
                  </a:lnTo>
                  <a:lnTo>
                    <a:pt x="71" y="1"/>
                  </a:lnTo>
                  <a:lnTo>
                    <a:pt x="76" y="1"/>
                  </a:lnTo>
                  <a:lnTo>
                    <a:pt x="81" y="2"/>
                  </a:lnTo>
                  <a:lnTo>
                    <a:pt x="86" y="2"/>
                  </a:lnTo>
                  <a:lnTo>
                    <a:pt x="90" y="2"/>
                  </a:lnTo>
                  <a:lnTo>
                    <a:pt x="95" y="3"/>
                  </a:lnTo>
                  <a:lnTo>
                    <a:pt x="100" y="3"/>
                  </a:lnTo>
                  <a:lnTo>
                    <a:pt x="105" y="4"/>
                  </a:lnTo>
                  <a:lnTo>
                    <a:pt x="110" y="5"/>
                  </a:lnTo>
                  <a:lnTo>
                    <a:pt x="114" y="5"/>
                  </a:lnTo>
                  <a:lnTo>
                    <a:pt x="119" y="6"/>
                  </a:lnTo>
                  <a:lnTo>
                    <a:pt x="124" y="7"/>
                  </a:lnTo>
                  <a:lnTo>
                    <a:pt x="128" y="7"/>
                  </a:lnTo>
                  <a:lnTo>
                    <a:pt x="133" y="8"/>
                  </a:lnTo>
                  <a:lnTo>
                    <a:pt x="138" y="9"/>
                  </a:lnTo>
                  <a:lnTo>
                    <a:pt x="142" y="10"/>
                  </a:lnTo>
                  <a:lnTo>
                    <a:pt x="147" y="11"/>
                  </a:lnTo>
                  <a:lnTo>
                    <a:pt x="152" y="13"/>
                  </a:lnTo>
                  <a:lnTo>
                    <a:pt x="157" y="14"/>
                  </a:lnTo>
                  <a:lnTo>
                    <a:pt x="161" y="15"/>
                  </a:lnTo>
                  <a:lnTo>
                    <a:pt x="166" y="17"/>
                  </a:lnTo>
                  <a:lnTo>
                    <a:pt x="171" y="18"/>
                  </a:lnTo>
                  <a:lnTo>
                    <a:pt x="175" y="20"/>
                  </a:lnTo>
                  <a:lnTo>
                    <a:pt x="180" y="22"/>
                  </a:lnTo>
                  <a:lnTo>
                    <a:pt x="185" y="24"/>
                  </a:lnTo>
                  <a:lnTo>
                    <a:pt x="189" y="26"/>
                  </a:lnTo>
                  <a:lnTo>
                    <a:pt x="194" y="28"/>
                  </a:lnTo>
                  <a:lnTo>
                    <a:pt x="199" y="30"/>
                  </a:lnTo>
                  <a:lnTo>
                    <a:pt x="203" y="32"/>
                  </a:lnTo>
                  <a:lnTo>
                    <a:pt x="208" y="34"/>
                  </a:lnTo>
                  <a:lnTo>
                    <a:pt x="213" y="36"/>
                  </a:lnTo>
                  <a:lnTo>
                    <a:pt x="218" y="39"/>
                  </a:lnTo>
                  <a:lnTo>
                    <a:pt x="223" y="41"/>
                  </a:lnTo>
                  <a:lnTo>
                    <a:pt x="227" y="44"/>
                  </a:lnTo>
                  <a:lnTo>
                    <a:pt x="232" y="47"/>
                  </a:lnTo>
                  <a:lnTo>
                    <a:pt x="237" y="49"/>
                  </a:lnTo>
                  <a:lnTo>
                    <a:pt x="242" y="52"/>
                  </a:lnTo>
                  <a:lnTo>
                    <a:pt x="247" y="55"/>
                  </a:lnTo>
                  <a:lnTo>
                    <a:pt x="252" y="58"/>
                  </a:lnTo>
                  <a:lnTo>
                    <a:pt x="257" y="61"/>
                  </a:lnTo>
                  <a:lnTo>
                    <a:pt x="262" y="64"/>
                  </a:lnTo>
                  <a:lnTo>
                    <a:pt x="267" y="68"/>
                  </a:lnTo>
                  <a:lnTo>
                    <a:pt x="272" y="71"/>
                  </a:lnTo>
                  <a:lnTo>
                    <a:pt x="277" y="74"/>
                  </a:lnTo>
                  <a:lnTo>
                    <a:pt x="282" y="78"/>
                  </a:lnTo>
                  <a:lnTo>
                    <a:pt x="287" y="81"/>
                  </a:lnTo>
                  <a:lnTo>
                    <a:pt x="291" y="85"/>
                  </a:lnTo>
                  <a:lnTo>
                    <a:pt x="295" y="88"/>
                  </a:lnTo>
                  <a:lnTo>
                    <a:pt x="300" y="92"/>
                  </a:lnTo>
                  <a:lnTo>
                    <a:pt x="303" y="96"/>
                  </a:lnTo>
                  <a:lnTo>
                    <a:pt x="307" y="99"/>
                  </a:lnTo>
                  <a:lnTo>
                    <a:pt x="311" y="103"/>
                  </a:lnTo>
                  <a:lnTo>
                    <a:pt x="314" y="107"/>
                  </a:lnTo>
                  <a:lnTo>
                    <a:pt x="318" y="111"/>
                  </a:lnTo>
                  <a:lnTo>
                    <a:pt x="321" y="115"/>
                  </a:lnTo>
                  <a:lnTo>
                    <a:pt x="324" y="119"/>
                  </a:lnTo>
                  <a:lnTo>
                    <a:pt x="326" y="123"/>
                  </a:lnTo>
                  <a:lnTo>
                    <a:pt x="329" y="127"/>
                  </a:lnTo>
                  <a:lnTo>
                    <a:pt x="332" y="131"/>
                  </a:lnTo>
                  <a:lnTo>
                    <a:pt x="334" y="135"/>
                  </a:lnTo>
                  <a:lnTo>
                    <a:pt x="336" y="139"/>
                  </a:lnTo>
                  <a:lnTo>
                    <a:pt x="338" y="143"/>
                  </a:lnTo>
                  <a:lnTo>
                    <a:pt x="340" y="147"/>
                  </a:lnTo>
                  <a:lnTo>
                    <a:pt x="342" y="151"/>
                  </a:lnTo>
                  <a:lnTo>
                    <a:pt x="344" y="154"/>
                  </a:lnTo>
                  <a:lnTo>
                    <a:pt x="346" y="158"/>
                  </a:lnTo>
                  <a:lnTo>
                    <a:pt x="347" y="162"/>
                  </a:lnTo>
                  <a:lnTo>
                    <a:pt x="349" y="166"/>
                  </a:lnTo>
                  <a:lnTo>
                    <a:pt x="350" y="169"/>
                  </a:lnTo>
                  <a:lnTo>
                    <a:pt x="351" y="173"/>
                  </a:lnTo>
                  <a:lnTo>
                    <a:pt x="353" y="177"/>
                  </a:lnTo>
                  <a:lnTo>
                    <a:pt x="354" y="180"/>
                  </a:lnTo>
                  <a:lnTo>
                    <a:pt x="355" y="184"/>
                  </a:lnTo>
                  <a:lnTo>
                    <a:pt x="356" y="187"/>
                  </a:lnTo>
                  <a:lnTo>
                    <a:pt x="357" y="190"/>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Freeform 34">
              <a:extLst>
                <a:ext uri="{FF2B5EF4-FFF2-40B4-BE49-F238E27FC236}">
                  <a16:creationId xmlns:a16="http://schemas.microsoft.com/office/drawing/2014/main" id="{085201B2-FF70-C64E-7596-4024447E185B}"/>
                </a:ext>
              </a:extLst>
            </p:cNvPr>
            <p:cNvSpPr>
              <a:spLocks/>
            </p:cNvSpPr>
            <p:nvPr/>
          </p:nvSpPr>
          <p:spPr bwMode="gray">
            <a:xfrm>
              <a:off x="9506835" y="4530806"/>
              <a:ext cx="1209816" cy="536265"/>
            </a:xfrm>
            <a:custGeom>
              <a:avLst/>
              <a:gdLst>
                <a:gd name="T0" fmla="*/ 10258 w 473"/>
                <a:gd name="T1" fmla="*/ 378 h 238"/>
                <a:gd name="T2" fmla="*/ 10297 w 473"/>
                <a:gd name="T3" fmla="*/ 397 h 238"/>
                <a:gd name="T4" fmla="*/ 10338 w 473"/>
                <a:gd name="T5" fmla="*/ 397 h 238"/>
                <a:gd name="T6" fmla="*/ 10538 w 473"/>
                <a:gd name="T7" fmla="*/ 397 h 238"/>
                <a:gd name="T8" fmla="*/ 10865 w 473"/>
                <a:gd name="T9" fmla="*/ 397 h 238"/>
                <a:gd name="T10" fmla="*/ 11124 w 473"/>
                <a:gd name="T11" fmla="*/ 397 h 238"/>
                <a:gd name="T12" fmla="*/ 11204 w 473"/>
                <a:gd name="T13" fmla="*/ 397 h 238"/>
                <a:gd name="T14" fmla="*/ 10991 w 473"/>
                <a:gd name="T15" fmla="*/ 411 h 238"/>
                <a:gd name="T16" fmla="*/ 10337 w 473"/>
                <a:gd name="T17" fmla="*/ 463 h 238"/>
                <a:gd name="T18" fmla="*/ 9457 w 473"/>
                <a:gd name="T19" fmla="*/ 530 h 238"/>
                <a:gd name="T20" fmla="*/ 8997 w 473"/>
                <a:gd name="T21" fmla="*/ 565 h 238"/>
                <a:gd name="T22" fmla="*/ 8858 w 473"/>
                <a:gd name="T23" fmla="*/ 567 h 238"/>
                <a:gd name="T24" fmla="*/ 8452 w 473"/>
                <a:gd name="T25" fmla="*/ 537 h 238"/>
                <a:gd name="T26" fmla="*/ 7590 w 473"/>
                <a:gd name="T27" fmla="*/ 476 h 238"/>
                <a:gd name="T28" fmla="*/ 6857 w 473"/>
                <a:gd name="T29" fmla="*/ 420 h 238"/>
                <a:gd name="T30" fmla="*/ 6562 w 473"/>
                <a:gd name="T31" fmla="*/ 399 h 238"/>
                <a:gd name="T32" fmla="*/ 6651 w 473"/>
                <a:gd name="T33" fmla="*/ 397 h 238"/>
                <a:gd name="T34" fmla="*/ 6924 w 473"/>
                <a:gd name="T35" fmla="*/ 397 h 238"/>
                <a:gd name="T36" fmla="*/ 7369 w 473"/>
                <a:gd name="T37" fmla="*/ 397 h 238"/>
                <a:gd name="T38" fmla="*/ 7590 w 473"/>
                <a:gd name="T39" fmla="*/ 397 h 238"/>
                <a:gd name="T40" fmla="*/ 7642 w 473"/>
                <a:gd name="T41" fmla="*/ 397 h 238"/>
                <a:gd name="T42" fmla="*/ 7631 w 473"/>
                <a:gd name="T43" fmla="*/ 382 h 238"/>
                <a:gd name="T44" fmla="*/ 7565 w 473"/>
                <a:gd name="T45" fmla="*/ 354 h 238"/>
                <a:gd name="T46" fmla="*/ 7483 w 473"/>
                <a:gd name="T47" fmla="*/ 321 h 238"/>
                <a:gd name="T48" fmla="*/ 7333 w 473"/>
                <a:gd name="T49" fmla="*/ 288 h 238"/>
                <a:gd name="T50" fmla="*/ 7138 w 473"/>
                <a:gd name="T51" fmla="*/ 250 h 238"/>
                <a:gd name="T52" fmla="*/ 6905 w 473"/>
                <a:gd name="T53" fmla="*/ 220 h 238"/>
                <a:gd name="T54" fmla="*/ 6489 w 473"/>
                <a:gd name="T55" fmla="*/ 184 h 238"/>
                <a:gd name="T56" fmla="*/ 5912 w 473"/>
                <a:gd name="T57" fmla="*/ 150 h 238"/>
                <a:gd name="T58" fmla="*/ 5139 w 473"/>
                <a:gd name="T59" fmla="*/ 112 h 238"/>
                <a:gd name="T60" fmla="*/ 4239 w 473"/>
                <a:gd name="T61" fmla="*/ 83 h 238"/>
                <a:gd name="T62" fmla="*/ 3318 w 473"/>
                <a:gd name="T63" fmla="*/ 50 h 238"/>
                <a:gd name="T64" fmla="*/ 2403 w 473"/>
                <a:gd name="T65" fmla="*/ 32 h 238"/>
                <a:gd name="T66" fmla="*/ 1473 w 473"/>
                <a:gd name="T67" fmla="*/ 9 h 238"/>
                <a:gd name="T68" fmla="*/ 601 w 473"/>
                <a:gd name="T69" fmla="*/ 9 h 238"/>
                <a:gd name="T70" fmla="*/ 103 w 473"/>
                <a:gd name="T71" fmla="*/ 9 h 238"/>
                <a:gd name="T72" fmla="*/ 0 w 473"/>
                <a:gd name="T73" fmla="*/ 9 h 238"/>
                <a:gd name="T74" fmla="*/ 0 w 473"/>
                <a:gd name="T75" fmla="*/ 7 h 238"/>
                <a:gd name="T76" fmla="*/ 0 w 473"/>
                <a:gd name="T77" fmla="*/ 5 h 238"/>
                <a:gd name="T78" fmla="*/ 0 w 473"/>
                <a:gd name="T79" fmla="*/ 2 h 238"/>
                <a:gd name="T80" fmla="*/ 0 w 473"/>
                <a:gd name="T81" fmla="*/ 1 h 238"/>
                <a:gd name="T82" fmla="*/ 123 w 473"/>
                <a:gd name="T83" fmla="*/ 0 h 238"/>
                <a:gd name="T84" fmla="*/ 637 w 473"/>
                <a:gd name="T85" fmla="*/ 0 h 238"/>
                <a:gd name="T86" fmla="*/ 1588 w 473"/>
                <a:gd name="T87" fmla="*/ 1 h 238"/>
                <a:gd name="T88" fmla="*/ 2566 w 473"/>
                <a:gd name="T89" fmla="*/ 2 h 238"/>
                <a:gd name="T90" fmla="*/ 3493 w 473"/>
                <a:gd name="T91" fmla="*/ 5 h 238"/>
                <a:gd name="T92" fmla="*/ 4451 w 473"/>
                <a:gd name="T93" fmla="*/ 29 h 238"/>
                <a:gd name="T94" fmla="*/ 5378 w 473"/>
                <a:gd name="T95" fmla="*/ 44 h 238"/>
                <a:gd name="T96" fmla="*/ 6336 w 473"/>
                <a:gd name="T97" fmla="*/ 76 h 238"/>
                <a:gd name="T98" fmla="*/ 7307 w 473"/>
                <a:gd name="T99" fmla="*/ 111 h 238"/>
                <a:gd name="T100" fmla="*/ 8282 w 473"/>
                <a:gd name="T101" fmla="*/ 155 h 238"/>
                <a:gd name="T102" fmla="*/ 9025 w 473"/>
                <a:gd name="T103" fmla="*/ 202 h 238"/>
                <a:gd name="T104" fmla="*/ 9580 w 473"/>
                <a:gd name="T105" fmla="*/ 250 h 238"/>
                <a:gd name="T106" fmla="*/ 9910 w 473"/>
                <a:gd name="T107" fmla="*/ 300 h 238"/>
                <a:gd name="T108" fmla="*/ 10133 w 473"/>
                <a:gd name="T109" fmla="*/ 347 h 2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73" h="238">
                  <a:moveTo>
                    <a:pt x="427" y="143"/>
                  </a:moveTo>
                  <a:lnTo>
                    <a:pt x="428" y="146"/>
                  </a:lnTo>
                  <a:lnTo>
                    <a:pt x="429" y="148"/>
                  </a:lnTo>
                  <a:lnTo>
                    <a:pt x="430" y="150"/>
                  </a:lnTo>
                  <a:lnTo>
                    <a:pt x="431" y="152"/>
                  </a:lnTo>
                  <a:lnTo>
                    <a:pt x="431" y="154"/>
                  </a:lnTo>
                  <a:lnTo>
                    <a:pt x="432" y="155"/>
                  </a:lnTo>
                  <a:lnTo>
                    <a:pt x="432" y="157"/>
                  </a:lnTo>
                  <a:lnTo>
                    <a:pt x="433" y="158"/>
                  </a:lnTo>
                  <a:lnTo>
                    <a:pt x="433" y="160"/>
                  </a:lnTo>
                  <a:lnTo>
                    <a:pt x="434" y="161"/>
                  </a:lnTo>
                  <a:lnTo>
                    <a:pt x="434" y="162"/>
                  </a:lnTo>
                  <a:lnTo>
                    <a:pt x="434" y="163"/>
                  </a:lnTo>
                  <a:lnTo>
                    <a:pt x="435" y="163"/>
                  </a:lnTo>
                  <a:lnTo>
                    <a:pt x="436" y="163"/>
                  </a:lnTo>
                  <a:lnTo>
                    <a:pt x="437" y="163"/>
                  </a:lnTo>
                  <a:lnTo>
                    <a:pt x="438" y="163"/>
                  </a:lnTo>
                  <a:lnTo>
                    <a:pt x="439" y="163"/>
                  </a:lnTo>
                  <a:lnTo>
                    <a:pt x="441" y="163"/>
                  </a:lnTo>
                  <a:lnTo>
                    <a:pt x="442" y="163"/>
                  </a:lnTo>
                  <a:lnTo>
                    <a:pt x="444" y="163"/>
                  </a:lnTo>
                  <a:lnTo>
                    <a:pt x="445" y="163"/>
                  </a:lnTo>
                  <a:lnTo>
                    <a:pt x="447" y="163"/>
                  </a:lnTo>
                  <a:lnTo>
                    <a:pt x="449" y="163"/>
                  </a:lnTo>
                  <a:lnTo>
                    <a:pt x="451" y="163"/>
                  </a:lnTo>
                  <a:lnTo>
                    <a:pt x="454" y="163"/>
                  </a:lnTo>
                  <a:lnTo>
                    <a:pt x="456" y="163"/>
                  </a:lnTo>
                  <a:lnTo>
                    <a:pt x="458" y="163"/>
                  </a:lnTo>
                  <a:lnTo>
                    <a:pt x="460" y="163"/>
                  </a:lnTo>
                  <a:lnTo>
                    <a:pt x="462" y="163"/>
                  </a:lnTo>
                  <a:lnTo>
                    <a:pt x="463" y="163"/>
                  </a:lnTo>
                  <a:lnTo>
                    <a:pt x="465" y="163"/>
                  </a:lnTo>
                  <a:lnTo>
                    <a:pt x="466" y="163"/>
                  </a:lnTo>
                  <a:lnTo>
                    <a:pt x="468" y="163"/>
                  </a:lnTo>
                  <a:lnTo>
                    <a:pt x="469" y="163"/>
                  </a:lnTo>
                  <a:lnTo>
                    <a:pt x="470" y="163"/>
                  </a:lnTo>
                  <a:lnTo>
                    <a:pt x="471" y="163"/>
                  </a:lnTo>
                  <a:lnTo>
                    <a:pt x="472" y="163"/>
                  </a:lnTo>
                  <a:lnTo>
                    <a:pt x="472" y="164"/>
                  </a:lnTo>
                  <a:lnTo>
                    <a:pt x="471" y="164"/>
                  </a:lnTo>
                  <a:lnTo>
                    <a:pt x="471" y="165"/>
                  </a:lnTo>
                  <a:lnTo>
                    <a:pt x="469" y="166"/>
                  </a:lnTo>
                  <a:lnTo>
                    <a:pt x="467" y="167"/>
                  </a:lnTo>
                  <a:lnTo>
                    <a:pt x="465" y="169"/>
                  </a:lnTo>
                  <a:lnTo>
                    <a:pt x="463" y="170"/>
                  </a:lnTo>
                  <a:lnTo>
                    <a:pt x="460" y="173"/>
                  </a:lnTo>
                  <a:lnTo>
                    <a:pt x="457" y="175"/>
                  </a:lnTo>
                  <a:lnTo>
                    <a:pt x="453" y="178"/>
                  </a:lnTo>
                  <a:lnTo>
                    <a:pt x="449" y="181"/>
                  </a:lnTo>
                  <a:lnTo>
                    <a:pt x="445" y="184"/>
                  </a:lnTo>
                  <a:lnTo>
                    <a:pt x="440" y="188"/>
                  </a:lnTo>
                  <a:lnTo>
                    <a:pt x="435" y="191"/>
                  </a:lnTo>
                  <a:lnTo>
                    <a:pt x="429" y="196"/>
                  </a:lnTo>
                  <a:lnTo>
                    <a:pt x="424" y="200"/>
                  </a:lnTo>
                  <a:lnTo>
                    <a:pt x="418" y="205"/>
                  </a:lnTo>
                  <a:lnTo>
                    <a:pt x="412" y="209"/>
                  </a:lnTo>
                  <a:lnTo>
                    <a:pt x="407" y="213"/>
                  </a:lnTo>
                  <a:lnTo>
                    <a:pt x="402" y="216"/>
                  </a:lnTo>
                  <a:lnTo>
                    <a:pt x="398" y="219"/>
                  </a:lnTo>
                  <a:lnTo>
                    <a:pt x="394" y="222"/>
                  </a:lnTo>
                  <a:lnTo>
                    <a:pt x="390" y="225"/>
                  </a:lnTo>
                  <a:lnTo>
                    <a:pt x="387" y="228"/>
                  </a:lnTo>
                  <a:lnTo>
                    <a:pt x="384" y="230"/>
                  </a:lnTo>
                  <a:lnTo>
                    <a:pt x="382" y="232"/>
                  </a:lnTo>
                  <a:lnTo>
                    <a:pt x="380" y="233"/>
                  </a:lnTo>
                  <a:lnTo>
                    <a:pt x="378" y="234"/>
                  </a:lnTo>
                  <a:lnTo>
                    <a:pt x="376" y="235"/>
                  </a:lnTo>
                  <a:lnTo>
                    <a:pt x="376" y="236"/>
                  </a:lnTo>
                  <a:lnTo>
                    <a:pt x="375" y="237"/>
                  </a:lnTo>
                  <a:lnTo>
                    <a:pt x="374" y="236"/>
                  </a:lnTo>
                  <a:lnTo>
                    <a:pt x="373" y="235"/>
                  </a:lnTo>
                  <a:lnTo>
                    <a:pt x="372" y="234"/>
                  </a:lnTo>
                  <a:lnTo>
                    <a:pt x="370" y="233"/>
                  </a:lnTo>
                  <a:lnTo>
                    <a:pt x="368" y="232"/>
                  </a:lnTo>
                  <a:lnTo>
                    <a:pt x="365" y="230"/>
                  </a:lnTo>
                  <a:lnTo>
                    <a:pt x="363" y="228"/>
                  </a:lnTo>
                  <a:lnTo>
                    <a:pt x="359" y="225"/>
                  </a:lnTo>
                  <a:lnTo>
                    <a:pt x="356" y="222"/>
                  </a:lnTo>
                  <a:lnTo>
                    <a:pt x="352" y="219"/>
                  </a:lnTo>
                  <a:lnTo>
                    <a:pt x="347" y="216"/>
                  </a:lnTo>
                  <a:lnTo>
                    <a:pt x="343" y="213"/>
                  </a:lnTo>
                  <a:lnTo>
                    <a:pt x="337" y="209"/>
                  </a:lnTo>
                  <a:lnTo>
                    <a:pt x="332" y="205"/>
                  </a:lnTo>
                  <a:lnTo>
                    <a:pt x="326" y="200"/>
                  </a:lnTo>
                  <a:lnTo>
                    <a:pt x="320" y="196"/>
                  </a:lnTo>
                  <a:lnTo>
                    <a:pt x="315" y="191"/>
                  </a:lnTo>
                  <a:lnTo>
                    <a:pt x="309" y="188"/>
                  </a:lnTo>
                  <a:lnTo>
                    <a:pt x="305" y="184"/>
                  </a:lnTo>
                  <a:lnTo>
                    <a:pt x="300" y="181"/>
                  </a:lnTo>
                  <a:lnTo>
                    <a:pt x="296" y="178"/>
                  </a:lnTo>
                  <a:lnTo>
                    <a:pt x="293" y="175"/>
                  </a:lnTo>
                  <a:lnTo>
                    <a:pt x="289" y="173"/>
                  </a:lnTo>
                  <a:lnTo>
                    <a:pt x="287" y="170"/>
                  </a:lnTo>
                  <a:lnTo>
                    <a:pt x="284" y="169"/>
                  </a:lnTo>
                  <a:lnTo>
                    <a:pt x="282" y="167"/>
                  </a:lnTo>
                  <a:lnTo>
                    <a:pt x="280" y="166"/>
                  </a:lnTo>
                  <a:lnTo>
                    <a:pt x="279" y="165"/>
                  </a:lnTo>
                  <a:lnTo>
                    <a:pt x="278" y="164"/>
                  </a:lnTo>
                  <a:lnTo>
                    <a:pt x="277" y="164"/>
                  </a:lnTo>
                  <a:lnTo>
                    <a:pt x="277" y="163"/>
                  </a:lnTo>
                  <a:lnTo>
                    <a:pt x="278" y="163"/>
                  </a:lnTo>
                  <a:lnTo>
                    <a:pt x="279" y="163"/>
                  </a:lnTo>
                  <a:lnTo>
                    <a:pt x="280" y="163"/>
                  </a:lnTo>
                  <a:lnTo>
                    <a:pt x="282" y="163"/>
                  </a:lnTo>
                  <a:lnTo>
                    <a:pt x="283" y="163"/>
                  </a:lnTo>
                  <a:lnTo>
                    <a:pt x="284" y="163"/>
                  </a:lnTo>
                  <a:lnTo>
                    <a:pt x="286" y="163"/>
                  </a:lnTo>
                  <a:lnTo>
                    <a:pt x="288" y="163"/>
                  </a:lnTo>
                  <a:lnTo>
                    <a:pt x="290" y="163"/>
                  </a:lnTo>
                  <a:lnTo>
                    <a:pt x="292" y="163"/>
                  </a:lnTo>
                  <a:lnTo>
                    <a:pt x="294" y="163"/>
                  </a:lnTo>
                  <a:lnTo>
                    <a:pt x="297" y="163"/>
                  </a:lnTo>
                  <a:lnTo>
                    <a:pt x="300" y="163"/>
                  </a:lnTo>
                  <a:lnTo>
                    <a:pt x="302" y="163"/>
                  </a:lnTo>
                  <a:lnTo>
                    <a:pt x="305" y="163"/>
                  </a:lnTo>
                  <a:lnTo>
                    <a:pt x="307" y="163"/>
                  </a:lnTo>
                  <a:lnTo>
                    <a:pt x="310" y="163"/>
                  </a:lnTo>
                  <a:lnTo>
                    <a:pt x="312" y="163"/>
                  </a:lnTo>
                  <a:lnTo>
                    <a:pt x="313" y="163"/>
                  </a:lnTo>
                  <a:lnTo>
                    <a:pt x="315" y="163"/>
                  </a:lnTo>
                  <a:lnTo>
                    <a:pt x="317" y="163"/>
                  </a:lnTo>
                  <a:lnTo>
                    <a:pt x="318" y="163"/>
                  </a:lnTo>
                  <a:lnTo>
                    <a:pt x="319" y="163"/>
                  </a:lnTo>
                  <a:lnTo>
                    <a:pt x="320" y="163"/>
                  </a:lnTo>
                  <a:lnTo>
                    <a:pt x="321" y="163"/>
                  </a:lnTo>
                  <a:lnTo>
                    <a:pt x="322" y="163"/>
                  </a:lnTo>
                  <a:lnTo>
                    <a:pt x="322" y="162"/>
                  </a:lnTo>
                  <a:lnTo>
                    <a:pt x="322" y="161"/>
                  </a:lnTo>
                  <a:lnTo>
                    <a:pt x="322" y="160"/>
                  </a:lnTo>
                  <a:lnTo>
                    <a:pt x="321" y="159"/>
                  </a:lnTo>
                  <a:lnTo>
                    <a:pt x="321" y="158"/>
                  </a:lnTo>
                  <a:lnTo>
                    <a:pt x="321" y="157"/>
                  </a:lnTo>
                  <a:lnTo>
                    <a:pt x="320" y="156"/>
                  </a:lnTo>
                  <a:lnTo>
                    <a:pt x="320" y="154"/>
                  </a:lnTo>
                  <a:lnTo>
                    <a:pt x="320" y="153"/>
                  </a:lnTo>
                  <a:lnTo>
                    <a:pt x="319" y="151"/>
                  </a:lnTo>
                  <a:lnTo>
                    <a:pt x="319" y="149"/>
                  </a:lnTo>
                  <a:lnTo>
                    <a:pt x="319" y="147"/>
                  </a:lnTo>
                  <a:lnTo>
                    <a:pt x="318" y="145"/>
                  </a:lnTo>
                  <a:lnTo>
                    <a:pt x="318" y="143"/>
                  </a:lnTo>
                  <a:lnTo>
                    <a:pt x="317" y="141"/>
                  </a:lnTo>
                  <a:lnTo>
                    <a:pt x="316" y="139"/>
                  </a:lnTo>
                  <a:lnTo>
                    <a:pt x="316" y="137"/>
                  </a:lnTo>
                  <a:lnTo>
                    <a:pt x="315" y="135"/>
                  </a:lnTo>
                  <a:lnTo>
                    <a:pt x="315" y="133"/>
                  </a:lnTo>
                  <a:lnTo>
                    <a:pt x="314" y="131"/>
                  </a:lnTo>
                  <a:lnTo>
                    <a:pt x="313" y="129"/>
                  </a:lnTo>
                  <a:lnTo>
                    <a:pt x="312" y="127"/>
                  </a:lnTo>
                  <a:lnTo>
                    <a:pt x="312" y="125"/>
                  </a:lnTo>
                  <a:lnTo>
                    <a:pt x="311" y="123"/>
                  </a:lnTo>
                  <a:lnTo>
                    <a:pt x="310" y="121"/>
                  </a:lnTo>
                  <a:lnTo>
                    <a:pt x="309" y="119"/>
                  </a:lnTo>
                  <a:lnTo>
                    <a:pt x="308" y="117"/>
                  </a:lnTo>
                  <a:lnTo>
                    <a:pt x="307" y="115"/>
                  </a:lnTo>
                  <a:lnTo>
                    <a:pt x="306" y="113"/>
                  </a:lnTo>
                  <a:lnTo>
                    <a:pt x="305" y="110"/>
                  </a:lnTo>
                  <a:lnTo>
                    <a:pt x="304" y="108"/>
                  </a:lnTo>
                  <a:lnTo>
                    <a:pt x="303" y="106"/>
                  </a:lnTo>
                  <a:lnTo>
                    <a:pt x="301" y="104"/>
                  </a:lnTo>
                  <a:lnTo>
                    <a:pt x="300" y="102"/>
                  </a:lnTo>
                  <a:lnTo>
                    <a:pt x="299" y="100"/>
                  </a:lnTo>
                  <a:lnTo>
                    <a:pt x="297" y="98"/>
                  </a:lnTo>
                  <a:lnTo>
                    <a:pt x="295" y="96"/>
                  </a:lnTo>
                  <a:lnTo>
                    <a:pt x="293" y="94"/>
                  </a:lnTo>
                  <a:lnTo>
                    <a:pt x="292" y="92"/>
                  </a:lnTo>
                  <a:lnTo>
                    <a:pt x="290" y="90"/>
                  </a:lnTo>
                  <a:lnTo>
                    <a:pt x="288" y="88"/>
                  </a:lnTo>
                  <a:lnTo>
                    <a:pt x="286" y="86"/>
                  </a:lnTo>
                  <a:lnTo>
                    <a:pt x="283" y="84"/>
                  </a:lnTo>
                  <a:lnTo>
                    <a:pt x="281" y="82"/>
                  </a:lnTo>
                  <a:lnTo>
                    <a:pt x="279" y="80"/>
                  </a:lnTo>
                  <a:lnTo>
                    <a:pt x="276" y="78"/>
                  </a:lnTo>
                  <a:lnTo>
                    <a:pt x="273" y="76"/>
                  </a:lnTo>
                  <a:lnTo>
                    <a:pt x="270" y="74"/>
                  </a:lnTo>
                  <a:lnTo>
                    <a:pt x="267" y="72"/>
                  </a:lnTo>
                  <a:lnTo>
                    <a:pt x="264" y="70"/>
                  </a:lnTo>
                  <a:lnTo>
                    <a:pt x="260" y="68"/>
                  </a:lnTo>
                  <a:lnTo>
                    <a:pt x="257" y="66"/>
                  </a:lnTo>
                  <a:lnTo>
                    <a:pt x="253" y="64"/>
                  </a:lnTo>
                  <a:lnTo>
                    <a:pt x="249" y="62"/>
                  </a:lnTo>
                  <a:lnTo>
                    <a:pt x="245" y="60"/>
                  </a:lnTo>
                  <a:lnTo>
                    <a:pt x="240" y="58"/>
                  </a:lnTo>
                  <a:lnTo>
                    <a:pt x="236" y="55"/>
                  </a:lnTo>
                  <a:lnTo>
                    <a:pt x="231" y="53"/>
                  </a:lnTo>
                  <a:lnTo>
                    <a:pt x="226" y="51"/>
                  </a:lnTo>
                  <a:lnTo>
                    <a:pt x="221" y="49"/>
                  </a:lnTo>
                  <a:lnTo>
                    <a:pt x="216" y="47"/>
                  </a:lnTo>
                  <a:lnTo>
                    <a:pt x="211" y="45"/>
                  </a:lnTo>
                  <a:lnTo>
                    <a:pt x="205" y="43"/>
                  </a:lnTo>
                  <a:lnTo>
                    <a:pt x="200" y="41"/>
                  </a:lnTo>
                  <a:lnTo>
                    <a:pt x="195" y="40"/>
                  </a:lnTo>
                  <a:lnTo>
                    <a:pt x="190" y="38"/>
                  </a:lnTo>
                  <a:lnTo>
                    <a:pt x="184" y="36"/>
                  </a:lnTo>
                  <a:lnTo>
                    <a:pt x="179" y="34"/>
                  </a:lnTo>
                  <a:lnTo>
                    <a:pt x="173" y="32"/>
                  </a:lnTo>
                  <a:lnTo>
                    <a:pt x="168" y="31"/>
                  </a:lnTo>
                  <a:lnTo>
                    <a:pt x="163" y="29"/>
                  </a:lnTo>
                  <a:lnTo>
                    <a:pt x="157" y="27"/>
                  </a:lnTo>
                  <a:lnTo>
                    <a:pt x="151" y="26"/>
                  </a:lnTo>
                  <a:lnTo>
                    <a:pt x="146" y="24"/>
                  </a:lnTo>
                  <a:lnTo>
                    <a:pt x="140" y="22"/>
                  </a:lnTo>
                  <a:lnTo>
                    <a:pt x="135" y="21"/>
                  </a:lnTo>
                  <a:lnTo>
                    <a:pt x="129" y="19"/>
                  </a:lnTo>
                  <a:lnTo>
                    <a:pt x="124" y="18"/>
                  </a:lnTo>
                  <a:lnTo>
                    <a:pt x="118" y="17"/>
                  </a:lnTo>
                  <a:lnTo>
                    <a:pt x="112" y="16"/>
                  </a:lnTo>
                  <a:lnTo>
                    <a:pt x="107" y="14"/>
                  </a:lnTo>
                  <a:lnTo>
                    <a:pt x="101" y="13"/>
                  </a:lnTo>
                  <a:lnTo>
                    <a:pt x="95" y="13"/>
                  </a:lnTo>
                  <a:lnTo>
                    <a:pt x="90" y="12"/>
                  </a:lnTo>
                  <a:lnTo>
                    <a:pt x="84" y="11"/>
                  </a:lnTo>
                  <a:lnTo>
                    <a:pt x="79" y="10"/>
                  </a:lnTo>
                  <a:lnTo>
                    <a:pt x="73" y="10"/>
                  </a:lnTo>
                  <a:lnTo>
                    <a:pt x="67" y="9"/>
                  </a:lnTo>
                  <a:lnTo>
                    <a:pt x="62" y="9"/>
                  </a:lnTo>
                  <a:lnTo>
                    <a:pt x="56" y="9"/>
                  </a:lnTo>
                  <a:lnTo>
                    <a:pt x="50" y="9"/>
                  </a:lnTo>
                  <a:lnTo>
                    <a:pt x="45" y="9"/>
                  </a:lnTo>
                  <a:lnTo>
                    <a:pt x="39" y="9"/>
                  </a:lnTo>
                  <a:lnTo>
                    <a:pt x="34" y="9"/>
                  </a:lnTo>
                  <a:lnTo>
                    <a:pt x="29" y="9"/>
                  </a:lnTo>
                  <a:lnTo>
                    <a:pt x="25" y="9"/>
                  </a:lnTo>
                  <a:lnTo>
                    <a:pt x="21" y="9"/>
                  </a:lnTo>
                  <a:lnTo>
                    <a:pt x="17" y="9"/>
                  </a:lnTo>
                  <a:lnTo>
                    <a:pt x="14" y="9"/>
                  </a:lnTo>
                  <a:lnTo>
                    <a:pt x="11" y="9"/>
                  </a:lnTo>
                  <a:lnTo>
                    <a:pt x="8" y="9"/>
                  </a:lnTo>
                  <a:lnTo>
                    <a:pt x="6" y="9"/>
                  </a:lnTo>
                  <a:lnTo>
                    <a:pt x="4" y="9"/>
                  </a:lnTo>
                  <a:lnTo>
                    <a:pt x="3" y="9"/>
                  </a:lnTo>
                  <a:lnTo>
                    <a:pt x="1" y="9"/>
                  </a:lnTo>
                  <a:lnTo>
                    <a:pt x="0" y="9"/>
                  </a:lnTo>
                  <a:lnTo>
                    <a:pt x="0" y="8"/>
                  </a:lnTo>
                  <a:lnTo>
                    <a:pt x="0" y="7"/>
                  </a:lnTo>
                  <a:lnTo>
                    <a:pt x="0" y="6"/>
                  </a:lnTo>
                  <a:lnTo>
                    <a:pt x="0" y="5"/>
                  </a:lnTo>
                  <a:lnTo>
                    <a:pt x="0" y="4"/>
                  </a:lnTo>
                  <a:lnTo>
                    <a:pt x="0" y="3"/>
                  </a:lnTo>
                  <a:lnTo>
                    <a:pt x="0" y="2"/>
                  </a:lnTo>
                  <a:lnTo>
                    <a:pt x="0" y="1"/>
                  </a:lnTo>
                  <a:lnTo>
                    <a:pt x="0" y="0"/>
                  </a:lnTo>
                  <a:lnTo>
                    <a:pt x="1" y="0"/>
                  </a:lnTo>
                  <a:lnTo>
                    <a:pt x="3" y="0"/>
                  </a:lnTo>
                  <a:lnTo>
                    <a:pt x="5" y="0"/>
                  </a:lnTo>
                  <a:lnTo>
                    <a:pt x="7" y="0"/>
                  </a:lnTo>
                  <a:lnTo>
                    <a:pt x="9" y="0"/>
                  </a:lnTo>
                  <a:lnTo>
                    <a:pt x="12" y="0"/>
                  </a:lnTo>
                  <a:lnTo>
                    <a:pt x="15" y="0"/>
                  </a:lnTo>
                  <a:lnTo>
                    <a:pt x="19" y="0"/>
                  </a:lnTo>
                  <a:lnTo>
                    <a:pt x="23" y="0"/>
                  </a:lnTo>
                  <a:lnTo>
                    <a:pt x="27" y="0"/>
                  </a:lnTo>
                  <a:lnTo>
                    <a:pt x="32" y="0"/>
                  </a:lnTo>
                  <a:lnTo>
                    <a:pt x="37" y="0"/>
                  </a:lnTo>
                  <a:lnTo>
                    <a:pt x="43" y="0"/>
                  </a:lnTo>
                  <a:lnTo>
                    <a:pt x="49" y="0"/>
                  </a:lnTo>
                  <a:lnTo>
                    <a:pt x="55" y="1"/>
                  </a:lnTo>
                  <a:lnTo>
                    <a:pt x="61" y="1"/>
                  </a:lnTo>
                  <a:lnTo>
                    <a:pt x="67" y="1"/>
                  </a:lnTo>
                  <a:lnTo>
                    <a:pt x="73" y="1"/>
                  </a:lnTo>
                  <a:lnTo>
                    <a:pt x="79" y="1"/>
                  </a:lnTo>
                  <a:lnTo>
                    <a:pt x="85" y="1"/>
                  </a:lnTo>
                  <a:lnTo>
                    <a:pt x="90" y="1"/>
                  </a:lnTo>
                  <a:lnTo>
                    <a:pt x="96" y="2"/>
                  </a:lnTo>
                  <a:lnTo>
                    <a:pt x="102" y="2"/>
                  </a:lnTo>
                  <a:lnTo>
                    <a:pt x="108" y="2"/>
                  </a:lnTo>
                  <a:lnTo>
                    <a:pt x="114" y="2"/>
                  </a:lnTo>
                  <a:lnTo>
                    <a:pt x="120" y="3"/>
                  </a:lnTo>
                  <a:lnTo>
                    <a:pt x="125" y="3"/>
                  </a:lnTo>
                  <a:lnTo>
                    <a:pt x="131" y="4"/>
                  </a:lnTo>
                  <a:lnTo>
                    <a:pt x="137" y="4"/>
                  </a:lnTo>
                  <a:lnTo>
                    <a:pt x="142" y="5"/>
                  </a:lnTo>
                  <a:lnTo>
                    <a:pt x="148" y="5"/>
                  </a:lnTo>
                  <a:lnTo>
                    <a:pt x="154" y="6"/>
                  </a:lnTo>
                  <a:lnTo>
                    <a:pt x="159" y="6"/>
                  </a:lnTo>
                  <a:lnTo>
                    <a:pt x="165" y="7"/>
                  </a:lnTo>
                  <a:lnTo>
                    <a:pt x="170" y="8"/>
                  </a:lnTo>
                  <a:lnTo>
                    <a:pt x="176" y="9"/>
                  </a:lnTo>
                  <a:lnTo>
                    <a:pt x="182" y="10"/>
                  </a:lnTo>
                  <a:lnTo>
                    <a:pt x="187" y="11"/>
                  </a:lnTo>
                  <a:lnTo>
                    <a:pt x="193" y="12"/>
                  </a:lnTo>
                  <a:lnTo>
                    <a:pt x="199" y="13"/>
                  </a:lnTo>
                  <a:lnTo>
                    <a:pt x="204" y="14"/>
                  </a:lnTo>
                  <a:lnTo>
                    <a:pt x="210" y="15"/>
                  </a:lnTo>
                  <a:lnTo>
                    <a:pt x="215" y="17"/>
                  </a:lnTo>
                  <a:lnTo>
                    <a:pt x="221" y="18"/>
                  </a:lnTo>
                  <a:lnTo>
                    <a:pt x="227" y="19"/>
                  </a:lnTo>
                  <a:lnTo>
                    <a:pt x="232" y="21"/>
                  </a:lnTo>
                  <a:lnTo>
                    <a:pt x="238" y="22"/>
                  </a:lnTo>
                  <a:lnTo>
                    <a:pt x="244" y="24"/>
                  </a:lnTo>
                  <a:lnTo>
                    <a:pt x="249" y="26"/>
                  </a:lnTo>
                  <a:lnTo>
                    <a:pt x="255" y="27"/>
                  </a:lnTo>
                  <a:lnTo>
                    <a:pt x="261" y="29"/>
                  </a:lnTo>
                  <a:lnTo>
                    <a:pt x="267" y="31"/>
                  </a:lnTo>
                  <a:lnTo>
                    <a:pt x="272" y="33"/>
                  </a:lnTo>
                  <a:lnTo>
                    <a:pt x="278" y="35"/>
                  </a:lnTo>
                  <a:lnTo>
                    <a:pt x="284" y="37"/>
                  </a:lnTo>
                  <a:lnTo>
                    <a:pt x="290" y="39"/>
                  </a:lnTo>
                  <a:lnTo>
                    <a:pt x="296" y="42"/>
                  </a:lnTo>
                  <a:lnTo>
                    <a:pt x="302" y="44"/>
                  </a:lnTo>
                  <a:lnTo>
                    <a:pt x="308" y="46"/>
                  </a:lnTo>
                  <a:lnTo>
                    <a:pt x="314" y="48"/>
                  </a:lnTo>
                  <a:lnTo>
                    <a:pt x="320" y="51"/>
                  </a:lnTo>
                  <a:lnTo>
                    <a:pt x="326" y="53"/>
                  </a:lnTo>
                  <a:lnTo>
                    <a:pt x="332" y="56"/>
                  </a:lnTo>
                  <a:lnTo>
                    <a:pt x="338" y="59"/>
                  </a:lnTo>
                  <a:lnTo>
                    <a:pt x="343" y="61"/>
                  </a:lnTo>
                  <a:lnTo>
                    <a:pt x="349" y="64"/>
                  </a:lnTo>
                  <a:lnTo>
                    <a:pt x="354" y="67"/>
                  </a:lnTo>
                  <a:lnTo>
                    <a:pt x="359" y="69"/>
                  </a:lnTo>
                  <a:lnTo>
                    <a:pt x="364" y="72"/>
                  </a:lnTo>
                  <a:lnTo>
                    <a:pt x="368" y="75"/>
                  </a:lnTo>
                  <a:lnTo>
                    <a:pt x="373" y="78"/>
                  </a:lnTo>
                  <a:lnTo>
                    <a:pt x="377" y="81"/>
                  </a:lnTo>
                  <a:lnTo>
                    <a:pt x="381" y="83"/>
                  </a:lnTo>
                  <a:lnTo>
                    <a:pt x="384" y="86"/>
                  </a:lnTo>
                  <a:lnTo>
                    <a:pt x="388" y="89"/>
                  </a:lnTo>
                  <a:lnTo>
                    <a:pt x="391" y="92"/>
                  </a:lnTo>
                  <a:lnTo>
                    <a:pt x="394" y="95"/>
                  </a:lnTo>
                  <a:lnTo>
                    <a:pt x="397" y="98"/>
                  </a:lnTo>
                  <a:lnTo>
                    <a:pt x="400" y="101"/>
                  </a:lnTo>
                  <a:lnTo>
                    <a:pt x="403" y="104"/>
                  </a:lnTo>
                  <a:lnTo>
                    <a:pt x="405" y="107"/>
                  </a:lnTo>
                  <a:lnTo>
                    <a:pt x="408" y="110"/>
                  </a:lnTo>
                  <a:lnTo>
                    <a:pt x="410" y="113"/>
                  </a:lnTo>
                  <a:lnTo>
                    <a:pt x="412" y="116"/>
                  </a:lnTo>
                  <a:lnTo>
                    <a:pt x="414" y="119"/>
                  </a:lnTo>
                  <a:lnTo>
                    <a:pt x="416" y="122"/>
                  </a:lnTo>
                  <a:lnTo>
                    <a:pt x="418" y="124"/>
                  </a:lnTo>
                  <a:lnTo>
                    <a:pt x="420" y="127"/>
                  </a:lnTo>
                  <a:lnTo>
                    <a:pt x="421" y="130"/>
                  </a:lnTo>
                  <a:lnTo>
                    <a:pt x="423" y="133"/>
                  </a:lnTo>
                  <a:lnTo>
                    <a:pt x="424" y="135"/>
                  </a:lnTo>
                  <a:lnTo>
                    <a:pt x="425" y="138"/>
                  </a:lnTo>
                  <a:lnTo>
                    <a:pt x="426" y="141"/>
                  </a:lnTo>
                  <a:lnTo>
                    <a:pt x="427" y="143"/>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1" name="Freeform 35">
              <a:extLst>
                <a:ext uri="{FF2B5EF4-FFF2-40B4-BE49-F238E27FC236}">
                  <a16:creationId xmlns:a16="http://schemas.microsoft.com/office/drawing/2014/main" id="{FDD22732-932A-B349-C7B7-BD91E9194729}"/>
                </a:ext>
              </a:extLst>
            </p:cNvPr>
            <p:cNvSpPr>
              <a:spLocks/>
            </p:cNvSpPr>
            <p:nvPr/>
          </p:nvSpPr>
          <p:spPr bwMode="gray">
            <a:xfrm>
              <a:off x="9506835" y="2574509"/>
              <a:ext cx="1209816" cy="538411"/>
            </a:xfrm>
            <a:custGeom>
              <a:avLst/>
              <a:gdLst>
                <a:gd name="T0" fmla="*/ 10258 w 473"/>
                <a:gd name="T1" fmla="*/ 216 h 238"/>
                <a:gd name="T2" fmla="*/ 10297 w 473"/>
                <a:gd name="T3" fmla="*/ 194 h 238"/>
                <a:gd name="T4" fmla="*/ 10338 w 473"/>
                <a:gd name="T5" fmla="*/ 194 h 238"/>
                <a:gd name="T6" fmla="*/ 10538 w 473"/>
                <a:gd name="T7" fmla="*/ 194 h 238"/>
                <a:gd name="T8" fmla="*/ 10865 w 473"/>
                <a:gd name="T9" fmla="*/ 194 h 238"/>
                <a:gd name="T10" fmla="*/ 11124 w 473"/>
                <a:gd name="T11" fmla="*/ 194 h 238"/>
                <a:gd name="T12" fmla="*/ 11204 w 473"/>
                <a:gd name="T13" fmla="*/ 194 h 238"/>
                <a:gd name="T14" fmla="*/ 10991 w 473"/>
                <a:gd name="T15" fmla="*/ 176 h 238"/>
                <a:gd name="T16" fmla="*/ 10337 w 473"/>
                <a:gd name="T17" fmla="*/ 121 h 238"/>
                <a:gd name="T18" fmla="*/ 9457 w 473"/>
                <a:gd name="T19" fmla="*/ 44 h 238"/>
                <a:gd name="T20" fmla="*/ 8997 w 473"/>
                <a:gd name="T21" fmla="*/ 3 h 238"/>
                <a:gd name="T22" fmla="*/ 8858 w 473"/>
                <a:gd name="T23" fmla="*/ 2 h 238"/>
                <a:gd name="T24" fmla="*/ 8452 w 473"/>
                <a:gd name="T25" fmla="*/ 38 h 238"/>
                <a:gd name="T26" fmla="*/ 7590 w 473"/>
                <a:gd name="T27" fmla="*/ 105 h 238"/>
                <a:gd name="T28" fmla="*/ 6857 w 473"/>
                <a:gd name="T29" fmla="*/ 167 h 238"/>
                <a:gd name="T30" fmla="*/ 6562 w 473"/>
                <a:gd name="T31" fmla="*/ 188 h 238"/>
                <a:gd name="T32" fmla="*/ 6651 w 473"/>
                <a:gd name="T33" fmla="*/ 194 h 238"/>
                <a:gd name="T34" fmla="*/ 6924 w 473"/>
                <a:gd name="T35" fmla="*/ 194 h 238"/>
                <a:gd name="T36" fmla="*/ 7369 w 473"/>
                <a:gd name="T37" fmla="*/ 194 h 238"/>
                <a:gd name="T38" fmla="*/ 7590 w 473"/>
                <a:gd name="T39" fmla="*/ 194 h 238"/>
                <a:gd name="T40" fmla="*/ 7642 w 473"/>
                <a:gd name="T41" fmla="*/ 194 h 238"/>
                <a:gd name="T42" fmla="*/ 7631 w 473"/>
                <a:gd name="T43" fmla="*/ 207 h 238"/>
                <a:gd name="T44" fmla="*/ 7565 w 473"/>
                <a:gd name="T45" fmla="*/ 232 h 238"/>
                <a:gd name="T46" fmla="*/ 7483 w 473"/>
                <a:gd name="T47" fmla="*/ 271 h 238"/>
                <a:gd name="T48" fmla="*/ 7333 w 473"/>
                <a:gd name="T49" fmla="*/ 307 h 238"/>
                <a:gd name="T50" fmla="*/ 7138 w 473"/>
                <a:gd name="T51" fmla="*/ 348 h 238"/>
                <a:gd name="T52" fmla="*/ 6905 w 473"/>
                <a:gd name="T53" fmla="*/ 382 h 238"/>
                <a:gd name="T54" fmla="*/ 6489 w 473"/>
                <a:gd name="T55" fmla="*/ 421 h 238"/>
                <a:gd name="T56" fmla="*/ 5912 w 473"/>
                <a:gd name="T57" fmla="*/ 457 h 238"/>
                <a:gd name="T58" fmla="*/ 5139 w 473"/>
                <a:gd name="T59" fmla="*/ 497 h 238"/>
                <a:gd name="T60" fmla="*/ 4239 w 473"/>
                <a:gd name="T61" fmla="*/ 528 h 238"/>
                <a:gd name="T62" fmla="*/ 3318 w 473"/>
                <a:gd name="T63" fmla="*/ 559 h 238"/>
                <a:gd name="T64" fmla="*/ 2403 w 473"/>
                <a:gd name="T65" fmla="*/ 584 h 238"/>
                <a:gd name="T66" fmla="*/ 1473 w 473"/>
                <a:gd name="T67" fmla="*/ 592 h 238"/>
                <a:gd name="T68" fmla="*/ 601 w 473"/>
                <a:gd name="T69" fmla="*/ 592 h 238"/>
                <a:gd name="T70" fmla="*/ 103 w 473"/>
                <a:gd name="T71" fmla="*/ 592 h 238"/>
                <a:gd name="T72" fmla="*/ 0 w 473"/>
                <a:gd name="T73" fmla="*/ 592 h 238"/>
                <a:gd name="T74" fmla="*/ 0 w 473"/>
                <a:gd name="T75" fmla="*/ 598 h 238"/>
                <a:gd name="T76" fmla="*/ 0 w 473"/>
                <a:gd name="T77" fmla="*/ 604 h 238"/>
                <a:gd name="T78" fmla="*/ 0 w 473"/>
                <a:gd name="T79" fmla="*/ 615 h 238"/>
                <a:gd name="T80" fmla="*/ 0 w 473"/>
                <a:gd name="T81" fmla="*/ 616 h 238"/>
                <a:gd name="T82" fmla="*/ 123 w 473"/>
                <a:gd name="T83" fmla="*/ 616 h 238"/>
                <a:gd name="T84" fmla="*/ 637 w 473"/>
                <a:gd name="T85" fmla="*/ 616 h 238"/>
                <a:gd name="T86" fmla="*/ 1588 w 473"/>
                <a:gd name="T87" fmla="*/ 616 h 238"/>
                <a:gd name="T88" fmla="*/ 2566 w 473"/>
                <a:gd name="T89" fmla="*/ 615 h 238"/>
                <a:gd name="T90" fmla="*/ 3493 w 473"/>
                <a:gd name="T91" fmla="*/ 604 h 238"/>
                <a:gd name="T92" fmla="*/ 4451 w 473"/>
                <a:gd name="T93" fmla="*/ 587 h 238"/>
                <a:gd name="T94" fmla="*/ 5378 w 473"/>
                <a:gd name="T95" fmla="*/ 567 h 238"/>
                <a:gd name="T96" fmla="*/ 6336 w 473"/>
                <a:gd name="T97" fmla="*/ 536 h 238"/>
                <a:gd name="T98" fmla="*/ 7307 w 473"/>
                <a:gd name="T99" fmla="*/ 498 h 238"/>
                <a:gd name="T100" fmla="*/ 8282 w 473"/>
                <a:gd name="T101" fmla="*/ 449 h 238"/>
                <a:gd name="T102" fmla="*/ 9025 w 473"/>
                <a:gd name="T103" fmla="*/ 402 h 238"/>
                <a:gd name="T104" fmla="*/ 9580 w 473"/>
                <a:gd name="T105" fmla="*/ 348 h 238"/>
                <a:gd name="T106" fmla="*/ 9910 w 473"/>
                <a:gd name="T107" fmla="*/ 297 h 238"/>
                <a:gd name="T108" fmla="*/ 10133 w 473"/>
                <a:gd name="T109" fmla="*/ 244 h 2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73" h="238">
                  <a:moveTo>
                    <a:pt x="427" y="94"/>
                  </a:moveTo>
                  <a:lnTo>
                    <a:pt x="428" y="91"/>
                  </a:lnTo>
                  <a:lnTo>
                    <a:pt x="429" y="89"/>
                  </a:lnTo>
                  <a:lnTo>
                    <a:pt x="430" y="87"/>
                  </a:lnTo>
                  <a:lnTo>
                    <a:pt x="431" y="85"/>
                  </a:lnTo>
                  <a:lnTo>
                    <a:pt x="431" y="83"/>
                  </a:lnTo>
                  <a:lnTo>
                    <a:pt x="432" y="82"/>
                  </a:lnTo>
                  <a:lnTo>
                    <a:pt x="432" y="80"/>
                  </a:lnTo>
                  <a:lnTo>
                    <a:pt x="433" y="79"/>
                  </a:lnTo>
                  <a:lnTo>
                    <a:pt x="433" y="77"/>
                  </a:lnTo>
                  <a:lnTo>
                    <a:pt x="434" y="76"/>
                  </a:lnTo>
                  <a:lnTo>
                    <a:pt x="434" y="75"/>
                  </a:lnTo>
                  <a:lnTo>
                    <a:pt x="434" y="74"/>
                  </a:lnTo>
                  <a:lnTo>
                    <a:pt x="435" y="74"/>
                  </a:lnTo>
                  <a:lnTo>
                    <a:pt x="436" y="74"/>
                  </a:lnTo>
                  <a:lnTo>
                    <a:pt x="437" y="74"/>
                  </a:lnTo>
                  <a:lnTo>
                    <a:pt x="438" y="74"/>
                  </a:lnTo>
                  <a:lnTo>
                    <a:pt x="439" y="74"/>
                  </a:lnTo>
                  <a:lnTo>
                    <a:pt x="441" y="74"/>
                  </a:lnTo>
                  <a:lnTo>
                    <a:pt x="442" y="74"/>
                  </a:lnTo>
                  <a:lnTo>
                    <a:pt x="444" y="74"/>
                  </a:lnTo>
                  <a:lnTo>
                    <a:pt x="445" y="74"/>
                  </a:lnTo>
                  <a:lnTo>
                    <a:pt x="447" y="74"/>
                  </a:lnTo>
                  <a:lnTo>
                    <a:pt x="449" y="74"/>
                  </a:lnTo>
                  <a:lnTo>
                    <a:pt x="451" y="74"/>
                  </a:lnTo>
                  <a:lnTo>
                    <a:pt x="454" y="74"/>
                  </a:lnTo>
                  <a:lnTo>
                    <a:pt x="456" y="74"/>
                  </a:lnTo>
                  <a:lnTo>
                    <a:pt x="458" y="74"/>
                  </a:lnTo>
                  <a:lnTo>
                    <a:pt x="460" y="74"/>
                  </a:lnTo>
                  <a:lnTo>
                    <a:pt x="462" y="74"/>
                  </a:lnTo>
                  <a:lnTo>
                    <a:pt x="463" y="74"/>
                  </a:lnTo>
                  <a:lnTo>
                    <a:pt x="465" y="74"/>
                  </a:lnTo>
                  <a:lnTo>
                    <a:pt x="466" y="74"/>
                  </a:lnTo>
                  <a:lnTo>
                    <a:pt x="468" y="74"/>
                  </a:lnTo>
                  <a:lnTo>
                    <a:pt x="469" y="74"/>
                  </a:lnTo>
                  <a:lnTo>
                    <a:pt x="470" y="74"/>
                  </a:lnTo>
                  <a:lnTo>
                    <a:pt x="471" y="74"/>
                  </a:lnTo>
                  <a:lnTo>
                    <a:pt x="472" y="74"/>
                  </a:lnTo>
                  <a:lnTo>
                    <a:pt x="472" y="73"/>
                  </a:lnTo>
                  <a:lnTo>
                    <a:pt x="471" y="73"/>
                  </a:lnTo>
                  <a:lnTo>
                    <a:pt x="471" y="72"/>
                  </a:lnTo>
                  <a:lnTo>
                    <a:pt x="469" y="71"/>
                  </a:lnTo>
                  <a:lnTo>
                    <a:pt x="467" y="70"/>
                  </a:lnTo>
                  <a:lnTo>
                    <a:pt x="465" y="68"/>
                  </a:lnTo>
                  <a:lnTo>
                    <a:pt x="463" y="67"/>
                  </a:lnTo>
                  <a:lnTo>
                    <a:pt x="460" y="64"/>
                  </a:lnTo>
                  <a:lnTo>
                    <a:pt x="457" y="62"/>
                  </a:lnTo>
                  <a:lnTo>
                    <a:pt x="453" y="59"/>
                  </a:lnTo>
                  <a:lnTo>
                    <a:pt x="449" y="56"/>
                  </a:lnTo>
                  <a:lnTo>
                    <a:pt x="445" y="53"/>
                  </a:lnTo>
                  <a:lnTo>
                    <a:pt x="440" y="49"/>
                  </a:lnTo>
                  <a:lnTo>
                    <a:pt x="435" y="46"/>
                  </a:lnTo>
                  <a:lnTo>
                    <a:pt x="429" y="41"/>
                  </a:lnTo>
                  <a:lnTo>
                    <a:pt x="424" y="37"/>
                  </a:lnTo>
                  <a:lnTo>
                    <a:pt x="418" y="32"/>
                  </a:lnTo>
                  <a:lnTo>
                    <a:pt x="412" y="28"/>
                  </a:lnTo>
                  <a:lnTo>
                    <a:pt x="407" y="24"/>
                  </a:lnTo>
                  <a:lnTo>
                    <a:pt x="402" y="21"/>
                  </a:lnTo>
                  <a:lnTo>
                    <a:pt x="398" y="18"/>
                  </a:lnTo>
                  <a:lnTo>
                    <a:pt x="394" y="15"/>
                  </a:lnTo>
                  <a:lnTo>
                    <a:pt x="390" y="12"/>
                  </a:lnTo>
                  <a:lnTo>
                    <a:pt x="387" y="9"/>
                  </a:lnTo>
                  <a:lnTo>
                    <a:pt x="384" y="7"/>
                  </a:lnTo>
                  <a:lnTo>
                    <a:pt x="382" y="5"/>
                  </a:lnTo>
                  <a:lnTo>
                    <a:pt x="380" y="4"/>
                  </a:lnTo>
                  <a:lnTo>
                    <a:pt x="378" y="3"/>
                  </a:lnTo>
                  <a:lnTo>
                    <a:pt x="376" y="2"/>
                  </a:lnTo>
                  <a:lnTo>
                    <a:pt x="376" y="1"/>
                  </a:lnTo>
                  <a:lnTo>
                    <a:pt x="375" y="0"/>
                  </a:lnTo>
                  <a:lnTo>
                    <a:pt x="374" y="1"/>
                  </a:lnTo>
                  <a:lnTo>
                    <a:pt x="373" y="2"/>
                  </a:lnTo>
                  <a:lnTo>
                    <a:pt x="372" y="3"/>
                  </a:lnTo>
                  <a:lnTo>
                    <a:pt x="370" y="4"/>
                  </a:lnTo>
                  <a:lnTo>
                    <a:pt x="368" y="5"/>
                  </a:lnTo>
                  <a:lnTo>
                    <a:pt x="365" y="7"/>
                  </a:lnTo>
                  <a:lnTo>
                    <a:pt x="363" y="9"/>
                  </a:lnTo>
                  <a:lnTo>
                    <a:pt x="359" y="12"/>
                  </a:lnTo>
                  <a:lnTo>
                    <a:pt x="356" y="15"/>
                  </a:lnTo>
                  <a:lnTo>
                    <a:pt x="352" y="18"/>
                  </a:lnTo>
                  <a:lnTo>
                    <a:pt x="347" y="21"/>
                  </a:lnTo>
                  <a:lnTo>
                    <a:pt x="343" y="24"/>
                  </a:lnTo>
                  <a:lnTo>
                    <a:pt x="337" y="28"/>
                  </a:lnTo>
                  <a:lnTo>
                    <a:pt x="332" y="32"/>
                  </a:lnTo>
                  <a:lnTo>
                    <a:pt x="326" y="37"/>
                  </a:lnTo>
                  <a:lnTo>
                    <a:pt x="320" y="41"/>
                  </a:lnTo>
                  <a:lnTo>
                    <a:pt x="315" y="46"/>
                  </a:lnTo>
                  <a:lnTo>
                    <a:pt x="309" y="49"/>
                  </a:lnTo>
                  <a:lnTo>
                    <a:pt x="305" y="53"/>
                  </a:lnTo>
                  <a:lnTo>
                    <a:pt x="300" y="56"/>
                  </a:lnTo>
                  <a:lnTo>
                    <a:pt x="296" y="59"/>
                  </a:lnTo>
                  <a:lnTo>
                    <a:pt x="293" y="62"/>
                  </a:lnTo>
                  <a:lnTo>
                    <a:pt x="289" y="64"/>
                  </a:lnTo>
                  <a:lnTo>
                    <a:pt x="287" y="67"/>
                  </a:lnTo>
                  <a:lnTo>
                    <a:pt x="284" y="68"/>
                  </a:lnTo>
                  <a:lnTo>
                    <a:pt x="282" y="70"/>
                  </a:lnTo>
                  <a:lnTo>
                    <a:pt x="280" y="71"/>
                  </a:lnTo>
                  <a:lnTo>
                    <a:pt x="279" y="72"/>
                  </a:lnTo>
                  <a:lnTo>
                    <a:pt x="278" y="73"/>
                  </a:lnTo>
                  <a:lnTo>
                    <a:pt x="277" y="73"/>
                  </a:lnTo>
                  <a:lnTo>
                    <a:pt x="277" y="74"/>
                  </a:lnTo>
                  <a:lnTo>
                    <a:pt x="278" y="74"/>
                  </a:lnTo>
                  <a:lnTo>
                    <a:pt x="279" y="74"/>
                  </a:lnTo>
                  <a:lnTo>
                    <a:pt x="280" y="74"/>
                  </a:lnTo>
                  <a:lnTo>
                    <a:pt x="282" y="74"/>
                  </a:lnTo>
                  <a:lnTo>
                    <a:pt x="283" y="74"/>
                  </a:lnTo>
                  <a:lnTo>
                    <a:pt x="284" y="74"/>
                  </a:lnTo>
                  <a:lnTo>
                    <a:pt x="286" y="74"/>
                  </a:lnTo>
                  <a:lnTo>
                    <a:pt x="288" y="74"/>
                  </a:lnTo>
                  <a:lnTo>
                    <a:pt x="290" y="74"/>
                  </a:lnTo>
                  <a:lnTo>
                    <a:pt x="292" y="74"/>
                  </a:lnTo>
                  <a:lnTo>
                    <a:pt x="294" y="74"/>
                  </a:lnTo>
                  <a:lnTo>
                    <a:pt x="297" y="74"/>
                  </a:lnTo>
                  <a:lnTo>
                    <a:pt x="300" y="74"/>
                  </a:lnTo>
                  <a:lnTo>
                    <a:pt x="302" y="74"/>
                  </a:lnTo>
                  <a:lnTo>
                    <a:pt x="305" y="74"/>
                  </a:lnTo>
                  <a:lnTo>
                    <a:pt x="307" y="74"/>
                  </a:lnTo>
                  <a:lnTo>
                    <a:pt x="310" y="74"/>
                  </a:lnTo>
                  <a:lnTo>
                    <a:pt x="312" y="74"/>
                  </a:lnTo>
                  <a:lnTo>
                    <a:pt x="313" y="74"/>
                  </a:lnTo>
                  <a:lnTo>
                    <a:pt x="315" y="74"/>
                  </a:lnTo>
                  <a:lnTo>
                    <a:pt x="317" y="74"/>
                  </a:lnTo>
                  <a:lnTo>
                    <a:pt x="318" y="74"/>
                  </a:lnTo>
                  <a:lnTo>
                    <a:pt x="319" y="74"/>
                  </a:lnTo>
                  <a:lnTo>
                    <a:pt x="320" y="74"/>
                  </a:lnTo>
                  <a:lnTo>
                    <a:pt x="321" y="74"/>
                  </a:lnTo>
                  <a:lnTo>
                    <a:pt x="322" y="74"/>
                  </a:lnTo>
                  <a:lnTo>
                    <a:pt x="322" y="75"/>
                  </a:lnTo>
                  <a:lnTo>
                    <a:pt x="322" y="76"/>
                  </a:lnTo>
                  <a:lnTo>
                    <a:pt x="322" y="77"/>
                  </a:lnTo>
                  <a:lnTo>
                    <a:pt x="321" y="78"/>
                  </a:lnTo>
                  <a:lnTo>
                    <a:pt x="321" y="79"/>
                  </a:lnTo>
                  <a:lnTo>
                    <a:pt x="321" y="80"/>
                  </a:lnTo>
                  <a:lnTo>
                    <a:pt x="320" y="81"/>
                  </a:lnTo>
                  <a:lnTo>
                    <a:pt x="320" y="83"/>
                  </a:lnTo>
                  <a:lnTo>
                    <a:pt x="320" y="84"/>
                  </a:lnTo>
                  <a:lnTo>
                    <a:pt x="319" y="86"/>
                  </a:lnTo>
                  <a:lnTo>
                    <a:pt x="319" y="88"/>
                  </a:lnTo>
                  <a:lnTo>
                    <a:pt x="319" y="90"/>
                  </a:lnTo>
                  <a:lnTo>
                    <a:pt x="318" y="92"/>
                  </a:lnTo>
                  <a:lnTo>
                    <a:pt x="318" y="94"/>
                  </a:lnTo>
                  <a:lnTo>
                    <a:pt x="317" y="96"/>
                  </a:lnTo>
                  <a:lnTo>
                    <a:pt x="316" y="98"/>
                  </a:lnTo>
                  <a:lnTo>
                    <a:pt x="316" y="100"/>
                  </a:lnTo>
                  <a:lnTo>
                    <a:pt x="315" y="102"/>
                  </a:lnTo>
                  <a:lnTo>
                    <a:pt x="315" y="104"/>
                  </a:lnTo>
                  <a:lnTo>
                    <a:pt x="314" y="106"/>
                  </a:lnTo>
                  <a:lnTo>
                    <a:pt x="313" y="108"/>
                  </a:lnTo>
                  <a:lnTo>
                    <a:pt x="312" y="110"/>
                  </a:lnTo>
                  <a:lnTo>
                    <a:pt x="312" y="112"/>
                  </a:lnTo>
                  <a:lnTo>
                    <a:pt x="311" y="114"/>
                  </a:lnTo>
                  <a:lnTo>
                    <a:pt x="310" y="116"/>
                  </a:lnTo>
                  <a:lnTo>
                    <a:pt x="309" y="118"/>
                  </a:lnTo>
                  <a:lnTo>
                    <a:pt x="308" y="120"/>
                  </a:lnTo>
                  <a:lnTo>
                    <a:pt x="307" y="122"/>
                  </a:lnTo>
                  <a:lnTo>
                    <a:pt x="306" y="124"/>
                  </a:lnTo>
                  <a:lnTo>
                    <a:pt x="305" y="127"/>
                  </a:lnTo>
                  <a:lnTo>
                    <a:pt x="304" y="129"/>
                  </a:lnTo>
                  <a:lnTo>
                    <a:pt x="303" y="131"/>
                  </a:lnTo>
                  <a:lnTo>
                    <a:pt x="301" y="133"/>
                  </a:lnTo>
                  <a:lnTo>
                    <a:pt x="300" y="135"/>
                  </a:lnTo>
                  <a:lnTo>
                    <a:pt x="299" y="137"/>
                  </a:lnTo>
                  <a:lnTo>
                    <a:pt x="297" y="139"/>
                  </a:lnTo>
                  <a:lnTo>
                    <a:pt x="295" y="141"/>
                  </a:lnTo>
                  <a:lnTo>
                    <a:pt x="293" y="143"/>
                  </a:lnTo>
                  <a:lnTo>
                    <a:pt x="292" y="145"/>
                  </a:lnTo>
                  <a:lnTo>
                    <a:pt x="290" y="147"/>
                  </a:lnTo>
                  <a:lnTo>
                    <a:pt x="288" y="149"/>
                  </a:lnTo>
                  <a:lnTo>
                    <a:pt x="286" y="151"/>
                  </a:lnTo>
                  <a:lnTo>
                    <a:pt x="283" y="153"/>
                  </a:lnTo>
                  <a:lnTo>
                    <a:pt x="281" y="155"/>
                  </a:lnTo>
                  <a:lnTo>
                    <a:pt x="279" y="157"/>
                  </a:lnTo>
                  <a:lnTo>
                    <a:pt x="276" y="159"/>
                  </a:lnTo>
                  <a:lnTo>
                    <a:pt x="273" y="161"/>
                  </a:lnTo>
                  <a:lnTo>
                    <a:pt x="270" y="163"/>
                  </a:lnTo>
                  <a:lnTo>
                    <a:pt x="267" y="165"/>
                  </a:lnTo>
                  <a:lnTo>
                    <a:pt x="264" y="167"/>
                  </a:lnTo>
                  <a:lnTo>
                    <a:pt x="260" y="169"/>
                  </a:lnTo>
                  <a:lnTo>
                    <a:pt x="257" y="171"/>
                  </a:lnTo>
                  <a:lnTo>
                    <a:pt x="253" y="173"/>
                  </a:lnTo>
                  <a:lnTo>
                    <a:pt x="249" y="175"/>
                  </a:lnTo>
                  <a:lnTo>
                    <a:pt x="245" y="177"/>
                  </a:lnTo>
                  <a:lnTo>
                    <a:pt x="240" y="179"/>
                  </a:lnTo>
                  <a:lnTo>
                    <a:pt x="236" y="182"/>
                  </a:lnTo>
                  <a:lnTo>
                    <a:pt x="231" y="184"/>
                  </a:lnTo>
                  <a:lnTo>
                    <a:pt x="226" y="186"/>
                  </a:lnTo>
                  <a:lnTo>
                    <a:pt x="221" y="188"/>
                  </a:lnTo>
                  <a:lnTo>
                    <a:pt x="216" y="190"/>
                  </a:lnTo>
                  <a:lnTo>
                    <a:pt x="211" y="192"/>
                  </a:lnTo>
                  <a:lnTo>
                    <a:pt x="205" y="194"/>
                  </a:lnTo>
                  <a:lnTo>
                    <a:pt x="200" y="196"/>
                  </a:lnTo>
                  <a:lnTo>
                    <a:pt x="195" y="197"/>
                  </a:lnTo>
                  <a:lnTo>
                    <a:pt x="190" y="199"/>
                  </a:lnTo>
                  <a:lnTo>
                    <a:pt x="184" y="201"/>
                  </a:lnTo>
                  <a:lnTo>
                    <a:pt x="179" y="203"/>
                  </a:lnTo>
                  <a:lnTo>
                    <a:pt x="173" y="205"/>
                  </a:lnTo>
                  <a:lnTo>
                    <a:pt x="168" y="206"/>
                  </a:lnTo>
                  <a:lnTo>
                    <a:pt x="163" y="208"/>
                  </a:lnTo>
                  <a:lnTo>
                    <a:pt x="157" y="210"/>
                  </a:lnTo>
                  <a:lnTo>
                    <a:pt x="151" y="211"/>
                  </a:lnTo>
                  <a:lnTo>
                    <a:pt x="146" y="213"/>
                  </a:lnTo>
                  <a:lnTo>
                    <a:pt x="140" y="215"/>
                  </a:lnTo>
                  <a:lnTo>
                    <a:pt x="135" y="216"/>
                  </a:lnTo>
                  <a:lnTo>
                    <a:pt x="129" y="218"/>
                  </a:lnTo>
                  <a:lnTo>
                    <a:pt x="124" y="219"/>
                  </a:lnTo>
                  <a:lnTo>
                    <a:pt x="118" y="220"/>
                  </a:lnTo>
                  <a:lnTo>
                    <a:pt x="112" y="221"/>
                  </a:lnTo>
                  <a:lnTo>
                    <a:pt x="107" y="223"/>
                  </a:lnTo>
                  <a:lnTo>
                    <a:pt x="101" y="224"/>
                  </a:lnTo>
                  <a:lnTo>
                    <a:pt x="95" y="224"/>
                  </a:lnTo>
                  <a:lnTo>
                    <a:pt x="90" y="225"/>
                  </a:lnTo>
                  <a:lnTo>
                    <a:pt x="84" y="226"/>
                  </a:lnTo>
                  <a:lnTo>
                    <a:pt x="79" y="227"/>
                  </a:lnTo>
                  <a:lnTo>
                    <a:pt x="73" y="227"/>
                  </a:lnTo>
                  <a:lnTo>
                    <a:pt x="67" y="228"/>
                  </a:lnTo>
                  <a:lnTo>
                    <a:pt x="62" y="228"/>
                  </a:lnTo>
                  <a:lnTo>
                    <a:pt x="56" y="228"/>
                  </a:lnTo>
                  <a:lnTo>
                    <a:pt x="50" y="228"/>
                  </a:lnTo>
                  <a:lnTo>
                    <a:pt x="45" y="228"/>
                  </a:lnTo>
                  <a:lnTo>
                    <a:pt x="39" y="228"/>
                  </a:lnTo>
                  <a:lnTo>
                    <a:pt x="34" y="228"/>
                  </a:lnTo>
                  <a:lnTo>
                    <a:pt x="29" y="228"/>
                  </a:lnTo>
                  <a:lnTo>
                    <a:pt x="25" y="228"/>
                  </a:lnTo>
                  <a:lnTo>
                    <a:pt x="21" y="228"/>
                  </a:lnTo>
                  <a:lnTo>
                    <a:pt x="17" y="228"/>
                  </a:lnTo>
                  <a:lnTo>
                    <a:pt x="14" y="228"/>
                  </a:lnTo>
                  <a:lnTo>
                    <a:pt x="11" y="228"/>
                  </a:lnTo>
                  <a:lnTo>
                    <a:pt x="8" y="228"/>
                  </a:lnTo>
                  <a:lnTo>
                    <a:pt x="6" y="228"/>
                  </a:lnTo>
                  <a:lnTo>
                    <a:pt x="4" y="228"/>
                  </a:lnTo>
                  <a:lnTo>
                    <a:pt x="3" y="228"/>
                  </a:lnTo>
                  <a:lnTo>
                    <a:pt x="1" y="228"/>
                  </a:lnTo>
                  <a:lnTo>
                    <a:pt x="0" y="228"/>
                  </a:lnTo>
                  <a:lnTo>
                    <a:pt x="0" y="229"/>
                  </a:lnTo>
                  <a:lnTo>
                    <a:pt x="0" y="230"/>
                  </a:lnTo>
                  <a:lnTo>
                    <a:pt x="0" y="231"/>
                  </a:lnTo>
                  <a:lnTo>
                    <a:pt x="0" y="232"/>
                  </a:lnTo>
                  <a:lnTo>
                    <a:pt x="0" y="233"/>
                  </a:lnTo>
                  <a:lnTo>
                    <a:pt x="0" y="234"/>
                  </a:lnTo>
                  <a:lnTo>
                    <a:pt x="0" y="235"/>
                  </a:lnTo>
                  <a:lnTo>
                    <a:pt x="0" y="236"/>
                  </a:lnTo>
                  <a:lnTo>
                    <a:pt x="0" y="237"/>
                  </a:lnTo>
                  <a:lnTo>
                    <a:pt x="0" y="236"/>
                  </a:lnTo>
                  <a:lnTo>
                    <a:pt x="1" y="236"/>
                  </a:lnTo>
                  <a:lnTo>
                    <a:pt x="3" y="236"/>
                  </a:lnTo>
                  <a:lnTo>
                    <a:pt x="5" y="236"/>
                  </a:lnTo>
                  <a:lnTo>
                    <a:pt x="7" y="236"/>
                  </a:lnTo>
                  <a:lnTo>
                    <a:pt x="9" y="236"/>
                  </a:lnTo>
                  <a:lnTo>
                    <a:pt x="12" y="236"/>
                  </a:lnTo>
                  <a:lnTo>
                    <a:pt x="15" y="236"/>
                  </a:lnTo>
                  <a:lnTo>
                    <a:pt x="19" y="236"/>
                  </a:lnTo>
                  <a:lnTo>
                    <a:pt x="23" y="236"/>
                  </a:lnTo>
                  <a:lnTo>
                    <a:pt x="27" y="236"/>
                  </a:lnTo>
                  <a:lnTo>
                    <a:pt x="32" y="236"/>
                  </a:lnTo>
                  <a:lnTo>
                    <a:pt x="37" y="236"/>
                  </a:lnTo>
                  <a:lnTo>
                    <a:pt x="43" y="236"/>
                  </a:lnTo>
                  <a:lnTo>
                    <a:pt x="49" y="236"/>
                  </a:lnTo>
                  <a:lnTo>
                    <a:pt x="55" y="236"/>
                  </a:lnTo>
                  <a:lnTo>
                    <a:pt x="61" y="236"/>
                  </a:lnTo>
                  <a:lnTo>
                    <a:pt x="67" y="236"/>
                  </a:lnTo>
                  <a:lnTo>
                    <a:pt x="73" y="236"/>
                  </a:lnTo>
                  <a:lnTo>
                    <a:pt x="79" y="236"/>
                  </a:lnTo>
                  <a:lnTo>
                    <a:pt x="85" y="236"/>
                  </a:lnTo>
                  <a:lnTo>
                    <a:pt x="90" y="236"/>
                  </a:lnTo>
                  <a:lnTo>
                    <a:pt x="96" y="235"/>
                  </a:lnTo>
                  <a:lnTo>
                    <a:pt x="102" y="235"/>
                  </a:lnTo>
                  <a:lnTo>
                    <a:pt x="108" y="235"/>
                  </a:lnTo>
                  <a:lnTo>
                    <a:pt x="114" y="235"/>
                  </a:lnTo>
                  <a:lnTo>
                    <a:pt x="120" y="234"/>
                  </a:lnTo>
                  <a:lnTo>
                    <a:pt x="125" y="234"/>
                  </a:lnTo>
                  <a:lnTo>
                    <a:pt x="131" y="233"/>
                  </a:lnTo>
                  <a:lnTo>
                    <a:pt x="137" y="233"/>
                  </a:lnTo>
                  <a:lnTo>
                    <a:pt x="142" y="232"/>
                  </a:lnTo>
                  <a:lnTo>
                    <a:pt x="148" y="232"/>
                  </a:lnTo>
                  <a:lnTo>
                    <a:pt x="154" y="231"/>
                  </a:lnTo>
                  <a:lnTo>
                    <a:pt x="159" y="231"/>
                  </a:lnTo>
                  <a:lnTo>
                    <a:pt x="165" y="230"/>
                  </a:lnTo>
                  <a:lnTo>
                    <a:pt x="170" y="229"/>
                  </a:lnTo>
                  <a:lnTo>
                    <a:pt x="176" y="228"/>
                  </a:lnTo>
                  <a:lnTo>
                    <a:pt x="182" y="227"/>
                  </a:lnTo>
                  <a:lnTo>
                    <a:pt x="187" y="226"/>
                  </a:lnTo>
                  <a:lnTo>
                    <a:pt x="193" y="225"/>
                  </a:lnTo>
                  <a:lnTo>
                    <a:pt x="199" y="224"/>
                  </a:lnTo>
                  <a:lnTo>
                    <a:pt x="204" y="223"/>
                  </a:lnTo>
                  <a:lnTo>
                    <a:pt x="210" y="222"/>
                  </a:lnTo>
                  <a:lnTo>
                    <a:pt x="215" y="220"/>
                  </a:lnTo>
                  <a:lnTo>
                    <a:pt x="221" y="219"/>
                  </a:lnTo>
                  <a:lnTo>
                    <a:pt x="227" y="218"/>
                  </a:lnTo>
                  <a:lnTo>
                    <a:pt x="232" y="216"/>
                  </a:lnTo>
                  <a:lnTo>
                    <a:pt x="238" y="215"/>
                  </a:lnTo>
                  <a:lnTo>
                    <a:pt x="244" y="213"/>
                  </a:lnTo>
                  <a:lnTo>
                    <a:pt x="249" y="211"/>
                  </a:lnTo>
                  <a:lnTo>
                    <a:pt x="255" y="210"/>
                  </a:lnTo>
                  <a:lnTo>
                    <a:pt x="261" y="208"/>
                  </a:lnTo>
                  <a:lnTo>
                    <a:pt x="267" y="206"/>
                  </a:lnTo>
                  <a:lnTo>
                    <a:pt x="272" y="204"/>
                  </a:lnTo>
                  <a:lnTo>
                    <a:pt x="278" y="202"/>
                  </a:lnTo>
                  <a:lnTo>
                    <a:pt x="284" y="200"/>
                  </a:lnTo>
                  <a:lnTo>
                    <a:pt x="290" y="198"/>
                  </a:lnTo>
                  <a:lnTo>
                    <a:pt x="296" y="195"/>
                  </a:lnTo>
                  <a:lnTo>
                    <a:pt x="302" y="193"/>
                  </a:lnTo>
                  <a:lnTo>
                    <a:pt x="308" y="191"/>
                  </a:lnTo>
                  <a:lnTo>
                    <a:pt x="314" y="189"/>
                  </a:lnTo>
                  <a:lnTo>
                    <a:pt x="320" y="186"/>
                  </a:lnTo>
                  <a:lnTo>
                    <a:pt x="326" y="184"/>
                  </a:lnTo>
                  <a:lnTo>
                    <a:pt x="332" y="181"/>
                  </a:lnTo>
                  <a:lnTo>
                    <a:pt x="338" y="178"/>
                  </a:lnTo>
                  <a:lnTo>
                    <a:pt x="343" y="176"/>
                  </a:lnTo>
                  <a:lnTo>
                    <a:pt x="349" y="173"/>
                  </a:lnTo>
                  <a:lnTo>
                    <a:pt x="354" y="170"/>
                  </a:lnTo>
                  <a:lnTo>
                    <a:pt x="359" y="168"/>
                  </a:lnTo>
                  <a:lnTo>
                    <a:pt x="364" y="165"/>
                  </a:lnTo>
                  <a:lnTo>
                    <a:pt x="368" y="162"/>
                  </a:lnTo>
                  <a:lnTo>
                    <a:pt x="373" y="159"/>
                  </a:lnTo>
                  <a:lnTo>
                    <a:pt x="377" y="156"/>
                  </a:lnTo>
                  <a:lnTo>
                    <a:pt x="381" y="154"/>
                  </a:lnTo>
                  <a:lnTo>
                    <a:pt x="384" y="151"/>
                  </a:lnTo>
                  <a:lnTo>
                    <a:pt x="388" y="148"/>
                  </a:lnTo>
                  <a:lnTo>
                    <a:pt x="391" y="145"/>
                  </a:lnTo>
                  <a:lnTo>
                    <a:pt x="394" y="142"/>
                  </a:lnTo>
                  <a:lnTo>
                    <a:pt x="397" y="139"/>
                  </a:lnTo>
                  <a:lnTo>
                    <a:pt x="400" y="136"/>
                  </a:lnTo>
                  <a:lnTo>
                    <a:pt x="403" y="133"/>
                  </a:lnTo>
                  <a:lnTo>
                    <a:pt x="405" y="130"/>
                  </a:lnTo>
                  <a:lnTo>
                    <a:pt x="408" y="127"/>
                  </a:lnTo>
                  <a:lnTo>
                    <a:pt x="410" y="124"/>
                  </a:lnTo>
                  <a:lnTo>
                    <a:pt x="412" y="121"/>
                  </a:lnTo>
                  <a:lnTo>
                    <a:pt x="414" y="118"/>
                  </a:lnTo>
                  <a:lnTo>
                    <a:pt x="416" y="115"/>
                  </a:lnTo>
                  <a:lnTo>
                    <a:pt x="418" y="113"/>
                  </a:lnTo>
                  <a:lnTo>
                    <a:pt x="420" y="110"/>
                  </a:lnTo>
                  <a:lnTo>
                    <a:pt x="421" y="107"/>
                  </a:lnTo>
                  <a:lnTo>
                    <a:pt x="423" y="104"/>
                  </a:lnTo>
                  <a:lnTo>
                    <a:pt x="424" y="102"/>
                  </a:lnTo>
                  <a:lnTo>
                    <a:pt x="425" y="99"/>
                  </a:lnTo>
                  <a:lnTo>
                    <a:pt x="426" y="96"/>
                  </a:lnTo>
                  <a:lnTo>
                    <a:pt x="427" y="94"/>
                  </a:lnTo>
                  <a:close/>
                </a:path>
              </a:pathLst>
            </a:custGeom>
            <a:solidFill>
              <a:srgbClr val="BB3023"/>
            </a:solidFill>
            <a:ln>
              <a:noFill/>
            </a:ln>
            <a:effectLst/>
          </p:spPr>
          <p:txBody>
            <a:bodyPr wrap="none" anchor="ctr"/>
            <a:lstStyle/>
            <a:p>
              <a:pPr eaLnBrk="0" fontAlgn="base" hangingPunct="0">
                <a:spcBef>
                  <a:spcPct val="0"/>
                </a:spcBef>
                <a:spcAft>
                  <a:spcPct val="0"/>
                </a:spcAft>
              </a:pPr>
              <a:endParaRPr lang="en-GB"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Text Box 36">
              <a:extLst>
                <a:ext uri="{FF2B5EF4-FFF2-40B4-BE49-F238E27FC236}">
                  <a16:creationId xmlns:a16="http://schemas.microsoft.com/office/drawing/2014/main" id="{A781644F-789E-E04B-6759-EBEABB42A62C}"/>
                </a:ext>
              </a:extLst>
            </p:cNvPr>
            <p:cNvSpPr txBox="1">
              <a:spLocks noChangeArrowheads="1"/>
            </p:cNvSpPr>
            <p:nvPr/>
          </p:nvSpPr>
          <p:spPr bwMode="gray">
            <a:xfrm>
              <a:off x="439656" y="1654278"/>
              <a:ext cx="1411451" cy="371096"/>
            </a:xfrm>
            <a:prstGeom prst="rect">
              <a:avLst/>
            </a:prstGeom>
            <a:noFill/>
            <a:ln>
              <a:noFill/>
            </a:ln>
            <a:effectLst/>
            <a:extLst>
              <a:ext uri="{909E8E84-426E-40DD-AFC4-6F175D3DCCD1}">
                <a14:hiddenFill xmlns:a14="http://schemas.microsoft.com/office/drawing/2010/main">
                  <a:solidFill>
                    <a:srgbClr val="EEEEEE"/>
                  </a:solidFill>
                </a14:hiddenFill>
              </a:ext>
              <a:ext uri="{91240B29-F687-4F45-9708-019B960494DF}">
                <a14:hiddenLine xmlns:a14="http://schemas.microsoft.com/office/drawing/2010/main" w="317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0960" rIns="6096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Generate</a:t>
              </a:r>
            </a:p>
          </p:txBody>
        </p:sp>
        <p:sp>
          <p:nvSpPr>
            <p:cNvPr id="53" name="Text Box 37">
              <a:extLst>
                <a:ext uri="{FF2B5EF4-FFF2-40B4-BE49-F238E27FC236}">
                  <a16:creationId xmlns:a16="http://schemas.microsoft.com/office/drawing/2014/main" id="{6D031547-4DDA-EADB-C0E2-200A94FC4E5B}"/>
                </a:ext>
              </a:extLst>
            </p:cNvPr>
            <p:cNvSpPr txBox="1">
              <a:spLocks noChangeArrowheads="1"/>
            </p:cNvSpPr>
            <p:nvPr/>
          </p:nvSpPr>
          <p:spPr bwMode="gray">
            <a:xfrm>
              <a:off x="3314733" y="3274946"/>
              <a:ext cx="1409307" cy="1141173"/>
            </a:xfrm>
            <a:prstGeom prst="rect">
              <a:avLst/>
            </a:prstGeom>
            <a:noFill/>
            <a:ln>
              <a:noFill/>
            </a:ln>
            <a:effectLst/>
          </p:spPr>
          <p:txBody>
            <a:bodyPr lIns="76200" tIns="76200" rIns="76200" bIns="76200"/>
            <a:lstStyle>
              <a:lvl1pPr defTabSz="360363">
                <a:defRPr sz="1400">
                  <a:solidFill>
                    <a:schemeClr val="tx1"/>
                  </a:solidFill>
                  <a:latin typeface="Arial" pitchFamily="34" charset="0"/>
                </a:defRPr>
              </a:lvl1pPr>
              <a:lvl2pPr marL="742950" indent="-285750" defTabSz="360363">
                <a:defRPr sz="1400">
                  <a:solidFill>
                    <a:schemeClr val="tx1"/>
                  </a:solidFill>
                  <a:latin typeface="Arial" pitchFamily="34" charset="0"/>
                </a:defRPr>
              </a:lvl2pPr>
              <a:lvl3pPr marL="1143000" indent="-228600" defTabSz="360363">
                <a:defRPr sz="1400">
                  <a:solidFill>
                    <a:schemeClr val="tx1"/>
                  </a:solidFill>
                  <a:latin typeface="Arial" pitchFamily="34" charset="0"/>
                </a:defRPr>
              </a:lvl3pPr>
              <a:lvl4pPr marL="1600200" indent="-228600" defTabSz="360363">
                <a:defRPr sz="1400">
                  <a:solidFill>
                    <a:schemeClr val="tx1"/>
                  </a:solidFill>
                  <a:latin typeface="Arial" pitchFamily="34" charset="0"/>
                </a:defRPr>
              </a:lvl4pPr>
              <a:lvl5pPr marL="2057400" indent="-228600" defTabSz="360363">
                <a:defRPr sz="1400">
                  <a:solidFill>
                    <a:schemeClr val="tx1"/>
                  </a:solidFill>
                  <a:latin typeface="Arial" pitchFamily="34" charset="0"/>
                </a:defRPr>
              </a:lvl5pPr>
              <a:lvl6pPr marL="2514600" indent="-228600" defTabSz="360363" eaLnBrk="0" fontAlgn="base" hangingPunct="0">
                <a:spcBef>
                  <a:spcPct val="0"/>
                </a:spcBef>
                <a:spcAft>
                  <a:spcPct val="0"/>
                </a:spcAft>
                <a:defRPr sz="1400">
                  <a:solidFill>
                    <a:schemeClr val="tx1"/>
                  </a:solidFill>
                  <a:latin typeface="Arial" pitchFamily="34" charset="0"/>
                </a:defRPr>
              </a:lvl6pPr>
              <a:lvl7pPr marL="2971800" indent="-228600" defTabSz="360363" eaLnBrk="0" fontAlgn="base" hangingPunct="0">
                <a:spcBef>
                  <a:spcPct val="0"/>
                </a:spcBef>
                <a:spcAft>
                  <a:spcPct val="0"/>
                </a:spcAft>
                <a:defRPr sz="1400">
                  <a:solidFill>
                    <a:schemeClr val="tx1"/>
                  </a:solidFill>
                  <a:latin typeface="Arial" pitchFamily="34" charset="0"/>
                </a:defRPr>
              </a:lvl7pPr>
              <a:lvl8pPr marL="3429000" indent="-228600" defTabSz="360363" eaLnBrk="0" fontAlgn="base" hangingPunct="0">
                <a:spcBef>
                  <a:spcPct val="0"/>
                </a:spcBef>
                <a:spcAft>
                  <a:spcPct val="0"/>
                </a:spcAft>
                <a:defRPr sz="1400">
                  <a:solidFill>
                    <a:schemeClr val="tx1"/>
                  </a:solidFill>
                  <a:latin typeface="Arial" pitchFamily="34" charset="0"/>
                </a:defRPr>
              </a:lvl8pPr>
              <a:lvl9pPr marL="3886200" indent="-228600" defTabSz="360363" eaLnBrk="0" fontAlgn="base" hangingPunct="0">
                <a:spcBef>
                  <a:spcPct val="0"/>
                </a:spcBef>
                <a:spcAft>
                  <a:spcPct val="0"/>
                </a:spcAft>
                <a:defRPr sz="1400">
                  <a:solidFill>
                    <a:schemeClr val="tx1"/>
                  </a:solidFill>
                  <a:latin typeface="Arial" pitchFamily="34" charset="0"/>
                </a:defRPr>
              </a:lvl9pPr>
            </a:lstStyle>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Screen</a:t>
              </a:r>
            </a:p>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Spot-check</a:t>
              </a:r>
            </a:p>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Rank</a:t>
              </a:r>
            </a:p>
            <a:p>
              <a:pPr eaLnBrk="0" fontAlgn="base" hangingPunct="0">
                <a:spcBef>
                  <a:spcPct val="0"/>
                </a:spcBef>
                <a:spcAft>
                  <a:spcPct val="0"/>
                </a:spcAft>
              </a:pPr>
              <a:r>
                <a:rPr lang="en-US" sz="1333" dirty="0">
                  <a:solidFill>
                    <a:srgbClr val="1E344D"/>
                  </a:solidFill>
                  <a:latin typeface="Alibaba PuHuiTi Medium" pitchFamily="18" charset="-122"/>
                  <a:ea typeface="Alibaba PuHuiTi Medium" pitchFamily="18" charset="-122"/>
                  <a:cs typeface="Alibaba PuHuiTi Medium" pitchFamily="18" charset="-122"/>
                </a:rPr>
                <a:t>Enrich</a:t>
              </a:r>
            </a:p>
          </p:txBody>
        </p:sp>
        <p:sp>
          <p:nvSpPr>
            <p:cNvPr id="54" name="AutoShape 38">
              <a:extLst>
                <a:ext uri="{FF2B5EF4-FFF2-40B4-BE49-F238E27FC236}">
                  <a16:creationId xmlns:a16="http://schemas.microsoft.com/office/drawing/2014/main" id="{78A99372-EC66-FFBF-8578-8B839BAE9E96}"/>
                </a:ext>
              </a:extLst>
            </p:cNvPr>
            <p:cNvSpPr>
              <a:spLocks noChangeArrowheads="1"/>
            </p:cNvSpPr>
            <p:nvPr/>
          </p:nvSpPr>
          <p:spPr bwMode="gray">
            <a:xfrm>
              <a:off x="1973375" y="2332118"/>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AutoShape 39">
              <a:extLst>
                <a:ext uri="{FF2B5EF4-FFF2-40B4-BE49-F238E27FC236}">
                  <a16:creationId xmlns:a16="http://schemas.microsoft.com/office/drawing/2014/main" id="{D06E49EC-351E-F38C-A8CF-71BC53B9294C}"/>
                </a:ext>
              </a:extLst>
            </p:cNvPr>
            <p:cNvSpPr>
              <a:spLocks noChangeArrowheads="1"/>
            </p:cNvSpPr>
            <p:nvPr/>
          </p:nvSpPr>
          <p:spPr bwMode="gray">
            <a:xfrm>
              <a:off x="1567959" y="2887263"/>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AutoShape 40">
              <a:extLst>
                <a:ext uri="{FF2B5EF4-FFF2-40B4-BE49-F238E27FC236}">
                  <a16:creationId xmlns:a16="http://schemas.microsoft.com/office/drawing/2014/main" id="{A2BF339C-1C6B-350A-1359-A34FD3B91BF3}"/>
                </a:ext>
              </a:extLst>
            </p:cNvPr>
            <p:cNvSpPr>
              <a:spLocks noChangeArrowheads="1"/>
            </p:cNvSpPr>
            <p:nvPr/>
          </p:nvSpPr>
          <p:spPr bwMode="gray">
            <a:xfrm>
              <a:off x="1682498" y="3442409"/>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AutoShape 41">
              <a:extLst>
                <a:ext uri="{FF2B5EF4-FFF2-40B4-BE49-F238E27FC236}">
                  <a16:creationId xmlns:a16="http://schemas.microsoft.com/office/drawing/2014/main" id="{21309C21-D556-AA7E-66BE-2AC9E4912D9D}"/>
                </a:ext>
              </a:extLst>
            </p:cNvPr>
            <p:cNvSpPr>
              <a:spLocks noChangeArrowheads="1"/>
            </p:cNvSpPr>
            <p:nvPr/>
          </p:nvSpPr>
          <p:spPr bwMode="gray">
            <a:xfrm>
              <a:off x="1567959" y="3997554"/>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8" name="AutoShape 42">
              <a:extLst>
                <a:ext uri="{FF2B5EF4-FFF2-40B4-BE49-F238E27FC236}">
                  <a16:creationId xmlns:a16="http://schemas.microsoft.com/office/drawing/2014/main" id="{40EAE2CE-B303-F70F-4856-5F76E074A72D}"/>
                </a:ext>
              </a:extLst>
            </p:cNvPr>
            <p:cNvSpPr>
              <a:spLocks noChangeArrowheads="1"/>
            </p:cNvSpPr>
            <p:nvPr/>
          </p:nvSpPr>
          <p:spPr bwMode="gray">
            <a:xfrm>
              <a:off x="2052743" y="4552699"/>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AutoShape 43">
              <a:extLst>
                <a:ext uri="{FF2B5EF4-FFF2-40B4-BE49-F238E27FC236}">
                  <a16:creationId xmlns:a16="http://schemas.microsoft.com/office/drawing/2014/main" id="{73825B22-FF64-2E3D-E22B-638AEA6B3D56}"/>
                </a:ext>
              </a:extLst>
            </p:cNvPr>
            <p:cNvSpPr>
              <a:spLocks noChangeArrowheads="1"/>
            </p:cNvSpPr>
            <p:nvPr/>
          </p:nvSpPr>
          <p:spPr bwMode="gray">
            <a:xfrm>
              <a:off x="1973375" y="5107847"/>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AutoShape 44">
              <a:extLst>
                <a:ext uri="{FF2B5EF4-FFF2-40B4-BE49-F238E27FC236}">
                  <a16:creationId xmlns:a16="http://schemas.microsoft.com/office/drawing/2014/main" id="{7D8D6E8D-CC2C-083F-4D47-7051C1913DA8}"/>
                </a:ext>
              </a:extLst>
            </p:cNvPr>
            <p:cNvSpPr>
              <a:spLocks noChangeArrowheads="1"/>
            </p:cNvSpPr>
            <p:nvPr/>
          </p:nvSpPr>
          <p:spPr bwMode="gray">
            <a:xfrm rot="13500000">
              <a:off x="6793331" y="4605883"/>
              <a:ext cx="566296" cy="274568"/>
            </a:xfrm>
            <a:prstGeom prst="rightArrow">
              <a:avLst>
                <a:gd name="adj1" fmla="val 50000"/>
                <a:gd name="adj2" fmla="val 51563"/>
              </a:avLst>
            </a:prstGeom>
            <a:solidFill>
              <a:srgbClr val="BB3023"/>
            </a:solidFill>
            <a:ln>
              <a:noFill/>
            </a:ln>
            <a:effectLst/>
          </p:spPr>
          <p:txBody>
            <a:bodyPr vert="eaVert"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AutoShape 45">
              <a:extLst>
                <a:ext uri="{FF2B5EF4-FFF2-40B4-BE49-F238E27FC236}">
                  <a16:creationId xmlns:a16="http://schemas.microsoft.com/office/drawing/2014/main" id="{5DC1AD71-847B-2462-1997-6172292B7DC4}"/>
                </a:ext>
              </a:extLst>
            </p:cNvPr>
            <p:cNvSpPr>
              <a:spLocks noChangeArrowheads="1"/>
            </p:cNvSpPr>
            <p:nvPr/>
          </p:nvSpPr>
          <p:spPr bwMode="gray">
            <a:xfrm rot="13500000">
              <a:off x="7273825" y="4676669"/>
              <a:ext cx="566296" cy="274568"/>
            </a:xfrm>
            <a:prstGeom prst="rightArrow">
              <a:avLst>
                <a:gd name="adj1" fmla="val 50000"/>
                <a:gd name="adj2" fmla="val 51563"/>
              </a:avLst>
            </a:prstGeom>
            <a:solidFill>
              <a:srgbClr val="BB3023"/>
            </a:solidFill>
            <a:ln>
              <a:noFill/>
            </a:ln>
            <a:effectLst/>
          </p:spPr>
          <p:txBody>
            <a:bodyPr vert="eaVert"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AutoShape 46">
              <a:extLst>
                <a:ext uri="{FF2B5EF4-FFF2-40B4-BE49-F238E27FC236}">
                  <a16:creationId xmlns:a16="http://schemas.microsoft.com/office/drawing/2014/main" id="{773EE131-C672-26B1-99E8-3318EBCA1956}"/>
                </a:ext>
              </a:extLst>
            </p:cNvPr>
            <p:cNvSpPr>
              <a:spLocks noChangeArrowheads="1"/>
            </p:cNvSpPr>
            <p:nvPr/>
          </p:nvSpPr>
          <p:spPr bwMode="gray">
            <a:xfrm rot="13500000">
              <a:off x="6793331" y="5062781"/>
              <a:ext cx="566296" cy="274568"/>
            </a:xfrm>
            <a:prstGeom prst="rightArrow">
              <a:avLst>
                <a:gd name="adj1" fmla="val 50000"/>
                <a:gd name="adj2" fmla="val 51563"/>
              </a:avLst>
            </a:prstGeom>
            <a:solidFill>
              <a:srgbClr val="BB3023"/>
            </a:solidFill>
            <a:ln>
              <a:noFill/>
            </a:ln>
            <a:effectLst/>
          </p:spPr>
          <p:txBody>
            <a:bodyPr vert="eaVert"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AutoShape 47">
              <a:extLst>
                <a:ext uri="{FF2B5EF4-FFF2-40B4-BE49-F238E27FC236}">
                  <a16:creationId xmlns:a16="http://schemas.microsoft.com/office/drawing/2014/main" id="{6C8B4E2B-2A93-1A09-BA99-7005D5B1EF1D}"/>
                </a:ext>
              </a:extLst>
            </p:cNvPr>
            <p:cNvSpPr>
              <a:spLocks noChangeArrowheads="1"/>
            </p:cNvSpPr>
            <p:nvPr/>
          </p:nvSpPr>
          <p:spPr bwMode="gray">
            <a:xfrm>
              <a:off x="9052081" y="3526915"/>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sp>
          <p:nvSpPr>
            <p:cNvPr id="64" name="AutoShape 48">
              <a:extLst>
                <a:ext uri="{FF2B5EF4-FFF2-40B4-BE49-F238E27FC236}">
                  <a16:creationId xmlns:a16="http://schemas.microsoft.com/office/drawing/2014/main" id="{560F6772-536C-B439-A480-515AE848266E}"/>
                </a:ext>
              </a:extLst>
            </p:cNvPr>
            <p:cNvSpPr>
              <a:spLocks noChangeArrowheads="1"/>
            </p:cNvSpPr>
            <p:nvPr/>
          </p:nvSpPr>
          <p:spPr bwMode="gray">
            <a:xfrm>
              <a:off x="9052081" y="3846531"/>
              <a:ext cx="566296" cy="274568"/>
            </a:xfrm>
            <a:prstGeom prst="rightArrow">
              <a:avLst>
                <a:gd name="adj1" fmla="val 50000"/>
                <a:gd name="adj2" fmla="val 51563"/>
              </a:avLst>
            </a:prstGeom>
            <a:solidFill>
              <a:srgbClr val="BB3023"/>
            </a:solidFill>
            <a:ln>
              <a:noFill/>
            </a:ln>
            <a:effectLst/>
          </p:spPr>
          <p:txBody>
            <a:bodyPr wrap="none" anchor="ctr"/>
            <a:lstStyle/>
            <a:p>
              <a:pPr algn="ctr" eaLnBrk="0" fontAlgn="base" hangingPunct="0">
                <a:spcBef>
                  <a:spcPct val="0"/>
                </a:spcBef>
                <a:spcAft>
                  <a:spcPct val="0"/>
                </a:spcAft>
              </a:pPr>
              <a:endParaRPr lang="en-US" sz="1333">
                <a:solidFill>
                  <a:srgbClr val="1E344D"/>
                </a:solidFill>
                <a:latin typeface="Alibaba PuHuiTi Medium" pitchFamily="18" charset="-122"/>
                <a:ea typeface="Alibaba PuHuiTi Medium" pitchFamily="18" charset="-122"/>
                <a:cs typeface="Alibaba PuHuiTi Medium" pitchFamily="18" charset="-122"/>
              </a:endParaRPr>
            </a:p>
          </p:txBody>
        </p:sp>
      </p:grpSp>
    </p:spTree>
    <p:extLst>
      <p:ext uri="{BB962C8B-B14F-4D97-AF65-F5344CB8AC3E}">
        <p14:creationId xmlns:p14="http://schemas.microsoft.com/office/powerpoint/2010/main" val="117975293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83159822-94AB-88E7-CB64-605F74ED6406}"/>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9EBC9DF-C0B7-CC29-2C55-EC82E467BBB7}"/>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8A8A6790-9AFE-D69B-87B4-9D916BB37BD0}"/>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A621CF46-A71C-ABE1-59F4-12994120778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65EB4306-554A-6B32-5C34-8ECEA47CECB9}"/>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B796625-E421-77F5-2881-45460F9BB42E}"/>
              </a:ext>
            </a:extLst>
          </p:cNvPr>
          <p:cNvGrpSpPr/>
          <p:nvPr/>
        </p:nvGrpSpPr>
        <p:grpSpPr>
          <a:xfrm>
            <a:off x="2212826" y="287981"/>
            <a:ext cx="356205" cy="355288"/>
            <a:chOff x="2323294" y="287981"/>
            <a:chExt cx="356205" cy="355288"/>
          </a:xfrm>
        </p:grpSpPr>
        <p:sp>
          <p:nvSpPr>
            <p:cNvPr id="11" name="Google Shape;7166;p80">
              <a:extLst>
                <a:ext uri="{FF2B5EF4-FFF2-40B4-BE49-F238E27FC236}">
                  <a16:creationId xmlns:a16="http://schemas.microsoft.com/office/drawing/2014/main" id="{41E05837-627B-07C4-AEEE-E9F6327A36E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3E8BBE05-16BB-85F4-1861-D5706DA6555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E7153DB1-08D6-1589-65FC-8910C553083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4D1FA895-AF64-272D-BBC5-D6007903195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 name="组合 118">
            <a:extLst>
              <a:ext uri="{FF2B5EF4-FFF2-40B4-BE49-F238E27FC236}">
                <a16:creationId xmlns:a16="http://schemas.microsoft.com/office/drawing/2014/main" id="{E03596A1-7C09-0C6F-7343-B4D5910149E7}"/>
              </a:ext>
            </a:extLst>
          </p:cNvPr>
          <p:cNvGrpSpPr/>
          <p:nvPr/>
        </p:nvGrpSpPr>
        <p:grpSpPr>
          <a:xfrm>
            <a:off x="4528843" y="3391254"/>
            <a:ext cx="7268442" cy="3939988"/>
            <a:chOff x="5998031" y="3511631"/>
            <a:chExt cx="5950077" cy="3225345"/>
          </a:xfrm>
        </p:grpSpPr>
        <p:sp>
          <p:nvSpPr>
            <p:cNvPr id="2" name="TextBox 4">
              <a:extLst>
                <a:ext uri="{FF2B5EF4-FFF2-40B4-BE49-F238E27FC236}">
                  <a16:creationId xmlns:a16="http://schemas.microsoft.com/office/drawing/2014/main" id="{C36B263E-99DD-0EF7-A4E5-5CEB3E8DD9A6}"/>
                </a:ext>
              </a:extLst>
            </p:cNvPr>
            <p:cNvSpPr txBox="1"/>
            <p:nvPr/>
          </p:nvSpPr>
          <p:spPr>
            <a:xfrm>
              <a:off x="6600407" y="3872599"/>
              <a:ext cx="2180103" cy="2864377"/>
            </a:xfrm>
            <a:prstGeom prst="rect">
              <a:avLst/>
            </a:prstGeom>
            <a:noFill/>
          </p:spPr>
          <p:txBody>
            <a:bodyPr wrap="square" lIns="0" tIns="0" rIns="0" bIns="0" rtlCol="0" anchor="t">
              <a:noAutofit/>
            </a:bodyPr>
            <a:lstStyle/>
            <a:p>
              <a:pPr marL="0" marR="0" lvl="0" indent="0" algn="l" defTabSz="389626" rtl="0" eaLnBrk="1" fontAlgn="auto" latinLnBrk="0" hangingPunct="1">
                <a:lnSpc>
                  <a:spcPct val="114000"/>
                </a:lnSpc>
                <a:spcBef>
                  <a:spcPts val="0"/>
                </a:spcBef>
                <a:spcAft>
                  <a:spcPts val="15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Assess the most comprehensive conventional and renewable power market intelligence </a:t>
              </a:r>
              <a:b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b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in a single interface</a:t>
              </a:r>
            </a:p>
            <a:p>
              <a:pPr marL="0" marR="0" lvl="0" indent="0" algn="l" defTabSz="389626" rtl="0" eaLnBrk="1" fontAlgn="auto" latinLnBrk="0" hangingPunct="1">
                <a:lnSpc>
                  <a:spcPct val="114000"/>
                </a:lnSpc>
                <a:spcBef>
                  <a:spcPts val="0"/>
                </a:spcBef>
                <a:spcAft>
                  <a:spcPts val="15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Analyze LCOE across global technologies, countries, and portfolio levels</a:t>
              </a:r>
            </a:p>
            <a:p>
              <a:pPr marL="0" marR="0" lvl="0" indent="0" algn="l" defTabSz="389626" rtl="0" eaLnBrk="1" fontAlgn="auto" latinLnBrk="0" hangingPunct="1">
                <a:lnSpc>
                  <a:spcPct val="114000"/>
                </a:lnSpc>
                <a:spcBef>
                  <a:spcPts val="0"/>
                </a:spcBef>
                <a:spcAft>
                  <a:spcPts val="15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Screen assets by technology, development status, capacity, owner and forward views on installation levels</a:t>
              </a:r>
            </a:p>
          </p:txBody>
        </p:sp>
        <p:sp>
          <p:nvSpPr>
            <p:cNvPr id="3" name="TextBox 24">
              <a:extLst>
                <a:ext uri="{FF2B5EF4-FFF2-40B4-BE49-F238E27FC236}">
                  <a16:creationId xmlns:a16="http://schemas.microsoft.com/office/drawing/2014/main" id="{F3ABB147-F529-55F2-73A7-2EA558CA479B}"/>
                </a:ext>
              </a:extLst>
            </p:cNvPr>
            <p:cNvSpPr txBox="1"/>
            <p:nvPr/>
          </p:nvSpPr>
          <p:spPr>
            <a:xfrm>
              <a:off x="5998031" y="3511631"/>
              <a:ext cx="2603850" cy="311150"/>
            </a:xfrm>
            <a:prstGeom prst="rect">
              <a:avLst/>
            </a:prstGeom>
            <a:noFill/>
          </p:spPr>
          <p:txBody>
            <a:bodyPr wrap="square" lIns="67417" tIns="35057" rIns="67417" bIns="35057" rtlCol="0" anchor="t">
              <a:noAutofit/>
            </a:bodyPr>
            <a:lstStyle/>
            <a:p>
              <a:pPr marL="0" marR="0" lvl="0" indent="0" algn="l" defTabSz="389626" rtl="0" eaLnBrk="1" fontAlgn="auto" latinLnBrk="0" hangingPunct="1">
                <a:lnSpc>
                  <a:spcPct val="120000"/>
                </a:lnSpc>
                <a:spcBef>
                  <a:spcPts val="0"/>
                </a:spcBef>
                <a:spcAft>
                  <a:spcPts val="1500"/>
                </a:spcAft>
                <a:buClr>
                  <a:srgbClr val="0024FF"/>
                </a:buClr>
                <a:buSzPct val="110000"/>
                <a:buFontTx/>
                <a:buNone/>
                <a:tabLst/>
                <a:defRPr/>
              </a:pPr>
              <a:r>
                <a:rPr kumimoji="0" lang="en-US" sz="14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Key Capabilities</a:t>
              </a:r>
            </a:p>
          </p:txBody>
        </p:sp>
        <p:sp>
          <p:nvSpPr>
            <p:cNvPr id="8" name="TextBox 17">
              <a:extLst>
                <a:ext uri="{FF2B5EF4-FFF2-40B4-BE49-F238E27FC236}">
                  <a16:creationId xmlns:a16="http://schemas.microsoft.com/office/drawing/2014/main" id="{9D54B925-3523-BC73-33A3-9BC5EE55AFB5}"/>
                </a:ext>
              </a:extLst>
            </p:cNvPr>
            <p:cNvSpPr txBox="1"/>
            <p:nvPr/>
          </p:nvSpPr>
          <p:spPr>
            <a:xfrm>
              <a:off x="9890707" y="3872599"/>
              <a:ext cx="2057401" cy="2864377"/>
            </a:xfrm>
            <a:prstGeom prst="rect">
              <a:avLst/>
            </a:prstGeom>
            <a:noFill/>
          </p:spPr>
          <p:txBody>
            <a:bodyPr wrap="square" lIns="0" tIns="0" rIns="0" bIns="0" rtlCol="0" anchor="t">
              <a:noAutofit/>
            </a:bodyPr>
            <a:lstStyle/>
            <a:p>
              <a:pPr marL="0" marR="0" lvl="0" indent="0" algn="l" defTabSz="389626" rtl="0" eaLnBrk="1" fontAlgn="auto" latinLnBrk="0" hangingPunct="1">
                <a:lnSpc>
                  <a:spcPct val="114000"/>
                </a:lnSpc>
                <a:spcBef>
                  <a:spcPts val="0"/>
                </a:spcBef>
                <a:spcAft>
                  <a:spcPts val="19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View and assess power </a:t>
              </a:r>
              <a:b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b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prices and generation levels</a:t>
              </a:r>
            </a:p>
            <a:p>
              <a:pPr marL="0" marR="0" lvl="0" indent="0" algn="l" defTabSz="389626" rtl="0" eaLnBrk="1" fontAlgn="auto" latinLnBrk="0" hangingPunct="1">
                <a:lnSpc>
                  <a:spcPct val="114000"/>
                </a:lnSpc>
                <a:spcBef>
                  <a:spcPts val="0"/>
                </a:spcBef>
                <a:spcAft>
                  <a:spcPts val="19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Examine installation forecasts for wind, solar, and storage</a:t>
              </a:r>
            </a:p>
            <a:p>
              <a:pPr marL="0" marR="0" lvl="0" indent="0" algn="l" defTabSz="389626" rtl="0" eaLnBrk="1" fontAlgn="auto" latinLnBrk="0" hangingPunct="1">
                <a:lnSpc>
                  <a:spcPct val="114000"/>
                </a:lnSpc>
                <a:spcBef>
                  <a:spcPts val="0"/>
                </a:spcBef>
                <a:spcAft>
                  <a:spcPts val="19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Explore policy and regulations </a:t>
              </a:r>
            </a:p>
            <a:p>
              <a:pPr marL="0" marR="0" lvl="0" indent="0" algn="l" defTabSz="389626" rtl="0" eaLnBrk="1" fontAlgn="auto" latinLnBrk="0" hangingPunct="1">
                <a:lnSpc>
                  <a:spcPct val="114000"/>
                </a:lnSpc>
                <a:spcBef>
                  <a:spcPts val="0"/>
                </a:spcBef>
                <a:spcAft>
                  <a:spcPts val="1900"/>
                </a:spcAft>
                <a:buClr>
                  <a:srgbClr val="0024FF"/>
                </a:buClr>
                <a:buSzPct val="110000"/>
                <a:buFontTx/>
                <a:buNone/>
                <a:tabLst/>
                <a:defRPr/>
              </a:pP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Monitor power markets </a:t>
              </a:r>
              <a:b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br>
              <a:r>
                <a:rPr kumimoji="0" lang="en-US" sz="1200" u="none" strike="noStrike" kern="1200" cap="none" spc="0" normalizeH="0" baseline="0" noProof="0" dirty="0">
                  <a:ln>
                    <a:noFill/>
                  </a:ln>
                  <a:solidFill>
                    <a:srgbClr val="1E344D"/>
                  </a:solidFill>
                  <a:effectLst/>
                  <a:uLnTx/>
                  <a:uFillTx/>
                  <a:latin typeface="Alibaba PuHuiTi Medium" pitchFamily="18" charset="-122"/>
                  <a:ea typeface="Alibaba PuHuiTi Medium" pitchFamily="18" charset="-122"/>
                  <a:cs typeface="Alibaba PuHuiTi Medium" pitchFamily="18" charset="-122"/>
                </a:rPr>
                <a:t>and conduct feasibility assessments of potential technologies</a:t>
              </a:r>
            </a:p>
          </p:txBody>
        </p:sp>
        <p:pic>
          <p:nvPicPr>
            <p:cNvPr id="46" name="Graphic 8">
              <a:extLst>
                <a:ext uri="{FF2B5EF4-FFF2-40B4-BE49-F238E27FC236}">
                  <a16:creationId xmlns:a16="http://schemas.microsoft.com/office/drawing/2014/main" id="{EA0FEBD8-F20A-BAD6-F42A-BD56601F243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068317" y="4839017"/>
              <a:ext cx="335059" cy="335059"/>
            </a:xfrm>
            <a:prstGeom prst="rect">
              <a:avLst/>
            </a:prstGeom>
          </p:spPr>
        </p:pic>
        <p:pic>
          <p:nvPicPr>
            <p:cNvPr id="68" name="Graphic 12">
              <a:extLst>
                <a:ext uri="{FF2B5EF4-FFF2-40B4-BE49-F238E27FC236}">
                  <a16:creationId xmlns:a16="http://schemas.microsoft.com/office/drawing/2014/main" id="{33ECCEC6-4FD5-A02B-83E2-3268944619B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62835" y="5624063"/>
              <a:ext cx="329001" cy="329001"/>
            </a:xfrm>
            <a:prstGeom prst="rect">
              <a:avLst/>
            </a:prstGeom>
          </p:spPr>
        </p:pic>
        <p:pic>
          <p:nvPicPr>
            <p:cNvPr id="72" name="Graphic 18">
              <a:extLst>
                <a:ext uri="{FF2B5EF4-FFF2-40B4-BE49-F238E27FC236}">
                  <a16:creationId xmlns:a16="http://schemas.microsoft.com/office/drawing/2014/main" id="{305C5268-C4AE-5F90-44F0-4F12CD83522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9222799" y="3826591"/>
              <a:ext cx="472532" cy="472532"/>
            </a:xfrm>
            <a:prstGeom prst="rect">
              <a:avLst/>
            </a:prstGeom>
          </p:spPr>
        </p:pic>
        <p:pic>
          <p:nvPicPr>
            <p:cNvPr id="73" name="Graphic 32">
              <a:extLst>
                <a:ext uri="{FF2B5EF4-FFF2-40B4-BE49-F238E27FC236}">
                  <a16:creationId xmlns:a16="http://schemas.microsoft.com/office/drawing/2014/main" id="{0FE6323F-B5C2-0404-A855-4BDD323AE1A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294564" y="4505765"/>
              <a:ext cx="329001" cy="329001"/>
            </a:xfrm>
            <a:prstGeom prst="rect">
              <a:avLst/>
            </a:prstGeom>
          </p:spPr>
        </p:pic>
        <p:pic>
          <p:nvPicPr>
            <p:cNvPr id="74" name="Graphic 33">
              <a:extLst>
                <a:ext uri="{FF2B5EF4-FFF2-40B4-BE49-F238E27FC236}">
                  <a16:creationId xmlns:a16="http://schemas.microsoft.com/office/drawing/2014/main" id="{566FD407-45B0-CAE8-8219-74758595238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294564" y="5053728"/>
              <a:ext cx="329001" cy="329001"/>
            </a:xfrm>
            <a:prstGeom prst="rect">
              <a:avLst/>
            </a:prstGeom>
          </p:spPr>
        </p:pic>
        <p:pic>
          <p:nvPicPr>
            <p:cNvPr id="75" name="Graphic 35">
              <a:extLst>
                <a:ext uri="{FF2B5EF4-FFF2-40B4-BE49-F238E27FC236}">
                  <a16:creationId xmlns:a16="http://schemas.microsoft.com/office/drawing/2014/main" id="{FDF17E40-C1D3-1FC8-DB86-8D8F8992976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287211" y="5652437"/>
              <a:ext cx="329002" cy="329002"/>
            </a:xfrm>
            <a:prstGeom prst="rect">
              <a:avLst/>
            </a:prstGeom>
          </p:spPr>
        </p:pic>
        <p:pic>
          <p:nvPicPr>
            <p:cNvPr id="77" name="Graphic 38">
              <a:extLst>
                <a:ext uri="{FF2B5EF4-FFF2-40B4-BE49-F238E27FC236}">
                  <a16:creationId xmlns:a16="http://schemas.microsoft.com/office/drawing/2014/main" id="{61C92292-65A8-9BA0-1741-3A1AA9B40DA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6062835" y="3932330"/>
              <a:ext cx="349223" cy="349223"/>
            </a:xfrm>
            <a:prstGeom prst="rect">
              <a:avLst/>
            </a:prstGeom>
          </p:spPr>
        </p:pic>
      </p:grpSp>
      <p:graphicFrame>
        <p:nvGraphicFramePr>
          <p:cNvPr id="79" name="图表 78">
            <a:extLst>
              <a:ext uri="{FF2B5EF4-FFF2-40B4-BE49-F238E27FC236}">
                <a16:creationId xmlns:a16="http://schemas.microsoft.com/office/drawing/2014/main" id="{298BDECB-1BDF-2821-0CA5-F838CFCD4FBB}"/>
              </a:ext>
            </a:extLst>
          </p:cNvPr>
          <p:cNvGraphicFramePr/>
          <p:nvPr>
            <p:extLst>
              <p:ext uri="{D42A27DB-BD31-4B8C-83A1-F6EECF244321}">
                <p14:modId xmlns:p14="http://schemas.microsoft.com/office/powerpoint/2010/main" val="4071877067"/>
              </p:ext>
            </p:extLst>
          </p:nvPr>
        </p:nvGraphicFramePr>
        <p:xfrm>
          <a:off x="224589" y="879884"/>
          <a:ext cx="3096126" cy="2872999"/>
        </p:xfrm>
        <a:graphic>
          <a:graphicData uri="http://schemas.openxmlformats.org/drawingml/2006/chart">
            <c:chart xmlns:c="http://schemas.openxmlformats.org/drawingml/2006/chart" xmlns:r="http://schemas.openxmlformats.org/officeDocument/2006/relationships" r:id="rId16"/>
          </a:graphicData>
        </a:graphic>
      </p:graphicFrame>
      <p:cxnSp>
        <p:nvCxnSpPr>
          <p:cNvPr id="81" name="直线连接符 80">
            <a:extLst>
              <a:ext uri="{FF2B5EF4-FFF2-40B4-BE49-F238E27FC236}">
                <a16:creationId xmlns:a16="http://schemas.microsoft.com/office/drawing/2014/main" id="{78E1245B-5EFD-47DD-EBA2-6C30A2932107}"/>
              </a:ext>
            </a:extLst>
          </p:cNvPr>
          <p:cNvCxnSpPr>
            <a:cxnSpLocks/>
          </p:cNvCxnSpPr>
          <p:nvPr/>
        </p:nvCxnSpPr>
        <p:spPr>
          <a:xfrm flipV="1">
            <a:off x="1796715" y="1087120"/>
            <a:ext cx="2165685" cy="1238986"/>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3" name="直线连接符 82">
            <a:extLst>
              <a:ext uri="{FF2B5EF4-FFF2-40B4-BE49-F238E27FC236}">
                <a16:creationId xmlns:a16="http://schemas.microsoft.com/office/drawing/2014/main" id="{4CA680CE-F4E9-2F51-2077-AD3E71ED4E69}"/>
              </a:ext>
            </a:extLst>
          </p:cNvPr>
          <p:cNvCxnSpPr>
            <a:cxnSpLocks/>
          </p:cNvCxnSpPr>
          <p:nvPr/>
        </p:nvCxnSpPr>
        <p:spPr>
          <a:xfrm>
            <a:off x="1788160" y="2316480"/>
            <a:ext cx="2146758" cy="83895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88" name="矩形 87">
            <a:extLst>
              <a:ext uri="{FF2B5EF4-FFF2-40B4-BE49-F238E27FC236}">
                <a16:creationId xmlns:a16="http://schemas.microsoft.com/office/drawing/2014/main" id="{EE1D2E6D-85F9-CC0E-64BC-DDE0C4A58DF1}"/>
              </a:ext>
            </a:extLst>
          </p:cNvPr>
          <p:cNvSpPr/>
          <p:nvPr/>
        </p:nvSpPr>
        <p:spPr>
          <a:xfrm>
            <a:off x="3972858" y="2509520"/>
            <a:ext cx="572247" cy="663986"/>
          </a:xfrm>
          <a:prstGeom prst="rect">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7" name="矩形 96">
            <a:extLst>
              <a:ext uri="{FF2B5EF4-FFF2-40B4-BE49-F238E27FC236}">
                <a16:creationId xmlns:a16="http://schemas.microsoft.com/office/drawing/2014/main" id="{A9D2118C-8188-E54F-3FC3-AD8B96F45712}"/>
              </a:ext>
            </a:extLst>
          </p:cNvPr>
          <p:cNvSpPr/>
          <p:nvPr/>
        </p:nvSpPr>
        <p:spPr>
          <a:xfrm>
            <a:off x="3972858" y="2235200"/>
            <a:ext cx="572247" cy="273610"/>
          </a:xfrm>
          <a:prstGeom prst="rect">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8" name="矩形 97">
            <a:extLst>
              <a:ext uri="{FF2B5EF4-FFF2-40B4-BE49-F238E27FC236}">
                <a16:creationId xmlns:a16="http://schemas.microsoft.com/office/drawing/2014/main" id="{1939C169-32DB-CB0C-C454-086E66D30B5F}"/>
              </a:ext>
            </a:extLst>
          </p:cNvPr>
          <p:cNvSpPr/>
          <p:nvPr/>
        </p:nvSpPr>
        <p:spPr>
          <a:xfrm>
            <a:off x="3972858" y="1052736"/>
            <a:ext cx="572247" cy="663986"/>
          </a:xfrm>
          <a:prstGeom prst="rect">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9" name="矩形 98">
            <a:extLst>
              <a:ext uri="{FF2B5EF4-FFF2-40B4-BE49-F238E27FC236}">
                <a16:creationId xmlns:a16="http://schemas.microsoft.com/office/drawing/2014/main" id="{A307C22D-E857-30CA-79F7-3AEA4320E399}"/>
              </a:ext>
            </a:extLst>
          </p:cNvPr>
          <p:cNvSpPr/>
          <p:nvPr/>
        </p:nvSpPr>
        <p:spPr>
          <a:xfrm>
            <a:off x="3972858" y="1949783"/>
            <a:ext cx="572247" cy="273610"/>
          </a:xfrm>
          <a:prstGeom prst="rect">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0" name="矩形 99">
            <a:extLst>
              <a:ext uri="{FF2B5EF4-FFF2-40B4-BE49-F238E27FC236}">
                <a16:creationId xmlns:a16="http://schemas.microsoft.com/office/drawing/2014/main" id="{852D0039-31A2-D794-6266-F644133E5DD1}"/>
              </a:ext>
            </a:extLst>
          </p:cNvPr>
          <p:cNvSpPr/>
          <p:nvPr/>
        </p:nvSpPr>
        <p:spPr>
          <a:xfrm>
            <a:off x="3972858" y="1729946"/>
            <a:ext cx="572247" cy="214184"/>
          </a:xfrm>
          <a:prstGeom prst="rect">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1" name="TextBox 24">
            <a:extLst>
              <a:ext uri="{FF2B5EF4-FFF2-40B4-BE49-F238E27FC236}">
                <a16:creationId xmlns:a16="http://schemas.microsoft.com/office/drawing/2014/main" id="{1D7BDE03-57B4-AE53-7059-72FAA78CA4BA}"/>
              </a:ext>
            </a:extLst>
          </p:cNvPr>
          <p:cNvSpPr txBox="1"/>
          <p:nvPr/>
        </p:nvSpPr>
        <p:spPr>
          <a:xfrm>
            <a:off x="4039713" y="2662177"/>
            <a:ext cx="578586" cy="365683"/>
          </a:xfrm>
          <a:prstGeom prst="rect">
            <a:avLst/>
          </a:prstGeom>
          <a:noFill/>
        </p:spPr>
        <p:txBody>
          <a:bodyPr wrap="square" lIns="67417" tIns="35057" rIns="67417" bIns="35057" rtlCol="0" anchor="t">
            <a:noAutofit/>
          </a:bodyPr>
          <a:lstStyle/>
          <a:p>
            <a:pPr marL="0" marR="0" lvl="0" indent="0" algn="l" defTabSz="389626" rtl="0" eaLnBrk="1" fontAlgn="auto" latinLnBrk="0" hangingPunct="1">
              <a:lnSpc>
                <a:spcPct val="120000"/>
              </a:lnSpc>
              <a:spcBef>
                <a:spcPts val="0"/>
              </a:spcBef>
              <a:spcAft>
                <a:spcPts val="1500"/>
              </a:spcAft>
              <a:buClr>
                <a:srgbClr val="0024FF"/>
              </a:buClr>
              <a:buSzPct val="110000"/>
              <a:buFontTx/>
              <a:buNone/>
              <a:tabLst/>
              <a:defRPr/>
            </a:pPr>
            <a:r>
              <a:rPr kumimoji="0" lang="en-US" altLang="zh-CN"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rPr>
              <a:t>33%</a:t>
            </a:r>
            <a:endParaRPr kumimoji="0" lang="en-US"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endParaRPr>
          </a:p>
        </p:txBody>
      </p:sp>
      <p:sp>
        <p:nvSpPr>
          <p:cNvPr id="102" name="TextBox 24">
            <a:extLst>
              <a:ext uri="{FF2B5EF4-FFF2-40B4-BE49-F238E27FC236}">
                <a16:creationId xmlns:a16="http://schemas.microsoft.com/office/drawing/2014/main" id="{CE197E3E-2444-0F1F-2FCE-36422CBF5FDC}"/>
              </a:ext>
            </a:extLst>
          </p:cNvPr>
          <p:cNvSpPr txBox="1"/>
          <p:nvPr/>
        </p:nvSpPr>
        <p:spPr>
          <a:xfrm>
            <a:off x="4039713" y="2204864"/>
            <a:ext cx="578586" cy="365683"/>
          </a:xfrm>
          <a:prstGeom prst="rect">
            <a:avLst/>
          </a:prstGeom>
          <a:noFill/>
        </p:spPr>
        <p:txBody>
          <a:bodyPr wrap="square" lIns="67417" tIns="35057" rIns="67417" bIns="35057" rtlCol="0" anchor="t">
            <a:noAutofit/>
          </a:bodyPr>
          <a:lstStyle/>
          <a:p>
            <a:pPr marL="0" marR="0" lvl="0" indent="0" algn="l" defTabSz="389626" rtl="0" eaLnBrk="1" fontAlgn="auto" latinLnBrk="0" hangingPunct="1">
              <a:lnSpc>
                <a:spcPct val="120000"/>
              </a:lnSpc>
              <a:spcBef>
                <a:spcPts val="0"/>
              </a:spcBef>
              <a:spcAft>
                <a:spcPts val="1500"/>
              </a:spcAft>
              <a:buClr>
                <a:srgbClr val="0024FF"/>
              </a:buClr>
              <a:buSzPct val="110000"/>
              <a:buFontTx/>
              <a:buNone/>
              <a:tabLst/>
              <a:defRPr/>
            </a:pPr>
            <a:r>
              <a:rPr kumimoji="0" lang="en-US" altLang="zh-CN"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rPr>
              <a:t>21%</a:t>
            </a:r>
            <a:endParaRPr kumimoji="0" lang="en-US"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endParaRPr>
          </a:p>
        </p:txBody>
      </p:sp>
      <p:sp>
        <p:nvSpPr>
          <p:cNvPr id="103" name="TextBox 24">
            <a:extLst>
              <a:ext uri="{FF2B5EF4-FFF2-40B4-BE49-F238E27FC236}">
                <a16:creationId xmlns:a16="http://schemas.microsoft.com/office/drawing/2014/main" id="{9D6D3C8A-41AD-703C-46AB-B3F2C5AE3D8B}"/>
              </a:ext>
            </a:extLst>
          </p:cNvPr>
          <p:cNvSpPr txBox="1"/>
          <p:nvPr/>
        </p:nvSpPr>
        <p:spPr>
          <a:xfrm>
            <a:off x="4039713" y="1916832"/>
            <a:ext cx="578586" cy="365683"/>
          </a:xfrm>
          <a:prstGeom prst="rect">
            <a:avLst/>
          </a:prstGeom>
          <a:noFill/>
        </p:spPr>
        <p:txBody>
          <a:bodyPr wrap="square" lIns="67417" tIns="35057" rIns="67417" bIns="35057" rtlCol="0" anchor="t">
            <a:noAutofit/>
          </a:bodyPr>
          <a:lstStyle/>
          <a:p>
            <a:pPr marL="0" marR="0" lvl="0" indent="0" algn="l" defTabSz="389626" rtl="0" eaLnBrk="1" fontAlgn="auto" latinLnBrk="0" hangingPunct="1">
              <a:lnSpc>
                <a:spcPct val="120000"/>
              </a:lnSpc>
              <a:spcBef>
                <a:spcPts val="0"/>
              </a:spcBef>
              <a:spcAft>
                <a:spcPts val="1500"/>
              </a:spcAft>
              <a:buClr>
                <a:srgbClr val="0024FF"/>
              </a:buClr>
              <a:buSzPct val="110000"/>
              <a:buFontTx/>
              <a:buNone/>
              <a:tabLst/>
              <a:defRPr/>
            </a:pPr>
            <a:r>
              <a:rPr kumimoji="0" lang="en-US" altLang="zh-CN"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rPr>
              <a:t>22%</a:t>
            </a:r>
            <a:endParaRPr kumimoji="0" lang="en-US"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endParaRPr>
          </a:p>
        </p:txBody>
      </p:sp>
      <p:sp>
        <p:nvSpPr>
          <p:cNvPr id="104" name="TextBox 24">
            <a:extLst>
              <a:ext uri="{FF2B5EF4-FFF2-40B4-BE49-F238E27FC236}">
                <a16:creationId xmlns:a16="http://schemas.microsoft.com/office/drawing/2014/main" id="{F2B66E8F-13BF-5AFC-5016-C6F715BF671B}"/>
              </a:ext>
            </a:extLst>
          </p:cNvPr>
          <p:cNvSpPr txBox="1"/>
          <p:nvPr/>
        </p:nvSpPr>
        <p:spPr>
          <a:xfrm>
            <a:off x="4039713" y="1700808"/>
            <a:ext cx="578586" cy="365683"/>
          </a:xfrm>
          <a:prstGeom prst="rect">
            <a:avLst/>
          </a:prstGeom>
          <a:noFill/>
        </p:spPr>
        <p:txBody>
          <a:bodyPr wrap="square" lIns="67417" tIns="35057" rIns="67417" bIns="35057" rtlCol="0" anchor="t">
            <a:noAutofit/>
          </a:bodyPr>
          <a:lstStyle/>
          <a:p>
            <a:pPr marL="0" marR="0" lvl="0" indent="0" algn="l" defTabSz="389626" rtl="0" eaLnBrk="1" fontAlgn="auto" latinLnBrk="0" hangingPunct="1">
              <a:lnSpc>
                <a:spcPct val="120000"/>
              </a:lnSpc>
              <a:spcBef>
                <a:spcPts val="0"/>
              </a:spcBef>
              <a:spcAft>
                <a:spcPts val="1500"/>
              </a:spcAft>
              <a:buClr>
                <a:srgbClr val="0024FF"/>
              </a:buClr>
              <a:buSzPct val="110000"/>
              <a:buFontTx/>
              <a:buNone/>
              <a:tabLst/>
              <a:defRPr/>
            </a:pPr>
            <a:r>
              <a:rPr kumimoji="0" lang="en-US" altLang="zh-CN"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rPr>
              <a:t>11%</a:t>
            </a:r>
            <a:endParaRPr kumimoji="0" lang="en-US"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endParaRPr>
          </a:p>
        </p:txBody>
      </p:sp>
      <p:sp>
        <p:nvSpPr>
          <p:cNvPr id="105" name="TextBox 24">
            <a:extLst>
              <a:ext uri="{FF2B5EF4-FFF2-40B4-BE49-F238E27FC236}">
                <a16:creationId xmlns:a16="http://schemas.microsoft.com/office/drawing/2014/main" id="{992A04DB-DDEA-31EB-FBC5-134C8551C8ED}"/>
              </a:ext>
            </a:extLst>
          </p:cNvPr>
          <p:cNvSpPr txBox="1"/>
          <p:nvPr/>
        </p:nvSpPr>
        <p:spPr>
          <a:xfrm>
            <a:off x="4039713" y="1268760"/>
            <a:ext cx="578586" cy="365683"/>
          </a:xfrm>
          <a:prstGeom prst="rect">
            <a:avLst/>
          </a:prstGeom>
          <a:noFill/>
        </p:spPr>
        <p:txBody>
          <a:bodyPr wrap="square" lIns="67417" tIns="35057" rIns="67417" bIns="35057" rtlCol="0" anchor="t">
            <a:noAutofit/>
          </a:bodyPr>
          <a:lstStyle/>
          <a:p>
            <a:pPr marL="0" marR="0" lvl="0" indent="0" algn="l" defTabSz="389626" rtl="0" eaLnBrk="1" fontAlgn="auto" latinLnBrk="0" hangingPunct="1">
              <a:lnSpc>
                <a:spcPct val="120000"/>
              </a:lnSpc>
              <a:spcBef>
                <a:spcPts val="0"/>
              </a:spcBef>
              <a:spcAft>
                <a:spcPts val="1500"/>
              </a:spcAft>
              <a:buClr>
                <a:srgbClr val="0024FF"/>
              </a:buClr>
              <a:buSzPct val="110000"/>
              <a:buFontTx/>
              <a:buNone/>
              <a:tabLst/>
              <a:defRPr/>
            </a:pPr>
            <a:r>
              <a:rPr kumimoji="0" lang="en-US" altLang="zh-CN"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rPr>
              <a:t>38%</a:t>
            </a:r>
            <a:endParaRPr kumimoji="0" lang="en-US" sz="1400" u="none" strike="noStrike" kern="120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endParaRPr>
          </a:p>
        </p:txBody>
      </p:sp>
      <p:cxnSp>
        <p:nvCxnSpPr>
          <p:cNvPr id="107" name="直线连接符 106">
            <a:extLst>
              <a:ext uri="{FF2B5EF4-FFF2-40B4-BE49-F238E27FC236}">
                <a16:creationId xmlns:a16="http://schemas.microsoft.com/office/drawing/2014/main" id="{D5051B93-B602-0B8B-A073-150668819CC1}"/>
              </a:ext>
            </a:extLst>
          </p:cNvPr>
          <p:cNvCxnSpPr/>
          <p:nvPr/>
        </p:nvCxnSpPr>
        <p:spPr>
          <a:xfrm>
            <a:off x="4636168" y="1732547"/>
            <a:ext cx="7122695" cy="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08" name="直线连接符 107">
            <a:extLst>
              <a:ext uri="{FF2B5EF4-FFF2-40B4-BE49-F238E27FC236}">
                <a16:creationId xmlns:a16="http://schemas.microsoft.com/office/drawing/2014/main" id="{E52D8499-78E1-3B9D-538C-9AA7102A8D9D}"/>
              </a:ext>
            </a:extLst>
          </p:cNvPr>
          <p:cNvCxnSpPr/>
          <p:nvPr/>
        </p:nvCxnSpPr>
        <p:spPr>
          <a:xfrm>
            <a:off x="4636168" y="1988840"/>
            <a:ext cx="7122695" cy="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09" name="直线连接符 108">
            <a:extLst>
              <a:ext uri="{FF2B5EF4-FFF2-40B4-BE49-F238E27FC236}">
                <a16:creationId xmlns:a16="http://schemas.microsoft.com/office/drawing/2014/main" id="{928FDAF9-BDFF-2A16-33C8-97D6C0230B48}"/>
              </a:ext>
            </a:extLst>
          </p:cNvPr>
          <p:cNvCxnSpPr/>
          <p:nvPr/>
        </p:nvCxnSpPr>
        <p:spPr>
          <a:xfrm>
            <a:off x="4636168" y="2276872"/>
            <a:ext cx="7122695" cy="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10" name="直线连接符 109">
            <a:extLst>
              <a:ext uri="{FF2B5EF4-FFF2-40B4-BE49-F238E27FC236}">
                <a16:creationId xmlns:a16="http://schemas.microsoft.com/office/drawing/2014/main" id="{86870A85-A44E-A7F2-3C85-158E044CD494}"/>
              </a:ext>
            </a:extLst>
          </p:cNvPr>
          <p:cNvCxnSpPr/>
          <p:nvPr/>
        </p:nvCxnSpPr>
        <p:spPr>
          <a:xfrm>
            <a:off x="4636168" y="2492896"/>
            <a:ext cx="7122695" cy="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11" name="直线连接符 110">
            <a:extLst>
              <a:ext uri="{FF2B5EF4-FFF2-40B4-BE49-F238E27FC236}">
                <a16:creationId xmlns:a16="http://schemas.microsoft.com/office/drawing/2014/main" id="{D2F2550D-F6AB-C62B-7F3A-69FF57E1F3A7}"/>
              </a:ext>
            </a:extLst>
          </p:cNvPr>
          <p:cNvCxnSpPr/>
          <p:nvPr/>
        </p:nvCxnSpPr>
        <p:spPr>
          <a:xfrm>
            <a:off x="4636168" y="3140968"/>
            <a:ext cx="7122695" cy="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12" name="直线连接符 111">
            <a:extLst>
              <a:ext uri="{FF2B5EF4-FFF2-40B4-BE49-F238E27FC236}">
                <a16:creationId xmlns:a16="http://schemas.microsoft.com/office/drawing/2014/main" id="{501F460D-F822-26BA-BD7E-187FA81B83DC}"/>
              </a:ext>
            </a:extLst>
          </p:cNvPr>
          <p:cNvCxnSpPr/>
          <p:nvPr/>
        </p:nvCxnSpPr>
        <p:spPr>
          <a:xfrm>
            <a:off x="4636168" y="1124744"/>
            <a:ext cx="7122695" cy="0"/>
          </a:xfrm>
          <a:prstGeom prst="line">
            <a:avLst/>
          </a:prstGeom>
          <a:ln w="25400">
            <a:solidFill>
              <a:srgbClr val="BB3023"/>
            </a:solidFill>
          </a:ln>
        </p:spPr>
        <p:style>
          <a:lnRef idx="1">
            <a:schemeClr val="accent1"/>
          </a:lnRef>
          <a:fillRef idx="0">
            <a:schemeClr val="accent1"/>
          </a:fillRef>
          <a:effectRef idx="0">
            <a:schemeClr val="accent1"/>
          </a:effectRef>
          <a:fontRef idx="minor">
            <a:schemeClr val="tx1"/>
          </a:fontRef>
        </p:style>
      </p:cxnSp>
      <p:sp>
        <p:nvSpPr>
          <p:cNvPr id="113" name="文本框 112">
            <a:extLst>
              <a:ext uri="{FF2B5EF4-FFF2-40B4-BE49-F238E27FC236}">
                <a16:creationId xmlns:a16="http://schemas.microsoft.com/office/drawing/2014/main" id="{3DB3F84F-5D32-B098-C79C-F7238FCF543E}"/>
              </a:ext>
            </a:extLst>
          </p:cNvPr>
          <p:cNvSpPr txBox="1"/>
          <p:nvPr/>
        </p:nvSpPr>
        <p:spPr>
          <a:xfrm>
            <a:off x="4659249" y="1176569"/>
            <a:ext cx="7241398" cy="738664"/>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a:p>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14" name="文本框 113">
            <a:extLst>
              <a:ext uri="{FF2B5EF4-FFF2-40B4-BE49-F238E27FC236}">
                <a16:creationId xmlns:a16="http://schemas.microsoft.com/office/drawing/2014/main" id="{3EA077C3-8F01-88AD-716E-EE8917484539}"/>
              </a:ext>
            </a:extLst>
          </p:cNvPr>
          <p:cNvSpPr txBox="1"/>
          <p:nvPr/>
        </p:nvSpPr>
        <p:spPr>
          <a:xfrm>
            <a:off x="4659249" y="2564904"/>
            <a:ext cx="7241398" cy="738664"/>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a:p>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15" name="文本框 114">
            <a:extLst>
              <a:ext uri="{FF2B5EF4-FFF2-40B4-BE49-F238E27FC236}">
                <a16:creationId xmlns:a16="http://schemas.microsoft.com/office/drawing/2014/main" id="{4B18E8CD-1A1E-9C92-F938-DBD906310640}"/>
              </a:ext>
            </a:extLst>
          </p:cNvPr>
          <p:cNvSpPr txBox="1"/>
          <p:nvPr/>
        </p:nvSpPr>
        <p:spPr>
          <a:xfrm>
            <a:off x="4659249" y="2204864"/>
            <a:ext cx="7241398" cy="307777"/>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16" name="文本框 115">
            <a:extLst>
              <a:ext uri="{FF2B5EF4-FFF2-40B4-BE49-F238E27FC236}">
                <a16:creationId xmlns:a16="http://schemas.microsoft.com/office/drawing/2014/main" id="{189A576D-05A8-B9C1-3707-A5F10A105BF8}"/>
              </a:ext>
            </a:extLst>
          </p:cNvPr>
          <p:cNvSpPr txBox="1"/>
          <p:nvPr/>
        </p:nvSpPr>
        <p:spPr>
          <a:xfrm>
            <a:off x="4659249" y="1988840"/>
            <a:ext cx="7241398" cy="307777"/>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17" name="文本框 116">
            <a:extLst>
              <a:ext uri="{FF2B5EF4-FFF2-40B4-BE49-F238E27FC236}">
                <a16:creationId xmlns:a16="http://schemas.microsoft.com/office/drawing/2014/main" id="{1825FF01-79D5-8EAE-FA84-5A4422B81414}"/>
              </a:ext>
            </a:extLst>
          </p:cNvPr>
          <p:cNvSpPr txBox="1"/>
          <p:nvPr/>
        </p:nvSpPr>
        <p:spPr>
          <a:xfrm>
            <a:off x="4659249" y="1700808"/>
            <a:ext cx="7241398" cy="307777"/>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 Here you can write the case</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22" name="矩形 121">
            <a:extLst>
              <a:ext uri="{FF2B5EF4-FFF2-40B4-BE49-F238E27FC236}">
                <a16:creationId xmlns:a16="http://schemas.microsoft.com/office/drawing/2014/main" id="{40CC8754-15BC-4FFD-210F-18291413E016}"/>
              </a:ext>
            </a:extLst>
          </p:cNvPr>
          <p:cNvSpPr/>
          <p:nvPr/>
        </p:nvSpPr>
        <p:spPr>
          <a:xfrm>
            <a:off x="459992" y="4038582"/>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3" name="文本框 122">
            <a:extLst>
              <a:ext uri="{FF2B5EF4-FFF2-40B4-BE49-F238E27FC236}">
                <a16:creationId xmlns:a16="http://schemas.microsoft.com/office/drawing/2014/main" id="{8F5BFEE6-3454-568F-E44C-D9E084C6CEEA}"/>
              </a:ext>
            </a:extLst>
          </p:cNvPr>
          <p:cNvSpPr txBox="1"/>
          <p:nvPr/>
        </p:nvSpPr>
        <p:spPr>
          <a:xfrm>
            <a:off x="493096" y="4054612"/>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1</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124" name="文本框 123">
            <a:extLst>
              <a:ext uri="{FF2B5EF4-FFF2-40B4-BE49-F238E27FC236}">
                <a16:creationId xmlns:a16="http://schemas.microsoft.com/office/drawing/2014/main" id="{8A132B36-CE7D-5DC4-612A-07CE298BB74C}"/>
              </a:ext>
            </a:extLst>
          </p:cNvPr>
          <p:cNvSpPr txBox="1"/>
          <p:nvPr/>
        </p:nvSpPr>
        <p:spPr>
          <a:xfrm>
            <a:off x="960751" y="4039821"/>
            <a:ext cx="235124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125" name="组合 124">
            <a:extLst>
              <a:ext uri="{FF2B5EF4-FFF2-40B4-BE49-F238E27FC236}">
                <a16:creationId xmlns:a16="http://schemas.microsoft.com/office/drawing/2014/main" id="{E59BBED6-A70A-17EE-D45A-FB385BBC0C15}"/>
              </a:ext>
            </a:extLst>
          </p:cNvPr>
          <p:cNvGrpSpPr/>
          <p:nvPr/>
        </p:nvGrpSpPr>
        <p:grpSpPr>
          <a:xfrm>
            <a:off x="557618" y="4974099"/>
            <a:ext cx="2794136" cy="1692947"/>
            <a:chOff x="6013462" y="1405142"/>
            <a:chExt cx="5733900" cy="3474130"/>
          </a:xfrm>
        </p:grpSpPr>
        <p:cxnSp>
          <p:nvCxnSpPr>
            <p:cNvPr id="126" name="Google Shape;284;p21">
              <a:extLst>
                <a:ext uri="{FF2B5EF4-FFF2-40B4-BE49-F238E27FC236}">
                  <a16:creationId xmlns:a16="http://schemas.microsoft.com/office/drawing/2014/main" id="{B3DF0F5F-EB2A-0369-FC10-FAB3759193F2}"/>
                </a:ext>
              </a:extLst>
            </p:cNvPr>
            <p:cNvCxnSpPr>
              <a:cxnSpLocks/>
            </p:cNvCxnSpPr>
            <p:nvPr/>
          </p:nvCxnSpPr>
          <p:spPr>
            <a:xfrm>
              <a:off x="6013462" y="3780220"/>
              <a:ext cx="5733900" cy="0"/>
            </a:xfrm>
            <a:prstGeom prst="straightConnector1">
              <a:avLst/>
            </a:prstGeom>
            <a:noFill/>
            <a:ln w="22225" cap="flat" cmpd="sng">
              <a:solidFill>
                <a:schemeClr val="tx1"/>
              </a:solidFill>
              <a:prstDash val="solid"/>
              <a:round/>
              <a:headEnd type="none" w="med" len="med"/>
              <a:tailEnd type="none" w="med" len="med"/>
            </a:ln>
          </p:spPr>
        </p:cxnSp>
        <p:sp>
          <p:nvSpPr>
            <p:cNvPr id="127" name="Google Shape;285;p21">
              <a:extLst>
                <a:ext uri="{FF2B5EF4-FFF2-40B4-BE49-F238E27FC236}">
                  <a16:creationId xmlns:a16="http://schemas.microsoft.com/office/drawing/2014/main" id="{073B479B-4645-ECF0-CAEB-30895F6E0738}"/>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40%</a:t>
              </a:r>
              <a:endParaRPr sz="1200" b="1">
                <a:solidFill>
                  <a:srgbClr val="1E344D"/>
                </a:solidFill>
                <a:latin typeface="Poppins"/>
                <a:ea typeface="Poppins"/>
                <a:cs typeface="Poppins"/>
                <a:sym typeface="Poppins"/>
              </a:endParaRPr>
            </a:p>
          </p:txBody>
        </p:sp>
        <p:sp>
          <p:nvSpPr>
            <p:cNvPr id="128" name="Google Shape;286;p21">
              <a:extLst>
                <a:ext uri="{FF2B5EF4-FFF2-40B4-BE49-F238E27FC236}">
                  <a16:creationId xmlns:a16="http://schemas.microsoft.com/office/drawing/2014/main" id="{5BFC06EF-B79A-A0A5-DAB6-A5F0B727AD1F}"/>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60%</a:t>
              </a:r>
              <a:endParaRPr sz="1200" b="1">
                <a:solidFill>
                  <a:srgbClr val="1E344D"/>
                </a:solidFill>
                <a:latin typeface="Poppins"/>
                <a:ea typeface="Poppins"/>
                <a:cs typeface="Poppins"/>
                <a:sym typeface="Poppins"/>
              </a:endParaRPr>
            </a:p>
          </p:txBody>
        </p:sp>
        <p:sp>
          <p:nvSpPr>
            <p:cNvPr id="129" name="Google Shape;287;p21">
              <a:extLst>
                <a:ext uri="{FF2B5EF4-FFF2-40B4-BE49-F238E27FC236}">
                  <a16:creationId xmlns:a16="http://schemas.microsoft.com/office/drawing/2014/main" id="{098E4211-D50C-7040-A714-9C0D4D401C3B}"/>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80%</a:t>
              </a:r>
              <a:endParaRPr sz="1200" b="1">
                <a:solidFill>
                  <a:srgbClr val="1E344D"/>
                </a:solidFill>
                <a:latin typeface="Poppins"/>
                <a:ea typeface="Poppins"/>
                <a:cs typeface="Poppins"/>
                <a:sym typeface="Poppins"/>
              </a:endParaRPr>
            </a:p>
          </p:txBody>
        </p:sp>
        <p:sp>
          <p:nvSpPr>
            <p:cNvPr id="130" name="Google Shape;288;p21">
              <a:extLst>
                <a:ext uri="{FF2B5EF4-FFF2-40B4-BE49-F238E27FC236}">
                  <a16:creationId xmlns:a16="http://schemas.microsoft.com/office/drawing/2014/main" id="{BD70028F-0D2F-8D13-5AB3-5DE7343605DD}"/>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VENUS</a:t>
              </a:r>
              <a:endParaRPr sz="1050" b="1">
                <a:solidFill>
                  <a:srgbClr val="1E344D"/>
                </a:solidFill>
                <a:latin typeface="Karla"/>
                <a:ea typeface="Karla"/>
                <a:cs typeface="Karla"/>
                <a:sym typeface="Karla"/>
              </a:endParaRPr>
            </a:p>
          </p:txBody>
        </p:sp>
        <p:sp>
          <p:nvSpPr>
            <p:cNvPr id="131" name="Google Shape;289;p21">
              <a:extLst>
                <a:ext uri="{FF2B5EF4-FFF2-40B4-BE49-F238E27FC236}">
                  <a16:creationId xmlns:a16="http://schemas.microsoft.com/office/drawing/2014/main" id="{8BDDA751-D1CB-95FE-C135-A3D7FA36E2E5}"/>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MARS</a:t>
              </a:r>
              <a:endParaRPr sz="1050" b="1">
                <a:solidFill>
                  <a:srgbClr val="1E344D"/>
                </a:solidFill>
                <a:latin typeface="Karla"/>
                <a:ea typeface="Karla"/>
                <a:cs typeface="Karla"/>
                <a:sym typeface="Karla"/>
              </a:endParaRPr>
            </a:p>
          </p:txBody>
        </p:sp>
        <p:sp>
          <p:nvSpPr>
            <p:cNvPr id="132" name="Google Shape;290;p21">
              <a:extLst>
                <a:ext uri="{FF2B5EF4-FFF2-40B4-BE49-F238E27FC236}">
                  <a16:creationId xmlns:a16="http://schemas.microsoft.com/office/drawing/2014/main" id="{9776A2A6-0217-040E-4E93-561955424E76}"/>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EARTH</a:t>
              </a:r>
              <a:endParaRPr sz="1050" b="1">
                <a:solidFill>
                  <a:srgbClr val="1E344D"/>
                </a:solidFill>
                <a:latin typeface="Karla"/>
                <a:ea typeface="Karla"/>
                <a:cs typeface="Karla"/>
                <a:sym typeface="Karla"/>
              </a:endParaRPr>
            </a:p>
          </p:txBody>
        </p:sp>
        <p:sp>
          <p:nvSpPr>
            <p:cNvPr id="133" name="Google Shape;293;p21">
              <a:extLst>
                <a:ext uri="{FF2B5EF4-FFF2-40B4-BE49-F238E27FC236}">
                  <a16:creationId xmlns:a16="http://schemas.microsoft.com/office/drawing/2014/main" id="{190CD517-2444-F1D0-08AA-CDCDA222DECF}"/>
                </a:ext>
              </a:extLst>
            </p:cNvPr>
            <p:cNvSpPr/>
            <p:nvPr/>
          </p:nvSpPr>
          <p:spPr>
            <a:xfrm rot="16200000">
              <a:off x="6489683" y="2953696"/>
              <a:ext cx="932249" cy="474744"/>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134" name="Google Shape;296;p21">
              <a:extLst>
                <a:ext uri="{FF2B5EF4-FFF2-40B4-BE49-F238E27FC236}">
                  <a16:creationId xmlns:a16="http://schemas.microsoft.com/office/drawing/2014/main" id="{621A98BA-F56E-655B-2FF0-4DD7FEF6B26D}"/>
                </a:ext>
              </a:extLst>
            </p:cNvPr>
            <p:cNvSpPr/>
            <p:nvPr/>
          </p:nvSpPr>
          <p:spPr>
            <a:xfrm rot="16200000">
              <a:off x="7534144" y="2710846"/>
              <a:ext cx="1417235" cy="474743"/>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135" name="Google Shape;299;p21">
              <a:extLst>
                <a:ext uri="{FF2B5EF4-FFF2-40B4-BE49-F238E27FC236}">
                  <a16:creationId xmlns:a16="http://schemas.microsoft.com/office/drawing/2014/main" id="{D742E72C-FBF6-9499-2FA5-B5BE3984B150}"/>
                </a:ext>
              </a:extLst>
            </p:cNvPr>
            <p:cNvSpPr/>
            <p:nvPr/>
          </p:nvSpPr>
          <p:spPr>
            <a:xfrm rot="16200000">
              <a:off x="8540505" y="2430196"/>
              <a:ext cx="1978793" cy="474744"/>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136" name="Google Shape;302;p21">
              <a:extLst>
                <a:ext uri="{FF2B5EF4-FFF2-40B4-BE49-F238E27FC236}">
                  <a16:creationId xmlns:a16="http://schemas.microsoft.com/office/drawing/2014/main" id="{E06E5FB7-3D2B-9996-53DF-8BA3745C3261}"/>
                </a:ext>
              </a:extLst>
            </p:cNvPr>
            <p:cNvSpPr/>
            <p:nvPr/>
          </p:nvSpPr>
          <p:spPr>
            <a:xfrm rot="16200000">
              <a:off x="9686353" y="2286645"/>
              <a:ext cx="2249039" cy="486034"/>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137" name="Google Shape;303;p21">
              <a:extLst>
                <a:ext uri="{FF2B5EF4-FFF2-40B4-BE49-F238E27FC236}">
                  <a16:creationId xmlns:a16="http://schemas.microsoft.com/office/drawing/2014/main" id="{40A65177-782E-4F83-8416-B72103487212}"/>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dirty="0">
                  <a:solidFill>
                    <a:srgbClr val="1E344D"/>
                  </a:solidFill>
                  <a:latin typeface="Poppins"/>
                  <a:ea typeface="Poppins"/>
                  <a:cs typeface="Poppins"/>
                  <a:sym typeface="Poppins"/>
                </a:rPr>
                <a:t>50%</a:t>
              </a:r>
              <a:endParaRPr sz="1200" b="1" dirty="0">
                <a:solidFill>
                  <a:srgbClr val="1E344D"/>
                </a:solidFill>
                <a:latin typeface="Poppins"/>
                <a:ea typeface="Poppins"/>
                <a:cs typeface="Poppins"/>
                <a:sym typeface="Poppins"/>
              </a:endParaRPr>
            </a:p>
          </p:txBody>
        </p:sp>
        <p:sp>
          <p:nvSpPr>
            <p:cNvPr id="138" name="Google Shape;304;p21">
              <a:extLst>
                <a:ext uri="{FF2B5EF4-FFF2-40B4-BE49-F238E27FC236}">
                  <a16:creationId xmlns:a16="http://schemas.microsoft.com/office/drawing/2014/main" id="{B425B301-223C-F040-845A-831D8604ABAA}"/>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dirty="0">
                  <a:solidFill>
                    <a:srgbClr val="1E344D"/>
                  </a:solidFill>
                  <a:latin typeface="Karla"/>
                  <a:ea typeface="Karla"/>
                  <a:cs typeface="Karla"/>
                  <a:sym typeface="Karla"/>
                </a:rPr>
                <a:t>JUPITER</a:t>
              </a:r>
              <a:endParaRPr sz="1050" b="1" dirty="0">
                <a:solidFill>
                  <a:srgbClr val="1E344D"/>
                </a:solidFill>
                <a:latin typeface="Karla"/>
                <a:ea typeface="Karla"/>
                <a:cs typeface="Karla"/>
                <a:sym typeface="Karla"/>
              </a:endParaRPr>
            </a:p>
          </p:txBody>
        </p:sp>
      </p:grpSp>
      <p:cxnSp>
        <p:nvCxnSpPr>
          <p:cNvPr id="139" name="直线箭头连接符 138">
            <a:extLst>
              <a:ext uri="{FF2B5EF4-FFF2-40B4-BE49-F238E27FC236}">
                <a16:creationId xmlns:a16="http://schemas.microsoft.com/office/drawing/2014/main" id="{BF873122-1A95-23BA-BA03-52B68101E128}"/>
              </a:ext>
            </a:extLst>
          </p:cNvPr>
          <p:cNvCxnSpPr/>
          <p:nvPr/>
        </p:nvCxnSpPr>
        <p:spPr>
          <a:xfrm flipV="1">
            <a:off x="926607" y="4656047"/>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椭圆 139">
            <a:extLst>
              <a:ext uri="{FF2B5EF4-FFF2-40B4-BE49-F238E27FC236}">
                <a16:creationId xmlns:a16="http://schemas.microsoft.com/office/drawing/2014/main" id="{EA5D3AE4-E6A0-3E3C-0293-B77143CF222F}"/>
              </a:ext>
            </a:extLst>
          </p:cNvPr>
          <p:cNvSpPr/>
          <p:nvPr/>
        </p:nvSpPr>
        <p:spPr>
          <a:xfrm>
            <a:off x="1423563" y="4815074"/>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1" name="文本框 140">
            <a:extLst>
              <a:ext uri="{FF2B5EF4-FFF2-40B4-BE49-F238E27FC236}">
                <a16:creationId xmlns:a16="http://schemas.microsoft.com/office/drawing/2014/main" id="{F4864D0B-699C-A3A5-D18E-D6A94808DAAA}"/>
              </a:ext>
            </a:extLst>
          </p:cNvPr>
          <p:cNvSpPr txBox="1"/>
          <p:nvPr/>
        </p:nvSpPr>
        <p:spPr>
          <a:xfrm>
            <a:off x="1427297" y="4833361"/>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47" name="矩形 146">
            <a:extLst>
              <a:ext uri="{FF2B5EF4-FFF2-40B4-BE49-F238E27FC236}">
                <a16:creationId xmlns:a16="http://schemas.microsoft.com/office/drawing/2014/main" id="{3318ED0E-BB50-70FF-1559-391F282F5579}"/>
              </a:ext>
            </a:extLst>
          </p:cNvPr>
          <p:cNvSpPr/>
          <p:nvPr/>
        </p:nvSpPr>
        <p:spPr>
          <a:xfrm>
            <a:off x="3990343" y="3429011"/>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8" name="文本框 147">
            <a:extLst>
              <a:ext uri="{FF2B5EF4-FFF2-40B4-BE49-F238E27FC236}">
                <a16:creationId xmlns:a16="http://schemas.microsoft.com/office/drawing/2014/main" id="{4C291732-2974-77CF-AC8A-D8BC11B6A1C8}"/>
              </a:ext>
            </a:extLst>
          </p:cNvPr>
          <p:cNvSpPr txBox="1"/>
          <p:nvPr/>
        </p:nvSpPr>
        <p:spPr>
          <a:xfrm>
            <a:off x="4023447" y="3445041"/>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2</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Tree>
    <p:extLst>
      <p:ext uri="{BB962C8B-B14F-4D97-AF65-F5344CB8AC3E}">
        <p14:creationId xmlns:p14="http://schemas.microsoft.com/office/powerpoint/2010/main" val="83042390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pic>
        <p:nvPicPr>
          <p:cNvPr id="32" name="图片 31">
            <a:extLst>
              <a:ext uri="{FF2B5EF4-FFF2-40B4-BE49-F238E27FC236}">
                <a16:creationId xmlns:a16="http://schemas.microsoft.com/office/drawing/2014/main" id="{4423AF15-A7B4-93D5-5316-02D8BB81D9A5}"/>
              </a:ext>
            </a:extLst>
          </p:cNvPr>
          <p:cNvPicPr>
            <a:picLocks noChangeAspect="1"/>
          </p:cNvPicPr>
          <p:nvPr/>
        </p:nvPicPr>
        <p:blipFill>
          <a:blip r:embed="rId3"/>
          <a:stretch>
            <a:fillRect/>
          </a:stretch>
        </p:blipFill>
        <p:spPr>
          <a:xfrm>
            <a:off x="3688975" y="1465729"/>
            <a:ext cx="2100730" cy="2100730"/>
          </a:xfrm>
          <a:prstGeom prst="rect">
            <a:avLst/>
          </a:prstGeom>
        </p:spPr>
      </p:pic>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469" name="文本框 468">
            <a:extLst>
              <a:ext uri="{FF2B5EF4-FFF2-40B4-BE49-F238E27FC236}">
                <a16:creationId xmlns:a16="http://schemas.microsoft.com/office/drawing/2014/main" id="{60AAC8CF-B35F-2E3F-4E94-9DE2E1F7C5B2}"/>
              </a:ext>
            </a:extLst>
          </p:cNvPr>
          <p:cNvSpPr txBox="1"/>
          <p:nvPr/>
        </p:nvSpPr>
        <p:spPr>
          <a:xfrm>
            <a:off x="576363" y="1784695"/>
            <a:ext cx="2985247"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A.Here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2" name="文本框 471">
            <a:extLst>
              <a:ext uri="{FF2B5EF4-FFF2-40B4-BE49-F238E27FC236}">
                <a16:creationId xmlns:a16="http://schemas.microsoft.com/office/drawing/2014/main" id="{DBD39B71-EF92-DF97-1B1B-FA7CC4C130B0}"/>
              </a:ext>
            </a:extLst>
          </p:cNvPr>
          <p:cNvSpPr txBox="1"/>
          <p:nvPr/>
        </p:nvSpPr>
        <p:spPr>
          <a:xfrm>
            <a:off x="593558" y="2524079"/>
            <a:ext cx="3342807"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B.Here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8" name="文本框 497">
            <a:extLst>
              <a:ext uri="{FF2B5EF4-FFF2-40B4-BE49-F238E27FC236}">
                <a16:creationId xmlns:a16="http://schemas.microsoft.com/office/drawing/2014/main" id="{8E2FEAF4-9139-6A72-0A56-161A4B2898A9}"/>
              </a:ext>
            </a:extLst>
          </p:cNvPr>
          <p:cNvSpPr txBox="1"/>
          <p:nvPr/>
        </p:nvSpPr>
        <p:spPr>
          <a:xfrm>
            <a:off x="3905115" y="2024776"/>
            <a:ext cx="458567" cy="523220"/>
          </a:xfrm>
          <a:prstGeom prst="rect">
            <a:avLst/>
          </a:prstGeom>
          <a:noFill/>
        </p:spPr>
        <p:txBody>
          <a:bodyPr wrap="square" rtlCol="0">
            <a:spAutoFit/>
          </a:bodyPr>
          <a:lstStyle/>
          <a:p>
            <a:pPr algn="l"/>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A</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9" name="文本框 498">
            <a:extLst>
              <a:ext uri="{FF2B5EF4-FFF2-40B4-BE49-F238E27FC236}">
                <a16:creationId xmlns:a16="http://schemas.microsoft.com/office/drawing/2014/main" id="{84C79C71-94EA-609A-745D-37A013E0DF4C}"/>
              </a:ext>
            </a:extLst>
          </p:cNvPr>
          <p:cNvSpPr txBox="1"/>
          <p:nvPr/>
        </p:nvSpPr>
        <p:spPr>
          <a:xfrm>
            <a:off x="5174616" y="1882588"/>
            <a:ext cx="244550" cy="523220"/>
          </a:xfrm>
          <a:prstGeom prst="rect">
            <a:avLst/>
          </a:prstGeom>
          <a:noFill/>
        </p:spPr>
        <p:txBody>
          <a:bodyPr wrap="square" rtlCol="0">
            <a:spAutoFit/>
          </a:bodyPr>
          <a:lstStyle/>
          <a:p>
            <a:pPr algn="l"/>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B</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02" name="组合 501">
            <a:extLst>
              <a:ext uri="{FF2B5EF4-FFF2-40B4-BE49-F238E27FC236}">
                <a16:creationId xmlns:a16="http://schemas.microsoft.com/office/drawing/2014/main" id="{BE862820-A96F-BB6A-8B66-2E38003C9D97}"/>
              </a:ext>
            </a:extLst>
          </p:cNvPr>
          <p:cNvGrpSpPr/>
          <p:nvPr/>
        </p:nvGrpSpPr>
        <p:grpSpPr>
          <a:xfrm>
            <a:off x="6570686" y="1235563"/>
            <a:ext cx="415330" cy="415330"/>
            <a:chOff x="6570686" y="1235723"/>
            <a:chExt cx="561474" cy="561474"/>
          </a:xfrm>
        </p:grpSpPr>
        <p:sp>
          <p:nvSpPr>
            <p:cNvPr id="500" name="连接器 499">
              <a:extLst>
                <a:ext uri="{FF2B5EF4-FFF2-40B4-BE49-F238E27FC236}">
                  <a16:creationId xmlns:a16="http://schemas.microsoft.com/office/drawing/2014/main" id="{067E7D42-BCBA-C694-3021-15BE680A6378}"/>
                </a:ext>
              </a:extLst>
            </p:cNvPr>
            <p:cNvSpPr/>
            <p:nvPr/>
          </p:nvSpPr>
          <p:spPr>
            <a:xfrm>
              <a:off x="6570686" y="1235723"/>
              <a:ext cx="561474" cy="561474"/>
            </a:xfrm>
            <a:prstGeom prst="flowChartConnector">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1" name="乘 500">
              <a:extLst>
                <a:ext uri="{FF2B5EF4-FFF2-40B4-BE49-F238E27FC236}">
                  <a16:creationId xmlns:a16="http://schemas.microsoft.com/office/drawing/2014/main" id="{FB1517B5-305A-ED6D-FA0E-9983E9234296}"/>
                </a:ext>
              </a:extLst>
            </p:cNvPr>
            <p:cNvSpPr/>
            <p:nvPr/>
          </p:nvSpPr>
          <p:spPr>
            <a:xfrm>
              <a:off x="6648490" y="1301817"/>
              <a:ext cx="410678" cy="410678"/>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503" name="文本框 502">
            <a:extLst>
              <a:ext uri="{FF2B5EF4-FFF2-40B4-BE49-F238E27FC236}">
                <a16:creationId xmlns:a16="http://schemas.microsoft.com/office/drawing/2014/main" id="{E227393C-EC45-C036-230D-1CCDA18BE6DD}"/>
              </a:ext>
            </a:extLst>
          </p:cNvPr>
          <p:cNvSpPr txBox="1"/>
          <p:nvPr/>
        </p:nvSpPr>
        <p:spPr>
          <a:xfrm>
            <a:off x="7104112" y="1196752"/>
            <a:ext cx="4301066" cy="830997"/>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4" name="文本框 503">
            <a:extLst>
              <a:ext uri="{FF2B5EF4-FFF2-40B4-BE49-F238E27FC236}">
                <a16:creationId xmlns:a16="http://schemas.microsoft.com/office/drawing/2014/main" id="{6A968472-5729-7022-A64B-6E605EF2814F}"/>
              </a:ext>
            </a:extLst>
          </p:cNvPr>
          <p:cNvSpPr txBox="1"/>
          <p:nvPr/>
        </p:nvSpPr>
        <p:spPr>
          <a:xfrm>
            <a:off x="10671048" y="1645920"/>
            <a:ext cx="832104" cy="2215991"/>
          </a:xfrm>
          <a:prstGeom prst="rect">
            <a:avLst/>
          </a:prstGeom>
          <a:noFill/>
        </p:spPr>
        <p:txBody>
          <a:bodyPr wrap="square" rtlCol="0">
            <a:spAutoFit/>
          </a:bodyPr>
          <a:lstStyle/>
          <a:p>
            <a:pPr algn="l"/>
            <a:r>
              <a:rPr kumimoji="1" lang="zh-CN" altLang="en-US" sz="13800" b="1" dirty="0">
                <a:solidFill>
                  <a:srgbClr val="BB3023"/>
                </a:solidFill>
                <a:latin typeface="+mn-ea"/>
                <a:cs typeface="Alibaba PuHuiTi Medium" pitchFamily="18" charset="-122"/>
              </a:rPr>
              <a:t>？</a:t>
            </a:r>
          </a:p>
        </p:txBody>
      </p:sp>
      <p:sp>
        <p:nvSpPr>
          <p:cNvPr id="505" name="文本框 504">
            <a:extLst>
              <a:ext uri="{FF2B5EF4-FFF2-40B4-BE49-F238E27FC236}">
                <a16:creationId xmlns:a16="http://schemas.microsoft.com/office/drawing/2014/main" id="{EADBF098-A58A-2169-8B54-E8CEC3F7A465}"/>
              </a:ext>
            </a:extLst>
          </p:cNvPr>
          <p:cNvSpPr txBox="1"/>
          <p:nvPr/>
        </p:nvSpPr>
        <p:spPr>
          <a:xfrm>
            <a:off x="10077016" y="2217440"/>
            <a:ext cx="832104" cy="1569660"/>
          </a:xfrm>
          <a:prstGeom prst="rect">
            <a:avLst/>
          </a:prstGeom>
          <a:noFill/>
        </p:spPr>
        <p:txBody>
          <a:bodyPr wrap="square" rtlCol="0">
            <a:spAutoFit/>
          </a:bodyPr>
          <a:lstStyle/>
          <a:p>
            <a:pPr algn="l"/>
            <a:r>
              <a:rPr kumimoji="1" lang="zh-CN" altLang="en-US" sz="9600" b="1" dirty="0">
                <a:solidFill>
                  <a:srgbClr val="BB3023"/>
                </a:solidFill>
                <a:latin typeface="+mn-ea"/>
                <a:cs typeface="Alibaba PuHuiTi Medium" pitchFamily="18" charset="-122"/>
              </a:rPr>
              <a:t>？</a:t>
            </a:r>
          </a:p>
        </p:txBody>
      </p:sp>
      <p:cxnSp>
        <p:nvCxnSpPr>
          <p:cNvPr id="507" name="直线箭头连接符 506">
            <a:extLst>
              <a:ext uri="{FF2B5EF4-FFF2-40B4-BE49-F238E27FC236}">
                <a16:creationId xmlns:a16="http://schemas.microsoft.com/office/drawing/2014/main" id="{03885515-2AE8-553B-BA99-BE2F81336B75}"/>
              </a:ext>
            </a:extLst>
          </p:cNvPr>
          <p:cNvCxnSpPr>
            <a:cxnSpLocks/>
          </p:cNvCxnSpPr>
          <p:nvPr/>
        </p:nvCxnSpPr>
        <p:spPr>
          <a:xfrm flipV="1">
            <a:off x="8659368" y="1691640"/>
            <a:ext cx="2980944" cy="1353312"/>
          </a:xfrm>
          <a:prstGeom prst="straightConnector1">
            <a:avLst/>
          </a:prstGeom>
          <a:ln w="38100">
            <a:solidFill>
              <a:srgbClr val="BB3023"/>
            </a:solidFill>
            <a:tailEnd type="triangle"/>
          </a:ln>
        </p:spPr>
        <p:style>
          <a:lnRef idx="1">
            <a:schemeClr val="accent1"/>
          </a:lnRef>
          <a:fillRef idx="0">
            <a:schemeClr val="accent1"/>
          </a:fillRef>
          <a:effectRef idx="0">
            <a:schemeClr val="accent1"/>
          </a:effectRef>
          <a:fontRef idx="minor">
            <a:schemeClr val="tx1"/>
          </a:fontRef>
        </p:style>
      </p:cxnSp>
      <p:sp>
        <p:nvSpPr>
          <p:cNvPr id="508" name="文本框 507">
            <a:extLst>
              <a:ext uri="{FF2B5EF4-FFF2-40B4-BE49-F238E27FC236}">
                <a16:creationId xmlns:a16="http://schemas.microsoft.com/office/drawing/2014/main" id="{2E311300-8793-399B-79AE-416419F85744}"/>
              </a:ext>
            </a:extLst>
          </p:cNvPr>
          <p:cNvSpPr txBox="1"/>
          <p:nvPr/>
        </p:nvSpPr>
        <p:spPr>
          <a:xfrm>
            <a:off x="9519240" y="2521472"/>
            <a:ext cx="832104" cy="1200329"/>
          </a:xfrm>
          <a:prstGeom prst="rect">
            <a:avLst/>
          </a:prstGeom>
          <a:noFill/>
        </p:spPr>
        <p:txBody>
          <a:bodyPr wrap="square" rtlCol="0">
            <a:spAutoFit/>
          </a:bodyPr>
          <a:lstStyle/>
          <a:p>
            <a:pPr algn="l"/>
            <a:r>
              <a:rPr kumimoji="1" lang="zh-CN" altLang="en-US" sz="7200" b="1" dirty="0">
                <a:solidFill>
                  <a:srgbClr val="BB3023"/>
                </a:solidFill>
                <a:latin typeface="+mn-ea"/>
                <a:cs typeface="Alibaba PuHuiTi Medium" pitchFamily="18" charset="-122"/>
              </a:rPr>
              <a:t>？</a:t>
            </a:r>
          </a:p>
        </p:txBody>
      </p:sp>
      <p:sp>
        <p:nvSpPr>
          <p:cNvPr id="509" name="文本框 508">
            <a:extLst>
              <a:ext uri="{FF2B5EF4-FFF2-40B4-BE49-F238E27FC236}">
                <a16:creationId xmlns:a16="http://schemas.microsoft.com/office/drawing/2014/main" id="{CADC89B0-AC15-B45C-01C1-41C83A40E498}"/>
              </a:ext>
            </a:extLst>
          </p:cNvPr>
          <p:cNvSpPr txBox="1"/>
          <p:nvPr/>
        </p:nvSpPr>
        <p:spPr>
          <a:xfrm>
            <a:off x="9058616" y="2820936"/>
            <a:ext cx="832104" cy="830997"/>
          </a:xfrm>
          <a:prstGeom prst="rect">
            <a:avLst/>
          </a:prstGeom>
          <a:noFill/>
        </p:spPr>
        <p:txBody>
          <a:bodyPr wrap="square" rtlCol="0">
            <a:spAutoFit/>
          </a:bodyPr>
          <a:lstStyle/>
          <a:p>
            <a:pPr algn="l"/>
            <a:r>
              <a:rPr kumimoji="1" lang="zh-CN" altLang="en-US" sz="4800" b="1" dirty="0">
                <a:solidFill>
                  <a:srgbClr val="BB3023"/>
                </a:solidFill>
                <a:latin typeface="+mn-ea"/>
                <a:cs typeface="Alibaba PuHuiTi Medium" pitchFamily="18" charset="-122"/>
              </a:rPr>
              <a:t>？</a:t>
            </a:r>
          </a:p>
        </p:txBody>
      </p:sp>
      <p:sp>
        <p:nvSpPr>
          <p:cNvPr id="510" name="文本框 509">
            <a:extLst>
              <a:ext uri="{FF2B5EF4-FFF2-40B4-BE49-F238E27FC236}">
                <a16:creationId xmlns:a16="http://schemas.microsoft.com/office/drawing/2014/main" id="{98AA5D4E-67CA-2EDE-B55D-7C74F83B304E}"/>
              </a:ext>
            </a:extLst>
          </p:cNvPr>
          <p:cNvSpPr txBox="1"/>
          <p:nvPr/>
        </p:nvSpPr>
        <p:spPr>
          <a:xfrm>
            <a:off x="8727152" y="3008384"/>
            <a:ext cx="832104" cy="584775"/>
          </a:xfrm>
          <a:prstGeom prst="rect">
            <a:avLst/>
          </a:prstGeom>
          <a:noFill/>
        </p:spPr>
        <p:txBody>
          <a:bodyPr wrap="square" rtlCol="0">
            <a:spAutoFit/>
          </a:bodyPr>
          <a:lstStyle/>
          <a:p>
            <a:pPr algn="l"/>
            <a:r>
              <a:rPr kumimoji="1" lang="zh-CN" altLang="en-US" sz="3200" b="1" dirty="0">
                <a:solidFill>
                  <a:srgbClr val="BB3023"/>
                </a:solidFill>
                <a:latin typeface="+mn-ea"/>
                <a:cs typeface="Alibaba PuHuiTi Medium" pitchFamily="18" charset="-122"/>
              </a:rPr>
              <a:t>？</a:t>
            </a: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2985247"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514" name="文本框 513">
            <a:extLst>
              <a:ext uri="{FF2B5EF4-FFF2-40B4-BE49-F238E27FC236}">
                <a16:creationId xmlns:a16="http://schemas.microsoft.com/office/drawing/2014/main" id="{53C329BD-49A9-1504-4D54-6126366217E5}"/>
              </a:ext>
            </a:extLst>
          </p:cNvPr>
          <p:cNvSpPr txBox="1"/>
          <p:nvPr/>
        </p:nvSpPr>
        <p:spPr>
          <a:xfrm>
            <a:off x="6562231" y="2626624"/>
            <a:ext cx="2985247"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a:t>
            </a:r>
            <a:endParaRPr kumimoji="1" lang="en-US" altLang="zh-CN" sz="1600" dirty="0">
              <a:solidFill>
                <a:srgbClr val="1E344D"/>
              </a:solidFill>
              <a:latin typeface="Alibaba PuHuiTi Medium" pitchFamily="18" charset="-122"/>
              <a:ea typeface="Alibaba PuHuiTi Medium" pitchFamily="18" charset="-122"/>
              <a:cs typeface="Alibaba PuHuiTi Medium" pitchFamily="18" charset="-122"/>
            </a:endParaRPr>
          </a:p>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write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872226" y="4149080"/>
            <a:ext cx="4301066" cy="461665"/>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0" name="文本框 519">
            <a:extLst>
              <a:ext uri="{FF2B5EF4-FFF2-40B4-BE49-F238E27FC236}">
                <a16:creationId xmlns:a16="http://schemas.microsoft.com/office/drawing/2014/main" id="{E844EB41-0164-34E8-A7C3-CFEA1E84E220}"/>
              </a:ext>
            </a:extLst>
          </p:cNvPr>
          <p:cNvSpPr txBox="1"/>
          <p:nvPr/>
        </p:nvSpPr>
        <p:spPr>
          <a:xfrm rot="21225236">
            <a:off x="4799364" y="5263814"/>
            <a:ext cx="702726" cy="261610"/>
          </a:xfrm>
          <a:prstGeom prst="rect">
            <a:avLst/>
          </a:prstGeom>
          <a:solidFill>
            <a:srgbClr val="BB3023"/>
          </a:solidFill>
        </p:spPr>
        <p:txBody>
          <a:bodyPr wrap="square" rtlCol="0">
            <a:spAutoFit/>
          </a:bodyPr>
          <a:lstStyle/>
          <a:p>
            <a:pPr algn="l"/>
            <a:r>
              <a:rPr kumimoji="1" lang="zh-CN" altLang="en-US" sz="1100" b="1" dirty="0">
                <a:solidFill>
                  <a:schemeClr val="bg1"/>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1" name="文本框 520">
            <a:extLst>
              <a:ext uri="{FF2B5EF4-FFF2-40B4-BE49-F238E27FC236}">
                <a16:creationId xmlns:a16="http://schemas.microsoft.com/office/drawing/2014/main" id="{25B0C8C1-3CA2-059E-E027-D6FF792B85F9}"/>
              </a:ext>
            </a:extLst>
          </p:cNvPr>
          <p:cNvSpPr txBox="1"/>
          <p:nvPr/>
        </p:nvSpPr>
        <p:spPr>
          <a:xfrm rot="1100280">
            <a:off x="4798247" y="5748467"/>
            <a:ext cx="752851" cy="263706"/>
          </a:xfrm>
          <a:prstGeom prst="rect">
            <a:avLst/>
          </a:prstGeom>
          <a:solidFill>
            <a:srgbClr val="BB3023"/>
          </a:solidFill>
        </p:spPr>
        <p:txBody>
          <a:bodyPr wrap="square" rtlCol="0">
            <a:spAutoFit/>
          </a:bodyPr>
          <a:lstStyle/>
          <a:p>
            <a:pPr algn="l"/>
            <a:r>
              <a:rPr kumimoji="1" lang="zh-CN" altLang="en-US" sz="1100" b="1" dirty="0">
                <a:solidFill>
                  <a:schemeClr val="bg1"/>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2" name="文本框 521">
            <a:extLst>
              <a:ext uri="{FF2B5EF4-FFF2-40B4-BE49-F238E27FC236}">
                <a16:creationId xmlns:a16="http://schemas.microsoft.com/office/drawing/2014/main" id="{B597484D-309D-0B74-189D-FE2C07B21F11}"/>
              </a:ext>
            </a:extLst>
          </p:cNvPr>
          <p:cNvSpPr txBox="1"/>
          <p:nvPr/>
        </p:nvSpPr>
        <p:spPr>
          <a:xfrm rot="19986155">
            <a:off x="4658522" y="4776259"/>
            <a:ext cx="853564" cy="261610"/>
          </a:xfrm>
          <a:prstGeom prst="rect">
            <a:avLst/>
          </a:prstGeom>
          <a:solidFill>
            <a:srgbClr val="BB3023"/>
          </a:solidFill>
        </p:spPr>
        <p:txBody>
          <a:bodyPr wrap="square" rtlCol="0">
            <a:spAutoFit/>
          </a:bodyPr>
          <a:lstStyle/>
          <a:p>
            <a:pPr algn="l"/>
            <a:r>
              <a:rPr kumimoji="1" lang="zh-CN" altLang="en-US" sz="1100" b="1" dirty="0">
                <a:solidFill>
                  <a:schemeClr val="bg1"/>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523" name="Google Shape;6503;p78">
            <a:extLst>
              <a:ext uri="{FF2B5EF4-FFF2-40B4-BE49-F238E27FC236}">
                <a16:creationId xmlns:a16="http://schemas.microsoft.com/office/drawing/2014/main" id="{A378CAD1-CFCC-05AA-9D2E-946F42A872D2}"/>
              </a:ext>
            </a:extLst>
          </p:cNvPr>
          <p:cNvGrpSpPr/>
          <p:nvPr/>
        </p:nvGrpSpPr>
        <p:grpSpPr>
          <a:xfrm>
            <a:off x="2929522" y="5262495"/>
            <a:ext cx="453080" cy="514389"/>
            <a:chOff x="3947025" y="3955025"/>
            <a:chExt cx="122125" cy="138650"/>
          </a:xfrm>
          <a:solidFill>
            <a:srgbClr val="BB3023"/>
          </a:solidFill>
        </p:grpSpPr>
        <p:sp>
          <p:nvSpPr>
            <p:cNvPr id="524" name="Google Shape;6504;p78">
              <a:extLst>
                <a:ext uri="{FF2B5EF4-FFF2-40B4-BE49-F238E27FC236}">
                  <a16:creationId xmlns:a16="http://schemas.microsoft.com/office/drawing/2014/main" id="{37C30A00-D628-6BB2-A8DC-98ABF91FD249}"/>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5" name="Google Shape;6505;p78">
              <a:extLst>
                <a:ext uri="{FF2B5EF4-FFF2-40B4-BE49-F238E27FC236}">
                  <a16:creationId xmlns:a16="http://schemas.microsoft.com/office/drawing/2014/main" id="{487F6C6C-2B50-1796-1470-754D0E6F6016}"/>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29" name="文本框 528">
            <a:extLst>
              <a:ext uri="{FF2B5EF4-FFF2-40B4-BE49-F238E27FC236}">
                <a16:creationId xmlns:a16="http://schemas.microsoft.com/office/drawing/2014/main" id="{F5617E99-2FB9-BF5C-FD38-0BC6A03B69D6}"/>
              </a:ext>
            </a:extLst>
          </p:cNvPr>
          <p:cNvSpPr txBox="1"/>
          <p:nvPr/>
        </p:nvSpPr>
        <p:spPr>
          <a:xfrm>
            <a:off x="623392" y="4729046"/>
            <a:ext cx="4413829" cy="584775"/>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36840" y="5319453"/>
            <a:ext cx="2173596" cy="738664"/>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2" name="三角形 531">
            <a:extLst>
              <a:ext uri="{FF2B5EF4-FFF2-40B4-BE49-F238E27FC236}">
                <a16:creationId xmlns:a16="http://schemas.microsoft.com/office/drawing/2014/main" id="{2EBE6FE0-C1DE-5B06-077F-75C8CAE7A620}"/>
              </a:ext>
            </a:extLst>
          </p:cNvPr>
          <p:cNvSpPr/>
          <p:nvPr/>
        </p:nvSpPr>
        <p:spPr>
          <a:xfrm rot="5400000">
            <a:off x="547841" y="4175870"/>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5" name="矩形 534">
            <a:extLst>
              <a:ext uri="{FF2B5EF4-FFF2-40B4-BE49-F238E27FC236}">
                <a16:creationId xmlns:a16="http://schemas.microsoft.com/office/drawing/2014/main" id="{B1DFBDF0-5F19-A9F2-E1AF-C0006F08C0C9}"/>
              </a:ext>
            </a:extLst>
          </p:cNvPr>
          <p:cNvSpPr/>
          <p:nvPr/>
        </p:nvSpPr>
        <p:spPr>
          <a:xfrm>
            <a:off x="10042358" y="4844716"/>
            <a:ext cx="819399" cy="819399"/>
          </a:xfrm>
          <a:prstGeom prst="rect">
            <a:avLst/>
          </a:prstGeom>
          <a:noFill/>
          <a:ln w="412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6" name="矩形 535">
            <a:extLst>
              <a:ext uri="{FF2B5EF4-FFF2-40B4-BE49-F238E27FC236}">
                <a16:creationId xmlns:a16="http://schemas.microsoft.com/office/drawing/2014/main" id="{E46BB438-3F5C-FB10-BD2F-9E70382F7572}"/>
              </a:ext>
            </a:extLst>
          </p:cNvPr>
          <p:cNvSpPr/>
          <p:nvPr/>
        </p:nvSpPr>
        <p:spPr>
          <a:xfrm>
            <a:off x="10538791" y="5069866"/>
            <a:ext cx="819399" cy="819399"/>
          </a:xfrm>
          <a:prstGeom prst="rect">
            <a:avLst/>
          </a:prstGeom>
          <a:noFill/>
          <a:ln w="412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7" name="矩形 536">
            <a:extLst>
              <a:ext uri="{FF2B5EF4-FFF2-40B4-BE49-F238E27FC236}">
                <a16:creationId xmlns:a16="http://schemas.microsoft.com/office/drawing/2014/main" id="{75307B5B-87DB-A973-AC7F-7FF07144467F}"/>
              </a:ext>
            </a:extLst>
          </p:cNvPr>
          <p:cNvSpPr/>
          <p:nvPr/>
        </p:nvSpPr>
        <p:spPr>
          <a:xfrm>
            <a:off x="10329518" y="5340768"/>
            <a:ext cx="819399" cy="819399"/>
          </a:xfrm>
          <a:prstGeom prst="rect">
            <a:avLst/>
          </a:prstGeom>
          <a:noFill/>
          <a:ln w="412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8" name="矩形 537">
            <a:extLst>
              <a:ext uri="{FF2B5EF4-FFF2-40B4-BE49-F238E27FC236}">
                <a16:creationId xmlns:a16="http://schemas.microsoft.com/office/drawing/2014/main" id="{79B8DE2F-75DB-31C2-E655-445F7FD947EB}"/>
              </a:ext>
            </a:extLst>
          </p:cNvPr>
          <p:cNvSpPr/>
          <p:nvPr/>
        </p:nvSpPr>
        <p:spPr>
          <a:xfrm>
            <a:off x="10536089" y="5341404"/>
            <a:ext cx="310968" cy="310607"/>
          </a:xfrm>
          <a:prstGeom prst="rect">
            <a:avLst/>
          </a:prstGeom>
          <a:solidFill>
            <a:srgbClr val="BB3023"/>
          </a:solidFill>
          <a:ln w="412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39" name="直线箭头连接符 538">
            <a:extLst>
              <a:ext uri="{FF2B5EF4-FFF2-40B4-BE49-F238E27FC236}">
                <a16:creationId xmlns:a16="http://schemas.microsoft.com/office/drawing/2014/main" id="{5F89DE8A-C13E-34D8-9E39-15A7D959B99F}"/>
              </a:ext>
            </a:extLst>
          </p:cNvPr>
          <p:cNvCxnSpPr>
            <a:cxnSpLocks/>
          </p:cNvCxnSpPr>
          <p:nvPr/>
        </p:nvCxnSpPr>
        <p:spPr>
          <a:xfrm flipV="1">
            <a:off x="10817316" y="4604084"/>
            <a:ext cx="412158" cy="796298"/>
          </a:xfrm>
          <a:prstGeom prst="straightConnector1">
            <a:avLst/>
          </a:prstGeom>
          <a:ln w="3810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543" name="文本框 542">
            <a:extLst>
              <a:ext uri="{FF2B5EF4-FFF2-40B4-BE49-F238E27FC236}">
                <a16:creationId xmlns:a16="http://schemas.microsoft.com/office/drawing/2014/main" id="{9D43F725-DE86-DE4C-917F-EA007514AE7B}"/>
              </a:ext>
            </a:extLst>
          </p:cNvPr>
          <p:cNvSpPr txBox="1"/>
          <p:nvPr/>
        </p:nvSpPr>
        <p:spPr>
          <a:xfrm>
            <a:off x="10904494" y="4154905"/>
            <a:ext cx="998748" cy="461665"/>
          </a:xfrm>
          <a:prstGeom prst="rect">
            <a:avLst/>
          </a:prstGeom>
          <a:noFill/>
        </p:spPr>
        <p:txBody>
          <a:bodyPr wrap="squar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aria</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6" y="5733256"/>
            <a:ext cx="3650849" cy="584775"/>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77ECFC56-4A57-0EAE-E8FC-0487911968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B772E1BE-F489-58DC-9687-61C16BD797D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2F020B2A-D37F-5852-ABC6-A47E73F7082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27473CEB-7A10-CE30-057F-3B443C7EC95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F4605EAD-17E3-7242-7FDD-79D159348110}"/>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55D92BEE-8D46-B874-2479-18173D0EF5D3}"/>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E322695C-1A6D-A92D-D193-9A09E3E260C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FFFEF694-198C-81BD-A181-AD0D2C3E60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8;p80">
              <a:extLst>
                <a:ext uri="{FF2B5EF4-FFF2-40B4-BE49-F238E27FC236}">
                  <a16:creationId xmlns:a16="http://schemas.microsoft.com/office/drawing/2014/main" id="{3EE52AD4-127F-E0D4-73F5-B4283D646F8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F5F86E00-E997-5AC4-FA22-EB749E0D4FF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4" name="图片 33">
            <a:extLst>
              <a:ext uri="{FF2B5EF4-FFF2-40B4-BE49-F238E27FC236}">
                <a16:creationId xmlns:a16="http://schemas.microsoft.com/office/drawing/2014/main" id="{32220F34-4B72-D4CF-C403-7B1E407D6641}"/>
              </a:ext>
            </a:extLst>
          </p:cNvPr>
          <p:cNvPicPr>
            <a:picLocks noChangeAspect="1"/>
          </p:cNvPicPr>
          <p:nvPr/>
        </p:nvPicPr>
        <p:blipFill>
          <a:blip r:embed="rId4"/>
          <a:stretch>
            <a:fillRect/>
          </a:stretch>
        </p:blipFill>
        <p:spPr>
          <a:xfrm>
            <a:off x="3228787" y="4676586"/>
            <a:ext cx="1764553" cy="1764553"/>
          </a:xfrm>
          <a:prstGeom prst="rect">
            <a:avLst/>
          </a:prstGeom>
        </p:spPr>
      </p:pic>
      <p:sp>
        <p:nvSpPr>
          <p:cNvPr id="35" name="文本框 34">
            <a:extLst>
              <a:ext uri="{FF2B5EF4-FFF2-40B4-BE49-F238E27FC236}">
                <a16:creationId xmlns:a16="http://schemas.microsoft.com/office/drawing/2014/main" id="{92AA9E43-695A-264D-F442-127BD905EEB3}"/>
              </a:ext>
            </a:extLst>
          </p:cNvPr>
          <p:cNvSpPr txBox="1"/>
          <p:nvPr/>
        </p:nvSpPr>
        <p:spPr>
          <a:xfrm>
            <a:off x="623392" y="6106743"/>
            <a:ext cx="5010925" cy="307777"/>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6802570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任意形状 57">
            <a:extLst>
              <a:ext uri="{FF2B5EF4-FFF2-40B4-BE49-F238E27FC236}">
                <a16:creationId xmlns:a16="http://schemas.microsoft.com/office/drawing/2014/main" id="{D7F7AEA3-C602-F257-FA7E-0CB23D5A1694}"/>
              </a:ext>
            </a:extLst>
          </p:cNvPr>
          <p:cNvSpPr/>
          <p:nvPr/>
        </p:nvSpPr>
        <p:spPr>
          <a:xfrm>
            <a:off x="3749761" y="4359349"/>
            <a:ext cx="2186800" cy="2126511"/>
          </a:xfrm>
          <a:custGeom>
            <a:avLst/>
            <a:gdLst>
              <a:gd name="connsiteX0" fmla="*/ 41190 w 3286898"/>
              <a:gd name="connsiteY0" fmla="*/ 345989 h 3196281"/>
              <a:gd name="connsiteX1" fmla="*/ 708454 w 3286898"/>
              <a:gd name="connsiteY1" fmla="*/ 1128584 h 3196281"/>
              <a:gd name="connsiteX2" fmla="*/ 0 w 3286898"/>
              <a:gd name="connsiteY2" fmla="*/ 1260389 h 3196281"/>
              <a:gd name="connsiteX3" fmla="*/ 560173 w 3286898"/>
              <a:gd name="connsiteY3" fmla="*/ 1738184 h 3196281"/>
              <a:gd name="connsiteX4" fmla="*/ 16476 w 3286898"/>
              <a:gd name="connsiteY4" fmla="*/ 2141838 h 3196281"/>
              <a:gd name="connsiteX5" fmla="*/ 889687 w 3286898"/>
              <a:gd name="connsiteY5" fmla="*/ 2059459 h 3196281"/>
              <a:gd name="connsiteX6" fmla="*/ 716692 w 3286898"/>
              <a:gd name="connsiteY6" fmla="*/ 2603157 h 3196281"/>
              <a:gd name="connsiteX7" fmla="*/ 1186249 w 3286898"/>
              <a:gd name="connsiteY7" fmla="*/ 2298357 h 3196281"/>
              <a:gd name="connsiteX8" fmla="*/ 1276865 w 3286898"/>
              <a:gd name="connsiteY8" fmla="*/ 3196281 h 3196281"/>
              <a:gd name="connsiteX9" fmla="*/ 1614617 w 3286898"/>
              <a:gd name="connsiteY9" fmla="*/ 2215978 h 3196281"/>
              <a:gd name="connsiteX10" fmla="*/ 2034746 w 3286898"/>
              <a:gd name="connsiteY10" fmla="*/ 2924432 h 3196281"/>
              <a:gd name="connsiteX11" fmla="*/ 2141838 w 3286898"/>
              <a:gd name="connsiteY11" fmla="*/ 2125362 h 3196281"/>
              <a:gd name="connsiteX12" fmla="*/ 2734962 w 3286898"/>
              <a:gd name="connsiteY12" fmla="*/ 2644346 h 3196281"/>
              <a:gd name="connsiteX13" fmla="*/ 2529017 w 3286898"/>
              <a:gd name="connsiteY13" fmla="*/ 1869989 h 3196281"/>
              <a:gd name="connsiteX14" fmla="*/ 3286898 w 3286898"/>
              <a:gd name="connsiteY14" fmla="*/ 1960605 h 3196281"/>
              <a:gd name="connsiteX15" fmla="*/ 2669060 w 3286898"/>
              <a:gd name="connsiteY15" fmla="*/ 1540475 h 3196281"/>
              <a:gd name="connsiteX16" fmla="*/ 3188044 w 3286898"/>
              <a:gd name="connsiteY16" fmla="*/ 1202724 h 3196281"/>
              <a:gd name="connsiteX17" fmla="*/ 2479590 w 3286898"/>
              <a:gd name="connsiteY17" fmla="*/ 1103870 h 3196281"/>
              <a:gd name="connsiteX18" fmla="*/ 2800865 w 3286898"/>
              <a:gd name="connsiteY18" fmla="*/ 691978 h 3196281"/>
              <a:gd name="connsiteX19" fmla="*/ 2117125 w 3286898"/>
              <a:gd name="connsiteY19" fmla="*/ 848497 h 3196281"/>
              <a:gd name="connsiteX20" fmla="*/ 2207741 w 3286898"/>
              <a:gd name="connsiteY20" fmla="*/ 0 h 3196281"/>
              <a:gd name="connsiteX21" fmla="*/ 1647568 w 3286898"/>
              <a:gd name="connsiteY21" fmla="*/ 881448 h 3196281"/>
              <a:gd name="connsiteX22" fmla="*/ 1235676 w 3286898"/>
              <a:gd name="connsiteY22" fmla="*/ 354227 h 3196281"/>
              <a:gd name="connsiteX23" fmla="*/ 1112108 w 3286898"/>
              <a:gd name="connsiteY23" fmla="*/ 996778 h 3196281"/>
              <a:gd name="connsiteX24" fmla="*/ 41190 w 3286898"/>
              <a:gd name="connsiteY24" fmla="*/ 345989 h 319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86898" h="3196281">
                <a:moveTo>
                  <a:pt x="41190" y="345989"/>
                </a:moveTo>
                <a:lnTo>
                  <a:pt x="708454" y="1128584"/>
                </a:lnTo>
                <a:lnTo>
                  <a:pt x="0" y="1260389"/>
                </a:lnTo>
                <a:lnTo>
                  <a:pt x="560173" y="1738184"/>
                </a:lnTo>
                <a:lnTo>
                  <a:pt x="16476" y="2141838"/>
                </a:lnTo>
                <a:lnTo>
                  <a:pt x="889687" y="2059459"/>
                </a:lnTo>
                <a:lnTo>
                  <a:pt x="716692" y="2603157"/>
                </a:lnTo>
                <a:lnTo>
                  <a:pt x="1186249" y="2298357"/>
                </a:lnTo>
                <a:lnTo>
                  <a:pt x="1276865" y="3196281"/>
                </a:lnTo>
                <a:lnTo>
                  <a:pt x="1614617" y="2215978"/>
                </a:lnTo>
                <a:lnTo>
                  <a:pt x="2034746" y="2924432"/>
                </a:lnTo>
                <a:lnTo>
                  <a:pt x="2141838" y="2125362"/>
                </a:lnTo>
                <a:lnTo>
                  <a:pt x="2734962" y="2644346"/>
                </a:lnTo>
                <a:lnTo>
                  <a:pt x="2529017" y="1869989"/>
                </a:lnTo>
                <a:lnTo>
                  <a:pt x="3286898" y="1960605"/>
                </a:lnTo>
                <a:lnTo>
                  <a:pt x="2669060" y="1540475"/>
                </a:lnTo>
                <a:lnTo>
                  <a:pt x="3188044" y="1202724"/>
                </a:lnTo>
                <a:lnTo>
                  <a:pt x="2479590" y="1103870"/>
                </a:lnTo>
                <a:lnTo>
                  <a:pt x="2800865" y="691978"/>
                </a:lnTo>
                <a:lnTo>
                  <a:pt x="2117125" y="848497"/>
                </a:lnTo>
                <a:lnTo>
                  <a:pt x="2207741" y="0"/>
                </a:lnTo>
                <a:lnTo>
                  <a:pt x="1647568" y="881448"/>
                </a:lnTo>
                <a:lnTo>
                  <a:pt x="1235676" y="354227"/>
                </a:lnTo>
                <a:lnTo>
                  <a:pt x="1112108" y="996778"/>
                </a:lnTo>
                <a:lnTo>
                  <a:pt x="41190" y="345989"/>
                </a:lnTo>
                <a:close/>
              </a:path>
            </a:pathLst>
          </a:custGeom>
          <a:gradFill>
            <a:gsLst>
              <a:gs pos="31000">
                <a:srgbClr val="1E344D"/>
              </a:gs>
              <a:gs pos="57000">
                <a:srgbClr val="BB3023"/>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chemeClr val="tx1">
              <a:alpha val="5114"/>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rgbClr val="21212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426818" y="1227295"/>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9" name="文本框 468">
            <a:extLst>
              <a:ext uri="{FF2B5EF4-FFF2-40B4-BE49-F238E27FC236}">
                <a16:creationId xmlns:a16="http://schemas.microsoft.com/office/drawing/2014/main" id="{60AAC8CF-B35F-2E3F-4E94-9DE2E1F7C5B2}"/>
              </a:ext>
            </a:extLst>
          </p:cNvPr>
          <p:cNvSpPr txBox="1"/>
          <p:nvPr/>
        </p:nvSpPr>
        <p:spPr>
          <a:xfrm>
            <a:off x="576363" y="1784695"/>
            <a:ext cx="2985247"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A.Here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472" name="文本框 471">
            <a:extLst>
              <a:ext uri="{FF2B5EF4-FFF2-40B4-BE49-F238E27FC236}">
                <a16:creationId xmlns:a16="http://schemas.microsoft.com/office/drawing/2014/main" id="{DBD39B71-EF92-DF97-1B1B-FA7CC4C130B0}"/>
              </a:ext>
            </a:extLst>
          </p:cNvPr>
          <p:cNvSpPr txBox="1"/>
          <p:nvPr/>
        </p:nvSpPr>
        <p:spPr>
          <a:xfrm>
            <a:off x="593558" y="2524079"/>
            <a:ext cx="3342807"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B.Here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2" y="1196752"/>
            <a:ext cx="4301066" cy="830997"/>
          </a:xfrm>
          <a:prstGeom prst="rect">
            <a:avLst/>
          </a:prstGeom>
          <a:noFill/>
        </p:spPr>
        <p:txBody>
          <a:bodyPr wrap="square" rtlCol="0">
            <a:spAutoFit/>
          </a:bodyPr>
          <a:lstStyle/>
          <a:p>
            <a:pPr algn="l"/>
            <a:r>
              <a:rPr kumimoji="1" lang="en" altLang="zh-CN" sz="2400" b="1" dirty="0">
                <a:solidFill>
                  <a:srgbClr val="21212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2985247"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61665"/>
          </a:xfrm>
          <a:prstGeom prst="rect">
            <a:avLst/>
          </a:prstGeom>
          <a:noFill/>
        </p:spPr>
        <p:txBody>
          <a:bodyPr wrap="square" rtlCol="0">
            <a:spAutoFit/>
          </a:bodyPr>
          <a:lstStyle/>
          <a:p>
            <a:pPr algn="l"/>
            <a:r>
              <a:rPr kumimoji="1" lang="en" altLang="zh-CN" sz="2400" b="1" dirty="0">
                <a:latin typeface="Alibaba PuHuiTi Medium" pitchFamily="18" charset="-122"/>
                <a:ea typeface="Alibaba PuHuiTi Medium" pitchFamily="18" charset="-122"/>
                <a:cs typeface="Alibaba PuHuiTi Medium" pitchFamily="18" charset="-122"/>
              </a:rPr>
              <a:t>Important Headlines</a:t>
            </a:r>
            <a:endParaRPr kumimoji="1" lang="zh-CN" altLang="en-US" sz="2400" b="1" dirty="0">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4413829" cy="584775"/>
          </a:xfrm>
          <a:prstGeom prst="rect">
            <a:avLst/>
          </a:prstGeom>
          <a:noFill/>
        </p:spPr>
        <p:txBody>
          <a:bodyPr wrap="square" rtlCol="0">
            <a:spAutoFit/>
          </a:bodyPr>
          <a:lstStyle/>
          <a:p>
            <a:r>
              <a:rPr kumimoji="1" lang="en-US" altLang="zh-CN" sz="1600" dirty="0">
                <a:latin typeface="Alibaba PuHuiTi Medium" pitchFamily="18" charset="-122"/>
                <a:ea typeface="Alibaba PuHuiTi Medium" pitchFamily="18" charset="-122"/>
                <a:cs typeface="Alibaba PuHuiTi Medium" pitchFamily="18" charset="-122"/>
              </a:rPr>
              <a:t>1.</a:t>
            </a:r>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latin typeface="Alibaba PuHuiTi Medium" pitchFamily="18" charset="-122"/>
                <a:ea typeface="Alibaba PuHuiTi Medium" pitchFamily="18" charset="-122"/>
                <a:cs typeface="Alibaba PuHuiTi Medium" pitchFamily="18" charset="-122"/>
              </a:rPr>
              <a:t>2.</a:t>
            </a:r>
            <a:r>
              <a:rPr kumimoji="1" lang="en" altLang="zh-CN" sz="14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latin typeface="Alibaba PuHuiTi Medium" pitchFamily="18" charset="-122"/>
                <a:ea typeface="Alibaba PuHuiTi Medium" pitchFamily="18" charset="-122"/>
                <a:cs typeface="Alibaba PuHuiTi Medium" pitchFamily="18" charset="-122"/>
              </a:rPr>
              <a:t>3.</a:t>
            </a:r>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452243" y="4175870"/>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rgbClr val="21212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latin typeface="Alibaba PuHuiTi Medium" pitchFamily="18" charset="-122"/>
                <a:ea typeface="Alibaba PuHuiTi Medium" pitchFamily="18" charset="-122"/>
                <a:cs typeface="Alibaba PuHuiTi Medium" pitchFamily="18" charset="-122"/>
              </a:rPr>
              <a:t>1.</a:t>
            </a:r>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latin typeface="Alibaba PuHuiTi Medium" pitchFamily="18" charset="-122"/>
                <a:ea typeface="Alibaba PuHuiTi Medium" pitchFamily="18" charset="-122"/>
                <a:cs typeface="Alibaba PuHuiTi Medium" pitchFamily="18" charset="-122"/>
              </a:rPr>
              <a:t>2.</a:t>
            </a:r>
            <a:r>
              <a:rPr kumimoji="1" lang="en" altLang="zh-CN" sz="14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3.</a:t>
            </a:r>
            <a:r>
              <a:rPr kumimoji="1" lang="en" altLang="zh-CN" sz="12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latin typeface="Alibaba PuHuiTi Medium" pitchFamily="18" charset="-122"/>
                <a:ea typeface="Alibaba PuHuiTi Medium" pitchFamily="18" charset="-122"/>
                <a:cs typeface="Alibaba PuHuiTi Medium" pitchFamily="18" charset="-122"/>
              </a:rPr>
              <a:t>.</a:t>
            </a:r>
            <a:endParaRPr kumimoji="1" lang="zh-CN" altLang="en-US" sz="1200" dirty="0">
              <a:latin typeface="Alibaba PuHuiTi Medium" pitchFamily="18" charset="-122"/>
              <a:ea typeface="Alibaba PuHuiTi Medium" pitchFamily="18" charset="-122"/>
              <a:cs typeface="Alibaba PuHuiTi Medium" pitchFamily="18" charset="-122"/>
            </a:endParaRPr>
          </a:p>
        </p:txBody>
      </p:sp>
      <p:grpSp>
        <p:nvGrpSpPr>
          <p:cNvPr id="13" name="Google Shape;9569;p88">
            <a:extLst>
              <a:ext uri="{FF2B5EF4-FFF2-40B4-BE49-F238E27FC236}">
                <a16:creationId xmlns:a16="http://schemas.microsoft.com/office/drawing/2014/main" id="{606FB003-9A0B-E8E3-DAE3-ABA8D3D13324}"/>
              </a:ext>
            </a:extLst>
          </p:cNvPr>
          <p:cNvGrpSpPr/>
          <p:nvPr/>
        </p:nvGrpSpPr>
        <p:grpSpPr>
          <a:xfrm>
            <a:off x="3882191" y="1705141"/>
            <a:ext cx="1588167" cy="1584768"/>
            <a:chOff x="6264975" y="3220950"/>
            <a:chExt cx="268525" cy="267950"/>
          </a:xfrm>
          <a:solidFill>
            <a:srgbClr val="BB3023"/>
          </a:solidFill>
        </p:grpSpPr>
        <p:sp>
          <p:nvSpPr>
            <p:cNvPr id="14" name="Google Shape;9570;p88">
              <a:extLst>
                <a:ext uri="{FF2B5EF4-FFF2-40B4-BE49-F238E27FC236}">
                  <a16:creationId xmlns:a16="http://schemas.microsoft.com/office/drawing/2014/main" id="{3E9D22B7-F047-ACA2-A225-8C5DFA4A1F67}"/>
                </a:ext>
              </a:extLst>
            </p:cNvPr>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5" name="Google Shape;9571;p88">
              <a:extLst>
                <a:ext uri="{FF2B5EF4-FFF2-40B4-BE49-F238E27FC236}">
                  <a16:creationId xmlns:a16="http://schemas.microsoft.com/office/drawing/2014/main" id="{F6820C5B-F3FB-9362-6938-9DFD6829B88A}"/>
                </a:ext>
              </a:extLst>
            </p:cNvPr>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6" name="Google Shape;9572;p88">
              <a:extLst>
                <a:ext uri="{FF2B5EF4-FFF2-40B4-BE49-F238E27FC236}">
                  <a16:creationId xmlns:a16="http://schemas.microsoft.com/office/drawing/2014/main" id="{572E8CD0-5AED-86B2-F5AA-3D97BE9817F7}"/>
                </a:ext>
              </a:extLst>
            </p:cNvPr>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7" name="Google Shape;9573;p88">
              <a:extLst>
                <a:ext uri="{FF2B5EF4-FFF2-40B4-BE49-F238E27FC236}">
                  <a16:creationId xmlns:a16="http://schemas.microsoft.com/office/drawing/2014/main" id="{F9DF3DBA-5340-A06C-0F3B-9AAAA57478EB}"/>
                </a:ext>
              </a:extLst>
            </p:cNvPr>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8" name="Google Shape;9574;p88">
              <a:extLst>
                <a:ext uri="{FF2B5EF4-FFF2-40B4-BE49-F238E27FC236}">
                  <a16:creationId xmlns:a16="http://schemas.microsoft.com/office/drawing/2014/main" id="{B77D4FA8-2630-E7CF-7AC5-158004037675}"/>
                </a:ext>
              </a:extLst>
            </p:cNvPr>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9" name="Google Shape;9575;p88">
              <a:extLst>
                <a:ext uri="{FF2B5EF4-FFF2-40B4-BE49-F238E27FC236}">
                  <a16:creationId xmlns:a16="http://schemas.microsoft.com/office/drawing/2014/main" id="{98F3A9FE-AB1B-35B2-9C9D-7D8372C292EF}"/>
                </a:ext>
              </a:extLst>
            </p:cNvPr>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22" name="Google Shape;9576;p88">
              <a:extLst>
                <a:ext uri="{FF2B5EF4-FFF2-40B4-BE49-F238E27FC236}">
                  <a16:creationId xmlns:a16="http://schemas.microsoft.com/office/drawing/2014/main" id="{AE67EE9A-B3D4-1E5F-ADD1-31E914863659}"/>
                </a:ext>
              </a:extLst>
            </p:cNvPr>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grpSp>
      <p:sp>
        <p:nvSpPr>
          <p:cNvPr id="27" name="五角星 26">
            <a:extLst>
              <a:ext uri="{FF2B5EF4-FFF2-40B4-BE49-F238E27FC236}">
                <a16:creationId xmlns:a16="http://schemas.microsoft.com/office/drawing/2014/main" id="{AC1BCD7E-4875-A5D7-BEDD-DE167428B42B}"/>
              </a:ext>
            </a:extLst>
          </p:cNvPr>
          <p:cNvSpPr/>
          <p:nvPr/>
        </p:nvSpPr>
        <p:spPr>
          <a:xfrm>
            <a:off x="449179" y="4058653"/>
            <a:ext cx="545432" cy="545432"/>
          </a:xfrm>
          <a:prstGeom prst="star5">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40" name="组合 39">
            <a:extLst>
              <a:ext uri="{FF2B5EF4-FFF2-40B4-BE49-F238E27FC236}">
                <a16:creationId xmlns:a16="http://schemas.microsoft.com/office/drawing/2014/main" id="{0552FE13-1B97-37E1-3E44-56A186E3D031}"/>
              </a:ext>
            </a:extLst>
          </p:cNvPr>
          <p:cNvGrpSpPr/>
          <p:nvPr/>
        </p:nvGrpSpPr>
        <p:grpSpPr>
          <a:xfrm>
            <a:off x="9336506" y="4684295"/>
            <a:ext cx="1909010" cy="1668378"/>
            <a:chOff x="9336506" y="4525525"/>
            <a:chExt cx="2133600" cy="1827148"/>
          </a:xfrm>
          <a:solidFill>
            <a:srgbClr val="BB3023"/>
          </a:solidFill>
        </p:grpSpPr>
        <p:sp>
          <p:nvSpPr>
            <p:cNvPr id="28" name="圆角矩形 27">
              <a:extLst>
                <a:ext uri="{FF2B5EF4-FFF2-40B4-BE49-F238E27FC236}">
                  <a16:creationId xmlns:a16="http://schemas.microsoft.com/office/drawing/2014/main" id="{27605522-D10F-39CC-E1E1-FE1FA0D53037}"/>
                </a:ext>
              </a:extLst>
            </p:cNvPr>
            <p:cNvSpPr/>
            <p:nvPr/>
          </p:nvSpPr>
          <p:spPr>
            <a:xfrm>
              <a:off x="9336506" y="5919537"/>
              <a:ext cx="2133600"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圆角矩形 29">
              <a:extLst>
                <a:ext uri="{FF2B5EF4-FFF2-40B4-BE49-F238E27FC236}">
                  <a16:creationId xmlns:a16="http://schemas.microsoft.com/office/drawing/2014/main" id="{4F192774-9D93-3448-C39F-4B9BD6951A41}"/>
                </a:ext>
              </a:extLst>
            </p:cNvPr>
            <p:cNvSpPr/>
            <p:nvPr/>
          </p:nvSpPr>
          <p:spPr>
            <a:xfrm>
              <a:off x="9577137" y="5462355"/>
              <a:ext cx="1652338"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圆角矩形 30">
              <a:extLst>
                <a:ext uri="{FF2B5EF4-FFF2-40B4-BE49-F238E27FC236}">
                  <a16:creationId xmlns:a16="http://schemas.microsoft.com/office/drawing/2014/main" id="{287A8553-E6EE-6F82-13C4-086A79F4097D}"/>
                </a:ext>
              </a:extLst>
            </p:cNvPr>
            <p:cNvSpPr/>
            <p:nvPr/>
          </p:nvSpPr>
          <p:spPr>
            <a:xfrm>
              <a:off x="9849853" y="4990384"/>
              <a:ext cx="1106906"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圆角矩形 31">
              <a:extLst>
                <a:ext uri="{FF2B5EF4-FFF2-40B4-BE49-F238E27FC236}">
                  <a16:creationId xmlns:a16="http://schemas.microsoft.com/office/drawing/2014/main" id="{04D3BC4D-C03E-25D6-2A2E-AFA28FC0EF3A}"/>
                </a:ext>
              </a:extLst>
            </p:cNvPr>
            <p:cNvSpPr/>
            <p:nvPr/>
          </p:nvSpPr>
          <p:spPr>
            <a:xfrm>
              <a:off x="10018296" y="4525525"/>
              <a:ext cx="770020"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cxnSp>
        <p:nvCxnSpPr>
          <p:cNvPr id="35" name="直线箭头连接符 34">
            <a:extLst>
              <a:ext uri="{FF2B5EF4-FFF2-40B4-BE49-F238E27FC236}">
                <a16:creationId xmlns:a16="http://schemas.microsoft.com/office/drawing/2014/main" id="{06DA0E1A-F5EE-E3CB-22C6-71382877A1AF}"/>
              </a:ext>
            </a:extLst>
          </p:cNvPr>
          <p:cNvCxnSpPr>
            <a:cxnSpLocks/>
          </p:cNvCxnSpPr>
          <p:nvPr/>
        </p:nvCxnSpPr>
        <p:spPr>
          <a:xfrm flipH="1" flipV="1">
            <a:off x="10956758" y="4700337"/>
            <a:ext cx="481263" cy="1588168"/>
          </a:xfrm>
          <a:prstGeom prst="straightConnector1">
            <a:avLst/>
          </a:prstGeom>
          <a:ln w="44450">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172ECC6B-8C7F-871E-3ACF-2691532DD64F}"/>
              </a:ext>
            </a:extLst>
          </p:cNvPr>
          <p:cNvSpPr txBox="1"/>
          <p:nvPr/>
        </p:nvSpPr>
        <p:spPr>
          <a:xfrm>
            <a:off x="11129722" y="5751839"/>
            <a:ext cx="1158531" cy="307777"/>
          </a:xfrm>
          <a:prstGeom prst="rect">
            <a:avLst/>
          </a:prstGeom>
          <a:noFill/>
        </p:spPr>
        <p:txBody>
          <a:bodyPr wrap="square">
            <a:spAutoFit/>
          </a:bodyPr>
          <a:lstStyle/>
          <a:p>
            <a:pPr algn="ctr"/>
            <a:r>
              <a:rPr kumimoji="1" lang="en-US" altLang="zh-CN" sz="1400" dirty="0">
                <a:latin typeface="Alibaba PuHuiTi" pitchFamily="18" charset="-122"/>
                <a:ea typeface="Alibaba PuHuiTi" pitchFamily="18" charset="-122"/>
                <a:cs typeface="Alibaba PuHuiTi" pitchFamily="18" charset="-122"/>
              </a:rPr>
              <a:t>2020</a:t>
            </a:r>
            <a:endParaRPr lang="zh-CN" altLang="en-US" sz="1400" dirty="0">
              <a:latin typeface="Alibaba PuHuiTi" pitchFamily="18" charset="-122"/>
              <a:ea typeface="Alibaba PuHuiTi" pitchFamily="18" charset="-122"/>
              <a:cs typeface="Alibaba PuHuiTi" pitchFamily="18" charset="-122"/>
            </a:endParaRPr>
          </a:p>
        </p:txBody>
      </p:sp>
      <p:sp>
        <p:nvSpPr>
          <p:cNvPr id="44" name="文本框 43">
            <a:extLst>
              <a:ext uri="{FF2B5EF4-FFF2-40B4-BE49-F238E27FC236}">
                <a16:creationId xmlns:a16="http://schemas.microsoft.com/office/drawing/2014/main" id="{B1E551CF-F6D8-AA3D-4B72-74A985AE2F93}"/>
              </a:ext>
            </a:extLst>
          </p:cNvPr>
          <p:cNvSpPr txBox="1"/>
          <p:nvPr/>
        </p:nvSpPr>
        <p:spPr>
          <a:xfrm>
            <a:off x="10792199" y="4853118"/>
            <a:ext cx="1158531" cy="307777"/>
          </a:xfrm>
          <a:prstGeom prst="rect">
            <a:avLst/>
          </a:prstGeom>
          <a:noFill/>
        </p:spPr>
        <p:txBody>
          <a:bodyPr wrap="square">
            <a:spAutoFit/>
          </a:bodyPr>
          <a:lstStyle/>
          <a:p>
            <a:pPr algn="ctr"/>
            <a:r>
              <a:rPr kumimoji="1" lang="en-US" altLang="zh-CN" sz="1400" dirty="0">
                <a:latin typeface="Alibaba PuHuiTi" pitchFamily="18" charset="-122"/>
                <a:ea typeface="Alibaba PuHuiTi" pitchFamily="18" charset="-122"/>
                <a:cs typeface="Alibaba PuHuiTi" pitchFamily="18" charset="-122"/>
              </a:rPr>
              <a:t>2023</a:t>
            </a:r>
            <a:endParaRPr lang="zh-CN" altLang="en-US" sz="1400" dirty="0">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E706D6A0-7BAF-94BE-4797-6A052D0E53C6}"/>
              </a:ext>
            </a:extLst>
          </p:cNvPr>
          <p:cNvSpPr txBox="1"/>
          <p:nvPr/>
        </p:nvSpPr>
        <p:spPr>
          <a:xfrm>
            <a:off x="9744527" y="5987600"/>
            <a:ext cx="1158531" cy="369332"/>
          </a:xfrm>
          <a:prstGeom prst="rect">
            <a:avLst/>
          </a:prstGeom>
          <a:noFill/>
        </p:spPr>
        <p:txBody>
          <a:bodyPr wrap="square">
            <a:spAutoFit/>
          </a:bodyPr>
          <a:lstStyle/>
          <a:p>
            <a:pPr algn="ctr"/>
            <a:r>
              <a:rPr kumimoji="1" lang="en-US" altLang="zh-CN" dirty="0">
                <a:solidFill>
                  <a:schemeClr val="bg1"/>
                </a:solidFill>
                <a:latin typeface="Alibaba PuHuiTi" pitchFamily="18" charset="-122"/>
                <a:ea typeface="Alibaba PuHuiTi" pitchFamily="18" charset="-122"/>
                <a:cs typeface="Alibaba PuHuiTi" pitchFamily="18" charset="-122"/>
              </a:rPr>
              <a:t>2020</a:t>
            </a:r>
            <a:endParaRPr lang="zh-CN" altLang="en-US" dirty="0">
              <a:solidFill>
                <a:schemeClr val="bg1"/>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4DBBBCB8-69D1-7591-8EA4-EAFD6E3882D5}"/>
              </a:ext>
            </a:extLst>
          </p:cNvPr>
          <p:cNvSpPr txBox="1"/>
          <p:nvPr/>
        </p:nvSpPr>
        <p:spPr>
          <a:xfrm>
            <a:off x="9768408" y="5548600"/>
            <a:ext cx="1158531" cy="369332"/>
          </a:xfrm>
          <a:prstGeom prst="rect">
            <a:avLst/>
          </a:prstGeom>
          <a:noFill/>
        </p:spPr>
        <p:txBody>
          <a:bodyPr wrap="square">
            <a:spAutoFit/>
          </a:bodyPr>
          <a:lstStyle/>
          <a:p>
            <a:pPr algn="ctr"/>
            <a:r>
              <a:rPr kumimoji="1" lang="en-US" altLang="zh-CN" dirty="0">
                <a:solidFill>
                  <a:schemeClr val="bg1"/>
                </a:solidFill>
                <a:latin typeface="Alibaba PuHuiTi" pitchFamily="18" charset="-122"/>
                <a:ea typeface="Alibaba PuHuiTi" pitchFamily="18" charset="-122"/>
                <a:cs typeface="Alibaba PuHuiTi" pitchFamily="18" charset="-122"/>
              </a:rPr>
              <a:t>2021</a:t>
            </a:r>
            <a:endParaRPr lang="zh-CN" altLang="en-US" dirty="0">
              <a:solidFill>
                <a:schemeClr val="bg1"/>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68A556F7-6DDD-8E00-1D58-40B6DC1EB378}"/>
              </a:ext>
            </a:extLst>
          </p:cNvPr>
          <p:cNvSpPr txBox="1"/>
          <p:nvPr/>
        </p:nvSpPr>
        <p:spPr>
          <a:xfrm>
            <a:off x="9737040" y="5157192"/>
            <a:ext cx="1158531" cy="369332"/>
          </a:xfrm>
          <a:prstGeom prst="rect">
            <a:avLst/>
          </a:prstGeom>
          <a:noFill/>
        </p:spPr>
        <p:txBody>
          <a:bodyPr wrap="square">
            <a:spAutoFit/>
          </a:bodyPr>
          <a:lstStyle/>
          <a:p>
            <a:pPr algn="ctr"/>
            <a:r>
              <a:rPr kumimoji="1" lang="en-US" altLang="zh-CN" dirty="0">
                <a:solidFill>
                  <a:schemeClr val="bg1"/>
                </a:solidFill>
                <a:latin typeface="Alibaba PuHuiTi" pitchFamily="18" charset="-122"/>
                <a:ea typeface="Alibaba PuHuiTi" pitchFamily="18" charset="-122"/>
                <a:cs typeface="Alibaba PuHuiTi" pitchFamily="18" charset="-122"/>
              </a:rPr>
              <a:t>2022</a:t>
            </a:r>
            <a:endParaRPr lang="zh-CN" altLang="en-US" dirty="0">
              <a:solidFill>
                <a:schemeClr val="bg1"/>
              </a:solidFill>
              <a:latin typeface="Alibaba PuHuiTi" pitchFamily="18" charset="-122"/>
              <a:ea typeface="Alibaba PuHuiTi" pitchFamily="18" charset="-122"/>
              <a:cs typeface="Alibaba PuHuiTi" pitchFamily="18" charset="-122"/>
            </a:endParaRPr>
          </a:p>
        </p:txBody>
      </p:sp>
      <p:sp>
        <p:nvSpPr>
          <p:cNvPr id="48" name="文本框 47">
            <a:extLst>
              <a:ext uri="{FF2B5EF4-FFF2-40B4-BE49-F238E27FC236}">
                <a16:creationId xmlns:a16="http://schemas.microsoft.com/office/drawing/2014/main" id="{E4A0711E-5F58-8DB0-751F-A853BFBEFBB0}"/>
              </a:ext>
            </a:extLst>
          </p:cNvPr>
          <p:cNvSpPr txBox="1"/>
          <p:nvPr/>
        </p:nvSpPr>
        <p:spPr>
          <a:xfrm>
            <a:off x="9925300" y="4690489"/>
            <a:ext cx="778560" cy="369332"/>
          </a:xfrm>
          <a:prstGeom prst="rect">
            <a:avLst/>
          </a:prstGeom>
          <a:noFill/>
        </p:spPr>
        <p:txBody>
          <a:bodyPr wrap="square">
            <a:spAutoFit/>
          </a:bodyPr>
          <a:lstStyle/>
          <a:p>
            <a:pPr algn="ctr"/>
            <a:r>
              <a:rPr kumimoji="1" lang="en-US" altLang="zh-CN" dirty="0">
                <a:solidFill>
                  <a:schemeClr val="bg1"/>
                </a:solidFill>
                <a:latin typeface="Alibaba PuHuiTi" pitchFamily="18" charset="-122"/>
                <a:ea typeface="Alibaba PuHuiTi" pitchFamily="18" charset="-122"/>
                <a:cs typeface="Alibaba PuHuiTi" pitchFamily="18" charset="-122"/>
              </a:rPr>
              <a:t>2023</a:t>
            </a:r>
            <a:endParaRPr lang="zh-CN" altLang="en-US" dirty="0">
              <a:solidFill>
                <a:schemeClr val="bg1"/>
              </a:solidFill>
              <a:latin typeface="Alibaba PuHuiTi" pitchFamily="18" charset="-122"/>
              <a:ea typeface="Alibaba PuHuiTi" pitchFamily="18" charset="-122"/>
              <a:cs typeface="Alibaba PuHuiTi" pitchFamily="18" charset="-122"/>
            </a:endParaRPr>
          </a:p>
        </p:txBody>
      </p:sp>
      <p:graphicFrame>
        <p:nvGraphicFramePr>
          <p:cNvPr id="49" name="图表 48">
            <a:extLst>
              <a:ext uri="{FF2B5EF4-FFF2-40B4-BE49-F238E27FC236}">
                <a16:creationId xmlns:a16="http://schemas.microsoft.com/office/drawing/2014/main" id="{795FFE99-73A8-ED60-0A62-C61BB543A15C}"/>
              </a:ext>
            </a:extLst>
          </p:cNvPr>
          <p:cNvGraphicFramePr/>
          <p:nvPr>
            <p:extLst>
              <p:ext uri="{D42A27DB-BD31-4B8C-83A1-F6EECF244321}">
                <p14:modId xmlns:p14="http://schemas.microsoft.com/office/powerpoint/2010/main" val="3278440995"/>
              </p:ext>
            </p:extLst>
          </p:nvPr>
        </p:nvGraphicFramePr>
        <p:xfrm>
          <a:off x="9468958" y="1610140"/>
          <a:ext cx="2199582" cy="2072694"/>
        </p:xfrm>
        <a:graphic>
          <a:graphicData uri="http://schemas.openxmlformats.org/drawingml/2006/chart">
            <c:chart xmlns:c="http://schemas.openxmlformats.org/drawingml/2006/chart" xmlns:r="http://schemas.openxmlformats.org/officeDocument/2006/relationships" r:id="rId3"/>
          </a:graphicData>
        </a:graphic>
      </p:graphicFrame>
      <p:sp>
        <p:nvSpPr>
          <p:cNvPr id="50" name="文本框 49">
            <a:extLst>
              <a:ext uri="{FF2B5EF4-FFF2-40B4-BE49-F238E27FC236}">
                <a16:creationId xmlns:a16="http://schemas.microsoft.com/office/drawing/2014/main" id="{078589B9-29D6-06B1-DCA7-D63CF612D359}"/>
              </a:ext>
            </a:extLst>
          </p:cNvPr>
          <p:cNvSpPr txBox="1"/>
          <p:nvPr/>
        </p:nvSpPr>
        <p:spPr>
          <a:xfrm>
            <a:off x="7973804" y="3248867"/>
            <a:ext cx="1093569" cy="261610"/>
          </a:xfrm>
          <a:prstGeom prst="rect">
            <a:avLst/>
          </a:prstGeom>
          <a:noFill/>
        </p:spPr>
        <p:txBody>
          <a:bodyPr wrap="none" rtlCol="0">
            <a:spAutoFit/>
          </a:bodyPr>
          <a:lstStyle/>
          <a:p>
            <a:r>
              <a:rPr kumimoji="1" lang="en" altLang="zh-CN" sz="1100" dirty="0">
                <a:latin typeface="Alibaba PuHuiTi Medium" pitchFamily="18" charset="-122"/>
                <a:ea typeface="Alibaba PuHuiTi Medium" pitchFamily="18" charset="-122"/>
                <a:cs typeface="Alibaba PuHuiTi Medium" pitchFamily="18" charset="-122"/>
              </a:rPr>
              <a:t>the quarter</a:t>
            </a:r>
            <a:r>
              <a:rPr kumimoji="1" lang="en-US" altLang="zh-CN" sz="1100" dirty="0">
                <a:latin typeface="Alibaba PuHuiTi Medium" pitchFamily="18" charset="-122"/>
                <a:ea typeface="Alibaba PuHuiTi Medium" pitchFamily="18" charset="-122"/>
                <a:cs typeface="Alibaba PuHuiTi Medium" pitchFamily="18" charset="-122"/>
              </a:rPr>
              <a:t>-1</a:t>
            </a:r>
            <a:endParaRPr kumimoji="1" lang="zh-CN" altLang="en-US" sz="1100" dirty="0">
              <a:latin typeface="Alibaba PuHuiTi Medium" pitchFamily="18" charset="-122"/>
              <a:ea typeface="Alibaba PuHuiTi Medium" pitchFamily="18" charset="-122"/>
              <a:cs typeface="Alibaba PuHuiTi Medium" pitchFamily="18" charset="-122"/>
            </a:endParaRPr>
          </a:p>
        </p:txBody>
      </p:sp>
      <p:sp>
        <p:nvSpPr>
          <p:cNvPr id="51" name="矩形 50">
            <a:extLst>
              <a:ext uri="{FF2B5EF4-FFF2-40B4-BE49-F238E27FC236}">
                <a16:creationId xmlns:a16="http://schemas.microsoft.com/office/drawing/2014/main" id="{CACD9AC0-9C77-5516-1CE2-481DE6FE4A19}"/>
              </a:ext>
            </a:extLst>
          </p:cNvPr>
          <p:cNvSpPr/>
          <p:nvPr/>
        </p:nvSpPr>
        <p:spPr>
          <a:xfrm>
            <a:off x="9059819" y="3306395"/>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文本框 51">
            <a:extLst>
              <a:ext uri="{FF2B5EF4-FFF2-40B4-BE49-F238E27FC236}">
                <a16:creationId xmlns:a16="http://schemas.microsoft.com/office/drawing/2014/main" id="{4A7B43DF-7268-82B5-07E9-B2AF59CB2CCA}"/>
              </a:ext>
            </a:extLst>
          </p:cNvPr>
          <p:cNvSpPr txBox="1"/>
          <p:nvPr/>
        </p:nvSpPr>
        <p:spPr>
          <a:xfrm>
            <a:off x="9375056" y="3251262"/>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55" name="三角形 54">
            <a:extLst>
              <a:ext uri="{FF2B5EF4-FFF2-40B4-BE49-F238E27FC236}">
                <a16:creationId xmlns:a16="http://schemas.microsoft.com/office/drawing/2014/main" id="{E8D78523-EC8D-C417-8F5A-B53A7A796300}"/>
              </a:ext>
            </a:extLst>
          </p:cNvPr>
          <p:cNvSpPr/>
          <p:nvPr/>
        </p:nvSpPr>
        <p:spPr>
          <a:xfrm rot="5400000">
            <a:off x="6524251" y="1227295"/>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文本框 55">
            <a:extLst>
              <a:ext uri="{FF2B5EF4-FFF2-40B4-BE49-F238E27FC236}">
                <a16:creationId xmlns:a16="http://schemas.microsoft.com/office/drawing/2014/main" id="{DF294425-D12F-6C18-E9CD-9ADD7394F944}"/>
              </a:ext>
            </a:extLst>
          </p:cNvPr>
          <p:cNvSpPr txBox="1"/>
          <p:nvPr/>
        </p:nvSpPr>
        <p:spPr>
          <a:xfrm>
            <a:off x="6534799" y="2583572"/>
            <a:ext cx="2985247"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latin typeface="Alibaba PuHuiTi Medium" pitchFamily="18" charset="-122"/>
                <a:ea typeface="Alibaba PuHuiTi Medium" pitchFamily="18" charset="-122"/>
                <a:cs typeface="Alibaba PuHuiTi Medium" pitchFamily="18" charset="-122"/>
              </a:rPr>
              <a: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CC127814-E201-05F0-9360-D246FE17029D}"/>
              </a:ext>
            </a:extLst>
          </p:cNvPr>
          <p:cNvSpPr txBox="1"/>
          <p:nvPr/>
        </p:nvSpPr>
        <p:spPr>
          <a:xfrm>
            <a:off x="4217999" y="5181830"/>
            <a:ext cx="1158531" cy="369332"/>
          </a:xfrm>
          <a:prstGeom prst="rect">
            <a:avLst/>
          </a:prstGeom>
          <a:noFill/>
        </p:spPr>
        <p:txBody>
          <a:bodyPr wrap="square">
            <a:spAutoFit/>
          </a:bodyPr>
          <a:lstStyle/>
          <a:p>
            <a:pPr algn="ctr"/>
            <a:r>
              <a:rPr kumimoji="1" lang="en-US" altLang="zh-CN" b="1" dirty="0">
                <a:solidFill>
                  <a:schemeClr val="bg1"/>
                </a:solidFill>
                <a:latin typeface="Alibaba PuHuiTi" pitchFamily="18" charset="-122"/>
                <a:ea typeface="Alibaba PuHuiTi" pitchFamily="18" charset="-122"/>
                <a:cs typeface="Alibaba PuHuiTi" pitchFamily="18" charset="-122"/>
              </a:rPr>
              <a:t>2023-8</a:t>
            </a:r>
            <a:endParaRPr lang="zh-CN" altLang="en-US" b="1" dirty="0">
              <a:solidFill>
                <a:schemeClr val="bg1"/>
              </a:solidFill>
              <a:latin typeface="Alibaba PuHuiTi" pitchFamily="18" charset="-122"/>
              <a:ea typeface="Alibaba PuHuiTi" pitchFamily="18" charset="-122"/>
              <a:cs typeface="Alibaba PuHuiTi" pitchFamily="18" charset="-122"/>
            </a:endParaRPr>
          </a:p>
        </p:txBody>
      </p:sp>
      <p:sp>
        <p:nvSpPr>
          <p:cNvPr id="36" name="文本框 35">
            <a:extLst>
              <a:ext uri="{FF2B5EF4-FFF2-40B4-BE49-F238E27FC236}">
                <a16:creationId xmlns:a16="http://schemas.microsoft.com/office/drawing/2014/main" id="{D9CE97E8-9783-70B0-044B-191658D704A7}"/>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7" name="文本框 36">
            <a:extLst>
              <a:ext uri="{FF2B5EF4-FFF2-40B4-BE49-F238E27FC236}">
                <a16:creationId xmlns:a16="http://schemas.microsoft.com/office/drawing/2014/main" id="{E084A043-C5BD-AB42-B59E-1B4E3C315FF1}"/>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39" name="直线连接符 38">
            <a:extLst>
              <a:ext uri="{FF2B5EF4-FFF2-40B4-BE49-F238E27FC236}">
                <a16:creationId xmlns:a16="http://schemas.microsoft.com/office/drawing/2014/main" id="{2FB61D55-F981-6BA0-CA99-74EE9974383C}"/>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41" name="直线连接符 40">
            <a:extLst>
              <a:ext uri="{FF2B5EF4-FFF2-40B4-BE49-F238E27FC236}">
                <a16:creationId xmlns:a16="http://schemas.microsoft.com/office/drawing/2014/main" id="{AEF579E8-67A1-8DA6-533F-15465C24D5A6}"/>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529451B3-0239-A091-B977-08820C107C9A}"/>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53" name="组合 52">
            <a:extLst>
              <a:ext uri="{FF2B5EF4-FFF2-40B4-BE49-F238E27FC236}">
                <a16:creationId xmlns:a16="http://schemas.microsoft.com/office/drawing/2014/main" id="{860A781D-C9A8-3F04-37BE-C75FF549FD2B}"/>
              </a:ext>
            </a:extLst>
          </p:cNvPr>
          <p:cNvGrpSpPr/>
          <p:nvPr/>
        </p:nvGrpSpPr>
        <p:grpSpPr>
          <a:xfrm>
            <a:off x="2212826" y="287981"/>
            <a:ext cx="356205" cy="355288"/>
            <a:chOff x="2323294" y="287981"/>
            <a:chExt cx="356205" cy="355288"/>
          </a:xfrm>
        </p:grpSpPr>
        <p:sp>
          <p:nvSpPr>
            <p:cNvPr id="54" name="Google Shape;7166;p80">
              <a:extLst>
                <a:ext uri="{FF2B5EF4-FFF2-40B4-BE49-F238E27FC236}">
                  <a16:creationId xmlns:a16="http://schemas.microsoft.com/office/drawing/2014/main" id="{465EB6F1-0469-68F0-E251-208949EF5D98}"/>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7167;p80">
              <a:extLst>
                <a:ext uri="{FF2B5EF4-FFF2-40B4-BE49-F238E27FC236}">
                  <a16:creationId xmlns:a16="http://schemas.microsoft.com/office/drawing/2014/main" id="{9CCEE810-95ED-3C02-CF99-7549AEE838AF}"/>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7168;p80">
              <a:extLst>
                <a:ext uri="{FF2B5EF4-FFF2-40B4-BE49-F238E27FC236}">
                  <a16:creationId xmlns:a16="http://schemas.microsoft.com/office/drawing/2014/main" id="{8DCB0ACE-8BCE-9F35-B9D5-5A7164F40E52}"/>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7169;p80">
              <a:extLst>
                <a:ext uri="{FF2B5EF4-FFF2-40B4-BE49-F238E27FC236}">
                  <a16:creationId xmlns:a16="http://schemas.microsoft.com/office/drawing/2014/main" id="{23D1B67D-C56D-F377-826C-EF9F40D4CFA3}"/>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6701107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1E344D">
              <a:alpha val="1043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1E344D">
              <a:alpha val="1043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1E344D">
              <a:alpha val="1043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1E344D">
              <a:alpha val="1043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1" y="1196752"/>
            <a:ext cx="4864111" cy="830997"/>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5421849" cy="338554"/>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00110"/>
          </a:xfrm>
          <a:prstGeom prst="rect">
            <a:avLst/>
          </a:prstGeom>
          <a:noFill/>
        </p:spPr>
        <p:txBody>
          <a:bodyPr wrap="square" rtlCol="0">
            <a:spAutoFit/>
          </a:bodyPr>
          <a:lstStyle/>
          <a:p>
            <a:pPr algn="l"/>
            <a:r>
              <a:rPr kumimoji="1" lang="en" altLang="zh-CN" sz="20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20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3022633" cy="584775"/>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rgbClr val="1E344D"/>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62" name="组合 61">
            <a:extLst>
              <a:ext uri="{FF2B5EF4-FFF2-40B4-BE49-F238E27FC236}">
                <a16:creationId xmlns:a16="http://schemas.microsoft.com/office/drawing/2014/main" id="{1F65E29B-BCC2-5215-C7D0-887F1D24E616}"/>
              </a:ext>
            </a:extLst>
          </p:cNvPr>
          <p:cNvGrpSpPr/>
          <p:nvPr/>
        </p:nvGrpSpPr>
        <p:grpSpPr>
          <a:xfrm>
            <a:off x="3960075" y="1749310"/>
            <a:ext cx="1504454" cy="1471789"/>
            <a:chOff x="3960075" y="1749310"/>
            <a:chExt cx="1504454" cy="1471789"/>
          </a:xfrm>
          <a:solidFill>
            <a:srgbClr val="1E344D"/>
          </a:solidFill>
        </p:grpSpPr>
        <p:sp>
          <p:nvSpPr>
            <p:cNvPr id="29" name="圆角矩形 28">
              <a:extLst>
                <a:ext uri="{FF2B5EF4-FFF2-40B4-BE49-F238E27FC236}">
                  <a16:creationId xmlns:a16="http://schemas.microsoft.com/office/drawing/2014/main" id="{C6864587-7C18-0385-8BAE-EAA45C99C3FB}"/>
                </a:ext>
              </a:extLst>
            </p:cNvPr>
            <p:cNvSpPr/>
            <p:nvPr/>
          </p:nvSpPr>
          <p:spPr>
            <a:xfrm>
              <a:off x="3960075" y="1749310"/>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圆角矩形 35">
              <a:extLst>
                <a:ext uri="{FF2B5EF4-FFF2-40B4-BE49-F238E27FC236}">
                  <a16:creationId xmlns:a16="http://schemas.microsoft.com/office/drawing/2014/main" id="{72E4BDBC-0F47-2E0A-5772-CAAE5467D699}"/>
                </a:ext>
              </a:extLst>
            </p:cNvPr>
            <p:cNvSpPr/>
            <p:nvPr/>
          </p:nvSpPr>
          <p:spPr>
            <a:xfrm>
              <a:off x="4792177" y="1749310"/>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圆角矩形 36">
              <a:extLst>
                <a:ext uri="{FF2B5EF4-FFF2-40B4-BE49-F238E27FC236}">
                  <a16:creationId xmlns:a16="http://schemas.microsoft.com/office/drawing/2014/main" id="{1C5F74A9-680E-08C0-E575-27058CF4769E}"/>
                </a:ext>
              </a:extLst>
            </p:cNvPr>
            <p:cNvSpPr/>
            <p:nvPr/>
          </p:nvSpPr>
          <p:spPr>
            <a:xfrm>
              <a:off x="3960075" y="2548747"/>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2F35A07-44FA-0E24-D83A-DAFC5C3F7C72}"/>
                </a:ext>
              </a:extLst>
            </p:cNvPr>
            <p:cNvSpPr/>
            <p:nvPr/>
          </p:nvSpPr>
          <p:spPr>
            <a:xfrm>
              <a:off x="4792177" y="2548747"/>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cxnSp>
        <p:nvCxnSpPr>
          <p:cNvPr id="42" name="直线箭头连接符 41">
            <a:extLst>
              <a:ext uri="{FF2B5EF4-FFF2-40B4-BE49-F238E27FC236}">
                <a16:creationId xmlns:a16="http://schemas.microsoft.com/office/drawing/2014/main" id="{AE95A0A7-9E1A-0D94-3586-D0B99A320275}"/>
              </a:ext>
            </a:extLst>
          </p:cNvPr>
          <p:cNvCxnSpPr/>
          <p:nvPr/>
        </p:nvCxnSpPr>
        <p:spPr>
          <a:xfrm>
            <a:off x="3597004" y="2488898"/>
            <a:ext cx="2259106" cy="0"/>
          </a:xfrm>
          <a:prstGeom prst="straightConnector1">
            <a:avLst/>
          </a:prstGeom>
          <a:ln w="38100">
            <a:solidFill>
              <a:srgbClr val="1E344D"/>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5" name="直线箭头连接符 54">
            <a:extLst>
              <a:ext uri="{FF2B5EF4-FFF2-40B4-BE49-F238E27FC236}">
                <a16:creationId xmlns:a16="http://schemas.microsoft.com/office/drawing/2014/main" id="{8CE1CDD7-91A5-AB02-97B3-233A40DB1251}"/>
              </a:ext>
            </a:extLst>
          </p:cNvPr>
          <p:cNvCxnSpPr>
            <a:cxnSpLocks/>
          </p:cNvCxnSpPr>
          <p:nvPr/>
        </p:nvCxnSpPr>
        <p:spPr>
          <a:xfrm>
            <a:off x="4711041" y="1500294"/>
            <a:ext cx="0" cy="1997133"/>
          </a:xfrm>
          <a:prstGeom prst="straightConnector1">
            <a:avLst/>
          </a:prstGeom>
          <a:ln w="38100">
            <a:solidFill>
              <a:srgbClr val="1E344D"/>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7" name="圆角矩形 56">
            <a:extLst>
              <a:ext uri="{FF2B5EF4-FFF2-40B4-BE49-F238E27FC236}">
                <a16:creationId xmlns:a16="http://schemas.microsoft.com/office/drawing/2014/main" id="{3024099B-ACDC-FC3B-85EE-559748AAE28C}"/>
              </a:ext>
            </a:extLst>
          </p:cNvPr>
          <p:cNvSpPr/>
          <p:nvPr/>
        </p:nvSpPr>
        <p:spPr>
          <a:xfrm>
            <a:off x="4010875" y="1804592"/>
            <a:ext cx="556110" cy="556110"/>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圆角矩形 57">
            <a:extLst>
              <a:ext uri="{FF2B5EF4-FFF2-40B4-BE49-F238E27FC236}">
                <a16:creationId xmlns:a16="http://schemas.microsoft.com/office/drawing/2014/main" id="{BE51A4A0-8548-0070-6DA3-AC934787768E}"/>
              </a:ext>
            </a:extLst>
          </p:cNvPr>
          <p:cNvSpPr/>
          <p:nvPr/>
        </p:nvSpPr>
        <p:spPr>
          <a:xfrm>
            <a:off x="4843560" y="1804592"/>
            <a:ext cx="556110" cy="556110"/>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 name="圆角矩形 58">
            <a:extLst>
              <a:ext uri="{FF2B5EF4-FFF2-40B4-BE49-F238E27FC236}">
                <a16:creationId xmlns:a16="http://schemas.microsoft.com/office/drawing/2014/main" id="{6429B50C-E6C5-BD3A-261D-F3792B72294C}"/>
              </a:ext>
            </a:extLst>
          </p:cNvPr>
          <p:cNvSpPr/>
          <p:nvPr/>
        </p:nvSpPr>
        <p:spPr>
          <a:xfrm>
            <a:off x="4010875" y="2607308"/>
            <a:ext cx="556110" cy="556110"/>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 name="圆角矩形 59">
            <a:extLst>
              <a:ext uri="{FF2B5EF4-FFF2-40B4-BE49-F238E27FC236}">
                <a16:creationId xmlns:a16="http://schemas.microsoft.com/office/drawing/2014/main" id="{F09D9FF6-BBE3-56AD-02EE-247FB7D8D1EF}"/>
              </a:ext>
            </a:extLst>
          </p:cNvPr>
          <p:cNvSpPr/>
          <p:nvPr/>
        </p:nvSpPr>
        <p:spPr>
          <a:xfrm>
            <a:off x="4843560" y="2607308"/>
            <a:ext cx="556110" cy="556110"/>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 name="文本框 60">
            <a:extLst>
              <a:ext uri="{FF2B5EF4-FFF2-40B4-BE49-F238E27FC236}">
                <a16:creationId xmlns:a16="http://schemas.microsoft.com/office/drawing/2014/main" id="{D2B65B90-2C3C-969C-CCB7-AEE37AD9102B}"/>
              </a:ext>
            </a:extLst>
          </p:cNvPr>
          <p:cNvSpPr txBox="1"/>
          <p:nvPr/>
        </p:nvSpPr>
        <p:spPr>
          <a:xfrm>
            <a:off x="3988011" y="1854049"/>
            <a:ext cx="676587" cy="461665"/>
          </a:xfrm>
          <a:prstGeom prst="rect">
            <a:avLst/>
          </a:prstGeom>
          <a:noFill/>
        </p:spPr>
        <p:txBody>
          <a:bodyPr wrap="square" rtlCol="0">
            <a:spAutoFit/>
          </a:bodyPr>
          <a:lstStyle/>
          <a:p>
            <a:pPr algn="l"/>
            <a:r>
              <a:rPr kumimoji="1" lang="en" altLang="zh-CN" sz="2400" dirty="0">
                <a:solidFill>
                  <a:schemeClr val="bg1"/>
                </a:solidFill>
                <a:latin typeface="Alibaba PuHuiTi Medium" pitchFamily="18" charset="-122"/>
                <a:ea typeface="Alibaba PuHuiTi Medium" pitchFamily="18" charset="-122"/>
                <a:cs typeface="Alibaba PuHuiTi Medium" pitchFamily="18" charset="-122"/>
              </a:rPr>
              <a:t>Q</a:t>
            </a:r>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80607D48-0F9A-087C-FA1A-CFF7D89B18DD}"/>
              </a:ext>
            </a:extLst>
          </p:cNvPr>
          <p:cNvSpPr txBox="1"/>
          <p:nvPr/>
        </p:nvSpPr>
        <p:spPr>
          <a:xfrm>
            <a:off x="4846155" y="1842475"/>
            <a:ext cx="676587" cy="461665"/>
          </a:xfrm>
          <a:prstGeom prst="rect">
            <a:avLst/>
          </a:prstGeom>
          <a:noFill/>
        </p:spPr>
        <p:txBody>
          <a:bodyPr wrap="square" rtlCol="0">
            <a:spAutoFit/>
          </a:bodyPr>
          <a:lstStyle/>
          <a:p>
            <a:pPr algn="l"/>
            <a:r>
              <a:rPr kumimoji="1" lang="en" altLang="zh-CN" sz="2400" dirty="0">
                <a:solidFill>
                  <a:schemeClr val="bg1"/>
                </a:solidFill>
                <a:latin typeface="Alibaba PuHuiTi Medium" pitchFamily="18" charset="-122"/>
                <a:ea typeface="Alibaba PuHuiTi Medium" pitchFamily="18" charset="-122"/>
                <a:cs typeface="Alibaba PuHuiTi Medium" pitchFamily="18" charset="-122"/>
              </a:rPr>
              <a:t>Q</a:t>
            </a:r>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8" name="文本框 447">
            <a:extLst>
              <a:ext uri="{FF2B5EF4-FFF2-40B4-BE49-F238E27FC236}">
                <a16:creationId xmlns:a16="http://schemas.microsoft.com/office/drawing/2014/main" id="{232E13CB-8359-1CD4-C747-5240967837E8}"/>
              </a:ext>
            </a:extLst>
          </p:cNvPr>
          <p:cNvSpPr txBox="1"/>
          <p:nvPr/>
        </p:nvSpPr>
        <p:spPr>
          <a:xfrm>
            <a:off x="3988011" y="2636912"/>
            <a:ext cx="676587" cy="461665"/>
          </a:xfrm>
          <a:prstGeom prst="rect">
            <a:avLst/>
          </a:prstGeom>
          <a:noFill/>
        </p:spPr>
        <p:txBody>
          <a:bodyPr wrap="square" rtlCol="0">
            <a:spAutoFit/>
          </a:bodyPr>
          <a:lstStyle/>
          <a:p>
            <a:pPr algn="l"/>
            <a:r>
              <a:rPr kumimoji="1" lang="en" altLang="zh-CN" sz="2400" dirty="0">
                <a:solidFill>
                  <a:schemeClr val="bg1"/>
                </a:solidFill>
                <a:latin typeface="Alibaba PuHuiTi Medium" pitchFamily="18" charset="-122"/>
                <a:ea typeface="Alibaba PuHuiTi Medium" pitchFamily="18" charset="-122"/>
                <a:cs typeface="Alibaba PuHuiTi Medium" pitchFamily="18" charset="-122"/>
              </a:rPr>
              <a:t>Q</a:t>
            </a:r>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C5D09F96-FF43-A505-908E-19609D0C502E}"/>
              </a:ext>
            </a:extLst>
          </p:cNvPr>
          <p:cNvSpPr txBox="1"/>
          <p:nvPr/>
        </p:nvSpPr>
        <p:spPr>
          <a:xfrm>
            <a:off x="4846155" y="2625338"/>
            <a:ext cx="676587" cy="461665"/>
          </a:xfrm>
          <a:prstGeom prst="rect">
            <a:avLst/>
          </a:prstGeom>
          <a:noFill/>
        </p:spPr>
        <p:txBody>
          <a:bodyPr wrap="square" rtlCol="0">
            <a:spAutoFit/>
          </a:bodyPr>
          <a:lstStyle/>
          <a:p>
            <a:pPr algn="l"/>
            <a:r>
              <a:rPr kumimoji="1" lang="en" altLang="zh-CN" sz="2400" dirty="0">
                <a:solidFill>
                  <a:schemeClr val="bg1"/>
                </a:solidFill>
                <a:latin typeface="Alibaba PuHuiTi Medium" pitchFamily="18" charset="-122"/>
                <a:ea typeface="Alibaba PuHuiTi Medium" pitchFamily="18" charset="-122"/>
                <a:cs typeface="Alibaba PuHuiTi Medium" pitchFamily="18" charset="-122"/>
              </a:rPr>
              <a:t>Q</a:t>
            </a:r>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4</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F5C6AED-E702-EB75-B5BF-3892A7485406}"/>
              </a:ext>
            </a:extLst>
          </p:cNvPr>
          <p:cNvSpPr txBox="1"/>
          <p:nvPr/>
        </p:nvSpPr>
        <p:spPr>
          <a:xfrm>
            <a:off x="623392" y="1620457"/>
            <a:ext cx="3381449" cy="461665"/>
          </a:xfrm>
          <a:prstGeom prst="rect">
            <a:avLst/>
          </a:prstGeom>
          <a:noFill/>
        </p:spPr>
        <p:txBody>
          <a:bodyPr wrap="squar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9B56600D-24E6-9399-A15A-70E904AA3FB8}"/>
              </a:ext>
            </a:extLst>
          </p:cNvPr>
          <p:cNvSpPr txBox="1"/>
          <p:nvPr/>
        </p:nvSpPr>
        <p:spPr>
          <a:xfrm>
            <a:off x="611817" y="2089117"/>
            <a:ext cx="3103656" cy="461665"/>
          </a:xfrm>
          <a:prstGeom prst="rect">
            <a:avLst/>
          </a:prstGeom>
          <a:noFill/>
        </p:spPr>
        <p:txBody>
          <a:bodyPr wrap="squar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2" name="文本框 451">
            <a:extLst>
              <a:ext uri="{FF2B5EF4-FFF2-40B4-BE49-F238E27FC236}">
                <a16:creationId xmlns:a16="http://schemas.microsoft.com/office/drawing/2014/main" id="{B0D767DA-F8C5-8EE0-13A8-5453F4C4517B}"/>
              </a:ext>
            </a:extLst>
          </p:cNvPr>
          <p:cNvSpPr txBox="1"/>
          <p:nvPr/>
        </p:nvSpPr>
        <p:spPr>
          <a:xfrm>
            <a:off x="646541" y="2535299"/>
            <a:ext cx="3254127" cy="461665"/>
          </a:xfrm>
          <a:prstGeom prst="rect">
            <a:avLst/>
          </a:prstGeom>
          <a:noFill/>
        </p:spPr>
        <p:txBody>
          <a:bodyPr wrap="squar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3" name="文本框 452">
            <a:extLst>
              <a:ext uri="{FF2B5EF4-FFF2-40B4-BE49-F238E27FC236}">
                <a16:creationId xmlns:a16="http://schemas.microsoft.com/office/drawing/2014/main" id="{8DA20FD4-F2BE-139D-692C-811EC3107FF7}"/>
              </a:ext>
            </a:extLst>
          </p:cNvPr>
          <p:cNvSpPr txBox="1"/>
          <p:nvPr/>
        </p:nvSpPr>
        <p:spPr>
          <a:xfrm>
            <a:off x="634966" y="3008527"/>
            <a:ext cx="3358299" cy="461665"/>
          </a:xfrm>
          <a:prstGeom prst="rect">
            <a:avLst/>
          </a:prstGeom>
          <a:noFill/>
        </p:spPr>
        <p:txBody>
          <a:bodyPr wrap="squar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aphicFrame>
        <p:nvGraphicFramePr>
          <p:cNvPr id="454" name="图表 453">
            <a:extLst>
              <a:ext uri="{FF2B5EF4-FFF2-40B4-BE49-F238E27FC236}">
                <a16:creationId xmlns:a16="http://schemas.microsoft.com/office/drawing/2014/main" id="{467AD0CB-8497-C93E-D3B0-F2EFCF0F9897}"/>
              </a:ext>
            </a:extLst>
          </p:cNvPr>
          <p:cNvGraphicFramePr/>
          <p:nvPr>
            <p:extLst>
              <p:ext uri="{D42A27DB-BD31-4B8C-83A1-F6EECF244321}">
                <p14:modId xmlns:p14="http://schemas.microsoft.com/office/powerpoint/2010/main" val="3102133786"/>
              </p:ext>
            </p:extLst>
          </p:nvPr>
        </p:nvGraphicFramePr>
        <p:xfrm>
          <a:off x="3608788" y="4282632"/>
          <a:ext cx="2178553" cy="2156845"/>
        </p:xfrm>
        <a:graphic>
          <a:graphicData uri="http://schemas.openxmlformats.org/drawingml/2006/chart">
            <c:chart xmlns:c="http://schemas.openxmlformats.org/drawingml/2006/chart" xmlns:r="http://schemas.openxmlformats.org/officeDocument/2006/relationships" r:id="rId3"/>
          </a:graphicData>
        </a:graphic>
      </p:graphicFrame>
      <p:grpSp>
        <p:nvGrpSpPr>
          <p:cNvPr id="475" name="组合 474">
            <a:extLst>
              <a:ext uri="{FF2B5EF4-FFF2-40B4-BE49-F238E27FC236}">
                <a16:creationId xmlns:a16="http://schemas.microsoft.com/office/drawing/2014/main" id="{D2663AD3-8C52-5882-640C-D11CC9A5BC0F}"/>
              </a:ext>
            </a:extLst>
          </p:cNvPr>
          <p:cNvGrpSpPr/>
          <p:nvPr/>
        </p:nvGrpSpPr>
        <p:grpSpPr>
          <a:xfrm>
            <a:off x="8592553" y="2704658"/>
            <a:ext cx="3012081" cy="763571"/>
            <a:chOff x="9203641" y="5453774"/>
            <a:chExt cx="2806107" cy="711356"/>
          </a:xfrm>
          <a:solidFill>
            <a:srgbClr val="BB3023"/>
          </a:solidFill>
        </p:grpSpPr>
        <p:sp>
          <p:nvSpPr>
            <p:cNvPr id="476" name="Google Shape;5067;p75">
              <a:extLst>
                <a:ext uri="{FF2B5EF4-FFF2-40B4-BE49-F238E27FC236}">
                  <a16:creationId xmlns:a16="http://schemas.microsoft.com/office/drawing/2014/main" id="{6FF1F76A-81F6-9F5F-A47C-C0D1E04B7CF0}"/>
                </a:ext>
              </a:extLst>
            </p:cNvPr>
            <p:cNvSpPr/>
            <p:nvPr/>
          </p:nvSpPr>
          <p:spPr>
            <a:xfrm>
              <a:off x="9203641" y="5589446"/>
              <a:ext cx="255039" cy="575684"/>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grpFill/>
            <a:ln>
              <a:noFill/>
            </a:ln>
          </p:spPr>
          <p:txBody>
            <a:bodyPr spcFirstLastPara="1" wrap="square" lIns="121900" tIns="121900" rIns="121900" bIns="121900" anchor="ctr" anchorCtr="0">
              <a:noAutofit/>
            </a:bodyPr>
            <a:lstStyle/>
            <a:p>
              <a:endParaRPr sz="2400"/>
            </a:p>
          </p:txBody>
        </p:sp>
        <p:sp>
          <p:nvSpPr>
            <p:cNvPr id="477" name="Google Shape;5068;p75">
              <a:extLst>
                <a:ext uri="{FF2B5EF4-FFF2-40B4-BE49-F238E27FC236}">
                  <a16:creationId xmlns:a16="http://schemas.microsoft.com/office/drawing/2014/main" id="{4F94E198-B0DC-30CC-468B-C01613F7FCD2}"/>
                </a:ext>
              </a:extLst>
            </p:cNvPr>
            <p:cNvSpPr/>
            <p:nvPr/>
          </p:nvSpPr>
          <p:spPr>
            <a:xfrm>
              <a:off x="9279585" y="5453774"/>
              <a:ext cx="104217" cy="117083"/>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grpFill/>
            <a:ln>
              <a:noFill/>
            </a:ln>
          </p:spPr>
          <p:txBody>
            <a:bodyPr spcFirstLastPara="1" wrap="square" lIns="121900" tIns="121900" rIns="121900" bIns="121900" anchor="ctr" anchorCtr="0">
              <a:noAutofit/>
            </a:bodyPr>
            <a:lstStyle/>
            <a:p>
              <a:endParaRPr sz="2400"/>
            </a:p>
          </p:txBody>
        </p:sp>
        <p:sp>
          <p:nvSpPr>
            <p:cNvPr id="479" name="Google Shape;5070;p75">
              <a:extLst>
                <a:ext uri="{FF2B5EF4-FFF2-40B4-BE49-F238E27FC236}">
                  <a16:creationId xmlns:a16="http://schemas.microsoft.com/office/drawing/2014/main" id="{50CF2079-49B6-20FA-28A9-D8BDEBF261EB}"/>
                </a:ext>
              </a:extLst>
            </p:cNvPr>
            <p:cNvSpPr/>
            <p:nvPr/>
          </p:nvSpPr>
          <p:spPr>
            <a:xfrm>
              <a:off x="11691776"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p>
          </p:txBody>
        </p:sp>
        <p:sp>
          <p:nvSpPr>
            <p:cNvPr id="480" name="Google Shape;5071;p75">
              <a:extLst>
                <a:ext uri="{FF2B5EF4-FFF2-40B4-BE49-F238E27FC236}">
                  <a16:creationId xmlns:a16="http://schemas.microsoft.com/office/drawing/2014/main" id="{83E3BE9A-4CE4-DF41-03C5-E1A99CB423D8}"/>
                </a:ext>
              </a:extLst>
            </p:cNvPr>
            <p:cNvSpPr/>
            <p:nvPr/>
          </p:nvSpPr>
          <p:spPr>
            <a:xfrm>
              <a:off x="11799294"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p>
          </p:txBody>
        </p:sp>
        <p:sp>
          <p:nvSpPr>
            <p:cNvPr id="481" name="Google Shape;5073;p75">
              <a:extLst>
                <a:ext uri="{FF2B5EF4-FFF2-40B4-BE49-F238E27FC236}">
                  <a16:creationId xmlns:a16="http://schemas.microsoft.com/office/drawing/2014/main" id="{31CA9F40-373F-2F00-6FC3-26EF8B55104C}"/>
                </a:ext>
              </a:extLst>
            </p:cNvPr>
            <p:cNvSpPr/>
            <p:nvPr/>
          </p:nvSpPr>
          <p:spPr>
            <a:xfrm>
              <a:off x="11038277"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482" name="Google Shape;5074;p75">
              <a:extLst>
                <a:ext uri="{FF2B5EF4-FFF2-40B4-BE49-F238E27FC236}">
                  <a16:creationId xmlns:a16="http://schemas.microsoft.com/office/drawing/2014/main" id="{6C93FB3E-A715-D76B-9254-5B9D483E0360}"/>
                </a:ext>
              </a:extLst>
            </p:cNvPr>
            <p:cNvSpPr/>
            <p:nvPr/>
          </p:nvSpPr>
          <p:spPr>
            <a:xfrm>
              <a:off x="11145795"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483" name="Google Shape;5076;p75">
              <a:extLst>
                <a:ext uri="{FF2B5EF4-FFF2-40B4-BE49-F238E27FC236}">
                  <a16:creationId xmlns:a16="http://schemas.microsoft.com/office/drawing/2014/main" id="{6BB6C62D-B38F-5D62-834A-4221EA5E78CB}"/>
                </a:ext>
              </a:extLst>
            </p:cNvPr>
            <p:cNvSpPr/>
            <p:nvPr/>
          </p:nvSpPr>
          <p:spPr>
            <a:xfrm>
              <a:off x="10384781"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p>
          </p:txBody>
        </p:sp>
        <p:sp>
          <p:nvSpPr>
            <p:cNvPr id="484" name="Google Shape;5077;p75">
              <a:extLst>
                <a:ext uri="{FF2B5EF4-FFF2-40B4-BE49-F238E27FC236}">
                  <a16:creationId xmlns:a16="http://schemas.microsoft.com/office/drawing/2014/main" id="{5B05DFD8-D72D-A463-09F2-E33481166F7D}"/>
                </a:ext>
              </a:extLst>
            </p:cNvPr>
            <p:cNvSpPr/>
            <p:nvPr/>
          </p:nvSpPr>
          <p:spPr>
            <a:xfrm>
              <a:off x="10492299"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p>
          </p:txBody>
        </p:sp>
        <p:sp>
          <p:nvSpPr>
            <p:cNvPr id="485" name="Google Shape;5079;p75">
              <a:extLst>
                <a:ext uri="{FF2B5EF4-FFF2-40B4-BE49-F238E27FC236}">
                  <a16:creationId xmlns:a16="http://schemas.microsoft.com/office/drawing/2014/main" id="{8FEA1B27-8F46-8404-B564-99B308835663}"/>
                </a:ext>
              </a:extLst>
            </p:cNvPr>
            <p:cNvSpPr/>
            <p:nvPr/>
          </p:nvSpPr>
          <p:spPr>
            <a:xfrm>
              <a:off x="9794206" y="5589446"/>
              <a:ext cx="255039" cy="575684"/>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grpFill/>
            <a:ln>
              <a:noFill/>
            </a:ln>
          </p:spPr>
          <p:txBody>
            <a:bodyPr spcFirstLastPara="1" wrap="square" lIns="121900" tIns="121900" rIns="121900" bIns="121900" anchor="ctr" anchorCtr="0">
              <a:noAutofit/>
            </a:bodyPr>
            <a:lstStyle/>
            <a:p>
              <a:endParaRPr sz="2400"/>
            </a:p>
          </p:txBody>
        </p:sp>
        <p:sp>
          <p:nvSpPr>
            <p:cNvPr id="487" name="Google Shape;5080;p75">
              <a:extLst>
                <a:ext uri="{FF2B5EF4-FFF2-40B4-BE49-F238E27FC236}">
                  <a16:creationId xmlns:a16="http://schemas.microsoft.com/office/drawing/2014/main" id="{3C4E7EA7-C2AF-64A0-9064-F966078971E6}"/>
                </a:ext>
              </a:extLst>
            </p:cNvPr>
            <p:cNvSpPr/>
            <p:nvPr/>
          </p:nvSpPr>
          <p:spPr>
            <a:xfrm>
              <a:off x="9870150" y="5453774"/>
              <a:ext cx="104217" cy="117083"/>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488" name="三角形 487">
            <a:extLst>
              <a:ext uri="{FF2B5EF4-FFF2-40B4-BE49-F238E27FC236}">
                <a16:creationId xmlns:a16="http://schemas.microsoft.com/office/drawing/2014/main" id="{623A2AF2-C314-DB09-7592-930F8B9F52E8}"/>
              </a:ext>
            </a:extLst>
          </p:cNvPr>
          <p:cNvSpPr/>
          <p:nvPr/>
        </p:nvSpPr>
        <p:spPr>
          <a:xfrm rot="5400000">
            <a:off x="6573266" y="1223542"/>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516283BE-E66F-62DC-15DF-AD82A1EE6DD5}"/>
              </a:ext>
            </a:extLst>
          </p:cNvPr>
          <p:cNvSpPr txBox="1"/>
          <p:nvPr/>
        </p:nvSpPr>
        <p:spPr>
          <a:xfrm>
            <a:off x="6528048" y="2359229"/>
            <a:ext cx="5421849" cy="338554"/>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0" name="文本框 489">
            <a:extLst>
              <a:ext uri="{FF2B5EF4-FFF2-40B4-BE49-F238E27FC236}">
                <a16:creationId xmlns:a16="http://schemas.microsoft.com/office/drawing/2014/main" id="{1DC56C0A-D123-A1D5-75BA-9806A98CE8C1}"/>
              </a:ext>
            </a:extLst>
          </p:cNvPr>
          <p:cNvSpPr txBox="1"/>
          <p:nvPr/>
        </p:nvSpPr>
        <p:spPr>
          <a:xfrm>
            <a:off x="6528048" y="2708920"/>
            <a:ext cx="2083517" cy="830997"/>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1" name="三角形 490">
            <a:extLst>
              <a:ext uri="{FF2B5EF4-FFF2-40B4-BE49-F238E27FC236}">
                <a16:creationId xmlns:a16="http://schemas.microsoft.com/office/drawing/2014/main" id="{645468C0-E4C1-EC2A-4065-A9A6BAF1E3C4}"/>
              </a:ext>
            </a:extLst>
          </p:cNvPr>
          <p:cNvSpPr/>
          <p:nvPr/>
        </p:nvSpPr>
        <p:spPr>
          <a:xfrm rot="5400000">
            <a:off x="547841" y="4175870"/>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2" name="椭圆 491">
            <a:extLst>
              <a:ext uri="{FF2B5EF4-FFF2-40B4-BE49-F238E27FC236}">
                <a16:creationId xmlns:a16="http://schemas.microsoft.com/office/drawing/2014/main" id="{31CB3742-3E1D-B3E3-0E28-DD8966D606DD}"/>
              </a:ext>
            </a:extLst>
          </p:cNvPr>
          <p:cNvSpPr/>
          <p:nvPr/>
        </p:nvSpPr>
        <p:spPr>
          <a:xfrm>
            <a:off x="10139825" y="5428527"/>
            <a:ext cx="462987" cy="462987"/>
          </a:xfrm>
          <a:prstGeom prst="ellipse">
            <a:avLst/>
          </a:prstGeom>
          <a:solidFill>
            <a:srgbClr val="BB3023"/>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3" name="椭圆 492">
            <a:extLst>
              <a:ext uri="{FF2B5EF4-FFF2-40B4-BE49-F238E27FC236}">
                <a16:creationId xmlns:a16="http://schemas.microsoft.com/office/drawing/2014/main" id="{828F33E1-5330-89CC-C61E-21CB000C157E}"/>
              </a:ext>
            </a:extLst>
          </p:cNvPr>
          <p:cNvSpPr/>
          <p:nvPr/>
        </p:nvSpPr>
        <p:spPr>
          <a:xfrm>
            <a:off x="10637734" y="5428527"/>
            <a:ext cx="462987" cy="462987"/>
          </a:xfrm>
          <a:prstGeom prst="ellipse">
            <a:avLst/>
          </a:prstGeom>
          <a:solidFill>
            <a:srgbClr val="BB3023"/>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4" name="椭圆 493">
            <a:extLst>
              <a:ext uri="{FF2B5EF4-FFF2-40B4-BE49-F238E27FC236}">
                <a16:creationId xmlns:a16="http://schemas.microsoft.com/office/drawing/2014/main" id="{B3F44BDA-E9EC-54E3-877A-D1CB0CAE3797}"/>
              </a:ext>
            </a:extLst>
          </p:cNvPr>
          <p:cNvSpPr/>
          <p:nvPr/>
        </p:nvSpPr>
        <p:spPr>
          <a:xfrm>
            <a:off x="11137598" y="5428527"/>
            <a:ext cx="462987" cy="462987"/>
          </a:xfrm>
          <a:prstGeom prst="ellipse">
            <a:avLst/>
          </a:prstGeom>
          <a:solidFill>
            <a:srgbClr val="BB3023"/>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5" name="椭圆 494">
            <a:extLst>
              <a:ext uri="{FF2B5EF4-FFF2-40B4-BE49-F238E27FC236}">
                <a16:creationId xmlns:a16="http://schemas.microsoft.com/office/drawing/2014/main" id="{E21594F5-2FA4-50F7-34B6-F35CCAFCF96B}"/>
              </a:ext>
            </a:extLst>
          </p:cNvPr>
          <p:cNvSpPr/>
          <p:nvPr/>
        </p:nvSpPr>
        <p:spPr>
          <a:xfrm>
            <a:off x="10362402" y="5862421"/>
            <a:ext cx="462987" cy="462987"/>
          </a:xfrm>
          <a:prstGeom prst="ellipse">
            <a:avLst/>
          </a:prstGeom>
          <a:solidFill>
            <a:srgbClr val="BB3023"/>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8" name="椭圆 497">
            <a:extLst>
              <a:ext uri="{FF2B5EF4-FFF2-40B4-BE49-F238E27FC236}">
                <a16:creationId xmlns:a16="http://schemas.microsoft.com/office/drawing/2014/main" id="{2E7D8D12-DE4C-E74E-AD60-50EB6ED17430}"/>
              </a:ext>
            </a:extLst>
          </p:cNvPr>
          <p:cNvSpPr/>
          <p:nvPr/>
        </p:nvSpPr>
        <p:spPr>
          <a:xfrm>
            <a:off x="10896174" y="5868771"/>
            <a:ext cx="462987" cy="462987"/>
          </a:xfrm>
          <a:prstGeom prst="ellipse">
            <a:avLst/>
          </a:prstGeom>
          <a:solidFill>
            <a:srgbClr val="BB3023"/>
          </a:solid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9" name="椭圆 498">
            <a:extLst>
              <a:ext uri="{FF2B5EF4-FFF2-40B4-BE49-F238E27FC236}">
                <a16:creationId xmlns:a16="http://schemas.microsoft.com/office/drawing/2014/main" id="{65900F29-8DA6-DE39-849D-A2591EB75C5A}"/>
              </a:ext>
            </a:extLst>
          </p:cNvPr>
          <p:cNvSpPr/>
          <p:nvPr/>
        </p:nvSpPr>
        <p:spPr>
          <a:xfrm>
            <a:off x="10667108" y="4161882"/>
            <a:ext cx="462987" cy="462987"/>
          </a:xfrm>
          <a:prstGeom prst="ellipse">
            <a:avLst/>
          </a:prstGeom>
          <a:solidFill>
            <a:srgbClr val="BB3023"/>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5" name="椭圆 504">
            <a:extLst>
              <a:ext uri="{FF2B5EF4-FFF2-40B4-BE49-F238E27FC236}">
                <a16:creationId xmlns:a16="http://schemas.microsoft.com/office/drawing/2014/main" id="{66312C63-0F98-0939-494C-B4CDAFDF0064}"/>
              </a:ext>
            </a:extLst>
          </p:cNvPr>
          <p:cNvSpPr/>
          <p:nvPr/>
        </p:nvSpPr>
        <p:spPr>
          <a:xfrm>
            <a:off x="10451084" y="4305898"/>
            <a:ext cx="462987" cy="462987"/>
          </a:xfrm>
          <a:prstGeom prst="ellipse">
            <a:avLst/>
          </a:prstGeom>
          <a:solidFill>
            <a:srgbClr val="BB3023"/>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6" name="椭圆 505">
            <a:extLst>
              <a:ext uri="{FF2B5EF4-FFF2-40B4-BE49-F238E27FC236}">
                <a16:creationId xmlns:a16="http://schemas.microsoft.com/office/drawing/2014/main" id="{8D20F89E-DCF8-12C6-CD6F-F0CF9A996CA0}"/>
              </a:ext>
            </a:extLst>
          </p:cNvPr>
          <p:cNvSpPr/>
          <p:nvPr/>
        </p:nvSpPr>
        <p:spPr>
          <a:xfrm>
            <a:off x="10922337" y="4346903"/>
            <a:ext cx="462987" cy="462987"/>
          </a:xfrm>
          <a:prstGeom prst="ellipse">
            <a:avLst/>
          </a:prstGeom>
          <a:solidFill>
            <a:srgbClr val="BB3023"/>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7" name="椭圆 506">
            <a:extLst>
              <a:ext uri="{FF2B5EF4-FFF2-40B4-BE49-F238E27FC236}">
                <a16:creationId xmlns:a16="http://schemas.microsoft.com/office/drawing/2014/main" id="{82EAFC9A-FB27-4940-337F-FA69C097CCE3}"/>
              </a:ext>
            </a:extLst>
          </p:cNvPr>
          <p:cNvSpPr/>
          <p:nvPr/>
        </p:nvSpPr>
        <p:spPr>
          <a:xfrm>
            <a:off x="10527192" y="4604432"/>
            <a:ext cx="462987" cy="462987"/>
          </a:xfrm>
          <a:prstGeom prst="ellipse">
            <a:avLst/>
          </a:prstGeom>
          <a:solidFill>
            <a:srgbClr val="BB3023"/>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8" name="椭圆 507">
            <a:extLst>
              <a:ext uri="{FF2B5EF4-FFF2-40B4-BE49-F238E27FC236}">
                <a16:creationId xmlns:a16="http://schemas.microsoft.com/office/drawing/2014/main" id="{02289A05-C3C1-B72D-29B9-0FDB8CBA371A}"/>
              </a:ext>
            </a:extLst>
          </p:cNvPr>
          <p:cNvSpPr/>
          <p:nvPr/>
        </p:nvSpPr>
        <p:spPr>
          <a:xfrm>
            <a:off x="10842128" y="4588030"/>
            <a:ext cx="462987" cy="462987"/>
          </a:xfrm>
          <a:prstGeom prst="ellipse">
            <a:avLst/>
          </a:prstGeom>
          <a:solidFill>
            <a:srgbClr val="BB3023"/>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9" name="左弧形箭头 508">
            <a:extLst>
              <a:ext uri="{FF2B5EF4-FFF2-40B4-BE49-F238E27FC236}">
                <a16:creationId xmlns:a16="http://schemas.microsoft.com/office/drawing/2014/main" id="{69784CF1-0FF4-E637-C0FF-68CC45599371}"/>
              </a:ext>
            </a:extLst>
          </p:cNvPr>
          <p:cNvSpPr/>
          <p:nvPr/>
        </p:nvSpPr>
        <p:spPr>
          <a:xfrm>
            <a:off x="11411548" y="4764721"/>
            <a:ext cx="254228" cy="569963"/>
          </a:xfrm>
          <a:prstGeom prst="curvedLef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22" name="文本框 21">
            <a:extLst>
              <a:ext uri="{FF2B5EF4-FFF2-40B4-BE49-F238E27FC236}">
                <a16:creationId xmlns:a16="http://schemas.microsoft.com/office/drawing/2014/main" id="{93A89CFC-44C7-3BFF-23AC-1028FA89E7FE}"/>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91B5448A-2247-AFA6-FB2A-AF37EA6826EE}"/>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4" name="直线连接符 23">
            <a:extLst>
              <a:ext uri="{FF2B5EF4-FFF2-40B4-BE49-F238E27FC236}">
                <a16:creationId xmlns:a16="http://schemas.microsoft.com/office/drawing/2014/main" id="{5B054B28-8869-9821-9CE0-E6281B0AAB4B}"/>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F821E9A4-F355-937B-750D-9D88C569E869}"/>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3397F0D4-B3FA-2415-11D1-EB8DC10E20C7}"/>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769D6DBE-2A43-E688-994B-CEBD619AFE2F}"/>
              </a:ext>
            </a:extLst>
          </p:cNvPr>
          <p:cNvGrpSpPr/>
          <p:nvPr/>
        </p:nvGrpSpPr>
        <p:grpSpPr>
          <a:xfrm>
            <a:off x="2212826" y="287981"/>
            <a:ext cx="356205" cy="355288"/>
            <a:chOff x="2323294" y="287981"/>
            <a:chExt cx="356205" cy="355288"/>
          </a:xfrm>
        </p:grpSpPr>
        <p:sp>
          <p:nvSpPr>
            <p:cNvPr id="28" name="Google Shape;7166;p80">
              <a:extLst>
                <a:ext uri="{FF2B5EF4-FFF2-40B4-BE49-F238E27FC236}">
                  <a16:creationId xmlns:a16="http://schemas.microsoft.com/office/drawing/2014/main" id="{0F6464EE-52AD-B0F3-AE19-523AC65731FA}"/>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7;p80">
              <a:extLst>
                <a:ext uri="{FF2B5EF4-FFF2-40B4-BE49-F238E27FC236}">
                  <a16:creationId xmlns:a16="http://schemas.microsoft.com/office/drawing/2014/main" id="{54E391DC-9960-A69D-98CA-448A412B0EC4}"/>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8;p80">
              <a:extLst>
                <a:ext uri="{FF2B5EF4-FFF2-40B4-BE49-F238E27FC236}">
                  <a16:creationId xmlns:a16="http://schemas.microsoft.com/office/drawing/2014/main" id="{CDEA28D2-CAB9-055D-D408-211C669B96FF}"/>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7169;p80">
              <a:extLst>
                <a:ext uri="{FF2B5EF4-FFF2-40B4-BE49-F238E27FC236}">
                  <a16:creationId xmlns:a16="http://schemas.microsoft.com/office/drawing/2014/main" id="{C61563BB-A344-1225-A955-794FF31881D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 name="椭圆 33">
            <a:extLst>
              <a:ext uri="{FF2B5EF4-FFF2-40B4-BE49-F238E27FC236}">
                <a16:creationId xmlns:a16="http://schemas.microsoft.com/office/drawing/2014/main" id="{5D615C49-6139-BE05-C720-2C92B00B4081}"/>
              </a:ext>
            </a:extLst>
          </p:cNvPr>
          <p:cNvSpPr/>
          <p:nvPr/>
        </p:nvSpPr>
        <p:spPr>
          <a:xfrm>
            <a:off x="10668254" y="4169903"/>
            <a:ext cx="462987" cy="462987"/>
          </a:xfrm>
          <a:prstGeom prst="ellipse">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椭圆 34">
            <a:extLst>
              <a:ext uri="{FF2B5EF4-FFF2-40B4-BE49-F238E27FC236}">
                <a16:creationId xmlns:a16="http://schemas.microsoft.com/office/drawing/2014/main" id="{7CD9F51F-8FCB-C997-7EF8-B4CCE33EBD23}"/>
              </a:ext>
            </a:extLst>
          </p:cNvPr>
          <p:cNvSpPr/>
          <p:nvPr/>
        </p:nvSpPr>
        <p:spPr>
          <a:xfrm>
            <a:off x="10452230" y="4313919"/>
            <a:ext cx="462987" cy="462987"/>
          </a:xfrm>
          <a:prstGeom prst="ellipse">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椭圆 39">
            <a:extLst>
              <a:ext uri="{FF2B5EF4-FFF2-40B4-BE49-F238E27FC236}">
                <a16:creationId xmlns:a16="http://schemas.microsoft.com/office/drawing/2014/main" id="{AC11803D-FE4D-520A-AD18-0BC84DB807C1}"/>
              </a:ext>
            </a:extLst>
          </p:cNvPr>
          <p:cNvSpPr/>
          <p:nvPr/>
        </p:nvSpPr>
        <p:spPr>
          <a:xfrm>
            <a:off x="10923483" y="4354924"/>
            <a:ext cx="462987" cy="462987"/>
          </a:xfrm>
          <a:prstGeom prst="ellipse">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42AE3CF0-AB4C-626F-76A0-6F4FE78EC236}"/>
              </a:ext>
            </a:extLst>
          </p:cNvPr>
          <p:cNvSpPr/>
          <p:nvPr/>
        </p:nvSpPr>
        <p:spPr>
          <a:xfrm>
            <a:off x="10528338" y="4612453"/>
            <a:ext cx="462987" cy="462987"/>
          </a:xfrm>
          <a:prstGeom prst="ellipse">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03B21E66-CBBE-B3D1-1DA9-2EE553B7C074}"/>
              </a:ext>
            </a:extLst>
          </p:cNvPr>
          <p:cNvSpPr/>
          <p:nvPr/>
        </p:nvSpPr>
        <p:spPr>
          <a:xfrm>
            <a:off x="10843274" y="4596051"/>
            <a:ext cx="462987" cy="462987"/>
          </a:xfrm>
          <a:prstGeom prst="ellipse">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Tree>
    <p:extLst>
      <p:ext uri="{BB962C8B-B14F-4D97-AF65-F5344CB8AC3E}">
        <p14:creationId xmlns:p14="http://schemas.microsoft.com/office/powerpoint/2010/main" val="315021305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任意形状 57">
            <a:extLst>
              <a:ext uri="{FF2B5EF4-FFF2-40B4-BE49-F238E27FC236}">
                <a16:creationId xmlns:a16="http://schemas.microsoft.com/office/drawing/2014/main" id="{D7F7AEA3-C602-F257-FA7E-0CB23D5A1694}"/>
              </a:ext>
            </a:extLst>
          </p:cNvPr>
          <p:cNvSpPr/>
          <p:nvPr/>
        </p:nvSpPr>
        <p:spPr>
          <a:xfrm>
            <a:off x="3749761" y="4359349"/>
            <a:ext cx="2186800" cy="2126511"/>
          </a:xfrm>
          <a:custGeom>
            <a:avLst/>
            <a:gdLst>
              <a:gd name="connsiteX0" fmla="*/ 41190 w 3286898"/>
              <a:gd name="connsiteY0" fmla="*/ 345989 h 3196281"/>
              <a:gd name="connsiteX1" fmla="*/ 708454 w 3286898"/>
              <a:gd name="connsiteY1" fmla="*/ 1128584 h 3196281"/>
              <a:gd name="connsiteX2" fmla="*/ 0 w 3286898"/>
              <a:gd name="connsiteY2" fmla="*/ 1260389 h 3196281"/>
              <a:gd name="connsiteX3" fmla="*/ 560173 w 3286898"/>
              <a:gd name="connsiteY3" fmla="*/ 1738184 h 3196281"/>
              <a:gd name="connsiteX4" fmla="*/ 16476 w 3286898"/>
              <a:gd name="connsiteY4" fmla="*/ 2141838 h 3196281"/>
              <a:gd name="connsiteX5" fmla="*/ 889687 w 3286898"/>
              <a:gd name="connsiteY5" fmla="*/ 2059459 h 3196281"/>
              <a:gd name="connsiteX6" fmla="*/ 716692 w 3286898"/>
              <a:gd name="connsiteY6" fmla="*/ 2603157 h 3196281"/>
              <a:gd name="connsiteX7" fmla="*/ 1186249 w 3286898"/>
              <a:gd name="connsiteY7" fmla="*/ 2298357 h 3196281"/>
              <a:gd name="connsiteX8" fmla="*/ 1276865 w 3286898"/>
              <a:gd name="connsiteY8" fmla="*/ 3196281 h 3196281"/>
              <a:gd name="connsiteX9" fmla="*/ 1614617 w 3286898"/>
              <a:gd name="connsiteY9" fmla="*/ 2215978 h 3196281"/>
              <a:gd name="connsiteX10" fmla="*/ 2034746 w 3286898"/>
              <a:gd name="connsiteY10" fmla="*/ 2924432 h 3196281"/>
              <a:gd name="connsiteX11" fmla="*/ 2141838 w 3286898"/>
              <a:gd name="connsiteY11" fmla="*/ 2125362 h 3196281"/>
              <a:gd name="connsiteX12" fmla="*/ 2734962 w 3286898"/>
              <a:gd name="connsiteY12" fmla="*/ 2644346 h 3196281"/>
              <a:gd name="connsiteX13" fmla="*/ 2529017 w 3286898"/>
              <a:gd name="connsiteY13" fmla="*/ 1869989 h 3196281"/>
              <a:gd name="connsiteX14" fmla="*/ 3286898 w 3286898"/>
              <a:gd name="connsiteY14" fmla="*/ 1960605 h 3196281"/>
              <a:gd name="connsiteX15" fmla="*/ 2669060 w 3286898"/>
              <a:gd name="connsiteY15" fmla="*/ 1540475 h 3196281"/>
              <a:gd name="connsiteX16" fmla="*/ 3188044 w 3286898"/>
              <a:gd name="connsiteY16" fmla="*/ 1202724 h 3196281"/>
              <a:gd name="connsiteX17" fmla="*/ 2479590 w 3286898"/>
              <a:gd name="connsiteY17" fmla="*/ 1103870 h 3196281"/>
              <a:gd name="connsiteX18" fmla="*/ 2800865 w 3286898"/>
              <a:gd name="connsiteY18" fmla="*/ 691978 h 3196281"/>
              <a:gd name="connsiteX19" fmla="*/ 2117125 w 3286898"/>
              <a:gd name="connsiteY19" fmla="*/ 848497 h 3196281"/>
              <a:gd name="connsiteX20" fmla="*/ 2207741 w 3286898"/>
              <a:gd name="connsiteY20" fmla="*/ 0 h 3196281"/>
              <a:gd name="connsiteX21" fmla="*/ 1647568 w 3286898"/>
              <a:gd name="connsiteY21" fmla="*/ 881448 h 3196281"/>
              <a:gd name="connsiteX22" fmla="*/ 1235676 w 3286898"/>
              <a:gd name="connsiteY22" fmla="*/ 354227 h 3196281"/>
              <a:gd name="connsiteX23" fmla="*/ 1112108 w 3286898"/>
              <a:gd name="connsiteY23" fmla="*/ 996778 h 3196281"/>
              <a:gd name="connsiteX24" fmla="*/ 41190 w 3286898"/>
              <a:gd name="connsiteY24" fmla="*/ 345989 h 319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86898" h="3196281">
                <a:moveTo>
                  <a:pt x="41190" y="345989"/>
                </a:moveTo>
                <a:lnTo>
                  <a:pt x="708454" y="1128584"/>
                </a:lnTo>
                <a:lnTo>
                  <a:pt x="0" y="1260389"/>
                </a:lnTo>
                <a:lnTo>
                  <a:pt x="560173" y="1738184"/>
                </a:lnTo>
                <a:lnTo>
                  <a:pt x="16476" y="2141838"/>
                </a:lnTo>
                <a:lnTo>
                  <a:pt x="889687" y="2059459"/>
                </a:lnTo>
                <a:lnTo>
                  <a:pt x="716692" y="2603157"/>
                </a:lnTo>
                <a:lnTo>
                  <a:pt x="1186249" y="2298357"/>
                </a:lnTo>
                <a:lnTo>
                  <a:pt x="1276865" y="3196281"/>
                </a:lnTo>
                <a:lnTo>
                  <a:pt x="1614617" y="2215978"/>
                </a:lnTo>
                <a:lnTo>
                  <a:pt x="2034746" y="2924432"/>
                </a:lnTo>
                <a:lnTo>
                  <a:pt x="2141838" y="2125362"/>
                </a:lnTo>
                <a:lnTo>
                  <a:pt x="2734962" y="2644346"/>
                </a:lnTo>
                <a:lnTo>
                  <a:pt x="2529017" y="1869989"/>
                </a:lnTo>
                <a:lnTo>
                  <a:pt x="3286898" y="1960605"/>
                </a:lnTo>
                <a:lnTo>
                  <a:pt x="2669060" y="1540475"/>
                </a:lnTo>
                <a:lnTo>
                  <a:pt x="3188044" y="1202724"/>
                </a:lnTo>
                <a:lnTo>
                  <a:pt x="2479590" y="1103870"/>
                </a:lnTo>
                <a:lnTo>
                  <a:pt x="2800865" y="691978"/>
                </a:lnTo>
                <a:lnTo>
                  <a:pt x="2117125" y="848497"/>
                </a:lnTo>
                <a:lnTo>
                  <a:pt x="2207741" y="0"/>
                </a:lnTo>
                <a:lnTo>
                  <a:pt x="1647568" y="881448"/>
                </a:lnTo>
                <a:lnTo>
                  <a:pt x="1235676" y="354227"/>
                </a:lnTo>
                <a:lnTo>
                  <a:pt x="1112108" y="996778"/>
                </a:lnTo>
                <a:lnTo>
                  <a:pt x="41190" y="345989"/>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9" name="文本框 468">
            <a:extLst>
              <a:ext uri="{FF2B5EF4-FFF2-40B4-BE49-F238E27FC236}">
                <a16:creationId xmlns:a16="http://schemas.microsoft.com/office/drawing/2014/main" id="{60AAC8CF-B35F-2E3F-4E94-9DE2E1F7C5B2}"/>
              </a:ext>
            </a:extLst>
          </p:cNvPr>
          <p:cNvSpPr txBox="1"/>
          <p:nvPr/>
        </p:nvSpPr>
        <p:spPr>
          <a:xfrm>
            <a:off x="576363" y="1784695"/>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A.Here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2" name="文本框 471">
            <a:extLst>
              <a:ext uri="{FF2B5EF4-FFF2-40B4-BE49-F238E27FC236}">
                <a16:creationId xmlns:a16="http://schemas.microsoft.com/office/drawing/2014/main" id="{DBD39B71-EF92-DF97-1B1B-FA7CC4C130B0}"/>
              </a:ext>
            </a:extLst>
          </p:cNvPr>
          <p:cNvSpPr txBox="1"/>
          <p:nvPr/>
        </p:nvSpPr>
        <p:spPr>
          <a:xfrm>
            <a:off x="593558" y="2524079"/>
            <a:ext cx="334280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B.Here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2" y="1196752"/>
            <a:ext cx="4301066"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4413829"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13" name="Google Shape;9569;p88">
            <a:extLst>
              <a:ext uri="{FF2B5EF4-FFF2-40B4-BE49-F238E27FC236}">
                <a16:creationId xmlns:a16="http://schemas.microsoft.com/office/drawing/2014/main" id="{606FB003-9A0B-E8E3-DAE3-ABA8D3D13324}"/>
              </a:ext>
            </a:extLst>
          </p:cNvPr>
          <p:cNvGrpSpPr/>
          <p:nvPr/>
        </p:nvGrpSpPr>
        <p:grpSpPr>
          <a:xfrm>
            <a:off x="3882191" y="1705141"/>
            <a:ext cx="1588167" cy="1584768"/>
            <a:chOff x="6264975" y="3220950"/>
            <a:chExt cx="268525" cy="267950"/>
          </a:xfrm>
          <a:solidFill>
            <a:schemeClr val="bg1"/>
          </a:solidFill>
        </p:grpSpPr>
        <p:sp>
          <p:nvSpPr>
            <p:cNvPr id="14" name="Google Shape;9570;p88">
              <a:extLst>
                <a:ext uri="{FF2B5EF4-FFF2-40B4-BE49-F238E27FC236}">
                  <a16:creationId xmlns:a16="http://schemas.microsoft.com/office/drawing/2014/main" id="{3E9D22B7-F047-ACA2-A225-8C5DFA4A1F67}"/>
                </a:ext>
              </a:extLst>
            </p:cNvPr>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solidFill>
              <a:srgbClr val="BB302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5" name="Google Shape;9571;p88">
              <a:extLst>
                <a:ext uri="{FF2B5EF4-FFF2-40B4-BE49-F238E27FC236}">
                  <a16:creationId xmlns:a16="http://schemas.microsoft.com/office/drawing/2014/main" id="{F6820C5B-F3FB-9362-6938-9DFD6829B88A}"/>
                </a:ext>
              </a:extLst>
            </p:cNvPr>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rgbClr val="BB302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6" name="Google Shape;9572;p88">
              <a:extLst>
                <a:ext uri="{FF2B5EF4-FFF2-40B4-BE49-F238E27FC236}">
                  <a16:creationId xmlns:a16="http://schemas.microsoft.com/office/drawing/2014/main" id="{572E8CD0-5AED-86B2-F5AA-3D97BE9817F7}"/>
                </a:ext>
              </a:extLst>
            </p:cNvPr>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solidFill>
              <a:srgbClr val="BB302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effectLst/>
                <a:uLnTx/>
                <a:uFillTx/>
                <a:latin typeface="等线" panose="020F0502020204030204"/>
                <a:ea typeface="+mn-ea"/>
                <a:cs typeface="+mn-cs"/>
              </a:endParaRPr>
            </a:p>
          </p:txBody>
        </p:sp>
        <p:sp>
          <p:nvSpPr>
            <p:cNvPr id="17" name="Google Shape;9573;p88">
              <a:extLst>
                <a:ext uri="{FF2B5EF4-FFF2-40B4-BE49-F238E27FC236}">
                  <a16:creationId xmlns:a16="http://schemas.microsoft.com/office/drawing/2014/main" id="{F9DF3DBA-5340-A06C-0F3B-9AAAA57478EB}"/>
                </a:ext>
              </a:extLst>
            </p:cNvPr>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8" name="Google Shape;9574;p88">
              <a:extLst>
                <a:ext uri="{FF2B5EF4-FFF2-40B4-BE49-F238E27FC236}">
                  <a16:creationId xmlns:a16="http://schemas.microsoft.com/office/drawing/2014/main" id="{B77D4FA8-2630-E7CF-7AC5-158004037675}"/>
                </a:ext>
              </a:extLst>
            </p:cNvPr>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9" name="Google Shape;9575;p88">
              <a:extLst>
                <a:ext uri="{FF2B5EF4-FFF2-40B4-BE49-F238E27FC236}">
                  <a16:creationId xmlns:a16="http://schemas.microsoft.com/office/drawing/2014/main" id="{98F3A9FE-AB1B-35B2-9C9D-7D8372C292EF}"/>
                </a:ext>
              </a:extLst>
            </p:cNvPr>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22" name="Google Shape;9576;p88">
              <a:extLst>
                <a:ext uri="{FF2B5EF4-FFF2-40B4-BE49-F238E27FC236}">
                  <a16:creationId xmlns:a16="http://schemas.microsoft.com/office/drawing/2014/main" id="{AE67EE9A-B3D4-1E5F-ADD1-31E914863659}"/>
                </a:ext>
              </a:extLst>
            </p:cNvPr>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grpSp>
      <p:sp>
        <p:nvSpPr>
          <p:cNvPr id="27" name="五角星 26">
            <a:extLst>
              <a:ext uri="{FF2B5EF4-FFF2-40B4-BE49-F238E27FC236}">
                <a16:creationId xmlns:a16="http://schemas.microsoft.com/office/drawing/2014/main" id="{AC1BCD7E-4875-A5D7-BEDD-DE167428B42B}"/>
              </a:ext>
            </a:extLst>
          </p:cNvPr>
          <p:cNvSpPr/>
          <p:nvPr/>
        </p:nvSpPr>
        <p:spPr>
          <a:xfrm>
            <a:off x="449179" y="4058653"/>
            <a:ext cx="545432" cy="545432"/>
          </a:xfrm>
          <a:prstGeom prst="star5">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40" name="组合 39">
            <a:extLst>
              <a:ext uri="{FF2B5EF4-FFF2-40B4-BE49-F238E27FC236}">
                <a16:creationId xmlns:a16="http://schemas.microsoft.com/office/drawing/2014/main" id="{0552FE13-1B97-37E1-3E44-56A186E3D031}"/>
              </a:ext>
            </a:extLst>
          </p:cNvPr>
          <p:cNvGrpSpPr/>
          <p:nvPr/>
        </p:nvGrpSpPr>
        <p:grpSpPr>
          <a:xfrm>
            <a:off x="9336506" y="4684295"/>
            <a:ext cx="1909010" cy="1668378"/>
            <a:chOff x="9336506" y="4525525"/>
            <a:chExt cx="2133600" cy="1827148"/>
          </a:xfrm>
          <a:solidFill>
            <a:schemeClr val="bg1"/>
          </a:solidFill>
        </p:grpSpPr>
        <p:sp>
          <p:nvSpPr>
            <p:cNvPr id="28" name="圆角矩形 27">
              <a:extLst>
                <a:ext uri="{FF2B5EF4-FFF2-40B4-BE49-F238E27FC236}">
                  <a16:creationId xmlns:a16="http://schemas.microsoft.com/office/drawing/2014/main" id="{27605522-D10F-39CC-E1E1-FE1FA0D53037}"/>
                </a:ext>
              </a:extLst>
            </p:cNvPr>
            <p:cNvSpPr/>
            <p:nvPr/>
          </p:nvSpPr>
          <p:spPr>
            <a:xfrm>
              <a:off x="9336506" y="5919537"/>
              <a:ext cx="2133600"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圆角矩形 29">
              <a:extLst>
                <a:ext uri="{FF2B5EF4-FFF2-40B4-BE49-F238E27FC236}">
                  <a16:creationId xmlns:a16="http://schemas.microsoft.com/office/drawing/2014/main" id="{4F192774-9D93-3448-C39F-4B9BD6951A41}"/>
                </a:ext>
              </a:extLst>
            </p:cNvPr>
            <p:cNvSpPr/>
            <p:nvPr/>
          </p:nvSpPr>
          <p:spPr>
            <a:xfrm>
              <a:off x="9577137" y="5462355"/>
              <a:ext cx="1652338"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圆角矩形 30">
              <a:extLst>
                <a:ext uri="{FF2B5EF4-FFF2-40B4-BE49-F238E27FC236}">
                  <a16:creationId xmlns:a16="http://schemas.microsoft.com/office/drawing/2014/main" id="{287A8553-E6EE-6F82-13C4-086A79F4097D}"/>
                </a:ext>
              </a:extLst>
            </p:cNvPr>
            <p:cNvSpPr/>
            <p:nvPr/>
          </p:nvSpPr>
          <p:spPr>
            <a:xfrm>
              <a:off x="9849853" y="4990384"/>
              <a:ext cx="1106906"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圆角矩形 31">
              <a:extLst>
                <a:ext uri="{FF2B5EF4-FFF2-40B4-BE49-F238E27FC236}">
                  <a16:creationId xmlns:a16="http://schemas.microsoft.com/office/drawing/2014/main" id="{04D3BC4D-C03E-25D6-2A2E-AFA28FC0EF3A}"/>
                </a:ext>
              </a:extLst>
            </p:cNvPr>
            <p:cNvSpPr/>
            <p:nvPr/>
          </p:nvSpPr>
          <p:spPr>
            <a:xfrm>
              <a:off x="10018296" y="4525525"/>
              <a:ext cx="770020"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cxnSp>
        <p:nvCxnSpPr>
          <p:cNvPr id="35" name="直线箭头连接符 34">
            <a:extLst>
              <a:ext uri="{FF2B5EF4-FFF2-40B4-BE49-F238E27FC236}">
                <a16:creationId xmlns:a16="http://schemas.microsoft.com/office/drawing/2014/main" id="{06DA0E1A-F5EE-E3CB-22C6-71382877A1AF}"/>
              </a:ext>
            </a:extLst>
          </p:cNvPr>
          <p:cNvCxnSpPr>
            <a:cxnSpLocks/>
          </p:cNvCxnSpPr>
          <p:nvPr/>
        </p:nvCxnSpPr>
        <p:spPr>
          <a:xfrm flipH="1" flipV="1">
            <a:off x="10956758" y="4700337"/>
            <a:ext cx="481263" cy="1588168"/>
          </a:xfrm>
          <a:prstGeom prst="straightConnector1">
            <a:avLst/>
          </a:prstGeom>
          <a:ln w="44450">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172ECC6B-8C7F-871E-3ACF-2691532DD64F}"/>
              </a:ext>
            </a:extLst>
          </p:cNvPr>
          <p:cNvSpPr txBox="1"/>
          <p:nvPr/>
        </p:nvSpPr>
        <p:spPr>
          <a:xfrm>
            <a:off x="11129722" y="5751839"/>
            <a:ext cx="1158531" cy="307777"/>
          </a:xfrm>
          <a:prstGeom prst="rect">
            <a:avLst/>
          </a:prstGeom>
          <a:noFill/>
        </p:spPr>
        <p:txBody>
          <a:bodyPr wrap="square">
            <a:spAutoFit/>
          </a:bodyPr>
          <a:lstStyle/>
          <a:p>
            <a:pPr algn="ctr"/>
            <a:r>
              <a:rPr kumimoji="1" lang="en-US" altLang="zh-CN" sz="1400" dirty="0">
                <a:solidFill>
                  <a:schemeClr val="bg1"/>
                </a:solidFill>
                <a:latin typeface="Alibaba PuHuiTi" pitchFamily="18" charset="-122"/>
                <a:ea typeface="Alibaba PuHuiTi" pitchFamily="18" charset="-122"/>
                <a:cs typeface="Alibaba PuHuiTi" pitchFamily="18" charset="-122"/>
              </a:rPr>
              <a:t>2020</a:t>
            </a:r>
            <a:endParaRPr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44" name="文本框 43">
            <a:extLst>
              <a:ext uri="{FF2B5EF4-FFF2-40B4-BE49-F238E27FC236}">
                <a16:creationId xmlns:a16="http://schemas.microsoft.com/office/drawing/2014/main" id="{B1E551CF-F6D8-AA3D-4B72-74A985AE2F93}"/>
              </a:ext>
            </a:extLst>
          </p:cNvPr>
          <p:cNvSpPr txBox="1"/>
          <p:nvPr/>
        </p:nvSpPr>
        <p:spPr>
          <a:xfrm>
            <a:off x="10792199" y="4853118"/>
            <a:ext cx="1158531" cy="307777"/>
          </a:xfrm>
          <a:prstGeom prst="rect">
            <a:avLst/>
          </a:prstGeom>
          <a:noFill/>
        </p:spPr>
        <p:txBody>
          <a:bodyPr wrap="square">
            <a:spAutoFit/>
          </a:bodyPr>
          <a:lstStyle/>
          <a:p>
            <a:pPr algn="ctr"/>
            <a:r>
              <a:rPr kumimoji="1" lang="en-US" altLang="zh-CN" sz="1400" dirty="0">
                <a:solidFill>
                  <a:schemeClr val="bg1"/>
                </a:solidFill>
                <a:latin typeface="Alibaba PuHuiTi" pitchFamily="18" charset="-122"/>
                <a:ea typeface="Alibaba PuHuiTi" pitchFamily="18" charset="-122"/>
                <a:cs typeface="Alibaba PuHuiTi" pitchFamily="18" charset="-122"/>
              </a:rPr>
              <a:t>2023</a:t>
            </a:r>
            <a:endParaRPr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E706D6A0-7BAF-94BE-4797-6A052D0E53C6}"/>
              </a:ext>
            </a:extLst>
          </p:cNvPr>
          <p:cNvSpPr txBox="1"/>
          <p:nvPr/>
        </p:nvSpPr>
        <p:spPr>
          <a:xfrm>
            <a:off x="9744527" y="5987600"/>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2020</a:t>
            </a:r>
            <a:endParaRPr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4DBBBCB8-69D1-7591-8EA4-EAFD6E3882D5}"/>
              </a:ext>
            </a:extLst>
          </p:cNvPr>
          <p:cNvSpPr txBox="1"/>
          <p:nvPr/>
        </p:nvSpPr>
        <p:spPr>
          <a:xfrm>
            <a:off x="9768408" y="5548600"/>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2021</a:t>
            </a:r>
            <a:endParaRPr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68A556F7-6DDD-8E00-1D58-40B6DC1EB378}"/>
              </a:ext>
            </a:extLst>
          </p:cNvPr>
          <p:cNvSpPr txBox="1"/>
          <p:nvPr/>
        </p:nvSpPr>
        <p:spPr>
          <a:xfrm>
            <a:off x="9737040" y="5157192"/>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2022</a:t>
            </a:r>
            <a:endParaRPr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8" name="文本框 47">
            <a:extLst>
              <a:ext uri="{FF2B5EF4-FFF2-40B4-BE49-F238E27FC236}">
                <a16:creationId xmlns:a16="http://schemas.microsoft.com/office/drawing/2014/main" id="{E4A0711E-5F58-8DB0-751F-A853BFBEFBB0}"/>
              </a:ext>
            </a:extLst>
          </p:cNvPr>
          <p:cNvSpPr txBox="1"/>
          <p:nvPr/>
        </p:nvSpPr>
        <p:spPr>
          <a:xfrm>
            <a:off x="9737040" y="4703936"/>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2023</a:t>
            </a:r>
            <a:endParaRPr lang="zh-CN" altLang="en-US" dirty="0">
              <a:solidFill>
                <a:srgbClr val="1E344D"/>
              </a:solidFill>
              <a:latin typeface="Alibaba PuHuiTi" pitchFamily="18" charset="-122"/>
              <a:ea typeface="Alibaba PuHuiTi" pitchFamily="18" charset="-122"/>
              <a:cs typeface="Alibaba PuHuiTi" pitchFamily="18" charset="-122"/>
            </a:endParaRPr>
          </a:p>
        </p:txBody>
      </p:sp>
      <p:graphicFrame>
        <p:nvGraphicFramePr>
          <p:cNvPr id="49" name="图表 48">
            <a:extLst>
              <a:ext uri="{FF2B5EF4-FFF2-40B4-BE49-F238E27FC236}">
                <a16:creationId xmlns:a16="http://schemas.microsoft.com/office/drawing/2014/main" id="{795FFE99-73A8-ED60-0A62-C61BB543A15C}"/>
              </a:ext>
            </a:extLst>
          </p:cNvPr>
          <p:cNvGraphicFramePr/>
          <p:nvPr>
            <p:extLst>
              <p:ext uri="{D42A27DB-BD31-4B8C-83A1-F6EECF244321}">
                <p14:modId xmlns:p14="http://schemas.microsoft.com/office/powerpoint/2010/main" val="1419383694"/>
              </p:ext>
            </p:extLst>
          </p:nvPr>
        </p:nvGraphicFramePr>
        <p:xfrm>
          <a:off x="9468958" y="1610140"/>
          <a:ext cx="2199582" cy="2072694"/>
        </p:xfrm>
        <a:graphic>
          <a:graphicData uri="http://schemas.openxmlformats.org/drawingml/2006/chart">
            <c:chart xmlns:c="http://schemas.openxmlformats.org/drawingml/2006/chart" xmlns:r="http://schemas.openxmlformats.org/officeDocument/2006/relationships" r:id="rId3"/>
          </a:graphicData>
        </a:graphic>
      </p:graphicFrame>
      <p:sp>
        <p:nvSpPr>
          <p:cNvPr id="50" name="文本框 49">
            <a:extLst>
              <a:ext uri="{FF2B5EF4-FFF2-40B4-BE49-F238E27FC236}">
                <a16:creationId xmlns:a16="http://schemas.microsoft.com/office/drawing/2014/main" id="{078589B9-29D6-06B1-DCA7-D63CF612D359}"/>
              </a:ext>
            </a:extLst>
          </p:cNvPr>
          <p:cNvSpPr txBox="1"/>
          <p:nvPr/>
        </p:nvSpPr>
        <p:spPr>
          <a:xfrm>
            <a:off x="7973804" y="3248867"/>
            <a:ext cx="1093569" cy="261610"/>
          </a:xfrm>
          <a:prstGeom prst="rect">
            <a:avLst/>
          </a:prstGeom>
          <a:noFill/>
        </p:spPr>
        <p:txBody>
          <a:bodyPr wrap="non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 name="矩形 50">
            <a:extLst>
              <a:ext uri="{FF2B5EF4-FFF2-40B4-BE49-F238E27FC236}">
                <a16:creationId xmlns:a16="http://schemas.microsoft.com/office/drawing/2014/main" id="{CACD9AC0-9C77-5516-1CE2-481DE6FE4A19}"/>
              </a:ext>
            </a:extLst>
          </p:cNvPr>
          <p:cNvSpPr/>
          <p:nvPr/>
        </p:nvSpPr>
        <p:spPr>
          <a:xfrm>
            <a:off x="9059819" y="3306395"/>
            <a:ext cx="329609" cy="1594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文本框 51">
            <a:extLst>
              <a:ext uri="{FF2B5EF4-FFF2-40B4-BE49-F238E27FC236}">
                <a16:creationId xmlns:a16="http://schemas.microsoft.com/office/drawing/2014/main" id="{4A7B43DF-7268-82B5-07E9-B2AF59CB2CCA}"/>
              </a:ext>
            </a:extLst>
          </p:cNvPr>
          <p:cNvSpPr txBox="1"/>
          <p:nvPr/>
        </p:nvSpPr>
        <p:spPr>
          <a:xfrm>
            <a:off x="9375056" y="3251262"/>
            <a:ext cx="817853" cy="246221"/>
          </a:xfrm>
          <a:prstGeom prst="rect">
            <a:avLst/>
          </a:prstGeom>
          <a:noFill/>
        </p:spPr>
        <p:txBody>
          <a:bodyPr wrap="none" rtlCol="0">
            <a:spAutoFit/>
          </a:bodyPr>
          <a:lstStyle/>
          <a:p>
            <a:r>
              <a:rPr kumimoji="1" lang="en" altLang="zh-CN" sz="1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5" name="三角形 54">
            <a:extLst>
              <a:ext uri="{FF2B5EF4-FFF2-40B4-BE49-F238E27FC236}">
                <a16:creationId xmlns:a16="http://schemas.microsoft.com/office/drawing/2014/main" id="{E8D78523-EC8D-C417-8F5A-B53A7A796300}"/>
              </a:ext>
            </a:extLst>
          </p:cNvPr>
          <p:cNvSpPr/>
          <p:nvPr/>
        </p:nvSpPr>
        <p:spPr>
          <a:xfrm rot="5400000">
            <a:off x="6645274"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文本框 55">
            <a:extLst>
              <a:ext uri="{FF2B5EF4-FFF2-40B4-BE49-F238E27FC236}">
                <a16:creationId xmlns:a16="http://schemas.microsoft.com/office/drawing/2014/main" id="{DF294425-D12F-6C18-E9CD-9ADD7394F944}"/>
              </a:ext>
            </a:extLst>
          </p:cNvPr>
          <p:cNvSpPr txBox="1"/>
          <p:nvPr/>
        </p:nvSpPr>
        <p:spPr>
          <a:xfrm>
            <a:off x="6534799" y="2583572"/>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CC127814-E201-05F0-9360-D246FE17029D}"/>
              </a:ext>
            </a:extLst>
          </p:cNvPr>
          <p:cNvSpPr txBox="1"/>
          <p:nvPr/>
        </p:nvSpPr>
        <p:spPr>
          <a:xfrm>
            <a:off x="4217999" y="5181830"/>
            <a:ext cx="1158531" cy="369332"/>
          </a:xfrm>
          <a:prstGeom prst="rect">
            <a:avLst/>
          </a:prstGeom>
          <a:noFill/>
        </p:spPr>
        <p:txBody>
          <a:bodyPr wrap="square">
            <a:spAutoFit/>
          </a:bodyPr>
          <a:lstStyle/>
          <a:p>
            <a:pPr algn="ctr"/>
            <a:r>
              <a:rPr kumimoji="1" lang="en-US" altLang="zh-CN" b="1" dirty="0">
                <a:solidFill>
                  <a:srgbClr val="BB3023"/>
                </a:solidFill>
                <a:latin typeface="Alibaba PuHuiTi" pitchFamily="18" charset="-122"/>
                <a:ea typeface="Alibaba PuHuiTi" pitchFamily="18" charset="-122"/>
                <a:cs typeface="Alibaba PuHuiTi" pitchFamily="18" charset="-122"/>
              </a:rPr>
              <a:t>2023-8</a:t>
            </a:r>
            <a:endParaRPr lang="zh-CN" altLang="en-US" b="1" dirty="0">
              <a:solidFill>
                <a:srgbClr val="BB3023"/>
              </a:solidFill>
              <a:latin typeface="Alibaba PuHuiTi" pitchFamily="18" charset="-122"/>
              <a:ea typeface="Alibaba PuHuiTi" pitchFamily="18" charset="-122"/>
              <a:cs typeface="Alibaba PuHuiTi" pitchFamily="18" charset="-122"/>
            </a:endParaRPr>
          </a:p>
        </p:txBody>
      </p:sp>
      <p:sp>
        <p:nvSpPr>
          <p:cNvPr id="12" name="文本框 11">
            <a:extLst>
              <a:ext uri="{FF2B5EF4-FFF2-40B4-BE49-F238E27FC236}">
                <a16:creationId xmlns:a16="http://schemas.microsoft.com/office/drawing/2014/main" id="{C4355E7A-06C8-42FF-4FDD-B4CBEE28C879}"/>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7AF90F9A-D5CC-09E4-7ED5-D2FC523225EC}"/>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1" name="直线连接符 20">
            <a:extLst>
              <a:ext uri="{FF2B5EF4-FFF2-40B4-BE49-F238E27FC236}">
                <a16:creationId xmlns:a16="http://schemas.microsoft.com/office/drawing/2014/main" id="{6C4175A0-BBD2-6831-F789-428D54D9ED3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AE4B5979-5BA1-5FA4-4956-C422778A9D4F}"/>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99C13E83-5B64-155E-79B3-FA63BD3F457F}"/>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5" name="组合 24">
            <a:extLst>
              <a:ext uri="{FF2B5EF4-FFF2-40B4-BE49-F238E27FC236}">
                <a16:creationId xmlns:a16="http://schemas.microsoft.com/office/drawing/2014/main" id="{A450BFE6-A840-F158-6016-6387B8C303DB}"/>
              </a:ext>
            </a:extLst>
          </p:cNvPr>
          <p:cNvGrpSpPr/>
          <p:nvPr/>
        </p:nvGrpSpPr>
        <p:grpSpPr>
          <a:xfrm>
            <a:off x="2212826" y="287981"/>
            <a:ext cx="356205" cy="355288"/>
            <a:chOff x="2323294" y="287981"/>
            <a:chExt cx="356205" cy="355288"/>
          </a:xfrm>
        </p:grpSpPr>
        <p:sp>
          <p:nvSpPr>
            <p:cNvPr id="26" name="Google Shape;7166;p80">
              <a:extLst>
                <a:ext uri="{FF2B5EF4-FFF2-40B4-BE49-F238E27FC236}">
                  <a16:creationId xmlns:a16="http://schemas.microsoft.com/office/drawing/2014/main" id="{C5B104AE-CFB6-236E-E56D-6E1AA5398EFA}"/>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CD3A9807-9EBE-EE5F-9104-09D2200CC82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7168;p80">
              <a:extLst>
                <a:ext uri="{FF2B5EF4-FFF2-40B4-BE49-F238E27FC236}">
                  <a16:creationId xmlns:a16="http://schemas.microsoft.com/office/drawing/2014/main" id="{3CB2D6FB-31A2-6147-7FFA-F0078A9C3F6D}"/>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69;p80">
              <a:extLst>
                <a:ext uri="{FF2B5EF4-FFF2-40B4-BE49-F238E27FC236}">
                  <a16:creationId xmlns:a16="http://schemas.microsoft.com/office/drawing/2014/main" id="{9138E10B-8EB1-A197-A1D5-098BFC914A6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94870819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1" y="1196752"/>
            <a:ext cx="4864111"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542184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00110"/>
          </a:xfrm>
          <a:prstGeom prst="rect">
            <a:avLst/>
          </a:prstGeom>
          <a:noFill/>
        </p:spPr>
        <p:txBody>
          <a:bodyPr wrap="square" rtlCol="0">
            <a:spAutoFit/>
          </a:bodyPr>
          <a:lstStyle/>
          <a:p>
            <a:pPr algn="l"/>
            <a:r>
              <a:rPr kumimoji="1" lang="en" altLang="zh-CN" sz="20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0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3022633"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62" name="组合 61">
            <a:extLst>
              <a:ext uri="{FF2B5EF4-FFF2-40B4-BE49-F238E27FC236}">
                <a16:creationId xmlns:a16="http://schemas.microsoft.com/office/drawing/2014/main" id="{1F65E29B-BCC2-5215-C7D0-887F1D24E616}"/>
              </a:ext>
            </a:extLst>
          </p:cNvPr>
          <p:cNvGrpSpPr/>
          <p:nvPr/>
        </p:nvGrpSpPr>
        <p:grpSpPr>
          <a:xfrm>
            <a:off x="3960075" y="1749310"/>
            <a:ext cx="1504454" cy="1471789"/>
            <a:chOff x="3960075" y="1749310"/>
            <a:chExt cx="1504454" cy="1471789"/>
          </a:xfrm>
          <a:solidFill>
            <a:srgbClr val="BB3023"/>
          </a:solidFill>
        </p:grpSpPr>
        <p:sp>
          <p:nvSpPr>
            <p:cNvPr id="29" name="圆角矩形 28">
              <a:extLst>
                <a:ext uri="{FF2B5EF4-FFF2-40B4-BE49-F238E27FC236}">
                  <a16:creationId xmlns:a16="http://schemas.microsoft.com/office/drawing/2014/main" id="{C6864587-7C18-0385-8BAE-EAA45C99C3FB}"/>
                </a:ext>
              </a:extLst>
            </p:cNvPr>
            <p:cNvSpPr/>
            <p:nvPr/>
          </p:nvSpPr>
          <p:spPr>
            <a:xfrm>
              <a:off x="3960075" y="1749310"/>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圆角矩形 35">
              <a:extLst>
                <a:ext uri="{FF2B5EF4-FFF2-40B4-BE49-F238E27FC236}">
                  <a16:creationId xmlns:a16="http://schemas.microsoft.com/office/drawing/2014/main" id="{72E4BDBC-0F47-2E0A-5772-CAAE5467D699}"/>
                </a:ext>
              </a:extLst>
            </p:cNvPr>
            <p:cNvSpPr/>
            <p:nvPr/>
          </p:nvSpPr>
          <p:spPr>
            <a:xfrm>
              <a:off x="4792177" y="1749310"/>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圆角矩形 36">
              <a:extLst>
                <a:ext uri="{FF2B5EF4-FFF2-40B4-BE49-F238E27FC236}">
                  <a16:creationId xmlns:a16="http://schemas.microsoft.com/office/drawing/2014/main" id="{1C5F74A9-680E-08C0-E575-27058CF4769E}"/>
                </a:ext>
              </a:extLst>
            </p:cNvPr>
            <p:cNvSpPr/>
            <p:nvPr/>
          </p:nvSpPr>
          <p:spPr>
            <a:xfrm>
              <a:off x="3960075" y="2548747"/>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2F35A07-44FA-0E24-D83A-DAFC5C3F7C72}"/>
                </a:ext>
              </a:extLst>
            </p:cNvPr>
            <p:cNvSpPr/>
            <p:nvPr/>
          </p:nvSpPr>
          <p:spPr>
            <a:xfrm>
              <a:off x="4792177" y="2548747"/>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cxnSp>
        <p:nvCxnSpPr>
          <p:cNvPr id="42" name="直线箭头连接符 41">
            <a:extLst>
              <a:ext uri="{FF2B5EF4-FFF2-40B4-BE49-F238E27FC236}">
                <a16:creationId xmlns:a16="http://schemas.microsoft.com/office/drawing/2014/main" id="{AE95A0A7-9E1A-0D94-3586-D0B99A320275}"/>
              </a:ext>
            </a:extLst>
          </p:cNvPr>
          <p:cNvCxnSpPr/>
          <p:nvPr/>
        </p:nvCxnSpPr>
        <p:spPr>
          <a:xfrm>
            <a:off x="3597004" y="2488898"/>
            <a:ext cx="2259106" cy="0"/>
          </a:xfrm>
          <a:prstGeom prst="straightConnector1">
            <a:avLst/>
          </a:prstGeom>
          <a:ln w="38100">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5" name="直线箭头连接符 54">
            <a:extLst>
              <a:ext uri="{FF2B5EF4-FFF2-40B4-BE49-F238E27FC236}">
                <a16:creationId xmlns:a16="http://schemas.microsoft.com/office/drawing/2014/main" id="{8CE1CDD7-91A5-AB02-97B3-233A40DB1251}"/>
              </a:ext>
            </a:extLst>
          </p:cNvPr>
          <p:cNvCxnSpPr>
            <a:cxnSpLocks/>
          </p:cNvCxnSpPr>
          <p:nvPr/>
        </p:nvCxnSpPr>
        <p:spPr>
          <a:xfrm>
            <a:off x="4711041" y="1500294"/>
            <a:ext cx="0" cy="1997133"/>
          </a:xfrm>
          <a:prstGeom prst="straightConnector1">
            <a:avLst/>
          </a:prstGeom>
          <a:ln w="38100">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7" name="圆角矩形 56">
            <a:extLst>
              <a:ext uri="{FF2B5EF4-FFF2-40B4-BE49-F238E27FC236}">
                <a16:creationId xmlns:a16="http://schemas.microsoft.com/office/drawing/2014/main" id="{3024099B-ACDC-FC3B-85EE-559748AAE28C}"/>
              </a:ext>
            </a:extLst>
          </p:cNvPr>
          <p:cNvSpPr/>
          <p:nvPr/>
        </p:nvSpPr>
        <p:spPr>
          <a:xfrm>
            <a:off x="4010875" y="1804592"/>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圆角矩形 57">
            <a:extLst>
              <a:ext uri="{FF2B5EF4-FFF2-40B4-BE49-F238E27FC236}">
                <a16:creationId xmlns:a16="http://schemas.microsoft.com/office/drawing/2014/main" id="{BE51A4A0-8548-0070-6DA3-AC934787768E}"/>
              </a:ext>
            </a:extLst>
          </p:cNvPr>
          <p:cNvSpPr/>
          <p:nvPr/>
        </p:nvSpPr>
        <p:spPr>
          <a:xfrm>
            <a:off x="4843560" y="1804592"/>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 name="圆角矩形 58">
            <a:extLst>
              <a:ext uri="{FF2B5EF4-FFF2-40B4-BE49-F238E27FC236}">
                <a16:creationId xmlns:a16="http://schemas.microsoft.com/office/drawing/2014/main" id="{6429B50C-E6C5-BD3A-261D-F3792B72294C}"/>
              </a:ext>
            </a:extLst>
          </p:cNvPr>
          <p:cNvSpPr/>
          <p:nvPr/>
        </p:nvSpPr>
        <p:spPr>
          <a:xfrm>
            <a:off x="4010875" y="2607308"/>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 name="圆角矩形 59">
            <a:extLst>
              <a:ext uri="{FF2B5EF4-FFF2-40B4-BE49-F238E27FC236}">
                <a16:creationId xmlns:a16="http://schemas.microsoft.com/office/drawing/2014/main" id="{F09D9FF6-BBE3-56AD-02EE-247FB7D8D1EF}"/>
              </a:ext>
            </a:extLst>
          </p:cNvPr>
          <p:cNvSpPr/>
          <p:nvPr/>
        </p:nvSpPr>
        <p:spPr>
          <a:xfrm>
            <a:off x="4843560" y="2607308"/>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 name="文本框 60">
            <a:extLst>
              <a:ext uri="{FF2B5EF4-FFF2-40B4-BE49-F238E27FC236}">
                <a16:creationId xmlns:a16="http://schemas.microsoft.com/office/drawing/2014/main" id="{D2B65B90-2C3C-969C-CCB7-AEE37AD9102B}"/>
              </a:ext>
            </a:extLst>
          </p:cNvPr>
          <p:cNvSpPr txBox="1"/>
          <p:nvPr/>
        </p:nvSpPr>
        <p:spPr>
          <a:xfrm>
            <a:off x="3988011" y="1854049"/>
            <a:ext cx="676587" cy="461665"/>
          </a:xfrm>
          <a:prstGeom prst="rect">
            <a:avLst/>
          </a:prstGeom>
          <a:noFill/>
        </p:spPr>
        <p:txBody>
          <a:bodyPr wrap="square" rtlCol="0">
            <a:spAutoFit/>
          </a:bodyPr>
          <a:lstStyle/>
          <a:p>
            <a:pPr algn="l"/>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80607D48-0F9A-087C-FA1A-CFF7D89B18DD}"/>
              </a:ext>
            </a:extLst>
          </p:cNvPr>
          <p:cNvSpPr txBox="1"/>
          <p:nvPr/>
        </p:nvSpPr>
        <p:spPr>
          <a:xfrm>
            <a:off x="4846155" y="1842475"/>
            <a:ext cx="676587" cy="461665"/>
          </a:xfrm>
          <a:prstGeom prst="rect">
            <a:avLst/>
          </a:prstGeom>
          <a:noFill/>
        </p:spPr>
        <p:txBody>
          <a:bodyPr wrap="square" rtlCol="0">
            <a:spAutoFit/>
          </a:bodyPr>
          <a:lstStyle/>
          <a:p>
            <a:pPr algn="l"/>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2</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8" name="文本框 447">
            <a:extLst>
              <a:ext uri="{FF2B5EF4-FFF2-40B4-BE49-F238E27FC236}">
                <a16:creationId xmlns:a16="http://schemas.microsoft.com/office/drawing/2014/main" id="{232E13CB-8359-1CD4-C747-5240967837E8}"/>
              </a:ext>
            </a:extLst>
          </p:cNvPr>
          <p:cNvSpPr txBox="1"/>
          <p:nvPr/>
        </p:nvSpPr>
        <p:spPr>
          <a:xfrm>
            <a:off x="3988011" y="2636912"/>
            <a:ext cx="676587" cy="461665"/>
          </a:xfrm>
          <a:prstGeom prst="rect">
            <a:avLst/>
          </a:prstGeom>
          <a:noFill/>
        </p:spPr>
        <p:txBody>
          <a:bodyPr wrap="square" rtlCol="0">
            <a:spAutoFit/>
          </a:bodyPr>
          <a:lstStyle/>
          <a:p>
            <a:pPr algn="l"/>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3</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C5D09F96-FF43-A505-908E-19609D0C502E}"/>
              </a:ext>
            </a:extLst>
          </p:cNvPr>
          <p:cNvSpPr txBox="1"/>
          <p:nvPr/>
        </p:nvSpPr>
        <p:spPr>
          <a:xfrm>
            <a:off x="4846155" y="2625338"/>
            <a:ext cx="676587" cy="461665"/>
          </a:xfrm>
          <a:prstGeom prst="rect">
            <a:avLst/>
          </a:prstGeom>
          <a:noFill/>
        </p:spPr>
        <p:txBody>
          <a:bodyPr wrap="square" rtlCol="0">
            <a:spAutoFit/>
          </a:bodyPr>
          <a:lstStyle/>
          <a:p>
            <a:pPr algn="l"/>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4</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F5C6AED-E702-EB75-B5BF-3892A7485406}"/>
              </a:ext>
            </a:extLst>
          </p:cNvPr>
          <p:cNvSpPr txBox="1"/>
          <p:nvPr/>
        </p:nvSpPr>
        <p:spPr>
          <a:xfrm>
            <a:off x="623392" y="1620457"/>
            <a:ext cx="338144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9B56600D-24E6-9399-A15A-70E904AA3FB8}"/>
              </a:ext>
            </a:extLst>
          </p:cNvPr>
          <p:cNvSpPr txBox="1"/>
          <p:nvPr/>
        </p:nvSpPr>
        <p:spPr>
          <a:xfrm>
            <a:off x="611817" y="2089117"/>
            <a:ext cx="3103656"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2" name="文本框 451">
            <a:extLst>
              <a:ext uri="{FF2B5EF4-FFF2-40B4-BE49-F238E27FC236}">
                <a16:creationId xmlns:a16="http://schemas.microsoft.com/office/drawing/2014/main" id="{B0D767DA-F8C5-8EE0-13A8-5453F4C4517B}"/>
              </a:ext>
            </a:extLst>
          </p:cNvPr>
          <p:cNvSpPr txBox="1"/>
          <p:nvPr/>
        </p:nvSpPr>
        <p:spPr>
          <a:xfrm>
            <a:off x="646541" y="2535299"/>
            <a:ext cx="3254127"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3" name="文本框 452">
            <a:extLst>
              <a:ext uri="{FF2B5EF4-FFF2-40B4-BE49-F238E27FC236}">
                <a16:creationId xmlns:a16="http://schemas.microsoft.com/office/drawing/2014/main" id="{8DA20FD4-F2BE-139D-692C-811EC3107FF7}"/>
              </a:ext>
            </a:extLst>
          </p:cNvPr>
          <p:cNvSpPr txBox="1"/>
          <p:nvPr/>
        </p:nvSpPr>
        <p:spPr>
          <a:xfrm>
            <a:off x="634966" y="3008527"/>
            <a:ext cx="335829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4.</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aphicFrame>
        <p:nvGraphicFramePr>
          <p:cNvPr id="454" name="图表 453">
            <a:extLst>
              <a:ext uri="{FF2B5EF4-FFF2-40B4-BE49-F238E27FC236}">
                <a16:creationId xmlns:a16="http://schemas.microsoft.com/office/drawing/2014/main" id="{467AD0CB-8497-C93E-D3B0-F2EFCF0F9897}"/>
              </a:ext>
            </a:extLst>
          </p:cNvPr>
          <p:cNvGraphicFramePr/>
          <p:nvPr>
            <p:extLst>
              <p:ext uri="{D42A27DB-BD31-4B8C-83A1-F6EECF244321}">
                <p14:modId xmlns:p14="http://schemas.microsoft.com/office/powerpoint/2010/main" val="1063574825"/>
              </p:ext>
            </p:extLst>
          </p:nvPr>
        </p:nvGraphicFramePr>
        <p:xfrm>
          <a:off x="3608788" y="4282632"/>
          <a:ext cx="2178553" cy="2156845"/>
        </p:xfrm>
        <a:graphic>
          <a:graphicData uri="http://schemas.openxmlformats.org/drawingml/2006/chart">
            <c:chart xmlns:c="http://schemas.openxmlformats.org/drawingml/2006/chart" xmlns:r="http://schemas.openxmlformats.org/officeDocument/2006/relationships" r:id="rId3"/>
          </a:graphicData>
        </a:graphic>
      </p:graphicFrame>
      <p:grpSp>
        <p:nvGrpSpPr>
          <p:cNvPr id="475" name="组合 474">
            <a:extLst>
              <a:ext uri="{FF2B5EF4-FFF2-40B4-BE49-F238E27FC236}">
                <a16:creationId xmlns:a16="http://schemas.microsoft.com/office/drawing/2014/main" id="{D2663AD3-8C52-5882-640C-D11CC9A5BC0F}"/>
              </a:ext>
            </a:extLst>
          </p:cNvPr>
          <p:cNvGrpSpPr/>
          <p:nvPr/>
        </p:nvGrpSpPr>
        <p:grpSpPr>
          <a:xfrm>
            <a:off x="8592553" y="2704658"/>
            <a:ext cx="3012081" cy="763571"/>
            <a:chOff x="9203641" y="5453774"/>
            <a:chExt cx="2806107" cy="711356"/>
          </a:xfrm>
          <a:solidFill>
            <a:schemeClr val="bg1"/>
          </a:solidFill>
        </p:grpSpPr>
        <p:sp>
          <p:nvSpPr>
            <p:cNvPr id="476" name="Google Shape;5067;p75">
              <a:extLst>
                <a:ext uri="{FF2B5EF4-FFF2-40B4-BE49-F238E27FC236}">
                  <a16:creationId xmlns:a16="http://schemas.microsoft.com/office/drawing/2014/main" id="{6FF1F76A-81F6-9F5F-A47C-C0D1E04B7CF0}"/>
                </a:ext>
              </a:extLst>
            </p:cNvPr>
            <p:cNvSpPr/>
            <p:nvPr/>
          </p:nvSpPr>
          <p:spPr>
            <a:xfrm>
              <a:off x="9203641" y="5589446"/>
              <a:ext cx="255039" cy="575684"/>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grpFill/>
            <a:ln>
              <a:noFill/>
            </a:ln>
          </p:spPr>
          <p:txBody>
            <a:bodyPr spcFirstLastPara="1" wrap="square" lIns="121900" tIns="121900" rIns="121900" bIns="121900" anchor="ctr" anchorCtr="0">
              <a:noAutofit/>
            </a:bodyPr>
            <a:lstStyle/>
            <a:p>
              <a:endParaRPr sz="2400"/>
            </a:p>
          </p:txBody>
        </p:sp>
        <p:sp>
          <p:nvSpPr>
            <p:cNvPr id="477" name="Google Shape;5068;p75">
              <a:extLst>
                <a:ext uri="{FF2B5EF4-FFF2-40B4-BE49-F238E27FC236}">
                  <a16:creationId xmlns:a16="http://schemas.microsoft.com/office/drawing/2014/main" id="{4F94E198-B0DC-30CC-468B-C01613F7FCD2}"/>
                </a:ext>
              </a:extLst>
            </p:cNvPr>
            <p:cNvSpPr/>
            <p:nvPr/>
          </p:nvSpPr>
          <p:spPr>
            <a:xfrm>
              <a:off x="9279585" y="5453774"/>
              <a:ext cx="104217" cy="117083"/>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grpFill/>
            <a:ln>
              <a:noFill/>
            </a:ln>
          </p:spPr>
          <p:txBody>
            <a:bodyPr spcFirstLastPara="1" wrap="square" lIns="121900" tIns="121900" rIns="121900" bIns="121900" anchor="ctr" anchorCtr="0">
              <a:noAutofit/>
            </a:bodyPr>
            <a:lstStyle/>
            <a:p>
              <a:endParaRPr sz="2400"/>
            </a:p>
          </p:txBody>
        </p:sp>
        <p:sp>
          <p:nvSpPr>
            <p:cNvPr id="479" name="Google Shape;5070;p75">
              <a:extLst>
                <a:ext uri="{FF2B5EF4-FFF2-40B4-BE49-F238E27FC236}">
                  <a16:creationId xmlns:a16="http://schemas.microsoft.com/office/drawing/2014/main" id="{50CF2079-49B6-20FA-28A9-D8BDEBF261EB}"/>
                </a:ext>
              </a:extLst>
            </p:cNvPr>
            <p:cNvSpPr/>
            <p:nvPr/>
          </p:nvSpPr>
          <p:spPr>
            <a:xfrm>
              <a:off x="11691776"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p>
          </p:txBody>
        </p:sp>
        <p:sp>
          <p:nvSpPr>
            <p:cNvPr id="480" name="Google Shape;5071;p75">
              <a:extLst>
                <a:ext uri="{FF2B5EF4-FFF2-40B4-BE49-F238E27FC236}">
                  <a16:creationId xmlns:a16="http://schemas.microsoft.com/office/drawing/2014/main" id="{83E3BE9A-4CE4-DF41-03C5-E1A99CB423D8}"/>
                </a:ext>
              </a:extLst>
            </p:cNvPr>
            <p:cNvSpPr/>
            <p:nvPr/>
          </p:nvSpPr>
          <p:spPr>
            <a:xfrm>
              <a:off x="11799294"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p>
          </p:txBody>
        </p:sp>
        <p:sp>
          <p:nvSpPr>
            <p:cNvPr id="481" name="Google Shape;5073;p75">
              <a:extLst>
                <a:ext uri="{FF2B5EF4-FFF2-40B4-BE49-F238E27FC236}">
                  <a16:creationId xmlns:a16="http://schemas.microsoft.com/office/drawing/2014/main" id="{31CA9F40-373F-2F00-6FC3-26EF8B55104C}"/>
                </a:ext>
              </a:extLst>
            </p:cNvPr>
            <p:cNvSpPr/>
            <p:nvPr/>
          </p:nvSpPr>
          <p:spPr>
            <a:xfrm>
              <a:off x="11038277"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482" name="Google Shape;5074;p75">
              <a:extLst>
                <a:ext uri="{FF2B5EF4-FFF2-40B4-BE49-F238E27FC236}">
                  <a16:creationId xmlns:a16="http://schemas.microsoft.com/office/drawing/2014/main" id="{6C93FB3E-A715-D76B-9254-5B9D483E0360}"/>
                </a:ext>
              </a:extLst>
            </p:cNvPr>
            <p:cNvSpPr/>
            <p:nvPr/>
          </p:nvSpPr>
          <p:spPr>
            <a:xfrm>
              <a:off x="11145795"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483" name="Google Shape;5076;p75">
              <a:extLst>
                <a:ext uri="{FF2B5EF4-FFF2-40B4-BE49-F238E27FC236}">
                  <a16:creationId xmlns:a16="http://schemas.microsoft.com/office/drawing/2014/main" id="{6BB6C62D-B38F-5D62-834A-4221EA5E78CB}"/>
                </a:ext>
              </a:extLst>
            </p:cNvPr>
            <p:cNvSpPr/>
            <p:nvPr/>
          </p:nvSpPr>
          <p:spPr>
            <a:xfrm>
              <a:off x="10384781"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p>
          </p:txBody>
        </p:sp>
        <p:sp>
          <p:nvSpPr>
            <p:cNvPr id="484" name="Google Shape;5077;p75">
              <a:extLst>
                <a:ext uri="{FF2B5EF4-FFF2-40B4-BE49-F238E27FC236}">
                  <a16:creationId xmlns:a16="http://schemas.microsoft.com/office/drawing/2014/main" id="{5B05DFD8-D72D-A463-09F2-E33481166F7D}"/>
                </a:ext>
              </a:extLst>
            </p:cNvPr>
            <p:cNvSpPr/>
            <p:nvPr/>
          </p:nvSpPr>
          <p:spPr>
            <a:xfrm>
              <a:off x="10492299"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p>
          </p:txBody>
        </p:sp>
        <p:sp>
          <p:nvSpPr>
            <p:cNvPr id="485" name="Google Shape;5079;p75">
              <a:extLst>
                <a:ext uri="{FF2B5EF4-FFF2-40B4-BE49-F238E27FC236}">
                  <a16:creationId xmlns:a16="http://schemas.microsoft.com/office/drawing/2014/main" id="{8FEA1B27-8F46-8404-B564-99B308835663}"/>
                </a:ext>
              </a:extLst>
            </p:cNvPr>
            <p:cNvSpPr/>
            <p:nvPr/>
          </p:nvSpPr>
          <p:spPr>
            <a:xfrm>
              <a:off x="9794206" y="5589446"/>
              <a:ext cx="255039" cy="575684"/>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grpFill/>
            <a:ln>
              <a:noFill/>
            </a:ln>
          </p:spPr>
          <p:txBody>
            <a:bodyPr spcFirstLastPara="1" wrap="square" lIns="121900" tIns="121900" rIns="121900" bIns="121900" anchor="ctr" anchorCtr="0">
              <a:noAutofit/>
            </a:bodyPr>
            <a:lstStyle/>
            <a:p>
              <a:endParaRPr sz="2400"/>
            </a:p>
          </p:txBody>
        </p:sp>
        <p:sp>
          <p:nvSpPr>
            <p:cNvPr id="487" name="Google Shape;5080;p75">
              <a:extLst>
                <a:ext uri="{FF2B5EF4-FFF2-40B4-BE49-F238E27FC236}">
                  <a16:creationId xmlns:a16="http://schemas.microsoft.com/office/drawing/2014/main" id="{3C4E7EA7-C2AF-64A0-9064-F966078971E6}"/>
                </a:ext>
              </a:extLst>
            </p:cNvPr>
            <p:cNvSpPr/>
            <p:nvPr/>
          </p:nvSpPr>
          <p:spPr>
            <a:xfrm>
              <a:off x="9870150" y="5453774"/>
              <a:ext cx="104217" cy="117083"/>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488" name="三角形 487">
            <a:extLst>
              <a:ext uri="{FF2B5EF4-FFF2-40B4-BE49-F238E27FC236}">
                <a16:creationId xmlns:a16="http://schemas.microsoft.com/office/drawing/2014/main" id="{623A2AF2-C314-DB09-7592-930F8B9F52E8}"/>
              </a:ext>
            </a:extLst>
          </p:cNvPr>
          <p:cNvSpPr/>
          <p:nvPr/>
        </p:nvSpPr>
        <p:spPr>
          <a:xfrm rot="5400000">
            <a:off x="6573266" y="1223542"/>
            <a:ext cx="388455" cy="334875"/>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516283BE-E66F-62DC-15DF-AD82A1EE6DD5}"/>
              </a:ext>
            </a:extLst>
          </p:cNvPr>
          <p:cNvSpPr txBox="1"/>
          <p:nvPr/>
        </p:nvSpPr>
        <p:spPr>
          <a:xfrm>
            <a:off x="6528048" y="2359229"/>
            <a:ext cx="542184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0" name="文本框 489">
            <a:extLst>
              <a:ext uri="{FF2B5EF4-FFF2-40B4-BE49-F238E27FC236}">
                <a16:creationId xmlns:a16="http://schemas.microsoft.com/office/drawing/2014/main" id="{1DC56C0A-D123-A1D5-75BA-9806A98CE8C1}"/>
              </a:ext>
            </a:extLst>
          </p:cNvPr>
          <p:cNvSpPr txBox="1"/>
          <p:nvPr/>
        </p:nvSpPr>
        <p:spPr>
          <a:xfrm>
            <a:off x="6528048" y="2708920"/>
            <a:ext cx="2083517" cy="830997"/>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1" name="三角形 490">
            <a:extLst>
              <a:ext uri="{FF2B5EF4-FFF2-40B4-BE49-F238E27FC236}">
                <a16:creationId xmlns:a16="http://schemas.microsoft.com/office/drawing/2014/main" id="{645468C0-E4C1-EC2A-4065-A9A6BAF1E3C4}"/>
              </a:ext>
            </a:extLst>
          </p:cNvPr>
          <p:cNvSpPr/>
          <p:nvPr/>
        </p:nvSpPr>
        <p:spPr>
          <a:xfrm rot="5400000">
            <a:off x="547841"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2" name="椭圆 491">
            <a:extLst>
              <a:ext uri="{FF2B5EF4-FFF2-40B4-BE49-F238E27FC236}">
                <a16:creationId xmlns:a16="http://schemas.microsoft.com/office/drawing/2014/main" id="{31CB3742-3E1D-B3E3-0E28-DD8966D606DD}"/>
              </a:ext>
            </a:extLst>
          </p:cNvPr>
          <p:cNvSpPr/>
          <p:nvPr/>
        </p:nvSpPr>
        <p:spPr>
          <a:xfrm>
            <a:off x="10139825" y="5428527"/>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3" name="椭圆 492">
            <a:extLst>
              <a:ext uri="{FF2B5EF4-FFF2-40B4-BE49-F238E27FC236}">
                <a16:creationId xmlns:a16="http://schemas.microsoft.com/office/drawing/2014/main" id="{828F33E1-5330-89CC-C61E-21CB000C157E}"/>
              </a:ext>
            </a:extLst>
          </p:cNvPr>
          <p:cNvSpPr/>
          <p:nvPr/>
        </p:nvSpPr>
        <p:spPr>
          <a:xfrm>
            <a:off x="10637734" y="5428527"/>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4" name="椭圆 493">
            <a:extLst>
              <a:ext uri="{FF2B5EF4-FFF2-40B4-BE49-F238E27FC236}">
                <a16:creationId xmlns:a16="http://schemas.microsoft.com/office/drawing/2014/main" id="{B3F44BDA-E9EC-54E3-877A-D1CB0CAE3797}"/>
              </a:ext>
            </a:extLst>
          </p:cNvPr>
          <p:cNvSpPr/>
          <p:nvPr/>
        </p:nvSpPr>
        <p:spPr>
          <a:xfrm>
            <a:off x="11137598" y="5428527"/>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5" name="椭圆 494">
            <a:extLst>
              <a:ext uri="{FF2B5EF4-FFF2-40B4-BE49-F238E27FC236}">
                <a16:creationId xmlns:a16="http://schemas.microsoft.com/office/drawing/2014/main" id="{E21594F5-2FA4-50F7-34B6-F35CCAFCF96B}"/>
              </a:ext>
            </a:extLst>
          </p:cNvPr>
          <p:cNvSpPr/>
          <p:nvPr/>
        </p:nvSpPr>
        <p:spPr>
          <a:xfrm>
            <a:off x="10362402" y="5862421"/>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8" name="椭圆 497">
            <a:extLst>
              <a:ext uri="{FF2B5EF4-FFF2-40B4-BE49-F238E27FC236}">
                <a16:creationId xmlns:a16="http://schemas.microsoft.com/office/drawing/2014/main" id="{2E7D8D12-DE4C-E74E-AD60-50EB6ED17430}"/>
              </a:ext>
            </a:extLst>
          </p:cNvPr>
          <p:cNvSpPr/>
          <p:nvPr/>
        </p:nvSpPr>
        <p:spPr>
          <a:xfrm>
            <a:off x="10896174" y="5868771"/>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9" name="椭圆 498">
            <a:extLst>
              <a:ext uri="{FF2B5EF4-FFF2-40B4-BE49-F238E27FC236}">
                <a16:creationId xmlns:a16="http://schemas.microsoft.com/office/drawing/2014/main" id="{65900F29-8DA6-DE39-849D-A2591EB75C5A}"/>
              </a:ext>
            </a:extLst>
          </p:cNvPr>
          <p:cNvSpPr/>
          <p:nvPr/>
        </p:nvSpPr>
        <p:spPr>
          <a:xfrm>
            <a:off x="10667108" y="4161882"/>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5" name="椭圆 504">
            <a:extLst>
              <a:ext uri="{FF2B5EF4-FFF2-40B4-BE49-F238E27FC236}">
                <a16:creationId xmlns:a16="http://schemas.microsoft.com/office/drawing/2014/main" id="{66312C63-0F98-0939-494C-B4CDAFDF0064}"/>
              </a:ext>
            </a:extLst>
          </p:cNvPr>
          <p:cNvSpPr/>
          <p:nvPr/>
        </p:nvSpPr>
        <p:spPr>
          <a:xfrm>
            <a:off x="10451084" y="4305898"/>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6" name="椭圆 505">
            <a:extLst>
              <a:ext uri="{FF2B5EF4-FFF2-40B4-BE49-F238E27FC236}">
                <a16:creationId xmlns:a16="http://schemas.microsoft.com/office/drawing/2014/main" id="{8D20F89E-DCF8-12C6-CD6F-F0CF9A996CA0}"/>
              </a:ext>
            </a:extLst>
          </p:cNvPr>
          <p:cNvSpPr/>
          <p:nvPr/>
        </p:nvSpPr>
        <p:spPr>
          <a:xfrm>
            <a:off x="10922337" y="4346903"/>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7" name="椭圆 506">
            <a:extLst>
              <a:ext uri="{FF2B5EF4-FFF2-40B4-BE49-F238E27FC236}">
                <a16:creationId xmlns:a16="http://schemas.microsoft.com/office/drawing/2014/main" id="{82EAFC9A-FB27-4940-337F-FA69C097CCE3}"/>
              </a:ext>
            </a:extLst>
          </p:cNvPr>
          <p:cNvSpPr/>
          <p:nvPr/>
        </p:nvSpPr>
        <p:spPr>
          <a:xfrm>
            <a:off x="10527192" y="4604432"/>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8" name="椭圆 507">
            <a:extLst>
              <a:ext uri="{FF2B5EF4-FFF2-40B4-BE49-F238E27FC236}">
                <a16:creationId xmlns:a16="http://schemas.microsoft.com/office/drawing/2014/main" id="{02289A05-C3C1-B72D-29B9-0FDB8CBA371A}"/>
              </a:ext>
            </a:extLst>
          </p:cNvPr>
          <p:cNvSpPr/>
          <p:nvPr/>
        </p:nvSpPr>
        <p:spPr>
          <a:xfrm>
            <a:off x="10842128" y="4588030"/>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9" name="左弧形箭头 508">
            <a:extLst>
              <a:ext uri="{FF2B5EF4-FFF2-40B4-BE49-F238E27FC236}">
                <a16:creationId xmlns:a16="http://schemas.microsoft.com/office/drawing/2014/main" id="{69784CF1-0FF4-E637-C0FF-68CC45599371}"/>
              </a:ext>
            </a:extLst>
          </p:cNvPr>
          <p:cNvSpPr/>
          <p:nvPr/>
        </p:nvSpPr>
        <p:spPr>
          <a:xfrm>
            <a:off x="11411548" y="4764721"/>
            <a:ext cx="254228" cy="569963"/>
          </a:xfrm>
          <a:prstGeom prst="curvedLef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2" name="文本框 11">
            <a:extLst>
              <a:ext uri="{FF2B5EF4-FFF2-40B4-BE49-F238E27FC236}">
                <a16:creationId xmlns:a16="http://schemas.microsoft.com/office/drawing/2014/main" id="{30633A5C-F203-3799-1B49-A253F5A9E30A}"/>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 name="文本框 12">
            <a:extLst>
              <a:ext uri="{FF2B5EF4-FFF2-40B4-BE49-F238E27FC236}">
                <a16:creationId xmlns:a16="http://schemas.microsoft.com/office/drawing/2014/main" id="{3E69C314-7305-4FBA-B680-5E66EAEDD30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4" name="直线连接符 13">
            <a:extLst>
              <a:ext uri="{FF2B5EF4-FFF2-40B4-BE49-F238E27FC236}">
                <a16:creationId xmlns:a16="http://schemas.microsoft.com/office/drawing/2014/main" id="{359427BA-23B7-BB13-336D-2175C64D6C62}"/>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BDFF19B8-0461-EF8B-2350-560DC665898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118FCD14-9568-6AC8-8CDF-D0311C07AB25}"/>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7" name="组合 16">
            <a:extLst>
              <a:ext uri="{FF2B5EF4-FFF2-40B4-BE49-F238E27FC236}">
                <a16:creationId xmlns:a16="http://schemas.microsoft.com/office/drawing/2014/main" id="{CE835ECF-5636-1BDD-A7F9-209A29520997}"/>
              </a:ext>
            </a:extLst>
          </p:cNvPr>
          <p:cNvGrpSpPr/>
          <p:nvPr/>
        </p:nvGrpSpPr>
        <p:grpSpPr>
          <a:xfrm>
            <a:off x="2212826" y="287981"/>
            <a:ext cx="356205" cy="355288"/>
            <a:chOff x="2323294" y="287981"/>
            <a:chExt cx="356205" cy="355288"/>
          </a:xfrm>
        </p:grpSpPr>
        <p:sp>
          <p:nvSpPr>
            <p:cNvPr id="18" name="Google Shape;7166;p80">
              <a:extLst>
                <a:ext uri="{FF2B5EF4-FFF2-40B4-BE49-F238E27FC236}">
                  <a16:creationId xmlns:a16="http://schemas.microsoft.com/office/drawing/2014/main" id="{DD721C1B-B4B0-B641-13DB-E4F8CC191414}"/>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167;p80">
              <a:extLst>
                <a:ext uri="{FF2B5EF4-FFF2-40B4-BE49-F238E27FC236}">
                  <a16:creationId xmlns:a16="http://schemas.microsoft.com/office/drawing/2014/main" id="{880FF8DF-27C2-3BBA-C732-13262288D285}"/>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8;p80">
              <a:extLst>
                <a:ext uri="{FF2B5EF4-FFF2-40B4-BE49-F238E27FC236}">
                  <a16:creationId xmlns:a16="http://schemas.microsoft.com/office/drawing/2014/main" id="{75948B1C-1F4D-F4A4-AD45-93EA118DBB1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9;p80">
              <a:extLst>
                <a:ext uri="{FF2B5EF4-FFF2-40B4-BE49-F238E27FC236}">
                  <a16:creationId xmlns:a16="http://schemas.microsoft.com/office/drawing/2014/main" id="{77A5D475-1DE4-B6D3-E5F7-B3A3B21011D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91084925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59640"/>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1" y="1196752"/>
            <a:ext cx="3540885"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800" y="1949570"/>
            <a:ext cx="4834816"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00110"/>
          </a:xfrm>
          <a:prstGeom prst="rect">
            <a:avLst/>
          </a:prstGeom>
          <a:noFill/>
        </p:spPr>
        <p:txBody>
          <a:bodyPr wrap="square" rtlCol="0">
            <a:spAutoFit/>
          </a:bodyPr>
          <a:lstStyle/>
          <a:p>
            <a:pPr algn="l"/>
            <a:r>
              <a:rPr kumimoji="1" lang="en" altLang="zh-CN" sz="20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0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3022633"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3" y="5675591"/>
            <a:ext cx="2323008"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F5C6AED-E702-EB75-B5BF-3892A7485406}"/>
              </a:ext>
            </a:extLst>
          </p:cNvPr>
          <p:cNvSpPr txBox="1"/>
          <p:nvPr/>
        </p:nvSpPr>
        <p:spPr>
          <a:xfrm>
            <a:off x="623392" y="1620457"/>
            <a:ext cx="338144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9B56600D-24E6-9399-A15A-70E904AA3FB8}"/>
              </a:ext>
            </a:extLst>
          </p:cNvPr>
          <p:cNvSpPr txBox="1"/>
          <p:nvPr/>
        </p:nvSpPr>
        <p:spPr>
          <a:xfrm>
            <a:off x="611817" y="2089117"/>
            <a:ext cx="3103656"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2" name="文本框 451">
            <a:extLst>
              <a:ext uri="{FF2B5EF4-FFF2-40B4-BE49-F238E27FC236}">
                <a16:creationId xmlns:a16="http://schemas.microsoft.com/office/drawing/2014/main" id="{B0D767DA-F8C5-8EE0-13A8-5453F4C4517B}"/>
              </a:ext>
            </a:extLst>
          </p:cNvPr>
          <p:cNvSpPr txBox="1"/>
          <p:nvPr/>
        </p:nvSpPr>
        <p:spPr>
          <a:xfrm>
            <a:off x="646541" y="2535299"/>
            <a:ext cx="3254127"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3" name="文本框 452">
            <a:extLst>
              <a:ext uri="{FF2B5EF4-FFF2-40B4-BE49-F238E27FC236}">
                <a16:creationId xmlns:a16="http://schemas.microsoft.com/office/drawing/2014/main" id="{8DA20FD4-F2BE-139D-692C-811EC3107FF7}"/>
              </a:ext>
            </a:extLst>
          </p:cNvPr>
          <p:cNvSpPr txBox="1"/>
          <p:nvPr/>
        </p:nvSpPr>
        <p:spPr>
          <a:xfrm>
            <a:off x="634966" y="3008527"/>
            <a:ext cx="335829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4.</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aphicFrame>
        <p:nvGraphicFramePr>
          <p:cNvPr id="454" name="图表 453">
            <a:extLst>
              <a:ext uri="{FF2B5EF4-FFF2-40B4-BE49-F238E27FC236}">
                <a16:creationId xmlns:a16="http://schemas.microsoft.com/office/drawing/2014/main" id="{467AD0CB-8497-C93E-D3B0-F2EFCF0F9897}"/>
              </a:ext>
            </a:extLst>
          </p:cNvPr>
          <p:cNvGraphicFramePr/>
          <p:nvPr>
            <p:extLst>
              <p:ext uri="{D42A27DB-BD31-4B8C-83A1-F6EECF244321}">
                <p14:modId xmlns:p14="http://schemas.microsoft.com/office/powerpoint/2010/main" val="3690867304"/>
              </p:ext>
            </p:extLst>
          </p:nvPr>
        </p:nvGraphicFramePr>
        <p:xfrm>
          <a:off x="9857678" y="4527395"/>
          <a:ext cx="1945220" cy="1784194"/>
        </p:xfrm>
        <a:graphic>
          <a:graphicData uri="http://schemas.openxmlformats.org/drawingml/2006/chart">
            <c:chart xmlns:c="http://schemas.openxmlformats.org/drawingml/2006/chart" xmlns:r="http://schemas.openxmlformats.org/officeDocument/2006/relationships" r:id="rId3"/>
          </a:graphicData>
        </a:graphic>
      </p:graphicFrame>
      <p:sp>
        <p:nvSpPr>
          <p:cNvPr id="488" name="三角形 487">
            <a:extLst>
              <a:ext uri="{FF2B5EF4-FFF2-40B4-BE49-F238E27FC236}">
                <a16:creationId xmlns:a16="http://schemas.microsoft.com/office/drawing/2014/main" id="{623A2AF2-C314-DB09-7592-930F8B9F52E8}"/>
              </a:ext>
            </a:extLst>
          </p:cNvPr>
          <p:cNvSpPr/>
          <p:nvPr/>
        </p:nvSpPr>
        <p:spPr>
          <a:xfrm rot="5400000">
            <a:off x="6573266" y="1223542"/>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516283BE-E66F-62DC-15DF-AD82A1EE6DD5}"/>
              </a:ext>
            </a:extLst>
          </p:cNvPr>
          <p:cNvSpPr txBox="1"/>
          <p:nvPr/>
        </p:nvSpPr>
        <p:spPr>
          <a:xfrm>
            <a:off x="6528048" y="2415395"/>
            <a:ext cx="472079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0" name="文本框 489">
            <a:extLst>
              <a:ext uri="{FF2B5EF4-FFF2-40B4-BE49-F238E27FC236}">
                <a16:creationId xmlns:a16="http://schemas.microsoft.com/office/drawing/2014/main" id="{1DC56C0A-D123-A1D5-75BA-9806A98CE8C1}"/>
              </a:ext>
            </a:extLst>
          </p:cNvPr>
          <p:cNvSpPr txBox="1"/>
          <p:nvPr/>
        </p:nvSpPr>
        <p:spPr>
          <a:xfrm>
            <a:off x="6528048" y="2950459"/>
            <a:ext cx="3789144"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1" name="三角形 490">
            <a:extLst>
              <a:ext uri="{FF2B5EF4-FFF2-40B4-BE49-F238E27FC236}">
                <a16:creationId xmlns:a16="http://schemas.microsoft.com/office/drawing/2014/main" id="{645468C0-E4C1-EC2A-4065-A9A6BAF1E3C4}"/>
              </a:ext>
            </a:extLst>
          </p:cNvPr>
          <p:cNvSpPr/>
          <p:nvPr/>
        </p:nvSpPr>
        <p:spPr>
          <a:xfrm rot="5400000">
            <a:off x="547841"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三角形 11">
            <a:extLst>
              <a:ext uri="{FF2B5EF4-FFF2-40B4-BE49-F238E27FC236}">
                <a16:creationId xmlns:a16="http://schemas.microsoft.com/office/drawing/2014/main" id="{908A72A3-609C-8194-AB12-8E703A42E615}"/>
              </a:ext>
            </a:extLst>
          </p:cNvPr>
          <p:cNvSpPr/>
          <p:nvPr/>
        </p:nvSpPr>
        <p:spPr>
          <a:xfrm>
            <a:off x="3761116" y="1708030"/>
            <a:ext cx="1932318" cy="1518250"/>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文本框 12">
            <a:extLst>
              <a:ext uri="{FF2B5EF4-FFF2-40B4-BE49-F238E27FC236}">
                <a16:creationId xmlns:a16="http://schemas.microsoft.com/office/drawing/2014/main" id="{B27A99AF-C183-7384-EEA8-896DFC3BDE27}"/>
              </a:ext>
            </a:extLst>
          </p:cNvPr>
          <p:cNvSpPr txBox="1"/>
          <p:nvPr/>
        </p:nvSpPr>
        <p:spPr>
          <a:xfrm>
            <a:off x="4330461" y="1863305"/>
            <a:ext cx="1396536" cy="1569660"/>
          </a:xfrm>
          <a:prstGeom prst="rect">
            <a:avLst/>
          </a:prstGeom>
          <a:noFill/>
        </p:spPr>
        <p:txBody>
          <a:bodyPr wrap="none" rtlCol="0">
            <a:spAutoFit/>
          </a:bodyPr>
          <a:lstStyle/>
          <a:p>
            <a:pPr algn="l"/>
            <a:r>
              <a:rPr kumimoji="1" lang="zh-CN" altLang="en-US" sz="9600" dirty="0">
                <a:solidFill>
                  <a:srgbClr val="BB3023"/>
                </a:solidFill>
                <a:latin typeface="Alibaba PuHuiTi Medium" pitchFamily="18" charset="-122"/>
                <a:ea typeface="Alibaba PuHuiTi Medium" pitchFamily="18" charset="-122"/>
                <a:cs typeface="Alibaba PuHuiTi Medium" pitchFamily="18" charset="-122"/>
              </a:rPr>
              <a:t>！</a:t>
            </a:r>
          </a:p>
        </p:txBody>
      </p:sp>
      <p:grpSp>
        <p:nvGrpSpPr>
          <p:cNvPr id="20" name="组合 19">
            <a:extLst>
              <a:ext uri="{FF2B5EF4-FFF2-40B4-BE49-F238E27FC236}">
                <a16:creationId xmlns:a16="http://schemas.microsoft.com/office/drawing/2014/main" id="{0DC5B50D-D549-A161-B271-C7C783DAED79}"/>
              </a:ext>
            </a:extLst>
          </p:cNvPr>
          <p:cNvGrpSpPr/>
          <p:nvPr/>
        </p:nvGrpSpPr>
        <p:grpSpPr>
          <a:xfrm>
            <a:off x="10245783" y="1354286"/>
            <a:ext cx="1634358" cy="2173050"/>
            <a:chOff x="9728200" y="1096274"/>
            <a:chExt cx="2505885" cy="3466232"/>
          </a:xfrm>
        </p:grpSpPr>
        <p:sp>
          <p:nvSpPr>
            <p:cNvPr id="14" name="椭圆 13">
              <a:extLst>
                <a:ext uri="{FF2B5EF4-FFF2-40B4-BE49-F238E27FC236}">
                  <a16:creationId xmlns:a16="http://schemas.microsoft.com/office/drawing/2014/main" id="{193EE5B4-6875-4FED-DFC7-7354DA252F22}"/>
                </a:ext>
              </a:extLst>
            </p:cNvPr>
            <p:cNvSpPr/>
            <p:nvPr/>
          </p:nvSpPr>
          <p:spPr>
            <a:xfrm>
              <a:off x="9728200" y="1096274"/>
              <a:ext cx="2336800" cy="2336800"/>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椭圆 14">
              <a:extLst>
                <a:ext uri="{FF2B5EF4-FFF2-40B4-BE49-F238E27FC236}">
                  <a16:creationId xmlns:a16="http://schemas.microsoft.com/office/drawing/2014/main" id="{BCB81937-8BDC-64BD-3744-812BEB2B096B}"/>
                </a:ext>
              </a:extLst>
            </p:cNvPr>
            <p:cNvSpPr/>
            <p:nvPr/>
          </p:nvSpPr>
          <p:spPr>
            <a:xfrm>
              <a:off x="10558264" y="2561338"/>
              <a:ext cx="1633736" cy="1633736"/>
            </a:xfrm>
            <a:prstGeom prst="ellipse">
              <a:avLst/>
            </a:prstGeom>
            <a:solidFill>
              <a:srgbClr val="BB3023"/>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椭圆 15">
              <a:extLst>
                <a:ext uri="{FF2B5EF4-FFF2-40B4-BE49-F238E27FC236}">
                  <a16:creationId xmlns:a16="http://schemas.microsoft.com/office/drawing/2014/main" id="{F8F3F338-A117-35A4-3E02-01F780A89E2B}"/>
                </a:ext>
              </a:extLst>
            </p:cNvPr>
            <p:cNvSpPr/>
            <p:nvPr/>
          </p:nvSpPr>
          <p:spPr>
            <a:xfrm>
              <a:off x="10109200" y="3597306"/>
              <a:ext cx="965200" cy="965200"/>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文本框 16">
              <a:extLst>
                <a:ext uri="{FF2B5EF4-FFF2-40B4-BE49-F238E27FC236}">
                  <a16:creationId xmlns:a16="http://schemas.microsoft.com/office/drawing/2014/main" id="{3BE8D034-954F-AD01-EE13-DFC9BD796B09}"/>
                </a:ext>
              </a:extLst>
            </p:cNvPr>
            <p:cNvSpPr txBox="1"/>
            <p:nvPr/>
          </p:nvSpPr>
          <p:spPr>
            <a:xfrm>
              <a:off x="10087377" y="1625983"/>
              <a:ext cx="1865969" cy="1129149"/>
            </a:xfrm>
            <a:prstGeom prst="rect">
              <a:avLst/>
            </a:prstGeom>
            <a:noFill/>
          </p:spPr>
          <p:txBody>
            <a:bodyPr wrap="none" rtlCol="0">
              <a:spAutoFit/>
            </a:bodyPr>
            <a:lstStyle/>
            <a:p>
              <a:pPr algn="l"/>
              <a:r>
                <a:rPr kumimoji="1" lang="en-US" altLang="zh-CN" sz="4000" b="1" dirty="0">
                  <a:solidFill>
                    <a:srgbClr val="1E344D"/>
                  </a:solidFill>
                  <a:latin typeface="Alibaba PuHuiTi" pitchFamily="18" charset="-122"/>
                  <a:ea typeface="Alibaba PuHuiTi" pitchFamily="18" charset="-122"/>
                  <a:cs typeface="Alibaba PuHuiTi" pitchFamily="18" charset="-122"/>
                </a:rPr>
                <a:t>70%</a:t>
              </a:r>
              <a:endParaRPr kumimoji="1" lang="zh-CN" altLang="en-US" sz="4000" b="1" dirty="0">
                <a:solidFill>
                  <a:srgbClr val="1E344D"/>
                </a:solidFill>
                <a:latin typeface="Alibaba PuHuiTi" pitchFamily="18" charset="-122"/>
                <a:ea typeface="Alibaba PuHuiTi" pitchFamily="18" charset="-122"/>
                <a:cs typeface="Alibaba PuHuiTi" pitchFamily="18" charset="-122"/>
              </a:endParaRPr>
            </a:p>
          </p:txBody>
        </p:sp>
        <p:sp>
          <p:nvSpPr>
            <p:cNvPr id="18" name="文本框 17">
              <a:extLst>
                <a:ext uri="{FF2B5EF4-FFF2-40B4-BE49-F238E27FC236}">
                  <a16:creationId xmlns:a16="http://schemas.microsoft.com/office/drawing/2014/main" id="{2629438B-F5E1-532F-80B5-BBCB696B827C}"/>
                </a:ext>
              </a:extLst>
            </p:cNvPr>
            <p:cNvSpPr txBox="1"/>
            <p:nvPr/>
          </p:nvSpPr>
          <p:spPr>
            <a:xfrm>
              <a:off x="10076860" y="3833534"/>
              <a:ext cx="995905" cy="589121"/>
            </a:xfrm>
            <a:prstGeom prst="rect">
              <a:avLst/>
            </a:prstGeom>
            <a:noFill/>
          </p:spPr>
          <p:txBody>
            <a:bodyPr wrap="none" rtlCol="0">
              <a:spAutoFit/>
            </a:bodyPr>
            <a:lstStyle/>
            <a:p>
              <a:pPr algn="l"/>
              <a:r>
                <a:rPr kumimoji="1" lang="en-US" altLang="zh-CN" b="1" dirty="0">
                  <a:solidFill>
                    <a:srgbClr val="1E344D"/>
                  </a:solidFill>
                  <a:latin typeface="Alibaba PuHuiTi" pitchFamily="18" charset="-122"/>
                  <a:ea typeface="Alibaba PuHuiTi" pitchFamily="18" charset="-122"/>
                  <a:cs typeface="Alibaba PuHuiTi" pitchFamily="18" charset="-122"/>
                </a:rPr>
                <a:t>10%</a:t>
              </a:r>
              <a:endParaRPr kumimoji="1" lang="zh-CN" altLang="en-US" b="1" dirty="0">
                <a:solidFill>
                  <a:srgbClr val="1E344D"/>
                </a:solidFill>
                <a:latin typeface="Alibaba PuHuiTi" pitchFamily="18" charset="-122"/>
                <a:ea typeface="Alibaba PuHuiTi" pitchFamily="18" charset="-122"/>
                <a:cs typeface="Alibaba PuHuiTi" pitchFamily="18" charset="-122"/>
              </a:endParaRPr>
            </a:p>
          </p:txBody>
        </p:sp>
        <p:sp>
          <p:nvSpPr>
            <p:cNvPr id="19" name="文本框 18">
              <a:extLst>
                <a:ext uri="{FF2B5EF4-FFF2-40B4-BE49-F238E27FC236}">
                  <a16:creationId xmlns:a16="http://schemas.microsoft.com/office/drawing/2014/main" id="{E49930AD-6E4D-2332-5E9F-B940A307700F}"/>
                </a:ext>
              </a:extLst>
            </p:cNvPr>
            <p:cNvSpPr txBox="1"/>
            <p:nvPr/>
          </p:nvSpPr>
          <p:spPr>
            <a:xfrm>
              <a:off x="10844931" y="3027789"/>
              <a:ext cx="1389154" cy="834588"/>
            </a:xfrm>
            <a:prstGeom prst="rect">
              <a:avLst/>
            </a:prstGeom>
            <a:noFill/>
          </p:spPr>
          <p:txBody>
            <a:bodyPr wrap="none" rtlCol="0">
              <a:spAutoFit/>
            </a:bodyPr>
            <a:lstStyle/>
            <a:p>
              <a:pPr algn="l"/>
              <a:r>
                <a:rPr kumimoji="1" lang="en-US" altLang="zh-CN" sz="2800" b="1" dirty="0">
                  <a:solidFill>
                    <a:srgbClr val="1E344D"/>
                  </a:solidFill>
                  <a:latin typeface="Alibaba PuHuiTi" pitchFamily="18" charset="-122"/>
                  <a:ea typeface="Alibaba PuHuiTi" pitchFamily="18" charset="-122"/>
                  <a:cs typeface="Alibaba PuHuiTi" pitchFamily="18" charset="-122"/>
                </a:rPr>
                <a:t>20%</a:t>
              </a:r>
              <a:endParaRPr kumimoji="1" lang="zh-CN" altLang="en-US" sz="2800" b="1" dirty="0">
                <a:solidFill>
                  <a:srgbClr val="1E344D"/>
                </a:solidFill>
                <a:latin typeface="Alibaba PuHuiTi" pitchFamily="18" charset="-122"/>
                <a:ea typeface="Alibaba PuHuiTi" pitchFamily="18" charset="-122"/>
                <a:cs typeface="Alibaba PuHuiTi" pitchFamily="18" charset="-122"/>
              </a:endParaRPr>
            </a:p>
          </p:txBody>
        </p:sp>
      </p:grpSp>
      <p:grpSp>
        <p:nvGrpSpPr>
          <p:cNvPr id="53" name="组合 52">
            <a:extLst>
              <a:ext uri="{FF2B5EF4-FFF2-40B4-BE49-F238E27FC236}">
                <a16:creationId xmlns:a16="http://schemas.microsoft.com/office/drawing/2014/main" id="{9A7ECBC6-840E-45F0-FB2D-67AEAF273127}"/>
              </a:ext>
            </a:extLst>
          </p:cNvPr>
          <p:cNvGrpSpPr/>
          <p:nvPr/>
        </p:nvGrpSpPr>
        <p:grpSpPr>
          <a:xfrm>
            <a:off x="3082334" y="4585347"/>
            <a:ext cx="2609672" cy="1523501"/>
            <a:chOff x="758128" y="1964205"/>
            <a:chExt cx="4924184" cy="4654087"/>
          </a:xfrm>
        </p:grpSpPr>
        <p:grpSp>
          <p:nvGrpSpPr>
            <p:cNvPr id="21" name="组合 20">
              <a:extLst>
                <a:ext uri="{FF2B5EF4-FFF2-40B4-BE49-F238E27FC236}">
                  <a16:creationId xmlns:a16="http://schemas.microsoft.com/office/drawing/2014/main" id="{AA8D3A68-C507-02AB-492A-9035ACBC1ACB}"/>
                </a:ext>
              </a:extLst>
            </p:cNvPr>
            <p:cNvGrpSpPr/>
            <p:nvPr/>
          </p:nvGrpSpPr>
          <p:grpSpPr>
            <a:xfrm>
              <a:off x="3655678" y="3938099"/>
              <a:ext cx="2026634" cy="2674552"/>
              <a:chOff x="9352806" y="3408100"/>
              <a:chExt cx="2026634" cy="2674552"/>
            </a:xfrm>
          </p:grpSpPr>
          <p:sp>
            <p:nvSpPr>
              <p:cNvPr id="22" name="矩形 21">
                <a:extLst>
                  <a:ext uri="{FF2B5EF4-FFF2-40B4-BE49-F238E27FC236}">
                    <a16:creationId xmlns:a16="http://schemas.microsoft.com/office/drawing/2014/main" id="{E6E60AB3-3EE8-0538-B326-62A7B7B42D0D}"/>
                  </a:ext>
                </a:extLst>
              </p:cNvPr>
              <p:cNvSpPr/>
              <p:nvPr/>
            </p:nvSpPr>
            <p:spPr>
              <a:xfrm>
                <a:off x="9926560" y="3408100"/>
                <a:ext cx="1452880" cy="2674552"/>
              </a:xfrm>
              <a:prstGeom prst="rect">
                <a:avLst/>
              </a:prstGeom>
              <a:solidFill>
                <a:schemeClr val="bg1"/>
              </a:solidFill>
              <a:ln w="4127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矩形 13">
                <a:extLst>
                  <a:ext uri="{FF2B5EF4-FFF2-40B4-BE49-F238E27FC236}">
                    <a16:creationId xmlns:a16="http://schemas.microsoft.com/office/drawing/2014/main" id="{A6A25800-DC42-F619-4323-0B2CB048F912}"/>
                  </a:ext>
                </a:extLst>
              </p:cNvPr>
              <p:cNvSpPr/>
              <p:nvPr/>
            </p:nvSpPr>
            <p:spPr>
              <a:xfrm>
                <a:off x="9352806" y="3580648"/>
                <a:ext cx="558109" cy="2370384"/>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 name="connsiteX0" fmla="*/ 0 w 980637"/>
                  <a:gd name="connsiteY0" fmla="*/ 215519 h 1381760"/>
                  <a:gd name="connsiteX1" fmla="*/ 980637 w 980637"/>
                  <a:gd name="connsiteY1" fmla="*/ 0 h 1381760"/>
                  <a:gd name="connsiteX2" fmla="*/ 980637 w 980637"/>
                  <a:gd name="connsiteY2" fmla="*/ 1381760 h 1381760"/>
                  <a:gd name="connsiteX3" fmla="*/ 71173 w 980637"/>
                  <a:gd name="connsiteY3" fmla="*/ 1381760 h 1381760"/>
                  <a:gd name="connsiteX4" fmla="*/ 0 w 980637"/>
                  <a:gd name="connsiteY4" fmla="*/ 215519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637" h="1381760">
                    <a:moveTo>
                      <a:pt x="0" y="215519"/>
                    </a:moveTo>
                    <a:lnTo>
                      <a:pt x="980637" y="0"/>
                    </a:lnTo>
                    <a:lnTo>
                      <a:pt x="980637" y="1381760"/>
                    </a:lnTo>
                    <a:lnTo>
                      <a:pt x="71173" y="1381760"/>
                    </a:lnTo>
                    <a:cubicBezTo>
                      <a:pt x="67786" y="1036320"/>
                      <a:pt x="3387" y="560959"/>
                      <a:pt x="0" y="215519"/>
                    </a:cubicBez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24" name="组合 23">
              <a:extLst>
                <a:ext uri="{FF2B5EF4-FFF2-40B4-BE49-F238E27FC236}">
                  <a16:creationId xmlns:a16="http://schemas.microsoft.com/office/drawing/2014/main" id="{F9A4D43A-F5D1-C6ED-D265-6762BB3B8B4C}"/>
                </a:ext>
              </a:extLst>
            </p:cNvPr>
            <p:cNvGrpSpPr/>
            <p:nvPr/>
          </p:nvGrpSpPr>
          <p:grpSpPr>
            <a:xfrm>
              <a:off x="2220213" y="4600033"/>
              <a:ext cx="1991910" cy="2012617"/>
              <a:chOff x="8079386" y="4070034"/>
              <a:chExt cx="1991910" cy="2012617"/>
            </a:xfrm>
          </p:grpSpPr>
          <p:sp>
            <p:nvSpPr>
              <p:cNvPr id="25" name="矩形 24">
                <a:extLst>
                  <a:ext uri="{FF2B5EF4-FFF2-40B4-BE49-F238E27FC236}">
                    <a16:creationId xmlns:a16="http://schemas.microsoft.com/office/drawing/2014/main" id="{E0760D75-6CA0-C9BB-90C4-1F6CB22BF6AB}"/>
                  </a:ext>
                </a:extLst>
              </p:cNvPr>
              <p:cNvSpPr/>
              <p:nvPr/>
            </p:nvSpPr>
            <p:spPr>
              <a:xfrm>
                <a:off x="8618416" y="4070034"/>
                <a:ext cx="1452880" cy="2012617"/>
              </a:xfrm>
              <a:prstGeom prst="rect">
                <a:avLst/>
              </a:prstGeom>
              <a:solidFill>
                <a:schemeClr val="bg1"/>
              </a:solidFill>
              <a:ln w="4127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矩形 13">
                <a:extLst>
                  <a:ext uri="{FF2B5EF4-FFF2-40B4-BE49-F238E27FC236}">
                    <a16:creationId xmlns:a16="http://schemas.microsoft.com/office/drawing/2014/main" id="{8C8F4CC9-FB98-7EED-9D08-D5145AE06DF7}"/>
                  </a:ext>
                </a:extLst>
              </p:cNvPr>
              <p:cNvSpPr/>
              <p:nvPr/>
            </p:nvSpPr>
            <p:spPr>
              <a:xfrm>
                <a:off x="8079386" y="4242585"/>
                <a:ext cx="523384" cy="1237745"/>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624" h="1381760">
                    <a:moveTo>
                      <a:pt x="0" y="345440"/>
                    </a:moveTo>
                    <a:lnTo>
                      <a:pt x="919624" y="0"/>
                    </a:lnTo>
                    <a:lnTo>
                      <a:pt x="919624" y="1381760"/>
                    </a:lnTo>
                    <a:lnTo>
                      <a:pt x="10160" y="1381760"/>
                    </a:lnTo>
                    <a:cubicBezTo>
                      <a:pt x="6773" y="1036320"/>
                      <a:pt x="3387" y="690880"/>
                      <a:pt x="0" y="345440"/>
                    </a:cubicBez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27" name="组合 26">
              <a:extLst>
                <a:ext uri="{FF2B5EF4-FFF2-40B4-BE49-F238E27FC236}">
                  <a16:creationId xmlns:a16="http://schemas.microsoft.com/office/drawing/2014/main" id="{BC881469-855F-4558-9F3C-6325BAB7A7DA}"/>
                </a:ext>
              </a:extLst>
            </p:cNvPr>
            <p:cNvGrpSpPr/>
            <p:nvPr/>
          </p:nvGrpSpPr>
          <p:grpSpPr>
            <a:xfrm>
              <a:off x="758128" y="5236532"/>
              <a:ext cx="1991910" cy="1381760"/>
              <a:chOff x="6999266" y="4718107"/>
              <a:chExt cx="1991910" cy="1381760"/>
            </a:xfrm>
          </p:grpSpPr>
          <p:sp>
            <p:nvSpPr>
              <p:cNvPr id="28" name="矩形 27">
                <a:extLst>
                  <a:ext uri="{FF2B5EF4-FFF2-40B4-BE49-F238E27FC236}">
                    <a16:creationId xmlns:a16="http://schemas.microsoft.com/office/drawing/2014/main" id="{0D548E78-8D2C-6C23-E771-FBACBACEE3AD}"/>
                  </a:ext>
                </a:extLst>
              </p:cNvPr>
              <p:cNvSpPr/>
              <p:nvPr/>
            </p:nvSpPr>
            <p:spPr>
              <a:xfrm>
                <a:off x="7538296" y="4718107"/>
                <a:ext cx="1452880" cy="1381760"/>
              </a:xfrm>
              <a:prstGeom prst="rect">
                <a:avLst/>
              </a:prstGeom>
              <a:solidFill>
                <a:schemeClr val="bg1"/>
              </a:solidFill>
              <a:ln w="4127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矩形 13">
                <a:extLst>
                  <a:ext uri="{FF2B5EF4-FFF2-40B4-BE49-F238E27FC236}">
                    <a16:creationId xmlns:a16="http://schemas.microsoft.com/office/drawing/2014/main" id="{8732911A-EC5C-06C0-FF86-8CECF66E7171}"/>
                  </a:ext>
                </a:extLst>
              </p:cNvPr>
              <p:cNvSpPr/>
              <p:nvPr/>
            </p:nvSpPr>
            <p:spPr>
              <a:xfrm>
                <a:off x="6999266" y="4780322"/>
                <a:ext cx="523384" cy="1241497"/>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624" h="1381760">
                    <a:moveTo>
                      <a:pt x="0" y="345440"/>
                    </a:moveTo>
                    <a:lnTo>
                      <a:pt x="919624" y="0"/>
                    </a:lnTo>
                    <a:lnTo>
                      <a:pt x="919624" y="1381760"/>
                    </a:lnTo>
                    <a:lnTo>
                      <a:pt x="10160" y="1381760"/>
                    </a:lnTo>
                    <a:cubicBezTo>
                      <a:pt x="6773" y="1036320"/>
                      <a:pt x="3387" y="690880"/>
                      <a:pt x="0" y="345440"/>
                    </a:cubicBez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40" name="椭圆 39">
              <a:extLst>
                <a:ext uri="{FF2B5EF4-FFF2-40B4-BE49-F238E27FC236}">
                  <a16:creationId xmlns:a16="http://schemas.microsoft.com/office/drawing/2014/main" id="{128EC9BD-5F8D-FFF5-FCD5-5DFC089D6DFE}"/>
                </a:ext>
              </a:extLst>
            </p:cNvPr>
            <p:cNvSpPr/>
            <p:nvPr/>
          </p:nvSpPr>
          <p:spPr>
            <a:xfrm>
              <a:off x="1486086" y="3538342"/>
              <a:ext cx="1058572" cy="737939"/>
            </a:xfrm>
            <a:prstGeom prst="ellipse">
              <a:avLst/>
            </a:prstGeom>
            <a:solidFill>
              <a:srgbClr val="BB3023"/>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AB934CDB-8658-B967-3D3E-265AFFF94DAA}"/>
                </a:ext>
              </a:extLst>
            </p:cNvPr>
            <p:cNvSpPr/>
            <p:nvPr/>
          </p:nvSpPr>
          <p:spPr>
            <a:xfrm>
              <a:off x="2729602" y="2733529"/>
              <a:ext cx="1231020" cy="737938"/>
            </a:xfrm>
            <a:prstGeom prst="ellipse">
              <a:avLst/>
            </a:prstGeom>
            <a:solidFill>
              <a:srgbClr val="BB3023"/>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1F04384C-7E4E-F108-DDEA-CB5DC939BE09}"/>
                </a:ext>
              </a:extLst>
            </p:cNvPr>
            <p:cNvSpPr/>
            <p:nvPr/>
          </p:nvSpPr>
          <p:spPr>
            <a:xfrm>
              <a:off x="4237366" y="1964205"/>
              <a:ext cx="1263586" cy="737938"/>
            </a:xfrm>
            <a:prstGeom prst="ellipse">
              <a:avLst/>
            </a:prstGeom>
            <a:solidFill>
              <a:srgbClr val="BB3023"/>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下箭头 51">
              <a:extLst>
                <a:ext uri="{FF2B5EF4-FFF2-40B4-BE49-F238E27FC236}">
                  <a16:creationId xmlns:a16="http://schemas.microsoft.com/office/drawing/2014/main" id="{8E37F80C-34F2-82B3-208C-23C6D588BD33}"/>
                </a:ext>
              </a:extLst>
            </p:cNvPr>
            <p:cNvSpPr/>
            <p:nvPr/>
          </p:nvSpPr>
          <p:spPr>
            <a:xfrm>
              <a:off x="4642633" y="3143901"/>
              <a:ext cx="540794" cy="623424"/>
            </a:xfrm>
            <a:prstGeom prst="downArrow">
              <a:avLst>
                <a:gd name="adj1" fmla="val 59656"/>
                <a:gd name="adj2" fmla="val 62162"/>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4" name="下箭头 53">
              <a:extLst>
                <a:ext uri="{FF2B5EF4-FFF2-40B4-BE49-F238E27FC236}">
                  <a16:creationId xmlns:a16="http://schemas.microsoft.com/office/drawing/2014/main" id="{30346D84-2F19-BF02-4553-35D414471919}"/>
                </a:ext>
              </a:extLst>
            </p:cNvPr>
            <p:cNvSpPr/>
            <p:nvPr/>
          </p:nvSpPr>
          <p:spPr>
            <a:xfrm>
              <a:off x="3141078" y="3761444"/>
              <a:ext cx="540794" cy="623424"/>
            </a:xfrm>
            <a:prstGeom prst="downArrow">
              <a:avLst>
                <a:gd name="adj1" fmla="val 59656"/>
                <a:gd name="adj2" fmla="val 62162"/>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6" name="下箭头 55">
              <a:extLst>
                <a:ext uri="{FF2B5EF4-FFF2-40B4-BE49-F238E27FC236}">
                  <a16:creationId xmlns:a16="http://schemas.microsoft.com/office/drawing/2014/main" id="{3816BB53-9ADD-6289-8443-0542B71FD197}"/>
                </a:ext>
              </a:extLst>
            </p:cNvPr>
            <p:cNvSpPr/>
            <p:nvPr/>
          </p:nvSpPr>
          <p:spPr>
            <a:xfrm>
              <a:off x="1720187" y="4522029"/>
              <a:ext cx="540794" cy="623424"/>
            </a:xfrm>
            <a:prstGeom prst="downArrow">
              <a:avLst>
                <a:gd name="adj1" fmla="val 59656"/>
                <a:gd name="adj2" fmla="val 62162"/>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455" name="文本框 454">
            <a:extLst>
              <a:ext uri="{FF2B5EF4-FFF2-40B4-BE49-F238E27FC236}">
                <a16:creationId xmlns:a16="http://schemas.microsoft.com/office/drawing/2014/main" id="{893517BF-1704-6EF3-0F9B-69EEAC33B801}"/>
              </a:ext>
            </a:extLst>
          </p:cNvPr>
          <p:cNvSpPr txBox="1"/>
          <p:nvPr/>
        </p:nvSpPr>
        <p:spPr>
          <a:xfrm>
            <a:off x="3588849" y="5073887"/>
            <a:ext cx="308098" cy="338554"/>
          </a:xfrm>
          <a:prstGeom prst="rect">
            <a:avLst/>
          </a:prstGeom>
          <a:noFill/>
        </p:spPr>
        <p:txBody>
          <a:bodyPr wrap="none" rtlCol="0">
            <a:spAutoFit/>
          </a:bodyPr>
          <a:lstStyle/>
          <a:p>
            <a:pPr algn="l"/>
            <a:r>
              <a:rPr kumimoji="1" lang="en-US" altLang="zh-CN" sz="1600" b="1" dirty="0">
                <a:solidFill>
                  <a:srgbClr val="1E344D"/>
                </a:solidFill>
                <a:latin typeface="Alibaba PuHuiTi Medium" pitchFamily="18" charset="-122"/>
                <a:ea typeface="Alibaba PuHuiTi Medium" pitchFamily="18" charset="-122"/>
                <a:cs typeface="Alibaba PuHuiTi Medium" pitchFamily="18" charset="-122"/>
              </a:rPr>
              <a:t>1</a:t>
            </a:r>
            <a:endParaRPr kumimoji="1" lang="zh-CN" altLang="en-US" sz="16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6" name="文本框 455">
            <a:extLst>
              <a:ext uri="{FF2B5EF4-FFF2-40B4-BE49-F238E27FC236}">
                <a16:creationId xmlns:a16="http://schemas.microsoft.com/office/drawing/2014/main" id="{F7E0DC0A-42FB-1829-0A8E-49F0D8267979}"/>
              </a:ext>
            </a:extLst>
          </p:cNvPr>
          <p:cNvSpPr txBox="1"/>
          <p:nvPr/>
        </p:nvSpPr>
        <p:spPr>
          <a:xfrm>
            <a:off x="4295800" y="4797152"/>
            <a:ext cx="308098" cy="338554"/>
          </a:xfrm>
          <a:prstGeom prst="rect">
            <a:avLst/>
          </a:prstGeom>
          <a:noFill/>
        </p:spPr>
        <p:txBody>
          <a:bodyPr wrap="none" rtlCol="0">
            <a:spAutoFit/>
          </a:bodyPr>
          <a:lstStyle/>
          <a:p>
            <a:pPr algn="l"/>
            <a:r>
              <a:rPr kumimoji="1" lang="en-US" altLang="zh-CN" sz="1600" b="1" dirty="0">
                <a:solidFill>
                  <a:srgbClr val="1E344D"/>
                </a:solidFill>
                <a:latin typeface="Alibaba PuHuiTi Medium" pitchFamily="18" charset="-122"/>
                <a:ea typeface="Alibaba PuHuiTi Medium" pitchFamily="18" charset="-122"/>
                <a:cs typeface="Alibaba PuHuiTi Medium" pitchFamily="18" charset="-122"/>
              </a:rPr>
              <a:t>2</a:t>
            </a:r>
            <a:endParaRPr kumimoji="1" lang="zh-CN" altLang="en-US" sz="16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7" name="文本框 456">
            <a:extLst>
              <a:ext uri="{FF2B5EF4-FFF2-40B4-BE49-F238E27FC236}">
                <a16:creationId xmlns:a16="http://schemas.microsoft.com/office/drawing/2014/main" id="{BF74B99A-366B-DD0C-3502-EA9826DA1035}"/>
              </a:ext>
            </a:extLst>
          </p:cNvPr>
          <p:cNvSpPr txBox="1"/>
          <p:nvPr/>
        </p:nvSpPr>
        <p:spPr>
          <a:xfrm>
            <a:off x="5129139" y="4550371"/>
            <a:ext cx="308098" cy="338554"/>
          </a:xfrm>
          <a:prstGeom prst="rect">
            <a:avLst/>
          </a:prstGeom>
          <a:noFill/>
        </p:spPr>
        <p:txBody>
          <a:bodyPr wrap="none" rtlCol="0">
            <a:spAutoFit/>
          </a:bodyPr>
          <a:lstStyle/>
          <a:p>
            <a:pPr algn="l"/>
            <a:r>
              <a:rPr kumimoji="1" lang="en-US" altLang="zh-CN" sz="1600" b="1" dirty="0">
                <a:solidFill>
                  <a:srgbClr val="1E344D"/>
                </a:solidFill>
                <a:latin typeface="Alibaba PuHuiTi Medium" pitchFamily="18" charset="-122"/>
                <a:ea typeface="Alibaba PuHuiTi Medium" pitchFamily="18" charset="-122"/>
                <a:cs typeface="Alibaba PuHuiTi Medium" pitchFamily="18" charset="-122"/>
              </a:rPr>
              <a:t>3</a:t>
            </a:r>
            <a:endParaRPr kumimoji="1" lang="zh-CN" altLang="en-US" sz="16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8" name="文本框 457">
            <a:extLst>
              <a:ext uri="{FF2B5EF4-FFF2-40B4-BE49-F238E27FC236}">
                <a16:creationId xmlns:a16="http://schemas.microsoft.com/office/drawing/2014/main" id="{1307E9D9-A682-6EF4-E457-BAB8D9F998A9}"/>
              </a:ext>
            </a:extLst>
          </p:cNvPr>
          <p:cNvSpPr txBox="1"/>
          <p:nvPr/>
        </p:nvSpPr>
        <p:spPr>
          <a:xfrm>
            <a:off x="3371559" y="5725296"/>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9" name="文本框 458">
            <a:extLst>
              <a:ext uri="{FF2B5EF4-FFF2-40B4-BE49-F238E27FC236}">
                <a16:creationId xmlns:a16="http://schemas.microsoft.com/office/drawing/2014/main" id="{8C487A9C-D799-7B83-7AD3-0888A4533962}"/>
              </a:ext>
            </a:extLst>
          </p:cNvPr>
          <p:cNvSpPr txBox="1"/>
          <p:nvPr/>
        </p:nvSpPr>
        <p:spPr>
          <a:xfrm>
            <a:off x="4151784" y="5517232"/>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0" name="文本框 459">
            <a:extLst>
              <a:ext uri="{FF2B5EF4-FFF2-40B4-BE49-F238E27FC236}">
                <a16:creationId xmlns:a16="http://schemas.microsoft.com/office/drawing/2014/main" id="{7287D90D-4596-A943-C213-1F34C054EDBF}"/>
              </a:ext>
            </a:extLst>
          </p:cNvPr>
          <p:cNvSpPr txBox="1"/>
          <p:nvPr/>
        </p:nvSpPr>
        <p:spPr>
          <a:xfrm>
            <a:off x="4943872" y="5301208"/>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1" name="文本框 460">
            <a:extLst>
              <a:ext uri="{FF2B5EF4-FFF2-40B4-BE49-F238E27FC236}">
                <a16:creationId xmlns:a16="http://schemas.microsoft.com/office/drawing/2014/main" id="{1C368A45-7D9E-C2BD-0BBB-ACDB9B88D437}"/>
              </a:ext>
            </a:extLst>
          </p:cNvPr>
          <p:cNvSpPr txBox="1"/>
          <p:nvPr/>
        </p:nvSpPr>
        <p:spPr>
          <a:xfrm>
            <a:off x="4943872" y="5661248"/>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D6EF5D3B-E792-680D-E93F-0A350CBEAFA3}"/>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B70FB34D-A0F1-1059-122C-560882A1DB9D}"/>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32" name="直线连接符 31">
            <a:extLst>
              <a:ext uri="{FF2B5EF4-FFF2-40B4-BE49-F238E27FC236}">
                <a16:creationId xmlns:a16="http://schemas.microsoft.com/office/drawing/2014/main" id="{F5A187CE-1106-A391-6D58-89192F4E0302}"/>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3" name="直线连接符 32">
            <a:extLst>
              <a:ext uri="{FF2B5EF4-FFF2-40B4-BE49-F238E27FC236}">
                <a16:creationId xmlns:a16="http://schemas.microsoft.com/office/drawing/2014/main" id="{5A9916B8-90B1-BA91-5508-E49D0F1FA957}"/>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C037904A-4BB6-EA66-CDCC-4D9EEB25FCD5}"/>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5" name="组合 34">
            <a:extLst>
              <a:ext uri="{FF2B5EF4-FFF2-40B4-BE49-F238E27FC236}">
                <a16:creationId xmlns:a16="http://schemas.microsoft.com/office/drawing/2014/main" id="{451E7871-5AE9-6C52-9C79-DCD3DD963DBC}"/>
              </a:ext>
            </a:extLst>
          </p:cNvPr>
          <p:cNvGrpSpPr/>
          <p:nvPr/>
        </p:nvGrpSpPr>
        <p:grpSpPr>
          <a:xfrm>
            <a:off x="2212826" y="287981"/>
            <a:ext cx="356205" cy="355288"/>
            <a:chOff x="2323294" y="287981"/>
            <a:chExt cx="356205" cy="355288"/>
          </a:xfrm>
        </p:grpSpPr>
        <p:sp>
          <p:nvSpPr>
            <p:cNvPr id="36" name="Google Shape;7166;p80">
              <a:extLst>
                <a:ext uri="{FF2B5EF4-FFF2-40B4-BE49-F238E27FC236}">
                  <a16:creationId xmlns:a16="http://schemas.microsoft.com/office/drawing/2014/main" id="{B2EAF930-B0D6-9845-A02A-37EC910C88EE}"/>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167;p80">
              <a:extLst>
                <a:ext uri="{FF2B5EF4-FFF2-40B4-BE49-F238E27FC236}">
                  <a16:creationId xmlns:a16="http://schemas.microsoft.com/office/drawing/2014/main" id="{A31C3711-F871-808B-096C-C5BD40149934}"/>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7168;p80">
              <a:extLst>
                <a:ext uri="{FF2B5EF4-FFF2-40B4-BE49-F238E27FC236}">
                  <a16:creationId xmlns:a16="http://schemas.microsoft.com/office/drawing/2014/main" id="{EFBAA753-24FF-227F-13C9-663060712E1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7169;p80">
              <a:extLst>
                <a:ext uri="{FF2B5EF4-FFF2-40B4-BE49-F238E27FC236}">
                  <a16:creationId xmlns:a16="http://schemas.microsoft.com/office/drawing/2014/main" id="{7F073D3C-E62C-0831-1D5A-9CE024418585}"/>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91238655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469" name="文本框 468">
            <a:extLst>
              <a:ext uri="{FF2B5EF4-FFF2-40B4-BE49-F238E27FC236}">
                <a16:creationId xmlns:a16="http://schemas.microsoft.com/office/drawing/2014/main" id="{60AAC8CF-B35F-2E3F-4E94-9DE2E1F7C5B2}"/>
              </a:ext>
            </a:extLst>
          </p:cNvPr>
          <p:cNvSpPr txBox="1"/>
          <p:nvPr/>
        </p:nvSpPr>
        <p:spPr>
          <a:xfrm>
            <a:off x="576363" y="1784695"/>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A.Here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2" name="文本框 471">
            <a:extLst>
              <a:ext uri="{FF2B5EF4-FFF2-40B4-BE49-F238E27FC236}">
                <a16:creationId xmlns:a16="http://schemas.microsoft.com/office/drawing/2014/main" id="{DBD39B71-EF92-DF97-1B1B-FA7CC4C130B0}"/>
              </a:ext>
            </a:extLst>
          </p:cNvPr>
          <p:cNvSpPr txBox="1"/>
          <p:nvPr/>
        </p:nvSpPr>
        <p:spPr>
          <a:xfrm>
            <a:off x="593558" y="2524079"/>
            <a:ext cx="334280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B.Here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8" name="文本框 497">
            <a:extLst>
              <a:ext uri="{FF2B5EF4-FFF2-40B4-BE49-F238E27FC236}">
                <a16:creationId xmlns:a16="http://schemas.microsoft.com/office/drawing/2014/main" id="{8E2FEAF4-9139-6A72-0A56-161A4B2898A9}"/>
              </a:ext>
            </a:extLst>
          </p:cNvPr>
          <p:cNvSpPr txBox="1"/>
          <p:nvPr/>
        </p:nvSpPr>
        <p:spPr>
          <a:xfrm>
            <a:off x="3936638" y="1818000"/>
            <a:ext cx="458567" cy="523220"/>
          </a:xfrm>
          <a:prstGeom prst="rect">
            <a:avLst/>
          </a:prstGeom>
          <a:noFill/>
        </p:spPr>
        <p:txBody>
          <a:bodyPr wrap="square" rtlCol="0">
            <a:spAutoFit/>
          </a:bodyPr>
          <a:lstStyle/>
          <a:p>
            <a:pPr algn="l"/>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A</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99" name="文本框 498">
            <a:extLst>
              <a:ext uri="{FF2B5EF4-FFF2-40B4-BE49-F238E27FC236}">
                <a16:creationId xmlns:a16="http://schemas.microsoft.com/office/drawing/2014/main" id="{84C79C71-94EA-609A-745D-37A013E0DF4C}"/>
              </a:ext>
            </a:extLst>
          </p:cNvPr>
          <p:cNvSpPr txBox="1"/>
          <p:nvPr/>
        </p:nvSpPr>
        <p:spPr>
          <a:xfrm>
            <a:off x="5189605" y="2244239"/>
            <a:ext cx="458567" cy="523220"/>
          </a:xfrm>
          <a:prstGeom prst="rect">
            <a:avLst/>
          </a:prstGeom>
          <a:noFill/>
        </p:spPr>
        <p:txBody>
          <a:bodyPr wrap="square" rtlCol="0">
            <a:spAutoFit/>
          </a:bodyPr>
          <a:lstStyle/>
          <a:p>
            <a:pPr algn="l"/>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B</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grpSp>
        <p:nvGrpSpPr>
          <p:cNvPr id="502" name="组合 501">
            <a:extLst>
              <a:ext uri="{FF2B5EF4-FFF2-40B4-BE49-F238E27FC236}">
                <a16:creationId xmlns:a16="http://schemas.microsoft.com/office/drawing/2014/main" id="{BE862820-A96F-BB6A-8B66-2E38003C9D97}"/>
              </a:ext>
            </a:extLst>
          </p:cNvPr>
          <p:cNvGrpSpPr/>
          <p:nvPr/>
        </p:nvGrpSpPr>
        <p:grpSpPr>
          <a:xfrm>
            <a:off x="6570686" y="1235563"/>
            <a:ext cx="415330" cy="415330"/>
            <a:chOff x="6570686" y="1235723"/>
            <a:chExt cx="561474" cy="561474"/>
          </a:xfrm>
        </p:grpSpPr>
        <p:sp>
          <p:nvSpPr>
            <p:cNvPr id="500" name="连接器 499">
              <a:extLst>
                <a:ext uri="{FF2B5EF4-FFF2-40B4-BE49-F238E27FC236}">
                  <a16:creationId xmlns:a16="http://schemas.microsoft.com/office/drawing/2014/main" id="{067E7D42-BCBA-C694-3021-15BE680A6378}"/>
                </a:ext>
              </a:extLst>
            </p:cNvPr>
            <p:cNvSpPr/>
            <p:nvPr/>
          </p:nvSpPr>
          <p:spPr>
            <a:xfrm>
              <a:off x="6570686" y="1235723"/>
              <a:ext cx="561474" cy="561474"/>
            </a:xfrm>
            <a:prstGeom prst="flowChartConnector">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1" name="乘 500">
              <a:extLst>
                <a:ext uri="{FF2B5EF4-FFF2-40B4-BE49-F238E27FC236}">
                  <a16:creationId xmlns:a16="http://schemas.microsoft.com/office/drawing/2014/main" id="{FB1517B5-305A-ED6D-FA0E-9983E9234296}"/>
                </a:ext>
              </a:extLst>
            </p:cNvPr>
            <p:cNvSpPr/>
            <p:nvPr/>
          </p:nvSpPr>
          <p:spPr>
            <a:xfrm>
              <a:off x="6648490" y="1301817"/>
              <a:ext cx="410678" cy="410678"/>
            </a:xfrm>
            <a:prstGeom prst="mathMultiply">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503" name="文本框 502">
            <a:extLst>
              <a:ext uri="{FF2B5EF4-FFF2-40B4-BE49-F238E27FC236}">
                <a16:creationId xmlns:a16="http://schemas.microsoft.com/office/drawing/2014/main" id="{E227393C-EC45-C036-230D-1CCDA18BE6DD}"/>
              </a:ext>
            </a:extLst>
          </p:cNvPr>
          <p:cNvSpPr txBox="1"/>
          <p:nvPr/>
        </p:nvSpPr>
        <p:spPr>
          <a:xfrm>
            <a:off x="7104112" y="1196752"/>
            <a:ext cx="4301066"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4" name="文本框 503">
            <a:extLst>
              <a:ext uri="{FF2B5EF4-FFF2-40B4-BE49-F238E27FC236}">
                <a16:creationId xmlns:a16="http://schemas.microsoft.com/office/drawing/2014/main" id="{6A968472-5729-7022-A64B-6E605EF2814F}"/>
              </a:ext>
            </a:extLst>
          </p:cNvPr>
          <p:cNvSpPr txBox="1"/>
          <p:nvPr/>
        </p:nvSpPr>
        <p:spPr>
          <a:xfrm>
            <a:off x="10671048" y="1645920"/>
            <a:ext cx="832104" cy="2215991"/>
          </a:xfrm>
          <a:prstGeom prst="rect">
            <a:avLst/>
          </a:prstGeom>
          <a:noFill/>
        </p:spPr>
        <p:txBody>
          <a:bodyPr wrap="square" rtlCol="0">
            <a:spAutoFit/>
          </a:bodyPr>
          <a:lstStyle/>
          <a:p>
            <a:pPr algn="l"/>
            <a:r>
              <a:rPr kumimoji="1" lang="zh-CN" altLang="en-US" sz="13800" b="1" dirty="0">
                <a:solidFill>
                  <a:srgbClr val="BB3023"/>
                </a:solidFill>
                <a:latin typeface="+mn-ea"/>
                <a:cs typeface="Alibaba PuHuiTi Medium" pitchFamily="18" charset="-122"/>
              </a:rPr>
              <a:t>？</a:t>
            </a:r>
          </a:p>
        </p:txBody>
      </p:sp>
      <p:sp>
        <p:nvSpPr>
          <p:cNvPr id="505" name="文本框 504">
            <a:extLst>
              <a:ext uri="{FF2B5EF4-FFF2-40B4-BE49-F238E27FC236}">
                <a16:creationId xmlns:a16="http://schemas.microsoft.com/office/drawing/2014/main" id="{EADBF098-A58A-2169-8B54-E8CEC3F7A465}"/>
              </a:ext>
            </a:extLst>
          </p:cNvPr>
          <p:cNvSpPr txBox="1"/>
          <p:nvPr/>
        </p:nvSpPr>
        <p:spPr>
          <a:xfrm>
            <a:off x="10077016" y="2217440"/>
            <a:ext cx="832104" cy="1569660"/>
          </a:xfrm>
          <a:prstGeom prst="rect">
            <a:avLst/>
          </a:prstGeom>
          <a:noFill/>
        </p:spPr>
        <p:txBody>
          <a:bodyPr wrap="square" rtlCol="0">
            <a:spAutoFit/>
          </a:bodyPr>
          <a:lstStyle/>
          <a:p>
            <a:pPr algn="l"/>
            <a:r>
              <a:rPr kumimoji="1" lang="zh-CN" altLang="en-US" sz="9600" b="1" dirty="0">
                <a:solidFill>
                  <a:srgbClr val="BB3023"/>
                </a:solidFill>
                <a:latin typeface="+mn-ea"/>
                <a:cs typeface="Alibaba PuHuiTi Medium" pitchFamily="18" charset="-122"/>
              </a:rPr>
              <a:t>？</a:t>
            </a:r>
          </a:p>
        </p:txBody>
      </p:sp>
      <p:cxnSp>
        <p:nvCxnSpPr>
          <p:cNvPr id="507" name="直线箭头连接符 506">
            <a:extLst>
              <a:ext uri="{FF2B5EF4-FFF2-40B4-BE49-F238E27FC236}">
                <a16:creationId xmlns:a16="http://schemas.microsoft.com/office/drawing/2014/main" id="{03885515-2AE8-553B-BA99-BE2F81336B75}"/>
              </a:ext>
            </a:extLst>
          </p:cNvPr>
          <p:cNvCxnSpPr>
            <a:cxnSpLocks/>
          </p:cNvCxnSpPr>
          <p:nvPr/>
        </p:nvCxnSpPr>
        <p:spPr>
          <a:xfrm flipV="1">
            <a:off x="8659368" y="1691640"/>
            <a:ext cx="2980944" cy="1353312"/>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8" name="文本框 507">
            <a:extLst>
              <a:ext uri="{FF2B5EF4-FFF2-40B4-BE49-F238E27FC236}">
                <a16:creationId xmlns:a16="http://schemas.microsoft.com/office/drawing/2014/main" id="{2E311300-8793-399B-79AE-416419F85744}"/>
              </a:ext>
            </a:extLst>
          </p:cNvPr>
          <p:cNvSpPr txBox="1"/>
          <p:nvPr/>
        </p:nvSpPr>
        <p:spPr>
          <a:xfrm>
            <a:off x="9519240" y="2521472"/>
            <a:ext cx="832104" cy="1200329"/>
          </a:xfrm>
          <a:prstGeom prst="rect">
            <a:avLst/>
          </a:prstGeom>
          <a:noFill/>
        </p:spPr>
        <p:txBody>
          <a:bodyPr wrap="square" rtlCol="0">
            <a:spAutoFit/>
          </a:bodyPr>
          <a:lstStyle/>
          <a:p>
            <a:pPr algn="l"/>
            <a:r>
              <a:rPr kumimoji="1" lang="zh-CN" altLang="en-US" sz="7200" b="1" dirty="0">
                <a:solidFill>
                  <a:srgbClr val="BB3023"/>
                </a:solidFill>
                <a:latin typeface="+mn-ea"/>
                <a:cs typeface="Alibaba PuHuiTi Medium" pitchFamily="18" charset="-122"/>
              </a:rPr>
              <a:t>？</a:t>
            </a:r>
          </a:p>
        </p:txBody>
      </p:sp>
      <p:sp>
        <p:nvSpPr>
          <p:cNvPr id="509" name="文本框 508">
            <a:extLst>
              <a:ext uri="{FF2B5EF4-FFF2-40B4-BE49-F238E27FC236}">
                <a16:creationId xmlns:a16="http://schemas.microsoft.com/office/drawing/2014/main" id="{CADC89B0-AC15-B45C-01C1-41C83A40E498}"/>
              </a:ext>
            </a:extLst>
          </p:cNvPr>
          <p:cNvSpPr txBox="1"/>
          <p:nvPr/>
        </p:nvSpPr>
        <p:spPr>
          <a:xfrm>
            <a:off x="9058616" y="2820936"/>
            <a:ext cx="832104" cy="830997"/>
          </a:xfrm>
          <a:prstGeom prst="rect">
            <a:avLst/>
          </a:prstGeom>
          <a:noFill/>
        </p:spPr>
        <p:txBody>
          <a:bodyPr wrap="square" rtlCol="0">
            <a:spAutoFit/>
          </a:bodyPr>
          <a:lstStyle/>
          <a:p>
            <a:pPr algn="l"/>
            <a:r>
              <a:rPr kumimoji="1" lang="zh-CN" altLang="en-US" sz="4800" b="1" dirty="0">
                <a:solidFill>
                  <a:srgbClr val="BB3023"/>
                </a:solidFill>
                <a:latin typeface="+mn-ea"/>
                <a:cs typeface="Alibaba PuHuiTi Medium" pitchFamily="18" charset="-122"/>
              </a:rPr>
              <a:t>？</a:t>
            </a:r>
          </a:p>
        </p:txBody>
      </p:sp>
      <p:sp>
        <p:nvSpPr>
          <p:cNvPr id="510" name="文本框 509">
            <a:extLst>
              <a:ext uri="{FF2B5EF4-FFF2-40B4-BE49-F238E27FC236}">
                <a16:creationId xmlns:a16="http://schemas.microsoft.com/office/drawing/2014/main" id="{98AA5D4E-67CA-2EDE-B55D-7C74F83B304E}"/>
              </a:ext>
            </a:extLst>
          </p:cNvPr>
          <p:cNvSpPr txBox="1"/>
          <p:nvPr/>
        </p:nvSpPr>
        <p:spPr>
          <a:xfrm>
            <a:off x="8727152" y="3008384"/>
            <a:ext cx="832104" cy="584775"/>
          </a:xfrm>
          <a:prstGeom prst="rect">
            <a:avLst/>
          </a:prstGeom>
          <a:noFill/>
        </p:spPr>
        <p:txBody>
          <a:bodyPr wrap="square" rtlCol="0">
            <a:spAutoFit/>
          </a:bodyPr>
          <a:lstStyle/>
          <a:p>
            <a:pPr algn="l"/>
            <a:r>
              <a:rPr kumimoji="1" lang="zh-CN" altLang="en-US" sz="3200" b="1" dirty="0">
                <a:solidFill>
                  <a:srgbClr val="BB3023"/>
                </a:solidFill>
                <a:latin typeface="+mn-ea"/>
                <a:cs typeface="Alibaba PuHuiTi Medium" pitchFamily="18" charset="-122"/>
              </a:rPr>
              <a:t>？</a:t>
            </a: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4" name="文本框 513">
            <a:extLst>
              <a:ext uri="{FF2B5EF4-FFF2-40B4-BE49-F238E27FC236}">
                <a16:creationId xmlns:a16="http://schemas.microsoft.com/office/drawing/2014/main" id="{53C329BD-49A9-1504-4D54-6126366217E5}"/>
              </a:ext>
            </a:extLst>
          </p:cNvPr>
          <p:cNvSpPr txBox="1"/>
          <p:nvPr/>
        </p:nvSpPr>
        <p:spPr>
          <a:xfrm>
            <a:off x="6562231" y="2626624"/>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a:t>
            </a:r>
            <a:endParaRPr kumimoji="1" lang="en-US" altLang="zh-CN" sz="1600" dirty="0">
              <a:solidFill>
                <a:schemeClr val="bg1"/>
              </a:solidFill>
              <a:latin typeface="Alibaba PuHuiTi Medium" pitchFamily="18" charset="-122"/>
              <a:ea typeface="Alibaba PuHuiTi Medium" pitchFamily="18" charset="-122"/>
              <a:cs typeface="Alibaba PuHuiTi Medium" pitchFamily="18" charset="-122"/>
            </a:endParaRPr>
          </a:p>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write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872226" y="4149080"/>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523" name="Google Shape;6503;p78">
            <a:extLst>
              <a:ext uri="{FF2B5EF4-FFF2-40B4-BE49-F238E27FC236}">
                <a16:creationId xmlns:a16="http://schemas.microsoft.com/office/drawing/2014/main" id="{A378CAD1-CFCC-05AA-9D2E-946F42A872D2}"/>
              </a:ext>
            </a:extLst>
          </p:cNvPr>
          <p:cNvGrpSpPr/>
          <p:nvPr/>
        </p:nvGrpSpPr>
        <p:grpSpPr>
          <a:xfrm>
            <a:off x="3223152" y="5290933"/>
            <a:ext cx="453080" cy="514389"/>
            <a:chOff x="3947025" y="3955025"/>
            <a:chExt cx="122125" cy="138650"/>
          </a:xfrm>
          <a:solidFill>
            <a:schemeClr val="bg1"/>
          </a:solidFill>
        </p:grpSpPr>
        <p:sp>
          <p:nvSpPr>
            <p:cNvPr id="524" name="Google Shape;6504;p78">
              <a:extLst>
                <a:ext uri="{FF2B5EF4-FFF2-40B4-BE49-F238E27FC236}">
                  <a16:creationId xmlns:a16="http://schemas.microsoft.com/office/drawing/2014/main" id="{37C30A00-D628-6BB2-A8DC-98ABF91FD249}"/>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5" name="Google Shape;6505;p78">
              <a:extLst>
                <a:ext uri="{FF2B5EF4-FFF2-40B4-BE49-F238E27FC236}">
                  <a16:creationId xmlns:a16="http://schemas.microsoft.com/office/drawing/2014/main" id="{487F6C6C-2B50-1796-1470-754D0E6F6016}"/>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4413829"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2" name="三角形 531">
            <a:extLst>
              <a:ext uri="{FF2B5EF4-FFF2-40B4-BE49-F238E27FC236}">
                <a16:creationId xmlns:a16="http://schemas.microsoft.com/office/drawing/2014/main" id="{2EBE6FE0-C1DE-5B06-077F-75C8CAE7A620}"/>
              </a:ext>
            </a:extLst>
          </p:cNvPr>
          <p:cNvSpPr/>
          <p:nvPr/>
        </p:nvSpPr>
        <p:spPr>
          <a:xfrm rot="5400000">
            <a:off x="547841"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5" name="矩形 534">
            <a:extLst>
              <a:ext uri="{FF2B5EF4-FFF2-40B4-BE49-F238E27FC236}">
                <a16:creationId xmlns:a16="http://schemas.microsoft.com/office/drawing/2014/main" id="{B1DFBDF0-5F19-A9F2-E1AF-C0006F08C0C9}"/>
              </a:ext>
            </a:extLst>
          </p:cNvPr>
          <p:cNvSpPr/>
          <p:nvPr/>
        </p:nvSpPr>
        <p:spPr>
          <a:xfrm>
            <a:off x="10042358" y="4844716"/>
            <a:ext cx="819399" cy="819399"/>
          </a:xfrm>
          <a:prstGeom prst="rect">
            <a:avLst/>
          </a:prstGeom>
          <a:noFill/>
          <a:ln w="412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6" name="矩形 535">
            <a:extLst>
              <a:ext uri="{FF2B5EF4-FFF2-40B4-BE49-F238E27FC236}">
                <a16:creationId xmlns:a16="http://schemas.microsoft.com/office/drawing/2014/main" id="{E46BB438-3F5C-FB10-BD2F-9E70382F7572}"/>
              </a:ext>
            </a:extLst>
          </p:cNvPr>
          <p:cNvSpPr/>
          <p:nvPr/>
        </p:nvSpPr>
        <p:spPr>
          <a:xfrm>
            <a:off x="10538791" y="5069866"/>
            <a:ext cx="819399" cy="819399"/>
          </a:xfrm>
          <a:prstGeom prst="rect">
            <a:avLst/>
          </a:prstGeom>
          <a:noFill/>
          <a:ln w="412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7" name="矩形 536">
            <a:extLst>
              <a:ext uri="{FF2B5EF4-FFF2-40B4-BE49-F238E27FC236}">
                <a16:creationId xmlns:a16="http://schemas.microsoft.com/office/drawing/2014/main" id="{75307B5B-87DB-A973-AC7F-7FF07144467F}"/>
              </a:ext>
            </a:extLst>
          </p:cNvPr>
          <p:cNvSpPr/>
          <p:nvPr/>
        </p:nvSpPr>
        <p:spPr>
          <a:xfrm>
            <a:off x="10329518" y="5340768"/>
            <a:ext cx="819399" cy="819399"/>
          </a:xfrm>
          <a:prstGeom prst="rect">
            <a:avLst/>
          </a:prstGeom>
          <a:noFill/>
          <a:ln w="412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8" name="矩形 537">
            <a:extLst>
              <a:ext uri="{FF2B5EF4-FFF2-40B4-BE49-F238E27FC236}">
                <a16:creationId xmlns:a16="http://schemas.microsoft.com/office/drawing/2014/main" id="{79B8DE2F-75DB-31C2-E655-445F7FD947EB}"/>
              </a:ext>
            </a:extLst>
          </p:cNvPr>
          <p:cNvSpPr/>
          <p:nvPr/>
        </p:nvSpPr>
        <p:spPr>
          <a:xfrm>
            <a:off x="10549537" y="5341404"/>
            <a:ext cx="310968" cy="310607"/>
          </a:xfrm>
          <a:prstGeom prst="rect">
            <a:avLst/>
          </a:prstGeom>
          <a:solidFill>
            <a:srgbClr val="BB3023"/>
          </a:solidFill>
          <a:ln w="412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39" name="直线箭头连接符 538">
            <a:extLst>
              <a:ext uri="{FF2B5EF4-FFF2-40B4-BE49-F238E27FC236}">
                <a16:creationId xmlns:a16="http://schemas.microsoft.com/office/drawing/2014/main" id="{5F89DE8A-C13E-34D8-9E39-15A7D959B99F}"/>
              </a:ext>
            </a:extLst>
          </p:cNvPr>
          <p:cNvCxnSpPr>
            <a:cxnSpLocks/>
          </p:cNvCxnSpPr>
          <p:nvPr/>
        </p:nvCxnSpPr>
        <p:spPr>
          <a:xfrm flipV="1">
            <a:off x="10817316" y="4604084"/>
            <a:ext cx="412158" cy="796298"/>
          </a:xfrm>
          <a:prstGeom prst="straightConnector1">
            <a:avLst/>
          </a:prstGeom>
          <a:ln w="38100">
            <a:solidFill>
              <a:srgbClr val="BB3023"/>
            </a:solidFill>
            <a:tailEnd type="triangle"/>
          </a:ln>
        </p:spPr>
        <p:style>
          <a:lnRef idx="1">
            <a:schemeClr val="accent1"/>
          </a:lnRef>
          <a:fillRef idx="0">
            <a:schemeClr val="accent1"/>
          </a:fillRef>
          <a:effectRef idx="0">
            <a:schemeClr val="accent1"/>
          </a:effectRef>
          <a:fontRef idx="minor">
            <a:schemeClr val="tx1"/>
          </a:fontRef>
        </p:style>
      </p:cxnSp>
      <p:sp>
        <p:nvSpPr>
          <p:cNvPr id="543" name="文本框 542">
            <a:extLst>
              <a:ext uri="{FF2B5EF4-FFF2-40B4-BE49-F238E27FC236}">
                <a16:creationId xmlns:a16="http://schemas.microsoft.com/office/drawing/2014/main" id="{9D43F725-DE86-DE4C-917F-EA007514AE7B}"/>
              </a:ext>
            </a:extLst>
          </p:cNvPr>
          <p:cNvSpPr txBox="1"/>
          <p:nvPr/>
        </p:nvSpPr>
        <p:spPr>
          <a:xfrm>
            <a:off x="10904494" y="4154905"/>
            <a:ext cx="998748" cy="461665"/>
          </a:xfrm>
          <a:prstGeom prst="rect">
            <a:avLst/>
          </a:prstGeom>
          <a:noFill/>
        </p:spPr>
        <p:txBody>
          <a:bodyPr wrap="square" rtlCol="0">
            <a:spAutoFit/>
          </a:bodyPr>
          <a:lstStyle/>
          <a:p>
            <a:pPr algn="l"/>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aria</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6" y="5733256"/>
            <a:ext cx="3650849"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B8EF6C03-0FC5-A1CE-D3E7-58E834A2D0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F615D98E-AD7D-61A1-F310-BDE53082FC6E}"/>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6" name="直线连接符 15">
            <a:extLst>
              <a:ext uri="{FF2B5EF4-FFF2-40B4-BE49-F238E27FC236}">
                <a16:creationId xmlns:a16="http://schemas.microsoft.com/office/drawing/2014/main" id="{FC33F0D8-D442-A8A5-8EF2-A211BFDB674C}"/>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F41D5BAB-E7F8-504D-60A8-DCD20AC6A67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6131E5AB-C940-2B97-0F61-E6B156BEF4C4}"/>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872B0AF1-6044-F59C-62CB-D3820B42DFB5}"/>
              </a:ext>
            </a:extLst>
          </p:cNvPr>
          <p:cNvGrpSpPr/>
          <p:nvPr/>
        </p:nvGrpSpPr>
        <p:grpSpPr>
          <a:xfrm>
            <a:off x="2212826" y="287981"/>
            <a:ext cx="356205" cy="355288"/>
            <a:chOff x="2323294" y="287981"/>
            <a:chExt cx="356205" cy="355288"/>
          </a:xfrm>
        </p:grpSpPr>
        <p:sp>
          <p:nvSpPr>
            <p:cNvPr id="20" name="Google Shape;7166;p80">
              <a:extLst>
                <a:ext uri="{FF2B5EF4-FFF2-40B4-BE49-F238E27FC236}">
                  <a16:creationId xmlns:a16="http://schemas.microsoft.com/office/drawing/2014/main" id="{0C1A3DE1-FB18-966C-40A0-802CB4C47CB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556ED4E7-AEA5-D479-B1B3-E460C234653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516C8D7D-7994-8CFE-9621-6EEF0A9810B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9;p80">
              <a:extLst>
                <a:ext uri="{FF2B5EF4-FFF2-40B4-BE49-F238E27FC236}">
                  <a16:creationId xmlns:a16="http://schemas.microsoft.com/office/drawing/2014/main" id="{0E832FD0-B1E7-7FA8-114B-2CD8E012C1C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文本框 2">
            <a:extLst>
              <a:ext uri="{FF2B5EF4-FFF2-40B4-BE49-F238E27FC236}">
                <a16:creationId xmlns:a16="http://schemas.microsoft.com/office/drawing/2014/main" id="{BB3EAB7C-B3A2-B801-65D2-2824A3A542D1}"/>
              </a:ext>
            </a:extLst>
          </p:cNvPr>
          <p:cNvSpPr txBox="1"/>
          <p:nvPr/>
        </p:nvSpPr>
        <p:spPr>
          <a:xfrm rot="21225236">
            <a:off x="4799364" y="5263814"/>
            <a:ext cx="702726" cy="261610"/>
          </a:xfrm>
          <a:prstGeom prst="rect">
            <a:avLst/>
          </a:prstGeom>
          <a:solidFill>
            <a:srgbClr val="BB3023"/>
          </a:solidFill>
        </p:spPr>
        <p:txBody>
          <a:bodyPr wrap="square" rtlCol="0">
            <a:spAutoFit/>
          </a:bodyPr>
          <a:lstStyle/>
          <a:p>
            <a:pPr algn="l"/>
            <a:r>
              <a:rPr kumimoji="1" lang="zh-CN" altLang="en-US" sz="1100" b="1" dirty="0">
                <a:solidFill>
                  <a:schemeClr val="bg1"/>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EDBB9954-5B2F-8DF1-740D-918AEAD634D5}"/>
              </a:ext>
            </a:extLst>
          </p:cNvPr>
          <p:cNvSpPr txBox="1"/>
          <p:nvPr/>
        </p:nvSpPr>
        <p:spPr>
          <a:xfrm rot="1100280">
            <a:off x="4798247" y="5748467"/>
            <a:ext cx="752851" cy="263706"/>
          </a:xfrm>
          <a:prstGeom prst="rect">
            <a:avLst/>
          </a:prstGeom>
          <a:solidFill>
            <a:srgbClr val="BB3023"/>
          </a:solidFill>
        </p:spPr>
        <p:txBody>
          <a:bodyPr wrap="square" rtlCol="0">
            <a:spAutoFit/>
          </a:bodyPr>
          <a:lstStyle/>
          <a:p>
            <a:pPr algn="l"/>
            <a:r>
              <a:rPr kumimoji="1" lang="zh-CN" altLang="en-US" sz="1100" b="1" dirty="0">
                <a:solidFill>
                  <a:schemeClr val="bg1"/>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DF89E2FD-EEBF-00AF-B3CD-42944D80CD9A}"/>
              </a:ext>
            </a:extLst>
          </p:cNvPr>
          <p:cNvSpPr txBox="1"/>
          <p:nvPr/>
        </p:nvSpPr>
        <p:spPr>
          <a:xfrm rot="19986155">
            <a:off x="4658522" y="4776259"/>
            <a:ext cx="853564" cy="261610"/>
          </a:xfrm>
          <a:prstGeom prst="rect">
            <a:avLst/>
          </a:prstGeom>
          <a:solidFill>
            <a:srgbClr val="BB3023"/>
          </a:solidFill>
        </p:spPr>
        <p:txBody>
          <a:bodyPr wrap="square" rtlCol="0">
            <a:spAutoFit/>
          </a:bodyPr>
          <a:lstStyle/>
          <a:p>
            <a:pPr algn="l"/>
            <a:r>
              <a:rPr kumimoji="1" lang="zh-CN" altLang="en-US" sz="1100" b="1" dirty="0">
                <a:solidFill>
                  <a:schemeClr val="bg1"/>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1100" b="1" dirty="0">
              <a:solidFill>
                <a:schemeClr val="bg1"/>
              </a:solidFill>
              <a:latin typeface="Alibaba PuHuiTi Medium" pitchFamily="18" charset="-122"/>
              <a:ea typeface="Alibaba PuHuiTi Medium" pitchFamily="18" charset="-122"/>
              <a:cs typeface="Alibaba PuHuiTi Medium" pitchFamily="18" charset="-122"/>
            </a:endParaRPr>
          </a:p>
        </p:txBody>
      </p:sp>
      <p:pic>
        <p:nvPicPr>
          <p:cNvPr id="10" name="图片 9">
            <a:extLst>
              <a:ext uri="{FF2B5EF4-FFF2-40B4-BE49-F238E27FC236}">
                <a16:creationId xmlns:a16="http://schemas.microsoft.com/office/drawing/2014/main" id="{22AE7FDB-919E-E654-D132-C7F49FFD93EE}"/>
              </a:ext>
            </a:extLst>
          </p:cNvPr>
          <p:cNvPicPr>
            <a:picLocks noChangeAspect="1"/>
          </p:cNvPicPr>
          <p:nvPr/>
        </p:nvPicPr>
        <p:blipFill>
          <a:blip r:embed="rId3"/>
          <a:stretch>
            <a:fillRect/>
          </a:stretch>
        </p:blipFill>
        <p:spPr>
          <a:xfrm>
            <a:off x="3925347" y="1635224"/>
            <a:ext cx="1701800" cy="1739900"/>
          </a:xfrm>
          <a:prstGeom prst="rect">
            <a:avLst/>
          </a:prstGeom>
        </p:spPr>
      </p:pic>
      <p:pic>
        <p:nvPicPr>
          <p:cNvPr id="11" name="图片 10">
            <a:extLst>
              <a:ext uri="{FF2B5EF4-FFF2-40B4-BE49-F238E27FC236}">
                <a16:creationId xmlns:a16="http://schemas.microsoft.com/office/drawing/2014/main" id="{F9374A87-EDFD-1525-6901-94E17219F8B7}"/>
              </a:ext>
            </a:extLst>
          </p:cNvPr>
          <p:cNvPicPr>
            <a:picLocks noChangeAspect="1"/>
          </p:cNvPicPr>
          <p:nvPr/>
        </p:nvPicPr>
        <p:blipFill>
          <a:blip r:embed="rId4"/>
          <a:stretch>
            <a:fillRect/>
          </a:stretch>
        </p:blipFill>
        <p:spPr>
          <a:xfrm>
            <a:off x="3782112" y="5108215"/>
            <a:ext cx="838200" cy="977900"/>
          </a:xfrm>
          <a:prstGeom prst="rect">
            <a:avLst/>
          </a:prstGeom>
        </p:spPr>
      </p:pic>
    </p:spTree>
    <p:extLst>
      <p:ext uri="{BB962C8B-B14F-4D97-AF65-F5344CB8AC3E}">
        <p14:creationId xmlns:p14="http://schemas.microsoft.com/office/powerpoint/2010/main" val="395017105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469" name="文本框 468">
            <a:extLst>
              <a:ext uri="{FF2B5EF4-FFF2-40B4-BE49-F238E27FC236}">
                <a16:creationId xmlns:a16="http://schemas.microsoft.com/office/drawing/2014/main" id="{60AAC8CF-B35F-2E3F-4E94-9DE2E1F7C5B2}"/>
              </a:ext>
            </a:extLst>
          </p:cNvPr>
          <p:cNvSpPr txBox="1"/>
          <p:nvPr/>
        </p:nvSpPr>
        <p:spPr>
          <a:xfrm>
            <a:off x="576363" y="1784695"/>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A.Here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2" name="文本框 471">
            <a:extLst>
              <a:ext uri="{FF2B5EF4-FFF2-40B4-BE49-F238E27FC236}">
                <a16:creationId xmlns:a16="http://schemas.microsoft.com/office/drawing/2014/main" id="{DBD39B71-EF92-DF97-1B1B-FA7CC4C130B0}"/>
              </a:ext>
            </a:extLst>
          </p:cNvPr>
          <p:cNvSpPr txBox="1"/>
          <p:nvPr/>
        </p:nvSpPr>
        <p:spPr>
          <a:xfrm>
            <a:off x="593558" y="2524079"/>
            <a:ext cx="334280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B.Here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8" name="文本框 497">
            <a:extLst>
              <a:ext uri="{FF2B5EF4-FFF2-40B4-BE49-F238E27FC236}">
                <a16:creationId xmlns:a16="http://schemas.microsoft.com/office/drawing/2014/main" id="{8E2FEAF4-9139-6A72-0A56-161A4B2898A9}"/>
              </a:ext>
            </a:extLst>
          </p:cNvPr>
          <p:cNvSpPr txBox="1"/>
          <p:nvPr/>
        </p:nvSpPr>
        <p:spPr>
          <a:xfrm>
            <a:off x="3918562" y="1796176"/>
            <a:ext cx="458567" cy="523220"/>
          </a:xfrm>
          <a:prstGeom prst="rect">
            <a:avLst/>
          </a:prstGeom>
          <a:noFill/>
        </p:spPr>
        <p:txBody>
          <a:bodyPr wrap="square" rtlCol="0">
            <a:spAutoFit/>
          </a:bodyPr>
          <a:lstStyle/>
          <a:p>
            <a:pPr algn="l"/>
            <a:r>
              <a:rPr kumimoji="1" lang="en" altLang="zh-CN" sz="2800" dirty="0">
                <a:solidFill>
                  <a:schemeClr val="bg1"/>
                </a:solidFill>
                <a:latin typeface="Alibaba PuHuiTi Medium" pitchFamily="18" charset="-122"/>
                <a:ea typeface="Alibaba PuHuiTi Medium" pitchFamily="18" charset="-122"/>
                <a:cs typeface="Alibaba PuHuiTi Medium" pitchFamily="18" charset="-122"/>
              </a:rPr>
              <a:t>A</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9" name="文本框 498">
            <a:extLst>
              <a:ext uri="{FF2B5EF4-FFF2-40B4-BE49-F238E27FC236}">
                <a16:creationId xmlns:a16="http://schemas.microsoft.com/office/drawing/2014/main" id="{84C79C71-94EA-609A-745D-37A013E0DF4C}"/>
              </a:ext>
            </a:extLst>
          </p:cNvPr>
          <p:cNvSpPr txBox="1"/>
          <p:nvPr/>
        </p:nvSpPr>
        <p:spPr>
          <a:xfrm>
            <a:off x="5188062" y="2262537"/>
            <a:ext cx="458567" cy="523220"/>
          </a:xfrm>
          <a:prstGeom prst="rect">
            <a:avLst/>
          </a:prstGeom>
          <a:noFill/>
        </p:spPr>
        <p:txBody>
          <a:bodyPr wrap="square" rtlCol="0">
            <a:spAutoFit/>
          </a:bodyPr>
          <a:lstStyle/>
          <a:p>
            <a:pPr algn="l"/>
            <a:r>
              <a:rPr kumimoji="1" lang="en" altLang="zh-CN" sz="2800" dirty="0">
                <a:solidFill>
                  <a:schemeClr val="bg1"/>
                </a:solidFill>
                <a:latin typeface="Alibaba PuHuiTi Medium" pitchFamily="18" charset="-122"/>
                <a:ea typeface="Alibaba PuHuiTi Medium" pitchFamily="18" charset="-122"/>
                <a:cs typeface="Alibaba PuHuiTi Medium" pitchFamily="18" charset="-122"/>
              </a:rPr>
              <a:t>B</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502" name="组合 501">
            <a:extLst>
              <a:ext uri="{FF2B5EF4-FFF2-40B4-BE49-F238E27FC236}">
                <a16:creationId xmlns:a16="http://schemas.microsoft.com/office/drawing/2014/main" id="{BE862820-A96F-BB6A-8B66-2E38003C9D97}"/>
              </a:ext>
            </a:extLst>
          </p:cNvPr>
          <p:cNvGrpSpPr/>
          <p:nvPr/>
        </p:nvGrpSpPr>
        <p:grpSpPr>
          <a:xfrm>
            <a:off x="6570686" y="1235563"/>
            <a:ext cx="415330" cy="415330"/>
            <a:chOff x="6570686" y="1235723"/>
            <a:chExt cx="561474" cy="561474"/>
          </a:xfrm>
        </p:grpSpPr>
        <p:sp>
          <p:nvSpPr>
            <p:cNvPr id="500" name="连接器 499">
              <a:extLst>
                <a:ext uri="{FF2B5EF4-FFF2-40B4-BE49-F238E27FC236}">
                  <a16:creationId xmlns:a16="http://schemas.microsoft.com/office/drawing/2014/main" id="{067E7D42-BCBA-C694-3021-15BE680A6378}"/>
                </a:ext>
              </a:extLst>
            </p:cNvPr>
            <p:cNvSpPr/>
            <p:nvPr/>
          </p:nvSpPr>
          <p:spPr>
            <a:xfrm>
              <a:off x="6570686" y="1235723"/>
              <a:ext cx="561474" cy="561474"/>
            </a:xfrm>
            <a:prstGeom prst="flowChartConnector">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1" name="乘 500">
              <a:extLst>
                <a:ext uri="{FF2B5EF4-FFF2-40B4-BE49-F238E27FC236}">
                  <a16:creationId xmlns:a16="http://schemas.microsoft.com/office/drawing/2014/main" id="{FB1517B5-305A-ED6D-FA0E-9983E9234296}"/>
                </a:ext>
              </a:extLst>
            </p:cNvPr>
            <p:cNvSpPr/>
            <p:nvPr/>
          </p:nvSpPr>
          <p:spPr>
            <a:xfrm>
              <a:off x="6648490" y="1301817"/>
              <a:ext cx="410678" cy="410678"/>
            </a:xfrm>
            <a:prstGeom prst="mathMultiply">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503" name="文本框 502">
            <a:extLst>
              <a:ext uri="{FF2B5EF4-FFF2-40B4-BE49-F238E27FC236}">
                <a16:creationId xmlns:a16="http://schemas.microsoft.com/office/drawing/2014/main" id="{E227393C-EC45-C036-230D-1CCDA18BE6DD}"/>
              </a:ext>
            </a:extLst>
          </p:cNvPr>
          <p:cNvSpPr txBox="1"/>
          <p:nvPr/>
        </p:nvSpPr>
        <p:spPr>
          <a:xfrm>
            <a:off x="7104112" y="1196752"/>
            <a:ext cx="4301066"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4" name="文本框 503">
            <a:extLst>
              <a:ext uri="{FF2B5EF4-FFF2-40B4-BE49-F238E27FC236}">
                <a16:creationId xmlns:a16="http://schemas.microsoft.com/office/drawing/2014/main" id="{6A968472-5729-7022-A64B-6E605EF2814F}"/>
              </a:ext>
            </a:extLst>
          </p:cNvPr>
          <p:cNvSpPr txBox="1"/>
          <p:nvPr/>
        </p:nvSpPr>
        <p:spPr>
          <a:xfrm>
            <a:off x="10671048" y="1645920"/>
            <a:ext cx="832104" cy="2215991"/>
          </a:xfrm>
          <a:prstGeom prst="rect">
            <a:avLst/>
          </a:prstGeom>
          <a:noFill/>
        </p:spPr>
        <p:txBody>
          <a:bodyPr wrap="square" rtlCol="0">
            <a:spAutoFit/>
          </a:bodyPr>
          <a:lstStyle/>
          <a:p>
            <a:pPr algn="l"/>
            <a:r>
              <a:rPr kumimoji="1" lang="zh-CN" altLang="en-US" sz="13800" b="1" dirty="0">
                <a:solidFill>
                  <a:schemeClr val="bg1"/>
                </a:solidFill>
                <a:latin typeface="+mn-ea"/>
                <a:cs typeface="Alibaba PuHuiTi Medium" pitchFamily="18" charset="-122"/>
              </a:rPr>
              <a:t>？</a:t>
            </a:r>
          </a:p>
        </p:txBody>
      </p:sp>
      <p:sp>
        <p:nvSpPr>
          <p:cNvPr id="505" name="文本框 504">
            <a:extLst>
              <a:ext uri="{FF2B5EF4-FFF2-40B4-BE49-F238E27FC236}">
                <a16:creationId xmlns:a16="http://schemas.microsoft.com/office/drawing/2014/main" id="{EADBF098-A58A-2169-8B54-E8CEC3F7A465}"/>
              </a:ext>
            </a:extLst>
          </p:cNvPr>
          <p:cNvSpPr txBox="1"/>
          <p:nvPr/>
        </p:nvSpPr>
        <p:spPr>
          <a:xfrm>
            <a:off x="10077016" y="2217440"/>
            <a:ext cx="832104" cy="1569660"/>
          </a:xfrm>
          <a:prstGeom prst="rect">
            <a:avLst/>
          </a:prstGeom>
          <a:noFill/>
        </p:spPr>
        <p:txBody>
          <a:bodyPr wrap="square" rtlCol="0">
            <a:spAutoFit/>
          </a:bodyPr>
          <a:lstStyle/>
          <a:p>
            <a:pPr algn="l"/>
            <a:r>
              <a:rPr kumimoji="1" lang="zh-CN" altLang="en-US" sz="9600" b="1" dirty="0">
                <a:solidFill>
                  <a:schemeClr val="bg1"/>
                </a:solidFill>
                <a:latin typeface="+mn-ea"/>
                <a:cs typeface="Alibaba PuHuiTi Medium" pitchFamily="18" charset="-122"/>
              </a:rPr>
              <a:t>？</a:t>
            </a:r>
          </a:p>
        </p:txBody>
      </p:sp>
      <p:cxnSp>
        <p:nvCxnSpPr>
          <p:cNvPr id="507" name="直线箭头连接符 506">
            <a:extLst>
              <a:ext uri="{FF2B5EF4-FFF2-40B4-BE49-F238E27FC236}">
                <a16:creationId xmlns:a16="http://schemas.microsoft.com/office/drawing/2014/main" id="{03885515-2AE8-553B-BA99-BE2F81336B75}"/>
              </a:ext>
            </a:extLst>
          </p:cNvPr>
          <p:cNvCxnSpPr>
            <a:cxnSpLocks/>
          </p:cNvCxnSpPr>
          <p:nvPr/>
        </p:nvCxnSpPr>
        <p:spPr>
          <a:xfrm flipV="1">
            <a:off x="8659368" y="1691640"/>
            <a:ext cx="2980944" cy="1353312"/>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08" name="文本框 507">
            <a:extLst>
              <a:ext uri="{FF2B5EF4-FFF2-40B4-BE49-F238E27FC236}">
                <a16:creationId xmlns:a16="http://schemas.microsoft.com/office/drawing/2014/main" id="{2E311300-8793-399B-79AE-416419F85744}"/>
              </a:ext>
            </a:extLst>
          </p:cNvPr>
          <p:cNvSpPr txBox="1"/>
          <p:nvPr/>
        </p:nvSpPr>
        <p:spPr>
          <a:xfrm>
            <a:off x="9519240" y="2521472"/>
            <a:ext cx="832104" cy="1200329"/>
          </a:xfrm>
          <a:prstGeom prst="rect">
            <a:avLst/>
          </a:prstGeom>
          <a:noFill/>
        </p:spPr>
        <p:txBody>
          <a:bodyPr wrap="square" rtlCol="0">
            <a:spAutoFit/>
          </a:bodyPr>
          <a:lstStyle/>
          <a:p>
            <a:pPr algn="l"/>
            <a:r>
              <a:rPr kumimoji="1" lang="zh-CN" altLang="en-US" sz="7200" b="1" dirty="0">
                <a:solidFill>
                  <a:schemeClr val="bg1"/>
                </a:solidFill>
                <a:latin typeface="+mn-ea"/>
                <a:cs typeface="Alibaba PuHuiTi Medium" pitchFamily="18" charset="-122"/>
              </a:rPr>
              <a:t>？</a:t>
            </a:r>
          </a:p>
        </p:txBody>
      </p:sp>
      <p:sp>
        <p:nvSpPr>
          <p:cNvPr id="509" name="文本框 508">
            <a:extLst>
              <a:ext uri="{FF2B5EF4-FFF2-40B4-BE49-F238E27FC236}">
                <a16:creationId xmlns:a16="http://schemas.microsoft.com/office/drawing/2014/main" id="{CADC89B0-AC15-B45C-01C1-41C83A40E498}"/>
              </a:ext>
            </a:extLst>
          </p:cNvPr>
          <p:cNvSpPr txBox="1"/>
          <p:nvPr/>
        </p:nvSpPr>
        <p:spPr>
          <a:xfrm>
            <a:off x="9058616" y="2820936"/>
            <a:ext cx="832104" cy="830997"/>
          </a:xfrm>
          <a:prstGeom prst="rect">
            <a:avLst/>
          </a:prstGeom>
          <a:noFill/>
        </p:spPr>
        <p:txBody>
          <a:bodyPr wrap="square" rtlCol="0">
            <a:spAutoFit/>
          </a:bodyPr>
          <a:lstStyle/>
          <a:p>
            <a:pPr algn="l"/>
            <a:r>
              <a:rPr kumimoji="1" lang="zh-CN" altLang="en-US" sz="4800" b="1" dirty="0">
                <a:solidFill>
                  <a:schemeClr val="bg1"/>
                </a:solidFill>
                <a:latin typeface="+mn-ea"/>
                <a:cs typeface="Alibaba PuHuiTi Medium" pitchFamily="18" charset="-122"/>
              </a:rPr>
              <a:t>？</a:t>
            </a:r>
          </a:p>
        </p:txBody>
      </p:sp>
      <p:sp>
        <p:nvSpPr>
          <p:cNvPr id="510" name="文本框 509">
            <a:extLst>
              <a:ext uri="{FF2B5EF4-FFF2-40B4-BE49-F238E27FC236}">
                <a16:creationId xmlns:a16="http://schemas.microsoft.com/office/drawing/2014/main" id="{98AA5D4E-67CA-2EDE-B55D-7C74F83B304E}"/>
              </a:ext>
            </a:extLst>
          </p:cNvPr>
          <p:cNvSpPr txBox="1"/>
          <p:nvPr/>
        </p:nvSpPr>
        <p:spPr>
          <a:xfrm>
            <a:off x="8727152" y="3008384"/>
            <a:ext cx="832104" cy="584775"/>
          </a:xfrm>
          <a:prstGeom prst="rect">
            <a:avLst/>
          </a:prstGeom>
          <a:noFill/>
        </p:spPr>
        <p:txBody>
          <a:bodyPr wrap="square" rtlCol="0">
            <a:spAutoFit/>
          </a:bodyPr>
          <a:lstStyle/>
          <a:p>
            <a:pPr algn="l"/>
            <a:r>
              <a:rPr kumimoji="1" lang="zh-CN" altLang="en-US" sz="3200" b="1" dirty="0">
                <a:solidFill>
                  <a:schemeClr val="bg1"/>
                </a:solidFill>
                <a:latin typeface="+mn-ea"/>
                <a:cs typeface="Alibaba PuHuiTi Medium" pitchFamily="18" charset="-122"/>
              </a:rPr>
              <a:t>？</a:t>
            </a: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4" name="文本框 513">
            <a:extLst>
              <a:ext uri="{FF2B5EF4-FFF2-40B4-BE49-F238E27FC236}">
                <a16:creationId xmlns:a16="http://schemas.microsoft.com/office/drawing/2014/main" id="{53C329BD-49A9-1504-4D54-6126366217E5}"/>
              </a:ext>
            </a:extLst>
          </p:cNvPr>
          <p:cNvSpPr txBox="1"/>
          <p:nvPr/>
        </p:nvSpPr>
        <p:spPr>
          <a:xfrm>
            <a:off x="6562231" y="2626624"/>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a:t>
            </a:r>
            <a:endParaRPr kumimoji="1" lang="en-US" altLang="zh-CN" sz="1600" dirty="0">
              <a:solidFill>
                <a:schemeClr val="bg1"/>
              </a:solidFill>
              <a:latin typeface="Alibaba PuHuiTi Medium" pitchFamily="18" charset="-122"/>
              <a:ea typeface="Alibaba PuHuiTi Medium" pitchFamily="18" charset="-122"/>
              <a:cs typeface="Alibaba PuHuiTi Medium" pitchFamily="18" charset="-122"/>
            </a:endParaRPr>
          </a:p>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write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872226" y="4149080"/>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0" name="文本框 519">
            <a:extLst>
              <a:ext uri="{FF2B5EF4-FFF2-40B4-BE49-F238E27FC236}">
                <a16:creationId xmlns:a16="http://schemas.microsoft.com/office/drawing/2014/main" id="{E844EB41-0164-34E8-A7C3-CFEA1E84E220}"/>
              </a:ext>
            </a:extLst>
          </p:cNvPr>
          <p:cNvSpPr txBox="1"/>
          <p:nvPr/>
        </p:nvSpPr>
        <p:spPr>
          <a:xfrm rot="21225236">
            <a:off x="4799364" y="5344497"/>
            <a:ext cx="702726" cy="261610"/>
          </a:xfrm>
          <a:prstGeom prst="rect">
            <a:avLst/>
          </a:prstGeom>
          <a:solidFill>
            <a:schemeClr val="bg1"/>
          </a:solidFill>
        </p:spPr>
        <p:txBody>
          <a:bodyPr wrap="square" rtlCol="0">
            <a:spAutoFit/>
          </a:bodyPr>
          <a:lstStyle/>
          <a:p>
            <a:pPr algn="l"/>
            <a:r>
              <a:rPr kumimoji="1" lang="zh-CN" altLang="en-US" sz="1100" b="1" dirty="0">
                <a:solidFill>
                  <a:srgbClr val="BB3023"/>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rgbClr val="BB3023"/>
                </a:solidFill>
                <a:latin typeface="Alibaba PuHuiTi Medium" pitchFamily="18" charset="-122"/>
                <a:ea typeface="Alibaba PuHuiTi Medium" pitchFamily="18" charset="-122"/>
                <a:cs typeface="Alibaba PuHuiTi Medium" pitchFamily="18" charset="-122"/>
              </a:rPr>
              <a:t>-1</a:t>
            </a:r>
            <a:endParaRPr kumimoji="1" lang="zh-CN" altLang="en-US" sz="11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21" name="文本框 520">
            <a:extLst>
              <a:ext uri="{FF2B5EF4-FFF2-40B4-BE49-F238E27FC236}">
                <a16:creationId xmlns:a16="http://schemas.microsoft.com/office/drawing/2014/main" id="{25B0C8C1-3CA2-059E-E027-D6FF792B85F9}"/>
              </a:ext>
            </a:extLst>
          </p:cNvPr>
          <p:cNvSpPr txBox="1"/>
          <p:nvPr/>
        </p:nvSpPr>
        <p:spPr>
          <a:xfrm rot="1100280">
            <a:off x="4798247" y="5829150"/>
            <a:ext cx="752851" cy="263706"/>
          </a:xfrm>
          <a:prstGeom prst="rect">
            <a:avLst/>
          </a:prstGeom>
          <a:solidFill>
            <a:schemeClr val="bg1"/>
          </a:solidFill>
        </p:spPr>
        <p:txBody>
          <a:bodyPr wrap="square" rtlCol="0">
            <a:spAutoFit/>
          </a:bodyPr>
          <a:lstStyle/>
          <a:p>
            <a:pPr algn="l"/>
            <a:r>
              <a:rPr kumimoji="1" lang="zh-CN" altLang="en-US" sz="1100" b="1" dirty="0">
                <a:solidFill>
                  <a:srgbClr val="BB3023"/>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rgbClr val="BB3023"/>
                </a:solidFill>
                <a:latin typeface="Alibaba PuHuiTi Medium" pitchFamily="18" charset="-122"/>
                <a:ea typeface="Alibaba PuHuiTi Medium" pitchFamily="18" charset="-122"/>
                <a:cs typeface="Alibaba PuHuiTi Medium" pitchFamily="18" charset="-122"/>
              </a:rPr>
              <a:t>-2</a:t>
            </a:r>
            <a:endParaRPr kumimoji="1" lang="zh-CN" altLang="en-US" sz="1100" b="1"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22" name="文本框 521">
            <a:extLst>
              <a:ext uri="{FF2B5EF4-FFF2-40B4-BE49-F238E27FC236}">
                <a16:creationId xmlns:a16="http://schemas.microsoft.com/office/drawing/2014/main" id="{B597484D-309D-0B74-189D-FE2C07B21F11}"/>
              </a:ext>
            </a:extLst>
          </p:cNvPr>
          <p:cNvSpPr txBox="1"/>
          <p:nvPr/>
        </p:nvSpPr>
        <p:spPr>
          <a:xfrm rot="19986155">
            <a:off x="4658522" y="4856942"/>
            <a:ext cx="853564" cy="261610"/>
          </a:xfrm>
          <a:prstGeom prst="rect">
            <a:avLst/>
          </a:prstGeom>
          <a:solidFill>
            <a:schemeClr val="bg1"/>
          </a:solidFill>
        </p:spPr>
        <p:txBody>
          <a:bodyPr wrap="square" rtlCol="0">
            <a:spAutoFit/>
          </a:bodyPr>
          <a:lstStyle/>
          <a:p>
            <a:pPr algn="l"/>
            <a:r>
              <a:rPr kumimoji="1" lang="zh-CN" altLang="en-US" sz="1100" b="1" dirty="0">
                <a:solidFill>
                  <a:srgbClr val="BB3023"/>
                </a:solidFill>
                <a:latin typeface="Alibaba PuHuiTi Medium" pitchFamily="18" charset="-122"/>
                <a:ea typeface="Alibaba PuHuiTi Medium" pitchFamily="18" charset="-122"/>
                <a:cs typeface="Alibaba PuHuiTi Medium" pitchFamily="18" charset="-122"/>
              </a:rPr>
              <a:t>计划</a:t>
            </a:r>
            <a:r>
              <a:rPr kumimoji="1" lang="en-US" altLang="zh-CN" sz="1100" b="1" dirty="0">
                <a:solidFill>
                  <a:srgbClr val="BB3023"/>
                </a:solidFill>
                <a:latin typeface="Alibaba PuHuiTi Medium" pitchFamily="18" charset="-122"/>
                <a:ea typeface="Alibaba PuHuiTi Medium" pitchFamily="18" charset="-122"/>
                <a:cs typeface="Alibaba PuHuiTi Medium" pitchFamily="18" charset="-122"/>
              </a:rPr>
              <a:t>-3</a:t>
            </a:r>
            <a:endParaRPr kumimoji="1" lang="zh-CN" altLang="en-US" sz="1100" b="1" dirty="0">
              <a:solidFill>
                <a:srgbClr val="BB3023"/>
              </a:solidFill>
              <a:latin typeface="Alibaba PuHuiTi Medium" pitchFamily="18" charset="-122"/>
              <a:ea typeface="Alibaba PuHuiTi Medium" pitchFamily="18" charset="-122"/>
              <a:cs typeface="Alibaba PuHuiTi Medium" pitchFamily="18" charset="-122"/>
            </a:endParaRPr>
          </a:p>
        </p:txBody>
      </p:sp>
      <p:grpSp>
        <p:nvGrpSpPr>
          <p:cNvPr id="523" name="Google Shape;6503;p78">
            <a:extLst>
              <a:ext uri="{FF2B5EF4-FFF2-40B4-BE49-F238E27FC236}">
                <a16:creationId xmlns:a16="http://schemas.microsoft.com/office/drawing/2014/main" id="{A378CAD1-CFCC-05AA-9D2E-946F42A872D2}"/>
              </a:ext>
            </a:extLst>
          </p:cNvPr>
          <p:cNvGrpSpPr/>
          <p:nvPr/>
        </p:nvGrpSpPr>
        <p:grpSpPr>
          <a:xfrm>
            <a:off x="3171569" y="5275943"/>
            <a:ext cx="453080" cy="514389"/>
            <a:chOff x="3947025" y="3955025"/>
            <a:chExt cx="122125" cy="138650"/>
          </a:xfrm>
          <a:solidFill>
            <a:schemeClr val="bg1"/>
          </a:solidFill>
        </p:grpSpPr>
        <p:sp>
          <p:nvSpPr>
            <p:cNvPr id="524" name="Google Shape;6504;p78">
              <a:extLst>
                <a:ext uri="{FF2B5EF4-FFF2-40B4-BE49-F238E27FC236}">
                  <a16:creationId xmlns:a16="http://schemas.microsoft.com/office/drawing/2014/main" id="{37C30A00-D628-6BB2-A8DC-98ABF91FD249}"/>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5" name="Google Shape;6505;p78">
              <a:extLst>
                <a:ext uri="{FF2B5EF4-FFF2-40B4-BE49-F238E27FC236}">
                  <a16:creationId xmlns:a16="http://schemas.microsoft.com/office/drawing/2014/main" id="{487F6C6C-2B50-1796-1470-754D0E6F6016}"/>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4413829"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2" name="三角形 531">
            <a:extLst>
              <a:ext uri="{FF2B5EF4-FFF2-40B4-BE49-F238E27FC236}">
                <a16:creationId xmlns:a16="http://schemas.microsoft.com/office/drawing/2014/main" id="{2EBE6FE0-C1DE-5B06-077F-75C8CAE7A620}"/>
              </a:ext>
            </a:extLst>
          </p:cNvPr>
          <p:cNvSpPr/>
          <p:nvPr/>
        </p:nvSpPr>
        <p:spPr>
          <a:xfrm rot="5400000">
            <a:off x="547841"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endParaRPr>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5" name="矩形 534">
            <a:extLst>
              <a:ext uri="{FF2B5EF4-FFF2-40B4-BE49-F238E27FC236}">
                <a16:creationId xmlns:a16="http://schemas.microsoft.com/office/drawing/2014/main" id="{B1DFBDF0-5F19-A9F2-E1AF-C0006F08C0C9}"/>
              </a:ext>
            </a:extLst>
          </p:cNvPr>
          <p:cNvSpPr/>
          <p:nvPr/>
        </p:nvSpPr>
        <p:spPr>
          <a:xfrm>
            <a:off x="10042358" y="4844716"/>
            <a:ext cx="819399" cy="819399"/>
          </a:xfrm>
          <a:prstGeom prst="rect">
            <a:avLst/>
          </a:prstGeom>
          <a:noFill/>
          <a:ln w="412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6" name="矩形 535">
            <a:extLst>
              <a:ext uri="{FF2B5EF4-FFF2-40B4-BE49-F238E27FC236}">
                <a16:creationId xmlns:a16="http://schemas.microsoft.com/office/drawing/2014/main" id="{E46BB438-3F5C-FB10-BD2F-9E70382F7572}"/>
              </a:ext>
            </a:extLst>
          </p:cNvPr>
          <p:cNvSpPr/>
          <p:nvPr/>
        </p:nvSpPr>
        <p:spPr>
          <a:xfrm>
            <a:off x="10538791" y="5069866"/>
            <a:ext cx="819399" cy="819399"/>
          </a:xfrm>
          <a:prstGeom prst="rect">
            <a:avLst/>
          </a:prstGeom>
          <a:noFill/>
          <a:ln w="412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7" name="矩形 536">
            <a:extLst>
              <a:ext uri="{FF2B5EF4-FFF2-40B4-BE49-F238E27FC236}">
                <a16:creationId xmlns:a16="http://schemas.microsoft.com/office/drawing/2014/main" id="{75307B5B-87DB-A973-AC7F-7FF07144467F}"/>
              </a:ext>
            </a:extLst>
          </p:cNvPr>
          <p:cNvSpPr/>
          <p:nvPr/>
        </p:nvSpPr>
        <p:spPr>
          <a:xfrm>
            <a:off x="10329518" y="5340768"/>
            <a:ext cx="819399" cy="819399"/>
          </a:xfrm>
          <a:prstGeom prst="rect">
            <a:avLst/>
          </a:prstGeom>
          <a:noFill/>
          <a:ln w="412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8" name="矩形 537">
            <a:extLst>
              <a:ext uri="{FF2B5EF4-FFF2-40B4-BE49-F238E27FC236}">
                <a16:creationId xmlns:a16="http://schemas.microsoft.com/office/drawing/2014/main" id="{79B8DE2F-75DB-31C2-E655-445F7FD947EB}"/>
              </a:ext>
            </a:extLst>
          </p:cNvPr>
          <p:cNvSpPr/>
          <p:nvPr/>
        </p:nvSpPr>
        <p:spPr>
          <a:xfrm>
            <a:off x="10549537" y="5368298"/>
            <a:ext cx="310968" cy="310607"/>
          </a:xfrm>
          <a:prstGeom prst="rect">
            <a:avLst/>
          </a:prstGeom>
          <a:solidFill>
            <a:schemeClr val="bg1"/>
          </a:solidFill>
          <a:ln w="412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39" name="直线箭头连接符 538">
            <a:extLst>
              <a:ext uri="{FF2B5EF4-FFF2-40B4-BE49-F238E27FC236}">
                <a16:creationId xmlns:a16="http://schemas.microsoft.com/office/drawing/2014/main" id="{5F89DE8A-C13E-34D8-9E39-15A7D959B99F}"/>
              </a:ext>
            </a:extLst>
          </p:cNvPr>
          <p:cNvCxnSpPr>
            <a:cxnSpLocks/>
          </p:cNvCxnSpPr>
          <p:nvPr/>
        </p:nvCxnSpPr>
        <p:spPr>
          <a:xfrm flipV="1">
            <a:off x="10817316" y="4604084"/>
            <a:ext cx="412158" cy="796298"/>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543" name="文本框 542">
            <a:extLst>
              <a:ext uri="{FF2B5EF4-FFF2-40B4-BE49-F238E27FC236}">
                <a16:creationId xmlns:a16="http://schemas.microsoft.com/office/drawing/2014/main" id="{9D43F725-DE86-DE4C-917F-EA007514AE7B}"/>
              </a:ext>
            </a:extLst>
          </p:cNvPr>
          <p:cNvSpPr txBox="1"/>
          <p:nvPr/>
        </p:nvSpPr>
        <p:spPr>
          <a:xfrm>
            <a:off x="10904494" y="4154905"/>
            <a:ext cx="998748" cy="461665"/>
          </a:xfrm>
          <a:prstGeom prst="rect">
            <a:avLst/>
          </a:prstGeom>
          <a:noFill/>
        </p:spPr>
        <p:txBody>
          <a:bodyPr wrap="squar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aria</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6" y="5733256"/>
            <a:ext cx="3650849"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pic>
        <p:nvPicPr>
          <p:cNvPr id="13" name="图片 12">
            <a:extLst>
              <a:ext uri="{FF2B5EF4-FFF2-40B4-BE49-F238E27FC236}">
                <a16:creationId xmlns:a16="http://schemas.microsoft.com/office/drawing/2014/main" id="{1B199C41-46B6-698F-EA9A-229EB793EE59}"/>
              </a:ext>
            </a:extLst>
          </p:cNvPr>
          <p:cNvPicPr>
            <a:picLocks noChangeAspect="1"/>
          </p:cNvPicPr>
          <p:nvPr/>
        </p:nvPicPr>
        <p:blipFill>
          <a:blip r:embed="rId3"/>
          <a:stretch>
            <a:fillRect/>
          </a:stretch>
        </p:blipFill>
        <p:spPr>
          <a:xfrm>
            <a:off x="3925347" y="1635224"/>
            <a:ext cx="1701800" cy="1739900"/>
          </a:xfrm>
          <a:prstGeom prst="rect">
            <a:avLst/>
          </a:prstGeom>
        </p:spPr>
      </p:pic>
      <p:pic>
        <p:nvPicPr>
          <p:cNvPr id="14" name="图片 13">
            <a:extLst>
              <a:ext uri="{FF2B5EF4-FFF2-40B4-BE49-F238E27FC236}">
                <a16:creationId xmlns:a16="http://schemas.microsoft.com/office/drawing/2014/main" id="{2F75970B-64E7-9AAA-DEAB-82D1EC59113F}"/>
              </a:ext>
            </a:extLst>
          </p:cNvPr>
          <p:cNvPicPr>
            <a:picLocks noChangeAspect="1"/>
          </p:cNvPicPr>
          <p:nvPr/>
        </p:nvPicPr>
        <p:blipFill>
          <a:blip r:embed="rId4"/>
          <a:stretch>
            <a:fillRect/>
          </a:stretch>
        </p:blipFill>
        <p:spPr>
          <a:xfrm>
            <a:off x="3782112" y="5108215"/>
            <a:ext cx="838200" cy="977900"/>
          </a:xfrm>
          <a:prstGeom prst="rect">
            <a:avLst/>
          </a:prstGeom>
        </p:spPr>
      </p:pic>
      <p:sp>
        <p:nvSpPr>
          <p:cNvPr id="12" name="文本框 11">
            <a:extLst>
              <a:ext uri="{FF2B5EF4-FFF2-40B4-BE49-F238E27FC236}">
                <a16:creationId xmlns:a16="http://schemas.microsoft.com/office/drawing/2014/main" id="{B8EF6C03-0FC5-A1CE-D3E7-58E834A2D0C0}"/>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F615D98E-AD7D-61A1-F310-BDE53082FC6E}"/>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6" name="直线连接符 15">
            <a:extLst>
              <a:ext uri="{FF2B5EF4-FFF2-40B4-BE49-F238E27FC236}">
                <a16:creationId xmlns:a16="http://schemas.microsoft.com/office/drawing/2014/main" id="{FC33F0D8-D442-A8A5-8EF2-A211BFDB674C}"/>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F41D5BAB-E7F8-504D-60A8-DCD20AC6A67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6131E5AB-C940-2B97-0F61-E6B156BEF4C4}"/>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872B0AF1-6044-F59C-62CB-D3820B42DFB5}"/>
              </a:ext>
            </a:extLst>
          </p:cNvPr>
          <p:cNvGrpSpPr/>
          <p:nvPr/>
        </p:nvGrpSpPr>
        <p:grpSpPr>
          <a:xfrm>
            <a:off x="2212826" y="287981"/>
            <a:ext cx="356205" cy="355288"/>
            <a:chOff x="2323294" y="287981"/>
            <a:chExt cx="356205" cy="355288"/>
          </a:xfrm>
        </p:grpSpPr>
        <p:sp>
          <p:nvSpPr>
            <p:cNvPr id="20" name="Google Shape;7166;p80">
              <a:extLst>
                <a:ext uri="{FF2B5EF4-FFF2-40B4-BE49-F238E27FC236}">
                  <a16:creationId xmlns:a16="http://schemas.microsoft.com/office/drawing/2014/main" id="{0C1A3DE1-FB18-966C-40A0-802CB4C47CB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556ED4E7-AEA5-D479-B1B3-E460C234653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516C8D7D-7994-8CFE-9621-6EEF0A9810B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9;p80">
              <a:extLst>
                <a:ext uri="{FF2B5EF4-FFF2-40B4-BE49-F238E27FC236}">
                  <a16:creationId xmlns:a16="http://schemas.microsoft.com/office/drawing/2014/main" id="{0E832FD0-B1E7-7FA8-114B-2CD8E012C1C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9474088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任意形状 57">
            <a:extLst>
              <a:ext uri="{FF2B5EF4-FFF2-40B4-BE49-F238E27FC236}">
                <a16:creationId xmlns:a16="http://schemas.microsoft.com/office/drawing/2014/main" id="{D7F7AEA3-C602-F257-FA7E-0CB23D5A1694}"/>
              </a:ext>
            </a:extLst>
          </p:cNvPr>
          <p:cNvSpPr/>
          <p:nvPr/>
        </p:nvSpPr>
        <p:spPr>
          <a:xfrm>
            <a:off x="3749761" y="4359349"/>
            <a:ext cx="2186800" cy="2126511"/>
          </a:xfrm>
          <a:custGeom>
            <a:avLst/>
            <a:gdLst>
              <a:gd name="connsiteX0" fmla="*/ 41190 w 3286898"/>
              <a:gd name="connsiteY0" fmla="*/ 345989 h 3196281"/>
              <a:gd name="connsiteX1" fmla="*/ 708454 w 3286898"/>
              <a:gd name="connsiteY1" fmla="*/ 1128584 h 3196281"/>
              <a:gd name="connsiteX2" fmla="*/ 0 w 3286898"/>
              <a:gd name="connsiteY2" fmla="*/ 1260389 h 3196281"/>
              <a:gd name="connsiteX3" fmla="*/ 560173 w 3286898"/>
              <a:gd name="connsiteY3" fmla="*/ 1738184 h 3196281"/>
              <a:gd name="connsiteX4" fmla="*/ 16476 w 3286898"/>
              <a:gd name="connsiteY4" fmla="*/ 2141838 h 3196281"/>
              <a:gd name="connsiteX5" fmla="*/ 889687 w 3286898"/>
              <a:gd name="connsiteY5" fmla="*/ 2059459 h 3196281"/>
              <a:gd name="connsiteX6" fmla="*/ 716692 w 3286898"/>
              <a:gd name="connsiteY6" fmla="*/ 2603157 h 3196281"/>
              <a:gd name="connsiteX7" fmla="*/ 1186249 w 3286898"/>
              <a:gd name="connsiteY7" fmla="*/ 2298357 h 3196281"/>
              <a:gd name="connsiteX8" fmla="*/ 1276865 w 3286898"/>
              <a:gd name="connsiteY8" fmla="*/ 3196281 h 3196281"/>
              <a:gd name="connsiteX9" fmla="*/ 1614617 w 3286898"/>
              <a:gd name="connsiteY9" fmla="*/ 2215978 h 3196281"/>
              <a:gd name="connsiteX10" fmla="*/ 2034746 w 3286898"/>
              <a:gd name="connsiteY10" fmla="*/ 2924432 h 3196281"/>
              <a:gd name="connsiteX11" fmla="*/ 2141838 w 3286898"/>
              <a:gd name="connsiteY11" fmla="*/ 2125362 h 3196281"/>
              <a:gd name="connsiteX12" fmla="*/ 2734962 w 3286898"/>
              <a:gd name="connsiteY12" fmla="*/ 2644346 h 3196281"/>
              <a:gd name="connsiteX13" fmla="*/ 2529017 w 3286898"/>
              <a:gd name="connsiteY13" fmla="*/ 1869989 h 3196281"/>
              <a:gd name="connsiteX14" fmla="*/ 3286898 w 3286898"/>
              <a:gd name="connsiteY14" fmla="*/ 1960605 h 3196281"/>
              <a:gd name="connsiteX15" fmla="*/ 2669060 w 3286898"/>
              <a:gd name="connsiteY15" fmla="*/ 1540475 h 3196281"/>
              <a:gd name="connsiteX16" fmla="*/ 3188044 w 3286898"/>
              <a:gd name="connsiteY16" fmla="*/ 1202724 h 3196281"/>
              <a:gd name="connsiteX17" fmla="*/ 2479590 w 3286898"/>
              <a:gd name="connsiteY17" fmla="*/ 1103870 h 3196281"/>
              <a:gd name="connsiteX18" fmla="*/ 2800865 w 3286898"/>
              <a:gd name="connsiteY18" fmla="*/ 691978 h 3196281"/>
              <a:gd name="connsiteX19" fmla="*/ 2117125 w 3286898"/>
              <a:gd name="connsiteY19" fmla="*/ 848497 h 3196281"/>
              <a:gd name="connsiteX20" fmla="*/ 2207741 w 3286898"/>
              <a:gd name="connsiteY20" fmla="*/ 0 h 3196281"/>
              <a:gd name="connsiteX21" fmla="*/ 1647568 w 3286898"/>
              <a:gd name="connsiteY21" fmla="*/ 881448 h 3196281"/>
              <a:gd name="connsiteX22" fmla="*/ 1235676 w 3286898"/>
              <a:gd name="connsiteY22" fmla="*/ 354227 h 3196281"/>
              <a:gd name="connsiteX23" fmla="*/ 1112108 w 3286898"/>
              <a:gd name="connsiteY23" fmla="*/ 996778 h 3196281"/>
              <a:gd name="connsiteX24" fmla="*/ 41190 w 3286898"/>
              <a:gd name="connsiteY24" fmla="*/ 345989 h 319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86898" h="3196281">
                <a:moveTo>
                  <a:pt x="41190" y="345989"/>
                </a:moveTo>
                <a:lnTo>
                  <a:pt x="708454" y="1128584"/>
                </a:lnTo>
                <a:lnTo>
                  <a:pt x="0" y="1260389"/>
                </a:lnTo>
                <a:lnTo>
                  <a:pt x="560173" y="1738184"/>
                </a:lnTo>
                <a:lnTo>
                  <a:pt x="16476" y="2141838"/>
                </a:lnTo>
                <a:lnTo>
                  <a:pt x="889687" y="2059459"/>
                </a:lnTo>
                <a:lnTo>
                  <a:pt x="716692" y="2603157"/>
                </a:lnTo>
                <a:lnTo>
                  <a:pt x="1186249" y="2298357"/>
                </a:lnTo>
                <a:lnTo>
                  <a:pt x="1276865" y="3196281"/>
                </a:lnTo>
                <a:lnTo>
                  <a:pt x="1614617" y="2215978"/>
                </a:lnTo>
                <a:lnTo>
                  <a:pt x="2034746" y="2924432"/>
                </a:lnTo>
                <a:lnTo>
                  <a:pt x="2141838" y="2125362"/>
                </a:lnTo>
                <a:lnTo>
                  <a:pt x="2734962" y="2644346"/>
                </a:lnTo>
                <a:lnTo>
                  <a:pt x="2529017" y="1869989"/>
                </a:lnTo>
                <a:lnTo>
                  <a:pt x="3286898" y="1960605"/>
                </a:lnTo>
                <a:lnTo>
                  <a:pt x="2669060" y="1540475"/>
                </a:lnTo>
                <a:lnTo>
                  <a:pt x="3188044" y="1202724"/>
                </a:lnTo>
                <a:lnTo>
                  <a:pt x="2479590" y="1103870"/>
                </a:lnTo>
                <a:lnTo>
                  <a:pt x="2800865" y="691978"/>
                </a:lnTo>
                <a:lnTo>
                  <a:pt x="2117125" y="848497"/>
                </a:lnTo>
                <a:lnTo>
                  <a:pt x="2207741" y="0"/>
                </a:lnTo>
                <a:lnTo>
                  <a:pt x="1647568" y="881448"/>
                </a:lnTo>
                <a:lnTo>
                  <a:pt x="1235676" y="354227"/>
                </a:lnTo>
                <a:lnTo>
                  <a:pt x="1112108" y="996778"/>
                </a:lnTo>
                <a:lnTo>
                  <a:pt x="41190" y="345989"/>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9" name="文本框 468">
            <a:extLst>
              <a:ext uri="{FF2B5EF4-FFF2-40B4-BE49-F238E27FC236}">
                <a16:creationId xmlns:a16="http://schemas.microsoft.com/office/drawing/2014/main" id="{60AAC8CF-B35F-2E3F-4E94-9DE2E1F7C5B2}"/>
              </a:ext>
            </a:extLst>
          </p:cNvPr>
          <p:cNvSpPr txBox="1"/>
          <p:nvPr/>
        </p:nvSpPr>
        <p:spPr>
          <a:xfrm>
            <a:off x="576363" y="1784695"/>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A.Here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2" name="文本框 471">
            <a:extLst>
              <a:ext uri="{FF2B5EF4-FFF2-40B4-BE49-F238E27FC236}">
                <a16:creationId xmlns:a16="http://schemas.microsoft.com/office/drawing/2014/main" id="{DBD39B71-EF92-DF97-1B1B-FA7CC4C130B0}"/>
              </a:ext>
            </a:extLst>
          </p:cNvPr>
          <p:cNvSpPr txBox="1"/>
          <p:nvPr/>
        </p:nvSpPr>
        <p:spPr>
          <a:xfrm>
            <a:off x="593558" y="2524079"/>
            <a:ext cx="334280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B.Here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2" y="1196752"/>
            <a:ext cx="4301066"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4413829"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13" name="Google Shape;9569;p88">
            <a:extLst>
              <a:ext uri="{FF2B5EF4-FFF2-40B4-BE49-F238E27FC236}">
                <a16:creationId xmlns:a16="http://schemas.microsoft.com/office/drawing/2014/main" id="{606FB003-9A0B-E8E3-DAE3-ABA8D3D13324}"/>
              </a:ext>
            </a:extLst>
          </p:cNvPr>
          <p:cNvGrpSpPr/>
          <p:nvPr/>
        </p:nvGrpSpPr>
        <p:grpSpPr>
          <a:xfrm>
            <a:off x="3882191" y="1705141"/>
            <a:ext cx="1588167" cy="1584768"/>
            <a:chOff x="6264975" y="3220950"/>
            <a:chExt cx="268525" cy="267950"/>
          </a:xfrm>
          <a:solidFill>
            <a:schemeClr val="bg1"/>
          </a:solidFill>
        </p:grpSpPr>
        <p:sp>
          <p:nvSpPr>
            <p:cNvPr id="14" name="Google Shape;9570;p88">
              <a:extLst>
                <a:ext uri="{FF2B5EF4-FFF2-40B4-BE49-F238E27FC236}">
                  <a16:creationId xmlns:a16="http://schemas.microsoft.com/office/drawing/2014/main" id="{3E9D22B7-F047-ACA2-A225-8C5DFA4A1F67}"/>
                </a:ext>
              </a:extLst>
            </p:cNvPr>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5" name="Google Shape;9571;p88">
              <a:extLst>
                <a:ext uri="{FF2B5EF4-FFF2-40B4-BE49-F238E27FC236}">
                  <a16:creationId xmlns:a16="http://schemas.microsoft.com/office/drawing/2014/main" id="{F6820C5B-F3FB-9362-6938-9DFD6829B88A}"/>
                </a:ext>
              </a:extLst>
            </p:cNvPr>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6" name="Google Shape;9572;p88">
              <a:extLst>
                <a:ext uri="{FF2B5EF4-FFF2-40B4-BE49-F238E27FC236}">
                  <a16:creationId xmlns:a16="http://schemas.microsoft.com/office/drawing/2014/main" id="{572E8CD0-5AED-86B2-F5AA-3D97BE9817F7}"/>
                </a:ext>
              </a:extLst>
            </p:cNvPr>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7" name="Google Shape;9573;p88">
              <a:extLst>
                <a:ext uri="{FF2B5EF4-FFF2-40B4-BE49-F238E27FC236}">
                  <a16:creationId xmlns:a16="http://schemas.microsoft.com/office/drawing/2014/main" id="{F9DF3DBA-5340-A06C-0F3B-9AAAA57478EB}"/>
                </a:ext>
              </a:extLst>
            </p:cNvPr>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8" name="Google Shape;9574;p88">
              <a:extLst>
                <a:ext uri="{FF2B5EF4-FFF2-40B4-BE49-F238E27FC236}">
                  <a16:creationId xmlns:a16="http://schemas.microsoft.com/office/drawing/2014/main" id="{B77D4FA8-2630-E7CF-7AC5-158004037675}"/>
                </a:ext>
              </a:extLst>
            </p:cNvPr>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19" name="Google Shape;9575;p88">
              <a:extLst>
                <a:ext uri="{FF2B5EF4-FFF2-40B4-BE49-F238E27FC236}">
                  <a16:creationId xmlns:a16="http://schemas.microsoft.com/office/drawing/2014/main" id="{98F3A9FE-AB1B-35B2-9C9D-7D8372C292EF}"/>
                </a:ext>
              </a:extLst>
            </p:cNvPr>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sp>
          <p:nvSpPr>
            <p:cNvPr id="22" name="Google Shape;9576;p88">
              <a:extLst>
                <a:ext uri="{FF2B5EF4-FFF2-40B4-BE49-F238E27FC236}">
                  <a16:creationId xmlns:a16="http://schemas.microsoft.com/office/drawing/2014/main" id="{AE67EE9A-B3D4-1E5F-ADD1-31E914863659}"/>
                </a:ext>
              </a:extLst>
            </p:cNvPr>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effectLst/>
                <a:uLnTx/>
                <a:uFillTx/>
                <a:latin typeface="等线" panose="020F0502020204030204"/>
                <a:ea typeface="+mn-ea"/>
                <a:cs typeface="+mn-cs"/>
              </a:endParaRPr>
            </a:p>
          </p:txBody>
        </p:sp>
      </p:grpSp>
      <p:sp>
        <p:nvSpPr>
          <p:cNvPr id="27" name="五角星 26">
            <a:extLst>
              <a:ext uri="{FF2B5EF4-FFF2-40B4-BE49-F238E27FC236}">
                <a16:creationId xmlns:a16="http://schemas.microsoft.com/office/drawing/2014/main" id="{AC1BCD7E-4875-A5D7-BEDD-DE167428B42B}"/>
              </a:ext>
            </a:extLst>
          </p:cNvPr>
          <p:cNvSpPr/>
          <p:nvPr/>
        </p:nvSpPr>
        <p:spPr>
          <a:xfrm>
            <a:off x="449179" y="4058653"/>
            <a:ext cx="545432" cy="545432"/>
          </a:xfrm>
          <a:prstGeom prst="star5">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40" name="组合 39">
            <a:extLst>
              <a:ext uri="{FF2B5EF4-FFF2-40B4-BE49-F238E27FC236}">
                <a16:creationId xmlns:a16="http://schemas.microsoft.com/office/drawing/2014/main" id="{0552FE13-1B97-37E1-3E44-56A186E3D031}"/>
              </a:ext>
            </a:extLst>
          </p:cNvPr>
          <p:cNvGrpSpPr/>
          <p:nvPr/>
        </p:nvGrpSpPr>
        <p:grpSpPr>
          <a:xfrm>
            <a:off x="9336506" y="4684295"/>
            <a:ext cx="1909010" cy="1668378"/>
            <a:chOff x="9336506" y="4525525"/>
            <a:chExt cx="2133600" cy="1827148"/>
          </a:xfrm>
          <a:solidFill>
            <a:schemeClr val="bg1"/>
          </a:solidFill>
        </p:grpSpPr>
        <p:sp>
          <p:nvSpPr>
            <p:cNvPr id="28" name="圆角矩形 27">
              <a:extLst>
                <a:ext uri="{FF2B5EF4-FFF2-40B4-BE49-F238E27FC236}">
                  <a16:creationId xmlns:a16="http://schemas.microsoft.com/office/drawing/2014/main" id="{27605522-D10F-39CC-E1E1-FE1FA0D53037}"/>
                </a:ext>
              </a:extLst>
            </p:cNvPr>
            <p:cNvSpPr/>
            <p:nvPr/>
          </p:nvSpPr>
          <p:spPr>
            <a:xfrm>
              <a:off x="9336506" y="5919537"/>
              <a:ext cx="2133600"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圆角矩形 29">
              <a:extLst>
                <a:ext uri="{FF2B5EF4-FFF2-40B4-BE49-F238E27FC236}">
                  <a16:creationId xmlns:a16="http://schemas.microsoft.com/office/drawing/2014/main" id="{4F192774-9D93-3448-C39F-4B9BD6951A41}"/>
                </a:ext>
              </a:extLst>
            </p:cNvPr>
            <p:cNvSpPr/>
            <p:nvPr/>
          </p:nvSpPr>
          <p:spPr>
            <a:xfrm>
              <a:off x="9577137" y="5462355"/>
              <a:ext cx="1652338"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圆角矩形 30">
              <a:extLst>
                <a:ext uri="{FF2B5EF4-FFF2-40B4-BE49-F238E27FC236}">
                  <a16:creationId xmlns:a16="http://schemas.microsoft.com/office/drawing/2014/main" id="{287A8553-E6EE-6F82-13C4-086A79F4097D}"/>
                </a:ext>
              </a:extLst>
            </p:cNvPr>
            <p:cNvSpPr/>
            <p:nvPr/>
          </p:nvSpPr>
          <p:spPr>
            <a:xfrm>
              <a:off x="9849853" y="4990384"/>
              <a:ext cx="1106906"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圆角矩形 31">
              <a:extLst>
                <a:ext uri="{FF2B5EF4-FFF2-40B4-BE49-F238E27FC236}">
                  <a16:creationId xmlns:a16="http://schemas.microsoft.com/office/drawing/2014/main" id="{04D3BC4D-C03E-25D6-2A2E-AFA28FC0EF3A}"/>
                </a:ext>
              </a:extLst>
            </p:cNvPr>
            <p:cNvSpPr/>
            <p:nvPr/>
          </p:nvSpPr>
          <p:spPr>
            <a:xfrm>
              <a:off x="10018296" y="4525525"/>
              <a:ext cx="770020" cy="433136"/>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cxnSp>
        <p:nvCxnSpPr>
          <p:cNvPr id="35" name="直线箭头连接符 34">
            <a:extLst>
              <a:ext uri="{FF2B5EF4-FFF2-40B4-BE49-F238E27FC236}">
                <a16:creationId xmlns:a16="http://schemas.microsoft.com/office/drawing/2014/main" id="{06DA0E1A-F5EE-E3CB-22C6-71382877A1AF}"/>
              </a:ext>
            </a:extLst>
          </p:cNvPr>
          <p:cNvCxnSpPr>
            <a:cxnSpLocks/>
          </p:cNvCxnSpPr>
          <p:nvPr/>
        </p:nvCxnSpPr>
        <p:spPr>
          <a:xfrm flipH="1" flipV="1">
            <a:off x="10956758" y="4700337"/>
            <a:ext cx="481263" cy="1588168"/>
          </a:xfrm>
          <a:prstGeom prst="straightConnector1">
            <a:avLst/>
          </a:prstGeom>
          <a:ln w="44450">
            <a:solidFill>
              <a:schemeClr val="bg1"/>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43" name="文本框 42">
            <a:extLst>
              <a:ext uri="{FF2B5EF4-FFF2-40B4-BE49-F238E27FC236}">
                <a16:creationId xmlns:a16="http://schemas.microsoft.com/office/drawing/2014/main" id="{172ECC6B-8C7F-871E-3ACF-2691532DD64F}"/>
              </a:ext>
            </a:extLst>
          </p:cNvPr>
          <p:cNvSpPr txBox="1"/>
          <p:nvPr/>
        </p:nvSpPr>
        <p:spPr>
          <a:xfrm>
            <a:off x="11129722" y="5751839"/>
            <a:ext cx="1158531" cy="307777"/>
          </a:xfrm>
          <a:prstGeom prst="rect">
            <a:avLst/>
          </a:prstGeom>
          <a:noFill/>
        </p:spPr>
        <p:txBody>
          <a:bodyPr wrap="square">
            <a:spAutoFit/>
          </a:bodyPr>
          <a:lstStyle/>
          <a:p>
            <a:pPr algn="ctr"/>
            <a:r>
              <a:rPr kumimoji="1" lang="en-US" altLang="zh-CN" sz="1400" dirty="0">
                <a:solidFill>
                  <a:schemeClr val="bg1"/>
                </a:solidFill>
                <a:latin typeface="Alibaba PuHuiTi" pitchFamily="18" charset="-122"/>
                <a:ea typeface="Alibaba PuHuiTi" pitchFamily="18" charset="-122"/>
                <a:cs typeface="Alibaba PuHuiTi" pitchFamily="18" charset="-122"/>
              </a:rPr>
              <a:t>2020</a:t>
            </a:r>
            <a:endParaRPr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44" name="文本框 43">
            <a:extLst>
              <a:ext uri="{FF2B5EF4-FFF2-40B4-BE49-F238E27FC236}">
                <a16:creationId xmlns:a16="http://schemas.microsoft.com/office/drawing/2014/main" id="{B1E551CF-F6D8-AA3D-4B72-74A985AE2F93}"/>
              </a:ext>
            </a:extLst>
          </p:cNvPr>
          <p:cNvSpPr txBox="1"/>
          <p:nvPr/>
        </p:nvSpPr>
        <p:spPr>
          <a:xfrm>
            <a:off x="10792199" y="4853118"/>
            <a:ext cx="1158531" cy="307777"/>
          </a:xfrm>
          <a:prstGeom prst="rect">
            <a:avLst/>
          </a:prstGeom>
          <a:noFill/>
        </p:spPr>
        <p:txBody>
          <a:bodyPr wrap="square">
            <a:spAutoFit/>
          </a:bodyPr>
          <a:lstStyle/>
          <a:p>
            <a:pPr algn="ctr"/>
            <a:r>
              <a:rPr kumimoji="1" lang="en-US" altLang="zh-CN" sz="1400" dirty="0">
                <a:solidFill>
                  <a:schemeClr val="bg1"/>
                </a:solidFill>
                <a:latin typeface="Alibaba PuHuiTi" pitchFamily="18" charset="-122"/>
                <a:ea typeface="Alibaba PuHuiTi" pitchFamily="18" charset="-122"/>
                <a:cs typeface="Alibaba PuHuiTi" pitchFamily="18" charset="-122"/>
              </a:rPr>
              <a:t>2023</a:t>
            </a:r>
            <a:endParaRPr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E706D6A0-7BAF-94BE-4797-6A052D0E53C6}"/>
              </a:ext>
            </a:extLst>
          </p:cNvPr>
          <p:cNvSpPr txBox="1"/>
          <p:nvPr/>
        </p:nvSpPr>
        <p:spPr>
          <a:xfrm>
            <a:off x="9744527" y="5987600"/>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2020</a:t>
            </a:r>
            <a:endParaRPr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4DBBBCB8-69D1-7591-8EA4-EAFD6E3882D5}"/>
              </a:ext>
            </a:extLst>
          </p:cNvPr>
          <p:cNvSpPr txBox="1"/>
          <p:nvPr/>
        </p:nvSpPr>
        <p:spPr>
          <a:xfrm>
            <a:off x="9768408" y="5548600"/>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2021</a:t>
            </a:r>
            <a:endParaRPr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68A556F7-6DDD-8E00-1D58-40B6DC1EB378}"/>
              </a:ext>
            </a:extLst>
          </p:cNvPr>
          <p:cNvSpPr txBox="1"/>
          <p:nvPr/>
        </p:nvSpPr>
        <p:spPr>
          <a:xfrm>
            <a:off x="9737040" y="5157192"/>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2022</a:t>
            </a:r>
            <a:endParaRPr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8" name="文本框 47">
            <a:extLst>
              <a:ext uri="{FF2B5EF4-FFF2-40B4-BE49-F238E27FC236}">
                <a16:creationId xmlns:a16="http://schemas.microsoft.com/office/drawing/2014/main" id="{E4A0711E-5F58-8DB0-751F-A853BFBEFBB0}"/>
              </a:ext>
            </a:extLst>
          </p:cNvPr>
          <p:cNvSpPr txBox="1"/>
          <p:nvPr/>
        </p:nvSpPr>
        <p:spPr>
          <a:xfrm>
            <a:off x="9737040" y="4703936"/>
            <a:ext cx="1158531" cy="369332"/>
          </a:xfrm>
          <a:prstGeom prst="rect">
            <a:avLst/>
          </a:prstGeom>
          <a:noFill/>
        </p:spPr>
        <p:txBody>
          <a:bodyPr wrap="square">
            <a:spAutoFit/>
          </a:bodyPr>
          <a:lstStyle/>
          <a:p>
            <a:pPr algn="ctr"/>
            <a:r>
              <a:rPr kumimoji="1" lang="en-US" altLang="zh-CN" dirty="0">
                <a:solidFill>
                  <a:srgbClr val="1E344D"/>
                </a:solidFill>
                <a:latin typeface="Alibaba PuHuiTi" pitchFamily="18" charset="-122"/>
                <a:ea typeface="Alibaba PuHuiTi" pitchFamily="18" charset="-122"/>
                <a:cs typeface="Alibaba PuHuiTi" pitchFamily="18" charset="-122"/>
              </a:rPr>
              <a:t>2023</a:t>
            </a:r>
            <a:endParaRPr lang="zh-CN" altLang="en-US" dirty="0">
              <a:solidFill>
                <a:srgbClr val="1E344D"/>
              </a:solidFill>
              <a:latin typeface="Alibaba PuHuiTi" pitchFamily="18" charset="-122"/>
              <a:ea typeface="Alibaba PuHuiTi" pitchFamily="18" charset="-122"/>
              <a:cs typeface="Alibaba PuHuiTi" pitchFamily="18" charset="-122"/>
            </a:endParaRPr>
          </a:p>
        </p:txBody>
      </p:sp>
      <p:graphicFrame>
        <p:nvGraphicFramePr>
          <p:cNvPr id="49" name="图表 48">
            <a:extLst>
              <a:ext uri="{FF2B5EF4-FFF2-40B4-BE49-F238E27FC236}">
                <a16:creationId xmlns:a16="http://schemas.microsoft.com/office/drawing/2014/main" id="{795FFE99-73A8-ED60-0A62-C61BB543A15C}"/>
              </a:ext>
            </a:extLst>
          </p:cNvPr>
          <p:cNvGraphicFramePr/>
          <p:nvPr/>
        </p:nvGraphicFramePr>
        <p:xfrm>
          <a:off x="9468958" y="1610140"/>
          <a:ext cx="2199582" cy="2072694"/>
        </p:xfrm>
        <a:graphic>
          <a:graphicData uri="http://schemas.openxmlformats.org/drawingml/2006/chart">
            <c:chart xmlns:c="http://schemas.openxmlformats.org/drawingml/2006/chart" xmlns:r="http://schemas.openxmlformats.org/officeDocument/2006/relationships" r:id="rId3"/>
          </a:graphicData>
        </a:graphic>
      </p:graphicFrame>
      <p:sp>
        <p:nvSpPr>
          <p:cNvPr id="50" name="文本框 49">
            <a:extLst>
              <a:ext uri="{FF2B5EF4-FFF2-40B4-BE49-F238E27FC236}">
                <a16:creationId xmlns:a16="http://schemas.microsoft.com/office/drawing/2014/main" id="{078589B9-29D6-06B1-DCA7-D63CF612D359}"/>
              </a:ext>
            </a:extLst>
          </p:cNvPr>
          <p:cNvSpPr txBox="1"/>
          <p:nvPr/>
        </p:nvSpPr>
        <p:spPr>
          <a:xfrm>
            <a:off x="7973804" y="3248867"/>
            <a:ext cx="1093569" cy="261610"/>
          </a:xfrm>
          <a:prstGeom prst="rect">
            <a:avLst/>
          </a:prstGeom>
          <a:noFill/>
        </p:spPr>
        <p:txBody>
          <a:bodyPr wrap="non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 name="矩形 50">
            <a:extLst>
              <a:ext uri="{FF2B5EF4-FFF2-40B4-BE49-F238E27FC236}">
                <a16:creationId xmlns:a16="http://schemas.microsoft.com/office/drawing/2014/main" id="{CACD9AC0-9C77-5516-1CE2-481DE6FE4A19}"/>
              </a:ext>
            </a:extLst>
          </p:cNvPr>
          <p:cNvSpPr/>
          <p:nvPr/>
        </p:nvSpPr>
        <p:spPr>
          <a:xfrm>
            <a:off x="9059819" y="3306395"/>
            <a:ext cx="329609" cy="1594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文本框 51">
            <a:extLst>
              <a:ext uri="{FF2B5EF4-FFF2-40B4-BE49-F238E27FC236}">
                <a16:creationId xmlns:a16="http://schemas.microsoft.com/office/drawing/2014/main" id="{4A7B43DF-7268-82B5-07E9-B2AF59CB2CCA}"/>
              </a:ext>
            </a:extLst>
          </p:cNvPr>
          <p:cNvSpPr txBox="1"/>
          <p:nvPr/>
        </p:nvSpPr>
        <p:spPr>
          <a:xfrm>
            <a:off x="9375056" y="3251262"/>
            <a:ext cx="817853" cy="246221"/>
          </a:xfrm>
          <a:prstGeom prst="rect">
            <a:avLst/>
          </a:prstGeom>
          <a:noFill/>
        </p:spPr>
        <p:txBody>
          <a:bodyPr wrap="none" rtlCol="0">
            <a:spAutoFit/>
          </a:bodyPr>
          <a:lstStyle/>
          <a:p>
            <a:r>
              <a:rPr kumimoji="1" lang="en" altLang="zh-CN" sz="1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5" name="三角形 54">
            <a:extLst>
              <a:ext uri="{FF2B5EF4-FFF2-40B4-BE49-F238E27FC236}">
                <a16:creationId xmlns:a16="http://schemas.microsoft.com/office/drawing/2014/main" id="{E8D78523-EC8D-C417-8F5A-B53A7A796300}"/>
              </a:ext>
            </a:extLst>
          </p:cNvPr>
          <p:cNvSpPr/>
          <p:nvPr/>
        </p:nvSpPr>
        <p:spPr>
          <a:xfrm rot="5400000">
            <a:off x="6645274"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文本框 55">
            <a:extLst>
              <a:ext uri="{FF2B5EF4-FFF2-40B4-BE49-F238E27FC236}">
                <a16:creationId xmlns:a16="http://schemas.microsoft.com/office/drawing/2014/main" id="{DF294425-D12F-6C18-E9CD-9ADD7394F944}"/>
              </a:ext>
            </a:extLst>
          </p:cNvPr>
          <p:cNvSpPr txBox="1"/>
          <p:nvPr/>
        </p:nvSpPr>
        <p:spPr>
          <a:xfrm>
            <a:off x="6534799" y="2583572"/>
            <a:ext cx="298524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CC127814-E201-05F0-9360-D246FE17029D}"/>
              </a:ext>
            </a:extLst>
          </p:cNvPr>
          <p:cNvSpPr txBox="1"/>
          <p:nvPr/>
        </p:nvSpPr>
        <p:spPr>
          <a:xfrm>
            <a:off x="4217999" y="5181830"/>
            <a:ext cx="1158531" cy="369332"/>
          </a:xfrm>
          <a:prstGeom prst="rect">
            <a:avLst/>
          </a:prstGeom>
          <a:noFill/>
        </p:spPr>
        <p:txBody>
          <a:bodyPr wrap="square">
            <a:spAutoFit/>
          </a:bodyPr>
          <a:lstStyle/>
          <a:p>
            <a:pPr algn="ctr"/>
            <a:r>
              <a:rPr kumimoji="1" lang="en-US" altLang="zh-CN" b="1" dirty="0">
                <a:solidFill>
                  <a:srgbClr val="1E344D"/>
                </a:solidFill>
                <a:latin typeface="Alibaba PuHuiTi" pitchFamily="18" charset="-122"/>
                <a:ea typeface="Alibaba PuHuiTi" pitchFamily="18" charset="-122"/>
                <a:cs typeface="Alibaba PuHuiTi" pitchFamily="18" charset="-122"/>
              </a:rPr>
              <a:t>2023-8</a:t>
            </a:r>
            <a:endParaRPr lang="zh-CN" altLang="en-US" b="1" dirty="0">
              <a:solidFill>
                <a:srgbClr val="1E344D"/>
              </a:solidFill>
              <a:latin typeface="Alibaba PuHuiTi" pitchFamily="18" charset="-122"/>
              <a:ea typeface="Alibaba PuHuiTi" pitchFamily="18" charset="-122"/>
              <a:cs typeface="Alibaba PuHuiTi" pitchFamily="18" charset="-122"/>
            </a:endParaRPr>
          </a:p>
        </p:txBody>
      </p:sp>
      <p:sp>
        <p:nvSpPr>
          <p:cNvPr id="12" name="文本框 11">
            <a:extLst>
              <a:ext uri="{FF2B5EF4-FFF2-40B4-BE49-F238E27FC236}">
                <a16:creationId xmlns:a16="http://schemas.microsoft.com/office/drawing/2014/main" id="{C4355E7A-06C8-42FF-4FDD-B4CBEE28C879}"/>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7AF90F9A-D5CC-09E4-7ED5-D2FC523225EC}"/>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1" name="直线连接符 20">
            <a:extLst>
              <a:ext uri="{FF2B5EF4-FFF2-40B4-BE49-F238E27FC236}">
                <a16:creationId xmlns:a16="http://schemas.microsoft.com/office/drawing/2014/main" id="{6C4175A0-BBD2-6831-F789-428D54D9ED39}"/>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AE4B5979-5BA1-5FA4-4956-C422778A9D4F}"/>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99C13E83-5B64-155E-79B3-FA63BD3F457F}"/>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5" name="组合 24">
            <a:extLst>
              <a:ext uri="{FF2B5EF4-FFF2-40B4-BE49-F238E27FC236}">
                <a16:creationId xmlns:a16="http://schemas.microsoft.com/office/drawing/2014/main" id="{A450BFE6-A840-F158-6016-6387B8C303DB}"/>
              </a:ext>
            </a:extLst>
          </p:cNvPr>
          <p:cNvGrpSpPr/>
          <p:nvPr/>
        </p:nvGrpSpPr>
        <p:grpSpPr>
          <a:xfrm>
            <a:off x="2212826" y="287981"/>
            <a:ext cx="356205" cy="355288"/>
            <a:chOff x="2323294" y="287981"/>
            <a:chExt cx="356205" cy="355288"/>
          </a:xfrm>
        </p:grpSpPr>
        <p:sp>
          <p:nvSpPr>
            <p:cNvPr id="26" name="Google Shape;7166;p80">
              <a:extLst>
                <a:ext uri="{FF2B5EF4-FFF2-40B4-BE49-F238E27FC236}">
                  <a16:creationId xmlns:a16="http://schemas.microsoft.com/office/drawing/2014/main" id="{C5B104AE-CFB6-236E-E56D-6E1AA5398EFA}"/>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7;p80">
              <a:extLst>
                <a:ext uri="{FF2B5EF4-FFF2-40B4-BE49-F238E27FC236}">
                  <a16:creationId xmlns:a16="http://schemas.microsoft.com/office/drawing/2014/main" id="{CD3A9807-9EBE-EE5F-9104-09D2200CC82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7168;p80">
              <a:extLst>
                <a:ext uri="{FF2B5EF4-FFF2-40B4-BE49-F238E27FC236}">
                  <a16:creationId xmlns:a16="http://schemas.microsoft.com/office/drawing/2014/main" id="{3CB2D6FB-31A2-6147-7FFA-F0078A9C3F6D}"/>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69;p80">
              <a:extLst>
                <a:ext uri="{FF2B5EF4-FFF2-40B4-BE49-F238E27FC236}">
                  <a16:creationId xmlns:a16="http://schemas.microsoft.com/office/drawing/2014/main" id="{9138E10B-8EB1-A197-A1D5-098BFC914A6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12058025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47765"/>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1" y="1196752"/>
            <a:ext cx="4864111"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799" y="2060848"/>
            <a:ext cx="542184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00110"/>
          </a:xfrm>
          <a:prstGeom prst="rect">
            <a:avLst/>
          </a:prstGeom>
          <a:noFill/>
        </p:spPr>
        <p:txBody>
          <a:bodyPr wrap="square" rtlCol="0">
            <a:spAutoFit/>
          </a:bodyPr>
          <a:lstStyle/>
          <a:p>
            <a:pPr algn="l"/>
            <a:r>
              <a:rPr kumimoji="1" lang="en" altLang="zh-CN" sz="20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0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3022633"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2" y="5675591"/>
            <a:ext cx="2985247"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62" name="组合 61">
            <a:extLst>
              <a:ext uri="{FF2B5EF4-FFF2-40B4-BE49-F238E27FC236}">
                <a16:creationId xmlns:a16="http://schemas.microsoft.com/office/drawing/2014/main" id="{1F65E29B-BCC2-5215-C7D0-887F1D24E616}"/>
              </a:ext>
            </a:extLst>
          </p:cNvPr>
          <p:cNvGrpSpPr/>
          <p:nvPr/>
        </p:nvGrpSpPr>
        <p:grpSpPr>
          <a:xfrm>
            <a:off x="3960075" y="1749310"/>
            <a:ext cx="1504454" cy="1471789"/>
            <a:chOff x="3960075" y="1749310"/>
            <a:chExt cx="1504454" cy="1471789"/>
          </a:xfrm>
          <a:solidFill>
            <a:srgbClr val="EFBCB6"/>
          </a:solidFill>
        </p:grpSpPr>
        <p:sp>
          <p:nvSpPr>
            <p:cNvPr id="29" name="圆角矩形 28">
              <a:extLst>
                <a:ext uri="{FF2B5EF4-FFF2-40B4-BE49-F238E27FC236}">
                  <a16:creationId xmlns:a16="http://schemas.microsoft.com/office/drawing/2014/main" id="{C6864587-7C18-0385-8BAE-EAA45C99C3FB}"/>
                </a:ext>
              </a:extLst>
            </p:cNvPr>
            <p:cNvSpPr/>
            <p:nvPr/>
          </p:nvSpPr>
          <p:spPr>
            <a:xfrm>
              <a:off x="3960075" y="1749310"/>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圆角矩形 35">
              <a:extLst>
                <a:ext uri="{FF2B5EF4-FFF2-40B4-BE49-F238E27FC236}">
                  <a16:creationId xmlns:a16="http://schemas.microsoft.com/office/drawing/2014/main" id="{72E4BDBC-0F47-2E0A-5772-CAAE5467D699}"/>
                </a:ext>
              </a:extLst>
            </p:cNvPr>
            <p:cNvSpPr/>
            <p:nvPr/>
          </p:nvSpPr>
          <p:spPr>
            <a:xfrm>
              <a:off x="4792177" y="1749310"/>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圆角矩形 36">
              <a:extLst>
                <a:ext uri="{FF2B5EF4-FFF2-40B4-BE49-F238E27FC236}">
                  <a16:creationId xmlns:a16="http://schemas.microsoft.com/office/drawing/2014/main" id="{1C5F74A9-680E-08C0-E575-27058CF4769E}"/>
                </a:ext>
              </a:extLst>
            </p:cNvPr>
            <p:cNvSpPr/>
            <p:nvPr/>
          </p:nvSpPr>
          <p:spPr>
            <a:xfrm>
              <a:off x="3960075" y="2548747"/>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2F35A07-44FA-0E24-D83A-DAFC5C3F7C72}"/>
                </a:ext>
              </a:extLst>
            </p:cNvPr>
            <p:cNvSpPr/>
            <p:nvPr/>
          </p:nvSpPr>
          <p:spPr>
            <a:xfrm>
              <a:off x="4792177" y="2548747"/>
              <a:ext cx="672352" cy="672352"/>
            </a:xfrm>
            <a:prstGeom prst="round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cxnSp>
        <p:nvCxnSpPr>
          <p:cNvPr id="42" name="直线箭头连接符 41">
            <a:extLst>
              <a:ext uri="{FF2B5EF4-FFF2-40B4-BE49-F238E27FC236}">
                <a16:creationId xmlns:a16="http://schemas.microsoft.com/office/drawing/2014/main" id="{AE95A0A7-9E1A-0D94-3586-D0B99A320275}"/>
              </a:ext>
            </a:extLst>
          </p:cNvPr>
          <p:cNvCxnSpPr/>
          <p:nvPr/>
        </p:nvCxnSpPr>
        <p:spPr>
          <a:xfrm>
            <a:off x="3597004" y="2488898"/>
            <a:ext cx="2259106" cy="0"/>
          </a:xfrm>
          <a:prstGeom prst="straightConnector1">
            <a:avLst/>
          </a:prstGeom>
          <a:ln w="38100">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5" name="直线箭头连接符 54">
            <a:extLst>
              <a:ext uri="{FF2B5EF4-FFF2-40B4-BE49-F238E27FC236}">
                <a16:creationId xmlns:a16="http://schemas.microsoft.com/office/drawing/2014/main" id="{8CE1CDD7-91A5-AB02-97B3-233A40DB1251}"/>
              </a:ext>
            </a:extLst>
          </p:cNvPr>
          <p:cNvCxnSpPr>
            <a:cxnSpLocks/>
          </p:cNvCxnSpPr>
          <p:nvPr/>
        </p:nvCxnSpPr>
        <p:spPr>
          <a:xfrm>
            <a:off x="4711041" y="1500294"/>
            <a:ext cx="0" cy="1997133"/>
          </a:xfrm>
          <a:prstGeom prst="straightConnector1">
            <a:avLst/>
          </a:prstGeom>
          <a:ln w="38100">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7" name="圆角矩形 56">
            <a:extLst>
              <a:ext uri="{FF2B5EF4-FFF2-40B4-BE49-F238E27FC236}">
                <a16:creationId xmlns:a16="http://schemas.microsoft.com/office/drawing/2014/main" id="{3024099B-ACDC-FC3B-85EE-559748AAE28C}"/>
              </a:ext>
            </a:extLst>
          </p:cNvPr>
          <p:cNvSpPr/>
          <p:nvPr/>
        </p:nvSpPr>
        <p:spPr>
          <a:xfrm>
            <a:off x="4010875" y="1804592"/>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圆角矩形 57">
            <a:extLst>
              <a:ext uri="{FF2B5EF4-FFF2-40B4-BE49-F238E27FC236}">
                <a16:creationId xmlns:a16="http://schemas.microsoft.com/office/drawing/2014/main" id="{BE51A4A0-8548-0070-6DA3-AC934787768E}"/>
              </a:ext>
            </a:extLst>
          </p:cNvPr>
          <p:cNvSpPr/>
          <p:nvPr/>
        </p:nvSpPr>
        <p:spPr>
          <a:xfrm>
            <a:off x="4843560" y="1804592"/>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 name="圆角矩形 58">
            <a:extLst>
              <a:ext uri="{FF2B5EF4-FFF2-40B4-BE49-F238E27FC236}">
                <a16:creationId xmlns:a16="http://schemas.microsoft.com/office/drawing/2014/main" id="{6429B50C-E6C5-BD3A-261D-F3792B72294C}"/>
              </a:ext>
            </a:extLst>
          </p:cNvPr>
          <p:cNvSpPr/>
          <p:nvPr/>
        </p:nvSpPr>
        <p:spPr>
          <a:xfrm>
            <a:off x="4010875" y="2607308"/>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 name="圆角矩形 59">
            <a:extLst>
              <a:ext uri="{FF2B5EF4-FFF2-40B4-BE49-F238E27FC236}">
                <a16:creationId xmlns:a16="http://schemas.microsoft.com/office/drawing/2014/main" id="{F09D9FF6-BBE3-56AD-02EE-247FB7D8D1EF}"/>
              </a:ext>
            </a:extLst>
          </p:cNvPr>
          <p:cNvSpPr/>
          <p:nvPr/>
        </p:nvSpPr>
        <p:spPr>
          <a:xfrm>
            <a:off x="4843560" y="2607308"/>
            <a:ext cx="556110" cy="5561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 name="文本框 60">
            <a:extLst>
              <a:ext uri="{FF2B5EF4-FFF2-40B4-BE49-F238E27FC236}">
                <a16:creationId xmlns:a16="http://schemas.microsoft.com/office/drawing/2014/main" id="{D2B65B90-2C3C-969C-CCB7-AEE37AD9102B}"/>
              </a:ext>
            </a:extLst>
          </p:cNvPr>
          <p:cNvSpPr txBox="1"/>
          <p:nvPr/>
        </p:nvSpPr>
        <p:spPr>
          <a:xfrm>
            <a:off x="3988011" y="1854049"/>
            <a:ext cx="676587" cy="461665"/>
          </a:xfrm>
          <a:prstGeom prst="rect">
            <a:avLst/>
          </a:prstGeom>
          <a:noFill/>
        </p:spPr>
        <p:txBody>
          <a:bodyPr wrap="square" rtlCol="0">
            <a:spAutoFit/>
          </a:bodyPr>
          <a:lstStyle/>
          <a:p>
            <a:pPr algn="l"/>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1</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80607D48-0F9A-087C-FA1A-CFF7D89B18DD}"/>
              </a:ext>
            </a:extLst>
          </p:cNvPr>
          <p:cNvSpPr txBox="1"/>
          <p:nvPr/>
        </p:nvSpPr>
        <p:spPr>
          <a:xfrm>
            <a:off x="4846155" y="1842475"/>
            <a:ext cx="676587" cy="461665"/>
          </a:xfrm>
          <a:prstGeom prst="rect">
            <a:avLst/>
          </a:prstGeom>
          <a:noFill/>
        </p:spPr>
        <p:txBody>
          <a:bodyPr wrap="square" rtlCol="0">
            <a:spAutoFit/>
          </a:bodyPr>
          <a:lstStyle/>
          <a:p>
            <a:pPr algn="l"/>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2</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48" name="文本框 447">
            <a:extLst>
              <a:ext uri="{FF2B5EF4-FFF2-40B4-BE49-F238E27FC236}">
                <a16:creationId xmlns:a16="http://schemas.microsoft.com/office/drawing/2014/main" id="{232E13CB-8359-1CD4-C747-5240967837E8}"/>
              </a:ext>
            </a:extLst>
          </p:cNvPr>
          <p:cNvSpPr txBox="1"/>
          <p:nvPr/>
        </p:nvSpPr>
        <p:spPr>
          <a:xfrm>
            <a:off x="3988011" y="2636912"/>
            <a:ext cx="676587" cy="461665"/>
          </a:xfrm>
          <a:prstGeom prst="rect">
            <a:avLst/>
          </a:prstGeom>
          <a:noFill/>
        </p:spPr>
        <p:txBody>
          <a:bodyPr wrap="square" rtlCol="0">
            <a:spAutoFit/>
          </a:bodyPr>
          <a:lstStyle/>
          <a:p>
            <a:pPr algn="l"/>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3</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C5D09F96-FF43-A505-908E-19609D0C502E}"/>
              </a:ext>
            </a:extLst>
          </p:cNvPr>
          <p:cNvSpPr txBox="1"/>
          <p:nvPr/>
        </p:nvSpPr>
        <p:spPr>
          <a:xfrm>
            <a:off x="4846155" y="2625338"/>
            <a:ext cx="676587" cy="461665"/>
          </a:xfrm>
          <a:prstGeom prst="rect">
            <a:avLst/>
          </a:prstGeom>
          <a:noFill/>
        </p:spPr>
        <p:txBody>
          <a:bodyPr wrap="square" rtlCol="0">
            <a:spAutoFit/>
          </a:bodyPr>
          <a:lstStyle/>
          <a:p>
            <a:pPr algn="l"/>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Q</a:t>
            </a:r>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F5C6AED-E702-EB75-B5BF-3892A7485406}"/>
              </a:ext>
            </a:extLst>
          </p:cNvPr>
          <p:cNvSpPr txBox="1"/>
          <p:nvPr/>
        </p:nvSpPr>
        <p:spPr>
          <a:xfrm>
            <a:off x="623392" y="1620457"/>
            <a:ext cx="338144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9B56600D-24E6-9399-A15A-70E904AA3FB8}"/>
              </a:ext>
            </a:extLst>
          </p:cNvPr>
          <p:cNvSpPr txBox="1"/>
          <p:nvPr/>
        </p:nvSpPr>
        <p:spPr>
          <a:xfrm>
            <a:off x="611817" y="2089117"/>
            <a:ext cx="3103656"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2" name="文本框 451">
            <a:extLst>
              <a:ext uri="{FF2B5EF4-FFF2-40B4-BE49-F238E27FC236}">
                <a16:creationId xmlns:a16="http://schemas.microsoft.com/office/drawing/2014/main" id="{B0D767DA-F8C5-8EE0-13A8-5453F4C4517B}"/>
              </a:ext>
            </a:extLst>
          </p:cNvPr>
          <p:cNvSpPr txBox="1"/>
          <p:nvPr/>
        </p:nvSpPr>
        <p:spPr>
          <a:xfrm>
            <a:off x="646541" y="2535299"/>
            <a:ext cx="3254127"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3" name="文本框 452">
            <a:extLst>
              <a:ext uri="{FF2B5EF4-FFF2-40B4-BE49-F238E27FC236}">
                <a16:creationId xmlns:a16="http://schemas.microsoft.com/office/drawing/2014/main" id="{8DA20FD4-F2BE-139D-692C-811EC3107FF7}"/>
              </a:ext>
            </a:extLst>
          </p:cNvPr>
          <p:cNvSpPr txBox="1"/>
          <p:nvPr/>
        </p:nvSpPr>
        <p:spPr>
          <a:xfrm>
            <a:off x="634966" y="3008527"/>
            <a:ext cx="335829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4.</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aphicFrame>
        <p:nvGraphicFramePr>
          <p:cNvPr id="454" name="图表 453">
            <a:extLst>
              <a:ext uri="{FF2B5EF4-FFF2-40B4-BE49-F238E27FC236}">
                <a16:creationId xmlns:a16="http://schemas.microsoft.com/office/drawing/2014/main" id="{467AD0CB-8497-C93E-D3B0-F2EFCF0F9897}"/>
              </a:ext>
            </a:extLst>
          </p:cNvPr>
          <p:cNvGraphicFramePr/>
          <p:nvPr>
            <p:extLst>
              <p:ext uri="{D42A27DB-BD31-4B8C-83A1-F6EECF244321}">
                <p14:modId xmlns:p14="http://schemas.microsoft.com/office/powerpoint/2010/main" val="423472845"/>
              </p:ext>
            </p:extLst>
          </p:nvPr>
        </p:nvGraphicFramePr>
        <p:xfrm>
          <a:off x="3608788" y="4282632"/>
          <a:ext cx="2178553" cy="2156845"/>
        </p:xfrm>
        <a:graphic>
          <a:graphicData uri="http://schemas.openxmlformats.org/drawingml/2006/chart">
            <c:chart xmlns:c="http://schemas.openxmlformats.org/drawingml/2006/chart" xmlns:r="http://schemas.openxmlformats.org/officeDocument/2006/relationships" r:id="rId3"/>
          </a:graphicData>
        </a:graphic>
      </p:graphicFrame>
      <p:grpSp>
        <p:nvGrpSpPr>
          <p:cNvPr id="475" name="组合 474">
            <a:extLst>
              <a:ext uri="{FF2B5EF4-FFF2-40B4-BE49-F238E27FC236}">
                <a16:creationId xmlns:a16="http://schemas.microsoft.com/office/drawing/2014/main" id="{D2663AD3-8C52-5882-640C-D11CC9A5BC0F}"/>
              </a:ext>
            </a:extLst>
          </p:cNvPr>
          <p:cNvGrpSpPr/>
          <p:nvPr/>
        </p:nvGrpSpPr>
        <p:grpSpPr>
          <a:xfrm>
            <a:off x="8592553" y="2704658"/>
            <a:ext cx="3012081" cy="763571"/>
            <a:chOff x="9203641" y="5453774"/>
            <a:chExt cx="2806107" cy="711356"/>
          </a:xfrm>
          <a:solidFill>
            <a:schemeClr val="bg1"/>
          </a:solidFill>
        </p:grpSpPr>
        <p:sp>
          <p:nvSpPr>
            <p:cNvPr id="476" name="Google Shape;5067;p75">
              <a:extLst>
                <a:ext uri="{FF2B5EF4-FFF2-40B4-BE49-F238E27FC236}">
                  <a16:creationId xmlns:a16="http://schemas.microsoft.com/office/drawing/2014/main" id="{6FF1F76A-81F6-9F5F-A47C-C0D1E04B7CF0}"/>
                </a:ext>
              </a:extLst>
            </p:cNvPr>
            <p:cNvSpPr/>
            <p:nvPr/>
          </p:nvSpPr>
          <p:spPr>
            <a:xfrm>
              <a:off x="9203641" y="5589446"/>
              <a:ext cx="255039" cy="575684"/>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grpFill/>
            <a:ln>
              <a:noFill/>
            </a:ln>
          </p:spPr>
          <p:txBody>
            <a:bodyPr spcFirstLastPara="1" wrap="square" lIns="121900" tIns="121900" rIns="121900" bIns="121900" anchor="ctr" anchorCtr="0">
              <a:noAutofit/>
            </a:bodyPr>
            <a:lstStyle/>
            <a:p>
              <a:endParaRPr sz="2400"/>
            </a:p>
          </p:txBody>
        </p:sp>
        <p:sp>
          <p:nvSpPr>
            <p:cNvPr id="477" name="Google Shape;5068;p75">
              <a:extLst>
                <a:ext uri="{FF2B5EF4-FFF2-40B4-BE49-F238E27FC236}">
                  <a16:creationId xmlns:a16="http://schemas.microsoft.com/office/drawing/2014/main" id="{4F94E198-B0DC-30CC-468B-C01613F7FCD2}"/>
                </a:ext>
              </a:extLst>
            </p:cNvPr>
            <p:cNvSpPr/>
            <p:nvPr/>
          </p:nvSpPr>
          <p:spPr>
            <a:xfrm>
              <a:off x="9279585" y="5453774"/>
              <a:ext cx="104217" cy="117083"/>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grpFill/>
            <a:ln>
              <a:noFill/>
            </a:ln>
          </p:spPr>
          <p:txBody>
            <a:bodyPr spcFirstLastPara="1" wrap="square" lIns="121900" tIns="121900" rIns="121900" bIns="121900" anchor="ctr" anchorCtr="0">
              <a:noAutofit/>
            </a:bodyPr>
            <a:lstStyle/>
            <a:p>
              <a:endParaRPr sz="2400"/>
            </a:p>
          </p:txBody>
        </p:sp>
        <p:sp>
          <p:nvSpPr>
            <p:cNvPr id="479" name="Google Shape;5070;p75">
              <a:extLst>
                <a:ext uri="{FF2B5EF4-FFF2-40B4-BE49-F238E27FC236}">
                  <a16:creationId xmlns:a16="http://schemas.microsoft.com/office/drawing/2014/main" id="{50CF2079-49B6-20FA-28A9-D8BDEBF261EB}"/>
                </a:ext>
              </a:extLst>
            </p:cNvPr>
            <p:cNvSpPr/>
            <p:nvPr/>
          </p:nvSpPr>
          <p:spPr>
            <a:xfrm>
              <a:off x="11691776"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p>
          </p:txBody>
        </p:sp>
        <p:sp>
          <p:nvSpPr>
            <p:cNvPr id="480" name="Google Shape;5071;p75">
              <a:extLst>
                <a:ext uri="{FF2B5EF4-FFF2-40B4-BE49-F238E27FC236}">
                  <a16:creationId xmlns:a16="http://schemas.microsoft.com/office/drawing/2014/main" id="{83E3BE9A-4CE4-DF41-03C5-E1A99CB423D8}"/>
                </a:ext>
              </a:extLst>
            </p:cNvPr>
            <p:cNvSpPr/>
            <p:nvPr/>
          </p:nvSpPr>
          <p:spPr>
            <a:xfrm>
              <a:off x="11799294"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p>
          </p:txBody>
        </p:sp>
        <p:sp>
          <p:nvSpPr>
            <p:cNvPr id="481" name="Google Shape;5073;p75">
              <a:extLst>
                <a:ext uri="{FF2B5EF4-FFF2-40B4-BE49-F238E27FC236}">
                  <a16:creationId xmlns:a16="http://schemas.microsoft.com/office/drawing/2014/main" id="{31CA9F40-373F-2F00-6FC3-26EF8B55104C}"/>
                </a:ext>
              </a:extLst>
            </p:cNvPr>
            <p:cNvSpPr/>
            <p:nvPr/>
          </p:nvSpPr>
          <p:spPr>
            <a:xfrm>
              <a:off x="11038277"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482" name="Google Shape;5074;p75">
              <a:extLst>
                <a:ext uri="{FF2B5EF4-FFF2-40B4-BE49-F238E27FC236}">
                  <a16:creationId xmlns:a16="http://schemas.microsoft.com/office/drawing/2014/main" id="{6C93FB3E-A715-D76B-9254-5B9D483E0360}"/>
                </a:ext>
              </a:extLst>
            </p:cNvPr>
            <p:cNvSpPr/>
            <p:nvPr/>
          </p:nvSpPr>
          <p:spPr>
            <a:xfrm>
              <a:off x="11145795"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483" name="Google Shape;5076;p75">
              <a:extLst>
                <a:ext uri="{FF2B5EF4-FFF2-40B4-BE49-F238E27FC236}">
                  <a16:creationId xmlns:a16="http://schemas.microsoft.com/office/drawing/2014/main" id="{6BB6C62D-B38F-5D62-834A-4221EA5E78CB}"/>
                </a:ext>
              </a:extLst>
            </p:cNvPr>
            <p:cNvSpPr/>
            <p:nvPr/>
          </p:nvSpPr>
          <p:spPr>
            <a:xfrm>
              <a:off x="10384781" y="5591126"/>
              <a:ext cx="317972" cy="571483"/>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grpFill/>
            <a:ln>
              <a:noFill/>
            </a:ln>
          </p:spPr>
          <p:txBody>
            <a:bodyPr spcFirstLastPara="1" wrap="square" lIns="121900" tIns="121900" rIns="121900" bIns="121900" anchor="ctr" anchorCtr="0">
              <a:noAutofit/>
            </a:bodyPr>
            <a:lstStyle/>
            <a:p>
              <a:endParaRPr sz="2400"/>
            </a:p>
          </p:txBody>
        </p:sp>
        <p:sp>
          <p:nvSpPr>
            <p:cNvPr id="484" name="Google Shape;5077;p75">
              <a:extLst>
                <a:ext uri="{FF2B5EF4-FFF2-40B4-BE49-F238E27FC236}">
                  <a16:creationId xmlns:a16="http://schemas.microsoft.com/office/drawing/2014/main" id="{5B05DFD8-D72D-A463-09F2-E33481166F7D}"/>
                </a:ext>
              </a:extLst>
            </p:cNvPr>
            <p:cNvSpPr/>
            <p:nvPr/>
          </p:nvSpPr>
          <p:spPr>
            <a:xfrm>
              <a:off x="10492299" y="5456292"/>
              <a:ext cx="103468" cy="116243"/>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grpFill/>
            <a:ln>
              <a:noFill/>
            </a:ln>
          </p:spPr>
          <p:txBody>
            <a:bodyPr spcFirstLastPara="1" wrap="square" lIns="121900" tIns="121900" rIns="121900" bIns="121900" anchor="ctr" anchorCtr="0">
              <a:noAutofit/>
            </a:bodyPr>
            <a:lstStyle/>
            <a:p>
              <a:endParaRPr sz="2400"/>
            </a:p>
          </p:txBody>
        </p:sp>
        <p:sp>
          <p:nvSpPr>
            <p:cNvPr id="485" name="Google Shape;5079;p75">
              <a:extLst>
                <a:ext uri="{FF2B5EF4-FFF2-40B4-BE49-F238E27FC236}">
                  <a16:creationId xmlns:a16="http://schemas.microsoft.com/office/drawing/2014/main" id="{8FEA1B27-8F46-8404-B564-99B308835663}"/>
                </a:ext>
              </a:extLst>
            </p:cNvPr>
            <p:cNvSpPr/>
            <p:nvPr/>
          </p:nvSpPr>
          <p:spPr>
            <a:xfrm>
              <a:off x="9794206" y="5589446"/>
              <a:ext cx="255039" cy="575684"/>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grpFill/>
            <a:ln>
              <a:noFill/>
            </a:ln>
          </p:spPr>
          <p:txBody>
            <a:bodyPr spcFirstLastPara="1" wrap="square" lIns="121900" tIns="121900" rIns="121900" bIns="121900" anchor="ctr" anchorCtr="0">
              <a:noAutofit/>
            </a:bodyPr>
            <a:lstStyle/>
            <a:p>
              <a:endParaRPr sz="2400"/>
            </a:p>
          </p:txBody>
        </p:sp>
        <p:sp>
          <p:nvSpPr>
            <p:cNvPr id="487" name="Google Shape;5080;p75">
              <a:extLst>
                <a:ext uri="{FF2B5EF4-FFF2-40B4-BE49-F238E27FC236}">
                  <a16:creationId xmlns:a16="http://schemas.microsoft.com/office/drawing/2014/main" id="{3C4E7EA7-C2AF-64A0-9064-F966078971E6}"/>
                </a:ext>
              </a:extLst>
            </p:cNvPr>
            <p:cNvSpPr/>
            <p:nvPr/>
          </p:nvSpPr>
          <p:spPr>
            <a:xfrm>
              <a:off x="9870150" y="5453774"/>
              <a:ext cx="104217" cy="117083"/>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488" name="三角形 487">
            <a:extLst>
              <a:ext uri="{FF2B5EF4-FFF2-40B4-BE49-F238E27FC236}">
                <a16:creationId xmlns:a16="http://schemas.microsoft.com/office/drawing/2014/main" id="{623A2AF2-C314-DB09-7592-930F8B9F52E8}"/>
              </a:ext>
            </a:extLst>
          </p:cNvPr>
          <p:cNvSpPr/>
          <p:nvPr/>
        </p:nvSpPr>
        <p:spPr>
          <a:xfrm rot="5400000">
            <a:off x="6573266" y="1223542"/>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516283BE-E66F-62DC-15DF-AD82A1EE6DD5}"/>
              </a:ext>
            </a:extLst>
          </p:cNvPr>
          <p:cNvSpPr txBox="1"/>
          <p:nvPr/>
        </p:nvSpPr>
        <p:spPr>
          <a:xfrm>
            <a:off x="6528048" y="2359229"/>
            <a:ext cx="542184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0" name="文本框 489">
            <a:extLst>
              <a:ext uri="{FF2B5EF4-FFF2-40B4-BE49-F238E27FC236}">
                <a16:creationId xmlns:a16="http://schemas.microsoft.com/office/drawing/2014/main" id="{1DC56C0A-D123-A1D5-75BA-9806A98CE8C1}"/>
              </a:ext>
            </a:extLst>
          </p:cNvPr>
          <p:cNvSpPr txBox="1"/>
          <p:nvPr/>
        </p:nvSpPr>
        <p:spPr>
          <a:xfrm>
            <a:off x="6528048" y="2708920"/>
            <a:ext cx="2083517" cy="830997"/>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1" name="三角形 490">
            <a:extLst>
              <a:ext uri="{FF2B5EF4-FFF2-40B4-BE49-F238E27FC236}">
                <a16:creationId xmlns:a16="http://schemas.microsoft.com/office/drawing/2014/main" id="{645468C0-E4C1-EC2A-4065-A9A6BAF1E3C4}"/>
              </a:ext>
            </a:extLst>
          </p:cNvPr>
          <p:cNvSpPr/>
          <p:nvPr/>
        </p:nvSpPr>
        <p:spPr>
          <a:xfrm rot="5400000">
            <a:off x="547841"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2" name="椭圆 491">
            <a:extLst>
              <a:ext uri="{FF2B5EF4-FFF2-40B4-BE49-F238E27FC236}">
                <a16:creationId xmlns:a16="http://schemas.microsoft.com/office/drawing/2014/main" id="{31CB3742-3E1D-B3E3-0E28-DD8966D606DD}"/>
              </a:ext>
            </a:extLst>
          </p:cNvPr>
          <p:cNvSpPr/>
          <p:nvPr/>
        </p:nvSpPr>
        <p:spPr>
          <a:xfrm>
            <a:off x="10139825" y="5428527"/>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3" name="椭圆 492">
            <a:extLst>
              <a:ext uri="{FF2B5EF4-FFF2-40B4-BE49-F238E27FC236}">
                <a16:creationId xmlns:a16="http://schemas.microsoft.com/office/drawing/2014/main" id="{828F33E1-5330-89CC-C61E-21CB000C157E}"/>
              </a:ext>
            </a:extLst>
          </p:cNvPr>
          <p:cNvSpPr/>
          <p:nvPr/>
        </p:nvSpPr>
        <p:spPr>
          <a:xfrm>
            <a:off x="10637734" y="5428527"/>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4" name="椭圆 493">
            <a:extLst>
              <a:ext uri="{FF2B5EF4-FFF2-40B4-BE49-F238E27FC236}">
                <a16:creationId xmlns:a16="http://schemas.microsoft.com/office/drawing/2014/main" id="{B3F44BDA-E9EC-54E3-877A-D1CB0CAE3797}"/>
              </a:ext>
            </a:extLst>
          </p:cNvPr>
          <p:cNvSpPr/>
          <p:nvPr/>
        </p:nvSpPr>
        <p:spPr>
          <a:xfrm>
            <a:off x="11137598" y="5428527"/>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5" name="椭圆 494">
            <a:extLst>
              <a:ext uri="{FF2B5EF4-FFF2-40B4-BE49-F238E27FC236}">
                <a16:creationId xmlns:a16="http://schemas.microsoft.com/office/drawing/2014/main" id="{E21594F5-2FA4-50F7-34B6-F35CCAFCF96B}"/>
              </a:ext>
            </a:extLst>
          </p:cNvPr>
          <p:cNvSpPr/>
          <p:nvPr/>
        </p:nvSpPr>
        <p:spPr>
          <a:xfrm>
            <a:off x="10362402" y="5862421"/>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8" name="椭圆 497">
            <a:extLst>
              <a:ext uri="{FF2B5EF4-FFF2-40B4-BE49-F238E27FC236}">
                <a16:creationId xmlns:a16="http://schemas.microsoft.com/office/drawing/2014/main" id="{2E7D8D12-DE4C-E74E-AD60-50EB6ED17430}"/>
              </a:ext>
            </a:extLst>
          </p:cNvPr>
          <p:cNvSpPr/>
          <p:nvPr/>
        </p:nvSpPr>
        <p:spPr>
          <a:xfrm>
            <a:off x="10896174" y="5868771"/>
            <a:ext cx="462987" cy="46298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9" name="椭圆 498">
            <a:extLst>
              <a:ext uri="{FF2B5EF4-FFF2-40B4-BE49-F238E27FC236}">
                <a16:creationId xmlns:a16="http://schemas.microsoft.com/office/drawing/2014/main" id="{65900F29-8DA6-DE39-849D-A2591EB75C5A}"/>
              </a:ext>
            </a:extLst>
          </p:cNvPr>
          <p:cNvSpPr/>
          <p:nvPr/>
        </p:nvSpPr>
        <p:spPr>
          <a:xfrm>
            <a:off x="10667108" y="4161882"/>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5" name="椭圆 504">
            <a:extLst>
              <a:ext uri="{FF2B5EF4-FFF2-40B4-BE49-F238E27FC236}">
                <a16:creationId xmlns:a16="http://schemas.microsoft.com/office/drawing/2014/main" id="{66312C63-0F98-0939-494C-B4CDAFDF0064}"/>
              </a:ext>
            </a:extLst>
          </p:cNvPr>
          <p:cNvSpPr/>
          <p:nvPr/>
        </p:nvSpPr>
        <p:spPr>
          <a:xfrm>
            <a:off x="10451084" y="4305898"/>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6" name="椭圆 505">
            <a:extLst>
              <a:ext uri="{FF2B5EF4-FFF2-40B4-BE49-F238E27FC236}">
                <a16:creationId xmlns:a16="http://schemas.microsoft.com/office/drawing/2014/main" id="{8D20F89E-DCF8-12C6-CD6F-F0CF9A996CA0}"/>
              </a:ext>
            </a:extLst>
          </p:cNvPr>
          <p:cNvSpPr/>
          <p:nvPr/>
        </p:nvSpPr>
        <p:spPr>
          <a:xfrm>
            <a:off x="10922337" y="4346903"/>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7" name="椭圆 506">
            <a:extLst>
              <a:ext uri="{FF2B5EF4-FFF2-40B4-BE49-F238E27FC236}">
                <a16:creationId xmlns:a16="http://schemas.microsoft.com/office/drawing/2014/main" id="{82EAFC9A-FB27-4940-337F-FA69C097CCE3}"/>
              </a:ext>
            </a:extLst>
          </p:cNvPr>
          <p:cNvSpPr/>
          <p:nvPr/>
        </p:nvSpPr>
        <p:spPr>
          <a:xfrm>
            <a:off x="10527192" y="4604432"/>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8" name="椭圆 507">
            <a:extLst>
              <a:ext uri="{FF2B5EF4-FFF2-40B4-BE49-F238E27FC236}">
                <a16:creationId xmlns:a16="http://schemas.microsoft.com/office/drawing/2014/main" id="{02289A05-C3C1-B72D-29B9-0FDB8CBA371A}"/>
              </a:ext>
            </a:extLst>
          </p:cNvPr>
          <p:cNvSpPr/>
          <p:nvPr/>
        </p:nvSpPr>
        <p:spPr>
          <a:xfrm>
            <a:off x="10842128" y="4588030"/>
            <a:ext cx="462987" cy="462987"/>
          </a:xfrm>
          <a:prstGeom prst="ellipse">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9" name="左弧形箭头 508">
            <a:extLst>
              <a:ext uri="{FF2B5EF4-FFF2-40B4-BE49-F238E27FC236}">
                <a16:creationId xmlns:a16="http://schemas.microsoft.com/office/drawing/2014/main" id="{69784CF1-0FF4-E637-C0FF-68CC45599371}"/>
              </a:ext>
            </a:extLst>
          </p:cNvPr>
          <p:cNvSpPr/>
          <p:nvPr/>
        </p:nvSpPr>
        <p:spPr>
          <a:xfrm>
            <a:off x="11411548" y="4764721"/>
            <a:ext cx="254228" cy="569963"/>
          </a:xfrm>
          <a:prstGeom prst="curvedLeft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2" name="文本框 11">
            <a:extLst>
              <a:ext uri="{FF2B5EF4-FFF2-40B4-BE49-F238E27FC236}">
                <a16:creationId xmlns:a16="http://schemas.microsoft.com/office/drawing/2014/main" id="{30633A5C-F203-3799-1B49-A253F5A9E30A}"/>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 name="文本框 12">
            <a:extLst>
              <a:ext uri="{FF2B5EF4-FFF2-40B4-BE49-F238E27FC236}">
                <a16:creationId xmlns:a16="http://schemas.microsoft.com/office/drawing/2014/main" id="{3E69C314-7305-4FBA-B680-5E66EAEDD30F}"/>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4" name="直线连接符 13">
            <a:extLst>
              <a:ext uri="{FF2B5EF4-FFF2-40B4-BE49-F238E27FC236}">
                <a16:creationId xmlns:a16="http://schemas.microsoft.com/office/drawing/2014/main" id="{359427BA-23B7-BB13-336D-2175C64D6C62}"/>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BDFF19B8-0461-EF8B-2350-560DC665898E}"/>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118FCD14-9568-6AC8-8CDF-D0311C07AB25}"/>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7" name="组合 16">
            <a:extLst>
              <a:ext uri="{FF2B5EF4-FFF2-40B4-BE49-F238E27FC236}">
                <a16:creationId xmlns:a16="http://schemas.microsoft.com/office/drawing/2014/main" id="{CE835ECF-5636-1BDD-A7F9-209A29520997}"/>
              </a:ext>
            </a:extLst>
          </p:cNvPr>
          <p:cNvGrpSpPr/>
          <p:nvPr/>
        </p:nvGrpSpPr>
        <p:grpSpPr>
          <a:xfrm>
            <a:off x="2212826" y="287981"/>
            <a:ext cx="356205" cy="355288"/>
            <a:chOff x="2323294" y="287981"/>
            <a:chExt cx="356205" cy="355288"/>
          </a:xfrm>
        </p:grpSpPr>
        <p:sp>
          <p:nvSpPr>
            <p:cNvPr id="18" name="Google Shape;7166;p80">
              <a:extLst>
                <a:ext uri="{FF2B5EF4-FFF2-40B4-BE49-F238E27FC236}">
                  <a16:creationId xmlns:a16="http://schemas.microsoft.com/office/drawing/2014/main" id="{DD721C1B-B4B0-B641-13DB-E4F8CC191414}"/>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167;p80">
              <a:extLst>
                <a:ext uri="{FF2B5EF4-FFF2-40B4-BE49-F238E27FC236}">
                  <a16:creationId xmlns:a16="http://schemas.microsoft.com/office/drawing/2014/main" id="{880FF8DF-27C2-3BBA-C732-13262288D285}"/>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8;p80">
              <a:extLst>
                <a:ext uri="{FF2B5EF4-FFF2-40B4-BE49-F238E27FC236}">
                  <a16:creationId xmlns:a16="http://schemas.microsoft.com/office/drawing/2014/main" id="{75948B1C-1F4D-F4A4-AD45-93EA118DBB1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9;p80">
              <a:extLst>
                <a:ext uri="{FF2B5EF4-FFF2-40B4-BE49-F238E27FC236}">
                  <a16:creationId xmlns:a16="http://schemas.microsoft.com/office/drawing/2014/main" id="{77A5D475-1DE4-B6D3-E5F7-B3A3B21011D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6733734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圆角矩形 473">
            <a:extLst>
              <a:ext uri="{FF2B5EF4-FFF2-40B4-BE49-F238E27FC236}">
                <a16:creationId xmlns:a16="http://schemas.microsoft.com/office/drawing/2014/main" id="{5806D89C-1182-B90B-46B4-67228C30978C}"/>
              </a:ext>
            </a:extLst>
          </p:cNvPr>
          <p:cNvSpPr/>
          <p:nvPr/>
        </p:nvSpPr>
        <p:spPr>
          <a:xfrm>
            <a:off x="314794"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86" name="圆角矩形 485">
            <a:extLst>
              <a:ext uri="{FF2B5EF4-FFF2-40B4-BE49-F238E27FC236}">
                <a16:creationId xmlns:a16="http://schemas.microsoft.com/office/drawing/2014/main" id="{2BF59754-E969-E80F-7D89-62C68966873E}"/>
              </a:ext>
            </a:extLst>
          </p:cNvPr>
          <p:cNvSpPr/>
          <p:nvPr/>
        </p:nvSpPr>
        <p:spPr>
          <a:xfrm>
            <a:off x="6339062" y="1064303"/>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圆角矩形 495">
            <a:extLst>
              <a:ext uri="{FF2B5EF4-FFF2-40B4-BE49-F238E27FC236}">
                <a16:creationId xmlns:a16="http://schemas.microsoft.com/office/drawing/2014/main" id="{5C797274-906F-65B5-6FED-640435D19A47}"/>
              </a:ext>
            </a:extLst>
          </p:cNvPr>
          <p:cNvSpPr/>
          <p:nvPr/>
        </p:nvSpPr>
        <p:spPr>
          <a:xfrm>
            <a:off x="314794"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圆角矩形 496">
            <a:extLst>
              <a:ext uri="{FF2B5EF4-FFF2-40B4-BE49-F238E27FC236}">
                <a16:creationId xmlns:a16="http://schemas.microsoft.com/office/drawing/2014/main" id="{F7F3311A-C013-CCCD-D92F-9C26056FFCFF}"/>
              </a:ext>
            </a:extLst>
          </p:cNvPr>
          <p:cNvSpPr/>
          <p:nvPr/>
        </p:nvSpPr>
        <p:spPr>
          <a:xfrm>
            <a:off x="6339062" y="3933056"/>
            <a:ext cx="5623089" cy="2563318"/>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90992B01-78B0-E6A8-75DB-FA1F5B010EE6}"/>
              </a:ext>
            </a:extLst>
          </p:cNvPr>
          <p:cNvSpPr txBox="1"/>
          <p:nvPr/>
        </p:nvSpPr>
        <p:spPr>
          <a:xfrm>
            <a:off x="917547" y="1159640"/>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8" name="三角形 467">
            <a:extLst>
              <a:ext uri="{FF2B5EF4-FFF2-40B4-BE49-F238E27FC236}">
                <a16:creationId xmlns:a16="http://schemas.microsoft.com/office/drawing/2014/main" id="{3F64EC46-2A94-432A-2AA1-0EFB47C48AC4}"/>
              </a:ext>
            </a:extLst>
          </p:cNvPr>
          <p:cNvSpPr/>
          <p:nvPr/>
        </p:nvSpPr>
        <p:spPr>
          <a:xfrm rot="5400000">
            <a:off x="547841" y="1227295"/>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3" name="文本框 502">
            <a:extLst>
              <a:ext uri="{FF2B5EF4-FFF2-40B4-BE49-F238E27FC236}">
                <a16:creationId xmlns:a16="http://schemas.microsoft.com/office/drawing/2014/main" id="{E227393C-EC45-C036-230D-1CCDA18BE6DD}"/>
              </a:ext>
            </a:extLst>
          </p:cNvPr>
          <p:cNvSpPr txBox="1"/>
          <p:nvPr/>
        </p:nvSpPr>
        <p:spPr>
          <a:xfrm>
            <a:off x="7104111" y="1196752"/>
            <a:ext cx="3540885" cy="830997"/>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 are written here</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3" name="文本框 512">
            <a:extLst>
              <a:ext uri="{FF2B5EF4-FFF2-40B4-BE49-F238E27FC236}">
                <a16:creationId xmlns:a16="http://schemas.microsoft.com/office/drawing/2014/main" id="{64338612-7F5F-E0DD-B97A-F739720F949E}"/>
              </a:ext>
            </a:extLst>
          </p:cNvPr>
          <p:cNvSpPr txBox="1"/>
          <p:nvPr/>
        </p:nvSpPr>
        <p:spPr>
          <a:xfrm>
            <a:off x="6534800" y="1949570"/>
            <a:ext cx="4834816"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5" name="文本框 514">
            <a:extLst>
              <a:ext uri="{FF2B5EF4-FFF2-40B4-BE49-F238E27FC236}">
                <a16:creationId xmlns:a16="http://schemas.microsoft.com/office/drawing/2014/main" id="{640DB5C8-92EE-0D08-1B16-48E5F978CE5E}"/>
              </a:ext>
            </a:extLst>
          </p:cNvPr>
          <p:cNvSpPr txBox="1"/>
          <p:nvPr/>
        </p:nvSpPr>
        <p:spPr>
          <a:xfrm>
            <a:off x="1000563" y="4165122"/>
            <a:ext cx="4301066" cy="400110"/>
          </a:xfrm>
          <a:prstGeom prst="rect">
            <a:avLst/>
          </a:prstGeom>
          <a:noFill/>
        </p:spPr>
        <p:txBody>
          <a:bodyPr wrap="square" rtlCol="0">
            <a:spAutoFit/>
          </a:bodyPr>
          <a:lstStyle/>
          <a:p>
            <a:pPr algn="l"/>
            <a:r>
              <a:rPr kumimoji="1" lang="en" altLang="zh-CN" sz="20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0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9" name="文本框 528">
            <a:extLst>
              <a:ext uri="{FF2B5EF4-FFF2-40B4-BE49-F238E27FC236}">
                <a16:creationId xmlns:a16="http://schemas.microsoft.com/office/drawing/2014/main" id="{F5617E99-2FB9-BF5C-FD38-0BC6A03B69D6}"/>
              </a:ext>
            </a:extLst>
          </p:cNvPr>
          <p:cNvSpPr txBox="1"/>
          <p:nvPr/>
        </p:nvSpPr>
        <p:spPr>
          <a:xfrm>
            <a:off x="623392" y="4581128"/>
            <a:ext cx="3022633"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0" name="文本框 529">
            <a:extLst>
              <a:ext uri="{FF2B5EF4-FFF2-40B4-BE49-F238E27FC236}">
                <a16:creationId xmlns:a16="http://schemas.microsoft.com/office/drawing/2014/main" id="{4EE3BA5E-1EA1-358C-B6C0-92A46606D634}"/>
              </a:ext>
            </a:extLst>
          </p:cNvPr>
          <p:cNvSpPr txBox="1"/>
          <p:nvPr/>
        </p:nvSpPr>
        <p:spPr>
          <a:xfrm>
            <a:off x="623392" y="5171535"/>
            <a:ext cx="270469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1" name="文本框 530">
            <a:extLst>
              <a:ext uri="{FF2B5EF4-FFF2-40B4-BE49-F238E27FC236}">
                <a16:creationId xmlns:a16="http://schemas.microsoft.com/office/drawing/2014/main" id="{232D2699-AA9B-9378-8DC2-187678E507E3}"/>
              </a:ext>
            </a:extLst>
          </p:cNvPr>
          <p:cNvSpPr txBox="1"/>
          <p:nvPr/>
        </p:nvSpPr>
        <p:spPr>
          <a:xfrm>
            <a:off x="623393" y="5675591"/>
            <a:ext cx="2323008"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33" name="三角形 532">
            <a:extLst>
              <a:ext uri="{FF2B5EF4-FFF2-40B4-BE49-F238E27FC236}">
                <a16:creationId xmlns:a16="http://schemas.microsoft.com/office/drawing/2014/main" id="{DD93359B-C0ED-46C0-C586-F5D6DAE8D080}"/>
              </a:ext>
            </a:extLst>
          </p:cNvPr>
          <p:cNvSpPr/>
          <p:nvPr/>
        </p:nvSpPr>
        <p:spPr>
          <a:xfrm rot="5400000">
            <a:off x="6573266"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4" name="文本框 533">
            <a:extLst>
              <a:ext uri="{FF2B5EF4-FFF2-40B4-BE49-F238E27FC236}">
                <a16:creationId xmlns:a16="http://schemas.microsoft.com/office/drawing/2014/main" id="{032ED376-D628-697C-1049-23BDAFB03B38}"/>
              </a:ext>
            </a:extLst>
          </p:cNvPr>
          <p:cNvSpPr txBox="1"/>
          <p:nvPr/>
        </p:nvSpPr>
        <p:spPr>
          <a:xfrm>
            <a:off x="6960096" y="4068869"/>
            <a:ext cx="4301066" cy="461665"/>
          </a:xfrm>
          <a:prstGeom prst="rect">
            <a:avLst/>
          </a:prstGeom>
          <a:noFill/>
        </p:spPr>
        <p:txBody>
          <a:bodyPr wrap="square" rtlCol="0">
            <a:spAutoFit/>
          </a:bodyPr>
          <a:lstStyle/>
          <a:p>
            <a:pPr algn="l"/>
            <a:r>
              <a:rPr kumimoji="1" lang="en" altLang="zh-CN" sz="2400" b="1" dirty="0">
                <a:solidFill>
                  <a:schemeClr val="bg1"/>
                </a:solidFill>
                <a:latin typeface="Alibaba PuHuiTi Medium" pitchFamily="18" charset="-122"/>
                <a:ea typeface="Alibaba PuHuiTi Medium" pitchFamily="18" charset="-122"/>
                <a:cs typeface="Alibaba PuHuiTi Medium" pitchFamily="18" charset="-122"/>
              </a:rPr>
              <a:t>Important Headlines</a:t>
            </a:r>
            <a:endParaRPr kumimoji="1" lang="zh-CN" altLang="en-US" sz="2400" b="1"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4" name="文本框 543">
            <a:extLst>
              <a:ext uri="{FF2B5EF4-FFF2-40B4-BE49-F238E27FC236}">
                <a16:creationId xmlns:a16="http://schemas.microsoft.com/office/drawing/2014/main" id="{86E2C609-1F9F-9078-3D4E-0566079A6A55}"/>
              </a:ext>
            </a:extLst>
          </p:cNvPr>
          <p:cNvSpPr txBox="1"/>
          <p:nvPr/>
        </p:nvSpPr>
        <p:spPr>
          <a:xfrm>
            <a:off x="6600057" y="4638793"/>
            <a:ext cx="3217712" cy="584775"/>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46B05242-6413-8AB9-C8B9-E70732646B55}"/>
              </a:ext>
            </a:extLst>
          </p:cNvPr>
          <p:cNvSpPr txBox="1"/>
          <p:nvPr/>
        </p:nvSpPr>
        <p:spPr>
          <a:xfrm>
            <a:off x="6600056" y="5229200"/>
            <a:ext cx="3297923" cy="523220"/>
          </a:xfrm>
          <a:prstGeom prst="rect">
            <a:avLst/>
          </a:prstGeom>
          <a:noFill/>
        </p:spPr>
        <p:txBody>
          <a:bodyPr wrap="square" rtlCol="0">
            <a:spAutoFit/>
          </a:bodyPr>
          <a:lstStyle/>
          <a:p>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20717448-13E9-6B6A-984E-CFF35AA4A0C8}"/>
              </a:ext>
            </a:extLst>
          </p:cNvPr>
          <p:cNvSpPr txBox="1"/>
          <p:nvPr/>
        </p:nvSpPr>
        <p:spPr>
          <a:xfrm>
            <a:off x="6600057" y="5733256"/>
            <a:ext cx="2797944"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F5C6AED-E702-EB75-B5BF-3892A7485406}"/>
              </a:ext>
            </a:extLst>
          </p:cNvPr>
          <p:cNvSpPr txBox="1"/>
          <p:nvPr/>
        </p:nvSpPr>
        <p:spPr>
          <a:xfrm>
            <a:off x="623392" y="1620457"/>
            <a:ext cx="338144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9B56600D-24E6-9399-A15A-70E904AA3FB8}"/>
              </a:ext>
            </a:extLst>
          </p:cNvPr>
          <p:cNvSpPr txBox="1"/>
          <p:nvPr/>
        </p:nvSpPr>
        <p:spPr>
          <a:xfrm>
            <a:off x="611817" y="2089117"/>
            <a:ext cx="3103656"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2" name="文本框 451">
            <a:extLst>
              <a:ext uri="{FF2B5EF4-FFF2-40B4-BE49-F238E27FC236}">
                <a16:creationId xmlns:a16="http://schemas.microsoft.com/office/drawing/2014/main" id="{B0D767DA-F8C5-8EE0-13A8-5453F4C4517B}"/>
              </a:ext>
            </a:extLst>
          </p:cNvPr>
          <p:cNvSpPr txBox="1"/>
          <p:nvPr/>
        </p:nvSpPr>
        <p:spPr>
          <a:xfrm>
            <a:off x="646541" y="2535299"/>
            <a:ext cx="3254127"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3.</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3" name="文本框 452">
            <a:extLst>
              <a:ext uri="{FF2B5EF4-FFF2-40B4-BE49-F238E27FC236}">
                <a16:creationId xmlns:a16="http://schemas.microsoft.com/office/drawing/2014/main" id="{8DA20FD4-F2BE-139D-692C-811EC3107FF7}"/>
              </a:ext>
            </a:extLst>
          </p:cNvPr>
          <p:cNvSpPr txBox="1"/>
          <p:nvPr/>
        </p:nvSpPr>
        <p:spPr>
          <a:xfrm>
            <a:off x="634966" y="3008527"/>
            <a:ext cx="3358299" cy="461665"/>
          </a:xfrm>
          <a:prstGeom prst="rect">
            <a:avLst/>
          </a:prstGeom>
          <a:noFill/>
        </p:spPr>
        <p:txBody>
          <a:bodyPr wrap="squar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4.</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aphicFrame>
        <p:nvGraphicFramePr>
          <p:cNvPr id="454" name="图表 453">
            <a:extLst>
              <a:ext uri="{FF2B5EF4-FFF2-40B4-BE49-F238E27FC236}">
                <a16:creationId xmlns:a16="http://schemas.microsoft.com/office/drawing/2014/main" id="{467AD0CB-8497-C93E-D3B0-F2EFCF0F9897}"/>
              </a:ext>
            </a:extLst>
          </p:cNvPr>
          <p:cNvGraphicFramePr/>
          <p:nvPr/>
        </p:nvGraphicFramePr>
        <p:xfrm>
          <a:off x="9857678" y="4527395"/>
          <a:ext cx="1945220" cy="1784194"/>
        </p:xfrm>
        <a:graphic>
          <a:graphicData uri="http://schemas.openxmlformats.org/drawingml/2006/chart">
            <c:chart xmlns:c="http://schemas.openxmlformats.org/drawingml/2006/chart" xmlns:r="http://schemas.openxmlformats.org/officeDocument/2006/relationships" r:id="rId3"/>
          </a:graphicData>
        </a:graphic>
      </p:graphicFrame>
      <p:sp>
        <p:nvSpPr>
          <p:cNvPr id="488" name="三角形 487">
            <a:extLst>
              <a:ext uri="{FF2B5EF4-FFF2-40B4-BE49-F238E27FC236}">
                <a16:creationId xmlns:a16="http://schemas.microsoft.com/office/drawing/2014/main" id="{623A2AF2-C314-DB09-7592-930F8B9F52E8}"/>
              </a:ext>
            </a:extLst>
          </p:cNvPr>
          <p:cNvSpPr/>
          <p:nvPr/>
        </p:nvSpPr>
        <p:spPr>
          <a:xfrm rot="5400000">
            <a:off x="6573266" y="1223542"/>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516283BE-E66F-62DC-15DF-AD82A1EE6DD5}"/>
              </a:ext>
            </a:extLst>
          </p:cNvPr>
          <p:cNvSpPr txBox="1"/>
          <p:nvPr/>
        </p:nvSpPr>
        <p:spPr>
          <a:xfrm>
            <a:off x="6528048" y="2415395"/>
            <a:ext cx="4720797"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0" name="文本框 489">
            <a:extLst>
              <a:ext uri="{FF2B5EF4-FFF2-40B4-BE49-F238E27FC236}">
                <a16:creationId xmlns:a16="http://schemas.microsoft.com/office/drawing/2014/main" id="{1DC56C0A-D123-A1D5-75BA-9806A98CE8C1}"/>
              </a:ext>
            </a:extLst>
          </p:cNvPr>
          <p:cNvSpPr txBox="1"/>
          <p:nvPr/>
        </p:nvSpPr>
        <p:spPr>
          <a:xfrm>
            <a:off x="6528048" y="2950459"/>
            <a:ext cx="3789144"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1" name="三角形 490">
            <a:extLst>
              <a:ext uri="{FF2B5EF4-FFF2-40B4-BE49-F238E27FC236}">
                <a16:creationId xmlns:a16="http://schemas.microsoft.com/office/drawing/2014/main" id="{645468C0-E4C1-EC2A-4065-A9A6BAF1E3C4}"/>
              </a:ext>
            </a:extLst>
          </p:cNvPr>
          <p:cNvSpPr/>
          <p:nvPr/>
        </p:nvSpPr>
        <p:spPr>
          <a:xfrm rot="5400000">
            <a:off x="547841" y="4175870"/>
            <a:ext cx="388455" cy="33487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三角形 11">
            <a:extLst>
              <a:ext uri="{FF2B5EF4-FFF2-40B4-BE49-F238E27FC236}">
                <a16:creationId xmlns:a16="http://schemas.microsoft.com/office/drawing/2014/main" id="{908A72A3-609C-8194-AB12-8E703A42E615}"/>
              </a:ext>
            </a:extLst>
          </p:cNvPr>
          <p:cNvSpPr/>
          <p:nvPr/>
        </p:nvSpPr>
        <p:spPr>
          <a:xfrm>
            <a:off x="3761116" y="1708030"/>
            <a:ext cx="1932318" cy="1518250"/>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文本框 12">
            <a:extLst>
              <a:ext uri="{FF2B5EF4-FFF2-40B4-BE49-F238E27FC236}">
                <a16:creationId xmlns:a16="http://schemas.microsoft.com/office/drawing/2014/main" id="{B27A99AF-C183-7384-EEA8-896DFC3BDE27}"/>
              </a:ext>
            </a:extLst>
          </p:cNvPr>
          <p:cNvSpPr txBox="1"/>
          <p:nvPr/>
        </p:nvSpPr>
        <p:spPr>
          <a:xfrm>
            <a:off x="4330461" y="1863305"/>
            <a:ext cx="1396536" cy="1569660"/>
          </a:xfrm>
          <a:prstGeom prst="rect">
            <a:avLst/>
          </a:prstGeom>
          <a:noFill/>
        </p:spPr>
        <p:txBody>
          <a:bodyPr wrap="none" rtlCol="0">
            <a:spAutoFit/>
          </a:bodyPr>
          <a:lstStyle/>
          <a:p>
            <a:pPr algn="l"/>
            <a:r>
              <a:rPr kumimoji="1" lang="zh-CN" altLang="en-US" sz="9600" dirty="0">
                <a:solidFill>
                  <a:srgbClr val="1E344D"/>
                </a:solidFill>
                <a:latin typeface="Alibaba PuHuiTi Medium" pitchFamily="18" charset="-122"/>
                <a:ea typeface="Alibaba PuHuiTi Medium" pitchFamily="18" charset="-122"/>
                <a:cs typeface="Alibaba PuHuiTi Medium" pitchFamily="18" charset="-122"/>
              </a:rPr>
              <a:t>！</a:t>
            </a:r>
          </a:p>
        </p:txBody>
      </p:sp>
      <p:grpSp>
        <p:nvGrpSpPr>
          <p:cNvPr id="20" name="组合 19">
            <a:extLst>
              <a:ext uri="{FF2B5EF4-FFF2-40B4-BE49-F238E27FC236}">
                <a16:creationId xmlns:a16="http://schemas.microsoft.com/office/drawing/2014/main" id="{0DC5B50D-D549-A161-B271-C7C783DAED79}"/>
              </a:ext>
            </a:extLst>
          </p:cNvPr>
          <p:cNvGrpSpPr/>
          <p:nvPr/>
        </p:nvGrpSpPr>
        <p:grpSpPr>
          <a:xfrm>
            <a:off x="10245783" y="1354286"/>
            <a:ext cx="1634358" cy="2173050"/>
            <a:chOff x="9728200" y="1096274"/>
            <a:chExt cx="2505885" cy="3466232"/>
          </a:xfrm>
        </p:grpSpPr>
        <p:sp>
          <p:nvSpPr>
            <p:cNvPr id="14" name="椭圆 13">
              <a:extLst>
                <a:ext uri="{FF2B5EF4-FFF2-40B4-BE49-F238E27FC236}">
                  <a16:creationId xmlns:a16="http://schemas.microsoft.com/office/drawing/2014/main" id="{193EE5B4-6875-4FED-DFC7-7354DA252F22}"/>
                </a:ext>
              </a:extLst>
            </p:cNvPr>
            <p:cNvSpPr/>
            <p:nvPr/>
          </p:nvSpPr>
          <p:spPr>
            <a:xfrm>
              <a:off x="9728200" y="1096274"/>
              <a:ext cx="2336800" cy="2336800"/>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椭圆 14">
              <a:extLst>
                <a:ext uri="{FF2B5EF4-FFF2-40B4-BE49-F238E27FC236}">
                  <a16:creationId xmlns:a16="http://schemas.microsoft.com/office/drawing/2014/main" id="{BCB81937-8BDC-64BD-3744-812BEB2B096B}"/>
                </a:ext>
              </a:extLst>
            </p:cNvPr>
            <p:cNvSpPr/>
            <p:nvPr/>
          </p:nvSpPr>
          <p:spPr>
            <a:xfrm>
              <a:off x="10558264" y="2561338"/>
              <a:ext cx="1633736" cy="1633736"/>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椭圆 15">
              <a:extLst>
                <a:ext uri="{FF2B5EF4-FFF2-40B4-BE49-F238E27FC236}">
                  <a16:creationId xmlns:a16="http://schemas.microsoft.com/office/drawing/2014/main" id="{F8F3F338-A117-35A4-3E02-01F780A89E2B}"/>
                </a:ext>
              </a:extLst>
            </p:cNvPr>
            <p:cNvSpPr/>
            <p:nvPr/>
          </p:nvSpPr>
          <p:spPr>
            <a:xfrm>
              <a:off x="10109200" y="3597306"/>
              <a:ext cx="965200" cy="965200"/>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文本框 16">
              <a:extLst>
                <a:ext uri="{FF2B5EF4-FFF2-40B4-BE49-F238E27FC236}">
                  <a16:creationId xmlns:a16="http://schemas.microsoft.com/office/drawing/2014/main" id="{3BE8D034-954F-AD01-EE13-DFC9BD796B09}"/>
                </a:ext>
              </a:extLst>
            </p:cNvPr>
            <p:cNvSpPr txBox="1"/>
            <p:nvPr/>
          </p:nvSpPr>
          <p:spPr>
            <a:xfrm>
              <a:off x="10087377" y="1625983"/>
              <a:ext cx="1865969" cy="1129149"/>
            </a:xfrm>
            <a:prstGeom prst="rect">
              <a:avLst/>
            </a:prstGeom>
            <a:noFill/>
          </p:spPr>
          <p:txBody>
            <a:bodyPr wrap="none" rtlCol="0">
              <a:spAutoFit/>
            </a:bodyPr>
            <a:lstStyle/>
            <a:p>
              <a:pPr algn="l"/>
              <a:r>
                <a:rPr kumimoji="1" lang="en-US" altLang="zh-CN" sz="4000" b="1" dirty="0">
                  <a:solidFill>
                    <a:srgbClr val="1E344D"/>
                  </a:solidFill>
                  <a:latin typeface="Alibaba PuHuiTi" pitchFamily="18" charset="-122"/>
                  <a:ea typeface="Alibaba PuHuiTi" pitchFamily="18" charset="-122"/>
                  <a:cs typeface="Alibaba PuHuiTi" pitchFamily="18" charset="-122"/>
                </a:rPr>
                <a:t>70%</a:t>
              </a:r>
              <a:endParaRPr kumimoji="1" lang="zh-CN" altLang="en-US" sz="4000" b="1" dirty="0">
                <a:solidFill>
                  <a:srgbClr val="1E344D"/>
                </a:solidFill>
                <a:latin typeface="Alibaba PuHuiTi" pitchFamily="18" charset="-122"/>
                <a:ea typeface="Alibaba PuHuiTi" pitchFamily="18" charset="-122"/>
                <a:cs typeface="Alibaba PuHuiTi" pitchFamily="18" charset="-122"/>
              </a:endParaRPr>
            </a:p>
          </p:txBody>
        </p:sp>
        <p:sp>
          <p:nvSpPr>
            <p:cNvPr id="18" name="文本框 17">
              <a:extLst>
                <a:ext uri="{FF2B5EF4-FFF2-40B4-BE49-F238E27FC236}">
                  <a16:creationId xmlns:a16="http://schemas.microsoft.com/office/drawing/2014/main" id="{2629438B-F5E1-532F-80B5-BBCB696B827C}"/>
                </a:ext>
              </a:extLst>
            </p:cNvPr>
            <p:cNvSpPr txBox="1"/>
            <p:nvPr/>
          </p:nvSpPr>
          <p:spPr>
            <a:xfrm>
              <a:off x="10076860" y="3833534"/>
              <a:ext cx="995905" cy="589121"/>
            </a:xfrm>
            <a:prstGeom prst="rect">
              <a:avLst/>
            </a:prstGeom>
            <a:noFill/>
          </p:spPr>
          <p:txBody>
            <a:bodyPr wrap="none" rtlCol="0">
              <a:spAutoFit/>
            </a:bodyPr>
            <a:lstStyle/>
            <a:p>
              <a:pPr algn="l"/>
              <a:r>
                <a:rPr kumimoji="1" lang="en-US" altLang="zh-CN" b="1" dirty="0">
                  <a:solidFill>
                    <a:srgbClr val="1E344D"/>
                  </a:solidFill>
                  <a:latin typeface="Alibaba PuHuiTi" pitchFamily="18" charset="-122"/>
                  <a:ea typeface="Alibaba PuHuiTi" pitchFamily="18" charset="-122"/>
                  <a:cs typeface="Alibaba PuHuiTi" pitchFamily="18" charset="-122"/>
                </a:rPr>
                <a:t>10%</a:t>
              </a:r>
              <a:endParaRPr kumimoji="1" lang="zh-CN" altLang="en-US" b="1" dirty="0">
                <a:solidFill>
                  <a:srgbClr val="1E344D"/>
                </a:solidFill>
                <a:latin typeface="Alibaba PuHuiTi" pitchFamily="18" charset="-122"/>
                <a:ea typeface="Alibaba PuHuiTi" pitchFamily="18" charset="-122"/>
                <a:cs typeface="Alibaba PuHuiTi" pitchFamily="18" charset="-122"/>
              </a:endParaRPr>
            </a:p>
          </p:txBody>
        </p:sp>
        <p:sp>
          <p:nvSpPr>
            <p:cNvPr id="19" name="文本框 18">
              <a:extLst>
                <a:ext uri="{FF2B5EF4-FFF2-40B4-BE49-F238E27FC236}">
                  <a16:creationId xmlns:a16="http://schemas.microsoft.com/office/drawing/2014/main" id="{E49930AD-6E4D-2332-5E9F-B940A307700F}"/>
                </a:ext>
              </a:extLst>
            </p:cNvPr>
            <p:cNvSpPr txBox="1"/>
            <p:nvPr/>
          </p:nvSpPr>
          <p:spPr>
            <a:xfrm>
              <a:off x="10844931" y="3027789"/>
              <a:ext cx="1389154" cy="834588"/>
            </a:xfrm>
            <a:prstGeom prst="rect">
              <a:avLst/>
            </a:prstGeom>
            <a:noFill/>
          </p:spPr>
          <p:txBody>
            <a:bodyPr wrap="none" rtlCol="0">
              <a:spAutoFit/>
            </a:bodyPr>
            <a:lstStyle/>
            <a:p>
              <a:pPr algn="l"/>
              <a:r>
                <a:rPr kumimoji="1" lang="en-US" altLang="zh-CN" sz="2800" b="1" dirty="0">
                  <a:solidFill>
                    <a:srgbClr val="1E344D"/>
                  </a:solidFill>
                  <a:latin typeface="Alibaba PuHuiTi" pitchFamily="18" charset="-122"/>
                  <a:ea typeface="Alibaba PuHuiTi" pitchFamily="18" charset="-122"/>
                  <a:cs typeface="Alibaba PuHuiTi" pitchFamily="18" charset="-122"/>
                </a:rPr>
                <a:t>20%</a:t>
              </a:r>
              <a:endParaRPr kumimoji="1" lang="zh-CN" altLang="en-US" sz="2800" b="1" dirty="0">
                <a:solidFill>
                  <a:srgbClr val="1E344D"/>
                </a:solidFill>
                <a:latin typeface="Alibaba PuHuiTi" pitchFamily="18" charset="-122"/>
                <a:ea typeface="Alibaba PuHuiTi" pitchFamily="18" charset="-122"/>
                <a:cs typeface="Alibaba PuHuiTi" pitchFamily="18" charset="-122"/>
              </a:endParaRPr>
            </a:p>
          </p:txBody>
        </p:sp>
      </p:grpSp>
      <p:grpSp>
        <p:nvGrpSpPr>
          <p:cNvPr id="53" name="组合 52">
            <a:extLst>
              <a:ext uri="{FF2B5EF4-FFF2-40B4-BE49-F238E27FC236}">
                <a16:creationId xmlns:a16="http://schemas.microsoft.com/office/drawing/2014/main" id="{9A7ECBC6-840E-45F0-FB2D-67AEAF273127}"/>
              </a:ext>
            </a:extLst>
          </p:cNvPr>
          <p:cNvGrpSpPr/>
          <p:nvPr/>
        </p:nvGrpSpPr>
        <p:grpSpPr>
          <a:xfrm>
            <a:off x="3082334" y="4585347"/>
            <a:ext cx="2609672" cy="1523501"/>
            <a:chOff x="758128" y="1964205"/>
            <a:chExt cx="4924184" cy="4654087"/>
          </a:xfrm>
        </p:grpSpPr>
        <p:grpSp>
          <p:nvGrpSpPr>
            <p:cNvPr id="21" name="组合 20">
              <a:extLst>
                <a:ext uri="{FF2B5EF4-FFF2-40B4-BE49-F238E27FC236}">
                  <a16:creationId xmlns:a16="http://schemas.microsoft.com/office/drawing/2014/main" id="{AA8D3A68-C507-02AB-492A-9035ACBC1ACB}"/>
                </a:ext>
              </a:extLst>
            </p:cNvPr>
            <p:cNvGrpSpPr/>
            <p:nvPr/>
          </p:nvGrpSpPr>
          <p:grpSpPr>
            <a:xfrm>
              <a:off x="3655678" y="3938099"/>
              <a:ext cx="2026634" cy="2674552"/>
              <a:chOff x="9352806" y="3408100"/>
              <a:chExt cx="2026634" cy="2674552"/>
            </a:xfrm>
          </p:grpSpPr>
          <p:sp>
            <p:nvSpPr>
              <p:cNvPr id="22" name="矩形 21">
                <a:extLst>
                  <a:ext uri="{FF2B5EF4-FFF2-40B4-BE49-F238E27FC236}">
                    <a16:creationId xmlns:a16="http://schemas.microsoft.com/office/drawing/2014/main" id="{E6E60AB3-3EE8-0538-B326-62A7B7B42D0D}"/>
                  </a:ext>
                </a:extLst>
              </p:cNvPr>
              <p:cNvSpPr/>
              <p:nvPr/>
            </p:nvSpPr>
            <p:spPr>
              <a:xfrm>
                <a:off x="9926560" y="3408100"/>
                <a:ext cx="1452880" cy="2674552"/>
              </a:xfrm>
              <a:prstGeom prst="rect">
                <a:avLst/>
              </a:prstGeom>
              <a:solidFill>
                <a:schemeClr val="bg1"/>
              </a:solidFill>
              <a:ln w="412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矩形 13">
                <a:extLst>
                  <a:ext uri="{FF2B5EF4-FFF2-40B4-BE49-F238E27FC236}">
                    <a16:creationId xmlns:a16="http://schemas.microsoft.com/office/drawing/2014/main" id="{A6A25800-DC42-F619-4323-0B2CB048F912}"/>
                  </a:ext>
                </a:extLst>
              </p:cNvPr>
              <p:cNvSpPr/>
              <p:nvPr/>
            </p:nvSpPr>
            <p:spPr>
              <a:xfrm>
                <a:off x="9352806" y="3580648"/>
                <a:ext cx="558109" cy="2370384"/>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 name="connsiteX0" fmla="*/ 0 w 980637"/>
                  <a:gd name="connsiteY0" fmla="*/ 215519 h 1381760"/>
                  <a:gd name="connsiteX1" fmla="*/ 980637 w 980637"/>
                  <a:gd name="connsiteY1" fmla="*/ 0 h 1381760"/>
                  <a:gd name="connsiteX2" fmla="*/ 980637 w 980637"/>
                  <a:gd name="connsiteY2" fmla="*/ 1381760 h 1381760"/>
                  <a:gd name="connsiteX3" fmla="*/ 71173 w 980637"/>
                  <a:gd name="connsiteY3" fmla="*/ 1381760 h 1381760"/>
                  <a:gd name="connsiteX4" fmla="*/ 0 w 980637"/>
                  <a:gd name="connsiteY4" fmla="*/ 215519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637" h="1381760">
                    <a:moveTo>
                      <a:pt x="0" y="215519"/>
                    </a:moveTo>
                    <a:lnTo>
                      <a:pt x="980637" y="0"/>
                    </a:lnTo>
                    <a:lnTo>
                      <a:pt x="980637" y="1381760"/>
                    </a:lnTo>
                    <a:lnTo>
                      <a:pt x="71173" y="1381760"/>
                    </a:lnTo>
                    <a:cubicBezTo>
                      <a:pt x="67786" y="1036320"/>
                      <a:pt x="3387" y="560959"/>
                      <a:pt x="0" y="215519"/>
                    </a:cubicBezTo>
                    <a:close/>
                  </a:path>
                </a:pathLst>
              </a:cu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24" name="组合 23">
              <a:extLst>
                <a:ext uri="{FF2B5EF4-FFF2-40B4-BE49-F238E27FC236}">
                  <a16:creationId xmlns:a16="http://schemas.microsoft.com/office/drawing/2014/main" id="{F9A4D43A-F5D1-C6ED-D265-6762BB3B8B4C}"/>
                </a:ext>
              </a:extLst>
            </p:cNvPr>
            <p:cNvGrpSpPr/>
            <p:nvPr/>
          </p:nvGrpSpPr>
          <p:grpSpPr>
            <a:xfrm>
              <a:off x="2220213" y="4600033"/>
              <a:ext cx="1991910" cy="2012617"/>
              <a:chOff x="8079386" y="4070034"/>
              <a:chExt cx="1991910" cy="2012617"/>
            </a:xfrm>
          </p:grpSpPr>
          <p:sp>
            <p:nvSpPr>
              <p:cNvPr id="25" name="矩形 24">
                <a:extLst>
                  <a:ext uri="{FF2B5EF4-FFF2-40B4-BE49-F238E27FC236}">
                    <a16:creationId xmlns:a16="http://schemas.microsoft.com/office/drawing/2014/main" id="{E0760D75-6CA0-C9BB-90C4-1F6CB22BF6AB}"/>
                  </a:ext>
                </a:extLst>
              </p:cNvPr>
              <p:cNvSpPr/>
              <p:nvPr/>
            </p:nvSpPr>
            <p:spPr>
              <a:xfrm>
                <a:off x="8618416" y="4070034"/>
                <a:ext cx="1452880" cy="2012617"/>
              </a:xfrm>
              <a:prstGeom prst="rect">
                <a:avLst/>
              </a:prstGeom>
              <a:solidFill>
                <a:schemeClr val="bg1"/>
              </a:solidFill>
              <a:ln w="412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矩形 13">
                <a:extLst>
                  <a:ext uri="{FF2B5EF4-FFF2-40B4-BE49-F238E27FC236}">
                    <a16:creationId xmlns:a16="http://schemas.microsoft.com/office/drawing/2014/main" id="{8C8F4CC9-FB98-7EED-9D08-D5145AE06DF7}"/>
                  </a:ext>
                </a:extLst>
              </p:cNvPr>
              <p:cNvSpPr/>
              <p:nvPr/>
            </p:nvSpPr>
            <p:spPr>
              <a:xfrm>
                <a:off x="8079386" y="4242585"/>
                <a:ext cx="523384" cy="1237745"/>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624" h="1381760">
                    <a:moveTo>
                      <a:pt x="0" y="345440"/>
                    </a:moveTo>
                    <a:lnTo>
                      <a:pt x="919624" y="0"/>
                    </a:lnTo>
                    <a:lnTo>
                      <a:pt x="919624" y="1381760"/>
                    </a:lnTo>
                    <a:lnTo>
                      <a:pt x="10160" y="1381760"/>
                    </a:lnTo>
                    <a:cubicBezTo>
                      <a:pt x="6773" y="1036320"/>
                      <a:pt x="3387" y="690880"/>
                      <a:pt x="0" y="345440"/>
                    </a:cubicBezTo>
                    <a:close/>
                  </a:path>
                </a:pathLst>
              </a:cu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27" name="组合 26">
              <a:extLst>
                <a:ext uri="{FF2B5EF4-FFF2-40B4-BE49-F238E27FC236}">
                  <a16:creationId xmlns:a16="http://schemas.microsoft.com/office/drawing/2014/main" id="{BC881469-855F-4558-9F3C-6325BAB7A7DA}"/>
                </a:ext>
              </a:extLst>
            </p:cNvPr>
            <p:cNvGrpSpPr/>
            <p:nvPr/>
          </p:nvGrpSpPr>
          <p:grpSpPr>
            <a:xfrm>
              <a:off x="758128" y="5236532"/>
              <a:ext cx="1991910" cy="1381760"/>
              <a:chOff x="6999266" y="4718107"/>
              <a:chExt cx="1991910" cy="1381760"/>
            </a:xfrm>
          </p:grpSpPr>
          <p:sp>
            <p:nvSpPr>
              <p:cNvPr id="28" name="矩形 27">
                <a:extLst>
                  <a:ext uri="{FF2B5EF4-FFF2-40B4-BE49-F238E27FC236}">
                    <a16:creationId xmlns:a16="http://schemas.microsoft.com/office/drawing/2014/main" id="{0D548E78-8D2C-6C23-E771-FBACBACEE3AD}"/>
                  </a:ext>
                </a:extLst>
              </p:cNvPr>
              <p:cNvSpPr/>
              <p:nvPr/>
            </p:nvSpPr>
            <p:spPr>
              <a:xfrm>
                <a:off x="7538296" y="4718107"/>
                <a:ext cx="1452880" cy="1381760"/>
              </a:xfrm>
              <a:prstGeom prst="rect">
                <a:avLst/>
              </a:prstGeom>
              <a:solidFill>
                <a:schemeClr val="bg1"/>
              </a:solidFill>
              <a:ln w="412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矩形 13">
                <a:extLst>
                  <a:ext uri="{FF2B5EF4-FFF2-40B4-BE49-F238E27FC236}">
                    <a16:creationId xmlns:a16="http://schemas.microsoft.com/office/drawing/2014/main" id="{8732911A-EC5C-06C0-FF86-8CECF66E7171}"/>
                  </a:ext>
                </a:extLst>
              </p:cNvPr>
              <p:cNvSpPr/>
              <p:nvPr/>
            </p:nvSpPr>
            <p:spPr>
              <a:xfrm>
                <a:off x="6999266" y="4780322"/>
                <a:ext cx="523384" cy="1241497"/>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624" h="1381760">
                    <a:moveTo>
                      <a:pt x="0" y="345440"/>
                    </a:moveTo>
                    <a:lnTo>
                      <a:pt x="919624" y="0"/>
                    </a:lnTo>
                    <a:lnTo>
                      <a:pt x="919624" y="1381760"/>
                    </a:lnTo>
                    <a:lnTo>
                      <a:pt x="10160" y="1381760"/>
                    </a:lnTo>
                    <a:cubicBezTo>
                      <a:pt x="6773" y="1036320"/>
                      <a:pt x="3387" y="690880"/>
                      <a:pt x="0" y="345440"/>
                    </a:cubicBezTo>
                    <a:close/>
                  </a:path>
                </a:pathLst>
              </a:cu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40" name="椭圆 39">
              <a:extLst>
                <a:ext uri="{FF2B5EF4-FFF2-40B4-BE49-F238E27FC236}">
                  <a16:creationId xmlns:a16="http://schemas.microsoft.com/office/drawing/2014/main" id="{128EC9BD-5F8D-FFF5-FCD5-5DFC089D6DFE}"/>
                </a:ext>
              </a:extLst>
            </p:cNvPr>
            <p:cNvSpPr/>
            <p:nvPr/>
          </p:nvSpPr>
          <p:spPr>
            <a:xfrm>
              <a:off x="1486086" y="3538342"/>
              <a:ext cx="1058572" cy="737939"/>
            </a:xfrm>
            <a:prstGeom prst="ellipse">
              <a:avLst/>
            </a:prstGeom>
            <a:solidFill>
              <a:schemeClr val="bg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AB934CDB-8658-B967-3D3E-265AFFF94DAA}"/>
                </a:ext>
              </a:extLst>
            </p:cNvPr>
            <p:cNvSpPr/>
            <p:nvPr/>
          </p:nvSpPr>
          <p:spPr>
            <a:xfrm>
              <a:off x="2729602" y="2733529"/>
              <a:ext cx="1231020" cy="737938"/>
            </a:xfrm>
            <a:prstGeom prst="ellipse">
              <a:avLst/>
            </a:prstGeom>
            <a:solidFill>
              <a:schemeClr val="bg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1F04384C-7E4E-F108-DDEA-CB5DC939BE09}"/>
                </a:ext>
              </a:extLst>
            </p:cNvPr>
            <p:cNvSpPr/>
            <p:nvPr/>
          </p:nvSpPr>
          <p:spPr>
            <a:xfrm>
              <a:off x="4237366" y="1964205"/>
              <a:ext cx="1263586" cy="737938"/>
            </a:xfrm>
            <a:prstGeom prst="ellipse">
              <a:avLst/>
            </a:prstGeom>
            <a:solidFill>
              <a:schemeClr val="bg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下箭头 51">
              <a:extLst>
                <a:ext uri="{FF2B5EF4-FFF2-40B4-BE49-F238E27FC236}">
                  <a16:creationId xmlns:a16="http://schemas.microsoft.com/office/drawing/2014/main" id="{8E37F80C-34F2-82B3-208C-23C6D588BD33}"/>
                </a:ext>
              </a:extLst>
            </p:cNvPr>
            <p:cNvSpPr/>
            <p:nvPr/>
          </p:nvSpPr>
          <p:spPr>
            <a:xfrm>
              <a:off x="4642633" y="3143901"/>
              <a:ext cx="540794" cy="623424"/>
            </a:xfrm>
            <a:prstGeom prst="downArrow">
              <a:avLst>
                <a:gd name="adj1" fmla="val 59656"/>
                <a:gd name="adj2" fmla="val 62162"/>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4" name="下箭头 53">
              <a:extLst>
                <a:ext uri="{FF2B5EF4-FFF2-40B4-BE49-F238E27FC236}">
                  <a16:creationId xmlns:a16="http://schemas.microsoft.com/office/drawing/2014/main" id="{30346D84-2F19-BF02-4553-35D414471919}"/>
                </a:ext>
              </a:extLst>
            </p:cNvPr>
            <p:cNvSpPr/>
            <p:nvPr/>
          </p:nvSpPr>
          <p:spPr>
            <a:xfrm>
              <a:off x="3141078" y="3761444"/>
              <a:ext cx="540794" cy="623424"/>
            </a:xfrm>
            <a:prstGeom prst="downArrow">
              <a:avLst>
                <a:gd name="adj1" fmla="val 59656"/>
                <a:gd name="adj2" fmla="val 62162"/>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6" name="下箭头 55">
              <a:extLst>
                <a:ext uri="{FF2B5EF4-FFF2-40B4-BE49-F238E27FC236}">
                  <a16:creationId xmlns:a16="http://schemas.microsoft.com/office/drawing/2014/main" id="{3816BB53-9ADD-6289-8443-0542B71FD197}"/>
                </a:ext>
              </a:extLst>
            </p:cNvPr>
            <p:cNvSpPr/>
            <p:nvPr/>
          </p:nvSpPr>
          <p:spPr>
            <a:xfrm>
              <a:off x="1720187" y="4522029"/>
              <a:ext cx="540794" cy="623424"/>
            </a:xfrm>
            <a:prstGeom prst="downArrow">
              <a:avLst>
                <a:gd name="adj1" fmla="val 59656"/>
                <a:gd name="adj2" fmla="val 62162"/>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455" name="文本框 454">
            <a:extLst>
              <a:ext uri="{FF2B5EF4-FFF2-40B4-BE49-F238E27FC236}">
                <a16:creationId xmlns:a16="http://schemas.microsoft.com/office/drawing/2014/main" id="{893517BF-1704-6EF3-0F9B-69EEAC33B801}"/>
              </a:ext>
            </a:extLst>
          </p:cNvPr>
          <p:cNvSpPr txBox="1"/>
          <p:nvPr/>
        </p:nvSpPr>
        <p:spPr>
          <a:xfrm>
            <a:off x="3588849" y="5073887"/>
            <a:ext cx="308098" cy="338554"/>
          </a:xfrm>
          <a:prstGeom prst="rect">
            <a:avLst/>
          </a:prstGeom>
          <a:noFill/>
        </p:spPr>
        <p:txBody>
          <a:bodyPr wrap="none" rtlCol="0">
            <a:spAutoFit/>
          </a:bodyPr>
          <a:lstStyle/>
          <a:p>
            <a:pPr algn="l"/>
            <a:r>
              <a:rPr kumimoji="1" lang="en-US" altLang="zh-CN" sz="1600" b="1" dirty="0">
                <a:solidFill>
                  <a:srgbClr val="1E344D"/>
                </a:solidFill>
                <a:latin typeface="Alibaba PuHuiTi Medium" pitchFamily="18" charset="-122"/>
                <a:ea typeface="Alibaba PuHuiTi Medium" pitchFamily="18" charset="-122"/>
                <a:cs typeface="Alibaba PuHuiTi Medium" pitchFamily="18" charset="-122"/>
              </a:rPr>
              <a:t>1</a:t>
            </a:r>
            <a:endParaRPr kumimoji="1" lang="zh-CN" altLang="en-US" sz="16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6" name="文本框 455">
            <a:extLst>
              <a:ext uri="{FF2B5EF4-FFF2-40B4-BE49-F238E27FC236}">
                <a16:creationId xmlns:a16="http://schemas.microsoft.com/office/drawing/2014/main" id="{F7E0DC0A-42FB-1829-0A8E-49F0D8267979}"/>
              </a:ext>
            </a:extLst>
          </p:cNvPr>
          <p:cNvSpPr txBox="1"/>
          <p:nvPr/>
        </p:nvSpPr>
        <p:spPr>
          <a:xfrm>
            <a:off x="4295800" y="4797152"/>
            <a:ext cx="308098" cy="338554"/>
          </a:xfrm>
          <a:prstGeom prst="rect">
            <a:avLst/>
          </a:prstGeom>
          <a:noFill/>
        </p:spPr>
        <p:txBody>
          <a:bodyPr wrap="none" rtlCol="0">
            <a:spAutoFit/>
          </a:bodyPr>
          <a:lstStyle/>
          <a:p>
            <a:pPr algn="l"/>
            <a:r>
              <a:rPr kumimoji="1" lang="en-US" altLang="zh-CN" sz="1600" b="1" dirty="0">
                <a:solidFill>
                  <a:srgbClr val="1E344D"/>
                </a:solidFill>
                <a:latin typeface="Alibaba PuHuiTi Medium" pitchFamily="18" charset="-122"/>
                <a:ea typeface="Alibaba PuHuiTi Medium" pitchFamily="18" charset="-122"/>
                <a:cs typeface="Alibaba PuHuiTi Medium" pitchFamily="18" charset="-122"/>
              </a:rPr>
              <a:t>2</a:t>
            </a:r>
            <a:endParaRPr kumimoji="1" lang="zh-CN" altLang="en-US" sz="16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7" name="文本框 456">
            <a:extLst>
              <a:ext uri="{FF2B5EF4-FFF2-40B4-BE49-F238E27FC236}">
                <a16:creationId xmlns:a16="http://schemas.microsoft.com/office/drawing/2014/main" id="{BF74B99A-366B-DD0C-3502-EA9826DA1035}"/>
              </a:ext>
            </a:extLst>
          </p:cNvPr>
          <p:cNvSpPr txBox="1"/>
          <p:nvPr/>
        </p:nvSpPr>
        <p:spPr>
          <a:xfrm>
            <a:off x="5129139" y="4550371"/>
            <a:ext cx="308098" cy="338554"/>
          </a:xfrm>
          <a:prstGeom prst="rect">
            <a:avLst/>
          </a:prstGeom>
          <a:noFill/>
        </p:spPr>
        <p:txBody>
          <a:bodyPr wrap="none" rtlCol="0">
            <a:spAutoFit/>
          </a:bodyPr>
          <a:lstStyle/>
          <a:p>
            <a:pPr algn="l"/>
            <a:r>
              <a:rPr kumimoji="1" lang="en-US" altLang="zh-CN" sz="1600" b="1" dirty="0">
                <a:solidFill>
                  <a:srgbClr val="1E344D"/>
                </a:solidFill>
                <a:latin typeface="Alibaba PuHuiTi Medium" pitchFamily="18" charset="-122"/>
                <a:ea typeface="Alibaba PuHuiTi Medium" pitchFamily="18" charset="-122"/>
                <a:cs typeface="Alibaba PuHuiTi Medium" pitchFamily="18" charset="-122"/>
              </a:rPr>
              <a:t>3</a:t>
            </a:r>
            <a:endParaRPr kumimoji="1" lang="zh-CN" altLang="en-US" sz="1600" b="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8" name="文本框 457">
            <a:extLst>
              <a:ext uri="{FF2B5EF4-FFF2-40B4-BE49-F238E27FC236}">
                <a16:creationId xmlns:a16="http://schemas.microsoft.com/office/drawing/2014/main" id="{1307E9D9-A682-6EF4-E457-BAB8D9F998A9}"/>
              </a:ext>
            </a:extLst>
          </p:cNvPr>
          <p:cNvSpPr txBox="1"/>
          <p:nvPr/>
        </p:nvSpPr>
        <p:spPr>
          <a:xfrm>
            <a:off x="3371559" y="5725296"/>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9" name="文本框 458">
            <a:extLst>
              <a:ext uri="{FF2B5EF4-FFF2-40B4-BE49-F238E27FC236}">
                <a16:creationId xmlns:a16="http://schemas.microsoft.com/office/drawing/2014/main" id="{8C487A9C-D799-7B83-7AD3-0888A4533962}"/>
              </a:ext>
            </a:extLst>
          </p:cNvPr>
          <p:cNvSpPr txBox="1"/>
          <p:nvPr/>
        </p:nvSpPr>
        <p:spPr>
          <a:xfrm>
            <a:off x="4151784" y="5517232"/>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0" name="文本框 459">
            <a:extLst>
              <a:ext uri="{FF2B5EF4-FFF2-40B4-BE49-F238E27FC236}">
                <a16:creationId xmlns:a16="http://schemas.microsoft.com/office/drawing/2014/main" id="{7287D90D-4596-A943-C213-1F34C054EDBF}"/>
              </a:ext>
            </a:extLst>
          </p:cNvPr>
          <p:cNvSpPr txBox="1"/>
          <p:nvPr/>
        </p:nvSpPr>
        <p:spPr>
          <a:xfrm>
            <a:off x="4943872" y="5301208"/>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1" name="文本框 460">
            <a:extLst>
              <a:ext uri="{FF2B5EF4-FFF2-40B4-BE49-F238E27FC236}">
                <a16:creationId xmlns:a16="http://schemas.microsoft.com/office/drawing/2014/main" id="{1C368A45-7D9E-C2BD-0BBB-ACDB9B88D437}"/>
              </a:ext>
            </a:extLst>
          </p:cNvPr>
          <p:cNvSpPr txBox="1"/>
          <p:nvPr/>
        </p:nvSpPr>
        <p:spPr>
          <a:xfrm>
            <a:off x="4943872" y="5661248"/>
            <a:ext cx="739121" cy="338554"/>
          </a:xfrm>
          <a:prstGeom prst="rect">
            <a:avLst/>
          </a:prstGeom>
          <a:noFill/>
        </p:spPr>
        <p:txBody>
          <a:bodyPr wrap="square" rtlCol="0">
            <a:spAutoFit/>
          </a:bodyPr>
          <a:lstStyle/>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4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D6EF5D3B-E792-680D-E93F-0A350CBEAFA3}"/>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B70FB34D-A0F1-1059-122C-560882A1DB9D}"/>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32" name="直线连接符 31">
            <a:extLst>
              <a:ext uri="{FF2B5EF4-FFF2-40B4-BE49-F238E27FC236}">
                <a16:creationId xmlns:a16="http://schemas.microsoft.com/office/drawing/2014/main" id="{F5A187CE-1106-A391-6D58-89192F4E0302}"/>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3" name="直线连接符 32">
            <a:extLst>
              <a:ext uri="{FF2B5EF4-FFF2-40B4-BE49-F238E27FC236}">
                <a16:creationId xmlns:a16="http://schemas.microsoft.com/office/drawing/2014/main" id="{5A9916B8-90B1-BA91-5508-E49D0F1FA957}"/>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文本框 33">
            <a:extLst>
              <a:ext uri="{FF2B5EF4-FFF2-40B4-BE49-F238E27FC236}">
                <a16:creationId xmlns:a16="http://schemas.microsoft.com/office/drawing/2014/main" id="{C037904A-4BB6-EA66-CDCC-4D9EEB25FCD5}"/>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5" name="组合 34">
            <a:extLst>
              <a:ext uri="{FF2B5EF4-FFF2-40B4-BE49-F238E27FC236}">
                <a16:creationId xmlns:a16="http://schemas.microsoft.com/office/drawing/2014/main" id="{451E7871-5AE9-6C52-9C79-DCD3DD963DBC}"/>
              </a:ext>
            </a:extLst>
          </p:cNvPr>
          <p:cNvGrpSpPr/>
          <p:nvPr/>
        </p:nvGrpSpPr>
        <p:grpSpPr>
          <a:xfrm>
            <a:off x="2212826" y="287981"/>
            <a:ext cx="356205" cy="355288"/>
            <a:chOff x="2323294" y="287981"/>
            <a:chExt cx="356205" cy="355288"/>
          </a:xfrm>
        </p:grpSpPr>
        <p:sp>
          <p:nvSpPr>
            <p:cNvPr id="36" name="Google Shape;7166;p80">
              <a:extLst>
                <a:ext uri="{FF2B5EF4-FFF2-40B4-BE49-F238E27FC236}">
                  <a16:creationId xmlns:a16="http://schemas.microsoft.com/office/drawing/2014/main" id="{B2EAF930-B0D6-9845-A02A-37EC910C88EE}"/>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167;p80">
              <a:extLst>
                <a:ext uri="{FF2B5EF4-FFF2-40B4-BE49-F238E27FC236}">
                  <a16:creationId xmlns:a16="http://schemas.microsoft.com/office/drawing/2014/main" id="{A31C3711-F871-808B-096C-C5BD40149934}"/>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7168;p80">
              <a:extLst>
                <a:ext uri="{FF2B5EF4-FFF2-40B4-BE49-F238E27FC236}">
                  <a16:creationId xmlns:a16="http://schemas.microsoft.com/office/drawing/2014/main" id="{EFBAA753-24FF-227F-13C9-663060712E1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7169;p80">
              <a:extLst>
                <a:ext uri="{FF2B5EF4-FFF2-40B4-BE49-F238E27FC236}">
                  <a16:creationId xmlns:a16="http://schemas.microsoft.com/office/drawing/2014/main" id="{7F073D3C-E62C-0831-1D5A-9CE024418585}"/>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975913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组合 18">
            <a:extLst>
              <a:ext uri="{FF2B5EF4-FFF2-40B4-BE49-F238E27FC236}">
                <a16:creationId xmlns:a16="http://schemas.microsoft.com/office/drawing/2014/main" id="{18AE3757-7194-E9A5-5549-5B6800570EC4}"/>
              </a:ext>
            </a:extLst>
          </p:cNvPr>
          <p:cNvGrpSpPr/>
          <p:nvPr/>
        </p:nvGrpSpPr>
        <p:grpSpPr>
          <a:xfrm>
            <a:off x="3001044" y="1126817"/>
            <a:ext cx="6823353" cy="5194469"/>
            <a:chOff x="86593" y="1414801"/>
            <a:chExt cx="4382530" cy="3336324"/>
          </a:xfrm>
        </p:grpSpPr>
        <p:sp>
          <p:nvSpPr>
            <p:cNvPr id="22" name="圆角矩形 14">
              <a:extLst>
                <a:ext uri="{FF2B5EF4-FFF2-40B4-BE49-F238E27FC236}">
                  <a16:creationId xmlns:a16="http://schemas.microsoft.com/office/drawing/2014/main" id="{57AFFE04-8144-1624-0730-542447967F13}"/>
                </a:ext>
              </a:extLst>
            </p:cNvPr>
            <p:cNvSpPr/>
            <p:nvPr/>
          </p:nvSpPr>
          <p:spPr>
            <a:xfrm>
              <a:off x="1837896" y="1414801"/>
              <a:ext cx="2631227" cy="807309"/>
            </a:xfrm>
            <a:custGeom>
              <a:avLst/>
              <a:gdLst>
                <a:gd name="connsiteX0" fmla="*/ 0 w 2405449"/>
                <a:gd name="connsiteY0" fmla="*/ 274598 h 807309"/>
                <a:gd name="connsiteX1" fmla="*/ 274598 w 2405449"/>
                <a:gd name="connsiteY1" fmla="*/ 0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8" fmla="*/ 0 w 2405449"/>
                <a:gd name="connsiteY8" fmla="*/ 274598 h 807309"/>
                <a:gd name="connsiteX0" fmla="*/ 0 w 2405449"/>
                <a:gd name="connsiteY0" fmla="*/ 532711 h 807309"/>
                <a:gd name="connsiteX1" fmla="*/ 274598 w 2405449"/>
                <a:gd name="connsiteY1" fmla="*/ 0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405449"/>
                <a:gd name="connsiteY0" fmla="*/ 532711 h 807309"/>
                <a:gd name="connsiteX1" fmla="*/ 562922 w 2405449"/>
                <a:gd name="connsiteY1" fmla="*/ 8237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405449"/>
                <a:gd name="connsiteY0" fmla="*/ 615723 h 890321"/>
                <a:gd name="connsiteX1" fmla="*/ 562922 w 2405449"/>
                <a:gd name="connsiteY1" fmla="*/ 91249 h 890321"/>
                <a:gd name="connsiteX2" fmla="*/ 2130851 w 2405449"/>
                <a:gd name="connsiteY2" fmla="*/ 83012 h 890321"/>
                <a:gd name="connsiteX3" fmla="*/ 2405449 w 2405449"/>
                <a:gd name="connsiteY3" fmla="*/ 357610 h 890321"/>
                <a:gd name="connsiteX4" fmla="*/ 2405449 w 2405449"/>
                <a:gd name="connsiteY4" fmla="*/ 615723 h 890321"/>
                <a:gd name="connsiteX5" fmla="*/ 2130851 w 2405449"/>
                <a:gd name="connsiteY5" fmla="*/ 890321 h 890321"/>
                <a:gd name="connsiteX6" fmla="*/ 274598 w 2405449"/>
                <a:gd name="connsiteY6" fmla="*/ 890321 h 890321"/>
                <a:gd name="connsiteX7" fmla="*/ 0 w 2405449"/>
                <a:gd name="connsiteY7" fmla="*/ 615723 h 890321"/>
                <a:gd name="connsiteX0" fmla="*/ 0 w 2405449"/>
                <a:gd name="connsiteY0" fmla="*/ 552007 h 826605"/>
                <a:gd name="connsiteX1" fmla="*/ 562922 w 2405449"/>
                <a:gd name="connsiteY1" fmla="*/ 27533 h 826605"/>
                <a:gd name="connsiteX2" fmla="*/ 2130851 w 2405449"/>
                <a:gd name="connsiteY2" fmla="*/ 19296 h 826605"/>
                <a:gd name="connsiteX3" fmla="*/ 2405449 w 2405449"/>
                <a:gd name="connsiteY3" fmla="*/ 293894 h 826605"/>
                <a:gd name="connsiteX4" fmla="*/ 2405449 w 2405449"/>
                <a:gd name="connsiteY4" fmla="*/ 552007 h 826605"/>
                <a:gd name="connsiteX5" fmla="*/ 2130851 w 2405449"/>
                <a:gd name="connsiteY5" fmla="*/ 826605 h 826605"/>
                <a:gd name="connsiteX6" fmla="*/ 274598 w 2405449"/>
                <a:gd name="connsiteY6" fmla="*/ 826605 h 826605"/>
                <a:gd name="connsiteX7" fmla="*/ 0 w 2405449"/>
                <a:gd name="connsiteY7" fmla="*/ 552007 h 826605"/>
                <a:gd name="connsiteX0" fmla="*/ 0 w 2405449"/>
                <a:gd name="connsiteY0" fmla="*/ 532711 h 807309"/>
                <a:gd name="connsiteX1" fmla="*/ 562922 w 2405449"/>
                <a:gd name="connsiteY1" fmla="*/ 8237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603005"/>
                <a:gd name="connsiteY0" fmla="*/ 529770 h 838235"/>
                <a:gd name="connsiteX1" fmla="*/ 760478 w 2603005"/>
                <a:gd name="connsiteY1" fmla="*/ 39163 h 838235"/>
                <a:gd name="connsiteX2" fmla="*/ 2328407 w 2603005"/>
                <a:gd name="connsiteY2" fmla="*/ 30926 h 838235"/>
                <a:gd name="connsiteX3" fmla="*/ 2603005 w 2603005"/>
                <a:gd name="connsiteY3" fmla="*/ 305524 h 838235"/>
                <a:gd name="connsiteX4" fmla="*/ 2603005 w 2603005"/>
                <a:gd name="connsiteY4" fmla="*/ 563637 h 838235"/>
                <a:gd name="connsiteX5" fmla="*/ 2328407 w 2603005"/>
                <a:gd name="connsiteY5" fmla="*/ 838235 h 838235"/>
                <a:gd name="connsiteX6" fmla="*/ 472154 w 2603005"/>
                <a:gd name="connsiteY6" fmla="*/ 838235 h 838235"/>
                <a:gd name="connsiteX7" fmla="*/ 0 w 2603005"/>
                <a:gd name="connsiteY7" fmla="*/ 529770 h 838235"/>
                <a:gd name="connsiteX0" fmla="*/ 0 w 2603005"/>
                <a:gd name="connsiteY0" fmla="*/ 529770 h 838235"/>
                <a:gd name="connsiteX1" fmla="*/ 760478 w 2603005"/>
                <a:gd name="connsiteY1" fmla="*/ 39163 h 838235"/>
                <a:gd name="connsiteX2" fmla="*/ 2328407 w 2603005"/>
                <a:gd name="connsiteY2" fmla="*/ 30926 h 838235"/>
                <a:gd name="connsiteX3" fmla="*/ 2603005 w 2603005"/>
                <a:gd name="connsiteY3" fmla="*/ 305524 h 838235"/>
                <a:gd name="connsiteX4" fmla="*/ 2603005 w 2603005"/>
                <a:gd name="connsiteY4" fmla="*/ 563637 h 838235"/>
                <a:gd name="connsiteX5" fmla="*/ 2328407 w 2603005"/>
                <a:gd name="connsiteY5" fmla="*/ 838235 h 838235"/>
                <a:gd name="connsiteX6" fmla="*/ 472154 w 2603005"/>
                <a:gd name="connsiteY6" fmla="*/ 838235 h 838235"/>
                <a:gd name="connsiteX7" fmla="*/ 0 w 2603005"/>
                <a:gd name="connsiteY7" fmla="*/ 529770 h 838235"/>
                <a:gd name="connsiteX0" fmla="*/ 0 w 2631227"/>
                <a:gd name="connsiteY0" fmla="*/ 420678 h 830743"/>
                <a:gd name="connsiteX1" fmla="*/ 788700 w 2631227"/>
                <a:gd name="connsiteY1" fmla="*/ 31671 h 830743"/>
                <a:gd name="connsiteX2" fmla="*/ 2356629 w 2631227"/>
                <a:gd name="connsiteY2" fmla="*/ 23434 h 830743"/>
                <a:gd name="connsiteX3" fmla="*/ 2631227 w 2631227"/>
                <a:gd name="connsiteY3" fmla="*/ 298032 h 830743"/>
                <a:gd name="connsiteX4" fmla="*/ 2631227 w 2631227"/>
                <a:gd name="connsiteY4" fmla="*/ 556145 h 830743"/>
                <a:gd name="connsiteX5" fmla="*/ 2356629 w 2631227"/>
                <a:gd name="connsiteY5" fmla="*/ 830743 h 830743"/>
                <a:gd name="connsiteX6" fmla="*/ 500376 w 2631227"/>
                <a:gd name="connsiteY6" fmla="*/ 830743 h 830743"/>
                <a:gd name="connsiteX7" fmla="*/ 0 w 2631227"/>
                <a:gd name="connsiteY7" fmla="*/ 420678 h 830743"/>
                <a:gd name="connsiteX0" fmla="*/ 0 w 2631227"/>
                <a:gd name="connsiteY0" fmla="*/ 420678 h 830743"/>
                <a:gd name="connsiteX1" fmla="*/ 788700 w 2631227"/>
                <a:gd name="connsiteY1" fmla="*/ 31671 h 830743"/>
                <a:gd name="connsiteX2" fmla="*/ 2356629 w 2631227"/>
                <a:gd name="connsiteY2" fmla="*/ 23434 h 830743"/>
                <a:gd name="connsiteX3" fmla="*/ 2631227 w 2631227"/>
                <a:gd name="connsiteY3" fmla="*/ 298032 h 830743"/>
                <a:gd name="connsiteX4" fmla="*/ 2631227 w 2631227"/>
                <a:gd name="connsiteY4" fmla="*/ 556145 h 830743"/>
                <a:gd name="connsiteX5" fmla="*/ 2356629 w 2631227"/>
                <a:gd name="connsiteY5" fmla="*/ 830743 h 830743"/>
                <a:gd name="connsiteX6" fmla="*/ 500376 w 2631227"/>
                <a:gd name="connsiteY6" fmla="*/ 830743 h 830743"/>
                <a:gd name="connsiteX7" fmla="*/ 0 w 2631227"/>
                <a:gd name="connsiteY7" fmla="*/ 420678 h 830743"/>
                <a:gd name="connsiteX0" fmla="*/ 0 w 2631227"/>
                <a:gd name="connsiteY0" fmla="*/ 397245 h 807310"/>
                <a:gd name="connsiteX1" fmla="*/ 788700 w 2631227"/>
                <a:gd name="connsiteY1" fmla="*/ 8238 h 807310"/>
                <a:gd name="connsiteX2" fmla="*/ 2356629 w 2631227"/>
                <a:gd name="connsiteY2" fmla="*/ 1 h 807310"/>
                <a:gd name="connsiteX3" fmla="*/ 2631227 w 2631227"/>
                <a:gd name="connsiteY3" fmla="*/ 274599 h 807310"/>
                <a:gd name="connsiteX4" fmla="*/ 2631227 w 2631227"/>
                <a:gd name="connsiteY4" fmla="*/ 532712 h 807310"/>
                <a:gd name="connsiteX5" fmla="*/ 2356629 w 2631227"/>
                <a:gd name="connsiteY5" fmla="*/ 807310 h 807310"/>
                <a:gd name="connsiteX6" fmla="*/ 500376 w 2631227"/>
                <a:gd name="connsiteY6" fmla="*/ 807310 h 807310"/>
                <a:gd name="connsiteX7" fmla="*/ 0 w 2631227"/>
                <a:gd name="connsiteY7" fmla="*/ 397245 h 807310"/>
                <a:gd name="connsiteX0" fmla="*/ 0 w 2631227"/>
                <a:gd name="connsiteY0" fmla="*/ 413897 h 823962"/>
                <a:gd name="connsiteX1" fmla="*/ 788700 w 2631227"/>
                <a:gd name="connsiteY1" fmla="*/ 2312 h 823962"/>
                <a:gd name="connsiteX2" fmla="*/ 2356629 w 2631227"/>
                <a:gd name="connsiteY2" fmla="*/ 16653 h 823962"/>
                <a:gd name="connsiteX3" fmla="*/ 2631227 w 2631227"/>
                <a:gd name="connsiteY3" fmla="*/ 291251 h 823962"/>
                <a:gd name="connsiteX4" fmla="*/ 2631227 w 2631227"/>
                <a:gd name="connsiteY4" fmla="*/ 549364 h 823962"/>
                <a:gd name="connsiteX5" fmla="*/ 2356629 w 2631227"/>
                <a:gd name="connsiteY5" fmla="*/ 823962 h 823962"/>
                <a:gd name="connsiteX6" fmla="*/ 500376 w 2631227"/>
                <a:gd name="connsiteY6" fmla="*/ 823962 h 823962"/>
                <a:gd name="connsiteX7" fmla="*/ 0 w 2631227"/>
                <a:gd name="connsiteY7" fmla="*/ 413897 h 823962"/>
                <a:gd name="connsiteX0" fmla="*/ 0 w 2631227"/>
                <a:gd name="connsiteY0" fmla="*/ 397244 h 807309"/>
                <a:gd name="connsiteX1" fmla="*/ 771767 w 2631227"/>
                <a:gd name="connsiteY1" fmla="*/ 53393 h 807309"/>
                <a:gd name="connsiteX2" fmla="*/ 2356629 w 2631227"/>
                <a:gd name="connsiteY2" fmla="*/ 0 h 807309"/>
                <a:gd name="connsiteX3" fmla="*/ 2631227 w 2631227"/>
                <a:gd name="connsiteY3" fmla="*/ 274598 h 807309"/>
                <a:gd name="connsiteX4" fmla="*/ 2631227 w 2631227"/>
                <a:gd name="connsiteY4" fmla="*/ 532711 h 807309"/>
                <a:gd name="connsiteX5" fmla="*/ 2356629 w 2631227"/>
                <a:gd name="connsiteY5" fmla="*/ 807309 h 807309"/>
                <a:gd name="connsiteX6" fmla="*/ 500376 w 2631227"/>
                <a:gd name="connsiteY6" fmla="*/ 807309 h 807309"/>
                <a:gd name="connsiteX7" fmla="*/ 0 w 2631227"/>
                <a:gd name="connsiteY7" fmla="*/ 397244 h 807309"/>
                <a:gd name="connsiteX0" fmla="*/ 0 w 2631227"/>
                <a:gd name="connsiteY0" fmla="*/ 397244 h 807309"/>
                <a:gd name="connsiteX1" fmla="*/ 777411 w 2631227"/>
                <a:gd name="connsiteY1" fmla="*/ 2593 h 807309"/>
                <a:gd name="connsiteX2" fmla="*/ 2356629 w 2631227"/>
                <a:gd name="connsiteY2" fmla="*/ 0 h 807309"/>
                <a:gd name="connsiteX3" fmla="*/ 2631227 w 2631227"/>
                <a:gd name="connsiteY3" fmla="*/ 274598 h 807309"/>
                <a:gd name="connsiteX4" fmla="*/ 2631227 w 2631227"/>
                <a:gd name="connsiteY4" fmla="*/ 532711 h 807309"/>
                <a:gd name="connsiteX5" fmla="*/ 2356629 w 2631227"/>
                <a:gd name="connsiteY5" fmla="*/ 807309 h 807309"/>
                <a:gd name="connsiteX6" fmla="*/ 500376 w 2631227"/>
                <a:gd name="connsiteY6" fmla="*/ 807309 h 807309"/>
                <a:gd name="connsiteX7" fmla="*/ 0 w 2631227"/>
                <a:gd name="connsiteY7" fmla="*/ 397244 h 8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227" h="807309">
                  <a:moveTo>
                    <a:pt x="0" y="397244"/>
                  </a:moveTo>
                  <a:cubicBezTo>
                    <a:pt x="695642" y="386109"/>
                    <a:pt x="390284" y="12355"/>
                    <a:pt x="777411" y="2593"/>
                  </a:cubicBezTo>
                  <a:lnTo>
                    <a:pt x="2356629" y="0"/>
                  </a:lnTo>
                  <a:cubicBezTo>
                    <a:pt x="2508285" y="0"/>
                    <a:pt x="2631227" y="122942"/>
                    <a:pt x="2631227" y="274598"/>
                  </a:cubicBezTo>
                  <a:lnTo>
                    <a:pt x="2631227" y="532711"/>
                  </a:lnTo>
                  <a:cubicBezTo>
                    <a:pt x="2631227" y="684367"/>
                    <a:pt x="2508285" y="807309"/>
                    <a:pt x="2356629" y="807309"/>
                  </a:cubicBezTo>
                  <a:lnTo>
                    <a:pt x="500376" y="807309"/>
                  </a:lnTo>
                  <a:cubicBezTo>
                    <a:pt x="348720" y="807309"/>
                    <a:pt x="0" y="548900"/>
                    <a:pt x="0" y="397244"/>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圆角矩形 22">
              <a:extLst>
                <a:ext uri="{FF2B5EF4-FFF2-40B4-BE49-F238E27FC236}">
                  <a16:creationId xmlns:a16="http://schemas.microsoft.com/office/drawing/2014/main" id="{523807B9-CB76-12FC-BAF6-124A3D465749}"/>
                </a:ext>
              </a:extLst>
            </p:cNvPr>
            <p:cNvSpPr/>
            <p:nvPr/>
          </p:nvSpPr>
          <p:spPr>
            <a:xfrm>
              <a:off x="86593" y="1810217"/>
              <a:ext cx="4382530" cy="2940908"/>
            </a:xfrm>
            <a:prstGeom prst="roundRect">
              <a:avLst>
                <a:gd name="adj" fmla="val 7984"/>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25" name="文本框 24">
            <a:extLst>
              <a:ext uri="{FF2B5EF4-FFF2-40B4-BE49-F238E27FC236}">
                <a16:creationId xmlns:a16="http://schemas.microsoft.com/office/drawing/2014/main" id="{795F8E7A-108A-A2AE-A759-254641572B29}"/>
              </a:ext>
            </a:extLst>
          </p:cNvPr>
          <p:cNvSpPr txBox="1"/>
          <p:nvPr/>
        </p:nvSpPr>
        <p:spPr>
          <a:xfrm>
            <a:off x="7780257" y="1302256"/>
            <a:ext cx="1402948" cy="400110"/>
          </a:xfrm>
          <a:prstGeom prst="rect">
            <a:avLst/>
          </a:prstGeom>
          <a:noFill/>
        </p:spPr>
        <p:txBody>
          <a:bodyPr wrap="none" rtlCol="0">
            <a:spAutoFit/>
          </a:bodyPr>
          <a:lstStyle/>
          <a:p>
            <a:pPr algn="l"/>
            <a:r>
              <a:rPr kumimoji="1" lang="en-US" altLang="zh-CN" sz="2000" dirty="0">
                <a:solidFill>
                  <a:schemeClr val="bg1"/>
                </a:solidFill>
                <a:latin typeface="Alibaba PuHuiTi" pitchFamily="18" charset="-122"/>
                <a:ea typeface="Alibaba PuHuiTi" pitchFamily="18" charset="-122"/>
                <a:cs typeface="Alibaba PuHuiTi" pitchFamily="18" charset="-122"/>
              </a:rPr>
              <a:t>2023.8.21</a:t>
            </a:r>
            <a:endParaRPr kumimoji="1" lang="zh-CN" altLang="en-US" sz="2000" dirty="0">
              <a:solidFill>
                <a:schemeClr val="bg1"/>
              </a:solidFill>
              <a:latin typeface="Alibaba PuHuiTi" pitchFamily="18" charset="-122"/>
              <a:ea typeface="Alibaba PuHuiTi" pitchFamily="18" charset="-122"/>
              <a:cs typeface="Alibaba PuHuiTi" pitchFamily="18" charset="-122"/>
            </a:endParaRPr>
          </a:p>
        </p:txBody>
      </p:sp>
      <p:sp>
        <p:nvSpPr>
          <p:cNvPr id="26" name="圆角矩形 25">
            <a:extLst>
              <a:ext uri="{FF2B5EF4-FFF2-40B4-BE49-F238E27FC236}">
                <a16:creationId xmlns:a16="http://schemas.microsoft.com/office/drawing/2014/main" id="{16117414-4FAE-3B5F-500F-1D6FF8B6723A}"/>
              </a:ext>
            </a:extLst>
          </p:cNvPr>
          <p:cNvSpPr/>
          <p:nvPr/>
        </p:nvSpPr>
        <p:spPr>
          <a:xfrm>
            <a:off x="3282225" y="4387538"/>
            <a:ext cx="2530548" cy="659219"/>
          </a:xfrm>
          <a:prstGeom prst="roundRect">
            <a:avLst>
              <a:gd name="adj" fmla="val 50000"/>
            </a:avLst>
          </a:prstGeom>
          <a:solidFill>
            <a:schemeClr val="bg1">
              <a:alpha val="27989"/>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圆角矩形 27">
            <a:extLst>
              <a:ext uri="{FF2B5EF4-FFF2-40B4-BE49-F238E27FC236}">
                <a16:creationId xmlns:a16="http://schemas.microsoft.com/office/drawing/2014/main" id="{89F2F8F4-5AAC-D0F3-E753-F6A2E39705B5}"/>
              </a:ext>
            </a:extLst>
          </p:cNvPr>
          <p:cNvSpPr/>
          <p:nvPr/>
        </p:nvSpPr>
        <p:spPr>
          <a:xfrm>
            <a:off x="3282225" y="5214860"/>
            <a:ext cx="4295552" cy="659219"/>
          </a:xfrm>
          <a:prstGeom prst="roundRect">
            <a:avLst>
              <a:gd name="adj" fmla="val 50000"/>
            </a:avLst>
          </a:prstGeom>
          <a:solidFill>
            <a:schemeClr val="bg1">
              <a:alpha val="27989"/>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文本框 30">
            <a:extLst>
              <a:ext uri="{FF2B5EF4-FFF2-40B4-BE49-F238E27FC236}">
                <a16:creationId xmlns:a16="http://schemas.microsoft.com/office/drawing/2014/main" id="{5082E853-E890-72CA-77DD-8AF458DE780A}"/>
              </a:ext>
            </a:extLst>
          </p:cNvPr>
          <p:cNvSpPr txBox="1"/>
          <p:nvPr/>
        </p:nvSpPr>
        <p:spPr>
          <a:xfrm>
            <a:off x="2978471" y="409504"/>
            <a:ext cx="3316934" cy="707886"/>
          </a:xfrm>
          <a:prstGeom prst="rect">
            <a:avLst/>
          </a:prstGeom>
          <a:noFill/>
        </p:spPr>
        <p:txBody>
          <a:bodyPr wrap="none" rtlCol="0">
            <a:spAutoFit/>
          </a:bodyPr>
          <a:lstStyle/>
          <a:p>
            <a:pPr algn="l"/>
            <a:r>
              <a:rPr kumimoji="1" lang="en-US" altLang="zh-CN" sz="40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4000" dirty="0">
              <a:solidFill>
                <a:srgbClr val="1E344D"/>
              </a:solidFill>
              <a:latin typeface="Alibaba PuHuiTi" pitchFamily="18" charset="-122"/>
              <a:ea typeface="Alibaba PuHuiTi" pitchFamily="18" charset="-122"/>
              <a:cs typeface="Alibaba PuHuiTi" pitchFamily="18" charset="-122"/>
            </a:endParaRPr>
          </a:p>
        </p:txBody>
      </p:sp>
      <p:sp>
        <p:nvSpPr>
          <p:cNvPr id="32" name="文本框 31">
            <a:extLst>
              <a:ext uri="{FF2B5EF4-FFF2-40B4-BE49-F238E27FC236}">
                <a16:creationId xmlns:a16="http://schemas.microsoft.com/office/drawing/2014/main" id="{BE1C04AA-7D59-52F2-A05A-2167A1650571}"/>
              </a:ext>
            </a:extLst>
          </p:cNvPr>
          <p:cNvSpPr txBox="1"/>
          <p:nvPr/>
        </p:nvSpPr>
        <p:spPr>
          <a:xfrm>
            <a:off x="2978471" y="1095267"/>
            <a:ext cx="2494594" cy="707886"/>
          </a:xfrm>
          <a:prstGeom prst="rect">
            <a:avLst/>
          </a:prstGeom>
          <a:noFill/>
        </p:spPr>
        <p:txBody>
          <a:bodyPr wrap="none" rtlCol="0">
            <a:spAutoFit/>
          </a:bodyPr>
          <a:lstStyle/>
          <a:p>
            <a:pPr algn="l"/>
            <a:r>
              <a:rPr kumimoji="1" lang="en-US" altLang="zh-CN" sz="4000" b="1" dirty="0">
                <a:solidFill>
                  <a:srgbClr val="1E344D"/>
                </a:solidFill>
                <a:latin typeface="Alibaba PuHuiTi" pitchFamily="18" charset="-122"/>
                <a:ea typeface="Alibaba PuHuiTi" pitchFamily="18" charset="-122"/>
                <a:cs typeface="Alibaba PuHuiTi" pitchFamily="18" charset="-122"/>
              </a:rPr>
              <a:t>RED form</a:t>
            </a:r>
            <a:endParaRPr kumimoji="1" lang="zh-CN" altLang="en-US" sz="4000" b="1" dirty="0">
              <a:solidFill>
                <a:srgbClr val="1E344D"/>
              </a:solidFill>
              <a:latin typeface="Alibaba PuHuiTi" pitchFamily="18" charset="-122"/>
              <a:ea typeface="Alibaba PuHuiTi" pitchFamily="18" charset="-122"/>
              <a:cs typeface="Alibaba PuHuiTi" pitchFamily="18" charset="-122"/>
            </a:endParaRPr>
          </a:p>
        </p:txBody>
      </p:sp>
      <p:sp>
        <p:nvSpPr>
          <p:cNvPr id="33" name="文本框 32">
            <a:extLst>
              <a:ext uri="{FF2B5EF4-FFF2-40B4-BE49-F238E27FC236}">
                <a16:creationId xmlns:a16="http://schemas.microsoft.com/office/drawing/2014/main" id="{D97AFFFA-AF1E-0BE7-C11F-03990370295A}"/>
              </a:ext>
            </a:extLst>
          </p:cNvPr>
          <p:cNvSpPr txBox="1"/>
          <p:nvPr/>
        </p:nvSpPr>
        <p:spPr>
          <a:xfrm>
            <a:off x="3602764" y="5329111"/>
            <a:ext cx="3762362" cy="523220"/>
          </a:xfrm>
          <a:prstGeom prst="rect">
            <a:avLst/>
          </a:prstGeom>
          <a:noFill/>
        </p:spPr>
        <p:txBody>
          <a:bodyPr wrap="square" rtlCol="0">
            <a:spAutoFit/>
          </a:bodyPr>
          <a:lstStyle/>
          <a:p>
            <a:pPr algn="l"/>
            <a:r>
              <a:rPr kumimoji="1" lang="en" altLang="zh-CN" sz="2800" b="1" dirty="0">
                <a:solidFill>
                  <a:schemeClr val="bg1"/>
                </a:solidFill>
                <a:latin typeface="Alibaba PuHuiTi Light" pitchFamily="18" charset="-122"/>
                <a:ea typeface="Alibaba PuHuiTi Light" pitchFamily="18" charset="-122"/>
                <a:cs typeface="Alibaba PuHuiTi Light" pitchFamily="18" charset="-122"/>
              </a:rPr>
              <a:t>Important headlines</a:t>
            </a:r>
            <a:endParaRPr kumimoji="1" lang="zh-CN" altLang="en-US" sz="2800" b="1" dirty="0">
              <a:solidFill>
                <a:schemeClr val="bg1"/>
              </a:solidFill>
              <a:latin typeface="Alibaba PuHuiTi Light" pitchFamily="18" charset="-122"/>
              <a:ea typeface="Alibaba PuHuiTi Light" pitchFamily="18" charset="-122"/>
              <a:cs typeface="Alibaba PuHuiTi Light" pitchFamily="18" charset="-122"/>
            </a:endParaRPr>
          </a:p>
        </p:txBody>
      </p:sp>
      <p:sp>
        <p:nvSpPr>
          <p:cNvPr id="35" name="文本框 34">
            <a:extLst>
              <a:ext uri="{FF2B5EF4-FFF2-40B4-BE49-F238E27FC236}">
                <a16:creationId xmlns:a16="http://schemas.microsoft.com/office/drawing/2014/main" id="{8E1F6E98-95D1-3C05-928C-72AE2579ACE2}"/>
              </a:ext>
            </a:extLst>
          </p:cNvPr>
          <p:cNvSpPr txBox="1"/>
          <p:nvPr/>
        </p:nvSpPr>
        <p:spPr>
          <a:xfrm>
            <a:off x="3496149" y="4489940"/>
            <a:ext cx="2002471" cy="461665"/>
          </a:xfrm>
          <a:prstGeom prst="rect">
            <a:avLst/>
          </a:prstGeom>
          <a:noFill/>
        </p:spPr>
        <p:txBody>
          <a:bodyPr wrap="none" rtlCol="0">
            <a:spAutoFit/>
          </a:bodyPr>
          <a:lstStyle/>
          <a:p>
            <a:pPr algn="l"/>
            <a:r>
              <a:rPr kumimoji="1" lang="zh-CN" altLang="en-US" sz="2400" dirty="0">
                <a:solidFill>
                  <a:schemeClr val="bg1"/>
                </a:solidFill>
                <a:latin typeface="Alibaba PuHuiTi" pitchFamily="18" charset="-122"/>
                <a:ea typeface="Alibaba PuHuiTi" pitchFamily="18" charset="-122"/>
                <a:cs typeface="Alibaba PuHuiTi" pitchFamily="18" charset="-122"/>
              </a:rPr>
              <a:t>有脑子皮皮踢</a:t>
            </a:r>
          </a:p>
        </p:txBody>
      </p:sp>
    </p:spTree>
    <p:extLst>
      <p:ext uri="{BB962C8B-B14F-4D97-AF65-F5344CB8AC3E}">
        <p14:creationId xmlns:p14="http://schemas.microsoft.com/office/powerpoint/2010/main" val="36630265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文本框 30">
            <a:extLst>
              <a:ext uri="{FF2B5EF4-FFF2-40B4-BE49-F238E27FC236}">
                <a16:creationId xmlns:a16="http://schemas.microsoft.com/office/drawing/2014/main" id="{5082E853-E890-72CA-77DD-8AF458DE780A}"/>
              </a:ext>
            </a:extLst>
          </p:cNvPr>
          <p:cNvSpPr txBox="1"/>
          <p:nvPr/>
        </p:nvSpPr>
        <p:spPr>
          <a:xfrm>
            <a:off x="1023467" y="1313271"/>
            <a:ext cx="3718654" cy="3139321"/>
          </a:xfrm>
          <a:prstGeom prst="rect">
            <a:avLst/>
          </a:prstGeom>
          <a:noFill/>
        </p:spPr>
        <p:txBody>
          <a:bodyPr wrap="square" rtlCol="0">
            <a:spAutoFit/>
          </a:bodyPr>
          <a:lstStyle/>
          <a:p>
            <a:pPr algn="l"/>
            <a:r>
              <a:rPr kumimoji="1" lang="en-US" altLang="zh-CN" sz="6600" dirty="0">
                <a:solidFill>
                  <a:srgbClr val="212121"/>
                </a:solidFill>
                <a:latin typeface="Alibaba PuHuiTi" pitchFamily="18" charset="-122"/>
                <a:ea typeface="Alibaba PuHuiTi" pitchFamily="18" charset="-122"/>
                <a:cs typeface="Alibaba PuHuiTi" pitchFamily="18" charset="-122"/>
              </a:rPr>
              <a:t>You</a:t>
            </a:r>
          </a:p>
          <a:p>
            <a:pPr algn="l"/>
            <a:r>
              <a:rPr kumimoji="1" lang="en-US" altLang="zh-CN" sz="6600" dirty="0">
                <a:solidFill>
                  <a:srgbClr val="212121"/>
                </a:solidFill>
                <a:latin typeface="Alibaba PuHuiTi" pitchFamily="18" charset="-122"/>
                <a:ea typeface="Alibaba PuHuiTi" pitchFamily="18" charset="-122"/>
                <a:cs typeface="Alibaba PuHuiTi" pitchFamily="18" charset="-122"/>
              </a:rPr>
              <a:t>naozi</a:t>
            </a:r>
          </a:p>
          <a:p>
            <a:pPr algn="l"/>
            <a:r>
              <a:rPr kumimoji="1" lang="en-US" altLang="zh-CN" sz="6600" dirty="0">
                <a:solidFill>
                  <a:srgbClr val="212121"/>
                </a:solidFill>
                <a:latin typeface="Alibaba PuHuiTi" pitchFamily="18" charset="-122"/>
                <a:ea typeface="Alibaba PuHuiTi" pitchFamily="18" charset="-122"/>
                <a:cs typeface="Alibaba PuHuiTi" pitchFamily="18" charset="-122"/>
              </a:rPr>
              <a:t>PPT</a:t>
            </a:r>
            <a:endParaRPr kumimoji="1" lang="zh-CN" altLang="en-US" sz="6600" dirty="0">
              <a:solidFill>
                <a:srgbClr val="212121"/>
              </a:solidFill>
              <a:latin typeface="Alibaba PuHuiTi" pitchFamily="18" charset="-122"/>
              <a:ea typeface="Alibaba PuHuiTi" pitchFamily="18" charset="-122"/>
              <a:cs typeface="Alibaba PuHuiTi" pitchFamily="18" charset="-122"/>
            </a:endParaRPr>
          </a:p>
        </p:txBody>
      </p:sp>
      <p:sp>
        <p:nvSpPr>
          <p:cNvPr id="32" name="文本框 31">
            <a:extLst>
              <a:ext uri="{FF2B5EF4-FFF2-40B4-BE49-F238E27FC236}">
                <a16:creationId xmlns:a16="http://schemas.microsoft.com/office/drawing/2014/main" id="{BE1C04AA-7D59-52F2-A05A-2167A1650571}"/>
              </a:ext>
            </a:extLst>
          </p:cNvPr>
          <p:cNvSpPr txBox="1"/>
          <p:nvPr/>
        </p:nvSpPr>
        <p:spPr>
          <a:xfrm>
            <a:off x="1065998" y="4295666"/>
            <a:ext cx="2238113" cy="2123658"/>
          </a:xfrm>
          <a:prstGeom prst="rect">
            <a:avLst/>
          </a:prstGeom>
          <a:noFill/>
        </p:spPr>
        <p:txBody>
          <a:bodyPr wrap="none" rtlCol="0">
            <a:spAutoFit/>
          </a:bodyPr>
          <a:lstStyle/>
          <a:p>
            <a:pPr algn="l"/>
            <a:r>
              <a:rPr kumimoji="1" lang="en-US" altLang="zh-CN" sz="6600" b="1" dirty="0">
                <a:solidFill>
                  <a:srgbClr val="212121"/>
                </a:solidFill>
                <a:latin typeface="Alibaba PuHuiTi" pitchFamily="18" charset="-122"/>
                <a:ea typeface="Alibaba PuHuiTi" pitchFamily="18" charset="-122"/>
                <a:cs typeface="Alibaba PuHuiTi" pitchFamily="18" charset="-122"/>
              </a:rPr>
              <a:t>Blue </a:t>
            </a:r>
          </a:p>
          <a:p>
            <a:pPr algn="l"/>
            <a:r>
              <a:rPr kumimoji="1" lang="en-US" altLang="zh-CN" sz="6600" b="1" dirty="0">
                <a:solidFill>
                  <a:srgbClr val="212121"/>
                </a:solidFill>
                <a:latin typeface="Alibaba PuHuiTi" pitchFamily="18" charset="-122"/>
                <a:ea typeface="Alibaba PuHuiTi" pitchFamily="18" charset="-122"/>
                <a:cs typeface="Alibaba PuHuiTi" pitchFamily="18" charset="-122"/>
              </a:rPr>
              <a:t>form</a:t>
            </a:r>
            <a:endParaRPr kumimoji="1" lang="zh-CN" altLang="en-US" sz="6600" b="1" dirty="0">
              <a:solidFill>
                <a:srgbClr val="212121"/>
              </a:solidFill>
              <a:latin typeface="Alibaba PuHuiTi" pitchFamily="18" charset="-122"/>
              <a:ea typeface="Alibaba PuHuiTi" pitchFamily="18" charset="-122"/>
              <a:cs typeface="Alibaba PuHuiTi" pitchFamily="18" charset="-122"/>
            </a:endParaRPr>
          </a:p>
        </p:txBody>
      </p:sp>
      <p:sp>
        <p:nvSpPr>
          <p:cNvPr id="13" name="文本框 12">
            <a:extLst>
              <a:ext uri="{FF2B5EF4-FFF2-40B4-BE49-F238E27FC236}">
                <a16:creationId xmlns:a16="http://schemas.microsoft.com/office/drawing/2014/main" id="{D8C23D41-4052-8FEF-8BB3-D8A172E0DE91}"/>
              </a:ext>
            </a:extLst>
          </p:cNvPr>
          <p:cNvSpPr txBox="1"/>
          <p:nvPr/>
        </p:nvSpPr>
        <p:spPr>
          <a:xfrm>
            <a:off x="28979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E8CFEB95-9B37-01EE-B3A2-EDE4E60AAE29}"/>
              </a:ext>
            </a:extLst>
          </p:cNvPr>
          <p:cNvSpPr txBox="1"/>
          <p:nvPr/>
        </p:nvSpPr>
        <p:spPr>
          <a:xfrm>
            <a:off x="2993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5" name="直线连接符 14">
            <a:extLst>
              <a:ext uri="{FF2B5EF4-FFF2-40B4-BE49-F238E27FC236}">
                <a16:creationId xmlns:a16="http://schemas.microsoft.com/office/drawing/2014/main" id="{508B9D70-AC35-5643-74F7-65390DF07DE3}"/>
              </a:ext>
            </a:extLst>
          </p:cNvPr>
          <p:cNvCxnSpPr>
            <a:cxnSpLocks/>
          </p:cNvCxnSpPr>
          <p:nvPr/>
        </p:nvCxnSpPr>
        <p:spPr>
          <a:xfrm>
            <a:off x="252208"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id="{3CB2865A-62F9-7FCF-6139-F224A1FA2952}"/>
              </a:ext>
            </a:extLst>
          </p:cNvPr>
          <p:cNvCxnSpPr>
            <a:cxnSpLocks/>
          </p:cNvCxnSpPr>
          <p:nvPr/>
        </p:nvCxnSpPr>
        <p:spPr>
          <a:xfrm>
            <a:off x="19876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C8DF89AC-237C-E588-1E9F-5180012EDFB1}"/>
              </a:ext>
            </a:extLst>
          </p:cNvPr>
          <p:cNvSpPr txBox="1"/>
          <p:nvPr/>
        </p:nvSpPr>
        <p:spPr>
          <a:xfrm>
            <a:off x="3100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8" name="组合 17">
            <a:extLst>
              <a:ext uri="{FF2B5EF4-FFF2-40B4-BE49-F238E27FC236}">
                <a16:creationId xmlns:a16="http://schemas.microsoft.com/office/drawing/2014/main" id="{97AB079B-247B-C403-9AB7-06558E45EAAA}"/>
              </a:ext>
            </a:extLst>
          </p:cNvPr>
          <p:cNvGrpSpPr/>
          <p:nvPr/>
        </p:nvGrpSpPr>
        <p:grpSpPr>
          <a:xfrm>
            <a:off x="2212826" y="287981"/>
            <a:ext cx="356205" cy="355288"/>
            <a:chOff x="2323294" y="287981"/>
            <a:chExt cx="356205" cy="355288"/>
          </a:xfrm>
        </p:grpSpPr>
        <p:sp>
          <p:nvSpPr>
            <p:cNvPr id="19" name="Google Shape;7166;p80">
              <a:extLst>
                <a:ext uri="{FF2B5EF4-FFF2-40B4-BE49-F238E27FC236}">
                  <a16:creationId xmlns:a16="http://schemas.microsoft.com/office/drawing/2014/main" id="{36FB6184-9226-54C0-D1BE-431DAB75C59A}"/>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7;p80">
              <a:extLst>
                <a:ext uri="{FF2B5EF4-FFF2-40B4-BE49-F238E27FC236}">
                  <a16:creationId xmlns:a16="http://schemas.microsoft.com/office/drawing/2014/main" id="{68B1A837-E7FE-3927-0E8B-01FDA0169A3A}"/>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8;p80">
              <a:extLst>
                <a:ext uri="{FF2B5EF4-FFF2-40B4-BE49-F238E27FC236}">
                  <a16:creationId xmlns:a16="http://schemas.microsoft.com/office/drawing/2014/main" id="{AF7A083D-DDB2-78D3-5B68-F5FDBA7FC890}"/>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9;p80">
              <a:extLst>
                <a:ext uri="{FF2B5EF4-FFF2-40B4-BE49-F238E27FC236}">
                  <a16:creationId xmlns:a16="http://schemas.microsoft.com/office/drawing/2014/main" id="{E5AAF89D-A92C-513C-7924-AC9B529115AE}"/>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组合 38">
            <a:extLst>
              <a:ext uri="{FF2B5EF4-FFF2-40B4-BE49-F238E27FC236}">
                <a16:creationId xmlns:a16="http://schemas.microsoft.com/office/drawing/2014/main" id="{3CC2EC16-C5E7-CD1E-F7E5-C535C0F0F431}"/>
              </a:ext>
            </a:extLst>
          </p:cNvPr>
          <p:cNvGrpSpPr/>
          <p:nvPr/>
        </p:nvGrpSpPr>
        <p:grpSpPr>
          <a:xfrm>
            <a:off x="4235116" y="1074822"/>
            <a:ext cx="6599934" cy="5198339"/>
            <a:chOff x="3001044" y="1126817"/>
            <a:chExt cx="6823353" cy="5194469"/>
          </a:xfrm>
        </p:grpSpPr>
        <p:grpSp>
          <p:nvGrpSpPr>
            <p:cNvPr id="23" name="组合 22">
              <a:extLst>
                <a:ext uri="{FF2B5EF4-FFF2-40B4-BE49-F238E27FC236}">
                  <a16:creationId xmlns:a16="http://schemas.microsoft.com/office/drawing/2014/main" id="{06E2D956-090F-399E-6447-C21A85C88759}"/>
                </a:ext>
              </a:extLst>
            </p:cNvPr>
            <p:cNvGrpSpPr/>
            <p:nvPr/>
          </p:nvGrpSpPr>
          <p:grpSpPr>
            <a:xfrm>
              <a:off x="3001044" y="1126817"/>
              <a:ext cx="6823353" cy="5194469"/>
              <a:chOff x="86593" y="1414801"/>
              <a:chExt cx="4382530" cy="3336324"/>
            </a:xfrm>
          </p:grpSpPr>
          <p:sp>
            <p:nvSpPr>
              <p:cNvPr id="27" name="圆角矩形 14">
                <a:extLst>
                  <a:ext uri="{FF2B5EF4-FFF2-40B4-BE49-F238E27FC236}">
                    <a16:creationId xmlns:a16="http://schemas.microsoft.com/office/drawing/2014/main" id="{92FE0348-7B1E-3EED-8703-67D8C1B68519}"/>
                  </a:ext>
                </a:extLst>
              </p:cNvPr>
              <p:cNvSpPr/>
              <p:nvPr/>
            </p:nvSpPr>
            <p:spPr>
              <a:xfrm>
                <a:off x="1837896" y="1414801"/>
                <a:ext cx="2631227" cy="807309"/>
              </a:xfrm>
              <a:custGeom>
                <a:avLst/>
                <a:gdLst>
                  <a:gd name="connsiteX0" fmla="*/ 0 w 2405449"/>
                  <a:gd name="connsiteY0" fmla="*/ 274598 h 807309"/>
                  <a:gd name="connsiteX1" fmla="*/ 274598 w 2405449"/>
                  <a:gd name="connsiteY1" fmla="*/ 0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8" fmla="*/ 0 w 2405449"/>
                  <a:gd name="connsiteY8" fmla="*/ 274598 h 807309"/>
                  <a:gd name="connsiteX0" fmla="*/ 0 w 2405449"/>
                  <a:gd name="connsiteY0" fmla="*/ 532711 h 807309"/>
                  <a:gd name="connsiteX1" fmla="*/ 274598 w 2405449"/>
                  <a:gd name="connsiteY1" fmla="*/ 0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405449"/>
                  <a:gd name="connsiteY0" fmla="*/ 532711 h 807309"/>
                  <a:gd name="connsiteX1" fmla="*/ 562922 w 2405449"/>
                  <a:gd name="connsiteY1" fmla="*/ 8237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405449"/>
                  <a:gd name="connsiteY0" fmla="*/ 615723 h 890321"/>
                  <a:gd name="connsiteX1" fmla="*/ 562922 w 2405449"/>
                  <a:gd name="connsiteY1" fmla="*/ 91249 h 890321"/>
                  <a:gd name="connsiteX2" fmla="*/ 2130851 w 2405449"/>
                  <a:gd name="connsiteY2" fmla="*/ 83012 h 890321"/>
                  <a:gd name="connsiteX3" fmla="*/ 2405449 w 2405449"/>
                  <a:gd name="connsiteY3" fmla="*/ 357610 h 890321"/>
                  <a:gd name="connsiteX4" fmla="*/ 2405449 w 2405449"/>
                  <a:gd name="connsiteY4" fmla="*/ 615723 h 890321"/>
                  <a:gd name="connsiteX5" fmla="*/ 2130851 w 2405449"/>
                  <a:gd name="connsiteY5" fmla="*/ 890321 h 890321"/>
                  <a:gd name="connsiteX6" fmla="*/ 274598 w 2405449"/>
                  <a:gd name="connsiteY6" fmla="*/ 890321 h 890321"/>
                  <a:gd name="connsiteX7" fmla="*/ 0 w 2405449"/>
                  <a:gd name="connsiteY7" fmla="*/ 615723 h 890321"/>
                  <a:gd name="connsiteX0" fmla="*/ 0 w 2405449"/>
                  <a:gd name="connsiteY0" fmla="*/ 552007 h 826605"/>
                  <a:gd name="connsiteX1" fmla="*/ 562922 w 2405449"/>
                  <a:gd name="connsiteY1" fmla="*/ 27533 h 826605"/>
                  <a:gd name="connsiteX2" fmla="*/ 2130851 w 2405449"/>
                  <a:gd name="connsiteY2" fmla="*/ 19296 h 826605"/>
                  <a:gd name="connsiteX3" fmla="*/ 2405449 w 2405449"/>
                  <a:gd name="connsiteY3" fmla="*/ 293894 h 826605"/>
                  <a:gd name="connsiteX4" fmla="*/ 2405449 w 2405449"/>
                  <a:gd name="connsiteY4" fmla="*/ 552007 h 826605"/>
                  <a:gd name="connsiteX5" fmla="*/ 2130851 w 2405449"/>
                  <a:gd name="connsiteY5" fmla="*/ 826605 h 826605"/>
                  <a:gd name="connsiteX6" fmla="*/ 274598 w 2405449"/>
                  <a:gd name="connsiteY6" fmla="*/ 826605 h 826605"/>
                  <a:gd name="connsiteX7" fmla="*/ 0 w 2405449"/>
                  <a:gd name="connsiteY7" fmla="*/ 552007 h 826605"/>
                  <a:gd name="connsiteX0" fmla="*/ 0 w 2405449"/>
                  <a:gd name="connsiteY0" fmla="*/ 532711 h 807309"/>
                  <a:gd name="connsiteX1" fmla="*/ 562922 w 2405449"/>
                  <a:gd name="connsiteY1" fmla="*/ 8237 h 807309"/>
                  <a:gd name="connsiteX2" fmla="*/ 2130851 w 2405449"/>
                  <a:gd name="connsiteY2" fmla="*/ 0 h 807309"/>
                  <a:gd name="connsiteX3" fmla="*/ 2405449 w 2405449"/>
                  <a:gd name="connsiteY3" fmla="*/ 274598 h 807309"/>
                  <a:gd name="connsiteX4" fmla="*/ 2405449 w 2405449"/>
                  <a:gd name="connsiteY4" fmla="*/ 532711 h 807309"/>
                  <a:gd name="connsiteX5" fmla="*/ 2130851 w 2405449"/>
                  <a:gd name="connsiteY5" fmla="*/ 807309 h 807309"/>
                  <a:gd name="connsiteX6" fmla="*/ 274598 w 2405449"/>
                  <a:gd name="connsiteY6" fmla="*/ 807309 h 807309"/>
                  <a:gd name="connsiteX7" fmla="*/ 0 w 2405449"/>
                  <a:gd name="connsiteY7" fmla="*/ 532711 h 807309"/>
                  <a:gd name="connsiteX0" fmla="*/ 0 w 2603005"/>
                  <a:gd name="connsiteY0" fmla="*/ 529770 h 838235"/>
                  <a:gd name="connsiteX1" fmla="*/ 760478 w 2603005"/>
                  <a:gd name="connsiteY1" fmla="*/ 39163 h 838235"/>
                  <a:gd name="connsiteX2" fmla="*/ 2328407 w 2603005"/>
                  <a:gd name="connsiteY2" fmla="*/ 30926 h 838235"/>
                  <a:gd name="connsiteX3" fmla="*/ 2603005 w 2603005"/>
                  <a:gd name="connsiteY3" fmla="*/ 305524 h 838235"/>
                  <a:gd name="connsiteX4" fmla="*/ 2603005 w 2603005"/>
                  <a:gd name="connsiteY4" fmla="*/ 563637 h 838235"/>
                  <a:gd name="connsiteX5" fmla="*/ 2328407 w 2603005"/>
                  <a:gd name="connsiteY5" fmla="*/ 838235 h 838235"/>
                  <a:gd name="connsiteX6" fmla="*/ 472154 w 2603005"/>
                  <a:gd name="connsiteY6" fmla="*/ 838235 h 838235"/>
                  <a:gd name="connsiteX7" fmla="*/ 0 w 2603005"/>
                  <a:gd name="connsiteY7" fmla="*/ 529770 h 838235"/>
                  <a:gd name="connsiteX0" fmla="*/ 0 w 2603005"/>
                  <a:gd name="connsiteY0" fmla="*/ 529770 h 838235"/>
                  <a:gd name="connsiteX1" fmla="*/ 760478 w 2603005"/>
                  <a:gd name="connsiteY1" fmla="*/ 39163 h 838235"/>
                  <a:gd name="connsiteX2" fmla="*/ 2328407 w 2603005"/>
                  <a:gd name="connsiteY2" fmla="*/ 30926 h 838235"/>
                  <a:gd name="connsiteX3" fmla="*/ 2603005 w 2603005"/>
                  <a:gd name="connsiteY3" fmla="*/ 305524 h 838235"/>
                  <a:gd name="connsiteX4" fmla="*/ 2603005 w 2603005"/>
                  <a:gd name="connsiteY4" fmla="*/ 563637 h 838235"/>
                  <a:gd name="connsiteX5" fmla="*/ 2328407 w 2603005"/>
                  <a:gd name="connsiteY5" fmla="*/ 838235 h 838235"/>
                  <a:gd name="connsiteX6" fmla="*/ 472154 w 2603005"/>
                  <a:gd name="connsiteY6" fmla="*/ 838235 h 838235"/>
                  <a:gd name="connsiteX7" fmla="*/ 0 w 2603005"/>
                  <a:gd name="connsiteY7" fmla="*/ 529770 h 838235"/>
                  <a:gd name="connsiteX0" fmla="*/ 0 w 2631227"/>
                  <a:gd name="connsiteY0" fmla="*/ 420678 h 830743"/>
                  <a:gd name="connsiteX1" fmla="*/ 788700 w 2631227"/>
                  <a:gd name="connsiteY1" fmla="*/ 31671 h 830743"/>
                  <a:gd name="connsiteX2" fmla="*/ 2356629 w 2631227"/>
                  <a:gd name="connsiteY2" fmla="*/ 23434 h 830743"/>
                  <a:gd name="connsiteX3" fmla="*/ 2631227 w 2631227"/>
                  <a:gd name="connsiteY3" fmla="*/ 298032 h 830743"/>
                  <a:gd name="connsiteX4" fmla="*/ 2631227 w 2631227"/>
                  <a:gd name="connsiteY4" fmla="*/ 556145 h 830743"/>
                  <a:gd name="connsiteX5" fmla="*/ 2356629 w 2631227"/>
                  <a:gd name="connsiteY5" fmla="*/ 830743 h 830743"/>
                  <a:gd name="connsiteX6" fmla="*/ 500376 w 2631227"/>
                  <a:gd name="connsiteY6" fmla="*/ 830743 h 830743"/>
                  <a:gd name="connsiteX7" fmla="*/ 0 w 2631227"/>
                  <a:gd name="connsiteY7" fmla="*/ 420678 h 830743"/>
                  <a:gd name="connsiteX0" fmla="*/ 0 w 2631227"/>
                  <a:gd name="connsiteY0" fmla="*/ 420678 h 830743"/>
                  <a:gd name="connsiteX1" fmla="*/ 788700 w 2631227"/>
                  <a:gd name="connsiteY1" fmla="*/ 31671 h 830743"/>
                  <a:gd name="connsiteX2" fmla="*/ 2356629 w 2631227"/>
                  <a:gd name="connsiteY2" fmla="*/ 23434 h 830743"/>
                  <a:gd name="connsiteX3" fmla="*/ 2631227 w 2631227"/>
                  <a:gd name="connsiteY3" fmla="*/ 298032 h 830743"/>
                  <a:gd name="connsiteX4" fmla="*/ 2631227 w 2631227"/>
                  <a:gd name="connsiteY4" fmla="*/ 556145 h 830743"/>
                  <a:gd name="connsiteX5" fmla="*/ 2356629 w 2631227"/>
                  <a:gd name="connsiteY5" fmla="*/ 830743 h 830743"/>
                  <a:gd name="connsiteX6" fmla="*/ 500376 w 2631227"/>
                  <a:gd name="connsiteY6" fmla="*/ 830743 h 830743"/>
                  <a:gd name="connsiteX7" fmla="*/ 0 w 2631227"/>
                  <a:gd name="connsiteY7" fmla="*/ 420678 h 830743"/>
                  <a:gd name="connsiteX0" fmla="*/ 0 w 2631227"/>
                  <a:gd name="connsiteY0" fmla="*/ 397245 h 807310"/>
                  <a:gd name="connsiteX1" fmla="*/ 788700 w 2631227"/>
                  <a:gd name="connsiteY1" fmla="*/ 8238 h 807310"/>
                  <a:gd name="connsiteX2" fmla="*/ 2356629 w 2631227"/>
                  <a:gd name="connsiteY2" fmla="*/ 1 h 807310"/>
                  <a:gd name="connsiteX3" fmla="*/ 2631227 w 2631227"/>
                  <a:gd name="connsiteY3" fmla="*/ 274599 h 807310"/>
                  <a:gd name="connsiteX4" fmla="*/ 2631227 w 2631227"/>
                  <a:gd name="connsiteY4" fmla="*/ 532712 h 807310"/>
                  <a:gd name="connsiteX5" fmla="*/ 2356629 w 2631227"/>
                  <a:gd name="connsiteY5" fmla="*/ 807310 h 807310"/>
                  <a:gd name="connsiteX6" fmla="*/ 500376 w 2631227"/>
                  <a:gd name="connsiteY6" fmla="*/ 807310 h 807310"/>
                  <a:gd name="connsiteX7" fmla="*/ 0 w 2631227"/>
                  <a:gd name="connsiteY7" fmla="*/ 397245 h 807310"/>
                  <a:gd name="connsiteX0" fmla="*/ 0 w 2631227"/>
                  <a:gd name="connsiteY0" fmla="*/ 413897 h 823962"/>
                  <a:gd name="connsiteX1" fmla="*/ 788700 w 2631227"/>
                  <a:gd name="connsiteY1" fmla="*/ 2312 h 823962"/>
                  <a:gd name="connsiteX2" fmla="*/ 2356629 w 2631227"/>
                  <a:gd name="connsiteY2" fmla="*/ 16653 h 823962"/>
                  <a:gd name="connsiteX3" fmla="*/ 2631227 w 2631227"/>
                  <a:gd name="connsiteY3" fmla="*/ 291251 h 823962"/>
                  <a:gd name="connsiteX4" fmla="*/ 2631227 w 2631227"/>
                  <a:gd name="connsiteY4" fmla="*/ 549364 h 823962"/>
                  <a:gd name="connsiteX5" fmla="*/ 2356629 w 2631227"/>
                  <a:gd name="connsiteY5" fmla="*/ 823962 h 823962"/>
                  <a:gd name="connsiteX6" fmla="*/ 500376 w 2631227"/>
                  <a:gd name="connsiteY6" fmla="*/ 823962 h 823962"/>
                  <a:gd name="connsiteX7" fmla="*/ 0 w 2631227"/>
                  <a:gd name="connsiteY7" fmla="*/ 413897 h 823962"/>
                  <a:gd name="connsiteX0" fmla="*/ 0 w 2631227"/>
                  <a:gd name="connsiteY0" fmla="*/ 397244 h 807309"/>
                  <a:gd name="connsiteX1" fmla="*/ 771767 w 2631227"/>
                  <a:gd name="connsiteY1" fmla="*/ 53393 h 807309"/>
                  <a:gd name="connsiteX2" fmla="*/ 2356629 w 2631227"/>
                  <a:gd name="connsiteY2" fmla="*/ 0 h 807309"/>
                  <a:gd name="connsiteX3" fmla="*/ 2631227 w 2631227"/>
                  <a:gd name="connsiteY3" fmla="*/ 274598 h 807309"/>
                  <a:gd name="connsiteX4" fmla="*/ 2631227 w 2631227"/>
                  <a:gd name="connsiteY4" fmla="*/ 532711 h 807309"/>
                  <a:gd name="connsiteX5" fmla="*/ 2356629 w 2631227"/>
                  <a:gd name="connsiteY5" fmla="*/ 807309 h 807309"/>
                  <a:gd name="connsiteX6" fmla="*/ 500376 w 2631227"/>
                  <a:gd name="connsiteY6" fmla="*/ 807309 h 807309"/>
                  <a:gd name="connsiteX7" fmla="*/ 0 w 2631227"/>
                  <a:gd name="connsiteY7" fmla="*/ 397244 h 807309"/>
                  <a:gd name="connsiteX0" fmla="*/ 0 w 2631227"/>
                  <a:gd name="connsiteY0" fmla="*/ 397244 h 807309"/>
                  <a:gd name="connsiteX1" fmla="*/ 777411 w 2631227"/>
                  <a:gd name="connsiteY1" fmla="*/ 2593 h 807309"/>
                  <a:gd name="connsiteX2" fmla="*/ 2356629 w 2631227"/>
                  <a:gd name="connsiteY2" fmla="*/ 0 h 807309"/>
                  <a:gd name="connsiteX3" fmla="*/ 2631227 w 2631227"/>
                  <a:gd name="connsiteY3" fmla="*/ 274598 h 807309"/>
                  <a:gd name="connsiteX4" fmla="*/ 2631227 w 2631227"/>
                  <a:gd name="connsiteY4" fmla="*/ 532711 h 807309"/>
                  <a:gd name="connsiteX5" fmla="*/ 2356629 w 2631227"/>
                  <a:gd name="connsiteY5" fmla="*/ 807309 h 807309"/>
                  <a:gd name="connsiteX6" fmla="*/ 500376 w 2631227"/>
                  <a:gd name="connsiteY6" fmla="*/ 807309 h 807309"/>
                  <a:gd name="connsiteX7" fmla="*/ 0 w 2631227"/>
                  <a:gd name="connsiteY7" fmla="*/ 397244 h 80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227" h="807309">
                    <a:moveTo>
                      <a:pt x="0" y="397244"/>
                    </a:moveTo>
                    <a:cubicBezTo>
                      <a:pt x="695642" y="386109"/>
                      <a:pt x="390284" y="12355"/>
                      <a:pt x="777411" y="2593"/>
                    </a:cubicBezTo>
                    <a:lnTo>
                      <a:pt x="2356629" y="0"/>
                    </a:lnTo>
                    <a:cubicBezTo>
                      <a:pt x="2508285" y="0"/>
                      <a:pt x="2631227" y="122942"/>
                      <a:pt x="2631227" y="274598"/>
                    </a:cubicBezTo>
                    <a:lnTo>
                      <a:pt x="2631227" y="532711"/>
                    </a:lnTo>
                    <a:cubicBezTo>
                      <a:pt x="2631227" y="684367"/>
                      <a:pt x="2508285" y="807309"/>
                      <a:pt x="2356629" y="807309"/>
                    </a:cubicBezTo>
                    <a:lnTo>
                      <a:pt x="500376" y="807309"/>
                    </a:lnTo>
                    <a:cubicBezTo>
                      <a:pt x="348720" y="807309"/>
                      <a:pt x="0" y="548900"/>
                      <a:pt x="0" y="397244"/>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圆角矩形 28">
                <a:extLst>
                  <a:ext uri="{FF2B5EF4-FFF2-40B4-BE49-F238E27FC236}">
                    <a16:creationId xmlns:a16="http://schemas.microsoft.com/office/drawing/2014/main" id="{E7503F8A-EF1A-80D5-12B7-816B90824CD1}"/>
                  </a:ext>
                </a:extLst>
              </p:cNvPr>
              <p:cNvSpPr/>
              <p:nvPr/>
            </p:nvSpPr>
            <p:spPr>
              <a:xfrm>
                <a:off x="86593" y="1810217"/>
                <a:ext cx="4382530" cy="2940908"/>
              </a:xfrm>
              <a:prstGeom prst="roundRect">
                <a:avLst>
                  <a:gd name="adj" fmla="val 7984"/>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0" name="文本框 29">
              <a:extLst>
                <a:ext uri="{FF2B5EF4-FFF2-40B4-BE49-F238E27FC236}">
                  <a16:creationId xmlns:a16="http://schemas.microsoft.com/office/drawing/2014/main" id="{1937C098-64A5-0F6F-C3C4-63068919C1A7}"/>
                </a:ext>
              </a:extLst>
            </p:cNvPr>
            <p:cNvSpPr txBox="1"/>
            <p:nvPr/>
          </p:nvSpPr>
          <p:spPr>
            <a:xfrm>
              <a:off x="7597821" y="1270196"/>
              <a:ext cx="1402948" cy="400110"/>
            </a:xfrm>
            <a:prstGeom prst="rect">
              <a:avLst/>
            </a:prstGeom>
            <a:noFill/>
          </p:spPr>
          <p:txBody>
            <a:bodyPr wrap="none" rtlCol="0">
              <a:spAutoFit/>
            </a:bodyPr>
            <a:lstStyle/>
            <a:p>
              <a:pPr algn="l"/>
              <a:r>
                <a:rPr kumimoji="1" lang="en-US" altLang="zh-CN" sz="2000" dirty="0">
                  <a:solidFill>
                    <a:schemeClr val="bg1"/>
                  </a:solidFill>
                  <a:latin typeface="Alibaba PuHuiTi" pitchFamily="18" charset="-122"/>
                  <a:ea typeface="Alibaba PuHuiTi" pitchFamily="18" charset="-122"/>
                  <a:cs typeface="Alibaba PuHuiTi" pitchFamily="18" charset="-122"/>
                </a:rPr>
                <a:t>2023.8.21</a:t>
              </a:r>
              <a:endParaRPr kumimoji="1" lang="zh-CN" altLang="en-US" sz="2000" dirty="0">
                <a:solidFill>
                  <a:schemeClr val="bg1"/>
                </a:solidFill>
                <a:latin typeface="Alibaba PuHuiTi" pitchFamily="18" charset="-122"/>
                <a:ea typeface="Alibaba PuHuiTi" pitchFamily="18" charset="-122"/>
                <a:cs typeface="Alibaba PuHuiTi" pitchFamily="18" charset="-122"/>
              </a:endParaRPr>
            </a:p>
          </p:txBody>
        </p:sp>
        <p:sp>
          <p:nvSpPr>
            <p:cNvPr id="34" name="圆角矩形 33">
              <a:extLst>
                <a:ext uri="{FF2B5EF4-FFF2-40B4-BE49-F238E27FC236}">
                  <a16:creationId xmlns:a16="http://schemas.microsoft.com/office/drawing/2014/main" id="{3B5315E0-E7A3-00C4-732F-81BCA0A5EBBE}"/>
                </a:ext>
              </a:extLst>
            </p:cNvPr>
            <p:cNvSpPr/>
            <p:nvPr/>
          </p:nvSpPr>
          <p:spPr>
            <a:xfrm>
              <a:off x="3282225" y="4387538"/>
              <a:ext cx="2530548" cy="659219"/>
            </a:xfrm>
            <a:prstGeom prst="roundRect">
              <a:avLst>
                <a:gd name="adj" fmla="val 50000"/>
              </a:avLst>
            </a:prstGeom>
            <a:solidFill>
              <a:schemeClr val="bg1">
                <a:alpha val="27989"/>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圆角矩形 35">
              <a:extLst>
                <a:ext uri="{FF2B5EF4-FFF2-40B4-BE49-F238E27FC236}">
                  <a16:creationId xmlns:a16="http://schemas.microsoft.com/office/drawing/2014/main" id="{7BA1B57C-79F7-D059-E2E7-BB770DAA50D3}"/>
                </a:ext>
              </a:extLst>
            </p:cNvPr>
            <p:cNvSpPr/>
            <p:nvPr/>
          </p:nvSpPr>
          <p:spPr>
            <a:xfrm>
              <a:off x="3282225" y="5214860"/>
              <a:ext cx="4295552" cy="659219"/>
            </a:xfrm>
            <a:prstGeom prst="roundRect">
              <a:avLst>
                <a:gd name="adj" fmla="val 50000"/>
              </a:avLst>
            </a:prstGeom>
            <a:solidFill>
              <a:schemeClr val="bg1">
                <a:alpha val="27989"/>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文本框 36">
              <a:extLst>
                <a:ext uri="{FF2B5EF4-FFF2-40B4-BE49-F238E27FC236}">
                  <a16:creationId xmlns:a16="http://schemas.microsoft.com/office/drawing/2014/main" id="{8B7FBC09-D790-5C0D-9C70-9254BC32FAA6}"/>
                </a:ext>
              </a:extLst>
            </p:cNvPr>
            <p:cNvSpPr txBox="1"/>
            <p:nvPr/>
          </p:nvSpPr>
          <p:spPr>
            <a:xfrm>
              <a:off x="3602764" y="5329111"/>
              <a:ext cx="3762362" cy="523220"/>
            </a:xfrm>
            <a:prstGeom prst="rect">
              <a:avLst/>
            </a:prstGeom>
            <a:noFill/>
          </p:spPr>
          <p:txBody>
            <a:bodyPr wrap="square" rtlCol="0">
              <a:spAutoFit/>
            </a:bodyPr>
            <a:lstStyle/>
            <a:p>
              <a:pPr algn="l"/>
              <a:r>
                <a:rPr kumimoji="1" lang="en" altLang="zh-CN" sz="2800" b="1" dirty="0">
                  <a:solidFill>
                    <a:schemeClr val="bg1"/>
                  </a:solidFill>
                  <a:latin typeface="Alibaba PuHuiTi Light" pitchFamily="18" charset="-122"/>
                  <a:ea typeface="Alibaba PuHuiTi Light" pitchFamily="18" charset="-122"/>
                  <a:cs typeface="Alibaba PuHuiTi Light" pitchFamily="18" charset="-122"/>
                </a:rPr>
                <a:t>Important headlines</a:t>
              </a:r>
              <a:endParaRPr kumimoji="1" lang="zh-CN" altLang="en-US" sz="2800" b="1" dirty="0">
                <a:solidFill>
                  <a:schemeClr val="bg1"/>
                </a:solidFill>
                <a:latin typeface="Alibaba PuHuiTi Light" pitchFamily="18" charset="-122"/>
                <a:ea typeface="Alibaba PuHuiTi Light" pitchFamily="18" charset="-122"/>
                <a:cs typeface="Alibaba PuHuiTi Light" pitchFamily="18" charset="-122"/>
              </a:endParaRPr>
            </a:p>
          </p:txBody>
        </p:sp>
        <p:sp>
          <p:nvSpPr>
            <p:cNvPr id="38" name="文本框 37">
              <a:extLst>
                <a:ext uri="{FF2B5EF4-FFF2-40B4-BE49-F238E27FC236}">
                  <a16:creationId xmlns:a16="http://schemas.microsoft.com/office/drawing/2014/main" id="{528BA444-145E-CC35-81CA-F74BF95D9D9E}"/>
                </a:ext>
              </a:extLst>
            </p:cNvPr>
            <p:cNvSpPr txBox="1"/>
            <p:nvPr/>
          </p:nvSpPr>
          <p:spPr>
            <a:xfrm>
              <a:off x="3496149" y="4489940"/>
              <a:ext cx="2002471" cy="461665"/>
            </a:xfrm>
            <a:prstGeom prst="rect">
              <a:avLst/>
            </a:prstGeom>
            <a:noFill/>
          </p:spPr>
          <p:txBody>
            <a:bodyPr wrap="none" rtlCol="0">
              <a:spAutoFit/>
            </a:bodyPr>
            <a:lstStyle/>
            <a:p>
              <a:pPr algn="l"/>
              <a:r>
                <a:rPr kumimoji="1" lang="zh-CN" altLang="en-US" sz="2400" dirty="0">
                  <a:solidFill>
                    <a:schemeClr val="bg1"/>
                  </a:solidFill>
                  <a:latin typeface="Alibaba PuHuiTi" pitchFamily="18" charset="-122"/>
                  <a:ea typeface="Alibaba PuHuiTi" pitchFamily="18" charset="-122"/>
                  <a:cs typeface="Alibaba PuHuiTi" pitchFamily="18" charset="-122"/>
                </a:rPr>
                <a:t>有脑子皮皮踢</a:t>
              </a:r>
            </a:p>
          </p:txBody>
        </p:sp>
      </p:grpSp>
    </p:spTree>
    <p:extLst>
      <p:ext uri="{BB962C8B-B14F-4D97-AF65-F5344CB8AC3E}">
        <p14:creationId xmlns:p14="http://schemas.microsoft.com/office/powerpoint/2010/main" val="279145211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 name="圆角矩形 466">
            <a:extLst>
              <a:ext uri="{FF2B5EF4-FFF2-40B4-BE49-F238E27FC236}">
                <a16:creationId xmlns:a16="http://schemas.microsoft.com/office/drawing/2014/main" id="{7C7680D2-41A9-CA9B-170C-4E10ED55B219}"/>
              </a:ext>
            </a:extLst>
          </p:cNvPr>
          <p:cNvSpPr/>
          <p:nvPr/>
        </p:nvSpPr>
        <p:spPr>
          <a:xfrm>
            <a:off x="2252134" y="5418665"/>
            <a:ext cx="4724400" cy="694267"/>
          </a:xfrm>
          <a:prstGeom prst="roundRect">
            <a:avLst/>
          </a:prstGeom>
          <a:solidFill>
            <a:srgbClr val="C00000">
              <a:alpha val="1797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矩形 28">
            <a:extLst>
              <a:ext uri="{FF2B5EF4-FFF2-40B4-BE49-F238E27FC236}">
                <a16:creationId xmlns:a16="http://schemas.microsoft.com/office/drawing/2014/main" id="{DF267237-A38D-B6DE-31CB-75C04E82B85E}"/>
              </a:ext>
            </a:extLst>
          </p:cNvPr>
          <p:cNvSpPr/>
          <p:nvPr/>
        </p:nvSpPr>
        <p:spPr>
          <a:xfrm>
            <a:off x="3551866" y="4351703"/>
            <a:ext cx="3413051" cy="786809"/>
          </a:xfrm>
          <a:prstGeom prst="rect">
            <a:avLst/>
          </a:prstGeom>
          <a:solidFill>
            <a:schemeClr val="bg1"/>
          </a:solidFill>
          <a:ln w="158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矩形 27">
            <a:extLst>
              <a:ext uri="{FF2B5EF4-FFF2-40B4-BE49-F238E27FC236}">
                <a16:creationId xmlns:a16="http://schemas.microsoft.com/office/drawing/2014/main" id="{2BA77713-4548-8464-8A9A-9B8D3D031C6B}"/>
              </a:ext>
            </a:extLst>
          </p:cNvPr>
          <p:cNvSpPr/>
          <p:nvPr/>
        </p:nvSpPr>
        <p:spPr>
          <a:xfrm>
            <a:off x="3551866" y="3361103"/>
            <a:ext cx="3413051" cy="786809"/>
          </a:xfrm>
          <a:prstGeom prst="rect">
            <a:avLst/>
          </a:prstGeom>
          <a:solidFill>
            <a:schemeClr val="bg1"/>
          </a:solidFill>
          <a:ln w="158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7" name="矩形 26">
            <a:extLst>
              <a:ext uri="{FF2B5EF4-FFF2-40B4-BE49-F238E27FC236}">
                <a16:creationId xmlns:a16="http://schemas.microsoft.com/office/drawing/2014/main" id="{2A4AE742-86B8-8C38-F13F-D377E0F0194F}"/>
              </a:ext>
            </a:extLst>
          </p:cNvPr>
          <p:cNvSpPr/>
          <p:nvPr/>
        </p:nvSpPr>
        <p:spPr>
          <a:xfrm>
            <a:off x="3551866" y="2382664"/>
            <a:ext cx="3413051" cy="786809"/>
          </a:xfrm>
          <a:prstGeom prst="rect">
            <a:avLst/>
          </a:prstGeom>
          <a:solidFill>
            <a:schemeClr val="bg1"/>
          </a:solidFill>
          <a:ln w="15875">
            <a:solidFill>
              <a:srgbClr val="4F66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矩形 25">
            <a:extLst>
              <a:ext uri="{FF2B5EF4-FFF2-40B4-BE49-F238E27FC236}">
                <a16:creationId xmlns:a16="http://schemas.microsoft.com/office/drawing/2014/main" id="{31C23F67-77AB-FDE6-F18D-5052ADC02A4F}"/>
              </a:ext>
            </a:extLst>
          </p:cNvPr>
          <p:cNvSpPr/>
          <p:nvPr/>
        </p:nvSpPr>
        <p:spPr>
          <a:xfrm>
            <a:off x="3543399" y="1387386"/>
            <a:ext cx="3413051" cy="776537"/>
          </a:xfrm>
          <a:prstGeom prst="rect">
            <a:avLst/>
          </a:prstGeom>
          <a:solidFill>
            <a:schemeClr val="bg1"/>
          </a:solidFill>
          <a:ln w="15875">
            <a:solidFill>
              <a:srgbClr val="4F66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23" name="梯形 15">
            <a:extLst>
              <a:ext uri="{FF2B5EF4-FFF2-40B4-BE49-F238E27FC236}">
                <a16:creationId xmlns:a16="http://schemas.microsoft.com/office/drawing/2014/main" id="{887A9990-DA6B-DF53-F77D-C3EB8AF1141C}"/>
              </a:ext>
            </a:extLst>
          </p:cNvPr>
          <p:cNvSpPr/>
          <p:nvPr/>
        </p:nvSpPr>
        <p:spPr>
          <a:xfrm rot="15993112">
            <a:off x="1867797" y="3426592"/>
            <a:ext cx="1755469" cy="1737709"/>
          </a:xfrm>
          <a:custGeom>
            <a:avLst/>
            <a:gdLst>
              <a:gd name="connsiteX0" fmla="*/ 0 w 1763051"/>
              <a:gd name="connsiteY0" fmla="*/ 2631440 h 2631440"/>
              <a:gd name="connsiteX1" fmla="*/ 440763 w 1763051"/>
              <a:gd name="connsiteY1" fmla="*/ 0 h 2631440"/>
              <a:gd name="connsiteX2" fmla="*/ 1322288 w 1763051"/>
              <a:gd name="connsiteY2" fmla="*/ 0 h 2631440"/>
              <a:gd name="connsiteX3" fmla="*/ 1763051 w 1763051"/>
              <a:gd name="connsiteY3" fmla="*/ 2631440 h 2631440"/>
              <a:gd name="connsiteX4" fmla="*/ 0 w 1763051"/>
              <a:gd name="connsiteY4" fmla="*/ 2631440 h 2631440"/>
              <a:gd name="connsiteX0" fmla="*/ 0 w 2250105"/>
              <a:gd name="connsiteY0" fmla="*/ 2631440 h 2631440"/>
              <a:gd name="connsiteX1" fmla="*/ 440763 w 2250105"/>
              <a:gd name="connsiteY1" fmla="*/ 0 h 2631440"/>
              <a:gd name="connsiteX2" fmla="*/ 1322288 w 2250105"/>
              <a:gd name="connsiteY2" fmla="*/ 0 h 2631440"/>
              <a:gd name="connsiteX3" fmla="*/ 2250105 w 2250105"/>
              <a:gd name="connsiteY3" fmla="*/ 1642944 h 2631440"/>
              <a:gd name="connsiteX4" fmla="*/ 0 w 2250105"/>
              <a:gd name="connsiteY4" fmla="*/ 2631440 h 2631440"/>
              <a:gd name="connsiteX0" fmla="*/ 0 w 2863854"/>
              <a:gd name="connsiteY0" fmla="*/ 2631440 h 2631440"/>
              <a:gd name="connsiteX1" fmla="*/ 440763 w 2863854"/>
              <a:gd name="connsiteY1" fmla="*/ 0 h 2631440"/>
              <a:gd name="connsiteX2" fmla="*/ 1322288 w 2863854"/>
              <a:gd name="connsiteY2" fmla="*/ 0 h 2631440"/>
              <a:gd name="connsiteX3" fmla="*/ 2863854 w 2863854"/>
              <a:gd name="connsiteY3" fmla="*/ 1761352 h 2631440"/>
              <a:gd name="connsiteX4" fmla="*/ 0 w 2863854"/>
              <a:gd name="connsiteY4" fmla="*/ 2631440 h 2631440"/>
              <a:gd name="connsiteX0" fmla="*/ 1497270 w 2423091"/>
              <a:gd name="connsiteY0" fmla="*/ 2056081 h 2056081"/>
              <a:gd name="connsiteX1" fmla="*/ 0 w 2423091"/>
              <a:gd name="connsiteY1" fmla="*/ 0 h 2056081"/>
              <a:gd name="connsiteX2" fmla="*/ 881525 w 2423091"/>
              <a:gd name="connsiteY2" fmla="*/ 0 h 2056081"/>
              <a:gd name="connsiteX3" fmla="*/ 2423091 w 2423091"/>
              <a:gd name="connsiteY3" fmla="*/ 1761352 h 2056081"/>
              <a:gd name="connsiteX4" fmla="*/ 1497270 w 2423091"/>
              <a:gd name="connsiteY4" fmla="*/ 2056081 h 2056081"/>
              <a:gd name="connsiteX0" fmla="*/ 1453037 w 2378858"/>
              <a:gd name="connsiteY0" fmla="*/ 2114486 h 2114486"/>
              <a:gd name="connsiteX1" fmla="*/ 0 w 2378858"/>
              <a:gd name="connsiteY1" fmla="*/ 0 h 2114486"/>
              <a:gd name="connsiteX2" fmla="*/ 837292 w 2378858"/>
              <a:gd name="connsiteY2" fmla="*/ 58405 h 2114486"/>
              <a:gd name="connsiteX3" fmla="*/ 2378858 w 2378858"/>
              <a:gd name="connsiteY3" fmla="*/ 1819757 h 2114486"/>
              <a:gd name="connsiteX4" fmla="*/ 1453037 w 2378858"/>
              <a:gd name="connsiteY4" fmla="*/ 2114486 h 2114486"/>
              <a:gd name="connsiteX0" fmla="*/ 1453037 w 2589692"/>
              <a:gd name="connsiteY0" fmla="*/ 2114486 h 2114486"/>
              <a:gd name="connsiteX1" fmla="*/ 0 w 2589692"/>
              <a:gd name="connsiteY1" fmla="*/ 0 h 2114486"/>
              <a:gd name="connsiteX2" fmla="*/ 837292 w 2589692"/>
              <a:gd name="connsiteY2" fmla="*/ 58405 h 2114486"/>
              <a:gd name="connsiteX3" fmla="*/ 2589692 w 2589692"/>
              <a:gd name="connsiteY3" fmla="*/ 1646386 h 2114486"/>
              <a:gd name="connsiteX4" fmla="*/ 1453037 w 2589692"/>
              <a:gd name="connsiteY4" fmla="*/ 2114486 h 2114486"/>
              <a:gd name="connsiteX0" fmla="*/ 845290 w 2589692"/>
              <a:gd name="connsiteY0" fmla="*/ 1748657 h 1748657"/>
              <a:gd name="connsiteX1" fmla="*/ 0 w 2589692"/>
              <a:gd name="connsiteY1" fmla="*/ 0 h 1748657"/>
              <a:gd name="connsiteX2" fmla="*/ 837292 w 2589692"/>
              <a:gd name="connsiteY2" fmla="*/ 58405 h 1748657"/>
              <a:gd name="connsiteX3" fmla="*/ 2589692 w 2589692"/>
              <a:gd name="connsiteY3" fmla="*/ 1646386 h 1748657"/>
              <a:gd name="connsiteX4" fmla="*/ 845290 w 2589692"/>
              <a:gd name="connsiteY4" fmla="*/ 1748657 h 1748657"/>
              <a:gd name="connsiteX0" fmla="*/ 845290 w 2597739"/>
              <a:gd name="connsiteY0" fmla="*/ 1748657 h 1826305"/>
              <a:gd name="connsiteX1" fmla="*/ 0 w 2597739"/>
              <a:gd name="connsiteY1" fmla="*/ 0 h 1826305"/>
              <a:gd name="connsiteX2" fmla="*/ 837292 w 2597739"/>
              <a:gd name="connsiteY2" fmla="*/ 58405 h 1826305"/>
              <a:gd name="connsiteX3" fmla="*/ 2597739 w 2597739"/>
              <a:gd name="connsiteY3" fmla="*/ 1826305 h 1826305"/>
              <a:gd name="connsiteX4" fmla="*/ 845290 w 2597739"/>
              <a:gd name="connsiteY4" fmla="*/ 1748657 h 1826305"/>
              <a:gd name="connsiteX0" fmla="*/ 845290 w 1892008"/>
              <a:gd name="connsiteY0" fmla="*/ 1748657 h 1783782"/>
              <a:gd name="connsiteX1" fmla="*/ 0 w 1892008"/>
              <a:gd name="connsiteY1" fmla="*/ 0 h 1783782"/>
              <a:gd name="connsiteX2" fmla="*/ 837292 w 1892008"/>
              <a:gd name="connsiteY2" fmla="*/ 58405 h 1783782"/>
              <a:gd name="connsiteX3" fmla="*/ 1892008 w 1892008"/>
              <a:gd name="connsiteY3" fmla="*/ 1783782 h 1783782"/>
              <a:gd name="connsiteX4" fmla="*/ 845290 w 1892008"/>
              <a:gd name="connsiteY4" fmla="*/ 1748657 h 1783782"/>
              <a:gd name="connsiteX0" fmla="*/ 845290 w 1760839"/>
              <a:gd name="connsiteY0" fmla="*/ 1748657 h 1766434"/>
              <a:gd name="connsiteX1" fmla="*/ 0 w 1760839"/>
              <a:gd name="connsiteY1" fmla="*/ 0 h 1766434"/>
              <a:gd name="connsiteX2" fmla="*/ 837292 w 1760839"/>
              <a:gd name="connsiteY2" fmla="*/ 58405 h 1766434"/>
              <a:gd name="connsiteX3" fmla="*/ 1760839 w 1760839"/>
              <a:gd name="connsiteY3" fmla="*/ 1766434 h 1766434"/>
              <a:gd name="connsiteX4" fmla="*/ 845290 w 1760839"/>
              <a:gd name="connsiteY4" fmla="*/ 1748657 h 1766434"/>
              <a:gd name="connsiteX0" fmla="*/ 0 w 1761859"/>
              <a:gd name="connsiteY0" fmla="*/ 1688221 h 1766434"/>
              <a:gd name="connsiteX1" fmla="*/ 1020 w 1761859"/>
              <a:gd name="connsiteY1" fmla="*/ 0 h 1766434"/>
              <a:gd name="connsiteX2" fmla="*/ 838312 w 1761859"/>
              <a:gd name="connsiteY2" fmla="*/ 58405 h 1766434"/>
              <a:gd name="connsiteX3" fmla="*/ 1761859 w 1761859"/>
              <a:gd name="connsiteY3" fmla="*/ 1766434 h 1766434"/>
              <a:gd name="connsiteX4" fmla="*/ 0 w 1761859"/>
              <a:gd name="connsiteY4" fmla="*/ 1688221 h 1766434"/>
              <a:gd name="connsiteX0" fmla="*/ 0 w 1761859"/>
              <a:gd name="connsiteY0" fmla="*/ 1688221 h 1766434"/>
              <a:gd name="connsiteX1" fmla="*/ 1020 w 1761859"/>
              <a:gd name="connsiteY1" fmla="*/ 0 h 1766434"/>
              <a:gd name="connsiteX2" fmla="*/ 1099254 w 1761859"/>
              <a:gd name="connsiteY2" fmla="*/ 88330 h 1766434"/>
              <a:gd name="connsiteX3" fmla="*/ 1761859 w 1761859"/>
              <a:gd name="connsiteY3" fmla="*/ 1766434 h 1766434"/>
              <a:gd name="connsiteX4" fmla="*/ 0 w 1761859"/>
              <a:gd name="connsiteY4" fmla="*/ 1688221 h 1766434"/>
              <a:gd name="connsiteX0" fmla="*/ 259 w 1762118"/>
              <a:gd name="connsiteY0" fmla="*/ 1666994 h 1745207"/>
              <a:gd name="connsiteX1" fmla="*/ 0 w 1762118"/>
              <a:gd name="connsiteY1" fmla="*/ 0 h 1745207"/>
              <a:gd name="connsiteX2" fmla="*/ 1099513 w 1762118"/>
              <a:gd name="connsiteY2" fmla="*/ 67103 h 1745207"/>
              <a:gd name="connsiteX3" fmla="*/ 1762118 w 1762118"/>
              <a:gd name="connsiteY3" fmla="*/ 1745207 h 1745207"/>
              <a:gd name="connsiteX4" fmla="*/ 259 w 1762118"/>
              <a:gd name="connsiteY4" fmla="*/ 1666994 h 1745207"/>
              <a:gd name="connsiteX0" fmla="*/ 259 w 1740891"/>
              <a:gd name="connsiteY0" fmla="*/ 1666994 h 1743928"/>
              <a:gd name="connsiteX1" fmla="*/ 0 w 1740891"/>
              <a:gd name="connsiteY1" fmla="*/ 0 h 1743928"/>
              <a:gd name="connsiteX2" fmla="*/ 1099513 w 1740891"/>
              <a:gd name="connsiteY2" fmla="*/ 67103 h 1743928"/>
              <a:gd name="connsiteX3" fmla="*/ 1740891 w 1740891"/>
              <a:gd name="connsiteY3" fmla="*/ 1743928 h 1743928"/>
              <a:gd name="connsiteX4" fmla="*/ 259 w 1740891"/>
              <a:gd name="connsiteY4" fmla="*/ 1666994 h 1743928"/>
              <a:gd name="connsiteX0" fmla="*/ 1 w 1740633"/>
              <a:gd name="connsiteY0" fmla="*/ 1599891 h 1676825"/>
              <a:gd name="connsiteX1" fmla="*/ 58814 w 1740633"/>
              <a:gd name="connsiteY1" fmla="*/ 248910 h 1676825"/>
              <a:gd name="connsiteX2" fmla="*/ 1099255 w 1740633"/>
              <a:gd name="connsiteY2" fmla="*/ 0 h 1676825"/>
              <a:gd name="connsiteX3" fmla="*/ 1740633 w 1740633"/>
              <a:gd name="connsiteY3" fmla="*/ 1676825 h 1676825"/>
              <a:gd name="connsiteX4" fmla="*/ 1 w 1740633"/>
              <a:gd name="connsiteY4" fmla="*/ 1599891 h 1676825"/>
              <a:gd name="connsiteX0" fmla="*/ 14837 w 1755469"/>
              <a:gd name="connsiteY0" fmla="*/ 1660775 h 1737709"/>
              <a:gd name="connsiteX1" fmla="*/ 0 w 1755469"/>
              <a:gd name="connsiteY1" fmla="*/ 0 h 1737709"/>
              <a:gd name="connsiteX2" fmla="*/ 1114091 w 1755469"/>
              <a:gd name="connsiteY2" fmla="*/ 60884 h 1737709"/>
              <a:gd name="connsiteX3" fmla="*/ 1755469 w 1755469"/>
              <a:gd name="connsiteY3" fmla="*/ 1737709 h 1737709"/>
              <a:gd name="connsiteX4" fmla="*/ 14837 w 1755469"/>
              <a:gd name="connsiteY4" fmla="*/ 1660775 h 17377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469" h="1737709">
                <a:moveTo>
                  <a:pt x="14837" y="1660775"/>
                </a:moveTo>
                <a:cubicBezTo>
                  <a:pt x="14751" y="1105110"/>
                  <a:pt x="86" y="555665"/>
                  <a:pt x="0" y="0"/>
                </a:cubicBezTo>
                <a:lnTo>
                  <a:pt x="1114091" y="60884"/>
                </a:lnTo>
                <a:lnTo>
                  <a:pt x="1755469" y="1737709"/>
                </a:lnTo>
                <a:lnTo>
                  <a:pt x="14837" y="1660775"/>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矩形 12">
            <a:extLst>
              <a:ext uri="{FF2B5EF4-FFF2-40B4-BE49-F238E27FC236}">
                <a16:creationId xmlns:a16="http://schemas.microsoft.com/office/drawing/2014/main" id="{4D56A14B-10AB-0F00-91EA-C3210D44B88B}"/>
              </a:ext>
            </a:extLst>
          </p:cNvPr>
          <p:cNvSpPr/>
          <p:nvPr/>
        </p:nvSpPr>
        <p:spPr>
          <a:xfrm>
            <a:off x="502487" y="3244427"/>
            <a:ext cx="1434687" cy="812800"/>
          </a:xfrm>
          <a:prstGeom prst="rect">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9AB7A5E5-9676-C477-9141-A61F1ED28BDC}"/>
              </a:ext>
            </a:extLst>
          </p:cNvPr>
          <p:cNvSpPr/>
          <p:nvPr/>
        </p:nvSpPr>
        <p:spPr>
          <a:xfrm>
            <a:off x="502487" y="4099003"/>
            <a:ext cx="1434687" cy="112662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矩形 14">
            <a:extLst>
              <a:ext uri="{FF2B5EF4-FFF2-40B4-BE49-F238E27FC236}">
                <a16:creationId xmlns:a16="http://schemas.microsoft.com/office/drawing/2014/main" id="{0589405E-548C-CF9A-0055-A480255CA70F}"/>
              </a:ext>
            </a:extLst>
          </p:cNvPr>
          <p:cNvSpPr/>
          <p:nvPr/>
        </p:nvSpPr>
        <p:spPr>
          <a:xfrm>
            <a:off x="502487" y="5271451"/>
            <a:ext cx="1434687" cy="85841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梯形 15">
            <a:extLst>
              <a:ext uri="{FF2B5EF4-FFF2-40B4-BE49-F238E27FC236}">
                <a16:creationId xmlns:a16="http://schemas.microsoft.com/office/drawing/2014/main" id="{D7F808C8-496C-4921-A78E-6D03C3E47A67}"/>
              </a:ext>
            </a:extLst>
          </p:cNvPr>
          <p:cNvSpPr/>
          <p:nvPr/>
        </p:nvSpPr>
        <p:spPr>
          <a:xfrm rot="15993112">
            <a:off x="1479057" y="1825158"/>
            <a:ext cx="2561233" cy="1805217"/>
          </a:xfrm>
          <a:custGeom>
            <a:avLst/>
            <a:gdLst>
              <a:gd name="connsiteX0" fmla="*/ 0 w 1763051"/>
              <a:gd name="connsiteY0" fmla="*/ 2631440 h 2631440"/>
              <a:gd name="connsiteX1" fmla="*/ 440763 w 1763051"/>
              <a:gd name="connsiteY1" fmla="*/ 0 h 2631440"/>
              <a:gd name="connsiteX2" fmla="*/ 1322288 w 1763051"/>
              <a:gd name="connsiteY2" fmla="*/ 0 h 2631440"/>
              <a:gd name="connsiteX3" fmla="*/ 1763051 w 1763051"/>
              <a:gd name="connsiteY3" fmla="*/ 2631440 h 2631440"/>
              <a:gd name="connsiteX4" fmla="*/ 0 w 1763051"/>
              <a:gd name="connsiteY4" fmla="*/ 2631440 h 2631440"/>
              <a:gd name="connsiteX0" fmla="*/ 0 w 2250105"/>
              <a:gd name="connsiteY0" fmla="*/ 2631440 h 2631440"/>
              <a:gd name="connsiteX1" fmla="*/ 440763 w 2250105"/>
              <a:gd name="connsiteY1" fmla="*/ 0 h 2631440"/>
              <a:gd name="connsiteX2" fmla="*/ 1322288 w 2250105"/>
              <a:gd name="connsiteY2" fmla="*/ 0 h 2631440"/>
              <a:gd name="connsiteX3" fmla="*/ 2250105 w 2250105"/>
              <a:gd name="connsiteY3" fmla="*/ 1642944 h 2631440"/>
              <a:gd name="connsiteX4" fmla="*/ 0 w 2250105"/>
              <a:gd name="connsiteY4" fmla="*/ 2631440 h 2631440"/>
              <a:gd name="connsiteX0" fmla="*/ 0 w 2863854"/>
              <a:gd name="connsiteY0" fmla="*/ 2631440 h 2631440"/>
              <a:gd name="connsiteX1" fmla="*/ 440763 w 2863854"/>
              <a:gd name="connsiteY1" fmla="*/ 0 h 2631440"/>
              <a:gd name="connsiteX2" fmla="*/ 1322288 w 2863854"/>
              <a:gd name="connsiteY2" fmla="*/ 0 h 2631440"/>
              <a:gd name="connsiteX3" fmla="*/ 2863854 w 2863854"/>
              <a:gd name="connsiteY3" fmla="*/ 1761352 h 2631440"/>
              <a:gd name="connsiteX4" fmla="*/ 0 w 2863854"/>
              <a:gd name="connsiteY4" fmla="*/ 2631440 h 2631440"/>
              <a:gd name="connsiteX0" fmla="*/ 1497270 w 2423091"/>
              <a:gd name="connsiteY0" fmla="*/ 2056081 h 2056081"/>
              <a:gd name="connsiteX1" fmla="*/ 0 w 2423091"/>
              <a:gd name="connsiteY1" fmla="*/ 0 h 2056081"/>
              <a:gd name="connsiteX2" fmla="*/ 881525 w 2423091"/>
              <a:gd name="connsiteY2" fmla="*/ 0 h 2056081"/>
              <a:gd name="connsiteX3" fmla="*/ 2423091 w 2423091"/>
              <a:gd name="connsiteY3" fmla="*/ 1761352 h 2056081"/>
              <a:gd name="connsiteX4" fmla="*/ 1497270 w 2423091"/>
              <a:gd name="connsiteY4" fmla="*/ 2056081 h 2056081"/>
              <a:gd name="connsiteX0" fmla="*/ 1453037 w 2378858"/>
              <a:gd name="connsiteY0" fmla="*/ 2114486 h 2114486"/>
              <a:gd name="connsiteX1" fmla="*/ 0 w 2378858"/>
              <a:gd name="connsiteY1" fmla="*/ 0 h 2114486"/>
              <a:gd name="connsiteX2" fmla="*/ 837292 w 2378858"/>
              <a:gd name="connsiteY2" fmla="*/ 58405 h 2114486"/>
              <a:gd name="connsiteX3" fmla="*/ 2378858 w 2378858"/>
              <a:gd name="connsiteY3" fmla="*/ 1819757 h 2114486"/>
              <a:gd name="connsiteX4" fmla="*/ 1453037 w 2378858"/>
              <a:gd name="connsiteY4" fmla="*/ 2114486 h 2114486"/>
              <a:gd name="connsiteX0" fmla="*/ 1453037 w 2589692"/>
              <a:gd name="connsiteY0" fmla="*/ 2114486 h 2114486"/>
              <a:gd name="connsiteX1" fmla="*/ 0 w 2589692"/>
              <a:gd name="connsiteY1" fmla="*/ 0 h 2114486"/>
              <a:gd name="connsiteX2" fmla="*/ 837292 w 2589692"/>
              <a:gd name="connsiteY2" fmla="*/ 58405 h 2114486"/>
              <a:gd name="connsiteX3" fmla="*/ 2589692 w 2589692"/>
              <a:gd name="connsiteY3" fmla="*/ 1646386 h 2114486"/>
              <a:gd name="connsiteX4" fmla="*/ 1453037 w 2589692"/>
              <a:gd name="connsiteY4" fmla="*/ 2114486 h 2114486"/>
              <a:gd name="connsiteX0" fmla="*/ 845290 w 2589692"/>
              <a:gd name="connsiteY0" fmla="*/ 1748657 h 1748657"/>
              <a:gd name="connsiteX1" fmla="*/ 0 w 2589692"/>
              <a:gd name="connsiteY1" fmla="*/ 0 h 1748657"/>
              <a:gd name="connsiteX2" fmla="*/ 837292 w 2589692"/>
              <a:gd name="connsiteY2" fmla="*/ 58405 h 1748657"/>
              <a:gd name="connsiteX3" fmla="*/ 2589692 w 2589692"/>
              <a:gd name="connsiteY3" fmla="*/ 1646386 h 1748657"/>
              <a:gd name="connsiteX4" fmla="*/ 845290 w 2589692"/>
              <a:gd name="connsiteY4" fmla="*/ 1748657 h 1748657"/>
              <a:gd name="connsiteX0" fmla="*/ 845290 w 2597739"/>
              <a:gd name="connsiteY0" fmla="*/ 1748657 h 1826305"/>
              <a:gd name="connsiteX1" fmla="*/ 0 w 2597739"/>
              <a:gd name="connsiteY1" fmla="*/ 0 h 1826305"/>
              <a:gd name="connsiteX2" fmla="*/ 837292 w 2597739"/>
              <a:gd name="connsiteY2" fmla="*/ 58405 h 1826305"/>
              <a:gd name="connsiteX3" fmla="*/ 2597739 w 2597739"/>
              <a:gd name="connsiteY3" fmla="*/ 1826305 h 1826305"/>
              <a:gd name="connsiteX4" fmla="*/ 845290 w 2597739"/>
              <a:gd name="connsiteY4" fmla="*/ 1748657 h 1826305"/>
              <a:gd name="connsiteX0" fmla="*/ 808784 w 2561233"/>
              <a:gd name="connsiteY0" fmla="*/ 1727569 h 1805217"/>
              <a:gd name="connsiteX1" fmla="*/ 0 w 2561233"/>
              <a:gd name="connsiteY1" fmla="*/ 0 h 1805217"/>
              <a:gd name="connsiteX2" fmla="*/ 800786 w 2561233"/>
              <a:gd name="connsiteY2" fmla="*/ 37317 h 1805217"/>
              <a:gd name="connsiteX3" fmla="*/ 2561233 w 2561233"/>
              <a:gd name="connsiteY3" fmla="*/ 1805217 h 1805217"/>
              <a:gd name="connsiteX4" fmla="*/ 808784 w 2561233"/>
              <a:gd name="connsiteY4" fmla="*/ 1727569 h 1805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1233" h="1805217">
                <a:moveTo>
                  <a:pt x="808784" y="1727569"/>
                </a:moveTo>
                <a:lnTo>
                  <a:pt x="0" y="0"/>
                </a:lnTo>
                <a:lnTo>
                  <a:pt x="800786" y="37317"/>
                </a:lnTo>
                <a:lnTo>
                  <a:pt x="2561233" y="1805217"/>
                </a:lnTo>
                <a:lnTo>
                  <a:pt x="808784" y="1727569"/>
                </a:lnTo>
                <a:close/>
              </a:path>
            </a:pathLst>
          </a:cu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椭圆 16">
            <a:extLst>
              <a:ext uri="{FF2B5EF4-FFF2-40B4-BE49-F238E27FC236}">
                <a16:creationId xmlns:a16="http://schemas.microsoft.com/office/drawing/2014/main" id="{9BFE9044-5014-FFD9-7E8A-6B0C0E4054A4}"/>
              </a:ext>
            </a:extLst>
          </p:cNvPr>
          <p:cNvSpPr/>
          <p:nvPr/>
        </p:nvSpPr>
        <p:spPr>
          <a:xfrm>
            <a:off x="3197014" y="1397910"/>
            <a:ext cx="772160" cy="772160"/>
          </a:xfrm>
          <a:prstGeom prst="ellipse">
            <a:avLst/>
          </a:prstGeom>
          <a:solidFill>
            <a:schemeClr val="bg1"/>
          </a:solidFill>
          <a:ln w="50800">
            <a:solidFill>
              <a:srgbClr val="4F66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椭圆 17">
            <a:extLst>
              <a:ext uri="{FF2B5EF4-FFF2-40B4-BE49-F238E27FC236}">
                <a16:creationId xmlns:a16="http://schemas.microsoft.com/office/drawing/2014/main" id="{675F351B-D2A3-F2AC-7712-11129309C3ED}"/>
              </a:ext>
            </a:extLst>
          </p:cNvPr>
          <p:cNvSpPr/>
          <p:nvPr/>
        </p:nvSpPr>
        <p:spPr>
          <a:xfrm>
            <a:off x="3197014" y="3370684"/>
            <a:ext cx="772160" cy="772160"/>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椭圆 18">
            <a:extLst>
              <a:ext uri="{FF2B5EF4-FFF2-40B4-BE49-F238E27FC236}">
                <a16:creationId xmlns:a16="http://schemas.microsoft.com/office/drawing/2014/main" id="{18B2914C-BF3D-525E-7BA4-C03E07F7A79D}"/>
              </a:ext>
            </a:extLst>
          </p:cNvPr>
          <p:cNvSpPr/>
          <p:nvPr/>
        </p:nvSpPr>
        <p:spPr>
          <a:xfrm>
            <a:off x="3197014" y="4357071"/>
            <a:ext cx="772160" cy="772160"/>
          </a:xfrm>
          <a:prstGeom prst="ellipse">
            <a:avLst/>
          </a:prstGeom>
          <a:solidFill>
            <a:schemeClr val="bg1"/>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椭圆 21">
            <a:extLst>
              <a:ext uri="{FF2B5EF4-FFF2-40B4-BE49-F238E27FC236}">
                <a16:creationId xmlns:a16="http://schemas.microsoft.com/office/drawing/2014/main" id="{1B3EF747-A062-EF61-B9F2-D324E056FD64}"/>
              </a:ext>
            </a:extLst>
          </p:cNvPr>
          <p:cNvSpPr/>
          <p:nvPr/>
        </p:nvSpPr>
        <p:spPr>
          <a:xfrm>
            <a:off x="3197014" y="2384297"/>
            <a:ext cx="772160" cy="772160"/>
          </a:xfrm>
          <a:prstGeom prst="ellipse">
            <a:avLst/>
          </a:prstGeom>
          <a:solidFill>
            <a:schemeClr val="bg1"/>
          </a:solidFill>
          <a:ln w="50800">
            <a:solidFill>
              <a:srgbClr val="4F668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左弧形箭头 29">
            <a:extLst>
              <a:ext uri="{FF2B5EF4-FFF2-40B4-BE49-F238E27FC236}">
                <a16:creationId xmlns:a16="http://schemas.microsoft.com/office/drawing/2014/main" id="{36C1B561-63C3-A2B4-818B-F77B331DB93E}"/>
              </a:ext>
            </a:extLst>
          </p:cNvPr>
          <p:cNvSpPr/>
          <p:nvPr/>
        </p:nvSpPr>
        <p:spPr>
          <a:xfrm>
            <a:off x="7210214" y="3715709"/>
            <a:ext cx="629920" cy="1207008"/>
          </a:xfrm>
          <a:prstGeom prst="curvedLeft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31" name="左弧形箭头 30">
            <a:extLst>
              <a:ext uri="{FF2B5EF4-FFF2-40B4-BE49-F238E27FC236}">
                <a16:creationId xmlns:a16="http://schemas.microsoft.com/office/drawing/2014/main" id="{F65B3F62-6CEA-F70E-CAAE-B0CD40C63F6C}"/>
              </a:ext>
            </a:extLst>
          </p:cNvPr>
          <p:cNvSpPr/>
          <p:nvPr/>
        </p:nvSpPr>
        <p:spPr>
          <a:xfrm>
            <a:off x="7242159" y="1705369"/>
            <a:ext cx="629920" cy="1207008"/>
          </a:xfrm>
          <a:prstGeom prst="curvedLeftArrow">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32" name="双大括号 31">
            <a:extLst>
              <a:ext uri="{FF2B5EF4-FFF2-40B4-BE49-F238E27FC236}">
                <a16:creationId xmlns:a16="http://schemas.microsoft.com/office/drawing/2014/main" id="{50B818F2-F1B5-5159-3924-8A32E9340367}"/>
              </a:ext>
            </a:extLst>
          </p:cNvPr>
          <p:cNvSpPr/>
          <p:nvPr/>
        </p:nvSpPr>
        <p:spPr>
          <a:xfrm>
            <a:off x="2211494" y="5416635"/>
            <a:ext cx="4815840" cy="694944"/>
          </a:xfrm>
          <a:prstGeom prst="bracePair">
            <a:avLst/>
          </a:prstGeom>
          <a:ln w="3810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文本框 34">
            <a:extLst>
              <a:ext uri="{FF2B5EF4-FFF2-40B4-BE49-F238E27FC236}">
                <a16:creationId xmlns:a16="http://schemas.microsoft.com/office/drawing/2014/main" id="{78DD0A84-29E5-7D96-2949-F6CC701D8BDC}"/>
              </a:ext>
            </a:extLst>
          </p:cNvPr>
          <p:cNvSpPr txBox="1"/>
          <p:nvPr/>
        </p:nvSpPr>
        <p:spPr>
          <a:xfrm>
            <a:off x="2485813" y="5450756"/>
            <a:ext cx="4309873"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6" name="文本框 35">
            <a:extLst>
              <a:ext uri="{FF2B5EF4-FFF2-40B4-BE49-F238E27FC236}">
                <a16:creationId xmlns:a16="http://schemas.microsoft.com/office/drawing/2014/main" id="{6776F614-5F37-921D-A2FC-D13D5D34B736}"/>
              </a:ext>
            </a:extLst>
          </p:cNvPr>
          <p:cNvSpPr txBox="1"/>
          <p:nvPr/>
        </p:nvSpPr>
        <p:spPr>
          <a:xfrm>
            <a:off x="605647" y="3363811"/>
            <a:ext cx="1569271" cy="600164"/>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7" name="文本框 36">
            <a:extLst>
              <a:ext uri="{FF2B5EF4-FFF2-40B4-BE49-F238E27FC236}">
                <a16:creationId xmlns:a16="http://schemas.microsoft.com/office/drawing/2014/main" id="{5C0E802B-3648-4E1C-F8D5-7DAA3E24B0ED}"/>
              </a:ext>
            </a:extLst>
          </p:cNvPr>
          <p:cNvSpPr txBox="1"/>
          <p:nvPr/>
        </p:nvSpPr>
        <p:spPr>
          <a:xfrm>
            <a:off x="556879" y="4156291"/>
            <a:ext cx="1569271" cy="954107"/>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9" name="文本框 38">
            <a:extLst>
              <a:ext uri="{FF2B5EF4-FFF2-40B4-BE49-F238E27FC236}">
                <a16:creationId xmlns:a16="http://schemas.microsoft.com/office/drawing/2014/main" id="{9926B993-7E52-4F0B-FAF8-CA246C6771A7}"/>
              </a:ext>
            </a:extLst>
          </p:cNvPr>
          <p:cNvSpPr txBox="1"/>
          <p:nvPr/>
        </p:nvSpPr>
        <p:spPr>
          <a:xfrm>
            <a:off x="903767" y="5284382"/>
            <a:ext cx="1010093" cy="861774"/>
          </a:xfrm>
          <a:prstGeom prst="rect">
            <a:avLst/>
          </a:prstGeom>
          <a:noFill/>
        </p:spPr>
        <p:txBody>
          <a:bodyPr wrap="square" rtlCol="0">
            <a:spAutoFit/>
          </a:bodyPr>
          <a:lstStyle/>
          <a:p>
            <a:r>
              <a:rPr kumimoji="1" lang="en" altLang="zh-CN" sz="10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00" dirty="0">
                <a:solidFill>
                  <a:schemeClr val="bg1"/>
                </a:solidFill>
                <a:latin typeface="Alibaba PuHuiTi Medium" pitchFamily="18" charset="-122"/>
                <a:ea typeface="Alibaba PuHuiTi Medium" pitchFamily="18" charset="-122"/>
                <a:cs typeface="Alibaba PuHuiTi Medium" pitchFamily="18" charset="-122"/>
              </a:rPr>
              <a:t>，</a:t>
            </a:r>
          </a:p>
        </p:txBody>
      </p:sp>
      <p:grpSp>
        <p:nvGrpSpPr>
          <p:cNvPr id="40" name="Google Shape;6083;p78">
            <a:extLst>
              <a:ext uri="{FF2B5EF4-FFF2-40B4-BE49-F238E27FC236}">
                <a16:creationId xmlns:a16="http://schemas.microsoft.com/office/drawing/2014/main" id="{E481C2DE-10F0-8EBB-5039-90ADAE592D0F}"/>
              </a:ext>
            </a:extLst>
          </p:cNvPr>
          <p:cNvGrpSpPr/>
          <p:nvPr/>
        </p:nvGrpSpPr>
        <p:grpSpPr>
          <a:xfrm>
            <a:off x="3342654" y="1519313"/>
            <a:ext cx="510353" cy="490413"/>
            <a:chOff x="-62890750" y="3747425"/>
            <a:chExt cx="330825" cy="317900"/>
          </a:xfrm>
          <a:solidFill>
            <a:srgbClr val="4F6682"/>
          </a:solidFill>
        </p:grpSpPr>
        <p:sp>
          <p:nvSpPr>
            <p:cNvPr id="41" name="Google Shape;6084;p78">
              <a:extLst>
                <a:ext uri="{FF2B5EF4-FFF2-40B4-BE49-F238E27FC236}">
                  <a16:creationId xmlns:a16="http://schemas.microsoft.com/office/drawing/2014/main" id="{0B6996F2-A406-10C0-4800-AF6F69718BEE}"/>
                </a:ext>
              </a:extLst>
            </p:cNvPr>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 name="Google Shape;6085;p78">
              <a:extLst>
                <a:ext uri="{FF2B5EF4-FFF2-40B4-BE49-F238E27FC236}">
                  <a16:creationId xmlns:a16="http://schemas.microsoft.com/office/drawing/2014/main" id="{D55AE0EB-35AF-1961-C974-B5833AC29383}"/>
                </a:ext>
              </a:extLst>
            </p:cNvPr>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 name="Google Shape;6086;p78">
              <a:extLst>
                <a:ext uri="{FF2B5EF4-FFF2-40B4-BE49-F238E27FC236}">
                  <a16:creationId xmlns:a16="http://schemas.microsoft.com/office/drawing/2014/main" id="{3C1E3CA9-8E9E-EE3F-7587-BCE38FDC8472}"/>
                </a:ext>
              </a:extLst>
            </p:cNvPr>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 name="Google Shape;6087;p78">
              <a:extLst>
                <a:ext uri="{FF2B5EF4-FFF2-40B4-BE49-F238E27FC236}">
                  <a16:creationId xmlns:a16="http://schemas.microsoft.com/office/drawing/2014/main" id="{CB886834-6EE1-F287-3C57-2D58317BD3AF}"/>
                </a:ext>
              </a:extLst>
            </p:cNvPr>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 name="Google Shape;6088;p78">
              <a:extLst>
                <a:ext uri="{FF2B5EF4-FFF2-40B4-BE49-F238E27FC236}">
                  <a16:creationId xmlns:a16="http://schemas.microsoft.com/office/drawing/2014/main" id="{819E6663-99CD-D231-76F4-76CD194933EF}"/>
                </a:ext>
              </a:extLst>
            </p:cNvPr>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 name="Google Shape;6089;p78">
              <a:extLst>
                <a:ext uri="{FF2B5EF4-FFF2-40B4-BE49-F238E27FC236}">
                  <a16:creationId xmlns:a16="http://schemas.microsoft.com/office/drawing/2014/main" id="{E9F51386-549B-222B-72C0-A450BF81FF33}"/>
                </a:ext>
              </a:extLst>
            </p:cNvPr>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 name="Google Shape;6090;p78">
              <a:extLst>
                <a:ext uri="{FF2B5EF4-FFF2-40B4-BE49-F238E27FC236}">
                  <a16:creationId xmlns:a16="http://schemas.microsoft.com/office/drawing/2014/main" id="{017D2F0B-1F6D-EE12-6AB2-7EF972179324}"/>
                </a:ext>
              </a:extLst>
            </p:cNvPr>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 name="Google Shape;6091;p78">
              <a:extLst>
                <a:ext uri="{FF2B5EF4-FFF2-40B4-BE49-F238E27FC236}">
                  <a16:creationId xmlns:a16="http://schemas.microsoft.com/office/drawing/2014/main" id="{F395F7D9-C65D-C131-A430-CF4877EC4264}"/>
                </a:ext>
              </a:extLst>
            </p:cNvPr>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 name="Google Shape;6092;p78">
              <a:extLst>
                <a:ext uri="{FF2B5EF4-FFF2-40B4-BE49-F238E27FC236}">
                  <a16:creationId xmlns:a16="http://schemas.microsoft.com/office/drawing/2014/main" id="{64237725-F68E-4CAE-1768-55E4A6F23A31}"/>
                </a:ext>
              </a:extLst>
            </p:cNvPr>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 name="Google Shape;6093;p78">
              <a:extLst>
                <a:ext uri="{FF2B5EF4-FFF2-40B4-BE49-F238E27FC236}">
                  <a16:creationId xmlns:a16="http://schemas.microsoft.com/office/drawing/2014/main" id="{752F0034-3F51-3205-DA5F-8CDFDB747F65}"/>
                </a:ext>
              </a:extLst>
            </p:cNvPr>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 name="Google Shape;6094;p78">
              <a:extLst>
                <a:ext uri="{FF2B5EF4-FFF2-40B4-BE49-F238E27FC236}">
                  <a16:creationId xmlns:a16="http://schemas.microsoft.com/office/drawing/2014/main" id="{2DA1D2C9-D154-D450-B53E-EF764A27BEBB}"/>
                </a:ext>
              </a:extLst>
            </p:cNvPr>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 name="Google Shape;6095;p78">
              <a:extLst>
                <a:ext uri="{FF2B5EF4-FFF2-40B4-BE49-F238E27FC236}">
                  <a16:creationId xmlns:a16="http://schemas.microsoft.com/office/drawing/2014/main" id="{8BE2F811-CE94-1B50-E073-E9FBA4B7925B}"/>
                </a:ext>
              </a:extLst>
            </p:cNvPr>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3" name="Google Shape;6096;p78">
              <a:extLst>
                <a:ext uri="{FF2B5EF4-FFF2-40B4-BE49-F238E27FC236}">
                  <a16:creationId xmlns:a16="http://schemas.microsoft.com/office/drawing/2014/main" id="{D85A5735-C59C-05D8-9722-1E0451D9E656}"/>
                </a:ext>
              </a:extLst>
            </p:cNvPr>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4" name="Google Shape;6097;p78">
              <a:extLst>
                <a:ext uri="{FF2B5EF4-FFF2-40B4-BE49-F238E27FC236}">
                  <a16:creationId xmlns:a16="http://schemas.microsoft.com/office/drawing/2014/main" id="{7AC56F1F-4722-B38D-B73C-F2E85F3A619B}"/>
                </a:ext>
              </a:extLst>
            </p:cNvPr>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5" name="Google Shape;6145;p78">
            <a:extLst>
              <a:ext uri="{FF2B5EF4-FFF2-40B4-BE49-F238E27FC236}">
                <a16:creationId xmlns:a16="http://schemas.microsoft.com/office/drawing/2014/main" id="{778A84B0-53E3-43BE-A543-E34466E8E124}"/>
              </a:ext>
            </a:extLst>
          </p:cNvPr>
          <p:cNvGrpSpPr/>
          <p:nvPr/>
        </p:nvGrpSpPr>
        <p:grpSpPr>
          <a:xfrm>
            <a:off x="3348758" y="4554759"/>
            <a:ext cx="488485" cy="349953"/>
            <a:chOff x="-60621600" y="4145650"/>
            <a:chExt cx="316650" cy="226850"/>
          </a:xfrm>
          <a:solidFill>
            <a:srgbClr val="1E344D"/>
          </a:solidFill>
        </p:grpSpPr>
        <p:sp>
          <p:nvSpPr>
            <p:cNvPr id="56" name="Google Shape;6146;p78">
              <a:extLst>
                <a:ext uri="{FF2B5EF4-FFF2-40B4-BE49-F238E27FC236}">
                  <a16:creationId xmlns:a16="http://schemas.microsoft.com/office/drawing/2014/main" id="{1AF2F718-9E2C-7BE9-9940-6934A6F7A5E3}"/>
                </a:ext>
              </a:extLst>
            </p:cNvPr>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 name="Google Shape;6147;p78">
              <a:extLst>
                <a:ext uri="{FF2B5EF4-FFF2-40B4-BE49-F238E27FC236}">
                  <a16:creationId xmlns:a16="http://schemas.microsoft.com/office/drawing/2014/main" id="{F1F07323-CED8-4559-831F-AFF83A887CDC}"/>
                </a:ext>
              </a:extLst>
            </p:cNvPr>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 name="Google Shape;6148;p78">
              <a:extLst>
                <a:ext uri="{FF2B5EF4-FFF2-40B4-BE49-F238E27FC236}">
                  <a16:creationId xmlns:a16="http://schemas.microsoft.com/office/drawing/2014/main" id="{865AC939-F221-CF07-FDDB-9F2CAEEF79B7}"/>
                </a:ext>
              </a:extLst>
            </p:cNvPr>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 name="Google Shape;6207;p78">
            <a:extLst>
              <a:ext uri="{FF2B5EF4-FFF2-40B4-BE49-F238E27FC236}">
                <a16:creationId xmlns:a16="http://schemas.microsoft.com/office/drawing/2014/main" id="{2C9BA166-8A29-C7D9-681A-F0186495151A}"/>
              </a:ext>
            </a:extLst>
          </p:cNvPr>
          <p:cNvGrpSpPr/>
          <p:nvPr/>
        </p:nvGrpSpPr>
        <p:grpSpPr>
          <a:xfrm>
            <a:off x="3349145" y="2492695"/>
            <a:ext cx="488485" cy="489720"/>
            <a:chOff x="-61784125" y="3377700"/>
            <a:chExt cx="316650" cy="317450"/>
          </a:xfrm>
          <a:solidFill>
            <a:srgbClr val="4F6682"/>
          </a:solidFill>
        </p:grpSpPr>
        <p:sp>
          <p:nvSpPr>
            <p:cNvPr id="60" name="Google Shape;6208;p78">
              <a:extLst>
                <a:ext uri="{FF2B5EF4-FFF2-40B4-BE49-F238E27FC236}">
                  <a16:creationId xmlns:a16="http://schemas.microsoft.com/office/drawing/2014/main" id="{DE72DB99-A914-9C55-C166-B366B9AFA2A5}"/>
                </a:ext>
              </a:extLst>
            </p:cNvPr>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 name="Google Shape;6209;p78">
              <a:extLst>
                <a:ext uri="{FF2B5EF4-FFF2-40B4-BE49-F238E27FC236}">
                  <a16:creationId xmlns:a16="http://schemas.microsoft.com/office/drawing/2014/main" id="{C59B3007-2CDA-C90F-16DF-0C485E14C920}"/>
                </a:ext>
              </a:extLst>
            </p:cNvPr>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 name="Google Shape;6210;p78">
              <a:extLst>
                <a:ext uri="{FF2B5EF4-FFF2-40B4-BE49-F238E27FC236}">
                  <a16:creationId xmlns:a16="http://schemas.microsoft.com/office/drawing/2014/main" id="{D00845A2-F780-B799-046D-A15EF20C231F}"/>
                </a:ext>
              </a:extLst>
            </p:cNvPr>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 name="Google Shape;6211;p78">
              <a:extLst>
                <a:ext uri="{FF2B5EF4-FFF2-40B4-BE49-F238E27FC236}">
                  <a16:creationId xmlns:a16="http://schemas.microsoft.com/office/drawing/2014/main" id="{32D2236A-1EF2-E0A2-07E7-7B1979568E09}"/>
                </a:ext>
              </a:extLst>
            </p:cNvPr>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8" name="Google Shape;6212;p78">
              <a:extLst>
                <a:ext uri="{FF2B5EF4-FFF2-40B4-BE49-F238E27FC236}">
                  <a16:creationId xmlns:a16="http://schemas.microsoft.com/office/drawing/2014/main" id="{6DCC8A98-8A5D-83F6-5C82-FBD3037FA924}"/>
                </a:ext>
              </a:extLst>
            </p:cNvPr>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 name="Google Shape;6213;p78">
              <a:extLst>
                <a:ext uri="{FF2B5EF4-FFF2-40B4-BE49-F238E27FC236}">
                  <a16:creationId xmlns:a16="http://schemas.microsoft.com/office/drawing/2014/main" id="{D0D443F3-10C7-C52B-EEB3-5C9BBC0E06FD}"/>
                </a:ext>
              </a:extLst>
            </p:cNvPr>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 name="Google Shape;6214;p78">
              <a:extLst>
                <a:ext uri="{FF2B5EF4-FFF2-40B4-BE49-F238E27FC236}">
                  <a16:creationId xmlns:a16="http://schemas.microsoft.com/office/drawing/2014/main" id="{EEEB0621-C380-9E1E-5963-C50C5CA36DE5}"/>
                </a:ext>
              </a:extLst>
            </p:cNvPr>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51" name="Google Shape;6219;p78">
            <a:extLst>
              <a:ext uri="{FF2B5EF4-FFF2-40B4-BE49-F238E27FC236}">
                <a16:creationId xmlns:a16="http://schemas.microsoft.com/office/drawing/2014/main" id="{E900FD59-75D9-FA16-6461-EE019EB37856}"/>
              </a:ext>
            </a:extLst>
          </p:cNvPr>
          <p:cNvSpPr/>
          <p:nvPr/>
        </p:nvSpPr>
        <p:spPr>
          <a:xfrm>
            <a:off x="3337874" y="3517761"/>
            <a:ext cx="488485" cy="463417"/>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1E344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2" name="文本框 451">
            <a:extLst>
              <a:ext uri="{FF2B5EF4-FFF2-40B4-BE49-F238E27FC236}">
                <a16:creationId xmlns:a16="http://schemas.microsoft.com/office/drawing/2014/main" id="{BF73EEDB-0EE9-45E1-8413-1CA02C7B9DD7}"/>
              </a:ext>
            </a:extLst>
          </p:cNvPr>
          <p:cNvSpPr txBox="1"/>
          <p:nvPr/>
        </p:nvSpPr>
        <p:spPr>
          <a:xfrm>
            <a:off x="4056826" y="1542369"/>
            <a:ext cx="798617" cy="461665"/>
          </a:xfrm>
          <a:prstGeom prst="rect">
            <a:avLst/>
          </a:prstGeom>
          <a:noFill/>
        </p:spPr>
        <p:txBody>
          <a:bodyPr wrap="non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67%</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3" name="文本框 452">
            <a:extLst>
              <a:ext uri="{FF2B5EF4-FFF2-40B4-BE49-F238E27FC236}">
                <a16:creationId xmlns:a16="http://schemas.microsoft.com/office/drawing/2014/main" id="{0B5FB094-21D4-4901-2351-1639EA22476D}"/>
              </a:ext>
            </a:extLst>
          </p:cNvPr>
          <p:cNvSpPr txBox="1"/>
          <p:nvPr/>
        </p:nvSpPr>
        <p:spPr>
          <a:xfrm>
            <a:off x="4828935" y="1535011"/>
            <a:ext cx="2133823"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54" name="文本框 453">
            <a:extLst>
              <a:ext uri="{FF2B5EF4-FFF2-40B4-BE49-F238E27FC236}">
                <a16:creationId xmlns:a16="http://schemas.microsoft.com/office/drawing/2014/main" id="{58BE2C7D-9000-0BAE-0986-681D83C17942}"/>
              </a:ext>
            </a:extLst>
          </p:cNvPr>
          <p:cNvSpPr txBox="1"/>
          <p:nvPr/>
        </p:nvSpPr>
        <p:spPr>
          <a:xfrm>
            <a:off x="4056826" y="2535147"/>
            <a:ext cx="798617" cy="461665"/>
          </a:xfrm>
          <a:prstGeom prst="rect">
            <a:avLst/>
          </a:prstGeom>
          <a:noFill/>
        </p:spPr>
        <p:txBody>
          <a:bodyPr wrap="non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34%</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5" name="文本框 454">
            <a:extLst>
              <a:ext uri="{FF2B5EF4-FFF2-40B4-BE49-F238E27FC236}">
                <a16:creationId xmlns:a16="http://schemas.microsoft.com/office/drawing/2014/main" id="{9726C244-CAA6-337F-E391-51018A89D0B4}"/>
              </a:ext>
            </a:extLst>
          </p:cNvPr>
          <p:cNvSpPr txBox="1"/>
          <p:nvPr/>
        </p:nvSpPr>
        <p:spPr>
          <a:xfrm>
            <a:off x="4828935" y="2527789"/>
            <a:ext cx="2133823"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56" name="文本框 455">
            <a:extLst>
              <a:ext uri="{FF2B5EF4-FFF2-40B4-BE49-F238E27FC236}">
                <a16:creationId xmlns:a16="http://schemas.microsoft.com/office/drawing/2014/main" id="{ECF67659-A9F1-A426-872F-C8E4E1F928A7}"/>
              </a:ext>
            </a:extLst>
          </p:cNvPr>
          <p:cNvSpPr txBox="1"/>
          <p:nvPr/>
        </p:nvSpPr>
        <p:spPr>
          <a:xfrm>
            <a:off x="4056826" y="3496764"/>
            <a:ext cx="798617" cy="461665"/>
          </a:xfrm>
          <a:prstGeom prst="rect">
            <a:avLst/>
          </a:prstGeom>
          <a:noFill/>
        </p:spPr>
        <p:txBody>
          <a:bodyPr wrap="non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20%</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7" name="文本框 456">
            <a:extLst>
              <a:ext uri="{FF2B5EF4-FFF2-40B4-BE49-F238E27FC236}">
                <a16:creationId xmlns:a16="http://schemas.microsoft.com/office/drawing/2014/main" id="{48A30749-C266-73A5-763D-9FB3E869D1BB}"/>
              </a:ext>
            </a:extLst>
          </p:cNvPr>
          <p:cNvSpPr txBox="1"/>
          <p:nvPr/>
        </p:nvSpPr>
        <p:spPr>
          <a:xfrm>
            <a:off x="4828935" y="3489406"/>
            <a:ext cx="2133823"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58" name="文本框 457">
            <a:extLst>
              <a:ext uri="{FF2B5EF4-FFF2-40B4-BE49-F238E27FC236}">
                <a16:creationId xmlns:a16="http://schemas.microsoft.com/office/drawing/2014/main" id="{5B4497C5-425C-F7A7-69DD-0D6E30C44124}"/>
              </a:ext>
            </a:extLst>
          </p:cNvPr>
          <p:cNvSpPr txBox="1"/>
          <p:nvPr/>
        </p:nvSpPr>
        <p:spPr>
          <a:xfrm>
            <a:off x="4056826" y="4479363"/>
            <a:ext cx="798617" cy="461665"/>
          </a:xfrm>
          <a:prstGeom prst="rect">
            <a:avLst/>
          </a:prstGeom>
          <a:noFill/>
        </p:spPr>
        <p:txBody>
          <a:bodyPr wrap="non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50%</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9" name="文本框 458">
            <a:extLst>
              <a:ext uri="{FF2B5EF4-FFF2-40B4-BE49-F238E27FC236}">
                <a16:creationId xmlns:a16="http://schemas.microsoft.com/office/drawing/2014/main" id="{5AC4D9A8-86FE-C14C-13D8-7AC4D0500ACD}"/>
              </a:ext>
            </a:extLst>
          </p:cNvPr>
          <p:cNvSpPr txBox="1"/>
          <p:nvPr/>
        </p:nvSpPr>
        <p:spPr>
          <a:xfrm>
            <a:off x="4828935" y="4472005"/>
            <a:ext cx="2133823"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60" name="五边形 459">
            <a:extLst>
              <a:ext uri="{FF2B5EF4-FFF2-40B4-BE49-F238E27FC236}">
                <a16:creationId xmlns:a16="http://schemas.microsoft.com/office/drawing/2014/main" id="{C061EB5A-F0BF-CDAB-007A-20F6D9CFAB46}"/>
              </a:ext>
            </a:extLst>
          </p:cNvPr>
          <p:cNvSpPr/>
          <p:nvPr/>
        </p:nvSpPr>
        <p:spPr>
          <a:xfrm>
            <a:off x="464768" y="2609017"/>
            <a:ext cx="1446024" cy="345770"/>
          </a:xfrm>
          <a:prstGeom prst="homePlat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1" name="五边形 460">
            <a:extLst>
              <a:ext uri="{FF2B5EF4-FFF2-40B4-BE49-F238E27FC236}">
                <a16:creationId xmlns:a16="http://schemas.microsoft.com/office/drawing/2014/main" id="{152540C0-597A-1B80-E2DB-8A270DFEE9C5}"/>
              </a:ext>
            </a:extLst>
          </p:cNvPr>
          <p:cNvSpPr/>
          <p:nvPr/>
        </p:nvSpPr>
        <p:spPr>
          <a:xfrm>
            <a:off x="464768" y="2200654"/>
            <a:ext cx="1794076" cy="347240"/>
          </a:xfrm>
          <a:prstGeom prst="homePlat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2" name="文本框 461">
            <a:extLst>
              <a:ext uri="{FF2B5EF4-FFF2-40B4-BE49-F238E27FC236}">
                <a16:creationId xmlns:a16="http://schemas.microsoft.com/office/drawing/2014/main" id="{56842618-6DBE-C83F-2285-F44FBFF875CE}"/>
              </a:ext>
            </a:extLst>
          </p:cNvPr>
          <p:cNvSpPr txBox="1"/>
          <p:nvPr/>
        </p:nvSpPr>
        <p:spPr>
          <a:xfrm>
            <a:off x="392932" y="1536373"/>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3" name="文本框 462">
            <a:extLst>
              <a:ext uri="{FF2B5EF4-FFF2-40B4-BE49-F238E27FC236}">
                <a16:creationId xmlns:a16="http://schemas.microsoft.com/office/drawing/2014/main" id="{B85E85E6-2EAA-90CF-7B05-64DFB9847B11}"/>
              </a:ext>
            </a:extLst>
          </p:cNvPr>
          <p:cNvSpPr txBox="1"/>
          <p:nvPr/>
        </p:nvSpPr>
        <p:spPr>
          <a:xfrm>
            <a:off x="409285" y="1200450"/>
            <a:ext cx="1620078" cy="461665"/>
          </a:xfrm>
          <a:prstGeom prst="rect">
            <a:avLst/>
          </a:prstGeom>
          <a:noFill/>
        </p:spPr>
        <p:txBody>
          <a:bodyPr wrap="square">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464" name="文本框 463">
            <a:extLst>
              <a:ext uri="{FF2B5EF4-FFF2-40B4-BE49-F238E27FC236}">
                <a16:creationId xmlns:a16="http://schemas.microsoft.com/office/drawing/2014/main" id="{515474CD-CF4A-F820-D7B2-28AF66458583}"/>
              </a:ext>
            </a:extLst>
          </p:cNvPr>
          <p:cNvSpPr txBox="1"/>
          <p:nvPr/>
        </p:nvSpPr>
        <p:spPr>
          <a:xfrm>
            <a:off x="476199" y="2633205"/>
            <a:ext cx="1160578" cy="307777"/>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5" name="文本框 464">
            <a:extLst>
              <a:ext uri="{FF2B5EF4-FFF2-40B4-BE49-F238E27FC236}">
                <a16:creationId xmlns:a16="http://schemas.microsoft.com/office/drawing/2014/main" id="{8FD28A15-B57C-88EC-7774-35B1016EE0B9}"/>
              </a:ext>
            </a:extLst>
          </p:cNvPr>
          <p:cNvSpPr txBox="1"/>
          <p:nvPr/>
        </p:nvSpPr>
        <p:spPr>
          <a:xfrm>
            <a:off x="471850" y="2220254"/>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chemeClr val="bg1"/>
                </a:solidFill>
                <a:latin typeface="Alibaba PuHuiTi Medium" pitchFamily="18" charset="-122"/>
                <a:ea typeface="Alibaba PuHuiTi Medium" pitchFamily="18" charset="-122"/>
                <a:cs typeface="Alibaba PuHuiTi Medium" pitchFamily="18" charset="-122"/>
              </a:rPr>
              <a:t>I</a:t>
            </a:r>
            <a:r>
              <a:rPr lang="zh-CN" altLang="en-US" sz="1400" dirty="0">
                <a:solidFill>
                  <a:schemeClr val="bg1"/>
                </a:solidFill>
                <a:latin typeface="Alibaba PuHuiTi Medium" pitchFamily="18" charset="-122"/>
                <a:ea typeface="Alibaba PuHuiTi Medium" pitchFamily="18" charset="-122"/>
                <a:cs typeface="Alibaba PuHuiTi Medium" pitchFamily="18" charset="-122"/>
              </a:rPr>
              <a:t>mportant data</a:t>
            </a:r>
          </a:p>
        </p:txBody>
      </p:sp>
      <p:sp>
        <p:nvSpPr>
          <p:cNvPr id="466" name="矩形 465">
            <a:extLst>
              <a:ext uri="{FF2B5EF4-FFF2-40B4-BE49-F238E27FC236}">
                <a16:creationId xmlns:a16="http://schemas.microsoft.com/office/drawing/2014/main" id="{2A74EC18-1B7F-5702-36BB-731C1DBD845B}"/>
              </a:ext>
            </a:extLst>
          </p:cNvPr>
          <p:cNvSpPr/>
          <p:nvPr/>
        </p:nvSpPr>
        <p:spPr>
          <a:xfrm>
            <a:off x="8144934" y="1270000"/>
            <a:ext cx="3640666" cy="494453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aphicFrame>
        <p:nvGraphicFramePr>
          <p:cNvPr id="477" name="图表 476">
            <a:extLst>
              <a:ext uri="{FF2B5EF4-FFF2-40B4-BE49-F238E27FC236}">
                <a16:creationId xmlns:a16="http://schemas.microsoft.com/office/drawing/2014/main" id="{F7C02D32-46B4-763B-66C2-16711FCE6BD3}"/>
              </a:ext>
            </a:extLst>
          </p:cNvPr>
          <p:cNvGraphicFramePr/>
          <p:nvPr/>
        </p:nvGraphicFramePr>
        <p:xfrm>
          <a:off x="8364008" y="2552171"/>
          <a:ext cx="3319991" cy="3611562"/>
        </p:xfrm>
        <a:graphic>
          <a:graphicData uri="http://schemas.openxmlformats.org/drawingml/2006/chart">
            <c:chart xmlns:c="http://schemas.openxmlformats.org/drawingml/2006/chart" xmlns:r="http://schemas.openxmlformats.org/officeDocument/2006/relationships" r:id="rId3"/>
          </a:graphicData>
        </a:graphic>
      </p:graphicFrame>
      <p:sp>
        <p:nvSpPr>
          <p:cNvPr id="479" name="矩形 478">
            <a:extLst>
              <a:ext uri="{FF2B5EF4-FFF2-40B4-BE49-F238E27FC236}">
                <a16:creationId xmlns:a16="http://schemas.microsoft.com/office/drawing/2014/main" id="{E4CC4D68-6E43-0EB4-5969-03A699A14DD7}"/>
              </a:ext>
            </a:extLst>
          </p:cNvPr>
          <p:cNvSpPr/>
          <p:nvPr/>
        </p:nvSpPr>
        <p:spPr>
          <a:xfrm>
            <a:off x="8367223" y="1592681"/>
            <a:ext cx="378182" cy="37818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0" name="文本框 479">
            <a:extLst>
              <a:ext uri="{FF2B5EF4-FFF2-40B4-BE49-F238E27FC236}">
                <a16:creationId xmlns:a16="http://schemas.microsoft.com/office/drawing/2014/main" id="{660EEF22-B47B-B14A-5B1A-D0894BB6E7D2}"/>
              </a:ext>
            </a:extLst>
          </p:cNvPr>
          <p:cNvSpPr txBox="1"/>
          <p:nvPr/>
        </p:nvSpPr>
        <p:spPr>
          <a:xfrm>
            <a:off x="8369847" y="1585592"/>
            <a:ext cx="309011" cy="400110"/>
          </a:xfrm>
          <a:prstGeom prst="rect">
            <a:avLst/>
          </a:prstGeom>
          <a:noFill/>
        </p:spPr>
        <p:txBody>
          <a:bodyPr wrap="square" rtlCol="0">
            <a:spAutoFit/>
          </a:bodyPr>
          <a:lstStyle/>
          <a:p>
            <a:r>
              <a:rPr kumimoji="1" lang="en-US" altLang="zh-CN" sz="2000" b="1" dirty="0">
                <a:solidFill>
                  <a:srgbClr val="BB3023"/>
                </a:solidFill>
                <a:latin typeface="Alibaba PuHuiTi Heavy" pitchFamily="18" charset="-122"/>
                <a:ea typeface="Alibaba PuHuiTi Heavy" pitchFamily="18" charset="-122"/>
                <a:cs typeface="Alibaba PuHuiTi Heavy" pitchFamily="18" charset="-122"/>
              </a:rPr>
              <a:t>2</a:t>
            </a:r>
            <a:endParaRPr kumimoji="1" lang="zh-CN" altLang="en-US" sz="2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481" name="文本框 480">
            <a:extLst>
              <a:ext uri="{FF2B5EF4-FFF2-40B4-BE49-F238E27FC236}">
                <a16:creationId xmlns:a16="http://schemas.microsoft.com/office/drawing/2014/main" id="{D1E46CF2-CDEB-63F2-F471-11FBC3FBEF38}"/>
              </a:ext>
            </a:extLst>
          </p:cNvPr>
          <p:cNvSpPr txBox="1"/>
          <p:nvPr/>
        </p:nvSpPr>
        <p:spPr>
          <a:xfrm>
            <a:off x="8772471" y="1542472"/>
            <a:ext cx="2734733" cy="338554"/>
          </a:xfrm>
          <a:prstGeom prst="rect">
            <a:avLst/>
          </a:prstGeom>
          <a:noFill/>
        </p:spPr>
        <p:txBody>
          <a:bodyPr wrap="square">
            <a:spAutoFit/>
          </a:bodyPr>
          <a:lstStyle/>
          <a:p>
            <a:r>
              <a:rPr lang="zh-CN" altLang="en-US" sz="1600" dirty="0">
                <a:solidFill>
                  <a:schemeClr val="bg1"/>
                </a:solidFill>
                <a:latin typeface="Alibaba PuHuiTi Medium" pitchFamily="18" charset="-122"/>
                <a:ea typeface="Alibaba PuHuiTi Medium" pitchFamily="18" charset="-122"/>
                <a:cs typeface="Alibaba PuHuiTi Medium" pitchFamily="18" charset="-122"/>
              </a:rPr>
              <a:t>Important Headline</a:t>
            </a:r>
          </a:p>
        </p:txBody>
      </p:sp>
      <p:cxnSp>
        <p:nvCxnSpPr>
          <p:cNvPr id="482" name="直线箭头连接符 481">
            <a:extLst>
              <a:ext uri="{FF2B5EF4-FFF2-40B4-BE49-F238E27FC236}">
                <a16:creationId xmlns:a16="http://schemas.microsoft.com/office/drawing/2014/main" id="{08FE0581-77DE-6715-476F-E97554F7A45C}"/>
              </a:ext>
            </a:extLst>
          </p:cNvPr>
          <p:cNvCxnSpPr>
            <a:cxnSpLocks/>
          </p:cNvCxnSpPr>
          <p:nvPr/>
        </p:nvCxnSpPr>
        <p:spPr>
          <a:xfrm flipV="1">
            <a:off x="8906934" y="2379395"/>
            <a:ext cx="2290713" cy="1027522"/>
          </a:xfrm>
          <a:prstGeom prst="straightConnector1">
            <a:avLst/>
          </a:prstGeom>
          <a:ln w="1905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483" name="椭圆 482">
            <a:extLst>
              <a:ext uri="{FF2B5EF4-FFF2-40B4-BE49-F238E27FC236}">
                <a16:creationId xmlns:a16="http://schemas.microsoft.com/office/drawing/2014/main" id="{37AC8958-8E58-440E-A6D6-2187EA06AA8A}"/>
              </a:ext>
            </a:extLst>
          </p:cNvPr>
          <p:cNvSpPr/>
          <p:nvPr/>
        </p:nvSpPr>
        <p:spPr>
          <a:xfrm>
            <a:off x="9679507" y="2711453"/>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4" name="文本框 483">
            <a:extLst>
              <a:ext uri="{FF2B5EF4-FFF2-40B4-BE49-F238E27FC236}">
                <a16:creationId xmlns:a16="http://schemas.microsoft.com/office/drawing/2014/main" id="{CD8ACF7C-821B-63A5-C404-A71A93D206A9}"/>
              </a:ext>
            </a:extLst>
          </p:cNvPr>
          <p:cNvSpPr txBox="1"/>
          <p:nvPr/>
        </p:nvSpPr>
        <p:spPr>
          <a:xfrm>
            <a:off x="9664105" y="2729237"/>
            <a:ext cx="835924"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+13%</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5" name="文本框 484">
            <a:extLst>
              <a:ext uri="{FF2B5EF4-FFF2-40B4-BE49-F238E27FC236}">
                <a16:creationId xmlns:a16="http://schemas.microsoft.com/office/drawing/2014/main" id="{145F03A2-9287-788B-76F9-91871AAAFBD8}"/>
              </a:ext>
            </a:extLst>
          </p:cNvPr>
          <p:cNvSpPr txBox="1"/>
          <p:nvPr/>
        </p:nvSpPr>
        <p:spPr>
          <a:xfrm>
            <a:off x="8731457" y="1811139"/>
            <a:ext cx="2734733" cy="338554"/>
          </a:xfrm>
          <a:prstGeom prst="rect">
            <a:avLst/>
          </a:prstGeom>
          <a:noFill/>
        </p:spPr>
        <p:txBody>
          <a:bodyPr wrap="square">
            <a:spAutoFit/>
          </a:bodyPr>
          <a:lstStyle/>
          <a:p>
            <a:r>
              <a:rPr lang="en" altLang="zh-CN" sz="1600" i="1" dirty="0">
                <a:solidFill>
                  <a:schemeClr val="bg1"/>
                </a:solidFill>
                <a:latin typeface="Alibaba PuHuiTi Medium" pitchFamily="18" charset="-122"/>
                <a:ea typeface="Alibaba PuHuiTi Medium" pitchFamily="18" charset="-122"/>
                <a:cs typeface="Alibaba PuHuiTi Medium" pitchFamily="18" charset="-122"/>
              </a:rPr>
              <a:t>WRITE HERE</a:t>
            </a:r>
            <a:r>
              <a:rPr lang="zh-CN" altLang="en-US" sz="1600" i="1" dirty="0">
                <a:solidFill>
                  <a:schemeClr val="bg1"/>
                </a:solidFill>
                <a:latin typeface="Alibaba PuHuiTi Medium" pitchFamily="18" charset="-122"/>
                <a:ea typeface="Alibaba PuHuiTi Medium" pitchFamily="18" charset="-122"/>
                <a:cs typeface="Alibaba PuHuiTi Medium" pitchFamily="18" charset="-122"/>
              </a:rPr>
              <a:t>（</a:t>
            </a:r>
            <a:r>
              <a:rPr lang="en-US" altLang="zh-CN" sz="1600" i="1" dirty="0">
                <a:solidFill>
                  <a:schemeClr val="bg1"/>
                </a:solidFill>
                <a:latin typeface="Alibaba PuHuiTi Medium" pitchFamily="18" charset="-122"/>
                <a:ea typeface="Alibaba PuHuiTi Medium" pitchFamily="18" charset="-122"/>
                <a:cs typeface="Alibaba PuHuiTi Medium" pitchFamily="18" charset="-122"/>
              </a:rPr>
              <a:t>¥</a:t>
            </a:r>
            <a:r>
              <a:rPr lang="zh-CN" altLang="en-US" sz="16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88" name="文本框 487">
            <a:extLst>
              <a:ext uri="{FF2B5EF4-FFF2-40B4-BE49-F238E27FC236}">
                <a16:creationId xmlns:a16="http://schemas.microsoft.com/office/drawing/2014/main" id="{176AE3BB-C54F-BD00-F82C-403779F5A7E0}"/>
              </a:ext>
            </a:extLst>
          </p:cNvPr>
          <p:cNvSpPr txBox="1"/>
          <p:nvPr/>
        </p:nvSpPr>
        <p:spPr>
          <a:xfrm>
            <a:off x="7010839" y="2052635"/>
            <a:ext cx="745717" cy="369332"/>
          </a:xfrm>
          <a:prstGeom prst="rect">
            <a:avLst/>
          </a:prstGeom>
          <a:noFill/>
        </p:spPr>
        <p:txBody>
          <a:bodyPr wrap="none" rtlCol="0">
            <a:spAutoFit/>
          </a:bodyPr>
          <a:lstStyle/>
          <a:p>
            <a:pPr algn="l"/>
            <a:r>
              <a:rPr kumimoji="1" lang="en-US" altLang="zh-CN" dirty="0">
                <a:solidFill>
                  <a:srgbClr val="4F6682"/>
                </a:solidFill>
                <a:latin typeface="Alibaba PuHuiTi Medium" pitchFamily="18" charset="-122"/>
                <a:ea typeface="Alibaba PuHuiTi Medium" pitchFamily="18" charset="-122"/>
                <a:cs typeface="Alibaba PuHuiTi Medium" pitchFamily="18" charset="-122"/>
              </a:rPr>
              <a:t>-33%</a:t>
            </a:r>
            <a:endParaRPr kumimoji="1" lang="zh-CN" altLang="en-US" dirty="0">
              <a:solidFill>
                <a:srgbClr val="4F6682"/>
              </a:solidFill>
              <a:latin typeface="Alibaba PuHuiTi Medium" pitchFamily="18" charset="-122"/>
              <a:ea typeface="Alibaba PuHuiTi Medium" pitchFamily="18" charset="-122"/>
              <a:cs typeface="Alibaba PuHuiTi Medium" pitchFamily="18" charset="-122"/>
            </a:endParaRPr>
          </a:p>
        </p:txBody>
      </p:sp>
      <p:sp>
        <p:nvSpPr>
          <p:cNvPr id="489" name="文本框 488">
            <a:extLst>
              <a:ext uri="{FF2B5EF4-FFF2-40B4-BE49-F238E27FC236}">
                <a16:creationId xmlns:a16="http://schemas.microsoft.com/office/drawing/2014/main" id="{778DF3D2-B96B-C7BB-49CF-A5134B7A0FC7}"/>
              </a:ext>
            </a:extLst>
          </p:cNvPr>
          <p:cNvSpPr txBox="1"/>
          <p:nvPr/>
        </p:nvSpPr>
        <p:spPr>
          <a:xfrm>
            <a:off x="7032104" y="4077072"/>
            <a:ext cx="776175" cy="369332"/>
          </a:xfrm>
          <a:prstGeom prst="rect">
            <a:avLst/>
          </a:prstGeom>
          <a:noFill/>
        </p:spPr>
        <p:txBody>
          <a:bodyPr wrap="none" rtlCol="0">
            <a:spAutoFit/>
          </a:bodyPr>
          <a:lstStyle/>
          <a:p>
            <a:pPr algn="l"/>
            <a:r>
              <a:rPr kumimoji="1" lang="en-US" altLang="zh-CN" dirty="0">
                <a:solidFill>
                  <a:srgbClr val="1E344D"/>
                </a:solidFill>
                <a:latin typeface="Alibaba PuHuiTi Medium" pitchFamily="18" charset="-122"/>
                <a:ea typeface="Alibaba PuHuiTi Medium" pitchFamily="18" charset="-122"/>
                <a:cs typeface="Alibaba PuHuiTi Medium" pitchFamily="18" charset="-122"/>
              </a:rPr>
              <a:t>+30%</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0" name="右箭头 489">
            <a:extLst>
              <a:ext uri="{FF2B5EF4-FFF2-40B4-BE49-F238E27FC236}">
                <a16:creationId xmlns:a16="http://schemas.microsoft.com/office/drawing/2014/main" id="{557903FA-F7F9-C2E1-B820-EDFEE9DB82ED}"/>
              </a:ext>
            </a:extLst>
          </p:cNvPr>
          <p:cNvSpPr/>
          <p:nvPr/>
        </p:nvSpPr>
        <p:spPr>
          <a:xfrm>
            <a:off x="7286625" y="5500687"/>
            <a:ext cx="557213" cy="485775"/>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1" name="矩形 490">
            <a:extLst>
              <a:ext uri="{FF2B5EF4-FFF2-40B4-BE49-F238E27FC236}">
                <a16:creationId xmlns:a16="http://schemas.microsoft.com/office/drawing/2014/main" id="{631F72BC-5A21-B8CD-08FB-80A1CEB8D773}"/>
              </a:ext>
            </a:extLst>
          </p:cNvPr>
          <p:cNvSpPr/>
          <p:nvPr/>
        </p:nvSpPr>
        <p:spPr>
          <a:xfrm>
            <a:off x="555837" y="5349518"/>
            <a:ext cx="378182" cy="37818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2" name="文本框 491">
            <a:extLst>
              <a:ext uri="{FF2B5EF4-FFF2-40B4-BE49-F238E27FC236}">
                <a16:creationId xmlns:a16="http://schemas.microsoft.com/office/drawing/2014/main" id="{D2EA4421-390D-1A28-DF20-AE28D32C7319}"/>
              </a:ext>
            </a:extLst>
          </p:cNvPr>
          <p:cNvSpPr txBox="1"/>
          <p:nvPr/>
        </p:nvSpPr>
        <p:spPr>
          <a:xfrm>
            <a:off x="558461" y="5342429"/>
            <a:ext cx="309011" cy="400110"/>
          </a:xfrm>
          <a:prstGeom prst="rect">
            <a:avLst/>
          </a:prstGeom>
          <a:noFill/>
        </p:spPr>
        <p:txBody>
          <a:bodyPr wrap="square" rtlCol="0">
            <a:spAutoFit/>
          </a:bodyPr>
          <a:lstStyle/>
          <a:p>
            <a:r>
              <a:rPr kumimoji="1" lang="en-US" altLang="zh-CN" sz="2000" b="1" dirty="0">
                <a:solidFill>
                  <a:srgbClr val="BB3023"/>
                </a:solidFill>
                <a:latin typeface="Alibaba PuHuiTi Heavy" pitchFamily="18" charset="-122"/>
                <a:ea typeface="Alibaba PuHuiTi Heavy" pitchFamily="18" charset="-122"/>
                <a:cs typeface="Alibaba PuHuiTi Heavy" pitchFamily="18" charset="-122"/>
              </a:rPr>
              <a:t>1</a:t>
            </a:r>
            <a:endParaRPr kumimoji="1" lang="zh-CN" altLang="en-US" sz="2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12" name="文本框 11">
            <a:extLst>
              <a:ext uri="{FF2B5EF4-FFF2-40B4-BE49-F238E27FC236}">
                <a16:creationId xmlns:a16="http://schemas.microsoft.com/office/drawing/2014/main" id="{75B5FB57-9111-ADCA-0F8E-170857D5BB96}"/>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08E3CEEF-5AEB-4EE3-0B6A-10B14576986E}"/>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1" name="直线连接符 20">
            <a:extLst>
              <a:ext uri="{FF2B5EF4-FFF2-40B4-BE49-F238E27FC236}">
                <a16:creationId xmlns:a16="http://schemas.microsoft.com/office/drawing/2014/main" id="{3BB8F56B-EC82-0ADD-915A-07032AF5D7F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FB0DB336-CF8D-04E1-0D1A-B24125A9AE59}"/>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D86549C7-475E-7735-37CF-63CEC001851E}"/>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3" name="组合 32">
            <a:extLst>
              <a:ext uri="{FF2B5EF4-FFF2-40B4-BE49-F238E27FC236}">
                <a16:creationId xmlns:a16="http://schemas.microsoft.com/office/drawing/2014/main" id="{4B9E62DE-8446-65D8-9F2F-CF3565048D49}"/>
              </a:ext>
            </a:extLst>
          </p:cNvPr>
          <p:cNvGrpSpPr/>
          <p:nvPr/>
        </p:nvGrpSpPr>
        <p:grpSpPr>
          <a:xfrm>
            <a:off x="2259126" y="287981"/>
            <a:ext cx="356205" cy="355288"/>
            <a:chOff x="2323294" y="287981"/>
            <a:chExt cx="356205" cy="355288"/>
          </a:xfrm>
        </p:grpSpPr>
        <p:sp>
          <p:nvSpPr>
            <p:cNvPr id="34" name="Google Shape;7166;p80">
              <a:extLst>
                <a:ext uri="{FF2B5EF4-FFF2-40B4-BE49-F238E27FC236}">
                  <a16:creationId xmlns:a16="http://schemas.microsoft.com/office/drawing/2014/main" id="{26E13275-671F-476C-43BD-B5B4C9B1EFF6}"/>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7167;p80">
              <a:extLst>
                <a:ext uri="{FF2B5EF4-FFF2-40B4-BE49-F238E27FC236}">
                  <a16:creationId xmlns:a16="http://schemas.microsoft.com/office/drawing/2014/main" id="{153468D4-A1A7-CEB9-0C91-F5C0B3D3F4EB}"/>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7168;p80">
              <a:extLst>
                <a:ext uri="{FF2B5EF4-FFF2-40B4-BE49-F238E27FC236}">
                  <a16:creationId xmlns:a16="http://schemas.microsoft.com/office/drawing/2014/main" id="{5FA4F156-2AEF-4225-E96A-4C132A93D29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7169;p80">
              <a:extLst>
                <a:ext uri="{FF2B5EF4-FFF2-40B4-BE49-F238E27FC236}">
                  <a16:creationId xmlns:a16="http://schemas.microsoft.com/office/drawing/2014/main" id="{02CADDA7-2305-7A99-B741-1AEA91EBEC6A}"/>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42596547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0" name="直线连接符 99">
            <a:extLst>
              <a:ext uri="{FF2B5EF4-FFF2-40B4-BE49-F238E27FC236}">
                <a16:creationId xmlns:a16="http://schemas.microsoft.com/office/drawing/2014/main" id="{608C3964-1F7E-875B-0A1C-EBDEF5918B6C}"/>
              </a:ext>
            </a:extLst>
          </p:cNvPr>
          <p:cNvCxnSpPr>
            <a:cxnSpLocks/>
            <a:stCxn id="57" idx="3"/>
          </p:cNvCxnSpPr>
          <p:nvPr/>
        </p:nvCxnSpPr>
        <p:spPr>
          <a:xfrm>
            <a:off x="5365378" y="4590465"/>
            <a:ext cx="67916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96" name="直线连接符 95">
            <a:extLst>
              <a:ext uri="{FF2B5EF4-FFF2-40B4-BE49-F238E27FC236}">
                <a16:creationId xmlns:a16="http://schemas.microsoft.com/office/drawing/2014/main" id="{7B4335F0-3BD5-BD0D-304B-30B2F0A8049D}"/>
              </a:ext>
            </a:extLst>
          </p:cNvPr>
          <p:cNvCxnSpPr>
            <a:cxnSpLocks/>
          </p:cNvCxnSpPr>
          <p:nvPr/>
        </p:nvCxnSpPr>
        <p:spPr>
          <a:xfrm>
            <a:off x="7247965" y="3617140"/>
            <a:ext cx="910383"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94" name="五边形 93">
            <a:extLst>
              <a:ext uri="{FF2B5EF4-FFF2-40B4-BE49-F238E27FC236}">
                <a16:creationId xmlns:a16="http://schemas.microsoft.com/office/drawing/2014/main" id="{595D1680-5562-8C11-1D63-9902E25D5764}"/>
              </a:ext>
            </a:extLst>
          </p:cNvPr>
          <p:cNvSpPr/>
          <p:nvPr/>
        </p:nvSpPr>
        <p:spPr>
          <a:xfrm>
            <a:off x="418325" y="1530091"/>
            <a:ext cx="2450230" cy="463913"/>
          </a:xfrm>
          <a:prstGeom prst="homePlat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梯形 13">
            <a:extLst>
              <a:ext uri="{FF2B5EF4-FFF2-40B4-BE49-F238E27FC236}">
                <a16:creationId xmlns:a16="http://schemas.microsoft.com/office/drawing/2014/main" id="{33858AF3-1EE0-CD88-865D-6DB31CED3DC8}"/>
              </a:ext>
            </a:extLst>
          </p:cNvPr>
          <p:cNvSpPr/>
          <p:nvPr/>
        </p:nvSpPr>
        <p:spPr>
          <a:xfrm rot="3121461">
            <a:off x="4155555" y="347402"/>
            <a:ext cx="3029901" cy="9567087"/>
          </a:xfrm>
          <a:custGeom>
            <a:avLst/>
            <a:gdLst>
              <a:gd name="connsiteX0" fmla="*/ 0 w 2914650"/>
              <a:gd name="connsiteY0" fmla="*/ 2157412 h 2157412"/>
              <a:gd name="connsiteX1" fmla="*/ 539353 w 2914650"/>
              <a:gd name="connsiteY1" fmla="*/ 0 h 2157412"/>
              <a:gd name="connsiteX2" fmla="*/ 2375297 w 2914650"/>
              <a:gd name="connsiteY2" fmla="*/ 0 h 2157412"/>
              <a:gd name="connsiteX3" fmla="*/ 2914650 w 2914650"/>
              <a:gd name="connsiteY3" fmla="*/ 2157412 h 2157412"/>
              <a:gd name="connsiteX4" fmla="*/ 0 w 2914650"/>
              <a:gd name="connsiteY4" fmla="*/ 2157412 h 2157412"/>
              <a:gd name="connsiteX0" fmla="*/ 0 w 3707003"/>
              <a:gd name="connsiteY0" fmla="*/ 7375175 h 7375175"/>
              <a:gd name="connsiteX1" fmla="*/ 1331706 w 3707003"/>
              <a:gd name="connsiteY1" fmla="*/ 0 h 7375175"/>
              <a:gd name="connsiteX2" fmla="*/ 3167650 w 3707003"/>
              <a:gd name="connsiteY2" fmla="*/ 0 h 7375175"/>
              <a:gd name="connsiteX3" fmla="*/ 3707003 w 3707003"/>
              <a:gd name="connsiteY3" fmla="*/ 2157412 h 7375175"/>
              <a:gd name="connsiteX4" fmla="*/ 0 w 3707003"/>
              <a:gd name="connsiteY4" fmla="*/ 7375175 h 7375175"/>
              <a:gd name="connsiteX0" fmla="*/ 0 w 3167650"/>
              <a:gd name="connsiteY0" fmla="*/ 7375175 h 7375175"/>
              <a:gd name="connsiteX1" fmla="*/ 1331706 w 3167650"/>
              <a:gd name="connsiteY1" fmla="*/ 0 h 7375175"/>
              <a:gd name="connsiteX2" fmla="*/ 3167650 w 3167650"/>
              <a:gd name="connsiteY2" fmla="*/ 0 h 7375175"/>
              <a:gd name="connsiteX3" fmla="*/ 2848429 w 3167650"/>
              <a:gd name="connsiteY3" fmla="*/ 3698469 h 7375175"/>
              <a:gd name="connsiteX4" fmla="*/ 0 w 3167650"/>
              <a:gd name="connsiteY4" fmla="*/ 7375175 h 7375175"/>
              <a:gd name="connsiteX0" fmla="*/ 0 w 3167650"/>
              <a:gd name="connsiteY0" fmla="*/ 8773381 h 8773381"/>
              <a:gd name="connsiteX1" fmla="*/ 2187523 w 3167650"/>
              <a:gd name="connsiteY1" fmla="*/ 0 h 8773381"/>
              <a:gd name="connsiteX2" fmla="*/ 3167650 w 3167650"/>
              <a:gd name="connsiteY2" fmla="*/ 1398206 h 8773381"/>
              <a:gd name="connsiteX3" fmla="*/ 2848429 w 3167650"/>
              <a:gd name="connsiteY3" fmla="*/ 5096675 h 8773381"/>
              <a:gd name="connsiteX4" fmla="*/ 0 w 3167650"/>
              <a:gd name="connsiteY4" fmla="*/ 8773381 h 8773381"/>
              <a:gd name="connsiteX0" fmla="*/ 0 w 3029901"/>
              <a:gd name="connsiteY0" fmla="*/ 9567087 h 9567087"/>
              <a:gd name="connsiteX1" fmla="*/ 2187523 w 3029901"/>
              <a:gd name="connsiteY1" fmla="*/ 793706 h 9567087"/>
              <a:gd name="connsiteX2" fmla="*/ 3029901 w 3029901"/>
              <a:gd name="connsiteY2" fmla="*/ 0 h 9567087"/>
              <a:gd name="connsiteX3" fmla="*/ 2848429 w 3029901"/>
              <a:gd name="connsiteY3" fmla="*/ 5890381 h 9567087"/>
              <a:gd name="connsiteX4" fmla="*/ 0 w 3029901"/>
              <a:gd name="connsiteY4" fmla="*/ 9567087 h 9567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901" h="9567087">
                <a:moveTo>
                  <a:pt x="0" y="9567087"/>
                </a:moveTo>
                <a:lnTo>
                  <a:pt x="2187523" y="793706"/>
                </a:lnTo>
                <a:lnTo>
                  <a:pt x="3029901" y="0"/>
                </a:lnTo>
                <a:lnTo>
                  <a:pt x="2848429" y="5890381"/>
                </a:lnTo>
                <a:lnTo>
                  <a:pt x="0" y="9567087"/>
                </a:lnTo>
                <a:close/>
              </a:path>
            </a:pathLst>
          </a:custGeom>
          <a:solidFill>
            <a:srgbClr val="BB3023">
              <a:alpha val="87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任意形状 14">
            <a:extLst>
              <a:ext uri="{FF2B5EF4-FFF2-40B4-BE49-F238E27FC236}">
                <a16:creationId xmlns:a16="http://schemas.microsoft.com/office/drawing/2014/main" id="{B0EE5C1B-7A0F-CBD0-0900-E1EAE78D18AF}"/>
              </a:ext>
            </a:extLst>
          </p:cNvPr>
          <p:cNvSpPr/>
          <p:nvPr/>
        </p:nvSpPr>
        <p:spPr>
          <a:xfrm>
            <a:off x="9286875" y="1157288"/>
            <a:ext cx="2386013" cy="2228850"/>
          </a:xfrm>
          <a:custGeom>
            <a:avLst/>
            <a:gdLst>
              <a:gd name="connsiteX0" fmla="*/ 2071688 w 2386013"/>
              <a:gd name="connsiteY0" fmla="*/ 0 h 2228850"/>
              <a:gd name="connsiteX1" fmla="*/ 1257300 w 2386013"/>
              <a:gd name="connsiteY1" fmla="*/ 457200 h 2228850"/>
              <a:gd name="connsiteX2" fmla="*/ 1528763 w 2386013"/>
              <a:gd name="connsiteY2" fmla="*/ 471487 h 2228850"/>
              <a:gd name="connsiteX3" fmla="*/ 0 w 2386013"/>
              <a:gd name="connsiteY3" fmla="*/ 2057400 h 2228850"/>
              <a:gd name="connsiteX4" fmla="*/ 1100138 w 2386013"/>
              <a:gd name="connsiteY4" fmla="*/ 2228850 h 2228850"/>
              <a:gd name="connsiteX5" fmla="*/ 2085975 w 2386013"/>
              <a:gd name="connsiteY5" fmla="*/ 500062 h 2228850"/>
              <a:gd name="connsiteX6" fmla="*/ 2386013 w 2386013"/>
              <a:gd name="connsiteY6" fmla="*/ 500062 h 2228850"/>
              <a:gd name="connsiteX7" fmla="*/ 2071688 w 2386013"/>
              <a:gd name="connsiteY7"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6013" h="2228850">
                <a:moveTo>
                  <a:pt x="2071688" y="0"/>
                </a:moveTo>
                <a:lnTo>
                  <a:pt x="1257300" y="457200"/>
                </a:lnTo>
                <a:lnTo>
                  <a:pt x="1528763" y="471487"/>
                </a:lnTo>
                <a:lnTo>
                  <a:pt x="0" y="2057400"/>
                </a:lnTo>
                <a:lnTo>
                  <a:pt x="1100138" y="2228850"/>
                </a:lnTo>
                <a:lnTo>
                  <a:pt x="2085975" y="500062"/>
                </a:lnTo>
                <a:lnTo>
                  <a:pt x="2386013" y="500062"/>
                </a:lnTo>
                <a:lnTo>
                  <a:pt x="2071688"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椭圆 15">
            <a:extLst>
              <a:ext uri="{FF2B5EF4-FFF2-40B4-BE49-F238E27FC236}">
                <a16:creationId xmlns:a16="http://schemas.microsoft.com/office/drawing/2014/main" id="{CE7D303E-6DFD-B43D-7C59-8F62A035E48E}"/>
              </a:ext>
            </a:extLst>
          </p:cNvPr>
          <p:cNvSpPr/>
          <p:nvPr/>
        </p:nvSpPr>
        <p:spPr>
          <a:xfrm>
            <a:off x="4229101" y="5057775"/>
            <a:ext cx="1214437" cy="1171575"/>
          </a:xfrm>
          <a:prstGeom prst="ellipse">
            <a:avLst/>
          </a:prstGeom>
          <a:solidFill>
            <a:srgbClr val="D62818"/>
          </a:solidFill>
          <a:ln w="34925">
            <a:solidFill>
              <a:schemeClr val="bg1"/>
            </a:solidFill>
          </a:ln>
          <a:effectLst>
            <a:outerShdw dist="66695" dir="5400000" sx="90000" sy="-19000" rotWithShape="0">
              <a:srgbClr val="892219">
                <a:alpha val="5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椭圆 16">
            <a:extLst>
              <a:ext uri="{FF2B5EF4-FFF2-40B4-BE49-F238E27FC236}">
                <a16:creationId xmlns:a16="http://schemas.microsoft.com/office/drawing/2014/main" id="{D4061A8D-8B80-9941-0E8D-77B970F9DD2E}"/>
              </a:ext>
            </a:extLst>
          </p:cNvPr>
          <p:cNvSpPr/>
          <p:nvPr/>
        </p:nvSpPr>
        <p:spPr>
          <a:xfrm>
            <a:off x="5651948" y="4441537"/>
            <a:ext cx="1134616" cy="1094571"/>
          </a:xfrm>
          <a:prstGeom prst="ellipse">
            <a:avLst/>
          </a:prstGeom>
          <a:solidFill>
            <a:srgbClr val="D62818"/>
          </a:solidFill>
          <a:ln w="34925">
            <a:solidFill>
              <a:schemeClr val="bg1"/>
            </a:solidFill>
          </a:ln>
          <a:effectLst>
            <a:outerShdw dist="66695" dir="5400000" sx="90000" sy="-19000" rotWithShape="0">
              <a:srgbClr val="892219">
                <a:alpha val="5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椭圆 18">
            <a:extLst>
              <a:ext uri="{FF2B5EF4-FFF2-40B4-BE49-F238E27FC236}">
                <a16:creationId xmlns:a16="http://schemas.microsoft.com/office/drawing/2014/main" id="{8EA3C7A6-94F0-F4B7-A744-A31E703C9131}"/>
              </a:ext>
            </a:extLst>
          </p:cNvPr>
          <p:cNvSpPr/>
          <p:nvPr/>
        </p:nvSpPr>
        <p:spPr>
          <a:xfrm>
            <a:off x="7867626" y="3501409"/>
            <a:ext cx="819175" cy="790263"/>
          </a:xfrm>
          <a:prstGeom prst="ellipse">
            <a:avLst/>
          </a:prstGeom>
          <a:solidFill>
            <a:srgbClr val="D62818"/>
          </a:solidFill>
          <a:ln w="34925">
            <a:solidFill>
              <a:schemeClr val="bg1"/>
            </a:solidFill>
          </a:ln>
          <a:effectLst>
            <a:outerShdw dist="66695" dir="5400000" sx="90000" sy="-19000" rotWithShape="0">
              <a:srgbClr val="892219">
                <a:alpha val="5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椭圆 21">
            <a:extLst>
              <a:ext uri="{FF2B5EF4-FFF2-40B4-BE49-F238E27FC236}">
                <a16:creationId xmlns:a16="http://schemas.microsoft.com/office/drawing/2014/main" id="{F2F7B517-A165-D0FF-200B-C6BE2F20EDE3}"/>
              </a:ext>
            </a:extLst>
          </p:cNvPr>
          <p:cNvSpPr/>
          <p:nvPr/>
        </p:nvSpPr>
        <p:spPr>
          <a:xfrm>
            <a:off x="8772302" y="2955230"/>
            <a:ext cx="819175" cy="790263"/>
          </a:xfrm>
          <a:prstGeom prst="ellipse">
            <a:avLst/>
          </a:prstGeom>
          <a:solidFill>
            <a:srgbClr val="D62818"/>
          </a:solidFill>
          <a:ln w="34925">
            <a:solidFill>
              <a:schemeClr val="bg1"/>
            </a:solidFill>
          </a:ln>
          <a:effectLst>
            <a:outerShdw dist="66695" dir="5400000" sx="90000" sy="-19000" rotWithShape="0">
              <a:srgbClr val="892219">
                <a:alpha val="5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 name="圆角矩形 23">
            <a:extLst>
              <a:ext uri="{FF2B5EF4-FFF2-40B4-BE49-F238E27FC236}">
                <a16:creationId xmlns:a16="http://schemas.microsoft.com/office/drawing/2014/main" id="{C130D7CA-F3C7-6B15-D9C0-9A4979863D3C}"/>
              </a:ext>
            </a:extLst>
          </p:cNvPr>
          <p:cNvSpPr/>
          <p:nvPr/>
        </p:nvSpPr>
        <p:spPr>
          <a:xfrm>
            <a:off x="528637" y="5400676"/>
            <a:ext cx="3328988" cy="714375"/>
          </a:xfrm>
          <a:prstGeom prst="roundRect">
            <a:avLst/>
          </a:prstGeom>
          <a:solidFill>
            <a:schemeClr val="bg1"/>
          </a:solidFill>
          <a:ln w="3492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圆角矩形 25">
            <a:extLst>
              <a:ext uri="{FF2B5EF4-FFF2-40B4-BE49-F238E27FC236}">
                <a16:creationId xmlns:a16="http://schemas.microsoft.com/office/drawing/2014/main" id="{6B4A8AC6-B25B-A652-33C0-069582AC9CC7}"/>
              </a:ext>
            </a:extLst>
          </p:cNvPr>
          <p:cNvSpPr/>
          <p:nvPr/>
        </p:nvSpPr>
        <p:spPr>
          <a:xfrm>
            <a:off x="7752184" y="4869160"/>
            <a:ext cx="3328988" cy="714375"/>
          </a:xfrm>
          <a:prstGeom prst="roundRect">
            <a:avLst/>
          </a:prstGeom>
          <a:solidFill>
            <a:srgbClr val="1E344D"/>
          </a:solidFill>
          <a:ln w="3492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圆角矩形 27">
            <a:extLst>
              <a:ext uri="{FF2B5EF4-FFF2-40B4-BE49-F238E27FC236}">
                <a16:creationId xmlns:a16="http://schemas.microsoft.com/office/drawing/2014/main" id="{55D9C517-53A6-BC26-EA6E-7F36BB2C5C24}"/>
              </a:ext>
            </a:extLst>
          </p:cNvPr>
          <p:cNvSpPr/>
          <p:nvPr/>
        </p:nvSpPr>
        <p:spPr>
          <a:xfrm>
            <a:off x="2054498" y="4143670"/>
            <a:ext cx="3328988" cy="714375"/>
          </a:xfrm>
          <a:prstGeom prst="roundRect">
            <a:avLst/>
          </a:prstGeom>
          <a:solidFill>
            <a:srgbClr val="1E344D"/>
          </a:solidFill>
          <a:ln w="349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椭圆 28">
            <a:extLst>
              <a:ext uri="{FF2B5EF4-FFF2-40B4-BE49-F238E27FC236}">
                <a16:creationId xmlns:a16="http://schemas.microsoft.com/office/drawing/2014/main" id="{CE6FCD77-1A44-BF5F-9FD6-05A25E2599CD}"/>
              </a:ext>
            </a:extLst>
          </p:cNvPr>
          <p:cNvSpPr/>
          <p:nvPr/>
        </p:nvSpPr>
        <p:spPr>
          <a:xfrm>
            <a:off x="2177520" y="2562216"/>
            <a:ext cx="1251480" cy="1251480"/>
          </a:xfrm>
          <a:prstGeom prst="ellipse">
            <a:avLst/>
          </a:prstGeom>
          <a:solidFill>
            <a:srgbClr val="1E344D"/>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30" name="Google Shape;6872;p79">
            <a:extLst>
              <a:ext uri="{FF2B5EF4-FFF2-40B4-BE49-F238E27FC236}">
                <a16:creationId xmlns:a16="http://schemas.microsoft.com/office/drawing/2014/main" id="{A2F97EF2-9BDE-6D68-95A3-2C6D0F354EAF}"/>
              </a:ext>
            </a:extLst>
          </p:cNvPr>
          <p:cNvGrpSpPr/>
          <p:nvPr/>
        </p:nvGrpSpPr>
        <p:grpSpPr>
          <a:xfrm>
            <a:off x="8022741" y="3625278"/>
            <a:ext cx="521183" cy="521183"/>
            <a:chOff x="-57568775" y="3198925"/>
            <a:chExt cx="318225" cy="318225"/>
          </a:xfrm>
          <a:solidFill>
            <a:schemeClr val="bg1"/>
          </a:solidFill>
        </p:grpSpPr>
        <p:sp>
          <p:nvSpPr>
            <p:cNvPr id="31" name="Google Shape;6873;p79">
              <a:extLst>
                <a:ext uri="{FF2B5EF4-FFF2-40B4-BE49-F238E27FC236}">
                  <a16:creationId xmlns:a16="http://schemas.microsoft.com/office/drawing/2014/main" id="{526BC57A-93FF-8847-D8A6-536B2DB69553}"/>
                </a:ext>
              </a:extLst>
            </p:cNvPr>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 name="Google Shape;6874;p79">
              <a:extLst>
                <a:ext uri="{FF2B5EF4-FFF2-40B4-BE49-F238E27FC236}">
                  <a16:creationId xmlns:a16="http://schemas.microsoft.com/office/drawing/2014/main" id="{263F6685-F1AE-9361-085D-912FD0BDFE49}"/>
                </a:ext>
              </a:extLst>
            </p:cNvPr>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 name="Google Shape;6875;p79">
              <a:extLst>
                <a:ext uri="{FF2B5EF4-FFF2-40B4-BE49-F238E27FC236}">
                  <a16:creationId xmlns:a16="http://schemas.microsoft.com/office/drawing/2014/main" id="{28A6971A-989A-D4DE-93FB-F739C4669B5B}"/>
                </a:ext>
              </a:extLst>
            </p:cNvPr>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 name="Google Shape;6876;p79">
              <a:extLst>
                <a:ext uri="{FF2B5EF4-FFF2-40B4-BE49-F238E27FC236}">
                  <a16:creationId xmlns:a16="http://schemas.microsoft.com/office/drawing/2014/main" id="{6E1BF779-068E-1432-6829-D82BA6F258EA}"/>
                </a:ext>
              </a:extLst>
            </p:cNvPr>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 name="Google Shape;6877;p79">
              <a:extLst>
                <a:ext uri="{FF2B5EF4-FFF2-40B4-BE49-F238E27FC236}">
                  <a16:creationId xmlns:a16="http://schemas.microsoft.com/office/drawing/2014/main" id="{5FF1EC32-CFA1-8A0D-F2F6-690FD8EA5EE8}"/>
                </a:ext>
              </a:extLst>
            </p:cNvPr>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 name="Google Shape;6878;p79">
              <a:extLst>
                <a:ext uri="{FF2B5EF4-FFF2-40B4-BE49-F238E27FC236}">
                  <a16:creationId xmlns:a16="http://schemas.microsoft.com/office/drawing/2014/main" id="{28F11408-9497-E942-D1CC-192A31899989}"/>
                </a:ext>
              </a:extLst>
            </p:cNvPr>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 name="Google Shape;6910;p79">
            <a:extLst>
              <a:ext uri="{FF2B5EF4-FFF2-40B4-BE49-F238E27FC236}">
                <a16:creationId xmlns:a16="http://schemas.microsoft.com/office/drawing/2014/main" id="{0ABCD161-34BC-596D-8B83-B7B665FCC0B2}"/>
              </a:ext>
            </a:extLst>
          </p:cNvPr>
          <p:cNvGrpSpPr/>
          <p:nvPr/>
        </p:nvGrpSpPr>
        <p:grpSpPr>
          <a:xfrm>
            <a:off x="4480542" y="5254641"/>
            <a:ext cx="691533" cy="788972"/>
            <a:chOff x="-53615675" y="3584850"/>
            <a:chExt cx="279625" cy="319025"/>
          </a:xfrm>
          <a:solidFill>
            <a:schemeClr val="bg1"/>
          </a:solidFill>
        </p:grpSpPr>
        <p:sp>
          <p:nvSpPr>
            <p:cNvPr id="43" name="Google Shape;6911;p79">
              <a:extLst>
                <a:ext uri="{FF2B5EF4-FFF2-40B4-BE49-F238E27FC236}">
                  <a16:creationId xmlns:a16="http://schemas.microsoft.com/office/drawing/2014/main" id="{60CBD8BD-4638-8ADE-7FF6-3047C6F025AF}"/>
                </a:ext>
              </a:extLst>
            </p:cNvPr>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 name="Google Shape;6912;p79">
              <a:extLst>
                <a:ext uri="{FF2B5EF4-FFF2-40B4-BE49-F238E27FC236}">
                  <a16:creationId xmlns:a16="http://schemas.microsoft.com/office/drawing/2014/main" id="{3E9A2E37-022E-9358-11BA-D974498091D3}"/>
                </a:ext>
              </a:extLst>
            </p:cNvPr>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 name="Google Shape;6913;p79">
              <a:extLst>
                <a:ext uri="{FF2B5EF4-FFF2-40B4-BE49-F238E27FC236}">
                  <a16:creationId xmlns:a16="http://schemas.microsoft.com/office/drawing/2014/main" id="{CE20F110-6EC6-2EBC-0C0E-91DFC7EB127F}"/>
                </a:ext>
              </a:extLst>
            </p:cNvPr>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 name="Google Shape;6942;p79">
            <a:extLst>
              <a:ext uri="{FF2B5EF4-FFF2-40B4-BE49-F238E27FC236}">
                <a16:creationId xmlns:a16="http://schemas.microsoft.com/office/drawing/2014/main" id="{F7E38446-5550-9B12-044A-44342838B5E1}"/>
              </a:ext>
            </a:extLst>
          </p:cNvPr>
          <p:cNvGrpSpPr/>
          <p:nvPr/>
        </p:nvGrpSpPr>
        <p:grpSpPr>
          <a:xfrm>
            <a:off x="5895785" y="4599691"/>
            <a:ext cx="676466" cy="673117"/>
            <a:chOff x="-55202750" y="3198925"/>
            <a:chExt cx="318225" cy="316650"/>
          </a:xfrm>
          <a:solidFill>
            <a:schemeClr val="bg1"/>
          </a:solidFill>
        </p:grpSpPr>
        <p:sp>
          <p:nvSpPr>
            <p:cNvPr id="47" name="Google Shape;6943;p79">
              <a:extLst>
                <a:ext uri="{FF2B5EF4-FFF2-40B4-BE49-F238E27FC236}">
                  <a16:creationId xmlns:a16="http://schemas.microsoft.com/office/drawing/2014/main" id="{B3B73C6C-2667-9BE5-9922-14BEEE6B4133}"/>
                </a:ext>
              </a:extLst>
            </p:cNvPr>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 name="Google Shape;6944;p79">
              <a:extLst>
                <a:ext uri="{FF2B5EF4-FFF2-40B4-BE49-F238E27FC236}">
                  <a16:creationId xmlns:a16="http://schemas.microsoft.com/office/drawing/2014/main" id="{C4C1B552-E031-3EB4-6D5B-EE4863FDABB2}"/>
                </a:ext>
              </a:extLst>
            </p:cNvPr>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 name="Google Shape;7120;p79">
            <a:extLst>
              <a:ext uri="{FF2B5EF4-FFF2-40B4-BE49-F238E27FC236}">
                <a16:creationId xmlns:a16="http://schemas.microsoft.com/office/drawing/2014/main" id="{9206D1F5-E8E0-0E88-C8C0-CDF6EDDAB72E}"/>
              </a:ext>
            </a:extLst>
          </p:cNvPr>
          <p:cNvGrpSpPr/>
          <p:nvPr/>
        </p:nvGrpSpPr>
        <p:grpSpPr>
          <a:xfrm>
            <a:off x="8951413" y="3086677"/>
            <a:ext cx="492626" cy="561996"/>
            <a:chOff x="-54793175" y="3198925"/>
            <a:chExt cx="279625" cy="319000"/>
          </a:xfrm>
          <a:solidFill>
            <a:schemeClr val="bg1"/>
          </a:solidFill>
        </p:grpSpPr>
        <p:sp>
          <p:nvSpPr>
            <p:cNvPr id="50" name="Google Shape;7121;p79">
              <a:extLst>
                <a:ext uri="{FF2B5EF4-FFF2-40B4-BE49-F238E27FC236}">
                  <a16:creationId xmlns:a16="http://schemas.microsoft.com/office/drawing/2014/main" id="{6A73AF95-4E12-94D9-EB62-F5FE5280B2EF}"/>
                </a:ext>
              </a:extLst>
            </p:cNvPr>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 name="Google Shape;7122;p79">
              <a:extLst>
                <a:ext uri="{FF2B5EF4-FFF2-40B4-BE49-F238E27FC236}">
                  <a16:creationId xmlns:a16="http://schemas.microsoft.com/office/drawing/2014/main" id="{C8DC5116-F281-4B24-84F3-3F4F82BB4386}"/>
                </a:ext>
              </a:extLst>
            </p:cNvPr>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 name="Google Shape;7123;p79">
              <a:extLst>
                <a:ext uri="{FF2B5EF4-FFF2-40B4-BE49-F238E27FC236}">
                  <a16:creationId xmlns:a16="http://schemas.microsoft.com/office/drawing/2014/main" id="{D4825383-0CD0-793E-38EB-02B54BA7F77B}"/>
                </a:ext>
              </a:extLst>
            </p:cNvPr>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3" name="Google Shape;7124;p79">
              <a:extLst>
                <a:ext uri="{FF2B5EF4-FFF2-40B4-BE49-F238E27FC236}">
                  <a16:creationId xmlns:a16="http://schemas.microsoft.com/office/drawing/2014/main" id="{D10B5888-6B82-93FF-2851-EB35F24136B6}"/>
                </a:ext>
              </a:extLst>
            </p:cNvPr>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4" name="Google Shape;7125;p79">
              <a:extLst>
                <a:ext uri="{FF2B5EF4-FFF2-40B4-BE49-F238E27FC236}">
                  <a16:creationId xmlns:a16="http://schemas.microsoft.com/office/drawing/2014/main" id="{440E8902-3314-0E55-70D1-4EC23539AA28}"/>
                </a:ext>
              </a:extLst>
            </p:cNvPr>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5" name="Google Shape;7126;p79">
              <a:extLst>
                <a:ext uri="{FF2B5EF4-FFF2-40B4-BE49-F238E27FC236}">
                  <a16:creationId xmlns:a16="http://schemas.microsoft.com/office/drawing/2014/main" id="{2B729D72-3103-9FDE-8ECC-D432FEFA1F0E}"/>
                </a:ext>
              </a:extLst>
            </p:cNvPr>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 name="Google Shape;7127;p79">
              <a:extLst>
                <a:ext uri="{FF2B5EF4-FFF2-40B4-BE49-F238E27FC236}">
                  <a16:creationId xmlns:a16="http://schemas.microsoft.com/office/drawing/2014/main" id="{A7757546-2FF0-B1A3-5BA2-ED3963054E8C}"/>
                </a:ext>
              </a:extLst>
            </p:cNvPr>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7" name="文本框 56">
            <a:extLst>
              <a:ext uri="{FF2B5EF4-FFF2-40B4-BE49-F238E27FC236}">
                <a16:creationId xmlns:a16="http://schemas.microsoft.com/office/drawing/2014/main" id="{FBA39A3C-80C6-DBAC-8869-B4A2A5BE4B83}"/>
              </a:ext>
            </a:extLst>
          </p:cNvPr>
          <p:cNvSpPr txBox="1"/>
          <p:nvPr/>
        </p:nvSpPr>
        <p:spPr>
          <a:xfrm>
            <a:off x="2193313" y="4328855"/>
            <a:ext cx="3172065" cy="523220"/>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9" name="文本框 58">
            <a:extLst>
              <a:ext uri="{FF2B5EF4-FFF2-40B4-BE49-F238E27FC236}">
                <a16:creationId xmlns:a16="http://schemas.microsoft.com/office/drawing/2014/main" id="{0EAD8C6B-05B3-A2BB-B55E-BDD797B3BEF7}"/>
              </a:ext>
            </a:extLst>
          </p:cNvPr>
          <p:cNvSpPr txBox="1"/>
          <p:nvPr/>
        </p:nvSpPr>
        <p:spPr>
          <a:xfrm>
            <a:off x="7953920" y="5027464"/>
            <a:ext cx="3172065" cy="523220"/>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61" name="文本框 60">
            <a:extLst>
              <a:ext uri="{FF2B5EF4-FFF2-40B4-BE49-F238E27FC236}">
                <a16:creationId xmlns:a16="http://schemas.microsoft.com/office/drawing/2014/main" id="{D50A6682-6DDF-20BC-B5A9-88B0BFBF6392}"/>
              </a:ext>
            </a:extLst>
          </p:cNvPr>
          <p:cNvSpPr txBox="1"/>
          <p:nvPr/>
        </p:nvSpPr>
        <p:spPr>
          <a:xfrm>
            <a:off x="610339" y="5559762"/>
            <a:ext cx="3172065" cy="523220"/>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2" name="椭圆 61">
            <a:extLst>
              <a:ext uri="{FF2B5EF4-FFF2-40B4-BE49-F238E27FC236}">
                <a16:creationId xmlns:a16="http://schemas.microsoft.com/office/drawing/2014/main" id="{49A130DA-BD33-A3DF-C1DA-0026B49F9A93}"/>
              </a:ext>
            </a:extLst>
          </p:cNvPr>
          <p:cNvSpPr/>
          <p:nvPr/>
        </p:nvSpPr>
        <p:spPr>
          <a:xfrm>
            <a:off x="556224" y="3893050"/>
            <a:ext cx="1240679" cy="1240679"/>
          </a:xfrm>
          <a:prstGeom prst="ellipse">
            <a:avLst/>
          </a:prstGeom>
          <a:solidFill>
            <a:srgbClr val="1E344D"/>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 name="文本框 65">
            <a:extLst>
              <a:ext uri="{FF2B5EF4-FFF2-40B4-BE49-F238E27FC236}">
                <a16:creationId xmlns:a16="http://schemas.microsoft.com/office/drawing/2014/main" id="{DE9C592F-DE10-0B84-C992-7DCADBF00D3B}"/>
              </a:ext>
            </a:extLst>
          </p:cNvPr>
          <p:cNvSpPr txBox="1"/>
          <p:nvPr/>
        </p:nvSpPr>
        <p:spPr>
          <a:xfrm>
            <a:off x="2256600" y="2856820"/>
            <a:ext cx="1104790" cy="646331"/>
          </a:xfrm>
          <a:prstGeom prst="rect">
            <a:avLst/>
          </a:prstGeom>
          <a:noFill/>
        </p:spPr>
        <p:txBody>
          <a:bodyPr wrap="none" rtlCol="0">
            <a:spAutoFit/>
          </a:bodyPr>
          <a:lstStyle/>
          <a:p>
            <a:pPr algn="l"/>
            <a:r>
              <a:rPr kumimoji="1" lang="en-US" altLang="zh-CN" sz="3600" dirty="0">
                <a:solidFill>
                  <a:schemeClr val="bg1"/>
                </a:solidFill>
                <a:latin typeface="Alibaba PuHuiTi Medium" pitchFamily="18" charset="-122"/>
                <a:ea typeface="Alibaba PuHuiTi Medium" pitchFamily="18" charset="-122"/>
                <a:cs typeface="Alibaba PuHuiTi Medium" pitchFamily="18" charset="-122"/>
              </a:rPr>
              <a:t>67%</a:t>
            </a:r>
            <a:endParaRPr kumimoji="1" lang="zh-CN" altLang="en-US" sz="3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B50D3133-9F46-0850-DB3E-BC14ADF04C98}"/>
              </a:ext>
            </a:extLst>
          </p:cNvPr>
          <p:cNvSpPr txBox="1"/>
          <p:nvPr/>
        </p:nvSpPr>
        <p:spPr>
          <a:xfrm>
            <a:off x="628897" y="4198596"/>
            <a:ext cx="1104790" cy="646331"/>
          </a:xfrm>
          <a:prstGeom prst="rect">
            <a:avLst/>
          </a:prstGeom>
          <a:noFill/>
        </p:spPr>
        <p:txBody>
          <a:bodyPr wrap="none" rtlCol="0">
            <a:spAutoFit/>
          </a:bodyPr>
          <a:lstStyle/>
          <a:p>
            <a:pPr algn="l"/>
            <a:r>
              <a:rPr kumimoji="1" lang="en-US" altLang="zh-CN" sz="3600" dirty="0">
                <a:solidFill>
                  <a:schemeClr val="bg1"/>
                </a:solidFill>
                <a:latin typeface="Alibaba PuHuiTi Medium" pitchFamily="18" charset="-122"/>
                <a:ea typeface="Alibaba PuHuiTi Medium" pitchFamily="18" charset="-122"/>
                <a:cs typeface="Alibaba PuHuiTi Medium" pitchFamily="18" charset="-122"/>
              </a:rPr>
              <a:t>55%</a:t>
            </a:r>
            <a:endParaRPr kumimoji="1" lang="zh-CN" altLang="en-US" sz="3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AD084170-A63F-6501-1C52-2D635777A0A7}"/>
              </a:ext>
            </a:extLst>
          </p:cNvPr>
          <p:cNvSpPr txBox="1"/>
          <p:nvPr/>
        </p:nvSpPr>
        <p:spPr>
          <a:xfrm>
            <a:off x="399578" y="1463606"/>
            <a:ext cx="2272536" cy="584775"/>
          </a:xfrm>
          <a:prstGeom prst="rect">
            <a:avLst/>
          </a:prstGeom>
          <a:noFill/>
        </p:spPr>
        <p:txBody>
          <a:bodyPr wrap="square" rtlCol="0">
            <a:spAutoFit/>
          </a:bodyPr>
          <a:lstStyle/>
          <a:p>
            <a:r>
              <a:rPr kumimoji="1" lang="en" altLang="zh-CN" sz="32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10710C19-629D-E2F6-8266-C0F809356897}"/>
              </a:ext>
            </a:extLst>
          </p:cNvPr>
          <p:cNvSpPr txBox="1"/>
          <p:nvPr/>
        </p:nvSpPr>
        <p:spPr>
          <a:xfrm>
            <a:off x="358090" y="1051412"/>
            <a:ext cx="1620078" cy="461665"/>
          </a:xfrm>
          <a:prstGeom prst="rect">
            <a:avLst/>
          </a:prstGeom>
          <a:noFill/>
        </p:spPr>
        <p:txBody>
          <a:bodyPr wrap="square">
            <a:spAutoFit/>
          </a:bodyPr>
          <a:lstStyle/>
          <a:p>
            <a:r>
              <a:rPr kumimoji="1" lang="en" altLang="zh-CN" sz="2400" b="1" dirty="0">
                <a:solidFill>
                  <a:srgbClr val="BB3023"/>
                </a:solidFill>
                <a:latin typeface="Alibaba PuHuiTi" pitchFamily="18" charset="-122"/>
                <a:ea typeface="Alibaba PuHuiTi" pitchFamily="18" charset="-122"/>
                <a:cs typeface="Alibaba PuHuiTi" pitchFamily="18" charset="-122"/>
              </a:rPr>
              <a:t>main title</a:t>
            </a:r>
            <a:endParaRPr lang="zh-CN" altLang="en-US" sz="2400" b="1" dirty="0">
              <a:solidFill>
                <a:srgbClr val="BB3023"/>
              </a:solidFill>
              <a:latin typeface="Alibaba PuHuiTi" pitchFamily="18" charset="-122"/>
              <a:ea typeface="Alibaba PuHuiTi" pitchFamily="18" charset="-122"/>
              <a:cs typeface="Alibaba PuHuiTi" pitchFamily="18" charset="-122"/>
            </a:endParaRPr>
          </a:p>
        </p:txBody>
      </p:sp>
      <p:sp>
        <p:nvSpPr>
          <p:cNvPr id="72" name="文本框 71">
            <a:extLst>
              <a:ext uri="{FF2B5EF4-FFF2-40B4-BE49-F238E27FC236}">
                <a16:creationId xmlns:a16="http://schemas.microsoft.com/office/drawing/2014/main" id="{A67FA988-A9B5-F04B-0FB7-ED63B2DF0659}"/>
              </a:ext>
            </a:extLst>
          </p:cNvPr>
          <p:cNvSpPr txBox="1"/>
          <p:nvPr/>
        </p:nvSpPr>
        <p:spPr>
          <a:xfrm>
            <a:off x="385309" y="2382207"/>
            <a:ext cx="1643494" cy="338554"/>
          </a:xfrm>
          <a:prstGeom prst="rect">
            <a:avLst/>
          </a:prstGeom>
          <a:noFill/>
        </p:spPr>
        <p:txBody>
          <a:bodyPr wrap="square" rtlCol="0">
            <a:spAutoFit/>
          </a:bodyPr>
          <a:lstStyle/>
          <a:p>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9FA675D0-0D5E-E69F-2D82-A1378D96BBFB}"/>
              </a:ext>
            </a:extLst>
          </p:cNvPr>
          <p:cNvSpPr txBox="1"/>
          <p:nvPr/>
        </p:nvSpPr>
        <p:spPr>
          <a:xfrm>
            <a:off x="368768" y="2085765"/>
            <a:ext cx="2261158" cy="338554"/>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600" dirty="0">
                <a:solidFill>
                  <a:srgbClr val="BB3023"/>
                </a:solidFill>
                <a:latin typeface="Alibaba PuHuiTi Medium" pitchFamily="18" charset="-122"/>
                <a:ea typeface="Alibaba PuHuiTi Medium" pitchFamily="18" charset="-122"/>
                <a:cs typeface="Alibaba PuHuiTi Medium" pitchFamily="18" charset="-122"/>
              </a:rPr>
              <a:t>I</a:t>
            </a:r>
            <a:r>
              <a:rPr lang="zh-CN" altLang="en-US" sz="1600" dirty="0">
                <a:solidFill>
                  <a:srgbClr val="BB3023"/>
                </a:solidFill>
                <a:latin typeface="Alibaba PuHuiTi Medium" pitchFamily="18" charset="-122"/>
                <a:ea typeface="Alibaba PuHuiTi Medium" pitchFamily="18" charset="-122"/>
                <a:cs typeface="Alibaba PuHuiTi Medium" pitchFamily="18" charset="-122"/>
              </a:rPr>
              <a:t>mportant data</a:t>
            </a:r>
          </a:p>
        </p:txBody>
      </p:sp>
      <p:sp>
        <p:nvSpPr>
          <p:cNvPr id="86" name="圆角矩形 85">
            <a:extLst>
              <a:ext uri="{FF2B5EF4-FFF2-40B4-BE49-F238E27FC236}">
                <a16:creationId xmlns:a16="http://schemas.microsoft.com/office/drawing/2014/main" id="{520845F4-56F6-34A9-35FA-3EDD72A0EEA6}"/>
              </a:ext>
            </a:extLst>
          </p:cNvPr>
          <p:cNvSpPr/>
          <p:nvPr/>
        </p:nvSpPr>
        <p:spPr>
          <a:xfrm>
            <a:off x="2161606" y="3980802"/>
            <a:ext cx="1300162" cy="357188"/>
          </a:xfrm>
          <a:prstGeom prst="roundRect">
            <a:avLst>
              <a:gd name="adj" fmla="val 50000"/>
            </a:avLst>
          </a:prstGeom>
          <a:solidFill>
            <a:schemeClr val="bg1"/>
          </a:solid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7" name="文本框 86">
            <a:extLst>
              <a:ext uri="{FF2B5EF4-FFF2-40B4-BE49-F238E27FC236}">
                <a16:creationId xmlns:a16="http://schemas.microsoft.com/office/drawing/2014/main" id="{26EE62BB-CA15-9008-55B9-10A3407334C7}"/>
              </a:ext>
            </a:extLst>
          </p:cNvPr>
          <p:cNvSpPr txBox="1"/>
          <p:nvPr/>
        </p:nvSpPr>
        <p:spPr>
          <a:xfrm>
            <a:off x="2272804" y="4004218"/>
            <a:ext cx="1166864" cy="312082"/>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2" name="圆角矩形 91">
            <a:extLst>
              <a:ext uri="{FF2B5EF4-FFF2-40B4-BE49-F238E27FC236}">
                <a16:creationId xmlns:a16="http://schemas.microsoft.com/office/drawing/2014/main" id="{8C2173CC-D0C0-1DDC-C3BA-CA2AB0E03DA0}"/>
              </a:ext>
            </a:extLst>
          </p:cNvPr>
          <p:cNvSpPr/>
          <p:nvPr/>
        </p:nvSpPr>
        <p:spPr>
          <a:xfrm>
            <a:off x="656210" y="5205784"/>
            <a:ext cx="1300162" cy="357188"/>
          </a:xfrm>
          <a:prstGeom prst="roundRect">
            <a:avLst>
              <a:gd name="adj"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3" name="文本框 92">
            <a:extLst>
              <a:ext uri="{FF2B5EF4-FFF2-40B4-BE49-F238E27FC236}">
                <a16:creationId xmlns:a16="http://schemas.microsoft.com/office/drawing/2014/main" id="{E1480D0E-F4B4-81DE-1B1D-38C2DF092958}"/>
              </a:ext>
            </a:extLst>
          </p:cNvPr>
          <p:cNvSpPr txBox="1"/>
          <p:nvPr/>
        </p:nvSpPr>
        <p:spPr>
          <a:xfrm>
            <a:off x="767408" y="5229200"/>
            <a:ext cx="1166864" cy="312082"/>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D537DBF9-40DE-00C9-D54B-559748E7E676}"/>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 name="文本框 12">
            <a:extLst>
              <a:ext uri="{FF2B5EF4-FFF2-40B4-BE49-F238E27FC236}">
                <a16:creationId xmlns:a16="http://schemas.microsoft.com/office/drawing/2014/main" id="{6E5E087B-FD08-85EB-7660-344C7E5285BD}"/>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0" name="直线连接符 19">
            <a:extLst>
              <a:ext uri="{FF2B5EF4-FFF2-40B4-BE49-F238E27FC236}">
                <a16:creationId xmlns:a16="http://schemas.microsoft.com/office/drawing/2014/main" id="{13601759-ECF5-1A6A-DF5F-5F0182A7E68F}"/>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B570D4C2-6CE3-BD0D-30B0-55306F1E7B1E}"/>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51A1FFFE-E413-BE5C-D52D-FCC7433B8572}"/>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3" name="组合 62">
            <a:extLst>
              <a:ext uri="{FF2B5EF4-FFF2-40B4-BE49-F238E27FC236}">
                <a16:creationId xmlns:a16="http://schemas.microsoft.com/office/drawing/2014/main" id="{A6D929A6-1EDB-8307-8622-B994191F792E}"/>
              </a:ext>
            </a:extLst>
          </p:cNvPr>
          <p:cNvGrpSpPr/>
          <p:nvPr/>
        </p:nvGrpSpPr>
        <p:grpSpPr>
          <a:xfrm>
            <a:off x="2259126" y="287981"/>
            <a:ext cx="356205" cy="355288"/>
            <a:chOff x="2323294" y="287981"/>
            <a:chExt cx="356205" cy="355288"/>
          </a:xfrm>
        </p:grpSpPr>
        <p:sp>
          <p:nvSpPr>
            <p:cNvPr id="64" name="Google Shape;7166;p80">
              <a:extLst>
                <a:ext uri="{FF2B5EF4-FFF2-40B4-BE49-F238E27FC236}">
                  <a16:creationId xmlns:a16="http://schemas.microsoft.com/office/drawing/2014/main" id="{B975B0F6-4439-D204-FD11-FF9D5B71D884}"/>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7167;p80">
              <a:extLst>
                <a:ext uri="{FF2B5EF4-FFF2-40B4-BE49-F238E27FC236}">
                  <a16:creationId xmlns:a16="http://schemas.microsoft.com/office/drawing/2014/main" id="{09D96F14-C351-2D03-169C-7E9976C7BF0F}"/>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7168;p80">
              <a:extLst>
                <a:ext uri="{FF2B5EF4-FFF2-40B4-BE49-F238E27FC236}">
                  <a16:creationId xmlns:a16="http://schemas.microsoft.com/office/drawing/2014/main" id="{30BDFF51-2598-C738-501B-CD5B8842B2D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7169;p80">
              <a:extLst>
                <a:ext uri="{FF2B5EF4-FFF2-40B4-BE49-F238E27FC236}">
                  <a16:creationId xmlns:a16="http://schemas.microsoft.com/office/drawing/2014/main" id="{083ADBB0-1226-FDE8-ACEA-96F74CD2720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 name="圆角矩形 73">
            <a:extLst>
              <a:ext uri="{FF2B5EF4-FFF2-40B4-BE49-F238E27FC236}">
                <a16:creationId xmlns:a16="http://schemas.microsoft.com/office/drawing/2014/main" id="{3E912129-4BD4-47A8-9615-B4DBD76CD3F6}"/>
              </a:ext>
            </a:extLst>
          </p:cNvPr>
          <p:cNvSpPr/>
          <p:nvPr/>
        </p:nvSpPr>
        <p:spPr>
          <a:xfrm>
            <a:off x="9657210" y="4701728"/>
            <a:ext cx="1300162" cy="357188"/>
          </a:xfrm>
          <a:prstGeom prst="roundRect">
            <a:avLst>
              <a:gd name="adj" fmla="val 50000"/>
            </a:avLst>
          </a:prstGeom>
          <a:solidFill>
            <a:schemeClr val="bg1"/>
          </a:solid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5" name="文本框 74">
            <a:extLst>
              <a:ext uri="{FF2B5EF4-FFF2-40B4-BE49-F238E27FC236}">
                <a16:creationId xmlns:a16="http://schemas.microsoft.com/office/drawing/2014/main" id="{A19E3112-5F33-3799-53CB-2F50A179C628}"/>
              </a:ext>
            </a:extLst>
          </p:cNvPr>
          <p:cNvSpPr txBox="1"/>
          <p:nvPr/>
        </p:nvSpPr>
        <p:spPr>
          <a:xfrm>
            <a:off x="9768408" y="4725144"/>
            <a:ext cx="1166864" cy="312082"/>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6" name="圆角矩形 75">
            <a:extLst>
              <a:ext uri="{FF2B5EF4-FFF2-40B4-BE49-F238E27FC236}">
                <a16:creationId xmlns:a16="http://schemas.microsoft.com/office/drawing/2014/main" id="{EA427F26-4E6A-CF66-7488-C65F480DD893}"/>
              </a:ext>
            </a:extLst>
          </p:cNvPr>
          <p:cNvSpPr/>
          <p:nvPr/>
        </p:nvSpPr>
        <p:spPr>
          <a:xfrm>
            <a:off x="5591944" y="2132856"/>
            <a:ext cx="3328988" cy="714375"/>
          </a:xfrm>
          <a:prstGeom prst="roundRect">
            <a:avLst/>
          </a:prstGeom>
          <a:solidFill>
            <a:srgbClr val="1E344D"/>
          </a:solidFill>
          <a:ln w="349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7" name="文本框 76">
            <a:extLst>
              <a:ext uri="{FF2B5EF4-FFF2-40B4-BE49-F238E27FC236}">
                <a16:creationId xmlns:a16="http://schemas.microsoft.com/office/drawing/2014/main" id="{A68E265E-B09C-FE5E-7E2F-7AA77BF6276F}"/>
              </a:ext>
            </a:extLst>
          </p:cNvPr>
          <p:cNvSpPr txBox="1"/>
          <p:nvPr/>
        </p:nvSpPr>
        <p:spPr>
          <a:xfrm>
            <a:off x="5730759" y="2318041"/>
            <a:ext cx="3172065" cy="523220"/>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82" name="圆角矩形 81">
            <a:extLst>
              <a:ext uri="{FF2B5EF4-FFF2-40B4-BE49-F238E27FC236}">
                <a16:creationId xmlns:a16="http://schemas.microsoft.com/office/drawing/2014/main" id="{39C91074-AE2E-4714-9F77-A830640D5336}"/>
              </a:ext>
            </a:extLst>
          </p:cNvPr>
          <p:cNvSpPr/>
          <p:nvPr/>
        </p:nvSpPr>
        <p:spPr>
          <a:xfrm>
            <a:off x="5699052" y="1969988"/>
            <a:ext cx="1300162" cy="357188"/>
          </a:xfrm>
          <a:prstGeom prst="roundRect">
            <a:avLst>
              <a:gd name="adj" fmla="val 50000"/>
            </a:avLst>
          </a:prstGeom>
          <a:solidFill>
            <a:schemeClr val="bg1"/>
          </a:solid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3" name="文本框 82">
            <a:extLst>
              <a:ext uri="{FF2B5EF4-FFF2-40B4-BE49-F238E27FC236}">
                <a16:creationId xmlns:a16="http://schemas.microsoft.com/office/drawing/2014/main" id="{730264AB-CD3D-4B0A-4A24-0CA725F14597}"/>
              </a:ext>
            </a:extLst>
          </p:cNvPr>
          <p:cNvSpPr txBox="1"/>
          <p:nvPr/>
        </p:nvSpPr>
        <p:spPr>
          <a:xfrm>
            <a:off x="5810250" y="1993404"/>
            <a:ext cx="1166864" cy="312082"/>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4" name="圆角矩形 83">
            <a:extLst>
              <a:ext uri="{FF2B5EF4-FFF2-40B4-BE49-F238E27FC236}">
                <a16:creationId xmlns:a16="http://schemas.microsoft.com/office/drawing/2014/main" id="{69E5D887-9CB2-ACF2-A795-C9260CD97956}"/>
              </a:ext>
            </a:extLst>
          </p:cNvPr>
          <p:cNvSpPr/>
          <p:nvPr/>
        </p:nvSpPr>
        <p:spPr>
          <a:xfrm>
            <a:off x="3935760" y="3068960"/>
            <a:ext cx="3328988" cy="714375"/>
          </a:xfrm>
          <a:prstGeom prst="roundRect">
            <a:avLst/>
          </a:prstGeom>
          <a:solidFill>
            <a:schemeClr val="bg1"/>
          </a:solidFill>
          <a:ln w="3492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5" name="文本框 84">
            <a:extLst>
              <a:ext uri="{FF2B5EF4-FFF2-40B4-BE49-F238E27FC236}">
                <a16:creationId xmlns:a16="http://schemas.microsoft.com/office/drawing/2014/main" id="{EC3CA0FA-E6ED-9D91-E78D-45B75536C552}"/>
              </a:ext>
            </a:extLst>
          </p:cNvPr>
          <p:cNvSpPr txBox="1"/>
          <p:nvPr/>
        </p:nvSpPr>
        <p:spPr>
          <a:xfrm>
            <a:off x="4017462" y="3228046"/>
            <a:ext cx="3172065" cy="523220"/>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88" name="圆角矩形 87">
            <a:extLst>
              <a:ext uri="{FF2B5EF4-FFF2-40B4-BE49-F238E27FC236}">
                <a16:creationId xmlns:a16="http://schemas.microsoft.com/office/drawing/2014/main" id="{D194AE0F-586B-81CE-2231-44A3D7A02C25}"/>
              </a:ext>
            </a:extLst>
          </p:cNvPr>
          <p:cNvSpPr/>
          <p:nvPr/>
        </p:nvSpPr>
        <p:spPr>
          <a:xfrm>
            <a:off x="4063333" y="2874068"/>
            <a:ext cx="1300162" cy="357188"/>
          </a:xfrm>
          <a:prstGeom prst="roundRect">
            <a:avLst>
              <a:gd name="adj"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9" name="文本框 88">
            <a:extLst>
              <a:ext uri="{FF2B5EF4-FFF2-40B4-BE49-F238E27FC236}">
                <a16:creationId xmlns:a16="http://schemas.microsoft.com/office/drawing/2014/main" id="{7BEC3BB0-4384-E7A9-3C8C-A61817C6D812}"/>
              </a:ext>
            </a:extLst>
          </p:cNvPr>
          <p:cNvSpPr txBox="1"/>
          <p:nvPr/>
        </p:nvSpPr>
        <p:spPr>
          <a:xfrm>
            <a:off x="4174531" y="2897484"/>
            <a:ext cx="1166864" cy="312082"/>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98" name="直线连接符 97">
            <a:extLst>
              <a:ext uri="{FF2B5EF4-FFF2-40B4-BE49-F238E27FC236}">
                <a16:creationId xmlns:a16="http://schemas.microsoft.com/office/drawing/2014/main" id="{BD2B8DEA-16D8-1471-545D-C0FD495BF0B8}"/>
              </a:ext>
            </a:extLst>
          </p:cNvPr>
          <p:cNvCxnSpPr>
            <a:cxnSpLocks/>
          </p:cNvCxnSpPr>
          <p:nvPr/>
        </p:nvCxnSpPr>
        <p:spPr>
          <a:xfrm>
            <a:off x="8444753" y="2393577"/>
            <a:ext cx="743697"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02" name="直线连接符 101">
            <a:extLst>
              <a:ext uri="{FF2B5EF4-FFF2-40B4-BE49-F238E27FC236}">
                <a16:creationId xmlns:a16="http://schemas.microsoft.com/office/drawing/2014/main" id="{D49D37FD-9EEA-2B75-450F-2DF234D75CA1}"/>
              </a:ext>
            </a:extLst>
          </p:cNvPr>
          <p:cNvCxnSpPr>
            <a:cxnSpLocks/>
          </p:cNvCxnSpPr>
          <p:nvPr/>
        </p:nvCxnSpPr>
        <p:spPr>
          <a:xfrm>
            <a:off x="3863752" y="5805264"/>
            <a:ext cx="37207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04" name="直线连接符 103">
            <a:extLst>
              <a:ext uri="{FF2B5EF4-FFF2-40B4-BE49-F238E27FC236}">
                <a16:creationId xmlns:a16="http://schemas.microsoft.com/office/drawing/2014/main" id="{CAE9EF57-E761-BE0B-FF34-BC4A1A984A07}"/>
              </a:ext>
            </a:extLst>
          </p:cNvPr>
          <p:cNvCxnSpPr>
            <a:cxnSpLocks/>
            <a:endCxn id="26" idx="1"/>
          </p:cNvCxnSpPr>
          <p:nvPr/>
        </p:nvCxnSpPr>
        <p:spPr>
          <a:xfrm>
            <a:off x="7752184" y="4548249"/>
            <a:ext cx="0" cy="678099"/>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12" name="直线连接符 111">
            <a:extLst>
              <a:ext uri="{FF2B5EF4-FFF2-40B4-BE49-F238E27FC236}">
                <a16:creationId xmlns:a16="http://schemas.microsoft.com/office/drawing/2014/main" id="{071F331C-E889-6A18-334B-A03124C5A252}"/>
              </a:ext>
            </a:extLst>
          </p:cNvPr>
          <p:cNvCxnSpPr>
            <a:cxnSpLocks/>
            <a:endCxn id="22" idx="0"/>
          </p:cNvCxnSpPr>
          <p:nvPr/>
        </p:nvCxnSpPr>
        <p:spPr>
          <a:xfrm>
            <a:off x="9181890" y="2380129"/>
            <a:ext cx="0" cy="575101"/>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椭圆 17">
            <a:extLst>
              <a:ext uri="{FF2B5EF4-FFF2-40B4-BE49-F238E27FC236}">
                <a16:creationId xmlns:a16="http://schemas.microsoft.com/office/drawing/2014/main" id="{CD3E53F6-3BB2-F9B2-2F00-CB95AE4BCA56}"/>
              </a:ext>
            </a:extLst>
          </p:cNvPr>
          <p:cNvSpPr/>
          <p:nvPr/>
        </p:nvSpPr>
        <p:spPr>
          <a:xfrm>
            <a:off x="6802935" y="3962077"/>
            <a:ext cx="969467" cy="935251"/>
          </a:xfrm>
          <a:prstGeom prst="ellipse">
            <a:avLst/>
          </a:prstGeom>
          <a:solidFill>
            <a:srgbClr val="D62818"/>
          </a:solidFill>
          <a:ln w="34925">
            <a:solidFill>
              <a:schemeClr val="bg1"/>
            </a:solidFill>
          </a:ln>
          <a:effectLst>
            <a:outerShdw dist="66695" dir="5400000" sx="90000" sy="-19000" rotWithShape="0">
              <a:srgbClr val="892219">
                <a:alpha val="5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37" name="Google Shape;6889;p79">
            <a:extLst>
              <a:ext uri="{FF2B5EF4-FFF2-40B4-BE49-F238E27FC236}">
                <a16:creationId xmlns:a16="http://schemas.microsoft.com/office/drawing/2014/main" id="{F5796C22-E40A-2EE7-A15F-6B94600FAFB2}"/>
              </a:ext>
            </a:extLst>
          </p:cNvPr>
          <p:cNvGrpSpPr/>
          <p:nvPr/>
        </p:nvGrpSpPr>
        <p:grpSpPr>
          <a:xfrm>
            <a:off x="6989543" y="4111524"/>
            <a:ext cx="563907" cy="643363"/>
            <a:chOff x="-55576850" y="3198125"/>
            <a:chExt cx="279625" cy="319025"/>
          </a:xfrm>
          <a:solidFill>
            <a:schemeClr val="bg1"/>
          </a:solidFill>
        </p:grpSpPr>
        <p:sp>
          <p:nvSpPr>
            <p:cNvPr id="38" name="Google Shape;6890;p79">
              <a:extLst>
                <a:ext uri="{FF2B5EF4-FFF2-40B4-BE49-F238E27FC236}">
                  <a16:creationId xmlns:a16="http://schemas.microsoft.com/office/drawing/2014/main" id="{38FB6632-76BE-DCB1-DB02-BEFDE8F7038D}"/>
                </a:ext>
              </a:extLst>
            </p:cNvPr>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 name="Google Shape;6891;p79">
              <a:extLst>
                <a:ext uri="{FF2B5EF4-FFF2-40B4-BE49-F238E27FC236}">
                  <a16:creationId xmlns:a16="http://schemas.microsoft.com/office/drawing/2014/main" id="{FB83C2B2-B09F-09CD-EA8D-EFC655844F1E}"/>
                </a:ext>
              </a:extLst>
            </p:cNvPr>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 name="Google Shape;6892;p79">
              <a:extLst>
                <a:ext uri="{FF2B5EF4-FFF2-40B4-BE49-F238E27FC236}">
                  <a16:creationId xmlns:a16="http://schemas.microsoft.com/office/drawing/2014/main" id="{96AFBAF3-EA9E-1B84-BEBA-AF45A872E1B7}"/>
                </a:ext>
              </a:extLst>
            </p:cNvPr>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 name="Google Shape;6893;p79">
              <a:extLst>
                <a:ext uri="{FF2B5EF4-FFF2-40B4-BE49-F238E27FC236}">
                  <a16:creationId xmlns:a16="http://schemas.microsoft.com/office/drawing/2014/main" id="{9263EBD9-1D42-CC83-DC28-4FFCEEB75AD0}"/>
                </a:ext>
              </a:extLst>
            </p:cNvPr>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Tree>
    <p:extLst>
      <p:ext uri="{BB962C8B-B14F-4D97-AF65-F5344CB8AC3E}">
        <p14:creationId xmlns:p14="http://schemas.microsoft.com/office/powerpoint/2010/main" val="14910089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 name="梯形 18">
            <a:extLst>
              <a:ext uri="{FF2B5EF4-FFF2-40B4-BE49-F238E27FC236}">
                <a16:creationId xmlns:a16="http://schemas.microsoft.com/office/drawing/2014/main" id="{3719425A-8F0D-61B7-6E8B-5176E5C3734C}"/>
              </a:ext>
            </a:extLst>
          </p:cNvPr>
          <p:cNvSpPr/>
          <p:nvPr/>
        </p:nvSpPr>
        <p:spPr>
          <a:xfrm rot="1638092">
            <a:off x="1844887" y="3306371"/>
            <a:ext cx="2883869" cy="2621661"/>
          </a:xfrm>
          <a:custGeom>
            <a:avLst/>
            <a:gdLst>
              <a:gd name="connsiteX0" fmla="*/ 0 w 1656808"/>
              <a:gd name="connsiteY0" fmla="*/ 2203554 h 2203554"/>
              <a:gd name="connsiteX1" fmla="*/ 414202 w 1656808"/>
              <a:gd name="connsiteY1" fmla="*/ 0 h 2203554"/>
              <a:gd name="connsiteX2" fmla="*/ 1242606 w 1656808"/>
              <a:gd name="connsiteY2" fmla="*/ 0 h 2203554"/>
              <a:gd name="connsiteX3" fmla="*/ 1656808 w 1656808"/>
              <a:gd name="connsiteY3" fmla="*/ 2203554 h 2203554"/>
              <a:gd name="connsiteX4" fmla="*/ 0 w 1656808"/>
              <a:gd name="connsiteY4" fmla="*/ 2203554 h 2203554"/>
              <a:gd name="connsiteX0" fmla="*/ 0 w 2082055"/>
              <a:gd name="connsiteY0" fmla="*/ 2203554 h 2203554"/>
              <a:gd name="connsiteX1" fmla="*/ 414202 w 2082055"/>
              <a:gd name="connsiteY1" fmla="*/ 0 h 2203554"/>
              <a:gd name="connsiteX2" fmla="*/ 2082055 w 2082055"/>
              <a:gd name="connsiteY2" fmla="*/ 944381 h 2203554"/>
              <a:gd name="connsiteX3" fmla="*/ 1656808 w 2082055"/>
              <a:gd name="connsiteY3" fmla="*/ 2203554 h 2203554"/>
              <a:gd name="connsiteX4" fmla="*/ 0 w 2082055"/>
              <a:gd name="connsiteY4" fmla="*/ 2203554 h 2203554"/>
              <a:gd name="connsiteX0" fmla="*/ 0 w 2082055"/>
              <a:gd name="connsiteY0" fmla="*/ 3237875 h 3237875"/>
              <a:gd name="connsiteX1" fmla="*/ 1073769 w 2082055"/>
              <a:gd name="connsiteY1" fmla="*/ 0 h 3237875"/>
              <a:gd name="connsiteX2" fmla="*/ 2082055 w 2082055"/>
              <a:gd name="connsiteY2" fmla="*/ 1978702 h 3237875"/>
              <a:gd name="connsiteX3" fmla="*/ 1656808 w 2082055"/>
              <a:gd name="connsiteY3" fmla="*/ 3237875 h 3237875"/>
              <a:gd name="connsiteX4" fmla="*/ 0 w 2082055"/>
              <a:gd name="connsiteY4" fmla="*/ 3237875 h 3237875"/>
              <a:gd name="connsiteX0" fmla="*/ 0 w 2741622"/>
              <a:gd name="connsiteY0" fmla="*/ 1858780 h 3237875"/>
              <a:gd name="connsiteX1" fmla="*/ 1733336 w 2741622"/>
              <a:gd name="connsiteY1" fmla="*/ 0 h 3237875"/>
              <a:gd name="connsiteX2" fmla="*/ 2741622 w 2741622"/>
              <a:gd name="connsiteY2" fmla="*/ 1978702 h 3237875"/>
              <a:gd name="connsiteX3" fmla="*/ 2316375 w 2741622"/>
              <a:gd name="connsiteY3" fmla="*/ 3237875 h 3237875"/>
              <a:gd name="connsiteX4" fmla="*/ 0 w 2741622"/>
              <a:gd name="connsiteY4" fmla="*/ 1858780 h 3237875"/>
              <a:gd name="connsiteX0" fmla="*/ 0 w 2741622"/>
              <a:gd name="connsiteY0" fmla="*/ 1858780 h 3282845"/>
              <a:gd name="connsiteX1" fmla="*/ 1733336 w 2741622"/>
              <a:gd name="connsiteY1" fmla="*/ 0 h 3282845"/>
              <a:gd name="connsiteX2" fmla="*/ 2741622 w 2741622"/>
              <a:gd name="connsiteY2" fmla="*/ 1978702 h 3282845"/>
              <a:gd name="connsiteX3" fmla="*/ 1252073 w 2741622"/>
              <a:gd name="connsiteY3" fmla="*/ 3282845 h 3282845"/>
              <a:gd name="connsiteX4" fmla="*/ 0 w 2741622"/>
              <a:gd name="connsiteY4" fmla="*/ 1858780 h 3282845"/>
              <a:gd name="connsiteX0" fmla="*/ 0 w 2741622"/>
              <a:gd name="connsiteY0" fmla="*/ 1858780 h 3057992"/>
              <a:gd name="connsiteX1" fmla="*/ 1733336 w 2741622"/>
              <a:gd name="connsiteY1" fmla="*/ 0 h 3057992"/>
              <a:gd name="connsiteX2" fmla="*/ 2741622 w 2741622"/>
              <a:gd name="connsiteY2" fmla="*/ 1978702 h 3057992"/>
              <a:gd name="connsiteX3" fmla="*/ 802368 w 2741622"/>
              <a:gd name="connsiteY3" fmla="*/ 3057992 h 3057992"/>
              <a:gd name="connsiteX4" fmla="*/ 0 w 2741622"/>
              <a:gd name="connsiteY4" fmla="*/ 1858780 h 3057992"/>
              <a:gd name="connsiteX0" fmla="*/ 0 w 2696652"/>
              <a:gd name="connsiteY0" fmla="*/ 1154243 h 3057992"/>
              <a:gd name="connsiteX1" fmla="*/ 1688366 w 2696652"/>
              <a:gd name="connsiteY1" fmla="*/ 0 h 3057992"/>
              <a:gd name="connsiteX2" fmla="*/ 2696652 w 2696652"/>
              <a:gd name="connsiteY2" fmla="*/ 1978702 h 3057992"/>
              <a:gd name="connsiteX3" fmla="*/ 757398 w 2696652"/>
              <a:gd name="connsiteY3" fmla="*/ 3057992 h 3057992"/>
              <a:gd name="connsiteX4" fmla="*/ 0 w 2696652"/>
              <a:gd name="connsiteY4" fmla="*/ 1154243 h 3057992"/>
              <a:gd name="connsiteX0" fmla="*/ 0 w 2676332"/>
              <a:gd name="connsiteY0" fmla="*/ 1154243 h 3057992"/>
              <a:gd name="connsiteX1" fmla="*/ 1688366 w 2676332"/>
              <a:gd name="connsiteY1" fmla="*/ 0 h 3057992"/>
              <a:gd name="connsiteX2" fmla="*/ 2676332 w 2676332"/>
              <a:gd name="connsiteY2" fmla="*/ 2110782 h 3057992"/>
              <a:gd name="connsiteX3" fmla="*/ 757398 w 2676332"/>
              <a:gd name="connsiteY3" fmla="*/ 3057992 h 3057992"/>
              <a:gd name="connsiteX4" fmla="*/ 0 w 2676332"/>
              <a:gd name="connsiteY4" fmla="*/ 1154243 h 3057992"/>
              <a:gd name="connsiteX0" fmla="*/ 0 w 3924128"/>
              <a:gd name="connsiteY0" fmla="*/ 1938643 h 3057992"/>
              <a:gd name="connsiteX1" fmla="*/ 2936162 w 3924128"/>
              <a:gd name="connsiteY1" fmla="*/ 0 h 3057992"/>
              <a:gd name="connsiteX2" fmla="*/ 3924128 w 3924128"/>
              <a:gd name="connsiteY2" fmla="*/ 2110782 h 3057992"/>
              <a:gd name="connsiteX3" fmla="*/ 2005194 w 3924128"/>
              <a:gd name="connsiteY3" fmla="*/ 3057992 h 3057992"/>
              <a:gd name="connsiteX4" fmla="*/ 0 w 3924128"/>
              <a:gd name="connsiteY4" fmla="*/ 1938643 h 3057992"/>
              <a:gd name="connsiteX0" fmla="*/ 0 w 3924128"/>
              <a:gd name="connsiteY0" fmla="*/ 1938643 h 3712909"/>
              <a:gd name="connsiteX1" fmla="*/ 2936162 w 3924128"/>
              <a:gd name="connsiteY1" fmla="*/ 0 h 3712909"/>
              <a:gd name="connsiteX2" fmla="*/ 3924128 w 3924128"/>
              <a:gd name="connsiteY2" fmla="*/ 2110782 h 3712909"/>
              <a:gd name="connsiteX3" fmla="*/ 1189484 w 3924128"/>
              <a:gd name="connsiteY3" fmla="*/ 3712909 h 3712909"/>
              <a:gd name="connsiteX4" fmla="*/ 0 w 3924128"/>
              <a:gd name="connsiteY4" fmla="*/ 1938643 h 3712909"/>
              <a:gd name="connsiteX0" fmla="*/ 0 w 3924128"/>
              <a:gd name="connsiteY0" fmla="*/ 2842936 h 4617202"/>
              <a:gd name="connsiteX1" fmla="*/ 2905948 w 3924128"/>
              <a:gd name="connsiteY1" fmla="*/ 0 h 4617202"/>
              <a:gd name="connsiteX2" fmla="*/ 3924128 w 3924128"/>
              <a:gd name="connsiteY2" fmla="*/ 3015075 h 4617202"/>
              <a:gd name="connsiteX3" fmla="*/ 1189484 w 3924128"/>
              <a:gd name="connsiteY3" fmla="*/ 4617202 h 4617202"/>
              <a:gd name="connsiteX4" fmla="*/ 0 w 3924128"/>
              <a:gd name="connsiteY4" fmla="*/ 2842936 h 4617202"/>
              <a:gd name="connsiteX0" fmla="*/ 0 w 5019460"/>
              <a:gd name="connsiteY0" fmla="*/ 2842936 h 4617202"/>
              <a:gd name="connsiteX1" fmla="*/ 2905948 w 5019460"/>
              <a:gd name="connsiteY1" fmla="*/ 0 h 4617202"/>
              <a:gd name="connsiteX2" fmla="*/ 5019460 w 5019460"/>
              <a:gd name="connsiteY2" fmla="*/ 3385176 h 4617202"/>
              <a:gd name="connsiteX3" fmla="*/ 1189484 w 5019460"/>
              <a:gd name="connsiteY3" fmla="*/ 4617202 h 4617202"/>
              <a:gd name="connsiteX4" fmla="*/ 0 w 5019460"/>
              <a:gd name="connsiteY4" fmla="*/ 2842936 h 4617202"/>
              <a:gd name="connsiteX0" fmla="*/ 0 w 5713407"/>
              <a:gd name="connsiteY0" fmla="*/ 2842936 h 4617202"/>
              <a:gd name="connsiteX1" fmla="*/ 2905948 w 5713407"/>
              <a:gd name="connsiteY1" fmla="*/ 0 h 4617202"/>
              <a:gd name="connsiteX2" fmla="*/ 5713406 w 5713407"/>
              <a:gd name="connsiteY2" fmla="*/ 2934315 h 4617202"/>
              <a:gd name="connsiteX3" fmla="*/ 1189484 w 5713407"/>
              <a:gd name="connsiteY3" fmla="*/ 4617202 h 4617202"/>
              <a:gd name="connsiteX4" fmla="*/ 0 w 5713407"/>
              <a:gd name="connsiteY4" fmla="*/ 2842936 h 4617202"/>
              <a:gd name="connsiteX0" fmla="*/ 0 w 5713405"/>
              <a:gd name="connsiteY0" fmla="*/ 2842936 h 5193930"/>
              <a:gd name="connsiteX1" fmla="*/ 2905948 w 5713405"/>
              <a:gd name="connsiteY1" fmla="*/ 0 h 5193930"/>
              <a:gd name="connsiteX2" fmla="*/ 5713406 w 5713405"/>
              <a:gd name="connsiteY2" fmla="*/ 2934315 h 5193930"/>
              <a:gd name="connsiteX3" fmla="*/ 1209175 w 5713405"/>
              <a:gd name="connsiteY3" fmla="*/ 5193929 h 5193930"/>
              <a:gd name="connsiteX4" fmla="*/ 0 w 5713405"/>
              <a:gd name="connsiteY4" fmla="*/ 2842936 h 519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3405" h="5193930">
                <a:moveTo>
                  <a:pt x="0" y="2842936"/>
                </a:moveTo>
                <a:lnTo>
                  <a:pt x="2905948" y="0"/>
                </a:lnTo>
                <a:lnTo>
                  <a:pt x="5713406" y="2934315"/>
                </a:lnTo>
                <a:lnTo>
                  <a:pt x="1209175" y="5193929"/>
                </a:lnTo>
                <a:lnTo>
                  <a:pt x="0" y="2842936"/>
                </a:lnTo>
                <a:close/>
              </a:path>
            </a:pathLst>
          </a:custGeom>
          <a:solidFill>
            <a:schemeClr val="tx1">
              <a:alpha val="17000"/>
            </a:scheme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7" name="梯形 18">
            <a:extLst>
              <a:ext uri="{FF2B5EF4-FFF2-40B4-BE49-F238E27FC236}">
                <a16:creationId xmlns:a16="http://schemas.microsoft.com/office/drawing/2014/main" id="{B22CF5A1-E9F5-2C01-BE29-7DDD680B167D}"/>
              </a:ext>
            </a:extLst>
          </p:cNvPr>
          <p:cNvSpPr/>
          <p:nvPr/>
        </p:nvSpPr>
        <p:spPr>
          <a:xfrm rot="1638092">
            <a:off x="4967494" y="1479761"/>
            <a:ext cx="5033745" cy="4802666"/>
          </a:xfrm>
          <a:custGeom>
            <a:avLst/>
            <a:gdLst>
              <a:gd name="connsiteX0" fmla="*/ 0 w 1656808"/>
              <a:gd name="connsiteY0" fmla="*/ 2203554 h 2203554"/>
              <a:gd name="connsiteX1" fmla="*/ 414202 w 1656808"/>
              <a:gd name="connsiteY1" fmla="*/ 0 h 2203554"/>
              <a:gd name="connsiteX2" fmla="*/ 1242606 w 1656808"/>
              <a:gd name="connsiteY2" fmla="*/ 0 h 2203554"/>
              <a:gd name="connsiteX3" fmla="*/ 1656808 w 1656808"/>
              <a:gd name="connsiteY3" fmla="*/ 2203554 h 2203554"/>
              <a:gd name="connsiteX4" fmla="*/ 0 w 1656808"/>
              <a:gd name="connsiteY4" fmla="*/ 2203554 h 2203554"/>
              <a:gd name="connsiteX0" fmla="*/ 0 w 2082055"/>
              <a:gd name="connsiteY0" fmla="*/ 2203554 h 2203554"/>
              <a:gd name="connsiteX1" fmla="*/ 414202 w 2082055"/>
              <a:gd name="connsiteY1" fmla="*/ 0 h 2203554"/>
              <a:gd name="connsiteX2" fmla="*/ 2082055 w 2082055"/>
              <a:gd name="connsiteY2" fmla="*/ 944381 h 2203554"/>
              <a:gd name="connsiteX3" fmla="*/ 1656808 w 2082055"/>
              <a:gd name="connsiteY3" fmla="*/ 2203554 h 2203554"/>
              <a:gd name="connsiteX4" fmla="*/ 0 w 2082055"/>
              <a:gd name="connsiteY4" fmla="*/ 2203554 h 2203554"/>
              <a:gd name="connsiteX0" fmla="*/ 0 w 2082055"/>
              <a:gd name="connsiteY0" fmla="*/ 3237875 h 3237875"/>
              <a:gd name="connsiteX1" fmla="*/ 1073769 w 2082055"/>
              <a:gd name="connsiteY1" fmla="*/ 0 h 3237875"/>
              <a:gd name="connsiteX2" fmla="*/ 2082055 w 2082055"/>
              <a:gd name="connsiteY2" fmla="*/ 1978702 h 3237875"/>
              <a:gd name="connsiteX3" fmla="*/ 1656808 w 2082055"/>
              <a:gd name="connsiteY3" fmla="*/ 3237875 h 3237875"/>
              <a:gd name="connsiteX4" fmla="*/ 0 w 2082055"/>
              <a:gd name="connsiteY4" fmla="*/ 3237875 h 3237875"/>
              <a:gd name="connsiteX0" fmla="*/ 0 w 2741622"/>
              <a:gd name="connsiteY0" fmla="*/ 1858780 h 3237875"/>
              <a:gd name="connsiteX1" fmla="*/ 1733336 w 2741622"/>
              <a:gd name="connsiteY1" fmla="*/ 0 h 3237875"/>
              <a:gd name="connsiteX2" fmla="*/ 2741622 w 2741622"/>
              <a:gd name="connsiteY2" fmla="*/ 1978702 h 3237875"/>
              <a:gd name="connsiteX3" fmla="*/ 2316375 w 2741622"/>
              <a:gd name="connsiteY3" fmla="*/ 3237875 h 3237875"/>
              <a:gd name="connsiteX4" fmla="*/ 0 w 2741622"/>
              <a:gd name="connsiteY4" fmla="*/ 1858780 h 3237875"/>
              <a:gd name="connsiteX0" fmla="*/ 0 w 2741622"/>
              <a:gd name="connsiteY0" fmla="*/ 1858780 h 3282845"/>
              <a:gd name="connsiteX1" fmla="*/ 1733336 w 2741622"/>
              <a:gd name="connsiteY1" fmla="*/ 0 h 3282845"/>
              <a:gd name="connsiteX2" fmla="*/ 2741622 w 2741622"/>
              <a:gd name="connsiteY2" fmla="*/ 1978702 h 3282845"/>
              <a:gd name="connsiteX3" fmla="*/ 1252073 w 2741622"/>
              <a:gd name="connsiteY3" fmla="*/ 3282845 h 3282845"/>
              <a:gd name="connsiteX4" fmla="*/ 0 w 2741622"/>
              <a:gd name="connsiteY4" fmla="*/ 1858780 h 3282845"/>
              <a:gd name="connsiteX0" fmla="*/ 0 w 2741622"/>
              <a:gd name="connsiteY0" fmla="*/ 1858780 h 3057992"/>
              <a:gd name="connsiteX1" fmla="*/ 1733336 w 2741622"/>
              <a:gd name="connsiteY1" fmla="*/ 0 h 3057992"/>
              <a:gd name="connsiteX2" fmla="*/ 2741622 w 2741622"/>
              <a:gd name="connsiteY2" fmla="*/ 1978702 h 3057992"/>
              <a:gd name="connsiteX3" fmla="*/ 802368 w 2741622"/>
              <a:gd name="connsiteY3" fmla="*/ 3057992 h 3057992"/>
              <a:gd name="connsiteX4" fmla="*/ 0 w 2741622"/>
              <a:gd name="connsiteY4" fmla="*/ 1858780 h 3057992"/>
              <a:gd name="connsiteX0" fmla="*/ 0 w 2696652"/>
              <a:gd name="connsiteY0" fmla="*/ 1154243 h 3057992"/>
              <a:gd name="connsiteX1" fmla="*/ 1688366 w 2696652"/>
              <a:gd name="connsiteY1" fmla="*/ 0 h 3057992"/>
              <a:gd name="connsiteX2" fmla="*/ 2696652 w 2696652"/>
              <a:gd name="connsiteY2" fmla="*/ 1978702 h 3057992"/>
              <a:gd name="connsiteX3" fmla="*/ 757398 w 2696652"/>
              <a:gd name="connsiteY3" fmla="*/ 3057992 h 3057992"/>
              <a:gd name="connsiteX4" fmla="*/ 0 w 2696652"/>
              <a:gd name="connsiteY4" fmla="*/ 1154243 h 3057992"/>
              <a:gd name="connsiteX0" fmla="*/ 0 w 2676332"/>
              <a:gd name="connsiteY0" fmla="*/ 1154243 h 3057992"/>
              <a:gd name="connsiteX1" fmla="*/ 1688366 w 2676332"/>
              <a:gd name="connsiteY1" fmla="*/ 0 h 3057992"/>
              <a:gd name="connsiteX2" fmla="*/ 2676332 w 2676332"/>
              <a:gd name="connsiteY2" fmla="*/ 2110782 h 3057992"/>
              <a:gd name="connsiteX3" fmla="*/ 757398 w 2676332"/>
              <a:gd name="connsiteY3" fmla="*/ 3057992 h 3057992"/>
              <a:gd name="connsiteX4" fmla="*/ 0 w 2676332"/>
              <a:gd name="connsiteY4" fmla="*/ 1154243 h 3057992"/>
              <a:gd name="connsiteX0" fmla="*/ 0 w 3924128"/>
              <a:gd name="connsiteY0" fmla="*/ 1938643 h 3057992"/>
              <a:gd name="connsiteX1" fmla="*/ 2936162 w 3924128"/>
              <a:gd name="connsiteY1" fmla="*/ 0 h 3057992"/>
              <a:gd name="connsiteX2" fmla="*/ 3924128 w 3924128"/>
              <a:gd name="connsiteY2" fmla="*/ 2110782 h 3057992"/>
              <a:gd name="connsiteX3" fmla="*/ 2005194 w 3924128"/>
              <a:gd name="connsiteY3" fmla="*/ 3057992 h 3057992"/>
              <a:gd name="connsiteX4" fmla="*/ 0 w 3924128"/>
              <a:gd name="connsiteY4" fmla="*/ 1938643 h 3057992"/>
              <a:gd name="connsiteX0" fmla="*/ 0 w 3924128"/>
              <a:gd name="connsiteY0" fmla="*/ 1938643 h 3712909"/>
              <a:gd name="connsiteX1" fmla="*/ 2936162 w 3924128"/>
              <a:gd name="connsiteY1" fmla="*/ 0 h 3712909"/>
              <a:gd name="connsiteX2" fmla="*/ 3924128 w 3924128"/>
              <a:gd name="connsiteY2" fmla="*/ 2110782 h 3712909"/>
              <a:gd name="connsiteX3" fmla="*/ 1189484 w 3924128"/>
              <a:gd name="connsiteY3" fmla="*/ 3712909 h 3712909"/>
              <a:gd name="connsiteX4" fmla="*/ 0 w 3924128"/>
              <a:gd name="connsiteY4" fmla="*/ 1938643 h 3712909"/>
              <a:gd name="connsiteX0" fmla="*/ 0 w 3924128"/>
              <a:gd name="connsiteY0" fmla="*/ 2842936 h 4617202"/>
              <a:gd name="connsiteX1" fmla="*/ 2905948 w 3924128"/>
              <a:gd name="connsiteY1" fmla="*/ 0 h 4617202"/>
              <a:gd name="connsiteX2" fmla="*/ 3924128 w 3924128"/>
              <a:gd name="connsiteY2" fmla="*/ 3015075 h 4617202"/>
              <a:gd name="connsiteX3" fmla="*/ 1189484 w 3924128"/>
              <a:gd name="connsiteY3" fmla="*/ 4617202 h 4617202"/>
              <a:gd name="connsiteX4" fmla="*/ 0 w 3924128"/>
              <a:gd name="connsiteY4" fmla="*/ 2842936 h 4617202"/>
              <a:gd name="connsiteX0" fmla="*/ 0 w 5019460"/>
              <a:gd name="connsiteY0" fmla="*/ 2842936 h 4617202"/>
              <a:gd name="connsiteX1" fmla="*/ 2905948 w 5019460"/>
              <a:gd name="connsiteY1" fmla="*/ 0 h 4617202"/>
              <a:gd name="connsiteX2" fmla="*/ 5019460 w 5019460"/>
              <a:gd name="connsiteY2" fmla="*/ 3385176 h 4617202"/>
              <a:gd name="connsiteX3" fmla="*/ 1189484 w 5019460"/>
              <a:gd name="connsiteY3" fmla="*/ 4617202 h 4617202"/>
              <a:gd name="connsiteX4" fmla="*/ 0 w 5019460"/>
              <a:gd name="connsiteY4" fmla="*/ 2842936 h 4617202"/>
              <a:gd name="connsiteX0" fmla="*/ 0 w 5019460"/>
              <a:gd name="connsiteY0" fmla="*/ 2842936 h 4802666"/>
              <a:gd name="connsiteX1" fmla="*/ 2905948 w 5019460"/>
              <a:gd name="connsiteY1" fmla="*/ 0 h 4802666"/>
              <a:gd name="connsiteX2" fmla="*/ 5019460 w 5019460"/>
              <a:gd name="connsiteY2" fmla="*/ 3385176 h 4802666"/>
              <a:gd name="connsiteX3" fmla="*/ 1222851 w 5019460"/>
              <a:gd name="connsiteY3" fmla="*/ 4802666 h 4802666"/>
              <a:gd name="connsiteX4" fmla="*/ 0 w 5019460"/>
              <a:gd name="connsiteY4" fmla="*/ 2842936 h 4802666"/>
              <a:gd name="connsiteX0" fmla="*/ 0 w 5033745"/>
              <a:gd name="connsiteY0" fmla="*/ 2842936 h 4802666"/>
              <a:gd name="connsiteX1" fmla="*/ 2905948 w 5033745"/>
              <a:gd name="connsiteY1" fmla="*/ 0 h 4802666"/>
              <a:gd name="connsiteX2" fmla="*/ 5033745 w 5033745"/>
              <a:gd name="connsiteY2" fmla="*/ 3050384 h 4802666"/>
              <a:gd name="connsiteX3" fmla="*/ 1222851 w 5033745"/>
              <a:gd name="connsiteY3" fmla="*/ 4802666 h 4802666"/>
              <a:gd name="connsiteX4" fmla="*/ 0 w 5033745"/>
              <a:gd name="connsiteY4" fmla="*/ 2842936 h 4802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745" h="4802666">
                <a:moveTo>
                  <a:pt x="0" y="2842936"/>
                </a:moveTo>
                <a:lnTo>
                  <a:pt x="2905948" y="0"/>
                </a:lnTo>
                <a:lnTo>
                  <a:pt x="5033745" y="3050384"/>
                </a:lnTo>
                <a:lnTo>
                  <a:pt x="1222851" y="4802666"/>
                </a:lnTo>
                <a:lnTo>
                  <a:pt x="0" y="2842936"/>
                </a:lnTo>
                <a:close/>
              </a:path>
            </a:pathLst>
          </a:custGeom>
          <a:solidFill>
            <a:schemeClr val="tx1">
              <a:alpha val="17000"/>
            </a:scheme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38" name="图表 37">
            <a:extLst>
              <a:ext uri="{FF2B5EF4-FFF2-40B4-BE49-F238E27FC236}">
                <a16:creationId xmlns:a16="http://schemas.microsoft.com/office/drawing/2014/main" id="{79791861-DF9C-94B4-E938-FCB306FE7C61}"/>
              </a:ext>
            </a:extLst>
          </p:cNvPr>
          <p:cNvGraphicFramePr/>
          <p:nvPr/>
        </p:nvGraphicFramePr>
        <p:xfrm>
          <a:off x="7307812" y="2051177"/>
          <a:ext cx="3992879" cy="37041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9" name="图表 38">
            <a:extLst>
              <a:ext uri="{FF2B5EF4-FFF2-40B4-BE49-F238E27FC236}">
                <a16:creationId xmlns:a16="http://schemas.microsoft.com/office/drawing/2014/main" id="{09C56EDC-9C48-5E09-23CB-FE35A87D9978}"/>
              </a:ext>
            </a:extLst>
          </p:cNvPr>
          <p:cNvGraphicFramePr/>
          <p:nvPr>
            <p:extLst>
              <p:ext uri="{D42A27DB-BD31-4B8C-83A1-F6EECF244321}">
                <p14:modId xmlns:p14="http://schemas.microsoft.com/office/powerpoint/2010/main" val="2829007940"/>
              </p:ext>
            </p:extLst>
          </p:nvPr>
        </p:nvGraphicFramePr>
        <p:xfrm>
          <a:off x="3269672" y="2938596"/>
          <a:ext cx="2806977" cy="279531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0" name="图表 39">
            <a:extLst>
              <a:ext uri="{FF2B5EF4-FFF2-40B4-BE49-F238E27FC236}">
                <a16:creationId xmlns:a16="http://schemas.microsoft.com/office/drawing/2014/main" id="{B232EBDB-3C7B-BF8C-A45C-A2A6D6FEC5E2}"/>
              </a:ext>
            </a:extLst>
          </p:cNvPr>
          <p:cNvGraphicFramePr/>
          <p:nvPr>
            <p:extLst>
              <p:ext uri="{D42A27DB-BD31-4B8C-83A1-F6EECF244321}">
                <p14:modId xmlns:p14="http://schemas.microsoft.com/office/powerpoint/2010/main" val="95331730"/>
              </p:ext>
            </p:extLst>
          </p:nvPr>
        </p:nvGraphicFramePr>
        <p:xfrm>
          <a:off x="6983615" y="1449025"/>
          <a:ext cx="4626494" cy="42930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49" name="图表 648">
            <a:extLst>
              <a:ext uri="{FF2B5EF4-FFF2-40B4-BE49-F238E27FC236}">
                <a16:creationId xmlns:a16="http://schemas.microsoft.com/office/drawing/2014/main" id="{6EB4D5BA-EFCF-0B0B-9166-59C9D70FFF01}"/>
              </a:ext>
            </a:extLst>
          </p:cNvPr>
          <p:cNvGraphicFramePr/>
          <p:nvPr>
            <p:extLst>
              <p:ext uri="{D42A27DB-BD31-4B8C-83A1-F6EECF244321}">
                <p14:modId xmlns:p14="http://schemas.microsoft.com/office/powerpoint/2010/main" val="3724759293"/>
              </p:ext>
            </p:extLst>
          </p:nvPr>
        </p:nvGraphicFramePr>
        <p:xfrm>
          <a:off x="642540" y="3788615"/>
          <a:ext cx="1869938" cy="1862166"/>
        </p:xfrm>
        <a:graphic>
          <a:graphicData uri="http://schemas.openxmlformats.org/drawingml/2006/chart">
            <c:chart xmlns:c="http://schemas.openxmlformats.org/drawingml/2006/chart" xmlns:r="http://schemas.openxmlformats.org/officeDocument/2006/relationships" r:id="rId6"/>
          </a:graphicData>
        </a:graphic>
      </p:graphicFrame>
      <p:cxnSp>
        <p:nvCxnSpPr>
          <p:cNvPr id="651" name="直线箭头连接符 650">
            <a:extLst>
              <a:ext uri="{FF2B5EF4-FFF2-40B4-BE49-F238E27FC236}">
                <a16:creationId xmlns:a16="http://schemas.microsoft.com/office/drawing/2014/main" id="{0387F3E6-2948-B14D-794F-F4CCC36F95E8}"/>
              </a:ext>
            </a:extLst>
          </p:cNvPr>
          <p:cNvCxnSpPr>
            <a:cxnSpLocks/>
          </p:cNvCxnSpPr>
          <p:nvPr/>
        </p:nvCxnSpPr>
        <p:spPr>
          <a:xfrm flipV="1">
            <a:off x="2563091" y="4585854"/>
            <a:ext cx="928254" cy="96982"/>
          </a:xfrm>
          <a:prstGeom prst="straightConnector1">
            <a:avLst/>
          </a:prstGeom>
          <a:ln w="38100">
            <a:solidFill>
              <a:srgbClr val="BB3023"/>
            </a:solidFill>
            <a:tailEnd type="triangle"/>
          </a:ln>
        </p:spPr>
        <p:style>
          <a:lnRef idx="1">
            <a:schemeClr val="accent1"/>
          </a:lnRef>
          <a:fillRef idx="0">
            <a:schemeClr val="accent1"/>
          </a:fillRef>
          <a:effectRef idx="0">
            <a:schemeClr val="accent1"/>
          </a:effectRef>
          <a:fontRef idx="minor">
            <a:schemeClr val="tx1"/>
          </a:fontRef>
        </p:style>
      </p:cxnSp>
      <p:cxnSp>
        <p:nvCxnSpPr>
          <p:cNvPr id="654" name="直线箭头连接符 653">
            <a:extLst>
              <a:ext uri="{FF2B5EF4-FFF2-40B4-BE49-F238E27FC236}">
                <a16:creationId xmlns:a16="http://schemas.microsoft.com/office/drawing/2014/main" id="{E7B84506-D91D-D858-E2F8-278DFA52CD58}"/>
              </a:ext>
            </a:extLst>
          </p:cNvPr>
          <p:cNvCxnSpPr>
            <a:cxnSpLocks/>
          </p:cNvCxnSpPr>
          <p:nvPr/>
        </p:nvCxnSpPr>
        <p:spPr>
          <a:xfrm flipV="1">
            <a:off x="6168008" y="4073236"/>
            <a:ext cx="1036356" cy="117586"/>
          </a:xfrm>
          <a:prstGeom prst="straightConnector1">
            <a:avLst/>
          </a:prstGeom>
          <a:ln w="38100">
            <a:solidFill>
              <a:srgbClr val="BB3023"/>
            </a:solidFill>
            <a:tailEnd type="triangle"/>
          </a:ln>
        </p:spPr>
        <p:style>
          <a:lnRef idx="1">
            <a:schemeClr val="accent1"/>
          </a:lnRef>
          <a:fillRef idx="0">
            <a:schemeClr val="accent1"/>
          </a:fillRef>
          <a:effectRef idx="0">
            <a:schemeClr val="accent1"/>
          </a:effectRef>
          <a:fontRef idx="minor">
            <a:schemeClr val="tx1"/>
          </a:fontRef>
        </p:style>
      </p:cxnSp>
      <p:sp>
        <p:nvSpPr>
          <p:cNvPr id="656" name="文本框 655">
            <a:extLst>
              <a:ext uri="{FF2B5EF4-FFF2-40B4-BE49-F238E27FC236}">
                <a16:creationId xmlns:a16="http://schemas.microsoft.com/office/drawing/2014/main" id="{85348A08-571C-BB74-96B4-59BCDA94F3CF}"/>
              </a:ext>
            </a:extLst>
          </p:cNvPr>
          <p:cNvSpPr txBox="1"/>
          <p:nvPr/>
        </p:nvSpPr>
        <p:spPr>
          <a:xfrm>
            <a:off x="9479021" y="3511007"/>
            <a:ext cx="1342034" cy="307777"/>
          </a:xfrm>
          <a:prstGeom prst="rect">
            <a:avLst/>
          </a:prstGeom>
          <a:noFill/>
        </p:spPr>
        <p:txBody>
          <a:bodyPr wrap="non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7" name="文本框 656">
            <a:extLst>
              <a:ext uri="{FF2B5EF4-FFF2-40B4-BE49-F238E27FC236}">
                <a16:creationId xmlns:a16="http://schemas.microsoft.com/office/drawing/2014/main" id="{E1A5A2EA-1859-CE07-A700-3A1260A74E59}"/>
              </a:ext>
            </a:extLst>
          </p:cNvPr>
          <p:cNvSpPr txBox="1"/>
          <p:nvPr/>
        </p:nvSpPr>
        <p:spPr>
          <a:xfrm>
            <a:off x="3794301" y="4413564"/>
            <a:ext cx="109356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-2</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8" name="文本框 657">
            <a:extLst>
              <a:ext uri="{FF2B5EF4-FFF2-40B4-BE49-F238E27FC236}">
                <a16:creationId xmlns:a16="http://schemas.microsoft.com/office/drawing/2014/main" id="{0D90BB7D-C6D9-BA25-D397-114808A8331F}"/>
              </a:ext>
            </a:extLst>
          </p:cNvPr>
          <p:cNvSpPr txBox="1"/>
          <p:nvPr/>
        </p:nvSpPr>
        <p:spPr>
          <a:xfrm>
            <a:off x="1059013" y="4620135"/>
            <a:ext cx="1093569" cy="261610"/>
          </a:xfrm>
          <a:prstGeom prst="rect">
            <a:avLst/>
          </a:prstGeom>
          <a:noFill/>
        </p:spPr>
        <p:txBody>
          <a:bodyPr wrap="non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9" name="矩形 658">
            <a:extLst>
              <a:ext uri="{FF2B5EF4-FFF2-40B4-BE49-F238E27FC236}">
                <a16:creationId xmlns:a16="http://schemas.microsoft.com/office/drawing/2014/main" id="{7240EA9B-C458-015B-D6B8-DF529AAAEAF5}"/>
              </a:ext>
            </a:extLst>
          </p:cNvPr>
          <p:cNvSpPr/>
          <p:nvPr/>
        </p:nvSpPr>
        <p:spPr>
          <a:xfrm>
            <a:off x="10429573" y="5956167"/>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0" name="文本框 659">
            <a:extLst>
              <a:ext uri="{FF2B5EF4-FFF2-40B4-BE49-F238E27FC236}">
                <a16:creationId xmlns:a16="http://schemas.microsoft.com/office/drawing/2014/main" id="{78E3A3C0-3032-9A7C-C747-6A688C591B31}"/>
              </a:ext>
            </a:extLst>
          </p:cNvPr>
          <p:cNvSpPr txBox="1"/>
          <p:nvPr/>
        </p:nvSpPr>
        <p:spPr>
          <a:xfrm>
            <a:off x="10744810" y="5901034"/>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61" name="矩形 660">
            <a:extLst>
              <a:ext uri="{FF2B5EF4-FFF2-40B4-BE49-F238E27FC236}">
                <a16:creationId xmlns:a16="http://schemas.microsoft.com/office/drawing/2014/main" id="{F9538EBF-A3BE-88C7-3A6D-4D080AFCCD89}"/>
              </a:ext>
            </a:extLst>
          </p:cNvPr>
          <p:cNvSpPr/>
          <p:nvPr/>
        </p:nvSpPr>
        <p:spPr>
          <a:xfrm>
            <a:off x="10429573" y="6198846"/>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2" name="文本框 661">
            <a:extLst>
              <a:ext uri="{FF2B5EF4-FFF2-40B4-BE49-F238E27FC236}">
                <a16:creationId xmlns:a16="http://schemas.microsoft.com/office/drawing/2014/main" id="{86BF752C-6C5A-6FE4-84E0-A35D5905AE66}"/>
              </a:ext>
            </a:extLst>
          </p:cNvPr>
          <p:cNvSpPr txBox="1"/>
          <p:nvPr/>
        </p:nvSpPr>
        <p:spPr>
          <a:xfrm>
            <a:off x="10744810" y="6175611"/>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63" name="矩形 662">
            <a:extLst>
              <a:ext uri="{FF2B5EF4-FFF2-40B4-BE49-F238E27FC236}">
                <a16:creationId xmlns:a16="http://schemas.microsoft.com/office/drawing/2014/main" id="{799F5196-813F-F40D-5911-63DE2C383DED}"/>
              </a:ext>
            </a:extLst>
          </p:cNvPr>
          <p:cNvSpPr/>
          <p:nvPr/>
        </p:nvSpPr>
        <p:spPr>
          <a:xfrm>
            <a:off x="10429573" y="6486878"/>
            <a:ext cx="329609" cy="159488"/>
          </a:xfrm>
          <a:prstGeom prst="rect">
            <a:avLst/>
          </a:prstGeom>
          <a:pattFill prst="wdDnDiag">
            <a:fgClr>
              <a:srgbClr val="1E344D"/>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4" name="文本框 663">
            <a:extLst>
              <a:ext uri="{FF2B5EF4-FFF2-40B4-BE49-F238E27FC236}">
                <a16:creationId xmlns:a16="http://schemas.microsoft.com/office/drawing/2014/main" id="{052E9179-344B-9CC3-122F-ABA71EC83A43}"/>
              </a:ext>
            </a:extLst>
          </p:cNvPr>
          <p:cNvSpPr txBox="1"/>
          <p:nvPr/>
        </p:nvSpPr>
        <p:spPr>
          <a:xfrm>
            <a:off x="10755442" y="6463642"/>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65" name="矩形 664">
            <a:extLst>
              <a:ext uri="{FF2B5EF4-FFF2-40B4-BE49-F238E27FC236}">
                <a16:creationId xmlns:a16="http://schemas.microsoft.com/office/drawing/2014/main" id="{FFD26883-905C-D173-D78D-8C23463CAAE0}"/>
              </a:ext>
            </a:extLst>
          </p:cNvPr>
          <p:cNvSpPr/>
          <p:nvPr/>
        </p:nvSpPr>
        <p:spPr>
          <a:xfrm>
            <a:off x="5420723" y="5956167"/>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6" name="文本框 665">
            <a:extLst>
              <a:ext uri="{FF2B5EF4-FFF2-40B4-BE49-F238E27FC236}">
                <a16:creationId xmlns:a16="http://schemas.microsoft.com/office/drawing/2014/main" id="{C381236A-F460-DA55-CF29-0FF91FCEE593}"/>
              </a:ext>
            </a:extLst>
          </p:cNvPr>
          <p:cNvSpPr txBox="1"/>
          <p:nvPr/>
        </p:nvSpPr>
        <p:spPr>
          <a:xfrm>
            <a:off x="5735960" y="5901034"/>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69" name="矩形 668">
            <a:extLst>
              <a:ext uri="{FF2B5EF4-FFF2-40B4-BE49-F238E27FC236}">
                <a16:creationId xmlns:a16="http://schemas.microsoft.com/office/drawing/2014/main" id="{48BF67EA-65DC-7899-3706-9E4E3CB7E90E}"/>
              </a:ext>
            </a:extLst>
          </p:cNvPr>
          <p:cNvSpPr/>
          <p:nvPr/>
        </p:nvSpPr>
        <p:spPr>
          <a:xfrm>
            <a:off x="5420723" y="6237496"/>
            <a:ext cx="329609" cy="159488"/>
          </a:xfrm>
          <a:prstGeom prst="rect">
            <a:avLst/>
          </a:prstGeom>
          <a:pattFill prst="wdDnDiag">
            <a:fgClr>
              <a:srgbClr val="1E344D"/>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0" name="文本框 669">
            <a:extLst>
              <a:ext uri="{FF2B5EF4-FFF2-40B4-BE49-F238E27FC236}">
                <a16:creationId xmlns:a16="http://schemas.microsoft.com/office/drawing/2014/main" id="{5EAB8AAC-202D-CCFB-1454-457E6EA7E6EC}"/>
              </a:ext>
            </a:extLst>
          </p:cNvPr>
          <p:cNvSpPr txBox="1"/>
          <p:nvPr/>
        </p:nvSpPr>
        <p:spPr>
          <a:xfrm>
            <a:off x="5746592" y="6214260"/>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71" name="矩形 670">
            <a:extLst>
              <a:ext uri="{FF2B5EF4-FFF2-40B4-BE49-F238E27FC236}">
                <a16:creationId xmlns:a16="http://schemas.microsoft.com/office/drawing/2014/main" id="{C50EC3FD-CD82-EEC7-79A0-622FAB9F25D7}"/>
              </a:ext>
            </a:extLst>
          </p:cNvPr>
          <p:cNvSpPr/>
          <p:nvPr/>
        </p:nvSpPr>
        <p:spPr>
          <a:xfrm>
            <a:off x="2252371" y="5956167"/>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2" name="文本框 671">
            <a:extLst>
              <a:ext uri="{FF2B5EF4-FFF2-40B4-BE49-F238E27FC236}">
                <a16:creationId xmlns:a16="http://schemas.microsoft.com/office/drawing/2014/main" id="{E7EAE4EC-B3EE-1345-A9AB-E80524A54385}"/>
              </a:ext>
            </a:extLst>
          </p:cNvPr>
          <p:cNvSpPr txBox="1"/>
          <p:nvPr/>
        </p:nvSpPr>
        <p:spPr>
          <a:xfrm>
            <a:off x="2567608" y="5901034"/>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73" name="矩形 672">
            <a:extLst>
              <a:ext uri="{FF2B5EF4-FFF2-40B4-BE49-F238E27FC236}">
                <a16:creationId xmlns:a16="http://schemas.microsoft.com/office/drawing/2014/main" id="{BA1C2D5D-4792-AB8B-E5B0-0558A9F852AF}"/>
              </a:ext>
            </a:extLst>
          </p:cNvPr>
          <p:cNvSpPr/>
          <p:nvPr/>
        </p:nvSpPr>
        <p:spPr>
          <a:xfrm>
            <a:off x="2252371" y="6198846"/>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4" name="文本框 673">
            <a:extLst>
              <a:ext uri="{FF2B5EF4-FFF2-40B4-BE49-F238E27FC236}">
                <a16:creationId xmlns:a16="http://schemas.microsoft.com/office/drawing/2014/main" id="{677E6E27-7DCE-D049-6FB0-B7355D691A6F}"/>
              </a:ext>
            </a:extLst>
          </p:cNvPr>
          <p:cNvSpPr txBox="1"/>
          <p:nvPr/>
        </p:nvSpPr>
        <p:spPr>
          <a:xfrm>
            <a:off x="2567608" y="6175611"/>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677" name="双中括号 676">
            <a:extLst>
              <a:ext uri="{FF2B5EF4-FFF2-40B4-BE49-F238E27FC236}">
                <a16:creationId xmlns:a16="http://schemas.microsoft.com/office/drawing/2014/main" id="{3A1B22BA-C298-2D38-93BC-7C4C427F2038}"/>
              </a:ext>
            </a:extLst>
          </p:cNvPr>
          <p:cNvSpPr/>
          <p:nvPr/>
        </p:nvSpPr>
        <p:spPr>
          <a:xfrm>
            <a:off x="664464" y="1394026"/>
            <a:ext cx="6650736" cy="571500"/>
          </a:xfrm>
          <a:prstGeom prst="bracketPair">
            <a:avLst>
              <a:gd name="adj" fmla="val 15311"/>
            </a:avLst>
          </a:prstGeom>
          <a:ln w="2540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latin typeface="Alibaba PuHuiTi Medium" pitchFamily="18" charset="-122"/>
              <a:ea typeface="Alibaba PuHuiTi Medium" pitchFamily="18" charset="-122"/>
              <a:cs typeface="Alibaba PuHuiTi Medium" pitchFamily="18" charset="-122"/>
            </a:endParaRPr>
          </a:p>
        </p:txBody>
      </p:sp>
      <p:sp>
        <p:nvSpPr>
          <p:cNvPr id="678" name="文本框 677">
            <a:extLst>
              <a:ext uri="{FF2B5EF4-FFF2-40B4-BE49-F238E27FC236}">
                <a16:creationId xmlns:a16="http://schemas.microsoft.com/office/drawing/2014/main" id="{6F3C7215-A54E-74C2-3116-571E46A825D7}"/>
              </a:ext>
            </a:extLst>
          </p:cNvPr>
          <p:cNvSpPr txBox="1"/>
          <p:nvPr/>
        </p:nvSpPr>
        <p:spPr>
          <a:xfrm>
            <a:off x="883919" y="1255776"/>
            <a:ext cx="6209607" cy="338554"/>
          </a:xfrm>
          <a:prstGeom prst="rect">
            <a:avLst/>
          </a:prstGeom>
          <a:noFill/>
        </p:spPr>
        <p:txBody>
          <a:bodyPr wrap="square" rtlCol="0">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79" name="文本框 678">
            <a:extLst>
              <a:ext uri="{FF2B5EF4-FFF2-40B4-BE49-F238E27FC236}">
                <a16:creationId xmlns:a16="http://schemas.microsoft.com/office/drawing/2014/main" id="{20CA6143-E3F4-6745-601F-A8FBE570C997}"/>
              </a:ext>
            </a:extLst>
          </p:cNvPr>
          <p:cNvSpPr txBox="1"/>
          <p:nvPr/>
        </p:nvSpPr>
        <p:spPr>
          <a:xfrm>
            <a:off x="883919" y="1594697"/>
            <a:ext cx="6209607" cy="400110"/>
          </a:xfrm>
          <a:prstGeom prst="rect">
            <a:avLst/>
          </a:prstGeom>
          <a:noFill/>
        </p:spPr>
        <p:txBody>
          <a:bodyPr wrap="square" rtlCol="0">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000" dirty="0">
                <a:solidFill>
                  <a:srgbClr val="1E344D"/>
                </a:solidFill>
                <a:latin typeface="Alibaba PuHuiTi" pitchFamily="18" charset="-122"/>
                <a:ea typeface="Alibaba PuHuiTi" pitchFamily="18" charset="-122"/>
                <a:cs typeface="Alibaba PuHuiTi" pitchFamily="18" charset="-122"/>
              </a:rPr>
              <a:t>，</a:t>
            </a: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000" dirty="0">
                <a:solidFill>
                  <a:srgbClr val="1E344D"/>
                </a:solidFill>
                <a:latin typeface="Alibaba PuHuiTi" pitchFamily="18" charset="-122"/>
                <a:ea typeface="Alibaba PuHuiTi" pitchFamily="18" charset="-122"/>
                <a:cs typeface="Alibaba PuHuiTi" pitchFamily="18" charset="-122"/>
              </a:rPr>
              <a:t>，</a:t>
            </a: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680" name="文本框 679">
            <a:extLst>
              <a:ext uri="{FF2B5EF4-FFF2-40B4-BE49-F238E27FC236}">
                <a16:creationId xmlns:a16="http://schemas.microsoft.com/office/drawing/2014/main" id="{AAC2486C-83FD-535F-F1F9-841708E2F278}"/>
              </a:ext>
            </a:extLst>
          </p:cNvPr>
          <p:cNvSpPr txBox="1"/>
          <p:nvPr/>
        </p:nvSpPr>
        <p:spPr>
          <a:xfrm>
            <a:off x="883919" y="2093247"/>
            <a:ext cx="4754881" cy="307777"/>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81" name="文本框 680">
            <a:extLst>
              <a:ext uri="{FF2B5EF4-FFF2-40B4-BE49-F238E27FC236}">
                <a16:creationId xmlns:a16="http://schemas.microsoft.com/office/drawing/2014/main" id="{803295DB-DF5E-8AA4-1AE2-2DDF3890DC75}"/>
              </a:ext>
            </a:extLst>
          </p:cNvPr>
          <p:cNvSpPr txBox="1"/>
          <p:nvPr/>
        </p:nvSpPr>
        <p:spPr>
          <a:xfrm>
            <a:off x="883919" y="2309271"/>
            <a:ext cx="4436225" cy="507831"/>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900" dirty="0">
                <a:solidFill>
                  <a:srgbClr val="1E344D"/>
                </a:solidFill>
                <a:latin typeface="Alibaba PuHuiTi" pitchFamily="18" charset="-122"/>
                <a:ea typeface="Alibaba PuHuiTi" pitchFamily="18" charset="-122"/>
                <a:cs typeface="Alibaba PuHuiTi" pitchFamily="18" charset="-122"/>
              </a:rPr>
              <a:t>，</a:t>
            </a:r>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900" dirty="0">
                <a:solidFill>
                  <a:srgbClr val="1E344D"/>
                </a:solidFill>
                <a:latin typeface="Alibaba PuHuiTi" pitchFamily="18" charset="-122"/>
                <a:ea typeface="Alibaba PuHuiTi" pitchFamily="18" charset="-122"/>
                <a:cs typeface="Alibaba PuHuiTi" pitchFamily="18" charset="-122"/>
              </a:rPr>
              <a:t>，</a:t>
            </a:r>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900" dirty="0">
                <a:solidFill>
                  <a:srgbClr val="1E344D"/>
                </a:solidFill>
                <a:latin typeface="Alibaba PuHuiTi" pitchFamily="18" charset="-122"/>
                <a:ea typeface="Alibaba PuHuiTi" pitchFamily="18" charset="-122"/>
                <a:cs typeface="Alibaba PuHuiTi" pitchFamily="18" charset="-122"/>
              </a:rPr>
              <a:t>，</a:t>
            </a:r>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684" name="双中括号 683">
            <a:extLst>
              <a:ext uri="{FF2B5EF4-FFF2-40B4-BE49-F238E27FC236}">
                <a16:creationId xmlns:a16="http://schemas.microsoft.com/office/drawing/2014/main" id="{6F17DC9C-9F81-3B9D-D20D-43592C982BAB}"/>
              </a:ext>
            </a:extLst>
          </p:cNvPr>
          <p:cNvSpPr/>
          <p:nvPr/>
        </p:nvSpPr>
        <p:spPr>
          <a:xfrm>
            <a:off x="664464" y="2171684"/>
            <a:ext cx="4891209" cy="571500"/>
          </a:xfrm>
          <a:prstGeom prst="bracketPair">
            <a:avLst>
              <a:gd name="adj" fmla="val 15311"/>
            </a:avLst>
          </a:prstGeom>
          <a:ln w="2540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latin typeface="Alibaba PuHuiTi Medium" pitchFamily="18" charset="-122"/>
              <a:ea typeface="Alibaba PuHuiTi Medium" pitchFamily="18" charset="-122"/>
              <a:cs typeface="Alibaba PuHuiTi Medium" pitchFamily="18" charset="-122"/>
            </a:endParaRPr>
          </a:p>
        </p:txBody>
      </p:sp>
      <p:sp>
        <p:nvSpPr>
          <p:cNvPr id="685" name="文本框 684">
            <a:extLst>
              <a:ext uri="{FF2B5EF4-FFF2-40B4-BE49-F238E27FC236}">
                <a16:creationId xmlns:a16="http://schemas.microsoft.com/office/drawing/2014/main" id="{731FACCF-B085-9421-72A5-43764C83BFE8}"/>
              </a:ext>
            </a:extLst>
          </p:cNvPr>
          <p:cNvSpPr txBox="1"/>
          <p:nvPr/>
        </p:nvSpPr>
        <p:spPr>
          <a:xfrm rot="21271038">
            <a:off x="6215042" y="3816749"/>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6" name="文本框 685">
            <a:extLst>
              <a:ext uri="{FF2B5EF4-FFF2-40B4-BE49-F238E27FC236}">
                <a16:creationId xmlns:a16="http://schemas.microsoft.com/office/drawing/2014/main" id="{E092DF07-0FBB-F7CF-0587-33370A0DA02E}"/>
              </a:ext>
            </a:extLst>
          </p:cNvPr>
          <p:cNvSpPr txBox="1"/>
          <p:nvPr/>
        </p:nvSpPr>
        <p:spPr>
          <a:xfrm rot="21271038">
            <a:off x="2549790" y="4295690"/>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矩形 2">
            <a:extLst>
              <a:ext uri="{FF2B5EF4-FFF2-40B4-BE49-F238E27FC236}">
                <a16:creationId xmlns:a16="http://schemas.microsoft.com/office/drawing/2014/main" id="{D630D009-0717-A9A4-E213-A9FDB38EF661}"/>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EFCDB99C-D2C2-386E-A626-20C2D34E2991}"/>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5B5D2B7F-740C-3CBB-A7C2-86DFBADFE91F}"/>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79DB144D-CA14-6C0B-D1FD-626A715F86BB}"/>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6D668A07-E5F3-8EF6-62E5-FB469D4C010E}"/>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CC682416-8BCF-AC91-1748-ECB83FCFBB1F}"/>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D956DABE-6BCE-AA2A-5AF9-511F3A36EAFC}"/>
              </a:ext>
            </a:extLst>
          </p:cNvPr>
          <p:cNvGrpSpPr/>
          <p:nvPr/>
        </p:nvGrpSpPr>
        <p:grpSpPr>
          <a:xfrm>
            <a:off x="2259126" y="287981"/>
            <a:ext cx="356205" cy="355288"/>
            <a:chOff x="2323294" y="287981"/>
            <a:chExt cx="356205" cy="355288"/>
          </a:xfrm>
        </p:grpSpPr>
        <p:sp>
          <p:nvSpPr>
            <p:cNvPr id="10" name="Google Shape;7166;p80">
              <a:extLst>
                <a:ext uri="{FF2B5EF4-FFF2-40B4-BE49-F238E27FC236}">
                  <a16:creationId xmlns:a16="http://schemas.microsoft.com/office/drawing/2014/main" id="{05B367B9-669D-3F43-9330-7B338C20495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0D17CAB6-62F0-4196-A743-75E19F12E333}"/>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4E24E352-1439-3EFA-9AE1-0D5DD569A1B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EBE49DAB-2FAB-42F6-B8A3-078547A7F626}"/>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7570122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矩形 35">
            <a:extLst>
              <a:ext uri="{FF2B5EF4-FFF2-40B4-BE49-F238E27FC236}">
                <a16:creationId xmlns:a16="http://schemas.microsoft.com/office/drawing/2014/main" id="{E397B027-4CD6-AEF7-E71D-13306B2B0CEB}"/>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矩形 3">
            <a:extLst>
              <a:ext uri="{FF2B5EF4-FFF2-40B4-BE49-F238E27FC236}">
                <a16:creationId xmlns:a16="http://schemas.microsoft.com/office/drawing/2014/main" id="{87C27B84-192E-B4CC-6D91-8FB732049BC3}"/>
              </a:ext>
            </a:extLst>
          </p:cNvPr>
          <p:cNvSpPr/>
          <p:nvPr/>
        </p:nvSpPr>
        <p:spPr>
          <a:xfrm>
            <a:off x="469557" y="2131728"/>
            <a:ext cx="11331146" cy="4436076"/>
          </a:xfrm>
          <a:prstGeom prst="rect">
            <a:avLst/>
          </a:prstGeom>
          <a:solidFill>
            <a:srgbClr val="1E344D">
              <a:alpha val="903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矩形 4">
            <a:extLst>
              <a:ext uri="{FF2B5EF4-FFF2-40B4-BE49-F238E27FC236}">
                <a16:creationId xmlns:a16="http://schemas.microsoft.com/office/drawing/2014/main" id="{5D15C565-8EEA-293E-9B53-C4B12E2A7680}"/>
              </a:ext>
            </a:extLst>
          </p:cNvPr>
          <p:cNvSpPr/>
          <p:nvPr/>
        </p:nvSpPr>
        <p:spPr>
          <a:xfrm>
            <a:off x="609600" y="2281382"/>
            <a:ext cx="2463800" cy="5080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矩形 5">
            <a:extLst>
              <a:ext uri="{FF2B5EF4-FFF2-40B4-BE49-F238E27FC236}">
                <a16:creationId xmlns:a16="http://schemas.microsoft.com/office/drawing/2014/main" id="{32611278-2CF9-93DC-AA24-89F4D5CDF8FB}"/>
              </a:ext>
            </a:extLst>
          </p:cNvPr>
          <p:cNvSpPr/>
          <p:nvPr/>
        </p:nvSpPr>
        <p:spPr>
          <a:xfrm>
            <a:off x="609600" y="2941534"/>
            <a:ext cx="2463800" cy="3441948"/>
          </a:xfrm>
          <a:prstGeom prst="rect">
            <a:avLst/>
          </a:prstGeom>
          <a:solidFill>
            <a:srgbClr val="1E344D">
              <a:alpha val="1207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矩形 6">
            <a:extLst>
              <a:ext uri="{FF2B5EF4-FFF2-40B4-BE49-F238E27FC236}">
                <a16:creationId xmlns:a16="http://schemas.microsoft.com/office/drawing/2014/main" id="{10864BE1-9EEA-3417-35D7-DEC29E46F7DC}"/>
              </a:ext>
            </a:extLst>
          </p:cNvPr>
          <p:cNvSpPr/>
          <p:nvPr/>
        </p:nvSpPr>
        <p:spPr>
          <a:xfrm>
            <a:off x="3695700" y="2281382"/>
            <a:ext cx="2415828" cy="5080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矩形 7">
            <a:extLst>
              <a:ext uri="{FF2B5EF4-FFF2-40B4-BE49-F238E27FC236}">
                <a16:creationId xmlns:a16="http://schemas.microsoft.com/office/drawing/2014/main" id="{5AD4597B-DC54-718E-89FF-6ED422988797}"/>
              </a:ext>
            </a:extLst>
          </p:cNvPr>
          <p:cNvSpPr/>
          <p:nvPr/>
        </p:nvSpPr>
        <p:spPr>
          <a:xfrm>
            <a:off x="3721100" y="2941534"/>
            <a:ext cx="4864100" cy="3441948"/>
          </a:xfrm>
          <a:prstGeom prst="rect">
            <a:avLst/>
          </a:prstGeom>
          <a:solidFill>
            <a:srgbClr val="1E344D">
              <a:alpha val="4728"/>
            </a:srgbClr>
          </a:solidFill>
          <a:ln w="793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3200"/>
          </a:p>
        </p:txBody>
      </p:sp>
      <p:sp>
        <p:nvSpPr>
          <p:cNvPr id="9" name="矩形 8">
            <a:extLst>
              <a:ext uri="{FF2B5EF4-FFF2-40B4-BE49-F238E27FC236}">
                <a16:creationId xmlns:a16="http://schemas.microsoft.com/office/drawing/2014/main" id="{3A8DEB5F-4CB3-3015-58F9-03D0780CE98B}"/>
              </a:ext>
            </a:extLst>
          </p:cNvPr>
          <p:cNvSpPr/>
          <p:nvPr/>
        </p:nvSpPr>
        <p:spPr>
          <a:xfrm>
            <a:off x="6168008" y="2281382"/>
            <a:ext cx="2463800" cy="5080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矩形 9">
            <a:extLst>
              <a:ext uri="{FF2B5EF4-FFF2-40B4-BE49-F238E27FC236}">
                <a16:creationId xmlns:a16="http://schemas.microsoft.com/office/drawing/2014/main" id="{62377246-BF7F-1923-3C30-7F7E72914826}"/>
              </a:ext>
            </a:extLst>
          </p:cNvPr>
          <p:cNvSpPr/>
          <p:nvPr/>
        </p:nvSpPr>
        <p:spPr>
          <a:xfrm>
            <a:off x="9192344" y="2281382"/>
            <a:ext cx="2463800" cy="5080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矩形 10">
            <a:extLst>
              <a:ext uri="{FF2B5EF4-FFF2-40B4-BE49-F238E27FC236}">
                <a16:creationId xmlns:a16="http://schemas.microsoft.com/office/drawing/2014/main" id="{FD825E1F-539B-3477-B3AA-A40E0EDDE57F}"/>
              </a:ext>
            </a:extLst>
          </p:cNvPr>
          <p:cNvSpPr/>
          <p:nvPr/>
        </p:nvSpPr>
        <p:spPr>
          <a:xfrm>
            <a:off x="9192344" y="2941534"/>
            <a:ext cx="2463800" cy="3441948"/>
          </a:xfrm>
          <a:prstGeom prst="rect">
            <a:avLst/>
          </a:prstGeom>
          <a:solidFill>
            <a:srgbClr val="1E344D">
              <a:alpha val="1207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21A6F7D3-5CDD-9B09-8BEC-E793DAF000F3}"/>
              </a:ext>
            </a:extLst>
          </p:cNvPr>
          <p:cNvSpPr txBox="1"/>
          <p:nvPr/>
        </p:nvSpPr>
        <p:spPr>
          <a:xfrm>
            <a:off x="4007768" y="3166971"/>
            <a:ext cx="1701107" cy="307777"/>
          </a:xfrm>
          <a:prstGeom prst="rect">
            <a:avLst/>
          </a:prstGeom>
          <a:noFill/>
        </p:spPr>
        <p:txBody>
          <a:bodyPr wrap="none" rtlCol="0">
            <a:spAutoFit/>
          </a:bodyPr>
          <a:lstStyle/>
          <a:p>
            <a:pPr algn="l"/>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2590474D-61DB-5162-A6AE-CD4856D4E517}"/>
              </a:ext>
            </a:extLst>
          </p:cNvPr>
          <p:cNvSpPr txBox="1"/>
          <p:nvPr/>
        </p:nvSpPr>
        <p:spPr>
          <a:xfrm>
            <a:off x="4007768" y="3416896"/>
            <a:ext cx="1701107" cy="307777"/>
          </a:xfrm>
          <a:prstGeom prst="rect">
            <a:avLst/>
          </a:prstGeom>
          <a:noFill/>
        </p:spPr>
        <p:txBody>
          <a:bodyPr wrap="none" rtlCol="0">
            <a:spAutoFit/>
          </a:bodyPr>
          <a:lstStyle/>
          <a:p>
            <a:pPr algn="l"/>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F14B0F07-9888-17D5-4CF7-6571E365932D}"/>
              </a:ext>
            </a:extLst>
          </p:cNvPr>
          <p:cNvSpPr txBox="1"/>
          <p:nvPr/>
        </p:nvSpPr>
        <p:spPr>
          <a:xfrm>
            <a:off x="4007768" y="3704928"/>
            <a:ext cx="1701107" cy="307777"/>
          </a:xfrm>
          <a:prstGeom prst="rect">
            <a:avLst/>
          </a:prstGeom>
          <a:noFill/>
        </p:spPr>
        <p:txBody>
          <a:bodyPr wrap="none" rtlCol="0">
            <a:spAutoFit/>
          </a:bodyPr>
          <a:lstStyle/>
          <a:p>
            <a:pPr algn="l"/>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D2629D7D-B3A0-61BE-D3EF-2B7AB3CD5BBB}"/>
              </a:ext>
            </a:extLst>
          </p:cNvPr>
          <p:cNvSpPr txBox="1"/>
          <p:nvPr/>
        </p:nvSpPr>
        <p:spPr>
          <a:xfrm>
            <a:off x="4007768" y="3992960"/>
            <a:ext cx="1077539" cy="307777"/>
          </a:xfrm>
          <a:prstGeom prst="rect">
            <a:avLst/>
          </a:prstGeom>
          <a:noFill/>
        </p:spPr>
        <p:txBody>
          <a:bodyPr wrap="none" rtlCol="0">
            <a:spAutoFit/>
          </a:bodyPr>
          <a:lstStyle/>
          <a:p>
            <a:pPr algn="l"/>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9D5E02E2-0AF5-E89A-0D8B-7B61534AE4AE}"/>
              </a:ext>
            </a:extLst>
          </p:cNvPr>
          <p:cNvSpPr txBox="1"/>
          <p:nvPr/>
        </p:nvSpPr>
        <p:spPr>
          <a:xfrm>
            <a:off x="4007768" y="4280992"/>
            <a:ext cx="1701107" cy="307777"/>
          </a:xfrm>
          <a:prstGeom prst="rect">
            <a:avLst/>
          </a:prstGeom>
          <a:noFill/>
        </p:spPr>
        <p:txBody>
          <a:bodyPr wrap="none" rtlCol="0">
            <a:spAutoFit/>
          </a:bodyPr>
          <a:lstStyle/>
          <a:p>
            <a:pPr algn="l"/>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60912ADA-580B-A490-5865-2F1EB6572156}"/>
              </a:ext>
            </a:extLst>
          </p:cNvPr>
          <p:cNvSpPr txBox="1"/>
          <p:nvPr/>
        </p:nvSpPr>
        <p:spPr>
          <a:xfrm>
            <a:off x="4007768" y="4539548"/>
            <a:ext cx="1077539" cy="307777"/>
          </a:xfrm>
          <a:prstGeom prst="rect">
            <a:avLst/>
          </a:prstGeom>
          <a:noFill/>
        </p:spPr>
        <p:txBody>
          <a:bodyPr wrap="none" rtlCol="0">
            <a:spAutoFit/>
          </a:bodyPr>
          <a:lstStyle/>
          <a:p>
            <a:pPr algn="l"/>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9" name="椭圆 28">
            <a:extLst>
              <a:ext uri="{FF2B5EF4-FFF2-40B4-BE49-F238E27FC236}">
                <a16:creationId xmlns:a16="http://schemas.microsoft.com/office/drawing/2014/main" id="{25EF67CA-6C8A-AD21-E798-6AAD266B150F}"/>
              </a:ext>
            </a:extLst>
          </p:cNvPr>
          <p:cNvSpPr/>
          <p:nvPr/>
        </p:nvSpPr>
        <p:spPr>
          <a:xfrm>
            <a:off x="3877343" y="3243289"/>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30" name="椭圆 29">
            <a:extLst>
              <a:ext uri="{FF2B5EF4-FFF2-40B4-BE49-F238E27FC236}">
                <a16:creationId xmlns:a16="http://schemas.microsoft.com/office/drawing/2014/main" id="{EB8FDD0C-5921-04A7-360B-622ED22DCDE6}"/>
              </a:ext>
            </a:extLst>
          </p:cNvPr>
          <p:cNvSpPr/>
          <p:nvPr/>
        </p:nvSpPr>
        <p:spPr>
          <a:xfrm>
            <a:off x="3877343" y="3488904"/>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31" name="椭圆 30">
            <a:extLst>
              <a:ext uri="{FF2B5EF4-FFF2-40B4-BE49-F238E27FC236}">
                <a16:creationId xmlns:a16="http://schemas.microsoft.com/office/drawing/2014/main" id="{996955EB-3614-D1C3-8F5E-0AD92B8530AC}"/>
              </a:ext>
            </a:extLst>
          </p:cNvPr>
          <p:cNvSpPr/>
          <p:nvPr/>
        </p:nvSpPr>
        <p:spPr>
          <a:xfrm>
            <a:off x="3877343" y="3848944"/>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32" name="椭圆 31">
            <a:extLst>
              <a:ext uri="{FF2B5EF4-FFF2-40B4-BE49-F238E27FC236}">
                <a16:creationId xmlns:a16="http://schemas.microsoft.com/office/drawing/2014/main" id="{FCBCD213-588A-1214-0FB3-70CC0F6BDEA2}"/>
              </a:ext>
            </a:extLst>
          </p:cNvPr>
          <p:cNvSpPr/>
          <p:nvPr/>
        </p:nvSpPr>
        <p:spPr>
          <a:xfrm>
            <a:off x="3877343" y="4064968"/>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33" name="椭圆 32">
            <a:extLst>
              <a:ext uri="{FF2B5EF4-FFF2-40B4-BE49-F238E27FC236}">
                <a16:creationId xmlns:a16="http://schemas.microsoft.com/office/drawing/2014/main" id="{C67D87D5-DDE0-8EDF-1FAB-E11C03AE1BBF}"/>
              </a:ext>
            </a:extLst>
          </p:cNvPr>
          <p:cNvSpPr/>
          <p:nvPr/>
        </p:nvSpPr>
        <p:spPr>
          <a:xfrm>
            <a:off x="3877343" y="4353000"/>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34" name="椭圆 33">
            <a:extLst>
              <a:ext uri="{FF2B5EF4-FFF2-40B4-BE49-F238E27FC236}">
                <a16:creationId xmlns:a16="http://schemas.microsoft.com/office/drawing/2014/main" id="{418F6BC6-1D45-9430-6A95-E351929254FF}"/>
              </a:ext>
            </a:extLst>
          </p:cNvPr>
          <p:cNvSpPr/>
          <p:nvPr/>
        </p:nvSpPr>
        <p:spPr>
          <a:xfrm>
            <a:off x="3877343" y="4641032"/>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50" name="文本框 49">
            <a:extLst>
              <a:ext uri="{FF2B5EF4-FFF2-40B4-BE49-F238E27FC236}">
                <a16:creationId xmlns:a16="http://schemas.microsoft.com/office/drawing/2014/main" id="{6CF1D6B9-BD2B-3BA8-A75A-B46AD83B844D}"/>
              </a:ext>
            </a:extLst>
          </p:cNvPr>
          <p:cNvSpPr txBox="1"/>
          <p:nvPr/>
        </p:nvSpPr>
        <p:spPr>
          <a:xfrm>
            <a:off x="9624392" y="3166971"/>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C50F3BDC-7244-6B27-C196-7F0E1413302C}"/>
              </a:ext>
            </a:extLst>
          </p:cNvPr>
          <p:cNvSpPr txBox="1"/>
          <p:nvPr/>
        </p:nvSpPr>
        <p:spPr>
          <a:xfrm>
            <a:off x="9624392" y="3416896"/>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B650CD42-2487-3701-5206-4B5EAE23892C}"/>
              </a:ext>
            </a:extLst>
          </p:cNvPr>
          <p:cNvSpPr txBox="1"/>
          <p:nvPr/>
        </p:nvSpPr>
        <p:spPr>
          <a:xfrm>
            <a:off x="9624392" y="3704928"/>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892C38B8-1C7D-A1B6-CCC0-997E96BBB680}"/>
              </a:ext>
            </a:extLst>
          </p:cNvPr>
          <p:cNvSpPr txBox="1"/>
          <p:nvPr/>
        </p:nvSpPr>
        <p:spPr>
          <a:xfrm>
            <a:off x="9624392" y="3992960"/>
            <a:ext cx="1077539"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E128E90C-FE5F-B392-0241-B8BEFF16F03F}"/>
              </a:ext>
            </a:extLst>
          </p:cNvPr>
          <p:cNvSpPr txBox="1"/>
          <p:nvPr/>
        </p:nvSpPr>
        <p:spPr>
          <a:xfrm>
            <a:off x="9624392" y="4280992"/>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E66CE9B1-A5FC-CD8A-3C44-45F30D3CDCF1}"/>
              </a:ext>
            </a:extLst>
          </p:cNvPr>
          <p:cNvSpPr txBox="1"/>
          <p:nvPr/>
        </p:nvSpPr>
        <p:spPr>
          <a:xfrm>
            <a:off x="9624392" y="4539548"/>
            <a:ext cx="1077539"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椭圆 55">
            <a:extLst>
              <a:ext uri="{FF2B5EF4-FFF2-40B4-BE49-F238E27FC236}">
                <a16:creationId xmlns:a16="http://schemas.microsoft.com/office/drawing/2014/main" id="{DF17DA0C-2B7D-75C8-2C51-37E6738E22DC}"/>
              </a:ext>
            </a:extLst>
          </p:cNvPr>
          <p:cNvSpPr/>
          <p:nvPr/>
        </p:nvSpPr>
        <p:spPr>
          <a:xfrm>
            <a:off x="9493967" y="3243289"/>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57" name="椭圆 56">
            <a:extLst>
              <a:ext uri="{FF2B5EF4-FFF2-40B4-BE49-F238E27FC236}">
                <a16:creationId xmlns:a16="http://schemas.microsoft.com/office/drawing/2014/main" id="{B8311B8F-7C1B-9104-9EE8-693F45299FFC}"/>
              </a:ext>
            </a:extLst>
          </p:cNvPr>
          <p:cNvSpPr/>
          <p:nvPr/>
        </p:nvSpPr>
        <p:spPr>
          <a:xfrm>
            <a:off x="9493967" y="3488904"/>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58" name="椭圆 57">
            <a:extLst>
              <a:ext uri="{FF2B5EF4-FFF2-40B4-BE49-F238E27FC236}">
                <a16:creationId xmlns:a16="http://schemas.microsoft.com/office/drawing/2014/main" id="{4544DE4F-2617-1F32-D5BF-E2148FB66AE5}"/>
              </a:ext>
            </a:extLst>
          </p:cNvPr>
          <p:cNvSpPr/>
          <p:nvPr/>
        </p:nvSpPr>
        <p:spPr>
          <a:xfrm>
            <a:off x="9493967" y="3848944"/>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59" name="椭圆 58">
            <a:extLst>
              <a:ext uri="{FF2B5EF4-FFF2-40B4-BE49-F238E27FC236}">
                <a16:creationId xmlns:a16="http://schemas.microsoft.com/office/drawing/2014/main" id="{23450DFB-E5DD-CF62-30E9-9CEBC1D44731}"/>
              </a:ext>
            </a:extLst>
          </p:cNvPr>
          <p:cNvSpPr/>
          <p:nvPr/>
        </p:nvSpPr>
        <p:spPr>
          <a:xfrm>
            <a:off x="9493967" y="4064968"/>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0" name="椭圆 59">
            <a:extLst>
              <a:ext uri="{FF2B5EF4-FFF2-40B4-BE49-F238E27FC236}">
                <a16:creationId xmlns:a16="http://schemas.microsoft.com/office/drawing/2014/main" id="{F213F677-130C-23E1-2D58-FFEF052D3A42}"/>
              </a:ext>
            </a:extLst>
          </p:cNvPr>
          <p:cNvSpPr/>
          <p:nvPr/>
        </p:nvSpPr>
        <p:spPr>
          <a:xfrm>
            <a:off x="9493967" y="4353000"/>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1" name="椭圆 60">
            <a:extLst>
              <a:ext uri="{FF2B5EF4-FFF2-40B4-BE49-F238E27FC236}">
                <a16:creationId xmlns:a16="http://schemas.microsoft.com/office/drawing/2014/main" id="{60D8ECFB-D53B-CFAF-D9F3-15B43D5FD15F}"/>
              </a:ext>
            </a:extLst>
          </p:cNvPr>
          <p:cNvSpPr/>
          <p:nvPr/>
        </p:nvSpPr>
        <p:spPr>
          <a:xfrm>
            <a:off x="9493967" y="4641032"/>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2" name="文本框 61">
            <a:extLst>
              <a:ext uri="{FF2B5EF4-FFF2-40B4-BE49-F238E27FC236}">
                <a16:creationId xmlns:a16="http://schemas.microsoft.com/office/drawing/2014/main" id="{3F1DD821-F71F-CD31-7C0F-18151AD63B9F}"/>
              </a:ext>
            </a:extLst>
          </p:cNvPr>
          <p:cNvSpPr txBox="1"/>
          <p:nvPr/>
        </p:nvSpPr>
        <p:spPr>
          <a:xfrm>
            <a:off x="1130898" y="2343765"/>
            <a:ext cx="1321196" cy="400110"/>
          </a:xfrm>
          <a:prstGeom prst="rect">
            <a:avLst/>
          </a:prstGeom>
          <a:noFill/>
        </p:spPr>
        <p:txBody>
          <a:bodyPr wrap="none" rtlCol="0">
            <a:spAutoFit/>
          </a:bodyPr>
          <a:lstStyle/>
          <a:p>
            <a:pPr algn="l"/>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GROUP</a:t>
            </a:r>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-1</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D52ED176-2269-495F-056A-418C0267DE60}"/>
              </a:ext>
            </a:extLst>
          </p:cNvPr>
          <p:cNvSpPr txBox="1"/>
          <p:nvPr/>
        </p:nvSpPr>
        <p:spPr>
          <a:xfrm>
            <a:off x="4249192" y="2343765"/>
            <a:ext cx="1321196" cy="400110"/>
          </a:xfrm>
          <a:prstGeom prst="rect">
            <a:avLst/>
          </a:prstGeom>
          <a:noFill/>
        </p:spPr>
        <p:txBody>
          <a:bodyPr wrap="none" rtlCol="0">
            <a:spAutoFit/>
          </a:bodyPr>
          <a:lstStyle/>
          <a:p>
            <a:pPr algn="l"/>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GROUP</a:t>
            </a:r>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-2</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76" name="文本框 575">
            <a:extLst>
              <a:ext uri="{FF2B5EF4-FFF2-40B4-BE49-F238E27FC236}">
                <a16:creationId xmlns:a16="http://schemas.microsoft.com/office/drawing/2014/main" id="{8010EEC6-084A-3722-3AA1-08FE86ABD359}"/>
              </a:ext>
            </a:extLst>
          </p:cNvPr>
          <p:cNvSpPr txBox="1"/>
          <p:nvPr/>
        </p:nvSpPr>
        <p:spPr>
          <a:xfrm>
            <a:off x="6672064" y="2356465"/>
            <a:ext cx="1321196" cy="400110"/>
          </a:xfrm>
          <a:prstGeom prst="rect">
            <a:avLst/>
          </a:prstGeom>
          <a:noFill/>
        </p:spPr>
        <p:txBody>
          <a:bodyPr wrap="none" rtlCol="0">
            <a:spAutoFit/>
          </a:bodyPr>
          <a:lstStyle/>
          <a:p>
            <a:pPr algn="l"/>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GROUP</a:t>
            </a:r>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-3</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77" name="文本框 576">
            <a:extLst>
              <a:ext uri="{FF2B5EF4-FFF2-40B4-BE49-F238E27FC236}">
                <a16:creationId xmlns:a16="http://schemas.microsoft.com/office/drawing/2014/main" id="{4A140251-B115-96F1-E858-FDDF50F391E6}"/>
              </a:ext>
            </a:extLst>
          </p:cNvPr>
          <p:cNvSpPr txBox="1"/>
          <p:nvPr/>
        </p:nvSpPr>
        <p:spPr>
          <a:xfrm>
            <a:off x="9840416" y="2343765"/>
            <a:ext cx="1321196" cy="400110"/>
          </a:xfrm>
          <a:prstGeom prst="rect">
            <a:avLst/>
          </a:prstGeom>
          <a:noFill/>
        </p:spPr>
        <p:txBody>
          <a:bodyPr wrap="none" rtlCol="0">
            <a:spAutoFit/>
          </a:bodyPr>
          <a:lstStyle/>
          <a:p>
            <a:pPr algn="l"/>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GROUP</a:t>
            </a:r>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78" name="右箭头 577">
            <a:extLst>
              <a:ext uri="{FF2B5EF4-FFF2-40B4-BE49-F238E27FC236}">
                <a16:creationId xmlns:a16="http://schemas.microsoft.com/office/drawing/2014/main" id="{F8DBDC55-C2D1-583C-DDC5-DAA01EAEDF26}"/>
              </a:ext>
            </a:extLst>
          </p:cNvPr>
          <p:cNvSpPr/>
          <p:nvPr/>
        </p:nvSpPr>
        <p:spPr>
          <a:xfrm>
            <a:off x="3124200" y="4084782"/>
            <a:ext cx="533400" cy="711200"/>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9" name="右箭头 578">
            <a:extLst>
              <a:ext uri="{FF2B5EF4-FFF2-40B4-BE49-F238E27FC236}">
                <a16:creationId xmlns:a16="http://schemas.microsoft.com/office/drawing/2014/main" id="{EBF5A46A-2A57-3246-B358-7EEE34A296D8}"/>
              </a:ext>
            </a:extLst>
          </p:cNvPr>
          <p:cNvSpPr/>
          <p:nvPr/>
        </p:nvSpPr>
        <p:spPr>
          <a:xfrm>
            <a:off x="8616280" y="4084782"/>
            <a:ext cx="533400" cy="711200"/>
          </a:xfrm>
          <a:prstGeom prst="right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0" name="文本框 579">
            <a:extLst>
              <a:ext uri="{FF2B5EF4-FFF2-40B4-BE49-F238E27FC236}">
                <a16:creationId xmlns:a16="http://schemas.microsoft.com/office/drawing/2014/main" id="{DA26EA61-703B-5FB5-612C-C2F191634B5D}"/>
              </a:ext>
            </a:extLst>
          </p:cNvPr>
          <p:cNvSpPr txBox="1"/>
          <p:nvPr/>
        </p:nvSpPr>
        <p:spPr>
          <a:xfrm>
            <a:off x="917600" y="1128758"/>
            <a:ext cx="1800493" cy="523220"/>
          </a:xfrm>
          <a:prstGeom prst="rect">
            <a:avLst/>
          </a:prstGeom>
          <a:noFill/>
        </p:spPr>
        <p:txBody>
          <a:bodyPr wrap="none" rtlCol="0">
            <a:spAutoFit/>
          </a:bodyPr>
          <a:lstStyle/>
          <a:p>
            <a:pPr algn="l"/>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-A</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3104D0C1-B69F-90A6-AEB9-5EA33F023230}"/>
              </a:ext>
            </a:extLst>
          </p:cNvPr>
          <p:cNvSpPr txBox="1"/>
          <p:nvPr/>
        </p:nvSpPr>
        <p:spPr>
          <a:xfrm>
            <a:off x="5303912" y="1116058"/>
            <a:ext cx="1776448" cy="523220"/>
          </a:xfrm>
          <a:prstGeom prst="rect">
            <a:avLst/>
          </a:prstGeom>
          <a:noFill/>
        </p:spPr>
        <p:txBody>
          <a:bodyPr wrap="none" rtlCol="0">
            <a:spAutoFit/>
          </a:bodyPr>
          <a:lstStyle/>
          <a:p>
            <a:pPr algn="l"/>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-B</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F30B9C6A-DD09-CD24-ECB5-B3D83FEC7732}"/>
              </a:ext>
            </a:extLst>
          </p:cNvPr>
          <p:cNvSpPr txBox="1"/>
          <p:nvPr/>
        </p:nvSpPr>
        <p:spPr>
          <a:xfrm>
            <a:off x="9624392" y="1116058"/>
            <a:ext cx="1763624" cy="523220"/>
          </a:xfrm>
          <a:prstGeom prst="rect">
            <a:avLst/>
          </a:prstGeom>
          <a:noFill/>
        </p:spPr>
        <p:txBody>
          <a:bodyPr wrap="none" rtlCol="0">
            <a:spAutoFit/>
          </a:bodyPr>
          <a:lstStyle/>
          <a:p>
            <a:pPr algn="l"/>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-C</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5" name="弧 584">
            <a:extLst>
              <a:ext uri="{FF2B5EF4-FFF2-40B4-BE49-F238E27FC236}">
                <a16:creationId xmlns:a16="http://schemas.microsoft.com/office/drawing/2014/main" id="{DD9E2790-F22D-6E04-E808-08B22445A557}"/>
              </a:ext>
            </a:extLst>
          </p:cNvPr>
          <p:cNvSpPr/>
          <p:nvPr/>
        </p:nvSpPr>
        <p:spPr>
          <a:xfrm rot="12932976">
            <a:off x="637082" y="1316182"/>
            <a:ext cx="914400" cy="914400"/>
          </a:xfrm>
          <a:prstGeom prst="arc">
            <a:avLst>
              <a:gd name="adj1" fmla="val 16200000"/>
              <a:gd name="adj2" fmla="val 1482443"/>
            </a:avLst>
          </a:prstGeom>
          <a:ln w="38100">
            <a:solidFill>
              <a:srgbClr val="BB3023"/>
            </a:solidFill>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86" name="弧 585">
            <a:extLst>
              <a:ext uri="{FF2B5EF4-FFF2-40B4-BE49-F238E27FC236}">
                <a16:creationId xmlns:a16="http://schemas.microsoft.com/office/drawing/2014/main" id="{6624EDE3-9385-23BA-E87B-6298A7BFAC6F}"/>
              </a:ext>
            </a:extLst>
          </p:cNvPr>
          <p:cNvSpPr/>
          <p:nvPr/>
        </p:nvSpPr>
        <p:spPr>
          <a:xfrm rot="2061071">
            <a:off x="10721692" y="1319648"/>
            <a:ext cx="914400" cy="914400"/>
          </a:xfrm>
          <a:prstGeom prst="arc">
            <a:avLst>
              <a:gd name="adj1" fmla="val 16200000"/>
              <a:gd name="adj2" fmla="val 1482443"/>
            </a:avLst>
          </a:prstGeom>
          <a:ln w="38100">
            <a:solidFill>
              <a:srgbClr val="BB3023"/>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87" name="弧 586">
            <a:extLst>
              <a:ext uri="{FF2B5EF4-FFF2-40B4-BE49-F238E27FC236}">
                <a16:creationId xmlns:a16="http://schemas.microsoft.com/office/drawing/2014/main" id="{94E7CF14-EE13-76CC-592E-AC8FF178B2F7}"/>
              </a:ext>
            </a:extLst>
          </p:cNvPr>
          <p:cNvSpPr/>
          <p:nvPr/>
        </p:nvSpPr>
        <p:spPr>
          <a:xfrm rot="2061071">
            <a:off x="6346251" y="1247569"/>
            <a:ext cx="914400" cy="914400"/>
          </a:xfrm>
          <a:prstGeom prst="arc">
            <a:avLst>
              <a:gd name="adj1" fmla="val 16200000"/>
              <a:gd name="adj2" fmla="val 1482443"/>
            </a:avLst>
          </a:prstGeom>
          <a:ln w="38100">
            <a:solidFill>
              <a:srgbClr val="BB3023"/>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88" name="弧 587">
            <a:extLst>
              <a:ext uri="{FF2B5EF4-FFF2-40B4-BE49-F238E27FC236}">
                <a16:creationId xmlns:a16="http://schemas.microsoft.com/office/drawing/2014/main" id="{A2A26B6A-A002-7355-0D14-3A29B794689A}"/>
              </a:ext>
            </a:extLst>
          </p:cNvPr>
          <p:cNvSpPr/>
          <p:nvPr/>
        </p:nvSpPr>
        <p:spPr>
          <a:xfrm rot="12666392">
            <a:off x="5053548" y="1238425"/>
            <a:ext cx="914400" cy="914400"/>
          </a:xfrm>
          <a:prstGeom prst="arc">
            <a:avLst>
              <a:gd name="adj1" fmla="val 16200000"/>
              <a:gd name="adj2" fmla="val 1482443"/>
            </a:avLst>
          </a:prstGeom>
          <a:ln w="38100">
            <a:solidFill>
              <a:srgbClr val="BB3023"/>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589" name="图表 588">
            <a:extLst>
              <a:ext uri="{FF2B5EF4-FFF2-40B4-BE49-F238E27FC236}">
                <a16:creationId xmlns:a16="http://schemas.microsoft.com/office/drawing/2014/main" id="{297D216F-E7DF-0817-BA79-D7585707366D}"/>
              </a:ext>
            </a:extLst>
          </p:cNvPr>
          <p:cNvGraphicFramePr/>
          <p:nvPr>
            <p:extLst>
              <p:ext uri="{D42A27DB-BD31-4B8C-83A1-F6EECF244321}">
                <p14:modId xmlns:p14="http://schemas.microsoft.com/office/powerpoint/2010/main" val="2025375950"/>
              </p:ext>
            </p:extLst>
          </p:nvPr>
        </p:nvGraphicFramePr>
        <p:xfrm>
          <a:off x="865886" y="4894521"/>
          <a:ext cx="1698171" cy="1531087"/>
        </p:xfrm>
        <a:graphic>
          <a:graphicData uri="http://schemas.openxmlformats.org/drawingml/2006/chart">
            <c:chart xmlns:c="http://schemas.openxmlformats.org/drawingml/2006/chart" xmlns:r="http://schemas.openxmlformats.org/officeDocument/2006/relationships" r:id="rId3"/>
          </a:graphicData>
        </a:graphic>
      </p:graphicFrame>
      <p:sp>
        <p:nvSpPr>
          <p:cNvPr id="590" name="任意形状 589">
            <a:extLst>
              <a:ext uri="{FF2B5EF4-FFF2-40B4-BE49-F238E27FC236}">
                <a16:creationId xmlns:a16="http://schemas.microsoft.com/office/drawing/2014/main" id="{08830613-2CAD-1EEC-1700-CD262AB94B8A}"/>
              </a:ext>
            </a:extLst>
          </p:cNvPr>
          <p:cNvSpPr/>
          <p:nvPr/>
        </p:nvSpPr>
        <p:spPr>
          <a:xfrm>
            <a:off x="6611240" y="4890654"/>
            <a:ext cx="1385779" cy="1192823"/>
          </a:xfrm>
          <a:custGeom>
            <a:avLst/>
            <a:gdLst>
              <a:gd name="connsiteX0" fmla="*/ 897924 w 2603156"/>
              <a:gd name="connsiteY0" fmla="*/ 642552 h 2240692"/>
              <a:gd name="connsiteX1" fmla="*/ 1037967 w 2603156"/>
              <a:gd name="connsiteY1" fmla="*/ 230660 h 2240692"/>
              <a:gd name="connsiteX2" fmla="*/ 1326292 w 2603156"/>
              <a:gd name="connsiteY2" fmla="*/ 617838 h 2240692"/>
              <a:gd name="connsiteX3" fmla="*/ 1762897 w 2603156"/>
              <a:gd name="connsiteY3" fmla="*/ 0 h 2240692"/>
              <a:gd name="connsiteX4" fmla="*/ 1696994 w 2603156"/>
              <a:gd name="connsiteY4" fmla="*/ 551936 h 2240692"/>
              <a:gd name="connsiteX5" fmla="*/ 2207740 w 2603156"/>
              <a:gd name="connsiteY5" fmla="*/ 461319 h 2240692"/>
              <a:gd name="connsiteX6" fmla="*/ 1993556 w 2603156"/>
              <a:gd name="connsiteY6" fmla="*/ 757881 h 2240692"/>
              <a:gd name="connsiteX7" fmla="*/ 2512540 w 2603156"/>
              <a:gd name="connsiteY7" fmla="*/ 848498 h 2240692"/>
              <a:gd name="connsiteX8" fmla="*/ 2092410 w 2603156"/>
              <a:gd name="connsiteY8" fmla="*/ 1079157 h 2240692"/>
              <a:gd name="connsiteX9" fmla="*/ 2603156 w 2603156"/>
              <a:gd name="connsiteY9" fmla="*/ 1367481 h 2240692"/>
              <a:gd name="connsiteX10" fmla="*/ 2018270 w 2603156"/>
              <a:gd name="connsiteY10" fmla="*/ 1334530 h 2240692"/>
              <a:gd name="connsiteX11" fmla="*/ 2191265 w 2603156"/>
              <a:gd name="connsiteY11" fmla="*/ 1886465 h 2240692"/>
              <a:gd name="connsiteX12" fmla="*/ 1705232 w 2603156"/>
              <a:gd name="connsiteY12" fmla="*/ 1491049 h 2240692"/>
              <a:gd name="connsiteX13" fmla="*/ 1606378 w 2603156"/>
              <a:gd name="connsiteY13" fmla="*/ 2026509 h 2240692"/>
              <a:gd name="connsiteX14" fmla="*/ 1285102 w 2603156"/>
              <a:gd name="connsiteY14" fmla="*/ 1540476 h 2240692"/>
              <a:gd name="connsiteX15" fmla="*/ 1070919 w 2603156"/>
              <a:gd name="connsiteY15" fmla="*/ 2240692 h 2240692"/>
              <a:gd name="connsiteX16" fmla="*/ 980302 w 2603156"/>
              <a:gd name="connsiteY16" fmla="*/ 1606379 h 2240692"/>
              <a:gd name="connsiteX17" fmla="*/ 551935 w 2603156"/>
              <a:gd name="connsiteY17" fmla="*/ 1812325 h 2240692"/>
              <a:gd name="connsiteX18" fmla="*/ 724929 w 2603156"/>
              <a:gd name="connsiteY18" fmla="*/ 1458098 h 2240692"/>
              <a:gd name="connsiteX19" fmla="*/ 8238 w 2603156"/>
              <a:gd name="connsiteY19" fmla="*/ 1507525 h 2240692"/>
              <a:gd name="connsiteX20" fmla="*/ 502508 w 2603156"/>
              <a:gd name="connsiteY20" fmla="*/ 1210963 h 2240692"/>
              <a:gd name="connsiteX21" fmla="*/ 0 w 2603156"/>
              <a:gd name="connsiteY21" fmla="*/ 848498 h 2240692"/>
              <a:gd name="connsiteX22" fmla="*/ 601362 w 2603156"/>
              <a:gd name="connsiteY22" fmla="*/ 799071 h 2240692"/>
              <a:gd name="connsiteX23" fmla="*/ 32951 w 2603156"/>
              <a:gd name="connsiteY23" fmla="*/ 197709 h 2240692"/>
              <a:gd name="connsiteX24" fmla="*/ 897924 w 2603156"/>
              <a:gd name="connsiteY24" fmla="*/ 642552 h 224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03156" h="2240692">
                <a:moveTo>
                  <a:pt x="897924" y="642552"/>
                </a:moveTo>
                <a:lnTo>
                  <a:pt x="1037967" y="230660"/>
                </a:lnTo>
                <a:lnTo>
                  <a:pt x="1326292" y="617838"/>
                </a:lnTo>
                <a:lnTo>
                  <a:pt x="1762897" y="0"/>
                </a:lnTo>
                <a:lnTo>
                  <a:pt x="1696994" y="551936"/>
                </a:lnTo>
                <a:lnTo>
                  <a:pt x="2207740" y="461319"/>
                </a:lnTo>
                <a:lnTo>
                  <a:pt x="1993556" y="757881"/>
                </a:lnTo>
                <a:lnTo>
                  <a:pt x="2512540" y="848498"/>
                </a:lnTo>
                <a:lnTo>
                  <a:pt x="2092410" y="1079157"/>
                </a:lnTo>
                <a:lnTo>
                  <a:pt x="2603156" y="1367481"/>
                </a:lnTo>
                <a:lnTo>
                  <a:pt x="2018270" y="1334530"/>
                </a:lnTo>
                <a:lnTo>
                  <a:pt x="2191265" y="1886465"/>
                </a:lnTo>
                <a:lnTo>
                  <a:pt x="1705232" y="1491049"/>
                </a:lnTo>
                <a:lnTo>
                  <a:pt x="1606378" y="2026509"/>
                </a:lnTo>
                <a:lnTo>
                  <a:pt x="1285102" y="1540476"/>
                </a:lnTo>
                <a:lnTo>
                  <a:pt x="1070919" y="2240692"/>
                </a:lnTo>
                <a:lnTo>
                  <a:pt x="980302" y="1606379"/>
                </a:lnTo>
                <a:lnTo>
                  <a:pt x="551935" y="1812325"/>
                </a:lnTo>
                <a:lnTo>
                  <a:pt x="724929" y="1458098"/>
                </a:lnTo>
                <a:lnTo>
                  <a:pt x="8238" y="1507525"/>
                </a:lnTo>
                <a:lnTo>
                  <a:pt x="502508" y="1210963"/>
                </a:lnTo>
                <a:lnTo>
                  <a:pt x="0" y="848498"/>
                </a:lnTo>
                <a:lnTo>
                  <a:pt x="601362" y="799071"/>
                </a:lnTo>
                <a:lnTo>
                  <a:pt x="32951" y="197709"/>
                </a:lnTo>
                <a:lnTo>
                  <a:pt x="897924" y="642552"/>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1" name="文本框 590">
            <a:extLst>
              <a:ext uri="{FF2B5EF4-FFF2-40B4-BE49-F238E27FC236}">
                <a16:creationId xmlns:a16="http://schemas.microsoft.com/office/drawing/2014/main" id="{4B4A30B1-EA1E-4579-CE27-84DD84F3199A}"/>
              </a:ext>
            </a:extLst>
          </p:cNvPr>
          <p:cNvSpPr txBox="1"/>
          <p:nvPr/>
        </p:nvSpPr>
        <p:spPr>
          <a:xfrm>
            <a:off x="6913419" y="5281222"/>
            <a:ext cx="983673" cy="369332"/>
          </a:xfrm>
          <a:prstGeom prst="rect">
            <a:avLst/>
          </a:prstGeom>
          <a:noFill/>
        </p:spPr>
        <p:txBody>
          <a:bodyPr wrap="square">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Event</a:t>
            </a:r>
            <a:endParaRPr lang="zh-CN" altLang="en-US" dirty="0">
              <a:solidFill>
                <a:schemeClr val="bg1"/>
              </a:solidFill>
              <a:latin typeface="Alibaba PuHuiTi" pitchFamily="18" charset="-122"/>
              <a:ea typeface="Alibaba PuHuiTi" pitchFamily="18" charset="-122"/>
              <a:cs typeface="Alibaba PuHuiTi" pitchFamily="18" charset="-122"/>
            </a:endParaRPr>
          </a:p>
        </p:txBody>
      </p:sp>
      <p:grpSp>
        <p:nvGrpSpPr>
          <p:cNvPr id="592" name="组合 591">
            <a:extLst>
              <a:ext uri="{FF2B5EF4-FFF2-40B4-BE49-F238E27FC236}">
                <a16:creationId xmlns:a16="http://schemas.microsoft.com/office/drawing/2014/main" id="{7B3B5E6E-A505-71FF-38C2-3FE7B126F1B9}"/>
              </a:ext>
            </a:extLst>
          </p:cNvPr>
          <p:cNvGrpSpPr/>
          <p:nvPr/>
        </p:nvGrpSpPr>
        <p:grpSpPr>
          <a:xfrm>
            <a:off x="4418290" y="5139504"/>
            <a:ext cx="793121" cy="762532"/>
            <a:chOff x="7878101" y="1254972"/>
            <a:chExt cx="469799" cy="451680"/>
          </a:xfrm>
          <a:solidFill>
            <a:srgbClr val="BB3023"/>
          </a:solidFill>
        </p:grpSpPr>
        <p:sp>
          <p:nvSpPr>
            <p:cNvPr id="593" name="Google Shape;5280;p76">
              <a:extLst>
                <a:ext uri="{FF2B5EF4-FFF2-40B4-BE49-F238E27FC236}">
                  <a16:creationId xmlns:a16="http://schemas.microsoft.com/office/drawing/2014/main" id="{E1D6F5E0-72FD-E64D-C22D-D60B4C89C24C}"/>
                </a:ext>
              </a:extLst>
            </p:cNvPr>
            <p:cNvSpPr/>
            <p:nvPr/>
          </p:nvSpPr>
          <p:spPr>
            <a:xfrm>
              <a:off x="8208582" y="1582238"/>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4" name="Google Shape;5281;p76">
              <a:extLst>
                <a:ext uri="{FF2B5EF4-FFF2-40B4-BE49-F238E27FC236}">
                  <a16:creationId xmlns:a16="http://schemas.microsoft.com/office/drawing/2014/main" id="{BDEB978C-A533-B0FE-2E95-D095C98F35AA}"/>
                </a:ext>
              </a:extLst>
            </p:cNvPr>
            <p:cNvSpPr/>
            <p:nvPr/>
          </p:nvSpPr>
          <p:spPr>
            <a:xfrm>
              <a:off x="8227382" y="1526144"/>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5" name="Google Shape;5282;p76">
              <a:extLst>
                <a:ext uri="{FF2B5EF4-FFF2-40B4-BE49-F238E27FC236}">
                  <a16:creationId xmlns:a16="http://schemas.microsoft.com/office/drawing/2014/main" id="{4EF0E44C-8ED2-D164-F16A-FF661CB07706}"/>
                </a:ext>
              </a:extLst>
            </p:cNvPr>
            <p:cNvSpPr/>
            <p:nvPr/>
          </p:nvSpPr>
          <p:spPr>
            <a:xfrm>
              <a:off x="8152043" y="1600990"/>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6" name="Google Shape;5283;p76">
              <a:extLst>
                <a:ext uri="{FF2B5EF4-FFF2-40B4-BE49-F238E27FC236}">
                  <a16:creationId xmlns:a16="http://schemas.microsoft.com/office/drawing/2014/main" id="{2A60B6E7-A580-42D1-6078-6CB1D7A6666C}"/>
                </a:ext>
              </a:extLst>
            </p:cNvPr>
            <p:cNvSpPr/>
            <p:nvPr/>
          </p:nvSpPr>
          <p:spPr>
            <a:xfrm>
              <a:off x="7946375" y="1320054"/>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7" name="Google Shape;5284;p76">
              <a:extLst>
                <a:ext uri="{FF2B5EF4-FFF2-40B4-BE49-F238E27FC236}">
                  <a16:creationId xmlns:a16="http://schemas.microsoft.com/office/drawing/2014/main" id="{81B3B845-D8C4-F7EB-DF92-304041D3D288}"/>
                </a:ext>
              </a:extLst>
            </p:cNvPr>
            <p:cNvSpPr/>
            <p:nvPr/>
          </p:nvSpPr>
          <p:spPr>
            <a:xfrm>
              <a:off x="8021080" y="1282714"/>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8" name="Google Shape;5285;p76">
              <a:extLst>
                <a:ext uri="{FF2B5EF4-FFF2-40B4-BE49-F238E27FC236}">
                  <a16:creationId xmlns:a16="http://schemas.microsoft.com/office/drawing/2014/main" id="{992DCA1A-6DDC-CFC2-8631-6826952E4B1E}"/>
                </a:ext>
              </a:extLst>
            </p:cNvPr>
            <p:cNvSpPr/>
            <p:nvPr/>
          </p:nvSpPr>
          <p:spPr>
            <a:xfrm>
              <a:off x="7908706" y="1394947"/>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9" name="Google Shape;5286;p76">
              <a:extLst>
                <a:ext uri="{FF2B5EF4-FFF2-40B4-BE49-F238E27FC236}">
                  <a16:creationId xmlns:a16="http://schemas.microsoft.com/office/drawing/2014/main" id="{F3994372-CC5C-4F09-744D-9849FAC90779}"/>
                </a:ext>
              </a:extLst>
            </p:cNvPr>
            <p:cNvSpPr/>
            <p:nvPr/>
          </p:nvSpPr>
          <p:spPr>
            <a:xfrm>
              <a:off x="7878101" y="1408865"/>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0" name="Google Shape;5287;p76">
              <a:extLst>
                <a:ext uri="{FF2B5EF4-FFF2-40B4-BE49-F238E27FC236}">
                  <a16:creationId xmlns:a16="http://schemas.microsoft.com/office/drawing/2014/main" id="{EAB98B6B-7D93-7650-4F7F-60D2039A4EC9}"/>
                </a:ext>
              </a:extLst>
            </p:cNvPr>
            <p:cNvSpPr/>
            <p:nvPr/>
          </p:nvSpPr>
          <p:spPr>
            <a:xfrm>
              <a:off x="8011528" y="1254972"/>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01" name="文本框 600">
            <a:extLst>
              <a:ext uri="{FF2B5EF4-FFF2-40B4-BE49-F238E27FC236}">
                <a16:creationId xmlns:a16="http://schemas.microsoft.com/office/drawing/2014/main" id="{83BE5349-45CD-1942-6CD0-55C32A2572E3}"/>
              </a:ext>
            </a:extLst>
          </p:cNvPr>
          <p:cNvSpPr txBox="1"/>
          <p:nvPr/>
        </p:nvSpPr>
        <p:spPr>
          <a:xfrm>
            <a:off x="6246317" y="3475470"/>
            <a:ext cx="2024847" cy="1061829"/>
          </a:xfrm>
          <a:prstGeom prst="rect">
            <a:avLst/>
          </a:prstGeom>
          <a:noFill/>
        </p:spPr>
        <p:txBody>
          <a:bodyPr wrap="square" rtlCol="0">
            <a:spAutoFit/>
          </a:bodyPr>
          <a:lstStyle/>
          <a:p>
            <a:pPr algn="just"/>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02" name="文本框 601">
            <a:extLst>
              <a:ext uri="{FF2B5EF4-FFF2-40B4-BE49-F238E27FC236}">
                <a16:creationId xmlns:a16="http://schemas.microsoft.com/office/drawing/2014/main" id="{74AF5067-A4BA-075D-AE58-876B62E6C0FF}"/>
              </a:ext>
            </a:extLst>
          </p:cNvPr>
          <p:cNvSpPr txBox="1"/>
          <p:nvPr/>
        </p:nvSpPr>
        <p:spPr>
          <a:xfrm>
            <a:off x="6250376" y="3061707"/>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27" name="文本框 626">
            <a:extLst>
              <a:ext uri="{FF2B5EF4-FFF2-40B4-BE49-F238E27FC236}">
                <a16:creationId xmlns:a16="http://schemas.microsoft.com/office/drawing/2014/main" id="{8DB8EB11-546F-0FBE-2DE3-D5E2463D48AB}"/>
              </a:ext>
            </a:extLst>
          </p:cNvPr>
          <p:cNvSpPr txBox="1"/>
          <p:nvPr/>
        </p:nvSpPr>
        <p:spPr>
          <a:xfrm>
            <a:off x="5708429" y="4979818"/>
            <a:ext cx="623889" cy="1015663"/>
          </a:xfrm>
          <a:prstGeom prst="rect">
            <a:avLst/>
          </a:prstGeom>
          <a:noFill/>
        </p:spPr>
        <p:txBody>
          <a:bodyPr wrap="none" rtlCol="0">
            <a:spAutoFit/>
          </a:bodyPr>
          <a:lstStyle/>
          <a:p>
            <a:r>
              <a:rPr kumimoji="1" lang="en" altLang="zh-CN" sz="60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6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28" name="文本框 627">
            <a:extLst>
              <a:ext uri="{FF2B5EF4-FFF2-40B4-BE49-F238E27FC236}">
                <a16:creationId xmlns:a16="http://schemas.microsoft.com/office/drawing/2014/main" id="{FE31F1E8-53C2-6AC6-53C0-B852FD30D5C2}"/>
              </a:ext>
            </a:extLst>
          </p:cNvPr>
          <p:cNvSpPr txBox="1"/>
          <p:nvPr/>
        </p:nvSpPr>
        <p:spPr>
          <a:xfrm>
            <a:off x="5447928" y="1573382"/>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9" name="文本框 628">
            <a:extLst>
              <a:ext uri="{FF2B5EF4-FFF2-40B4-BE49-F238E27FC236}">
                <a16:creationId xmlns:a16="http://schemas.microsoft.com/office/drawing/2014/main" id="{2D57AA88-B317-C048-7AE3-08450F646380}"/>
              </a:ext>
            </a:extLst>
          </p:cNvPr>
          <p:cNvSpPr txBox="1"/>
          <p:nvPr/>
        </p:nvSpPr>
        <p:spPr>
          <a:xfrm>
            <a:off x="9840416" y="1573382"/>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0" name="文本框 629">
            <a:extLst>
              <a:ext uri="{FF2B5EF4-FFF2-40B4-BE49-F238E27FC236}">
                <a16:creationId xmlns:a16="http://schemas.microsoft.com/office/drawing/2014/main" id="{031F5191-8832-026A-3CA6-9E1B6BCDB134}"/>
              </a:ext>
            </a:extLst>
          </p:cNvPr>
          <p:cNvSpPr txBox="1"/>
          <p:nvPr/>
        </p:nvSpPr>
        <p:spPr>
          <a:xfrm>
            <a:off x="911424" y="1573382"/>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631" name="Google Shape;9569;p88">
            <a:extLst>
              <a:ext uri="{FF2B5EF4-FFF2-40B4-BE49-F238E27FC236}">
                <a16:creationId xmlns:a16="http://schemas.microsoft.com/office/drawing/2014/main" id="{F9B52453-3D2E-47D9-C852-246DC5C60A7F}"/>
              </a:ext>
            </a:extLst>
          </p:cNvPr>
          <p:cNvGrpSpPr/>
          <p:nvPr/>
        </p:nvGrpSpPr>
        <p:grpSpPr>
          <a:xfrm>
            <a:off x="10065572" y="5109208"/>
            <a:ext cx="700811" cy="699311"/>
            <a:chOff x="6264975" y="3220950"/>
            <a:chExt cx="268525" cy="267950"/>
          </a:xfrm>
          <a:solidFill>
            <a:srgbClr val="1E344D"/>
          </a:solidFill>
        </p:grpSpPr>
        <p:sp>
          <p:nvSpPr>
            <p:cNvPr id="632" name="Google Shape;9570;p88">
              <a:extLst>
                <a:ext uri="{FF2B5EF4-FFF2-40B4-BE49-F238E27FC236}">
                  <a16:creationId xmlns:a16="http://schemas.microsoft.com/office/drawing/2014/main" id="{84CEF591-7079-8CB7-FD8D-2C4735518A4D}"/>
                </a:ext>
              </a:extLst>
            </p:cNvPr>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3" name="Google Shape;9571;p88">
              <a:extLst>
                <a:ext uri="{FF2B5EF4-FFF2-40B4-BE49-F238E27FC236}">
                  <a16:creationId xmlns:a16="http://schemas.microsoft.com/office/drawing/2014/main" id="{E51069BE-C4B6-7053-3FEC-288109C5322F}"/>
                </a:ext>
              </a:extLst>
            </p:cNvPr>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4" name="Google Shape;9572;p88">
              <a:extLst>
                <a:ext uri="{FF2B5EF4-FFF2-40B4-BE49-F238E27FC236}">
                  <a16:creationId xmlns:a16="http://schemas.microsoft.com/office/drawing/2014/main" id="{D09FD1C8-DB65-C0D7-58B1-D94E1CD2E136}"/>
                </a:ext>
              </a:extLst>
            </p:cNvPr>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5" name="Google Shape;9573;p88">
              <a:extLst>
                <a:ext uri="{FF2B5EF4-FFF2-40B4-BE49-F238E27FC236}">
                  <a16:creationId xmlns:a16="http://schemas.microsoft.com/office/drawing/2014/main" id="{4F4FC6AA-CDBE-8E1F-61CB-A4ED88D2C209}"/>
                </a:ext>
              </a:extLst>
            </p:cNvPr>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6" name="Google Shape;9574;p88">
              <a:extLst>
                <a:ext uri="{FF2B5EF4-FFF2-40B4-BE49-F238E27FC236}">
                  <a16:creationId xmlns:a16="http://schemas.microsoft.com/office/drawing/2014/main" id="{E1F236B1-4EF3-A29A-64D9-85619C18CC5F}"/>
                </a:ext>
              </a:extLst>
            </p:cNvPr>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7" name="Google Shape;9575;p88">
              <a:extLst>
                <a:ext uri="{FF2B5EF4-FFF2-40B4-BE49-F238E27FC236}">
                  <a16:creationId xmlns:a16="http://schemas.microsoft.com/office/drawing/2014/main" id="{662F0DEF-F507-88A0-7931-673F6A7E3EE3}"/>
                </a:ext>
              </a:extLst>
            </p:cNvPr>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638" name="Google Shape;9576;p88">
              <a:extLst>
                <a:ext uri="{FF2B5EF4-FFF2-40B4-BE49-F238E27FC236}">
                  <a16:creationId xmlns:a16="http://schemas.microsoft.com/office/drawing/2014/main" id="{DB435695-5B82-CED8-A1C6-E08BB01E45A2}"/>
                </a:ext>
              </a:extLst>
            </p:cNvPr>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sp>
        <p:nvSpPr>
          <p:cNvPr id="35" name="矩形 34">
            <a:extLst>
              <a:ext uri="{FF2B5EF4-FFF2-40B4-BE49-F238E27FC236}">
                <a16:creationId xmlns:a16="http://schemas.microsoft.com/office/drawing/2014/main" id="{774BE53F-0DF5-B17B-0FE1-D1941FA7F897}"/>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文本框 36">
            <a:extLst>
              <a:ext uri="{FF2B5EF4-FFF2-40B4-BE49-F238E27FC236}">
                <a16:creationId xmlns:a16="http://schemas.microsoft.com/office/drawing/2014/main" id="{C3B8A780-DA97-2C49-34CA-65C35B6A0372}"/>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C39B9BA4-DBD7-AE3E-8EF6-359B70D9D838}"/>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39" name="直线连接符 38">
            <a:extLst>
              <a:ext uri="{FF2B5EF4-FFF2-40B4-BE49-F238E27FC236}">
                <a16:creationId xmlns:a16="http://schemas.microsoft.com/office/drawing/2014/main" id="{83D6C6DA-EBC0-83FE-1AE7-7664EEDC2C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40" name="直线连接符 39">
            <a:extLst>
              <a:ext uri="{FF2B5EF4-FFF2-40B4-BE49-F238E27FC236}">
                <a16:creationId xmlns:a16="http://schemas.microsoft.com/office/drawing/2014/main" id="{43DAC3AD-C647-5853-3F7F-ED708C291EB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EDEDD1C4-07F0-3D2C-1B68-3D07544696C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42" name="组合 41">
            <a:extLst>
              <a:ext uri="{FF2B5EF4-FFF2-40B4-BE49-F238E27FC236}">
                <a16:creationId xmlns:a16="http://schemas.microsoft.com/office/drawing/2014/main" id="{4CDC12AB-FA58-6722-17AF-88DCE2271205}"/>
              </a:ext>
            </a:extLst>
          </p:cNvPr>
          <p:cNvGrpSpPr/>
          <p:nvPr/>
        </p:nvGrpSpPr>
        <p:grpSpPr>
          <a:xfrm>
            <a:off x="2259126" y="287981"/>
            <a:ext cx="356205" cy="355288"/>
            <a:chOff x="2323294" y="287981"/>
            <a:chExt cx="356205" cy="355288"/>
          </a:xfrm>
        </p:grpSpPr>
        <p:sp>
          <p:nvSpPr>
            <p:cNvPr id="43" name="Google Shape;7166;p80">
              <a:extLst>
                <a:ext uri="{FF2B5EF4-FFF2-40B4-BE49-F238E27FC236}">
                  <a16:creationId xmlns:a16="http://schemas.microsoft.com/office/drawing/2014/main" id="{38EF989A-BA15-3A17-96DF-929CE31BD8B2}"/>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7167;p80">
              <a:extLst>
                <a:ext uri="{FF2B5EF4-FFF2-40B4-BE49-F238E27FC236}">
                  <a16:creationId xmlns:a16="http://schemas.microsoft.com/office/drawing/2014/main" id="{AA70D325-F832-5E04-6072-AF0B088E1493}"/>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7168;p80">
              <a:extLst>
                <a:ext uri="{FF2B5EF4-FFF2-40B4-BE49-F238E27FC236}">
                  <a16:creationId xmlns:a16="http://schemas.microsoft.com/office/drawing/2014/main" id="{9DABE893-777A-BB3C-D70A-E68FF622289B}"/>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7169;p80">
              <a:extLst>
                <a:ext uri="{FF2B5EF4-FFF2-40B4-BE49-F238E27FC236}">
                  <a16:creationId xmlns:a16="http://schemas.microsoft.com/office/drawing/2014/main" id="{24671B24-F9AE-937D-0DEF-F6C081EC867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文本框 46">
            <a:extLst>
              <a:ext uri="{FF2B5EF4-FFF2-40B4-BE49-F238E27FC236}">
                <a16:creationId xmlns:a16="http://schemas.microsoft.com/office/drawing/2014/main" id="{34AD64E1-FE84-FDDD-CE37-6C941B76BEAF}"/>
              </a:ext>
            </a:extLst>
          </p:cNvPr>
          <p:cNvSpPr txBox="1"/>
          <p:nvPr/>
        </p:nvSpPr>
        <p:spPr>
          <a:xfrm>
            <a:off x="983432" y="3166971"/>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934515B3-8D16-8D6B-6666-5940E7680EE4}"/>
              </a:ext>
            </a:extLst>
          </p:cNvPr>
          <p:cNvSpPr txBox="1"/>
          <p:nvPr/>
        </p:nvSpPr>
        <p:spPr>
          <a:xfrm>
            <a:off x="983432" y="3416896"/>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CBA956AA-753E-3046-251C-DB6BAC4BF943}"/>
              </a:ext>
            </a:extLst>
          </p:cNvPr>
          <p:cNvSpPr txBox="1"/>
          <p:nvPr/>
        </p:nvSpPr>
        <p:spPr>
          <a:xfrm>
            <a:off x="983432" y="3704928"/>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3" name="文本框 582">
            <a:extLst>
              <a:ext uri="{FF2B5EF4-FFF2-40B4-BE49-F238E27FC236}">
                <a16:creationId xmlns:a16="http://schemas.microsoft.com/office/drawing/2014/main" id="{51F3F353-47E0-DAB1-B061-6DB15AE4C9C4}"/>
              </a:ext>
            </a:extLst>
          </p:cNvPr>
          <p:cNvSpPr txBox="1"/>
          <p:nvPr/>
        </p:nvSpPr>
        <p:spPr>
          <a:xfrm>
            <a:off x="983432" y="3992960"/>
            <a:ext cx="1077539"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4" name="文本框 583">
            <a:extLst>
              <a:ext uri="{FF2B5EF4-FFF2-40B4-BE49-F238E27FC236}">
                <a16:creationId xmlns:a16="http://schemas.microsoft.com/office/drawing/2014/main" id="{972D705C-3CB0-9DF3-A1C2-95EBC8570EE8}"/>
              </a:ext>
            </a:extLst>
          </p:cNvPr>
          <p:cNvSpPr txBox="1"/>
          <p:nvPr/>
        </p:nvSpPr>
        <p:spPr>
          <a:xfrm>
            <a:off x="983432" y="4280992"/>
            <a:ext cx="1701107"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9" name="文本框 638">
            <a:extLst>
              <a:ext uri="{FF2B5EF4-FFF2-40B4-BE49-F238E27FC236}">
                <a16:creationId xmlns:a16="http://schemas.microsoft.com/office/drawing/2014/main" id="{695921F7-CAF1-100A-5A58-95E4C14190B6}"/>
              </a:ext>
            </a:extLst>
          </p:cNvPr>
          <p:cNvSpPr txBox="1"/>
          <p:nvPr/>
        </p:nvSpPr>
        <p:spPr>
          <a:xfrm>
            <a:off x="983432" y="4539548"/>
            <a:ext cx="1077539" cy="307777"/>
          </a:xfrm>
          <a:prstGeom prst="rect">
            <a:avLst/>
          </a:prstGeom>
          <a:noFill/>
        </p:spPr>
        <p:txBody>
          <a:bodyPr wrap="none" rtlCol="0">
            <a:spAutoFit/>
          </a:bodyPr>
          <a:lstStyle/>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0" name="椭圆 639">
            <a:extLst>
              <a:ext uri="{FF2B5EF4-FFF2-40B4-BE49-F238E27FC236}">
                <a16:creationId xmlns:a16="http://schemas.microsoft.com/office/drawing/2014/main" id="{9EEE0940-E97A-1566-1A5A-F6CD0935C7AA}"/>
              </a:ext>
            </a:extLst>
          </p:cNvPr>
          <p:cNvSpPr/>
          <p:nvPr/>
        </p:nvSpPr>
        <p:spPr>
          <a:xfrm>
            <a:off x="853007" y="3243289"/>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41" name="椭圆 640">
            <a:extLst>
              <a:ext uri="{FF2B5EF4-FFF2-40B4-BE49-F238E27FC236}">
                <a16:creationId xmlns:a16="http://schemas.microsoft.com/office/drawing/2014/main" id="{14F6CC3C-BB83-54E1-F6FB-E5A749FD4EB9}"/>
              </a:ext>
            </a:extLst>
          </p:cNvPr>
          <p:cNvSpPr/>
          <p:nvPr/>
        </p:nvSpPr>
        <p:spPr>
          <a:xfrm>
            <a:off x="853007" y="3488904"/>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42" name="椭圆 641">
            <a:extLst>
              <a:ext uri="{FF2B5EF4-FFF2-40B4-BE49-F238E27FC236}">
                <a16:creationId xmlns:a16="http://schemas.microsoft.com/office/drawing/2014/main" id="{EE14F51B-231C-2D24-5AAC-CC5D75B62DCD}"/>
              </a:ext>
            </a:extLst>
          </p:cNvPr>
          <p:cNvSpPr/>
          <p:nvPr/>
        </p:nvSpPr>
        <p:spPr>
          <a:xfrm>
            <a:off x="853007" y="3848944"/>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43" name="椭圆 642">
            <a:extLst>
              <a:ext uri="{FF2B5EF4-FFF2-40B4-BE49-F238E27FC236}">
                <a16:creationId xmlns:a16="http://schemas.microsoft.com/office/drawing/2014/main" id="{9C66DAE8-4590-9044-DBEB-E305791D0F05}"/>
              </a:ext>
            </a:extLst>
          </p:cNvPr>
          <p:cNvSpPr/>
          <p:nvPr/>
        </p:nvSpPr>
        <p:spPr>
          <a:xfrm>
            <a:off x="853007" y="4064968"/>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44" name="椭圆 643">
            <a:extLst>
              <a:ext uri="{FF2B5EF4-FFF2-40B4-BE49-F238E27FC236}">
                <a16:creationId xmlns:a16="http://schemas.microsoft.com/office/drawing/2014/main" id="{F1A21B86-55D4-450D-7E90-19810011D97D}"/>
              </a:ext>
            </a:extLst>
          </p:cNvPr>
          <p:cNvSpPr/>
          <p:nvPr/>
        </p:nvSpPr>
        <p:spPr>
          <a:xfrm>
            <a:off x="853007" y="4353000"/>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645" name="椭圆 644">
            <a:extLst>
              <a:ext uri="{FF2B5EF4-FFF2-40B4-BE49-F238E27FC236}">
                <a16:creationId xmlns:a16="http://schemas.microsoft.com/office/drawing/2014/main" id="{3EA34FD3-95E1-EC3E-229B-8CF02E06A215}"/>
              </a:ext>
            </a:extLst>
          </p:cNvPr>
          <p:cNvSpPr/>
          <p:nvPr/>
        </p:nvSpPr>
        <p:spPr>
          <a:xfrm>
            <a:off x="853007" y="4641032"/>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Tree>
    <p:extLst>
      <p:ext uri="{BB962C8B-B14F-4D97-AF65-F5344CB8AC3E}">
        <p14:creationId xmlns:p14="http://schemas.microsoft.com/office/powerpoint/2010/main" val="291828859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椭圆 1">
            <a:extLst>
              <a:ext uri="{FF2B5EF4-FFF2-40B4-BE49-F238E27FC236}">
                <a16:creationId xmlns:a16="http://schemas.microsoft.com/office/drawing/2014/main" id="{68E88DB8-F453-A48F-1706-15A180BCC552}"/>
              </a:ext>
            </a:extLst>
          </p:cNvPr>
          <p:cNvSpPr/>
          <p:nvPr/>
        </p:nvSpPr>
        <p:spPr>
          <a:xfrm>
            <a:off x="3340100" y="1079500"/>
            <a:ext cx="5511800" cy="5537200"/>
          </a:xfrm>
          <a:prstGeom prst="ellipse">
            <a:avLst/>
          </a:prstGeom>
          <a:noFill/>
          <a:ln w="508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椭圆 13">
            <a:extLst>
              <a:ext uri="{FF2B5EF4-FFF2-40B4-BE49-F238E27FC236}">
                <a16:creationId xmlns:a16="http://schemas.microsoft.com/office/drawing/2014/main" id="{E7EF2284-4D88-4E8C-F041-D7B29A02A6A1}"/>
              </a:ext>
            </a:extLst>
          </p:cNvPr>
          <p:cNvSpPr/>
          <p:nvPr/>
        </p:nvSpPr>
        <p:spPr>
          <a:xfrm>
            <a:off x="3784600" y="2476500"/>
            <a:ext cx="2336800" cy="2336800"/>
          </a:xfrm>
          <a:prstGeom prst="ellipse">
            <a:avLst/>
          </a:prstGeom>
          <a:solidFill>
            <a:srgbClr val="BB3023"/>
          </a:solidFill>
          <a:ln w="508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椭圆 15">
            <a:extLst>
              <a:ext uri="{FF2B5EF4-FFF2-40B4-BE49-F238E27FC236}">
                <a16:creationId xmlns:a16="http://schemas.microsoft.com/office/drawing/2014/main" id="{94303BE9-597A-0ACC-0E99-383C46918AD4}"/>
              </a:ext>
            </a:extLst>
          </p:cNvPr>
          <p:cNvSpPr/>
          <p:nvPr/>
        </p:nvSpPr>
        <p:spPr>
          <a:xfrm>
            <a:off x="4614664" y="3941564"/>
            <a:ext cx="1633736" cy="1633736"/>
          </a:xfrm>
          <a:prstGeom prst="ellipse">
            <a:avLst/>
          </a:prstGeom>
          <a:solidFill>
            <a:srgbClr val="1E344D"/>
          </a:solidFill>
          <a:ln w="508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椭圆 16">
            <a:extLst>
              <a:ext uri="{FF2B5EF4-FFF2-40B4-BE49-F238E27FC236}">
                <a16:creationId xmlns:a16="http://schemas.microsoft.com/office/drawing/2014/main" id="{C17694AB-4B70-57BF-E6A6-943429CFB641}"/>
              </a:ext>
            </a:extLst>
          </p:cNvPr>
          <p:cNvSpPr/>
          <p:nvPr/>
        </p:nvSpPr>
        <p:spPr>
          <a:xfrm>
            <a:off x="4165600" y="4977532"/>
            <a:ext cx="965200" cy="965200"/>
          </a:xfrm>
          <a:prstGeom prst="ellipse">
            <a:avLst/>
          </a:prstGeom>
          <a:solidFill>
            <a:srgbClr val="4F6682"/>
          </a:solidFill>
          <a:ln w="508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文本框 17">
            <a:extLst>
              <a:ext uri="{FF2B5EF4-FFF2-40B4-BE49-F238E27FC236}">
                <a16:creationId xmlns:a16="http://schemas.microsoft.com/office/drawing/2014/main" id="{B6B3FA3D-8FD9-8BD9-1FEA-47EBDBCEBE95}"/>
              </a:ext>
            </a:extLst>
          </p:cNvPr>
          <p:cNvSpPr txBox="1"/>
          <p:nvPr/>
        </p:nvSpPr>
        <p:spPr>
          <a:xfrm>
            <a:off x="4192612" y="2980804"/>
            <a:ext cx="1443024" cy="830997"/>
          </a:xfrm>
          <a:prstGeom prst="rect">
            <a:avLst/>
          </a:prstGeom>
          <a:noFill/>
        </p:spPr>
        <p:txBody>
          <a:bodyPr wrap="none" rtlCol="0">
            <a:spAutoFit/>
          </a:bodyPr>
          <a:lstStyle/>
          <a:p>
            <a:pPr algn="l"/>
            <a:r>
              <a:rPr kumimoji="1" lang="en-US" altLang="zh-CN" sz="4800" b="1" dirty="0">
                <a:solidFill>
                  <a:schemeClr val="bg1"/>
                </a:solidFill>
                <a:latin typeface="Alibaba PuHuiTi" pitchFamily="18" charset="-122"/>
                <a:ea typeface="Alibaba PuHuiTi" pitchFamily="18" charset="-122"/>
                <a:cs typeface="Alibaba PuHuiTi" pitchFamily="18" charset="-122"/>
              </a:rPr>
              <a:t>70%</a:t>
            </a:r>
            <a:endParaRPr kumimoji="1" lang="zh-CN" altLang="en-US" sz="4800" b="1" dirty="0">
              <a:solidFill>
                <a:schemeClr val="bg1"/>
              </a:solidFill>
              <a:latin typeface="Alibaba PuHuiTi" pitchFamily="18" charset="-122"/>
              <a:ea typeface="Alibaba PuHuiTi" pitchFamily="18" charset="-122"/>
              <a:cs typeface="Alibaba PuHuiTi" pitchFamily="18" charset="-122"/>
            </a:endParaRPr>
          </a:p>
        </p:txBody>
      </p:sp>
      <p:sp>
        <p:nvSpPr>
          <p:cNvPr id="19" name="文本框 18">
            <a:extLst>
              <a:ext uri="{FF2B5EF4-FFF2-40B4-BE49-F238E27FC236}">
                <a16:creationId xmlns:a16="http://schemas.microsoft.com/office/drawing/2014/main" id="{0D919A65-203B-501C-36D0-7768C2B087B4}"/>
              </a:ext>
            </a:extLst>
          </p:cNvPr>
          <p:cNvSpPr txBox="1"/>
          <p:nvPr/>
        </p:nvSpPr>
        <p:spPr>
          <a:xfrm>
            <a:off x="4239072" y="5241280"/>
            <a:ext cx="803425" cy="461665"/>
          </a:xfrm>
          <a:prstGeom prst="rect">
            <a:avLst/>
          </a:prstGeom>
          <a:noFill/>
        </p:spPr>
        <p:txBody>
          <a:bodyPr wrap="none" rtlCol="0">
            <a:spAutoFit/>
          </a:bodyPr>
          <a:lstStyle/>
          <a:p>
            <a:pPr algn="l"/>
            <a:r>
              <a:rPr kumimoji="1" lang="en-US" altLang="zh-CN" sz="2400" b="1" dirty="0">
                <a:solidFill>
                  <a:schemeClr val="bg1"/>
                </a:solidFill>
                <a:latin typeface="Alibaba PuHuiTi" pitchFamily="18" charset="-122"/>
                <a:ea typeface="Alibaba PuHuiTi" pitchFamily="18" charset="-122"/>
                <a:cs typeface="Alibaba PuHuiTi" pitchFamily="18" charset="-122"/>
              </a:rPr>
              <a:t>10%</a:t>
            </a:r>
            <a:endParaRPr kumimoji="1" lang="zh-CN" altLang="en-US" sz="2400" b="1" dirty="0">
              <a:solidFill>
                <a:schemeClr val="bg1"/>
              </a:solidFill>
              <a:latin typeface="Alibaba PuHuiTi" pitchFamily="18" charset="-122"/>
              <a:ea typeface="Alibaba PuHuiTi" pitchFamily="18" charset="-122"/>
              <a:cs typeface="Alibaba PuHuiTi" pitchFamily="18" charset="-122"/>
            </a:endParaRPr>
          </a:p>
        </p:txBody>
      </p:sp>
      <p:sp>
        <p:nvSpPr>
          <p:cNvPr id="22" name="文本框 21">
            <a:extLst>
              <a:ext uri="{FF2B5EF4-FFF2-40B4-BE49-F238E27FC236}">
                <a16:creationId xmlns:a16="http://schemas.microsoft.com/office/drawing/2014/main" id="{EE092777-C40C-3459-66C6-973DE594FBC1}"/>
              </a:ext>
            </a:extLst>
          </p:cNvPr>
          <p:cNvSpPr txBox="1"/>
          <p:nvPr/>
        </p:nvSpPr>
        <p:spPr>
          <a:xfrm>
            <a:off x="4901332" y="4408016"/>
            <a:ext cx="1114408" cy="646331"/>
          </a:xfrm>
          <a:prstGeom prst="rect">
            <a:avLst/>
          </a:prstGeom>
          <a:noFill/>
        </p:spPr>
        <p:txBody>
          <a:bodyPr wrap="none" rtlCol="0">
            <a:spAutoFit/>
          </a:bodyPr>
          <a:lstStyle/>
          <a:p>
            <a:pPr algn="l"/>
            <a:r>
              <a:rPr kumimoji="1" lang="en-US" altLang="zh-CN" sz="3600" b="1" dirty="0">
                <a:solidFill>
                  <a:schemeClr val="bg1"/>
                </a:solidFill>
                <a:latin typeface="Alibaba PuHuiTi" pitchFamily="18" charset="-122"/>
                <a:ea typeface="Alibaba PuHuiTi" pitchFamily="18" charset="-122"/>
                <a:cs typeface="Alibaba PuHuiTi" pitchFamily="18" charset="-122"/>
              </a:rPr>
              <a:t>20%</a:t>
            </a:r>
            <a:endParaRPr kumimoji="1" lang="zh-CN" altLang="en-US" sz="3600" b="1" dirty="0">
              <a:solidFill>
                <a:schemeClr val="bg1"/>
              </a:solidFill>
              <a:latin typeface="Alibaba PuHuiTi" pitchFamily="18" charset="-122"/>
              <a:ea typeface="Alibaba PuHuiTi" pitchFamily="18" charset="-122"/>
              <a:cs typeface="Alibaba PuHuiTi" pitchFamily="18" charset="-122"/>
            </a:endParaRPr>
          </a:p>
        </p:txBody>
      </p:sp>
      <p:sp>
        <p:nvSpPr>
          <p:cNvPr id="23" name="文本框 22">
            <a:extLst>
              <a:ext uri="{FF2B5EF4-FFF2-40B4-BE49-F238E27FC236}">
                <a16:creationId xmlns:a16="http://schemas.microsoft.com/office/drawing/2014/main" id="{3DFAFA4E-CA11-4A3C-257D-100F40A0B39A}"/>
              </a:ext>
            </a:extLst>
          </p:cNvPr>
          <p:cNvSpPr txBox="1"/>
          <p:nvPr/>
        </p:nvSpPr>
        <p:spPr>
          <a:xfrm>
            <a:off x="6124228" y="2739825"/>
            <a:ext cx="2351926" cy="400110"/>
          </a:xfrm>
          <a:prstGeom prst="rect">
            <a:avLst/>
          </a:prstGeom>
          <a:noFill/>
        </p:spPr>
        <p:txBody>
          <a:bodyPr wrap="none" rtlCol="0">
            <a:spAutoFit/>
          </a:bodyPr>
          <a:lstStyle/>
          <a:p>
            <a:pPr algn="l"/>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Important project</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6112FC23-1D9A-1B64-54D9-A93EC0B36E5C}"/>
              </a:ext>
            </a:extLst>
          </p:cNvPr>
          <p:cNvSpPr txBox="1"/>
          <p:nvPr/>
        </p:nvSpPr>
        <p:spPr>
          <a:xfrm>
            <a:off x="6261224" y="4005064"/>
            <a:ext cx="1423788" cy="400110"/>
          </a:xfrm>
          <a:prstGeom prst="rect">
            <a:avLst/>
          </a:prstGeom>
          <a:noFill/>
        </p:spPr>
        <p:txBody>
          <a:bodyPr wrap="none" rtlCol="0">
            <a:spAutoFit/>
          </a:bodyPr>
          <a:lstStyle/>
          <a:p>
            <a:pPr algn="l"/>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Important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D873AAEA-0EB3-8D28-7F1E-2A11866A66AC}"/>
              </a:ext>
            </a:extLst>
          </p:cNvPr>
          <p:cNvSpPr txBox="1"/>
          <p:nvPr/>
        </p:nvSpPr>
        <p:spPr>
          <a:xfrm>
            <a:off x="5913884" y="5335116"/>
            <a:ext cx="1423788" cy="400110"/>
          </a:xfrm>
          <a:prstGeom prst="rect">
            <a:avLst/>
          </a:prstGeom>
          <a:noFill/>
        </p:spPr>
        <p:txBody>
          <a:bodyPr wrap="none" rtlCol="0">
            <a:spAutoFit/>
          </a:bodyPr>
          <a:lstStyle/>
          <a:p>
            <a:pPr algn="l"/>
            <a:r>
              <a:rPr kumimoji="1" lang="en" altLang="zh-CN" sz="2000" dirty="0">
                <a:solidFill>
                  <a:srgbClr val="4F6682"/>
                </a:solidFill>
                <a:latin typeface="Alibaba PuHuiTi Medium" pitchFamily="18" charset="-122"/>
                <a:ea typeface="Alibaba PuHuiTi Medium" pitchFamily="18" charset="-122"/>
                <a:cs typeface="Alibaba PuHuiTi Medium" pitchFamily="18" charset="-122"/>
              </a:rPr>
              <a:t>Important</a:t>
            </a:r>
            <a:endParaRPr kumimoji="1" lang="zh-CN" altLang="en-US" sz="2000" dirty="0">
              <a:solidFill>
                <a:srgbClr val="4F6682"/>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53944209-5559-72BF-448F-71839C369023}"/>
              </a:ext>
            </a:extLst>
          </p:cNvPr>
          <p:cNvSpPr txBox="1"/>
          <p:nvPr/>
        </p:nvSpPr>
        <p:spPr>
          <a:xfrm>
            <a:off x="6121400" y="3015734"/>
            <a:ext cx="2438400" cy="738664"/>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400" dirty="0">
                <a:solidFill>
                  <a:srgbClr val="1E344D"/>
                </a:solidFill>
                <a:latin typeface="Alibaba PuHuiTi" pitchFamily="18" charset="-122"/>
                <a:ea typeface="Alibaba PuHuiTi" pitchFamily="18" charset="-122"/>
                <a:cs typeface="Alibaba PuHuiTi" pitchFamily="18" charset="-122"/>
              </a:rPr>
              <a:t>。</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7" name="文本框 26">
            <a:extLst>
              <a:ext uri="{FF2B5EF4-FFF2-40B4-BE49-F238E27FC236}">
                <a16:creationId xmlns:a16="http://schemas.microsoft.com/office/drawing/2014/main" id="{1AF05749-E7CC-31E3-2BE4-907FF3F4DB63}"/>
              </a:ext>
            </a:extLst>
          </p:cNvPr>
          <p:cNvSpPr txBox="1"/>
          <p:nvPr/>
        </p:nvSpPr>
        <p:spPr>
          <a:xfrm>
            <a:off x="6240016" y="4365104"/>
            <a:ext cx="2438400" cy="738664"/>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400" dirty="0">
                <a:solidFill>
                  <a:srgbClr val="1E344D"/>
                </a:solidFill>
                <a:latin typeface="Alibaba PuHuiTi" pitchFamily="18" charset="-122"/>
                <a:ea typeface="Alibaba PuHuiTi" pitchFamily="18" charset="-122"/>
                <a:cs typeface="Alibaba PuHuiTi" pitchFamily="18" charset="-122"/>
              </a:rPr>
              <a:t>。</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8" name="文本框 27">
            <a:extLst>
              <a:ext uri="{FF2B5EF4-FFF2-40B4-BE49-F238E27FC236}">
                <a16:creationId xmlns:a16="http://schemas.microsoft.com/office/drawing/2014/main" id="{7A7CBD92-5BCF-E5C8-C6B0-8C844C1EAC40}"/>
              </a:ext>
            </a:extLst>
          </p:cNvPr>
          <p:cNvSpPr txBox="1"/>
          <p:nvPr/>
        </p:nvSpPr>
        <p:spPr>
          <a:xfrm>
            <a:off x="5549776" y="5661248"/>
            <a:ext cx="2438400" cy="738664"/>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400" dirty="0">
                <a:solidFill>
                  <a:srgbClr val="1E344D"/>
                </a:solidFill>
                <a:latin typeface="Alibaba PuHuiTi" pitchFamily="18" charset="-122"/>
                <a:ea typeface="Alibaba PuHuiTi" pitchFamily="18" charset="-122"/>
                <a:cs typeface="Alibaba PuHuiTi" pitchFamily="18" charset="-122"/>
              </a:rPr>
              <a:t>。</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9" name="文本框 28">
            <a:extLst>
              <a:ext uri="{FF2B5EF4-FFF2-40B4-BE49-F238E27FC236}">
                <a16:creationId xmlns:a16="http://schemas.microsoft.com/office/drawing/2014/main" id="{45191F2D-8C9C-B7FB-86A3-32D32A6F955E}"/>
              </a:ext>
            </a:extLst>
          </p:cNvPr>
          <p:cNvSpPr txBox="1"/>
          <p:nvPr/>
        </p:nvSpPr>
        <p:spPr>
          <a:xfrm>
            <a:off x="4584700" y="1460500"/>
            <a:ext cx="2957861" cy="707886"/>
          </a:xfrm>
          <a:prstGeom prst="rect">
            <a:avLst/>
          </a:prstGeom>
          <a:noFill/>
        </p:spPr>
        <p:txBody>
          <a:bodyPr wrap="none" rtlCol="0">
            <a:spAutoFit/>
          </a:bodyPr>
          <a:lstStyle/>
          <a:p>
            <a:pPr algn="l"/>
            <a:r>
              <a:rPr kumimoji="1" lang="en-US" altLang="zh-CN" sz="4000" dirty="0">
                <a:solidFill>
                  <a:srgbClr val="212121"/>
                </a:solidFill>
                <a:latin typeface="Alibaba PuHuiTi Medium" pitchFamily="18" charset="-122"/>
                <a:ea typeface="Alibaba PuHuiTi Medium" pitchFamily="18" charset="-122"/>
                <a:cs typeface="Alibaba PuHuiTi Medium" pitchFamily="18" charset="-122"/>
              </a:rPr>
              <a:t>2023·08·13</a:t>
            </a:r>
            <a:endParaRPr kumimoji="1" lang="zh-CN" altLang="en-US" sz="40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271DE50B-6C5F-1747-B996-86F26E59B37A}"/>
              </a:ext>
            </a:extLst>
          </p:cNvPr>
          <p:cNvSpPr txBox="1"/>
          <p:nvPr/>
        </p:nvSpPr>
        <p:spPr>
          <a:xfrm>
            <a:off x="4943872" y="1988840"/>
            <a:ext cx="2351926" cy="400110"/>
          </a:xfrm>
          <a:prstGeom prst="rect">
            <a:avLst/>
          </a:prstGeom>
          <a:noFill/>
        </p:spPr>
        <p:txBody>
          <a:bodyPr wrap="none" rtlCol="0">
            <a:spAutoFit/>
          </a:bodyPr>
          <a:lstStyle/>
          <a:p>
            <a:pPr algn="l"/>
            <a:r>
              <a:rPr kumimoji="1" lang="en" altLang="zh-CN" sz="2000" dirty="0">
                <a:latin typeface="Alibaba PuHuiTi Medium" pitchFamily="18" charset="-122"/>
                <a:ea typeface="Alibaba PuHuiTi Medium" pitchFamily="18" charset="-122"/>
                <a:cs typeface="Alibaba PuHuiTi Medium" pitchFamily="18" charset="-122"/>
              </a:rPr>
              <a:t>important project</a:t>
            </a:r>
            <a:endParaRPr kumimoji="1" lang="zh-CN" altLang="en-US" sz="2000" dirty="0">
              <a:latin typeface="Alibaba PuHuiTi Medium" pitchFamily="18" charset="-122"/>
              <a:ea typeface="Alibaba PuHuiTi Medium" pitchFamily="18" charset="-122"/>
              <a:cs typeface="Alibaba PuHuiTi Medium" pitchFamily="18" charset="-122"/>
            </a:endParaRPr>
          </a:p>
        </p:txBody>
      </p:sp>
      <p:sp>
        <p:nvSpPr>
          <p:cNvPr id="31" name="Google Shape;777;p29">
            <a:extLst>
              <a:ext uri="{FF2B5EF4-FFF2-40B4-BE49-F238E27FC236}">
                <a16:creationId xmlns:a16="http://schemas.microsoft.com/office/drawing/2014/main" id="{57B16A66-205E-2363-8B0E-6BEC4F6890C5}"/>
              </a:ext>
            </a:extLst>
          </p:cNvPr>
          <p:cNvSpPr txBox="1"/>
          <p:nvPr/>
        </p:nvSpPr>
        <p:spPr>
          <a:xfrm>
            <a:off x="273655" y="1675887"/>
            <a:ext cx="3084142"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20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32" name="文本框 31">
            <a:extLst>
              <a:ext uri="{FF2B5EF4-FFF2-40B4-BE49-F238E27FC236}">
                <a16:creationId xmlns:a16="http://schemas.microsoft.com/office/drawing/2014/main" id="{31653035-807C-9A8B-95E5-158E7185E27E}"/>
              </a:ext>
            </a:extLst>
          </p:cNvPr>
          <p:cNvSpPr txBox="1"/>
          <p:nvPr/>
        </p:nvSpPr>
        <p:spPr>
          <a:xfrm>
            <a:off x="282300" y="2480503"/>
            <a:ext cx="3024626" cy="461665"/>
          </a:xfrm>
          <a:prstGeom prst="rect">
            <a:avLst/>
          </a:prstGeom>
          <a:noFill/>
        </p:spPr>
        <p:txBody>
          <a:bodyPr wrap="square" rtlCol="0">
            <a:spAutoFit/>
          </a:bodyPr>
          <a:lstStyle/>
          <a:p>
            <a:pPr marL="171450" indent="-171450" algn="just">
              <a:buFont typeface="Wingdings" pitchFamily="2" charset="2"/>
              <a:buChar char="n"/>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34" name="文本框 33">
            <a:extLst>
              <a:ext uri="{FF2B5EF4-FFF2-40B4-BE49-F238E27FC236}">
                <a16:creationId xmlns:a16="http://schemas.microsoft.com/office/drawing/2014/main" id="{CE323F40-486A-F478-D037-8D1C957348F1}"/>
              </a:ext>
            </a:extLst>
          </p:cNvPr>
          <p:cNvSpPr txBox="1"/>
          <p:nvPr/>
        </p:nvSpPr>
        <p:spPr>
          <a:xfrm>
            <a:off x="281285" y="1158077"/>
            <a:ext cx="1925527" cy="584775"/>
          </a:xfrm>
          <a:prstGeom prst="rect">
            <a:avLst/>
          </a:prstGeom>
          <a:noFill/>
        </p:spPr>
        <p:txBody>
          <a:bodyPr wrap="none" rtlCol="0">
            <a:spAutoFit/>
          </a:bodyPr>
          <a:lstStyle/>
          <a:p>
            <a:pPr algn="l"/>
            <a:r>
              <a:rPr kumimoji="1" lang="en-US" altLang="zh-CN" sz="3200" i="1" dirty="0">
                <a:solidFill>
                  <a:srgbClr val="1E344D"/>
                </a:solidFill>
                <a:latin typeface="Alibaba PuHuiTi" pitchFamily="18" charset="-122"/>
                <a:ea typeface="Alibaba PuHuiTi" pitchFamily="18" charset="-122"/>
                <a:cs typeface="Alibaba PuHuiTi" pitchFamily="18" charset="-122"/>
              </a:rPr>
              <a:t>2023·1-3</a:t>
            </a:r>
            <a:endParaRPr kumimoji="1" lang="zh-CN" altLang="en-US" sz="3200" i="1" dirty="0">
              <a:solidFill>
                <a:srgbClr val="1E344D"/>
              </a:solidFill>
              <a:latin typeface="Alibaba PuHuiTi" pitchFamily="18" charset="-122"/>
              <a:ea typeface="Alibaba PuHuiTi" pitchFamily="18" charset="-122"/>
              <a:cs typeface="Alibaba PuHuiTi" pitchFamily="18" charset="-122"/>
            </a:endParaRPr>
          </a:p>
        </p:txBody>
      </p:sp>
      <p:graphicFrame>
        <p:nvGraphicFramePr>
          <p:cNvPr id="35" name="图表 34">
            <a:extLst>
              <a:ext uri="{FF2B5EF4-FFF2-40B4-BE49-F238E27FC236}">
                <a16:creationId xmlns:a16="http://schemas.microsoft.com/office/drawing/2014/main" id="{E82F1C10-81D9-346F-123E-76376B15681C}"/>
              </a:ext>
            </a:extLst>
          </p:cNvPr>
          <p:cNvGraphicFramePr/>
          <p:nvPr>
            <p:extLst>
              <p:ext uri="{D42A27DB-BD31-4B8C-83A1-F6EECF244321}">
                <p14:modId xmlns:p14="http://schemas.microsoft.com/office/powerpoint/2010/main" val="3553206575"/>
              </p:ext>
            </p:extLst>
          </p:nvPr>
        </p:nvGraphicFramePr>
        <p:xfrm>
          <a:off x="9048020" y="4452079"/>
          <a:ext cx="3143980" cy="2188563"/>
        </p:xfrm>
        <a:graphic>
          <a:graphicData uri="http://schemas.openxmlformats.org/drawingml/2006/chart">
            <c:chart xmlns:c="http://schemas.openxmlformats.org/drawingml/2006/chart" xmlns:r="http://schemas.openxmlformats.org/officeDocument/2006/relationships" r:id="rId3"/>
          </a:graphicData>
        </a:graphic>
      </p:graphicFrame>
      <p:sp>
        <p:nvSpPr>
          <p:cNvPr id="36" name="文本框 35">
            <a:extLst>
              <a:ext uri="{FF2B5EF4-FFF2-40B4-BE49-F238E27FC236}">
                <a16:creationId xmlns:a16="http://schemas.microsoft.com/office/drawing/2014/main" id="{8DE0E83B-8D53-98B6-561C-12B69308BA14}"/>
              </a:ext>
            </a:extLst>
          </p:cNvPr>
          <p:cNvSpPr txBox="1"/>
          <p:nvPr/>
        </p:nvSpPr>
        <p:spPr>
          <a:xfrm>
            <a:off x="236591" y="3124077"/>
            <a:ext cx="2851383" cy="415498"/>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37" name="文本框 36">
            <a:extLst>
              <a:ext uri="{FF2B5EF4-FFF2-40B4-BE49-F238E27FC236}">
                <a16:creationId xmlns:a16="http://schemas.microsoft.com/office/drawing/2014/main" id="{957B6539-2D2D-91AD-8215-968E167AFE65}"/>
              </a:ext>
            </a:extLst>
          </p:cNvPr>
          <p:cNvSpPr txBox="1"/>
          <p:nvPr/>
        </p:nvSpPr>
        <p:spPr>
          <a:xfrm>
            <a:off x="236591" y="3729355"/>
            <a:ext cx="2851383" cy="415498"/>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38" name="文本框 37">
            <a:extLst>
              <a:ext uri="{FF2B5EF4-FFF2-40B4-BE49-F238E27FC236}">
                <a16:creationId xmlns:a16="http://schemas.microsoft.com/office/drawing/2014/main" id="{74AE54C1-8BB4-CCC4-4AB5-CB1ACA60DA29}"/>
              </a:ext>
            </a:extLst>
          </p:cNvPr>
          <p:cNvSpPr txBox="1"/>
          <p:nvPr/>
        </p:nvSpPr>
        <p:spPr>
          <a:xfrm>
            <a:off x="8909227" y="1182140"/>
            <a:ext cx="1925527" cy="584775"/>
          </a:xfrm>
          <a:prstGeom prst="rect">
            <a:avLst/>
          </a:prstGeom>
          <a:noFill/>
        </p:spPr>
        <p:txBody>
          <a:bodyPr wrap="none" rtlCol="0">
            <a:spAutoFit/>
          </a:bodyPr>
          <a:lstStyle/>
          <a:p>
            <a:pPr algn="l"/>
            <a:r>
              <a:rPr kumimoji="1" lang="en-US" altLang="zh-CN" sz="3200" i="1" dirty="0">
                <a:solidFill>
                  <a:srgbClr val="1E344D"/>
                </a:solidFill>
                <a:latin typeface="Alibaba PuHuiTi" pitchFamily="18" charset="-122"/>
                <a:ea typeface="Alibaba PuHuiTi" pitchFamily="18" charset="-122"/>
                <a:cs typeface="Alibaba PuHuiTi" pitchFamily="18" charset="-122"/>
              </a:rPr>
              <a:t>2023·3-6</a:t>
            </a:r>
            <a:endParaRPr kumimoji="1" lang="zh-CN" altLang="en-US" sz="3200" i="1" dirty="0">
              <a:solidFill>
                <a:srgbClr val="1E344D"/>
              </a:solidFill>
              <a:latin typeface="Alibaba PuHuiTi" pitchFamily="18" charset="-122"/>
              <a:ea typeface="Alibaba PuHuiTi" pitchFamily="18" charset="-122"/>
              <a:cs typeface="Alibaba PuHuiTi" pitchFamily="18" charset="-122"/>
            </a:endParaRPr>
          </a:p>
        </p:txBody>
      </p:sp>
      <p:sp>
        <p:nvSpPr>
          <p:cNvPr id="39" name="Google Shape;776;p29">
            <a:extLst>
              <a:ext uri="{FF2B5EF4-FFF2-40B4-BE49-F238E27FC236}">
                <a16:creationId xmlns:a16="http://schemas.microsoft.com/office/drawing/2014/main" id="{F851CE27-1CEB-C5D2-7A6E-CD031100364C}"/>
              </a:ext>
            </a:extLst>
          </p:cNvPr>
          <p:cNvSpPr txBox="1"/>
          <p:nvPr/>
        </p:nvSpPr>
        <p:spPr>
          <a:xfrm>
            <a:off x="8925840" y="1697422"/>
            <a:ext cx="3145832"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latin typeface="Alibaba PuHuiTi" pitchFamily="18" charset="-122"/>
                <a:ea typeface="Alibaba PuHuiTi" pitchFamily="18" charset="-122"/>
                <a:cs typeface="Alibaba PuHuiTi" pitchFamily="18" charset="-122"/>
                <a:sym typeface="Fira Sans Extra Condensed"/>
              </a:rPr>
              <a:t>The GE/McKinsey Matrix</a:t>
            </a:r>
            <a:endParaRPr sz="1400" u="sng" dirty="0">
              <a:latin typeface="Alibaba PuHuiTi" pitchFamily="18" charset="-122"/>
              <a:ea typeface="Alibaba PuHuiTi" pitchFamily="18" charset="-122"/>
              <a:cs typeface="Alibaba PuHuiTi" pitchFamily="18" charset="-122"/>
              <a:sym typeface="Fira Sans Extra Condensed"/>
            </a:endParaRPr>
          </a:p>
        </p:txBody>
      </p:sp>
      <p:sp>
        <p:nvSpPr>
          <p:cNvPr id="40" name="Google Shape;777;p29">
            <a:extLst>
              <a:ext uri="{FF2B5EF4-FFF2-40B4-BE49-F238E27FC236}">
                <a16:creationId xmlns:a16="http://schemas.microsoft.com/office/drawing/2014/main" id="{B4D15956-F39B-021D-EB66-3E0C35473376}"/>
              </a:ext>
            </a:extLst>
          </p:cNvPr>
          <p:cNvSpPr txBox="1"/>
          <p:nvPr/>
        </p:nvSpPr>
        <p:spPr>
          <a:xfrm>
            <a:off x="8925840" y="1890289"/>
            <a:ext cx="310197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41" name="Google Shape;777;p29">
            <a:extLst>
              <a:ext uri="{FF2B5EF4-FFF2-40B4-BE49-F238E27FC236}">
                <a16:creationId xmlns:a16="http://schemas.microsoft.com/office/drawing/2014/main" id="{53A41F71-5CB7-5385-EB70-53F6E4E9FEE1}"/>
              </a:ext>
            </a:extLst>
          </p:cNvPr>
          <p:cNvSpPr txBox="1"/>
          <p:nvPr/>
        </p:nvSpPr>
        <p:spPr>
          <a:xfrm>
            <a:off x="8925840" y="2354599"/>
            <a:ext cx="310197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i="1" u="sng" dirty="0">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i="1" u="sng" dirty="0">
              <a:latin typeface="Alibaba PuHuiTi" pitchFamily="18" charset="-122"/>
              <a:ea typeface="Alibaba PuHuiTi" pitchFamily="18" charset="-122"/>
              <a:cs typeface="Alibaba PuHuiTi" pitchFamily="18" charset="-122"/>
              <a:sym typeface="Roboto"/>
            </a:endParaRPr>
          </a:p>
        </p:txBody>
      </p:sp>
      <p:sp>
        <p:nvSpPr>
          <p:cNvPr id="43" name="文本框 42">
            <a:extLst>
              <a:ext uri="{FF2B5EF4-FFF2-40B4-BE49-F238E27FC236}">
                <a16:creationId xmlns:a16="http://schemas.microsoft.com/office/drawing/2014/main" id="{F9E7F678-5871-6B61-ECF0-AF8B67540DF4}"/>
              </a:ext>
            </a:extLst>
          </p:cNvPr>
          <p:cNvSpPr txBox="1"/>
          <p:nvPr/>
        </p:nvSpPr>
        <p:spPr>
          <a:xfrm>
            <a:off x="8925477" y="3074955"/>
            <a:ext cx="3036674" cy="415498"/>
          </a:xfrm>
          <a:prstGeom prst="rect">
            <a:avLst/>
          </a:prstGeom>
          <a:noFill/>
        </p:spPr>
        <p:txBody>
          <a:bodyPr wrap="square" rtlCol="0">
            <a:spAutoFit/>
          </a:bodyPr>
          <a:lstStyle/>
          <a:p>
            <a:pPr marL="171450" indent="-171450" algn="just">
              <a:buFont typeface="Wingdings" pitchFamily="2" charset="2"/>
              <a:buChar char="l"/>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4" name="文本框 43">
            <a:extLst>
              <a:ext uri="{FF2B5EF4-FFF2-40B4-BE49-F238E27FC236}">
                <a16:creationId xmlns:a16="http://schemas.microsoft.com/office/drawing/2014/main" id="{E9A6C76B-BD55-7A92-3528-418C00305657}"/>
              </a:ext>
            </a:extLst>
          </p:cNvPr>
          <p:cNvSpPr txBox="1"/>
          <p:nvPr/>
        </p:nvSpPr>
        <p:spPr>
          <a:xfrm>
            <a:off x="8925477" y="3540692"/>
            <a:ext cx="3036674" cy="415498"/>
          </a:xfrm>
          <a:prstGeom prst="rect">
            <a:avLst/>
          </a:prstGeom>
          <a:noFill/>
        </p:spPr>
        <p:txBody>
          <a:bodyPr wrap="square" rtlCol="0">
            <a:spAutoFit/>
          </a:bodyPr>
          <a:lstStyle/>
          <a:p>
            <a:pPr marL="171450" indent="-171450" algn="just">
              <a:buFont typeface="Wingdings" pitchFamily="2" charset="2"/>
              <a:buChar char="l"/>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6" name="文本框 45">
            <a:extLst>
              <a:ext uri="{FF2B5EF4-FFF2-40B4-BE49-F238E27FC236}">
                <a16:creationId xmlns:a16="http://schemas.microsoft.com/office/drawing/2014/main" id="{77FD053B-EC3E-2D6A-55BC-F04034A447F5}"/>
              </a:ext>
            </a:extLst>
          </p:cNvPr>
          <p:cNvSpPr txBox="1"/>
          <p:nvPr/>
        </p:nvSpPr>
        <p:spPr>
          <a:xfrm>
            <a:off x="8925477" y="4044748"/>
            <a:ext cx="3036674" cy="415498"/>
          </a:xfrm>
          <a:prstGeom prst="rect">
            <a:avLst/>
          </a:prstGeom>
          <a:noFill/>
        </p:spPr>
        <p:txBody>
          <a:bodyPr wrap="square" rtlCol="0">
            <a:spAutoFit/>
          </a:bodyPr>
          <a:lstStyle/>
          <a:p>
            <a:pPr marL="171450" indent="-171450" algn="just">
              <a:buFont typeface="Wingdings" pitchFamily="2" charset="2"/>
              <a:buChar char="l"/>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graphicFrame>
        <p:nvGraphicFramePr>
          <p:cNvPr id="47" name="图表 46">
            <a:extLst>
              <a:ext uri="{FF2B5EF4-FFF2-40B4-BE49-F238E27FC236}">
                <a16:creationId xmlns:a16="http://schemas.microsoft.com/office/drawing/2014/main" id="{05C761B2-DE11-D881-013C-8B8E08145578}"/>
              </a:ext>
            </a:extLst>
          </p:cNvPr>
          <p:cNvGraphicFramePr/>
          <p:nvPr>
            <p:extLst>
              <p:ext uri="{D42A27DB-BD31-4B8C-83A1-F6EECF244321}">
                <p14:modId xmlns:p14="http://schemas.microsoft.com/office/powerpoint/2010/main" val="2175339253"/>
              </p:ext>
            </p:extLst>
          </p:nvPr>
        </p:nvGraphicFramePr>
        <p:xfrm>
          <a:off x="252046" y="4392117"/>
          <a:ext cx="2929119" cy="226351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19573344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三角形 1">
            <a:extLst>
              <a:ext uri="{FF2B5EF4-FFF2-40B4-BE49-F238E27FC236}">
                <a16:creationId xmlns:a16="http://schemas.microsoft.com/office/drawing/2014/main" id="{D694610A-061D-AEBC-9167-2AFEA03273A3}"/>
              </a:ext>
            </a:extLst>
          </p:cNvPr>
          <p:cNvSpPr/>
          <p:nvPr/>
        </p:nvSpPr>
        <p:spPr>
          <a:xfrm flipH="1">
            <a:off x="741404" y="5474043"/>
            <a:ext cx="2286000" cy="939114"/>
          </a:xfrm>
          <a:prstGeom prst="triangle">
            <a:avLst>
              <a:gd name="adj" fmla="val 0"/>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梯形 4">
            <a:extLst>
              <a:ext uri="{FF2B5EF4-FFF2-40B4-BE49-F238E27FC236}">
                <a16:creationId xmlns:a16="http://schemas.microsoft.com/office/drawing/2014/main" id="{AECBEAC1-346B-536A-8877-B99DEEEBDE79}"/>
              </a:ext>
            </a:extLst>
          </p:cNvPr>
          <p:cNvSpPr/>
          <p:nvPr/>
        </p:nvSpPr>
        <p:spPr>
          <a:xfrm>
            <a:off x="3076832" y="4053016"/>
            <a:ext cx="3613900" cy="2347784"/>
          </a:xfrm>
          <a:custGeom>
            <a:avLst/>
            <a:gdLst>
              <a:gd name="connsiteX0" fmla="*/ 0 w 3645242"/>
              <a:gd name="connsiteY0" fmla="*/ 2347784 h 2347784"/>
              <a:gd name="connsiteX1" fmla="*/ 0 w 3645242"/>
              <a:gd name="connsiteY1" fmla="*/ 0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37071 w 3645242"/>
              <a:gd name="connsiteY1" fmla="*/ 1902941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24715 w 3645242"/>
              <a:gd name="connsiteY1" fmla="*/ 1408671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2412 w 3645242"/>
              <a:gd name="connsiteY1" fmla="*/ 1419822 h 2347784"/>
              <a:gd name="connsiteX2" fmla="*/ 3645242 w 3645242"/>
              <a:gd name="connsiteY2" fmla="*/ 0 h 2347784"/>
              <a:gd name="connsiteX3" fmla="*/ 3645242 w 3645242"/>
              <a:gd name="connsiteY3" fmla="*/ 2347784 h 2347784"/>
              <a:gd name="connsiteX4" fmla="*/ 0 w 3645242"/>
              <a:gd name="connsiteY4" fmla="*/ 2347784 h 2347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5242" h="2347784">
                <a:moveTo>
                  <a:pt x="0" y="2347784"/>
                </a:moveTo>
                <a:lnTo>
                  <a:pt x="2412" y="1419822"/>
                </a:lnTo>
                <a:lnTo>
                  <a:pt x="3645242" y="0"/>
                </a:lnTo>
                <a:lnTo>
                  <a:pt x="3645242" y="2347784"/>
                </a:lnTo>
                <a:lnTo>
                  <a:pt x="0" y="2347784"/>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4" name="梯形 4">
            <a:extLst>
              <a:ext uri="{FF2B5EF4-FFF2-40B4-BE49-F238E27FC236}">
                <a16:creationId xmlns:a16="http://schemas.microsoft.com/office/drawing/2014/main" id="{59786253-2D9A-CFA0-58AD-40D4CA5AE633}"/>
              </a:ext>
            </a:extLst>
          </p:cNvPr>
          <p:cNvSpPr/>
          <p:nvPr/>
        </p:nvSpPr>
        <p:spPr>
          <a:xfrm>
            <a:off x="6744072" y="1970202"/>
            <a:ext cx="5237396" cy="4430598"/>
          </a:xfrm>
          <a:custGeom>
            <a:avLst/>
            <a:gdLst>
              <a:gd name="connsiteX0" fmla="*/ 0 w 3645242"/>
              <a:gd name="connsiteY0" fmla="*/ 2347784 h 2347784"/>
              <a:gd name="connsiteX1" fmla="*/ 0 w 3645242"/>
              <a:gd name="connsiteY1" fmla="*/ 0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37071 w 3645242"/>
              <a:gd name="connsiteY1" fmla="*/ 1902941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24715 w 3645242"/>
              <a:gd name="connsiteY1" fmla="*/ 1408671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2412 w 3645242"/>
              <a:gd name="connsiteY1" fmla="*/ 1419822 h 2347784"/>
              <a:gd name="connsiteX2" fmla="*/ 3645242 w 3645242"/>
              <a:gd name="connsiteY2" fmla="*/ 0 h 2347784"/>
              <a:gd name="connsiteX3" fmla="*/ 3645242 w 3645242"/>
              <a:gd name="connsiteY3" fmla="*/ 2347784 h 2347784"/>
              <a:gd name="connsiteX4" fmla="*/ 0 w 3645242"/>
              <a:gd name="connsiteY4" fmla="*/ 2347784 h 2347784"/>
              <a:gd name="connsiteX0" fmla="*/ 0 w 3645242"/>
              <a:gd name="connsiteY0" fmla="*/ 2347784 h 2347784"/>
              <a:gd name="connsiteX1" fmla="*/ 22095 w 3645242"/>
              <a:gd name="connsiteY1" fmla="*/ 1085138 h 2347784"/>
              <a:gd name="connsiteX2" fmla="*/ 3645242 w 3645242"/>
              <a:gd name="connsiteY2" fmla="*/ 0 h 2347784"/>
              <a:gd name="connsiteX3" fmla="*/ 3645242 w 3645242"/>
              <a:gd name="connsiteY3" fmla="*/ 2347784 h 2347784"/>
              <a:gd name="connsiteX4" fmla="*/ 0 w 3645242"/>
              <a:gd name="connsiteY4" fmla="*/ 2347784 h 2347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5242" h="2347784">
                <a:moveTo>
                  <a:pt x="0" y="2347784"/>
                </a:moveTo>
                <a:lnTo>
                  <a:pt x="22095" y="1085138"/>
                </a:lnTo>
                <a:lnTo>
                  <a:pt x="3645242" y="0"/>
                </a:lnTo>
                <a:lnTo>
                  <a:pt x="3645242" y="2347784"/>
                </a:lnTo>
                <a:lnTo>
                  <a:pt x="0" y="2347784"/>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6" name="文本框 15">
            <a:extLst>
              <a:ext uri="{FF2B5EF4-FFF2-40B4-BE49-F238E27FC236}">
                <a16:creationId xmlns:a16="http://schemas.microsoft.com/office/drawing/2014/main" id="{CCD3F4D2-130D-E543-8496-CD6C99396557}"/>
              </a:ext>
            </a:extLst>
          </p:cNvPr>
          <p:cNvSpPr txBox="1"/>
          <p:nvPr/>
        </p:nvSpPr>
        <p:spPr>
          <a:xfrm>
            <a:off x="1129886" y="1018835"/>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AC9E6EC2-CAB0-DA8A-B04C-938425563C22}"/>
              </a:ext>
            </a:extLst>
          </p:cNvPr>
          <p:cNvSpPr txBox="1"/>
          <p:nvPr/>
        </p:nvSpPr>
        <p:spPr>
          <a:xfrm>
            <a:off x="1129886" y="1268760"/>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8601DBE7-6668-45FF-0E01-A21554645695}"/>
              </a:ext>
            </a:extLst>
          </p:cNvPr>
          <p:cNvSpPr txBox="1"/>
          <p:nvPr/>
        </p:nvSpPr>
        <p:spPr>
          <a:xfrm>
            <a:off x="1129886" y="1556792"/>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30569572-E78D-0ADB-5065-B36A1F41201D}"/>
              </a:ext>
            </a:extLst>
          </p:cNvPr>
          <p:cNvSpPr txBox="1"/>
          <p:nvPr/>
        </p:nvSpPr>
        <p:spPr>
          <a:xfrm>
            <a:off x="1129886" y="1844824"/>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D2D6EFA2-5A37-5988-F785-9B07AED79FA8}"/>
              </a:ext>
            </a:extLst>
          </p:cNvPr>
          <p:cNvSpPr txBox="1"/>
          <p:nvPr/>
        </p:nvSpPr>
        <p:spPr>
          <a:xfrm>
            <a:off x="1129886" y="2132856"/>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1" name="文本框 20">
            <a:extLst>
              <a:ext uri="{FF2B5EF4-FFF2-40B4-BE49-F238E27FC236}">
                <a16:creationId xmlns:a16="http://schemas.microsoft.com/office/drawing/2014/main" id="{B86F5659-DDEB-41E6-2C76-7EBC52795D69}"/>
              </a:ext>
            </a:extLst>
          </p:cNvPr>
          <p:cNvSpPr txBox="1"/>
          <p:nvPr/>
        </p:nvSpPr>
        <p:spPr>
          <a:xfrm>
            <a:off x="1129886" y="2391412"/>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96362E00-6C40-5AD9-C6DF-223A676A2F6D}"/>
              </a:ext>
            </a:extLst>
          </p:cNvPr>
          <p:cNvSpPr txBox="1"/>
          <p:nvPr/>
        </p:nvSpPr>
        <p:spPr>
          <a:xfrm>
            <a:off x="3647728" y="1012625"/>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23640508-CC26-72C5-5E1C-1FA9641A85BF}"/>
              </a:ext>
            </a:extLst>
          </p:cNvPr>
          <p:cNvSpPr txBox="1"/>
          <p:nvPr/>
        </p:nvSpPr>
        <p:spPr>
          <a:xfrm>
            <a:off x="5272014" y="1012625"/>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F9A431DE-2CA8-0299-4397-4E8D4097251F}"/>
              </a:ext>
            </a:extLst>
          </p:cNvPr>
          <p:cNvSpPr txBox="1"/>
          <p:nvPr/>
        </p:nvSpPr>
        <p:spPr>
          <a:xfrm>
            <a:off x="3647728" y="1268760"/>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3EC43D7A-819C-6E85-16B6-A716AD8D63FA}"/>
              </a:ext>
            </a:extLst>
          </p:cNvPr>
          <p:cNvSpPr txBox="1"/>
          <p:nvPr/>
        </p:nvSpPr>
        <p:spPr>
          <a:xfrm>
            <a:off x="5272014" y="1268760"/>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AEF4CA85-86AC-6B12-3675-8B09EF29FF22}"/>
              </a:ext>
            </a:extLst>
          </p:cNvPr>
          <p:cNvSpPr txBox="1"/>
          <p:nvPr/>
        </p:nvSpPr>
        <p:spPr>
          <a:xfrm>
            <a:off x="3647728" y="1556792"/>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9AACBA24-F129-1139-FD3B-A233EB29284B}"/>
              </a:ext>
            </a:extLst>
          </p:cNvPr>
          <p:cNvSpPr txBox="1"/>
          <p:nvPr/>
        </p:nvSpPr>
        <p:spPr>
          <a:xfrm>
            <a:off x="5272014" y="1556792"/>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58D02E44-270E-3F05-C8EA-51F197CE01D5}"/>
              </a:ext>
            </a:extLst>
          </p:cNvPr>
          <p:cNvSpPr txBox="1"/>
          <p:nvPr/>
        </p:nvSpPr>
        <p:spPr>
          <a:xfrm>
            <a:off x="3647728" y="1844824"/>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8BFC85BA-A839-80D0-AA26-3687DBD95BA1}"/>
              </a:ext>
            </a:extLst>
          </p:cNvPr>
          <p:cNvSpPr txBox="1"/>
          <p:nvPr/>
        </p:nvSpPr>
        <p:spPr>
          <a:xfrm>
            <a:off x="5272014" y="1844824"/>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472D573A-D1AA-054E-B039-C3F6F6B8ED80}"/>
              </a:ext>
            </a:extLst>
          </p:cNvPr>
          <p:cNvSpPr txBox="1"/>
          <p:nvPr/>
        </p:nvSpPr>
        <p:spPr>
          <a:xfrm>
            <a:off x="3673318" y="2164754"/>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AC669E5B-3FB0-C286-A552-C31EC5C2AC2D}"/>
              </a:ext>
            </a:extLst>
          </p:cNvPr>
          <p:cNvSpPr txBox="1"/>
          <p:nvPr/>
        </p:nvSpPr>
        <p:spPr>
          <a:xfrm>
            <a:off x="3647728" y="2420888"/>
            <a:ext cx="1701107"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Important project</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6112E89D-48A0-CDAF-B2C4-6EABBA86398A}"/>
              </a:ext>
            </a:extLst>
          </p:cNvPr>
          <p:cNvSpPr txBox="1"/>
          <p:nvPr/>
        </p:nvSpPr>
        <p:spPr>
          <a:xfrm>
            <a:off x="3673318" y="2708920"/>
            <a:ext cx="1077539" cy="307777"/>
          </a:xfrm>
          <a:prstGeom prst="rect">
            <a:avLst/>
          </a:prstGeom>
          <a:noFill/>
        </p:spPr>
        <p:txBody>
          <a:bodyPr wrap="none" rtlCol="0">
            <a:spAutoFit/>
          </a:bodyPr>
          <a:lstStyle/>
          <a:p>
            <a:pPr algn="l"/>
            <a:r>
              <a:rPr kumimoji="1" lang="en" altLang="zh-CN" sz="1400" dirty="0">
                <a:solidFill>
                  <a:srgbClr val="212121"/>
                </a:solidFill>
                <a:latin typeface="Alibaba PuHuiTi Medium" pitchFamily="18" charset="-122"/>
                <a:ea typeface="Alibaba PuHuiTi Medium" pitchFamily="18" charset="-122"/>
                <a:cs typeface="Alibaba PuHuiTi Medium" pitchFamily="18" charset="-122"/>
              </a:rPr>
              <a:t>Write</a:t>
            </a:r>
            <a:r>
              <a:rPr kumimoji="1" lang="zh-CN" altLang="en-US" sz="1400" dirty="0">
                <a:solidFill>
                  <a:srgbClr val="212121"/>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here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3" name="文本框 32">
            <a:extLst>
              <a:ext uri="{FF2B5EF4-FFF2-40B4-BE49-F238E27FC236}">
                <a16:creationId xmlns:a16="http://schemas.microsoft.com/office/drawing/2014/main" id="{BA6858E2-2CC2-48FC-8AAB-3382970EA247}"/>
              </a:ext>
            </a:extLst>
          </p:cNvPr>
          <p:cNvSpPr txBox="1"/>
          <p:nvPr/>
        </p:nvSpPr>
        <p:spPr>
          <a:xfrm>
            <a:off x="7338609" y="1001525"/>
            <a:ext cx="4606410" cy="954107"/>
          </a:xfrm>
          <a:prstGeom prst="rect">
            <a:avLst/>
          </a:prstGeom>
          <a:noFill/>
        </p:spPr>
        <p:txBody>
          <a:bodyPr wrap="square" rtlCol="0">
            <a:spAutoFit/>
          </a:bodyPr>
          <a:lstStyle/>
          <a:p>
            <a:pPr algn="just"/>
            <a:r>
              <a:rPr kumimoji="1" lang="en" altLang="zh-CN" sz="1400" dirty="0">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latin typeface="Alibaba PuHuiTi Medium" pitchFamily="18" charset="-122"/>
                <a:ea typeface="Alibaba PuHuiTi Medium" pitchFamily="18" charset="-122"/>
                <a:cs typeface="Alibaba PuHuiTi Medium" pitchFamily="18" charset="-122"/>
              </a:rPr>
              <a:t>。</a:t>
            </a:r>
            <a:r>
              <a:rPr kumimoji="1" lang="en" altLang="zh-CN" sz="1400" dirty="0">
                <a:latin typeface="Alibaba PuHuiTi Medium" pitchFamily="18" charset="-122"/>
                <a:ea typeface="Alibaba PuHuiTi Medium" pitchFamily="18" charset="-122"/>
                <a:cs typeface="Alibaba PuHuiTi Medium" pitchFamily="18" charset="-122"/>
              </a:rPr>
              <a:t> Here you can write the case that you think is correct </a:t>
            </a:r>
          </a:p>
          <a:p>
            <a:pPr algn="just"/>
            <a:r>
              <a:rPr kumimoji="1" lang="en" altLang="zh-CN" sz="1400" dirty="0">
                <a:latin typeface="Alibaba PuHuiTi Medium" pitchFamily="18" charset="-122"/>
                <a:ea typeface="Alibaba PuHuiTi Medium" pitchFamily="18" charset="-122"/>
                <a:cs typeface="Alibaba PuHuiTi Medium" pitchFamily="18" charset="-122"/>
              </a:rPr>
              <a:t>Here you can write the case that you think</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34" name="椭圆 33">
            <a:extLst>
              <a:ext uri="{FF2B5EF4-FFF2-40B4-BE49-F238E27FC236}">
                <a16:creationId xmlns:a16="http://schemas.microsoft.com/office/drawing/2014/main" id="{8F35B2B5-9536-A5ED-ED23-63816F2AC311}"/>
              </a:ext>
            </a:extLst>
          </p:cNvPr>
          <p:cNvSpPr/>
          <p:nvPr/>
        </p:nvSpPr>
        <p:spPr>
          <a:xfrm>
            <a:off x="999461" y="1095153"/>
            <a:ext cx="95693" cy="95693"/>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4F6682"/>
              </a:solidFill>
            </a:endParaRPr>
          </a:p>
        </p:txBody>
      </p:sp>
      <p:sp>
        <p:nvSpPr>
          <p:cNvPr id="35" name="椭圆 34">
            <a:extLst>
              <a:ext uri="{FF2B5EF4-FFF2-40B4-BE49-F238E27FC236}">
                <a16:creationId xmlns:a16="http://schemas.microsoft.com/office/drawing/2014/main" id="{B2620FF0-67B7-FF3A-525D-FE50A71D348B}"/>
              </a:ext>
            </a:extLst>
          </p:cNvPr>
          <p:cNvSpPr/>
          <p:nvPr/>
        </p:nvSpPr>
        <p:spPr>
          <a:xfrm>
            <a:off x="999461" y="1340768"/>
            <a:ext cx="95693" cy="95693"/>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4F6682"/>
              </a:solidFill>
            </a:endParaRPr>
          </a:p>
        </p:txBody>
      </p:sp>
      <p:sp>
        <p:nvSpPr>
          <p:cNvPr id="36" name="椭圆 35">
            <a:extLst>
              <a:ext uri="{FF2B5EF4-FFF2-40B4-BE49-F238E27FC236}">
                <a16:creationId xmlns:a16="http://schemas.microsoft.com/office/drawing/2014/main" id="{F90B2764-CC64-E95D-0A3E-0D6B6B2E6067}"/>
              </a:ext>
            </a:extLst>
          </p:cNvPr>
          <p:cNvSpPr/>
          <p:nvPr/>
        </p:nvSpPr>
        <p:spPr>
          <a:xfrm>
            <a:off x="999461" y="1700808"/>
            <a:ext cx="95693" cy="95693"/>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4F6682"/>
              </a:solidFill>
            </a:endParaRPr>
          </a:p>
        </p:txBody>
      </p:sp>
      <p:sp>
        <p:nvSpPr>
          <p:cNvPr id="37" name="椭圆 36">
            <a:extLst>
              <a:ext uri="{FF2B5EF4-FFF2-40B4-BE49-F238E27FC236}">
                <a16:creationId xmlns:a16="http://schemas.microsoft.com/office/drawing/2014/main" id="{C2AA370D-9B5E-7F63-BD15-7123BAC61193}"/>
              </a:ext>
            </a:extLst>
          </p:cNvPr>
          <p:cNvSpPr/>
          <p:nvPr/>
        </p:nvSpPr>
        <p:spPr>
          <a:xfrm>
            <a:off x="999461" y="1916832"/>
            <a:ext cx="95693" cy="95693"/>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4F6682"/>
              </a:solidFill>
            </a:endParaRPr>
          </a:p>
        </p:txBody>
      </p:sp>
      <p:sp>
        <p:nvSpPr>
          <p:cNvPr id="38" name="椭圆 37">
            <a:extLst>
              <a:ext uri="{FF2B5EF4-FFF2-40B4-BE49-F238E27FC236}">
                <a16:creationId xmlns:a16="http://schemas.microsoft.com/office/drawing/2014/main" id="{8AB5D3BA-6257-B284-221C-C845D92D6FB0}"/>
              </a:ext>
            </a:extLst>
          </p:cNvPr>
          <p:cNvSpPr/>
          <p:nvPr/>
        </p:nvSpPr>
        <p:spPr>
          <a:xfrm>
            <a:off x="999461" y="2204864"/>
            <a:ext cx="95693" cy="95693"/>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4F6682"/>
              </a:solidFill>
            </a:endParaRPr>
          </a:p>
        </p:txBody>
      </p:sp>
      <p:sp>
        <p:nvSpPr>
          <p:cNvPr id="39" name="椭圆 38">
            <a:extLst>
              <a:ext uri="{FF2B5EF4-FFF2-40B4-BE49-F238E27FC236}">
                <a16:creationId xmlns:a16="http://schemas.microsoft.com/office/drawing/2014/main" id="{C1C4E8B2-7F3E-69B9-FFCE-49DE1977E626}"/>
              </a:ext>
            </a:extLst>
          </p:cNvPr>
          <p:cNvSpPr/>
          <p:nvPr/>
        </p:nvSpPr>
        <p:spPr>
          <a:xfrm>
            <a:off x="999461" y="2492896"/>
            <a:ext cx="95693" cy="95693"/>
          </a:xfrm>
          <a:prstGeom prst="ellipse">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4F6682"/>
              </a:solidFill>
            </a:endParaRPr>
          </a:p>
        </p:txBody>
      </p:sp>
      <p:sp>
        <p:nvSpPr>
          <p:cNvPr id="40" name="椭圆 39">
            <a:extLst>
              <a:ext uri="{FF2B5EF4-FFF2-40B4-BE49-F238E27FC236}">
                <a16:creationId xmlns:a16="http://schemas.microsoft.com/office/drawing/2014/main" id="{70261846-40B7-956B-1450-475EEF8A20EB}"/>
              </a:ext>
            </a:extLst>
          </p:cNvPr>
          <p:cNvSpPr/>
          <p:nvPr/>
        </p:nvSpPr>
        <p:spPr>
          <a:xfrm>
            <a:off x="3534777" y="1136096"/>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1" name="椭圆 40">
            <a:extLst>
              <a:ext uri="{FF2B5EF4-FFF2-40B4-BE49-F238E27FC236}">
                <a16:creationId xmlns:a16="http://schemas.microsoft.com/office/drawing/2014/main" id="{E87A60D6-8C11-BD18-C0C8-EEFB39C92761}"/>
              </a:ext>
            </a:extLst>
          </p:cNvPr>
          <p:cNvSpPr/>
          <p:nvPr/>
        </p:nvSpPr>
        <p:spPr>
          <a:xfrm>
            <a:off x="3534777" y="1381711"/>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2" name="椭圆 41">
            <a:extLst>
              <a:ext uri="{FF2B5EF4-FFF2-40B4-BE49-F238E27FC236}">
                <a16:creationId xmlns:a16="http://schemas.microsoft.com/office/drawing/2014/main" id="{CF4010A8-DBC0-DC30-347D-5668F4FC854F}"/>
              </a:ext>
            </a:extLst>
          </p:cNvPr>
          <p:cNvSpPr/>
          <p:nvPr/>
        </p:nvSpPr>
        <p:spPr>
          <a:xfrm>
            <a:off x="3534777" y="1671217"/>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3" name="椭圆 42">
            <a:extLst>
              <a:ext uri="{FF2B5EF4-FFF2-40B4-BE49-F238E27FC236}">
                <a16:creationId xmlns:a16="http://schemas.microsoft.com/office/drawing/2014/main" id="{3D3EAB0C-2499-89B5-F37C-82B4AEC72C11}"/>
              </a:ext>
            </a:extLst>
          </p:cNvPr>
          <p:cNvSpPr/>
          <p:nvPr/>
        </p:nvSpPr>
        <p:spPr>
          <a:xfrm>
            <a:off x="3534777" y="1953226"/>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4" name="椭圆 43">
            <a:extLst>
              <a:ext uri="{FF2B5EF4-FFF2-40B4-BE49-F238E27FC236}">
                <a16:creationId xmlns:a16="http://schemas.microsoft.com/office/drawing/2014/main" id="{E717CDF0-3BF8-43F3-8652-3609AB93776F}"/>
              </a:ext>
            </a:extLst>
          </p:cNvPr>
          <p:cNvSpPr/>
          <p:nvPr/>
        </p:nvSpPr>
        <p:spPr>
          <a:xfrm>
            <a:off x="3534777" y="2276872"/>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5" name="椭圆 44">
            <a:extLst>
              <a:ext uri="{FF2B5EF4-FFF2-40B4-BE49-F238E27FC236}">
                <a16:creationId xmlns:a16="http://schemas.microsoft.com/office/drawing/2014/main" id="{7EFB507F-8F1B-587E-23AF-B99D80B5D646}"/>
              </a:ext>
            </a:extLst>
          </p:cNvPr>
          <p:cNvSpPr/>
          <p:nvPr/>
        </p:nvSpPr>
        <p:spPr>
          <a:xfrm>
            <a:off x="3534777" y="2524740"/>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6" name="椭圆 45">
            <a:extLst>
              <a:ext uri="{FF2B5EF4-FFF2-40B4-BE49-F238E27FC236}">
                <a16:creationId xmlns:a16="http://schemas.microsoft.com/office/drawing/2014/main" id="{EA2DD4BD-E9D6-5FB9-DDAD-16CA399CF480}"/>
              </a:ext>
            </a:extLst>
          </p:cNvPr>
          <p:cNvSpPr/>
          <p:nvPr/>
        </p:nvSpPr>
        <p:spPr>
          <a:xfrm>
            <a:off x="3534777" y="2808223"/>
            <a:ext cx="95693" cy="95693"/>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1E344D"/>
              </a:solidFill>
            </a:endParaRPr>
          </a:p>
        </p:txBody>
      </p:sp>
      <p:sp>
        <p:nvSpPr>
          <p:cNvPr id="47" name="椭圆 46">
            <a:extLst>
              <a:ext uri="{FF2B5EF4-FFF2-40B4-BE49-F238E27FC236}">
                <a16:creationId xmlns:a16="http://schemas.microsoft.com/office/drawing/2014/main" id="{91E3BCA2-6821-7DD1-F3AE-3225F7A61945}"/>
              </a:ext>
            </a:extLst>
          </p:cNvPr>
          <p:cNvSpPr/>
          <p:nvPr/>
        </p:nvSpPr>
        <p:spPr>
          <a:xfrm>
            <a:off x="7165704" y="1124744"/>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48" name="椭圆 47">
            <a:extLst>
              <a:ext uri="{FF2B5EF4-FFF2-40B4-BE49-F238E27FC236}">
                <a16:creationId xmlns:a16="http://schemas.microsoft.com/office/drawing/2014/main" id="{4EA53D0F-D9A4-6CC6-05D9-BA645853F073}"/>
              </a:ext>
            </a:extLst>
          </p:cNvPr>
          <p:cNvSpPr/>
          <p:nvPr/>
        </p:nvSpPr>
        <p:spPr>
          <a:xfrm>
            <a:off x="7165704" y="1339988"/>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49" name="椭圆 48">
            <a:extLst>
              <a:ext uri="{FF2B5EF4-FFF2-40B4-BE49-F238E27FC236}">
                <a16:creationId xmlns:a16="http://schemas.microsoft.com/office/drawing/2014/main" id="{B590A1AB-C674-7909-EEB1-B12CBDAE1E62}"/>
              </a:ext>
            </a:extLst>
          </p:cNvPr>
          <p:cNvSpPr/>
          <p:nvPr/>
        </p:nvSpPr>
        <p:spPr>
          <a:xfrm>
            <a:off x="7165704" y="1772816"/>
            <a:ext cx="95693" cy="9569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BB3023"/>
              </a:solidFill>
            </a:endParaRPr>
          </a:p>
        </p:txBody>
      </p:sp>
      <p:sp>
        <p:nvSpPr>
          <p:cNvPr id="50" name="上箭头 49">
            <a:extLst>
              <a:ext uri="{FF2B5EF4-FFF2-40B4-BE49-F238E27FC236}">
                <a16:creationId xmlns:a16="http://schemas.microsoft.com/office/drawing/2014/main" id="{A2C0FA40-191A-6D17-C635-A2BDBCBAA11A}"/>
              </a:ext>
            </a:extLst>
          </p:cNvPr>
          <p:cNvSpPr/>
          <p:nvPr/>
        </p:nvSpPr>
        <p:spPr>
          <a:xfrm rot="3623079">
            <a:off x="1427747" y="4844715"/>
            <a:ext cx="834190" cy="994611"/>
          </a:xfrm>
          <a:prstGeom prst="upArrow">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上箭头 50">
            <a:extLst>
              <a:ext uri="{FF2B5EF4-FFF2-40B4-BE49-F238E27FC236}">
                <a16:creationId xmlns:a16="http://schemas.microsoft.com/office/drawing/2014/main" id="{F9466E42-603B-AB4F-DD8C-37310D554407}"/>
              </a:ext>
            </a:extLst>
          </p:cNvPr>
          <p:cNvSpPr/>
          <p:nvPr/>
        </p:nvSpPr>
        <p:spPr>
          <a:xfrm rot="3623079">
            <a:off x="4229130" y="3684073"/>
            <a:ext cx="834190" cy="994611"/>
          </a:xfrm>
          <a:prstGeom prst="up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上箭头 51">
            <a:extLst>
              <a:ext uri="{FF2B5EF4-FFF2-40B4-BE49-F238E27FC236}">
                <a16:creationId xmlns:a16="http://schemas.microsoft.com/office/drawing/2014/main" id="{BA26FF9A-DFC1-CCD1-698E-01AD4DD0498F}"/>
              </a:ext>
            </a:extLst>
          </p:cNvPr>
          <p:cNvSpPr/>
          <p:nvPr/>
        </p:nvSpPr>
        <p:spPr>
          <a:xfrm rot="3623079">
            <a:off x="7949664" y="2187584"/>
            <a:ext cx="834190" cy="994611"/>
          </a:xfrm>
          <a:prstGeom prst="up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3" name="直线连接符 52">
            <a:extLst>
              <a:ext uri="{FF2B5EF4-FFF2-40B4-BE49-F238E27FC236}">
                <a16:creationId xmlns:a16="http://schemas.microsoft.com/office/drawing/2014/main" id="{B749A350-9BF3-1E07-7C9D-1BF3B27CA405}"/>
              </a:ext>
            </a:extLst>
          </p:cNvPr>
          <p:cNvCxnSpPr>
            <a:cxnSpLocks/>
          </p:cNvCxnSpPr>
          <p:nvPr/>
        </p:nvCxnSpPr>
        <p:spPr>
          <a:xfrm>
            <a:off x="721895" y="1074821"/>
            <a:ext cx="0" cy="5325979"/>
          </a:xfrm>
          <a:prstGeom prst="line">
            <a:avLst/>
          </a:prstGeom>
          <a:ln w="31750" cap="rnd">
            <a:solidFill>
              <a:schemeClr val="tx1">
                <a:alpha val="47696"/>
              </a:schemeClr>
            </a:solidFill>
            <a:round/>
          </a:ln>
        </p:spPr>
        <p:style>
          <a:lnRef idx="1">
            <a:schemeClr val="accent1"/>
          </a:lnRef>
          <a:fillRef idx="0">
            <a:schemeClr val="accent1"/>
          </a:fillRef>
          <a:effectRef idx="0">
            <a:schemeClr val="accent1"/>
          </a:effectRef>
          <a:fontRef idx="minor">
            <a:schemeClr val="tx1"/>
          </a:fontRef>
        </p:style>
      </p:cxnSp>
      <p:sp>
        <p:nvSpPr>
          <p:cNvPr id="54" name="文本框 53">
            <a:extLst>
              <a:ext uri="{FF2B5EF4-FFF2-40B4-BE49-F238E27FC236}">
                <a16:creationId xmlns:a16="http://schemas.microsoft.com/office/drawing/2014/main" id="{51B6724F-8B40-23E4-321D-1526B2A19F66}"/>
              </a:ext>
            </a:extLst>
          </p:cNvPr>
          <p:cNvSpPr txBox="1"/>
          <p:nvPr/>
        </p:nvSpPr>
        <p:spPr>
          <a:xfrm rot="16200000">
            <a:off x="-1177534" y="2373124"/>
            <a:ext cx="3248005" cy="461665"/>
          </a:xfrm>
          <a:prstGeom prst="rect">
            <a:avLst/>
          </a:prstGeom>
          <a:noFill/>
        </p:spPr>
        <p:txBody>
          <a:bodyPr wrap="none" rtlCol="0">
            <a:spAutoFit/>
          </a:bodyPr>
          <a:lstStyle/>
          <a:p>
            <a:pPr algn="l"/>
            <a:r>
              <a:rPr kumimoji="1" lang="en" altLang="zh-CN" sz="2400" dirty="0">
                <a:solidFill>
                  <a:srgbClr val="4F6682"/>
                </a:solidFill>
                <a:latin typeface="Alibaba PuHuiTi Medium" pitchFamily="18" charset="-122"/>
                <a:ea typeface="Alibaba PuHuiTi Medium" pitchFamily="18" charset="-122"/>
                <a:cs typeface="Alibaba PuHuiTi Medium" pitchFamily="18" charset="-122"/>
              </a:rPr>
              <a:t>IMPORTANT PROJECT</a:t>
            </a:r>
            <a:endParaRPr kumimoji="1" lang="zh-CN" altLang="en-US" sz="2400" dirty="0">
              <a:solidFill>
                <a:srgbClr val="4F6682"/>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A61E2561-CAF5-A349-DAF1-A96130F8127A}"/>
              </a:ext>
            </a:extLst>
          </p:cNvPr>
          <p:cNvSpPr txBox="1"/>
          <p:nvPr/>
        </p:nvSpPr>
        <p:spPr>
          <a:xfrm>
            <a:off x="768295" y="6438423"/>
            <a:ext cx="2130711" cy="338554"/>
          </a:xfrm>
          <a:prstGeom prst="rect">
            <a:avLst/>
          </a:prstGeom>
          <a:noFill/>
        </p:spPr>
        <p:txBody>
          <a:bodyPr wrap="none" rtlCol="0">
            <a:spAutoFit/>
          </a:bodyPr>
          <a:lstStyle/>
          <a:p>
            <a:pPr algn="l"/>
            <a:r>
              <a:rPr kumimoji="1" lang="en" altLang="zh-CN" sz="1600" dirty="0">
                <a:solidFill>
                  <a:srgbClr val="4F6682"/>
                </a:solidFill>
                <a:latin typeface="Alibaba PuHuiTi Medium" pitchFamily="18" charset="-122"/>
                <a:ea typeface="Alibaba PuHuiTi Medium" pitchFamily="18" charset="-122"/>
                <a:cs typeface="Alibaba PuHuiTi Medium" pitchFamily="18" charset="-122"/>
              </a:rPr>
              <a:t>Important project</a:t>
            </a:r>
            <a:r>
              <a:rPr kumimoji="1" lang="en-US" altLang="zh-CN" sz="1600" dirty="0">
                <a:solidFill>
                  <a:srgbClr val="4F6682"/>
                </a:solidFill>
                <a:latin typeface="Alibaba PuHuiTi Medium" pitchFamily="18" charset="-122"/>
                <a:ea typeface="Alibaba PuHuiTi Medium" pitchFamily="18" charset="-122"/>
                <a:cs typeface="Alibaba PuHuiTi Medium" pitchFamily="18" charset="-122"/>
              </a:rPr>
              <a:t>-1</a:t>
            </a:r>
            <a:endParaRPr kumimoji="1" lang="zh-CN" altLang="en-US" sz="1600" dirty="0">
              <a:solidFill>
                <a:srgbClr val="4F6682"/>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DC63D91D-E8D6-6660-1364-ACF9CC6DC43B}"/>
              </a:ext>
            </a:extLst>
          </p:cNvPr>
          <p:cNvSpPr txBox="1"/>
          <p:nvPr/>
        </p:nvSpPr>
        <p:spPr>
          <a:xfrm>
            <a:off x="3738990" y="6437293"/>
            <a:ext cx="2130711"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Important project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B5EAF4E6-CEBC-6DBB-33D7-ADF840EF0080}"/>
              </a:ext>
            </a:extLst>
          </p:cNvPr>
          <p:cNvSpPr txBox="1"/>
          <p:nvPr/>
        </p:nvSpPr>
        <p:spPr>
          <a:xfrm>
            <a:off x="8511462" y="6437293"/>
            <a:ext cx="213071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Important project</a:t>
            </a:r>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-1</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8" name="文本框 57">
            <a:extLst>
              <a:ext uri="{FF2B5EF4-FFF2-40B4-BE49-F238E27FC236}">
                <a16:creationId xmlns:a16="http://schemas.microsoft.com/office/drawing/2014/main" id="{518A7B25-9142-225C-50CF-3BBFFCD642F2}"/>
              </a:ext>
            </a:extLst>
          </p:cNvPr>
          <p:cNvSpPr txBox="1"/>
          <p:nvPr/>
        </p:nvSpPr>
        <p:spPr>
          <a:xfrm rot="20260060">
            <a:off x="1224440" y="5862538"/>
            <a:ext cx="1720343" cy="276999"/>
          </a:xfrm>
          <a:prstGeom prst="rect">
            <a:avLst/>
          </a:prstGeom>
          <a:noFill/>
        </p:spPr>
        <p:txBody>
          <a:bodyPr wrap="none" rtlCol="0">
            <a:spAutoFit/>
          </a:bodyPr>
          <a:lstStyle/>
          <a:p>
            <a:pPr algn="l"/>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IMPORTANT PROJECT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982FFDE0-AE66-B9E2-55BD-B24768DFDCDD}"/>
              </a:ext>
            </a:extLst>
          </p:cNvPr>
          <p:cNvSpPr txBox="1"/>
          <p:nvPr/>
        </p:nvSpPr>
        <p:spPr>
          <a:xfrm rot="20308937">
            <a:off x="3580915" y="4764250"/>
            <a:ext cx="2738250" cy="400110"/>
          </a:xfrm>
          <a:prstGeom prst="rect">
            <a:avLst/>
          </a:prstGeom>
          <a:noFill/>
        </p:spPr>
        <p:txBody>
          <a:bodyPr wrap="none" rtlCol="0">
            <a:spAutoFit/>
          </a:bodyPr>
          <a:lstStyle/>
          <a:p>
            <a:pPr algn="l"/>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IMPORTANT PROJECT</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F9825ECD-7BD3-2727-2F4D-2AE04A015BAF}"/>
              </a:ext>
            </a:extLst>
          </p:cNvPr>
          <p:cNvSpPr txBox="1"/>
          <p:nvPr/>
        </p:nvSpPr>
        <p:spPr>
          <a:xfrm rot="20308937">
            <a:off x="7361196" y="3063594"/>
            <a:ext cx="3764172" cy="523220"/>
          </a:xfrm>
          <a:prstGeom prst="rect">
            <a:avLst/>
          </a:prstGeom>
          <a:noFill/>
        </p:spPr>
        <p:txBody>
          <a:bodyPr wrap="none" rtlCol="0">
            <a:spAutoFit/>
          </a:bodyPr>
          <a:lstStyle/>
          <a:p>
            <a:pPr algn="l"/>
            <a:r>
              <a:rPr kumimoji="1" lang="en" altLang="zh-CN" sz="2800" dirty="0">
                <a:solidFill>
                  <a:schemeClr val="bg1"/>
                </a:solidFill>
                <a:latin typeface="Alibaba PuHuiTi Medium" pitchFamily="18" charset="-122"/>
                <a:ea typeface="Alibaba PuHuiTi Medium" pitchFamily="18" charset="-122"/>
                <a:cs typeface="Alibaba PuHuiTi Medium" pitchFamily="18" charset="-122"/>
              </a:rPr>
              <a:t>IMPORTANT PROJECT</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6B630C6D-7303-29E0-D322-6B3C65C8603A}"/>
              </a:ext>
            </a:extLst>
          </p:cNvPr>
          <p:cNvSpPr txBox="1"/>
          <p:nvPr/>
        </p:nvSpPr>
        <p:spPr>
          <a:xfrm>
            <a:off x="2207072" y="5927080"/>
            <a:ext cx="803425" cy="461665"/>
          </a:xfrm>
          <a:prstGeom prst="rect">
            <a:avLst/>
          </a:prstGeom>
          <a:noFill/>
        </p:spPr>
        <p:txBody>
          <a:bodyPr wrap="none" rtlCol="0">
            <a:spAutoFit/>
          </a:bodyPr>
          <a:lstStyle/>
          <a:p>
            <a:pPr algn="l"/>
            <a:r>
              <a:rPr kumimoji="1" lang="en-US" altLang="zh-CN" sz="2400" b="1" dirty="0">
                <a:solidFill>
                  <a:schemeClr val="bg1"/>
                </a:solidFill>
                <a:latin typeface="Alibaba PuHuiTi" pitchFamily="18" charset="-122"/>
                <a:ea typeface="Alibaba PuHuiTi" pitchFamily="18" charset="-122"/>
                <a:cs typeface="Alibaba PuHuiTi" pitchFamily="18" charset="-122"/>
              </a:rPr>
              <a:t>10%</a:t>
            </a:r>
            <a:endParaRPr kumimoji="1" lang="zh-CN" altLang="en-US" sz="2400" b="1" dirty="0">
              <a:solidFill>
                <a:schemeClr val="bg1"/>
              </a:solidFill>
              <a:latin typeface="Alibaba PuHuiTi" pitchFamily="18" charset="-122"/>
              <a:ea typeface="Alibaba PuHuiTi" pitchFamily="18" charset="-122"/>
              <a:cs typeface="Alibaba PuHuiTi" pitchFamily="18" charset="-122"/>
            </a:endParaRPr>
          </a:p>
        </p:txBody>
      </p:sp>
      <p:sp>
        <p:nvSpPr>
          <p:cNvPr id="62" name="文本框 61">
            <a:extLst>
              <a:ext uri="{FF2B5EF4-FFF2-40B4-BE49-F238E27FC236}">
                <a16:creationId xmlns:a16="http://schemas.microsoft.com/office/drawing/2014/main" id="{05F22249-BC48-B74A-519C-17A7B5FEE810}"/>
              </a:ext>
            </a:extLst>
          </p:cNvPr>
          <p:cNvSpPr txBox="1"/>
          <p:nvPr/>
        </p:nvSpPr>
        <p:spPr>
          <a:xfrm>
            <a:off x="4406032" y="5322416"/>
            <a:ext cx="1233030" cy="707886"/>
          </a:xfrm>
          <a:prstGeom prst="rect">
            <a:avLst/>
          </a:prstGeom>
          <a:noFill/>
        </p:spPr>
        <p:txBody>
          <a:bodyPr wrap="none" rtlCol="0">
            <a:spAutoFit/>
          </a:bodyPr>
          <a:lstStyle/>
          <a:p>
            <a:pPr algn="l"/>
            <a:r>
              <a:rPr kumimoji="1" lang="en-US" altLang="zh-CN" sz="4000" b="1" dirty="0">
                <a:solidFill>
                  <a:schemeClr val="bg1"/>
                </a:solidFill>
                <a:latin typeface="Alibaba PuHuiTi" pitchFamily="18" charset="-122"/>
                <a:ea typeface="Alibaba PuHuiTi" pitchFamily="18" charset="-122"/>
                <a:cs typeface="Alibaba PuHuiTi" pitchFamily="18" charset="-122"/>
              </a:rPr>
              <a:t>20%</a:t>
            </a:r>
            <a:endParaRPr kumimoji="1" lang="zh-CN" altLang="en-US" sz="4000" b="1" dirty="0">
              <a:solidFill>
                <a:schemeClr val="bg1"/>
              </a:solidFill>
              <a:latin typeface="Alibaba PuHuiTi" pitchFamily="18" charset="-122"/>
              <a:ea typeface="Alibaba PuHuiTi" pitchFamily="18" charset="-122"/>
              <a:cs typeface="Alibaba PuHuiTi" pitchFamily="18" charset="-122"/>
            </a:endParaRPr>
          </a:p>
        </p:txBody>
      </p:sp>
      <p:sp>
        <p:nvSpPr>
          <p:cNvPr id="63" name="文本框 62">
            <a:extLst>
              <a:ext uri="{FF2B5EF4-FFF2-40B4-BE49-F238E27FC236}">
                <a16:creationId xmlns:a16="http://schemas.microsoft.com/office/drawing/2014/main" id="{40C0EA15-CB29-36B5-ACD6-0E0D37226F41}"/>
              </a:ext>
            </a:extLst>
          </p:cNvPr>
          <p:cNvSpPr txBox="1"/>
          <p:nvPr/>
        </p:nvSpPr>
        <p:spPr>
          <a:xfrm>
            <a:off x="8701112" y="4365104"/>
            <a:ext cx="1443024" cy="830997"/>
          </a:xfrm>
          <a:prstGeom prst="rect">
            <a:avLst/>
          </a:prstGeom>
          <a:noFill/>
        </p:spPr>
        <p:txBody>
          <a:bodyPr wrap="none" rtlCol="0">
            <a:spAutoFit/>
          </a:bodyPr>
          <a:lstStyle/>
          <a:p>
            <a:pPr algn="l"/>
            <a:r>
              <a:rPr kumimoji="1" lang="en-US" altLang="zh-CN" sz="4800" b="1" dirty="0">
                <a:solidFill>
                  <a:schemeClr val="bg1"/>
                </a:solidFill>
                <a:latin typeface="Alibaba PuHuiTi" pitchFamily="18" charset="-122"/>
                <a:ea typeface="Alibaba PuHuiTi" pitchFamily="18" charset="-122"/>
                <a:cs typeface="Alibaba PuHuiTi" pitchFamily="18" charset="-122"/>
              </a:rPr>
              <a:t>70%</a:t>
            </a:r>
            <a:endParaRPr kumimoji="1" lang="zh-CN" altLang="en-US" sz="4800" b="1" dirty="0">
              <a:solidFill>
                <a:schemeClr val="bg1"/>
              </a:solidFill>
              <a:latin typeface="Alibaba PuHuiTi" pitchFamily="18" charset="-122"/>
              <a:ea typeface="Alibaba PuHuiTi" pitchFamily="18" charset="-122"/>
              <a:cs typeface="Alibaba PuHuiTi" pitchFamily="18" charset="-122"/>
            </a:endParaRPr>
          </a:p>
        </p:txBody>
      </p:sp>
      <p:cxnSp>
        <p:nvCxnSpPr>
          <p:cNvPr id="64" name="直线连接符 63">
            <a:extLst>
              <a:ext uri="{FF2B5EF4-FFF2-40B4-BE49-F238E27FC236}">
                <a16:creationId xmlns:a16="http://schemas.microsoft.com/office/drawing/2014/main" id="{C4D0FF93-24DA-9024-CA0D-5410A7D3EDEC}"/>
              </a:ext>
            </a:extLst>
          </p:cNvPr>
          <p:cNvCxnSpPr>
            <a:cxnSpLocks/>
          </p:cNvCxnSpPr>
          <p:nvPr/>
        </p:nvCxnSpPr>
        <p:spPr>
          <a:xfrm>
            <a:off x="3045955" y="1074821"/>
            <a:ext cx="0" cy="4342131"/>
          </a:xfrm>
          <a:prstGeom prst="line">
            <a:avLst/>
          </a:prstGeom>
          <a:ln w="31750" cap="rnd">
            <a:solidFill>
              <a:schemeClr val="tx1">
                <a:alpha val="47696"/>
              </a:schemeClr>
            </a:solidFill>
            <a:prstDash val="sysDash"/>
            <a:round/>
          </a:ln>
        </p:spPr>
        <p:style>
          <a:lnRef idx="1">
            <a:schemeClr val="accent1"/>
          </a:lnRef>
          <a:fillRef idx="0">
            <a:schemeClr val="accent1"/>
          </a:fillRef>
          <a:effectRef idx="0">
            <a:schemeClr val="accent1"/>
          </a:effectRef>
          <a:fontRef idx="minor">
            <a:schemeClr val="tx1"/>
          </a:fontRef>
        </p:style>
      </p:cxnSp>
      <p:cxnSp>
        <p:nvCxnSpPr>
          <p:cNvPr id="65" name="直线连接符 64">
            <a:extLst>
              <a:ext uri="{FF2B5EF4-FFF2-40B4-BE49-F238E27FC236}">
                <a16:creationId xmlns:a16="http://schemas.microsoft.com/office/drawing/2014/main" id="{3D80377B-C20D-C07D-1B33-8C2D75270C5A}"/>
              </a:ext>
            </a:extLst>
          </p:cNvPr>
          <p:cNvCxnSpPr>
            <a:cxnSpLocks/>
          </p:cNvCxnSpPr>
          <p:nvPr/>
        </p:nvCxnSpPr>
        <p:spPr>
          <a:xfrm>
            <a:off x="6720922" y="1074821"/>
            <a:ext cx="0" cy="2848997"/>
          </a:xfrm>
          <a:prstGeom prst="line">
            <a:avLst/>
          </a:prstGeom>
          <a:ln w="31750" cap="rnd">
            <a:solidFill>
              <a:schemeClr val="tx1">
                <a:alpha val="47696"/>
              </a:schemeClr>
            </a:solidFill>
            <a:prstDash val="sysDash"/>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798038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a:extLst>
              <a:ext uri="{FF2B5EF4-FFF2-40B4-BE49-F238E27FC236}">
                <a16:creationId xmlns:a16="http://schemas.microsoft.com/office/drawing/2014/main" id="{EC17CA92-5288-9127-63D6-207C686ECD83}"/>
              </a:ext>
            </a:extLst>
          </p:cNvPr>
          <p:cNvSpPr/>
          <p:nvPr/>
        </p:nvSpPr>
        <p:spPr>
          <a:xfrm>
            <a:off x="451413" y="5544273"/>
            <a:ext cx="11296891" cy="1099596"/>
          </a:xfrm>
          <a:prstGeom prst="roundRect">
            <a:avLst>
              <a:gd name="adj" fmla="val 25149"/>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2" name="直线连接符 41">
            <a:extLst>
              <a:ext uri="{FF2B5EF4-FFF2-40B4-BE49-F238E27FC236}">
                <a16:creationId xmlns:a16="http://schemas.microsoft.com/office/drawing/2014/main" id="{F0E67D62-7B89-42F7-507D-74A0E4F4C437}"/>
              </a:ext>
            </a:extLst>
          </p:cNvPr>
          <p:cNvCxnSpPr/>
          <p:nvPr/>
        </p:nvCxnSpPr>
        <p:spPr>
          <a:xfrm>
            <a:off x="516835" y="1084748"/>
            <a:ext cx="11231217" cy="4412974"/>
          </a:xfrm>
          <a:prstGeom prst="line">
            <a:avLst/>
          </a:prstGeom>
          <a:ln w="44450">
            <a:solidFill>
              <a:srgbClr val="1E344D"/>
            </a:solidFill>
            <a:prstDash val="sysDot"/>
          </a:ln>
        </p:spPr>
        <p:style>
          <a:lnRef idx="1">
            <a:schemeClr val="accent1"/>
          </a:lnRef>
          <a:fillRef idx="0">
            <a:schemeClr val="accent1"/>
          </a:fillRef>
          <a:effectRef idx="0">
            <a:schemeClr val="accent1"/>
          </a:effectRef>
          <a:fontRef idx="minor">
            <a:schemeClr val="tx1"/>
          </a:fontRef>
        </p:style>
      </p:cxnSp>
      <p:cxnSp>
        <p:nvCxnSpPr>
          <p:cNvPr id="45" name="直线连接符 44">
            <a:extLst>
              <a:ext uri="{FF2B5EF4-FFF2-40B4-BE49-F238E27FC236}">
                <a16:creationId xmlns:a16="http://schemas.microsoft.com/office/drawing/2014/main" id="{B5A323B9-6BD3-C691-B83B-7AA9665EB6AE}"/>
              </a:ext>
            </a:extLst>
          </p:cNvPr>
          <p:cNvCxnSpPr>
            <a:cxnSpLocks/>
          </p:cNvCxnSpPr>
          <p:nvPr/>
        </p:nvCxnSpPr>
        <p:spPr>
          <a:xfrm flipH="1">
            <a:off x="462987" y="1076445"/>
            <a:ext cx="11215869" cy="4398380"/>
          </a:xfrm>
          <a:prstGeom prst="line">
            <a:avLst/>
          </a:prstGeom>
          <a:ln w="44450">
            <a:solidFill>
              <a:srgbClr val="1E344D"/>
            </a:solidFill>
            <a:prstDash val="sysDot"/>
          </a:ln>
        </p:spPr>
        <p:style>
          <a:lnRef idx="1">
            <a:schemeClr val="accent1"/>
          </a:lnRef>
          <a:fillRef idx="0">
            <a:schemeClr val="accent1"/>
          </a:fillRef>
          <a:effectRef idx="0">
            <a:schemeClr val="accent1"/>
          </a:effectRef>
          <a:fontRef idx="minor">
            <a:schemeClr val="tx1"/>
          </a:fontRef>
        </p:style>
      </p:cxnSp>
      <p:sp>
        <p:nvSpPr>
          <p:cNvPr id="20" name="任意形状 19">
            <a:extLst>
              <a:ext uri="{FF2B5EF4-FFF2-40B4-BE49-F238E27FC236}">
                <a16:creationId xmlns:a16="http://schemas.microsoft.com/office/drawing/2014/main" id="{BD2AF63D-4C7A-5B87-421C-933289161D3E}"/>
              </a:ext>
            </a:extLst>
          </p:cNvPr>
          <p:cNvSpPr/>
          <p:nvPr/>
        </p:nvSpPr>
        <p:spPr>
          <a:xfrm>
            <a:off x="4464002" y="1999148"/>
            <a:ext cx="3369755" cy="2646015"/>
          </a:xfrm>
          <a:custGeom>
            <a:avLst/>
            <a:gdLst>
              <a:gd name="connsiteX0" fmla="*/ 1250776 w 2510160"/>
              <a:gd name="connsiteY0" fmla="*/ 0 h 1971040"/>
              <a:gd name="connsiteX1" fmla="*/ 2158849 w 2510160"/>
              <a:gd name="connsiteY1" fmla="*/ 601911 h 1971040"/>
              <a:gd name="connsiteX2" fmla="*/ 2176090 w 2510160"/>
              <a:gd name="connsiteY2" fmla="*/ 649017 h 1971040"/>
              <a:gd name="connsiteX3" fmla="*/ 2197132 w 2510160"/>
              <a:gd name="connsiteY3" fmla="*/ 642485 h 1971040"/>
              <a:gd name="connsiteX4" fmla="*/ 2249636 w 2510160"/>
              <a:gd name="connsiteY4" fmla="*/ 637192 h 1971040"/>
              <a:gd name="connsiteX5" fmla="*/ 2510160 w 2510160"/>
              <a:gd name="connsiteY5" fmla="*/ 897716 h 1971040"/>
              <a:gd name="connsiteX6" fmla="*/ 2249636 w 2510160"/>
              <a:gd name="connsiteY6" fmla="*/ 1158240 h 1971040"/>
              <a:gd name="connsiteX7" fmla="*/ 2220672 w 2510160"/>
              <a:gd name="connsiteY7" fmla="*/ 1155320 h 1971040"/>
              <a:gd name="connsiteX8" fmla="*/ 2216274 w 2510160"/>
              <a:gd name="connsiteY8" fmla="*/ 1184137 h 1971040"/>
              <a:gd name="connsiteX9" fmla="*/ 1250776 w 2510160"/>
              <a:gd name="connsiteY9" fmla="*/ 1971040 h 1971040"/>
              <a:gd name="connsiteX10" fmla="*/ 342703 w 2510160"/>
              <a:gd name="connsiteY10" fmla="*/ 1369129 h 1971040"/>
              <a:gd name="connsiteX11" fmla="*/ 304750 w 2510160"/>
              <a:gd name="connsiteY11" fmla="*/ 1246865 h 1971040"/>
              <a:gd name="connsiteX12" fmla="*/ 295203 w 2510160"/>
              <a:gd name="connsiteY12" fmla="*/ 1253301 h 1971040"/>
              <a:gd name="connsiteX13" fmla="*/ 212492 w 2510160"/>
              <a:gd name="connsiteY13" fmla="*/ 1270000 h 1971040"/>
              <a:gd name="connsiteX14" fmla="*/ 0 w 2510160"/>
              <a:gd name="connsiteY14" fmla="*/ 1057508 h 1971040"/>
              <a:gd name="connsiteX15" fmla="*/ 212492 w 2510160"/>
              <a:gd name="connsiteY15" fmla="*/ 845016 h 1971040"/>
              <a:gd name="connsiteX16" fmla="*/ 255316 w 2510160"/>
              <a:gd name="connsiteY16" fmla="*/ 849333 h 1971040"/>
              <a:gd name="connsiteX17" fmla="*/ 274826 w 2510160"/>
              <a:gd name="connsiteY17" fmla="*/ 855389 h 1971040"/>
              <a:gd name="connsiteX18" fmla="*/ 285278 w 2510160"/>
              <a:gd name="connsiteY18" fmla="*/ 786903 h 1971040"/>
              <a:gd name="connsiteX19" fmla="*/ 1250776 w 2510160"/>
              <a:gd name="connsiteY19" fmla="*/ 0 h 197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10160" h="1971040">
                <a:moveTo>
                  <a:pt x="1250776" y="0"/>
                </a:moveTo>
                <a:cubicBezTo>
                  <a:pt x="1658992" y="0"/>
                  <a:pt x="2009239" y="248193"/>
                  <a:pt x="2158849" y="601911"/>
                </a:cubicBezTo>
                <a:lnTo>
                  <a:pt x="2176090" y="649017"/>
                </a:lnTo>
                <a:lnTo>
                  <a:pt x="2197132" y="642485"/>
                </a:lnTo>
                <a:cubicBezTo>
                  <a:pt x="2214091" y="639015"/>
                  <a:pt x="2231651" y="637192"/>
                  <a:pt x="2249636" y="637192"/>
                </a:cubicBezTo>
                <a:cubicBezTo>
                  <a:pt x="2393519" y="637192"/>
                  <a:pt x="2510160" y="753833"/>
                  <a:pt x="2510160" y="897716"/>
                </a:cubicBezTo>
                <a:cubicBezTo>
                  <a:pt x="2510160" y="1041599"/>
                  <a:pt x="2393519" y="1158240"/>
                  <a:pt x="2249636" y="1158240"/>
                </a:cubicBezTo>
                <a:lnTo>
                  <a:pt x="2220672" y="1155320"/>
                </a:lnTo>
                <a:lnTo>
                  <a:pt x="2216274" y="1184137"/>
                </a:lnTo>
                <a:cubicBezTo>
                  <a:pt x="2124378" y="1633222"/>
                  <a:pt x="1727028" y="1971040"/>
                  <a:pt x="1250776" y="1971040"/>
                </a:cubicBezTo>
                <a:cubicBezTo>
                  <a:pt x="842560" y="1971040"/>
                  <a:pt x="492313" y="1722847"/>
                  <a:pt x="342703" y="1369129"/>
                </a:cubicBezTo>
                <a:lnTo>
                  <a:pt x="304750" y="1246865"/>
                </a:lnTo>
                <a:lnTo>
                  <a:pt x="295203" y="1253301"/>
                </a:lnTo>
                <a:cubicBezTo>
                  <a:pt x="269781" y="1264054"/>
                  <a:pt x="241831" y="1270000"/>
                  <a:pt x="212492" y="1270000"/>
                </a:cubicBezTo>
                <a:cubicBezTo>
                  <a:pt x="95136" y="1270000"/>
                  <a:pt x="0" y="1174864"/>
                  <a:pt x="0" y="1057508"/>
                </a:cubicBezTo>
                <a:cubicBezTo>
                  <a:pt x="0" y="940152"/>
                  <a:pt x="95136" y="845016"/>
                  <a:pt x="212492" y="845016"/>
                </a:cubicBezTo>
                <a:cubicBezTo>
                  <a:pt x="227161" y="845016"/>
                  <a:pt x="241484" y="846503"/>
                  <a:pt x="255316" y="849333"/>
                </a:cubicBezTo>
                <a:lnTo>
                  <a:pt x="274826" y="855389"/>
                </a:lnTo>
                <a:lnTo>
                  <a:pt x="285278" y="786903"/>
                </a:lnTo>
                <a:cubicBezTo>
                  <a:pt x="377174" y="337818"/>
                  <a:pt x="774524" y="0"/>
                  <a:pt x="1250776" y="0"/>
                </a:cubicBezTo>
                <a:close/>
              </a:path>
            </a:pathLst>
          </a:custGeom>
          <a:solidFill>
            <a:srgbClr val="BB3023"/>
          </a:solidFill>
          <a:ln w="508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solidFill>
                <a:srgbClr val="BB3023"/>
              </a:solidFill>
            </a:endParaRPr>
          </a:p>
        </p:txBody>
      </p:sp>
      <p:sp>
        <p:nvSpPr>
          <p:cNvPr id="21" name="椭圆 20">
            <a:extLst>
              <a:ext uri="{FF2B5EF4-FFF2-40B4-BE49-F238E27FC236}">
                <a16:creationId xmlns:a16="http://schemas.microsoft.com/office/drawing/2014/main" id="{CE83A6E5-479B-2E70-B377-7DDCB65F73F8}"/>
              </a:ext>
            </a:extLst>
          </p:cNvPr>
          <p:cNvSpPr/>
          <p:nvPr/>
        </p:nvSpPr>
        <p:spPr>
          <a:xfrm>
            <a:off x="5311107" y="2899339"/>
            <a:ext cx="354621" cy="35462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任意形状 32">
            <a:extLst>
              <a:ext uri="{FF2B5EF4-FFF2-40B4-BE49-F238E27FC236}">
                <a16:creationId xmlns:a16="http://schemas.microsoft.com/office/drawing/2014/main" id="{44FF4675-889F-8F07-54AF-AEC57843B904}"/>
              </a:ext>
            </a:extLst>
          </p:cNvPr>
          <p:cNvSpPr/>
          <p:nvPr/>
        </p:nvSpPr>
        <p:spPr>
          <a:xfrm>
            <a:off x="7424260" y="3077665"/>
            <a:ext cx="208750" cy="258130"/>
          </a:xfrm>
          <a:custGeom>
            <a:avLst/>
            <a:gdLst>
              <a:gd name="connsiteX0" fmla="*/ 132774 w 132774"/>
              <a:gd name="connsiteY0" fmla="*/ 0 h 233680"/>
              <a:gd name="connsiteX1" fmla="*/ 41334 w 132774"/>
              <a:gd name="connsiteY1" fmla="*/ 101600 h 233680"/>
              <a:gd name="connsiteX2" fmla="*/ 694 w 132774"/>
              <a:gd name="connsiteY2" fmla="*/ 233680 h 233680"/>
              <a:gd name="connsiteX0" fmla="*/ 132774 w 132774"/>
              <a:gd name="connsiteY0" fmla="*/ 0 h 233680"/>
              <a:gd name="connsiteX1" fmla="*/ 41334 w 132774"/>
              <a:gd name="connsiteY1" fmla="*/ 101600 h 233680"/>
              <a:gd name="connsiteX2" fmla="*/ 694 w 132774"/>
              <a:gd name="connsiteY2" fmla="*/ 233680 h 233680"/>
            </a:gdLst>
            <a:ahLst/>
            <a:cxnLst>
              <a:cxn ang="0">
                <a:pos x="connsiteX0" y="connsiteY0"/>
              </a:cxn>
              <a:cxn ang="0">
                <a:pos x="connsiteX1" y="connsiteY1"/>
              </a:cxn>
              <a:cxn ang="0">
                <a:pos x="connsiteX2" y="connsiteY2"/>
              </a:cxn>
            </a:cxnLst>
            <a:rect l="l" t="t" r="r" b="b"/>
            <a:pathLst>
              <a:path w="132774" h="233680">
                <a:moveTo>
                  <a:pt x="132774" y="0"/>
                </a:moveTo>
                <a:cubicBezTo>
                  <a:pt x="90968" y="26278"/>
                  <a:pt x="63347" y="62653"/>
                  <a:pt x="41334" y="101600"/>
                </a:cubicBezTo>
                <a:cubicBezTo>
                  <a:pt x="19321" y="140547"/>
                  <a:pt x="-4386" y="209973"/>
                  <a:pt x="694" y="233680"/>
                </a:cubicBezTo>
              </a:path>
            </a:pathLst>
          </a:custGeom>
          <a:noFill/>
          <a:ln w="53975" cap="rnd">
            <a:solidFill>
              <a:schemeClr val="bg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椭圆 50">
            <a:extLst>
              <a:ext uri="{FF2B5EF4-FFF2-40B4-BE49-F238E27FC236}">
                <a16:creationId xmlns:a16="http://schemas.microsoft.com/office/drawing/2014/main" id="{E870CB05-45BF-98FA-3D7B-E70C4D6232FD}"/>
              </a:ext>
            </a:extLst>
          </p:cNvPr>
          <p:cNvSpPr/>
          <p:nvPr/>
        </p:nvSpPr>
        <p:spPr>
          <a:xfrm rot="11515175" flipV="1">
            <a:off x="5256539" y="3763914"/>
            <a:ext cx="537255" cy="481650"/>
          </a:xfrm>
          <a:custGeom>
            <a:avLst/>
            <a:gdLst>
              <a:gd name="connsiteX0" fmla="*/ 0 w 1230923"/>
              <a:gd name="connsiteY0" fmla="*/ 356717 h 713433"/>
              <a:gd name="connsiteX1" fmla="*/ 615462 w 1230923"/>
              <a:gd name="connsiteY1" fmla="*/ 0 h 713433"/>
              <a:gd name="connsiteX2" fmla="*/ 1230924 w 1230923"/>
              <a:gd name="connsiteY2" fmla="*/ 356717 h 713433"/>
              <a:gd name="connsiteX3" fmla="*/ 615462 w 1230923"/>
              <a:gd name="connsiteY3" fmla="*/ 713434 h 713433"/>
              <a:gd name="connsiteX4" fmla="*/ 0 w 1230923"/>
              <a:gd name="connsiteY4" fmla="*/ 356717 h 713433"/>
              <a:gd name="connsiteX0" fmla="*/ 615462 w 1230924"/>
              <a:gd name="connsiteY0" fmla="*/ 0 h 713434"/>
              <a:gd name="connsiteX1" fmla="*/ 1230924 w 1230924"/>
              <a:gd name="connsiteY1" fmla="*/ 356717 h 713434"/>
              <a:gd name="connsiteX2" fmla="*/ 615462 w 1230924"/>
              <a:gd name="connsiteY2" fmla="*/ 713434 h 713434"/>
              <a:gd name="connsiteX3" fmla="*/ 0 w 1230924"/>
              <a:gd name="connsiteY3" fmla="*/ 356717 h 713434"/>
              <a:gd name="connsiteX4" fmla="*/ 706902 w 1230924"/>
              <a:gd name="connsiteY4" fmla="*/ 91440 h 713434"/>
              <a:gd name="connsiteX0" fmla="*/ 615462 w 1230924"/>
              <a:gd name="connsiteY0" fmla="*/ 0 h 713434"/>
              <a:gd name="connsiteX1" fmla="*/ 1230924 w 1230924"/>
              <a:gd name="connsiteY1" fmla="*/ 356717 h 713434"/>
              <a:gd name="connsiteX2" fmla="*/ 615462 w 1230924"/>
              <a:gd name="connsiteY2" fmla="*/ 713434 h 713434"/>
              <a:gd name="connsiteX3" fmla="*/ 0 w 1230924"/>
              <a:gd name="connsiteY3" fmla="*/ 356717 h 713434"/>
              <a:gd name="connsiteX0" fmla="*/ 1230924 w 1230924"/>
              <a:gd name="connsiteY0" fmla="*/ 0 h 356717"/>
              <a:gd name="connsiteX1" fmla="*/ 615462 w 1230924"/>
              <a:gd name="connsiteY1" fmla="*/ 356717 h 356717"/>
              <a:gd name="connsiteX2" fmla="*/ 0 w 1230924"/>
              <a:gd name="connsiteY2" fmla="*/ 0 h 356717"/>
              <a:gd name="connsiteX0" fmla="*/ 615462 w 615462"/>
              <a:gd name="connsiteY0" fmla="*/ 356717 h 356717"/>
              <a:gd name="connsiteX1" fmla="*/ 0 w 615462"/>
              <a:gd name="connsiteY1" fmla="*/ 0 h 356717"/>
            </a:gdLst>
            <a:ahLst/>
            <a:cxnLst>
              <a:cxn ang="0">
                <a:pos x="connsiteX0" y="connsiteY0"/>
              </a:cxn>
              <a:cxn ang="0">
                <a:pos x="connsiteX1" y="connsiteY1"/>
              </a:cxn>
            </a:cxnLst>
            <a:rect l="l" t="t" r="r" b="b"/>
            <a:pathLst>
              <a:path w="615462" h="356717">
                <a:moveTo>
                  <a:pt x="615462" y="356717"/>
                </a:moveTo>
                <a:cubicBezTo>
                  <a:pt x="275552" y="356717"/>
                  <a:pt x="0" y="197009"/>
                  <a:pt x="0" y="0"/>
                </a:cubicBezTo>
              </a:path>
            </a:pathLst>
          </a:custGeom>
          <a:noFill/>
          <a:ln w="47625" cap="rnd">
            <a:solidFill>
              <a:schemeClr val="bg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文本框 62">
            <a:extLst>
              <a:ext uri="{FF2B5EF4-FFF2-40B4-BE49-F238E27FC236}">
                <a16:creationId xmlns:a16="http://schemas.microsoft.com/office/drawing/2014/main" id="{1F6D97A8-3D6A-D829-1666-9F64034EF628}"/>
              </a:ext>
            </a:extLst>
          </p:cNvPr>
          <p:cNvSpPr txBox="1"/>
          <p:nvPr/>
        </p:nvSpPr>
        <p:spPr>
          <a:xfrm>
            <a:off x="5669827" y="1249823"/>
            <a:ext cx="1091966" cy="646331"/>
          </a:xfrm>
          <a:prstGeom prst="rect">
            <a:avLst/>
          </a:prstGeom>
          <a:noFill/>
        </p:spPr>
        <p:txBody>
          <a:bodyPr wrap="none" rtlCol="0">
            <a:spAutoFit/>
          </a:bodyPr>
          <a:lstStyle/>
          <a:p>
            <a:pPr algn="l"/>
            <a:r>
              <a:rPr kumimoji="1" lang="zh-CN" altLang="en-US" sz="3600" dirty="0">
                <a:solidFill>
                  <a:srgbClr val="BB3023"/>
                </a:solidFill>
                <a:latin typeface="Alibaba PuHuiTi Medium" pitchFamily="18" charset="-122"/>
                <a:ea typeface="Alibaba PuHuiTi Medium" pitchFamily="18" charset="-122"/>
                <a:cs typeface="Alibaba PuHuiTi Medium" pitchFamily="18" charset="-122"/>
              </a:rPr>
              <a:t>想？</a:t>
            </a:r>
          </a:p>
        </p:txBody>
      </p:sp>
      <p:sp>
        <p:nvSpPr>
          <p:cNvPr id="576" name="文本框 575">
            <a:extLst>
              <a:ext uri="{FF2B5EF4-FFF2-40B4-BE49-F238E27FC236}">
                <a16:creationId xmlns:a16="http://schemas.microsoft.com/office/drawing/2014/main" id="{0B6090A8-D232-497A-EF80-D78D89D61598}"/>
              </a:ext>
            </a:extLst>
          </p:cNvPr>
          <p:cNvSpPr txBox="1"/>
          <p:nvPr/>
        </p:nvSpPr>
        <p:spPr>
          <a:xfrm>
            <a:off x="7968208" y="3075414"/>
            <a:ext cx="1396536" cy="584775"/>
          </a:xfrm>
          <a:prstGeom prst="rect">
            <a:avLst/>
          </a:prstGeom>
          <a:noFill/>
        </p:spPr>
        <p:txBody>
          <a:bodyPr wrap="none" rtlCol="0">
            <a:spAutoFit/>
          </a:bodyPr>
          <a:lstStyle/>
          <a:p>
            <a:pPr algn="l"/>
            <a:r>
              <a:rPr kumimoji="1" lang="zh-CN" altLang="en-US" sz="3200" dirty="0">
                <a:solidFill>
                  <a:srgbClr val="BB3023"/>
                </a:solidFill>
                <a:latin typeface="Alibaba PuHuiTi Medium" pitchFamily="18" charset="-122"/>
                <a:ea typeface="Alibaba PuHuiTi Medium" pitchFamily="18" charset="-122"/>
                <a:cs typeface="Alibaba PuHuiTi Medium" pitchFamily="18" charset="-122"/>
              </a:rPr>
              <a:t>听到？</a:t>
            </a:r>
          </a:p>
        </p:txBody>
      </p:sp>
      <p:sp>
        <p:nvSpPr>
          <p:cNvPr id="577" name="文本框 576">
            <a:extLst>
              <a:ext uri="{FF2B5EF4-FFF2-40B4-BE49-F238E27FC236}">
                <a16:creationId xmlns:a16="http://schemas.microsoft.com/office/drawing/2014/main" id="{FD9DFF57-96F2-33E7-080B-29E8C1851285}"/>
              </a:ext>
            </a:extLst>
          </p:cNvPr>
          <p:cNvSpPr txBox="1"/>
          <p:nvPr/>
        </p:nvSpPr>
        <p:spPr>
          <a:xfrm>
            <a:off x="5371531" y="4757307"/>
            <a:ext cx="1800493" cy="584775"/>
          </a:xfrm>
          <a:prstGeom prst="rect">
            <a:avLst/>
          </a:prstGeom>
          <a:noFill/>
        </p:spPr>
        <p:txBody>
          <a:bodyPr wrap="none" rtlCol="0">
            <a:spAutoFit/>
          </a:bodyPr>
          <a:lstStyle/>
          <a:p>
            <a:pPr algn="l"/>
            <a:r>
              <a:rPr kumimoji="1" lang="zh-CN" altLang="en-US" sz="3200" dirty="0">
                <a:solidFill>
                  <a:srgbClr val="BB3023"/>
                </a:solidFill>
                <a:latin typeface="Alibaba PuHuiTi Medium" pitchFamily="18" charset="-122"/>
                <a:ea typeface="Alibaba PuHuiTi Medium" pitchFamily="18" charset="-122"/>
                <a:cs typeface="Alibaba PuHuiTi Medium" pitchFamily="18" charset="-122"/>
              </a:rPr>
              <a:t>说或做？</a:t>
            </a:r>
          </a:p>
        </p:txBody>
      </p:sp>
      <p:sp>
        <p:nvSpPr>
          <p:cNvPr id="578" name="文本框 577">
            <a:extLst>
              <a:ext uri="{FF2B5EF4-FFF2-40B4-BE49-F238E27FC236}">
                <a16:creationId xmlns:a16="http://schemas.microsoft.com/office/drawing/2014/main" id="{0A81E609-371D-8D86-E521-9409B4E8BBE8}"/>
              </a:ext>
            </a:extLst>
          </p:cNvPr>
          <p:cNvSpPr txBox="1"/>
          <p:nvPr/>
        </p:nvSpPr>
        <p:spPr>
          <a:xfrm>
            <a:off x="2745468" y="3060989"/>
            <a:ext cx="1396536" cy="584775"/>
          </a:xfrm>
          <a:prstGeom prst="rect">
            <a:avLst/>
          </a:prstGeom>
          <a:noFill/>
        </p:spPr>
        <p:txBody>
          <a:bodyPr wrap="none" rtlCol="0">
            <a:spAutoFit/>
          </a:bodyPr>
          <a:lstStyle/>
          <a:p>
            <a:pPr algn="l"/>
            <a:r>
              <a:rPr kumimoji="1" lang="zh-CN" altLang="en-US" sz="3200" dirty="0">
                <a:solidFill>
                  <a:srgbClr val="BB3023"/>
                </a:solidFill>
                <a:latin typeface="Alibaba PuHuiTi Medium" pitchFamily="18" charset="-122"/>
                <a:ea typeface="Alibaba PuHuiTi Medium" pitchFamily="18" charset="-122"/>
                <a:cs typeface="Alibaba PuHuiTi Medium" pitchFamily="18" charset="-122"/>
              </a:rPr>
              <a:t>看到？</a:t>
            </a:r>
          </a:p>
        </p:txBody>
      </p:sp>
      <p:sp>
        <p:nvSpPr>
          <p:cNvPr id="579" name="圆角矩形 578">
            <a:extLst>
              <a:ext uri="{FF2B5EF4-FFF2-40B4-BE49-F238E27FC236}">
                <a16:creationId xmlns:a16="http://schemas.microsoft.com/office/drawing/2014/main" id="{482B48B1-8BCD-1911-FF03-13C20FE79B2A}"/>
              </a:ext>
            </a:extLst>
          </p:cNvPr>
          <p:cNvSpPr/>
          <p:nvPr/>
        </p:nvSpPr>
        <p:spPr>
          <a:xfrm>
            <a:off x="462987" y="983847"/>
            <a:ext cx="11296892" cy="5671595"/>
          </a:xfrm>
          <a:prstGeom prst="roundRect">
            <a:avLst>
              <a:gd name="adj" fmla="val 5314"/>
            </a:avLst>
          </a:prstGeom>
          <a:noFill/>
          <a:ln w="444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86" name="直线连接符 585">
            <a:extLst>
              <a:ext uri="{FF2B5EF4-FFF2-40B4-BE49-F238E27FC236}">
                <a16:creationId xmlns:a16="http://schemas.microsoft.com/office/drawing/2014/main" id="{746A4882-3808-DBD9-DDF4-97A70E1CC9E6}"/>
              </a:ext>
            </a:extLst>
          </p:cNvPr>
          <p:cNvCxnSpPr/>
          <p:nvPr/>
        </p:nvCxnSpPr>
        <p:spPr>
          <a:xfrm>
            <a:off x="509287" y="5521124"/>
            <a:ext cx="11215868" cy="0"/>
          </a:xfrm>
          <a:prstGeom prst="line">
            <a:avLst/>
          </a:prstGeom>
          <a:ln w="44450">
            <a:solidFill>
              <a:srgbClr val="1E344D"/>
            </a:solidFill>
            <a:prstDash val="sysDot"/>
          </a:ln>
        </p:spPr>
        <p:style>
          <a:lnRef idx="1">
            <a:schemeClr val="accent1"/>
          </a:lnRef>
          <a:fillRef idx="0">
            <a:schemeClr val="accent1"/>
          </a:fillRef>
          <a:effectRef idx="0">
            <a:schemeClr val="accent1"/>
          </a:effectRef>
          <a:fontRef idx="minor">
            <a:schemeClr val="tx1"/>
          </a:fontRef>
        </p:style>
      </p:cxnSp>
      <p:cxnSp>
        <p:nvCxnSpPr>
          <p:cNvPr id="590" name="直线连接符 589">
            <a:extLst>
              <a:ext uri="{FF2B5EF4-FFF2-40B4-BE49-F238E27FC236}">
                <a16:creationId xmlns:a16="http://schemas.microsoft.com/office/drawing/2014/main" id="{87612B78-1F24-AE43-A57B-B65EC5E63D81}"/>
              </a:ext>
            </a:extLst>
          </p:cNvPr>
          <p:cNvCxnSpPr>
            <a:cxnSpLocks/>
            <a:endCxn id="579" idx="2"/>
          </p:cNvCxnSpPr>
          <p:nvPr/>
        </p:nvCxnSpPr>
        <p:spPr>
          <a:xfrm>
            <a:off x="6099858" y="5544274"/>
            <a:ext cx="11575" cy="1111168"/>
          </a:xfrm>
          <a:prstGeom prst="line">
            <a:avLst/>
          </a:prstGeom>
          <a:ln w="4445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597" name="文本框 596">
            <a:extLst>
              <a:ext uri="{FF2B5EF4-FFF2-40B4-BE49-F238E27FC236}">
                <a16:creationId xmlns:a16="http://schemas.microsoft.com/office/drawing/2014/main" id="{3A9E2CB2-5D7F-F646-F278-6A63D5545927}"/>
              </a:ext>
            </a:extLst>
          </p:cNvPr>
          <p:cNvSpPr txBox="1"/>
          <p:nvPr/>
        </p:nvSpPr>
        <p:spPr>
          <a:xfrm>
            <a:off x="623392" y="5589240"/>
            <a:ext cx="2608406" cy="584775"/>
          </a:xfrm>
          <a:prstGeom prst="rect">
            <a:avLst/>
          </a:prstGeom>
          <a:noFill/>
        </p:spPr>
        <p:txBody>
          <a:bodyPr wrap="none" rtlCol="0">
            <a:spAutoFit/>
          </a:bodyPr>
          <a:lstStyle/>
          <a:p>
            <a:pPr algn="l"/>
            <a:r>
              <a:rPr kumimoji="1" lang="zh-CN" altLang="en-US" sz="3200" dirty="0">
                <a:solidFill>
                  <a:schemeClr val="bg1"/>
                </a:solidFill>
                <a:latin typeface="Alibaba PuHuiTi Medium" pitchFamily="18" charset="-122"/>
                <a:ea typeface="Alibaba PuHuiTi Medium" pitchFamily="18" charset="-122"/>
                <a:cs typeface="Alibaba PuHuiTi Medium" pitchFamily="18" charset="-122"/>
              </a:rPr>
              <a:t>有什么痛苦？</a:t>
            </a:r>
          </a:p>
        </p:txBody>
      </p:sp>
      <p:sp>
        <p:nvSpPr>
          <p:cNvPr id="598" name="文本框 597">
            <a:extLst>
              <a:ext uri="{FF2B5EF4-FFF2-40B4-BE49-F238E27FC236}">
                <a16:creationId xmlns:a16="http://schemas.microsoft.com/office/drawing/2014/main" id="{8DD94D86-52B6-4E9E-D043-93E90EC50B06}"/>
              </a:ext>
            </a:extLst>
          </p:cNvPr>
          <p:cNvSpPr txBox="1"/>
          <p:nvPr/>
        </p:nvSpPr>
        <p:spPr>
          <a:xfrm>
            <a:off x="6168008" y="5589240"/>
            <a:ext cx="2608406" cy="584775"/>
          </a:xfrm>
          <a:prstGeom prst="rect">
            <a:avLst/>
          </a:prstGeom>
          <a:noFill/>
        </p:spPr>
        <p:txBody>
          <a:bodyPr wrap="none" rtlCol="0">
            <a:spAutoFit/>
          </a:bodyPr>
          <a:lstStyle/>
          <a:p>
            <a:pPr algn="l"/>
            <a:r>
              <a:rPr kumimoji="1" lang="zh-CN" altLang="en-US" sz="3200" dirty="0">
                <a:solidFill>
                  <a:schemeClr val="bg1"/>
                </a:solidFill>
                <a:latin typeface="Alibaba PuHuiTi Medium" pitchFamily="18" charset="-122"/>
                <a:ea typeface="Alibaba PuHuiTi Medium" pitchFamily="18" charset="-122"/>
                <a:cs typeface="Alibaba PuHuiTi Medium" pitchFamily="18" charset="-122"/>
              </a:rPr>
              <a:t>想获得什么？</a:t>
            </a:r>
          </a:p>
        </p:txBody>
      </p:sp>
      <p:sp>
        <p:nvSpPr>
          <p:cNvPr id="599" name="文本框 598">
            <a:extLst>
              <a:ext uri="{FF2B5EF4-FFF2-40B4-BE49-F238E27FC236}">
                <a16:creationId xmlns:a16="http://schemas.microsoft.com/office/drawing/2014/main" id="{F61FD290-76B5-73FA-E2E9-1443002C08C0}"/>
              </a:ext>
            </a:extLst>
          </p:cNvPr>
          <p:cNvSpPr txBox="1"/>
          <p:nvPr/>
        </p:nvSpPr>
        <p:spPr>
          <a:xfrm>
            <a:off x="6724191" y="1253517"/>
            <a:ext cx="2671277" cy="523220"/>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0" name="文本框 599">
            <a:extLst>
              <a:ext uri="{FF2B5EF4-FFF2-40B4-BE49-F238E27FC236}">
                <a16:creationId xmlns:a16="http://schemas.microsoft.com/office/drawing/2014/main" id="{18339FB0-2392-DD0C-7E2F-E68F34C242C1}"/>
              </a:ext>
            </a:extLst>
          </p:cNvPr>
          <p:cNvSpPr txBox="1"/>
          <p:nvPr/>
        </p:nvSpPr>
        <p:spPr>
          <a:xfrm>
            <a:off x="2638328" y="1264587"/>
            <a:ext cx="2686026" cy="523220"/>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1" name="文本框 600">
            <a:extLst>
              <a:ext uri="{FF2B5EF4-FFF2-40B4-BE49-F238E27FC236}">
                <a16:creationId xmlns:a16="http://schemas.microsoft.com/office/drawing/2014/main" id="{665D4466-73EF-CE84-5D52-33375D465C81}"/>
              </a:ext>
            </a:extLst>
          </p:cNvPr>
          <p:cNvSpPr txBox="1"/>
          <p:nvPr/>
        </p:nvSpPr>
        <p:spPr>
          <a:xfrm>
            <a:off x="9178209" y="2496791"/>
            <a:ext cx="2246003" cy="738664"/>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2" name="文本框 601">
            <a:extLst>
              <a:ext uri="{FF2B5EF4-FFF2-40B4-BE49-F238E27FC236}">
                <a16:creationId xmlns:a16="http://schemas.microsoft.com/office/drawing/2014/main" id="{E71424CE-2F98-A211-61E5-FF52FF0828CE}"/>
              </a:ext>
            </a:extLst>
          </p:cNvPr>
          <p:cNvSpPr txBox="1"/>
          <p:nvPr/>
        </p:nvSpPr>
        <p:spPr>
          <a:xfrm>
            <a:off x="9188448" y="3276190"/>
            <a:ext cx="2246003" cy="738664"/>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3" name="文本框 602">
            <a:extLst>
              <a:ext uri="{FF2B5EF4-FFF2-40B4-BE49-F238E27FC236}">
                <a16:creationId xmlns:a16="http://schemas.microsoft.com/office/drawing/2014/main" id="{FE571093-20F8-F1B4-33A4-1547E63C48B0}"/>
              </a:ext>
            </a:extLst>
          </p:cNvPr>
          <p:cNvSpPr txBox="1"/>
          <p:nvPr/>
        </p:nvSpPr>
        <p:spPr>
          <a:xfrm>
            <a:off x="589672" y="2301247"/>
            <a:ext cx="2246003" cy="738664"/>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5" name="文本框 604">
            <a:extLst>
              <a:ext uri="{FF2B5EF4-FFF2-40B4-BE49-F238E27FC236}">
                <a16:creationId xmlns:a16="http://schemas.microsoft.com/office/drawing/2014/main" id="{45689D8D-F8AD-E102-C526-2C5CBE9BFC2D}"/>
              </a:ext>
            </a:extLst>
          </p:cNvPr>
          <p:cNvSpPr txBox="1"/>
          <p:nvPr/>
        </p:nvSpPr>
        <p:spPr>
          <a:xfrm>
            <a:off x="589672" y="3140968"/>
            <a:ext cx="2246003" cy="738664"/>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6" name="文本框 605">
            <a:extLst>
              <a:ext uri="{FF2B5EF4-FFF2-40B4-BE49-F238E27FC236}">
                <a16:creationId xmlns:a16="http://schemas.microsoft.com/office/drawing/2014/main" id="{A1E0ADF4-4037-6136-6D51-C8441B934291}"/>
              </a:ext>
            </a:extLst>
          </p:cNvPr>
          <p:cNvSpPr txBox="1"/>
          <p:nvPr/>
        </p:nvSpPr>
        <p:spPr>
          <a:xfrm>
            <a:off x="2783632" y="4725144"/>
            <a:ext cx="2246003" cy="738664"/>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7" name="文本框 606">
            <a:extLst>
              <a:ext uri="{FF2B5EF4-FFF2-40B4-BE49-F238E27FC236}">
                <a16:creationId xmlns:a16="http://schemas.microsoft.com/office/drawing/2014/main" id="{64E00677-0EDC-9B50-F341-5D50F6CB8C3F}"/>
              </a:ext>
            </a:extLst>
          </p:cNvPr>
          <p:cNvSpPr txBox="1"/>
          <p:nvPr/>
        </p:nvSpPr>
        <p:spPr>
          <a:xfrm>
            <a:off x="7248128" y="4725144"/>
            <a:ext cx="2246003" cy="738664"/>
          </a:xfrm>
          <a:prstGeom prst="rect">
            <a:avLst/>
          </a:prstGeom>
          <a:noFill/>
        </p:spPr>
        <p:txBody>
          <a:bodyPr wrap="square" rtlCol="0">
            <a:spAutoFit/>
          </a:bodyPr>
          <a:lstStyle/>
          <a:p>
            <a:pPr algn="just"/>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35" name="文本框 634">
            <a:extLst>
              <a:ext uri="{FF2B5EF4-FFF2-40B4-BE49-F238E27FC236}">
                <a16:creationId xmlns:a16="http://schemas.microsoft.com/office/drawing/2014/main" id="{E46740EB-C0F8-4A25-2E36-9BADA21C2583}"/>
              </a:ext>
            </a:extLst>
          </p:cNvPr>
          <p:cNvSpPr txBox="1"/>
          <p:nvPr/>
        </p:nvSpPr>
        <p:spPr>
          <a:xfrm>
            <a:off x="2999656" y="5661248"/>
            <a:ext cx="2246003" cy="738664"/>
          </a:xfrm>
          <a:prstGeom prst="rect">
            <a:avLst/>
          </a:prstGeom>
          <a:noFill/>
        </p:spPr>
        <p:txBody>
          <a:bodyPr wrap="square" rtlCol="0">
            <a:spAutoFit/>
          </a:bodyPr>
          <a:lstStyle/>
          <a:p>
            <a:pPr algn="just"/>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636" name="文本框 635">
            <a:extLst>
              <a:ext uri="{FF2B5EF4-FFF2-40B4-BE49-F238E27FC236}">
                <a16:creationId xmlns:a16="http://schemas.microsoft.com/office/drawing/2014/main" id="{DDF092D6-B9CE-321A-6551-59A30B63CA31}"/>
              </a:ext>
            </a:extLst>
          </p:cNvPr>
          <p:cNvSpPr txBox="1"/>
          <p:nvPr/>
        </p:nvSpPr>
        <p:spPr>
          <a:xfrm>
            <a:off x="8832304" y="5661248"/>
            <a:ext cx="2246003" cy="738664"/>
          </a:xfrm>
          <a:prstGeom prst="rect">
            <a:avLst/>
          </a:prstGeom>
          <a:noFill/>
        </p:spPr>
        <p:txBody>
          <a:bodyPr wrap="square" rtlCol="0">
            <a:spAutoFit/>
          </a:bodyPr>
          <a:lstStyle/>
          <a:p>
            <a:pPr algn="just"/>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0062484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 name="矩形 639">
            <a:extLst>
              <a:ext uri="{FF2B5EF4-FFF2-40B4-BE49-F238E27FC236}">
                <a16:creationId xmlns:a16="http://schemas.microsoft.com/office/drawing/2014/main" id="{9FB882EE-6BB7-16EC-4319-FE96C1436A35}"/>
              </a:ext>
            </a:extLst>
          </p:cNvPr>
          <p:cNvSpPr/>
          <p:nvPr/>
        </p:nvSpPr>
        <p:spPr>
          <a:xfrm>
            <a:off x="6225075" y="5098268"/>
            <a:ext cx="503393" cy="51366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矩形 1">
            <a:extLst>
              <a:ext uri="{FF2B5EF4-FFF2-40B4-BE49-F238E27FC236}">
                <a16:creationId xmlns:a16="http://schemas.microsoft.com/office/drawing/2014/main" id="{D31F71CC-CE1B-F848-CE7D-3466FAA2DB21}"/>
              </a:ext>
            </a:extLst>
          </p:cNvPr>
          <p:cNvSpPr/>
          <p:nvPr/>
        </p:nvSpPr>
        <p:spPr>
          <a:xfrm>
            <a:off x="615964" y="2418775"/>
            <a:ext cx="3682314" cy="3707027"/>
          </a:xfrm>
          <a:prstGeom prst="rect">
            <a:avLst/>
          </a:prstGeom>
          <a:solidFill>
            <a:srgbClr val="BB3023"/>
          </a:solidFill>
          <a:ln w="381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53CBDA38-F259-3A50-6C25-B768451FB8C9}"/>
              </a:ext>
            </a:extLst>
          </p:cNvPr>
          <p:cNvSpPr/>
          <p:nvPr/>
        </p:nvSpPr>
        <p:spPr>
          <a:xfrm>
            <a:off x="4726645" y="1265477"/>
            <a:ext cx="1845276" cy="1812325"/>
          </a:xfrm>
          <a:prstGeom prst="rect">
            <a:avLst/>
          </a:prstGeom>
          <a:solidFill>
            <a:srgbClr val="BB3023">
              <a:alpha val="27887"/>
            </a:srgbClr>
          </a:solidFill>
          <a:ln w="381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6" name="直线连接符 15">
            <a:extLst>
              <a:ext uri="{FF2B5EF4-FFF2-40B4-BE49-F238E27FC236}">
                <a16:creationId xmlns:a16="http://schemas.microsoft.com/office/drawing/2014/main" id="{0E1EC555-7EB7-019D-B993-46D41E259E73}"/>
              </a:ext>
            </a:extLst>
          </p:cNvPr>
          <p:cNvCxnSpPr/>
          <p:nvPr/>
        </p:nvCxnSpPr>
        <p:spPr>
          <a:xfrm flipH="1">
            <a:off x="4298278" y="1257239"/>
            <a:ext cx="2281881" cy="1169773"/>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2E33BFAF-558D-AE8D-F060-55D564D05E1C}"/>
              </a:ext>
            </a:extLst>
          </p:cNvPr>
          <p:cNvCxnSpPr>
            <a:cxnSpLocks/>
          </p:cNvCxnSpPr>
          <p:nvPr/>
        </p:nvCxnSpPr>
        <p:spPr>
          <a:xfrm flipH="1">
            <a:off x="4306515" y="3086039"/>
            <a:ext cx="2257168" cy="3048000"/>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id="{0F71D74C-9646-F218-196A-42EDEA84F671}"/>
              </a:ext>
            </a:extLst>
          </p:cNvPr>
          <p:cNvCxnSpPr>
            <a:cxnSpLocks/>
          </p:cNvCxnSpPr>
          <p:nvPr/>
        </p:nvCxnSpPr>
        <p:spPr>
          <a:xfrm flipH="1">
            <a:off x="607726" y="1271910"/>
            <a:ext cx="4122403" cy="1146865"/>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92E841DF-053A-10C8-E401-E5A97E6846A0}"/>
              </a:ext>
            </a:extLst>
          </p:cNvPr>
          <p:cNvCxnSpPr>
            <a:cxnSpLocks/>
          </p:cNvCxnSpPr>
          <p:nvPr/>
        </p:nvCxnSpPr>
        <p:spPr>
          <a:xfrm flipH="1">
            <a:off x="4286527" y="3073148"/>
            <a:ext cx="450389" cy="351370"/>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id="{3F0C7F9B-2C5C-41A8-29CE-D5EDD8169364}"/>
              </a:ext>
            </a:extLst>
          </p:cNvPr>
          <p:cNvCxnSpPr>
            <a:stCxn id="2" idx="0"/>
            <a:endCxn id="2" idx="2"/>
          </p:cNvCxnSpPr>
          <p:nvPr/>
        </p:nvCxnSpPr>
        <p:spPr>
          <a:xfrm>
            <a:off x="2457121" y="2418775"/>
            <a:ext cx="0" cy="37070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9F059E13-CC48-C363-463E-08BE4A79912C}"/>
              </a:ext>
            </a:extLst>
          </p:cNvPr>
          <p:cNvCxnSpPr>
            <a:cxnSpLocks/>
            <a:stCxn id="2" idx="1"/>
            <a:endCxn id="2" idx="3"/>
          </p:cNvCxnSpPr>
          <p:nvPr/>
        </p:nvCxnSpPr>
        <p:spPr>
          <a:xfrm>
            <a:off x="615964" y="4272289"/>
            <a:ext cx="3682314"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939ED6F7-DE32-A27E-FA48-F97AA06656D6}"/>
              </a:ext>
            </a:extLst>
          </p:cNvPr>
          <p:cNvCxnSpPr>
            <a:cxnSpLocks/>
          </p:cNvCxnSpPr>
          <p:nvPr/>
        </p:nvCxnSpPr>
        <p:spPr>
          <a:xfrm>
            <a:off x="279303" y="2442882"/>
            <a:ext cx="0" cy="3429000"/>
          </a:xfrm>
          <a:prstGeom prst="line">
            <a:avLst/>
          </a:prstGeom>
          <a:ln w="38100">
            <a:solidFill>
              <a:srgbClr val="1E344D"/>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0CE84AA8-A843-C8EF-4B80-9C9868387A0D}"/>
              </a:ext>
            </a:extLst>
          </p:cNvPr>
          <p:cNvCxnSpPr>
            <a:cxnSpLocks/>
          </p:cNvCxnSpPr>
          <p:nvPr/>
        </p:nvCxnSpPr>
        <p:spPr>
          <a:xfrm flipH="1">
            <a:off x="830632" y="6357265"/>
            <a:ext cx="3200400" cy="0"/>
          </a:xfrm>
          <a:prstGeom prst="line">
            <a:avLst/>
          </a:prstGeom>
          <a:ln w="38100">
            <a:solidFill>
              <a:srgbClr val="1E344D"/>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6" name="直线连接符 25">
            <a:extLst>
              <a:ext uri="{FF2B5EF4-FFF2-40B4-BE49-F238E27FC236}">
                <a16:creationId xmlns:a16="http://schemas.microsoft.com/office/drawing/2014/main" id="{8946CF19-572F-17D6-EE68-43147883E893}"/>
              </a:ext>
            </a:extLst>
          </p:cNvPr>
          <p:cNvCxnSpPr>
            <a:cxnSpLocks/>
          </p:cNvCxnSpPr>
          <p:nvPr/>
        </p:nvCxnSpPr>
        <p:spPr>
          <a:xfrm flipH="1">
            <a:off x="4878197" y="3411071"/>
            <a:ext cx="1801906" cy="2554941"/>
          </a:xfrm>
          <a:prstGeom prst="line">
            <a:avLst/>
          </a:prstGeom>
          <a:ln w="38100">
            <a:solidFill>
              <a:srgbClr val="1E344D"/>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6AA1DA93-F14D-503C-8CFF-CA8A9F9FCBE7}"/>
              </a:ext>
            </a:extLst>
          </p:cNvPr>
          <p:cNvSpPr txBox="1"/>
          <p:nvPr/>
        </p:nvSpPr>
        <p:spPr>
          <a:xfrm>
            <a:off x="4827114" y="2650530"/>
            <a:ext cx="1731965" cy="369332"/>
          </a:xfrm>
          <a:prstGeom prst="rect">
            <a:avLst/>
          </a:prstGeom>
          <a:noFill/>
        </p:spPr>
        <p:txBody>
          <a:bodyPr wrap="square" rtlCol="0">
            <a:spAutoFit/>
          </a:bodyPr>
          <a:lstStyle/>
          <a:p>
            <a:pPr algn="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8" name="文本框 27">
            <a:extLst>
              <a:ext uri="{FF2B5EF4-FFF2-40B4-BE49-F238E27FC236}">
                <a16:creationId xmlns:a16="http://schemas.microsoft.com/office/drawing/2014/main" id="{9573341F-7A3B-CFD6-D48D-FD6012C5038E}"/>
              </a:ext>
            </a:extLst>
          </p:cNvPr>
          <p:cNvSpPr txBox="1"/>
          <p:nvPr/>
        </p:nvSpPr>
        <p:spPr>
          <a:xfrm>
            <a:off x="4420998" y="6019800"/>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LOW</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29" name="Google Shape;9569;p88">
            <a:extLst>
              <a:ext uri="{FF2B5EF4-FFF2-40B4-BE49-F238E27FC236}">
                <a16:creationId xmlns:a16="http://schemas.microsoft.com/office/drawing/2014/main" id="{940ED075-5852-9BAD-6F56-1E99B642FAD3}"/>
              </a:ext>
            </a:extLst>
          </p:cNvPr>
          <p:cNvGrpSpPr/>
          <p:nvPr/>
        </p:nvGrpSpPr>
        <p:grpSpPr>
          <a:xfrm>
            <a:off x="5659826" y="1853389"/>
            <a:ext cx="700811" cy="699311"/>
            <a:chOff x="6264975" y="3220950"/>
            <a:chExt cx="268525" cy="267950"/>
          </a:xfrm>
          <a:solidFill>
            <a:srgbClr val="1E344D"/>
          </a:solidFill>
        </p:grpSpPr>
        <p:sp>
          <p:nvSpPr>
            <p:cNvPr id="30" name="Google Shape;9570;p88">
              <a:extLst>
                <a:ext uri="{FF2B5EF4-FFF2-40B4-BE49-F238E27FC236}">
                  <a16:creationId xmlns:a16="http://schemas.microsoft.com/office/drawing/2014/main" id="{C9DE3A0E-9CBB-06DA-8F4E-87DDCB58CFFD}"/>
                </a:ext>
              </a:extLst>
            </p:cNvPr>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1" name="Google Shape;9571;p88">
              <a:extLst>
                <a:ext uri="{FF2B5EF4-FFF2-40B4-BE49-F238E27FC236}">
                  <a16:creationId xmlns:a16="http://schemas.microsoft.com/office/drawing/2014/main" id="{4555114A-5DB2-D914-6554-957F2B0086EA}"/>
                </a:ext>
              </a:extLst>
            </p:cNvPr>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2" name="Google Shape;9572;p88">
              <a:extLst>
                <a:ext uri="{FF2B5EF4-FFF2-40B4-BE49-F238E27FC236}">
                  <a16:creationId xmlns:a16="http://schemas.microsoft.com/office/drawing/2014/main" id="{02A4A076-B44D-0D93-4B48-777B00EB5332}"/>
                </a:ext>
              </a:extLst>
            </p:cNvPr>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4" name="Google Shape;9573;p88">
              <a:extLst>
                <a:ext uri="{FF2B5EF4-FFF2-40B4-BE49-F238E27FC236}">
                  <a16:creationId xmlns:a16="http://schemas.microsoft.com/office/drawing/2014/main" id="{B447BB8D-9919-9B17-96A1-E228082199A5}"/>
                </a:ext>
              </a:extLst>
            </p:cNvPr>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5" name="Google Shape;9574;p88">
              <a:extLst>
                <a:ext uri="{FF2B5EF4-FFF2-40B4-BE49-F238E27FC236}">
                  <a16:creationId xmlns:a16="http://schemas.microsoft.com/office/drawing/2014/main" id="{54021C5D-22B3-703C-407E-53BE070F6489}"/>
                </a:ext>
              </a:extLst>
            </p:cNvPr>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6" name="Google Shape;9575;p88">
              <a:extLst>
                <a:ext uri="{FF2B5EF4-FFF2-40B4-BE49-F238E27FC236}">
                  <a16:creationId xmlns:a16="http://schemas.microsoft.com/office/drawing/2014/main" id="{6757EB36-99B5-1B20-1889-846F5A36F167}"/>
                </a:ext>
              </a:extLst>
            </p:cNvPr>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7" name="Google Shape;9576;p88">
              <a:extLst>
                <a:ext uri="{FF2B5EF4-FFF2-40B4-BE49-F238E27FC236}">
                  <a16:creationId xmlns:a16="http://schemas.microsoft.com/office/drawing/2014/main" id="{3F6D6597-F3F5-C649-0486-49FC17A9F34F}"/>
                </a:ext>
              </a:extLst>
            </p:cNvPr>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sp>
        <p:nvSpPr>
          <p:cNvPr id="38" name="文本框 37">
            <a:extLst>
              <a:ext uri="{FF2B5EF4-FFF2-40B4-BE49-F238E27FC236}">
                <a16:creationId xmlns:a16="http://schemas.microsoft.com/office/drawing/2014/main" id="{398E3C8F-15BB-22CE-2B1A-B399ABA5388B}"/>
              </a:ext>
            </a:extLst>
          </p:cNvPr>
          <p:cNvSpPr txBox="1"/>
          <p:nvPr/>
        </p:nvSpPr>
        <p:spPr>
          <a:xfrm>
            <a:off x="647201" y="2907885"/>
            <a:ext cx="1731965" cy="646331"/>
          </a:xfrm>
          <a:prstGeom prst="rect">
            <a:avLst/>
          </a:prstGeom>
          <a:noFill/>
        </p:spPr>
        <p:txBody>
          <a:bodyPr wrap="square" rtlCol="0">
            <a:spAutoFit/>
          </a:bodyPr>
          <a:lstStyle/>
          <a:p>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9" name="文本框 38">
            <a:extLst>
              <a:ext uri="{FF2B5EF4-FFF2-40B4-BE49-F238E27FC236}">
                <a16:creationId xmlns:a16="http://schemas.microsoft.com/office/drawing/2014/main" id="{014F46C8-7E79-9134-11DA-72785BFEA403}"/>
              </a:ext>
            </a:extLst>
          </p:cNvPr>
          <p:cNvSpPr txBox="1"/>
          <p:nvPr/>
        </p:nvSpPr>
        <p:spPr>
          <a:xfrm>
            <a:off x="642374" y="2576965"/>
            <a:ext cx="1721223" cy="369332"/>
          </a:xfrm>
          <a:prstGeom prst="rect">
            <a:avLst/>
          </a:prstGeom>
          <a:noFill/>
        </p:spPr>
        <p:txBody>
          <a:bodyPr wrap="square" rtlCol="0">
            <a:spAutoFit/>
          </a:bodyPr>
          <a:lstStyle/>
          <a:p>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0" name="文本框 39">
            <a:extLst>
              <a:ext uri="{FF2B5EF4-FFF2-40B4-BE49-F238E27FC236}">
                <a16:creationId xmlns:a16="http://schemas.microsoft.com/office/drawing/2014/main" id="{9C5D2253-C65E-AB59-F317-6220E0EC4FB9}"/>
              </a:ext>
            </a:extLst>
          </p:cNvPr>
          <p:cNvSpPr txBox="1"/>
          <p:nvPr/>
        </p:nvSpPr>
        <p:spPr>
          <a:xfrm>
            <a:off x="2538554" y="3190274"/>
            <a:ext cx="1731965" cy="646331"/>
          </a:xfrm>
          <a:prstGeom prst="rect">
            <a:avLst/>
          </a:prstGeom>
          <a:noFill/>
        </p:spPr>
        <p:txBody>
          <a:bodyPr wrap="square" rtlCol="0">
            <a:spAutoFit/>
          </a:bodyPr>
          <a:lstStyle/>
          <a:p>
            <a:pPr algn="r"/>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1" name="文本框 40">
            <a:extLst>
              <a:ext uri="{FF2B5EF4-FFF2-40B4-BE49-F238E27FC236}">
                <a16:creationId xmlns:a16="http://schemas.microsoft.com/office/drawing/2014/main" id="{4DE118E0-B9AE-A80A-05FF-D46826353DC6}"/>
              </a:ext>
            </a:extLst>
          </p:cNvPr>
          <p:cNvSpPr txBox="1"/>
          <p:nvPr/>
        </p:nvSpPr>
        <p:spPr>
          <a:xfrm>
            <a:off x="2533727" y="2576965"/>
            <a:ext cx="1721223" cy="646331"/>
          </a:xfrm>
          <a:prstGeom prst="rect">
            <a:avLst/>
          </a:prstGeom>
          <a:noFill/>
        </p:spPr>
        <p:txBody>
          <a:bodyPr wrap="square" rtlCol="0">
            <a:spAutoFit/>
          </a:bodyPr>
          <a:lstStyle/>
          <a:p>
            <a:pPr algn="r"/>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endParaRPr kumimoji="1" lang="en-US" altLang="zh-CN" b="1" dirty="0">
              <a:solidFill>
                <a:schemeClr val="bg1"/>
              </a:solidFill>
              <a:latin typeface="Alibaba PuHuiTi Heavy" pitchFamily="18" charset="-122"/>
              <a:ea typeface="Alibaba PuHuiTi Heavy" pitchFamily="18" charset="-122"/>
              <a:cs typeface="Alibaba PuHuiTi Heavy" pitchFamily="18" charset="-122"/>
            </a:endParaRPr>
          </a:p>
          <a:p>
            <a:pPr algn="r"/>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3" name="文本框 42">
            <a:extLst>
              <a:ext uri="{FF2B5EF4-FFF2-40B4-BE49-F238E27FC236}">
                <a16:creationId xmlns:a16="http://schemas.microsoft.com/office/drawing/2014/main" id="{316DED9B-0153-A032-0084-1B35FD77A0FA}"/>
              </a:ext>
            </a:extLst>
          </p:cNvPr>
          <p:cNvSpPr txBox="1"/>
          <p:nvPr/>
        </p:nvSpPr>
        <p:spPr>
          <a:xfrm>
            <a:off x="647201" y="5059414"/>
            <a:ext cx="1731965" cy="646331"/>
          </a:xfrm>
          <a:prstGeom prst="rect">
            <a:avLst/>
          </a:prstGeom>
          <a:noFill/>
        </p:spPr>
        <p:txBody>
          <a:bodyPr wrap="square" rtlCol="0">
            <a:spAutoFit/>
          </a:bodyPr>
          <a:lstStyle/>
          <a:p>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4" name="文本框 43">
            <a:extLst>
              <a:ext uri="{FF2B5EF4-FFF2-40B4-BE49-F238E27FC236}">
                <a16:creationId xmlns:a16="http://schemas.microsoft.com/office/drawing/2014/main" id="{FAF71E03-46E3-E40A-1783-60164FA19C67}"/>
              </a:ext>
            </a:extLst>
          </p:cNvPr>
          <p:cNvSpPr txBox="1"/>
          <p:nvPr/>
        </p:nvSpPr>
        <p:spPr>
          <a:xfrm>
            <a:off x="642374" y="4459553"/>
            <a:ext cx="1721223" cy="646331"/>
          </a:xfrm>
          <a:prstGeom prst="rect">
            <a:avLst/>
          </a:prstGeom>
          <a:noFill/>
        </p:spPr>
        <p:txBody>
          <a:bodyPr wrap="square" rtlCol="0">
            <a:spAutoFit/>
          </a:bodyPr>
          <a:lstStyle/>
          <a:p>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endParaRPr kumimoji="1" lang="en-US" altLang="zh-CN" b="1" dirty="0">
              <a:solidFill>
                <a:schemeClr val="bg1"/>
              </a:solidFill>
              <a:latin typeface="Alibaba PuHuiTi Heavy" pitchFamily="18" charset="-122"/>
              <a:ea typeface="Alibaba PuHuiTi Heavy" pitchFamily="18" charset="-122"/>
              <a:cs typeface="Alibaba PuHuiTi Heavy" pitchFamily="18" charset="-122"/>
            </a:endParaRPr>
          </a:p>
          <a:p>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6" name="文本框 45">
            <a:extLst>
              <a:ext uri="{FF2B5EF4-FFF2-40B4-BE49-F238E27FC236}">
                <a16:creationId xmlns:a16="http://schemas.microsoft.com/office/drawing/2014/main" id="{53246993-DA58-6DC0-2E20-9B533F75CD5B}"/>
              </a:ext>
            </a:extLst>
          </p:cNvPr>
          <p:cNvSpPr txBox="1"/>
          <p:nvPr/>
        </p:nvSpPr>
        <p:spPr>
          <a:xfrm>
            <a:off x="2538554" y="4915370"/>
            <a:ext cx="1731965" cy="646331"/>
          </a:xfrm>
          <a:prstGeom prst="rect">
            <a:avLst/>
          </a:prstGeom>
          <a:noFill/>
        </p:spPr>
        <p:txBody>
          <a:bodyPr wrap="square" rtlCol="0">
            <a:spAutoFit/>
          </a:bodyPr>
          <a:lstStyle/>
          <a:p>
            <a:pPr algn="r"/>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7" name="文本框 46">
            <a:extLst>
              <a:ext uri="{FF2B5EF4-FFF2-40B4-BE49-F238E27FC236}">
                <a16:creationId xmlns:a16="http://schemas.microsoft.com/office/drawing/2014/main" id="{53A43222-2565-88C0-874B-302DF658C4A9}"/>
              </a:ext>
            </a:extLst>
          </p:cNvPr>
          <p:cNvSpPr txBox="1"/>
          <p:nvPr/>
        </p:nvSpPr>
        <p:spPr>
          <a:xfrm>
            <a:off x="2533727" y="4557555"/>
            <a:ext cx="1721223" cy="369332"/>
          </a:xfrm>
          <a:prstGeom prst="rect">
            <a:avLst/>
          </a:prstGeom>
          <a:noFill/>
        </p:spPr>
        <p:txBody>
          <a:bodyPr wrap="square" rtlCol="0">
            <a:spAutoFit/>
          </a:bodyPr>
          <a:lstStyle/>
          <a:p>
            <a:pPr algn="r"/>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8" name="文本框 47">
            <a:extLst>
              <a:ext uri="{FF2B5EF4-FFF2-40B4-BE49-F238E27FC236}">
                <a16:creationId xmlns:a16="http://schemas.microsoft.com/office/drawing/2014/main" id="{07DF2EAB-0258-3040-63D2-5A20FF460970}"/>
              </a:ext>
            </a:extLst>
          </p:cNvPr>
          <p:cNvSpPr txBox="1"/>
          <p:nvPr/>
        </p:nvSpPr>
        <p:spPr>
          <a:xfrm>
            <a:off x="0" y="5900554"/>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LOW</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F8327A9D-87A4-6756-E20F-DCF3AC467A19}"/>
              </a:ext>
            </a:extLst>
          </p:cNvPr>
          <p:cNvSpPr txBox="1"/>
          <p:nvPr/>
        </p:nvSpPr>
        <p:spPr>
          <a:xfrm>
            <a:off x="4773" y="2073715"/>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High</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132477B3-7CA3-F7CC-C510-399602F6DC7D}"/>
              </a:ext>
            </a:extLst>
          </p:cNvPr>
          <p:cNvSpPr txBox="1"/>
          <p:nvPr/>
        </p:nvSpPr>
        <p:spPr>
          <a:xfrm>
            <a:off x="229471" y="6241504"/>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LOW</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9454B747-0719-4757-2667-937CCFA52765}"/>
              </a:ext>
            </a:extLst>
          </p:cNvPr>
          <p:cNvSpPr txBox="1"/>
          <p:nvPr/>
        </p:nvSpPr>
        <p:spPr>
          <a:xfrm>
            <a:off x="6494167" y="3073152"/>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High</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C2437087-571F-32AC-0AEC-673D5345C61F}"/>
              </a:ext>
            </a:extLst>
          </p:cNvPr>
          <p:cNvSpPr txBox="1"/>
          <p:nvPr/>
        </p:nvSpPr>
        <p:spPr>
          <a:xfrm>
            <a:off x="4045895" y="6241504"/>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High</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AF25F69B-6EE5-F6C9-FE89-0727CF152F9B}"/>
              </a:ext>
            </a:extLst>
          </p:cNvPr>
          <p:cNvSpPr txBox="1"/>
          <p:nvPr/>
        </p:nvSpPr>
        <p:spPr>
          <a:xfrm>
            <a:off x="7382390" y="1586316"/>
            <a:ext cx="46064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B4A40038-5581-73B1-66E1-0D8C1D97E8E4}"/>
              </a:ext>
            </a:extLst>
          </p:cNvPr>
          <p:cNvSpPr txBox="1"/>
          <p:nvPr/>
        </p:nvSpPr>
        <p:spPr>
          <a:xfrm>
            <a:off x="7926776" y="1191026"/>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6" name="组合 55">
            <a:extLst>
              <a:ext uri="{FF2B5EF4-FFF2-40B4-BE49-F238E27FC236}">
                <a16:creationId xmlns:a16="http://schemas.microsoft.com/office/drawing/2014/main" id="{795FACE4-21F6-DAD2-4C00-AC0F03841A9D}"/>
              </a:ext>
            </a:extLst>
          </p:cNvPr>
          <p:cNvGrpSpPr/>
          <p:nvPr/>
        </p:nvGrpSpPr>
        <p:grpSpPr>
          <a:xfrm>
            <a:off x="7438582" y="2216195"/>
            <a:ext cx="469799" cy="451680"/>
            <a:chOff x="7878101" y="1254972"/>
            <a:chExt cx="469799" cy="451680"/>
          </a:xfrm>
          <a:solidFill>
            <a:srgbClr val="1E344D"/>
          </a:solidFill>
        </p:grpSpPr>
        <p:sp>
          <p:nvSpPr>
            <p:cNvPr id="57" name="Google Shape;5280;p76">
              <a:extLst>
                <a:ext uri="{FF2B5EF4-FFF2-40B4-BE49-F238E27FC236}">
                  <a16:creationId xmlns:a16="http://schemas.microsoft.com/office/drawing/2014/main" id="{E494D246-5EAC-BD64-45DB-F53FF5F762DC}"/>
                </a:ext>
              </a:extLst>
            </p:cNvPr>
            <p:cNvSpPr/>
            <p:nvPr/>
          </p:nvSpPr>
          <p:spPr>
            <a:xfrm>
              <a:off x="8208582" y="1582238"/>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 name="Google Shape;5281;p76">
              <a:extLst>
                <a:ext uri="{FF2B5EF4-FFF2-40B4-BE49-F238E27FC236}">
                  <a16:creationId xmlns:a16="http://schemas.microsoft.com/office/drawing/2014/main" id="{CFBDDAB7-5AF1-80A0-D099-D2E8EF855535}"/>
                </a:ext>
              </a:extLst>
            </p:cNvPr>
            <p:cNvSpPr/>
            <p:nvPr/>
          </p:nvSpPr>
          <p:spPr>
            <a:xfrm>
              <a:off x="8227382" y="1526144"/>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282;p76">
              <a:extLst>
                <a:ext uri="{FF2B5EF4-FFF2-40B4-BE49-F238E27FC236}">
                  <a16:creationId xmlns:a16="http://schemas.microsoft.com/office/drawing/2014/main" id="{B91BD7C6-E95E-A209-871B-BB5BCCAA1D15}"/>
                </a:ext>
              </a:extLst>
            </p:cNvPr>
            <p:cNvSpPr/>
            <p:nvPr/>
          </p:nvSpPr>
          <p:spPr>
            <a:xfrm>
              <a:off x="8152043" y="1600990"/>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283;p76">
              <a:extLst>
                <a:ext uri="{FF2B5EF4-FFF2-40B4-BE49-F238E27FC236}">
                  <a16:creationId xmlns:a16="http://schemas.microsoft.com/office/drawing/2014/main" id="{84BE71E1-ABFB-5195-83A6-DBE557FF31CD}"/>
                </a:ext>
              </a:extLst>
            </p:cNvPr>
            <p:cNvSpPr/>
            <p:nvPr/>
          </p:nvSpPr>
          <p:spPr>
            <a:xfrm>
              <a:off x="7946375" y="1320054"/>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 name="Google Shape;5284;p76">
              <a:extLst>
                <a:ext uri="{FF2B5EF4-FFF2-40B4-BE49-F238E27FC236}">
                  <a16:creationId xmlns:a16="http://schemas.microsoft.com/office/drawing/2014/main" id="{7B89D205-CD4D-8D3D-6178-8157CD5C9C8B}"/>
                </a:ext>
              </a:extLst>
            </p:cNvPr>
            <p:cNvSpPr/>
            <p:nvPr/>
          </p:nvSpPr>
          <p:spPr>
            <a:xfrm>
              <a:off x="8021080" y="1282714"/>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 name="Google Shape;5285;p76">
              <a:extLst>
                <a:ext uri="{FF2B5EF4-FFF2-40B4-BE49-F238E27FC236}">
                  <a16:creationId xmlns:a16="http://schemas.microsoft.com/office/drawing/2014/main" id="{EA039CA0-1781-E324-C86B-97D7D850BD37}"/>
                </a:ext>
              </a:extLst>
            </p:cNvPr>
            <p:cNvSpPr/>
            <p:nvPr/>
          </p:nvSpPr>
          <p:spPr>
            <a:xfrm>
              <a:off x="7908706" y="1394947"/>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0" name="Google Shape;5286;p76">
              <a:extLst>
                <a:ext uri="{FF2B5EF4-FFF2-40B4-BE49-F238E27FC236}">
                  <a16:creationId xmlns:a16="http://schemas.microsoft.com/office/drawing/2014/main" id="{F89701A3-8901-505D-EC46-B1336D78834A}"/>
                </a:ext>
              </a:extLst>
            </p:cNvPr>
            <p:cNvSpPr/>
            <p:nvPr/>
          </p:nvSpPr>
          <p:spPr>
            <a:xfrm>
              <a:off x="7878101" y="1408865"/>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1" name="Google Shape;5287;p76">
              <a:extLst>
                <a:ext uri="{FF2B5EF4-FFF2-40B4-BE49-F238E27FC236}">
                  <a16:creationId xmlns:a16="http://schemas.microsoft.com/office/drawing/2014/main" id="{010D7B0C-EF44-46D3-1D23-1E07839D649F}"/>
                </a:ext>
              </a:extLst>
            </p:cNvPr>
            <p:cNvSpPr/>
            <p:nvPr/>
          </p:nvSpPr>
          <p:spPr>
            <a:xfrm>
              <a:off x="8011528" y="1254972"/>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582" name="文本框 581">
            <a:extLst>
              <a:ext uri="{FF2B5EF4-FFF2-40B4-BE49-F238E27FC236}">
                <a16:creationId xmlns:a16="http://schemas.microsoft.com/office/drawing/2014/main" id="{D3004335-CA64-EE46-FDA1-10CDDBAB0893}"/>
              </a:ext>
            </a:extLst>
          </p:cNvPr>
          <p:cNvSpPr txBox="1"/>
          <p:nvPr/>
        </p:nvSpPr>
        <p:spPr>
          <a:xfrm>
            <a:off x="7382390" y="2658051"/>
            <a:ext cx="47080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3" name="文本框 582">
            <a:extLst>
              <a:ext uri="{FF2B5EF4-FFF2-40B4-BE49-F238E27FC236}">
                <a16:creationId xmlns:a16="http://schemas.microsoft.com/office/drawing/2014/main" id="{1385342B-2025-48A1-2EC3-032601BB9B10}"/>
              </a:ext>
            </a:extLst>
          </p:cNvPr>
          <p:cNvSpPr txBox="1"/>
          <p:nvPr/>
        </p:nvSpPr>
        <p:spPr>
          <a:xfrm>
            <a:off x="7926776" y="2313561"/>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4" name="文本框 583">
            <a:extLst>
              <a:ext uri="{FF2B5EF4-FFF2-40B4-BE49-F238E27FC236}">
                <a16:creationId xmlns:a16="http://schemas.microsoft.com/office/drawing/2014/main" id="{2A44D0C1-34B3-54E2-AEE3-769139B9D3A2}"/>
              </a:ext>
            </a:extLst>
          </p:cNvPr>
          <p:cNvSpPr txBox="1"/>
          <p:nvPr/>
        </p:nvSpPr>
        <p:spPr>
          <a:xfrm>
            <a:off x="7382390" y="3803017"/>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5" name="文本框 584">
            <a:extLst>
              <a:ext uri="{FF2B5EF4-FFF2-40B4-BE49-F238E27FC236}">
                <a16:creationId xmlns:a16="http://schemas.microsoft.com/office/drawing/2014/main" id="{2E11EEFC-F383-DCAD-555F-495DDC562EEC}"/>
              </a:ext>
            </a:extLst>
          </p:cNvPr>
          <p:cNvSpPr txBox="1"/>
          <p:nvPr/>
        </p:nvSpPr>
        <p:spPr>
          <a:xfrm>
            <a:off x="7926776" y="3369627"/>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87" name="组合 586">
            <a:extLst>
              <a:ext uri="{FF2B5EF4-FFF2-40B4-BE49-F238E27FC236}">
                <a16:creationId xmlns:a16="http://schemas.microsoft.com/office/drawing/2014/main" id="{FA194836-317F-5FBC-65B5-0629A83EEDA8}"/>
              </a:ext>
            </a:extLst>
          </p:cNvPr>
          <p:cNvGrpSpPr/>
          <p:nvPr/>
        </p:nvGrpSpPr>
        <p:grpSpPr>
          <a:xfrm>
            <a:off x="7449191" y="1025804"/>
            <a:ext cx="468475" cy="519430"/>
            <a:chOff x="10134604" y="-2226060"/>
            <a:chExt cx="407181" cy="451469"/>
          </a:xfrm>
          <a:solidFill>
            <a:srgbClr val="1E344D"/>
          </a:solidFill>
        </p:grpSpPr>
        <p:sp>
          <p:nvSpPr>
            <p:cNvPr id="588" name="Google Shape;5273;p76">
              <a:extLst>
                <a:ext uri="{FF2B5EF4-FFF2-40B4-BE49-F238E27FC236}">
                  <a16:creationId xmlns:a16="http://schemas.microsoft.com/office/drawing/2014/main" id="{E3F42574-3633-D5CE-89DB-4E3E2EEC2D8B}"/>
                </a:ext>
              </a:extLst>
            </p:cNvPr>
            <p:cNvSpPr/>
            <p:nvPr/>
          </p:nvSpPr>
          <p:spPr>
            <a:xfrm>
              <a:off x="10426148" y="-2146567"/>
              <a:ext cx="53019" cy="26521"/>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9" name="Google Shape;5274;p76">
              <a:extLst>
                <a:ext uri="{FF2B5EF4-FFF2-40B4-BE49-F238E27FC236}">
                  <a16:creationId xmlns:a16="http://schemas.microsoft.com/office/drawing/2014/main" id="{C6D240BE-8C39-B615-7E15-869A8C1EFB84}"/>
                </a:ext>
              </a:extLst>
            </p:cNvPr>
            <p:cNvSpPr/>
            <p:nvPr/>
          </p:nvSpPr>
          <p:spPr>
            <a:xfrm>
              <a:off x="10291712" y="-2226060"/>
              <a:ext cx="43560" cy="53019"/>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1" name="Google Shape;5275;p76">
              <a:extLst>
                <a:ext uri="{FF2B5EF4-FFF2-40B4-BE49-F238E27FC236}">
                  <a16:creationId xmlns:a16="http://schemas.microsoft.com/office/drawing/2014/main" id="{D93A4904-503D-0179-1DDC-B73F4C6DD94A}"/>
                </a:ext>
              </a:extLst>
            </p:cNvPr>
            <p:cNvSpPr/>
            <p:nvPr/>
          </p:nvSpPr>
          <p:spPr>
            <a:xfrm>
              <a:off x="10384513" y="-2226060"/>
              <a:ext cx="43560" cy="53019"/>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2" name="Google Shape;5276;p76">
              <a:extLst>
                <a:ext uri="{FF2B5EF4-FFF2-40B4-BE49-F238E27FC236}">
                  <a16:creationId xmlns:a16="http://schemas.microsoft.com/office/drawing/2014/main" id="{703E20E5-7F03-14A9-D203-EAD4EC2E42F0}"/>
                </a:ext>
              </a:extLst>
            </p:cNvPr>
            <p:cNvSpPr/>
            <p:nvPr/>
          </p:nvSpPr>
          <p:spPr>
            <a:xfrm>
              <a:off x="10240618" y="-2146567"/>
              <a:ext cx="53042" cy="26521"/>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3" name="Google Shape;5277;p76">
              <a:extLst>
                <a:ext uri="{FF2B5EF4-FFF2-40B4-BE49-F238E27FC236}">
                  <a16:creationId xmlns:a16="http://schemas.microsoft.com/office/drawing/2014/main" id="{A668C0E1-1CDD-7946-D404-586F51FEBBD6}"/>
                </a:ext>
              </a:extLst>
            </p:cNvPr>
            <p:cNvSpPr/>
            <p:nvPr/>
          </p:nvSpPr>
          <p:spPr>
            <a:xfrm>
              <a:off x="10134604" y="-2013140"/>
              <a:ext cx="79540" cy="23854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4" name="Google Shape;5278;p76">
              <a:extLst>
                <a:ext uri="{FF2B5EF4-FFF2-40B4-BE49-F238E27FC236}">
                  <a16:creationId xmlns:a16="http://schemas.microsoft.com/office/drawing/2014/main" id="{DC4DE527-5A2B-3506-F614-481B0FFB832F}"/>
                </a:ext>
              </a:extLst>
            </p:cNvPr>
            <p:cNvSpPr/>
            <p:nvPr/>
          </p:nvSpPr>
          <p:spPr>
            <a:xfrm>
              <a:off x="10240618" y="-2145652"/>
              <a:ext cx="301167" cy="371061"/>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595" name="组合 594">
            <a:extLst>
              <a:ext uri="{FF2B5EF4-FFF2-40B4-BE49-F238E27FC236}">
                <a16:creationId xmlns:a16="http://schemas.microsoft.com/office/drawing/2014/main" id="{E38C36E3-359B-3EB3-15D3-2CD7B1E32EBE}"/>
              </a:ext>
            </a:extLst>
          </p:cNvPr>
          <p:cNvGrpSpPr/>
          <p:nvPr/>
        </p:nvGrpSpPr>
        <p:grpSpPr>
          <a:xfrm>
            <a:off x="7452140" y="3330549"/>
            <a:ext cx="452337" cy="411687"/>
            <a:chOff x="14260375" y="6652156"/>
            <a:chExt cx="452337" cy="411687"/>
          </a:xfrm>
          <a:solidFill>
            <a:srgbClr val="1E344D"/>
          </a:solidFill>
        </p:grpSpPr>
        <p:sp>
          <p:nvSpPr>
            <p:cNvPr id="596" name="Google Shape;5581;p76">
              <a:extLst>
                <a:ext uri="{FF2B5EF4-FFF2-40B4-BE49-F238E27FC236}">
                  <a16:creationId xmlns:a16="http://schemas.microsoft.com/office/drawing/2014/main" id="{B72B3490-95EC-BDF3-AA3D-B04BCDE0BF22}"/>
                </a:ext>
              </a:extLst>
            </p:cNvPr>
            <p:cNvSpPr/>
            <p:nvPr/>
          </p:nvSpPr>
          <p:spPr>
            <a:xfrm>
              <a:off x="14587734" y="6867000"/>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4" name="Google Shape;5582;p76">
              <a:extLst>
                <a:ext uri="{FF2B5EF4-FFF2-40B4-BE49-F238E27FC236}">
                  <a16:creationId xmlns:a16="http://schemas.microsoft.com/office/drawing/2014/main" id="{A0D8B743-3F2F-1CD2-C35D-120280D8F780}"/>
                </a:ext>
              </a:extLst>
            </p:cNvPr>
            <p:cNvSpPr/>
            <p:nvPr/>
          </p:nvSpPr>
          <p:spPr>
            <a:xfrm>
              <a:off x="14344632" y="6867000"/>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8" name="Google Shape;5583;p76">
              <a:extLst>
                <a:ext uri="{FF2B5EF4-FFF2-40B4-BE49-F238E27FC236}">
                  <a16:creationId xmlns:a16="http://schemas.microsoft.com/office/drawing/2014/main" id="{EC16A1F9-B0E5-22A5-B0BF-283B5256A036}"/>
                </a:ext>
              </a:extLst>
            </p:cNvPr>
            <p:cNvSpPr/>
            <p:nvPr/>
          </p:nvSpPr>
          <p:spPr>
            <a:xfrm>
              <a:off x="14260375" y="6652156"/>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9" name="Google Shape;5584;p76">
              <a:extLst>
                <a:ext uri="{FF2B5EF4-FFF2-40B4-BE49-F238E27FC236}">
                  <a16:creationId xmlns:a16="http://schemas.microsoft.com/office/drawing/2014/main" id="{A0423F5E-B28F-4C4F-5B56-1151CB99B427}"/>
                </a:ext>
              </a:extLst>
            </p:cNvPr>
            <p:cNvSpPr/>
            <p:nvPr/>
          </p:nvSpPr>
          <p:spPr>
            <a:xfrm>
              <a:off x="14311258"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0" name="Google Shape;5585;p76">
              <a:extLst>
                <a:ext uri="{FF2B5EF4-FFF2-40B4-BE49-F238E27FC236}">
                  <a16:creationId xmlns:a16="http://schemas.microsoft.com/office/drawing/2014/main" id="{E8FD8B38-74CA-1BF7-9733-0BA6988F67CD}"/>
                </a:ext>
              </a:extLst>
            </p:cNvPr>
            <p:cNvSpPr/>
            <p:nvPr/>
          </p:nvSpPr>
          <p:spPr>
            <a:xfrm>
              <a:off x="14550135"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11" name="Google Shape;5363;p76">
            <a:extLst>
              <a:ext uri="{FF2B5EF4-FFF2-40B4-BE49-F238E27FC236}">
                <a16:creationId xmlns:a16="http://schemas.microsoft.com/office/drawing/2014/main" id="{C6EBC461-BABD-8DA3-539A-DE02C29F2F5B}"/>
              </a:ext>
            </a:extLst>
          </p:cNvPr>
          <p:cNvGrpSpPr/>
          <p:nvPr/>
        </p:nvGrpSpPr>
        <p:grpSpPr>
          <a:xfrm>
            <a:off x="7394753" y="4401666"/>
            <a:ext cx="457923" cy="452384"/>
            <a:chOff x="3858100" y="1435075"/>
            <a:chExt cx="487775" cy="481875"/>
          </a:xfrm>
          <a:solidFill>
            <a:srgbClr val="1E344D"/>
          </a:solidFill>
        </p:grpSpPr>
        <p:sp>
          <p:nvSpPr>
            <p:cNvPr id="612" name="Google Shape;5364;p76">
              <a:extLst>
                <a:ext uri="{FF2B5EF4-FFF2-40B4-BE49-F238E27FC236}">
                  <a16:creationId xmlns:a16="http://schemas.microsoft.com/office/drawing/2014/main" id="{F9C73471-A290-BBA9-717F-AFAB6D22E683}"/>
                </a:ext>
              </a:extLst>
            </p:cNvPr>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3" name="Google Shape;5365;p76">
              <a:extLst>
                <a:ext uri="{FF2B5EF4-FFF2-40B4-BE49-F238E27FC236}">
                  <a16:creationId xmlns:a16="http://schemas.microsoft.com/office/drawing/2014/main" id="{43BE9C8A-7DE7-9E43-36F4-E6F115D04C08}"/>
                </a:ext>
              </a:extLst>
            </p:cNvPr>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4" name="Google Shape;5366;p76">
              <a:extLst>
                <a:ext uri="{FF2B5EF4-FFF2-40B4-BE49-F238E27FC236}">
                  <a16:creationId xmlns:a16="http://schemas.microsoft.com/office/drawing/2014/main" id="{6F74325C-5573-5C97-B43D-0168B62BED4C}"/>
                </a:ext>
              </a:extLst>
            </p:cNvPr>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5" name="Google Shape;5367;p76">
              <a:extLst>
                <a:ext uri="{FF2B5EF4-FFF2-40B4-BE49-F238E27FC236}">
                  <a16:creationId xmlns:a16="http://schemas.microsoft.com/office/drawing/2014/main" id="{405789A9-C65A-294F-C614-8BD6D5229B7C}"/>
                </a:ext>
              </a:extLst>
            </p:cNvPr>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6" name="Google Shape;5368;p76">
              <a:extLst>
                <a:ext uri="{FF2B5EF4-FFF2-40B4-BE49-F238E27FC236}">
                  <a16:creationId xmlns:a16="http://schemas.microsoft.com/office/drawing/2014/main" id="{6D7944FA-219B-5EE7-D1F5-282DFF4DAF2D}"/>
                </a:ext>
              </a:extLst>
            </p:cNvPr>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17" name="文本框 616">
            <a:extLst>
              <a:ext uri="{FF2B5EF4-FFF2-40B4-BE49-F238E27FC236}">
                <a16:creationId xmlns:a16="http://schemas.microsoft.com/office/drawing/2014/main" id="{8DF5B3B2-636E-CB4F-BD74-37E1575A1EDB}"/>
              </a:ext>
            </a:extLst>
          </p:cNvPr>
          <p:cNvSpPr txBox="1"/>
          <p:nvPr/>
        </p:nvSpPr>
        <p:spPr>
          <a:xfrm>
            <a:off x="7382390" y="4824018"/>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8" name="文本框 617">
            <a:extLst>
              <a:ext uri="{FF2B5EF4-FFF2-40B4-BE49-F238E27FC236}">
                <a16:creationId xmlns:a16="http://schemas.microsoft.com/office/drawing/2014/main" id="{93D665D2-4C6C-801F-3103-32D73E1F3FDD}"/>
              </a:ext>
            </a:extLst>
          </p:cNvPr>
          <p:cNvSpPr txBox="1"/>
          <p:nvPr/>
        </p:nvSpPr>
        <p:spPr>
          <a:xfrm>
            <a:off x="7926776" y="4479528"/>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619" name="Google Shape;5394;p76">
            <a:extLst>
              <a:ext uri="{FF2B5EF4-FFF2-40B4-BE49-F238E27FC236}">
                <a16:creationId xmlns:a16="http://schemas.microsoft.com/office/drawing/2014/main" id="{9779B742-4E4E-8F61-84D6-CD70C4F27C62}"/>
              </a:ext>
            </a:extLst>
          </p:cNvPr>
          <p:cNvGrpSpPr/>
          <p:nvPr/>
        </p:nvGrpSpPr>
        <p:grpSpPr>
          <a:xfrm>
            <a:off x="7444654" y="5481191"/>
            <a:ext cx="452479" cy="452337"/>
            <a:chOff x="5642475" y="1435075"/>
            <a:chExt cx="481975" cy="481825"/>
          </a:xfrm>
          <a:solidFill>
            <a:srgbClr val="1E344D"/>
          </a:solidFill>
        </p:grpSpPr>
        <p:sp>
          <p:nvSpPr>
            <p:cNvPr id="620" name="Google Shape;5395;p76">
              <a:extLst>
                <a:ext uri="{FF2B5EF4-FFF2-40B4-BE49-F238E27FC236}">
                  <a16:creationId xmlns:a16="http://schemas.microsoft.com/office/drawing/2014/main" id="{9EE639AC-24BA-A4BF-F007-C123B5426EC9}"/>
                </a:ext>
              </a:extLst>
            </p:cNvPr>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1" name="Google Shape;5396;p76">
              <a:extLst>
                <a:ext uri="{FF2B5EF4-FFF2-40B4-BE49-F238E27FC236}">
                  <a16:creationId xmlns:a16="http://schemas.microsoft.com/office/drawing/2014/main" id="{E5CD8056-D5EC-D693-D2AB-BD63BECE1F08}"/>
                </a:ext>
              </a:extLst>
            </p:cNvPr>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2" name="Google Shape;5397;p76">
              <a:extLst>
                <a:ext uri="{FF2B5EF4-FFF2-40B4-BE49-F238E27FC236}">
                  <a16:creationId xmlns:a16="http://schemas.microsoft.com/office/drawing/2014/main" id="{A9A20554-EFD9-D8C0-AF49-3ED09483F7F0}"/>
                </a:ext>
              </a:extLst>
            </p:cNvPr>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23" name="文本框 622">
            <a:extLst>
              <a:ext uri="{FF2B5EF4-FFF2-40B4-BE49-F238E27FC236}">
                <a16:creationId xmlns:a16="http://schemas.microsoft.com/office/drawing/2014/main" id="{54AE7D8B-790B-1644-B8F6-F248DA4BDE00}"/>
              </a:ext>
            </a:extLst>
          </p:cNvPr>
          <p:cNvSpPr txBox="1"/>
          <p:nvPr/>
        </p:nvSpPr>
        <p:spPr>
          <a:xfrm>
            <a:off x="7382390" y="5974804"/>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4" name="文本框 623">
            <a:extLst>
              <a:ext uri="{FF2B5EF4-FFF2-40B4-BE49-F238E27FC236}">
                <a16:creationId xmlns:a16="http://schemas.microsoft.com/office/drawing/2014/main" id="{F3D7CE2A-EABC-D862-CBF4-1B2C864DEB65}"/>
              </a:ext>
            </a:extLst>
          </p:cNvPr>
          <p:cNvSpPr txBox="1"/>
          <p:nvPr/>
        </p:nvSpPr>
        <p:spPr>
          <a:xfrm>
            <a:off x="7926776" y="5554114"/>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5" name="五边形 624">
            <a:extLst>
              <a:ext uri="{FF2B5EF4-FFF2-40B4-BE49-F238E27FC236}">
                <a16:creationId xmlns:a16="http://schemas.microsoft.com/office/drawing/2014/main" id="{A8C1EBDE-F0DA-148D-C1DC-30D772204F65}"/>
              </a:ext>
            </a:extLst>
          </p:cNvPr>
          <p:cNvSpPr/>
          <p:nvPr/>
        </p:nvSpPr>
        <p:spPr>
          <a:xfrm>
            <a:off x="509417" y="1363318"/>
            <a:ext cx="1446024" cy="34577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6" name="五边形 625">
            <a:extLst>
              <a:ext uri="{FF2B5EF4-FFF2-40B4-BE49-F238E27FC236}">
                <a16:creationId xmlns:a16="http://schemas.microsoft.com/office/drawing/2014/main" id="{4FCED88F-FC0F-785E-33E1-80966CEEAE64}"/>
              </a:ext>
            </a:extLst>
          </p:cNvPr>
          <p:cNvSpPr/>
          <p:nvPr/>
        </p:nvSpPr>
        <p:spPr>
          <a:xfrm>
            <a:off x="509417" y="954955"/>
            <a:ext cx="1794076" cy="34724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9" name="文本框 628">
            <a:extLst>
              <a:ext uri="{FF2B5EF4-FFF2-40B4-BE49-F238E27FC236}">
                <a16:creationId xmlns:a16="http://schemas.microsoft.com/office/drawing/2014/main" id="{B8191EE9-1EED-BFBC-97D9-748F6FCE15DD}"/>
              </a:ext>
            </a:extLst>
          </p:cNvPr>
          <p:cNvSpPr txBox="1"/>
          <p:nvPr/>
        </p:nvSpPr>
        <p:spPr>
          <a:xfrm>
            <a:off x="520847" y="1388326"/>
            <a:ext cx="1075377" cy="306957"/>
          </a:xfrm>
          <a:prstGeom prst="rect">
            <a:avLst/>
          </a:prstGeom>
          <a:noFill/>
        </p:spPr>
        <p:txBody>
          <a:bodyPr wrap="square" rtlCol="0">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630" name="文本框 629">
            <a:extLst>
              <a:ext uri="{FF2B5EF4-FFF2-40B4-BE49-F238E27FC236}">
                <a16:creationId xmlns:a16="http://schemas.microsoft.com/office/drawing/2014/main" id="{3EB70AD0-9AB1-5645-B599-6062111AC2DE}"/>
              </a:ext>
            </a:extLst>
          </p:cNvPr>
          <p:cNvSpPr txBox="1"/>
          <p:nvPr/>
        </p:nvSpPr>
        <p:spPr>
          <a:xfrm>
            <a:off x="516499" y="974555"/>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C5C8CC"/>
                </a:solidFill>
                <a:latin typeface="Alibaba PuHuiTi Medium" pitchFamily="18" charset="-122"/>
                <a:ea typeface="Alibaba PuHuiTi Medium" pitchFamily="18" charset="-122"/>
                <a:cs typeface="Alibaba PuHuiTi Medium" pitchFamily="18" charset="-122"/>
              </a:rPr>
              <a:t>I</a:t>
            </a:r>
            <a:r>
              <a:rPr lang="zh-CN" altLang="en-US" sz="1400" dirty="0">
                <a:solidFill>
                  <a:srgbClr val="C5C8CC"/>
                </a:solidFill>
                <a:latin typeface="Alibaba PuHuiTi Medium" pitchFamily="18" charset="-122"/>
                <a:ea typeface="Alibaba PuHuiTi Medium" pitchFamily="18" charset="-122"/>
                <a:cs typeface="Alibaba PuHuiTi Medium" pitchFamily="18" charset="-122"/>
              </a:rPr>
              <a:t>mportant data</a:t>
            </a:r>
          </a:p>
        </p:txBody>
      </p:sp>
      <p:sp>
        <p:nvSpPr>
          <p:cNvPr id="637" name="文本框 636">
            <a:extLst>
              <a:ext uri="{FF2B5EF4-FFF2-40B4-BE49-F238E27FC236}">
                <a16:creationId xmlns:a16="http://schemas.microsoft.com/office/drawing/2014/main" id="{AE2359B0-0BEA-7B79-EC33-E1A6C906BA70}"/>
              </a:ext>
            </a:extLst>
          </p:cNvPr>
          <p:cNvSpPr txBox="1"/>
          <p:nvPr/>
        </p:nvSpPr>
        <p:spPr>
          <a:xfrm>
            <a:off x="5286225" y="5600559"/>
            <a:ext cx="1348446" cy="769441"/>
          </a:xfrm>
          <a:prstGeom prst="rect">
            <a:avLst/>
          </a:prstGeom>
          <a:noFill/>
        </p:spPr>
        <p:txBody>
          <a:bodyPr wrap="none" rtlCol="0">
            <a:spAutoFit/>
          </a:bodyPr>
          <a:lstStyle/>
          <a:p>
            <a:r>
              <a:rPr kumimoji="1" lang="en-US" altLang="zh-CN" sz="44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4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8" name="文本框 637">
            <a:extLst>
              <a:ext uri="{FF2B5EF4-FFF2-40B4-BE49-F238E27FC236}">
                <a16:creationId xmlns:a16="http://schemas.microsoft.com/office/drawing/2014/main" id="{6E8B69A8-A4A8-BC3F-C784-9B27F1C26B4A}"/>
              </a:ext>
            </a:extLst>
          </p:cNvPr>
          <p:cNvSpPr txBox="1"/>
          <p:nvPr/>
        </p:nvSpPr>
        <p:spPr>
          <a:xfrm>
            <a:off x="6464186" y="5765451"/>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9" name="上箭头 638">
            <a:extLst>
              <a:ext uri="{FF2B5EF4-FFF2-40B4-BE49-F238E27FC236}">
                <a16:creationId xmlns:a16="http://schemas.microsoft.com/office/drawing/2014/main" id="{466AC814-593D-A911-EFD9-2B43648F22FC}"/>
              </a:ext>
            </a:extLst>
          </p:cNvPr>
          <p:cNvSpPr/>
          <p:nvPr/>
        </p:nvSpPr>
        <p:spPr>
          <a:xfrm rot="3296920">
            <a:off x="6314181" y="5179691"/>
            <a:ext cx="333715" cy="404169"/>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642" name="直线连接符 641">
            <a:extLst>
              <a:ext uri="{FF2B5EF4-FFF2-40B4-BE49-F238E27FC236}">
                <a16:creationId xmlns:a16="http://schemas.microsoft.com/office/drawing/2014/main" id="{6CFC83AD-897E-362A-0193-7BD3EC4BEB12}"/>
              </a:ext>
            </a:extLst>
          </p:cNvPr>
          <p:cNvCxnSpPr/>
          <p:nvPr/>
        </p:nvCxnSpPr>
        <p:spPr>
          <a:xfrm>
            <a:off x="7132320" y="1085088"/>
            <a:ext cx="0" cy="5388864"/>
          </a:xfrm>
          <a:prstGeom prst="line">
            <a:avLst/>
          </a:prstGeom>
          <a:ln w="25400">
            <a:solidFill>
              <a:srgbClr val="1E344D"/>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501781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 name="矩形 639">
            <a:extLst>
              <a:ext uri="{FF2B5EF4-FFF2-40B4-BE49-F238E27FC236}">
                <a16:creationId xmlns:a16="http://schemas.microsoft.com/office/drawing/2014/main" id="{9FB882EE-6BB7-16EC-4319-FE96C1436A35}"/>
              </a:ext>
            </a:extLst>
          </p:cNvPr>
          <p:cNvSpPr/>
          <p:nvPr/>
        </p:nvSpPr>
        <p:spPr>
          <a:xfrm>
            <a:off x="11443251" y="5183612"/>
            <a:ext cx="503393" cy="51366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矩形 1">
            <a:extLst>
              <a:ext uri="{FF2B5EF4-FFF2-40B4-BE49-F238E27FC236}">
                <a16:creationId xmlns:a16="http://schemas.microsoft.com/office/drawing/2014/main" id="{D31F71CC-CE1B-F848-CE7D-3466FAA2DB21}"/>
              </a:ext>
            </a:extLst>
          </p:cNvPr>
          <p:cNvSpPr/>
          <p:nvPr/>
        </p:nvSpPr>
        <p:spPr>
          <a:xfrm>
            <a:off x="5834140" y="2504119"/>
            <a:ext cx="3682314" cy="3707027"/>
          </a:xfrm>
          <a:prstGeom prst="rect">
            <a:avLst/>
          </a:prstGeom>
          <a:solidFill>
            <a:srgbClr val="BB3023"/>
          </a:solidFill>
          <a:ln w="381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53CBDA38-F259-3A50-6C25-B768451FB8C9}"/>
              </a:ext>
            </a:extLst>
          </p:cNvPr>
          <p:cNvSpPr/>
          <p:nvPr/>
        </p:nvSpPr>
        <p:spPr>
          <a:xfrm>
            <a:off x="9944821" y="1350821"/>
            <a:ext cx="1845276" cy="1812325"/>
          </a:xfrm>
          <a:prstGeom prst="rect">
            <a:avLst/>
          </a:prstGeom>
          <a:solidFill>
            <a:srgbClr val="BB3023">
              <a:alpha val="27887"/>
            </a:srgbClr>
          </a:solidFill>
          <a:ln w="381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6" name="直线连接符 15">
            <a:extLst>
              <a:ext uri="{FF2B5EF4-FFF2-40B4-BE49-F238E27FC236}">
                <a16:creationId xmlns:a16="http://schemas.microsoft.com/office/drawing/2014/main" id="{0E1EC555-7EB7-019D-B993-46D41E259E73}"/>
              </a:ext>
            </a:extLst>
          </p:cNvPr>
          <p:cNvCxnSpPr/>
          <p:nvPr/>
        </p:nvCxnSpPr>
        <p:spPr>
          <a:xfrm flipH="1">
            <a:off x="9516454" y="1342583"/>
            <a:ext cx="2281881" cy="1169773"/>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2E33BFAF-558D-AE8D-F060-55D564D05E1C}"/>
              </a:ext>
            </a:extLst>
          </p:cNvPr>
          <p:cNvCxnSpPr>
            <a:cxnSpLocks/>
          </p:cNvCxnSpPr>
          <p:nvPr/>
        </p:nvCxnSpPr>
        <p:spPr>
          <a:xfrm flipH="1">
            <a:off x="9524691" y="3171383"/>
            <a:ext cx="2257168" cy="3048000"/>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id="{0F71D74C-9646-F218-196A-42EDEA84F671}"/>
              </a:ext>
            </a:extLst>
          </p:cNvPr>
          <p:cNvCxnSpPr>
            <a:cxnSpLocks/>
          </p:cNvCxnSpPr>
          <p:nvPr/>
        </p:nvCxnSpPr>
        <p:spPr>
          <a:xfrm flipH="1">
            <a:off x="5825902" y="1357254"/>
            <a:ext cx="4122403" cy="1146865"/>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92E841DF-053A-10C8-E401-E5A97E6846A0}"/>
              </a:ext>
            </a:extLst>
          </p:cNvPr>
          <p:cNvCxnSpPr>
            <a:cxnSpLocks/>
          </p:cNvCxnSpPr>
          <p:nvPr/>
        </p:nvCxnSpPr>
        <p:spPr>
          <a:xfrm flipH="1">
            <a:off x="9504703" y="3158492"/>
            <a:ext cx="450389" cy="351370"/>
          </a:xfrm>
          <a:prstGeom prst="line">
            <a:avLst/>
          </a:prstGeom>
          <a:ln w="508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id="{3F0C7F9B-2C5C-41A8-29CE-D5EDD8169364}"/>
              </a:ext>
            </a:extLst>
          </p:cNvPr>
          <p:cNvCxnSpPr>
            <a:stCxn id="2" idx="0"/>
            <a:endCxn id="2" idx="2"/>
          </p:cNvCxnSpPr>
          <p:nvPr/>
        </p:nvCxnSpPr>
        <p:spPr>
          <a:xfrm>
            <a:off x="7675297" y="2504119"/>
            <a:ext cx="0" cy="37070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9F059E13-CC48-C363-463E-08BE4A79912C}"/>
              </a:ext>
            </a:extLst>
          </p:cNvPr>
          <p:cNvCxnSpPr>
            <a:cxnSpLocks/>
            <a:stCxn id="2" idx="1"/>
            <a:endCxn id="2" idx="3"/>
          </p:cNvCxnSpPr>
          <p:nvPr/>
        </p:nvCxnSpPr>
        <p:spPr>
          <a:xfrm>
            <a:off x="5834140" y="4357633"/>
            <a:ext cx="3682314"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939ED6F7-DE32-A27E-FA48-F97AA06656D6}"/>
              </a:ext>
            </a:extLst>
          </p:cNvPr>
          <p:cNvCxnSpPr>
            <a:cxnSpLocks/>
          </p:cNvCxnSpPr>
          <p:nvPr/>
        </p:nvCxnSpPr>
        <p:spPr>
          <a:xfrm>
            <a:off x="5497479" y="2528226"/>
            <a:ext cx="0" cy="3429000"/>
          </a:xfrm>
          <a:prstGeom prst="line">
            <a:avLst/>
          </a:prstGeom>
          <a:ln w="38100">
            <a:solidFill>
              <a:srgbClr val="1E344D"/>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id="{0CE84AA8-A843-C8EF-4B80-9C9868387A0D}"/>
              </a:ext>
            </a:extLst>
          </p:cNvPr>
          <p:cNvCxnSpPr>
            <a:cxnSpLocks/>
          </p:cNvCxnSpPr>
          <p:nvPr/>
        </p:nvCxnSpPr>
        <p:spPr>
          <a:xfrm flipH="1">
            <a:off x="6048808" y="6442609"/>
            <a:ext cx="3200400" cy="0"/>
          </a:xfrm>
          <a:prstGeom prst="line">
            <a:avLst/>
          </a:prstGeom>
          <a:ln w="38100">
            <a:solidFill>
              <a:srgbClr val="1E344D"/>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6" name="直线连接符 25">
            <a:extLst>
              <a:ext uri="{FF2B5EF4-FFF2-40B4-BE49-F238E27FC236}">
                <a16:creationId xmlns:a16="http://schemas.microsoft.com/office/drawing/2014/main" id="{8946CF19-572F-17D6-EE68-43147883E893}"/>
              </a:ext>
            </a:extLst>
          </p:cNvPr>
          <p:cNvCxnSpPr>
            <a:cxnSpLocks/>
          </p:cNvCxnSpPr>
          <p:nvPr/>
        </p:nvCxnSpPr>
        <p:spPr>
          <a:xfrm flipH="1">
            <a:off x="10096373" y="3496415"/>
            <a:ext cx="1801906" cy="2554941"/>
          </a:xfrm>
          <a:prstGeom prst="line">
            <a:avLst/>
          </a:prstGeom>
          <a:ln w="38100">
            <a:solidFill>
              <a:srgbClr val="1E344D"/>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id="{6AA1DA93-F14D-503C-8CFF-CA8A9F9FCBE7}"/>
              </a:ext>
            </a:extLst>
          </p:cNvPr>
          <p:cNvSpPr txBox="1"/>
          <p:nvPr/>
        </p:nvSpPr>
        <p:spPr>
          <a:xfrm>
            <a:off x="10045290" y="2735874"/>
            <a:ext cx="1731965" cy="369332"/>
          </a:xfrm>
          <a:prstGeom prst="rect">
            <a:avLst/>
          </a:prstGeom>
          <a:noFill/>
        </p:spPr>
        <p:txBody>
          <a:bodyPr wrap="square" rtlCol="0">
            <a:spAutoFit/>
          </a:bodyPr>
          <a:lstStyle/>
          <a:p>
            <a:pPr algn="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8" name="文本框 27">
            <a:extLst>
              <a:ext uri="{FF2B5EF4-FFF2-40B4-BE49-F238E27FC236}">
                <a16:creationId xmlns:a16="http://schemas.microsoft.com/office/drawing/2014/main" id="{9573341F-7A3B-CFD6-D48D-FD6012C5038E}"/>
              </a:ext>
            </a:extLst>
          </p:cNvPr>
          <p:cNvSpPr txBox="1"/>
          <p:nvPr/>
        </p:nvSpPr>
        <p:spPr>
          <a:xfrm>
            <a:off x="9639174" y="6105144"/>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LOW</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29" name="Google Shape;9569;p88">
            <a:extLst>
              <a:ext uri="{FF2B5EF4-FFF2-40B4-BE49-F238E27FC236}">
                <a16:creationId xmlns:a16="http://schemas.microsoft.com/office/drawing/2014/main" id="{940ED075-5852-9BAD-6F56-1E99B642FAD3}"/>
              </a:ext>
            </a:extLst>
          </p:cNvPr>
          <p:cNvGrpSpPr/>
          <p:nvPr/>
        </p:nvGrpSpPr>
        <p:grpSpPr>
          <a:xfrm>
            <a:off x="10878002" y="1938733"/>
            <a:ext cx="700811" cy="699311"/>
            <a:chOff x="6264975" y="3220950"/>
            <a:chExt cx="268525" cy="267950"/>
          </a:xfrm>
          <a:solidFill>
            <a:srgbClr val="1E344D"/>
          </a:solidFill>
        </p:grpSpPr>
        <p:sp>
          <p:nvSpPr>
            <p:cNvPr id="30" name="Google Shape;9570;p88">
              <a:extLst>
                <a:ext uri="{FF2B5EF4-FFF2-40B4-BE49-F238E27FC236}">
                  <a16:creationId xmlns:a16="http://schemas.microsoft.com/office/drawing/2014/main" id="{C9DE3A0E-9CBB-06DA-8F4E-87DDCB58CFFD}"/>
                </a:ext>
              </a:extLst>
            </p:cNvPr>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1" name="Google Shape;9571;p88">
              <a:extLst>
                <a:ext uri="{FF2B5EF4-FFF2-40B4-BE49-F238E27FC236}">
                  <a16:creationId xmlns:a16="http://schemas.microsoft.com/office/drawing/2014/main" id="{4555114A-5DB2-D914-6554-957F2B0086EA}"/>
                </a:ext>
              </a:extLst>
            </p:cNvPr>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2" name="Google Shape;9572;p88">
              <a:extLst>
                <a:ext uri="{FF2B5EF4-FFF2-40B4-BE49-F238E27FC236}">
                  <a16:creationId xmlns:a16="http://schemas.microsoft.com/office/drawing/2014/main" id="{02A4A076-B44D-0D93-4B48-777B00EB5332}"/>
                </a:ext>
              </a:extLst>
            </p:cNvPr>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4" name="Google Shape;9573;p88">
              <a:extLst>
                <a:ext uri="{FF2B5EF4-FFF2-40B4-BE49-F238E27FC236}">
                  <a16:creationId xmlns:a16="http://schemas.microsoft.com/office/drawing/2014/main" id="{B447BB8D-9919-9B17-96A1-E228082199A5}"/>
                </a:ext>
              </a:extLst>
            </p:cNvPr>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5" name="Google Shape;9574;p88">
              <a:extLst>
                <a:ext uri="{FF2B5EF4-FFF2-40B4-BE49-F238E27FC236}">
                  <a16:creationId xmlns:a16="http://schemas.microsoft.com/office/drawing/2014/main" id="{54021C5D-22B3-703C-407E-53BE070F6489}"/>
                </a:ext>
              </a:extLst>
            </p:cNvPr>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6" name="Google Shape;9575;p88">
              <a:extLst>
                <a:ext uri="{FF2B5EF4-FFF2-40B4-BE49-F238E27FC236}">
                  <a16:creationId xmlns:a16="http://schemas.microsoft.com/office/drawing/2014/main" id="{6757EB36-99B5-1B20-1889-846F5A36F167}"/>
                </a:ext>
              </a:extLst>
            </p:cNvPr>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sp>
          <p:nvSpPr>
            <p:cNvPr id="37" name="Google Shape;9576;p88">
              <a:extLst>
                <a:ext uri="{FF2B5EF4-FFF2-40B4-BE49-F238E27FC236}">
                  <a16:creationId xmlns:a16="http://schemas.microsoft.com/office/drawing/2014/main" id="{3F6D6597-F3F5-C649-0486-49FC17A9F34F}"/>
                </a:ext>
              </a:extLst>
            </p:cNvPr>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E344D"/>
                </a:solidFill>
                <a:effectLst/>
                <a:uLnTx/>
                <a:uFillTx/>
                <a:latin typeface="等线" panose="020F0502020204030204"/>
                <a:ea typeface="+mn-ea"/>
                <a:cs typeface="+mn-cs"/>
              </a:endParaRPr>
            </a:p>
          </p:txBody>
        </p:sp>
      </p:grpSp>
      <p:sp>
        <p:nvSpPr>
          <p:cNvPr id="38" name="文本框 37">
            <a:extLst>
              <a:ext uri="{FF2B5EF4-FFF2-40B4-BE49-F238E27FC236}">
                <a16:creationId xmlns:a16="http://schemas.microsoft.com/office/drawing/2014/main" id="{398E3C8F-15BB-22CE-2B1A-B399ABA5388B}"/>
              </a:ext>
            </a:extLst>
          </p:cNvPr>
          <p:cNvSpPr txBox="1"/>
          <p:nvPr/>
        </p:nvSpPr>
        <p:spPr>
          <a:xfrm>
            <a:off x="5865377" y="2993229"/>
            <a:ext cx="1731965" cy="646331"/>
          </a:xfrm>
          <a:prstGeom prst="rect">
            <a:avLst/>
          </a:prstGeom>
          <a:noFill/>
        </p:spPr>
        <p:txBody>
          <a:bodyPr wrap="square" rtlCol="0">
            <a:spAutoFit/>
          </a:bodyPr>
          <a:lstStyle/>
          <a:p>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9" name="文本框 38">
            <a:extLst>
              <a:ext uri="{FF2B5EF4-FFF2-40B4-BE49-F238E27FC236}">
                <a16:creationId xmlns:a16="http://schemas.microsoft.com/office/drawing/2014/main" id="{014F46C8-7E79-9134-11DA-72785BFEA403}"/>
              </a:ext>
            </a:extLst>
          </p:cNvPr>
          <p:cNvSpPr txBox="1"/>
          <p:nvPr/>
        </p:nvSpPr>
        <p:spPr>
          <a:xfrm>
            <a:off x="5860550" y="2662309"/>
            <a:ext cx="1721223" cy="369332"/>
          </a:xfrm>
          <a:prstGeom prst="rect">
            <a:avLst/>
          </a:prstGeom>
          <a:noFill/>
        </p:spPr>
        <p:txBody>
          <a:bodyPr wrap="square" rtlCol="0">
            <a:spAutoFit/>
          </a:bodyPr>
          <a:lstStyle/>
          <a:p>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0" name="文本框 39">
            <a:extLst>
              <a:ext uri="{FF2B5EF4-FFF2-40B4-BE49-F238E27FC236}">
                <a16:creationId xmlns:a16="http://schemas.microsoft.com/office/drawing/2014/main" id="{9C5D2253-C65E-AB59-F317-6220E0EC4FB9}"/>
              </a:ext>
            </a:extLst>
          </p:cNvPr>
          <p:cNvSpPr txBox="1"/>
          <p:nvPr/>
        </p:nvSpPr>
        <p:spPr>
          <a:xfrm>
            <a:off x="7756730" y="3275618"/>
            <a:ext cx="1731965" cy="646331"/>
          </a:xfrm>
          <a:prstGeom prst="rect">
            <a:avLst/>
          </a:prstGeom>
          <a:noFill/>
        </p:spPr>
        <p:txBody>
          <a:bodyPr wrap="square" rtlCol="0">
            <a:spAutoFit/>
          </a:bodyPr>
          <a:lstStyle/>
          <a:p>
            <a:pPr algn="r"/>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1" name="文本框 40">
            <a:extLst>
              <a:ext uri="{FF2B5EF4-FFF2-40B4-BE49-F238E27FC236}">
                <a16:creationId xmlns:a16="http://schemas.microsoft.com/office/drawing/2014/main" id="{4DE118E0-B9AE-A80A-05FF-D46826353DC6}"/>
              </a:ext>
            </a:extLst>
          </p:cNvPr>
          <p:cNvSpPr txBox="1"/>
          <p:nvPr/>
        </p:nvSpPr>
        <p:spPr>
          <a:xfrm>
            <a:off x="7751903" y="2662309"/>
            <a:ext cx="1721223" cy="646331"/>
          </a:xfrm>
          <a:prstGeom prst="rect">
            <a:avLst/>
          </a:prstGeom>
          <a:noFill/>
        </p:spPr>
        <p:txBody>
          <a:bodyPr wrap="square" rtlCol="0">
            <a:spAutoFit/>
          </a:bodyPr>
          <a:lstStyle/>
          <a:p>
            <a:pPr algn="r"/>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endParaRPr kumimoji="1" lang="en-US" altLang="zh-CN" b="1" dirty="0">
              <a:solidFill>
                <a:schemeClr val="bg1"/>
              </a:solidFill>
              <a:latin typeface="Alibaba PuHuiTi Heavy" pitchFamily="18" charset="-122"/>
              <a:ea typeface="Alibaba PuHuiTi Heavy" pitchFamily="18" charset="-122"/>
              <a:cs typeface="Alibaba PuHuiTi Heavy" pitchFamily="18" charset="-122"/>
            </a:endParaRPr>
          </a:p>
          <a:p>
            <a:pPr algn="r"/>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3" name="文本框 42">
            <a:extLst>
              <a:ext uri="{FF2B5EF4-FFF2-40B4-BE49-F238E27FC236}">
                <a16:creationId xmlns:a16="http://schemas.microsoft.com/office/drawing/2014/main" id="{316DED9B-0153-A032-0084-1B35FD77A0FA}"/>
              </a:ext>
            </a:extLst>
          </p:cNvPr>
          <p:cNvSpPr txBox="1"/>
          <p:nvPr/>
        </p:nvSpPr>
        <p:spPr>
          <a:xfrm>
            <a:off x="5865377" y="5144758"/>
            <a:ext cx="1731965" cy="646331"/>
          </a:xfrm>
          <a:prstGeom prst="rect">
            <a:avLst/>
          </a:prstGeom>
          <a:noFill/>
        </p:spPr>
        <p:txBody>
          <a:bodyPr wrap="square" rtlCol="0">
            <a:spAutoFit/>
          </a:bodyPr>
          <a:lstStyle/>
          <a:p>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4" name="文本框 43">
            <a:extLst>
              <a:ext uri="{FF2B5EF4-FFF2-40B4-BE49-F238E27FC236}">
                <a16:creationId xmlns:a16="http://schemas.microsoft.com/office/drawing/2014/main" id="{FAF71E03-46E3-E40A-1783-60164FA19C67}"/>
              </a:ext>
            </a:extLst>
          </p:cNvPr>
          <p:cNvSpPr txBox="1"/>
          <p:nvPr/>
        </p:nvSpPr>
        <p:spPr>
          <a:xfrm>
            <a:off x="5860550" y="4544897"/>
            <a:ext cx="1721223" cy="646331"/>
          </a:xfrm>
          <a:prstGeom prst="rect">
            <a:avLst/>
          </a:prstGeom>
          <a:noFill/>
        </p:spPr>
        <p:txBody>
          <a:bodyPr wrap="square" rtlCol="0">
            <a:spAutoFit/>
          </a:bodyPr>
          <a:lstStyle/>
          <a:p>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endParaRPr kumimoji="1" lang="en-US" altLang="zh-CN" b="1" dirty="0">
              <a:solidFill>
                <a:schemeClr val="bg1"/>
              </a:solidFill>
              <a:latin typeface="Alibaba PuHuiTi Heavy" pitchFamily="18" charset="-122"/>
              <a:ea typeface="Alibaba PuHuiTi Heavy" pitchFamily="18" charset="-122"/>
              <a:cs typeface="Alibaba PuHuiTi Heavy" pitchFamily="18" charset="-122"/>
            </a:endParaRPr>
          </a:p>
          <a:p>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6" name="文本框 45">
            <a:extLst>
              <a:ext uri="{FF2B5EF4-FFF2-40B4-BE49-F238E27FC236}">
                <a16:creationId xmlns:a16="http://schemas.microsoft.com/office/drawing/2014/main" id="{53246993-DA58-6DC0-2E20-9B533F75CD5B}"/>
              </a:ext>
            </a:extLst>
          </p:cNvPr>
          <p:cNvSpPr txBox="1"/>
          <p:nvPr/>
        </p:nvSpPr>
        <p:spPr>
          <a:xfrm>
            <a:off x="7756730" y="5000714"/>
            <a:ext cx="1731965" cy="646331"/>
          </a:xfrm>
          <a:prstGeom prst="rect">
            <a:avLst/>
          </a:prstGeom>
          <a:noFill/>
        </p:spPr>
        <p:txBody>
          <a:bodyPr wrap="square" rtlCol="0">
            <a:spAutoFit/>
          </a:bodyPr>
          <a:lstStyle/>
          <a:p>
            <a:pPr algn="r"/>
            <a:r>
              <a:rPr kumimoji="1" lang="en" altLang="zh-CN" sz="1200" i="1"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i="1"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7" name="文本框 46">
            <a:extLst>
              <a:ext uri="{FF2B5EF4-FFF2-40B4-BE49-F238E27FC236}">
                <a16:creationId xmlns:a16="http://schemas.microsoft.com/office/drawing/2014/main" id="{53A43222-2565-88C0-874B-302DF658C4A9}"/>
              </a:ext>
            </a:extLst>
          </p:cNvPr>
          <p:cNvSpPr txBox="1"/>
          <p:nvPr/>
        </p:nvSpPr>
        <p:spPr>
          <a:xfrm>
            <a:off x="7751903" y="4642899"/>
            <a:ext cx="1721223" cy="369332"/>
          </a:xfrm>
          <a:prstGeom prst="rect">
            <a:avLst/>
          </a:prstGeom>
          <a:noFill/>
        </p:spPr>
        <p:txBody>
          <a:bodyPr wrap="square" rtlCol="0">
            <a:spAutoFit/>
          </a:bodyPr>
          <a:lstStyle/>
          <a:p>
            <a:pPr algn="r"/>
            <a:r>
              <a:rPr kumimoji="1" lang="en" altLang="zh-CN" b="1" dirty="0">
                <a:solidFill>
                  <a:schemeClr val="bg1"/>
                </a:solidFill>
                <a:latin typeface="Alibaba PuHuiTi Heavy" pitchFamily="18" charset="-122"/>
                <a:ea typeface="Alibaba PuHuiTi Heavy" pitchFamily="18" charset="-122"/>
                <a:cs typeface="Alibaba PuHuiTi Heavy" pitchFamily="18" charset="-122"/>
              </a:rPr>
              <a:t>WRITE</a:t>
            </a:r>
            <a:r>
              <a:rPr kumimoji="1" lang="zh-CN" altLang="en-US" b="1" dirty="0">
                <a:solidFill>
                  <a:schemeClr val="bg1"/>
                </a:solidFill>
                <a:latin typeface="Alibaba PuHuiTi Heavy" pitchFamily="18" charset="-122"/>
                <a:ea typeface="Alibaba PuHuiTi Heavy" pitchFamily="18" charset="-122"/>
                <a:cs typeface="Alibaba PuHuiTi Heavy" pitchFamily="18" charset="-122"/>
              </a:rPr>
              <a:t> </a:t>
            </a:r>
            <a:r>
              <a:rPr kumimoji="1" lang="en" altLang="zh-CN" b="1" dirty="0">
                <a:solidFill>
                  <a:schemeClr val="bg1"/>
                </a:solidFill>
                <a:latin typeface="Alibaba PuHuiTi Heavy" pitchFamily="18" charset="-122"/>
                <a:ea typeface="Alibaba PuHuiTi Heavy" pitchFamily="18" charset="-122"/>
                <a:cs typeface="Alibaba PuHuiTi Heavy" pitchFamily="18" charset="-122"/>
              </a:rPr>
              <a:t>HERE</a:t>
            </a:r>
            <a:r>
              <a:rPr kumimoji="1" lang="en-US" altLang="zh-CN"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8" name="文本框 47">
            <a:extLst>
              <a:ext uri="{FF2B5EF4-FFF2-40B4-BE49-F238E27FC236}">
                <a16:creationId xmlns:a16="http://schemas.microsoft.com/office/drawing/2014/main" id="{07DF2EAB-0258-3040-63D2-5A20FF460970}"/>
              </a:ext>
            </a:extLst>
          </p:cNvPr>
          <p:cNvSpPr txBox="1"/>
          <p:nvPr/>
        </p:nvSpPr>
        <p:spPr>
          <a:xfrm>
            <a:off x="5218176" y="5985898"/>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LOW</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F8327A9D-87A4-6756-E20F-DCF3AC467A19}"/>
              </a:ext>
            </a:extLst>
          </p:cNvPr>
          <p:cNvSpPr txBox="1"/>
          <p:nvPr/>
        </p:nvSpPr>
        <p:spPr>
          <a:xfrm>
            <a:off x="5222949" y="2159059"/>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High</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132477B3-7CA3-F7CC-C510-399602F6DC7D}"/>
              </a:ext>
            </a:extLst>
          </p:cNvPr>
          <p:cNvSpPr txBox="1"/>
          <p:nvPr/>
        </p:nvSpPr>
        <p:spPr>
          <a:xfrm>
            <a:off x="5447647" y="6326848"/>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LOW</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9454B747-0719-4757-2667-937CCFA52765}"/>
              </a:ext>
            </a:extLst>
          </p:cNvPr>
          <p:cNvSpPr txBox="1"/>
          <p:nvPr/>
        </p:nvSpPr>
        <p:spPr>
          <a:xfrm>
            <a:off x="11712343" y="3158496"/>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High</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C2437087-571F-32AC-0AEC-673D5345C61F}"/>
              </a:ext>
            </a:extLst>
          </p:cNvPr>
          <p:cNvSpPr txBox="1"/>
          <p:nvPr/>
        </p:nvSpPr>
        <p:spPr>
          <a:xfrm>
            <a:off x="9264071" y="6326848"/>
            <a:ext cx="566589" cy="276999"/>
          </a:xfrm>
          <a:prstGeom prst="rect">
            <a:avLst/>
          </a:prstGeom>
          <a:noFill/>
        </p:spPr>
        <p:txBody>
          <a:bodyPr wrap="square" rtlCol="0">
            <a:spAutoFit/>
          </a:bodyPr>
          <a:lstStyle/>
          <a:p>
            <a:pPr algn="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High</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AF25F69B-6EE5-F6C9-FE89-0727CF152F9B}"/>
              </a:ext>
            </a:extLst>
          </p:cNvPr>
          <p:cNvSpPr txBox="1"/>
          <p:nvPr/>
        </p:nvSpPr>
        <p:spPr>
          <a:xfrm>
            <a:off x="554870" y="1586316"/>
            <a:ext cx="46064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B4A40038-5581-73B1-66E1-0D8C1D97E8E4}"/>
              </a:ext>
            </a:extLst>
          </p:cNvPr>
          <p:cNvSpPr txBox="1"/>
          <p:nvPr/>
        </p:nvSpPr>
        <p:spPr>
          <a:xfrm>
            <a:off x="1099256" y="1191026"/>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6" name="组合 55">
            <a:extLst>
              <a:ext uri="{FF2B5EF4-FFF2-40B4-BE49-F238E27FC236}">
                <a16:creationId xmlns:a16="http://schemas.microsoft.com/office/drawing/2014/main" id="{795FACE4-21F6-DAD2-4C00-AC0F03841A9D}"/>
              </a:ext>
            </a:extLst>
          </p:cNvPr>
          <p:cNvGrpSpPr/>
          <p:nvPr/>
        </p:nvGrpSpPr>
        <p:grpSpPr>
          <a:xfrm>
            <a:off x="611062" y="2216195"/>
            <a:ext cx="469799" cy="451680"/>
            <a:chOff x="7878101" y="1254972"/>
            <a:chExt cx="469799" cy="451680"/>
          </a:xfrm>
          <a:solidFill>
            <a:srgbClr val="1E344D"/>
          </a:solidFill>
        </p:grpSpPr>
        <p:sp>
          <p:nvSpPr>
            <p:cNvPr id="57" name="Google Shape;5280;p76">
              <a:extLst>
                <a:ext uri="{FF2B5EF4-FFF2-40B4-BE49-F238E27FC236}">
                  <a16:creationId xmlns:a16="http://schemas.microsoft.com/office/drawing/2014/main" id="{E494D246-5EAC-BD64-45DB-F53FF5F762DC}"/>
                </a:ext>
              </a:extLst>
            </p:cNvPr>
            <p:cNvSpPr/>
            <p:nvPr/>
          </p:nvSpPr>
          <p:spPr>
            <a:xfrm>
              <a:off x="8208582" y="1582238"/>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 name="Google Shape;5281;p76">
              <a:extLst>
                <a:ext uri="{FF2B5EF4-FFF2-40B4-BE49-F238E27FC236}">
                  <a16:creationId xmlns:a16="http://schemas.microsoft.com/office/drawing/2014/main" id="{CFBDDAB7-5AF1-80A0-D099-D2E8EF855535}"/>
                </a:ext>
              </a:extLst>
            </p:cNvPr>
            <p:cNvSpPr/>
            <p:nvPr/>
          </p:nvSpPr>
          <p:spPr>
            <a:xfrm>
              <a:off x="8227382" y="1526144"/>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282;p76">
              <a:extLst>
                <a:ext uri="{FF2B5EF4-FFF2-40B4-BE49-F238E27FC236}">
                  <a16:creationId xmlns:a16="http://schemas.microsoft.com/office/drawing/2014/main" id="{B91BD7C6-E95E-A209-871B-BB5BCCAA1D15}"/>
                </a:ext>
              </a:extLst>
            </p:cNvPr>
            <p:cNvSpPr/>
            <p:nvPr/>
          </p:nvSpPr>
          <p:spPr>
            <a:xfrm>
              <a:off x="8152043" y="1600990"/>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283;p76">
              <a:extLst>
                <a:ext uri="{FF2B5EF4-FFF2-40B4-BE49-F238E27FC236}">
                  <a16:creationId xmlns:a16="http://schemas.microsoft.com/office/drawing/2014/main" id="{84BE71E1-ABFB-5195-83A6-DBE557FF31CD}"/>
                </a:ext>
              </a:extLst>
            </p:cNvPr>
            <p:cNvSpPr/>
            <p:nvPr/>
          </p:nvSpPr>
          <p:spPr>
            <a:xfrm>
              <a:off x="7946375" y="1320054"/>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 name="Google Shape;5284;p76">
              <a:extLst>
                <a:ext uri="{FF2B5EF4-FFF2-40B4-BE49-F238E27FC236}">
                  <a16:creationId xmlns:a16="http://schemas.microsoft.com/office/drawing/2014/main" id="{7B89D205-CD4D-8D3D-6178-8157CD5C9C8B}"/>
                </a:ext>
              </a:extLst>
            </p:cNvPr>
            <p:cNvSpPr/>
            <p:nvPr/>
          </p:nvSpPr>
          <p:spPr>
            <a:xfrm>
              <a:off x="8021080" y="1282714"/>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 name="Google Shape;5285;p76">
              <a:extLst>
                <a:ext uri="{FF2B5EF4-FFF2-40B4-BE49-F238E27FC236}">
                  <a16:creationId xmlns:a16="http://schemas.microsoft.com/office/drawing/2014/main" id="{EA039CA0-1781-E324-C86B-97D7D850BD37}"/>
                </a:ext>
              </a:extLst>
            </p:cNvPr>
            <p:cNvSpPr/>
            <p:nvPr/>
          </p:nvSpPr>
          <p:spPr>
            <a:xfrm>
              <a:off x="7908706" y="1394947"/>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0" name="Google Shape;5286;p76">
              <a:extLst>
                <a:ext uri="{FF2B5EF4-FFF2-40B4-BE49-F238E27FC236}">
                  <a16:creationId xmlns:a16="http://schemas.microsoft.com/office/drawing/2014/main" id="{F89701A3-8901-505D-EC46-B1336D78834A}"/>
                </a:ext>
              </a:extLst>
            </p:cNvPr>
            <p:cNvSpPr/>
            <p:nvPr/>
          </p:nvSpPr>
          <p:spPr>
            <a:xfrm>
              <a:off x="7878101" y="1408865"/>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1" name="Google Shape;5287;p76">
              <a:extLst>
                <a:ext uri="{FF2B5EF4-FFF2-40B4-BE49-F238E27FC236}">
                  <a16:creationId xmlns:a16="http://schemas.microsoft.com/office/drawing/2014/main" id="{010D7B0C-EF44-46D3-1D23-1E07839D649F}"/>
                </a:ext>
              </a:extLst>
            </p:cNvPr>
            <p:cNvSpPr/>
            <p:nvPr/>
          </p:nvSpPr>
          <p:spPr>
            <a:xfrm>
              <a:off x="8011528" y="1254972"/>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582" name="文本框 581">
            <a:extLst>
              <a:ext uri="{FF2B5EF4-FFF2-40B4-BE49-F238E27FC236}">
                <a16:creationId xmlns:a16="http://schemas.microsoft.com/office/drawing/2014/main" id="{D3004335-CA64-EE46-FDA1-10CDDBAB0893}"/>
              </a:ext>
            </a:extLst>
          </p:cNvPr>
          <p:cNvSpPr txBox="1"/>
          <p:nvPr/>
        </p:nvSpPr>
        <p:spPr>
          <a:xfrm>
            <a:off x="554870" y="2658051"/>
            <a:ext cx="47080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3" name="文本框 582">
            <a:extLst>
              <a:ext uri="{FF2B5EF4-FFF2-40B4-BE49-F238E27FC236}">
                <a16:creationId xmlns:a16="http://schemas.microsoft.com/office/drawing/2014/main" id="{1385342B-2025-48A1-2EC3-032601BB9B10}"/>
              </a:ext>
            </a:extLst>
          </p:cNvPr>
          <p:cNvSpPr txBox="1"/>
          <p:nvPr/>
        </p:nvSpPr>
        <p:spPr>
          <a:xfrm>
            <a:off x="1099256" y="2313561"/>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4" name="文本框 583">
            <a:extLst>
              <a:ext uri="{FF2B5EF4-FFF2-40B4-BE49-F238E27FC236}">
                <a16:creationId xmlns:a16="http://schemas.microsoft.com/office/drawing/2014/main" id="{2A44D0C1-34B3-54E2-AEE3-769139B9D3A2}"/>
              </a:ext>
            </a:extLst>
          </p:cNvPr>
          <p:cNvSpPr txBox="1"/>
          <p:nvPr/>
        </p:nvSpPr>
        <p:spPr>
          <a:xfrm>
            <a:off x="554870" y="3803017"/>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5" name="文本框 584">
            <a:extLst>
              <a:ext uri="{FF2B5EF4-FFF2-40B4-BE49-F238E27FC236}">
                <a16:creationId xmlns:a16="http://schemas.microsoft.com/office/drawing/2014/main" id="{2E11EEFC-F383-DCAD-555F-495DDC562EEC}"/>
              </a:ext>
            </a:extLst>
          </p:cNvPr>
          <p:cNvSpPr txBox="1"/>
          <p:nvPr/>
        </p:nvSpPr>
        <p:spPr>
          <a:xfrm>
            <a:off x="1099256" y="3369627"/>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87" name="组合 586">
            <a:extLst>
              <a:ext uri="{FF2B5EF4-FFF2-40B4-BE49-F238E27FC236}">
                <a16:creationId xmlns:a16="http://schemas.microsoft.com/office/drawing/2014/main" id="{FA194836-317F-5FBC-65B5-0629A83EEDA8}"/>
              </a:ext>
            </a:extLst>
          </p:cNvPr>
          <p:cNvGrpSpPr/>
          <p:nvPr/>
        </p:nvGrpSpPr>
        <p:grpSpPr>
          <a:xfrm>
            <a:off x="621671" y="1025804"/>
            <a:ext cx="468475" cy="519430"/>
            <a:chOff x="10134604" y="-2226060"/>
            <a:chExt cx="407181" cy="451469"/>
          </a:xfrm>
          <a:solidFill>
            <a:srgbClr val="1E344D"/>
          </a:solidFill>
        </p:grpSpPr>
        <p:sp>
          <p:nvSpPr>
            <p:cNvPr id="588" name="Google Shape;5273;p76">
              <a:extLst>
                <a:ext uri="{FF2B5EF4-FFF2-40B4-BE49-F238E27FC236}">
                  <a16:creationId xmlns:a16="http://schemas.microsoft.com/office/drawing/2014/main" id="{E3F42574-3633-D5CE-89DB-4E3E2EEC2D8B}"/>
                </a:ext>
              </a:extLst>
            </p:cNvPr>
            <p:cNvSpPr/>
            <p:nvPr/>
          </p:nvSpPr>
          <p:spPr>
            <a:xfrm>
              <a:off x="10426148" y="-2146567"/>
              <a:ext cx="53019" cy="26521"/>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9" name="Google Shape;5274;p76">
              <a:extLst>
                <a:ext uri="{FF2B5EF4-FFF2-40B4-BE49-F238E27FC236}">
                  <a16:creationId xmlns:a16="http://schemas.microsoft.com/office/drawing/2014/main" id="{C6D240BE-8C39-B615-7E15-869A8C1EFB84}"/>
                </a:ext>
              </a:extLst>
            </p:cNvPr>
            <p:cNvSpPr/>
            <p:nvPr/>
          </p:nvSpPr>
          <p:spPr>
            <a:xfrm>
              <a:off x="10291712" y="-2226060"/>
              <a:ext cx="43560" cy="53019"/>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1" name="Google Shape;5275;p76">
              <a:extLst>
                <a:ext uri="{FF2B5EF4-FFF2-40B4-BE49-F238E27FC236}">
                  <a16:creationId xmlns:a16="http://schemas.microsoft.com/office/drawing/2014/main" id="{D93A4904-503D-0179-1DDC-B73F4C6DD94A}"/>
                </a:ext>
              </a:extLst>
            </p:cNvPr>
            <p:cNvSpPr/>
            <p:nvPr/>
          </p:nvSpPr>
          <p:spPr>
            <a:xfrm>
              <a:off x="10384513" y="-2226060"/>
              <a:ext cx="43560" cy="53019"/>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2" name="Google Shape;5276;p76">
              <a:extLst>
                <a:ext uri="{FF2B5EF4-FFF2-40B4-BE49-F238E27FC236}">
                  <a16:creationId xmlns:a16="http://schemas.microsoft.com/office/drawing/2014/main" id="{703E20E5-7F03-14A9-D203-EAD4EC2E42F0}"/>
                </a:ext>
              </a:extLst>
            </p:cNvPr>
            <p:cNvSpPr/>
            <p:nvPr/>
          </p:nvSpPr>
          <p:spPr>
            <a:xfrm>
              <a:off x="10240618" y="-2146567"/>
              <a:ext cx="53042" cy="26521"/>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3" name="Google Shape;5277;p76">
              <a:extLst>
                <a:ext uri="{FF2B5EF4-FFF2-40B4-BE49-F238E27FC236}">
                  <a16:creationId xmlns:a16="http://schemas.microsoft.com/office/drawing/2014/main" id="{A668C0E1-1CDD-7946-D404-586F51FEBBD6}"/>
                </a:ext>
              </a:extLst>
            </p:cNvPr>
            <p:cNvSpPr/>
            <p:nvPr/>
          </p:nvSpPr>
          <p:spPr>
            <a:xfrm>
              <a:off x="10134604" y="-2013140"/>
              <a:ext cx="79540" cy="23854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4" name="Google Shape;5278;p76">
              <a:extLst>
                <a:ext uri="{FF2B5EF4-FFF2-40B4-BE49-F238E27FC236}">
                  <a16:creationId xmlns:a16="http://schemas.microsoft.com/office/drawing/2014/main" id="{DC4DE527-5A2B-3506-F614-481B0FFB832F}"/>
                </a:ext>
              </a:extLst>
            </p:cNvPr>
            <p:cNvSpPr/>
            <p:nvPr/>
          </p:nvSpPr>
          <p:spPr>
            <a:xfrm>
              <a:off x="10240618" y="-2145652"/>
              <a:ext cx="301167" cy="371061"/>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595" name="组合 594">
            <a:extLst>
              <a:ext uri="{FF2B5EF4-FFF2-40B4-BE49-F238E27FC236}">
                <a16:creationId xmlns:a16="http://schemas.microsoft.com/office/drawing/2014/main" id="{E38C36E3-359B-3EB3-15D3-2CD7B1E32EBE}"/>
              </a:ext>
            </a:extLst>
          </p:cNvPr>
          <p:cNvGrpSpPr/>
          <p:nvPr/>
        </p:nvGrpSpPr>
        <p:grpSpPr>
          <a:xfrm>
            <a:off x="624620" y="3330549"/>
            <a:ext cx="452337" cy="411687"/>
            <a:chOff x="14260375" y="6652156"/>
            <a:chExt cx="452337" cy="411687"/>
          </a:xfrm>
          <a:solidFill>
            <a:srgbClr val="1E344D"/>
          </a:solidFill>
        </p:grpSpPr>
        <p:sp>
          <p:nvSpPr>
            <p:cNvPr id="596" name="Google Shape;5581;p76">
              <a:extLst>
                <a:ext uri="{FF2B5EF4-FFF2-40B4-BE49-F238E27FC236}">
                  <a16:creationId xmlns:a16="http://schemas.microsoft.com/office/drawing/2014/main" id="{B72B3490-95EC-BDF3-AA3D-B04BCDE0BF22}"/>
                </a:ext>
              </a:extLst>
            </p:cNvPr>
            <p:cNvSpPr/>
            <p:nvPr/>
          </p:nvSpPr>
          <p:spPr>
            <a:xfrm>
              <a:off x="14587734" y="6867000"/>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4" name="Google Shape;5582;p76">
              <a:extLst>
                <a:ext uri="{FF2B5EF4-FFF2-40B4-BE49-F238E27FC236}">
                  <a16:creationId xmlns:a16="http://schemas.microsoft.com/office/drawing/2014/main" id="{A0D8B743-3F2F-1CD2-C35D-120280D8F780}"/>
                </a:ext>
              </a:extLst>
            </p:cNvPr>
            <p:cNvSpPr/>
            <p:nvPr/>
          </p:nvSpPr>
          <p:spPr>
            <a:xfrm>
              <a:off x="14344632" y="6867000"/>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8" name="Google Shape;5583;p76">
              <a:extLst>
                <a:ext uri="{FF2B5EF4-FFF2-40B4-BE49-F238E27FC236}">
                  <a16:creationId xmlns:a16="http://schemas.microsoft.com/office/drawing/2014/main" id="{EC16A1F9-B0E5-22A5-B0BF-283B5256A036}"/>
                </a:ext>
              </a:extLst>
            </p:cNvPr>
            <p:cNvSpPr/>
            <p:nvPr/>
          </p:nvSpPr>
          <p:spPr>
            <a:xfrm>
              <a:off x="14260375" y="6652156"/>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9" name="Google Shape;5584;p76">
              <a:extLst>
                <a:ext uri="{FF2B5EF4-FFF2-40B4-BE49-F238E27FC236}">
                  <a16:creationId xmlns:a16="http://schemas.microsoft.com/office/drawing/2014/main" id="{A0423F5E-B28F-4C4F-5B56-1151CB99B427}"/>
                </a:ext>
              </a:extLst>
            </p:cNvPr>
            <p:cNvSpPr/>
            <p:nvPr/>
          </p:nvSpPr>
          <p:spPr>
            <a:xfrm>
              <a:off x="14311258"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0" name="Google Shape;5585;p76">
              <a:extLst>
                <a:ext uri="{FF2B5EF4-FFF2-40B4-BE49-F238E27FC236}">
                  <a16:creationId xmlns:a16="http://schemas.microsoft.com/office/drawing/2014/main" id="{E8FD8B38-74CA-1BF7-9733-0BA6988F67CD}"/>
                </a:ext>
              </a:extLst>
            </p:cNvPr>
            <p:cNvSpPr/>
            <p:nvPr/>
          </p:nvSpPr>
          <p:spPr>
            <a:xfrm>
              <a:off x="14550135"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11" name="Google Shape;5363;p76">
            <a:extLst>
              <a:ext uri="{FF2B5EF4-FFF2-40B4-BE49-F238E27FC236}">
                <a16:creationId xmlns:a16="http://schemas.microsoft.com/office/drawing/2014/main" id="{C6EBC461-BABD-8DA3-539A-DE02C29F2F5B}"/>
              </a:ext>
            </a:extLst>
          </p:cNvPr>
          <p:cNvGrpSpPr/>
          <p:nvPr/>
        </p:nvGrpSpPr>
        <p:grpSpPr>
          <a:xfrm>
            <a:off x="567233" y="4401666"/>
            <a:ext cx="457923" cy="452384"/>
            <a:chOff x="3858100" y="1435075"/>
            <a:chExt cx="487775" cy="481875"/>
          </a:xfrm>
          <a:solidFill>
            <a:srgbClr val="1E344D"/>
          </a:solidFill>
        </p:grpSpPr>
        <p:sp>
          <p:nvSpPr>
            <p:cNvPr id="612" name="Google Shape;5364;p76">
              <a:extLst>
                <a:ext uri="{FF2B5EF4-FFF2-40B4-BE49-F238E27FC236}">
                  <a16:creationId xmlns:a16="http://schemas.microsoft.com/office/drawing/2014/main" id="{F9C73471-A290-BBA9-717F-AFAB6D22E683}"/>
                </a:ext>
              </a:extLst>
            </p:cNvPr>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3" name="Google Shape;5365;p76">
              <a:extLst>
                <a:ext uri="{FF2B5EF4-FFF2-40B4-BE49-F238E27FC236}">
                  <a16:creationId xmlns:a16="http://schemas.microsoft.com/office/drawing/2014/main" id="{43BE9C8A-7DE7-9E43-36F4-E6F115D04C08}"/>
                </a:ext>
              </a:extLst>
            </p:cNvPr>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4" name="Google Shape;5366;p76">
              <a:extLst>
                <a:ext uri="{FF2B5EF4-FFF2-40B4-BE49-F238E27FC236}">
                  <a16:creationId xmlns:a16="http://schemas.microsoft.com/office/drawing/2014/main" id="{6F74325C-5573-5C97-B43D-0168B62BED4C}"/>
                </a:ext>
              </a:extLst>
            </p:cNvPr>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5" name="Google Shape;5367;p76">
              <a:extLst>
                <a:ext uri="{FF2B5EF4-FFF2-40B4-BE49-F238E27FC236}">
                  <a16:creationId xmlns:a16="http://schemas.microsoft.com/office/drawing/2014/main" id="{405789A9-C65A-294F-C614-8BD6D5229B7C}"/>
                </a:ext>
              </a:extLst>
            </p:cNvPr>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6" name="Google Shape;5368;p76">
              <a:extLst>
                <a:ext uri="{FF2B5EF4-FFF2-40B4-BE49-F238E27FC236}">
                  <a16:creationId xmlns:a16="http://schemas.microsoft.com/office/drawing/2014/main" id="{6D7944FA-219B-5EE7-D1F5-282DFF4DAF2D}"/>
                </a:ext>
              </a:extLst>
            </p:cNvPr>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17" name="文本框 616">
            <a:extLst>
              <a:ext uri="{FF2B5EF4-FFF2-40B4-BE49-F238E27FC236}">
                <a16:creationId xmlns:a16="http://schemas.microsoft.com/office/drawing/2014/main" id="{8DF5B3B2-636E-CB4F-BD74-37E1575A1EDB}"/>
              </a:ext>
            </a:extLst>
          </p:cNvPr>
          <p:cNvSpPr txBox="1"/>
          <p:nvPr/>
        </p:nvSpPr>
        <p:spPr>
          <a:xfrm>
            <a:off x="554870" y="4824018"/>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8" name="文本框 617">
            <a:extLst>
              <a:ext uri="{FF2B5EF4-FFF2-40B4-BE49-F238E27FC236}">
                <a16:creationId xmlns:a16="http://schemas.microsoft.com/office/drawing/2014/main" id="{93D665D2-4C6C-801F-3103-32D73E1F3FDD}"/>
              </a:ext>
            </a:extLst>
          </p:cNvPr>
          <p:cNvSpPr txBox="1"/>
          <p:nvPr/>
        </p:nvSpPr>
        <p:spPr>
          <a:xfrm>
            <a:off x="1099256" y="4479528"/>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619" name="Google Shape;5394;p76">
            <a:extLst>
              <a:ext uri="{FF2B5EF4-FFF2-40B4-BE49-F238E27FC236}">
                <a16:creationId xmlns:a16="http://schemas.microsoft.com/office/drawing/2014/main" id="{9779B742-4E4E-8F61-84D6-CD70C4F27C62}"/>
              </a:ext>
            </a:extLst>
          </p:cNvPr>
          <p:cNvGrpSpPr/>
          <p:nvPr/>
        </p:nvGrpSpPr>
        <p:grpSpPr>
          <a:xfrm>
            <a:off x="617134" y="5481191"/>
            <a:ext cx="452479" cy="452337"/>
            <a:chOff x="5642475" y="1435075"/>
            <a:chExt cx="481975" cy="481825"/>
          </a:xfrm>
          <a:solidFill>
            <a:srgbClr val="1E344D"/>
          </a:solidFill>
        </p:grpSpPr>
        <p:sp>
          <p:nvSpPr>
            <p:cNvPr id="620" name="Google Shape;5395;p76">
              <a:extLst>
                <a:ext uri="{FF2B5EF4-FFF2-40B4-BE49-F238E27FC236}">
                  <a16:creationId xmlns:a16="http://schemas.microsoft.com/office/drawing/2014/main" id="{9EE639AC-24BA-A4BF-F007-C123B5426EC9}"/>
                </a:ext>
              </a:extLst>
            </p:cNvPr>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1" name="Google Shape;5396;p76">
              <a:extLst>
                <a:ext uri="{FF2B5EF4-FFF2-40B4-BE49-F238E27FC236}">
                  <a16:creationId xmlns:a16="http://schemas.microsoft.com/office/drawing/2014/main" id="{E5CD8056-D5EC-D693-D2AB-BD63BECE1F08}"/>
                </a:ext>
              </a:extLst>
            </p:cNvPr>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2" name="Google Shape;5397;p76">
              <a:extLst>
                <a:ext uri="{FF2B5EF4-FFF2-40B4-BE49-F238E27FC236}">
                  <a16:creationId xmlns:a16="http://schemas.microsoft.com/office/drawing/2014/main" id="{A9A20554-EFD9-D8C0-AF49-3ED09483F7F0}"/>
                </a:ext>
              </a:extLst>
            </p:cNvPr>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23" name="文本框 622">
            <a:extLst>
              <a:ext uri="{FF2B5EF4-FFF2-40B4-BE49-F238E27FC236}">
                <a16:creationId xmlns:a16="http://schemas.microsoft.com/office/drawing/2014/main" id="{54AE7D8B-790B-1644-B8F6-F248DA4BDE00}"/>
              </a:ext>
            </a:extLst>
          </p:cNvPr>
          <p:cNvSpPr txBox="1"/>
          <p:nvPr/>
        </p:nvSpPr>
        <p:spPr>
          <a:xfrm>
            <a:off x="554870" y="5974804"/>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4" name="文本框 623">
            <a:extLst>
              <a:ext uri="{FF2B5EF4-FFF2-40B4-BE49-F238E27FC236}">
                <a16:creationId xmlns:a16="http://schemas.microsoft.com/office/drawing/2014/main" id="{F3D7CE2A-EABC-D862-CBF4-1B2C864DEB65}"/>
              </a:ext>
            </a:extLst>
          </p:cNvPr>
          <p:cNvSpPr txBox="1"/>
          <p:nvPr/>
        </p:nvSpPr>
        <p:spPr>
          <a:xfrm>
            <a:off x="1099256" y="5554114"/>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5" name="五边形 624">
            <a:extLst>
              <a:ext uri="{FF2B5EF4-FFF2-40B4-BE49-F238E27FC236}">
                <a16:creationId xmlns:a16="http://schemas.microsoft.com/office/drawing/2014/main" id="{A8C1EBDE-F0DA-148D-C1DC-30D772204F65}"/>
              </a:ext>
            </a:extLst>
          </p:cNvPr>
          <p:cNvSpPr/>
          <p:nvPr/>
        </p:nvSpPr>
        <p:spPr>
          <a:xfrm>
            <a:off x="5727593" y="1448662"/>
            <a:ext cx="1446024" cy="34577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6" name="五边形 625">
            <a:extLst>
              <a:ext uri="{FF2B5EF4-FFF2-40B4-BE49-F238E27FC236}">
                <a16:creationId xmlns:a16="http://schemas.microsoft.com/office/drawing/2014/main" id="{4FCED88F-FC0F-785E-33E1-80966CEEAE64}"/>
              </a:ext>
            </a:extLst>
          </p:cNvPr>
          <p:cNvSpPr/>
          <p:nvPr/>
        </p:nvSpPr>
        <p:spPr>
          <a:xfrm>
            <a:off x="5727593" y="1040299"/>
            <a:ext cx="1794076" cy="34724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9" name="文本框 628">
            <a:extLst>
              <a:ext uri="{FF2B5EF4-FFF2-40B4-BE49-F238E27FC236}">
                <a16:creationId xmlns:a16="http://schemas.microsoft.com/office/drawing/2014/main" id="{B8191EE9-1EED-BFBC-97D9-748F6FCE15DD}"/>
              </a:ext>
            </a:extLst>
          </p:cNvPr>
          <p:cNvSpPr txBox="1"/>
          <p:nvPr/>
        </p:nvSpPr>
        <p:spPr>
          <a:xfrm>
            <a:off x="5739023" y="1473670"/>
            <a:ext cx="1075377" cy="306957"/>
          </a:xfrm>
          <a:prstGeom prst="rect">
            <a:avLst/>
          </a:prstGeom>
          <a:noFill/>
        </p:spPr>
        <p:txBody>
          <a:bodyPr wrap="square" rtlCol="0">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630" name="文本框 629">
            <a:extLst>
              <a:ext uri="{FF2B5EF4-FFF2-40B4-BE49-F238E27FC236}">
                <a16:creationId xmlns:a16="http://schemas.microsoft.com/office/drawing/2014/main" id="{3EB70AD0-9AB1-5645-B599-6062111AC2DE}"/>
              </a:ext>
            </a:extLst>
          </p:cNvPr>
          <p:cNvSpPr txBox="1"/>
          <p:nvPr/>
        </p:nvSpPr>
        <p:spPr>
          <a:xfrm>
            <a:off x="5734675" y="1059899"/>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C5C8CC"/>
                </a:solidFill>
                <a:latin typeface="Alibaba PuHuiTi Medium" pitchFamily="18" charset="-122"/>
                <a:ea typeface="Alibaba PuHuiTi Medium" pitchFamily="18" charset="-122"/>
                <a:cs typeface="Alibaba PuHuiTi Medium" pitchFamily="18" charset="-122"/>
              </a:rPr>
              <a:t>I</a:t>
            </a:r>
            <a:r>
              <a:rPr lang="zh-CN" altLang="en-US" sz="1400" dirty="0">
                <a:solidFill>
                  <a:srgbClr val="C5C8CC"/>
                </a:solidFill>
                <a:latin typeface="Alibaba PuHuiTi Medium" pitchFamily="18" charset="-122"/>
                <a:ea typeface="Alibaba PuHuiTi Medium" pitchFamily="18" charset="-122"/>
                <a:cs typeface="Alibaba PuHuiTi Medium" pitchFamily="18" charset="-122"/>
              </a:rPr>
              <a:t>mportant data</a:t>
            </a:r>
          </a:p>
        </p:txBody>
      </p:sp>
      <p:sp>
        <p:nvSpPr>
          <p:cNvPr id="637" name="文本框 636">
            <a:extLst>
              <a:ext uri="{FF2B5EF4-FFF2-40B4-BE49-F238E27FC236}">
                <a16:creationId xmlns:a16="http://schemas.microsoft.com/office/drawing/2014/main" id="{AE2359B0-0BEA-7B79-EC33-E1A6C906BA70}"/>
              </a:ext>
            </a:extLst>
          </p:cNvPr>
          <p:cNvSpPr txBox="1"/>
          <p:nvPr/>
        </p:nvSpPr>
        <p:spPr>
          <a:xfrm>
            <a:off x="10504401" y="5685903"/>
            <a:ext cx="1348446" cy="769441"/>
          </a:xfrm>
          <a:prstGeom prst="rect">
            <a:avLst/>
          </a:prstGeom>
          <a:noFill/>
        </p:spPr>
        <p:txBody>
          <a:bodyPr wrap="none" rtlCol="0">
            <a:spAutoFit/>
          </a:bodyPr>
          <a:lstStyle/>
          <a:p>
            <a:r>
              <a:rPr kumimoji="1" lang="en-US" altLang="zh-CN" sz="44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4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8" name="文本框 637">
            <a:extLst>
              <a:ext uri="{FF2B5EF4-FFF2-40B4-BE49-F238E27FC236}">
                <a16:creationId xmlns:a16="http://schemas.microsoft.com/office/drawing/2014/main" id="{6E8B69A8-A4A8-BC3F-C784-9B27F1C26B4A}"/>
              </a:ext>
            </a:extLst>
          </p:cNvPr>
          <p:cNvSpPr txBox="1"/>
          <p:nvPr/>
        </p:nvSpPr>
        <p:spPr>
          <a:xfrm>
            <a:off x="11682362" y="5850795"/>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9" name="上箭头 638">
            <a:extLst>
              <a:ext uri="{FF2B5EF4-FFF2-40B4-BE49-F238E27FC236}">
                <a16:creationId xmlns:a16="http://schemas.microsoft.com/office/drawing/2014/main" id="{466AC814-593D-A911-EFD9-2B43648F22FC}"/>
              </a:ext>
            </a:extLst>
          </p:cNvPr>
          <p:cNvSpPr/>
          <p:nvPr/>
        </p:nvSpPr>
        <p:spPr>
          <a:xfrm rot="3296920">
            <a:off x="11532357" y="5265035"/>
            <a:ext cx="333715" cy="404169"/>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Tree>
    <p:extLst>
      <p:ext uri="{BB962C8B-B14F-4D97-AF65-F5344CB8AC3E}">
        <p14:creationId xmlns:p14="http://schemas.microsoft.com/office/powerpoint/2010/main" val="427614465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矩形 2">
            <a:extLst>
              <a:ext uri="{FF2B5EF4-FFF2-40B4-BE49-F238E27FC236}">
                <a16:creationId xmlns:a16="http://schemas.microsoft.com/office/drawing/2014/main" id="{7F836789-58E0-BA27-0CF0-1B8679C68A3E}"/>
              </a:ext>
            </a:extLst>
          </p:cNvPr>
          <p:cNvSpPr/>
          <p:nvPr/>
        </p:nvSpPr>
        <p:spPr>
          <a:xfrm>
            <a:off x="1527142" y="2771186"/>
            <a:ext cx="1949705" cy="3063711"/>
          </a:xfrm>
          <a:prstGeom prst="rect">
            <a:avLst/>
          </a:prstGeom>
          <a:solidFill>
            <a:schemeClr val="bg1"/>
          </a:solidFill>
          <a:ln w="3810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矩形 19">
            <a:extLst>
              <a:ext uri="{FF2B5EF4-FFF2-40B4-BE49-F238E27FC236}">
                <a16:creationId xmlns:a16="http://schemas.microsoft.com/office/drawing/2014/main" id="{78B51D05-0794-A140-61D0-28033508B811}"/>
              </a:ext>
            </a:extLst>
          </p:cNvPr>
          <p:cNvSpPr/>
          <p:nvPr/>
        </p:nvSpPr>
        <p:spPr>
          <a:xfrm>
            <a:off x="3623462" y="2771186"/>
            <a:ext cx="1949705" cy="3063711"/>
          </a:xfrm>
          <a:prstGeom prst="rect">
            <a:avLst/>
          </a:prstGeom>
          <a:solidFill>
            <a:schemeClr val="bg1"/>
          </a:solidFill>
          <a:ln w="3810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矩形 20">
            <a:extLst>
              <a:ext uri="{FF2B5EF4-FFF2-40B4-BE49-F238E27FC236}">
                <a16:creationId xmlns:a16="http://schemas.microsoft.com/office/drawing/2014/main" id="{BEF6B7D3-1799-2085-21C9-104F2FC7F7BD}"/>
              </a:ext>
            </a:extLst>
          </p:cNvPr>
          <p:cNvSpPr/>
          <p:nvPr/>
        </p:nvSpPr>
        <p:spPr>
          <a:xfrm>
            <a:off x="5719782" y="2771186"/>
            <a:ext cx="1949705" cy="3063711"/>
          </a:xfrm>
          <a:prstGeom prst="rect">
            <a:avLst/>
          </a:prstGeom>
          <a:solidFill>
            <a:schemeClr val="bg1"/>
          </a:solidFill>
          <a:ln w="3810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矩形 32">
            <a:extLst>
              <a:ext uri="{FF2B5EF4-FFF2-40B4-BE49-F238E27FC236}">
                <a16:creationId xmlns:a16="http://schemas.microsoft.com/office/drawing/2014/main" id="{BC5DC4B3-84F7-060C-6039-76ED40D79CE2}"/>
              </a:ext>
            </a:extLst>
          </p:cNvPr>
          <p:cNvSpPr/>
          <p:nvPr/>
        </p:nvSpPr>
        <p:spPr>
          <a:xfrm>
            <a:off x="7816102" y="2771186"/>
            <a:ext cx="1949705" cy="3063711"/>
          </a:xfrm>
          <a:prstGeom prst="rect">
            <a:avLst/>
          </a:prstGeom>
          <a:solidFill>
            <a:schemeClr val="bg1"/>
          </a:solidFill>
          <a:ln w="3810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矩形 41">
            <a:extLst>
              <a:ext uri="{FF2B5EF4-FFF2-40B4-BE49-F238E27FC236}">
                <a16:creationId xmlns:a16="http://schemas.microsoft.com/office/drawing/2014/main" id="{104057D3-B1C8-13D1-B52F-AC763F649637}"/>
              </a:ext>
            </a:extLst>
          </p:cNvPr>
          <p:cNvSpPr/>
          <p:nvPr/>
        </p:nvSpPr>
        <p:spPr>
          <a:xfrm>
            <a:off x="9912424" y="2771186"/>
            <a:ext cx="1949705" cy="3063711"/>
          </a:xfrm>
          <a:prstGeom prst="rect">
            <a:avLst/>
          </a:prstGeom>
          <a:solidFill>
            <a:schemeClr val="bg1"/>
          </a:solidFill>
          <a:ln w="3810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 name="三角形 44">
            <a:extLst>
              <a:ext uri="{FF2B5EF4-FFF2-40B4-BE49-F238E27FC236}">
                <a16:creationId xmlns:a16="http://schemas.microsoft.com/office/drawing/2014/main" id="{CC0D4B4D-B2B3-9E5B-96AF-4D6C6F7BEBA0}"/>
              </a:ext>
            </a:extLst>
          </p:cNvPr>
          <p:cNvSpPr/>
          <p:nvPr/>
        </p:nvSpPr>
        <p:spPr>
          <a:xfrm>
            <a:off x="1528763" y="971551"/>
            <a:ext cx="10315575" cy="1143000"/>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矩形 50">
            <a:extLst>
              <a:ext uri="{FF2B5EF4-FFF2-40B4-BE49-F238E27FC236}">
                <a16:creationId xmlns:a16="http://schemas.microsoft.com/office/drawing/2014/main" id="{29086875-9EEC-3B3D-4520-778FD52BDFF2}"/>
              </a:ext>
            </a:extLst>
          </p:cNvPr>
          <p:cNvSpPr/>
          <p:nvPr/>
        </p:nvSpPr>
        <p:spPr>
          <a:xfrm>
            <a:off x="1533623" y="2181126"/>
            <a:ext cx="10329863" cy="48577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矩形 62">
            <a:extLst>
              <a:ext uri="{FF2B5EF4-FFF2-40B4-BE49-F238E27FC236}">
                <a16:creationId xmlns:a16="http://schemas.microsoft.com/office/drawing/2014/main" id="{FBE7417B-8977-BCB5-ABA5-07A2BAB2C4D5}"/>
              </a:ext>
            </a:extLst>
          </p:cNvPr>
          <p:cNvSpPr/>
          <p:nvPr/>
        </p:nvSpPr>
        <p:spPr>
          <a:xfrm>
            <a:off x="1533623" y="5920705"/>
            <a:ext cx="10329863" cy="71547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6" name="椭圆 575">
            <a:extLst>
              <a:ext uri="{FF2B5EF4-FFF2-40B4-BE49-F238E27FC236}">
                <a16:creationId xmlns:a16="http://schemas.microsoft.com/office/drawing/2014/main" id="{813C804F-EDDD-8561-1F47-867B97FB68A1}"/>
              </a:ext>
            </a:extLst>
          </p:cNvPr>
          <p:cNvSpPr/>
          <p:nvPr/>
        </p:nvSpPr>
        <p:spPr>
          <a:xfrm>
            <a:off x="6466789" y="11406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1</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577" name="椭圆 576">
            <a:extLst>
              <a:ext uri="{FF2B5EF4-FFF2-40B4-BE49-F238E27FC236}">
                <a16:creationId xmlns:a16="http://schemas.microsoft.com/office/drawing/2014/main" id="{5EEA98AE-2F8A-1FEB-EE43-E01A6D6D8DC5}"/>
              </a:ext>
            </a:extLst>
          </p:cNvPr>
          <p:cNvSpPr/>
          <p:nvPr/>
        </p:nvSpPr>
        <p:spPr>
          <a:xfrm>
            <a:off x="1718959" y="221088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2</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578" name="椭圆 577">
            <a:extLst>
              <a:ext uri="{FF2B5EF4-FFF2-40B4-BE49-F238E27FC236}">
                <a16:creationId xmlns:a16="http://schemas.microsoft.com/office/drawing/2014/main" id="{7F2BBE89-D6AD-21B3-A2FB-EFC0EAE10381}"/>
              </a:ext>
            </a:extLst>
          </p:cNvPr>
          <p:cNvSpPr/>
          <p:nvPr/>
        </p:nvSpPr>
        <p:spPr>
          <a:xfrm>
            <a:off x="2279576" y="2924944"/>
            <a:ext cx="405351" cy="40535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chemeClr val="bg1"/>
                </a:solidFill>
                <a:latin typeface="Alibaba PuHuiTi Heavy" pitchFamily="18" charset="-122"/>
                <a:ea typeface="Alibaba PuHuiTi Heavy" pitchFamily="18" charset="-122"/>
                <a:cs typeface="Alibaba PuHuiTi Heavy" pitchFamily="18" charset="-122"/>
              </a:rPr>
              <a:t>3</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79" name="椭圆 578">
            <a:extLst>
              <a:ext uri="{FF2B5EF4-FFF2-40B4-BE49-F238E27FC236}">
                <a16:creationId xmlns:a16="http://schemas.microsoft.com/office/drawing/2014/main" id="{B3EE8771-290B-5728-1EC6-1BADA7584DCA}"/>
              </a:ext>
            </a:extLst>
          </p:cNvPr>
          <p:cNvSpPr/>
          <p:nvPr/>
        </p:nvSpPr>
        <p:spPr>
          <a:xfrm>
            <a:off x="4367808" y="2924944"/>
            <a:ext cx="405351" cy="40535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chemeClr val="bg1"/>
                </a:solidFill>
                <a:latin typeface="Alibaba PuHuiTi Heavy" pitchFamily="18" charset="-122"/>
                <a:ea typeface="Alibaba PuHuiTi Heavy" pitchFamily="18" charset="-122"/>
                <a:cs typeface="Alibaba PuHuiTi Heavy" pitchFamily="18" charset="-122"/>
              </a:rPr>
              <a:t>4</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86" name="椭圆 585">
            <a:extLst>
              <a:ext uri="{FF2B5EF4-FFF2-40B4-BE49-F238E27FC236}">
                <a16:creationId xmlns:a16="http://schemas.microsoft.com/office/drawing/2014/main" id="{DE5EFDBA-BCF9-4ADA-8DCB-B52F3D91F2F2}"/>
              </a:ext>
            </a:extLst>
          </p:cNvPr>
          <p:cNvSpPr/>
          <p:nvPr/>
        </p:nvSpPr>
        <p:spPr>
          <a:xfrm>
            <a:off x="6413425" y="2924944"/>
            <a:ext cx="405351" cy="40535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chemeClr val="bg1"/>
                </a:solidFill>
                <a:latin typeface="Alibaba PuHuiTi Heavy" pitchFamily="18" charset="-122"/>
                <a:ea typeface="Alibaba PuHuiTi Heavy" pitchFamily="18" charset="-122"/>
                <a:cs typeface="Alibaba PuHuiTi Heavy" pitchFamily="18" charset="-122"/>
              </a:rPr>
              <a:t>5</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90" name="椭圆 589">
            <a:extLst>
              <a:ext uri="{FF2B5EF4-FFF2-40B4-BE49-F238E27FC236}">
                <a16:creationId xmlns:a16="http://schemas.microsoft.com/office/drawing/2014/main" id="{5F126FFC-5EA2-CCA6-5187-C2ED8D074A72}"/>
              </a:ext>
            </a:extLst>
          </p:cNvPr>
          <p:cNvSpPr/>
          <p:nvPr/>
        </p:nvSpPr>
        <p:spPr>
          <a:xfrm>
            <a:off x="8544272" y="2924944"/>
            <a:ext cx="405351" cy="40535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chemeClr val="bg1"/>
                </a:solidFill>
                <a:latin typeface="Alibaba PuHuiTi Heavy" pitchFamily="18" charset="-122"/>
                <a:ea typeface="Alibaba PuHuiTi Heavy" pitchFamily="18" charset="-122"/>
                <a:cs typeface="Alibaba PuHuiTi Heavy" pitchFamily="18" charset="-122"/>
              </a:rPr>
              <a:t>6</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97" name="椭圆 596">
            <a:extLst>
              <a:ext uri="{FF2B5EF4-FFF2-40B4-BE49-F238E27FC236}">
                <a16:creationId xmlns:a16="http://schemas.microsoft.com/office/drawing/2014/main" id="{B3D75B23-C70B-8F1B-3D30-572FC0328042}"/>
              </a:ext>
            </a:extLst>
          </p:cNvPr>
          <p:cNvSpPr/>
          <p:nvPr/>
        </p:nvSpPr>
        <p:spPr>
          <a:xfrm>
            <a:off x="10704512" y="2924944"/>
            <a:ext cx="405351" cy="40535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chemeClr val="bg1"/>
                </a:solidFill>
                <a:latin typeface="Alibaba PuHuiTi Heavy" pitchFamily="18" charset="-122"/>
                <a:ea typeface="Alibaba PuHuiTi Heavy" pitchFamily="18" charset="-122"/>
                <a:cs typeface="Alibaba PuHuiTi Heavy" pitchFamily="18" charset="-122"/>
              </a:rPr>
              <a:t>7</a:t>
            </a:r>
            <a:endParaRPr kumimoji="1" lang="zh-CN" altLang="en-US"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98" name="椭圆 597">
            <a:extLst>
              <a:ext uri="{FF2B5EF4-FFF2-40B4-BE49-F238E27FC236}">
                <a16:creationId xmlns:a16="http://schemas.microsoft.com/office/drawing/2014/main" id="{55E5F2F1-94B5-7D83-EEFD-67F23C0C32D5}"/>
              </a:ext>
            </a:extLst>
          </p:cNvPr>
          <p:cNvSpPr/>
          <p:nvPr/>
        </p:nvSpPr>
        <p:spPr>
          <a:xfrm>
            <a:off x="1847528" y="6093296"/>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8</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599" name="文本框 598">
            <a:extLst>
              <a:ext uri="{FF2B5EF4-FFF2-40B4-BE49-F238E27FC236}">
                <a16:creationId xmlns:a16="http://schemas.microsoft.com/office/drawing/2014/main" id="{DDEE0DD0-BA26-D789-20FC-63811B86EAC1}"/>
              </a:ext>
            </a:extLst>
          </p:cNvPr>
          <p:cNvSpPr txBox="1"/>
          <p:nvPr/>
        </p:nvSpPr>
        <p:spPr>
          <a:xfrm>
            <a:off x="4027989" y="1804534"/>
            <a:ext cx="4682378" cy="276999"/>
          </a:xfrm>
          <a:prstGeom prst="rect">
            <a:avLst/>
          </a:prstGeom>
          <a:noFill/>
        </p:spPr>
        <p:txBody>
          <a:bodyPr wrap="square" rtlCol="0">
            <a:spAutoFit/>
          </a:bodyPr>
          <a:lstStyle/>
          <a:p>
            <a:pPr algn="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600" name="文本框 599">
            <a:extLst>
              <a:ext uri="{FF2B5EF4-FFF2-40B4-BE49-F238E27FC236}">
                <a16:creationId xmlns:a16="http://schemas.microsoft.com/office/drawing/2014/main" id="{B3690586-3E8E-A15B-2303-3520192A3763}"/>
              </a:ext>
            </a:extLst>
          </p:cNvPr>
          <p:cNvSpPr txBox="1"/>
          <p:nvPr/>
        </p:nvSpPr>
        <p:spPr>
          <a:xfrm>
            <a:off x="5920437" y="1522535"/>
            <a:ext cx="1443024"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8A9EF729-E5D6-D047-740A-1265D6E83EBF}"/>
              </a:ext>
            </a:extLst>
          </p:cNvPr>
          <p:cNvSpPr txBox="1"/>
          <p:nvPr/>
        </p:nvSpPr>
        <p:spPr>
          <a:xfrm>
            <a:off x="2135560" y="2204864"/>
            <a:ext cx="1443024"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2" name="文本框 601">
            <a:extLst>
              <a:ext uri="{FF2B5EF4-FFF2-40B4-BE49-F238E27FC236}">
                <a16:creationId xmlns:a16="http://schemas.microsoft.com/office/drawing/2014/main" id="{F3BE9A66-C623-E5EF-50CB-AD0E4F8D0284}"/>
              </a:ext>
            </a:extLst>
          </p:cNvPr>
          <p:cNvSpPr txBox="1"/>
          <p:nvPr/>
        </p:nvSpPr>
        <p:spPr>
          <a:xfrm>
            <a:off x="3909856" y="2214291"/>
            <a:ext cx="5780897" cy="646331"/>
          </a:xfrm>
          <a:prstGeom prst="rect">
            <a:avLst/>
          </a:prstGeom>
          <a:noFill/>
        </p:spPr>
        <p:txBody>
          <a:bodyPr wrap="square" rtlCol="0">
            <a:spAutoFit/>
          </a:bodyPr>
          <a:lstStyle/>
          <a:p>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3" name="文本框 602">
            <a:extLst>
              <a:ext uri="{FF2B5EF4-FFF2-40B4-BE49-F238E27FC236}">
                <a16:creationId xmlns:a16="http://schemas.microsoft.com/office/drawing/2014/main" id="{BB12A18A-75DF-76EE-B849-747DA2763154}"/>
              </a:ext>
            </a:extLst>
          </p:cNvPr>
          <p:cNvSpPr txBox="1"/>
          <p:nvPr/>
        </p:nvSpPr>
        <p:spPr>
          <a:xfrm>
            <a:off x="1871443" y="3436031"/>
            <a:ext cx="1319135" cy="369332"/>
          </a:xfrm>
          <a:prstGeom prst="rect">
            <a:avLst/>
          </a:prstGeom>
          <a:noFill/>
        </p:spPr>
        <p:txBody>
          <a:bodyPr wrap="square">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Main Title</a:t>
            </a:r>
            <a:endParaRPr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5" name="文本框 604">
            <a:extLst>
              <a:ext uri="{FF2B5EF4-FFF2-40B4-BE49-F238E27FC236}">
                <a16:creationId xmlns:a16="http://schemas.microsoft.com/office/drawing/2014/main" id="{A664F197-B069-277A-C7E7-DD153DC7AB37}"/>
              </a:ext>
            </a:extLst>
          </p:cNvPr>
          <p:cNvSpPr txBox="1"/>
          <p:nvPr/>
        </p:nvSpPr>
        <p:spPr>
          <a:xfrm>
            <a:off x="3708879" y="3630128"/>
            <a:ext cx="1960887"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6" name="文本框 605">
            <a:extLst>
              <a:ext uri="{FF2B5EF4-FFF2-40B4-BE49-F238E27FC236}">
                <a16:creationId xmlns:a16="http://schemas.microsoft.com/office/drawing/2014/main" id="{857BE454-2446-818D-DDA4-32DEA9BC33F9}"/>
              </a:ext>
            </a:extLst>
          </p:cNvPr>
          <p:cNvSpPr txBox="1"/>
          <p:nvPr/>
        </p:nvSpPr>
        <p:spPr>
          <a:xfrm>
            <a:off x="3723877" y="3421328"/>
            <a:ext cx="1394878"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7" name="Google Shape;776;p29">
            <a:extLst>
              <a:ext uri="{FF2B5EF4-FFF2-40B4-BE49-F238E27FC236}">
                <a16:creationId xmlns:a16="http://schemas.microsoft.com/office/drawing/2014/main" id="{7FB96FA6-79A2-E394-FD35-B9A69A12CDE4}"/>
              </a:ext>
            </a:extLst>
          </p:cNvPr>
          <p:cNvSpPr txBox="1"/>
          <p:nvPr/>
        </p:nvSpPr>
        <p:spPr>
          <a:xfrm>
            <a:off x="3707844" y="4143945"/>
            <a:ext cx="2363018"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100" u="sng" dirty="0">
                <a:solidFill>
                  <a:schemeClr val="bg1"/>
                </a:solidFill>
                <a:latin typeface="Alibaba PuHuiTi" pitchFamily="18" charset="-122"/>
                <a:ea typeface="Alibaba PuHuiTi" pitchFamily="18" charset="-122"/>
                <a:cs typeface="Alibaba PuHuiTi" pitchFamily="18" charset="-122"/>
                <a:sym typeface="Fira Sans Extra Condensed"/>
              </a:rPr>
              <a:t>The GE/McKinsey Matrix</a:t>
            </a:r>
            <a:endParaRPr sz="1100" u="sng"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625" name="文本框 624">
            <a:extLst>
              <a:ext uri="{FF2B5EF4-FFF2-40B4-BE49-F238E27FC236}">
                <a16:creationId xmlns:a16="http://schemas.microsoft.com/office/drawing/2014/main" id="{EFC71AA3-FAE4-A4BC-C9CC-E750CBF3B5D0}"/>
              </a:ext>
            </a:extLst>
          </p:cNvPr>
          <p:cNvSpPr txBox="1"/>
          <p:nvPr/>
        </p:nvSpPr>
        <p:spPr>
          <a:xfrm>
            <a:off x="1639780" y="3803635"/>
            <a:ext cx="1904698" cy="577081"/>
          </a:xfrm>
          <a:prstGeom prst="rect">
            <a:avLst/>
          </a:prstGeom>
          <a:noFill/>
        </p:spPr>
        <p:txBody>
          <a:bodyPr wrap="square" rtlCol="0">
            <a:spAutoFit/>
          </a:bodyPr>
          <a:lstStyle/>
          <a:p>
            <a:pPr marL="171450" indent="-171450">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26" name="文本框 625">
            <a:extLst>
              <a:ext uri="{FF2B5EF4-FFF2-40B4-BE49-F238E27FC236}">
                <a16:creationId xmlns:a16="http://schemas.microsoft.com/office/drawing/2014/main" id="{F3E1C226-D77C-50DD-20A3-DD46AACDA190}"/>
              </a:ext>
            </a:extLst>
          </p:cNvPr>
          <p:cNvSpPr txBox="1"/>
          <p:nvPr/>
        </p:nvSpPr>
        <p:spPr>
          <a:xfrm>
            <a:off x="5798458" y="3401195"/>
            <a:ext cx="1856107" cy="577081"/>
          </a:xfrm>
          <a:prstGeom prst="rect">
            <a:avLst/>
          </a:prstGeom>
          <a:noFill/>
        </p:spPr>
        <p:txBody>
          <a:bodyPr wrap="square" rtlCol="0">
            <a:spAutoFit/>
          </a:bodyPr>
          <a:lstStyle/>
          <a:p>
            <a:pPr marL="171450" indent="-171450">
              <a:buFont typeface="Wingdings" pitchFamily="2" charset="2"/>
              <a:buChar char="p"/>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27" name="文本框 626">
            <a:extLst>
              <a:ext uri="{FF2B5EF4-FFF2-40B4-BE49-F238E27FC236}">
                <a16:creationId xmlns:a16="http://schemas.microsoft.com/office/drawing/2014/main" id="{711A9616-D3B4-FE78-05DD-1007FE168DC3}"/>
              </a:ext>
            </a:extLst>
          </p:cNvPr>
          <p:cNvSpPr txBox="1"/>
          <p:nvPr/>
        </p:nvSpPr>
        <p:spPr>
          <a:xfrm>
            <a:off x="5798458" y="3987496"/>
            <a:ext cx="1856107" cy="577081"/>
          </a:xfrm>
          <a:prstGeom prst="rect">
            <a:avLst/>
          </a:prstGeom>
          <a:noFill/>
        </p:spPr>
        <p:txBody>
          <a:bodyPr wrap="square" rtlCol="0">
            <a:spAutoFit/>
          </a:bodyPr>
          <a:lstStyle/>
          <a:p>
            <a:pPr marL="171450" indent="-171450">
              <a:buFont typeface="Wingdings" pitchFamily="2" charset="2"/>
              <a:buChar char="p"/>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28" name="Google Shape;776;p29">
            <a:extLst>
              <a:ext uri="{FF2B5EF4-FFF2-40B4-BE49-F238E27FC236}">
                <a16:creationId xmlns:a16="http://schemas.microsoft.com/office/drawing/2014/main" id="{8ED22891-3EAB-198A-186D-24F7B6671F94}"/>
              </a:ext>
            </a:extLst>
          </p:cNvPr>
          <p:cNvSpPr txBox="1"/>
          <p:nvPr/>
        </p:nvSpPr>
        <p:spPr>
          <a:xfrm>
            <a:off x="7953030" y="3275657"/>
            <a:ext cx="1856675" cy="977366"/>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629" name="文本框 628">
            <a:extLst>
              <a:ext uri="{FF2B5EF4-FFF2-40B4-BE49-F238E27FC236}">
                <a16:creationId xmlns:a16="http://schemas.microsoft.com/office/drawing/2014/main" id="{449951E3-463A-2188-CC82-0B78EB74DE47}"/>
              </a:ext>
            </a:extLst>
          </p:cNvPr>
          <p:cNvSpPr txBox="1"/>
          <p:nvPr/>
        </p:nvSpPr>
        <p:spPr>
          <a:xfrm>
            <a:off x="10078227" y="3498626"/>
            <a:ext cx="1620438" cy="577081"/>
          </a:xfrm>
          <a:prstGeom prst="rect">
            <a:avLst/>
          </a:prstGeom>
          <a:noFill/>
        </p:spPr>
        <p:txBody>
          <a:bodyPr wrap="square" rtlCol="0">
            <a:spAutoFit/>
          </a:bodyPr>
          <a:lstStyle/>
          <a:p>
            <a:pPr marL="171450" indent="-171450" algn="just">
              <a:buFont typeface="Wingdings" pitchFamily="2" charset="2"/>
              <a:buChar char="ü"/>
            </a:pPr>
            <a:r>
              <a:rPr kumimoji="1" lang="en" altLang="zh-CN" sz="1050" i="1" u="sng"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u="sng"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30" name="文本框 629">
            <a:extLst>
              <a:ext uri="{FF2B5EF4-FFF2-40B4-BE49-F238E27FC236}">
                <a16:creationId xmlns:a16="http://schemas.microsoft.com/office/drawing/2014/main" id="{081B7673-0C29-5C9E-7FFA-122C94F8EA87}"/>
              </a:ext>
            </a:extLst>
          </p:cNvPr>
          <p:cNvSpPr txBox="1"/>
          <p:nvPr/>
        </p:nvSpPr>
        <p:spPr>
          <a:xfrm>
            <a:off x="10067594" y="4086692"/>
            <a:ext cx="1620438" cy="577081"/>
          </a:xfrm>
          <a:prstGeom prst="rect">
            <a:avLst/>
          </a:prstGeom>
          <a:noFill/>
        </p:spPr>
        <p:txBody>
          <a:bodyPr wrap="square" rtlCol="0">
            <a:spAutoFit/>
          </a:bodyPr>
          <a:lstStyle/>
          <a:p>
            <a:pPr marL="171450" indent="-171450" algn="just">
              <a:buFont typeface="Wingdings" pitchFamily="2" charset="2"/>
              <a:buChar char="ü"/>
            </a:pPr>
            <a:r>
              <a:rPr kumimoji="1" lang="en" altLang="zh-CN" sz="1050" i="1" u="sng"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u="sng" dirty="0">
                <a:solidFill>
                  <a:srgbClr val="1E344D"/>
                </a:solidFill>
                <a:latin typeface="Alibaba PuHuiTi Medium" pitchFamily="18" charset="-122"/>
                <a:ea typeface="Alibaba PuHuiTi Medium" pitchFamily="18" charset="-122"/>
                <a:cs typeface="Alibaba PuHuiTi Medium" pitchFamily="18" charset="-122"/>
              </a:rPr>
              <a:t>。</a:t>
            </a:r>
          </a:p>
        </p:txBody>
      </p:sp>
      <p:graphicFrame>
        <p:nvGraphicFramePr>
          <p:cNvPr id="631" name="图表 630">
            <a:extLst>
              <a:ext uri="{FF2B5EF4-FFF2-40B4-BE49-F238E27FC236}">
                <a16:creationId xmlns:a16="http://schemas.microsoft.com/office/drawing/2014/main" id="{3040BCFB-1968-759F-F17D-4F89D1699729}"/>
              </a:ext>
            </a:extLst>
          </p:cNvPr>
          <p:cNvGraphicFramePr/>
          <p:nvPr>
            <p:extLst>
              <p:ext uri="{D42A27DB-BD31-4B8C-83A1-F6EECF244321}">
                <p14:modId xmlns:p14="http://schemas.microsoft.com/office/powerpoint/2010/main" val="2460665173"/>
              </p:ext>
            </p:extLst>
          </p:nvPr>
        </p:nvGraphicFramePr>
        <p:xfrm>
          <a:off x="10028132" y="4751108"/>
          <a:ext cx="1529131" cy="1067725"/>
        </p:xfrm>
        <a:graphic>
          <a:graphicData uri="http://schemas.openxmlformats.org/drawingml/2006/chart">
            <c:chart xmlns:c="http://schemas.openxmlformats.org/drawingml/2006/chart" xmlns:r="http://schemas.openxmlformats.org/officeDocument/2006/relationships" r:id="rId3"/>
          </a:graphicData>
        </a:graphic>
      </p:graphicFrame>
      <p:sp>
        <p:nvSpPr>
          <p:cNvPr id="632" name="文本框 631">
            <a:extLst>
              <a:ext uri="{FF2B5EF4-FFF2-40B4-BE49-F238E27FC236}">
                <a16:creationId xmlns:a16="http://schemas.microsoft.com/office/drawing/2014/main" id="{94F4BED0-B55E-44BD-DE12-60F3E35028BD}"/>
              </a:ext>
            </a:extLst>
          </p:cNvPr>
          <p:cNvSpPr txBox="1"/>
          <p:nvPr/>
        </p:nvSpPr>
        <p:spPr>
          <a:xfrm>
            <a:off x="2297636" y="6137024"/>
            <a:ext cx="6459866" cy="369332"/>
          </a:xfrm>
          <a:prstGeom prst="rect">
            <a:avLst/>
          </a:prstGeom>
          <a:noFill/>
        </p:spPr>
        <p:txBody>
          <a:bodyPr wrap="square" rtlCol="0">
            <a:spAutoFit/>
          </a:bodyPr>
          <a:lstStyle/>
          <a:p>
            <a:pPr marL="171450" indent="-171450" algn="just">
              <a:buFont typeface="Wingdings" pitchFamily="2" charset="2"/>
              <a:buChar char="ü"/>
            </a:pPr>
            <a:r>
              <a:rPr kumimoji="1" lang="en" altLang="zh-CN" i="1" u="sng"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i="1" u="sng"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633" name="Google Shape;777;p29">
            <a:extLst>
              <a:ext uri="{FF2B5EF4-FFF2-40B4-BE49-F238E27FC236}">
                <a16:creationId xmlns:a16="http://schemas.microsoft.com/office/drawing/2014/main" id="{10B4A3C9-5423-019A-1F58-A8436F1B6B95}"/>
              </a:ext>
            </a:extLst>
          </p:cNvPr>
          <p:cNvSpPr txBox="1"/>
          <p:nvPr/>
        </p:nvSpPr>
        <p:spPr>
          <a:xfrm>
            <a:off x="8813449" y="5895334"/>
            <a:ext cx="2998335"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chemeClr val="bg1"/>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chemeClr val="bg1"/>
              </a:solidFill>
              <a:latin typeface="Alibaba PuHuiTi" pitchFamily="18" charset="-122"/>
              <a:ea typeface="Alibaba PuHuiTi" pitchFamily="18" charset="-122"/>
              <a:cs typeface="Alibaba PuHuiTi" pitchFamily="18" charset="-122"/>
              <a:sym typeface="Roboto"/>
            </a:endParaRPr>
          </a:p>
        </p:txBody>
      </p:sp>
      <p:sp>
        <p:nvSpPr>
          <p:cNvPr id="634" name="文本框 633">
            <a:extLst>
              <a:ext uri="{FF2B5EF4-FFF2-40B4-BE49-F238E27FC236}">
                <a16:creationId xmlns:a16="http://schemas.microsoft.com/office/drawing/2014/main" id="{EBB91D94-1DAD-CEDB-296E-A14E4E8F3C96}"/>
              </a:ext>
            </a:extLst>
          </p:cNvPr>
          <p:cNvSpPr txBox="1"/>
          <p:nvPr/>
        </p:nvSpPr>
        <p:spPr>
          <a:xfrm>
            <a:off x="317648" y="1200159"/>
            <a:ext cx="901209"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Focus</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5" name="文本框 634">
            <a:extLst>
              <a:ext uri="{FF2B5EF4-FFF2-40B4-BE49-F238E27FC236}">
                <a16:creationId xmlns:a16="http://schemas.microsoft.com/office/drawing/2014/main" id="{0AE2D47A-AEDB-1765-6362-4F0EFD064B85}"/>
              </a:ext>
            </a:extLst>
          </p:cNvPr>
          <p:cNvSpPr txBox="1"/>
          <p:nvPr/>
        </p:nvSpPr>
        <p:spPr>
          <a:xfrm>
            <a:off x="215686" y="2267947"/>
            <a:ext cx="1620078" cy="338554"/>
          </a:xfrm>
          <a:prstGeom prst="rect">
            <a:avLst/>
          </a:prstGeom>
          <a:noFill/>
        </p:spPr>
        <p:txBody>
          <a:bodyPr wrap="square">
            <a:spAutoFit/>
          </a:bodyPr>
          <a:lstStyle/>
          <a:p>
            <a:r>
              <a:rPr kumimoji="1" lang="en" altLang="zh-CN" sz="1600" b="1" dirty="0">
                <a:solidFill>
                  <a:srgbClr val="BB3023"/>
                </a:solidFill>
                <a:latin typeface="Alibaba PuHuiTi" pitchFamily="18" charset="-122"/>
                <a:ea typeface="Alibaba PuHuiTi" pitchFamily="18" charset="-122"/>
                <a:cs typeface="Alibaba PuHuiTi" pitchFamily="18" charset="-122"/>
              </a:rPr>
              <a:t>main title</a:t>
            </a:r>
            <a:endParaRPr lang="zh-CN" altLang="en-US" sz="1600" b="1" dirty="0">
              <a:solidFill>
                <a:srgbClr val="BB3023"/>
              </a:solidFill>
              <a:latin typeface="Alibaba PuHuiTi" pitchFamily="18" charset="-122"/>
              <a:ea typeface="Alibaba PuHuiTi" pitchFamily="18" charset="-122"/>
              <a:cs typeface="Alibaba PuHuiTi" pitchFamily="18" charset="-122"/>
            </a:endParaRPr>
          </a:p>
        </p:txBody>
      </p:sp>
      <p:sp>
        <p:nvSpPr>
          <p:cNvPr id="636" name="文本框 635">
            <a:extLst>
              <a:ext uri="{FF2B5EF4-FFF2-40B4-BE49-F238E27FC236}">
                <a16:creationId xmlns:a16="http://schemas.microsoft.com/office/drawing/2014/main" id="{AD4F997D-D41B-D6B7-0606-3377CFE5BC93}"/>
              </a:ext>
            </a:extLst>
          </p:cNvPr>
          <p:cNvSpPr txBox="1"/>
          <p:nvPr/>
        </p:nvSpPr>
        <p:spPr>
          <a:xfrm>
            <a:off x="215686" y="3983597"/>
            <a:ext cx="1620078" cy="338554"/>
          </a:xfrm>
          <a:prstGeom prst="rect">
            <a:avLst/>
          </a:prstGeom>
          <a:noFill/>
        </p:spPr>
        <p:txBody>
          <a:bodyPr wrap="square">
            <a:spAutoFit/>
          </a:bodyPr>
          <a:lstStyle/>
          <a:p>
            <a:r>
              <a:rPr kumimoji="1" lang="en" altLang="zh-CN" sz="1600" b="1" dirty="0">
                <a:solidFill>
                  <a:srgbClr val="BB3023"/>
                </a:solidFill>
                <a:latin typeface="Alibaba PuHuiTi" pitchFamily="18" charset="-122"/>
                <a:ea typeface="Alibaba PuHuiTi" pitchFamily="18" charset="-122"/>
                <a:cs typeface="Alibaba PuHuiTi" pitchFamily="18" charset="-122"/>
              </a:rPr>
              <a:t>main title</a:t>
            </a:r>
            <a:endParaRPr lang="zh-CN" altLang="en-US" sz="1600" b="1" dirty="0">
              <a:solidFill>
                <a:srgbClr val="BB3023"/>
              </a:solidFill>
              <a:latin typeface="Alibaba PuHuiTi" pitchFamily="18" charset="-122"/>
              <a:ea typeface="Alibaba PuHuiTi" pitchFamily="18" charset="-122"/>
              <a:cs typeface="Alibaba PuHuiTi" pitchFamily="18" charset="-122"/>
            </a:endParaRPr>
          </a:p>
        </p:txBody>
      </p:sp>
      <p:sp>
        <p:nvSpPr>
          <p:cNvPr id="637" name="文本框 636">
            <a:extLst>
              <a:ext uri="{FF2B5EF4-FFF2-40B4-BE49-F238E27FC236}">
                <a16:creationId xmlns:a16="http://schemas.microsoft.com/office/drawing/2014/main" id="{95636041-CCF2-AFA6-8E59-0AC21700FF22}"/>
              </a:ext>
            </a:extLst>
          </p:cNvPr>
          <p:cNvSpPr txBox="1"/>
          <p:nvPr/>
        </p:nvSpPr>
        <p:spPr>
          <a:xfrm>
            <a:off x="215686" y="6165304"/>
            <a:ext cx="1620078" cy="338554"/>
          </a:xfrm>
          <a:prstGeom prst="rect">
            <a:avLst/>
          </a:prstGeom>
          <a:noFill/>
        </p:spPr>
        <p:txBody>
          <a:bodyPr wrap="square">
            <a:spAutoFit/>
          </a:bodyPr>
          <a:lstStyle/>
          <a:p>
            <a:r>
              <a:rPr kumimoji="1" lang="en" altLang="zh-CN" sz="1600" b="1" dirty="0">
                <a:solidFill>
                  <a:srgbClr val="BB3023"/>
                </a:solidFill>
                <a:latin typeface="Alibaba PuHuiTi" pitchFamily="18" charset="-122"/>
                <a:ea typeface="Alibaba PuHuiTi" pitchFamily="18" charset="-122"/>
                <a:cs typeface="Alibaba PuHuiTi" pitchFamily="18" charset="-122"/>
              </a:rPr>
              <a:t>main title</a:t>
            </a:r>
            <a:endParaRPr lang="zh-CN" altLang="en-US" sz="1600" b="1" dirty="0">
              <a:solidFill>
                <a:srgbClr val="BB3023"/>
              </a:solidFill>
              <a:latin typeface="Alibaba PuHuiTi" pitchFamily="18" charset="-122"/>
              <a:ea typeface="Alibaba PuHuiTi" pitchFamily="18" charset="-122"/>
              <a:cs typeface="Alibaba PuHuiTi" pitchFamily="18" charset="-122"/>
            </a:endParaRPr>
          </a:p>
        </p:txBody>
      </p:sp>
      <p:graphicFrame>
        <p:nvGraphicFramePr>
          <p:cNvPr id="638" name="图表 637">
            <a:extLst>
              <a:ext uri="{FF2B5EF4-FFF2-40B4-BE49-F238E27FC236}">
                <a16:creationId xmlns:a16="http://schemas.microsoft.com/office/drawing/2014/main" id="{D13BF02C-6734-EB61-23AC-5EF3BF10F0CF}"/>
              </a:ext>
            </a:extLst>
          </p:cNvPr>
          <p:cNvGraphicFramePr/>
          <p:nvPr>
            <p:extLst>
              <p:ext uri="{D42A27DB-BD31-4B8C-83A1-F6EECF244321}">
                <p14:modId xmlns:p14="http://schemas.microsoft.com/office/powerpoint/2010/main" val="3211964529"/>
              </p:ext>
            </p:extLst>
          </p:nvPr>
        </p:nvGraphicFramePr>
        <p:xfrm>
          <a:off x="7945559" y="4284921"/>
          <a:ext cx="1698171" cy="153108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39" name="图表 638">
            <a:extLst>
              <a:ext uri="{FF2B5EF4-FFF2-40B4-BE49-F238E27FC236}">
                <a16:creationId xmlns:a16="http://schemas.microsoft.com/office/drawing/2014/main" id="{7379296A-468C-9A0B-2EF6-452673AE562E}"/>
              </a:ext>
            </a:extLst>
          </p:cNvPr>
          <p:cNvGraphicFramePr/>
          <p:nvPr>
            <p:extLst>
              <p:ext uri="{D42A27DB-BD31-4B8C-83A1-F6EECF244321}">
                <p14:modId xmlns:p14="http://schemas.microsoft.com/office/powerpoint/2010/main" val="2256513279"/>
              </p:ext>
            </p:extLst>
          </p:nvPr>
        </p:nvGraphicFramePr>
        <p:xfrm>
          <a:off x="5103628" y="4678326"/>
          <a:ext cx="3072809" cy="1137683"/>
        </p:xfrm>
        <a:graphic>
          <a:graphicData uri="http://schemas.openxmlformats.org/drawingml/2006/chart">
            <c:chart xmlns:c="http://schemas.openxmlformats.org/drawingml/2006/chart" xmlns:r="http://schemas.openxmlformats.org/officeDocument/2006/relationships" r:id="rId5"/>
          </a:graphicData>
        </a:graphic>
      </p:graphicFrame>
      <mc:AlternateContent xmlns:mc="http://schemas.openxmlformats.org/markup-compatibility/2006" xmlns:cx1="http://schemas.microsoft.com/office/drawing/2015/9/8/chartex">
        <mc:Choice Requires="cx1">
          <p:graphicFrame>
            <p:nvGraphicFramePr>
              <p:cNvPr id="640" name="图表 639">
                <a:extLst>
                  <a:ext uri="{FF2B5EF4-FFF2-40B4-BE49-F238E27FC236}">
                    <a16:creationId xmlns:a16="http://schemas.microsoft.com/office/drawing/2014/main" id="{B045239A-DD1E-50FC-B2F4-2A640CF1577D}"/>
                  </a:ext>
                </a:extLst>
              </p:cNvPr>
              <p:cNvGraphicFramePr/>
              <p:nvPr>
                <p:extLst>
                  <p:ext uri="{D42A27DB-BD31-4B8C-83A1-F6EECF244321}">
                    <p14:modId xmlns:p14="http://schemas.microsoft.com/office/powerpoint/2010/main" val="3639821817"/>
                  </p:ext>
                </p:extLst>
              </p:nvPr>
            </p:nvGraphicFramePr>
            <p:xfrm>
              <a:off x="1612586" y="4258848"/>
              <a:ext cx="1857382" cy="1578114"/>
            </p:xfrm>
            <a:graphic>
              <a:graphicData uri="http://schemas.microsoft.com/office/drawing/2014/chartex">
                <cx:chart xmlns:cx="http://schemas.microsoft.com/office/drawing/2014/chartex" xmlns:r="http://schemas.openxmlformats.org/officeDocument/2006/relationships" r:id="rId6"/>
              </a:graphicData>
            </a:graphic>
          </p:graphicFrame>
        </mc:Choice>
        <mc:Fallback xmlns="">
          <p:pic>
            <p:nvPicPr>
              <p:cNvPr id="640" name="图表 639">
                <a:extLst>
                  <a:ext uri="{FF2B5EF4-FFF2-40B4-BE49-F238E27FC236}">
                    <a16:creationId xmlns:a16="http://schemas.microsoft.com/office/drawing/2014/main" id="{B045239A-DD1E-50FC-B2F4-2A640CF1577D}"/>
                  </a:ext>
                </a:extLst>
              </p:cNvPr>
              <p:cNvPicPr>
                <a:picLocks noGrp="1" noRot="1" noChangeAspect="1" noMove="1" noResize="1" noEditPoints="1" noAdjustHandles="1" noChangeArrowheads="1" noChangeShapeType="1"/>
              </p:cNvPicPr>
              <p:nvPr/>
            </p:nvPicPr>
            <p:blipFill>
              <a:blip r:embed="rId7"/>
              <a:stretch>
                <a:fillRect/>
              </a:stretch>
            </p:blipFill>
            <p:spPr>
              <a:xfrm>
                <a:off x="1612586" y="4258848"/>
                <a:ext cx="1857382" cy="1578114"/>
              </a:xfrm>
              <a:prstGeom prst="rect">
                <a:avLst/>
              </a:prstGeom>
            </p:spPr>
          </p:pic>
        </mc:Fallback>
      </mc:AlternateContent>
      <p:graphicFrame>
        <p:nvGraphicFramePr>
          <p:cNvPr id="641" name="图表 640">
            <a:extLst>
              <a:ext uri="{FF2B5EF4-FFF2-40B4-BE49-F238E27FC236}">
                <a16:creationId xmlns:a16="http://schemas.microsoft.com/office/drawing/2014/main" id="{FE5FA69E-362B-0DE0-EC13-C357A8D9A966}"/>
              </a:ext>
            </a:extLst>
          </p:cNvPr>
          <p:cNvGraphicFramePr/>
          <p:nvPr>
            <p:extLst>
              <p:ext uri="{D42A27DB-BD31-4B8C-83A1-F6EECF244321}">
                <p14:modId xmlns:p14="http://schemas.microsoft.com/office/powerpoint/2010/main" val="2849877384"/>
              </p:ext>
            </p:extLst>
          </p:nvPr>
        </p:nvGraphicFramePr>
        <p:xfrm>
          <a:off x="3689811" y="4335269"/>
          <a:ext cx="1828486" cy="1479176"/>
        </p:xfrm>
        <a:graphic>
          <a:graphicData uri="http://schemas.openxmlformats.org/drawingml/2006/chart">
            <c:chart xmlns:c="http://schemas.openxmlformats.org/drawingml/2006/chart" xmlns:r="http://schemas.openxmlformats.org/officeDocument/2006/relationships" r:id="rId8"/>
          </a:graphicData>
        </a:graphic>
      </p:graphicFrame>
      <mc:AlternateContent xmlns:mc="http://schemas.openxmlformats.org/markup-compatibility/2006" xmlns:cx1="http://schemas.microsoft.com/office/drawing/2015/9/8/chartex">
        <mc:Choice Requires="cx1">
          <p:graphicFrame>
            <p:nvGraphicFramePr>
              <p:cNvPr id="642" name="图表 641">
                <a:extLst>
                  <a:ext uri="{FF2B5EF4-FFF2-40B4-BE49-F238E27FC236}">
                    <a16:creationId xmlns:a16="http://schemas.microsoft.com/office/drawing/2014/main" id="{B420EC7D-0A91-E400-96DC-6BE3AC7225CC}"/>
                  </a:ext>
                </a:extLst>
              </p:cNvPr>
              <p:cNvGraphicFramePr/>
              <p:nvPr>
                <p:extLst>
                  <p:ext uri="{D42A27DB-BD31-4B8C-83A1-F6EECF244321}">
                    <p14:modId xmlns:p14="http://schemas.microsoft.com/office/powerpoint/2010/main" val="323300528"/>
                  </p:ext>
                </p:extLst>
              </p:nvPr>
            </p:nvGraphicFramePr>
            <p:xfrm>
              <a:off x="10079665" y="4688958"/>
              <a:ext cx="1658679" cy="1076879"/>
            </p:xfrm>
            <a:graphic>
              <a:graphicData uri="http://schemas.microsoft.com/office/drawing/2014/chartex">
                <cx:chart xmlns:cx="http://schemas.microsoft.com/office/drawing/2014/chartex" xmlns:r="http://schemas.openxmlformats.org/officeDocument/2006/relationships" r:id="rId9"/>
              </a:graphicData>
            </a:graphic>
          </p:graphicFrame>
        </mc:Choice>
        <mc:Fallback xmlns="">
          <p:pic>
            <p:nvPicPr>
              <p:cNvPr id="642" name="图表 641">
                <a:extLst>
                  <a:ext uri="{FF2B5EF4-FFF2-40B4-BE49-F238E27FC236}">
                    <a16:creationId xmlns:a16="http://schemas.microsoft.com/office/drawing/2014/main" id="{B420EC7D-0A91-E400-96DC-6BE3AC7225CC}"/>
                  </a:ext>
                </a:extLst>
              </p:cNvPr>
              <p:cNvPicPr>
                <a:picLocks noGrp="1" noRot="1" noChangeAspect="1" noMove="1" noResize="1" noEditPoints="1" noAdjustHandles="1" noChangeArrowheads="1" noChangeShapeType="1"/>
              </p:cNvPicPr>
              <p:nvPr/>
            </p:nvPicPr>
            <p:blipFill>
              <a:blip r:embed="rId10"/>
              <a:stretch>
                <a:fillRect/>
              </a:stretch>
            </p:blipFill>
            <p:spPr>
              <a:xfrm>
                <a:off x="10079665" y="4688958"/>
                <a:ext cx="1658679" cy="1076879"/>
              </a:xfrm>
              <a:prstGeom prst="rect">
                <a:avLst/>
              </a:prstGeom>
            </p:spPr>
          </p:pic>
        </mc:Fallback>
      </mc:AlternateContent>
    </p:spTree>
    <p:extLst>
      <p:ext uri="{BB962C8B-B14F-4D97-AF65-F5344CB8AC3E}">
        <p14:creationId xmlns:p14="http://schemas.microsoft.com/office/powerpoint/2010/main" val="249570908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0CC1D17-075F-4A7F-9CA9-B0F6FAC009E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A56680D-4293-5530-DB23-192A14D39A8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0993C487-E6A8-7D28-807E-DD1830ADE57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E44E0640-00DC-097E-92A7-C9C5E697A248}"/>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74A1B66D-A929-71DA-CDC6-4272D3BECC2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FCFC9B73-9CB1-FEB1-D197-8A93598A1EE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29D89051-AAE1-AB35-84A3-BED7E188BB38}"/>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F861A340-7215-8B17-24C6-58E749962D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9BBCAD2F-DB43-BC27-8A6B-6F1DA6BDCC7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A4EFFB22-83E4-5EF4-2CA6-E32C047291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600DA545-FA93-B8F4-557C-D87C996F066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三角形 1">
            <a:extLst>
              <a:ext uri="{FF2B5EF4-FFF2-40B4-BE49-F238E27FC236}">
                <a16:creationId xmlns:a16="http://schemas.microsoft.com/office/drawing/2014/main" id="{8FA4EE70-F82F-7F08-4C88-E228536088D1}"/>
              </a:ext>
            </a:extLst>
          </p:cNvPr>
          <p:cNvSpPr/>
          <p:nvPr/>
        </p:nvSpPr>
        <p:spPr>
          <a:xfrm>
            <a:off x="1528763" y="971551"/>
            <a:ext cx="10315575" cy="1143000"/>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矩形 2">
            <a:extLst>
              <a:ext uri="{FF2B5EF4-FFF2-40B4-BE49-F238E27FC236}">
                <a16:creationId xmlns:a16="http://schemas.microsoft.com/office/drawing/2014/main" id="{C2CCB4CC-D97D-EE60-E25A-BFF11E629A68}"/>
              </a:ext>
            </a:extLst>
          </p:cNvPr>
          <p:cNvSpPr/>
          <p:nvPr/>
        </p:nvSpPr>
        <p:spPr>
          <a:xfrm>
            <a:off x="1533623" y="2181126"/>
            <a:ext cx="10329863" cy="48577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55C68565-3DA6-38BF-5D66-B9BB6580A5EA}"/>
              </a:ext>
            </a:extLst>
          </p:cNvPr>
          <p:cNvSpPr/>
          <p:nvPr/>
        </p:nvSpPr>
        <p:spPr>
          <a:xfrm>
            <a:off x="1527142" y="2771186"/>
            <a:ext cx="2026763" cy="30637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矩形 15">
            <a:extLst>
              <a:ext uri="{FF2B5EF4-FFF2-40B4-BE49-F238E27FC236}">
                <a16:creationId xmlns:a16="http://schemas.microsoft.com/office/drawing/2014/main" id="{FE81BCDD-3D14-FEDC-DA65-0C49AB5A81E3}"/>
              </a:ext>
            </a:extLst>
          </p:cNvPr>
          <p:cNvSpPr/>
          <p:nvPr/>
        </p:nvSpPr>
        <p:spPr>
          <a:xfrm>
            <a:off x="3605460" y="2771186"/>
            <a:ext cx="2026763" cy="30637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矩形 16">
            <a:extLst>
              <a:ext uri="{FF2B5EF4-FFF2-40B4-BE49-F238E27FC236}">
                <a16:creationId xmlns:a16="http://schemas.microsoft.com/office/drawing/2014/main" id="{01B97E41-E204-EF4C-63A8-FE84F9ADE2CA}"/>
              </a:ext>
            </a:extLst>
          </p:cNvPr>
          <p:cNvSpPr/>
          <p:nvPr/>
        </p:nvSpPr>
        <p:spPr>
          <a:xfrm>
            <a:off x="5683778" y="2771186"/>
            <a:ext cx="2026763" cy="30637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79F8E8B7-0D8B-88E2-6B86-1B3FB280C1CF}"/>
              </a:ext>
            </a:extLst>
          </p:cNvPr>
          <p:cNvSpPr/>
          <p:nvPr/>
        </p:nvSpPr>
        <p:spPr>
          <a:xfrm>
            <a:off x="7762096" y="2771186"/>
            <a:ext cx="2026763" cy="30637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矩形 18">
            <a:extLst>
              <a:ext uri="{FF2B5EF4-FFF2-40B4-BE49-F238E27FC236}">
                <a16:creationId xmlns:a16="http://schemas.microsoft.com/office/drawing/2014/main" id="{3501107D-2369-B2E4-1ACD-93913E2D97DD}"/>
              </a:ext>
            </a:extLst>
          </p:cNvPr>
          <p:cNvSpPr/>
          <p:nvPr/>
        </p:nvSpPr>
        <p:spPr>
          <a:xfrm>
            <a:off x="9840416" y="2771186"/>
            <a:ext cx="2026763" cy="30637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矩形 19">
            <a:extLst>
              <a:ext uri="{FF2B5EF4-FFF2-40B4-BE49-F238E27FC236}">
                <a16:creationId xmlns:a16="http://schemas.microsoft.com/office/drawing/2014/main" id="{EB4E16F0-2BA8-3211-405E-BDEDB7AA8A72}"/>
              </a:ext>
            </a:extLst>
          </p:cNvPr>
          <p:cNvSpPr/>
          <p:nvPr/>
        </p:nvSpPr>
        <p:spPr>
          <a:xfrm>
            <a:off x="1533623" y="5920705"/>
            <a:ext cx="10329863" cy="71547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椭圆 20">
            <a:extLst>
              <a:ext uri="{FF2B5EF4-FFF2-40B4-BE49-F238E27FC236}">
                <a16:creationId xmlns:a16="http://schemas.microsoft.com/office/drawing/2014/main" id="{4ADC7DD4-F025-F219-E08A-5162539AB8F5}"/>
              </a:ext>
            </a:extLst>
          </p:cNvPr>
          <p:cNvSpPr/>
          <p:nvPr/>
        </p:nvSpPr>
        <p:spPr>
          <a:xfrm>
            <a:off x="6466789" y="11406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1E344D"/>
                </a:solidFill>
                <a:latin typeface="Alibaba PuHuiTi Heavy" pitchFamily="18" charset="-122"/>
                <a:ea typeface="Alibaba PuHuiTi Heavy" pitchFamily="18" charset="-122"/>
                <a:cs typeface="Alibaba PuHuiTi Heavy" pitchFamily="18" charset="-122"/>
              </a:rPr>
              <a:t>1</a:t>
            </a:r>
            <a:endParaRPr kumimoji="1" lang="zh-CN" altLang="en-US"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22" name="椭圆 21">
            <a:extLst>
              <a:ext uri="{FF2B5EF4-FFF2-40B4-BE49-F238E27FC236}">
                <a16:creationId xmlns:a16="http://schemas.microsoft.com/office/drawing/2014/main" id="{CF71ED43-1EB5-1EF5-08D2-3DDC79F9CF59}"/>
              </a:ext>
            </a:extLst>
          </p:cNvPr>
          <p:cNvSpPr/>
          <p:nvPr/>
        </p:nvSpPr>
        <p:spPr>
          <a:xfrm>
            <a:off x="1718959" y="221088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1E344D"/>
                </a:solidFill>
                <a:latin typeface="Alibaba PuHuiTi Heavy" pitchFamily="18" charset="-122"/>
                <a:ea typeface="Alibaba PuHuiTi Heavy" pitchFamily="18" charset="-122"/>
                <a:cs typeface="Alibaba PuHuiTi Heavy" pitchFamily="18" charset="-122"/>
              </a:rPr>
              <a:t>2</a:t>
            </a:r>
            <a:endParaRPr kumimoji="1" lang="zh-CN" altLang="en-US"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23" name="椭圆 22">
            <a:extLst>
              <a:ext uri="{FF2B5EF4-FFF2-40B4-BE49-F238E27FC236}">
                <a16:creationId xmlns:a16="http://schemas.microsoft.com/office/drawing/2014/main" id="{26FD0E3F-3DF3-2047-977F-CC8F2B13C4BF}"/>
              </a:ext>
            </a:extLst>
          </p:cNvPr>
          <p:cNvSpPr/>
          <p:nvPr/>
        </p:nvSpPr>
        <p:spPr>
          <a:xfrm>
            <a:off x="2279576" y="29249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3</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4" name="椭圆 23">
            <a:extLst>
              <a:ext uri="{FF2B5EF4-FFF2-40B4-BE49-F238E27FC236}">
                <a16:creationId xmlns:a16="http://schemas.microsoft.com/office/drawing/2014/main" id="{A2D32A0B-A246-1897-BA84-03BD5B6AE047}"/>
              </a:ext>
            </a:extLst>
          </p:cNvPr>
          <p:cNvSpPr/>
          <p:nvPr/>
        </p:nvSpPr>
        <p:spPr>
          <a:xfrm>
            <a:off x="4367808" y="29249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4</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5" name="椭圆 24">
            <a:extLst>
              <a:ext uri="{FF2B5EF4-FFF2-40B4-BE49-F238E27FC236}">
                <a16:creationId xmlns:a16="http://schemas.microsoft.com/office/drawing/2014/main" id="{269748F4-45BB-727C-238A-CC35589236BA}"/>
              </a:ext>
            </a:extLst>
          </p:cNvPr>
          <p:cNvSpPr/>
          <p:nvPr/>
        </p:nvSpPr>
        <p:spPr>
          <a:xfrm>
            <a:off x="6413425" y="29249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5</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6" name="椭圆 25">
            <a:extLst>
              <a:ext uri="{FF2B5EF4-FFF2-40B4-BE49-F238E27FC236}">
                <a16:creationId xmlns:a16="http://schemas.microsoft.com/office/drawing/2014/main" id="{0ECF1A0A-F9C9-7D6A-D5EC-EA610D434343}"/>
              </a:ext>
            </a:extLst>
          </p:cNvPr>
          <p:cNvSpPr/>
          <p:nvPr/>
        </p:nvSpPr>
        <p:spPr>
          <a:xfrm>
            <a:off x="8544272" y="29249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6</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7" name="椭圆 26">
            <a:extLst>
              <a:ext uri="{FF2B5EF4-FFF2-40B4-BE49-F238E27FC236}">
                <a16:creationId xmlns:a16="http://schemas.microsoft.com/office/drawing/2014/main" id="{363AFBD2-689D-2E79-E555-1C650EB0234C}"/>
              </a:ext>
            </a:extLst>
          </p:cNvPr>
          <p:cNvSpPr/>
          <p:nvPr/>
        </p:nvSpPr>
        <p:spPr>
          <a:xfrm>
            <a:off x="10704512" y="2924944"/>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BB3023"/>
                </a:solidFill>
                <a:latin typeface="Alibaba PuHuiTi Heavy" pitchFamily="18" charset="-122"/>
                <a:ea typeface="Alibaba PuHuiTi Heavy" pitchFamily="18" charset="-122"/>
                <a:cs typeface="Alibaba PuHuiTi Heavy" pitchFamily="18" charset="-122"/>
              </a:rPr>
              <a:t>7</a:t>
            </a:r>
            <a:endParaRPr kumimoji="1" lang="zh-CN" altLang="en-US"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8" name="椭圆 27">
            <a:extLst>
              <a:ext uri="{FF2B5EF4-FFF2-40B4-BE49-F238E27FC236}">
                <a16:creationId xmlns:a16="http://schemas.microsoft.com/office/drawing/2014/main" id="{CE52DC7C-ED0B-198B-86B0-FFF99E7AE73E}"/>
              </a:ext>
            </a:extLst>
          </p:cNvPr>
          <p:cNvSpPr/>
          <p:nvPr/>
        </p:nvSpPr>
        <p:spPr>
          <a:xfrm>
            <a:off x="1847528" y="6093296"/>
            <a:ext cx="405351" cy="40535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b="1" dirty="0">
                <a:solidFill>
                  <a:srgbClr val="1E344D"/>
                </a:solidFill>
                <a:latin typeface="Alibaba PuHuiTi Heavy" pitchFamily="18" charset="-122"/>
                <a:ea typeface="Alibaba PuHuiTi Heavy" pitchFamily="18" charset="-122"/>
                <a:cs typeface="Alibaba PuHuiTi Heavy" pitchFamily="18" charset="-122"/>
              </a:rPr>
              <a:t>8</a:t>
            </a:r>
            <a:endParaRPr kumimoji="1" lang="zh-CN" altLang="en-US"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29" name="文本框 28">
            <a:extLst>
              <a:ext uri="{FF2B5EF4-FFF2-40B4-BE49-F238E27FC236}">
                <a16:creationId xmlns:a16="http://schemas.microsoft.com/office/drawing/2014/main" id="{732D23C2-C59C-57F3-FE87-814EC54446EE}"/>
              </a:ext>
            </a:extLst>
          </p:cNvPr>
          <p:cNvSpPr txBox="1"/>
          <p:nvPr/>
        </p:nvSpPr>
        <p:spPr>
          <a:xfrm>
            <a:off x="4027989" y="1804534"/>
            <a:ext cx="4682378" cy="276999"/>
          </a:xfrm>
          <a:prstGeom prst="rect">
            <a:avLst/>
          </a:prstGeom>
          <a:noFill/>
        </p:spPr>
        <p:txBody>
          <a:bodyPr wrap="square" rtlCol="0">
            <a:spAutoFit/>
          </a:bodyPr>
          <a:lstStyle/>
          <a:p>
            <a:pPr algn="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0" name="文本框 29">
            <a:extLst>
              <a:ext uri="{FF2B5EF4-FFF2-40B4-BE49-F238E27FC236}">
                <a16:creationId xmlns:a16="http://schemas.microsoft.com/office/drawing/2014/main" id="{5CD2C108-689B-38FA-6816-AA22AC8206C3}"/>
              </a:ext>
            </a:extLst>
          </p:cNvPr>
          <p:cNvSpPr txBox="1"/>
          <p:nvPr/>
        </p:nvSpPr>
        <p:spPr>
          <a:xfrm>
            <a:off x="5920437" y="1522535"/>
            <a:ext cx="1443024"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4BA0C1C5-9FD6-F81C-BD57-015F6AA99CD6}"/>
              </a:ext>
            </a:extLst>
          </p:cNvPr>
          <p:cNvSpPr txBox="1"/>
          <p:nvPr/>
        </p:nvSpPr>
        <p:spPr>
          <a:xfrm>
            <a:off x="2135560" y="2204864"/>
            <a:ext cx="1443024"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37DD65C7-68E2-BFF0-ECA2-76240A8A23DD}"/>
              </a:ext>
            </a:extLst>
          </p:cNvPr>
          <p:cNvSpPr txBox="1"/>
          <p:nvPr/>
        </p:nvSpPr>
        <p:spPr>
          <a:xfrm>
            <a:off x="3909856" y="2214291"/>
            <a:ext cx="5780897" cy="646331"/>
          </a:xfrm>
          <a:prstGeom prst="rect">
            <a:avLst/>
          </a:prstGeom>
          <a:noFill/>
        </p:spPr>
        <p:txBody>
          <a:bodyPr wrap="square" rtlCol="0">
            <a:spAutoFit/>
          </a:bodyPr>
          <a:lstStyle/>
          <a:p>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3" name="文本框 32">
            <a:extLst>
              <a:ext uri="{FF2B5EF4-FFF2-40B4-BE49-F238E27FC236}">
                <a16:creationId xmlns:a16="http://schemas.microsoft.com/office/drawing/2014/main" id="{F1A63AEC-2BC5-93FD-FB70-11776EEDC382}"/>
              </a:ext>
            </a:extLst>
          </p:cNvPr>
          <p:cNvSpPr txBox="1"/>
          <p:nvPr/>
        </p:nvSpPr>
        <p:spPr>
          <a:xfrm>
            <a:off x="1871443" y="3436031"/>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4118B6C2-8198-E033-AE18-2CA478C2FAAE}"/>
              </a:ext>
            </a:extLst>
          </p:cNvPr>
          <p:cNvSpPr txBox="1"/>
          <p:nvPr/>
        </p:nvSpPr>
        <p:spPr>
          <a:xfrm>
            <a:off x="3708879" y="3630128"/>
            <a:ext cx="1960887" cy="577081"/>
          </a:xfrm>
          <a:prstGeom prst="rect">
            <a:avLst/>
          </a:prstGeom>
          <a:noFill/>
        </p:spPr>
        <p:txBody>
          <a:bodyPr wrap="square" rtlCol="0">
            <a:spAutoFit/>
          </a:bodyPr>
          <a:lstStyle/>
          <a:p>
            <a:pPr algn="just"/>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1.</a:t>
            </a: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5" name="文本框 34">
            <a:extLst>
              <a:ext uri="{FF2B5EF4-FFF2-40B4-BE49-F238E27FC236}">
                <a16:creationId xmlns:a16="http://schemas.microsoft.com/office/drawing/2014/main" id="{46A92267-18B9-D6AB-BC72-1AD04D25484C}"/>
              </a:ext>
            </a:extLst>
          </p:cNvPr>
          <p:cNvSpPr txBox="1"/>
          <p:nvPr/>
        </p:nvSpPr>
        <p:spPr>
          <a:xfrm>
            <a:off x="3723877" y="3421328"/>
            <a:ext cx="1394878" cy="307777"/>
          </a:xfrm>
          <a:prstGeom prst="rect">
            <a:avLst/>
          </a:prstGeom>
          <a:noFill/>
        </p:spPr>
        <p:txBody>
          <a:bodyPr wrap="squar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6" name="Google Shape;776;p29">
            <a:extLst>
              <a:ext uri="{FF2B5EF4-FFF2-40B4-BE49-F238E27FC236}">
                <a16:creationId xmlns:a16="http://schemas.microsoft.com/office/drawing/2014/main" id="{938AEA54-B0C6-1442-12DD-975FAB70F9DC}"/>
              </a:ext>
            </a:extLst>
          </p:cNvPr>
          <p:cNvSpPr txBox="1"/>
          <p:nvPr/>
        </p:nvSpPr>
        <p:spPr>
          <a:xfrm>
            <a:off x="3707844" y="4143945"/>
            <a:ext cx="2363018"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100" u="sng" dirty="0">
                <a:solidFill>
                  <a:schemeClr val="bg1"/>
                </a:solidFill>
                <a:latin typeface="Alibaba PuHuiTi" pitchFamily="18" charset="-122"/>
                <a:ea typeface="Alibaba PuHuiTi" pitchFamily="18" charset="-122"/>
                <a:cs typeface="Alibaba PuHuiTi" pitchFamily="18" charset="-122"/>
                <a:sym typeface="Fira Sans Extra Condensed"/>
              </a:rPr>
              <a:t>The GE/McKinsey Matrix</a:t>
            </a:r>
            <a:endParaRPr sz="1100" u="sng"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37" name="Google Shape;777;p29">
            <a:extLst>
              <a:ext uri="{FF2B5EF4-FFF2-40B4-BE49-F238E27FC236}">
                <a16:creationId xmlns:a16="http://schemas.microsoft.com/office/drawing/2014/main" id="{11662A3C-E7F3-5E2A-0ADC-531187E9D86F}"/>
              </a:ext>
            </a:extLst>
          </p:cNvPr>
          <p:cNvSpPr txBox="1"/>
          <p:nvPr/>
        </p:nvSpPr>
        <p:spPr>
          <a:xfrm>
            <a:off x="3698418" y="4399162"/>
            <a:ext cx="1948238"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chemeClr val="bg1"/>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chemeClr val="bg1"/>
              </a:solidFill>
              <a:latin typeface="Alibaba PuHuiTi" pitchFamily="18" charset="-122"/>
              <a:ea typeface="Alibaba PuHuiTi" pitchFamily="18" charset="-122"/>
              <a:cs typeface="Alibaba PuHuiTi" pitchFamily="18" charset="-122"/>
              <a:sym typeface="Roboto"/>
            </a:endParaRPr>
          </a:p>
        </p:txBody>
      </p:sp>
      <p:sp>
        <p:nvSpPr>
          <p:cNvPr id="38" name="文本框 37">
            <a:extLst>
              <a:ext uri="{FF2B5EF4-FFF2-40B4-BE49-F238E27FC236}">
                <a16:creationId xmlns:a16="http://schemas.microsoft.com/office/drawing/2014/main" id="{E9395CF6-BBD3-C27D-0915-44AA2F37E714}"/>
              </a:ext>
            </a:extLst>
          </p:cNvPr>
          <p:cNvSpPr txBox="1"/>
          <p:nvPr/>
        </p:nvSpPr>
        <p:spPr>
          <a:xfrm>
            <a:off x="3694824" y="5177945"/>
            <a:ext cx="1768939" cy="577081"/>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39" name="文本框 38">
            <a:extLst>
              <a:ext uri="{FF2B5EF4-FFF2-40B4-BE49-F238E27FC236}">
                <a16:creationId xmlns:a16="http://schemas.microsoft.com/office/drawing/2014/main" id="{350B07C2-2F82-E0D4-C8E1-B9A956FCDEEE}"/>
              </a:ext>
            </a:extLst>
          </p:cNvPr>
          <p:cNvSpPr txBox="1"/>
          <p:nvPr/>
        </p:nvSpPr>
        <p:spPr>
          <a:xfrm>
            <a:off x="1639780" y="3803635"/>
            <a:ext cx="1904698" cy="577081"/>
          </a:xfrm>
          <a:prstGeom prst="rect">
            <a:avLst/>
          </a:prstGeom>
          <a:noFill/>
        </p:spPr>
        <p:txBody>
          <a:bodyPr wrap="square" rtlCol="0">
            <a:spAutoFit/>
          </a:bodyPr>
          <a:lstStyle/>
          <a:p>
            <a:pPr marL="171450" indent="-171450">
              <a:buFont typeface="Wingdings" pitchFamily="2" charset="2"/>
              <a:buChar char="n"/>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0" name="文本框 39">
            <a:extLst>
              <a:ext uri="{FF2B5EF4-FFF2-40B4-BE49-F238E27FC236}">
                <a16:creationId xmlns:a16="http://schemas.microsoft.com/office/drawing/2014/main" id="{D143EA73-7F9F-DE60-7842-8B6303FEB926}"/>
              </a:ext>
            </a:extLst>
          </p:cNvPr>
          <p:cNvSpPr txBox="1"/>
          <p:nvPr/>
        </p:nvSpPr>
        <p:spPr>
          <a:xfrm>
            <a:off x="1639780" y="4440519"/>
            <a:ext cx="1904698" cy="577081"/>
          </a:xfrm>
          <a:prstGeom prst="rect">
            <a:avLst/>
          </a:prstGeom>
          <a:noFill/>
        </p:spPr>
        <p:txBody>
          <a:bodyPr wrap="square" rtlCol="0">
            <a:spAutoFit/>
          </a:bodyPr>
          <a:lstStyle/>
          <a:p>
            <a:pPr marL="171450" indent="-171450">
              <a:buFont typeface="Wingdings" pitchFamily="2" charset="2"/>
              <a:buChar char="n"/>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1" name="文本框 40">
            <a:extLst>
              <a:ext uri="{FF2B5EF4-FFF2-40B4-BE49-F238E27FC236}">
                <a16:creationId xmlns:a16="http://schemas.microsoft.com/office/drawing/2014/main" id="{857DCD68-ABF7-C724-1E9E-371A4DABDEE7}"/>
              </a:ext>
            </a:extLst>
          </p:cNvPr>
          <p:cNvSpPr txBox="1"/>
          <p:nvPr/>
        </p:nvSpPr>
        <p:spPr>
          <a:xfrm>
            <a:off x="1639780" y="5085184"/>
            <a:ext cx="1904698" cy="577081"/>
          </a:xfrm>
          <a:prstGeom prst="rect">
            <a:avLst/>
          </a:prstGeom>
          <a:noFill/>
        </p:spPr>
        <p:txBody>
          <a:bodyPr wrap="square" rtlCol="0">
            <a:spAutoFit/>
          </a:bodyPr>
          <a:lstStyle/>
          <a:p>
            <a:pPr marL="171450" indent="-171450">
              <a:buFont typeface="Wingdings" pitchFamily="2" charset="2"/>
              <a:buChar char="n"/>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2" name="文本框 41">
            <a:extLst>
              <a:ext uri="{FF2B5EF4-FFF2-40B4-BE49-F238E27FC236}">
                <a16:creationId xmlns:a16="http://schemas.microsoft.com/office/drawing/2014/main" id="{7F500050-9E10-DCE7-2AC4-A009CB665B26}"/>
              </a:ext>
            </a:extLst>
          </p:cNvPr>
          <p:cNvSpPr txBox="1"/>
          <p:nvPr/>
        </p:nvSpPr>
        <p:spPr>
          <a:xfrm>
            <a:off x="5798458" y="3401195"/>
            <a:ext cx="1856107" cy="577081"/>
          </a:xfrm>
          <a:prstGeom prst="rect">
            <a:avLst/>
          </a:prstGeom>
          <a:noFill/>
        </p:spPr>
        <p:txBody>
          <a:bodyPr wrap="square" rtlCol="0">
            <a:spAutoFit/>
          </a:bodyPr>
          <a:lstStyle/>
          <a:p>
            <a:pPr marL="171450" indent="-171450">
              <a:buFont typeface="Wingdings" pitchFamily="2" charset="2"/>
              <a:buChar char="p"/>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3" name="文本框 42">
            <a:extLst>
              <a:ext uri="{FF2B5EF4-FFF2-40B4-BE49-F238E27FC236}">
                <a16:creationId xmlns:a16="http://schemas.microsoft.com/office/drawing/2014/main" id="{351A2B80-2B22-EC17-B228-7115F3776D18}"/>
              </a:ext>
            </a:extLst>
          </p:cNvPr>
          <p:cNvSpPr txBox="1"/>
          <p:nvPr/>
        </p:nvSpPr>
        <p:spPr>
          <a:xfrm>
            <a:off x="5798458" y="3987496"/>
            <a:ext cx="1856107" cy="577081"/>
          </a:xfrm>
          <a:prstGeom prst="rect">
            <a:avLst/>
          </a:prstGeom>
          <a:noFill/>
        </p:spPr>
        <p:txBody>
          <a:bodyPr wrap="square" rtlCol="0">
            <a:spAutoFit/>
          </a:bodyPr>
          <a:lstStyle/>
          <a:p>
            <a:pPr marL="171450" indent="-171450">
              <a:buFont typeface="Wingdings" pitchFamily="2" charset="2"/>
              <a:buChar char="p"/>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4" name="文本框 43">
            <a:extLst>
              <a:ext uri="{FF2B5EF4-FFF2-40B4-BE49-F238E27FC236}">
                <a16:creationId xmlns:a16="http://schemas.microsoft.com/office/drawing/2014/main" id="{2E5D3885-B6A6-A3A8-1726-C89B8CDA9F87}"/>
              </a:ext>
            </a:extLst>
          </p:cNvPr>
          <p:cNvSpPr txBox="1"/>
          <p:nvPr/>
        </p:nvSpPr>
        <p:spPr>
          <a:xfrm>
            <a:off x="5798458" y="4508420"/>
            <a:ext cx="1856107" cy="577081"/>
          </a:xfrm>
          <a:prstGeom prst="rect">
            <a:avLst/>
          </a:prstGeom>
          <a:noFill/>
        </p:spPr>
        <p:txBody>
          <a:bodyPr wrap="square" rtlCol="0">
            <a:spAutoFit/>
          </a:bodyPr>
          <a:lstStyle/>
          <a:p>
            <a:pPr marL="171450" indent="-171450">
              <a:buFont typeface="Wingdings" pitchFamily="2" charset="2"/>
              <a:buChar char="p"/>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5" name="文本框 44">
            <a:extLst>
              <a:ext uri="{FF2B5EF4-FFF2-40B4-BE49-F238E27FC236}">
                <a16:creationId xmlns:a16="http://schemas.microsoft.com/office/drawing/2014/main" id="{C5664F9B-688F-A1EC-568F-A54D5C50E49D}"/>
              </a:ext>
            </a:extLst>
          </p:cNvPr>
          <p:cNvSpPr txBox="1"/>
          <p:nvPr/>
        </p:nvSpPr>
        <p:spPr>
          <a:xfrm>
            <a:off x="5798458" y="5105485"/>
            <a:ext cx="1856107" cy="577081"/>
          </a:xfrm>
          <a:prstGeom prst="rect">
            <a:avLst/>
          </a:prstGeom>
          <a:noFill/>
        </p:spPr>
        <p:txBody>
          <a:bodyPr wrap="square" rtlCol="0">
            <a:spAutoFit/>
          </a:bodyPr>
          <a:lstStyle/>
          <a:p>
            <a:pPr marL="171450" indent="-171450">
              <a:buFont typeface="Wingdings" pitchFamily="2" charset="2"/>
              <a:buChar char="p"/>
            </a:pP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6" name="Google Shape;776;p29">
            <a:extLst>
              <a:ext uri="{FF2B5EF4-FFF2-40B4-BE49-F238E27FC236}">
                <a16:creationId xmlns:a16="http://schemas.microsoft.com/office/drawing/2014/main" id="{ADA77376-235B-D4EE-4C96-DD3D863DA470}"/>
              </a:ext>
            </a:extLst>
          </p:cNvPr>
          <p:cNvSpPr txBox="1"/>
          <p:nvPr/>
        </p:nvSpPr>
        <p:spPr>
          <a:xfrm>
            <a:off x="7963662" y="3371350"/>
            <a:ext cx="1856675"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u="sng" dirty="0">
                <a:solidFill>
                  <a:schemeClr val="bg1"/>
                </a:solidFill>
                <a:latin typeface="Alibaba PuHuiTi" pitchFamily="18" charset="-122"/>
                <a:ea typeface="Alibaba PuHuiTi" pitchFamily="18" charset="-122"/>
                <a:cs typeface="Alibaba PuHuiTi" pitchFamily="18" charset="-122"/>
                <a:sym typeface="Fira Sans Extra Condensed"/>
              </a:rPr>
              <a:t>The GE/McKinsey Matrix</a:t>
            </a:r>
            <a:endParaRPr u="sng"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47" name="Google Shape;777;p29">
            <a:extLst>
              <a:ext uri="{FF2B5EF4-FFF2-40B4-BE49-F238E27FC236}">
                <a16:creationId xmlns:a16="http://schemas.microsoft.com/office/drawing/2014/main" id="{CECE778F-B318-61D8-9962-16773AA339D7}"/>
              </a:ext>
            </a:extLst>
          </p:cNvPr>
          <p:cNvSpPr txBox="1"/>
          <p:nvPr/>
        </p:nvSpPr>
        <p:spPr>
          <a:xfrm>
            <a:off x="7963662" y="4422056"/>
            <a:ext cx="1830787"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b="1" dirty="0">
                <a:solidFill>
                  <a:schemeClr val="bg1"/>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200" b="1" dirty="0">
              <a:solidFill>
                <a:schemeClr val="bg1"/>
              </a:solidFill>
              <a:latin typeface="Alibaba PuHuiTi" pitchFamily="18" charset="-122"/>
              <a:ea typeface="Alibaba PuHuiTi" pitchFamily="18" charset="-122"/>
              <a:cs typeface="Alibaba PuHuiTi" pitchFamily="18" charset="-122"/>
              <a:sym typeface="Roboto"/>
            </a:endParaRPr>
          </a:p>
        </p:txBody>
      </p:sp>
      <p:sp>
        <p:nvSpPr>
          <p:cNvPr id="48" name="文本框 47">
            <a:extLst>
              <a:ext uri="{FF2B5EF4-FFF2-40B4-BE49-F238E27FC236}">
                <a16:creationId xmlns:a16="http://schemas.microsoft.com/office/drawing/2014/main" id="{FA0ADD93-6012-501E-B5E8-05B11BBCC6CA}"/>
              </a:ext>
            </a:extLst>
          </p:cNvPr>
          <p:cNvSpPr txBox="1"/>
          <p:nvPr/>
        </p:nvSpPr>
        <p:spPr>
          <a:xfrm>
            <a:off x="10078227" y="3498626"/>
            <a:ext cx="1620438" cy="577081"/>
          </a:xfrm>
          <a:prstGeom prst="rect">
            <a:avLst/>
          </a:prstGeom>
          <a:noFill/>
        </p:spPr>
        <p:txBody>
          <a:bodyPr wrap="square" rtlCol="0">
            <a:spAutoFit/>
          </a:bodyPr>
          <a:lstStyle/>
          <a:p>
            <a:pPr marL="171450" indent="-171450" algn="just">
              <a:buFont typeface="Wingdings" pitchFamily="2" charset="2"/>
              <a:buChar char="ü"/>
            </a:pPr>
            <a:r>
              <a:rPr kumimoji="1" lang="en" altLang="zh-CN" sz="1050" i="1" u="sng"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u="sng"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9" name="文本框 48">
            <a:extLst>
              <a:ext uri="{FF2B5EF4-FFF2-40B4-BE49-F238E27FC236}">
                <a16:creationId xmlns:a16="http://schemas.microsoft.com/office/drawing/2014/main" id="{62681F9B-778C-8EC5-180C-E161DA21C4C7}"/>
              </a:ext>
            </a:extLst>
          </p:cNvPr>
          <p:cNvSpPr txBox="1"/>
          <p:nvPr/>
        </p:nvSpPr>
        <p:spPr>
          <a:xfrm>
            <a:off x="10078227" y="4171752"/>
            <a:ext cx="1620438" cy="577081"/>
          </a:xfrm>
          <a:prstGeom prst="rect">
            <a:avLst/>
          </a:prstGeom>
          <a:noFill/>
        </p:spPr>
        <p:txBody>
          <a:bodyPr wrap="square" rtlCol="0">
            <a:spAutoFit/>
          </a:bodyPr>
          <a:lstStyle/>
          <a:p>
            <a:pPr marL="171450" indent="-171450" algn="just">
              <a:buFont typeface="Wingdings" pitchFamily="2" charset="2"/>
              <a:buChar char="ü"/>
            </a:pPr>
            <a:r>
              <a:rPr kumimoji="1" lang="en" altLang="zh-CN" sz="1050" i="1" u="sng"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u="sng" dirty="0">
                <a:solidFill>
                  <a:schemeClr val="bg1"/>
                </a:solidFill>
                <a:latin typeface="Alibaba PuHuiTi Medium" pitchFamily="18" charset="-122"/>
                <a:ea typeface="Alibaba PuHuiTi Medium" pitchFamily="18" charset="-122"/>
                <a:cs typeface="Alibaba PuHuiTi Medium" pitchFamily="18" charset="-122"/>
              </a:rPr>
              <a:t>。</a:t>
            </a:r>
          </a:p>
        </p:txBody>
      </p:sp>
      <p:graphicFrame>
        <p:nvGraphicFramePr>
          <p:cNvPr id="50" name="图表 49">
            <a:extLst>
              <a:ext uri="{FF2B5EF4-FFF2-40B4-BE49-F238E27FC236}">
                <a16:creationId xmlns:a16="http://schemas.microsoft.com/office/drawing/2014/main" id="{4AD898D2-A611-0F11-0BB0-5CB3A1289020}"/>
              </a:ext>
            </a:extLst>
          </p:cNvPr>
          <p:cNvGraphicFramePr/>
          <p:nvPr>
            <p:extLst>
              <p:ext uri="{D42A27DB-BD31-4B8C-83A1-F6EECF244321}">
                <p14:modId xmlns:p14="http://schemas.microsoft.com/office/powerpoint/2010/main" val="2126068369"/>
              </p:ext>
            </p:extLst>
          </p:nvPr>
        </p:nvGraphicFramePr>
        <p:xfrm>
          <a:off x="10028132" y="4751108"/>
          <a:ext cx="1529131" cy="1067725"/>
        </p:xfrm>
        <a:graphic>
          <a:graphicData uri="http://schemas.openxmlformats.org/drawingml/2006/chart">
            <c:chart xmlns:c="http://schemas.openxmlformats.org/drawingml/2006/chart" xmlns:r="http://schemas.openxmlformats.org/officeDocument/2006/relationships" r:id="rId3"/>
          </a:graphicData>
        </a:graphic>
      </p:graphicFrame>
      <p:sp>
        <p:nvSpPr>
          <p:cNvPr id="51" name="文本框 50">
            <a:extLst>
              <a:ext uri="{FF2B5EF4-FFF2-40B4-BE49-F238E27FC236}">
                <a16:creationId xmlns:a16="http://schemas.microsoft.com/office/drawing/2014/main" id="{2171694B-9867-6422-785F-10E5DE222617}"/>
              </a:ext>
            </a:extLst>
          </p:cNvPr>
          <p:cNvSpPr txBox="1"/>
          <p:nvPr/>
        </p:nvSpPr>
        <p:spPr>
          <a:xfrm>
            <a:off x="2297636" y="6137024"/>
            <a:ext cx="6459866" cy="369332"/>
          </a:xfrm>
          <a:prstGeom prst="rect">
            <a:avLst/>
          </a:prstGeom>
          <a:noFill/>
        </p:spPr>
        <p:txBody>
          <a:bodyPr wrap="square" rtlCol="0">
            <a:spAutoFit/>
          </a:bodyPr>
          <a:lstStyle/>
          <a:p>
            <a:pPr marL="171450" indent="-171450" algn="just">
              <a:buFont typeface="Wingdings" pitchFamily="2" charset="2"/>
              <a:buChar char="ü"/>
            </a:pPr>
            <a:r>
              <a:rPr kumimoji="1" lang="en" altLang="zh-CN" i="1" u="sng"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i="1" u="sng"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2" name="Google Shape;777;p29">
            <a:extLst>
              <a:ext uri="{FF2B5EF4-FFF2-40B4-BE49-F238E27FC236}">
                <a16:creationId xmlns:a16="http://schemas.microsoft.com/office/drawing/2014/main" id="{0EECF28A-F4EA-5522-E44B-E83789D98670}"/>
              </a:ext>
            </a:extLst>
          </p:cNvPr>
          <p:cNvSpPr txBox="1"/>
          <p:nvPr/>
        </p:nvSpPr>
        <p:spPr>
          <a:xfrm>
            <a:off x="8813449" y="5895334"/>
            <a:ext cx="2998335"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b="1" dirty="0">
                <a:solidFill>
                  <a:schemeClr val="bg1"/>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b="1" dirty="0">
              <a:solidFill>
                <a:schemeClr val="bg1"/>
              </a:solidFill>
              <a:latin typeface="Alibaba PuHuiTi" pitchFamily="18" charset="-122"/>
              <a:ea typeface="Alibaba PuHuiTi" pitchFamily="18" charset="-122"/>
              <a:cs typeface="Alibaba PuHuiTi" pitchFamily="18" charset="-122"/>
              <a:sym typeface="Roboto"/>
            </a:endParaRPr>
          </a:p>
        </p:txBody>
      </p:sp>
      <p:sp>
        <p:nvSpPr>
          <p:cNvPr id="53" name="文本框 52">
            <a:extLst>
              <a:ext uri="{FF2B5EF4-FFF2-40B4-BE49-F238E27FC236}">
                <a16:creationId xmlns:a16="http://schemas.microsoft.com/office/drawing/2014/main" id="{15822E8C-2165-8F69-1550-403D6EAF3F2D}"/>
              </a:ext>
            </a:extLst>
          </p:cNvPr>
          <p:cNvSpPr txBox="1"/>
          <p:nvPr/>
        </p:nvSpPr>
        <p:spPr>
          <a:xfrm>
            <a:off x="317648" y="1200159"/>
            <a:ext cx="901209"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Focus</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C0B40DB2-CF85-C339-61F4-6622EC9BB7A4}"/>
              </a:ext>
            </a:extLst>
          </p:cNvPr>
          <p:cNvSpPr txBox="1"/>
          <p:nvPr/>
        </p:nvSpPr>
        <p:spPr>
          <a:xfrm>
            <a:off x="215686" y="2267947"/>
            <a:ext cx="1620078"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main title</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55" name="文本框 54">
            <a:extLst>
              <a:ext uri="{FF2B5EF4-FFF2-40B4-BE49-F238E27FC236}">
                <a16:creationId xmlns:a16="http://schemas.microsoft.com/office/drawing/2014/main" id="{0983344D-1277-315E-C91F-ECDA888E95D0}"/>
              </a:ext>
            </a:extLst>
          </p:cNvPr>
          <p:cNvSpPr txBox="1"/>
          <p:nvPr/>
        </p:nvSpPr>
        <p:spPr>
          <a:xfrm>
            <a:off x="215686" y="3983597"/>
            <a:ext cx="1620078" cy="338554"/>
          </a:xfrm>
          <a:prstGeom prst="rect">
            <a:avLst/>
          </a:prstGeom>
          <a:noFill/>
        </p:spPr>
        <p:txBody>
          <a:bodyPr wrap="square">
            <a:spAutoFit/>
          </a:bodyPr>
          <a:lstStyle/>
          <a:p>
            <a:r>
              <a:rPr kumimoji="1" lang="en" altLang="zh-CN" sz="1600" b="1" dirty="0">
                <a:solidFill>
                  <a:srgbClr val="BB3023"/>
                </a:solidFill>
                <a:latin typeface="Alibaba PuHuiTi" pitchFamily="18" charset="-122"/>
                <a:ea typeface="Alibaba PuHuiTi" pitchFamily="18" charset="-122"/>
                <a:cs typeface="Alibaba PuHuiTi" pitchFamily="18" charset="-122"/>
              </a:rPr>
              <a:t>main title</a:t>
            </a:r>
            <a:endParaRPr lang="zh-CN" altLang="en-US" sz="1600" b="1" dirty="0">
              <a:solidFill>
                <a:srgbClr val="BB3023"/>
              </a:solidFill>
              <a:latin typeface="Alibaba PuHuiTi" pitchFamily="18" charset="-122"/>
              <a:ea typeface="Alibaba PuHuiTi" pitchFamily="18" charset="-122"/>
              <a:cs typeface="Alibaba PuHuiTi" pitchFamily="18" charset="-122"/>
            </a:endParaRPr>
          </a:p>
        </p:txBody>
      </p:sp>
      <p:sp>
        <p:nvSpPr>
          <p:cNvPr id="56" name="文本框 55">
            <a:extLst>
              <a:ext uri="{FF2B5EF4-FFF2-40B4-BE49-F238E27FC236}">
                <a16:creationId xmlns:a16="http://schemas.microsoft.com/office/drawing/2014/main" id="{0E50906C-E8F6-D2CB-C667-C3C383952D70}"/>
              </a:ext>
            </a:extLst>
          </p:cNvPr>
          <p:cNvSpPr txBox="1"/>
          <p:nvPr/>
        </p:nvSpPr>
        <p:spPr>
          <a:xfrm>
            <a:off x="215686" y="6165304"/>
            <a:ext cx="1620078"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main title</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189040012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637C4D4B-28A6-5B39-6F25-BBFF2E2EA4CA}"/>
              </a:ext>
            </a:extLst>
          </p:cNvPr>
          <p:cNvSpPr/>
          <p:nvPr/>
        </p:nvSpPr>
        <p:spPr>
          <a:xfrm>
            <a:off x="544010" y="1844824"/>
            <a:ext cx="1724628" cy="3780472"/>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矩形 9">
            <a:extLst>
              <a:ext uri="{FF2B5EF4-FFF2-40B4-BE49-F238E27FC236}">
                <a16:creationId xmlns:a16="http://schemas.microsoft.com/office/drawing/2014/main" id="{0241B413-FD8A-A4AE-5C6E-0F72C673733B}"/>
              </a:ext>
            </a:extLst>
          </p:cNvPr>
          <p:cNvSpPr/>
          <p:nvPr/>
        </p:nvSpPr>
        <p:spPr>
          <a:xfrm>
            <a:off x="2711623" y="1701478"/>
            <a:ext cx="3943819" cy="393539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矩形 11">
            <a:extLst>
              <a:ext uri="{FF2B5EF4-FFF2-40B4-BE49-F238E27FC236}">
                <a16:creationId xmlns:a16="http://schemas.microsoft.com/office/drawing/2014/main" id="{A6329631-504F-B920-966E-BF4DF1449121}"/>
              </a:ext>
            </a:extLst>
          </p:cNvPr>
          <p:cNvSpPr/>
          <p:nvPr/>
        </p:nvSpPr>
        <p:spPr>
          <a:xfrm>
            <a:off x="7104112" y="1844824"/>
            <a:ext cx="2977437" cy="379702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B771D4B2-C428-F66A-B83C-8FBA51254A33}"/>
              </a:ext>
            </a:extLst>
          </p:cNvPr>
          <p:cNvSpPr/>
          <p:nvPr/>
        </p:nvSpPr>
        <p:spPr>
          <a:xfrm>
            <a:off x="10560497" y="1759352"/>
            <a:ext cx="1025762" cy="388909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矩形 3">
            <a:extLst>
              <a:ext uri="{FF2B5EF4-FFF2-40B4-BE49-F238E27FC236}">
                <a16:creationId xmlns:a16="http://schemas.microsoft.com/office/drawing/2014/main" id="{06505CC4-18C9-3133-2541-F46FAEAF0D93}"/>
              </a:ext>
            </a:extLst>
          </p:cNvPr>
          <p:cNvSpPr/>
          <p:nvPr/>
        </p:nvSpPr>
        <p:spPr>
          <a:xfrm>
            <a:off x="544010" y="1157468"/>
            <a:ext cx="1724628"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矩形 4">
            <a:extLst>
              <a:ext uri="{FF2B5EF4-FFF2-40B4-BE49-F238E27FC236}">
                <a16:creationId xmlns:a16="http://schemas.microsoft.com/office/drawing/2014/main" id="{DD669707-26E0-ED1D-69E6-30CFAD8D16A1}"/>
              </a:ext>
            </a:extLst>
          </p:cNvPr>
          <p:cNvSpPr/>
          <p:nvPr/>
        </p:nvSpPr>
        <p:spPr>
          <a:xfrm>
            <a:off x="2711623" y="1157468"/>
            <a:ext cx="3943819"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矩形 5">
            <a:extLst>
              <a:ext uri="{FF2B5EF4-FFF2-40B4-BE49-F238E27FC236}">
                <a16:creationId xmlns:a16="http://schemas.microsoft.com/office/drawing/2014/main" id="{D48063A9-50B6-98B6-528B-E70484CCA5CA}"/>
              </a:ext>
            </a:extLst>
          </p:cNvPr>
          <p:cNvSpPr/>
          <p:nvPr/>
        </p:nvSpPr>
        <p:spPr>
          <a:xfrm>
            <a:off x="7104112" y="1157468"/>
            <a:ext cx="2977437"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矩形 6">
            <a:extLst>
              <a:ext uri="{FF2B5EF4-FFF2-40B4-BE49-F238E27FC236}">
                <a16:creationId xmlns:a16="http://schemas.microsoft.com/office/drawing/2014/main" id="{044D362F-B46E-0569-965A-0C9A4A46CDD3}"/>
              </a:ext>
            </a:extLst>
          </p:cNvPr>
          <p:cNvSpPr/>
          <p:nvPr/>
        </p:nvSpPr>
        <p:spPr>
          <a:xfrm>
            <a:off x="10560497" y="1157468"/>
            <a:ext cx="1025762"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三角形 14">
            <a:extLst>
              <a:ext uri="{FF2B5EF4-FFF2-40B4-BE49-F238E27FC236}">
                <a16:creationId xmlns:a16="http://schemas.microsoft.com/office/drawing/2014/main" id="{5721DDE8-5EF6-BD11-5AD3-2487123761C8}"/>
              </a:ext>
            </a:extLst>
          </p:cNvPr>
          <p:cNvSpPr/>
          <p:nvPr/>
        </p:nvSpPr>
        <p:spPr>
          <a:xfrm rot="5400000">
            <a:off x="2293871" y="1391046"/>
            <a:ext cx="458821" cy="208343"/>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三角形 15">
            <a:extLst>
              <a:ext uri="{FF2B5EF4-FFF2-40B4-BE49-F238E27FC236}">
                <a16:creationId xmlns:a16="http://schemas.microsoft.com/office/drawing/2014/main" id="{715F23C6-3A1B-1E14-70FA-E098ACB0EEE5}"/>
              </a:ext>
            </a:extLst>
          </p:cNvPr>
          <p:cNvSpPr/>
          <p:nvPr/>
        </p:nvSpPr>
        <p:spPr>
          <a:xfrm rot="5400000">
            <a:off x="6690841" y="1391046"/>
            <a:ext cx="458821" cy="208343"/>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三角形 16">
            <a:extLst>
              <a:ext uri="{FF2B5EF4-FFF2-40B4-BE49-F238E27FC236}">
                <a16:creationId xmlns:a16="http://schemas.microsoft.com/office/drawing/2014/main" id="{C4CB862B-06F7-77DB-FD2D-E7FCBC7367F7}"/>
              </a:ext>
            </a:extLst>
          </p:cNvPr>
          <p:cNvSpPr/>
          <p:nvPr/>
        </p:nvSpPr>
        <p:spPr>
          <a:xfrm rot="5400000">
            <a:off x="10147225" y="1391046"/>
            <a:ext cx="458821" cy="208343"/>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2D9976BF-3495-F3E9-BFAF-3BA45DD358F1}"/>
              </a:ext>
            </a:extLst>
          </p:cNvPr>
          <p:cNvSpPr/>
          <p:nvPr/>
        </p:nvSpPr>
        <p:spPr>
          <a:xfrm>
            <a:off x="833378" y="1250066"/>
            <a:ext cx="1099595"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36489444-AF75-C36B-40E6-C62714D50EB8}"/>
              </a:ext>
            </a:extLst>
          </p:cNvPr>
          <p:cNvSpPr txBox="1"/>
          <p:nvPr/>
        </p:nvSpPr>
        <p:spPr>
          <a:xfrm>
            <a:off x="757633" y="1277739"/>
            <a:ext cx="1383683"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A1717D5E-3901-EE78-A662-C7D4EF6D9215}"/>
              </a:ext>
            </a:extLst>
          </p:cNvPr>
          <p:cNvSpPr txBox="1"/>
          <p:nvPr/>
        </p:nvSpPr>
        <p:spPr>
          <a:xfrm>
            <a:off x="601136" y="1676213"/>
            <a:ext cx="137011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6225591A-77A4-2626-3F17-81DB91E669F3}"/>
              </a:ext>
            </a:extLst>
          </p:cNvPr>
          <p:cNvSpPr txBox="1"/>
          <p:nvPr/>
        </p:nvSpPr>
        <p:spPr>
          <a:xfrm>
            <a:off x="1385899" y="1695389"/>
            <a:ext cx="969095" cy="246221"/>
          </a:xfrm>
          <a:prstGeom prst="rect">
            <a:avLst/>
          </a:prstGeom>
          <a:noFill/>
        </p:spPr>
        <p:txBody>
          <a:bodyPr wrap="square">
            <a:spAutoFit/>
          </a:bodyPr>
          <a:lstStyle/>
          <a:p>
            <a:r>
              <a:rPr kumimoji="1" lang="en" altLang="zh-CN" sz="1000" b="1" dirty="0">
                <a:solidFill>
                  <a:schemeClr val="bg1"/>
                </a:solidFill>
                <a:latin typeface="Alibaba PuHuiTi" pitchFamily="18" charset="-122"/>
                <a:ea typeface="Alibaba PuHuiTi" pitchFamily="18" charset="-122"/>
                <a:cs typeface="Alibaba PuHuiTi" pitchFamily="18" charset="-122"/>
              </a:rPr>
              <a:t>main title</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4" name="矩形 23">
            <a:extLst>
              <a:ext uri="{FF2B5EF4-FFF2-40B4-BE49-F238E27FC236}">
                <a16:creationId xmlns:a16="http://schemas.microsoft.com/office/drawing/2014/main" id="{DFEF8483-28ED-2095-976A-AC7BE1AE4080}"/>
              </a:ext>
            </a:extLst>
          </p:cNvPr>
          <p:cNvSpPr/>
          <p:nvPr/>
        </p:nvSpPr>
        <p:spPr>
          <a:xfrm>
            <a:off x="4033277" y="1250066"/>
            <a:ext cx="1099595"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文本框 24">
            <a:extLst>
              <a:ext uri="{FF2B5EF4-FFF2-40B4-BE49-F238E27FC236}">
                <a16:creationId xmlns:a16="http://schemas.microsoft.com/office/drawing/2014/main" id="{9C55575D-6408-E30C-B8D6-9BE146837044}"/>
              </a:ext>
            </a:extLst>
          </p:cNvPr>
          <p:cNvSpPr txBox="1"/>
          <p:nvPr/>
        </p:nvSpPr>
        <p:spPr>
          <a:xfrm>
            <a:off x="3957532" y="1277739"/>
            <a:ext cx="1383683"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DAFDD1CF-437D-0F87-05E4-6776EF3DD16F}"/>
              </a:ext>
            </a:extLst>
          </p:cNvPr>
          <p:cNvSpPr txBox="1"/>
          <p:nvPr/>
        </p:nvSpPr>
        <p:spPr>
          <a:xfrm>
            <a:off x="3801035" y="1676213"/>
            <a:ext cx="137011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74AE2C4C-F5F9-D39D-B1A7-CEBB726EF517}"/>
              </a:ext>
            </a:extLst>
          </p:cNvPr>
          <p:cNvSpPr txBox="1"/>
          <p:nvPr/>
        </p:nvSpPr>
        <p:spPr>
          <a:xfrm>
            <a:off x="4585798" y="1695389"/>
            <a:ext cx="969095" cy="246221"/>
          </a:xfrm>
          <a:prstGeom prst="rect">
            <a:avLst/>
          </a:prstGeom>
          <a:noFill/>
        </p:spPr>
        <p:txBody>
          <a:bodyPr wrap="square">
            <a:spAutoFit/>
          </a:bodyPr>
          <a:lstStyle/>
          <a:p>
            <a:r>
              <a:rPr kumimoji="1" lang="en" altLang="zh-CN" sz="1000" b="1" dirty="0">
                <a:solidFill>
                  <a:schemeClr val="bg1"/>
                </a:solidFill>
                <a:latin typeface="Alibaba PuHuiTi" pitchFamily="18" charset="-122"/>
                <a:ea typeface="Alibaba PuHuiTi" pitchFamily="18" charset="-122"/>
                <a:cs typeface="Alibaba PuHuiTi" pitchFamily="18" charset="-122"/>
              </a:rPr>
              <a:t>main title</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8" name="矩形 27">
            <a:extLst>
              <a:ext uri="{FF2B5EF4-FFF2-40B4-BE49-F238E27FC236}">
                <a16:creationId xmlns:a16="http://schemas.microsoft.com/office/drawing/2014/main" id="{0A6CC11D-E5E6-A154-501F-3BAD9AA97C6B}"/>
              </a:ext>
            </a:extLst>
          </p:cNvPr>
          <p:cNvSpPr/>
          <p:nvPr/>
        </p:nvSpPr>
        <p:spPr>
          <a:xfrm>
            <a:off x="8057904" y="1250066"/>
            <a:ext cx="1099595"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文本框 28">
            <a:extLst>
              <a:ext uri="{FF2B5EF4-FFF2-40B4-BE49-F238E27FC236}">
                <a16:creationId xmlns:a16="http://schemas.microsoft.com/office/drawing/2014/main" id="{47C10A2F-F54B-D11D-E483-D9BF30B598D9}"/>
              </a:ext>
            </a:extLst>
          </p:cNvPr>
          <p:cNvSpPr txBox="1"/>
          <p:nvPr/>
        </p:nvSpPr>
        <p:spPr>
          <a:xfrm>
            <a:off x="7982159" y="1277739"/>
            <a:ext cx="1383683"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C509E1C2-F8DD-67C6-1EFB-04F6D3EF5D02}"/>
              </a:ext>
            </a:extLst>
          </p:cNvPr>
          <p:cNvSpPr txBox="1"/>
          <p:nvPr/>
        </p:nvSpPr>
        <p:spPr>
          <a:xfrm>
            <a:off x="7825662" y="1676213"/>
            <a:ext cx="137011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601F53DA-42A8-CB2F-C1A9-AC7339880406}"/>
              </a:ext>
            </a:extLst>
          </p:cNvPr>
          <p:cNvSpPr txBox="1"/>
          <p:nvPr/>
        </p:nvSpPr>
        <p:spPr>
          <a:xfrm>
            <a:off x="8610425" y="1695389"/>
            <a:ext cx="969095" cy="246221"/>
          </a:xfrm>
          <a:prstGeom prst="rect">
            <a:avLst/>
          </a:prstGeom>
          <a:noFill/>
        </p:spPr>
        <p:txBody>
          <a:bodyPr wrap="square">
            <a:spAutoFit/>
          </a:bodyPr>
          <a:lstStyle/>
          <a:p>
            <a:r>
              <a:rPr kumimoji="1" lang="en" altLang="zh-CN" sz="1000" b="1" dirty="0">
                <a:solidFill>
                  <a:schemeClr val="bg1"/>
                </a:solidFill>
                <a:latin typeface="Alibaba PuHuiTi" pitchFamily="18" charset="-122"/>
                <a:ea typeface="Alibaba PuHuiTi" pitchFamily="18" charset="-122"/>
                <a:cs typeface="Alibaba PuHuiTi" pitchFamily="18" charset="-122"/>
              </a:rPr>
              <a:t>main title</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32" name="矩形 31">
            <a:extLst>
              <a:ext uri="{FF2B5EF4-FFF2-40B4-BE49-F238E27FC236}">
                <a16:creationId xmlns:a16="http://schemas.microsoft.com/office/drawing/2014/main" id="{80170331-7AC3-C497-71B3-0EA134915D4A}"/>
              </a:ext>
            </a:extLst>
          </p:cNvPr>
          <p:cNvSpPr/>
          <p:nvPr/>
        </p:nvSpPr>
        <p:spPr>
          <a:xfrm>
            <a:off x="10660970" y="1250066"/>
            <a:ext cx="827088"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文本框 32">
            <a:extLst>
              <a:ext uri="{FF2B5EF4-FFF2-40B4-BE49-F238E27FC236}">
                <a16:creationId xmlns:a16="http://schemas.microsoft.com/office/drawing/2014/main" id="{CB375657-76DF-DE11-13EA-958F549C08C0}"/>
              </a:ext>
            </a:extLst>
          </p:cNvPr>
          <p:cNvSpPr txBox="1"/>
          <p:nvPr/>
        </p:nvSpPr>
        <p:spPr>
          <a:xfrm>
            <a:off x="10577968" y="1292253"/>
            <a:ext cx="960890"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3310C2FB-5F35-35BB-4EB8-00EE2DAE8132}"/>
              </a:ext>
            </a:extLst>
          </p:cNvPr>
          <p:cNvSpPr txBox="1"/>
          <p:nvPr/>
        </p:nvSpPr>
        <p:spPr>
          <a:xfrm>
            <a:off x="10719013" y="1589127"/>
            <a:ext cx="1370119" cy="215444"/>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8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4C4FB574-71B3-54C0-1A19-50916E2ED272}"/>
              </a:ext>
            </a:extLst>
          </p:cNvPr>
          <p:cNvSpPr txBox="1"/>
          <p:nvPr/>
        </p:nvSpPr>
        <p:spPr>
          <a:xfrm>
            <a:off x="10807090" y="1731675"/>
            <a:ext cx="969095" cy="184666"/>
          </a:xfrm>
          <a:prstGeom prst="rect">
            <a:avLst/>
          </a:prstGeom>
          <a:noFill/>
        </p:spPr>
        <p:txBody>
          <a:bodyPr wrap="square">
            <a:spAutoFit/>
          </a:bodyPr>
          <a:lstStyle/>
          <a:p>
            <a:r>
              <a:rPr kumimoji="1" lang="en" altLang="zh-CN" sz="600" b="1" dirty="0">
                <a:solidFill>
                  <a:schemeClr val="bg1"/>
                </a:solidFill>
                <a:latin typeface="Alibaba PuHuiTi" pitchFamily="18" charset="-122"/>
                <a:ea typeface="Alibaba PuHuiTi" pitchFamily="18" charset="-122"/>
                <a:cs typeface="Alibaba PuHuiTi" pitchFamily="18" charset="-122"/>
              </a:rPr>
              <a:t>main title</a:t>
            </a:r>
            <a:endParaRPr lang="zh-CN" altLang="en-US" sz="600" b="1" dirty="0">
              <a:solidFill>
                <a:schemeClr val="bg1"/>
              </a:solidFill>
              <a:latin typeface="Alibaba PuHuiTi" pitchFamily="18" charset="-122"/>
              <a:ea typeface="Alibaba PuHuiTi" pitchFamily="18" charset="-122"/>
              <a:cs typeface="Alibaba PuHuiTi" pitchFamily="18" charset="-122"/>
            </a:endParaRPr>
          </a:p>
        </p:txBody>
      </p:sp>
      <p:sp>
        <p:nvSpPr>
          <p:cNvPr id="37" name="圆角矩形 36">
            <a:extLst>
              <a:ext uri="{FF2B5EF4-FFF2-40B4-BE49-F238E27FC236}">
                <a16:creationId xmlns:a16="http://schemas.microsoft.com/office/drawing/2014/main" id="{FB6D42EE-1DD5-6805-8C60-9AC1D33D5EE9}"/>
              </a:ext>
            </a:extLst>
          </p:cNvPr>
          <p:cNvSpPr/>
          <p:nvPr/>
        </p:nvSpPr>
        <p:spPr>
          <a:xfrm>
            <a:off x="660400" y="2162628"/>
            <a:ext cx="1487714" cy="1429658"/>
          </a:xfrm>
          <a:prstGeom prst="roundRect">
            <a:avLst>
              <a:gd name="adj" fmla="val 0"/>
            </a:avLst>
          </a:prstGeom>
          <a:no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矩形 37">
            <a:extLst>
              <a:ext uri="{FF2B5EF4-FFF2-40B4-BE49-F238E27FC236}">
                <a16:creationId xmlns:a16="http://schemas.microsoft.com/office/drawing/2014/main" id="{E87F3167-342A-8563-6944-C8AC6E761B4D}"/>
              </a:ext>
            </a:extLst>
          </p:cNvPr>
          <p:cNvSpPr/>
          <p:nvPr/>
        </p:nvSpPr>
        <p:spPr>
          <a:xfrm>
            <a:off x="840635" y="2169705"/>
            <a:ext cx="1099595" cy="6025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文本框 38">
            <a:extLst>
              <a:ext uri="{FF2B5EF4-FFF2-40B4-BE49-F238E27FC236}">
                <a16:creationId xmlns:a16="http://schemas.microsoft.com/office/drawing/2014/main" id="{ECCA895D-D4D7-AFDC-C604-ADAE410769CC}"/>
              </a:ext>
            </a:extLst>
          </p:cNvPr>
          <p:cNvSpPr txBox="1"/>
          <p:nvPr/>
        </p:nvSpPr>
        <p:spPr>
          <a:xfrm>
            <a:off x="709306" y="2944064"/>
            <a:ext cx="1431551" cy="507831"/>
          </a:xfrm>
          <a:prstGeom prst="rect">
            <a:avLst/>
          </a:prstGeom>
          <a:noFill/>
        </p:spPr>
        <p:txBody>
          <a:bodyPr wrap="square" rtlCol="0">
            <a:spAutoFit/>
          </a:bodyPr>
          <a:lstStyle/>
          <a:p>
            <a:pPr marL="171450" indent="-171450">
              <a:buFont typeface="Wingdings" pitchFamily="2" charset="2"/>
              <a:buChar char="p"/>
            </a:pP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0" name="文本框 39">
            <a:extLst>
              <a:ext uri="{FF2B5EF4-FFF2-40B4-BE49-F238E27FC236}">
                <a16:creationId xmlns:a16="http://schemas.microsoft.com/office/drawing/2014/main" id="{C5B9783B-5000-3D3D-D376-6A3D3D765C7F}"/>
              </a:ext>
            </a:extLst>
          </p:cNvPr>
          <p:cNvSpPr txBox="1"/>
          <p:nvPr/>
        </p:nvSpPr>
        <p:spPr>
          <a:xfrm>
            <a:off x="833850" y="2203737"/>
            <a:ext cx="1190894"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8A6161BC-6BB3-F7CE-AA4E-A057183BB72B}"/>
              </a:ext>
            </a:extLst>
          </p:cNvPr>
          <p:cNvSpPr txBox="1"/>
          <p:nvPr/>
        </p:nvSpPr>
        <p:spPr>
          <a:xfrm>
            <a:off x="914669" y="2440627"/>
            <a:ext cx="969095"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main title</a:t>
            </a:r>
            <a:endParaRPr lang="zh-CN" altLang="en-US" sz="1200" b="1" dirty="0">
              <a:latin typeface="Alibaba PuHuiTi" pitchFamily="18" charset="-122"/>
              <a:ea typeface="Alibaba PuHuiTi" pitchFamily="18" charset="-122"/>
              <a:cs typeface="Alibaba PuHuiTi" pitchFamily="18" charset="-122"/>
            </a:endParaRPr>
          </a:p>
        </p:txBody>
      </p:sp>
      <p:sp>
        <p:nvSpPr>
          <p:cNvPr id="42" name="圆角矩形 41">
            <a:extLst>
              <a:ext uri="{FF2B5EF4-FFF2-40B4-BE49-F238E27FC236}">
                <a16:creationId xmlns:a16="http://schemas.microsoft.com/office/drawing/2014/main" id="{DD82E4ED-F4B2-C05D-04A4-4963F9585AD2}"/>
              </a:ext>
            </a:extLst>
          </p:cNvPr>
          <p:cNvSpPr/>
          <p:nvPr/>
        </p:nvSpPr>
        <p:spPr>
          <a:xfrm>
            <a:off x="660400" y="4005064"/>
            <a:ext cx="1487714" cy="1429658"/>
          </a:xfrm>
          <a:prstGeom prst="roundRect">
            <a:avLst>
              <a:gd name="adj" fmla="val 0"/>
            </a:avLst>
          </a:prstGeom>
          <a:no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矩形 42">
            <a:extLst>
              <a:ext uri="{FF2B5EF4-FFF2-40B4-BE49-F238E27FC236}">
                <a16:creationId xmlns:a16="http://schemas.microsoft.com/office/drawing/2014/main" id="{54C7D4E4-2199-EDE6-6B3D-04220D0050AC}"/>
              </a:ext>
            </a:extLst>
          </p:cNvPr>
          <p:cNvSpPr/>
          <p:nvPr/>
        </p:nvSpPr>
        <p:spPr>
          <a:xfrm>
            <a:off x="840635" y="4012141"/>
            <a:ext cx="1099595" cy="6025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文本框 43">
            <a:extLst>
              <a:ext uri="{FF2B5EF4-FFF2-40B4-BE49-F238E27FC236}">
                <a16:creationId xmlns:a16="http://schemas.microsoft.com/office/drawing/2014/main" id="{DFABF702-1933-7DA1-51FD-C785745017E5}"/>
              </a:ext>
            </a:extLst>
          </p:cNvPr>
          <p:cNvSpPr txBox="1"/>
          <p:nvPr/>
        </p:nvSpPr>
        <p:spPr>
          <a:xfrm>
            <a:off x="709306" y="4786500"/>
            <a:ext cx="1431551" cy="507831"/>
          </a:xfrm>
          <a:prstGeom prst="rect">
            <a:avLst/>
          </a:prstGeom>
          <a:noFill/>
        </p:spPr>
        <p:txBody>
          <a:bodyPr wrap="square" rtlCol="0">
            <a:spAutoFit/>
          </a:bodyPr>
          <a:lstStyle/>
          <a:p>
            <a:pPr marL="171450" indent="-171450">
              <a:buFont typeface="Wingdings" pitchFamily="2" charset="2"/>
              <a:buChar char="p"/>
            </a:pPr>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45" name="文本框 44">
            <a:extLst>
              <a:ext uri="{FF2B5EF4-FFF2-40B4-BE49-F238E27FC236}">
                <a16:creationId xmlns:a16="http://schemas.microsoft.com/office/drawing/2014/main" id="{49D7E81A-8114-40E6-E016-90BFAA6D97C7}"/>
              </a:ext>
            </a:extLst>
          </p:cNvPr>
          <p:cNvSpPr txBox="1"/>
          <p:nvPr/>
        </p:nvSpPr>
        <p:spPr>
          <a:xfrm>
            <a:off x="833850" y="4046173"/>
            <a:ext cx="1190894"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46" name="文本框 45">
            <a:extLst>
              <a:ext uri="{FF2B5EF4-FFF2-40B4-BE49-F238E27FC236}">
                <a16:creationId xmlns:a16="http://schemas.microsoft.com/office/drawing/2014/main" id="{8F827E53-71E3-F492-735B-2C6B4A79F2E8}"/>
              </a:ext>
            </a:extLst>
          </p:cNvPr>
          <p:cNvSpPr txBox="1"/>
          <p:nvPr/>
        </p:nvSpPr>
        <p:spPr>
          <a:xfrm>
            <a:off x="914669" y="4283063"/>
            <a:ext cx="969095"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main title</a:t>
            </a:r>
            <a:endParaRPr lang="zh-CN" altLang="en-US" sz="1200" b="1" dirty="0">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43ED565F-A8E0-E339-FE3F-87F9F9FD920A}"/>
              </a:ext>
            </a:extLst>
          </p:cNvPr>
          <p:cNvSpPr txBox="1"/>
          <p:nvPr/>
        </p:nvSpPr>
        <p:spPr>
          <a:xfrm>
            <a:off x="1182914" y="3585028"/>
            <a:ext cx="370115" cy="461665"/>
          </a:xfrm>
          <a:prstGeom prst="rect">
            <a:avLst/>
          </a:prstGeom>
          <a:noFill/>
        </p:spPr>
        <p:txBody>
          <a:bodyPr wrap="squar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 name="矩形 48">
            <a:extLst>
              <a:ext uri="{FF2B5EF4-FFF2-40B4-BE49-F238E27FC236}">
                <a16:creationId xmlns:a16="http://schemas.microsoft.com/office/drawing/2014/main" id="{ED815DF6-82F6-969A-C939-185E528979F5}"/>
              </a:ext>
            </a:extLst>
          </p:cNvPr>
          <p:cNvSpPr/>
          <p:nvPr/>
        </p:nvSpPr>
        <p:spPr>
          <a:xfrm>
            <a:off x="2699658" y="2067542"/>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 name="矩形 59">
            <a:extLst>
              <a:ext uri="{FF2B5EF4-FFF2-40B4-BE49-F238E27FC236}">
                <a16:creationId xmlns:a16="http://schemas.microsoft.com/office/drawing/2014/main" id="{AF4CBF45-C85B-4C17-29AF-73C594C9AE0D}"/>
              </a:ext>
            </a:extLst>
          </p:cNvPr>
          <p:cNvSpPr/>
          <p:nvPr/>
        </p:nvSpPr>
        <p:spPr>
          <a:xfrm>
            <a:off x="3691569" y="2417740"/>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 name="矩形 60">
            <a:extLst>
              <a:ext uri="{FF2B5EF4-FFF2-40B4-BE49-F238E27FC236}">
                <a16:creationId xmlns:a16="http://schemas.microsoft.com/office/drawing/2014/main" id="{EDC9CD18-77F8-165F-66E3-2B1FA93CFE7C}"/>
              </a:ext>
            </a:extLst>
          </p:cNvPr>
          <p:cNvSpPr/>
          <p:nvPr/>
        </p:nvSpPr>
        <p:spPr>
          <a:xfrm>
            <a:off x="4690270" y="2765253"/>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矩形 61">
            <a:extLst>
              <a:ext uri="{FF2B5EF4-FFF2-40B4-BE49-F238E27FC236}">
                <a16:creationId xmlns:a16="http://schemas.microsoft.com/office/drawing/2014/main" id="{A7FD7860-2198-F7A1-8BC3-61A95E14BC1C}"/>
              </a:ext>
            </a:extLst>
          </p:cNvPr>
          <p:cNvSpPr/>
          <p:nvPr/>
        </p:nvSpPr>
        <p:spPr>
          <a:xfrm>
            <a:off x="5679560" y="3115782"/>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矩形 62">
            <a:extLst>
              <a:ext uri="{FF2B5EF4-FFF2-40B4-BE49-F238E27FC236}">
                <a16:creationId xmlns:a16="http://schemas.microsoft.com/office/drawing/2014/main" id="{90FDBDA3-3D70-625B-259C-5358FD89B3A0}"/>
              </a:ext>
            </a:extLst>
          </p:cNvPr>
          <p:cNvSpPr/>
          <p:nvPr/>
        </p:nvSpPr>
        <p:spPr>
          <a:xfrm>
            <a:off x="7104112" y="3573016"/>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6" name="矩形 575">
            <a:extLst>
              <a:ext uri="{FF2B5EF4-FFF2-40B4-BE49-F238E27FC236}">
                <a16:creationId xmlns:a16="http://schemas.microsoft.com/office/drawing/2014/main" id="{70654EEC-438D-F4CE-4FE5-D0C917852916}"/>
              </a:ext>
            </a:extLst>
          </p:cNvPr>
          <p:cNvSpPr/>
          <p:nvPr/>
        </p:nvSpPr>
        <p:spPr>
          <a:xfrm>
            <a:off x="8090287" y="3908004"/>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7" name="矩形 576">
            <a:extLst>
              <a:ext uri="{FF2B5EF4-FFF2-40B4-BE49-F238E27FC236}">
                <a16:creationId xmlns:a16="http://schemas.microsoft.com/office/drawing/2014/main" id="{BA6FF7B1-6B07-B030-B317-AB3CE4D23D3E}"/>
              </a:ext>
            </a:extLst>
          </p:cNvPr>
          <p:cNvSpPr/>
          <p:nvPr/>
        </p:nvSpPr>
        <p:spPr>
          <a:xfrm>
            <a:off x="9089021" y="4246140"/>
            <a:ext cx="989257"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8" name="矩形 577">
            <a:extLst>
              <a:ext uri="{FF2B5EF4-FFF2-40B4-BE49-F238E27FC236}">
                <a16:creationId xmlns:a16="http://schemas.microsoft.com/office/drawing/2014/main" id="{FF17A2AD-4FE3-A888-8DD3-67F5034BFC2A}"/>
              </a:ext>
            </a:extLst>
          </p:cNvPr>
          <p:cNvSpPr/>
          <p:nvPr/>
        </p:nvSpPr>
        <p:spPr>
          <a:xfrm>
            <a:off x="10603283" y="4653136"/>
            <a:ext cx="951978"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9" name="文本框 578">
            <a:extLst>
              <a:ext uri="{FF2B5EF4-FFF2-40B4-BE49-F238E27FC236}">
                <a16:creationId xmlns:a16="http://schemas.microsoft.com/office/drawing/2014/main" id="{999CC0C1-3625-8B94-251D-A3275D1187FF}"/>
              </a:ext>
            </a:extLst>
          </p:cNvPr>
          <p:cNvSpPr txBox="1"/>
          <p:nvPr/>
        </p:nvSpPr>
        <p:spPr>
          <a:xfrm>
            <a:off x="2721036" y="2110952"/>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0" name="文本框 579">
            <a:extLst>
              <a:ext uri="{FF2B5EF4-FFF2-40B4-BE49-F238E27FC236}">
                <a16:creationId xmlns:a16="http://schemas.microsoft.com/office/drawing/2014/main" id="{EEA18F60-E93A-1F8E-E781-53DAA81FAB51}"/>
              </a:ext>
            </a:extLst>
          </p:cNvPr>
          <p:cNvSpPr txBox="1"/>
          <p:nvPr/>
        </p:nvSpPr>
        <p:spPr>
          <a:xfrm>
            <a:off x="3710358" y="2467844"/>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AD019E92-9A09-739C-862D-4A949984832B}"/>
              </a:ext>
            </a:extLst>
          </p:cNvPr>
          <p:cNvSpPr txBox="1"/>
          <p:nvPr/>
        </p:nvSpPr>
        <p:spPr>
          <a:xfrm>
            <a:off x="4696566" y="2818473"/>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C3F90699-0481-7922-19DD-8F70B0A98A5A}"/>
              </a:ext>
            </a:extLst>
          </p:cNvPr>
          <p:cNvSpPr txBox="1"/>
          <p:nvPr/>
        </p:nvSpPr>
        <p:spPr>
          <a:xfrm>
            <a:off x="5726582" y="3147198"/>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3" name="文本框 582">
            <a:extLst>
              <a:ext uri="{FF2B5EF4-FFF2-40B4-BE49-F238E27FC236}">
                <a16:creationId xmlns:a16="http://schemas.microsoft.com/office/drawing/2014/main" id="{61F6F616-507E-DC90-7E2F-444086863A13}"/>
              </a:ext>
            </a:extLst>
          </p:cNvPr>
          <p:cNvSpPr txBox="1"/>
          <p:nvPr/>
        </p:nvSpPr>
        <p:spPr>
          <a:xfrm>
            <a:off x="7072797" y="3613709"/>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4" name="文本框 583">
            <a:extLst>
              <a:ext uri="{FF2B5EF4-FFF2-40B4-BE49-F238E27FC236}">
                <a16:creationId xmlns:a16="http://schemas.microsoft.com/office/drawing/2014/main" id="{F32F6C6E-3CB3-D83E-FCDD-B00332A6895C}"/>
              </a:ext>
            </a:extLst>
          </p:cNvPr>
          <p:cNvSpPr txBox="1"/>
          <p:nvPr/>
        </p:nvSpPr>
        <p:spPr>
          <a:xfrm>
            <a:off x="8102846" y="3958108"/>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5" name="文本框 584">
            <a:extLst>
              <a:ext uri="{FF2B5EF4-FFF2-40B4-BE49-F238E27FC236}">
                <a16:creationId xmlns:a16="http://schemas.microsoft.com/office/drawing/2014/main" id="{2EA3B222-DBE4-12A1-3EE1-E941EFE5C28D}"/>
              </a:ext>
            </a:extLst>
          </p:cNvPr>
          <p:cNvSpPr txBox="1"/>
          <p:nvPr/>
        </p:nvSpPr>
        <p:spPr>
          <a:xfrm>
            <a:off x="9107844" y="4299359"/>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085E9D20-E7AE-2BEC-1737-83C3D5CA0725}"/>
              </a:ext>
            </a:extLst>
          </p:cNvPr>
          <p:cNvSpPr txBox="1"/>
          <p:nvPr/>
        </p:nvSpPr>
        <p:spPr>
          <a:xfrm>
            <a:off x="10560496" y="4725144"/>
            <a:ext cx="1005458"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587" name="文本框 586">
            <a:extLst>
              <a:ext uri="{FF2B5EF4-FFF2-40B4-BE49-F238E27FC236}">
                <a16:creationId xmlns:a16="http://schemas.microsoft.com/office/drawing/2014/main" id="{FAB95DF1-FD90-8649-3456-5AE79A4218CC}"/>
              </a:ext>
            </a:extLst>
          </p:cNvPr>
          <p:cNvSpPr txBox="1"/>
          <p:nvPr/>
        </p:nvSpPr>
        <p:spPr>
          <a:xfrm>
            <a:off x="2711624" y="2420888"/>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88" name="文本框 587">
            <a:extLst>
              <a:ext uri="{FF2B5EF4-FFF2-40B4-BE49-F238E27FC236}">
                <a16:creationId xmlns:a16="http://schemas.microsoft.com/office/drawing/2014/main" id="{377FE781-FCC8-F8EC-CB2D-5E3759706916}"/>
              </a:ext>
            </a:extLst>
          </p:cNvPr>
          <p:cNvSpPr txBox="1"/>
          <p:nvPr/>
        </p:nvSpPr>
        <p:spPr>
          <a:xfrm>
            <a:off x="3647728" y="2780928"/>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89" name="文本框 588">
            <a:extLst>
              <a:ext uri="{FF2B5EF4-FFF2-40B4-BE49-F238E27FC236}">
                <a16:creationId xmlns:a16="http://schemas.microsoft.com/office/drawing/2014/main" id="{7707FB55-971B-6FB2-56D4-862A36EA3A94}"/>
              </a:ext>
            </a:extLst>
          </p:cNvPr>
          <p:cNvSpPr txBox="1"/>
          <p:nvPr/>
        </p:nvSpPr>
        <p:spPr>
          <a:xfrm>
            <a:off x="4655840" y="3140968"/>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90" name="文本框 589">
            <a:extLst>
              <a:ext uri="{FF2B5EF4-FFF2-40B4-BE49-F238E27FC236}">
                <a16:creationId xmlns:a16="http://schemas.microsoft.com/office/drawing/2014/main" id="{FBBDE5E3-D170-E3A8-56DA-D879576C5023}"/>
              </a:ext>
            </a:extLst>
          </p:cNvPr>
          <p:cNvSpPr txBox="1"/>
          <p:nvPr/>
        </p:nvSpPr>
        <p:spPr>
          <a:xfrm>
            <a:off x="5663952" y="3501008"/>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91" name="文本框 590">
            <a:extLst>
              <a:ext uri="{FF2B5EF4-FFF2-40B4-BE49-F238E27FC236}">
                <a16:creationId xmlns:a16="http://schemas.microsoft.com/office/drawing/2014/main" id="{A61D2356-767A-F4CC-539A-57A298C91461}"/>
              </a:ext>
            </a:extLst>
          </p:cNvPr>
          <p:cNvSpPr txBox="1"/>
          <p:nvPr/>
        </p:nvSpPr>
        <p:spPr>
          <a:xfrm>
            <a:off x="7104112" y="3933056"/>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92" name="文本框 591">
            <a:extLst>
              <a:ext uri="{FF2B5EF4-FFF2-40B4-BE49-F238E27FC236}">
                <a16:creationId xmlns:a16="http://schemas.microsoft.com/office/drawing/2014/main" id="{8507D431-9380-3EEB-1417-6E90B3402410}"/>
              </a:ext>
            </a:extLst>
          </p:cNvPr>
          <p:cNvSpPr txBox="1"/>
          <p:nvPr/>
        </p:nvSpPr>
        <p:spPr>
          <a:xfrm>
            <a:off x="8040216" y="4293096"/>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93" name="文本框 592">
            <a:extLst>
              <a:ext uri="{FF2B5EF4-FFF2-40B4-BE49-F238E27FC236}">
                <a16:creationId xmlns:a16="http://schemas.microsoft.com/office/drawing/2014/main" id="{D37FE735-45D9-5C44-81EB-FFE8646AB331}"/>
              </a:ext>
            </a:extLst>
          </p:cNvPr>
          <p:cNvSpPr txBox="1"/>
          <p:nvPr/>
        </p:nvSpPr>
        <p:spPr>
          <a:xfrm>
            <a:off x="9120336" y="4653136"/>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sp>
        <p:nvSpPr>
          <p:cNvPr id="594" name="文本框 593">
            <a:extLst>
              <a:ext uri="{FF2B5EF4-FFF2-40B4-BE49-F238E27FC236}">
                <a16:creationId xmlns:a16="http://schemas.microsoft.com/office/drawing/2014/main" id="{503A860B-A590-3C1B-FC6B-182B6E934622}"/>
              </a:ext>
            </a:extLst>
          </p:cNvPr>
          <p:cNvSpPr txBox="1"/>
          <p:nvPr/>
        </p:nvSpPr>
        <p:spPr>
          <a:xfrm>
            <a:off x="10560496" y="5013176"/>
            <a:ext cx="971028" cy="58477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chemeClr val="bg1"/>
                </a:solidFill>
                <a:latin typeface="Alibaba PuHuiTi Medium" pitchFamily="18" charset="-122"/>
                <a:ea typeface="Alibaba PuHuiTi Medium" pitchFamily="18" charset="-122"/>
                <a:cs typeface="Alibaba PuHuiTi Medium" pitchFamily="18" charset="-122"/>
              </a:rPr>
              <a:t>。</a:t>
            </a:r>
          </a:p>
        </p:txBody>
      </p:sp>
      <p:cxnSp>
        <p:nvCxnSpPr>
          <p:cNvPr id="596" name="肘形连接符 595">
            <a:extLst>
              <a:ext uri="{FF2B5EF4-FFF2-40B4-BE49-F238E27FC236}">
                <a16:creationId xmlns:a16="http://schemas.microsoft.com/office/drawing/2014/main" id="{FC1488CF-0AB4-0EDD-C4C8-ECBC37E5127D}"/>
              </a:ext>
            </a:extLst>
          </p:cNvPr>
          <p:cNvCxnSpPr>
            <a:cxnSpLocks/>
          </p:cNvCxnSpPr>
          <p:nvPr/>
        </p:nvCxnSpPr>
        <p:spPr>
          <a:xfrm>
            <a:off x="3713967" y="2192055"/>
            <a:ext cx="453442" cy="181844"/>
          </a:xfrm>
          <a:prstGeom prst="bentConnector2">
            <a:avLst/>
          </a:prstGeom>
          <a:ln w="19050">
            <a:solidFill>
              <a:schemeClr val="bg1"/>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97" name="肘形连接符 596">
            <a:extLst>
              <a:ext uri="{FF2B5EF4-FFF2-40B4-BE49-F238E27FC236}">
                <a16:creationId xmlns:a16="http://schemas.microsoft.com/office/drawing/2014/main" id="{382EBD3F-D87F-5136-4FA2-742491B7DA6F}"/>
              </a:ext>
            </a:extLst>
          </p:cNvPr>
          <p:cNvCxnSpPr>
            <a:cxnSpLocks/>
          </p:cNvCxnSpPr>
          <p:nvPr/>
        </p:nvCxnSpPr>
        <p:spPr>
          <a:xfrm>
            <a:off x="4727848" y="2564904"/>
            <a:ext cx="453442" cy="181844"/>
          </a:xfrm>
          <a:prstGeom prst="bentConnector2">
            <a:avLst/>
          </a:prstGeom>
          <a:ln w="19050">
            <a:solidFill>
              <a:schemeClr val="bg1"/>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98" name="肘形连接符 597">
            <a:extLst>
              <a:ext uri="{FF2B5EF4-FFF2-40B4-BE49-F238E27FC236}">
                <a16:creationId xmlns:a16="http://schemas.microsoft.com/office/drawing/2014/main" id="{B17E73BA-DE10-FD6C-8709-EBAD224BAFE2}"/>
              </a:ext>
            </a:extLst>
          </p:cNvPr>
          <p:cNvCxnSpPr>
            <a:cxnSpLocks/>
          </p:cNvCxnSpPr>
          <p:nvPr/>
        </p:nvCxnSpPr>
        <p:spPr>
          <a:xfrm>
            <a:off x="5690240" y="2915800"/>
            <a:ext cx="453442" cy="181844"/>
          </a:xfrm>
          <a:prstGeom prst="bentConnector2">
            <a:avLst/>
          </a:prstGeom>
          <a:ln w="19050">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599" name="肘形连接符 598">
            <a:extLst>
              <a:ext uri="{FF2B5EF4-FFF2-40B4-BE49-F238E27FC236}">
                <a16:creationId xmlns:a16="http://schemas.microsoft.com/office/drawing/2014/main" id="{A8FA7FB6-3DAE-7243-9D72-F3516A633709}"/>
              </a:ext>
            </a:extLst>
          </p:cNvPr>
          <p:cNvCxnSpPr>
            <a:cxnSpLocks/>
          </p:cNvCxnSpPr>
          <p:nvPr/>
        </p:nvCxnSpPr>
        <p:spPr>
          <a:xfrm>
            <a:off x="7104112" y="3356992"/>
            <a:ext cx="453442" cy="181844"/>
          </a:xfrm>
          <a:prstGeom prst="bentConnector2">
            <a:avLst/>
          </a:prstGeom>
          <a:ln w="19050">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00" name="肘形连接符 599">
            <a:extLst>
              <a:ext uri="{FF2B5EF4-FFF2-40B4-BE49-F238E27FC236}">
                <a16:creationId xmlns:a16="http://schemas.microsoft.com/office/drawing/2014/main" id="{D467A29B-1DA8-A8E2-6FD8-A9A670708524}"/>
              </a:ext>
            </a:extLst>
          </p:cNvPr>
          <p:cNvCxnSpPr>
            <a:cxnSpLocks/>
          </p:cNvCxnSpPr>
          <p:nvPr/>
        </p:nvCxnSpPr>
        <p:spPr>
          <a:xfrm>
            <a:off x="8112224" y="3717032"/>
            <a:ext cx="453442" cy="181844"/>
          </a:xfrm>
          <a:prstGeom prst="bentConnector2">
            <a:avLst/>
          </a:prstGeom>
          <a:ln w="19050">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01" name="肘形连接符 600">
            <a:extLst>
              <a:ext uri="{FF2B5EF4-FFF2-40B4-BE49-F238E27FC236}">
                <a16:creationId xmlns:a16="http://schemas.microsoft.com/office/drawing/2014/main" id="{93FC880A-C231-DCCC-85DD-C424221407BB}"/>
              </a:ext>
            </a:extLst>
          </p:cNvPr>
          <p:cNvCxnSpPr>
            <a:cxnSpLocks/>
          </p:cNvCxnSpPr>
          <p:nvPr/>
        </p:nvCxnSpPr>
        <p:spPr>
          <a:xfrm>
            <a:off x="9092904" y="4059928"/>
            <a:ext cx="453442" cy="181844"/>
          </a:xfrm>
          <a:prstGeom prst="bentConnector2">
            <a:avLst/>
          </a:prstGeom>
          <a:ln w="19050">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02" name="肘形连接符 601">
            <a:extLst>
              <a:ext uri="{FF2B5EF4-FFF2-40B4-BE49-F238E27FC236}">
                <a16:creationId xmlns:a16="http://schemas.microsoft.com/office/drawing/2014/main" id="{8EEF5699-6F28-7A5B-3294-1B649CE9D526}"/>
              </a:ext>
            </a:extLst>
          </p:cNvPr>
          <p:cNvCxnSpPr>
            <a:cxnSpLocks/>
          </p:cNvCxnSpPr>
          <p:nvPr/>
        </p:nvCxnSpPr>
        <p:spPr>
          <a:xfrm>
            <a:off x="10587928" y="4465688"/>
            <a:ext cx="453442" cy="181844"/>
          </a:xfrm>
          <a:prstGeom prst="bentConnector2">
            <a:avLst/>
          </a:prstGeom>
          <a:ln w="19050">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605" name="上下箭头 604">
            <a:extLst>
              <a:ext uri="{FF2B5EF4-FFF2-40B4-BE49-F238E27FC236}">
                <a16:creationId xmlns:a16="http://schemas.microsoft.com/office/drawing/2014/main" id="{6EB8EF23-CEED-FDBE-5E76-C985D9E588D2}"/>
              </a:ext>
            </a:extLst>
          </p:cNvPr>
          <p:cNvSpPr/>
          <p:nvPr/>
        </p:nvSpPr>
        <p:spPr>
          <a:xfrm>
            <a:off x="3118104"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6" name="上下箭头 605">
            <a:extLst>
              <a:ext uri="{FF2B5EF4-FFF2-40B4-BE49-F238E27FC236}">
                <a16:creationId xmlns:a16="http://schemas.microsoft.com/office/drawing/2014/main" id="{BE97EE75-458E-E4AF-C1C8-C5C82F1036A6}"/>
              </a:ext>
            </a:extLst>
          </p:cNvPr>
          <p:cNvSpPr/>
          <p:nvPr/>
        </p:nvSpPr>
        <p:spPr>
          <a:xfrm>
            <a:off x="8498560"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608" name="直线连接符 607">
            <a:extLst>
              <a:ext uri="{FF2B5EF4-FFF2-40B4-BE49-F238E27FC236}">
                <a16:creationId xmlns:a16="http://schemas.microsoft.com/office/drawing/2014/main" id="{2B6A3917-91CA-380A-B229-ECF89ABC6761}"/>
              </a:ext>
            </a:extLst>
          </p:cNvPr>
          <p:cNvCxnSpPr/>
          <p:nvPr/>
        </p:nvCxnSpPr>
        <p:spPr>
          <a:xfrm>
            <a:off x="3685032"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9" name="直线连接符 608">
            <a:extLst>
              <a:ext uri="{FF2B5EF4-FFF2-40B4-BE49-F238E27FC236}">
                <a16:creationId xmlns:a16="http://schemas.microsoft.com/office/drawing/2014/main" id="{F19DA9A2-EF2F-F1CF-25E0-62C5CA8FF9D6}"/>
              </a:ext>
            </a:extLst>
          </p:cNvPr>
          <p:cNvCxnSpPr/>
          <p:nvPr/>
        </p:nvCxnSpPr>
        <p:spPr>
          <a:xfrm>
            <a:off x="4692416"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9" name="直线连接符 618">
            <a:extLst>
              <a:ext uri="{FF2B5EF4-FFF2-40B4-BE49-F238E27FC236}">
                <a16:creationId xmlns:a16="http://schemas.microsoft.com/office/drawing/2014/main" id="{8955C182-17F9-76F2-5D9B-4F7278F916E0}"/>
              </a:ext>
            </a:extLst>
          </p:cNvPr>
          <p:cNvCxnSpPr/>
          <p:nvPr/>
        </p:nvCxnSpPr>
        <p:spPr>
          <a:xfrm>
            <a:off x="5682240"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0" name="直线连接符 619">
            <a:extLst>
              <a:ext uri="{FF2B5EF4-FFF2-40B4-BE49-F238E27FC236}">
                <a16:creationId xmlns:a16="http://schemas.microsoft.com/office/drawing/2014/main" id="{373606BA-6B41-28F8-2898-6806FFFA060F}"/>
              </a:ext>
            </a:extLst>
          </p:cNvPr>
          <p:cNvCxnSpPr/>
          <p:nvPr/>
        </p:nvCxnSpPr>
        <p:spPr>
          <a:xfrm>
            <a:off x="8095080"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1" name="直线连接符 620">
            <a:extLst>
              <a:ext uri="{FF2B5EF4-FFF2-40B4-BE49-F238E27FC236}">
                <a16:creationId xmlns:a16="http://schemas.microsoft.com/office/drawing/2014/main" id="{F6171769-C3DF-F327-0C34-B435BDE5B405}"/>
              </a:ext>
            </a:extLst>
          </p:cNvPr>
          <p:cNvCxnSpPr/>
          <p:nvPr/>
        </p:nvCxnSpPr>
        <p:spPr>
          <a:xfrm>
            <a:off x="9084904"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622" name="上下箭头 621">
            <a:extLst>
              <a:ext uri="{FF2B5EF4-FFF2-40B4-BE49-F238E27FC236}">
                <a16:creationId xmlns:a16="http://schemas.microsoft.com/office/drawing/2014/main" id="{0DA86190-559A-D1E1-1998-4B2B8421D23E}"/>
              </a:ext>
            </a:extLst>
          </p:cNvPr>
          <p:cNvSpPr/>
          <p:nvPr/>
        </p:nvSpPr>
        <p:spPr>
          <a:xfrm>
            <a:off x="4007768"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3" name="上下箭头 622">
            <a:extLst>
              <a:ext uri="{FF2B5EF4-FFF2-40B4-BE49-F238E27FC236}">
                <a16:creationId xmlns:a16="http://schemas.microsoft.com/office/drawing/2014/main" id="{B71DDCF3-CF6D-68E8-FB15-F34093CFF6AC}"/>
              </a:ext>
            </a:extLst>
          </p:cNvPr>
          <p:cNvSpPr/>
          <p:nvPr/>
        </p:nvSpPr>
        <p:spPr>
          <a:xfrm>
            <a:off x="5015880"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4" name="上下箭头 623">
            <a:extLst>
              <a:ext uri="{FF2B5EF4-FFF2-40B4-BE49-F238E27FC236}">
                <a16:creationId xmlns:a16="http://schemas.microsoft.com/office/drawing/2014/main" id="{A8F570C3-1611-0339-FC39-0836F20B0D77}"/>
              </a:ext>
            </a:extLst>
          </p:cNvPr>
          <p:cNvSpPr/>
          <p:nvPr/>
        </p:nvSpPr>
        <p:spPr>
          <a:xfrm>
            <a:off x="6096000"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5" name="上下箭头 624">
            <a:extLst>
              <a:ext uri="{FF2B5EF4-FFF2-40B4-BE49-F238E27FC236}">
                <a16:creationId xmlns:a16="http://schemas.microsoft.com/office/drawing/2014/main" id="{5A51901B-D357-05D8-69EB-BF85B7FF06D5}"/>
              </a:ext>
            </a:extLst>
          </p:cNvPr>
          <p:cNvSpPr/>
          <p:nvPr/>
        </p:nvSpPr>
        <p:spPr>
          <a:xfrm>
            <a:off x="7464152"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6" name="上下箭头 625">
            <a:extLst>
              <a:ext uri="{FF2B5EF4-FFF2-40B4-BE49-F238E27FC236}">
                <a16:creationId xmlns:a16="http://schemas.microsoft.com/office/drawing/2014/main" id="{E20CF7B0-54E4-7154-0896-655C51251BB0}"/>
              </a:ext>
            </a:extLst>
          </p:cNvPr>
          <p:cNvSpPr/>
          <p:nvPr/>
        </p:nvSpPr>
        <p:spPr>
          <a:xfrm>
            <a:off x="9552384" y="5733288"/>
            <a:ext cx="182880" cy="374904"/>
          </a:xfrm>
          <a:prstGeom prst="upDownArrow">
            <a:avLst>
              <a:gd name="adj1" fmla="val 15517"/>
              <a:gd name="adj2"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2" name="右中括号 631">
            <a:extLst>
              <a:ext uri="{FF2B5EF4-FFF2-40B4-BE49-F238E27FC236}">
                <a16:creationId xmlns:a16="http://schemas.microsoft.com/office/drawing/2014/main" id="{FA5C9931-AABD-0DC4-5311-B0D269CAB85C}"/>
              </a:ext>
            </a:extLst>
          </p:cNvPr>
          <p:cNvSpPr/>
          <p:nvPr/>
        </p:nvSpPr>
        <p:spPr>
          <a:xfrm rot="5400000">
            <a:off x="5815584" y="950976"/>
            <a:ext cx="566928" cy="10058400"/>
          </a:xfrm>
          <a:prstGeom prst="rightBracket">
            <a:avLst>
              <a:gd name="adj" fmla="val 0"/>
            </a:avLst>
          </a:prstGeom>
          <a:ln w="41275">
            <a:solidFill>
              <a:srgbClr val="BB3023"/>
            </a:solidFill>
            <a:headEnd type="triangl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34" name="文本框 633">
            <a:extLst>
              <a:ext uri="{FF2B5EF4-FFF2-40B4-BE49-F238E27FC236}">
                <a16:creationId xmlns:a16="http://schemas.microsoft.com/office/drawing/2014/main" id="{995DA6A2-4D36-C904-D397-CF1098959119}"/>
              </a:ext>
            </a:extLst>
          </p:cNvPr>
          <p:cNvSpPr txBox="1"/>
          <p:nvPr/>
        </p:nvSpPr>
        <p:spPr>
          <a:xfrm>
            <a:off x="2280213" y="6270772"/>
            <a:ext cx="2685351"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Contents·2023</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5" name="文本框 634">
            <a:extLst>
              <a:ext uri="{FF2B5EF4-FFF2-40B4-BE49-F238E27FC236}">
                <a16:creationId xmlns:a16="http://schemas.microsoft.com/office/drawing/2014/main" id="{0CF3AC1E-7BF5-832A-BC10-2256CB5031E2}"/>
              </a:ext>
            </a:extLst>
          </p:cNvPr>
          <p:cNvSpPr txBox="1"/>
          <p:nvPr/>
        </p:nvSpPr>
        <p:spPr>
          <a:xfrm>
            <a:off x="4838030" y="6336777"/>
            <a:ext cx="6052474"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3" name="矩形 2">
            <a:extLst>
              <a:ext uri="{FF2B5EF4-FFF2-40B4-BE49-F238E27FC236}">
                <a16:creationId xmlns:a16="http://schemas.microsoft.com/office/drawing/2014/main" id="{DBB09665-B2E1-C36F-EBCF-E612386FA5C1}"/>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文本框 8">
            <a:extLst>
              <a:ext uri="{FF2B5EF4-FFF2-40B4-BE49-F238E27FC236}">
                <a16:creationId xmlns:a16="http://schemas.microsoft.com/office/drawing/2014/main" id="{A4F7F37B-BCAC-31A0-1256-162834649BC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 name="文本框 10">
            <a:extLst>
              <a:ext uri="{FF2B5EF4-FFF2-40B4-BE49-F238E27FC236}">
                <a16:creationId xmlns:a16="http://schemas.microsoft.com/office/drawing/2014/main" id="{BC510828-4F79-15A3-4910-DB190C962ADA}"/>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820D94BD-DEDC-06CD-1EF7-94BCDAB7F6D7}"/>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67D87F6E-6D01-09AE-B995-18C8B35BFCE6}"/>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2FD1DA5D-D938-ECE8-DA3D-A27F143BF1B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48" name="组合 47">
            <a:extLst>
              <a:ext uri="{FF2B5EF4-FFF2-40B4-BE49-F238E27FC236}">
                <a16:creationId xmlns:a16="http://schemas.microsoft.com/office/drawing/2014/main" id="{C32CE024-FA7B-1BA2-6F0C-28D90A59229E}"/>
              </a:ext>
            </a:extLst>
          </p:cNvPr>
          <p:cNvGrpSpPr/>
          <p:nvPr/>
        </p:nvGrpSpPr>
        <p:grpSpPr>
          <a:xfrm>
            <a:off x="2259126" y="287981"/>
            <a:ext cx="356205" cy="355288"/>
            <a:chOff x="2323294" y="287981"/>
            <a:chExt cx="356205" cy="355288"/>
          </a:xfrm>
        </p:grpSpPr>
        <p:sp>
          <p:nvSpPr>
            <p:cNvPr id="50" name="Google Shape;7166;p80">
              <a:extLst>
                <a:ext uri="{FF2B5EF4-FFF2-40B4-BE49-F238E27FC236}">
                  <a16:creationId xmlns:a16="http://schemas.microsoft.com/office/drawing/2014/main" id="{3BDEBFBF-5E53-4ED7-EA4E-23725BE1F1A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7167;p80">
              <a:extLst>
                <a:ext uri="{FF2B5EF4-FFF2-40B4-BE49-F238E27FC236}">
                  <a16:creationId xmlns:a16="http://schemas.microsoft.com/office/drawing/2014/main" id="{37871DBC-2C20-6D7A-0E0C-0325CF1F2E47}"/>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7168;p80">
              <a:extLst>
                <a:ext uri="{FF2B5EF4-FFF2-40B4-BE49-F238E27FC236}">
                  <a16:creationId xmlns:a16="http://schemas.microsoft.com/office/drawing/2014/main" id="{1B502870-4E18-62AE-8AF7-1A21ED4AF9C8}"/>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7169;p80">
              <a:extLst>
                <a:ext uri="{FF2B5EF4-FFF2-40B4-BE49-F238E27FC236}">
                  <a16:creationId xmlns:a16="http://schemas.microsoft.com/office/drawing/2014/main" id="{A6699C00-D7E1-125D-8C6C-0B31C14D5EC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55698117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637C4D4B-28A6-5B39-6F25-BBFF2E2EA4CA}"/>
              </a:ext>
            </a:extLst>
          </p:cNvPr>
          <p:cNvSpPr/>
          <p:nvPr/>
        </p:nvSpPr>
        <p:spPr>
          <a:xfrm>
            <a:off x="544010" y="1844824"/>
            <a:ext cx="1724628" cy="3780472"/>
          </a:xfrm>
          <a:prstGeom prst="rect">
            <a:avLst/>
          </a:prstGeom>
          <a:solidFill>
            <a:srgbClr val="BB3023">
              <a:alpha val="1603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矩形 9">
            <a:extLst>
              <a:ext uri="{FF2B5EF4-FFF2-40B4-BE49-F238E27FC236}">
                <a16:creationId xmlns:a16="http://schemas.microsoft.com/office/drawing/2014/main" id="{0241B413-FD8A-A4AE-5C6E-0F72C673733B}"/>
              </a:ext>
            </a:extLst>
          </p:cNvPr>
          <p:cNvSpPr/>
          <p:nvPr/>
        </p:nvSpPr>
        <p:spPr>
          <a:xfrm>
            <a:off x="2711623" y="1701478"/>
            <a:ext cx="3943819" cy="3935393"/>
          </a:xfrm>
          <a:prstGeom prst="rect">
            <a:avLst/>
          </a:prstGeom>
          <a:solidFill>
            <a:srgbClr val="BB3023">
              <a:alpha val="1603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矩形 11">
            <a:extLst>
              <a:ext uri="{FF2B5EF4-FFF2-40B4-BE49-F238E27FC236}">
                <a16:creationId xmlns:a16="http://schemas.microsoft.com/office/drawing/2014/main" id="{A6329631-504F-B920-966E-BF4DF1449121}"/>
              </a:ext>
            </a:extLst>
          </p:cNvPr>
          <p:cNvSpPr/>
          <p:nvPr/>
        </p:nvSpPr>
        <p:spPr>
          <a:xfrm>
            <a:off x="7104112" y="1844824"/>
            <a:ext cx="2977437" cy="3797024"/>
          </a:xfrm>
          <a:prstGeom prst="rect">
            <a:avLst/>
          </a:prstGeom>
          <a:solidFill>
            <a:srgbClr val="BB3023">
              <a:alpha val="1603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B771D4B2-C428-F66A-B83C-8FBA51254A33}"/>
              </a:ext>
            </a:extLst>
          </p:cNvPr>
          <p:cNvSpPr/>
          <p:nvPr/>
        </p:nvSpPr>
        <p:spPr>
          <a:xfrm>
            <a:off x="10560497" y="1759352"/>
            <a:ext cx="1025762" cy="3889094"/>
          </a:xfrm>
          <a:prstGeom prst="rect">
            <a:avLst/>
          </a:prstGeom>
          <a:solidFill>
            <a:srgbClr val="BB3023">
              <a:alpha val="1603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矩形 3">
            <a:extLst>
              <a:ext uri="{FF2B5EF4-FFF2-40B4-BE49-F238E27FC236}">
                <a16:creationId xmlns:a16="http://schemas.microsoft.com/office/drawing/2014/main" id="{06505CC4-18C9-3133-2541-F46FAEAF0D93}"/>
              </a:ext>
            </a:extLst>
          </p:cNvPr>
          <p:cNvSpPr/>
          <p:nvPr/>
        </p:nvSpPr>
        <p:spPr>
          <a:xfrm>
            <a:off x="544010" y="1157468"/>
            <a:ext cx="1724628"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矩形 4">
            <a:extLst>
              <a:ext uri="{FF2B5EF4-FFF2-40B4-BE49-F238E27FC236}">
                <a16:creationId xmlns:a16="http://schemas.microsoft.com/office/drawing/2014/main" id="{DD669707-26E0-ED1D-69E6-30CFAD8D16A1}"/>
              </a:ext>
            </a:extLst>
          </p:cNvPr>
          <p:cNvSpPr/>
          <p:nvPr/>
        </p:nvSpPr>
        <p:spPr>
          <a:xfrm>
            <a:off x="2711623" y="1157468"/>
            <a:ext cx="3943819"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矩形 5">
            <a:extLst>
              <a:ext uri="{FF2B5EF4-FFF2-40B4-BE49-F238E27FC236}">
                <a16:creationId xmlns:a16="http://schemas.microsoft.com/office/drawing/2014/main" id="{D48063A9-50B6-98B6-528B-E70484CCA5CA}"/>
              </a:ext>
            </a:extLst>
          </p:cNvPr>
          <p:cNvSpPr/>
          <p:nvPr/>
        </p:nvSpPr>
        <p:spPr>
          <a:xfrm>
            <a:off x="7104112" y="1157468"/>
            <a:ext cx="2977437"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矩形 6">
            <a:extLst>
              <a:ext uri="{FF2B5EF4-FFF2-40B4-BE49-F238E27FC236}">
                <a16:creationId xmlns:a16="http://schemas.microsoft.com/office/drawing/2014/main" id="{044D362F-B46E-0569-965A-0C9A4A46CDD3}"/>
              </a:ext>
            </a:extLst>
          </p:cNvPr>
          <p:cNvSpPr/>
          <p:nvPr/>
        </p:nvSpPr>
        <p:spPr>
          <a:xfrm>
            <a:off x="10560497" y="1157468"/>
            <a:ext cx="1025762" cy="82180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三角形 14">
            <a:extLst>
              <a:ext uri="{FF2B5EF4-FFF2-40B4-BE49-F238E27FC236}">
                <a16:creationId xmlns:a16="http://schemas.microsoft.com/office/drawing/2014/main" id="{5721DDE8-5EF6-BD11-5AD3-2487123761C8}"/>
              </a:ext>
            </a:extLst>
          </p:cNvPr>
          <p:cNvSpPr/>
          <p:nvPr/>
        </p:nvSpPr>
        <p:spPr>
          <a:xfrm rot="5400000">
            <a:off x="2293871" y="1391046"/>
            <a:ext cx="458821" cy="208343"/>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三角形 15">
            <a:extLst>
              <a:ext uri="{FF2B5EF4-FFF2-40B4-BE49-F238E27FC236}">
                <a16:creationId xmlns:a16="http://schemas.microsoft.com/office/drawing/2014/main" id="{715F23C6-3A1B-1E14-70FA-E098ACB0EEE5}"/>
              </a:ext>
            </a:extLst>
          </p:cNvPr>
          <p:cNvSpPr/>
          <p:nvPr/>
        </p:nvSpPr>
        <p:spPr>
          <a:xfrm rot="5400000">
            <a:off x="6690841" y="1391046"/>
            <a:ext cx="458821" cy="208343"/>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三角形 16">
            <a:extLst>
              <a:ext uri="{FF2B5EF4-FFF2-40B4-BE49-F238E27FC236}">
                <a16:creationId xmlns:a16="http://schemas.microsoft.com/office/drawing/2014/main" id="{C4CB862B-06F7-77DB-FD2D-E7FCBC7367F7}"/>
              </a:ext>
            </a:extLst>
          </p:cNvPr>
          <p:cNvSpPr/>
          <p:nvPr/>
        </p:nvSpPr>
        <p:spPr>
          <a:xfrm rot="5400000">
            <a:off x="10147225" y="1391046"/>
            <a:ext cx="458821" cy="208343"/>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2D9976BF-3495-F3E9-BFAF-3BA45DD358F1}"/>
              </a:ext>
            </a:extLst>
          </p:cNvPr>
          <p:cNvSpPr/>
          <p:nvPr/>
        </p:nvSpPr>
        <p:spPr>
          <a:xfrm>
            <a:off x="833378" y="1250066"/>
            <a:ext cx="1099595"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36489444-AF75-C36B-40E6-C62714D50EB8}"/>
              </a:ext>
            </a:extLst>
          </p:cNvPr>
          <p:cNvSpPr txBox="1"/>
          <p:nvPr/>
        </p:nvSpPr>
        <p:spPr>
          <a:xfrm>
            <a:off x="757633" y="1277739"/>
            <a:ext cx="1383683"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A1717D5E-3901-EE78-A662-C7D4EF6D9215}"/>
              </a:ext>
            </a:extLst>
          </p:cNvPr>
          <p:cNvSpPr txBox="1"/>
          <p:nvPr/>
        </p:nvSpPr>
        <p:spPr>
          <a:xfrm>
            <a:off x="601136" y="1676213"/>
            <a:ext cx="137011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6225591A-77A4-2626-3F17-81DB91E669F3}"/>
              </a:ext>
            </a:extLst>
          </p:cNvPr>
          <p:cNvSpPr txBox="1"/>
          <p:nvPr/>
        </p:nvSpPr>
        <p:spPr>
          <a:xfrm>
            <a:off x="1385899" y="1695389"/>
            <a:ext cx="969095" cy="246221"/>
          </a:xfrm>
          <a:prstGeom prst="rect">
            <a:avLst/>
          </a:prstGeom>
          <a:noFill/>
        </p:spPr>
        <p:txBody>
          <a:bodyPr wrap="square">
            <a:spAutoFit/>
          </a:bodyPr>
          <a:lstStyle/>
          <a:p>
            <a:r>
              <a:rPr kumimoji="1" lang="en" altLang="zh-CN" sz="1000" b="1" dirty="0">
                <a:solidFill>
                  <a:schemeClr val="bg1"/>
                </a:solidFill>
                <a:latin typeface="Alibaba PuHuiTi" pitchFamily="18" charset="-122"/>
                <a:ea typeface="Alibaba PuHuiTi" pitchFamily="18" charset="-122"/>
                <a:cs typeface="Alibaba PuHuiTi" pitchFamily="18" charset="-122"/>
              </a:rPr>
              <a:t>main title</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4" name="矩形 23">
            <a:extLst>
              <a:ext uri="{FF2B5EF4-FFF2-40B4-BE49-F238E27FC236}">
                <a16:creationId xmlns:a16="http://schemas.microsoft.com/office/drawing/2014/main" id="{DFEF8483-28ED-2095-976A-AC7BE1AE4080}"/>
              </a:ext>
            </a:extLst>
          </p:cNvPr>
          <p:cNvSpPr/>
          <p:nvPr/>
        </p:nvSpPr>
        <p:spPr>
          <a:xfrm>
            <a:off x="4033277" y="1250066"/>
            <a:ext cx="1099595"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文本框 24">
            <a:extLst>
              <a:ext uri="{FF2B5EF4-FFF2-40B4-BE49-F238E27FC236}">
                <a16:creationId xmlns:a16="http://schemas.microsoft.com/office/drawing/2014/main" id="{9C55575D-6408-E30C-B8D6-9BE146837044}"/>
              </a:ext>
            </a:extLst>
          </p:cNvPr>
          <p:cNvSpPr txBox="1"/>
          <p:nvPr/>
        </p:nvSpPr>
        <p:spPr>
          <a:xfrm>
            <a:off x="3957532" y="1277739"/>
            <a:ext cx="1383683"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DAFDD1CF-437D-0F87-05E4-6776EF3DD16F}"/>
              </a:ext>
            </a:extLst>
          </p:cNvPr>
          <p:cNvSpPr txBox="1"/>
          <p:nvPr/>
        </p:nvSpPr>
        <p:spPr>
          <a:xfrm>
            <a:off x="3801035" y="1676213"/>
            <a:ext cx="137011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74AE2C4C-F5F9-D39D-B1A7-CEBB726EF517}"/>
              </a:ext>
            </a:extLst>
          </p:cNvPr>
          <p:cNvSpPr txBox="1"/>
          <p:nvPr/>
        </p:nvSpPr>
        <p:spPr>
          <a:xfrm>
            <a:off x="4585798" y="1695389"/>
            <a:ext cx="969095" cy="246221"/>
          </a:xfrm>
          <a:prstGeom prst="rect">
            <a:avLst/>
          </a:prstGeom>
          <a:noFill/>
        </p:spPr>
        <p:txBody>
          <a:bodyPr wrap="square">
            <a:spAutoFit/>
          </a:bodyPr>
          <a:lstStyle/>
          <a:p>
            <a:r>
              <a:rPr kumimoji="1" lang="en" altLang="zh-CN" sz="1000" b="1" dirty="0">
                <a:solidFill>
                  <a:schemeClr val="bg1"/>
                </a:solidFill>
                <a:latin typeface="Alibaba PuHuiTi" pitchFamily="18" charset="-122"/>
                <a:ea typeface="Alibaba PuHuiTi" pitchFamily="18" charset="-122"/>
                <a:cs typeface="Alibaba PuHuiTi" pitchFamily="18" charset="-122"/>
              </a:rPr>
              <a:t>main title</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28" name="矩形 27">
            <a:extLst>
              <a:ext uri="{FF2B5EF4-FFF2-40B4-BE49-F238E27FC236}">
                <a16:creationId xmlns:a16="http://schemas.microsoft.com/office/drawing/2014/main" id="{0A6CC11D-E5E6-A154-501F-3BAD9AA97C6B}"/>
              </a:ext>
            </a:extLst>
          </p:cNvPr>
          <p:cNvSpPr/>
          <p:nvPr/>
        </p:nvSpPr>
        <p:spPr>
          <a:xfrm>
            <a:off x="8057904" y="1250066"/>
            <a:ext cx="1099595"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文本框 28">
            <a:extLst>
              <a:ext uri="{FF2B5EF4-FFF2-40B4-BE49-F238E27FC236}">
                <a16:creationId xmlns:a16="http://schemas.microsoft.com/office/drawing/2014/main" id="{47C10A2F-F54B-D11D-E483-D9BF30B598D9}"/>
              </a:ext>
            </a:extLst>
          </p:cNvPr>
          <p:cNvSpPr txBox="1"/>
          <p:nvPr/>
        </p:nvSpPr>
        <p:spPr>
          <a:xfrm>
            <a:off x="7982159" y="1277739"/>
            <a:ext cx="1383683"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C509E1C2-F8DD-67C6-1EFB-04F6D3EF5D02}"/>
              </a:ext>
            </a:extLst>
          </p:cNvPr>
          <p:cNvSpPr txBox="1"/>
          <p:nvPr/>
        </p:nvSpPr>
        <p:spPr>
          <a:xfrm>
            <a:off x="7825662" y="1676213"/>
            <a:ext cx="1370119" cy="261610"/>
          </a:xfrm>
          <a:prstGeom prst="rect">
            <a:avLst/>
          </a:prstGeom>
          <a:noFill/>
        </p:spPr>
        <p:txBody>
          <a:bodyPr wrap="squar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601F53DA-42A8-CB2F-C1A9-AC7339880406}"/>
              </a:ext>
            </a:extLst>
          </p:cNvPr>
          <p:cNvSpPr txBox="1"/>
          <p:nvPr/>
        </p:nvSpPr>
        <p:spPr>
          <a:xfrm>
            <a:off x="8610425" y="1695389"/>
            <a:ext cx="969095" cy="246221"/>
          </a:xfrm>
          <a:prstGeom prst="rect">
            <a:avLst/>
          </a:prstGeom>
          <a:noFill/>
        </p:spPr>
        <p:txBody>
          <a:bodyPr wrap="square">
            <a:spAutoFit/>
          </a:bodyPr>
          <a:lstStyle/>
          <a:p>
            <a:r>
              <a:rPr kumimoji="1" lang="en" altLang="zh-CN" sz="1000" b="1" dirty="0">
                <a:solidFill>
                  <a:schemeClr val="bg1"/>
                </a:solidFill>
                <a:latin typeface="Alibaba PuHuiTi" pitchFamily="18" charset="-122"/>
                <a:ea typeface="Alibaba PuHuiTi" pitchFamily="18" charset="-122"/>
                <a:cs typeface="Alibaba PuHuiTi" pitchFamily="18" charset="-122"/>
              </a:rPr>
              <a:t>main title</a:t>
            </a:r>
            <a:endParaRPr lang="zh-CN" altLang="en-US" sz="1000" b="1" dirty="0">
              <a:solidFill>
                <a:schemeClr val="bg1"/>
              </a:solidFill>
              <a:latin typeface="Alibaba PuHuiTi" pitchFamily="18" charset="-122"/>
              <a:ea typeface="Alibaba PuHuiTi" pitchFamily="18" charset="-122"/>
              <a:cs typeface="Alibaba PuHuiTi" pitchFamily="18" charset="-122"/>
            </a:endParaRPr>
          </a:p>
        </p:txBody>
      </p:sp>
      <p:sp>
        <p:nvSpPr>
          <p:cNvPr id="32" name="矩形 31">
            <a:extLst>
              <a:ext uri="{FF2B5EF4-FFF2-40B4-BE49-F238E27FC236}">
                <a16:creationId xmlns:a16="http://schemas.microsoft.com/office/drawing/2014/main" id="{80170331-7AC3-C497-71B3-0EA134915D4A}"/>
              </a:ext>
            </a:extLst>
          </p:cNvPr>
          <p:cNvSpPr/>
          <p:nvPr/>
        </p:nvSpPr>
        <p:spPr>
          <a:xfrm>
            <a:off x="10660970" y="1250066"/>
            <a:ext cx="827088" cy="3356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文本框 32">
            <a:extLst>
              <a:ext uri="{FF2B5EF4-FFF2-40B4-BE49-F238E27FC236}">
                <a16:creationId xmlns:a16="http://schemas.microsoft.com/office/drawing/2014/main" id="{CB375657-76DF-DE11-13EA-958F549C08C0}"/>
              </a:ext>
            </a:extLst>
          </p:cNvPr>
          <p:cNvSpPr txBox="1"/>
          <p:nvPr/>
        </p:nvSpPr>
        <p:spPr>
          <a:xfrm>
            <a:off x="10577968" y="1292253"/>
            <a:ext cx="960890" cy="261610"/>
          </a:xfrm>
          <a:prstGeom prst="rect">
            <a:avLst/>
          </a:prstGeom>
          <a:noFill/>
        </p:spPr>
        <p:txBody>
          <a:bodyPr wrap="square" rtlCol="0">
            <a:spAutoFit/>
          </a:bodyPr>
          <a:lstStyle/>
          <a:p>
            <a:r>
              <a:rPr kumimoji="1" lang="en" altLang="zh-CN" sz="1050" dirty="0">
                <a:latin typeface="Alibaba PuHuiTi Medium" pitchFamily="18" charset="-122"/>
                <a:ea typeface="Alibaba PuHuiTi Medium" pitchFamily="18" charset="-122"/>
                <a:cs typeface="Alibaba PuHuiTi Medium" pitchFamily="18" charset="-122"/>
              </a:rPr>
              <a:t>WRITE HERE</a:t>
            </a:r>
            <a:r>
              <a:rPr kumimoji="1" lang="en-US" altLang="zh-CN" sz="1050" dirty="0">
                <a:latin typeface="Alibaba PuHuiTi Medium" pitchFamily="18" charset="-122"/>
                <a:ea typeface="Alibaba PuHuiTi Medium" pitchFamily="18" charset="-122"/>
                <a:cs typeface="Alibaba PuHuiTi Medium" pitchFamily="18" charset="-122"/>
              </a:rPr>
              <a:t>:</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3310C2FB-5F35-35BB-4EB8-00EE2DAE8132}"/>
              </a:ext>
            </a:extLst>
          </p:cNvPr>
          <p:cNvSpPr txBox="1"/>
          <p:nvPr/>
        </p:nvSpPr>
        <p:spPr>
          <a:xfrm>
            <a:off x="10719013" y="1589127"/>
            <a:ext cx="1370119" cy="215444"/>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8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4C4FB574-71B3-54C0-1A19-50916E2ED272}"/>
              </a:ext>
            </a:extLst>
          </p:cNvPr>
          <p:cNvSpPr txBox="1"/>
          <p:nvPr/>
        </p:nvSpPr>
        <p:spPr>
          <a:xfrm>
            <a:off x="10807090" y="1731675"/>
            <a:ext cx="969095" cy="184666"/>
          </a:xfrm>
          <a:prstGeom prst="rect">
            <a:avLst/>
          </a:prstGeom>
          <a:noFill/>
        </p:spPr>
        <p:txBody>
          <a:bodyPr wrap="square">
            <a:spAutoFit/>
          </a:bodyPr>
          <a:lstStyle/>
          <a:p>
            <a:r>
              <a:rPr kumimoji="1" lang="en" altLang="zh-CN" sz="600" b="1" dirty="0">
                <a:solidFill>
                  <a:schemeClr val="bg1"/>
                </a:solidFill>
                <a:latin typeface="Alibaba PuHuiTi" pitchFamily="18" charset="-122"/>
                <a:ea typeface="Alibaba PuHuiTi" pitchFamily="18" charset="-122"/>
                <a:cs typeface="Alibaba PuHuiTi" pitchFamily="18" charset="-122"/>
              </a:rPr>
              <a:t>main title</a:t>
            </a:r>
            <a:endParaRPr lang="zh-CN" altLang="en-US" sz="600" b="1" dirty="0">
              <a:solidFill>
                <a:schemeClr val="bg1"/>
              </a:solidFill>
              <a:latin typeface="Alibaba PuHuiTi" pitchFamily="18" charset="-122"/>
              <a:ea typeface="Alibaba PuHuiTi" pitchFamily="18" charset="-122"/>
              <a:cs typeface="Alibaba PuHuiTi" pitchFamily="18" charset="-122"/>
            </a:endParaRPr>
          </a:p>
        </p:txBody>
      </p:sp>
      <p:sp>
        <p:nvSpPr>
          <p:cNvPr id="37" name="圆角矩形 36">
            <a:extLst>
              <a:ext uri="{FF2B5EF4-FFF2-40B4-BE49-F238E27FC236}">
                <a16:creationId xmlns:a16="http://schemas.microsoft.com/office/drawing/2014/main" id="{FB6D42EE-1DD5-6805-8C60-9AC1D33D5EE9}"/>
              </a:ext>
            </a:extLst>
          </p:cNvPr>
          <p:cNvSpPr/>
          <p:nvPr/>
        </p:nvSpPr>
        <p:spPr>
          <a:xfrm>
            <a:off x="660400" y="2162628"/>
            <a:ext cx="1487714" cy="1429658"/>
          </a:xfrm>
          <a:prstGeom prst="roundRect">
            <a:avLst>
              <a:gd name="adj" fmla="val 0"/>
            </a:avLst>
          </a:prstGeom>
          <a:no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矩形 37">
            <a:extLst>
              <a:ext uri="{FF2B5EF4-FFF2-40B4-BE49-F238E27FC236}">
                <a16:creationId xmlns:a16="http://schemas.microsoft.com/office/drawing/2014/main" id="{E87F3167-342A-8563-6944-C8AC6E761B4D}"/>
              </a:ext>
            </a:extLst>
          </p:cNvPr>
          <p:cNvSpPr/>
          <p:nvPr/>
        </p:nvSpPr>
        <p:spPr>
          <a:xfrm>
            <a:off x="840635" y="2169705"/>
            <a:ext cx="1099595" cy="6025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文本框 38">
            <a:extLst>
              <a:ext uri="{FF2B5EF4-FFF2-40B4-BE49-F238E27FC236}">
                <a16:creationId xmlns:a16="http://schemas.microsoft.com/office/drawing/2014/main" id="{ECCA895D-D4D7-AFDC-C604-ADAE410769CC}"/>
              </a:ext>
            </a:extLst>
          </p:cNvPr>
          <p:cNvSpPr txBox="1"/>
          <p:nvPr/>
        </p:nvSpPr>
        <p:spPr>
          <a:xfrm>
            <a:off x="709306" y="2944064"/>
            <a:ext cx="1431551" cy="507831"/>
          </a:xfrm>
          <a:prstGeom prst="rect">
            <a:avLst/>
          </a:prstGeom>
          <a:noFill/>
        </p:spPr>
        <p:txBody>
          <a:bodyPr wrap="square" rtlCol="0">
            <a:spAutoFit/>
          </a:bodyPr>
          <a:lstStyle/>
          <a:p>
            <a:pPr marL="171450" indent="-171450">
              <a:buFont typeface="Wingdings" pitchFamily="2" charset="2"/>
              <a:buChar char="p"/>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0" name="文本框 39">
            <a:extLst>
              <a:ext uri="{FF2B5EF4-FFF2-40B4-BE49-F238E27FC236}">
                <a16:creationId xmlns:a16="http://schemas.microsoft.com/office/drawing/2014/main" id="{C5B9783B-5000-3D3D-D376-6A3D3D765C7F}"/>
              </a:ext>
            </a:extLst>
          </p:cNvPr>
          <p:cNvSpPr txBox="1"/>
          <p:nvPr/>
        </p:nvSpPr>
        <p:spPr>
          <a:xfrm>
            <a:off x="833850" y="2203737"/>
            <a:ext cx="1190894"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8A6161BC-6BB3-F7CE-AA4E-A057183BB72B}"/>
              </a:ext>
            </a:extLst>
          </p:cNvPr>
          <p:cNvSpPr txBox="1"/>
          <p:nvPr/>
        </p:nvSpPr>
        <p:spPr>
          <a:xfrm>
            <a:off x="914669" y="2440627"/>
            <a:ext cx="969095"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main title</a:t>
            </a:r>
            <a:endParaRPr lang="zh-CN" altLang="en-US" sz="1200" b="1" dirty="0">
              <a:latin typeface="Alibaba PuHuiTi" pitchFamily="18" charset="-122"/>
              <a:ea typeface="Alibaba PuHuiTi" pitchFamily="18" charset="-122"/>
              <a:cs typeface="Alibaba PuHuiTi" pitchFamily="18" charset="-122"/>
            </a:endParaRPr>
          </a:p>
        </p:txBody>
      </p:sp>
      <p:sp>
        <p:nvSpPr>
          <p:cNvPr id="42" name="圆角矩形 41">
            <a:extLst>
              <a:ext uri="{FF2B5EF4-FFF2-40B4-BE49-F238E27FC236}">
                <a16:creationId xmlns:a16="http://schemas.microsoft.com/office/drawing/2014/main" id="{DD82E4ED-F4B2-C05D-04A4-4963F9585AD2}"/>
              </a:ext>
            </a:extLst>
          </p:cNvPr>
          <p:cNvSpPr/>
          <p:nvPr/>
        </p:nvSpPr>
        <p:spPr>
          <a:xfrm>
            <a:off x="660400" y="4005064"/>
            <a:ext cx="1487714" cy="1429658"/>
          </a:xfrm>
          <a:prstGeom prst="roundRect">
            <a:avLst>
              <a:gd name="adj" fmla="val 0"/>
            </a:avLst>
          </a:prstGeom>
          <a:noFill/>
          <a:ln w="381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矩形 42">
            <a:extLst>
              <a:ext uri="{FF2B5EF4-FFF2-40B4-BE49-F238E27FC236}">
                <a16:creationId xmlns:a16="http://schemas.microsoft.com/office/drawing/2014/main" id="{54C7D4E4-2199-EDE6-6B3D-04220D0050AC}"/>
              </a:ext>
            </a:extLst>
          </p:cNvPr>
          <p:cNvSpPr/>
          <p:nvPr/>
        </p:nvSpPr>
        <p:spPr>
          <a:xfrm>
            <a:off x="840635" y="4012141"/>
            <a:ext cx="1099595" cy="6025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文本框 43">
            <a:extLst>
              <a:ext uri="{FF2B5EF4-FFF2-40B4-BE49-F238E27FC236}">
                <a16:creationId xmlns:a16="http://schemas.microsoft.com/office/drawing/2014/main" id="{DFABF702-1933-7DA1-51FD-C785745017E5}"/>
              </a:ext>
            </a:extLst>
          </p:cNvPr>
          <p:cNvSpPr txBox="1"/>
          <p:nvPr/>
        </p:nvSpPr>
        <p:spPr>
          <a:xfrm>
            <a:off x="709306" y="4786500"/>
            <a:ext cx="1431551" cy="507831"/>
          </a:xfrm>
          <a:prstGeom prst="rect">
            <a:avLst/>
          </a:prstGeom>
          <a:noFill/>
        </p:spPr>
        <p:txBody>
          <a:bodyPr wrap="square" rtlCol="0">
            <a:spAutoFit/>
          </a:bodyPr>
          <a:lstStyle/>
          <a:p>
            <a:pPr marL="171450" indent="-171450">
              <a:buFont typeface="Wingdings" pitchFamily="2" charset="2"/>
              <a:buChar char="p"/>
            </a:pP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5" name="文本框 44">
            <a:extLst>
              <a:ext uri="{FF2B5EF4-FFF2-40B4-BE49-F238E27FC236}">
                <a16:creationId xmlns:a16="http://schemas.microsoft.com/office/drawing/2014/main" id="{49D7E81A-8114-40E6-E016-90BFAA6D97C7}"/>
              </a:ext>
            </a:extLst>
          </p:cNvPr>
          <p:cNvSpPr txBox="1"/>
          <p:nvPr/>
        </p:nvSpPr>
        <p:spPr>
          <a:xfrm>
            <a:off x="833850" y="4046173"/>
            <a:ext cx="1190894"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r>
              <a:rPr kumimoji="1" lang="en-US" altLang="zh-CN" sz="1400" dirty="0">
                <a:latin typeface="Alibaba PuHuiTi Medium" pitchFamily="18" charset="-122"/>
                <a:ea typeface="Alibaba PuHuiTi Medium" pitchFamily="18" charset="-122"/>
                <a:cs typeface="Alibaba PuHuiTi Medium" pitchFamily="18" charset="-122"/>
              </a:rPr>
              <a:t>/</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46" name="文本框 45">
            <a:extLst>
              <a:ext uri="{FF2B5EF4-FFF2-40B4-BE49-F238E27FC236}">
                <a16:creationId xmlns:a16="http://schemas.microsoft.com/office/drawing/2014/main" id="{8F827E53-71E3-F492-735B-2C6B4A79F2E8}"/>
              </a:ext>
            </a:extLst>
          </p:cNvPr>
          <p:cNvSpPr txBox="1"/>
          <p:nvPr/>
        </p:nvSpPr>
        <p:spPr>
          <a:xfrm>
            <a:off x="914669" y="4283063"/>
            <a:ext cx="969095"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main title</a:t>
            </a:r>
            <a:endParaRPr lang="zh-CN" altLang="en-US" sz="1200" b="1" dirty="0">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43ED565F-A8E0-E339-FE3F-87F9F9FD920A}"/>
              </a:ext>
            </a:extLst>
          </p:cNvPr>
          <p:cNvSpPr txBox="1"/>
          <p:nvPr/>
        </p:nvSpPr>
        <p:spPr>
          <a:xfrm>
            <a:off x="1182914" y="3585028"/>
            <a:ext cx="370115" cy="461665"/>
          </a:xfrm>
          <a:prstGeom prst="rect">
            <a:avLst/>
          </a:prstGeom>
          <a:noFill/>
        </p:spPr>
        <p:txBody>
          <a:bodyPr wrap="squar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 name="矩形 48">
            <a:extLst>
              <a:ext uri="{FF2B5EF4-FFF2-40B4-BE49-F238E27FC236}">
                <a16:creationId xmlns:a16="http://schemas.microsoft.com/office/drawing/2014/main" id="{ED815DF6-82F6-969A-C939-185E528979F5}"/>
              </a:ext>
            </a:extLst>
          </p:cNvPr>
          <p:cNvSpPr/>
          <p:nvPr/>
        </p:nvSpPr>
        <p:spPr>
          <a:xfrm>
            <a:off x="2699658" y="2067542"/>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 name="矩形 59">
            <a:extLst>
              <a:ext uri="{FF2B5EF4-FFF2-40B4-BE49-F238E27FC236}">
                <a16:creationId xmlns:a16="http://schemas.microsoft.com/office/drawing/2014/main" id="{AF4CBF45-C85B-4C17-29AF-73C594C9AE0D}"/>
              </a:ext>
            </a:extLst>
          </p:cNvPr>
          <p:cNvSpPr/>
          <p:nvPr/>
        </p:nvSpPr>
        <p:spPr>
          <a:xfrm>
            <a:off x="3691569" y="2417740"/>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 name="矩形 60">
            <a:extLst>
              <a:ext uri="{FF2B5EF4-FFF2-40B4-BE49-F238E27FC236}">
                <a16:creationId xmlns:a16="http://schemas.microsoft.com/office/drawing/2014/main" id="{EDC9CD18-77F8-165F-66E3-2B1FA93CFE7C}"/>
              </a:ext>
            </a:extLst>
          </p:cNvPr>
          <p:cNvSpPr/>
          <p:nvPr/>
        </p:nvSpPr>
        <p:spPr>
          <a:xfrm>
            <a:off x="4690270" y="2765253"/>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矩形 61">
            <a:extLst>
              <a:ext uri="{FF2B5EF4-FFF2-40B4-BE49-F238E27FC236}">
                <a16:creationId xmlns:a16="http://schemas.microsoft.com/office/drawing/2014/main" id="{A7FD7860-2198-F7A1-8BC3-61A95E14BC1C}"/>
              </a:ext>
            </a:extLst>
          </p:cNvPr>
          <p:cNvSpPr/>
          <p:nvPr/>
        </p:nvSpPr>
        <p:spPr>
          <a:xfrm>
            <a:off x="5679560" y="3115782"/>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矩形 62">
            <a:extLst>
              <a:ext uri="{FF2B5EF4-FFF2-40B4-BE49-F238E27FC236}">
                <a16:creationId xmlns:a16="http://schemas.microsoft.com/office/drawing/2014/main" id="{90FDBDA3-3D70-625B-259C-5358FD89B3A0}"/>
              </a:ext>
            </a:extLst>
          </p:cNvPr>
          <p:cNvSpPr/>
          <p:nvPr/>
        </p:nvSpPr>
        <p:spPr>
          <a:xfrm>
            <a:off x="7104112" y="3573016"/>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6" name="矩形 575">
            <a:extLst>
              <a:ext uri="{FF2B5EF4-FFF2-40B4-BE49-F238E27FC236}">
                <a16:creationId xmlns:a16="http://schemas.microsoft.com/office/drawing/2014/main" id="{70654EEC-438D-F4CE-4FE5-D0C917852916}"/>
              </a:ext>
            </a:extLst>
          </p:cNvPr>
          <p:cNvSpPr/>
          <p:nvPr/>
        </p:nvSpPr>
        <p:spPr>
          <a:xfrm>
            <a:off x="8090287" y="3908004"/>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7" name="矩形 576">
            <a:extLst>
              <a:ext uri="{FF2B5EF4-FFF2-40B4-BE49-F238E27FC236}">
                <a16:creationId xmlns:a16="http://schemas.microsoft.com/office/drawing/2014/main" id="{BA6FF7B1-6B07-B030-B317-AB3CE4D23D3E}"/>
              </a:ext>
            </a:extLst>
          </p:cNvPr>
          <p:cNvSpPr/>
          <p:nvPr/>
        </p:nvSpPr>
        <p:spPr>
          <a:xfrm>
            <a:off x="9089021" y="4246140"/>
            <a:ext cx="989257"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8" name="矩形 577">
            <a:extLst>
              <a:ext uri="{FF2B5EF4-FFF2-40B4-BE49-F238E27FC236}">
                <a16:creationId xmlns:a16="http://schemas.microsoft.com/office/drawing/2014/main" id="{FF17A2AD-4FE3-A888-8DD3-67F5034BFC2A}"/>
              </a:ext>
            </a:extLst>
          </p:cNvPr>
          <p:cNvSpPr/>
          <p:nvPr/>
        </p:nvSpPr>
        <p:spPr>
          <a:xfrm>
            <a:off x="10603283" y="4653136"/>
            <a:ext cx="951978" cy="33566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9" name="文本框 578">
            <a:extLst>
              <a:ext uri="{FF2B5EF4-FFF2-40B4-BE49-F238E27FC236}">
                <a16:creationId xmlns:a16="http://schemas.microsoft.com/office/drawing/2014/main" id="{999CC0C1-3625-8B94-251D-A3275D1187FF}"/>
              </a:ext>
            </a:extLst>
          </p:cNvPr>
          <p:cNvSpPr txBox="1"/>
          <p:nvPr/>
        </p:nvSpPr>
        <p:spPr>
          <a:xfrm>
            <a:off x="2721036" y="2110952"/>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0" name="文本框 579">
            <a:extLst>
              <a:ext uri="{FF2B5EF4-FFF2-40B4-BE49-F238E27FC236}">
                <a16:creationId xmlns:a16="http://schemas.microsoft.com/office/drawing/2014/main" id="{EEA18F60-E93A-1F8E-E781-53DAA81FAB51}"/>
              </a:ext>
            </a:extLst>
          </p:cNvPr>
          <p:cNvSpPr txBox="1"/>
          <p:nvPr/>
        </p:nvSpPr>
        <p:spPr>
          <a:xfrm>
            <a:off x="3710358" y="2467844"/>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AD019E92-9A09-739C-862D-4A949984832B}"/>
              </a:ext>
            </a:extLst>
          </p:cNvPr>
          <p:cNvSpPr txBox="1"/>
          <p:nvPr/>
        </p:nvSpPr>
        <p:spPr>
          <a:xfrm>
            <a:off x="4696566" y="2818473"/>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C3F90699-0481-7922-19DD-8F70B0A98A5A}"/>
              </a:ext>
            </a:extLst>
          </p:cNvPr>
          <p:cNvSpPr txBox="1"/>
          <p:nvPr/>
        </p:nvSpPr>
        <p:spPr>
          <a:xfrm>
            <a:off x="5726582" y="3147198"/>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3" name="文本框 582">
            <a:extLst>
              <a:ext uri="{FF2B5EF4-FFF2-40B4-BE49-F238E27FC236}">
                <a16:creationId xmlns:a16="http://schemas.microsoft.com/office/drawing/2014/main" id="{61F6F616-507E-DC90-7E2F-444086863A13}"/>
              </a:ext>
            </a:extLst>
          </p:cNvPr>
          <p:cNvSpPr txBox="1"/>
          <p:nvPr/>
        </p:nvSpPr>
        <p:spPr>
          <a:xfrm>
            <a:off x="7072797" y="3613709"/>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4" name="文本框 583">
            <a:extLst>
              <a:ext uri="{FF2B5EF4-FFF2-40B4-BE49-F238E27FC236}">
                <a16:creationId xmlns:a16="http://schemas.microsoft.com/office/drawing/2014/main" id="{F32F6C6E-3CB3-D83E-FCDD-B00332A6895C}"/>
              </a:ext>
            </a:extLst>
          </p:cNvPr>
          <p:cNvSpPr txBox="1"/>
          <p:nvPr/>
        </p:nvSpPr>
        <p:spPr>
          <a:xfrm>
            <a:off x="8102846" y="3958108"/>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5" name="文本框 584">
            <a:extLst>
              <a:ext uri="{FF2B5EF4-FFF2-40B4-BE49-F238E27FC236}">
                <a16:creationId xmlns:a16="http://schemas.microsoft.com/office/drawing/2014/main" id="{2EA3B222-DBE4-12A1-3EE1-E941EFE5C28D}"/>
              </a:ext>
            </a:extLst>
          </p:cNvPr>
          <p:cNvSpPr txBox="1"/>
          <p:nvPr/>
        </p:nvSpPr>
        <p:spPr>
          <a:xfrm>
            <a:off x="9107844" y="4299359"/>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085E9D20-E7AE-2BEC-1737-83C3D5CA0725}"/>
              </a:ext>
            </a:extLst>
          </p:cNvPr>
          <p:cNvSpPr txBox="1"/>
          <p:nvPr/>
        </p:nvSpPr>
        <p:spPr>
          <a:xfrm>
            <a:off x="10560496" y="4725144"/>
            <a:ext cx="1005458" cy="261610"/>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7" name="文本框 586">
            <a:extLst>
              <a:ext uri="{FF2B5EF4-FFF2-40B4-BE49-F238E27FC236}">
                <a16:creationId xmlns:a16="http://schemas.microsoft.com/office/drawing/2014/main" id="{FAB95DF1-FD90-8649-3456-5AE79A4218CC}"/>
              </a:ext>
            </a:extLst>
          </p:cNvPr>
          <p:cNvSpPr txBox="1"/>
          <p:nvPr/>
        </p:nvSpPr>
        <p:spPr>
          <a:xfrm>
            <a:off x="2711624" y="2420888"/>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88" name="文本框 587">
            <a:extLst>
              <a:ext uri="{FF2B5EF4-FFF2-40B4-BE49-F238E27FC236}">
                <a16:creationId xmlns:a16="http://schemas.microsoft.com/office/drawing/2014/main" id="{377FE781-FCC8-F8EC-CB2D-5E3759706916}"/>
              </a:ext>
            </a:extLst>
          </p:cNvPr>
          <p:cNvSpPr txBox="1"/>
          <p:nvPr/>
        </p:nvSpPr>
        <p:spPr>
          <a:xfrm>
            <a:off x="3647728" y="2780928"/>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89" name="文本框 588">
            <a:extLst>
              <a:ext uri="{FF2B5EF4-FFF2-40B4-BE49-F238E27FC236}">
                <a16:creationId xmlns:a16="http://schemas.microsoft.com/office/drawing/2014/main" id="{7707FB55-971B-6FB2-56D4-862A36EA3A94}"/>
              </a:ext>
            </a:extLst>
          </p:cNvPr>
          <p:cNvSpPr txBox="1"/>
          <p:nvPr/>
        </p:nvSpPr>
        <p:spPr>
          <a:xfrm>
            <a:off x="4655840" y="3140968"/>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90" name="文本框 589">
            <a:extLst>
              <a:ext uri="{FF2B5EF4-FFF2-40B4-BE49-F238E27FC236}">
                <a16:creationId xmlns:a16="http://schemas.microsoft.com/office/drawing/2014/main" id="{FBBDE5E3-D170-E3A8-56DA-D879576C5023}"/>
              </a:ext>
            </a:extLst>
          </p:cNvPr>
          <p:cNvSpPr txBox="1"/>
          <p:nvPr/>
        </p:nvSpPr>
        <p:spPr>
          <a:xfrm>
            <a:off x="5663952" y="3501008"/>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91" name="文本框 590">
            <a:extLst>
              <a:ext uri="{FF2B5EF4-FFF2-40B4-BE49-F238E27FC236}">
                <a16:creationId xmlns:a16="http://schemas.microsoft.com/office/drawing/2014/main" id="{A61D2356-767A-F4CC-539A-57A298C91461}"/>
              </a:ext>
            </a:extLst>
          </p:cNvPr>
          <p:cNvSpPr txBox="1"/>
          <p:nvPr/>
        </p:nvSpPr>
        <p:spPr>
          <a:xfrm>
            <a:off x="7104112" y="3933056"/>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92" name="文本框 591">
            <a:extLst>
              <a:ext uri="{FF2B5EF4-FFF2-40B4-BE49-F238E27FC236}">
                <a16:creationId xmlns:a16="http://schemas.microsoft.com/office/drawing/2014/main" id="{8507D431-9380-3EEB-1417-6E90B3402410}"/>
              </a:ext>
            </a:extLst>
          </p:cNvPr>
          <p:cNvSpPr txBox="1"/>
          <p:nvPr/>
        </p:nvSpPr>
        <p:spPr>
          <a:xfrm>
            <a:off x="8040216" y="4293096"/>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93" name="文本框 592">
            <a:extLst>
              <a:ext uri="{FF2B5EF4-FFF2-40B4-BE49-F238E27FC236}">
                <a16:creationId xmlns:a16="http://schemas.microsoft.com/office/drawing/2014/main" id="{D37FE735-45D9-5C44-81EB-FFE8646AB331}"/>
              </a:ext>
            </a:extLst>
          </p:cNvPr>
          <p:cNvSpPr txBox="1"/>
          <p:nvPr/>
        </p:nvSpPr>
        <p:spPr>
          <a:xfrm>
            <a:off x="9120336" y="4653136"/>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94" name="文本框 593">
            <a:extLst>
              <a:ext uri="{FF2B5EF4-FFF2-40B4-BE49-F238E27FC236}">
                <a16:creationId xmlns:a16="http://schemas.microsoft.com/office/drawing/2014/main" id="{503A860B-A590-3C1B-FC6B-182B6E934622}"/>
              </a:ext>
            </a:extLst>
          </p:cNvPr>
          <p:cNvSpPr txBox="1"/>
          <p:nvPr/>
        </p:nvSpPr>
        <p:spPr>
          <a:xfrm>
            <a:off x="10560496" y="5013176"/>
            <a:ext cx="971028" cy="58477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cxnSp>
        <p:nvCxnSpPr>
          <p:cNvPr id="596" name="肘形连接符 595">
            <a:extLst>
              <a:ext uri="{FF2B5EF4-FFF2-40B4-BE49-F238E27FC236}">
                <a16:creationId xmlns:a16="http://schemas.microsoft.com/office/drawing/2014/main" id="{FC1488CF-0AB4-0EDD-C4C8-ECBC37E5127D}"/>
              </a:ext>
            </a:extLst>
          </p:cNvPr>
          <p:cNvCxnSpPr>
            <a:cxnSpLocks/>
          </p:cNvCxnSpPr>
          <p:nvPr/>
        </p:nvCxnSpPr>
        <p:spPr>
          <a:xfrm>
            <a:off x="3713967" y="2192055"/>
            <a:ext cx="453442" cy="181844"/>
          </a:xfrm>
          <a:prstGeom prst="bentConnector2">
            <a:avLst/>
          </a:prstGeom>
          <a:ln w="19050">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97" name="肘形连接符 596">
            <a:extLst>
              <a:ext uri="{FF2B5EF4-FFF2-40B4-BE49-F238E27FC236}">
                <a16:creationId xmlns:a16="http://schemas.microsoft.com/office/drawing/2014/main" id="{382EBD3F-D87F-5136-4FA2-742491B7DA6F}"/>
              </a:ext>
            </a:extLst>
          </p:cNvPr>
          <p:cNvCxnSpPr>
            <a:cxnSpLocks/>
          </p:cNvCxnSpPr>
          <p:nvPr/>
        </p:nvCxnSpPr>
        <p:spPr>
          <a:xfrm>
            <a:off x="4727848" y="2564904"/>
            <a:ext cx="453442" cy="181844"/>
          </a:xfrm>
          <a:prstGeom prst="bentConnector2">
            <a:avLst/>
          </a:prstGeom>
          <a:ln w="19050">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98" name="肘形连接符 597">
            <a:extLst>
              <a:ext uri="{FF2B5EF4-FFF2-40B4-BE49-F238E27FC236}">
                <a16:creationId xmlns:a16="http://schemas.microsoft.com/office/drawing/2014/main" id="{B17E73BA-DE10-FD6C-8709-EBAD224BAFE2}"/>
              </a:ext>
            </a:extLst>
          </p:cNvPr>
          <p:cNvCxnSpPr>
            <a:cxnSpLocks/>
          </p:cNvCxnSpPr>
          <p:nvPr/>
        </p:nvCxnSpPr>
        <p:spPr>
          <a:xfrm>
            <a:off x="5690240" y="2915800"/>
            <a:ext cx="453442" cy="181844"/>
          </a:xfrm>
          <a:prstGeom prst="bentConnector2">
            <a:avLst/>
          </a:prstGeom>
          <a:ln w="19050">
            <a:solidFill>
              <a:srgbClr val="BB3023"/>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599" name="肘形连接符 598">
            <a:extLst>
              <a:ext uri="{FF2B5EF4-FFF2-40B4-BE49-F238E27FC236}">
                <a16:creationId xmlns:a16="http://schemas.microsoft.com/office/drawing/2014/main" id="{A8FA7FB6-3DAE-7243-9D72-F3516A633709}"/>
              </a:ext>
            </a:extLst>
          </p:cNvPr>
          <p:cNvCxnSpPr>
            <a:cxnSpLocks/>
          </p:cNvCxnSpPr>
          <p:nvPr/>
        </p:nvCxnSpPr>
        <p:spPr>
          <a:xfrm>
            <a:off x="7104112" y="3356992"/>
            <a:ext cx="453442" cy="181844"/>
          </a:xfrm>
          <a:prstGeom prst="bentConnector2">
            <a:avLst/>
          </a:prstGeom>
          <a:ln w="19050">
            <a:solidFill>
              <a:srgbClr val="BB3023"/>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00" name="肘形连接符 599">
            <a:extLst>
              <a:ext uri="{FF2B5EF4-FFF2-40B4-BE49-F238E27FC236}">
                <a16:creationId xmlns:a16="http://schemas.microsoft.com/office/drawing/2014/main" id="{D467A29B-1DA8-A8E2-6FD8-A9A670708524}"/>
              </a:ext>
            </a:extLst>
          </p:cNvPr>
          <p:cNvCxnSpPr>
            <a:cxnSpLocks/>
          </p:cNvCxnSpPr>
          <p:nvPr/>
        </p:nvCxnSpPr>
        <p:spPr>
          <a:xfrm>
            <a:off x="8112224" y="3717032"/>
            <a:ext cx="453442" cy="181844"/>
          </a:xfrm>
          <a:prstGeom prst="bentConnector2">
            <a:avLst/>
          </a:prstGeom>
          <a:ln w="19050">
            <a:solidFill>
              <a:srgbClr val="BB3023"/>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01" name="肘形连接符 600">
            <a:extLst>
              <a:ext uri="{FF2B5EF4-FFF2-40B4-BE49-F238E27FC236}">
                <a16:creationId xmlns:a16="http://schemas.microsoft.com/office/drawing/2014/main" id="{93FC880A-C231-DCCC-85DD-C424221407BB}"/>
              </a:ext>
            </a:extLst>
          </p:cNvPr>
          <p:cNvCxnSpPr>
            <a:cxnSpLocks/>
          </p:cNvCxnSpPr>
          <p:nvPr/>
        </p:nvCxnSpPr>
        <p:spPr>
          <a:xfrm>
            <a:off x="9092904" y="4059928"/>
            <a:ext cx="453442" cy="181844"/>
          </a:xfrm>
          <a:prstGeom prst="bentConnector2">
            <a:avLst/>
          </a:prstGeom>
          <a:ln w="19050">
            <a:solidFill>
              <a:srgbClr val="BB3023"/>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602" name="肘形连接符 601">
            <a:extLst>
              <a:ext uri="{FF2B5EF4-FFF2-40B4-BE49-F238E27FC236}">
                <a16:creationId xmlns:a16="http://schemas.microsoft.com/office/drawing/2014/main" id="{8EEF5699-6F28-7A5B-3294-1B649CE9D526}"/>
              </a:ext>
            </a:extLst>
          </p:cNvPr>
          <p:cNvCxnSpPr>
            <a:cxnSpLocks/>
          </p:cNvCxnSpPr>
          <p:nvPr/>
        </p:nvCxnSpPr>
        <p:spPr>
          <a:xfrm>
            <a:off x="10587928" y="4465688"/>
            <a:ext cx="453442" cy="181844"/>
          </a:xfrm>
          <a:prstGeom prst="bentConnector2">
            <a:avLst/>
          </a:prstGeom>
          <a:ln w="19050">
            <a:solidFill>
              <a:srgbClr val="C00000"/>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605" name="上下箭头 604">
            <a:extLst>
              <a:ext uri="{FF2B5EF4-FFF2-40B4-BE49-F238E27FC236}">
                <a16:creationId xmlns:a16="http://schemas.microsoft.com/office/drawing/2014/main" id="{6EB8EF23-CEED-FDBE-5E76-C985D9E588D2}"/>
              </a:ext>
            </a:extLst>
          </p:cNvPr>
          <p:cNvSpPr/>
          <p:nvPr/>
        </p:nvSpPr>
        <p:spPr>
          <a:xfrm>
            <a:off x="3118104"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6" name="上下箭头 605">
            <a:extLst>
              <a:ext uri="{FF2B5EF4-FFF2-40B4-BE49-F238E27FC236}">
                <a16:creationId xmlns:a16="http://schemas.microsoft.com/office/drawing/2014/main" id="{BE97EE75-458E-E4AF-C1C8-C5C82F1036A6}"/>
              </a:ext>
            </a:extLst>
          </p:cNvPr>
          <p:cNvSpPr/>
          <p:nvPr/>
        </p:nvSpPr>
        <p:spPr>
          <a:xfrm>
            <a:off x="8498560"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608" name="直线连接符 607">
            <a:extLst>
              <a:ext uri="{FF2B5EF4-FFF2-40B4-BE49-F238E27FC236}">
                <a16:creationId xmlns:a16="http://schemas.microsoft.com/office/drawing/2014/main" id="{2B6A3917-91CA-380A-B229-ECF89ABC6761}"/>
              </a:ext>
            </a:extLst>
          </p:cNvPr>
          <p:cNvCxnSpPr/>
          <p:nvPr/>
        </p:nvCxnSpPr>
        <p:spPr>
          <a:xfrm>
            <a:off x="3685032"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9" name="直线连接符 608">
            <a:extLst>
              <a:ext uri="{FF2B5EF4-FFF2-40B4-BE49-F238E27FC236}">
                <a16:creationId xmlns:a16="http://schemas.microsoft.com/office/drawing/2014/main" id="{F19DA9A2-EF2F-F1CF-25E0-62C5CA8FF9D6}"/>
              </a:ext>
            </a:extLst>
          </p:cNvPr>
          <p:cNvCxnSpPr/>
          <p:nvPr/>
        </p:nvCxnSpPr>
        <p:spPr>
          <a:xfrm>
            <a:off x="4692416"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9" name="直线连接符 618">
            <a:extLst>
              <a:ext uri="{FF2B5EF4-FFF2-40B4-BE49-F238E27FC236}">
                <a16:creationId xmlns:a16="http://schemas.microsoft.com/office/drawing/2014/main" id="{8955C182-17F9-76F2-5D9B-4F7278F916E0}"/>
              </a:ext>
            </a:extLst>
          </p:cNvPr>
          <p:cNvCxnSpPr/>
          <p:nvPr/>
        </p:nvCxnSpPr>
        <p:spPr>
          <a:xfrm>
            <a:off x="5682240"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0" name="直线连接符 619">
            <a:extLst>
              <a:ext uri="{FF2B5EF4-FFF2-40B4-BE49-F238E27FC236}">
                <a16:creationId xmlns:a16="http://schemas.microsoft.com/office/drawing/2014/main" id="{373606BA-6B41-28F8-2898-6806FFFA060F}"/>
              </a:ext>
            </a:extLst>
          </p:cNvPr>
          <p:cNvCxnSpPr/>
          <p:nvPr/>
        </p:nvCxnSpPr>
        <p:spPr>
          <a:xfrm>
            <a:off x="8095080"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1" name="直线连接符 620">
            <a:extLst>
              <a:ext uri="{FF2B5EF4-FFF2-40B4-BE49-F238E27FC236}">
                <a16:creationId xmlns:a16="http://schemas.microsoft.com/office/drawing/2014/main" id="{F6171769-C3DF-F327-0C34-B435BDE5B405}"/>
              </a:ext>
            </a:extLst>
          </p:cNvPr>
          <p:cNvCxnSpPr/>
          <p:nvPr/>
        </p:nvCxnSpPr>
        <p:spPr>
          <a:xfrm>
            <a:off x="9084904" y="1975104"/>
            <a:ext cx="0" cy="3694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622" name="上下箭头 621">
            <a:extLst>
              <a:ext uri="{FF2B5EF4-FFF2-40B4-BE49-F238E27FC236}">
                <a16:creationId xmlns:a16="http://schemas.microsoft.com/office/drawing/2014/main" id="{0DA86190-559A-D1E1-1998-4B2B8421D23E}"/>
              </a:ext>
            </a:extLst>
          </p:cNvPr>
          <p:cNvSpPr/>
          <p:nvPr/>
        </p:nvSpPr>
        <p:spPr>
          <a:xfrm>
            <a:off x="4007768"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3" name="上下箭头 622">
            <a:extLst>
              <a:ext uri="{FF2B5EF4-FFF2-40B4-BE49-F238E27FC236}">
                <a16:creationId xmlns:a16="http://schemas.microsoft.com/office/drawing/2014/main" id="{B71DDCF3-CF6D-68E8-FB15-F34093CFF6AC}"/>
              </a:ext>
            </a:extLst>
          </p:cNvPr>
          <p:cNvSpPr/>
          <p:nvPr/>
        </p:nvSpPr>
        <p:spPr>
          <a:xfrm>
            <a:off x="5015880"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4" name="上下箭头 623">
            <a:extLst>
              <a:ext uri="{FF2B5EF4-FFF2-40B4-BE49-F238E27FC236}">
                <a16:creationId xmlns:a16="http://schemas.microsoft.com/office/drawing/2014/main" id="{A8F570C3-1611-0339-FC39-0836F20B0D77}"/>
              </a:ext>
            </a:extLst>
          </p:cNvPr>
          <p:cNvSpPr/>
          <p:nvPr/>
        </p:nvSpPr>
        <p:spPr>
          <a:xfrm>
            <a:off x="6096000"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5" name="上下箭头 624">
            <a:extLst>
              <a:ext uri="{FF2B5EF4-FFF2-40B4-BE49-F238E27FC236}">
                <a16:creationId xmlns:a16="http://schemas.microsoft.com/office/drawing/2014/main" id="{5A51901B-D357-05D8-69EB-BF85B7FF06D5}"/>
              </a:ext>
            </a:extLst>
          </p:cNvPr>
          <p:cNvSpPr/>
          <p:nvPr/>
        </p:nvSpPr>
        <p:spPr>
          <a:xfrm>
            <a:off x="7464152"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6" name="上下箭头 625">
            <a:extLst>
              <a:ext uri="{FF2B5EF4-FFF2-40B4-BE49-F238E27FC236}">
                <a16:creationId xmlns:a16="http://schemas.microsoft.com/office/drawing/2014/main" id="{E20CF7B0-54E4-7154-0896-655C51251BB0}"/>
              </a:ext>
            </a:extLst>
          </p:cNvPr>
          <p:cNvSpPr/>
          <p:nvPr/>
        </p:nvSpPr>
        <p:spPr>
          <a:xfrm>
            <a:off x="9552384" y="5733288"/>
            <a:ext cx="182880" cy="374904"/>
          </a:xfrm>
          <a:prstGeom prst="upDownArrow">
            <a:avLst>
              <a:gd name="adj1" fmla="val 15517"/>
              <a:gd name="adj2"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2" name="右中括号 631">
            <a:extLst>
              <a:ext uri="{FF2B5EF4-FFF2-40B4-BE49-F238E27FC236}">
                <a16:creationId xmlns:a16="http://schemas.microsoft.com/office/drawing/2014/main" id="{FA5C9931-AABD-0DC4-5311-B0D269CAB85C}"/>
              </a:ext>
            </a:extLst>
          </p:cNvPr>
          <p:cNvSpPr/>
          <p:nvPr/>
        </p:nvSpPr>
        <p:spPr>
          <a:xfrm rot="5400000">
            <a:off x="5815584" y="950976"/>
            <a:ext cx="566928" cy="10058400"/>
          </a:xfrm>
          <a:prstGeom prst="rightBracket">
            <a:avLst>
              <a:gd name="adj" fmla="val 0"/>
            </a:avLst>
          </a:prstGeom>
          <a:ln w="41275">
            <a:solidFill>
              <a:srgbClr val="1E344D"/>
            </a:solidFill>
            <a:headEnd type="triangl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34" name="文本框 633">
            <a:extLst>
              <a:ext uri="{FF2B5EF4-FFF2-40B4-BE49-F238E27FC236}">
                <a16:creationId xmlns:a16="http://schemas.microsoft.com/office/drawing/2014/main" id="{995DA6A2-4D36-C904-D397-CF1098959119}"/>
              </a:ext>
            </a:extLst>
          </p:cNvPr>
          <p:cNvSpPr txBox="1"/>
          <p:nvPr/>
        </p:nvSpPr>
        <p:spPr>
          <a:xfrm>
            <a:off x="2280213" y="6270772"/>
            <a:ext cx="2685351"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Contents·2023</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5" name="文本框 634">
            <a:extLst>
              <a:ext uri="{FF2B5EF4-FFF2-40B4-BE49-F238E27FC236}">
                <a16:creationId xmlns:a16="http://schemas.microsoft.com/office/drawing/2014/main" id="{0CF3AC1E-7BF5-832A-BC10-2256CB5031E2}"/>
              </a:ext>
            </a:extLst>
          </p:cNvPr>
          <p:cNvSpPr txBox="1"/>
          <p:nvPr/>
        </p:nvSpPr>
        <p:spPr>
          <a:xfrm>
            <a:off x="4838030" y="6336777"/>
            <a:ext cx="6052474"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3" name="矩形 2">
            <a:extLst>
              <a:ext uri="{FF2B5EF4-FFF2-40B4-BE49-F238E27FC236}">
                <a16:creationId xmlns:a16="http://schemas.microsoft.com/office/drawing/2014/main" id="{DBB09665-B2E1-C36F-EBCF-E612386FA5C1}"/>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文本框 8">
            <a:extLst>
              <a:ext uri="{FF2B5EF4-FFF2-40B4-BE49-F238E27FC236}">
                <a16:creationId xmlns:a16="http://schemas.microsoft.com/office/drawing/2014/main" id="{A4F7F37B-BCAC-31A0-1256-162834649BC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 name="文本框 10">
            <a:extLst>
              <a:ext uri="{FF2B5EF4-FFF2-40B4-BE49-F238E27FC236}">
                <a16:creationId xmlns:a16="http://schemas.microsoft.com/office/drawing/2014/main" id="{BC510828-4F79-15A3-4910-DB190C962ADA}"/>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820D94BD-DEDC-06CD-1EF7-94BCDAB7F6D7}"/>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67D87F6E-6D01-09AE-B995-18C8B35BFCE6}"/>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0" name="文本框 19">
            <a:extLst>
              <a:ext uri="{FF2B5EF4-FFF2-40B4-BE49-F238E27FC236}">
                <a16:creationId xmlns:a16="http://schemas.microsoft.com/office/drawing/2014/main" id="{2FD1DA5D-D938-ECE8-DA3D-A27F143BF1B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48" name="组合 47">
            <a:extLst>
              <a:ext uri="{FF2B5EF4-FFF2-40B4-BE49-F238E27FC236}">
                <a16:creationId xmlns:a16="http://schemas.microsoft.com/office/drawing/2014/main" id="{C32CE024-FA7B-1BA2-6F0C-28D90A59229E}"/>
              </a:ext>
            </a:extLst>
          </p:cNvPr>
          <p:cNvGrpSpPr/>
          <p:nvPr/>
        </p:nvGrpSpPr>
        <p:grpSpPr>
          <a:xfrm>
            <a:off x="2259126" y="287981"/>
            <a:ext cx="356205" cy="355288"/>
            <a:chOff x="2323294" y="287981"/>
            <a:chExt cx="356205" cy="355288"/>
          </a:xfrm>
        </p:grpSpPr>
        <p:sp>
          <p:nvSpPr>
            <p:cNvPr id="50" name="Google Shape;7166;p80">
              <a:extLst>
                <a:ext uri="{FF2B5EF4-FFF2-40B4-BE49-F238E27FC236}">
                  <a16:creationId xmlns:a16="http://schemas.microsoft.com/office/drawing/2014/main" id="{3BDEBFBF-5E53-4ED7-EA4E-23725BE1F1A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7167;p80">
              <a:extLst>
                <a:ext uri="{FF2B5EF4-FFF2-40B4-BE49-F238E27FC236}">
                  <a16:creationId xmlns:a16="http://schemas.microsoft.com/office/drawing/2014/main" id="{37871DBC-2C20-6D7A-0E0C-0325CF1F2E47}"/>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7168;p80">
              <a:extLst>
                <a:ext uri="{FF2B5EF4-FFF2-40B4-BE49-F238E27FC236}">
                  <a16:creationId xmlns:a16="http://schemas.microsoft.com/office/drawing/2014/main" id="{1B502870-4E18-62AE-8AF7-1A21ED4AF9C8}"/>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7169;p80">
              <a:extLst>
                <a:ext uri="{FF2B5EF4-FFF2-40B4-BE49-F238E27FC236}">
                  <a16:creationId xmlns:a16="http://schemas.microsoft.com/office/drawing/2014/main" id="{A6699C00-D7E1-125D-8C6C-0B31C14D5EC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1547562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10">
            <a:extLst>
              <a:ext uri="{FF2B5EF4-FFF2-40B4-BE49-F238E27FC236}">
                <a16:creationId xmlns:a16="http://schemas.microsoft.com/office/drawing/2014/main" id="{4DF786C3-134E-1DB0-FC81-3A4BBC1DECF1}"/>
              </a:ext>
            </a:extLst>
          </p:cNvPr>
          <p:cNvGrpSpPr/>
          <p:nvPr/>
        </p:nvGrpSpPr>
        <p:grpSpPr>
          <a:xfrm>
            <a:off x="5854485" y="5367787"/>
            <a:ext cx="941249" cy="548313"/>
            <a:chOff x="4277360" y="1427729"/>
            <a:chExt cx="3738880" cy="1784684"/>
          </a:xfrm>
        </p:grpSpPr>
        <p:sp>
          <p:nvSpPr>
            <p:cNvPr id="12" name="梯形 14">
              <a:extLst>
                <a:ext uri="{FF2B5EF4-FFF2-40B4-BE49-F238E27FC236}">
                  <a16:creationId xmlns:a16="http://schemas.microsoft.com/office/drawing/2014/main" id="{04796352-E391-22DA-B310-5FC500A885A5}"/>
                </a:ext>
              </a:extLst>
            </p:cNvPr>
            <p:cNvSpPr/>
            <p:nvPr/>
          </p:nvSpPr>
          <p:spPr>
            <a:xfrm rot="10800000">
              <a:off x="4294073" y="1689200"/>
              <a:ext cx="3712614" cy="1523213"/>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5" name="椭圆 24">
              <a:extLst>
                <a:ext uri="{FF2B5EF4-FFF2-40B4-BE49-F238E27FC236}">
                  <a16:creationId xmlns:a16="http://schemas.microsoft.com/office/drawing/2014/main" id="{18D567C7-2684-A18D-A89B-6340F88D1138}"/>
                </a:ext>
              </a:extLst>
            </p:cNvPr>
            <p:cNvSpPr/>
            <p:nvPr/>
          </p:nvSpPr>
          <p:spPr>
            <a:xfrm>
              <a:off x="4277360" y="1427729"/>
              <a:ext cx="3738880" cy="50926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9" name="下箭头 38">
            <a:extLst>
              <a:ext uri="{FF2B5EF4-FFF2-40B4-BE49-F238E27FC236}">
                <a16:creationId xmlns:a16="http://schemas.microsoft.com/office/drawing/2014/main" id="{A07DBBE3-330E-948A-0FD4-E97E3AA36971}"/>
              </a:ext>
            </a:extLst>
          </p:cNvPr>
          <p:cNvSpPr/>
          <p:nvPr/>
        </p:nvSpPr>
        <p:spPr>
          <a:xfrm>
            <a:off x="5798472" y="4863735"/>
            <a:ext cx="1011384" cy="595994"/>
          </a:xfrm>
          <a:prstGeom prst="downArrow">
            <a:avLst/>
          </a:prstGeom>
          <a:solidFill>
            <a:srgbClr val="A5B2C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7" name="组合 6">
            <a:extLst>
              <a:ext uri="{FF2B5EF4-FFF2-40B4-BE49-F238E27FC236}">
                <a16:creationId xmlns:a16="http://schemas.microsoft.com/office/drawing/2014/main" id="{75510953-2073-B0C7-ED53-0524887CCFFE}"/>
              </a:ext>
            </a:extLst>
          </p:cNvPr>
          <p:cNvGrpSpPr/>
          <p:nvPr/>
        </p:nvGrpSpPr>
        <p:grpSpPr>
          <a:xfrm>
            <a:off x="5337475" y="3943768"/>
            <a:ext cx="2005735" cy="1108959"/>
            <a:chOff x="4277360" y="1427729"/>
            <a:chExt cx="3738880" cy="1784684"/>
          </a:xfrm>
        </p:grpSpPr>
        <p:sp>
          <p:nvSpPr>
            <p:cNvPr id="8" name="梯形 14">
              <a:extLst>
                <a:ext uri="{FF2B5EF4-FFF2-40B4-BE49-F238E27FC236}">
                  <a16:creationId xmlns:a16="http://schemas.microsoft.com/office/drawing/2014/main" id="{346BB5C1-CC36-1EF2-3951-1363E17BF6E1}"/>
                </a:ext>
              </a:extLst>
            </p:cNvPr>
            <p:cNvSpPr/>
            <p:nvPr/>
          </p:nvSpPr>
          <p:spPr>
            <a:xfrm rot="10800000">
              <a:off x="4294073" y="1689200"/>
              <a:ext cx="3712614" cy="1523213"/>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9" name="椭圆 8">
              <a:extLst>
                <a:ext uri="{FF2B5EF4-FFF2-40B4-BE49-F238E27FC236}">
                  <a16:creationId xmlns:a16="http://schemas.microsoft.com/office/drawing/2014/main" id="{1F38CAC8-150C-71D7-180C-EBBF1AB5E957}"/>
                </a:ext>
              </a:extLst>
            </p:cNvPr>
            <p:cNvSpPr/>
            <p:nvPr/>
          </p:nvSpPr>
          <p:spPr>
            <a:xfrm>
              <a:off x="4277360" y="1427729"/>
              <a:ext cx="3738880" cy="50926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7" name="下箭头 36">
            <a:extLst>
              <a:ext uri="{FF2B5EF4-FFF2-40B4-BE49-F238E27FC236}">
                <a16:creationId xmlns:a16="http://schemas.microsoft.com/office/drawing/2014/main" id="{FF958170-E1ED-206D-6BC1-E36E68DE2345}"/>
              </a:ext>
            </a:extLst>
          </p:cNvPr>
          <p:cNvSpPr/>
          <p:nvPr/>
        </p:nvSpPr>
        <p:spPr>
          <a:xfrm>
            <a:off x="5701730" y="3447397"/>
            <a:ext cx="1183106" cy="796953"/>
          </a:xfrm>
          <a:prstGeom prst="downArrow">
            <a:avLst/>
          </a:prstGeom>
          <a:solidFill>
            <a:srgbClr val="A5B2C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4" name="组合 3">
            <a:extLst>
              <a:ext uri="{FF2B5EF4-FFF2-40B4-BE49-F238E27FC236}">
                <a16:creationId xmlns:a16="http://schemas.microsoft.com/office/drawing/2014/main" id="{698018A7-FEC7-B3D2-7B26-C0D41BD9CE5C}"/>
              </a:ext>
            </a:extLst>
          </p:cNvPr>
          <p:cNvGrpSpPr/>
          <p:nvPr/>
        </p:nvGrpSpPr>
        <p:grpSpPr>
          <a:xfrm>
            <a:off x="4453334" y="1496113"/>
            <a:ext cx="3653973" cy="2243434"/>
            <a:chOff x="4277360" y="1427729"/>
            <a:chExt cx="3738880" cy="1784684"/>
          </a:xfrm>
        </p:grpSpPr>
        <p:sp>
          <p:nvSpPr>
            <p:cNvPr id="5" name="梯形 14">
              <a:extLst>
                <a:ext uri="{FF2B5EF4-FFF2-40B4-BE49-F238E27FC236}">
                  <a16:creationId xmlns:a16="http://schemas.microsoft.com/office/drawing/2014/main" id="{9AA2285C-DC60-C8F4-CE5C-E08A9AD983E1}"/>
                </a:ext>
              </a:extLst>
            </p:cNvPr>
            <p:cNvSpPr/>
            <p:nvPr/>
          </p:nvSpPr>
          <p:spPr>
            <a:xfrm rot="10800000">
              <a:off x="4294073" y="1689200"/>
              <a:ext cx="3712614" cy="1523213"/>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 name="椭圆 5">
              <a:extLst>
                <a:ext uri="{FF2B5EF4-FFF2-40B4-BE49-F238E27FC236}">
                  <a16:creationId xmlns:a16="http://schemas.microsoft.com/office/drawing/2014/main" id="{3F1E3A94-E736-67D7-5C26-A5125555428B}"/>
                </a:ext>
              </a:extLst>
            </p:cNvPr>
            <p:cNvSpPr/>
            <p:nvPr/>
          </p:nvSpPr>
          <p:spPr>
            <a:xfrm>
              <a:off x="4277360" y="1427729"/>
              <a:ext cx="3738880" cy="50926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35" name="组合 34">
            <a:extLst>
              <a:ext uri="{FF2B5EF4-FFF2-40B4-BE49-F238E27FC236}">
                <a16:creationId xmlns:a16="http://schemas.microsoft.com/office/drawing/2014/main" id="{3604E572-57FC-E02F-B7E5-3A3ABB121DC5}"/>
              </a:ext>
            </a:extLst>
          </p:cNvPr>
          <p:cNvGrpSpPr/>
          <p:nvPr/>
        </p:nvGrpSpPr>
        <p:grpSpPr>
          <a:xfrm>
            <a:off x="4687333" y="984964"/>
            <a:ext cx="3282792" cy="825717"/>
            <a:chOff x="3789020" y="1148910"/>
            <a:chExt cx="2994737" cy="753263"/>
          </a:xfrm>
          <a:solidFill>
            <a:srgbClr val="A5B2C1"/>
          </a:solidFill>
        </p:grpSpPr>
        <p:sp>
          <p:nvSpPr>
            <p:cNvPr id="27" name="上箭头 26">
              <a:extLst>
                <a:ext uri="{FF2B5EF4-FFF2-40B4-BE49-F238E27FC236}">
                  <a16:creationId xmlns:a16="http://schemas.microsoft.com/office/drawing/2014/main" id="{83FDA770-45B1-3610-4786-26920567B5CE}"/>
                </a:ext>
              </a:extLst>
            </p:cNvPr>
            <p:cNvSpPr/>
            <p:nvPr/>
          </p:nvSpPr>
          <p:spPr>
            <a:xfrm rot="8100000">
              <a:off x="3789020" y="1332437"/>
              <a:ext cx="357412" cy="506627"/>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上箭头 27">
              <a:extLst>
                <a:ext uri="{FF2B5EF4-FFF2-40B4-BE49-F238E27FC236}">
                  <a16:creationId xmlns:a16="http://schemas.microsoft.com/office/drawing/2014/main" id="{5E176979-4647-677B-3FD2-537076686B2B}"/>
                </a:ext>
              </a:extLst>
            </p:cNvPr>
            <p:cNvSpPr/>
            <p:nvPr/>
          </p:nvSpPr>
          <p:spPr>
            <a:xfrm rot="9127435">
              <a:off x="4306686" y="1378494"/>
              <a:ext cx="331415" cy="472768"/>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上箭头 28">
              <a:extLst>
                <a:ext uri="{FF2B5EF4-FFF2-40B4-BE49-F238E27FC236}">
                  <a16:creationId xmlns:a16="http://schemas.microsoft.com/office/drawing/2014/main" id="{ACE79265-487D-B3B3-20C1-DB8C572DB6F0}"/>
                </a:ext>
              </a:extLst>
            </p:cNvPr>
            <p:cNvSpPr/>
            <p:nvPr/>
          </p:nvSpPr>
          <p:spPr>
            <a:xfrm rot="10167284">
              <a:off x="4625112" y="1148910"/>
              <a:ext cx="331415" cy="445960"/>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0" name="上箭头 29">
              <a:extLst>
                <a:ext uri="{FF2B5EF4-FFF2-40B4-BE49-F238E27FC236}">
                  <a16:creationId xmlns:a16="http://schemas.microsoft.com/office/drawing/2014/main" id="{41E38C93-4170-CAE0-D165-B1ED1F1D8847}"/>
                </a:ext>
              </a:extLst>
            </p:cNvPr>
            <p:cNvSpPr/>
            <p:nvPr/>
          </p:nvSpPr>
          <p:spPr>
            <a:xfrm rot="10800000">
              <a:off x="5016414" y="1298263"/>
              <a:ext cx="331415" cy="445960"/>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上箭头 30">
              <a:extLst>
                <a:ext uri="{FF2B5EF4-FFF2-40B4-BE49-F238E27FC236}">
                  <a16:creationId xmlns:a16="http://schemas.microsoft.com/office/drawing/2014/main" id="{A360AE12-FE48-7F18-205F-E0E8A6A14A4F}"/>
                </a:ext>
              </a:extLst>
            </p:cNvPr>
            <p:cNvSpPr/>
            <p:nvPr/>
          </p:nvSpPr>
          <p:spPr>
            <a:xfrm rot="11486702">
              <a:off x="5629420" y="1234227"/>
              <a:ext cx="331415" cy="445960"/>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上箭头 31">
              <a:extLst>
                <a:ext uri="{FF2B5EF4-FFF2-40B4-BE49-F238E27FC236}">
                  <a16:creationId xmlns:a16="http://schemas.microsoft.com/office/drawing/2014/main" id="{74113352-AC14-37D4-B0CA-C4F61060BF32}"/>
                </a:ext>
              </a:extLst>
            </p:cNvPr>
            <p:cNvSpPr/>
            <p:nvPr/>
          </p:nvSpPr>
          <p:spPr>
            <a:xfrm rot="12555848">
              <a:off x="5931365" y="1456213"/>
              <a:ext cx="331415" cy="445960"/>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上箭头 33">
              <a:extLst>
                <a:ext uri="{FF2B5EF4-FFF2-40B4-BE49-F238E27FC236}">
                  <a16:creationId xmlns:a16="http://schemas.microsoft.com/office/drawing/2014/main" id="{20BBDB16-AAB5-4B68-5106-909C33044F34}"/>
                </a:ext>
              </a:extLst>
            </p:cNvPr>
            <p:cNvSpPr/>
            <p:nvPr/>
          </p:nvSpPr>
          <p:spPr>
            <a:xfrm rot="13375196">
              <a:off x="6452342" y="1423294"/>
              <a:ext cx="331415" cy="445960"/>
            </a:xfrm>
            <a:prstGeom prst="upArrow">
              <a:avLst>
                <a:gd name="adj1" fmla="val 50000"/>
                <a:gd name="adj2" fmla="val 65506"/>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0" name="文本框 39">
            <a:extLst>
              <a:ext uri="{FF2B5EF4-FFF2-40B4-BE49-F238E27FC236}">
                <a16:creationId xmlns:a16="http://schemas.microsoft.com/office/drawing/2014/main" id="{E3A646B2-8E58-7525-F033-681C6AECDC8B}"/>
              </a:ext>
            </a:extLst>
          </p:cNvPr>
          <p:cNvSpPr txBox="1"/>
          <p:nvPr/>
        </p:nvSpPr>
        <p:spPr>
          <a:xfrm rot="20888826">
            <a:off x="5526644" y="5950571"/>
            <a:ext cx="479618" cy="707886"/>
          </a:xfrm>
          <a:prstGeom prst="rect">
            <a:avLst/>
          </a:prstGeom>
          <a:noFill/>
        </p:spPr>
        <p:txBody>
          <a:bodyPr wrap="none" rtlCol="0">
            <a:spAutoFit/>
          </a:bodyPr>
          <a:lstStyle/>
          <a:p>
            <a:pPr algn="l"/>
            <a:r>
              <a:rPr kumimoji="1" lang="en-US" altLang="zh-CN" sz="4000" dirty="0">
                <a:solidFill>
                  <a:srgbClr val="A5B2C1"/>
                </a:solidFill>
                <a:latin typeface="Alibaba PuHuiTi" pitchFamily="18" charset="-122"/>
                <a:ea typeface="Alibaba PuHuiTi" pitchFamily="18" charset="-122"/>
                <a:cs typeface="Alibaba PuHuiTi" pitchFamily="18" charset="-122"/>
              </a:rPr>
              <a:t>$</a:t>
            </a:r>
            <a:endParaRPr kumimoji="1" lang="zh-CN" altLang="en-US" sz="4000" dirty="0">
              <a:solidFill>
                <a:srgbClr val="A5B2C1"/>
              </a:solidFill>
              <a:latin typeface="Alibaba PuHuiTi" pitchFamily="18" charset="-122"/>
              <a:ea typeface="Alibaba PuHuiTi" pitchFamily="18" charset="-122"/>
              <a:cs typeface="Alibaba PuHuiTi" pitchFamily="18" charset="-122"/>
            </a:endParaRPr>
          </a:p>
        </p:txBody>
      </p:sp>
      <p:sp>
        <p:nvSpPr>
          <p:cNvPr id="41" name="文本框 40">
            <a:extLst>
              <a:ext uri="{FF2B5EF4-FFF2-40B4-BE49-F238E27FC236}">
                <a16:creationId xmlns:a16="http://schemas.microsoft.com/office/drawing/2014/main" id="{E5496768-F828-35A4-E23A-3221EBDC9DA2}"/>
              </a:ext>
            </a:extLst>
          </p:cNvPr>
          <p:cNvSpPr txBox="1"/>
          <p:nvPr/>
        </p:nvSpPr>
        <p:spPr>
          <a:xfrm rot="625973">
            <a:off x="5976856" y="5974582"/>
            <a:ext cx="479618" cy="707886"/>
          </a:xfrm>
          <a:prstGeom prst="rect">
            <a:avLst/>
          </a:prstGeom>
          <a:noFill/>
        </p:spPr>
        <p:txBody>
          <a:bodyPr wrap="none" rtlCol="0">
            <a:spAutoFit/>
          </a:bodyPr>
          <a:lstStyle/>
          <a:p>
            <a:pPr algn="l"/>
            <a:r>
              <a:rPr kumimoji="1" lang="en-US" altLang="zh-CN" sz="4000" dirty="0">
                <a:solidFill>
                  <a:srgbClr val="A5B2C1"/>
                </a:solidFill>
                <a:latin typeface="Alibaba PuHuiTi" pitchFamily="18" charset="-122"/>
                <a:ea typeface="Alibaba PuHuiTi" pitchFamily="18" charset="-122"/>
                <a:cs typeface="Alibaba PuHuiTi" pitchFamily="18" charset="-122"/>
              </a:rPr>
              <a:t>$</a:t>
            </a:r>
            <a:endParaRPr kumimoji="1" lang="zh-CN" altLang="en-US" sz="4000" dirty="0">
              <a:solidFill>
                <a:srgbClr val="A5B2C1"/>
              </a:solidFill>
              <a:latin typeface="Alibaba PuHuiTi" pitchFamily="18" charset="-122"/>
              <a:ea typeface="Alibaba PuHuiTi" pitchFamily="18" charset="-122"/>
              <a:cs typeface="Alibaba PuHuiTi" pitchFamily="18" charset="-122"/>
            </a:endParaRPr>
          </a:p>
        </p:txBody>
      </p:sp>
      <p:sp>
        <p:nvSpPr>
          <p:cNvPr id="49" name="文本框 48">
            <a:extLst>
              <a:ext uri="{FF2B5EF4-FFF2-40B4-BE49-F238E27FC236}">
                <a16:creationId xmlns:a16="http://schemas.microsoft.com/office/drawing/2014/main" id="{1B8EC660-AAA7-1355-C14E-A056254DB2A0}"/>
              </a:ext>
            </a:extLst>
          </p:cNvPr>
          <p:cNvSpPr txBox="1"/>
          <p:nvPr/>
        </p:nvSpPr>
        <p:spPr>
          <a:xfrm rot="20781910">
            <a:off x="6397940" y="5949936"/>
            <a:ext cx="479618" cy="707886"/>
          </a:xfrm>
          <a:prstGeom prst="rect">
            <a:avLst/>
          </a:prstGeom>
          <a:noFill/>
        </p:spPr>
        <p:txBody>
          <a:bodyPr wrap="none" rtlCol="0">
            <a:spAutoFit/>
          </a:bodyPr>
          <a:lstStyle/>
          <a:p>
            <a:pPr algn="l"/>
            <a:r>
              <a:rPr kumimoji="1" lang="en-US" altLang="zh-CN" sz="4000" dirty="0">
                <a:solidFill>
                  <a:srgbClr val="A5B2C1"/>
                </a:solidFill>
                <a:latin typeface="Alibaba PuHuiTi" pitchFamily="18" charset="-122"/>
                <a:ea typeface="Alibaba PuHuiTi" pitchFamily="18" charset="-122"/>
                <a:cs typeface="Alibaba PuHuiTi" pitchFamily="18" charset="-122"/>
              </a:rPr>
              <a:t>$</a:t>
            </a:r>
            <a:endParaRPr kumimoji="1" lang="zh-CN" altLang="en-US" sz="4000" dirty="0">
              <a:solidFill>
                <a:srgbClr val="A5B2C1"/>
              </a:solidFill>
              <a:latin typeface="Alibaba PuHuiTi" pitchFamily="18" charset="-122"/>
              <a:ea typeface="Alibaba PuHuiTi" pitchFamily="18" charset="-122"/>
              <a:cs typeface="Alibaba PuHuiTi" pitchFamily="18" charset="-122"/>
            </a:endParaRPr>
          </a:p>
        </p:txBody>
      </p:sp>
      <p:sp>
        <p:nvSpPr>
          <p:cNvPr id="53" name="文本框 52">
            <a:extLst>
              <a:ext uri="{FF2B5EF4-FFF2-40B4-BE49-F238E27FC236}">
                <a16:creationId xmlns:a16="http://schemas.microsoft.com/office/drawing/2014/main" id="{64FAEF89-B408-55ED-7579-CA1E534C6862}"/>
              </a:ext>
            </a:extLst>
          </p:cNvPr>
          <p:cNvSpPr txBox="1"/>
          <p:nvPr/>
        </p:nvSpPr>
        <p:spPr>
          <a:xfrm rot="496239">
            <a:off x="6741853" y="5941719"/>
            <a:ext cx="479618" cy="707886"/>
          </a:xfrm>
          <a:prstGeom prst="rect">
            <a:avLst/>
          </a:prstGeom>
          <a:noFill/>
        </p:spPr>
        <p:txBody>
          <a:bodyPr wrap="none" rtlCol="0">
            <a:spAutoFit/>
          </a:bodyPr>
          <a:lstStyle/>
          <a:p>
            <a:pPr algn="l"/>
            <a:r>
              <a:rPr kumimoji="1" lang="en-US" altLang="zh-CN" sz="4000" dirty="0">
                <a:solidFill>
                  <a:srgbClr val="A5B2C1"/>
                </a:solidFill>
                <a:latin typeface="Alibaba PuHuiTi" pitchFamily="18" charset="-122"/>
                <a:ea typeface="Alibaba PuHuiTi" pitchFamily="18" charset="-122"/>
                <a:cs typeface="Alibaba PuHuiTi" pitchFamily="18" charset="-122"/>
              </a:rPr>
              <a:t>$</a:t>
            </a:r>
            <a:endParaRPr kumimoji="1" lang="zh-CN" altLang="en-US" sz="4000" dirty="0">
              <a:solidFill>
                <a:srgbClr val="A5B2C1"/>
              </a:solidFill>
              <a:latin typeface="Alibaba PuHuiTi" pitchFamily="18" charset="-122"/>
              <a:ea typeface="Alibaba PuHuiTi" pitchFamily="18" charset="-122"/>
              <a:cs typeface="Alibaba PuHuiTi" pitchFamily="18" charset="-122"/>
            </a:endParaRPr>
          </a:p>
        </p:txBody>
      </p:sp>
      <p:sp>
        <p:nvSpPr>
          <p:cNvPr id="56" name="文本框 55">
            <a:extLst>
              <a:ext uri="{FF2B5EF4-FFF2-40B4-BE49-F238E27FC236}">
                <a16:creationId xmlns:a16="http://schemas.microsoft.com/office/drawing/2014/main" id="{9CADB3D7-F284-14B7-5B36-A4C3E86390F4}"/>
              </a:ext>
            </a:extLst>
          </p:cNvPr>
          <p:cNvSpPr txBox="1"/>
          <p:nvPr/>
        </p:nvSpPr>
        <p:spPr>
          <a:xfrm>
            <a:off x="5475284" y="2380903"/>
            <a:ext cx="1652112" cy="1012143"/>
          </a:xfrm>
          <a:prstGeom prst="rect">
            <a:avLst/>
          </a:prstGeom>
          <a:noFill/>
        </p:spPr>
        <p:txBody>
          <a:bodyPr wrap="none" rtlCol="0">
            <a:spAutoFit/>
          </a:bodyPr>
          <a:lstStyle/>
          <a:p>
            <a:pPr algn="l"/>
            <a:r>
              <a:rPr kumimoji="1" lang="en-US" altLang="zh-CN" sz="5400" dirty="0">
                <a:solidFill>
                  <a:schemeClr val="bg1"/>
                </a:solidFill>
                <a:latin typeface="Alibaba PuHuiTi Medium" pitchFamily="18" charset="-122"/>
                <a:ea typeface="Alibaba PuHuiTi Medium" pitchFamily="18" charset="-122"/>
                <a:cs typeface="Alibaba PuHuiTi Medium" pitchFamily="18" charset="-122"/>
              </a:rPr>
              <a:t>TOP</a:t>
            </a:r>
            <a:endParaRPr kumimoji="1" lang="zh-CN" altLang="en-US" sz="5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601AAAF4-4F4D-0688-40B9-9D993D071DBD}"/>
              </a:ext>
            </a:extLst>
          </p:cNvPr>
          <p:cNvSpPr txBox="1"/>
          <p:nvPr/>
        </p:nvSpPr>
        <p:spPr>
          <a:xfrm>
            <a:off x="5653429" y="4383810"/>
            <a:ext cx="1437735" cy="506071"/>
          </a:xfrm>
          <a:prstGeom prst="rect">
            <a:avLst/>
          </a:prstGeom>
          <a:noFill/>
        </p:spPr>
        <p:txBody>
          <a:bodyPr wrap="none" rtlCol="0">
            <a:spAutoFit/>
          </a:bodyPr>
          <a:lstStyle/>
          <a:p>
            <a:pPr algn="l"/>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MIDDLE</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008BFBD1-C4A4-404B-93FE-335BD8B1FBC8}"/>
              </a:ext>
            </a:extLst>
          </p:cNvPr>
          <p:cNvSpPr txBox="1"/>
          <p:nvPr/>
        </p:nvSpPr>
        <p:spPr>
          <a:xfrm>
            <a:off x="8147878" y="2283663"/>
            <a:ext cx="3600173" cy="523220"/>
          </a:xfrm>
          <a:prstGeom prst="rect">
            <a:avLst/>
          </a:prstGeom>
          <a:noFill/>
        </p:spPr>
        <p:txBody>
          <a:bodyPr wrap="square" rtlCol="0">
            <a:spAutoFit/>
          </a:bodyPr>
          <a:lstStyle/>
          <a:p>
            <a:pPr marL="171450" indent="-171450" algn="just">
              <a:buFont typeface="Wingdings" pitchFamily="2" charset="2"/>
              <a:buChar char="p"/>
            </a:pPr>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a:t>
            </a:r>
          </a:p>
        </p:txBody>
      </p:sp>
      <p:sp>
        <p:nvSpPr>
          <p:cNvPr id="583" name="文本框 582">
            <a:extLst>
              <a:ext uri="{FF2B5EF4-FFF2-40B4-BE49-F238E27FC236}">
                <a16:creationId xmlns:a16="http://schemas.microsoft.com/office/drawing/2014/main" id="{EE6DFF5F-C4E6-07B0-1204-B589FE13BF02}"/>
              </a:ext>
            </a:extLst>
          </p:cNvPr>
          <p:cNvSpPr txBox="1"/>
          <p:nvPr/>
        </p:nvSpPr>
        <p:spPr>
          <a:xfrm>
            <a:off x="8301082" y="1538784"/>
            <a:ext cx="299488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85" name="文本框 584">
            <a:extLst>
              <a:ext uri="{FF2B5EF4-FFF2-40B4-BE49-F238E27FC236}">
                <a16:creationId xmlns:a16="http://schemas.microsoft.com/office/drawing/2014/main" id="{A3EA587C-0896-5380-6128-53A3B25605CC}"/>
              </a:ext>
            </a:extLst>
          </p:cNvPr>
          <p:cNvSpPr txBox="1"/>
          <p:nvPr/>
        </p:nvSpPr>
        <p:spPr>
          <a:xfrm>
            <a:off x="8147878" y="2919766"/>
            <a:ext cx="3620051" cy="523220"/>
          </a:xfrm>
          <a:prstGeom prst="rect">
            <a:avLst/>
          </a:prstGeom>
          <a:noFill/>
        </p:spPr>
        <p:txBody>
          <a:bodyPr wrap="square" rtlCol="0">
            <a:spAutoFit/>
          </a:bodyPr>
          <a:lstStyle/>
          <a:p>
            <a:pPr marL="171450" indent="-171450" algn="just">
              <a:buFont typeface="Wingdings" pitchFamily="2" charset="2"/>
              <a:buChar char="p"/>
            </a:pPr>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a:t>
            </a:r>
          </a:p>
        </p:txBody>
      </p:sp>
      <p:sp>
        <p:nvSpPr>
          <p:cNvPr id="587" name="文本框 586">
            <a:extLst>
              <a:ext uri="{FF2B5EF4-FFF2-40B4-BE49-F238E27FC236}">
                <a16:creationId xmlns:a16="http://schemas.microsoft.com/office/drawing/2014/main" id="{4C398BA0-F840-77C0-D0A2-37F83F05DEAF}"/>
              </a:ext>
            </a:extLst>
          </p:cNvPr>
          <p:cNvSpPr txBox="1"/>
          <p:nvPr/>
        </p:nvSpPr>
        <p:spPr>
          <a:xfrm>
            <a:off x="7503384" y="4591878"/>
            <a:ext cx="4383813" cy="276999"/>
          </a:xfrm>
          <a:prstGeom prst="rect">
            <a:avLst/>
          </a:prstGeom>
          <a:noFill/>
        </p:spPr>
        <p:txBody>
          <a:bodyPr wrap="square" rtlCol="0">
            <a:spAutoFit/>
          </a:bodyPr>
          <a:lstStyle/>
          <a:p>
            <a:pPr marL="171450" indent="-171450" algn="just">
              <a:buFont typeface="Wingdings" pitchFamily="2" charset="2"/>
              <a:buChar char="p"/>
            </a:pPr>
            <a:r>
              <a:rPr kumimoji="1" lang="en" altLang="zh-CN" sz="120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BB3023"/>
                </a:solidFill>
                <a:latin typeface="Alibaba PuHuiTi Medium" pitchFamily="18" charset="-122"/>
                <a:ea typeface="Alibaba PuHuiTi Medium" pitchFamily="18" charset="-122"/>
                <a:cs typeface="Alibaba PuHuiTi Medium" pitchFamily="18" charset="-122"/>
              </a:rPr>
              <a:t>。</a:t>
            </a:r>
          </a:p>
        </p:txBody>
      </p:sp>
      <p:sp>
        <p:nvSpPr>
          <p:cNvPr id="588" name="文本框 587">
            <a:extLst>
              <a:ext uri="{FF2B5EF4-FFF2-40B4-BE49-F238E27FC236}">
                <a16:creationId xmlns:a16="http://schemas.microsoft.com/office/drawing/2014/main" id="{FC39AC39-E298-1894-6BC1-C36017223AB2}"/>
              </a:ext>
            </a:extLst>
          </p:cNvPr>
          <p:cNvSpPr txBox="1"/>
          <p:nvPr/>
        </p:nvSpPr>
        <p:spPr>
          <a:xfrm>
            <a:off x="7621420" y="3743146"/>
            <a:ext cx="299488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89" name="文本框 588">
            <a:extLst>
              <a:ext uri="{FF2B5EF4-FFF2-40B4-BE49-F238E27FC236}">
                <a16:creationId xmlns:a16="http://schemas.microsoft.com/office/drawing/2014/main" id="{959C55C8-4E2A-B812-6344-0150F04AC38A}"/>
              </a:ext>
            </a:extLst>
          </p:cNvPr>
          <p:cNvSpPr txBox="1"/>
          <p:nvPr/>
        </p:nvSpPr>
        <p:spPr>
          <a:xfrm>
            <a:off x="7503384" y="4870175"/>
            <a:ext cx="4423570" cy="281938"/>
          </a:xfrm>
          <a:prstGeom prst="rect">
            <a:avLst/>
          </a:prstGeom>
          <a:noFill/>
        </p:spPr>
        <p:txBody>
          <a:bodyPr wrap="square" rtlCol="0">
            <a:spAutoFit/>
          </a:bodyPr>
          <a:lstStyle/>
          <a:p>
            <a:pPr marL="171450" indent="-171450" algn="just">
              <a:buFont typeface="Wingdings" pitchFamily="2" charset="2"/>
              <a:buChar char="p"/>
            </a:pPr>
            <a:r>
              <a:rPr kumimoji="1" lang="en" altLang="zh-CN" sz="120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BB3023"/>
                </a:solidFill>
                <a:latin typeface="Alibaba PuHuiTi Medium" pitchFamily="18" charset="-122"/>
                <a:ea typeface="Alibaba PuHuiTi Medium" pitchFamily="18" charset="-122"/>
                <a:cs typeface="Alibaba PuHuiTi Medium" pitchFamily="18" charset="-122"/>
              </a:rPr>
              <a:t>。</a:t>
            </a:r>
          </a:p>
        </p:txBody>
      </p:sp>
      <p:sp>
        <p:nvSpPr>
          <p:cNvPr id="591" name="文本框 590">
            <a:extLst>
              <a:ext uri="{FF2B5EF4-FFF2-40B4-BE49-F238E27FC236}">
                <a16:creationId xmlns:a16="http://schemas.microsoft.com/office/drawing/2014/main" id="{28DAA3F8-7C0B-0E68-F4D2-A2C208B39141}"/>
              </a:ext>
            </a:extLst>
          </p:cNvPr>
          <p:cNvSpPr txBox="1"/>
          <p:nvPr/>
        </p:nvSpPr>
        <p:spPr>
          <a:xfrm>
            <a:off x="7402758" y="5201783"/>
            <a:ext cx="299488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2" name="文本框 591">
            <a:extLst>
              <a:ext uri="{FF2B5EF4-FFF2-40B4-BE49-F238E27FC236}">
                <a16:creationId xmlns:a16="http://schemas.microsoft.com/office/drawing/2014/main" id="{47957F99-8741-B7FC-4C4D-91753A9DEAA9}"/>
              </a:ext>
            </a:extLst>
          </p:cNvPr>
          <p:cNvSpPr txBox="1"/>
          <p:nvPr/>
        </p:nvSpPr>
        <p:spPr>
          <a:xfrm>
            <a:off x="7443750" y="5787077"/>
            <a:ext cx="3757413" cy="523220"/>
          </a:xfrm>
          <a:prstGeom prst="rect">
            <a:avLst/>
          </a:prstGeom>
          <a:noFill/>
        </p:spPr>
        <p:txBody>
          <a:bodyPr wrap="square" rtlCol="0">
            <a:spAutoFit/>
          </a:bodyPr>
          <a:lstStyle/>
          <a:p>
            <a:pPr marL="171450" indent="-171450" algn="just">
              <a:buFont typeface="Wingdings" pitchFamily="2" charset="2"/>
              <a:buChar char="p"/>
            </a:pPr>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a:t>
            </a:r>
          </a:p>
        </p:txBody>
      </p:sp>
      <p:sp>
        <p:nvSpPr>
          <p:cNvPr id="593" name="任意形状 592">
            <a:extLst>
              <a:ext uri="{FF2B5EF4-FFF2-40B4-BE49-F238E27FC236}">
                <a16:creationId xmlns:a16="http://schemas.microsoft.com/office/drawing/2014/main" id="{9B8BDA76-E9E4-907F-B5C7-B0E91ED446B2}"/>
              </a:ext>
            </a:extLst>
          </p:cNvPr>
          <p:cNvSpPr/>
          <p:nvPr/>
        </p:nvSpPr>
        <p:spPr>
          <a:xfrm rot="5400000">
            <a:off x="-337712" y="1995061"/>
            <a:ext cx="5227983" cy="3782279"/>
          </a:xfrm>
          <a:custGeom>
            <a:avLst/>
            <a:gdLst>
              <a:gd name="connsiteX0" fmla="*/ 0 w 2940945"/>
              <a:gd name="connsiteY0" fmla="*/ 2138831 h 2138831"/>
              <a:gd name="connsiteX1" fmla="*/ 0 w 2940945"/>
              <a:gd name="connsiteY1" fmla="*/ 195731 h 2138831"/>
              <a:gd name="connsiteX2" fmla="*/ 1076474 w 2940945"/>
              <a:gd name="connsiteY2" fmla="*/ 195732 h 2138831"/>
              <a:gd name="connsiteX3" fmla="*/ 1419804 w 2940945"/>
              <a:gd name="connsiteY3" fmla="*/ 0 h 2138831"/>
              <a:gd name="connsiteX4" fmla="*/ 1763135 w 2940945"/>
              <a:gd name="connsiteY4" fmla="*/ 195732 h 2138831"/>
              <a:gd name="connsiteX5" fmla="*/ 2940945 w 2940945"/>
              <a:gd name="connsiteY5" fmla="*/ 195732 h 2138831"/>
              <a:gd name="connsiteX6" fmla="*/ 2940945 w 2940945"/>
              <a:gd name="connsiteY6" fmla="*/ 2138831 h 2138831"/>
              <a:gd name="connsiteX0" fmla="*/ 0 w 2940945"/>
              <a:gd name="connsiteY0" fmla="*/ 2138831 h 2138831"/>
              <a:gd name="connsiteX1" fmla="*/ 0 w 2940945"/>
              <a:gd name="connsiteY1" fmla="*/ 195731 h 2138831"/>
              <a:gd name="connsiteX2" fmla="*/ 1318538 w 2940945"/>
              <a:gd name="connsiteY2" fmla="*/ 195732 h 2138831"/>
              <a:gd name="connsiteX3" fmla="*/ 1419804 w 2940945"/>
              <a:gd name="connsiteY3" fmla="*/ 0 h 2138831"/>
              <a:gd name="connsiteX4" fmla="*/ 1763135 w 2940945"/>
              <a:gd name="connsiteY4" fmla="*/ 195732 h 2138831"/>
              <a:gd name="connsiteX5" fmla="*/ 2940945 w 2940945"/>
              <a:gd name="connsiteY5" fmla="*/ 195732 h 2138831"/>
              <a:gd name="connsiteX6" fmla="*/ 2940945 w 2940945"/>
              <a:gd name="connsiteY6" fmla="*/ 2138831 h 2138831"/>
              <a:gd name="connsiteX7" fmla="*/ 0 w 2940945"/>
              <a:gd name="connsiteY7" fmla="*/ 2138831 h 2138831"/>
              <a:gd name="connsiteX0" fmla="*/ 0 w 2940945"/>
              <a:gd name="connsiteY0" fmla="*/ 2123730 h 2123730"/>
              <a:gd name="connsiteX1" fmla="*/ 0 w 2940945"/>
              <a:gd name="connsiteY1" fmla="*/ 180630 h 2123730"/>
              <a:gd name="connsiteX2" fmla="*/ 1318538 w 2940945"/>
              <a:gd name="connsiteY2" fmla="*/ 180631 h 2123730"/>
              <a:gd name="connsiteX3" fmla="*/ 1563530 w 2940945"/>
              <a:gd name="connsiteY3" fmla="*/ 0 h 2123730"/>
              <a:gd name="connsiteX4" fmla="*/ 1763135 w 2940945"/>
              <a:gd name="connsiteY4" fmla="*/ 180631 h 2123730"/>
              <a:gd name="connsiteX5" fmla="*/ 2940945 w 2940945"/>
              <a:gd name="connsiteY5" fmla="*/ 180631 h 2123730"/>
              <a:gd name="connsiteX6" fmla="*/ 2940945 w 2940945"/>
              <a:gd name="connsiteY6" fmla="*/ 2123730 h 2123730"/>
              <a:gd name="connsiteX7" fmla="*/ 0 w 2940945"/>
              <a:gd name="connsiteY7" fmla="*/ 2123730 h 212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40945" h="2123730">
                <a:moveTo>
                  <a:pt x="0" y="2123730"/>
                </a:moveTo>
                <a:lnTo>
                  <a:pt x="0" y="180630"/>
                </a:lnTo>
                <a:lnTo>
                  <a:pt x="1318538" y="180631"/>
                </a:lnTo>
                <a:lnTo>
                  <a:pt x="1563530" y="0"/>
                </a:lnTo>
                <a:lnTo>
                  <a:pt x="1763135" y="180631"/>
                </a:lnTo>
                <a:lnTo>
                  <a:pt x="2940945" y="180631"/>
                </a:lnTo>
                <a:lnTo>
                  <a:pt x="2940945" y="2123730"/>
                </a:lnTo>
                <a:lnTo>
                  <a:pt x="0" y="2123730"/>
                </a:lnTo>
                <a:close/>
              </a:path>
            </a:pathLst>
          </a:custGeom>
          <a:noFill/>
          <a:ln w="3492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608" name="圆角矩形 607">
            <a:extLst>
              <a:ext uri="{FF2B5EF4-FFF2-40B4-BE49-F238E27FC236}">
                <a16:creationId xmlns:a16="http://schemas.microsoft.com/office/drawing/2014/main" id="{AB6432D5-7F79-E6AD-54E4-90293D98119D}"/>
              </a:ext>
            </a:extLst>
          </p:cNvPr>
          <p:cNvSpPr/>
          <p:nvPr/>
        </p:nvSpPr>
        <p:spPr>
          <a:xfrm>
            <a:off x="576470" y="1661823"/>
            <a:ext cx="1152939" cy="1053547"/>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9" name="圆角矩形 608">
            <a:extLst>
              <a:ext uri="{FF2B5EF4-FFF2-40B4-BE49-F238E27FC236}">
                <a16:creationId xmlns:a16="http://schemas.microsoft.com/office/drawing/2014/main" id="{BC0999D8-6959-5C60-80BE-560C17CDE3F9}"/>
              </a:ext>
            </a:extLst>
          </p:cNvPr>
          <p:cNvSpPr/>
          <p:nvPr/>
        </p:nvSpPr>
        <p:spPr>
          <a:xfrm>
            <a:off x="576470" y="3437807"/>
            <a:ext cx="1152939" cy="1053547"/>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9" name="圆角矩形 618">
            <a:extLst>
              <a:ext uri="{FF2B5EF4-FFF2-40B4-BE49-F238E27FC236}">
                <a16:creationId xmlns:a16="http://schemas.microsoft.com/office/drawing/2014/main" id="{5D4DB849-1D7D-398A-1D24-3612C8C0727C}"/>
              </a:ext>
            </a:extLst>
          </p:cNvPr>
          <p:cNvSpPr/>
          <p:nvPr/>
        </p:nvSpPr>
        <p:spPr>
          <a:xfrm>
            <a:off x="576470" y="5104616"/>
            <a:ext cx="1152939" cy="1053547"/>
          </a:xfrm>
          <a:prstGeom prst="round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620" name="Google Shape;5659;p76">
            <a:extLst>
              <a:ext uri="{FF2B5EF4-FFF2-40B4-BE49-F238E27FC236}">
                <a16:creationId xmlns:a16="http://schemas.microsoft.com/office/drawing/2014/main" id="{7313B704-09A4-21E7-DD34-5FFCBF0DF3C2}"/>
              </a:ext>
            </a:extLst>
          </p:cNvPr>
          <p:cNvGrpSpPr/>
          <p:nvPr/>
        </p:nvGrpSpPr>
        <p:grpSpPr>
          <a:xfrm>
            <a:off x="838429" y="5290250"/>
            <a:ext cx="685571" cy="681128"/>
            <a:chOff x="5049575" y="4993600"/>
            <a:chExt cx="482050" cy="478925"/>
          </a:xfrm>
          <a:solidFill>
            <a:schemeClr val="bg1"/>
          </a:solidFill>
        </p:grpSpPr>
        <p:sp>
          <p:nvSpPr>
            <p:cNvPr id="621" name="Google Shape;5660;p76">
              <a:extLst>
                <a:ext uri="{FF2B5EF4-FFF2-40B4-BE49-F238E27FC236}">
                  <a16:creationId xmlns:a16="http://schemas.microsoft.com/office/drawing/2014/main" id="{7F301C5A-3EB2-C649-914C-0B4B680D6A3D}"/>
                </a:ext>
              </a:extLst>
            </p:cNvPr>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2" name="Google Shape;5661;p76">
              <a:extLst>
                <a:ext uri="{FF2B5EF4-FFF2-40B4-BE49-F238E27FC236}">
                  <a16:creationId xmlns:a16="http://schemas.microsoft.com/office/drawing/2014/main" id="{D80B256E-0BF0-D192-BFA7-545F3DEAEDAB}"/>
                </a:ext>
              </a:extLst>
            </p:cNvPr>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3" name="Google Shape;5662;p76">
              <a:extLst>
                <a:ext uri="{FF2B5EF4-FFF2-40B4-BE49-F238E27FC236}">
                  <a16:creationId xmlns:a16="http://schemas.microsoft.com/office/drawing/2014/main" id="{669EEF93-901E-11F3-9428-EB77926B3981}"/>
                </a:ext>
              </a:extLst>
            </p:cNvPr>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4" name="Google Shape;5663;p76">
              <a:extLst>
                <a:ext uri="{FF2B5EF4-FFF2-40B4-BE49-F238E27FC236}">
                  <a16:creationId xmlns:a16="http://schemas.microsoft.com/office/drawing/2014/main" id="{8EAE71F1-CD12-D328-9F27-22F2C9B8763B}"/>
                </a:ext>
              </a:extLst>
            </p:cNvPr>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25" name="Google Shape;5649;p76">
            <a:extLst>
              <a:ext uri="{FF2B5EF4-FFF2-40B4-BE49-F238E27FC236}">
                <a16:creationId xmlns:a16="http://schemas.microsoft.com/office/drawing/2014/main" id="{85D7FF46-C275-DEC7-B609-1D0778591BEA}"/>
              </a:ext>
            </a:extLst>
          </p:cNvPr>
          <p:cNvGrpSpPr/>
          <p:nvPr/>
        </p:nvGrpSpPr>
        <p:grpSpPr>
          <a:xfrm>
            <a:off x="838290" y="3609658"/>
            <a:ext cx="689568" cy="685063"/>
            <a:chOff x="3863900" y="4993625"/>
            <a:chExt cx="482050" cy="478900"/>
          </a:xfrm>
          <a:solidFill>
            <a:schemeClr val="bg1"/>
          </a:solidFill>
        </p:grpSpPr>
        <p:sp>
          <p:nvSpPr>
            <p:cNvPr id="626" name="Google Shape;5650;p76">
              <a:extLst>
                <a:ext uri="{FF2B5EF4-FFF2-40B4-BE49-F238E27FC236}">
                  <a16:creationId xmlns:a16="http://schemas.microsoft.com/office/drawing/2014/main" id="{FE260D4A-6C25-DABA-EB6D-84354E3CC853}"/>
                </a:ext>
              </a:extLst>
            </p:cNvPr>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7" name="Google Shape;5651;p76">
              <a:extLst>
                <a:ext uri="{FF2B5EF4-FFF2-40B4-BE49-F238E27FC236}">
                  <a16:creationId xmlns:a16="http://schemas.microsoft.com/office/drawing/2014/main" id="{7D47AB80-E0F1-0483-B1E8-4228798A0AF2}"/>
                </a:ext>
              </a:extLst>
            </p:cNvPr>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8" name="Google Shape;5652;p76">
              <a:extLst>
                <a:ext uri="{FF2B5EF4-FFF2-40B4-BE49-F238E27FC236}">
                  <a16:creationId xmlns:a16="http://schemas.microsoft.com/office/drawing/2014/main" id="{10128F2D-4525-7C5B-8F0E-53961A40DDFB}"/>
                </a:ext>
              </a:extLst>
            </p:cNvPr>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9" name="Google Shape;5653;p76">
              <a:extLst>
                <a:ext uri="{FF2B5EF4-FFF2-40B4-BE49-F238E27FC236}">
                  <a16:creationId xmlns:a16="http://schemas.microsoft.com/office/drawing/2014/main" id="{5575456C-37F7-2975-BA4E-83DF5EDDD503}"/>
                </a:ext>
              </a:extLst>
            </p:cNvPr>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30" name="Google Shape;5654;p76">
            <a:extLst>
              <a:ext uri="{FF2B5EF4-FFF2-40B4-BE49-F238E27FC236}">
                <a16:creationId xmlns:a16="http://schemas.microsoft.com/office/drawing/2014/main" id="{7D72CA61-2A8B-B6C8-604E-E0372CA6A5E2}"/>
              </a:ext>
            </a:extLst>
          </p:cNvPr>
          <p:cNvGrpSpPr/>
          <p:nvPr/>
        </p:nvGrpSpPr>
        <p:grpSpPr>
          <a:xfrm>
            <a:off x="818295" y="1840268"/>
            <a:ext cx="697989" cy="693429"/>
            <a:chOff x="4456725" y="4993625"/>
            <a:chExt cx="482050" cy="478900"/>
          </a:xfrm>
          <a:solidFill>
            <a:schemeClr val="bg1"/>
          </a:solidFill>
        </p:grpSpPr>
        <p:sp>
          <p:nvSpPr>
            <p:cNvPr id="631" name="Google Shape;5655;p76">
              <a:extLst>
                <a:ext uri="{FF2B5EF4-FFF2-40B4-BE49-F238E27FC236}">
                  <a16:creationId xmlns:a16="http://schemas.microsoft.com/office/drawing/2014/main" id="{44EF1DFC-C0E3-1597-E55F-D0D8AD7B0816}"/>
                </a:ext>
              </a:extLst>
            </p:cNvPr>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32" name="Google Shape;5656;p76">
              <a:extLst>
                <a:ext uri="{FF2B5EF4-FFF2-40B4-BE49-F238E27FC236}">
                  <a16:creationId xmlns:a16="http://schemas.microsoft.com/office/drawing/2014/main" id="{5B8BE3B2-E3A6-0FE9-88A8-36FB16B090C0}"/>
                </a:ext>
              </a:extLst>
            </p:cNvPr>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33" name="Google Shape;5657;p76">
              <a:extLst>
                <a:ext uri="{FF2B5EF4-FFF2-40B4-BE49-F238E27FC236}">
                  <a16:creationId xmlns:a16="http://schemas.microsoft.com/office/drawing/2014/main" id="{0732E00B-FE0A-F9C8-B069-469520FD2737}"/>
                </a:ext>
              </a:extLst>
            </p:cNvPr>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34" name="Google Shape;5658;p76">
              <a:extLst>
                <a:ext uri="{FF2B5EF4-FFF2-40B4-BE49-F238E27FC236}">
                  <a16:creationId xmlns:a16="http://schemas.microsoft.com/office/drawing/2014/main" id="{7B8C1031-0D82-2D7D-26C3-7D17C104E968}"/>
                </a:ext>
              </a:extLst>
            </p:cNvPr>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cxnSp>
        <p:nvCxnSpPr>
          <p:cNvPr id="637" name="直线连接符 636">
            <a:extLst>
              <a:ext uri="{FF2B5EF4-FFF2-40B4-BE49-F238E27FC236}">
                <a16:creationId xmlns:a16="http://schemas.microsoft.com/office/drawing/2014/main" id="{CF883BC1-9965-694C-F6B9-E4C19558FA7B}"/>
              </a:ext>
            </a:extLst>
          </p:cNvPr>
          <p:cNvCxnSpPr>
            <a:cxnSpLocks/>
          </p:cNvCxnSpPr>
          <p:nvPr/>
        </p:nvCxnSpPr>
        <p:spPr>
          <a:xfrm>
            <a:off x="538480" y="4825856"/>
            <a:ext cx="3098800" cy="0"/>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41" name="直线连接符 640">
            <a:extLst>
              <a:ext uri="{FF2B5EF4-FFF2-40B4-BE49-F238E27FC236}">
                <a16:creationId xmlns:a16="http://schemas.microsoft.com/office/drawing/2014/main" id="{F1724FE0-0B82-0915-C41D-36055B2E45F6}"/>
              </a:ext>
            </a:extLst>
          </p:cNvPr>
          <p:cNvCxnSpPr>
            <a:cxnSpLocks/>
          </p:cNvCxnSpPr>
          <p:nvPr/>
        </p:nvCxnSpPr>
        <p:spPr>
          <a:xfrm>
            <a:off x="538480" y="3108712"/>
            <a:ext cx="3098800" cy="0"/>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44" name="文本框 643">
            <a:extLst>
              <a:ext uri="{FF2B5EF4-FFF2-40B4-BE49-F238E27FC236}">
                <a16:creationId xmlns:a16="http://schemas.microsoft.com/office/drawing/2014/main" id="{FED41EEE-8FD2-E680-B56A-66078F37E433}"/>
              </a:ext>
            </a:extLst>
          </p:cNvPr>
          <p:cNvSpPr txBox="1"/>
          <p:nvPr/>
        </p:nvSpPr>
        <p:spPr>
          <a:xfrm>
            <a:off x="1756291" y="1675216"/>
            <a:ext cx="1880990" cy="900246"/>
          </a:xfrm>
          <a:prstGeom prst="rect">
            <a:avLst/>
          </a:prstGeom>
          <a:noFill/>
        </p:spPr>
        <p:txBody>
          <a:bodyPr wrap="square" rtlCol="0">
            <a:spAutoFit/>
          </a:bodyPr>
          <a:lstStyle/>
          <a:p>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5" name="文本框 644">
            <a:extLst>
              <a:ext uri="{FF2B5EF4-FFF2-40B4-BE49-F238E27FC236}">
                <a16:creationId xmlns:a16="http://schemas.microsoft.com/office/drawing/2014/main" id="{0CD96A77-4E54-7FB0-0473-DC12CBE78E38}"/>
              </a:ext>
            </a:extLst>
          </p:cNvPr>
          <p:cNvSpPr txBox="1"/>
          <p:nvPr/>
        </p:nvSpPr>
        <p:spPr>
          <a:xfrm>
            <a:off x="2524675" y="2602459"/>
            <a:ext cx="1225015" cy="523220"/>
          </a:xfrm>
          <a:prstGeom prst="rect">
            <a:avLst/>
          </a:prstGeom>
          <a:noFill/>
        </p:spPr>
        <p:txBody>
          <a:bodyPr wrap="none" rtlCol="0">
            <a:spAutoFit/>
          </a:bodyPr>
          <a:lstStyle/>
          <a:p>
            <a:r>
              <a:rPr kumimoji="1" lang="en-US" altLang="zh-CN" dirty="0">
                <a:solidFill>
                  <a:srgbClr val="BB3023"/>
                </a:solidFill>
                <a:latin typeface="Alibaba PuHuiTi Medium" pitchFamily="18" charset="-122"/>
                <a:ea typeface="Alibaba PuHuiTi Medium" pitchFamily="18" charset="-122"/>
                <a:cs typeface="Alibaba PuHuiTi Medium" pitchFamily="18" charset="-122"/>
              </a:rPr>
              <a:t>¥</a:t>
            </a:r>
            <a:r>
              <a:rPr kumimoji="1" lang="zh-CN" altLang="en-US"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dirty="0">
                <a:solidFill>
                  <a:srgbClr val="BB3023"/>
                </a:solidFill>
                <a:latin typeface="Alibaba PuHuiTi Medium" pitchFamily="18" charset="-122"/>
                <a:ea typeface="Alibaba PuHuiTi Medium" pitchFamily="18" charset="-122"/>
                <a:cs typeface="Alibaba PuHuiTi Medium" pitchFamily="18" charset="-122"/>
              </a:rPr>
              <a:t>-</a:t>
            </a:r>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2.13</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8" name="文本框 647">
            <a:extLst>
              <a:ext uri="{FF2B5EF4-FFF2-40B4-BE49-F238E27FC236}">
                <a16:creationId xmlns:a16="http://schemas.microsoft.com/office/drawing/2014/main" id="{A44797E3-0616-7E7B-13D7-D883CF31736B}"/>
              </a:ext>
            </a:extLst>
          </p:cNvPr>
          <p:cNvSpPr txBox="1"/>
          <p:nvPr/>
        </p:nvSpPr>
        <p:spPr>
          <a:xfrm>
            <a:off x="1756291" y="3501008"/>
            <a:ext cx="1880990" cy="900246"/>
          </a:xfrm>
          <a:prstGeom prst="rect">
            <a:avLst/>
          </a:prstGeom>
          <a:noFill/>
        </p:spPr>
        <p:txBody>
          <a:bodyPr wrap="square" rtlCol="0">
            <a:spAutoFit/>
          </a:bodyPr>
          <a:lstStyle/>
          <a:p>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9" name="文本框 648">
            <a:extLst>
              <a:ext uri="{FF2B5EF4-FFF2-40B4-BE49-F238E27FC236}">
                <a16:creationId xmlns:a16="http://schemas.microsoft.com/office/drawing/2014/main" id="{96EFD373-A1AB-225C-F05B-43E4254DB9B7}"/>
              </a:ext>
            </a:extLst>
          </p:cNvPr>
          <p:cNvSpPr txBox="1"/>
          <p:nvPr/>
        </p:nvSpPr>
        <p:spPr>
          <a:xfrm>
            <a:off x="2636435" y="4326651"/>
            <a:ext cx="1008609" cy="523220"/>
          </a:xfrm>
          <a:prstGeom prst="rect">
            <a:avLst/>
          </a:prstGeom>
          <a:noFill/>
        </p:spPr>
        <p:txBody>
          <a:bodyPr wrap="none" rtlCol="0">
            <a:spAutoFit/>
          </a:bodyPr>
          <a:lstStyle/>
          <a:p>
            <a:r>
              <a:rPr kumimoji="1" lang="en-US" altLang="zh-CN" dirty="0">
                <a:solidFill>
                  <a:srgbClr val="BB3023"/>
                </a:solidFill>
                <a:latin typeface="Alibaba PuHuiTi Medium" pitchFamily="18" charset="-122"/>
                <a:ea typeface="Alibaba PuHuiTi Medium" pitchFamily="18" charset="-122"/>
                <a:cs typeface="Alibaba PuHuiTi Medium" pitchFamily="18" charset="-122"/>
              </a:rPr>
              <a:t>¥</a:t>
            </a:r>
            <a:r>
              <a:rPr kumimoji="1" lang="zh-CN" altLang="en-US"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117</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0" name="文本框 649">
            <a:extLst>
              <a:ext uri="{FF2B5EF4-FFF2-40B4-BE49-F238E27FC236}">
                <a16:creationId xmlns:a16="http://schemas.microsoft.com/office/drawing/2014/main" id="{8338A80B-E97E-090F-563C-4EF2402D080B}"/>
              </a:ext>
            </a:extLst>
          </p:cNvPr>
          <p:cNvSpPr txBox="1"/>
          <p:nvPr/>
        </p:nvSpPr>
        <p:spPr>
          <a:xfrm>
            <a:off x="1756291" y="5157192"/>
            <a:ext cx="1880990" cy="900246"/>
          </a:xfrm>
          <a:prstGeom prst="rect">
            <a:avLst/>
          </a:prstGeom>
          <a:noFill/>
        </p:spPr>
        <p:txBody>
          <a:bodyPr wrap="square" rtlCol="0">
            <a:spAutoFit/>
          </a:bodyPr>
          <a:lstStyle/>
          <a:p>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3.</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1" name="文本框 650">
            <a:extLst>
              <a:ext uri="{FF2B5EF4-FFF2-40B4-BE49-F238E27FC236}">
                <a16:creationId xmlns:a16="http://schemas.microsoft.com/office/drawing/2014/main" id="{A842C949-3A7F-60C2-CF65-086A6FFA1C7E}"/>
              </a:ext>
            </a:extLst>
          </p:cNvPr>
          <p:cNvSpPr txBox="1"/>
          <p:nvPr/>
        </p:nvSpPr>
        <p:spPr>
          <a:xfrm>
            <a:off x="2687235" y="6003155"/>
            <a:ext cx="1008609" cy="523220"/>
          </a:xfrm>
          <a:prstGeom prst="rect">
            <a:avLst/>
          </a:prstGeom>
          <a:noFill/>
        </p:spPr>
        <p:txBody>
          <a:bodyPr wrap="none" rtlCol="0">
            <a:spAutoFit/>
          </a:bodyPr>
          <a:lstStyle/>
          <a:p>
            <a:r>
              <a:rPr kumimoji="1" lang="en-US" altLang="zh-CN" dirty="0">
                <a:solidFill>
                  <a:srgbClr val="BB3023"/>
                </a:solidFill>
                <a:latin typeface="Alibaba PuHuiTi Medium" pitchFamily="18" charset="-122"/>
                <a:ea typeface="Alibaba PuHuiTi Medium" pitchFamily="18" charset="-122"/>
                <a:cs typeface="Alibaba PuHuiTi Medium" pitchFamily="18" charset="-122"/>
              </a:rPr>
              <a:t>¥</a:t>
            </a:r>
            <a:r>
              <a:rPr kumimoji="1" lang="zh-CN" altLang="en-US"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239</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2" name="矩形 21">
            <a:extLst>
              <a:ext uri="{FF2B5EF4-FFF2-40B4-BE49-F238E27FC236}">
                <a16:creationId xmlns:a16="http://schemas.microsoft.com/office/drawing/2014/main" id="{BAE1F043-D816-B6AC-6ED8-E458B948A027}"/>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文本框 22">
            <a:extLst>
              <a:ext uri="{FF2B5EF4-FFF2-40B4-BE49-F238E27FC236}">
                <a16:creationId xmlns:a16="http://schemas.microsoft.com/office/drawing/2014/main" id="{2E8EC746-7407-BA68-2E12-EC3CF2CB7594}"/>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21B680B0-F8A4-F220-6D3F-92A639058AD6}"/>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6" name="直线连接符 25">
            <a:extLst>
              <a:ext uri="{FF2B5EF4-FFF2-40B4-BE49-F238E27FC236}">
                <a16:creationId xmlns:a16="http://schemas.microsoft.com/office/drawing/2014/main" id="{110BC398-F1E2-C10B-EB02-11814A33C281}"/>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3" name="直线连接符 32">
            <a:extLst>
              <a:ext uri="{FF2B5EF4-FFF2-40B4-BE49-F238E27FC236}">
                <a16:creationId xmlns:a16="http://schemas.microsoft.com/office/drawing/2014/main" id="{48D10FC3-32ED-620D-BFC2-CDED70282539}"/>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B80D07B0-395F-3E90-9844-92621A8C912D}"/>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42" name="组合 41">
            <a:extLst>
              <a:ext uri="{FF2B5EF4-FFF2-40B4-BE49-F238E27FC236}">
                <a16:creationId xmlns:a16="http://schemas.microsoft.com/office/drawing/2014/main" id="{0F762F35-D536-48E8-C8CB-927B0981AD52}"/>
              </a:ext>
            </a:extLst>
          </p:cNvPr>
          <p:cNvGrpSpPr/>
          <p:nvPr/>
        </p:nvGrpSpPr>
        <p:grpSpPr>
          <a:xfrm>
            <a:off x="2259126" y="287981"/>
            <a:ext cx="356205" cy="355288"/>
            <a:chOff x="2323294" y="287981"/>
            <a:chExt cx="356205" cy="355288"/>
          </a:xfrm>
        </p:grpSpPr>
        <p:sp>
          <p:nvSpPr>
            <p:cNvPr id="43" name="Google Shape;7166;p80">
              <a:extLst>
                <a:ext uri="{FF2B5EF4-FFF2-40B4-BE49-F238E27FC236}">
                  <a16:creationId xmlns:a16="http://schemas.microsoft.com/office/drawing/2014/main" id="{50842275-0362-3526-ABF1-48828206E21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7167;p80">
              <a:extLst>
                <a:ext uri="{FF2B5EF4-FFF2-40B4-BE49-F238E27FC236}">
                  <a16:creationId xmlns:a16="http://schemas.microsoft.com/office/drawing/2014/main" id="{5B42C476-EA77-6261-2EE6-2F0332DEC86D}"/>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7168;p80">
              <a:extLst>
                <a:ext uri="{FF2B5EF4-FFF2-40B4-BE49-F238E27FC236}">
                  <a16:creationId xmlns:a16="http://schemas.microsoft.com/office/drawing/2014/main" id="{CC7D4A7E-A31A-D477-C2F5-BE8864F7049E}"/>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7169;p80">
              <a:extLst>
                <a:ext uri="{FF2B5EF4-FFF2-40B4-BE49-F238E27FC236}">
                  <a16:creationId xmlns:a16="http://schemas.microsoft.com/office/drawing/2014/main" id="{5353A393-6B58-D430-E85E-29719F00C3C6}"/>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82184123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椭圆 9">
            <a:extLst>
              <a:ext uri="{FF2B5EF4-FFF2-40B4-BE49-F238E27FC236}">
                <a16:creationId xmlns:a16="http://schemas.microsoft.com/office/drawing/2014/main" id="{AB47FF77-D171-0237-CD32-F8C0732387ED}"/>
              </a:ext>
            </a:extLst>
          </p:cNvPr>
          <p:cNvSpPr/>
          <p:nvPr/>
        </p:nvSpPr>
        <p:spPr>
          <a:xfrm>
            <a:off x="4693950" y="2247027"/>
            <a:ext cx="2349401" cy="181555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椭圆 12">
            <a:extLst>
              <a:ext uri="{FF2B5EF4-FFF2-40B4-BE49-F238E27FC236}">
                <a16:creationId xmlns:a16="http://schemas.microsoft.com/office/drawing/2014/main" id="{6B919309-72BD-FC72-F975-514C0E16BA2A}"/>
              </a:ext>
            </a:extLst>
          </p:cNvPr>
          <p:cNvSpPr/>
          <p:nvPr/>
        </p:nvSpPr>
        <p:spPr>
          <a:xfrm>
            <a:off x="4693950" y="3640251"/>
            <a:ext cx="2349401" cy="188043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任意形状 13">
            <a:extLst>
              <a:ext uri="{FF2B5EF4-FFF2-40B4-BE49-F238E27FC236}">
                <a16:creationId xmlns:a16="http://schemas.microsoft.com/office/drawing/2014/main" id="{95607877-2638-8153-6C2F-DED50D0F28C7}"/>
              </a:ext>
            </a:extLst>
          </p:cNvPr>
          <p:cNvSpPr/>
          <p:nvPr/>
        </p:nvSpPr>
        <p:spPr>
          <a:xfrm>
            <a:off x="321276" y="2637440"/>
            <a:ext cx="2603156" cy="2240692"/>
          </a:xfrm>
          <a:custGeom>
            <a:avLst/>
            <a:gdLst>
              <a:gd name="connsiteX0" fmla="*/ 897924 w 2603156"/>
              <a:gd name="connsiteY0" fmla="*/ 642552 h 2240692"/>
              <a:gd name="connsiteX1" fmla="*/ 1037967 w 2603156"/>
              <a:gd name="connsiteY1" fmla="*/ 230660 h 2240692"/>
              <a:gd name="connsiteX2" fmla="*/ 1326292 w 2603156"/>
              <a:gd name="connsiteY2" fmla="*/ 617838 h 2240692"/>
              <a:gd name="connsiteX3" fmla="*/ 1762897 w 2603156"/>
              <a:gd name="connsiteY3" fmla="*/ 0 h 2240692"/>
              <a:gd name="connsiteX4" fmla="*/ 1696994 w 2603156"/>
              <a:gd name="connsiteY4" fmla="*/ 551936 h 2240692"/>
              <a:gd name="connsiteX5" fmla="*/ 2207740 w 2603156"/>
              <a:gd name="connsiteY5" fmla="*/ 461319 h 2240692"/>
              <a:gd name="connsiteX6" fmla="*/ 1993556 w 2603156"/>
              <a:gd name="connsiteY6" fmla="*/ 757881 h 2240692"/>
              <a:gd name="connsiteX7" fmla="*/ 2512540 w 2603156"/>
              <a:gd name="connsiteY7" fmla="*/ 848498 h 2240692"/>
              <a:gd name="connsiteX8" fmla="*/ 2092410 w 2603156"/>
              <a:gd name="connsiteY8" fmla="*/ 1079157 h 2240692"/>
              <a:gd name="connsiteX9" fmla="*/ 2603156 w 2603156"/>
              <a:gd name="connsiteY9" fmla="*/ 1367481 h 2240692"/>
              <a:gd name="connsiteX10" fmla="*/ 2018270 w 2603156"/>
              <a:gd name="connsiteY10" fmla="*/ 1334530 h 2240692"/>
              <a:gd name="connsiteX11" fmla="*/ 2191265 w 2603156"/>
              <a:gd name="connsiteY11" fmla="*/ 1886465 h 2240692"/>
              <a:gd name="connsiteX12" fmla="*/ 1705232 w 2603156"/>
              <a:gd name="connsiteY12" fmla="*/ 1491049 h 2240692"/>
              <a:gd name="connsiteX13" fmla="*/ 1606378 w 2603156"/>
              <a:gd name="connsiteY13" fmla="*/ 2026509 h 2240692"/>
              <a:gd name="connsiteX14" fmla="*/ 1285102 w 2603156"/>
              <a:gd name="connsiteY14" fmla="*/ 1540476 h 2240692"/>
              <a:gd name="connsiteX15" fmla="*/ 1070919 w 2603156"/>
              <a:gd name="connsiteY15" fmla="*/ 2240692 h 2240692"/>
              <a:gd name="connsiteX16" fmla="*/ 980302 w 2603156"/>
              <a:gd name="connsiteY16" fmla="*/ 1606379 h 2240692"/>
              <a:gd name="connsiteX17" fmla="*/ 551935 w 2603156"/>
              <a:gd name="connsiteY17" fmla="*/ 1812325 h 2240692"/>
              <a:gd name="connsiteX18" fmla="*/ 724929 w 2603156"/>
              <a:gd name="connsiteY18" fmla="*/ 1458098 h 2240692"/>
              <a:gd name="connsiteX19" fmla="*/ 8238 w 2603156"/>
              <a:gd name="connsiteY19" fmla="*/ 1507525 h 2240692"/>
              <a:gd name="connsiteX20" fmla="*/ 502508 w 2603156"/>
              <a:gd name="connsiteY20" fmla="*/ 1210963 h 2240692"/>
              <a:gd name="connsiteX21" fmla="*/ 0 w 2603156"/>
              <a:gd name="connsiteY21" fmla="*/ 848498 h 2240692"/>
              <a:gd name="connsiteX22" fmla="*/ 601362 w 2603156"/>
              <a:gd name="connsiteY22" fmla="*/ 799071 h 2240692"/>
              <a:gd name="connsiteX23" fmla="*/ 32951 w 2603156"/>
              <a:gd name="connsiteY23" fmla="*/ 197709 h 2240692"/>
              <a:gd name="connsiteX24" fmla="*/ 897924 w 2603156"/>
              <a:gd name="connsiteY24" fmla="*/ 642552 h 224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03156" h="2240692">
                <a:moveTo>
                  <a:pt x="897924" y="642552"/>
                </a:moveTo>
                <a:lnTo>
                  <a:pt x="1037967" y="230660"/>
                </a:lnTo>
                <a:lnTo>
                  <a:pt x="1326292" y="617838"/>
                </a:lnTo>
                <a:lnTo>
                  <a:pt x="1762897" y="0"/>
                </a:lnTo>
                <a:lnTo>
                  <a:pt x="1696994" y="551936"/>
                </a:lnTo>
                <a:lnTo>
                  <a:pt x="2207740" y="461319"/>
                </a:lnTo>
                <a:lnTo>
                  <a:pt x="1993556" y="757881"/>
                </a:lnTo>
                <a:lnTo>
                  <a:pt x="2512540" y="848498"/>
                </a:lnTo>
                <a:lnTo>
                  <a:pt x="2092410" y="1079157"/>
                </a:lnTo>
                <a:lnTo>
                  <a:pt x="2603156" y="1367481"/>
                </a:lnTo>
                <a:lnTo>
                  <a:pt x="2018270" y="1334530"/>
                </a:lnTo>
                <a:lnTo>
                  <a:pt x="2191265" y="1886465"/>
                </a:lnTo>
                <a:lnTo>
                  <a:pt x="1705232" y="1491049"/>
                </a:lnTo>
                <a:lnTo>
                  <a:pt x="1606378" y="2026509"/>
                </a:lnTo>
                <a:lnTo>
                  <a:pt x="1285102" y="1540476"/>
                </a:lnTo>
                <a:lnTo>
                  <a:pt x="1070919" y="2240692"/>
                </a:lnTo>
                <a:lnTo>
                  <a:pt x="980302" y="1606379"/>
                </a:lnTo>
                <a:lnTo>
                  <a:pt x="551935" y="1812325"/>
                </a:lnTo>
                <a:lnTo>
                  <a:pt x="724929" y="1458098"/>
                </a:lnTo>
                <a:lnTo>
                  <a:pt x="8238" y="1507525"/>
                </a:lnTo>
                <a:lnTo>
                  <a:pt x="502508" y="1210963"/>
                </a:lnTo>
                <a:lnTo>
                  <a:pt x="0" y="848498"/>
                </a:lnTo>
                <a:lnTo>
                  <a:pt x="601362" y="799071"/>
                </a:lnTo>
                <a:lnTo>
                  <a:pt x="32951" y="197709"/>
                </a:lnTo>
                <a:lnTo>
                  <a:pt x="897924" y="642552"/>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任意形状 14">
            <a:extLst>
              <a:ext uri="{FF2B5EF4-FFF2-40B4-BE49-F238E27FC236}">
                <a16:creationId xmlns:a16="http://schemas.microsoft.com/office/drawing/2014/main" id="{81E96BB6-D4D8-69D2-65B2-9BF49E010EEB}"/>
              </a:ext>
            </a:extLst>
          </p:cNvPr>
          <p:cNvSpPr/>
          <p:nvPr/>
        </p:nvSpPr>
        <p:spPr>
          <a:xfrm>
            <a:off x="8822724" y="2110219"/>
            <a:ext cx="3286898" cy="3196281"/>
          </a:xfrm>
          <a:custGeom>
            <a:avLst/>
            <a:gdLst>
              <a:gd name="connsiteX0" fmla="*/ 41190 w 3286898"/>
              <a:gd name="connsiteY0" fmla="*/ 345989 h 3196281"/>
              <a:gd name="connsiteX1" fmla="*/ 708454 w 3286898"/>
              <a:gd name="connsiteY1" fmla="*/ 1128584 h 3196281"/>
              <a:gd name="connsiteX2" fmla="*/ 0 w 3286898"/>
              <a:gd name="connsiteY2" fmla="*/ 1260389 h 3196281"/>
              <a:gd name="connsiteX3" fmla="*/ 560173 w 3286898"/>
              <a:gd name="connsiteY3" fmla="*/ 1738184 h 3196281"/>
              <a:gd name="connsiteX4" fmla="*/ 16476 w 3286898"/>
              <a:gd name="connsiteY4" fmla="*/ 2141838 h 3196281"/>
              <a:gd name="connsiteX5" fmla="*/ 889687 w 3286898"/>
              <a:gd name="connsiteY5" fmla="*/ 2059459 h 3196281"/>
              <a:gd name="connsiteX6" fmla="*/ 716692 w 3286898"/>
              <a:gd name="connsiteY6" fmla="*/ 2603157 h 3196281"/>
              <a:gd name="connsiteX7" fmla="*/ 1186249 w 3286898"/>
              <a:gd name="connsiteY7" fmla="*/ 2298357 h 3196281"/>
              <a:gd name="connsiteX8" fmla="*/ 1276865 w 3286898"/>
              <a:gd name="connsiteY8" fmla="*/ 3196281 h 3196281"/>
              <a:gd name="connsiteX9" fmla="*/ 1614617 w 3286898"/>
              <a:gd name="connsiteY9" fmla="*/ 2215978 h 3196281"/>
              <a:gd name="connsiteX10" fmla="*/ 2034746 w 3286898"/>
              <a:gd name="connsiteY10" fmla="*/ 2924432 h 3196281"/>
              <a:gd name="connsiteX11" fmla="*/ 2141838 w 3286898"/>
              <a:gd name="connsiteY11" fmla="*/ 2125362 h 3196281"/>
              <a:gd name="connsiteX12" fmla="*/ 2734962 w 3286898"/>
              <a:gd name="connsiteY12" fmla="*/ 2644346 h 3196281"/>
              <a:gd name="connsiteX13" fmla="*/ 2529017 w 3286898"/>
              <a:gd name="connsiteY13" fmla="*/ 1869989 h 3196281"/>
              <a:gd name="connsiteX14" fmla="*/ 3286898 w 3286898"/>
              <a:gd name="connsiteY14" fmla="*/ 1960605 h 3196281"/>
              <a:gd name="connsiteX15" fmla="*/ 2669060 w 3286898"/>
              <a:gd name="connsiteY15" fmla="*/ 1540475 h 3196281"/>
              <a:gd name="connsiteX16" fmla="*/ 3188044 w 3286898"/>
              <a:gd name="connsiteY16" fmla="*/ 1202724 h 3196281"/>
              <a:gd name="connsiteX17" fmla="*/ 2479590 w 3286898"/>
              <a:gd name="connsiteY17" fmla="*/ 1103870 h 3196281"/>
              <a:gd name="connsiteX18" fmla="*/ 2800865 w 3286898"/>
              <a:gd name="connsiteY18" fmla="*/ 691978 h 3196281"/>
              <a:gd name="connsiteX19" fmla="*/ 2117125 w 3286898"/>
              <a:gd name="connsiteY19" fmla="*/ 848497 h 3196281"/>
              <a:gd name="connsiteX20" fmla="*/ 2207741 w 3286898"/>
              <a:gd name="connsiteY20" fmla="*/ 0 h 3196281"/>
              <a:gd name="connsiteX21" fmla="*/ 1647568 w 3286898"/>
              <a:gd name="connsiteY21" fmla="*/ 881448 h 3196281"/>
              <a:gd name="connsiteX22" fmla="*/ 1235676 w 3286898"/>
              <a:gd name="connsiteY22" fmla="*/ 354227 h 3196281"/>
              <a:gd name="connsiteX23" fmla="*/ 1112108 w 3286898"/>
              <a:gd name="connsiteY23" fmla="*/ 996778 h 3196281"/>
              <a:gd name="connsiteX24" fmla="*/ 41190 w 3286898"/>
              <a:gd name="connsiteY24" fmla="*/ 345989 h 319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86898" h="3196281">
                <a:moveTo>
                  <a:pt x="41190" y="345989"/>
                </a:moveTo>
                <a:lnTo>
                  <a:pt x="708454" y="1128584"/>
                </a:lnTo>
                <a:lnTo>
                  <a:pt x="0" y="1260389"/>
                </a:lnTo>
                <a:lnTo>
                  <a:pt x="560173" y="1738184"/>
                </a:lnTo>
                <a:lnTo>
                  <a:pt x="16476" y="2141838"/>
                </a:lnTo>
                <a:lnTo>
                  <a:pt x="889687" y="2059459"/>
                </a:lnTo>
                <a:lnTo>
                  <a:pt x="716692" y="2603157"/>
                </a:lnTo>
                <a:lnTo>
                  <a:pt x="1186249" y="2298357"/>
                </a:lnTo>
                <a:lnTo>
                  <a:pt x="1276865" y="3196281"/>
                </a:lnTo>
                <a:lnTo>
                  <a:pt x="1614617" y="2215978"/>
                </a:lnTo>
                <a:lnTo>
                  <a:pt x="2034746" y="2924432"/>
                </a:lnTo>
                <a:lnTo>
                  <a:pt x="2141838" y="2125362"/>
                </a:lnTo>
                <a:lnTo>
                  <a:pt x="2734962" y="2644346"/>
                </a:lnTo>
                <a:lnTo>
                  <a:pt x="2529017" y="1869989"/>
                </a:lnTo>
                <a:lnTo>
                  <a:pt x="3286898" y="1960605"/>
                </a:lnTo>
                <a:lnTo>
                  <a:pt x="2669060" y="1540475"/>
                </a:lnTo>
                <a:lnTo>
                  <a:pt x="3188044" y="1202724"/>
                </a:lnTo>
                <a:lnTo>
                  <a:pt x="2479590" y="1103870"/>
                </a:lnTo>
                <a:lnTo>
                  <a:pt x="2800865" y="691978"/>
                </a:lnTo>
                <a:lnTo>
                  <a:pt x="2117125" y="848497"/>
                </a:lnTo>
                <a:lnTo>
                  <a:pt x="2207741" y="0"/>
                </a:lnTo>
                <a:lnTo>
                  <a:pt x="1647568" y="881448"/>
                </a:lnTo>
                <a:lnTo>
                  <a:pt x="1235676" y="354227"/>
                </a:lnTo>
                <a:lnTo>
                  <a:pt x="1112108" y="996778"/>
                </a:lnTo>
                <a:lnTo>
                  <a:pt x="41190" y="345989"/>
                </a:lnTo>
                <a:close/>
              </a:path>
            </a:pathLst>
          </a:custGeom>
          <a:gradFill>
            <a:gsLst>
              <a:gs pos="33000">
                <a:srgbClr val="1E344D"/>
              </a:gs>
              <a:gs pos="58000">
                <a:srgbClr val="BB3023"/>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矩形 15">
            <a:extLst>
              <a:ext uri="{FF2B5EF4-FFF2-40B4-BE49-F238E27FC236}">
                <a16:creationId xmlns:a16="http://schemas.microsoft.com/office/drawing/2014/main" id="{C689CF9D-B15E-09DD-907E-B02EBE580690}"/>
              </a:ext>
            </a:extLst>
          </p:cNvPr>
          <p:cNvSpPr/>
          <p:nvPr/>
        </p:nvSpPr>
        <p:spPr>
          <a:xfrm>
            <a:off x="4003589" y="1690089"/>
            <a:ext cx="1400433" cy="45308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矩形 16">
            <a:extLst>
              <a:ext uri="{FF2B5EF4-FFF2-40B4-BE49-F238E27FC236}">
                <a16:creationId xmlns:a16="http://schemas.microsoft.com/office/drawing/2014/main" id="{06B0EA8D-365C-2FFA-6534-CEF4BC8DFB2E}"/>
              </a:ext>
            </a:extLst>
          </p:cNvPr>
          <p:cNvSpPr/>
          <p:nvPr/>
        </p:nvSpPr>
        <p:spPr>
          <a:xfrm>
            <a:off x="6240016" y="1768043"/>
            <a:ext cx="1668308" cy="37512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64EAEC21-E8A8-BC57-E7E0-0655664D8203}"/>
              </a:ext>
            </a:extLst>
          </p:cNvPr>
          <p:cNvSpPr/>
          <p:nvPr/>
        </p:nvSpPr>
        <p:spPr>
          <a:xfrm>
            <a:off x="7248128" y="2632139"/>
            <a:ext cx="1352175" cy="71375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矩形 18">
            <a:extLst>
              <a:ext uri="{FF2B5EF4-FFF2-40B4-BE49-F238E27FC236}">
                <a16:creationId xmlns:a16="http://schemas.microsoft.com/office/drawing/2014/main" id="{53A89D16-EF29-4E66-B887-C69A378CE0FE}"/>
              </a:ext>
            </a:extLst>
          </p:cNvPr>
          <p:cNvSpPr/>
          <p:nvPr/>
        </p:nvSpPr>
        <p:spPr>
          <a:xfrm>
            <a:off x="7248128" y="4648363"/>
            <a:ext cx="1352175" cy="71375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矩形 19">
            <a:extLst>
              <a:ext uri="{FF2B5EF4-FFF2-40B4-BE49-F238E27FC236}">
                <a16:creationId xmlns:a16="http://schemas.microsoft.com/office/drawing/2014/main" id="{1B4CE16D-3BD3-9798-E12F-0DEF7DFBC705}"/>
              </a:ext>
            </a:extLst>
          </p:cNvPr>
          <p:cNvSpPr/>
          <p:nvPr/>
        </p:nvSpPr>
        <p:spPr>
          <a:xfrm>
            <a:off x="3143673" y="4648363"/>
            <a:ext cx="1345950" cy="43571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矩形 20">
            <a:extLst>
              <a:ext uri="{FF2B5EF4-FFF2-40B4-BE49-F238E27FC236}">
                <a16:creationId xmlns:a16="http://schemas.microsoft.com/office/drawing/2014/main" id="{8AFD5957-78B7-3E78-EA10-D54FBD394C59}"/>
              </a:ext>
            </a:extLst>
          </p:cNvPr>
          <p:cNvSpPr/>
          <p:nvPr/>
        </p:nvSpPr>
        <p:spPr>
          <a:xfrm>
            <a:off x="3503712" y="5512459"/>
            <a:ext cx="1579034" cy="43571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矩形 21">
            <a:extLst>
              <a:ext uri="{FF2B5EF4-FFF2-40B4-BE49-F238E27FC236}">
                <a16:creationId xmlns:a16="http://schemas.microsoft.com/office/drawing/2014/main" id="{F2DC1C33-545C-A142-6D99-059A5D9048C4}"/>
              </a:ext>
            </a:extLst>
          </p:cNvPr>
          <p:cNvSpPr/>
          <p:nvPr/>
        </p:nvSpPr>
        <p:spPr>
          <a:xfrm>
            <a:off x="5015879" y="6088523"/>
            <a:ext cx="1656769" cy="43571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矩形 22">
            <a:extLst>
              <a:ext uri="{FF2B5EF4-FFF2-40B4-BE49-F238E27FC236}">
                <a16:creationId xmlns:a16="http://schemas.microsoft.com/office/drawing/2014/main" id="{C3112ED0-F961-07A7-9F75-F417A78A595A}"/>
              </a:ext>
            </a:extLst>
          </p:cNvPr>
          <p:cNvSpPr/>
          <p:nvPr/>
        </p:nvSpPr>
        <p:spPr>
          <a:xfrm>
            <a:off x="6600057" y="5512460"/>
            <a:ext cx="1296144" cy="43204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 name="矩形 23">
            <a:extLst>
              <a:ext uri="{FF2B5EF4-FFF2-40B4-BE49-F238E27FC236}">
                <a16:creationId xmlns:a16="http://schemas.microsoft.com/office/drawing/2014/main" id="{97AD08F3-0264-6532-4773-9EAC21CE18A6}"/>
              </a:ext>
            </a:extLst>
          </p:cNvPr>
          <p:cNvSpPr/>
          <p:nvPr/>
        </p:nvSpPr>
        <p:spPr>
          <a:xfrm>
            <a:off x="3191551" y="2609558"/>
            <a:ext cx="1296144" cy="43204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26" name="直线箭头连接符 25">
            <a:extLst>
              <a:ext uri="{FF2B5EF4-FFF2-40B4-BE49-F238E27FC236}">
                <a16:creationId xmlns:a16="http://schemas.microsoft.com/office/drawing/2014/main" id="{C21B007F-68DD-4B85-7B89-1A77BAA7B27D}"/>
              </a:ext>
            </a:extLst>
          </p:cNvPr>
          <p:cNvCxnSpPr>
            <a:cxnSpLocks/>
          </p:cNvCxnSpPr>
          <p:nvPr/>
        </p:nvCxnSpPr>
        <p:spPr>
          <a:xfrm>
            <a:off x="2916195" y="3683646"/>
            <a:ext cx="1779373" cy="0"/>
          </a:xfrm>
          <a:prstGeom prst="straightConnector1">
            <a:avLst/>
          </a:prstGeom>
          <a:ln w="476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直线箭头连接符 32">
            <a:extLst>
              <a:ext uri="{FF2B5EF4-FFF2-40B4-BE49-F238E27FC236}">
                <a16:creationId xmlns:a16="http://schemas.microsoft.com/office/drawing/2014/main" id="{1AA59F3E-F9A8-9EFD-524A-9389A830B2C0}"/>
              </a:ext>
            </a:extLst>
          </p:cNvPr>
          <p:cNvCxnSpPr>
            <a:cxnSpLocks/>
          </p:cNvCxnSpPr>
          <p:nvPr/>
        </p:nvCxnSpPr>
        <p:spPr>
          <a:xfrm>
            <a:off x="7032104" y="3683646"/>
            <a:ext cx="1779373" cy="0"/>
          </a:xfrm>
          <a:prstGeom prst="straightConnector1">
            <a:avLst/>
          </a:prstGeom>
          <a:ln w="476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2" name="椭圆 41">
            <a:extLst>
              <a:ext uri="{FF2B5EF4-FFF2-40B4-BE49-F238E27FC236}">
                <a16:creationId xmlns:a16="http://schemas.microsoft.com/office/drawing/2014/main" id="{57D21FC4-14FF-7B63-8688-0CD78DE36BB7}"/>
              </a:ext>
            </a:extLst>
          </p:cNvPr>
          <p:cNvSpPr/>
          <p:nvPr/>
        </p:nvSpPr>
        <p:spPr>
          <a:xfrm>
            <a:off x="4819135" y="3603448"/>
            <a:ext cx="2051222" cy="329513"/>
          </a:xfrm>
          <a:prstGeom prst="ellipse">
            <a:avLst/>
          </a:prstGeom>
          <a:solidFill>
            <a:srgbClr val="1E344D"/>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文本框 42">
            <a:extLst>
              <a:ext uri="{FF2B5EF4-FFF2-40B4-BE49-F238E27FC236}">
                <a16:creationId xmlns:a16="http://schemas.microsoft.com/office/drawing/2014/main" id="{06D3B462-C7AF-8191-8BFA-48990690DA5C}"/>
              </a:ext>
            </a:extLst>
          </p:cNvPr>
          <p:cNvSpPr txBox="1"/>
          <p:nvPr/>
        </p:nvSpPr>
        <p:spPr>
          <a:xfrm>
            <a:off x="4046242" y="1732946"/>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047832FB-DADA-3453-A3DB-C92D867BED13}"/>
              </a:ext>
            </a:extLst>
          </p:cNvPr>
          <p:cNvSpPr txBox="1"/>
          <p:nvPr/>
        </p:nvSpPr>
        <p:spPr>
          <a:xfrm>
            <a:off x="6456040" y="1732946"/>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0AFFEF60-5EC2-189C-D7E3-848349115257}"/>
              </a:ext>
            </a:extLst>
          </p:cNvPr>
          <p:cNvSpPr txBox="1"/>
          <p:nvPr/>
        </p:nvSpPr>
        <p:spPr>
          <a:xfrm>
            <a:off x="7320136" y="2776155"/>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 name="文本框 45">
            <a:extLst>
              <a:ext uri="{FF2B5EF4-FFF2-40B4-BE49-F238E27FC236}">
                <a16:creationId xmlns:a16="http://schemas.microsoft.com/office/drawing/2014/main" id="{763AD2E2-7162-E386-E957-63EE4A2D1FD1}"/>
              </a:ext>
            </a:extLst>
          </p:cNvPr>
          <p:cNvSpPr txBox="1"/>
          <p:nvPr/>
        </p:nvSpPr>
        <p:spPr>
          <a:xfrm>
            <a:off x="7320136" y="4792379"/>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 name="文本框 46">
            <a:extLst>
              <a:ext uri="{FF2B5EF4-FFF2-40B4-BE49-F238E27FC236}">
                <a16:creationId xmlns:a16="http://schemas.microsoft.com/office/drawing/2014/main" id="{00C5F65A-1608-0BB2-A98E-FBB4C93E9A84}"/>
              </a:ext>
            </a:extLst>
          </p:cNvPr>
          <p:cNvSpPr txBox="1"/>
          <p:nvPr/>
        </p:nvSpPr>
        <p:spPr>
          <a:xfrm>
            <a:off x="6645170" y="5544126"/>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1AD9019B-E3D2-C45E-21C6-25320B9D9373}"/>
              </a:ext>
            </a:extLst>
          </p:cNvPr>
          <p:cNvSpPr txBox="1"/>
          <p:nvPr/>
        </p:nvSpPr>
        <p:spPr>
          <a:xfrm>
            <a:off x="5231904" y="6160531"/>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A3C71D00-3E51-F933-7501-AC6A91EFC2FC}"/>
              </a:ext>
            </a:extLst>
          </p:cNvPr>
          <p:cNvSpPr txBox="1"/>
          <p:nvPr/>
        </p:nvSpPr>
        <p:spPr>
          <a:xfrm>
            <a:off x="3634281" y="5539353"/>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1F694848-279F-227E-C617-0097A34CCC81}"/>
              </a:ext>
            </a:extLst>
          </p:cNvPr>
          <p:cNvSpPr txBox="1"/>
          <p:nvPr/>
        </p:nvSpPr>
        <p:spPr>
          <a:xfrm>
            <a:off x="3202233" y="4648363"/>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21F3B32C-E0B8-9745-5010-491196BC0FF2}"/>
              </a:ext>
            </a:extLst>
          </p:cNvPr>
          <p:cNvSpPr txBox="1"/>
          <p:nvPr/>
        </p:nvSpPr>
        <p:spPr>
          <a:xfrm>
            <a:off x="3170566" y="2632139"/>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706BFA95-D5D3-2609-5430-1E2CAD216162}"/>
              </a:ext>
            </a:extLst>
          </p:cNvPr>
          <p:cNvSpPr txBox="1"/>
          <p:nvPr/>
        </p:nvSpPr>
        <p:spPr>
          <a:xfrm>
            <a:off x="1104455" y="3415553"/>
            <a:ext cx="1319135" cy="523220"/>
          </a:xfrm>
          <a:prstGeom prst="rect">
            <a:avLst/>
          </a:prstGeom>
          <a:noFill/>
        </p:spPr>
        <p:txBody>
          <a:bodyPr wrap="square">
            <a:spAutoFit/>
          </a:bodyPr>
          <a:lstStyle/>
          <a:p>
            <a:r>
              <a:rPr kumimoji="1" lang="en" altLang="zh-CN" sz="2800" dirty="0">
                <a:solidFill>
                  <a:schemeClr val="bg1"/>
                </a:solidFill>
                <a:latin typeface="Alibaba PuHuiTi" pitchFamily="18" charset="-122"/>
                <a:ea typeface="Alibaba PuHuiTi" pitchFamily="18" charset="-122"/>
                <a:cs typeface="Alibaba PuHuiTi" pitchFamily="18" charset="-122"/>
              </a:rPr>
              <a:t>Event</a:t>
            </a:r>
            <a:endParaRPr lang="zh-CN" altLang="en-US" sz="2800" dirty="0">
              <a:solidFill>
                <a:schemeClr val="bg1"/>
              </a:solidFill>
              <a:latin typeface="Alibaba PuHuiTi" pitchFamily="18" charset="-122"/>
              <a:ea typeface="Alibaba PuHuiTi" pitchFamily="18" charset="-122"/>
              <a:cs typeface="Alibaba PuHuiTi" pitchFamily="18" charset="-122"/>
            </a:endParaRPr>
          </a:p>
        </p:txBody>
      </p:sp>
      <p:sp>
        <p:nvSpPr>
          <p:cNvPr id="55" name="文本框 54">
            <a:extLst>
              <a:ext uri="{FF2B5EF4-FFF2-40B4-BE49-F238E27FC236}">
                <a16:creationId xmlns:a16="http://schemas.microsoft.com/office/drawing/2014/main" id="{2FA3FF16-9273-2DA5-E4B7-F619A7CA14AF}"/>
              </a:ext>
            </a:extLst>
          </p:cNvPr>
          <p:cNvSpPr txBox="1"/>
          <p:nvPr/>
        </p:nvSpPr>
        <p:spPr>
          <a:xfrm>
            <a:off x="9455223" y="3140967"/>
            <a:ext cx="1961329" cy="954107"/>
          </a:xfrm>
          <a:prstGeom prst="rect">
            <a:avLst/>
          </a:prstGeom>
          <a:noFill/>
        </p:spPr>
        <p:txBody>
          <a:bodyPr wrap="square">
            <a:spAutoFit/>
          </a:bodyPr>
          <a:lstStyle/>
          <a:p>
            <a:pPr algn="ctr"/>
            <a:r>
              <a:rPr kumimoji="1" lang="en" altLang="zh-CN" sz="2800" dirty="0">
                <a:solidFill>
                  <a:schemeClr val="bg1"/>
                </a:solidFill>
                <a:latin typeface="Alibaba PuHuiTi" pitchFamily="18" charset="-122"/>
                <a:ea typeface="Alibaba PuHuiTi" pitchFamily="18" charset="-122"/>
                <a:cs typeface="Alibaba PuHuiTi" pitchFamily="18" charset="-122"/>
              </a:rPr>
              <a:t>Our</a:t>
            </a:r>
          </a:p>
          <a:p>
            <a:pPr algn="ctr"/>
            <a:r>
              <a:rPr kumimoji="1" lang="en" altLang="zh-CN" sz="2800" dirty="0">
                <a:solidFill>
                  <a:schemeClr val="bg1"/>
                </a:solidFill>
                <a:latin typeface="Alibaba PuHuiTi" pitchFamily="18" charset="-122"/>
                <a:ea typeface="Alibaba PuHuiTi" pitchFamily="18" charset="-122"/>
                <a:cs typeface="Alibaba PuHuiTi" pitchFamily="18" charset="-122"/>
              </a:rPr>
              <a:t>Reaction</a:t>
            </a:r>
            <a:endParaRPr lang="zh-CN" altLang="en-US" sz="2800" dirty="0">
              <a:solidFill>
                <a:schemeClr val="bg1"/>
              </a:solidFill>
              <a:latin typeface="Alibaba PuHuiTi" pitchFamily="18" charset="-122"/>
              <a:ea typeface="Alibaba PuHuiTi" pitchFamily="18" charset="-122"/>
              <a:cs typeface="Alibaba PuHuiTi" pitchFamily="18" charset="-122"/>
            </a:endParaRPr>
          </a:p>
        </p:txBody>
      </p:sp>
      <p:sp>
        <p:nvSpPr>
          <p:cNvPr id="58" name="文本框 57">
            <a:extLst>
              <a:ext uri="{FF2B5EF4-FFF2-40B4-BE49-F238E27FC236}">
                <a16:creationId xmlns:a16="http://schemas.microsoft.com/office/drawing/2014/main" id="{FEA25060-BF0D-539E-03D9-A614AD28EC1B}"/>
              </a:ext>
            </a:extLst>
          </p:cNvPr>
          <p:cNvSpPr txBox="1"/>
          <p:nvPr/>
        </p:nvSpPr>
        <p:spPr>
          <a:xfrm>
            <a:off x="4892698" y="2796988"/>
            <a:ext cx="2005643" cy="400110"/>
          </a:xfrm>
          <a:prstGeom prst="rect">
            <a:avLst/>
          </a:prstGeom>
          <a:noFill/>
        </p:spPr>
        <p:txBody>
          <a:bodyPr wrap="square">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-1</a:t>
            </a:r>
            <a:endParaRPr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1B5CFBFF-E42F-5352-DECC-99CE880BC9D5}"/>
              </a:ext>
            </a:extLst>
          </p:cNvPr>
          <p:cNvSpPr txBox="1"/>
          <p:nvPr/>
        </p:nvSpPr>
        <p:spPr>
          <a:xfrm>
            <a:off x="4892698" y="4432339"/>
            <a:ext cx="2005643" cy="400110"/>
          </a:xfrm>
          <a:prstGeom prst="rect">
            <a:avLst/>
          </a:prstGeom>
          <a:noFill/>
        </p:spPr>
        <p:txBody>
          <a:bodyPr wrap="square">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-2</a:t>
            </a:r>
            <a:endParaRPr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A98BA901-4FC3-76EB-B228-2636104641C4}"/>
              </a:ext>
            </a:extLst>
          </p:cNvPr>
          <p:cNvSpPr txBox="1"/>
          <p:nvPr/>
        </p:nvSpPr>
        <p:spPr>
          <a:xfrm>
            <a:off x="5263571" y="3581690"/>
            <a:ext cx="1319135" cy="400110"/>
          </a:xfrm>
          <a:prstGeom prst="rect">
            <a:avLst/>
          </a:prstGeom>
          <a:noFill/>
        </p:spPr>
        <p:txBody>
          <a:bodyPr wrap="square">
            <a:spAutoFit/>
          </a:bodyPr>
          <a:lstStyle/>
          <a:p>
            <a:r>
              <a:rPr kumimoji="1" lang="en" altLang="zh-CN" sz="2000" i="1" dirty="0">
                <a:solidFill>
                  <a:schemeClr val="bg1"/>
                </a:solidFill>
                <a:latin typeface="Alibaba PuHuiTi" pitchFamily="18" charset="-122"/>
                <a:ea typeface="Alibaba PuHuiTi" pitchFamily="18" charset="-122"/>
                <a:cs typeface="Alibaba PuHuiTi" pitchFamily="18" charset="-122"/>
              </a:rPr>
              <a:t>Our lens</a:t>
            </a:r>
            <a:endParaRPr lang="zh-CN" altLang="en-US" sz="2000" i="1" dirty="0">
              <a:solidFill>
                <a:schemeClr val="bg1"/>
              </a:solidFill>
              <a:latin typeface="Alibaba PuHuiTi" pitchFamily="18" charset="-122"/>
              <a:ea typeface="Alibaba PuHuiTi" pitchFamily="18" charset="-122"/>
              <a:cs typeface="Alibaba PuHuiTi" pitchFamily="18" charset="-122"/>
            </a:endParaRPr>
          </a:p>
        </p:txBody>
      </p:sp>
      <p:sp>
        <p:nvSpPr>
          <p:cNvPr id="62" name="文本框 61">
            <a:extLst>
              <a:ext uri="{FF2B5EF4-FFF2-40B4-BE49-F238E27FC236}">
                <a16:creationId xmlns:a16="http://schemas.microsoft.com/office/drawing/2014/main" id="{D49A29CA-F152-5E95-7294-88B6B50BF654}"/>
              </a:ext>
            </a:extLst>
          </p:cNvPr>
          <p:cNvSpPr txBox="1"/>
          <p:nvPr/>
        </p:nvSpPr>
        <p:spPr>
          <a:xfrm>
            <a:off x="201706" y="938164"/>
            <a:ext cx="6279776" cy="830997"/>
          </a:xfrm>
          <a:prstGeom prst="rect">
            <a:avLst/>
          </a:prstGeom>
          <a:noFill/>
        </p:spPr>
        <p:txBody>
          <a:bodyPr wrap="square">
            <a:spAutoFit/>
          </a:bodyPr>
          <a:lstStyle/>
          <a:p>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en-US" altLang="zh-CN"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F58BDA4F-6446-074C-5263-572A0D764F20}"/>
              </a:ext>
            </a:extLst>
          </p:cNvPr>
          <p:cNvSpPr txBox="1"/>
          <p:nvPr/>
        </p:nvSpPr>
        <p:spPr>
          <a:xfrm>
            <a:off x="9123367" y="1561565"/>
            <a:ext cx="2142202" cy="523220"/>
          </a:xfrm>
          <a:prstGeom prst="rect">
            <a:avLst/>
          </a:prstGeom>
          <a:noFill/>
        </p:spPr>
        <p:txBody>
          <a:bodyPr wrap="square">
            <a:spAutoFit/>
          </a:bodyPr>
          <a:lstStyle/>
          <a:p>
            <a:r>
              <a:rPr kumimoji="1" lang="en" altLang="zh-CN" sz="2800" i="1" dirty="0">
                <a:solidFill>
                  <a:srgbClr val="BB3023"/>
                </a:solidFill>
                <a:latin typeface="Alibaba PuHuiTi" pitchFamily="18" charset="-122"/>
                <a:ea typeface="Alibaba PuHuiTi" pitchFamily="18" charset="-122"/>
                <a:cs typeface="Alibaba PuHuiTi" pitchFamily="18" charset="-122"/>
              </a:rPr>
              <a:t>positive</a:t>
            </a:r>
            <a:endParaRPr lang="zh-CN" altLang="en-US" sz="2800" i="1" dirty="0">
              <a:solidFill>
                <a:srgbClr val="BB3023"/>
              </a:solidFill>
              <a:latin typeface="Alibaba PuHuiTi" pitchFamily="18" charset="-122"/>
              <a:ea typeface="Alibaba PuHuiTi" pitchFamily="18" charset="-122"/>
              <a:cs typeface="Alibaba PuHuiTi" pitchFamily="18" charset="-122"/>
            </a:endParaRPr>
          </a:p>
        </p:txBody>
      </p:sp>
      <p:sp>
        <p:nvSpPr>
          <p:cNvPr id="576" name="文本框 575">
            <a:extLst>
              <a:ext uri="{FF2B5EF4-FFF2-40B4-BE49-F238E27FC236}">
                <a16:creationId xmlns:a16="http://schemas.microsoft.com/office/drawing/2014/main" id="{A7B7A19D-E8F2-91EF-4BF6-FD00C0CDC401}"/>
              </a:ext>
            </a:extLst>
          </p:cNvPr>
          <p:cNvSpPr txBox="1"/>
          <p:nvPr/>
        </p:nvSpPr>
        <p:spPr>
          <a:xfrm>
            <a:off x="10269433" y="5273443"/>
            <a:ext cx="2142202" cy="523220"/>
          </a:xfrm>
          <a:prstGeom prst="rect">
            <a:avLst/>
          </a:prstGeom>
          <a:noFill/>
        </p:spPr>
        <p:txBody>
          <a:bodyPr wrap="square">
            <a:spAutoFit/>
          </a:bodyPr>
          <a:lstStyle/>
          <a:p>
            <a:r>
              <a:rPr kumimoji="1" lang="en" altLang="zh-CN" sz="2800" i="1" dirty="0">
                <a:solidFill>
                  <a:srgbClr val="BB3023"/>
                </a:solidFill>
                <a:latin typeface="Alibaba PuHuiTi" pitchFamily="18" charset="-122"/>
                <a:ea typeface="Alibaba PuHuiTi" pitchFamily="18" charset="-122"/>
                <a:cs typeface="Alibaba PuHuiTi" pitchFamily="18" charset="-122"/>
              </a:rPr>
              <a:t>Negative</a:t>
            </a:r>
            <a:endParaRPr lang="zh-CN" altLang="en-US" sz="2800" i="1" dirty="0">
              <a:solidFill>
                <a:srgbClr val="BB3023"/>
              </a:solidFill>
              <a:latin typeface="Alibaba PuHuiTi" pitchFamily="18" charset="-122"/>
              <a:ea typeface="Alibaba PuHuiTi" pitchFamily="18" charset="-122"/>
              <a:cs typeface="Alibaba PuHuiTi" pitchFamily="18" charset="-122"/>
            </a:endParaRPr>
          </a:p>
        </p:txBody>
      </p:sp>
      <p:sp>
        <p:nvSpPr>
          <p:cNvPr id="577" name="文本框 576">
            <a:extLst>
              <a:ext uri="{FF2B5EF4-FFF2-40B4-BE49-F238E27FC236}">
                <a16:creationId xmlns:a16="http://schemas.microsoft.com/office/drawing/2014/main" id="{DF6BE861-8C66-0B4E-7429-6CB9466A95A1}"/>
              </a:ext>
            </a:extLst>
          </p:cNvPr>
          <p:cNvSpPr txBox="1"/>
          <p:nvPr/>
        </p:nvSpPr>
        <p:spPr>
          <a:xfrm>
            <a:off x="376893" y="6012687"/>
            <a:ext cx="2743418"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BB3023"/>
                </a:solidFill>
              </a:rPr>
              <a:t>Top 10</a:t>
            </a:r>
            <a:r>
              <a:rPr lang="zh-CN" altLang="en-US" dirty="0">
                <a:solidFill>
                  <a:srgbClr val="BB3023"/>
                </a:solidFill>
              </a:rPr>
              <a:t> </a:t>
            </a:r>
            <a:r>
              <a:rPr lang="en-US" altLang="zh-CN" dirty="0">
                <a:solidFill>
                  <a:srgbClr val="BB3023"/>
                </a:solidFill>
              </a:rPr>
              <a:t>YNZ PPT</a:t>
            </a:r>
            <a:endParaRPr lang="zh-CN" altLang="en-US" dirty="0">
              <a:solidFill>
                <a:srgbClr val="BB3023"/>
              </a:solidFill>
            </a:endParaRPr>
          </a:p>
        </p:txBody>
      </p:sp>
      <p:sp>
        <p:nvSpPr>
          <p:cNvPr id="578" name="右大括号 577">
            <a:extLst>
              <a:ext uri="{FF2B5EF4-FFF2-40B4-BE49-F238E27FC236}">
                <a16:creationId xmlns:a16="http://schemas.microsoft.com/office/drawing/2014/main" id="{B1AF77D3-DFFA-2045-C159-07D367823B96}"/>
              </a:ext>
            </a:extLst>
          </p:cNvPr>
          <p:cNvSpPr/>
          <p:nvPr/>
        </p:nvSpPr>
        <p:spPr>
          <a:xfrm rot="16200000">
            <a:off x="1488283" y="4765193"/>
            <a:ext cx="214133" cy="2239703"/>
          </a:xfrm>
          <a:prstGeom prst="rightBrace">
            <a:avLst>
              <a:gd name="adj1" fmla="val 111149"/>
              <a:gd name="adj2" fmla="val 48425"/>
            </a:avLst>
          </a:prstGeom>
          <a:ln w="222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579" name="右大括号 578">
            <a:extLst>
              <a:ext uri="{FF2B5EF4-FFF2-40B4-BE49-F238E27FC236}">
                <a16:creationId xmlns:a16="http://schemas.microsoft.com/office/drawing/2014/main" id="{BFFA8B2A-2B7C-8275-50A4-7B89B31632BD}"/>
              </a:ext>
            </a:extLst>
          </p:cNvPr>
          <p:cNvSpPr/>
          <p:nvPr/>
        </p:nvSpPr>
        <p:spPr>
          <a:xfrm rot="5400000">
            <a:off x="1499858" y="5438868"/>
            <a:ext cx="214133" cy="2239703"/>
          </a:xfrm>
          <a:prstGeom prst="rightBrace">
            <a:avLst>
              <a:gd name="adj1" fmla="val 111149"/>
              <a:gd name="adj2" fmla="val 48425"/>
            </a:avLst>
          </a:prstGeom>
          <a:ln w="222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3" name="矩形 2">
            <a:extLst>
              <a:ext uri="{FF2B5EF4-FFF2-40B4-BE49-F238E27FC236}">
                <a16:creationId xmlns:a16="http://schemas.microsoft.com/office/drawing/2014/main" id="{0B123148-B150-54D9-2127-6B810F54419B}"/>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AC2070EB-EE15-CC57-A6C7-0D460CA1868D}"/>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E7AB2446-9602-AB33-61EC-142ACE72A1E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E5C6C273-21FA-76D3-AD85-AF14D0C4A3AF}"/>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397CABBD-8D39-6BA3-B1A2-92FD66CBC793}"/>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F78C2484-A892-6968-96C2-9E50EB5E630E}"/>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612490FA-3927-B750-2ABE-43CB3B7A414C}"/>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ABCE4297-3B6A-F270-8E0A-30D742FF7C7B}"/>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4D61CF8A-F6FB-8D69-4770-684F80923A6C}"/>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168;p80">
              <a:extLst>
                <a:ext uri="{FF2B5EF4-FFF2-40B4-BE49-F238E27FC236}">
                  <a16:creationId xmlns:a16="http://schemas.microsoft.com/office/drawing/2014/main" id="{4CD388F3-12E1-9405-E11A-BD71A560B886}"/>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7169;p80">
              <a:extLst>
                <a:ext uri="{FF2B5EF4-FFF2-40B4-BE49-F238E27FC236}">
                  <a16:creationId xmlns:a16="http://schemas.microsoft.com/office/drawing/2014/main" id="{6481C291-D2F8-1C90-DE62-E0AAA15F0F8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57007153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矩形 35">
            <a:extLst>
              <a:ext uri="{FF2B5EF4-FFF2-40B4-BE49-F238E27FC236}">
                <a16:creationId xmlns:a16="http://schemas.microsoft.com/office/drawing/2014/main" id="{E397B027-4CD6-AEF7-E71D-13306B2B0CEB}"/>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矩形 4">
            <a:extLst>
              <a:ext uri="{FF2B5EF4-FFF2-40B4-BE49-F238E27FC236}">
                <a16:creationId xmlns:a16="http://schemas.microsoft.com/office/drawing/2014/main" id="{0B9B00AC-E18A-1810-78E2-CDA2DDE87730}"/>
              </a:ext>
            </a:extLst>
          </p:cNvPr>
          <p:cNvSpPr/>
          <p:nvPr/>
        </p:nvSpPr>
        <p:spPr>
          <a:xfrm>
            <a:off x="268941" y="900953"/>
            <a:ext cx="2097741" cy="57687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dirty="0"/>
              <a:t>=</a:t>
            </a:r>
            <a:endParaRPr kumimoji="1" lang="zh-CN" altLang="en-US" dirty="0"/>
          </a:p>
        </p:txBody>
      </p:sp>
      <p:sp>
        <p:nvSpPr>
          <p:cNvPr id="6" name="圆角矩形 5">
            <a:extLst>
              <a:ext uri="{FF2B5EF4-FFF2-40B4-BE49-F238E27FC236}">
                <a16:creationId xmlns:a16="http://schemas.microsoft.com/office/drawing/2014/main" id="{3DFED5D9-4C8B-9A39-1AF8-B6B1EE9798AF}"/>
              </a:ext>
            </a:extLst>
          </p:cNvPr>
          <p:cNvSpPr/>
          <p:nvPr/>
        </p:nvSpPr>
        <p:spPr>
          <a:xfrm>
            <a:off x="2595282" y="900953"/>
            <a:ext cx="9278471" cy="806823"/>
          </a:xfrm>
          <a:prstGeom prst="roundRect">
            <a:avLst>
              <a:gd name="adj" fmla="val 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圆角矩形 6">
            <a:extLst>
              <a:ext uri="{FF2B5EF4-FFF2-40B4-BE49-F238E27FC236}">
                <a16:creationId xmlns:a16="http://schemas.microsoft.com/office/drawing/2014/main" id="{04747E9D-2BA4-7329-95AC-4303B662072F}"/>
              </a:ext>
            </a:extLst>
          </p:cNvPr>
          <p:cNvSpPr/>
          <p:nvPr/>
        </p:nvSpPr>
        <p:spPr>
          <a:xfrm>
            <a:off x="2598088" y="1484784"/>
            <a:ext cx="9278471" cy="985700"/>
          </a:xfrm>
          <a:prstGeom prst="roundRect">
            <a:avLst>
              <a:gd name="adj" fmla="val 18889"/>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文本框 7">
            <a:extLst>
              <a:ext uri="{FF2B5EF4-FFF2-40B4-BE49-F238E27FC236}">
                <a16:creationId xmlns:a16="http://schemas.microsoft.com/office/drawing/2014/main" id="{6BCB7AA6-F1AE-7410-DCF9-5575D939C704}"/>
              </a:ext>
            </a:extLst>
          </p:cNvPr>
          <p:cNvSpPr txBox="1"/>
          <p:nvPr/>
        </p:nvSpPr>
        <p:spPr>
          <a:xfrm>
            <a:off x="483258" y="1821628"/>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-1</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3D74C398-9F27-E1BF-29C7-907A6B13E1AF}"/>
              </a:ext>
            </a:extLst>
          </p:cNvPr>
          <p:cNvSpPr txBox="1"/>
          <p:nvPr/>
        </p:nvSpPr>
        <p:spPr>
          <a:xfrm>
            <a:off x="483258" y="2420888"/>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 name="文本框 10">
            <a:extLst>
              <a:ext uri="{FF2B5EF4-FFF2-40B4-BE49-F238E27FC236}">
                <a16:creationId xmlns:a16="http://schemas.microsoft.com/office/drawing/2014/main" id="{242E42AD-3983-9AFA-205A-D067D7330444}"/>
              </a:ext>
            </a:extLst>
          </p:cNvPr>
          <p:cNvSpPr txBox="1"/>
          <p:nvPr/>
        </p:nvSpPr>
        <p:spPr>
          <a:xfrm>
            <a:off x="483258" y="2996952"/>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-3</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722D2E65-9054-4ED1-998C-E94AC79BF8C4}"/>
              </a:ext>
            </a:extLst>
          </p:cNvPr>
          <p:cNvSpPr txBox="1"/>
          <p:nvPr/>
        </p:nvSpPr>
        <p:spPr>
          <a:xfrm>
            <a:off x="483258" y="3645024"/>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-4</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FA9AD694-F495-1111-82E1-C8C8C45CA0A0}"/>
              </a:ext>
            </a:extLst>
          </p:cNvPr>
          <p:cNvSpPr txBox="1"/>
          <p:nvPr/>
        </p:nvSpPr>
        <p:spPr>
          <a:xfrm>
            <a:off x="483258" y="4293096"/>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-5</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928F854D-BF85-2075-6DA0-714B0BF27EBE}"/>
              </a:ext>
            </a:extLst>
          </p:cNvPr>
          <p:cNvSpPr txBox="1"/>
          <p:nvPr/>
        </p:nvSpPr>
        <p:spPr>
          <a:xfrm>
            <a:off x="483259" y="5438120"/>
            <a:ext cx="1701142"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-7</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4B4E1319-3A54-CA0A-680D-B50308DDE80F}"/>
              </a:ext>
            </a:extLst>
          </p:cNvPr>
          <p:cNvSpPr txBox="1"/>
          <p:nvPr/>
        </p:nvSpPr>
        <p:spPr>
          <a:xfrm>
            <a:off x="682201" y="1053624"/>
            <a:ext cx="137011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B62AEA8F-5EE0-5884-D6D1-DB7CC4FA13E6}"/>
              </a:ext>
            </a:extLst>
          </p:cNvPr>
          <p:cNvSpPr txBox="1"/>
          <p:nvPr/>
        </p:nvSpPr>
        <p:spPr>
          <a:xfrm>
            <a:off x="815661" y="1272758"/>
            <a:ext cx="969095" cy="276999"/>
          </a:xfrm>
          <a:prstGeom prst="rect">
            <a:avLst/>
          </a:prstGeom>
          <a:noFill/>
        </p:spPr>
        <p:txBody>
          <a:bodyPr wrap="square">
            <a:spAutoFit/>
          </a:bodyPr>
          <a:lstStyle/>
          <a:p>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34" name="圆角矩形 33">
            <a:extLst>
              <a:ext uri="{FF2B5EF4-FFF2-40B4-BE49-F238E27FC236}">
                <a16:creationId xmlns:a16="http://schemas.microsoft.com/office/drawing/2014/main" id="{B8534082-C191-0D05-BCFF-2620DA515198}"/>
              </a:ext>
            </a:extLst>
          </p:cNvPr>
          <p:cNvSpPr/>
          <p:nvPr/>
        </p:nvSpPr>
        <p:spPr>
          <a:xfrm>
            <a:off x="347579" y="4744721"/>
            <a:ext cx="2255520" cy="55880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圆角矩形 36">
            <a:extLst>
              <a:ext uri="{FF2B5EF4-FFF2-40B4-BE49-F238E27FC236}">
                <a16:creationId xmlns:a16="http://schemas.microsoft.com/office/drawing/2014/main" id="{823FC041-6CD4-C20C-347D-078440FC6AAD}"/>
              </a:ext>
            </a:extLst>
          </p:cNvPr>
          <p:cNvSpPr/>
          <p:nvPr/>
        </p:nvSpPr>
        <p:spPr>
          <a:xfrm>
            <a:off x="2751376"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圆角矩形 37">
            <a:extLst>
              <a:ext uri="{FF2B5EF4-FFF2-40B4-BE49-F238E27FC236}">
                <a16:creationId xmlns:a16="http://schemas.microsoft.com/office/drawing/2014/main" id="{0FA55C33-868F-E355-0F1D-76CB044638E1}"/>
              </a:ext>
            </a:extLst>
          </p:cNvPr>
          <p:cNvSpPr/>
          <p:nvPr/>
        </p:nvSpPr>
        <p:spPr>
          <a:xfrm>
            <a:off x="5015880"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3E6FDE5E-B226-D749-F96D-2655DFAEEFEC}"/>
              </a:ext>
            </a:extLst>
          </p:cNvPr>
          <p:cNvSpPr/>
          <p:nvPr/>
        </p:nvSpPr>
        <p:spPr>
          <a:xfrm>
            <a:off x="7320136"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F0BCF6E6-0C33-08AA-F935-C58A10102803}"/>
              </a:ext>
            </a:extLst>
          </p:cNvPr>
          <p:cNvSpPr/>
          <p:nvPr/>
        </p:nvSpPr>
        <p:spPr>
          <a:xfrm>
            <a:off x="9624392"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a:extLst>
              <a:ext uri="{FF2B5EF4-FFF2-40B4-BE49-F238E27FC236}">
                <a16:creationId xmlns:a16="http://schemas.microsoft.com/office/drawing/2014/main" id="{E753CFC0-48F7-2E78-B705-9ABBDF6EF1D5}"/>
              </a:ext>
            </a:extLst>
          </p:cNvPr>
          <p:cNvSpPr txBox="1"/>
          <p:nvPr/>
        </p:nvSpPr>
        <p:spPr>
          <a:xfrm>
            <a:off x="6104780" y="1019146"/>
            <a:ext cx="137011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80AFC067-4083-71C5-B55F-6E2EED5EB193}"/>
              </a:ext>
            </a:extLst>
          </p:cNvPr>
          <p:cNvSpPr txBox="1"/>
          <p:nvPr/>
        </p:nvSpPr>
        <p:spPr>
          <a:xfrm>
            <a:off x="7248358" y="1073046"/>
            <a:ext cx="969095" cy="276999"/>
          </a:xfrm>
          <a:prstGeom prst="rect">
            <a:avLst/>
          </a:prstGeom>
          <a:noFill/>
        </p:spPr>
        <p:txBody>
          <a:bodyPr wrap="square">
            <a:spAutoFit/>
          </a:bodyPr>
          <a:lstStyle/>
          <a:p>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586" name="任意形状 585">
            <a:extLst>
              <a:ext uri="{FF2B5EF4-FFF2-40B4-BE49-F238E27FC236}">
                <a16:creationId xmlns:a16="http://schemas.microsoft.com/office/drawing/2014/main" id="{9D62B384-67BA-EA17-1A89-0517987ABFBB}"/>
              </a:ext>
            </a:extLst>
          </p:cNvPr>
          <p:cNvSpPr/>
          <p:nvPr/>
        </p:nvSpPr>
        <p:spPr>
          <a:xfrm>
            <a:off x="2044840" y="4454695"/>
            <a:ext cx="329649" cy="290556"/>
          </a:xfrm>
          <a:custGeom>
            <a:avLst/>
            <a:gdLst>
              <a:gd name="connsiteX0" fmla="*/ 430057 w 430057"/>
              <a:gd name="connsiteY0" fmla="*/ 0 h 290556"/>
              <a:gd name="connsiteX1" fmla="*/ 430057 w 430057"/>
              <a:gd name="connsiteY1" fmla="*/ 290556 h 290556"/>
              <a:gd name="connsiteX2" fmla="*/ 0 w 430057"/>
              <a:gd name="connsiteY2" fmla="*/ 290556 h 290556"/>
              <a:gd name="connsiteX3" fmla="*/ 49339 w 430057"/>
              <a:gd name="connsiteY3" fmla="*/ 287444 h 290556"/>
              <a:gd name="connsiteX4" fmla="*/ 387105 w 430057"/>
              <a:gd name="connsiteY4" fmla="*/ 79132 h 290556"/>
              <a:gd name="connsiteX5" fmla="*/ 430057 w 430057"/>
              <a:gd name="connsiteY5" fmla="*/ 0 h 29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057" h="290556">
                <a:moveTo>
                  <a:pt x="430057" y="0"/>
                </a:moveTo>
                <a:lnTo>
                  <a:pt x="430057" y="290556"/>
                </a:lnTo>
                <a:lnTo>
                  <a:pt x="0" y="290556"/>
                </a:lnTo>
                <a:lnTo>
                  <a:pt x="49339" y="287444"/>
                </a:lnTo>
                <a:cubicBezTo>
                  <a:pt x="189840" y="269583"/>
                  <a:pt x="311432" y="191143"/>
                  <a:pt x="387105" y="79132"/>
                </a:cubicBezTo>
                <a:lnTo>
                  <a:pt x="430057" y="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589" name="任意形状 588">
            <a:extLst>
              <a:ext uri="{FF2B5EF4-FFF2-40B4-BE49-F238E27FC236}">
                <a16:creationId xmlns:a16="http://schemas.microsoft.com/office/drawing/2014/main" id="{B3142AC3-D62B-C95E-ED9A-D40E6C8BF564}"/>
              </a:ext>
            </a:extLst>
          </p:cNvPr>
          <p:cNvSpPr/>
          <p:nvPr/>
        </p:nvSpPr>
        <p:spPr>
          <a:xfrm flipV="1">
            <a:off x="1989579" y="5301453"/>
            <a:ext cx="391312" cy="361788"/>
          </a:xfrm>
          <a:custGeom>
            <a:avLst/>
            <a:gdLst>
              <a:gd name="connsiteX0" fmla="*/ 430057 w 430057"/>
              <a:gd name="connsiteY0" fmla="*/ 0 h 290556"/>
              <a:gd name="connsiteX1" fmla="*/ 430057 w 430057"/>
              <a:gd name="connsiteY1" fmla="*/ 290556 h 290556"/>
              <a:gd name="connsiteX2" fmla="*/ 0 w 430057"/>
              <a:gd name="connsiteY2" fmla="*/ 290556 h 290556"/>
              <a:gd name="connsiteX3" fmla="*/ 49339 w 430057"/>
              <a:gd name="connsiteY3" fmla="*/ 287444 h 290556"/>
              <a:gd name="connsiteX4" fmla="*/ 387105 w 430057"/>
              <a:gd name="connsiteY4" fmla="*/ 79132 h 290556"/>
              <a:gd name="connsiteX5" fmla="*/ 430057 w 430057"/>
              <a:gd name="connsiteY5" fmla="*/ 0 h 29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057" h="290556">
                <a:moveTo>
                  <a:pt x="430057" y="0"/>
                </a:moveTo>
                <a:lnTo>
                  <a:pt x="430057" y="290556"/>
                </a:lnTo>
                <a:lnTo>
                  <a:pt x="0" y="290556"/>
                </a:lnTo>
                <a:lnTo>
                  <a:pt x="49339" y="287444"/>
                </a:lnTo>
                <a:cubicBezTo>
                  <a:pt x="189840" y="269583"/>
                  <a:pt x="311432" y="191143"/>
                  <a:pt x="387105" y="79132"/>
                </a:cubicBezTo>
                <a:lnTo>
                  <a:pt x="430057" y="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590" name="文本框 589">
            <a:extLst>
              <a:ext uri="{FF2B5EF4-FFF2-40B4-BE49-F238E27FC236}">
                <a16:creationId xmlns:a16="http://schemas.microsoft.com/office/drawing/2014/main" id="{D04B1858-51C7-F9FB-9ED9-67F66698804A}"/>
              </a:ext>
            </a:extLst>
          </p:cNvPr>
          <p:cNvSpPr txBox="1"/>
          <p:nvPr/>
        </p:nvSpPr>
        <p:spPr>
          <a:xfrm>
            <a:off x="2944053"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1</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1" name="文本框 590">
            <a:extLst>
              <a:ext uri="{FF2B5EF4-FFF2-40B4-BE49-F238E27FC236}">
                <a16:creationId xmlns:a16="http://schemas.microsoft.com/office/drawing/2014/main" id="{19A858D7-0C76-649C-1E21-EBBD0F4DA32A}"/>
              </a:ext>
            </a:extLst>
          </p:cNvPr>
          <p:cNvSpPr txBox="1"/>
          <p:nvPr/>
        </p:nvSpPr>
        <p:spPr>
          <a:xfrm>
            <a:off x="5159896"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4</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2" name="文本框 591">
            <a:extLst>
              <a:ext uri="{FF2B5EF4-FFF2-40B4-BE49-F238E27FC236}">
                <a16:creationId xmlns:a16="http://schemas.microsoft.com/office/drawing/2014/main" id="{B8E60F97-4998-D05F-5EB2-8C84270BA157}"/>
              </a:ext>
            </a:extLst>
          </p:cNvPr>
          <p:cNvSpPr txBox="1"/>
          <p:nvPr/>
        </p:nvSpPr>
        <p:spPr>
          <a:xfrm>
            <a:off x="7536160"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3</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3" name="文本框 592">
            <a:extLst>
              <a:ext uri="{FF2B5EF4-FFF2-40B4-BE49-F238E27FC236}">
                <a16:creationId xmlns:a16="http://schemas.microsoft.com/office/drawing/2014/main" id="{11C267C3-3036-D068-E7E3-667159DBC1D0}"/>
              </a:ext>
            </a:extLst>
          </p:cNvPr>
          <p:cNvSpPr txBox="1"/>
          <p:nvPr/>
        </p:nvSpPr>
        <p:spPr>
          <a:xfrm>
            <a:off x="9840416"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8</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4" name="文本框 593">
            <a:extLst>
              <a:ext uri="{FF2B5EF4-FFF2-40B4-BE49-F238E27FC236}">
                <a16:creationId xmlns:a16="http://schemas.microsoft.com/office/drawing/2014/main" id="{17AE235D-C4B3-59BE-19EF-BA01B5C46053}"/>
              </a:ext>
            </a:extLst>
          </p:cNvPr>
          <p:cNvSpPr txBox="1"/>
          <p:nvPr/>
        </p:nvSpPr>
        <p:spPr>
          <a:xfrm>
            <a:off x="2879739"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grpSp>
        <p:nvGrpSpPr>
          <p:cNvPr id="595" name="Google Shape;6581;p79">
            <a:extLst>
              <a:ext uri="{FF2B5EF4-FFF2-40B4-BE49-F238E27FC236}">
                <a16:creationId xmlns:a16="http://schemas.microsoft.com/office/drawing/2014/main" id="{7668A221-43EE-B09E-8709-34CFD00E4417}"/>
              </a:ext>
            </a:extLst>
          </p:cNvPr>
          <p:cNvGrpSpPr/>
          <p:nvPr/>
        </p:nvGrpSpPr>
        <p:grpSpPr>
          <a:xfrm>
            <a:off x="4234920" y="1715708"/>
            <a:ext cx="472781" cy="471527"/>
            <a:chOff x="-30345325" y="3184750"/>
            <a:chExt cx="292225" cy="291450"/>
          </a:xfrm>
          <a:solidFill>
            <a:srgbClr val="BB3023"/>
          </a:solidFill>
        </p:grpSpPr>
        <p:sp>
          <p:nvSpPr>
            <p:cNvPr id="596" name="Google Shape;6582;p79">
              <a:extLst>
                <a:ext uri="{FF2B5EF4-FFF2-40B4-BE49-F238E27FC236}">
                  <a16:creationId xmlns:a16="http://schemas.microsoft.com/office/drawing/2014/main" id="{FD15EEAB-FD5F-98D4-8231-0D20EF6F4B68}"/>
                </a:ext>
              </a:extLst>
            </p:cNvPr>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grpFill/>
            <a:ln>
              <a:noFill/>
            </a:ln>
          </p:spPr>
          <p:txBody>
            <a:bodyPr spcFirstLastPara="1" wrap="square" lIns="121900" tIns="121900" rIns="121900" bIns="121900" anchor="ctr" anchorCtr="0">
              <a:noAutofit/>
            </a:bodyPr>
            <a:lstStyle/>
            <a:p>
              <a:endParaRPr sz="2400"/>
            </a:p>
          </p:txBody>
        </p:sp>
        <p:sp>
          <p:nvSpPr>
            <p:cNvPr id="597" name="Google Shape;6583;p79">
              <a:extLst>
                <a:ext uri="{FF2B5EF4-FFF2-40B4-BE49-F238E27FC236}">
                  <a16:creationId xmlns:a16="http://schemas.microsoft.com/office/drawing/2014/main" id="{958121E0-0A98-8A72-1245-ABE13A85524A}"/>
                </a:ext>
              </a:extLst>
            </p:cNvPr>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598" name="Google Shape;6584;p79">
              <a:extLst>
                <a:ext uri="{FF2B5EF4-FFF2-40B4-BE49-F238E27FC236}">
                  <a16:creationId xmlns:a16="http://schemas.microsoft.com/office/drawing/2014/main" id="{48743ABF-7293-00B8-1D12-ADBAB97419A6}"/>
                </a:ext>
              </a:extLst>
            </p:cNvPr>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grpFill/>
            <a:ln>
              <a:noFill/>
            </a:ln>
          </p:spPr>
          <p:txBody>
            <a:bodyPr spcFirstLastPara="1" wrap="square" lIns="121900" tIns="121900" rIns="121900" bIns="121900" anchor="ctr" anchorCtr="0">
              <a:noAutofit/>
            </a:bodyPr>
            <a:lstStyle/>
            <a:p>
              <a:endParaRPr sz="2400"/>
            </a:p>
          </p:txBody>
        </p:sp>
        <p:sp>
          <p:nvSpPr>
            <p:cNvPr id="599" name="Google Shape;6585;p79">
              <a:extLst>
                <a:ext uri="{FF2B5EF4-FFF2-40B4-BE49-F238E27FC236}">
                  <a16:creationId xmlns:a16="http://schemas.microsoft.com/office/drawing/2014/main" id="{8850C9DF-684A-BA6D-01FF-0312940B1ADC}"/>
                </a:ext>
              </a:extLst>
            </p:cNvPr>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600" name="Google Shape;6586;p79">
              <a:extLst>
                <a:ext uri="{FF2B5EF4-FFF2-40B4-BE49-F238E27FC236}">
                  <a16:creationId xmlns:a16="http://schemas.microsoft.com/office/drawing/2014/main" id="{D146DF83-3837-DA2B-68A5-1CC5B36A9541}"/>
                </a:ext>
              </a:extLst>
            </p:cNvPr>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601" name="文本框 600">
            <a:extLst>
              <a:ext uri="{FF2B5EF4-FFF2-40B4-BE49-F238E27FC236}">
                <a16:creationId xmlns:a16="http://schemas.microsoft.com/office/drawing/2014/main" id="{2D9D737F-92C1-A947-C754-36F53FFD5EA9}"/>
              </a:ext>
            </a:extLst>
          </p:cNvPr>
          <p:cNvSpPr txBox="1"/>
          <p:nvPr/>
        </p:nvSpPr>
        <p:spPr>
          <a:xfrm>
            <a:off x="5087888"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sp>
        <p:nvSpPr>
          <p:cNvPr id="602" name="文本框 601">
            <a:extLst>
              <a:ext uri="{FF2B5EF4-FFF2-40B4-BE49-F238E27FC236}">
                <a16:creationId xmlns:a16="http://schemas.microsoft.com/office/drawing/2014/main" id="{353CEAD1-822B-673C-7E60-7AE604040550}"/>
              </a:ext>
            </a:extLst>
          </p:cNvPr>
          <p:cNvSpPr txBox="1"/>
          <p:nvPr/>
        </p:nvSpPr>
        <p:spPr>
          <a:xfrm>
            <a:off x="7464152"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sp>
        <p:nvSpPr>
          <p:cNvPr id="603" name="文本框 602">
            <a:extLst>
              <a:ext uri="{FF2B5EF4-FFF2-40B4-BE49-F238E27FC236}">
                <a16:creationId xmlns:a16="http://schemas.microsoft.com/office/drawing/2014/main" id="{0F6B8DA8-F348-7285-7DFA-AAF6AFBBE7FF}"/>
              </a:ext>
            </a:extLst>
          </p:cNvPr>
          <p:cNvSpPr txBox="1"/>
          <p:nvPr/>
        </p:nvSpPr>
        <p:spPr>
          <a:xfrm>
            <a:off x="9696400"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grpSp>
        <p:nvGrpSpPr>
          <p:cNvPr id="604" name="Google Shape;6673;p79">
            <a:extLst>
              <a:ext uri="{FF2B5EF4-FFF2-40B4-BE49-F238E27FC236}">
                <a16:creationId xmlns:a16="http://schemas.microsoft.com/office/drawing/2014/main" id="{09E733D1-4013-E988-8D4B-4762FBED82BF}"/>
              </a:ext>
            </a:extLst>
          </p:cNvPr>
          <p:cNvGrpSpPr/>
          <p:nvPr/>
        </p:nvGrpSpPr>
        <p:grpSpPr>
          <a:xfrm>
            <a:off x="6500589" y="1690846"/>
            <a:ext cx="471527" cy="471527"/>
            <a:chOff x="-33286325" y="3586425"/>
            <a:chExt cx="291450" cy="291450"/>
          </a:xfrm>
          <a:solidFill>
            <a:srgbClr val="BB3023"/>
          </a:solidFill>
        </p:grpSpPr>
        <p:sp>
          <p:nvSpPr>
            <p:cNvPr id="605" name="Google Shape;6674;p79">
              <a:extLst>
                <a:ext uri="{FF2B5EF4-FFF2-40B4-BE49-F238E27FC236}">
                  <a16:creationId xmlns:a16="http://schemas.microsoft.com/office/drawing/2014/main" id="{3850085A-22D8-B88D-B30C-7E60E6234B65}"/>
                </a:ext>
              </a:extLst>
            </p:cNvPr>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grpFill/>
            <a:ln>
              <a:noFill/>
            </a:ln>
          </p:spPr>
          <p:txBody>
            <a:bodyPr spcFirstLastPara="1" wrap="square" lIns="121900" tIns="121900" rIns="121900" bIns="121900" anchor="ctr" anchorCtr="0">
              <a:noAutofit/>
            </a:bodyPr>
            <a:lstStyle/>
            <a:p>
              <a:endParaRPr sz="2400"/>
            </a:p>
          </p:txBody>
        </p:sp>
        <p:sp>
          <p:nvSpPr>
            <p:cNvPr id="606" name="Google Shape;6675;p79">
              <a:extLst>
                <a:ext uri="{FF2B5EF4-FFF2-40B4-BE49-F238E27FC236}">
                  <a16:creationId xmlns:a16="http://schemas.microsoft.com/office/drawing/2014/main" id="{DBB4B443-F752-E860-E381-2C3CE837F2DD}"/>
                </a:ext>
              </a:extLst>
            </p:cNvPr>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grpFill/>
            <a:ln>
              <a:noFill/>
            </a:ln>
          </p:spPr>
          <p:txBody>
            <a:bodyPr spcFirstLastPara="1" wrap="square" lIns="121900" tIns="121900" rIns="121900" bIns="121900" anchor="ctr" anchorCtr="0">
              <a:noAutofit/>
            </a:bodyPr>
            <a:lstStyle/>
            <a:p>
              <a:endParaRPr sz="2400"/>
            </a:p>
          </p:txBody>
        </p:sp>
        <p:sp>
          <p:nvSpPr>
            <p:cNvPr id="607" name="Google Shape;6676;p79">
              <a:extLst>
                <a:ext uri="{FF2B5EF4-FFF2-40B4-BE49-F238E27FC236}">
                  <a16:creationId xmlns:a16="http://schemas.microsoft.com/office/drawing/2014/main" id="{15B12328-F1F0-EC8E-FAAD-981B4F69D057}"/>
                </a:ext>
              </a:extLst>
            </p:cNvPr>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grpFill/>
            <a:ln>
              <a:noFill/>
            </a:ln>
          </p:spPr>
          <p:txBody>
            <a:bodyPr spcFirstLastPara="1" wrap="square" lIns="121900" tIns="121900" rIns="121900" bIns="121900" anchor="ctr" anchorCtr="0">
              <a:noAutofit/>
            </a:bodyPr>
            <a:lstStyle/>
            <a:p>
              <a:endParaRPr sz="2400"/>
            </a:p>
          </p:txBody>
        </p:sp>
        <p:sp>
          <p:nvSpPr>
            <p:cNvPr id="608" name="Google Shape;6677;p79">
              <a:extLst>
                <a:ext uri="{FF2B5EF4-FFF2-40B4-BE49-F238E27FC236}">
                  <a16:creationId xmlns:a16="http://schemas.microsoft.com/office/drawing/2014/main" id="{55E693D1-E56F-BFCB-E9B0-1B4B342687D5}"/>
                </a:ext>
              </a:extLst>
            </p:cNvPr>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grpFill/>
            <a:ln>
              <a:noFill/>
            </a:ln>
          </p:spPr>
          <p:txBody>
            <a:bodyPr spcFirstLastPara="1" wrap="square" lIns="121900" tIns="121900" rIns="121900" bIns="121900" anchor="ctr" anchorCtr="0">
              <a:noAutofit/>
            </a:bodyPr>
            <a:lstStyle/>
            <a:p>
              <a:endParaRPr sz="2400"/>
            </a:p>
          </p:txBody>
        </p:sp>
        <p:sp>
          <p:nvSpPr>
            <p:cNvPr id="609" name="Google Shape;6678;p79">
              <a:extLst>
                <a:ext uri="{FF2B5EF4-FFF2-40B4-BE49-F238E27FC236}">
                  <a16:creationId xmlns:a16="http://schemas.microsoft.com/office/drawing/2014/main" id="{5A80FDCA-7846-9592-BC11-9F12B9FCA4F1}"/>
                </a:ext>
              </a:extLst>
            </p:cNvPr>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619" name="Google Shape;6744;p79">
            <a:extLst>
              <a:ext uri="{FF2B5EF4-FFF2-40B4-BE49-F238E27FC236}">
                <a16:creationId xmlns:a16="http://schemas.microsoft.com/office/drawing/2014/main" id="{11571576-617F-67D1-B951-FE4BF0781428}"/>
              </a:ext>
            </a:extLst>
          </p:cNvPr>
          <p:cNvGrpSpPr/>
          <p:nvPr/>
        </p:nvGrpSpPr>
        <p:grpSpPr>
          <a:xfrm>
            <a:off x="8885937" y="1696350"/>
            <a:ext cx="443457" cy="471527"/>
            <a:chOff x="-34755225" y="3202075"/>
            <a:chExt cx="274100" cy="291450"/>
          </a:xfrm>
          <a:solidFill>
            <a:srgbClr val="BB3023"/>
          </a:solidFill>
        </p:grpSpPr>
        <p:sp>
          <p:nvSpPr>
            <p:cNvPr id="620" name="Google Shape;6745;p79">
              <a:extLst>
                <a:ext uri="{FF2B5EF4-FFF2-40B4-BE49-F238E27FC236}">
                  <a16:creationId xmlns:a16="http://schemas.microsoft.com/office/drawing/2014/main" id="{350D646B-7B4A-2FEA-2FB6-BABFFCA1F940}"/>
                </a:ext>
              </a:extLst>
            </p:cNvPr>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grpFill/>
            <a:ln>
              <a:noFill/>
            </a:ln>
          </p:spPr>
          <p:txBody>
            <a:bodyPr spcFirstLastPara="1" wrap="square" lIns="121900" tIns="121900" rIns="121900" bIns="121900" anchor="ctr" anchorCtr="0">
              <a:noAutofit/>
            </a:bodyPr>
            <a:lstStyle/>
            <a:p>
              <a:endParaRPr sz="2400"/>
            </a:p>
          </p:txBody>
        </p:sp>
        <p:sp>
          <p:nvSpPr>
            <p:cNvPr id="621" name="Google Shape;6746;p79">
              <a:extLst>
                <a:ext uri="{FF2B5EF4-FFF2-40B4-BE49-F238E27FC236}">
                  <a16:creationId xmlns:a16="http://schemas.microsoft.com/office/drawing/2014/main" id="{E1D7D2C3-38BA-612D-0B8F-96E99C47807A}"/>
                </a:ext>
              </a:extLst>
            </p:cNvPr>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grpFill/>
            <a:ln>
              <a:noFill/>
            </a:ln>
          </p:spPr>
          <p:txBody>
            <a:bodyPr spcFirstLastPara="1" wrap="square" lIns="121900" tIns="121900" rIns="121900" bIns="121900" anchor="ctr" anchorCtr="0">
              <a:noAutofit/>
            </a:bodyPr>
            <a:lstStyle/>
            <a:p>
              <a:endParaRPr sz="2400"/>
            </a:p>
          </p:txBody>
        </p:sp>
        <p:sp>
          <p:nvSpPr>
            <p:cNvPr id="622" name="Google Shape;6747;p79">
              <a:extLst>
                <a:ext uri="{FF2B5EF4-FFF2-40B4-BE49-F238E27FC236}">
                  <a16:creationId xmlns:a16="http://schemas.microsoft.com/office/drawing/2014/main" id="{78898503-E8D0-D6CE-D37D-374D906AB096}"/>
                </a:ext>
              </a:extLst>
            </p:cNvPr>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grpFill/>
            <a:ln>
              <a:noFill/>
            </a:ln>
          </p:spPr>
          <p:txBody>
            <a:bodyPr spcFirstLastPara="1" wrap="square" lIns="121900" tIns="121900" rIns="121900" bIns="121900" anchor="ctr" anchorCtr="0">
              <a:noAutofit/>
            </a:bodyPr>
            <a:lstStyle/>
            <a:p>
              <a:endParaRPr sz="2400"/>
            </a:p>
          </p:txBody>
        </p:sp>
        <p:sp>
          <p:nvSpPr>
            <p:cNvPr id="623" name="Google Shape;6748;p79">
              <a:extLst>
                <a:ext uri="{FF2B5EF4-FFF2-40B4-BE49-F238E27FC236}">
                  <a16:creationId xmlns:a16="http://schemas.microsoft.com/office/drawing/2014/main" id="{7B796EBE-379D-755E-BA88-4FAC6BC1C45F}"/>
                </a:ext>
              </a:extLst>
            </p:cNvPr>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grpFill/>
            <a:ln>
              <a:noFill/>
            </a:ln>
          </p:spPr>
          <p:txBody>
            <a:bodyPr spcFirstLastPara="1" wrap="square" lIns="121900" tIns="121900" rIns="121900" bIns="121900" anchor="ctr" anchorCtr="0">
              <a:noAutofit/>
            </a:bodyPr>
            <a:lstStyle/>
            <a:p>
              <a:endParaRPr sz="2400"/>
            </a:p>
          </p:txBody>
        </p:sp>
        <p:sp>
          <p:nvSpPr>
            <p:cNvPr id="624" name="Google Shape;6749;p79">
              <a:extLst>
                <a:ext uri="{FF2B5EF4-FFF2-40B4-BE49-F238E27FC236}">
                  <a16:creationId xmlns:a16="http://schemas.microsoft.com/office/drawing/2014/main" id="{6C2BC78B-5DA7-2F10-ADBB-13973240DDA6}"/>
                </a:ext>
              </a:extLst>
            </p:cNvPr>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grpFill/>
            <a:ln>
              <a:noFill/>
            </a:ln>
          </p:spPr>
          <p:txBody>
            <a:bodyPr spcFirstLastPara="1" wrap="square" lIns="121900" tIns="121900" rIns="121900" bIns="121900" anchor="ctr" anchorCtr="0">
              <a:noAutofit/>
            </a:bodyPr>
            <a:lstStyle/>
            <a:p>
              <a:endParaRPr sz="2400"/>
            </a:p>
          </p:txBody>
        </p:sp>
        <p:sp>
          <p:nvSpPr>
            <p:cNvPr id="625" name="Google Shape;6750;p79">
              <a:extLst>
                <a:ext uri="{FF2B5EF4-FFF2-40B4-BE49-F238E27FC236}">
                  <a16:creationId xmlns:a16="http://schemas.microsoft.com/office/drawing/2014/main" id="{4FC7CD96-042C-A547-70EA-E6931EAB7293}"/>
                </a:ext>
              </a:extLst>
            </p:cNvPr>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grpFill/>
            <a:ln>
              <a:noFill/>
            </a:ln>
          </p:spPr>
          <p:txBody>
            <a:bodyPr spcFirstLastPara="1" wrap="square" lIns="121900" tIns="121900" rIns="121900" bIns="121900" anchor="ctr" anchorCtr="0">
              <a:noAutofit/>
            </a:bodyPr>
            <a:lstStyle/>
            <a:p>
              <a:endParaRPr sz="2400"/>
            </a:p>
          </p:txBody>
        </p:sp>
        <p:sp>
          <p:nvSpPr>
            <p:cNvPr id="626" name="Google Shape;6751;p79">
              <a:extLst>
                <a:ext uri="{FF2B5EF4-FFF2-40B4-BE49-F238E27FC236}">
                  <a16:creationId xmlns:a16="http://schemas.microsoft.com/office/drawing/2014/main" id="{ECCF7801-AB67-CB00-5EE6-86A34EC7CA35}"/>
                </a:ext>
              </a:extLst>
            </p:cNvPr>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627" name="Google Shape;5745;p77">
            <a:extLst>
              <a:ext uri="{FF2B5EF4-FFF2-40B4-BE49-F238E27FC236}">
                <a16:creationId xmlns:a16="http://schemas.microsoft.com/office/drawing/2014/main" id="{60BE12A5-63D8-CFF4-0710-26C1D8C93C78}"/>
              </a:ext>
            </a:extLst>
          </p:cNvPr>
          <p:cNvGrpSpPr/>
          <p:nvPr/>
        </p:nvGrpSpPr>
        <p:grpSpPr>
          <a:xfrm>
            <a:off x="11073005" y="1725129"/>
            <a:ext cx="494505" cy="450340"/>
            <a:chOff x="-40378075" y="3267450"/>
            <a:chExt cx="317425" cy="289075"/>
          </a:xfrm>
          <a:solidFill>
            <a:srgbClr val="BB3023"/>
          </a:solidFill>
        </p:grpSpPr>
        <p:sp>
          <p:nvSpPr>
            <p:cNvPr id="628" name="Google Shape;5746;p77">
              <a:extLst>
                <a:ext uri="{FF2B5EF4-FFF2-40B4-BE49-F238E27FC236}">
                  <a16:creationId xmlns:a16="http://schemas.microsoft.com/office/drawing/2014/main" id="{15CC0B12-EDD7-FEFA-017B-693301D11302}"/>
                </a:ext>
              </a:extLst>
            </p:cNvPr>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grpFill/>
            <a:ln>
              <a:noFill/>
            </a:ln>
          </p:spPr>
          <p:txBody>
            <a:bodyPr spcFirstLastPara="1" wrap="square" lIns="121900" tIns="121900" rIns="121900" bIns="121900" anchor="ctr" anchorCtr="0">
              <a:noAutofit/>
            </a:bodyPr>
            <a:lstStyle/>
            <a:p>
              <a:endParaRPr sz="2400"/>
            </a:p>
          </p:txBody>
        </p:sp>
        <p:sp>
          <p:nvSpPr>
            <p:cNvPr id="629" name="Google Shape;5747;p77">
              <a:extLst>
                <a:ext uri="{FF2B5EF4-FFF2-40B4-BE49-F238E27FC236}">
                  <a16:creationId xmlns:a16="http://schemas.microsoft.com/office/drawing/2014/main" id="{6E19D6B0-EF44-0A72-8E71-DAC788C367D0}"/>
                </a:ext>
              </a:extLst>
            </p:cNvPr>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grpFill/>
            <a:ln>
              <a:noFill/>
            </a:ln>
          </p:spPr>
          <p:txBody>
            <a:bodyPr spcFirstLastPara="1" wrap="square" lIns="121900" tIns="121900" rIns="121900" bIns="121900" anchor="ctr" anchorCtr="0">
              <a:noAutofit/>
            </a:bodyPr>
            <a:lstStyle/>
            <a:p>
              <a:endParaRPr sz="2400"/>
            </a:p>
          </p:txBody>
        </p:sp>
        <p:sp>
          <p:nvSpPr>
            <p:cNvPr id="630" name="Google Shape;5748;p77">
              <a:extLst>
                <a:ext uri="{FF2B5EF4-FFF2-40B4-BE49-F238E27FC236}">
                  <a16:creationId xmlns:a16="http://schemas.microsoft.com/office/drawing/2014/main" id="{F88F41FA-FAF6-6543-A504-53C1F89499E6}"/>
                </a:ext>
              </a:extLst>
            </p:cNvPr>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grpFill/>
            <a:ln>
              <a:noFill/>
            </a:ln>
          </p:spPr>
          <p:txBody>
            <a:bodyPr spcFirstLastPara="1" wrap="square" lIns="121900" tIns="121900" rIns="121900" bIns="121900" anchor="ctr" anchorCtr="0">
              <a:noAutofit/>
            </a:bodyPr>
            <a:lstStyle/>
            <a:p>
              <a:endParaRPr sz="2400"/>
            </a:p>
          </p:txBody>
        </p:sp>
        <p:sp>
          <p:nvSpPr>
            <p:cNvPr id="631" name="Google Shape;5749;p77">
              <a:extLst>
                <a:ext uri="{FF2B5EF4-FFF2-40B4-BE49-F238E27FC236}">
                  <a16:creationId xmlns:a16="http://schemas.microsoft.com/office/drawing/2014/main" id="{01250048-3926-2CCB-0D85-F0E392BEEF40}"/>
                </a:ext>
              </a:extLst>
            </p:cNvPr>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grpFill/>
            <a:ln>
              <a:noFill/>
            </a:ln>
          </p:spPr>
          <p:txBody>
            <a:bodyPr spcFirstLastPara="1" wrap="square" lIns="121900" tIns="121900" rIns="121900" bIns="121900" anchor="ctr" anchorCtr="0">
              <a:noAutofit/>
            </a:bodyPr>
            <a:lstStyle/>
            <a:p>
              <a:endParaRPr sz="2400"/>
            </a:p>
          </p:txBody>
        </p:sp>
      </p:grpSp>
      <p:sp>
        <p:nvSpPr>
          <p:cNvPr id="27" name="文本框 26">
            <a:extLst>
              <a:ext uri="{FF2B5EF4-FFF2-40B4-BE49-F238E27FC236}">
                <a16:creationId xmlns:a16="http://schemas.microsoft.com/office/drawing/2014/main" id="{F929BD89-0D13-F475-4465-2336B710E2A3}"/>
              </a:ext>
            </a:extLst>
          </p:cNvPr>
          <p:cNvSpPr txBox="1"/>
          <p:nvPr/>
        </p:nvSpPr>
        <p:spPr>
          <a:xfrm>
            <a:off x="483258" y="4869160"/>
            <a:ext cx="2005643" cy="307777"/>
          </a:xfrm>
          <a:prstGeom prst="rect">
            <a:avLst/>
          </a:prstGeom>
          <a:noFill/>
        </p:spPr>
        <p:txBody>
          <a:bodyPr wrap="square">
            <a:spAutoFit/>
          </a:bodyPr>
          <a:lstStyle/>
          <a:p>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-6</a:t>
            </a:r>
            <a:endParaRPr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633" name="直线连接符 632">
            <a:extLst>
              <a:ext uri="{FF2B5EF4-FFF2-40B4-BE49-F238E27FC236}">
                <a16:creationId xmlns:a16="http://schemas.microsoft.com/office/drawing/2014/main" id="{31F55D53-2935-3729-D77F-3E4C5E314172}"/>
              </a:ext>
            </a:extLst>
          </p:cNvPr>
          <p:cNvCxnSpPr/>
          <p:nvPr/>
        </p:nvCxnSpPr>
        <p:spPr>
          <a:xfrm>
            <a:off x="2775284" y="2999874"/>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34" name="文本框 633">
            <a:extLst>
              <a:ext uri="{FF2B5EF4-FFF2-40B4-BE49-F238E27FC236}">
                <a16:creationId xmlns:a16="http://schemas.microsoft.com/office/drawing/2014/main" id="{6F67C54D-A85F-6716-FC79-4FEEC1F84AC3}"/>
              </a:ext>
            </a:extLst>
          </p:cNvPr>
          <p:cNvSpPr txBox="1"/>
          <p:nvPr/>
        </p:nvSpPr>
        <p:spPr>
          <a:xfrm>
            <a:off x="2911823" y="3221179"/>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35" name="文本框 634">
            <a:extLst>
              <a:ext uri="{FF2B5EF4-FFF2-40B4-BE49-F238E27FC236}">
                <a16:creationId xmlns:a16="http://schemas.microsoft.com/office/drawing/2014/main" id="{37E15FE6-3474-D9D1-4324-7BB539DEB86C}"/>
              </a:ext>
            </a:extLst>
          </p:cNvPr>
          <p:cNvSpPr txBox="1"/>
          <p:nvPr/>
        </p:nvSpPr>
        <p:spPr>
          <a:xfrm>
            <a:off x="2904477" y="3519116"/>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36" name="文本框 635">
            <a:extLst>
              <a:ext uri="{FF2B5EF4-FFF2-40B4-BE49-F238E27FC236}">
                <a16:creationId xmlns:a16="http://schemas.microsoft.com/office/drawing/2014/main" id="{739C3DB1-98CC-FF91-E6F3-12A9A36B558D}"/>
              </a:ext>
            </a:extLst>
          </p:cNvPr>
          <p:cNvSpPr txBox="1"/>
          <p:nvPr/>
        </p:nvSpPr>
        <p:spPr>
          <a:xfrm>
            <a:off x="3935760" y="3540932"/>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38" name="矩形 637">
            <a:extLst>
              <a:ext uri="{FF2B5EF4-FFF2-40B4-BE49-F238E27FC236}">
                <a16:creationId xmlns:a16="http://schemas.microsoft.com/office/drawing/2014/main" id="{0CF15091-3AD3-673C-D8FC-AAF8B30A4B32}"/>
              </a:ext>
            </a:extLst>
          </p:cNvPr>
          <p:cNvSpPr/>
          <p:nvPr/>
        </p:nvSpPr>
        <p:spPr>
          <a:xfrm>
            <a:off x="5325980" y="3352800"/>
            <a:ext cx="1957136" cy="25667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1" name="圆角矩形 640">
            <a:extLst>
              <a:ext uri="{FF2B5EF4-FFF2-40B4-BE49-F238E27FC236}">
                <a16:creationId xmlns:a16="http://schemas.microsoft.com/office/drawing/2014/main" id="{CC7E8736-DD89-4071-CC27-4FD62A779C0A}"/>
              </a:ext>
            </a:extLst>
          </p:cNvPr>
          <p:cNvSpPr/>
          <p:nvPr/>
        </p:nvSpPr>
        <p:spPr>
          <a:xfrm>
            <a:off x="10303968" y="3277144"/>
            <a:ext cx="1246348" cy="476708"/>
          </a:xfrm>
          <a:prstGeom prst="roundRect">
            <a:avLst>
              <a:gd name="adj"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5" name="文本框 644">
            <a:extLst>
              <a:ext uri="{FF2B5EF4-FFF2-40B4-BE49-F238E27FC236}">
                <a16:creationId xmlns:a16="http://schemas.microsoft.com/office/drawing/2014/main" id="{24923EF4-017C-31AB-9DB4-DEAB44F8D9D9}"/>
              </a:ext>
            </a:extLst>
          </p:cNvPr>
          <p:cNvSpPr txBox="1"/>
          <p:nvPr/>
        </p:nvSpPr>
        <p:spPr>
          <a:xfrm>
            <a:off x="8865477" y="3352800"/>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46" name="文本框 645">
            <a:extLst>
              <a:ext uri="{FF2B5EF4-FFF2-40B4-BE49-F238E27FC236}">
                <a16:creationId xmlns:a16="http://schemas.microsoft.com/office/drawing/2014/main" id="{374B3B1F-5FD0-13C2-955C-5C6B5296C434}"/>
              </a:ext>
            </a:extLst>
          </p:cNvPr>
          <p:cNvSpPr txBox="1"/>
          <p:nvPr/>
        </p:nvSpPr>
        <p:spPr>
          <a:xfrm>
            <a:off x="10480649" y="3276782"/>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47" name="文本框 646">
            <a:extLst>
              <a:ext uri="{FF2B5EF4-FFF2-40B4-BE49-F238E27FC236}">
                <a16:creationId xmlns:a16="http://schemas.microsoft.com/office/drawing/2014/main" id="{CFDE2E25-DBD5-C8DF-1AE8-221E00164446}"/>
              </a:ext>
            </a:extLst>
          </p:cNvPr>
          <p:cNvSpPr txBox="1"/>
          <p:nvPr/>
        </p:nvSpPr>
        <p:spPr>
          <a:xfrm>
            <a:off x="7360787" y="3320716"/>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100%</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cxnSp>
        <p:nvCxnSpPr>
          <p:cNvPr id="657" name="直线连接符 656">
            <a:extLst>
              <a:ext uri="{FF2B5EF4-FFF2-40B4-BE49-F238E27FC236}">
                <a16:creationId xmlns:a16="http://schemas.microsoft.com/office/drawing/2014/main" id="{596E42EC-961E-4E47-0DD1-E3B3414CE785}"/>
              </a:ext>
            </a:extLst>
          </p:cNvPr>
          <p:cNvCxnSpPr/>
          <p:nvPr/>
        </p:nvCxnSpPr>
        <p:spPr>
          <a:xfrm>
            <a:off x="2775284" y="3940896"/>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58" name="文本框 657">
            <a:extLst>
              <a:ext uri="{FF2B5EF4-FFF2-40B4-BE49-F238E27FC236}">
                <a16:creationId xmlns:a16="http://schemas.microsoft.com/office/drawing/2014/main" id="{3DC4BC9F-A835-F78B-8698-02F4F8E5EF6A}"/>
              </a:ext>
            </a:extLst>
          </p:cNvPr>
          <p:cNvSpPr txBox="1"/>
          <p:nvPr/>
        </p:nvSpPr>
        <p:spPr>
          <a:xfrm>
            <a:off x="2911823" y="4162201"/>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59" name="文本框 658">
            <a:extLst>
              <a:ext uri="{FF2B5EF4-FFF2-40B4-BE49-F238E27FC236}">
                <a16:creationId xmlns:a16="http://schemas.microsoft.com/office/drawing/2014/main" id="{7A99C4F8-F519-D774-6958-B6EC84B5BEB7}"/>
              </a:ext>
            </a:extLst>
          </p:cNvPr>
          <p:cNvSpPr txBox="1"/>
          <p:nvPr/>
        </p:nvSpPr>
        <p:spPr>
          <a:xfrm>
            <a:off x="2904477" y="4460138"/>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60" name="文本框 659">
            <a:extLst>
              <a:ext uri="{FF2B5EF4-FFF2-40B4-BE49-F238E27FC236}">
                <a16:creationId xmlns:a16="http://schemas.microsoft.com/office/drawing/2014/main" id="{1C8D70A1-866B-3D70-2220-06ADE9EFFD7B}"/>
              </a:ext>
            </a:extLst>
          </p:cNvPr>
          <p:cNvSpPr txBox="1"/>
          <p:nvPr/>
        </p:nvSpPr>
        <p:spPr>
          <a:xfrm>
            <a:off x="3935760" y="4481954"/>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61" name="矩形 660">
            <a:extLst>
              <a:ext uri="{FF2B5EF4-FFF2-40B4-BE49-F238E27FC236}">
                <a16:creationId xmlns:a16="http://schemas.microsoft.com/office/drawing/2014/main" id="{E7FDB671-7C65-573E-C070-B9D2B6CFEA37}"/>
              </a:ext>
            </a:extLst>
          </p:cNvPr>
          <p:cNvSpPr/>
          <p:nvPr/>
        </p:nvSpPr>
        <p:spPr>
          <a:xfrm>
            <a:off x="5325980" y="4299284"/>
            <a:ext cx="1219199" cy="2512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2" name="圆角矩形 661">
            <a:extLst>
              <a:ext uri="{FF2B5EF4-FFF2-40B4-BE49-F238E27FC236}">
                <a16:creationId xmlns:a16="http://schemas.microsoft.com/office/drawing/2014/main" id="{2351BAD0-8669-53CD-AB5D-292CC0C11BAD}"/>
              </a:ext>
            </a:extLst>
          </p:cNvPr>
          <p:cNvSpPr/>
          <p:nvPr/>
        </p:nvSpPr>
        <p:spPr>
          <a:xfrm>
            <a:off x="10303968" y="4218166"/>
            <a:ext cx="1246348" cy="476708"/>
          </a:xfrm>
          <a:prstGeom prst="roundRect">
            <a:avLst>
              <a:gd name="adj"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3" name="文本框 662">
            <a:extLst>
              <a:ext uri="{FF2B5EF4-FFF2-40B4-BE49-F238E27FC236}">
                <a16:creationId xmlns:a16="http://schemas.microsoft.com/office/drawing/2014/main" id="{71B31E46-0D69-FA2C-8079-4D7C6BB096C3}"/>
              </a:ext>
            </a:extLst>
          </p:cNvPr>
          <p:cNvSpPr txBox="1"/>
          <p:nvPr/>
        </p:nvSpPr>
        <p:spPr>
          <a:xfrm>
            <a:off x="8865477" y="4293822"/>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64" name="文本框 663">
            <a:extLst>
              <a:ext uri="{FF2B5EF4-FFF2-40B4-BE49-F238E27FC236}">
                <a16:creationId xmlns:a16="http://schemas.microsoft.com/office/drawing/2014/main" id="{3E351A37-7EDE-2B00-DBA0-772CDDEFDBCC}"/>
              </a:ext>
            </a:extLst>
          </p:cNvPr>
          <p:cNvSpPr txBox="1"/>
          <p:nvPr/>
        </p:nvSpPr>
        <p:spPr>
          <a:xfrm>
            <a:off x="10480649" y="4217804"/>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65" name="文本框 664">
            <a:extLst>
              <a:ext uri="{FF2B5EF4-FFF2-40B4-BE49-F238E27FC236}">
                <a16:creationId xmlns:a16="http://schemas.microsoft.com/office/drawing/2014/main" id="{1604106C-7A69-747E-4CD0-C2DF07D486A1}"/>
              </a:ext>
            </a:extLst>
          </p:cNvPr>
          <p:cNvSpPr txBox="1"/>
          <p:nvPr/>
        </p:nvSpPr>
        <p:spPr>
          <a:xfrm>
            <a:off x="7360787" y="4261738"/>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76%</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cxnSp>
        <p:nvCxnSpPr>
          <p:cNvPr id="667" name="直线连接符 666">
            <a:extLst>
              <a:ext uri="{FF2B5EF4-FFF2-40B4-BE49-F238E27FC236}">
                <a16:creationId xmlns:a16="http://schemas.microsoft.com/office/drawing/2014/main" id="{32824521-2049-4D85-8280-0678878B2E99}"/>
              </a:ext>
            </a:extLst>
          </p:cNvPr>
          <p:cNvCxnSpPr/>
          <p:nvPr/>
        </p:nvCxnSpPr>
        <p:spPr>
          <a:xfrm>
            <a:off x="2775284" y="4876638"/>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68" name="文本框 667">
            <a:extLst>
              <a:ext uri="{FF2B5EF4-FFF2-40B4-BE49-F238E27FC236}">
                <a16:creationId xmlns:a16="http://schemas.microsoft.com/office/drawing/2014/main" id="{2899A734-B3CB-AE00-0662-3572EF739DCC}"/>
              </a:ext>
            </a:extLst>
          </p:cNvPr>
          <p:cNvSpPr txBox="1"/>
          <p:nvPr/>
        </p:nvSpPr>
        <p:spPr>
          <a:xfrm>
            <a:off x="2911823" y="5097943"/>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69" name="文本框 668">
            <a:extLst>
              <a:ext uri="{FF2B5EF4-FFF2-40B4-BE49-F238E27FC236}">
                <a16:creationId xmlns:a16="http://schemas.microsoft.com/office/drawing/2014/main" id="{2D164F74-1685-8BED-335A-6AA1EA240699}"/>
              </a:ext>
            </a:extLst>
          </p:cNvPr>
          <p:cNvSpPr txBox="1"/>
          <p:nvPr/>
        </p:nvSpPr>
        <p:spPr>
          <a:xfrm>
            <a:off x="2904477" y="5395880"/>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70" name="文本框 669">
            <a:extLst>
              <a:ext uri="{FF2B5EF4-FFF2-40B4-BE49-F238E27FC236}">
                <a16:creationId xmlns:a16="http://schemas.microsoft.com/office/drawing/2014/main" id="{5174E629-7876-9678-EA18-2A8EED20B3A8}"/>
              </a:ext>
            </a:extLst>
          </p:cNvPr>
          <p:cNvSpPr txBox="1"/>
          <p:nvPr/>
        </p:nvSpPr>
        <p:spPr>
          <a:xfrm>
            <a:off x="3935760" y="5417696"/>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71" name="矩形 670">
            <a:extLst>
              <a:ext uri="{FF2B5EF4-FFF2-40B4-BE49-F238E27FC236}">
                <a16:creationId xmlns:a16="http://schemas.microsoft.com/office/drawing/2014/main" id="{A7A06C7F-758D-1F23-BDB4-4394C578FDF6}"/>
              </a:ext>
            </a:extLst>
          </p:cNvPr>
          <p:cNvSpPr/>
          <p:nvPr/>
        </p:nvSpPr>
        <p:spPr>
          <a:xfrm>
            <a:off x="5325980" y="5245768"/>
            <a:ext cx="1395662" cy="24046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2" name="圆角矩形 671">
            <a:extLst>
              <a:ext uri="{FF2B5EF4-FFF2-40B4-BE49-F238E27FC236}">
                <a16:creationId xmlns:a16="http://schemas.microsoft.com/office/drawing/2014/main" id="{3EA6F89F-2F31-EA21-557D-BAF4ADE2B374}"/>
              </a:ext>
            </a:extLst>
          </p:cNvPr>
          <p:cNvSpPr/>
          <p:nvPr/>
        </p:nvSpPr>
        <p:spPr>
          <a:xfrm>
            <a:off x="10303968" y="5153908"/>
            <a:ext cx="1246348" cy="476708"/>
          </a:xfrm>
          <a:prstGeom prst="roundRect">
            <a:avLst>
              <a:gd name="adj"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3" name="文本框 672">
            <a:extLst>
              <a:ext uri="{FF2B5EF4-FFF2-40B4-BE49-F238E27FC236}">
                <a16:creationId xmlns:a16="http://schemas.microsoft.com/office/drawing/2014/main" id="{34133E14-33CD-7F11-FC16-86CBEC1BA892}"/>
              </a:ext>
            </a:extLst>
          </p:cNvPr>
          <p:cNvSpPr txBox="1"/>
          <p:nvPr/>
        </p:nvSpPr>
        <p:spPr>
          <a:xfrm>
            <a:off x="8865477" y="5229564"/>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74" name="文本框 673">
            <a:extLst>
              <a:ext uri="{FF2B5EF4-FFF2-40B4-BE49-F238E27FC236}">
                <a16:creationId xmlns:a16="http://schemas.microsoft.com/office/drawing/2014/main" id="{0959F3EC-93D8-F447-3285-F467FC212546}"/>
              </a:ext>
            </a:extLst>
          </p:cNvPr>
          <p:cNvSpPr txBox="1"/>
          <p:nvPr/>
        </p:nvSpPr>
        <p:spPr>
          <a:xfrm>
            <a:off x="10480649" y="5153546"/>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75" name="文本框 674">
            <a:extLst>
              <a:ext uri="{FF2B5EF4-FFF2-40B4-BE49-F238E27FC236}">
                <a16:creationId xmlns:a16="http://schemas.microsoft.com/office/drawing/2014/main" id="{76CD102F-38B9-4D34-5344-02ABE9A934E8}"/>
              </a:ext>
            </a:extLst>
          </p:cNvPr>
          <p:cNvSpPr txBox="1"/>
          <p:nvPr/>
        </p:nvSpPr>
        <p:spPr>
          <a:xfrm>
            <a:off x="7360787" y="5197480"/>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80%</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cxnSp>
        <p:nvCxnSpPr>
          <p:cNvPr id="676" name="直线连接符 675">
            <a:extLst>
              <a:ext uri="{FF2B5EF4-FFF2-40B4-BE49-F238E27FC236}">
                <a16:creationId xmlns:a16="http://schemas.microsoft.com/office/drawing/2014/main" id="{5C20F07B-9BF3-DC79-4CF8-6571FE633154}"/>
              </a:ext>
            </a:extLst>
          </p:cNvPr>
          <p:cNvCxnSpPr/>
          <p:nvPr/>
        </p:nvCxnSpPr>
        <p:spPr>
          <a:xfrm>
            <a:off x="2775284" y="5812742"/>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77" name="文本框 676">
            <a:extLst>
              <a:ext uri="{FF2B5EF4-FFF2-40B4-BE49-F238E27FC236}">
                <a16:creationId xmlns:a16="http://schemas.microsoft.com/office/drawing/2014/main" id="{CFD470C4-56C2-2FD2-F06E-571D19F8426D}"/>
              </a:ext>
            </a:extLst>
          </p:cNvPr>
          <p:cNvSpPr txBox="1"/>
          <p:nvPr/>
        </p:nvSpPr>
        <p:spPr>
          <a:xfrm>
            <a:off x="2911823" y="6034047"/>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78" name="文本框 677">
            <a:extLst>
              <a:ext uri="{FF2B5EF4-FFF2-40B4-BE49-F238E27FC236}">
                <a16:creationId xmlns:a16="http://schemas.microsoft.com/office/drawing/2014/main" id="{39115BE6-BF27-55D9-1B91-849075E571BD}"/>
              </a:ext>
            </a:extLst>
          </p:cNvPr>
          <p:cNvSpPr txBox="1"/>
          <p:nvPr/>
        </p:nvSpPr>
        <p:spPr>
          <a:xfrm>
            <a:off x="2904477" y="6331984"/>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79" name="文本框 678">
            <a:extLst>
              <a:ext uri="{FF2B5EF4-FFF2-40B4-BE49-F238E27FC236}">
                <a16:creationId xmlns:a16="http://schemas.microsoft.com/office/drawing/2014/main" id="{05313C55-D6D3-C064-40A4-20D524CC5347}"/>
              </a:ext>
            </a:extLst>
          </p:cNvPr>
          <p:cNvSpPr txBox="1"/>
          <p:nvPr/>
        </p:nvSpPr>
        <p:spPr>
          <a:xfrm>
            <a:off x="3935760" y="6353800"/>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80" name="矩形 679">
            <a:extLst>
              <a:ext uri="{FF2B5EF4-FFF2-40B4-BE49-F238E27FC236}">
                <a16:creationId xmlns:a16="http://schemas.microsoft.com/office/drawing/2014/main" id="{E531FD2E-4DAC-0AA4-3598-6D51A87E1B9C}"/>
              </a:ext>
            </a:extLst>
          </p:cNvPr>
          <p:cNvSpPr/>
          <p:nvPr/>
        </p:nvSpPr>
        <p:spPr>
          <a:xfrm>
            <a:off x="5325980" y="6176211"/>
            <a:ext cx="1572125" cy="2461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1" name="圆角矩形 680">
            <a:extLst>
              <a:ext uri="{FF2B5EF4-FFF2-40B4-BE49-F238E27FC236}">
                <a16:creationId xmlns:a16="http://schemas.microsoft.com/office/drawing/2014/main" id="{3E3238D4-984E-514A-DBB5-BA5FB13C54E2}"/>
              </a:ext>
            </a:extLst>
          </p:cNvPr>
          <p:cNvSpPr/>
          <p:nvPr/>
        </p:nvSpPr>
        <p:spPr>
          <a:xfrm>
            <a:off x="10303968" y="6090012"/>
            <a:ext cx="1246348" cy="476708"/>
          </a:xfrm>
          <a:prstGeom prst="roundRect">
            <a:avLst>
              <a:gd name="adj" fmla="val 5000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2" name="文本框 681">
            <a:extLst>
              <a:ext uri="{FF2B5EF4-FFF2-40B4-BE49-F238E27FC236}">
                <a16:creationId xmlns:a16="http://schemas.microsoft.com/office/drawing/2014/main" id="{81CD4DC4-9383-EDE3-E6EA-5575D96337A7}"/>
              </a:ext>
            </a:extLst>
          </p:cNvPr>
          <p:cNvSpPr txBox="1"/>
          <p:nvPr/>
        </p:nvSpPr>
        <p:spPr>
          <a:xfrm>
            <a:off x="8865477" y="6165668"/>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83" name="文本框 682">
            <a:extLst>
              <a:ext uri="{FF2B5EF4-FFF2-40B4-BE49-F238E27FC236}">
                <a16:creationId xmlns:a16="http://schemas.microsoft.com/office/drawing/2014/main" id="{AE2313B3-6CF8-3215-1652-7D3CDD3AEC1D}"/>
              </a:ext>
            </a:extLst>
          </p:cNvPr>
          <p:cNvSpPr txBox="1"/>
          <p:nvPr/>
        </p:nvSpPr>
        <p:spPr>
          <a:xfrm>
            <a:off x="10480649" y="6089650"/>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84" name="文本框 683">
            <a:extLst>
              <a:ext uri="{FF2B5EF4-FFF2-40B4-BE49-F238E27FC236}">
                <a16:creationId xmlns:a16="http://schemas.microsoft.com/office/drawing/2014/main" id="{964527B7-41AA-3790-0BF7-5CAE5A6F118D}"/>
              </a:ext>
            </a:extLst>
          </p:cNvPr>
          <p:cNvSpPr txBox="1"/>
          <p:nvPr/>
        </p:nvSpPr>
        <p:spPr>
          <a:xfrm>
            <a:off x="7360787" y="6133584"/>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88%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85" name="文本框 684">
            <a:extLst>
              <a:ext uri="{FF2B5EF4-FFF2-40B4-BE49-F238E27FC236}">
                <a16:creationId xmlns:a16="http://schemas.microsoft.com/office/drawing/2014/main" id="{1A12D394-27CA-DF0C-A166-B237D02EBB73}"/>
              </a:ext>
            </a:extLst>
          </p:cNvPr>
          <p:cNvSpPr txBox="1"/>
          <p:nvPr/>
        </p:nvSpPr>
        <p:spPr>
          <a:xfrm>
            <a:off x="2927648" y="2636912"/>
            <a:ext cx="1370119" cy="338554"/>
          </a:xfrm>
          <a:prstGeom prst="rect">
            <a:avLst/>
          </a:prstGeom>
          <a:noFill/>
        </p:spPr>
        <p:txBody>
          <a:bodyPr wrap="square" rtlCol="0">
            <a:spAutoFit/>
          </a:bodyPr>
          <a:lstStyle/>
          <a:p>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Write Here</a:t>
            </a:r>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86" name="文本框 685">
            <a:extLst>
              <a:ext uri="{FF2B5EF4-FFF2-40B4-BE49-F238E27FC236}">
                <a16:creationId xmlns:a16="http://schemas.microsoft.com/office/drawing/2014/main" id="{A5500877-B243-153F-3AEE-CD63EE485440}"/>
              </a:ext>
            </a:extLst>
          </p:cNvPr>
          <p:cNvSpPr txBox="1"/>
          <p:nvPr/>
        </p:nvSpPr>
        <p:spPr>
          <a:xfrm>
            <a:off x="4071226" y="2690812"/>
            <a:ext cx="969095" cy="276999"/>
          </a:xfrm>
          <a:prstGeom prst="rect">
            <a:avLst/>
          </a:prstGeom>
          <a:noFill/>
        </p:spPr>
        <p:txBody>
          <a:bodyPr wrap="square">
            <a:spAutoFit/>
          </a:bodyPr>
          <a:lstStyle/>
          <a:p>
            <a:r>
              <a:rPr kumimoji="1" lang="en" altLang="zh-CN" sz="1200" b="1" dirty="0">
                <a:solidFill>
                  <a:srgbClr val="BB3023"/>
                </a:solidFill>
                <a:latin typeface="Alibaba PuHuiTi" pitchFamily="18" charset="-122"/>
                <a:ea typeface="Alibaba PuHuiTi" pitchFamily="18" charset="-122"/>
                <a:cs typeface="Alibaba PuHuiTi" pitchFamily="18" charset="-122"/>
              </a:rPr>
              <a:t>main title</a:t>
            </a:r>
            <a:endParaRPr lang="zh-CN" altLang="en-US" sz="1200" b="1" dirty="0">
              <a:solidFill>
                <a:srgbClr val="BB3023"/>
              </a:solidFill>
              <a:latin typeface="Alibaba PuHuiTi" pitchFamily="18" charset="-122"/>
              <a:ea typeface="Alibaba PuHuiTi" pitchFamily="18" charset="-122"/>
              <a:cs typeface="Alibaba PuHuiTi" pitchFamily="18" charset="-122"/>
            </a:endParaRPr>
          </a:p>
        </p:txBody>
      </p:sp>
      <p:sp>
        <p:nvSpPr>
          <p:cNvPr id="3" name="矩形 2">
            <a:extLst>
              <a:ext uri="{FF2B5EF4-FFF2-40B4-BE49-F238E27FC236}">
                <a16:creationId xmlns:a16="http://schemas.microsoft.com/office/drawing/2014/main" id="{6900BA53-1668-A438-6EAA-10A8AE53F704}"/>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A6164ECF-84D6-56DA-1868-7D9EDB4CE318}"/>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A66A2684-6D86-561F-E3AF-84138B1CADD8}"/>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99412793-B6AC-1973-7C19-52EF49F0AF00}"/>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79E6865D-28A4-6F6D-622B-C0D470760DF1}"/>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37408348-7D36-CE0C-01FF-116E4A89255F}"/>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29FBC841-432F-7FE9-C621-D0F8D974C913}"/>
              </a:ext>
            </a:extLst>
          </p:cNvPr>
          <p:cNvGrpSpPr/>
          <p:nvPr/>
        </p:nvGrpSpPr>
        <p:grpSpPr>
          <a:xfrm>
            <a:off x="2259126" y="287981"/>
            <a:ext cx="356205" cy="355288"/>
            <a:chOff x="2323294" y="287981"/>
            <a:chExt cx="356205" cy="355288"/>
          </a:xfrm>
        </p:grpSpPr>
        <p:sp>
          <p:nvSpPr>
            <p:cNvPr id="17" name="Google Shape;7166;p80">
              <a:extLst>
                <a:ext uri="{FF2B5EF4-FFF2-40B4-BE49-F238E27FC236}">
                  <a16:creationId xmlns:a16="http://schemas.microsoft.com/office/drawing/2014/main" id="{AE1E96B8-6053-F05B-1E0A-39FFA79A94F6}"/>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167;p80">
              <a:extLst>
                <a:ext uri="{FF2B5EF4-FFF2-40B4-BE49-F238E27FC236}">
                  <a16:creationId xmlns:a16="http://schemas.microsoft.com/office/drawing/2014/main" id="{9C2CAFB4-C662-2318-E9AE-C9C7A8E76B6A}"/>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168;p80">
              <a:extLst>
                <a:ext uri="{FF2B5EF4-FFF2-40B4-BE49-F238E27FC236}">
                  <a16:creationId xmlns:a16="http://schemas.microsoft.com/office/drawing/2014/main" id="{022AC579-E546-6AED-6195-53DC1FD1D690}"/>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9;p80">
              <a:extLst>
                <a:ext uri="{FF2B5EF4-FFF2-40B4-BE49-F238E27FC236}">
                  <a16:creationId xmlns:a16="http://schemas.microsoft.com/office/drawing/2014/main" id="{FB1840E4-FF45-4D99-7F54-5B4F3C0452A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80160126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椭圆 9">
            <a:extLst>
              <a:ext uri="{FF2B5EF4-FFF2-40B4-BE49-F238E27FC236}">
                <a16:creationId xmlns:a16="http://schemas.microsoft.com/office/drawing/2014/main" id="{AB47FF77-D171-0237-CD32-F8C0732387ED}"/>
              </a:ext>
            </a:extLst>
          </p:cNvPr>
          <p:cNvSpPr/>
          <p:nvPr/>
        </p:nvSpPr>
        <p:spPr>
          <a:xfrm>
            <a:off x="4693950" y="2247027"/>
            <a:ext cx="2349401" cy="181555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椭圆 12">
            <a:extLst>
              <a:ext uri="{FF2B5EF4-FFF2-40B4-BE49-F238E27FC236}">
                <a16:creationId xmlns:a16="http://schemas.microsoft.com/office/drawing/2014/main" id="{6B919309-72BD-FC72-F975-514C0E16BA2A}"/>
              </a:ext>
            </a:extLst>
          </p:cNvPr>
          <p:cNvSpPr/>
          <p:nvPr/>
        </p:nvSpPr>
        <p:spPr>
          <a:xfrm>
            <a:off x="4693950" y="3640251"/>
            <a:ext cx="2349401" cy="188043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任意形状 13">
            <a:extLst>
              <a:ext uri="{FF2B5EF4-FFF2-40B4-BE49-F238E27FC236}">
                <a16:creationId xmlns:a16="http://schemas.microsoft.com/office/drawing/2014/main" id="{95607877-2638-8153-6C2F-DED50D0F28C7}"/>
              </a:ext>
            </a:extLst>
          </p:cNvPr>
          <p:cNvSpPr/>
          <p:nvPr/>
        </p:nvSpPr>
        <p:spPr>
          <a:xfrm>
            <a:off x="321276" y="2637440"/>
            <a:ext cx="2603156" cy="2240692"/>
          </a:xfrm>
          <a:custGeom>
            <a:avLst/>
            <a:gdLst>
              <a:gd name="connsiteX0" fmla="*/ 897924 w 2603156"/>
              <a:gd name="connsiteY0" fmla="*/ 642552 h 2240692"/>
              <a:gd name="connsiteX1" fmla="*/ 1037967 w 2603156"/>
              <a:gd name="connsiteY1" fmla="*/ 230660 h 2240692"/>
              <a:gd name="connsiteX2" fmla="*/ 1326292 w 2603156"/>
              <a:gd name="connsiteY2" fmla="*/ 617838 h 2240692"/>
              <a:gd name="connsiteX3" fmla="*/ 1762897 w 2603156"/>
              <a:gd name="connsiteY3" fmla="*/ 0 h 2240692"/>
              <a:gd name="connsiteX4" fmla="*/ 1696994 w 2603156"/>
              <a:gd name="connsiteY4" fmla="*/ 551936 h 2240692"/>
              <a:gd name="connsiteX5" fmla="*/ 2207740 w 2603156"/>
              <a:gd name="connsiteY5" fmla="*/ 461319 h 2240692"/>
              <a:gd name="connsiteX6" fmla="*/ 1993556 w 2603156"/>
              <a:gd name="connsiteY6" fmla="*/ 757881 h 2240692"/>
              <a:gd name="connsiteX7" fmla="*/ 2512540 w 2603156"/>
              <a:gd name="connsiteY7" fmla="*/ 848498 h 2240692"/>
              <a:gd name="connsiteX8" fmla="*/ 2092410 w 2603156"/>
              <a:gd name="connsiteY8" fmla="*/ 1079157 h 2240692"/>
              <a:gd name="connsiteX9" fmla="*/ 2603156 w 2603156"/>
              <a:gd name="connsiteY9" fmla="*/ 1367481 h 2240692"/>
              <a:gd name="connsiteX10" fmla="*/ 2018270 w 2603156"/>
              <a:gd name="connsiteY10" fmla="*/ 1334530 h 2240692"/>
              <a:gd name="connsiteX11" fmla="*/ 2191265 w 2603156"/>
              <a:gd name="connsiteY11" fmla="*/ 1886465 h 2240692"/>
              <a:gd name="connsiteX12" fmla="*/ 1705232 w 2603156"/>
              <a:gd name="connsiteY12" fmla="*/ 1491049 h 2240692"/>
              <a:gd name="connsiteX13" fmla="*/ 1606378 w 2603156"/>
              <a:gd name="connsiteY13" fmla="*/ 2026509 h 2240692"/>
              <a:gd name="connsiteX14" fmla="*/ 1285102 w 2603156"/>
              <a:gd name="connsiteY14" fmla="*/ 1540476 h 2240692"/>
              <a:gd name="connsiteX15" fmla="*/ 1070919 w 2603156"/>
              <a:gd name="connsiteY15" fmla="*/ 2240692 h 2240692"/>
              <a:gd name="connsiteX16" fmla="*/ 980302 w 2603156"/>
              <a:gd name="connsiteY16" fmla="*/ 1606379 h 2240692"/>
              <a:gd name="connsiteX17" fmla="*/ 551935 w 2603156"/>
              <a:gd name="connsiteY17" fmla="*/ 1812325 h 2240692"/>
              <a:gd name="connsiteX18" fmla="*/ 724929 w 2603156"/>
              <a:gd name="connsiteY18" fmla="*/ 1458098 h 2240692"/>
              <a:gd name="connsiteX19" fmla="*/ 8238 w 2603156"/>
              <a:gd name="connsiteY19" fmla="*/ 1507525 h 2240692"/>
              <a:gd name="connsiteX20" fmla="*/ 502508 w 2603156"/>
              <a:gd name="connsiteY20" fmla="*/ 1210963 h 2240692"/>
              <a:gd name="connsiteX21" fmla="*/ 0 w 2603156"/>
              <a:gd name="connsiteY21" fmla="*/ 848498 h 2240692"/>
              <a:gd name="connsiteX22" fmla="*/ 601362 w 2603156"/>
              <a:gd name="connsiteY22" fmla="*/ 799071 h 2240692"/>
              <a:gd name="connsiteX23" fmla="*/ 32951 w 2603156"/>
              <a:gd name="connsiteY23" fmla="*/ 197709 h 2240692"/>
              <a:gd name="connsiteX24" fmla="*/ 897924 w 2603156"/>
              <a:gd name="connsiteY24" fmla="*/ 642552 h 224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03156" h="2240692">
                <a:moveTo>
                  <a:pt x="897924" y="642552"/>
                </a:moveTo>
                <a:lnTo>
                  <a:pt x="1037967" y="230660"/>
                </a:lnTo>
                <a:lnTo>
                  <a:pt x="1326292" y="617838"/>
                </a:lnTo>
                <a:lnTo>
                  <a:pt x="1762897" y="0"/>
                </a:lnTo>
                <a:lnTo>
                  <a:pt x="1696994" y="551936"/>
                </a:lnTo>
                <a:lnTo>
                  <a:pt x="2207740" y="461319"/>
                </a:lnTo>
                <a:lnTo>
                  <a:pt x="1993556" y="757881"/>
                </a:lnTo>
                <a:lnTo>
                  <a:pt x="2512540" y="848498"/>
                </a:lnTo>
                <a:lnTo>
                  <a:pt x="2092410" y="1079157"/>
                </a:lnTo>
                <a:lnTo>
                  <a:pt x="2603156" y="1367481"/>
                </a:lnTo>
                <a:lnTo>
                  <a:pt x="2018270" y="1334530"/>
                </a:lnTo>
                <a:lnTo>
                  <a:pt x="2191265" y="1886465"/>
                </a:lnTo>
                <a:lnTo>
                  <a:pt x="1705232" y="1491049"/>
                </a:lnTo>
                <a:lnTo>
                  <a:pt x="1606378" y="2026509"/>
                </a:lnTo>
                <a:lnTo>
                  <a:pt x="1285102" y="1540476"/>
                </a:lnTo>
                <a:lnTo>
                  <a:pt x="1070919" y="2240692"/>
                </a:lnTo>
                <a:lnTo>
                  <a:pt x="980302" y="1606379"/>
                </a:lnTo>
                <a:lnTo>
                  <a:pt x="551935" y="1812325"/>
                </a:lnTo>
                <a:lnTo>
                  <a:pt x="724929" y="1458098"/>
                </a:lnTo>
                <a:lnTo>
                  <a:pt x="8238" y="1507525"/>
                </a:lnTo>
                <a:lnTo>
                  <a:pt x="502508" y="1210963"/>
                </a:lnTo>
                <a:lnTo>
                  <a:pt x="0" y="848498"/>
                </a:lnTo>
                <a:lnTo>
                  <a:pt x="601362" y="799071"/>
                </a:lnTo>
                <a:lnTo>
                  <a:pt x="32951" y="197709"/>
                </a:lnTo>
                <a:lnTo>
                  <a:pt x="897924" y="642552"/>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任意形状 14">
            <a:extLst>
              <a:ext uri="{FF2B5EF4-FFF2-40B4-BE49-F238E27FC236}">
                <a16:creationId xmlns:a16="http://schemas.microsoft.com/office/drawing/2014/main" id="{81E96BB6-D4D8-69D2-65B2-9BF49E010EEB}"/>
              </a:ext>
            </a:extLst>
          </p:cNvPr>
          <p:cNvSpPr/>
          <p:nvPr/>
        </p:nvSpPr>
        <p:spPr>
          <a:xfrm>
            <a:off x="8822724" y="2110219"/>
            <a:ext cx="3286898" cy="3196281"/>
          </a:xfrm>
          <a:custGeom>
            <a:avLst/>
            <a:gdLst>
              <a:gd name="connsiteX0" fmla="*/ 41190 w 3286898"/>
              <a:gd name="connsiteY0" fmla="*/ 345989 h 3196281"/>
              <a:gd name="connsiteX1" fmla="*/ 708454 w 3286898"/>
              <a:gd name="connsiteY1" fmla="*/ 1128584 h 3196281"/>
              <a:gd name="connsiteX2" fmla="*/ 0 w 3286898"/>
              <a:gd name="connsiteY2" fmla="*/ 1260389 h 3196281"/>
              <a:gd name="connsiteX3" fmla="*/ 560173 w 3286898"/>
              <a:gd name="connsiteY3" fmla="*/ 1738184 h 3196281"/>
              <a:gd name="connsiteX4" fmla="*/ 16476 w 3286898"/>
              <a:gd name="connsiteY4" fmla="*/ 2141838 h 3196281"/>
              <a:gd name="connsiteX5" fmla="*/ 889687 w 3286898"/>
              <a:gd name="connsiteY5" fmla="*/ 2059459 h 3196281"/>
              <a:gd name="connsiteX6" fmla="*/ 716692 w 3286898"/>
              <a:gd name="connsiteY6" fmla="*/ 2603157 h 3196281"/>
              <a:gd name="connsiteX7" fmla="*/ 1186249 w 3286898"/>
              <a:gd name="connsiteY7" fmla="*/ 2298357 h 3196281"/>
              <a:gd name="connsiteX8" fmla="*/ 1276865 w 3286898"/>
              <a:gd name="connsiteY8" fmla="*/ 3196281 h 3196281"/>
              <a:gd name="connsiteX9" fmla="*/ 1614617 w 3286898"/>
              <a:gd name="connsiteY9" fmla="*/ 2215978 h 3196281"/>
              <a:gd name="connsiteX10" fmla="*/ 2034746 w 3286898"/>
              <a:gd name="connsiteY10" fmla="*/ 2924432 h 3196281"/>
              <a:gd name="connsiteX11" fmla="*/ 2141838 w 3286898"/>
              <a:gd name="connsiteY11" fmla="*/ 2125362 h 3196281"/>
              <a:gd name="connsiteX12" fmla="*/ 2734962 w 3286898"/>
              <a:gd name="connsiteY12" fmla="*/ 2644346 h 3196281"/>
              <a:gd name="connsiteX13" fmla="*/ 2529017 w 3286898"/>
              <a:gd name="connsiteY13" fmla="*/ 1869989 h 3196281"/>
              <a:gd name="connsiteX14" fmla="*/ 3286898 w 3286898"/>
              <a:gd name="connsiteY14" fmla="*/ 1960605 h 3196281"/>
              <a:gd name="connsiteX15" fmla="*/ 2669060 w 3286898"/>
              <a:gd name="connsiteY15" fmla="*/ 1540475 h 3196281"/>
              <a:gd name="connsiteX16" fmla="*/ 3188044 w 3286898"/>
              <a:gd name="connsiteY16" fmla="*/ 1202724 h 3196281"/>
              <a:gd name="connsiteX17" fmla="*/ 2479590 w 3286898"/>
              <a:gd name="connsiteY17" fmla="*/ 1103870 h 3196281"/>
              <a:gd name="connsiteX18" fmla="*/ 2800865 w 3286898"/>
              <a:gd name="connsiteY18" fmla="*/ 691978 h 3196281"/>
              <a:gd name="connsiteX19" fmla="*/ 2117125 w 3286898"/>
              <a:gd name="connsiteY19" fmla="*/ 848497 h 3196281"/>
              <a:gd name="connsiteX20" fmla="*/ 2207741 w 3286898"/>
              <a:gd name="connsiteY20" fmla="*/ 0 h 3196281"/>
              <a:gd name="connsiteX21" fmla="*/ 1647568 w 3286898"/>
              <a:gd name="connsiteY21" fmla="*/ 881448 h 3196281"/>
              <a:gd name="connsiteX22" fmla="*/ 1235676 w 3286898"/>
              <a:gd name="connsiteY22" fmla="*/ 354227 h 3196281"/>
              <a:gd name="connsiteX23" fmla="*/ 1112108 w 3286898"/>
              <a:gd name="connsiteY23" fmla="*/ 996778 h 3196281"/>
              <a:gd name="connsiteX24" fmla="*/ 41190 w 3286898"/>
              <a:gd name="connsiteY24" fmla="*/ 345989 h 319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86898" h="3196281">
                <a:moveTo>
                  <a:pt x="41190" y="345989"/>
                </a:moveTo>
                <a:lnTo>
                  <a:pt x="708454" y="1128584"/>
                </a:lnTo>
                <a:lnTo>
                  <a:pt x="0" y="1260389"/>
                </a:lnTo>
                <a:lnTo>
                  <a:pt x="560173" y="1738184"/>
                </a:lnTo>
                <a:lnTo>
                  <a:pt x="16476" y="2141838"/>
                </a:lnTo>
                <a:lnTo>
                  <a:pt x="889687" y="2059459"/>
                </a:lnTo>
                <a:lnTo>
                  <a:pt x="716692" y="2603157"/>
                </a:lnTo>
                <a:lnTo>
                  <a:pt x="1186249" y="2298357"/>
                </a:lnTo>
                <a:lnTo>
                  <a:pt x="1276865" y="3196281"/>
                </a:lnTo>
                <a:lnTo>
                  <a:pt x="1614617" y="2215978"/>
                </a:lnTo>
                <a:lnTo>
                  <a:pt x="2034746" y="2924432"/>
                </a:lnTo>
                <a:lnTo>
                  <a:pt x="2141838" y="2125362"/>
                </a:lnTo>
                <a:lnTo>
                  <a:pt x="2734962" y="2644346"/>
                </a:lnTo>
                <a:lnTo>
                  <a:pt x="2529017" y="1869989"/>
                </a:lnTo>
                <a:lnTo>
                  <a:pt x="3286898" y="1960605"/>
                </a:lnTo>
                <a:lnTo>
                  <a:pt x="2669060" y="1540475"/>
                </a:lnTo>
                <a:lnTo>
                  <a:pt x="3188044" y="1202724"/>
                </a:lnTo>
                <a:lnTo>
                  <a:pt x="2479590" y="1103870"/>
                </a:lnTo>
                <a:lnTo>
                  <a:pt x="2800865" y="691978"/>
                </a:lnTo>
                <a:lnTo>
                  <a:pt x="2117125" y="848497"/>
                </a:lnTo>
                <a:lnTo>
                  <a:pt x="2207741" y="0"/>
                </a:lnTo>
                <a:lnTo>
                  <a:pt x="1647568" y="881448"/>
                </a:lnTo>
                <a:lnTo>
                  <a:pt x="1235676" y="354227"/>
                </a:lnTo>
                <a:lnTo>
                  <a:pt x="1112108" y="996778"/>
                </a:lnTo>
                <a:lnTo>
                  <a:pt x="41190" y="345989"/>
                </a:lnTo>
                <a:close/>
              </a:path>
            </a:pathLst>
          </a:custGeom>
          <a:gradFill>
            <a:gsLst>
              <a:gs pos="33000">
                <a:srgbClr val="1E344D"/>
              </a:gs>
              <a:gs pos="58000">
                <a:srgbClr val="BB3023"/>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矩形 15">
            <a:extLst>
              <a:ext uri="{FF2B5EF4-FFF2-40B4-BE49-F238E27FC236}">
                <a16:creationId xmlns:a16="http://schemas.microsoft.com/office/drawing/2014/main" id="{C689CF9D-B15E-09DD-907E-B02EBE580690}"/>
              </a:ext>
            </a:extLst>
          </p:cNvPr>
          <p:cNvSpPr/>
          <p:nvPr/>
        </p:nvSpPr>
        <p:spPr>
          <a:xfrm>
            <a:off x="4003589" y="1690089"/>
            <a:ext cx="1400433" cy="45308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 name="矩形 16">
            <a:extLst>
              <a:ext uri="{FF2B5EF4-FFF2-40B4-BE49-F238E27FC236}">
                <a16:creationId xmlns:a16="http://schemas.microsoft.com/office/drawing/2014/main" id="{06B0EA8D-365C-2FFA-6534-CEF4BC8DFB2E}"/>
              </a:ext>
            </a:extLst>
          </p:cNvPr>
          <p:cNvSpPr/>
          <p:nvPr/>
        </p:nvSpPr>
        <p:spPr>
          <a:xfrm>
            <a:off x="6240016" y="1768043"/>
            <a:ext cx="1668308" cy="375127"/>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64EAEC21-E8A8-BC57-E7E0-0655664D8203}"/>
              </a:ext>
            </a:extLst>
          </p:cNvPr>
          <p:cNvSpPr/>
          <p:nvPr/>
        </p:nvSpPr>
        <p:spPr>
          <a:xfrm>
            <a:off x="7248128" y="2632139"/>
            <a:ext cx="1352175" cy="71375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矩形 18">
            <a:extLst>
              <a:ext uri="{FF2B5EF4-FFF2-40B4-BE49-F238E27FC236}">
                <a16:creationId xmlns:a16="http://schemas.microsoft.com/office/drawing/2014/main" id="{53A89D16-EF29-4E66-B887-C69A378CE0FE}"/>
              </a:ext>
            </a:extLst>
          </p:cNvPr>
          <p:cNvSpPr/>
          <p:nvPr/>
        </p:nvSpPr>
        <p:spPr>
          <a:xfrm>
            <a:off x="7248128" y="4648363"/>
            <a:ext cx="1352175" cy="71375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矩形 19">
            <a:extLst>
              <a:ext uri="{FF2B5EF4-FFF2-40B4-BE49-F238E27FC236}">
                <a16:creationId xmlns:a16="http://schemas.microsoft.com/office/drawing/2014/main" id="{1B4CE16D-3BD3-9798-E12F-0DEF7DFBC705}"/>
              </a:ext>
            </a:extLst>
          </p:cNvPr>
          <p:cNvSpPr/>
          <p:nvPr/>
        </p:nvSpPr>
        <p:spPr>
          <a:xfrm>
            <a:off x="3143673" y="4648363"/>
            <a:ext cx="1345950" cy="43571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矩形 20">
            <a:extLst>
              <a:ext uri="{FF2B5EF4-FFF2-40B4-BE49-F238E27FC236}">
                <a16:creationId xmlns:a16="http://schemas.microsoft.com/office/drawing/2014/main" id="{8AFD5957-78B7-3E78-EA10-D54FBD394C59}"/>
              </a:ext>
            </a:extLst>
          </p:cNvPr>
          <p:cNvSpPr/>
          <p:nvPr/>
        </p:nvSpPr>
        <p:spPr>
          <a:xfrm>
            <a:off x="3503712" y="5512459"/>
            <a:ext cx="1579034" cy="43571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矩形 21">
            <a:extLst>
              <a:ext uri="{FF2B5EF4-FFF2-40B4-BE49-F238E27FC236}">
                <a16:creationId xmlns:a16="http://schemas.microsoft.com/office/drawing/2014/main" id="{F2DC1C33-545C-A142-6D99-059A5D9048C4}"/>
              </a:ext>
            </a:extLst>
          </p:cNvPr>
          <p:cNvSpPr/>
          <p:nvPr/>
        </p:nvSpPr>
        <p:spPr>
          <a:xfrm>
            <a:off x="5015879" y="6088523"/>
            <a:ext cx="1656769" cy="43571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矩形 22">
            <a:extLst>
              <a:ext uri="{FF2B5EF4-FFF2-40B4-BE49-F238E27FC236}">
                <a16:creationId xmlns:a16="http://schemas.microsoft.com/office/drawing/2014/main" id="{C3112ED0-F961-07A7-9F75-F417A78A595A}"/>
              </a:ext>
            </a:extLst>
          </p:cNvPr>
          <p:cNvSpPr/>
          <p:nvPr/>
        </p:nvSpPr>
        <p:spPr>
          <a:xfrm>
            <a:off x="6600057" y="5512460"/>
            <a:ext cx="1296144" cy="43204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 name="矩形 23">
            <a:extLst>
              <a:ext uri="{FF2B5EF4-FFF2-40B4-BE49-F238E27FC236}">
                <a16:creationId xmlns:a16="http://schemas.microsoft.com/office/drawing/2014/main" id="{97AD08F3-0264-6532-4773-9EAC21CE18A6}"/>
              </a:ext>
            </a:extLst>
          </p:cNvPr>
          <p:cNvSpPr/>
          <p:nvPr/>
        </p:nvSpPr>
        <p:spPr>
          <a:xfrm>
            <a:off x="3191551" y="2609558"/>
            <a:ext cx="1296144" cy="43204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26" name="直线箭头连接符 25">
            <a:extLst>
              <a:ext uri="{FF2B5EF4-FFF2-40B4-BE49-F238E27FC236}">
                <a16:creationId xmlns:a16="http://schemas.microsoft.com/office/drawing/2014/main" id="{C21B007F-68DD-4B85-7B89-1A77BAA7B27D}"/>
              </a:ext>
            </a:extLst>
          </p:cNvPr>
          <p:cNvCxnSpPr>
            <a:cxnSpLocks/>
          </p:cNvCxnSpPr>
          <p:nvPr/>
        </p:nvCxnSpPr>
        <p:spPr>
          <a:xfrm>
            <a:off x="2916195" y="3683646"/>
            <a:ext cx="1779373" cy="0"/>
          </a:xfrm>
          <a:prstGeom prst="straightConnector1">
            <a:avLst/>
          </a:prstGeom>
          <a:ln w="476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直线箭头连接符 32">
            <a:extLst>
              <a:ext uri="{FF2B5EF4-FFF2-40B4-BE49-F238E27FC236}">
                <a16:creationId xmlns:a16="http://schemas.microsoft.com/office/drawing/2014/main" id="{1AA59F3E-F9A8-9EFD-524A-9389A830B2C0}"/>
              </a:ext>
            </a:extLst>
          </p:cNvPr>
          <p:cNvCxnSpPr>
            <a:cxnSpLocks/>
          </p:cNvCxnSpPr>
          <p:nvPr/>
        </p:nvCxnSpPr>
        <p:spPr>
          <a:xfrm>
            <a:off x="7032104" y="3683646"/>
            <a:ext cx="1779373" cy="0"/>
          </a:xfrm>
          <a:prstGeom prst="straightConnector1">
            <a:avLst/>
          </a:prstGeom>
          <a:ln w="476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2" name="椭圆 41">
            <a:extLst>
              <a:ext uri="{FF2B5EF4-FFF2-40B4-BE49-F238E27FC236}">
                <a16:creationId xmlns:a16="http://schemas.microsoft.com/office/drawing/2014/main" id="{57D21FC4-14FF-7B63-8688-0CD78DE36BB7}"/>
              </a:ext>
            </a:extLst>
          </p:cNvPr>
          <p:cNvSpPr/>
          <p:nvPr/>
        </p:nvSpPr>
        <p:spPr>
          <a:xfrm>
            <a:off x="4819135" y="3603448"/>
            <a:ext cx="2051222" cy="329513"/>
          </a:xfrm>
          <a:prstGeom prst="ellipse">
            <a:avLst/>
          </a:prstGeom>
          <a:solidFill>
            <a:srgbClr val="1E344D"/>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文本框 42">
            <a:extLst>
              <a:ext uri="{FF2B5EF4-FFF2-40B4-BE49-F238E27FC236}">
                <a16:creationId xmlns:a16="http://schemas.microsoft.com/office/drawing/2014/main" id="{06D3B462-C7AF-8191-8BFA-48990690DA5C}"/>
              </a:ext>
            </a:extLst>
          </p:cNvPr>
          <p:cNvSpPr txBox="1"/>
          <p:nvPr/>
        </p:nvSpPr>
        <p:spPr>
          <a:xfrm>
            <a:off x="4046242" y="1732946"/>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047832FB-DADA-3453-A3DB-C92D867BED13}"/>
              </a:ext>
            </a:extLst>
          </p:cNvPr>
          <p:cNvSpPr txBox="1"/>
          <p:nvPr/>
        </p:nvSpPr>
        <p:spPr>
          <a:xfrm>
            <a:off x="6456040" y="1732946"/>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0AFFEF60-5EC2-189C-D7E3-848349115257}"/>
              </a:ext>
            </a:extLst>
          </p:cNvPr>
          <p:cNvSpPr txBox="1"/>
          <p:nvPr/>
        </p:nvSpPr>
        <p:spPr>
          <a:xfrm>
            <a:off x="7320136" y="2776155"/>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6" name="文本框 45">
            <a:extLst>
              <a:ext uri="{FF2B5EF4-FFF2-40B4-BE49-F238E27FC236}">
                <a16:creationId xmlns:a16="http://schemas.microsoft.com/office/drawing/2014/main" id="{763AD2E2-7162-E386-E957-63EE4A2D1FD1}"/>
              </a:ext>
            </a:extLst>
          </p:cNvPr>
          <p:cNvSpPr txBox="1"/>
          <p:nvPr/>
        </p:nvSpPr>
        <p:spPr>
          <a:xfrm>
            <a:off x="7320136" y="4792379"/>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 name="文本框 46">
            <a:extLst>
              <a:ext uri="{FF2B5EF4-FFF2-40B4-BE49-F238E27FC236}">
                <a16:creationId xmlns:a16="http://schemas.microsoft.com/office/drawing/2014/main" id="{00C5F65A-1608-0BB2-A98E-FBB4C93E9A84}"/>
              </a:ext>
            </a:extLst>
          </p:cNvPr>
          <p:cNvSpPr txBox="1"/>
          <p:nvPr/>
        </p:nvSpPr>
        <p:spPr>
          <a:xfrm>
            <a:off x="6645170" y="5544126"/>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1AD9019B-E3D2-C45E-21C6-25320B9D9373}"/>
              </a:ext>
            </a:extLst>
          </p:cNvPr>
          <p:cNvSpPr txBox="1"/>
          <p:nvPr/>
        </p:nvSpPr>
        <p:spPr>
          <a:xfrm>
            <a:off x="5231904" y="6160531"/>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A3C71D00-3E51-F933-7501-AC6A91EFC2FC}"/>
              </a:ext>
            </a:extLst>
          </p:cNvPr>
          <p:cNvSpPr txBox="1"/>
          <p:nvPr/>
        </p:nvSpPr>
        <p:spPr>
          <a:xfrm>
            <a:off x="3634281" y="5539353"/>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1F694848-279F-227E-C617-0097A34CCC81}"/>
              </a:ext>
            </a:extLst>
          </p:cNvPr>
          <p:cNvSpPr txBox="1"/>
          <p:nvPr/>
        </p:nvSpPr>
        <p:spPr>
          <a:xfrm>
            <a:off x="3202233" y="4648363"/>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21F3B32C-E0B8-9745-5010-491196BC0FF2}"/>
              </a:ext>
            </a:extLst>
          </p:cNvPr>
          <p:cNvSpPr txBox="1"/>
          <p:nvPr/>
        </p:nvSpPr>
        <p:spPr>
          <a:xfrm>
            <a:off x="3170566" y="2632139"/>
            <a:ext cx="1319135" cy="369332"/>
          </a:xfrm>
          <a:prstGeom prst="rect">
            <a:avLst/>
          </a:prstGeom>
          <a:noFill/>
        </p:spPr>
        <p:txBody>
          <a:bodyPr wrap="square">
            <a:spAutoFit/>
          </a:bodyPr>
          <a:lstStyle/>
          <a:p>
            <a:r>
              <a:rPr kumimoji="1" lang="en" altLang="zh-CN" dirty="0">
                <a:solidFill>
                  <a:schemeClr val="bg1"/>
                </a:solidFill>
                <a:latin typeface="Alibaba PuHuiTi Medium" pitchFamily="18" charset="-122"/>
                <a:ea typeface="Alibaba PuHuiTi Medium" pitchFamily="18" charset="-122"/>
                <a:cs typeface="Alibaba PuHuiTi Medium" pitchFamily="18" charset="-122"/>
              </a:rPr>
              <a:t>Main Title</a:t>
            </a:r>
            <a:endParaRPr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706BFA95-D5D3-2609-5430-1E2CAD216162}"/>
              </a:ext>
            </a:extLst>
          </p:cNvPr>
          <p:cNvSpPr txBox="1"/>
          <p:nvPr/>
        </p:nvSpPr>
        <p:spPr>
          <a:xfrm>
            <a:off x="1104455" y="3415553"/>
            <a:ext cx="1319135" cy="523220"/>
          </a:xfrm>
          <a:prstGeom prst="rect">
            <a:avLst/>
          </a:prstGeom>
          <a:noFill/>
        </p:spPr>
        <p:txBody>
          <a:bodyPr wrap="square">
            <a:spAutoFit/>
          </a:bodyPr>
          <a:lstStyle/>
          <a:p>
            <a:r>
              <a:rPr kumimoji="1" lang="en" altLang="zh-CN" sz="2800" dirty="0">
                <a:solidFill>
                  <a:schemeClr val="bg1"/>
                </a:solidFill>
                <a:latin typeface="Alibaba PuHuiTi" pitchFamily="18" charset="-122"/>
                <a:ea typeface="Alibaba PuHuiTi" pitchFamily="18" charset="-122"/>
                <a:cs typeface="Alibaba PuHuiTi" pitchFamily="18" charset="-122"/>
              </a:rPr>
              <a:t>Event</a:t>
            </a:r>
            <a:endParaRPr lang="zh-CN" altLang="en-US" sz="2800" dirty="0">
              <a:solidFill>
                <a:schemeClr val="bg1"/>
              </a:solidFill>
              <a:latin typeface="Alibaba PuHuiTi" pitchFamily="18" charset="-122"/>
              <a:ea typeface="Alibaba PuHuiTi" pitchFamily="18" charset="-122"/>
              <a:cs typeface="Alibaba PuHuiTi" pitchFamily="18" charset="-122"/>
            </a:endParaRPr>
          </a:p>
        </p:txBody>
      </p:sp>
      <p:sp>
        <p:nvSpPr>
          <p:cNvPr id="55" name="文本框 54">
            <a:extLst>
              <a:ext uri="{FF2B5EF4-FFF2-40B4-BE49-F238E27FC236}">
                <a16:creationId xmlns:a16="http://schemas.microsoft.com/office/drawing/2014/main" id="{2FA3FF16-9273-2DA5-E4B7-F619A7CA14AF}"/>
              </a:ext>
            </a:extLst>
          </p:cNvPr>
          <p:cNvSpPr txBox="1"/>
          <p:nvPr/>
        </p:nvSpPr>
        <p:spPr>
          <a:xfrm>
            <a:off x="9455223" y="3140967"/>
            <a:ext cx="1961329" cy="954107"/>
          </a:xfrm>
          <a:prstGeom prst="rect">
            <a:avLst/>
          </a:prstGeom>
          <a:noFill/>
        </p:spPr>
        <p:txBody>
          <a:bodyPr wrap="square">
            <a:spAutoFit/>
          </a:bodyPr>
          <a:lstStyle/>
          <a:p>
            <a:pPr algn="ctr"/>
            <a:r>
              <a:rPr kumimoji="1" lang="en" altLang="zh-CN" sz="2800" dirty="0">
                <a:solidFill>
                  <a:schemeClr val="bg1"/>
                </a:solidFill>
                <a:latin typeface="Alibaba PuHuiTi" pitchFamily="18" charset="-122"/>
                <a:ea typeface="Alibaba PuHuiTi" pitchFamily="18" charset="-122"/>
                <a:cs typeface="Alibaba PuHuiTi" pitchFamily="18" charset="-122"/>
              </a:rPr>
              <a:t>Our</a:t>
            </a:r>
          </a:p>
          <a:p>
            <a:pPr algn="ctr"/>
            <a:r>
              <a:rPr kumimoji="1" lang="en" altLang="zh-CN" sz="2800" dirty="0">
                <a:solidFill>
                  <a:schemeClr val="bg1"/>
                </a:solidFill>
                <a:latin typeface="Alibaba PuHuiTi" pitchFamily="18" charset="-122"/>
                <a:ea typeface="Alibaba PuHuiTi" pitchFamily="18" charset="-122"/>
                <a:cs typeface="Alibaba PuHuiTi" pitchFamily="18" charset="-122"/>
              </a:rPr>
              <a:t>Reaction</a:t>
            </a:r>
            <a:endParaRPr lang="zh-CN" altLang="en-US" sz="2800" dirty="0">
              <a:solidFill>
                <a:schemeClr val="bg1"/>
              </a:solidFill>
              <a:latin typeface="Alibaba PuHuiTi" pitchFamily="18" charset="-122"/>
              <a:ea typeface="Alibaba PuHuiTi" pitchFamily="18" charset="-122"/>
              <a:cs typeface="Alibaba PuHuiTi" pitchFamily="18" charset="-122"/>
            </a:endParaRPr>
          </a:p>
        </p:txBody>
      </p:sp>
      <p:sp>
        <p:nvSpPr>
          <p:cNvPr id="58" name="文本框 57">
            <a:extLst>
              <a:ext uri="{FF2B5EF4-FFF2-40B4-BE49-F238E27FC236}">
                <a16:creationId xmlns:a16="http://schemas.microsoft.com/office/drawing/2014/main" id="{FEA25060-BF0D-539E-03D9-A614AD28EC1B}"/>
              </a:ext>
            </a:extLst>
          </p:cNvPr>
          <p:cNvSpPr txBox="1"/>
          <p:nvPr/>
        </p:nvSpPr>
        <p:spPr>
          <a:xfrm>
            <a:off x="4892698" y="2796988"/>
            <a:ext cx="2005643" cy="400110"/>
          </a:xfrm>
          <a:prstGeom prst="rect">
            <a:avLst/>
          </a:prstGeom>
          <a:noFill/>
        </p:spPr>
        <p:txBody>
          <a:bodyPr wrap="square">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-1</a:t>
            </a:r>
            <a:endParaRPr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1B5CFBFF-E42F-5352-DECC-99CE880BC9D5}"/>
              </a:ext>
            </a:extLst>
          </p:cNvPr>
          <p:cNvSpPr txBox="1"/>
          <p:nvPr/>
        </p:nvSpPr>
        <p:spPr>
          <a:xfrm>
            <a:off x="4892698" y="4432339"/>
            <a:ext cx="2005643" cy="400110"/>
          </a:xfrm>
          <a:prstGeom prst="rect">
            <a:avLst/>
          </a:prstGeom>
          <a:noFill/>
        </p:spPr>
        <p:txBody>
          <a:bodyPr wrap="square">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-2</a:t>
            </a:r>
            <a:endParaRPr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A98BA901-4FC3-76EB-B228-2636104641C4}"/>
              </a:ext>
            </a:extLst>
          </p:cNvPr>
          <p:cNvSpPr txBox="1"/>
          <p:nvPr/>
        </p:nvSpPr>
        <p:spPr>
          <a:xfrm>
            <a:off x="5263571" y="3581690"/>
            <a:ext cx="1319135" cy="400110"/>
          </a:xfrm>
          <a:prstGeom prst="rect">
            <a:avLst/>
          </a:prstGeom>
          <a:noFill/>
        </p:spPr>
        <p:txBody>
          <a:bodyPr wrap="square">
            <a:spAutoFit/>
          </a:bodyPr>
          <a:lstStyle/>
          <a:p>
            <a:r>
              <a:rPr kumimoji="1" lang="en" altLang="zh-CN" sz="2000" i="1" dirty="0">
                <a:solidFill>
                  <a:schemeClr val="bg1"/>
                </a:solidFill>
                <a:latin typeface="Alibaba PuHuiTi" pitchFamily="18" charset="-122"/>
                <a:ea typeface="Alibaba PuHuiTi" pitchFamily="18" charset="-122"/>
                <a:cs typeface="Alibaba PuHuiTi" pitchFamily="18" charset="-122"/>
              </a:rPr>
              <a:t>Our lens</a:t>
            </a:r>
            <a:endParaRPr lang="zh-CN" altLang="en-US" sz="2000" i="1" dirty="0">
              <a:solidFill>
                <a:schemeClr val="bg1"/>
              </a:solidFill>
              <a:latin typeface="Alibaba PuHuiTi" pitchFamily="18" charset="-122"/>
              <a:ea typeface="Alibaba PuHuiTi" pitchFamily="18" charset="-122"/>
              <a:cs typeface="Alibaba PuHuiTi" pitchFamily="18" charset="-122"/>
            </a:endParaRPr>
          </a:p>
        </p:txBody>
      </p:sp>
      <p:sp>
        <p:nvSpPr>
          <p:cNvPr id="62" name="文本框 61">
            <a:extLst>
              <a:ext uri="{FF2B5EF4-FFF2-40B4-BE49-F238E27FC236}">
                <a16:creationId xmlns:a16="http://schemas.microsoft.com/office/drawing/2014/main" id="{D49A29CA-F152-5E95-7294-88B6B50BF654}"/>
              </a:ext>
            </a:extLst>
          </p:cNvPr>
          <p:cNvSpPr txBox="1"/>
          <p:nvPr/>
        </p:nvSpPr>
        <p:spPr>
          <a:xfrm>
            <a:off x="201706" y="938164"/>
            <a:ext cx="6279776" cy="830997"/>
          </a:xfrm>
          <a:prstGeom prst="rect">
            <a:avLst/>
          </a:prstGeom>
          <a:noFill/>
        </p:spPr>
        <p:txBody>
          <a:bodyPr wrap="square">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en-US" altLang="zh-CN"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F58BDA4F-6446-074C-5263-572A0D764F20}"/>
              </a:ext>
            </a:extLst>
          </p:cNvPr>
          <p:cNvSpPr txBox="1"/>
          <p:nvPr/>
        </p:nvSpPr>
        <p:spPr>
          <a:xfrm>
            <a:off x="9123367" y="1561565"/>
            <a:ext cx="2142202" cy="523220"/>
          </a:xfrm>
          <a:prstGeom prst="rect">
            <a:avLst/>
          </a:prstGeom>
          <a:noFill/>
        </p:spPr>
        <p:txBody>
          <a:bodyPr wrap="square">
            <a:spAutoFit/>
          </a:bodyPr>
          <a:lstStyle/>
          <a:p>
            <a:r>
              <a:rPr kumimoji="1" lang="en" altLang="zh-CN" sz="2800" i="1" dirty="0">
                <a:solidFill>
                  <a:srgbClr val="BB3023"/>
                </a:solidFill>
                <a:latin typeface="Alibaba PuHuiTi" pitchFamily="18" charset="-122"/>
                <a:ea typeface="Alibaba PuHuiTi" pitchFamily="18" charset="-122"/>
                <a:cs typeface="Alibaba PuHuiTi" pitchFamily="18" charset="-122"/>
              </a:rPr>
              <a:t>positive</a:t>
            </a:r>
            <a:endParaRPr lang="zh-CN" altLang="en-US" sz="2800" i="1" dirty="0">
              <a:solidFill>
                <a:srgbClr val="BB3023"/>
              </a:solidFill>
              <a:latin typeface="Alibaba PuHuiTi" pitchFamily="18" charset="-122"/>
              <a:ea typeface="Alibaba PuHuiTi" pitchFamily="18" charset="-122"/>
              <a:cs typeface="Alibaba PuHuiTi" pitchFamily="18" charset="-122"/>
            </a:endParaRPr>
          </a:p>
        </p:txBody>
      </p:sp>
      <p:sp>
        <p:nvSpPr>
          <p:cNvPr id="576" name="文本框 575">
            <a:extLst>
              <a:ext uri="{FF2B5EF4-FFF2-40B4-BE49-F238E27FC236}">
                <a16:creationId xmlns:a16="http://schemas.microsoft.com/office/drawing/2014/main" id="{A7B7A19D-E8F2-91EF-4BF6-FD00C0CDC401}"/>
              </a:ext>
            </a:extLst>
          </p:cNvPr>
          <p:cNvSpPr txBox="1"/>
          <p:nvPr/>
        </p:nvSpPr>
        <p:spPr>
          <a:xfrm>
            <a:off x="10269433" y="5273443"/>
            <a:ext cx="2142202" cy="523220"/>
          </a:xfrm>
          <a:prstGeom prst="rect">
            <a:avLst/>
          </a:prstGeom>
          <a:noFill/>
        </p:spPr>
        <p:txBody>
          <a:bodyPr wrap="square">
            <a:spAutoFit/>
          </a:bodyPr>
          <a:lstStyle/>
          <a:p>
            <a:r>
              <a:rPr kumimoji="1" lang="en" altLang="zh-CN" sz="2800" i="1" dirty="0">
                <a:solidFill>
                  <a:srgbClr val="BB3023"/>
                </a:solidFill>
                <a:latin typeface="Alibaba PuHuiTi" pitchFamily="18" charset="-122"/>
                <a:ea typeface="Alibaba PuHuiTi" pitchFamily="18" charset="-122"/>
                <a:cs typeface="Alibaba PuHuiTi" pitchFamily="18" charset="-122"/>
              </a:rPr>
              <a:t>Negative</a:t>
            </a:r>
            <a:endParaRPr lang="zh-CN" altLang="en-US" sz="2800" i="1" dirty="0">
              <a:solidFill>
                <a:srgbClr val="BB3023"/>
              </a:solidFill>
              <a:latin typeface="Alibaba PuHuiTi" pitchFamily="18" charset="-122"/>
              <a:ea typeface="Alibaba PuHuiTi" pitchFamily="18" charset="-122"/>
              <a:cs typeface="Alibaba PuHuiTi" pitchFamily="18" charset="-122"/>
            </a:endParaRPr>
          </a:p>
        </p:txBody>
      </p:sp>
      <p:sp>
        <p:nvSpPr>
          <p:cNvPr id="577" name="文本框 576">
            <a:extLst>
              <a:ext uri="{FF2B5EF4-FFF2-40B4-BE49-F238E27FC236}">
                <a16:creationId xmlns:a16="http://schemas.microsoft.com/office/drawing/2014/main" id="{DF6BE861-8C66-0B4E-7429-6CB9466A95A1}"/>
              </a:ext>
            </a:extLst>
          </p:cNvPr>
          <p:cNvSpPr txBox="1"/>
          <p:nvPr/>
        </p:nvSpPr>
        <p:spPr>
          <a:xfrm>
            <a:off x="376893" y="6012687"/>
            <a:ext cx="2743418"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a:t>
            </a:r>
            <a:r>
              <a:rPr lang="zh-CN" altLang="en-US" dirty="0">
                <a:solidFill>
                  <a:srgbClr val="1E344D"/>
                </a:solidFill>
              </a:rPr>
              <a:t> </a:t>
            </a:r>
            <a:r>
              <a:rPr lang="en-US" altLang="zh-CN" dirty="0">
                <a:solidFill>
                  <a:srgbClr val="1E344D"/>
                </a:solidFill>
              </a:rPr>
              <a:t>YNZ PPT</a:t>
            </a:r>
            <a:endParaRPr lang="zh-CN" altLang="en-US" dirty="0">
              <a:solidFill>
                <a:srgbClr val="1E344D"/>
              </a:solidFill>
            </a:endParaRPr>
          </a:p>
        </p:txBody>
      </p:sp>
      <p:sp>
        <p:nvSpPr>
          <p:cNvPr id="578" name="右大括号 577">
            <a:extLst>
              <a:ext uri="{FF2B5EF4-FFF2-40B4-BE49-F238E27FC236}">
                <a16:creationId xmlns:a16="http://schemas.microsoft.com/office/drawing/2014/main" id="{B1AF77D3-DFFA-2045-C159-07D367823B96}"/>
              </a:ext>
            </a:extLst>
          </p:cNvPr>
          <p:cNvSpPr/>
          <p:nvPr/>
        </p:nvSpPr>
        <p:spPr>
          <a:xfrm rot="16200000">
            <a:off x="1488283" y="4765193"/>
            <a:ext cx="214133" cy="2239703"/>
          </a:xfrm>
          <a:prstGeom prst="rightBrace">
            <a:avLst>
              <a:gd name="adj1" fmla="val 111149"/>
              <a:gd name="adj2" fmla="val 48425"/>
            </a:avLst>
          </a:prstGeom>
          <a:ln w="222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579" name="右大括号 578">
            <a:extLst>
              <a:ext uri="{FF2B5EF4-FFF2-40B4-BE49-F238E27FC236}">
                <a16:creationId xmlns:a16="http://schemas.microsoft.com/office/drawing/2014/main" id="{BFFA8B2A-2B7C-8275-50A4-7B89B31632BD}"/>
              </a:ext>
            </a:extLst>
          </p:cNvPr>
          <p:cNvSpPr/>
          <p:nvPr/>
        </p:nvSpPr>
        <p:spPr>
          <a:xfrm rot="5400000">
            <a:off x="1499858" y="5438868"/>
            <a:ext cx="214133" cy="2239703"/>
          </a:xfrm>
          <a:prstGeom prst="rightBrace">
            <a:avLst>
              <a:gd name="adj1" fmla="val 111149"/>
              <a:gd name="adj2" fmla="val 48425"/>
            </a:avLst>
          </a:prstGeom>
          <a:ln w="222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3" name="矩形 2">
            <a:extLst>
              <a:ext uri="{FF2B5EF4-FFF2-40B4-BE49-F238E27FC236}">
                <a16:creationId xmlns:a16="http://schemas.microsoft.com/office/drawing/2014/main" id="{0B123148-B150-54D9-2127-6B810F54419B}"/>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AC2070EB-EE15-CC57-A6C7-0D460CA1868D}"/>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E7AB2446-9602-AB33-61EC-142ACE72A1E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E5C6C273-21FA-76D3-AD85-AF14D0C4A3AF}"/>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397CABBD-8D39-6BA3-B1A2-92FD66CBC793}"/>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F78C2484-A892-6968-96C2-9E50EB5E630E}"/>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612490FA-3927-B750-2ABE-43CB3B7A414C}"/>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ABCE4297-3B6A-F270-8E0A-30D742FF7C7B}"/>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4D61CF8A-F6FB-8D69-4770-684F80923A6C}"/>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168;p80">
              <a:extLst>
                <a:ext uri="{FF2B5EF4-FFF2-40B4-BE49-F238E27FC236}">
                  <a16:creationId xmlns:a16="http://schemas.microsoft.com/office/drawing/2014/main" id="{4CD388F3-12E1-9405-E11A-BD71A560B886}"/>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7169;p80">
              <a:extLst>
                <a:ext uri="{FF2B5EF4-FFF2-40B4-BE49-F238E27FC236}">
                  <a16:creationId xmlns:a16="http://schemas.microsoft.com/office/drawing/2014/main" id="{6481C291-D2F8-1C90-DE62-E0AAA15F0F8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5621699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矩形 35">
            <a:extLst>
              <a:ext uri="{FF2B5EF4-FFF2-40B4-BE49-F238E27FC236}">
                <a16:creationId xmlns:a16="http://schemas.microsoft.com/office/drawing/2014/main" id="{E397B027-4CD6-AEF7-E71D-13306B2B0CEB}"/>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矩形 4">
            <a:extLst>
              <a:ext uri="{FF2B5EF4-FFF2-40B4-BE49-F238E27FC236}">
                <a16:creationId xmlns:a16="http://schemas.microsoft.com/office/drawing/2014/main" id="{0B9B00AC-E18A-1810-78E2-CDA2DDE87730}"/>
              </a:ext>
            </a:extLst>
          </p:cNvPr>
          <p:cNvSpPr/>
          <p:nvPr/>
        </p:nvSpPr>
        <p:spPr>
          <a:xfrm>
            <a:off x="268941" y="900953"/>
            <a:ext cx="2097741" cy="57687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dirty="0"/>
              <a:t>=</a:t>
            </a:r>
            <a:endParaRPr kumimoji="1" lang="zh-CN" altLang="en-US" dirty="0"/>
          </a:p>
        </p:txBody>
      </p:sp>
      <p:sp>
        <p:nvSpPr>
          <p:cNvPr id="6" name="圆角矩形 5">
            <a:extLst>
              <a:ext uri="{FF2B5EF4-FFF2-40B4-BE49-F238E27FC236}">
                <a16:creationId xmlns:a16="http://schemas.microsoft.com/office/drawing/2014/main" id="{3DFED5D9-4C8B-9A39-1AF8-B6B1EE9798AF}"/>
              </a:ext>
            </a:extLst>
          </p:cNvPr>
          <p:cNvSpPr/>
          <p:nvPr/>
        </p:nvSpPr>
        <p:spPr>
          <a:xfrm>
            <a:off x="2595282" y="900953"/>
            <a:ext cx="9278471" cy="806823"/>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圆角矩形 6">
            <a:extLst>
              <a:ext uri="{FF2B5EF4-FFF2-40B4-BE49-F238E27FC236}">
                <a16:creationId xmlns:a16="http://schemas.microsoft.com/office/drawing/2014/main" id="{04747E9D-2BA4-7329-95AC-4303B662072F}"/>
              </a:ext>
            </a:extLst>
          </p:cNvPr>
          <p:cNvSpPr/>
          <p:nvPr/>
        </p:nvSpPr>
        <p:spPr>
          <a:xfrm>
            <a:off x="2598088" y="1484784"/>
            <a:ext cx="9278471" cy="985700"/>
          </a:xfrm>
          <a:prstGeom prst="roundRect">
            <a:avLst>
              <a:gd name="adj" fmla="val 18889"/>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文本框 7">
            <a:extLst>
              <a:ext uri="{FF2B5EF4-FFF2-40B4-BE49-F238E27FC236}">
                <a16:creationId xmlns:a16="http://schemas.microsoft.com/office/drawing/2014/main" id="{6BCB7AA6-F1AE-7410-DCF9-5575D939C704}"/>
              </a:ext>
            </a:extLst>
          </p:cNvPr>
          <p:cNvSpPr txBox="1"/>
          <p:nvPr/>
        </p:nvSpPr>
        <p:spPr>
          <a:xfrm>
            <a:off x="483258" y="1821628"/>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-1</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3D74C398-9F27-E1BF-29C7-907A6B13E1AF}"/>
              </a:ext>
            </a:extLst>
          </p:cNvPr>
          <p:cNvSpPr txBox="1"/>
          <p:nvPr/>
        </p:nvSpPr>
        <p:spPr>
          <a:xfrm>
            <a:off x="483258" y="2420888"/>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-2</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 name="文本框 10">
            <a:extLst>
              <a:ext uri="{FF2B5EF4-FFF2-40B4-BE49-F238E27FC236}">
                <a16:creationId xmlns:a16="http://schemas.microsoft.com/office/drawing/2014/main" id="{242E42AD-3983-9AFA-205A-D067D7330444}"/>
              </a:ext>
            </a:extLst>
          </p:cNvPr>
          <p:cNvSpPr txBox="1"/>
          <p:nvPr/>
        </p:nvSpPr>
        <p:spPr>
          <a:xfrm>
            <a:off x="483258" y="2996952"/>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-3</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722D2E65-9054-4ED1-998C-E94AC79BF8C4}"/>
              </a:ext>
            </a:extLst>
          </p:cNvPr>
          <p:cNvSpPr txBox="1"/>
          <p:nvPr/>
        </p:nvSpPr>
        <p:spPr>
          <a:xfrm>
            <a:off x="483258" y="3645024"/>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-4</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FA9AD694-F495-1111-82E1-C8C8C45CA0A0}"/>
              </a:ext>
            </a:extLst>
          </p:cNvPr>
          <p:cNvSpPr txBox="1"/>
          <p:nvPr/>
        </p:nvSpPr>
        <p:spPr>
          <a:xfrm>
            <a:off x="483258" y="4293096"/>
            <a:ext cx="2005643"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-5</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928F854D-BF85-2075-6DA0-714B0BF27EBE}"/>
              </a:ext>
            </a:extLst>
          </p:cNvPr>
          <p:cNvSpPr txBox="1"/>
          <p:nvPr/>
        </p:nvSpPr>
        <p:spPr>
          <a:xfrm>
            <a:off x="483259" y="5438120"/>
            <a:ext cx="1701142" cy="307777"/>
          </a:xfrm>
          <a:prstGeom prst="rect">
            <a:avLst/>
          </a:prstGeom>
          <a:noFill/>
        </p:spPr>
        <p:txBody>
          <a:bodyPr wrap="square">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chemeClr val="bg1"/>
                </a:solidFill>
                <a:latin typeface="Alibaba PuHuiTi Medium" pitchFamily="18" charset="-122"/>
                <a:ea typeface="Alibaba PuHuiTi Medium" pitchFamily="18" charset="-122"/>
                <a:cs typeface="Alibaba PuHuiTi Medium" pitchFamily="18" charset="-122"/>
              </a:rPr>
              <a:t>-7</a:t>
            </a:r>
            <a:endParaRPr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4B4E1319-3A54-CA0A-680D-B50308DDE80F}"/>
              </a:ext>
            </a:extLst>
          </p:cNvPr>
          <p:cNvSpPr txBox="1"/>
          <p:nvPr/>
        </p:nvSpPr>
        <p:spPr>
          <a:xfrm>
            <a:off x="682201" y="1053624"/>
            <a:ext cx="137011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B62AEA8F-5EE0-5884-D6D1-DB7CC4FA13E6}"/>
              </a:ext>
            </a:extLst>
          </p:cNvPr>
          <p:cNvSpPr txBox="1"/>
          <p:nvPr/>
        </p:nvSpPr>
        <p:spPr>
          <a:xfrm>
            <a:off x="815661" y="1272758"/>
            <a:ext cx="969095" cy="276999"/>
          </a:xfrm>
          <a:prstGeom prst="rect">
            <a:avLst/>
          </a:prstGeom>
          <a:noFill/>
        </p:spPr>
        <p:txBody>
          <a:bodyPr wrap="square">
            <a:spAutoFit/>
          </a:bodyPr>
          <a:lstStyle/>
          <a:p>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34" name="圆角矩形 33">
            <a:extLst>
              <a:ext uri="{FF2B5EF4-FFF2-40B4-BE49-F238E27FC236}">
                <a16:creationId xmlns:a16="http://schemas.microsoft.com/office/drawing/2014/main" id="{B8534082-C191-0D05-BCFF-2620DA515198}"/>
              </a:ext>
            </a:extLst>
          </p:cNvPr>
          <p:cNvSpPr/>
          <p:nvPr/>
        </p:nvSpPr>
        <p:spPr>
          <a:xfrm>
            <a:off x="347579" y="4744721"/>
            <a:ext cx="2255520" cy="55880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圆角矩形 36">
            <a:extLst>
              <a:ext uri="{FF2B5EF4-FFF2-40B4-BE49-F238E27FC236}">
                <a16:creationId xmlns:a16="http://schemas.microsoft.com/office/drawing/2014/main" id="{823FC041-6CD4-C20C-347D-078440FC6AAD}"/>
              </a:ext>
            </a:extLst>
          </p:cNvPr>
          <p:cNvSpPr/>
          <p:nvPr/>
        </p:nvSpPr>
        <p:spPr>
          <a:xfrm>
            <a:off x="2751376"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圆角矩形 37">
            <a:extLst>
              <a:ext uri="{FF2B5EF4-FFF2-40B4-BE49-F238E27FC236}">
                <a16:creationId xmlns:a16="http://schemas.microsoft.com/office/drawing/2014/main" id="{0FA55C33-868F-E355-0F1D-76CB044638E1}"/>
              </a:ext>
            </a:extLst>
          </p:cNvPr>
          <p:cNvSpPr/>
          <p:nvPr/>
        </p:nvSpPr>
        <p:spPr>
          <a:xfrm>
            <a:off x="5015880"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3E6FDE5E-B226-D749-F96D-2655DFAEEFEC}"/>
              </a:ext>
            </a:extLst>
          </p:cNvPr>
          <p:cNvSpPr/>
          <p:nvPr/>
        </p:nvSpPr>
        <p:spPr>
          <a:xfrm>
            <a:off x="7320136"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F0BCF6E6-0C33-08AA-F935-C58A10102803}"/>
              </a:ext>
            </a:extLst>
          </p:cNvPr>
          <p:cNvSpPr/>
          <p:nvPr/>
        </p:nvSpPr>
        <p:spPr>
          <a:xfrm>
            <a:off x="9624392" y="1463576"/>
            <a:ext cx="2105104" cy="818572"/>
          </a:xfrm>
          <a:prstGeom prst="roundRect">
            <a:avLst>
              <a:gd name="adj" fmla="val 1364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a:extLst>
              <a:ext uri="{FF2B5EF4-FFF2-40B4-BE49-F238E27FC236}">
                <a16:creationId xmlns:a16="http://schemas.microsoft.com/office/drawing/2014/main" id="{E753CFC0-48F7-2E78-B705-9ABBDF6EF1D5}"/>
              </a:ext>
            </a:extLst>
          </p:cNvPr>
          <p:cNvSpPr txBox="1"/>
          <p:nvPr/>
        </p:nvSpPr>
        <p:spPr>
          <a:xfrm>
            <a:off x="6104780" y="1019146"/>
            <a:ext cx="1370119"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80AFC067-4083-71C5-B55F-6E2EED5EB193}"/>
              </a:ext>
            </a:extLst>
          </p:cNvPr>
          <p:cNvSpPr txBox="1"/>
          <p:nvPr/>
        </p:nvSpPr>
        <p:spPr>
          <a:xfrm>
            <a:off x="7248358" y="1073046"/>
            <a:ext cx="969095" cy="276999"/>
          </a:xfrm>
          <a:prstGeom prst="rect">
            <a:avLst/>
          </a:prstGeom>
          <a:noFill/>
        </p:spPr>
        <p:txBody>
          <a:bodyPr wrap="square">
            <a:spAutoFit/>
          </a:bodyPr>
          <a:lstStyle/>
          <a:p>
            <a:r>
              <a:rPr kumimoji="1" lang="en" altLang="zh-CN" sz="1200" b="1" dirty="0">
                <a:solidFill>
                  <a:schemeClr val="bg1"/>
                </a:solidFill>
                <a:latin typeface="Alibaba PuHuiTi" pitchFamily="18" charset="-122"/>
                <a:ea typeface="Alibaba PuHuiTi" pitchFamily="18" charset="-122"/>
                <a:cs typeface="Alibaba PuHuiTi" pitchFamily="18" charset="-122"/>
              </a:rPr>
              <a:t>main title</a:t>
            </a:r>
            <a:endParaRPr lang="zh-CN" altLang="en-US" sz="1200" b="1" dirty="0">
              <a:solidFill>
                <a:schemeClr val="bg1"/>
              </a:solidFill>
              <a:latin typeface="Alibaba PuHuiTi" pitchFamily="18" charset="-122"/>
              <a:ea typeface="Alibaba PuHuiTi" pitchFamily="18" charset="-122"/>
              <a:cs typeface="Alibaba PuHuiTi" pitchFamily="18" charset="-122"/>
            </a:endParaRPr>
          </a:p>
        </p:txBody>
      </p:sp>
      <p:sp>
        <p:nvSpPr>
          <p:cNvPr id="586" name="任意形状 585">
            <a:extLst>
              <a:ext uri="{FF2B5EF4-FFF2-40B4-BE49-F238E27FC236}">
                <a16:creationId xmlns:a16="http://schemas.microsoft.com/office/drawing/2014/main" id="{9D62B384-67BA-EA17-1A89-0517987ABFBB}"/>
              </a:ext>
            </a:extLst>
          </p:cNvPr>
          <p:cNvSpPr/>
          <p:nvPr/>
        </p:nvSpPr>
        <p:spPr>
          <a:xfrm>
            <a:off x="2044840" y="4454695"/>
            <a:ext cx="329649" cy="290556"/>
          </a:xfrm>
          <a:custGeom>
            <a:avLst/>
            <a:gdLst>
              <a:gd name="connsiteX0" fmla="*/ 430057 w 430057"/>
              <a:gd name="connsiteY0" fmla="*/ 0 h 290556"/>
              <a:gd name="connsiteX1" fmla="*/ 430057 w 430057"/>
              <a:gd name="connsiteY1" fmla="*/ 290556 h 290556"/>
              <a:gd name="connsiteX2" fmla="*/ 0 w 430057"/>
              <a:gd name="connsiteY2" fmla="*/ 290556 h 290556"/>
              <a:gd name="connsiteX3" fmla="*/ 49339 w 430057"/>
              <a:gd name="connsiteY3" fmla="*/ 287444 h 290556"/>
              <a:gd name="connsiteX4" fmla="*/ 387105 w 430057"/>
              <a:gd name="connsiteY4" fmla="*/ 79132 h 290556"/>
              <a:gd name="connsiteX5" fmla="*/ 430057 w 430057"/>
              <a:gd name="connsiteY5" fmla="*/ 0 h 29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057" h="290556">
                <a:moveTo>
                  <a:pt x="430057" y="0"/>
                </a:moveTo>
                <a:lnTo>
                  <a:pt x="430057" y="290556"/>
                </a:lnTo>
                <a:lnTo>
                  <a:pt x="0" y="290556"/>
                </a:lnTo>
                <a:lnTo>
                  <a:pt x="49339" y="287444"/>
                </a:lnTo>
                <a:cubicBezTo>
                  <a:pt x="189840" y="269583"/>
                  <a:pt x="311432" y="191143"/>
                  <a:pt x="387105" y="79132"/>
                </a:cubicBezTo>
                <a:lnTo>
                  <a:pt x="430057" y="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589" name="任意形状 588">
            <a:extLst>
              <a:ext uri="{FF2B5EF4-FFF2-40B4-BE49-F238E27FC236}">
                <a16:creationId xmlns:a16="http://schemas.microsoft.com/office/drawing/2014/main" id="{B3142AC3-D62B-C95E-ED9A-D40E6C8BF564}"/>
              </a:ext>
            </a:extLst>
          </p:cNvPr>
          <p:cNvSpPr/>
          <p:nvPr/>
        </p:nvSpPr>
        <p:spPr>
          <a:xfrm flipV="1">
            <a:off x="1989579" y="5301453"/>
            <a:ext cx="391312" cy="361788"/>
          </a:xfrm>
          <a:custGeom>
            <a:avLst/>
            <a:gdLst>
              <a:gd name="connsiteX0" fmla="*/ 430057 w 430057"/>
              <a:gd name="connsiteY0" fmla="*/ 0 h 290556"/>
              <a:gd name="connsiteX1" fmla="*/ 430057 w 430057"/>
              <a:gd name="connsiteY1" fmla="*/ 290556 h 290556"/>
              <a:gd name="connsiteX2" fmla="*/ 0 w 430057"/>
              <a:gd name="connsiteY2" fmla="*/ 290556 h 290556"/>
              <a:gd name="connsiteX3" fmla="*/ 49339 w 430057"/>
              <a:gd name="connsiteY3" fmla="*/ 287444 h 290556"/>
              <a:gd name="connsiteX4" fmla="*/ 387105 w 430057"/>
              <a:gd name="connsiteY4" fmla="*/ 79132 h 290556"/>
              <a:gd name="connsiteX5" fmla="*/ 430057 w 430057"/>
              <a:gd name="connsiteY5" fmla="*/ 0 h 29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057" h="290556">
                <a:moveTo>
                  <a:pt x="430057" y="0"/>
                </a:moveTo>
                <a:lnTo>
                  <a:pt x="430057" y="290556"/>
                </a:lnTo>
                <a:lnTo>
                  <a:pt x="0" y="290556"/>
                </a:lnTo>
                <a:lnTo>
                  <a:pt x="49339" y="287444"/>
                </a:lnTo>
                <a:cubicBezTo>
                  <a:pt x="189840" y="269583"/>
                  <a:pt x="311432" y="191143"/>
                  <a:pt x="387105" y="79132"/>
                </a:cubicBezTo>
                <a:lnTo>
                  <a:pt x="430057" y="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590" name="文本框 589">
            <a:extLst>
              <a:ext uri="{FF2B5EF4-FFF2-40B4-BE49-F238E27FC236}">
                <a16:creationId xmlns:a16="http://schemas.microsoft.com/office/drawing/2014/main" id="{D04B1858-51C7-F9FB-9ED9-67F66698804A}"/>
              </a:ext>
            </a:extLst>
          </p:cNvPr>
          <p:cNvSpPr txBox="1"/>
          <p:nvPr/>
        </p:nvSpPr>
        <p:spPr>
          <a:xfrm>
            <a:off x="2944053"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1</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1" name="文本框 590">
            <a:extLst>
              <a:ext uri="{FF2B5EF4-FFF2-40B4-BE49-F238E27FC236}">
                <a16:creationId xmlns:a16="http://schemas.microsoft.com/office/drawing/2014/main" id="{19A858D7-0C76-649C-1E21-EBBD0F4DA32A}"/>
              </a:ext>
            </a:extLst>
          </p:cNvPr>
          <p:cNvSpPr txBox="1"/>
          <p:nvPr/>
        </p:nvSpPr>
        <p:spPr>
          <a:xfrm>
            <a:off x="5159896"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4</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2" name="文本框 591">
            <a:extLst>
              <a:ext uri="{FF2B5EF4-FFF2-40B4-BE49-F238E27FC236}">
                <a16:creationId xmlns:a16="http://schemas.microsoft.com/office/drawing/2014/main" id="{B8E60F97-4998-D05F-5EB2-8C84270BA157}"/>
              </a:ext>
            </a:extLst>
          </p:cNvPr>
          <p:cNvSpPr txBox="1"/>
          <p:nvPr/>
        </p:nvSpPr>
        <p:spPr>
          <a:xfrm>
            <a:off x="7536160"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3</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3" name="文本框 592">
            <a:extLst>
              <a:ext uri="{FF2B5EF4-FFF2-40B4-BE49-F238E27FC236}">
                <a16:creationId xmlns:a16="http://schemas.microsoft.com/office/drawing/2014/main" id="{11C267C3-3036-D068-E7E3-667159DBC1D0}"/>
              </a:ext>
            </a:extLst>
          </p:cNvPr>
          <p:cNvSpPr txBox="1"/>
          <p:nvPr/>
        </p:nvSpPr>
        <p:spPr>
          <a:xfrm>
            <a:off x="9840416" y="1660521"/>
            <a:ext cx="969095" cy="646331"/>
          </a:xfrm>
          <a:prstGeom prst="rect">
            <a:avLst/>
          </a:prstGeom>
          <a:noFill/>
        </p:spPr>
        <p:txBody>
          <a:bodyPr wrap="square">
            <a:spAutoFit/>
          </a:bodyPr>
          <a:lstStyle/>
          <a:p>
            <a:r>
              <a:rPr kumimoji="1" lang="en-US" altLang="zh-CN" sz="3600" b="1" dirty="0">
                <a:solidFill>
                  <a:srgbClr val="BB3023"/>
                </a:solidFill>
                <a:latin typeface="Alibaba PuHuiTi" pitchFamily="18" charset="-122"/>
                <a:ea typeface="Alibaba PuHuiTi" pitchFamily="18" charset="-122"/>
                <a:cs typeface="Alibaba PuHuiTi" pitchFamily="18" charset="-122"/>
              </a:rPr>
              <a:t>8</a:t>
            </a:r>
            <a:endParaRPr lang="zh-CN" altLang="en-US" sz="3600" b="1" dirty="0">
              <a:solidFill>
                <a:srgbClr val="BB3023"/>
              </a:solidFill>
              <a:latin typeface="Alibaba PuHuiTi" pitchFamily="18" charset="-122"/>
              <a:ea typeface="Alibaba PuHuiTi" pitchFamily="18" charset="-122"/>
              <a:cs typeface="Alibaba PuHuiTi" pitchFamily="18" charset="-122"/>
            </a:endParaRPr>
          </a:p>
        </p:txBody>
      </p:sp>
      <p:sp>
        <p:nvSpPr>
          <p:cNvPr id="594" name="文本框 593">
            <a:extLst>
              <a:ext uri="{FF2B5EF4-FFF2-40B4-BE49-F238E27FC236}">
                <a16:creationId xmlns:a16="http://schemas.microsoft.com/office/drawing/2014/main" id="{17AE235D-C4B3-59BE-19EF-BA01B5C46053}"/>
              </a:ext>
            </a:extLst>
          </p:cNvPr>
          <p:cNvSpPr txBox="1"/>
          <p:nvPr/>
        </p:nvSpPr>
        <p:spPr>
          <a:xfrm>
            <a:off x="2879739"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grpSp>
        <p:nvGrpSpPr>
          <p:cNvPr id="595" name="Google Shape;6581;p79">
            <a:extLst>
              <a:ext uri="{FF2B5EF4-FFF2-40B4-BE49-F238E27FC236}">
                <a16:creationId xmlns:a16="http://schemas.microsoft.com/office/drawing/2014/main" id="{7668A221-43EE-B09E-8709-34CFD00E4417}"/>
              </a:ext>
            </a:extLst>
          </p:cNvPr>
          <p:cNvGrpSpPr/>
          <p:nvPr/>
        </p:nvGrpSpPr>
        <p:grpSpPr>
          <a:xfrm>
            <a:off x="4234920" y="1715708"/>
            <a:ext cx="472781" cy="471527"/>
            <a:chOff x="-30345325" y="3184750"/>
            <a:chExt cx="292225" cy="291450"/>
          </a:xfrm>
          <a:solidFill>
            <a:srgbClr val="1E344D"/>
          </a:solidFill>
        </p:grpSpPr>
        <p:sp>
          <p:nvSpPr>
            <p:cNvPr id="596" name="Google Shape;6582;p79">
              <a:extLst>
                <a:ext uri="{FF2B5EF4-FFF2-40B4-BE49-F238E27FC236}">
                  <a16:creationId xmlns:a16="http://schemas.microsoft.com/office/drawing/2014/main" id="{FD15EEAB-FD5F-98D4-8231-0D20EF6F4B68}"/>
                </a:ext>
              </a:extLst>
            </p:cNvPr>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grpFill/>
            <a:ln>
              <a:noFill/>
            </a:ln>
          </p:spPr>
          <p:txBody>
            <a:bodyPr spcFirstLastPara="1" wrap="square" lIns="121900" tIns="121900" rIns="121900" bIns="121900" anchor="ctr" anchorCtr="0">
              <a:noAutofit/>
            </a:bodyPr>
            <a:lstStyle/>
            <a:p>
              <a:endParaRPr sz="2400"/>
            </a:p>
          </p:txBody>
        </p:sp>
        <p:sp>
          <p:nvSpPr>
            <p:cNvPr id="597" name="Google Shape;6583;p79">
              <a:extLst>
                <a:ext uri="{FF2B5EF4-FFF2-40B4-BE49-F238E27FC236}">
                  <a16:creationId xmlns:a16="http://schemas.microsoft.com/office/drawing/2014/main" id="{958121E0-0A98-8A72-1245-ABE13A85524A}"/>
                </a:ext>
              </a:extLst>
            </p:cNvPr>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598" name="Google Shape;6584;p79">
              <a:extLst>
                <a:ext uri="{FF2B5EF4-FFF2-40B4-BE49-F238E27FC236}">
                  <a16:creationId xmlns:a16="http://schemas.microsoft.com/office/drawing/2014/main" id="{48743ABF-7293-00B8-1D12-ADBAB97419A6}"/>
                </a:ext>
              </a:extLst>
            </p:cNvPr>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grpFill/>
            <a:ln>
              <a:noFill/>
            </a:ln>
          </p:spPr>
          <p:txBody>
            <a:bodyPr spcFirstLastPara="1" wrap="square" lIns="121900" tIns="121900" rIns="121900" bIns="121900" anchor="ctr" anchorCtr="0">
              <a:noAutofit/>
            </a:bodyPr>
            <a:lstStyle/>
            <a:p>
              <a:endParaRPr sz="2400"/>
            </a:p>
          </p:txBody>
        </p:sp>
        <p:sp>
          <p:nvSpPr>
            <p:cNvPr id="599" name="Google Shape;6585;p79">
              <a:extLst>
                <a:ext uri="{FF2B5EF4-FFF2-40B4-BE49-F238E27FC236}">
                  <a16:creationId xmlns:a16="http://schemas.microsoft.com/office/drawing/2014/main" id="{8850C9DF-684A-BA6D-01FF-0312940B1ADC}"/>
                </a:ext>
              </a:extLst>
            </p:cNvPr>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600" name="Google Shape;6586;p79">
              <a:extLst>
                <a:ext uri="{FF2B5EF4-FFF2-40B4-BE49-F238E27FC236}">
                  <a16:creationId xmlns:a16="http://schemas.microsoft.com/office/drawing/2014/main" id="{D146DF83-3837-DA2B-68A5-1CC5B36A9541}"/>
                </a:ext>
              </a:extLst>
            </p:cNvPr>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601" name="文本框 600">
            <a:extLst>
              <a:ext uri="{FF2B5EF4-FFF2-40B4-BE49-F238E27FC236}">
                <a16:creationId xmlns:a16="http://schemas.microsoft.com/office/drawing/2014/main" id="{2D9D737F-92C1-A947-C754-36F53FFD5EA9}"/>
              </a:ext>
            </a:extLst>
          </p:cNvPr>
          <p:cNvSpPr txBox="1"/>
          <p:nvPr/>
        </p:nvSpPr>
        <p:spPr>
          <a:xfrm>
            <a:off x="5087888"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sp>
        <p:nvSpPr>
          <p:cNvPr id="602" name="文本框 601">
            <a:extLst>
              <a:ext uri="{FF2B5EF4-FFF2-40B4-BE49-F238E27FC236}">
                <a16:creationId xmlns:a16="http://schemas.microsoft.com/office/drawing/2014/main" id="{353CEAD1-822B-673C-7E60-7AE604040550}"/>
              </a:ext>
            </a:extLst>
          </p:cNvPr>
          <p:cNvSpPr txBox="1"/>
          <p:nvPr/>
        </p:nvSpPr>
        <p:spPr>
          <a:xfrm>
            <a:off x="7464152"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sp>
        <p:nvSpPr>
          <p:cNvPr id="603" name="文本框 602">
            <a:extLst>
              <a:ext uri="{FF2B5EF4-FFF2-40B4-BE49-F238E27FC236}">
                <a16:creationId xmlns:a16="http://schemas.microsoft.com/office/drawing/2014/main" id="{0F6B8DA8-F348-7285-7DFA-AAF6AFBBE7FF}"/>
              </a:ext>
            </a:extLst>
          </p:cNvPr>
          <p:cNvSpPr txBox="1"/>
          <p:nvPr/>
        </p:nvSpPr>
        <p:spPr>
          <a:xfrm>
            <a:off x="9696400" y="1484421"/>
            <a:ext cx="1660176" cy="276999"/>
          </a:xfrm>
          <a:prstGeom prst="rect">
            <a:avLst/>
          </a:prstGeom>
          <a:noFill/>
        </p:spPr>
        <p:txBody>
          <a:bodyPr wrap="square">
            <a:spAutoFit/>
          </a:bodyPr>
          <a:lstStyle/>
          <a:p>
            <a:r>
              <a:rPr kumimoji="1" lang="en" altLang="zh-CN" sz="1200" b="1" dirty="0">
                <a:latin typeface="Alibaba PuHuiTi" pitchFamily="18" charset="-122"/>
                <a:ea typeface="Alibaba PuHuiTi" pitchFamily="18" charset="-122"/>
                <a:cs typeface="Alibaba PuHuiTi" pitchFamily="18" charset="-122"/>
              </a:rPr>
              <a:t>complete project</a:t>
            </a:r>
            <a:endParaRPr lang="zh-CN" altLang="en-US" sz="1200" b="1" dirty="0">
              <a:latin typeface="Alibaba PuHuiTi" pitchFamily="18" charset="-122"/>
              <a:ea typeface="Alibaba PuHuiTi" pitchFamily="18" charset="-122"/>
              <a:cs typeface="Alibaba PuHuiTi" pitchFamily="18" charset="-122"/>
            </a:endParaRPr>
          </a:p>
        </p:txBody>
      </p:sp>
      <p:grpSp>
        <p:nvGrpSpPr>
          <p:cNvPr id="604" name="Google Shape;6673;p79">
            <a:extLst>
              <a:ext uri="{FF2B5EF4-FFF2-40B4-BE49-F238E27FC236}">
                <a16:creationId xmlns:a16="http://schemas.microsoft.com/office/drawing/2014/main" id="{09E733D1-4013-E988-8D4B-4762FBED82BF}"/>
              </a:ext>
            </a:extLst>
          </p:cNvPr>
          <p:cNvGrpSpPr/>
          <p:nvPr/>
        </p:nvGrpSpPr>
        <p:grpSpPr>
          <a:xfrm>
            <a:off x="6500589" y="1690846"/>
            <a:ext cx="471527" cy="471527"/>
            <a:chOff x="-33286325" y="3586425"/>
            <a:chExt cx="291450" cy="291450"/>
          </a:xfrm>
          <a:solidFill>
            <a:srgbClr val="1E344D"/>
          </a:solidFill>
        </p:grpSpPr>
        <p:sp>
          <p:nvSpPr>
            <p:cNvPr id="605" name="Google Shape;6674;p79">
              <a:extLst>
                <a:ext uri="{FF2B5EF4-FFF2-40B4-BE49-F238E27FC236}">
                  <a16:creationId xmlns:a16="http://schemas.microsoft.com/office/drawing/2014/main" id="{3850085A-22D8-B88D-B30C-7E60E6234B65}"/>
                </a:ext>
              </a:extLst>
            </p:cNvPr>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grpFill/>
            <a:ln>
              <a:noFill/>
            </a:ln>
          </p:spPr>
          <p:txBody>
            <a:bodyPr spcFirstLastPara="1" wrap="square" lIns="121900" tIns="121900" rIns="121900" bIns="121900" anchor="ctr" anchorCtr="0">
              <a:noAutofit/>
            </a:bodyPr>
            <a:lstStyle/>
            <a:p>
              <a:endParaRPr sz="2400"/>
            </a:p>
          </p:txBody>
        </p:sp>
        <p:sp>
          <p:nvSpPr>
            <p:cNvPr id="606" name="Google Shape;6675;p79">
              <a:extLst>
                <a:ext uri="{FF2B5EF4-FFF2-40B4-BE49-F238E27FC236}">
                  <a16:creationId xmlns:a16="http://schemas.microsoft.com/office/drawing/2014/main" id="{DBB4B443-F752-E860-E381-2C3CE837F2DD}"/>
                </a:ext>
              </a:extLst>
            </p:cNvPr>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grpFill/>
            <a:ln>
              <a:noFill/>
            </a:ln>
          </p:spPr>
          <p:txBody>
            <a:bodyPr spcFirstLastPara="1" wrap="square" lIns="121900" tIns="121900" rIns="121900" bIns="121900" anchor="ctr" anchorCtr="0">
              <a:noAutofit/>
            </a:bodyPr>
            <a:lstStyle/>
            <a:p>
              <a:endParaRPr sz="2400"/>
            </a:p>
          </p:txBody>
        </p:sp>
        <p:sp>
          <p:nvSpPr>
            <p:cNvPr id="607" name="Google Shape;6676;p79">
              <a:extLst>
                <a:ext uri="{FF2B5EF4-FFF2-40B4-BE49-F238E27FC236}">
                  <a16:creationId xmlns:a16="http://schemas.microsoft.com/office/drawing/2014/main" id="{15B12328-F1F0-EC8E-FAAD-981B4F69D057}"/>
                </a:ext>
              </a:extLst>
            </p:cNvPr>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grpFill/>
            <a:ln>
              <a:noFill/>
            </a:ln>
          </p:spPr>
          <p:txBody>
            <a:bodyPr spcFirstLastPara="1" wrap="square" lIns="121900" tIns="121900" rIns="121900" bIns="121900" anchor="ctr" anchorCtr="0">
              <a:noAutofit/>
            </a:bodyPr>
            <a:lstStyle/>
            <a:p>
              <a:endParaRPr sz="2400"/>
            </a:p>
          </p:txBody>
        </p:sp>
        <p:sp>
          <p:nvSpPr>
            <p:cNvPr id="608" name="Google Shape;6677;p79">
              <a:extLst>
                <a:ext uri="{FF2B5EF4-FFF2-40B4-BE49-F238E27FC236}">
                  <a16:creationId xmlns:a16="http://schemas.microsoft.com/office/drawing/2014/main" id="{55E693D1-E56F-BFCB-E9B0-1B4B342687D5}"/>
                </a:ext>
              </a:extLst>
            </p:cNvPr>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grpFill/>
            <a:ln>
              <a:noFill/>
            </a:ln>
          </p:spPr>
          <p:txBody>
            <a:bodyPr spcFirstLastPara="1" wrap="square" lIns="121900" tIns="121900" rIns="121900" bIns="121900" anchor="ctr" anchorCtr="0">
              <a:noAutofit/>
            </a:bodyPr>
            <a:lstStyle/>
            <a:p>
              <a:endParaRPr sz="2400"/>
            </a:p>
          </p:txBody>
        </p:sp>
        <p:sp>
          <p:nvSpPr>
            <p:cNvPr id="609" name="Google Shape;6678;p79">
              <a:extLst>
                <a:ext uri="{FF2B5EF4-FFF2-40B4-BE49-F238E27FC236}">
                  <a16:creationId xmlns:a16="http://schemas.microsoft.com/office/drawing/2014/main" id="{5A80FDCA-7846-9592-BC11-9F12B9FCA4F1}"/>
                </a:ext>
              </a:extLst>
            </p:cNvPr>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619" name="Google Shape;6744;p79">
            <a:extLst>
              <a:ext uri="{FF2B5EF4-FFF2-40B4-BE49-F238E27FC236}">
                <a16:creationId xmlns:a16="http://schemas.microsoft.com/office/drawing/2014/main" id="{11571576-617F-67D1-B951-FE4BF0781428}"/>
              </a:ext>
            </a:extLst>
          </p:cNvPr>
          <p:cNvGrpSpPr/>
          <p:nvPr/>
        </p:nvGrpSpPr>
        <p:grpSpPr>
          <a:xfrm>
            <a:off x="8885937" y="1696350"/>
            <a:ext cx="443457" cy="471527"/>
            <a:chOff x="-34755225" y="3202075"/>
            <a:chExt cx="274100" cy="291450"/>
          </a:xfrm>
          <a:solidFill>
            <a:srgbClr val="1E344D"/>
          </a:solidFill>
        </p:grpSpPr>
        <p:sp>
          <p:nvSpPr>
            <p:cNvPr id="620" name="Google Shape;6745;p79">
              <a:extLst>
                <a:ext uri="{FF2B5EF4-FFF2-40B4-BE49-F238E27FC236}">
                  <a16:creationId xmlns:a16="http://schemas.microsoft.com/office/drawing/2014/main" id="{350D646B-7B4A-2FEA-2FB6-BABFFCA1F940}"/>
                </a:ext>
              </a:extLst>
            </p:cNvPr>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grpFill/>
            <a:ln>
              <a:noFill/>
            </a:ln>
          </p:spPr>
          <p:txBody>
            <a:bodyPr spcFirstLastPara="1" wrap="square" lIns="121900" tIns="121900" rIns="121900" bIns="121900" anchor="ctr" anchorCtr="0">
              <a:noAutofit/>
            </a:bodyPr>
            <a:lstStyle/>
            <a:p>
              <a:endParaRPr sz="2400"/>
            </a:p>
          </p:txBody>
        </p:sp>
        <p:sp>
          <p:nvSpPr>
            <p:cNvPr id="621" name="Google Shape;6746;p79">
              <a:extLst>
                <a:ext uri="{FF2B5EF4-FFF2-40B4-BE49-F238E27FC236}">
                  <a16:creationId xmlns:a16="http://schemas.microsoft.com/office/drawing/2014/main" id="{E1D7D2C3-38BA-612D-0B8F-96E99C47807A}"/>
                </a:ext>
              </a:extLst>
            </p:cNvPr>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grpFill/>
            <a:ln>
              <a:noFill/>
            </a:ln>
          </p:spPr>
          <p:txBody>
            <a:bodyPr spcFirstLastPara="1" wrap="square" lIns="121900" tIns="121900" rIns="121900" bIns="121900" anchor="ctr" anchorCtr="0">
              <a:noAutofit/>
            </a:bodyPr>
            <a:lstStyle/>
            <a:p>
              <a:endParaRPr sz="2400"/>
            </a:p>
          </p:txBody>
        </p:sp>
        <p:sp>
          <p:nvSpPr>
            <p:cNvPr id="622" name="Google Shape;6747;p79">
              <a:extLst>
                <a:ext uri="{FF2B5EF4-FFF2-40B4-BE49-F238E27FC236}">
                  <a16:creationId xmlns:a16="http://schemas.microsoft.com/office/drawing/2014/main" id="{78898503-E8D0-D6CE-D37D-374D906AB096}"/>
                </a:ext>
              </a:extLst>
            </p:cNvPr>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grpFill/>
            <a:ln>
              <a:noFill/>
            </a:ln>
          </p:spPr>
          <p:txBody>
            <a:bodyPr spcFirstLastPara="1" wrap="square" lIns="121900" tIns="121900" rIns="121900" bIns="121900" anchor="ctr" anchorCtr="0">
              <a:noAutofit/>
            </a:bodyPr>
            <a:lstStyle/>
            <a:p>
              <a:endParaRPr sz="2400"/>
            </a:p>
          </p:txBody>
        </p:sp>
        <p:sp>
          <p:nvSpPr>
            <p:cNvPr id="623" name="Google Shape;6748;p79">
              <a:extLst>
                <a:ext uri="{FF2B5EF4-FFF2-40B4-BE49-F238E27FC236}">
                  <a16:creationId xmlns:a16="http://schemas.microsoft.com/office/drawing/2014/main" id="{7B796EBE-379D-755E-BA88-4FAC6BC1C45F}"/>
                </a:ext>
              </a:extLst>
            </p:cNvPr>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grpFill/>
            <a:ln>
              <a:noFill/>
            </a:ln>
          </p:spPr>
          <p:txBody>
            <a:bodyPr spcFirstLastPara="1" wrap="square" lIns="121900" tIns="121900" rIns="121900" bIns="121900" anchor="ctr" anchorCtr="0">
              <a:noAutofit/>
            </a:bodyPr>
            <a:lstStyle/>
            <a:p>
              <a:endParaRPr sz="2400"/>
            </a:p>
          </p:txBody>
        </p:sp>
        <p:sp>
          <p:nvSpPr>
            <p:cNvPr id="624" name="Google Shape;6749;p79">
              <a:extLst>
                <a:ext uri="{FF2B5EF4-FFF2-40B4-BE49-F238E27FC236}">
                  <a16:creationId xmlns:a16="http://schemas.microsoft.com/office/drawing/2014/main" id="{6C2BC78B-5DA7-2F10-ADBB-13973240DDA6}"/>
                </a:ext>
              </a:extLst>
            </p:cNvPr>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grpFill/>
            <a:ln>
              <a:noFill/>
            </a:ln>
          </p:spPr>
          <p:txBody>
            <a:bodyPr spcFirstLastPara="1" wrap="square" lIns="121900" tIns="121900" rIns="121900" bIns="121900" anchor="ctr" anchorCtr="0">
              <a:noAutofit/>
            </a:bodyPr>
            <a:lstStyle/>
            <a:p>
              <a:endParaRPr sz="2400"/>
            </a:p>
          </p:txBody>
        </p:sp>
        <p:sp>
          <p:nvSpPr>
            <p:cNvPr id="625" name="Google Shape;6750;p79">
              <a:extLst>
                <a:ext uri="{FF2B5EF4-FFF2-40B4-BE49-F238E27FC236}">
                  <a16:creationId xmlns:a16="http://schemas.microsoft.com/office/drawing/2014/main" id="{4FC7CD96-042C-A547-70EA-E6931EAB7293}"/>
                </a:ext>
              </a:extLst>
            </p:cNvPr>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grpFill/>
            <a:ln>
              <a:noFill/>
            </a:ln>
          </p:spPr>
          <p:txBody>
            <a:bodyPr spcFirstLastPara="1" wrap="square" lIns="121900" tIns="121900" rIns="121900" bIns="121900" anchor="ctr" anchorCtr="0">
              <a:noAutofit/>
            </a:bodyPr>
            <a:lstStyle/>
            <a:p>
              <a:endParaRPr sz="2400"/>
            </a:p>
          </p:txBody>
        </p:sp>
        <p:sp>
          <p:nvSpPr>
            <p:cNvPr id="626" name="Google Shape;6751;p79">
              <a:extLst>
                <a:ext uri="{FF2B5EF4-FFF2-40B4-BE49-F238E27FC236}">
                  <a16:creationId xmlns:a16="http://schemas.microsoft.com/office/drawing/2014/main" id="{ECCF7801-AB67-CB00-5EE6-86A34EC7CA35}"/>
                </a:ext>
              </a:extLst>
            </p:cNvPr>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627" name="Google Shape;5745;p77">
            <a:extLst>
              <a:ext uri="{FF2B5EF4-FFF2-40B4-BE49-F238E27FC236}">
                <a16:creationId xmlns:a16="http://schemas.microsoft.com/office/drawing/2014/main" id="{60BE12A5-63D8-CFF4-0710-26C1D8C93C78}"/>
              </a:ext>
            </a:extLst>
          </p:cNvPr>
          <p:cNvGrpSpPr/>
          <p:nvPr/>
        </p:nvGrpSpPr>
        <p:grpSpPr>
          <a:xfrm>
            <a:off x="11073005" y="1725129"/>
            <a:ext cx="494505" cy="450340"/>
            <a:chOff x="-40378075" y="3267450"/>
            <a:chExt cx="317425" cy="289075"/>
          </a:xfrm>
          <a:solidFill>
            <a:srgbClr val="1E344D"/>
          </a:solidFill>
        </p:grpSpPr>
        <p:sp>
          <p:nvSpPr>
            <p:cNvPr id="628" name="Google Shape;5746;p77">
              <a:extLst>
                <a:ext uri="{FF2B5EF4-FFF2-40B4-BE49-F238E27FC236}">
                  <a16:creationId xmlns:a16="http://schemas.microsoft.com/office/drawing/2014/main" id="{15CC0B12-EDD7-FEFA-017B-693301D11302}"/>
                </a:ext>
              </a:extLst>
            </p:cNvPr>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grpFill/>
            <a:ln>
              <a:noFill/>
            </a:ln>
          </p:spPr>
          <p:txBody>
            <a:bodyPr spcFirstLastPara="1" wrap="square" lIns="121900" tIns="121900" rIns="121900" bIns="121900" anchor="ctr" anchorCtr="0">
              <a:noAutofit/>
            </a:bodyPr>
            <a:lstStyle/>
            <a:p>
              <a:endParaRPr sz="2400"/>
            </a:p>
          </p:txBody>
        </p:sp>
        <p:sp>
          <p:nvSpPr>
            <p:cNvPr id="629" name="Google Shape;5747;p77">
              <a:extLst>
                <a:ext uri="{FF2B5EF4-FFF2-40B4-BE49-F238E27FC236}">
                  <a16:creationId xmlns:a16="http://schemas.microsoft.com/office/drawing/2014/main" id="{6E19D6B0-EF44-0A72-8E71-DAC788C367D0}"/>
                </a:ext>
              </a:extLst>
            </p:cNvPr>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grpFill/>
            <a:ln>
              <a:noFill/>
            </a:ln>
          </p:spPr>
          <p:txBody>
            <a:bodyPr spcFirstLastPara="1" wrap="square" lIns="121900" tIns="121900" rIns="121900" bIns="121900" anchor="ctr" anchorCtr="0">
              <a:noAutofit/>
            </a:bodyPr>
            <a:lstStyle/>
            <a:p>
              <a:endParaRPr sz="2400"/>
            </a:p>
          </p:txBody>
        </p:sp>
        <p:sp>
          <p:nvSpPr>
            <p:cNvPr id="630" name="Google Shape;5748;p77">
              <a:extLst>
                <a:ext uri="{FF2B5EF4-FFF2-40B4-BE49-F238E27FC236}">
                  <a16:creationId xmlns:a16="http://schemas.microsoft.com/office/drawing/2014/main" id="{F88F41FA-FAF6-6543-A504-53C1F89499E6}"/>
                </a:ext>
              </a:extLst>
            </p:cNvPr>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grpFill/>
            <a:ln>
              <a:noFill/>
            </a:ln>
          </p:spPr>
          <p:txBody>
            <a:bodyPr spcFirstLastPara="1" wrap="square" lIns="121900" tIns="121900" rIns="121900" bIns="121900" anchor="ctr" anchorCtr="0">
              <a:noAutofit/>
            </a:bodyPr>
            <a:lstStyle/>
            <a:p>
              <a:endParaRPr sz="2400"/>
            </a:p>
          </p:txBody>
        </p:sp>
        <p:sp>
          <p:nvSpPr>
            <p:cNvPr id="631" name="Google Shape;5749;p77">
              <a:extLst>
                <a:ext uri="{FF2B5EF4-FFF2-40B4-BE49-F238E27FC236}">
                  <a16:creationId xmlns:a16="http://schemas.microsoft.com/office/drawing/2014/main" id="{01250048-3926-2CCB-0D85-F0E392BEEF40}"/>
                </a:ext>
              </a:extLst>
            </p:cNvPr>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grpFill/>
            <a:ln>
              <a:noFill/>
            </a:ln>
          </p:spPr>
          <p:txBody>
            <a:bodyPr spcFirstLastPara="1" wrap="square" lIns="121900" tIns="121900" rIns="121900" bIns="121900" anchor="ctr" anchorCtr="0">
              <a:noAutofit/>
            </a:bodyPr>
            <a:lstStyle/>
            <a:p>
              <a:endParaRPr sz="2400"/>
            </a:p>
          </p:txBody>
        </p:sp>
      </p:grpSp>
      <p:sp>
        <p:nvSpPr>
          <p:cNvPr id="27" name="文本框 26">
            <a:extLst>
              <a:ext uri="{FF2B5EF4-FFF2-40B4-BE49-F238E27FC236}">
                <a16:creationId xmlns:a16="http://schemas.microsoft.com/office/drawing/2014/main" id="{F929BD89-0D13-F475-4465-2336B710E2A3}"/>
              </a:ext>
            </a:extLst>
          </p:cNvPr>
          <p:cNvSpPr txBox="1"/>
          <p:nvPr/>
        </p:nvSpPr>
        <p:spPr>
          <a:xfrm>
            <a:off x="483258" y="4869160"/>
            <a:ext cx="2005643" cy="307777"/>
          </a:xfrm>
          <a:prstGeom prst="rect">
            <a:avLst/>
          </a:prstGeom>
          <a:noFill/>
        </p:spPr>
        <p:txBody>
          <a:bodyPr wrap="square">
            <a:spAutoFit/>
          </a:bodyPr>
          <a:lstStyle/>
          <a:p>
            <a:r>
              <a:rPr kumimoji="1" lang="en" altLang="zh-CN" sz="1400" dirty="0">
                <a:solidFill>
                  <a:srgbClr val="BB3023"/>
                </a:solidFill>
                <a:latin typeface="Alibaba PuHuiTi Medium" pitchFamily="18" charset="-122"/>
                <a:ea typeface="Alibaba PuHuiTi Medium" pitchFamily="18" charset="-122"/>
                <a:cs typeface="Alibaba PuHuiTi Medium" pitchFamily="18" charset="-122"/>
              </a:rPr>
              <a:t>Sports Event</a:t>
            </a: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-6</a:t>
            </a:r>
            <a:endParaRPr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633" name="直线连接符 632">
            <a:extLst>
              <a:ext uri="{FF2B5EF4-FFF2-40B4-BE49-F238E27FC236}">
                <a16:creationId xmlns:a16="http://schemas.microsoft.com/office/drawing/2014/main" id="{31F55D53-2935-3729-D77F-3E4C5E314172}"/>
              </a:ext>
            </a:extLst>
          </p:cNvPr>
          <p:cNvCxnSpPr/>
          <p:nvPr/>
        </p:nvCxnSpPr>
        <p:spPr>
          <a:xfrm>
            <a:off x="2775284" y="2999874"/>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34" name="文本框 633">
            <a:extLst>
              <a:ext uri="{FF2B5EF4-FFF2-40B4-BE49-F238E27FC236}">
                <a16:creationId xmlns:a16="http://schemas.microsoft.com/office/drawing/2014/main" id="{6F67C54D-A85F-6716-FC79-4FEEC1F84AC3}"/>
              </a:ext>
            </a:extLst>
          </p:cNvPr>
          <p:cNvSpPr txBox="1"/>
          <p:nvPr/>
        </p:nvSpPr>
        <p:spPr>
          <a:xfrm>
            <a:off x="2911823" y="3221179"/>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35" name="文本框 634">
            <a:extLst>
              <a:ext uri="{FF2B5EF4-FFF2-40B4-BE49-F238E27FC236}">
                <a16:creationId xmlns:a16="http://schemas.microsoft.com/office/drawing/2014/main" id="{37E15FE6-3474-D9D1-4324-7BB539DEB86C}"/>
              </a:ext>
            </a:extLst>
          </p:cNvPr>
          <p:cNvSpPr txBox="1"/>
          <p:nvPr/>
        </p:nvSpPr>
        <p:spPr>
          <a:xfrm>
            <a:off x="2904477" y="3519116"/>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36" name="文本框 635">
            <a:extLst>
              <a:ext uri="{FF2B5EF4-FFF2-40B4-BE49-F238E27FC236}">
                <a16:creationId xmlns:a16="http://schemas.microsoft.com/office/drawing/2014/main" id="{739C3DB1-98CC-FF91-E6F3-12A9A36B558D}"/>
              </a:ext>
            </a:extLst>
          </p:cNvPr>
          <p:cNvSpPr txBox="1"/>
          <p:nvPr/>
        </p:nvSpPr>
        <p:spPr>
          <a:xfrm>
            <a:off x="3935760" y="3540932"/>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38" name="矩形 637">
            <a:extLst>
              <a:ext uri="{FF2B5EF4-FFF2-40B4-BE49-F238E27FC236}">
                <a16:creationId xmlns:a16="http://schemas.microsoft.com/office/drawing/2014/main" id="{0CF15091-3AD3-673C-D8FC-AAF8B30A4B32}"/>
              </a:ext>
            </a:extLst>
          </p:cNvPr>
          <p:cNvSpPr/>
          <p:nvPr/>
        </p:nvSpPr>
        <p:spPr>
          <a:xfrm>
            <a:off x="5325980" y="3352800"/>
            <a:ext cx="1957136" cy="25667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1" name="圆角矩形 640">
            <a:extLst>
              <a:ext uri="{FF2B5EF4-FFF2-40B4-BE49-F238E27FC236}">
                <a16:creationId xmlns:a16="http://schemas.microsoft.com/office/drawing/2014/main" id="{CC7E8736-DD89-4071-CC27-4FD62A779C0A}"/>
              </a:ext>
            </a:extLst>
          </p:cNvPr>
          <p:cNvSpPr/>
          <p:nvPr/>
        </p:nvSpPr>
        <p:spPr>
          <a:xfrm>
            <a:off x="10303968" y="3277144"/>
            <a:ext cx="1246348" cy="476708"/>
          </a:xfrm>
          <a:prstGeom prst="roundRect">
            <a:avLst>
              <a:gd name="adj"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5" name="文本框 644">
            <a:extLst>
              <a:ext uri="{FF2B5EF4-FFF2-40B4-BE49-F238E27FC236}">
                <a16:creationId xmlns:a16="http://schemas.microsoft.com/office/drawing/2014/main" id="{24923EF4-017C-31AB-9DB4-DEAB44F8D9D9}"/>
              </a:ext>
            </a:extLst>
          </p:cNvPr>
          <p:cNvSpPr txBox="1"/>
          <p:nvPr/>
        </p:nvSpPr>
        <p:spPr>
          <a:xfrm>
            <a:off x="8865477" y="3352800"/>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46" name="文本框 645">
            <a:extLst>
              <a:ext uri="{FF2B5EF4-FFF2-40B4-BE49-F238E27FC236}">
                <a16:creationId xmlns:a16="http://schemas.microsoft.com/office/drawing/2014/main" id="{374B3B1F-5FD0-13C2-955C-5C6B5296C434}"/>
              </a:ext>
            </a:extLst>
          </p:cNvPr>
          <p:cNvSpPr txBox="1"/>
          <p:nvPr/>
        </p:nvSpPr>
        <p:spPr>
          <a:xfrm>
            <a:off x="10480649" y="3276782"/>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47" name="文本框 646">
            <a:extLst>
              <a:ext uri="{FF2B5EF4-FFF2-40B4-BE49-F238E27FC236}">
                <a16:creationId xmlns:a16="http://schemas.microsoft.com/office/drawing/2014/main" id="{CFDE2E25-DBD5-C8DF-1AE8-221E00164446}"/>
              </a:ext>
            </a:extLst>
          </p:cNvPr>
          <p:cNvSpPr txBox="1"/>
          <p:nvPr/>
        </p:nvSpPr>
        <p:spPr>
          <a:xfrm>
            <a:off x="7360787" y="3320716"/>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100%</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cxnSp>
        <p:nvCxnSpPr>
          <p:cNvPr id="657" name="直线连接符 656">
            <a:extLst>
              <a:ext uri="{FF2B5EF4-FFF2-40B4-BE49-F238E27FC236}">
                <a16:creationId xmlns:a16="http://schemas.microsoft.com/office/drawing/2014/main" id="{596E42EC-961E-4E47-0DD1-E3B3414CE785}"/>
              </a:ext>
            </a:extLst>
          </p:cNvPr>
          <p:cNvCxnSpPr/>
          <p:nvPr/>
        </p:nvCxnSpPr>
        <p:spPr>
          <a:xfrm>
            <a:off x="2775284" y="3940896"/>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58" name="文本框 657">
            <a:extLst>
              <a:ext uri="{FF2B5EF4-FFF2-40B4-BE49-F238E27FC236}">
                <a16:creationId xmlns:a16="http://schemas.microsoft.com/office/drawing/2014/main" id="{3DC4BC9F-A835-F78B-8698-02F4F8E5EF6A}"/>
              </a:ext>
            </a:extLst>
          </p:cNvPr>
          <p:cNvSpPr txBox="1"/>
          <p:nvPr/>
        </p:nvSpPr>
        <p:spPr>
          <a:xfrm>
            <a:off x="2911823" y="4162201"/>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59" name="文本框 658">
            <a:extLst>
              <a:ext uri="{FF2B5EF4-FFF2-40B4-BE49-F238E27FC236}">
                <a16:creationId xmlns:a16="http://schemas.microsoft.com/office/drawing/2014/main" id="{7A99C4F8-F519-D774-6958-B6EC84B5BEB7}"/>
              </a:ext>
            </a:extLst>
          </p:cNvPr>
          <p:cNvSpPr txBox="1"/>
          <p:nvPr/>
        </p:nvSpPr>
        <p:spPr>
          <a:xfrm>
            <a:off x="2904477" y="4460138"/>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60" name="文本框 659">
            <a:extLst>
              <a:ext uri="{FF2B5EF4-FFF2-40B4-BE49-F238E27FC236}">
                <a16:creationId xmlns:a16="http://schemas.microsoft.com/office/drawing/2014/main" id="{1C8D70A1-866B-3D70-2220-06ADE9EFFD7B}"/>
              </a:ext>
            </a:extLst>
          </p:cNvPr>
          <p:cNvSpPr txBox="1"/>
          <p:nvPr/>
        </p:nvSpPr>
        <p:spPr>
          <a:xfrm>
            <a:off x="3935760" y="4481954"/>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61" name="矩形 660">
            <a:extLst>
              <a:ext uri="{FF2B5EF4-FFF2-40B4-BE49-F238E27FC236}">
                <a16:creationId xmlns:a16="http://schemas.microsoft.com/office/drawing/2014/main" id="{E7FDB671-7C65-573E-C070-B9D2B6CFEA37}"/>
              </a:ext>
            </a:extLst>
          </p:cNvPr>
          <p:cNvSpPr/>
          <p:nvPr/>
        </p:nvSpPr>
        <p:spPr>
          <a:xfrm>
            <a:off x="5325980" y="4299284"/>
            <a:ext cx="1219199" cy="25121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2" name="圆角矩形 661">
            <a:extLst>
              <a:ext uri="{FF2B5EF4-FFF2-40B4-BE49-F238E27FC236}">
                <a16:creationId xmlns:a16="http://schemas.microsoft.com/office/drawing/2014/main" id="{2351BAD0-8669-53CD-AB5D-292CC0C11BAD}"/>
              </a:ext>
            </a:extLst>
          </p:cNvPr>
          <p:cNvSpPr/>
          <p:nvPr/>
        </p:nvSpPr>
        <p:spPr>
          <a:xfrm>
            <a:off x="10303968" y="4218166"/>
            <a:ext cx="1246348" cy="476708"/>
          </a:xfrm>
          <a:prstGeom prst="roundRect">
            <a:avLst>
              <a:gd name="adj"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3" name="文本框 662">
            <a:extLst>
              <a:ext uri="{FF2B5EF4-FFF2-40B4-BE49-F238E27FC236}">
                <a16:creationId xmlns:a16="http://schemas.microsoft.com/office/drawing/2014/main" id="{71B31E46-0D69-FA2C-8079-4D7C6BB096C3}"/>
              </a:ext>
            </a:extLst>
          </p:cNvPr>
          <p:cNvSpPr txBox="1"/>
          <p:nvPr/>
        </p:nvSpPr>
        <p:spPr>
          <a:xfrm>
            <a:off x="8865477" y="4293822"/>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64" name="文本框 663">
            <a:extLst>
              <a:ext uri="{FF2B5EF4-FFF2-40B4-BE49-F238E27FC236}">
                <a16:creationId xmlns:a16="http://schemas.microsoft.com/office/drawing/2014/main" id="{3E351A37-7EDE-2B00-DBA0-772CDDEFDBCC}"/>
              </a:ext>
            </a:extLst>
          </p:cNvPr>
          <p:cNvSpPr txBox="1"/>
          <p:nvPr/>
        </p:nvSpPr>
        <p:spPr>
          <a:xfrm>
            <a:off x="10480649" y="4217804"/>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65" name="文本框 664">
            <a:extLst>
              <a:ext uri="{FF2B5EF4-FFF2-40B4-BE49-F238E27FC236}">
                <a16:creationId xmlns:a16="http://schemas.microsoft.com/office/drawing/2014/main" id="{1604106C-7A69-747E-4CD0-C2DF07D486A1}"/>
              </a:ext>
            </a:extLst>
          </p:cNvPr>
          <p:cNvSpPr txBox="1"/>
          <p:nvPr/>
        </p:nvSpPr>
        <p:spPr>
          <a:xfrm>
            <a:off x="7360787" y="4261738"/>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76%</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cxnSp>
        <p:nvCxnSpPr>
          <p:cNvPr id="667" name="直线连接符 666">
            <a:extLst>
              <a:ext uri="{FF2B5EF4-FFF2-40B4-BE49-F238E27FC236}">
                <a16:creationId xmlns:a16="http://schemas.microsoft.com/office/drawing/2014/main" id="{32824521-2049-4D85-8280-0678878B2E99}"/>
              </a:ext>
            </a:extLst>
          </p:cNvPr>
          <p:cNvCxnSpPr/>
          <p:nvPr/>
        </p:nvCxnSpPr>
        <p:spPr>
          <a:xfrm>
            <a:off x="2775284" y="4876638"/>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68" name="文本框 667">
            <a:extLst>
              <a:ext uri="{FF2B5EF4-FFF2-40B4-BE49-F238E27FC236}">
                <a16:creationId xmlns:a16="http://schemas.microsoft.com/office/drawing/2014/main" id="{2899A734-B3CB-AE00-0662-3572EF739DCC}"/>
              </a:ext>
            </a:extLst>
          </p:cNvPr>
          <p:cNvSpPr txBox="1"/>
          <p:nvPr/>
        </p:nvSpPr>
        <p:spPr>
          <a:xfrm>
            <a:off x="2911823" y="5097943"/>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69" name="文本框 668">
            <a:extLst>
              <a:ext uri="{FF2B5EF4-FFF2-40B4-BE49-F238E27FC236}">
                <a16:creationId xmlns:a16="http://schemas.microsoft.com/office/drawing/2014/main" id="{2D164F74-1685-8BED-335A-6AA1EA240699}"/>
              </a:ext>
            </a:extLst>
          </p:cNvPr>
          <p:cNvSpPr txBox="1"/>
          <p:nvPr/>
        </p:nvSpPr>
        <p:spPr>
          <a:xfrm>
            <a:off x="2904477" y="5395880"/>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70" name="文本框 669">
            <a:extLst>
              <a:ext uri="{FF2B5EF4-FFF2-40B4-BE49-F238E27FC236}">
                <a16:creationId xmlns:a16="http://schemas.microsoft.com/office/drawing/2014/main" id="{5174E629-7876-9678-EA18-2A8EED20B3A8}"/>
              </a:ext>
            </a:extLst>
          </p:cNvPr>
          <p:cNvSpPr txBox="1"/>
          <p:nvPr/>
        </p:nvSpPr>
        <p:spPr>
          <a:xfrm>
            <a:off x="3935760" y="5417696"/>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71" name="矩形 670">
            <a:extLst>
              <a:ext uri="{FF2B5EF4-FFF2-40B4-BE49-F238E27FC236}">
                <a16:creationId xmlns:a16="http://schemas.microsoft.com/office/drawing/2014/main" id="{A7A06C7F-758D-1F23-BDB4-4394C578FDF6}"/>
              </a:ext>
            </a:extLst>
          </p:cNvPr>
          <p:cNvSpPr/>
          <p:nvPr/>
        </p:nvSpPr>
        <p:spPr>
          <a:xfrm>
            <a:off x="5325980" y="5245768"/>
            <a:ext cx="1395662" cy="24046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2" name="圆角矩形 671">
            <a:extLst>
              <a:ext uri="{FF2B5EF4-FFF2-40B4-BE49-F238E27FC236}">
                <a16:creationId xmlns:a16="http://schemas.microsoft.com/office/drawing/2014/main" id="{3EA6F89F-2F31-EA21-557D-BAF4ADE2B374}"/>
              </a:ext>
            </a:extLst>
          </p:cNvPr>
          <p:cNvSpPr/>
          <p:nvPr/>
        </p:nvSpPr>
        <p:spPr>
          <a:xfrm>
            <a:off x="10303968" y="5153908"/>
            <a:ext cx="1246348" cy="476708"/>
          </a:xfrm>
          <a:prstGeom prst="roundRect">
            <a:avLst>
              <a:gd name="adj"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3" name="文本框 672">
            <a:extLst>
              <a:ext uri="{FF2B5EF4-FFF2-40B4-BE49-F238E27FC236}">
                <a16:creationId xmlns:a16="http://schemas.microsoft.com/office/drawing/2014/main" id="{34133E14-33CD-7F11-FC16-86CBEC1BA892}"/>
              </a:ext>
            </a:extLst>
          </p:cNvPr>
          <p:cNvSpPr txBox="1"/>
          <p:nvPr/>
        </p:nvSpPr>
        <p:spPr>
          <a:xfrm>
            <a:off x="8865477" y="5229564"/>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74" name="文本框 673">
            <a:extLst>
              <a:ext uri="{FF2B5EF4-FFF2-40B4-BE49-F238E27FC236}">
                <a16:creationId xmlns:a16="http://schemas.microsoft.com/office/drawing/2014/main" id="{0959F3EC-93D8-F447-3285-F467FC212546}"/>
              </a:ext>
            </a:extLst>
          </p:cNvPr>
          <p:cNvSpPr txBox="1"/>
          <p:nvPr/>
        </p:nvSpPr>
        <p:spPr>
          <a:xfrm>
            <a:off x="10480649" y="5153546"/>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75" name="文本框 674">
            <a:extLst>
              <a:ext uri="{FF2B5EF4-FFF2-40B4-BE49-F238E27FC236}">
                <a16:creationId xmlns:a16="http://schemas.microsoft.com/office/drawing/2014/main" id="{76CD102F-38B9-4D34-5344-02ABE9A934E8}"/>
              </a:ext>
            </a:extLst>
          </p:cNvPr>
          <p:cNvSpPr txBox="1"/>
          <p:nvPr/>
        </p:nvSpPr>
        <p:spPr>
          <a:xfrm>
            <a:off x="7360787" y="5197480"/>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80%</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cxnSp>
        <p:nvCxnSpPr>
          <p:cNvPr id="676" name="直线连接符 675">
            <a:extLst>
              <a:ext uri="{FF2B5EF4-FFF2-40B4-BE49-F238E27FC236}">
                <a16:creationId xmlns:a16="http://schemas.microsoft.com/office/drawing/2014/main" id="{5C20F07B-9BF3-DC79-4CF8-6571FE633154}"/>
              </a:ext>
            </a:extLst>
          </p:cNvPr>
          <p:cNvCxnSpPr/>
          <p:nvPr/>
        </p:nvCxnSpPr>
        <p:spPr>
          <a:xfrm>
            <a:off x="2775284" y="5812742"/>
            <a:ext cx="8775032"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77" name="文本框 676">
            <a:extLst>
              <a:ext uri="{FF2B5EF4-FFF2-40B4-BE49-F238E27FC236}">
                <a16:creationId xmlns:a16="http://schemas.microsoft.com/office/drawing/2014/main" id="{CFD470C4-56C2-2FD2-F06E-571D19F8426D}"/>
              </a:ext>
            </a:extLst>
          </p:cNvPr>
          <p:cNvSpPr txBox="1"/>
          <p:nvPr/>
        </p:nvSpPr>
        <p:spPr>
          <a:xfrm>
            <a:off x="2911823" y="6034047"/>
            <a:ext cx="2253735" cy="338554"/>
          </a:xfrm>
          <a:prstGeom prst="rect">
            <a:avLst/>
          </a:prstGeom>
          <a:noFill/>
        </p:spPr>
        <p:txBody>
          <a:bodyPr wrap="square">
            <a:spAutoFit/>
          </a:bodyPr>
          <a:lstStyle/>
          <a:p>
            <a:r>
              <a:rPr kumimoji="1" lang="en" altLang="zh-CN" sz="1600" b="1" dirty="0">
                <a:solidFill>
                  <a:srgbClr val="1E344D"/>
                </a:solidFill>
                <a:latin typeface="Alibaba PuHuiTi" pitchFamily="18" charset="-122"/>
                <a:ea typeface="Alibaba PuHuiTi" pitchFamily="18" charset="-122"/>
                <a:cs typeface="Alibaba PuHuiTi" pitchFamily="18" charset="-122"/>
              </a:rPr>
              <a:t>complete project</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78" name="文本框 677">
            <a:extLst>
              <a:ext uri="{FF2B5EF4-FFF2-40B4-BE49-F238E27FC236}">
                <a16:creationId xmlns:a16="http://schemas.microsoft.com/office/drawing/2014/main" id="{39115BE6-BF27-55D9-1B91-849075E571BD}"/>
              </a:ext>
            </a:extLst>
          </p:cNvPr>
          <p:cNvSpPr txBox="1"/>
          <p:nvPr/>
        </p:nvSpPr>
        <p:spPr>
          <a:xfrm>
            <a:off x="2904477" y="6331984"/>
            <a:ext cx="1370119" cy="307777"/>
          </a:xfrm>
          <a:prstGeom prst="rect">
            <a:avLst/>
          </a:prstGeom>
          <a:noFill/>
        </p:spPr>
        <p:txBody>
          <a:bodyPr wrap="square" rtlCol="0">
            <a:spAutoFit/>
          </a:bodyPr>
          <a:lstStyle/>
          <a:p>
            <a:r>
              <a:rPr kumimoji="1" lang="en"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Write Here</a:t>
            </a:r>
            <a:r>
              <a:rPr kumimoji="1" lang="en-US" altLang="zh-CN"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rPr>
              <a:t>/</a:t>
            </a:r>
            <a:endParaRPr kumimoji="1" lang="zh-CN" altLang="en-US" sz="1400" dirty="0">
              <a:solidFill>
                <a:schemeClr val="tx1">
                  <a:lumMod val="50000"/>
                  <a:lumOff val="50000"/>
                </a:schemeClr>
              </a:solidFill>
              <a:latin typeface="Alibaba PuHuiTi Medium" pitchFamily="18" charset="-122"/>
              <a:ea typeface="Alibaba PuHuiTi Medium" pitchFamily="18" charset="-122"/>
              <a:cs typeface="Alibaba PuHuiTi Medium" pitchFamily="18" charset="-122"/>
            </a:endParaRPr>
          </a:p>
        </p:txBody>
      </p:sp>
      <p:sp>
        <p:nvSpPr>
          <p:cNvPr id="679" name="文本框 678">
            <a:extLst>
              <a:ext uri="{FF2B5EF4-FFF2-40B4-BE49-F238E27FC236}">
                <a16:creationId xmlns:a16="http://schemas.microsoft.com/office/drawing/2014/main" id="{05313C55-D6D3-C064-40A4-20D524CC5347}"/>
              </a:ext>
            </a:extLst>
          </p:cNvPr>
          <p:cNvSpPr txBox="1"/>
          <p:nvPr/>
        </p:nvSpPr>
        <p:spPr>
          <a:xfrm>
            <a:off x="3935760" y="6353800"/>
            <a:ext cx="969095" cy="261610"/>
          </a:xfrm>
          <a:prstGeom prst="rect">
            <a:avLst/>
          </a:prstGeom>
          <a:noFill/>
        </p:spPr>
        <p:txBody>
          <a:bodyPr wrap="square">
            <a:spAutoFit/>
          </a:bodyPr>
          <a:lstStyle/>
          <a:p>
            <a:r>
              <a:rPr kumimoji="1" lang="en" altLang="zh-CN" sz="1100" b="1" dirty="0">
                <a:solidFill>
                  <a:schemeClr val="tx1">
                    <a:lumMod val="50000"/>
                    <a:lumOff val="50000"/>
                  </a:schemeClr>
                </a:solidFill>
                <a:latin typeface="Alibaba PuHuiTi" pitchFamily="18" charset="-122"/>
                <a:ea typeface="Alibaba PuHuiTi" pitchFamily="18" charset="-122"/>
                <a:cs typeface="Alibaba PuHuiTi" pitchFamily="18" charset="-122"/>
              </a:rPr>
              <a:t>main title</a:t>
            </a:r>
            <a:endParaRPr lang="zh-CN" altLang="en-US" sz="1100" b="1" dirty="0">
              <a:solidFill>
                <a:schemeClr val="tx1">
                  <a:lumMod val="50000"/>
                  <a:lumOff val="50000"/>
                </a:schemeClr>
              </a:solidFill>
              <a:latin typeface="Alibaba PuHuiTi" pitchFamily="18" charset="-122"/>
              <a:ea typeface="Alibaba PuHuiTi" pitchFamily="18" charset="-122"/>
              <a:cs typeface="Alibaba PuHuiTi" pitchFamily="18" charset="-122"/>
            </a:endParaRPr>
          </a:p>
        </p:txBody>
      </p:sp>
      <p:sp>
        <p:nvSpPr>
          <p:cNvPr id="680" name="矩形 679">
            <a:extLst>
              <a:ext uri="{FF2B5EF4-FFF2-40B4-BE49-F238E27FC236}">
                <a16:creationId xmlns:a16="http://schemas.microsoft.com/office/drawing/2014/main" id="{E531FD2E-4DAC-0AA4-3598-6D51A87E1B9C}"/>
              </a:ext>
            </a:extLst>
          </p:cNvPr>
          <p:cNvSpPr/>
          <p:nvPr/>
        </p:nvSpPr>
        <p:spPr>
          <a:xfrm>
            <a:off x="5325980" y="6176211"/>
            <a:ext cx="1572125" cy="2461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1" name="圆角矩形 680">
            <a:extLst>
              <a:ext uri="{FF2B5EF4-FFF2-40B4-BE49-F238E27FC236}">
                <a16:creationId xmlns:a16="http://schemas.microsoft.com/office/drawing/2014/main" id="{3E3238D4-984E-514A-DBB5-BA5FB13C54E2}"/>
              </a:ext>
            </a:extLst>
          </p:cNvPr>
          <p:cNvSpPr/>
          <p:nvPr/>
        </p:nvSpPr>
        <p:spPr>
          <a:xfrm>
            <a:off x="10303968" y="6090012"/>
            <a:ext cx="1246348" cy="476708"/>
          </a:xfrm>
          <a:prstGeom prst="roundRect">
            <a:avLst>
              <a:gd name="adj" fmla="val 5000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2" name="文本框 681">
            <a:extLst>
              <a:ext uri="{FF2B5EF4-FFF2-40B4-BE49-F238E27FC236}">
                <a16:creationId xmlns:a16="http://schemas.microsoft.com/office/drawing/2014/main" id="{81CD4DC4-9383-EDE3-E6EA-5575D96337A7}"/>
              </a:ext>
            </a:extLst>
          </p:cNvPr>
          <p:cNvSpPr txBox="1"/>
          <p:nvPr/>
        </p:nvSpPr>
        <p:spPr>
          <a:xfrm>
            <a:off x="8865477" y="6165668"/>
            <a:ext cx="1481681" cy="342746"/>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2023/07/08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83" name="文本框 682">
            <a:extLst>
              <a:ext uri="{FF2B5EF4-FFF2-40B4-BE49-F238E27FC236}">
                <a16:creationId xmlns:a16="http://schemas.microsoft.com/office/drawing/2014/main" id="{AE2313B3-6CF8-3215-1652-7D3CDD3AEC1D}"/>
              </a:ext>
            </a:extLst>
          </p:cNvPr>
          <p:cNvSpPr txBox="1"/>
          <p:nvPr/>
        </p:nvSpPr>
        <p:spPr>
          <a:xfrm>
            <a:off x="10480649" y="6089650"/>
            <a:ext cx="1481681" cy="400110"/>
          </a:xfrm>
          <a:prstGeom prst="rect">
            <a:avLst/>
          </a:prstGeom>
          <a:noFill/>
        </p:spPr>
        <p:txBody>
          <a:bodyPr wrap="square">
            <a:spAutoFit/>
          </a:bodyPr>
          <a:lstStyle/>
          <a:p>
            <a:r>
              <a:rPr kumimoji="1" lang="en-US" altLang="zh-CN" sz="2000" b="1" dirty="0">
                <a:solidFill>
                  <a:schemeClr val="bg1"/>
                </a:solidFill>
                <a:latin typeface="Alibaba PuHuiTi" pitchFamily="18" charset="-122"/>
                <a:ea typeface="Alibaba PuHuiTi" pitchFamily="18" charset="-122"/>
                <a:cs typeface="Alibaba PuHuiTi" pitchFamily="18" charset="-122"/>
              </a:rPr>
              <a:t>name</a:t>
            </a:r>
            <a:endParaRPr lang="zh-CN" altLang="en-US" sz="2000" b="1" dirty="0">
              <a:solidFill>
                <a:schemeClr val="bg1"/>
              </a:solidFill>
              <a:latin typeface="Alibaba PuHuiTi" pitchFamily="18" charset="-122"/>
              <a:ea typeface="Alibaba PuHuiTi" pitchFamily="18" charset="-122"/>
              <a:cs typeface="Alibaba PuHuiTi" pitchFamily="18" charset="-122"/>
            </a:endParaRPr>
          </a:p>
        </p:txBody>
      </p:sp>
      <p:sp>
        <p:nvSpPr>
          <p:cNvPr id="684" name="文本框 683">
            <a:extLst>
              <a:ext uri="{FF2B5EF4-FFF2-40B4-BE49-F238E27FC236}">
                <a16:creationId xmlns:a16="http://schemas.microsoft.com/office/drawing/2014/main" id="{964527B7-41AA-3790-0BF7-5CAE5A6F118D}"/>
              </a:ext>
            </a:extLst>
          </p:cNvPr>
          <p:cNvSpPr txBox="1"/>
          <p:nvPr/>
        </p:nvSpPr>
        <p:spPr>
          <a:xfrm>
            <a:off x="7360787" y="6133584"/>
            <a:ext cx="884856" cy="338554"/>
          </a:xfrm>
          <a:prstGeom prst="rect">
            <a:avLst/>
          </a:prstGeom>
          <a:noFill/>
        </p:spPr>
        <p:txBody>
          <a:bodyPr wrap="square">
            <a:spAutoFit/>
          </a:bodyPr>
          <a:lstStyle/>
          <a:p>
            <a:r>
              <a:rPr kumimoji="1" lang="en-US" altLang="zh-CN" sz="1600" b="1" dirty="0">
                <a:solidFill>
                  <a:srgbClr val="1E344D"/>
                </a:solidFill>
                <a:latin typeface="Alibaba PuHuiTi" pitchFamily="18" charset="-122"/>
                <a:ea typeface="Alibaba PuHuiTi" pitchFamily="18" charset="-122"/>
                <a:cs typeface="Alibaba PuHuiTi" pitchFamily="18" charset="-122"/>
              </a:rPr>
              <a:t>88%</a:t>
            </a:r>
            <a:endParaRPr lang="zh-CN" altLang="en-US" sz="1600" b="1" dirty="0">
              <a:solidFill>
                <a:srgbClr val="1E344D"/>
              </a:solidFill>
              <a:latin typeface="Alibaba PuHuiTi" pitchFamily="18" charset="-122"/>
              <a:ea typeface="Alibaba PuHuiTi" pitchFamily="18" charset="-122"/>
              <a:cs typeface="Alibaba PuHuiTi" pitchFamily="18" charset="-122"/>
            </a:endParaRPr>
          </a:p>
        </p:txBody>
      </p:sp>
      <p:sp>
        <p:nvSpPr>
          <p:cNvPr id="685" name="文本框 684">
            <a:extLst>
              <a:ext uri="{FF2B5EF4-FFF2-40B4-BE49-F238E27FC236}">
                <a16:creationId xmlns:a16="http://schemas.microsoft.com/office/drawing/2014/main" id="{1A12D394-27CA-DF0C-A166-B237D02EBB73}"/>
              </a:ext>
            </a:extLst>
          </p:cNvPr>
          <p:cNvSpPr txBox="1"/>
          <p:nvPr/>
        </p:nvSpPr>
        <p:spPr>
          <a:xfrm>
            <a:off x="2927648" y="2636912"/>
            <a:ext cx="1370119" cy="338554"/>
          </a:xfrm>
          <a:prstGeom prst="rect">
            <a:avLst/>
          </a:prstGeom>
          <a:noFill/>
        </p:spPr>
        <p:txBody>
          <a:bodyPr wrap="square" rtlCol="0">
            <a:spAutoFit/>
          </a:bodyPr>
          <a:lstStyle/>
          <a:p>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Write Here</a:t>
            </a:r>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86" name="文本框 685">
            <a:extLst>
              <a:ext uri="{FF2B5EF4-FFF2-40B4-BE49-F238E27FC236}">
                <a16:creationId xmlns:a16="http://schemas.microsoft.com/office/drawing/2014/main" id="{A5500877-B243-153F-3AEE-CD63EE485440}"/>
              </a:ext>
            </a:extLst>
          </p:cNvPr>
          <p:cNvSpPr txBox="1"/>
          <p:nvPr/>
        </p:nvSpPr>
        <p:spPr>
          <a:xfrm>
            <a:off x="4071226" y="2690812"/>
            <a:ext cx="969095" cy="276999"/>
          </a:xfrm>
          <a:prstGeom prst="rect">
            <a:avLst/>
          </a:prstGeom>
          <a:noFill/>
        </p:spPr>
        <p:txBody>
          <a:bodyPr wrap="square">
            <a:spAutoFit/>
          </a:bodyPr>
          <a:lstStyle/>
          <a:p>
            <a:r>
              <a:rPr kumimoji="1" lang="en" altLang="zh-CN" sz="1200" b="1" dirty="0">
                <a:solidFill>
                  <a:srgbClr val="BB3023"/>
                </a:solidFill>
                <a:latin typeface="Alibaba PuHuiTi" pitchFamily="18" charset="-122"/>
                <a:ea typeface="Alibaba PuHuiTi" pitchFamily="18" charset="-122"/>
                <a:cs typeface="Alibaba PuHuiTi" pitchFamily="18" charset="-122"/>
              </a:rPr>
              <a:t>main title</a:t>
            </a:r>
            <a:endParaRPr lang="zh-CN" altLang="en-US" sz="1200" b="1" dirty="0">
              <a:solidFill>
                <a:srgbClr val="BB3023"/>
              </a:solidFill>
              <a:latin typeface="Alibaba PuHuiTi" pitchFamily="18" charset="-122"/>
              <a:ea typeface="Alibaba PuHuiTi" pitchFamily="18" charset="-122"/>
              <a:cs typeface="Alibaba PuHuiTi" pitchFamily="18" charset="-122"/>
            </a:endParaRPr>
          </a:p>
        </p:txBody>
      </p:sp>
      <p:sp>
        <p:nvSpPr>
          <p:cNvPr id="3" name="矩形 2">
            <a:extLst>
              <a:ext uri="{FF2B5EF4-FFF2-40B4-BE49-F238E27FC236}">
                <a16:creationId xmlns:a16="http://schemas.microsoft.com/office/drawing/2014/main" id="{6900BA53-1668-A438-6EAA-10A8AE53F704}"/>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A6164ECF-84D6-56DA-1868-7D9EDB4CE318}"/>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A66A2684-6D86-561F-E3AF-84138B1CADD8}"/>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99412793-B6AC-1973-7C19-52EF49F0AF00}"/>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79E6865D-28A4-6F6D-622B-C0D470760DF1}"/>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37408348-7D36-CE0C-01FF-116E4A89255F}"/>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29FBC841-432F-7FE9-C621-D0F8D974C913}"/>
              </a:ext>
            </a:extLst>
          </p:cNvPr>
          <p:cNvGrpSpPr/>
          <p:nvPr/>
        </p:nvGrpSpPr>
        <p:grpSpPr>
          <a:xfrm>
            <a:off x="2259126" y="287981"/>
            <a:ext cx="356205" cy="355288"/>
            <a:chOff x="2323294" y="287981"/>
            <a:chExt cx="356205" cy="355288"/>
          </a:xfrm>
        </p:grpSpPr>
        <p:sp>
          <p:nvSpPr>
            <p:cNvPr id="17" name="Google Shape;7166;p80">
              <a:extLst>
                <a:ext uri="{FF2B5EF4-FFF2-40B4-BE49-F238E27FC236}">
                  <a16:creationId xmlns:a16="http://schemas.microsoft.com/office/drawing/2014/main" id="{AE1E96B8-6053-F05B-1E0A-39FFA79A94F6}"/>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167;p80">
              <a:extLst>
                <a:ext uri="{FF2B5EF4-FFF2-40B4-BE49-F238E27FC236}">
                  <a16:creationId xmlns:a16="http://schemas.microsoft.com/office/drawing/2014/main" id="{9C2CAFB4-C662-2318-E9AE-C9C7A8E76B6A}"/>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168;p80">
              <a:extLst>
                <a:ext uri="{FF2B5EF4-FFF2-40B4-BE49-F238E27FC236}">
                  <a16:creationId xmlns:a16="http://schemas.microsoft.com/office/drawing/2014/main" id="{022AC579-E546-6AED-6195-53DC1FD1D690}"/>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9;p80">
              <a:extLst>
                <a:ext uri="{FF2B5EF4-FFF2-40B4-BE49-F238E27FC236}">
                  <a16:creationId xmlns:a16="http://schemas.microsoft.com/office/drawing/2014/main" id="{FB1840E4-FF45-4D99-7F54-5B4F3C0452A1}"/>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77522519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3" name="组合 782">
            <a:extLst>
              <a:ext uri="{FF2B5EF4-FFF2-40B4-BE49-F238E27FC236}">
                <a16:creationId xmlns:a16="http://schemas.microsoft.com/office/drawing/2014/main" id="{5096C413-500B-05AB-F69C-05A9528A72BA}"/>
              </a:ext>
            </a:extLst>
          </p:cNvPr>
          <p:cNvGrpSpPr/>
          <p:nvPr/>
        </p:nvGrpSpPr>
        <p:grpSpPr>
          <a:xfrm>
            <a:off x="2849526" y="2126510"/>
            <a:ext cx="6496493" cy="4157331"/>
            <a:chOff x="2962825" y="2289561"/>
            <a:chExt cx="3514740" cy="2161703"/>
          </a:xfrm>
          <a:solidFill>
            <a:srgbClr val="1E344D"/>
          </a:solidFill>
        </p:grpSpPr>
        <p:sp>
          <p:nvSpPr>
            <p:cNvPr id="717" name="Freeform 37">
              <a:extLst>
                <a:ext uri="{FF2B5EF4-FFF2-40B4-BE49-F238E27FC236}">
                  <a16:creationId xmlns:a16="http://schemas.microsoft.com/office/drawing/2014/main" id="{4BB11864-5795-58AC-BF7D-6477B991EC02}"/>
                </a:ext>
              </a:extLst>
            </p:cNvPr>
            <p:cNvSpPr>
              <a:spLocks noChangeAspect="1"/>
            </p:cNvSpPr>
            <p:nvPr/>
          </p:nvSpPr>
          <p:spPr bwMode="gray">
            <a:xfrm>
              <a:off x="4575817" y="3638676"/>
              <a:ext cx="43582" cy="68659"/>
            </a:xfrm>
            <a:custGeom>
              <a:avLst/>
              <a:gdLst>
                <a:gd name="T0" fmla="*/ 239 w 242"/>
                <a:gd name="T1" fmla="*/ 279 h 356"/>
                <a:gd name="T2" fmla="*/ 215 w 242"/>
                <a:gd name="T3" fmla="*/ 252 h 356"/>
                <a:gd name="T4" fmla="*/ 209 w 242"/>
                <a:gd name="T5" fmla="*/ 231 h 356"/>
                <a:gd name="T6" fmla="*/ 209 w 242"/>
                <a:gd name="T7" fmla="*/ 188 h 356"/>
                <a:gd name="T8" fmla="*/ 204 w 242"/>
                <a:gd name="T9" fmla="*/ 114 h 356"/>
                <a:gd name="T10" fmla="*/ 200 w 242"/>
                <a:gd name="T11" fmla="*/ 95 h 356"/>
                <a:gd name="T12" fmla="*/ 194 w 242"/>
                <a:gd name="T13" fmla="*/ 68 h 356"/>
                <a:gd name="T14" fmla="*/ 187 w 242"/>
                <a:gd name="T15" fmla="*/ 48 h 356"/>
                <a:gd name="T16" fmla="*/ 176 w 242"/>
                <a:gd name="T17" fmla="*/ 33 h 356"/>
                <a:gd name="T18" fmla="*/ 166 w 242"/>
                <a:gd name="T19" fmla="*/ 21 h 356"/>
                <a:gd name="T20" fmla="*/ 170 w 242"/>
                <a:gd name="T21" fmla="*/ 11 h 356"/>
                <a:gd name="T22" fmla="*/ 172 w 242"/>
                <a:gd name="T23" fmla="*/ 5 h 356"/>
                <a:gd name="T24" fmla="*/ 162 w 242"/>
                <a:gd name="T25" fmla="*/ 3 h 356"/>
                <a:gd name="T26" fmla="*/ 145 w 242"/>
                <a:gd name="T27" fmla="*/ 3 h 356"/>
                <a:gd name="T28" fmla="*/ 129 w 242"/>
                <a:gd name="T29" fmla="*/ 12 h 356"/>
                <a:gd name="T30" fmla="*/ 86 w 242"/>
                <a:gd name="T31" fmla="*/ 6 h 356"/>
                <a:gd name="T32" fmla="*/ 47 w 242"/>
                <a:gd name="T33" fmla="*/ 5 h 356"/>
                <a:gd name="T34" fmla="*/ 19 w 242"/>
                <a:gd name="T35" fmla="*/ 8 h 356"/>
                <a:gd name="T36" fmla="*/ 14 w 242"/>
                <a:gd name="T37" fmla="*/ 24 h 356"/>
                <a:gd name="T38" fmla="*/ 20 w 242"/>
                <a:gd name="T39" fmla="*/ 35 h 356"/>
                <a:gd name="T40" fmla="*/ 24 w 242"/>
                <a:gd name="T41" fmla="*/ 44 h 356"/>
                <a:gd name="T42" fmla="*/ 25 w 242"/>
                <a:gd name="T43" fmla="*/ 65 h 356"/>
                <a:gd name="T44" fmla="*/ 25 w 242"/>
                <a:gd name="T45" fmla="*/ 82 h 356"/>
                <a:gd name="T46" fmla="*/ 28 w 242"/>
                <a:gd name="T47" fmla="*/ 95 h 356"/>
                <a:gd name="T48" fmla="*/ 30 w 242"/>
                <a:gd name="T49" fmla="*/ 103 h 356"/>
                <a:gd name="T50" fmla="*/ 25 w 242"/>
                <a:gd name="T51" fmla="*/ 111 h 356"/>
                <a:gd name="T52" fmla="*/ 31 w 242"/>
                <a:gd name="T53" fmla="*/ 116 h 356"/>
                <a:gd name="T54" fmla="*/ 41 w 242"/>
                <a:gd name="T55" fmla="*/ 159 h 356"/>
                <a:gd name="T56" fmla="*/ 36 w 242"/>
                <a:gd name="T57" fmla="*/ 165 h 356"/>
                <a:gd name="T58" fmla="*/ 28 w 242"/>
                <a:gd name="T59" fmla="*/ 171 h 356"/>
                <a:gd name="T60" fmla="*/ 22 w 242"/>
                <a:gd name="T61" fmla="*/ 182 h 356"/>
                <a:gd name="T62" fmla="*/ 14 w 242"/>
                <a:gd name="T63" fmla="*/ 204 h 356"/>
                <a:gd name="T64" fmla="*/ 11 w 242"/>
                <a:gd name="T65" fmla="*/ 220 h 356"/>
                <a:gd name="T66" fmla="*/ 1 w 242"/>
                <a:gd name="T67" fmla="*/ 234 h 356"/>
                <a:gd name="T68" fmla="*/ 0 w 242"/>
                <a:gd name="T69" fmla="*/ 259 h 356"/>
                <a:gd name="T70" fmla="*/ 11 w 242"/>
                <a:gd name="T71" fmla="*/ 295 h 356"/>
                <a:gd name="T72" fmla="*/ 22 w 242"/>
                <a:gd name="T73" fmla="*/ 301 h 356"/>
                <a:gd name="T74" fmla="*/ 27 w 242"/>
                <a:gd name="T75" fmla="*/ 315 h 356"/>
                <a:gd name="T76" fmla="*/ 21 w 242"/>
                <a:gd name="T77" fmla="*/ 331 h 356"/>
                <a:gd name="T78" fmla="*/ 11 w 242"/>
                <a:gd name="T79" fmla="*/ 328 h 356"/>
                <a:gd name="T80" fmla="*/ 5 w 242"/>
                <a:gd name="T81" fmla="*/ 336 h 356"/>
                <a:gd name="T82" fmla="*/ 67 w 242"/>
                <a:gd name="T83" fmla="*/ 356 h 356"/>
                <a:gd name="T84" fmla="*/ 95 w 242"/>
                <a:gd name="T85" fmla="*/ 338 h 356"/>
                <a:gd name="T86" fmla="*/ 137 w 242"/>
                <a:gd name="T87" fmla="*/ 328 h 356"/>
                <a:gd name="T88" fmla="*/ 183 w 242"/>
                <a:gd name="T89" fmla="*/ 302 h 356"/>
                <a:gd name="T90" fmla="*/ 196 w 242"/>
                <a:gd name="T91" fmla="*/ 300 h 356"/>
                <a:gd name="T92" fmla="*/ 219 w 242"/>
                <a:gd name="T93" fmla="*/ 300 h 356"/>
                <a:gd name="T94" fmla="*/ 240 w 242"/>
                <a:gd name="T95" fmla="*/ 283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18" name="Freeform 38">
              <a:extLst>
                <a:ext uri="{FF2B5EF4-FFF2-40B4-BE49-F238E27FC236}">
                  <a16:creationId xmlns:a16="http://schemas.microsoft.com/office/drawing/2014/main" id="{AF86DD95-F73D-23B0-7294-C6A0AE7A3E06}"/>
                </a:ext>
              </a:extLst>
            </p:cNvPr>
            <p:cNvSpPr>
              <a:spLocks noChangeAspect="1"/>
            </p:cNvSpPr>
            <p:nvPr/>
          </p:nvSpPr>
          <p:spPr bwMode="gray">
            <a:xfrm>
              <a:off x="4556007" y="3596914"/>
              <a:ext cx="73957" cy="59457"/>
            </a:xfrm>
            <a:custGeom>
              <a:avLst/>
              <a:gdLst>
                <a:gd name="T0" fmla="*/ 242 w 417"/>
                <a:gd name="T1" fmla="*/ 9 h 307"/>
                <a:gd name="T2" fmla="*/ 182 w 417"/>
                <a:gd name="T3" fmla="*/ 49 h 307"/>
                <a:gd name="T4" fmla="*/ 113 w 417"/>
                <a:gd name="T5" fmla="*/ 91 h 307"/>
                <a:gd name="T6" fmla="*/ 83 w 417"/>
                <a:gd name="T7" fmla="*/ 96 h 307"/>
                <a:gd name="T8" fmla="*/ 64 w 417"/>
                <a:gd name="T9" fmla="*/ 119 h 307"/>
                <a:gd name="T10" fmla="*/ 46 w 417"/>
                <a:gd name="T11" fmla="*/ 162 h 307"/>
                <a:gd name="T12" fmla="*/ 16 w 417"/>
                <a:gd name="T13" fmla="*/ 188 h 307"/>
                <a:gd name="T14" fmla="*/ 1 w 417"/>
                <a:gd name="T15" fmla="*/ 224 h 307"/>
                <a:gd name="T16" fmla="*/ 1 w 417"/>
                <a:gd name="T17" fmla="*/ 259 h 307"/>
                <a:gd name="T18" fmla="*/ 5 w 417"/>
                <a:gd name="T19" fmla="*/ 267 h 307"/>
                <a:gd name="T20" fmla="*/ 11 w 417"/>
                <a:gd name="T21" fmla="*/ 275 h 307"/>
                <a:gd name="T22" fmla="*/ 15 w 417"/>
                <a:gd name="T23" fmla="*/ 284 h 307"/>
                <a:gd name="T24" fmla="*/ 24 w 417"/>
                <a:gd name="T25" fmla="*/ 291 h 307"/>
                <a:gd name="T26" fmla="*/ 35 w 417"/>
                <a:gd name="T27" fmla="*/ 294 h 307"/>
                <a:gd name="T28" fmla="*/ 40 w 417"/>
                <a:gd name="T29" fmla="*/ 295 h 307"/>
                <a:gd name="T30" fmla="*/ 53 w 417"/>
                <a:gd name="T31" fmla="*/ 290 h 307"/>
                <a:gd name="T32" fmla="*/ 79 w 417"/>
                <a:gd name="T33" fmla="*/ 283 h 307"/>
                <a:gd name="T34" fmla="*/ 107 w 417"/>
                <a:gd name="T35" fmla="*/ 285 h 307"/>
                <a:gd name="T36" fmla="*/ 119 w 417"/>
                <a:gd name="T37" fmla="*/ 290 h 307"/>
                <a:gd name="T38" fmla="*/ 130 w 417"/>
                <a:gd name="T39" fmla="*/ 306 h 307"/>
                <a:gd name="T40" fmla="*/ 141 w 417"/>
                <a:gd name="T41" fmla="*/ 305 h 307"/>
                <a:gd name="T42" fmla="*/ 138 w 417"/>
                <a:gd name="T43" fmla="*/ 281 h 307"/>
                <a:gd name="T44" fmla="*/ 133 w 417"/>
                <a:gd name="T45" fmla="*/ 259 h 307"/>
                <a:gd name="T46" fmla="*/ 127 w 417"/>
                <a:gd name="T47" fmla="*/ 240 h 307"/>
                <a:gd name="T48" fmla="*/ 149 w 417"/>
                <a:gd name="T49" fmla="*/ 221 h 307"/>
                <a:gd name="T50" fmla="*/ 199 w 417"/>
                <a:gd name="T51" fmla="*/ 222 h 307"/>
                <a:gd name="T52" fmla="*/ 246 w 417"/>
                <a:gd name="T53" fmla="*/ 227 h 307"/>
                <a:gd name="T54" fmla="*/ 275 w 417"/>
                <a:gd name="T55" fmla="*/ 217 h 307"/>
                <a:gd name="T56" fmla="*/ 317 w 417"/>
                <a:gd name="T57" fmla="*/ 227 h 307"/>
                <a:gd name="T58" fmla="*/ 336 w 417"/>
                <a:gd name="T59" fmla="*/ 224 h 307"/>
                <a:gd name="T60" fmla="*/ 344 w 417"/>
                <a:gd name="T61" fmla="*/ 214 h 307"/>
                <a:gd name="T62" fmla="*/ 350 w 417"/>
                <a:gd name="T63" fmla="*/ 208 h 307"/>
                <a:gd name="T64" fmla="*/ 364 w 417"/>
                <a:gd name="T65" fmla="*/ 195 h 307"/>
                <a:gd name="T66" fmla="*/ 387 w 417"/>
                <a:gd name="T67" fmla="*/ 197 h 307"/>
                <a:gd name="T68" fmla="*/ 410 w 417"/>
                <a:gd name="T69" fmla="*/ 185 h 307"/>
                <a:gd name="T70" fmla="*/ 415 w 417"/>
                <a:gd name="T71" fmla="*/ 177 h 307"/>
                <a:gd name="T72" fmla="*/ 417 w 417"/>
                <a:gd name="T73" fmla="*/ 171 h 307"/>
                <a:gd name="T74" fmla="*/ 398 w 417"/>
                <a:gd name="T75" fmla="*/ 150 h 307"/>
                <a:gd name="T76" fmla="*/ 408 w 417"/>
                <a:gd name="T77" fmla="*/ 145 h 307"/>
                <a:gd name="T78" fmla="*/ 402 w 417"/>
                <a:gd name="T79" fmla="*/ 130 h 307"/>
                <a:gd name="T80" fmla="*/ 387 w 417"/>
                <a:gd name="T81" fmla="*/ 133 h 307"/>
                <a:gd name="T82" fmla="*/ 368 w 417"/>
                <a:gd name="T83" fmla="*/ 131 h 307"/>
                <a:gd name="T84" fmla="*/ 345 w 417"/>
                <a:gd name="T85" fmla="*/ 108 h 307"/>
                <a:gd name="T86" fmla="*/ 317 w 417"/>
                <a:gd name="T87" fmla="*/ 70 h 307"/>
                <a:gd name="T88" fmla="*/ 302 w 417"/>
                <a:gd name="T89" fmla="*/ 39 h 307"/>
                <a:gd name="T90" fmla="*/ 290 w 417"/>
                <a:gd name="T91" fmla="*/ 26 h 307"/>
                <a:gd name="T92" fmla="*/ 295 w 417"/>
                <a:gd name="T93" fmla="*/ 0 h 3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19" name="Freeform 39">
              <a:extLst>
                <a:ext uri="{FF2B5EF4-FFF2-40B4-BE49-F238E27FC236}">
                  <a16:creationId xmlns:a16="http://schemas.microsoft.com/office/drawing/2014/main" id="{825162A9-8E3C-0FB7-11B8-6567C10608B8}"/>
                </a:ext>
              </a:extLst>
            </p:cNvPr>
            <p:cNvSpPr>
              <a:spLocks noChangeAspect="1"/>
            </p:cNvSpPr>
            <p:nvPr/>
          </p:nvSpPr>
          <p:spPr bwMode="gray">
            <a:xfrm>
              <a:off x="4689394" y="3620980"/>
              <a:ext cx="75278" cy="118206"/>
            </a:xfrm>
            <a:custGeom>
              <a:avLst/>
              <a:gdLst>
                <a:gd name="T0" fmla="*/ 220 w 420"/>
                <a:gd name="T1" fmla="*/ 581 h 615"/>
                <a:gd name="T2" fmla="*/ 170 w 420"/>
                <a:gd name="T3" fmla="*/ 579 h 615"/>
                <a:gd name="T4" fmla="*/ 74 w 420"/>
                <a:gd name="T5" fmla="*/ 585 h 615"/>
                <a:gd name="T6" fmla="*/ 79 w 420"/>
                <a:gd name="T7" fmla="*/ 536 h 615"/>
                <a:gd name="T8" fmla="*/ 75 w 420"/>
                <a:gd name="T9" fmla="*/ 520 h 615"/>
                <a:gd name="T10" fmla="*/ 63 w 420"/>
                <a:gd name="T11" fmla="*/ 502 h 615"/>
                <a:gd name="T12" fmla="*/ 68 w 420"/>
                <a:gd name="T13" fmla="*/ 494 h 615"/>
                <a:gd name="T14" fmla="*/ 58 w 420"/>
                <a:gd name="T15" fmla="*/ 484 h 615"/>
                <a:gd name="T16" fmla="*/ 32 w 420"/>
                <a:gd name="T17" fmla="*/ 480 h 615"/>
                <a:gd name="T18" fmla="*/ 11 w 420"/>
                <a:gd name="T19" fmla="*/ 456 h 615"/>
                <a:gd name="T20" fmla="*/ 3 w 420"/>
                <a:gd name="T21" fmla="*/ 448 h 615"/>
                <a:gd name="T22" fmla="*/ 7 w 420"/>
                <a:gd name="T23" fmla="*/ 432 h 615"/>
                <a:gd name="T24" fmla="*/ 19 w 420"/>
                <a:gd name="T25" fmla="*/ 400 h 615"/>
                <a:gd name="T26" fmla="*/ 39 w 420"/>
                <a:gd name="T27" fmla="*/ 358 h 615"/>
                <a:gd name="T28" fmla="*/ 62 w 420"/>
                <a:gd name="T29" fmla="*/ 328 h 615"/>
                <a:gd name="T30" fmla="*/ 101 w 420"/>
                <a:gd name="T31" fmla="*/ 323 h 615"/>
                <a:gd name="T32" fmla="*/ 130 w 420"/>
                <a:gd name="T33" fmla="*/ 339 h 615"/>
                <a:gd name="T34" fmla="*/ 143 w 420"/>
                <a:gd name="T35" fmla="*/ 350 h 615"/>
                <a:gd name="T36" fmla="*/ 168 w 420"/>
                <a:gd name="T37" fmla="*/ 342 h 615"/>
                <a:gd name="T38" fmla="*/ 198 w 420"/>
                <a:gd name="T39" fmla="*/ 280 h 615"/>
                <a:gd name="T40" fmla="*/ 210 w 420"/>
                <a:gd name="T41" fmla="*/ 241 h 615"/>
                <a:gd name="T42" fmla="*/ 238 w 420"/>
                <a:gd name="T43" fmla="*/ 217 h 615"/>
                <a:gd name="T44" fmla="*/ 249 w 420"/>
                <a:gd name="T45" fmla="*/ 171 h 615"/>
                <a:gd name="T46" fmla="*/ 263 w 420"/>
                <a:gd name="T47" fmla="*/ 131 h 615"/>
                <a:gd name="T48" fmla="*/ 279 w 420"/>
                <a:gd name="T49" fmla="*/ 95 h 615"/>
                <a:gd name="T50" fmla="*/ 307 w 420"/>
                <a:gd name="T51" fmla="*/ 77 h 615"/>
                <a:gd name="T52" fmla="*/ 327 w 420"/>
                <a:gd name="T53" fmla="*/ 48 h 615"/>
                <a:gd name="T54" fmla="*/ 323 w 420"/>
                <a:gd name="T55" fmla="*/ 23 h 615"/>
                <a:gd name="T56" fmla="*/ 310 w 420"/>
                <a:gd name="T57" fmla="*/ 15 h 615"/>
                <a:gd name="T58" fmla="*/ 332 w 420"/>
                <a:gd name="T59" fmla="*/ 0 h 615"/>
                <a:gd name="T60" fmla="*/ 340 w 420"/>
                <a:gd name="T61" fmla="*/ 4 h 615"/>
                <a:gd name="T62" fmla="*/ 355 w 420"/>
                <a:gd name="T63" fmla="*/ 48 h 615"/>
                <a:gd name="T64" fmla="*/ 349 w 420"/>
                <a:gd name="T65" fmla="*/ 90 h 615"/>
                <a:gd name="T66" fmla="*/ 374 w 420"/>
                <a:gd name="T67" fmla="*/ 140 h 615"/>
                <a:gd name="T68" fmla="*/ 376 w 420"/>
                <a:gd name="T69" fmla="*/ 157 h 615"/>
                <a:gd name="T70" fmla="*/ 337 w 420"/>
                <a:gd name="T71" fmla="*/ 154 h 615"/>
                <a:gd name="T72" fmla="*/ 315 w 420"/>
                <a:gd name="T73" fmla="*/ 159 h 615"/>
                <a:gd name="T74" fmla="*/ 311 w 420"/>
                <a:gd name="T75" fmla="*/ 192 h 615"/>
                <a:gd name="T76" fmla="*/ 338 w 420"/>
                <a:gd name="T77" fmla="*/ 215 h 615"/>
                <a:gd name="T78" fmla="*/ 360 w 420"/>
                <a:gd name="T79" fmla="*/ 230 h 615"/>
                <a:gd name="T80" fmla="*/ 376 w 420"/>
                <a:gd name="T81" fmla="*/ 292 h 615"/>
                <a:gd name="T82" fmla="*/ 370 w 420"/>
                <a:gd name="T83" fmla="*/ 323 h 615"/>
                <a:gd name="T84" fmla="*/ 343 w 420"/>
                <a:gd name="T85" fmla="*/ 369 h 615"/>
                <a:gd name="T86" fmla="*/ 335 w 420"/>
                <a:gd name="T87" fmla="*/ 407 h 615"/>
                <a:gd name="T88" fmla="*/ 345 w 420"/>
                <a:gd name="T89" fmla="*/ 458 h 615"/>
                <a:gd name="T90" fmla="*/ 390 w 420"/>
                <a:gd name="T91" fmla="*/ 528 h 615"/>
                <a:gd name="T92" fmla="*/ 418 w 420"/>
                <a:gd name="T93" fmla="*/ 559 h 615"/>
                <a:gd name="T94" fmla="*/ 413 w 420"/>
                <a:gd name="T95" fmla="*/ 615 h 615"/>
                <a:gd name="T96" fmla="*/ 366 w 420"/>
                <a:gd name="T97" fmla="*/ 592 h 615"/>
                <a:gd name="T98" fmla="*/ 264 w 420"/>
                <a:gd name="T99" fmla="*/ 585 h 6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0" name="Freeform 40">
              <a:extLst>
                <a:ext uri="{FF2B5EF4-FFF2-40B4-BE49-F238E27FC236}">
                  <a16:creationId xmlns:a16="http://schemas.microsoft.com/office/drawing/2014/main" id="{8AED5B0F-B2F6-5E13-4B77-A432702945C9}"/>
                </a:ext>
              </a:extLst>
            </p:cNvPr>
            <p:cNvSpPr>
              <a:spLocks noChangeAspect="1"/>
            </p:cNvSpPr>
            <p:nvPr/>
          </p:nvSpPr>
          <p:spPr bwMode="gray">
            <a:xfrm>
              <a:off x="4614116" y="3625227"/>
              <a:ext cx="29715" cy="65120"/>
            </a:xfrm>
            <a:custGeom>
              <a:avLst/>
              <a:gdLst>
                <a:gd name="T0" fmla="*/ 147 w 166"/>
                <a:gd name="T1" fmla="*/ 30 h 340"/>
                <a:gd name="T2" fmla="*/ 128 w 166"/>
                <a:gd name="T3" fmla="*/ 12 h 340"/>
                <a:gd name="T4" fmla="*/ 114 w 166"/>
                <a:gd name="T5" fmla="*/ 0 h 340"/>
                <a:gd name="T6" fmla="*/ 101 w 166"/>
                <a:gd name="T7" fmla="*/ 5 h 340"/>
                <a:gd name="T8" fmla="*/ 90 w 166"/>
                <a:gd name="T9" fmla="*/ 12 h 340"/>
                <a:gd name="T10" fmla="*/ 90 w 166"/>
                <a:gd name="T11" fmla="*/ 25 h 340"/>
                <a:gd name="T12" fmla="*/ 90 w 166"/>
                <a:gd name="T13" fmla="*/ 26 h 340"/>
                <a:gd name="T14" fmla="*/ 85 w 166"/>
                <a:gd name="T15" fmla="*/ 35 h 340"/>
                <a:gd name="T16" fmla="*/ 83 w 166"/>
                <a:gd name="T17" fmla="*/ 39 h 340"/>
                <a:gd name="T18" fmla="*/ 66 w 166"/>
                <a:gd name="T19" fmla="*/ 53 h 340"/>
                <a:gd name="T20" fmla="*/ 52 w 166"/>
                <a:gd name="T21" fmla="*/ 53 h 340"/>
                <a:gd name="T22" fmla="*/ 37 w 166"/>
                <a:gd name="T23" fmla="*/ 49 h 340"/>
                <a:gd name="T24" fmla="*/ 27 w 166"/>
                <a:gd name="T25" fmla="*/ 63 h 340"/>
                <a:gd name="T26" fmla="*/ 21 w 166"/>
                <a:gd name="T27" fmla="*/ 64 h 340"/>
                <a:gd name="T28" fmla="*/ 17 w 166"/>
                <a:gd name="T29" fmla="*/ 68 h 340"/>
                <a:gd name="T30" fmla="*/ 12 w 166"/>
                <a:gd name="T31" fmla="*/ 74 h 340"/>
                <a:gd name="T32" fmla="*/ 6 w 166"/>
                <a:gd name="T33" fmla="*/ 80 h 340"/>
                <a:gd name="T34" fmla="*/ 1 w 166"/>
                <a:gd name="T35" fmla="*/ 95 h 340"/>
                <a:gd name="T36" fmla="*/ 0 w 166"/>
                <a:gd name="T37" fmla="*/ 113 h 340"/>
                <a:gd name="T38" fmla="*/ 11 w 166"/>
                <a:gd name="T39" fmla="*/ 121 h 340"/>
                <a:gd name="T40" fmla="*/ 20 w 166"/>
                <a:gd name="T41" fmla="*/ 124 h 340"/>
                <a:gd name="T42" fmla="*/ 41 w 166"/>
                <a:gd name="T43" fmla="*/ 159 h 340"/>
                <a:gd name="T44" fmla="*/ 50 w 166"/>
                <a:gd name="T45" fmla="*/ 189 h 340"/>
                <a:gd name="T46" fmla="*/ 54 w 166"/>
                <a:gd name="T47" fmla="*/ 204 h 340"/>
                <a:gd name="T48" fmla="*/ 58 w 166"/>
                <a:gd name="T49" fmla="*/ 234 h 340"/>
                <a:gd name="T50" fmla="*/ 54 w 166"/>
                <a:gd name="T51" fmla="*/ 308 h 340"/>
                <a:gd name="T52" fmla="*/ 58 w 166"/>
                <a:gd name="T53" fmla="*/ 331 h 340"/>
                <a:gd name="T54" fmla="*/ 61 w 166"/>
                <a:gd name="T55" fmla="*/ 339 h 340"/>
                <a:gd name="T56" fmla="*/ 112 w 166"/>
                <a:gd name="T57" fmla="*/ 337 h 340"/>
                <a:gd name="T58" fmla="*/ 107 w 166"/>
                <a:gd name="T59" fmla="*/ 295 h 340"/>
                <a:gd name="T60" fmla="*/ 113 w 166"/>
                <a:gd name="T61" fmla="*/ 265 h 340"/>
                <a:gd name="T62" fmla="*/ 113 w 166"/>
                <a:gd name="T63" fmla="*/ 215 h 340"/>
                <a:gd name="T64" fmla="*/ 129 w 166"/>
                <a:gd name="T65" fmla="*/ 183 h 340"/>
                <a:gd name="T66" fmla="*/ 133 w 166"/>
                <a:gd name="T67" fmla="*/ 159 h 340"/>
                <a:gd name="T68" fmla="*/ 156 w 166"/>
                <a:gd name="T69" fmla="*/ 138 h 340"/>
                <a:gd name="T70" fmla="*/ 160 w 166"/>
                <a:gd name="T71" fmla="*/ 129 h 340"/>
                <a:gd name="T72" fmla="*/ 160 w 166"/>
                <a:gd name="T73" fmla="*/ 124 h 340"/>
                <a:gd name="T74" fmla="*/ 155 w 166"/>
                <a:gd name="T75" fmla="*/ 117 h 340"/>
                <a:gd name="T76" fmla="*/ 160 w 166"/>
                <a:gd name="T77" fmla="*/ 109 h 340"/>
                <a:gd name="T78" fmla="*/ 166 w 166"/>
                <a:gd name="T79" fmla="*/ 107 h 340"/>
                <a:gd name="T80" fmla="*/ 162 w 166"/>
                <a:gd name="T81" fmla="*/ 74 h 340"/>
                <a:gd name="T82" fmla="*/ 151 w 166"/>
                <a:gd name="T83" fmla="*/ 59 h 340"/>
                <a:gd name="T84" fmla="*/ 151 w 166"/>
                <a:gd name="T85" fmla="*/ 43 h 3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1" name="Freeform 41">
              <a:extLst>
                <a:ext uri="{FF2B5EF4-FFF2-40B4-BE49-F238E27FC236}">
                  <a16:creationId xmlns:a16="http://schemas.microsoft.com/office/drawing/2014/main" id="{7752A144-1CC9-1C02-2B6E-FC21DA50D729}"/>
                </a:ext>
              </a:extLst>
            </p:cNvPr>
            <p:cNvSpPr>
              <a:spLocks noChangeAspect="1"/>
            </p:cNvSpPr>
            <p:nvPr/>
          </p:nvSpPr>
          <p:spPr bwMode="gray">
            <a:xfrm>
              <a:off x="4737598" y="3504189"/>
              <a:ext cx="105653" cy="173416"/>
            </a:xfrm>
            <a:custGeom>
              <a:avLst/>
              <a:gdLst>
                <a:gd name="T0" fmla="*/ 99 w 588"/>
                <a:gd name="T1" fmla="*/ 122 h 905"/>
                <a:gd name="T2" fmla="*/ 106 w 588"/>
                <a:gd name="T3" fmla="*/ 143 h 905"/>
                <a:gd name="T4" fmla="*/ 122 w 588"/>
                <a:gd name="T5" fmla="*/ 160 h 905"/>
                <a:gd name="T6" fmla="*/ 117 w 588"/>
                <a:gd name="T7" fmla="*/ 276 h 905"/>
                <a:gd name="T8" fmla="*/ 19 w 588"/>
                <a:gd name="T9" fmla="*/ 479 h 905"/>
                <a:gd name="T10" fmla="*/ 13 w 588"/>
                <a:gd name="T11" fmla="*/ 502 h 905"/>
                <a:gd name="T12" fmla="*/ 3 w 588"/>
                <a:gd name="T13" fmla="*/ 520 h 905"/>
                <a:gd name="T14" fmla="*/ 30 w 588"/>
                <a:gd name="T15" fmla="*/ 534 h 905"/>
                <a:gd name="T16" fmla="*/ 57 w 588"/>
                <a:gd name="T17" fmla="*/ 568 h 905"/>
                <a:gd name="T18" fmla="*/ 83 w 588"/>
                <a:gd name="T19" fmla="*/ 571 h 905"/>
                <a:gd name="T20" fmla="*/ 95 w 588"/>
                <a:gd name="T21" fmla="*/ 587 h 905"/>
                <a:gd name="T22" fmla="*/ 68 w 588"/>
                <a:gd name="T23" fmla="*/ 608 h 905"/>
                <a:gd name="T24" fmla="*/ 77 w 588"/>
                <a:gd name="T25" fmla="*/ 640 h 905"/>
                <a:gd name="T26" fmla="*/ 84 w 588"/>
                <a:gd name="T27" fmla="*/ 676 h 905"/>
                <a:gd name="T28" fmla="*/ 79 w 588"/>
                <a:gd name="T29" fmla="*/ 706 h 905"/>
                <a:gd name="T30" fmla="*/ 106 w 588"/>
                <a:gd name="T31" fmla="*/ 754 h 905"/>
                <a:gd name="T32" fmla="*/ 102 w 588"/>
                <a:gd name="T33" fmla="*/ 768 h 905"/>
                <a:gd name="T34" fmla="*/ 52 w 588"/>
                <a:gd name="T35" fmla="*/ 763 h 905"/>
                <a:gd name="T36" fmla="*/ 40 w 588"/>
                <a:gd name="T37" fmla="*/ 773 h 905"/>
                <a:gd name="T38" fmla="*/ 52 w 588"/>
                <a:gd name="T39" fmla="*/ 813 h 905"/>
                <a:gd name="T40" fmla="*/ 80 w 588"/>
                <a:gd name="T41" fmla="*/ 825 h 905"/>
                <a:gd name="T42" fmla="*/ 100 w 588"/>
                <a:gd name="T43" fmla="*/ 865 h 905"/>
                <a:gd name="T44" fmla="*/ 107 w 588"/>
                <a:gd name="T45" fmla="*/ 903 h 905"/>
                <a:gd name="T46" fmla="*/ 122 w 588"/>
                <a:gd name="T47" fmla="*/ 902 h 905"/>
                <a:gd name="T48" fmla="*/ 139 w 588"/>
                <a:gd name="T49" fmla="*/ 903 h 905"/>
                <a:gd name="T50" fmla="*/ 167 w 588"/>
                <a:gd name="T51" fmla="*/ 892 h 905"/>
                <a:gd name="T52" fmla="*/ 175 w 588"/>
                <a:gd name="T53" fmla="*/ 882 h 905"/>
                <a:gd name="T54" fmla="*/ 185 w 588"/>
                <a:gd name="T55" fmla="*/ 889 h 905"/>
                <a:gd name="T56" fmla="*/ 198 w 588"/>
                <a:gd name="T57" fmla="*/ 897 h 905"/>
                <a:gd name="T58" fmla="*/ 215 w 588"/>
                <a:gd name="T59" fmla="*/ 888 h 905"/>
                <a:gd name="T60" fmla="*/ 245 w 588"/>
                <a:gd name="T61" fmla="*/ 875 h 905"/>
                <a:gd name="T62" fmla="*/ 267 w 588"/>
                <a:gd name="T63" fmla="*/ 871 h 905"/>
                <a:gd name="T64" fmla="*/ 294 w 588"/>
                <a:gd name="T65" fmla="*/ 864 h 905"/>
                <a:gd name="T66" fmla="*/ 306 w 588"/>
                <a:gd name="T67" fmla="*/ 857 h 905"/>
                <a:gd name="T68" fmla="*/ 316 w 588"/>
                <a:gd name="T69" fmla="*/ 841 h 905"/>
                <a:gd name="T70" fmla="*/ 307 w 588"/>
                <a:gd name="T71" fmla="*/ 827 h 905"/>
                <a:gd name="T72" fmla="*/ 321 w 588"/>
                <a:gd name="T73" fmla="*/ 818 h 905"/>
                <a:gd name="T74" fmla="*/ 354 w 588"/>
                <a:gd name="T75" fmla="*/ 814 h 905"/>
                <a:gd name="T76" fmla="*/ 379 w 588"/>
                <a:gd name="T77" fmla="*/ 811 h 905"/>
                <a:gd name="T78" fmla="*/ 393 w 588"/>
                <a:gd name="T79" fmla="*/ 807 h 905"/>
                <a:gd name="T80" fmla="*/ 417 w 588"/>
                <a:gd name="T81" fmla="*/ 792 h 905"/>
                <a:gd name="T82" fmla="*/ 440 w 588"/>
                <a:gd name="T83" fmla="*/ 763 h 905"/>
                <a:gd name="T84" fmla="*/ 455 w 588"/>
                <a:gd name="T85" fmla="*/ 749 h 905"/>
                <a:gd name="T86" fmla="*/ 467 w 588"/>
                <a:gd name="T87" fmla="*/ 720 h 905"/>
                <a:gd name="T88" fmla="*/ 495 w 588"/>
                <a:gd name="T89" fmla="*/ 711 h 905"/>
                <a:gd name="T90" fmla="*/ 524 w 588"/>
                <a:gd name="T91" fmla="*/ 701 h 905"/>
                <a:gd name="T92" fmla="*/ 518 w 588"/>
                <a:gd name="T93" fmla="*/ 679 h 905"/>
                <a:gd name="T94" fmla="*/ 498 w 588"/>
                <a:gd name="T95" fmla="*/ 640 h 905"/>
                <a:gd name="T96" fmla="*/ 478 w 588"/>
                <a:gd name="T97" fmla="*/ 612 h 905"/>
                <a:gd name="T98" fmla="*/ 470 w 588"/>
                <a:gd name="T99" fmla="*/ 597 h 905"/>
                <a:gd name="T100" fmla="*/ 479 w 588"/>
                <a:gd name="T101" fmla="*/ 572 h 905"/>
                <a:gd name="T102" fmla="*/ 484 w 588"/>
                <a:gd name="T103" fmla="*/ 544 h 905"/>
                <a:gd name="T104" fmla="*/ 494 w 588"/>
                <a:gd name="T105" fmla="*/ 533 h 905"/>
                <a:gd name="T106" fmla="*/ 509 w 588"/>
                <a:gd name="T107" fmla="*/ 494 h 905"/>
                <a:gd name="T108" fmla="*/ 526 w 588"/>
                <a:gd name="T109" fmla="*/ 455 h 905"/>
                <a:gd name="T110" fmla="*/ 542 w 588"/>
                <a:gd name="T111" fmla="*/ 443 h 905"/>
                <a:gd name="T112" fmla="*/ 586 w 588"/>
                <a:gd name="T113" fmla="*/ 441 h 905"/>
                <a:gd name="T114" fmla="*/ 588 w 588"/>
                <a:gd name="T115" fmla="*/ 283 h 905"/>
                <a:gd name="T116" fmla="*/ 532 w 588"/>
                <a:gd name="T117" fmla="*/ 202 h 905"/>
                <a:gd name="T118" fmla="*/ 391 w 588"/>
                <a:gd name="T119" fmla="*/ 129 h 905"/>
                <a:gd name="T120" fmla="*/ 251 w 588"/>
                <a:gd name="T121" fmla="*/ 54 h 905"/>
                <a:gd name="T122" fmla="*/ 147 w 588"/>
                <a:gd name="T123" fmla="*/ 0 h 905"/>
                <a:gd name="T124" fmla="*/ 91 w 588"/>
                <a:gd name="T125" fmla="*/ 106 h 9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2" name="Freeform 42">
              <a:extLst>
                <a:ext uri="{FF2B5EF4-FFF2-40B4-BE49-F238E27FC236}">
                  <a16:creationId xmlns:a16="http://schemas.microsoft.com/office/drawing/2014/main" id="{60771EA9-6F53-9F60-81F3-4CF4B1237D8F}"/>
                </a:ext>
              </a:extLst>
            </p:cNvPr>
            <p:cNvSpPr>
              <a:spLocks noChangeAspect="1"/>
            </p:cNvSpPr>
            <p:nvPr/>
          </p:nvSpPr>
          <p:spPr bwMode="gray">
            <a:xfrm>
              <a:off x="4965412" y="3563647"/>
              <a:ext cx="64712" cy="62288"/>
            </a:xfrm>
            <a:custGeom>
              <a:avLst/>
              <a:gdLst>
                <a:gd name="T0" fmla="*/ 100 w 360"/>
                <a:gd name="T1" fmla="*/ 24 h 324"/>
                <a:gd name="T2" fmla="*/ 58 w 360"/>
                <a:gd name="T3" fmla="*/ 43 h 324"/>
                <a:gd name="T4" fmla="*/ 31 w 360"/>
                <a:gd name="T5" fmla="*/ 56 h 324"/>
                <a:gd name="T6" fmla="*/ 23 w 360"/>
                <a:gd name="T7" fmla="*/ 94 h 324"/>
                <a:gd name="T8" fmla="*/ 4 w 360"/>
                <a:gd name="T9" fmla="*/ 163 h 324"/>
                <a:gd name="T10" fmla="*/ 3 w 360"/>
                <a:gd name="T11" fmla="*/ 216 h 324"/>
                <a:gd name="T12" fmla="*/ 23 w 360"/>
                <a:gd name="T13" fmla="*/ 219 h 324"/>
                <a:gd name="T14" fmla="*/ 31 w 360"/>
                <a:gd name="T15" fmla="*/ 213 h 324"/>
                <a:gd name="T16" fmla="*/ 47 w 360"/>
                <a:gd name="T17" fmla="*/ 215 h 324"/>
                <a:gd name="T18" fmla="*/ 75 w 360"/>
                <a:gd name="T19" fmla="*/ 184 h 324"/>
                <a:gd name="T20" fmla="*/ 92 w 360"/>
                <a:gd name="T21" fmla="*/ 195 h 324"/>
                <a:gd name="T22" fmla="*/ 103 w 360"/>
                <a:gd name="T23" fmla="*/ 210 h 324"/>
                <a:gd name="T24" fmla="*/ 129 w 360"/>
                <a:gd name="T25" fmla="*/ 206 h 324"/>
                <a:gd name="T26" fmla="*/ 140 w 360"/>
                <a:gd name="T27" fmla="*/ 197 h 324"/>
                <a:gd name="T28" fmla="*/ 150 w 360"/>
                <a:gd name="T29" fmla="*/ 208 h 324"/>
                <a:gd name="T30" fmla="*/ 163 w 360"/>
                <a:gd name="T31" fmla="*/ 202 h 324"/>
                <a:gd name="T32" fmla="*/ 182 w 360"/>
                <a:gd name="T33" fmla="*/ 206 h 324"/>
                <a:gd name="T34" fmla="*/ 189 w 360"/>
                <a:gd name="T35" fmla="*/ 208 h 324"/>
                <a:gd name="T36" fmla="*/ 224 w 360"/>
                <a:gd name="T37" fmla="*/ 223 h 324"/>
                <a:gd name="T38" fmla="*/ 251 w 360"/>
                <a:gd name="T39" fmla="*/ 246 h 324"/>
                <a:gd name="T40" fmla="*/ 285 w 360"/>
                <a:gd name="T41" fmla="*/ 277 h 324"/>
                <a:gd name="T42" fmla="*/ 297 w 360"/>
                <a:gd name="T43" fmla="*/ 299 h 324"/>
                <a:gd name="T44" fmla="*/ 317 w 360"/>
                <a:gd name="T45" fmla="*/ 316 h 324"/>
                <a:gd name="T46" fmla="*/ 343 w 360"/>
                <a:gd name="T47" fmla="*/ 310 h 324"/>
                <a:gd name="T48" fmla="*/ 350 w 360"/>
                <a:gd name="T49" fmla="*/ 296 h 324"/>
                <a:gd name="T50" fmla="*/ 340 w 360"/>
                <a:gd name="T51" fmla="*/ 282 h 324"/>
                <a:gd name="T52" fmla="*/ 326 w 360"/>
                <a:gd name="T53" fmla="*/ 277 h 324"/>
                <a:gd name="T54" fmla="*/ 318 w 360"/>
                <a:gd name="T55" fmla="*/ 261 h 324"/>
                <a:gd name="T56" fmla="*/ 307 w 360"/>
                <a:gd name="T57" fmla="*/ 253 h 324"/>
                <a:gd name="T58" fmla="*/ 296 w 360"/>
                <a:gd name="T59" fmla="*/ 242 h 324"/>
                <a:gd name="T60" fmla="*/ 286 w 360"/>
                <a:gd name="T61" fmla="*/ 237 h 324"/>
                <a:gd name="T62" fmla="*/ 264 w 360"/>
                <a:gd name="T63" fmla="*/ 201 h 324"/>
                <a:gd name="T64" fmla="*/ 240 w 360"/>
                <a:gd name="T65" fmla="*/ 192 h 324"/>
                <a:gd name="T66" fmla="*/ 229 w 360"/>
                <a:gd name="T67" fmla="*/ 181 h 324"/>
                <a:gd name="T68" fmla="*/ 215 w 360"/>
                <a:gd name="T69" fmla="*/ 176 h 324"/>
                <a:gd name="T70" fmla="*/ 205 w 360"/>
                <a:gd name="T71" fmla="*/ 179 h 324"/>
                <a:gd name="T72" fmla="*/ 194 w 360"/>
                <a:gd name="T73" fmla="*/ 162 h 324"/>
                <a:gd name="T74" fmla="*/ 192 w 360"/>
                <a:gd name="T75" fmla="*/ 153 h 324"/>
                <a:gd name="T76" fmla="*/ 182 w 360"/>
                <a:gd name="T77" fmla="*/ 153 h 324"/>
                <a:gd name="T78" fmla="*/ 184 w 360"/>
                <a:gd name="T79" fmla="*/ 168 h 324"/>
                <a:gd name="T80" fmla="*/ 176 w 360"/>
                <a:gd name="T81" fmla="*/ 163 h 324"/>
                <a:gd name="T82" fmla="*/ 171 w 360"/>
                <a:gd name="T83" fmla="*/ 145 h 324"/>
                <a:gd name="T84" fmla="*/ 162 w 360"/>
                <a:gd name="T85" fmla="*/ 141 h 324"/>
                <a:gd name="T86" fmla="*/ 160 w 360"/>
                <a:gd name="T87" fmla="*/ 129 h 324"/>
                <a:gd name="T88" fmla="*/ 145 w 360"/>
                <a:gd name="T89" fmla="*/ 104 h 324"/>
                <a:gd name="T90" fmla="*/ 139 w 360"/>
                <a:gd name="T91" fmla="*/ 68 h 324"/>
                <a:gd name="T92" fmla="*/ 132 w 360"/>
                <a:gd name="T93" fmla="*/ 38 h 324"/>
                <a:gd name="T94" fmla="*/ 120 w 360"/>
                <a:gd name="T95" fmla="*/ 16 h 324"/>
                <a:gd name="T96" fmla="*/ 113 w 360"/>
                <a:gd name="T97" fmla="*/ 0 h 3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3" name="Freeform 43">
              <a:extLst>
                <a:ext uri="{FF2B5EF4-FFF2-40B4-BE49-F238E27FC236}">
                  <a16:creationId xmlns:a16="http://schemas.microsoft.com/office/drawing/2014/main" id="{19EA9C65-19D0-5D65-B2EF-D295B62BF8D1}"/>
                </a:ext>
              </a:extLst>
            </p:cNvPr>
            <p:cNvSpPr>
              <a:spLocks noChangeAspect="1"/>
            </p:cNvSpPr>
            <p:nvPr/>
          </p:nvSpPr>
          <p:spPr bwMode="gray">
            <a:xfrm>
              <a:off x="4487993" y="3485786"/>
              <a:ext cx="159140" cy="163507"/>
            </a:xfrm>
            <a:custGeom>
              <a:avLst/>
              <a:gdLst>
                <a:gd name="T0" fmla="*/ 727 w 891"/>
                <a:gd name="T1" fmla="*/ 243 h 851"/>
                <a:gd name="T2" fmla="*/ 755 w 891"/>
                <a:gd name="T3" fmla="*/ 259 h 851"/>
                <a:gd name="T4" fmla="*/ 780 w 891"/>
                <a:gd name="T5" fmla="*/ 281 h 851"/>
                <a:gd name="T6" fmla="*/ 809 w 891"/>
                <a:gd name="T7" fmla="*/ 291 h 851"/>
                <a:gd name="T8" fmla="*/ 839 w 891"/>
                <a:gd name="T9" fmla="*/ 303 h 851"/>
                <a:gd name="T10" fmla="*/ 841 w 891"/>
                <a:gd name="T11" fmla="*/ 319 h 851"/>
                <a:gd name="T12" fmla="*/ 840 w 891"/>
                <a:gd name="T13" fmla="*/ 336 h 851"/>
                <a:gd name="T14" fmla="*/ 858 w 891"/>
                <a:gd name="T15" fmla="*/ 356 h 851"/>
                <a:gd name="T16" fmla="*/ 890 w 891"/>
                <a:gd name="T17" fmla="*/ 346 h 851"/>
                <a:gd name="T18" fmla="*/ 891 w 891"/>
                <a:gd name="T19" fmla="*/ 522 h 851"/>
                <a:gd name="T20" fmla="*/ 861 w 891"/>
                <a:gd name="T21" fmla="*/ 550 h 851"/>
                <a:gd name="T22" fmla="*/ 829 w 891"/>
                <a:gd name="T23" fmla="*/ 559 h 851"/>
                <a:gd name="T24" fmla="*/ 674 w 891"/>
                <a:gd name="T25" fmla="*/ 582 h 851"/>
                <a:gd name="T26" fmla="*/ 561 w 891"/>
                <a:gd name="T27" fmla="*/ 631 h 851"/>
                <a:gd name="T28" fmla="*/ 468 w 891"/>
                <a:gd name="T29" fmla="*/ 677 h 851"/>
                <a:gd name="T30" fmla="*/ 439 w 891"/>
                <a:gd name="T31" fmla="*/ 716 h 851"/>
                <a:gd name="T32" fmla="*/ 395 w 891"/>
                <a:gd name="T33" fmla="*/ 770 h 851"/>
                <a:gd name="T34" fmla="*/ 379 w 891"/>
                <a:gd name="T35" fmla="*/ 830 h 851"/>
                <a:gd name="T36" fmla="*/ 361 w 891"/>
                <a:gd name="T37" fmla="*/ 835 h 851"/>
                <a:gd name="T38" fmla="*/ 336 w 891"/>
                <a:gd name="T39" fmla="*/ 846 h 851"/>
                <a:gd name="T40" fmla="*/ 325 w 891"/>
                <a:gd name="T41" fmla="*/ 828 h 851"/>
                <a:gd name="T42" fmla="*/ 312 w 891"/>
                <a:gd name="T43" fmla="*/ 828 h 851"/>
                <a:gd name="T44" fmla="*/ 299 w 891"/>
                <a:gd name="T45" fmla="*/ 831 h 851"/>
                <a:gd name="T46" fmla="*/ 282 w 891"/>
                <a:gd name="T47" fmla="*/ 846 h 851"/>
                <a:gd name="T48" fmla="*/ 266 w 891"/>
                <a:gd name="T49" fmla="*/ 844 h 851"/>
                <a:gd name="T50" fmla="*/ 256 w 891"/>
                <a:gd name="T51" fmla="*/ 835 h 851"/>
                <a:gd name="T52" fmla="*/ 239 w 891"/>
                <a:gd name="T53" fmla="*/ 840 h 851"/>
                <a:gd name="T54" fmla="*/ 227 w 891"/>
                <a:gd name="T55" fmla="*/ 842 h 851"/>
                <a:gd name="T56" fmla="*/ 210 w 891"/>
                <a:gd name="T57" fmla="*/ 806 h 851"/>
                <a:gd name="T58" fmla="*/ 191 w 891"/>
                <a:gd name="T59" fmla="*/ 808 h 851"/>
                <a:gd name="T60" fmla="*/ 201 w 891"/>
                <a:gd name="T61" fmla="*/ 792 h 851"/>
                <a:gd name="T62" fmla="*/ 201 w 891"/>
                <a:gd name="T63" fmla="*/ 782 h 851"/>
                <a:gd name="T64" fmla="*/ 183 w 891"/>
                <a:gd name="T65" fmla="*/ 767 h 851"/>
                <a:gd name="T66" fmla="*/ 178 w 891"/>
                <a:gd name="T67" fmla="*/ 737 h 851"/>
                <a:gd name="T68" fmla="*/ 170 w 891"/>
                <a:gd name="T69" fmla="*/ 721 h 851"/>
                <a:gd name="T70" fmla="*/ 153 w 891"/>
                <a:gd name="T71" fmla="*/ 720 h 851"/>
                <a:gd name="T72" fmla="*/ 136 w 891"/>
                <a:gd name="T73" fmla="*/ 743 h 851"/>
                <a:gd name="T74" fmla="*/ 99 w 891"/>
                <a:gd name="T75" fmla="*/ 736 h 851"/>
                <a:gd name="T76" fmla="*/ 78 w 891"/>
                <a:gd name="T77" fmla="*/ 750 h 851"/>
                <a:gd name="T78" fmla="*/ 52 w 891"/>
                <a:gd name="T79" fmla="*/ 747 h 851"/>
                <a:gd name="T80" fmla="*/ 43 w 891"/>
                <a:gd name="T81" fmla="*/ 732 h 851"/>
                <a:gd name="T82" fmla="*/ 44 w 891"/>
                <a:gd name="T83" fmla="*/ 717 h 851"/>
                <a:gd name="T84" fmla="*/ 45 w 891"/>
                <a:gd name="T85" fmla="*/ 697 h 851"/>
                <a:gd name="T86" fmla="*/ 36 w 891"/>
                <a:gd name="T87" fmla="*/ 682 h 851"/>
                <a:gd name="T88" fmla="*/ 24 w 891"/>
                <a:gd name="T89" fmla="*/ 673 h 851"/>
                <a:gd name="T90" fmla="*/ 9 w 891"/>
                <a:gd name="T91" fmla="*/ 652 h 851"/>
                <a:gd name="T92" fmla="*/ 9 w 891"/>
                <a:gd name="T93" fmla="*/ 621 h 851"/>
                <a:gd name="T94" fmla="*/ 1 w 891"/>
                <a:gd name="T95" fmla="*/ 608 h 851"/>
                <a:gd name="T96" fmla="*/ 30 w 891"/>
                <a:gd name="T97" fmla="*/ 554 h 851"/>
                <a:gd name="T98" fmla="*/ 45 w 891"/>
                <a:gd name="T99" fmla="*/ 533 h 851"/>
                <a:gd name="T100" fmla="*/ 84 w 891"/>
                <a:gd name="T101" fmla="*/ 572 h 851"/>
                <a:gd name="T102" fmla="*/ 344 w 891"/>
                <a:gd name="T103" fmla="*/ 555 h 851"/>
                <a:gd name="T104" fmla="*/ 341 w 891"/>
                <a:gd name="T105" fmla="*/ 389 h 851"/>
                <a:gd name="T106" fmla="*/ 313 w 891"/>
                <a:gd name="T107" fmla="*/ 114 h 85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4" name="Freeform 44">
              <a:extLst>
                <a:ext uri="{FF2B5EF4-FFF2-40B4-BE49-F238E27FC236}">
                  <a16:creationId xmlns:a16="http://schemas.microsoft.com/office/drawing/2014/main" id="{710CF47C-C016-A82A-08C8-0D38FE2CDF60}"/>
                </a:ext>
              </a:extLst>
            </p:cNvPr>
            <p:cNvSpPr>
              <a:spLocks noChangeAspect="1"/>
            </p:cNvSpPr>
            <p:nvPr/>
          </p:nvSpPr>
          <p:spPr bwMode="gray">
            <a:xfrm>
              <a:off x="4678829" y="3333604"/>
              <a:ext cx="38959" cy="89893"/>
            </a:xfrm>
            <a:custGeom>
              <a:avLst/>
              <a:gdLst>
                <a:gd name="T0" fmla="*/ 123 w 218"/>
                <a:gd name="T1" fmla="*/ 461 h 462"/>
                <a:gd name="T2" fmla="*/ 145 w 218"/>
                <a:gd name="T3" fmla="*/ 444 h 462"/>
                <a:gd name="T4" fmla="*/ 151 w 218"/>
                <a:gd name="T5" fmla="*/ 424 h 462"/>
                <a:gd name="T6" fmla="*/ 147 w 218"/>
                <a:gd name="T7" fmla="*/ 387 h 462"/>
                <a:gd name="T8" fmla="*/ 164 w 218"/>
                <a:gd name="T9" fmla="*/ 373 h 462"/>
                <a:gd name="T10" fmla="*/ 178 w 218"/>
                <a:gd name="T11" fmla="*/ 355 h 462"/>
                <a:gd name="T12" fmla="*/ 213 w 218"/>
                <a:gd name="T13" fmla="*/ 331 h 462"/>
                <a:gd name="T14" fmla="*/ 217 w 218"/>
                <a:gd name="T15" fmla="*/ 284 h 462"/>
                <a:gd name="T16" fmla="*/ 212 w 218"/>
                <a:gd name="T17" fmla="*/ 277 h 462"/>
                <a:gd name="T18" fmla="*/ 202 w 218"/>
                <a:gd name="T19" fmla="*/ 278 h 462"/>
                <a:gd name="T20" fmla="*/ 198 w 218"/>
                <a:gd name="T21" fmla="*/ 269 h 462"/>
                <a:gd name="T22" fmla="*/ 186 w 218"/>
                <a:gd name="T23" fmla="*/ 251 h 462"/>
                <a:gd name="T24" fmla="*/ 172 w 218"/>
                <a:gd name="T25" fmla="*/ 252 h 462"/>
                <a:gd name="T26" fmla="*/ 164 w 218"/>
                <a:gd name="T27" fmla="*/ 249 h 462"/>
                <a:gd name="T28" fmla="*/ 153 w 218"/>
                <a:gd name="T29" fmla="*/ 246 h 462"/>
                <a:gd name="T30" fmla="*/ 138 w 218"/>
                <a:gd name="T31" fmla="*/ 226 h 462"/>
                <a:gd name="T32" fmla="*/ 150 w 218"/>
                <a:gd name="T33" fmla="*/ 219 h 462"/>
                <a:gd name="T34" fmla="*/ 153 w 218"/>
                <a:gd name="T35" fmla="*/ 203 h 462"/>
                <a:gd name="T36" fmla="*/ 166 w 218"/>
                <a:gd name="T37" fmla="*/ 195 h 462"/>
                <a:gd name="T38" fmla="*/ 185 w 218"/>
                <a:gd name="T39" fmla="*/ 181 h 462"/>
                <a:gd name="T40" fmla="*/ 198 w 218"/>
                <a:gd name="T41" fmla="*/ 163 h 462"/>
                <a:gd name="T42" fmla="*/ 204 w 218"/>
                <a:gd name="T43" fmla="*/ 132 h 462"/>
                <a:gd name="T44" fmla="*/ 194 w 218"/>
                <a:gd name="T45" fmla="*/ 111 h 462"/>
                <a:gd name="T46" fmla="*/ 181 w 218"/>
                <a:gd name="T47" fmla="*/ 101 h 462"/>
                <a:gd name="T48" fmla="*/ 172 w 218"/>
                <a:gd name="T49" fmla="*/ 79 h 462"/>
                <a:gd name="T50" fmla="*/ 183 w 218"/>
                <a:gd name="T51" fmla="*/ 59 h 462"/>
                <a:gd name="T52" fmla="*/ 207 w 218"/>
                <a:gd name="T53" fmla="*/ 31 h 462"/>
                <a:gd name="T54" fmla="*/ 194 w 218"/>
                <a:gd name="T55" fmla="*/ 19 h 462"/>
                <a:gd name="T56" fmla="*/ 182 w 218"/>
                <a:gd name="T57" fmla="*/ 32 h 462"/>
                <a:gd name="T58" fmla="*/ 171 w 218"/>
                <a:gd name="T59" fmla="*/ 39 h 462"/>
                <a:gd name="T60" fmla="*/ 161 w 218"/>
                <a:gd name="T61" fmla="*/ 24 h 462"/>
                <a:gd name="T62" fmla="*/ 155 w 218"/>
                <a:gd name="T63" fmla="*/ 9 h 462"/>
                <a:gd name="T64" fmla="*/ 138 w 218"/>
                <a:gd name="T65" fmla="*/ 0 h 462"/>
                <a:gd name="T66" fmla="*/ 115 w 218"/>
                <a:gd name="T67" fmla="*/ 2 h 462"/>
                <a:gd name="T68" fmla="*/ 91 w 218"/>
                <a:gd name="T69" fmla="*/ 13 h 462"/>
                <a:gd name="T70" fmla="*/ 79 w 218"/>
                <a:gd name="T71" fmla="*/ 24 h 462"/>
                <a:gd name="T72" fmla="*/ 73 w 218"/>
                <a:gd name="T73" fmla="*/ 31 h 462"/>
                <a:gd name="T74" fmla="*/ 62 w 218"/>
                <a:gd name="T75" fmla="*/ 41 h 462"/>
                <a:gd name="T76" fmla="*/ 51 w 218"/>
                <a:gd name="T77" fmla="*/ 55 h 462"/>
                <a:gd name="T78" fmla="*/ 58 w 218"/>
                <a:gd name="T79" fmla="*/ 61 h 462"/>
                <a:gd name="T80" fmla="*/ 52 w 218"/>
                <a:gd name="T81" fmla="*/ 101 h 462"/>
                <a:gd name="T82" fmla="*/ 56 w 218"/>
                <a:gd name="T83" fmla="*/ 134 h 462"/>
                <a:gd name="T84" fmla="*/ 59 w 218"/>
                <a:gd name="T85" fmla="*/ 147 h 462"/>
                <a:gd name="T86" fmla="*/ 49 w 218"/>
                <a:gd name="T87" fmla="*/ 185 h 462"/>
                <a:gd name="T88" fmla="*/ 27 w 218"/>
                <a:gd name="T89" fmla="*/ 208 h 462"/>
                <a:gd name="T90" fmla="*/ 14 w 218"/>
                <a:gd name="T91" fmla="*/ 217 h 462"/>
                <a:gd name="T92" fmla="*/ 3 w 218"/>
                <a:gd name="T93" fmla="*/ 226 h 462"/>
                <a:gd name="T94" fmla="*/ 3 w 218"/>
                <a:gd name="T95" fmla="*/ 234 h 462"/>
                <a:gd name="T96" fmla="*/ 14 w 218"/>
                <a:gd name="T97" fmla="*/ 272 h 462"/>
                <a:gd name="T98" fmla="*/ 37 w 218"/>
                <a:gd name="T99" fmla="*/ 285 h 462"/>
                <a:gd name="T100" fmla="*/ 46 w 218"/>
                <a:gd name="T101" fmla="*/ 323 h 462"/>
                <a:gd name="T102" fmla="*/ 89 w 218"/>
                <a:gd name="T103" fmla="*/ 348 h 462"/>
                <a:gd name="T104" fmla="*/ 91 w 218"/>
                <a:gd name="T105" fmla="*/ 349 h 462"/>
                <a:gd name="T106" fmla="*/ 110 w 218"/>
                <a:gd name="T107" fmla="*/ 459 h 4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5" name="Freeform 45">
              <a:extLst>
                <a:ext uri="{FF2B5EF4-FFF2-40B4-BE49-F238E27FC236}">
                  <a16:creationId xmlns:a16="http://schemas.microsoft.com/office/drawing/2014/main" id="{88162678-933E-36EC-6E40-D26711E1A22B}"/>
                </a:ext>
              </a:extLst>
            </p:cNvPr>
            <p:cNvSpPr>
              <a:spLocks noChangeAspect="1"/>
            </p:cNvSpPr>
            <p:nvPr/>
          </p:nvSpPr>
          <p:spPr bwMode="gray">
            <a:xfrm>
              <a:off x="4847873" y="3407218"/>
              <a:ext cx="110275" cy="116083"/>
            </a:xfrm>
            <a:custGeom>
              <a:avLst/>
              <a:gdLst>
                <a:gd name="T0" fmla="*/ 24 w 612"/>
                <a:gd name="T1" fmla="*/ 438 h 605"/>
                <a:gd name="T2" fmla="*/ 24 w 612"/>
                <a:gd name="T3" fmla="*/ 265 h 605"/>
                <a:gd name="T4" fmla="*/ 7 w 612"/>
                <a:gd name="T5" fmla="*/ 146 h 605"/>
                <a:gd name="T6" fmla="*/ 1 w 612"/>
                <a:gd name="T7" fmla="*/ 120 h 605"/>
                <a:gd name="T8" fmla="*/ 3 w 612"/>
                <a:gd name="T9" fmla="*/ 90 h 605"/>
                <a:gd name="T10" fmla="*/ 15 w 612"/>
                <a:gd name="T11" fmla="*/ 74 h 605"/>
                <a:gd name="T12" fmla="*/ 7 w 612"/>
                <a:gd name="T13" fmla="*/ 22 h 605"/>
                <a:gd name="T14" fmla="*/ 18 w 612"/>
                <a:gd name="T15" fmla="*/ 2 h 605"/>
                <a:gd name="T16" fmla="*/ 35 w 612"/>
                <a:gd name="T17" fmla="*/ 8 h 605"/>
                <a:gd name="T18" fmla="*/ 91 w 612"/>
                <a:gd name="T19" fmla="*/ 7 h 605"/>
                <a:gd name="T20" fmla="*/ 153 w 612"/>
                <a:gd name="T21" fmla="*/ 27 h 605"/>
                <a:gd name="T22" fmla="*/ 185 w 612"/>
                <a:gd name="T23" fmla="*/ 38 h 605"/>
                <a:gd name="T24" fmla="*/ 228 w 612"/>
                <a:gd name="T25" fmla="*/ 45 h 605"/>
                <a:gd name="T26" fmla="*/ 269 w 612"/>
                <a:gd name="T27" fmla="*/ 40 h 605"/>
                <a:gd name="T28" fmla="*/ 311 w 612"/>
                <a:gd name="T29" fmla="*/ 13 h 605"/>
                <a:gd name="T30" fmla="*/ 336 w 612"/>
                <a:gd name="T31" fmla="*/ 8 h 605"/>
                <a:gd name="T32" fmla="*/ 322 w 612"/>
                <a:gd name="T33" fmla="*/ 20 h 605"/>
                <a:gd name="T34" fmla="*/ 349 w 612"/>
                <a:gd name="T35" fmla="*/ 13 h 605"/>
                <a:gd name="T36" fmla="*/ 365 w 612"/>
                <a:gd name="T37" fmla="*/ 11 h 605"/>
                <a:gd name="T38" fmla="*/ 400 w 612"/>
                <a:gd name="T39" fmla="*/ 6 h 605"/>
                <a:gd name="T40" fmla="*/ 408 w 612"/>
                <a:gd name="T41" fmla="*/ 16 h 605"/>
                <a:gd name="T42" fmla="*/ 426 w 612"/>
                <a:gd name="T43" fmla="*/ 28 h 605"/>
                <a:gd name="T44" fmla="*/ 447 w 612"/>
                <a:gd name="T45" fmla="*/ 40 h 605"/>
                <a:gd name="T46" fmla="*/ 463 w 612"/>
                <a:gd name="T47" fmla="*/ 34 h 605"/>
                <a:gd name="T48" fmla="*/ 510 w 612"/>
                <a:gd name="T49" fmla="*/ 29 h 605"/>
                <a:gd name="T50" fmla="*/ 523 w 612"/>
                <a:gd name="T51" fmla="*/ 35 h 605"/>
                <a:gd name="T52" fmla="*/ 561 w 612"/>
                <a:gd name="T53" fmla="*/ 144 h 605"/>
                <a:gd name="T54" fmla="*/ 539 w 612"/>
                <a:gd name="T55" fmla="*/ 211 h 605"/>
                <a:gd name="T56" fmla="*/ 538 w 612"/>
                <a:gd name="T57" fmla="*/ 234 h 605"/>
                <a:gd name="T58" fmla="*/ 518 w 612"/>
                <a:gd name="T59" fmla="*/ 242 h 605"/>
                <a:gd name="T60" fmla="*/ 486 w 612"/>
                <a:gd name="T61" fmla="*/ 207 h 605"/>
                <a:gd name="T62" fmla="*/ 473 w 612"/>
                <a:gd name="T63" fmla="*/ 175 h 605"/>
                <a:gd name="T64" fmla="*/ 454 w 612"/>
                <a:gd name="T65" fmla="*/ 144 h 605"/>
                <a:gd name="T66" fmla="*/ 440 w 612"/>
                <a:gd name="T67" fmla="*/ 109 h 605"/>
                <a:gd name="T68" fmla="*/ 436 w 612"/>
                <a:gd name="T69" fmla="*/ 104 h 605"/>
                <a:gd name="T70" fmla="*/ 429 w 612"/>
                <a:gd name="T71" fmla="*/ 119 h 605"/>
                <a:gd name="T72" fmla="*/ 437 w 612"/>
                <a:gd name="T73" fmla="*/ 143 h 605"/>
                <a:gd name="T74" fmla="*/ 441 w 612"/>
                <a:gd name="T75" fmla="*/ 167 h 605"/>
                <a:gd name="T76" fmla="*/ 475 w 612"/>
                <a:gd name="T77" fmla="*/ 223 h 605"/>
                <a:gd name="T78" fmla="*/ 490 w 612"/>
                <a:gd name="T79" fmla="*/ 256 h 605"/>
                <a:gd name="T80" fmla="*/ 512 w 612"/>
                <a:gd name="T81" fmla="*/ 304 h 605"/>
                <a:gd name="T82" fmla="*/ 530 w 612"/>
                <a:gd name="T83" fmla="*/ 346 h 605"/>
                <a:gd name="T84" fmla="*/ 558 w 612"/>
                <a:gd name="T85" fmla="*/ 401 h 605"/>
                <a:gd name="T86" fmla="*/ 578 w 612"/>
                <a:gd name="T87" fmla="*/ 444 h 605"/>
                <a:gd name="T88" fmla="*/ 608 w 612"/>
                <a:gd name="T89" fmla="*/ 471 h 605"/>
                <a:gd name="T90" fmla="*/ 598 w 612"/>
                <a:gd name="T91" fmla="*/ 476 h 605"/>
                <a:gd name="T92" fmla="*/ 598 w 612"/>
                <a:gd name="T93" fmla="*/ 488 h 605"/>
                <a:gd name="T94" fmla="*/ 581 w 612"/>
                <a:gd name="T95" fmla="*/ 545 h 605"/>
                <a:gd name="T96" fmla="*/ 526 w 612"/>
                <a:gd name="T97" fmla="*/ 578 h 605"/>
                <a:gd name="T98" fmla="*/ 473 w 612"/>
                <a:gd name="T99" fmla="*/ 592 h 605"/>
                <a:gd name="T100" fmla="*/ 378 w 612"/>
                <a:gd name="T101" fmla="*/ 579 h 605"/>
                <a:gd name="T102" fmla="*/ 366 w 612"/>
                <a:gd name="T103" fmla="*/ 590 h 605"/>
                <a:gd name="T104" fmla="*/ 233 w 612"/>
                <a:gd name="T105" fmla="*/ 590 h 605"/>
                <a:gd name="T106" fmla="*/ 77 w 612"/>
                <a:gd name="T107" fmla="*/ 590 h 6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6" name="Freeform 46">
              <a:extLst>
                <a:ext uri="{FF2B5EF4-FFF2-40B4-BE49-F238E27FC236}">
                  <a16:creationId xmlns:a16="http://schemas.microsoft.com/office/drawing/2014/main" id="{9981B319-A653-F788-1B66-6981956059E7}"/>
                </a:ext>
              </a:extLst>
            </p:cNvPr>
            <p:cNvSpPr>
              <a:spLocks noChangeAspect="1"/>
            </p:cNvSpPr>
            <p:nvPr/>
          </p:nvSpPr>
          <p:spPr bwMode="gray">
            <a:xfrm>
              <a:off x="4522330" y="3336435"/>
              <a:ext cx="199420" cy="217302"/>
            </a:xfrm>
            <a:custGeom>
              <a:avLst/>
              <a:gdLst>
                <a:gd name="T0" fmla="*/ 0 w 1112"/>
                <a:gd name="T1" fmla="*/ 608 h 1129"/>
                <a:gd name="T2" fmla="*/ 66 w 1112"/>
                <a:gd name="T3" fmla="*/ 499 h 1129"/>
                <a:gd name="T4" fmla="*/ 97 w 1112"/>
                <a:gd name="T5" fmla="*/ 485 h 1129"/>
                <a:gd name="T6" fmla="*/ 114 w 1112"/>
                <a:gd name="T7" fmla="*/ 474 h 1129"/>
                <a:gd name="T8" fmla="*/ 178 w 1112"/>
                <a:gd name="T9" fmla="*/ 463 h 1129"/>
                <a:gd name="T10" fmla="*/ 196 w 1112"/>
                <a:gd name="T11" fmla="*/ 437 h 1129"/>
                <a:gd name="T12" fmla="*/ 274 w 1112"/>
                <a:gd name="T13" fmla="*/ 403 h 1129"/>
                <a:gd name="T14" fmla="*/ 267 w 1112"/>
                <a:gd name="T15" fmla="*/ 390 h 1129"/>
                <a:gd name="T16" fmla="*/ 268 w 1112"/>
                <a:gd name="T17" fmla="*/ 372 h 1129"/>
                <a:gd name="T18" fmla="*/ 268 w 1112"/>
                <a:gd name="T19" fmla="*/ 355 h 1129"/>
                <a:gd name="T20" fmla="*/ 308 w 1112"/>
                <a:gd name="T21" fmla="*/ 348 h 1129"/>
                <a:gd name="T22" fmla="*/ 316 w 1112"/>
                <a:gd name="T23" fmla="*/ 328 h 1129"/>
                <a:gd name="T24" fmla="*/ 371 w 1112"/>
                <a:gd name="T25" fmla="*/ 324 h 1129"/>
                <a:gd name="T26" fmla="*/ 409 w 1112"/>
                <a:gd name="T27" fmla="*/ 327 h 1129"/>
                <a:gd name="T28" fmla="*/ 416 w 1112"/>
                <a:gd name="T29" fmla="*/ 304 h 1129"/>
                <a:gd name="T30" fmla="*/ 393 w 1112"/>
                <a:gd name="T31" fmla="*/ 268 h 1129"/>
                <a:gd name="T32" fmla="*/ 391 w 1112"/>
                <a:gd name="T33" fmla="*/ 238 h 1129"/>
                <a:gd name="T34" fmla="*/ 387 w 1112"/>
                <a:gd name="T35" fmla="*/ 204 h 1129"/>
                <a:gd name="T36" fmla="*/ 381 w 1112"/>
                <a:gd name="T37" fmla="*/ 167 h 1129"/>
                <a:gd name="T38" fmla="*/ 373 w 1112"/>
                <a:gd name="T39" fmla="*/ 155 h 1129"/>
                <a:gd name="T40" fmla="*/ 371 w 1112"/>
                <a:gd name="T41" fmla="*/ 137 h 1129"/>
                <a:gd name="T42" fmla="*/ 438 w 1112"/>
                <a:gd name="T43" fmla="*/ 91 h 1129"/>
                <a:gd name="T44" fmla="*/ 484 w 1112"/>
                <a:gd name="T45" fmla="*/ 73 h 1129"/>
                <a:gd name="T46" fmla="*/ 543 w 1112"/>
                <a:gd name="T47" fmla="*/ 41 h 1129"/>
                <a:gd name="T48" fmla="*/ 640 w 1112"/>
                <a:gd name="T49" fmla="*/ 20 h 1129"/>
                <a:gd name="T50" fmla="*/ 689 w 1112"/>
                <a:gd name="T51" fmla="*/ 14 h 1129"/>
                <a:gd name="T52" fmla="*/ 764 w 1112"/>
                <a:gd name="T53" fmla="*/ 27 h 1129"/>
                <a:gd name="T54" fmla="*/ 819 w 1112"/>
                <a:gd name="T55" fmla="*/ 0 h 1129"/>
                <a:gd name="T56" fmla="*/ 866 w 1112"/>
                <a:gd name="T57" fmla="*/ 9 h 1129"/>
                <a:gd name="T58" fmla="*/ 921 w 1112"/>
                <a:gd name="T59" fmla="*/ 10 h 1129"/>
                <a:gd name="T60" fmla="*/ 935 w 1112"/>
                <a:gd name="T61" fmla="*/ 26 h 1129"/>
                <a:gd name="T62" fmla="*/ 926 w 1112"/>
                <a:gd name="T63" fmla="*/ 78 h 1129"/>
                <a:gd name="T64" fmla="*/ 932 w 1112"/>
                <a:gd name="T65" fmla="*/ 132 h 1129"/>
                <a:gd name="T66" fmla="*/ 892 w 1112"/>
                <a:gd name="T67" fmla="*/ 197 h 1129"/>
                <a:gd name="T68" fmla="*/ 876 w 1112"/>
                <a:gd name="T69" fmla="*/ 219 h 1129"/>
                <a:gd name="T70" fmla="*/ 919 w 1112"/>
                <a:gd name="T71" fmla="*/ 290 h 1129"/>
                <a:gd name="T72" fmla="*/ 964 w 1112"/>
                <a:gd name="T73" fmla="*/ 334 h 1129"/>
                <a:gd name="T74" fmla="*/ 973 w 1112"/>
                <a:gd name="T75" fmla="*/ 457 h 1129"/>
                <a:gd name="T76" fmla="*/ 1001 w 1112"/>
                <a:gd name="T77" fmla="*/ 554 h 1129"/>
                <a:gd name="T78" fmla="*/ 999 w 1112"/>
                <a:gd name="T79" fmla="*/ 684 h 1129"/>
                <a:gd name="T80" fmla="*/ 1001 w 1112"/>
                <a:gd name="T81" fmla="*/ 737 h 1129"/>
                <a:gd name="T82" fmla="*/ 1048 w 1112"/>
                <a:gd name="T83" fmla="*/ 801 h 1129"/>
                <a:gd name="T84" fmla="*/ 1112 w 1112"/>
                <a:gd name="T85" fmla="*/ 864 h 1129"/>
                <a:gd name="T86" fmla="*/ 911 w 1112"/>
                <a:gd name="T87" fmla="*/ 1005 h 1129"/>
                <a:gd name="T88" fmla="*/ 704 w 1112"/>
                <a:gd name="T89" fmla="*/ 1115 h 1129"/>
                <a:gd name="T90" fmla="*/ 663 w 1112"/>
                <a:gd name="T91" fmla="*/ 1129 h 1129"/>
                <a:gd name="T92" fmla="*/ 645 w 1112"/>
                <a:gd name="T93" fmla="*/ 1109 h 1129"/>
                <a:gd name="T94" fmla="*/ 646 w 1112"/>
                <a:gd name="T95" fmla="*/ 1092 h 1129"/>
                <a:gd name="T96" fmla="*/ 644 w 1112"/>
                <a:gd name="T97" fmla="*/ 1076 h 1129"/>
                <a:gd name="T98" fmla="*/ 614 w 1112"/>
                <a:gd name="T99" fmla="*/ 1064 h 1129"/>
                <a:gd name="T100" fmla="*/ 585 w 1112"/>
                <a:gd name="T101" fmla="*/ 1054 h 1129"/>
                <a:gd name="T102" fmla="*/ 560 w 1112"/>
                <a:gd name="T103" fmla="*/ 1032 h 1129"/>
                <a:gd name="T104" fmla="*/ 532 w 1112"/>
                <a:gd name="T105" fmla="*/ 1016 h 1129"/>
                <a:gd name="T106" fmla="*/ 203 w 1112"/>
                <a:gd name="T107" fmla="*/ 773 h 11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7" name="Freeform 47">
              <a:extLst>
                <a:ext uri="{FF2B5EF4-FFF2-40B4-BE49-F238E27FC236}">
                  <a16:creationId xmlns:a16="http://schemas.microsoft.com/office/drawing/2014/main" id="{502E5E6B-7B15-D74C-6EE3-A4109665C4AD}"/>
                </a:ext>
              </a:extLst>
            </p:cNvPr>
            <p:cNvSpPr>
              <a:spLocks noChangeAspect="1"/>
            </p:cNvSpPr>
            <p:nvPr/>
          </p:nvSpPr>
          <p:spPr bwMode="gray">
            <a:xfrm>
              <a:off x="4440449" y="3459596"/>
              <a:ext cx="118199" cy="140149"/>
            </a:xfrm>
            <a:custGeom>
              <a:avLst/>
              <a:gdLst>
                <a:gd name="T0" fmla="*/ 96 w 661"/>
                <a:gd name="T1" fmla="*/ 347 h 727"/>
                <a:gd name="T2" fmla="*/ 14 w 661"/>
                <a:gd name="T3" fmla="*/ 353 h 727"/>
                <a:gd name="T4" fmla="*/ 5 w 661"/>
                <a:gd name="T5" fmla="*/ 364 h 727"/>
                <a:gd name="T6" fmla="*/ 0 w 661"/>
                <a:gd name="T7" fmla="*/ 369 h 727"/>
                <a:gd name="T8" fmla="*/ 22 w 661"/>
                <a:gd name="T9" fmla="*/ 391 h 727"/>
                <a:gd name="T10" fmla="*/ 40 w 661"/>
                <a:gd name="T11" fmla="*/ 409 h 727"/>
                <a:gd name="T12" fmla="*/ 41 w 661"/>
                <a:gd name="T13" fmla="*/ 437 h 727"/>
                <a:gd name="T14" fmla="*/ 28 w 661"/>
                <a:gd name="T15" fmla="*/ 460 h 727"/>
                <a:gd name="T16" fmla="*/ 49 w 661"/>
                <a:gd name="T17" fmla="*/ 501 h 727"/>
                <a:gd name="T18" fmla="*/ 50 w 661"/>
                <a:gd name="T19" fmla="*/ 563 h 727"/>
                <a:gd name="T20" fmla="*/ 30 w 661"/>
                <a:gd name="T21" fmla="*/ 623 h 727"/>
                <a:gd name="T22" fmla="*/ 24 w 661"/>
                <a:gd name="T23" fmla="*/ 650 h 727"/>
                <a:gd name="T24" fmla="*/ 37 w 661"/>
                <a:gd name="T25" fmla="*/ 627 h 727"/>
                <a:gd name="T26" fmla="*/ 50 w 661"/>
                <a:gd name="T27" fmla="*/ 627 h 727"/>
                <a:gd name="T28" fmla="*/ 76 w 661"/>
                <a:gd name="T29" fmla="*/ 628 h 727"/>
                <a:gd name="T30" fmla="*/ 98 w 661"/>
                <a:gd name="T31" fmla="*/ 624 h 727"/>
                <a:gd name="T32" fmla="*/ 102 w 661"/>
                <a:gd name="T33" fmla="*/ 619 h 727"/>
                <a:gd name="T34" fmla="*/ 119 w 661"/>
                <a:gd name="T35" fmla="*/ 620 h 727"/>
                <a:gd name="T36" fmla="*/ 141 w 661"/>
                <a:gd name="T37" fmla="*/ 620 h 727"/>
                <a:gd name="T38" fmla="*/ 161 w 661"/>
                <a:gd name="T39" fmla="*/ 635 h 727"/>
                <a:gd name="T40" fmla="*/ 173 w 661"/>
                <a:gd name="T41" fmla="*/ 647 h 727"/>
                <a:gd name="T42" fmla="*/ 183 w 661"/>
                <a:gd name="T43" fmla="*/ 651 h 727"/>
                <a:gd name="T44" fmla="*/ 200 w 661"/>
                <a:gd name="T45" fmla="*/ 662 h 727"/>
                <a:gd name="T46" fmla="*/ 209 w 661"/>
                <a:gd name="T47" fmla="*/ 677 h 727"/>
                <a:gd name="T48" fmla="*/ 215 w 661"/>
                <a:gd name="T49" fmla="*/ 686 h 727"/>
                <a:gd name="T50" fmla="*/ 222 w 661"/>
                <a:gd name="T51" fmla="*/ 692 h 727"/>
                <a:gd name="T52" fmla="*/ 223 w 661"/>
                <a:gd name="T53" fmla="*/ 698 h 727"/>
                <a:gd name="T54" fmla="*/ 231 w 661"/>
                <a:gd name="T55" fmla="*/ 704 h 727"/>
                <a:gd name="T56" fmla="*/ 244 w 661"/>
                <a:gd name="T57" fmla="*/ 709 h 727"/>
                <a:gd name="T58" fmla="*/ 250 w 661"/>
                <a:gd name="T59" fmla="*/ 719 h 727"/>
                <a:gd name="T60" fmla="*/ 286 w 661"/>
                <a:gd name="T61" fmla="*/ 705 h 727"/>
                <a:gd name="T62" fmla="*/ 302 w 661"/>
                <a:gd name="T63" fmla="*/ 665 h 727"/>
                <a:gd name="T64" fmla="*/ 308 w 661"/>
                <a:gd name="T65" fmla="*/ 666 h 727"/>
                <a:gd name="T66" fmla="*/ 323 w 661"/>
                <a:gd name="T67" fmla="*/ 683 h 727"/>
                <a:gd name="T68" fmla="*/ 350 w 661"/>
                <a:gd name="T69" fmla="*/ 705 h 727"/>
                <a:gd name="T70" fmla="*/ 534 w 661"/>
                <a:gd name="T71" fmla="*/ 687 h 727"/>
                <a:gd name="T72" fmla="*/ 637 w 661"/>
                <a:gd name="T73" fmla="*/ 641 h 727"/>
                <a:gd name="T74" fmla="*/ 604 w 661"/>
                <a:gd name="T75" fmla="*/ 522 h 727"/>
                <a:gd name="T76" fmla="*/ 587 w 661"/>
                <a:gd name="T77" fmla="*/ 359 h 727"/>
                <a:gd name="T78" fmla="*/ 570 w 661"/>
                <a:gd name="T79" fmla="*/ 191 h 727"/>
                <a:gd name="T80" fmla="*/ 584 w 661"/>
                <a:gd name="T81" fmla="*/ 82 h 727"/>
                <a:gd name="T82" fmla="*/ 458 w 661"/>
                <a:gd name="T83" fmla="*/ 70 h 727"/>
                <a:gd name="T84" fmla="*/ 299 w 661"/>
                <a:gd name="T85" fmla="*/ 70 h 727"/>
                <a:gd name="T86" fmla="*/ 281 w 661"/>
                <a:gd name="T87" fmla="*/ 187 h 727"/>
                <a:gd name="T88" fmla="*/ 244 w 661"/>
                <a:gd name="T89" fmla="*/ 231 h 727"/>
                <a:gd name="T90" fmla="*/ 220 w 661"/>
                <a:gd name="T91" fmla="*/ 245 h 727"/>
                <a:gd name="T92" fmla="*/ 215 w 661"/>
                <a:gd name="T93" fmla="*/ 290 h 727"/>
                <a:gd name="T94" fmla="*/ 222 w 661"/>
                <a:gd name="T95" fmla="*/ 347 h 7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8" name="Freeform 48">
              <a:extLst>
                <a:ext uri="{FF2B5EF4-FFF2-40B4-BE49-F238E27FC236}">
                  <a16:creationId xmlns:a16="http://schemas.microsoft.com/office/drawing/2014/main" id="{5369F3F6-E7A0-9DAB-3D40-DE6A7760006E}"/>
                </a:ext>
              </a:extLst>
            </p:cNvPr>
            <p:cNvSpPr>
              <a:spLocks noChangeAspect="1"/>
            </p:cNvSpPr>
            <p:nvPr/>
          </p:nvSpPr>
          <p:spPr bwMode="gray">
            <a:xfrm>
              <a:off x="4479408" y="3353423"/>
              <a:ext cx="117539" cy="100511"/>
            </a:xfrm>
            <a:custGeom>
              <a:avLst/>
              <a:gdLst>
                <a:gd name="T0" fmla="*/ 204 w 656"/>
                <a:gd name="T1" fmla="*/ 526 h 526"/>
                <a:gd name="T2" fmla="*/ 79 w 656"/>
                <a:gd name="T3" fmla="*/ 526 h 526"/>
                <a:gd name="T4" fmla="*/ 0 w 656"/>
                <a:gd name="T5" fmla="*/ 526 h 526"/>
                <a:gd name="T6" fmla="*/ 27 w 656"/>
                <a:gd name="T7" fmla="*/ 511 h 526"/>
                <a:gd name="T8" fmla="*/ 86 w 656"/>
                <a:gd name="T9" fmla="*/ 487 h 526"/>
                <a:gd name="T10" fmla="*/ 112 w 656"/>
                <a:gd name="T11" fmla="*/ 464 h 526"/>
                <a:gd name="T12" fmla="*/ 144 w 656"/>
                <a:gd name="T13" fmla="*/ 439 h 526"/>
                <a:gd name="T14" fmla="*/ 166 w 656"/>
                <a:gd name="T15" fmla="*/ 411 h 526"/>
                <a:gd name="T16" fmla="*/ 182 w 656"/>
                <a:gd name="T17" fmla="*/ 362 h 526"/>
                <a:gd name="T18" fmla="*/ 175 w 656"/>
                <a:gd name="T19" fmla="*/ 305 h 526"/>
                <a:gd name="T20" fmla="*/ 194 w 656"/>
                <a:gd name="T21" fmla="*/ 263 h 526"/>
                <a:gd name="T22" fmla="*/ 214 w 656"/>
                <a:gd name="T23" fmla="*/ 235 h 526"/>
                <a:gd name="T24" fmla="*/ 244 w 656"/>
                <a:gd name="T25" fmla="*/ 184 h 526"/>
                <a:gd name="T26" fmla="*/ 299 w 656"/>
                <a:gd name="T27" fmla="*/ 155 h 526"/>
                <a:gd name="T28" fmla="*/ 348 w 656"/>
                <a:gd name="T29" fmla="*/ 120 h 526"/>
                <a:gd name="T30" fmla="*/ 376 w 656"/>
                <a:gd name="T31" fmla="*/ 56 h 526"/>
                <a:gd name="T32" fmla="*/ 419 w 656"/>
                <a:gd name="T33" fmla="*/ 0 h 526"/>
                <a:gd name="T34" fmla="*/ 465 w 656"/>
                <a:gd name="T35" fmla="*/ 48 h 526"/>
                <a:gd name="T36" fmla="*/ 507 w 656"/>
                <a:gd name="T37" fmla="*/ 45 h 526"/>
                <a:gd name="T38" fmla="*/ 548 w 656"/>
                <a:gd name="T39" fmla="*/ 40 h 526"/>
                <a:gd name="T40" fmla="*/ 574 w 656"/>
                <a:gd name="T41" fmla="*/ 53 h 526"/>
                <a:gd name="T42" fmla="*/ 604 w 656"/>
                <a:gd name="T43" fmla="*/ 56 h 526"/>
                <a:gd name="T44" fmla="*/ 612 w 656"/>
                <a:gd name="T45" fmla="*/ 71 h 526"/>
                <a:gd name="T46" fmla="*/ 621 w 656"/>
                <a:gd name="T47" fmla="*/ 79 h 526"/>
                <a:gd name="T48" fmla="*/ 621 w 656"/>
                <a:gd name="T49" fmla="*/ 85 h 526"/>
                <a:gd name="T50" fmla="*/ 622 w 656"/>
                <a:gd name="T51" fmla="*/ 104 h 526"/>
                <a:gd name="T52" fmla="*/ 626 w 656"/>
                <a:gd name="T53" fmla="*/ 131 h 526"/>
                <a:gd name="T54" fmla="*/ 631 w 656"/>
                <a:gd name="T55" fmla="*/ 152 h 526"/>
                <a:gd name="T56" fmla="*/ 629 w 656"/>
                <a:gd name="T57" fmla="*/ 166 h 526"/>
                <a:gd name="T58" fmla="*/ 633 w 656"/>
                <a:gd name="T59" fmla="*/ 186 h 526"/>
                <a:gd name="T60" fmla="*/ 649 w 656"/>
                <a:gd name="T61" fmla="*/ 215 h 526"/>
                <a:gd name="T62" fmla="*/ 651 w 656"/>
                <a:gd name="T63" fmla="*/ 224 h 526"/>
                <a:gd name="T64" fmla="*/ 649 w 656"/>
                <a:gd name="T65" fmla="*/ 242 h 526"/>
                <a:gd name="T66" fmla="*/ 639 w 656"/>
                <a:gd name="T67" fmla="*/ 242 h 526"/>
                <a:gd name="T68" fmla="*/ 611 w 656"/>
                <a:gd name="T69" fmla="*/ 242 h 526"/>
                <a:gd name="T70" fmla="*/ 567 w 656"/>
                <a:gd name="T71" fmla="*/ 247 h 526"/>
                <a:gd name="T72" fmla="*/ 553 w 656"/>
                <a:gd name="T73" fmla="*/ 247 h 526"/>
                <a:gd name="T74" fmla="*/ 551 w 656"/>
                <a:gd name="T75" fmla="*/ 263 h 526"/>
                <a:gd name="T76" fmla="*/ 527 w 656"/>
                <a:gd name="T77" fmla="*/ 273 h 526"/>
                <a:gd name="T78" fmla="*/ 508 w 656"/>
                <a:gd name="T79" fmla="*/ 273 h 526"/>
                <a:gd name="T80" fmla="*/ 502 w 656"/>
                <a:gd name="T81" fmla="*/ 288 h 526"/>
                <a:gd name="T82" fmla="*/ 509 w 656"/>
                <a:gd name="T83" fmla="*/ 293 h 526"/>
                <a:gd name="T84" fmla="*/ 504 w 656"/>
                <a:gd name="T85" fmla="*/ 309 h 526"/>
                <a:gd name="T86" fmla="*/ 510 w 656"/>
                <a:gd name="T87" fmla="*/ 310 h 526"/>
                <a:gd name="T88" fmla="*/ 514 w 656"/>
                <a:gd name="T89" fmla="*/ 321 h 526"/>
                <a:gd name="T90" fmla="*/ 461 w 656"/>
                <a:gd name="T91" fmla="*/ 342 h 526"/>
                <a:gd name="T92" fmla="*/ 433 w 656"/>
                <a:gd name="T93" fmla="*/ 363 h 526"/>
                <a:gd name="T94" fmla="*/ 424 w 656"/>
                <a:gd name="T95" fmla="*/ 376 h 526"/>
                <a:gd name="T96" fmla="*/ 385 w 656"/>
                <a:gd name="T97" fmla="*/ 391 h 526"/>
                <a:gd name="T98" fmla="*/ 354 w 656"/>
                <a:gd name="T99" fmla="*/ 392 h 526"/>
                <a:gd name="T100" fmla="*/ 350 w 656"/>
                <a:gd name="T101" fmla="*/ 406 h 526"/>
                <a:gd name="T102" fmla="*/ 330 w 656"/>
                <a:gd name="T103" fmla="*/ 405 h 526"/>
                <a:gd name="T104" fmla="*/ 312 w 656"/>
                <a:gd name="T105" fmla="*/ 413 h 526"/>
                <a:gd name="T106" fmla="*/ 287 w 656"/>
                <a:gd name="T107" fmla="*/ 423 h 5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29" name="Freeform 49">
              <a:extLst>
                <a:ext uri="{FF2B5EF4-FFF2-40B4-BE49-F238E27FC236}">
                  <a16:creationId xmlns:a16="http://schemas.microsoft.com/office/drawing/2014/main" id="{BD2DA4D7-A365-F99C-04DB-C1EEC6AD62EB}"/>
                </a:ext>
              </a:extLst>
            </p:cNvPr>
            <p:cNvSpPr>
              <a:spLocks noChangeAspect="1"/>
            </p:cNvSpPr>
            <p:nvPr/>
          </p:nvSpPr>
          <p:spPr bwMode="gray">
            <a:xfrm>
              <a:off x="5010315" y="3630889"/>
              <a:ext cx="100370" cy="142272"/>
            </a:xfrm>
            <a:custGeom>
              <a:avLst/>
              <a:gdLst>
                <a:gd name="T0" fmla="*/ 6 w 561"/>
                <a:gd name="T1" fmla="*/ 708 h 740"/>
                <a:gd name="T2" fmla="*/ 0 w 561"/>
                <a:gd name="T3" fmla="*/ 604 h 740"/>
                <a:gd name="T4" fmla="*/ 3 w 561"/>
                <a:gd name="T5" fmla="*/ 496 h 740"/>
                <a:gd name="T6" fmla="*/ 48 w 561"/>
                <a:gd name="T7" fmla="*/ 437 h 740"/>
                <a:gd name="T8" fmla="*/ 102 w 561"/>
                <a:gd name="T9" fmla="*/ 414 h 740"/>
                <a:gd name="T10" fmla="*/ 148 w 561"/>
                <a:gd name="T11" fmla="*/ 384 h 740"/>
                <a:gd name="T12" fmla="*/ 302 w 561"/>
                <a:gd name="T13" fmla="*/ 297 h 740"/>
                <a:gd name="T14" fmla="*/ 384 w 561"/>
                <a:gd name="T15" fmla="*/ 212 h 740"/>
                <a:gd name="T16" fmla="*/ 166 w 561"/>
                <a:gd name="T17" fmla="*/ 154 h 740"/>
                <a:gd name="T18" fmla="*/ 132 w 561"/>
                <a:gd name="T19" fmla="*/ 122 h 740"/>
                <a:gd name="T20" fmla="*/ 119 w 561"/>
                <a:gd name="T21" fmla="*/ 107 h 740"/>
                <a:gd name="T22" fmla="*/ 103 w 561"/>
                <a:gd name="T23" fmla="*/ 88 h 740"/>
                <a:gd name="T24" fmla="*/ 103 w 561"/>
                <a:gd name="T25" fmla="*/ 55 h 740"/>
                <a:gd name="T26" fmla="*/ 120 w 561"/>
                <a:gd name="T27" fmla="*/ 25 h 740"/>
                <a:gd name="T28" fmla="*/ 130 w 561"/>
                <a:gd name="T29" fmla="*/ 29 h 740"/>
                <a:gd name="T30" fmla="*/ 151 w 561"/>
                <a:gd name="T31" fmla="*/ 57 h 740"/>
                <a:gd name="T32" fmla="*/ 186 w 561"/>
                <a:gd name="T33" fmla="*/ 84 h 740"/>
                <a:gd name="T34" fmla="*/ 222 w 561"/>
                <a:gd name="T35" fmla="*/ 77 h 740"/>
                <a:gd name="T36" fmla="*/ 248 w 561"/>
                <a:gd name="T37" fmla="*/ 64 h 740"/>
                <a:gd name="T38" fmla="*/ 258 w 561"/>
                <a:gd name="T39" fmla="*/ 57 h 740"/>
                <a:gd name="T40" fmla="*/ 269 w 561"/>
                <a:gd name="T41" fmla="*/ 61 h 740"/>
                <a:gd name="T42" fmla="*/ 291 w 561"/>
                <a:gd name="T43" fmla="*/ 67 h 740"/>
                <a:gd name="T44" fmla="*/ 317 w 561"/>
                <a:gd name="T45" fmla="*/ 61 h 740"/>
                <a:gd name="T46" fmla="*/ 336 w 561"/>
                <a:gd name="T47" fmla="*/ 48 h 740"/>
                <a:gd name="T48" fmla="*/ 365 w 561"/>
                <a:gd name="T49" fmla="*/ 46 h 740"/>
                <a:gd name="T50" fmla="*/ 393 w 561"/>
                <a:gd name="T51" fmla="*/ 43 h 740"/>
                <a:gd name="T52" fmla="*/ 417 w 561"/>
                <a:gd name="T53" fmla="*/ 33 h 740"/>
                <a:gd name="T54" fmla="*/ 451 w 561"/>
                <a:gd name="T55" fmla="*/ 28 h 740"/>
                <a:gd name="T56" fmla="*/ 473 w 561"/>
                <a:gd name="T57" fmla="*/ 25 h 740"/>
                <a:gd name="T58" fmla="*/ 501 w 561"/>
                <a:gd name="T59" fmla="*/ 17 h 740"/>
                <a:gd name="T60" fmla="*/ 527 w 561"/>
                <a:gd name="T61" fmla="*/ 0 h 740"/>
                <a:gd name="T62" fmla="*/ 555 w 561"/>
                <a:gd name="T63" fmla="*/ 7 h 740"/>
                <a:gd name="T64" fmla="*/ 555 w 561"/>
                <a:gd name="T65" fmla="*/ 19 h 740"/>
                <a:gd name="T66" fmla="*/ 548 w 561"/>
                <a:gd name="T67" fmla="*/ 41 h 740"/>
                <a:gd name="T68" fmla="*/ 552 w 561"/>
                <a:gd name="T69" fmla="*/ 59 h 740"/>
                <a:gd name="T70" fmla="*/ 551 w 561"/>
                <a:gd name="T71" fmla="*/ 78 h 740"/>
                <a:gd name="T72" fmla="*/ 551 w 561"/>
                <a:gd name="T73" fmla="*/ 84 h 740"/>
                <a:gd name="T74" fmla="*/ 556 w 561"/>
                <a:gd name="T75" fmla="*/ 84 h 740"/>
                <a:gd name="T76" fmla="*/ 560 w 561"/>
                <a:gd name="T77" fmla="*/ 91 h 740"/>
                <a:gd name="T78" fmla="*/ 545 w 561"/>
                <a:gd name="T79" fmla="*/ 88 h 740"/>
                <a:gd name="T80" fmla="*/ 539 w 561"/>
                <a:gd name="T81" fmla="*/ 99 h 740"/>
                <a:gd name="T82" fmla="*/ 530 w 561"/>
                <a:gd name="T83" fmla="*/ 145 h 740"/>
                <a:gd name="T84" fmla="*/ 518 w 561"/>
                <a:gd name="T85" fmla="*/ 164 h 740"/>
                <a:gd name="T86" fmla="*/ 497 w 561"/>
                <a:gd name="T87" fmla="*/ 202 h 740"/>
                <a:gd name="T88" fmla="*/ 485 w 561"/>
                <a:gd name="T89" fmla="*/ 215 h 740"/>
                <a:gd name="T90" fmla="*/ 479 w 561"/>
                <a:gd name="T91" fmla="*/ 237 h 740"/>
                <a:gd name="T92" fmla="*/ 444 w 561"/>
                <a:gd name="T93" fmla="*/ 303 h 740"/>
                <a:gd name="T94" fmla="*/ 422 w 561"/>
                <a:gd name="T95" fmla="*/ 351 h 740"/>
                <a:gd name="T96" fmla="*/ 414 w 561"/>
                <a:gd name="T97" fmla="*/ 358 h 740"/>
                <a:gd name="T98" fmla="*/ 389 w 561"/>
                <a:gd name="T99" fmla="*/ 389 h 740"/>
                <a:gd name="T100" fmla="*/ 382 w 561"/>
                <a:gd name="T101" fmla="*/ 405 h 740"/>
                <a:gd name="T102" fmla="*/ 363 w 561"/>
                <a:gd name="T103" fmla="*/ 432 h 740"/>
                <a:gd name="T104" fmla="*/ 334 w 561"/>
                <a:gd name="T105" fmla="*/ 461 h 740"/>
                <a:gd name="T106" fmla="*/ 297 w 561"/>
                <a:gd name="T107" fmla="*/ 492 h 740"/>
                <a:gd name="T108" fmla="*/ 277 w 561"/>
                <a:gd name="T109" fmla="*/ 520 h 740"/>
                <a:gd name="T110" fmla="*/ 243 w 561"/>
                <a:gd name="T111" fmla="*/ 545 h 740"/>
                <a:gd name="T112" fmla="*/ 216 w 561"/>
                <a:gd name="T113" fmla="*/ 554 h 740"/>
                <a:gd name="T114" fmla="*/ 120 w 561"/>
                <a:gd name="T115" fmla="*/ 640 h 740"/>
                <a:gd name="T116" fmla="*/ 91 w 561"/>
                <a:gd name="T117" fmla="*/ 663 h 740"/>
                <a:gd name="T118" fmla="*/ 87 w 561"/>
                <a:gd name="T119" fmla="*/ 665 h 740"/>
                <a:gd name="T120" fmla="*/ 83 w 561"/>
                <a:gd name="T121" fmla="*/ 674 h 740"/>
                <a:gd name="T122" fmla="*/ 61 w 561"/>
                <a:gd name="T123" fmla="*/ 705 h 740"/>
                <a:gd name="T124" fmla="*/ 32 w 561"/>
                <a:gd name="T125" fmla="*/ 739 h 7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0" name="Freeform 50">
              <a:extLst>
                <a:ext uri="{FF2B5EF4-FFF2-40B4-BE49-F238E27FC236}">
                  <a16:creationId xmlns:a16="http://schemas.microsoft.com/office/drawing/2014/main" id="{FB97DEA1-6927-3D11-D9D8-C93B367F0E46}"/>
                </a:ext>
              </a:extLst>
            </p:cNvPr>
            <p:cNvSpPr>
              <a:spLocks noChangeAspect="1"/>
            </p:cNvSpPr>
            <p:nvPr/>
          </p:nvSpPr>
          <p:spPr bwMode="gray">
            <a:xfrm>
              <a:off x="4822120" y="3507728"/>
              <a:ext cx="162442" cy="210223"/>
            </a:xfrm>
            <a:custGeom>
              <a:avLst/>
              <a:gdLst>
                <a:gd name="T0" fmla="*/ 118 w 907"/>
                <a:gd name="T1" fmla="*/ 375 h 1097"/>
                <a:gd name="T2" fmla="*/ 72 w 907"/>
                <a:gd name="T3" fmla="*/ 426 h 1097"/>
                <a:gd name="T4" fmla="*/ 55 w 907"/>
                <a:gd name="T5" fmla="*/ 449 h 1097"/>
                <a:gd name="T6" fmla="*/ 23 w 907"/>
                <a:gd name="T7" fmla="*/ 508 h 1097"/>
                <a:gd name="T8" fmla="*/ 14 w 907"/>
                <a:gd name="T9" fmla="*/ 527 h 1097"/>
                <a:gd name="T10" fmla="*/ 7 w 907"/>
                <a:gd name="T11" fmla="*/ 564 h 1097"/>
                <a:gd name="T12" fmla="*/ 3 w 907"/>
                <a:gd name="T13" fmla="*/ 596 h 1097"/>
                <a:gd name="T14" fmla="*/ 28 w 907"/>
                <a:gd name="T15" fmla="*/ 623 h 1097"/>
                <a:gd name="T16" fmla="*/ 51 w 907"/>
                <a:gd name="T17" fmla="*/ 667 h 1097"/>
                <a:gd name="T18" fmla="*/ 55 w 907"/>
                <a:gd name="T19" fmla="*/ 703 h 1097"/>
                <a:gd name="T20" fmla="*/ 88 w 907"/>
                <a:gd name="T21" fmla="*/ 777 h 1097"/>
                <a:gd name="T22" fmla="*/ 109 w 907"/>
                <a:gd name="T23" fmla="*/ 817 h 1097"/>
                <a:gd name="T24" fmla="*/ 161 w 907"/>
                <a:gd name="T25" fmla="*/ 840 h 1097"/>
                <a:gd name="T26" fmla="*/ 179 w 907"/>
                <a:gd name="T27" fmla="*/ 869 h 1097"/>
                <a:gd name="T28" fmla="*/ 229 w 907"/>
                <a:gd name="T29" fmla="*/ 914 h 1097"/>
                <a:gd name="T30" fmla="*/ 256 w 907"/>
                <a:gd name="T31" fmla="*/ 950 h 1097"/>
                <a:gd name="T32" fmla="*/ 303 w 907"/>
                <a:gd name="T33" fmla="*/ 993 h 1097"/>
                <a:gd name="T34" fmla="*/ 329 w 907"/>
                <a:gd name="T35" fmla="*/ 1031 h 1097"/>
                <a:gd name="T36" fmla="*/ 369 w 907"/>
                <a:gd name="T37" fmla="*/ 1055 h 1097"/>
                <a:gd name="T38" fmla="*/ 426 w 907"/>
                <a:gd name="T39" fmla="*/ 1042 h 1097"/>
                <a:gd name="T40" fmla="*/ 484 w 907"/>
                <a:gd name="T41" fmla="*/ 1091 h 1097"/>
                <a:gd name="T42" fmla="*/ 517 w 907"/>
                <a:gd name="T43" fmla="*/ 1090 h 1097"/>
                <a:gd name="T44" fmla="*/ 556 w 907"/>
                <a:gd name="T45" fmla="*/ 1097 h 1097"/>
                <a:gd name="T46" fmla="*/ 616 w 907"/>
                <a:gd name="T47" fmla="*/ 1089 h 1097"/>
                <a:gd name="T48" fmla="*/ 662 w 907"/>
                <a:gd name="T49" fmla="*/ 1071 h 1097"/>
                <a:gd name="T50" fmla="*/ 731 w 907"/>
                <a:gd name="T51" fmla="*/ 1046 h 1097"/>
                <a:gd name="T52" fmla="*/ 767 w 907"/>
                <a:gd name="T53" fmla="*/ 1011 h 1097"/>
                <a:gd name="T54" fmla="*/ 727 w 907"/>
                <a:gd name="T55" fmla="*/ 988 h 1097"/>
                <a:gd name="T56" fmla="*/ 702 w 907"/>
                <a:gd name="T57" fmla="*/ 930 h 1097"/>
                <a:gd name="T58" fmla="*/ 665 w 907"/>
                <a:gd name="T59" fmla="*/ 891 h 1097"/>
                <a:gd name="T60" fmla="*/ 629 w 907"/>
                <a:gd name="T61" fmla="*/ 874 h 1097"/>
                <a:gd name="T62" fmla="*/ 614 w 907"/>
                <a:gd name="T63" fmla="*/ 855 h 1097"/>
                <a:gd name="T64" fmla="*/ 652 w 907"/>
                <a:gd name="T65" fmla="*/ 834 h 1097"/>
                <a:gd name="T66" fmla="*/ 672 w 907"/>
                <a:gd name="T67" fmla="*/ 763 h 1097"/>
                <a:gd name="T68" fmla="*/ 676 w 907"/>
                <a:gd name="T69" fmla="*/ 719 h 1097"/>
                <a:gd name="T70" fmla="*/ 697 w 907"/>
                <a:gd name="T71" fmla="*/ 697 h 1097"/>
                <a:gd name="T72" fmla="*/ 723 w 907"/>
                <a:gd name="T73" fmla="*/ 651 h 1097"/>
                <a:gd name="T74" fmla="*/ 783 w 907"/>
                <a:gd name="T75" fmla="*/ 582 h 1097"/>
                <a:gd name="T76" fmla="*/ 798 w 907"/>
                <a:gd name="T77" fmla="*/ 473 h 1097"/>
                <a:gd name="T78" fmla="*/ 821 w 907"/>
                <a:gd name="T79" fmla="*/ 387 h 1097"/>
                <a:gd name="T80" fmla="*/ 842 w 907"/>
                <a:gd name="T81" fmla="*/ 348 h 1097"/>
                <a:gd name="T82" fmla="*/ 885 w 907"/>
                <a:gd name="T83" fmla="*/ 323 h 1097"/>
                <a:gd name="T84" fmla="*/ 904 w 907"/>
                <a:gd name="T85" fmla="*/ 284 h 1097"/>
                <a:gd name="T86" fmla="*/ 887 w 907"/>
                <a:gd name="T87" fmla="*/ 270 h 1097"/>
                <a:gd name="T88" fmla="*/ 852 w 907"/>
                <a:gd name="T89" fmla="*/ 252 h 1097"/>
                <a:gd name="T90" fmla="*/ 837 w 907"/>
                <a:gd name="T91" fmla="*/ 157 h 1097"/>
                <a:gd name="T92" fmla="*/ 821 w 907"/>
                <a:gd name="T93" fmla="*/ 94 h 1097"/>
                <a:gd name="T94" fmla="*/ 798 w 907"/>
                <a:gd name="T95" fmla="*/ 44 h 1097"/>
                <a:gd name="T96" fmla="*/ 749 w 907"/>
                <a:gd name="T97" fmla="*/ 0 h 1097"/>
                <a:gd name="T98" fmla="*/ 672 w 907"/>
                <a:gd name="T99" fmla="*/ 53 h 1097"/>
                <a:gd name="T100" fmla="*/ 522 w 907"/>
                <a:gd name="T101" fmla="*/ 65 h 1097"/>
                <a:gd name="T102" fmla="*/ 519 w 907"/>
                <a:gd name="T103" fmla="*/ 53 h 1097"/>
                <a:gd name="T104" fmla="*/ 379 w 907"/>
                <a:gd name="T105" fmla="*/ 65 h 1097"/>
                <a:gd name="T106" fmla="*/ 170 w 907"/>
                <a:gd name="T107" fmla="*/ 65 h 1097"/>
                <a:gd name="T108" fmla="*/ 118 w 907"/>
                <a:gd name="T109" fmla="*/ 210 h 10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07" h="1097">
                  <a:moveTo>
                    <a:pt x="118" y="210"/>
                  </a:moveTo>
                  <a:lnTo>
                    <a:pt x="118" y="266"/>
                  </a:lnTo>
                  <a:lnTo>
                    <a:pt x="118" y="320"/>
                  </a:lnTo>
                  <a:lnTo>
                    <a:pt x="118" y="375"/>
                  </a:lnTo>
                  <a:lnTo>
                    <a:pt x="116" y="424"/>
                  </a:lnTo>
                  <a:lnTo>
                    <a:pt x="110" y="425"/>
                  </a:lnTo>
                  <a:lnTo>
                    <a:pt x="81" y="425"/>
                  </a:lnTo>
                  <a:lnTo>
                    <a:pt x="72" y="426"/>
                  </a:lnTo>
                  <a:lnTo>
                    <a:pt x="60" y="428"/>
                  </a:lnTo>
                  <a:lnTo>
                    <a:pt x="59" y="429"/>
                  </a:lnTo>
                  <a:lnTo>
                    <a:pt x="56" y="438"/>
                  </a:lnTo>
                  <a:lnTo>
                    <a:pt x="55" y="449"/>
                  </a:lnTo>
                  <a:lnTo>
                    <a:pt x="51" y="460"/>
                  </a:lnTo>
                  <a:lnTo>
                    <a:pt x="39" y="477"/>
                  </a:lnTo>
                  <a:lnTo>
                    <a:pt x="23" y="495"/>
                  </a:lnTo>
                  <a:lnTo>
                    <a:pt x="23" y="508"/>
                  </a:lnTo>
                  <a:lnTo>
                    <a:pt x="24" y="516"/>
                  </a:lnTo>
                  <a:lnTo>
                    <a:pt x="23" y="521"/>
                  </a:lnTo>
                  <a:lnTo>
                    <a:pt x="22" y="522"/>
                  </a:lnTo>
                  <a:lnTo>
                    <a:pt x="14" y="527"/>
                  </a:lnTo>
                  <a:lnTo>
                    <a:pt x="11" y="531"/>
                  </a:lnTo>
                  <a:lnTo>
                    <a:pt x="9" y="541"/>
                  </a:lnTo>
                  <a:lnTo>
                    <a:pt x="9" y="555"/>
                  </a:lnTo>
                  <a:lnTo>
                    <a:pt x="7" y="564"/>
                  </a:lnTo>
                  <a:lnTo>
                    <a:pt x="1" y="575"/>
                  </a:lnTo>
                  <a:lnTo>
                    <a:pt x="0" y="580"/>
                  </a:lnTo>
                  <a:lnTo>
                    <a:pt x="0" y="596"/>
                  </a:lnTo>
                  <a:lnTo>
                    <a:pt x="3" y="596"/>
                  </a:lnTo>
                  <a:lnTo>
                    <a:pt x="8" y="595"/>
                  </a:lnTo>
                  <a:lnTo>
                    <a:pt x="24" y="591"/>
                  </a:lnTo>
                  <a:lnTo>
                    <a:pt x="23" y="607"/>
                  </a:lnTo>
                  <a:lnTo>
                    <a:pt x="28" y="623"/>
                  </a:lnTo>
                  <a:lnTo>
                    <a:pt x="40" y="657"/>
                  </a:lnTo>
                  <a:lnTo>
                    <a:pt x="41" y="659"/>
                  </a:lnTo>
                  <a:lnTo>
                    <a:pt x="48" y="662"/>
                  </a:lnTo>
                  <a:lnTo>
                    <a:pt x="51" y="667"/>
                  </a:lnTo>
                  <a:lnTo>
                    <a:pt x="54" y="676"/>
                  </a:lnTo>
                  <a:lnTo>
                    <a:pt x="54" y="684"/>
                  </a:lnTo>
                  <a:lnTo>
                    <a:pt x="45" y="688"/>
                  </a:lnTo>
                  <a:lnTo>
                    <a:pt x="55" y="703"/>
                  </a:lnTo>
                  <a:lnTo>
                    <a:pt x="72" y="722"/>
                  </a:lnTo>
                  <a:lnTo>
                    <a:pt x="88" y="743"/>
                  </a:lnTo>
                  <a:lnTo>
                    <a:pt x="93" y="759"/>
                  </a:lnTo>
                  <a:lnTo>
                    <a:pt x="88" y="777"/>
                  </a:lnTo>
                  <a:lnTo>
                    <a:pt x="86" y="793"/>
                  </a:lnTo>
                  <a:lnTo>
                    <a:pt x="88" y="806"/>
                  </a:lnTo>
                  <a:lnTo>
                    <a:pt x="98" y="816"/>
                  </a:lnTo>
                  <a:lnTo>
                    <a:pt x="109" y="817"/>
                  </a:lnTo>
                  <a:lnTo>
                    <a:pt x="122" y="821"/>
                  </a:lnTo>
                  <a:lnTo>
                    <a:pt x="127" y="836"/>
                  </a:lnTo>
                  <a:lnTo>
                    <a:pt x="138" y="840"/>
                  </a:lnTo>
                  <a:lnTo>
                    <a:pt x="161" y="840"/>
                  </a:lnTo>
                  <a:lnTo>
                    <a:pt x="169" y="847"/>
                  </a:lnTo>
                  <a:lnTo>
                    <a:pt x="179" y="854"/>
                  </a:lnTo>
                  <a:lnTo>
                    <a:pt x="180" y="859"/>
                  </a:lnTo>
                  <a:lnTo>
                    <a:pt x="179" y="869"/>
                  </a:lnTo>
                  <a:lnTo>
                    <a:pt x="185" y="880"/>
                  </a:lnTo>
                  <a:lnTo>
                    <a:pt x="204" y="892"/>
                  </a:lnTo>
                  <a:lnTo>
                    <a:pt x="222" y="904"/>
                  </a:lnTo>
                  <a:lnTo>
                    <a:pt x="229" y="914"/>
                  </a:lnTo>
                  <a:lnTo>
                    <a:pt x="240" y="920"/>
                  </a:lnTo>
                  <a:lnTo>
                    <a:pt x="245" y="930"/>
                  </a:lnTo>
                  <a:lnTo>
                    <a:pt x="249" y="941"/>
                  </a:lnTo>
                  <a:lnTo>
                    <a:pt x="256" y="950"/>
                  </a:lnTo>
                  <a:lnTo>
                    <a:pt x="258" y="961"/>
                  </a:lnTo>
                  <a:lnTo>
                    <a:pt x="267" y="964"/>
                  </a:lnTo>
                  <a:lnTo>
                    <a:pt x="297" y="984"/>
                  </a:lnTo>
                  <a:lnTo>
                    <a:pt x="303" y="993"/>
                  </a:lnTo>
                  <a:lnTo>
                    <a:pt x="304" y="1004"/>
                  </a:lnTo>
                  <a:lnTo>
                    <a:pt x="310" y="1011"/>
                  </a:lnTo>
                  <a:lnTo>
                    <a:pt x="317" y="1022"/>
                  </a:lnTo>
                  <a:lnTo>
                    <a:pt x="329" y="1031"/>
                  </a:lnTo>
                  <a:lnTo>
                    <a:pt x="335" y="1039"/>
                  </a:lnTo>
                  <a:lnTo>
                    <a:pt x="340" y="1049"/>
                  </a:lnTo>
                  <a:lnTo>
                    <a:pt x="363" y="1058"/>
                  </a:lnTo>
                  <a:lnTo>
                    <a:pt x="369" y="1055"/>
                  </a:lnTo>
                  <a:lnTo>
                    <a:pt x="376" y="1047"/>
                  </a:lnTo>
                  <a:lnTo>
                    <a:pt x="403" y="1053"/>
                  </a:lnTo>
                  <a:lnTo>
                    <a:pt x="414" y="1052"/>
                  </a:lnTo>
                  <a:lnTo>
                    <a:pt x="426" y="1042"/>
                  </a:lnTo>
                  <a:lnTo>
                    <a:pt x="437" y="1048"/>
                  </a:lnTo>
                  <a:lnTo>
                    <a:pt x="461" y="1074"/>
                  </a:lnTo>
                  <a:lnTo>
                    <a:pt x="475" y="1082"/>
                  </a:lnTo>
                  <a:lnTo>
                    <a:pt x="484" y="1091"/>
                  </a:lnTo>
                  <a:lnTo>
                    <a:pt x="490" y="1096"/>
                  </a:lnTo>
                  <a:lnTo>
                    <a:pt x="496" y="1096"/>
                  </a:lnTo>
                  <a:lnTo>
                    <a:pt x="503" y="1091"/>
                  </a:lnTo>
                  <a:lnTo>
                    <a:pt x="517" y="1090"/>
                  </a:lnTo>
                  <a:lnTo>
                    <a:pt x="528" y="1093"/>
                  </a:lnTo>
                  <a:lnTo>
                    <a:pt x="538" y="1091"/>
                  </a:lnTo>
                  <a:lnTo>
                    <a:pt x="550" y="1090"/>
                  </a:lnTo>
                  <a:lnTo>
                    <a:pt x="556" y="1097"/>
                  </a:lnTo>
                  <a:lnTo>
                    <a:pt x="573" y="1093"/>
                  </a:lnTo>
                  <a:lnTo>
                    <a:pt x="587" y="1092"/>
                  </a:lnTo>
                  <a:lnTo>
                    <a:pt x="600" y="1087"/>
                  </a:lnTo>
                  <a:lnTo>
                    <a:pt x="616" y="1089"/>
                  </a:lnTo>
                  <a:lnTo>
                    <a:pt x="635" y="1089"/>
                  </a:lnTo>
                  <a:lnTo>
                    <a:pt x="662" y="1071"/>
                  </a:lnTo>
                  <a:lnTo>
                    <a:pt x="662" y="1068"/>
                  </a:lnTo>
                  <a:lnTo>
                    <a:pt x="662" y="1071"/>
                  </a:lnTo>
                  <a:lnTo>
                    <a:pt x="678" y="1052"/>
                  </a:lnTo>
                  <a:lnTo>
                    <a:pt x="690" y="1044"/>
                  </a:lnTo>
                  <a:lnTo>
                    <a:pt x="701" y="1043"/>
                  </a:lnTo>
                  <a:lnTo>
                    <a:pt x="731" y="1046"/>
                  </a:lnTo>
                  <a:lnTo>
                    <a:pt x="744" y="1046"/>
                  </a:lnTo>
                  <a:lnTo>
                    <a:pt x="765" y="1043"/>
                  </a:lnTo>
                  <a:lnTo>
                    <a:pt x="766" y="1021"/>
                  </a:lnTo>
                  <a:lnTo>
                    <a:pt x="767" y="1011"/>
                  </a:lnTo>
                  <a:lnTo>
                    <a:pt x="766" y="1004"/>
                  </a:lnTo>
                  <a:lnTo>
                    <a:pt x="759" y="999"/>
                  </a:lnTo>
                  <a:lnTo>
                    <a:pt x="735" y="994"/>
                  </a:lnTo>
                  <a:lnTo>
                    <a:pt x="727" y="988"/>
                  </a:lnTo>
                  <a:lnTo>
                    <a:pt x="722" y="979"/>
                  </a:lnTo>
                  <a:lnTo>
                    <a:pt x="712" y="952"/>
                  </a:lnTo>
                  <a:lnTo>
                    <a:pt x="707" y="940"/>
                  </a:lnTo>
                  <a:lnTo>
                    <a:pt x="702" y="930"/>
                  </a:lnTo>
                  <a:lnTo>
                    <a:pt x="680" y="917"/>
                  </a:lnTo>
                  <a:lnTo>
                    <a:pt x="673" y="909"/>
                  </a:lnTo>
                  <a:lnTo>
                    <a:pt x="667" y="901"/>
                  </a:lnTo>
                  <a:lnTo>
                    <a:pt x="665" y="891"/>
                  </a:lnTo>
                  <a:lnTo>
                    <a:pt x="657" y="881"/>
                  </a:lnTo>
                  <a:lnTo>
                    <a:pt x="648" y="876"/>
                  </a:lnTo>
                  <a:lnTo>
                    <a:pt x="637" y="872"/>
                  </a:lnTo>
                  <a:lnTo>
                    <a:pt x="629" y="874"/>
                  </a:lnTo>
                  <a:lnTo>
                    <a:pt x="621" y="867"/>
                  </a:lnTo>
                  <a:lnTo>
                    <a:pt x="615" y="867"/>
                  </a:lnTo>
                  <a:lnTo>
                    <a:pt x="609" y="863"/>
                  </a:lnTo>
                  <a:lnTo>
                    <a:pt x="614" y="855"/>
                  </a:lnTo>
                  <a:lnTo>
                    <a:pt x="620" y="850"/>
                  </a:lnTo>
                  <a:lnTo>
                    <a:pt x="620" y="836"/>
                  </a:lnTo>
                  <a:lnTo>
                    <a:pt x="630" y="832"/>
                  </a:lnTo>
                  <a:lnTo>
                    <a:pt x="652" y="834"/>
                  </a:lnTo>
                  <a:lnTo>
                    <a:pt x="663" y="829"/>
                  </a:lnTo>
                  <a:lnTo>
                    <a:pt x="670" y="823"/>
                  </a:lnTo>
                  <a:lnTo>
                    <a:pt x="672" y="808"/>
                  </a:lnTo>
                  <a:lnTo>
                    <a:pt x="672" y="763"/>
                  </a:lnTo>
                  <a:lnTo>
                    <a:pt x="676" y="747"/>
                  </a:lnTo>
                  <a:lnTo>
                    <a:pt x="678" y="736"/>
                  </a:lnTo>
                  <a:lnTo>
                    <a:pt x="676" y="730"/>
                  </a:lnTo>
                  <a:lnTo>
                    <a:pt x="676" y="719"/>
                  </a:lnTo>
                  <a:lnTo>
                    <a:pt x="680" y="721"/>
                  </a:lnTo>
                  <a:lnTo>
                    <a:pt x="683" y="714"/>
                  </a:lnTo>
                  <a:lnTo>
                    <a:pt x="690" y="702"/>
                  </a:lnTo>
                  <a:lnTo>
                    <a:pt x="697" y="697"/>
                  </a:lnTo>
                  <a:lnTo>
                    <a:pt x="708" y="697"/>
                  </a:lnTo>
                  <a:lnTo>
                    <a:pt x="713" y="692"/>
                  </a:lnTo>
                  <a:lnTo>
                    <a:pt x="718" y="665"/>
                  </a:lnTo>
                  <a:lnTo>
                    <a:pt x="723" y="651"/>
                  </a:lnTo>
                  <a:lnTo>
                    <a:pt x="758" y="602"/>
                  </a:lnTo>
                  <a:lnTo>
                    <a:pt x="767" y="592"/>
                  </a:lnTo>
                  <a:lnTo>
                    <a:pt x="776" y="590"/>
                  </a:lnTo>
                  <a:lnTo>
                    <a:pt x="783" y="582"/>
                  </a:lnTo>
                  <a:lnTo>
                    <a:pt x="801" y="525"/>
                  </a:lnTo>
                  <a:lnTo>
                    <a:pt x="801" y="509"/>
                  </a:lnTo>
                  <a:lnTo>
                    <a:pt x="798" y="493"/>
                  </a:lnTo>
                  <a:lnTo>
                    <a:pt x="798" y="473"/>
                  </a:lnTo>
                  <a:lnTo>
                    <a:pt x="802" y="456"/>
                  </a:lnTo>
                  <a:lnTo>
                    <a:pt x="809" y="442"/>
                  </a:lnTo>
                  <a:lnTo>
                    <a:pt x="818" y="408"/>
                  </a:lnTo>
                  <a:lnTo>
                    <a:pt x="821" y="387"/>
                  </a:lnTo>
                  <a:lnTo>
                    <a:pt x="821" y="379"/>
                  </a:lnTo>
                  <a:lnTo>
                    <a:pt x="825" y="358"/>
                  </a:lnTo>
                  <a:lnTo>
                    <a:pt x="829" y="349"/>
                  </a:lnTo>
                  <a:lnTo>
                    <a:pt x="842" y="348"/>
                  </a:lnTo>
                  <a:lnTo>
                    <a:pt x="851" y="343"/>
                  </a:lnTo>
                  <a:lnTo>
                    <a:pt x="856" y="336"/>
                  </a:lnTo>
                  <a:lnTo>
                    <a:pt x="877" y="326"/>
                  </a:lnTo>
                  <a:lnTo>
                    <a:pt x="885" y="323"/>
                  </a:lnTo>
                  <a:lnTo>
                    <a:pt x="898" y="317"/>
                  </a:lnTo>
                  <a:lnTo>
                    <a:pt x="905" y="302"/>
                  </a:lnTo>
                  <a:lnTo>
                    <a:pt x="907" y="293"/>
                  </a:lnTo>
                  <a:lnTo>
                    <a:pt x="904" y="284"/>
                  </a:lnTo>
                  <a:lnTo>
                    <a:pt x="899" y="284"/>
                  </a:lnTo>
                  <a:lnTo>
                    <a:pt x="896" y="280"/>
                  </a:lnTo>
                  <a:lnTo>
                    <a:pt x="891" y="282"/>
                  </a:lnTo>
                  <a:lnTo>
                    <a:pt x="887" y="270"/>
                  </a:lnTo>
                  <a:lnTo>
                    <a:pt x="880" y="264"/>
                  </a:lnTo>
                  <a:lnTo>
                    <a:pt x="873" y="263"/>
                  </a:lnTo>
                  <a:lnTo>
                    <a:pt x="858" y="257"/>
                  </a:lnTo>
                  <a:lnTo>
                    <a:pt x="852" y="252"/>
                  </a:lnTo>
                  <a:lnTo>
                    <a:pt x="847" y="245"/>
                  </a:lnTo>
                  <a:lnTo>
                    <a:pt x="840" y="214"/>
                  </a:lnTo>
                  <a:lnTo>
                    <a:pt x="837" y="191"/>
                  </a:lnTo>
                  <a:lnTo>
                    <a:pt x="837" y="157"/>
                  </a:lnTo>
                  <a:lnTo>
                    <a:pt x="836" y="117"/>
                  </a:lnTo>
                  <a:lnTo>
                    <a:pt x="839" y="118"/>
                  </a:lnTo>
                  <a:lnTo>
                    <a:pt x="836" y="111"/>
                  </a:lnTo>
                  <a:lnTo>
                    <a:pt x="821" y="94"/>
                  </a:lnTo>
                  <a:lnTo>
                    <a:pt x="820" y="81"/>
                  </a:lnTo>
                  <a:lnTo>
                    <a:pt x="819" y="65"/>
                  </a:lnTo>
                  <a:lnTo>
                    <a:pt x="808" y="49"/>
                  </a:lnTo>
                  <a:lnTo>
                    <a:pt x="798" y="44"/>
                  </a:lnTo>
                  <a:lnTo>
                    <a:pt x="787" y="31"/>
                  </a:lnTo>
                  <a:lnTo>
                    <a:pt x="776" y="25"/>
                  </a:lnTo>
                  <a:lnTo>
                    <a:pt x="761" y="19"/>
                  </a:lnTo>
                  <a:lnTo>
                    <a:pt x="749" y="0"/>
                  </a:lnTo>
                  <a:lnTo>
                    <a:pt x="727" y="20"/>
                  </a:lnTo>
                  <a:lnTo>
                    <a:pt x="713" y="15"/>
                  </a:lnTo>
                  <a:lnTo>
                    <a:pt x="701" y="46"/>
                  </a:lnTo>
                  <a:lnTo>
                    <a:pt x="672" y="53"/>
                  </a:lnTo>
                  <a:lnTo>
                    <a:pt x="664" y="78"/>
                  </a:lnTo>
                  <a:lnTo>
                    <a:pt x="637" y="80"/>
                  </a:lnTo>
                  <a:lnTo>
                    <a:pt x="619" y="67"/>
                  </a:lnTo>
                  <a:lnTo>
                    <a:pt x="522" y="65"/>
                  </a:lnTo>
                  <a:lnTo>
                    <a:pt x="527" y="54"/>
                  </a:lnTo>
                  <a:lnTo>
                    <a:pt x="524" y="54"/>
                  </a:lnTo>
                  <a:lnTo>
                    <a:pt x="522" y="53"/>
                  </a:lnTo>
                  <a:lnTo>
                    <a:pt x="519" y="53"/>
                  </a:lnTo>
                  <a:lnTo>
                    <a:pt x="512" y="65"/>
                  </a:lnTo>
                  <a:lnTo>
                    <a:pt x="484" y="65"/>
                  </a:lnTo>
                  <a:lnTo>
                    <a:pt x="431" y="65"/>
                  </a:lnTo>
                  <a:lnTo>
                    <a:pt x="379" y="65"/>
                  </a:lnTo>
                  <a:lnTo>
                    <a:pt x="326" y="65"/>
                  </a:lnTo>
                  <a:lnTo>
                    <a:pt x="275" y="65"/>
                  </a:lnTo>
                  <a:lnTo>
                    <a:pt x="223" y="65"/>
                  </a:lnTo>
                  <a:lnTo>
                    <a:pt x="170" y="65"/>
                  </a:lnTo>
                  <a:lnTo>
                    <a:pt x="170" y="118"/>
                  </a:lnTo>
                  <a:lnTo>
                    <a:pt x="170" y="177"/>
                  </a:lnTo>
                  <a:lnTo>
                    <a:pt x="118" y="177"/>
                  </a:lnTo>
                  <a:lnTo>
                    <a:pt x="118" y="21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1" name="Freeform 51">
              <a:extLst>
                <a:ext uri="{FF2B5EF4-FFF2-40B4-BE49-F238E27FC236}">
                  <a16:creationId xmlns:a16="http://schemas.microsoft.com/office/drawing/2014/main" id="{239D7454-564D-659B-6CD2-6961E8BB994F}"/>
                </a:ext>
              </a:extLst>
            </p:cNvPr>
            <p:cNvSpPr>
              <a:spLocks noChangeAspect="1"/>
            </p:cNvSpPr>
            <p:nvPr/>
          </p:nvSpPr>
          <p:spPr bwMode="gray">
            <a:xfrm>
              <a:off x="4607513" y="3502066"/>
              <a:ext cx="156498" cy="130947"/>
            </a:xfrm>
            <a:custGeom>
              <a:avLst/>
              <a:gdLst>
                <a:gd name="T0" fmla="*/ 222 w 872"/>
                <a:gd name="T1" fmla="*/ 381 h 678"/>
                <a:gd name="T2" fmla="*/ 209 w 872"/>
                <a:gd name="T3" fmla="*/ 442 h 678"/>
                <a:gd name="T4" fmla="*/ 192 w 872"/>
                <a:gd name="T5" fmla="*/ 463 h 678"/>
                <a:gd name="T6" fmla="*/ 186 w 872"/>
                <a:gd name="T7" fmla="*/ 474 h 678"/>
                <a:gd name="T8" fmla="*/ 160 w 872"/>
                <a:gd name="T9" fmla="*/ 475 h 678"/>
                <a:gd name="T10" fmla="*/ 42 w 872"/>
                <a:gd name="T11" fmla="*/ 495 h 678"/>
                <a:gd name="T12" fmla="*/ 3 w 872"/>
                <a:gd name="T13" fmla="*/ 511 h 678"/>
                <a:gd name="T14" fmla="*/ 11 w 872"/>
                <a:gd name="T15" fmla="*/ 532 h 678"/>
                <a:gd name="T16" fmla="*/ 15 w 872"/>
                <a:gd name="T17" fmla="*/ 550 h 678"/>
                <a:gd name="T18" fmla="*/ 49 w 872"/>
                <a:gd name="T19" fmla="*/ 588 h 678"/>
                <a:gd name="T20" fmla="*/ 70 w 872"/>
                <a:gd name="T21" fmla="*/ 622 h 678"/>
                <a:gd name="T22" fmla="*/ 92 w 872"/>
                <a:gd name="T23" fmla="*/ 629 h 678"/>
                <a:gd name="T24" fmla="*/ 106 w 872"/>
                <a:gd name="T25" fmla="*/ 622 h 678"/>
                <a:gd name="T26" fmla="*/ 119 w 872"/>
                <a:gd name="T27" fmla="*/ 637 h 678"/>
                <a:gd name="T28" fmla="*/ 109 w 872"/>
                <a:gd name="T29" fmla="*/ 641 h 678"/>
                <a:gd name="T30" fmla="*/ 116 w 872"/>
                <a:gd name="T31" fmla="*/ 656 h 678"/>
                <a:gd name="T32" fmla="*/ 127 w 872"/>
                <a:gd name="T33" fmla="*/ 653 h 678"/>
                <a:gd name="T34" fmla="*/ 143 w 872"/>
                <a:gd name="T35" fmla="*/ 645 h 678"/>
                <a:gd name="T36" fmla="*/ 165 w 872"/>
                <a:gd name="T37" fmla="*/ 653 h 678"/>
                <a:gd name="T38" fmla="*/ 193 w 872"/>
                <a:gd name="T39" fmla="*/ 678 h 678"/>
                <a:gd name="T40" fmla="*/ 193 w 872"/>
                <a:gd name="T41" fmla="*/ 637 h 678"/>
                <a:gd name="T42" fmla="*/ 206 w 872"/>
                <a:gd name="T43" fmla="*/ 624 h 678"/>
                <a:gd name="T44" fmla="*/ 221 w 872"/>
                <a:gd name="T45" fmla="*/ 586 h 678"/>
                <a:gd name="T46" fmla="*/ 259 w 872"/>
                <a:gd name="T47" fmla="*/ 565 h 678"/>
                <a:gd name="T48" fmla="*/ 291 w 872"/>
                <a:gd name="T49" fmla="*/ 561 h 678"/>
                <a:gd name="T50" fmla="*/ 365 w 872"/>
                <a:gd name="T51" fmla="*/ 602 h 678"/>
                <a:gd name="T52" fmla="*/ 386 w 872"/>
                <a:gd name="T53" fmla="*/ 609 h 678"/>
                <a:gd name="T54" fmla="*/ 418 w 872"/>
                <a:gd name="T55" fmla="*/ 588 h 678"/>
                <a:gd name="T56" fmla="*/ 471 w 872"/>
                <a:gd name="T57" fmla="*/ 613 h 678"/>
                <a:gd name="T58" fmla="*/ 519 w 872"/>
                <a:gd name="T59" fmla="*/ 618 h 678"/>
                <a:gd name="T60" fmla="*/ 559 w 872"/>
                <a:gd name="T61" fmla="*/ 588 h 678"/>
                <a:gd name="T62" fmla="*/ 613 w 872"/>
                <a:gd name="T63" fmla="*/ 587 h 678"/>
                <a:gd name="T64" fmla="*/ 647 w 872"/>
                <a:gd name="T65" fmla="*/ 591 h 678"/>
                <a:gd name="T66" fmla="*/ 672 w 872"/>
                <a:gd name="T67" fmla="*/ 597 h 678"/>
                <a:gd name="T68" fmla="*/ 688 w 872"/>
                <a:gd name="T69" fmla="*/ 582 h 678"/>
                <a:gd name="T70" fmla="*/ 708 w 872"/>
                <a:gd name="T71" fmla="*/ 576 h 678"/>
                <a:gd name="T72" fmla="*/ 718 w 872"/>
                <a:gd name="T73" fmla="*/ 561 h 678"/>
                <a:gd name="T74" fmla="*/ 709 w 872"/>
                <a:gd name="T75" fmla="*/ 545 h 678"/>
                <a:gd name="T76" fmla="*/ 725 w 872"/>
                <a:gd name="T77" fmla="*/ 533 h 678"/>
                <a:gd name="T78" fmla="*/ 732 w 872"/>
                <a:gd name="T79" fmla="*/ 515 h 678"/>
                <a:gd name="T80" fmla="*/ 746 w 872"/>
                <a:gd name="T81" fmla="*/ 501 h 678"/>
                <a:gd name="T82" fmla="*/ 838 w 872"/>
                <a:gd name="T83" fmla="*/ 386 h 678"/>
                <a:gd name="T84" fmla="*/ 872 w 872"/>
                <a:gd name="T85" fmla="*/ 184 h 678"/>
                <a:gd name="T86" fmla="*/ 837 w 872"/>
                <a:gd name="T87" fmla="*/ 160 h 678"/>
                <a:gd name="T88" fmla="*/ 826 w 872"/>
                <a:gd name="T89" fmla="*/ 135 h 678"/>
                <a:gd name="T90" fmla="*/ 818 w 872"/>
                <a:gd name="T91" fmla="*/ 117 h 678"/>
                <a:gd name="T92" fmla="*/ 795 w 872"/>
                <a:gd name="T93" fmla="*/ 26 h 678"/>
                <a:gd name="T94" fmla="*/ 773 w 872"/>
                <a:gd name="T95" fmla="*/ 11 h 678"/>
                <a:gd name="T96" fmla="*/ 720 w 872"/>
                <a:gd name="T97" fmla="*/ 1 h 678"/>
                <a:gd name="T98" fmla="*/ 643 w 872"/>
                <a:gd name="T99" fmla="*/ 1 h 678"/>
                <a:gd name="T100" fmla="*/ 568 w 872"/>
                <a:gd name="T101" fmla="*/ 53 h 678"/>
                <a:gd name="T102" fmla="*/ 437 w 872"/>
                <a:gd name="T103" fmla="*/ 145 h 678"/>
                <a:gd name="T104" fmla="*/ 307 w 872"/>
                <a:gd name="T105" fmla="*/ 236 h 678"/>
                <a:gd name="T106" fmla="*/ 221 w 872"/>
                <a:gd name="T107" fmla="*/ 257 h 678"/>
                <a:gd name="T108" fmla="*/ 222 w 872"/>
                <a:gd name="T109" fmla="*/ 271 h 6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2" name="Freeform 52">
              <a:extLst>
                <a:ext uri="{FF2B5EF4-FFF2-40B4-BE49-F238E27FC236}">
                  <a16:creationId xmlns:a16="http://schemas.microsoft.com/office/drawing/2014/main" id="{4A6620DF-909A-2A01-0491-15549DAA255A}"/>
                </a:ext>
              </a:extLst>
            </p:cNvPr>
            <p:cNvSpPr>
              <a:spLocks noChangeAspect="1"/>
            </p:cNvSpPr>
            <p:nvPr/>
          </p:nvSpPr>
          <p:spPr bwMode="gray">
            <a:xfrm>
              <a:off x="4931075" y="3599038"/>
              <a:ext cx="147914" cy="120330"/>
            </a:xfrm>
            <a:custGeom>
              <a:avLst/>
              <a:gdLst>
                <a:gd name="T0" fmla="*/ 174 w 824"/>
                <a:gd name="T1" fmla="*/ 105 h 626"/>
                <a:gd name="T2" fmla="*/ 149 w 824"/>
                <a:gd name="T3" fmla="*/ 125 h 626"/>
                <a:gd name="T4" fmla="*/ 104 w 824"/>
                <a:gd name="T5" fmla="*/ 215 h 626"/>
                <a:gd name="T6" fmla="*/ 81 w 824"/>
                <a:gd name="T7" fmla="*/ 225 h 626"/>
                <a:gd name="T8" fmla="*/ 67 w 824"/>
                <a:gd name="T9" fmla="*/ 242 h 626"/>
                <a:gd name="T10" fmla="*/ 67 w 824"/>
                <a:gd name="T11" fmla="*/ 270 h 626"/>
                <a:gd name="T12" fmla="*/ 61 w 824"/>
                <a:gd name="T13" fmla="*/ 346 h 626"/>
                <a:gd name="T14" fmla="*/ 21 w 824"/>
                <a:gd name="T15" fmla="*/ 355 h 626"/>
                <a:gd name="T16" fmla="*/ 5 w 824"/>
                <a:gd name="T17" fmla="*/ 378 h 626"/>
                <a:gd name="T18" fmla="*/ 12 w 824"/>
                <a:gd name="T19" fmla="*/ 390 h 626"/>
                <a:gd name="T20" fmla="*/ 39 w 824"/>
                <a:gd name="T21" fmla="*/ 399 h 626"/>
                <a:gd name="T22" fmla="*/ 58 w 824"/>
                <a:gd name="T23" fmla="*/ 424 h 626"/>
                <a:gd name="T24" fmla="*/ 93 w 824"/>
                <a:gd name="T25" fmla="*/ 453 h 626"/>
                <a:gd name="T26" fmla="*/ 113 w 824"/>
                <a:gd name="T27" fmla="*/ 502 h 626"/>
                <a:gd name="T28" fmla="*/ 150 w 824"/>
                <a:gd name="T29" fmla="*/ 522 h 626"/>
                <a:gd name="T30" fmla="*/ 157 w 824"/>
                <a:gd name="T31" fmla="*/ 544 h 626"/>
                <a:gd name="T32" fmla="*/ 185 w 824"/>
                <a:gd name="T33" fmla="*/ 569 h 626"/>
                <a:gd name="T34" fmla="*/ 255 w 824"/>
                <a:gd name="T35" fmla="*/ 600 h 626"/>
                <a:gd name="T36" fmla="*/ 303 w 824"/>
                <a:gd name="T37" fmla="*/ 619 h 626"/>
                <a:gd name="T38" fmla="*/ 373 w 824"/>
                <a:gd name="T39" fmla="*/ 614 h 626"/>
                <a:gd name="T40" fmla="*/ 427 w 824"/>
                <a:gd name="T41" fmla="*/ 588 h 626"/>
                <a:gd name="T42" fmla="*/ 483 w 824"/>
                <a:gd name="T43" fmla="*/ 604 h 626"/>
                <a:gd name="T44" fmla="*/ 506 w 824"/>
                <a:gd name="T45" fmla="*/ 592 h 626"/>
                <a:gd name="T46" fmla="*/ 567 w 824"/>
                <a:gd name="T47" fmla="*/ 559 h 626"/>
                <a:gd name="T48" fmla="*/ 661 w 824"/>
                <a:gd name="T49" fmla="*/ 545 h 626"/>
                <a:gd name="T50" fmla="*/ 823 w 824"/>
                <a:gd name="T51" fmla="*/ 381 h 626"/>
                <a:gd name="T52" fmla="*/ 684 w 824"/>
                <a:gd name="T53" fmla="*/ 347 h 626"/>
                <a:gd name="T54" fmla="*/ 579 w 824"/>
                <a:gd name="T55" fmla="*/ 298 h 626"/>
                <a:gd name="T56" fmla="*/ 564 w 824"/>
                <a:gd name="T57" fmla="*/ 276 h 626"/>
                <a:gd name="T58" fmla="*/ 550 w 824"/>
                <a:gd name="T59" fmla="*/ 261 h 626"/>
                <a:gd name="T60" fmla="*/ 539 w 824"/>
                <a:gd name="T61" fmla="*/ 226 h 626"/>
                <a:gd name="T62" fmla="*/ 534 w 824"/>
                <a:gd name="T63" fmla="*/ 212 h 626"/>
                <a:gd name="T64" fmla="*/ 516 w 824"/>
                <a:gd name="T65" fmla="*/ 218 h 626"/>
                <a:gd name="T66" fmla="*/ 504 w 824"/>
                <a:gd name="T67" fmla="*/ 220 h 626"/>
                <a:gd name="T68" fmla="*/ 484 w 824"/>
                <a:gd name="T69" fmla="*/ 203 h 626"/>
                <a:gd name="T70" fmla="*/ 499 w 824"/>
                <a:gd name="T71" fmla="*/ 177 h 626"/>
                <a:gd name="T72" fmla="*/ 512 w 824"/>
                <a:gd name="T73" fmla="*/ 140 h 626"/>
                <a:gd name="T74" fmla="*/ 495 w 824"/>
                <a:gd name="T75" fmla="*/ 119 h 626"/>
                <a:gd name="T76" fmla="*/ 480 w 824"/>
                <a:gd name="T77" fmla="*/ 99 h 626"/>
                <a:gd name="T78" fmla="*/ 445 w 824"/>
                <a:gd name="T79" fmla="*/ 71 h 626"/>
                <a:gd name="T80" fmla="*/ 420 w 824"/>
                <a:gd name="T81" fmla="*/ 40 h 626"/>
                <a:gd name="T82" fmla="*/ 389 w 824"/>
                <a:gd name="T83" fmla="*/ 23 h 626"/>
                <a:gd name="T84" fmla="*/ 372 w 824"/>
                <a:gd name="T85" fmla="*/ 26 h 626"/>
                <a:gd name="T86" fmla="*/ 356 w 824"/>
                <a:gd name="T87" fmla="*/ 18 h 626"/>
                <a:gd name="T88" fmla="*/ 340 w 824"/>
                <a:gd name="T89" fmla="*/ 23 h 626"/>
                <a:gd name="T90" fmla="*/ 334 w 824"/>
                <a:gd name="T91" fmla="*/ 18 h 626"/>
                <a:gd name="T92" fmla="*/ 324 w 824"/>
                <a:gd name="T93" fmla="*/ 17 h 626"/>
                <a:gd name="T94" fmla="*/ 301 w 824"/>
                <a:gd name="T95" fmla="*/ 26 h 626"/>
                <a:gd name="T96" fmla="*/ 284 w 824"/>
                <a:gd name="T97" fmla="*/ 12 h 626"/>
                <a:gd name="T98" fmla="*/ 268 w 824"/>
                <a:gd name="T99" fmla="*/ 5 h 626"/>
                <a:gd name="T100" fmla="*/ 236 w 824"/>
                <a:gd name="T101" fmla="*/ 34 h 626"/>
                <a:gd name="T102" fmla="*/ 223 w 824"/>
                <a:gd name="T103" fmla="*/ 26 h 626"/>
                <a:gd name="T104" fmla="*/ 216 w 824"/>
                <a:gd name="T105" fmla="*/ 35 h 626"/>
                <a:gd name="T106" fmla="*/ 194 w 824"/>
                <a:gd name="T107" fmla="*/ 33 h 6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3" name="Freeform 53">
              <a:extLst>
                <a:ext uri="{FF2B5EF4-FFF2-40B4-BE49-F238E27FC236}">
                  <a16:creationId xmlns:a16="http://schemas.microsoft.com/office/drawing/2014/main" id="{8E100017-D8D6-B843-53BD-50347D87EC34}"/>
                </a:ext>
              </a:extLst>
            </p:cNvPr>
            <p:cNvSpPr>
              <a:spLocks noChangeAspect="1"/>
            </p:cNvSpPr>
            <p:nvPr/>
          </p:nvSpPr>
          <p:spPr bwMode="gray">
            <a:xfrm>
              <a:off x="4696658" y="3387398"/>
              <a:ext cx="155838" cy="160676"/>
            </a:xfrm>
            <a:custGeom>
              <a:avLst/>
              <a:gdLst>
                <a:gd name="T0" fmla="*/ 134 w 871"/>
                <a:gd name="T1" fmla="*/ 578 h 832"/>
                <a:gd name="T2" fmla="*/ 76 w 871"/>
                <a:gd name="T3" fmla="*/ 535 h 832"/>
                <a:gd name="T4" fmla="*/ 40 w 871"/>
                <a:gd name="T5" fmla="*/ 507 h 832"/>
                <a:gd name="T6" fmla="*/ 11 w 871"/>
                <a:gd name="T7" fmla="*/ 449 h 832"/>
                <a:gd name="T8" fmla="*/ 18 w 871"/>
                <a:gd name="T9" fmla="*/ 425 h 832"/>
                <a:gd name="T10" fmla="*/ 32 w 871"/>
                <a:gd name="T11" fmla="*/ 340 h 832"/>
                <a:gd name="T12" fmla="*/ 29 w 871"/>
                <a:gd name="T13" fmla="*/ 288 h 832"/>
                <a:gd name="T14" fmla="*/ 11 w 871"/>
                <a:gd name="T15" fmla="*/ 222 h 832"/>
                <a:gd name="T16" fmla="*/ 11 w 871"/>
                <a:gd name="T17" fmla="*/ 184 h 832"/>
                <a:gd name="T18" fmla="*/ 36 w 871"/>
                <a:gd name="T19" fmla="*/ 171 h 832"/>
                <a:gd name="T20" fmla="*/ 52 w 871"/>
                <a:gd name="T21" fmla="*/ 143 h 832"/>
                <a:gd name="T22" fmla="*/ 52 w 871"/>
                <a:gd name="T23" fmla="*/ 98 h 832"/>
                <a:gd name="T24" fmla="*/ 79 w 871"/>
                <a:gd name="T25" fmla="*/ 74 h 832"/>
                <a:gd name="T26" fmla="*/ 119 w 871"/>
                <a:gd name="T27" fmla="*/ 39 h 832"/>
                <a:gd name="T28" fmla="*/ 130 w 871"/>
                <a:gd name="T29" fmla="*/ 2 h 832"/>
                <a:gd name="T30" fmla="*/ 190 w 871"/>
                <a:gd name="T31" fmla="*/ 22 h 832"/>
                <a:gd name="T32" fmla="*/ 237 w 871"/>
                <a:gd name="T33" fmla="*/ 23 h 832"/>
                <a:gd name="T34" fmla="*/ 276 w 871"/>
                <a:gd name="T35" fmla="*/ 35 h 832"/>
                <a:gd name="T36" fmla="*/ 323 w 871"/>
                <a:gd name="T37" fmla="*/ 52 h 832"/>
                <a:gd name="T38" fmla="*/ 333 w 871"/>
                <a:gd name="T39" fmla="*/ 84 h 832"/>
                <a:gd name="T40" fmla="*/ 371 w 871"/>
                <a:gd name="T41" fmla="*/ 121 h 832"/>
                <a:gd name="T42" fmla="*/ 431 w 871"/>
                <a:gd name="T43" fmla="*/ 130 h 832"/>
                <a:gd name="T44" fmla="*/ 482 w 871"/>
                <a:gd name="T45" fmla="*/ 151 h 832"/>
                <a:gd name="T46" fmla="*/ 514 w 871"/>
                <a:gd name="T47" fmla="*/ 178 h 832"/>
                <a:gd name="T48" fmla="*/ 561 w 871"/>
                <a:gd name="T49" fmla="*/ 176 h 832"/>
                <a:gd name="T50" fmla="*/ 587 w 871"/>
                <a:gd name="T51" fmla="*/ 148 h 832"/>
                <a:gd name="T52" fmla="*/ 589 w 871"/>
                <a:gd name="T53" fmla="*/ 117 h 832"/>
                <a:gd name="T54" fmla="*/ 582 w 871"/>
                <a:gd name="T55" fmla="*/ 83 h 832"/>
                <a:gd name="T56" fmla="*/ 606 w 871"/>
                <a:gd name="T57" fmla="*/ 47 h 832"/>
                <a:gd name="T58" fmla="*/ 658 w 871"/>
                <a:gd name="T59" fmla="*/ 22 h 832"/>
                <a:gd name="T60" fmla="*/ 729 w 871"/>
                <a:gd name="T61" fmla="*/ 25 h 832"/>
                <a:gd name="T62" fmla="*/ 754 w 871"/>
                <a:gd name="T63" fmla="*/ 35 h 832"/>
                <a:gd name="T64" fmla="*/ 751 w 871"/>
                <a:gd name="T65" fmla="*/ 46 h 832"/>
                <a:gd name="T66" fmla="*/ 767 w 871"/>
                <a:gd name="T67" fmla="*/ 63 h 832"/>
                <a:gd name="T68" fmla="*/ 797 w 871"/>
                <a:gd name="T69" fmla="*/ 67 h 832"/>
                <a:gd name="T70" fmla="*/ 831 w 871"/>
                <a:gd name="T71" fmla="*/ 77 h 832"/>
                <a:gd name="T72" fmla="*/ 868 w 871"/>
                <a:gd name="T73" fmla="*/ 95 h 832"/>
                <a:gd name="T74" fmla="*/ 860 w 871"/>
                <a:gd name="T75" fmla="*/ 108 h 832"/>
                <a:gd name="T76" fmla="*/ 856 w 871"/>
                <a:gd name="T77" fmla="*/ 127 h 832"/>
                <a:gd name="T78" fmla="*/ 858 w 871"/>
                <a:gd name="T79" fmla="*/ 180 h 832"/>
                <a:gd name="T80" fmla="*/ 845 w 871"/>
                <a:gd name="T81" fmla="*/ 192 h 832"/>
                <a:gd name="T82" fmla="*/ 853 w 871"/>
                <a:gd name="T83" fmla="*/ 227 h 832"/>
                <a:gd name="T84" fmla="*/ 869 w 871"/>
                <a:gd name="T85" fmla="*/ 261 h 832"/>
                <a:gd name="T86" fmla="*/ 869 w 871"/>
                <a:gd name="T87" fmla="*/ 421 h 832"/>
                <a:gd name="T88" fmla="*/ 869 w 871"/>
                <a:gd name="T89" fmla="*/ 593 h 832"/>
                <a:gd name="T90" fmla="*/ 869 w 871"/>
                <a:gd name="T91" fmla="*/ 740 h 832"/>
                <a:gd name="T92" fmla="*/ 817 w 871"/>
                <a:gd name="T93" fmla="*/ 832 h 832"/>
                <a:gd name="T94" fmla="*/ 715 w 871"/>
                <a:gd name="T95" fmla="*/ 783 h 832"/>
                <a:gd name="T96" fmla="*/ 573 w 871"/>
                <a:gd name="T97" fmla="*/ 709 h 832"/>
                <a:gd name="T98" fmla="*/ 433 w 871"/>
                <a:gd name="T99" fmla="*/ 635 h 832"/>
                <a:gd name="T100" fmla="*/ 326 w 871"/>
                <a:gd name="T101" fmla="*/ 622 h 832"/>
                <a:gd name="T102" fmla="*/ 297 w 871"/>
                <a:gd name="T103" fmla="*/ 620 h 832"/>
                <a:gd name="T104" fmla="*/ 275 w 871"/>
                <a:gd name="T105" fmla="*/ 605 h 832"/>
                <a:gd name="T106" fmla="*/ 222 w 871"/>
                <a:gd name="T107" fmla="*/ 595 h 832"/>
                <a:gd name="T108" fmla="*/ 145 w 871"/>
                <a:gd name="T109" fmla="*/ 595 h 8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4" name="Freeform 54">
              <a:extLst>
                <a:ext uri="{FF2B5EF4-FFF2-40B4-BE49-F238E27FC236}">
                  <a16:creationId xmlns:a16="http://schemas.microsoft.com/office/drawing/2014/main" id="{4029328A-C4B4-8FB1-A294-6C0C8E60EC3E}"/>
                </a:ext>
              </a:extLst>
            </p:cNvPr>
            <p:cNvSpPr>
              <a:spLocks noChangeAspect="1"/>
            </p:cNvSpPr>
            <p:nvPr/>
          </p:nvSpPr>
          <p:spPr bwMode="gray">
            <a:xfrm>
              <a:off x="4440449" y="3453934"/>
              <a:ext cx="81881" cy="77153"/>
            </a:xfrm>
            <a:custGeom>
              <a:avLst/>
              <a:gdLst>
                <a:gd name="T0" fmla="*/ 196 w 459"/>
                <a:gd name="T1" fmla="*/ 379 h 401"/>
                <a:gd name="T2" fmla="*/ 148 w 459"/>
                <a:gd name="T3" fmla="*/ 379 h 401"/>
                <a:gd name="T4" fmla="*/ 96 w 459"/>
                <a:gd name="T5" fmla="*/ 379 h 401"/>
                <a:gd name="T6" fmla="*/ 45 w 459"/>
                <a:gd name="T7" fmla="*/ 379 h 401"/>
                <a:gd name="T8" fmla="*/ 16 w 459"/>
                <a:gd name="T9" fmla="*/ 379 h 401"/>
                <a:gd name="T10" fmla="*/ 14 w 459"/>
                <a:gd name="T11" fmla="*/ 385 h 401"/>
                <a:gd name="T12" fmla="*/ 6 w 459"/>
                <a:gd name="T13" fmla="*/ 392 h 401"/>
                <a:gd name="T14" fmla="*/ 2 w 459"/>
                <a:gd name="T15" fmla="*/ 397 h 401"/>
                <a:gd name="T16" fmla="*/ 5 w 459"/>
                <a:gd name="T17" fmla="*/ 396 h 401"/>
                <a:gd name="T18" fmla="*/ 0 w 459"/>
                <a:gd name="T19" fmla="*/ 401 h 401"/>
                <a:gd name="T20" fmla="*/ 0 w 459"/>
                <a:gd name="T21" fmla="*/ 392 h 401"/>
                <a:gd name="T22" fmla="*/ 5 w 459"/>
                <a:gd name="T23" fmla="*/ 355 h 401"/>
                <a:gd name="T24" fmla="*/ 16 w 459"/>
                <a:gd name="T25" fmla="*/ 329 h 401"/>
                <a:gd name="T26" fmla="*/ 28 w 459"/>
                <a:gd name="T27" fmla="*/ 323 h 401"/>
                <a:gd name="T28" fmla="*/ 40 w 459"/>
                <a:gd name="T29" fmla="*/ 296 h 401"/>
                <a:gd name="T30" fmla="*/ 48 w 459"/>
                <a:gd name="T31" fmla="*/ 284 h 401"/>
                <a:gd name="T32" fmla="*/ 45 w 459"/>
                <a:gd name="T33" fmla="*/ 275 h 401"/>
                <a:gd name="T34" fmla="*/ 65 w 459"/>
                <a:gd name="T35" fmla="*/ 246 h 401"/>
                <a:gd name="T36" fmla="*/ 69 w 459"/>
                <a:gd name="T37" fmla="*/ 240 h 401"/>
                <a:gd name="T38" fmla="*/ 71 w 459"/>
                <a:gd name="T39" fmla="*/ 229 h 401"/>
                <a:gd name="T40" fmla="*/ 76 w 459"/>
                <a:gd name="T41" fmla="*/ 221 h 401"/>
                <a:gd name="T42" fmla="*/ 105 w 459"/>
                <a:gd name="T43" fmla="*/ 188 h 401"/>
                <a:gd name="T44" fmla="*/ 120 w 459"/>
                <a:gd name="T45" fmla="*/ 164 h 401"/>
                <a:gd name="T46" fmla="*/ 123 w 459"/>
                <a:gd name="T47" fmla="*/ 145 h 401"/>
                <a:gd name="T48" fmla="*/ 132 w 459"/>
                <a:gd name="T49" fmla="*/ 122 h 401"/>
                <a:gd name="T50" fmla="*/ 139 w 459"/>
                <a:gd name="T51" fmla="*/ 100 h 401"/>
                <a:gd name="T52" fmla="*/ 155 w 459"/>
                <a:gd name="T53" fmla="*/ 80 h 401"/>
                <a:gd name="T54" fmla="*/ 174 w 459"/>
                <a:gd name="T55" fmla="*/ 70 h 401"/>
                <a:gd name="T56" fmla="*/ 190 w 459"/>
                <a:gd name="T57" fmla="*/ 57 h 401"/>
                <a:gd name="T58" fmla="*/ 196 w 459"/>
                <a:gd name="T59" fmla="*/ 38 h 401"/>
                <a:gd name="T60" fmla="*/ 199 w 459"/>
                <a:gd name="T61" fmla="*/ 33 h 401"/>
                <a:gd name="T62" fmla="*/ 204 w 459"/>
                <a:gd name="T63" fmla="*/ 22 h 401"/>
                <a:gd name="T64" fmla="*/ 213 w 459"/>
                <a:gd name="T65" fmla="*/ 6 h 401"/>
                <a:gd name="T66" fmla="*/ 218 w 459"/>
                <a:gd name="T67" fmla="*/ 0 h 401"/>
                <a:gd name="T68" fmla="*/ 227 w 459"/>
                <a:gd name="T69" fmla="*/ 0 h 401"/>
                <a:gd name="T70" fmla="*/ 261 w 459"/>
                <a:gd name="T71" fmla="*/ 0 h 401"/>
                <a:gd name="T72" fmla="*/ 297 w 459"/>
                <a:gd name="T73" fmla="*/ 0 h 401"/>
                <a:gd name="T74" fmla="*/ 338 w 459"/>
                <a:gd name="T75" fmla="*/ 0 h 401"/>
                <a:gd name="T76" fmla="*/ 379 w 459"/>
                <a:gd name="T77" fmla="*/ 0 h 401"/>
                <a:gd name="T78" fmla="*/ 422 w 459"/>
                <a:gd name="T79" fmla="*/ 0 h 401"/>
                <a:gd name="T80" fmla="*/ 459 w 459"/>
                <a:gd name="T81" fmla="*/ 0 h 401"/>
                <a:gd name="T82" fmla="*/ 459 w 459"/>
                <a:gd name="T83" fmla="*/ 32 h 401"/>
                <a:gd name="T84" fmla="*/ 459 w 459"/>
                <a:gd name="T85" fmla="*/ 102 h 401"/>
                <a:gd name="T86" fmla="*/ 405 w 459"/>
                <a:gd name="T87" fmla="*/ 102 h 401"/>
                <a:gd name="T88" fmla="*/ 352 w 459"/>
                <a:gd name="T89" fmla="*/ 102 h 401"/>
                <a:gd name="T90" fmla="*/ 299 w 459"/>
                <a:gd name="T91" fmla="*/ 102 h 401"/>
                <a:gd name="T92" fmla="*/ 281 w 459"/>
                <a:gd name="T93" fmla="*/ 102 h 401"/>
                <a:gd name="T94" fmla="*/ 281 w 459"/>
                <a:gd name="T95" fmla="*/ 160 h 401"/>
                <a:gd name="T96" fmla="*/ 281 w 459"/>
                <a:gd name="T97" fmla="*/ 219 h 401"/>
                <a:gd name="T98" fmla="*/ 281 w 459"/>
                <a:gd name="T99" fmla="*/ 254 h 401"/>
                <a:gd name="T100" fmla="*/ 261 w 459"/>
                <a:gd name="T101" fmla="*/ 261 h 401"/>
                <a:gd name="T102" fmla="*/ 244 w 459"/>
                <a:gd name="T103" fmla="*/ 263 h 401"/>
                <a:gd name="T104" fmla="*/ 228 w 459"/>
                <a:gd name="T105" fmla="*/ 268 h 401"/>
                <a:gd name="T106" fmla="*/ 223 w 459"/>
                <a:gd name="T107" fmla="*/ 272 h 401"/>
                <a:gd name="T108" fmla="*/ 220 w 459"/>
                <a:gd name="T109" fmla="*/ 277 h 401"/>
                <a:gd name="T110" fmla="*/ 215 w 459"/>
                <a:gd name="T111" fmla="*/ 288 h 401"/>
                <a:gd name="T112" fmla="*/ 213 w 459"/>
                <a:gd name="T113" fmla="*/ 296 h 401"/>
                <a:gd name="T114" fmla="*/ 215 w 459"/>
                <a:gd name="T115" fmla="*/ 322 h 401"/>
                <a:gd name="T116" fmla="*/ 218 w 459"/>
                <a:gd name="T117" fmla="*/ 342 h 401"/>
                <a:gd name="T118" fmla="*/ 218 w 459"/>
                <a:gd name="T119" fmla="*/ 363 h 401"/>
                <a:gd name="T120" fmla="*/ 222 w 459"/>
                <a:gd name="T121" fmla="*/ 379 h 401"/>
                <a:gd name="T122" fmla="*/ 196 w 459"/>
                <a:gd name="T123" fmla="*/ 379 h 4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5" name="Freeform 55">
              <a:extLst>
                <a:ext uri="{FF2B5EF4-FFF2-40B4-BE49-F238E27FC236}">
                  <a16:creationId xmlns:a16="http://schemas.microsoft.com/office/drawing/2014/main" id="{F075D8F0-CE74-C59B-00F0-B781914E612D}"/>
                </a:ext>
              </a:extLst>
            </p:cNvPr>
            <p:cNvSpPr>
              <a:spLocks noChangeAspect="1"/>
            </p:cNvSpPr>
            <p:nvPr/>
          </p:nvSpPr>
          <p:spPr bwMode="gray">
            <a:xfrm>
              <a:off x="4909944" y="4035056"/>
              <a:ext cx="11886" cy="17696"/>
            </a:xfrm>
            <a:custGeom>
              <a:avLst/>
              <a:gdLst>
                <a:gd name="T0" fmla="*/ 67 w 67"/>
                <a:gd name="T1" fmla="*/ 63 h 90"/>
                <a:gd name="T2" fmla="*/ 65 w 67"/>
                <a:gd name="T3" fmla="*/ 35 h 90"/>
                <a:gd name="T4" fmla="*/ 65 w 67"/>
                <a:gd name="T5" fmla="*/ 14 h 90"/>
                <a:gd name="T6" fmla="*/ 63 w 67"/>
                <a:gd name="T7" fmla="*/ 6 h 90"/>
                <a:gd name="T8" fmla="*/ 56 w 67"/>
                <a:gd name="T9" fmla="*/ 15 h 90"/>
                <a:gd name="T10" fmla="*/ 33 w 67"/>
                <a:gd name="T11" fmla="*/ 0 h 90"/>
                <a:gd name="T12" fmla="*/ 19 w 67"/>
                <a:gd name="T13" fmla="*/ 9 h 90"/>
                <a:gd name="T14" fmla="*/ 12 w 67"/>
                <a:gd name="T15" fmla="*/ 21 h 90"/>
                <a:gd name="T16" fmla="*/ 4 w 67"/>
                <a:gd name="T17" fmla="*/ 38 h 90"/>
                <a:gd name="T18" fmla="*/ 0 w 67"/>
                <a:gd name="T19" fmla="*/ 54 h 90"/>
                <a:gd name="T20" fmla="*/ 2 w 67"/>
                <a:gd name="T21" fmla="*/ 67 h 90"/>
                <a:gd name="T22" fmla="*/ 12 w 67"/>
                <a:gd name="T23" fmla="*/ 86 h 90"/>
                <a:gd name="T24" fmla="*/ 35 w 67"/>
                <a:gd name="T25" fmla="*/ 89 h 90"/>
                <a:gd name="T26" fmla="*/ 47 w 67"/>
                <a:gd name="T27" fmla="*/ 90 h 90"/>
                <a:gd name="T28" fmla="*/ 55 w 67"/>
                <a:gd name="T29" fmla="*/ 81 h 90"/>
                <a:gd name="T30" fmla="*/ 61 w 67"/>
                <a:gd name="T31" fmla="*/ 67 h 90"/>
                <a:gd name="T32" fmla="*/ 67 w 67"/>
                <a:gd name="T33" fmla="*/ 63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6" name="Freeform 56">
              <a:extLst>
                <a:ext uri="{FF2B5EF4-FFF2-40B4-BE49-F238E27FC236}">
                  <a16:creationId xmlns:a16="http://schemas.microsoft.com/office/drawing/2014/main" id="{DA819C1C-38AE-4248-8EAF-53C5A372FB14}"/>
                </a:ext>
              </a:extLst>
            </p:cNvPr>
            <p:cNvSpPr>
              <a:spLocks noChangeAspect="1"/>
            </p:cNvSpPr>
            <p:nvPr/>
          </p:nvSpPr>
          <p:spPr bwMode="gray">
            <a:xfrm>
              <a:off x="4767973" y="3993295"/>
              <a:ext cx="161781" cy="151474"/>
            </a:xfrm>
            <a:custGeom>
              <a:avLst/>
              <a:gdLst>
                <a:gd name="T0" fmla="*/ 188 w 898"/>
                <a:gd name="T1" fmla="*/ 334 h 791"/>
                <a:gd name="T2" fmla="*/ 157 w 898"/>
                <a:gd name="T3" fmla="*/ 406 h 791"/>
                <a:gd name="T4" fmla="*/ 101 w 898"/>
                <a:gd name="T5" fmla="*/ 418 h 791"/>
                <a:gd name="T6" fmla="*/ 59 w 898"/>
                <a:gd name="T7" fmla="*/ 396 h 791"/>
                <a:gd name="T8" fmla="*/ 8 w 898"/>
                <a:gd name="T9" fmla="*/ 398 h 791"/>
                <a:gd name="T10" fmla="*/ 1 w 898"/>
                <a:gd name="T11" fmla="*/ 411 h 791"/>
                <a:gd name="T12" fmla="*/ 37 w 898"/>
                <a:gd name="T13" fmla="*/ 491 h 791"/>
                <a:gd name="T14" fmla="*/ 70 w 898"/>
                <a:gd name="T15" fmla="*/ 562 h 791"/>
                <a:gd name="T16" fmla="*/ 90 w 898"/>
                <a:gd name="T17" fmla="*/ 665 h 791"/>
                <a:gd name="T18" fmla="*/ 77 w 898"/>
                <a:gd name="T19" fmla="*/ 678 h 791"/>
                <a:gd name="T20" fmla="*/ 88 w 898"/>
                <a:gd name="T21" fmla="*/ 701 h 791"/>
                <a:gd name="T22" fmla="*/ 108 w 898"/>
                <a:gd name="T23" fmla="*/ 734 h 791"/>
                <a:gd name="T24" fmla="*/ 109 w 898"/>
                <a:gd name="T25" fmla="*/ 770 h 791"/>
                <a:gd name="T26" fmla="*/ 112 w 898"/>
                <a:gd name="T27" fmla="*/ 750 h 791"/>
                <a:gd name="T28" fmla="*/ 128 w 898"/>
                <a:gd name="T29" fmla="*/ 769 h 791"/>
                <a:gd name="T30" fmla="*/ 155 w 898"/>
                <a:gd name="T31" fmla="*/ 782 h 791"/>
                <a:gd name="T32" fmla="*/ 195 w 898"/>
                <a:gd name="T33" fmla="*/ 791 h 791"/>
                <a:gd name="T34" fmla="*/ 236 w 898"/>
                <a:gd name="T35" fmla="*/ 771 h 791"/>
                <a:gd name="T36" fmla="*/ 287 w 898"/>
                <a:gd name="T37" fmla="*/ 771 h 791"/>
                <a:gd name="T38" fmla="*/ 311 w 898"/>
                <a:gd name="T39" fmla="*/ 753 h 791"/>
                <a:gd name="T40" fmla="*/ 365 w 898"/>
                <a:gd name="T41" fmla="*/ 753 h 791"/>
                <a:gd name="T42" fmla="*/ 408 w 898"/>
                <a:gd name="T43" fmla="*/ 746 h 791"/>
                <a:gd name="T44" fmla="*/ 479 w 898"/>
                <a:gd name="T45" fmla="*/ 743 h 791"/>
                <a:gd name="T46" fmla="*/ 505 w 898"/>
                <a:gd name="T47" fmla="*/ 733 h 791"/>
                <a:gd name="T48" fmla="*/ 553 w 898"/>
                <a:gd name="T49" fmla="*/ 727 h 791"/>
                <a:gd name="T50" fmla="*/ 633 w 898"/>
                <a:gd name="T51" fmla="*/ 679 h 791"/>
                <a:gd name="T52" fmla="*/ 705 w 898"/>
                <a:gd name="T53" fmla="*/ 600 h 791"/>
                <a:gd name="T54" fmla="*/ 765 w 898"/>
                <a:gd name="T55" fmla="*/ 533 h 791"/>
                <a:gd name="T56" fmla="*/ 804 w 898"/>
                <a:gd name="T57" fmla="*/ 465 h 791"/>
                <a:gd name="T58" fmla="*/ 836 w 898"/>
                <a:gd name="T59" fmla="*/ 420 h 791"/>
                <a:gd name="T60" fmla="*/ 881 w 898"/>
                <a:gd name="T61" fmla="*/ 357 h 791"/>
                <a:gd name="T62" fmla="*/ 894 w 898"/>
                <a:gd name="T63" fmla="*/ 305 h 791"/>
                <a:gd name="T64" fmla="*/ 856 w 898"/>
                <a:gd name="T65" fmla="*/ 281 h 791"/>
                <a:gd name="T66" fmla="*/ 824 w 898"/>
                <a:gd name="T67" fmla="*/ 307 h 791"/>
                <a:gd name="T68" fmla="*/ 793 w 898"/>
                <a:gd name="T69" fmla="*/ 256 h 791"/>
                <a:gd name="T70" fmla="*/ 845 w 898"/>
                <a:gd name="T71" fmla="*/ 233 h 791"/>
                <a:gd name="T72" fmla="*/ 830 w 898"/>
                <a:gd name="T73" fmla="*/ 55 h 791"/>
                <a:gd name="T74" fmla="*/ 807 w 898"/>
                <a:gd name="T75" fmla="*/ 17 h 791"/>
                <a:gd name="T76" fmla="*/ 749 w 898"/>
                <a:gd name="T77" fmla="*/ 9 h 791"/>
                <a:gd name="T78" fmla="*/ 704 w 898"/>
                <a:gd name="T79" fmla="*/ 8 h 791"/>
                <a:gd name="T80" fmla="*/ 625 w 898"/>
                <a:gd name="T81" fmla="*/ 57 h 791"/>
                <a:gd name="T82" fmla="*/ 558 w 898"/>
                <a:gd name="T83" fmla="*/ 129 h 791"/>
                <a:gd name="T84" fmla="*/ 496 w 898"/>
                <a:gd name="T85" fmla="*/ 207 h 791"/>
                <a:gd name="T86" fmla="*/ 437 w 898"/>
                <a:gd name="T87" fmla="*/ 217 h 791"/>
                <a:gd name="T88" fmla="*/ 376 w 898"/>
                <a:gd name="T89" fmla="*/ 201 h 791"/>
                <a:gd name="T90" fmla="*/ 339 w 898"/>
                <a:gd name="T91" fmla="*/ 248 h 791"/>
                <a:gd name="T92" fmla="*/ 277 w 898"/>
                <a:gd name="T93" fmla="*/ 286 h 791"/>
                <a:gd name="T94" fmla="*/ 230 w 898"/>
                <a:gd name="T95" fmla="*/ 271 h 791"/>
                <a:gd name="T96" fmla="*/ 238 w 898"/>
                <a:gd name="T97" fmla="*/ 213 h 791"/>
                <a:gd name="T98" fmla="*/ 200 w 898"/>
                <a:gd name="T99" fmla="*/ 170 h 7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7" name="Freeform 57">
              <a:extLst>
                <a:ext uri="{FF2B5EF4-FFF2-40B4-BE49-F238E27FC236}">
                  <a16:creationId xmlns:a16="http://schemas.microsoft.com/office/drawing/2014/main" id="{E7294A21-1A4F-30F8-FE50-92EF51C9FBAD}"/>
                </a:ext>
              </a:extLst>
            </p:cNvPr>
            <p:cNvSpPr>
              <a:spLocks noChangeAspect="1"/>
            </p:cNvSpPr>
            <p:nvPr/>
          </p:nvSpPr>
          <p:spPr bwMode="gray">
            <a:xfrm>
              <a:off x="4928434" y="3854562"/>
              <a:ext cx="31696" cy="83523"/>
            </a:xfrm>
            <a:custGeom>
              <a:avLst/>
              <a:gdLst>
                <a:gd name="T0" fmla="*/ 61 w 175"/>
                <a:gd name="T1" fmla="*/ 11 h 431"/>
                <a:gd name="T2" fmla="*/ 42 w 175"/>
                <a:gd name="T3" fmla="*/ 14 h 431"/>
                <a:gd name="T4" fmla="*/ 25 w 175"/>
                <a:gd name="T5" fmla="*/ 8 h 431"/>
                <a:gd name="T6" fmla="*/ 13 w 175"/>
                <a:gd name="T7" fmla="*/ 8 h 431"/>
                <a:gd name="T8" fmla="*/ 25 w 175"/>
                <a:gd name="T9" fmla="*/ 15 h 431"/>
                <a:gd name="T10" fmla="*/ 37 w 175"/>
                <a:gd name="T11" fmla="*/ 40 h 431"/>
                <a:gd name="T12" fmla="*/ 50 w 175"/>
                <a:gd name="T13" fmla="*/ 65 h 431"/>
                <a:gd name="T14" fmla="*/ 42 w 175"/>
                <a:gd name="T15" fmla="*/ 80 h 431"/>
                <a:gd name="T16" fmla="*/ 35 w 175"/>
                <a:gd name="T17" fmla="*/ 94 h 431"/>
                <a:gd name="T18" fmla="*/ 31 w 175"/>
                <a:gd name="T19" fmla="*/ 127 h 431"/>
                <a:gd name="T20" fmla="*/ 31 w 175"/>
                <a:gd name="T21" fmla="*/ 159 h 431"/>
                <a:gd name="T22" fmla="*/ 41 w 175"/>
                <a:gd name="T23" fmla="*/ 172 h 431"/>
                <a:gd name="T24" fmla="*/ 24 w 175"/>
                <a:gd name="T25" fmla="*/ 181 h 431"/>
                <a:gd name="T26" fmla="*/ 14 w 175"/>
                <a:gd name="T27" fmla="*/ 198 h 431"/>
                <a:gd name="T28" fmla="*/ 2 w 175"/>
                <a:gd name="T29" fmla="*/ 235 h 431"/>
                <a:gd name="T30" fmla="*/ 8 w 175"/>
                <a:gd name="T31" fmla="*/ 248 h 431"/>
                <a:gd name="T32" fmla="*/ 23 w 175"/>
                <a:gd name="T33" fmla="*/ 257 h 431"/>
                <a:gd name="T34" fmla="*/ 30 w 175"/>
                <a:gd name="T35" fmla="*/ 263 h 431"/>
                <a:gd name="T36" fmla="*/ 51 w 175"/>
                <a:gd name="T37" fmla="*/ 289 h 431"/>
                <a:gd name="T38" fmla="*/ 93 w 175"/>
                <a:gd name="T39" fmla="*/ 284 h 431"/>
                <a:gd name="T40" fmla="*/ 101 w 175"/>
                <a:gd name="T41" fmla="*/ 310 h 431"/>
                <a:gd name="T42" fmla="*/ 94 w 175"/>
                <a:gd name="T43" fmla="*/ 343 h 431"/>
                <a:gd name="T44" fmla="*/ 86 w 175"/>
                <a:gd name="T45" fmla="*/ 365 h 431"/>
                <a:gd name="T46" fmla="*/ 97 w 175"/>
                <a:gd name="T47" fmla="*/ 388 h 431"/>
                <a:gd name="T48" fmla="*/ 112 w 175"/>
                <a:gd name="T49" fmla="*/ 404 h 431"/>
                <a:gd name="T50" fmla="*/ 128 w 175"/>
                <a:gd name="T51" fmla="*/ 414 h 431"/>
                <a:gd name="T52" fmla="*/ 127 w 175"/>
                <a:gd name="T53" fmla="*/ 429 h 431"/>
                <a:gd name="T54" fmla="*/ 142 w 175"/>
                <a:gd name="T55" fmla="*/ 430 h 431"/>
                <a:gd name="T56" fmla="*/ 139 w 175"/>
                <a:gd name="T57" fmla="*/ 409 h 431"/>
                <a:gd name="T58" fmla="*/ 139 w 175"/>
                <a:gd name="T59" fmla="*/ 392 h 431"/>
                <a:gd name="T60" fmla="*/ 153 w 175"/>
                <a:gd name="T61" fmla="*/ 377 h 431"/>
                <a:gd name="T62" fmla="*/ 169 w 175"/>
                <a:gd name="T63" fmla="*/ 368 h 431"/>
                <a:gd name="T64" fmla="*/ 169 w 175"/>
                <a:gd name="T65" fmla="*/ 325 h 431"/>
                <a:gd name="T66" fmla="*/ 172 w 175"/>
                <a:gd name="T67" fmla="*/ 295 h 431"/>
                <a:gd name="T68" fmla="*/ 148 w 175"/>
                <a:gd name="T69" fmla="*/ 266 h 431"/>
                <a:gd name="T70" fmla="*/ 116 w 175"/>
                <a:gd name="T71" fmla="*/ 230 h 431"/>
                <a:gd name="T72" fmla="*/ 116 w 175"/>
                <a:gd name="T73" fmla="*/ 242 h 431"/>
                <a:gd name="T74" fmla="*/ 126 w 175"/>
                <a:gd name="T75" fmla="*/ 250 h 431"/>
                <a:gd name="T76" fmla="*/ 134 w 175"/>
                <a:gd name="T77" fmla="*/ 282 h 431"/>
                <a:gd name="T78" fmla="*/ 121 w 175"/>
                <a:gd name="T79" fmla="*/ 269 h 431"/>
                <a:gd name="T80" fmla="*/ 115 w 175"/>
                <a:gd name="T81" fmla="*/ 262 h 431"/>
                <a:gd name="T82" fmla="*/ 102 w 175"/>
                <a:gd name="T83" fmla="*/ 272 h 431"/>
                <a:gd name="T84" fmla="*/ 97 w 175"/>
                <a:gd name="T85" fmla="*/ 261 h 431"/>
                <a:gd name="T86" fmla="*/ 100 w 175"/>
                <a:gd name="T87" fmla="*/ 245 h 431"/>
                <a:gd name="T88" fmla="*/ 89 w 175"/>
                <a:gd name="T89" fmla="*/ 231 h 431"/>
                <a:gd name="T90" fmla="*/ 85 w 175"/>
                <a:gd name="T91" fmla="*/ 208 h 431"/>
                <a:gd name="T92" fmla="*/ 68 w 175"/>
                <a:gd name="T93" fmla="*/ 159 h 431"/>
                <a:gd name="T94" fmla="*/ 79 w 175"/>
                <a:gd name="T95" fmla="*/ 140 h 431"/>
                <a:gd name="T96" fmla="*/ 79 w 175"/>
                <a:gd name="T97" fmla="*/ 70 h 431"/>
                <a:gd name="T98" fmla="*/ 78 w 175"/>
                <a:gd name="T99" fmla="*/ 51 h 431"/>
                <a:gd name="T100" fmla="*/ 63 w 175"/>
                <a:gd name="T101" fmla="*/ 32 h 431"/>
                <a:gd name="T102" fmla="*/ 69 w 175"/>
                <a:gd name="T103" fmla="*/ 10 h 4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38" name="Freeform 58">
              <a:extLst>
                <a:ext uri="{FF2B5EF4-FFF2-40B4-BE49-F238E27FC236}">
                  <a16:creationId xmlns:a16="http://schemas.microsoft.com/office/drawing/2014/main" id="{384D53C2-123E-6260-09BD-4FFA0A26EA28}"/>
                </a:ext>
              </a:extLst>
            </p:cNvPr>
            <p:cNvSpPr>
              <a:spLocks noChangeAspect="1"/>
            </p:cNvSpPr>
            <p:nvPr/>
          </p:nvSpPr>
          <p:spPr bwMode="gray">
            <a:xfrm>
              <a:off x="5030785" y="3884290"/>
              <a:ext cx="69995" cy="150059"/>
            </a:xfrm>
            <a:custGeom>
              <a:avLst/>
              <a:gdLst>
                <a:gd name="T0" fmla="*/ 76 w 391"/>
                <a:gd name="T1" fmla="*/ 226 h 776"/>
                <a:gd name="T2" fmla="*/ 107 w 391"/>
                <a:gd name="T3" fmla="*/ 215 h 776"/>
                <a:gd name="T4" fmla="*/ 118 w 391"/>
                <a:gd name="T5" fmla="*/ 215 h 776"/>
                <a:gd name="T6" fmla="*/ 130 w 391"/>
                <a:gd name="T7" fmla="*/ 204 h 776"/>
                <a:gd name="T8" fmla="*/ 152 w 391"/>
                <a:gd name="T9" fmla="*/ 199 h 776"/>
                <a:gd name="T10" fmla="*/ 170 w 391"/>
                <a:gd name="T11" fmla="*/ 219 h 776"/>
                <a:gd name="T12" fmla="*/ 182 w 391"/>
                <a:gd name="T13" fmla="*/ 210 h 776"/>
                <a:gd name="T14" fmla="*/ 183 w 391"/>
                <a:gd name="T15" fmla="*/ 181 h 776"/>
                <a:gd name="T16" fmla="*/ 204 w 391"/>
                <a:gd name="T17" fmla="*/ 189 h 776"/>
                <a:gd name="T18" fmla="*/ 208 w 391"/>
                <a:gd name="T19" fmla="*/ 167 h 776"/>
                <a:gd name="T20" fmla="*/ 221 w 391"/>
                <a:gd name="T21" fmla="*/ 149 h 776"/>
                <a:gd name="T22" fmla="*/ 229 w 391"/>
                <a:gd name="T23" fmla="*/ 160 h 776"/>
                <a:gd name="T24" fmla="*/ 258 w 391"/>
                <a:gd name="T25" fmla="*/ 140 h 776"/>
                <a:gd name="T26" fmla="*/ 242 w 391"/>
                <a:gd name="T27" fmla="*/ 125 h 776"/>
                <a:gd name="T28" fmla="*/ 258 w 391"/>
                <a:gd name="T29" fmla="*/ 113 h 776"/>
                <a:gd name="T30" fmla="*/ 253 w 391"/>
                <a:gd name="T31" fmla="*/ 81 h 776"/>
                <a:gd name="T32" fmla="*/ 270 w 391"/>
                <a:gd name="T33" fmla="*/ 92 h 776"/>
                <a:gd name="T34" fmla="*/ 293 w 391"/>
                <a:gd name="T35" fmla="*/ 68 h 776"/>
                <a:gd name="T36" fmla="*/ 307 w 391"/>
                <a:gd name="T37" fmla="*/ 25 h 776"/>
                <a:gd name="T38" fmla="*/ 316 w 391"/>
                <a:gd name="T39" fmla="*/ 5 h 776"/>
                <a:gd name="T40" fmla="*/ 344 w 391"/>
                <a:gd name="T41" fmla="*/ 23 h 776"/>
                <a:gd name="T42" fmla="*/ 365 w 391"/>
                <a:gd name="T43" fmla="*/ 60 h 776"/>
                <a:gd name="T44" fmla="*/ 374 w 391"/>
                <a:gd name="T45" fmla="*/ 106 h 776"/>
                <a:gd name="T46" fmla="*/ 382 w 391"/>
                <a:gd name="T47" fmla="*/ 151 h 776"/>
                <a:gd name="T48" fmla="*/ 388 w 391"/>
                <a:gd name="T49" fmla="*/ 198 h 776"/>
                <a:gd name="T50" fmla="*/ 370 w 391"/>
                <a:gd name="T51" fmla="*/ 198 h 776"/>
                <a:gd name="T52" fmla="*/ 353 w 391"/>
                <a:gd name="T53" fmla="*/ 206 h 776"/>
                <a:gd name="T54" fmla="*/ 360 w 391"/>
                <a:gd name="T55" fmla="*/ 251 h 776"/>
                <a:gd name="T56" fmla="*/ 342 w 391"/>
                <a:gd name="T57" fmla="*/ 283 h 776"/>
                <a:gd name="T58" fmla="*/ 329 w 391"/>
                <a:gd name="T59" fmla="*/ 366 h 776"/>
                <a:gd name="T60" fmla="*/ 316 w 391"/>
                <a:gd name="T61" fmla="*/ 405 h 776"/>
                <a:gd name="T62" fmla="*/ 283 w 391"/>
                <a:gd name="T63" fmla="*/ 511 h 776"/>
                <a:gd name="T64" fmla="*/ 254 w 391"/>
                <a:gd name="T65" fmla="*/ 606 h 776"/>
                <a:gd name="T66" fmla="*/ 236 w 391"/>
                <a:gd name="T67" fmla="*/ 684 h 776"/>
                <a:gd name="T68" fmla="*/ 210 w 391"/>
                <a:gd name="T69" fmla="*/ 736 h 776"/>
                <a:gd name="T70" fmla="*/ 183 w 391"/>
                <a:gd name="T71" fmla="*/ 748 h 776"/>
                <a:gd name="T72" fmla="*/ 106 w 391"/>
                <a:gd name="T73" fmla="*/ 776 h 776"/>
                <a:gd name="T74" fmla="*/ 59 w 391"/>
                <a:gd name="T75" fmla="*/ 746 h 776"/>
                <a:gd name="T76" fmla="*/ 27 w 391"/>
                <a:gd name="T77" fmla="*/ 697 h 776"/>
                <a:gd name="T78" fmla="*/ 28 w 391"/>
                <a:gd name="T79" fmla="*/ 654 h 776"/>
                <a:gd name="T80" fmla="*/ 9 w 391"/>
                <a:gd name="T81" fmla="*/ 615 h 776"/>
                <a:gd name="T82" fmla="*/ 0 w 391"/>
                <a:gd name="T83" fmla="*/ 574 h 776"/>
                <a:gd name="T84" fmla="*/ 15 w 391"/>
                <a:gd name="T85" fmla="*/ 527 h 776"/>
                <a:gd name="T86" fmla="*/ 38 w 391"/>
                <a:gd name="T87" fmla="*/ 489 h 776"/>
                <a:gd name="T88" fmla="*/ 69 w 391"/>
                <a:gd name="T89" fmla="*/ 435 h 776"/>
                <a:gd name="T90" fmla="*/ 69 w 391"/>
                <a:gd name="T91" fmla="*/ 409 h 776"/>
                <a:gd name="T92" fmla="*/ 48 w 391"/>
                <a:gd name="T93" fmla="*/ 348 h 776"/>
                <a:gd name="T94" fmla="*/ 51 w 391"/>
                <a:gd name="T95" fmla="*/ 280 h 7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739" name="Group 59">
              <a:extLst>
                <a:ext uri="{FF2B5EF4-FFF2-40B4-BE49-F238E27FC236}">
                  <a16:creationId xmlns:a16="http://schemas.microsoft.com/office/drawing/2014/main" id="{EB6BADCB-43E4-2592-CF61-4AF590049675}"/>
                </a:ext>
              </a:extLst>
            </p:cNvPr>
            <p:cNvGrpSpPr>
              <a:grpSpLocks noChangeAspect="1"/>
            </p:cNvGrpSpPr>
            <p:nvPr/>
          </p:nvGrpSpPr>
          <p:grpSpPr bwMode="auto">
            <a:xfrm>
              <a:off x="4720429" y="3802891"/>
              <a:ext cx="124142" cy="145104"/>
              <a:chOff x="2643" y="2535"/>
              <a:chExt cx="138" cy="151"/>
            </a:xfrm>
            <a:grpFill/>
          </p:grpSpPr>
          <p:sp>
            <p:nvSpPr>
              <p:cNvPr id="766" name="Freeform 60">
                <a:extLst>
                  <a:ext uri="{FF2B5EF4-FFF2-40B4-BE49-F238E27FC236}">
                    <a16:creationId xmlns:a16="http://schemas.microsoft.com/office/drawing/2014/main" id="{FEB19C23-DC72-F08A-883B-C25CE57AA4D3}"/>
                  </a:ext>
                </a:extLst>
              </p:cNvPr>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7" name="Freeform 61">
                <a:extLst>
                  <a:ext uri="{FF2B5EF4-FFF2-40B4-BE49-F238E27FC236}">
                    <a16:creationId xmlns:a16="http://schemas.microsoft.com/office/drawing/2014/main" id="{BAB9EEEB-2FA6-B3F8-99F5-CD581908EA49}"/>
                  </a:ext>
                </a:extLst>
              </p:cNvPr>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740" name="Freeform 62">
              <a:extLst>
                <a:ext uri="{FF2B5EF4-FFF2-40B4-BE49-F238E27FC236}">
                  <a16:creationId xmlns:a16="http://schemas.microsoft.com/office/drawing/2014/main" id="{A7720079-0BFA-A262-A3BE-7D19CBAE9158}"/>
                </a:ext>
              </a:extLst>
            </p:cNvPr>
            <p:cNvSpPr>
              <a:spLocks noChangeAspect="1"/>
            </p:cNvSpPr>
            <p:nvPr/>
          </p:nvSpPr>
          <p:spPr bwMode="gray">
            <a:xfrm>
              <a:off x="4872966" y="4067616"/>
              <a:ext cx="22451" cy="25482"/>
            </a:xfrm>
            <a:custGeom>
              <a:avLst/>
              <a:gdLst>
                <a:gd name="T0" fmla="*/ 125 w 127"/>
                <a:gd name="T1" fmla="*/ 52 h 131"/>
                <a:gd name="T2" fmla="*/ 127 w 127"/>
                <a:gd name="T3" fmla="*/ 49 h 131"/>
                <a:gd name="T4" fmla="*/ 126 w 127"/>
                <a:gd name="T5" fmla="*/ 58 h 131"/>
                <a:gd name="T6" fmla="*/ 103 w 127"/>
                <a:gd name="T7" fmla="*/ 98 h 131"/>
                <a:gd name="T8" fmla="*/ 73 w 127"/>
                <a:gd name="T9" fmla="*/ 109 h 131"/>
                <a:gd name="T10" fmla="*/ 63 w 127"/>
                <a:gd name="T11" fmla="*/ 125 h 131"/>
                <a:gd name="T12" fmla="*/ 55 w 127"/>
                <a:gd name="T13" fmla="*/ 129 h 131"/>
                <a:gd name="T14" fmla="*/ 43 w 127"/>
                <a:gd name="T15" fmla="*/ 131 h 131"/>
                <a:gd name="T16" fmla="*/ 23 w 127"/>
                <a:gd name="T17" fmla="*/ 113 h 131"/>
                <a:gd name="T18" fmla="*/ 11 w 127"/>
                <a:gd name="T19" fmla="*/ 100 h 131"/>
                <a:gd name="T20" fmla="*/ 5 w 127"/>
                <a:gd name="T21" fmla="*/ 88 h 131"/>
                <a:gd name="T22" fmla="*/ 0 w 127"/>
                <a:gd name="T23" fmla="*/ 74 h 131"/>
                <a:gd name="T24" fmla="*/ 2 w 127"/>
                <a:gd name="T25" fmla="*/ 61 h 131"/>
                <a:gd name="T26" fmla="*/ 28 w 127"/>
                <a:gd name="T27" fmla="*/ 27 h 131"/>
                <a:gd name="T28" fmla="*/ 40 w 127"/>
                <a:gd name="T29" fmla="*/ 16 h 131"/>
                <a:gd name="T30" fmla="*/ 68 w 127"/>
                <a:gd name="T31" fmla="*/ 1 h 131"/>
                <a:gd name="T32" fmla="*/ 83 w 127"/>
                <a:gd name="T33" fmla="*/ 0 h 131"/>
                <a:gd name="T34" fmla="*/ 95 w 127"/>
                <a:gd name="T35" fmla="*/ 6 h 131"/>
                <a:gd name="T36" fmla="*/ 105 w 127"/>
                <a:gd name="T37" fmla="*/ 18 h 131"/>
                <a:gd name="T38" fmla="*/ 113 w 127"/>
                <a:gd name="T39" fmla="*/ 29 h 131"/>
                <a:gd name="T40" fmla="*/ 121 w 127"/>
                <a:gd name="T41" fmla="*/ 42 h 131"/>
                <a:gd name="T42" fmla="*/ 125 w 127"/>
                <a:gd name="T43" fmla="*/ 52 h 1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1" name="Freeform 63">
              <a:extLst>
                <a:ext uri="{FF2B5EF4-FFF2-40B4-BE49-F238E27FC236}">
                  <a16:creationId xmlns:a16="http://schemas.microsoft.com/office/drawing/2014/main" id="{1F136D67-0720-5FD3-2F21-8B899C0E1B76}"/>
                </a:ext>
              </a:extLst>
            </p:cNvPr>
            <p:cNvSpPr>
              <a:spLocks noChangeAspect="1"/>
            </p:cNvSpPr>
            <p:nvPr/>
          </p:nvSpPr>
          <p:spPr bwMode="gray">
            <a:xfrm>
              <a:off x="4822780" y="3841821"/>
              <a:ext cx="114898" cy="106174"/>
            </a:xfrm>
            <a:custGeom>
              <a:avLst/>
              <a:gdLst>
                <a:gd name="T0" fmla="*/ 0 w 640"/>
                <a:gd name="T1" fmla="*/ 320 h 552"/>
                <a:gd name="T2" fmla="*/ 110 w 640"/>
                <a:gd name="T3" fmla="*/ 264 h 552"/>
                <a:gd name="T4" fmla="*/ 108 w 640"/>
                <a:gd name="T5" fmla="*/ 232 h 552"/>
                <a:gd name="T6" fmla="*/ 110 w 640"/>
                <a:gd name="T7" fmla="*/ 179 h 552"/>
                <a:gd name="T8" fmla="*/ 113 w 640"/>
                <a:gd name="T9" fmla="*/ 156 h 552"/>
                <a:gd name="T10" fmla="*/ 120 w 640"/>
                <a:gd name="T11" fmla="*/ 145 h 552"/>
                <a:gd name="T12" fmla="*/ 132 w 640"/>
                <a:gd name="T13" fmla="*/ 168 h 552"/>
                <a:gd name="T14" fmla="*/ 156 w 640"/>
                <a:gd name="T15" fmla="*/ 166 h 552"/>
                <a:gd name="T16" fmla="*/ 183 w 640"/>
                <a:gd name="T17" fmla="*/ 178 h 552"/>
                <a:gd name="T18" fmla="*/ 231 w 640"/>
                <a:gd name="T19" fmla="*/ 205 h 552"/>
                <a:gd name="T20" fmla="*/ 274 w 640"/>
                <a:gd name="T21" fmla="*/ 196 h 552"/>
                <a:gd name="T22" fmla="*/ 323 w 640"/>
                <a:gd name="T23" fmla="*/ 226 h 552"/>
                <a:gd name="T24" fmla="*/ 350 w 640"/>
                <a:gd name="T25" fmla="*/ 252 h 552"/>
                <a:gd name="T26" fmla="*/ 397 w 640"/>
                <a:gd name="T27" fmla="*/ 277 h 552"/>
                <a:gd name="T28" fmla="*/ 411 w 640"/>
                <a:gd name="T29" fmla="*/ 275 h 552"/>
                <a:gd name="T30" fmla="*/ 426 w 640"/>
                <a:gd name="T31" fmla="*/ 281 h 552"/>
                <a:gd name="T32" fmla="*/ 421 w 640"/>
                <a:gd name="T33" fmla="*/ 223 h 552"/>
                <a:gd name="T34" fmla="*/ 383 w 640"/>
                <a:gd name="T35" fmla="*/ 225 h 552"/>
                <a:gd name="T36" fmla="*/ 358 w 640"/>
                <a:gd name="T37" fmla="*/ 199 h 552"/>
                <a:gd name="T38" fmla="*/ 377 w 640"/>
                <a:gd name="T39" fmla="*/ 131 h 552"/>
                <a:gd name="T40" fmla="*/ 370 w 640"/>
                <a:gd name="T41" fmla="*/ 66 h 552"/>
                <a:gd name="T42" fmla="*/ 379 w 640"/>
                <a:gd name="T43" fmla="*/ 37 h 552"/>
                <a:gd name="T44" fmla="*/ 397 w 640"/>
                <a:gd name="T45" fmla="*/ 17 h 552"/>
                <a:gd name="T46" fmla="*/ 470 w 640"/>
                <a:gd name="T47" fmla="*/ 13 h 552"/>
                <a:gd name="T48" fmla="*/ 494 w 640"/>
                <a:gd name="T49" fmla="*/ 33 h 552"/>
                <a:gd name="T50" fmla="*/ 526 w 640"/>
                <a:gd name="T51" fmla="*/ 32 h 552"/>
                <a:gd name="T52" fmla="*/ 575 w 640"/>
                <a:gd name="T53" fmla="*/ 57 h 552"/>
                <a:gd name="T54" fmla="*/ 603 w 640"/>
                <a:gd name="T55" fmla="*/ 67 h 552"/>
                <a:gd name="T56" fmla="*/ 605 w 640"/>
                <a:gd name="T57" fmla="*/ 82 h 552"/>
                <a:gd name="T58" fmla="*/ 626 w 640"/>
                <a:gd name="T59" fmla="*/ 107 h 552"/>
                <a:gd name="T60" fmla="*/ 640 w 640"/>
                <a:gd name="T61" fmla="*/ 139 h 552"/>
                <a:gd name="T62" fmla="*/ 625 w 640"/>
                <a:gd name="T63" fmla="*/ 151 h 552"/>
                <a:gd name="T64" fmla="*/ 620 w 640"/>
                <a:gd name="T65" fmla="*/ 194 h 552"/>
                <a:gd name="T66" fmla="*/ 624 w 640"/>
                <a:gd name="T67" fmla="*/ 231 h 552"/>
                <a:gd name="T68" fmla="*/ 619 w 640"/>
                <a:gd name="T69" fmla="*/ 243 h 552"/>
                <a:gd name="T70" fmla="*/ 603 w 640"/>
                <a:gd name="T71" fmla="*/ 265 h 552"/>
                <a:gd name="T72" fmla="*/ 589 w 640"/>
                <a:gd name="T73" fmla="*/ 306 h 552"/>
                <a:gd name="T74" fmla="*/ 608 w 640"/>
                <a:gd name="T75" fmla="*/ 322 h 552"/>
                <a:gd name="T76" fmla="*/ 438 w 640"/>
                <a:gd name="T77" fmla="*/ 383 h 552"/>
                <a:gd name="T78" fmla="*/ 452 w 640"/>
                <a:gd name="T79" fmla="*/ 416 h 552"/>
                <a:gd name="T80" fmla="*/ 424 w 640"/>
                <a:gd name="T81" fmla="*/ 414 h 552"/>
                <a:gd name="T82" fmla="*/ 385 w 640"/>
                <a:gd name="T83" fmla="*/ 425 h 552"/>
                <a:gd name="T84" fmla="*/ 365 w 640"/>
                <a:gd name="T85" fmla="*/ 442 h 552"/>
                <a:gd name="T86" fmla="*/ 363 w 640"/>
                <a:gd name="T87" fmla="*/ 464 h 552"/>
                <a:gd name="T88" fmla="*/ 336 w 640"/>
                <a:gd name="T89" fmla="*/ 469 h 552"/>
                <a:gd name="T90" fmla="*/ 315 w 640"/>
                <a:gd name="T91" fmla="*/ 481 h 552"/>
                <a:gd name="T92" fmla="*/ 303 w 640"/>
                <a:gd name="T93" fmla="*/ 491 h 552"/>
                <a:gd name="T94" fmla="*/ 285 w 640"/>
                <a:gd name="T95" fmla="*/ 524 h 552"/>
                <a:gd name="T96" fmla="*/ 264 w 640"/>
                <a:gd name="T97" fmla="*/ 549 h 552"/>
                <a:gd name="T98" fmla="*/ 245 w 640"/>
                <a:gd name="T99" fmla="*/ 546 h 552"/>
                <a:gd name="T100" fmla="*/ 211 w 640"/>
                <a:gd name="T101" fmla="*/ 546 h 552"/>
                <a:gd name="T102" fmla="*/ 172 w 640"/>
                <a:gd name="T103" fmla="*/ 539 h 552"/>
                <a:gd name="T104" fmla="*/ 139 w 640"/>
                <a:gd name="T105" fmla="*/ 518 h 552"/>
                <a:gd name="T106" fmla="*/ 65 w 640"/>
                <a:gd name="T107" fmla="*/ 527 h 552"/>
                <a:gd name="T108" fmla="*/ 40 w 640"/>
                <a:gd name="T109" fmla="*/ 507 h 552"/>
                <a:gd name="T110" fmla="*/ 7 w 640"/>
                <a:gd name="T111" fmla="*/ 475 h 5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2" name="Freeform 64">
              <a:extLst>
                <a:ext uri="{FF2B5EF4-FFF2-40B4-BE49-F238E27FC236}">
                  <a16:creationId xmlns:a16="http://schemas.microsoft.com/office/drawing/2014/main" id="{69B87166-1378-6448-4FEC-2739427BAA0B}"/>
                </a:ext>
              </a:extLst>
            </p:cNvPr>
            <p:cNvSpPr>
              <a:spLocks noChangeAspect="1"/>
            </p:cNvSpPr>
            <p:nvPr/>
          </p:nvSpPr>
          <p:spPr bwMode="gray">
            <a:xfrm>
              <a:off x="4854477" y="3921805"/>
              <a:ext cx="75938" cy="77861"/>
            </a:xfrm>
            <a:custGeom>
              <a:avLst/>
              <a:gdLst>
                <a:gd name="T0" fmla="*/ 202 w 428"/>
                <a:gd name="T1" fmla="*/ 60 h 405"/>
                <a:gd name="T2" fmla="*/ 198 w 428"/>
                <a:gd name="T3" fmla="*/ 66 h 405"/>
                <a:gd name="T4" fmla="*/ 193 w 428"/>
                <a:gd name="T5" fmla="*/ 70 h 405"/>
                <a:gd name="T6" fmla="*/ 179 w 428"/>
                <a:gd name="T7" fmla="*/ 66 h 405"/>
                <a:gd name="T8" fmla="*/ 175 w 428"/>
                <a:gd name="T9" fmla="*/ 71 h 405"/>
                <a:gd name="T10" fmla="*/ 169 w 428"/>
                <a:gd name="T11" fmla="*/ 70 h 405"/>
                <a:gd name="T12" fmla="*/ 164 w 428"/>
                <a:gd name="T13" fmla="*/ 72 h 405"/>
                <a:gd name="T14" fmla="*/ 156 w 428"/>
                <a:gd name="T15" fmla="*/ 78 h 405"/>
                <a:gd name="T16" fmla="*/ 156 w 428"/>
                <a:gd name="T17" fmla="*/ 83 h 405"/>
                <a:gd name="T18" fmla="*/ 153 w 428"/>
                <a:gd name="T19" fmla="*/ 86 h 405"/>
                <a:gd name="T20" fmla="*/ 143 w 428"/>
                <a:gd name="T21" fmla="*/ 87 h 405"/>
                <a:gd name="T22" fmla="*/ 140 w 428"/>
                <a:gd name="T23" fmla="*/ 93 h 405"/>
                <a:gd name="T24" fmla="*/ 130 w 428"/>
                <a:gd name="T25" fmla="*/ 100 h 405"/>
                <a:gd name="T26" fmla="*/ 121 w 428"/>
                <a:gd name="T27" fmla="*/ 110 h 405"/>
                <a:gd name="T28" fmla="*/ 115 w 428"/>
                <a:gd name="T29" fmla="*/ 115 h 405"/>
                <a:gd name="T30" fmla="*/ 103 w 428"/>
                <a:gd name="T31" fmla="*/ 129 h 405"/>
                <a:gd name="T32" fmla="*/ 92 w 428"/>
                <a:gd name="T33" fmla="*/ 135 h 405"/>
                <a:gd name="T34" fmla="*/ 80 w 428"/>
                <a:gd name="T35" fmla="*/ 138 h 405"/>
                <a:gd name="T36" fmla="*/ 73 w 428"/>
                <a:gd name="T37" fmla="*/ 132 h 405"/>
                <a:gd name="T38" fmla="*/ 61 w 428"/>
                <a:gd name="T39" fmla="*/ 131 h 405"/>
                <a:gd name="T40" fmla="*/ 39 w 428"/>
                <a:gd name="T41" fmla="*/ 132 h 405"/>
                <a:gd name="T42" fmla="*/ 7 w 428"/>
                <a:gd name="T43" fmla="*/ 129 h 405"/>
                <a:gd name="T44" fmla="*/ 0 w 428"/>
                <a:gd name="T45" fmla="*/ 125 h 405"/>
                <a:gd name="T46" fmla="*/ 3 w 428"/>
                <a:gd name="T47" fmla="*/ 140 h 405"/>
                <a:gd name="T48" fmla="*/ 27 w 428"/>
                <a:gd name="T49" fmla="*/ 172 h 405"/>
                <a:gd name="T50" fmla="*/ 35 w 428"/>
                <a:gd name="T51" fmla="*/ 197 h 405"/>
                <a:gd name="T52" fmla="*/ 77 w 428"/>
                <a:gd name="T53" fmla="*/ 247 h 405"/>
                <a:gd name="T54" fmla="*/ 107 w 428"/>
                <a:gd name="T55" fmla="*/ 260 h 405"/>
                <a:gd name="T56" fmla="*/ 129 w 428"/>
                <a:gd name="T57" fmla="*/ 279 h 405"/>
                <a:gd name="T58" fmla="*/ 140 w 428"/>
                <a:gd name="T59" fmla="*/ 308 h 405"/>
                <a:gd name="T60" fmla="*/ 150 w 428"/>
                <a:gd name="T61" fmla="*/ 341 h 405"/>
                <a:gd name="T62" fmla="*/ 167 w 428"/>
                <a:gd name="T63" fmla="*/ 355 h 405"/>
                <a:gd name="T64" fmla="*/ 193 w 428"/>
                <a:gd name="T65" fmla="*/ 357 h 405"/>
                <a:gd name="T66" fmla="*/ 216 w 428"/>
                <a:gd name="T67" fmla="*/ 367 h 405"/>
                <a:gd name="T68" fmla="*/ 239 w 428"/>
                <a:gd name="T69" fmla="*/ 371 h 405"/>
                <a:gd name="T70" fmla="*/ 271 w 428"/>
                <a:gd name="T71" fmla="*/ 380 h 405"/>
                <a:gd name="T72" fmla="*/ 296 w 428"/>
                <a:gd name="T73" fmla="*/ 380 h 405"/>
                <a:gd name="T74" fmla="*/ 329 w 428"/>
                <a:gd name="T75" fmla="*/ 388 h 405"/>
                <a:gd name="T76" fmla="*/ 349 w 428"/>
                <a:gd name="T77" fmla="*/ 404 h 405"/>
                <a:gd name="T78" fmla="*/ 351 w 428"/>
                <a:gd name="T79" fmla="*/ 404 h 405"/>
                <a:gd name="T80" fmla="*/ 355 w 428"/>
                <a:gd name="T81" fmla="*/ 377 h 405"/>
                <a:gd name="T82" fmla="*/ 372 w 428"/>
                <a:gd name="T83" fmla="*/ 360 h 405"/>
                <a:gd name="T84" fmla="*/ 398 w 428"/>
                <a:gd name="T85" fmla="*/ 318 h 405"/>
                <a:gd name="T86" fmla="*/ 422 w 428"/>
                <a:gd name="T87" fmla="*/ 251 h 405"/>
                <a:gd name="T88" fmla="*/ 414 w 428"/>
                <a:gd name="T89" fmla="*/ 211 h 405"/>
                <a:gd name="T90" fmla="*/ 422 w 428"/>
                <a:gd name="T91" fmla="*/ 175 h 405"/>
                <a:gd name="T92" fmla="*/ 428 w 428"/>
                <a:gd name="T93" fmla="*/ 151 h 405"/>
                <a:gd name="T94" fmla="*/ 428 w 428"/>
                <a:gd name="T95" fmla="*/ 105 h 405"/>
                <a:gd name="T96" fmla="*/ 420 w 428"/>
                <a:gd name="T97" fmla="*/ 73 h 405"/>
                <a:gd name="T98" fmla="*/ 410 w 428"/>
                <a:gd name="T99" fmla="*/ 50 h 405"/>
                <a:gd name="T100" fmla="*/ 351 w 428"/>
                <a:gd name="T101" fmla="*/ 27 h 405"/>
                <a:gd name="T102" fmla="*/ 322 w 428"/>
                <a:gd name="T103" fmla="*/ 19 h 405"/>
                <a:gd name="T104" fmla="*/ 281 w 428"/>
                <a:gd name="T105" fmla="*/ 19 h 405"/>
                <a:gd name="T106" fmla="*/ 280 w 428"/>
                <a:gd name="T107" fmla="*/ 2 h 405"/>
                <a:gd name="T108" fmla="*/ 264 w 428"/>
                <a:gd name="T109" fmla="*/ 3 h 405"/>
                <a:gd name="T110" fmla="*/ 252 w 428"/>
                <a:gd name="T111" fmla="*/ 0 h 405"/>
                <a:gd name="T112" fmla="*/ 236 w 428"/>
                <a:gd name="T113" fmla="*/ 6 h 405"/>
                <a:gd name="T114" fmla="*/ 213 w 428"/>
                <a:gd name="T115" fmla="*/ 11 h 405"/>
                <a:gd name="T116" fmla="*/ 200 w 428"/>
                <a:gd name="T117" fmla="*/ 18 h 405"/>
                <a:gd name="T118" fmla="*/ 193 w 428"/>
                <a:gd name="T119" fmla="*/ 28 h 405"/>
                <a:gd name="T120" fmla="*/ 194 w 428"/>
                <a:gd name="T121" fmla="*/ 41 h 405"/>
                <a:gd name="T122" fmla="*/ 191 w 428"/>
                <a:gd name="T123" fmla="*/ 50 h 4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3" name="Freeform 65">
              <a:extLst>
                <a:ext uri="{FF2B5EF4-FFF2-40B4-BE49-F238E27FC236}">
                  <a16:creationId xmlns:a16="http://schemas.microsoft.com/office/drawing/2014/main" id="{44E77C92-6F51-4740-D80D-6B31BDB7A266}"/>
                </a:ext>
              </a:extLst>
            </p:cNvPr>
            <p:cNvSpPr>
              <a:spLocks noChangeAspect="1"/>
            </p:cNvSpPr>
            <p:nvPr/>
          </p:nvSpPr>
          <p:spPr bwMode="gray">
            <a:xfrm>
              <a:off x="4720429" y="3935254"/>
              <a:ext cx="132066" cy="139441"/>
            </a:xfrm>
            <a:custGeom>
              <a:avLst/>
              <a:gdLst>
                <a:gd name="T0" fmla="*/ 252 w 734"/>
                <a:gd name="T1" fmla="*/ 26 h 722"/>
                <a:gd name="T2" fmla="*/ 130 w 734"/>
                <a:gd name="T3" fmla="*/ 26 h 722"/>
                <a:gd name="T4" fmla="*/ 96 w 734"/>
                <a:gd name="T5" fmla="*/ 10 h 722"/>
                <a:gd name="T6" fmla="*/ 59 w 734"/>
                <a:gd name="T7" fmla="*/ 0 h 722"/>
                <a:gd name="T8" fmla="*/ 33 w 734"/>
                <a:gd name="T9" fmla="*/ 17 h 722"/>
                <a:gd name="T10" fmla="*/ 1 w 734"/>
                <a:gd name="T11" fmla="*/ 26 h 722"/>
                <a:gd name="T12" fmla="*/ 3 w 734"/>
                <a:gd name="T13" fmla="*/ 64 h 722"/>
                <a:gd name="T14" fmla="*/ 17 w 734"/>
                <a:gd name="T15" fmla="*/ 100 h 722"/>
                <a:gd name="T16" fmla="*/ 34 w 734"/>
                <a:gd name="T17" fmla="*/ 117 h 722"/>
                <a:gd name="T18" fmla="*/ 46 w 734"/>
                <a:gd name="T19" fmla="*/ 139 h 722"/>
                <a:gd name="T20" fmla="*/ 62 w 734"/>
                <a:gd name="T21" fmla="*/ 168 h 722"/>
                <a:gd name="T22" fmla="*/ 82 w 734"/>
                <a:gd name="T23" fmla="*/ 209 h 722"/>
                <a:gd name="T24" fmla="*/ 96 w 734"/>
                <a:gd name="T25" fmla="*/ 238 h 722"/>
                <a:gd name="T26" fmla="*/ 118 w 734"/>
                <a:gd name="T27" fmla="*/ 278 h 722"/>
                <a:gd name="T28" fmla="*/ 150 w 734"/>
                <a:gd name="T29" fmla="*/ 331 h 722"/>
                <a:gd name="T30" fmla="*/ 151 w 734"/>
                <a:gd name="T31" fmla="*/ 369 h 722"/>
                <a:gd name="T32" fmla="*/ 153 w 734"/>
                <a:gd name="T33" fmla="*/ 435 h 722"/>
                <a:gd name="T34" fmla="*/ 172 w 734"/>
                <a:gd name="T35" fmla="*/ 477 h 722"/>
                <a:gd name="T36" fmla="*/ 172 w 734"/>
                <a:gd name="T37" fmla="*/ 521 h 722"/>
                <a:gd name="T38" fmla="*/ 179 w 734"/>
                <a:gd name="T39" fmla="*/ 555 h 722"/>
                <a:gd name="T40" fmla="*/ 188 w 734"/>
                <a:gd name="T41" fmla="*/ 589 h 722"/>
                <a:gd name="T42" fmla="*/ 214 w 734"/>
                <a:gd name="T43" fmla="*/ 646 h 722"/>
                <a:gd name="T44" fmla="*/ 243 w 734"/>
                <a:gd name="T45" fmla="*/ 683 h 722"/>
                <a:gd name="T46" fmla="*/ 264 w 734"/>
                <a:gd name="T47" fmla="*/ 700 h 722"/>
                <a:gd name="T48" fmla="*/ 279 w 734"/>
                <a:gd name="T49" fmla="*/ 689 h 722"/>
                <a:gd name="T50" fmla="*/ 323 w 734"/>
                <a:gd name="T51" fmla="*/ 695 h 722"/>
                <a:gd name="T52" fmla="*/ 350 w 734"/>
                <a:gd name="T53" fmla="*/ 722 h 722"/>
                <a:gd name="T54" fmla="*/ 393 w 734"/>
                <a:gd name="T55" fmla="*/ 720 h 722"/>
                <a:gd name="T56" fmla="*/ 435 w 734"/>
                <a:gd name="T57" fmla="*/ 695 h 722"/>
                <a:gd name="T58" fmla="*/ 452 w 734"/>
                <a:gd name="T59" fmla="*/ 633 h 722"/>
                <a:gd name="T60" fmla="*/ 452 w 734"/>
                <a:gd name="T61" fmla="*/ 460 h 722"/>
                <a:gd name="T62" fmla="*/ 452 w 734"/>
                <a:gd name="T63" fmla="*/ 295 h 722"/>
                <a:gd name="T64" fmla="*/ 507 w 734"/>
                <a:gd name="T65" fmla="*/ 200 h 722"/>
                <a:gd name="T66" fmla="*/ 512 w 734"/>
                <a:gd name="T67" fmla="*/ 86 h 722"/>
                <a:gd name="T68" fmla="*/ 615 w 734"/>
                <a:gd name="T69" fmla="*/ 68 h 722"/>
                <a:gd name="T70" fmla="*/ 650 w 734"/>
                <a:gd name="T71" fmla="*/ 85 h 722"/>
                <a:gd name="T72" fmla="*/ 668 w 734"/>
                <a:gd name="T73" fmla="*/ 81 h 722"/>
                <a:gd name="T74" fmla="*/ 716 w 734"/>
                <a:gd name="T75" fmla="*/ 57 h 722"/>
                <a:gd name="T76" fmla="*/ 727 w 734"/>
                <a:gd name="T77" fmla="*/ 38 h 722"/>
                <a:gd name="T78" fmla="*/ 688 w 734"/>
                <a:gd name="T79" fmla="*/ 32 h 722"/>
                <a:gd name="T80" fmla="*/ 635 w 734"/>
                <a:gd name="T81" fmla="*/ 41 h 722"/>
                <a:gd name="T82" fmla="*/ 546 w 734"/>
                <a:gd name="T83" fmla="*/ 65 h 722"/>
                <a:gd name="T84" fmla="*/ 522 w 734"/>
                <a:gd name="T85" fmla="*/ 63 h 722"/>
                <a:gd name="T86" fmla="*/ 460 w 734"/>
                <a:gd name="T87" fmla="*/ 51 h 722"/>
                <a:gd name="T88" fmla="*/ 405 w 734"/>
                <a:gd name="T89" fmla="*/ 53 h 722"/>
                <a:gd name="T90" fmla="*/ 366 w 734"/>
                <a:gd name="T91" fmla="*/ 26 h 7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4" name="Freeform 66">
              <a:extLst>
                <a:ext uri="{FF2B5EF4-FFF2-40B4-BE49-F238E27FC236}">
                  <a16:creationId xmlns:a16="http://schemas.microsoft.com/office/drawing/2014/main" id="{30D7BFA4-A8B3-CBA7-ADB3-2046E53A8818}"/>
                </a:ext>
              </a:extLst>
            </p:cNvPr>
            <p:cNvSpPr>
              <a:spLocks noChangeAspect="1"/>
            </p:cNvSpPr>
            <p:nvPr/>
          </p:nvSpPr>
          <p:spPr bwMode="gray">
            <a:xfrm>
              <a:off x="4902020" y="3867302"/>
              <a:ext cx="104332" cy="179787"/>
            </a:xfrm>
            <a:custGeom>
              <a:avLst/>
              <a:gdLst>
                <a:gd name="T0" fmla="*/ 584 w 586"/>
                <a:gd name="T1" fmla="*/ 10 h 937"/>
                <a:gd name="T2" fmla="*/ 570 w 586"/>
                <a:gd name="T3" fmla="*/ 56 h 937"/>
                <a:gd name="T4" fmla="*/ 572 w 586"/>
                <a:gd name="T5" fmla="*/ 128 h 937"/>
                <a:gd name="T6" fmla="*/ 569 w 586"/>
                <a:gd name="T7" fmla="*/ 176 h 937"/>
                <a:gd name="T8" fmla="*/ 578 w 586"/>
                <a:gd name="T9" fmla="*/ 205 h 937"/>
                <a:gd name="T10" fmla="*/ 585 w 586"/>
                <a:gd name="T11" fmla="*/ 224 h 937"/>
                <a:gd name="T12" fmla="*/ 568 w 586"/>
                <a:gd name="T13" fmla="*/ 263 h 937"/>
                <a:gd name="T14" fmla="*/ 564 w 586"/>
                <a:gd name="T15" fmla="*/ 285 h 937"/>
                <a:gd name="T16" fmla="*/ 532 w 586"/>
                <a:gd name="T17" fmla="*/ 328 h 937"/>
                <a:gd name="T18" fmla="*/ 497 w 586"/>
                <a:gd name="T19" fmla="*/ 355 h 937"/>
                <a:gd name="T20" fmla="*/ 447 w 586"/>
                <a:gd name="T21" fmla="*/ 378 h 937"/>
                <a:gd name="T22" fmla="*/ 368 w 586"/>
                <a:gd name="T23" fmla="*/ 434 h 937"/>
                <a:gd name="T24" fmla="*/ 345 w 586"/>
                <a:gd name="T25" fmla="*/ 462 h 937"/>
                <a:gd name="T26" fmla="*/ 323 w 586"/>
                <a:gd name="T27" fmla="*/ 477 h 937"/>
                <a:gd name="T28" fmla="*/ 273 w 586"/>
                <a:gd name="T29" fmla="*/ 521 h 937"/>
                <a:gd name="T30" fmla="*/ 253 w 586"/>
                <a:gd name="T31" fmla="*/ 572 h 937"/>
                <a:gd name="T32" fmla="*/ 273 w 586"/>
                <a:gd name="T33" fmla="*/ 598 h 937"/>
                <a:gd name="T34" fmla="*/ 289 w 586"/>
                <a:gd name="T35" fmla="*/ 667 h 937"/>
                <a:gd name="T36" fmla="*/ 295 w 586"/>
                <a:gd name="T37" fmla="*/ 725 h 937"/>
                <a:gd name="T38" fmla="*/ 295 w 586"/>
                <a:gd name="T39" fmla="*/ 764 h 937"/>
                <a:gd name="T40" fmla="*/ 273 w 586"/>
                <a:gd name="T41" fmla="*/ 811 h 937"/>
                <a:gd name="T42" fmla="*/ 192 w 586"/>
                <a:gd name="T43" fmla="*/ 843 h 937"/>
                <a:gd name="T44" fmla="*/ 156 w 586"/>
                <a:gd name="T45" fmla="*/ 863 h 937"/>
                <a:gd name="T46" fmla="*/ 134 w 586"/>
                <a:gd name="T47" fmla="*/ 893 h 937"/>
                <a:gd name="T48" fmla="*/ 158 w 586"/>
                <a:gd name="T49" fmla="*/ 899 h 937"/>
                <a:gd name="T50" fmla="*/ 110 w 586"/>
                <a:gd name="T51" fmla="*/ 908 h 937"/>
                <a:gd name="T52" fmla="*/ 92 w 586"/>
                <a:gd name="T53" fmla="*/ 742 h 937"/>
                <a:gd name="T54" fmla="*/ 85 w 586"/>
                <a:gd name="T55" fmla="*/ 673 h 937"/>
                <a:gd name="T56" fmla="*/ 113 w 586"/>
                <a:gd name="T57" fmla="*/ 636 h 937"/>
                <a:gd name="T58" fmla="*/ 153 w 586"/>
                <a:gd name="T59" fmla="*/ 508 h 937"/>
                <a:gd name="T60" fmla="*/ 158 w 586"/>
                <a:gd name="T61" fmla="*/ 451 h 937"/>
                <a:gd name="T62" fmla="*/ 158 w 586"/>
                <a:gd name="T63" fmla="*/ 367 h 937"/>
                <a:gd name="T64" fmla="*/ 113 w 586"/>
                <a:gd name="T65" fmla="*/ 323 h 937"/>
                <a:gd name="T66" fmla="*/ 33 w 586"/>
                <a:gd name="T67" fmla="*/ 305 h 937"/>
                <a:gd name="T68" fmla="*/ 8 w 586"/>
                <a:gd name="T69" fmla="*/ 269 h 937"/>
                <a:gd name="T70" fmla="*/ 175 w 586"/>
                <a:gd name="T71" fmla="*/ 198 h 937"/>
                <a:gd name="T72" fmla="*/ 202 w 586"/>
                <a:gd name="T73" fmla="*/ 226 h 937"/>
                <a:gd name="T74" fmla="*/ 247 w 586"/>
                <a:gd name="T75" fmla="*/ 226 h 937"/>
                <a:gd name="T76" fmla="*/ 251 w 586"/>
                <a:gd name="T77" fmla="*/ 273 h 937"/>
                <a:gd name="T78" fmla="*/ 236 w 586"/>
                <a:gd name="T79" fmla="*/ 302 h 937"/>
                <a:gd name="T80" fmla="*/ 252 w 586"/>
                <a:gd name="T81" fmla="*/ 327 h 937"/>
                <a:gd name="T82" fmla="*/ 272 w 586"/>
                <a:gd name="T83" fmla="*/ 350 h 937"/>
                <a:gd name="T84" fmla="*/ 278 w 586"/>
                <a:gd name="T85" fmla="*/ 366 h 937"/>
                <a:gd name="T86" fmla="*/ 291 w 586"/>
                <a:gd name="T87" fmla="*/ 357 h 937"/>
                <a:gd name="T88" fmla="*/ 287 w 586"/>
                <a:gd name="T89" fmla="*/ 337 h 937"/>
                <a:gd name="T90" fmla="*/ 304 w 586"/>
                <a:gd name="T91" fmla="*/ 314 h 937"/>
                <a:gd name="T92" fmla="*/ 321 w 586"/>
                <a:gd name="T93" fmla="*/ 284 h 937"/>
                <a:gd name="T94" fmla="*/ 326 w 586"/>
                <a:gd name="T95" fmla="*/ 244 h 937"/>
                <a:gd name="T96" fmla="*/ 299 w 586"/>
                <a:gd name="T97" fmla="*/ 203 h 937"/>
                <a:gd name="T98" fmla="*/ 266 w 586"/>
                <a:gd name="T99" fmla="*/ 167 h 937"/>
                <a:gd name="T100" fmla="*/ 262 w 586"/>
                <a:gd name="T101" fmla="*/ 123 h 937"/>
                <a:gd name="T102" fmla="*/ 269 w 586"/>
                <a:gd name="T103" fmla="*/ 76 h 937"/>
                <a:gd name="T104" fmla="*/ 323 w 586"/>
                <a:gd name="T105" fmla="*/ 53 h 937"/>
                <a:gd name="T106" fmla="*/ 349 w 586"/>
                <a:gd name="T107" fmla="*/ 65 h 937"/>
                <a:gd name="T108" fmla="*/ 381 w 586"/>
                <a:gd name="T109" fmla="*/ 56 h 937"/>
                <a:gd name="T110" fmla="*/ 436 w 586"/>
                <a:gd name="T111" fmla="*/ 43 h 937"/>
                <a:gd name="T112" fmla="*/ 482 w 586"/>
                <a:gd name="T113" fmla="*/ 45 h 937"/>
                <a:gd name="T114" fmla="*/ 547 w 586"/>
                <a:gd name="T115" fmla="*/ 25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5" name="Freeform 67">
              <a:extLst>
                <a:ext uri="{FF2B5EF4-FFF2-40B4-BE49-F238E27FC236}">
                  <a16:creationId xmlns:a16="http://schemas.microsoft.com/office/drawing/2014/main" id="{BAE75822-5433-D76F-6519-A0B1ED603BA4}"/>
                </a:ext>
              </a:extLst>
            </p:cNvPr>
            <p:cNvSpPr>
              <a:spLocks noChangeAspect="1"/>
            </p:cNvSpPr>
            <p:nvPr/>
          </p:nvSpPr>
          <p:spPr bwMode="gray">
            <a:xfrm>
              <a:off x="4801650" y="3945163"/>
              <a:ext cx="93107" cy="102634"/>
            </a:xfrm>
            <a:custGeom>
              <a:avLst/>
              <a:gdLst>
                <a:gd name="T0" fmla="*/ 0 w 518"/>
                <a:gd name="T1" fmla="*/ 356 h 534"/>
                <a:gd name="T2" fmla="*/ 0 w 518"/>
                <a:gd name="T3" fmla="*/ 244 h 534"/>
                <a:gd name="T4" fmla="*/ 56 w 518"/>
                <a:gd name="T5" fmla="*/ 206 h 534"/>
                <a:gd name="T6" fmla="*/ 56 w 518"/>
                <a:gd name="T7" fmla="*/ 93 h 534"/>
                <a:gd name="T8" fmla="*/ 61 w 518"/>
                <a:gd name="T9" fmla="*/ 35 h 534"/>
                <a:gd name="T10" fmla="*/ 158 w 518"/>
                <a:gd name="T11" fmla="*/ 17 h 534"/>
                <a:gd name="T12" fmla="*/ 181 w 518"/>
                <a:gd name="T13" fmla="*/ 18 h 534"/>
                <a:gd name="T14" fmla="*/ 199 w 518"/>
                <a:gd name="T15" fmla="*/ 34 h 534"/>
                <a:gd name="T16" fmla="*/ 208 w 518"/>
                <a:gd name="T17" fmla="*/ 41 h 534"/>
                <a:gd name="T18" fmla="*/ 233 w 518"/>
                <a:gd name="T19" fmla="*/ 18 h 534"/>
                <a:gd name="T20" fmla="*/ 265 w 518"/>
                <a:gd name="T21" fmla="*/ 6 h 534"/>
                <a:gd name="T22" fmla="*/ 283 w 518"/>
                <a:gd name="T23" fmla="*/ 0 h 534"/>
                <a:gd name="T24" fmla="*/ 291 w 518"/>
                <a:gd name="T25" fmla="*/ 11 h 534"/>
                <a:gd name="T26" fmla="*/ 307 w 518"/>
                <a:gd name="T27" fmla="*/ 39 h 534"/>
                <a:gd name="T28" fmla="*/ 319 w 518"/>
                <a:gd name="T29" fmla="*/ 60 h 534"/>
                <a:gd name="T30" fmla="*/ 339 w 518"/>
                <a:gd name="T31" fmla="*/ 93 h 534"/>
                <a:gd name="T32" fmla="*/ 385 w 518"/>
                <a:gd name="T33" fmla="*/ 127 h 534"/>
                <a:gd name="T34" fmla="*/ 407 w 518"/>
                <a:gd name="T35" fmla="*/ 151 h 534"/>
                <a:gd name="T36" fmla="*/ 431 w 518"/>
                <a:gd name="T37" fmla="*/ 164 h 534"/>
                <a:gd name="T38" fmla="*/ 434 w 518"/>
                <a:gd name="T39" fmla="*/ 205 h 534"/>
                <a:gd name="T40" fmla="*/ 449 w 518"/>
                <a:gd name="T41" fmla="*/ 227 h 534"/>
                <a:gd name="T42" fmla="*/ 470 w 518"/>
                <a:gd name="T43" fmla="*/ 234 h 534"/>
                <a:gd name="T44" fmla="*/ 497 w 518"/>
                <a:gd name="T45" fmla="*/ 240 h 534"/>
                <a:gd name="T46" fmla="*/ 518 w 518"/>
                <a:gd name="T47" fmla="*/ 253 h 534"/>
                <a:gd name="T48" fmla="*/ 506 w 518"/>
                <a:gd name="T49" fmla="*/ 261 h 534"/>
                <a:gd name="T50" fmla="*/ 454 w 518"/>
                <a:gd name="T51" fmla="*/ 288 h 534"/>
                <a:gd name="T52" fmla="*/ 418 w 518"/>
                <a:gd name="T53" fmla="*/ 318 h 534"/>
                <a:gd name="T54" fmla="*/ 388 w 518"/>
                <a:gd name="T55" fmla="*/ 352 h 534"/>
                <a:gd name="T56" fmla="*/ 344 w 518"/>
                <a:gd name="T57" fmla="*/ 396 h 534"/>
                <a:gd name="T58" fmla="*/ 314 w 518"/>
                <a:gd name="T59" fmla="*/ 449 h 534"/>
                <a:gd name="T60" fmla="*/ 301 w 518"/>
                <a:gd name="T61" fmla="*/ 459 h 534"/>
                <a:gd name="T62" fmla="*/ 265 w 518"/>
                <a:gd name="T63" fmla="*/ 466 h 534"/>
                <a:gd name="T64" fmla="*/ 227 w 518"/>
                <a:gd name="T65" fmla="*/ 452 h 534"/>
                <a:gd name="T66" fmla="*/ 201 w 518"/>
                <a:gd name="T67" fmla="*/ 445 h 534"/>
                <a:gd name="T68" fmla="*/ 170 w 518"/>
                <a:gd name="T69" fmla="*/ 469 h 534"/>
                <a:gd name="T70" fmla="*/ 161 w 518"/>
                <a:gd name="T71" fmla="*/ 485 h 534"/>
                <a:gd name="T72" fmla="*/ 140 w 518"/>
                <a:gd name="T73" fmla="*/ 503 h 534"/>
                <a:gd name="T74" fmla="*/ 125 w 518"/>
                <a:gd name="T75" fmla="*/ 525 h 534"/>
                <a:gd name="T76" fmla="*/ 72 w 518"/>
                <a:gd name="T77" fmla="*/ 533 h 534"/>
                <a:gd name="T78" fmla="*/ 46 w 518"/>
                <a:gd name="T79" fmla="*/ 528 h 534"/>
                <a:gd name="T80" fmla="*/ 50 w 518"/>
                <a:gd name="T81" fmla="*/ 498 h 534"/>
                <a:gd name="T82" fmla="*/ 52 w 518"/>
                <a:gd name="T83" fmla="*/ 479 h 534"/>
                <a:gd name="T84" fmla="*/ 44 w 518"/>
                <a:gd name="T85" fmla="*/ 449 h 534"/>
                <a:gd name="T86" fmla="*/ 25 w 518"/>
                <a:gd name="T87" fmla="*/ 429 h 534"/>
                <a:gd name="T88" fmla="*/ 11 w 518"/>
                <a:gd name="T89" fmla="*/ 415 h 534"/>
                <a:gd name="T90" fmla="*/ 0 w 518"/>
                <a:gd name="T91" fmla="*/ 409 h 5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6" name="Freeform 68">
              <a:extLst>
                <a:ext uri="{FF2B5EF4-FFF2-40B4-BE49-F238E27FC236}">
                  <a16:creationId xmlns:a16="http://schemas.microsoft.com/office/drawing/2014/main" id="{EFAD792E-9E1D-5791-06C3-1F7C6F68977B}"/>
                </a:ext>
              </a:extLst>
            </p:cNvPr>
            <p:cNvSpPr>
              <a:spLocks noChangeAspect="1"/>
            </p:cNvSpPr>
            <p:nvPr/>
          </p:nvSpPr>
          <p:spPr bwMode="gray">
            <a:xfrm>
              <a:off x="4458938" y="3622396"/>
              <a:ext cx="72637" cy="58041"/>
            </a:xfrm>
            <a:custGeom>
              <a:avLst/>
              <a:gdLst>
                <a:gd name="T0" fmla="*/ 174 w 404"/>
                <a:gd name="T1" fmla="*/ 17 h 307"/>
                <a:gd name="T2" fmla="*/ 146 w 404"/>
                <a:gd name="T3" fmla="*/ 18 h 307"/>
                <a:gd name="T4" fmla="*/ 119 w 404"/>
                <a:gd name="T5" fmla="*/ 11 h 307"/>
                <a:gd name="T6" fmla="*/ 101 w 404"/>
                <a:gd name="T7" fmla="*/ 3 h 307"/>
                <a:gd name="T8" fmla="*/ 80 w 404"/>
                <a:gd name="T9" fmla="*/ 14 h 307"/>
                <a:gd name="T10" fmla="*/ 67 w 404"/>
                <a:gd name="T11" fmla="*/ 27 h 307"/>
                <a:gd name="T12" fmla="*/ 69 w 404"/>
                <a:gd name="T13" fmla="*/ 57 h 307"/>
                <a:gd name="T14" fmla="*/ 17 w 404"/>
                <a:gd name="T15" fmla="*/ 81 h 307"/>
                <a:gd name="T16" fmla="*/ 1 w 404"/>
                <a:gd name="T17" fmla="*/ 109 h 307"/>
                <a:gd name="T18" fmla="*/ 17 w 404"/>
                <a:gd name="T19" fmla="*/ 100 h 307"/>
                <a:gd name="T20" fmla="*/ 31 w 404"/>
                <a:gd name="T21" fmla="*/ 128 h 307"/>
                <a:gd name="T22" fmla="*/ 66 w 404"/>
                <a:gd name="T23" fmla="*/ 159 h 307"/>
                <a:gd name="T24" fmla="*/ 88 w 404"/>
                <a:gd name="T25" fmla="*/ 190 h 307"/>
                <a:gd name="T26" fmla="*/ 104 w 404"/>
                <a:gd name="T27" fmla="*/ 203 h 307"/>
                <a:gd name="T28" fmla="*/ 124 w 404"/>
                <a:gd name="T29" fmla="*/ 191 h 307"/>
                <a:gd name="T30" fmla="*/ 142 w 404"/>
                <a:gd name="T31" fmla="*/ 168 h 307"/>
                <a:gd name="T32" fmla="*/ 161 w 404"/>
                <a:gd name="T33" fmla="*/ 159 h 307"/>
                <a:gd name="T34" fmla="*/ 211 w 404"/>
                <a:gd name="T35" fmla="*/ 153 h 307"/>
                <a:gd name="T36" fmla="*/ 230 w 404"/>
                <a:gd name="T37" fmla="*/ 175 h 307"/>
                <a:gd name="T38" fmla="*/ 241 w 404"/>
                <a:gd name="T39" fmla="*/ 187 h 307"/>
                <a:gd name="T40" fmla="*/ 241 w 404"/>
                <a:gd name="T41" fmla="*/ 202 h 307"/>
                <a:gd name="T42" fmla="*/ 249 w 404"/>
                <a:gd name="T43" fmla="*/ 223 h 307"/>
                <a:gd name="T44" fmla="*/ 252 w 404"/>
                <a:gd name="T45" fmla="*/ 239 h 307"/>
                <a:gd name="T46" fmla="*/ 264 w 404"/>
                <a:gd name="T47" fmla="*/ 240 h 307"/>
                <a:gd name="T48" fmla="*/ 281 w 404"/>
                <a:gd name="T49" fmla="*/ 238 h 307"/>
                <a:gd name="T50" fmla="*/ 297 w 404"/>
                <a:gd name="T51" fmla="*/ 239 h 307"/>
                <a:gd name="T52" fmla="*/ 313 w 404"/>
                <a:gd name="T53" fmla="*/ 273 h 307"/>
                <a:gd name="T54" fmla="*/ 306 w 404"/>
                <a:gd name="T55" fmla="*/ 298 h 307"/>
                <a:gd name="T56" fmla="*/ 327 w 404"/>
                <a:gd name="T57" fmla="*/ 307 h 307"/>
                <a:gd name="T58" fmla="*/ 348 w 404"/>
                <a:gd name="T59" fmla="*/ 292 h 307"/>
                <a:gd name="T60" fmla="*/ 365 w 404"/>
                <a:gd name="T61" fmla="*/ 286 h 307"/>
                <a:gd name="T62" fmla="*/ 384 w 404"/>
                <a:gd name="T63" fmla="*/ 262 h 307"/>
                <a:gd name="T64" fmla="*/ 386 w 404"/>
                <a:gd name="T65" fmla="*/ 251 h 307"/>
                <a:gd name="T66" fmla="*/ 375 w 404"/>
                <a:gd name="T67" fmla="*/ 239 h 307"/>
                <a:gd name="T68" fmla="*/ 394 w 404"/>
                <a:gd name="T69" fmla="*/ 239 h 307"/>
                <a:gd name="T70" fmla="*/ 403 w 404"/>
                <a:gd name="T71" fmla="*/ 235 h 307"/>
                <a:gd name="T72" fmla="*/ 393 w 404"/>
                <a:gd name="T73" fmla="*/ 219 h 307"/>
                <a:gd name="T74" fmla="*/ 400 w 404"/>
                <a:gd name="T75" fmla="*/ 203 h 307"/>
                <a:gd name="T76" fmla="*/ 380 w 404"/>
                <a:gd name="T77" fmla="*/ 183 h 307"/>
                <a:gd name="T78" fmla="*/ 382 w 404"/>
                <a:gd name="T79" fmla="*/ 149 h 307"/>
                <a:gd name="T80" fmla="*/ 382 w 404"/>
                <a:gd name="T81" fmla="*/ 131 h 307"/>
                <a:gd name="T82" fmla="*/ 370 w 404"/>
                <a:gd name="T83" fmla="*/ 93 h 307"/>
                <a:gd name="T84" fmla="*/ 351 w 404"/>
                <a:gd name="T85" fmla="*/ 92 h 307"/>
                <a:gd name="T86" fmla="*/ 364 w 404"/>
                <a:gd name="T87" fmla="*/ 79 h 307"/>
                <a:gd name="T88" fmla="*/ 357 w 404"/>
                <a:gd name="T89" fmla="*/ 70 h 307"/>
                <a:gd name="T90" fmla="*/ 343 w 404"/>
                <a:gd name="T91" fmla="*/ 41 h 307"/>
                <a:gd name="T92" fmla="*/ 334 w 404"/>
                <a:gd name="T93" fmla="*/ 28 h 307"/>
                <a:gd name="T94" fmla="*/ 328 w 404"/>
                <a:gd name="T95" fmla="*/ 12 h 307"/>
                <a:gd name="T96" fmla="*/ 312 w 404"/>
                <a:gd name="T97" fmla="*/ 12 h 307"/>
                <a:gd name="T98" fmla="*/ 294 w 404"/>
                <a:gd name="T99" fmla="*/ 38 h 307"/>
                <a:gd name="T100" fmla="*/ 255 w 404"/>
                <a:gd name="T101" fmla="*/ 33 h 307"/>
                <a:gd name="T102" fmla="*/ 230 w 404"/>
                <a:gd name="T103" fmla="*/ 30 h 307"/>
                <a:gd name="T104" fmla="*/ 208 w 404"/>
                <a:gd name="T105" fmla="*/ 39 h 307"/>
                <a:gd name="T106" fmla="*/ 203 w 404"/>
                <a:gd name="T107" fmla="*/ 19 h 3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7" name="Freeform 69">
              <a:extLst>
                <a:ext uri="{FF2B5EF4-FFF2-40B4-BE49-F238E27FC236}">
                  <a16:creationId xmlns:a16="http://schemas.microsoft.com/office/drawing/2014/main" id="{61F74DD6-6BEA-D2CB-FEEE-6558ECDDE88D}"/>
                </a:ext>
              </a:extLst>
            </p:cNvPr>
            <p:cNvSpPr>
              <a:spLocks noChangeAspect="1"/>
            </p:cNvSpPr>
            <p:nvPr/>
          </p:nvSpPr>
          <p:spPr bwMode="gray">
            <a:xfrm>
              <a:off x="4748824" y="3639384"/>
              <a:ext cx="128765" cy="87770"/>
            </a:xfrm>
            <a:custGeom>
              <a:avLst/>
              <a:gdLst>
                <a:gd name="T0" fmla="*/ 433 w 718"/>
                <a:gd name="T1" fmla="*/ 6 h 451"/>
                <a:gd name="T2" fmla="*/ 405 w 718"/>
                <a:gd name="T3" fmla="*/ 15 h 451"/>
                <a:gd name="T4" fmla="*/ 393 w 718"/>
                <a:gd name="T5" fmla="*/ 44 h 451"/>
                <a:gd name="T6" fmla="*/ 378 w 718"/>
                <a:gd name="T7" fmla="*/ 58 h 451"/>
                <a:gd name="T8" fmla="*/ 355 w 718"/>
                <a:gd name="T9" fmla="*/ 87 h 451"/>
                <a:gd name="T10" fmla="*/ 331 w 718"/>
                <a:gd name="T11" fmla="*/ 102 h 451"/>
                <a:gd name="T12" fmla="*/ 317 w 718"/>
                <a:gd name="T13" fmla="*/ 106 h 451"/>
                <a:gd name="T14" fmla="*/ 292 w 718"/>
                <a:gd name="T15" fmla="*/ 109 h 451"/>
                <a:gd name="T16" fmla="*/ 259 w 718"/>
                <a:gd name="T17" fmla="*/ 113 h 451"/>
                <a:gd name="T18" fmla="*/ 245 w 718"/>
                <a:gd name="T19" fmla="*/ 122 h 451"/>
                <a:gd name="T20" fmla="*/ 254 w 718"/>
                <a:gd name="T21" fmla="*/ 136 h 451"/>
                <a:gd name="T22" fmla="*/ 244 w 718"/>
                <a:gd name="T23" fmla="*/ 152 h 451"/>
                <a:gd name="T24" fmla="*/ 232 w 718"/>
                <a:gd name="T25" fmla="*/ 159 h 451"/>
                <a:gd name="T26" fmla="*/ 205 w 718"/>
                <a:gd name="T27" fmla="*/ 166 h 451"/>
                <a:gd name="T28" fmla="*/ 183 w 718"/>
                <a:gd name="T29" fmla="*/ 170 h 451"/>
                <a:gd name="T30" fmla="*/ 153 w 718"/>
                <a:gd name="T31" fmla="*/ 183 h 451"/>
                <a:gd name="T32" fmla="*/ 136 w 718"/>
                <a:gd name="T33" fmla="*/ 192 h 451"/>
                <a:gd name="T34" fmla="*/ 123 w 718"/>
                <a:gd name="T35" fmla="*/ 184 h 451"/>
                <a:gd name="T36" fmla="*/ 113 w 718"/>
                <a:gd name="T37" fmla="*/ 177 h 451"/>
                <a:gd name="T38" fmla="*/ 105 w 718"/>
                <a:gd name="T39" fmla="*/ 187 h 451"/>
                <a:gd name="T40" fmla="*/ 77 w 718"/>
                <a:gd name="T41" fmla="*/ 198 h 451"/>
                <a:gd name="T42" fmla="*/ 60 w 718"/>
                <a:gd name="T43" fmla="*/ 197 h 451"/>
                <a:gd name="T44" fmla="*/ 38 w 718"/>
                <a:gd name="T45" fmla="*/ 226 h 451"/>
                <a:gd name="T46" fmla="*/ 11 w 718"/>
                <a:gd name="T47" fmla="*/ 272 h 451"/>
                <a:gd name="T48" fmla="*/ 3 w 718"/>
                <a:gd name="T49" fmla="*/ 310 h 451"/>
                <a:gd name="T50" fmla="*/ 13 w 718"/>
                <a:gd name="T51" fmla="*/ 361 h 451"/>
                <a:gd name="T52" fmla="*/ 58 w 718"/>
                <a:gd name="T53" fmla="*/ 431 h 451"/>
                <a:gd name="T54" fmla="*/ 97 w 718"/>
                <a:gd name="T55" fmla="*/ 437 h 451"/>
                <a:gd name="T56" fmla="*/ 157 w 718"/>
                <a:gd name="T57" fmla="*/ 404 h 451"/>
                <a:gd name="T58" fmla="*/ 207 w 718"/>
                <a:gd name="T59" fmla="*/ 416 h 451"/>
                <a:gd name="T60" fmla="*/ 241 w 718"/>
                <a:gd name="T61" fmla="*/ 402 h 451"/>
                <a:gd name="T62" fmla="*/ 242 w 718"/>
                <a:gd name="T63" fmla="*/ 360 h 451"/>
                <a:gd name="T64" fmla="*/ 263 w 718"/>
                <a:gd name="T65" fmla="*/ 334 h 451"/>
                <a:gd name="T66" fmla="*/ 306 w 718"/>
                <a:gd name="T67" fmla="*/ 324 h 451"/>
                <a:gd name="T68" fmla="*/ 336 w 718"/>
                <a:gd name="T69" fmla="*/ 361 h 451"/>
                <a:gd name="T70" fmla="*/ 365 w 718"/>
                <a:gd name="T71" fmla="*/ 365 h 451"/>
                <a:gd name="T72" fmla="*/ 446 w 718"/>
                <a:gd name="T73" fmla="*/ 367 h 451"/>
                <a:gd name="T74" fmla="*/ 480 w 718"/>
                <a:gd name="T75" fmla="*/ 345 h 451"/>
                <a:gd name="T76" fmla="*/ 518 w 718"/>
                <a:gd name="T77" fmla="*/ 339 h 451"/>
                <a:gd name="T78" fmla="*/ 561 w 718"/>
                <a:gd name="T79" fmla="*/ 328 h 451"/>
                <a:gd name="T80" fmla="*/ 569 w 718"/>
                <a:gd name="T81" fmla="*/ 337 h 451"/>
                <a:gd name="T82" fmla="*/ 592 w 718"/>
                <a:gd name="T83" fmla="*/ 322 h 451"/>
                <a:gd name="T84" fmla="*/ 650 w 718"/>
                <a:gd name="T85" fmla="*/ 318 h 451"/>
                <a:gd name="T86" fmla="*/ 682 w 718"/>
                <a:gd name="T87" fmla="*/ 334 h 451"/>
                <a:gd name="T88" fmla="*/ 712 w 718"/>
                <a:gd name="T89" fmla="*/ 316 h 451"/>
                <a:gd name="T90" fmla="*/ 675 w 718"/>
                <a:gd name="T91" fmla="*/ 276 h 451"/>
                <a:gd name="T92" fmla="*/ 657 w 718"/>
                <a:gd name="T93" fmla="*/ 253 h 451"/>
                <a:gd name="T94" fmla="*/ 637 w 718"/>
                <a:gd name="T95" fmla="*/ 226 h 451"/>
                <a:gd name="T96" fmla="*/ 593 w 718"/>
                <a:gd name="T97" fmla="*/ 192 h 451"/>
                <a:gd name="T98" fmla="*/ 587 w 718"/>
                <a:gd name="T99" fmla="*/ 166 h 451"/>
                <a:gd name="T100" fmla="*/ 546 w 718"/>
                <a:gd name="T101" fmla="*/ 152 h 451"/>
                <a:gd name="T102" fmla="*/ 517 w 718"/>
                <a:gd name="T103" fmla="*/ 129 h 451"/>
                <a:gd name="T104" fmla="*/ 494 w 718"/>
                <a:gd name="T105" fmla="*/ 105 h 451"/>
                <a:gd name="T106" fmla="*/ 496 w 718"/>
                <a:gd name="T107" fmla="*/ 55 h 451"/>
                <a:gd name="T108" fmla="*/ 453 w 718"/>
                <a:gd name="T109" fmla="*/ 0 h 4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8" name="Freeform 70">
              <a:extLst>
                <a:ext uri="{FF2B5EF4-FFF2-40B4-BE49-F238E27FC236}">
                  <a16:creationId xmlns:a16="http://schemas.microsoft.com/office/drawing/2014/main" id="{11D60EF9-4E98-E119-F885-E571B5B22F14}"/>
                </a:ext>
              </a:extLst>
            </p:cNvPr>
            <p:cNvSpPr>
              <a:spLocks noChangeAspect="1"/>
            </p:cNvSpPr>
            <p:nvPr/>
          </p:nvSpPr>
          <p:spPr bwMode="gray">
            <a:xfrm>
              <a:off x="4692696" y="3731401"/>
              <a:ext cx="54808" cy="66535"/>
            </a:xfrm>
            <a:custGeom>
              <a:avLst/>
              <a:gdLst>
                <a:gd name="T0" fmla="*/ 120 w 304"/>
                <a:gd name="T1" fmla="*/ 330 h 343"/>
                <a:gd name="T2" fmla="*/ 97 w 304"/>
                <a:gd name="T3" fmla="*/ 305 h 343"/>
                <a:gd name="T4" fmla="*/ 54 w 304"/>
                <a:gd name="T5" fmla="*/ 262 h 343"/>
                <a:gd name="T6" fmla="*/ 34 w 304"/>
                <a:gd name="T7" fmla="*/ 237 h 343"/>
                <a:gd name="T8" fmla="*/ 17 w 304"/>
                <a:gd name="T9" fmla="*/ 208 h 343"/>
                <a:gd name="T10" fmla="*/ 4 w 304"/>
                <a:gd name="T11" fmla="*/ 177 h 343"/>
                <a:gd name="T12" fmla="*/ 4 w 304"/>
                <a:gd name="T13" fmla="*/ 167 h 343"/>
                <a:gd name="T14" fmla="*/ 17 w 304"/>
                <a:gd name="T15" fmla="*/ 156 h 343"/>
                <a:gd name="T16" fmla="*/ 27 w 304"/>
                <a:gd name="T17" fmla="*/ 138 h 343"/>
                <a:gd name="T18" fmla="*/ 31 w 304"/>
                <a:gd name="T19" fmla="*/ 113 h 343"/>
                <a:gd name="T20" fmla="*/ 45 w 304"/>
                <a:gd name="T21" fmla="*/ 122 h 343"/>
                <a:gd name="T22" fmla="*/ 60 w 304"/>
                <a:gd name="T23" fmla="*/ 120 h 343"/>
                <a:gd name="T24" fmla="*/ 47 w 304"/>
                <a:gd name="T25" fmla="*/ 115 h 343"/>
                <a:gd name="T26" fmla="*/ 34 w 304"/>
                <a:gd name="T27" fmla="*/ 105 h 343"/>
                <a:gd name="T28" fmla="*/ 33 w 304"/>
                <a:gd name="T29" fmla="*/ 94 h 343"/>
                <a:gd name="T30" fmla="*/ 43 w 304"/>
                <a:gd name="T31" fmla="*/ 89 h 343"/>
                <a:gd name="T32" fmla="*/ 66 w 304"/>
                <a:gd name="T33" fmla="*/ 68 h 343"/>
                <a:gd name="T34" fmla="*/ 135 w 304"/>
                <a:gd name="T35" fmla="*/ 63 h 343"/>
                <a:gd name="T36" fmla="*/ 131 w 304"/>
                <a:gd name="T37" fmla="*/ 20 h 343"/>
                <a:gd name="T38" fmla="*/ 151 w 304"/>
                <a:gd name="T39" fmla="*/ 2 h 343"/>
                <a:gd name="T40" fmla="*/ 185 w 304"/>
                <a:gd name="T41" fmla="*/ 0 h 343"/>
                <a:gd name="T42" fmla="*/ 237 w 304"/>
                <a:gd name="T43" fmla="*/ 5 h 343"/>
                <a:gd name="T44" fmla="*/ 239 w 304"/>
                <a:gd name="T45" fmla="*/ 22 h 343"/>
                <a:gd name="T46" fmla="*/ 239 w 304"/>
                <a:gd name="T47" fmla="*/ 59 h 343"/>
                <a:gd name="T48" fmla="*/ 264 w 304"/>
                <a:gd name="T49" fmla="*/ 41 h 343"/>
                <a:gd name="T50" fmla="*/ 303 w 304"/>
                <a:gd name="T51" fmla="*/ 61 h 343"/>
                <a:gd name="T52" fmla="*/ 286 w 304"/>
                <a:gd name="T53" fmla="*/ 111 h 343"/>
                <a:gd name="T54" fmla="*/ 289 w 304"/>
                <a:gd name="T55" fmla="*/ 142 h 343"/>
                <a:gd name="T56" fmla="*/ 299 w 304"/>
                <a:gd name="T57" fmla="*/ 186 h 343"/>
                <a:gd name="T58" fmla="*/ 293 w 304"/>
                <a:gd name="T59" fmla="*/ 236 h 343"/>
                <a:gd name="T60" fmla="*/ 272 w 304"/>
                <a:gd name="T61" fmla="*/ 258 h 343"/>
                <a:gd name="T62" fmla="*/ 229 w 304"/>
                <a:gd name="T63" fmla="*/ 245 h 343"/>
                <a:gd name="T64" fmla="*/ 212 w 304"/>
                <a:gd name="T65" fmla="*/ 229 h 343"/>
                <a:gd name="T66" fmla="*/ 192 w 304"/>
                <a:gd name="T67" fmla="*/ 248 h 343"/>
                <a:gd name="T68" fmla="*/ 159 w 304"/>
                <a:gd name="T69" fmla="*/ 266 h 343"/>
                <a:gd name="T70" fmla="*/ 153 w 304"/>
                <a:gd name="T71" fmla="*/ 287 h 343"/>
                <a:gd name="T72" fmla="*/ 160 w 304"/>
                <a:gd name="T73" fmla="*/ 314 h 343"/>
                <a:gd name="T74" fmla="*/ 146 w 304"/>
                <a:gd name="T75" fmla="*/ 318 h 343"/>
                <a:gd name="T76" fmla="*/ 129 w 304"/>
                <a:gd name="T77" fmla="*/ 328 h 3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49" name="Freeform 71">
              <a:extLst>
                <a:ext uri="{FF2B5EF4-FFF2-40B4-BE49-F238E27FC236}">
                  <a16:creationId xmlns:a16="http://schemas.microsoft.com/office/drawing/2014/main" id="{F5EF3E2D-26B2-D9C3-B06A-DF889DE3DE66}"/>
                </a:ext>
              </a:extLst>
            </p:cNvPr>
            <p:cNvSpPr>
              <a:spLocks noChangeAspect="1"/>
            </p:cNvSpPr>
            <p:nvPr/>
          </p:nvSpPr>
          <p:spPr bwMode="gray">
            <a:xfrm>
              <a:off x="4441109" y="3609655"/>
              <a:ext cx="30375" cy="8494"/>
            </a:xfrm>
            <a:custGeom>
              <a:avLst/>
              <a:gdLst>
                <a:gd name="T0" fmla="*/ 4 w 168"/>
                <a:gd name="T1" fmla="*/ 44 h 45"/>
                <a:gd name="T2" fmla="*/ 8 w 168"/>
                <a:gd name="T3" fmla="*/ 38 h 45"/>
                <a:gd name="T4" fmla="*/ 47 w 168"/>
                <a:gd name="T5" fmla="*/ 34 h 45"/>
                <a:gd name="T6" fmla="*/ 55 w 168"/>
                <a:gd name="T7" fmla="*/ 34 h 45"/>
                <a:gd name="T8" fmla="*/ 56 w 168"/>
                <a:gd name="T9" fmla="*/ 34 h 45"/>
                <a:gd name="T10" fmla="*/ 59 w 168"/>
                <a:gd name="T11" fmla="*/ 27 h 45"/>
                <a:gd name="T12" fmla="*/ 64 w 168"/>
                <a:gd name="T13" fmla="*/ 26 h 45"/>
                <a:gd name="T14" fmla="*/ 67 w 168"/>
                <a:gd name="T15" fmla="*/ 27 h 45"/>
                <a:gd name="T16" fmla="*/ 80 w 168"/>
                <a:gd name="T17" fmla="*/ 26 h 45"/>
                <a:gd name="T18" fmla="*/ 88 w 168"/>
                <a:gd name="T19" fmla="*/ 22 h 45"/>
                <a:gd name="T20" fmla="*/ 92 w 168"/>
                <a:gd name="T21" fmla="*/ 17 h 45"/>
                <a:gd name="T22" fmla="*/ 94 w 168"/>
                <a:gd name="T23" fmla="*/ 16 h 45"/>
                <a:gd name="T24" fmla="*/ 101 w 168"/>
                <a:gd name="T25" fmla="*/ 17 h 45"/>
                <a:gd name="T26" fmla="*/ 104 w 168"/>
                <a:gd name="T27" fmla="*/ 21 h 45"/>
                <a:gd name="T28" fmla="*/ 112 w 168"/>
                <a:gd name="T29" fmla="*/ 23 h 45"/>
                <a:gd name="T30" fmla="*/ 120 w 168"/>
                <a:gd name="T31" fmla="*/ 28 h 45"/>
                <a:gd name="T32" fmla="*/ 128 w 168"/>
                <a:gd name="T33" fmla="*/ 29 h 45"/>
                <a:gd name="T34" fmla="*/ 136 w 168"/>
                <a:gd name="T35" fmla="*/ 33 h 45"/>
                <a:gd name="T36" fmla="*/ 144 w 168"/>
                <a:gd name="T37" fmla="*/ 33 h 45"/>
                <a:gd name="T38" fmla="*/ 146 w 168"/>
                <a:gd name="T39" fmla="*/ 34 h 45"/>
                <a:gd name="T40" fmla="*/ 152 w 168"/>
                <a:gd name="T41" fmla="*/ 31 h 45"/>
                <a:gd name="T42" fmla="*/ 164 w 168"/>
                <a:gd name="T43" fmla="*/ 28 h 45"/>
                <a:gd name="T44" fmla="*/ 168 w 168"/>
                <a:gd name="T45" fmla="*/ 24 h 45"/>
                <a:gd name="T46" fmla="*/ 168 w 168"/>
                <a:gd name="T47" fmla="*/ 21 h 45"/>
                <a:gd name="T48" fmla="*/ 168 w 168"/>
                <a:gd name="T49" fmla="*/ 16 h 45"/>
                <a:gd name="T50" fmla="*/ 167 w 168"/>
                <a:gd name="T51" fmla="*/ 16 h 45"/>
                <a:gd name="T52" fmla="*/ 164 w 168"/>
                <a:gd name="T53" fmla="*/ 16 h 45"/>
                <a:gd name="T54" fmla="*/ 161 w 168"/>
                <a:gd name="T55" fmla="*/ 15 h 45"/>
                <a:gd name="T56" fmla="*/ 156 w 168"/>
                <a:gd name="T57" fmla="*/ 15 h 45"/>
                <a:gd name="T58" fmla="*/ 152 w 168"/>
                <a:gd name="T59" fmla="*/ 16 h 45"/>
                <a:gd name="T60" fmla="*/ 141 w 168"/>
                <a:gd name="T61" fmla="*/ 21 h 45"/>
                <a:gd name="T62" fmla="*/ 136 w 168"/>
                <a:gd name="T63" fmla="*/ 20 h 45"/>
                <a:gd name="T64" fmla="*/ 130 w 168"/>
                <a:gd name="T65" fmla="*/ 17 h 45"/>
                <a:gd name="T66" fmla="*/ 126 w 168"/>
                <a:gd name="T67" fmla="*/ 11 h 45"/>
                <a:gd name="T68" fmla="*/ 125 w 168"/>
                <a:gd name="T69" fmla="*/ 10 h 45"/>
                <a:gd name="T70" fmla="*/ 113 w 168"/>
                <a:gd name="T71" fmla="*/ 10 h 45"/>
                <a:gd name="T72" fmla="*/ 107 w 168"/>
                <a:gd name="T73" fmla="*/ 2 h 45"/>
                <a:gd name="T74" fmla="*/ 101 w 168"/>
                <a:gd name="T75" fmla="*/ 1 h 45"/>
                <a:gd name="T76" fmla="*/ 98 w 168"/>
                <a:gd name="T77" fmla="*/ 0 h 45"/>
                <a:gd name="T78" fmla="*/ 92 w 168"/>
                <a:gd name="T79" fmla="*/ 1 h 45"/>
                <a:gd name="T80" fmla="*/ 87 w 168"/>
                <a:gd name="T81" fmla="*/ 4 h 45"/>
                <a:gd name="T82" fmla="*/ 81 w 168"/>
                <a:gd name="T83" fmla="*/ 2 h 45"/>
                <a:gd name="T84" fmla="*/ 76 w 168"/>
                <a:gd name="T85" fmla="*/ 7 h 45"/>
                <a:gd name="T86" fmla="*/ 72 w 168"/>
                <a:gd name="T87" fmla="*/ 13 h 45"/>
                <a:gd name="T88" fmla="*/ 16 w 168"/>
                <a:gd name="T89" fmla="*/ 13 h 45"/>
                <a:gd name="T90" fmla="*/ 15 w 168"/>
                <a:gd name="T91" fmla="*/ 13 h 45"/>
                <a:gd name="T92" fmla="*/ 13 w 168"/>
                <a:gd name="T93" fmla="*/ 17 h 45"/>
                <a:gd name="T94" fmla="*/ 15 w 168"/>
                <a:gd name="T95" fmla="*/ 21 h 45"/>
                <a:gd name="T96" fmla="*/ 8 w 168"/>
                <a:gd name="T97" fmla="*/ 20 h 45"/>
                <a:gd name="T98" fmla="*/ 6 w 168"/>
                <a:gd name="T99" fmla="*/ 21 h 45"/>
                <a:gd name="T100" fmla="*/ 4 w 168"/>
                <a:gd name="T101" fmla="*/ 26 h 45"/>
                <a:gd name="T102" fmla="*/ 1 w 168"/>
                <a:gd name="T103" fmla="*/ 28 h 45"/>
                <a:gd name="T104" fmla="*/ 0 w 168"/>
                <a:gd name="T105" fmla="*/ 34 h 45"/>
                <a:gd name="T106" fmla="*/ 1 w 168"/>
                <a:gd name="T107" fmla="*/ 44 h 45"/>
                <a:gd name="T108" fmla="*/ 2 w 168"/>
                <a:gd name="T109" fmla="*/ 45 h 45"/>
                <a:gd name="T110" fmla="*/ 4 w 168"/>
                <a:gd name="T111" fmla="*/ 44 h 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0" name="Freeform 72">
              <a:extLst>
                <a:ext uri="{FF2B5EF4-FFF2-40B4-BE49-F238E27FC236}">
                  <a16:creationId xmlns:a16="http://schemas.microsoft.com/office/drawing/2014/main" id="{3899A3A0-2032-2CDE-E63C-8D82DA009C94}"/>
                </a:ext>
              </a:extLst>
            </p:cNvPr>
            <p:cNvSpPr>
              <a:spLocks noChangeAspect="1"/>
            </p:cNvSpPr>
            <p:nvPr/>
          </p:nvSpPr>
          <p:spPr bwMode="gray">
            <a:xfrm>
              <a:off x="4441770" y="3622396"/>
              <a:ext cx="31696" cy="17696"/>
            </a:xfrm>
            <a:custGeom>
              <a:avLst/>
              <a:gdLst>
                <a:gd name="T0" fmla="*/ 169 w 173"/>
                <a:gd name="T1" fmla="*/ 0 h 99"/>
                <a:gd name="T2" fmla="*/ 169 w 173"/>
                <a:gd name="T3" fmla="*/ 7 h 99"/>
                <a:gd name="T4" fmla="*/ 173 w 173"/>
                <a:gd name="T5" fmla="*/ 14 h 99"/>
                <a:gd name="T6" fmla="*/ 173 w 173"/>
                <a:gd name="T7" fmla="*/ 18 h 99"/>
                <a:gd name="T8" fmla="*/ 170 w 173"/>
                <a:gd name="T9" fmla="*/ 24 h 99"/>
                <a:gd name="T10" fmla="*/ 168 w 173"/>
                <a:gd name="T11" fmla="*/ 25 h 99"/>
                <a:gd name="T12" fmla="*/ 162 w 173"/>
                <a:gd name="T13" fmla="*/ 25 h 99"/>
                <a:gd name="T14" fmla="*/ 160 w 173"/>
                <a:gd name="T15" fmla="*/ 27 h 99"/>
                <a:gd name="T16" fmla="*/ 158 w 173"/>
                <a:gd name="T17" fmla="*/ 30 h 99"/>
                <a:gd name="T18" fmla="*/ 164 w 173"/>
                <a:gd name="T19" fmla="*/ 34 h 99"/>
                <a:gd name="T20" fmla="*/ 167 w 173"/>
                <a:gd name="T21" fmla="*/ 39 h 99"/>
                <a:gd name="T22" fmla="*/ 168 w 173"/>
                <a:gd name="T23" fmla="*/ 57 h 99"/>
                <a:gd name="T24" fmla="*/ 162 w 173"/>
                <a:gd name="T25" fmla="*/ 57 h 99"/>
                <a:gd name="T26" fmla="*/ 158 w 173"/>
                <a:gd name="T27" fmla="*/ 60 h 99"/>
                <a:gd name="T28" fmla="*/ 138 w 173"/>
                <a:gd name="T29" fmla="*/ 60 h 99"/>
                <a:gd name="T30" fmla="*/ 121 w 173"/>
                <a:gd name="T31" fmla="*/ 67 h 99"/>
                <a:gd name="T32" fmla="*/ 114 w 173"/>
                <a:gd name="T33" fmla="*/ 73 h 99"/>
                <a:gd name="T34" fmla="*/ 110 w 173"/>
                <a:gd name="T35" fmla="*/ 81 h 99"/>
                <a:gd name="T36" fmla="*/ 106 w 173"/>
                <a:gd name="T37" fmla="*/ 89 h 99"/>
                <a:gd name="T38" fmla="*/ 104 w 173"/>
                <a:gd name="T39" fmla="*/ 93 h 99"/>
                <a:gd name="T40" fmla="*/ 99 w 173"/>
                <a:gd name="T41" fmla="*/ 97 h 99"/>
                <a:gd name="T42" fmla="*/ 93 w 173"/>
                <a:gd name="T43" fmla="*/ 99 h 99"/>
                <a:gd name="T44" fmla="*/ 93 w 173"/>
                <a:gd name="T45" fmla="*/ 95 h 99"/>
                <a:gd name="T46" fmla="*/ 94 w 173"/>
                <a:gd name="T47" fmla="*/ 93 h 99"/>
                <a:gd name="T48" fmla="*/ 86 w 173"/>
                <a:gd name="T49" fmla="*/ 94 h 99"/>
                <a:gd name="T50" fmla="*/ 81 w 173"/>
                <a:gd name="T51" fmla="*/ 93 h 99"/>
                <a:gd name="T52" fmla="*/ 76 w 173"/>
                <a:gd name="T53" fmla="*/ 87 h 99"/>
                <a:gd name="T54" fmla="*/ 74 w 173"/>
                <a:gd name="T55" fmla="*/ 79 h 99"/>
                <a:gd name="T56" fmla="*/ 77 w 173"/>
                <a:gd name="T57" fmla="*/ 70 h 99"/>
                <a:gd name="T58" fmla="*/ 72 w 173"/>
                <a:gd name="T59" fmla="*/ 58 h 99"/>
                <a:gd name="T60" fmla="*/ 79 w 173"/>
                <a:gd name="T61" fmla="*/ 54 h 99"/>
                <a:gd name="T62" fmla="*/ 84 w 173"/>
                <a:gd name="T63" fmla="*/ 51 h 99"/>
                <a:gd name="T64" fmla="*/ 103 w 173"/>
                <a:gd name="T65" fmla="*/ 50 h 99"/>
                <a:gd name="T66" fmla="*/ 104 w 173"/>
                <a:gd name="T67" fmla="*/ 45 h 99"/>
                <a:gd name="T68" fmla="*/ 81 w 173"/>
                <a:gd name="T69" fmla="*/ 47 h 99"/>
                <a:gd name="T70" fmla="*/ 72 w 173"/>
                <a:gd name="T71" fmla="*/ 50 h 99"/>
                <a:gd name="T72" fmla="*/ 59 w 173"/>
                <a:gd name="T73" fmla="*/ 57 h 99"/>
                <a:gd name="T74" fmla="*/ 51 w 173"/>
                <a:gd name="T75" fmla="*/ 58 h 99"/>
                <a:gd name="T76" fmla="*/ 47 w 173"/>
                <a:gd name="T77" fmla="*/ 57 h 99"/>
                <a:gd name="T78" fmla="*/ 46 w 173"/>
                <a:gd name="T79" fmla="*/ 49 h 99"/>
                <a:gd name="T80" fmla="*/ 40 w 173"/>
                <a:gd name="T81" fmla="*/ 50 h 99"/>
                <a:gd name="T82" fmla="*/ 30 w 173"/>
                <a:gd name="T83" fmla="*/ 47 h 99"/>
                <a:gd name="T84" fmla="*/ 27 w 173"/>
                <a:gd name="T85" fmla="*/ 43 h 99"/>
                <a:gd name="T86" fmla="*/ 25 w 173"/>
                <a:gd name="T87" fmla="*/ 34 h 99"/>
                <a:gd name="T88" fmla="*/ 4 w 173"/>
                <a:gd name="T89" fmla="*/ 28 h 99"/>
                <a:gd name="T90" fmla="*/ 0 w 173"/>
                <a:gd name="T91" fmla="*/ 20 h 99"/>
                <a:gd name="T92" fmla="*/ 2 w 173"/>
                <a:gd name="T93" fmla="*/ 17 h 99"/>
                <a:gd name="T94" fmla="*/ 3 w 173"/>
                <a:gd name="T95" fmla="*/ 19 h 99"/>
                <a:gd name="T96" fmla="*/ 7 w 173"/>
                <a:gd name="T97" fmla="*/ 20 h 99"/>
                <a:gd name="T98" fmla="*/ 14 w 173"/>
                <a:gd name="T99" fmla="*/ 20 h 99"/>
                <a:gd name="T100" fmla="*/ 25 w 173"/>
                <a:gd name="T101" fmla="*/ 15 h 99"/>
                <a:gd name="T102" fmla="*/ 29 w 173"/>
                <a:gd name="T103" fmla="*/ 13 h 99"/>
                <a:gd name="T104" fmla="*/ 59 w 173"/>
                <a:gd name="T105" fmla="*/ 14 h 99"/>
                <a:gd name="T106" fmla="*/ 68 w 173"/>
                <a:gd name="T107" fmla="*/ 12 h 99"/>
                <a:gd name="T108" fmla="*/ 79 w 173"/>
                <a:gd name="T109" fmla="*/ 7 h 99"/>
                <a:gd name="T110" fmla="*/ 92 w 173"/>
                <a:gd name="T111" fmla="*/ 1 h 99"/>
                <a:gd name="T112" fmla="*/ 116 w 173"/>
                <a:gd name="T113" fmla="*/ 1 h 99"/>
                <a:gd name="T114" fmla="*/ 119 w 173"/>
                <a:gd name="T115" fmla="*/ 0 h 99"/>
                <a:gd name="T116" fmla="*/ 169 w 173"/>
                <a:gd name="T117" fmla="*/ 0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1" name="Freeform 73">
              <a:extLst>
                <a:ext uri="{FF2B5EF4-FFF2-40B4-BE49-F238E27FC236}">
                  <a16:creationId xmlns:a16="http://schemas.microsoft.com/office/drawing/2014/main" id="{AA63E27C-1558-D989-8CC4-4030FCFB618E}"/>
                </a:ext>
              </a:extLst>
            </p:cNvPr>
            <p:cNvSpPr>
              <a:spLocks noChangeAspect="1"/>
            </p:cNvSpPr>
            <p:nvPr/>
          </p:nvSpPr>
          <p:spPr bwMode="gray">
            <a:xfrm>
              <a:off x="4493936" y="3666281"/>
              <a:ext cx="40280" cy="43885"/>
            </a:xfrm>
            <a:custGeom>
              <a:avLst/>
              <a:gdLst>
                <a:gd name="T0" fmla="*/ 4 w 227"/>
                <a:gd name="T1" fmla="*/ 86 h 228"/>
                <a:gd name="T2" fmla="*/ 10 w 227"/>
                <a:gd name="T3" fmla="*/ 77 h 228"/>
                <a:gd name="T4" fmla="*/ 13 w 227"/>
                <a:gd name="T5" fmla="*/ 71 h 228"/>
                <a:gd name="T6" fmla="*/ 19 w 227"/>
                <a:gd name="T7" fmla="*/ 68 h 228"/>
                <a:gd name="T8" fmla="*/ 31 w 227"/>
                <a:gd name="T9" fmla="*/ 57 h 228"/>
                <a:gd name="T10" fmla="*/ 41 w 227"/>
                <a:gd name="T11" fmla="*/ 49 h 228"/>
                <a:gd name="T12" fmla="*/ 47 w 227"/>
                <a:gd name="T13" fmla="*/ 44 h 228"/>
                <a:gd name="T14" fmla="*/ 51 w 227"/>
                <a:gd name="T15" fmla="*/ 27 h 228"/>
                <a:gd name="T16" fmla="*/ 58 w 227"/>
                <a:gd name="T17" fmla="*/ 19 h 228"/>
                <a:gd name="T18" fmla="*/ 68 w 227"/>
                <a:gd name="T19" fmla="*/ 17 h 228"/>
                <a:gd name="T20" fmla="*/ 65 w 227"/>
                <a:gd name="T21" fmla="*/ 8 h 228"/>
                <a:gd name="T22" fmla="*/ 71 w 227"/>
                <a:gd name="T23" fmla="*/ 2 h 228"/>
                <a:gd name="T24" fmla="*/ 79 w 227"/>
                <a:gd name="T25" fmla="*/ 1 h 228"/>
                <a:gd name="T26" fmla="*/ 86 w 227"/>
                <a:gd name="T27" fmla="*/ 6 h 228"/>
                <a:gd name="T28" fmla="*/ 97 w 227"/>
                <a:gd name="T29" fmla="*/ 1 h 228"/>
                <a:gd name="T30" fmla="*/ 100 w 227"/>
                <a:gd name="T31" fmla="*/ 3 h 228"/>
                <a:gd name="T32" fmla="*/ 110 w 227"/>
                <a:gd name="T33" fmla="*/ 12 h 228"/>
                <a:gd name="T34" fmla="*/ 114 w 227"/>
                <a:gd name="T35" fmla="*/ 25 h 228"/>
                <a:gd name="T36" fmla="*/ 118 w 227"/>
                <a:gd name="T37" fmla="*/ 41 h 228"/>
                <a:gd name="T38" fmla="*/ 114 w 227"/>
                <a:gd name="T39" fmla="*/ 60 h 228"/>
                <a:gd name="T40" fmla="*/ 110 w 227"/>
                <a:gd name="T41" fmla="*/ 65 h 228"/>
                <a:gd name="T42" fmla="*/ 116 w 227"/>
                <a:gd name="T43" fmla="*/ 66 h 228"/>
                <a:gd name="T44" fmla="*/ 122 w 227"/>
                <a:gd name="T45" fmla="*/ 64 h 228"/>
                <a:gd name="T46" fmla="*/ 132 w 227"/>
                <a:gd name="T47" fmla="*/ 75 h 228"/>
                <a:gd name="T48" fmla="*/ 139 w 227"/>
                <a:gd name="T49" fmla="*/ 71 h 228"/>
                <a:gd name="T50" fmla="*/ 148 w 227"/>
                <a:gd name="T51" fmla="*/ 66 h 228"/>
                <a:gd name="T52" fmla="*/ 153 w 227"/>
                <a:gd name="T53" fmla="*/ 51 h 228"/>
                <a:gd name="T54" fmla="*/ 162 w 227"/>
                <a:gd name="T55" fmla="*/ 50 h 228"/>
                <a:gd name="T56" fmla="*/ 167 w 227"/>
                <a:gd name="T57" fmla="*/ 61 h 228"/>
                <a:gd name="T58" fmla="*/ 171 w 227"/>
                <a:gd name="T59" fmla="*/ 71 h 228"/>
                <a:gd name="T60" fmla="*/ 173 w 227"/>
                <a:gd name="T61" fmla="*/ 76 h 228"/>
                <a:gd name="T62" fmla="*/ 175 w 227"/>
                <a:gd name="T63" fmla="*/ 95 h 228"/>
                <a:gd name="T64" fmla="*/ 165 w 227"/>
                <a:gd name="T65" fmla="*/ 105 h 228"/>
                <a:gd name="T66" fmla="*/ 161 w 227"/>
                <a:gd name="T67" fmla="*/ 113 h 228"/>
                <a:gd name="T68" fmla="*/ 165 w 227"/>
                <a:gd name="T69" fmla="*/ 115 h 228"/>
                <a:gd name="T70" fmla="*/ 170 w 227"/>
                <a:gd name="T71" fmla="*/ 116 h 228"/>
                <a:gd name="T72" fmla="*/ 176 w 227"/>
                <a:gd name="T73" fmla="*/ 118 h 228"/>
                <a:gd name="T74" fmla="*/ 193 w 227"/>
                <a:gd name="T75" fmla="*/ 123 h 228"/>
                <a:gd name="T76" fmla="*/ 199 w 227"/>
                <a:gd name="T77" fmla="*/ 130 h 228"/>
                <a:gd name="T78" fmla="*/ 202 w 227"/>
                <a:gd name="T79" fmla="*/ 135 h 228"/>
                <a:gd name="T80" fmla="*/ 207 w 227"/>
                <a:gd name="T81" fmla="*/ 143 h 228"/>
                <a:gd name="T82" fmla="*/ 218 w 227"/>
                <a:gd name="T83" fmla="*/ 150 h 228"/>
                <a:gd name="T84" fmla="*/ 224 w 227"/>
                <a:gd name="T85" fmla="*/ 153 h 228"/>
                <a:gd name="T86" fmla="*/ 227 w 227"/>
                <a:gd name="T87" fmla="*/ 164 h 228"/>
                <a:gd name="T88" fmla="*/ 227 w 227"/>
                <a:gd name="T89" fmla="*/ 177 h 228"/>
                <a:gd name="T90" fmla="*/ 223 w 227"/>
                <a:gd name="T91" fmla="*/ 178 h 228"/>
                <a:gd name="T92" fmla="*/ 221 w 227"/>
                <a:gd name="T93" fmla="*/ 189 h 228"/>
                <a:gd name="T94" fmla="*/ 218 w 227"/>
                <a:gd name="T95" fmla="*/ 191 h 228"/>
                <a:gd name="T96" fmla="*/ 216 w 227"/>
                <a:gd name="T97" fmla="*/ 201 h 228"/>
                <a:gd name="T98" fmla="*/ 196 w 227"/>
                <a:gd name="T99" fmla="*/ 224 h 228"/>
                <a:gd name="T100" fmla="*/ 186 w 227"/>
                <a:gd name="T101" fmla="*/ 217 h 228"/>
                <a:gd name="T102" fmla="*/ 169 w 227"/>
                <a:gd name="T103" fmla="*/ 215 h 228"/>
                <a:gd name="T104" fmla="*/ 154 w 227"/>
                <a:gd name="T105" fmla="*/ 206 h 228"/>
                <a:gd name="T106" fmla="*/ 133 w 227"/>
                <a:gd name="T107" fmla="*/ 193 h 228"/>
                <a:gd name="T108" fmla="*/ 105 w 227"/>
                <a:gd name="T109" fmla="*/ 169 h 228"/>
                <a:gd name="T110" fmla="*/ 64 w 227"/>
                <a:gd name="T111" fmla="*/ 135 h 228"/>
                <a:gd name="T112" fmla="*/ 49 w 227"/>
                <a:gd name="T113" fmla="*/ 129 h 228"/>
                <a:gd name="T114" fmla="*/ 28 w 227"/>
                <a:gd name="T115" fmla="*/ 109 h 228"/>
                <a:gd name="T116" fmla="*/ 16 w 227"/>
                <a:gd name="T117" fmla="*/ 103 h 228"/>
                <a:gd name="T118" fmla="*/ 15 w 227"/>
                <a:gd name="T119" fmla="*/ 95 h 228"/>
                <a:gd name="T120" fmla="*/ 3 w 227"/>
                <a:gd name="T121" fmla="*/ 88 h 228"/>
                <a:gd name="T122" fmla="*/ 3 w 227"/>
                <a:gd name="T123" fmla="*/ 87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2" name="Freeform 74">
              <a:extLst>
                <a:ext uri="{FF2B5EF4-FFF2-40B4-BE49-F238E27FC236}">
                  <a16:creationId xmlns:a16="http://schemas.microsoft.com/office/drawing/2014/main" id="{F89D9FF9-3248-5F0C-F32A-C780A0940973}"/>
                </a:ext>
              </a:extLst>
            </p:cNvPr>
            <p:cNvSpPr>
              <a:spLocks noChangeAspect="1"/>
            </p:cNvSpPr>
            <p:nvPr/>
          </p:nvSpPr>
          <p:spPr bwMode="gray">
            <a:xfrm>
              <a:off x="4632605" y="3609655"/>
              <a:ext cx="116218" cy="102634"/>
            </a:xfrm>
            <a:custGeom>
              <a:avLst/>
              <a:gdLst>
                <a:gd name="T0" fmla="*/ 48 w 642"/>
                <a:gd name="T1" fmla="*/ 85 h 532"/>
                <a:gd name="T2" fmla="*/ 55 w 642"/>
                <a:gd name="T3" fmla="*/ 67 h 532"/>
                <a:gd name="T4" fmla="*/ 75 w 642"/>
                <a:gd name="T5" fmla="*/ 43 h 532"/>
                <a:gd name="T6" fmla="*/ 96 w 642"/>
                <a:gd name="T7" fmla="*/ 9 h 532"/>
                <a:gd name="T8" fmla="*/ 139 w 642"/>
                <a:gd name="T9" fmla="*/ 3 h 532"/>
                <a:gd name="T10" fmla="*/ 199 w 642"/>
                <a:gd name="T11" fmla="*/ 20 h 532"/>
                <a:gd name="T12" fmla="*/ 233 w 642"/>
                <a:gd name="T13" fmla="*/ 48 h 532"/>
                <a:gd name="T14" fmla="*/ 264 w 642"/>
                <a:gd name="T15" fmla="*/ 30 h 532"/>
                <a:gd name="T16" fmla="*/ 303 w 642"/>
                <a:gd name="T17" fmla="*/ 37 h 532"/>
                <a:gd name="T18" fmla="*/ 362 w 642"/>
                <a:gd name="T19" fmla="*/ 58 h 532"/>
                <a:gd name="T20" fmla="*/ 406 w 642"/>
                <a:gd name="T21" fmla="*/ 32 h 532"/>
                <a:gd name="T22" fmla="*/ 459 w 642"/>
                <a:gd name="T23" fmla="*/ 30 h 532"/>
                <a:gd name="T24" fmla="*/ 496 w 642"/>
                <a:gd name="T25" fmla="*/ 26 h 532"/>
                <a:gd name="T26" fmla="*/ 517 w 642"/>
                <a:gd name="T27" fmla="*/ 36 h 532"/>
                <a:gd name="T28" fmla="*/ 544 w 642"/>
                <a:gd name="T29" fmla="*/ 22 h 532"/>
                <a:gd name="T30" fmla="*/ 558 w 642"/>
                <a:gd name="T31" fmla="*/ 15 h 532"/>
                <a:gd name="T32" fmla="*/ 571 w 642"/>
                <a:gd name="T33" fmla="*/ 3 h 532"/>
                <a:gd name="T34" fmla="*/ 581 w 642"/>
                <a:gd name="T35" fmla="*/ 20 h 532"/>
                <a:gd name="T36" fmla="*/ 604 w 642"/>
                <a:gd name="T37" fmla="*/ 43 h 532"/>
                <a:gd name="T38" fmla="*/ 624 w 642"/>
                <a:gd name="T39" fmla="*/ 76 h 532"/>
                <a:gd name="T40" fmla="*/ 639 w 642"/>
                <a:gd name="T41" fmla="*/ 84 h 532"/>
                <a:gd name="T42" fmla="*/ 642 w 642"/>
                <a:gd name="T43" fmla="*/ 119 h 532"/>
                <a:gd name="T44" fmla="*/ 604 w 642"/>
                <a:gd name="T45" fmla="*/ 142 h 532"/>
                <a:gd name="T46" fmla="*/ 587 w 642"/>
                <a:gd name="T47" fmla="*/ 159 h 532"/>
                <a:gd name="T48" fmla="*/ 567 w 642"/>
                <a:gd name="T49" fmla="*/ 207 h 532"/>
                <a:gd name="T50" fmla="*/ 554 w 642"/>
                <a:gd name="T51" fmla="*/ 257 h 532"/>
                <a:gd name="T52" fmla="*/ 549 w 642"/>
                <a:gd name="T53" fmla="*/ 280 h 532"/>
                <a:gd name="T54" fmla="*/ 517 w 642"/>
                <a:gd name="T55" fmla="*/ 315 h 532"/>
                <a:gd name="T56" fmla="*/ 501 w 642"/>
                <a:gd name="T57" fmla="*/ 360 h 532"/>
                <a:gd name="T58" fmla="*/ 478 w 642"/>
                <a:gd name="T59" fmla="*/ 406 h 532"/>
                <a:gd name="T60" fmla="*/ 447 w 642"/>
                <a:gd name="T61" fmla="*/ 401 h 532"/>
                <a:gd name="T62" fmla="*/ 440 w 642"/>
                <a:gd name="T63" fmla="*/ 392 h 532"/>
                <a:gd name="T64" fmla="*/ 392 w 642"/>
                <a:gd name="T65" fmla="*/ 386 h 532"/>
                <a:gd name="T66" fmla="*/ 371 w 642"/>
                <a:gd name="T67" fmla="*/ 403 h 532"/>
                <a:gd name="T68" fmla="*/ 344 w 642"/>
                <a:gd name="T69" fmla="*/ 427 h 532"/>
                <a:gd name="T70" fmla="*/ 330 w 642"/>
                <a:gd name="T71" fmla="*/ 472 h 532"/>
                <a:gd name="T72" fmla="*/ 313 w 642"/>
                <a:gd name="T73" fmla="*/ 497 h 532"/>
                <a:gd name="T74" fmla="*/ 304 w 642"/>
                <a:gd name="T75" fmla="*/ 497 h 532"/>
                <a:gd name="T76" fmla="*/ 276 w 642"/>
                <a:gd name="T77" fmla="*/ 516 h 532"/>
                <a:gd name="T78" fmla="*/ 237 w 642"/>
                <a:gd name="T79" fmla="*/ 515 h 532"/>
                <a:gd name="T80" fmla="*/ 227 w 642"/>
                <a:gd name="T81" fmla="*/ 524 h 532"/>
                <a:gd name="T82" fmla="*/ 216 w 642"/>
                <a:gd name="T83" fmla="*/ 522 h 532"/>
                <a:gd name="T84" fmla="*/ 193 w 642"/>
                <a:gd name="T85" fmla="*/ 532 h 532"/>
                <a:gd name="T86" fmla="*/ 180 w 642"/>
                <a:gd name="T87" fmla="*/ 524 h 532"/>
                <a:gd name="T88" fmla="*/ 151 w 642"/>
                <a:gd name="T89" fmla="*/ 500 h 532"/>
                <a:gd name="T90" fmla="*/ 151 w 642"/>
                <a:gd name="T91" fmla="*/ 467 h 532"/>
                <a:gd name="T92" fmla="*/ 136 w 642"/>
                <a:gd name="T93" fmla="*/ 454 h 532"/>
                <a:gd name="T94" fmla="*/ 126 w 642"/>
                <a:gd name="T95" fmla="*/ 444 h 532"/>
                <a:gd name="T96" fmla="*/ 96 w 642"/>
                <a:gd name="T97" fmla="*/ 417 h 532"/>
                <a:gd name="T98" fmla="*/ 5 w 642"/>
                <a:gd name="T99" fmla="*/ 417 h 532"/>
                <a:gd name="T100" fmla="*/ 1 w 642"/>
                <a:gd name="T101" fmla="*/ 366 h 532"/>
                <a:gd name="T102" fmla="*/ 6 w 642"/>
                <a:gd name="T103" fmla="*/ 295 h 532"/>
                <a:gd name="T104" fmla="*/ 23 w 642"/>
                <a:gd name="T105" fmla="*/ 248 h 532"/>
                <a:gd name="T106" fmla="*/ 49 w 642"/>
                <a:gd name="T107" fmla="*/ 218 h 532"/>
                <a:gd name="T108" fmla="*/ 53 w 642"/>
                <a:gd name="T109" fmla="*/ 208 h 532"/>
                <a:gd name="T110" fmla="*/ 48 w 642"/>
                <a:gd name="T111" fmla="*/ 197 h 532"/>
                <a:gd name="T112" fmla="*/ 58 w 642"/>
                <a:gd name="T113" fmla="*/ 189 h 532"/>
                <a:gd name="T114" fmla="*/ 55 w 642"/>
                <a:gd name="T115" fmla="*/ 154 h 532"/>
                <a:gd name="T116" fmla="*/ 43 w 642"/>
                <a:gd name="T117" fmla="*/ 134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3" name="Freeform 75">
              <a:extLst>
                <a:ext uri="{FF2B5EF4-FFF2-40B4-BE49-F238E27FC236}">
                  <a16:creationId xmlns:a16="http://schemas.microsoft.com/office/drawing/2014/main" id="{7394267E-B476-CC16-788E-A240BFD72006}"/>
                </a:ext>
              </a:extLst>
            </p:cNvPr>
            <p:cNvSpPr>
              <a:spLocks noChangeAspect="1"/>
            </p:cNvSpPr>
            <p:nvPr/>
          </p:nvSpPr>
          <p:spPr bwMode="gray">
            <a:xfrm>
              <a:off x="4715147" y="3717244"/>
              <a:ext cx="75278" cy="92017"/>
            </a:xfrm>
            <a:custGeom>
              <a:avLst/>
              <a:gdLst>
                <a:gd name="T0" fmla="*/ 408 w 417"/>
                <a:gd name="T1" fmla="*/ 5 h 479"/>
                <a:gd name="T2" fmla="*/ 377 w 417"/>
                <a:gd name="T3" fmla="*/ 16 h 479"/>
                <a:gd name="T4" fmla="*/ 343 w 417"/>
                <a:gd name="T5" fmla="*/ 0 h 479"/>
                <a:gd name="T6" fmla="*/ 300 w 417"/>
                <a:gd name="T7" fmla="*/ 17 h 479"/>
                <a:gd name="T8" fmla="*/ 274 w 417"/>
                <a:gd name="T9" fmla="*/ 47 h 479"/>
                <a:gd name="T10" fmla="*/ 274 w 417"/>
                <a:gd name="T11" fmla="*/ 101 h 479"/>
                <a:gd name="T12" fmla="*/ 267 w 417"/>
                <a:gd name="T13" fmla="*/ 114 h 479"/>
                <a:gd name="T14" fmla="*/ 234 w 417"/>
                <a:gd name="T15" fmla="*/ 96 h 479"/>
                <a:gd name="T16" fmla="*/ 205 w 417"/>
                <a:gd name="T17" fmla="*/ 90 h 479"/>
                <a:gd name="T18" fmla="*/ 118 w 417"/>
                <a:gd name="T19" fmla="*/ 84 h 479"/>
                <a:gd name="T20" fmla="*/ 111 w 417"/>
                <a:gd name="T21" fmla="*/ 117 h 479"/>
                <a:gd name="T22" fmla="*/ 121 w 417"/>
                <a:gd name="T23" fmla="*/ 140 h 479"/>
                <a:gd name="T24" fmla="*/ 166 w 417"/>
                <a:gd name="T25" fmla="*/ 124 h 479"/>
                <a:gd name="T26" fmla="*/ 177 w 417"/>
                <a:gd name="T27" fmla="*/ 157 h 479"/>
                <a:gd name="T28" fmla="*/ 158 w 417"/>
                <a:gd name="T29" fmla="*/ 204 h 479"/>
                <a:gd name="T30" fmla="*/ 173 w 417"/>
                <a:gd name="T31" fmla="*/ 246 h 479"/>
                <a:gd name="T32" fmla="*/ 169 w 417"/>
                <a:gd name="T33" fmla="*/ 275 h 479"/>
                <a:gd name="T34" fmla="*/ 161 w 417"/>
                <a:gd name="T35" fmla="*/ 329 h 479"/>
                <a:gd name="T36" fmla="*/ 127 w 417"/>
                <a:gd name="T37" fmla="*/ 318 h 479"/>
                <a:gd name="T38" fmla="*/ 92 w 417"/>
                <a:gd name="T39" fmla="*/ 310 h 479"/>
                <a:gd name="T40" fmla="*/ 74 w 417"/>
                <a:gd name="T41" fmla="*/ 313 h 479"/>
                <a:gd name="T42" fmla="*/ 42 w 417"/>
                <a:gd name="T43" fmla="*/ 333 h 479"/>
                <a:gd name="T44" fmla="*/ 27 w 417"/>
                <a:gd name="T45" fmla="*/ 350 h 479"/>
                <a:gd name="T46" fmla="*/ 31 w 417"/>
                <a:gd name="T47" fmla="*/ 375 h 479"/>
                <a:gd name="T48" fmla="*/ 31 w 417"/>
                <a:gd name="T49" fmla="*/ 394 h 479"/>
                <a:gd name="T50" fmla="*/ 8 w 417"/>
                <a:gd name="T51" fmla="*/ 397 h 479"/>
                <a:gd name="T52" fmla="*/ 0 w 417"/>
                <a:gd name="T53" fmla="*/ 419 h 479"/>
                <a:gd name="T54" fmla="*/ 19 w 417"/>
                <a:gd name="T55" fmla="*/ 434 h 479"/>
                <a:gd name="T56" fmla="*/ 40 w 417"/>
                <a:gd name="T57" fmla="*/ 456 h 479"/>
                <a:gd name="T58" fmla="*/ 63 w 417"/>
                <a:gd name="T59" fmla="*/ 469 h 479"/>
                <a:gd name="T60" fmla="*/ 80 w 417"/>
                <a:gd name="T61" fmla="*/ 449 h 479"/>
                <a:gd name="T62" fmla="*/ 100 w 417"/>
                <a:gd name="T63" fmla="*/ 447 h 479"/>
                <a:gd name="T64" fmla="*/ 121 w 417"/>
                <a:gd name="T65" fmla="*/ 468 h 479"/>
                <a:gd name="T66" fmla="*/ 140 w 417"/>
                <a:gd name="T67" fmla="*/ 452 h 479"/>
                <a:gd name="T68" fmla="*/ 161 w 417"/>
                <a:gd name="T69" fmla="*/ 444 h 479"/>
                <a:gd name="T70" fmla="*/ 177 w 417"/>
                <a:gd name="T71" fmla="*/ 445 h 479"/>
                <a:gd name="T72" fmla="*/ 188 w 417"/>
                <a:gd name="T73" fmla="*/ 466 h 479"/>
                <a:gd name="T74" fmla="*/ 232 w 417"/>
                <a:gd name="T75" fmla="*/ 437 h 479"/>
                <a:gd name="T76" fmla="*/ 261 w 417"/>
                <a:gd name="T77" fmla="*/ 415 h 479"/>
                <a:gd name="T78" fmla="*/ 278 w 417"/>
                <a:gd name="T79" fmla="*/ 376 h 479"/>
                <a:gd name="T80" fmla="*/ 282 w 417"/>
                <a:gd name="T81" fmla="*/ 337 h 479"/>
                <a:gd name="T82" fmla="*/ 312 w 417"/>
                <a:gd name="T83" fmla="*/ 280 h 479"/>
                <a:gd name="T84" fmla="*/ 348 w 417"/>
                <a:gd name="T85" fmla="*/ 254 h 479"/>
                <a:gd name="T86" fmla="*/ 364 w 417"/>
                <a:gd name="T87" fmla="*/ 237 h 479"/>
                <a:gd name="T88" fmla="*/ 372 w 417"/>
                <a:gd name="T89" fmla="*/ 141 h 479"/>
                <a:gd name="T90" fmla="*/ 391 w 417"/>
                <a:gd name="T91" fmla="*/ 73 h 479"/>
                <a:gd name="T92" fmla="*/ 417 w 417"/>
                <a:gd name="T93" fmla="*/ 17 h 4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4" name="Freeform 76">
              <a:extLst>
                <a:ext uri="{FF2B5EF4-FFF2-40B4-BE49-F238E27FC236}">
                  <a16:creationId xmlns:a16="http://schemas.microsoft.com/office/drawing/2014/main" id="{BC408BCD-2BB4-3372-738B-45A843079E2B}"/>
                </a:ext>
              </a:extLst>
            </p:cNvPr>
            <p:cNvSpPr>
              <a:spLocks noChangeAspect="1"/>
            </p:cNvSpPr>
            <p:nvPr/>
          </p:nvSpPr>
          <p:spPr bwMode="gray">
            <a:xfrm>
              <a:off x="4698638" y="3732816"/>
              <a:ext cx="18489" cy="13449"/>
            </a:xfrm>
            <a:custGeom>
              <a:avLst/>
              <a:gdLst>
                <a:gd name="T0" fmla="*/ 107 w 107"/>
                <a:gd name="T1" fmla="*/ 0 h 69"/>
                <a:gd name="T2" fmla="*/ 67 w 107"/>
                <a:gd name="T3" fmla="*/ 0 h 69"/>
                <a:gd name="T4" fmla="*/ 25 w 107"/>
                <a:gd name="T5" fmla="*/ 3 h 69"/>
                <a:gd name="T6" fmla="*/ 21 w 107"/>
                <a:gd name="T7" fmla="*/ 4 h 69"/>
                <a:gd name="T8" fmla="*/ 21 w 107"/>
                <a:gd name="T9" fmla="*/ 14 h 69"/>
                <a:gd name="T10" fmla="*/ 14 w 107"/>
                <a:gd name="T11" fmla="*/ 26 h 69"/>
                <a:gd name="T12" fmla="*/ 11 w 107"/>
                <a:gd name="T13" fmla="*/ 37 h 69"/>
                <a:gd name="T14" fmla="*/ 0 w 107"/>
                <a:gd name="T15" fmla="*/ 56 h 69"/>
                <a:gd name="T16" fmla="*/ 15 w 107"/>
                <a:gd name="T17" fmla="*/ 63 h 69"/>
                <a:gd name="T18" fmla="*/ 15 w 107"/>
                <a:gd name="T19" fmla="*/ 65 h 69"/>
                <a:gd name="T20" fmla="*/ 13 w 107"/>
                <a:gd name="T21" fmla="*/ 69 h 69"/>
                <a:gd name="T22" fmla="*/ 13 w 107"/>
                <a:gd name="T23" fmla="*/ 68 h 69"/>
                <a:gd name="T24" fmla="*/ 36 w 107"/>
                <a:gd name="T25" fmla="*/ 63 h 69"/>
                <a:gd name="T26" fmla="*/ 107 w 107"/>
                <a:gd name="T27" fmla="*/ 60 h 69"/>
                <a:gd name="T28" fmla="*/ 105 w 107"/>
                <a:gd name="T29" fmla="*/ 58 h 69"/>
                <a:gd name="T30" fmla="*/ 102 w 107"/>
                <a:gd name="T31" fmla="*/ 38 h 69"/>
                <a:gd name="T32" fmla="*/ 101 w 107"/>
                <a:gd name="T33" fmla="*/ 15 h 69"/>
                <a:gd name="T34" fmla="*/ 107 w 107"/>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5" name="Freeform 77">
              <a:extLst>
                <a:ext uri="{FF2B5EF4-FFF2-40B4-BE49-F238E27FC236}">
                  <a16:creationId xmlns:a16="http://schemas.microsoft.com/office/drawing/2014/main" id="{9260A9AC-3165-A0DD-C27F-0C1CEEBBC893}"/>
                </a:ext>
              </a:extLst>
            </p:cNvPr>
            <p:cNvSpPr>
              <a:spLocks noChangeAspect="1"/>
            </p:cNvSpPr>
            <p:nvPr/>
          </p:nvSpPr>
          <p:spPr bwMode="gray">
            <a:xfrm>
              <a:off x="4893436" y="3780948"/>
              <a:ext cx="16508" cy="20527"/>
            </a:xfrm>
            <a:custGeom>
              <a:avLst/>
              <a:gdLst>
                <a:gd name="T0" fmla="*/ 83 w 93"/>
                <a:gd name="T1" fmla="*/ 5 h 114"/>
                <a:gd name="T2" fmla="*/ 81 w 93"/>
                <a:gd name="T3" fmla="*/ 1 h 114"/>
                <a:gd name="T4" fmla="*/ 76 w 93"/>
                <a:gd name="T5" fmla="*/ 1 h 114"/>
                <a:gd name="T6" fmla="*/ 76 w 93"/>
                <a:gd name="T7" fmla="*/ 0 h 114"/>
                <a:gd name="T8" fmla="*/ 71 w 93"/>
                <a:gd name="T9" fmla="*/ 0 h 114"/>
                <a:gd name="T10" fmla="*/ 59 w 93"/>
                <a:gd name="T11" fmla="*/ 4 h 114"/>
                <a:gd name="T12" fmla="*/ 49 w 93"/>
                <a:gd name="T13" fmla="*/ 4 h 114"/>
                <a:gd name="T14" fmla="*/ 46 w 93"/>
                <a:gd name="T15" fmla="*/ 6 h 114"/>
                <a:gd name="T16" fmla="*/ 45 w 93"/>
                <a:gd name="T17" fmla="*/ 9 h 114"/>
                <a:gd name="T18" fmla="*/ 45 w 93"/>
                <a:gd name="T19" fmla="*/ 17 h 114"/>
                <a:gd name="T20" fmla="*/ 41 w 93"/>
                <a:gd name="T21" fmla="*/ 22 h 114"/>
                <a:gd name="T22" fmla="*/ 33 w 93"/>
                <a:gd name="T23" fmla="*/ 22 h 114"/>
                <a:gd name="T24" fmla="*/ 28 w 93"/>
                <a:gd name="T25" fmla="*/ 25 h 114"/>
                <a:gd name="T26" fmla="*/ 22 w 93"/>
                <a:gd name="T27" fmla="*/ 26 h 114"/>
                <a:gd name="T28" fmla="*/ 19 w 93"/>
                <a:gd name="T29" fmla="*/ 25 h 114"/>
                <a:gd name="T30" fmla="*/ 16 w 93"/>
                <a:gd name="T31" fmla="*/ 16 h 114"/>
                <a:gd name="T32" fmla="*/ 13 w 93"/>
                <a:gd name="T33" fmla="*/ 11 h 114"/>
                <a:gd name="T34" fmla="*/ 11 w 93"/>
                <a:gd name="T35" fmla="*/ 10 h 114"/>
                <a:gd name="T36" fmla="*/ 6 w 93"/>
                <a:gd name="T37" fmla="*/ 10 h 114"/>
                <a:gd name="T38" fmla="*/ 1 w 93"/>
                <a:gd name="T39" fmla="*/ 13 h 114"/>
                <a:gd name="T40" fmla="*/ 1 w 93"/>
                <a:gd name="T41" fmla="*/ 22 h 114"/>
                <a:gd name="T42" fmla="*/ 0 w 93"/>
                <a:gd name="T43" fmla="*/ 22 h 114"/>
                <a:gd name="T44" fmla="*/ 6 w 93"/>
                <a:gd name="T45" fmla="*/ 28 h 114"/>
                <a:gd name="T46" fmla="*/ 8 w 93"/>
                <a:gd name="T47" fmla="*/ 34 h 114"/>
                <a:gd name="T48" fmla="*/ 11 w 93"/>
                <a:gd name="T49" fmla="*/ 58 h 114"/>
                <a:gd name="T50" fmla="*/ 13 w 93"/>
                <a:gd name="T51" fmla="*/ 61 h 114"/>
                <a:gd name="T52" fmla="*/ 16 w 93"/>
                <a:gd name="T53" fmla="*/ 69 h 114"/>
                <a:gd name="T54" fmla="*/ 17 w 93"/>
                <a:gd name="T55" fmla="*/ 79 h 114"/>
                <a:gd name="T56" fmla="*/ 17 w 93"/>
                <a:gd name="T57" fmla="*/ 91 h 114"/>
                <a:gd name="T58" fmla="*/ 18 w 93"/>
                <a:gd name="T59" fmla="*/ 101 h 114"/>
                <a:gd name="T60" fmla="*/ 23 w 93"/>
                <a:gd name="T61" fmla="*/ 108 h 114"/>
                <a:gd name="T62" fmla="*/ 29 w 93"/>
                <a:gd name="T63" fmla="*/ 114 h 114"/>
                <a:gd name="T64" fmla="*/ 32 w 93"/>
                <a:gd name="T65" fmla="*/ 113 h 114"/>
                <a:gd name="T66" fmla="*/ 43 w 93"/>
                <a:gd name="T67" fmla="*/ 110 h 114"/>
                <a:gd name="T68" fmla="*/ 57 w 93"/>
                <a:gd name="T69" fmla="*/ 106 h 114"/>
                <a:gd name="T70" fmla="*/ 68 w 93"/>
                <a:gd name="T71" fmla="*/ 86 h 114"/>
                <a:gd name="T72" fmla="*/ 73 w 93"/>
                <a:gd name="T73" fmla="*/ 80 h 114"/>
                <a:gd name="T74" fmla="*/ 79 w 93"/>
                <a:gd name="T75" fmla="*/ 66 h 114"/>
                <a:gd name="T76" fmla="*/ 89 w 93"/>
                <a:gd name="T77" fmla="*/ 54 h 114"/>
                <a:gd name="T78" fmla="*/ 93 w 93"/>
                <a:gd name="T79" fmla="*/ 48 h 114"/>
                <a:gd name="T80" fmla="*/ 93 w 93"/>
                <a:gd name="T81" fmla="*/ 40 h 114"/>
                <a:gd name="T82" fmla="*/ 91 w 93"/>
                <a:gd name="T83" fmla="*/ 34 h 114"/>
                <a:gd name="T84" fmla="*/ 87 w 93"/>
                <a:gd name="T85" fmla="*/ 31 h 114"/>
                <a:gd name="T86" fmla="*/ 81 w 93"/>
                <a:gd name="T87" fmla="*/ 29 h 114"/>
                <a:gd name="T88" fmla="*/ 77 w 93"/>
                <a:gd name="T89" fmla="*/ 26 h 114"/>
                <a:gd name="T90" fmla="*/ 77 w 93"/>
                <a:gd name="T91" fmla="*/ 22 h 114"/>
                <a:gd name="T92" fmla="*/ 77 w 93"/>
                <a:gd name="T93" fmla="*/ 16 h 114"/>
                <a:gd name="T94" fmla="*/ 78 w 93"/>
                <a:gd name="T95" fmla="*/ 10 h 114"/>
                <a:gd name="T96" fmla="*/ 83 w 93"/>
                <a:gd name="T97" fmla="*/ 5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6" name="Freeform 78">
              <a:extLst>
                <a:ext uri="{FF2B5EF4-FFF2-40B4-BE49-F238E27FC236}">
                  <a16:creationId xmlns:a16="http://schemas.microsoft.com/office/drawing/2014/main" id="{4410F23B-502D-7AA4-6485-83F65578E6C9}"/>
                </a:ext>
              </a:extLst>
            </p:cNvPr>
            <p:cNvSpPr>
              <a:spLocks noChangeAspect="1"/>
            </p:cNvSpPr>
            <p:nvPr/>
          </p:nvSpPr>
          <p:spPr bwMode="gray">
            <a:xfrm>
              <a:off x="4899379" y="3712289"/>
              <a:ext cx="51506" cy="58749"/>
            </a:xfrm>
            <a:custGeom>
              <a:avLst/>
              <a:gdLst>
                <a:gd name="T0" fmla="*/ 232 w 289"/>
                <a:gd name="T1" fmla="*/ 0 h 302"/>
                <a:gd name="T2" fmla="*/ 205 w 289"/>
                <a:gd name="T3" fmla="*/ 21 h 302"/>
                <a:gd name="T4" fmla="*/ 170 w 289"/>
                <a:gd name="T5" fmla="*/ 19 h 302"/>
                <a:gd name="T6" fmla="*/ 143 w 289"/>
                <a:gd name="T7" fmla="*/ 25 h 302"/>
                <a:gd name="T8" fmla="*/ 120 w 289"/>
                <a:gd name="T9" fmla="*/ 22 h 302"/>
                <a:gd name="T10" fmla="*/ 98 w 289"/>
                <a:gd name="T11" fmla="*/ 25 h 302"/>
                <a:gd name="T12" fmla="*/ 73 w 289"/>
                <a:gd name="T13" fmla="*/ 23 h 302"/>
                <a:gd name="T14" fmla="*/ 66 w 289"/>
                <a:gd name="T15" fmla="*/ 32 h 302"/>
                <a:gd name="T16" fmla="*/ 60 w 289"/>
                <a:gd name="T17" fmla="*/ 59 h 302"/>
                <a:gd name="T18" fmla="*/ 63 w 289"/>
                <a:gd name="T19" fmla="*/ 89 h 302"/>
                <a:gd name="T20" fmla="*/ 73 w 289"/>
                <a:gd name="T21" fmla="*/ 98 h 302"/>
                <a:gd name="T22" fmla="*/ 84 w 289"/>
                <a:gd name="T23" fmla="*/ 105 h 302"/>
                <a:gd name="T24" fmla="*/ 82 w 289"/>
                <a:gd name="T25" fmla="*/ 121 h 302"/>
                <a:gd name="T26" fmla="*/ 67 w 289"/>
                <a:gd name="T27" fmla="*/ 135 h 302"/>
                <a:gd name="T28" fmla="*/ 52 w 289"/>
                <a:gd name="T29" fmla="*/ 147 h 302"/>
                <a:gd name="T30" fmla="*/ 44 w 289"/>
                <a:gd name="T31" fmla="*/ 159 h 302"/>
                <a:gd name="T32" fmla="*/ 20 w 289"/>
                <a:gd name="T33" fmla="*/ 186 h 302"/>
                <a:gd name="T34" fmla="*/ 11 w 289"/>
                <a:gd name="T35" fmla="*/ 202 h 302"/>
                <a:gd name="T36" fmla="*/ 3 w 289"/>
                <a:gd name="T37" fmla="*/ 247 h 302"/>
                <a:gd name="T38" fmla="*/ 0 w 289"/>
                <a:gd name="T39" fmla="*/ 296 h 302"/>
                <a:gd name="T40" fmla="*/ 11 w 289"/>
                <a:gd name="T41" fmla="*/ 302 h 302"/>
                <a:gd name="T42" fmla="*/ 25 w 289"/>
                <a:gd name="T43" fmla="*/ 290 h 302"/>
                <a:gd name="T44" fmla="*/ 36 w 289"/>
                <a:gd name="T45" fmla="*/ 285 h 302"/>
                <a:gd name="T46" fmla="*/ 63 w 289"/>
                <a:gd name="T47" fmla="*/ 283 h 302"/>
                <a:gd name="T48" fmla="*/ 70 w 289"/>
                <a:gd name="T49" fmla="*/ 278 h 302"/>
                <a:gd name="T50" fmla="*/ 110 w 289"/>
                <a:gd name="T51" fmla="*/ 274 h 302"/>
                <a:gd name="T52" fmla="*/ 120 w 289"/>
                <a:gd name="T53" fmla="*/ 240 h 302"/>
                <a:gd name="T54" fmla="*/ 132 w 289"/>
                <a:gd name="T55" fmla="*/ 232 h 302"/>
                <a:gd name="T56" fmla="*/ 147 w 289"/>
                <a:gd name="T57" fmla="*/ 221 h 302"/>
                <a:gd name="T58" fmla="*/ 157 w 289"/>
                <a:gd name="T59" fmla="*/ 222 h 302"/>
                <a:gd name="T60" fmla="*/ 164 w 289"/>
                <a:gd name="T61" fmla="*/ 218 h 302"/>
                <a:gd name="T62" fmla="*/ 183 w 289"/>
                <a:gd name="T63" fmla="*/ 223 h 302"/>
                <a:gd name="T64" fmla="*/ 201 w 289"/>
                <a:gd name="T65" fmla="*/ 211 h 302"/>
                <a:gd name="T66" fmla="*/ 223 w 289"/>
                <a:gd name="T67" fmla="*/ 213 h 302"/>
                <a:gd name="T68" fmla="*/ 234 w 289"/>
                <a:gd name="T69" fmla="*/ 213 h 302"/>
                <a:gd name="T70" fmla="*/ 258 w 289"/>
                <a:gd name="T71" fmla="*/ 181 h 302"/>
                <a:gd name="T72" fmla="*/ 270 w 289"/>
                <a:gd name="T73" fmla="*/ 167 h 302"/>
                <a:gd name="T74" fmla="*/ 286 w 289"/>
                <a:gd name="T75" fmla="*/ 143 h 302"/>
                <a:gd name="T76" fmla="*/ 289 w 289"/>
                <a:gd name="T77" fmla="*/ 110 h 302"/>
                <a:gd name="T78" fmla="*/ 287 w 289"/>
                <a:gd name="T79" fmla="*/ 82 h 302"/>
                <a:gd name="T80" fmla="*/ 278 w 289"/>
                <a:gd name="T81" fmla="*/ 67 h 302"/>
                <a:gd name="T82" fmla="*/ 267 w 289"/>
                <a:gd name="T83" fmla="*/ 61 h 302"/>
                <a:gd name="T84" fmla="*/ 260 w 289"/>
                <a:gd name="T85" fmla="*/ 50 h 302"/>
                <a:gd name="T86" fmla="*/ 253 w 289"/>
                <a:gd name="T87" fmla="*/ 21 h 302"/>
                <a:gd name="T88" fmla="*/ 251 w 289"/>
                <a:gd name="T89" fmla="*/ 11 h 302"/>
                <a:gd name="T90" fmla="*/ 237 w 289"/>
                <a:gd name="T91" fmla="*/ 7 h 302"/>
                <a:gd name="T92" fmla="*/ 232 w 289"/>
                <a:gd name="T93" fmla="*/ 3 h 3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7" name="Freeform 79">
              <a:extLst>
                <a:ext uri="{FF2B5EF4-FFF2-40B4-BE49-F238E27FC236}">
                  <a16:creationId xmlns:a16="http://schemas.microsoft.com/office/drawing/2014/main" id="{4A4F6919-A0BD-A0AE-72B9-F4C99B0DD852}"/>
                </a:ext>
              </a:extLst>
            </p:cNvPr>
            <p:cNvSpPr>
              <a:spLocks noChangeAspect="1"/>
            </p:cNvSpPr>
            <p:nvPr/>
          </p:nvSpPr>
          <p:spPr bwMode="gray">
            <a:xfrm>
              <a:off x="4892115" y="3767500"/>
              <a:ext cx="18489" cy="17696"/>
            </a:xfrm>
            <a:custGeom>
              <a:avLst/>
              <a:gdLst>
                <a:gd name="T0" fmla="*/ 7 w 104"/>
                <a:gd name="T1" fmla="*/ 92 h 96"/>
                <a:gd name="T2" fmla="*/ 8 w 104"/>
                <a:gd name="T3" fmla="*/ 92 h 96"/>
                <a:gd name="T4" fmla="*/ 8 w 104"/>
                <a:gd name="T5" fmla="*/ 83 h 96"/>
                <a:gd name="T6" fmla="*/ 13 w 104"/>
                <a:gd name="T7" fmla="*/ 80 h 96"/>
                <a:gd name="T8" fmla="*/ 18 w 104"/>
                <a:gd name="T9" fmla="*/ 80 h 96"/>
                <a:gd name="T10" fmla="*/ 20 w 104"/>
                <a:gd name="T11" fmla="*/ 81 h 96"/>
                <a:gd name="T12" fmla="*/ 23 w 104"/>
                <a:gd name="T13" fmla="*/ 86 h 96"/>
                <a:gd name="T14" fmla="*/ 26 w 104"/>
                <a:gd name="T15" fmla="*/ 95 h 96"/>
                <a:gd name="T16" fmla="*/ 29 w 104"/>
                <a:gd name="T17" fmla="*/ 96 h 96"/>
                <a:gd name="T18" fmla="*/ 35 w 104"/>
                <a:gd name="T19" fmla="*/ 95 h 96"/>
                <a:gd name="T20" fmla="*/ 40 w 104"/>
                <a:gd name="T21" fmla="*/ 92 h 96"/>
                <a:gd name="T22" fmla="*/ 48 w 104"/>
                <a:gd name="T23" fmla="*/ 92 h 96"/>
                <a:gd name="T24" fmla="*/ 52 w 104"/>
                <a:gd name="T25" fmla="*/ 87 h 96"/>
                <a:gd name="T26" fmla="*/ 52 w 104"/>
                <a:gd name="T27" fmla="*/ 79 h 96"/>
                <a:gd name="T28" fmla="*/ 53 w 104"/>
                <a:gd name="T29" fmla="*/ 76 h 96"/>
                <a:gd name="T30" fmla="*/ 56 w 104"/>
                <a:gd name="T31" fmla="*/ 74 h 96"/>
                <a:gd name="T32" fmla="*/ 66 w 104"/>
                <a:gd name="T33" fmla="*/ 74 h 96"/>
                <a:gd name="T34" fmla="*/ 78 w 104"/>
                <a:gd name="T35" fmla="*/ 70 h 96"/>
                <a:gd name="T36" fmla="*/ 83 w 104"/>
                <a:gd name="T37" fmla="*/ 70 h 96"/>
                <a:gd name="T38" fmla="*/ 83 w 104"/>
                <a:gd name="T39" fmla="*/ 71 h 96"/>
                <a:gd name="T40" fmla="*/ 88 w 104"/>
                <a:gd name="T41" fmla="*/ 71 h 96"/>
                <a:gd name="T42" fmla="*/ 90 w 104"/>
                <a:gd name="T43" fmla="*/ 75 h 96"/>
                <a:gd name="T44" fmla="*/ 101 w 104"/>
                <a:gd name="T45" fmla="*/ 60 h 96"/>
                <a:gd name="T46" fmla="*/ 104 w 104"/>
                <a:gd name="T47" fmla="*/ 50 h 96"/>
                <a:gd name="T48" fmla="*/ 102 w 104"/>
                <a:gd name="T49" fmla="*/ 43 h 96"/>
                <a:gd name="T50" fmla="*/ 98 w 104"/>
                <a:gd name="T51" fmla="*/ 28 h 96"/>
                <a:gd name="T52" fmla="*/ 85 w 104"/>
                <a:gd name="T53" fmla="*/ 7 h 96"/>
                <a:gd name="T54" fmla="*/ 80 w 104"/>
                <a:gd name="T55" fmla="*/ 0 h 96"/>
                <a:gd name="T56" fmla="*/ 75 w 104"/>
                <a:gd name="T57" fmla="*/ 4 h 96"/>
                <a:gd name="T58" fmla="*/ 68 w 104"/>
                <a:gd name="T59" fmla="*/ 5 h 96"/>
                <a:gd name="T60" fmla="*/ 64 w 104"/>
                <a:gd name="T61" fmla="*/ 9 h 96"/>
                <a:gd name="T62" fmla="*/ 58 w 104"/>
                <a:gd name="T63" fmla="*/ 20 h 96"/>
                <a:gd name="T64" fmla="*/ 50 w 104"/>
                <a:gd name="T65" fmla="*/ 21 h 96"/>
                <a:gd name="T66" fmla="*/ 43 w 104"/>
                <a:gd name="T67" fmla="*/ 18 h 96"/>
                <a:gd name="T68" fmla="*/ 39 w 104"/>
                <a:gd name="T69" fmla="*/ 15 h 96"/>
                <a:gd name="T70" fmla="*/ 36 w 104"/>
                <a:gd name="T71" fmla="*/ 17 h 96"/>
                <a:gd name="T72" fmla="*/ 29 w 104"/>
                <a:gd name="T73" fmla="*/ 24 h 96"/>
                <a:gd name="T74" fmla="*/ 21 w 104"/>
                <a:gd name="T75" fmla="*/ 36 h 96"/>
                <a:gd name="T76" fmla="*/ 14 w 104"/>
                <a:gd name="T77" fmla="*/ 49 h 96"/>
                <a:gd name="T78" fmla="*/ 10 w 104"/>
                <a:gd name="T79" fmla="*/ 60 h 96"/>
                <a:gd name="T80" fmla="*/ 0 w 104"/>
                <a:gd name="T81" fmla="*/ 74 h 96"/>
                <a:gd name="T82" fmla="*/ 0 w 104"/>
                <a:gd name="T83" fmla="*/ 81 h 96"/>
                <a:gd name="T84" fmla="*/ 2 w 104"/>
                <a:gd name="T85" fmla="*/ 85 h 96"/>
                <a:gd name="T86" fmla="*/ 7 w 104"/>
                <a:gd name="T87" fmla="*/ 92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8" name="Freeform 80">
              <a:extLst>
                <a:ext uri="{FF2B5EF4-FFF2-40B4-BE49-F238E27FC236}">
                  <a16:creationId xmlns:a16="http://schemas.microsoft.com/office/drawing/2014/main" id="{83D2DA21-49A7-C390-260D-8F09BFE35CD1}"/>
                </a:ext>
              </a:extLst>
            </p:cNvPr>
            <p:cNvSpPr>
              <a:spLocks noChangeAspect="1"/>
            </p:cNvSpPr>
            <p:nvPr/>
          </p:nvSpPr>
          <p:spPr bwMode="gray">
            <a:xfrm>
              <a:off x="4940320" y="3707334"/>
              <a:ext cx="77919" cy="97679"/>
            </a:xfrm>
            <a:custGeom>
              <a:avLst/>
              <a:gdLst>
                <a:gd name="T0" fmla="*/ 387 w 435"/>
                <a:gd name="T1" fmla="*/ 204 h 504"/>
                <a:gd name="T2" fmla="*/ 387 w 435"/>
                <a:gd name="T3" fmla="*/ 98 h 504"/>
                <a:gd name="T4" fmla="*/ 412 w 435"/>
                <a:gd name="T5" fmla="*/ 74 h 504"/>
                <a:gd name="T6" fmla="*/ 435 w 435"/>
                <a:gd name="T7" fmla="*/ 37 h 504"/>
                <a:gd name="T8" fmla="*/ 421 w 435"/>
                <a:gd name="T9" fmla="*/ 37 h 504"/>
                <a:gd name="T10" fmla="*/ 374 w 435"/>
                <a:gd name="T11" fmla="*/ 22 h 504"/>
                <a:gd name="T12" fmla="*/ 336 w 435"/>
                <a:gd name="T13" fmla="*/ 32 h 504"/>
                <a:gd name="T14" fmla="*/ 297 w 435"/>
                <a:gd name="T15" fmla="*/ 60 h 504"/>
                <a:gd name="T16" fmla="*/ 250 w 435"/>
                <a:gd name="T17" fmla="*/ 53 h 504"/>
                <a:gd name="T18" fmla="*/ 213 w 435"/>
                <a:gd name="T19" fmla="*/ 47 h 504"/>
                <a:gd name="T20" fmla="*/ 164 w 435"/>
                <a:gd name="T21" fmla="*/ 12 h 504"/>
                <a:gd name="T22" fmla="*/ 132 w 435"/>
                <a:gd name="T23" fmla="*/ 3 h 504"/>
                <a:gd name="T24" fmla="*/ 103 w 435"/>
                <a:gd name="T25" fmla="*/ 0 h 504"/>
                <a:gd name="T26" fmla="*/ 69 w 435"/>
                <a:gd name="T27" fmla="*/ 3 h 504"/>
                <a:gd name="T28" fmla="*/ 28 w 435"/>
                <a:gd name="T29" fmla="*/ 1 h 504"/>
                <a:gd name="T30" fmla="*/ 0 w 435"/>
                <a:gd name="T31" fmla="*/ 28 h 504"/>
                <a:gd name="T32" fmla="*/ 5 w 435"/>
                <a:gd name="T33" fmla="*/ 32 h 504"/>
                <a:gd name="T34" fmla="*/ 19 w 435"/>
                <a:gd name="T35" fmla="*/ 36 h 504"/>
                <a:gd name="T36" fmla="*/ 21 w 435"/>
                <a:gd name="T37" fmla="*/ 46 h 504"/>
                <a:gd name="T38" fmla="*/ 28 w 435"/>
                <a:gd name="T39" fmla="*/ 75 h 504"/>
                <a:gd name="T40" fmla="*/ 35 w 435"/>
                <a:gd name="T41" fmla="*/ 86 h 504"/>
                <a:gd name="T42" fmla="*/ 46 w 435"/>
                <a:gd name="T43" fmla="*/ 92 h 504"/>
                <a:gd name="T44" fmla="*/ 55 w 435"/>
                <a:gd name="T45" fmla="*/ 107 h 504"/>
                <a:gd name="T46" fmla="*/ 57 w 435"/>
                <a:gd name="T47" fmla="*/ 135 h 504"/>
                <a:gd name="T48" fmla="*/ 54 w 435"/>
                <a:gd name="T49" fmla="*/ 168 h 504"/>
                <a:gd name="T50" fmla="*/ 38 w 435"/>
                <a:gd name="T51" fmla="*/ 192 h 504"/>
                <a:gd name="T52" fmla="*/ 26 w 435"/>
                <a:gd name="T53" fmla="*/ 206 h 504"/>
                <a:gd name="T54" fmla="*/ 2 w 435"/>
                <a:gd name="T55" fmla="*/ 238 h 504"/>
                <a:gd name="T56" fmla="*/ 8 w 435"/>
                <a:gd name="T57" fmla="*/ 263 h 504"/>
                <a:gd name="T58" fmla="*/ 18 w 435"/>
                <a:gd name="T59" fmla="*/ 270 h 504"/>
                <a:gd name="T60" fmla="*/ 35 w 435"/>
                <a:gd name="T61" fmla="*/ 265 h 504"/>
                <a:gd name="T62" fmla="*/ 45 w 435"/>
                <a:gd name="T63" fmla="*/ 270 h 504"/>
                <a:gd name="T64" fmla="*/ 26 w 435"/>
                <a:gd name="T65" fmla="*/ 281 h 504"/>
                <a:gd name="T66" fmla="*/ 7 w 435"/>
                <a:gd name="T67" fmla="*/ 295 h 504"/>
                <a:gd name="T68" fmla="*/ 207 w 435"/>
                <a:gd name="T69" fmla="*/ 415 h 504"/>
                <a:gd name="T70" fmla="*/ 210 w 435"/>
                <a:gd name="T71" fmla="*/ 428 h 504"/>
                <a:gd name="T72" fmla="*/ 218 w 435"/>
                <a:gd name="T73" fmla="*/ 458 h 504"/>
                <a:gd name="T74" fmla="*/ 306 w 435"/>
                <a:gd name="T75" fmla="*/ 499 h 504"/>
                <a:gd name="T76" fmla="*/ 314 w 435"/>
                <a:gd name="T77" fmla="*/ 488 h 504"/>
                <a:gd name="T78" fmla="*/ 324 w 435"/>
                <a:gd name="T79" fmla="*/ 463 h 504"/>
                <a:gd name="T80" fmla="*/ 342 w 435"/>
                <a:gd name="T81" fmla="*/ 429 h 504"/>
                <a:gd name="T82" fmla="*/ 352 w 435"/>
                <a:gd name="T83" fmla="*/ 399 h 504"/>
                <a:gd name="T84" fmla="*/ 360 w 435"/>
                <a:gd name="T85" fmla="*/ 391 h 504"/>
                <a:gd name="T86" fmla="*/ 379 w 435"/>
                <a:gd name="T87" fmla="*/ 376 h 504"/>
                <a:gd name="T88" fmla="*/ 388 w 435"/>
                <a:gd name="T89" fmla="*/ 361 h 504"/>
                <a:gd name="T90" fmla="*/ 403 w 435"/>
                <a:gd name="T91" fmla="*/ 358 h 504"/>
                <a:gd name="T92" fmla="*/ 417 w 435"/>
                <a:gd name="T93" fmla="*/ 340 h 504"/>
                <a:gd name="T94" fmla="*/ 393 w 435"/>
                <a:gd name="T95" fmla="*/ 308 h 504"/>
                <a:gd name="T96" fmla="*/ 387 w 435"/>
                <a:gd name="T97" fmla="*/ 257 h 5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59" name="Freeform 81">
              <a:extLst>
                <a:ext uri="{FF2B5EF4-FFF2-40B4-BE49-F238E27FC236}">
                  <a16:creationId xmlns:a16="http://schemas.microsoft.com/office/drawing/2014/main" id="{538B9CA7-974E-7AB6-8DB4-AC662E5C1373}"/>
                </a:ext>
              </a:extLst>
            </p:cNvPr>
            <p:cNvSpPr>
              <a:spLocks noChangeAspect="1"/>
            </p:cNvSpPr>
            <p:nvPr/>
          </p:nvSpPr>
          <p:spPr bwMode="gray">
            <a:xfrm>
              <a:off x="4434506" y="3579219"/>
              <a:ext cx="61411" cy="46716"/>
            </a:xfrm>
            <a:custGeom>
              <a:avLst/>
              <a:gdLst>
                <a:gd name="T0" fmla="*/ 43 w 344"/>
                <a:gd name="T1" fmla="*/ 160 h 244"/>
                <a:gd name="T2" fmla="*/ 28 w 344"/>
                <a:gd name="T3" fmla="*/ 129 h 244"/>
                <a:gd name="T4" fmla="*/ 7 w 344"/>
                <a:gd name="T5" fmla="*/ 113 h 244"/>
                <a:gd name="T6" fmla="*/ 1 w 344"/>
                <a:gd name="T7" fmla="*/ 107 h 244"/>
                <a:gd name="T8" fmla="*/ 35 w 344"/>
                <a:gd name="T9" fmla="*/ 86 h 244"/>
                <a:gd name="T10" fmla="*/ 56 w 344"/>
                <a:gd name="T11" fmla="*/ 33 h 244"/>
                <a:gd name="T12" fmla="*/ 70 w 344"/>
                <a:gd name="T13" fmla="*/ 9 h 244"/>
                <a:gd name="T14" fmla="*/ 92 w 344"/>
                <a:gd name="T15" fmla="*/ 9 h 244"/>
                <a:gd name="T16" fmla="*/ 122 w 344"/>
                <a:gd name="T17" fmla="*/ 5 h 244"/>
                <a:gd name="T18" fmla="*/ 135 w 344"/>
                <a:gd name="T19" fmla="*/ 1 h 244"/>
                <a:gd name="T20" fmla="*/ 168 w 344"/>
                <a:gd name="T21" fmla="*/ 2 h 244"/>
                <a:gd name="T22" fmla="*/ 183 w 344"/>
                <a:gd name="T23" fmla="*/ 9 h 244"/>
                <a:gd name="T24" fmla="*/ 206 w 344"/>
                <a:gd name="T25" fmla="*/ 29 h 244"/>
                <a:gd name="T26" fmla="*/ 221 w 344"/>
                <a:gd name="T27" fmla="*/ 29 h 244"/>
                <a:gd name="T28" fmla="*/ 238 w 344"/>
                <a:gd name="T29" fmla="*/ 58 h 244"/>
                <a:gd name="T30" fmla="*/ 248 w 344"/>
                <a:gd name="T31" fmla="*/ 68 h 244"/>
                <a:gd name="T32" fmla="*/ 258 w 344"/>
                <a:gd name="T33" fmla="*/ 75 h 244"/>
                <a:gd name="T34" fmla="*/ 261 w 344"/>
                <a:gd name="T35" fmla="*/ 82 h 244"/>
                <a:gd name="T36" fmla="*/ 277 w 344"/>
                <a:gd name="T37" fmla="*/ 91 h 244"/>
                <a:gd name="T38" fmla="*/ 289 w 344"/>
                <a:gd name="T39" fmla="*/ 103 h 244"/>
                <a:gd name="T40" fmla="*/ 297 w 344"/>
                <a:gd name="T41" fmla="*/ 123 h 244"/>
                <a:gd name="T42" fmla="*/ 302 w 344"/>
                <a:gd name="T43" fmla="*/ 133 h 244"/>
                <a:gd name="T44" fmla="*/ 309 w 344"/>
                <a:gd name="T45" fmla="*/ 156 h 244"/>
                <a:gd name="T46" fmla="*/ 313 w 344"/>
                <a:gd name="T47" fmla="*/ 181 h 244"/>
                <a:gd name="T48" fmla="*/ 323 w 344"/>
                <a:gd name="T49" fmla="*/ 185 h 244"/>
                <a:gd name="T50" fmla="*/ 332 w 344"/>
                <a:gd name="T51" fmla="*/ 197 h 244"/>
                <a:gd name="T52" fmla="*/ 342 w 344"/>
                <a:gd name="T53" fmla="*/ 212 h 244"/>
                <a:gd name="T54" fmla="*/ 342 w 344"/>
                <a:gd name="T55" fmla="*/ 221 h 244"/>
                <a:gd name="T56" fmla="*/ 344 w 344"/>
                <a:gd name="T57" fmla="*/ 238 h 244"/>
                <a:gd name="T58" fmla="*/ 321 w 344"/>
                <a:gd name="T59" fmla="*/ 242 h 244"/>
                <a:gd name="T60" fmla="*/ 293 w 344"/>
                <a:gd name="T61" fmla="*/ 244 h 244"/>
                <a:gd name="T62" fmla="*/ 271 w 344"/>
                <a:gd name="T63" fmla="*/ 239 h 244"/>
                <a:gd name="T64" fmla="*/ 255 w 344"/>
                <a:gd name="T65" fmla="*/ 238 h 244"/>
                <a:gd name="T66" fmla="*/ 237 w 344"/>
                <a:gd name="T67" fmla="*/ 227 h 244"/>
                <a:gd name="T68" fmla="*/ 162 w 344"/>
                <a:gd name="T69" fmla="*/ 224 h 244"/>
                <a:gd name="T70" fmla="*/ 111 w 344"/>
                <a:gd name="T71" fmla="*/ 236 h 244"/>
                <a:gd name="T72" fmla="*/ 57 w 344"/>
                <a:gd name="T73" fmla="*/ 244 h 244"/>
                <a:gd name="T74" fmla="*/ 43 w 344"/>
                <a:gd name="T75" fmla="*/ 242 h 244"/>
                <a:gd name="T76" fmla="*/ 47 w 344"/>
                <a:gd name="T77" fmla="*/ 199 h 244"/>
                <a:gd name="T78" fmla="*/ 98 w 344"/>
                <a:gd name="T79" fmla="*/ 188 h 244"/>
                <a:gd name="T80" fmla="*/ 127 w 344"/>
                <a:gd name="T81" fmla="*/ 183 h 244"/>
                <a:gd name="T82" fmla="*/ 143 w 344"/>
                <a:gd name="T83" fmla="*/ 182 h 244"/>
                <a:gd name="T84" fmla="*/ 175 w 344"/>
                <a:gd name="T85" fmla="*/ 194 h 244"/>
                <a:gd name="T86" fmla="*/ 203 w 344"/>
                <a:gd name="T87" fmla="*/ 189 h 244"/>
                <a:gd name="T88" fmla="*/ 206 w 344"/>
                <a:gd name="T89" fmla="*/ 177 h 244"/>
                <a:gd name="T90" fmla="*/ 191 w 344"/>
                <a:gd name="T91" fmla="*/ 177 h 244"/>
                <a:gd name="T92" fmla="*/ 165 w 344"/>
                <a:gd name="T93" fmla="*/ 172 h 244"/>
                <a:gd name="T94" fmla="*/ 140 w 344"/>
                <a:gd name="T95" fmla="*/ 162 h 244"/>
                <a:gd name="T96" fmla="*/ 120 w 344"/>
                <a:gd name="T97" fmla="*/ 163 h 2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0" name="Freeform 82">
              <a:extLst>
                <a:ext uri="{FF2B5EF4-FFF2-40B4-BE49-F238E27FC236}">
                  <a16:creationId xmlns:a16="http://schemas.microsoft.com/office/drawing/2014/main" id="{DC053A64-8678-83EF-98A3-93B4F37869B3}"/>
                </a:ext>
              </a:extLst>
            </p:cNvPr>
            <p:cNvSpPr>
              <a:spLocks noChangeAspect="1"/>
            </p:cNvSpPr>
            <p:nvPr/>
          </p:nvSpPr>
          <p:spPr bwMode="gray">
            <a:xfrm>
              <a:off x="4898058" y="3766084"/>
              <a:ext cx="107634" cy="113252"/>
            </a:xfrm>
            <a:custGeom>
              <a:avLst/>
              <a:gdLst>
                <a:gd name="T0" fmla="*/ 450 w 596"/>
                <a:gd name="T1" fmla="*/ 144 h 591"/>
                <a:gd name="T2" fmla="*/ 521 w 596"/>
                <a:gd name="T3" fmla="*/ 238 h 591"/>
                <a:gd name="T4" fmla="*/ 505 w 596"/>
                <a:gd name="T5" fmla="*/ 292 h 591"/>
                <a:gd name="T6" fmla="*/ 538 w 596"/>
                <a:gd name="T7" fmla="*/ 325 h 591"/>
                <a:gd name="T8" fmla="*/ 537 w 596"/>
                <a:gd name="T9" fmla="*/ 349 h 591"/>
                <a:gd name="T10" fmla="*/ 536 w 596"/>
                <a:gd name="T11" fmla="*/ 380 h 591"/>
                <a:gd name="T12" fmla="*/ 528 w 596"/>
                <a:gd name="T13" fmla="*/ 402 h 591"/>
                <a:gd name="T14" fmla="*/ 542 w 596"/>
                <a:gd name="T15" fmla="*/ 432 h 591"/>
                <a:gd name="T16" fmla="*/ 550 w 596"/>
                <a:gd name="T17" fmla="*/ 467 h 591"/>
                <a:gd name="T18" fmla="*/ 561 w 596"/>
                <a:gd name="T19" fmla="*/ 488 h 591"/>
                <a:gd name="T20" fmla="*/ 587 w 596"/>
                <a:gd name="T21" fmla="*/ 514 h 591"/>
                <a:gd name="T22" fmla="*/ 593 w 596"/>
                <a:gd name="T23" fmla="*/ 526 h 591"/>
                <a:gd name="T24" fmla="*/ 541 w 596"/>
                <a:gd name="T25" fmla="*/ 557 h 591"/>
                <a:gd name="T26" fmla="*/ 476 w 596"/>
                <a:gd name="T27" fmla="*/ 564 h 591"/>
                <a:gd name="T28" fmla="*/ 436 w 596"/>
                <a:gd name="T29" fmla="*/ 583 h 591"/>
                <a:gd name="T30" fmla="*/ 378 w 596"/>
                <a:gd name="T31" fmla="*/ 589 h 591"/>
                <a:gd name="T32" fmla="*/ 355 w 596"/>
                <a:gd name="T33" fmla="*/ 580 h 591"/>
                <a:gd name="T34" fmla="*/ 331 w 596"/>
                <a:gd name="T35" fmla="*/ 584 h 591"/>
                <a:gd name="T36" fmla="*/ 280 w 596"/>
                <a:gd name="T37" fmla="*/ 567 h 591"/>
                <a:gd name="T38" fmla="*/ 270 w 596"/>
                <a:gd name="T39" fmla="*/ 531 h 591"/>
                <a:gd name="T40" fmla="*/ 249 w 596"/>
                <a:gd name="T41" fmla="*/ 476 h 591"/>
                <a:gd name="T42" fmla="*/ 229 w 596"/>
                <a:gd name="T43" fmla="*/ 473 h 591"/>
                <a:gd name="T44" fmla="*/ 208 w 596"/>
                <a:gd name="T45" fmla="*/ 475 h 591"/>
                <a:gd name="T46" fmla="*/ 178 w 596"/>
                <a:gd name="T47" fmla="*/ 459 h 591"/>
                <a:gd name="T48" fmla="*/ 125 w 596"/>
                <a:gd name="T49" fmla="*/ 440 h 591"/>
                <a:gd name="T50" fmla="*/ 95 w 596"/>
                <a:gd name="T51" fmla="*/ 418 h 591"/>
                <a:gd name="T52" fmla="*/ 65 w 596"/>
                <a:gd name="T53" fmla="*/ 386 h 591"/>
                <a:gd name="T54" fmla="*/ 49 w 596"/>
                <a:gd name="T55" fmla="*/ 328 h 591"/>
                <a:gd name="T56" fmla="*/ 11 w 596"/>
                <a:gd name="T57" fmla="*/ 278 h 591"/>
                <a:gd name="T58" fmla="*/ 9 w 596"/>
                <a:gd name="T59" fmla="*/ 231 h 591"/>
                <a:gd name="T60" fmla="*/ 0 w 596"/>
                <a:gd name="T61" fmla="*/ 187 h 591"/>
                <a:gd name="T62" fmla="*/ 39 w 596"/>
                <a:gd name="T63" fmla="*/ 159 h 591"/>
                <a:gd name="T64" fmla="*/ 64 w 596"/>
                <a:gd name="T65" fmla="*/ 121 h 591"/>
                <a:gd name="T66" fmla="*/ 52 w 596"/>
                <a:gd name="T67" fmla="*/ 102 h 591"/>
                <a:gd name="T68" fmla="*/ 49 w 596"/>
                <a:gd name="T69" fmla="*/ 83 h 591"/>
                <a:gd name="T70" fmla="*/ 66 w 596"/>
                <a:gd name="T71" fmla="*/ 46 h 591"/>
                <a:gd name="T72" fmla="*/ 66 w 596"/>
                <a:gd name="T73" fmla="*/ 5 h 591"/>
                <a:gd name="T74" fmla="*/ 119 w 596"/>
                <a:gd name="T75" fmla="*/ 7 h 591"/>
                <a:gd name="T76" fmla="*/ 118 w 596"/>
                <a:gd name="T77" fmla="*/ 83 h 591"/>
                <a:gd name="T78" fmla="*/ 133 w 596"/>
                <a:gd name="T79" fmla="*/ 88 h 591"/>
                <a:gd name="T80" fmla="*/ 148 w 596"/>
                <a:gd name="T81" fmla="*/ 75 h 591"/>
                <a:gd name="T82" fmla="*/ 173 w 596"/>
                <a:gd name="T83" fmla="*/ 86 h 591"/>
                <a:gd name="T84" fmla="*/ 186 w 596"/>
                <a:gd name="T85" fmla="*/ 84 h 591"/>
                <a:gd name="T86" fmla="*/ 214 w 596"/>
                <a:gd name="T87" fmla="*/ 79 h 591"/>
                <a:gd name="T88" fmla="*/ 209 w 596"/>
                <a:gd name="T89" fmla="*/ 66 h 591"/>
                <a:gd name="T90" fmla="*/ 209 w 596"/>
                <a:gd name="T91" fmla="*/ 48 h 591"/>
                <a:gd name="T92" fmla="*/ 225 w 596"/>
                <a:gd name="T93" fmla="*/ 35 h 591"/>
                <a:gd name="T94" fmla="*/ 238 w 596"/>
                <a:gd name="T95" fmla="*/ 21 h 591"/>
                <a:gd name="T96" fmla="*/ 251 w 596"/>
                <a:gd name="T97" fmla="*/ 0 h 5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1" name="Freeform 83">
              <a:extLst>
                <a:ext uri="{FF2B5EF4-FFF2-40B4-BE49-F238E27FC236}">
                  <a16:creationId xmlns:a16="http://schemas.microsoft.com/office/drawing/2014/main" id="{9D754C39-AFBA-87AB-6A42-87478685B550}"/>
                </a:ext>
              </a:extLst>
            </p:cNvPr>
            <p:cNvSpPr>
              <a:spLocks noChangeAspect="1"/>
            </p:cNvSpPr>
            <p:nvPr/>
          </p:nvSpPr>
          <p:spPr bwMode="gray">
            <a:xfrm>
              <a:off x="4476107" y="3650709"/>
              <a:ext cx="29715" cy="31852"/>
            </a:xfrm>
            <a:custGeom>
              <a:avLst/>
              <a:gdLst>
                <a:gd name="T0" fmla="*/ 8 w 167"/>
                <a:gd name="T1" fmla="*/ 51 h 166"/>
                <a:gd name="T2" fmla="*/ 17 w 167"/>
                <a:gd name="T3" fmla="*/ 50 h 166"/>
                <a:gd name="T4" fmla="*/ 23 w 167"/>
                <a:gd name="T5" fmla="*/ 39 h 166"/>
                <a:gd name="T6" fmla="*/ 32 w 167"/>
                <a:gd name="T7" fmla="*/ 37 h 166"/>
                <a:gd name="T8" fmla="*/ 37 w 167"/>
                <a:gd name="T9" fmla="*/ 31 h 166"/>
                <a:gd name="T10" fmla="*/ 46 w 167"/>
                <a:gd name="T11" fmla="*/ 16 h 166"/>
                <a:gd name="T12" fmla="*/ 49 w 167"/>
                <a:gd name="T13" fmla="*/ 6 h 166"/>
                <a:gd name="T14" fmla="*/ 61 w 167"/>
                <a:gd name="T15" fmla="*/ 7 h 166"/>
                <a:gd name="T16" fmla="*/ 70 w 167"/>
                <a:gd name="T17" fmla="*/ 5 h 166"/>
                <a:gd name="T18" fmla="*/ 76 w 167"/>
                <a:gd name="T19" fmla="*/ 0 h 166"/>
                <a:gd name="T20" fmla="*/ 115 w 167"/>
                <a:gd name="T21" fmla="*/ 1 h 166"/>
                <a:gd name="T22" fmla="*/ 125 w 167"/>
                <a:gd name="T23" fmla="*/ 12 h 166"/>
                <a:gd name="T24" fmla="*/ 134 w 167"/>
                <a:gd name="T25" fmla="*/ 21 h 166"/>
                <a:gd name="T26" fmla="*/ 136 w 167"/>
                <a:gd name="T27" fmla="*/ 27 h 166"/>
                <a:gd name="T28" fmla="*/ 135 w 167"/>
                <a:gd name="T29" fmla="*/ 32 h 166"/>
                <a:gd name="T30" fmla="*/ 145 w 167"/>
                <a:gd name="T31" fmla="*/ 35 h 166"/>
                <a:gd name="T32" fmla="*/ 143 w 167"/>
                <a:gd name="T33" fmla="*/ 40 h 166"/>
                <a:gd name="T34" fmla="*/ 143 w 167"/>
                <a:gd name="T35" fmla="*/ 45 h 166"/>
                <a:gd name="T36" fmla="*/ 146 w 167"/>
                <a:gd name="T37" fmla="*/ 53 h 166"/>
                <a:gd name="T38" fmla="*/ 152 w 167"/>
                <a:gd name="T39" fmla="*/ 60 h 166"/>
                <a:gd name="T40" fmla="*/ 153 w 167"/>
                <a:gd name="T41" fmla="*/ 71 h 166"/>
                <a:gd name="T42" fmla="*/ 146 w 167"/>
                <a:gd name="T43" fmla="*/ 85 h 166"/>
                <a:gd name="T44" fmla="*/ 143 w 167"/>
                <a:gd name="T45" fmla="*/ 92 h 166"/>
                <a:gd name="T46" fmla="*/ 162 w 167"/>
                <a:gd name="T47" fmla="*/ 82 h 166"/>
                <a:gd name="T48" fmla="*/ 164 w 167"/>
                <a:gd name="T49" fmla="*/ 85 h 166"/>
                <a:gd name="T50" fmla="*/ 163 w 167"/>
                <a:gd name="T51" fmla="*/ 93 h 166"/>
                <a:gd name="T52" fmla="*/ 167 w 167"/>
                <a:gd name="T53" fmla="*/ 98 h 166"/>
                <a:gd name="T54" fmla="*/ 152 w 167"/>
                <a:gd name="T55" fmla="*/ 105 h 166"/>
                <a:gd name="T56" fmla="*/ 150 w 167"/>
                <a:gd name="T57" fmla="*/ 123 h 166"/>
                <a:gd name="T58" fmla="*/ 143 w 167"/>
                <a:gd name="T59" fmla="*/ 129 h 166"/>
                <a:gd name="T60" fmla="*/ 136 w 167"/>
                <a:gd name="T61" fmla="*/ 136 h 166"/>
                <a:gd name="T62" fmla="*/ 121 w 167"/>
                <a:gd name="T63" fmla="*/ 146 h 166"/>
                <a:gd name="T64" fmla="*/ 113 w 167"/>
                <a:gd name="T65" fmla="*/ 148 h 166"/>
                <a:gd name="T66" fmla="*/ 112 w 167"/>
                <a:gd name="T67" fmla="*/ 156 h 166"/>
                <a:gd name="T68" fmla="*/ 108 w 167"/>
                <a:gd name="T69" fmla="*/ 163 h 166"/>
                <a:gd name="T70" fmla="*/ 102 w 167"/>
                <a:gd name="T71" fmla="*/ 166 h 166"/>
                <a:gd name="T72" fmla="*/ 61 w 167"/>
                <a:gd name="T73" fmla="*/ 147 h 166"/>
                <a:gd name="T74" fmla="*/ 51 w 167"/>
                <a:gd name="T75" fmla="*/ 140 h 166"/>
                <a:gd name="T76" fmla="*/ 32 w 167"/>
                <a:gd name="T77" fmla="*/ 124 h 166"/>
                <a:gd name="T78" fmla="*/ 23 w 167"/>
                <a:gd name="T79" fmla="*/ 118 h 166"/>
                <a:gd name="T80" fmla="*/ 22 w 167"/>
                <a:gd name="T81" fmla="*/ 110 h 166"/>
                <a:gd name="T82" fmla="*/ 16 w 167"/>
                <a:gd name="T83" fmla="*/ 102 h 166"/>
                <a:gd name="T84" fmla="*/ 5 w 167"/>
                <a:gd name="T85" fmla="*/ 93 h 166"/>
                <a:gd name="T86" fmla="*/ 8 w 167"/>
                <a:gd name="T87" fmla="*/ 86 h 166"/>
                <a:gd name="T88" fmla="*/ 13 w 167"/>
                <a:gd name="T89" fmla="*/ 87 h 166"/>
                <a:gd name="T90" fmla="*/ 11 w 167"/>
                <a:gd name="T91" fmla="*/ 82 h 166"/>
                <a:gd name="T92" fmla="*/ 5 w 167"/>
                <a:gd name="T93" fmla="*/ 78 h 166"/>
                <a:gd name="T94" fmla="*/ 5 w 167"/>
                <a:gd name="T95" fmla="*/ 65 h 166"/>
                <a:gd name="T96" fmla="*/ 0 w 167"/>
                <a:gd name="T97" fmla="*/ 60 h 166"/>
                <a:gd name="T98" fmla="*/ 2 w 167"/>
                <a:gd name="T99" fmla="*/ 49 h 1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2" name="Freeform 84">
              <a:extLst>
                <a:ext uri="{FF2B5EF4-FFF2-40B4-BE49-F238E27FC236}">
                  <a16:creationId xmlns:a16="http://schemas.microsoft.com/office/drawing/2014/main" id="{C7AD6EDA-9A0E-9DA7-7F39-D2F52FC6E61B}"/>
                </a:ext>
              </a:extLst>
            </p:cNvPr>
            <p:cNvSpPr>
              <a:spLocks noChangeAspect="1"/>
            </p:cNvSpPr>
            <p:nvPr/>
          </p:nvSpPr>
          <p:spPr bwMode="gray">
            <a:xfrm>
              <a:off x="4522330" y="3642923"/>
              <a:ext cx="60090" cy="67243"/>
            </a:xfrm>
            <a:custGeom>
              <a:avLst/>
              <a:gdLst>
                <a:gd name="T0" fmla="*/ 97 w 337"/>
                <a:gd name="T1" fmla="*/ 342 h 354"/>
                <a:gd name="T2" fmla="*/ 173 w 337"/>
                <a:gd name="T3" fmla="*/ 317 h 354"/>
                <a:gd name="T4" fmla="*/ 258 w 337"/>
                <a:gd name="T5" fmla="*/ 307 h 354"/>
                <a:gd name="T6" fmla="*/ 301 w 337"/>
                <a:gd name="T7" fmla="*/ 315 h 354"/>
                <a:gd name="T8" fmla="*/ 317 w 337"/>
                <a:gd name="T9" fmla="*/ 310 h 354"/>
                <a:gd name="T10" fmla="*/ 318 w 337"/>
                <a:gd name="T11" fmla="*/ 280 h 354"/>
                <a:gd name="T12" fmla="*/ 296 w 337"/>
                <a:gd name="T13" fmla="*/ 238 h 354"/>
                <a:gd name="T14" fmla="*/ 307 w 337"/>
                <a:gd name="T15" fmla="*/ 199 h 354"/>
                <a:gd name="T16" fmla="*/ 318 w 337"/>
                <a:gd name="T17" fmla="*/ 161 h 354"/>
                <a:gd name="T18" fmla="*/ 332 w 337"/>
                <a:gd name="T19" fmla="*/ 144 h 354"/>
                <a:gd name="T20" fmla="*/ 327 w 337"/>
                <a:gd name="T21" fmla="*/ 95 h 354"/>
                <a:gd name="T22" fmla="*/ 326 w 337"/>
                <a:gd name="T23" fmla="*/ 82 h 354"/>
                <a:gd name="T24" fmla="*/ 322 w 337"/>
                <a:gd name="T25" fmla="*/ 70 h 354"/>
                <a:gd name="T26" fmla="*/ 307 w 337"/>
                <a:gd name="T27" fmla="*/ 54 h 354"/>
                <a:gd name="T28" fmla="*/ 290 w 337"/>
                <a:gd name="T29" fmla="*/ 48 h 354"/>
                <a:gd name="T30" fmla="*/ 250 w 337"/>
                <a:gd name="T31" fmla="*/ 49 h 354"/>
                <a:gd name="T32" fmla="*/ 230 w 337"/>
                <a:gd name="T33" fmla="*/ 61 h 354"/>
                <a:gd name="T34" fmla="*/ 218 w 337"/>
                <a:gd name="T35" fmla="*/ 57 h 354"/>
                <a:gd name="T36" fmla="*/ 205 w 337"/>
                <a:gd name="T37" fmla="*/ 50 h 354"/>
                <a:gd name="T38" fmla="*/ 197 w 337"/>
                <a:gd name="T39" fmla="*/ 39 h 354"/>
                <a:gd name="T40" fmla="*/ 188 w 337"/>
                <a:gd name="T41" fmla="*/ 30 h 354"/>
                <a:gd name="T42" fmla="*/ 173 w 337"/>
                <a:gd name="T43" fmla="*/ 25 h 354"/>
                <a:gd name="T44" fmla="*/ 154 w 337"/>
                <a:gd name="T45" fmla="*/ 16 h 354"/>
                <a:gd name="T46" fmla="*/ 140 w 337"/>
                <a:gd name="T47" fmla="*/ 27 h 354"/>
                <a:gd name="T48" fmla="*/ 129 w 337"/>
                <a:gd name="T49" fmla="*/ 10 h 354"/>
                <a:gd name="T50" fmla="*/ 124 w 337"/>
                <a:gd name="T51" fmla="*/ 1 h 354"/>
                <a:gd name="T52" fmla="*/ 108 w 337"/>
                <a:gd name="T53" fmla="*/ 5 h 354"/>
                <a:gd name="T54" fmla="*/ 105 w 337"/>
                <a:gd name="T55" fmla="*/ 18 h 354"/>
                <a:gd name="T56" fmla="*/ 86 w 337"/>
                <a:gd name="T57" fmla="*/ 27 h 354"/>
                <a:gd name="T58" fmla="*/ 73 w 337"/>
                <a:gd name="T59" fmla="*/ 25 h 354"/>
                <a:gd name="T60" fmla="*/ 65 w 337"/>
                <a:gd name="T61" fmla="*/ 27 h 354"/>
                <a:gd name="T62" fmla="*/ 53 w 337"/>
                <a:gd name="T63" fmla="*/ 18 h 354"/>
                <a:gd name="T64" fmla="*/ 42 w 337"/>
                <a:gd name="T65" fmla="*/ 25 h 354"/>
                <a:gd name="T66" fmla="*/ 26 w 337"/>
                <a:gd name="T67" fmla="*/ 39 h 354"/>
                <a:gd name="T68" fmla="*/ 24 w 337"/>
                <a:gd name="T69" fmla="*/ 70 h 354"/>
                <a:gd name="T70" fmla="*/ 37 w 337"/>
                <a:gd name="T71" fmla="*/ 90 h 354"/>
                <a:gd name="T72" fmla="*/ 42 w 337"/>
                <a:gd name="T73" fmla="*/ 97 h 354"/>
                <a:gd name="T74" fmla="*/ 41 w 337"/>
                <a:gd name="T75" fmla="*/ 111 h 354"/>
                <a:gd name="T76" fmla="*/ 47 w 337"/>
                <a:gd name="T77" fmla="*/ 125 h 354"/>
                <a:gd name="T78" fmla="*/ 41 w 337"/>
                <a:gd name="T79" fmla="*/ 129 h 354"/>
                <a:gd name="T80" fmla="*/ 17 w 337"/>
                <a:gd name="T81" fmla="*/ 128 h 354"/>
                <a:gd name="T82" fmla="*/ 17 w 337"/>
                <a:gd name="T83" fmla="*/ 139 h 354"/>
                <a:gd name="T84" fmla="*/ 31 w 337"/>
                <a:gd name="T85" fmla="*/ 145 h 354"/>
                <a:gd name="T86" fmla="*/ 28 w 337"/>
                <a:gd name="T87" fmla="*/ 152 h 354"/>
                <a:gd name="T88" fmla="*/ 22 w 337"/>
                <a:gd name="T89" fmla="*/ 177 h 354"/>
                <a:gd name="T90" fmla="*/ 8 w 337"/>
                <a:gd name="T91" fmla="*/ 192 h 354"/>
                <a:gd name="T92" fmla="*/ 17 w 337"/>
                <a:gd name="T93" fmla="*/ 202 h 354"/>
                <a:gd name="T94" fmla="*/ 0 w 337"/>
                <a:gd name="T95" fmla="*/ 233 h 354"/>
                <a:gd name="T96" fmla="*/ 8 w 337"/>
                <a:gd name="T97" fmla="*/ 236 h 354"/>
                <a:gd name="T98" fmla="*/ 22 w 337"/>
                <a:gd name="T99" fmla="*/ 245 h 354"/>
                <a:gd name="T100" fmla="*/ 38 w 337"/>
                <a:gd name="T101" fmla="*/ 256 h 354"/>
                <a:gd name="T102" fmla="*/ 52 w 337"/>
                <a:gd name="T103" fmla="*/ 267 h 354"/>
                <a:gd name="T104" fmla="*/ 65 w 337"/>
                <a:gd name="T105" fmla="*/ 280 h 354"/>
                <a:gd name="T106" fmla="*/ 66 w 337"/>
                <a:gd name="T107" fmla="*/ 300 h 354"/>
                <a:gd name="T108" fmla="*/ 57 w 337"/>
                <a:gd name="T109" fmla="*/ 311 h 354"/>
                <a:gd name="T110" fmla="*/ 57 w 337"/>
                <a:gd name="T111" fmla="*/ 350 h 35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3" name="Freeform 85">
              <a:extLst>
                <a:ext uri="{FF2B5EF4-FFF2-40B4-BE49-F238E27FC236}">
                  <a16:creationId xmlns:a16="http://schemas.microsoft.com/office/drawing/2014/main" id="{94698FE0-F56E-9723-96B6-8E2DC5DB2F0F}"/>
                </a:ext>
              </a:extLst>
            </p:cNvPr>
            <p:cNvSpPr>
              <a:spLocks noChangeAspect="1"/>
            </p:cNvSpPr>
            <p:nvPr/>
          </p:nvSpPr>
          <p:spPr bwMode="gray">
            <a:xfrm>
              <a:off x="4604871" y="3638676"/>
              <a:ext cx="21791" cy="54502"/>
            </a:xfrm>
            <a:custGeom>
              <a:avLst/>
              <a:gdLst>
                <a:gd name="T0" fmla="*/ 80 w 120"/>
                <a:gd name="T1" fmla="*/ 281 h 281"/>
                <a:gd name="T2" fmla="*/ 77 w 120"/>
                <a:gd name="T3" fmla="*/ 279 h 281"/>
                <a:gd name="T4" fmla="*/ 61 w 120"/>
                <a:gd name="T5" fmla="*/ 262 h 281"/>
                <a:gd name="T6" fmla="*/ 53 w 120"/>
                <a:gd name="T7" fmla="*/ 252 h 281"/>
                <a:gd name="T8" fmla="*/ 48 w 120"/>
                <a:gd name="T9" fmla="*/ 241 h 281"/>
                <a:gd name="T10" fmla="*/ 47 w 120"/>
                <a:gd name="T11" fmla="*/ 231 h 281"/>
                <a:gd name="T12" fmla="*/ 46 w 120"/>
                <a:gd name="T13" fmla="*/ 209 h 281"/>
                <a:gd name="T14" fmla="*/ 47 w 120"/>
                <a:gd name="T15" fmla="*/ 188 h 281"/>
                <a:gd name="T16" fmla="*/ 43 w 120"/>
                <a:gd name="T17" fmla="*/ 148 h 281"/>
                <a:gd name="T18" fmla="*/ 42 w 120"/>
                <a:gd name="T19" fmla="*/ 114 h 281"/>
                <a:gd name="T20" fmla="*/ 41 w 120"/>
                <a:gd name="T21" fmla="*/ 101 h 281"/>
                <a:gd name="T22" fmla="*/ 38 w 120"/>
                <a:gd name="T23" fmla="*/ 95 h 281"/>
                <a:gd name="T24" fmla="*/ 34 w 120"/>
                <a:gd name="T25" fmla="*/ 89 h 281"/>
                <a:gd name="T26" fmla="*/ 32 w 120"/>
                <a:gd name="T27" fmla="*/ 68 h 281"/>
                <a:gd name="T28" fmla="*/ 29 w 120"/>
                <a:gd name="T29" fmla="*/ 53 h 281"/>
                <a:gd name="T30" fmla="*/ 25 w 120"/>
                <a:gd name="T31" fmla="*/ 48 h 281"/>
                <a:gd name="T32" fmla="*/ 18 w 120"/>
                <a:gd name="T33" fmla="*/ 41 h 281"/>
                <a:gd name="T34" fmla="*/ 14 w 120"/>
                <a:gd name="T35" fmla="*/ 33 h 281"/>
                <a:gd name="T36" fmla="*/ 5 w 120"/>
                <a:gd name="T37" fmla="*/ 27 h 281"/>
                <a:gd name="T38" fmla="*/ 4 w 120"/>
                <a:gd name="T39" fmla="*/ 21 h 281"/>
                <a:gd name="T40" fmla="*/ 8 w 120"/>
                <a:gd name="T41" fmla="*/ 16 h 281"/>
                <a:gd name="T42" fmla="*/ 8 w 120"/>
                <a:gd name="T43" fmla="*/ 11 h 281"/>
                <a:gd name="T44" fmla="*/ 11 w 120"/>
                <a:gd name="T45" fmla="*/ 6 h 281"/>
                <a:gd name="T46" fmla="*/ 10 w 120"/>
                <a:gd name="T47" fmla="*/ 5 h 281"/>
                <a:gd name="T48" fmla="*/ 2 w 120"/>
                <a:gd name="T49" fmla="*/ 4 h 281"/>
                <a:gd name="T50" fmla="*/ 0 w 120"/>
                <a:gd name="T51" fmla="*/ 3 h 281"/>
                <a:gd name="T52" fmla="*/ 0 w 120"/>
                <a:gd name="T53" fmla="*/ 0 h 281"/>
                <a:gd name="T54" fmla="*/ 0 w 120"/>
                <a:gd name="T55" fmla="*/ 1 h 281"/>
                <a:gd name="T56" fmla="*/ 35 w 120"/>
                <a:gd name="T57" fmla="*/ 6 h 281"/>
                <a:gd name="T58" fmla="*/ 38 w 120"/>
                <a:gd name="T59" fmla="*/ 11 h 281"/>
                <a:gd name="T60" fmla="*/ 42 w 120"/>
                <a:gd name="T61" fmla="*/ 11 h 281"/>
                <a:gd name="T62" fmla="*/ 45 w 120"/>
                <a:gd name="T63" fmla="*/ 8 h 281"/>
                <a:gd name="T64" fmla="*/ 59 w 120"/>
                <a:gd name="T65" fmla="*/ 9 h 281"/>
                <a:gd name="T66" fmla="*/ 61 w 120"/>
                <a:gd name="T67" fmla="*/ 8 h 281"/>
                <a:gd name="T68" fmla="*/ 58 w 120"/>
                <a:gd name="T69" fmla="*/ 10 h 281"/>
                <a:gd name="T70" fmla="*/ 57 w 120"/>
                <a:gd name="T71" fmla="*/ 17 h 281"/>
                <a:gd name="T72" fmla="*/ 53 w 120"/>
                <a:gd name="T73" fmla="*/ 25 h 281"/>
                <a:gd name="T74" fmla="*/ 52 w 120"/>
                <a:gd name="T75" fmla="*/ 35 h 281"/>
                <a:gd name="T76" fmla="*/ 52 w 120"/>
                <a:gd name="T77" fmla="*/ 43 h 281"/>
                <a:gd name="T78" fmla="*/ 57 w 120"/>
                <a:gd name="T79" fmla="*/ 47 h 281"/>
                <a:gd name="T80" fmla="*/ 63 w 120"/>
                <a:gd name="T81" fmla="*/ 51 h 281"/>
                <a:gd name="T82" fmla="*/ 67 w 120"/>
                <a:gd name="T83" fmla="*/ 51 h 281"/>
                <a:gd name="T84" fmla="*/ 72 w 120"/>
                <a:gd name="T85" fmla="*/ 53 h 281"/>
                <a:gd name="T86" fmla="*/ 84 w 120"/>
                <a:gd name="T87" fmla="*/ 69 h 281"/>
                <a:gd name="T88" fmla="*/ 93 w 120"/>
                <a:gd name="T89" fmla="*/ 89 h 281"/>
                <a:gd name="T90" fmla="*/ 99 w 120"/>
                <a:gd name="T91" fmla="*/ 110 h 281"/>
                <a:gd name="T92" fmla="*/ 102 w 120"/>
                <a:gd name="T93" fmla="*/ 119 h 281"/>
                <a:gd name="T94" fmla="*/ 104 w 120"/>
                <a:gd name="T95" fmla="*/ 125 h 281"/>
                <a:gd name="T96" fmla="*/ 106 w 120"/>
                <a:gd name="T97" fmla="*/ 134 h 281"/>
                <a:gd name="T98" fmla="*/ 108 w 120"/>
                <a:gd name="T99" fmla="*/ 145 h 281"/>
                <a:gd name="T100" fmla="*/ 110 w 120"/>
                <a:gd name="T101" fmla="*/ 164 h 281"/>
                <a:gd name="T102" fmla="*/ 110 w 120"/>
                <a:gd name="T103" fmla="*/ 215 h 281"/>
                <a:gd name="T104" fmla="*/ 106 w 120"/>
                <a:gd name="T105" fmla="*/ 238 h 281"/>
                <a:gd name="T106" fmla="*/ 106 w 120"/>
                <a:gd name="T107" fmla="*/ 248 h 281"/>
                <a:gd name="T108" fmla="*/ 110 w 120"/>
                <a:gd name="T109" fmla="*/ 261 h 281"/>
                <a:gd name="T110" fmla="*/ 112 w 120"/>
                <a:gd name="T111" fmla="*/ 268 h 281"/>
                <a:gd name="T112" fmla="*/ 113 w 120"/>
                <a:gd name="T113" fmla="*/ 269 h 281"/>
                <a:gd name="T114" fmla="*/ 120 w 120"/>
                <a:gd name="T115" fmla="*/ 270 h 281"/>
                <a:gd name="T116" fmla="*/ 99 w 120"/>
                <a:gd name="T117" fmla="*/ 275 h 281"/>
                <a:gd name="T118" fmla="*/ 80 w 120"/>
                <a:gd name="T119" fmla="*/ 281 h 2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4" name="Freeform 86">
              <a:extLst>
                <a:ext uri="{FF2B5EF4-FFF2-40B4-BE49-F238E27FC236}">
                  <a16:creationId xmlns:a16="http://schemas.microsoft.com/office/drawing/2014/main" id="{59A0C48A-1FDB-4DC9-2A9B-09FAB274E175}"/>
                </a:ext>
              </a:extLst>
            </p:cNvPr>
            <p:cNvSpPr>
              <a:spLocks noChangeAspect="1"/>
            </p:cNvSpPr>
            <p:nvPr/>
          </p:nvSpPr>
          <p:spPr bwMode="gray">
            <a:xfrm>
              <a:off x="4727033" y="3700964"/>
              <a:ext cx="187534" cy="196067"/>
            </a:xfrm>
            <a:custGeom>
              <a:avLst/>
              <a:gdLst>
                <a:gd name="T0" fmla="*/ 960 w 1045"/>
                <a:gd name="T1" fmla="*/ 671 h 1018"/>
                <a:gd name="T2" fmla="*/ 939 w 1045"/>
                <a:gd name="T3" fmla="*/ 609 h 1018"/>
                <a:gd name="T4" fmla="*/ 933 w 1045"/>
                <a:gd name="T5" fmla="*/ 528 h 1018"/>
                <a:gd name="T6" fmla="*/ 933 w 1045"/>
                <a:gd name="T7" fmla="*/ 488 h 1018"/>
                <a:gd name="T8" fmla="*/ 927 w 1045"/>
                <a:gd name="T9" fmla="*/ 435 h 1018"/>
                <a:gd name="T10" fmla="*/ 934 w 1045"/>
                <a:gd name="T11" fmla="*/ 392 h 1018"/>
                <a:gd name="T12" fmla="*/ 960 w 1045"/>
                <a:gd name="T13" fmla="*/ 337 h 1018"/>
                <a:gd name="T14" fmla="*/ 979 w 1045"/>
                <a:gd name="T15" fmla="*/ 248 h 1018"/>
                <a:gd name="T16" fmla="*/ 1015 w 1045"/>
                <a:gd name="T17" fmla="*/ 202 h 1018"/>
                <a:gd name="T18" fmla="*/ 1043 w 1045"/>
                <a:gd name="T19" fmla="*/ 167 h 1018"/>
                <a:gd name="T20" fmla="*/ 1020 w 1045"/>
                <a:gd name="T21" fmla="*/ 143 h 1018"/>
                <a:gd name="T22" fmla="*/ 1019 w 1045"/>
                <a:gd name="T23" fmla="*/ 90 h 1018"/>
                <a:gd name="T24" fmla="*/ 955 w 1045"/>
                <a:gd name="T25" fmla="*/ 36 h 1018"/>
                <a:gd name="T26" fmla="*/ 892 w 1045"/>
                <a:gd name="T27" fmla="*/ 52 h 1018"/>
                <a:gd name="T28" fmla="*/ 839 w 1045"/>
                <a:gd name="T29" fmla="*/ 5 h 1018"/>
                <a:gd name="T30" fmla="*/ 771 w 1045"/>
                <a:gd name="T31" fmla="*/ 0 h 1018"/>
                <a:gd name="T32" fmla="*/ 697 w 1045"/>
                <a:gd name="T33" fmla="*/ 16 h 1018"/>
                <a:gd name="T34" fmla="*/ 676 w 1045"/>
                <a:gd name="T35" fmla="*/ 10 h 1018"/>
                <a:gd name="T36" fmla="*/ 601 w 1045"/>
                <a:gd name="T37" fmla="*/ 27 h 1018"/>
                <a:gd name="T38" fmla="*/ 509 w 1045"/>
                <a:gd name="T39" fmla="*/ 53 h 1018"/>
                <a:gd name="T40" fmla="*/ 436 w 1045"/>
                <a:gd name="T41" fmla="*/ 25 h 1018"/>
                <a:gd name="T42" fmla="*/ 384 w 1045"/>
                <a:gd name="T43" fmla="*/ 16 h 1018"/>
                <a:gd name="T44" fmla="*/ 359 w 1045"/>
                <a:gd name="T45" fmla="*/ 75 h 1018"/>
                <a:gd name="T46" fmla="*/ 326 w 1045"/>
                <a:gd name="T47" fmla="*/ 159 h 1018"/>
                <a:gd name="T48" fmla="*/ 298 w 1045"/>
                <a:gd name="T49" fmla="*/ 327 h 1018"/>
                <a:gd name="T50" fmla="*/ 217 w 1045"/>
                <a:gd name="T51" fmla="*/ 423 h 1018"/>
                <a:gd name="T52" fmla="*/ 181 w 1045"/>
                <a:gd name="T53" fmla="*/ 516 h 1018"/>
                <a:gd name="T54" fmla="*/ 112 w 1045"/>
                <a:gd name="T55" fmla="*/ 531 h 1018"/>
                <a:gd name="T56" fmla="*/ 68 w 1045"/>
                <a:gd name="T57" fmla="*/ 551 h 1018"/>
                <a:gd name="T58" fmla="*/ 18 w 1045"/>
                <a:gd name="T59" fmla="*/ 560 h 1018"/>
                <a:gd name="T60" fmla="*/ 3 w 1045"/>
                <a:gd name="T61" fmla="*/ 612 h 1018"/>
                <a:gd name="T62" fmla="*/ 9 w 1045"/>
                <a:gd name="T63" fmla="*/ 624 h 1018"/>
                <a:gd name="T64" fmla="*/ 70 w 1045"/>
                <a:gd name="T65" fmla="*/ 606 h 1018"/>
                <a:gd name="T66" fmla="*/ 155 w 1045"/>
                <a:gd name="T67" fmla="*/ 606 h 1018"/>
                <a:gd name="T68" fmla="*/ 225 w 1045"/>
                <a:gd name="T69" fmla="*/ 613 h 1018"/>
                <a:gd name="T70" fmla="*/ 244 w 1045"/>
                <a:gd name="T71" fmla="*/ 654 h 1018"/>
                <a:gd name="T72" fmla="*/ 289 w 1045"/>
                <a:gd name="T73" fmla="*/ 727 h 1018"/>
                <a:gd name="T74" fmla="*/ 366 w 1045"/>
                <a:gd name="T75" fmla="*/ 725 h 1018"/>
                <a:gd name="T76" fmla="*/ 393 w 1045"/>
                <a:gd name="T77" fmla="*/ 694 h 1018"/>
                <a:gd name="T78" fmla="*/ 444 w 1045"/>
                <a:gd name="T79" fmla="*/ 664 h 1018"/>
                <a:gd name="T80" fmla="*/ 520 w 1045"/>
                <a:gd name="T81" fmla="*/ 699 h 1018"/>
                <a:gd name="T82" fmla="*/ 527 w 1045"/>
                <a:gd name="T83" fmla="*/ 781 h 1018"/>
                <a:gd name="T84" fmla="*/ 541 w 1045"/>
                <a:gd name="T85" fmla="*/ 850 h 1018"/>
                <a:gd name="T86" fmla="*/ 531 w 1045"/>
                <a:gd name="T87" fmla="*/ 894 h 1018"/>
                <a:gd name="T88" fmla="*/ 549 w 1045"/>
                <a:gd name="T89" fmla="*/ 908 h 1018"/>
                <a:gd name="T90" fmla="*/ 613 w 1045"/>
                <a:gd name="T91" fmla="*/ 891 h 1018"/>
                <a:gd name="T92" fmla="*/ 645 w 1045"/>
                <a:gd name="T93" fmla="*/ 882 h 1018"/>
                <a:gd name="T94" fmla="*/ 667 w 1045"/>
                <a:gd name="T95" fmla="*/ 903 h 1018"/>
                <a:gd name="T96" fmla="*/ 697 w 1045"/>
                <a:gd name="T97" fmla="*/ 901 h 1018"/>
                <a:gd name="T98" fmla="*/ 736 w 1045"/>
                <a:gd name="T99" fmla="*/ 925 h 1018"/>
                <a:gd name="T100" fmla="*/ 799 w 1045"/>
                <a:gd name="T101" fmla="*/ 934 h 1018"/>
                <a:gd name="T102" fmla="*/ 858 w 1045"/>
                <a:gd name="T103" fmla="*/ 961 h 1018"/>
                <a:gd name="T104" fmla="*/ 898 w 1045"/>
                <a:gd name="T105" fmla="*/ 999 h 1018"/>
                <a:gd name="T106" fmla="*/ 941 w 1045"/>
                <a:gd name="T107" fmla="*/ 1010 h 1018"/>
                <a:gd name="T108" fmla="*/ 959 w 1045"/>
                <a:gd name="T109" fmla="*/ 1018 h 1018"/>
                <a:gd name="T110" fmla="*/ 956 w 1045"/>
                <a:gd name="T111" fmla="*/ 958 h 1018"/>
                <a:gd name="T112" fmla="*/ 911 w 1045"/>
                <a:gd name="T113" fmla="*/ 955 h 1018"/>
                <a:gd name="T114" fmla="*/ 895 w 1045"/>
                <a:gd name="T115" fmla="*/ 917 h 1018"/>
                <a:gd name="T116" fmla="*/ 912 w 1045"/>
                <a:gd name="T117" fmla="*/ 820 h 1018"/>
                <a:gd name="T118" fmla="*/ 914 w 1045"/>
                <a:gd name="T119" fmla="*/ 772 h 1018"/>
                <a:gd name="T120" fmla="*/ 941 w 1045"/>
                <a:gd name="T121" fmla="*/ 748 h 10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65" name="Freeform 87">
              <a:extLst>
                <a:ext uri="{FF2B5EF4-FFF2-40B4-BE49-F238E27FC236}">
                  <a16:creationId xmlns:a16="http://schemas.microsoft.com/office/drawing/2014/main" id="{31C4C8AF-897F-3027-2D1D-385F69536A87}"/>
                </a:ext>
              </a:extLst>
            </p:cNvPr>
            <p:cNvSpPr>
              <a:spLocks noChangeAspect="1"/>
            </p:cNvSpPr>
            <p:nvPr/>
          </p:nvSpPr>
          <p:spPr bwMode="gray">
            <a:xfrm>
              <a:off x="5018239" y="3620980"/>
              <a:ext cx="14527" cy="20527"/>
            </a:xfrm>
            <a:custGeom>
              <a:avLst/>
              <a:gdLst>
                <a:gd name="T0" fmla="*/ 65 w 83"/>
                <a:gd name="T1" fmla="*/ 0 h 106"/>
                <a:gd name="T2" fmla="*/ 48 w 83"/>
                <a:gd name="T3" fmla="*/ 11 h 106"/>
                <a:gd name="T4" fmla="*/ 33 w 83"/>
                <a:gd name="T5" fmla="*/ 19 h 106"/>
                <a:gd name="T6" fmla="*/ 28 w 83"/>
                <a:gd name="T7" fmla="*/ 25 h 106"/>
                <a:gd name="T8" fmla="*/ 22 w 83"/>
                <a:gd name="T9" fmla="*/ 29 h 106"/>
                <a:gd name="T10" fmla="*/ 17 w 83"/>
                <a:gd name="T11" fmla="*/ 51 h 106"/>
                <a:gd name="T12" fmla="*/ 15 w 83"/>
                <a:gd name="T13" fmla="*/ 62 h 106"/>
                <a:gd name="T14" fmla="*/ 9 w 83"/>
                <a:gd name="T15" fmla="*/ 74 h 106"/>
                <a:gd name="T16" fmla="*/ 0 w 83"/>
                <a:gd name="T17" fmla="*/ 85 h 106"/>
                <a:gd name="T18" fmla="*/ 0 w 83"/>
                <a:gd name="T19" fmla="*/ 88 h 106"/>
                <a:gd name="T20" fmla="*/ 1 w 83"/>
                <a:gd name="T21" fmla="*/ 97 h 106"/>
                <a:gd name="T22" fmla="*/ 7 w 83"/>
                <a:gd name="T23" fmla="*/ 103 h 106"/>
                <a:gd name="T24" fmla="*/ 20 w 83"/>
                <a:gd name="T25" fmla="*/ 105 h 106"/>
                <a:gd name="T26" fmla="*/ 24 w 83"/>
                <a:gd name="T27" fmla="*/ 102 h 106"/>
                <a:gd name="T28" fmla="*/ 31 w 83"/>
                <a:gd name="T29" fmla="*/ 105 h 106"/>
                <a:gd name="T30" fmla="*/ 32 w 83"/>
                <a:gd name="T31" fmla="*/ 103 h 106"/>
                <a:gd name="T32" fmla="*/ 33 w 83"/>
                <a:gd name="T33" fmla="*/ 100 h 106"/>
                <a:gd name="T34" fmla="*/ 45 w 83"/>
                <a:gd name="T35" fmla="*/ 96 h 106"/>
                <a:gd name="T36" fmla="*/ 50 w 83"/>
                <a:gd name="T37" fmla="*/ 97 h 106"/>
                <a:gd name="T38" fmla="*/ 59 w 83"/>
                <a:gd name="T39" fmla="*/ 105 h 106"/>
                <a:gd name="T40" fmla="*/ 59 w 83"/>
                <a:gd name="T41" fmla="*/ 106 h 106"/>
                <a:gd name="T42" fmla="*/ 61 w 83"/>
                <a:gd name="T43" fmla="*/ 100 h 106"/>
                <a:gd name="T44" fmla="*/ 71 w 83"/>
                <a:gd name="T45" fmla="*/ 88 h 106"/>
                <a:gd name="T46" fmla="*/ 76 w 83"/>
                <a:gd name="T47" fmla="*/ 76 h 106"/>
                <a:gd name="T48" fmla="*/ 79 w 83"/>
                <a:gd name="T49" fmla="*/ 74 h 106"/>
                <a:gd name="T50" fmla="*/ 76 w 83"/>
                <a:gd name="T51" fmla="*/ 72 h 106"/>
                <a:gd name="T52" fmla="*/ 74 w 83"/>
                <a:gd name="T53" fmla="*/ 72 h 106"/>
                <a:gd name="T54" fmla="*/ 71 w 83"/>
                <a:gd name="T55" fmla="*/ 69 h 106"/>
                <a:gd name="T56" fmla="*/ 64 w 83"/>
                <a:gd name="T57" fmla="*/ 70 h 106"/>
                <a:gd name="T58" fmla="*/ 56 w 83"/>
                <a:gd name="T59" fmla="*/ 69 h 106"/>
                <a:gd name="T60" fmla="*/ 48 w 83"/>
                <a:gd name="T61" fmla="*/ 72 h 106"/>
                <a:gd name="T62" fmla="*/ 47 w 83"/>
                <a:gd name="T63" fmla="*/ 74 h 106"/>
                <a:gd name="T64" fmla="*/ 44 w 83"/>
                <a:gd name="T65" fmla="*/ 75 h 106"/>
                <a:gd name="T66" fmla="*/ 40 w 83"/>
                <a:gd name="T67" fmla="*/ 74 h 106"/>
                <a:gd name="T68" fmla="*/ 38 w 83"/>
                <a:gd name="T69" fmla="*/ 70 h 106"/>
                <a:gd name="T70" fmla="*/ 39 w 83"/>
                <a:gd name="T71" fmla="*/ 69 h 106"/>
                <a:gd name="T72" fmla="*/ 44 w 83"/>
                <a:gd name="T73" fmla="*/ 70 h 106"/>
                <a:gd name="T74" fmla="*/ 47 w 83"/>
                <a:gd name="T75" fmla="*/ 70 h 106"/>
                <a:gd name="T76" fmla="*/ 48 w 83"/>
                <a:gd name="T77" fmla="*/ 67 h 106"/>
                <a:gd name="T78" fmla="*/ 53 w 83"/>
                <a:gd name="T79" fmla="*/ 59 h 106"/>
                <a:gd name="T80" fmla="*/ 56 w 83"/>
                <a:gd name="T81" fmla="*/ 57 h 106"/>
                <a:gd name="T82" fmla="*/ 61 w 83"/>
                <a:gd name="T83" fmla="*/ 57 h 106"/>
                <a:gd name="T84" fmla="*/ 66 w 83"/>
                <a:gd name="T85" fmla="*/ 51 h 106"/>
                <a:gd name="T86" fmla="*/ 77 w 83"/>
                <a:gd name="T87" fmla="*/ 48 h 106"/>
                <a:gd name="T88" fmla="*/ 83 w 83"/>
                <a:gd name="T89" fmla="*/ 45 h 106"/>
                <a:gd name="T90" fmla="*/ 83 w 83"/>
                <a:gd name="T91" fmla="*/ 38 h 106"/>
                <a:gd name="T92" fmla="*/ 81 w 83"/>
                <a:gd name="T93" fmla="*/ 22 h 106"/>
                <a:gd name="T94" fmla="*/ 80 w 83"/>
                <a:gd name="T95" fmla="*/ 20 h 106"/>
                <a:gd name="T96" fmla="*/ 75 w 83"/>
                <a:gd name="T97" fmla="*/ 16 h 106"/>
                <a:gd name="T98" fmla="*/ 71 w 83"/>
                <a:gd name="T99" fmla="*/ 9 h 106"/>
                <a:gd name="T100" fmla="*/ 67 w 83"/>
                <a:gd name="T101" fmla="*/ 5 h 106"/>
                <a:gd name="T102" fmla="*/ 65 w 83"/>
                <a:gd name="T103" fmla="*/ 0 h 1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652" name="Group 30">
              <a:extLst>
                <a:ext uri="{FF2B5EF4-FFF2-40B4-BE49-F238E27FC236}">
                  <a16:creationId xmlns:a16="http://schemas.microsoft.com/office/drawing/2014/main" id="{E47FF384-F8DB-355F-6D7C-981A65F4DEBC}"/>
                </a:ext>
              </a:extLst>
            </p:cNvPr>
            <p:cNvGrpSpPr>
              <a:grpSpLocks noChangeAspect="1"/>
            </p:cNvGrpSpPr>
            <p:nvPr/>
          </p:nvGrpSpPr>
          <p:grpSpPr bwMode="auto">
            <a:xfrm>
              <a:off x="3970289" y="3702373"/>
              <a:ext cx="382991" cy="700035"/>
              <a:chOff x="1766" y="3144"/>
              <a:chExt cx="580" cy="989"/>
            </a:xfrm>
            <a:grpFill/>
          </p:grpSpPr>
          <p:sp>
            <p:nvSpPr>
              <p:cNvPr id="713" name="Freeform 31">
                <a:extLst>
                  <a:ext uri="{FF2B5EF4-FFF2-40B4-BE49-F238E27FC236}">
                    <a16:creationId xmlns:a16="http://schemas.microsoft.com/office/drawing/2014/main" id="{9CCE0D1B-4785-68BE-6A1D-8BCE71F82E76}"/>
                  </a:ext>
                </a:extLst>
              </p:cNvPr>
              <p:cNvSpPr>
                <a:spLocks noChangeAspect="1"/>
              </p:cNvSpPr>
              <p:nvPr/>
            </p:nvSpPr>
            <p:spPr bwMode="gray">
              <a:xfrm>
                <a:off x="1994" y="3688"/>
                <a:ext cx="80" cy="85"/>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714" name="Group 32">
                <a:extLst>
                  <a:ext uri="{FF2B5EF4-FFF2-40B4-BE49-F238E27FC236}">
                    <a16:creationId xmlns:a16="http://schemas.microsoft.com/office/drawing/2014/main" id="{760D713C-EB80-94D3-54A7-1ED3FB11A594}"/>
                  </a:ext>
                </a:extLst>
              </p:cNvPr>
              <p:cNvGrpSpPr>
                <a:grpSpLocks noChangeAspect="1"/>
              </p:cNvGrpSpPr>
              <p:nvPr/>
            </p:nvGrpSpPr>
            <p:grpSpPr bwMode="auto">
              <a:xfrm>
                <a:off x="1766" y="3144"/>
                <a:ext cx="580" cy="989"/>
                <a:chOff x="1766" y="3144"/>
                <a:chExt cx="580" cy="989"/>
              </a:xfrm>
              <a:grpFill/>
            </p:grpSpPr>
            <p:sp>
              <p:nvSpPr>
                <p:cNvPr id="715" name="Freeform 33">
                  <a:extLst>
                    <a:ext uri="{FF2B5EF4-FFF2-40B4-BE49-F238E27FC236}">
                      <a16:creationId xmlns:a16="http://schemas.microsoft.com/office/drawing/2014/main" id="{6E909029-F97D-9869-56CA-3852CDA1C391}"/>
                    </a:ext>
                  </a:extLst>
                </p:cNvPr>
                <p:cNvSpPr>
                  <a:spLocks noChangeAspect="1"/>
                </p:cNvSpPr>
                <p:nvPr/>
              </p:nvSpPr>
              <p:spPr bwMode="gray">
                <a:xfrm>
                  <a:off x="1766" y="3144"/>
                  <a:ext cx="580" cy="607"/>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16" name="Freeform 34">
                  <a:extLst>
                    <a:ext uri="{FF2B5EF4-FFF2-40B4-BE49-F238E27FC236}">
                      <a16:creationId xmlns:a16="http://schemas.microsoft.com/office/drawing/2014/main" id="{F896A160-5CB3-C75D-33EC-BA5DC9680560}"/>
                    </a:ext>
                  </a:extLst>
                </p:cNvPr>
                <p:cNvSpPr>
                  <a:spLocks noChangeAspect="1"/>
                </p:cNvSpPr>
                <p:nvPr/>
              </p:nvSpPr>
              <p:spPr bwMode="gray">
                <a:xfrm>
                  <a:off x="1773" y="3551"/>
                  <a:ext cx="293" cy="582"/>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grpSp>
          <p:nvGrpSpPr>
            <p:cNvPr id="653" name="Group 118">
              <a:extLst>
                <a:ext uri="{FF2B5EF4-FFF2-40B4-BE49-F238E27FC236}">
                  <a16:creationId xmlns:a16="http://schemas.microsoft.com/office/drawing/2014/main" id="{F58DA31A-0E8E-076D-BA6F-A21DADC29BEE}"/>
                </a:ext>
              </a:extLst>
            </p:cNvPr>
            <p:cNvGrpSpPr>
              <a:grpSpLocks noChangeAspect="1"/>
            </p:cNvGrpSpPr>
            <p:nvPr/>
          </p:nvGrpSpPr>
          <p:grpSpPr bwMode="auto">
            <a:xfrm>
              <a:off x="3789356" y="3364046"/>
              <a:ext cx="230455" cy="316398"/>
              <a:chOff x="1492" y="2666"/>
              <a:chExt cx="349" cy="447"/>
            </a:xfrm>
            <a:grpFill/>
          </p:grpSpPr>
          <p:sp>
            <p:nvSpPr>
              <p:cNvPr id="677" name="Freeform 119">
                <a:extLst>
                  <a:ext uri="{FF2B5EF4-FFF2-40B4-BE49-F238E27FC236}">
                    <a16:creationId xmlns:a16="http://schemas.microsoft.com/office/drawing/2014/main" id="{15B3430F-1404-F1CA-E508-E9953CABA0BF}"/>
                  </a:ext>
                </a:extLst>
              </p:cNvPr>
              <p:cNvSpPr>
                <a:spLocks noChangeAspect="1"/>
              </p:cNvSpPr>
              <p:nvPr/>
            </p:nvSpPr>
            <p:spPr bwMode="gray">
              <a:xfrm>
                <a:off x="1562" y="2995"/>
                <a:ext cx="63" cy="64"/>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8" name="Freeform 120">
                <a:extLst>
                  <a:ext uri="{FF2B5EF4-FFF2-40B4-BE49-F238E27FC236}">
                    <a16:creationId xmlns:a16="http://schemas.microsoft.com/office/drawing/2014/main" id="{74B21A09-92CD-5D59-C015-D4FA707CB1BA}"/>
                  </a:ext>
                </a:extLst>
              </p:cNvPr>
              <p:cNvSpPr>
                <a:spLocks noChangeAspect="1"/>
              </p:cNvSpPr>
              <p:nvPr/>
            </p:nvSpPr>
            <p:spPr bwMode="gray">
              <a:xfrm>
                <a:off x="1629" y="3077"/>
                <a:ext cx="87" cy="3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9" name="Freeform 121">
                <a:extLst>
                  <a:ext uri="{FF2B5EF4-FFF2-40B4-BE49-F238E27FC236}">
                    <a16:creationId xmlns:a16="http://schemas.microsoft.com/office/drawing/2014/main" id="{F2B18C33-14C6-558D-E189-DFE3B5BC0B6A}"/>
                  </a:ext>
                </a:extLst>
              </p:cNvPr>
              <p:cNvSpPr>
                <a:spLocks noChangeAspect="1"/>
              </p:cNvSpPr>
              <p:nvPr/>
            </p:nvSpPr>
            <p:spPr bwMode="gray">
              <a:xfrm>
                <a:off x="1492" y="2952"/>
                <a:ext cx="59" cy="64"/>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0" name="Freeform 122">
                <a:extLst>
                  <a:ext uri="{FF2B5EF4-FFF2-40B4-BE49-F238E27FC236}">
                    <a16:creationId xmlns:a16="http://schemas.microsoft.com/office/drawing/2014/main" id="{21BB5272-0F46-05F3-A12F-B068C96D10A8}"/>
                  </a:ext>
                </a:extLst>
              </p:cNvPr>
              <p:cNvSpPr>
                <a:spLocks noChangeAspect="1"/>
              </p:cNvSpPr>
              <p:nvPr/>
            </p:nvSpPr>
            <p:spPr bwMode="gray">
              <a:xfrm>
                <a:off x="1537" y="2942"/>
                <a:ext cx="16" cy="40"/>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1" name="Freeform 123">
                <a:extLst>
                  <a:ext uri="{FF2B5EF4-FFF2-40B4-BE49-F238E27FC236}">
                    <a16:creationId xmlns:a16="http://schemas.microsoft.com/office/drawing/2014/main" id="{7D840092-4589-911E-0636-360F233C1E6C}"/>
                  </a:ext>
                </a:extLst>
              </p:cNvPr>
              <p:cNvSpPr>
                <a:spLocks noChangeAspect="1"/>
              </p:cNvSpPr>
              <p:nvPr/>
            </p:nvSpPr>
            <p:spPr bwMode="gray">
              <a:xfrm>
                <a:off x="1525" y="3005"/>
                <a:ext cx="34" cy="19"/>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2" name="Freeform 124">
                <a:extLst>
                  <a:ext uri="{FF2B5EF4-FFF2-40B4-BE49-F238E27FC236}">
                    <a16:creationId xmlns:a16="http://schemas.microsoft.com/office/drawing/2014/main" id="{AC878322-A2FB-F252-0216-4EDBFAA54735}"/>
                  </a:ext>
                </a:extLst>
              </p:cNvPr>
              <p:cNvSpPr>
                <a:spLocks noChangeAspect="1"/>
              </p:cNvSpPr>
              <p:nvPr/>
            </p:nvSpPr>
            <p:spPr bwMode="gray">
              <a:xfrm>
                <a:off x="1587" y="3054"/>
                <a:ext cx="49" cy="43"/>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3" name="Freeform 125">
                <a:extLst>
                  <a:ext uri="{FF2B5EF4-FFF2-40B4-BE49-F238E27FC236}">
                    <a16:creationId xmlns:a16="http://schemas.microsoft.com/office/drawing/2014/main" id="{8BEF2B33-05DF-2BC9-1317-C1FB3A894FAC}"/>
                  </a:ext>
                </a:extLst>
              </p:cNvPr>
              <p:cNvSpPr>
                <a:spLocks noChangeAspect="1"/>
              </p:cNvSpPr>
              <p:nvPr/>
            </p:nvSpPr>
            <p:spPr bwMode="gray">
              <a:xfrm>
                <a:off x="1534" y="2980"/>
                <a:ext cx="91" cy="47"/>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4" name="Freeform 126">
                <a:extLst>
                  <a:ext uri="{FF2B5EF4-FFF2-40B4-BE49-F238E27FC236}">
                    <a16:creationId xmlns:a16="http://schemas.microsoft.com/office/drawing/2014/main" id="{897A6D64-F190-9ACD-6583-64BC2E0ED142}"/>
                  </a:ext>
                </a:extLst>
              </p:cNvPr>
              <p:cNvSpPr>
                <a:spLocks noChangeAspect="1"/>
              </p:cNvSpPr>
              <p:nvPr/>
            </p:nvSpPr>
            <p:spPr bwMode="gray">
              <a:xfrm rot="-514390">
                <a:off x="1703" y="2788"/>
                <a:ext cx="11" cy="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5" name="Freeform 127">
                <a:extLst>
                  <a:ext uri="{FF2B5EF4-FFF2-40B4-BE49-F238E27FC236}">
                    <a16:creationId xmlns:a16="http://schemas.microsoft.com/office/drawing/2014/main" id="{FA14BBB7-736E-5C2E-659A-2BF0C81C7268}"/>
                  </a:ext>
                </a:extLst>
              </p:cNvPr>
              <p:cNvSpPr>
                <a:spLocks noChangeAspect="1"/>
              </p:cNvSpPr>
              <p:nvPr/>
            </p:nvSpPr>
            <p:spPr bwMode="gray">
              <a:xfrm rot="-514390">
                <a:off x="1720" y="2789"/>
                <a:ext cx="2" cy="14"/>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6" name="Freeform 128">
                <a:extLst>
                  <a:ext uri="{FF2B5EF4-FFF2-40B4-BE49-F238E27FC236}">
                    <a16:creationId xmlns:a16="http://schemas.microsoft.com/office/drawing/2014/main" id="{7238B3CB-F5BB-A181-0E89-279B26D64A94}"/>
                  </a:ext>
                </a:extLst>
              </p:cNvPr>
              <p:cNvSpPr>
                <a:spLocks noChangeAspect="1"/>
              </p:cNvSpPr>
              <p:nvPr/>
            </p:nvSpPr>
            <p:spPr bwMode="gray">
              <a:xfrm rot="-514390">
                <a:off x="1720" y="2820"/>
                <a:ext cx="3" cy="2"/>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7" name="Freeform 129">
                <a:extLst>
                  <a:ext uri="{FF2B5EF4-FFF2-40B4-BE49-F238E27FC236}">
                    <a16:creationId xmlns:a16="http://schemas.microsoft.com/office/drawing/2014/main" id="{8B6367E0-E9A6-555A-8517-26615A767964}"/>
                  </a:ext>
                </a:extLst>
              </p:cNvPr>
              <p:cNvSpPr>
                <a:spLocks noChangeAspect="1"/>
              </p:cNvSpPr>
              <p:nvPr/>
            </p:nvSpPr>
            <p:spPr bwMode="gray">
              <a:xfrm rot="-514390">
                <a:off x="1714" y="2819"/>
                <a:ext cx="5" cy="16"/>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8" name="Freeform 130">
                <a:extLst>
                  <a:ext uri="{FF2B5EF4-FFF2-40B4-BE49-F238E27FC236}">
                    <a16:creationId xmlns:a16="http://schemas.microsoft.com/office/drawing/2014/main" id="{BFAAA425-F498-DCD6-C7C1-D43590926990}"/>
                  </a:ext>
                </a:extLst>
              </p:cNvPr>
              <p:cNvSpPr>
                <a:spLocks noChangeAspect="1"/>
              </p:cNvSpPr>
              <p:nvPr/>
            </p:nvSpPr>
            <p:spPr bwMode="gray">
              <a:xfrm rot="-514390">
                <a:off x="1720" y="2838"/>
                <a:ext cx="2" cy="8"/>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89" name="Freeform 131">
                <a:extLst>
                  <a:ext uri="{FF2B5EF4-FFF2-40B4-BE49-F238E27FC236}">
                    <a16:creationId xmlns:a16="http://schemas.microsoft.com/office/drawing/2014/main" id="{482A6132-B806-CDAA-2555-16540308C405}"/>
                  </a:ext>
                </a:extLst>
              </p:cNvPr>
              <p:cNvSpPr>
                <a:spLocks noChangeAspect="1"/>
              </p:cNvSpPr>
              <p:nvPr/>
            </p:nvSpPr>
            <p:spPr bwMode="gray">
              <a:xfrm rot="-514390">
                <a:off x="1733" y="2815"/>
                <a:ext cx="1" cy="11"/>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0" name="Freeform 132">
                <a:extLst>
                  <a:ext uri="{FF2B5EF4-FFF2-40B4-BE49-F238E27FC236}">
                    <a16:creationId xmlns:a16="http://schemas.microsoft.com/office/drawing/2014/main" id="{0E5FD112-9342-5CB7-9E94-451669CA806E}"/>
                  </a:ext>
                </a:extLst>
              </p:cNvPr>
              <p:cNvSpPr>
                <a:spLocks noChangeAspect="1"/>
              </p:cNvSpPr>
              <p:nvPr/>
            </p:nvSpPr>
            <p:spPr bwMode="gray">
              <a:xfrm rot="-514390">
                <a:off x="1739" y="2824"/>
                <a:ext cx="4" cy="13"/>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1" name="Freeform 133">
                <a:extLst>
                  <a:ext uri="{FF2B5EF4-FFF2-40B4-BE49-F238E27FC236}">
                    <a16:creationId xmlns:a16="http://schemas.microsoft.com/office/drawing/2014/main" id="{FD531667-E9C3-DD5A-4ED8-BD48EFB2F8EB}"/>
                  </a:ext>
                </a:extLst>
              </p:cNvPr>
              <p:cNvSpPr>
                <a:spLocks noChangeAspect="1"/>
              </p:cNvSpPr>
              <p:nvPr/>
            </p:nvSpPr>
            <p:spPr bwMode="gray">
              <a:xfrm rot="-514390">
                <a:off x="1752" y="2834"/>
                <a:ext cx="2" cy="3"/>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2" name="Freeform 134">
                <a:extLst>
                  <a:ext uri="{FF2B5EF4-FFF2-40B4-BE49-F238E27FC236}">
                    <a16:creationId xmlns:a16="http://schemas.microsoft.com/office/drawing/2014/main" id="{2756CFE2-7602-DD4C-268E-41F54BC17D48}"/>
                  </a:ext>
                </a:extLst>
              </p:cNvPr>
              <p:cNvSpPr>
                <a:spLocks noChangeAspect="1"/>
              </p:cNvSpPr>
              <p:nvPr/>
            </p:nvSpPr>
            <p:spPr bwMode="gray">
              <a:xfrm rot="-514390">
                <a:off x="1746" y="2846"/>
                <a:ext cx="4" cy="14"/>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3" name="Freeform 135">
                <a:extLst>
                  <a:ext uri="{FF2B5EF4-FFF2-40B4-BE49-F238E27FC236}">
                    <a16:creationId xmlns:a16="http://schemas.microsoft.com/office/drawing/2014/main" id="{86BA3E95-69F2-6823-BE15-3CE6E2A3A9D0}"/>
                  </a:ext>
                </a:extLst>
              </p:cNvPr>
              <p:cNvSpPr>
                <a:spLocks noChangeAspect="1"/>
              </p:cNvSpPr>
              <p:nvPr/>
            </p:nvSpPr>
            <p:spPr bwMode="gray">
              <a:xfrm rot="-514390">
                <a:off x="1758" y="2858"/>
                <a:ext cx="4" cy="12"/>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4" name="Freeform 136">
                <a:extLst>
                  <a:ext uri="{FF2B5EF4-FFF2-40B4-BE49-F238E27FC236}">
                    <a16:creationId xmlns:a16="http://schemas.microsoft.com/office/drawing/2014/main" id="{483F32CB-15C8-5CB1-C969-997582201F1D}"/>
                  </a:ext>
                </a:extLst>
              </p:cNvPr>
              <p:cNvSpPr>
                <a:spLocks noChangeAspect="1"/>
              </p:cNvSpPr>
              <p:nvPr/>
            </p:nvSpPr>
            <p:spPr bwMode="gray">
              <a:xfrm rot="-514390">
                <a:off x="1769" y="2866"/>
                <a:ext cx="4" cy="2"/>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5" name="Freeform 137">
                <a:extLst>
                  <a:ext uri="{FF2B5EF4-FFF2-40B4-BE49-F238E27FC236}">
                    <a16:creationId xmlns:a16="http://schemas.microsoft.com/office/drawing/2014/main" id="{2CAC5401-0664-978D-43F3-9BDF164D06F7}"/>
                  </a:ext>
                </a:extLst>
              </p:cNvPr>
              <p:cNvSpPr>
                <a:spLocks noChangeAspect="1"/>
              </p:cNvSpPr>
              <p:nvPr/>
            </p:nvSpPr>
            <p:spPr bwMode="gray">
              <a:xfrm rot="-514390">
                <a:off x="1779" y="2872"/>
                <a:ext cx="8" cy="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6" name="Freeform 138">
                <a:extLst>
                  <a:ext uri="{FF2B5EF4-FFF2-40B4-BE49-F238E27FC236}">
                    <a16:creationId xmlns:a16="http://schemas.microsoft.com/office/drawing/2014/main" id="{E9691721-79E2-C938-487F-1F3F51F7875E}"/>
                  </a:ext>
                </a:extLst>
              </p:cNvPr>
              <p:cNvSpPr>
                <a:spLocks noChangeAspect="1"/>
              </p:cNvSpPr>
              <p:nvPr/>
            </p:nvSpPr>
            <p:spPr bwMode="gray">
              <a:xfrm rot="-514390">
                <a:off x="1768" y="2887"/>
                <a:ext cx="5" cy="8"/>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7" name="Freeform 139">
                <a:extLst>
                  <a:ext uri="{FF2B5EF4-FFF2-40B4-BE49-F238E27FC236}">
                    <a16:creationId xmlns:a16="http://schemas.microsoft.com/office/drawing/2014/main" id="{8E4B39F6-307B-5492-7CD4-C99C98939E03}"/>
                  </a:ext>
                </a:extLst>
              </p:cNvPr>
              <p:cNvSpPr>
                <a:spLocks noChangeAspect="1"/>
              </p:cNvSpPr>
              <p:nvPr/>
            </p:nvSpPr>
            <p:spPr bwMode="gray">
              <a:xfrm rot="-514390">
                <a:off x="1719" y="2837"/>
                <a:ext cx="3" cy="4"/>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8" name="Freeform 140">
                <a:extLst>
                  <a:ext uri="{FF2B5EF4-FFF2-40B4-BE49-F238E27FC236}">
                    <a16:creationId xmlns:a16="http://schemas.microsoft.com/office/drawing/2014/main" id="{998AB913-E480-9354-1FCF-B411036AE532}"/>
                  </a:ext>
                </a:extLst>
              </p:cNvPr>
              <p:cNvSpPr>
                <a:spLocks noChangeAspect="1"/>
              </p:cNvSpPr>
              <p:nvPr/>
            </p:nvSpPr>
            <p:spPr bwMode="gray">
              <a:xfrm rot="-514390">
                <a:off x="1692" y="2823"/>
                <a:ext cx="1" cy="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99" name="Freeform 141">
                <a:extLst>
                  <a:ext uri="{FF2B5EF4-FFF2-40B4-BE49-F238E27FC236}">
                    <a16:creationId xmlns:a16="http://schemas.microsoft.com/office/drawing/2014/main" id="{8571CBAB-81B0-09CC-E5CA-8CF8276B4F0B}"/>
                  </a:ext>
                </a:extLst>
              </p:cNvPr>
              <p:cNvSpPr>
                <a:spLocks noChangeAspect="1"/>
              </p:cNvSpPr>
              <p:nvPr/>
            </p:nvSpPr>
            <p:spPr bwMode="gray">
              <a:xfrm rot="-514390">
                <a:off x="1689" y="2830"/>
                <a:ext cx="3" cy="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0" name="Freeform 142">
                <a:extLst>
                  <a:ext uri="{FF2B5EF4-FFF2-40B4-BE49-F238E27FC236}">
                    <a16:creationId xmlns:a16="http://schemas.microsoft.com/office/drawing/2014/main" id="{D0490467-BF71-39AC-07CC-DBF1F3138D67}"/>
                  </a:ext>
                </a:extLst>
              </p:cNvPr>
              <p:cNvSpPr>
                <a:spLocks noChangeAspect="1"/>
              </p:cNvSpPr>
              <p:nvPr/>
            </p:nvSpPr>
            <p:spPr bwMode="gray">
              <a:xfrm rot="-514390">
                <a:off x="1681" y="2832"/>
                <a:ext cx="5" cy="6"/>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1" name="Freeform 143">
                <a:extLst>
                  <a:ext uri="{FF2B5EF4-FFF2-40B4-BE49-F238E27FC236}">
                    <a16:creationId xmlns:a16="http://schemas.microsoft.com/office/drawing/2014/main" id="{3C38909C-4041-2943-7AB4-3F90C926B802}"/>
                  </a:ext>
                </a:extLst>
              </p:cNvPr>
              <p:cNvSpPr>
                <a:spLocks noChangeAspect="1"/>
              </p:cNvSpPr>
              <p:nvPr/>
            </p:nvSpPr>
            <p:spPr bwMode="gray">
              <a:xfrm rot="-1047951">
                <a:off x="1718" y="2949"/>
                <a:ext cx="20" cy="15"/>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2" name="Freeform 144">
                <a:extLst>
                  <a:ext uri="{FF2B5EF4-FFF2-40B4-BE49-F238E27FC236}">
                    <a16:creationId xmlns:a16="http://schemas.microsoft.com/office/drawing/2014/main" id="{9D29A715-4732-CAD8-4540-2C8421FD5B30}"/>
                  </a:ext>
                </a:extLst>
              </p:cNvPr>
              <p:cNvSpPr>
                <a:spLocks noChangeAspect="1"/>
              </p:cNvSpPr>
              <p:nvPr/>
            </p:nvSpPr>
            <p:spPr bwMode="gray">
              <a:xfrm rot="-1047951">
                <a:off x="1773" y="2900"/>
                <a:ext cx="33" cy="45"/>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3" name="Freeform 145">
                <a:extLst>
                  <a:ext uri="{FF2B5EF4-FFF2-40B4-BE49-F238E27FC236}">
                    <a16:creationId xmlns:a16="http://schemas.microsoft.com/office/drawing/2014/main" id="{0E86667C-045F-2733-FE8F-150D9773B8FB}"/>
                  </a:ext>
                </a:extLst>
              </p:cNvPr>
              <p:cNvSpPr>
                <a:spLocks noChangeAspect="1"/>
              </p:cNvSpPr>
              <p:nvPr/>
            </p:nvSpPr>
            <p:spPr bwMode="gray">
              <a:xfrm rot="-1047951">
                <a:off x="1757" y="2906"/>
                <a:ext cx="1" cy="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704" name="Group 146">
                <a:extLst>
                  <a:ext uri="{FF2B5EF4-FFF2-40B4-BE49-F238E27FC236}">
                    <a16:creationId xmlns:a16="http://schemas.microsoft.com/office/drawing/2014/main" id="{B7689ED9-06A3-4780-3D95-9AD8192BD27D}"/>
                  </a:ext>
                </a:extLst>
              </p:cNvPr>
              <p:cNvGrpSpPr>
                <a:grpSpLocks noChangeAspect="1"/>
              </p:cNvGrpSpPr>
              <p:nvPr/>
            </p:nvGrpSpPr>
            <p:grpSpPr bwMode="auto">
              <a:xfrm>
                <a:off x="1656" y="2666"/>
                <a:ext cx="24" cy="35"/>
                <a:chOff x="1694" y="2257"/>
                <a:chExt cx="18" cy="28"/>
              </a:xfrm>
              <a:grpFill/>
            </p:grpSpPr>
            <p:sp>
              <p:nvSpPr>
                <p:cNvPr id="711" name="Freeform 147">
                  <a:extLst>
                    <a:ext uri="{FF2B5EF4-FFF2-40B4-BE49-F238E27FC236}">
                      <a16:creationId xmlns:a16="http://schemas.microsoft.com/office/drawing/2014/main" id="{E25946B1-DC19-113F-8478-87D778C1C5E4}"/>
                    </a:ext>
                  </a:extLst>
                </p:cNvPr>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12" name="Freeform 148">
                  <a:extLst>
                    <a:ext uri="{FF2B5EF4-FFF2-40B4-BE49-F238E27FC236}">
                      <a16:creationId xmlns:a16="http://schemas.microsoft.com/office/drawing/2014/main" id="{582C3D4A-F1D0-2101-6F25-A1A7F234D04D}"/>
                    </a:ext>
                  </a:extLst>
                </p:cNvPr>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705" name="Freeform 149">
                <a:extLst>
                  <a:ext uri="{FF2B5EF4-FFF2-40B4-BE49-F238E27FC236}">
                    <a16:creationId xmlns:a16="http://schemas.microsoft.com/office/drawing/2014/main" id="{5E315C5F-3F40-1362-4186-E8791095261B}"/>
                  </a:ext>
                </a:extLst>
              </p:cNvPr>
              <p:cNvSpPr>
                <a:spLocks noChangeAspect="1"/>
              </p:cNvSpPr>
              <p:nvPr/>
            </p:nvSpPr>
            <p:spPr bwMode="gray">
              <a:xfrm rot="-1047951">
                <a:off x="1817" y="2917"/>
                <a:ext cx="13" cy="1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6" name="Freeform 150">
                <a:extLst>
                  <a:ext uri="{FF2B5EF4-FFF2-40B4-BE49-F238E27FC236}">
                    <a16:creationId xmlns:a16="http://schemas.microsoft.com/office/drawing/2014/main" id="{774A9511-4E28-64A3-887D-C118517FC837}"/>
                  </a:ext>
                </a:extLst>
              </p:cNvPr>
              <p:cNvSpPr>
                <a:spLocks noChangeAspect="1"/>
              </p:cNvSpPr>
              <p:nvPr/>
            </p:nvSpPr>
            <p:spPr bwMode="gray">
              <a:xfrm rot="-1047951">
                <a:off x="1837" y="2914"/>
                <a:ext cx="0" cy="1"/>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7" name="Freeform 151">
                <a:extLst>
                  <a:ext uri="{FF2B5EF4-FFF2-40B4-BE49-F238E27FC236}">
                    <a16:creationId xmlns:a16="http://schemas.microsoft.com/office/drawing/2014/main" id="{547856F4-587A-7D0A-9390-E104D05EFEB0}"/>
                  </a:ext>
                </a:extLst>
              </p:cNvPr>
              <p:cNvSpPr>
                <a:spLocks noChangeAspect="1"/>
              </p:cNvSpPr>
              <p:nvPr/>
            </p:nvSpPr>
            <p:spPr bwMode="gray">
              <a:xfrm rot="-1047951">
                <a:off x="1840" y="2925"/>
                <a:ext cx="1" cy="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8" name="Freeform 152">
                <a:extLst>
                  <a:ext uri="{FF2B5EF4-FFF2-40B4-BE49-F238E27FC236}">
                    <a16:creationId xmlns:a16="http://schemas.microsoft.com/office/drawing/2014/main" id="{1EB451B0-BFB7-2D01-DF05-12796592553B}"/>
                  </a:ext>
                </a:extLst>
              </p:cNvPr>
              <p:cNvSpPr>
                <a:spLocks noChangeAspect="1"/>
              </p:cNvSpPr>
              <p:nvPr/>
            </p:nvSpPr>
            <p:spPr bwMode="gray">
              <a:xfrm rot="-1047951">
                <a:off x="1639" y="2868"/>
                <a:ext cx="100" cy="66"/>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09" name="Freeform 153">
                <a:extLst>
                  <a:ext uri="{FF2B5EF4-FFF2-40B4-BE49-F238E27FC236}">
                    <a16:creationId xmlns:a16="http://schemas.microsoft.com/office/drawing/2014/main" id="{674E69BE-0C41-1062-9381-409034E9A876}"/>
                  </a:ext>
                </a:extLst>
              </p:cNvPr>
              <p:cNvSpPr>
                <a:spLocks noChangeAspect="1"/>
              </p:cNvSpPr>
              <p:nvPr/>
            </p:nvSpPr>
            <p:spPr bwMode="gray">
              <a:xfrm rot="-1047951">
                <a:off x="1655" y="2903"/>
                <a:ext cx="4" cy="8"/>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710" name="Freeform 154">
                <a:extLst>
                  <a:ext uri="{FF2B5EF4-FFF2-40B4-BE49-F238E27FC236}">
                    <a16:creationId xmlns:a16="http://schemas.microsoft.com/office/drawing/2014/main" id="{B3077A9B-D3DC-EF96-3A0E-3C2017ADF38C}"/>
                  </a:ext>
                </a:extLst>
              </p:cNvPr>
              <p:cNvSpPr>
                <a:spLocks noChangeAspect="1"/>
              </p:cNvSpPr>
              <p:nvPr/>
            </p:nvSpPr>
            <p:spPr bwMode="gray">
              <a:xfrm rot="-1047951">
                <a:off x="1692" y="2876"/>
                <a:ext cx="9" cy="12"/>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nvGrpSpPr>
            <p:cNvPr id="654" name="Group 252">
              <a:extLst>
                <a:ext uri="{FF2B5EF4-FFF2-40B4-BE49-F238E27FC236}">
                  <a16:creationId xmlns:a16="http://schemas.microsoft.com/office/drawing/2014/main" id="{2854A221-C2E0-105F-3233-636F3844AAF4}"/>
                </a:ext>
              </a:extLst>
            </p:cNvPr>
            <p:cNvGrpSpPr>
              <a:grpSpLocks noChangeAspect="1"/>
            </p:cNvGrpSpPr>
            <p:nvPr/>
          </p:nvGrpSpPr>
          <p:grpSpPr bwMode="auto">
            <a:xfrm>
              <a:off x="3896994" y="3625232"/>
              <a:ext cx="323563" cy="826032"/>
              <a:chOff x="1655" y="3035"/>
              <a:chExt cx="490" cy="1167"/>
            </a:xfrm>
            <a:grpFill/>
          </p:grpSpPr>
          <p:sp>
            <p:nvSpPr>
              <p:cNvPr id="655" name="Freeform 253">
                <a:extLst>
                  <a:ext uri="{FF2B5EF4-FFF2-40B4-BE49-F238E27FC236}">
                    <a16:creationId xmlns:a16="http://schemas.microsoft.com/office/drawing/2014/main" id="{4095A8AA-4EA7-3993-29E9-AFF2BD4EFAA9}"/>
                  </a:ext>
                </a:extLst>
              </p:cNvPr>
              <p:cNvSpPr>
                <a:spLocks noChangeAspect="1"/>
              </p:cNvSpPr>
              <p:nvPr/>
            </p:nvSpPr>
            <p:spPr bwMode="gray">
              <a:xfrm>
                <a:off x="1770" y="4126"/>
                <a:ext cx="32" cy="3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56" name="Freeform 254">
                <a:extLst>
                  <a:ext uri="{FF2B5EF4-FFF2-40B4-BE49-F238E27FC236}">
                    <a16:creationId xmlns:a16="http://schemas.microsoft.com/office/drawing/2014/main" id="{1E8E96DD-CFE6-75D0-0E1A-068C44338791}"/>
                  </a:ext>
                </a:extLst>
              </p:cNvPr>
              <p:cNvSpPr>
                <a:spLocks noChangeAspect="1"/>
              </p:cNvSpPr>
              <p:nvPr/>
            </p:nvSpPr>
            <p:spPr bwMode="gray">
              <a:xfrm>
                <a:off x="1774" y="3039"/>
                <a:ext cx="201" cy="171"/>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57" name="Freeform 255">
                <a:extLst>
                  <a:ext uri="{FF2B5EF4-FFF2-40B4-BE49-F238E27FC236}">
                    <a16:creationId xmlns:a16="http://schemas.microsoft.com/office/drawing/2014/main" id="{CA23EE77-FCF4-0E59-8F21-E389D14A4F12}"/>
                  </a:ext>
                </a:extLst>
              </p:cNvPr>
              <p:cNvSpPr>
                <a:spLocks noChangeAspect="1"/>
              </p:cNvSpPr>
              <p:nvPr/>
            </p:nvSpPr>
            <p:spPr bwMode="gray">
              <a:xfrm>
                <a:off x="1662" y="3202"/>
                <a:ext cx="84" cy="94"/>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58" name="Freeform 256">
                <a:extLst>
                  <a:ext uri="{FF2B5EF4-FFF2-40B4-BE49-F238E27FC236}">
                    <a16:creationId xmlns:a16="http://schemas.microsoft.com/office/drawing/2014/main" id="{D08C95AC-FE0D-2880-42C3-BFF01D0FEBBB}"/>
                  </a:ext>
                </a:extLst>
              </p:cNvPr>
              <p:cNvSpPr>
                <a:spLocks noChangeAspect="1"/>
              </p:cNvSpPr>
              <p:nvPr/>
            </p:nvSpPr>
            <p:spPr bwMode="gray">
              <a:xfrm>
                <a:off x="1932" y="3511"/>
                <a:ext cx="125" cy="133"/>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59" name="Freeform 257">
                <a:extLst>
                  <a:ext uri="{FF2B5EF4-FFF2-40B4-BE49-F238E27FC236}">
                    <a16:creationId xmlns:a16="http://schemas.microsoft.com/office/drawing/2014/main" id="{679835D3-EAA5-1BCD-1700-0D080C24CD48}"/>
                  </a:ext>
                </a:extLst>
              </p:cNvPr>
              <p:cNvSpPr>
                <a:spLocks noChangeAspect="1"/>
              </p:cNvSpPr>
              <p:nvPr/>
            </p:nvSpPr>
            <p:spPr bwMode="gray">
              <a:xfrm>
                <a:off x="1741" y="3484"/>
                <a:ext cx="126" cy="687"/>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0" name="Freeform 258">
                <a:extLst>
                  <a:ext uri="{FF2B5EF4-FFF2-40B4-BE49-F238E27FC236}">
                    <a16:creationId xmlns:a16="http://schemas.microsoft.com/office/drawing/2014/main" id="{8C5ED7AA-9067-AD3B-6341-D75EBB5690E6}"/>
                  </a:ext>
                </a:extLst>
              </p:cNvPr>
              <p:cNvSpPr>
                <a:spLocks noChangeAspect="1"/>
              </p:cNvSpPr>
              <p:nvPr/>
            </p:nvSpPr>
            <p:spPr bwMode="gray">
              <a:xfrm>
                <a:off x="1803" y="4137"/>
                <a:ext cx="42" cy="64"/>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1" name="Freeform 259">
                <a:extLst>
                  <a:ext uri="{FF2B5EF4-FFF2-40B4-BE49-F238E27FC236}">
                    <a16:creationId xmlns:a16="http://schemas.microsoft.com/office/drawing/2014/main" id="{49CABE9A-9537-A4DA-0C70-3908F9817ACC}"/>
                  </a:ext>
                </a:extLst>
              </p:cNvPr>
              <p:cNvSpPr>
                <a:spLocks noChangeAspect="1"/>
              </p:cNvSpPr>
              <p:nvPr/>
            </p:nvSpPr>
            <p:spPr bwMode="gray">
              <a:xfrm>
                <a:off x="2117" y="3214"/>
                <a:ext cx="8" cy="7"/>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2" name="Freeform 260">
                <a:extLst>
                  <a:ext uri="{FF2B5EF4-FFF2-40B4-BE49-F238E27FC236}">
                    <a16:creationId xmlns:a16="http://schemas.microsoft.com/office/drawing/2014/main" id="{34EBA12B-7CD6-903B-CFC1-E1AA67386EB4}"/>
                  </a:ext>
                </a:extLst>
              </p:cNvPr>
              <p:cNvSpPr>
                <a:spLocks noChangeAspect="1"/>
              </p:cNvSpPr>
              <p:nvPr/>
            </p:nvSpPr>
            <p:spPr bwMode="gray">
              <a:xfrm>
                <a:off x="2126" y="3221"/>
                <a:ext cx="6" cy="3"/>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3" name="Freeform 261">
                <a:extLst>
                  <a:ext uri="{FF2B5EF4-FFF2-40B4-BE49-F238E27FC236}">
                    <a16:creationId xmlns:a16="http://schemas.microsoft.com/office/drawing/2014/main" id="{8009F7A0-65E6-B77C-A0BB-196C3AE285F4}"/>
                  </a:ext>
                </a:extLst>
              </p:cNvPr>
              <p:cNvSpPr>
                <a:spLocks noChangeAspect="1"/>
              </p:cNvSpPr>
              <p:nvPr/>
            </p:nvSpPr>
            <p:spPr bwMode="gray">
              <a:xfrm>
                <a:off x="2114" y="3224"/>
                <a:ext cx="31" cy="23"/>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4" name="Freeform 262">
                <a:extLst>
                  <a:ext uri="{FF2B5EF4-FFF2-40B4-BE49-F238E27FC236}">
                    <a16:creationId xmlns:a16="http://schemas.microsoft.com/office/drawing/2014/main" id="{F06E3396-04B8-163F-EF79-13B69526634F}"/>
                  </a:ext>
                </a:extLst>
              </p:cNvPr>
              <p:cNvSpPr>
                <a:spLocks noChangeAspect="1"/>
              </p:cNvSpPr>
              <p:nvPr/>
            </p:nvSpPr>
            <p:spPr bwMode="gray">
              <a:xfrm>
                <a:off x="2104" y="3221"/>
                <a:ext cx="10" cy="11"/>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5" name="Freeform 263">
                <a:extLst>
                  <a:ext uri="{FF2B5EF4-FFF2-40B4-BE49-F238E27FC236}">
                    <a16:creationId xmlns:a16="http://schemas.microsoft.com/office/drawing/2014/main" id="{E9479EBC-BF2B-D334-5A0A-A36AC933D547}"/>
                  </a:ext>
                </a:extLst>
              </p:cNvPr>
              <p:cNvSpPr>
                <a:spLocks noChangeAspect="1"/>
              </p:cNvSpPr>
              <p:nvPr/>
            </p:nvSpPr>
            <p:spPr bwMode="gray">
              <a:xfrm>
                <a:off x="2121" y="3214"/>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6" name="Freeform 264">
                <a:extLst>
                  <a:ext uri="{FF2B5EF4-FFF2-40B4-BE49-F238E27FC236}">
                    <a16:creationId xmlns:a16="http://schemas.microsoft.com/office/drawing/2014/main" id="{080FC323-0B66-BE8F-80D5-F6A0A53E4541}"/>
                  </a:ext>
                </a:extLst>
              </p:cNvPr>
              <p:cNvSpPr>
                <a:spLocks noChangeAspect="1"/>
              </p:cNvSpPr>
              <p:nvPr/>
            </p:nvSpPr>
            <p:spPr bwMode="gray">
              <a:xfrm>
                <a:off x="2115" y="3221"/>
                <a:ext cx="3"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7" name="Freeform 265">
                <a:extLst>
                  <a:ext uri="{FF2B5EF4-FFF2-40B4-BE49-F238E27FC236}">
                    <a16:creationId xmlns:a16="http://schemas.microsoft.com/office/drawing/2014/main" id="{E2F5223C-7EF0-7597-88A0-EB6EFFEED03E}"/>
                  </a:ext>
                </a:extLst>
              </p:cNvPr>
              <p:cNvSpPr>
                <a:spLocks noChangeAspect="1"/>
              </p:cNvSpPr>
              <p:nvPr/>
            </p:nvSpPr>
            <p:spPr bwMode="gray">
              <a:xfrm>
                <a:off x="1690" y="3035"/>
                <a:ext cx="179" cy="247"/>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8" name="Freeform 266">
                <a:extLst>
                  <a:ext uri="{FF2B5EF4-FFF2-40B4-BE49-F238E27FC236}">
                    <a16:creationId xmlns:a16="http://schemas.microsoft.com/office/drawing/2014/main" id="{3A47C159-52FC-A608-A4E1-32F375295E29}"/>
                  </a:ext>
                </a:extLst>
              </p:cNvPr>
              <p:cNvSpPr>
                <a:spLocks noChangeAspect="1"/>
              </p:cNvSpPr>
              <p:nvPr/>
            </p:nvSpPr>
            <p:spPr bwMode="gray">
              <a:xfrm>
                <a:off x="1827" y="3363"/>
                <a:ext cx="180" cy="205"/>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69" name="Freeform 267">
                <a:extLst>
                  <a:ext uri="{FF2B5EF4-FFF2-40B4-BE49-F238E27FC236}">
                    <a16:creationId xmlns:a16="http://schemas.microsoft.com/office/drawing/2014/main" id="{58FA13B8-A834-7E63-99B5-F834182945D2}"/>
                  </a:ext>
                </a:extLst>
              </p:cNvPr>
              <p:cNvSpPr>
                <a:spLocks noChangeAspect="1"/>
              </p:cNvSpPr>
              <p:nvPr/>
            </p:nvSpPr>
            <p:spPr bwMode="gray">
              <a:xfrm>
                <a:off x="1954" y="3097"/>
                <a:ext cx="72" cy="105"/>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0" name="Freeform 268">
                <a:extLst>
                  <a:ext uri="{FF2B5EF4-FFF2-40B4-BE49-F238E27FC236}">
                    <a16:creationId xmlns:a16="http://schemas.microsoft.com/office/drawing/2014/main" id="{65253484-BF8E-73A5-F16D-C0C8706EDBCA}"/>
                  </a:ext>
                </a:extLst>
              </p:cNvPr>
              <p:cNvSpPr>
                <a:spLocks noChangeAspect="1"/>
              </p:cNvSpPr>
              <p:nvPr/>
            </p:nvSpPr>
            <p:spPr bwMode="gray">
              <a:xfrm>
                <a:off x="2055" y="3137"/>
                <a:ext cx="44" cy="54"/>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1" name="Freeform 269">
                <a:extLst>
                  <a:ext uri="{FF2B5EF4-FFF2-40B4-BE49-F238E27FC236}">
                    <a16:creationId xmlns:a16="http://schemas.microsoft.com/office/drawing/2014/main" id="{AE080BD3-6673-5EAB-7FD2-5C452C01EFAB}"/>
                  </a:ext>
                </a:extLst>
              </p:cNvPr>
              <p:cNvSpPr>
                <a:spLocks noChangeAspect="1"/>
              </p:cNvSpPr>
              <p:nvPr/>
            </p:nvSpPr>
            <p:spPr bwMode="gray">
              <a:xfrm>
                <a:off x="1655" y="3222"/>
                <a:ext cx="186" cy="273"/>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2" name="Freeform 270">
                <a:extLst>
                  <a:ext uri="{FF2B5EF4-FFF2-40B4-BE49-F238E27FC236}">
                    <a16:creationId xmlns:a16="http://schemas.microsoft.com/office/drawing/2014/main" id="{AB156ADC-BDBF-7D9E-AB9E-FECF49AC0311}"/>
                  </a:ext>
                </a:extLst>
              </p:cNvPr>
              <p:cNvSpPr>
                <a:spLocks noChangeAspect="1"/>
              </p:cNvSpPr>
              <p:nvPr/>
            </p:nvSpPr>
            <p:spPr bwMode="gray">
              <a:xfrm>
                <a:off x="1844" y="4141"/>
                <a:ext cx="51" cy="61"/>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3" name="Freeform 271">
                <a:extLst>
                  <a:ext uri="{FF2B5EF4-FFF2-40B4-BE49-F238E27FC236}">
                    <a16:creationId xmlns:a16="http://schemas.microsoft.com/office/drawing/2014/main" id="{ADD2C2E9-CF83-CDE1-D695-0C0E98F03F4A}"/>
                  </a:ext>
                </a:extLst>
              </p:cNvPr>
              <p:cNvSpPr>
                <a:spLocks noChangeAspect="1"/>
              </p:cNvSpPr>
              <p:nvPr/>
            </p:nvSpPr>
            <p:spPr bwMode="gray">
              <a:xfrm>
                <a:off x="2001" y="3133"/>
                <a:ext cx="61" cy="61"/>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4" name="Freeform 272">
                <a:extLst>
                  <a:ext uri="{FF2B5EF4-FFF2-40B4-BE49-F238E27FC236}">
                    <a16:creationId xmlns:a16="http://schemas.microsoft.com/office/drawing/2014/main" id="{4800E967-1B6E-CFDD-D244-3F08F5DE9D69}"/>
                  </a:ext>
                </a:extLst>
              </p:cNvPr>
              <p:cNvSpPr>
                <a:spLocks noChangeAspect="1"/>
              </p:cNvSpPr>
              <p:nvPr/>
            </p:nvSpPr>
            <p:spPr bwMode="gray">
              <a:xfrm rot="-1047951">
                <a:off x="1880" y="3044"/>
                <a:ext cx="6" cy="6"/>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5" name="Freeform 273">
                <a:extLst>
                  <a:ext uri="{FF2B5EF4-FFF2-40B4-BE49-F238E27FC236}">
                    <a16:creationId xmlns:a16="http://schemas.microsoft.com/office/drawing/2014/main" id="{0D8494A3-3289-853E-D6CF-FB29F8B7DD66}"/>
                  </a:ext>
                </a:extLst>
              </p:cNvPr>
              <p:cNvSpPr>
                <a:spLocks noChangeAspect="1"/>
              </p:cNvSpPr>
              <p:nvPr/>
            </p:nvSpPr>
            <p:spPr bwMode="gray">
              <a:xfrm rot="-1047951">
                <a:off x="1830" y="3038"/>
                <a:ext cx="4" cy="5"/>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76" name="Freeform 274">
                <a:extLst>
                  <a:ext uri="{FF2B5EF4-FFF2-40B4-BE49-F238E27FC236}">
                    <a16:creationId xmlns:a16="http://schemas.microsoft.com/office/drawing/2014/main" id="{1DB6E3E5-D9DA-36E9-8927-8190D772EA33}"/>
                  </a:ext>
                </a:extLst>
              </p:cNvPr>
              <p:cNvSpPr>
                <a:spLocks noChangeAspect="1"/>
              </p:cNvSpPr>
              <p:nvPr/>
            </p:nvSpPr>
            <p:spPr bwMode="gray">
              <a:xfrm rot="-1047951">
                <a:off x="1837" y="3036"/>
                <a:ext cx="3" cy="6"/>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nvGrpSpPr>
            <p:cNvPr id="598" name="Group 364">
              <a:extLst>
                <a:ext uri="{FF2B5EF4-FFF2-40B4-BE49-F238E27FC236}">
                  <a16:creationId xmlns:a16="http://schemas.microsoft.com/office/drawing/2014/main" id="{5F62EECB-472A-285C-DF9A-0C3CF88E1B94}"/>
                </a:ext>
              </a:extLst>
            </p:cNvPr>
            <p:cNvGrpSpPr>
              <a:grpSpLocks/>
            </p:cNvGrpSpPr>
            <p:nvPr/>
          </p:nvGrpSpPr>
          <p:grpSpPr bwMode="auto">
            <a:xfrm>
              <a:off x="3979534" y="2289565"/>
              <a:ext cx="544112" cy="680217"/>
              <a:chOff x="2557802" y="849871"/>
              <a:chExt cx="1353680" cy="1612371"/>
            </a:xfrm>
            <a:grpFill/>
          </p:grpSpPr>
          <p:sp>
            <p:nvSpPr>
              <p:cNvPr id="644" name="Freeform 213">
                <a:extLst>
                  <a:ext uri="{FF2B5EF4-FFF2-40B4-BE49-F238E27FC236}">
                    <a16:creationId xmlns:a16="http://schemas.microsoft.com/office/drawing/2014/main" id="{EBACB681-6F97-CB38-DB09-E06083A42671}"/>
                  </a:ext>
                </a:extLst>
              </p:cNvPr>
              <p:cNvSpPr>
                <a:spLocks noChangeAspect="1"/>
              </p:cNvSpPr>
              <p:nvPr/>
            </p:nvSpPr>
            <p:spPr bwMode="gray">
              <a:xfrm>
                <a:off x="3518849" y="2086413"/>
                <a:ext cx="267779" cy="186236"/>
              </a:xfrm>
              <a:custGeom>
                <a:avLst/>
                <a:gdLst>
                  <a:gd name="T0" fmla="*/ 221 w 603"/>
                  <a:gd name="T1" fmla="*/ 370 h 409"/>
                  <a:gd name="T2" fmla="*/ 145 w 603"/>
                  <a:gd name="T3" fmla="*/ 352 h 409"/>
                  <a:gd name="T4" fmla="*/ 103 w 603"/>
                  <a:gd name="T5" fmla="*/ 337 h 409"/>
                  <a:gd name="T6" fmla="*/ 150 w 603"/>
                  <a:gd name="T7" fmla="*/ 308 h 409"/>
                  <a:gd name="T8" fmla="*/ 141 w 603"/>
                  <a:gd name="T9" fmla="*/ 270 h 409"/>
                  <a:gd name="T10" fmla="*/ 127 w 603"/>
                  <a:gd name="T11" fmla="*/ 259 h 409"/>
                  <a:gd name="T12" fmla="*/ 108 w 603"/>
                  <a:gd name="T13" fmla="*/ 227 h 409"/>
                  <a:gd name="T14" fmla="*/ 59 w 603"/>
                  <a:gd name="T15" fmla="*/ 228 h 409"/>
                  <a:gd name="T16" fmla="*/ 48 w 603"/>
                  <a:gd name="T17" fmla="*/ 218 h 409"/>
                  <a:gd name="T18" fmla="*/ 102 w 603"/>
                  <a:gd name="T19" fmla="*/ 205 h 409"/>
                  <a:gd name="T20" fmla="*/ 146 w 603"/>
                  <a:gd name="T21" fmla="*/ 180 h 409"/>
                  <a:gd name="T22" fmla="*/ 118 w 603"/>
                  <a:gd name="T23" fmla="*/ 167 h 409"/>
                  <a:gd name="T24" fmla="*/ 138 w 603"/>
                  <a:gd name="T25" fmla="*/ 137 h 409"/>
                  <a:gd name="T26" fmla="*/ 119 w 603"/>
                  <a:gd name="T27" fmla="*/ 136 h 409"/>
                  <a:gd name="T28" fmla="*/ 71 w 603"/>
                  <a:gd name="T29" fmla="*/ 138 h 409"/>
                  <a:gd name="T30" fmla="*/ 0 w 603"/>
                  <a:gd name="T31" fmla="*/ 144 h 409"/>
                  <a:gd name="T32" fmla="*/ 43 w 603"/>
                  <a:gd name="T33" fmla="*/ 130 h 409"/>
                  <a:gd name="T34" fmla="*/ 21 w 603"/>
                  <a:gd name="T35" fmla="*/ 97 h 409"/>
                  <a:gd name="T36" fmla="*/ 68 w 603"/>
                  <a:gd name="T37" fmla="*/ 108 h 409"/>
                  <a:gd name="T38" fmla="*/ 53 w 603"/>
                  <a:gd name="T39" fmla="*/ 86 h 409"/>
                  <a:gd name="T40" fmla="*/ 54 w 603"/>
                  <a:gd name="T41" fmla="*/ 71 h 409"/>
                  <a:gd name="T42" fmla="*/ 77 w 603"/>
                  <a:gd name="T43" fmla="*/ 57 h 409"/>
                  <a:gd name="T44" fmla="*/ 102 w 603"/>
                  <a:gd name="T45" fmla="*/ 79 h 409"/>
                  <a:gd name="T46" fmla="*/ 112 w 603"/>
                  <a:gd name="T47" fmla="*/ 66 h 409"/>
                  <a:gd name="T48" fmla="*/ 103 w 603"/>
                  <a:gd name="T49" fmla="*/ 40 h 409"/>
                  <a:gd name="T50" fmla="*/ 95 w 603"/>
                  <a:gd name="T51" fmla="*/ 24 h 409"/>
                  <a:gd name="T52" fmla="*/ 77 w 603"/>
                  <a:gd name="T53" fmla="*/ 9 h 409"/>
                  <a:gd name="T54" fmla="*/ 109 w 603"/>
                  <a:gd name="T55" fmla="*/ 17 h 409"/>
                  <a:gd name="T56" fmla="*/ 155 w 603"/>
                  <a:gd name="T57" fmla="*/ 60 h 409"/>
                  <a:gd name="T58" fmla="*/ 176 w 603"/>
                  <a:gd name="T59" fmla="*/ 100 h 409"/>
                  <a:gd name="T60" fmla="*/ 156 w 603"/>
                  <a:gd name="T61" fmla="*/ 117 h 409"/>
                  <a:gd name="T62" fmla="*/ 172 w 603"/>
                  <a:gd name="T63" fmla="*/ 146 h 409"/>
                  <a:gd name="T64" fmla="*/ 189 w 603"/>
                  <a:gd name="T65" fmla="*/ 152 h 409"/>
                  <a:gd name="T66" fmla="*/ 217 w 603"/>
                  <a:gd name="T67" fmla="*/ 127 h 409"/>
                  <a:gd name="T68" fmla="*/ 229 w 603"/>
                  <a:gd name="T69" fmla="*/ 72 h 409"/>
                  <a:gd name="T70" fmla="*/ 265 w 603"/>
                  <a:gd name="T71" fmla="*/ 95 h 409"/>
                  <a:gd name="T72" fmla="*/ 283 w 603"/>
                  <a:gd name="T73" fmla="*/ 76 h 409"/>
                  <a:gd name="T74" fmla="*/ 318 w 603"/>
                  <a:gd name="T75" fmla="*/ 45 h 409"/>
                  <a:gd name="T76" fmla="*/ 333 w 603"/>
                  <a:gd name="T77" fmla="*/ 77 h 409"/>
                  <a:gd name="T78" fmla="*/ 355 w 603"/>
                  <a:gd name="T79" fmla="*/ 103 h 409"/>
                  <a:gd name="T80" fmla="*/ 349 w 603"/>
                  <a:gd name="T81" fmla="*/ 47 h 409"/>
                  <a:gd name="T82" fmla="*/ 392 w 603"/>
                  <a:gd name="T83" fmla="*/ 65 h 409"/>
                  <a:gd name="T84" fmla="*/ 424 w 603"/>
                  <a:gd name="T85" fmla="*/ 57 h 409"/>
                  <a:gd name="T86" fmla="*/ 437 w 603"/>
                  <a:gd name="T87" fmla="*/ 7 h 409"/>
                  <a:gd name="T88" fmla="*/ 480 w 603"/>
                  <a:gd name="T89" fmla="*/ 19 h 409"/>
                  <a:gd name="T90" fmla="*/ 504 w 603"/>
                  <a:gd name="T91" fmla="*/ 44 h 409"/>
                  <a:gd name="T92" fmla="*/ 543 w 603"/>
                  <a:gd name="T93" fmla="*/ 19 h 409"/>
                  <a:gd name="T94" fmla="*/ 523 w 603"/>
                  <a:gd name="T95" fmla="*/ 72 h 409"/>
                  <a:gd name="T96" fmla="*/ 560 w 603"/>
                  <a:gd name="T97" fmla="*/ 106 h 409"/>
                  <a:gd name="T98" fmla="*/ 582 w 603"/>
                  <a:gd name="T99" fmla="*/ 120 h 409"/>
                  <a:gd name="T100" fmla="*/ 600 w 603"/>
                  <a:gd name="T101" fmla="*/ 179 h 409"/>
                  <a:gd name="T102" fmla="*/ 591 w 603"/>
                  <a:gd name="T103" fmla="*/ 217 h 409"/>
                  <a:gd name="T104" fmla="*/ 550 w 603"/>
                  <a:gd name="T105" fmla="*/ 243 h 409"/>
                  <a:gd name="T106" fmla="*/ 555 w 603"/>
                  <a:gd name="T107" fmla="*/ 270 h 409"/>
                  <a:gd name="T108" fmla="*/ 516 w 603"/>
                  <a:gd name="T109" fmla="*/ 285 h 409"/>
                  <a:gd name="T110" fmla="*/ 483 w 603"/>
                  <a:gd name="T111" fmla="*/ 309 h 409"/>
                  <a:gd name="T112" fmla="*/ 413 w 603"/>
                  <a:gd name="T113" fmla="*/ 347 h 409"/>
                  <a:gd name="T114" fmla="*/ 385 w 603"/>
                  <a:gd name="T115" fmla="*/ 364 h 409"/>
                  <a:gd name="T116" fmla="*/ 302 w 603"/>
                  <a:gd name="T117" fmla="*/ 407 h 4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5" name="Freeform 245">
                <a:extLst>
                  <a:ext uri="{FF2B5EF4-FFF2-40B4-BE49-F238E27FC236}">
                    <a16:creationId xmlns:a16="http://schemas.microsoft.com/office/drawing/2014/main" id="{4DF7054C-7333-FFC4-A5B7-3B9FF9A31CD0}"/>
                  </a:ext>
                </a:extLst>
              </p:cNvPr>
              <p:cNvSpPr>
                <a:spLocks noChangeAspect="1"/>
              </p:cNvSpPr>
              <p:nvPr/>
            </p:nvSpPr>
            <p:spPr bwMode="gray">
              <a:xfrm>
                <a:off x="3264213" y="2453853"/>
                <a:ext cx="9857" cy="8389"/>
              </a:xfrm>
              <a:custGeom>
                <a:avLst/>
                <a:gdLst>
                  <a:gd name="T0" fmla="*/ 3 w 19"/>
                  <a:gd name="T1" fmla="*/ 0 h 22"/>
                  <a:gd name="T2" fmla="*/ 3 w 19"/>
                  <a:gd name="T3" fmla="*/ 22 h 22"/>
                  <a:gd name="T4" fmla="*/ 2 w 19"/>
                  <a:gd name="T5" fmla="*/ 0 h 22"/>
                  <a:gd name="T6" fmla="*/ 0 w 19"/>
                  <a:gd name="T7" fmla="*/ 10 h 22"/>
                  <a:gd name="T8" fmla="*/ 0 w 19"/>
                  <a:gd name="T9" fmla="*/ 13 h 22"/>
                  <a:gd name="T10" fmla="*/ 1 w 19"/>
                  <a:gd name="T11" fmla="*/ 15 h 22"/>
                  <a:gd name="T12" fmla="*/ 13 w 19"/>
                  <a:gd name="T13" fmla="*/ 13 h 22"/>
                  <a:gd name="T14" fmla="*/ 19 w 19"/>
                  <a:gd name="T15" fmla="*/ 10 h 22"/>
                  <a:gd name="T16" fmla="*/ 19 w 19"/>
                  <a:gd name="T17" fmla="*/ 6 h 22"/>
                  <a:gd name="T18" fmla="*/ 8 w 19"/>
                  <a:gd name="T19" fmla="*/ 0 h 22"/>
                  <a:gd name="T20" fmla="*/ 3 w 19"/>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6" name="Freeform 246">
                <a:extLst>
                  <a:ext uri="{FF2B5EF4-FFF2-40B4-BE49-F238E27FC236}">
                    <a16:creationId xmlns:a16="http://schemas.microsoft.com/office/drawing/2014/main" id="{29D9BF90-EC4C-573C-2E5B-6737EB838482}"/>
                  </a:ext>
                </a:extLst>
              </p:cNvPr>
              <p:cNvSpPr>
                <a:spLocks noChangeAspect="1"/>
              </p:cNvSpPr>
              <p:nvPr/>
            </p:nvSpPr>
            <p:spPr bwMode="gray">
              <a:xfrm>
                <a:off x="3740629" y="1626695"/>
                <a:ext cx="64070" cy="63757"/>
              </a:xfrm>
              <a:custGeom>
                <a:avLst/>
                <a:gdLst>
                  <a:gd name="T0" fmla="*/ 82 w 141"/>
                  <a:gd name="T1" fmla="*/ 27 h 140"/>
                  <a:gd name="T2" fmla="*/ 96 w 141"/>
                  <a:gd name="T3" fmla="*/ 46 h 140"/>
                  <a:gd name="T4" fmla="*/ 118 w 141"/>
                  <a:gd name="T5" fmla="*/ 55 h 140"/>
                  <a:gd name="T6" fmla="*/ 128 w 141"/>
                  <a:gd name="T7" fmla="*/ 70 h 140"/>
                  <a:gd name="T8" fmla="*/ 137 w 141"/>
                  <a:gd name="T9" fmla="*/ 68 h 140"/>
                  <a:gd name="T10" fmla="*/ 141 w 141"/>
                  <a:gd name="T11" fmla="*/ 90 h 140"/>
                  <a:gd name="T12" fmla="*/ 130 w 141"/>
                  <a:gd name="T13" fmla="*/ 87 h 140"/>
                  <a:gd name="T14" fmla="*/ 123 w 141"/>
                  <a:gd name="T15" fmla="*/ 82 h 140"/>
                  <a:gd name="T16" fmla="*/ 107 w 141"/>
                  <a:gd name="T17" fmla="*/ 81 h 140"/>
                  <a:gd name="T18" fmla="*/ 97 w 141"/>
                  <a:gd name="T19" fmla="*/ 92 h 140"/>
                  <a:gd name="T20" fmla="*/ 110 w 141"/>
                  <a:gd name="T21" fmla="*/ 101 h 140"/>
                  <a:gd name="T22" fmla="*/ 118 w 141"/>
                  <a:gd name="T23" fmla="*/ 112 h 140"/>
                  <a:gd name="T24" fmla="*/ 129 w 141"/>
                  <a:gd name="T25" fmla="*/ 113 h 140"/>
                  <a:gd name="T26" fmla="*/ 128 w 141"/>
                  <a:gd name="T27" fmla="*/ 138 h 140"/>
                  <a:gd name="T28" fmla="*/ 121 w 141"/>
                  <a:gd name="T29" fmla="*/ 140 h 140"/>
                  <a:gd name="T30" fmla="*/ 110 w 141"/>
                  <a:gd name="T31" fmla="*/ 133 h 140"/>
                  <a:gd name="T32" fmla="*/ 110 w 141"/>
                  <a:gd name="T33" fmla="*/ 122 h 140"/>
                  <a:gd name="T34" fmla="*/ 97 w 141"/>
                  <a:gd name="T35" fmla="*/ 128 h 140"/>
                  <a:gd name="T36" fmla="*/ 75 w 141"/>
                  <a:gd name="T37" fmla="*/ 98 h 140"/>
                  <a:gd name="T38" fmla="*/ 31 w 141"/>
                  <a:gd name="T39" fmla="*/ 76 h 140"/>
                  <a:gd name="T40" fmla="*/ 24 w 141"/>
                  <a:gd name="T41" fmla="*/ 62 h 140"/>
                  <a:gd name="T42" fmla="*/ 10 w 141"/>
                  <a:gd name="T43" fmla="*/ 50 h 140"/>
                  <a:gd name="T44" fmla="*/ 8 w 141"/>
                  <a:gd name="T45" fmla="*/ 39 h 140"/>
                  <a:gd name="T46" fmla="*/ 4 w 141"/>
                  <a:gd name="T47" fmla="*/ 33 h 140"/>
                  <a:gd name="T48" fmla="*/ 4 w 141"/>
                  <a:gd name="T49" fmla="*/ 26 h 140"/>
                  <a:gd name="T50" fmla="*/ 1 w 141"/>
                  <a:gd name="T51" fmla="*/ 11 h 140"/>
                  <a:gd name="T52" fmla="*/ 0 w 141"/>
                  <a:gd name="T53" fmla="*/ 7 h 140"/>
                  <a:gd name="T54" fmla="*/ 15 w 141"/>
                  <a:gd name="T55" fmla="*/ 0 h 140"/>
                  <a:gd name="T56" fmla="*/ 49 w 141"/>
                  <a:gd name="T57" fmla="*/ 9 h 140"/>
                  <a:gd name="T58" fmla="*/ 58 w 141"/>
                  <a:gd name="T59" fmla="*/ 5 h 140"/>
                  <a:gd name="T60" fmla="*/ 75 w 141"/>
                  <a:gd name="T61" fmla="*/ 15 h 140"/>
                  <a:gd name="T62" fmla="*/ 82 w 141"/>
                  <a:gd name="T63" fmla="*/ 27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7" name="Freeform 247">
                <a:extLst>
                  <a:ext uri="{FF2B5EF4-FFF2-40B4-BE49-F238E27FC236}">
                    <a16:creationId xmlns:a16="http://schemas.microsoft.com/office/drawing/2014/main" id="{ECDE309B-E06C-2C8B-5305-198C17050BB7}"/>
                  </a:ext>
                </a:extLst>
              </p:cNvPr>
              <p:cNvSpPr>
                <a:spLocks noChangeAspect="1"/>
              </p:cNvSpPr>
              <p:nvPr/>
            </p:nvSpPr>
            <p:spPr bwMode="gray">
              <a:xfrm>
                <a:off x="3655203" y="1774342"/>
                <a:ext cx="64070" cy="45301"/>
              </a:xfrm>
              <a:custGeom>
                <a:avLst/>
                <a:gdLst>
                  <a:gd name="T0" fmla="*/ 144 w 146"/>
                  <a:gd name="T1" fmla="*/ 31 h 102"/>
                  <a:gd name="T2" fmla="*/ 144 w 146"/>
                  <a:gd name="T3" fmla="*/ 51 h 102"/>
                  <a:gd name="T4" fmla="*/ 146 w 146"/>
                  <a:gd name="T5" fmla="*/ 69 h 102"/>
                  <a:gd name="T6" fmla="*/ 134 w 146"/>
                  <a:gd name="T7" fmla="*/ 78 h 102"/>
                  <a:gd name="T8" fmla="*/ 123 w 146"/>
                  <a:gd name="T9" fmla="*/ 79 h 102"/>
                  <a:gd name="T10" fmla="*/ 116 w 146"/>
                  <a:gd name="T11" fmla="*/ 76 h 102"/>
                  <a:gd name="T12" fmla="*/ 112 w 146"/>
                  <a:gd name="T13" fmla="*/ 86 h 102"/>
                  <a:gd name="T14" fmla="*/ 94 w 146"/>
                  <a:gd name="T15" fmla="*/ 80 h 102"/>
                  <a:gd name="T16" fmla="*/ 76 w 146"/>
                  <a:gd name="T17" fmla="*/ 87 h 102"/>
                  <a:gd name="T18" fmla="*/ 32 w 146"/>
                  <a:gd name="T19" fmla="*/ 98 h 102"/>
                  <a:gd name="T20" fmla="*/ 10 w 146"/>
                  <a:gd name="T21" fmla="*/ 102 h 102"/>
                  <a:gd name="T22" fmla="*/ 0 w 146"/>
                  <a:gd name="T23" fmla="*/ 100 h 102"/>
                  <a:gd name="T24" fmla="*/ 1 w 146"/>
                  <a:gd name="T25" fmla="*/ 82 h 102"/>
                  <a:gd name="T26" fmla="*/ 4 w 146"/>
                  <a:gd name="T27" fmla="*/ 70 h 102"/>
                  <a:gd name="T28" fmla="*/ 25 w 146"/>
                  <a:gd name="T29" fmla="*/ 58 h 102"/>
                  <a:gd name="T30" fmla="*/ 46 w 146"/>
                  <a:gd name="T31" fmla="*/ 39 h 102"/>
                  <a:gd name="T32" fmla="*/ 51 w 146"/>
                  <a:gd name="T33" fmla="*/ 33 h 102"/>
                  <a:gd name="T34" fmla="*/ 91 w 146"/>
                  <a:gd name="T35" fmla="*/ 22 h 102"/>
                  <a:gd name="T36" fmla="*/ 105 w 146"/>
                  <a:gd name="T37" fmla="*/ 9 h 102"/>
                  <a:gd name="T38" fmla="*/ 118 w 146"/>
                  <a:gd name="T39" fmla="*/ 0 h 102"/>
                  <a:gd name="T40" fmla="*/ 123 w 146"/>
                  <a:gd name="T41" fmla="*/ 8 h 102"/>
                  <a:gd name="T42" fmla="*/ 140 w 146"/>
                  <a:gd name="T43" fmla="*/ 22 h 102"/>
                  <a:gd name="T44" fmla="*/ 144 w 146"/>
                  <a:gd name="T45" fmla="*/ 31 h 10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8" name="Freeform 248">
                <a:extLst>
                  <a:ext uri="{FF2B5EF4-FFF2-40B4-BE49-F238E27FC236}">
                    <a16:creationId xmlns:a16="http://schemas.microsoft.com/office/drawing/2014/main" id="{F67054D1-B7DA-9A87-8E7E-5FAC216E75EB}"/>
                  </a:ext>
                </a:extLst>
              </p:cNvPr>
              <p:cNvSpPr>
                <a:spLocks noChangeAspect="1"/>
              </p:cNvSpPr>
              <p:nvPr/>
            </p:nvSpPr>
            <p:spPr bwMode="gray">
              <a:xfrm>
                <a:off x="3267498" y="2445464"/>
                <a:ext cx="19714" cy="8389"/>
              </a:xfrm>
              <a:custGeom>
                <a:avLst/>
                <a:gdLst>
                  <a:gd name="T0" fmla="*/ 44 w 44"/>
                  <a:gd name="T1" fmla="*/ 4 h 15"/>
                  <a:gd name="T2" fmla="*/ 41 w 44"/>
                  <a:gd name="T3" fmla="*/ 6 h 15"/>
                  <a:gd name="T4" fmla="*/ 14 w 44"/>
                  <a:gd name="T5" fmla="*/ 0 h 15"/>
                  <a:gd name="T6" fmla="*/ 5 w 44"/>
                  <a:gd name="T7" fmla="*/ 0 h 15"/>
                  <a:gd name="T8" fmla="*/ 0 w 44"/>
                  <a:gd name="T9" fmla="*/ 3 h 15"/>
                  <a:gd name="T10" fmla="*/ 1 w 44"/>
                  <a:gd name="T11" fmla="*/ 9 h 15"/>
                  <a:gd name="T12" fmla="*/ 6 w 44"/>
                  <a:gd name="T13" fmla="*/ 15 h 15"/>
                  <a:gd name="T14" fmla="*/ 15 w 44"/>
                  <a:gd name="T15" fmla="*/ 15 h 15"/>
                  <a:gd name="T16" fmla="*/ 25 w 44"/>
                  <a:gd name="T17" fmla="*/ 15 h 15"/>
                  <a:gd name="T18" fmla="*/ 25 w 44"/>
                  <a:gd name="T19" fmla="*/ 10 h 15"/>
                  <a:gd name="T20" fmla="*/ 27 w 44"/>
                  <a:gd name="T21" fmla="*/ 6 h 15"/>
                  <a:gd name="T22" fmla="*/ 41 w 44"/>
                  <a:gd name="T23" fmla="*/ 7 h 15"/>
                  <a:gd name="T24" fmla="*/ 44 w 44"/>
                  <a:gd name="T25" fmla="*/ 4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9" name="Freeform 250">
                <a:extLst>
                  <a:ext uri="{FF2B5EF4-FFF2-40B4-BE49-F238E27FC236}">
                    <a16:creationId xmlns:a16="http://schemas.microsoft.com/office/drawing/2014/main" id="{2DBB309A-AEA3-F001-ECFC-E7CE81991825}"/>
                  </a:ext>
                </a:extLst>
              </p:cNvPr>
              <p:cNvSpPr>
                <a:spLocks noChangeAspect="1"/>
              </p:cNvSpPr>
              <p:nvPr/>
            </p:nvSpPr>
            <p:spPr bwMode="gray">
              <a:xfrm>
                <a:off x="2999719" y="1829709"/>
                <a:ext cx="73927" cy="73823"/>
              </a:xfrm>
              <a:custGeom>
                <a:avLst/>
                <a:gdLst>
                  <a:gd name="T0" fmla="*/ 29 w 163"/>
                  <a:gd name="T1" fmla="*/ 0 h 166"/>
                  <a:gd name="T2" fmla="*/ 49 w 163"/>
                  <a:gd name="T3" fmla="*/ 10 h 166"/>
                  <a:gd name="T4" fmla="*/ 67 w 163"/>
                  <a:gd name="T5" fmla="*/ 13 h 166"/>
                  <a:gd name="T6" fmla="*/ 92 w 163"/>
                  <a:gd name="T7" fmla="*/ 25 h 166"/>
                  <a:gd name="T8" fmla="*/ 128 w 163"/>
                  <a:gd name="T9" fmla="*/ 80 h 166"/>
                  <a:gd name="T10" fmla="*/ 150 w 163"/>
                  <a:gd name="T11" fmla="*/ 86 h 166"/>
                  <a:gd name="T12" fmla="*/ 163 w 163"/>
                  <a:gd name="T13" fmla="*/ 99 h 166"/>
                  <a:gd name="T14" fmla="*/ 163 w 163"/>
                  <a:gd name="T15" fmla="*/ 116 h 166"/>
                  <a:gd name="T16" fmla="*/ 161 w 163"/>
                  <a:gd name="T17" fmla="*/ 126 h 166"/>
                  <a:gd name="T18" fmla="*/ 146 w 163"/>
                  <a:gd name="T19" fmla="*/ 143 h 166"/>
                  <a:gd name="T20" fmla="*/ 87 w 163"/>
                  <a:gd name="T21" fmla="*/ 162 h 166"/>
                  <a:gd name="T22" fmla="*/ 70 w 163"/>
                  <a:gd name="T23" fmla="*/ 166 h 166"/>
                  <a:gd name="T24" fmla="*/ 60 w 163"/>
                  <a:gd name="T25" fmla="*/ 165 h 166"/>
                  <a:gd name="T26" fmla="*/ 40 w 163"/>
                  <a:gd name="T27" fmla="*/ 150 h 166"/>
                  <a:gd name="T28" fmla="*/ 40 w 163"/>
                  <a:gd name="T29" fmla="*/ 142 h 166"/>
                  <a:gd name="T30" fmla="*/ 53 w 163"/>
                  <a:gd name="T31" fmla="*/ 139 h 166"/>
                  <a:gd name="T32" fmla="*/ 66 w 163"/>
                  <a:gd name="T33" fmla="*/ 143 h 166"/>
                  <a:gd name="T34" fmla="*/ 77 w 163"/>
                  <a:gd name="T35" fmla="*/ 139 h 166"/>
                  <a:gd name="T36" fmla="*/ 77 w 163"/>
                  <a:gd name="T37" fmla="*/ 130 h 166"/>
                  <a:gd name="T38" fmla="*/ 69 w 163"/>
                  <a:gd name="T39" fmla="*/ 138 h 166"/>
                  <a:gd name="T40" fmla="*/ 67 w 163"/>
                  <a:gd name="T41" fmla="*/ 130 h 166"/>
                  <a:gd name="T42" fmla="*/ 55 w 163"/>
                  <a:gd name="T43" fmla="*/ 129 h 166"/>
                  <a:gd name="T44" fmla="*/ 55 w 163"/>
                  <a:gd name="T45" fmla="*/ 117 h 166"/>
                  <a:gd name="T46" fmla="*/ 45 w 163"/>
                  <a:gd name="T47" fmla="*/ 126 h 166"/>
                  <a:gd name="T48" fmla="*/ 22 w 163"/>
                  <a:gd name="T49" fmla="*/ 126 h 166"/>
                  <a:gd name="T50" fmla="*/ 2 w 163"/>
                  <a:gd name="T51" fmla="*/ 117 h 166"/>
                  <a:gd name="T52" fmla="*/ 1 w 163"/>
                  <a:gd name="T53" fmla="*/ 103 h 166"/>
                  <a:gd name="T54" fmla="*/ 11 w 163"/>
                  <a:gd name="T55" fmla="*/ 100 h 166"/>
                  <a:gd name="T56" fmla="*/ 28 w 163"/>
                  <a:gd name="T57" fmla="*/ 106 h 166"/>
                  <a:gd name="T58" fmla="*/ 16 w 163"/>
                  <a:gd name="T59" fmla="*/ 91 h 166"/>
                  <a:gd name="T60" fmla="*/ 0 w 163"/>
                  <a:gd name="T61" fmla="*/ 79 h 166"/>
                  <a:gd name="T62" fmla="*/ 5 w 163"/>
                  <a:gd name="T63" fmla="*/ 72 h 166"/>
                  <a:gd name="T64" fmla="*/ 34 w 163"/>
                  <a:gd name="T65" fmla="*/ 69 h 166"/>
                  <a:gd name="T66" fmla="*/ 19 w 163"/>
                  <a:gd name="T67" fmla="*/ 58 h 166"/>
                  <a:gd name="T68" fmla="*/ 7 w 163"/>
                  <a:gd name="T69" fmla="*/ 35 h 166"/>
                  <a:gd name="T70" fmla="*/ 7 w 163"/>
                  <a:gd name="T71" fmla="*/ 15 h 166"/>
                  <a:gd name="T72" fmla="*/ 29 w 163"/>
                  <a:gd name="T73" fmla="*/ 0 h 1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50" name="Freeform 251">
                <a:extLst>
                  <a:ext uri="{FF2B5EF4-FFF2-40B4-BE49-F238E27FC236}">
                    <a16:creationId xmlns:a16="http://schemas.microsoft.com/office/drawing/2014/main" id="{B3B375D8-46B2-3740-1473-8DA8EA087BF8}"/>
                  </a:ext>
                </a:extLst>
              </p:cNvPr>
              <p:cNvSpPr>
                <a:spLocks noChangeAspect="1"/>
              </p:cNvSpPr>
              <p:nvPr/>
            </p:nvSpPr>
            <p:spPr bwMode="gray">
              <a:xfrm>
                <a:off x="2656371" y="1182076"/>
                <a:ext cx="73927" cy="26845"/>
              </a:xfrm>
              <a:custGeom>
                <a:avLst/>
                <a:gdLst>
                  <a:gd name="T0" fmla="*/ 0 w 167"/>
                  <a:gd name="T1" fmla="*/ 35 h 61"/>
                  <a:gd name="T2" fmla="*/ 0 w 167"/>
                  <a:gd name="T3" fmla="*/ 30 h 61"/>
                  <a:gd name="T4" fmla="*/ 17 w 167"/>
                  <a:gd name="T5" fmla="*/ 20 h 61"/>
                  <a:gd name="T6" fmla="*/ 31 w 167"/>
                  <a:gd name="T7" fmla="*/ 5 h 61"/>
                  <a:gd name="T8" fmla="*/ 94 w 167"/>
                  <a:gd name="T9" fmla="*/ 0 h 61"/>
                  <a:gd name="T10" fmla="*/ 119 w 167"/>
                  <a:gd name="T11" fmla="*/ 6 h 61"/>
                  <a:gd name="T12" fmla="*/ 131 w 167"/>
                  <a:gd name="T13" fmla="*/ 14 h 61"/>
                  <a:gd name="T14" fmla="*/ 137 w 167"/>
                  <a:gd name="T15" fmla="*/ 25 h 61"/>
                  <a:gd name="T16" fmla="*/ 165 w 167"/>
                  <a:gd name="T17" fmla="*/ 38 h 61"/>
                  <a:gd name="T18" fmla="*/ 167 w 167"/>
                  <a:gd name="T19" fmla="*/ 44 h 61"/>
                  <a:gd name="T20" fmla="*/ 153 w 167"/>
                  <a:gd name="T21" fmla="*/ 55 h 61"/>
                  <a:gd name="T22" fmla="*/ 124 w 167"/>
                  <a:gd name="T23" fmla="*/ 61 h 61"/>
                  <a:gd name="T24" fmla="*/ 67 w 167"/>
                  <a:gd name="T25" fmla="*/ 43 h 61"/>
                  <a:gd name="T26" fmla="*/ 47 w 167"/>
                  <a:gd name="T27" fmla="*/ 48 h 61"/>
                  <a:gd name="T28" fmla="*/ 30 w 167"/>
                  <a:gd name="T29" fmla="*/ 46 h 61"/>
                  <a:gd name="T30" fmla="*/ 0 w 167"/>
                  <a:gd name="T31" fmla="*/ 35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51" name="Freeform 249">
                <a:extLst>
                  <a:ext uri="{FF2B5EF4-FFF2-40B4-BE49-F238E27FC236}">
                    <a16:creationId xmlns:a16="http://schemas.microsoft.com/office/drawing/2014/main" id="{C2CF1A0B-B5E4-6EAF-849A-2937910A3364}"/>
                  </a:ext>
                </a:extLst>
              </p:cNvPr>
              <p:cNvSpPr>
                <a:spLocks noChangeAspect="1"/>
              </p:cNvSpPr>
              <p:nvPr/>
            </p:nvSpPr>
            <p:spPr bwMode="gray">
              <a:xfrm>
                <a:off x="2557802" y="849871"/>
                <a:ext cx="1353680" cy="1598948"/>
              </a:xfrm>
              <a:custGeom>
                <a:avLst/>
                <a:gdLst>
                  <a:gd name="T0" fmla="*/ 334 w 3035"/>
                  <a:gd name="T1" fmla="*/ 269 h 3510"/>
                  <a:gd name="T2" fmla="*/ 56 w 3035"/>
                  <a:gd name="T3" fmla="*/ 423 h 3510"/>
                  <a:gd name="T4" fmla="*/ 87 w 3035"/>
                  <a:gd name="T5" fmla="*/ 620 h 3510"/>
                  <a:gd name="T6" fmla="*/ 345 w 3035"/>
                  <a:gd name="T7" fmla="*/ 649 h 3510"/>
                  <a:gd name="T8" fmla="*/ 370 w 3035"/>
                  <a:gd name="T9" fmla="*/ 802 h 3510"/>
                  <a:gd name="T10" fmla="*/ 203 w 3035"/>
                  <a:gd name="T11" fmla="*/ 910 h 3510"/>
                  <a:gd name="T12" fmla="*/ 382 w 3035"/>
                  <a:gd name="T13" fmla="*/ 1005 h 3510"/>
                  <a:gd name="T14" fmla="*/ 663 w 3035"/>
                  <a:gd name="T15" fmla="*/ 1060 h 3510"/>
                  <a:gd name="T16" fmla="*/ 789 w 3035"/>
                  <a:gd name="T17" fmla="*/ 1212 h 3510"/>
                  <a:gd name="T18" fmla="*/ 914 w 3035"/>
                  <a:gd name="T19" fmla="*/ 1457 h 3510"/>
                  <a:gd name="T20" fmla="*/ 957 w 3035"/>
                  <a:gd name="T21" fmla="*/ 1666 h 3510"/>
                  <a:gd name="T22" fmla="*/ 946 w 3035"/>
                  <a:gd name="T23" fmla="*/ 1937 h 3510"/>
                  <a:gd name="T24" fmla="*/ 1155 w 3035"/>
                  <a:gd name="T25" fmla="*/ 1924 h 3510"/>
                  <a:gd name="T26" fmla="*/ 1212 w 3035"/>
                  <a:gd name="T27" fmla="*/ 2100 h 3510"/>
                  <a:gd name="T28" fmla="*/ 1198 w 3035"/>
                  <a:gd name="T29" fmla="*/ 2196 h 3510"/>
                  <a:gd name="T30" fmla="*/ 1193 w 3035"/>
                  <a:gd name="T31" fmla="*/ 2371 h 3510"/>
                  <a:gd name="T32" fmla="*/ 1189 w 3035"/>
                  <a:gd name="T33" fmla="*/ 2458 h 3510"/>
                  <a:gd name="T34" fmla="*/ 1066 w 3035"/>
                  <a:gd name="T35" fmla="*/ 2539 h 3510"/>
                  <a:gd name="T36" fmla="*/ 1064 w 3035"/>
                  <a:gd name="T37" fmla="*/ 2750 h 3510"/>
                  <a:gd name="T38" fmla="*/ 1125 w 3035"/>
                  <a:gd name="T39" fmla="*/ 2895 h 3510"/>
                  <a:gd name="T40" fmla="*/ 1211 w 3035"/>
                  <a:gd name="T41" fmla="*/ 2960 h 3510"/>
                  <a:gd name="T42" fmla="*/ 1195 w 3035"/>
                  <a:gd name="T43" fmla="*/ 3116 h 3510"/>
                  <a:gd name="T44" fmla="*/ 1279 w 3035"/>
                  <a:gd name="T45" fmla="*/ 3272 h 3510"/>
                  <a:gd name="T46" fmla="*/ 1338 w 3035"/>
                  <a:gd name="T47" fmla="*/ 3337 h 3510"/>
                  <a:gd name="T48" fmla="*/ 1363 w 3035"/>
                  <a:gd name="T49" fmla="*/ 3416 h 3510"/>
                  <a:gd name="T50" fmla="*/ 1470 w 3035"/>
                  <a:gd name="T51" fmla="*/ 3433 h 3510"/>
                  <a:gd name="T52" fmla="*/ 1537 w 3035"/>
                  <a:gd name="T53" fmla="*/ 3452 h 3510"/>
                  <a:gd name="T54" fmla="*/ 1629 w 3035"/>
                  <a:gd name="T55" fmla="*/ 3467 h 3510"/>
                  <a:gd name="T56" fmla="*/ 1687 w 3035"/>
                  <a:gd name="T57" fmla="*/ 3305 h 3510"/>
                  <a:gd name="T58" fmla="*/ 1689 w 3035"/>
                  <a:gd name="T59" fmla="*/ 3152 h 3510"/>
                  <a:gd name="T60" fmla="*/ 1764 w 3035"/>
                  <a:gd name="T61" fmla="*/ 3101 h 3510"/>
                  <a:gd name="T62" fmla="*/ 1753 w 3035"/>
                  <a:gd name="T63" fmla="*/ 2943 h 3510"/>
                  <a:gd name="T64" fmla="*/ 1812 w 3035"/>
                  <a:gd name="T65" fmla="*/ 2852 h 3510"/>
                  <a:gd name="T66" fmla="*/ 1901 w 3035"/>
                  <a:gd name="T67" fmla="*/ 2792 h 3510"/>
                  <a:gd name="T68" fmla="*/ 1930 w 3035"/>
                  <a:gd name="T69" fmla="*/ 2799 h 3510"/>
                  <a:gd name="T70" fmla="*/ 2028 w 3035"/>
                  <a:gd name="T71" fmla="*/ 2774 h 3510"/>
                  <a:gd name="T72" fmla="*/ 2118 w 3035"/>
                  <a:gd name="T73" fmla="*/ 2690 h 3510"/>
                  <a:gd name="T74" fmla="*/ 2174 w 3035"/>
                  <a:gd name="T75" fmla="*/ 2551 h 3510"/>
                  <a:gd name="T76" fmla="*/ 2221 w 3035"/>
                  <a:gd name="T77" fmla="*/ 2438 h 3510"/>
                  <a:gd name="T78" fmla="*/ 2324 w 3035"/>
                  <a:gd name="T79" fmla="*/ 2497 h 3510"/>
                  <a:gd name="T80" fmla="*/ 2398 w 3035"/>
                  <a:gd name="T81" fmla="*/ 2454 h 3510"/>
                  <a:gd name="T82" fmla="*/ 2533 w 3035"/>
                  <a:gd name="T83" fmla="*/ 2404 h 3510"/>
                  <a:gd name="T84" fmla="*/ 2608 w 3035"/>
                  <a:gd name="T85" fmla="*/ 2324 h 3510"/>
                  <a:gd name="T86" fmla="*/ 2693 w 3035"/>
                  <a:gd name="T87" fmla="*/ 2260 h 3510"/>
                  <a:gd name="T88" fmla="*/ 2744 w 3035"/>
                  <a:gd name="T89" fmla="*/ 2191 h 3510"/>
                  <a:gd name="T90" fmla="*/ 2518 w 3035"/>
                  <a:gd name="T91" fmla="*/ 2132 h 3510"/>
                  <a:gd name="T92" fmla="*/ 2535 w 3035"/>
                  <a:gd name="T93" fmla="*/ 1960 h 3510"/>
                  <a:gd name="T94" fmla="*/ 2675 w 3035"/>
                  <a:gd name="T95" fmla="*/ 2082 h 3510"/>
                  <a:gd name="T96" fmla="*/ 2798 w 3035"/>
                  <a:gd name="T97" fmla="*/ 2021 h 3510"/>
                  <a:gd name="T98" fmla="*/ 2734 w 3035"/>
                  <a:gd name="T99" fmla="*/ 1919 h 3510"/>
                  <a:gd name="T100" fmla="*/ 2637 w 3035"/>
                  <a:gd name="T101" fmla="*/ 1764 h 3510"/>
                  <a:gd name="T102" fmla="*/ 2526 w 3035"/>
                  <a:gd name="T103" fmla="*/ 1666 h 3510"/>
                  <a:gd name="T104" fmla="*/ 2780 w 3035"/>
                  <a:gd name="T105" fmla="*/ 1635 h 3510"/>
                  <a:gd name="T106" fmla="*/ 2761 w 3035"/>
                  <a:gd name="T107" fmla="*/ 1433 h 3510"/>
                  <a:gd name="T108" fmla="*/ 2855 w 3035"/>
                  <a:gd name="T109" fmla="*/ 1350 h 3510"/>
                  <a:gd name="T110" fmla="*/ 2914 w 3035"/>
                  <a:gd name="T111" fmla="*/ 1260 h 3510"/>
                  <a:gd name="T112" fmla="*/ 2866 w 3035"/>
                  <a:gd name="T113" fmla="*/ 1034 h 3510"/>
                  <a:gd name="T114" fmla="*/ 2763 w 3035"/>
                  <a:gd name="T115" fmla="*/ 931 h 3510"/>
                  <a:gd name="T116" fmla="*/ 3000 w 3035"/>
                  <a:gd name="T117" fmla="*/ 845 h 3510"/>
                  <a:gd name="T118" fmla="*/ 2868 w 3035"/>
                  <a:gd name="T119" fmla="*/ 650 h 3510"/>
                  <a:gd name="T120" fmla="*/ 2831 w 3035"/>
                  <a:gd name="T121" fmla="*/ 472 h 3510"/>
                  <a:gd name="T122" fmla="*/ 2931 w 3035"/>
                  <a:gd name="T123" fmla="*/ 232 h 3510"/>
                  <a:gd name="T124" fmla="*/ 3035 w 3035"/>
                  <a:gd name="T125" fmla="*/ 0 h 35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nvGrpSpPr>
            <p:cNvPr id="599" name="Group 275">
              <a:extLst>
                <a:ext uri="{FF2B5EF4-FFF2-40B4-BE49-F238E27FC236}">
                  <a16:creationId xmlns:a16="http://schemas.microsoft.com/office/drawing/2014/main" id="{569F3584-3107-3C58-3E39-D197202E4EFD}"/>
                </a:ext>
              </a:extLst>
            </p:cNvPr>
            <p:cNvGrpSpPr>
              <a:grpSpLocks noChangeAspect="1"/>
            </p:cNvGrpSpPr>
            <p:nvPr/>
          </p:nvGrpSpPr>
          <p:grpSpPr bwMode="auto">
            <a:xfrm>
              <a:off x="3031960" y="2289566"/>
              <a:ext cx="1186613" cy="1312303"/>
              <a:chOff x="345" y="1148"/>
              <a:chExt cx="1797" cy="1854"/>
            </a:xfrm>
            <a:grpFill/>
          </p:grpSpPr>
          <p:sp>
            <p:nvSpPr>
              <p:cNvPr id="600" name="Freeform 276">
                <a:extLst>
                  <a:ext uri="{FF2B5EF4-FFF2-40B4-BE49-F238E27FC236}">
                    <a16:creationId xmlns:a16="http://schemas.microsoft.com/office/drawing/2014/main" id="{F5BD8062-97B1-6B5D-1636-FC1738F81F12}"/>
                  </a:ext>
                </a:extLst>
              </p:cNvPr>
              <p:cNvSpPr>
                <a:spLocks noChangeAspect="1"/>
              </p:cNvSpPr>
              <p:nvPr/>
            </p:nvSpPr>
            <p:spPr bwMode="gray">
              <a:xfrm>
                <a:off x="1123" y="2709"/>
                <a:ext cx="449" cy="29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601" name="Group 277">
                <a:extLst>
                  <a:ext uri="{FF2B5EF4-FFF2-40B4-BE49-F238E27FC236}">
                    <a16:creationId xmlns:a16="http://schemas.microsoft.com/office/drawing/2014/main" id="{D219C4C8-B582-885A-F620-AEB84ECBCBAF}"/>
                  </a:ext>
                </a:extLst>
              </p:cNvPr>
              <p:cNvGrpSpPr>
                <a:grpSpLocks noChangeAspect="1"/>
              </p:cNvGrpSpPr>
              <p:nvPr/>
            </p:nvGrpSpPr>
            <p:grpSpPr bwMode="auto">
              <a:xfrm>
                <a:off x="345" y="1759"/>
                <a:ext cx="1797" cy="1033"/>
                <a:chOff x="345" y="1759"/>
                <a:chExt cx="1797" cy="1033"/>
              </a:xfrm>
              <a:grpFill/>
            </p:grpSpPr>
            <p:grpSp>
              <p:nvGrpSpPr>
                <p:cNvPr id="632" name="Group 278">
                  <a:extLst>
                    <a:ext uri="{FF2B5EF4-FFF2-40B4-BE49-F238E27FC236}">
                      <a16:creationId xmlns:a16="http://schemas.microsoft.com/office/drawing/2014/main" id="{F6B2F116-D34D-BBDC-70E8-4EAE0B23B811}"/>
                    </a:ext>
                  </a:extLst>
                </p:cNvPr>
                <p:cNvGrpSpPr>
                  <a:grpSpLocks noChangeAspect="1"/>
                </p:cNvGrpSpPr>
                <p:nvPr/>
              </p:nvGrpSpPr>
              <p:grpSpPr bwMode="auto">
                <a:xfrm>
                  <a:off x="345" y="1759"/>
                  <a:ext cx="556" cy="583"/>
                  <a:chOff x="672" y="1356"/>
                  <a:chExt cx="418" cy="413"/>
                </a:xfrm>
                <a:grpFill/>
              </p:grpSpPr>
              <p:sp>
                <p:nvSpPr>
                  <p:cNvPr id="639" name="Freeform 279">
                    <a:extLst>
                      <a:ext uri="{FF2B5EF4-FFF2-40B4-BE49-F238E27FC236}">
                        <a16:creationId xmlns:a16="http://schemas.microsoft.com/office/drawing/2014/main" id="{383A69D7-920D-343C-0493-33410220543A}"/>
                      </a:ext>
                    </a:extLst>
                  </p:cNvPr>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0" name="Freeform 280">
                    <a:extLst>
                      <a:ext uri="{FF2B5EF4-FFF2-40B4-BE49-F238E27FC236}">
                        <a16:creationId xmlns:a16="http://schemas.microsoft.com/office/drawing/2014/main" id="{93CA7625-EDF2-D99C-6E0F-B846BFDA7955}"/>
                      </a:ext>
                    </a:extLst>
                  </p:cNvPr>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1" name="Freeform 281">
                    <a:extLst>
                      <a:ext uri="{FF2B5EF4-FFF2-40B4-BE49-F238E27FC236}">
                        <a16:creationId xmlns:a16="http://schemas.microsoft.com/office/drawing/2014/main" id="{9FD26155-8E07-F2C6-BD4E-6B488140D01A}"/>
                      </a:ext>
                    </a:extLst>
                  </p:cNvPr>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2" name="Freeform 282">
                    <a:extLst>
                      <a:ext uri="{FF2B5EF4-FFF2-40B4-BE49-F238E27FC236}">
                        <a16:creationId xmlns:a16="http://schemas.microsoft.com/office/drawing/2014/main" id="{2D9267DE-81CF-0314-26D0-1933404F4113}"/>
                      </a:ext>
                    </a:extLst>
                  </p:cNvPr>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43" name="Freeform 283">
                    <a:extLst>
                      <a:ext uri="{FF2B5EF4-FFF2-40B4-BE49-F238E27FC236}">
                        <a16:creationId xmlns:a16="http://schemas.microsoft.com/office/drawing/2014/main" id="{94D01A62-E1F9-ED4A-E302-9268352DC089}"/>
                      </a:ext>
                    </a:extLst>
                  </p:cNvPr>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nvGrpSpPr>
                <p:cNvPr id="633" name="Group 284">
                  <a:extLst>
                    <a:ext uri="{FF2B5EF4-FFF2-40B4-BE49-F238E27FC236}">
                      <a16:creationId xmlns:a16="http://schemas.microsoft.com/office/drawing/2014/main" id="{4F883280-642C-E463-DA15-AECAFE2A59AA}"/>
                    </a:ext>
                  </a:extLst>
                </p:cNvPr>
                <p:cNvGrpSpPr>
                  <a:grpSpLocks noChangeAspect="1"/>
                </p:cNvGrpSpPr>
                <p:nvPr/>
              </p:nvGrpSpPr>
              <p:grpSpPr bwMode="auto">
                <a:xfrm>
                  <a:off x="1184" y="2339"/>
                  <a:ext cx="958" cy="453"/>
                  <a:chOff x="1149" y="1865"/>
                  <a:chExt cx="635" cy="339"/>
                </a:xfrm>
                <a:grpFill/>
              </p:grpSpPr>
              <p:sp>
                <p:nvSpPr>
                  <p:cNvPr id="634" name="Freeform 285">
                    <a:extLst>
                      <a:ext uri="{FF2B5EF4-FFF2-40B4-BE49-F238E27FC236}">
                        <a16:creationId xmlns:a16="http://schemas.microsoft.com/office/drawing/2014/main" id="{7445035A-8DDC-8299-4D79-BB461442ACC2}"/>
                      </a:ext>
                    </a:extLst>
                  </p:cNvPr>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35" name="Freeform 286">
                    <a:extLst>
                      <a:ext uri="{FF2B5EF4-FFF2-40B4-BE49-F238E27FC236}">
                        <a16:creationId xmlns:a16="http://schemas.microsoft.com/office/drawing/2014/main" id="{DCC564B5-F101-0251-A8F9-893FBB7E9303}"/>
                      </a:ext>
                    </a:extLst>
                  </p:cNvPr>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36" name="Freeform 287">
                    <a:extLst>
                      <a:ext uri="{FF2B5EF4-FFF2-40B4-BE49-F238E27FC236}">
                        <a16:creationId xmlns:a16="http://schemas.microsoft.com/office/drawing/2014/main" id="{FAEA70EB-BF5A-34EB-0243-ED4627AE7ADF}"/>
                      </a:ext>
                    </a:extLst>
                  </p:cNvPr>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37" name="Freeform 288">
                    <a:extLst>
                      <a:ext uri="{FF2B5EF4-FFF2-40B4-BE49-F238E27FC236}">
                        <a16:creationId xmlns:a16="http://schemas.microsoft.com/office/drawing/2014/main" id="{E5301B47-B665-DB77-32DE-D23A4FAB4E18}"/>
                      </a:ext>
                    </a:extLst>
                  </p:cNvPr>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38" name="Freeform 289">
                    <a:extLst>
                      <a:ext uri="{FF2B5EF4-FFF2-40B4-BE49-F238E27FC236}">
                        <a16:creationId xmlns:a16="http://schemas.microsoft.com/office/drawing/2014/main" id="{E312C031-9BF8-6E38-6D93-CA7AEF0BDAE8}"/>
                      </a:ext>
                    </a:extLst>
                  </p:cNvPr>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grpSp>
            <p:nvGrpSpPr>
              <p:cNvPr id="602" name="Group 290">
                <a:extLst>
                  <a:ext uri="{FF2B5EF4-FFF2-40B4-BE49-F238E27FC236}">
                    <a16:creationId xmlns:a16="http://schemas.microsoft.com/office/drawing/2014/main" id="{2E46F448-EEE0-3FEB-8081-E9CFCF4E448E}"/>
                  </a:ext>
                </a:extLst>
              </p:cNvPr>
              <p:cNvGrpSpPr>
                <a:grpSpLocks noChangeAspect="1"/>
              </p:cNvGrpSpPr>
              <p:nvPr/>
            </p:nvGrpSpPr>
            <p:grpSpPr bwMode="auto">
              <a:xfrm>
                <a:off x="766" y="1148"/>
                <a:ext cx="1315" cy="1387"/>
                <a:chOff x="766" y="1148"/>
                <a:chExt cx="1315" cy="1387"/>
              </a:xfrm>
              <a:grpFill/>
            </p:grpSpPr>
            <p:sp>
              <p:nvSpPr>
                <p:cNvPr id="623" name="Freeform 311">
                  <a:extLst>
                    <a:ext uri="{FF2B5EF4-FFF2-40B4-BE49-F238E27FC236}">
                      <a16:creationId xmlns:a16="http://schemas.microsoft.com/office/drawing/2014/main" id="{DD97C09B-C67C-763D-221A-4D2041BB2107}"/>
                    </a:ext>
                  </a:extLst>
                </p:cNvPr>
                <p:cNvSpPr>
                  <a:spLocks noChangeAspect="1"/>
                </p:cNvSpPr>
                <p:nvPr/>
              </p:nvSpPr>
              <p:spPr bwMode="gray">
                <a:xfrm>
                  <a:off x="766" y="1656"/>
                  <a:ext cx="1272" cy="879"/>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3" name="Freeform 291">
                  <a:extLst>
                    <a:ext uri="{FF2B5EF4-FFF2-40B4-BE49-F238E27FC236}">
                      <a16:creationId xmlns:a16="http://schemas.microsoft.com/office/drawing/2014/main" id="{D2245473-1A7A-F9DF-8993-FAD97A6E703D}"/>
                    </a:ext>
                  </a:extLst>
                </p:cNvPr>
                <p:cNvSpPr>
                  <a:spLocks noChangeAspect="1"/>
                </p:cNvSpPr>
                <p:nvPr/>
              </p:nvSpPr>
              <p:spPr bwMode="gray">
                <a:xfrm>
                  <a:off x="2034" y="2276"/>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4" name="Freeform 292">
                  <a:extLst>
                    <a:ext uri="{FF2B5EF4-FFF2-40B4-BE49-F238E27FC236}">
                      <a16:creationId xmlns:a16="http://schemas.microsoft.com/office/drawing/2014/main" id="{A838D3E3-5AC2-EF08-D1F7-93B8DDD11388}"/>
                    </a:ext>
                  </a:extLst>
                </p:cNvPr>
                <p:cNvSpPr>
                  <a:spLocks noChangeAspect="1"/>
                </p:cNvSpPr>
                <p:nvPr/>
              </p:nvSpPr>
              <p:spPr bwMode="gray">
                <a:xfrm>
                  <a:off x="1982" y="2323"/>
                  <a:ext cx="99" cy="11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5" name="Freeform 293">
                  <a:extLst>
                    <a:ext uri="{FF2B5EF4-FFF2-40B4-BE49-F238E27FC236}">
                      <a16:creationId xmlns:a16="http://schemas.microsoft.com/office/drawing/2014/main" id="{4F9617A1-E8BE-2539-F577-99F6E40EF550}"/>
                    </a:ext>
                  </a:extLst>
                </p:cNvPr>
                <p:cNvSpPr>
                  <a:spLocks noChangeAspect="1"/>
                </p:cNvSpPr>
                <p:nvPr/>
              </p:nvSpPr>
              <p:spPr bwMode="gray">
                <a:xfrm>
                  <a:off x="955" y="2341"/>
                  <a:ext cx="74" cy="58"/>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6" name="Freeform 294">
                  <a:extLst>
                    <a:ext uri="{FF2B5EF4-FFF2-40B4-BE49-F238E27FC236}">
                      <a16:creationId xmlns:a16="http://schemas.microsoft.com/office/drawing/2014/main" id="{35644D9F-A7FC-E525-3913-C78B4843996D}"/>
                    </a:ext>
                  </a:extLst>
                </p:cNvPr>
                <p:cNvSpPr>
                  <a:spLocks noChangeAspect="1"/>
                </p:cNvSpPr>
                <p:nvPr/>
              </p:nvSpPr>
              <p:spPr bwMode="gray">
                <a:xfrm>
                  <a:off x="1385" y="1751"/>
                  <a:ext cx="64" cy="59"/>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7" name="Freeform 295">
                  <a:extLst>
                    <a:ext uri="{FF2B5EF4-FFF2-40B4-BE49-F238E27FC236}">
                      <a16:creationId xmlns:a16="http://schemas.microsoft.com/office/drawing/2014/main" id="{7C9AA82E-84FB-4328-BCE4-1BFFAD365B3D}"/>
                    </a:ext>
                  </a:extLst>
                </p:cNvPr>
                <p:cNvSpPr>
                  <a:spLocks noChangeAspect="1"/>
                </p:cNvSpPr>
                <p:nvPr/>
              </p:nvSpPr>
              <p:spPr bwMode="gray">
                <a:xfrm>
                  <a:off x="990" y="1520"/>
                  <a:ext cx="159" cy="176"/>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8" name="Freeform 296">
                  <a:extLst>
                    <a:ext uri="{FF2B5EF4-FFF2-40B4-BE49-F238E27FC236}">
                      <a16:creationId xmlns:a16="http://schemas.microsoft.com/office/drawing/2014/main" id="{16BAE6C4-CC43-9D75-E44E-5BF9B3944047}"/>
                    </a:ext>
                  </a:extLst>
                </p:cNvPr>
                <p:cNvSpPr>
                  <a:spLocks noChangeAspect="1"/>
                </p:cNvSpPr>
                <p:nvPr/>
              </p:nvSpPr>
              <p:spPr bwMode="gray">
                <a:xfrm>
                  <a:off x="1093" y="1586"/>
                  <a:ext cx="271" cy="223"/>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09" name="Freeform 297">
                  <a:extLst>
                    <a:ext uri="{FF2B5EF4-FFF2-40B4-BE49-F238E27FC236}">
                      <a16:creationId xmlns:a16="http://schemas.microsoft.com/office/drawing/2014/main" id="{27098357-1F64-87A8-1267-2005795ECE8F}"/>
                    </a:ext>
                  </a:extLst>
                </p:cNvPr>
                <p:cNvSpPr>
                  <a:spLocks noChangeAspect="1"/>
                </p:cNvSpPr>
                <p:nvPr/>
              </p:nvSpPr>
              <p:spPr bwMode="gray">
                <a:xfrm>
                  <a:off x="1272" y="1565"/>
                  <a:ext cx="37" cy="46"/>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0" name="Freeform 298">
                  <a:extLst>
                    <a:ext uri="{FF2B5EF4-FFF2-40B4-BE49-F238E27FC236}">
                      <a16:creationId xmlns:a16="http://schemas.microsoft.com/office/drawing/2014/main" id="{F79805BE-D5C7-3168-CEDA-464A63F3A9E6}"/>
                    </a:ext>
                  </a:extLst>
                </p:cNvPr>
                <p:cNvSpPr>
                  <a:spLocks noChangeAspect="1"/>
                </p:cNvSpPr>
                <p:nvPr/>
              </p:nvSpPr>
              <p:spPr bwMode="gray">
                <a:xfrm>
                  <a:off x="1340" y="1558"/>
                  <a:ext cx="91" cy="132"/>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1" name="Freeform 299">
                  <a:extLst>
                    <a:ext uri="{FF2B5EF4-FFF2-40B4-BE49-F238E27FC236}">
                      <a16:creationId xmlns:a16="http://schemas.microsoft.com/office/drawing/2014/main" id="{255C3183-C913-CBFB-CF5F-57B0C2E99C7E}"/>
                    </a:ext>
                  </a:extLst>
                </p:cNvPr>
                <p:cNvSpPr>
                  <a:spLocks noChangeAspect="1"/>
                </p:cNvSpPr>
                <p:nvPr/>
              </p:nvSpPr>
              <p:spPr bwMode="gray">
                <a:xfrm>
                  <a:off x="1335" y="1394"/>
                  <a:ext cx="80" cy="103"/>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2" name="Freeform 300">
                  <a:extLst>
                    <a:ext uri="{FF2B5EF4-FFF2-40B4-BE49-F238E27FC236}">
                      <a16:creationId xmlns:a16="http://schemas.microsoft.com/office/drawing/2014/main" id="{D019B3EA-07DE-18FE-C1F9-81477CB65FD2}"/>
                    </a:ext>
                  </a:extLst>
                </p:cNvPr>
                <p:cNvSpPr>
                  <a:spLocks noChangeAspect="1"/>
                </p:cNvSpPr>
                <p:nvPr/>
              </p:nvSpPr>
              <p:spPr bwMode="gray">
                <a:xfrm>
                  <a:off x="1113" y="1383"/>
                  <a:ext cx="182" cy="145"/>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3" name="Freeform 301">
                  <a:extLst>
                    <a:ext uri="{FF2B5EF4-FFF2-40B4-BE49-F238E27FC236}">
                      <a16:creationId xmlns:a16="http://schemas.microsoft.com/office/drawing/2014/main" id="{CF390B49-7D41-C985-07ED-CBCC9459FBAB}"/>
                    </a:ext>
                  </a:extLst>
                </p:cNvPr>
                <p:cNvSpPr>
                  <a:spLocks noChangeAspect="1"/>
                </p:cNvSpPr>
                <p:nvPr/>
              </p:nvSpPr>
              <p:spPr bwMode="gray">
                <a:xfrm>
                  <a:off x="1036" y="1337"/>
                  <a:ext cx="109" cy="111"/>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4" name="Freeform 302">
                  <a:extLst>
                    <a:ext uri="{FF2B5EF4-FFF2-40B4-BE49-F238E27FC236}">
                      <a16:creationId xmlns:a16="http://schemas.microsoft.com/office/drawing/2014/main" id="{9B6511B4-3A4C-0E8F-1532-BA12D1086D8D}"/>
                    </a:ext>
                  </a:extLst>
                </p:cNvPr>
                <p:cNvSpPr>
                  <a:spLocks noChangeAspect="1"/>
                </p:cNvSpPr>
                <p:nvPr/>
              </p:nvSpPr>
              <p:spPr bwMode="gray">
                <a:xfrm>
                  <a:off x="1176" y="1297"/>
                  <a:ext cx="54" cy="53"/>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5" name="Freeform 303">
                  <a:extLst>
                    <a:ext uri="{FF2B5EF4-FFF2-40B4-BE49-F238E27FC236}">
                      <a16:creationId xmlns:a16="http://schemas.microsoft.com/office/drawing/2014/main" id="{80F692D1-FBBD-66AA-3E20-68A5AC8E6DA3}"/>
                    </a:ext>
                  </a:extLst>
                </p:cNvPr>
                <p:cNvSpPr>
                  <a:spLocks noChangeAspect="1"/>
                </p:cNvSpPr>
                <p:nvPr/>
              </p:nvSpPr>
              <p:spPr bwMode="gray">
                <a:xfrm>
                  <a:off x="1176" y="1250"/>
                  <a:ext cx="60" cy="35"/>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6" name="Freeform 304">
                  <a:extLst>
                    <a:ext uri="{FF2B5EF4-FFF2-40B4-BE49-F238E27FC236}">
                      <a16:creationId xmlns:a16="http://schemas.microsoft.com/office/drawing/2014/main" id="{6D0FCA4F-1B98-9DA2-D6E1-9471A24C6920}"/>
                    </a:ext>
                  </a:extLst>
                </p:cNvPr>
                <p:cNvSpPr>
                  <a:spLocks noChangeAspect="1"/>
                </p:cNvSpPr>
                <p:nvPr/>
              </p:nvSpPr>
              <p:spPr bwMode="gray">
                <a:xfrm>
                  <a:off x="1434" y="1319"/>
                  <a:ext cx="44" cy="29"/>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7" name="Freeform 305">
                  <a:extLst>
                    <a:ext uri="{FF2B5EF4-FFF2-40B4-BE49-F238E27FC236}">
                      <a16:creationId xmlns:a16="http://schemas.microsoft.com/office/drawing/2014/main" id="{BECB3E2C-6C7C-4C43-845E-01A8958C28B8}"/>
                    </a:ext>
                  </a:extLst>
                </p:cNvPr>
                <p:cNvSpPr>
                  <a:spLocks noChangeAspect="1"/>
                </p:cNvSpPr>
                <p:nvPr/>
              </p:nvSpPr>
              <p:spPr bwMode="gray">
                <a:xfrm>
                  <a:off x="1421" y="1367"/>
                  <a:ext cx="257" cy="161"/>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8" name="Freeform 306">
                  <a:extLst>
                    <a:ext uri="{FF2B5EF4-FFF2-40B4-BE49-F238E27FC236}">
                      <a16:creationId xmlns:a16="http://schemas.microsoft.com/office/drawing/2014/main" id="{22452FC8-A003-4ADD-16DE-3C4BFDD3028F}"/>
                    </a:ext>
                  </a:extLst>
                </p:cNvPr>
                <p:cNvSpPr>
                  <a:spLocks noChangeAspect="1"/>
                </p:cNvSpPr>
                <p:nvPr/>
              </p:nvSpPr>
              <p:spPr bwMode="gray">
                <a:xfrm>
                  <a:off x="1428" y="1456"/>
                  <a:ext cx="45" cy="63"/>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19" name="Freeform 307">
                  <a:extLst>
                    <a:ext uri="{FF2B5EF4-FFF2-40B4-BE49-F238E27FC236}">
                      <a16:creationId xmlns:a16="http://schemas.microsoft.com/office/drawing/2014/main" id="{56456ED8-0897-30B4-E655-371B18C11A17}"/>
                    </a:ext>
                  </a:extLst>
                </p:cNvPr>
                <p:cNvSpPr>
                  <a:spLocks noChangeAspect="1"/>
                </p:cNvSpPr>
                <p:nvPr/>
              </p:nvSpPr>
              <p:spPr bwMode="gray">
                <a:xfrm>
                  <a:off x="1567" y="1908"/>
                  <a:ext cx="104" cy="95"/>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0" name="Freeform 308">
                  <a:extLst>
                    <a:ext uri="{FF2B5EF4-FFF2-40B4-BE49-F238E27FC236}">
                      <a16:creationId xmlns:a16="http://schemas.microsoft.com/office/drawing/2014/main" id="{D32F8EC4-CE70-B367-5867-348D76A4CD3C}"/>
                    </a:ext>
                  </a:extLst>
                </p:cNvPr>
                <p:cNvSpPr>
                  <a:spLocks noChangeAspect="1"/>
                </p:cNvSpPr>
                <p:nvPr/>
              </p:nvSpPr>
              <p:spPr bwMode="gray">
                <a:xfrm>
                  <a:off x="1715" y="1816"/>
                  <a:ext cx="32" cy="43"/>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1" name="Freeform 309">
                  <a:extLst>
                    <a:ext uri="{FF2B5EF4-FFF2-40B4-BE49-F238E27FC236}">
                      <a16:creationId xmlns:a16="http://schemas.microsoft.com/office/drawing/2014/main" id="{8C96892E-F4B8-6AC2-2C5C-70835F2C839A}"/>
                    </a:ext>
                  </a:extLst>
                </p:cNvPr>
                <p:cNvSpPr>
                  <a:spLocks noChangeAspect="1"/>
                </p:cNvSpPr>
                <p:nvPr/>
              </p:nvSpPr>
              <p:spPr bwMode="gray">
                <a:xfrm>
                  <a:off x="1660" y="1569"/>
                  <a:ext cx="72" cy="51"/>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2" name="Freeform 310">
                  <a:extLst>
                    <a:ext uri="{FF2B5EF4-FFF2-40B4-BE49-F238E27FC236}">
                      <a16:creationId xmlns:a16="http://schemas.microsoft.com/office/drawing/2014/main" id="{038E8F54-7E31-CE78-5B9B-6B7DD23D627C}"/>
                    </a:ext>
                  </a:extLst>
                </p:cNvPr>
                <p:cNvSpPr>
                  <a:spLocks noChangeAspect="1"/>
                </p:cNvSpPr>
                <p:nvPr/>
              </p:nvSpPr>
              <p:spPr bwMode="gray">
                <a:xfrm>
                  <a:off x="1523" y="1562"/>
                  <a:ext cx="429" cy="483"/>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4" name="Freeform 312">
                  <a:extLst>
                    <a:ext uri="{FF2B5EF4-FFF2-40B4-BE49-F238E27FC236}">
                      <a16:creationId xmlns:a16="http://schemas.microsoft.com/office/drawing/2014/main" id="{39206242-25FD-D2A2-1022-8B9890989548}"/>
                    </a:ext>
                  </a:extLst>
                </p:cNvPr>
                <p:cNvSpPr>
                  <a:spLocks noChangeAspect="1"/>
                </p:cNvSpPr>
                <p:nvPr/>
              </p:nvSpPr>
              <p:spPr bwMode="gray">
                <a:xfrm>
                  <a:off x="1401" y="1236"/>
                  <a:ext cx="53" cy="86"/>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5" name="Freeform 313">
                  <a:extLst>
                    <a:ext uri="{FF2B5EF4-FFF2-40B4-BE49-F238E27FC236}">
                      <a16:creationId xmlns:a16="http://schemas.microsoft.com/office/drawing/2014/main" id="{28803472-D5F0-FCA4-728D-215729540B7F}"/>
                    </a:ext>
                  </a:extLst>
                </p:cNvPr>
                <p:cNvSpPr>
                  <a:spLocks noChangeAspect="1"/>
                </p:cNvSpPr>
                <p:nvPr/>
              </p:nvSpPr>
              <p:spPr bwMode="gray">
                <a:xfrm>
                  <a:off x="1291" y="1202"/>
                  <a:ext cx="101" cy="117"/>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6" name="Freeform 314">
                  <a:extLst>
                    <a:ext uri="{FF2B5EF4-FFF2-40B4-BE49-F238E27FC236}">
                      <a16:creationId xmlns:a16="http://schemas.microsoft.com/office/drawing/2014/main" id="{B2AEEA6A-72A2-03E9-9EF4-7C9B2FF7E890}"/>
                    </a:ext>
                  </a:extLst>
                </p:cNvPr>
                <p:cNvSpPr>
                  <a:spLocks noChangeAspect="1"/>
                </p:cNvSpPr>
                <p:nvPr/>
              </p:nvSpPr>
              <p:spPr bwMode="gray">
                <a:xfrm>
                  <a:off x="1435" y="1148"/>
                  <a:ext cx="164" cy="15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7" name="Freeform 315">
                  <a:extLst>
                    <a:ext uri="{FF2B5EF4-FFF2-40B4-BE49-F238E27FC236}">
                      <a16:creationId xmlns:a16="http://schemas.microsoft.com/office/drawing/2014/main" id="{4E019A77-D426-90F8-A93B-132ACEC115B2}"/>
                    </a:ext>
                  </a:extLst>
                </p:cNvPr>
                <p:cNvSpPr>
                  <a:spLocks noChangeAspect="1"/>
                </p:cNvSpPr>
                <p:nvPr/>
              </p:nvSpPr>
              <p:spPr bwMode="gray">
                <a:xfrm>
                  <a:off x="1530" y="1148"/>
                  <a:ext cx="280" cy="281"/>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8" name="Freeform 316">
                  <a:extLst>
                    <a:ext uri="{FF2B5EF4-FFF2-40B4-BE49-F238E27FC236}">
                      <a16:creationId xmlns:a16="http://schemas.microsoft.com/office/drawing/2014/main" id="{2BDDE0CC-771E-EA3C-740E-4D5483D65143}"/>
                    </a:ext>
                  </a:extLst>
                </p:cNvPr>
                <p:cNvSpPr>
                  <a:spLocks noChangeAspect="1"/>
                </p:cNvSpPr>
                <p:nvPr/>
              </p:nvSpPr>
              <p:spPr bwMode="gray">
                <a:xfrm>
                  <a:off x="1573" y="1410"/>
                  <a:ext cx="9" cy="8"/>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29" name="Freeform 317">
                  <a:extLst>
                    <a:ext uri="{FF2B5EF4-FFF2-40B4-BE49-F238E27FC236}">
                      <a16:creationId xmlns:a16="http://schemas.microsoft.com/office/drawing/2014/main" id="{FDCA5B3D-A0AB-6C06-F3B4-AC6EF8B258A0}"/>
                    </a:ext>
                  </a:extLst>
                </p:cNvPr>
                <p:cNvSpPr>
                  <a:spLocks noChangeAspect="1"/>
                </p:cNvSpPr>
                <p:nvPr/>
              </p:nvSpPr>
              <p:spPr bwMode="gray">
                <a:xfrm>
                  <a:off x="1573" y="1402"/>
                  <a:ext cx="2" cy="8"/>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30" name="Freeform 318">
                  <a:extLst>
                    <a:ext uri="{FF2B5EF4-FFF2-40B4-BE49-F238E27FC236}">
                      <a16:creationId xmlns:a16="http://schemas.microsoft.com/office/drawing/2014/main" id="{CBC4F36C-AE38-1020-D963-35FD3819ECC8}"/>
                    </a:ext>
                  </a:extLst>
                </p:cNvPr>
                <p:cNvSpPr>
                  <a:spLocks noChangeAspect="1"/>
                </p:cNvSpPr>
                <p:nvPr/>
              </p:nvSpPr>
              <p:spPr bwMode="gray">
                <a:xfrm>
                  <a:off x="850" y="1756"/>
                  <a:ext cx="23" cy="31"/>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631" name="Freeform 319">
                  <a:extLst>
                    <a:ext uri="{FF2B5EF4-FFF2-40B4-BE49-F238E27FC236}">
                      <a16:creationId xmlns:a16="http://schemas.microsoft.com/office/drawing/2014/main" id="{972A2AF8-D5E4-7B8A-79ED-45363DFBF5D2}"/>
                    </a:ext>
                  </a:extLst>
                </p:cNvPr>
                <p:cNvSpPr>
                  <a:spLocks noChangeAspect="1"/>
                </p:cNvSpPr>
                <p:nvPr/>
              </p:nvSpPr>
              <p:spPr bwMode="gray">
                <a:xfrm>
                  <a:off x="841" y="1776"/>
                  <a:ext cx="15" cy="15"/>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sp>
          <p:nvSpPr>
            <p:cNvPr id="590" name="Freeform 156">
              <a:extLst>
                <a:ext uri="{FF2B5EF4-FFF2-40B4-BE49-F238E27FC236}">
                  <a16:creationId xmlns:a16="http://schemas.microsoft.com/office/drawing/2014/main" id="{90DB4786-7985-CC1F-F617-6303E1DCA4C3}"/>
                </a:ext>
              </a:extLst>
            </p:cNvPr>
            <p:cNvSpPr>
              <a:spLocks noChangeAspect="1"/>
            </p:cNvSpPr>
            <p:nvPr/>
          </p:nvSpPr>
          <p:spPr bwMode="gray">
            <a:xfrm>
              <a:off x="6029190" y="4223367"/>
              <a:ext cx="36318" cy="41762"/>
            </a:xfrm>
            <a:custGeom>
              <a:avLst/>
              <a:gdLst>
                <a:gd name="T0" fmla="*/ 4 w 201"/>
                <a:gd name="T1" fmla="*/ 4 h 216"/>
                <a:gd name="T2" fmla="*/ 20 w 201"/>
                <a:gd name="T3" fmla="*/ 11 h 216"/>
                <a:gd name="T4" fmla="*/ 30 w 201"/>
                <a:gd name="T5" fmla="*/ 7 h 216"/>
                <a:gd name="T6" fmla="*/ 68 w 201"/>
                <a:gd name="T7" fmla="*/ 32 h 216"/>
                <a:gd name="T8" fmla="*/ 105 w 201"/>
                <a:gd name="T9" fmla="*/ 36 h 216"/>
                <a:gd name="T10" fmla="*/ 127 w 201"/>
                <a:gd name="T11" fmla="*/ 23 h 216"/>
                <a:gd name="T12" fmla="*/ 148 w 201"/>
                <a:gd name="T13" fmla="*/ 22 h 216"/>
                <a:gd name="T14" fmla="*/ 165 w 201"/>
                <a:gd name="T15" fmla="*/ 13 h 216"/>
                <a:gd name="T16" fmla="*/ 176 w 201"/>
                <a:gd name="T17" fmla="*/ 7 h 216"/>
                <a:gd name="T18" fmla="*/ 193 w 201"/>
                <a:gd name="T19" fmla="*/ 22 h 216"/>
                <a:gd name="T20" fmla="*/ 198 w 201"/>
                <a:gd name="T21" fmla="*/ 54 h 216"/>
                <a:gd name="T22" fmla="*/ 196 w 201"/>
                <a:gd name="T23" fmla="*/ 85 h 216"/>
                <a:gd name="T24" fmla="*/ 201 w 201"/>
                <a:gd name="T25" fmla="*/ 109 h 216"/>
                <a:gd name="T26" fmla="*/ 198 w 201"/>
                <a:gd name="T27" fmla="*/ 112 h 216"/>
                <a:gd name="T28" fmla="*/ 194 w 201"/>
                <a:gd name="T29" fmla="*/ 94 h 216"/>
                <a:gd name="T30" fmla="*/ 182 w 201"/>
                <a:gd name="T31" fmla="*/ 119 h 216"/>
                <a:gd name="T32" fmla="*/ 177 w 201"/>
                <a:gd name="T33" fmla="*/ 135 h 216"/>
                <a:gd name="T34" fmla="*/ 172 w 201"/>
                <a:gd name="T35" fmla="*/ 157 h 216"/>
                <a:gd name="T36" fmla="*/ 156 w 201"/>
                <a:gd name="T37" fmla="*/ 155 h 216"/>
                <a:gd name="T38" fmla="*/ 154 w 201"/>
                <a:gd name="T39" fmla="*/ 167 h 216"/>
                <a:gd name="T40" fmla="*/ 143 w 201"/>
                <a:gd name="T41" fmla="*/ 179 h 216"/>
                <a:gd name="T42" fmla="*/ 137 w 201"/>
                <a:gd name="T43" fmla="*/ 184 h 216"/>
                <a:gd name="T44" fmla="*/ 127 w 201"/>
                <a:gd name="T45" fmla="*/ 187 h 216"/>
                <a:gd name="T46" fmla="*/ 124 w 201"/>
                <a:gd name="T47" fmla="*/ 206 h 216"/>
                <a:gd name="T48" fmla="*/ 111 w 201"/>
                <a:gd name="T49" fmla="*/ 216 h 216"/>
                <a:gd name="T50" fmla="*/ 99 w 201"/>
                <a:gd name="T51" fmla="*/ 209 h 216"/>
                <a:gd name="T52" fmla="*/ 83 w 201"/>
                <a:gd name="T53" fmla="*/ 208 h 216"/>
                <a:gd name="T54" fmla="*/ 69 w 201"/>
                <a:gd name="T55" fmla="*/ 201 h 216"/>
                <a:gd name="T56" fmla="*/ 80 w 201"/>
                <a:gd name="T57" fmla="*/ 193 h 216"/>
                <a:gd name="T58" fmla="*/ 62 w 201"/>
                <a:gd name="T59" fmla="*/ 188 h 216"/>
                <a:gd name="T60" fmla="*/ 41 w 201"/>
                <a:gd name="T61" fmla="*/ 157 h 216"/>
                <a:gd name="T62" fmla="*/ 25 w 201"/>
                <a:gd name="T63" fmla="*/ 107 h 216"/>
                <a:gd name="T64" fmla="*/ 45 w 201"/>
                <a:gd name="T65" fmla="*/ 118 h 216"/>
                <a:gd name="T66" fmla="*/ 25 w 201"/>
                <a:gd name="T67" fmla="*/ 92 h 216"/>
                <a:gd name="T68" fmla="*/ 2 w 201"/>
                <a:gd name="T69" fmla="*/ 24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1" name="Freeform 157">
              <a:extLst>
                <a:ext uri="{FF2B5EF4-FFF2-40B4-BE49-F238E27FC236}">
                  <a16:creationId xmlns:a16="http://schemas.microsoft.com/office/drawing/2014/main" id="{08BD0CFC-1E2A-BCE5-0C7A-577BAC090145}"/>
                </a:ext>
              </a:extLst>
            </p:cNvPr>
            <p:cNvSpPr>
              <a:spLocks noChangeAspect="1"/>
            </p:cNvSpPr>
            <p:nvPr/>
          </p:nvSpPr>
          <p:spPr bwMode="gray">
            <a:xfrm>
              <a:off x="6242476" y="4222659"/>
              <a:ext cx="76598" cy="88479"/>
            </a:xfrm>
            <a:custGeom>
              <a:avLst/>
              <a:gdLst>
                <a:gd name="T0" fmla="*/ 319 w 424"/>
                <a:gd name="T1" fmla="*/ 16 h 463"/>
                <a:gd name="T2" fmla="*/ 337 w 424"/>
                <a:gd name="T3" fmla="*/ 0 h 463"/>
                <a:gd name="T4" fmla="*/ 349 w 424"/>
                <a:gd name="T5" fmla="*/ 22 h 463"/>
                <a:gd name="T6" fmla="*/ 362 w 424"/>
                <a:gd name="T7" fmla="*/ 51 h 463"/>
                <a:gd name="T8" fmla="*/ 391 w 424"/>
                <a:gd name="T9" fmla="*/ 35 h 463"/>
                <a:gd name="T10" fmla="*/ 402 w 424"/>
                <a:gd name="T11" fmla="*/ 35 h 463"/>
                <a:gd name="T12" fmla="*/ 411 w 424"/>
                <a:gd name="T13" fmla="*/ 47 h 463"/>
                <a:gd name="T14" fmla="*/ 423 w 424"/>
                <a:gd name="T15" fmla="*/ 40 h 463"/>
                <a:gd name="T16" fmla="*/ 417 w 424"/>
                <a:gd name="T17" fmla="*/ 68 h 463"/>
                <a:gd name="T18" fmla="*/ 411 w 424"/>
                <a:gd name="T19" fmla="*/ 114 h 463"/>
                <a:gd name="T20" fmla="*/ 387 w 424"/>
                <a:gd name="T21" fmla="*/ 141 h 463"/>
                <a:gd name="T22" fmla="*/ 362 w 424"/>
                <a:gd name="T23" fmla="*/ 180 h 463"/>
                <a:gd name="T24" fmla="*/ 342 w 424"/>
                <a:gd name="T25" fmla="*/ 228 h 463"/>
                <a:gd name="T26" fmla="*/ 360 w 424"/>
                <a:gd name="T27" fmla="*/ 246 h 463"/>
                <a:gd name="T28" fmla="*/ 326 w 424"/>
                <a:gd name="T29" fmla="*/ 235 h 463"/>
                <a:gd name="T30" fmla="*/ 316 w 424"/>
                <a:gd name="T31" fmla="*/ 244 h 463"/>
                <a:gd name="T32" fmla="*/ 287 w 424"/>
                <a:gd name="T33" fmla="*/ 262 h 463"/>
                <a:gd name="T34" fmla="*/ 274 w 424"/>
                <a:gd name="T35" fmla="*/ 265 h 463"/>
                <a:gd name="T36" fmla="*/ 262 w 424"/>
                <a:gd name="T37" fmla="*/ 320 h 463"/>
                <a:gd name="T38" fmla="*/ 245 w 424"/>
                <a:gd name="T39" fmla="*/ 361 h 463"/>
                <a:gd name="T40" fmla="*/ 231 w 424"/>
                <a:gd name="T41" fmla="*/ 390 h 463"/>
                <a:gd name="T42" fmla="*/ 230 w 424"/>
                <a:gd name="T43" fmla="*/ 410 h 463"/>
                <a:gd name="T44" fmla="*/ 190 w 424"/>
                <a:gd name="T45" fmla="*/ 434 h 463"/>
                <a:gd name="T46" fmla="*/ 177 w 424"/>
                <a:gd name="T47" fmla="*/ 449 h 463"/>
                <a:gd name="T48" fmla="*/ 138 w 424"/>
                <a:gd name="T49" fmla="*/ 463 h 463"/>
                <a:gd name="T50" fmla="*/ 120 w 424"/>
                <a:gd name="T51" fmla="*/ 454 h 463"/>
                <a:gd name="T52" fmla="*/ 104 w 424"/>
                <a:gd name="T53" fmla="*/ 454 h 463"/>
                <a:gd name="T54" fmla="*/ 91 w 424"/>
                <a:gd name="T55" fmla="*/ 441 h 463"/>
                <a:gd name="T56" fmla="*/ 55 w 424"/>
                <a:gd name="T57" fmla="*/ 421 h 463"/>
                <a:gd name="T58" fmla="*/ 12 w 424"/>
                <a:gd name="T59" fmla="*/ 422 h 463"/>
                <a:gd name="T60" fmla="*/ 13 w 424"/>
                <a:gd name="T61" fmla="*/ 413 h 463"/>
                <a:gd name="T62" fmla="*/ 9 w 424"/>
                <a:gd name="T63" fmla="*/ 405 h 463"/>
                <a:gd name="T64" fmla="*/ 16 w 424"/>
                <a:gd name="T65" fmla="*/ 391 h 463"/>
                <a:gd name="T66" fmla="*/ 24 w 424"/>
                <a:gd name="T67" fmla="*/ 379 h 463"/>
                <a:gd name="T68" fmla="*/ 15 w 424"/>
                <a:gd name="T69" fmla="*/ 366 h 463"/>
                <a:gd name="T70" fmla="*/ 21 w 424"/>
                <a:gd name="T71" fmla="*/ 353 h 463"/>
                <a:gd name="T72" fmla="*/ 37 w 424"/>
                <a:gd name="T73" fmla="*/ 356 h 463"/>
                <a:gd name="T74" fmla="*/ 31 w 424"/>
                <a:gd name="T75" fmla="*/ 347 h 463"/>
                <a:gd name="T76" fmla="*/ 47 w 424"/>
                <a:gd name="T77" fmla="*/ 325 h 463"/>
                <a:gd name="T78" fmla="*/ 56 w 424"/>
                <a:gd name="T79" fmla="*/ 329 h 463"/>
                <a:gd name="T80" fmla="*/ 61 w 424"/>
                <a:gd name="T81" fmla="*/ 304 h 463"/>
                <a:gd name="T82" fmla="*/ 82 w 424"/>
                <a:gd name="T83" fmla="*/ 278 h 463"/>
                <a:gd name="T84" fmla="*/ 102 w 424"/>
                <a:gd name="T85" fmla="*/ 255 h 463"/>
                <a:gd name="T86" fmla="*/ 133 w 424"/>
                <a:gd name="T87" fmla="*/ 249 h 463"/>
                <a:gd name="T88" fmla="*/ 187 w 424"/>
                <a:gd name="T89" fmla="*/ 208 h 463"/>
                <a:gd name="T90" fmla="*/ 219 w 424"/>
                <a:gd name="T91" fmla="*/ 178 h 463"/>
                <a:gd name="T92" fmla="*/ 256 w 424"/>
                <a:gd name="T93" fmla="*/ 144 h 463"/>
                <a:gd name="T94" fmla="*/ 288 w 424"/>
                <a:gd name="T95" fmla="*/ 81 h 463"/>
                <a:gd name="T96" fmla="*/ 308 w 424"/>
                <a:gd name="T97" fmla="*/ 34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2" name="Freeform 158">
              <a:extLst>
                <a:ext uri="{FF2B5EF4-FFF2-40B4-BE49-F238E27FC236}">
                  <a16:creationId xmlns:a16="http://schemas.microsoft.com/office/drawing/2014/main" id="{64BAAF9C-DD5C-46D8-F621-2F6BFA449D58}"/>
                </a:ext>
              </a:extLst>
            </p:cNvPr>
            <p:cNvSpPr>
              <a:spLocks noChangeAspect="1"/>
            </p:cNvSpPr>
            <p:nvPr/>
          </p:nvSpPr>
          <p:spPr bwMode="gray">
            <a:xfrm>
              <a:off x="6303886" y="4141258"/>
              <a:ext cx="56128" cy="94850"/>
            </a:xfrm>
            <a:custGeom>
              <a:avLst/>
              <a:gdLst>
                <a:gd name="T0" fmla="*/ 128 w 313"/>
                <a:gd name="T1" fmla="*/ 441 h 495"/>
                <a:gd name="T2" fmla="*/ 139 w 313"/>
                <a:gd name="T3" fmla="*/ 398 h 495"/>
                <a:gd name="T4" fmla="*/ 97 w 313"/>
                <a:gd name="T5" fmla="*/ 366 h 495"/>
                <a:gd name="T6" fmla="*/ 59 w 313"/>
                <a:gd name="T7" fmla="*/ 325 h 495"/>
                <a:gd name="T8" fmla="*/ 100 w 313"/>
                <a:gd name="T9" fmla="*/ 296 h 495"/>
                <a:gd name="T10" fmla="*/ 115 w 313"/>
                <a:gd name="T11" fmla="*/ 250 h 495"/>
                <a:gd name="T12" fmla="*/ 120 w 313"/>
                <a:gd name="T13" fmla="*/ 224 h 495"/>
                <a:gd name="T14" fmla="*/ 113 w 313"/>
                <a:gd name="T15" fmla="*/ 198 h 495"/>
                <a:gd name="T16" fmla="*/ 112 w 313"/>
                <a:gd name="T17" fmla="*/ 178 h 495"/>
                <a:gd name="T18" fmla="*/ 97 w 313"/>
                <a:gd name="T19" fmla="*/ 172 h 495"/>
                <a:gd name="T20" fmla="*/ 91 w 313"/>
                <a:gd name="T21" fmla="*/ 145 h 495"/>
                <a:gd name="T22" fmla="*/ 86 w 313"/>
                <a:gd name="T23" fmla="*/ 127 h 495"/>
                <a:gd name="T24" fmla="*/ 73 w 313"/>
                <a:gd name="T25" fmla="*/ 117 h 495"/>
                <a:gd name="T26" fmla="*/ 43 w 313"/>
                <a:gd name="T27" fmla="*/ 85 h 495"/>
                <a:gd name="T28" fmla="*/ 45 w 313"/>
                <a:gd name="T29" fmla="*/ 59 h 495"/>
                <a:gd name="T30" fmla="*/ 26 w 313"/>
                <a:gd name="T31" fmla="*/ 59 h 495"/>
                <a:gd name="T32" fmla="*/ 7 w 313"/>
                <a:gd name="T33" fmla="*/ 14 h 495"/>
                <a:gd name="T34" fmla="*/ 10 w 313"/>
                <a:gd name="T35" fmla="*/ 0 h 495"/>
                <a:gd name="T36" fmla="*/ 19 w 313"/>
                <a:gd name="T37" fmla="*/ 28 h 495"/>
                <a:gd name="T38" fmla="*/ 35 w 313"/>
                <a:gd name="T39" fmla="*/ 30 h 495"/>
                <a:gd name="T40" fmla="*/ 59 w 313"/>
                <a:gd name="T41" fmla="*/ 41 h 495"/>
                <a:gd name="T42" fmla="*/ 78 w 313"/>
                <a:gd name="T43" fmla="*/ 59 h 495"/>
                <a:gd name="T44" fmla="*/ 87 w 313"/>
                <a:gd name="T45" fmla="*/ 70 h 495"/>
                <a:gd name="T46" fmla="*/ 100 w 313"/>
                <a:gd name="T47" fmla="*/ 96 h 495"/>
                <a:gd name="T48" fmla="*/ 86 w 313"/>
                <a:gd name="T49" fmla="*/ 96 h 495"/>
                <a:gd name="T50" fmla="*/ 96 w 313"/>
                <a:gd name="T51" fmla="*/ 107 h 495"/>
                <a:gd name="T52" fmla="*/ 110 w 313"/>
                <a:gd name="T53" fmla="*/ 140 h 495"/>
                <a:gd name="T54" fmla="*/ 109 w 313"/>
                <a:gd name="T55" fmla="*/ 159 h 495"/>
                <a:gd name="T56" fmla="*/ 116 w 313"/>
                <a:gd name="T57" fmla="*/ 170 h 495"/>
                <a:gd name="T58" fmla="*/ 136 w 313"/>
                <a:gd name="T59" fmla="*/ 169 h 495"/>
                <a:gd name="T60" fmla="*/ 151 w 313"/>
                <a:gd name="T61" fmla="*/ 182 h 495"/>
                <a:gd name="T62" fmla="*/ 147 w 313"/>
                <a:gd name="T63" fmla="*/ 141 h 495"/>
                <a:gd name="T64" fmla="*/ 167 w 313"/>
                <a:gd name="T65" fmla="*/ 162 h 495"/>
                <a:gd name="T66" fmla="*/ 169 w 313"/>
                <a:gd name="T67" fmla="*/ 192 h 495"/>
                <a:gd name="T68" fmla="*/ 185 w 313"/>
                <a:gd name="T69" fmla="*/ 219 h 495"/>
                <a:gd name="T70" fmla="*/ 239 w 313"/>
                <a:gd name="T71" fmla="*/ 240 h 495"/>
                <a:gd name="T72" fmla="*/ 266 w 313"/>
                <a:gd name="T73" fmla="*/ 224 h 495"/>
                <a:gd name="T74" fmla="*/ 286 w 313"/>
                <a:gd name="T75" fmla="*/ 210 h 495"/>
                <a:gd name="T76" fmla="*/ 313 w 313"/>
                <a:gd name="T77" fmla="*/ 231 h 495"/>
                <a:gd name="T78" fmla="*/ 307 w 313"/>
                <a:gd name="T79" fmla="*/ 272 h 495"/>
                <a:gd name="T80" fmla="*/ 286 w 313"/>
                <a:gd name="T81" fmla="*/ 304 h 495"/>
                <a:gd name="T82" fmla="*/ 287 w 313"/>
                <a:gd name="T83" fmla="*/ 321 h 495"/>
                <a:gd name="T84" fmla="*/ 269 w 313"/>
                <a:gd name="T85" fmla="*/ 315 h 495"/>
                <a:gd name="T86" fmla="*/ 242 w 313"/>
                <a:gd name="T87" fmla="*/ 323 h 495"/>
                <a:gd name="T88" fmla="*/ 232 w 313"/>
                <a:gd name="T89" fmla="*/ 356 h 495"/>
                <a:gd name="T90" fmla="*/ 217 w 313"/>
                <a:gd name="T91" fmla="*/ 404 h 495"/>
                <a:gd name="T92" fmla="*/ 171 w 313"/>
                <a:gd name="T93" fmla="*/ 479 h 495"/>
                <a:gd name="T94" fmla="*/ 132 w 313"/>
                <a:gd name="T95" fmla="*/ 481 h 49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3" name="Freeform 159">
              <a:extLst>
                <a:ext uri="{FF2B5EF4-FFF2-40B4-BE49-F238E27FC236}">
                  <a16:creationId xmlns:a16="http://schemas.microsoft.com/office/drawing/2014/main" id="{5429B69F-E837-7B3B-3AB2-4640EC200BCD}"/>
                </a:ext>
              </a:extLst>
            </p:cNvPr>
            <p:cNvSpPr>
              <a:spLocks noChangeAspect="1"/>
            </p:cNvSpPr>
            <p:nvPr/>
          </p:nvSpPr>
          <p:spPr bwMode="gray">
            <a:xfrm>
              <a:off x="6217384" y="3972794"/>
              <a:ext cx="29054" cy="24774"/>
            </a:xfrm>
            <a:custGeom>
              <a:avLst/>
              <a:gdLst>
                <a:gd name="T0" fmla="*/ 60 w 159"/>
                <a:gd name="T1" fmla="*/ 71 h 133"/>
                <a:gd name="T2" fmla="*/ 39 w 159"/>
                <a:gd name="T3" fmla="*/ 60 h 133"/>
                <a:gd name="T4" fmla="*/ 27 w 159"/>
                <a:gd name="T5" fmla="*/ 43 h 133"/>
                <a:gd name="T6" fmla="*/ 21 w 159"/>
                <a:gd name="T7" fmla="*/ 38 h 133"/>
                <a:gd name="T8" fmla="*/ 16 w 159"/>
                <a:gd name="T9" fmla="*/ 26 h 133"/>
                <a:gd name="T10" fmla="*/ 6 w 159"/>
                <a:gd name="T11" fmla="*/ 17 h 133"/>
                <a:gd name="T12" fmla="*/ 6 w 159"/>
                <a:gd name="T13" fmla="*/ 9 h 133"/>
                <a:gd name="T14" fmla="*/ 0 w 159"/>
                <a:gd name="T15" fmla="*/ 2 h 133"/>
                <a:gd name="T16" fmla="*/ 6 w 159"/>
                <a:gd name="T17" fmla="*/ 0 h 133"/>
                <a:gd name="T18" fmla="*/ 14 w 159"/>
                <a:gd name="T19" fmla="*/ 5 h 133"/>
                <a:gd name="T20" fmla="*/ 19 w 159"/>
                <a:gd name="T21" fmla="*/ 4 h 133"/>
                <a:gd name="T22" fmla="*/ 33 w 159"/>
                <a:gd name="T23" fmla="*/ 14 h 133"/>
                <a:gd name="T24" fmla="*/ 40 w 159"/>
                <a:gd name="T25" fmla="*/ 16 h 133"/>
                <a:gd name="T26" fmla="*/ 41 w 159"/>
                <a:gd name="T27" fmla="*/ 21 h 133"/>
                <a:gd name="T28" fmla="*/ 45 w 159"/>
                <a:gd name="T29" fmla="*/ 26 h 133"/>
                <a:gd name="T30" fmla="*/ 51 w 159"/>
                <a:gd name="T31" fmla="*/ 26 h 133"/>
                <a:gd name="T32" fmla="*/ 59 w 159"/>
                <a:gd name="T33" fmla="*/ 29 h 133"/>
                <a:gd name="T34" fmla="*/ 67 w 159"/>
                <a:gd name="T35" fmla="*/ 43 h 133"/>
                <a:gd name="T36" fmla="*/ 72 w 159"/>
                <a:gd name="T37" fmla="*/ 47 h 133"/>
                <a:gd name="T38" fmla="*/ 75 w 159"/>
                <a:gd name="T39" fmla="*/ 57 h 133"/>
                <a:gd name="T40" fmla="*/ 78 w 159"/>
                <a:gd name="T41" fmla="*/ 58 h 133"/>
                <a:gd name="T42" fmla="*/ 82 w 159"/>
                <a:gd name="T43" fmla="*/ 63 h 133"/>
                <a:gd name="T44" fmla="*/ 89 w 159"/>
                <a:gd name="T45" fmla="*/ 68 h 133"/>
                <a:gd name="T46" fmla="*/ 94 w 159"/>
                <a:gd name="T47" fmla="*/ 74 h 133"/>
                <a:gd name="T48" fmla="*/ 98 w 159"/>
                <a:gd name="T49" fmla="*/ 75 h 133"/>
                <a:gd name="T50" fmla="*/ 100 w 159"/>
                <a:gd name="T51" fmla="*/ 81 h 133"/>
                <a:gd name="T52" fmla="*/ 109 w 159"/>
                <a:gd name="T53" fmla="*/ 82 h 133"/>
                <a:gd name="T54" fmla="*/ 123 w 159"/>
                <a:gd name="T55" fmla="*/ 86 h 133"/>
                <a:gd name="T56" fmla="*/ 141 w 159"/>
                <a:gd name="T57" fmla="*/ 103 h 133"/>
                <a:gd name="T58" fmla="*/ 143 w 159"/>
                <a:gd name="T59" fmla="*/ 109 h 133"/>
                <a:gd name="T60" fmla="*/ 150 w 159"/>
                <a:gd name="T61" fmla="*/ 108 h 133"/>
                <a:gd name="T62" fmla="*/ 157 w 159"/>
                <a:gd name="T63" fmla="*/ 114 h 133"/>
                <a:gd name="T64" fmla="*/ 159 w 159"/>
                <a:gd name="T65" fmla="*/ 123 h 133"/>
                <a:gd name="T66" fmla="*/ 158 w 159"/>
                <a:gd name="T67" fmla="*/ 125 h 133"/>
                <a:gd name="T68" fmla="*/ 153 w 159"/>
                <a:gd name="T69" fmla="*/ 125 h 133"/>
                <a:gd name="T70" fmla="*/ 152 w 159"/>
                <a:gd name="T71" fmla="*/ 133 h 133"/>
                <a:gd name="T72" fmla="*/ 150 w 159"/>
                <a:gd name="T73" fmla="*/ 131 h 133"/>
                <a:gd name="T74" fmla="*/ 147 w 159"/>
                <a:gd name="T75" fmla="*/ 127 h 133"/>
                <a:gd name="T76" fmla="*/ 141 w 159"/>
                <a:gd name="T77" fmla="*/ 122 h 133"/>
                <a:gd name="T78" fmla="*/ 138 w 159"/>
                <a:gd name="T79" fmla="*/ 119 h 133"/>
                <a:gd name="T80" fmla="*/ 130 w 159"/>
                <a:gd name="T81" fmla="*/ 119 h 133"/>
                <a:gd name="T82" fmla="*/ 124 w 159"/>
                <a:gd name="T83" fmla="*/ 115 h 133"/>
                <a:gd name="T84" fmla="*/ 116 w 159"/>
                <a:gd name="T85" fmla="*/ 115 h 133"/>
                <a:gd name="T86" fmla="*/ 114 w 159"/>
                <a:gd name="T87" fmla="*/ 112 h 133"/>
                <a:gd name="T88" fmla="*/ 113 w 159"/>
                <a:gd name="T89" fmla="*/ 104 h 133"/>
                <a:gd name="T90" fmla="*/ 108 w 159"/>
                <a:gd name="T91" fmla="*/ 104 h 133"/>
                <a:gd name="T92" fmla="*/ 104 w 159"/>
                <a:gd name="T93" fmla="*/ 102 h 133"/>
                <a:gd name="T94" fmla="*/ 99 w 159"/>
                <a:gd name="T95" fmla="*/ 102 h 133"/>
                <a:gd name="T96" fmla="*/ 98 w 159"/>
                <a:gd name="T97" fmla="*/ 97 h 133"/>
                <a:gd name="T98" fmla="*/ 93 w 159"/>
                <a:gd name="T99" fmla="*/ 97 h 133"/>
                <a:gd name="T100" fmla="*/ 91 w 159"/>
                <a:gd name="T101" fmla="*/ 95 h 133"/>
                <a:gd name="T102" fmla="*/ 84 w 159"/>
                <a:gd name="T103" fmla="*/ 93 h 133"/>
                <a:gd name="T104" fmla="*/ 77 w 159"/>
                <a:gd name="T105" fmla="*/ 86 h 133"/>
                <a:gd name="T106" fmla="*/ 71 w 159"/>
                <a:gd name="T107" fmla="*/ 86 h 133"/>
                <a:gd name="T108" fmla="*/ 66 w 159"/>
                <a:gd name="T109" fmla="*/ 84 h 133"/>
                <a:gd name="T110" fmla="*/ 65 w 159"/>
                <a:gd name="T111" fmla="*/ 76 h 133"/>
                <a:gd name="T112" fmla="*/ 60 w 159"/>
                <a:gd name="T113" fmla="*/ 71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4" name="Freeform 169">
              <a:extLst>
                <a:ext uri="{FF2B5EF4-FFF2-40B4-BE49-F238E27FC236}">
                  <a16:creationId xmlns:a16="http://schemas.microsoft.com/office/drawing/2014/main" id="{1CB4427C-DC70-642C-8BFF-C6704D105B97}"/>
                </a:ext>
              </a:extLst>
            </p:cNvPr>
            <p:cNvSpPr>
              <a:spLocks noChangeAspect="1"/>
            </p:cNvSpPr>
            <p:nvPr/>
          </p:nvSpPr>
          <p:spPr bwMode="gray">
            <a:xfrm>
              <a:off x="6066168" y="3800083"/>
              <a:ext cx="39620" cy="22651"/>
            </a:xfrm>
            <a:custGeom>
              <a:avLst/>
              <a:gdLst>
                <a:gd name="T0" fmla="*/ 0 w 223"/>
                <a:gd name="T1" fmla="*/ 73 h 117"/>
                <a:gd name="T2" fmla="*/ 5 w 223"/>
                <a:gd name="T3" fmla="*/ 69 h 117"/>
                <a:gd name="T4" fmla="*/ 11 w 223"/>
                <a:gd name="T5" fmla="*/ 72 h 117"/>
                <a:gd name="T6" fmla="*/ 50 w 223"/>
                <a:gd name="T7" fmla="*/ 75 h 117"/>
                <a:gd name="T8" fmla="*/ 81 w 223"/>
                <a:gd name="T9" fmla="*/ 73 h 117"/>
                <a:gd name="T10" fmla="*/ 88 w 223"/>
                <a:gd name="T11" fmla="*/ 69 h 117"/>
                <a:gd name="T12" fmla="*/ 88 w 223"/>
                <a:gd name="T13" fmla="*/ 62 h 117"/>
                <a:gd name="T14" fmla="*/ 89 w 223"/>
                <a:gd name="T15" fmla="*/ 58 h 117"/>
                <a:gd name="T16" fmla="*/ 93 w 223"/>
                <a:gd name="T17" fmla="*/ 51 h 117"/>
                <a:gd name="T18" fmla="*/ 98 w 223"/>
                <a:gd name="T19" fmla="*/ 47 h 117"/>
                <a:gd name="T20" fmla="*/ 102 w 223"/>
                <a:gd name="T21" fmla="*/ 49 h 117"/>
                <a:gd name="T22" fmla="*/ 97 w 223"/>
                <a:gd name="T23" fmla="*/ 58 h 117"/>
                <a:gd name="T24" fmla="*/ 96 w 223"/>
                <a:gd name="T25" fmla="*/ 68 h 117"/>
                <a:gd name="T26" fmla="*/ 102 w 223"/>
                <a:gd name="T27" fmla="*/ 72 h 117"/>
                <a:gd name="T28" fmla="*/ 110 w 223"/>
                <a:gd name="T29" fmla="*/ 69 h 117"/>
                <a:gd name="T30" fmla="*/ 119 w 223"/>
                <a:gd name="T31" fmla="*/ 69 h 117"/>
                <a:gd name="T32" fmla="*/ 126 w 223"/>
                <a:gd name="T33" fmla="*/ 73 h 117"/>
                <a:gd name="T34" fmla="*/ 135 w 223"/>
                <a:gd name="T35" fmla="*/ 72 h 117"/>
                <a:gd name="T36" fmla="*/ 142 w 223"/>
                <a:gd name="T37" fmla="*/ 69 h 117"/>
                <a:gd name="T38" fmla="*/ 160 w 223"/>
                <a:gd name="T39" fmla="*/ 47 h 117"/>
                <a:gd name="T40" fmla="*/ 169 w 223"/>
                <a:gd name="T41" fmla="*/ 41 h 117"/>
                <a:gd name="T42" fmla="*/ 175 w 223"/>
                <a:gd name="T43" fmla="*/ 42 h 117"/>
                <a:gd name="T44" fmla="*/ 184 w 223"/>
                <a:gd name="T45" fmla="*/ 37 h 117"/>
                <a:gd name="T46" fmla="*/ 185 w 223"/>
                <a:gd name="T47" fmla="*/ 27 h 117"/>
                <a:gd name="T48" fmla="*/ 183 w 223"/>
                <a:gd name="T49" fmla="*/ 18 h 117"/>
                <a:gd name="T50" fmla="*/ 179 w 223"/>
                <a:gd name="T51" fmla="*/ 9 h 117"/>
                <a:gd name="T52" fmla="*/ 179 w 223"/>
                <a:gd name="T53" fmla="*/ 4 h 117"/>
                <a:gd name="T54" fmla="*/ 188 w 223"/>
                <a:gd name="T55" fmla="*/ 2 h 117"/>
                <a:gd name="T56" fmla="*/ 195 w 223"/>
                <a:gd name="T57" fmla="*/ 5 h 117"/>
                <a:gd name="T58" fmla="*/ 201 w 223"/>
                <a:gd name="T59" fmla="*/ 5 h 117"/>
                <a:gd name="T60" fmla="*/ 204 w 223"/>
                <a:gd name="T61" fmla="*/ 3 h 117"/>
                <a:gd name="T62" fmla="*/ 210 w 223"/>
                <a:gd name="T63" fmla="*/ 0 h 117"/>
                <a:gd name="T64" fmla="*/ 217 w 223"/>
                <a:gd name="T65" fmla="*/ 4 h 117"/>
                <a:gd name="T66" fmla="*/ 222 w 223"/>
                <a:gd name="T67" fmla="*/ 14 h 117"/>
                <a:gd name="T68" fmla="*/ 223 w 223"/>
                <a:gd name="T69" fmla="*/ 27 h 117"/>
                <a:gd name="T70" fmla="*/ 221 w 223"/>
                <a:gd name="T71" fmla="*/ 36 h 117"/>
                <a:gd name="T72" fmla="*/ 216 w 223"/>
                <a:gd name="T73" fmla="*/ 42 h 117"/>
                <a:gd name="T74" fmla="*/ 210 w 223"/>
                <a:gd name="T75" fmla="*/ 45 h 117"/>
                <a:gd name="T76" fmla="*/ 206 w 223"/>
                <a:gd name="T77" fmla="*/ 52 h 117"/>
                <a:gd name="T78" fmla="*/ 210 w 223"/>
                <a:gd name="T79" fmla="*/ 63 h 117"/>
                <a:gd name="T80" fmla="*/ 204 w 223"/>
                <a:gd name="T81" fmla="*/ 74 h 117"/>
                <a:gd name="T82" fmla="*/ 195 w 223"/>
                <a:gd name="T83" fmla="*/ 77 h 117"/>
                <a:gd name="T84" fmla="*/ 183 w 223"/>
                <a:gd name="T85" fmla="*/ 74 h 117"/>
                <a:gd name="T86" fmla="*/ 179 w 223"/>
                <a:gd name="T87" fmla="*/ 79 h 117"/>
                <a:gd name="T88" fmla="*/ 178 w 223"/>
                <a:gd name="T89" fmla="*/ 86 h 117"/>
                <a:gd name="T90" fmla="*/ 167 w 223"/>
                <a:gd name="T91" fmla="*/ 97 h 117"/>
                <a:gd name="T92" fmla="*/ 142 w 223"/>
                <a:gd name="T93" fmla="*/ 110 h 117"/>
                <a:gd name="T94" fmla="*/ 132 w 223"/>
                <a:gd name="T95" fmla="*/ 112 h 117"/>
                <a:gd name="T96" fmla="*/ 121 w 223"/>
                <a:gd name="T97" fmla="*/ 115 h 117"/>
                <a:gd name="T98" fmla="*/ 102 w 223"/>
                <a:gd name="T99" fmla="*/ 115 h 117"/>
                <a:gd name="T100" fmla="*/ 91 w 223"/>
                <a:gd name="T101" fmla="*/ 117 h 117"/>
                <a:gd name="T102" fmla="*/ 77 w 223"/>
                <a:gd name="T103" fmla="*/ 117 h 117"/>
                <a:gd name="T104" fmla="*/ 66 w 223"/>
                <a:gd name="T105" fmla="*/ 106 h 117"/>
                <a:gd name="T106" fmla="*/ 59 w 223"/>
                <a:gd name="T107" fmla="*/ 106 h 117"/>
                <a:gd name="T108" fmla="*/ 48 w 223"/>
                <a:gd name="T109" fmla="*/ 110 h 117"/>
                <a:gd name="T110" fmla="*/ 27 w 223"/>
                <a:gd name="T111" fmla="*/ 96 h 117"/>
                <a:gd name="T112" fmla="*/ 12 w 223"/>
                <a:gd name="T113" fmla="*/ 92 h 117"/>
                <a:gd name="T114" fmla="*/ 4 w 223"/>
                <a:gd name="T115" fmla="*/ 84 h 117"/>
                <a:gd name="T116" fmla="*/ 0 w 223"/>
                <a:gd name="T117" fmla="*/ 73 h 1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5" name="Freeform 170">
              <a:extLst>
                <a:ext uri="{FF2B5EF4-FFF2-40B4-BE49-F238E27FC236}">
                  <a16:creationId xmlns:a16="http://schemas.microsoft.com/office/drawing/2014/main" id="{24CA8F33-3BE8-601C-59DC-4852E1817BE2}"/>
                </a:ext>
              </a:extLst>
            </p:cNvPr>
            <p:cNvSpPr>
              <a:spLocks noChangeAspect="1"/>
            </p:cNvSpPr>
            <p:nvPr/>
          </p:nvSpPr>
          <p:spPr bwMode="gray">
            <a:xfrm>
              <a:off x="5993532" y="3783803"/>
              <a:ext cx="97729" cy="84940"/>
            </a:xfrm>
            <a:custGeom>
              <a:avLst/>
              <a:gdLst>
                <a:gd name="T0" fmla="*/ 5 w 544"/>
                <a:gd name="T1" fmla="*/ 134 h 446"/>
                <a:gd name="T2" fmla="*/ 0 w 544"/>
                <a:gd name="T3" fmla="*/ 231 h 446"/>
                <a:gd name="T4" fmla="*/ 10 w 544"/>
                <a:gd name="T5" fmla="*/ 346 h 446"/>
                <a:gd name="T6" fmla="*/ 31 w 544"/>
                <a:gd name="T7" fmla="*/ 362 h 446"/>
                <a:gd name="T8" fmla="*/ 56 w 544"/>
                <a:gd name="T9" fmla="*/ 362 h 446"/>
                <a:gd name="T10" fmla="*/ 93 w 544"/>
                <a:gd name="T11" fmla="*/ 368 h 446"/>
                <a:gd name="T12" fmla="*/ 125 w 544"/>
                <a:gd name="T13" fmla="*/ 352 h 446"/>
                <a:gd name="T14" fmla="*/ 118 w 544"/>
                <a:gd name="T15" fmla="*/ 323 h 446"/>
                <a:gd name="T16" fmla="*/ 137 w 544"/>
                <a:gd name="T17" fmla="*/ 307 h 446"/>
                <a:gd name="T18" fmla="*/ 152 w 544"/>
                <a:gd name="T19" fmla="*/ 298 h 446"/>
                <a:gd name="T20" fmla="*/ 155 w 544"/>
                <a:gd name="T21" fmla="*/ 273 h 446"/>
                <a:gd name="T22" fmla="*/ 180 w 544"/>
                <a:gd name="T23" fmla="*/ 278 h 446"/>
                <a:gd name="T24" fmla="*/ 196 w 544"/>
                <a:gd name="T25" fmla="*/ 276 h 446"/>
                <a:gd name="T26" fmla="*/ 211 w 544"/>
                <a:gd name="T27" fmla="*/ 279 h 446"/>
                <a:gd name="T28" fmla="*/ 232 w 544"/>
                <a:gd name="T29" fmla="*/ 289 h 446"/>
                <a:gd name="T30" fmla="*/ 258 w 544"/>
                <a:gd name="T31" fmla="*/ 296 h 446"/>
                <a:gd name="T32" fmla="*/ 291 w 544"/>
                <a:gd name="T33" fmla="*/ 323 h 446"/>
                <a:gd name="T34" fmla="*/ 330 w 544"/>
                <a:gd name="T35" fmla="*/ 356 h 446"/>
                <a:gd name="T36" fmla="*/ 335 w 544"/>
                <a:gd name="T37" fmla="*/ 375 h 446"/>
                <a:gd name="T38" fmla="*/ 357 w 544"/>
                <a:gd name="T39" fmla="*/ 392 h 446"/>
                <a:gd name="T40" fmla="*/ 388 w 544"/>
                <a:gd name="T41" fmla="*/ 415 h 446"/>
                <a:gd name="T42" fmla="*/ 425 w 544"/>
                <a:gd name="T43" fmla="*/ 419 h 446"/>
                <a:gd name="T44" fmla="*/ 495 w 544"/>
                <a:gd name="T45" fmla="*/ 435 h 446"/>
                <a:gd name="T46" fmla="*/ 526 w 544"/>
                <a:gd name="T47" fmla="*/ 441 h 446"/>
                <a:gd name="T48" fmla="*/ 515 w 544"/>
                <a:gd name="T49" fmla="*/ 427 h 446"/>
                <a:gd name="T50" fmla="*/ 544 w 544"/>
                <a:gd name="T51" fmla="*/ 425 h 446"/>
                <a:gd name="T52" fmla="*/ 506 w 544"/>
                <a:gd name="T53" fmla="*/ 413 h 446"/>
                <a:gd name="T54" fmla="*/ 496 w 544"/>
                <a:gd name="T55" fmla="*/ 391 h 446"/>
                <a:gd name="T56" fmla="*/ 462 w 544"/>
                <a:gd name="T57" fmla="*/ 383 h 446"/>
                <a:gd name="T58" fmla="*/ 456 w 544"/>
                <a:gd name="T59" fmla="*/ 357 h 446"/>
                <a:gd name="T60" fmla="*/ 419 w 544"/>
                <a:gd name="T61" fmla="*/ 351 h 446"/>
                <a:gd name="T62" fmla="*/ 397 w 544"/>
                <a:gd name="T63" fmla="*/ 323 h 446"/>
                <a:gd name="T64" fmla="*/ 393 w 544"/>
                <a:gd name="T65" fmla="*/ 301 h 446"/>
                <a:gd name="T66" fmla="*/ 367 w 544"/>
                <a:gd name="T67" fmla="*/ 285 h 446"/>
                <a:gd name="T68" fmla="*/ 341 w 544"/>
                <a:gd name="T69" fmla="*/ 255 h 446"/>
                <a:gd name="T70" fmla="*/ 339 w 544"/>
                <a:gd name="T71" fmla="*/ 231 h 446"/>
                <a:gd name="T72" fmla="*/ 370 w 544"/>
                <a:gd name="T73" fmla="*/ 227 h 446"/>
                <a:gd name="T74" fmla="*/ 375 w 544"/>
                <a:gd name="T75" fmla="*/ 201 h 446"/>
                <a:gd name="T76" fmla="*/ 348 w 544"/>
                <a:gd name="T77" fmla="*/ 187 h 446"/>
                <a:gd name="T78" fmla="*/ 296 w 544"/>
                <a:gd name="T79" fmla="*/ 166 h 446"/>
                <a:gd name="T80" fmla="*/ 266 w 544"/>
                <a:gd name="T81" fmla="*/ 136 h 446"/>
                <a:gd name="T82" fmla="*/ 238 w 544"/>
                <a:gd name="T83" fmla="*/ 103 h 446"/>
                <a:gd name="T84" fmla="*/ 193 w 544"/>
                <a:gd name="T85" fmla="*/ 70 h 446"/>
                <a:gd name="T86" fmla="*/ 166 w 544"/>
                <a:gd name="T87" fmla="*/ 61 h 446"/>
                <a:gd name="T88" fmla="*/ 92 w 544"/>
                <a:gd name="T89" fmla="*/ 36 h 446"/>
                <a:gd name="T90" fmla="*/ 42 w 544"/>
                <a:gd name="T91" fmla="*/ 16 h 446"/>
                <a:gd name="T92" fmla="*/ 1 w 544"/>
                <a:gd name="T93" fmla="*/ 0 h 4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6" name="Freeform 178">
              <a:extLst>
                <a:ext uri="{FF2B5EF4-FFF2-40B4-BE49-F238E27FC236}">
                  <a16:creationId xmlns:a16="http://schemas.microsoft.com/office/drawing/2014/main" id="{C0D04796-1595-FEB5-F694-A00CCD20E887}"/>
                </a:ext>
              </a:extLst>
            </p:cNvPr>
            <p:cNvSpPr>
              <a:spLocks noChangeAspect="1"/>
            </p:cNvSpPr>
            <p:nvPr/>
          </p:nvSpPr>
          <p:spPr bwMode="gray">
            <a:xfrm>
              <a:off x="6090600" y="3783803"/>
              <a:ext cx="23112" cy="22651"/>
            </a:xfrm>
            <a:custGeom>
              <a:avLst/>
              <a:gdLst>
                <a:gd name="T0" fmla="*/ 0 w 129"/>
                <a:gd name="T1" fmla="*/ 3 h 119"/>
                <a:gd name="T2" fmla="*/ 2 w 129"/>
                <a:gd name="T3" fmla="*/ 0 h 119"/>
                <a:gd name="T4" fmla="*/ 20 w 129"/>
                <a:gd name="T5" fmla="*/ 11 h 119"/>
                <a:gd name="T6" fmla="*/ 26 w 129"/>
                <a:gd name="T7" fmla="*/ 16 h 119"/>
                <a:gd name="T8" fmla="*/ 34 w 129"/>
                <a:gd name="T9" fmla="*/ 20 h 119"/>
                <a:gd name="T10" fmla="*/ 54 w 129"/>
                <a:gd name="T11" fmla="*/ 35 h 119"/>
                <a:gd name="T12" fmla="*/ 66 w 129"/>
                <a:gd name="T13" fmla="*/ 36 h 119"/>
                <a:gd name="T14" fmla="*/ 75 w 129"/>
                <a:gd name="T15" fmla="*/ 43 h 119"/>
                <a:gd name="T16" fmla="*/ 81 w 129"/>
                <a:gd name="T17" fmla="*/ 49 h 119"/>
                <a:gd name="T18" fmla="*/ 95 w 129"/>
                <a:gd name="T19" fmla="*/ 58 h 119"/>
                <a:gd name="T20" fmla="*/ 100 w 129"/>
                <a:gd name="T21" fmla="*/ 66 h 119"/>
                <a:gd name="T22" fmla="*/ 107 w 129"/>
                <a:gd name="T23" fmla="*/ 71 h 119"/>
                <a:gd name="T24" fmla="*/ 117 w 129"/>
                <a:gd name="T25" fmla="*/ 74 h 119"/>
                <a:gd name="T26" fmla="*/ 121 w 129"/>
                <a:gd name="T27" fmla="*/ 78 h 119"/>
                <a:gd name="T28" fmla="*/ 124 w 129"/>
                <a:gd name="T29" fmla="*/ 87 h 119"/>
                <a:gd name="T30" fmla="*/ 129 w 129"/>
                <a:gd name="T31" fmla="*/ 93 h 119"/>
                <a:gd name="T32" fmla="*/ 129 w 129"/>
                <a:gd name="T33" fmla="*/ 100 h 119"/>
                <a:gd name="T34" fmla="*/ 124 w 129"/>
                <a:gd name="T35" fmla="*/ 107 h 119"/>
                <a:gd name="T36" fmla="*/ 120 w 129"/>
                <a:gd name="T37" fmla="*/ 119 h 119"/>
                <a:gd name="T38" fmla="*/ 111 w 129"/>
                <a:gd name="T39" fmla="*/ 119 h 119"/>
                <a:gd name="T40" fmla="*/ 105 w 129"/>
                <a:gd name="T41" fmla="*/ 93 h 119"/>
                <a:gd name="T42" fmla="*/ 97 w 129"/>
                <a:gd name="T43" fmla="*/ 71 h 119"/>
                <a:gd name="T44" fmla="*/ 86 w 129"/>
                <a:gd name="T45" fmla="*/ 53 h 119"/>
                <a:gd name="T46" fmla="*/ 80 w 129"/>
                <a:gd name="T47" fmla="*/ 49 h 119"/>
                <a:gd name="T48" fmla="*/ 66 w 129"/>
                <a:gd name="T49" fmla="*/ 47 h 119"/>
                <a:gd name="T50" fmla="*/ 54 w 129"/>
                <a:gd name="T51" fmla="*/ 39 h 119"/>
                <a:gd name="T52" fmla="*/ 46 w 129"/>
                <a:gd name="T53" fmla="*/ 31 h 119"/>
                <a:gd name="T54" fmla="*/ 40 w 129"/>
                <a:gd name="T55" fmla="*/ 30 h 119"/>
                <a:gd name="T56" fmla="*/ 31 w 129"/>
                <a:gd name="T57" fmla="*/ 23 h 119"/>
                <a:gd name="T58" fmla="*/ 26 w 129"/>
                <a:gd name="T59" fmla="*/ 21 h 119"/>
                <a:gd name="T60" fmla="*/ 9 w 129"/>
                <a:gd name="T61" fmla="*/ 10 h 119"/>
                <a:gd name="T62" fmla="*/ 0 w 129"/>
                <a:gd name="T63" fmla="*/ 9 h 119"/>
                <a:gd name="T64" fmla="*/ 0 w 129"/>
                <a:gd name="T65" fmla="*/ 3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97" name="Freeform 349">
              <a:extLst>
                <a:ext uri="{FF2B5EF4-FFF2-40B4-BE49-F238E27FC236}">
                  <a16:creationId xmlns:a16="http://schemas.microsoft.com/office/drawing/2014/main" id="{B9E22E2B-C7DA-DEF3-E1EC-AA78B647CE4A}"/>
                </a:ext>
              </a:extLst>
            </p:cNvPr>
            <p:cNvSpPr>
              <a:spLocks noChangeAspect="1"/>
            </p:cNvSpPr>
            <p:nvPr/>
          </p:nvSpPr>
          <p:spPr bwMode="gray">
            <a:xfrm>
              <a:off x="5718175" y="3868743"/>
              <a:ext cx="398178" cy="333389"/>
            </a:xfrm>
            <a:custGeom>
              <a:avLst/>
              <a:gdLst>
                <a:gd name="T0" fmla="*/ 80 w 2217"/>
                <a:gd name="T1" fmla="*/ 633 h 1736"/>
                <a:gd name="T2" fmla="*/ 198 w 2217"/>
                <a:gd name="T3" fmla="*/ 560 h 1736"/>
                <a:gd name="T4" fmla="*/ 357 w 2217"/>
                <a:gd name="T5" fmla="*/ 522 h 1736"/>
                <a:gd name="T6" fmla="*/ 497 w 2217"/>
                <a:gd name="T7" fmla="*/ 418 h 1736"/>
                <a:gd name="T8" fmla="*/ 533 w 2217"/>
                <a:gd name="T9" fmla="*/ 330 h 1736"/>
                <a:gd name="T10" fmla="*/ 566 w 2217"/>
                <a:gd name="T11" fmla="*/ 326 h 1736"/>
                <a:gd name="T12" fmla="*/ 634 w 2217"/>
                <a:gd name="T13" fmla="*/ 262 h 1736"/>
                <a:gd name="T14" fmla="*/ 688 w 2217"/>
                <a:gd name="T15" fmla="*/ 222 h 1736"/>
                <a:gd name="T16" fmla="*/ 739 w 2217"/>
                <a:gd name="T17" fmla="*/ 187 h 1736"/>
                <a:gd name="T18" fmla="*/ 818 w 2217"/>
                <a:gd name="T19" fmla="*/ 257 h 1736"/>
                <a:gd name="T20" fmla="*/ 898 w 2217"/>
                <a:gd name="T21" fmla="*/ 254 h 1736"/>
                <a:gd name="T22" fmla="*/ 921 w 2217"/>
                <a:gd name="T23" fmla="*/ 160 h 1736"/>
                <a:gd name="T24" fmla="*/ 974 w 2217"/>
                <a:gd name="T25" fmla="*/ 108 h 1736"/>
                <a:gd name="T26" fmla="*/ 1045 w 2217"/>
                <a:gd name="T27" fmla="*/ 48 h 1736"/>
                <a:gd name="T28" fmla="*/ 1044 w 2217"/>
                <a:gd name="T29" fmla="*/ 29 h 1736"/>
                <a:gd name="T30" fmla="*/ 1116 w 2217"/>
                <a:gd name="T31" fmla="*/ 65 h 1736"/>
                <a:gd name="T32" fmla="*/ 1205 w 2217"/>
                <a:gd name="T33" fmla="*/ 90 h 1736"/>
                <a:gd name="T34" fmla="*/ 1264 w 2217"/>
                <a:gd name="T35" fmla="*/ 90 h 1736"/>
                <a:gd name="T36" fmla="*/ 1279 w 2217"/>
                <a:gd name="T37" fmla="*/ 118 h 1736"/>
                <a:gd name="T38" fmla="*/ 1243 w 2217"/>
                <a:gd name="T39" fmla="*/ 165 h 1736"/>
                <a:gd name="T40" fmla="*/ 1269 w 2217"/>
                <a:gd name="T41" fmla="*/ 264 h 1736"/>
                <a:gd name="T42" fmla="*/ 1384 w 2217"/>
                <a:gd name="T43" fmla="*/ 339 h 1736"/>
                <a:gd name="T44" fmla="*/ 1553 w 2217"/>
                <a:gd name="T45" fmla="*/ 270 h 1736"/>
                <a:gd name="T46" fmla="*/ 1575 w 2217"/>
                <a:gd name="T47" fmla="*/ 72 h 1736"/>
                <a:gd name="T48" fmla="*/ 1623 w 2217"/>
                <a:gd name="T49" fmla="*/ 17 h 1736"/>
                <a:gd name="T50" fmla="*/ 1667 w 2217"/>
                <a:gd name="T51" fmla="*/ 171 h 1736"/>
                <a:gd name="T52" fmla="*/ 1761 w 2217"/>
                <a:gd name="T53" fmla="*/ 252 h 1736"/>
                <a:gd name="T54" fmla="*/ 1806 w 2217"/>
                <a:gd name="T55" fmla="*/ 416 h 1736"/>
                <a:gd name="T56" fmla="*/ 1851 w 2217"/>
                <a:gd name="T57" fmla="*/ 485 h 1736"/>
                <a:gd name="T58" fmla="*/ 1954 w 2217"/>
                <a:gd name="T59" fmla="*/ 540 h 1736"/>
                <a:gd name="T60" fmla="*/ 1994 w 2217"/>
                <a:gd name="T61" fmla="*/ 645 h 1736"/>
                <a:gd name="T62" fmla="*/ 2054 w 2217"/>
                <a:gd name="T63" fmla="*/ 661 h 1736"/>
                <a:gd name="T64" fmla="*/ 2132 w 2217"/>
                <a:gd name="T65" fmla="*/ 791 h 1736"/>
                <a:gd name="T66" fmla="*/ 2191 w 2217"/>
                <a:gd name="T67" fmla="*/ 911 h 1736"/>
                <a:gd name="T68" fmla="*/ 2206 w 2217"/>
                <a:gd name="T69" fmla="*/ 1090 h 1736"/>
                <a:gd name="T70" fmla="*/ 2158 w 2217"/>
                <a:gd name="T71" fmla="*/ 1285 h 1736"/>
                <a:gd name="T72" fmla="*/ 2089 w 2217"/>
                <a:gd name="T73" fmla="*/ 1365 h 1736"/>
                <a:gd name="T74" fmla="*/ 2034 w 2217"/>
                <a:gd name="T75" fmla="*/ 1506 h 1736"/>
                <a:gd name="T76" fmla="*/ 2008 w 2217"/>
                <a:gd name="T77" fmla="*/ 1625 h 1736"/>
                <a:gd name="T78" fmla="*/ 1823 w 2217"/>
                <a:gd name="T79" fmla="*/ 1705 h 1736"/>
                <a:gd name="T80" fmla="*/ 1785 w 2217"/>
                <a:gd name="T81" fmla="*/ 1704 h 1736"/>
                <a:gd name="T82" fmla="*/ 1715 w 2217"/>
                <a:gd name="T83" fmla="*/ 1661 h 1736"/>
                <a:gd name="T84" fmla="*/ 1572 w 2217"/>
                <a:gd name="T85" fmla="*/ 1674 h 1736"/>
                <a:gd name="T86" fmla="*/ 1453 w 2217"/>
                <a:gd name="T87" fmla="*/ 1530 h 1736"/>
                <a:gd name="T88" fmla="*/ 1376 w 2217"/>
                <a:gd name="T89" fmla="*/ 1406 h 1736"/>
                <a:gd name="T90" fmla="*/ 1330 w 2217"/>
                <a:gd name="T91" fmla="*/ 1443 h 1736"/>
                <a:gd name="T92" fmla="*/ 1358 w 2217"/>
                <a:gd name="T93" fmla="*/ 1317 h 1736"/>
                <a:gd name="T94" fmla="*/ 1302 w 2217"/>
                <a:gd name="T95" fmla="*/ 1370 h 1736"/>
                <a:gd name="T96" fmla="*/ 1220 w 2217"/>
                <a:gd name="T97" fmla="*/ 1433 h 1736"/>
                <a:gd name="T98" fmla="*/ 1177 w 2217"/>
                <a:gd name="T99" fmla="*/ 1335 h 1736"/>
                <a:gd name="T100" fmla="*/ 1062 w 2217"/>
                <a:gd name="T101" fmla="*/ 1253 h 1736"/>
                <a:gd name="T102" fmla="*/ 779 w 2217"/>
                <a:gd name="T103" fmla="*/ 1270 h 1736"/>
                <a:gd name="T104" fmla="*/ 587 w 2217"/>
                <a:gd name="T105" fmla="*/ 1354 h 1736"/>
                <a:gd name="T106" fmla="*/ 419 w 2217"/>
                <a:gd name="T107" fmla="*/ 1379 h 1736"/>
                <a:gd name="T108" fmla="*/ 271 w 2217"/>
                <a:gd name="T109" fmla="*/ 1452 h 1736"/>
                <a:gd name="T110" fmla="*/ 130 w 2217"/>
                <a:gd name="T111" fmla="*/ 1405 h 1736"/>
                <a:gd name="T112" fmla="*/ 142 w 2217"/>
                <a:gd name="T113" fmla="*/ 1286 h 1736"/>
                <a:gd name="T114" fmla="*/ 66 w 2217"/>
                <a:gd name="T115" fmla="*/ 1024 h 1736"/>
                <a:gd name="T116" fmla="*/ 12 w 2217"/>
                <a:gd name="T117" fmla="*/ 897 h 1736"/>
                <a:gd name="T118" fmla="*/ 35 w 2217"/>
                <a:gd name="T119" fmla="*/ 884 h 1736"/>
                <a:gd name="T120" fmla="*/ 8 w 2217"/>
                <a:gd name="T121" fmla="*/ 758 h 17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61" name="Freeform 89">
              <a:extLst>
                <a:ext uri="{FF2B5EF4-FFF2-40B4-BE49-F238E27FC236}">
                  <a16:creationId xmlns:a16="http://schemas.microsoft.com/office/drawing/2014/main" id="{BC8D754B-2928-795C-AF72-7C656FF56300}"/>
                </a:ext>
              </a:extLst>
            </p:cNvPr>
            <p:cNvSpPr>
              <a:spLocks noChangeAspect="1"/>
            </p:cNvSpPr>
            <p:nvPr/>
          </p:nvSpPr>
          <p:spPr bwMode="gray">
            <a:xfrm>
              <a:off x="4950007" y="3367493"/>
              <a:ext cx="17036" cy="22104"/>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62" name="Group 90">
              <a:extLst>
                <a:ext uri="{FF2B5EF4-FFF2-40B4-BE49-F238E27FC236}">
                  <a16:creationId xmlns:a16="http://schemas.microsoft.com/office/drawing/2014/main" id="{1D3D5EB5-B079-03D1-C7C4-76EA9730FCEC}"/>
                </a:ext>
              </a:extLst>
            </p:cNvPr>
            <p:cNvGrpSpPr>
              <a:grpSpLocks noChangeAspect="1"/>
            </p:cNvGrpSpPr>
            <p:nvPr/>
          </p:nvGrpSpPr>
          <p:grpSpPr bwMode="auto">
            <a:xfrm>
              <a:off x="4941041" y="3385753"/>
              <a:ext cx="15243" cy="49013"/>
              <a:chOff x="2889" y="2101"/>
              <a:chExt cx="17" cy="51"/>
            </a:xfrm>
            <a:grpFill/>
          </p:grpSpPr>
          <p:sp>
            <p:nvSpPr>
              <p:cNvPr id="587" name="Freeform 91">
                <a:extLst>
                  <a:ext uri="{FF2B5EF4-FFF2-40B4-BE49-F238E27FC236}">
                    <a16:creationId xmlns:a16="http://schemas.microsoft.com/office/drawing/2014/main" id="{6611FDD0-BB43-C4A7-FBA5-EA4844F05432}"/>
                  </a:ext>
                </a:extLst>
              </p:cNvPr>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88" name="Freeform 92">
                <a:extLst>
                  <a:ext uri="{FF2B5EF4-FFF2-40B4-BE49-F238E27FC236}">
                    <a16:creationId xmlns:a16="http://schemas.microsoft.com/office/drawing/2014/main" id="{AB038027-F84C-6683-39EE-9EA016A558FE}"/>
                  </a:ext>
                </a:extLst>
              </p:cNvPr>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89" name="Freeform 93">
                <a:extLst>
                  <a:ext uri="{FF2B5EF4-FFF2-40B4-BE49-F238E27FC236}">
                    <a16:creationId xmlns:a16="http://schemas.microsoft.com/office/drawing/2014/main" id="{6FC5CA7E-1893-9840-7554-8FE7C3150F6F}"/>
                  </a:ext>
                </a:extLst>
              </p:cNvPr>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63" name="Freeform 94">
              <a:extLst>
                <a:ext uri="{FF2B5EF4-FFF2-40B4-BE49-F238E27FC236}">
                  <a16:creationId xmlns:a16="http://schemas.microsoft.com/office/drawing/2014/main" id="{0F6E41D3-C6AB-320B-D983-CE3E38F4DF3A}"/>
                </a:ext>
              </a:extLst>
            </p:cNvPr>
            <p:cNvSpPr>
              <a:spLocks noChangeAspect="1"/>
            </p:cNvSpPr>
            <p:nvPr/>
          </p:nvSpPr>
          <p:spPr bwMode="gray">
            <a:xfrm>
              <a:off x="5064774" y="3426116"/>
              <a:ext cx="17036" cy="18260"/>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85" name="Freeform 96">
              <a:extLst>
                <a:ext uri="{FF2B5EF4-FFF2-40B4-BE49-F238E27FC236}">
                  <a16:creationId xmlns:a16="http://schemas.microsoft.com/office/drawing/2014/main" id="{B684CCB7-CF3F-952B-E337-700052D06988}"/>
                </a:ext>
              </a:extLst>
            </p:cNvPr>
            <p:cNvSpPr>
              <a:spLocks noChangeAspect="1"/>
            </p:cNvSpPr>
            <p:nvPr/>
          </p:nvSpPr>
          <p:spPr bwMode="gray">
            <a:xfrm>
              <a:off x="4947317" y="3400168"/>
              <a:ext cx="207119" cy="181636"/>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83" name="Freeform 99">
              <a:extLst>
                <a:ext uri="{FF2B5EF4-FFF2-40B4-BE49-F238E27FC236}">
                  <a16:creationId xmlns:a16="http://schemas.microsoft.com/office/drawing/2014/main" id="{CDC99E1B-AE84-F41A-C5C8-658C63B7FB90}"/>
                </a:ext>
              </a:extLst>
            </p:cNvPr>
            <p:cNvSpPr>
              <a:spLocks noChangeAspect="1"/>
            </p:cNvSpPr>
            <p:nvPr/>
          </p:nvSpPr>
          <p:spPr bwMode="gray">
            <a:xfrm>
              <a:off x="5026219" y="3553934"/>
              <a:ext cx="102214" cy="69195"/>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66" name="Freeform 101">
              <a:extLst>
                <a:ext uri="{FF2B5EF4-FFF2-40B4-BE49-F238E27FC236}">
                  <a16:creationId xmlns:a16="http://schemas.microsoft.com/office/drawing/2014/main" id="{0A893ECC-1BCC-AECB-66DE-041936DA68C9}"/>
                </a:ext>
              </a:extLst>
            </p:cNvPr>
            <p:cNvSpPr>
              <a:spLocks noChangeAspect="1"/>
            </p:cNvSpPr>
            <p:nvPr/>
          </p:nvSpPr>
          <p:spPr bwMode="gray">
            <a:xfrm>
              <a:off x="5133814" y="3494350"/>
              <a:ext cx="2690" cy="192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67" name="Group 102">
              <a:extLst>
                <a:ext uri="{FF2B5EF4-FFF2-40B4-BE49-F238E27FC236}">
                  <a16:creationId xmlns:a16="http://schemas.microsoft.com/office/drawing/2014/main" id="{E93A2AA1-D6DC-59F3-E18C-CD36F77C6972}"/>
                </a:ext>
              </a:extLst>
            </p:cNvPr>
            <p:cNvGrpSpPr>
              <a:grpSpLocks noChangeAspect="1"/>
            </p:cNvGrpSpPr>
            <p:nvPr/>
          </p:nvGrpSpPr>
          <p:grpSpPr bwMode="auto">
            <a:xfrm>
              <a:off x="5117674" y="3470324"/>
              <a:ext cx="76213" cy="109558"/>
              <a:chOff x="3086" y="2189"/>
              <a:chExt cx="85" cy="114"/>
            </a:xfrm>
            <a:grpFill/>
          </p:grpSpPr>
          <p:sp>
            <p:nvSpPr>
              <p:cNvPr id="581" name="Freeform 103">
                <a:extLst>
                  <a:ext uri="{FF2B5EF4-FFF2-40B4-BE49-F238E27FC236}">
                    <a16:creationId xmlns:a16="http://schemas.microsoft.com/office/drawing/2014/main" id="{2EB43E03-04CE-1B0E-B1F8-F0CFE800C186}"/>
                  </a:ext>
                </a:extLst>
              </p:cNvPr>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82" name="Freeform 104">
                <a:extLst>
                  <a:ext uri="{FF2B5EF4-FFF2-40B4-BE49-F238E27FC236}">
                    <a16:creationId xmlns:a16="http://schemas.microsoft.com/office/drawing/2014/main" id="{B343B432-7377-3B45-2719-BB69ACFAB5E6}"/>
                  </a:ext>
                </a:extLst>
              </p:cNvPr>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68" name="Freeform 105">
              <a:extLst>
                <a:ext uri="{FF2B5EF4-FFF2-40B4-BE49-F238E27FC236}">
                  <a16:creationId xmlns:a16="http://schemas.microsoft.com/office/drawing/2014/main" id="{39075AC5-F7D9-87CD-765F-D0AFFDF47844}"/>
                </a:ext>
              </a:extLst>
            </p:cNvPr>
            <p:cNvSpPr>
              <a:spLocks noChangeAspect="1"/>
            </p:cNvSpPr>
            <p:nvPr/>
          </p:nvSpPr>
          <p:spPr bwMode="gray">
            <a:xfrm>
              <a:off x="5102432" y="3471285"/>
              <a:ext cx="897" cy="288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69" name="Group 106">
              <a:extLst>
                <a:ext uri="{FF2B5EF4-FFF2-40B4-BE49-F238E27FC236}">
                  <a16:creationId xmlns:a16="http://schemas.microsoft.com/office/drawing/2014/main" id="{13A8392C-FB8A-4CDD-A67F-C6AF8CD41AE7}"/>
                </a:ext>
              </a:extLst>
            </p:cNvPr>
            <p:cNvGrpSpPr>
              <a:grpSpLocks noChangeAspect="1"/>
            </p:cNvGrpSpPr>
            <p:nvPr/>
          </p:nvGrpSpPr>
          <p:grpSpPr bwMode="auto">
            <a:xfrm>
              <a:off x="5040565" y="3300220"/>
              <a:ext cx="188290" cy="184519"/>
              <a:chOff x="3000" y="2012"/>
              <a:chExt cx="210" cy="192"/>
            </a:xfrm>
            <a:grpFill/>
          </p:grpSpPr>
          <p:sp>
            <p:nvSpPr>
              <p:cNvPr id="579" name="Freeform 107">
                <a:extLst>
                  <a:ext uri="{FF2B5EF4-FFF2-40B4-BE49-F238E27FC236}">
                    <a16:creationId xmlns:a16="http://schemas.microsoft.com/office/drawing/2014/main" id="{D585F91E-C85C-D5F4-3129-D316FA61E055}"/>
                  </a:ext>
                </a:extLst>
              </p:cNvPr>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80" name="Freeform 108">
                <a:extLst>
                  <a:ext uri="{FF2B5EF4-FFF2-40B4-BE49-F238E27FC236}">
                    <a16:creationId xmlns:a16="http://schemas.microsoft.com/office/drawing/2014/main" id="{539E4388-D5E5-9413-0CC8-84410EAAE36D}"/>
                  </a:ext>
                </a:extLst>
              </p:cNvPr>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70" name="Freeform 109">
              <a:extLst>
                <a:ext uri="{FF2B5EF4-FFF2-40B4-BE49-F238E27FC236}">
                  <a16:creationId xmlns:a16="http://schemas.microsoft.com/office/drawing/2014/main" id="{56AB3E3B-75E6-7E89-26AB-0B374C8C926A}"/>
                </a:ext>
              </a:extLst>
            </p:cNvPr>
            <p:cNvSpPr>
              <a:spLocks noChangeAspect="1"/>
            </p:cNvSpPr>
            <p:nvPr/>
          </p:nvSpPr>
          <p:spPr bwMode="gray">
            <a:xfrm>
              <a:off x="4987665" y="3331935"/>
              <a:ext cx="95938" cy="104753"/>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71" name="Freeform 110">
              <a:extLst>
                <a:ext uri="{FF2B5EF4-FFF2-40B4-BE49-F238E27FC236}">
                  <a16:creationId xmlns:a16="http://schemas.microsoft.com/office/drawing/2014/main" id="{886968BD-B1D0-A1EF-206C-7159859B0545}"/>
                </a:ext>
              </a:extLst>
            </p:cNvPr>
            <p:cNvSpPr>
              <a:spLocks noChangeAspect="1"/>
            </p:cNvSpPr>
            <p:nvPr/>
          </p:nvSpPr>
          <p:spPr bwMode="gray">
            <a:xfrm>
              <a:off x="5105122" y="3472246"/>
              <a:ext cx="8070" cy="19221"/>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72" name="Freeform 111">
              <a:extLst>
                <a:ext uri="{FF2B5EF4-FFF2-40B4-BE49-F238E27FC236}">
                  <a16:creationId xmlns:a16="http://schemas.microsoft.com/office/drawing/2014/main" id="{CA321854-56A7-8216-34C5-1DB66685AE12}"/>
                </a:ext>
              </a:extLst>
            </p:cNvPr>
            <p:cNvSpPr>
              <a:spLocks noChangeAspect="1"/>
            </p:cNvSpPr>
            <p:nvPr/>
          </p:nvSpPr>
          <p:spPr bwMode="gray">
            <a:xfrm>
              <a:off x="5107812" y="3473207"/>
              <a:ext cx="52004" cy="41325"/>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73" name="Group 112">
              <a:extLst>
                <a:ext uri="{FF2B5EF4-FFF2-40B4-BE49-F238E27FC236}">
                  <a16:creationId xmlns:a16="http://schemas.microsoft.com/office/drawing/2014/main" id="{A7D4B25F-4081-A6C1-1259-A143FA033668}"/>
                </a:ext>
              </a:extLst>
            </p:cNvPr>
            <p:cNvGrpSpPr>
              <a:grpSpLocks noChangeAspect="1"/>
            </p:cNvGrpSpPr>
            <p:nvPr/>
          </p:nvGrpSpPr>
          <p:grpSpPr bwMode="auto">
            <a:xfrm>
              <a:off x="4863035" y="3268506"/>
              <a:ext cx="183807" cy="84571"/>
              <a:chOff x="2802" y="1979"/>
              <a:chExt cx="205" cy="88"/>
            </a:xfrm>
            <a:grpFill/>
          </p:grpSpPr>
          <p:sp>
            <p:nvSpPr>
              <p:cNvPr id="577" name="Freeform 113">
                <a:extLst>
                  <a:ext uri="{FF2B5EF4-FFF2-40B4-BE49-F238E27FC236}">
                    <a16:creationId xmlns:a16="http://schemas.microsoft.com/office/drawing/2014/main" id="{175D0706-F72F-92CC-0AF7-633E9624988C}"/>
                  </a:ext>
                </a:extLst>
              </p:cNvPr>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78" name="Freeform 114">
                <a:extLst>
                  <a:ext uri="{FF2B5EF4-FFF2-40B4-BE49-F238E27FC236}">
                    <a16:creationId xmlns:a16="http://schemas.microsoft.com/office/drawing/2014/main" id="{7F808665-6368-0FC7-6488-41F09622B18F}"/>
                  </a:ext>
                </a:extLst>
              </p:cNvPr>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74" name="Freeform 115">
              <a:extLst>
                <a:ext uri="{FF2B5EF4-FFF2-40B4-BE49-F238E27FC236}">
                  <a16:creationId xmlns:a16="http://schemas.microsoft.com/office/drawing/2014/main" id="{BAA9AA8C-6E22-26F4-BBE1-63AB66057FC6}"/>
                </a:ext>
              </a:extLst>
            </p:cNvPr>
            <p:cNvSpPr>
              <a:spLocks noChangeAspect="1"/>
            </p:cNvSpPr>
            <p:nvPr/>
          </p:nvSpPr>
          <p:spPr bwMode="gray">
            <a:xfrm>
              <a:off x="4949110" y="3384792"/>
              <a:ext cx="42141" cy="51896"/>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75" name="Freeform 116">
              <a:extLst>
                <a:ext uri="{FF2B5EF4-FFF2-40B4-BE49-F238E27FC236}">
                  <a16:creationId xmlns:a16="http://schemas.microsoft.com/office/drawing/2014/main" id="{04A01E3A-58D5-A704-D8DC-5DC7A5F5602C}"/>
                </a:ext>
              </a:extLst>
            </p:cNvPr>
            <p:cNvSpPr>
              <a:spLocks noChangeAspect="1"/>
            </p:cNvSpPr>
            <p:nvPr/>
          </p:nvSpPr>
          <p:spPr bwMode="gray">
            <a:xfrm>
              <a:off x="4955387" y="3333857"/>
              <a:ext cx="69040" cy="64390"/>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76" name="Freeform 117">
              <a:extLst>
                <a:ext uri="{FF2B5EF4-FFF2-40B4-BE49-F238E27FC236}">
                  <a16:creationId xmlns:a16="http://schemas.microsoft.com/office/drawing/2014/main" id="{E47B2D51-9BD9-3662-53E6-177BA0E1E79B}"/>
                </a:ext>
              </a:extLst>
            </p:cNvPr>
            <p:cNvSpPr>
              <a:spLocks noChangeAspect="1"/>
            </p:cNvSpPr>
            <p:nvPr/>
          </p:nvSpPr>
          <p:spPr bwMode="gray">
            <a:xfrm>
              <a:off x="4924902" y="3354999"/>
              <a:ext cx="22415" cy="14416"/>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8" name="Freeform 3">
              <a:extLst>
                <a:ext uri="{FF2B5EF4-FFF2-40B4-BE49-F238E27FC236}">
                  <a16:creationId xmlns:a16="http://schemas.microsoft.com/office/drawing/2014/main" id="{2C81026C-9566-6903-EB72-F1C75C7CD41E}"/>
                </a:ext>
              </a:extLst>
            </p:cNvPr>
            <p:cNvSpPr>
              <a:spLocks noChangeAspect="1"/>
            </p:cNvSpPr>
            <p:nvPr/>
          </p:nvSpPr>
          <p:spPr bwMode="gray">
            <a:xfrm>
              <a:off x="4738898" y="3198415"/>
              <a:ext cx="30375" cy="24066"/>
            </a:xfrm>
            <a:custGeom>
              <a:avLst/>
              <a:gdLst>
                <a:gd name="T0" fmla="*/ 136 w 173"/>
                <a:gd name="T1" fmla="*/ 4 h 123"/>
                <a:gd name="T2" fmla="*/ 117 w 173"/>
                <a:gd name="T3" fmla="*/ 10 h 123"/>
                <a:gd name="T4" fmla="*/ 108 w 173"/>
                <a:gd name="T5" fmla="*/ 19 h 123"/>
                <a:gd name="T6" fmla="*/ 75 w 173"/>
                <a:gd name="T7" fmla="*/ 17 h 123"/>
                <a:gd name="T8" fmla="*/ 58 w 173"/>
                <a:gd name="T9" fmla="*/ 33 h 123"/>
                <a:gd name="T10" fmla="*/ 14 w 173"/>
                <a:gd name="T11" fmla="*/ 31 h 123"/>
                <a:gd name="T12" fmla="*/ 0 w 173"/>
                <a:gd name="T13" fmla="*/ 48 h 123"/>
                <a:gd name="T14" fmla="*/ 2 w 173"/>
                <a:gd name="T15" fmla="*/ 54 h 123"/>
                <a:gd name="T16" fmla="*/ 5 w 173"/>
                <a:gd name="T17" fmla="*/ 60 h 123"/>
                <a:gd name="T18" fmla="*/ 9 w 173"/>
                <a:gd name="T19" fmla="*/ 74 h 123"/>
                <a:gd name="T20" fmla="*/ 11 w 173"/>
                <a:gd name="T21" fmla="*/ 85 h 123"/>
                <a:gd name="T22" fmla="*/ 21 w 173"/>
                <a:gd name="T23" fmla="*/ 94 h 123"/>
                <a:gd name="T24" fmla="*/ 27 w 173"/>
                <a:gd name="T25" fmla="*/ 98 h 123"/>
                <a:gd name="T26" fmla="*/ 22 w 173"/>
                <a:gd name="T27" fmla="*/ 106 h 123"/>
                <a:gd name="T28" fmla="*/ 12 w 173"/>
                <a:gd name="T29" fmla="*/ 106 h 123"/>
                <a:gd name="T30" fmla="*/ 14 w 173"/>
                <a:gd name="T31" fmla="*/ 117 h 123"/>
                <a:gd name="T32" fmla="*/ 30 w 173"/>
                <a:gd name="T33" fmla="*/ 111 h 123"/>
                <a:gd name="T34" fmla="*/ 53 w 173"/>
                <a:gd name="T35" fmla="*/ 116 h 123"/>
                <a:gd name="T36" fmla="*/ 63 w 173"/>
                <a:gd name="T37" fmla="*/ 100 h 123"/>
                <a:gd name="T38" fmla="*/ 79 w 173"/>
                <a:gd name="T39" fmla="*/ 118 h 123"/>
                <a:gd name="T40" fmla="*/ 81 w 173"/>
                <a:gd name="T41" fmla="*/ 114 h 123"/>
                <a:gd name="T42" fmla="*/ 87 w 173"/>
                <a:gd name="T43" fmla="*/ 117 h 123"/>
                <a:gd name="T44" fmla="*/ 96 w 173"/>
                <a:gd name="T45" fmla="*/ 123 h 123"/>
                <a:gd name="T46" fmla="*/ 100 w 173"/>
                <a:gd name="T47" fmla="*/ 107 h 123"/>
                <a:gd name="T48" fmla="*/ 100 w 173"/>
                <a:gd name="T49" fmla="*/ 97 h 123"/>
                <a:gd name="T50" fmla="*/ 119 w 173"/>
                <a:gd name="T51" fmla="*/ 87 h 123"/>
                <a:gd name="T52" fmla="*/ 124 w 173"/>
                <a:gd name="T53" fmla="*/ 69 h 123"/>
                <a:gd name="T54" fmla="*/ 117 w 173"/>
                <a:gd name="T55" fmla="*/ 58 h 123"/>
                <a:gd name="T56" fmla="*/ 140 w 173"/>
                <a:gd name="T57" fmla="*/ 46 h 123"/>
                <a:gd name="T58" fmla="*/ 144 w 173"/>
                <a:gd name="T59" fmla="*/ 38 h 123"/>
                <a:gd name="T60" fmla="*/ 155 w 173"/>
                <a:gd name="T61" fmla="*/ 39 h 123"/>
                <a:gd name="T62" fmla="*/ 154 w 173"/>
                <a:gd name="T63" fmla="*/ 32 h 123"/>
                <a:gd name="T64" fmla="*/ 157 w 173"/>
                <a:gd name="T65" fmla="*/ 24 h 123"/>
                <a:gd name="T66" fmla="*/ 170 w 173"/>
                <a:gd name="T67" fmla="*/ 31 h 123"/>
                <a:gd name="T68" fmla="*/ 173 w 173"/>
                <a:gd name="T69" fmla="*/ 31 h 123"/>
                <a:gd name="T70" fmla="*/ 160 w 173"/>
                <a:gd name="T71" fmla="*/ 4 h 123"/>
                <a:gd name="T72" fmla="*/ 145 w 173"/>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09" name="Group 354">
              <a:extLst>
                <a:ext uri="{FF2B5EF4-FFF2-40B4-BE49-F238E27FC236}">
                  <a16:creationId xmlns:a16="http://schemas.microsoft.com/office/drawing/2014/main" id="{F59A9E56-C8AC-F416-10DA-63B14E8C9B9F}"/>
                </a:ext>
              </a:extLst>
            </p:cNvPr>
            <p:cNvGrpSpPr>
              <a:grpSpLocks/>
            </p:cNvGrpSpPr>
            <p:nvPr/>
          </p:nvGrpSpPr>
          <p:grpSpPr bwMode="auto">
            <a:xfrm>
              <a:off x="4505804" y="2678832"/>
              <a:ext cx="496617" cy="682388"/>
              <a:chOff x="3867127" y="1772572"/>
              <a:chExt cx="1235531" cy="1617509"/>
            </a:xfrm>
            <a:grpFill/>
          </p:grpSpPr>
          <p:grpSp>
            <p:nvGrpSpPr>
              <p:cNvPr id="511" name="Group 4">
                <a:extLst>
                  <a:ext uri="{FF2B5EF4-FFF2-40B4-BE49-F238E27FC236}">
                    <a16:creationId xmlns:a16="http://schemas.microsoft.com/office/drawing/2014/main" id="{2005FD46-33CF-DBFA-C33A-A37BBED17001}"/>
                  </a:ext>
                </a:extLst>
              </p:cNvPr>
              <p:cNvGrpSpPr>
                <a:grpSpLocks noChangeAspect="1"/>
              </p:cNvGrpSpPr>
              <p:nvPr/>
            </p:nvGrpSpPr>
            <p:grpSpPr bwMode="auto">
              <a:xfrm>
                <a:off x="3867127" y="2515942"/>
                <a:ext cx="952833" cy="874139"/>
                <a:chOff x="2577" y="2141"/>
                <a:chExt cx="580" cy="521"/>
              </a:xfrm>
              <a:grpFill/>
            </p:grpSpPr>
            <p:grpSp>
              <p:nvGrpSpPr>
                <p:cNvPr id="536" name="Group 5">
                  <a:extLst>
                    <a:ext uri="{FF2B5EF4-FFF2-40B4-BE49-F238E27FC236}">
                      <a16:creationId xmlns:a16="http://schemas.microsoft.com/office/drawing/2014/main" id="{602987BE-DF3D-DF57-F5B4-EB0E7078A860}"/>
                    </a:ext>
                  </a:extLst>
                </p:cNvPr>
                <p:cNvGrpSpPr>
                  <a:grpSpLocks noChangeAspect="1"/>
                </p:cNvGrpSpPr>
                <p:nvPr/>
              </p:nvGrpSpPr>
              <p:grpSpPr bwMode="auto">
                <a:xfrm>
                  <a:off x="2819" y="2386"/>
                  <a:ext cx="165" cy="67"/>
                  <a:chOff x="2819" y="2386"/>
                  <a:chExt cx="165" cy="67"/>
                </a:xfrm>
                <a:grpFill/>
              </p:grpSpPr>
              <p:sp>
                <p:nvSpPr>
                  <p:cNvPr id="559" name="Freeform 6">
                    <a:extLst>
                      <a:ext uri="{FF2B5EF4-FFF2-40B4-BE49-F238E27FC236}">
                        <a16:creationId xmlns:a16="http://schemas.microsoft.com/office/drawing/2014/main" id="{EC06E29E-B4E0-0EFE-524F-D2AE877954DF}"/>
                      </a:ext>
                    </a:extLst>
                  </p:cNvPr>
                  <p:cNvSpPr>
                    <a:spLocks noChangeAspect="1"/>
                  </p:cNvSpPr>
                  <p:nvPr/>
                </p:nvSpPr>
                <p:spPr bwMode="gray">
                  <a:xfrm>
                    <a:off x="2870" y="2386"/>
                    <a:ext cx="114" cy="55"/>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60" name="Freeform 7">
                    <a:extLst>
                      <a:ext uri="{FF2B5EF4-FFF2-40B4-BE49-F238E27FC236}">
                        <a16:creationId xmlns:a16="http://schemas.microsoft.com/office/drawing/2014/main" id="{3F27DA5B-3D21-4443-6779-9A72723BCF66}"/>
                      </a:ext>
                    </a:extLst>
                  </p:cNvPr>
                  <p:cNvSpPr>
                    <a:spLocks noChangeAspect="1"/>
                  </p:cNvSpPr>
                  <p:nvPr/>
                </p:nvSpPr>
                <p:spPr bwMode="gray">
                  <a:xfrm>
                    <a:off x="2819" y="2415"/>
                    <a:ext cx="66" cy="38"/>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nvGrpSpPr>
                <p:cNvPr id="537" name="Group 8">
                  <a:extLst>
                    <a:ext uri="{FF2B5EF4-FFF2-40B4-BE49-F238E27FC236}">
                      <a16:creationId xmlns:a16="http://schemas.microsoft.com/office/drawing/2014/main" id="{24575983-83BE-FDD9-C51D-ED21B6E8B5C2}"/>
                    </a:ext>
                  </a:extLst>
                </p:cNvPr>
                <p:cNvGrpSpPr>
                  <a:grpSpLocks noChangeAspect="1"/>
                </p:cNvGrpSpPr>
                <p:nvPr/>
              </p:nvGrpSpPr>
              <p:grpSpPr bwMode="auto">
                <a:xfrm>
                  <a:off x="2577" y="2141"/>
                  <a:ext cx="580" cy="521"/>
                  <a:chOff x="2577" y="2141"/>
                  <a:chExt cx="580" cy="521"/>
                </a:xfrm>
                <a:grpFill/>
              </p:grpSpPr>
              <p:grpSp>
                <p:nvGrpSpPr>
                  <p:cNvPr id="538" name="Group 9">
                    <a:extLst>
                      <a:ext uri="{FF2B5EF4-FFF2-40B4-BE49-F238E27FC236}">
                        <a16:creationId xmlns:a16="http://schemas.microsoft.com/office/drawing/2014/main" id="{03AACFD3-82E8-9950-CBF8-A5A0AA776791}"/>
                      </a:ext>
                    </a:extLst>
                  </p:cNvPr>
                  <p:cNvGrpSpPr>
                    <a:grpSpLocks noChangeAspect="1"/>
                  </p:cNvGrpSpPr>
                  <p:nvPr/>
                </p:nvGrpSpPr>
                <p:grpSpPr bwMode="auto">
                  <a:xfrm>
                    <a:off x="2809" y="2453"/>
                    <a:ext cx="175" cy="209"/>
                    <a:chOff x="2589" y="1903"/>
                    <a:chExt cx="129" cy="153"/>
                  </a:xfrm>
                  <a:grpFill/>
                </p:grpSpPr>
                <p:sp>
                  <p:nvSpPr>
                    <p:cNvPr id="556" name="Freeform 10">
                      <a:extLst>
                        <a:ext uri="{FF2B5EF4-FFF2-40B4-BE49-F238E27FC236}">
                          <a16:creationId xmlns:a16="http://schemas.microsoft.com/office/drawing/2014/main" id="{34E56094-C9D8-58C3-058D-5EEFDB7E2586}"/>
                        </a:ext>
                      </a:extLst>
                    </p:cNvPr>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57" name="Freeform 11">
                      <a:extLst>
                        <a:ext uri="{FF2B5EF4-FFF2-40B4-BE49-F238E27FC236}">
                          <a16:creationId xmlns:a16="http://schemas.microsoft.com/office/drawing/2014/main" id="{533BC4E7-0535-F081-BACF-A0647DA512B2}"/>
                        </a:ext>
                      </a:extLst>
                    </p:cNvPr>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58" name="Freeform 12">
                      <a:extLst>
                        <a:ext uri="{FF2B5EF4-FFF2-40B4-BE49-F238E27FC236}">
                          <a16:creationId xmlns:a16="http://schemas.microsoft.com/office/drawing/2014/main" id="{48853AEB-2346-710E-EB39-6A70E1BFBF26}"/>
                        </a:ext>
                      </a:extLst>
                    </p:cNvPr>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39" name="Freeform 13">
                    <a:extLst>
                      <a:ext uri="{FF2B5EF4-FFF2-40B4-BE49-F238E27FC236}">
                        <a16:creationId xmlns:a16="http://schemas.microsoft.com/office/drawing/2014/main" id="{BA11D82A-BB50-000E-1D69-30DA87D3834D}"/>
                      </a:ext>
                    </a:extLst>
                  </p:cNvPr>
                  <p:cNvSpPr>
                    <a:spLocks noChangeAspect="1"/>
                  </p:cNvSpPr>
                  <p:nvPr/>
                </p:nvSpPr>
                <p:spPr bwMode="gray">
                  <a:xfrm>
                    <a:off x="2772" y="2329"/>
                    <a:ext cx="51" cy="43"/>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0" name="Freeform 14">
                    <a:extLst>
                      <a:ext uri="{FF2B5EF4-FFF2-40B4-BE49-F238E27FC236}">
                        <a16:creationId xmlns:a16="http://schemas.microsoft.com/office/drawing/2014/main" id="{3DB432D0-0E1C-4AAF-D35D-BF17C108A24D}"/>
                      </a:ext>
                    </a:extLst>
                  </p:cNvPr>
                  <p:cNvSpPr>
                    <a:spLocks noChangeAspect="1"/>
                  </p:cNvSpPr>
                  <p:nvPr/>
                </p:nvSpPr>
                <p:spPr bwMode="gray">
                  <a:xfrm>
                    <a:off x="2595" y="2498"/>
                    <a:ext cx="186" cy="14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1" name="Freeform 15">
                    <a:extLst>
                      <a:ext uri="{FF2B5EF4-FFF2-40B4-BE49-F238E27FC236}">
                        <a16:creationId xmlns:a16="http://schemas.microsoft.com/office/drawing/2014/main" id="{26133F50-A177-F1DB-4D9C-4D11EC27CBA9}"/>
                      </a:ext>
                    </a:extLst>
                  </p:cNvPr>
                  <p:cNvSpPr>
                    <a:spLocks noChangeAspect="1"/>
                  </p:cNvSpPr>
                  <p:nvPr/>
                </p:nvSpPr>
                <p:spPr bwMode="gray">
                  <a:xfrm>
                    <a:off x="2782" y="2280"/>
                    <a:ext cx="54" cy="65"/>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2" name="Freeform 16">
                    <a:extLst>
                      <a:ext uri="{FF2B5EF4-FFF2-40B4-BE49-F238E27FC236}">
                        <a16:creationId xmlns:a16="http://schemas.microsoft.com/office/drawing/2014/main" id="{C6C65F13-9183-CE50-C6A8-87DC3D434A68}"/>
                      </a:ext>
                    </a:extLst>
                  </p:cNvPr>
                  <p:cNvSpPr>
                    <a:spLocks noChangeAspect="1"/>
                  </p:cNvSpPr>
                  <p:nvPr/>
                </p:nvSpPr>
                <p:spPr bwMode="gray">
                  <a:xfrm>
                    <a:off x="2819" y="2243"/>
                    <a:ext cx="133" cy="178"/>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43" name="Group 17">
                    <a:extLst>
                      <a:ext uri="{FF2B5EF4-FFF2-40B4-BE49-F238E27FC236}">
                        <a16:creationId xmlns:a16="http://schemas.microsoft.com/office/drawing/2014/main" id="{440C2F54-0193-CCD2-5C29-8CFF76C8BB1D}"/>
                      </a:ext>
                    </a:extLst>
                  </p:cNvPr>
                  <p:cNvGrpSpPr>
                    <a:grpSpLocks noChangeAspect="1"/>
                  </p:cNvGrpSpPr>
                  <p:nvPr/>
                </p:nvGrpSpPr>
                <p:grpSpPr bwMode="auto">
                  <a:xfrm>
                    <a:off x="2677" y="2373"/>
                    <a:ext cx="213" cy="212"/>
                    <a:chOff x="2465" y="1836"/>
                    <a:chExt cx="156" cy="154"/>
                  </a:xfrm>
                  <a:grpFill/>
                </p:grpSpPr>
                <p:sp>
                  <p:nvSpPr>
                    <p:cNvPr id="554" name="Freeform 18">
                      <a:extLst>
                        <a:ext uri="{FF2B5EF4-FFF2-40B4-BE49-F238E27FC236}">
                          <a16:creationId xmlns:a16="http://schemas.microsoft.com/office/drawing/2014/main" id="{157A695D-C229-3276-A322-01F97DE6CC8A}"/>
                        </a:ext>
                      </a:extLst>
                    </p:cNvPr>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55" name="Freeform 19">
                      <a:extLst>
                        <a:ext uri="{FF2B5EF4-FFF2-40B4-BE49-F238E27FC236}">
                          <a16:creationId xmlns:a16="http://schemas.microsoft.com/office/drawing/2014/main" id="{A2FD010A-E161-09CA-1AE9-8FE9DD58DAD2}"/>
                        </a:ext>
                      </a:extLst>
                    </p:cNvPr>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nvGrpSpPr>
                  <p:cNvPr id="544" name="Group 20">
                    <a:extLst>
                      <a:ext uri="{FF2B5EF4-FFF2-40B4-BE49-F238E27FC236}">
                        <a16:creationId xmlns:a16="http://schemas.microsoft.com/office/drawing/2014/main" id="{66CAA08B-58CA-0230-812F-BD4B1626C74E}"/>
                      </a:ext>
                    </a:extLst>
                  </p:cNvPr>
                  <p:cNvGrpSpPr>
                    <a:grpSpLocks noChangeAspect="1"/>
                  </p:cNvGrpSpPr>
                  <p:nvPr/>
                </p:nvGrpSpPr>
                <p:grpSpPr bwMode="auto">
                  <a:xfrm>
                    <a:off x="2611" y="2141"/>
                    <a:ext cx="147" cy="222"/>
                    <a:chOff x="2428" y="1692"/>
                    <a:chExt cx="108" cy="163"/>
                  </a:xfrm>
                  <a:grpFill/>
                </p:grpSpPr>
                <p:sp>
                  <p:nvSpPr>
                    <p:cNvPr id="552" name="Freeform 21">
                      <a:extLst>
                        <a:ext uri="{FF2B5EF4-FFF2-40B4-BE49-F238E27FC236}">
                          <a16:creationId xmlns:a16="http://schemas.microsoft.com/office/drawing/2014/main" id="{A7E24227-588B-CB29-A03B-50A3E88E4C62}"/>
                        </a:ext>
                      </a:extLst>
                    </p:cNvPr>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53" name="Freeform 22">
                      <a:extLst>
                        <a:ext uri="{FF2B5EF4-FFF2-40B4-BE49-F238E27FC236}">
                          <a16:creationId xmlns:a16="http://schemas.microsoft.com/office/drawing/2014/main" id="{4A0A5A84-A102-0554-3FD7-21E289C39E2A}"/>
                        </a:ext>
                      </a:extLst>
                    </p:cNvPr>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45" name="Freeform 23">
                    <a:extLst>
                      <a:ext uri="{FF2B5EF4-FFF2-40B4-BE49-F238E27FC236}">
                        <a16:creationId xmlns:a16="http://schemas.microsoft.com/office/drawing/2014/main" id="{0279BB98-5DFB-C902-C947-43802B3D2DF0}"/>
                      </a:ext>
                    </a:extLst>
                  </p:cNvPr>
                  <p:cNvSpPr>
                    <a:spLocks noChangeAspect="1"/>
                  </p:cNvSpPr>
                  <p:nvPr/>
                </p:nvSpPr>
                <p:spPr bwMode="gray">
                  <a:xfrm>
                    <a:off x="2577" y="2235"/>
                    <a:ext cx="64" cy="94"/>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6" name="Freeform 24">
                    <a:extLst>
                      <a:ext uri="{FF2B5EF4-FFF2-40B4-BE49-F238E27FC236}">
                        <a16:creationId xmlns:a16="http://schemas.microsoft.com/office/drawing/2014/main" id="{55232F06-8318-D452-46BE-17002F352970}"/>
                      </a:ext>
                    </a:extLst>
                  </p:cNvPr>
                  <p:cNvSpPr>
                    <a:spLocks noChangeAspect="1"/>
                  </p:cNvSpPr>
                  <p:nvPr/>
                </p:nvSpPr>
                <p:spPr bwMode="gray">
                  <a:xfrm>
                    <a:off x="2969" y="2395"/>
                    <a:ext cx="101" cy="6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7" name="Freeform 25">
                    <a:extLst>
                      <a:ext uri="{FF2B5EF4-FFF2-40B4-BE49-F238E27FC236}">
                        <a16:creationId xmlns:a16="http://schemas.microsoft.com/office/drawing/2014/main" id="{AE26CF57-C51B-1ED0-0F48-A537F0C2A85C}"/>
                      </a:ext>
                    </a:extLst>
                  </p:cNvPr>
                  <p:cNvSpPr>
                    <a:spLocks noChangeAspect="1"/>
                  </p:cNvSpPr>
                  <p:nvPr/>
                </p:nvSpPr>
                <p:spPr bwMode="gray">
                  <a:xfrm>
                    <a:off x="2939" y="2243"/>
                    <a:ext cx="148" cy="140"/>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8" name="Freeform 26">
                    <a:extLst>
                      <a:ext uri="{FF2B5EF4-FFF2-40B4-BE49-F238E27FC236}">
                        <a16:creationId xmlns:a16="http://schemas.microsoft.com/office/drawing/2014/main" id="{9B430DA1-5061-54DC-3A7E-3CBEF935AA4B}"/>
                      </a:ext>
                    </a:extLst>
                  </p:cNvPr>
                  <p:cNvSpPr>
                    <a:spLocks noChangeAspect="1"/>
                  </p:cNvSpPr>
                  <p:nvPr/>
                </p:nvSpPr>
                <p:spPr bwMode="gray">
                  <a:xfrm>
                    <a:off x="2907" y="2335"/>
                    <a:ext cx="103" cy="61"/>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49" name="Freeform 27">
                    <a:extLst>
                      <a:ext uri="{FF2B5EF4-FFF2-40B4-BE49-F238E27FC236}">
                        <a16:creationId xmlns:a16="http://schemas.microsoft.com/office/drawing/2014/main" id="{51261B65-8A05-2E8A-FB70-4071A8808B5A}"/>
                      </a:ext>
                    </a:extLst>
                  </p:cNvPr>
                  <p:cNvSpPr>
                    <a:spLocks noChangeAspect="1"/>
                  </p:cNvSpPr>
                  <p:nvPr/>
                </p:nvSpPr>
                <p:spPr bwMode="gray">
                  <a:xfrm>
                    <a:off x="3063" y="2489"/>
                    <a:ext cx="94" cy="58"/>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50" name="Freeform 28">
                    <a:extLst>
                      <a:ext uri="{FF2B5EF4-FFF2-40B4-BE49-F238E27FC236}">
                        <a16:creationId xmlns:a16="http://schemas.microsoft.com/office/drawing/2014/main" id="{4BA79862-2B03-326F-E3E8-FE5B52862EB8}"/>
                      </a:ext>
                    </a:extLst>
                  </p:cNvPr>
                  <p:cNvSpPr>
                    <a:spLocks noChangeAspect="1"/>
                  </p:cNvSpPr>
                  <p:nvPr/>
                </p:nvSpPr>
                <p:spPr bwMode="gray">
                  <a:xfrm>
                    <a:off x="2982" y="2372"/>
                    <a:ext cx="81" cy="41"/>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51" name="Freeform 29">
                    <a:extLst>
                      <a:ext uri="{FF2B5EF4-FFF2-40B4-BE49-F238E27FC236}">
                        <a16:creationId xmlns:a16="http://schemas.microsoft.com/office/drawing/2014/main" id="{F79771FF-90CF-4FE7-B5D4-4933B29368AE}"/>
                      </a:ext>
                    </a:extLst>
                  </p:cNvPr>
                  <p:cNvSpPr>
                    <a:spLocks noChangeAspect="1"/>
                  </p:cNvSpPr>
                  <p:nvPr/>
                </p:nvSpPr>
                <p:spPr bwMode="gray">
                  <a:xfrm>
                    <a:off x="2850" y="2167"/>
                    <a:ext cx="42" cy="7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grpSp>
            <p:nvGrpSpPr>
              <p:cNvPr id="512" name="Group 214">
                <a:extLst>
                  <a:ext uri="{FF2B5EF4-FFF2-40B4-BE49-F238E27FC236}">
                    <a16:creationId xmlns:a16="http://schemas.microsoft.com/office/drawing/2014/main" id="{E0D0D176-7ABF-ADCE-0E82-ED80FE684BCC}"/>
                  </a:ext>
                </a:extLst>
              </p:cNvPr>
              <p:cNvGrpSpPr>
                <a:grpSpLocks noChangeAspect="1"/>
              </p:cNvGrpSpPr>
              <p:nvPr/>
            </p:nvGrpSpPr>
            <p:grpSpPr bwMode="auto">
              <a:xfrm>
                <a:off x="3891873" y="1772572"/>
                <a:ext cx="1210785" cy="1582119"/>
                <a:chOff x="2592" y="1698"/>
                <a:chExt cx="737" cy="943"/>
              </a:xfrm>
              <a:grpFill/>
            </p:grpSpPr>
            <p:sp>
              <p:nvSpPr>
                <p:cNvPr id="513" name="Freeform 215">
                  <a:extLst>
                    <a:ext uri="{FF2B5EF4-FFF2-40B4-BE49-F238E27FC236}">
                      <a16:creationId xmlns:a16="http://schemas.microsoft.com/office/drawing/2014/main" id="{E231F441-72FC-40AF-43EF-75532728DC6E}"/>
                    </a:ext>
                  </a:extLst>
                </p:cNvPr>
                <p:cNvSpPr>
                  <a:spLocks noChangeAspect="1"/>
                </p:cNvSpPr>
                <p:nvPr/>
              </p:nvSpPr>
              <p:spPr bwMode="gray">
                <a:xfrm>
                  <a:off x="2751" y="2521"/>
                  <a:ext cx="7" cy="4"/>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14" name="Freeform 216">
                  <a:extLst>
                    <a:ext uri="{FF2B5EF4-FFF2-40B4-BE49-F238E27FC236}">
                      <a16:creationId xmlns:a16="http://schemas.microsoft.com/office/drawing/2014/main" id="{432E3712-7F06-5747-31D9-410BC04FE8E6}"/>
                    </a:ext>
                  </a:extLst>
                </p:cNvPr>
                <p:cNvSpPr>
                  <a:spLocks noChangeAspect="1"/>
                </p:cNvSpPr>
                <p:nvPr/>
              </p:nvSpPr>
              <p:spPr bwMode="gray">
                <a:xfrm>
                  <a:off x="2872" y="2421"/>
                  <a:ext cx="4" cy="8"/>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15" name="Freeform 217">
                  <a:extLst>
                    <a:ext uri="{FF2B5EF4-FFF2-40B4-BE49-F238E27FC236}">
                      <a16:creationId xmlns:a16="http://schemas.microsoft.com/office/drawing/2014/main" id="{95A412C0-12B2-9438-726E-0C64B0D05F5C}"/>
                    </a:ext>
                  </a:extLst>
                </p:cNvPr>
                <p:cNvSpPr>
                  <a:spLocks noChangeAspect="1"/>
                </p:cNvSpPr>
                <p:nvPr/>
              </p:nvSpPr>
              <p:spPr bwMode="gray">
                <a:xfrm>
                  <a:off x="2815" y="2358"/>
                  <a:ext cx="9" cy="15"/>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16" name="Freeform 218">
                  <a:extLst>
                    <a:ext uri="{FF2B5EF4-FFF2-40B4-BE49-F238E27FC236}">
                      <a16:creationId xmlns:a16="http://schemas.microsoft.com/office/drawing/2014/main" id="{5FD35695-A392-E1C4-F821-780EEAD21DDA}"/>
                    </a:ext>
                  </a:extLst>
                </p:cNvPr>
                <p:cNvSpPr>
                  <a:spLocks noChangeAspect="1"/>
                </p:cNvSpPr>
                <p:nvPr/>
              </p:nvSpPr>
              <p:spPr bwMode="gray">
                <a:xfrm>
                  <a:off x="2592" y="2532"/>
                  <a:ext cx="47" cy="96"/>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17" name="Freeform 219">
                  <a:extLst>
                    <a:ext uri="{FF2B5EF4-FFF2-40B4-BE49-F238E27FC236}">
                      <a16:creationId xmlns:a16="http://schemas.microsoft.com/office/drawing/2014/main" id="{1595104A-7733-3AA0-ED5F-6DE758331B6F}"/>
                    </a:ext>
                  </a:extLst>
                </p:cNvPr>
                <p:cNvSpPr>
                  <a:spLocks noChangeAspect="1"/>
                </p:cNvSpPr>
                <p:nvPr/>
              </p:nvSpPr>
              <p:spPr bwMode="gray">
                <a:xfrm>
                  <a:off x="3059" y="2306"/>
                  <a:ext cx="270" cy="179"/>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18" name="Freeform 220">
                  <a:extLst>
                    <a:ext uri="{FF2B5EF4-FFF2-40B4-BE49-F238E27FC236}">
                      <a16:creationId xmlns:a16="http://schemas.microsoft.com/office/drawing/2014/main" id="{3B7AB606-956B-5F91-4785-F157AD3E5566}"/>
                    </a:ext>
                  </a:extLst>
                </p:cNvPr>
                <p:cNvSpPr>
                  <a:spLocks noChangeAspect="1"/>
                </p:cNvSpPr>
                <p:nvPr/>
              </p:nvSpPr>
              <p:spPr bwMode="gray">
                <a:xfrm>
                  <a:off x="3125" y="2396"/>
                  <a:ext cx="52" cy="66"/>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19" name="Freeform 221">
                  <a:extLst>
                    <a:ext uri="{FF2B5EF4-FFF2-40B4-BE49-F238E27FC236}">
                      <a16:creationId xmlns:a16="http://schemas.microsoft.com/office/drawing/2014/main" id="{F255D935-E735-9D08-48CB-CC4984020207}"/>
                    </a:ext>
                  </a:extLst>
                </p:cNvPr>
                <p:cNvSpPr>
                  <a:spLocks noChangeAspect="1"/>
                </p:cNvSpPr>
                <p:nvPr/>
              </p:nvSpPr>
              <p:spPr bwMode="gray">
                <a:xfrm>
                  <a:off x="3074" y="2209"/>
                  <a:ext cx="145" cy="122"/>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520" name="Group 222">
                  <a:extLst>
                    <a:ext uri="{FF2B5EF4-FFF2-40B4-BE49-F238E27FC236}">
                      <a16:creationId xmlns:a16="http://schemas.microsoft.com/office/drawing/2014/main" id="{83159D71-2005-1157-7811-F462313B7BB8}"/>
                    </a:ext>
                  </a:extLst>
                </p:cNvPr>
                <p:cNvGrpSpPr>
                  <a:grpSpLocks noChangeAspect="1"/>
                </p:cNvGrpSpPr>
                <p:nvPr/>
              </p:nvGrpSpPr>
              <p:grpSpPr bwMode="auto">
                <a:xfrm>
                  <a:off x="2964" y="2464"/>
                  <a:ext cx="58" cy="59"/>
                  <a:chOff x="2688" y="1930"/>
                  <a:chExt cx="43" cy="43"/>
                </a:xfrm>
                <a:grpFill/>
              </p:grpSpPr>
              <p:sp>
                <p:nvSpPr>
                  <p:cNvPr id="534" name="Freeform 223">
                    <a:extLst>
                      <a:ext uri="{FF2B5EF4-FFF2-40B4-BE49-F238E27FC236}">
                        <a16:creationId xmlns:a16="http://schemas.microsoft.com/office/drawing/2014/main" id="{F28D95FB-8B1B-B607-586A-67BD1E08B9BA}"/>
                      </a:ext>
                    </a:extLst>
                  </p:cNvPr>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35" name="Freeform 224">
                    <a:extLst>
                      <a:ext uri="{FF2B5EF4-FFF2-40B4-BE49-F238E27FC236}">
                        <a16:creationId xmlns:a16="http://schemas.microsoft.com/office/drawing/2014/main" id="{E76DC235-28D2-907B-9050-1900557D0E2A}"/>
                      </a:ext>
                    </a:extLst>
                  </p:cNvPr>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521" name="Freeform 225">
                  <a:extLst>
                    <a:ext uri="{FF2B5EF4-FFF2-40B4-BE49-F238E27FC236}">
                      <a16:creationId xmlns:a16="http://schemas.microsoft.com/office/drawing/2014/main" id="{0C786306-DC95-E424-48D8-C18864EF42D1}"/>
                    </a:ext>
                  </a:extLst>
                </p:cNvPr>
                <p:cNvSpPr>
                  <a:spLocks noChangeAspect="1"/>
                </p:cNvSpPr>
                <p:nvPr/>
              </p:nvSpPr>
              <p:spPr bwMode="gray">
                <a:xfrm>
                  <a:off x="3045" y="2605"/>
                  <a:ext cx="34" cy="36"/>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2" name="Freeform 226">
                  <a:extLst>
                    <a:ext uri="{FF2B5EF4-FFF2-40B4-BE49-F238E27FC236}">
                      <a16:creationId xmlns:a16="http://schemas.microsoft.com/office/drawing/2014/main" id="{9E79880D-F242-607E-CC3D-A1AD9B4EEC2A}"/>
                    </a:ext>
                  </a:extLst>
                </p:cNvPr>
                <p:cNvSpPr>
                  <a:spLocks noChangeAspect="1"/>
                </p:cNvSpPr>
                <p:nvPr/>
              </p:nvSpPr>
              <p:spPr bwMode="gray">
                <a:xfrm>
                  <a:off x="3030" y="2538"/>
                  <a:ext cx="95" cy="80"/>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3" name="Freeform 227">
                  <a:extLst>
                    <a:ext uri="{FF2B5EF4-FFF2-40B4-BE49-F238E27FC236}">
                      <a16:creationId xmlns:a16="http://schemas.microsoft.com/office/drawing/2014/main" id="{56EE4507-1D5A-72B1-7855-F44635FD7F5C}"/>
                    </a:ext>
                  </a:extLst>
                </p:cNvPr>
                <p:cNvSpPr>
                  <a:spLocks noChangeAspect="1"/>
                </p:cNvSpPr>
                <p:nvPr/>
              </p:nvSpPr>
              <p:spPr bwMode="gray">
                <a:xfrm>
                  <a:off x="3041" y="2158"/>
                  <a:ext cx="110" cy="65"/>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4" name="Freeform 228">
                  <a:extLst>
                    <a:ext uri="{FF2B5EF4-FFF2-40B4-BE49-F238E27FC236}">
                      <a16:creationId xmlns:a16="http://schemas.microsoft.com/office/drawing/2014/main" id="{E6A8A109-F437-EBB6-27DC-AC82CBD4E156}"/>
                    </a:ext>
                  </a:extLst>
                </p:cNvPr>
                <p:cNvSpPr>
                  <a:spLocks noChangeAspect="1"/>
                </p:cNvSpPr>
                <p:nvPr/>
              </p:nvSpPr>
              <p:spPr bwMode="gray">
                <a:xfrm>
                  <a:off x="2931" y="2438"/>
                  <a:ext cx="87" cy="75"/>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5" name="Freeform 229">
                  <a:extLst>
                    <a:ext uri="{FF2B5EF4-FFF2-40B4-BE49-F238E27FC236}">
                      <a16:creationId xmlns:a16="http://schemas.microsoft.com/office/drawing/2014/main" id="{54B6F59F-4A83-9D2B-F2A4-A053ACA7041F}"/>
                    </a:ext>
                  </a:extLst>
                </p:cNvPr>
                <p:cNvSpPr>
                  <a:spLocks noChangeAspect="1"/>
                </p:cNvSpPr>
                <p:nvPr/>
              </p:nvSpPr>
              <p:spPr bwMode="gray">
                <a:xfrm>
                  <a:off x="3017" y="2520"/>
                  <a:ext cx="27" cy="58"/>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6" name="Freeform 230">
                  <a:extLst>
                    <a:ext uri="{FF2B5EF4-FFF2-40B4-BE49-F238E27FC236}">
                      <a16:creationId xmlns:a16="http://schemas.microsoft.com/office/drawing/2014/main" id="{B38C8DA2-28E4-9F23-FDD2-50B445D4D6E6}"/>
                    </a:ext>
                  </a:extLst>
                </p:cNvPr>
                <p:cNvSpPr>
                  <a:spLocks noChangeAspect="1"/>
                </p:cNvSpPr>
                <p:nvPr/>
              </p:nvSpPr>
              <p:spPr bwMode="gray">
                <a:xfrm>
                  <a:off x="3043" y="2201"/>
                  <a:ext cx="85" cy="65"/>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7" name="Freeform 231">
                  <a:extLst>
                    <a:ext uri="{FF2B5EF4-FFF2-40B4-BE49-F238E27FC236}">
                      <a16:creationId xmlns:a16="http://schemas.microsoft.com/office/drawing/2014/main" id="{FE3B4DE1-4769-0C83-DDDD-58B7E72A63B8}"/>
                    </a:ext>
                  </a:extLst>
                </p:cNvPr>
                <p:cNvSpPr>
                  <a:spLocks noChangeAspect="1"/>
                </p:cNvSpPr>
                <p:nvPr/>
              </p:nvSpPr>
              <p:spPr bwMode="gray">
                <a:xfrm>
                  <a:off x="3005" y="2445"/>
                  <a:ext cx="65" cy="91"/>
                </a:xfrm>
                <a:custGeom>
                  <a:avLst/>
                  <a:gdLst/>
                  <a:ahLst/>
                  <a:cxnLst>
                    <a:cxn ang="0">
                      <a:pos x="23" y="33"/>
                    </a:cxn>
                    <a:cxn ang="0">
                      <a:pos x="24" y="42"/>
                    </a:cxn>
                    <a:cxn ang="0">
                      <a:pos x="25" y="49"/>
                    </a:cxn>
                    <a:cxn ang="0">
                      <a:pos x="32" y="49"/>
                    </a:cxn>
                    <a:cxn ang="0">
                      <a:pos x="29" y="53"/>
                    </a:cxn>
                    <a:cxn ang="0">
                      <a:pos x="27" y="60"/>
                    </a:cxn>
                    <a:cxn ang="0">
                      <a:pos x="32" y="64"/>
                    </a:cxn>
                    <a:cxn ang="0">
                      <a:pos x="42" y="67"/>
                    </a:cxn>
                    <a:cxn ang="0">
                      <a:pos x="52" y="70"/>
                    </a:cxn>
                    <a:cxn ang="0">
                      <a:pos x="45" y="73"/>
                    </a:cxn>
                    <a:cxn ang="0">
                      <a:pos x="37" y="78"/>
                    </a:cxn>
                    <a:cxn ang="0">
                      <a:pos x="39" y="92"/>
                    </a:cxn>
                    <a:cxn ang="0">
                      <a:pos x="52" y="100"/>
                    </a:cxn>
                    <a:cxn ang="0">
                      <a:pos x="46" y="115"/>
                    </a:cxn>
                    <a:cxn ang="0">
                      <a:pos x="39" y="130"/>
                    </a:cxn>
                    <a:cxn ang="0">
                      <a:pos x="39" y="145"/>
                    </a:cxn>
                    <a:cxn ang="0">
                      <a:pos x="48" y="146"/>
                    </a:cxn>
                    <a:cxn ang="0">
                      <a:pos x="54" y="156"/>
                    </a:cxn>
                    <a:cxn ang="0">
                      <a:pos x="58" y="159"/>
                    </a:cxn>
                    <a:cxn ang="0">
                      <a:pos x="66" y="166"/>
                    </a:cxn>
                    <a:cxn ang="0">
                      <a:pos x="48" y="167"/>
                    </a:cxn>
                    <a:cxn ang="0">
                      <a:pos x="46" y="171"/>
                    </a:cxn>
                    <a:cxn ang="0">
                      <a:pos x="61" y="188"/>
                    </a:cxn>
                    <a:cxn ang="0">
                      <a:pos x="56" y="199"/>
                    </a:cxn>
                    <a:cxn ang="0">
                      <a:pos x="48" y="201"/>
                    </a:cxn>
                    <a:cxn ang="0">
                      <a:pos x="37" y="205"/>
                    </a:cxn>
                    <a:cxn ang="0">
                      <a:pos x="31" y="202"/>
                    </a:cxn>
                    <a:cxn ang="0">
                      <a:pos x="32" y="210"/>
                    </a:cxn>
                    <a:cxn ang="0">
                      <a:pos x="35" y="223"/>
                    </a:cxn>
                    <a:cxn ang="0">
                      <a:pos x="30" y="223"/>
                    </a:cxn>
                    <a:cxn ang="0">
                      <a:pos x="23" y="217"/>
                    </a:cxn>
                    <a:cxn ang="0">
                      <a:pos x="11" y="232"/>
                    </a:cxn>
                    <a:cxn ang="0">
                      <a:pos x="4" y="242"/>
                    </a:cxn>
                    <a:cxn ang="0">
                      <a:pos x="0" y="254"/>
                    </a:cxn>
                    <a:cxn ang="0">
                      <a:pos x="5" y="265"/>
                    </a:cxn>
                    <a:cxn ang="0">
                      <a:pos x="0" y="285"/>
                    </a:cxn>
                    <a:cxn ang="0">
                      <a:pos x="36" y="314"/>
                    </a:cxn>
                    <a:cxn ang="0">
                      <a:pos x="53" y="315"/>
                    </a:cxn>
                    <a:cxn ang="0">
                      <a:pos x="63" y="285"/>
                    </a:cxn>
                    <a:cxn ang="0">
                      <a:pos x="91" y="284"/>
                    </a:cxn>
                    <a:cxn ang="0">
                      <a:pos x="120" y="315"/>
                    </a:cxn>
                    <a:cxn ang="0">
                      <a:pos x="129" y="314"/>
                    </a:cxn>
                    <a:cxn ang="0">
                      <a:pos x="150" y="301"/>
                    </a:cxn>
                    <a:cxn ang="0">
                      <a:pos x="159" y="303"/>
                    </a:cxn>
                    <a:cxn ang="0">
                      <a:pos x="186" y="298"/>
                    </a:cxn>
                    <a:cxn ang="0">
                      <a:pos x="218" y="302"/>
                    </a:cxn>
                    <a:cxn ang="0">
                      <a:pos x="241" y="241"/>
                    </a:cxn>
                    <a:cxn ang="0">
                      <a:pos x="215" y="188"/>
                    </a:cxn>
                    <a:cxn ang="0">
                      <a:pos x="225" y="157"/>
                    </a:cxn>
                    <a:cxn ang="0">
                      <a:pos x="220" y="119"/>
                    </a:cxn>
                    <a:cxn ang="0">
                      <a:pos x="166" y="105"/>
                    </a:cxn>
                    <a:cxn ang="0">
                      <a:pos x="154" y="76"/>
                    </a:cxn>
                    <a:cxn ang="0">
                      <a:pos x="129" y="42"/>
                    </a:cxn>
                    <a:cxn ang="0">
                      <a:pos x="99" y="11"/>
                    </a:cxn>
                    <a:cxn ang="0">
                      <a:pos x="78" y="5"/>
                    </a:cxn>
                    <a:cxn ang="0">
                      <a:pos x="35" y="16"/>
                    </a:cxn>
                  </a:cxnLst>
                  <a:rect l="0" t="0" r="r" b="b"/>
                  <a:pathLst>
                    <a:path w="241" h="331">
                      <a:moveTo>
                        <a:pt x="14" y="22"/>
                      </a:moveTo>
                      <a:lnTo>
                        <a:pt x="23" y="29"/>
                      </a:lnTo>
                      <a:lnTo>
                        <a:pt x="23" y="33"/>
                      </a:lnTo>
                      <a:lnTo>
                        <a:pt x="21" y="35"/>
                      </a:lnTo>
                      <a:lnTo>
                        <a:pt x="24" y="38"/>
                      </a:lnTo>
                      <a:lnTo>
                        <a:pt x="24" y="42"/>
                      </a:lnTo>
                      <a:lnTo>
                        <a:pt x="21" y="45"/>
                      </a:lnTo>
                      <a:lnTo>
                        <a:pt x="21" y="48"/>
                      </a:lnTo>
                      <a:lnTo>
                        <a:pt x="25" y="49"/>
                      </a:lnTo>
                      <a:lnTo>
                        <a:pt x="27" y="46"/>
                      </a:lnTo>
                      <a:lnTo>
                        <a:pt x="29" y="46"/>
                      </a:lnTo>
                      <a:lnTo>
                        <a:pt x="32" y="49"/>
                      </a:lnTo>
                      <a:lnTo>
                        <a:pt x="32" y="51"/>
                      </a:lnTo>
                      <a:lnTo>
                        <a:pt x="30" y="53"/>
                      </a:lnTo>
                      <a:lnTo>
                        <a:pt x="29" y="53"/>
                      </a:lnTo>
                      <a:lnTo>
                        <a:pt x="27" y="55"/>
                      </a:lnTo>
                      <a:lnTo>
                        <a:pt x="29" y="56"/>
                      </a:lnTo>
                      <a:lnTo>
                        <a:pt x="27" y="60"/>
                      </a:lnTo>
                      <a:lnTo>
                        <a:pt x="27" y="61"/>
                      </a:lnTo>
                      <a:lnTo>
                        <a:pt x="29" y="64"/>
                      </a:lnTo>
                      <a:lnTo>
                        <a:pt x="32" y="64"/>
                      </a:lnTo>
                      <a:lnTo>
                        <a:pt x="34" y="65"/>
                      </a:lnTo>
                      <a:lnTo>
                        <a:pt x="37" y="67"/>
                      </a:lnTo>
                      <a:lnTo>
                        <a:pt x="42" y="67"/>
                      </a:lnTo>
                      <a:lnTo>
                        <a:pt x="46" y="70"/>
                      </a:lnTo>
                      <a:lnTo>
                        <a:pt x="50" y="69"/>
                      </a:lnTo>
                      <a:lnTo>
                        <a:pt x="52" y="70"/>
                      </a:lnTo>
                      <a:lnTo>
                        <a:pt x="52" y="72"/>
                      </a:lnTo>
                      <a:lnTo>
                        <a:pt x="48" y="75"/>
                      </a:lnTo>
                      <a:lnTo>
                        <a:pt x="45" y="73"/>
                      </a:lnTo>
                      <a:lnTo>
                        <a:pt x="41" y="72"/>
                      </a:lnTo>
                      <a:lnTo>
                        <a:pt x="39" y="73"/>
                      </a:lnTo>
                      <a:lnTo>
                        <a:pt x="37" y="78"/>
                      </a:lnTo>
                      <a:lnTo>
                        <a:pt x="35" y="81"/>
                      </a:lnTo>
                      <a:lnTo>
                        <a:pt x="37" y="91"/>
                      </a:lnTo>
                      <a:lnTo>
                        <a:pt x="39" y="92"/>
                      </a:lnTo>
                      <a:lnTo>
                        <a:pt x="37" y="97"/>
                      </a:lnTo>
                      <a:lnTo>
                        <a:pt x="50" y="97"/>
                      </a:lnTo>
                      <a:lnTo>
                        <a:pt x="52" y="100"/>
                      </a:lnTo>
                      <a:lnTo>
                        <a:pt x="51" y="104"/>
                      </a:lnTo>
                      <a:lnTo>
                        <a:pt x="51" y="108"/>
                      </a:lnTo>
                      <a:lnTo>
                        <a:pt x="46" y="115"/>
                      </a:lnTo>
                      <a:lnTo>
                        <a:pt x="41" y="126"/>
                      </a:lnTo>
                      <a:lnTo>
                        <a:pt x="39" y="128"/>
                      </a:lnTo>
                      <a:lnTo>
                        <a:pt x="39" y="130"/>
                      </a:lnTo>
                      <a:lnTo>
                        <a:pt x="40" y="132"/>
                      </a:lnTo>
                      <a:lnTo>
                        <a:pt x="36" y="137"/>
                      </a:lnTo>
                      <a:lnTo>
                        <a:pt x="39" y="145"/>
                      </a:lnTo>
                      <a:lnTo>
                        <a:pt x="42" y="145"/>
                      </a:lnTo>
                      <a:lnTo>
                        <a:pt x="45" y="147"/>
                      </a:lnTo>
                      <a:lnTo>
                        <a:pt x="48" y="146"/>
                      </a:lnTo>
                      <a:lnTo>
                        <a:pt x="50" y="148"/>
                      </a:lnTo>
                      <a:lnTo>
                        <a:pt x="51" y="152"/>
                      </a:lnTo>
                      <a:lnTo>
                        <a:pt x="54" y="156"/>
                      </a:lnTo>
                      <a:lnTo>
                        <a:pt x="58" y="156"/>
                      </a:lnTo>
                      <a:lnTo>
                        <a:pt x="58" y="157"/>
                      </a:lnTo>
                      <a:lnTo>
                        <a:pt x="58" y="159"/>
                      </a:lnTo>
                      <a:lnTo>
                        <a:pt x="63" y="162"/>
                      </a:lnTo>
                      <a:lnTo>
                        <a:pt x="66" y="163"/>
                      </a:lnTo>
                      <a:lnTo>
                        <a:pt x="66" y="166"/>
                      </a:lnTo>
                      <a:lnTo>
                        <a:pt x="62" y="171"/>
                      </a:lnTo>
                      <a:lnTo>
                        <a:pt x="53" y="171"/>
                      </a:lnTo>
                      <a:lnTo>
                        <a:pt x="48" y="167"/>
                      </a:lnTo>
                      <a:lnTo>
                        <a:pt x="46" y="167"/>
                      </a:lnTo>
                      <a:lnTo>
                        <a:pt x="45" y="169"/>
                      </a:lnTo>
                      <a:lnTo>
                        <a:pt x="46" y="171"/>
                      </a:lnTo>
                      <a:lnTo>
                        <a:pt x="52" y="178"/>
                      </a:lnTo>
                      <a:lnTo>
                        <a:pt x="58" y="186"/>
                      </a:lnTo>
                      <a:lnTo>
                        <a:pt x="61" y="188"/>
                      </a:lnTo>
                      <a:lnTo>
                        <a:pt x="59" y="195"/>
                      </a:lnTo>
                      <a:lnTo>
                        <a:pt x="58" y="198"/>
                      </a:lnTo>
                      <a:lnTo>
                        <a:pt x="56" y="199"/>
                      </a:lnTo>
                      <a:lnTo>
                        <a:pt x="53" y="198"/>
                      </a:lnTo>
                      <a:lnTo>
                        <a:pt x="51" y="198"/>
                      </a:lnTo>
                      <a:lnTo>
                        <a:pt x="48" y="201"/>
                      </a:lnTo>
                      <a:lnTo>
                        <a:pt x="43" y="204"/>
                      </a:lnTo>
                      <a:lnTo>
                        <a:pt x="40" y="204"/>
                      </a:lnTo>
                      <a:lnTo>
                        <a:pt x="37" y="205"/>
                      </a:lnTo>
                      <a:lnTo>
                        <a:pt x="35" y="205"/>
                      </a:lnTo>
                      <a:lnTo>
                        <a:pt x="34" y="202"/>
                      </a:lnTo>
                      <a:lnTo>
                        <a:pt x="31" y="202"/>
                      </a:lnTo>
                      <a:lnTo>
                        <a:pt x="27" y="206"/>
                      </a:lnTo>
                      <a:lnTo>
                        <a:pt x="29" y="209"/>
                      </a:lnTo>
                      <a:lnTo>
                        <a:pt x="32" y="210"/>
                      </a:lnTo>
                      <a:lnTo>
                        <a:pt x="34" y="215"/>
                      </a:lnTo>
                      <a:lnTo>
                        <a:pt x="35" y="218"/>
                      </a:lnTo>
                      <a:lnTo>
                        <a:pt x="35" y="223"/>
                      </a:lnTo>
                      <a:lnTo>
                        <a:pt x="34" y="226"/>
                      </a:lnTo>
                      <a:lnTo>
                        <a:pt x="31" y="226"/>
                      </a:lnTo>
                      <a:lnTo>
                        <a:pt x="30" y="223"/>
                      </a:lnTo>
                      <a:lnTo>
                        <a:pt x="29" y="218"/>
                      </a:lnTo>
                      <a:lnTo>
                        <a:pt x="26" y="217"/>
                      </a:lnTo>
                      <a:lnTo>
                        <a:pt x="23" y="217"/>
                      </a:lnTo>
                      <a:lnTo>
                        <a:pt x="14" y="225"/>
                      </a:lnTo>
                      <a:lnTo>
                        <a:pt x="13" y="229"/>
                      </a:lnTo>
                      <a:lnTo>
                        <a:pt x="11" y="232"/>
                      </a:lnTo>
                      <a:lnTo>
                        <a:pt x="11" y="239"/>
                      </a:lnTo>
                      <a:lnTo>
                        <a:pt x="9" y="242"/>
                      </a:lnTo>
                      <a:lnTo>
                        <a:pt x="4" y="242"/>
                      </a:lnTo>
                      <a:lnTo>
                        <a:pt x="2" y="244"/>
                      </a:lnTo>
                      <a:lnTo>
                        <a:pt x="2" y="253"/>
                      </a:lnTo>
                      <a:lnTo>
                        <a:pt x="0" y="254"/>
                      </a:lnTo>
                      <a:lnTo>
                        <a:pt x="0" y="258"/>
                      </a:lnTo>
                      <a:lnTo>
                        <a:pt x="3" y="263"/>
                      </a:lnTo>
                      <a:lnTo>
                        <a:pt x="5" y="265"/>
                      </a:lnTo>
                      <a:lnTo>
                        <a:pt x="5" y="270"/>
                      </a:lnTo>
                      <a:lnTo>
                        <a:pt x="0" y="277"/>
                      </a:lnTo>
                      <a:lnTo>
                        <a:pt x="0" y="285"/>
                      </a:lnTo>
                      <a:lnTo>
                        <a:pt x="16" y="297"/>
                      </a:lnTo>
                      <a:lnTo>
                        <a:pt x="27" y="308"/>
                      </a:lnTo>
                      <a:lnTo>
                        <a:pt x="36" y="314"/>
                      </a:lnTo>
                      <a:lnTo>
                        <a:pt x="42" y="326"/>
                      </a:lnTo>
                      <a:lnTo>
                        <a:pt x="48" y="331"/>
                      </a:lnTo>
                      <a:lnTo>
                        <a:pt x="53" y="315"/>
                      </a:lnTo>
                      <a:lnTo>
                        <a:pt x="51" y="304"/>
                      </a:lnTo>
                      <a:lnTo>
                        <a:pt x="56" y="290"/>
                      </a:lnTo>
                      <a:lnTo>
                        <a:pt x="63" y="285"/>
                      </a:lnTo>
                      <a:lnTo>
                        <a:pt x="69" y="275"/>
                      </a:lnTo>
                      <a:lnTo>
                        <a:pt x="77" y="282"/>
                      </a:lnTo>
                      <a:lnTo>
                        <a:pt x="91" y="284"/>
                      </a:lnTo>
                      <a:lnTo>
                        <a:pt x="97" y="295"/>
                      </a:lnTo>
                      <a:lnTo>
                        <a:pt x="107" y="299"/>
                      </a:lnTo>
                      <a:lnTo>
                        <a:pt x="120" y="315"/>
                      </a:lnTo>
                      <a:lnTo>
                        <a:pt x="121" y="317"/>
                      </a:lnTo>
                      <a:lnTo>
                        <a:pt x="126" y="317"/>
                      </a:lnTo>
                      <a:lnTo>
                        <a:pt x="129" y="314"/>
                      </a:lnTo>
                      <a:lnTo>
                        <a:pt x="129" y="306"/>
                      </a:lnTo>
                      <a:lnTo>
                        <a:pt x="147" y="299"/>
                      </a:lnTo>
                      <a:lnTo>
                        <a:pt x="150" y="301"/>
                      </a:lnTo>
                      <a:lnTo>
                        <a:pt x="156" y="308"/>
                      </a:lnTo>
                      <a:lnTo>
                        <a:pt x="159" y="308"/>
                      </a:lnTo>
                      <a:lnTo>
                        <a:pt x="159" y="303"/>
                      </a:lnTo>
                      <a:lnTo>
                        <a:pt x="166" y="298"/>
                      </a:lnTo>
                      <a:lnTo>
                        <a:pt x="182" y="302"/>
                      </a:lnTo>
                      <a:lnTo>
                        <a:pt x="186" y="298"/>
                      </a:lnTo>
                      <a:lnTo>
                        <a:pt x="201" y="301"/>
                      </a:lnTo>
                      <a:lnTo>
                        <a:pt x="212" y="299"/>
                      </a:lnTo>
                      <a:lnTo>
                        <a:pt x="218" y="302"/>
                      </a:lnTo>
                      <a:lnTo>
                        <a:pt x="218" y="277"/>
                      </a:lnTo>
                      <a:lnTo>
                        <a:pt x="230" y="253"/>
                      </a:lnTo>
                      <a:lnTo>
                        <a:pt x="241" y="241"/>
                      </a:lnTo>
                      <a:lnTo>
                        <a:pt x="226" y="225"/>
                      </a:lnTo>
                      <a:lnTo>
                        <a:pt x="218" y="210"/>
                      </a:lnTo>
                      <a:lnTo>
                        <a:pt x="215" y="188"/>
                      </a:lnTo>
                      <a:lnTo>
                        <a:pt x="218" y="167"/>
                      </a:lnTo>
                      <a:lnTo>
                        <a:pt x="235" y="159"/>
                      </a:lnTo>
                      <a:lnTo>
                        <a:pt x="225" y="157"/>
                      </a:lnTo>
                      <a:lnTo>
                        <a:pt x="218" y="141"/>
                      </a:lnTo>
                      <a:lnTo>
                        <a:pt x="228" y="130"/>
                      </a:lnTo>
                      <a:lnTo>
                        <a:pt x="220" y="119"/>
                      </a:lnTo>
                      <a:lnTo>
                        <a:pt x="209" y="128"/>
                      </a:lnTo>
                      <a:lnTo>
                        <a:pt x="181" y="118"/>
                      </a:lnTo>
                      <a:lnTo>
                        <a:pt x="166" y="105"/>
                      </a:lnTo>
                      <a:lnTo>
                        <a:pt x="165" y="91"/>
                      </a:lnTo>
                      <a:lnTo>
                        <a:pt x="163" y="81"/>
                      </a:lnTo>
                      <a:lnTo>
                        <a:pt x="154" y="76"/>
                      </a:lnTo>
                      <a:lnTo>
                        <a:pt x="143" y="73"/>
                      </a:lnTo>
                      <a:lnTo>
                        <a:pt x="134" y="60"/>
                      </a:lnTo>
                      <a:lnTo>
                        <a:pt x="129" y="42"/>
                      </a:lnTo>
                      <a:lnTo>
                        <a:pt x="124" y="29"/>
                      </a:lnTo>
                      <a:lnTo>
                        <a:pt x="113" y="17"/>
                      </a:lnTo>
                      <a:lnTo>
                        <a:pt x="99" y="11"/>
                      </a:lnTo>
                      <a:lnTo>
                        <a:pt x="94" y="7"/>
                      </a:lnTo>
                      <a:lnTo>
                        <a:pt x="90" y="0"/>
                      </a:lnTo>
                      <a:lnTo>
                        <a:pt x="78" y="5"/>
                      </a:lnTo>
                      <a:lnTo>
                        <a:pt x="66" y="5"/>
                      </a:lnTo>
                      <a:lnTo>
                        <a:pt x="50" y="16"/>
                      </a:lnTo>
                      <a:lnTo>
                        <a:pt x="35" y="16"/>
                      </a:lnTo>
                      <a:lnTo>
                        <a:pt x="29" y="21"/>
                      </a:lnTo>
                      <a:lnTo>
                        <a:pt x="14" y="2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8" name="Freeform 232">
                  <a:extLst>
                    <a:ext uri="{FF2B5EF4-FFF2-40B4-BE49-F238E27FC236}">
                      <a16:creationId xmlns:a16="http://schemas.microsoft.com/office/drawing/2014/main" id="{18483114-D39E-3699-EC60-F29425074AF0}"/>
                    </a:ext>
                  </a:extLst>
                </p:cNvPr>
                <p:cNvSpPr>
                  <a:spLocks noChangeAspect="1"/>
                </p:cNvSpPr>
                <p:nvPr/>
              </p:nvSpPr>
              <p:spPr bwMode="gray">
                <a:xfrm>
                  <a:off x="3036" y="2527"/>
                  <a:ext cx="35" cy="2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29" name="Freeform 233">
                  <a:extLst>
                    <a:ext uri="{FF2B5EF4-FFF2-40B4-BE49-F238E27FC236}">
                      <a16:creationId xmlns:a16="http://schemas.microsoft.com/office/drawing/2014/main" id="{596DFD59-EA68-0E61-EF6A-2B38DF7D4C06}"/>
                    </a:ext>
                  </a:extLst>
                </p:cNvPr>
                <p:cNvSpPr>
                  <a:spLocks noChangeAspect="1"/>
                </p:cNvSpPr>
                <p:nvPr/>
              </p:nvSpPr>
              <p:spPr bwMode="gray">
                <a:xfrm>
                  <a:off x="3030" y="2401"/>
                  <a:ext cx="142" cy="99"/>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30" name="Freeform 234">
                  <a:extLst>
                    <a:ext uri="{FF2B5EF4-FFF2-40B4-BE49-F238E27FC236}">
                      <a16:creationId xmlns:a16="http://schemas.microsoft.com/office/drawing/2014/main" id="{78FC8A80-D3F4-3888-51DD-AAB624F398E0}"/>
                    </a:ext>
                  </a:extLst>
                </p:cNvPr>
                <p:cNvSpPr>
                  <a:spLocks noChangeAspect="1"/>
                </p:cNvSpPr>
                <p:nvPr/>
              </p:nvSpPr>
              <p:spPr bwMode="gray">
                <a:xfrm>
                  <a:off x="3078" y="2113"/>
                  <a:ext cx="73" cy="6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31" name="Freeform 235">
                  <a:extLst>
                    <a:ext uri="{FF2B5EF4-FFF2-40B4-BE49-F238E27FC236}">
                      <a16:creationId xmlns:a16="http://schemas.microsoft.com/office/drawing/2014/main" id="{92FCE88F-6DF9-F481-5C33-0413AA2EF9D2}"/>
                    </a:ext>
                  </a:extLst>
                </p:cNvPr>
                <p:cNvSpPr>
                  <a:spLocks noChangeAspect="1"/>
                </p:cNvSpPr>
                <p:nvPr/>
              </p:nvSpPr>
              <p:spPr bwMode="gray">
                <a:xfrm>
                  <a:off x="3036" y="1743"/>
                  <a:ext cx="161" cy="363"/>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32" name="Freeform 236">
                  <a:extLst>
                    <a:ext uri="{FF2B5EF4-FFF2-40B4-BE49-F238E27FC236}">
                      <a16:creationId xmlns:a16="http://schemas.microsoft.com/office/drawing/2014/main" id="{60814717-933E-89AF-FA77-EBCD43F6A58E}"/>
                    </a:ext>
                  </a:extLst>
                </p:cNvPr>
                <p:cNvSpPr>
                  <a:spLocks noChangeAspect="1"/>
                </p:cNvSpPr>
                <p:nvPr/>
              </p:nvSpPr>
              <p:spPr bwMode="gray">
                <a:xfrm>
                  <a:off x="2805" y="1698"/>
                  <a:ext cx="387" cy="461"/>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33" name="Freeform 237">
                  <a:extLst>
                    <a:ext uri="{FF2B5EF4-FFF2-40B4-BE49-F238E27FC236}">
                      <a16:creationId xmlns:a16="http://schemas.microsoft.com/office/drawing/2014/main" id="{F528B18B-22DA-22A1-C1E7-703A72569805}"/>
                    </a:ext>
                  </a:extLst>
                </p:cNvPr>
                <p:cNvSpPr>
                  <a:spLocks noChangeAspect="1"/>
                </p:cNvSpPr>
                <p:nvPr/>
              </p:nvSpPr>
              <p:spPr bwMode="gray">
                <a:xfrm>
                  <a:off x="2895" y="1785"/>
                  <a:ext cx="194" cy="445"/>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grpSp>
        <p:sp>
          <p:nvSpPr>
            <p:cNvPr id="510" name="Freeform 204">
              <a:extLst>
                <a:ext uri="{FF2B5EF4-FFF2-40B4-BE49-F238E27FC236}">
                  <a16:creationId xmlns:a16="http://schemas.microsoft.com/office/drawing/2014/main" id="{CCA91CA8-A09D-52F0-15E4-20CD26C8EF4F}"/>
                </a:ext>
              </a:extLst>
            </p:cNvPr>
            <p:cNvSpPr>
              <a:spLocks noChangeAspect="1"/>
            </p:cNvSpPr>
            <p:nvPr/>
          </p:nvSpPr>
          <p:spPr bwMode="gray">
            <a:xfrm>
              <a:off x="4798987" y="3048356"/>
              <a:ext cx="32356" cy="26190"/>
            </a:xfrm>
            <a:custGeom>
              <a:avLst/>
              <a:gdLst>
                <a:gd name="T0" fmla="*/ 0 w 180"/>
                <a:gd name="T1" fmla="*/ 118 h 134"/>
                <a:gd name="T2" fmla="*/ 2 w 180"/>
                <a:gd name="T3" fmla="*/ 114 h 134"/>
                <a:gd name="T4" fmla="*/ 12 w 180"/>
                <a:gd name="T5" fmla="*/ 107 h 134"/>
                <a:gd name="T6" fmla="*/ 14 w 180"/>
                <a:gd name="T7" fmla="*/ 102 h 134"/>
                <a:gd name="T8" fmla="*/ 19 w 180"/>
                <a:gd name="T9" fmla="*/ 87 h 134"/>
                <a:gd name="T10" fmla="*/ 21 w 180"/>
                <a:gd name="T11" fmla="*/ 76 h 134"/>
                <a:gd name="T12" fmla="*/ 25 w 180"/>
                <a:gd name="T13" fmla="*/ 70 h 134"/>
                <a:gd name="T14" fmla="*/ 46 w 180"/>
                <a:gd name="T15" fmla="*/ 69 h 134"/>
                <a:gd name="T16" fmla="*/ 55 w 180"/>
                <a:gd name="T17" fmla="*/ 63 h 134"/>
                <a:gd name="T18" fmla="*/ 67 w 180"/>
                <a:gd name="T19" fmla="*/ 48 h 134"/>
                <a:gd name="T20" fmla="*/ 77 w 180"/>
                <a:gd name="T21" fmla="*/ 32 h 134"/>
                <a:gd name="T22" fmla="*/ 82 w 180"/>
                <a:gd name="T23" fmla="*/ 15 h 134"/>
                <a:gd name="T24" fmla="*/ 83 w 180"/>
                <a:gd name="T25" fmla="*/ 0 h 134"/>
                <a:gd name="T26" fmla="*/ 79 w 180"/>
                <a:gd name="T27" fmla="*/ 27 h 134"/>
                <a:gd name="T28" fmla="*/ 71 w 180"/>
                <a:gd name="T29" fmla="*/ 46 h 134"/>
                <a:gd name="T30" fmla="*/ 65 w 180"/>
                <a:gd name="T31" fmla="*/ 55 h 134"/>
                <a:gd name="T32" fmla="*/ 57 w 180"/>
                <a:gd name="T33" fmla="*/ 64 h 134"/>
                <a:gd name="T34" fmla="*/ 61 w 180"/>
                <a:gd name="T35" fmla="*/ 71 h 134"/>
                <a:gd name="T36" fmla="*/ 67 w 180"/>
                <a:gd name="T37" fmla="*/ 70 h 134"/>
                <a:gd name="T38" fmla="*/ 76 w 180"/>
                <a:gd name="T39" fmla="*/ 75 h 134"/>
                <a:gd name="T40" fmla="*/ 87 w 180"/>
                <a:gd name="T41" fmla="*/ 75 h 134"/>
                <a:gd name="T42" fmla="*/ 89 w 180"/>
                <a:gd name="T43" fmla="*/ 66 h 134"/>
                <a:gd name="T44" fmla="*/ 89 w 180"/>
                <a:gd name="T45" fmla="*/ 49 h 134"/>
                <a:gd name="T46" fmla="*/ 93 w 180"/>
                <a:gd name="T47" fmla="*/ 44 h 134"/>
                <a:gd name="T48" fmla="*/ 93 w 180"/>
                <a:gd name="T49" fmla="*/ 41 h 134"/>
                <a:gd name="T50" fmla="*/ 103 w 180"/>
                <a:gd name="T51" fmla="*/ 38 h 134"/>
                <a:gd name="T52" fmla="*/ 109 w 180"/>
                <a:gd name="T53" fmla="*/ 43 h 134"/>
                <a:gd name="T54" fmla="*/ 116 w 180"/>
                <a:gd name="T55" fmla="*/ 46 h 134"/>
                <a:gd name="T56" fmla="*/ 122 w 180"/>
                <a:gd name="T57" fmla="*/ 50 h 134"/>
                <a:gd name="T58" fmla="*/ 130 w 180"/>
                <a:gd name="T59" fmla="*/ 54 h 134"/>
                <a:gd name="T60" fmla="*/ 147 w 180"/>
                <a:gd name="T61" fmla="*/ 57 h 134"/>
                <a:gd name="T62" fmla="*/ 163 w 180"/>
                <a:gd name="T63" fmla="*/ 55 h 134"/>
                <a:gd name="T64" fmla="*/ 169 w 180"/>
                <a:gd name="T65" fmla="*/ 59 h 134"/>
                <a:gd name="T66" fmla="*/ 180 w 180"/>
                <a:gd name="T67" fmla="*/ 82 h 134"/>
                <a:gd name="T68" fmla="*/ 174 w 180"/>
                <a:gd name="T69" fmla="*/ 97 h 134"/>
                <a:gd name="T70" fmla="*/ 174 w 180"/>
                <a:gd name="T71" fmla="*/ 114 h 134"/>
                <a:gd name="T72" fmla="*/ 177 w 180"/>
                <a:gd name="T73" fmla="*/ 124 h 134"/>
                <a:gd name="T74" fmla="*/ 153 w 180"/>
                <a:gd name="T75" fmla="*/ 127 h 134"/>
                <a:gd name="T76" fmla="*/ 126 w 180"/>
                <a:gd name="T77" fmla="*/ 133 h 134"/>
                <a:gd name="T78" fmla="*/ 78 w 180"/>
                <a:gd name="T79" fmla="*/ 134 h 134"/>
                <a:gd name="T80" fmla="*/ 14 w 180"/>
                <a:gd name="T81" fmla="*/ 123 h 134"/>
                <a:gd name="T82" fmla="*/ 0 w 180"/>
                <a:gd name="T83" fmla="*/ 118 h 1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2" name="Freeform 239">
              <a:extLst>
                <a:ext uri="{FF2B5EF4-FFF2-40B4-BE49-F238E27FC236}">
                  <a16:creationId xmlns:a16="http://schemas.microsoft.com/office/drawing/2014/main" id="{143D23E7-6A4E-62DE-0878-57E81855D327}"/>
                </a:ext>
              </a:extLst>
            </p:cNvPr>
            <p:cNvSpPr>
              <a:spLocks noChangeAspect="1"/>
            </p:cNvSpPr>
            <p:nvPr/>
          </p:nvSpPr>
          <p:spPr bwMode="gray">
            <a:xfrm>
              <a:off x="4711840" y="2289565"/>
              <a:ext cx="105653" cy="179787"/>
            </a:xfrm>
            <a:custGeom>
              <a:avLst/>
              <a:gdLst>
                <a:gd name="T0" fmla="*/ 274 w 591"/>
                <a:gd name="T1" fmla="*/ 96 h 937"/>
                <a:gd name="T2" fmla="*/ 291 w 591"/>
                <a:gd name="T3" fmla="*/ 233 h 937"/>
                <a:gd name="T4" fmla="*/ 264 w 591"/>
                <a:gd name="T5" fmla="*/ 255 h 937"/>
                <a:gd name="T6" fmla="*/ 253 w 591"/>
                <a:gd name="T7" fmla="*/ 151 h 937"/>
                <a:gd name="T8" fmla="*/ 197 w 591"/>
                <a:gd name="T9" fmla="*/ 102 h 937"/>
                <a:gd name="T10" fmla="*/ 189 w 591"/>
                <a:gd name="T11" fmla="*/ 232 h 937"/>
                <a:gd name="T12" fmla="*/ 145 w 591"/>
                <a:gd name="T13" fmla="*/ 192 h 937"/>
                <a:gd name="T14" fmla="*/ 94 w 591"/>
                <a:gd name="T15" fmla="*/ 145 h 937"/>
                <a:gd name="T16" fmla="*/ 170 w 591"/>
                <a:gd name="T17" fmla="*/ 96 h 937"/>
                <a:gd name="T18" fmla="*/ 98 w 591"/>
                <a:gd name="T19" fmla="*/ 77 h 937"/>
                <a:gd name="T20" fmla="*/ 74 w 591"/>
                <a:gd name="T21" fmla="*/ 104 h 937"/>
                <a:gd name="T22" fmla="*/ 35 w 591"/>
                <a:gd name="T23" fmla="*/ 115 h 937"/>
                <a:gd name="T24" fmla="*/ 15 w 591"/>
                <a:gd name="T25" fmla="*/ 152 h 937"/>
                <a:gd name="T26" fmla="*/ 15 w 591"/>
                <a:gd name="T27" fmla="*/ 206 h 937"/>
                <a:gd name="T28" fmla="*/ 33 w 591"/>
                <a:gd name="T29" fmla="*/ 276 h 937"/>
                <a:gd name="T30" fmla="*/ 74 w 591"/>
                <a:gd name="T31" fmla="*/ 224 h 937"/>
                <a:gd name="T32" fmla="*/ 70 w 591"/>
                <a:gd name="T33" fmla="*/ 301 h 937"/>
                <a:gd name="T34" fmla="*/ 37 w 591"/>
                <a:gd name="T35" fmla="*/ 316 h 937"/>
                <a:gd name="T36" fmla="*/ 66 w 591"/>
                <a:gd name="T37" fmla="*/ 400 h 937"/>
                <a:gd name="T38" fmla="*/ 100 w 591"/>
                <a:gd name="T39" fmla="*/ 450 h 937"/>
                <a:gd name="T40" fmla="*/ 129 w 591"/>
                <a:gd name="T41" fmla="*/ 522 h 937"/>
                <a:gd name="T42" fmla="*/ 191 w 591"/>
                <a:gd name="T43" fmla="*/ 516 h 937"/>
                <a:gd name="T44" fmla="*/ 213 w 591"/>
                <a:gd name="T45" fmla="*/ 458 h 937"/>
                <a:gd name="T46" fmla="*/ 231 w 591"/>
                <a:gd name="T47" fmla="*/ 394 h 937"/>
                <a:gd name="T48" fmla="*/ 266 w 591"/>
                <a:gd name="T49" fmla="*/ 366 h 937"/>
                <a:gd name="T50" fmla="*/ 307 w 591"/>
                <a:gd name="T51" fmla="*/ 435 h 937"/>
                <a:gd name="T52" fmla="*/ 336 w 591"/>
                <a:gd name="T53" fmla="*/ 400 h 937"/>
                <a:gd name="T54" fmla="*/ 326 w 591"/>
                <a:gd name="T55" fmla="*/ 453 h 937"/>
                <a:gd name="T56" fmla="*/ 336 w 591"/>
                <a:gd name="T57" fmla="*/ 485 h 937"/>
                <a:gd name="T58" fmla="*/ 264 w 591"/>
                <a:gd name="T59" fmla="*/ 516 h 937"/>
                <a:gd name="T60" fmla="*/ 224 w 591"/>
                <a:gd name="T61" fmla="*/ 555 h 937"/>
                <a:gd name="T62" fmla="*/ 167 w 591"/>
                <a:gd name="T63" fmla="*/ 569 h 937"/>
                <a:gd name="T64" fmla="*/ 195 w 591"/>
                <a:gd name="T65" fmla="*/ 640 h 937"/>
                <a:gd name="T66" fmla="*/ 231 w 591"/>
                <a:gd name="T67" fmla="*/ 636 h 937"/>
                <a:gd name="T68" fmla="*/ 315 w 591"/>
                <a:gd name="T69" fmla="*/ 624 h 937"/>
                <a:gd name="T70" fmla="*/ 338 w 591"/>
                <a:gd name="T71" fmla="*/ 637 h 937"/>
                <a:gd name="T72" fmla="*/ 281 w 591"/>
                <a:gd name="T73" fmla="*/ 649 h 937"/>
                <a:gd name="T74" fmla="*/ 291 w 591"/>
                <a:gd name="T75" fmla="*/ 714 h 937"/>
                <a:gd name="T76" fmla="*/ 215 w 591"/>
                <a:gd name="T77" fmla="*/ 716 h 937"/>
                <a:gd name="T78" fmla="*/ 199 w 591"/>
                <a:gd name="T79" fmla="*/ 774 h 937"/>
                <a:gd name="T80" fmla="*/ 278 w 591"/>
                <a:gd name="T81" fmla="*/ 830 h 937"/>
                <a:gd name="T82" fmla="*/ 302 w 591"/>
                <a:gd name="T83" fmla="*/ 848 h 937"/>
                <a:gd name="T84" fmla="*/ 323 w 591"/>
                <a:gd name="T85" fmla="*/ 922 h 937"/>
                <a:gd name="T86" fmla="*/ 348 w 591"/>
                <a:gd name="T87" fmla="*/ 888 h 937"/>
                <a:gd name="T88" fmla="*/ 364 w 591"/>
                <a:gd name="T89" fmla="*/ 822 h 937"/>
                <a:gd name="T90" fmla="*/ 380 w 591"/>
                <a:gd name="T91" fmla="*/ 731 h 937"/>
                <a:gd name="T92" fmla="*/ 423 w 591"/>
                <a:gd name="T93" fmla="*/ 680 h 937"/>
                <a:gd name="T94" fmla="*/ 426 w 591"/>
                <a:gd name="T95" fmla="*/ 588 h 937"/>
                <a:gd name="T96" fmla="*/ 455 w 591"/>
                <a:gd name="T97" fmla="*/ 529 h 937"/>
                <a:gd name="T98" fmla="*/ 473 w 591"/>
                <a:gd name="T99" fmla="*/ 462 h 937"/>
                <a:gd name="T100" fmla="*/ 536 w 591"/>
                <a:gd name="T101" fmla="*/ 404 h 937"/>
                <a:gd name="T102" fmla="*/ 586 w 591"/>
                <a:gd name="T103" fmla="*/ 341 h 937"/>
                <a:gd name="T104" fmla="*/ 477 w 591"/>
                <a:gd name="T105" fmla="*/ 254 h 937"/>
                <a:gd name="T106" fmla="*/ 435 w 591"/>
                <a:gd name="T107" fmla="*/ 150 h 937"/>
                <a:gd name="T108" fmla="*/ 391 w 591"/>
                <a:gd name="T109" fmla="*/ 181 h 937"/>
                <a:gd name="T110" fmla="*/ 379 w 591"/>
                <a:gd name="T111" fmla="*/ 144 h 937"/>
                <a:gd name="T112" fmla="*/ 339 w 591"/>
                <a:gd name="T113" fmla="*/ 39 h 937"/>
                <a:gd name="T114" fmla="*/ 290 w 591"/>
                <a:gd name="T115" fmla="*/ 22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0" y="2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3" name="Freeform 240">
              <a:extLst>
                <a:ext uri="{FF2B5EF4-FFF2-40B4-BE49-F238E27FC236}">
                  <a16:creationId xmlns:a16="http://schemas.microsoft.com/office/drawing/2014/main" id="{2B945FAB-FE5B-2746-F694-EFAF0BCAA776}"/>
                </a:ext>
              </a:extLst>
            </p:cNvPr>
            <p:cNvSpPr>
              <a:spLocks noChangeAspect="1"/>
            </p:cNvSpPr>
            <p:nvPr/>
          </p:nvSpPr>
          <p:spPr bwMode="gray">
            <a:xfrm>
              <a:off x="4804946" y="2368134"/>
              <a:ext cx="22451" cy="22650"/>
            </a:xfrm>
            <a:custGeom>
              <a:avLst/>
              <a:gdLst>
                <a:gd name="T0" fmla="*/ 52 w 126"/>
                <a:gd name="T1" fmla="*/ 117 h 117"/>
                <a:gd name="T2" fmla="*/ 54 w 126"/>
                <a:gd name="T3" fmla="*/ 111 h 117"/>
                <a:gd name="T4" fmla="*/ 65 w 126"/>
                <a:gd name="T5" fmla="*/ 112 h 117"/>
                <a:gd name="T6" fmla="*/ 81 w 126"/>
                <a:gd name="T7" fmla="*/ 99 h 117"/>
                <a:gd name="T8" fmla="*/ 105 w 126"/>
                <a:gd name="T9" fmla="*/ 97 h 117"/>
                <a:gd name="T10" fmla="*/ 107 w 126"/>
                <a:gd name="T11" fmla="*/ 86 h 117"/>
                <a:gd name="T12" fmla="*/ 106 w 126"/>
                <a:gd name="T13" fmla="*/ 81 h 117"/>
                <a:gd name="T14" fmla="*/ 111 w 126"/>
                <a:gd name="T15" fmla="*/ 52 h 117"/>
                <a:gd name="T16" fmla="*/ 126 w 126"/>
                <a:gd name="T17" fmla="*/ 37 h 117"/>
                <a:gd name="T18" fmla="*/ 111 w 126"/>
                <a:gd name="T19" fmla="*/ 22 h 117"/>
                <a:gd name="T20" fmla="*/ 107 w 126"/>
                <a:gd name="T21" fmla="*/ 14 h 117"/>
                <a:gd name="T22" fmla="*/ 106 w 126"/>
                <a:gd name="T23" fmla="*/ 8 h 117"/>
                <a:gd name="T24" fmla="*/ 67 w 126"/>
                <a:gd name="T25" fmla="*/ 13 h 117"/>
                <a:gd name="T26" fmla="*/ 62 w 126"/>
                <a:gd name="T27" fmla="*/ 13 h 117"/>
                <a:gd name="T28" fmla="*/ 67 w 126"/>
                <a:gd name="T29" fmla="*/ 10 h 117"/>
                <a:gd name="T30" fmla="*/ 69 w 126"/>
                <a:gd name="T31" fmla="*/ 0 h 117"/>
                <a:gd name="T32" fmla="*/ 65 w 126"/>
                <a:gd name="T33" fmla="*/ 3 h 117"/>
                <a:gd name="T34" fmla="*/ 51 w 126"/>
                <a:gd name="T35" fmla="*/ 4 h 117"/>
                <a:gd name="T36" fmla="*/ 44 w 126"/>
                <a:gd name="T37" fmla="*/ 20 h 117"/>
                <a:gd name="T38" fmla="*/ 38 w 126"/>
                <a:gd name="T39" fmla="*/ 26 h 117"/>
                <a:gd name="T40" fmla="*/ 32 w 126"/>
                <a:gd name="T41" fmla="*/ 22 h 117"/>
                <a:gd name="T42" fmla="*/ 27 w 126"/>
                <a:gd name="T43" fmla="*/ 30 h 117"/>
                <a:gd name="T44" fmla="*/ 0 w 126"/>
                <a:gd name="T45" fmla="*/ 40 h 117"/>
                <a:gd name="T46" fmla="*/ 11 w 126"/>
                <a:gd name="T47" fmla="*/ 52 h 117"/>
                <a:gd name="T48" fmla="*/ 25 w 126"/>
                <a:gd name="T49" fmla="*/ 54 h 117"/>
                <a:gd name="T50" fmla="*/ 25 w 126"/>
                <a:gd name="T51" fmla="*/ 65 h 117"/>
                <a:gd name="T52" fmla="*/ 24 w 126"/>
                <a:gd name="T53" fmla="*/ 73 h 117"/>
                <a:gd name="T54" fmla="*/ 26 w 126"/>
                <a:gd name="T55" fmla="*/ 87 h 117"/>
                <a:gd name="T56" fmla="*/ 31 w 126"/>
                <a:gd name="T57" fmla="*/ 99 h 117"/>
                <a:gd name="T58" fmla="*/ 33 w 126"/>
                <a:gd name="T59" fmla="*/ 106 h 117"/>
                <a:gd name="T60" fmla="*/ 38 w 126"/>
                <a:gd name="T61" fmla="*/ 114 h 117"/>
                <a:gd name="T62" fmla="*/ 52 w 126"/>
                <a:gd name="T63" fmla="*/ 117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4" name="Freeform 241">
              <a:extLst>
                <a:ext uri="{FF2B5EF4-FFF2-40B4-BE49-F238E27FC236}">
                  <a16:creationId xmlns:a16="http://schemas.microsoft.com/office/drawing/2014/main" id="{4D4274E7-8E7F-5FFE-6B57-11ED8E790312}"/>
                </a:ext>
              </a:extLst>
            </p:cNvPr>
            <p:cNvSpPr>
              <a:spLocks noChangeAspect="1"/>
            </p:cNvSpPr>
            <p:nvPr/>
          </p:nvSpPr>
          <p:spPr bwMode="gray">
            <a:xfrm>
              <a:off x="4835982" y="2395030"/>
              <a:ext cx="660" cy="1416"/>
            </a:xfrm>
            <a:custGeom>
              <a:avLst/>
              <a:gdLst>
                <a:gd name="T0" fmla="*/ 0 w 1"/>
                <a:gd name="T1" fmla="*/ 0 h 2"/>
                <a:gd name="T2" fmla="*/ 0 w 1"/>
                <a:gd name="T3" fmla="*/ 2 h 2"/>
                <a:gd name="T4" fmla="*/ 1 w 1"/>
                <a:gd name="T5" fmla="*/ 2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lnTo>
                    <a:pt x="0" y="2"/>
                  </a:lnTo>
                  <a:lnTo>
                    <a:pt x="1" y="2"/>
                  </a:lnTo>
                  <a:lnTo>
                    <a:pt x="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5" name="Freeform 242">
              <a:extLst>
                <a:ext uri="{FF2B5EF4-FFF2-40B4-BE49-F238E27FC236}">
                  <a16:creationId xmlns:a16="http://schemas.microsoft.com/office/drawing/2014/main" id="{3642D018-6BAE-1F1C-3C3A-49A52D882BC5}"/>
                </a:ext>
              </a:extLst>
            </p:cNvPr>
            <p:cNvSpPr>
              <a:spLocks noChangeAspect="1"/>
            </p:cNvSpPr>
            <p:nvPr/>
          </p:nvSpPr>
          <p:spPr bwMode="gray">
            <a:xfrm>
              <a:off x="4835982" y="2396446"/>
              <a:ext cx="660" cy="708"/>
            </a:xfrm>
            <a:custGeom>
              <a:avLst/>
              <a:gdLst>
                <a:gd name="T0" fmla="*/ 0 w 1643"/>
                <a:gd name="T1" fmla="*/ 0 h 1"/>
                <a:gd name="T2" fmla="*/ 0 w 1643"/>
                <a:gd name="T3" fmla="*/ 0 h 1"/>
                <a:gd name="T4" fmla="*/ 0 w 1643"/>
                <a:gd name="T5" fmla="*/ 1 h 1"/>
                <a:gd name="T6" fmla="*/ 0 w 164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3" h="1">
                  <a:moveTo>
                    <a:pt x="0" y="0"/>
                  </a:moveTo>
                  <a:lnTo>
                    <a:pt x="0" y="0"/>
                  </a:lnTo>
                  <a:lnTo>
                    <a:pt x="0" y="1"/>
                  </a:lnTo>
                  <a:lnTo>
                    <a:pt x="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6" name="Freeform 243">
              <a:extLst>
                <a:ext uri="{FF2B5EF4-FFF2-40B4-BE49-F238E27FC236}">
                  <a16:creationId xmlns:a16="http://schemas.microsoft.com/office/drawing/2014/main" id="{371A71BE-C314-9BD4-4F6E-D81C53C7758E}"/>
                </a:ext>
              </a:extLst>
            </p:cNvPr>
            <p:cNvSpPr>
              <a:spLocks noChangeAspect="1"/>
            </p:cNvSpPr>
            <p:nvPr/>
          </p:nvSpPr>
          <p:spPr bwMode="gray">
            <a:xfrm>
              <a:off x="4811550" y="2385829"/>
              <a:ext cx="40280" cy="51671"/>
            </a:xfrm>
            <a:custGeom>
              <a:avLst/>
              <a:gdLst>
                <a:gd name="T0" fmla="*/ 206 w 222"/>
                <a:gd name="T1" fmla="*/ 133 h 268"/>
                <a:gd name="T2" fmla="*/ 201 w 222"/>
                <a:gd name="T3" fmla="*/ 128 h 268"/>
                <a:gd name="T4" fmla="*/ 190 w 222"/>
                <a:gd name="T5" fmla="*/ 116 h 268"/>
                <a:gd name="T6" fmla="*/ 180 w 222"/>
                <a:gd name="T7" fmla="*/ 107 h 268"/>
                <a:gd name="T8" fmla="*/ 162 w 222"/>
                <a:gd name="T9" fmla="*/ 124 h 268"/>
                <a:gd name="T10" fmla="*/ 145 w 222"/>
                <a:gd name="T11" fmla="*/ 108 h 268"/>
                <a:gd name="T12" fmla="*/ 131 w 222"/>
                <a:gd name="T13" fmla="*/ 90 h 268"/>
                <a:gd name="T14" fmla="*/ 120 w 222"/>
                <a:gd name="T15" fmla="*/ 75 h 268"/>
                <a:gd name="T16" fmla="*/ 125 w 222"/>
                <a:gd name="T17" fmla="*/ 51 h 268"/>
                <a:gd name="T18" fmla="*/ 134 w 222"/>
                <a:gd name="T19" fmla="*/ 43 h 268"/>
                <a:gd name="T20" fmla="*/ 128 w 222"/>
                <a:gd name="T21" fmla="*/ 19 h 268"/>
                <a:gd name="T22" fmla="*/ 114 w 222"/>
                <a:gd name="T23" fmla="*/ 15 h 268"/>
                <a:gd name="T24" fmla="*/ 112 w 222"/>
                <a:gd name="T25" fmla="*/ 0 h 268"/>
                <a:gd name="T26" fmla="*/ 106 w 222"/>
                <a:gd name="T27" fmla="*/ 15 h 268"/>
                <a:gd name="T28" fmla="*/ 87 w 222"/>
                <a:gd name="T29" fmla="*/ 26 h 268"/>
                <a:gd name="T30" fmla="*/ 50 w 222"/>
                <a:gd name="T31" fmla="*/ 23 h 268"/>
                <a:gd name="T32" fmla="*/ 2 w 222"/>
                <a:gd name="T33" fmla="*/ 51 h 268"/>
                <a:gd name="T34" fmla="*/ 0 w 222"/>
                <a:gd name="T35" fmla="*/ 62 h 268"/>
                <a:gd name="T36" fmla="*/ 11 w 222"/>
                <a:gd name="T37" fmla="*/ 75 h 268"/>
                <a:gd name="T38" fmla="*/ 16 w 222"/>
                <a:gd name="T39" fmla="*/ 86 h 268"/>
                <a:gd name="T40" fmla="*/ 35 w 222"/>
                <a:gd name="T41" fmla="*/ 108 h 268"/>
                <a:gd name="T42" fmla="*/ 27 w 222"/>
                <a:gd name="T43" fmla="*/ 134 h 268"/>
                <a:gd name="T44" fmla="*/ 21 w 222"/>
                <a:gd name="T45" fmla="*/ 150 h 268"/>
                <a:gd name="T46" fmla="*/ 21 w 222"/>
                <a:gd name="T47" fmla="*/ 165 h 268"/>
                <a:gd name="T48" fmla="*/ 21 w 222"/>
                <a:gd name="T49" fmla="*/ 172 h 268"/>
                <a:gd name="T50" fmla="*/ 5 w 222"/>
                <a:gd name="T51" fmla="*/ 187 h 268"/>
                <a:gd name="T52" fmla="*/ 4 w 222"/>
                <a:gd name="T53" fmla="*/ 195 h 268"/>
                <a:gd name="T54" fmla="*/ 1 w 222"/>
                <a:gd name="T55" fmla="*/ 205 h 268"/>
                <a:gd name="T56" fmla="*/ 8 w 222"/>
                <a:gd name="T57" fmla="*/ 222 h 268"/>
                <a:gd name="T58" fmla="*/ 26 w 222"/>
                <a:gd name="T59" fmla="*/ 222 h 268"/>
                <a:gd name="T60" fmla="*/ 66 w 222"/>
                <a:gd name="T61" fmla="*/ 214 h 268"/>
                <a:gd name="T62" fmla="*/ 77 w 222"/>
                <a:gd name="T63" fmla="*/ 208 h 268"/>
                <a:gd name="T64" fmla="*/ 87 w 222"/>
                <a:gd name="T65" fmla="*/ 189 h 268"/>
                <a:gd name="T66" fmla="*/ 98 w 222"/>
                <a:gd name="T67" fmla="*/ 193 h 268"/>
                <a:gd name="T68" fmla="*/ 96 w 222"/>
                <a:gd name="T69" fmla="*/ 205 h 268"/>
                <a:gd name="T70" fmla="*/ 103 w 222"/>
                <a:gd name="T71" fmla="*/ 195 h 268"/>
                <a:gd name="T72" fmla="*/ 107 w 222"/>
                <a:gd name="T73" fmla="*/ 205 h 268"/>
                <a:gd name="T74" fmla="*/ 99 w 222"/>
                <a:gd name="T75" fmla="*/ 214 h 268"/>
                <a:gd name="T76" fmla="*/ 97 w 222"/>
                <a:gd name="T77" fmla="*/ 235 h 268"/>
                <a:gd name="T78" fmla="*/ 85 w 222"/>
                <a:gd name="T79" fmla="*/ 253 h 268"/>
                <a:gd name="T80" fmla="*/ 99 w 222"/>
                <a:gd name="T81" fmla="*/ 259 h 268"/>
                <a:gd name="T82" fmla="*/ 110 w 222"/>
                <a:gd name="T83" fmla="*/ 259 h 268"/>
                <a:gd name="T84" fmla="*/ 112 w 222"/>
                <a:gd name="T85" fmla="*/ 248 h 268"/>
                <a:gd name="T86" fmla="*/ 125 w 222"/>
                <a:gd name="T87" fmla="*/ 232 h 268"/>
                <a:gd name="T88" fmla="*/ 129 w 222"/>
                <a:gd name="T89" fmla="*/ 237 h 268"/>
                <a:gd name="T90" fmla="*/ 142 w 222"/>
                <a:gd name="T91" fmla="*/ 235 h 268"/>
                <a:gd name="T92" fmla="*/ 146 w 222"/>
                <a:gd name="T93" fmla="*/ 225 h 268"/>
                <a:gd name="T94" fmla="*/ 151 w 222"/>
                <a:gd name="T95" fmla="*/ 216 h 268"/>
                <a:gd name="T96" fmla="*/ 166 w 222"/>
                <a:gd name="T97" fmla="*/ 202 h 268"/>
                <a:gd name="T98" fmla="*/ 169 w 222"/>
                <a:gd name="T99" fmla="*/ 184 h 268"/>
                <a:gd name="T100" fmla="*/ 180 w 222"/>
                <a:gd name="T101" fmla="*/ 165 h 268"/>
                <a:gd name="T102" fmla="*/ 222 w 222"/>
                <a:gd name="T103" fmla="*/ 152 h 268"/>
                <a:gd name="T104" fmla="*/ 221 w 222"/>
                <a:gd name="T105" fmla="*/ 145 h 2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7" name="Freeform 244">
              <a:extLst>
                <a:ext uri="{FF2B5EF4-FFF2-40B4-BE49-F238E27FC236}">
                  <a16:creationId xmlns:a16="http://schemas.microsoft.com/office/drawing/2014/main" id="{BAE2994B-B01A-3B26-953B-C8DD6778DC47}"/>
                </a:ext>
              </a:extLst>
            </p:cNvPr>
            <p:cNvSpPr>
              <a:spLocks noChangeAspect="1"/>
            </p:cNvSpPr>
            <p:nvPr/>
          </p:nvSpPr>
          <p:spPr bwMode="gray">
            <a:xfrm>
              <a:off x="4785137" y="2289565"/>
              <a:ext cx="89144" cy="50255"/>
            </a:xfrm>
            <a:custGeom>
              <a:avLst/>
              <a:gdLst>
                <a:gd name="T0" fmla="*/ 20 w 496"/>
                <a:gd name="T1" fmla="*/ 11 h 260"/>
                <a:gd name="T2" fmla="*/ 23 w 496"/>
                <a:gd name="T3" fmla="*/ 22 h 260"/>
                <a:gd name="T4" fmla="*/ 2 w 496"/>
                <a:gd name="T5" fmla="*/ 41 h 260"/>
                <a:gd name="T6" fmla="*/ 15 w 496"/>
                <a:gd name="T7" fmla="*/ 61 h 260"/>
                <a:gd name="T8" fmla="*/ 23 w 496"/>
                <a:gd name="T9" fmla="*/ 72 h 260"/>
                <a:gd name="T10" fmla="*/ 29 w 496"/>
                <a:gd name="T11" fmla="*/ 76 h 260"/>
                <a:gd name="T12" fmla="*/ 36 w 496"/>
                <a:gd name="T13" fmla="*/ 91 h 260"/>
                <a:gd name="T14" fmla="*/ 70 w 496"/>
                <a:gd name="T15" fmla="*/ 97 h 260"/>
                <a:gd name="T16" fmla="*/ 85 w 496"/>
                <a:gd name="T17" fmla="*/ 86 h 260"/>
                <a:gd name="T18" fmla="*/ 121 w 496"/>
                <a:gd name="T19" fmla="*/ 79 h 260"/>
                <a:gd name="T20" fmla="*/ 144 w 496"/>
                <a:gd name="T21" fmla="*/ 69 h 260"/>
                <a:gd name="T22" fmla="*/ 202 w 496"/>
                <a:gd name="T23" fmla="*/ 66 h 260"/>
                <a:gd name="T24" fmla="*/ 199 w 496"/>
                <a:gd name="T25" fmla="*/ 76 h 260"/>
                <a:gd name="T26" fmla="*/ 209 w 496"/>
                <a:gd name="T27" fmla="*/ 88 h 260"/>
                <a:gd name="T28" fmla="*/ 202 w 496"/>
                <a:gd name="T29" fmla="*/ 96 h 260"/>
                <a:gd name="T30" fmla="*/ 153 w 496"/>
                <a:gd name="T31" fmla="*/ 106 h 260"/>
                <a:gd name="T32" fmla="*/ 133 w 496"/>
                <a:gd name="T33" fmla="*/ 106 h 260"/>
                <a:gd name="T34" fmla="*/ 145 w 496"/>
                <a:gd name="T35" fmla="*/ 123 h 260"/>
                <a:gd name="T36" fmla="*/ 158 w 496"/>
                <a:gd name="T37" fmla="*/ 130 h 260"/>
                <a:gd name="T38" fmla="*/ 153 w 496"/>
                <a:gd name="T39" fmla="*/ 144 h 260"/>
                <a:gd name="T40" fmla="*/ 117 w 496"/>
                <a:gd name="T41" fmla="*/ 131 h 260"/>
                <a:gd name="T42" fmla="*/ 98 w 496"/>
                <a:gd name="T43" fmla="*/ 119 h 260"/>
                <a:gd name="T44" fmla="*/ 86 w 496"/>
                <a:gd name="T45" fmla="*/ 138 h 260"/>
                <a:gd name="T46" fmla="*/ 106 w 496"/>
                <a:gd name="T47" fmla="*/ 158 h 260"/>
                <a:gd name="T48" fmla="*/ 142 w 496"/>
                <a:gd name="T49" fmla="*/ 183 h 260"/>
                <a:gd name="T50" fmla="*/ 160 w 496"/>
                <a:gd name="T51" fmla="*/ 199 h 260"/>
                <a:gd name="T52" fmla="*/ 175 w 496"/>
                <a:gd name="T53" fmla="*/ 188 h 260"/>
                <a:gd name="T54" fmla="*/ 186 w 496"/>
                <a:gd name="T55" fmla="*/ 183 h 260"/>
                <a:gd name="T56" fmla="*/ 218 w 496"/>
                <a:gd name="T57" fmla="*/ 187 h 260"/>
                <a:gd name="T58" fmla="*/ 249 w 496"/>
                <a:gd name="T59" fmla="*/ 187 h 260"/>
                <a:gd name="T60" fmla="*/ 244 w 496"/>
                <a:gd name="T61" fmla="*/ 206 h 260"/>
                <a:gd name="T62" fmla="*/ 257 w 496"/>
                <a:gd name="T63" fmla="*/ 228 h 260"/>
                <a:gd name="T64" fmla="*/ 261 w 496"/>
                <a:gd name="T65" fmla="*/ 246 h 260"/>
                <a:gd name="T66" fmla="*/ 279 w 496"/>
                <a:gd name="T67" fmla="*/ 259 h 260"/>
                <a:gd name="T68" fmla="*/ 287 w 496"/>
                <a:gd name="T69" fmla="*/ 259 h 260"/>
                <a:gd name="T70" fmla="*/ 332 w 496"/>
                <a:gd name="T71" fmla="*/ 236 h 260"/>
                <a:gd name="T72" fmla="*/ 354 w 496"/>
                <a:gd name="T73" fmla="*/ 211 h 260"/>
                <a:gd name="T74" fmla="*/ 376 w 496"/>
                <a:gd name="T75" fmla="*/ 209 h 260"/>
                <a:gd name="T76" fmla="*/ 391 w 496"/>
                <a:gd name="T77" fmla="*/ 208 h 260"/>
                <a:gd name="T78" fmla="*/ 413 w 496"/>
                <a:gd name="T79" fmla="*/ 182 h 260"/>
                <a:gd name="T80" fmla="*/ 424 w 496"/>
                <a:gd name="T81" fmla="*/ 163 h 260"/>
                <a:gd name="T82" fmla="*/ 428 w 496"/>
                <a:gd name="T83" fmla="*/ 150 h 260"/>
                <a:gd name="T84" fmla="*/ 421 w 496"/>
                <a:gd name="T85" fmla="*/ 124 h 260"/>
                <a:gd name="T86" fmla="*/ 443 w 496"/>
                <a:gd name="T87" fmla="*/ 112 h 260"/>
                <a:gd name="T88" fmla="*/ 459 w 496"/>
                <a:gd name="T89" fmla="*/ 87 h 260"/>
                <a:gd name="T90" fmla="*/ 462 w 496"/>
                <a:gd name="T91" fmla="*/ 79 h 260"/>
                <a:gd name="T92" fmla="*/ 491 w 496"/>
                <a:gd name="T93" fmla="*/ 57 h 260"/>
                <a:gd name="T94" fmla="*/ 487 w 496"/>
                <a:gd name="T95" fmla="*/ 28 h 260"/>
                <a:gd name="T96" fmla="*/ 492 w 496"/>
                <a:gd name="T97" fmla="*/ 11 h 260"/>
                <a:gd name="T98" fmla="*/ 235 w 496"/>
                <a:gd name="T99" fmla="*/ 0 h 260"/>
                <a:gd name="T100" fmla="*/ 228 w 496"/>
                <a:gd name="T101" fmla="*/ 11 h 260"/>
                <a:gd name="T102" fmla="*/ 67 w 496"/>
                <a:gd name="T103" fmla="*/ 0 h 260"/>
                <a:gd name="T104" fmla="*/ 35 w 496"/>
                <a:gd name="T105" fmla="*/ 0 h 2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6" y="0"/>
                  </a:lnTo>
                  <a:lnTo>
                    <a:pt x="35" y="0"/>
                  </a:lnTo>
                  <a:lnTo>
                    <a:pt x="31" y="6"/>
                  </a:lnTo>
                  <a:lnTo>
                    <a:pt x="32" y="1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nvGrpSpPr>
            <p:cNvPr id="487" name="Group 188">
              <a:extLst>
                <a:ext uri="{FF2B5EF4-FFF2-40B4-BE49-F238E27FC236}">
                  <a16:creationId xmlns:a16="http://schemas.microsoft.com/office/drawing/2014/main" id="{E69DBCA0-39C5-26FE-F95E-8250DB60B6FD}"/>
                </a:ext>
              </a:extLst>
            </p:cNvPr>
            <p:cNvGrpSpPr>
              <a:grpSpLocks noChangeAspect="1"/>
            </p:cNvGrpSpPr>
            <p:nvPr/>
          </p:nvGrpSpPr>
          <p:grpSpPr bwMode="auto">
            <a:xfrm>
              <a:off x="5080279" y="2289561"/>
              <a:ext cx="1319989" cy="462206"/>
              <a:chOff x="3044" y="960"/>
              <a:chExt cx="1473" cy="481"/>
            </a:xfrm>
            <a:grpFill/>
          </p:grpSpPr>
          <p:sp>
            <p:nvSpPr>
              <p:cNvPr id="489" name="Freeform 189">
                <a:extLst>
                  <a:ext uri="{FF2B5EF4-FFF2-40B4-BE49-F238E27FC236}">
                    <a16:creationId xmlns:a16="http://schemas.microsoft.com/office/drawing/2014/main" id="{E2836EA8-0F79-1CC8-EC7D-813181480C6E}"/>
                  </a:ext>
                </a:extLst>
              </p:cNvPr>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0" name="Freeform 190">
                <a:extLst>
                  <a:ext uri="{FF2B5EF4-FFF2-40B4-BE49-F238E27FC236}">
                    <a16:creationId xmlns:a16="http://schemas.microsoft.com/office/drawing/2014/main" id="{7C7EC8CE-A1C6-1B82-B271-5C7792A36895}"/>
                  </a:ext>
                </a:extLst>
              </p:cNvPr>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1" name="Freeform 191">
                <a:extLst>
                  <a:ext uri="{FF2B5EF4-FFF2-40B4-BE49-F238E27FC236}">
                    <a16:creationId xmlns:a16="http://schemas.microsoft.com/office/drawing/2014/main" id="{A9F664BA-BB62-0F7B-D0A0-131FF5452264}"/>
                  </a:ext>
                </a:extLst>
              </p:cNvPr>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2" name="Freeform 192">
                <a:extLst>
                  <a:ext uri="{FF2B5EF4-FFF2-40B4-BE49-F238E27FC236}">
                    <a16:creationId xmlns:a16="http://schemas.microsoft.com/office/drawing/2014/main" id="{0BEE78C1-0594-9D9E-431C-80734D59E6BF}"/>
                  </a:ext>
                </a:extLst>
              </p:cNvPr>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3" name="Freeform 193">
                <a:extLst>
                  <a:ext uri="{FF2B5EF4-FFF2-40B4-BE49-F238E27FC236}">
                    <a16:creationId xmlns:a16="http://schemas.microsoft.com/office/drawing/2014/main" id="{8B29EC3F-7162-3232-588B-1B32CF59802E}"/>
                  </a:ext>
                </a:extLst>
              </p:cNvPr>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4" name="Freeform 194">
                <a:extLst>
                  <a:ext uri="{FF2B5EF4-FFF2-40B4-BE49-F238E27FC236}">
                    <a16:creationId xmlns:a16="http://schemas.microsoft.com/office/drawing/2014/main" id="{79335E46-C3A0-3830-162E-C9727E91385D}"/>
                  </a:ext>
                </a:extLst>
              </p:cNvPr>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5" name="Freeform 195">
                <a:extLst>
                  <a:ext uri="{FF2B5EF4-FFF2-40B4-BE49-F238E27FC236}">
                    <a16:creationId xmlns:a16="http://schemas.microsoft.com/office/drawing/2014/main" id="{F41C2AA2-9C6E-E11D-D4BC-F0193F211BFB}"/>
                  </a:ext>
                </a:extLst>
              </p:cNvPr>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6" name="Freeform 196">
                <a:extLst>
                  <a:ext uri="{FF2B5EF4-FFF2-40B4-BE49-F238E27FC236}">
                    <a16:creationId xmlns:a16="http://schemas.microsoft.com/office/drawing/2014/main" id="{36B94FCE-6C0E-A8E1-3B6E-868D4F74CCA6}"/>
                  </a:ext>
                </a:extLst>
              </p:cNvPr>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7" name="Freeform 197">
                <a:extLst>
                  <a:ext uri="{FF2B5EF4-FFF2-40B4-BE49-F238E27FC236}">
                    <a16:creationId xmlns:a16="http://schemas.microsoft.com/office/drawing/2014/main" id="{0084D9BD-4BC9-8F33-CE1B-3235506149F9}"/>
                  </a:ext>
                </a:extLst>
              </p:cNvPr>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8" name="Freeform 198">
                <a:extLst>
                  <a:ext uri="{FF2B5EF4-FFF2-40B4-BE49-F238E27FC236}">
                    <a16:creationId xmlns:a16="http://schemas.microsoft.com/office/drawing/2014/main" id="{48DF5E5E-FFFD-542B-2747-6B01C1C05D0A}"/>
                  </a:ext>
                </a:extLst>
              </p:cNvPr>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99" name="Freeform 199">
                <a:extLst>
                  <a:ext uri="{FF2B5EF4-FFF2-40B4-BE49-F238E27FC236}">
                    <a16:creationId xmlns:a16="http://schemas.microsoft.com/office/drawing/2014/main" id="{135184AC-3671-4BE4-5E61-6CD563AE1B38}"/>
                  </a:ext>
                </a:extLst>
              </p:cNvPr>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0" name="Freeform 200">
                <a:extLst>
                  <a:ext uri="{FF2B5EF4-FFF2-40B4-BE49-F238E27FC236}">
                    <a16:creationId xmlns:a16="http://schemas.microsoft.com/office/drawing/2014/main" id="{8F216FF5-AA06-E0AF-51DB-6605721C967C}"/>
                  </a:ext>
                </a:extLst>
              </p:cNvPr>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501" name="Freeform 201">
                <a:extLst>
                  <a:ext uri="{FF2B5EF4-FFF2-40B4-BE49-F238E27FC236}">
                    <a16:creationId xmlns:a16="http://schemas.microsoft.com/office/drawing/2014/main" id="{93C82E08-6F18-1262-D91C-2BAAE11696DD}"/>
                  </a:ext>
                </a:extLst>
              </p:cNvPr>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grpSp>
        <p:sp>
          <p:nvSpPr>
            <p:cNvPr id="488" name="Freeform 203">
              <a:extLst>
                <a:ext uri="{FF2B5EF4-FFF2-40B4-BE49-F238E27FC236}">
                  <a16:creationId xmlns:a16="http://schemas.microsoft.com/office/drawing/2014/main" id="{CE2407EF-4552-0B63-6BFB-E214E44D2CEA}"/>
                </a:ext>
              </a:extLst>
            </p:cNvPr>
            <p:cNvSpPr>
              <a:spLocks noChangeAspect="1"/>
            </p:cNvSpPr>
            <p:nvPr/>
          </p:nvSpPr>
          <p:spPr bwMode="gray">
            <a:xfrm>
              <a:off x="4876923" y="2415557"/>
              <a:ext cx="1600642" cy="865666"/>
            </a:xfrm>
            <a:custGeom>
              <a:avLst/>
              <a:gdLst>
                <a:gd name="T0" fmla="*/ 3264 w 8931"/>
                <a:gd name="T1" fmla="*/ 3913 h 4504"/>
                <a:gd name="T2" fmla="*/ 4333 w 8931"/>
                <a:gd name="T3" fmla="*/ 3788 h 4504"/>
                <a:gd name="T4" fmla="*/ 5307 w 8931"/>
                <a:gd name="T5" fmla="*/ 3536 h 4504"/>
                <a:gd name="T6" fmla="*/ 5833 w 8931"/>
                <a:gd name="T7" fmla="*/ 4138 h 4504"/>
                <a:gd name="T8" fmla="*/ 6066 w 8931"/>
                <a:gd name="T9" fmla="*/ 4138 h 4504"/>
                <a:gd name="T10" fmla="*/ 6189 w 8931"/>
                <a:gd name="T11" fmla="*/ 3482 h 4504"/>
                <a:gd name="T12" fmla="*/ 5968 w 8931"/>
                <a:gd name="T13" fmla="*/ 3336 h 4504"/>
                <a:gd name="T14" fmla="*/ 6672 w 8931"/>
                <a:gd name="T15" fmla="*/ 2912 h 4504"/>
                <a:gd name="T16" fmla="*/ 6999 w 8931"/>
                <a:gd name="T17" fmla="*/ 2815 h 4504"/>
                <a:gd name="T18" fmla="*/ 7448 w 8931"/>
                <a:gd name="T19" fmla="*/ 2593 h 4504"/>
                <a:gd name="T20" fmla="*/ 7045 w 8931"/>
                <a:gd name="T21" fmla="*/ 3206 h 4504"/>
                <a:gd name="T22" fmla="*/ 7368 w 8931"/>
                <a:gd name="T23" fmla="*/ 3293 h 4504"/>
                <a:gd name="T24" fmla="*/ 7505 w 8931"/>
                <a:gd name="T25" fmla="*/ 2864 h 4504"/>
                <a:gd name="T26" fmla="*/ 7925 w 8931"/>
                <a:gd name="T27" fmla="*/ 2760 h 4504"/>
                <a:gd name="T28" fmla="*/ 8227 w 8931"/>
                <a:gd name="T29" fmla="*/ 2553 h 4504"/>
                <a:gd name="T30" fmla="*/ 8363 w 8931"/>
                <a:gd name="T31" fmla="*/ 2256 h 4504"/>
                <a:gd name="T32" fmla="*/ 8646 w 8931"/>
                <a:gd name="T33" fmla="*/ 2287 h 4504"/>
                <a:gd name="T34" fmla="*/ 8841 w 8931"/>
                <a:gd name="T35" fmla="*/ 2201 h 4504"/>
                <a:gd name="T36" fmla="*/ 8685 w 8931"/>
                <a:gd name="T37" fmla="*/ 1981 h 4504"/>
                <a:gd name="T38" fmla="*/ 8538 w 8931"/>
                <a:gd name="T39" fmla="*/ 1863 h 4504"/>
                <a:gd name="T40" fmla="*/ 7819 w 8931"/>
                <a:gd name="T41" fmla="*/ 1608 h 4504"/>
                <a:gd name="T42" fmla="*/ 7284 w 8931"/>
                <a:gd name="T43" fmla="*/ 1590 h 4504"/>
                <a:gd name="T44" fmla="*/ 6685 w 8931"/>
                <a:gd name="T45" fmla="*/ 1267 h 4504"/>
                <a:gd name="T46" fmla="*/ 6173 w 8931"/>
                <a:gd name="T47" fmla="*/ 1286 h 4504"/>
                <a:gd name="T48" fmla="*/ 5674 w 8931"/>
                <a:gd name="T49" fmla="*/ 1395 h 4504"/>
                <a:gd name="T50" fmla="*/ 5597 w 8931"/>
                <a:gd name="T51" fmla="*/ 1031 h 4504"/>
                <a:gd name="T52" fmla="*/ 5210 w 8931"/>
                <a:gd name="T53" fmla="*/ 1036 h 4504"/>
                <a:gd name="T54" fmla="*/ 4698 w 8931"/>
                <a:gd name="T55" fmla="*/ 872 h 4504"/>
                <a:gd name="T56" fmla="*/ 4354 w 8931"/>
                <a:gd name="T57" fmla="*/ 1003 h 4504"/>
                <a:gd name="T58" fmla="*/ 4584 w 8931"/>
                <a:gd name="T59" fmla="*/ 721 h 4504"/>
                <a:gd name="T60" fmla="*/ 4684 w 8931"/>
                <a:gd name="T61" fmla="*/ 394 h 4504"/>
                <a:gd name="T62" fmla="*/ 4372 w 8931"/>
                <a:gd name="T63" fmla="*/ 204 h 4504"/>
                <a:gd name="T64" fmla="*/ 4025 w 8931"/>
                <a:gd name="T65" fmla="*/ 232 h 4504"/>
                <a:gd name="T66" fmla="*/ 3791 w 8931"/>
                <a:gd name="T67" fmla="*/ 419 h 4504"/>
                <a:gd name="T68" fmla="*/ 3374 w 8931"/>
                <a:gd name="T69" fmla="*/ 550 h 4504"/>
                <a:gd name="T70" fmla="*/ 3254 w 8931"/>
                <a:gd name="T71" fmla="*/ 832 h 4504"/>
                <a:gd name="T72" fmla="*/ 2949 w 8931"/>
                <a:gd name="T73" fmla="*/ 1149 h 4504"/>
                <a:gd name="T74" fmla="*/ 2945 w 8931"/>
                <a:gd name="T75" fmla="*/ 1235 h 4504"/>
                <a:gd name="T76" fmla="*/ 2627 w 8931"/>
                <a:gd name="T77" fmla="*/ 1222 h 4504"/>
                <a:gd name="T78" fmla="*/ 2758 w 8931"/>
                <a:gd name="T79" fmla="*/ 1734 h 4504"/>
                <a:gd name="T80" fmla="*/ 2590 w 8931"/>
                <a:gd name="T81" fmla="*/ 1842 h 4504"/>
                <a:gd name="T82" fmla="*/ 2499 w 8931"/>
                <a:gd name="T83" fmla="*/ 1888 h 4504"/>
                <a:gd name="T84" fmla="*/ 2297 w 8931"/>
                <a:gd name="T85" fmla="*/ 1040 h 4504"/>
                <a:gd name="T86" fmla="*/ 2235 w 8931"/>
                <a:gd name="T87" fmla="*/ 1800 h 4504"/>
                <a:gd name="T88" fmla="*/ 1570 w 8931"/>
                <a:gd name="T89" fmla="*/ 1757 h 4504"/>
                <a:gd name="T90" fmla="*/ 1175 w 8931"/>
                <a:gd name="T91" fmla="*/ 1897 h 4504"/>
                <a:gd name="T92" fmla="*/ 933 w 8931"/>
                <a:gd name="T93" fmla="*/ 2056 h 4504"/>
                <a:gd name="T94" fmla="*/ 501 w 8931"/>
                <a:gd name="T95" fmla="*/ 2289 h 4504"/>
                <a:gd name="T96" fmla="*/ 306 w 8931"/>
                <a:gd name="T97" fmla="*/ 2013 h 4504"/>
                <a:gd name="T98" fmla="*/ 589 w 8931"/>
                <a:gd name="T99" fmla="*/ 1783 h 4504"/>
                <a:gd name="T100" fmla="*/ 191 w 8931"/>
                <a:gd name="T101" fmla="*/ 1600 h 4504"/>
                <a:gd name="T102" fmla="*/ 215 w 8931"/>
                <a:gd name="T103" fmla="*/ 2548 h 4504"/>
                <a:gd name="T104" fmla="*/ 14 w 8931"/>
                <a:gd name="T105" fmla="*/ 3054 h 4504"/>
                <a:gd name="T106" fmla="*/ 241 w 8931"/>
                <a:gd name="T107" fmla="*/ 3470 h 4504"/>
                <a:gd name="T108" fmla="*/ 440 w 8931"/>
                <a:gd name="T109" fmla="*/ 3762 h 4504"/>
                <a:gd name="T110" fmla="*/ 644 w 8931"/>
                <a:gd name="T111" fmla="*/ 4043 h 4504"/>
                <a:gd name="T112" fmla="*/ 898 w 8931"/>
                <a:gd name="T113" fmla="*/ 4398 h 4504"/>
                <a:gd name="T114" fmla="*/ 1107 w 8931"/>
                <a:gd name="T115" fmla="*/ 4133 h 4504"/>
                <a:gd name="T116" fmla="*/ 1169 w 8931"/>
                <a:gd name="T117" fmla="*/ 3800 h 4504"/>
                <a:gd name="T118" fmla="*/ 1520 w 8931"/>
                <a:gd name="T119" fmla="*/ 3752 h 4504"/>
                <a:gd name="T120" fmla="*/ 1831 w 8931"/>
                <a:gd name="T121" fmla="*/ 3572 h 4504"/>
                <a:gd name="T122" fmla="*/ 2183 w 8931"/>
                <a:gd name="T123" fmla="*/ 3384 h 4504"/>
                <a:gd name="T124" fmla="*/ 2523 w 8931"/>
                <a:gd name="T125" fmla="*/ 3466 h 45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82" name="Freeform 6">
              <a:extLst>
                <a:ext uri="{FF2B5EF4-FFF2-40B4-BE49-F238E27FC236}">
                  <a16:creationId xmlns:a16="http://schemas.microsoft.com/office/drawing/2014/main" id="{05530FE4-DCC6-6620-79DE-F3504E9F73E2}"/>
                </a:ext>
              </a:extLst>
            </p:cNvPr>
            <p:cNvSpPr>
              <a:spLocks/>
            </p:cNvSpPr>
            <p:nvPr/>
          </p:nvSpPr>
          <p:spPr bwMode="auto">
            <a:xfrm>
              <a:off x="5762323" y="3761820"/>
              <a:ext cx="322" cy="96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1"/>
                    <a:pt x="0" y="2"/>
                    <a:pt x="0" y="3"/>
                  </a:cubicBezTo>
                  <a:cubicBezTo>
                    <a:pt x="0" y="2"/>
                    <a:pt x="1" y="1"/>
                    <a:pt x="1" y="0"/>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83" name="Freeform 92">
              <a:extLst>
                <a:ext uri="{FF2B5EF4-FFF2-40B4-BE49-F238E27FC236}">
                  <a16:creationId xmlns:a16="http://schemas.microsoft.com/office/drawing/2014/main" id="{7521D8F1-DFB4-1787-0040-C5BA3A865AAE}"/>
                </a:ext>
              </a:extLst>
            </p:cNvPr>
            <p:cNvSpPr>
              <a:spLocks/>
            </p:cNvSpPr>
            <p:nvPr/>
          </p:nvSpPr>
          <p:spPr bwMode="auto">
            <a:xfrm>
              <a:off x="5678628" y="3675211"/>
              <a:ext cx="100756" cy="72764"/>
            </a:xfrm>
            <a:custGeom>
              <a:avLst/>
              <a:gdLst>
                <a:gd name="T0" fmla="*/ 26 w 296"/>
                <a:gd name="T1" fmla="*/ 180 h 214"/>
                <a:gd name="T2" fmla="*/ 38 w 296"/>
                <a:gd name="T3" fmla="*/ 190 h 214"/>
                <a:gd name="T4" fmla="*/ 58 w 296"/>
                <a:gd name="T5" fmla="*/ 196 h 214"/>
                <a:gd name="T6" fmla="*/ 53 w 296"/>
                <a:gd name="T7" fmla="*/ 186 h 214"/>
                <a:gd name="T8" fmla="*/ 52 w 296"/>
                <a:gd name="T9" fmla="*/ 172 h 214"/>
                <a:gd name="T10" fmla="*/ 52 w 296"/>
                <a:gd name="T11" fmla="*/ 168 h 214"/>
                <a:gd name="T12" fmla="*/ 61 w 296"/>
                <a:gd name="T13" fmla="*/ 161 h 214"/>
                <a:gd name="T14" fmla="*/ 106 w 296"/>
                <a:gd name="T15" fmla="*/ 133 h 214"/>
                <a:gd name="T16" fmla="*/ 135 w 296"/>
                <a:gd name="T17" fmla="*/ 83 h 214"/>
                <a:gd name="T18" fmla="*/ 156 w 296"/>
                <a:gd name="T19" fmla="*/ 102 h 214"/>
                <a:gd name="T20" fmla="*/ 166 w 296"/>
                <a:gd name="T21" fmla="*/ 73 h 214"/>
                <a:gd name="T22" fmla="*/ 171 w 296"/>
                <a:gd name="T23" fmla="*/ 75 h 214"/>
                <a:gd name="T24" fmla="*/ 180 w 296"/>
                <a:gd name="T25" fmla="*/ 62 h 214"/>
                <a:gd name="T26" fmla="*/ 193 w 296"/>
                <a:gd name="T27" fmla="*/ 45 h 214"/>
                <a:gd name="T28" fmla="*/ 202 w 296"/>
                <a:gd name="T29" fmla="*/ 26 h 214"/>
                <a:gd name="T30" fmla="*/ 216 w 296"/>
                <a:gd name="T31" fmla="*/ 0 h 214"/>
                <a:gd name="T32" fmla="*/ 228 w 296"/>
                <a:gd name="T33" fmla="*/ 1 h 214"/>
                <a:gd name="T34" fmla="*/ 247 w 296"/>
                <a:gd name="T35" fmla="*/ 24 h 214"/>
                <a:gd name="T36" fmla="*/ 239 w 296"/>
                <a:gd name="T37" fmla="*/ 39 h 214"/>
                <a:gd name="T38" fmla="*/ 256 w 296"/>
                <a:gd name="T39" fmla="*/ 34 h 214"/>
                <a:gd name="T40" fmla="*/ 262 w 296"/>
                <a:gd name="T41" fmla="*/ 41 h 214"/>
                <a:gd name="T42" fmla="*/ 284 w 296"/>
                <a:gd name="T43" fmla="*/ 56 h 214"/>
                <a:gd name="T44" fmla="*/ 276 w 296"/>
                <a:gd name="T45" fmla="*/ 71 h 214"/>
                <a:gd name="T46" fmla="*/ 273 w 296"/>
                <a:gd name="T47" fmla="*/ 87 h 214"/>
                <a:gd name="T48" fmla="*/ 268 w 296"/>
                <a:gd name="T49" fmla="*/ 93 h 214"/>
                <a:gd name="T50" fmla="*/ 246 w 296"/>
                <a:gd name="T51" fmla="*/ 97 h 214"/>
                <a:gd name="T52" fmla="*/ 213 w 296"/>
                <a:gd name="T53" fmla="*/ 90 h 214"/>
                <a:gd name="T54" fmla="*/ 200 w 296"/>
                <a:gd name="T55" fmla="*/ 92 h 214"/>
                <a:gd name="T56" fmla="*/ 188 w 296"/>
                <a:gd name="T57" fmla="*/ 97 h 214"/>
                <a:gd name="T58" fmla="*/ 185 w 296"/>
                <a:gd name="T59" fmla="*/ 118 h 214"/>
                <a:gd name="T60" fmla="*/ 176 w 296"/>
                <a:gd name="T61" fmla="*/ 138 h 214"/>
                <a:gd name="T62" fmla="*/ 164 w 296"/>
                <a:gd name="T63" fmla="*/ 171 h 214"/>
                <a:gd name="T64" fmla="*/ 147 w 296"/>
                <a:gd name="T65" fmla="*/ 192 h 214"/>
                <a:gd name="T66" fmla="*/ 125 w 296"/>
                <a:gd name="T67" fmla="*/ 198 h 214"/>
                <a:gd name="T68" fmla="*/ 85 w 296"/>
                <a:gd name="T69" fmla="*/ 193 h 214"/>
                <a:gd name="T70" fmla="*/ 72 w 296"/>
                <a:gd name="T71" fmla="*/ 207 h 214"/>
                <a:gd name="T72" fmla="*/ 54 w 296"/>
                <a:gd name="T73" fmla="*/ 206 h 214"/>
                <a:gd name="T74" fmla="*/ 27 w 296"/>
                <a:gd name="T75" fmla="*/ 207 h 214"/>
                <a:gd name="T76" fmla="*/ 14 w 296"/>
                <a:gd name="T77" fmla="*/ 194 h 214"/>
                <a:gd name="T78" fmla="*/ 5 w 296"/>
                <a:gd name="T79" fmla="*/ 18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214">
                  <a:moveTo>
                    <a:pt x="5" y="170"/>
                  </a:moveTo>
                  <a:cubicBezTo>
                    <a:pt x="4" y="181"/>
                    <a:pt x="26" y="189"/>
                    <a:pt x="26" y="180"/>
                  </a:cubicBezTo>
                  <a:cubicBezTo>
                    <a:pt x="26" y="183"/>
                    <a:pt x="30" y="183"/>
                    <a:pt x="30" y="184"/>
                  </a:cubicBezTo>
                  <a:cubicBezTo>
                    <a:pt x="29" y="187"/>
                    <a:pt x="36" y="189"/>
                    <a:pt x="38" y="190"/>
                  </a:cubicBezTo>
                  <a:cubicBezTo>
                    <a:pt x="42" y="191"/>
                    <a:pt x="44" y="188"/>
                    <a:pt x="47" y="192"/>
                  </a:cubicBezTo>
                  <a:cubicBezTo>
                    <a:pt x="50" y="195"/>
                    <a:pt x="54" y="195"/>
                    <a:pt x="58" y="196"/>
                  </a:cubicBezTo>
                  <a:cubicBezTo>
                    <a:pt x="55" y="192"/>
                    <a:pt x="49" y="195"/>
                    <a:pt x="48" y="189"/>
                  </a:cubicBezTo>
                  <a:cubicBezTo>
                    <a:pt x="47" y="186"/>
                    <a:pt x="50" y="182"/>
                    <a:pt x="53" y="186"/>
                  </a:cubicBezTo>
                  <a:cubicBezTo>
                    <a:pt x="50" y="184"/>
                    <a:pt x="50" y="181"/>
                    <a:pt x="51" y="177"/>
                  </a:cubicBezTo>
                  <a:cubicBezTo>
                    <a:pt x="51" y="176"/>
                    <a:pt x="52" y="174"/>
                    <a:pt x="52" y="172"/>
                  </a:cubicBezTo>
                  <a:cubicBezTo>
                    <a:pt x="53" y="168"/>
                    <a:pt x="55" y="170"/>
                    <a:pt x="58" y="168"/>
                  </a:cubicBezTo>
                  <a:cubicBezTo>
                    <a:pt x="56" y="168"/>
                    <a:pt x="54" y="168"/>
                    <a:pt x="52" y="168"/>
                  </a:cubicBezTo>
                  <a:cubicBezTo>
                    <a:pt x="54" y="165"/>
                    <a:pt x="52" y="162"/>
                    <a:pt x="53" y="159"/>
                  </a:cubicBezTo>
                  <a:cubicBezTo>
                    <a:pt x="56" y="159"/>
                    <a:pt x="58" y="161"/>
                    <a:pt x="61" y="161"/>
                  </a:cubicBezTo>
                  <a:cubicBezTo>
                    <a:pt x="51" y="153"/>
                    <a:pt x="66" y="144"/>
                    <a:pt x="73" y="143"/>
                  </a:cubicBezTo>
                  <a:cubicBezTo>
                    <a:pt x="83" y="141"/>
                    <a:pt x="98" y="139"/>
                    <a:pt x="106" y="133"/>
                  </a:cubicBezTo>
                  <a:cubicBezTo>
                    <a:pt x="114" y="128"/>
                    <a:pt x="114" y="117"/>
                    <a:pt x="121" y="111"/>
                  </a:cubicBezTo>
                  <a:cubicBezTo>
                    <a:pt x="129" y="103"/>
                    <a:pt x="134" y="95"/>
                    <a:pt x="135" y="83"/>
                  </a:cubicBezTo>
                  <a:cubicBezTo>
                    <a:pt x="141" y="83"/>
                    <a:pt x="142" y="86"/>
                    <a:pt x="144" y="91"/>
                  </a:cubicBezTo>
                  <a:cubicBezTo>
                    <a:pt x="145" y="94"/>
                    <a:pt x="153" y="102"/>
                    <a:pt x="156" y="102"/>
                  </a:cubicBezTo>
                  <a:cubicBezTo>
                    <a:pt x="161" y="102"/>
                    <a:pt x="163" y="91"/>
                    <a:pt x="161" y="88"/>
                  </a:cubicBezTo>
                  <a:cubicBezTo>
                    <a:pt x="155" y="80"/>
                    <a:pt x="162" y="77"/>
                    <a:pt x="166" y="73"/>
                  </a:cubicBezTo>
                  <a:cubicBezTo>
                    <a:pt x="167" y="80"/>
                    <a:pt x="166" y="90"/>
                    <a:pt x="175" y="92"/>
                  </a:cubicBezTo>
                  <a:cubicBezTo>
                    <a:pt x="175" y="87"/>
                    <a:pt x="174" y="80"/>
                    <a:pt x="171" y="75"/>
                  </a:cubicBezTo>
                  <a:cubicBezTo>
                    <a:pt x="167" y="69"/>
                    <a:pt x="175" y="73"/>
                    <a:pt x="177" y="71"/>
                  </a:cubicBezTo>
                  <a:cubicBezTo>
                    <a:pt x="179" y="69"/>
                    <a:pt x="186" y="64"/>
                    <a:pt x="180" y="62"/>
                  </a:cubicBezTo>
                  <a:cubicBezTo>
                    <a:pt x="172" y="58"/>
                    <a:pt x="180" y="52"/>
                    <a:pt x="183" y="48"/>
                  </a:cubicBezTo>
                  <a:cubicBezTo>
                    <a:pt x="182" y="56"/>
                    <a:pt x="191" y="48"/>
                    <a:pt x="193" y="45"/>
                  </a:cubicBezTo>
                  <a:cubicBezTo>
                    <a:pt x="195" y="40"/>
                    <a:pt x="196" y="34"/>
                    <a:pt x="198" y="30"/>
                  </a:cubicBezTo>
                  <a:cubicBezTo>
                    <a:pt x="199" y="27"/>
                    <a:pt x="201" y="28"/>
                    <a:pt x="202" y="26"/>
                  </a:cubicBezTo>
                  <a:cubicBezTo>
                    <a:pt x="204" y="24"/>
                    <a:pt x="206" y="21"/>
                    <a:pt x="207" y="18"/>
                  </a:cubicBezTo>
                  <a:cubicBezTo>
                    <a:pt x="211" y="13"/>
                    <a:pt x="211" y="5"/>
                    <a:pt x="216" y="0"/>
                  </a:cubicBezTo>
                  <a:cubicBezTo>
                    <a:pt x="220" y="5"/>
                    <a:pt x="215" y="10"/>
                    <a:pt x="217" y="15"/>
                  </a:cubicBezTo>
                  <a:cubicBezTo>
                    <a:pt x="221" y="12"/>
                    <a:pt x="224" y="0"/>
                    <a:pt x="228" y="1"/>
                  </a:cubicBezTo>
                  <a:cubicBezTo>
                    <a:pt x="228" y="1"/>
                    <a:pt x="238" y="23"/>
                    <a:pt x="239" y="13"/>
                  </a:cubicBezTo>
                  <a:cubicBezTo>
                    <a:pt x="240" y="17"/>
                    <a:pt x="247" y="19"/>
                    <a:pt x="247" y="24"/>
                  </a:cubicBezTo>
                  <a:cubicBezTo>
                    <a:pt x="247" y="27"/>
                    <a:pt x="242" y="26"/>
                    <a:pt x="243" y="30"/>
                  </a:cubicBezTo>
                  <a:cubicBezTo>
                    <a:pt x="245" y="36"/>
                    <a:pt x="244" y="37"/>
                    <a:pt x="239" y="39"/>
                  </a:cubicBezTo>
                  <a:cubicBezTo>
                    <a:pt x="242" y="37"/>
                    <a:pt x="245" y="39"/>
                    <a:pt x="248" y="38"/>
                  </a:cubicBezTo>
                  <a:cubicBezTo>
                    <a:pt x="251" y="36"/>
                    <a:pt x="252" y="33"/>
                    <a:pt x="256" y="34"/>
                  </a:cubicBezTo>
                  <a:cubicBezTo>
                    <a:pt x="262" y="37"/>
                    <a:pt x="256" y="41"/>
                    <a:pt x="253" y="43"/>
                  </a:cubicBezTo>
                  <a:cubicBezTo>
                    <a:pt x="253" y="49"/>
                    <a:pt x="259" y="43"/>
                    <a:pt x="262" y="41"/>
                  </a:cubicBezTo>
                  <a:cubicBezTo>
                    <a:pt x="267" y="38"/>
                    <a:pt x="273" y="46"/>
                    <a:pt x="273" y="50"/>
                  </a:cubicBezTo>
                  <a:cubicBezTo>
                    <a:pt x="277" y="46"/>
                    <a:pt x="283" y="53"/>
                    <a:pt x="284" y="56"/>
                  </a:cubicBezTo>
                  <a:cubicBezTo>
                    <a:pt x="287" y="52"/>
                    <a:pt x="295" y="55"/>
                    <a:pt x="295" y="60"/>
                  </a:cubicBezTo>
                  <a:cubicBezTo>
                    <a:pt x="296" y="66"/>
                    <a:pt x="281" y="71"/>
                    <a:pt x="276" y="71"/>
                  </a:cubicBezTo>
                  <a:cubicBezTo>
                    <a:pt x="272" y="71"/>
                    <a:pt x="258" y="66"/>
                    <a:pt x="262" y="76"/>
                  </a:cubicBezTo>
                  <a:cubicBezTo>
                    <a:pt x="264" y="80"/>
                    <a:pt x="273" y="82"/>
                    <a:pt x="273" y="87"/>
                  </a:cubicBezTo>
                  <a:cubicBezTo>
                    <a:pt x="275" y="85"/>
                    <a:pt x="278" y="87"/>
                    <a:pt x="276" y="90"/>
                  </a:cubicBezTo>
                  <a:cubicBezTo>
                    <a:pt x="274" y="93"/>
                    <a:pt x="270" y="92"/>
                    <a:pt x="268" y="93"/>
                  </a:cubicBezTo>
                  <a:cubicBezTo>
                    <a:pt x="258" y="93"/>
                    <a:pt x="255" y="96"/>
                    <a:pt x="247" y="89"/>
                  </a:cubicBezTo>
                  <a:cubicBezTo>
                    <a:pt x="246" y="91"/>
                    <a:pt x="248" y="96"/>
                    <a:pt x="246" y="97"/>
                  </a:cubicBezTo>
                  <a:cubicBezTo>
                    <a:pt x="243" y="99"/>
                    <a:pt x="238" y="95"/>
                    <a:pt x="236" y="93"/>
                  </a:cubicBezTo>
                  <a:cubicBezTo>
                    <a:pt x="229" y="89"/>
                    <a:pt x="219" y="96"/>
                    <a:pt x="213" y="90"/>
                  </a:cubicBezTo>
                  <a:cubicBezTo>
                    <a:pt x="213" y="97"/>
                    <a:pt x="208" y="90"/>
                    <a:pt x="205" y="91"/>
                  </a:cubicBezTo>
                  <a:cubicBezTo>
                    <a:pt x="202" y="92"/>
                    <a:pt x="202" y="90"/>
                    <a:pt x="200" y="92"/>
                  </a:cubicBezTo>
                  <a:cubicBezTo>
                    <a:pt x="198" y="96"/>
                    <a:pt x="195" y="91"/>
                    <a:pt x="193" y="90"/>
                  </a:cubicBezTo>
                  <a:cubicBezTo>
                    <a:pt x="192" y="93"/>
                    <a:pt x="189" y="94"/>
                    <a:pt x="188" y="97"/>
                  </a:cubicBezTo>
                  <a:cubicBezTo>
                    <a:pt x="186" y="100"/>
                    <a:pt x="185" y="105"/>
                    <a:pt x="185" y="109"/>
                  </a:cubicBezTo>
                  <a:cubicBezTo>
                    <a:pt x="185" y="112"/>
                    <a:pt x="184" y="115"/>
                    <a:pt x="185" y="118"/>
                  </a:cubicBezTo>
                  <a:cubicBezTo>
                    <a:pt x="186" y="123"/>
                    <a:pt x="185" y="123"/>
                    <a:pt x="184" y="127"/>
                  </a:cubicBezTo>
                  <a:cubicBezTo>
                    <a:pt x="182" y="134"/>
                    <a:pt x="184" y="137"/>
                    <a:pt x="176" y="138"/>
                  </a:cubicBezTo>
                  <a:cubicBezTo>
                    <a:pt x="168" y="138"/>
                    <a:pt x="173" y="152"/>
                    <a:pt x="176" y="155"/>
                  </a:cubicBezTo>
                  <a:cubicBezTo>
                    <a:pt x="171" y="157"/>
                    <a:pt x="158" y="165"/>
                    <a:pt x="164" y="171"/>
                  </a:cubicBezTo>
                  <a:cubicBezTo>
                    <a:pt x="167" y="174"/>
                    <a:pt x="155" y="186"/>
                    <a:pt x="157" y="192"/>
                  </a:cubicBezTo>
                  <a:cubicBezTo>
                    <a:pt x="152" y="192"/>
                    <a:pt x="152" y="189"/>
                    <a:pt x="147" y="192"/>
                  </a:cubicBezTo>
                  <a:cubicBezTo>
                    <a:pt x="143" y="194"/>
                    <a:pt x="140" y="191"/>
                    <a:pt x="136" y="193"/>
                  </a:cubicBezTo>
                  <a:cubicBezTo>
                    <a:pt x="132" y="195"/>
                    <a:pt x="131" y="199"/>
                    <a:pt x="125" y="198"/>
                  </a:cubicBezTo>
                  <a:cubicBezTo>
                    <a:pt x="121" y="198"/>
                    <a:pt x="112" y="195"/>
                    <a:pt x="110" y="191"/>
                  </a:cubicBezTo>
                  <a:cubicBezTo>
                    <a:pt x="107" y="186"/>
                    <a:pt x="88" y="187"/>
                    <a:pt x="85" y="193"/>
                  </a:cubicBezTo>
                  <a:cubicBezTo>
                    <a:pt x="83" y="195"/>
                    <a:pt x="82" y="199"/>
                    <a:pt x="81" y="202"/>
                  </a:cubicBezTo>
                  <a:cubicBezTo>
                    <a:pt x="81" y="202"/>
                    <a:pt x="72" y="207"/>
                    <a:pt x="72" y="207"/>
                  </a:cubicBezTo>
                  <a:cubicBezTo>
                    <a:pt x="69" y="207"/>
                    <a:pt x="67" y="208"/>
                    <a:pt x="64" y="208"/>
                  </a:cubicBezTo>
                  <a:cubicBezTo>
                    <a:pt x="60" y="209"/>
                    <a:pt x="58" y="206"/>
                    <a:pt x="54" y="206"/>
                  </a:cubicBezTo>
                  <a:cubicBezTo>
                    <a:pt x="48" y="205"/>
                    <a:pt x="44" y="209"/>
                    <a:pt x="39" y="211"/>
                  </a:cubicBezTo>
                  <a:cubicBezTo>
                    <a:pt x="32" y="214"/>
                    <a:pt x="32" y="209"/>
                    <a:pt x="27" y="207"/>
                  </a:cubicBezTo>
                  <a:cubicBezTo>
                    <a:pt x="25" y="207"/>
                    <a:pt x="21" y="202"/>
                    <a:pt x="19" y="201"/>
                  </a:cubicBezTo>
                  <a:cubicBezTo>
                    <a:pt x="17" y="199"/>
                    <a:pt x="16" y="196"/>
                    <a:pt x="14" y="194"/>
                  </a:cubicBezTo>
                  <a:cubicBezTo>
                    <a:pt x="12" y="192"/>
                    <a:pt x="10" y="192"/>
                    <a:pt x="8" y="190"/>
                  </a:cubicBezTo>
                  <a:cubicBezTo>
                    <a:pt x="7" y="187"/>
                    <a:pt x="8" y="181"/>
                    <a:pt x="5" y="180"/>
                  </a:cubicBezTo>
                  <a:cubicBezTo>
                    <a:pt x="0" y="177"/>
                    <a:pt x="4" y="175"/>
                    <a:pt x="5" y="170"/>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84" name="Freeform 93">
              <a:extLst>
                <a:ext uri="{FF2B5EF4-FFF2-40B4-BE49-F238E27FC236}">
                  <a16:creationId xmlns:a16="http://schemas.microsoft.com/office/drawing/2014/main" id="{A18CFCC1-3D08-AEDF-5955-540E18094E85}"/>
                </a:ext>
              </a:extLst>
            </p:cNvPr>
            <p:cNvSpPr>
              <a:spLocks/>
            </p:cNvSpPr>
            <p:nvPr/>
          </p:nvSpPr>
          <p:spPr bwMode="auto">
            <a:xfrm>
              <a:off x="5725626" y="3697749"/>
              <a:ext cx="9979" cy="13845"/>
            </a:xfrm>
            <a:custGeom>
              <a:avLst/>
              <a:gdLst>
                <a:gd name="T0" fmla="*/ 0 w 30"/>
                <a:gd name="T1" fmla="*/ 16 h 40"/>
                <a:gd name="T2" fmla="*/ 25 w 30"/>
                <a:gd name="T3" fmla="*/ 2 h 40"/>
                <a:gd name="T4" fmla="*/ 26 w 30"/>
                <a:gd name="T5" fmla="*/ 8 h 40"/>
                <a:gd name="T6" fmla="*/ 22 w 30"/>
                <a:gd name="T7" fmla="*/ 18 h 40"/>
                <a:gd name="T8" fmla="*/ 18 w 30"/>
                <a:gd name="T9" fmla="*/ 35 h 40"/>
                <a:gd name="T10" fmla="*/ 7 w 30"/>
                <a:gd name="T11" fmla="*/ 27 h 40"/>
                <a:gd name="T12" fmla="*/ 0 w 30"/>
                <a:gd name="T13" fmla="*/ 16 h 40"/>
              </a:gdLst>
              <a:ahLst/>
              <a:cxnLst>
                <a:cxn ang="0">
                  <a:pos x="T0" y="T1"/>
                </a:cxn>
                <a:cxn ang="0">
                  <a:pos x="T2" y="T3"/>
                </a:cxn>
                <a:cxn ang="0">
                  <a:pos x="T4" y="T5"/>
                </a:cxn>
                <a:cxn ang="0">
                  <a:pos x="T6" y="T7"/>
                </a:cxn>
                <a:cxn ang="0">
                  <a:pos x="T8" y="T9"/>
                </a:cxn>
                <a:cxn ang="0">
                  <a:pos x="T10" y="T11"/>
                </a:cxn>
                <a:cxn ang="0">
                  <a:pos x="T12" y="T13"/>
                </a:cxn>
              </a:cxnLst>
              <a:rect l="0" t="0" r="r" b="b"/>
              <a:pathLst>
                <a:path w="30" h="40">
                  <a:moveTo>
                    <a:pt x="0" y="16"/>
                  </a:moveTo>
                  <a:cubicBezTo>
                    <a:pt x="12" y="16"/>
                    <a:pt x="16" y="6"/>
                    <a:pt x="25" y="2"/>
                  </a:cubicBezTo>
                  <a:cubicBezTo>
                    <a:pt x="30" y="0"/>
                    <a:pt x="28" y="6"/>
                    <a:pt x="26" y="8"/>
                  </a:cubicBezTo>
                  <a:cubicBezTo>
                    <a:pt x="22" y="11"/>
                    <a:pt x="21" y="12"/>
                    <a:pt x="22" y="18"/>
                  </a:cubicBezTo>
                  <a:cubicBezTo>
                    <a:pt x="22" y="18"/>
                    <a:pt x="24" y="40"/>
                    <a:pt x="18" y="35"/>
                  </a:cubicBezTo>
                  <a:cubicBezTo>
                    <a:pt x="15" y="33"/>
                    <a:pt x="9" y="29"/>
                    <a:pt x="7" y="27"/>
                  </a:cubicBezTo>
                  <a:cubicBezTo>
                    <a:pt x="5" y="22"/>
                    <a:pt x="6" y="18"/>
                    <a:pt x="0" y="16"/>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85" name="Freeform 94">
              <a:extLst>
                <a:ext uri="{FF2B5EF4-FFF2-40B4-BE49-F238E27FC236}">
                  <a16:creationId xmlns:a16="http://schemas.microsoft.com/office/drawing/2014/main" id="{A21E1D2A-BB28-9FBE-6D15-BC438362F939}"/>
                </a:ext>
              </a:extLst>
            </p:cNvPr>
            <p:cNvSpPr>
              <a:spLocks/>
            </p:cNvSpPr>
            <p:nvPr/>
          </p:nvSpPr>
          <p:spPr bwMode="auto">
            <a:xfrm>
              <a:off x="5671868" y="3705798"/>
              <a:ext cx="106228" cy="102063"/>
            </a:xfrm>
            <a:custGeom>
              <a:avLst/>
              <a:gdLst>
                <a:gd name="T0" fmla="*/ 5 w 313"/>
                <a:gd name="T1" fmla="*/ 114 h 300"/>
                <a:gd name="T2" fmla="*/ 8 w 313"/>
                <a:gd name="T3" fmla="*/ 110 h 300"/>
                <a:gd name="T4" fmla="*/ 16 w 313"/>
                <a:gd name="T5" fmla="*/ 88 h 300"/>
                <a:gd name="T6" fmla="*/ 25 w 313"/>
                <a:gd name="T7" fmla="*/ 90 h 300"/>
                <a:gd name="T8" fmla="*/ 45 w 313"/>
                <a:gd name="T9" fmla="*/ 116 h 300"/>
                <a:gd name="T10" fmla="*/ 67 w 313"/>
                <a:gd name="T11" fmla="*/ 117 h 300"/>
                <a:gd name="T12" fmla="*/ 99 w 313"/>
                <a:gd name="T13" fmla="*/ 113 h 300"/>
                <a:gd name="T14" fmla="*/ 128 w 313"/>
                <a:gd name="T15" fmla="*/ 100 h 300"/>
                <a:gd name="T16" fmla="*/ 162 w 313"/>
                <a:gd name="T17" fmla="*/ 103 h 300"/>
                <a:gd name="T18" fmla="*/ 177 w 313"/>
                <a:gd name="T19" fmla="*/ 102 h 300"/>
                <a:gd name="T20" fmla="*/ 196 w 313"/>
                <a:gd name="T21" fmla="*/ 65 h 300"/>
                <a:gd name="T22" fmla="*/ 205 w 313"/>
                <a:gd name="T23" fmla="*/ 35 h 300"/>
                <a:gd name="T24" fmla="*/ 208 w 313"/>
                <a:gd name="T25" fmla="*/ 8 h 300"/>
                <a:gd name="T26" fmla="*/ 226 w 313"/>
                <a:gd name="T27" fmla="*/ 1 h 300"/>
                <a:gd name="T28" fmla="*/ 249 w 313"/>
                <a:gd name="T29" fmla="*/ 2 h 300"/>
                <a:gd name="T30" fmla="*/ 259 w 313"/>
                <a:gd name="T31" fmla="*/ 10 h 300"/>
                <a:gd name="T32" fmla="*/ 270 w 313"/>
                <a:gd name="T33" fmla="*/ 20 h 300"/>
                <a:gd name="T34" fmla="*/ 262 w 313"/>
                <a:gd name="T35" fmla="*/ 21 h 300"/>
                <a:gd name="T36" fmla="*/ 251 w 313"/>
                <a:gd name="T37" fmla="*/ 27 h 300"/>
                <a:gd name="T38" fmla="*/ 257 w 313"/>
                <a:gd name="T39" fmla="*/ 40 h 300"/>
                <a:gd name="T40" fmla="*/ 266 w 313"/>
                <a:gd name="T41" fmla="*/ 51 h 300"/>
                <a:gd name="T42" fmla="*/ 275 w 313"/>
                <a:gd name="T43" fmla="*/ 60 h 300"/>
                <a:gd name="T44" fmla="*/ 274 w 313"/>
                <a:gd name="T45" fmla="*/ 82 h 300"/>
                <a:gd name="T46" fmla="*/ 289 w 313"/>
                <a:gd name="T47" fmla="*/ 98 h 300"/>
                <a:gd name="T48" fmla="*/ 308 w 313"/>
                <a:gd name="T49" fmla="*/ 116 h 300"/>
                <a:gd name="T50" fmla="*/ 299 w 313"/>
                <a:gd name="T51" fmla="*/ 124 h 300"/>
                <a:gd name="T52" fmla="*/ 277 w 313"/>
                <a:gd name="T53" fmla="*/ 124 h 300"/>
                <a:gd name="T54" fmla="*/ 264 w 313"/>
                <a:gd name="T55" fmla="*/ 171 h 300"/>
                <a:gd name="T56" fmla="*/ 268 w 313"/>
                <a:gd name="T57" fmla="*/ 174 h 300"/>
                <a:gd name="T58" fmla="*/ 259 w 313"/>
                <a:gd name="T59" fmla="*/ 180 h 300"/>
                <a:gd name="T60" fmla="*/ 238 w 313"/>
                <a:gd name="T61" fmla="*/ 202 h 300"/>
                <a:gd name="T62" fmla="*/ 227 w 313"/>
                <a:gd name="T63" fmla="*/ 215 h 300"/>
                <a:gd name="T64" fmla="*/ 237 w 313"/>
                <a:gd name="T65" fmla="*/ 228 h 300"/>
                <a:gd name="T66" fmla="*/ 228 w 313"/>
                <a:gd name="T67" fmla="*/ 240 h 300"/>
                <a:gd name="T68" fmla="*/ 226 w 313"/>
                <a:gd name="T69" fmla="*/ 261 h 300"/>
                <a:gd name="T70" fmla="*/ 192 w 313"/>
                <a:gd name="T71" fmla="*/ 289 h 300"/>
                <a:gd name="T72" fmla="*/ 175 w 313"/>
                <a:gd name="T73" fmla="*/ 283 h 300"/>
                <a:gd name="T74" fmla="*/ 168 w 313"/>
                <a:gd name="T75" fmla="*/ 264 h 300"/>
                <a:gd name="T76" fmla="*/ 145 w 313"/>
                <a:gd name="T77" fmla="*/ 271 h 300"/>
                <a:gd name="T78" fmla="*/ 136 w 313"/>
                <a:gd name="T79" fmla="*/ 262 h 300"/>
                <a:gd name="T80" fmla="*/ 116 w 313"/>
                <a:gd name="T81" fmla="*/ 269 h 300"/>
                <a:gd name="T82" fmla="*/ 91 w 313"/>
                <a:gd name="T83" fmla="*/ 273 h 300"/>
                <a:gd name="T84" fmla="*/ 76 w 313"/>
                <a:gd name="T85" fmla="*/ 254 h 300"/>
                <a:gd name="T86" fmla="*/ 58 w 313"/>
                <a:gd name="T87" fmla="*/ 257 h 300"/>
                <a:gd name="T88" fmla="*/ 54 w 313"/>
                <a:gd name="T89" fmla="*/ 257 h 300"/>
                <a:gd name="T90" fmla="*/ 41 w 313"/>
                <a:gd name="T91" fmla="*/ 236 h 300"/>
                <a:gd name="T92" fmla="*/ 33 w 313"/>
                <a:gd name="T93" fmla="*/ 214 h 300"/>
                <a:gd name="T94" fmla="*/ 37 w 313"/>
                <a:gd name="T95" fmla="*/ 198 h 300"/>
                <a:gd name="T96" fmla="*/ 28 w 313"/>
                <a:gd name="T97" fmla="*/ 183 h 300"/>
                <a:gd name="T98" fmla="*/ 15 w 313"/>
                <a:gd name="T99" fmla="*/ 183 h 300"/>
                <a:gd name="T100" fmla="*/ 22 w 313"/>
                <a:gd name="T101" fmla="*/ 177 h 300"/>
                <a:gd name="T102" fmla="*/ 10 w 313"/>
                <a:gd name="T103" fmla="*/ 171 h 300"/>
                <a:gd name="T104" fmla="*/ 14 w 313"/>
                <a:gd name="T105" fmla="*/ 152 h 300"/>
                <a:gd name="T106" fmla="*/ 3 w 313"/>
                <a:gd name="T107" fmla="*/ 12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3" h="300">
                  <a:moveTo>
                    <a:pt x="3" y="122"/>
                  </a:moveTo>
                  <a:cubicBezTo>
                    <a:pt x="6" y="120"/>
                    <a:pt x="4" y="117"/>
                    <a:pt x="5" y="114"/>
                  </a:cubicBezTo>
                  <a:cubicBezTo>
                    <a:pt x="6" y="109"/>
                    <a:pt x="12" y="109"/>
                    <a:pt x="13" y="104"/>
                  </a:cubicBezTo>
                  <a:cubicBezTo>
                    <a:pt x="11" y="106"/>
                    <a:pt x="10" y="108"/>
                    <a:pt x="8" y="110"/>
                  </a:cubicBezTo>
                  <a:cubicBezTo>
                    <a:pt x="4" y="105"/>
                    <a:pt x="9" y="100"/>
                    <a:pt x="12" y="96"/>
                  </a:cubicBezTo>
                  <a:cubicBezTo>
                    <a:pt x="14" y="93"/>
                    <a:pt x="15" y="91"/>
                    <a:pt x="16" y="88"/>
                  </a:cubicBezTo>
                  <a:cubicBezTo>
                    <a:pt x="17" y="84"/>
                    <a:pt x="22" y="83"/>
                    <a:pt x="25" y="80"/>
                  </a:cubicBezTo>
                  <a:cubicBezTo>
                    <a:pt x="25" y="84"/>
                    <a:pt x="20" y="88"/>
                    <a:pt x="25" y="90"/>
                  </a:cubicBezTo>
                  <a:cubicBezTo>
                    <a:pt x="26" y="91"/>
                    <a:pt x="28" y="99"/>
                    <a:pt x="29" y="101"/>
                  </a:cubicBezTo>
                  <a:cubicBezTo>
                    <a:pt x="34" y="106"/>
                    <a:pt x="42" y="109"/>
                    <a:pt x="45" y="116"/>
                  </a:cubicBezTo>
                  <a:cubicBezTo>
                    <a:pt x="46" y="118"/>
                    <a:pt x="51" y="120"/>
                    <a:pt x="53" y="121"/>
                  </a:cubicBezTo>
                  <a:cubicBezTo>
                    <a:pt x="57" y="123"/>
                    <a:pt x="64" y="119"/>
                    <a:pt x="67" y="117"/>
                  </a:cubicBezTo>
                  <a:cubicBezTo>
                    <a:pt x="75" y="114"/>
                    <a:pt x="82" y="118"/>
                    <a:pt x="90" y="118"/>
                  </a:cubicBezTo>
                  <a:cubicBezTo>
                    <a:pt x="93" y="117"/>
                    <a:pt x="96" y="115"/>
                    <a:pt x="99" y="113"/>
                  </a:cubicBezTo>
                  <a:cubicBezTo>
                    <a:pt x="103" y="111"/>
                    <a:pt x="102" y="105"/>
                    <a:pt x="105" y="102"/>
                  </a:cubicBezTo>
                  <a:cubicBezTo>
                    <a:pt x="109" y="98"/>
                    <a:pt x="126" y="95"/>
                    <a:pt x="128" y="100"/>
                  </a:cubicBezTo>
                  <a:cubicBezTo>
                    <a:pt x="131" y="105"/>
                    <a:pt x="146" y="111"/>
                    <a:pt x="151" y="107"/>
                  </a:cubicBezTo>
                  <a:cubicBezTo>
                    <a:pt x="156" y="105"/>
                    <a:pt x="157" y="101"/>
                    <a:pt x="162" y="103"/>
                  </a:cubicBezTo>
                  <a:cubicBezTo>
                    <a:pt x="165" y="104"/>
                    <a:pt x="168" y="101"/>
                    <a:pt x="170" y="100"/>
                  </a:cubicBezTo>
                  <a:cubicBezTo>
                    <a:pt x="172" y="99"/>
                    <a:pt x="174" y="102"/>
                    <a:pt x="177" y="102"/>
                  </a:cubicBezTo>
                  <a:cubicBezTo>
                    <a:pt x="175" y="96"/>
                    <a:pt x="187" y="84"/>
                    <a:pt x="184" y="81"/>
                  </a:cubicBezTo>
                  <a:cubicBezTo>
                    <a:pt x="178" y="75"/>
                    <a:pt x="191" y="67"/>
                    <a:pt x="196" y="65"/>
                  </a:cubicBezTo>
                  <a:cubicBezTo>
                    <a:pt x="193" y="62"/>
                    <a:pt x="188" y="49"/>
                    <a:pt x="196" y="48"/>
                  </a:cubicBezTo>
                  <a:cubicBezTo>
                    <a:pt x="207" y="47"/>
                    <a:pt x="199" y="40"/>
                    <a:pt x="205" y="35"/>
                  </a:cubicBezTo>
                  <a:cubicBezTo>
                    <a:pt x="207" y="32"/>
                    <a:pt x="204" y="23"/>
                    <a:pt x="205" y="19"/>
                  </a:cubicBezTo>
                  <a:cubicBezTo>
                    <a:pt x="205" y="16"/>
                    <a:pt x="206" y="11"/>
                    <a:pt x="208" y="8"/>
                  </a:cubicBezTo>
                  <a:cubicBezTo>
                    <a:pt x="209" y="5"/>
                    <a:pt x="212" y="4"/>
                    <a:pt x="213" y="0"/>
                  </a:cubicBezTo>
                  <a:cubicBezTo>
                    <a:pt x="218" y="2"/>
                    <a:pt x="220" y="4"/>
                    <a:pt x="226" y="1"/>
                  </a:cubicBezTo>
                  <a:cubicBezTo>
                    <a:pt x="228" y="0"/>
                    <a:pt x="233" y="8"/>
                    <a:pt x="233" y="0"/>
                  </a:cubicBezTo>
                  <a:cubicBezTo>
                    <a:pt x="237" y="4"/>
                    <a:pt x="245" y="3"/>
                    <a:pt x="249" y="2"/>
                  </a:cubicBezTo>
                  <a:cubicBezTo>
                    <a:pt x="256" y="2"/>
                    <a:pt x="259" y="8"/>
                    <a:pt x="266" y="8"/>
                  </a:cubicBezTo>
                  <a:cubicBezTo>
                    <a:pt x="264" y="9"/>
                    <a:pt x="262" y="10"/>
                    <a:pt x="259" y="10"/>
                  </a:cubicBezTo>
                  <a:cubicBezTo>
                    <a:pt x="261" y="11"/>
                    <a:pt x="271" y="20"/>
                    <a:pt x="264" y="16"/>
                  </a:cubicBezTo>
                  <a:cubicBezTo>
                    <a:pt x="266" y="18"/>
                    <a:pt x="269" y="18"/>
                    <a:pt x="270" y="20"/>
                  </a:cubicBezTo>
                  <a:cubicBezTo>
                    <a:pt x="271" y="22"/>
                    <a:pt x="271" y="23"/>
                    <a:pt x="273" y="24"/>
                  </a:cubicBezTo>
                  <a:cubicBezTo>
                    <a:pt x="270" y="29"/>
                    <a:pt x="264" y="26"/>
                    <a:pt x="262" y="21"/>
                  </a:cubicBezTo>
                  <a:cubicBezTo>
                    <a:pt x="263" y="23"/>
                    <a:pt x="263" y="25"/>
                    <a:pt x="263" y="27"/>
                  </a:cubicBezTo>
                  <a:cubicBezTo>
                    <a:pt x="260" y="25"/>
                    <a:pt x="255" y="26"/>
                    <a:pt x="251" y="27"/>
                  </a:cubicBezTo>
                  <a:cubicBezTo>
                    <a:pt x="256" y="29"/>
                    <a:pt x="258" y="33"/>
                    <a:pt x="262" y="34"/>
                  </a:cubicBezTo>
                  <a:cubicBezTo>
                    <a:pt x="261" y="36"/>
                    <a:pt x="260" y="41"/>
                    <a:pt x="257" y="40"/>
                  </a:cubicBezTo>
                  <a:cubicBezTo>
                    <a:pt x="259" y="43"/>
                    <a:pt x="264" y="45"/>
                    <a:pt x="268" y="46"/>
                  </a:cubicBezTo>
                  <a:cubicBezTo>
                    <a:pt x="264" y="50"/>
                    <a:pt x="271" y="51"/>
                    <a:pt x="266" y="51"/>
                  </a:cubicBezTo>
                  <a:cubicBezTo>
                    <a:pt x="267" y="51"/>
                    <a:pt x="269" y="52"/>
                    <a:pt x="271" y="53"/>
                  </a:cubicBezTo>
                  <a:cubicBezTo>
                    <a:pt x="265" y="54"/>
                    <a:pt x="272" y="58"/>
                    <a:pt x="275" y="60"/>
                  </a:cubicBezTo>
                  <a:cubicBezTo>
                    <a:pt x="277" y="63"/>
                    <a:pt x="279" y="67"/>
                    <a:pt x="281" y="70"/>
                  </a:cubicBezTo>
                  <a:cubicBezTo>
                    <a:pt x="284" y="74"/>
                    <a:pt x="279" y="83"/>
                    <a:pt x="274" y="82"/>
                  </a:cubicBezTo>
                  <a:cubicBezTo>
                    <a:pt x="277" y="84"/>
                    <a:pt x="275" y="87"/>
                    <a:pt x="278" y="89"/>
                  </a:cubicBezTo>
                  <a:cubicBezTo>
                    <a:pt x="281" y="92"/>
                    <a:pt x="285" y="95"/>
                    <a:pt x="289" y="98"/>
                  </a:cubicBezTo>
                  <a:cubicBezTo>
                    <a:pt x="292" y="100"/>
                    <a:pt x="294" y="104"/>
                    <a:pt x="297" y="105"/>
                  </a:cubicBezTo>
                  <a:cubicBezTo>
                    <a:pt x="302" y="107"/>
                    <a:pt x="305" y="112"/>
                    <a:pt x="308" y="116"/>
                  </a:cubicBezTo>
                  <a:cubicBezTo>
                    <a:pt x="310" y="117"/>
                    <a:pt x="313" y="116"/>
                    <a:pt x="311" y="120"/>
                  </a:cubicBezTo>
                  <a:cubicBezTo>
                    <a:pt x="308" y="124"/>
                    <a:pt x="303" y="122"/>
                    <a:pt x="299" y="124"/>
                  </a:cubicBezTo>
                  <a:cubicBezTo>
                    <a:pt x="292" y="128"/>
                    <a:pt x="284" y="118"/>
                    <a:pt x="278" y="116"/>
                  </a:cubicBezTo>
                  <a:cubicBezTo>
                    <a:pt x="281" y="119"/>
                    <a:pt x="283" y="124"/>
                    <a:pt x="277" y="124"/>
                  </a:cubicBezTo>
                  <a:cubicBezTo>
                    <a:pt x="272" y="125"/>
                    <a:pt x="270" y="133"/>
                    <a:pt x="269" y="137"/>
                  </a:cubicBezTo>
                  <a:cubicBezTo>
                    <a:pt x="265" y="147"/>
                    <a:pt x="263" y="159"/>
                    <a:pt x="264" y="171"/>
                  </a:cubicBezTo>
                  <a:cubicBezTo>
                    <a:pt x="266" y="169"/>
                    <a:pt x="268" y="168"/>
                    <a:pt x="270" y="168"/>
                  </a:cubicBezTo>
                  <a:cubicBezTo>
                    <a:pt x="269" y="170"/>
                    <a:pt x="265" y="173"/>
                    <a:pt x="268" y="174"/>
                  </a:cubicBezTo>
                  <a:cubicBezTo>
                    <a:pt x="265" y="176"/>
                    <a:pt x="265" y="178"/>
                    <a:pt x="268" y="180"/>
                  </a:cubicBezTo>
                  <a:cubicBezTo>
                    <a:pt x="264" y="181"/>
                    <a:pt x="260" y="185"/>
                    <a:pt x="259" y="180"/>
                  </a:cubicBezTo>
                  <a:cubicBezTo>
                    <a:pt x="258" y="187"/>
                    <a:pt x="244" y="203"/>
                    <a:pt x="242" y="188"/>
                  </a:cubicBezTo>
                  <a:cubicBezTo>
                    <a:pt x="239" y="193"/>
                    <a:pt x="244" y="197"/>
                    <a:pt x="238" y="202"/>
                  </a:cubicBezTo>
                  <a:cubicBezTo>
                    <a:pt x="236" y="203"/>
                    <a:pt x="237" y="206"/>
                    <a:pt x="235" y="209"/>
                  </a:cubicBezTo>
                  <a:cubicBezTo>
                    <a:pt x="233" y="212"/>
                    <a:pt x="229" y="212"/>
                    <a:pt x="227" y="215"/>
                  </a:cubicBezTo>
                  <a:cubicBezTo>
                    <a:pt x="236" y="211"/>
                    <a:pt x="233" y="224"/>
                    <a:pt x="228" y="227"/>
                  </a:cubicBezTo>
                  <a:cubicBezTo>
                    <a:pt x="231" y="229"/>
                    <a:pt x="235" y="226"/>
                    <a:pt x="237" y="228"/>
                  </a:cubicBezTo>
                  <a:cubicBezTo>
                    <a:pt x="239" y="231"/>
                    <a:pt x="235" y="239"/>
                    <a:pt x="234" y="241"/>
                  </a:cubicBezTo>
                  <a:cubicBezTo>
                    <a:pt x="232" y="239"/>
                    <a:pt x="230" y="239"/>
                    <a:pt x="228" y="240"/>
                  </a:cubicBezTo>
                  <a:cubicBezTo>
                    <a:pt x="234" y="245"/>
                    <a:pt x="226" y="260"/>
                    <a:pt x="222" y="252"/>
                  </a:cubicBezTo>
                  <a:cubicBezTo>
                    <a:pt x="221" y="256"/>
                    <a:pt x="224" y="259"/>
                    <a:pt x="226" y="261"/>
                  </a:cubicBezTo>
                  <a:cubicBezTo>
                    <a:pt x="218" y="263"/>
                    <a:pt x="221" y="275"/>
                    <a:pt x="214" y="277"/>
                  </a:cubicBezTo>
                  <a:cubicBezTo>
                    <a:pt x="207" y="280"/>
                    <a:pt x="199" y="285"/>
                    <a:pt x="192" y="289"/>
                  </a:cubicBezTo>
                  <a:cubicBezTo>
                    <a:pt x="190" y="289"/>
                    <a:pt x="174" y="300"/>
                    <a:pt x="175" y="294"/>
                  </a:cubicBezTo>
                  <a:cubicBezTo>
                    <a:pt x="175" y="290"/>
                    <a:pt x="175" y="287"/>
                    <a:pt x="175" y="283"/>
                  </a:cubicBezTo>
                  <a:cubicBezTo>
                    <a:pt x="175" y="278"/>
                    <a:pt x="172" y="273"/>
                    <a:pt x="173" y="268"/>
                  </a:cubicBezTo>
                  <a:cubicBezTo>
                    <a:pt x="168" y="274"/>
                    <a:pt x="164" y="272"/>
                    <a:pt x="168" y="264"/>
                  </a:cubicBezTo>
                  <a:cubicBezTo>
                    <a:pt x="165" y="268"/>
                    <a:pt x="159" y="271"/>
                    <a:pt x="160" y="263"/>
                  </a:cubicBezTo>
                  <a:cubicBezTo>
                    <a:pt x="160" y="267"/>
                    <a:pt x="149" y="277"/>
                    <a:pt x="145" y="271"/>
                  </a:cubicBezTo>
                  <a:cubicBezTo>
                    <a:pt x="144" y="269"/>
                    <a:pt x="147" y="267"/>
                    <a:pt x="145" y="264"/>
                  </a:cubicBezTo>
                  <a:cubicBezTo>
                    <a:pt x="141" y="260"/>
                    <a:pt x="137" y="268"/>
                    <a:pt x="136" y="262"/>
                  </a:cubicBezTo>
                  <a:cubicBezTo>
                    <a:pt x="137" y="269"/>
                    <a:pt x="129" y="257"/>
                    <a:pt x="128" y="254"/>
                  </a:cubicBezTo>
                  <a:cubicBezTo>
                    <a:pt x="128" y="260"/>
                    <a:pt x="121" y="267"/>
                    <a:pt x="116" y="269"/>
                  </a:cubicBezTo>
                  <a:cubicBezTo>
                    <a:pt x="111" y="272"/>
                    <a:pt x="106" y="264"/>
                    <a:pt x="101" y="268"/>
                  </a:cubicBezTo>
                  <a:cubicBezTo>
                    <a:pt x="99" y="270"/>
                    <a:pt x="92" y="280"/>
                    <a:pt x="91" y="273"/>
                  </a:cubicBezTo>
                  <a:cubicBezTo>
                    <a:pt x="89" y="265"/>
                    <a:pt x="92" y="258"/>
                    <a:pt x="87" y="249"/>
                  </a:cubicBezTo>
                  <a:cubicBezTo>
                    <a:pt x="84" y="258"/>
                    <a:pt x="83" y="254"/>
                    <a:pt x="76" y="254"/>
                  </a:cubicBezTo>
                  <a:cubicBezTo>
                    <a:pt x="73" y="254"/>
                    <a:pt x="71" y="256"/>
                    <a:pt x="69" y="258"/>
                  </a:cubicBezTo>
                  <a:cubicBezTo>
                    <a:pt x="65" y="260"/>
                    <a:pt x="62" y="258"/>
                    <a:pt x="58" y="257"/>
                  </a:cubicBezTo>
                  <a:cubicBezTo>
                    <a:pt x="59" y="256"/>
                    <a:pt x="61" y="254"/>
                    <a:pt x="62" y="253"/>
                  </a:cubicBezTo>
                  <a:cubicBezTo>
                    <a:pt x="59" y="254"/>
                    <a:pt x="58" y="258"/>
                    <a:pt x="54" y="257"/>
                  </a:cubicBezTo>
                  <a:cubicBezTo>
                    <a:pt x="56" y="249"/>
                    <a:pt x="47" y="254"/>
                    <a:pt x="43" y="256"/>
                  </a:cubicBezTo>
                  <a:cubicBezTo>
                    <a:pt x="39" y="251"/>
                    <a:pt x="42" y="242"/>
                    <a:pt x="41" y="236"/>
                  </a:cubicBezTo>
                  <a:cubicBezTo>
                    <a:pt x="39" y="232"/>
                    <a:pt x="40" y="228"/>
                    <a:pt x="39" y="224"/>
                  </a:cubicBezTo>
                  <a:cubicBezTo>
                    <a:pt x="39" y="220"/>
                    <a:pt x="33" y="217"/>
                    <a:pt x="33" y="214"/>
                  </a:cubicBezTo>
                  <a:cubicBezTo>
                    <a:pt x="34" y="214"/>
                    <a:pt x="37" y="210"/>
                    <a:pt x="37" y="209"/>
                  </a:cubicBezTo>
                  <a:cubicBezTo>
                    <a:pt x="38" y="205"/>
                    <a:pt x="39" y="202"/>
                    <a:pt x="37" y="198"/>
                  </a:cubicBezTo>
                  <a:cubicBezTo>
                    <a:pt x="35" y="196"/>
                    <a:pt x="35" y="193"/>
                    <a:pt x="33" y="191"/>
                  </a:cubicBezTo>
                  <a:cubicBezTo>
                    <a:pt x="32" y="188"/>
                    <a:pt x="28" y="187"/>
                    <a:pt x="28" y="183"/>
                  </a:cubicBezTo>
                  <a:cubicBezTo>
                    <a:pt x="27" y="184"/>
                    <a:pt x="27" y="185"/>
                    <a:pt x="26" y="186"/>
                  </a:cubicBezTo>
                  <a:cubicBezTo>
                    <a:pt x="23" y="180"/>
                    <a:pt x="19" y="185"/>
                    <a:pt x="15" y="183"/>
                  </a:cubicBezTo>
                  <a:cubicBezTo>
                    <a:pt x="13" y="181"/>
                    <a:pt x="14" y="179"/>
                    <a:pt x="15" y="177"/>
                  </a:cubicBezTo>
                  <a:cubicBezTo>
                    <a:pt x="16" y="175"/>
                    <a:pt x="20" y="177"/>
                    <a:pt x="22" y="177"/>
                  </a:cubicBezTo>
                  <a:cubicBezTo>
                    <a:pt x="19" y="176"/>
                    <a:pt x="18" y="173"/>
                    <a:pt x="15" y="172"/>
                  </a:cubicBezTo>
                  <a:cubicBezTo>
                    <a:pt x="14" y="172"/>
                    <a:pt x="11" y="172"/>
                    <a:pt x="10" y="171"/>
                  </a:cubicBezTo>
                  <a:cubicBezTo>
                    <a:pt x="8" y="168"/>
                    <a:pt x="7" y="157"/>
                    <a:pt x="13" y="160"/>
                  </a:cubicBezTo>
                  <a:cubicBezTo>
                    <a:pt x="11" y="157"/>
                    <a:pt x="9" y="152"/>
                    <a:pt x="14" y="152"/>
                  </a:cubicBezTo>
                  <a:cubicBezTo>
                    <a:pt x="10" y="147"/>
                    <a:pt x="5" y="142"/>
                    <a:pt x="3" y="136"/>
                  </a:cubicBezTo>
                  <a:cubicBezTo>
                    <a:pt x="3" y="133"/>
                    <a:pt x="0" y="124"/>
                    <a:pt x="3" y="122"/>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86" name="Freeform 95">
              <a:extLst>
                <a:ext uri="{FF2B5EF4-FFF2-40B4-BE49-F238E27FC236}">
                  <a16:creationId xmlns:a16="http://schemas.microsoft.com/office/drawing/2014/main" id="{A63E0923-7C08-C1CD-24DA-3E3FF0F9EEF3}"/>
                </a:ext>
              </a:extLst>
            </p:cNvPr>
            <p:cNvSpPr>
              <a:spLocks/>
            </p:cNvSpPr>
            <p:nvPr/>
          </p:nvSpPr>
          <p:spPr bwMode="auto">
            <a:xfrm>
              <a:off x="5745262" y="3794982"/>
              <a:ext cx="3863" cy="9981"/>
            </a:xfrm>
            <a:custGeom>
              <a:avLst/>
              <a:gdLst>
                <a:gd name="T0" fmla="*/ 10 w 11"/>
                <a:gd name="T1" fmla="*/ 4 h 30"/>
                <a:gd name="T2" fmla="*/ 5 w 11"/>
                <a:gd name="T3" fmla="*/ 30 h 30"/>
                <a:gd name="T4" fmla="*/ 11 w 11"/>
                <a:gd name="T5" fmla="*/ 20 h 30"/>
                <a:gd name="T6" fmla="*/ 10 w 11"/>
                <a:gd name="T7" fmla="*/ 4 h 30"/>
              </a:gdLst>
              <a:ahLst/>
              <a:cxnLst>
                <a:cxn ang="0">
                  <a:pos x="T0" y="T1"/>
                </a:cxn>
                <a:cxn ang="0">
                  <a:pos x="T2" y="T3"/>
                </a:cxn>
                <a:cxn ang="0">
                  <a:pos x="T4" y="T5"/>
                </a:cxn>
                <a:cxn ang="0">
                  <a:pos x="T6" y="T7"/>
                </a:cxn>
              </a:cxnLst>
              <a:rect l="0" t="0" r="r" b="b"/>
              <a:pathLst>
                <a:path w="11" h="30">
                  <a:moveTo>
                    <a:pt x="10" y="4"/>
                  </a:moveTo>
                  <a:cubicBezTo>
                    <a:pt x="0" y="0"/>
                    <a:pt x="3" y="26"/>
                    <a:pt x="5" y="30"/>
                  </a:cubicBezTo>
                  <a:cubicBezTo>
                    <a:pt x="8" y="25"/>
                    <a:pt x="11" y="26"/>
                    <a:pt x="11" y="20"/>
                  </a:cubicBezTo>
                  <a:cubicBezTo>
                    <a:pt x="10" y="15"/>
                    <a:pt x="8" y="9"/>
                    <a:pt x="10" y="4"/>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02" name="Freeform 205">
              <a:extLst>
                <a:ext uri="{FF2B5EF4-FFF2-40B4-BE49-F238E27FC236}">
                  <a16:creationId xmlns:a16="http://schemas.microsoft.com/office/drawing/2014/main" id="{0B83F260-E45B-35F3-0788-F2DB2A3029C3}"/>
                </a:ext>
              </a:extLst>
            </p:cNvPr>
            <p:cNvSpPr>
              <a:spLocks noChangeAspect="1"/>
            </p:cNvSpPr>
            <p:nvPr/>
          </p:nvSpPr>
          <p:spPr bwMode="gray">
            <a:xfrm>
              <a:off x="5033979" y="3280617"/>
              <a:ext cx="30376" cy="33976"/>
            </a:xfrm>
            <a:custGeom>
              <a:avLst/>
              <a:gdLst>
                <a:gd name="T0" fmla="*/ 77 w 170"/>
                <a:gd name="T1" fmla="*/ 118 h 175"/>
                <a:gd name="T2" fmla="*/ 68 w 170"/>
                <a:gd name="T3" fmla="*/ 107 h 175"/>
                <a:gd name="T4" fmla="*/ 64 w 170"/>
                <a:gd name="T5" fmla="*/ 102 h 175"/>
                <a:gd name="T6" fmla="*/ 56 w 170"/>
                <a:gd name="T7" fmla="*/ 99 h 175"/>
                <a:gd name="T8" fmla="*/ 46 w 170"/>
                <a:gd name="T9" fmla="*/ 89 h 175"/>
                <a:gd name="T10" fmla="*/ 38 w 170"/>
                <a:gd name="T11" fmla="*/ 83 h 175"/>
                <a:gd name="T12" fmla="*/ 27 w 170"/>
                <a:gd name="T13" fmla="*/ 79 h 175"/>
                <a:gd name="T14" fmla="*/ 19 w 170"/>
                <a:gd name="T15" fmla="*/ 69 h 175"/>
                <a:gd name="T16" fmla="*/ 16 w 170"/>
                <a:gd name="T17" fmla="*/ 55 h 175"/>
                <a:gd name="T18" fmla="*/ 14 w 170"/>
                <a:gd name="T19" fmla="*/ 35 h 175"/>
                <a:gd name="T20" fmla="*/ 7 w 170"/>
                <a:gd name="T21" fmla="*/ 21 h 175"/>
                <a:gd name="T22" fmla="*/ 0 w 170"/>
                <a:gd name="T23" fmla="*/ 15 h 175"/>
                <a:gd name="T24" fmla="*/ 21 w 170"/>
                <a:gd name="T25" fmla="*/ 14 h 175"/>
                <a:gd name="T26" fmla="*/ 28 w 170"/>
                <a:gd name="T27" fmla="*/ 9 h 175"/>
                <a:gd name="T28" fmla="*/ 44 w 170"/>
                <a:gd name="T29" fmla="*/ 8 h 175"/>
                <a:gd name="T30" fmla="*/ 51 w 170"/>
                <a:gd name="T31" fmla="*/ 4 h 175"/>
                <a:gd name="T32" fmla="*/ 67 w 170"/>
                <a:gd name="T33" fmla="*/ 7 h 175"/>
                <a:gd name="T34" fmla="*/ 76 w 170"/>
                <a:gd name="T35" fmla="*/ 5 h 175"/>
                <a:gd name="T36" fmla="*/ 86 w 170"/>
                <a:gd name="T37" fmla="*/ 0 h 175"/>
                <a:gd name="T38" fmla="*/ 87 w 170"/>
                <a:gd name="T39" fmla="*/ 0 h 175"/>
                <a:gd name="T40" fmla="*/ 89 w 170"/>
                <a:gd name="T41" fmla="*/ 8 h 175"/>
                <a:gd name="T42" fmla="*/ 99 w 170"/>
                <a:gd name="T43" fmla="*/ 20 h 175"/>
                <a:gd name="T44" fmla="*/ 107 w 170"/>
                <a:gd name="T45" fmla="*/ 21 h 175"/>
                <a:gd name="T46" fmla="*/ 114 w 170"/>
                <a:gd name="T47" fmla="*/ 26 h 175"/>
                <a:gd name="T48" fmla="*/ 115 w 170"/>
                <a:gd name="T49" fmla="*/ 34 h 175"/>
                <a:gd name="T50" fmla="*/ 110 w 170"/>
                <a:gd name="T51" fmla="*/ 40 h 175"/>
                <a:gd name="T52" fmla="*/ 110 w 170"/>
                <a:gd name="T53" fmla="*/ 48 h 175"/>
                <a:gd name="T54" fmla="*/ 113 w 170"/>
                <a:gd name="T55" fmla="*/ 56 h 175"/>
                <a:gd name="T56" fmla="*/ 118 w 170"/>
                <a:gd name="T57" fmla="*/ 63 h 175"/>
                <a:gd name="T58" fmla="*/ 123 w 170"/>
                <a:gd name="T59" fmla="*/ 68 h 175"/>
                <a:gd name="T60" fmla="*/ 137 w 170"/>
                <a:gd name="T61" fmla="*/ 77 h 175"/>
                <a:gd name="T62" fmla="*/ 138 w 170"/>
                <a:gd name="T63" fmla="*/ 84 h 175"/>
                <a:gd name="T64" fmla="*/ 135 w 170"/>
                <a:gd name="T65" fmla="*/ 93 h 175"/>
                <a:gd name="T66" fmla="*/ 126 w 170"/>
                <a:gd name="T67" fmla="*/ 94 h 175"/>
                <a:gd name="T68" fmla="*/ 129 w 170"/>
                <a:gd name="T69" fmla="*/ 101 h 175"/>
                <a:gd name="T70" fmla="*/ 138 w 170"/>
                <a:gd name="T71" fmla="*/ 113 h 175"/>
                <a:gd name="T72" fmla="*/ 153 w 170"/>
                <a:gd name="T73" fmla="*/ 122 h 175"/>
                <a:gd name="T74" fmla="*/ 161 w 170"/>
                <a:gd name="T75" fmla="*/ 122 h 175"/>
                <a:gd name="T76" fmla="*/ 168 w 170"/>
                <a:gd name="T77" fmla="*/ 123 h 175"/>
                <a:gd name="T78" fmla="*/ 164 w 170"/>
                <a:gd name="T79" fmla="*/ 131 h 175"/>
                <a:gd name="T80" fmla="*/ 163 w 170"/>
                <a:gd name="T81" fmla="*/ 139 h 175"/>
                <a:gd name="T82" fmla="*/ 169 w 170"/>
                <a:gd name="T83" fmla="*/ 144 h 175"/>
                <a:gd name="T84" fmla="*/ 168 w 170"/>
                <a:gd name="T85" fmla="*/ 152 h 175"/>
                <a:gd name="T86" fmla="*/ 161 w 170"/>
                <a:gd name="T87" fmla="*/ 154 h 175"/>
                <a:gd name="T88" fmla="*/ 166 w 170"/>
                <a:gd name="T89" fmla="*/ 160 h 175"/>
                <a:gd name="T90" fmla="*/ 169 w 170"/>
                <a:gd name="T91" fmla="*/ 168 h 175"/>
                <a:gd name="T92" fmla="*/ 170 w 170"/>
                <a:gd name="T93" fmla="*/ 175 h 175"/>
                <a:gd name="T94" fmla="*/ 164 w 170"/>
                <a:gd name="T95" fmla="*/ 175 h 175"/>
                <a:gd name="T96" fmla="*/ 147 w 170"/>
                <a:gd name="T97" fmla="*/ 175 h 175"/>
                <a:gd name="T98" fmla="*/ 142 w 170"/>
                <a:gd name="T99" fmla="*/ 175 h 175"/>
                <a:gd name="T100" fmla="*/ 141 w 170"/>
                <a:gd name="T101" fmla="*/ 150 h 175"/>
                <a:gd name="T102" fmla="*/ 137 w 170"/>
                <a:gd name="T103" fmla="*/ 143 h 175"/>
                <a:gd name="T104" fmla="*/ 132 w 170"/>
                <a:gd name="T105" fmla="*/ 136 h 175"/>
                <a:gd name="T106" fmla="*/ 129 w 170"/>
                <a:gd name="T107" fmla="*/ 128 h 175"/>
                <a:gd name="T108" fmla="*/ 121 w 170"/>
                <a:gd name="T109" fmla="*/ 126 h 175"/>
                <a:gd name="T110" fmla="*/ 114 w 170"/>
                <a:gd name="T111" fmla="*/ 128 h 175"/>
                <a:gd name="T112" fmla="*/ 107 w 170"/>
                <a:gd name="T113" fmla="*/ 128 h 175"/>
                <a:gd name="T114" fmla="*/ 99 w 170"/>
                <a:gd name="T115" fmla="*/ 125 h 175"/>
                <a:gd name="T116" fmla="*/ 94 w 170"/>
                <a:gd name="T117" fmla="*/ 117 h 175"/>
                <a:gd name="T118" fmla="*/ 87 w 170"/>
                <a:gd name="T119" fmla="*/ 116 h 175"/>
                <a:gd name="T120" fmla="*/ 77 w 170"/>
                <a:gd name="T121" fmla="*/ 118 h 17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03" name="Freeform 206">
              <a:extLst>
                <a:ext uri="{FF2B5EF4-FFF2-40B4-BE49-F238E27FC236}">
                  <a16:creationId xmlns:a16="http://schemas.microsoft.com/office/drawing/2014/main" id="{1C7EC80B-7EE8-4BAE-05E6-4137D45792DF}"/>
                </a:ext>
              </a:extLst>
            </p:cNvPr>
            <p:cNvSpPr>
              <a:spLocks noChangeAspect="1"/>
            </p:cNvSpPr>
            <p:nvPr/>
          </p:nvSpPr>
          <p:spPr bwMode="gray">
            <a:xfrm>
              <a:off x="5064354" y="3055529"/>
              <a:ext cx="400161" cy="228627"/>
            </a:xfrm>
            <a:custGeom>
              <a:avLst/>
              <a:gdLst>
                <a:gd name="T0" fmla="*/ 464 w 2230"/>
                <a:gd name="T1" fmla="*/ 1136 h 1190"/>
                <a:gd name="T2" fmla="*/ 355 w 2230"/>
                <a:gd name="T3" fmla="*/ 1109 h 1190"/>
                <a:gd name="T4" fmla="*/ 262 w 2230"/>
                <a:gd name="T5" fmla="*/ 1035 h 1190"/>
                <a:gd name="T6" fmla="*/ 250 w 2230"/>
                <a:gd name="T7" fmla="*/ 932 h 1190"/>
                <a:gd name="T8" fmla="*/ 298 w 2230"/>
                <a:gd name="T9" fmla="*/ 882 h 1190"/>
                <a:gd name="T10" fmla="*/ 413 w 2230"/>
                <a:gd name="T11" fmla="*/ 881 h 1190"/>
                <a:gd name="T12" fmla="*/ 420 w 2230"/>
                <a:gd name="T13" fmla="*/ 823 h 1190"/>
                <a:gd name="T14" fmla="*/ 336 w 2230"/>
                <a:gd name="T15" fmla="*/ 731 h 1190"/>
                <a:gd name="T16" fmla="*/ 242 w 2230"/>
                <a:gd name="T17" fmla="*/ 718 h 1190"/>
                <a:gd name="T18" fmla="*/ 102 w 2230"/>
                <a:gd name="T19" fmla="*/ 781 h 1190"/>
                <a:gd name="T20" fmla="*/ 103 w 2230"/>
                <a:gd name="T21" fmla="*/ 699 h 1190"/>
                <a:gd name="T22" fmla="*/ 33 w 2230"/>
                <a:gd name="T23" fmla="*/ 660 h 1190"/>
                <a:gd name="T24" fmla="*/ 16 w 2230"/>
                <a:gd name="T25" fmla="*/ 544 h 1190"/>
                <a:gd name="T26" fmla="*/ 64 w 2230"/>
                <a:gd name="T27" fmla="*/ 458 h 1190"/>
                <a:gd name="T28" fmla="*/ 126 w 2230"/>
                <a:gd name="T29" fmla="*/ 435 h 1190"/>
                <a:gd name="T30" fmla="*/ 193 w 2230"/>
                <a:gd name="T31" fmla="*/ 379 h 1190"/>
                <a:gd name="T32" fmla="*/ 263 w 2230"/>
                <a:gd name="T33" fmla="*/ 359 h 1190"/>
                <a:gd name="T34" fmla="*/ 329 w 2230"/>
                <a:gd name="T35" fmla="*/ 359 h 1190"/>
                <a:gd name="T36" fmla="*/ 421 w 2230"/>
                <a:gd name="T37" fmla="*/ 398 h 1190"/>
                <a:gd name="T38" fmla="*/ 442 w 2230"/>
                <a:gd name="T39" fmla="*/ 408 h 1190"/>
                <a:gd name="T40" fmla="*/ 531 w 2230"/>
                <a:gd name="T41" fmla="*/ 424 h 1190"/>
                <a:gd name="T42" fmla="*/ 590 w 2230"/>
                <a:gd name="T43" fmla="*/ 402 h 1190"/>
                <a:gd name="T44" fmla="*/ 674 w 2230"/>
                <a:gd name="T45" fmla="*/ 434 h 1190"/>
                <a:gd name="T46" fmla="*/ 760 w 2230"/>
                <a:gd name="T47" fmla="*/ 434 h 1190"/>
                <a:gd name="T48" fmla="*/ 793 w 2230"/>
                <a:gd name="T49" fmla="*/ 363 h 1190"/>
                <a:gd name="T50" fmla="*/ 760 w 2230"/>
                <a:gd name="T51" fmla="*/ 306 h 1190"/>
                <a:gd name="T52" fmla="*/ 807 w 2230"/>
                <a:gd name="T53" fmla="*/ 226 h 1190"/>
                <a:gd name="T54" fmla="*/ 803 w 2230"/>
                <a:gd name="T55" fmla="*/ 192 h 1190"/>
                <a:gd name="T56" fmla="*/ 802 w 2230"/>
                <a:gd name="T57" fmla="*/ 150 h 1190"/>
                <a:gd name="T58" fmla="*/ 878 w 2230"/>
                <a:gd name="T59" fmla="*/ 142 h 1190"/>
                <a:gd name="T60" fmla="*/ 963 w 2230"/>
                <a:gd name="T61" fmla="*/ 110 h 1190"/>
                <a:gd name="T62" fmla="*/ 1034 w 2230"/>
                <a:gd name="T63" fmla="*/ 74 h 1190"/>
                <a:gd name="T64" fmla="*/ 1187 w 2230"/>
                <a:gd name="T65" fmla="*/ 42 h 1190"/>
                <a:gd name="T66" fmla="*/ 1239 w 2230"/>
                <a:gd name="T67" fmla="*/ 0 h 1190"/>
                <a:gd name="T68" fmla="*/ 1324 w 2230"/>
                <a:gd name="T69" fmla="*/ 12 h 1190"/>
                <a:gd name="T70" fmla="*/ 1349 w 2230"/>
                <a:gd name="T71" fmla="*/ 102 h 1190"/>
                <a:gd name="T72" fmla="*/ 1402 w 2230"/>
                <a:gd name="T73" fmla="*/ 107 h 1190"/>
                <a:gd name="T74" fmla="*/ 1425 w 2230"/>
                <a:gd name="T75" fmla="*/ 125 h 1190"/>
                <a:gd name="T76" fmla="*/ 1490 w 2230"/>
                <a:gd name="T77" fmla="*/ 145 h 1190"/>
                <a:gd name="T78" fmla="*/ 1508 w 2230"/>
                <a:gd name="T79" fmla="*/ 173 h 1190"/>
                <a:gd name="T80" fmla="*/ 1586 w 2230"/>
                <a:gd name="T81" fmla="*/ 123 h 1190"/>
                <a:gd name="T82" fmla="*/ 1657 w 2230"/>
                <a:gd name="T83" fmla="*/ 118 h 1190"/>
                <a:gd name="T84" fmla="*/ 1857 w 2230"/>
                <a:gd name="T85" fmla="*/ 397 h 1190"/>
                <a:gd name="T86" fmla="*/ 1938 w 2230"/>
                <a:gd name="T87" fmla="*/ 425 h 1190"/>
                <a:gd name="T88" fmla="*/ 2028 w 2230"/>
                <a:gd name="T89" fmla="*/ 408 h 1190"/>
                <a:gd name="T90" fmla="*/ 2078 w 2230"/>
                <a:gd name="T91" fmla="*/ 470 h 1190"/>
                <a:gd name="T92" fmla="*/ 2159 w 2230"/>
                <a:gd name="T93" fmla="*/ 533 h 1190"/>
                <a:gd name="T94" fmla="*/ 2226 w 2230"/>
                <a:gd name="T95" fmla="*/ 554 h 1190"/>
                <a:gd name="T96" fmla="*/ 2139 w 2230"/>
                <a:gd name="T97" fmla="*/ 733 h 1190"/>
                <a:gd name="T98" fmla="*/ 1978 w 2230"/>
                <a:gd name="T99" fmla="*/ 773 h 1190"/>
                <a:gd name="T100" fmla="*/ 1841 w 2230"/>
                <a:gd name="T101" fmla="*/ 901 h 1190"/>
                <a:gd name="T102" fmla="*/ 1860 w 2230"/>
                <a:gd name="T103" fmla="*/ 1061 h 1190"/>
                <a:gd name="T104" fmla="*/ 1768 w 2230"/>
                <a:gd name="T105" fmla="*/ 1061 h 1190"/>
                <a:gd name="T106" fmla="*/ 1620 w 2230"/>
                <a:gd name="T107" fmla="*/ 1050 h 1190"/>
                <a:gd name="T108" fmla="*/ 1506 w 2230"/>
                <a:gd name="T109" fmla="*/ 1034 h 1190"/>
                <a:gd name="T110" fmla="*/ 1421 w 2230"/>
                <a:gd name="T111" fmla="*/ 1070 h 1190"/>
                <a:gd name="T112" fmla="*/ 1343 w 2230"/>
                <a:gd name="T113" fmla="*/ 1081 h 1190"/>
                <a:gd name="T114" fmla="*/ 1257 w 2230"/>
                <a:gd name="T115" fmla="*/ 1153 h 1190"/>
                <a:gd name="T116" fmla="*/ 1185 w 2230"/>
                <a:gd name="T117" fmla="*/ 1180 h 1190"/>
                <a:gd name="T118" fmla="*/ 1048 w 2230"/>
                <a:gd name="T119" fmla="*/ 1021 h 1190"/>
                <a:gd name="T120" fmla="*/ 742 w 2230"/>
                <a:gd name="T121" fmla="*/ 899 h 11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04" name="Freeform 207">
              <a:extLst>
                <a:ext uri="{FF2B5EF4-FFF2-40B4-BE49-F238E27FC236}">
                  <a16:creationId xmlns:a16="http://schemas.microsoft.com/office/drawing/2014/main" id="{AB9DA85F-B379-CC4F-68A5-506F34F981B4}"/>
                </a:ext>
              </a:extLst>
            </p:cNvPr>
            <p:cNvSpPr>
              <a:spLocks noChangeAspect="1"/>
            </p:cNvSpPr>
            <p:nvPr/>
          </p:nvSpPr>
          <p:spPr bwMode="gray">
            <a:xfrm>
              <a:off x="4998981" y="3248764"/>
              <a:ext cx="66693" cy="34683"/>
            </a:xfrm>
            <a:custGeom>
              <a:avLst/>
              <a:gdLst>
                <a:gd name="T0" fmla="*/ 94 w 368"/>
                <a:gd name="T1" fmla="*/ 154 h 182"/>
                <a:gd name="T2" fmla="*/ 115 w 368"/>
                <a:gd name="T3" fmla="*/ 150 h 182"/>
                <a:gd name="T4" fmla="*/ 140 w 368"/>
                <a:gd name="T5" fmla="*/ 156 h 182"/>
                <a:gd name="T6" fmla="*/ 150 w 368"/>
                <a:gd name="T7" fmla="*/ 145 h 182"/>
                <a:gd name="T8" fmla="*/ 166 w 368"/>
                <a:gd name="T9" fmla="*/ 155 h 182"/>
                <a:gd name="T10" fmla="*/ 182 w 368"/>
                <a:gd name="T11" fmla="*/ 172 h 182"/>
                <a:gd name="T12" fmla="*/ 212 w 368"/>
                <a:gd name="T13" fmla="*/ 181 h 182"/>
                <a:gd name="T14" fmla="*/ 235 w 368"/>
                <a:gd name="T15" fmla="*/ 175 h 182"/>
                <a:gd name="T16" fmla="*/ 258 w 368"/>
                <a:gd name="T17" fmla="*/ 174 h 182"/>
                <a:gd name="T18" fmla="*/ 277 w 368"/>
                <a:gd name="T19" fmla="*/ 167 h 182"/>
                <a:gd name="T20" fmla="*/ 296 w 368"/>
                <a:gd name="T21" fmla="*/ 156 h 182"/>
                <a:gd name="T22" fmla="*/ 311 w 368"/>
                <a:gd name="T23" fmla="*/ 160 h 182"/>
                <a:gd name="T24" fmla="*/ 332 w 368"/>
                <a:gd name="T25" fmla="*/ 174 h 182"/>
                <a:gd name="T26" fmla="*/ 355 w 368"/>
                <a:gd name="T27" fmla="*/ 179 h 182"/>
                <a:gd name="T28" fmla="*/ 368 w 368"/>
                <a:gd name="T29" fmla="*/ 174 h 182"/>
                <a:gd name="T30" fmla="*/ 352 w 368"/>
                <a:gd name="T31" fmla="*/ 156 h 182"/>
                <a:gd name="T32" fmla="*/ 343 w 368"/>
                <a:gd name="T33" fmla="*/ 143 h 182"/>
                <a:gd name="T34" fmla="*/ 355 w 368"/>
                <a:gd name="T35" fmla="*/ 124 h 182"/>
                <a:gd name="T36" fmla="*/ 352 w 368"/>
                <a:gd name="T37" fmla="*/ 121 h 182"/>
                <a:gd name="T38" fmla="*/ 329 w 368"/>
                <a:gd name="T39" fmla="*/ 111 h 182"/>
                <a:gd name="T40" fmla="*/ 321 w 368"/>
                <a:gd name="T41" fmla="*/ 86 h 182"/>
                <a:gd name="T42" fmla="*/ 310 w 368"/>
                <a:gd name="T43" fmla="*/ 75 h 182"/>
                <a:gd name="T44" fmla="*/ 295 w 368"/>
                <a:gd name="T45" fmla="*/ 72 h 182"/>
                <a:gd name="T46" fmla="*/ 274 w 368"/>
                <a:gd name="T47" fmla="*/ 63 h 182"/>
                <a:gd name="T48" fmla="*/ 261 w 368"/>
                <a:gd name="T49" fmla="*/ 59 h 182"/>
                <a:gd name="T50" fmla="*/ 237 w 368"/>
                <a:gd name="T51" fmla="*/ 66 h 182"/>
                <a:gd name="T52" fmla="*/ 223 w 368"/>
                <a:gd name="T53" fmla="*/ 73 h 182"/>
                <a:gd name="T54" fmla="*/ 213 w 368"/>
                <a:gd name="T55" fmla="*/ 61 h 182"/>
                <a:gd name="T56" fmla="*/ 171 w 368"/>
                <a:gd name="T57" fmla="*/ 34 h 182"/>
                <a:gd name="T58" fmla="*/ 148 w 368"/>
                <a:gd name="T59" fmla="*/ 29 h 182"/>
                <a:gd name="T60" fmla="*/ 108 w 368"/>
                <a:gd name="T61" fmla="*/ 26 h 182"/>
                <a:gd name="T62" fmla="*/ 76 w 368"/>
                <a:gd name="T63" fmla="*/ 15 h 182"/>
                <a:gd name="T64" fmla="*/ 54 w 368"/>
                <a:gd name="T65" fmla="*/ 7 h 182"/>
                <a:gd name="T66" fmla="*/ 31 w 368"/>
                <a:gd name="T67" fmla="*/ 3 h 182"/>
                <a:gd name="T68" fmla="*/ 15 w 368"/>
                <a:gd name="T69" fmla="*/ 2 h 182"/>
                <a:gd name="T70" fmla="*/ 5 w 368"/>
                <a:gd name="T71" fmla="*/ 11 h 182"/>
                <a:gd name="T72" fmla="*/ 21 w 368"/>
                <a:gd name="T73" fmla="*/ 27 h 182"/>
                <a:gd name="T74" fmla="*/ 56 w 368"/>
                <a:gd name="T75" fmla="*/ 39 h 182"/>
                <a:gd name="T76" fmla="*/ 78 w 368"/>
                <a:gd name="T77" fmla="*/ 57 h 182"/>
                <a:gd name="T78" fmla="*/ 87 w 368"/>
                <a:gd name="T79" fmla="*/ 82 h 182"/>
                <a:gd name="T80" fmla="*/ 100 w 368"/>
                <a:gd name="T81" fmla="*/ 113 h 182"/>
                <a:gd name="T82" fmla="*/ 99 w 368"/>
                <a:gd name="T83" fmla="*/ 138 h 182"/>
                <a:gd name="T84" fmla="*/ 87 w 368"/>
                <a:gd name="T85" fmla="*/ 148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80" name="Freeform 211">
              <a:extLst>
                <a:ext uri="{FF2B5EF4-FFF2-40B4-BE49-F238E27FC236}">
                  <a16:creationId xmlns:a16="http://schemas.microsoft.com/office/drawing/2014/main" id="{0E3891C1-3620-D0CB-06FD-363A2F1CF5F8}"/>
                </a:ext>
              </a:extLst>
            </p:cNvPr>
            <p:cNvSpPr>
              <a:spLocks noChangeAspect="1"/>
            </p:cNvSpPr>
            <p:nvPr/>
          </p:nvSpPr>
          <p:spPr bwMode="gray">
            <a:xfrm>
              <a:off x="5047927" y="3302558"/>
              <a:ext cx="11226" cy="12033"/>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81" name="Freeform 212">
              <a:extLst>
                <a:ext uri="{FF2B5EF4-FFF2-40B4-BE49-F238E27FC236}">
                  <a16:creationId xmlns:a16="http://schemas.microsoft.com/office/drawing/2014/main" id="{2C73CF10-A383-75BA-9F1C-1EE6E5EB2F34}"/>
                </a:ext>
              </a:extLst>
            </p:cNvPr>
            <p:cNvSpPr>
              <a:spLocks noChangeAspect="1"/>
            </p:cNvSpPr>
            <p:nvPr/>
          </p:nvSpPr>
          <p:spPr bwMode="gray">
            <a:xfrm>
              <a:off x="5049908" y="3272830"/>
              <a:ext cx="52168" cy="47424"/>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06" name="Freeform 160">
              <a:extLst>
                <a:ext uri="{FF2B5EF4-FFF2-40B4-BE49-F238E27FC236}">
                  <a16:creationId xmlns:a16="http://schemas.microsoft.com/office/drawing/2014/main" id="{8AABACA0-2BCD-863E-9D12-D40AA43AA082}"/>
                </a:ext>
              </a:extLst>
            </p:cNvPr>
            <p:cNvSpPr>
              <a:spLocks noChangeAspect="1"/>
            </p:cNvSpPr>
            <p:nvPr/>
          </p:nvSpPr>
          <p:spPr bwMode="gray">
            <a:xfrm>
              <a:off x="5287546" y="3253719"/>
              <a:ext cx="108955" cy="55918"/>
            </a:xfrm>
            <a:custGeom>
              <a:avLst/>
              <a:gdLst>
                <a:gd name="T0" fmla="*/ 259 w 604"/>
                <a:gd name="T1" fmla="*/ 238 h 288"/>
                <a:gd name="T2" fmla="*/ 303 w 604"/>
                <a:gd name="T3" fmla="*/ 218 h 288"/>
                <a:gd name="T4" fmla="*/ 334 w 604"/>
                <a:gd name="T5" fmla="*/ 201 h 288"/>
                <a:gd name="T6" fmla="*/ 362 w 604"/>
                <a:gd name="T7" fmla="*/ 217 h 288"/>
                <a:gd name="T8" fmla="*/ 401 w 604"/>
                <a:gd name="T9" fmla="*/ 204 h 288"/>
                <a:gd name="T10" fmla="*/ 433 w 604"/>
                <a:gd name="T11" fmla="*/ 170 h 288"/>
                <a:gd name="T12" fmla="*/ 491 w 604"/>
                <a:gd name="T13" fmla="*/ 159 h 288"/>
                <a:gd name="T14" fmla="*/ 550 w 604"/>
                <a:gd name="T15" fmla="*/ 112 h 288"/>
                <a:gd name="T16" fmla="*/ 604 w 604"/>
                <a:gd name="T17" fmla="*/ 79 h 288"/>
                <a:gd name="T18" fmla="*/ 577 w 604"/>
                <a:gd name="T19" fmla="*/ 56 h 288"/>
                <a:gd name="T20" fmla="*/ 530 w 604"/>
                <a:gd name="T21" fmla="*/ 34 h 288"/>
                <a:gd name="T22" fmla="*/ 508 w 604"/>
                <a:gd name="T23" fmla="*/ 27 h 288"/>
                <a:gd name="T24" fmla="*/ 452 w 604"/>
                <a:gd name="T25" fmla="*/ 24 h 288"/>
                <a:gd name="T26" fmla="*/ 421 w 604"/>
                <a:gd name="T27" fmla="*/ 18 h 288"/>
                <a:gd name="T28" fmla="*/ 366 w 604"/>
                <a:gd name="T29" fmla="*/ 20 h 288"/>
                <a:gd name="T30" fmla="*/ 325 w 604"/>
                <a:gd name="T31" fmla="*/ 23 h 288"/>
                <a:gd name="T32" fmla="*/ 294 w 604"/>
                <a:gd name="T33" fmla="*/ 18 h 288"/>
                <a:gd name="T34" fmla="*/ 260 w 604"/>
                <a:gd name="T35" fmla="*/ 4 h 288"/>
                <a:gd name="T36" fmla="*/ 233 w 604"/>
                <a:gd name="T37" fmla="*/ 18 h 288"/>
                <a:gd name="T38" fmla="*/ 224 w 604"/>
                <a:gd name="T39" fmla="*/ 48 h 288"/>
                <a:gd name="T40" fmla="*/ 191 w 604"/>
                <a:gd name="T41" fmla="*/ 45 h 288"/>
                <a:gd name="T42" fmla="*/ 160 w 604"/>
                <a:gd name="T43" fmla="*/ 34 h 288"/>
                <a:gd name="T44" fmla="*/ 129 w 604"/>
                <a:gd name="T45" fmla="*/ 32 h 288"/>
                <a:gd name="T46" fmla="*/ 98 w 604"/>
                <a:gd name="T47" fmla="*/ 36 h 288"/>
                <a:gd name="T48" fmla="*/ 92 w 604"/>
                <a:gd name="T49" fmla="*/ 58 h 288"/>
                <a:gd name="T50" fmla="*/ 106 w 604"/>
                <a:gd name="T51" fmla="*/ 79 h 288"/>
                <a:gd name="T52" fmla="*/ 70 w 604"/>
                <a:gd name="T53" fmla="*/ 109 h 288"/>
                <a:gd name="T54" fmla="*/ 62 w 604"/>
                <a:gd name="T55" fmla="*/ 129 h 288"/>
                <a:gd name="T56" fmla="*/ 84 w 604"/>
                <a:gd name="T57" fmla="*/ 144 h 288"/>
                <a:gd name="T58" fmla="*/ 117 w 604"/>
                <a:gd name="T59" fmla="*/ 147 h 288"/>
                <a:gd name="T60" fmla="*/ 137 w 604"/>
                <a:gd name="T61" fmla="*/ 131 h 288"/>
                <a:gd name="T62" fmla="*/ 156 w 604"/>
                <a:gd name="T63" fmla="*/ 154 h 288"/>
                <a:gd name="T64" fmla="*/ 181 w 604"/>
                <a:gd name="T65" fmla="*/ 169 h 288"/>
                <a:gd name="T66" fmla="*/ 212 w 604"/>
                <a:gd name="T67" fmla="*/ 175 h 288"/>
                <a:gd name="T68" fmla="*/ 187 w 604"/>
                <a:gd name="T69" fmla="*/ 195 h 288"/>
                <a:gd name="T70" fmla="*/ 168 w 604"/>
                <a:gd name="T71" fmla="*/ 202 h 288"/>
                <a:gd name="T72" fmla="*/ 149 w 604"/>
                <a:gd name="T73" fmla="*/ 213 h 288"/>
                <a:gd name="T74" fmla="*/ 111 w 604"/>
                <a:gd name="T75" fmla="*/ 215 h 288"/>
                <a:gd name="T76" fmla="*/ 88 w 604"/>
                <a:gd name="T77" fmla="*/ 224 h 288"/>
                <a:gd name="T78" fmla="*/ 68 w 604"/>
                <a:gd name="T79" fmla="*/ 236 h 288"/>
                <a:gd name="T80" fmla="*/ 30 w 604"/>
                <a:gd name="T81" fmla="*/ 229 h 288"/>
                <a:gd name="T82" fmla="*/ 0 w 604"/>
                <a:gd name="T83" fmla="*/ 236 h 288"/>
                <a:gd name="T84" fmla="*/ 4 w 604"/>
                <a:gd name="T85" fmla="*/ 267 h 288"/>
                <a:gd name="T86" fmla="*/ 36 w 604"/>
                <a:gd name="T87" fmla="*/ 268 h 288"/>
                <a:gd name="T88" fmla="*/ 76 w 604"/>
                <a:gd name="T89" fmla="*/ 267 h 288"/>
                <a:gd name="T90" fmla="*/ 120 w 604"/>
                <a:gd name="T91" fmla="*/ 265 h 288"/>
                <a:gd name="T92" fmla="*/ 140 w 604"/>
                <a:gd name="T93" fmla="*/ 287 h 288"/>
                <a:gd name="T94" fmla="*/ 178 w 604"/>
                <a:gd name="T95" fmla="*/ 281 h 288"/>
                <a:gd name="T96" fmla="*/ 219 w 604"/>
                <a:gd name="T97" fmla="*/ 278 h 288"/>
                <a:gd name="T98" fmla="*/ 251 w 604"/>
                <a:gd name="T99" fmla="*/ 267 h 2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07" name="Freeform 161">
              <a:extLst>
                <a:ext uri="{FF2B5EF4-FFF2-40B4-BE49-F238E27FC236}">
                  <a16:creationId xmlns:a16="http://schemas.microsoft.com/office/drawing/2014/main" id="{B7A1D767-3E7F-1D04-CC96-FE455635450E}"/>
                </a:ext>
              </a:extLst>
            </p:cNvPr>
            <p:cNvSpPr>
              <a:spLocks noChangeAspect="1"/>
            </p:cNvSpPr>
            <p:nvPr/>
          </p:nvSpPr>
          <p:spPr bwMode="gray">
            <a:xfrm>
              <a:off x="5269717" y="3284156"/>
              <a:ext cx="74617" cy="60165"/>
            </a:xfrm>
            <a:custGeom>
              <a:avLst/>
              <a:gdLst>
                <a:gd name="T0" fmla="*/ 45 w 417"/>
                <a:gd name="T1" fmla="*/ 286 h 312"/>
                <a:gd name="T2" fmla="*/ 72 w 417"/>
                <a:gd name="T3" fmla="*/ 273 h 312"/>
                <a:gd name="T4" fmla="*/ 89 w 417"/>
                <a:gd name="T5" fmla="*/ 269 h 312"/>
                <a:gd name="T6" fmla="*/ 112 w 417"/>
                <a:gd name="T7" fmla="*/ 274 h 312"/>
                <a:gd name="T8" fmla="*/ 118 w 417"/>
                <a:gd name="T9" fmla="*/ 246 h 312"/>
                <a:gd name="T10" fmla="*/ 145 w 417"/>
                <a:gd name="T11" fmla="*/ 252 h 312"/>
                <a:gd name="T12" fmla="*/ 160 w 417"/>
                <a:gd name="T13" fmla="*/ 238 h 312"/>
                <a:gd name="T14" fmla="*/ 176 w 417"/>
                <a:gd name="T15" fmla="*/ 198 h 312"/>
                <a:gd name="T16" fmla="*/ 190 w 417"/>
                <a:gd name="T17" fmla="*/ 190 h 312"/>
                <a:gd name="T18" fmla="*/ 217 w 417"/>
                <a:gd name="T19" fmla="*/ 207 h 312"/>
                <a:gd name="T20" fmla="*/ 219 w 417"/>
                <a:gd name="T21" fmla="*/ 225 h 312"/>
                <a:gd name="T22" fmla="*/ 230 w 417"/>
                <a:gd name="T23" fmla="*/ 231 h 312"/>
                <a:gd name="T24" fmla="*/ 226 w 417"/>
                <a:gd name="T25" fmla="*/ 254 h 312"/>
                <a:gd name="T26" fmla="*/ 224 w 417"/>
                <a:gd name="T27" fmla="*/ 287 h 312"/>
                <a:gd name="T28" fmla="*/ 241 w 417"/>
                <a:gd name="T29" fmla="*/ 312 h 312"/>
                <a:gd name="T30" fmla="*/ 293 w 417"/>
                <a:gd name="T31" fmla="*/ 286 h 312"/>
                <a:gd name="T32" fmla="*/ 307 w 417"/>
                <a:gd name="T33" fmla="*/ 271 h 312"/>
                <a:gd name="T34" fmla="*/ 334 w 417"/>
                <a:gd name="T35" fmla="*/ 257 h 312"/>
                <a:gd name="T36" fmla="*/ 350 w 417"/>
                <a:gd name="T37" fmla="*/ 260 h 312"/>
                <a:gd name="T38" fmla="*/ 364 w 417"/>
                <a:gd name="T39" fmla="*/ 266 h 312"/>
                <a:gd name="T40" fmla="*/ 390 w 417"/>
                <a:gd name="T41" fmla="*/ 260 h 312"/>
                <a:gd name="T42" fmla="*/ 411 w 417"/>
                <a:gd name="T43" fmla="*/ 268 h 312"/>
                <a:gd name="T44" fmla="*/ 417 w 417"/>
                <a:gd name="T45" fmla="*/ 273 h 312"/>
                <a:gd name="T46" fmla="*/ 400 w 417"/>
                <a:gd name="T47" fmla="*/ 182 h 312"/>
                <a:gd name="T48" fmla="*/ 346 w 417"/>
                <a:gd name="T49" fmla="*/ 162 h 312"/>
                <a:gd name="T50" fmla="*/ 333 w 417"/>
                <a:gd name="T51" fmla="*/ 120 h 312"/>
                <a:gd name="T52" fmla="*/ 282 w 417"/>
                <a:gd name="T53" fmla="*/ 122 h 312"/>
                <a:gd name="T54" fmla="*/ 239 w 417"/>
                <a:gd name="T55" fmla="*/ 112 h 312"/>
                <a:gd name="T56" fmla="*/ 185 w 417"/>
                <a:gd name="T57" fmla="*/ 114 h 312"/>
                <a:gd name="T58" fmla="*/ 140 w 417"/>
                <a:gd name="T59" fmla="*/ 109 h 312"/>
                <a:gd name="T60" fmla="*/ 104 w 417"/>
                <a:gd name="T61" fmla="*/ 102 h 312"/>
                <a:gd name="T62" fmla="*/ 126 w 417"/>
                <a:gd name="T63" fmla="*/ 67 h 312"/>
                <a:gd name="T64" fmla="*/ 172 w 417"/>
                <a:gd name="T65" fmla="*/ 77 h 312"/>
                <a:gd name="T66" fmla="*/ 196 w 417"/>
                <a:gd name="T67" fmla="*/ 56 h 312"/>
                <a:gd name="T68" fmla="*/ 172 w 417"/>
                <a:gd name="T69" fmla="*/ 54 h 312"/>
                <a:gd name="T70" fmla="*/ 185 w 417"/>
                <a:gd name="T71" fmla="*/ 22 h 312"/>
                <a:gd name="T72" fmla="*/ 170 w 417"/>
                <a:gd name="T73" fmla="*/ 0 h 312"/>
                <a:gd name="T74" fmla="*/ 132 w 417"/>
                <a:gd name="T75" fmla="*/ 27 h 312"/>
                <a:gd name="T76" fmla="*/ 108 w 417"/>
                <a:gd name="T77" fmla="*/ 36 h 312"/>
                <a:gd name="T78" fmla="*/ 105 w 417"/>
                <a:gd name="T79" fmla="*/ 63 h 312"/>
                <a:gd name="T80" fmla="*/ 75 w 417"/>
                <a:gd name="T81" fmla="*/ 82 h 312"/>
                <a:gd name="T82" fmla="*/ 32 w 417"/>
                <a:gd name="T83" fmla="*/ 107 h 312"/>
                <a:gd name="T84" fmla="*/ 6 w 417"/>
                <a:gd name="T85" fmla="*/ 112 h 312"/>
                <a:gd name="T86" fmla="*/ 14 w 417"/>
                <a:gd name="T87" fmla="*/ 136 h 312"/>
                <a:gd name="T88" fmla="*/ 40 w 417"/>
                <a:gd name="T89" fmla="*/ 149 h 312"/>
                <a:gd name="T90" fmla="*/ 41 w 417"/>
                <a:gd name="T91" fmla="*/ 187 h 312"/>
                <a:gd name="T92" fmla="*/ 52 w 417"/>
                <a:gd name="T93" fmla="*/ 212 h 312"/>
                <a:gd name="T94" fmla="*/ 29 w 417"/>
                <a:gd name="T95" fmla="*/ 239 h 312"/>
                <a:gd name="T96" fmla="*/ 19 w 417"/>
                <a:gd name="T97" fmla="*/ 269 h 3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08" name="Freeform 162">
              <a:extLst>
                <a:ext uri="{FF2B5EF4-FFF2-40B4-BE49-F238E27FC236}">
                  <a16:creationId xmlns:a16="http://schemas.microsoft.com/office/drawing/2014/main" id="{C542AE4C-6898-70E0-140F-D451CC6F549D}"/>
                </a:ext>
              </a:extLst>
            </p:cNvPr>
            <p:cNvSpPr>
              <a:spLocks noChangeAspect="1"/>
            </p:cNvSpPr>
            <p:nvPr/>
          </p:nvSpPr>
          <p:spPr bwMode="gray">
            <a:xfrm>
              <a:off x="5304714" y="3296896"/>
              <a:ext cx="2641" cy="4247"/>
            </a:xfrm>
            <a:custGeom>
              <a:avLst/>
              <a:gdLst>
                <a:gd name="T0" fmla="*/ 16 w 16"/>
                <a:gd name="T1" fmla="*/ 19 h 22"/>
                <a:gd name="T2" fmla="*/ 14 w 16"/>
                <a:gd name="T3" fmla="*/ 12 h 22"/>
                <a:gd name="T4" fmla="*/ 5 w 16"/>
                <a:gd name="T5" fmla="*/ 0 h 22"/>
                <a:gd name="T6" fmla="*/ 0 w 16"/>
                <a:gd name="T7" fmla="*/ 6 h 22"/>
                <a:gd name="T8" fmla="*/ 1 w 16"/>
                <a:gd name="T9" fmla="*/ 13 h 22"/>
                <a:gd name="T10" fmla="*/ 3 w 16"/>
                <a:gd name="T11" fmla="*/ 21 h 22"/>
                <a:gd name="T12" fmla="*/ 12 w 16"/>
                <a:gd name="T13" fmla="*/ 22 h 22"/>
                <a:gd name="T14" fmla="*/ 16 w 16"/>
                <a:gd name="T15" fmla="*/ 19 h 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09" name="Freeform 163">
              <a:extLst>
                <a:ext uri="{FF2B5EF4-FFF2-40B4-BE49-F238E27FC236}">
                  <a16:creationId xmlns:a16="http://schemas.microsoft.com/office/drawing/2014/main" id="{493D5606-E219-2E6A-31C2-801BCB8C9609}"/>
                </a:ext>
              </a:extLst>
            </p:cNvPr>
            <p:cNvSpPr>
              <a:spLocks noChangeAspect="1"/>
            </p:cNvSpPr>
            <p:nvPr/>
          </p:nvSpPr>
          <p:spPr bwMode="gray">
            <a:xfrm>
              <a:off x="5311318" y="3299020"/>
              <a:ext cx="2641" cy="2123"/>
            </a:xfrm>
            <a:custGeom>
              <a:avLst/>
              <a:gdLst>
                <a:gd name="T0" fmla="*/ 15 w 15"/>
                <a:gd name="T1" fmla="*/ 4 h 9"/>
                <a:gd name="T2" fmla="*/ 7 w 15"/>
                <a:gd name="T3" fmla="*/ 0 h 9"/>
                <a:gd name="T4" fmla="*/ 0 w 15"/>
                <a:gd name="T5" fmla="*/ 3 h 9"/>
                <a:gd name="T6" fmla="*/ 6 w 15"/>
                <a:gd name="T7" fmla="*/ 9 h 9"/>
                <a:gd name="T8" fmla="*/ 14 w 15"/>
                <a:gd name="T9" fmla="*/ 6 h 9"/>
                <a:gd name="T10" fmla="*/ 15 w 15"/>
                <a:gd name="T11" fmla="*/ 4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9">
                  <a:moveTo>
                    <a:pt x="15" y="4"/>
                  </a:moveTo>
                  <a:lnTo>
                    <a:pt x="7" y="0"/>
                  </a:lnTo>
                  <a:lnTo>
                    <a:pt x="0" y="3"/>
                  </a:lnTo>
                  <a:lnTo>
                    <a:pt x="6" y="9"/>
                  </a:lnTo>
                  <a:lnTo>
                    <a:pt x="14" y="6"/>
                  </a:lnTo>
                  <a:lnTo>
                    <a:pt x="15" y="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0" name="Freeform 164">
              <a:extLst>
                <a:ext uri="{FF2B5EF4-FFF2-40B4-BE49-F238E27FC236}">
                  <a16:creationId xmlns:a16="http://schemas.microsoft.com/office/drawing/2014/main" id="{8920739D-55CC-B566-7E03-CE8C9CFE472C}"/>
                </a:ext>
              </a:extLst>
            </p:cNvPr>
            <p:cNvSpPr>
              <a:spLocks noChangeAspect="1"/>
            </p:cNvSpPr>
            <p:nvPr/>
          </p:nvSpPr>
          <p:spPr bwMode="gray">
            <a:xfrm>
              <a:off x="5300092" y="3301143"/>
              <a:ext cx="1981" cy="1416"/>
            </a:xfrm>
            <a:custGeom>
              <a:avLst/>
              <a:gdLst>
                <a:gd name="T0" fmla="*/ 12 w 12"/>
                <a:gd name="T1" fmla="*/ 6 h 8"/>
                <a:gd name="T2" fmla="*/ 8 w 12"/>
                <a:gd name="T3" fmla="*/ 0 h 8"/>
                <a:gd name="T4" fmla="*/ 0 w 12"/>
                <a:gd name="T5" fmla="*/ 1 h 8"/>
                <a:gd name="T6" fmla="*/ 2 w 12"/>
                <a:gd name="T7" fmla="*/ 8 h 8"/>
                <a:gd name="T8" fmla="*/ 11 w 12"/>
                <a:gd name="T9" fmla="*/ 8 h 8"/>
                <a:gd name="T10" fmla="*/ 12 w 12"/>
                <a:gd name="T11" fmla="*/ 6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8">
                  <a:moveTo>
                    <a:pt x="12" y="6"/>
                  </a:moveTo>
                  <a:lnTo>
                    <a:pt x="8" y="0"/>
                  </a:lnTo>
                  <a:lnTo>
                    <a:pt x="0" y="1"/>
                  </a:lnTo>
                  <a:lnTo>
                    <a:pt x="2" y="8"/>
                  </a:lnTo>
                  <a:lnTo>
                    <a:pt x="11" y="8"/>
                  </a:lnTo>
                  <a:lnTo>
                    <a:pt x="12" y="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1" name="Freeform 165">
              <a:extLst>
                <a:ext uri="{FF2B5EF4-FFF2-40B4-BE49-F238E27FC236}">
                  <a16:creationId xmlns:a16="http://schemas.microsoft.com/office/drawing/2014/main" id="{8D9FE576-C9BF-B552-B9EE-9C549A5E4A61}"/>
                </a:ext>
              </a:extLst>
            </p:cNvPr>
            <p:cNvSpPr>
              <a:spLocks noChangeAspect="1"/>
            </p:cNvSpPr>
            <p:nvPr/>
          </p:nvSpPr>
          <p:spPr bwMode="gray">
            <a:xfrm>
              <a:off x="5201702" y="3320254"/>
              <a:ext cx="141971" cy="115375"/>
            </a:xfrm>
            <a:custGeom>
              <a:avLst/>
              <a:gdLst>
                <a:gd name="T0" fmla="*/ 65 w 788"/>
                <a:gd name="T1" fmla="*/ 487 h 599"/>
                <a:gd name="T2" fmla="*/ 14 w 788"/>
                <a:gd name="T3" fmla="*/ 447 h 599"/>
                <a:gd name="T4" fmla="*/ 3 w 788"/>
                <a:gd name="T5" fmla="*/ 371 h 599"/>
                <a:gd name="T6" fmla="*/ 0 w 788"/>
                <a:gd name="T7" fmla="*/ 299 h 599"/>
                <a:gd name="T8" fmla="*/ 40 w 788"/>
                <a:gd name="T9" fmla="*/ 223 h 599"/>
                <a:gd name="T10" fmla="*/ 57 w 788"/>
                <a:gd name="T11" fmla="*/ 206 h 599"/>
                <a:gd name="T12" fmla="*/ 98 w 788"/>
                <a:gd name="T13" fmla="*/ 221 h 599"/>
                <a:gd name="T14" fmla="*/ 139 w 788"/>
                <a:gd name="T15" fmla="*/ 210 h 599"/>
                <a:gd name="T16" fmla="*/ 146 w 788"/>
                <a:gd name="T17" fmla="*/ 184 h 599"/>
                <a:gd name="T18" fmla="*/ 186 w 788"/>
                <a:gd name="T19" fmla="*/ 168 h 599"/>
                <a:gd name="T20" fmla="*/ 224 w 788"/>
                <a:gd name="T21" fmla="*/ 142 h 599"/>
                <a:gd name="T22" fmla="*/ 235 w 788"/>
                <a:gd name="T23" fmla="*/ 95 h 599"/>
                <a:gd name="T24" fmla="*/ 259 w 788"/>
                <a:gd name="T25" fmla="*/ 83 h 599"/>
                <a:gd name="T26" fmla="*/ 283 w 788"/>
                <a:gd name="T27" fmla="*/ 65 h 599"/>
                <a:gd name="T28" fmla="*/ 331 w 788"/>
                <a:gd name="T29" fmla="*/ 77 h 599"/>
                <a:gd name="T30" fmla="*/ 396 w 788"/>
                <a:gd name="T31" fmla="*/ 82 h 599"/>
                <a:gd name="T32" fmla="*/ 430 w 788"/>
                <a:gd name="T33" fmla="*/ 94 h 599"/>
                <a:gd name="T34" fmla="*/ 462 w 788"/>
                <a:gd name="T35" fmla="*/ 81 h 599"/>
                <a:gd name="T36" fmla="*/ 489 w 788"/>
                <a:gd name="T37" fmla="*/ 87 h 599"/>
                <a:gd name="T38" fmla="*/ 500 w 788"/>
                <a:gd name="T39" fmla="*/ 59 h 599"/>
                <a:gd name="T40" fmla="*/ 528 w 788"/>
                <a:gd name="T41" fmla="*/ 63 h 599"/>
                <a:gd name="T42" fmla="*/ 542 w 788"/>
                <a:gd name="T43" fmla="*/ 27 h 599"/>
                <a:gd name="T44" fmla="*/ 567 w 788"/>
                <a:gd name="T45" fmla="*/ 3 h 599"/>
                <a:gd name="T46" fmla="*/ 590 w 788"/>
                <a:gd name="T47" fmla="*/ 28 h 599"/>
                <a:gd name="T48" fmla="*/ 606 w 788"/>
                <a:gd name="T49" fmla="*/ 38 h 599"/>
                <a:gd name="T50" fmla="*/ 605 w 788"/>
                <a:gd name="T51" fmla="*/ 62 h 599"/>
                <a:gd name="T52" fmla="*/ 601 w 788"/>
                <a:gd name="T53" fmla="*/ 100 h 599"/>
                <a:gd name="T54" fmla="*/ 623 w 788"/>
                <a:gd name="T55" fmla="*/ 122 h 599"/>
                <a:gd name="T56" fmla="*/ 676 w 788"/>
                <a:gd name="T57" fmla="*/ 92 h 599"/>
                <a:gd name="T58" fmla="*/ 704 w 788"/>
                <a:gd name="T59" fmla="*/ 75 h 599"/>
                <a:gd name="T60" fmla="*/ 727 w 788"/>
                <a:gd name="T61" fmla="*/ 73 h 599"/>
                <a:gd name="T62" fmla="*/ 741 w 788"/>
                <a:gd name="T63" fmla="*/ 81 h 599"/>
                <a:gd name="T64" fmla="*/ 778 w 788"/>
                <a:gd name="T65" fmla="*/ 77 h 599"/>
                <a:gd name="T66" fmla="*/ 785 w 788"/>
                <a:gd name="T67" fmla="*/ 84 h 599"/>
                <a:gd name="T68" fmla="*/ 768 w 788"/>
                <a:gd name="T69" fmla="*/ 94 h 599"/>
                <a:gd name="T70" fmla="*/ 759 w 788"/>
                <a:gd name="T71" fmla="*/ 108 h 599"/>
                <a:gd name="T72" fmla="*/ 725 w 788"/>
                <a:gd name="T73" fmla="*/ 109 h 599"/>
                <a:gd name="T74" fmla="*/ 665 w 788"/>
                <a:gd name="T75" fmla="*/ 114 h 599"/>
                <a:gd name="T76" fmla="*/ 638 w 788"/>
                <a:gd name="T77" fmla="*/ 129 h 599"/>
                <a:gd name="T78" fmla="*/ 622 w 788"/>
                <a:gd name="T79" fmla="*/ 141 h 599"/>
                <a:gd name="T80" fmla="*/ 594 w 788"/>
                <a:gd name="T81" fmla="*/ 158 h 599"/>
                <a:gd name="T82" fmla="*/ 605 w 788"/>
                <a:gd name="T83" fmla="*/ 183 h 599"/>
                <a:gd name="T84" fmla="*/ 608 w 788"/>
                <a:gd name="T85" fmla="*/ 218 h 599"/>
                <a:gd name="T86" fmla="*/ 592 w 788"/>
                <a:gd name="T87" fmla="*/ 249 h 599"/>
                <a:gd name="T88" fmla="*/ 582 w 788"/>
                <a:gd name="T89" fmla="*/ 277 h 599"/>
                <a:gd name="T90" fmla="*/ 569 w 788"/>
                <a:gd name="T91" fmla="*/ 304 h 599"/>
                <a:gd name="T92" fmla="*/ 520 w 788"/>
                <a:gd name="T93" fmla="*/ 302 h 599"/>
                <a:gd name="T94" fmla="*/ 535 w 788"/>
                <a:gd name="T95" fmla="*/ 336 h 599"/>
                <a:gd name="T96" fmla="*/ 517 w 788"/>
                <a:gd name="T97" fmla="*/ 361 h 599"/>
                <a:gd name="T98" fmla="*/ 489 w 788"/>
                <a:gd name="T99" fmla="*/ 384 h 599"/>
                <a:gd name="T100" fmla="*/ 481 w 788"/>
                <a:gd name="T101" fmla="*/ 404 h 599"/>
                <a:gd name="T102" fmla="*/ 463 w 788"/>
                <a:gd name="T103" fmla="*/ 460 h 599"/>
                <a:gd name="T104" fmla="*/ 444 w 788"/>
                <a:gd name="T105" fmla="*/ 445 h 599"/>
                <a:gd name="T106" fmla="*/ 425 w 788"/>
                <a:gd name="T107" fmla="*/ 448 h 599"/>
                <a:gd name="T108" fmla="*/ 391 w 788"/>
                <a:gd name="T109" fmla="*/ 468 h 599"/>
                <a:gd name="T110" fmla="*/ 390 w 788"/>
                <a:gd name="T111" fmla="*/ 479 h 599"/>
                <a:gd name="T112" fmla="*/ 352 w 788"/>
                <a:gd name="T113" fmla="*/ 476 h 599"/>
                <a:gd name="T114" fmla="*/ 321 w 788"/>
                <a:gd name="T115" fmla="*/ 520 h 599"/>
                <a:gd name="T116" fmla="*/ 321 w 788"/>
                <a:gd name="T117" fmla="*/ 566 h 599"/>
                <a:gd name="T118" fmla="*/ 226 w 788"/>
                <a:gd name="T119" fmla="*/ 587 h 599"/>
                <a:gd name="T120" fmla="*/ 197 w 788"/>
                <a:gd name="T121" fmla="*/ 599 h 599"/>
                <a:gd name="T122" fmla="*/ 129 w 788"/>
                <a:gd name="T123" fmla="*/ 594 h 599"/>
                <a:gd name="T124" fmla="*/ 101 w 788"/>
                <a:gd name="T125" fmla="*/ 598 h 5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2" name="Freeform 166">
              <a:extLst>
                <a:ext uri="{FF2B5EF4-FFF2-40B4-BE49-F238E27FC236}">
                  <a16:creationId xmlns:a16="http://schemas.microsoft.com/office/drawing/2014/main" id="{2D558938-D2EE-F76C-9108-E2683793C348}"/>
                </a:ext>
              </a:extLst>
            </p:cNvPr>
            <p:cNvSpPr>
              <a:spLocks noChangeAspect="1"/>
            </p:cNvSpPr>
            <p:nvPr/>
          </p:nvSpPr>
          <p:spPr bwMode="gray">
            <a:xfrm>
              <a:off x="5544414" y="3698232"/>
              <a:ext cx="106313" cy="121745"/>
            </a:xfrm>
            <a:custGeom>
              <a:avLst/>
              <a:gdLst>
                <a:gd name="T0" fmla="*/ 10 w 594"/>
                <a:gd name="T1" fmla="*/ 0 h 626"/>
                <a:gd name="T2" fmla="*/ 35 w 594"/>
                <a:gd name="T3" fmla="*/ 3 h 626"/>
                <a:gd name="T4" fmla="*/ 62 w 594"/>
                <a:gd name="T5" fmla="*/ 19 h 626"/>
                <a:gd name="T6" fmla="*/ 100 w 594"/>
                <a:gd name="T7" fmla="*/ 19 h 626"/>
                <a:gd name="T8" fmla="*/ 130 w 594"/>
                <a:gd name="T9" fmla="*/ 26 h 626"/>
                <a:gd name="T10" fmla="*/ 151 w 594"/>
                <a:gd name="T11" fmla="*/ 51 h 626"/>
                <a:gd name="T12" fmla="*/ 168 w 594"/>
                <a:gd name="T13" fmla="*/ 72 h 626"/>
                <a:gd name="T14" fmla="*/ 196 w 594"/>
                <a:gd name="T15" fmla="*/ 102 h 626"/>
                <a:gd name="T16" fmla="*/ 251 w 594"/>
                <a:gd name="T17" fmla="*/ 136 h 626"/>
                <a:gd name="T18" fmla="*/ 277 w 594"/>
                <a:gd name="T19" fmla="*/ 159 h 626"/>
                <a:gd name="T20" fmla="*/ 302 w 594"/>
                <a:gd name="T21" fmla="*/ 190 h 626"/>
                <a:gd name="T22" fmla="*/ 311 w 594"/>
                <a:gd name="T23" fmla="*/ 184 h 626"/>
                <a:gd name="T24" fmla="*/ 338 w 594"/>
                <a:gd name="T25" fmla="*/ 211 h 626"/>
                <a:gd name="T26" fmla="*/ 355 w 594"/>
                <a:gd name="T27" fmla="*/ 217 h 626"/>
                <a:gd name="T28" fmla="*/ 382 w 594"/>
                <a:gd name="T29" fmla="*/ 242 h 626"/>
                <a:gd name="T30" fmla="*/ 391 w 594"/>
                <a:gd name="T31" fmla="*/ 236 h 626"/>
                <a:gd name="T32" fmla="*/ 423 w 594"/>
                <a:gd name="T33" fmla="*/ 247 h 626"/>
                <a:gd name="T34" fmla="*/ 431 w 594"/>
                <a:gd name="T35" fmla="*/ 259 h 626"/>
                <a:gd name="T36" fmla="*/ 425 w 594"/>
                <a:gd name="T37" fmla="*/ 270 h 626"/>
                <a:gd name="T38" fmla="*/ 417 w 594"/>
                <a:gd name="T39" fmla="*/ 290 h 626"/>
                <a:gd name="T40" fmla="*/ 430 w 594"/>
                <a:gd name="T41" fmla="*/ 287 h 626"/>
                <a:gd name="T42" fmla="*/ 453 w 594"/>
                <a:gd name="T43" fmla="*/ 281 h 626"/>
                <a:gd name="T44" fmla="*/ 467 w 594"/>
                <a:gd name="T45" fmla="*/ 303 h 626"/>
                <a:gd name="T46" fmla="*/ 463 w 594"/>
                <a:gd name="T47" fmla="*/ 320 h 626"/>
                <a:gd name="T48" fmla="*/ 450 w 594"/>
                <a:gd name="T49" fmla="*/ 344 h 626"/>
                <a:gd name="T50" fmla="*/ 474 w 594"/>
                <a:gd name="T51" fmla="*/ 361 h 626"/>
                <a:gd name="T52" fmla="*/ 490 w 594"/>
                <a:gd name="T53" fmla="*/ 363 h 626"/>
                <a:gd name="T54" fmla="*/ 509 w 594"/>
                <a:gd name="T55" fmla="*/ 384 h 626"/>
                <a:gd name="T56" fmla="*/ 510 w 594"/>
                <a:gd name="T57" fmla="*/ 409 h 626"/>
                <a:gd name="T58" fmla="*/ 532 w 594"/>
                <a:gd name="T59" fmla="*/ 420 h 626"/>
                <a:gd name="T60" fmla="*/ 542 w 594"/>
                <a:gd name="T61" fmla="*/ 435 h 626"/>
                <a:gd name="T62" fmla="*/ 570 w 594"/>
                <a:gd name="T63" fmla="*/ 440 h 626"/>
                <a:gd name="T64" fmla="*/ 584 w 594"/>
                <a:gd name="T65" fmla="*/ 462 h 626"/>
                <a:gd name="T66" fmla="*/ 591 w 594"/>
                <a:gd name="T67" fmla="*/ 487 h 626"/>
                <a:gd name="T68" fmla="*/ 587 w 594"/>
                <a:gd name="T69" fmla="*/ 512 h 626"/>
                <a:gd name="T70" fmla="*/ 582 w 594"/>
                <a:gd name="T71" fmla="*/ 548 h 626"/>
                <a:gd name="T72" fmla="*/ 581 w 594"/>
                <a:gd name="T73" fmla="*/ 613 h 626"/>
                <a:gd name="T74" fmla="*/ 563 w 594"/>
                <a:gd name="T75" fmla="*/ 613 h 626"/>
                <a:gd name="T76" fmla="*/ 549 w 594"/>
                <a:gd name="T77" fmla="*/ 619 h 626"/>
                <a:gd name="T78" fmla="*/ 516 w 594"/>
                <a:gd name="T79" fmla="*/ 608 h 626"/>
                <a:gd name="T80" fmla="*/ 508 w 594"/>
                <a:gd name="T81" fmla="*/ 618 h 626"/>
                <a:gd name="T82" fmla="*/ 478 w 594"/>
                <a:gd name="T83" fmla="*/ 586 h 626"/>
                <a:gd name="T84" fmla="*/ 455 w 594"/>
                <a:gd name="T85" fmla="*/ 571 h 626"/>
                <a:gd name="T86" fmla="*/ 409 w 594"/>
                <a:gd name="T87" fmla="*/ 535 h 626"/>
                <a:gd name="T88" fmla="*/ 388 w 594"/>
                <a:gd name="T89" fmla="*/ 508 h 626"/>
                <a:gd name="T90" fmla="*/ 363 w 594"/>
                <a:gd name="T91" fmla="*/ 484 h 626"/>
                <a:gd name="T92" fmla="*/ 312 w 594"/>
                <a:gd name="T93" fmla="*/ 426 h 626"/>
                <a:gd name="T94" fmla="*/ 286 w 594"/>
                <a:gd name="T95" fmla="*/ 355 h 626"/>
                <a:gd name="T96" fmla="*/ 264 w 594"/>
                <a:gd name="T97" fmla="*/ 328 h 626"/>
                <a:gd name="T98" fmla="*/ 232 w 594"/>
                <a:gd name="T99" fmla="*/ 293 h 626"/>
                <a:gd name="T100" fmla="*/ 221 w 594"/>
                <a:gd name="T101" fmla="*/ 291 h 626"/>
                <a:gd name="T102" fmla="*/ 205 w 594"/>
                <a:gd name="T103" fmla="*/ 237 h 626"/>
                <a:gd name="T104" fmla="*/ 191 w 594"/>
                <a:gd name="T105" fmla="*/ 205 h 626"/>
                <a:gd name="T106" fmla="*/ 151 w 594"/>
                <a:gd name="T107" fmla="*/ 182 h 626"/>
                <a:gd name="T108" fmla="*/ 123 w 594"/>
                <a:gd name="T109" fmla="*/ 146 h 626"/>
                <a:gd name="T110" fmla="*/ 105 w 594"/>
                <a:gd name="T111" fmla="*/ 118 h 626"/>
                <a:gd name="T112" fmla="*/ 76 w 594"/>
                <a:gd name="T113" fmla="*/ 103 h 626"/>
                <a:gd name="T114" fmla="*/ 51 w 594"/>
                <a:gd name="T115" fmla="*/ 77 h 626"/>
                <a:gd name="T116" fmla="*/ 12 w 594"/>
                <a:gd name="T117" fmla="*/ 39 h 626"/>
                <a:gd name="T118" fmla="*/ 0 w 594"/>
                <a:gd name="T119" fmla="*/ 1 h 6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3" name="Freeform 167">
              <a:extLst>
                <a:ext uri="{FF2B5EF4-FFF2-40B4-BE49-F238E27FC236}">
                  <a16:creationId xmlns:a16="http://schemas.microsoft.com/office/drawing/2014/main" id="{D40E638C-E7DA-F0DA-DCA7-9076D1EC2F3D}"/>
                </a:ext>
              </a:extLst>
            </p:cNvPr>
            <p:cNvSpPr>
              <a:spLocks noChangeAspect="1"/>
            </p:cNvSpPr>
            <p:nvPr/>
          </p:nvSpPr>
          <p:spPr bwMode="gray">
            <a:xfrm>
              <a:off x="5642803" y="3819977"/>
              <a:ext cx="90466" cy="30437"/>
            </a:xfrm>
            <a:custGeom>
              <a:avLst/>
              <a:gdLst>
                <a:gd name="T0" fmla="*/ 364 w 506"/>
                <a:gd name="T1" fmla="*/ 129 h 158"/>
                <a:gd name="T2" fmla="*/ 334 w 506"/>
                <a:gd name="T3" fmla="*/ 130 h 158"/>
                <a:gd name="T4" fmla="*/ 326 w 506"/>
                <a:gd name="T5" fmla="*/ 124 h 158"/>
                <a:gd name="T6" fmla="*/ 314 w 506"/>
                <a:gd name="T7" fmla="*/ 126 h 158"/>
                <a:gd name="T8" fmla="*/ 288 w 506"/>
                <a:gd name="T9" fmla="*/ 120 h 158"/>
                <a:gd name="T10" fmla="*/ 272 w 506"/>
                <a:gd name="T11" fmla="*/ 110 h 158"/>
                <a:gd name="T12" fmla="*/ 257 w 506"/>
                <a:gd name="T13" fmla="*/ 102 h 158"/>
                <a:gd name="T14" fmla="*/ 231 w 506"/>
                <a:gd name="T15" fmla="*/ 99 h 158"/>
                <a:gd name="T16" fmla="*/ 212 w 506"/>
                <a:gd name="T17" fmla="*/ 97 h 158"/>
                <a:gd name="T18" fmla="*/ 203 w 506"/>
                <a:gd name="T19" fmla="*/ 99 h 158"/>
                <a:gd name="T20" fmla="*/ 191 w 506"/>
                <a:gd name="T21" fmla="*/ 96 h 158"/>
                <a:gd name="T22" fmla="*/ 181 w 506"/>
                <a:gd name="T23" fmla="*/ 103 h 158"/>
                <a:gd name="T24" fmla="*/ 142 w 506"/>
                <a:gd name="T25" fmla="*/ 96 h 158"/>
                <a:gd name="T26" fmla="*/ 116 w 506"/>
                <a:gd name="T27" fmla="*/ 87 h 158"/>
                <a:gd name="T28" fmla="*/ 85 w 506"/>
                <a:gd name="T29" fmla="*/ 83 h 158"/>
                <a:gd name="T30" fmla="*/ 67 w 506"/>
                <a:gd name="T31" fmla="*/ 76 h 158"/>
                <a:gd name="T32" fmla="*/ 72 w 506"/>
                <a:gd name="T33" fmla="*/ 60 h 158"/>
                <a:gd name="T34" fmla="*/ 62 w 506"/>
                <a:gd name="T35" fmla="*/ 59 h 158"/>
                <a:gd name="T36" fmla="*/ 24 w 506"/>
                <a:gd name="T37" fmla="*/ 50 h 158"/>
                <a:gd name="T38" fmla="*/ 6 w 506"/>
                <a:gd name="T39" fmla="*/ 46 h 158"/>
                <a:gd name="T40" fmla="*/ 3 w 506"/>
                <a:gd name="T41" fmla="*/ 38 h 158"/>
                <a:gd name="T42" fmla="*/ 9 w 506"/>
                <a:gd name="T43" fmla="*/ 41 h 158"/>
                <a:gd name="T44" fmla="*/ 20 w 506"/>
                <a:gd name="T45" fmla="*/ 38 h 158"/>
                <a:gd name="T46" fmla="*/ 29 w 506"/>
                <a:gd name="T47" fmla="*/ 30 h 158"/>
                <a:gd name="T48" fmla="*/ 36 w 506"/>
                <a:gd name="T49" fmla="*/ 14 h 158"/>
                <a:gd name="T50" fmla="*/ 53 w 506"/>
                <a:gd name="T51" fmla="*/ 1 h 158"/>
                <a:gd name="T52" fmla="*/ 102 w 506"/>
                <a:gd name="T53" fmla="*/ 0 h 158"/>
                <a:gd name="T54" fmla="*/ 119 w 506"/>
                <a:gd name="T55" fmla="*/ 7 h 158"/>
                <a:gd name="T56" fmla="*/ 132 w 506"/>
                <a:gd name="T57" fmla="*/ 16 h 158"/>
                <a:gd name="T58" fmla="*/ 154 w 506"/>
                <a:gd name="T59" fmla="*/ 18 h 158"/>
                <a:gd name="T60" fmla="*/ 177 w 506"/>
                <a:gd name="T61" fmla="*/ 33 h 158"/>
                <a:gd name="T62" fmla="*/ 196 w 506"/>
                <a:gd name="T63" fmla="*/ 49 h 158"/>
                <a:gd name="T64" fmla="*/ 228 w 506"/>
                <a:gd name="T65" fmla="*/ 49 h 158"/>
                <a:gd name="T66" fmla="*/ 261 w 506"/>
                <a:gd name="T67" fmla="*/ 53 h 158"/>
                <a:gd name="T68" fmla="*/ 279 w 506"/>
                <a:gd name="T69" fmla="*/ 56 h 158"/>
                <a:gd name="T70" fmla="*/ 295 w 506"/>
                <a:gd name="T71" fmla="*/ 39 h 158"/>
                <a:gd name="T72" fmla="*/ 304 w 506"/>
                <a:gd name="T73" fmla="*/ 25 h 158"/>
                <a:gd name="T74" fmla="*/ 317 w 506"/>
                <a:gd name="T75" fmla="*/ 35 h 158"/>
                <a:gd name="T76" fmla="*/ 333 w 506"/>
                <a:gd name="T77" fmla="*/ 41 h 158"/>
                <a:gd name="T78" fmla="*/ 347 w 506"/>
                <a:gd name="T79" fmla="*/ 40 h 158"/>
                <a:gd name="T80" fmla="*/ 358 w 506"/>
                <a:gd name="T81" fmla="*/ 45 h 158"/>
                <a:gd name="T82" fmla="*/ 373 w 506"/>
                <a:gd name="T83" fmla="*/ 51 h 158"/>
                <a:gd name="T84" fmla="*/ 397 w 506"/>
                <a:gd name="T85" fmla="*/ 55 h 158"/>
                <a:gd name="T86" fmla="*/ 412 w 506"/>
                <a:gd name="T87" fmla="*/ 75 h 158"/>
                <a:gd name="T88" fmla="*/ 424 w 506"/>
                <a:gd name="T89" fmla="*/ 96 h 158"/>
                <a:gd name="T90" fmla="*/ 456 w 506"/>
                <a:gd name="T91" fmla="*/ 97 h 158"/>
                <a:gd name="T92" fmla="*/ 481 w 506"/>
                <a:gd name="T93" fmla="*/ 94 h 158"/>
                <a:gd name="T94" fmla="*/ 499 w 506"/>
                <a:gd name="T95" fmla="*/ 103 h 158"/>
                <a:gd name="T96" fmla="*/ 497 w 506"/>
                <a:gd name="T97" fmla="*/ 136 h 158"/>
                <a:gd name="T98" fmla="*/ 503 w 506"/>
                <a:gd name="T99" fmla="*/ 148 h 158"/>
                <a:gd name="T100" fmla="*/ 502 w 506"/>
                <a:gd name="T101" fmla="*/ 156 h 158"/>
                <a:gd name="T102" fmla="*/ 462 w 506"/>
                <a:gd name="T103" fmla="*/ 141 h 158"/>
                <a:gd name="T104" fmla="*/ 433 w 506"/>
                <a:gd name="T105" fmla="*/ 130 h 158"/>
                <a:gd name="T106" fmla="*/ 392 w 506"/>
                <a:gd name="T107" fmla="*/ 136 h 158"/>
                <a:gd name="T108" fmla="*/ 374 w 506"/>
                <a:gd name="T109" fmla="*/ 129 h 1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4" name="Freeform 172">
              <a:extLst>
                <a:ext uri="{FF2B5EF4-FFF2-40B4-BE49-F238E27FC236}">
                  <a16:creationId xmlns:a16="http://schemas.microsoft.com/office/drawing/2014/main" id="{C104AC01-25F5-A210-001E-4870A9FCEA15}"/>
                </a:ext>
              </a:extLst>
            </p:cNvPr>
            <p:cNvSpPr>
              <a:spLocks noChangeAspect="1"/>
            </p:cNvSpPr>
            <p:nvPr/>
          </p:nvSpPr>
          <p:spPr bwMode="gray">
            <a:xfrm>
              <a:off x="5748456" y="3791664"/>
              <a:ext cx="2641" cy="8494"/>
            </a:xfrm>
            <a:custGeom>
              <a:avLst/>
              <a:gdLst>
                <a:gd name="T0" fmla="*/ 8 w 15"/>
                <a:gd name="T1" fmla="*/ 1 h 42"/>
                <a:gd name="T2" fmla="*/ 9 w 15"/>
                <a:gd name="T3" fmla="*/ 0 h 42"/>
                <a:gd name="T4" fmla="*/ 11 w 15"/>
                <a:gd name="T5" fmla="*/ 10 h 42"/>
                <a:gd name="T6" fmla="*/ 13 w 15"/>
                <a:gd name="T7" fmla="*/ 26 h 42"/>
                <a:gd name="T8" fmla="*/ 15 w 15"/>
                <a:gd name="T9" fmla="*/ 33 h 42"/>
                <a:gd name="T10" fmla="*/ 9 w 15"/>
                <a:gd name="T11" fmla="*/ 41 h 42"/>
                <a:gd name="T12" fmla="*/ 4 w 15"/>
                <a:gd name="T13" fmla="*/ 42 h 42"/>
                <a:gd name="T14" fmla="*/ 0 w 15"/>
                <a:gd name="T15" fmla="*/ 27 h 42"/>
                <a:gd name="T16" fmla="*/ 0 w 15"/>
                <a:gd name="T17" fmla="*/ 13 h 42"/>
                <a:gd name="T18" fmla="*/ 3 w 15"/>
                <a:gd name="T19" fmla="*/ 4 h 42"/>
                <a:gd name="T20" fmla="*/ 8 w 15"/>
                <a:gd name="T21" fmla="*/ 0 h 42"/>
                <a:gd name="T22" fmla="*/ 8 w 15"/>
                <a:gd name="T23" fmla="*/ 1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5" name="Freeform 173">
              <a:extLst>
                <a:ext uri="{FF2B5EF4-FFF2-40B4-BE49-F238E27FC236}">
                  <a16:creationId xmlns:a16="http://schemas.microsoft.com/office/drawing/2014/main" id="{EA7A5563-CDDE-16CA-E511-A2833827E65D}"/>
                </a:ext>
              </a:extLst>
            </p:cNvPr>
            <p:cNvSpPr>
              <a:spLocks noChangeAspect="1"/>
            </p:cNvSpPr>
            <p:nvPr/>
          </p:nvSpPr>
          <p:spPr bwMode="gray">
            <a:xfrm>
              <a:off x="5833639" y="3845459"/>
              <a:ext cx="24432" cy="11325"/>
            </a:xfrm>
            <a:custGeom>
              <a:avLst/>
              <a:gdLst>
                <a:gd name="T0" fmla="*/ 0 w 133"/>
                <a:gd name="T1" fmla="*/ 39 h 61"/>
                <a:gd name="T2" fmla="*/ 2 w 133"/>
                <a:gd name="T3" fmla="*/ 38 h 61"/>
                <a:gd name="T4" fmla="*/ 11 w 133"/>
                <a:gd name="T5" fmla="*/ 29 h 61"/>
                <a:gd name="T6" fmla="*/ 18 w 133"/>
                <a:gd name="T7" fmla="*/ 17 h 61"/>
                <a:gd name="T8" fmla="*/ 27 w 133"/>
                <a:gd name="T9" fmla="*/ 16 h 61"/>
                <a:gd name="T10" fmla="*/ 55 w 133"/>
                <a:gd name="T11" fmla="*/ 11 h 61"/>
                <a:gd name="T12" fmla="*/ 61 w 133"/>
                <a:gd name="T13" fmla="*/ 7 h 61"/>
                <a:gd name="T14" fmla="*/ 71 w 133"/>
                <a:gd name="T15" fmla="*/ 10 h 61"/>
                <a:gd name="T16" fmla="*/ 98 w 133"/>
                <a:gd name="T17" fmla="*/ 7 h 61"/>
                <a:gd name="T18" fmla="*/ 109 w 133"/>
                <a:gd name="T19" fmla="*/ 3 h 61"/>
                <a:gd name="T20" fmla="*/ 118 w 133"/>
                <a:gd name="T21" fmla="*/ 2 h 61"/>
                <a:gd name="T22" fmla="*/ 124 w 133"/>
                <a:gd name="T23" fmla="*/ 0 h 61"/>
                <a:gd name="T24" fmla="*/ 132 w 133"/>
                <a:gd name="T25" fmla="*/ 2 h 61"/>
                <a:gd name="T26" fmla="*/ 133 w 133"/>
                <a:gd name="T27" fmla="*/ 6 h 61"/>
                <a:gd name="T28" fmla="*/ 129 w 133"/>
                <a:gd name="T29" fmla="*/ 19 h 61"/>
                <a:gd name="T30" fmla="*/ 113 w 133"/>
                <a:gd name="T31" fmla="*/ 23 h 61"/>
                <a:gd name="T32" fmla="*/ 88 w 133"/>
                <a:gd name="T33" fmla="*/ 37 h 61"/>
                <a:gd name="T34" fmla="*/ 73 w 133"/>
                <a:gd name="T35" fmla="*/ 40 h 61"/>
                <a:gd name="T36" fmla="*/ 61 w 133"/>
                <a:gd name="T37" fmla="*/ 46 h 61"/>
                <a:gd name="T38" fmla="*/ 39 w 133"/>
                <a:gd name="T39" fmla="*/ 51 h 61"/>
                <a:gd name="T40" fmla="*/ 23 w 133"/>
                <a:gd name="T41" fmla="*/ 61 h 61"/>
                <a:gd name="T42" fmla="*/ 18 w 133"/>
                <a:gd name="T43" fmla="*/ 59 h 61"/>
                <a:gd name="T44" fmla="*/ 0 w 133"/>
                <a:gd name="T45" fmla="*/ 39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6" name="Freeform 174">
              <a:extLst>
                <a:ext uri="{FF2B5EF4-FFF2-40B4-BE49-F238E27FC236}">
                  <a16:creationId xmlns:a16="http://schemas.microsoft.com/office/drawing/2014/main" id="{833B3A72-080B-AAEF-3936-E3ACA11511F4}"/>
                </a:ext>
              </a:extLst>
            </p:cNvPr>
            <p:cNvSpPr>
              <a:spLocks noChangeAspect="1"/>
            </p:cNvSpPr>
            <p:nvPr/>
          </p:nvSpPr>
          <p:spPr bwMode="gray">
            <a:xfrm>
              <a:off x="5821753" y="3853245"/>
              <a:ext cx="15188" cy="13448"/>
            </a:xfrm>
            <a:custGeom>
              <a:avLst/>
              <a:gdLst>
                <a:gd name="T0" fmla="*/ 85 w 85"/>
                <a:gd name="T1" fmla="*/ 20 h 71"/>
                <a:gd name="T2" fmla="*/ 85 w 85"/>
                <a:gd name="T3" fmla="*/ 22 h 71"/>
                <a:gd name="T4" fmla="*/ 80 w 85"/>
                <a:gd name="T5" fmla="*/ 35 h 71"/>
                <a:gd name="T6" fmla="*/ 69 w 85"/>
                <a:gd name="T7" fmla="*/ 46 h 71"/>
                <a:gd name="T8" fmla="*/ 63 w 85"/>
                <a:gd name="T9" fmla="*/ 54 h 71"/>
                <a:gd name="T10" fmla="*/ 54 w 85"/>
                <a:gd name="T11" fmla="*/ 58 h 71"/>
                <a:gd name="T12" fmla="*/ 49 w 85"/>
                <a:gd name="T13" fmla="*/ 60 h 71"/>
                <a:gd name="T14" fmla="*/ 40 w 85"/>
                <a:gd name="T15" fmla="*/ 63 h 71"/>
                <a:gd name="T16" fmla="*/ 31 w 85"/>
                <a:gd name="T17" fmla="*/ 68 h 71"/>
                <a:gd name="T18" fmla="*/ 21 w 85"/>
                <a:gd name="T19" fmla="*/ 70 h 71"/>
                <a:gd name="T20" fmla="*/ 15 w 85"/>
                <a:gd name="T21" fmla="*/ 71 h 71"/>
                <a:gd name="T22" fmla="*/ 5 w 85"/>
                <a:gd name="T23" fmla="*/ 71 h 71"/>
                <a:gd name="T24" fmla="*/ 0 w 85"/>
                <a:gd name="T25" fmla="*/ 66 h 71"/>
                <a:gd name="T26" fmla="*/ 8 w 85"/>
                <a:gd name="T27" fmla="*/ 58 h 71"/>
                <a:gd name="T28" fmla="*/ 9 w 85"/>
                <a:gd name="T29" fmla="*/ 52 h 71"/>
                <a:gd name="T30" fmla="*/ 6 w 85"/>
                <a:gd name="T31" fmla="*/ 46 h 71"/>
                <a:gd name="T32" fmla="*/ 8 w 85"/>
                <a:gd name="T33" fmla="*/ 31 h 71"/>
                <a:gd name="T34" fmla="*/ 15 w 85"/>
                <a:gd name="T35" fmla="*/ 23 h 71"/>
                <a:gd name="T36" fmla="*/ 22 w 85"/>
                <a:gd name="T37" fmla="*/ 17 h 71"/>
                <a:gd name="T38" fmla="*/ 32 w 85"/>
                <a:gd name="T39" fmla="*/ 15 h 71"/>
                <a:gd name="T40" fmla="*/ 41 w 85"/>
                <a:gd name="T41" fmla="*/ 9 h 71"/>
                <a:gd name="T42" fmla="*/ 48 w 85"/>
                <a:gd name="T43" fmla="*/ 6 h 71"/>
                <a:gd name="T44" fmla="*/ 53 w 85"/>
                <a:gd name="T45" fmla="*/ 4 h 71"/>
                <a:gd name="T46" fmla="*/ 62 w 85"/>
                <a:gd name="T47" fmla="*/ 3 h 71"/>
                <a:gd name="T48" fmla="*/ 67 w 85"/>
                <a:gd name="T49" fmla="*/ 0 h 71"/>
                <a:gd name="T50" fmla="*/ 85 w 85"/>
                <a:gd name="T51" fmla="*/ 2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7" name="Freeform 175">
              <a:extLst>
                <a:ext uri="{FF2B5EF4-FFF2-40B4-BE49-F238E27FC236}">
                  <a16:creationId xmlns:a16="http://schemas.microsoft.com/office/drawing/2014/main" id="{8776AB17-BDF9-BF9E-D9FB-DE032E55B3CB}"/>
                </a:ext>
              </a:extLst>
            </p:cNvPr>
            <p:cNvSpPr>
              <a:spLocks noChangeAspect="1"/>
            </p:cNvSpPr>
            <p:nvPr/>
          </p:nvSpPr>
          <p:spPr bwMode="gray">
            <a:xfrm>
              <a:off x="5865335" y="3786709"/>
              <a:ext cx="28394" cy="12033"/>
            </a:xfrm>
            <a:custGeom>
              <a:avLst/>
              <a:gdLst>
                <a:gd name="T0" fmla="*/ 3 w 162"/>
                <a:gd name="T1" fmla="*/ 38 h 59"/>
                <a:gd name="T2" fmla="*/ 1 w 162"/>
                <a:gd name="T3" fmla="*/ 37 h 59"/>
                <a:gd name="T4" fmla="*/ 0 w 162"/>
                <a:gd name="T5" fmla="*/ 24 h 59"/>
                <a:gd name="T6" fmla="*/ 2 w 162"/>
                <a:gd name="T7" fmla="*/ 18 h 59"/>
                <a:gd name="T8" fmla="*/ 7 w 162"/>
                <a:gd name="T9" fmla="*/ 14 h 59"/>
                <a:gd name="T10" fmla="*/ 12 w 162"/>
                <a:gd name="T11" fmla="*/ 8 h 59"/>
                <a:gd name="T12" fmla="*/ 17 w 162"/>
                <a:gd name="T13" fmla="*/ 3 h 59"/>
                <a:gd name="T14" fmla="*/ 43 w 162"/>
                <a:gd name="T15" fmla="*/ 5 h 59"/>
                <a:gd name="T16" fmla="*/ 54 w 162"/>
                <a:gd name="T17" fmla="*/ 4 h 59"/>
                <a:gd name="T18" fmla="*/ 63 w 162"/>
                <a:gd name="T19" fmla="*/ 2 h 59"/>
                <a:gd name="T20" fmla="*/ 70 w 162"/>
                <a:gd name="T21" fmla="*/ 5 h 59"/>
                <a:gd name="T22" fmla="*/ 88 w 162"/>
                <a:gd name="T23" fmla="*/ 0 h 59"/>
                <a:gd name="T24" fmla="*/ 99 w 162"/>
                <a:gd name="T25" fmla="*/ 4 h 59"/>
                <a:gd name="T26" fmla="*/ 108 w 162"/>
                <a:gd name="T27" fmla="*/ 11 h 59"/>
                <a:gd name="T28" fmla="*/ 116 w 162"/>
                <a:gd name="T29" fmla="*/ 13 h 59"/>
                <a:gd name="T30" fmla="*/ 125 w 162"/>
                <a:gd name="T31" fmla="*/ 13 h 59"/>
                <a:gd name="T32" fmla="*/ 132 w 162"/>
                <a:gd name="T33" fmla="*/ 10 h 59"/>
                <a:gd name="T34" fmla="*/ 142 w 162"/>
                <a:gd name="T35" fmla="*/ 14 h 59"/>
                <a:gd name="T36" fmla="*/ 148 w 162"/>
                <a:gd name="T37" fmla="*/ 30 h 59"/>
                <a:gd name="T38" fmla="*/ 152 w 162"/>
                <a:gd name="T39" fmla="*/ 35 h 59"/>
                <a:gd name="T40" fmla="*/ 160 w 162"/>
                <a:gd name="T41" fmla="*/ 37 h 59"/>
                <a:gd name="T42" fmla="*/ 162 w 162"/>
                <a:gd name="T43" fmla="*/ 50 h 59"/>
                <a:gd name="T44" fmla="*/ 157 w 162"/>
                <a:gd name="T45" fmla="*/ 59 h 59"/>
                <a:gd name="T46" fmla="*/ 149 w 162"/>
                <a:gd name="T47" fmla="*/ 54 h 59"/>
                <a:gd name="T48" fmla="*/ 108 w 162"/>
                <a:gd name="T49" fmla="*/ 32 h 59"/>
                <a:gd name="T50" fmla="*/ 98 w 162"/>
                <a:gd name="T51" fmla="*/ 30 h 59"/>
                <a:gd name="T52" fmla="*/ 88 w 162"/>
                <a:gd name="T53" fmla="*/ 30 h 59"/>
                <a:gd name="T54" fmla="*/ 88 w 162"/>
                <a:gd name="T55" fmla="*/ 35 h 59"/>
                <a:gd name="T56" fmla="*/ 83 w 162"/>
                <a:gd name="T57" fmla="*/ 36 h 59"/>
                <a:gd name="T58" fmla="*/ 72 w 162"/>
                <a:gd name="T59" fmla="*/ 35 h 59"/>
                <a:gd name="T60" fmla="*/ 62 w 162"/>
                <a:gd name="T61" fmla="*/ 34 h 59"/>
                <a:gd name="T62" fmla="*/ 54 w 162"/>
                <a:gd name="T63" fmla="*/ 26 h 59"/>
                <a:gd name="T64" fmla="*/ 45 w 162"/>
                <a:gd name="T65" fmla="*/ 30 h 59"/>
                <a:gd name="T66" fmla="*/ 41 w 162"/>
                <a:gd name="T67" fmla="*/ 35 h 59"/>
                <a:gd name="T68" fmla="*/ 34 w 162"/>
                <a:gd name="T69" fmla="*/ 37 h 59"/>
                <a:gd name="T70" fmla="*/ 24 w 162"/>
                <a:gd name="T71" fmla="*/ 32 h 59"/>
                <a:gd name="T72" fmla="*/ 13 w 162"/>
                <a:gd name="T73" fmla="*/ 21 h 59"/>
                <a:gd name="T74" fmla="*/ 11 w 162"/>
                <a:gd name="T75" fmla="*/ 24 h 59"/>
                <a:gd name="T76" fmla="*/ 3 w 162"/>
                <a:gd name="T77" fmla="*/ 38 h 5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8" name="Freeform 176">
              <a:extLst>
                <a:ext uri="{FF2B5EF4-FFF2-40B4-BE49-F238E27FC236}">
                  <a16:creationId xmlns:a16="http://schemas.microsoft.com/office/drawing/2014/main" id="{AEB9CEC7-0813-4614-14C9-F3A64E1B1948}"/>
                </a:ext>
              </a:extLst>
            </p:cNvPr>
            <p:cNvSpPr>
              <a:spLocks noChangeAspect="1"/>
            </p:cNvSpPr>
            <p:nvPr/>
          </p:nvSpPr>
          <p:spPr bwMode="gray">
            <a:xfrm>
              <a:off x="5859392" y="3734331"/>
              <a:ext cx="14527" cy="32560"/>
            </a:xfrm>
            <a:custGeom>
              <a:avLst/>
              <a:gdLst>
                <a:gd name="T0" fmla="*/ 31 w 80"/>
                <a:gd name="T1" fmla="*/ 0 h 170"/>
                <a:gd name="T2" fmla="*/ 32 w 80"/>
                <a:gd name="T3" fmla="*/ 0 h 170"/>
                <a:gd name="T4" fmla="*/ 34 w 80"/>
                <a:gd name="T5" fmla="*/ 2 h 170"/>
                <a:gd name="T6" fmla="*/ 36 w 80"/>
                <a:gd name="T7" fmla="*/ 6 h 170"/>
                <a:gd name="T8" fmla="*/ 31 w 80"/>
                <a:gd name="T9" fmla="*/ 14 h 170"/>
                <a:gd name="T10" fmla="*/ 27 w 80"/>
                <a:gd name="T11" fmla="*/ 17 h 170"/>
                <a:gd name="T12" fmla="*/ 26 w 80"/>
                <a:gd name="T13" fmla="*/ 21 h 170"/>
                <a:gd name="T14" fmla="*/ 31 w 80"/>
                <a:gd name="T15" fmla="*/ 25 h 170"/>
                <a:gd name="T16" fmla="*/ 34 w 80"/>
                <a:gd name="T17" fmla="*/ 36 h 170"/>
                <a:gd name="T18" fmla="*/ 36 w 80"/>
                <a:gd name="T19" fmla="*/ 45 h 170"/>
                <a:gd name="T20" fmla="*/ 34 w 80"/>
                <a:gd name="T21" fmla="*/ 53 h 170"/>
                <a:gd name="T22" fmla="*/ 22 w 80"/>
                <a:gd name="T23" fmla="*/ 65 h 170"/>
                <a:gd name="T24" fmla="*/ 15 w 80"/>
                <a:gd name="T25" fmla="*/ 72 h 170"/>
                <a:gd name="T26" fmla="*/ 15 w 80"/>
                <a:gd name="T27" fmla="*/ 74 h 170"/>
                <a:gd name="T28" fmla="*/ 22 w 80"/>
                <a:gd name="T29" fmla="*/ 75 h 170"/>
                <a:gd name="T30" fmla="*/ 28 w 80"/>
                <a:gd name="T31" fmla="*/ 69 h 170"/>
                <a:gd name="T32" fmla="*/ 37 w 80"/>
                <a:gd name="T33" fmla="*/ 63 h 170"/>
                <a:gd name="T34" fmla="*/ 47 w 80"/>
                <a:gd name="T35" fmla="*/ 45 h 170"/>
                <a:gd name="T36" fmla="*/ 57 w 80"/>
                <a:gd name="T37" fmla="*/ 40 h 170"/>
                <a:gd name="T38" fmla="*/ 68 w 80"/>
                <a:gd name="T39" fmla="*/ 38 h 170"/>
                <a:gd name="T40" fmla="*/ 70 w 80"/>
                <a:gd name="T41" fmla="*/ 41 h 170"/>
                <a:gd name="T42" fmla="*/ 74 w 80"/>
                <a:gd name="T43" fmla="*/ 49 h 170"/>
                <a:gd name="T44" fmla="*/ 74 w 80"/>
                <a:gd name="T45" fmla="*/ 63 h 170"/>
                <a:gd name="T46" fmla="*/ 52 w 80"/>
                <a:gd name="T47" fmla="*/ 78 h 170"/>
                <a:gd name="T48" fmla="*/ 52 w 80"/>
                <a:gd name="T49" fmla="*/ 81 h 170"/>
                <a:gd name="T50" fmla="*/ 69 w 80"/>
                <a:gd name="T51" fmla="*/ 92 h 170"/>
                <a:gd name="T52" fmla="*/ 70 w 80"/>
                <a:gd name="T53" fmla="*/ 99 h 170"/>
                <a:gd name="T54" fmla="*/ 74 w 80"/>
                <a:gd name="T55" fmla="*/ 103 h 170"/>
                <a:gd name="T56" fmla="*/ 80 w 80"/>
                <a:gd name="T57" fmla="*/ 107 h 170"/>
                <a:gd name="T58" fmla="*/ 70 w 80"/>
                <a:gd name="T59" fmla="*/ 108 h 170"/>
                <a:gd name="T60" fmla="*/ 62 w 80"/>
                <a:gd name="T61" fmla="*/ 102 h 170"/>
                <a:gd name="T62" fmla="*/ 47 w 80"/>
                <a:gd name="T63" fmla="*/ 100 h 170"/>
                <a:gd name="T64" fmla="*/ 36 w 80"/>
                <a:gd name="T65" fmla="*/ 96 h 170"/>
                <a:gd name="T66" fmla="*/ 31 w 80"/>
                <a:gd name="T67" fmla="*/ 102 h 170"/>
                <a:gd name="T68" fmla="*/ 30 w 80"/>
                <a:gd name="T69" fmla="*/ 118 h 170"/>
                <a:gd name="T70" fmla="*/ 32 w 80"/>
                <a:gd name="T71" fmla="*/ 137 h 170"/>
                <a:gd name="T72" fmla="*/ 37 w 80"/>
                <a:gd name="T73" fmla="*/ 146 h 170"/>
                <a:gd name="T74" fmla="*/ 43 w 80"/>
                <a:gd name="T75" fmla="*/ 158 h 170"/>
                <a:gd name="T76" fmla="*/ 54 w 80"/>
                <a:gd name="T77" fmla="*/ 170 h 170"/>
                <a:gd name="T78" fmla="*/ 49 w 80"/>
                <a:gd name="T79" fmla="*/ 170 h 170"/>
                <a:gd name="T80" fmla="*/ 39 w 80"/>
                <a:gd name="T81" fmla="*/ 160 h 170"/>
                <a:gd name="T82" fmla="*/ 21 w 80"/>
                <a:gd name="T83" fmla="*/ 137 h 170"/>
                <a:gd name="T84" fmla="*/ 17 w 80"/>
                <a:gd name="T85" fmla="*/ 106 h 170"/>
                <a:gd name="T86" fmla="*/ 12 w 80"/>
                <a:gd name="T87" fmla="*/ 92 h 170"/>
                <a:gd name="T88" fmla="*/ 12 w 80"/>
                <a:gd name="T89" fmla="*/ 80 h 170"/>
                <a:gd name="T90" fmla="*/ 10 w 80"/>
                <a:gd name="T91" fmla="*/ 72 h 170"/>
                <a:gd name="T92" fmla="*/ 5 w 80"/>
                <a:gd name="T93" fmla="*/ 68 h 170"/>
                <a:gd name="T94" fmla="*/ 0 w 80"/>
                <a:gd name="T95" fmla="*/ 59 h 170"/>
                <a:gd name="T96" fmla="*/ 1 w 80"/>
                <a:gd name="T97" fmla="*/ 49 h 170"/>
                <a:gd name="T98" fmla="*/ 3 w 80"/>
                <a:gd name="T99" fmla="*/ 48 h 170"/>
                <a:gd name="T100" fmla="*/ 10 w 80"/>
                <a:gd name="T101" fmla="*/ 25 h 170"/>
                <a:gd name="T102" fmla="*/ 15 w 80"/>
                <a:gd name="T103" fmla="*/ 15 h 170"/>
                <a:gd name="T104" fmla="*/ 31 w 80"/>
                <a:gd name="T105" fmla="*/ 0 h 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19" name="Freeform 177">
              <a:extLst>
                <a:ext uri="{FF2B5EF4-FFF2-40B4-BE49-F238E27FC236}">
                  <a16:creationId xmlns:a16="http://schemas.microsoft.com/office/drawing/2014/main" id="{3C89BE2D-A46D-7A12-528A-00C60C70B054}"/>
                </a:ext>
              </a:extLst>
            </p:cNvPr>
            <p:cNvSpPr>
              <a:spLocks noChangeAspect="1"/>
            </p:cNvSpPr>
            <p:nvPr/>
          </p:nvSpPr>
          <p:spPr bwMode="gray">
            <a:xfrm>
              <a:off x="5894390" y="3761935"/>
              <a:ext cx="102351" cy="92017"/>
            </a:xfrm>
            <a:custGeom>
              <a:avLst/>
              <a:gdLst>
                <a:gd name="T0" fmla="*/ 549 w 568"/>
                <a:gd name="T1" fmla="*/ 469 h 480"/>
                <a:gd name="T2" fmla="*/ 503 w 568"/>
                <a:gd name="T3" fmla="*/ 428 h 480"/>
                <a:gd name="T4" fmla="*/ 474 w 568"/>
                <a:gd name="T5" fmla="*/ 427 h 480"/>
                <a:gd name="T6" fmla="*/ 441 w 568"/>
                <a:gd name="T7" fmla="*/ 433 h 480"/>
                <a:gd name="T8" fmla="*/ 426 w 568"/>
                <a:gd name="T9" fmla="*/ 433 h 480"/>
                <a:gd name="T10" fmla="*/ 378 w 568"/>
                <a:gd name="T11" fmla="*/ 431 h 480"/>
                <a:gd name="T12" fmla="*/ 419 w 568"/>
                <a:gd name="T13" fmla="*/ 383 h 480"/>
                <a:gd name="T14" fmla="*/ 444 w 568"/>
                <a:gd name="T15" fmla="*/ 385 h 480"/>
                <a:gd name="T16" fmla="*/ 431 w 568"/>
                <a:gd name="T17" fmla="*/ 368 h 480"/>
                <a:gd name="T18" fmla="*/ 421 w 568"/>
                <a:gd name="T19" fmla="*/ 335 h 480"/>
                <a:gd name="T20" fmla="*/ 406 w 568"/>
                <a:gd name="T21" fmla="*/ 293 h 480"/>
                <a:gd name="T22" fmla="*/ 378 w 568"/>
                <a:gd name="T23" fmla="*/ 269 h 480"/>
                <a:gd name="T24" fmla="*/ 342 w 568"/>
                <a:gd name="T25" fmla="*/ 250 h 480"/>
                <a:gd name="T26" fmla="*/ 290 w 568"/>
                <a:gd name="T27" fmla="*/ 235 h 480"/>
                <a:gd name="T28" fmla="*/ 229 w 568"/>
                <a:gd name="T29" fmla="*/ 223 h 480"/>
                <a:gd name="T30" fmla="*/ 210 w 568"/>
                <a:gd name="T31" fmla="*/ 206 h 480"/>
                <a:gd name="T32" fmla="*/ 188 w 568"/>
                <a:gd name="T33" fmla="*/ 203 h 480"/>
                <a:gd name="T34" fmla="*/ 168 w 568"/>
                <a:gd name="T35" fmla="*/ 183 h 480"/>
                <a:gd name="T36" fmla="*/ 161 w 568"/>
                <a:gd name="T37" fmla="*/ 149 h 480"/>
                <a:gd name="T38" fmla="*/ 152 w 568"/>
                <a:gd name="T39" fmla="*/ 167 h 480"/>
                <a:gd name="T40" fmla="*/ 132 w 568"/>
                <a:gd name="T41" fmla="*/ 203 h 480"/>
                <a:gd name="T42" fmla="*/ 105 w 568"/>
                <a:gd name="T43" fmla="*/ 190 h 480"/>
                <a:gd name="T44" fmla="*/ 95 w 568"/>
                <a:gd name="T45" fmla="*/ 163 h 480"/>
                <a:gd name="T46" fmla="*/ 56 w 568"/>
                <a:gd name="T47" fmla="*/ 141 h 480"/>
                <a:gd name="T48" fmla="*/ 95 w 568"/>
                <a:gd name="T49" fmla="*/ 130 h 480"/>
                <a:gd name="T50" fmla="*/ 147 w 568"/>
                <a:gd name="T51" fmla="*/ 120 h 480"/>
                <a:gd name="T52" fmla="*/ 162 w 568"/>
                <a:gd name="T53" fmla="*/ 93 h 480"/>
                <a:gd name="T54" fmla="*/ 94 w 568"/>
                <a:gd name="T55" fmla="*/ 106 h 480"/>
                <a:gd name="T56" fmla="*/ 55 w 568"/>
                <a:gd name="T57" fmla="*/ 83 h 480"/>
                <a:gd name="T58" fmla="*/ 27 w 568"/>
                <a:gd name="T59" fmla="*/ 63 h 480"/>
                <a:gd name="T60" fmla="*/ 2 w 568"/>
                <a:gd name="T61" fmla="*/ 51 h 480"/>
                <a:gd name="T62" fmla="*/ 29 w 568"/>
                <a:gd name="T63" fmla="*/ 23 h 480"/>
                <a:gd name="T64" fmla="*/ 78 w 568"/>
                <a:gd name="T65" fmla="*/ 0 h 480"/>
                <a:gd name="T66" fmla="*/ 126 w 568"/>
                <a:gd name="T67" fmla="*/ 18 h 480"/>
                <a:gd name="T68" fmla="*/ 178 w 568"/>
                <a:gd name="T69" fmla="*/ 49 h 480"/>
                <a:gd name="T70" fmla="*/ 179 w 568"/>
                <a:gd name="T71" fmla="*/ 114 h 480"/>
                <a:gd name="T72" fmla="*/ 205 w 568"/>
                <a:gd name="T73" fmla="*/ 122 h 480"/>
                <a:gd name="T74" fmla="*/ 234 w 568"/>
                <a:gd name="T75" fmla="*/ 164 h 480"/>
                <a:gd name="T76" fmla="*/ 269 w 568"/>
                <a:gd name="T77" fmla="*/ 148 h 480"/>
                <a:gd name="T78" fmla="*/ 302 w 568"/>
                <a:gd name="T79" fmla="*/ 103 h 480"/>
                <a:gd name="T80" fmla="*/ 345 w 568"/>
                <a:gd name="T81" fmla="*/ 90 h 480"/>
                <a:gd name="T82" fmla="*/ 380 w 568"/>
                <a:gd name="T83" fmla="*/ 57 h 480"/>
                <a:gd name="T84" fmla="*/ 421 w 568"/>
                <a:gd name="T85" fmla="*/ 77 h 480"/>
                <a:gd name="T86" fmla="*/ 471 w 568"/>
                <a:gd name="T87" fmla="*/ 100 h 480"/>
                <a:gd name="T88" fmla="*/ 506 w 568"/>
                <a:gd name="T89" fmla="*/ 104 h 480"/>
                <a:gd name="T90" fmla="*/ 534 w 568"/>
                <a:gd name="T91" fmla="*/ 114 h 480"/>
                <a:gd name="T92" fmla="*/ 543 w 568"/>
                <a:gd name="T93" fmla="*/ 121 h 480"/>
                <a:gd name="T94" fmla="*/ 555 w 568"/>
                <a:gd name="T95" fmla="*/ 129 h 480"/>
                <a:gd name="T96" fmla="*/ 555 w 568"/>
                <a:gd name="T97" fmla="*/ 351 h 480"/>
                <a:gd name="T98" fmla="*/ 568 w 568"/>
                <a:gd name="T99" fmla="*/ 480 h 4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0" name="Freeform 179">
              <a:extLst>
                <a:ext uri="{FF2B5EF4-FFF2-40B4-BE49-F238E27FC236}">
                  <a16:creationId xmlns:a16="http://schemas.microsoft.com/office/drawing/2014/main" id="{E1F2960B-C03A-64AA-FB09-89F751F35344}"/>
                </a:ext>
              </a:extLst>
            </p:cNvPr>
            <p:cNvSpPr>
              <a:spLocks noChangeAspect="1"/>
            </p:cNvSpPr>
            <p:nvPr/>
          </p:nvSpPr>
          <p:spPr bwMode="gray">
            <a:xfrm>
              <a:off x="5611108" y="3508535"/>
              <a:ext cx="71316" cy="159260"/>
            </a:xfrm>
            <a:custGeom>
              <a:avLst/>
              <a:gdLst>
                <a:gd name="T0" fmla="*/ 237 w 395"/>
                <a:gd name="T1" fmla="*/ 758 h 832"/>
                <a:gd name="T2" fmla="*/ 250 w 395"/>
                <a:gd name="T3" fmla="*/ 749 h 832"/>
                <a:gd name="T4" fmla="*/ 270 w 395"/>
                <a:gd name="T5" fmla="*/ 727 h 832"/>
                <a:gd name="T6" fmla="*/ 321 w 395"/>
                <a:gd name="T7" fmla="*/ 713 h 832"/>
                <a:gd name="T8" fmla="*/ 376 w 395"/>
                <a:gd name="T9" fmla="*/ 679 h 832"/>
                <a:gd name="T10" fmla="*/ 387 w 395"/>
                <a:gd name="T11" fmla="*/ 654 h 832"/>
                <a:gd name="T12" fmla="*/ 388 w 395"/>
                <a:gd name="T13" fmla="*/ 643 h 832"/>
                <a:gd name="T14" fmla="*/ 388 w 395"/>
                <a:gd name="T15" fmla="*/ 607 h 832"/>
                <a:gd name="T16" fmla="*/ 395 w 395"/>
                <a:gd name="T17" fmla="*/ 596 h 832"/>
                <a:gd name="T18" fmla="*/ 389 w 395"/>
                <a:gd name="T19" fmla="*/ 557 h 832"/>
                <a:gd name="T20" fmla="*/ 382 w 395"/>
                <a:gd name="T21" fmla="*/ 507 h 832"/>
                <a:gd name="T22" fmla="*/ 336 w 395"/>
                <a:gd name="T23" fmla="*/ 409 h 832"/>
                <a:gd name="T24" fmla="*/ 323 w 395"/>
                <a:gd name="T25" fmla="*/ 401 h 832"/>
                <a:gd name="T26" fmla="*/ 281 w 395"/>
                <a:gd name="T27" fmla="*/ 372 h 832"/>
                <a:gd name="T28" fmla="*/ 255 w 395"/>
                <a:gd name="T29" fmla="*/ 344 h 832"/>
                <a:gd name="T30" fmla="*/ 228 w 395"/>
                <a:gd name="T31" fmla="*/ 297 h 832"/>
                <a:gd name="T32" fmla="*/ 194 w 395"/>
                <a:gd name="T33" fmla="*/ 245 h 832"/>
                <a:gd name="T34" fmla="*/ 239 w 395"/>
                <a:gd name="T35" fmla="*/ 171 h 832"/>
                <a:gd name="T36" fmla="*/ 258 w 395"/>
                <a:gd name="T37" fmla="*/ 140 h 832"/>
                <a:gd name="T38" fmla="*/ 307 w 395"/>
                <a:gd name="T39" fmla="*/ 105 h 832"/>
                <a:gd name="T40" fmla="*/ 312 w 395"/>
                <a:gd name="T41" fmla="*/ 97 h 832"/>
                <a:gd name="T42" fmla="*/ 255 w 395"/>
                <a:gd name="T43" fmla="*/ 77 h 832"/>
                <a:gd name="T44" fmla="*/ 244 w 395"/>
                <a:gd name="T45" fmla="*/ 26 h 832"/>
                <a:gd name="T46" fmla="*/ 184 w 395"/>
                <a:gd name="T47" fmla="*/ 5 h 832"/>
                <a:gd name="T48" fmla="*/ 142 w 395"/>
                <a:gd name="T49" fmla="*/ 19 h 832"/>
                <a:gd name="T50" fmla="*/ 104 w 395"/>
                <a:gd name="T51" fmla="*/ 33 h 832"/>
                <a:gd name="T52" fmla="*/ 71 w 395"/>
                <a:gd name="T53" fmla="*/ 31 h 832"/>
                <a:gd name="T54" fmla="*/ 36 w 395"/>
                <a:gd name="T55" fmla="*/ 33 h 832"/>
                <a:gd name="T56" fmla="*/ 13 w 395"/>
                <a:gd name="T57" fmla="*/ 37 h 832"/>
                <a:gd name="T58" fmla="*/ 12 w 395"/>
                <a:gd name="T59" fmla="*/ 60 h 832"/>
                <a:gd name="T60" fmla="*/ 41 w 395"/>
                <a:gd name="T61" fmla="*/ 112 h 832"/>
                <a:gd name="T62" fmla="*/ 97 w 395"/>
                <a:gd name="T63" fmla="*/ 134 h 832"/>
                <a:gd name="T64" fmla="*/ 129 w 395"/>
                <a:gd name="T65" fmla="*/ 162 h 832"/>
                <a:gd name="T66" fmla="*/ 146 w 395"/>
                <a:gd name="T67" fmla="*/ 192 h 832"/>
                <a:gd name="T68" fmla="*/ 107 w 395"/>
                <a:gd name="T69" fmla="*/ 208 h 832"/>
                <a:gd name="T70" fmla="*/ 107 w 395"/>
                <a:gd name="T71" fmla="*/ 231 h 832"/>
                <a:gd name="T72" fmla="*/ 165 w 395"/>
                <a:gd name="T73" fmla="*/ 280 h 832"/>
                <a:gd name="T74" fmla="*/ 213 w 395"/>
                <a:gd name="T75" fmla="*/ 332 h 832"/>
                <a:gd name="T76" fmla="*/ 238 w 395"/>
                <a:gd name="T77" fmla="*/ 371 h 832"/>
                <a:gd name="T78" fmla="*/ 265 w 395"/>
                <a:gd name="T79" fmla="*/ 396 h 832"/>
                <a:gd name="T80" fmla="*/ 292 w 395"/>
                <a:gd name="T81" fmla="*/ 457 h 832"/>
                <a:gd name="T82" fmla="*/ 299 w 395"/>
                <a:gd name="T83" fmla="*/ 558 h 832"/>
                <a:gd name="T84" fmla="*/ 281 w 395"/>
                <a:gd name="T85" fmla="*/ 625 h 832"/>
                <a:gd name="T86" fmla="*/ 238 w 395"/>
                <a:gd name="T87" fmla="*/ 646 h 832"/>
                <a:gd name="T88" fmla="*/ 206 w 395"/>
                <a:gd name="T89" fmla="*/ 674 h 832"/>
                <a:gd name="T90" fmla="*/ 194 w 395"/>
                <a:gd name="T91" fmla="*/ 697 h 832"/>
                <a:gd name="T92" fmla="*/ 158 w 395"/>
                <a:gd name="T93" fmla="*/ 705 h 832"/>
                <a:gd name="T94" fmla="*/ 134 w 395"/>
                <a:gd name="T95" fmla="*/ 726 h 832"/>
                <a:gd name="T96" fmla="*/ 161 w 395"/>
                <a:gd name="T97" fmla="*/ 752 h 832"/>
                <a:gd name="T98" fmla="*/ 148 w 395"/>
                <a:gd name="T99" fmla="*/ 797 h 832"/>
                <a:gd name="T100" fmla="*/ 153 w 395"/>
                <a:gd name="T101" fmla="*/ 832 h 832"/>
                <a:gd name="T102" fmla="*/ 195 w 395"/>
                <a:gd name="T103" fmla="*/ 797 h 832"/>
                <a:gd name="T104" fmla="*/ 228 w 395"/>
                <a:gd name="T105" fmla="*/ 773 h 83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1" name="Freeform 180">
              <a:extLst>
                <a:ext uri="{FF2B5EF4-FFF2-40B4-BE49-F238E27FC236}">
                  <a16:creationId xmlns:a16="http://schemas.microsoft.com/office/drawing/2014/main" id="{26C6A0AD-57A0-5BC0-674E-096F643F18F7}"/>
                </a:ext>
              </a:extLst>
            </p:cNvPr>
            <p:cNvSpPr>
              <a:spLocks noChangeAspect="1"/>
            </p:cNvSpPr>
            <p:nvPr/>
          </p:nvSpPr>
          <p:spPr bwMode="gray">
            <a:xfrm>
              <a:off x="5514699" y="3449078"/>
              <a:ext cx="86503" cy="201729"/>
            </a:xfrm>
            <a:custGeom>
              <a:avLst/>
              <a:gdLst>
                <a:gd name="T0" fmla="*/ 125 w 489"/>
                <a:gd name="T1" fmla="*/ 657 h 1050"/>
                <a:gd name="T2" fmla="*/ 116 w 489"/>
                <a:gd name="T3" fmla="*/ 592 h 1050"/>
                <a:gd name="T4" fmla="*/ 89 w 489"/>
                <a:gd name="T5" fmla="*/ 559 h 1050"/>
                <a:gd name="T6" fmla="*/ 85 w 489"/>
                <a:gd name="T7" fmla="*/ 536 h 1050"/>
                <a:gd name="T8" fmla="*/ 78 w 489"/>
                <a:gd name="T9" fmla="*/ 512 h 1050"/>
                <a:gd name="T10" fmla="*/ 22 w 489"/>
                <a:gd name="T11" fmla="*/ 470 h 1050"/>
                <a:gd name="T12" fmla="*/ 0 w 489"/>
                <a:gd name="T13" fmla="*/ 443 h 1050"/>
                <a:gd name="T14" fmla="*/ 19 w 489"/>
                <a:gd name="T15" fmla="*/ 416 h 1050"/>
                <a:gd name="T16" fmla="*/ 27 w 489"/>
                <a:gd name="T17" fmla="*/ 376 h 1050"/>
                <a:gd name="T18" fmla="*/ 47 w 489"/>
                <a:gd name="T19" fmla="*/ 365 h 1050"/>
                <a:gd name="T20" fmla="*/ 42 w 489"/>
                <a:gd name="T21" fmla="*/ 326 h 1050"/>
                <a:gd name="T22" fmla="*/ 59 w 489"/>
                <a:gd name="T23" fmla="*/ 276 h 1050"/>
                <a:gd name="T24" fmla="*/ 101 w 489"/>
                <a:gd name="T25" fmla="*/ 268 h 1050"/>
                <a:gd name="T26" fmla="*/ 134 w 489"/>
                <a:gd name="T27" fmla="*/ 197 h 1050"/>
                <a:gd name="T28" fmla="*/ 160 w 489"/>
                <a:gd name="T29" fmla="*/ 155 h 1050"/>
                <a:gd name="T30" fmla="*/ 194 w 489"/>
                <a:gd name="T31" fmla="*/ 92 h 1050"/>
                <a:gd name="T32" fmla="*/ 242 w 489"/>
                <a:gd name="T33" fmla="*/ 63 h 1050"/>
                <a:gd name="T34" fmla="*/ 264 w 489"/>
                <a:gd name="T35" fmla="*/ 33 h 1050"/>
                <a:gd name="T36" fmla="*/ 290 w 489"/>
                <a:gd name="T37" fmla="*/ 5 h 1050"/>
                <a:gd name="T38" fmla="*/ 322 w 489"/>
                <a:gd name="T39" fmla="*/ 20 h 1050"/>
                <a:gd name="T40" fmla="*/ 354 w 489"/>
                <a:gd name="T41" fmla="*/ 79 h 1050"/>
                <a:gd name="T42" fmla="*/ 342 w 489"/>
                <a:gd name="T43" fmla="*/ 163 h 1050"/>
                <a:gd name="T44" fmla="*/ 311 w 489"/>
                <a:gd name="T45" fmla="*/ 198 h 1050"/>
                <a:gd name="T46" fmla="*/ 304 w 489"/>
                <a:gd name="T47" fmla="*/ 256 h 1050"/>
                <a:gd name="T48" fmla="*/ 323 w 489"/>
                <a:gd name="T49" fmla="*/ 258 h 1050"/>
                <a:gd name="T50" fmla="*/ 366 w 489"/>
                <a:gd name="T51" fmla="*/ 281 h 1050"/>
                <a:gd name="T52" fmla="*/ 391 w 489"/>
                <a:gd name="T53" fmla="*/ 346 h 1050"/>
                <a:gd name="T54" fmla="*/ 423 w 489"/>
                <a:gd name="T55" fmla="*/ 387 h 1050"/>
                <a:gd name="T56" fmla="*/ 488 w 489"/>
                <a:gd name="T57" fmla="*/ 391 h 1050"/>
                <a:gd name="T58" fmla="*/ 456 w 489"/>
                <a:gd name="T59" fmla="*/ 427 h 1050"/>
                <a:gd name="T60" fmla="*/ 445 w 489"/>
                <a:gd name="T61" fmla="*/ 443 h 1050"/>
                <a:gd name="T62" fmla="*/ 426 w 489"/>
                <a:gd name="T63" fmla="*/ 464 h 1050"/>
                <a:gd name="T64" fmla="*/ 383 w 489"/>
                <a:gd name="T65" fmla="*/ 496 h 1050"/>
                <a:gd name="T66" fmla="*/ 332 w 489"/>
                <a:gd name="T67" fmla="*/ 518 h 1050"/>
                <a:gd name="T68" fmla="*/ 304 w 489"/>
                <a:gd name="T69" fmla="*/ 581 h 1050"/>
                <a:gd name="T70" fmla="*/ 312 w 489"/>
                <a:gd name="T71" fmla="*/ 635 h 1050"/>
                <a:gd name="T72" fmla="*/ 344 w 489"/>
                <a:gd name="T73" fmla="*/ 693 h 1050"/>
                <a:gd name="T74" fmla="*/ 354 w 489"/>
                <a:gd name="T75" fmla="*/ 722 h 1050"/>
                <a:gd name="T76" fmla="*/ 342 w 489"/>
                <a:gd name="T77" fmla="*/ 760 h 1050"/>
                <a:gd name="T78" fmla="*/ 334 w 489"/>
                <a:gd name="T79" fmla="*/ 807 h 1050"/>
                <a:gd name="T80" fmla="*/ 376 w 489"/>
                <a:gd name="T81" fmla="*/ 854 h 1050"/>
                <a:gd name="T82" fmla="*/ 391 w 489"/>
                <a:gd name="T83" fmla="*/ 922 h 1050"/>
                <a:gd name="T84" fmla="*/ 375 w 489"/>
                <a:gd name="T85" fmla="*/ 1000 h 1050"/>
                <a:gd name="T86" fmla="*/ 355 w 489"/>
                <a:gd name="T87" fmla="*/ 1047 h 1050"/>
                <a:gd name="T88" fmla="*/ 349 w 489"/>
                <a:gd name="T89" fmla="*/ 1017 h 1050"/>
                <a:gd name="T90" fmla="*/ 351 w 489"/>
                <a:gd name="T91" fmla="*/ 958 h 1050"/>
                <a:gd name="T92" fmla="*/ 351 w 489"/>
                <a:gd name="T93" fmla="*/ 937 h 1050"/>
                <a:gd name="T94" fmla="*/ 333 w 489"/>
                <a:gd name="T95" fmla="*/ 851 h 1050"/>
                <a:gd name="T96" fmla="*/ 317 w 489"/>
                <a:gd name="T97" fmla="*/ 821 h 1050"/>
                <a:gd name="T98" fmla="*/ 297 w 489"/>
                <a:gd name="T99" fmla="*/ 721 h 1050"/>
                <a:gd name="T100" fmla="*/ 279 w 489"/>
                <a:gd name="T101" fmla="*/ 688 h 1050"/>
                <a:gd name="T102" fmla="*/ 251 w 489"/>
                <a:gd name="T103" fmla="*/ 653 h 1050"/>
                <a:gd name="T104" fmla="*/ 226 w 489"/>
                <a:gd name="T105" fmla="*/ 693 h 1050"/>
                <a:gd name="T106" fmla="*/ 179 w 489"/>
                <a:gd name="T107" fmla="*/ 726 h 1050"/>
                <a:gd name="T108" fmla="*/ 154 w 489"/>
                <a:gd name="T109" fmla="*/ 728 h 1050"/>
                <a:gd name="T110" fmla="*/ 122 w 489"/>
                <a:gd name="T111" fmla="*/ 726 h 1050"/>
                <a:gd name="T112" fmla="*/ 112 w 489"/>
                <a:gd name="T113" fmla="*/ 704 h 10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2" name="Freeform 181">
              <a:extLst>
                <a:ext uri="{FF2B5EF4-FFF2-40B4-BE49-F238E27FC236}">
                  <a16:creationId xmlns:a16="http://schemas.microsoft.com/office/drawing/2014/main" id="{E98B4C7F-56B0-6883-E97D-2F44333CF993}"/>
                </a:ext>
              </a:extLst>
            </p:cNvPr>
            <p:cNvSpPr>
              <a:spLocks noChangeAspect="1"/>
            </p:cNvSpPr>
            <p:nvPr/>
          </p:nvSpPr>
          <p:spPr bwMode="gray">
            <a:xfrm>
              <a:off x="5613088" y="3602676"/>
              <a:ext cx="52166" cy="45301"/>
            </a:xfrm>
            <a:custGeom>
              <a:avLst/>
              <a:gdLst>
                <a:gd name="T0" fmla="*/ 115 w 290"/>
                <a:gd name="T1" fmla="*/ 236 h 237"/>
                <a:gd name="T2" fmla="*/ 106 w 290"/>
                <a:gd name="T3" fmla="*/ 230 h 237"/>
                <a:gd name="T4" fmla="*/ 82 w 290"/>
                <a:gd name="T5" fmla="*/ 232 h 237"/>
                <a:gd name="T6" fmla="*/ 72 w 290"/>
                <a:gd name="T7" fmla="*/ 221 h 237"/>
                <a:gd name="T8" fmla="*/ 75 w 290"/>
                <a:gd name="T9" fmla="*/ 204 h 237"/>
                <a:gd name="T10" fmla="*/ 64 w 290"/>
                <a:gd name="T11" fmla="*/ 203 h 237"/>
                <a:gd name="T12" fmla="*/ 50 w 290"/>
                <a:gd name="T13" fmla="*/ 214 h 237"/>
                <a:gd name="T14" fmla="*/ 41 w 290"/>
                <a:gd name="T15" fmla="*/ 186 h 237"/>
                <a:gd name="T16" fmla="*/ 45 w 290"/>
                <a:gd name="T17" fmla="*/ 184 h 237"/>
                <a:gd name="T18" fmla="*/ 36 w 290"/>
                <a:gd name="T19" fmla="*/ 172 h 237"/>
                <a:gd name="T20" fmla="*/ 37 w 290"/>
                <a:gd name="T21" fmla="*/ 157 h 237"/>
                <a:gd name="T22" fmla="*/ 25 w 290"/>
                <a:gd name="T23" fmla="*/ 129 h 237"/>
                <a:gd name="T24" fmla="*/ 3 w 290"/>
                <a:gd name="T25" fmla="*/ 96 h 237"/>
                <a:gd name="T26" fmla="*/ 3 w 290"/>
                <a:gd name="T27" fmla="*/ 67 h 237"/>
                <a:gd name="T28" fmla="*/ 15 w 290"/>
                <a:gd name="T29" fmla="*/ 52 h 237"/>
                <a:gd name="T30" fmla="*/ 37 w 290"/>
                <a:gd name="T31" fmla="*/ 28 h 237"/>
                <a:gd name="T32" fmla="*/ 52 w 290"/>
                <a:gd name="T33" fmla="*/ 19 h 237"/>
                <a:gd name="T34" fmla="*/ 95 w 290"/>
                <a:gd name="T35" fmla="*/ 24 h 237"/>
                <a:gd name="T36" fmla="*/ 141 w 290"/>
                <a:gd name="T37" fmla="*/ 20 h 237"/>
                <a:gd name="T38" fmla="*/ 161 w 290"/>
                <a:gd name="T39" fmla="*/ 25 h 237"/>
                <a:gd name="T40" fmla="*/ 187 w 290"/>
                <a:gd name="T41" fmla="*/ 37 h 237"/>
                <a:gd name="T42" fmla="*/ 207 w 290"/>
                <a:gd name="T43" fmla="*/ 38 h 237"/>
                <a:gd name="T44" fmla="*/ 223 w 290"/>
                <a:gd name="T45" fmla="*/ 15 h 237"/>
                <a:gd name="T46" fmla="*/ 242 w 290"/>
                <a:gd name="T47" fmla="*/ 11 h 237"/>
                <a:gd name="T48" fmla="*/ 258 w 290"/>
                <a:gd name="T49" fmla="*/ 20 h 237"/>
                <a:gd name="T50" fmla="*/ 279 w 290"/>
                <a:gd name="T51" fmla="*/ 6 h 237"/>
                <a:gd name="T52" fmla="*/ 281 w 290"/>
                <a:gd name="T53" fmla="*/ 37 h 237"/>
                <a:gd name="T54" fmla="*/ 290 w 290"/>
                <a:gd name="T55" fmla="*/ 68 h 237"/>
                <a:gd name="T56" fmla="*/ 287 w 290"/>
                <a:gd name="T57" fmla="*/ 129 h 237"/>
                <a:gd name="T58" fmla="*/ 272 w 290"/>
                <a:gd name="T59" fmla="*/ 135 h 237"/>
                <a:gd name="T60" fmla="*/ 255 w 290"/>
                <a:gd name="T61" fmla="*/ 148 h 237"/>
                <a:gd name="T62" fmla="*/ 229 w 290"/>
                <a:gd name="T63" fmla="*/ 156 h 237"/>
                <a:gd name="T64" fmla="*/ 209 w 290"/>
                <a:gd name="T65" fmla="*/ 167 h 237"/>
                <a:gd name="T66" fmla="*/ 197 w 290"/>
                <a:gd name="T67" fmla="*/ 184 h 237"/>
                <a:gd name="T68" fmla="*/ 199 w 290"/>
                <a:gd name="T69" fmla="*/ 202 h 237"/>
                <a:gd name="T70" fmla="*/ 185 w 290"/>
                <a:gd name="T71" fmla="*/ 207 h 237"/>
                <a:gd name="T72" fmla="*/ 164 w 290"/>
                <a:gd name="T73" fmla="*/ 218 h 237"/>
                <a:gd name="T74" fmla="*/ 149 w 290"/>
                <a:gd name="T75" fmla="*/ 215 h 237"/>
                <a:gd name="T76" fmla="*/ 143 w 290"/>
                <a:gd name="T77" fmla="*/ 230 h 237"/>
                <a:gd name="T78" fmla="*/ 125 w 290"/>
                <a:gd name="T79" fmla="*/ 236 h 2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3" name="Freeform 182">
              <a:extLst>
                <a:ext uri="{FF2B5EF4-FFF2-40B4-BE49-F238E27FC236}">
                  <a16:creationId xmlns:a16="http://schemas.microsoft.com/office/drawing/2014/main" id="{8879753A-1F72-588C-FCDB-E443DF2A58CD}"/>
                </a:ext>
              </a:extLst>
            </p:cNvPr>
            <p:cNvSpPr>
              <a:spLocks noChangeAspect="1"/>
            </p:cNvSpPr>
            <p:nvPr/>
          </p:nvSpPr>
          <p:spPr bwMode="gray">
            <a:xfrm>
              <a:off x="5592618" y="3516321"/>
              <a:ext cx="70655" cy="94140"/>
            </a:xfrm>
            <a:custGeom>
              <a:avLst/>
              <a:gdLst>
                <a:gd name="T0" fmla="*/ 135 w 398"/>
                <a:gd name="T1" fmla="*/ 39 h 490"/>
                <a:gd name="T2" fmla="*/ 147 w 398"/>
                <a:gd name="T3" fmla="*/ 71 h 490"/>
                <a:gd name="T4" fmla="*/ 183 w 398"/>
                <a:gd name="T5" fmla="*/ 98 h 490"/>
                <a:gd name="T6" fmla="*/ 228 w 398"/>
                <a:gd name="T7" fmla="*/ 105 h 490"/>
                <a:gd name="T8" fmla="*/ 243 w 398"/>
                <a:gd name="T9" fmla="*/ 127 h 490"/>
                <a:gd name="T10" fmla="*/ 252 w 398"/>
                <a:gd name="T11" fmla="*/ 151 h 490"/>
                <a:gd name="T12" fmla="*/ 220 w 398"/>
                <a:gd name="T13" fmla="*/ 164 h 490"/>
                <a:gd name="T14" fmla="*/ 205 w 398"/>
                <a:gd name="T15" fmla="*/ 181 h 490"/>
                <a:gd name="T16" fmla="*/ 221 w 398"/>
                <a:gd name="T17" fmla="*/ 196 h 490"/>
                <a:gd name="T18" fmla="*/ 271 w 398"/>
                <a:gd name="T19" fmla="*/ 239 h 490"/>
                <a:gd name="T20" fmla="*/ 314 w 398"/>
                <a:gd name="T21" fmla="*/ 290 h 490"/>
                <a:gd name="T22" fmla="*/ 342 w 398"/>
                <a:gd name="T23" fmla="*/ 317 h 490"/>
                <a:gd name="T24" fmla="*/ 345 w 398"/>
                <a:gd name="T25" fmla="*/ 331 h 490"/>
                <a:gd name="T26" fmla="*/ 371 w 398"/>
                <a:gd name="T27" fmla="*/ 355 h 490"/>
                <a:gd name="T28" fmla="*/ 397 w 398"/>
                <a:gd name="T29" fmla="*/ 409 h 490"/>
                <a:gd name="T30" fmla="*/ 394 w 398"/>
                <a:gd name="T31" fmla="*/ 455 h 490"/>
                <a:gd name="T32" fmla="*/ 366 w 398"/>
                <a:gd name="T33" fmla="*/ 469 h 490"/>
                <a:gd name="T34" fmla="*/ 338 w 398"/>
                <a:gd name="T35" fmla="*/ 464 h 490"/>
                <a:gd name="T36" fmla="*/ 313 w 398"/>
                <a:gd name="T37" fmla="*/ 490 h 490"/>
                <a:gd name="T38" fmla="*/ 276 w 398"/>
                <a:gd name="T39" fmla="*/ 474 h 490"/>
                <a:gd name="T40" fmla="*/ 287 w 398"/>
                <a:gd name="T41" fmla="*/ 459 h 490"/>
                <a:gd name="T42" fmla="*/ 290 w 398"/>
                <a:gd name="T43" fmla="*/ 398 h 490"/>
                <a:gd name="T44" fmla="*/ 276 w 398"/>
                <a:gd name="T45" fmla="*/ 380 h 490"/>
                <a:gd name="T46" fmla="*/ 257 w 398"/>
                <a:gd name="T47" fmla="*/ 367 h 490"/>
                <a:gd name="T48" fmla="*/ 247 w 398"/>
                <a:gd name="T49" fmla="*/ 321 h 490"/>
                <a:gd name="T50" fmla="*/ 237 w 398"/>
                <a:gd name="T51" fmla="*/ 286 h 490"/>
                <a:gd name="T52" fmla="*/ 220 w 398"/>
                <a:gd name="T53" fmla="*/ 270 h 490"/>
                <a:gd name="T54" fmla="*/ 195 w 398"/>
                <a:gd name="T55" fmla="*/ 240 h 490"/>
                <a:gd name="T56" fmla="*/ 161 w 398"/>
                <a:gd name="T57" fmla="*/ 243 h 490"/>
                <a:gd name="T58" fmla="*/ 145 w 398"/>
                <a:gd name="T59" fmla="*/ 261 h 490"/>
                <a:gd name="T60" fmla="*/ 115 w 398"/>
                <a:gd name="T61" fmla="*/ 261 h 490"/>
                <a:gd name="T62" fmla="*/ 93 w 398"/>
                <a:gd name="T63" fmla="*/ 251 h 490"/>
                <a:gd name="T64" fmla="*/ 55 w 398"/>
                <a:gd name="T65" fmla="*/ 274 h 490"/>
                <a:gd name="T66" fmla="*/ 44 w 398"/>
                <a:gd name="T67" fmla="*/ 282 h 490"/>
                <a:gd name="T68" fmla="*/ 48 w 398"/>
                <a:gd name="T69" fmla="*/ 231 h 490"/>
                <a:gd name="T70" fmla="*/ 54 w 398"/>
                <a:gd name="T71" fmla="*/ 202 h 490"/>
                <a:gd name="T72" fmla="*/ 50 w 398"/>
                <a:gd name="T73" fmla="*/ 165 h 490"/>
                <a:gd name="T74" fmla="*/ 21 w 398"/>
                <a:gd name="T75" fmla="*/ 163 h 490"/>
                <a:gd name="T76" fmla="*/ 12 w 398"/>
                <a:gd name="T77" fmla="*/ 121 h 490"/>
                <a:gd name="T78" fmla="*/ 0 w 398"/>
                <a:gd name="T79" fmla="*/ 113 h 490"/>
                <a:gd name="T80" fmla="*/ 5 w 398"/>
                <a:gd name="T81" fmla="*/ 99 h 490"/>
                <a:gd name="T82" fmla="*/ 23 w 398"/>
                <a:gd name="T83" fmla="*/ 92 h 490"/>
                <a:gd name="T84" fmla="*/ 48 w 398"/>
                <a:gd name="T85" fmla="*/ 61 h 490"/>
                <a:gd name="T86" fmla="*/ 59 w 398"/>
                <a:gd name="T87" fmla="*/ 76 h 490"/>
                <a:gd name="T88" fmla="*/ 85 w 398"/>
                <a:gd name="T89" fmla="*/ 52 h 490"/>
                <a:gd name="T90" fmla="*/ 77 w 398"/>
                <a:gd name="T91" fmla="*/ 7 h 490"/>
                <a:gd name="T92" fmla="*/ 106 w 398"/>
                <a:gd name="T93" fmla="*/ 3 h 4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4" name="Freeform 183">
              <a:extLst>
                <a:ext uri="{FF2B5EF4-FFF2-40B4-BE49-F238E27FC236}">
                  <a16:creationId xmlns:a16="http://schemas.microsoft.com/office/drawing/2014/main" id="{180CB4B0-D509-367D-07C5-DDF238CA041D}"/>
                </a:ext>
              </a:extLst>
            </p:cNvPr>
            <p:cNvSpPr>
              <a:spLocks noChangeAspect="1"/>
            </p:cNvSpPr>
            <p:nvPr/>
          </p:nvSpPr>
          <p:spPr bwMode="gray">
            <a:xfrm>
              <a:off x="5846845" y="3320254"/>
              <a:ext cx="34337" cy="54502"/>
            </a:xfrm>
            <a:custGeom>
              <a:avLst/>
              <a:gdLst>
                <a:gd name="T0" fmla="*/ 130 w 190"/>
                <a:gd name="T1" fmla="*/ 5 h 285"/>
                <a:gd name="T2" fmla="*/ 156 w 190"/>
                <a:gd name="T3" fmla="*/ 46 h 285"/>
                <a:gd name="T4" fmla="*/ 173 w 190"/>
                <a:gd name="T5" fmla="*/ 73 h 285"/>
                <a:gd name="T6" fmla="*/ 184 w 190"/>
                <a:gd name="T7" fmla="*/ 113 h 285"/>
                <a:gd name="T8" fmla="*/ 184 w 190"/>
                <a:gd name="T9" fmla="*/ 170 h 285"/>
                <a:gd name="T10" fmla="*/ 181 w 190"/>
                <a:gd name="T11" fmla="*/ 201 h 285"/>
                <a:gd name="T12" fmla="*/ 163 w 190"/>
                <a:gd name="T13" fmla="*/ 228 h 285"/>
                <a:gd name="T14" fmla="*/ 142 w 190"/>
                <a:gd name="T15" fmla="*/ 233 h 285"/>
                <a:gd name="T16" fmla="*/ 131 w 190"/>
                <a:gd name="T17" fmla="*/ 235 h 285"/>
                <a:gd name="T18" fmla="*/ 120 w 190"/>
                <a:gd name="T19" fmla="*/ 252 h 285"/>
                <a:gd name="T20" fmla="*/ 111 w 190"/>
                <a:gd name="T21" fmla="*/ 245 h 285"/>
                <a:gd name="T22" fmla="*/ 95 w 190"/>
                <a:gd name="T23" fmla="*/ 241 h 285"/>
                <a:gd name="T24" fmla="*/ 88 w 190"/>
                <a:gd name="T25" fmla="*/ 252 h 285"/>
                <a:gd name="T26" fmla="*/ 79 w 190"/>
                <a:gd name="T27" fmla="*/ 263 h 285"/>
                <a:gd name="T28" fmla="*/ 72 w 190"/>
                <a:gd name="T29" fmla="*/ 252 h 285"/>
                <a:gd name="T30" fmla="*/ 66 w 190"/>
                <a:gd name="T31" fmla="*/ 272 h 285"/>
                <a:gd name="T32" fmla="*/ 57 w 190"/>
                <a:gd name="T33" fmla="*/ 269 h 285"/>
                <a:gd name="T34" fmla="*/ 66 w 190"/>
                <a:gd name="T35" fmla="*/ 257 h 285"/>
                <a:gd name="T36" fmla="*/ 51 w 190"/>
                <a:gd name="T37" fmla="*/ 264 h 285"/>
                <a:gd name="T38" fmla="*/ 38 w 190"/>
                <a:gd name="T39" fmla="*/ 276 h 285"/>
                <a:gd name="T40" fmla="*/ 31 w 190"/>
                <a:gd name="T41" fmla="*/ 274 h 285"/>
                <a:gd name="T42" fmla="*/ 20 w 190"/>
                <a:gd name="T43" fmla="*/ 274 h 285"/>
                <a:gd name="T44" fmla="*/ 8 w 190"/>
                <a:gd name="T45" fmla="*/ 285 h 285"/>
                <a:gd name="T46" fmla="*/ 9 w 190"/>
                <a:gd name="T47" fmla="*/ 273 h 285"/>
                <a:gd name="T48" fmla="*/ 22 w 190"/>
                <a:gd name="T49" fmla="*/ 267 h 285"/>
                <a:gd name="T50" fmla="*/ 24 w 190"/>
                <a:gd name="T51" fmla="*/ 253 h 285"/>
                <a:gd name="T52" fmla="*/ 13 w 190"/>
                <a:gd name="T53" fmla="*/ 256 h 285"/>
                <a:gd name="T54" fmla="*/ 15 w 190"/>
                <a:gd name="T55" fmla="*/ 235 h 285"/>
                <a:gd name="T56" fmla="*/ 20 w 190"/>
                <a:gd name="T57" fmla="*/ 212 h 285"/>
                <a:gd name="T58" fmla="*/ 23 w 190"/>
                <a:gd name="T59" fmla="*/ 199 h 285"/>
                <a:gd name="T60" fmla="*/ 34 w 190"/>
                <a:gd name="T61" fmla="*/ 186 h 285"/>
                <a:gd name="T62" fmla="*/ 30 w 190"/>
                <a:gd name="T63" fmla="*/ 174 h 285"/>
                <a:gd name="T64" fmla="*/ 23 w 190"/>
                <a:gd name="T65" fmla="*/ 155 h 285"/>
                <a:gd name="T66" fmla="*/ 19 w 190"/>
                <a:gd name="T67" fmla="*/ 129 h 285"/>
                <a:gd name="T68" fmla="*/ 15 w 190"/>
                <a:gd name="T69" fmla="*/ 139 h 285"/>
                <a:gd name="T70" fmla="*/ 4 w 190"/>
                <a:gd name="T71" fmla="*/ 132 h 285"/>
                <a:gd name="T72" fmla="*/ 1 w 190"/>
                <a:gd name="T73" fmla="*/ 123 h 285"/>
                <a:gd name="T74" fmla="*/ 17 w 190"/>
                <a:gd name="T75" fmla="*/ 115 h 285"/>
                <a:gd name="T76" fmla="*/ 39 w 190"/>
                <a:gd name="T77" fmla="*/ 117 h 285"/>
                <a:gd name="T78" fmla="*/ 38 w 190"/>
                <a:gd name="T79" fmla="*/ 108 h 285"/>
                <a:gd name="T80" fmla="*/ 34 w 190"/>
                <a:gd name="T81" fmla="*/ 95 h 285"/>
                <a:gd name="T82" fmla="*/ 38 w 190"/>
                <a:gd name="T83" fmla="*/ 86 h 285"/>
                <a:gd name="T84" fmla="*/ 29 w 190"/>
                <a:gd name="T85" fmla="*/ 83 h 285"/>
                <a:gd name="T86" fmla="*/ 24 w 190"/>
                <a:gd name="T87" fmla="*/ 72 h 285"/>
                <a:gd name="T88" fmla="*/ 22 w 190"/>
                <a:gd name="T89" fmla="*/ 64 h 285"/>
                <a:gd name="T90" fmla="*/ 19 w 190"/>
                <a:gd name="T91" fmla="*/ 53 h 285"/>
                <a:gd name="T92" fmla="*/ 36 w 190"/>
                <a:gd name="T93" fmla="*/ 45 h 285"/>
                <a:gd name="T94" fmla="*/ 76 w 190"/>
                <a:gd name="T95" fmla="*/ 21 h 285"/>
                <a:gd name="T96" fmla="*/ 108 w 190"/>
                <a:gd name="T97" fmla="*/ 16 h 2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5" name="Freeform 184">
              <a:extLst>
                <a:ext uri="{FF2B5EF4-FFF2-40B4-BE49-F238E27FC236}">
                  <a16:creationId xmlns:a16="http://schemas.microsoft.com/office/drawing/2014/main" id="{3E07F4F1-DB14-F762-9C94-5B3982E9C070}"/>
                </a:ext>
              </a:extLst>
            </p:cNvPr>
            <p:cNvSpPr>
              <a:spLocks noChangeAspect="1"/>
            </p:cNvSpPr>
            <p:nvPr/>
          </p:nvSpPr>
          <p:spPr bwMode="gray">
            <a:xfrm>
              <a:off x="5470457" y="3114278"/>
              <a:ext cx="311016" cy="163507"/>
            </a:xfrm>
            <a:custGeom>
              <a:avLst/>
              <a:gdLst>
                <a:gd name="T0" fmla="*/ 46 w 1734"/>
                <a:gd name="T1" fmla="*/ 227 h 848"/>
                <a:gd name="T2" fmla="*/ 129 w 1734"/>
                <a:gd name="T3" fmla="*/ 180 h 848"/>
                <a:gd name="T4" fmla="*/ 243 w 1734"/>
                <a:gd name="T5" fmla="*/ 132 h 848"/>
                <a:gd name="T6" fmla="*/ 313 w 1734"/>
                <a:gd name="T7" fmla="*/ 149 h 848"/>
                <a:gd name="T8" fmla="*/ 387 w 1734"/>
                <a:gd name="T9" fmla="*/ 187 h 848"/>
                <a:gd name="T10" fmla="*/ 508 w 1734"/>
                <a:gd name="T11" fmla="*/ 190 h 848"/>
                <a:gd name="T12" fmla="*/ 552 w 1734"/>
                <a:gd name="T13" fmla="*/ 160 h 848"/>
                <a:gd name="T14" fmla="*/ 554 w 1734"/>
                <a:gd name="T15" fmla="*/ 99 h 848"/>
                <a:gd name="T16" fmla="*/ 582 w 1734"/>
                <a:gd name="T17" fmla="*/ 33 h 848"/>
                <a:gd name="T18" fmla="*/ 645 w 1734"/>
                <a:gd name="T19" fmla="*/ 6 h 848"/>
                <a:gd name="T20" fmla="*/ 731 w 1734"/>
                <a:gd name="T21" fmla="*/ 47 h 848"/>
                <a:gd name="T22" fmla="*/ 787 w 1734"/>
                <a:gd name="T23" fmla="*/ 103 h 848"/>
                <a:gd name="T24" fmla="*/ 830 w 1734"/>
                <a:gd name="T25" fmla="*/ 154 h 848"/>
                <a:gd name="T26" fmla="*/ 944 w 1734"/>
                <a:gd name="T27" fmla="*/ 132 h 848"/>
                <a:gd name="T28" fmla="*/ 1034 w 1734"/>
                <a:gd name="T29" fmla="*/ 169 h 848"/>
                <a:gd name="T30" fmla="*/ 1104 w 1734"/>
                <a:gd name="T31" fmla="*/ 201 h 848"/>
                <a:gd name="T32" fmla="*/ 1200 w 1734"/>
                <a:gd name="T33" fmla="*/ 249 h 848"/>
                <a:gd name="T34" fmla="*/ 1317 w 1734"/>
                <a:gd name="T35" fmla="*/ 237 h 848"/>
                <a:gd name="T36" fmla="*/ 1439 w 1734"/>
                <a:gd name="T37" fmla="*/ 179 h 848"/>
                <a:gd name="T38" fmla="*/ 1528 w 1734"/>
                <a:gd name="T39" fmla="*/ 199 h 848"/>
                <a:gd name="T40" fmla="*/ 1565 w 1734"/>
                <a:gd name="T41" fmla="*/ 195 h 848"/>
                <a:gd name="T42" fmla="*/ 1525 w 1734"/>
                <a:gd name="T43" fmla="*/ 255 h 848"/>
                <a:gd name="T44" fmla="*/ 1517 w 1734"/>
                <a:gd name="T45" fmla="*/ 325 h 848"/>
                <a:gd name="T46" fmla="*/ 1570 w 1734"/>
                <a:gd name="T47" fmla="*/ 391 h 848"/>
                <a:gd name="T48" fmla="*/ 1667 w 1734"/>
                <a:gd name="T49" fmla="*/ 348 h 848"/>
                <a:gd name="T50" fmla="*/ 1721 w 1734"/>
                <a:gd name="T51" fmla="*/ 415 h 848"/>
                <a:gd name="T52" fmla="*/ 1734 w 1734"/>
                <a:gd name="T53" fmla="*/ 458 h 848"/>
                <a:gd name="T54" fmla="*/ 1663 w 1734"/>
                <a:gd name="T55" fmla="*/ 461 h 848"/>
                <a:gd name="T56" fmla="*/ 1576 w 1734"/>
                <a:gd name="T57" fmla="*/ 482 h 848"/>
                <a:gd name="T58" fmla="*/ 1489 w 1734"/>
                <a:gd name="T59" fmla="*/ 551 h 848"/>
                <a:gd name="T60" fmla="*/ 1411 w 1734"/>
                <a:gd name="T61" fmla="*/ 611 h 848"/>
                <a:gd name="T62" fmla="*/ 1344 w 1734"/>
                <a:gd name="T63" fmla="*/ 588 h 848"/>
                <a:gd name="T64" fmla="*/ 1298 w 1734"/>
                <a:gd name="T65" fmla="*/ 646 h 848"/>
                <a:gd name="T66" fmla="*/ 1255 w 1734"/>
                <a:gd name="T67" fmla="*/ 752 h 848"/>
                <a:gd name="T68" fmla="*/ 1163 w 1734"/>
                <a:gd name="T69" fmla="*/ 789 h 848"/>
                <a:gd name="T70" fmla="*/ 1088 w 1734"/>
                <a:gd name="T71" fmla="*/ 788 h 848"/>
                <a:gd name="T72" fmla="*/ 1014 w 1734"/>
                <a:gd name="T73" fmla="*/ 815 h 848"/>
                <a:gd name="T74" fmla="*/ 942 w 1734"/>
                <a:gd name="T75" fmla="*/ 847 h 848"/>
                <a:gd name="T76" fmla="*/ 903 w 1734"/>
                <a:gd name="T77" fmla="*/ 834 h 848"/>
                <a:gd name="T78" fmla="*/ 801 w 1734"/>
                <a:gd name="T79" fmla="*/ 805 h 848"/>
                <a:gd name="T80" fmla="*/ 744 w 1734"/>
                <a:gd name="T81" fmla="*/ 767 h 848"/>
                <a:gd name="T82" fmla="*/ 527 w 1734"/>
                <a:gd name="T83" fmla="*/ 766 h 848"/>
                <a:gd name="T84" fmla="*/ 463 w 1734"/>
                <a:gd name="T85" fmla="*/ 730 h 848"/>
                <a:gd name="T86" fmla="*/ 421 w 1734"/>
                <a:gd name="T87" fmla="*/ 659 h 848"/>
                <a:gd name="T88" fmla="*/ 353 w 1734"/>
                <a:gd name="T89" fmla="*/ 625 h 848"/>
                <a:gd name="T90" fmla="*/ 280 w 1734"/>
                <a:gd name="T91" fmla="*/ 590 h 848"/>
                <a:gd name="T92" fmla="*/ 211 w 1734"/>
                <a:gd name="T93" fmla="*/ 584 h 848"/>
                <a:gd name="T94" fmla="*/ 158 w 1734"/>
                <a:gd name="T95" fmla="*/ 552 h 848"/>
                <a:gd name="T96" fmla="*/ 163 w 1734"/>
                <a:gd name="T97" fmla="*/ 470 h 848"/>
                <a:gd name="T98" fmla="*/ 124 w 1734"/>
                <a:gd name="T99" fmla="*/ 372 h 848"/>
                <a:gd name="T100" fmla="*/ 70 w 1734"/>
                <a:gd name="T101" fmla="*/ 369 h 848"/>
                <a:gd name="T102" fmla="*/ 3 w 1734"/>
                <a:gd name="T103" fmla="*/ 288 h 8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6" name="Freeform 185">
              <a:extLst>
                <a:ext uri="{FF2B5EF4-FFF2-40B4-BE49-F238E27FC236}">
                  <a16:creationId xmlns:a16="http://schemas.microsoft.com/office/drawing/2014/main" id="{8277977B-55D3-482B-462F-3A54BA6581E3}"/>
                </a:ext>
              </a:extLst>
            </p:cNvPr>
            <p:cNvSpPr>
              <a:spLocks noChangeAspect="1"/>
            </p:cNvSpPr>
            <p:nvPr/>
          </p:nvSpPr>
          <p:spPr bwMode="gray">
            <a:xfrm>
              <a:off x="5675160" y="3541803"/>
              <a:ext cx="23112" cy="21942"/>
            </a:xfrm>
            <a:custGeom>
              <a:avLst/>
              <a:gdLst>
                <a:gd name="T0" fmla="*/ 102 w 127"/>
                <a:gd name="T1" fmla="*/ 5 h 113"/>
                <a:gd name="T2" fmla="*/ 100 w 127"/>
                <a:gd name="T3" fmla="*/ 5 h 113"/>
                <a:gd name="T4" fmla="*/ 105 w 127"/>
                <a:gd name="T5" fmla="*/ 0 h 113"/>
                <a:gd name="T6" fmla="*/ 112 w 127"/>
                <a:gd name="T7" fmla="*/ 5 h 113"/>
                <a:gd name="T8" fmla="*/ 123 w 127"/>
                <a:gd name="T9" fmla="*/ 8 h 113"/>
                <a:gd name="T10" fmla="*/ 127 w 127"/>
                <a:gd name="T11" fmla="*/ 20 h 113"/>
                <a:gd name="T12" fmla="*/ 127 w 127"/>
                <a:gd name="T13" fmla="*/ 27 h 113"/>
                <a:gd name="T14" fmla="*/ 117 w 127"/>
                <a:gd name="T15" fmla="*/ 37 h 113"/>
                <a:gd name="T16" fmla="*/ 105 w 127"/>
                <a:gd name="T17" fmla="*/ 61 h 113"/>
                <a:gd name="T18" fmla="*/ 100 w 127"/>
                <a:gd name="T19" fmla="*/ 79 h 113"/>
                <a:gd name="T20" fmla="*/ 91 w 127"/>
                <a:gd name="T21" fmla="*/ 85 h 113"/>
                <a:gd name="T22" fmla="*/ 78 w 127"/>
                <a:gd name="T23" fmla="*/ 99 h 113"/>
                <a:gd name="T24" fmla="*/ 66 w 127"/>
                <a:gd name="T25" fmla="*/ 101 h 113"/>
                <a:gd name="T26" fmla="*/ 59 w 127"/>
                <a:gd name="T27" fmla="*/ 113 h 113"/>
                <a:gd name="T28" fmla="*/ 53 w 127"/>
                <a:gd name="T29" fmla="*/ 112 h 113"/>
                <a:gd name="T30" fmla="*/ 48 w 127"/>
                <a:gd name="T31" fmla="*/ 109 h 113"/>
                <a:gd name="T32" fmla="*/ 11 w 127"/>
                <a:gd name="T33" fmla="*/ 97 h 113"/>
                <a:gd name="T34" fmla="*/ 3 w 127"/>
                <a:gd name="T35" fmla="*/ 86 h 113"/>
                <a:gd name="T36" fmla="*/ 0 w 127"/>
                <a:gd name="T37" fmla="*/ 50 h 113"/>
                <a:gd name="T38" fmla="*/ 6 w 127"/>
                <a:gd name="T39" fmla="*/ 45 h 113"/>
                <a:gd name="T40" fmla="*/ 19 w 127"/>
                <a:gd name="T41" fmla="*/ 31 h 113"/>
                <a:gd name="T42" fmla="*/ 28 w 127"/>
                <a:gd name="T43" fmla="*/ 24 h 113"/>
                <a:gd name="T44" fmla="*/ 30 w 127"/>
                <a:gd name="T45" fmla="*/ 20 h 113"/>
                <a:gd name="T46" fmla="*/ 37 w 127"/>
                <a:gd name="T47" fmla="*/ 15 h 113"/>
                <a:gd name="T48" fmla="*/ 49 w 127"/>
                <a:gd name="T49" fmla="*/ 10 h 113"/>
                <a:gd name="T50" fmla="*/ 78 w 127"/>
                <a:gd name="T51" fmla="*/ 9 h 113"/>
                <a:gd name="T52" fmla="*/ 85 w 127"/>
                <a:gd name="T53" fmla="*/ 4 h 113"/>
                <a:gd name="T54" fmla="*/ 92 w 127"/>
                <a:gd name="T55" fmla="*/ 5 h 113"/>
                <a:gd name="T56" fmla="*/ 97 w 127"/>
                <a:gd name="T57" fmla="*/ 4 h 113"/>
                <a:gd name="T58" fmla="*/ 102 w 127"/>
                <a:gd name="T59" fmla="*/ 5 h 1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7" name="Freeform 186">
              <a:extLst>
                <a:ext uri="{FF2B5EF4-FFF2-40B4-BE49-F238E27FC236}">
                  <a16:creationId xmlns:a16="http://schemas.microsoft.com/office/drawing/2014/main" id="{5367A97C-2E4E-7D8A-F9AC-87FD54E9172B}"/>
                </a:ext>
              </a:extLst>
            </p:cNvPr>
            <p:cNvSpPr>
              <a:spLocks noChangeAspect="1"/>
            </p:cNvSpPr>
            <p:nvPr/>
          </p:nvSpPr>
          <p:spPr bwMode="gray">
            <a:xfrm>
              <a:off x="5830338" y="3258674"/>
              <a:ext cx="61411" cy="72906"/>
            </a:xfrm>
            <a:custGeom>
              <a:avLst/>
              <a:gdLst>
                <a:gd name="T0" fmla="*/ 220 w 349"/>
                <a:gd name="T1" fmla="*/ 310 h 377"/>
                <a:gd name="T2" fmla="*/ 185 w 349"/>
                <a:gd name="T3" fmla="*/ 277 h 377"/>
                <a:gd name="T4" fmla="*/ 169 w 349"/>
                <a:gd name="T5" fmla="*/ 266 h 377"/>
                <a:gd name="T6" fmla="*/ 174 w 349"/>
                <a:gd name="T7" fmla="*/ 262 h 377"/>
                <a:gd name="T8" fmla="*/ 174 w 349"/>
                <a:gd name="T9" fmla="*/ 236 h 377"/>
                <a:gd name="T10" fmla="*/ 186 w 349"/>
                <a:gd name="T11" fmla="*/ 226 h 377"/>
                <a:gd name="T12" fmla="*/ 199 w 349"/>
                <a:gd name="T13" fmla="*/ 212 h 377"/>
                <a:gd name="T14" fmla="*/ 235 w 349"/>
                <a:gd name="T15" fmla="*/ 200 h 377"/>
                <a:gd name="T16" fmla="*/ 257 w 349"/>
                <a:gd name="T17" fmla="*/ 181 h 377"/>
                <a:gd name="T18" fmla="*/ 289 w 349"/>
                <a:gd name="T19" fmla="*/ 155 h 377"/>
                <a:gd name="T20" fmla="*/ 297 w 349"/>
                <a:gd name="T21" fmla="*/ 121 h 377"/>
                <a:gd name="T22" fmla="*/ 295 w 349"/>
                <a:gd name="T23" fmla="*/ 101 h 377"/>
                <a:gd name="T24" fmla="*/ 308 w 349"/>
                <a:gd name="T25" fmla="*/ 80 h 377"/>
                <a:gd name="T26" fmla="*/ 342 w 349"/>
                <a:gd name="T27" fmla="*/ 46 h 377"/>
                <a:gd name="T28" fmla="*/ 347 w 349"/>
                <a:gd name="T29" fmla="*/ 41 h 377"/>
                <a:gd name="T30" fmla="*/ 343 w 349"/>
                <a:gd name="T31" fmla="*/ 27 h 377"/>
                <a:gd name="T32" fmla="*/ 327 w 349"/>
                <a:gd name="T33" fmla="*/ 11 h 377"/>
                <a:gd name="T34" fmla="*/ 305 w 349"/>
                <a:gd name="T35" fmla="*/ 9 h 377"/>
                <a:gd name="T36" fmla="*/ 288 w 349"/>
                <a:gd name="T37" fmla="*/ 44 h 377"/>
                <a:gd name="T38" fmla="*/ 233 w 349"/>
                <a:gd name="T39" fmla="*/ 74 h 377"/>
                <a:gd name="T40" fmla="*/ 208 w 349"/>
                <a:gd name="T41" fmla="*/ 83 h 377"/>
                <a:gd name="T42" fmla="*/ 172 w 349"/>
                <a:gd name="T43" fmla="*/ 118 h 377"/>
                <a:gd name="T44" fmla="*/ 139 w 349"/>
                <a:gd name="T45" fmla="*/ 103 h 377"/>
                <a:gd name="T46" fmla="*/ 102 w 349"/>
                <a:gd name="T47" fmla="*/ 142 h 377"/>
                <a:gd name="T48" fmla="*/ 45 w 349"/>
                <a:gd name="T49" fmla="*/ 178 h 377"/>
                <a:gd name="T50" fmla="*/ 2 w 349"/>
                <a:gd name="T51" fmla="*/ 220 h 377"/>
                <a:gd name="T52" fmla="*/ 13 w 349"/>
                <a:gd name="T53" fmla="*/ 235 h 377"/>
                <a:gd name="T54" fmla="*/ 30 w 349"/>
                <a:gd name="T55" fmla="*/ 239 h 377"/>
                <a:gd name="T56" fmla="*/ 57 w 349"/>
                <a:gd name="T57" fmla="*/ 245 h 377"/>
                <a:gd name="T58" fmla="*/ 59 w 349"/>
                <a:gd name="T59" fmla="*/ 258 h 377"/>
                <a:gd name="T60" fmla="*/ 50 w 349"/>
                <a:gd name="T61" fmla="*/ 301 h 377"/>
                <a:gd name="T62" fmla="*/ 59 w 349"/>
                <a:gd name="T63" fmla="*/ 307 h 377"/>
                <a:gd name="T64" fmla="*/ 43 w 349"/>
                <a:gd name="T65" fmla="*/ 320 h 377"/>
                <a:gd name="T66" fmla="*/ 32 w 349"/>
                <a:gd name="T67" fmla="*/ 339 h 377"/>
                <a:gd name="T68" fmla="*/ 40 w 349"/>
                <a:gd name="T69" fmla="*/ 353 h 377"/>
                <a:gd name="T70" fmla="*/ 48 w 349"/>
                <a:gd name="T71" fmla="*/ 355 h 377"/>
                <a:gd name="T72" fmla="*/ 40 w 349"/>
                <a:gd name="T73" fmla="*/ 361 h 377"/>
                <a:gd name="T74" fmla="*/ 47 w 349"/>
                <a:gd name="T75" fmla="*/ 366 h 377"/>
                <a:gd name="T76" fmla="*/ 53 w 349"/>
                <a:gd name="T77" fmla="*/ 377 h 377"/>
                <a:gd name="T78" fmla="*/ 64 w 349"/>
                <a:gd name="T79" fmla="*/ 372 h 377"/>
                <a:gd name="T80" fmla="*/ 74 w 349"/>
                <a:gd name="T81" fmla="*/ 360 h 377"/>
                <a:gd name="T82" fmla="*/ 78 w 349"/>
                <a:gd name="T83" fmla="*/ 356 h 377"/>
                <a:gd name="T84" fmla="*/ 91 w 349"/>
                <a:gd name="T85" fmla="*/ 368 h 377"/>
                <a:gd name="T86" fmla="*/ 102 w 349"/>
                <a:gd name="T87" fmla="*/ 369 h 377"/>
                <a:gd name="T88" fmla="*/ 121 w 349"/>
                <a:gd name="T89" fmla="*/ 374 h 377"/>
                <a:gd name="T90" fmla="*/ 156 w 349"/>
                <a:gd name="T91" fmla="*/ 340 h 377"/>
                <a:gd name="T92" fmla="*/ 191 w 349"/>
                <a:gd name="T93" fmla="*/ 340 h 377"/>
                <a:gd name="T94" fmla="*/ 223 w 349"/>
                <a:gd name="T95" fmla="*/ 318 h 3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8" name="Freeform 208">
              <a:extLst>
                <a:ext uri="{FF2B5EF4-FFF2-40B4-BE49-F238E27FC236}">
                  <a16:creationId xmlns:a16="http://schemas.microsoft.com/office/drawing/2014/main" id="{7CD0A012-74F6-0D93-FACE-A1E03C429D62}"/>
                </a:ext>
              </a:extLst>
            </p:cNvPr>
            <p:cNvSpPr>
              <a:spLocks noChangeAspect="1"/>
            </p:cNvSpPr>
            <p:nvPr/>
          </p:nvSpPr>
          <p:spPr bwMode="gray">
            <a:xfrm>
              <a:off x="5158121" y="3219036"/>
              <a:ext cx="168384" cy="117499"/>
            </a:xfrm>
            <a:custGeom>
              <a:avLst/>
              <a:gdLst>
                <a:gd name="T0" fmla="*/ 0 w 940"/>
                <a:gd name="T1" fmla="*/ 260 h 612"/>
                <a:gd name="T2" fmla="*/ 56 w 940"/>
                <a:gd name="T3" fmla="*/ 310 h 612"/>
                <a:gd name="T4" fmla="*/ 63 w 940"/>
                <a:gd name="T5" fmla="*/ 274 h 612"/>
                <a:gd name="T6" fmla="*/ 96 w 940"/>
                <a:gd name="T7" fmla="*/ 260 h 612"/>
                <a:gd name="T8" fmla="*/ 115 w 940"/>
                <a:gd name="T9" fmla="*/ 238 h 612"/>
                <a:gd name="T10" fmla="*/ 127 w 940"/>
                <a:gd name="T11" fmla="*/ 234 h 612"/>
                <a:gd name="T12" fmla="*/ 143 w 940"/>
                <a:gd name="T13" fmla="*/ 220 h 612"/>
                <a:gd name="T14" fmla="*/ 183 w 940"/>
                <a:gd name="T15" fmla="*/ 250 h 612"/>
                <a:gd name="T16" fmla="*/ 220 w 940"/>
                <a:gd name="T17" fmla="*/ 262 h 612"/>
                <a:gd name="T18" fmla="*/ 231 w 940"/>
                <a:gd name="T19" fmla="*/ 287 h 612"/>
                <a:gd name="T20" fmla="*/ 223 w 940"/>
                <a:gd name="T21" fmla="*/ 314 h 612"/>
                <a:gd name="T22" fmla="*/ 267 w 940"/>
                <a:gd name="T23" fmla="*/ 330 h 612"/>
                <a:gd name="T24" fmla="*/ 306 w 940"/>
                <a:gd name="T25" fmla="*/ 321 h 612"/>
                <a:gd name="T26" fmla="*/ 333 w 940"/>
                <a:gd name="T27" fmla="*/ 351 h 612"/>
                <a:gd name="T28" fmla="*/ 350 w 940"/>
                <a:gd name="T29" fmla="*/ 384 h 612"/>
                <a:gd name="T30" fmla="*/ 365 w 940"/>
                <a:gd name="T31" fmla="*/ 429 h 612"/>
                <a:gd name="T32" fmla="*/ 460 w 940"/>
                <a:gd name="T33" fmla="*/ 489 h 612"/>
                <a:gd name="T34" fmla="*/ 521 w 940"/>
                <a:gd name="T35" fmla="*/ 542 h 612"/>
                <a:gd name="T36" fmla="*/ 567 w 940"/>
                <a:gd name="T37" fmla="*/ 547 h 612"/>
                <a:gd name="T38" fmla="*/ 581 w 940"/>
                <a:gd name="T39" fmla="*/ 569 h 612"/>
                <a:gd name="T40" fmla="*/ 578 w 940"/>
                <a:gd name="T41" fmla="*/ 606 h 612"/>
                <a:gd name="T42" fmla="*/ 630 w 940"/>
                <a:gd name="T43" fmla="*/ 610 h 612"/>
                <a:gd name="T44" fmla="*/ 646 w 940"/>
                <a:gd name="T45" fmla="*/ 595 h 612"/>
                <a:gd name="T46" fmla="*/ 671 w 940"/>
                <a:gd name="T47" fmla="*/ 559 h 612"/>
                <a:gd name="T48" fmla="*/ 670 w 940"/>
                <a:gd name="T49" fmla="*/ 536 h 612"/>
                <a:gd name="T50" fmla="*/ 666 w 940"/>
                <a:gd name="T51" fmla="*/ 498 h 612"/>
                <a:gd name="T52" fmla="*/ 640 w 940"/>
                <a:gd name="T53" fmla="*/ 486 h 612"/>
                <a:gd name="T54" fmla="*/ 632 w 940"/>
                <a:gd name="T55" fmla="*/ 462 h 612"/>
                <a:gd name="T56" fmla="*/ 650 w 940"/>
                <a:gd name="T57" fmla="*/ 443 h 612"/>
                <a:gd name="T58" fmla="*/ 687 w 940"/>
                <a:gd name="T59" fmla="*/ 446 h 612"/>
                <a:gd name="T60" fmla="*/ 723 w 940"/>
                <a:gd name="T61" fmla="*/ 409 h 612"/>
                <a:gd name="T62" fmla="*/ 726 w 940"/>
                <a:gd name="T63" fmla="*/ 382 h 612"/>
                <a:gd name="T64" fmla="*/ 747 w 940"/>
                <a:gd name="T65" fmla="*/ 370 h 612"/>
                <a:gd name="T66" fmla="*/ 788 w 940"/>
                <a:gd name="T67" fmla="*/ 347 h 612"/>
                <a:gd name="T68" fmla="*/ 807 w 940"/>
                <a:gd name="T69" fmla="*/ 357 h 612"/>
                <a:gd name="T70" fmla="*/ 791 w 940"/>
                <a:gd name="T71" fmla="*/ 380 h 612"/>
                <a:gd name="T72" fmla="*/ 816 w 940"/>
                <a:gd name="T73" fmla="*/ 398 h 612"/>
                <a:gd name="T74" fmla="*/ 855 w 940"/>
                <a:gd name="T75" fmla="*/ 403 h 612"/>
                <a:gd name="T76" fmla="*/ 888 w 940"/>
                <a:gd name="T77" fmla="*/ 385 h 612"/>
                <a:gd name="T78" fmla="*/ 915 w 940"/>
                <a:gd name="T79" fmla="*/ 378 h 612"/>
                <a:gd name="T80" fmla="*/ 933 w 940"/>
                <a:gd name="T81" fmla="*/ 354 h 612"/>
                <a:gd name="T82" fmla="*/ 890 w 940"/>
                <a:gd name="T83" fmla="*/ 342 h 612"/>
                <a:gd name="T84" fmla="*/ 865 w 940"/>
                <a:gd name="T85" fmla="*/ 314 h 612"/>
                <a:gd name="T86" fmla="*/ 843 w 940"/>
                <a:gd name="T87" fmla="*/ 337 h 612"/>
                <a:gd name="T88" fmla="*/ 796 w 940"/>
                <a:gd name="T89" fmla="*/ 317 h 612"/>
                <a:gd name="T90" fmla="*/ 798 w 940"/>
                <a:gd name="T91" fmla="*/ 292 h 612"/>
                <a:gd name="T92" fmla="*/ 833 w 940"/>
                <a:gd name="T93" fmla="*/ 253 h 612"/>
                <a:gd name="T94" fmla="*/ 795 w 940"/>
                <a:gd name="T95" fmla="*/ 271 h 612"/>
                <a:gd name="T96" fmla="*/ 753 w 940"/>
                <a:gd name="T97" fmla="*/ 298 h 612"/>
                <a:gd name="T98" fmla="*/ 719 w 940"/>
                <a:gd name="T99" fmla="*/ 320 h 612"/>
                <a:gd name="T100" fmla="*/ 699 w 940"/>
                <a:gd name="T101" fmla="*/ 343 h 612"/>
                <a:gd name="T102" fmla="*/ 654 w 940"/>
                <a:gd name="T103" fmla="*/ 325 h 612"/>
                <a:gd name="T104" fmla="*/ 553 w 940"/>
                <a:gd name="T105" fmla="*/ 266 h 612"/>
                <a:gd name="T106" fmla="*/ 547 w 940"/>
                <a:gd name="T107" fmla="*/ 207 h 612"/>
                <a:gd name="T108" fmla="*/ 498 w 940"/>
                <a:gd name="T109" fmla="*/ 150 h 612"/>
                <a:gd name="T110" fmla="*/ 331 w 940"/>
                <a:gd name="T111" fmla="*/ 161 h 612"/>
                <a:gd name="T112" fmla="*/ 210 w 940"/>
                <a:gd name="T113" fmla="*/ 42 h 612"/>
                <a:gd name="T114" fmla="*/ 0 w 940"/>
                <a:gd name="T115" fmla="*/ 51 h 6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29" name="Freeform 209">
              <a:extLst>
                <a:ext uri="{FF2B5EF4-FFF2-40B4-BE49-F238E27FC236}">
                  <a16:creationId xmlns:a16="http://schemas.microsoft.com/office/drawing/2014/main" id="{E841FF41-C645-E431-8A16-70F26F1628DE}"/>
                </a:ext>
              </a:extLst>
            </p:cNvPr>
            <p:cNvSpPr>
              <a:spLocks noChangeAspect="1"/>
            </p:cNvSpPr>
            <p:nvPr/>
          </p:nvSpPr>
          <p:spPr bwMode="gray">
            <a:xfrm>
              <a:off x="5123123" y="3259382"/>
              <a:ext cx="139330" cy="104050"/>
            </a:xfrm>
            <a:custGeom>
              <a:avLst/>
              <a:gdLst>
                <a:gd name="T0" fmla="*/ 249 w 778"/>
                <a:gd name="T1" fmla="*/ 96 h 536"/>
                <a:gd name="T2" fmla="*/ 256 w 778"/>
                <a:gd name="T3" fmla="*/ 60 h 536"/>
                <a:gd name="T4" fmla="*/ 289 w 778"/>
                <a:gd name="T5" fmla="*/ 46 h 536"/>
                <a:gd name="T6" fmla="*/ 308 w 778"/>
                <a:gd name="T7" fmla="*/ 24 h 536"/>
                <a:gd name="T8" fmla="*/ 320 w 778"/>
                <a:gd name="T9" fmla="*/ 20 h 536"/>
                <a:gd name="T10" fmla="*/ 336 w 778"/>
                <a:gd name="T11" fmla="*/ 6 h 536"/>
                <a:gd name="T12" fmla="*/ 376 w 778"/>
                <a:gd name="T13" fmla="*/ 36 h 536"/>
                <a:gd name="T14" fmla="*/ 413 w 778"/>
                <a:gd name="T15" fmla="*/ 48 h 536"/>
                <a:gd name="T16" fmla="*/ 424 w 778"/>
                <a:gd name="T17" fmla="*/ 73 h 536"/>
                <a:gd name="T18" fmla="*/ 416 w 778"/>
                <a:gd name="T19" fmla="*/ 100 h 536"/>
                <a:gd name="T20" fmla="*/ 460 w 778"/>
                <a:gd name="T21" fmla="*/ 116 h 536"/>
                <a:gd name="T22" fmla="*/ 499 w 778"/>
                <a:gd name="T23" fmla="*/ 107 h 536"/>
                <a:gd name="T24" fmla="*/ 526 w 778"/>
                <a:gd name="T25" fmla="*/ 137 h 536"/>
                <a:gd name="T26" fmla="*/ 543 w 778"/>
                <a:gd name="T27" fmla="*/ 170 h 536"/>
                <a:gd name="T28" fmla="*/ 558 w 778"/>
                <a:gd name="T29" fmla="*/ 215 h 536"/>
                <a:gd name="T30" fmla="*/ 653 w 778"/>
                <a:gd name="T31" fmla="*/ 275 h 536"/>
                <a:gd name="T32" fmla="*/ 714 w 778"/>
                <a:gd name="T33" fmla="*/ 328 h 536"/>
                <a:gd name="T34" fmla="*/ 760 w 778"/>
                <a:gd name="T35" fmla="*/ 333 h 536"/>
                <a:gd name="T36" fmla="*/ 774 w 778"/>
                <a:gd name="T37" fmla="*/ 355 h 536"/>
                <a:gd name="T38" fmla="*/ 771 w 778"/>
                <a:gd name="T39" fmla="*/ 392 h 536"/>
                <a:gd name="T40" fmla="*/ 728 w 778"/>
                <a:gd name="T41" fmla="*/ 380 h 536"/>
                <a:gd name="T42" fmla="*/ 717 w 778"/>
                <a:gd name="T43" fmla="*/ 397 h 536"/>
                <a:gd name="T44" fmla="*/ 685 w 778"/>
                <a:gd name="T45" fmla="*/ 398 h 536"/>
                <a:gd name="T46" fmla="*/ 675 w 778"/>
                <a:gd name="T47" fmla="*/ 417 h 536"/>
                <a:gd name="T48" fmla="*/ 664 w 778"/>
                <a:gd name="T49" fmla="*/ 457 h 536"/>
                <a:gd name="T50" fmla="*/ 634 w 778"/>
                <a:gd name="T51" fmla="*/ 479 h 536"/>
                <a:gd name="T52" fmla="*/ 594 w 778"/>
                <a:gd name="T53" fmla="*/ 494 h 536"/>
                <a:gd name="T54" fmla="*/ 589 w 778"/>
                <a:gd name="T55" fmla="*/ 509 h 536"/>
                <a:gd name="T56" fmla="*/ 570 w 778"/>
                <a:gd name="T57" fmla="*/ 528 h 536"/>
                <a:gd name="T58" fmla="*/ 538 w 778"/>
                <a:gd name="T59" fmla="*/ 536 h 536"/>
                <a:gd name="T60" fmla="*/ 508 w 778"/>
                <a:gd name="T61" fmla="*/ 523 h 536"/>
                <a:gd name="T62" fmla="*/ 482 w 778"/>
                <a:gd name="T63" fmla="*/ 507 h 536"/>
                <a:gd name="T64" fmla="*/ 476 w 778"/>
                <a:gd name="T65" fmla="*/ 441 h 536"/>
                <a:gd name="T66" fmla="*/ 396 w 778"/>
                <a:gd name="T67" fmla="*/ 403 h 536"/>
                <a:gd name="T68" fmla="*/ 364 w 778"/>
                <a:gd name="T69" fmla="*/ 369 h 536"/>
                <a:gd name="T70" fmla="*/ 314 w 778"/>
                <a:gd name="T71" fmla="*/ 359 h 536"/>
                <a:gd name="T72" fmla="*/ 231 w 778"/>
                <a:gd name="T73" fmla="*/ 321 h 536"/>
                <a:gd name="T74" fmla="*/ 198 w 778"/>
                <a:gd name="T75" fmla="*/ 337 h 536"/>
                <a:gd name="T76" fmla="*/ 145 w 778"/>
                <a:gd name="T77" fmla="*/ 351 h 536"/>
                <a:gd name="T78" fmla="*/ 80 w 778"/>
                <a:gd name="T79" fmla="*/ 378 h 536"/>
                <a:gd name="T80" fmla="*/ 86 w 778"/>
                <a:gd name="T81" fmla="*/ 275 h 536"/>
                <a:gd name="T82" fmla="*/ 50 w 778"/>
                <a:gd name="T83" fmla="*/ 250 h 536"/>
                <a:gd name="T84" fmla="*/ 66 w 778"/>
                <a:gd name="T85" fmla="*/ 230 h 536"/>
                <a:gd name="T86" fmla="*/ 68 w 778"/>
                <a:gd name="T87" fmla="*/ 214 h 536"/>
                <a:gd name="T88" fmla="*/ 34 w 778"/>
                <a:gd name="T89" fmla="*/ 203 h 536"/>
                <a:gd name="T90" fmla="*/ 16 w 778"/>
                <a:gd name="T91" fmla="*/ 166 h 536"/>
                <a:gd name="T92" fmla="*/ 27 w 778"/>
                <a:gd name="T93" fmla="*/ 143 h 536"/>
                <a:gd name="T94" fmla="*/ 84 w 778"/>
                <a:gd name="T95" fmla="*/ 156 h 536"/>
                <a:gd name="T96" fmla="*/ 97 w 778"/>
                <a:gd name="T97" fmla="*/ 148 h 536"/>
                <a:gd name="T98" fmla="*/ 86 w 778"/>
                <a:gd name="T99" fmla="*/ 91 h 536"/>
                <a:gd name="T100" fmla="*/ 57 w 778"/>
                <a:gd name="T101" fmla="*/ 57 h 536"/>
                <a:gd name="T102" fmla="*/ 14 w 778"/>
                <a:gd name="T103" fmla="*/ 91 h 536"/>
                <a:gd name="T104" fmla="*/ 4 w 778"/>
                <a:gd name="T105" fmla="*/ 92 h 536"/>
                <a:gd name="T106" fmla="*/ 77 w 778"/>
                <a:gd name="T107" fmla="*/ 32 h 536"/>
                <a:gd name="T108" fmla="*/ 107 w 778"/>
                <a:gd name="T109" fmla="*/ 41 h 536"/>
                <a:gd name="T110" fmla="*/ 139 w 778"/>
                <a:gd name="T111" fmla="*/ 75 h 536"/>
                <a:gd name="T112" fmla="*/ 181 w 778"/>
                <a:gd name="T113" fmla="*/ 113 h 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0" name="Freeform 202">
              <a:extLst>
                <a:ext uri="{FF2B5EF4-FFF2-40B4-BE49-F238E27FC236}">
                  <a16:creationId xmlns:a16="http://schemas.microsoft.com/office/drawing/2014/main" id="{9A4DB2F7-FC84-42B4-A5C4-F8442611C5D9}"/>
                </a:ext>
              </a:extLst>
            </p:cNvPr>
            <p:cNvSpPr>
              <a:spLocks noChangeAspect="1"/>
            </p:cNvSpPr>
            <p:nvPr/>
          </p:nvSpPr>
          <p:spPr bwMode="gray">
            <a:xfrm>
              <a:off x="6001363" y="3076056"/>
              <a:ext cx="30376" cy="138733"/>
            </a:xfrm>
            <a:custGeom>
              <a:avLst/>
              <a:gdLst>
                <a:gd name="T0" fmla="*/ 55 w 170"/>
                <a:gd name="T1" fmla="*/ 0 h 721"/>
                <a:gd name="T2" fmla="*/ 69 w 170"/>
                <a:gd name="T3" fmla="*/ 22 h 721"/>
                <a:gd name="T4" fmla="*/ 76 w 170"/>
                <a:gd name="T5" fmla="*/ 79 h 721"/>
                <a:gd name="T6" fmla="*/ 92 w 170"/>
                <a:gd name="T7" fmla="*/ 144 h 721"/>
                <a:gd name="T8" fmla="*/ 90 w 170"/>
                <a:gd name="T9" fmla="*/ 187 h 721"/>
                <a:gd name="T10" fmla="*/ 84 w 170"/>
                <a:gd name="T11" fmla="*/ 210 h 721"/>
                <a:gd name="T12" fmla="*/ 90 w 170"/>
                <a:gd name="T13" fmla="*/ 243 h 721"/>
                <a:gd name="T14" fmla="*/ 92 w 170"/>
                <a:gd name="T15" fmla="*/ 257 h 721"/>
                <a:gd name="T16" fmla="*/ 102 w 170"/>
                <a:gd name="T17" fmla="*/ 289 h 721"/>
                <a:gd name="T18" fmla="*/ 116 w 170"/>
                <a:gd name="T19" fmla="*/ 344 h 721"/>
                <a:gd name="T20" fmla="*/ 139 w 170"/>
                <a:gd name="T21" fmla="*/ 425 h 721"/>
                <a:gd name="T22" fmla="*/ 150 w 170"/>
                <a:gd name="T23" fmla="*/ 459 h 721"/>
                <a:gd name="T24" fmla="*/ 168 w 170"/>
                <a:gd name="T25" fmla="*/ 487 h 721"/>
                <a:gd name="T26" fmla="*/ 149 w 170"/>
                <a:gd name="T27" fmla="*/ 466 h 721"/>
                <a:gd name="T28" fmla="*/ 119 w 170"/>
                <a:gd name="T29" fmla="*/ 448 h 721"/>
                <a:gd name="T30" fmla="*/ 92 w 170"/>
                <a:gd name="T31" fmla="*/ 447 h 721"/>
                <a:gd name="T32" fmla="*/ 75 w 170"/>
                <a:gd name="T33" fmla="*/ 475 h 721"/>
                <a:gd name="T34" fmla="*/ 65 w 170"/>
                <a:gd name="T35" fmla="*/ 509 h 721"/>
                <a:gd name="T36" fmla="*/ 53 w 170"/>
                <a:gd name="T37" fmla="*/ 566 h 721"/>
                <a:gd name="T38" fmla="*/ 61 w 170"/>
                <a:gd name="T39" fmla="*/ 602 h 721"/>
                <a:gd name="T40" fmla="*/ 80 w 170"/>
                <a:gd name="T41" fmla="*/ 635 h 721"/>
                <a:gd name="T42" fmla="*/ 89 w 170"/>
                <a:gd name="T43" fmla="*/ 651 h 721"/>
                <a:gd name="T44" fmla="*/ 100 w 170"/>
                <a:gd name="T45" fmla="*/ 654 h 721"/>
                <a:gd name="T46" fmla="*/ 108 w 170"/>
                <a:gd name="T47" fmla="*/ 684 h 721"/>
                <a:gd name="T48" fmla="*/ 102 w 170"/>
                <a:gd name="T49" fmla="*/ 713 h 721"/>
                <a:gd name="T50" fmla="*/ 69 w 170"/>
                <a:gd name="T51" fmla="*/ 663 h 721"/>
                <a:gd name="T52" fmla="*/ 46 w 170"/>
                <a:gd name="T53" fmla="*/ 673 h 721"/>
                <a:gd name="T54" fmla="*/ 31 w 170"/>
                <a:gd name="T55" fmla="*/ 721 h 721"/>
                <a:gd name="T56" fmla="*/ 15 w 170"/>
                <a:gd name="T57" fmla="*/ 689 h 721"/>
                <a:gd name="T58" fmla="*/ 21 w 170"/>
                <a:gd name="T59" fmla="*/ 623 h 721"/>
                <a:gd name="T60" fmla="*/ 32 w 170"/>
                <a:gd name="T61" fmla="*/ 554 h 721"/>
                <a:gd name="T62" fmla="*/ 23 w 170"/>
                <a:gd name="T63" fmla="*/ 522 h 721"/>
                <a:gd name="T64" fmla="*/ 17 w 170"/>
                <a:gd name="T65" fmla="*/ 479 h 721"/>
                <a:gd name="T66" fmla="*/ 28 w 170"/>
                <a:gd name="T67" fmla="*/ 425 h 721"/>
                <a:gd name="T68" fmla="*/ 32 w 170"/>
                <a:gd name="T69" fmla="*/ 392 h 721"/>
                <a:gd name="T70" fmla="*/ 30 w 170"/>
                <a:gd name="T71" fmla="*/ 375 h 721"/>
                <a:gd name="T72" fmla="*/ 25 w 170"/>
                <a:gd name="T73" fmla="*/ 348 h 721"/>
                <a:gd name="T74" fmla="*/ 31 w 170"/>
                <a:gd name="T75" fmla="*/ 297 h 721"/>
                <a:gd name="T76" fmla="*/ 21 w 170"/>
                <a:gd name="T77" fmla="*/ 260 h 721"/>
                <a:gd name="T78" fmla="*/ 4 w 170"/>
                <a:gd name="T79" fmla="*/ 243 h 721"/>
                <a:gd name="T80" fmla="*/ 3 w 170"/>
                <a:gd name="T81" fmla="*/ 226 h 721"/>
                <a:gd name="T82" fmla="*/ 0 w 170"/>
                <a:gd name="T83" fmla="*/ 188 h 721"/>
                <a:gd name="T84" fmla="*/ 12 w 170"/>
                <a:gd name="T85" fmla="*/ 125 h 721"/>
                <a:gd name="T86" fmla="*/ 9 w 170"/>
                <a:gd name="T87" fmla="*/ 96 h 721"/>
                <a:gd name="T88" fmla="*/ 25 w 170"/>
                <a:gd name="T89" fmla="*/ 79 h 721"/>
                <a:gd name="T90" fmla="*/ 37 w 170"/>
                <a:gd name="T91" fmla="*/ 87 h 721"/>
                <a:gd name="T92" fmla="*/ 50 w 170"/>
                <a:gd name="T93" fmla="*/ 81 h 721"/>
                <a:gd name="T94" fmla="*/ 50 w 170"/>
                <a:gd name="T95" fmla="*/ 66 h 721"/>
                <a:gd name="T96" fmla="*/ 59 w 170"/>
                <a:gd name="T97" fmla="*/ 64 h 721"/>
                <a:gd name="T98" fmla="*/ 49 w 170"/>
                <a:gd name="T99" fmla="*/ 33 h 721"/>
                <a:gd name="T100" fmla="*/ 38 w 170"/>
                <a:gd name="T101" fmla="*/ 9 h 721"/>
                <a:gd name="T102" fmla="*/ 47 w 170"/>
                <a:gd name="T103" fmla="*/ 6 h 7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75" name="Freeform 321">
              <a:extLst>
                <a:ext uri="{FF2B5EF4-FFF2-40B4-BE49-F238E27FC236}">
                  <a16:creationId xmlns:a16="http://schemas.microsoft.com/office/drawing/2014/main" id="{DE051BEB-7451-078D-6CF2-9D70BF402BC1}"/>
                </a:ext>
              </a:extLst>
            </p:cNvPr>
            <p:cNvSpPr>
              <a:spLocks noChangeAspect="1"/>
            </p:cNvSpPr>
            <p:nvPr/>
          </p:nvSpPr>
          <p:spPr bwMode="gray">
            <a:xfrm>
              <a:off x="5497203" y="3512886"/>
              <a:ext cx="2641" cy="495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76" name="Freeform 322">
              <a:extLst>
                <a:ext uri="{FF2B5EF4-FFF2-40B4-BE49-F238E27FC236}">
                  <a16:creationId xmlns:a16="http://schemas.microsoft.com/office/drawing/2014/main" id="{14D2C241-DF2A-B1D6-0E17-CA651B771671}"/>
                </a:ext>
              </a:extLst>
            </p:cNvPr>
            <p:cNvSpPr>
              <a:spLocks noChangeAspect="1"/>
            </p:cNvSpPr>
            <p:nvPr/>
          </p:nvSpPr>
          <p:spPr bwMode="gray">
            <a:xfrm>
              <a:off x="5204712" y="3340169"/>
              <a:ext cx="165063" cy="161392"/>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77" name="Freeform 323">
              <a:extLst>
                <a:ext uri="{FF2B5EF4-FFF2-40B4-BE49-F238E27FC236}">
                  <a16:creationId xmlns:a16="http://schemas.microsoft.com/office/drawing/2014/main" id="{85FBAF06-AE8E-E28C-BFB9-82091EBAC5D2}"/>
                </a:ext>
              </a:extLst>
            </p:cNvPr>
            <p:cNvSpPr>
              <a:spLocks noChangeAspect="1"/>
            </p:cNvSpPr>
            <p:nvPr/>
          </p:nvSpPr>
          <p:spPr bwMode="gray">
            <a:xfrm>
              <a:off x="5479377" y="3447763"/>
              <a:ext cx="33013" cy="19112"/>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78" name="Freeform 324">
              <a:extLst>
                <a:ext uri="{FF2B5EF4-FFF2-40B4-BE49-F238E27FC236}">
                  <a16:creationId xmlns:a16="http://schemas.microsoft.com/office/drawing/2014/main" id="{50610D80-60EA-194A-97CC-E295326C115E}"/>
                </a:ext>
              </a:extLst>
            </p:cNvPr>
            <p:cNvSpPr>
              <a:spLocks noChangeAspect="1"/>
            </p:cNvSpPr>
            <p:nvPr/>
          </p:nvSpPr>
          <p:spPr bwMode="gray">
            <a:xfrm>
              <a:off x="5394204" y="3423696"/>
              <a:ext cx="78570" cy="47426"/>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79" name="Freeform 325">
              <a:extLst>
                <a:ext uri="{FF2B5EF4-FFF2-40B4-BE49-F238E27FC236}">
                  <a16:creationId xmlns:a16="http://schemas.microsoft.com/office/drawing/2014/main" id="{3E689C7A-C76E-D929-E261-9806A5E62BAD}"/>
                </a:ext>
              </a:extLst>
            </p:cNvPr>
            <p:cNvSpPr>
              <a:spLocks noChangeAspect="1"/>
            </p:cNvSpPr>
            <p:nvPr/>
          </p:nvSpPr>
          <p:spPr bwMode="gray">
            <a:xfrm>
              <a:off x="5470133" y="3469707"/>
              <a:ext cx="46878" cy="64415"/>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2" name="Freeform 327">
              <a:extLst>
                <a:ext uri="{FF2B5EF4-FFF2-40B4-BE49-F238E27FC236}">
                  <a16:creationId xmlns:a16="http://schemas.microsoft.com/office/drawing/2014/main" id="{6EC1517B-273A-F16F-EC15-313C014B731C}"/>
                </a:ext>
              </a:extLst>
            </p:cNvPr>
            <p:cNvSpPr>
              <a:spLocks noChangeAspect="1"/>
            </p:cNvSpPr>
            <p:nvPr/>
          </p:nvSpPr>
          <p:spPr bwMode="gray">
            <a:xfrm>
              <a:off x="5390557" y="3654346"/>
              <a:ext cx="21130" cy="41054"/>
            </a:xfrm>
            <a:custGeom>
              <a:avLst/>
              <a:gdLst>
                <a:gd name="T0" fmla="*/ 18 w 116"/>
                <a:gd name="T1" fmla="*/ 0 h 211"/>
                <a:gd name="T2" fmla="*/ 13 w 116"/>
                <a:gd name="T3" fmla="*/ 4 h 211"/>
                <a:gd name="T4" fmla="*/ 19 w 116"/>
                <a:gd name="T5" fmla="*/ 9 h 211"/>
                <a:gd name="T6" fmla="*/ 28 w 116"/>
                <a:gd name="T7" fmla="*/ 12 h 211"/>
                <a:gd name="T8" fmla="*/ 33 w 116"/>
                <a:gd name="T9" fmla="*/ 19 h 211"/>
                <a:gd name="T10" fmla="*/ 28 w 116"/>
                <a:gd name="T11" fmla="*/ 19 h 211"/>
                <a:gd name="T12" fmla="*/ 22 w 116"/>
                <a:gd name="T13" fmla="*/ 25 h 211"/>
                <a:gd name="T14" fmla="*/ 19 w 116"/>
                <a:gd name="T15" fmla="*/ 38 h 211"/>
                <a:gd name="T16" fmla="*/ 13 w 116"/>
                <a:gd name="T17" fmla="*/ 47 h 211"/>
                <a:gd name="T18" fmla="*/ 7 w 116"/>
                <a:gd name="T19" fmla="*/ 95 h 211"/>
                <a:gd name="T20" fmla="*/ 2 w 116"/>
                <a:gd name="T21" fmla="*/ 91 h 211"/>
                <a:gd name="T22" fmla="*/ 0 w 116"/>
                <a:gd name="T23" fmla="*/ 95 h 211"/>
                <a:gd name="T24" fmla="*/ 0 w 116"/>
                <a:gd name="T25" fmla="*/ 111 h 211"/>
                <a:gd name="T26" fmla="*/ 7 w 116"/>
                <a:gd name="T27" fmla="*/ 166 h 211"/>
                <a:gd name="T28" fmla="*/ 11 w 116"/>
                <a:gd name="T29" fmla="*/ 182 h 211"/>
                <a:gd name="T30" fmla="*/ 19 w 116"/>
                <a:gd name="T31" fmla="*/ 198 h 211"/>
                <a:gd name="T32" fmla="*/ 29 w 116"/>
                <a:gd name="T33" fmla="*/ 209 h 211"/>
                <a:gd name="T34" fmla="*/ 45 w 116"/>
                <a:gd name="T35" fmla="*/ 211 h 211"/>
                <a:gd name="T36" fmla="*/ 59 w 116"/>
                <a:gd name="T37" fmla="*/ 211 h 211"/>
                <a:gd name="T38" fmla="*/ 86 w 116"/>
                <a:gd name="T39" fmla="*/ 197 h 211"/>
                <a:gd name="T40" fmla="*/ 100 w 116"/>
                <a:gd name="T41" fmla="*/ 187 h 211"/>
                <a:gd name="T42" fmla="*/ 113 w 116"/>
                <a:gd name="T43" fmla="*/ 170 h 211"/>
                <a:gd name="T44" fmla="*/ 115 w 116"/>
                <a:gd name="T45" fmla="*/ 145 h 211"/>
                <a:gd name="T46" fmla="*/ 116 w 116"/>
                <a:gd name="T47" fmla="*/ 125 h 211"/>
                <a:gd name="T48" fmla="*/ 115 w 116"/>
                <a:gd name="T49" fmla="*/ 117 h 211"/>
                <a:gd name="T50" fmla="*/ 108 w 116"/>
                <a:gd name="T51" fmla="*/ 114 h 211"/>
                <a:gd name="T52" fmla="*/ 98 w 116"/>
                <a:gd name="T53" fmla="*/ 87 h 211"/>
                <a:gd name="T54" fmla="*/ 92 w 116"/>
                <a:gd name="T55" fmla="*/ 75 h 211"/>
                <a:gd name="T56" fmla="*/ 86 w 116"/>
                <a:gd name="T57" fmla="*/ 69 h 211"/>
                <a:gd name="T58" fmla="*/ 83 w 116"/>
                <a:gd name="T59" fmla="*/ 62 h 211"/>
                <a:gd name="T60" fmla="*/ 80 w 116"/>
                <a:gd name="T61" fmla="*/ 55 h 211"/>
                <a:gd name="T62" fmla="*/ 67 w 116"/>
                <a:gd name="T63" fmla="*/ 44 h 211"/>
                <a:gd name="T64" fmla="*/ 64 w 116"/>
                <a:gd name="T65" fmla="*/ 33 h 211"/>
                <a:gd name="T66" fmla="*/ 45 w 116"/>
                <a:gd name="T67" fmla="*/ 12 h 211"/>
                <a:gd name="T68" fmla="*/ 35 w 116"/>
                <a:gd name="T69" fmla="*/ 4 h 211"/>
                <a:gd name="T70" fmla="*/ 27 w 116"/>
                <a:gd name="T71" fmla="*/ 0 h 211"/>
                <a:gd name="T72" fmla="*/ 18 w 116"/>
                <a:gd name="T73" fmla="*/ 0 h 2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3" name="Freeform 330">
              <a:extLst>
                <a:ext uri="{FF2B5EF4-FFF2-40B4-BE49-F238E27FC236}">
                  <a16:creationId xmlns:a16="http://schemas.microsoft.com/office/drawing/2014/main" id="{3F73AEBB-D102-4F25-3970-E0FBF7024F34}"/>
                </a:ext>
              </a:extLst>
            </p:cNvPr>
            <p:cNvSpPr>
              <a:spLocks noChangeAspect="1"/>
            </p:cNvSpPr>
            <p:nvPr/>
          </p:nvSpPr>
          <p:spPr bwMode="gray">
            <a:xfrm>
              <a:off x="5788076" y="3484469"/>
              <a:ext cx="17169" cy="38223"/>
            </a:xfrm>
            <a:custGeom>
              <a:avLst/>
              <a:gdLst>
                <a:gd name="T0" fmla="*/ 75 w 97"/>
                <a:gd name="T1" fmla="*/ 0 h 199"/>
                <a:gd name="T2" fmla="*/ 82 w 97"/>
                <a:gd name="T3" fmla="*/ 4 h 199"/>
                <a:gd name="T4" fmla="*/ 87 w 97"/>
                <a:gd name="T5" fmla="*/ 9 h 199"/>
                <a:gd name="T6" fmla="*/ 92 w 97"/>
                <a:gd name="T7" fmla="*/ 9 h 199"/>
                <a:gd name="T8" fmla="*/ 94 w 97"/>
                <a:gd name="T9" fmla="*/ 10 h 199"/>
                <a:gd name="T10" fmla="*/ 97 w 97"/>
                <a:gd name="T11" fmla="*/ 15 h 199"/>
                <a:gd name="T12" fmla="*/ 97 w 97"/>
                <a:gd name="T13" fmla="*/ 18 h 199"/>
                <a:gd name="T14" fmla="*/ 93 w 97"/>
                <a:gd name="T15" fmla="*/ 26 h 199"/>
                <a:gd name="T16" fmla="*/ 93 w 97"/>
                <a:gd name="T17" fmla="*/ 32 h 199"/>
                <a:gd name="T18" fmla="*/ 94 w 97"/>
                <a:gd name="T19" fmla="*/ 41 h 199"/>
                <a:gd name="T20" fmla="*/ 92 w 97"/>
                <a:gd name="T21" fmla="*/ 50 h 199"/>
                <a:gd name="T22" fmla="*/ 83 w 97"/>
                <a:gd name="T23" fmla="*/ 69 h 199"/>
                <a:gd name="T24" fmla="*/ 79 w 97"/>
                <a:gd name="T25" fmla="*/ 95 h 199"/>
                <a:gd name="T26" fmla="*/ 76 w 97"/>
                <a:gd name="T27" fmla="*/ 114 h 199"/>
                <a:gd name="T28" fmla="*/ 68 w 97"/>
                <a:gd name="T29" fmla="*/ 131 h 199"/>
                <a:gd name="T30" fmla="*/ 57 w 97"/>
                <a:gd name="T31" fmla="*/ 150 h 199"/>
                <a:gd name="T32" fmla="*/ 51 w 97"/>
                <a:gd name="T33" fmla="*/ 159 h 199"/>
                <a:gd name="T34" fmla="*/ 48 w 97"/>
                <a:gd name="T35" fmla="*/ 168 h 199"/>
                <a:gd name="T36" fmla="*/ 40 w 97"/>
                <a:gd name="T37" fmla="*/ 199 h 199"/>
                <a:gd name="T38" fmla="*/ 36 w 97"/>
                <a:gd name="T39" fmla="*/ 195 h 199"/>
                <a:gd name="T40" fmla="*/ 33 w 97"/>
                <a:gd name="T41" fmla="*/ 182 h 199"/>
                <a:gd name="T42" fmla="*/ 25 w 97"/>
                <a:gd name="T43" fmla="*/ 170 h 199"/>
                <a:gd name="T44" fmla="*/ 16 w 97"/>
                <a:gd name="T45" fmla="*/ 163 h 199"/>
                <a:gd name="T46" fmla="*/ 6 w 97"/>
                <a:gd name="T47" fmla="*/ 147 h 199"/>
                <a:gd name="T48" fmla="*/ 1 w 97"/>
                <a:gd name="T49" fmla="*/ 122 h 199"/>
                <a:gd name="T50" fmla="*/ 0 w 97"/>
                <a:gd name="T51" fmla="*/ 102 h 199"/>
                <a:gd name="T52" fmla="*/ 2 w 97"/>
                <a:gd name="T53" fmla="*/ 92 h 199"/>
                <a:gd name="T54" fmla="*/ 9 w 97"/>
                <a:gd name="T55" fmla="*/ 76 h 199"/>
                <a:gd name="T56" fmla="*/ 48 w 97"/>
                <a:gd name="T57" fmla="*/ 17 h 199"/>
                <a:gd name="T58" fmla="*/ 65 w 97"/>
                <a:gd name="T59" fmla="*/ 7 h 199"/>
                <a:gd name="T60" fmla="*/ 68 w 97"/>
                <a:gd name="T61" fmla="*/ 3 h 199"/>
                <a:gd name="T62" fmla="*/ 75 w 97"/>
                <a:gd name="T63" fmla="*/ 0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4" name="Freeform 331">
              <a:extLst>
                <a:ext uri="{FF2B5EF4-FFF2-40B4-BE49-F238E27FC236}">
                  <a16:creationId xmlns:a16="http://schemas.microsoft.com/office/drawing/2014/main" id="{F6D5CF91-2B91-2D34-2192-6FA603266D5C}"/>
                </a:ext>
              </a:extLst>
            </p:cNvPr>
            <p:cNvSpPr>
              <a:spLocks noChangeAspect="1"/>
            </p:cNvSpPr>
            <p:nvPr/>
          </p:nvSpPr>
          <p:spPr bwMode="gray">
            <a:xfrm>
              <a:off x="5760342" y="3638066"/>
              <a:ext cx="22451" cy="31852"/>
            </a:xfrm>
            <a:custGeom>
              <a:avLst/>
              <a:gdLst>
                <a:gd name="T0" fmla="*/ 120 w 129"/>
                <a:gd name="T1" fmla="*/ 2 h 163"/>
                <a:gd name="T2" fmla="*/ 123 w 129"/>
                <a:gd name="T3" fmla="*/ 0 h 163"/>
                <a:gd name="T4" fmla="*/ 124 w 129"/>
                <a:gd name="T5" fmla="*/ 1 h 163"/>
                <a:gd name="T6" fmla="*/ 125 w 129"/>
                <a:gd name="T7" fmla="*/ 15 h 163"/>
                <a:gd name="T8" fmla="*/ 126 w 129"/>
                <a:gd name="T9" fmla="*/ 18 h 163"/>
                <a:gd name="T10" fmla="*/ 124 w 129"/>
                <a:gd name="T11" fmla="*/ 23 h 163"/>
                <a:gd name="T12" fmla="*/ 124 w 129"/>
                <a:gd name="T13" fmla="*/ 32 h 163"/>
                <a:gd name="T14" fmla="*/ 129 w 129"/>
                <a:gd name="T15" fmla="*/ 47 h 163"/>
                <a:gd name="T16" fmla="*/ 126 w 129"/>
                <a:gd name="T17" fmla="*/ 53 h 163"/>
                <a:gd name="T18" fmla="*/ 117 w 129"/>
                <a:gd name="T19" fmla="*/ 59 h 163"/>
                <a:gd name="T20" fmla="*/ 112 w 129"/>
                <a:gd name="T21" fmla="*/ 67 h 163"/>
                <a:gd name="T22" fmla="*/ 103 w 129"/>
                <a:gd name="T23" fmla="*/ 76 h 163"/>
                <a:gd name="T24" fmla="*/ 93 w 129"/>
                <a:gd name="T25" fmla="*/ 80 h 163"/>
                <a:gd name="T26" fmla="*/ 86 w 129"/>
                <a:gd name="T27" fmla="*/ 85 h 163"/>
                <a:gd name="T28" fmla="*/ 82 w 129"/>
                <a:gd name="T29" fmla="*/ 98 h 163"/>
                <a:gd name="T30" fmla="*/ 70 w 129"/>
                <a:gd name="T31" fmla="*/ 112 h 163"/>
                <a:gd name="T32" fmla="*/ 49 w 129"/>
                <a:gd name="T33" fmla="*/ 130 h 163"/>
                <a:gd name="T34" fmla="*/ 37 w 129"/>
                <a:gd name="T35" fmla="*/ 142 h 163"/>
                <a:gd name="T36" fmla="*/ 28 w 129"/>
                <a:gd name="T37" fmla="*/ 150 h 163"/>
                <a:gd name="T38" fmla="*/ 19 w 129"/>
                <a:gd name="T39" fmla="*/ 151 h 163"/>
                <a:gd name="T40" fmla="*/ 13 w 129"/>
                <a:gd name="T41" fmla="*/ 158 h 163"/>
                <a:gd name="T42" fmla="*/ 6 w 129"/>
                <a:gd name="T43" fmla="*/ 163 h 163"/>
                <a:gd name="T44" fmla="*/ 0 w 129"/>
                <a:gd name="T45" fmla="*/ 163 h 163"/>
                <a:gd name="T46" fmla="*/ 2 w 129"/>
                <a:gd name="T47" fmla="*/ 150 h 163"/>
                <a:gd name="T48" fmla="*/ 10 w 129"/>
                <a:gd name="T49" fmla="*/ 137 h 163"/>
                <a:gd name="T50" fmla="*/ 17 w 129"/>
                <a:gd name="T51" fmla="*/ 130 h 163"/>
                <a:gd name="T52" fmla="*/ 32 w 129"/>
                <a:gd name="T53" fmla="*/ 119 h 163"/>
                <a:gd name="T54" fmla="*/ 37 w 129"/>
                <a:gd name="T55" fmla="*/ 118 h 163"/>
                <a:gd name="T56" fmla="*/ 69 w 129"/>
                <a:gd name="T57" fmla="*/ 85 h 163"/>
                <a:gd name="T58" fmla="*/ 77 w 129"/>
                <a:gd name="T59" fmla="*/ 75 h 163"/>
                <a:gd name="T60" fmla="*/ 82 w 129"/>
                <a:gd name="T61" fmla="*/ 71 h 163"/>
                <a:gd name="T62" fmla="*/ 88 w 129"/>
                <a:gd name="T63" fmla="*/ 61 h 163"/>
                <a:gd name="T64" fmla="*/ 97 w 129"/>
                <a:gd name="T65" fmla="*/ 55 h 163"/>
                <a:gd name="T66" fmla="*/ 104 w 129"/>
                <a:gd name="T67" fmla="*/ 53 h 163"/>
                <a:gd name="T68" fmla="*/ 112 w 129"/>
                <a:gd name="T69" fmla="*/ 39 h 163"/>
                <a:gd name="T70" fmla="*/ 110 w 129"/>
                <a:gd name="T71" fmla="*/ 29 h 163"/>
                <a:gd name="T72" fmla="*/ 113 w 129"/>
                <a:gd name="T73" fmla="*/ 34 h 163"/>
                <a:gd name="T74" fmla="*/ 117 w 129"/>
                <a:gd name="T75" fmla="*/ 31 h 163"/>
                <a:gd name="T76" fmla="*/ 115 w 129"/>
                <a:gd name="T77" fmla="*/ 27 h 163"/>
                <a:gd name="T78" fmla="*/ 112 w 129"/>
                <a:gd name="T79" fmla="*/ 23 h 163"/>
                <a:gd name="T80" fmla="*/ 114 w 129"/>
                <a:gd name="T81" fmla="*/ 21 h 163"/>
                <a:gd name="T82" fmla="*/ 117 w 129"/>
                <a:gd name="T83" fmla="*/ 13 h 163"/>
                <a:gd name="T84" fmla="*/ 118 w 129"/>
                <a:gd name="T85" fmla="*/ 5 h 163"/>
                <a:gd name="T86" fmla="*/ 120 w 129"/>
                <a:gd name="T87" fmla="*/ 2 h 1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5" name="Freeform 332">
              <a:extLst>
                <a:ext uri="{FF2B5EF4-FFF2-40B4-BE49-F238E27FC236}">
                  <a16:creationId xmlns:a16="http://schemas.microsoft.com/office/drawing/2014/main" id="{54688270-007E-AB85-9D00-7DA930CAD0D8}"/>
                </a:ext>
              </a:extLst>
            </p:cNvPr>
            <p:cNvSpPr>
              <a:spLocks noChangeAspect="1"/>
            </p:cNvSpPr>
            <p:nvPr/>
          </p:nvSpPr>
          <p:spPr bwMode="gray">
            <a:xfrm>
              <a:off x="5790057" y="3616124"/>
              <a:ext cx="12547" cy="13448"/>
            </a:xfrm>
            <a:custGeom>
              <a:avLst/>
              <a:gdLst>
                <a:gd name="T0" fmla="*/ 2 w 67"/>
                <a:gd name="T1" fmla="*/ 3 h 71"/>
                <a:gd name="T2" fmla="*/ 0 w 67"/>
                <a:gd name="T3" fmla="*/ 0 h 71"/>
                <a:gd name="T4" fmla="*/ 4 w 67"/>
                <a:gd name="T5" fmla="*/ 0 h 71"/>
                <a:gd name="T6" fmla="*/ 32 w 67"/>
                <a:gd name="T7" fmla="*/ 0 h 71"/>
                <a:gd name="T8" fmla="*/ 37 w 67"/>
                <a:gd name="T9" fmla="*/ 0 h 71"/>
                <a:gd name="T10" fmla="*/ 47 w 67"/>
                <a:gd name="T11" fmla="*/ 3 h 71"/>
                <a:gd name="T12" fmla="*/ 56 w 67"/>
                <a:gd name="T13" fmla="*/ 10 h 71"/>
                <a:gd name="T14" fmla="*/ 59 w 67"/>
                <a:gd name="T15" fmla="*/ 16 h 71"/>
                <a:gd name="T16" fmla="*/ 63 w 67"/>
                <a:gd name="T17" fmla="*/ 17 h 71"/>
                <a:gd name="T18" fmla="*/ 64 w 67"/>
                <a:gd name="T19" fmla="*/ 28 h 71"/>
                <a:gd name="T20" fmla="*/ 64 w 67"/>
                <a:gd name="T21" fmla="*/ 38 h 71"/>
                <a:gd name="T22" fmla="*/ 67 w 67"/>
                <a:gd name="T23" fmla="*/ 51 h 71"/>
                <a:gd name="T24" fmla="*/ 63 w 67"/>
                <a:gd name="T25" fmla="*/ 54 h 71"/>
                <a:gd name="T26" fmla="*/ 63 w 67"/>
                <a:gd name="T27" fmla="*/ 62 h 71"/>
                <a:gd name="T28" fmla="*/ 48 w 67"/>
                <a:gd name="T29" fmla="*/ 71 h 71"/>
                <a:gd name="T30" fmla="*/ 45 w 67"/>
                <a:gd name="T31" fmla="*/ 64 h 71"/>
                <a:gd name="T32" fmla="*/ 36 w 67"/>
                <a:gd name="T33" fmla="*/ 57 h 71"/>
                <a:gd name="T34" fmla="*/ 26 w 67"/>
                <a:gd name="T35" fmla="*/ 36 h 71"/>
                <a:gd name="T36" fmla="*/ 25 w 67"/>
                <a:gd name="T37" fmla="*/ 25 h 71"/>
                <a:gd name="T38" fmla="*/ 20 w 67"/>
                <a:gd name="T39" fmla="*/ 16 h 71"/>
                <a:gd name="T40" fmla="*/ 13 w 67"/>
                <a:gd name="T41" fmla="*/ 13 h 71"/>
                <a:gd name="T42" fmla="*/ 10 w 67"/>
                <a:gd name="T43" fmla="*/ 4 h 71"/>
                <a:gd name="T44" fmla="*/ 5 w 67"/>
                <a:gd name="T45" fmla="*/ 3 h 71"/>
                <a:gd name="T46" fmla="*/ 2 w 67"/>
                <a:gd name="T47" fmla="*/ 3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6" name="Freeform 333">
              <a:extLst>
                <a:ext uri="{FF2B5EF4-FFF2-40B4-BE49-F238E27FC236}">
                  <a16:creationId xmlns:a16="http://schemas.microsoft.com/office/drawing/2014/main" id="{1D49A2A1-26D9-3A2A-0F54-221309566CDE}"/>
                </a:ext>
              </a:extLst>
            </p:cNvPr>
            <p:cNvSpPr>
              <a:spLocks noChangeAspect="1"/>
            </p:cNvSpPr>
            <p:nvPr/>
          </p:nvSpPr>
          <p:spPr bwMode="gray">
            <a:xfrm>
              <a:off x="5785435" y="3559498"/>
              <a:ext cx="41601" cy="66536"/>
            </a:xfrm>
            <a:custGeom>
              <a:avLst/>
              <a:gdLst>
                <a:gd name="T0" fmla="*/ 139 w 236"/>
                <a:gd name="T1" fmla="*/ 17 h 345"/>
                <a:gd name="T2" fmla="*/ 129 w 236"/>
                <a:gd name="T3" fmla="*/ 44 h 345"/>
                <a:gd name="T4" fmla="*/ 139 w 236"/>
                <a:gd name="T5" fmla="*/ 75 h 345"/>
                <a:gd name="T6" fmla="*/ 146 w 236"/>
                <a:gd name="T7" fmla="*/ 97 h 345"/>
                <a:gd name="T8" fmla="*/ 133 w 236"/>
                <a:gd name="T9" fmla="*/ 132 h 345"/>
                <a:gd name="T10" fmla="*/ 120 w 236"/>
                <a:gd name="T11" fmla="*/ 144 h 345"/>
                <a:gd name="T12" fmla="*/ 98 w 236"/>
                <a:gd name="T13" fmla="*/ 165 h 345"/>
                <a:gd name="T14" fmla="*/ 87 w 236"/>
                <a:gd name="T15" fmla="*/ 188 h 345"/>
                <a:gd name="T16" fmla="*/ 98 w 236"/>
                <a:gd name="T17" fmla="*/ 216 h 345"/>
                <a:gd name="T18" fmla="*/ 99 w 236"/>
                <a:gd name="T19" fmla="*/ 238 h 345"/>
                <a:gd name="T20" fmla="*/ 120 w 236"/>
                <a:gd name="T21" fmla="*/ 268 h 345"/>
                <a:gd name="T22" fmla="*/ 131 w 236"/>
                <a:gd name="T23" fmla="*/ 261 h 345"/>
                <a:gd name="T24" fmla="*/ 145 w 236"/>
                <a:gd name="T25" fmla="*/ 245 h 345"/>
                <a:gd name="T26" fmla="*/ 167 w 236"/>
                <a:gd name="T27" fmla="*/ 245 h 345"/>
                <a:gd name="T28" fmla="*/ 179 w 236"/>
                <a:gd name="T29" fmla="*/ 273 h 345"/>
                <a:gd name="T30" fmla="*/ 189 w 236"/>
                <a:gd name="T31" fmla="*/ 259 h 345"/>
                <a:gd name="T32" fmla="*/ 206 w 236"/>
                <a:gd name="T33" fmla="*/ 267 h 345"/>
                <a:gd name="T34" fmla="*/ 215 w 236"/>
                <a:gd name="T35" fmla="*/ 279 h 345"/>
                <a:gd name="T36" fmla="*/ 216 w 236"/>
                <a:gd name="T37" fmla="*/ 299 h 345"/>
                <a:gd name="T38" fmla="*/ 220 w 236"/>
                <a:gd name="T39" fmla="*/ 312 h 345"/>
                <a:gd name="T40" fmla="*/ 232 w 236"/>
                <a:gd name="T41" fmla="*/ 317 h 345"/>
                <a:gd name="T42" fmla="*/ 231 w 236"/>
                <a:gd name="T43" fmla="*/ 345 h 345"/>
                <a:gd name="T44" fmla="*/ 227 w 236"/>
                <a:gd name="T45" fmla="*/ 324 h 345"/>
                <a:gd name="T46" fmla="*/ 201 w 236"/>
                <a:gd name="T47" fmla="*/ 317 h 345"/>
                <a:gd name="T48" fmla="*/ 184 w 236"/>
                <a:gd name="T49" fmla="*/ 294 h 345"/>
                <a:gd name="T50" fmla="*/ 166 w 236"/>
                <a:gd name="T51" fmla="*/ 279 h 345"/>
                <a:gd name="T52" fmla="*/ 149 w 236"/>
                <a:gd name="T53" fmla="*/ 280 h 345"/>
                <a:gd name="T54" fmla="*/ 152 w 236"/>
                <a:gd name="T55" fmla="*/ 306 h 345"/>
                <a:gd name="T56" fmla="*/ 124 w 236"/>
                <a:gd name="T57" fmla="*/ 273 h 345"/>
                <a:gd name="T58" fmla="*/ 98 w 236"/>
                <a:gd name="T59" fmla="*/ 268 h 345"/>
                <a:gd name="T60" fmla="*/ 75 w 236"/>
                <a:gd name="T61" fmla="*/ 284 h 345"/>
                <a:gd name="T62" fmla="*/ 56 w 236"/>
                <a:gd name="T63" fmla="*/ 270 h 345"/>
                <a:gd name="T64" fmla="*/ 45 w 236"/>
                <a:gd name="T65" fmla="*/ 254 h 345"/>
                <a:gd name="T66" fmla="*/ 61 w 236"/>
                <a:gd name="T67" fmla="*/ 231 h 345"/>
                <a:gd name="T68" fmla="*/ 45 w 236"/>
                <a:gd name="T69" fmla="*/ 219 h 345"/>
                <a:gd name="T70" fmla="*/ 33 w 236"/>
                <a:gd name="T71" fmla="*/ 230 h 345"/>
                <a:gd name="T72" fmla="*/ 16 w 236"/>
                <a:gd name="T73" fmla="*/ 203 h 345"/>
                <a:gd name="T74" fmla="*/ 0 w 236"/>
                <a:gd name="T75" fmla="*/ 138 h 345"/>
                <a:gd name="T76" fmla="*/ 17 w 236"/>
                <a:gd name="T77" fmla="*/ 146 h 345"/>
                <a:gd name="T78" fmla="*/ 29 w 236"/>
                <a:gd name="T79" fmla="*/ 97 h 345"/>
                <a:gd name="T80" fmla="*/ 33 w 236"/>
                <a:gd name="T81" fmla="*/ 53 h 345"/>
                <a:gd name="T82" fmla="*/ 43 w 236"/>
                <a:gd name="T83" fmla="*/ 7 h 345"/>
                <a:gd name="T84" fmla="*/ 67 w 236"/>
                <a:gd name="T85" fmla="*/ 1 h 345"/>
                <a:gd name="T86" fmla="*/ 113 w 236"/>
                <a:gd name="T87" fmla="*/ 17 h 345"/>
                <a:gd name="T88" fmla="*/ 130 w 236"/>
                <a:gd name="T89" fmla="*/ 4 h 3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7" name="Freeform 334">
              <a:extLst>
                <a:ext uri="{FF2B5EF4-FFF2-40B4-BE49-F238E27FC236}">
                  <a16:creationId xmlns:a16="http://schemas.microsoft.com/office/drawing/2014/main" id="{260B3EAF-078D-221C-0E1F-CE9F42B9E9BD}"/>
                </a:ext>
              </a:extLst>
            </p:cNvPr>
            <p:cNvSpPr>
              <a:spLocks noChangeAspect="1"/>
            </p:cNvSpPr>
            <p:nvPr/>
          </p:nvSpPr>
          <p:spPr bwMode="gray">
            <a:xfrm>
              <a:off x="5818452" y="3626033"/>
              <a:ext cx="7924" cy="8494"/>
            </a:xfrm>
            <a:custGeom>
              <a:avLst/>
              <a:gdLst>
                <a:gd name="T0" fmla="*/ 2 w 45"/>
                <a:gd name="T1" fmla="*/ 0 h 45"/>
                <a:gd name="T2" fmla="*/ 6 w 45"/>
                <a:gd name="T3" fmla="*/ 2 h 45"/>
                <a:gd name="T4" fmla="*/ 7 w 45"/>
                <a:gd name="T5" fmla="*/ 4 h 45"/>
                <a:gd name="T6" fmla="*/ 9 w 45"/>
                <a:gd name="T7" fmla="*/ 6 h 45"/>
                <a:gd name="T8" fmla="*/ 14 w 45"/>
                <a:gd name="T9" fmla="*/ 6 h 45"/>
                <a:gd name="T10" fmla="*/ 43 w 45"/>
                <a:gd name="T11" fmla="*/ 29 h 45"/>
                <a:gd name="T12" fmla="*/ 45 w 45"/>
                <a:gd name="T13" fmla="*/ 35 h 45"/>
                <a:gd name="T14" fmla="*/ 45 w 45"/>
                <a:gd name="T15" fmla="*/ 45 h 45"/>
                <a:gd name="T16" fmla="*/ 35 w 45"/>
                <a:gd name="T17" fmla="*/ 41 h 45"/>
                <a:gd name="T18" fmla="*/ 27 w 45"/>
                <a:gd name="T19" fmla="*/ 35 h 45"/>
                <a:gd name="T20" fmla="*/ 20 w 45"/>
                <a:gd name="T21" fmla="*/ 25 h 45"/>
                <a:gd name="T22" fmla="*/ 17 w 45"/>
                <a:gd name="T23" fmla="*/ 22 h 45"/>
                <a:gd name="T24" fmla="*/ 9 w 45"/>
                <a:gd name="T25" fmla="*/ 27 h 45"/>
                <a:gd name="T26" fmla="*/ 2 w 45"/>
                <a:gd name="T27" fmla="*/ 33 h 45"/>
                <a:gd name="T28" fmla="*/ 0 w 45"/>
                <a:gd name="T29" fmla="*/ 32 h 45"/>
                <a:gd name="T30" fmla="*/ 2 w 45"/>
                <a:gd name="T31" fmla="*/ 18 h 45"/>
                <a:gd name="T32" fmla="*/ 2 w 45"/>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8" name="Freeform 335">
              <a:extLst>
                <a:ext uri="{FF2B5EF4-FFF2-40B4-BE49-F238E27FC236}">
                  <a16:creationId xmlns:a16="http://schemas.microsoft.com/office/drawing/2014/main" id="{94585DFB-5AA5-FEEA-CB42-E5A1259FFF43}"/>
                </a:ext>
              </a:extLst>
            </p:cNvPr>
            <p:cNvSpPr>
              <a:spLocks noChangeAspect="1"/>
            </p:cNvSpPr>
            <p:nvPr/>
          </p:nvSpPr>
          <p:spPr bwMode="gray">
            <a:xfrm>
              <a:off x="5829017" y="3624618"/>
              <a:ext cx="13206" cy="16280"/>
            </a:xfrm>
            <a:custGeom>
              <a:avLst/>
              <a:gdLst>
                <a:gd name="T0" fmla="*/ 0 w 77"/>
                <a:gd name="T1" fmla="*/ 4 h 85"/>
                <a:gd name="T2" fmla="*/ 3 w 77"/>
                <a:gd name="T3" fmla="*/ 4 h 85"/>
                <a:gd name="T4" fmla="*/ 26 w 77"/>
                <a:gd name="T5" fmla="*/ 5 h 85"/>
                <a:gd name="T6" fmla="*/ 38 w 77"/>
                <a:gd name="T7" fmla="*/ 0 h 85"/>
                <a:gd name="T8" fmla="*/ 44 w 77"/>
                <a:gd name="T9" fmla="*/ 2 h 85"/>
                <a:gd name="T10" fmla="*/ 51 w 77"/>
                <a:gd name="T11" fmla="*/ 6 h 85"/>
                <a:gd name="T12" fmla="*/ 55 w 77"/>
                <a:gd name="T13" fmla="*/ 15 h 85"/>
                <a:gd name="T14" fmla="*/ 64 w 77"/>
                <a:gd name="T15" fmla="*/ 21 h 85"/>
                <a:gd name="T16" fmla="*/ 64 w 77"/>
                <a:gd name="T17" fmla="*/ 32 h 85"/>
                <a:gd name="T18" fmla="*/ 62 w 77"/>
                <a:gd name="T19" fmla="*/ 47 h 85"/>
                <a:gd name="T20" fmla="*/ 64 w 77"/>
                <a:gd name="T21" fmla="*/ 57 h 85"/>
                <a:gd name="T22" fmla="*/ 72 w 77"/>
                <a:gd name="T23" fmla="*/ 78 h 85"/>
                <a:gd name="T24" fmla="*/ 77 w 77"/>
                <a:gd name="T25" fmla="*/ 85 h 85"/>
                <a:gd name="T26" fmla="*/ 62 w 77"/>
                <a:gd name="T27" fmla="*/ 85 h 85"/>
                <a:gd name="T28" fmla="*/ 51 w 77"/>
                <a:gd name="T29" fmla="*/ 83 h 85"/>
                <a:gd name="T30" fmla="*/ 48 w 77"/>
                <a:gd name="T31" fmla="*/ 73 h 85"/>
                <a:gd name="T32" fmla="*/ 42 w 77"/>
                <a:gd name="T33" fmla="*/ 70 h 85"/>
                <a:gd name="T34" fmla="*/ 34 w 77"/>
                <a:gd name="T35" fmla="*/ 64 h 85"/>
                <a:gd name="T36" fmla="*/ 34 w 77"/>
                <a:gd name="T37" fmla="*/ 59 h 85"/>
                <a:gd name="T38" fmla="*/ 37 w 77"/>
                <a:gd name="T39" fmla="*/ 51 h 85"/>
                <a:gd name="T40" fmla="*/ 35 w 77"/>
                <a:gd name="T41" fmla="*/ 48 h 85"/>
                <a:gd name="T42" fmla="*/ 19 w 77"/>
                <a:gd name="T43" fmla="*/ 32 h 85"/>
                <a:gd name="T44" fmla="*/ 13 w 77"/>
                <a:gd name="T45" fmla="*/ 30 h 85"/>
                <a:gd name="T46" fmla="*/ 6 w 77"/>
                <a:gd name="T47" fmla="*/ 21 h 85"/>
                <a:gd name="T48" fmla="*/ 0 w 77"/>
                <a:gd name="T49" fmla="*/ 6 h 85"/>
                <a:gd name="T50" fmla="*/ 0 w 77"/>
                <a:gd name="T51" fmla="*/ 4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39" name="Freeform 336">
              <a:extLst>
                <a:ext uri="{FF2B5EF4-FFF2-40B4-BE49-F238E27FC236}">
                  <a16:creationId xmlns:a16="http://schemas.microsoft.com/office/drawing/2014/main" id="{AD09F08D-E875-F045-84D6-1E63E477D289}"/>
                </a:ext>
              </a:extLst>
            </p:cNvPr>
            <p:cNvSpPr>
              <a:spLocks noChangeAspect="1"/>
            </p:cNvSpPr>
            <p:nvPr/>
          </p:nvSpPr>
          <p:spPr bwMode="gray">
            <a:xfrm>
              <a:off x="5805905" y="3632404"/>
              <a:ext cx="11886" cy="16280"/>
            </a:xfrm>
            <a:custGeom>
              <a:avLst/>
              <a:gdLst>
                <a:gd name="T0" fmla="*/ 0 w 63"/>
                <a:gd name="T1" fmla="*/ 1 h 83"/>
                <a:gd name="T2" fmla="*/ 2 w 63"/>
                <a:gd name="T3" fmla="*/ 0 h 83"/>
                <a:gd name="T4" fmla="*/ 11 w 63"/>
                <a:gd name="T5" fmla="*/ 2 h 83"/>
                <a:gd name="T6" fmla="*/ 24 w 63"/>
                <a:gd name="T7" fmla="*/ 11 h 83"/>
                <a:gd name="T8" fmla="*/ 27 w 63"/>
                <a:gd name="T9" fmla="*/ 17 h 83"/>
                <a:gd name="T10" fmla="*/ 33 w 63"/>
                <a:gd name="T11" fmla="*/ 18 h 83"/>
                <a:gd name="T12" fmla="*/ 49 w 63"/>
                <a:gd name="T13" fmla="*/ 18 h 83"/>
                <a:gd name="T14" fmla="*/ 50 w 63"/>
                <a:gd name="T15" fmla="*/ 22 h 83"/>
                <a:gd name="T16" fmla="*/ 60 w 63"/>
                <a:gd name="T17" fmla="*/ 19 h 83"/>
                <a:gd name="T18" fmla="*/ 63 w 63"/>
                <a:gd name="T19" fmla="*/ 21 h 83"/>
                <a:gd name="T20" fmla="*/ 63 w 63"/>
                <a:gd name="T21" fmla="*/ 33 h 83"/>
                <a:gd name="T22" fmla="*/ 60 w 63"/>
                <a:gd name="T23" fmla="*/ 44 h 83"/>
                <a:gd name="T24" fmla="*/ 52 w 63"/>
                <a:gd name="T25" fmla="*/ 49 h 83"/>
                <a:gd name="T26" fmla="*/ 44 w 63"/>
                <a:gd name="T27" fmla="*/ 59 h 83"/>
                <a:gd name="T28" fmla="*/ 36 w 63"/>
                <a:gd name="T29" fmla="*/ 65 h 83"/>
                <a:gd name="T30" fmla="*/ 32 w 63"/>
                <a:gd name="T31" fmla="*/ 67 h 83"/>
                <a:gd name="T32" fmla="*/ 23 w 63"/>
                <a:gd name="T33" fmla="*/ 68 h 83"/>
                <a:gd name="T34" fmla="*/ 11 w 63"/>
                <a:gd name="T35" fmla="*/ 73 h 83"/>
                <a:gd name="T36" fmla="*/ 3 w 63"/>
                <a:gd name="T37" fmla="*/ 83 h 83"/>
                <a:gd name="T38" fmla="*/ 1 w 63"/>
                <a:gd name="T39" fmla="*/ 71 h 83"/>
                <a:gd name="T40" fmla="*/ 1 w 63"/>
                <a:gd name="T41" fmla="*/ 59 h 83"/>
                <a:gd name="T42" fmla="*/ 3 w 63"/>
                <a:gd name="T43" fmla="*/ 45 h 83"/>
                <a:gd name="T44" fmla="*/ 6 w 63"/>
                <a:gd name="T45" fmla="*/ 17 h 83"/>
                <a:gd name="T46" fmla="*/ 4 w 63"/>
                <a:gd name="T47" fmla="*/ 11 h 83"/>
                <a:gd name="T48" fmla="*/ 0 w 63"/>
                <a:gd name="T49" fmla="*/ 6 h 83"/>
                <a:gd name="T50" fmla="*/ 0 w 63"/>
                <a:gd name="T51" fmla="*/ 1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0" name="Freeform 337">
              <a:extLst>
                <a:ext uri="{FF2B5EF4-FFF2-40B4-BE49-F238E27FC236}">
                  <a16:creationId xmlns:a16="http://schemas.microsoft.com/office/drawing/2014/main" id="{8BD12EE7-7899-E4D4-1748-5BF98C408C99}"/>
                </a:ext>
              </a:extLst>
            </p:cNvPr>
            <p:cNvSpPr>
              <a:spLocks noChangeAspect="1"/>
            </p:cNvSpPr>
            <p:nvPr/>
          </p:nvSpPr>
          <p:spPr bwMode="gray">
            <a:xfrm>
              <a:off x="5810527" y="3643021"/>
              <a:ext cx="10566" cy="19819"/>
            </a:xfrm>
            <a:custGeom>
              <a:avLst/>
              <a:gdLst>
                <a:gd name="T0" fmla="*/ 29 w 59"/>
                <a:gd name="T1" fmla="*/ 8 h 107"/>
                <a:gd name="T2" fmla="*/ 39 w 59"/>
                <a:gd name="T3" fmla="*/ 0 h 107"/>
                <a:gd name="T4" fmla="*/ 43 w 59"/>
                <a:gd name="T5" fmla="*/ 1 h 107"/>
                <a:gd name="T6" fmla="*/ 59 w 59"/>
                <a:gd name="T7" fmla="*/ 5 h 107"/>
                <a:gd name="T8" fmla="*/ 59 w 59"/>
                <a:gd name="T9" fmla="*/ 14 h 107"/>
                <a:gd name="T10" fmla="*/ 57 w 59"/>
                <a:gd name="T11" fmla="*/ 25 h 107"/>
                <a:gd name="T12" fmla="*/ 52 w 59"/>
                <a:gd name="T13" fmla="*/ 30 h 107"/>
                <a:gd name="T14" fmla="*/ 51 w 59"/>
                <a:gd name="T15" fmla="*/ 41 h 107"/>
                <a:gd name="T16" fmla="*/ 41 w 59"/>
                <a:gd name="T17" fmla="*/ 62 h 107"/>
                <a:gd name="T18" fmla="*/ 40 w 59"/>
                <a:gd name="T19" fmla="*/ 75 h 107"/>
                <a:gd name="T20" fmla="*/ 41 w 59"/>
                <a:gd name="T21" fmla="*/ 83 h 107"/>
                <a:gd name="T22" fmla="*/ 44 w 59"/>
                <a:gd name="T23" fmla="*/ 90 h 107"/>
                <a:gd name="T24" fmla="*/ 43 w 59"/>
                <a:gd name="T25" fmla="*/ 101 h 107"/>
                <a:gd name="T26" fmla="*/ 34 w 59"/>
                <a:gd name="T27" fmla="*/ 107 h 107"/>
                <a:gd name="T28" fmla="*/ 25 w 59"/>
                <a:gd name="T29" fmla="*/ 97 h 107"/>
                <a:gd name="T30" fmla="*/ 19 w 59"/>
                <a:gd name="T31" fmla="*/ 89 h 107"/>
                <a:gd name="T32" fmla="*/ 13 w 59"/>
                <a:gd name="T33" fmla="*/ 86 h 107"/>
                <a:gd name="T34" fmla="*/ 6 w 59"/>
                <a:gd name="T35" fmla="*/ 79 h 107"/>
                <a:gd name="T36" fmla="*/ 0 w 59"/>
                <a:gd name="T37" fmla="*/ 69 h 107"/>
                <a:gd name="T38" fmla="*/ 3 w 59"/>
                <a:gd name="T39" fmla="*/ 57 h 107"/>
                <a:gd name="T40" fmla="*/ 18 w 59"/>
                <a:gd name="T41" fmla="*/ 51 h 107"/>
                <a:gd name="T42" fmla="*/ 22 w 59"/>
                <a:gd name="T43" fmla="*/ 42 h 107"/>
                <a:gd name="T44" fmla="*/ 22 w 59"/>
                <a:gd name="T45" fmla="*/ 25 h 107"/>
                <a:gd name="T46" fmla="*/ 27 w 59"/>
                <a:gd name="T47" fmla="*/ 10 h 107"/>
                <a:gd name="T48" fmla="*/ 29 w 59"/>
                <a:gd name="T49" fmla="*/ 8 h 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1" name="Freeform 338">
              <a:extLst>
                <a:ext uri="{FF2B5EF4-FFF2-40B4-BE49-F238E27FC236}">
                  <a16:creationId xmlns:a16="http://schemas.microsoft.com/office/drawing/2014/main" id="{D1BD4123-566F-F3BD-0FF4-86FCB00A691F}"/>
                </a:ext>
              </a:extLst>
            </p:cNvPr>
            <p:cNvSpPr>
              <a:spLocks noChangeAspect="1"/>
            </p:cNvSpPr>
            <p:nvPr/>
          </p:nvSpPr>
          <p:spPr bwMode="gray">
            <a:xfrm>
              <a:off x="5829017" y="3637358"/>
              <a:ext cx="9245" cy="15572"/>
            </a:xfrm>
            <a:custGeom>
              <a:avLst/>
              <a:gdLst>
                <a:gd name="T0" fmla="*/ 0 w 51"/>
                <a:gd name="T1" fmla="*/ 0 h 81"/>
                <a:gd name="T2" fmla="*/ 2 w 51"/>
                <a:gd name="T3" fmla="*/ 5 h 81"/>
                <a:gd name="T4" fmla="*/ 6 w 51"/>
                <a:gd name="T5" fmla="*/ 8 h 81"/>
                <a:gd name="T6" fmla="*/ 11 w 51"/>
                <a:gd name="T7" fmla="*/ 6 h 81"/>
                <a:gd name="T8" fmla="*/ 16 w 51"/>
                <a:gd name="T9" fmla="*/ 8 h 81"/>
                <a:gd name="T10" fmla="*/ 29 w 51"/>
                <a:gd name="T11" fmla="*/ 7 h 81"/>
                <a:gd name="T12" fmla="*/ 37 w 51"/>
                <a:gd name="T13" fmla="*/ 18 h 81"/>
                <a:gd name="T14" fmla="*/ 38 w 51"/>
                <a:gd name="T15" fmla="*/ 43 h 81"/>
                <a:gd name="T16" fmla="*/ 43 w 51"/>
                <a:gd name="T17" fmla="*/ 51 h 81"/>
                <a:gd name="T18" fmla="*/ 48 w 51"/>
                <a:gd name="T19" fmla="*/ 64 h 81"/>
                <a:gd name="T20" fmla="*/ 51 w 51"/>
                <a:gd name="T21" fmla="*/ 69 h 81"/>
                <a:gd name="T22" fmla="*/ 44 w 51"/>
                <a:gd name="T23" fmla="*/ 72 h 81"/>
                <a:gd name="T24" fmla="*/ 38 w 51"/>
                <a:gd name="T25" fmla="*/ 70 h 81"/>
                <a:gd name="T26" fmla="*/ 37 w 51"/>
                <a:gd name="T27" fmla="*/ 81 h 81"/>
                <a:gd name="T28" fmla="*/ 29 w 51"/>
                <a:gd name="T29" fmla="*/ 78 h 81"/>
                <a:gd name="T30" fmla="*/ 26 w 51"/>
                <a:gd name="T31" fmla="*/ 67 h 81"/>
                <a:gd name="T32" fmla="*/ 26 w 51"/>
                <a:gd name="T33" fmla="*/ 43 h 81"/>
                <a:gd name="T34" fmla="*/ 19 w 51"/>
                <a:gd name="T35" fmla="*/ 30 h 81"/>
                <a:gd name="T36" fmla="*/ 8 w 51"/>
                <a:gd name="T37" fmla="*/ 34 h 81"/>
                <a:gd name="T38" fmla="*/ 6 w 51"/>
                <a:gd name="T39" fmla="*/ 22 h 81"/>
                <a:gd name="T40" fmla="*/ 3 w 51"/>
                <a:gd name="T41" fmla="*/ 10 h 81"/>
                <a:gd name="T42" fmla="*/ 1 w 51"/>
                <a:gd name="T43" fmla="*/ 6 h 81"/>
                <a:gd name="T44" fmla="*/ 0 w 51"/>
                <a:gd name="T45" fmla="*/ 0 h 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2" name="Freeform 339">
              <a:extLst>
                <a:ext uri="{FF2B5EF4-FFF2-40B4-BE49-F238E27FC236}">
                  <a16:creationId xmlns:a16="http://schemas.microsoft.com/office/drawing/2014/main" id="{847CFBB8-A1C3-4BEA-8ADF-53D88078B08E}"/>
                </a:ext>
              </a:extLst>
            </p:cNvPr>
            <p:cNvSpPr>
              <a:spLocks noChangeAspect="1"/>
            </p:cNvSpPr>
            <p:nvPr/>
          </p:nvSpPr>
          <p:spPr bwMode="gray">
            <a:xfrm>
              <a:off x="5820433" y="3639482"/>
              <a:ext cx="5943" cy="19112"/>
            </a:xfrm>
            <a:custGeom>
              <a:avLst/>
              <a:gdLst>
                <a:gd name="T0" fmla="*/ 35 w 38"/>
                <a:gd name="T1" fmla="*/ 2 h 99"/>
                <a:gd name="T2" fmla="*/ 37 w 38"/>
                <a:gd name="T3" fmla="*/ 0 h 99"/>
                <a:gd name="T4" fmla="*/ 38 w 38"/>
                <a:gd name="T5" fmla="*/ 5 h 99"/>
                <a:gd name="T6" fmla="*/ 37 w 38"/>
                <a:gd name="T7" fmla="*/ 10 h 99"/>
                <a:gd name="T8" fmla="*/ 37 w 38"/>
                <a:gd name="T9" fmla="*/ 33 h 99"/>
                <a:gd name="T10" fmla="*/ 36 w 38"/>
                <a:gd name="T11" fmla="*/ 48 h 99"/>
                <a:gd name="T12" fmla="*/ 24 w 38"/>
                <a:gd name="T13" fmla="*/ 58 h 99"/>
                <a:gd name="T14" fmla="*/ 15 w 38"/>
                <a:gd name="T15" fmla="*/ 75 h 99"/>
                <a:gd name="T16" fmla="*/ 10 w 38"/>
                <a:gd name="T17" fmla="*/ 86 h 99"/>
                <a:gd name="T18" fmla="*/ 6 w 38"/>
                <a:gd name="T19" fmla="*/ 96 h 99"/>
                <a:gd name="T20" fmla="*/ 3 w 38"/>
                <a:gd name="T21" fmla="*/ 99 h 99"/>
                <a:gd name="T22" fmla="*/ 0 w 38"/>
                <a:gd name="T23" fmla="*/ 87 h 99"/>
                <a:gd name="T24" fmla="*/ 0 w 38"/>
                <a:gd name="T25" fmla="*/ 78 h 99"/>
                <a:gd name="T26" fmla="*/ 8 w 38"/>
                <a:gd name="T27" fmla="*/ 58 h 99"/>
                <a:gd name="T28" fmla="*/ 17 w 38"/>
                <a:gd name="T29" fmla="*/ 41 h 99"/>
                <a:gd name="T30" fmla="*/ 26 w 38"/>
                <a:gd name="T31" fmla="*/ 21 h 99"/>
                <a:gd name="T32" fmla="*/ 31 w 38"/>
                <a:gd name="T33" fmla="*/ 5 h 99"/>
                <a:gd name="T34" fmla="*/ 35 w 38"/>
                <a:gd name="T35" fmla="*/ 2 h 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3" name="Freeform 340">
              <a:extLst>
                <a:ext uri="{FF2B5EF4-FFF2-40B4-BE49-F238E27FC236}">
                  <a16:creationId xmlns:a16="http://schemas.microsoft.com/office/drawing/2014/main" id="{9C6C207A-DD5F-6890-45A3-0644830B0DF6}"/>
                </a:ext>
              </a:extLst>
            </p:cNvPr>
            <p:cNvSpPr>
              <a:spLocks noChangeAspect="1"/>
            </p:cNvSpPr>
            <p:nvPr/>
          </p:nvSpPr>
          <p:spPr bwMode="gray">
            <a:xfrm>
              <a:off x="5824395" y="3650807"/>
              <a:ext cx="7263" cy="6370"/>
            </a:xfrm>
            <a:custGeom>
              <a:avLst/>
              <a:gdLst>
                <a:gd name="T0" fmla="*/ 0 w 39"/>
                <a:gd name="T1" fmla="*/ 18 h 31"/>
                <a:gd name="T2" fmla="*/ 0 w 39"/>
                <a:gd name="T3" fmla="*/ 16 h 31"/>
                <a:gd name="T4" fmla="*/ 2 w 39"/>
                <a:gd name="T5" fmla="*/ 16 h 31"/>
                <a:gd name="T6" fmla="*/ 9 w 39"/>
                <a:gd name="T7" fmla="*/ 12 h 31"/>
                <a:gd name="T8" fmla="*/ 12 w 39"/>
                <a:gd name="T9" fmla="*/ 5 h 31"/>
                <a:gd name="T10" fmla="*/ 20 w 39"/>
                <a:gd name="T11" fmla="*/ 0 h 31"/>
                <a:gd name="T12" fmla="*/ 32 w 39"/>
                <a:gd name="T13" fmla="*/ 5 h 31"/>
                <a:gd name="T14" fmla="*/ 39 w 39"/>
                <a:gd name="T15" fmla="*/ 3 h 31"/>
                <a:gd name="T16" fmla="*/ 39 w 39"/>
                <a:gd name="T17" fmla="*/ 14 h 31"/>
                <a:gd name="T18" fmla="*/ 38 w 39"/>
                <a:gd name="T19" fmla="*/ 18 h 31"/>
                <a:gd name="T20" fmla="*/ 39 w 39"/>
                <a:gd name="T21" fmla="*/ 24 h 31"/>
                <a:gd name="T22" fmla="*/ 37 w 39"/>
                <a:gd name="T23" fmla="*/ 27 h 31"/>
                <a:gd name="T24" fmla="*/ 22 w 39"/>
                <a:gd name="T25" fmla="*/ 31 h 31"/>
                <a:gd name="T26" fmla="*/ 7 w 39"/>
                <a:gd name="T27" fmla="*/ 30 h 31"/>
                <a:gd name="T28" fmla="*/ 4 w 39"/>
                <a:gd name="T29" fmla="*/ 26 h 31"/>
                <a:gd name="T30" fmla="*/ 0 w 39"/>
                <a:gd name="T31" fmla="*/ 18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4" name="Freeform 341">
              <a:extLst>
                <a:ext uri="{FF2B5EF4-FFF2-40B4-BE49-F238E27FC236}">
                  <a16:creationId xmlns:a16="http://schemas.microsoft.com/office/drawing/2014/main" id="{6BB76467-6AFD-E4F5-90CF-DF1DE1228B3C}"/>
                </a:ext>
              </a:extLst>
            </p:cNvPr>
            <p:cNvSpPr>
              <a:spLocks noChangeAspect="1"/>
            </p:cNvSpPr>
            <p:nvPr/>
          </p:nvSpPr>
          <p:spPr bwMode="gray">
            <a:xfrm>
              <a:off x="5805905" y="3655762"/>
              <a:ext cx="45563" cy="43885"/>
            </a:xfrm>
            <a:custGeom>
              <a:avLst/>
              <a:gdLst>
                <a:gd name="T0" fmla="*/ 190 w 254"/>
                <a:gd name="T1" fmla="*/ 0 h 227"/>
                <a:gd name="T2" fmla="*/ 207 w 254"/>
                <a:gd name="T3" fmla="*/ 10 h 227"/>
                <a:gd name="T4" fmla="*/ 224 w 254"/>
                <a:gd name="T5" fmla="*/ 26 h 227"/>
                <a:gd name="T6" fmla="*/ 233 w 254"/>
                <a:gd name="T7" fmla="*/ 33 h 227"/>
                <a:gd name="T8" fmla="*/ 240 w 254"/>
                <a:gd name="T9" fmla="*/ 51 h 227"/>
                <a:gd name="T10" fmla="*/ 242 w 254"/>
                <a:gd name="T11" fmla="*/ 70 h 227"/>
                <a:gd name="T12" fmla="*/ 246 w 254"/>
                <a:gd name="T13" fmla="*/ 86 h 227"/>
                <a:gd name="T14" fmla="*/ 250 w 254"/>
                <a:gd name="T15" fmla="*/ 110 h 227"/>
                <a:gd name="T16" fmla="*/ 254 w 254"/>
                <a:gd name="T17" fmla="*/ 142 h 227"/>
                <a:gd name="T18" fmla="*/ 243 w 254"/>
                <a:gd name="T19" fmla="*/ 152 h 227"/>
                <a:gd name="T20" fmla="*/ 238 w 254"/>
                <a:gd name="T21" fmla="*/ 185 h 227"/>
                <a:gd name="T22" fmla="*/ 227 w 254"/>
                <a:gd name="T23" fmla="*/ 167 h 227"/>
                <a:gd name="T24" fmla="*/ 221 w 254"/>
                <a:gd name="T25" fmla="*/ 142 h 227"/>
                <a:gd name="T26" fmla="*/ 212 w 254"/>
                <a:gd name="T27" fmla="*/ 131 h 227"/>
                <a:gd name="T28" fmla="*/ 192 w 254"/>
                <a:gd name="T29" fmla="*/ 158 h 227"/>
                <a:gd name="T30" fmla="*/ 197 w 254"/>
                <a:gd name="T31" fmla="*/ 179 h 227"/>
                <a:gd name="T32" fmla="*/ 206 w 254"/>
                <a:gd name="T33" fmla="*/ 201 h 227"/>
                <a:gd name="T34" fmla="*/ 194 w 254"/>
                <a:gd name="T35" fmla="*/ 227 h 227"/>
                <a:gd name="T36" fmla="*/ 184 w 254"/>
                <a:gd name="T37" fmla="*/ 211 h 227"/>
                <a:gd name="T38" fmla="*/ 174 w 254"/>
                <a:gd name="T39" fmla="*/ 211 h 227"/>
                <a:gd name="T40" fmla="*/ 156 w 254"/>
                <a:gd name="T41" fmla="*/ 210 h 227"/>
                <a:gd name="T42" fmla="*/ 125 w 254"/>
                <a:gd name="T43" fmla="*/ 189 h 227"/>
                <a:gd name="T44" fmla="*/ 119 w 254"/>
                <a:gd name="T45" fmla="*/ 171 h 227"/>
                <a:gd name="T46" fmla="*/ 113 w 254"/>
                <a:gd name="T47" fmla="*/ 150 h 227"/>
                <a:gd name="T48" fmla="*/ 125 w 254"/>
                <a:gd name="T49" fmla="*/ 126 h 227"/>
                <a:gd name="T50" fmla="*/ 105 w 254"/>
                <a:gd name="T51" fmla="*/ 108 h 227"/>
                <a:gd name="T52" fmla="*/ 89 w 254"/>
                <a:gd name="T53" fmla="*/ 104 h 227"/>
                <a:gd name="T54" fmla="*/ 81 w 254"/>
                <a:gd name="T55" fmla="*/ 125 h 227"/>
                <a:gd name="T56" fmla="*/ 68 w 254"/>
                <a:gd name="T57" fmla="*/ 121 h 227"/>
                <a:gd name="T58" fmla="*/ 55 w 254"/>
                <a:gd name="T59" fmla="*/ 126 h 227"/>
                <a:gd name="T60" fmla="*/ 50 w 254"/>
                <a:gd name="T61" fmla="*/ 123 h 227"/>
                <a:gd name="T62" fmla="*/ 39 w 254"/>
                <a:gd name="T63" fmla="*/ 112 h 227"/>
                <a:gd name="T64" fmla="*/ 16 w 254"/>
                <a:gd name="T65" fmla="*/ 153 h 227"/>
                <a:gd name="T66" fmla="*/ 3 w 254"/>
                <a:gd name="T67" fmla="*/ 155 h 227"/>
                <a:gd name="T68" fmla="*/ 7 w 254"/>
                <a:gd name="T69" fmla="*/ 121 h 227"/>
                <a:gd name="T70" fmla="*/ 22 w 254"/>
                <a:gd name="T71" fmla="*/ 93 h 227"/>
                <a:gd name="T72" fmla="*/ 56 w 254"/>
                <a:gd name="T73" fmla="*/ 76 h 227"/>
                <a:gd name="T74" fmla="*/ 73 w 254"/>
                <a:gd name="T75" fmla="*/ 64 h 227"/>
                <a:gd name="T76" fmla="*/ 99 w 254"/>
                <a:gd name="T77" fmla="*/ 64 h 227"/>
                <a:gd name="T78" fmla="*/ 98 w 254"/>
                <a:gd name="T79" fmla="*/ 94 h 227"/>
                <a:gd name="T80" fmla="*/ 127 w 254"/>
                <a:gd name="T81" fmla="*/ 69 h 227"/>
                <a:gd name="T82" fmla="*/ 146 w 254"/>
                <a:gd name="T83" fmla="*/ 66 h 227"/>
                <a:gd name="T84" fmla="*/ 153 w 254"/>
                <a:gd name="T85" fmla="*/ 49 h 227"/>
                <a:gd name="T86" fmla="*/ 169 w 254"/>
                <a:gd name="T87" fmla="*/ 46 h 227"/>
                <a:gd name="T88" fmla="*/ 189 w 254"/>
                <a:gd name="T89" fmla="*/ 43 h 227"/>
                <a:gd name="T90" fmla="*/ 194 w 254"/>
                <a:gd name="T91" fmla="*/ 26 h 227"/>
                <a:gd name="T92" fmla="*/ 191 w 254"/>
                <a:gd name="T93" fmla="*/ 1 h 2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5" name="Freeform 342">
              <a:extLst>
                <a:ext uri="{FF2B5EF4-FFF2-40B4-BE49-F238E27FC236}">
                  <a16:creationId xmlns:a16="http://schemas.microsoft.com/office/drawing/2014/main" id="{263CDF76-0E57-447F-F358-D0B1B56894FD}"/>
                </a:ext>
              </a:extLst>
            </p:cNvPr>
            <p:cNvSpPr>
              <a:spLocks noChangeAspect="1"/>
            </p:cNvSpPr>
            <p:nvPr/>
          </p:nvSpPr>
          <p:spPr bwMode="gray">
            <a:xfrm>
              <a:off x="5776190" y="3739993"/>
              <a:ext cx="62071" cy="77861"/>
            </a:xfrm>
            <a:custGeom>
              <a:avLst/>
              <a:gdLst>
                <a:gd name="T0" fmla="*/ 141 w 345"/>
                <a:gd name="T1" fmla="*/ 30 h 404"/>
                <a:gd name="T2" fmla="*/ 163 w 345"/>
                <a:gd name="T3" fmla="*/ 33 h 404"/>
                <a:gd name="T4" fmla="*/ 184 w 345"/>
                <a:gd name="T5" fmla="*/ 36 h 404"/>
                <a:gd name="T6" fmla="*/ 205 w 345"/>
                <a:gd name="T7" fmla="*/ 43 h 404"/>
                <a:gd name="T8" fmla="*/ 229 w 345"/>
                <a:gd name="T9" fmla="*/ 42 h 404"/>
                <a:gd name="T10" fmla="*/ 288 w 345"/>
                <a:gd name="T11" fmla="*/ 42 h 404"/>
                <a:gd name="T12" fmla="*/ 325 w 345"/>
                <a:gd name="T13" fmla="*/ 6 h 404"/>
                <a:gd name="T14" fmla="*/ 344 w 345"/>
                <a:gd name="T15" fmla="*/ 4 h 404"/>
                <a:gd name="T16" fmla="*/ 339 w 345"/>
                <a:gd name="T17" fmla="*/ 30 h 404"/>
                <a:gd name="T18" fmla="*/ 303 w 345"/>
                <a:gd name="T19" fmla="*/ 69 h 404"/>
                <a:gd name="T20" fmla="*/ 268 w 345"/>
                <a:gd name="T21" fmla="*/ 78 h 404"/>
                <a:gd name="T22" fmla="*/ 218 w 345"/>
                <a:gd name="T23" fmla="*/ 68 h 404"/>
                <a:gd name="T24" fmla="*/ 164 w 345"/>
                <a:gd name="T25" fmla="*/ 72 h 404"/>
                <a:gd name="T26" fmla="*/ 145 w 345"/>
                <a:gd name="T27" fmla="*/ 69 h 404"/>
                <a:gd name="T28" fmla="*/ 121 w 345"/>
                <a:gd name="T29" fmla="*/ 72 h 404"/>
                <a:gd name="T30" fmla="*/ 87 w 345"/>
                <a:gd name="T31" fmla="*/ 69 h 404"/>
                <a:gd name="T32" fmla="*/ 67 w 345"/>
                <a:gd name="T33" fmla="*/ 107 h 404"/>
                <a:gd name="T34" fmla="*/ 86 w 345"/>
                <a:gd name="T35" fmla="*/ 148 h 404"/>
                <a:gd name="T36" fmla="*/ 124 w 345"/>
                <a:gd name="T37" fmla="*/ 164 h 404"/>
                <a:gd name="T38" fmla="*/ 151 w 345"/>
                <a:gd name="T39" fmla="*/ 143 h 404"/>
                <a:gd name="T40" fmla="*/ 172 w 345"/>
                <a:gd name="T41" fmla="*/ 148 h 404"/>
                <a:gd name="T42" fmla="*/ 215 w 345"/>
                <a:gd name="T43" fmla="*/ 138 h 404"/>
                <a:gd name="T44" fmla="*/ 244 w 345"/>
                <a:gd name="T45" fmla="*/ 124 h 404"/>
                <a:gd name="T46" fmla="*/ 243 w 345"/>
                <a:gd name="T47" fmla="*/ 150 h 404"/>
                <a:gd name="T48" fmla="*/ 198 w 345"/>
                <a:gd name="T49" fmla="*/ 172 h 404"/>
                <a:gd name="T50" fmla="*/ 166 w 345"/>
                <a:gd name="T51" fmla="*/ 189 h 404"/>
                <a:gd name="T52" fmla="*/ 137 w 345"/>
                <a:gd name="T53" fmla="*/ 193 h 404"/>
                <a:gd name="T54" fmla="*/ 180 w 345"/>
                <a:gd name="T55" fmla="*/ 251 h 404"/>
                <a:gd name="T56" fmla="*/ 196 w 345"/>
                <a:gd name="T57" fmla="*/ 271 h 404"/>
                <a:gd name="T58" fmla="*/ 184 w 345"/>
                <a:gd name="T59" fmla="*/ 286 h 404"/>
                <a:gd name="T60" fmla="*/ 202 w 345"/>
                <a:gd name="T61" fmla="*/ 309 h 404"/>
                <a:gd name="T62" fmla="*/ 216 w 345"/>
                <a:gd name="T63" fmla="*/ 320 h 404"/>
                <a:gd name="T64" fmla="*/ 211 w 345"/>
                <a:gd name="T65" fmla="*/ 337 h 404"/>
                <a:gd name="T66" fmla="*/ 175 w 345"/>
                <a:gd name="T67" fmla="*/ 354 h 404"/>
                <a:gd name="T68" fmla="*/ 146 w 345"/>
                <a:gd name="T69" fmla="*/ 348 h 404"/>
                <a:gd name="T70" fmla="*/ 143 w 345"/>
                <a:gd name="T71" fmla="*/ 314 h 404"/>
                <a:gd name="T72" fmla="*/ 113 w 345"/>
                <a:gd name="T73" fmla="*/ 280 h 404"/>
                <a:gd name="T74" fmla="*/ 119 w 345"/>
                <a:gd name="T75" fmla="*/ 245 h 404"/>
                <a:gd name="T76" fmla="*/ 92 w 345"/>
                <a:gd name="T77" fmla="*/ 245 h 404"/>
                <a:gd name="T78" fmla="*/ 83 w 345"/>
                <a:gd name="T79" fmla="*/ 280 h 404"/>
                <a:gd name="T80" fmla="*/ 86 w 345"/>
                <a:gd name="T81" fmla="*/ 354 h 404"/>
                <a:gd name="T82" fmla="*/ 85 w 345"/>
                <a:gd name="T83" fmla="*/ 397 h 404"/>
                <a:gd name="T84" fmla="*/ 55 w 345"/>
                <a:gd name="T85" fmla="*/ 404 h 404"/>
                <a:gd name="T86" fmla="*/ 27 w 345"/>
                <a:gd name="T87" fmla="*/ 384 h 404"/>
                <a:gd name="T88" fmla="*/ 43 w 345"/>
                <a:gd name="T89" fmla="*/ 316 h 404"/>
                <a:gd name="T90" fmla="*/ 22 w 345"/>
                <a:gd name="T91" fmla="*/ 284 h 404"/>
                <a:gd name="T92" fmla="*/ 0 w 345"/>
                <a:gd name="T93" fmla="*/ 259 h 404"/>
                <a:gd name="T94" fmla="*/ 18 w 345"/>
                <a:gd name="T95" fmla="*/ 210 h 404"/>
                <a:gd name="T96" fmla="*/ 37 w 345"/>
                <a:gd name="T97" fmla="*/ 144 h 404"/>
                <a:gd name="T98" fmla="*/ 51 w 345"/>
                <a:gd name="T99" fmla="*/ 138 h 404"/>
                <a:gd name="T100" fmla="*/ 45 w 345"/>
                <a:gd name="T101" fmla="*/ 97 h 404"/>
                <a:gd name="T102" fmla="*/ 55 w 345"/>
                <a:gd name="T103" fmla="*/ 80 h 404"/>
                <a:gd name="T104" fmla="*/ 73 w 345"/>
                <a:gd name="T105" fmla="*/ 46 h 404"/>
                <a:gd name="T106" fmla="*/ 93 w 345"/>
                <a:gd name="T107" fmla="*/ 51 h 404"/>
                <a:gd name="T108" fmla="*/ 110 w 345"/>
                <a:gd name="T109" fmla="*/ 24 h 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6" name="Freeform 344">
              <a:extLst>
                <a:ext uri="{FF2B5EF4-FFF2-40B4-BE49-F238E27FC236}">
                  <a16:creationId xmlns:a16="http://schemas.microsoft.com/office/drawing/2014/main" id="{62ABED9D-AB87-92A7-AFCC-D49C6DE5678B}"/>
                </a:ext>
              </a:extLst>
            </p:cNvPr>
            <p:cNvSpPr>
              <a:spLocks noChangeAspect="1"/>
            </p:cNvSpPr>
            <p:nvPr/>
          </p:nvSpPr>
          <p:spPr bwMode="gray">
            <a:xfrm>
              <a:off x="5982213" y="3221867"/>
              <a:ext cx="59430" cy="58749"/>
            </a:xfrm>
            <a:custGeom>
              <a:avLst/>
              <a:gdLst>
                <a:gd name="T0" fmla="*/ 301 w 330"/>
                <a:gd name="T1" fmla="*/ 94 h 307"/>
                <a:gd name="T2" fmla="*/ 299 w 330"/>
                <a:gd name="T3" fmla="*/ 113 h 307"/>
                <a:gd name="T4" fmla="*/ 294 w 330"/>
                <a:gd name="T5" fmla="*/ 141 h 307"/>
                <a:gd name="T6" fmla="*/ 304 w 330"/>
                <a:gd name="T7" fmla="*/ 164 h 307"/>
                <a:gd name="T8" fmla="*/ 330 w 330"/>
                <a:gd name="T9" fmla="*/ 159 h 307"/>
                <a:gd name="T10" fmla="*/ 308 w 330"/>
                <a:gd name="T11" fmla="*/ 177 h 307"/>
                <a:gd name="T12" fmla="*/ 283 w 330"/>
                <a:gd name="T13" fmla="*/ 191 h 307"/>
                <a:gd name="T14" fmla="*/ 271 w 330"/>
                <a:gd name="T15" fmla="*/ 195 h 307"/>
                <a:gd name="T16" fmla="*/ 238 w 330"/>
                <a:gd name="T17" fmla="*/ 195 h 307"/>
                <a:gd name="T18" fmla="*/ 208 w 330"/>
                <a:gd name="T19" fmla="*/ 223 h 307"/>
                <a:gd name="T20" fmla="*/ 195 w 330"/>
                <a:gd name="T21" fmla="*/ 259 h 307"/>
                <a:gd name="T22" fmla="*/ 162 w 330"/>
                <a:gd name="T23" fmla="*/ 248 h 307"/>
                <a:gd name="T24" fmla="*/ 114 w 330"/>
                <a:gd name="T25" fmla="*/ 224 h 307"/>
                <a:gd name="T26" fmla="*/ 84 w 330"/>
                <a:gd name="T27" fmla="*/ 227 h 307"/>
                <a:gd name="T28" fmla="*/ 63 w 330"/>
                <a:gd name="T29" fmla="*/ 235 h 307"/>
                <a:gd name="T30" fmla="*/ 36 w 330"/>
                <a:gd name="T31" fmla="*/ 226 h 307"/>
                <a:gd name="T32" fmla="*/ 34 w 330"/>
                <a:gd name="T33" fmla="*/ 251 h 307"/>
                <a:gd name="T34" fmla="*/ 74 w 330"/>
                <a:gd name="T35" fmla="*/ 277 h 307"/>
                <a:gd name="T36" fmla="*/ 59 w 330"/>
                <a:gd name="T37" fmla="*/ 283 h 307"/>
                <a:gd name="T38" fmla="*/ 40 w 330"/>
                <a:gd name="T39" fmla="*/ 289 h 307"/>
                <a:gd name="T40" fmla="*/ 22 w 330"/>
                <a:gd name="T41" fmla="*/ 307 h 307"/>
                <a:gd name="T42" fmla="*/ 11 w 330"/>
                <a:gd name="T43" fmla="*/ 295 h 307"/>
                <a:gd name="T44" fmla="*/ 0 w 330"/>
                <a:gd name="T45" fmla="*/ 247 h 307"/>
                <a:gd name="T46" fmla="*/ 11 w 330"/>
                <a:gd name="T47" fmla="*/ 214 h 307"/>
                <a:gd name="T48" fmla="*/ 34 w 330"/>
                <a:gd name="T49" fmla="*/ 195 h 307"/>
                <a:gd name="T50" fmla="*/ 31 w 330"/>
                <a:gd name="T51" fmla="*/ 176 h 307"/>
                <a:gd name="T52" fmla="*/ 47 w 330"/>
                <a:gd name="T53" fmla="*/ 171 h 307"/>
                <a:gd name="T54" fmla="*/ 81 w 330"/>
                <a:gd name="T55" fmla="*/ 175 h 307"/>
                <a:gd name="T56" fmla="*/ 87 w 330"/>
                <a:gd name="T57" fmla="*/ 146 h 307"/>
                <a:gd name="T58" fmla="*/ 94 w 330"/>
                <a:gd name="T59" fmla="*/ 127 h 307"/>
                <a:gd name="T60" fmla="*/ 102 w 330"/>
                <a:gd name="T61" fmla="*/ 90 h 307"/>
                <a:gd name="T62" fmla="*/ 99 w 330"/>
                <a:gd name="T63" fmla="*/ 25 h 307"/>
                <a:gd name="T64" fmla="*/ 110 w 330"/>
                <a:gd name="T65" fmla="*/ 3 h 307"/>
                <a:gd name="T66" fmla="*/ 122 w 330"/>
                <a:gd name="T67" fmla="*/ 8 h 307"/>
                <a:gd name="T68" fmla="*/ 135 w 330"/>
                <a:gd name="T69" fmla="*/ 22 h 307"/>
                <a:gd name="T70" fmla="*/ 179 w 330"/>
                <a:gd name="T71" fmla="*/ 75 h 307"/>
                <a:gd name="T72" fmla="*/ 222 w 330"/>
                <a:gd name="T73" fmla="*/ 103 h 307"/>
                <a:gd name="T74" fmla="*/ 250 w 330"/>
                <a:gd name="T75" fmla="*/ 116 h 307"/>
                <a:gd name="T76" fmla="*/ 272 w 330"/>
                <a:gd name="T77" fmla="*/ 118 h 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7" name="Freeform 345">
              <a:extLst>
                <a:ext uri="{FF2B5EF4-FFF2-40B4-BE49-F238E27FC236}">
                  <a16:creationId xmlns:a16="http://schemas.microsoft.com/office/drawing/2014/main" id="{102A2864-291F-1A1E-2919-920C4C47D99E}"/>
                </a:ext>
              </a:extLst>
            </p:cNvPr>
            <p:cNvSpPr>
              <a:spLocks noChangeAspect="1"/>
            </p:cNvSpPr>
            <p:nvPr/>
          </p:nvSpPr>
          <p:spPr bwMode="gray">
            <a:xfrm>
              <a:off x="5894389" y="3279201"/>
              <a:ext cx="110275" cy="106173"/>
            </a:xfrm>
            <a:custGeom>
              <a:avLst/>
              <a:gdLst>
                <a:gd name="T0" fmla="*/ 578 w 613"/>
                <a:gd name="T1" fmla="*/ 13 h 552"/>
                <a:gd name="T2" fmla="*/ 582 w 613"/>
                <a:gd name="T3" fmla="*/ 69 h 552"/>
                <a:gd name="T4" fmla="*/ 607 w 613"/>
                <a:gd name="T5" fmla="*/ 118 h 552"/>
                <a:gd name="T6" fmla="*/ 608 w 613"/>
                <a:gd name="T7" fmla="*/ 160 h 552"/>
                <a:gd name="T8" fmla="*/ 593 w 613"/>
                <a:gd name="T9" fmla="*/ 180 h 552"/>
                <a:gd name="T10" fmla="*/ 571 w 613"/>
                <a:gd name="T11" fmla="*/ 223 h 552"/>
                <a:gd name="T12" fmla="*/ 554 w 613"/>
                <a:gd name="T13" fmla="*/ 268 h 552"/>
                <a:gd name="T14" fmla="*/ 558 w 613"/>
                <a:gd name="T15" fmla="*/ 317 h 552"/>
                <a:gd name="T16" fmla="*/ 535 w 613"/>
                <a:gd name="T17" fmla="*/ 365 h 552"/>
                <a:gd name="T18" fmla="*/ 545 w 613"/>
                <a:gd name="T19" fmla="*/ 404 h 552"/>
                <a:gd name="T20" fmla="*/ 521 w 613"/>
                <a:gd name="T21" fmla="*/ 439 h 552"/>
                <a:gd name="T22" fmla="*/ 495 w 613"/>
                <a:gd name="T23" fmla="*/ 425 h 552"/>
                <a:gd name="T24" fmla="*/ 491 w 613"/>
                <a:gd name="T25" fmla="*/ 408 h 552"/>
                <a:gd name="T26" fmla="*/ 483 w 613"/>
                <a:gd name="T27" fmla="*/ 440 h 552"/>
                <a:gd name="T28" fmla="*/ 456 w 613"/>
                <a:gd name="T29" fmla="*/ 443 h 552"/>
                <a:gd name="T30" fmla="*/ 437 w 613"/>
                <a:gd name="T31" fmla="*/ 474 h 552"/>
                <a:gd name="T32" fmla="*/ 427 w 613"/>
                <a:gd name="T33" fmla="*/ 446 h 552"/>
                <a:gd name="T34" fmla="*/ 404 w 613"/>
                <a:gd name="T35" fmla="*/ 478 h 552"/>
                <a:gd name="T36" fmla="*/ 356 w 613"/>
                <a:gd name="T37" fmla="*/ 476 h 552"/>
                <a:gd name="T38" fmla="*/ 351 w 613"/>
                <a:gd name="T39" fmla="*/ 470 h 552"/>
                <a:gd name="T40" fmla="*/ 333 w 613"/>
                <a:gd name="T41" fmla="*/ 470 h 552"/>
                <a:gd name="T42" fmla="*/ 320 w 613"/>
                <a:gd name="T43" fmla="*/ 451 h 552"/>
                <a:gd name="T44" fmla="*/ 328 w 613"/>
                <a:gd name="T45" fmla="*/ 504 h 552"/>
                <a:gd name="T46" fmla="*/ 307 w 613"/>
                <a:gd name="T47" fmla="*/ 503 h 552"/>
                <a:gd name="T48" fmla="*/ 295 w 613"/>
                <a:gd name="T49" fmla="*/ 517 h 552"/>
                <a:gd name="T50" fmla="*/ 252 w 613"/>
                <a:gd name="T51" fmla="*/ 546 h 552"/>
                <a:gd name="T52" fmla="*/ 233 w 613"/>
                <a:gd name="T53" fmla="*/ 517 h 552"/>
                <a:gd name="T54" fmla="*/ 248 w 613"/>
                <a:gd name="T55" fmla="*/ 479 h 552"/>
                <a:gd name="T56" fmla="*/ 228 w 613"/>
                <a:gd name="T57" fmla="*/ 476 h 552"/>
                <a:gd name="T58" fmla="*/ 190 w 613"/>
                <a:gd name="T59" fmla="*/ 468 h 552"/>
                <a:gd name="T60" fmla="*/ 156 w 613"/>
                <a:gd name="T61" fmla="*/ 483 h 552"/>
                <a:gd name="T62" fmla="*/ 133 w 613"/>
                <a:gd name="T63" fmla="*/ 492 h 552"/>
                <a:gd name="T64" fmla="*/ 92 w 613"/>
                <a:gd name="T65" fmla="*/ 503 h 552"/>
                <a:gd name="T66" fmla="*/ 69 w 613"/>
                <a:gd name="T67" fmla="*/ 524 h 552"/>
                <a:gd name="T68" fmla="*/ 43 w 613"/>
                <a:gd name="T69" fmla="*/ 515 h 552"/>
                <a:gd name="T70" fmla="*/ 20 w 613"/>
                <a:gd name="T71" fmla="*/ 521 h 552"/>
                <a:gd name="T72" fmla="*/ 0 w 613"/>
                <a:gd name="T73" fmla="*/ 503 h 552"/>
                <a:gd name="T74" fmla="*/ 35 w 613"/>
                <a:gd name="T75" fmla="*/ 478 h 552"/>
                <a:gd name="T76" fmla="*/ 74 w 613"/>
                <a:gd name="T77" fmla="*/ 446 h 552"/>
                <a:gd name="T78" fmla="*/ 106 w 613"/>
                <a:gd name="T79" fmla="*/ 417 h 552"/>
                <a:gd name="T80" fmla="*/ 155 w 613"/>
                <a:gd name="T81" fmla="*/ 416 h 552"/>
                <a:gd name="T82" fmla="*/ 219 w 613"/>
                <a:gd name="T83" fmla="*/ 407 h 552"/>
                <a:gd name="T84" fmla="*/ 237 w 613"/>
                <a:gd name="T85" fmla="*/ 412 h 552"/>
                <a:gd name="T86" fmla="*/ 270 w 613"/>
                <a:gd name="T87" fmla="*/ 412 h 552"/>
                <a:gd name="T88" fmla="*/ 300 w 613"/>
                <a:gd name="T89" fmla="*/ 357 h 552"/>
                <a:gd name="T90" fmla="*/ 322 w 613"/>
                <a:gd name="T91" fmla="*/ 305 h 552"/>
                <a:gd name="T92" fmla="*/ 351 w 613"/>
                <a:gd name="T93" fmla="*/ 284 h 552"/>
                <a:gd name="T94" fmla="*/ 333 w 613"/>
                <a:gd name="T95" fmla="*/ 306 h 552"/>
                <a:gd name="T96" fmla="*/ 336 w 613"/>
                <a:gd name="T97" fmla="*/ 333 h 552"/>
                <a:gd name="T98" fmla="*/ 363 w 613"/>
                <a:gd name="T99" fmla="*/ 321 h 552"/>
                <a:gd name="T100" fmla="*/ 410 w 613"/>
                <a:gd name="T101" fmla="*/ 295 h 552"/>
                <a:gd name="T102" fmla="*/ 440 w 613"/>
                <a:gd name="T103" fmla="*/ 257 h 552"/>
                <a:gd name="T104" fmla="*/ 467 w 613"/>
                <a:gd name="T105" fmla="*/ 235 h 552"/>
                <a:gd name="T106" fmla="*/ 486 w 613"/>
                <a:gd name="T107" fmla="*/ 188 h 552"/>
                <a:gd name="T108" fmla="*/ 499 w 613"/>
                <a:gd name="T109" fmla="*/ 154 h 552"/>
                <a:gd name="T110" fmla="*/ 495 w 613"/>
                <a:gd name="T111" fmla="*/ 117 h 552"/>
                <a:gd name="T112" fmla="*/ 499 w 613"/>
                <a:gd name="T113" fmla="*/ 92 h 552"/>
                <a:gd name="T114" fmla="*/ 512 w 613"/>
                <a:gd name="T115" fmla="*/ 49 h 552"/>
                <a:gd name="T116" fmla="*/ 524 w 613"/>
                <a:gd name="T117" fmla="*/ 20 h 552"/>
                <a:gd name="T118" fmla="*/ 539 w 613"/>
                <a:gd name="T119" fmla="*/ 48 h 552"/>
                <a:gd name="T120" fmla="*/ 560 w 613"/>
                <a:gd name="T121" fmla="*/ 41 h 552"/>
                <a:gd name="T122" fmla="*/ 559 w 613"/>
                <a:gd name="T123" fmla="*/ 22 h 552"/>
                <a:gd name="T124" fmla="*/ 547 w 613"/>
                <a:gd name="T125" fmla="*/ 3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8" name="Freeform 346">
              <a:extLst>
                <a:ext uri="{FF2B5EF4-FFF2-40B4-BE49-F238E27FC236}">
                  <a16:creationId xmlns:a16="http://schemas.microsoft.com/office/drawing/2014/main" id="{CF997141-F922-5A92-4EAC-1E84C67463DB}"/>
                </a:ext>
              </a:extLst>
            </p:cNvPr>
            <p:cNvSpPr>
              <a:spLocks noChangeAspect="1"/>
            </p:cNvSpPr>
            <p:nvPr/>
          </p:nvSpPr>
          <p:spPr bwMode="gray">
            <a:xfrm>
              <a:off x="5906936" y="3374757"/>
              <a:ext cx="25093" cy="19819"/>
            </a:xfrm>
            <a:custGeom>
              <a:avLst/>
              <a:gdLst>
                <a:gd name="T0" fmla="*/ 113 w 140"/>
                <a:gd name="T1" fmla="*/ 70 h 107"/>
                <a:gd name="T2" fmla="*/ 102 w 140"/>
                <a:gd name="T3" fmla="*/ 63 h 107"/>
                <a:gd name="T4" fmla="*/ 88 w 140"/>
                <a:gd name="T5" fmla="*/ 58 h 107"/>
                <a:gd name="T6" fmla="*/ 74 w 140"/>
                <a:gd name="T7" fmla="*/ 62 h 107"/>
                <a:gd name="T8" fmla="*/ 66 w 140"/>
                <a:gd name="T9" fmla="*/ 68 h 107"/>
                <a:gd name="T10" fmla="*/ 59 w 140"/>
                <a:gd name="T11" fmla="*/ 80 h 107"/>
                <a:gd name="T12" fmla="*/ 50 w 140"/>
                <a:gd name="T13" fmla="*/ 95 h 107"/>
                <a:gd name="T14" fmla="*/ 48 w 140"/>
                <a:gd name="T15" fmla="*/ 106 h 107"/>
                <a:gd name="T16" fmla="*/ 39 w 140"/>
                <a:gd name="T17" fmla="*/ 107 h 107"/>
                <a:gd name="T18" fmla="*/ 30 w 140"/>
                <a:gd name="T19" fmla="*/ 100 h 107"/>
                <a:gd name="T20" fmla="*/ 26 w 140"/>
                <a:gd name="T21" fmla="*/ 95 h 107"/>
                <a:gd name="T22" fmla="*/ 19 w 140"/>
                <a:gd name="T23" fmla="*/ 82 h 107"/>
                <a:gd name="T24" fmla="*/ 20 w 140"/>
                <a:gd name="T25" fmla="*/ 76 h 107"/>
                <a:gd name="T26" fmla="*/ 16 w 140"/>
                <a:gd name="T27" fmla="*/ 69 h 107"/>
                <a:gd name="T28" fmla="*/ 10 w 140"/>
                <a:gd name="T29" fmla="*/ 64 h 107"/>
                <a:gd name="T30" fmla="*/ 0 w 140"/>
                <a:gd name="T31" fmla="*/ 64 h 107"/>
                <a:gd name="T32" fmla="*/ 15 w 140"/>
                <a:gd name="T33" fmla="*/ 53 h 107"/>
                <a:gd name="T34" fmla="*/ 37 w 140"/>
                <a:gd name="T35" fmla="*/ 23 h 107"/>
                <a:gd name="T36" fmla="*/ 50 w 140"/>
                <a:gd name="T37" fmla="*/ 25 h 107"/>
                <a:gd name="T38" fmla="*/ 57 w 140"/>
                <a:gd name="T39" fmla="*/ 28 h 107"/>
                <a:gd name="T40" fmla="*/ 68 w 140"/>
                <a:gd name="T41" fmla="*/ 26 h 107"/>
                <a:gd name="T42" fmla="*/ 78 w 140"/>
                <a:gd name="T43" fmla="*/ 21 h 107"/>
                <a:gd name="T44" fmla="*/ 82 w 140"/>
                <a:gd name="T45" fmla="*/ 14 h 107"/>
                <a:gd name="T46" fmla="*/ 95 w 140"/>
                <a:gd name="T47" fmla="*/ 1 h 107"/>
                <a:gd name="T48" fmla="*/ 102 w 140"/>
                <a:gd name="T49" fmla="*/ 0 h 107"/>
                <a:gd name="T50" fmla="*/ 112 w 140"/>
                <a:gd name="T51" fmla="*/ 3 h 107"/>
                <a:gd name="T52" fmla="*/ 123 w 140"/>
                <a:gd name="T53" fmla="*/ 9 h 107"/>
                <a:gd name="T54" fmla="*/ 132 w 140"/>
                <a:gd name="T55" fmla="*/ 10 h 107"/>
                <a:gd name="T56" fmla="*/ 138 w 140"/>
                <a:gd name="T57" fmla="*/ 33 h 107"/>
                <a:gd name="T58" fmla="*/ 140 w 140"/>
                <a:gd name="T59" fmla="*/ 36 h 107"/>
                <a:gd name="T60" fmla="*/ 134 w 140"/>
                <a:gd name="T61" fmla="*/ 44 h 107"/>
                <a:gd name="T62" fmla="*/ 128 w 140"/>
                <a:gd name="T63" fmla="*/ 47 h 107"/>
                <a:gd name="T64" fmla="*/ 123 w 140"/>
                <a:gd name="T65" fmla="*/ 54 h 107"/>
                <a:gd name="T66" fmla="*/ 118 w 140"/>
                <a:gd name="T67" fmla="*/ 63 h 107"/>
                <a:gd name="T68" fmla="*/ 113 w 140"/>
                <a:gd name="T69" fmla="*/ 70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49" name="Freeform 347">
              <a:extLst>
                <a:ext uri="{FF2B5EF4-FFF2-40B4-BE49-F238E27FC236}">
                  <a16:creationId xmlns:a16="http://schemas.microsoft.com/office/drawing/2014/main" id="{36336526-FA39-9841-96EC-90C57DC6613D}"/>
                </a:ext>
              </a:extLst>
            </p:cNvPr>
            <p:cNvSpPr>
              <a:spLocks noChangeAspect="1"/>
            </p:cNvSpPr>
            <p:nvPr/>
          </p:nvSpPr>
          <p:spPr bwMode="gray">
            <a:xfrm>
              <a:off x="5881843" y="3379003"/>
              <a:ext cx="23111" cy="36807"/>
            </a:xfrm>
            <a:custGeom>
              <a:avLst/>
              <a:gdLst>
                <a:gd name="T0" fmla="*/ 69 w 131"/>
                <a:gd name="T1" fmla="*/ 2 h 187"/>
                <a:gd name="T2" fmla="*/ 56 w 131"/>
                <a:gd name="T3" fmla="*/ 4 h 187"/>
                <a:gd name="T4" fmla="*/ 42 w 131"/>
                <a:gd name="T5" fmla="*/ 22 h 187"/>
                <a:gd name="T6" fmla="*/ 29 w 131"/>
                <a:gd name="T7" fmla="*/ 29 h 187"/>
                <a:gd name="T8" fmla="*/ 18 w 131"/>
                <a:gd name="T9" fmla="*/ 29 h 187"/>
                <a:gd name="T10" fmla="*/ 0 w 131"/>
                <a:gd name="T11" fmla="*/ 48 h 187"/>
                <a:gd name="T12" fmla="*/ 16 w 131"/>
                <a:gd name="T13" fmla="*/ 64 h 187"/>
                <a:gd name="T14" fmla="*/ 11 w 131"/>
                <a:gd name="T15" fmla="*/ 62 h 187"/>
                <a:gd name="T16" fmla="*/ 9 w 131"/>
                <a:gd name="T17" fmla="*/ 88 h 187"/>
                <a:gd name="T18" fmla="*/ 27 w 131"/>
                <a:gd name="T19" fmla="*/ 78 h 187"/>
                <a:gd name="T20" fmla="*/ 41 w 131"/>
                <a:gd name="T21" fmla="*/ 75 h 187"/>
                <a:gd name="T22" fmla="*/ 32 w 131"/>
                <a:gd name="T23" fmla="*/ 65 h 187"/>
                <a:gd name="T24" fmla="*/ 37 w 131"/>
                <a:gd name="T25" fmla="*/ 50 h 187"/>
                <a:gd name="T26" fmla="*/ 51 w 131"/>
                <a:gd name="T27" fmla="*/ 74 h 187"/>
                <a:gd name="T28" fmla="*/ 53 w 131"/>
                <a:gd name="T29" fmla="*/ 86 h 187"/>
                <a:gd name="T30" fmla="*/ 47 w 131"/>
                <a:gd name="T31" fmla="*/ 112 h 187"/>
                <a:gd name="T32" fmla="*/ 36 w 131"/>
                <a:gd name="T33" fmla="*/ 128 h 187"/>
                <a:gd name="T34" fmla="*/ 38 w 131"/>
                <a:gd name="T35" fmla="*/ 159 h 187"/>
                <a:gd name="T36" fmla="*/ 41 w 131"/>
                <a:gd name="T37" fmla="*/ 174 h 187"/>
                <a:gd name="T38" fmla="*/ 58 w 131"/>
                <a:gd name="T39" fmla="*/ 166 h 187"/>
                <a:gd name="T40" fmla="*/ 57 w 131"/>
                <a:gd name="T41" fmla="*/ 145 h 187"/>
                <a:gd name="T42" fmla="*/ 62 w 131"/>
                <a:gd name="T43" fmla="*/ 151 h 187"/>
                <a:gd name="T44" fmla="*/ 63 w 131"/>
                <a:gd name="T45" fmla="*/ 172 h 187"/>
                <a:gd name="T46" fmla="*/ 70 w 131"/>
                <a:gd name="T47" fmla="*/ 185 h 187"/>
                <a:gd name="T48" fmla="*/ 79 w 131"/>
                <a:gd name="T49" fmla="*/ 169 h 187"/>
                <a:gd name="T50" fmla="*/ 94 w 131"/>
                <a:gd name="T51" fmla="*/ 164 h 187"/>
                <a:gd name="T52" fmla="*/ 107 w 131"/>
                <a:gd name="T53" fmla="*/ 117 h 187"/>
                <a:gd name="T54" fmla="*/ 120 w 131"/>
                <a:gd name="T55" fmla="*/ 89 h 187"/>
                <a:gd name="T56" fmla="*/ 131 w 131"/>
                <a:gd name="T57" fmla="*/ 69 h 187"/>
                <a:gd name="T58" fmla="*/ 124 w 131"/>
                <a:gd name="T59" fmla="*/ 48 h 187"/>
                <a:gd name="T60" fmla="*/ 110 w 131"/>
                <a:gd name="T61" fmla="*/ 40 h 187"/>
                <a:gd name="T62" fmla="*/ 112 w 131"/>
                <a:gd name="T63" fmla="*/ 19 h 187"/>
                <a:gd name="T64" fmla="*/ 86 w 131"/>
                <a:gd name="T65" fmla="*/ 22 h 187"/>
                <a:gd name="T66" fmla="*/ 77 w 131"/>
                <a:gd name="T67" fmla="*/ 3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50" name="Freeform 350">
              <a:extLst>
                <a:ext uri="{FF2B5EF4-FFF2-40B4-BE49-F238E27FC236}">
                  <a16:creationId xmlns:a16="http://schemas.microsoft.com/office/drawing/2014/main" id="{1C45F270-6269-9FC7-443B-7B69BBC910BD}"/>
                </a:ext>
              </a:extLst>
            </p:cNvPr>
            <p:cNvSpPr>
              <a:spLocks noChangeAspect="1"/>
            </p:cNvSpPr>
            <p:nvPr/>
          </p:nvSpPr>
          <p:spPr bwMode="gray">
            <a:xfrm>
              <a:off x="5331127" y="3092335"/>
              <a:ext cx="602222" cy="448759"/>
            </a:xfrm>
            <a:custGeom>
              <a:avLst/>
              <a:gdLst>
                <a:gd name="T0" fmla="*/ 2191 w 3356"/>
                <a:gd name="T1" fmla="*/ 2191 h 2335"/>
                <a:gd name="T2" fmla="*/ 2134 w 3356"/>
                <a:gd name="T3" fmla="*/ 2244 h 2335"/>
                <a:gd name="T4" fmla="*/ 2015 w 3356"/>
                <a:gd name="T5" fmla="*/ 2329 h 2335"/>
                <a:gd name="T6" fmla="*/ 1898 w 3356"/>
                <a:gd name="T7" fmla="*/ 2261 h 2335"/>
                <a:gd name="T8" fmla="*/ 1746 w 3356"/>
                <a:gd name="T9" fmla="*/ 2168 h 2335"/>
                <a:gd name="T10" fmla="*/ 1585 w 3356"/>
                <a:gd name="T11" fmla="*/ 2194 h 2335"/>
                <a:gd name="T12" fmla="*/ 1509 w 3356"/>
                <a:gd name="T13" fmla="*/ 2247 h 2335"/>
                <a:gd name="T14" fmla="*/ 1333 w 3356"/>
                <a:gd name="T15" fmla="*/ 2120 h 2335"/>
                <a:gd name="T16" fmla="*/ 1352 w 3356"/>
                <a:gd name="T17" fmla="*/ 1901 h 2335"/>
                <a:gd name="T18" fmla="*/ 1237 w 3356"/>
                <a:gd name="T19" fmla="*/ 1793 h 2335"/>
                <a:gd name="T20" fmla="*/ 1036 w 3356"/>
                <a:gd name="T21" fmla="*/ 1874 h 2335"/>
                <a:gd name="T22" fmla="*/ 881 w 3356"/>
                <a:gd name="T23" fmla="*/ 1862 h 2335"/>
                <a:gd name="T24" fmla="*/ 793 w 3356"/>
                <a:gd name="T25" fmla="*/ 1879 h 2335"/>
                <a:gd name="T26" fmla="*/ 691 w 3356"/>
                <a:gd name="T27" fmla="*/ 1881 h 2335"/>
                <a:gd name="T28" fmla="*/ 603 w 3356"/>
                <a:gd name="T29" fmla="*/ 1834 h 2335"/>
                <a:gd name="T30" fmla="*/ 556 w 3356"/>
                <a:gd name="T31" fmla="*/ 1803 h 2335"/>
                <a:gd name="T32" fmla="*/ 423 w 3356"/>
                <a:gd name="T33" fmla="*/ 1731 h 2335"/>
                <a:gd name="T34" fmla="*/ 348 w 3356"/>
                <a:gd name="T35" fmla="*/ 1701 h 2335"/>
                <a:gd name="T36" fmla="*/ 291 w 3356"/>
                <a:gd name="T37" fmla="*/ 1675 h 2335"/>
                <a:gd name="T38" fmla="*/ 278 w 3356"/>
                <a:gd name="T39" fmla="*/ 1580 h 2335"/>
                <a:gd name="T40" fmla="*/ 322 w 3356"/>
                <a:gd name="T41" fmla="*/ 1567 h 2335"/>
                <a:gd name="T42" fmla="*/ 300 w 3356"/>
                <a:gd name="T43" fmla="*/ 1492 h 2335"/>
                <a:gd name="T44" fmla="*/ 360 w 3356"/>
                <a:gd name="T45" fmla="*/ 1411 h 2335"/>
                <a:gd name="T46" fmla="*/ 326 w 3356"/>
                <a:gd name="T47" fmla="*/ 1368 h 2335"/>
                <a:gd name="T48" fmla="*/ 230 w 3356"/>
                <a:gd name="T49" fmla="*/ 1391 h 2335"/>
                <a:gd name="T50" fmla="*/ 126 w 3356"/>
                <a:gd name="T51" fmla="*/ 1355 h 2335"/>
                <a:gd name="T52" fmla="*/ 88 w 3356"/>
                <a:gd name="T53" fmla="*/ 1295 h 2335"/>
                <a:gd name="T54" fmla="*/ 63 w 3356"/>
                <a:gd name="T55" fmla="*/ 1212 h 2335"/>
                <a:gd name="T56" fmla="*/ 105 w 3356"/>
                <a:gd name="T57" fmla="*/ 1043 h 2335"/>
                <a:gd name="T58" fmla="*/ 364 w 3356"/>
                <a:gd name="T59" fmla="*/ 920 h 2335"/>
                <a:gd name="T60" fmla="*/ 471 w 3356"/>
                <a:gd name="T61" fmla="*/ 693 h 2335"/>
                <a:gd name="T62" fmla="*/ 656 w 3356"/>
                <a:gd name="T63" fmla="*/ 507 h 2335"/>
                <a:gd name="T64" fmla="*/ 854 w 3356"/>
                <a:gd name="T65" fmla="*/ 474 h 2335"/>
                <a:gd name="T66" fmla="*/ 1031 w 3356"/>
                <a:gd name="T67" fmla="*/ 711 h 2335"/>
                <a:gd name="T68" fmla="*/ 1283 w 3356"/>
                <a:gd name="T69" fmla="*/ 882 h 2335"/>
                <a:gd name="T70" fmla="*/ 1719 w 3356"/>
                <a:gd name="T71" fmla="*/ 963 h 2335"/>
                <a:gd name="T72" fmla="*/ 2042 w 3356"/>
                <a:gd name="T73" fmla="*/ 854 h 2335"/>
                <a:gd name="T74" fmla="*/ 2284 w 3356"/>
                <a:gd name="T75" fmla="*/ 666 h 2335"/>
                <a:gd name="T76" fmla="*/ 2450 w 3356"/>
                <a:gd name="T77" fmla="*/ 478 h 2335"/>
                <a:gd name="T78" fmla="*/ 2342 w 3356"/>
                <a:gd name="T79" fmla="*/ 311 h 2335"/>
                <a:gd name="T80" fmla="*/ 2557 w 3356"/>
                <a:gd name="T81" fmla="*/ 161 h 2335"/>
                <a:gd name="T82" fmla="*/ 2738 w 3356"/>
                <a:gd name="T83" fmla="*/ 0 h 2335"/>
                <a:gd name="T84" fmla="*/ 2901 w 3356"/>
                <a:gd name="T85" fmla="*/ 155 h 2335"/>
                <a:gd name="T86" fmla="*/ 3109 w 3356"/>
                <a:gd name="T87" fmla="*/ 394 h 2335"/>
                <a:gd name="T88" fmla="*/ 3323 w 3356"/>
                <a:gd name="T89" fmla="*/ 441 h 2335"/>
                <a:gd name="T90" fmla="*/ 3195 w 3356"/>
                <a:gd name="T91" fmla="*/ 693 h 2335"/>
                <a:gd name="T92" fmla="*/ 2994 w 3356"/>
                <a:gd name="T93" fmla="*/ 941 h 2335"/>
                <a:gd name="T94" fmla="*/ 2729 w 3356"/>
                <a:gd name="T95" fmla="*/ 1097 h 2335"/>
                <a:gd name="T96" fmla="*/ 2616 w 3356"/>
                <a:gd name="T97" fmla="*/ 1118 h 2335"/>
                <a:gd name="T98" fmla="*/ 2542 w 3356"/>
                <a:gd name="T99" fmla="*/ 1082 h 2335"/>
                <a:gd name="T100" fmla="*/ 2444 w 3356"/>
                <a:gd name="T101" fmla="*/ 1221 h 2335"/>
                <a:gd name="T102" fmla="*/ 2611 w 3356"/>
                <a:gd name="T103" fmla="*/ 1254 h 2335"/>
                <a:gd name="T104" fmla="*/ 2643 w 3356"/>
                <a:gd name="T105" fmla="*/ 1301 h 2335"/>
                <a:gd name="T106" fmla="*/ 2521 w 3356"/>
                <a:gd name="T107" fmla="*/ 1404 h 2335"/>
                <a:gd name="T108" fmla="*/ 2646 w 3356"/>
                <a:gd name="T109" fmla="*/ 1642 h 2335"/>
                <a:gd name="T110" fmla="*/ 2640 w 3356"/>
                <a:gd name="T111" fmla="*/ 1677 h 2335"/>
                <a:gd name="T112" fmla="*/ 2624 w 3356"/>
                <a:gd name="T113" fmla="*/ 1743 h 2335"/>
                <a:gd name="T114" fmla="*/ 2628 w 3356"/>
                <a:gd name="T115" fmla="*/ 1814 h 2335"/>
                <a:gd name="T116" fmla="*/ 2555 w 3356"/>
                <a:gd name="T117" fmla="*/ 1933 h 2335"/>
                <a:gd name="T118" fmla="*/ 2512 w 3356"/>
                <a:gd name="T119" fmla="*/ 2028 h 2335"/>
                <a:gd name="T120" fmla="*/ 2435 w 3356"/>
                <a:gd name="T121" fmla="*/ 2097 h 2335"/>
                <a:gd name="T122" fmla="*/ 2344 w 3356"/>
                <a:gd name="T123" fmla="*/ 2177 h 2335"/>
                <a:gd name="T124" fmla="*/ 2245 w 3356"/>
                <a:gd name="T125" fmla="*/ 2202 h 2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rgbClr val="BB3023"/>
            </a:solid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51" name="Freeform 351">
              <a:extLst>
                <a:ext uri="{FF2B5EF4-FFF2-40B4-BE49-F238E27FC236}">
                  <a16:creationId xmlns:a16="http://schemas.microsoft.com/office/drawing/2014/main" id="{8A83D934-A198-577D-AC3F-EE050ED97BC9}"/>
                </a:ext>
              </a:extLst>
            </p:cNvPr>
            <p:cNvSpPr>
              <a:spLocks noChangeAspect="1"/>
            </p:cNvSpPr>
            <p:nvPr/>
          </p:nvSpPr>
          <p:spPr bwMode="gray">
            <a:xfrm>
              <a:off x="5275659" y="3353522"/>
              <a:ext cx="289225" cy="318520"/>
            </a:xfrm>
            <a:custGeom>
              <a:avLst/>
              <a:gdLst>
                <a:gd name="T0" fmla="*/ 351 w 1608"/>
                <a:gd name="T1" fmla="*/ 1334 h 1661"/>
                <a:gd name="T2" fmla="*/ 468 w 1608"/>
                <a:gd name="T3" fmla="*/ 1614 h 1661"/>
                <a:gd name="T4" fmla="*/ 594 w 1608"/>
                <a:gd name="T5" fmla="*/ 1598 h 1661"/>
                <a:gd name="T6" fmla="*/ 655 w 1608"/>
                <a:gd name="T7" fmla="*/ 1431 h 1661"/>
                <a:gd name="T8" fmla="*/ 659 w 1608"/>
                <a:gd name="T9" fmla="*/ 1302 h 1661"/>
                <a:gd name="T10" fmla="*/ 733 w 1608"/>
                <a:gd name="T11" fmla="*/ 1205 h 1661"/>
                <a:gd name="T12" fmla="*/ 880 w 1608"/>
                <a:gd name="T13" fmla="*/ 1087 h 1661"/>
                <a:gd name="T14" fmla="*/ 1036 w 1608"/>
                <a:gd name="T15" fmla="*/ 913 h 1661"/>
                <a:gd name="T16" fmla="*/ 1107 w 1608"/>
                <a:gd name="T17" fmla="*/ 902 h 1661"/>
                <a:gd name="T18" fmla="*/ 1134 w 1608"/>
                <a:gd name="T19" fmla="*/ 854 h 1661"/>
                <a:gd name="T20" fmla="*/ 1120 w 1608"/>
                <a:gd name="T21" fmla="*/ 738 h 1661"/>
                <a:gd name="T22" fmla="*/ 1122 w 1608"/>
                <a:gd name="T23" fmla="*/ 669 h 1661"/>
                <a:gd name="T24" fmla="*/ 1143 w 1608"/>
                <a:gd name="T25" fmla="*/ 613 h 1661"/>
                <a:gd name="T26" fmla="*/ 1264 w 1608"/>
                <a:gd name="T27" fmla="*/ 679 h 1661"/>
                <a:gd name="T28" fmla="*/ 1268 w 1608"/>
                <a:gd name="T29" fmla="*/ 798 h 1661"/>
                <a:gd name="T30" fmla="*/ 1346 w 1608"/>
                <a:gd name="T31" fmla="*/ 881 h 1661"/>
                <a:gd name="T32" fmla="*/ 1387 w 1608"/>
                <a:gd name="T33" fmla="*/ 799 h 1661"/>
                <a:gd name="T34" fmla="*/ 1487 w 1608"/>
                <a:gd name="T35" fmla="*/ 652 h 1661"/>
                <a:gd name="T36" fmla="*/ 1602 w 1608"/>
                <a:gd name="T37" fmla="*/ 525 h 1661"/>
                <a:gd name="T38" fmla="*/ 1532 w 1608"/>
                <a:gd name="T39" fmla="*/ 422 h 1661"/>
                <a:gd name="T40" fmla="*/ 1379 w 1608"/>
                <a:gd name="T41" fmla="*/ 492 h 1661"/>
                <a:gd name="T42" fmla="*/ 1319 w 1608"/>
                <a:gd name="T43" fmla="*/ 570 h 1661"/>
                <a:gd name="T44" fmla="*/ 1160 w 1608"/>
                <a:gd name="T45" fmla="*/ 592 h 1661"/>
                <a:gd name="T46" fmla="*/ 1133 w 1608"/>
                <a:gd name="T47" fmla="*/ 551 h 1661"/>
                <a:gd name="T48" fmla="*/ 1090 w 1608"/>
                <a:gd name="T49" fmla="*/ 541 h 1661"/>
                <a:gd name="T50" fmla="*/ 1046 w 1608"/>
                <a:gd name="T51" fmla="*/ 615 h 1661"/>
                <a:gd name="T52" fmla="*/ 873 w 1608"/>
                <a:gd name="T53" fmla="*/ 555 h 1661"/>
                <a:gd name="T54" fmla="*/ 772 w 1608"/>
                <a:gd name="T55" fmla="*/ 530 h 1661"/>
                <a:gd name="T56" fmla="*/ 676 w 1608"/>
                <a:gd name="T57" fmla="*/ 480 h 1661"/>
                <a:gd name="T58" fmla="*/ 675 w 1608"/>
                <a:gd name="T59" fmla="*/ 409 h 1661"/>
                <a:gd name="T60" fmla="*/ 690 w 1608"/>
                <a:gd name="T61" fmla="*/ 367 h 1661"/>
                <a:gd name="T62" fmla="*/ 631 w 1608"/>
                <a:gd name="T63" fmla="*/ 332 h 1661"/>
                <a:gd name="T64" fmla="*/ 589 w 1608"/>
                <a:gd name="T65" fmla="*/ 304 h 1661"/>
                <a:gd name="T66" fmla="*/ 581 w 1608"/>
                <a:gd name="T67" fmla="*/ 224 h 1661"/>
                <a:gd name="T68" fmla="*/ 617 w 1608"/>
                <a:gd name="T69" fmla="*/ 223 h 1661"/>
                <a:gd name="T70" fmla="*/ 597 w 1608"/>
                <a:gd name="T71" fmla="*/ 174 h 1661"/>
                <a:gd name="T72" fmla="*/ 628 w 1608"/>
                <a:gd name="T73" fmla="*/ 126 h 1661"/>
                <a:gd name="T74" fmla="*/ 666 w 1608"/>
                <a:gd name="T75" fmla="*/ 52 h 1661"/>
                <a:gd name="T76" fmla="*/ 642 w 1608"/>
                <a:gd name="T77" fmla="*/ 22 h 1661"/>
                <a:gd name="T78" fmla="*/ 599 w 1608"/>
                <a:gd name="T79" fmla="*/ 6 h 1661"/>
                <a:gd name="T80" fmla="*/ 489 w 1608"/>
                <a:gd name="T81" fmla="*/ 68 h 1661"/>
                <a:gd name="T82" fmla="*/ 427 w 1608"/>
                <a:gd name="T83" fmla="*/ 92 h 1661"/>
                <a:gd name="T84" fmla="*/ 333 w 1608"/>
                <a:gd name="T85" fmla="*/ 79 h 1661"/>
                <a:gd name="T86" fmla="*/ 320 w 1608"/>
                <a:gd name="T87" fmla="*/ 126 h 1661"/>
                <a:gd name="T88" fmla="*/ 321 w 1608"/>
                <a:gd name="T89" fmla="*/ 181 h 1661"/>
                <a:gd name="T90" fmla="*/ 384 w 1608"/>
                <a:gd name="T91" fmla="*/ 232 h 1661"/>
                <a:gd name="T92" fmla="*/ 362 w 1608"/>
                <a:gd name="T93" fmla="*/ 267 h 1661"/>
                <a:gd name="T94" fmla="*/ 371 w 1608"/>
                <a:gd name="T95" fmla="*/ 324 h 1661"/>
                <a:gd name="T96" fmla="*/ 314 w 1608"/>
                <a:gd name="T97" fmla="*/ 388 h 1661"/>
                <a:gd name="T98" fmla="*/ 212 w 1608"/>
                <a:gd name="T99" fmla="*/ 504 h 1661"/>
                <a:gd name="T100" fmla="*/ 132 w 1608"/>
                <a:gd name="T101" fmla="*/ 513 h 1661"/>
                <a:gd name="T102" fmla="*/ 111 w 1608"/>
                <a:gd name="T103" fmla="*/ 603 h 1661"/>
                <a:gd name="T104" fmla="*/ 142 w 1608"/>
                <a:gd name="T105" fmla="*/ 669 h 1661"/>
                <a:gd name="T106" fmla="*/ 166 w 1608"/>
                <a:gd name="T107" fmla="*/ 733 h 1661"/>
                <a:gd name="T108" fmla="*/ 127 w 1608"/>
                <a:gd name="T109" fmla="*/ 734 h 1661"/>
                <a:gd name="T110" fmla="*/ 47 w 1608"/>
                <a:gd name="T111" fmla="*/ 740 h 1661"/>
                <a:gd name="T112" fmla="*/ 0 w 1608"/>
                <a:gd name="T113" fmla="*/ 773 h 1661"/>
                <a:gd name="T114" fmla="*/ 124 w 1608"/>
                <a:gd name="T115" fmla="*/ 814 h 1661"/>
                <a:gd name="T116" fmla="*/ 131 w 1608"/>
                <a:gd name="T117" fmla="*/ 945 h 1661"/>
                <a:gd name="T118" fmla="*/ 229 w 1608"/>
                <a:gd name="T119" fmla="*/ 857 h 1661"/>
                <a:gd name="T120" fmla="*/ 246 w 1608"/>
                <a:gd name="T121" fmla="*/ 924 h 1661"/>
                <a:gd name="T122" fmla="*/ 261 w 1608"/>
                <a:gd name="T123" fmla="*/ 1041 h 1661"/>
                <a:gd name="T124" fmla="*/ 276 w 1608"/>
                <a:gd name="T125" fmla="*/ 1157 h 16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52" name="Freeform 352">
              <a:extLst>
                <a:ext uri="{FF2B5EF4-FFF2-40B4-BE49-F238E27FC236}">
                  <a16:creationId xmlns:a16="http://schemas.microsoft.com/office/drawing/2014/main" id="{6BFAA80A-B220-A5FE-9365-1CC828A37CA0}"/>
                </a:ext>
              </a:extLst>
            </p:cNvPr>
            <p:cNvSpPr>
              <a:spLocks noChangeAspect="1"/>
            </p:cNvSpPr>
            <p:nvPr/>
          </p:nvSpPr>
          <p:spPr bwMode="gray">
            <a:xfrm>
              <a:off x="5567525" y="3536140"/>
              <a:ext cx="77259" cy="162091"/>
            </a:xfrm>
            <a:custGeom>
              <a:avLst/>
              <a:gdLst>
                <a:gd name="T0" fmla="*/ 125 w 431"/>
                <a:gd name="T1" fmla="*/ 24 h 844"/>
                <a:gd name="T2" fmla="*/ 77 w 431"/>
                <a:gd name="T3" fmla="*/ 49 h 844"/>
                <a:gd name="T4" fmla="*/ 23 w 431"/>
                <a:gd name="T5" fmla="*/ 67 h 844"/>
                <a:gd name="T6" fmla="*/ 0 w 431"/>
                <a:gd name="T7" fmla="*/ 135 h 844"/>
                <a:gd name="T8" fmla="*/ 40 w 431"/>
                <a:gd name="T9" fmla="*/ 199 h 844"/>
                <a:gd name="T10" fmla="*/ 52 w 431"/>
                <a:gd name="T11" fmla="*/ 252 h 844"/>
                <a:gd name="T12" fmla="*/ 53 w 431"/>
                <a:gd name="T13" fmla="*/ 283 h 844"/>
                <a:gd name="T14" fmla="*/ 38 w 431"/>
                <a:gd name="T15" fmla="*/ 315 h 844"/>
                <a:gd name="T16" fmla="*/ 58 w 431"/>
                <a:gd name="T17" fmla="*/ 366 h 844"/>
                <a:gd name="T18" fmla="*/ 82 w 431"/>
                <a:gd name="T19" fmla="*/ 434 h 844"/>
                <a:gd name="T20" fmla="*/ 111 w 431"/>
                <a:gd name="T21" fmla="*/ 503 h 844"/>
                <a:gd name="T22" fmla="*/ 72 w 431"/>
                <a:gd name="T23" fmla="*/ 559 h 844"/>
                <a:gd name="T24" fmla="*/ 59 w 431"/>
                <a:gd name="T25" fmla="*/ 597 h 844"/>
                <a:gd name="T26" fmla="*/ 37 w 431"/>
                <a:gd name="T27" fmla="*/ 681 h 844"/>
                <a:gd name="T28" fmla="*/ 80 w 431"/>
                <a:gd name="T29" fmla="*/ 725 h 844"/>
                <a:gd name="T30" fmla="*/ 118 w 431"/>
                <a:gd name="T31" fmla="*/ 774 h 844"/>
                <a:gd name="T32" fmla="*/ 160 w 431"/>
                <a:gd name="T33" fmla="*/ 797 h 844"/>
                <a:gd name="T34" fmla="*/ 194 w 431"/>
                <a:gd name="T35" fmla="*/ 833 h 844"/>
                <a:gd name="T36" fmla="*/ 243 w 431"/>
                <a:gd name="T37" fmla="*/ 829 h 844"/>
                <a:gd name="T38" fmla="*/ 215 w 431"/>
                <a:gd name="T39" fmla="*/ 778 h 844"/>
                <a:gd name="T40" fmla="*/ 157 w 431"/>
                <a:gd name="T41" fmla="*/ 745 h 844"/>
                <a:gd name="T42" fmla="*/ 131 w 431"/>
                <a:gd name="T43" fmla="*/ 676 h 844"/>
                <a:gd name="T44" fmla="*/ 102 w 431"/>
                <a:gd name="T45" fmla="*/ 651 h 844"/>
                <a:gd name="T46" fmla="*/ 85 w 431"/>
                <a:gd name="T47" fmla="*/ 607 h 844"/>
                <a:gd name="T48" fmla="*/ 93 w 431"/>
                <a:gd name="T49" fmla="*/ 568 h 844"/>
                <a:gd name="T50" fmla="*/ 112 w 431"/>
                <a:gd name="T51" fmla="*/ 515 h 844"/>
                <a:gd name="T52" fmla="*/ 133 w 431"/>
                <a:gd name="T53" fmla="*/ 439 h 844"/>
                <a:gd name="T54" fmla="*/ 161 w 431"/>
                <a:gd name="T55" fmla="*/ 409 h 844"/>
                <a:gd name="T56" fmla="*/ 179 w 431"/>
                <a:gd name="T57" fmla="*/ 455 h 844"/>
                <a:gd name="T58" fmla="*/ 189 w 431"/>
                <a:gd name="T59" fmla="*/ 458 h 844"/>
                <a:gd name="T60" fmla="*/ 251 w 431"/>
                <a:gd name="T61" fmla="*/ 476 h 844"/>
                <a:gd name="T62" fmla="*/ 271 w 431"/>
                <a:gd name="T63" fmla="*/ 489 h 844"/>
                <a:gd name="T64" fmla="*/ 292 w 431"/>
                <a:gd name="T65" fmla="*/ 510 h 844"/>
                <a:gd name="T66" fmla="*/ 265 w 431"/>
                <a:gd name="T67" fmla="*/ 462 h 844"/>
                <a:gd name="T68" fmla="*/ 265 w 431"/>
                <a:gd name="T69" fmla="*/ 407 h 844"/>
                <a:gd name="T70" fmla="*/ 298 w 431"/>
                <a:gd name="T71" fmla="*/ 366 h 844"/>
                <a:gd name="T72" fmla="*/ 368 w 431"/>
                <a:gd name="T73" fmla="*/ 365 h 844"/>
                <a:gd name="T74" fmla="*/ 416 w 431"/>
                <a:gd name="T75" fmla="*/ 365 h 844"/>
                <a:gd name="T76" fmla="*/ 431 w 431"/>
                <a:gd name="T77" fmla="*/ 302 h 844"/>
                <a:gd name="T78" fmla="*/ 416 w 431"/>
                <a:gd name="T79" fmla="*/ 275 h 844"/>
                <a:gd name="T80" fmla="*/ 389 w 431"/>
                <a:gd name="T81" fmla="*/ 252 h 844"/>
                <a:gd name="T82" fmla="*/ 382 w 431"/>
                <a:gd name="T83" fmla="*/ 191 h 844"/>
                <a:gd name="T84" fmla="*/ 360 w 431"/>
                <a:gd name="T85" fmla="*/ 165 h 844"/>
                <a:gd name="T86" fmla="*/ 323 w 431"/>
                <a:gd name="T87" fmla="*/ 134 h 844"/>
                <a:gd name="T88" fmla="*/ 292 w 431"/>
                <a:gd name="T89" fmla="*/ 153 h 844"/>
                <a:gd name="T90" fmla="*/ 255 w 431"/>
                <a:gd name="T91" fmla="*/ 156 h 844"/>
                <a:gd name="T92" fmla="*/ 220 w 431"/>
                <a:gd name="T93" fmla="*/ 151 h 844"/>
                <a:gd name="T94" fmla="*/ 183 w 431"/>
                <a:gd name="T95" fmla="*/ 182 h 844"/>
                <a:gd name="T96" fmla="*/ 188 w 431"/>
                <a:gd name="T97" fmla="*/ 126 h 844"/>
                <a:gd name="T98" fmla="*/ 190 w 431"/>
                <a:gd name="T99" fmla="*/ 81 h 844"/>
                <a:gd name="T100" fmla="*/ 163 w 431"/>
                <a:gd name="T101" fmla="*/ 59 h 844"/>
                <a:gd name="T102" fmla="*/ 152 w 431"/>
                <a:gd name="T103" fmla="*/ 16 h 844"/>
                <a:gd name="T104" fmla="*/ 141 w 431"/>
                <a:gd name="T105" fmla="*/ 0 h 8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dirty="0">
                <a:ln>
                  <a:noFill/>
                </a:ln>
                <a:solidFill>
                  <a:srgbClr val="06357A"/>
                </a:solidFill>
                <a:effectLst/>
                <a:uLnTx/>
                <a:uFillTx/>
              </a:endParaRPr>
            </a:p>
          </p:txBody>
        </p:sp>
        <p:sp>
          <p:nvSpPr>
            <p:cNvPr id="453" name="Freeform 94">
              <a:extLst>
                <a:ext uri="{FF2B5EF4-FFF2-40B4-BE49-F238E27FC236}">
                  <a16:creationId xmlns:a16="http://schemas.microsoft.com/office/drawing/2014/main" id="{EB94E35C-00CC-81AA-59C0-B3C457217980}"/>
                </a:ext>
              </a:extLst>
            </p:cNvPr>
            <p:cNvSpPr>
              <a:spLocks/>
            </p:cNvSpPr>
            <p:nvPr/>
          </p:nvSpPr>
          <p:spPr bwMode="auto">
            <a:xfrm>
              <a:off x="5674138" y="3704766"/>
              <a:ext cx="102689" cy="98642"/>
            </a:xfrm>
            <a:custGeom>
              <a:avLst/>
              <a:gdLst>
                <a:gd name="T0" fmla="*/ 5 w 313"/>
                <a:gd name="T1" fmla="*/ 114 h 300"/>
                <a:gd name="T2" fmla="*/ 8 w 313"/>
                <a:gd name="T3" fmla="*/ 110 h 300"/>
                <a:gd name="T4" fmla="*/ 16 w 313"/>
                <a:gd name="T5" fmla="*/ 88 h 300"/>
                <a:gd name="T6" fmla="*/ 25 w 313"/>
                <a:gd name="T7" fmla="*/ 90 h 300"/>
                <a:gd name="T8" fmla="*/ 45 w 313"/>
                <a:gd name="T9" fmla="*/ 116 h 300"/>
                <a:gd name="T10" fmla="*/ 67 w 313"/>
                <a:gd name="T11" fmla="*/ 117 h 300"/>
                <a:gd name="T12" fmla="*/ 99 w 313"/>
                <a:gd name="T13" fmla="*/ 113 h 300"/>
                <a:gd name="T14" fmla="*/ 128 w 313"/>
                <a:gd name="T15" fmla="*/ 100 h 300"/>
                <a:gd name="T16" fmla="*/ 162 w 313"/>
                <a:gd name="T17" fmla="*/ 103 h 300"/>
                <a:gd name="T18" fmla="*/ 177 w 313"/>
                <a:gd name="T19" fmla="*/ 102 h 300"/>
                <a:gd name="T20" fmla="*/ 196 w 313"/>
                <a:gd name="T21" fmla="*/ 65 h 300"/>
                <a:gd name="T22" fmla="*/ 205 w 313"/>
                <a:gd name="T23" fmla="*/ 35 h 300"/>
                <a:gd name="T24" fmla="*/ 208 w 313"/>
                <a:gd name="T25" fmla="*/ 8 h 300"/>
                <a:gd name="T26" fmla="*/ 226 w 313"/>
                <a:gd name="T27" fmla="*/ 1 h 300"/>
                <a:gd name="T28" fmla="*/ 249 w 313"/>
                <a:gd name="T29" fmla="*/ 2 h 300"/>
                <a:gd name="T30" fmla="*/ 259 w 313"/>
                <a:gd name="T31" fmla="*/ 10 h 300"/>
                <a:gd name="T32" fmla="*/ 270 w 313"/>
                <a:gd name="T33" fmla="*/ 20 h 300"/>
                <a:gd name="T34" fmla="*/ 262 w 313"/>
                <a:gd name="T35" fmla="*/ 21 h 300"/>
                <a:gd name="T36" fmla="*/ 251 w 313"/>
                <a:gd name="T37" fmla="*/ 27 h 300"/>
                <a:gd name="T38" fmla="*/ 257 w 313"/>
                <a:gd name="T39" fmla="*/ 40 h 300"/>
                <a:gd name="T40" fmla="*/ 266 w 313"/>
                <a:gd name="T41" fmla="*/ 51 h 300"/>
                <a:gd name="T42" fmla="*/ 275 w 313"/>
                <a:gd name="T43" fmla="*/ 60 h 300"/>
                <a:gd name="T44" fmla="*/ 274 w 313"/>
                <a:gd name="T45" fmla="*/ 82 h 300"/>
                <a:gd name="T46" fmla="*/ 289 w 313"/>
                <a:gd name="T47" fmla="*/ 98 h 300"/>
                <a:gd name="T48" fmla="*/ 308 w 313"/>
                <a:gd name="T49" fmla="*/ 116 h 300"/>
                <a:gd name="T50" fmla="*/ 299 w 313"/>
                <a:gd name="T51" fmla="*/ 124 h 300"/>
                <a:gd name="T52" fmla="*/ 277 w 313"/>
                <a:gd name="T53" fmla="*/ 124 h 300"/>
                <a:gd name="T54" fmla="*/ 264 w 313"/>
                <a:gd name="T55" fmla="*/ 171 h 300"/>
                <a:gd name="T56" fmla="*/ 268 w 313"/>
                <a:gd name="T57" fmla="*/ 174 h 300"/>
                <a:gd name="T58" fmla="*/ 259 w 313"/>
                <a:gd name="T59" fmla="*/ 180 h 300"/>
                <a:gd name="T60" fmla="*/ 238 w 313"/>
                <a:gd name="T61" fmla="*/ 202 h 300"/>
                <a:gd name="T62" fmla="*/ 227 w 313"/>
                <a:gd name="T63" fmla="*/ 215 h 300"/>
                <a:gd name="T64" fmla="*/ 237 w 313"/>
                <a:gd name="T65" fmla="*/ 228 h 300"/>
                <a:gd name="T66" fmla="*/ 228 w 313"/>
                <a:gd name="T67" fmla="*/ 240 h 300"/>
                <a:gd name="T68" fmla="*/ 226 w 313"/>
                <a:gd name="T69" fmla="*/ 261 h 300"/>
                <a:gd name="T70" fmla="*/ 192 w 313"/>
                <a:gd name="T71" fmla="*/ 289 h 300"/>
                <a:gd name="T72" fmla="*/ 175 w 313"/>
                <a:gd name="T73" fmla="*/ 283 h 300"/>
                <a:gd name="T74" fmla="*/ 168 w 313"/>
                <a:gd name="T75" fmla="*/ 264 h 300"/>
                <a:gd name="T76" fmla="*/ 145 w 313"/>
                <a:gd name="T77" fmla="*/ 271 h 300"/>
                <a:gd name="T78" fmla="*/ 136 w 313"/>
                <a:gd name="T79" fmla="*/ 262 h 300"/>
                <a:gd name="T80" fmla="*/ 116 w 313"/>
                <a:gd name="T81" fmla="*/ 269 h 300"/>
                <a:gd name="T82" fmla="*/ 91 w 313"/>
                <a:gd name="T83" fmla="*/ 273 h 300"/>
                <a:gd name="T84" fmla="*/ 76 w 313"/>
                <a:gd name="T85" fmla="*/ 254 h 300"/>
                <a:gd name="T86" fmla="*/ 58 w 313"/>
                <a:gd name="T87" fmla="*/ 257 h 300"/>
                <a:gd name="T88" fmla="*/ 54 w 313"/>
                <a:gd name="T89" fmla="*/ 257 h 300"/>
                <a:gd name="T90" fmla="*/ 41 w 313"/>
                <a:gd name="T91" fmla="*/ 236 h 300"/>
                <a:gd name="T92" fmla="*/ 33 w 313"/>
                <a:gd name="T93" fmla="*/ 214 h 300"/>
                <a:gd name="T94" fmla="*/ 37 w 313"/>
                <a:gd name="T95" fmla="*/ 198 h 300"/>
                <a:gd name="T96" fmla="*/ 28 w 313"/>
                <a:gd name="T97" fmla="*/ 183 h 300"/>
                <a:gd name="T98" fmla="*/ 15 w 313"/>
                <a:gd name="T99" fmla="*/ 183 h 300"/>
                <a:gd name="T100" fmla="*/ 22 w 313"/>
                <a:gd name="T101" fmla="*/ 177 h 300"/>
                <a:gd name="T102" fmla="*/ 10 w 313"/>
                <a:gd name="T103" fmla="*/ 171 h 300"/>
                <a:gd name="T104" fmla="*/ 14 w 313"/>
                <a:gd name="T105" fmla="*/ 152 h 300"/>
                <a:gd name="T106" fmla="*/ 3 w 313"/>
                <a:gd name="T107" fmla="*/ 12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3" h="300">
                  <a:moveTo>
                    <a:pt x="3" y="122"/>
                  </a:moveTo>
                  <a:cubicBezTo>
                    <a:pt x="6" y="120"/>
                    <a:pt x="4" y="117"/>
                    <a:pt x="5" y="114"/>
                  </a:cubicBezTo>
                  <a:cubicBezTo>
                    <a:pt x="6" y="109"/>
                    <a:pt x="12" y="109"/>
                    <a:pt x="13" y="104"/>
                  </a:cubicBezTo>
                  <a:cubicBezTo>
                    <a:pt x="11" y="106"/>
                    <a:pt x="10" y="108"/>
                    <a:pt x="8" y="110"/>
                  </a:cubicBezTo>
                  <a:cubicBezTo>
                    <a:pt x="4" y="105"/>
                    <a:pt x="9" y="100"/>
                    <a:pt x="12" y="96"/>
                  </a:cubicBezTo>
                  <a:cubicBezTo>
                    <a:pt x="14" y="93"/>
                    <a:pt x="15" y="91"/>
                    <a:pt x="16" y="88"/>
                  </a:cubicBezTo>
                  <a:cubicBezTo>
                    <a:pt x="17" y="84"/>
                    <a:pt x="22" y="83"/>
                    <a:pt x="25" y="80"/>
                  </a:cubicBezTo>
                  <a:cubicBezTo>
                    <a:pt x="25" y="84"/>
                    <a:pt x="20" y="88"/>
                    <a:pt x="25" y="90"/>
                  </a:cubicBezTo>
                  <a:cubicBezTo>
                    <a:pt x="26" y="91"/>
                    <a:pt x="28" y="99"/>
                    <a:pt x="29" y="101"/>
                  </a:cubicBezTo>
                  <a:cubicBezTo>
                    <a:pt x="34" y="106"/>
                    <a:pt x="42" y="109"/>
                    <a:pt x="45" y="116"/>
                  </a:cubicBezTo>
                  <a:cubicBezTo>
                    <a:pt x="46" y="118"/>
                    <a:pt x="51" y="120"/>
                    <a:pt x="53" y="121"/>
                  </a:cubicBezTo>
                  <a:cubicBezTo>
                    <a:pt x="57" y="123"/>
                    <a:pt x="64" y="119"/>
                    <a:pt x="67" y="117"/>
                  </a:cubicBezTo>
                  <a:cubicBezTo>
                    <a:pt x="75" y="114"/>
                    <a:pt x="82" y="118"/>
                    <a:pt x="90" y="118"/>
                  </a:cubicBezTo>
                  <a:cubicBezTo>
                    <a:pt x="93" y="117"/>
                    <a:pt x="96" y="115"/>
                    <a:pt x="99" y="113"/>
                  </a:cubicBezTo>
                  <a:cubicBezTo>
                    <a:pt x="103" y="111"/>
                    <a:pt x="102" y="105"/>
                    <a:pt x="105" y="102"/>
                  </a:cubicBezTo>
                  <a:cubicBezTo>
                    <a:pt x="109" y="98"/>
                    <a:pt x="126" y="95"/>
                    <a:pt x="128" y="100"/>
                  </a:cubicBezTo>
                  <a:cubicBezTo>
                    <a:pt x="131" y="105"/>
                    <a:pt x="146" y="111"/>
                    <a:pt x="151" y="107"/>
                  </a:cubicBezTo>
                  <a:cubicBezTo>
                    <a:pt x="156" y="105"/>
                    <a:pt x="157" y="101"/>
                    <a:pt x="162" y="103"/>
                  </a:cubicBezTo>
                  <a:cubicBezTo>
                    <a:pt x="165" y="104"/>
                    <a:pt x="168" y="101"/>
                    <a:pt x="170" y="100"/>
                  </a:cubicBezTo>
                  <a:cubicBezTo>
                    <a:pt x="172" y="99"/>
                    <a:pt x="174" y="102"/>
                    <a:pt x="177" y="102"/>
                  </a:cubicBezTo>
                  <a:cubicBezTo>
                    <a:pt x="175" y="96"/>
                    <a:pt x="187" y="84"/>
                    <a:pt x="184" y="81"/>
                  </a:cubicBezTo>
                  <a:cubicBezTo>
                    <a:pt x="178" y="75"/>
                    <a:pt x="191" y="67"/>
                    <a:pt x="196" y="65"/>
                  </a:cubicBezTo>
                  <a:cubicBezTo>
                    <a:pt x="193" y="62"/>
                    <a:pt x="188" y="49"/>
                    <a:pt x="196" y="48"/>
                  </a:cubicBezTo>
                  <a:cubicBezTo>
                    <a:pt x="207" y="47"/>
                    <a:pt x="199" y="40"/>
                    <a:pt x="205" y="35"/>
                  </a:cubicBezTo>
                  <a:cubicBezTo>
                    <a:pt x="207" y="32"/>
                    <a:pt x="204" y="23"/>
                    <a:pt x="205" y="19"/>
                  </a:cubicBezTo>
                  <a:cubicBezTo>
                    <a:pt x="205" y="16"/>
                    <a:pt x="206" y="11"/>
                    <a:pt x="208" y="8"/>
                  </a:cubicBezTo>
                  <a:cubicBezTo>
                    <a:pt x="209" y="5"/>
                    <a:pt x="212" y="4"/>
                    <a:pt x="213" y="0"/>
                  </a:cubicBezTo>
                  <a:cubicBezTo>
                    <a:pt x="218" y="2"/>
                    <a:pt x="220" y="4"/>
                    <a:pt x="226" y="1"/>
                  </a:cubicBezTo>
                  <a:cubicBezTo>
                    <a:pt x="228" y="0"/>
                    <a:pt x="233" y="8"/>
                    <a:pt x="233" y="0"/>
                  </a:cubicBezTo>
                  <a:cubicBezTo>
                    <a:pt x="237" y="4"/>
                    <a:pt x="245" y="3"/>
                    <a:pt x="249" y="2"/>
                  </a:cubicBezTo>
                  <a:cubicBezTo>
                    <a:pt x="256" y="2"/>
                    <a:pt x="259" y="8"/>
                    <a:pt x="266" y="8"/>
                  </a:cubicBezTo>
                  <a:cubicBezTo>
                    <a:pt x="264" y="9"/>
                    <a:pt x="262" y="10"/>
                    <a:pt x="259" y="10"/>
                  </a:cubicBezTo>
                  <a:cubicBezTo>
                    <a:pt x="261" y="11"/>
                    <a:pt x="271" y="20"/>
                    <a:pt x="264" y="16"/>
                  </a:cubicBezTo>
                  <a:cubicBezTo>
                    <a:pt x="266" y="18"/>
                    <a:pt x="269" y="18"/>
                    <a:pt x="270" y="20"/>
                  </a:cubicBezTo>
                  <a:cubicBezTo>
                    <a:pt x="271" y="22"/>
                    <a:pt x="271" y="23"/>
                    <a:pt x="273" y="24"/>
                  </a:cubicBezTo>
                  <a:cubicBezTo>
                    <a:pt x="270" y="29"/>
                    <a:pt x="264" y="26"/>
                    <a:pt x="262" y="21"/>
                  </a:cubicBezTo>
                  <a:cubicBezTo>
                    <a:pt x="263" y="23"/>
                    <a:pt x="263" y="25"/>
                    <a:pt x="263" y="27"/>
                  </a:cubicBezTo>
                  <a:cubicBezTo>
                    <a:pt x="260" y="25"/>
                    <a:pt x="255" y="26"/>
                    <a:pt x="251" y="27"/>
                  </a:cubicBezTo>
                  <a:cubicBezTo>
                    <a:pt x="256" y="29"/>
                    <a:pt x="258" y="33"/>
                    <a:pt x="262" y="34"/>
                  </a:cubicBezTo>
                  <a:cubicBezTo>
                    <a:pt x="261" y="36"/>
                    <a:pt x="260" y="41"/>
                    <a:pt x="257" y="40"/>
                  </a:cubicBezTo>
                  <a:cubicBezTo>
                    <a:pt x="259" y="43"/>
                    <a:pt x="264" y="45"/>
                    <a:pt x="268" y="46"/>
                  </a:cubicBezTo>
                  <a:cubicBezTo>
                    <a:pt x="264" y="50"/>
                    <a:pt x="271" y="51"/>
                    <a:pt x="266" y="51"/>
                  </a:cubicBezTo>
                  <a:cubicBezTo>
                    <a:pt x="267" y="51"/>
                    <a:pt x="269" y="52"/>
                    <a:pt x="271" y="53"/>
                  </a:cubicBezTo>
                  <a:cubicBezTo>
                    <a:pt x="265" y="54"/>
                    <a:pt x="272" y="58"/>
                    <a:pt x="275" y="60"/>
                  </a:cubicBezTo>
                  <a:cubicBezTo>
                    <a:pt x="277" y="63"/>
                    <a:pt x="279" y="67"/>
                    <a:pt x="281" y="70"/>
                  </a:cubicBezTo>
                  <a:cubicBezTo>
                    <a:pt x="284" y="74"/>
                    <a:pt x="279" y="83"/>
                    <a:pt x="274" y="82"/>
                  </a:cubicBezTo>
                  <a:cubicBezTo>
                    <a:pt x="277" y="84"/>
                    <a:pt x="275" y="87"/>
                    <a:pt x="278" y="89"/>
                  </a:cubicBezTo>
                  <a:cubicBezTo>
                    <a:pt x="281" y="92"/>
                    <a:pt x="285" y="95"/>
                    <a:pt x="289" y="98"/>
                  </a:cubicBezTo>
                  <a:cubicBezTo>
                    <a:pt x="292" y="100"/>
                    <a:pt x="294" y="104"/>
                    <a:pt x="297" y="105"/>
                  </a:cubicBezTo>
                  <a:cubicBezTo>
                    <a:pt x="302" y="107"/>
                    <a:pt x="305" y="112"/>
                    <a:pt x="308" y="116"/>
                  </a:cubicBezTo>
                  <a:cubicBezTo>
                    <a:pt x="310" y="117"/>
                    <a:pt x="313" y="116"/>
                    <a:pt x="311" y="120"/>
                  </a:cubicBezTo>
                  <a:cubicBezTo>
                    <a:pt x="308" y="124"/>
                    <a:pt x="303" y="122"/>
                    <a:pt x="299" y="124"/>
                  </a:cubicBezTo>
                  <a:cubicBezTo>
                    <a:pt x="292" y="128"/>
                    <a:pt x="284" y="118"/>
                    <a:pt x="278" y="116"/>
                  </a:cubicBezTo>
                  <a:cubicBezTo>
                    <a:pt x="281" y="119"/>
                    <a:pt x="283" y="124"/>
                    <a:pt x="277" y="124"/>
                  </a:cubicBezTo>
                  <a:cubicBezTo>
                    <a:pt x="272" y="125"/>
                    <a:pt x="270" y="133"/>
                    <a:pt x="269" y="137"/>
                  </a:cubicBezTo>
                  <a:cubicBezTo>
                    <a:pt x="265" y="147"/>
                    <a:pt x="263" y="159"/>
                    <a:pt x="264" y="171"/>
                  </a:cubicBezTo>
                  <a:cubicBezTo>
                    <a:pt x="266" y="169"/>
                    <a:pt x="268" y="168"/>
                    <a:pt x="270" y="168"/>
                  </a:cubicBezTo>
                  <a:cubicBezTo>
                    <a:pt x="269" y="170"/>
                    <a:pt x="265" y="173"/>
                    <a:pt x="268" y="174"/>
                  </a:cubicBezTo>
                  <a:cubicBezTo>
                    <a:pt x="265" y="176"/>
                    <a:pt x="265" y="178"/>
                    <a:pt x="268" y="180"/>
                  </a:cubicBezTo>
                  <a:cubicBezTo>
                    <a:pt x="264" y="181"/>
                    <a:pt x="260" y="185"/>
                    <a:pt x="259" y="180"/>
                  </a:cubicBezTo>
                  <a:cubicBezTo>
                    <a:pt x="258" y="187"/>
                    <a:pt x="244" y="203"/>
                    <a:pt x="242" y="188"/>
                  </a:cubicBezTo>
                  <a:cubicBezTo>
                    <a:pt x="239" y="193"/>
                    <a:pt x="244" y="197"/>
                    <a:pt x="238" y="202"/>
                  </a:cubicBezTo>
                  <a:cubicBezTo>
                    <a:pt x="236" y="203"/>
                    <a:pt x="237" y="206"/>
                    <a:pt x="235" y="209"/>
                  </a:cubicBezTo>
                  <a:cubicBezTo>
                    <a:pt x="233" y="212"/>
                    <a:pt x="229" y="212"/>
                    <a:pt x="227" y="215"/>
                  </a:cubicBezTo>
                  <a:cubicBezTo>
                    <a:pt x="236" y="211"/>
                    <a:pt x="233" y="224"/>
                    <a:pt x="228" y="227"/>
                  </a:cubicBezTo>
                  <a:cubicBezTo>
                    <a:pt x="231" y="229"/>
                    <a:pt x="235" y="226"/>
                    <a:pt x="237" y="228"/>
                  </a:cubicBezTo>
                  <a:cubicBezTo>
                    <a:pt x="239" y="231"/>
                    <a:pt x="235" y="239"/>
                    <a:pt x="234" y="241"/>
                  </a:cubicBezTo>
                  <a:cubicBezTo>
                    <a:pt x="232" y="239"/>
                    <a:pt x="230" y="239"/>
                    <a:pt x="228" y="240"/>
                  </a:cubicBezTo>
                  <a:cubicBezTo>
                    <a:pt x="234" y="245"/>
                    <a:pt x="226" y="260"/>
                    <a:pt x="222" y="252"/>
                  </a:cubicBezTo>
                  <a:cubicBezTo>
                    <a:pt x="221" y="256"/>
                    <a:pt x="224" y="259"/>
                    <a:pt x="226" y="261"/>
                  </a:cubicBezTo>
                  <a:cubicBezTo>
                    <a:pt x="218" y="263"/>
                    <a:pt x="221" y="275"/>
                    <a:pt x="214" y="277"/>
                  </a:cubicBezTo>
                  <a:cubicBezTo>
                    <a:pt x="207" y="280"/>
                    <a:pt x="199" y="285"/>
                    <a:pt x="192" y="289"/>
                  </a:cubicBezTo>
                  <a:cubicBezTo>
                    <a:pt x="190" y="289"/>
                    <a:pt x="174" y="300"/>
                    <a:pt x="175" y="294"/>
                  </a:cubicBezTo>
                  <a:cubicBezTo>
                    <a:pt x="175" y="290"/>
                    <a:pt x="175" y="287"/>
                    <a:pt x="175" y="283"/>
                  </a:cubicBezTo>
                  <a:cubicBezTo>
                    <a:pt x="175" y="278"/>
                    <a:pt x="172" y="273"/>
                    <a:pt x="173" y="268"/>
                  </a:cubicBezTo>
                  <a:cubicBezTo>
                    <a:pt x="168" y="274"/>
                    <a:pt x="164" y="272"/>
                    <a:pt x="168" y="264"/>
                  </a:cubicBezTo>
                  <a:cubicBezTo>
                    <a:pt x="165" y="268"/>
                    <a:pt x="159" y="271"/>
                    <a:pt x="160" y="263"/>
                  </a:cubicBezTo>
                  <a:cubicBezTo>
                    <a:pt x="160" y="267"/>
                    <a:pt x="149" y="277"/>
                    <a:pt x="145" y="271"/>
                  </a:cubicBezTo>
                  <a:cubicBezTo>
                    <a:pt x="144" y="269"/>
                    <a:pt x="147" y="267"/>
                    <a:pt x="145" y="264"/>
                  </a:cubicBezTo>
                  <a:cubicBezTo>
                    <a:pt x="141" y="260"/>
                    <a:pt x="137" y="268"/>
                    <a:pt x="136" y="262"/>
                  </a:cubicBezTo>
                  <a:cubicBezTo>
                    <a:pt x="137" y="269"/>
                    <a:pt x="129" y="257"/>
                    <a:pt x="128" y="254"/>
                  </a:cubicBezTo>
                  <a:cubicBezTo>
                    <a:pt x="128" y="260"/>
                    <a:pt x="121" y="267"/>
                    <a:pt x="116" y="269"/>
                  </a:cubicBezTo>
                  <a:cubicBezTo>
                    <a:pt x="111" y="272"/>
                    <a:pt x="106" y="264"/>
                    <a:pt x="101" y="268"/>
                  </a:cubicBezTo>
                  <a:cubicBezTo>
                    <a:pt x="99" y="270"/>
                    <a:pt x="92" y="280"/>
                    <a:pt x="91" y="273"/>
                  </a:cubicBezTo>
                  <a:cubicBezTo>
                    <a:pt x="89" y="265"/>
                    <a:pt x="92" y="258"/>
                    <a:pt x="87" y="249"/>
                  </a:cubicBezTo>
                  <a:cubicBezTo>
                    <a:pt x="84" y="258"/>
                    <a:pt x="83" y="254"/>
                    <a:pt x="76" y="254"/>
                  </a:cubicBezTo>
                  <a:cubicBezTo>
                    <a:pt x="73" y="254"/>
                    <a:pt x="71" y="256"/>
                    <a:pt x="69" y="258"/>
                  </a:cubicBezTo>
                  <a:cubicBezTo>
                    <a:pt x="65" y="260"/>
                    <a:pt x="62" y="258"/>
                    <a:pt x="58" y="257"/>
                  </a:cubicBezTo>
                  <a:cubicBezTo>
                    <a:pt x="59" y="256"/>
                    <a:pt x="61" y="254"/>
                    <a:pt x="62" y="253"/>
                  </a:cubicBezTo>
                  <a:cubicBezTo>
                    <a:pt x="59" y="254"/>
                    <a:pt x="58" y="258"/>
                    <a:pt x="54" y="257"/>
                  </a:cubicBezTo>
                  <a:cubicBezTo>
                    <a:pt x="56" y="249"/>
                    <a:pt x="47" y="254"/>
                    <a:pt x="43" y="256"/>
                  </a:cubicBezTo>
                  <a:cubicBezTo>
                    <a:pt x="39" y="251"/>
                    <a:pt x="42" y="242"/>
                    <a:pt x="41" y="236"/>
                  </a:cubicBezTo>
                  <a:cubicBezTo>
                    <a:pt x="39" y="232"/>
                    <a:pt x="40" y="228"/>
                    <a:pt x="39" y="224"/>
                  </a:cubicBezTo>
                  <a:cubicBezTo>
                    <a:pt x="39" y="220"/>
                    <a:pt x="33" y="217"/>
                    <a:pt x="33" y="214"/>
                  </a:cubicBezTo>
                  <a:cubicBezTo>
                    <a:pt x="34" y="214"/>
                    <a:pt x="37" y="210"/>
                    <a:pt x="37" y="209"/>
                  </a:cubicBezTo>
                  <a:cubicBezTo>
                    <a:pt x="38" y="205"/>
                    <a:pt x="39" y="202"/>
                    <a:pt x="37" y="198"/>
                  </a:cubicBezTo>
                  <a:cubicBezTo>
                    <a:pt x="35" y="196"/>
                    <a:pt x="35" y="193"/>
                    <a:pt x="33" y="191"/>
                  </a:cubicBezTo>
                  <a:cubicBezTo>
                    <a:pt x="32" y="188"/>
                    <a:pt x="28" y="187"/>
                    <a:pt x="28" y="183"/>
                  </a:cubicBezTo>
                  <a:cubicBezTo>
                    <a:pt x="27" y="184"/>
                    <a:pt x="27" y="185"/>
                    <a:pt x="26" y="186"/>
                  </a:cubicBezTo>
                  <a:cubicBezTo>
                    <a:pt x="23" y="180"/>
                    <a:pt x="19" y="185"/>
                    <a:pt x="15" y="183"/>
                  </a:cubicBezTo>
                  <a:cubicBezTo>
                    <a:pt x="13" y="181"/>
                    <a:pt x="14" y="179"/>
                    <a:pt x="15" y="177"/>
                  </a:cubicBezTo>
                  <a:cubicBezTo>
                    <a:pt x="16" y="175"/>
                    <a:pt x="20" y="177"/>
                    <a:pt x="22" y="177"/>
                  </a:cubicBezTo>
                  <a:cubicBezTo>
                    <a:pt x="19" y="176"/>
                    <a:pt x="18" y="173"/>
                    <a:pt x="15" y="172"/>
                  </a:cubicBezTo>
                  <a:cubicBezTo>
                    <a:pt x="14" y="172"/>
                    <a:pt x="11" y="172"/>
                    <a:pt x="10" y="171"/>
                  </a:cubicBezTo>
                  <a:cubicBezTo>
                    <a:pt x="8" y="168"/>
                    <a:pt x="7" y="157"/>
                    <a:pt x="13" y="160"/>
                  </a:cubicBezTo>
                  <a:cubicBezTo>
                    <a:pt x="11" y="157"/>
                    <a:pt x="9" y="152"/>
                    <a:pt x="14" y="152"/>
                  </a:cubicBezTo>
                  <a:cubicBezTo>
                    <a:pt x="10" y="147"/>
                    <a:pt x="5" y="142"/>
                    <a:pt x="3" y="136"/>
                  </a:cubicBezTo>
                  <a:cubicBezTo>
                    <a:pt x="3" y="133"/>
                    <a:pt x="0" y="124"/>
                    <a:pt x="3" y="122"/>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dirty="0">
                <a:ln>
                  <a:noFill/>
                </a:ln>
                <a:solidFill>
                  <a:srgbClr val="06357A"/>
                </a:solidFill>
                <a:effectLst/>
                <a:uLnTx/>
                <a:uFillTx/>
              </a:endParaRPr>
            </a:p>
          </p:txBody>
        </p:sp>
        <p:sp>
          <p:nvSpPr>
            <p:cNvPr id="454" name="Freeform 6">
              <a:extLst>
                <a:ext uri="{FF2B5EF4-FFF2-40B4-BE49-F238E27FC236}">
                  <a16:creationId xmlns:a16="http://schemas.microsoft.com/office/drawing/2014/main" id="{4DCA6D77-6A6F-EF50-CB44-1E7B5221D078}"/>
                </a:ext>
              </a:extLst>
            </p:cNvPr>
            <p:cNvSpPr>
              <a:spLocks/>
            </p:cNvSpPr>
            <p:nvPr/>
          </p:nvSpPr>
          <p:spPr bwMode="auto">
            <a:xfrm>
              <a:off x="5761580" y="3758909"/>
              <a:ext cx="311" cy="934"/>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1"/>
                    <a:pt x="0" y="2"/>
                    <a:pt x="0" y="3"/>
                  </a:cubicBezTo>
                  <a:cubicBezTo>
                    <a:pt x="0" y="2"/>
                    <a:pt x="1" y="1"/>
                    <a:pt x="1" y="0"/>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55" name="Freeform 93">
              <a:extLst>
                <a:ext uri="{FF2B5EF4-FFF2-40B4-BE49-F238E27FC236}">
                  <a16:creationId xmlns:a16="http://schemas.microsoft.com/office/drawing/2014/main" id="{313F2413-895B-C775-B36B-CD9A38770ED4}"/>
                </a:ext>
              </a:extLst>
            </p:cNvPr>
            <p:cNvSpPr>
              <a:spLocks/>
            </p:cNvSpPr>
            <p:nvPr/>
          </p:nvSpPr>
          <p:spPr bwMode="auto">
            <a:xfrm>
              <a:off x="5726106" y="3696985"/>
              <a:ext cx="9646" cy="13381"/>
            </a:xfrm>
            <a:custGeom>
              <a:avLst/>
              <a:gdLst>
                <a:gd name="T0" fmla="*/ 0 w 30"/>
                <a:gd name="T1" fmla="*/ 16 h 40"/>
                <a:gd name="T2" fmla="*/ 25 w 30"/>
                <a:gd name="T3" fmla="*/ 2 h 40"/>
                <a:gd name="T4" fmla="*/ 26 w 30"/>
                <a:gd name="T5" fmla="*/ 8 h 40"/>
                <a:gd name="T6" fmla="*/ 22 w 30"/>
                <a:gd name="T7" fmla="*/ 18 h 40"/>
                <a:gd name="T8" fmla="*/ 18 w 30"/>
                <a:gd name="T9" fmla="*/ 35 h 40"/>
                <a:gd name="T10" fmla="*/ 7 w 30"/>
                <a:gd name="T11" fmla="*/ 27 h 40"/>
                <a:gd name="T12" fmla="*/ 0 w 30"/>
                <a:gd name="T13" fmla="*/ 16 h 40"/>
              </a:gdLst>
              <a:ahLst/>
              <a:cxnLst>
                <a:cxn ang="0">
                  <a:pos x="T0" y="T1"/>
                </a:cxn>
                <a:cxn ang="0">
                  <a:pos x="T2" y="T3"/>
                </a:cxn>
                <a:cxn ang="0">
                  <a:pos x="T4" y="T5"/>
                </a:cxn>
                <a:cxn ang="0">
                  <a:pos x="T6" y="T7"/>
                </a:cxn>
                <a:cxn ang="0">
                  <a:pos x="T8" y="T9"/>
                </a:cxn>
                <a:cxn ang="0">
                  <a:pos x="T10" y="T11"/>
                </a:cxn>
                <a:cxn ang="0">
                  <a:pos x="T12" y="T13"/>
                </a:cxn>
              </a:cxnLst>
              <a:rect l="0" t="0" r="r" b="b"/>
              <a:pathLst>
                <a:path w="30" h="40">
                  <a:moveTo>
                    <a:pt x="0" y="16"/>
                  </a:moveTo>
                  <a:cubicBezTo>
                    <a:pt x="12" y="16"/>
                    <a:pt x="16" y="6"/>
                    <a:pt x="25" y="2"/>
                  </a:cubicBezTo>
                  <a:cubicBezTo>
                    <a:pt x="30" y="0"/>
                    <a:pt x="28" y="6"/>
                    <a:pt x="26" y="8"/>
                  </a:cubicBezTo>
                  <a:cubicBezTo>
                    <a:pt x="22" y="11"/>
                    <a:pt x="21" y="12"/>
                    <a:pt x="22" y="18"/>
                  </a:cubicBezTo>
                  <a:cubicBezTo>
                    <a:pt x="22" y="18"/>
                    <a:pt x="24" y="40"/>
                    <a:pt x="18" y="35"/>
                  </a:cubicBezTo>
                  <a:cubicBezTo>
                    <a:pt x="15" y="33"/>
                    <a:pt x="9" y="29"/>
                    <a:pt x="7" y="27"/>
                  </a:cubicBezTo>
                  <a:cubicBezTo>
                    <a:pt x="5" y="22"/>
                    <a:pt x="6" y="18"/>
                    <a:pt x="0" y="16"/>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56" name="Freeform 95">
              <a:extLst>
                <a:ext uri="{FF2B5EF4-FFF2-40B4-BE49-F238E27FC236}">
                  <a16:creationId xmlns:a16="http://schemas.microsoft.com/office/drawing/2014/main" id="{CBE8B68E-39BE-691A-1279-F2FA0C333E32}"/>
                </a:ext>
              </a:extLst>
            </p:cNvPr>
            <p:cNvSpPr>
              <a:spLocks/>
            </p:cNvSpPr>
            <p:nvPr/>
          </p:nvSpPr>
          <p:spPr bwMode="auto">
            <a:xfrm>
              <a:off x="5745087" y="3790960"/>
              <a:ext cx="3734" cy="9646"/>
            </a:xfrm>
            <a:custGeom>
              <a:avLst/>
              <a:gdLst>
                <a:gd name="T0" fmla="*/ 10 w 11"/>
                <a:gd name="T1" fmla="*/ 4 h 30"/>
                <a:gd name="T2" fmla="*/ 5 w 11"/>
                <a:gd name="T3" fmla="*/ 30 h 30"/>
                <a:gd name="T4" fmla="*/ 11 w 11"/>
                <a:gd name="T5" fmla="*/ 20 h 30"/>
                <a:gd name="T6" fmla="*/ 10 w 11"/>
                <a:gd name="T7" fmla="*/ 4 h 30"/>
              </a:gdLst>
              <a:ahLst/>
              <a:cxnLst>
                <a:cxn ang="0">
                  <a:pos x="T0" y="T1"/>
                </a:cxn>
                <a:cxn ang="0">
                  <a:pos x="T2" y="T3"/>
                </a:cxn>
                <a:cxn ang="0">
                  <a:pos x="T4" y="T5"/>
                </a:cxn>
                <a:cxn ang="0">
                  <a:pos x="T6" y="T7"/>
                </a:cxn>
              </a:cxnLst>
              <a:rect l="0" t="0" r="r" b="b"/>
              <a:pathLst>
                <a:path w="11" h="30">
                  <a:moveTo>
                    <a:pt x="10" y="4"/>
                  </a:moveTo>
                  <a:cubicBezTo>
                    <a:pt x="0" y="0"/>
                    <a:pt x="3" y="26"/>
                    <a:pt x="5" y="30"/>
                  </a:cubicBezTo>
                  <a:cubicBezTo>
                    <a:pt x="8" y="25"/>
                    <a:pt x="11" y="26"/>
                    <a:pt x="11" y="20"/>
                  </a:cubicBezTo>
                  <a:cubicBezTo>
                    <a:pt x="10" y="15"/>
                    <a:pt x="8" y="9"/>
                    <a:pt x="10" y="4"/>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sp>
          <p:nvSpPr>
            <p:cNvPr id="473" name="Freeform 92">
              <a:extLst>
                <a:ext uri="{FF2B5EF4-FFF2-40B4-BE49-F238E27FC236}">
                  <a16:creationId xmlns:a16="http://schemas.microsoft.com/office/drawing/2014/main" id="{5654448D-6FAF-436F-69A1-A63046B2D25C}"/>
                </a:ext>
              </a:extLst>
            </p:cNvPr>
            <p:cNvSpPr>
              <a:spLocks/>
            </p:cNvSpPr>
            <p:nvPr/>
          </p:nvSpPr>
          <p:spPr bwMode="auto">
            <a:xfrm>
              <a:off x="5680699" y="3675204"/>
              <a:ext cx="97399" cy="70326"/>
            </a:xfrm>
            <a:custGeom>
              <a:avLst/>
              <a:gdLst>
                <a:gd name="T0" fmla="*/ 26 w 296"/>
                <a:gd name="T1" fmla="*/ 180 h 214"/>
                <a:gd name="T2" fmla="*/ 38 w 296"/>
                <a:gd name="T3" fmla="*/ 190 h 214"/>
                <a:gd name="T4" fmla="*/ 58 w 296"/>
                <a:gd name="T5" fmla="*/ 196 h 214"/>
                <a:gd name="T6" fmla="*/ 53 w 296"/>
                <a:gd name="T7" fmla="*/ 186 h 214"/>
                <a:gd name="T8" fmla="*/ 52 w 296"/>
                <a:gd name="T9" fmla="*/ 172 h 214"/>
                <a:gd name="T10" fmla="*/ 52 w 296"/>
                <a:gd name="T11" fmla="*/ 168 h 214"/>
                <a:gd name="T12" fmla="*/ 61 w 296"/>
                <a:gd name="T13" fmla="*/ 161 h 214"/>
                <a:gd name="T14" fmla="*/ 106 w 296"/>
                <a:gd name="T15" fmla="*/ 133 h 214"/>
                <a:gd name="T16" fmla="*/ 135 w 296"/>
                <a:gd name="T17" fmla="*/ 83 h 214"/>
                <a:gd name="T18" fmla="*/ 156 w 296"/>
                <a:gd name="T19" fmla="*/ 102 h 214"/>
                <a:gd name="T20" fmla="*/ 166 w 296"/>
                <a:gd name="T21" fmla="*/ 73 h 214"/>
                <a:gd name="T22" fmla="*/ 171 w 296"/>
                <a:gd name="T23" fmla="*/ 75 h 214"/>
                <a:gd name="T24" fmla="*/ 180 w 296"/>
                <a:gd name="T25" fmla="*/ 62 h 214"/>
                <a:gd name="T26" fmla="*/ 193 w 296"/>
                <a:gd name="T27" fmla="*/ 45 h 214"/>
                <a:gd name="T28" fmla="*/ 202 w 296"/>
                <a:gd name="T29" fmla="*/ 26 h 214"/>
                <a:gd name="T30" fmla="*/ 216 w 296"/>
                <a:gd name="T31" fmla="*/ 0 h 214"/>
                <a:gd name="T32" fmla="*/ 228 w 296"/>
                <a:gd name="T33" fmla="*/ 1 h 214"/>
                <a:gd name="T34" fmla="*/ 247 w 296"/>
                <a:gd name="T35" fmla="*/ 24 h 214"/>
                <a:gd name="T36" fmla="*/ 239 w 296"/>
                <a:gd name="T37" fmla="*/ 39 h 214"/>
                <a:gd name="T38" fmla="*/ 256 w 296"/>
                <a:gd name="T39" fmla="*/ 34 h 214"/>
                <a:gd name="T40" fmla="*/ 262 w 296"/>
                <a:gd name="T41" fmla="*/ 41 h 214"/>
                <a:gd name="T42" fmla="*/ 284 w 296"/>
                <a:gd name="T43" fmla="*/ 56 h 214"/>
                <a:gd name="T44" fmla="*/ 276 w 296"/>
                <a:gd name="T45" fmla="*/ 71 h 214"/>
                <a:gd name="T46" fmla="*/ 273 w 296"/>
                <a:gd name="T47" fmla="*/ 87 h 214"/>
                <a:gd name="T48" fmla="*/ 268 w 296"/>
                <a:gd name="T49" fmla="*/ 93 h 214"/>
                <a:gd name="T50" fmla="*/ 246 w 296"/>
                <a:gd name="T51" fmla="*/ 97 h 214"/>
                <a:gd name="T52" fmla="*/ 213 w 296"/>
                <a:gd name="T53" fmla="*/ 90 h 214"/>
                <a:gd name="T54" fmla="*/ 200 w 296"/>
                <a:gd name="T55" fmla="*/ 92 h 214"/>
                <a:gd name="T56" fmla="*/ 188 w 296"/>
                <a:gd name="T57" fmla="*/ 97 h 214"/>
                <a:gd name="T58" fmla="*/ 185 w 296"/>
                <a:gd name="T59" fmla="*/ 118 h 214"/>
                <a:gd name="T60" fmla="*/ 176 w 296"/>
                <a:gd name="T61" fmla="*/ 138 h 214"/>
                <a:gd name="T62" fmla="*/ 164 w 296"/>
                <a:gd name="T63" fmla="*/ 171 h 214"/>
                <a:gd name="T64" fmla="*/ 147 w 296"/>
                <a:gd name="T65" fmla="*/ 192 h 214"/>
                <a:gd name="T66" fmla="*/ 125 w 296"/>
                <a:gd name="T67" fmla="*/ 198 h 214"/>
                <a:gd name="T68" fmla="*/ 85 w 296"/>
                <a:gd name="T69" fmla="*/ 193 h 214"/>
                <a:gd name="T70" fmla="*/ 72 w 296"/>
                <a:gd name="T71" fmla="*/ 207 h 214"/>
                <a:gd name="T72" fmla="*/ 54 w 296"/>
                <a:gd name="T73" fmla="*/ 206 h 214"/>
                <a:gd name="T74" fmla="*/ 27 w 296"/>
                <a:gd name="T75" fmla="*/ 207 h 214"/>
                <a:gd name="T76" fmla="*/ 14 w 296"/>
                <a:gd name="T77" fmla="*/ 194 h 214"/>
                <a:gd name="T78" fmla="*/ 5 w 296"/>
                <a:gd name="T79" fmla="*/ 18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214">
                  <a:moveTo>
                    <a:pt x="5" y="170"/>
                  </a:moveTo>
                  <a:cubicBezTo>
                    <a:pt x="4" y="181"/>
                    <a:pt x="26" y="189"/>
                    <a:pt x="26" y="180"/>
                  </a:cubicBezTo>
                  <a:cubicBezTo>
                    <a:pt x="26" y="183"/>
                    <a:pt x="30" y="183"/>
                    <a:pt x="30" y="184"/>
                  </a:cubicBezTo>
                  <a:cubicBezTo>
                    <a:pt x="29" y="187"/>
                    <a:pt x="36" y="189"/>
                    <a:pt x="38" y="190"/>
                  </a:cubicBezTo>
                  <a:cubicBezTo>
                    <a:pt x="42" y="191"/>
                    <a:pt x="44" y="188"/>
                    <a:pt x="47" y="192"/>
                  </a:cubicBezTo>
                  <a:cubicBezTo>
                    <a:pt x="50" y="195"/>
                    <a:pt x="54" y="195"/>
                    <a:pt x="58" y="196"/>
                  </a:cubicBezTo>
                  <a:cubicBezTo>
                    <a:pt x="55" y="192"/>
                    <a:pt x="49" y="195"/>
                    <a:pt x="48" y="189"/>
                  </a:cubicBezTo>
                  <a:cubicBezTo>
                    <a:pt x="47" y="186"/>
                    <a:pt x="50" y="182"/>
                    <a:pt x="53" y="186"/>
                  </a:cubicBezTo>
                  <a:cubicBezTo>
                    <a:pt x="50" y="184"/>
                    <a:pt x="50" y="181"/>
                    <a:pt x="51" y="177"/>
                  </a:cubicBezTo>
                  <a:cubicBezTo>
                    <a:pt x="51" y="176"/>
                    <a:pt x="52" y="174"/>
                    <a:pt x="52" y="172"/>
                  </a:cubicBezTo>
                  <a:cubicBezTo>
                    <a:pt x="53" y="168"/>
                    <a:pt x="55" y="170"/>
                    <a:pt x="58" y="168"/>
                  </a:cubicBezTo>
                  <a:cubicBezTo>
                    <a:pt x="56" y="168"/>
                    <a:pt x="54" y="168"/>
                    <a:pt x="52" y="168"/>
                  </a:cubicBezTo>
                  <a:cubicBezTo>
                    <a:pt x="54" y="165"/>
                    <a:pt x="52" y="162"/>
                    <a:pt x="53" y="159"/>
                  </a:cubicBezTo>
                  <a:cubicBezTo>
                    <a:pt x="56" y="159"/>
                    <a:pt x="58" y="161"/>
                    <a:pt x="61" y="161"/>
                  </a:cubicBezTo>
                  <a:cubicBezTo>
                    <a:pt x="51" y="153"/>
                    <a:pt x="66" y="144"/>
                    <a:pt x="73" y="143"/>
                  </a:cubicBezTo>
                  <a:cubicBezTo>
                    <a:pt x="83" y="141"/>
                    <a:pt x="98" y="139"/>
                    <a:pt x="106" y="133"/>
                  </a:cubicBezTo>
                  <a:cubicBezTo>
                    <a:pt x="114" y="128"/>
                    <a:pt x="114" y="117"/>
                    <a:pt x="121" y="111"/>
                  </a:cubicBezTo>
                  <a:cubicBezTo>
                    <a:pt x="129" y="103"/>
                    <a:pt x="134" y="95"/>
                    <a:pt x="135" y="83"/>
                  </a:cubicBezTo>
                  <a:cubicBezTo>
                    <a:pt x="141" y="83"/>
                    <a:pt x="142" y="86"/>
                    <a:pt x="144" y="91"/>
                  </a:cubicBezTo>
                  <a:cubicBezTo>
                    <a:pt x="145" y="94"/>
                    <a:pt x="153" y="102"/>
                    <a:pt x="156" y="102"/>
                  </a:cubicBezTo>
                  <a:cubicBezTo>
                    <a:pt x="161" y="102"/>
                    <a:pt x="163" y="91"/>
                    <a:pt x="161" y="88"/>
                  </a:cubicBezTo>
                  <a:cubicBezTo>
                    <a:pt x="155" y="80"/>
                    <a:pt x="162" y="77"/>
                    <a:pt x="166" y="73"/>
                  </a:cubicBezTo>
                  <a:cubicBezTo>
                    <a:pt x="167" y="80"/>
                    <a:pt x="166" y="90"/>
                    <a:pt x="175" y="92"/>
                  </a:cubicBezTo>
                  <a:cubicBezTo>
                    <a:pt x="175" y="87"/>
                    <a:pt x="174" y="80"/>
                    <a:pt x="171" y="75"/>
                  </a:cubicBezTo>
                  <a:cubicBezTo>
                    <a:pt x="167" y="69"/>
                    <a:pt x="175" y="73"/>
                    <a:pt x="177" y="71"/>
                  </a:cubicBezTo>
                  <a:cubicBezTo>
                    <a:pt x="179" y="69"/>
                    <a:pt x="186" y="64"/>
                    <a:pt x="180" y="62"/>
                  </a:cubicBezTo>
                  <a:cubicBezTo>
                    <a:pt x="172" y="58"/>
                    <a:pt x="180" y="52"/>
                    <a:pt x="183" y="48"/>
                  </a:cubicBezTo>
                  <a:cubicBezTo>
                    <a:pt x="182" y="56"/>
                    <a:pt x="191" y="48"/>
                    <a:pt x="193" y="45"/>
                  </a:cubicBezTo>
                  <a:cubicBezTo>
                    <a:pt x="195" y="40"/>
                    <a:pt x="196" y="34"/>
                    <a:pt x="198" y="30"/>
                  </a:cubicBezTo>
                  <a:cubicBezTo>
                    <a:pt x="199" y="27"/>
                    <a:pt x="201" y="28"/>
                    <a:pt x="202" y="26"/>
                  </a:cubicBezTo>
                  <a:cubicBezTo>
                    <a:pt x="204" y="24"/>
                    <a:pt x="206" y="21"/>
                    <a:pt x="207" y="18"/>
                  </a:cubicBezTo>
                  <a:cubicBezTo>
                    <a:pt x="211" y="13"/>
                    <a:pt x="211" y="5"/>
                    <a:pt x="216" y="0"/>
                  </a:cubicBezTo>
                  <a:cubicBezTo>
                    <a:pt x="220" y="5"/>
                    <a:pt x="215" y="10"/>
                    <a:pt x="217" y="15"/>
                  </a:cubicBezTo>
                  <a:cubicBezTo>
                    <a:pt x="221" y="12"/>
                    <a:pt x="224" y="0"/>
                    <a:pt x="228" y="1"/>
                  </a:cubicBezTo>
                  <a:cubicBezTo>
                    <a:pt x="228" y="1"/>
                    <a:pt x="238" y="23"/>
                    <a:pt x="239" y="13"/>
                  </a:cubicBezTo>
                  <a:cubicBezTo>
                    <a:pt x="240" y="17"/>
                    <a:pt x="247" y="19"/>
                    <a:pt x="247" y="24"/>
                  </a:cubicBezTo>
                  <a:cubicBezTo>
                    <a:pt x="247" y="27"/>
                    <a:pt x="242" y="26"/>
                    <a:pt x="243" y="30"/>
                  </a:cubicBezTo>
                  <a:cubicBezTo>
                    <a:pt x="245" y="36"/>
                    <a:pt x="244" y="37"/>
                    <a:pt x="239" y="39"/>
                  </a:cubicBezTo>
                  <a:cubicBezTo>
                    <a:pt x="242" y="37"/>
                    <a:pt x="245" y="39"/>
                    <a:pt x="248" y="38"/>
                  </a:cubicBezTo>
                  <a:cubicBezTo>
                    <a:pt x="251" y="36"/>
                    <a:pt x="252" y="33"/>
                    <a:pt x="256" y="34"/>
                  </a:cubicBezTo>
                  <a:cubicBezTo>
                    <a:pt x="262" y="37"/>
                    <a:pt x="256" y="41"/>
                    <a:pt x="253" y="43"/>
                  </a:cubicBezTo>
                  <a:cubicBezTo>
                    <a:pt x="253" y="49"/>
                    <a:pt x="259" y="43"/>
                    <a:pt x="262" y="41"/>
                  </a:cubicBezTo>
                  <a:cubicBezTo>
                    <a:pt x="267" y="38"/>
                    <a:pt x="273" y="46"/>
                    <a:pt x="273" y="50"/>
                  </a:cubicBezTo>
                  <a:cubicBezTo>
                    <a:pt x="277" y="46"/>
                    <a:pt x="283" y="53"/>
                    <a:pt x="284" y="56"/>
                  </a:cubicBezTo>
                  <a:cubicBezTo>
                    <a:pt x="287" y="52"/>
                    <a:pt x="295" y="55"/>
                    <a:pt x="295" y="60"/>
                  </a:cubicBezTo>
                  <a:cubicBezTo>
                    <a:pt x="296" y="66"/>
                    <a:pt x="281" y="71"/>
                    <a:pt x="276" y="71"/>
                  </a:cubicBezTo>
                  <a:cubicBezTo>
                    <a:pt x="272" y="71"/>
                    <a:pt x="258" y="66"/>
                    <a:pt x="262" y="76"/>
                  </a:cubicBezTo>
                  <a:cubicBezTo>
                    <a:pt x="264" y="80"/>
                    <a:pt x="273" y="82"/>
                    <a:pt x="273" y="87"/>
                  </a:cubicBezTo>
                  <a:cubicBezTo>
                    <a:pt x="275" y="85"/>
                    <a:pt x="278" y="87"/>
                    <a:pt x="276" y="90"/>
                  </a:cubicBezTo>
                  <a:cubicBezTo>
                    <a:pt x="274" y="93"/>
                    <a:pt x="270" y="92"/>
                    <a:pt x="268" y="93"/>
                  </a:cubicBezTo>
                  <a:cubicBezTo>
                    <a:pt x="258" y="93"/>
                    <a:pt x="255" y="96"/>
                    <a:pt x="247" y="89"/>
                  </a:cubicBezTo>
                  <a:cubicBezTo>
                    <a:pt x="246" y="91"/>
                    <a:pt x="248" y="96"/>
                    <a:pt x="246" y="97"/>
                  </a:cubicBezTo>
                  <a:cubicBezTo>
                    <a:pt x="243" y="99"/>
                    <a:pt x="238" y="95"/>
                    <a:pt x="236" y="93"/>
                  </a:cubicBezTo>
                  <a:cubicBezTo>
                    <a:pt x="229" y="89"/>
                    <a:pt x="219" y="96"/>
                    <a:pt x="213" y="90"/>
                  </a:cubicBezTo>
                  <a:cubicBezTo>
                    <a:pt x="213" y="97"/>
                    <a:pt x="208" y="90"/>
                    <a:pt x="205" y="91"/>
                  </a:cubicBezTo>
                  <a:cubicBezTo>
                    <a:pt x="202" y="92"/>
                    <a:pt x="202" y="90"/>
                    <a:pt x="200" y="92"/>
                  </a:cubicBezTo>
                  <a:cubicBezTo>
                    <a:pt x="198" y="96"/>
                    <a:pt x="195" y="91"/>
                    <a:pt x="193" y="90"/>
                  </a:cubicBezTo>
                  <a:cubicBezTo>
                    <a:pt x="192" y="93"/>
                    <a:pt x="189" y="94"/>
                    <a:pt x="188" y="97"/>
                  </a:cubicBezTo>
                  <a:cubicBezTo>
                    <a:pt x="186" y="100"/>
                    <a:pt x="185" y="105"/>
                    <a:pt x="185" y="109"/>
                  </a:cubicBezTo>
                  <a:cubicBezTo>
                    <a:pt x="185" y="112"/>
                    <a:pt x="184" y="115"/>
                    <a:pt x="185" y="118"/>
                  </a:cubicBezTo>
                  <a:cubicBezTo>
                    <a:pt x="186" y="123"/>
                    <a:pt x="185" y="123"/>
                    <a:pt x="184" y="127"/>
                  </a:cubicBezTo>
                  <a:cubicBezTo>
                    <a:pt x="182" y="134"/>
                    <a:pt x="184" y="137"/>
                    <a:pt x="176" y="138"/>
                  </a:cubicBezTo>
                  <a:cubicBezTo>
                    <a:pt x="168" y="138"/>
                    <a:pt x="173" y="152"/>
                    <a:pt x="176" y="155"/>
                  </a:cubicBezTo>
                  <a:cubicBezTo>
                    <a:pt x="171" y="157"/>
                    <a:pt x="158" y="165"/>
                    <a:pt x="164" y="171"/>
                  </a:cubicBezTo>
                  <a:cubicBezTo>
                    <a:pt x="167" y="174"/>
                    <a:pt x="155" y="186"/>
                    <a:pt x="157" y="192"/>
                  </a:cubicBezTo>
                  <a:cubicBezTo>
                    <a:pt x="152" y="192"/>
                    <a:pt x="152" y="189"/>
                    <a:pt x="147" y="192"/>
                  </a:cubicBezTo>
                  <a:cubicBezTo>
                    <a:pt x="143" y="194"/>
                    <a:pt x="140" y="191"/>
                    <a:pt x="136" y="193"/>
                  </a:cubicBezTo>
                  <a:cubicBezTo>
                    <a:pt x="132" y="195"/>
                    <a:pt x="131" y="199"/>
                    <a:pt x="125" y="198"/>
                  </a:cubicBezTo>
                  <a:cubicBezTo>
                    <a:pt x="121" y="198"/>
                    <a:pt x="112" y="195"/>
                    <a:pt x="110" y="191"/>
                  </a:cubicBezTo>
                  <a:cubicBezTo>
                    <a:pt x="107" y="186"/>
                    <a:pt x="88" y="187"/>
                    <a:pt x="85" y="193"/>
                  </a:cubicBezTo>
                  <a:cubicBezTo>
                    <a:pt x="83" y="195"/>
                    <a:pt x="82" y="199"/>
                    <a:pt x="81" y="202"/>
                  </a:cubicBezTo>
                  <a:cubicBezTo>
                    <a:pt x="81" y="202"/>
                    <a:pt x="72" y="207"/>
                    <a:pt x="72" y="207"/>
                  </a:cubicBezTo>
                  <a:cubicBezTo>
                    <a:pt x="69" y="207"/>
                    <a:pt x="67" y="208"/>
                    <a:pt x="64" y="208"/>
                  </a:cubicBezTo>
                  <a:cubicBezTo>
                    <a:pt x="60" y="209"/>
                    <a:pt x="58" y="206"/>
                    <a:pt x="54" y="206"/>
                  </a:cubicBezTo>
                  <a:cubicBezTo>
                    <a:pt x="48" y="205"/>
                    <a:pt x="44" y="209"/>
                    <a:pt x="39" y="211"/>
                  </a:cubicBezTo>
                  <a:cubicBezTo>
                    <a:pt x="32" y="214"/>
                    <a:pt x="32" y="209"/>
                    <a:pt x="27" y="207"/>
                  </a:cubicBezTo>
                  <a:cubicBezTo>
                    <a:pt x="25" y="207"/>
                    <a:pt x="21" y="202"/>
                    <a:pt x="19" y="201"/>
                  </a:cubicBezTo>
                  <a:cubicBezTo>
                    <a:pt x="17" y="199"/>
                    <a:pt x="16" y="196"/>
                    <a:pt x="14" y="194"/>
                  </a:cubicBezTo>
                  <a:cubicBezTo>
                    <a:pt x="12" y="192"/>
                    <a:pt x="10" y="192"/>
                    <a:pt x="8" y="190"/>
                  </a:cubicBezTo>
                  <a:cubicBezTo>
                    <a:pt x="7" y="187"/>
                    <a:pt x="8" y="181"/>
                    <a:pt x="5" y="180"/>
                  </a:cubicBezTo>
                  <a:cubicBezTo>
                    <a:pt x="0" y="177"/>
                    <a:pt x="4" y="175"/>
                    <a:pt x="5" y="170"/>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dirty="0">
                <a:ln>
                  <a:noFill/>
                </a:ln>
                <a:solidFill>
                  <a:srgbClr val="06357A"/>
                </a:solidFill>
                <a:effectLst/>
                <a:uLnTx/>
                <a:uFillTx/>
              </a:endParaRPr>
            </a:p>
          </p:txBody>
        </p:sp>
        <p:sp>
          <p:nvSpPr>
            <p:cNvPr id="474" name="Freeform 821">
              <a:extLst>
                <a:ext uri="{FF2B5EF4-FFF2-40B4-BE49-F238E27FC236}">
                  <a16:creationId xmlns:a16="http://schemas.microsoft.com/office/drawing/2014/main" id="{792CEB10-E3D3-4101-CC55-297D5EBC41F3}"/>
                </a:ext>
              </a:extLst>
            </p:cNvPr>
            <p:cNvSpPr>
              <a:spLocks/>
            </p:cNvSpPr>
            <p:nvPr/>
          </p:nvSpPr>
          <p:spPr bwMode="auto">
            <a:xfrm rot="21413713">
              <a:off x="5594656" y="3685112"/>
              <a:ext cx="39555" cy="58092"/>
            </a:xfrm>
            <a:custGeom>
              <a:avLst/>
              <a:gdLst>
                <a:gd name="T0" fmla="*/ 0 w 41"/>
                <a:gd name="T1" fmla="*/ 5 h 60"/>
                <a:gd name="T2" fmla="*/ 7 w 41"/>
                <a:gd name="T3" fmla="*/ 8 h 60"/>
                <a:gd name="T4" fmla="*/ 10 w 41"/>
                <a:gd name="T5" fmla="*/ 13 h 60"/>
                <a:gd name="T6" fmla="*/ 16 w 41"/>
                <a:gd name="T7" fmla="*/ 12 h 60"/>
                <a:gd name="T8" fmla="*/ 19 w 41"/>
                <a:gd name="T9" fmla="*/ 7 h 60"/>
                <a:gd name="T10" fmla="*/ 41 w 41"/>
                <a:gd name="T11" fmla="*/ 59 h 60"/>
                <a:gd name="T12" fmla="*/ 38 w 41"/>
                <a:gd name="T13" fmla="*/ 56 h 60"/>
                <a:gd name="T14" fmla="*/ 33 w 41"/>
                <a:gd name="T15" fmla="*/ 57 h 60"/>
                <a:gd name="T16" fmla="*/ 30 w 41"/>
                <a:gd name="T17" fmla="*/ 56 h 60"/>
                <a:gd name="T18" fmla="*/ 13 w 41"/>
                <a:gd name="T19" fmla="*/ 44 h 60"/>
                <a:gd name="T20" fmla="*/ 0 w 41"/>
                <a:gd name="T21" fmla="*/ 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60">
                  <a:moveTo>
                    <a:pt x="0" y="5"/>
                  </a:moveTo>
                  <a:cubicBezTo>
                    <a:pt x="3" y="0"/>
                    <a:pt x="6" y="4"/>
                    <a:pt x="7" y="8"/>
                  </a:cubicBezTo>
                  <a:cubicBezTo>
                    <a:pt x="9" y="10"/>
                    <a:pt x="10" y="13"/>
                    <a:pt x="10" y="13"/>
                  </a:cubicBezTo>
                  <a:cubicBezTo>
                    <a:pt x="12" y="13"/>
                    <a:pt x="16" y="12"/>
                    <a:pt x="16" y="12"/>
                  </a:cubicBezTo>
                  <a:cubicBezTo>
                    <a:pt x="18" y="11"/>
                    <a:pt x="18" y="9"/>
                    <a:pt x="19" y="7"/>
                  </a:cubicBezTo>
                  <a:cubicBezTo>
                    <a:pt x="27" y="10"/>
                    <a:pt x="41" y="58"/>
                    <a:pt x="41" y="59"/>
                  </a:cubicBezTo>
                  <a:cubicBezTo>
                    <a:pt x="40" y="59"/>
                    <a:pt x="38" y="56"/>
                    <a:pt x="38" y="56"/>
                  </a:cubicBezTo>
                  <a:cubicBezTo>
                    <a:pt x="40" y="60"/>
                    <a:pt x="36" y="59"/>
                    <a:pt x="33" y="57"/>
                  </a:cubicBezTo>
                  <a:cubicBezTo>
                    <a:pt x="31" y="57"/>
                    <a:pt x="30" y="56"/>
                    <a:pt x="30" y="56"/>
                  </a:cubicBezTo>
                  <a:cubicBezTo>
                    <a:pt x="24" y="52"/>
                    <a:pt x="19" y="48"/>
                    <a:pt x="13" y="44"/>
                  </a:cubicBezTo>
                  <a:cubicBezTo>
                    <a:pt x="4" y="37"/>
                    <a:pt x="4" y="15"/>
                    <a:pt x="0" y="5"/>
                  </a:cubicBezTo>
                </a:path>
              </a:pathLst>
            </a:custGeom>
            <a:grpFill/>
            <a:ln w="6350" cap="flat" cmpd="sng">
              <a:solidFill>
                <a:srgbClr val="FFFFFF"/>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500" b="0" i="0" u="none" strike="noStrike" kern="0" cap="none" spc="0" normalizeH="0" baseline="0" noProof="0">
                <a:ln>
                  <a:noFill/>
                </a:ln>
                <a:solidFill>
                  <a:srgbClr val="06357A"/>
                </a:solidFill>
                <a:effectLst/>
                <a:uLnTx/>
                <a:uFillTx/>
              </a:endParaRPr>
            </a:p>
          </p:txBody>
        </p:sp>
        <p:cxnSp>
          <p:nvCxnSpPr>
            <p:cNvPr id="458" name="Connector: Elbow 570">
              <a:extLst>
                <a:ext uri="{FF2B5EF4-FFF2-40B4-BE49-F238E27FC236}">
                  <a16:creationId xmlns:a16="http://schemas.microsoft.com/office/drawing/2014/main" id="{93EBA6C1-5B54-5491-3804-A77C5265C027}"/>
                </a:ext>
              </a:extLst>
            </p:cNvPr>
            <p:cNvCxnSpPr>
              <a:cxnSpLocks/>
              <a:stCxn id="797" idx="1"/>
            </p:cNvCxnSpPr>
            <p:nvPr/>
          </p:nvCxnSpPr>
          <p:spPr>
            <a:xfrm>
              <a:off x="2962825" y="2581529"/>
              <a:ext cx="653388" cy="607281"/>
            </a:xfrm>
            <a:prstGeom prst="straightConnector1">
              <a:avLst/>
            </a:prstGeom>
            <a:grpFill/>
            <a:ln w="19050" cap="flat" cmpd="sng" algn="ctr">
              <a:solidFill>
                <a:srgbClr val="BB3023"/>
              </a:solidFill>
              <a:prstDash val="solid"/>
            </a:ln>
            <a:effectLst/>
          </p:spPr>
        </p:cxnSp>
        <p:cxnSp>
          <p:nvCxnSpPr>
            <p:cNvPr id="459" name="Connector: Elbow 571">
              <a:extLst>
                <a:ext uri="{FF2B5EF4-FFF2-40B4-BE49-F238E27FC236}">
                  <a16:creationId xmlns:a16="http://schemas.microsoft.com/office/drawing/2014/main" id="{BB4F78C5-9024-7197-5E41-9ED74593A478}"/>
                </a:ext>
              </a:extLst>
            </p:cNvPr>
            <p:cNvCxnSpPr>
              <a:cxnSpLocks/>
              <a:stCxn id="798" idx="1"/>
            </p:cNvCxnSpPr>
            <p:nvPr/>
          </p:nvCxnSpPr>
          <p:spPr>
            <a:xfrm>
              <a:off x="2962825" y="3477333"/>
              <a:ext cx="1078838" cy="371876"/>
            </a:xfrm>
            <a:prstGeom prst="straightConnector1">
              <a:avLst/>
            </a:prstGeom>
            <a:grpFill/>
            <a:ln w="19050" cap="flat" cmpd="sng" algn="ctr">
              <a:solidFill>
                <a:srgbClr val="BB3023"/>
              </a:solidFill>
              <a:prstDash val="solid"/>
            </a:ln>
            <a:effectLst/>
          </p:spPr>
        </p:cxnSp>
        <p:cxnSp>
          <p:nvCxnSpPr>
            <p:cNvPr id="460" name="Connector: Elbow 572">
              <a:extLst>
                <a:ext uri="{FF2B5EF4-FFF2-40B4-BE49-F238E27FC236}">
                  <a16:creationId xmlns:a16="http://schemas.microsoft.com/office/drawing/2014/main" id="{F86F0DFB-F0F2-76B2-0BB0-537EF9492586}"/>
                </a:ext>
              </a:extLst>
            </p:cNvPr>
            <p:cNvCxnSpPr>
              <a:cxnSpLocks/>
              <a:stCxn id="799" idx="1"/>
            </p:cNvCxnSpPr>
            <p:nvPr/>
          </p:nvCxnSpPr>
          <p:spPr>
            <a:xfrm flipV="1">
              <a:off x="2962825" y="4185761"/>
              <a:ext cx="1034387" cy="192623"/>
            </a:xfrm>
            <a:prstGeom prst="straightConnector1">
              <a:avLst/>
            </a:prstGeom>
            <a:grpFill/>
            <a:ln w="19050" cap="flat" cmpd="sng" algn="ctr">
              <a:solidFill>
                <a:srgbClr val="BB3023"/>
              </a:solidFill>
              <a:prstDash val="solid"/>
            </a:ln>
            <a:effectLst/>
          </p:spPr>
        </p:cxnSp>
      </p:grpSp>
      <p:cxnSp>
        <p:nvCxnSpPr>
          <p:cNvPr id="461" name="Connector: Elbow 573">
            <a:extLst>
              <a:ext uri="{FF2B5EF4-FFF2-40B4-BE49-F238E27FC236}">
                <a16:creationId xmlns:a16="http://schemas.microsoft.com/office/drawing/2014/main" id="{B7E888AD-DD32-78CE-F522-BC85B18B2C37}"/>
              </a:ext>
            </a:extLst>
          </p:cNvPr>
          <p:cNvCxnSpPr>
            <a:cxnSpLocks/>
            <a:stCxn id="548" idx="5"/>
            <a:endCxn id="792" idx="3"/>
          </p:cNvCxnSpPr>
          <p:nvPr/>
        </p:nvCxnSpPr>
        <p:spPr>
          <a:xfrm flipV="1">
            <a:off x="6104581" y="2634511"/>
            <a:ext cx="3231779" cy="1108052"/>
          </a:xfrm>
          <a:prstGeom prst="straightConnector1">
            <a:avLst/>
          </a:prstGeom>
          <a:noFill/>
          <a:ln w="19050" cap="flat" cmpd="sng" algn="ctr">
            <a:solidFill>
              <a:srgbClr val="BB3023"/>
            </a:solidFill>
            <a:prstDash val="solid"/>
          </a:ln>
          <a:effectLst/>
        </p:spPr>
      </p:cxnSp>
      <p:cxnSp>
        <p:nvCxnSpPr>
          <p:cNvPr id="462" name="Connector: Elbow 574">
            <a:extLst>
              <a:ext uri="{FF2B5EF4-FFF2-40B4-BE49-F238E27FC236}">
                <a16:creationId xmlns:a16="http://schemas.microsoft.com/office/drawing/2014/main" id="{2C05A035-8C61-A1A5-DB57-EB3ED44F29E0}"/>
              </a:ext>
            </a:extLst>
          </p:cNvPr>
          <p:cNvCxnSpPr>
            <a:cxnSpLocks/>
            <a:stCxn id="450" idx="53"/>
            <a:endCxn id="794" idx="3"/>
          </p:cNvCxnSpPr>
          <p:nvPr/>
        </p:nvCxnSpPr>
        <p:spPr>
          <a:xfrm>
            <a:off x="8063160" y="4189318"/>
            <a:ext cx="1273200" cy="3816"/>
          </a:xfrm>
          <a:prstGeom prst="straightConnector1">
            <a:avLst/>
          </a:prstGeom>
          <a:noFill/>
          <a:ln w="19050" cap="flat" cmpd="sng" algn="ctr">
            <a:solidFill>
              <a:srgbClr val="BB3023"/>
            </a:solidFill>
            <a:prstDash val="solid"/>
          </a:ln>
          <a:effectLst/>
        </p:spPr>
      </p:cxnSp>
      <p:cxnSp>
        <p:nvCxnSpPr>
          <p:cNvPr id="463" name="Connector: Elbow 575">
            <a:extLst>
              <a:ext uri="{FF2B5EF4-FFF2-40B4-BE49-F238E27FC236}">
                <a16:creationId xmlns:a16="http://schemas.microsoft.com/office/drawing/2014/main" id="{F7C933A2-EFEE-237D-4071-27E830903A2F}"/>
              </a:ext>
            </a:extLst>
          </p:cNvPr>
          <p:cNvCxnSpPr>
            <a:cxnSpLocks/>
            <a:stCxn id="451" idx="6"/>
            <a:endCxn id="796" idx="3"/>
          </p:cNvCxnSpPr>
          <p:nvPr/>
        </p:nvCxnSpPr>
        <p:spPr>
          <a:xfrm>
            <a:off x="7417030" y="4573572"/>
            <a:ext cx="1919330" cy="1187313"/>
          </a:xfrm>
          <a:prstGeom prst="straightConnector1">
            <a:avLst/>
          </a:prstGeom>
          <a:noFill/>
          <a:ln w="19050" cap="flat" cmpd="sng" algn="ctr">
            <a:solidFill>
              <a:srgbClr val="BB3023"/>
            </a:solidFill>
            <a:prstDash val="solid"/>
          </a:ln>
          <a:effectLst/>
        </p:spPr>
      </p:cxnSp>
      <p:sp>
        <p:nvSpPr>
          <p:cNvPr id="792" name="Rounded Rectangular Callout 368">
            <a:extLst>
              <a:ext uri="{FF2B5EF4-FFF2-40B4-BE49-F238E27FC236}">
                <a16:creationId xmlns:a16="http://schemas.microsoft.com/office/drawing/2014/main" id="{B4BCAAFC-7044-2750-F5E7-85A74C7EA3E0}"/>
              </a:ext>
            </a:extLst>
          </p:cNvPr>
          <p:cNvSpPr>
            <a:spLocks/>
          </p:cNvSpPr>
          <p:nvPr/>
        </p:nvSpPr>
        <p:spPr>
          <a:xfrm flipH="1">
            <a:off x="9336360" y="1903228"/>
            <a:ext cx="2560963" cy="1462566"/>
          </a:xfrm>
          <a:prstGeom prst="rect">
            <a:avLst/>
          </a:prstGeom>
          <a:solidFill>
            <a:srgbClr val="BB3023"/>
          </a:solidFill>
          <a:ln w="25400" cap="flat" cmpd="sng" algn="ctr">
            <a:noFill/>
            <a:prstDash val="solid"/>
          </a:ln>
          <a:effectLst/>
        </p:spPr>
        <p:txBody>
          <a:bodyPr lIns="91440" tIns="45720" rIns="91440" bIns="45720" rtlCol="0" anchor="t"/>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R="0" lvl="0" indent="-166688" defTabSz="914400" eaLnBrk="1" fontAlgn="auto" latinLnBrk="0" hangingPunct="1">
              <a:lnSpc>
                <a:spcPct val="100000"/>
              </a:lnSpc>
              <a:spcBef>
                <a:spcPts val="0"/>
              </a:spcBef>
              <a:spcAft>
                <a:spcPts val="0"/>
              </a:spcAft>
              <a:buClrTx/>
              <a:buSzPct val="100000"/>
              <a:buFontTx/>
              <a:buNone/>
              <a:tabLst/>
              <a:defRPr/>
            </a:pPr>
            <a:endParaRPr lang="en-US" sz="900" b="0" baseline="0" dirty="0">
              <a:latin typeface="+mn-lt"/>
              <a:ea typeface="+mn-ea"/>
              <a:cs typeface="Arial" panose="020B0604020202020204" pitchFamily="34" charset="0"/>
            </a:endParaRPr>
          </a:p>
        </p:txBody>
      </p:sp>
      <p:sp>
        <p:nvSpPr>
          <p:cNvPr id="794" name="Rounded Rectangular Callout 368">
            <a:extLst>
              <a:ext uri="{FF2B5EF4-FFF2-40B4-BE49-F238E27FC236}">
                <a16:creationId xmlns:a16="http://schemas.microsoft.com/office/drawing/2014/main" id="{5B674237-296F-C25A-CDFE-FEA70B5A1FAB}"/>
              </a:ext>
            </a:extLst>
          </p:cNvPr>
          <p:cNvSpPr>
            <a:spLocks/>
          </p:cNvSpPr>
          <p:nvPr/>
        </p:nvSpPr>
        <p:spPr>
          <a:xfrm flipH="1">
            <a:off x="9336360" y="3461851"/>
            <a:ext cx="2560963" cy="1462566"/>
          </a:xfrm>
          <a:prstGeom prst="rect">
            <a:avLst/>
          </a:prstGeom>
          <a:solidFill>
            <a:srgbClr val="BB3023"/>
          </a:solidFill>
          <a:ln w="25400" cap="flat" cmpd="sng" algn="ctr">
            <a:noFill/>
            <a:prstDash val="solid"/>
          </a:ln>
          <a:effectLst/>
        </p:spPr>
        <p:txBody>
          <a:bodyPr lIns="91440" tIns="45720" rIns="91440" bIns="45720" rtlCol="0" anchor="t"/>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R="0" lvl="0" indent="-166688" defTabSz="914400" eaLnBrk="1" fontAlgn="auto" latinLnBrk="0" hangingPunct="1">
              <a:lnSpc>
                <a:spcPct val="100000"/>
              </a:lnSpc>
              <a:spcBef>
                <a:spcPts val="0"/>
              </a:spcBef>
              <a:spcAft>
                <a:spcPts val="0"/>
              </a:spcAft>
              <a:buClrTx/>
              <a:buSzPct val="100000"/>
              <a:buFontTx/>
              <a:buNone/>
              <a:tabLst/>
              <a:defRPr/>
            </a:pPr>
            <a:endParaRPr lang="en-US" sz="900" b="0" baseline="0" dirty="0">
              <a:latin typeface="+mn-lt"/>
              <a:ea typeface="+mn-ea"/>
              <a:cs typeface="Arial" panose="020B0604020202020204" pitchFamily="34" charset="0"/>
            </a:endParaRPr>
          </a:p>
        </p:txBody>
      </p:sp>
      <p:sp>
        <p:nvSpPr>
          <p:cNvPr id="796" name="Rounded Rectangular Callout 368">
            <a:extLst>
              <a:ext uri="{FF2B5EF4-FFF2-40B4-BE49-F238E27FC236}">
                <a16:creationId xmlns:a16="http://schemas.microsoft.com/office/drawing/2014/main" id="{E43525A8-7572-3B6A-5C35-8880A3452F8D}"/>
              </a:ext>
            </a:extLst>
          </p:cNvPr>
          <p:cNvSpPr>
            <a:spLocks/>
          </p:cNvSpPr>
          <p:nvPr/>
        </p:nvSpPr>
        <p:spPr>
          <a:xfrm flipH="1">
            <a:off x="9336360" y="5029602"/>
            <a:ext cx="2560963" cy="1462566"/>
          </a:xfrm>
          <a:prstGeom prst="rect">
            <a:avLst/>
          </a:prstGeom>
          <a:solidFill>
            <a:srgbClr val="BB3023"/>
          </a:solidFill>
          <a:ln w="25400" cap="flat" cmpd="sng" algn="ctr">
            <a:noFill/>
            <a:prstDash val="solid"/>
          </a:ln>
          <a:effectLst/>
        </p:spPr>
        <p:txBody>
          <a:bodyPr lIns="91440" tIns="45720" rIns="91440" bIns="45720" rtlCol="0" anchor="t"/>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R="0" lvl="0" indent="-166688" defTabSz="914400" eaLnBrk="1" fontAlgn="auto" latinLnBrk="0" hangingPunct="1">
              <a:lnSpc>
                <a:spcPct val="100000"/>
              </a:lnSpc>
              <a:spcBef>
                <a:spcPts val="0"/>
              </a:spcBef>
              <a:spcAft>
                <a:spcPts val="0"/>
              </a:spcAft>
              <a:buClrTx/>
              <a:buSzPct val="100000"/>
              <a:buFontTx/>
              <a:buNone/>
              <a:tabLst/>
              <a:defRPr/>
            </a:pPr>
            <a:endParaRPr lang="en-US" sz="900" b="0" baseline="0" dirty="0">
              <a:latin typeface="+mn-lt"/>
              <a:ea typeface="+mn-ea"/>
              <a:cs typeface="Arial" panose="020B0604020202020204" pitchFamily="34" charset="0"/>
            </a:endParaRPr>
          </a:p>
        </p:txBody>
      </p:sp>
      <p:sp>
        <p:nvSpPr>
          <p:cNvPr id="797" name="Rounded Rectangular Callout 368">
            <a:extLst>
              <a:ext uri="{FF2B5EF4-FFF2-40B4-BE49-F238E27FC236}">
                <a16:creationId xmlns:a16="http://schemas.microsoft.com/office/drawing/2014/main" id="{40734E1E-5BA9-A722-0BFF-D2265564494F}"/>
              </a:ext>
            </a:extLst>
          </p:cNvPr>
          <p:cNvSpPr>
            <a:spLocks/>
          </p:cNvSpPr>
          <p:nvPr/>
        </p:nvSpPr>
        <p:spPr>
          <a:xfrm flipH="1">
            <a:off x="407368" y="1903228"/>
            <a:ext cx="2560963" cy="1462566"/>
          </a:xfrm>
          <a:prstGeom prst="rect">
            <a:avLst/>
          </a:prstGeom>
          <a:solidFill>
            <a:srgbClr val="BB3023"/>
          </a:solidFill>
          <a:ln w="25400" cap="flat" cmpd="sng" algn="ctr">
            <a:noFill/>
            <a:prstDash val="solid"/>
          </a:ln>
          <a:effectLst/>
        </p:spPr>
        <p:txBody>
          <a:bodyPr lIns="91440" tIns="45720" rIns="91440" bIns="45720" rtlCol="0" anchor="t"/>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R="0" lvl="0" indent="-166688" defTabSz="914400" eaLnBrk="1" fontAlgn="auto" latinLnBrk="0" hangingPunct="1">
              <a:lnSpc>
                <a:spcPct val="100000"/>
              </a:lnSpc>
              <a:spcBef>
                <a:spcPts val="0"/>
              </a:spcBef>
              <a:spcAft>
                <a:spcPts val="0"/>
              </a:spcAft>
              <a:buClrTx/>
              <a:buSzPct val="100000"/>
              <a:buFontTx/>
              <a:buNone/>
              <a:tabLst/>
              <a:defRPr/>
            </a:pPr>
            <a:endParaRPr lang="en-US" sz="900" b="0" baseline="0" dirty="0">
              <a:latin typeface="+mn-lt"/>
              <a:ea typeface="+mn-ea"/>
              <a:cs typeface="Arial" panose="020B0604020202020204" pitchFamily="34" charset="0"/>
            </a:endParaRPr>
          </a:p>
        </p:txBody>
      </p:sp>
      <p:sp>
        <p:nvSpPr>
          <p:cNvPr id="798" name="Rounded Rectangular Callout 368">
            <a:extLst>
              <a:ext uri="{FF2B5EF4-FFF2-40B4-BE49-F238E27FC236}">
                <a16:creationId xmlns:a16="http://schemas.microsoft.com/office/drawing/2014/main" id="{3C112732-C64B-8754-0234-DA98398C9754}"/>
              </a:ext>
            </a:extLst>
          </p:cNvPr>
          <p:cNvSpPr>
            <a:spLocks/>
          </p:cNvSpPr>
          <p:nvPr/>
        </p:nvSpPr>
        <p:spPr>
          <a:xfrm flipH="1">
            <a:off x="407368" y="3461851"/>
            <a:ext cx="2560963" cy="1462566"/>
          </a:xfrm>
          <a:prstGeom prst="rect">
            <a:avLst/>
          </a:prstGeom>
          <a:solidFill>
            <a:srgbClr val="BB3023"/>
          </a:solidFill>
          <a:ln w="25400" cap="flat" cmpd="sng" algn="ctr">
            <a:noFill/>
            <a:prstDash val="solid"/>
          </a:ln>
          <a:effectLst/>
        </p:spPr>
        <p:txBody>
          <a:bodyPr lIns="91440" tIns="45720" rIns="91440" bIns="45720" rtlCol="0" anchor="t"/>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R="0" lvl="0" indent="-166688" defTabSz="914400" eaLnBrk="1" fontAlgn="auto" latinLnBrk="0" hangingPunct="1">
              <a:lnSpc>
                <a:spcPct val="100000"/>
              </a:lnSpc>
              <a:spcBef>
                <a:spcPts val="0"/>
              </a:spcBef>
              <a:spcAft>
                <a:spcPts val="0"/>
              </a:spcAft>
              <a:buClrTx/>
              <a:buSzPct val="100000"/>
              <a:buFontTx/>
              <a:buNone/>
              <a:tabLst/>
              <a:defRPr/>
            </a:pPr>
            <a:endParaRPr lang="en-US" sz="900" b="0" baseline="0" dirty="0">
              <a:latin typeface="+mn-lt"/>
              <a:ea typeface="+mn-ea"/>
              <a:cs typeface="Arial" panose="020B0604020202020204" pitchFamily="34" charset="0"/>
            </a:endParaRPr>
          </a:p>
        </p:txBody>
      </p:sp>
      <p:sp>
        <p:nvSpPr>
          <p:cNvPr id="799" name="Rounded Rectangular Callout 368">
            <a:extLst>
              <a:ext uri="{FF2B5EF4-FFF2-40B4-BE49-F238E27FC236}">
                <a16:creationId xmlns:a16="http://schemas.microsoft.com/office/drawing/2014/main" id="{9E5EEE90-7175-AF73-E2E9-FEE7D69D815E}"/>
              </a:ext>
            </a:extLst>
          </p:cNvPr>
          <p:cNvSpPr>
            <a:spLocks/>
          </p:cNvSpPr>
          <p:nvPr/>
        </p:nvSpPr>
        <p:spPr>
          <a:xfrm flipH="1">
            <a:off x="407368" y="5029602"/>
            <a:ext cx="2560963" cy="1462566"/>
          </a:xfrm>
          <a:prstGeom prst="rect">
            <a:avLst/>
          </a:prstGeom>
          <a:solidFill>
            <a:srgbClr val="BB3023"/>
          </a:solidFill>
          <a:ln w="25400" cap="flat" cmpd="sng" algn="ctr">
            <a:noFill/>
            <a:prstDash val="solid"/>
          </a:ln>
          <a:effectLst/>
        </p:spPr>
        <p:txBody>
          <a:bodyPr lIns="91440" tIns="45720" rIns="91440" bIns="45720" rtlCol="0" anchor="t"/>
          <a:lstStyle>
            <a:defPPr>
              <a:defRPr lang="en-GB"/>
            </a:defPPr>
            <a:lvl1pPr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1pPr>
            <a:lvl2pPr marL="388937" indent="-31065"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2pPr>
            <a:lvl3pPr marL="779116" indent="-63374"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3pPr>
            <a:lvl4pPr marL="1168053" indent="-94438"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4pPr>
            <a:lvl5pPr marL="1558232" indent="-126746" algn="l" rtl="0" eaLnBrk="0" fontAlgn="base" hangingPunct="0">
              <a:spcBef>
                <a:spcPct val="0"/>
              </a:spcBef>
              <a:spcAft>
                <a:spcPct val="0"/>
              </a:spcAft>
              <a:defRPr sz="1200" b="1" kern="1200" baseline="-25000">
                <a:solidFill>
                  <a:schemeClr val="tx1"/>
                </a:solidFill>
                <a:latin typeface="Arial" charset="0"/>
                <a:ea typeface="ＭＳ Ｐゴシック" charset="0"/>
                <a:cs typeface="ＭＳ Ｐゴシック" charset="0"/>
              </a:defRPr>
            </a:lvl5pPr>
            <a:lvl6pPr marL="1789357" algn="l" defTabSz="357871" rtl="0" eaLnBrk="1" latinLnBrk="0" hangingPunct="1">
              <a:defRPr sz="1200" b="1" kern="1200" baseline="-25000">
                <a:solidFill>
                  <a:schemeClr val="tx1"/>
                </a:solidFill>
                <a:latin typeface="Arial" charset="0"/>
                <a:ea typeface="ＭＳ Ｐゴシック" charset="0"/>
                <a:cs typeface="ＭＳ Ｐゴシック" charset="0"/>
              </a:defRPr>
            </a:lvl6pPr>
            <a:lvl7pPr marL="2147228" algn="l" defTabSz="357871" rtl="0" eaLnBrk="1" latinLnBrk="0" hangingPunct="1">
              <a:defRPr sz="1200" b="1" kern="1200" baseline="-25000">
                <a:solidFill>
                  <a:schemeClr val="tx1"/>
                </a:solidFill>
                <a:latin typeface="Arial" charset="0"/>
                <a:ea typeface="ＭＳ Ｐゴシック" charset="0"/>
                <a:cs typeface="ＭＳ Ｐゴシック" charset="0"/>
              </a:defRPr>
            </a:lvl7pPr>
            <a:lvl8pPr marL="2505099" algn="l" defTabSz="357871" rtl="0" eaLnBrk="1" latinLnBrk="0" hangingPunct="1">
              <a:defRPr sz="1200" b="1" kern="1200" baseline="-25000">
                <a:solidFill>
                  <a:schemeClr val="tx1"/>
                </a:solidFill>
                <a:latin typeface="Arial" charset="0"/>
                <a:ea typeface="ＭＳ Ｐゴシック" charset="0"/>
                <a:cs typeface="ＭＳ Ｐゴシック" charset="0"/>
              </a:defRPr>
            </a:lvl8pPr>
            <a:lvl9pPr marL="2862971" algn="l" defTabSz="357871" rtl="0" eaLnBrk="1" latinLnBrk="0" hangingPunct="1">
              <a:defRPr sz="1200" b="1" kern="1200" baseline="-25000">
                <a:solidFill>
                  <a:schemeClr val="tx1"/>
                </a:solidFill>
                <a:latin typeface="Arial" charset="0"/>
                <a:ea typeface="ＭＳ Ｐゴシック" charset="0"/>
                <a:cs typeface="ＭＳ Ｐゴシック" charset="0"/>
              </a:defRPr>
            </a:lvl9pPr>
          </a:lstStyle>
          <a:p>
            <a:pPr marR="0" lvl="0" indent="-166688" defTabSz="914400" eaLnBrk="1" fontAlgn="auto" latinLnBrk="0" hangingPunct="1">
              <a:lnSpc>
                <a:spcPct val="100000"/>
              </a:lnSpc>
              <a:spcBef>
                <a:spcPts val="0"/>
              </a:spcBef>
              <a:spcAft>
                <a:spcPts val="0"/>
              </a:spcAft>
              <a:buClrTx/>
              <a:buSzPct val="100000"/>
              <a:buFontTx/>
              <a:buNone/>
              <a:tabLst/>
              <a:defRPr/>
            </a:pPr>
            <a:endParaRPr lang="en-US" sz="900" b="0" baseline="0" dirty="0">
              <a:latin typeface="+mn-lt"/>
              <a:ea typeface="+mn-ea"/>
              <a:cs typeface="Arial" panose="020B0604020202020204" pitchFamily="34" charset="0"/>
            </a:endParaRPr>
          </a:p>
        </p:txBody>
      </p:sp>
      <p:sp>
        <p:nvSpPr>
          <p:cNvPr id="807" name="文本框 806">
            <a:extLst>
              <a:ext uri="{FF2B5EF4-FFF2-40B4-BE49-F238E27FC236}">
                <a16:creationId xmlns:a16="http://schemas.microsoft.com/office/drawing/2014/main" id="{E6E2F7E2-5C90-BAC6-3319-C21FE2B697A8}"/>
              </a:ext>
            </a:extLst>
          </p:cNvPr>
          <p:cNvSpPr txBox="1"/>
          <p:nvPr/>
        </p:nvSpPr>
        <p:spPr>
          <a:xfrm>
            <a:off x="9473609" y="1998923"/>
            <a:ext cx="2243470" cy="1415772"/>
          </a:xfrm>
          <a:prstGeom prst="rect">
            <a:avLst/>
          </a:prstGeom>
          <a:noFill/>
        </p:spPr>
        <p:txBody>
          <a:bodyPr wrap="square" rtlCol="0">
            <a:spAutoFit/>
          </a:bodyPr>
          <a:lstStyle/>
          <a:p>
            <a:pPr marR="0" lvl="0" indent="-166688" defTabSz="914400" eaLnBrk="1" fontAlgn="auto" latinLnBrk="0" hangingPunct="1">
              <a:spcBef>
                <a:spcPts val="0"/>
              </a:spcBef>
              <a:spcAft>
                <a:spcPts val="0"/>
              </a:spcAft>
              <a:buClrTx/>
              <a:buSzPct val="100000"/>
              <a:buFontTx/>
              <a:buNone/>
              <a:tabLst/>
              <a:defRPr/>
            </a:pPr>
            <a:r>
              <a:rPr kumimoji="0" lang="en-US" altLang="zh-CN" sz="1600" u="none" strike="noStrike" kern="0" cap="none" spc="0" normalizeH="0" baseline="0" noProof="0" dirty="0">
                <a:ln>
                  <a:noFill/>
                </a:ln>
                <a:solidFill>
                  <a:schemeClr val="bg1"/>
                </a:solidFill>
                <a:effectLst/>
                <a:uLnTx/>
                <a:uFillTx/>
                <a:latin typeface="Alibaba PuHuiTi Medium" pitchFamily="18" charset="-122"/>
                <a:ea typeface="Alibaba PuHuiTi Medium" pitchFamily="18" charset="-122"/>
                <a:cs typeface="Alibaba PuHuiTi Medium" pitchFamily="18" charset="-122"/>
              </a:rPr>
              <a:t>Germany</a:t>
            </a:r>
          </a:p>
          <a:p>
            <a:pPr marL="216000" marR="0" lvl="0" indent="-216000" defTabSz="389626" eaLnBrk="1" fontAlgn="auto" latinLnBrk="0" hangingPunct="1">
              <a:spcBef>
                <a:spcPts val="0"/>
              </a:spcBef>
              <a:spcAft>
                <a:spcPts val="0"/>
              </a:spcAft>
              <a:buClr>
                <a:schemeClr val="bg1"/>
              </a:buClr>
              <a:buSzPct val="110000"/>
              <a:buFont typeface="Wingdings" pitchFamily="2" charset="2"/>
              <a:buChar char="l"/>
              <a:tabLst/>
              <a:defRPr/>
            </a:pPr>
            <a:r>
              <a:rPr lang="en-US" altLang="zh-CN" sz="1000" baseline="0" dirty="0">
                <a:solidFill>
                  <a:schemeClr val="bg1"/>
                </a:solidFill>
                <a:latin typeface="Alibaba PuHuiTi Medium" pitchFamily="18" charset="-122"/>
                <a:ea typeface="Alibaba PuHuiTi Medium" pitchFamily="18" charset="-122"/>
                <a:cs typeface="Alibaba PuHuiTi Medium" pitchFamily="18" charset="-122"/>
              </a:rPr>
              <a:t>Relatively predictable future for solar based on tender schedule</a:t>
            </a:r>
          </a:p>
          <a:p>
            <a:pPr marL="216000" marR="0" lvl="0" indent="-216000" defTabSz="389626" eaLnBrk="1" fontAlgn="auto" latinLnBrk="0" hangingPunct="1">
              <a:spcBef>
                <a:spcPts val="0"/>
              </a:spcBef>
              <a:spcAft>
                <a:spcPts val="0"/>
              </a:spcAft>
              <a:buClr>
                <a:schemeClr val="bg1"/>
              </a:buClr>
              <a:buSzPct val="110000"/>
              <a:buFont typeface="Wingdings" pitchFamily="2" charset="2"/>
              <a:buChar char="l"/>
              <a:tabLst/>
              <a:defRPr/>
            </a:pPr>
            <a:r>
              <a:rPr lang="en-US" altLang="zh-CN" sz="1000" baseline="0" dirty="0">
                <a:solidFill>
                  <a:schemeClr val="bg1"/>
                </a:solidFill>
                <a:latin typeface="Alibaba PuHuiTi Medium" pitchFamily="18" charset="-122"/>
                <a:ea typeface="Alibaba PuHuiTi Medium" pitchFamily="18" charset="-122"/>
                <a:cs typeface="Alibaba PuHuiTi Medium" pitchFamily="18" charset="-122"/>
              </a:rPr>
              <a:t>Dec. 2016 solar-only auction for </a:t>
            </a:r>
            <a:br>
              <a:rPr lang="en-US" altLang="zh-CN" sz="1000" baseline="0" dirty="0">
                <a:solidFill>
                  <a:schemeClr val="bg1"/>
                </a:solidFill>
                <a:latin typeface="Alibaba PuHuiTi Medium" pitchFamily="18" charset="-122"/>
                <a:ea typeface="Alibaba PuHuiTi Medium" pitchFamily="18" charset="-122"/>
                <a:cs typeface="Alibaba PuHuiTi Medium" pitchFamily="18" charset="-122"/>
              </a:rPr>
            </a:br>
            <a:r>
              <a:rPr lang="en-US" altLang="zh-CN" sz="1000" baseline="0" dirty="0">
                <a:solidFill>
                  <a:schemeClr val="bg1"/>
                </a:solidFill>
                <a:latin typeface="Alibaba PuHuiTi Medium" pitchFamily="18" charset="-122"/>
                <a:ea typeface="Alibaba PuHuiTi Medium" pitchFamily="18" charset="-122"/>
                <a:cs typeface="Alibaba PuHuiTi Medium" pitchFamily="18" charset="-122"/>
              </a:rPr>
              <a:t>160 MW</a:t>
            </a:r>
          </a:p>
          <a:p>
            <a:pPr algn="l"/>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08" name="文本框 807">
            <a:extLst>
              <a:ext uri="{FF2B5EF4-FFF2-40B4-BE49-F238E27FC236}">
                <a16:creationId xmlns:a16="http://schemas.microsoft.com/office/drawing/2014/main" id="{8CC6B95A-5702-7140-15D7-3E24E5E58452}"/>
              </a:ext>
            </a:extLst>
          </p:cNvPr>
          <p:cNvSpPr txBox="1"/>
          <p:nvPr/>
        </p:nvSpPr>
        <p:spPr>
          <a:xfrm>
            <a:off x="9505507" y="3532905"/>
            <a:ext cx="2243470" cy="1261884"/>
          </a:xfrm>
          <a:prstGeom prst="rect">
            <a:avLst/>
          </a:prstGeom>
          <a:noFill/>
        </p:spPr>
        <p:txBody>
          <a:bodyPr wrap="square" rtlCol="0">
            <a:spAutoFit/>
          </a:bodyPr>
          <a:lstStyle>
            <a:defPPr>
              <a:defRPr lang="zh-CN"/>
            </a:defPPr>
            <a:lvl1pPr marR="0" lvl="0" indent="-166688" fontAlgn="auto">
              <a:spcBef>
                <a:spcPts val="0"/>
              </a:spcBef>
              <a:spcAft>
                <a:spcPts val="0"/>
              </a:spcAft>
              <a:buClrTx/>
              <a:buSzPct val="100000"/>
              <a:buFontTx/>
              <a:buNone/>
              <a:tabLst/>
              <a:defRPr kumimoji="0" sz="1600" u="none" strike="noStrike" kern="0" cap="none" spc="0" normalizeH="0" baseline="0">
                <a:ln>
                  <a:noFill/>
                </a:ln>
                <a:solidFill>
                  <a:schemeClr val="bg1"/>
                </a:solidFill>
                <a:effectLst/>
                <a:uLnTx/>
                <a:uFillTx/>
                <a:latin typeface="Alibaba PuHuiTi Medium" pitchFamily="18" charset="-122"/>
                <a:ea typeface="Alibaba PuHuiTi Medium" pitchFamily="18" charset="-122"/>
                <a:cs typeface="Alibaba PuHuiTi Medium" pitchFamily="18" charset="-122"/>
              </a:defRPr>
            </a:lvl1pPr>
          </a:lstStyle>
          <a:p>
            <a:r>
              <a:rPr lang="en-US" altLang="zh-CN" dirty="0"/>
              <a:t>China</a:t>
            </a:r>
          </a:p>
          <a:p>
            <a:pPr marL="4762" indent="-171450">
              <a:buFont typeface="Arial" panose="020B0604020202020204" pitchFamily="34" charset="0"/>
              <a:buChar char="•"/>
            </a:pPr>
            <a:r>
              <a:rPr lang="en-US" altLang="zh-CN" sz="1000" dirty="0"/>
              <a:t>Western curtailment will push growth </a:t>
            </a:r>
            <a:br>
              <a:rPr lang="en-US" altLang="zh-CN" sz="1000" dirty="0"/>
            </a:br>
            <a:r>
              <a:rPr lang="en-US" altLang="zh-CN" sz="1000" dirty="0"/>
              <a:t>east toward population centers</a:t>
            </a:r>
          </a:p>
          <a:p>
            <a:pPr marL="4762" indent="-171450">
              <a:buFont typeface="Arial" panose="020B0604020202020204" pitchFamily="34" charset="0"/>
              <a:buChar char="•"/>
            </a:pPr>
            <a:r>
              <a:rPr lang="en-US" altLang="zh-CN" sz="1000" dirty="0"/>
              <a:t>NEA seeking to stabilize boom-bust cycles in midst of FIT cuts and lowering of FYP target</a:t>
            </a:r>
          </a:p>
        </p:txBody>
      </p:sp>
      <p:sp>
        <p:nvSpPr>
          <p:cNvPr id="809" name="文本框 808">
            <a:extLst>
              <a:ext uri="{FF2B5EF4-FFF2-40B4-BE49-F238E27FC236}">
                <a16:creationId xmlns:a16="http://schemas.microsoft.com/office/drawing/2014/main" id="{420AAC13-A807-5EB7-DFC0-134AD75418F7}"/>
              </a:ext>
            </a:extLst>
          </p:cNvPr>
          <p:cNvSpPr txBox="1"/>
          <p:nvPr/>
        </p:nvSpPr>
        <p:spPr>
          <a:xfrm>
            <a:off x="9480376" y="5085184"/>
            <a:ext cx="2243470" cy="1384995"/>
          </a:xfrm>
          <a:prstGeom prst="rect">
            <a:avLst/>
          </a:prstGeom>
          <a:noFill/>
        </p:spPr>
        <p:txBody>
          <a:bodyPr wrap="square" rtlCol="0">
            <a:spAutoFit/>
          </a:bodyPr>
          <a:lstStyle>
            <a:defPPr>
              <a:defRPr lang="zh-CN"/>
            </a:defPPr>
            <a:lvl1pPr marR="0" lvl="0" indent="-166688" fontAlgn="auto">
              <a:spcBef>
                <a:spcPts val="0"/>
              </a:spcBef>
              <a:spcAft>
                <a:spcPts val="0"/>
              </a:spcAft>
              <a:buClrTx/>
              <a:buSzPct val="100000"/>
              <a:buFontTx/>
              <a:buNone/>
              <a:tabLst/>
              <a:defRPr kumimoji="0" sz="1600" u="none" strike="noStrike" kern="0" cap="none" spc="0" normalizeH="0" baseline="0">
                <a:ln>
                  <a:noFill/>
                </a:ln>
                <a:solidFill>
                  <a:schemeClr val="bg1"/>
                </a:solidFill>
                <a:effectLst/>
                <a:uLnTx/>
                <a:uFillTx/>
                <a:latin typeface="Alibaba PuHuiTi Medium" pitchFamily="18" charset="-122"/>
                <a:ea typeface="Alibaba PuHuiTi Medium" pitchFamily="18" charset="-122"/>
                <a:cs typeface="Alibaba PuHuiTi Medium" pitchFamily="18" charset="-122"/>
              </a:defRPr>
            </a:lvl1pPr>
          </a:lstStyle>
          <a:p>
            <a:r>
              <a:rPr lang="en-US" altLang="zh-CN" sz="1400" dirty="0"/>
              <a:t>India</a:t>
            </a:r>
          </a:p>
          <a:p>
            <a:pPr marL="4762" indent="-171450">
              <a:buFont typeface="Arial" panose="020B0604020202020204" pitchFamily="34" charset="0"/>
              <a:buChar char="•"/>
            </a:pPr>
            <a:r>
              <a:rPr lang="en-US" altLang="zh-CN" sz="1000" dirty="0"/>
              <a:t>Massive utility-scale pipeline from state-owned heavy industry companies</a:t>
            </a:r>
          </a:p>
          <a:p>
            <a:pPr marL="4762" indent="-171450">
              <a:buFont typeface="Arial" panose="020B0604020202020204" pitchFamily="34" charset="0"/>
              <a:buChar char="•"/>
            </a:pPr>
            <a:r>
              <a:rPr lang="en-US" altLang="zh-CN" sz="1000" dirty="0"/>
              <a:t>GST implementation in FY 2017 and lack of financing will squeeze margins </a:t>
            </a:r>
            <a:br>
              <a:rPr lang="en-US" altLang="zh-CN" sz="1000" dirty="0"/>
            </a:br>
            <a:r>
              <a:rPr lang="en-US" altLang="zh-CN" sz="1000" dirty="0"/>
              <a:t>on utility-scale projects</a:t>
            </a:r>
          </a:p>
        </p:txBody>
      </p:sp>
      <p:sp>
        <p:nvSpPr>
          <p:cNvPr id="811" name="文本框 810">
            <a:extLst>
              <a:ext uri="{FF2B5EF4-FFF2-40B4-BE49-F238E27FC236}">
                <a16:creationId xmlns:a16="http://schemas.microsoft.com/office/drawing/2014/main" id="{AE7B8EDF-3EA8-F8FC-5CA3-5D8F1266C242}"/>
              </a:ext>
            </a:extLst>
          </p:cNvPr>
          <p:cNvSpPr txBox="1"/>
          <p:nvPr/>
        </p:nvSpPr>
        <p:spPr>
          <a:xfrm>
            <a:off x="479376" y="1916832"/>
            <a:ext cx="2243470" cy="1446550"/>
          </a:xfrm>
          <a:prstGeom prst="rect">
            <a:avLst/>
          </a:prstGeom>
          <a:noFill/>
        </p:spPr>
        <p:txBody>
          <a:bodyPr wrap="square" rtlCol="0">
            <a:spAutoFit/>
          </a:bodyPr>
          <a:lstStyle>
            <a:defPPr>
              <a:defRPr lang="zh-CN"/>
            </a:defPPr>
            <a:lvl1pPr marR="0" lvl="0" indent="-166688" fontAlgn="auto">
              <a:spcBef>
                <a:spcPts val="0"/>
              </a:spcBef>
              <a:spcAft>
                <a:spcPts val="0"/>
              </a:spcAft>
              <a:buClrTx/>
              <a:buSzPct val="100000"/>
              <a:buFontTx/>
              <a:buNone/>
              <a:tabLst/>
              <a:defRPr kumimoji="0" sz="1600" u="none" strike="noStrike" kern="0" cap="none" spc="0" normalizeH="0" baseline="0">
                <a:ln>
                  <a:noFill/>
                </a:ln>
                <a:solidFill>
                  <a:schemeClr val="bg1"/>
                </a:solidFill>
                <a:effectLst/>
                <a:uLnTx/>
                <a:uFillTx/>
                <a:latin typeface="Alibaba PuHuiTi Medium" pitchFamily="18" charset="-122"/>
                <a:ea typeface="Alibaba PuHuiTi Medium" pitchFamily="18" charset="-122"/>
                <a:cs typeface="Alibaba PuHuiTi Medium" pitchFamily="18" charset="-122"/>
              </a:defRPr>
            </a:lvl1pPr>
          </a:lstStyle>
          <a:p>
            <a:r>
              <a:rPr lang="en-US" altLang="zh-CN" sz="1800" dirty="0"/>
              <a:t>U.S.</a:t>
            </a:r>
          </a:p>
          <a:p>
            <a:r>
              <a:rPr lang="en-US" altLang="zh-CN" sz="1000" dirty="0"/>
              <a:t>Massive utility-scale pipeline from state-owned heavy industry companies</a:t>
            </a:r>
          </a:p>
          <a:p>
            <a:pPr marL="4762" indent="-171450">
              <a:buFont typeface="Arial" panose="020B0604020202020204" pitchFamily="34" charset="0"/>
              <a:buChar char="•"/>
            </a:pPr>
            <a:r>
              <a:rPr lang="en-US" altLang="zh-CN" sz="1000" dirty="0"/>
              <a:t>GST implementation in FY 2017 and lack of financing will squeeze margins </a:t>
            </a:r>
            <a:br>
              <a:rPr lang="en-US" altLang="zh-CN" sz="1000" dirty="0"/>
            </a:br>
            <a:r>
              <a:rPr lang="en-US" altLang="zh-CN" sz="1000" dirty="0"/>
              <a:t>on utility-scale projects</a:t>
            </a:r>
          </a:p>
        </p:txBody>
      </p:sp>
      <p:sp>
        <p:nvSpPr>
          <p:cNvPr id="812" name="文本框 811">
            <a:extLst>
              <a:ext uri="{FF2B5EF4-FFF2-40B4-BE49-F238E27FC236}">
                <a16:creationId xmlns:a16="http://schemas.microsoft.com/office/drawing/2014/main" id="{4B1325FF-2D01-B295-047D-CDC39023633B}"/>
              </a:ext>
            </a:extLst>
          </p:cNvPr>
          <p:cNvSpPr txBox="1"/>
          <p:nvPr/>
        </p:nvSpPr>
        <p:spPr>
          <a:xfrm>
            <a:off x="490009" y="3458478"/>
            <a:ext cx="2243470" cy="1446550"/>
          </a:xfrm>
          <a:prstGeom prst="rect">
            <a:avLst/>
          </a:prstGeom>
          <a:noFill/>
        </p:spPr>
        <p:txBody>
          <a:bodyPr wrap="square" rtlCol="0">
            <a:spAutoFit/>
          </a:bodyPr>
          <a:lstStyle>
            <a:defPPr>
              <a:defRPr lang="zh-CN"/>
            </a:defPPr>
            <a:lvl1pPr marR="0" lvl="0" indent="-166688" fontAlgn="auto">
              <a:spcBef>
                <a:spcPts val="0"/>
              </a:spcBef>
              <a:spcAft>
                <a:spcPts val="0"/>
              </a:spcAft>
              <a:buClrTx/>
              <a:buSzPct val="100000"/>
              <a:buFontTx/>
              <a:buNone/>
              <a:tabLst/>
              <a:defRPr kumimoji="0" sz="1600" u="none" strike="noStrike" kern="0" cap="none" spc="0" normalizeH="0" baseline="0">
                <a:ln>
                  <a:noFill/>
                </a:ln>
                <a:solidFill>
                  <a:schemeClr val="bg1"/>
                </a:solidFill>
                <a:effectLst/>
                <a:uLnTx/>
                <a:uFillTx/>
                <a:latin typeface="Alibaba PuHuiTi Medium" pitchFamily="18" charset="-122"/>
                <a:ea typeface="Alibaba PuHuiTi Medium" pitchFamily="18" charset="-122"/>
                <a:cs typeface="Alibaba PuHuiTi Medium" pitchFamily="18" charset="-122"/>
              </a:defRPr>
            </a:lvl1pPr>
          </a:lstStyle>
          <a:p>
            <a:r>
              <a:rPr lang="en-US" altLang="zh-CN" sz="1800" dirty="0"/>
              <a:t>Brazil</a:t>
            </a:r>
          </a:p>
          <a:p>
            <a:r>
              <a:rPr lang="en-US" altLang="zh-CN" sz="1000" dirty="0"/>
              <a:t>Massive utility-scale pipeline from state-owned heavy industry companies</a:t>
            </a:r>
          </a:p>
          <a:p>
            <a:pPr marL="4762" indent="-171450">
              <a:buFont typeface="Arial" panose="020B0604020202020204" pitchFamily="34" charset="0"/>
              <a:buChar char="•"/>
            </a:pPr>
            <a:r>
              <a:rPr lang="en-US" altLang="zh-CN" sz="1000" dirty="0"/>
              <a:t>GST implementation in FY 2017 and lack of financing will squeeze margins </a:t>
            </a:r>
            <a:br>
              <a:rPr lang="en-US" altLang="zh-CN" sz="1000" dirty="0"/>
            </a:br>
            <a:r>
              <a:rPr lang="en-US" altLang="zh-CN" sz="1000" dirty="0"/>
              <a:t>on utility-scale projects</a:t>
            </a:r>
          </a:p>
        </p:txBody>
      </p:sp>
      <p:sp>
        <p:nvSpPr>
          <p:cNvPr id="813" name="文本框 812">
            <a:extLst>
              <a:ext uri="{FF2B5EF4-FFF2-40B4-BE49-F238E27FC236}">
                <a16:creationId xmlns:a16="http://schemas.microsoft.com/office/drawing/2014/main" id="{57D37B63-A485-09E4-1881-129E1DC4240C}"/>
              </a:ext>
            </a:extLst>
          </p:cNvPr>
          <p:cNvSpPr txBox="1"/>
          <p:nvPr/>
        </p:nvSpPr>
        <p:spPr>
          <a:xfrm>
            <a:off x="490009" y="5013176"/>
            <a:ext cx="2243470" cy="1446550"/>
          </a:xfrm>
          <a:prstGeom prst="rect">
            <a:avLst/>
          </a:prstGeom>
          <a:noFill/>
        </p:spPr>
        <p:txBody>
          <a:bodyPr wrap="square" rtlCol="0">
            <a:spAutoFit/>
          </a:bodyPr>
          <a:lstStyle>
            <a:defPPr>
              <a:defRPr lang="zh-CN"/>
            </a:defPPr>
            <a:lvl1pPr marR="0" lvl="0" indent="-166688" fontAlgn="auto">
              <a:spcBef>
                <a:spcPts val="0"/>
              </a:spcBef>
              <a:spcAft>
                <a:spcPts val="0"/>
              </a:spcAft>
              <a:buClrTx/>
              <a:buSzPct val="100000"/>
              <a:buFontTx/>
              <a:buNone/>
              <a:tabLst/>
              <a:defRPr kumimoji="0" sz="1600" u="none" strike="noStrike" kern="0" cap="none" spc="0" normalizeH="0" baseline="0">
                <a:ln>
                  <a:noFill/>
                </a:ln>
                <a:solidFill>
                  <a:schemeClr val="bg1"/>
                </a:solidFill>
                <a:effectLst/>
                <a:uLnTx/>
                <a:uFillTx/>
                <a:latin typeface="Alibaba PuHuiTi Medium" pitchFamily="18" charset="-122"/>
                <a:ea typeface="Alibaba PuHuiTi Medium" pitchFamily="18" charset="-122"/>
                <a:cs typeface="Alibaba PuHuiTi Medium" pitchFamily="18" charset="-122"/>
              </a:defRPr>
            </a:lvl1pPr>
          </a:lstStyle>
          <a:p>
            <a:r>
              <a:rPr lang="en-US" altLang="zh-CN" sz="1800" dirty="0"/>
              <a:t>Chile</a:t>
            </a:r>
          </a:p>
          <a:p>
            <a:r>
              <a:rPr lang="en-US" altLang="zh-CN" sz="1000" dirty="0"/>
              <a:t>Massive utility-scale pipeline from state-owned heavy industry companies</a:t>
            </a:r>
          </a:p>
          <a:p>
            <a:pPr marL="4762" indent="-171450">
              <a:buFont typeface="Arial" panose="020B0604020202020204" pitchFamily="34" charset="0"/>
              <a:buChar char="•"/>
            </a:pPr>
            <a:r>
              <a:rPr lang="en-US" altLang="zh-CN" sz="1000" dirty="0"/>
              <a:t>GST implementation in FY 2017 and lack of financing will squeeze margins </a:t>
            </a:r>
            <a:br>
              <a:rPr lang="en-US" altLang="zh-CN" sz="1000" dirty="0"/>
            </a:br>
            <a:r>
              <a:rPr lang="en-US" altLang="zh-CN" sz="1000" dirty="0"/>
              <a:t>on utility-scale projects</a:t>
            </a:r>
          </a:p>
        </p:txBody>
      </p:sp>
      <p:sp>
        <p:nvSpPr>
          <p:cNvPr id="814" name="文本框 813">
            <a:extLst>
              <a:ext uri="{FF2B5EF4-FFF2-40B4-BE49-F238E27FC236}">
                <a16:creationId xmlns:a16="http://schemas.microsoft.com/office/drawing/2014/main" id="{7B19C4D2-6910-D5E4-1B17-4E122B0D373F}"/>
              </a:ext>
            </a:extLst>
          </p:cNvPr>
          <p:cNvSpPr txBox="1"/>
          <p:nvPr/>
        </p:nvSpPr>
        <p:spPr>
          <a:xfrm>
            <a:off x="259499" y="917529"/>
            <a:ext cx="4940968" cy="830997"/>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Correlation between </a:t>
            </a:r>
          </a:p>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815" name="文本框 814">
            <a:extLst>
              <a:ext uri="{FF2B5EF4-FFF2-40B4-BE49-F238E27FC236}">
                <a16:creationId xmlns:a16="http://schemas.microsoft.com/office/drawing/2014/main" id="{1A6C1ED4-4794-71F2-EE06-7F4917F4653A}"/>
              </a:ext>
            </a:extLst>
          </p:cNvPr>
          <p:cNvSpPr txBox="1"/>
          <p:nvPr/>
        </p:nvSpPr>
        <p:spPr>
          <a:xfrm>
            <a:off x="4570032" y="1298352"/>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212121"/>
                </a:solidFill>
              </a:rPr>
              <a:t>Top 10 projects by the number of</a:t>
            </a:r>
          </a:p>
        </p:txBody>
      </p:sp>
      <p:sp>
        <p:nvSpPr>
          <p:cNvPr id="816" name="文本框 815">
            <a:extLst>
              <a:ext uri="{FF2B5EF4-FFF2-40B4-BE49-F238E27FC236}">
                <a16:creationId xmlns:a16="http://schemas.microsoft.com/office/drawing/2014/main" id="{C979483E-145E-A610-890E-E29F66B6F30D}"/>
              </a:ext>
            </a:extLst>
          </p:cNvPr>
          <p:cNvSpPr txBox="1"/>
          <p:nvPr/>
        </p:nvSpPr>
        <p:spPr>
          <a:xfrm>
            <a:off x="9896860" y="1090427"/>
            <a:ext cx="18385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dirty="0">
                <a:solidFill>
                  <a:srgbClr val="212121"/>
                </a:solidFill>
              </a:rPr>
              <a:t>YOUNAOZI</a:t>
            </a:r>
            <a:endParaRPr lang="zh-CN" altLang="en-US" dirty="0">
              <a:solidFill>
                <a:srgbClr val="212121"/>
              </a:solidFill>
            </a:endParaRPr>
          </a:p>
        </p:txBody>
      </p:sp>
      <p:sp>
        <p:nvSpPr>
          <p:cNvPr id="817" name="文本框 816">
            <a:extLst>
              <a:ext uri="{FF2B5EF4-FFF2-40B4-BE49-F238E27FC236}">
                <a16:creationId xmlns:a16="http://schemas.microsoft.com/office/drawing/2014/main" id="{C50229C7-F0D0-EDC5-11E2-56F873DCCF16}"/>
              </a:ext>
            </a:extLst>
          </p:cNvPr>
          <p:cNvSpPr txBox="1"/>
          <p:nvPr/>
        </p:nvSpPr>
        <p:spPr>
          <a:xfrm>
            <a:off x="3355239" y="957323"/>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212121"/>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212121"/>
              </a:solidFill>
            </a:endParaRPr>
          </a:p>
        </p:txBody>
      </p:sp>
      <p:sp>
        <p:nvSpPr>
          <p:cNvPr id="818" name="圆角矩形 817">
            <a:extLst>
              <a:ext uri="{FF2B5EF4-FFF2-40B4-BE49-F238E27FC236}">
                <a16:creationId xmlns:a16="http://schemas.microsoft.com/office/drawing/2014/main" id="{DD02CBED-EFAE-812A-15B8-A968D60406BA}"/>
              </a:ext>
            </a:extLst>
          </p:cNvPr>
          <p:cNvSpPr/>
          <p:nvPr/>
        </p:nvSpPr>
        <p:spPr>
          <a:xfrm>
            <a:off x="9737231" y="993946"/>
            <a:ext cx="2076881" cy="623002"/>
          </a:xfrm>
          <a:prstGeom prst="roundRect">
            <a:avLst/>
          </a:prstGeom>
          <a:noFill/>
          <a:ln w="44450">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 name="矩形 1">
            <a:extLst>
              <a:ext uri="{FF2B5EF4-FFF2-40B4-BE49-F238E27FC236}">
                <a16:creationId xmlns:a16="http://schemas.microsoft.com/office/drawing/2014/main" id="{B9DC744D-AEAF-6A3C-1F9D-558E99585F56}"/>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DCD5F7B3-6B26-57F2-1FE4-0BCF530CB4DB}"/>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FA545377-23F1-ED33-CA26-C19BABB7C997}"/>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5" name="直线连接符 14">
            <a:extLst>
              <a:ext uri="{FF2B5EF4-FFF2-40B4-BE49-F238E27FC236}">
                <a16:creationId xmlns:a16="http://schemas.microsoft.com/office/drawing/2014/main" id="{34B82A89-3D5B-40F2-E453-AAAE9C0E418D}"/>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id="{045494E6-08DC-BC79-9E0B-CB95321036F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D952306E-D3AA-D028-6091-3E24B2CB7679}"/>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8" name="组合 17">
            <a:extLst>
              <a:ext uri="{FF2B5EF4-FFF2-40B4-BE49-F238E27FC236}">
                <a16:creationId xmlns:a16="http://schemas.microsoft.com/office/drawing/2014/main" id="{DCB1BD0D-45DC-F7A2-7DF8-2F0E0E6FA1BD}"/>
              </a:ext>
            </a:extLst>
          </p:cNvPr>
          <p:cNvGrpSpPr/>
          <p:nvPr/>
        </p:nvGrpSpPr>
        <p:grpSpPr>
          <a:xfrm>
            <a:off x="2259126" y="287981"/>
            <a:ext cx="356205" cy="355288"/>
            <a:chOff x="2323294" y="287981"/>
            <a:chExt cx="356205" cy="355288"/>
          </a:xfrm>
        </p:grpSpPr>
        <p:sp>
          <p:nvSpPr>
            <p:cNvPr id="19" name="Google Shape;7166;p80">
              <a:extLst>
                <a:ext uri="{FF2B5EF4-FFF2-40B4-BE49-F238E27FC236}">
                  <a16:creationId xmlns:a16="http://schemas.microsoft.com/office/drawing/2014/main" id="{AA52C66A-ADD8-3D52-FAA2-38298B4048B0}"/>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167;p80">
              <a:extLst>
                <a:ext uri="{FF2B5EF4-FFF2-40B4-BE49-F238E27FC236}">
                  <a16:creationId xmlns:a16="http://schemas.microsoft.com/office/drawing/2014/main" id="{2EE86265-022E-6A4F-08ED-A27DC1A1831A}"/>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8;p80">
              <a:extLst>
                <a:ext uri="{FF2B5EF4-FFF2-40B4-BE49-F238E27FC236}">
                  <a16:creationId xmlns:a16="http://schemas.microsoft.com/office/drawing/2014/main" id="{E2C1EBF4-C392-758C-DB1E-AD7FECDE9C0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9;p80">
              <a:extLst>
                <a:ext uri="{FF2B5EF4-FFF2-40B4-BE49-F238E27FC236}">
                  <a16:creationId xmlns:a16="http://schemas.microsoft.com/office/drawing/2014/main" id="{494F2C62-F9B8-EA9C-CB3B-DD376E75076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60312033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1D2E1C21-BD5B-1B46-BCE7-E3C1EF17D689}"/>
              </a:ext>
            </a:extLst>
          </p:cNvPr>
          <p:cNvSpPr/>
          <p:nvPr/>
        </p:nvSpPr>
        <p:spPr>
          <a:xfrm>
            <a:off x="371475" y="1554692"/>
            <a:ext cx="1671638" cy="600075"/>
          </a:xfrm>
          <a:prstGeom prst="rect">
            <a:avLst/>
          </a:prstGeom>
          <a:solidFill>
            <a:srgbClr val="BB302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871D9992-E60F-7D96-414A-E452A11F1A95}"/>
              </a:ext>
            </a:extLst>
          </p:cNvPr>
          <p:cNvSpPr/>
          <p:nvPr/>
        </p:nvSpPr>
        <p:spPr>
          <a:xfrm>
            <a:off x="371475" y="2242799"/>
            <a:ext cx="1671638" cy="600075"/>
          </a:xfrm>
          <a:prstGeom prst="rect">
            <a:avLst/>
          </a:prstGeom>
          <a:solidFill>
            <a:srgbClr val="BB302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 name="矩形 14">
            <a:extLst>
              <a:ext uri="{FF2B5EF4-FFF2-40B4-BE49-F238E27FC236}">
                <a16:creationId xmlns:a16="http://schemas.microsoft.com/office/drawing/2014/main" id="{B5F54D08-7233-4666-4BB4-11CBD02E048C}"/>
              </a:ext>
            </a:extLst>
          </p:cNvPr>
          <p:cNvSpPr/>
          <p:nvPr/>
        </p:nvSpPr>
        <p:spPr>
          <a:xfrm>
            <a:off x="2557462" y="1583267"/>
            <a:ext cx="1114425" cy="1259607"/>
          </a:xfrm>
          <a:prstGeom prst="rect">
            <a:avLst/>
          </a:prstGeom>
          <a:solidFill>
            <a:srgbClr val="BB302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6" name="矩形 15">
            <a:extLst>
              <a:ext uri="{FF2B5EF4-FFF2-40B4-BE49-F238E27FC236}">
                <a16:creationId xmlns:a16="http://schemas.microsoft.com/office/drawing/2014/main" id="{AA3A6EF9-FABE-4B6D-C4CD-D413C4F03295}"/>
              </a:ext>
            </a:extLst>
          </p:cNvPr>
          <p:cNvSpPr/>
          <p:nvPr/>
        </p:nvSpPr>
        <p:spPr>
          <a:xfrm>
            <a:off x="4171950" y="1583267"/>
            <a:ext cx="1143000" cy="1259607"/>
          </a:xfrm>
          <a:prstGeom prst="rect">
            <a:avLst/>
          </a:prstGeom>
          <a:solidFill>
            <a:srgbClr val="BB302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7" name="矩形 16">
            <a:extLst>
              <a:ext uri="{FF2B5EF4-FFF2-40B4-BE49-F238E27FC236}">
                <a16:creationId xmlns:a16="http://schemas.microsoft.com/office/drawing/2014/main" id="{5EA58D9F-A906-C8D2-66DB-8FA497EFD2C0}"/>
              </a:ext>
            </a:extLst>
          </p:cNvPr>
          <p:cNvSpPr/>
          <p:nvPr/>
        </p:nvSpPr>
        <p:spPr>
          <a:xfrm>
            <a:off x="6816079" y="1583267"/>
            <a:ext cx="2142183" cy="1259607"/>
          </a:xfrm>
          <a:prstGeom prst="rect">
            <a:avLst/>
          </a:prstGeom>
          <a:solidFill>
            <a:srgbClr val="BB302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D9CD1064-3E91-B193-157A-9717397A313A}"/>
              </a:ext>
            </a:extLst>
          </p:cNvPr>
          <p:cNvSpPr/>
          <p:nvPr/>
        </p:nvSpPr>
        <p:spPr>
          <a:xfrm>
            <a:off x="9744074" y="1583267"/>
            <a:ext cx="2157413" cy="1259607"/>
          </a:xfrm>
          <a:prstGeom prst="rect">
            <a:avLst/>
          </a:prstGeom>
          <a:solidFill>
            <a:srgbClr val="BB3023"/>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0" name="梯形 19">
            <a:extLst>
              <a:ext uri="{FF2B5EF4-FFF2-40B4-BE49-F238E27FC236}">
                <a16:creationId xmlns:a16="http://schemas.microsoft.com/office/drawing/2014/main" id="{1B3EC916-44D1-4098-268D-1A1CBBDEC6D8}"/>
              </a:ext>
            </a:extLst>
          </p:cNvPr>
          <p:cNvSpPr/>
          <p:nvPr/>
        </p:nvSpPr>
        <p:spPr>
          <a:xfrm rot="5400000">
            <a:off x="4900613" y="2040467"/>
            <a:ext cx="1271588" cy="328612"/>
          </a:xfrm>
          <a:prstGeom prst="trapezoid">
            <a:avLst>
              <a:gd name="adj" fmla="val 92032"/>
            </a:avLst>
          </a:prstGeom>
          <a:gradFill>
            <a:gsLst>
              <a:gs pos="98000">
                <a:srgbClr val="FF0000">
                  <a:alpha val="0"/>
                </a:srgbClr>
              </a:gs>
              <a:gs pos="0">
                <a:srgbClr val="FF0000"/>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梯形 22">
            <a:extLst>
              <a:ext uri="{FF2B5EF4-FFF2-40B4-BE49-F238E27FC236}">
                <a16:creationId xmlns:a16="http://schemas.microsoft.com/office/drawing/2014/main" id="{CF8998CE-B93F-F72D-0487-025E426B757E}"/>
              </a:ext>
            </a:extLst>
          </p:cNvPr>
          <p:cNvSpPr/>
          <p:nvPr/>
        </p:nvSpPr>
        <p:spPr>
          <a:xfrm rot="16200000">
            <a:off x="5948933" y="2049421"/>
            <a:ext cx="1271588" cy="310704"/>
          </a:xfrm>
          <a:prstGeom prst="trapezoid">
            <a:avLst>
              <a:gd name="adj" fmla="val 104840"/>
            </a:avLst>
          </a:prstGeom>
          <a:gradFill>
            <a:gsLst>
              <a:gs pos="98000">
                <a:srgbClr val="FF0000">
                  <a:alpha val="0"/>
                </a:srgbClr>
              </a:gs>
              <a:gs pos="0">
                <a:srgbClr val="FF0000"/>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33" name="Google Shape;6075;p78">
            <a:extLst>
              <a:ext uri="{FF2B5EF4-FFF2-40B4-BE49-F238E27FC236}">
                <a16:creationId xmlns:a16="http://schemas.microsoft.com/office/drawing/2014/main" id="{1CC30A44-7A59-49DA-D428-DBA40A05A4AD}"/>
              </a:ext>
            </a:extLst>
          </p:cNvPr>
          <p:cNvGrpSpPr/>
          <p:nvPr/>
        </p:nvGrpSpPr>
        <p:grpSpPr>
          <a:xfrm rot="18945360">
            <a:off x="5685279" y="1826153"/>
            <a:ext cx="718537" cy="713500"/>
            <a:chOff x="-64781025" y="3361050"/>
            <a:chExt cx="317425" cy="315200"/>
          </a:xfrm>
          <a:solidFill>
            <a:srgbClr val="BB3023"/>
          </a:solidFill>
        </p:grpSpPr>
        <p:sp>
          <p:nvSpPr>
            <p:cNvPr id="34" name="Google Shape;6076;p78">
              <a:extLst>
                <a:ext uri="{FF2B5EF4-FFF2-40B4-BE49-F238E27FC236}">
                  <a16:creationId xmlns:a16="http://schemas.microsoft.com/office/drawing/2014/main" id="{F1A178B4-4872-A8BC-C6FE-20ADD5F9586C}"/>
                </a:ext>
              </a:extLst>
            </p:cNvPr>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grpFill/>
            <a:ln>
              <a:noFill/>
            </a:ln>
          </p:spPr>
          <p:txBody>
            <a:bodyPr spcFirstLastPara="1" wrap="square" lIns="121900" tIns="121900" rIns="121900" bIns="121900" anchor="ctr" anchorCtr="0">
              <a:noAutofit/>
            </a:bodyPr>
            <a:lstStyle/>
            <a:p>
              <a:endParaRPr sz="2400"/>
            </a:p>
          </p:txBody>
        </p:sp>
        <p:sp>
          <p:nvSpPr>
            <p:cNvPr id="35" name="Google Shape;6077;p78">
              <a:extLst>
                <a:ext uri="{FF2B5EF4-FFF2-40B4-BE49-F238E27FC236}">
                  <a16:creationId xmlns:a16="http://schemas.microsoft.com/office/drawing/2014/main" id="{8B8A2866-5CB9-6984-8315-4CB369FA1EE2}"/>
                </a:ext>
              </a:extLst>
            </p:cNvPr>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grpFill/>
            <a:ln>
              <a:noFill/>
            </a:ln>
          </p:spPr>
          <p:txBody>
            <a:bodyPr spcFirstLastPara="1" wrap="square" lIns="121900" tIns="121900" rIns="121900" bIns="121900" anchor="ctr" anchorCtr="0">
              <a:noAutofit/>
            </a:bodyPr>
            <a:lstStyle/>
            <a:p>
              <a:endParaRPr sz="2400"/>
            </a:p>
          </p:txBody>
        </p:sp>
        <p:sp>
          <p:nvSpPr>
            <p:cNvPr id="36" name="Google Shape;6078;p78">
              <a:extLst>
                <a:ext uri="{FF2B5EF4-FFF2-40B4-BE49-F238E27FC236}">
                  <a16:creationId xmlns:a16="http://schemas.microsoft.com/office/drawing/2014/main" id="{4EC95793-32BA-3ECA-8FAD-1AFD29F22D24}"/>
                </a:ext>
              </a:extLst>
            </p:cNvPr>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grpFill/>
            <a:ln>
              <a:noFill/>
            </a:ln>
          </p:spPr>
          <p:txBody>
            <a:bodyPr spcFirstLastPara="1" wrap="square" lIns="121900" tIns="121900" rIns="121900" bIns="121900" anchor="ctr" anchorCtr="0">
              <a:noAutofit/>
            </a:bodyPr>
            <a:lstStyle/>
            <a:p>
              <a:endParaRPr sz="2400"/>
            </a:p>
          </p:txBody>
        </p:sp>
        <p:sp>
          <p:nvSpPr>
            <p:cNvPr id="37" name="Google Shape;6079;p78">
              <a:extLst>
                <a:ext uri="{FF2B5EF4-FFF2-40B4-BE49-F238E27FC236}">
                  <a16:creationId xmlns:a16="http://schemas.microsoft.com/office/drawing/2014/main" id="{A18B292B-6628-8370-01CC-B8EAE1C02AB5}"/>
                </a:ext>
              </a:extLst>
            </p:cNvPr>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38" name="文本框 37">
            <a:extLst>
              <a:ext uri="{FF2B5EF4-FFF2-40B4-BE49-F238E27FC236}">
                <a16:creationId xmlns:a16="http://schemas.microsoft.com/office/drawing/2014/main" id="{0738FDCF-4C08-6F9D-8AD9-42971EC174CE}"/>
              </a:ext>
            </a:extLst>
          </p:cNvPr>
          <p:cNvSpPr txBox="1"/>
          <p:nvPr/>
        </p:nvSpPr>
        <p:spPr>
          <a:xfrm>
            <a:off x="2072747" y="1806046"/>
            <a:ext cx="522900" cy="769441"/>
          </a:xfrm>
          <a:prstGeom prst="rect">
            <a:avLst/>
          </a:prstGeom>
          <a:noFill/>
        </p:spPr>
        <p:txBody>
          <a:bodyPr wrap="none" rtlCol="0">
            <a:spAutoFit/>
          </a:bodyPr>
          <a:lstStyle/>
          <a:p>
            <a:pPr algn="l"/>
            <a:r>
              <a:rPr kumimoji="1" lang="en-US" altLang="zh-CN" sz="44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44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39" name="文本框 38">
            <a:extLst>
              <a:ext uri="{FF2B5EF4-FFF2-40B4-BE49-F238E27FC236}">
                <a16:creationId xmlns:a16="http://schemas.microsoft.com/office/drawing/2014/main" id="{89A20D1C-33BD-9708-4E25-498E5E6324F2}"/>
              </a:ext>
            </a:extLst>
          </p:cNvPr>
          <p:cNvSpPr txBox="1"/>
          <p:nvPr/>
        </p:nvSpPr>
        <p:spPr>
          <a:xfrm>
            <a:off x="3675733" y="1806046"/>
            <a:ext cx="522900" cy="769441"/>
          </a:xfrm>
          <a:prstGeom prst="rect">
            <a:avLst/>
          </a:prstGeom>
          <a:noFill/>
        </p:spPr>
        <p:txBody>
          <a:bodyPr wrap="none" rtlCol="0">
            <a:spAutoFit/>
          </a:bodyPr>
          <a:lstStyle/>
          <a:p>
            <a:pPr algn="l"/>
            <a:r>
              <a:rPr kumimoji="1" lang="en-US" altLang="zh-CN" sz="44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44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42" name="上下箭头 41">
            <a:extLst>
              <a:ext uri="{FF2B5EF4-FFF2-40B4-BE49-F238E27FC236}">
                <a16:creationId xmlns:a16="http://schemas.microsoft.com/office/drawing/2014/main" id="{E9EB0D13-5977-6B34-C96C-09B0E884DD02}"/>
              </a:ext>
            </a:extLst>
          </p:cNvPr>
          <p:cNvSpPr/>
          <p:nvPr/>
        </p:nvSpPr>
        <p:spPr>
          <a:xfrm rot="5400000">
            <a:off x="9201149" y="1869019"/>
            <a:ext cx="285750" cy="717071"/>
          </a:xfrm>
          <a:prstGeom prst="upDown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BB3023"/>
              </a:solidFill>
            </a:endParaRPr>
          </a:p>
        </p:txBody>
      </p:sp>
      <p:grpSp>
        <p:nvGrpSpPr>
          <p:cNvPr id="43" name="Google Shape;6256;p78">
            <a:extLst>
              <a:ext uri="{FF2B5EF4-FFF2-40B4-BE49-F238E27FC236}">
                <a16:creationId xmlns:a16="http://schemas.microsoft.com/office/drawing/2014/main" id="{5302719E-2E56-6253-C0B3-7FD1A350D3F4}"/>
              </a:ext>
            </a:extLst>
          </p:cNvPr>
          <p:cNvGrpSpPr/>
          <p:nvPr/>
        </p:nvGrpSpPr>
        <p:grpSpPr>
          <a:xfrm>
            <a:off x="4511825" y="1654706"/>
            <a:ext cx="531663" cy="465540"/>
            <a:chOff x="2404875" y="3592725"/>
            <a:chExt cx="298525" cy="293825"/>
          </a:xfrm>
          <a:solidFill>
            <a:schemeClr val="bg1"/>
          </a:solidFill>
        </p:grpSpPr>
        <p:sp>
          <p:nvSpPr>
            <p:cNvPr id="44" name="Google Shape;6257;p78">
              <a:extLst>
                <a:ext uri="{FF2B5EF4-FFF2-40B4-BE49-F238E27FC236}">
                  <a16:creationId xmlns:a16="http://schemas.microsoft.com/office/drawing/2014/main" id="{0D762F1E-DFF3-F91C-5486-59E4EDC08AA7}"/>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p>
          </p:txBody>
        </p:sp>
        <p:sp>
          <p:nvSpPr>
            <p:cNvPr id="45" name="Google Shape;6258;p78">
              <a:extLst>
                <a:ext uri="{FF2B5EF4-FFF2-40B4-BE49-F238E27FC236}">
                  <a16:creationId xmlns:a16="http://schemas.microsoft.com/office/drawing/2014/main" id="{76011EED-8B58-15FF-DBD5-1BE98239CDD4}"/>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p>
          </p:txBody>
        </p:sp>
        <p:sp>
          <p:nvSpPr>
            <p:cNvPr id="46" name="Google Shape;6259;p78">
              <a:extLst>
                <a:ext uri="{FF2B5EF4-FFF2-40B4-BE49-F238E27FC236}">
                  <a16:creationId xmlns:a16="http://schemas.microsoft.com/office/drawing/2014/main" id="{6518763B-0A8A-3524-32EC-CE2D964046C9}"/>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47" name="文本框 46">
            <a:extLst>
              <a:ext uri="{FF2B5EF4-FFF2-40B4-BE49-F238E27FC236}">
                <a16:creationId xmlns:a16="http://schemas.microsoft.com/office/drawing/2014/main" id="{E253B970-44CA-8819-98E8-B55CE9495836}"/>
              </a:ext>
            </a:extLst>
          </p:cNvPr>
          <p:cNvSpPr txBox="1"/>
          <p:nvPr/>
        </p:nvSpPr>
        <p:spPr>
          <a:xfrm>
            <a:off x="4246125" y="2134190"/>
            <a:ext cx="1068826" cy="707886"/>
          </a:xfrm>
          <a:prstGeom prst="rect">
            <a:avLst/>
          </a:prstGeom>
          <a:noFill/>
        </p:spPr>
        <p:txBody>
          <a:bodyPr wrap="square" rtlCol="0">
            <a:spAutoFit/>
          </a:bodyPr>
          <a:lstStyle/>
          <a:p>
            <a:pPr algn="ctr"/>
            <a:r>
              <a:rPr kumimoji="1" lang="en" altLang="zh-CN" sz="10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2391914B-A217-D1D6-8ABB-DABCED4219EF}"/>
              </a:ext>
            </a:extLst>
          </p:cNvPr>
          <p:cNvSpPr txBox="1"/>
          <p:nvPr/>
        </p:nvSpPr>
        <p:spPr>
          <a:xfrm>
            <a:off x="2639616" y="2134190"/>
            <a:ext cx="1068826" cy="707886"/>
          </a:xfrm>
          <a:prstGeom prst="rect">
            <a:avLst/>
          </a:prstGeom>
          <a:noFill/>
        </p:spPr>
        <p:txBody>
          <a:bodyPr wrap="square" rtlCol="0">
            <a:spAutoFit/>
          </a:bodyPr>
          <a:lstStyle/>
          <a:p>
            <a:pPr algn="ctr"/>
            <a:r>
              <a:rPr kumimoji="1" lang="en" altLang="zh-CN" sz="10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9" name="Google Shape;6031;p78">
            <a:extLst>
              <a:ext uri="{FF2B5EF4-FFF2-40B4-BE49-F238E27FC236}">
                <a16:creationId xmlns:a16="http://schemas.microsoft.com/office/drawing/2014/main" id="{FDB02BC0-977F-48B1-90FE-1EC027D50F50}"/>
              </a:ext>
            </a:extLst>
          </p:cNvPr>
          <p:cNvSpPr/>
          <p:nvPr/>
        </p:nvSpPr>
        <p:spPr>
          <a:xfrm>
            <a:off x="471186" y="1693598"/>
            <a:ext cx="357489" cy="356616"/>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50" name="文本框 49">
            <a:extLst>
              <a:ext uri="{FF2B5EF4-FFF2-40B4-BE49-F238E27FC236}">
                <a16:creationId xmlns:a16="http://schemas.microsoft.com/office/drawing/2014/main" id="{830C2A8A-E496-6560-0A98-EC8CE3B4BB5B}"/>
              </a:ext>
            </a:extLst>
          </p:cNvPr>
          <p:cNvSpPr txBox="1"/>
          <p:nvPr/>
        </p:nvSpPr>
        <p:spPr>
          <a:xfrm>
            <a:off x="868561" y="1651307"/>
            <a:ext cx="1231701" cy="46166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E2969576-DC4F-29EC-9A90-A834907B86B8}"/>
              </a:ext>
            </a:extLst>
          </p:cNvPr>
          <p:cNvSpPr txBox="1"/>
          <p:nvPr/>
        </p:nvSpPr>
        <p:spPr>
          <a:xfrm>
            <a:off x="868561" y="2313667"/>
            <a:ext cx="1231701" cy="461665"/>
          </a:xfrm>
          <a:prstGeom prst="rect">
            <a:avLst/>
          </a:prstGeom>
          <a:noFill/>
        </p:spPr>
        <p:txBody>
          <a:bodyPr wrap="square" rtlCol="0">
            <a:spAutoFit/>
          </a:bodyPr>
          <a:lstStyle/>
          <a:p>
            <a:r>
              <a:rPr kumimoji="1" lang="en" altLang="zh-CN" sz="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2" name="Google Shape;6219;p78">
            <a:extLst>
              <a:ext uri="{FF2B5EF4-FFF2-40B4-BE49-F238E27FC236}">
                <a16:creationId xmlns:a16="http://schemas.microsoft.com/office/drawing/2014/main" id="{59FFC41B-5BC4-2D0D-A047-494E91A551A7}"/>
              </a:ext>
            </a:extLst>
          </p:cNvPr>
          <p:cNvSpPr/>
          <p:nvPr/>
        </p:nvSpPr>
        <p:spPr>
          <a:xfrm>
            <a:off x="2902602" y="1641400"/>
            <a:ext cx="488485" cy="463417"/>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grpSp>
        <p:nvGrpSpPr>
          <p:cNvPr id="54" name="Google Shape;6215;p78">
            <a:extLst>
              <a:ext uri="{FF2B5EF4-FFF2-40B4-BE49-F238E27FC236}">
                <a16:creationId xmlns:a16="http://schemas.microsoft.com/office/drawing/2014/main" id="{A9B1E84D-D9ED-22E4-3DC5-0FB8BCB09425}"/>
              </a:ext>
            </a:extLst>
          </p:cNvPr>
          <p:cNvGrpSpPr/>
          <p:nvPr/>
        </p:nvGrpSpPr>
        <p:grpSpPr>
          <a:xfrm>
            <a:off x="453375" y="2311930"/>
            <a:ext cx="448325" cy="449458"/>
            <a:chOff x="-61783350" y="3743950"/>
            <a:chExt cx="316650" cy="317450"/>
          </a:xfrm>
          <a:solidFill>
            <a:schemeClr val="bg1"/>
          </a:solidFill>
        </p:grpSpPr>
        <p:sp>
          <p:nvSpPr>
            <p:cNvPr id="55" name="Google Shape;6216;p78">
              <a:extLst>
                <a:ext uri="{FF2B5EF4-FFF2-40B4-BE49-F238E27FC236}">
                  <a16:creationId xmlns:a16="http://schemas.microsoft.com/office/drawing/2014/main" id="{FBEC42C7-811F-665C-ADD6-7C8B8A6188F0}"/>
                </a:ext>
              </a:extLst>
            </p:cNvPr>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121900" tIns="121900" rIns="121900" bIns="121900" anchor="ctr" anchorCtr="0">
              <a:noAutofit/>
            </a:bodyPr>
            <a:lstStyle/>
            <a:p>
              <a:endParaRPr sz="2400"/>
            </a:p>
          </p:txBody>
        </p:sp>
        <p:sp>
          <p:nvSpPr>
            <p:cNvPr id="56" name="Google Shape;6217;p78">
              <a:extLst>
                <a:ext uri="{FF2B5EF4-FFF2-40B4-BE49-F238E27FC236}">
                  <a16:creationId xmlns:a16="http://schemas.microsoft.com/office/drawing/2014/main" id="{90D15903-94B5-A697-6B89-34D077C5449E}"/>
                </a:ext>
              </a:extLst>
            </p:cNvPr>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57" name="Google Shape;6421;p78">
            <a:extLst>
              <a:ext uri="{FF2B5EF4-FFF2-40B4-BE49-F238E27FC236}">
                <a16:creationId xmlns:a16="http://schemas.microsoft.com/office/drawing/2014/main" id="{03A10757-45AA-3CEF-A66B-01596F1DC59E}"/>
              </a:ext>
            </a:extLst>
          </p:cNvPr>
          <p:cNvGrpSpPr/>
          <p:nvPr/>
        </p:nvGrpSpPr>
        <p:grpSpPr>
          <a:xfrm>
            <a:off x="8003604" y="1838078"/>
            <a:ext cx="759602" cy="759602"/>
            <a:chOff x="3497300" y="3227275"/>
            <a:chExt cx="296175" cy="296175"/>
          </a:xfrm>
          <a:solidFill>
            <a:schemeClr val="bg1"/>
          </a:solidFill>
        </p:grpSpPr>
        <p:sp>
          <p:nvSpPr>
            <p:cNvPr id="58" name="Google Shape;6422;p78">
              <a:extLst>
                <a:ext uri="{FF2B5EF4-FFF2-40B4-BE49-F238E27FC236}">
                  <a16:creationId xmlns:a16="http://schemas.microsoft.com/office/drawing/2014/main" id="{4229F0C2-4AEE-FD19-4819-792103CF92B4}"/>
                </a:ext>
              </a:extLst>
            </p:cNvPr>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59" name="Google Shape;6423;p78">
              <a:extLst>
                <a:ext uri="{FF2B5EF4-FFF2-40B4-BE49-F238E27FC236}">
                  <a16:creationId xmlns:a16="http://schemas.microsoft.com/office/drawing/2014/main" id="{C1F3D8DF-0B0F-0F39-01A3-AE6F3969D184}"/>
                </a:ext>
              </a:extLst>
            </p:cNvPr>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endParaRPr sz="2400"/>
            </a:p>
          </p:txBody>
        </p:sp>
        <p:sp>
          <p:nvSpPr>
            <p:cNvPr id="60" name="Google Shape;6424;p78">
              <a:extLst>
                <a:ext uri="{FF2B5EF4-FFF2-40B4-BE49-F238E27FC236}">
                  <a16:creationId xmlns:a16="http://schemas.microsoft.com/office/drawing/2014/main" id="{65597746-FE60-D808-9421-3DDF1348BC6F}"/>
                </a:ext>
              </a:extLst>
            </p:cNvPr>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121900" tIns="121900" rIns="121900" bIns="121900" anchor="ctr" anchorCtr="0">
              <a:noAutofit/>
            </a:bodyPr>
            <a:lstStyle/>
            <a:p>
              <a:endParaRPr sz="2400"/>
            </a:p>
          </p:txBody>
        </p:sp>
        <p:sp>
          <p:nvSpPr>
            <p:cNvPr id="61" name="Google Shape;6425;p78">
              <a:extLst>
                <a:ext uri="{FF2B5EF4-FFF2-40B4-BE49-F238E27FC236}">
                  <a16:creationId xmlns:a16="http://schemas.microsoft.com/office/drawing/2014/main" id="{842C11D4-83CD-708E-8689-350E6EF5C451}"/>
                </a:ext>
              </a:extLst>
            </p:cNvPr>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121900" tIns="121900" rIns="121900" bIns="121900" anchor="ctr" anchorCtr="0">
              <a:noAutofit/>
            </a:bodyPr>
            <a:lstStyle/>
            <a:p>
              <a:endParaRPr sz="2400"/>
            </a:p>
          </p:txBody>
        </p:sp>
        <p:sp>
          <p:nvSpPr>
            <p:cNvPr id="62" name="Google Shape;6426;p78">
              <a:extLst>
                <a:ext uri="{FF2B5EF4-FFF2-40B4-BE49-F238E27FC236}">
                  <a16:creationId xmlns:a16="http://schemas.microsoft.com/office/drawing/2014/main" id="{6BDC83AC-054D-B887-50BC-860B1D78674B}"/>
                </a:ext>
              </a:extLst>
            </p:cNvPr>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121900" tIns="121900" rIns="121900" bIns="121900" anchor="ctr" anchorCtr="0">
              <a:noAutofit/>
            </a:bodyPr>
            <a:lstStyle/>
            <a:p>
              <a:endParaRPr sz="2400"/>
            </a:p>
          </p:txBody>
        </p:sp>
        <p:sp>
          <p:nvSpPr>
            <p:cNvPr id="63" name="Google Shape;6427;p78">
              <a:extLst>
                <a:ext uri="{FF2B5EF4-FFF2-40B4-BE49-F238E27FC236}">
                  <a16:creationId xmlns:a16="http://schemas.microsoft.com/office/drawing/2014/main" id="{1D5DB3F9-505B-EDF4-0022-95445A5F6725}"/>
                </a:ext>
              </a:extLst>
            </p:cNvPr>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121900" tIns="121900" rIns="121900" bIns="121900" anchor="ctr" anchorCtr="0">
              <a:noAutofit/>
            </a:bodyPr>
            <a:lstStyle/>
            <a:p>
              <a:endParaRPr sz="2400"/>
            </a:p>
          </p:txBody>
        </p:sp>
        <p:sp>
          <p:nvSpPr>
            <p:cNvPr id="64" name="Google Shape;6428;p78">
              <a:extLst>
                <a:ext uri="{FF2B5EF4-FFF2-40B4-BE49-F238E27FC236}">
                  <a16:creationId xmlns:a16="http://schemas.microsoft.com/office/drawing/2014/main" id="{BAB4DF6B-47B4-668D-C122-3DF35DEE39B6}"/>
                </a:ext>
              </a:extLst>
            </p:cNvPr>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121900" tIns="121900" rIns="121900" bIns="121900" anchor="ctr" anchorCtr="0">
              <a:noAutofit/>
            </a:bodyPr>
            <a:lstStyle/>
            <a:p>
              <a:endParaRPr sz="2400"/>
            </a:p>
          </p:txBody>
        </p:sp>
        <p:sp>
          <p:nvSpPr>
            <p:cNvPr id="65" name="Google Shape;6429;p78">
              <a:extLst>
                <a:ext uri="{FF2B5EF4-FFF2-40B4-BE49-F238E27FC236}">
                  <a16:creationId xmlns:a16="http://schemas.microsoft.com/office/drawing/2014/main" id="{250D2010-ECA0-9CE7-D40D-B11FC3865BA6}"/>
                </a:ext>
              </a:extLst>
            </p:cNvPr>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66" name="文本框 65">
            <a:extLst>
              <a:ext uri="{FF2B5EF4-FFF2-40B4-BE49-F238E27FC236}">
                <a16:creationId xmlns:a16="http://schemas.microsoft.com/office/drawing/2014/main" id="{810395FC-83B2-CBEF-10F0-00EE107F6C1B}"/>
              </a:ext>
            </a:extLst>
          </p:cNvPr>
          <p:cNvSpPr txBox="1"/>
          <p:nvPr/>
        </p:nvSpPr>
        <p:spPr>
          <a:xfrm>
            <a:off x="6917233" y="1780465"/>
            <a:ext cx="1068826" cy="900246"/>
          </a:xfrm>
          <a:prstGeom prst="rect">
            <a:avLst/>
          </a:prstGeom>
          <a:noFill/>
        </p:spPr>
        <p:txBody>
          <a:bodyPr wrap="square" rtlCol="0">
            <a:spAutoFit/>
          </a:bodyPr>
          <a:lstStyle/>
          <a:p>
            <a:pPr algn="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67" name="Google Shape;6503;p78">
            <a:extLst>
              <a:ext uri="{FF2B5EF4-FFF2-40B4-BE49-F238E27FC236}">
                <a16:creationId xmlns:a16="http://schemas.microsoft.com/office/drawing/2014/main" id="{B31C2041-6645-FD4F-5139-E307409C8301}"/>
              </a:ext>
            </a:extLst>
          </p:cNvPr>
          <p:cNvGrpSpPr/>
          <p:nvPr/>
        </p:nvGrpSpPr>
        <p:grpSpPr>
          <a:xfrm>
            <a:off x="10944225" y="1783292"/>
            <a:ext cx="814386" cy="853546"/>
            <a:chOff x="3860400" y="3955025"/>
            <a:chExt cx="296175" cy="296175"/>
          </a:xfrm>
          <a:solidFill>
            <a:schemeClr val="bg1"/>
          </a:solidFill>
        </p:grpSpPr>
        <p:sp>
          <p:nvSpPr>
            <p:cNvPr id="68" name="Google Shape;6504;p78">
              <a:extLst>
                <a:ext uri="{FF2B5EF4-FFF2-40B4-BE49-F238E27FC236}">
                  <a16:creationId xmlns:a16="http://schemas.microsoft.com/office/drawing/2014/main" id="{7C2A6CA7-47A2-2FEA-E00A-FD60DE9B4662}"/>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endParaRPr sz="2400"/>
            </a:p>
          </p:txBody>
        </p:sp>
        <p:sp>
          <p:nvSpPr>
            <p:cNvPr id="69" name="Google Shape;6505;p78">
              <a:extLst>
                <a:ext uri="{FF2B5EF4-FFF2-40B4-BE49-F238E27FC236}">
                  <a16:creationId xmlns:a16="http://schemas.microsoft.com/office/drawing/2014/main" id="{99E8E1A1-1ACC-333D-ECEE-A87176EB3304}"/>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endParaRPr sz="2400"/>
            </a:p>
          </p:txBody>
        </p:sp>
        <p:sp>
          <p:nvSpPr>
            <p:cNvPr id="70" name="Google Shape;6506;p78">
              <a:extLst>
                <a:ext uri="{FF2B5EF4-FFF2-40B4-BE49-F238E27FC236}">
                  <a16:creationId xmlns:a16="http://schemas.microsoft.com/office/drawing/2014/main" id="{BDCAC58E-44A8-86B8-CF2E-8530DF979FEF}"/>
                </a:ext>
              </a:extLst>
            </p:cNvPr>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grpFill/>
            <a:ln>
              <a:noFill/>
            </a:ln>
          </p:spPr>
          <p:txBody>
            <a:bodyPr spcFirstLastPara="1" wrap="square" lIns="121900" tIns="121900" rIns="121900" bIns="121900" anchor="ctr" anchorCtr="0">
              <a:noAutofit/>
            </a:bodyPr>
            <a:lstStyle/>
            <a:p>
              <a:endParaRPr sz="2400"/>
            </a:p>
          </p:txBody>
        </p:sp>
        <p:sp>
          <p:nvSpPr>
            <p:cNvPr id="71" name="Google Shape;6507;p78">
              <a:extLst>
                <a:ext uri="{FF2B5EF4-FFF2-40B4-BE49-F238E27FC236}">
                  <a16:creationId xmlns:a16="http://schemas.microsoft.com/office/drawing/2014/main" id="{4C047CB9-0653-F39F-DE0D-B14E382248BB}"/>
                </a:ext>
              </a:extLst>
            </p:cNvPr>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grpFill/>
            <a:ln>
              <a:noFill/>
            </a:ln>
          </p:spPr>
          <p:txBody>
            <a:bodyPr spcFirstLastPara="1" wrap="square" lIns="121900" tIns="121900" rIns="121900" bIns="121900" anchor="ctr" anchorCtr="0">
              <a:noAutofit/>
            </a:bodyPr>
            <a:lstStyle/>
            <a:p>
              <a:endParaRPr sz="2400"/>
            </a:p>
          </p:txBody>
        </p:sp>
        <p:sp>
          <p:nvSpPr>
            <p:cNvPr id="72" name="Google Shape;6508;p78">
              <a:extLst>
                <a:ext uri="{FF2B5EF4-FFF2-40B4-BE49-F238E27FC236}">
                  <a16:creationId xmlns:a16="http://schemas.microsoft.com/office/drawing/2014/main" id="{FCB6DB55-10CE-FDAF-0FD9-6897B1243752}"/>
                </a:ext>
              </a:extLst>
            </p:cNvPr>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73" name="文本框 72">
            <a:extLst>
              <a:ext uri="{FF2B5EF4-FFF2-40B4-BE49-F238E27FC236}">
                <a16:creationId xmlns:a16="http://schemas.microsoft.com/office/drawing/2014/main" id="{A5BF3A47-29BE-EF56-F1E3-90453A6D1982}"/>
              </a:ext>
            </a:extLst>
          </p:cNvPr>
          <p:cNvSpPr txBox="1"/>
          <p:nvPr/>
        </p:nvSpPr>
        <p:spPr>
          <a:xfrm>
            <a:off x="9840416" y="1781035"/>
            <a:ext cx="1068826" cy="900246"/>
          </a:xfrm>
          <a:prstGeom prst="rect">
            <a:avLst/>
          </a:prstGeom>
          <a:noFill/>
        </p:spPr>
        <p:txBody>
          <a:bodyPr wrap="square" rtlCol="0">
            <a:spAutoFit/>
          </a:bodyPr>
          <a:lstStyle/>
          <a:p>
            <a:pPr algn="r"/>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graphicFrame>
        <p:nvGraphicFramePr>
          <p:cNvPr id="85" name="图表 84">
            <a:extLst>
              <a:ext uri="{FF2B5EF4-FFF2-40B4-BE49-F238E27FC236}">
                <a16:creationId xmlns:a16="http://schemas.microsoft.com/office/drawing/2014/main" id="{7B2F25DE-9E36-ECCB-B975-2365BECA5381}"/>
              </a:ext>
            </a:extLst>
          </p:cNvPr>
          <p:cNvGraphicFramePr/>
          <p:nvPr>
            <p:extLst>
              <p:ext uri="{D42A27DB-BD31-4B8C-83A1-F6EECF244321}">
                <p14:modId xmlns:p14="http://schemas.microsoft.com/office/powerpoint/2010/main" val="4190177972"/>
              </p:ext>
            </p:extLst>
          </p:nvPr>
        </p:nvGraphicFramePr>
        <p:xfrm>
          <a:off x="203825" y="3600451"/>
          <a:ext cx="5596900" cy="3098130"/>
        </p:xfrm>
        <a:graphic>
          <a:graphicData uri="http://schemas.openxmlformats.org/drawingml/2006/chart">
            <c:chart xmlns:c="http://schemas.openxmlformats.org/drawingml/2006/chart" xmlns:r="http://schemas.openxmlformats.org/officeDocument/2006/relationships" r:id="rId3"/>
          </a:graphicData>
        </a:graphic>
      </p:graphicFrame>
      <p:grpSp>
        <p:nvGrpSpPr>
          <p:cNvPr id="92" name="组合 91">
            <a:extLst>
              <a:ext uri="{FF2B5EF4-FFF2-40B4-BE49-F238E27FC236}">
                <a16:creationId xmlns:a16="http://schemas.microsoft.com/office/drawing/2014/main" id="{67BF082E-6ABD-3019-D071-813BE72D85BC}"/>
              </a:ext>
            </a:extLst>
          </p:cNvPr>
          <p:cNvGrpSpPr/>
          <p:nvPr/>
        </p:nvGrpSpPr>
        <p:grpSpPr>
          <a:xfrm>
            <a:off x="760782" y="3766801"/>
            <a:ext cx="4668469" cy="852548"/>
            <a:chOff x="1117970" y="4014788"/>
            <a:chExt cx="4382718" cy="518837"/>
          </a:xfrm>
        </p:grpSpPr>
        <p:cxnSp>
          <p:nvCxnSpPr>
            <p:cNvPr id="86" name="直线箭头连接符 85">
              <a:extLst>
                <a:ext uri="{FF2B5EF4-FFF2-40B4-BE49-F238E27FC236}">
                  <a16:creationId xmlns:a16="http://schemas.microsoft.com/office/drawing/2014/main" id="{F3595CDB-BB15-2C1C-B026-8E2A465E7569}"/>
                </a:ext>
              </a:extLst>
            </p:cNvPr>
            <p:cNvCxnSpPr>
              <a:cxnSpLocks/>
            </p:cNvCxnSpPr>
            <p:nvPr/>
          </p:nvCxnSpPr>
          <p:spPr>
            <a:xfrm flipV="1">
              <a:off x="1117970" y="4014788"/>
              <a:ext cx="4382718" cy="518837"/>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1" name="椭圆 90">
              <a:extLst>
                <a:ext uri="{FF2B5EF4-FFF2-40B4-BE49-F238E27FC236}">
                  <a16:creationId xmlns:a16="http://schemas.microsoft.com/office/drawing/2014/main" id="{223CAD4D-2E6A-B9FA-5F10-3C3E9391C328}"/>
                </a:ext>
              </a:extLst>
            </p:cNvPr>
            <p:cNvSpPr/>
            <p:nvPr/>
          </p:nvSpPr>
          <p:spPr>
            <a:xfrm>
              <a:off x="2772651" y="4122230"/>
              <a:ext cx="871537" cy="304325"/>
            </a:xfrm>
            <a:prstGeom prst="ellips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87" name="文本框 86">
              <a:extLst>
                <a:ext uri="{FF2B5EF4-FFF2-40B4-BE49-F238E27FC236}">
                  <a16:creationId xmlns:a16="http://schemas.microsoft.com/office/drawing/2014/main" id="{9D60CF3B-FDCC-C140-0BFE-D1BC5DEE436B}"/>
                </a:ext>
              </a:extLst>
            </p:cNvPr>
            <p:cNvSpPr txBox="1"/>
            <p:nvPr/>
          </p:nvSpPr>
          <p:spPr>
            <a:xfrm>
              <a:off x="2857531" y="4158434"/>
              <a:ext cx="1257176" cy="224765"/>
            </a:xfrm>
            <a:prstGeom prst="rect">
              <a:avLst/>
            </a:prstGeom>
            <a:noFill/>
          </p:spPr>
          <p:txBody>
            <a:bodyPr wrap="square" rtlCol="0">
              <a:spAutoFit/>
            </a:bodyPr>
            <a:lstStyle/>
            <a:p>
              <a:r>
                <a:rPr kumimoji="1" lang="en-US" altLang="zh-CN" dirty="0">
                  <a:solidFill>
                    <a:srgbClr val="212121"/>
                  </a:solidFill>
                  <a:latin typeface="Alibaba PuHuiTi Medium" pitchFamily="18" charset="-122"/>
                  <a:ea typeface="Alibaba PuHuiTi Medium" pitchFamily="18" charset="-122"/>
                  <a:cs typeface="Alibaba PuHuiTi Medium" pitchFamily="18" charset="-122"/>
                </a:rPr>
                <a:t>+13%</a:t>
              </a:r>
              <a:endParaRPr kumimoji="1" lang="zh-CN" altLang="en-US" dirty="0">
                <a:solidFill>
                  <a:srgbClr val="212121"/>
                </a:solidFill>
                <a:latin typeface="Alibaba PuHuiTi Medium" pitchFamily="18" charset="-122"/>
                <a:ea typeface="Alibaba PuHuiTi Medium" pitchFamily="18" charset="-122"/>
                <a:cs typeface="Alibaba PuHuiTi Medium" pitchFamily="18" charset="-122"/>
              </a:endParaRPr>
            </a:p>
          </p:txBody>
        </p:sp>
      </p:grpSp>
      <p:graphicFrame>
        <p:nvGraphicFramePr>
          <p:cNvPr id="93" name="图表 92">
            <a:extLst>
              <a:ext uri="{FF2B5EF4-FFF2-40B4-BE49-F238E27FC236}">
                <a16:creationId xmlns:a16="http://schemas.microsoft.com/office/drawing/2014/main" id="{E70B1580-A0A8-FE2A-FF9D-EA2CFB991521}"/>
              </a:ext>
            </a:extLst>
          </p:cNvPr>
          <p:cNvGraphicFramePr/>
          <p:nvPr>
            <p:extLst>
              <p:ext uri="{D42A27DB-BD31-4B8C-83A1-F6EECF244321}">
                <p14:modId xmlns:p14="http://schemas.microsoft.com/office/powerpoint/2010/main" val="3930080027"/>
              </p:ext>
            </p:extLst>
          </p:nvPr>
        </p:nvGraphicFramePr>
        <p:xfrm>
          <a:off x="6451600" y="4429125"/>
          <a:ext cx="5384800" cy="2428875"/>
        </p:xfrm>
        <a:graphic>
          <a:graphicData uri="http://schemas.openxmlformats.org/drawingml/2006/chart">
            <c:chart xmlns:c="http://schemas.openxmlformats.org/drawingml/2006/chart" xmlns:r="http://schemas.openxmlformats.org/officeDocument/2006/relationships" r:id="rId4"/>
          </a:graphicData>
        </a:graphic>
      </p:graphicFrame>
      <p:sp>
        <p:nvSpPr>
          <p:cNvPr id="94" name="左大括号 93">
            <a:extLst>
              <a:ext uri="{FF2B5EF4-FFF2-40B4-BE49-F238E27FC236}">
                <a16:creationId xmlns:a16="http://schemas.microsoft.com/office/drawing/2014/main" id="{AAB25439-8D77-25AE-F3CA-BD01BB3187FD}"/>
              </a:ext>
            </a:extLst>
          </p:cNvPr>
          <p:cNvSpPr/>
          <p:nvPr/>
        </p:nvSpPr>
        <p:spPr>
          <a:xfrm rot="16200000" flipH="1">
            <a:off x="8987555" y="2235723"/>
            <a:ext cx="642624" cy="4707264"/>
          </a:xfrm>
          <a:prstGeom prst="leftBrace">
            <a:avLst>
              <a:gd name="adj1" fmla="val 37154"/>
              <a:gd name="adj2" fmla="val 50000"/>
            </a:avLst>
          </a:prstGeom>
          <a:ln w="3175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95" name="椭圆 94">
            <a:extLst>
              <a:ext uri="{FF2B5EF4-FFF2-40B4-BE49-F238E27FC236}">
                <a16:creationId xmlns:a16="http://schemas.microsoft.com/office/drawing/2014/main" id="{5D642062-43F7-BDB8-1A34-C533D1F326B8}"/>
              </a:ext>
            </a:extLst>
          </p:cNvPr>
          <p:cNvSpPr/>
          <p:nvPr/>
        </p:nvSpPr>
        <p:spPr>
          <a:xfrm>
            <a:off x="8282731" y="3828571"/>
            <a:ext cx="1923865" cy="354574"/>
          </a:xfrm>
          <a:prstGeom prst="ellipse">
            <a:avLst/>
          </a:prstGeom>
          <a:solidFill>
            <a:schemeClr val="bg1"/>
          </a:solidFill>
          <a:ln w="2222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6" name="文本框 95">
            <a:extLst>
              <a:ext uri="{FF2B5EF4-FFF2-40B4-BE49-F238E27FC236}">
                <a16:creationId xmlns:a16="http://schemas.microsoft.com/office/drawing/2014/main" id="{C06A1B2B-28C8-A85A-9BE6-E548E4856C75}"/>
              </a:ext>
            </a:extLst>
          </p:cNvPr>
          <p:cNvSpPr txBox="1"/>
          <p:nvPr/>
        </p:nvSpPr>
        <p:spPr>
          <a:xfrm>
            <a:off x="8810745" y="3835671"/>
            <a:ext cx="1853213"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+0.234%</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B1A23465-A809-EC6B-71B3-E1711CC15500}"/>
              </a:ext>
            </a:extLst>
          </p:cNvPr>
          <p:cNvSpPr txBox="1"/>
          <p:nvPr/>
        </p:nvSpPr>
        <p:spPr>
          <a:xfrm>
            <a:off x="1670452" y="1001431"/>
            <a:ext cx="6186614" cy="338554"/>
          </a:xfrm>
          <a:prstGeom prst="rect">
            <a:avLst/>
          </a:prstGeom>
          <a:noFill/>
        </p:spPr>
        <p:txBody>
          <a:bodyPr wrap="square" rtlCol="0">
            <a:spAutoFit/>
          </a:bodyPr>
          <a:lstStyle/>
          <a:p>
            <a:pPr algn="just"/>
            <a:r>
              <a:rPr kumimoji="1" lang="en" altLang="zh-CN" sz="160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01" name="文本框 100">
            <a:extLst>
              <a:ext uri="{FF2B5EF4-FFF2-40B4-BE49-F238E27FC236}">
                <a16:creationId xmlns:a16="http://schemas.microsoft.com/office/drawing/2014/main" id="{558583AC-8750-31E3-9C5A-43962E0FF6C4}"/>
              </a:ext>
            </a:extLst>
          </p:cNvPr>
          <p:cNvSpPr txBox="1"/>
          <p:nvPr/>
        </p:nvSpPr>
        <p:spPr>
          <a:xfrm>
            <a:off x="422038" y="931337"/>
            <a:ext cx="1308371" cy="523220"/>
          </a:xfrm>
          <a:prstGeom prst="rect">
            <a:avLst/>
          </a:prstGeom>
          <a:noFill/>
        </p:spPr>
        <p:txBody>
          <a:bodyPr wrap="none" rtlCol="0">
            <a:spAutoFit/>
          </a:bodyPr>
          <a:lstStyle/>
          <a:p>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Step1:</a:t>
            </a:r>
            <a:endParaRPr kumimoji="1" lang="zh-CN" altLang="en-US" sz="4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02" name="文本框 101">
            <a:extLst>
              <a:ext uri="{FF2B5EF4-FFF2-40B4-BE49-F238E27FC236}">
                <a16:creationId xmlns:a16="http://schemas.microsoft.com/office/drawing/2014/main" id="{115E64AA-6263-46D8-100C-A6E80A6580BB}"/>
              </a:ext>
            </a:extLst>
          </p:cNvPr>
          <p:cNvSpPr txBox="1"/>
          <p:nvPr/>
        </p:nvSpPr>
        <p:spPr>
          <a:xfrm>
            <a:off x="422038" y="2996952"/>
            <a:ext cx="1308371" cy="523220"/>
          </a:xfrm>
          <a:prstGeom prst="rect">
            <a:avLst/>
          </a:prstGeom>
          <a:noFill/>
        </p:spPr>
        <p:txBody>
          <a:bodyPr wrap="none" rtlCol="0">
            <a:spAutoFit/>
          </a:bodyPr>
          <a:lstStyle/>
          <a:p>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Step2:</a:t>
            </a:r>
            <a:endParaRPr kumimoji="1" lang="zh-CN" altLang="en-US" sz="4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03" name="文本框 102">
            <a:extLst>
              <a:ext uri="{FF2B5EF4-FFF2-40B4-BE49-F238E27FC236}">
                <a16:creationId xmlns:a16="http://schemas.microsoft.com/office/drawing/2014/main" id="{8AF5CD52-5A7C-88B0-1E73-14826FB40A75}"/>
              </a:ext>
            </a:extLst>
          </p:cNvPr>
          <p:cNvSpPr txBox="1"/>
          <p:nvPr/>
        </p:nvSpPr>
        <p:spPr>
          <a:xfrm>
            <a:off x="6816080" y="2996952"/>
            <a:ext cx="1308371" cy="523220"/>
          </a:xfrm>
          <a:prstGeom prst="rect">
            <a:avLst/>
          </a:prstGeom>
          <a:noFill/>
        </p:spPr>
        <p:txBody>
          <a:bodyPr wrap="none" rtlCol="0">
            <a:spAutoFit/>
          </a:bodyPr>
          <a:lstStyle/>
          <a:p>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Step3:</a:t>
            </a:r>
            <a:endParaRPr kumimoji="1" lang="zh-CN" altLang="en-US" sz="4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04" name="文本框 103">
            <a:extLst>
              <a:ext uri="{FF2B5EF4-FFF2-40B4-BE49-F238E27FC236}">
                <a16:creationId xmlns:a16="http://schemas.microsoft.com/office/drawing/2014/main" id="{0373C68A-12AB-A915-BEF1-AFB4F46C4278}"/>
              </a:ext>
            </a:extLst>
          </p:cNvPr>
          <p:cNvSpPr txBox="1"/>
          <p:nvPr/>
        </p:nvSpPr>
        <p:spPr>
          <a:xfrm>
            <a:off x="7273445" y="1016000"/>
            <a:ext cx="4664555" cy="338554"/>
          </a:xfrm>
          <a:prstGeom prst="rect">
            <a:avLst/>
          </a:prstGeom>
          <a:noFill/>
        </p:spPr>
        <p:txBody>
          <a:bodyPr wrap="square" rtlCol="0">
            <a:spAutoFit/>
          </a:bodyPr>
          <a:lstStyle/>
          <a:p>
            <a:pPr algn="just"/>
            <a:r>
              <a:rPr kumimoji="1" lang="en" altLang="zh-CN" sz="160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05" name="文本框 104">
            <a:extLst>
              <a:ext uri="{FF2B5EF4-FFF2-40B4-BE49-F238E27FC236}">
                <a16:creationId xmlns:a16="http://schemas.microsoft.com/office/drawing/2014/main" id="{1618FB97-4776-6CDA-02A1-5A37535316BB}"/>
              </a:ext>
            </a:extLst>
          </p:cNvPr>
          <p:cNvSpPr txBox="1"/>
          <p:nvPr/>
        </p:nvSpPr>
        <p:spPr>
          <a:xfrm>
            <a:off x="1690854" y="3068960"/>
            <a:ext cx="5205602"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6" name="文本框 105">
            <a:extLst>
              <a:ext uri="{FF2B5EF4-FFF2-40B4-BE49-F238E27FC236}">
                <a16:creationId xmlns:a16="http://schemas.microsoft.com/office/drawing/2014/main" id="{6141EE1E-AA36-09CC-4207-1C4CA45C5783}"/>
              </a:ext>
            </a:extLst>
          </p:cNvPr>
          <p:cNvSpPr txBox="1"/>
          <p:nvPr/>
        </p:nvSpPr>
        <p:spPr>
          <a:xfrm>
            <a:off x="8040216" y="3068960"/>
            <a:ext cx="6186614"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08" name="直线连接符 107">
            <a:extLst>
              <a:ext uri="{FF2B5EF4-FFF2-40B4-BE49-F238E27FC236}">
                <a16:creationId xmlns:a16="http://schemas.microsoft.com/office/drawing/2014/main" id="{3D6428C5-27A4-DAC7-CB84-6FA6C9A614BC}"/>
              </a:ext>
            </a:extLst>
          </p:cNvPr>
          <p:cNvCxnSpPr>
            <a:cxnSpLocks/>
          </p:cNvCxnSpPr>
          <p:nvPr/>
        </p:nvCxnSpPr>
        <p:spPr>
          <a:xfrm>
            <a:off x="6045200" y="3064933"/>
            <a:ext cx="0" cy="3539067"/>
          </a:xfrm>
          <a:prstGeom prst="line">
            <a:avLst/>
          </a:prstGeom>
          <a:ln w="38100">
            <a:solidFill>
              <a:srgbClr val="BB3023"/>
            </a:solidFill>
            <a:prstDash val="sysDot"/>
          </a:ln>
        </p:spPr>
        <p:style>
          <a:lnRef idx="1">
            <a:schemeClr val="accent1"/>
          </a:lnRef>
          <a:fillRef idx="0">
            <a:schemeClr val="accent1"/>
          </a:fillRef>
          <a:effectRef idx="0">
            <a:schemeClr val="accent1"/>
          </a:effectRef>
          <a:fontRef idx="minor">
            <a:schemeClr val="tx1"/>
          </a:fontRef>
        </p:style>
      </p:cxnSp>
      <p:sp>
        <p:nvSpPr>
          <p:cNvPr id="110" name="下箭头 109">
            <a:extLst>
              <a:ext uri="{FF2B5EF4-FFF2-40B4-BE49-F238E27FC236}">
                <a16:creationId xmlns:a16="http://schemas.microsoft.com/office/drawing/2014/main" id="{A49E7E25-E898-6F93-3C8D-501CAB9E9937}"/>
              </a:ext>
            </a:extLst>
          </p:cNvPr>
          <p:cNvSpPr/>
          <p:nvPr/>
        </p:nvSpPr>
        <p:spPr>
          <a:xfrm>
            <a:off x="10684933" y="5317066"/>
            <a:ext cx="474134" cy="795867"/>
          </a:xfrm>
          <a:prstGeom prst="downArrow">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11" name="下箭头 110">
            <a:extLst>
              <a:ext uri="{FF2B5EF4-FFF2-40B4-BE49-F238E27FC236}">
                <a16:creationId xmlns:a16="http://schemas.microsoft.com/office/drawing/2014/main" id="{B9F69EB9-FE9C-B3AC-20C3-DA0C0789720B}"/>
              </a:ext>
            </a:extLst>
          </p:cNvPr>
          <p:cNvSpPr/>
          <p:nvPr/>
        </p:nvSpPr>
        <p:spPr>
          <a:xfrm rot="10800000">
            <a:off x="9042400" y="5147731"/>
            <a:ext cx="508000" cy="965202"/>
          </a:xfrm>
          <a:prstGeom prst="downArrow">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13" name="左右箭头 112">
            <a:extLst>
              <a:ext uri="{FF2B5EF4-FFF2-40B4-BE49-F238E27FC236}">
                <a16:creationId xmlns:a16="http://schemas.microsoft.com/office/drawing/2014/main" id="{818BF57A-510B-8390-B41D-877DF7BDF88F}"/>
              </a:ext>
            </a:extLst>
          </p:cNvPr>
          <p:cNvSpPr/>
          <p:nvPr/>
        </p:nvSpPr>
        <p:spPr>
          <a:xfrm>
            <a:off x="7315200" y="5706534"/>
            <a:ext cx="812800" cy="389466"/>
          </a:xfrm>
          <a:prstGeom prst="leftRightArrow">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 name="矩形 1">
            <a:extLst>
              <a:ext uri="{FF2B5EF4-FFF2-40B4-BE49-F238E27FC236}">
                <a16:creationId xmlns:a16="http://schemas.microsoft.com/office/drawing/2014/main" id="{1B02C988-EA7F-FE57-A84B-1D10A59E34D5}"/>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文本框 18">
            <a:extLst>
              <a:ext uri="{FF2B5EF4-FFF2-40B4-BE49-F238E27FC236}">
                <a16:creationId xmlns:a16="http://schemas.microsoft.com/office/drawing/2014/main" id="{0FE90225-CA12-2EEC-2981-24B9E786C2DD}"/>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 name="文本框 20">
            <a:extLst>
              <a:ext uri="{FF2B5EF4-FFF2-40B4-BE49-F238E27FC236}">
                <a16:creationId xmlns:a16="http://schemas.microsoft.com/office/drawing/2014/main" id="{21615616-D619-0A0B-BE49-FB1C5164A8A9}"/>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2" name="直线连接符 21">
            <a:extLst>
              <a:ext uri="{FF2B5EF4-FFF2-40B4-BE49-F238E27FC236}">
                <a16:creationId xmlns:a16="http://schemas.microsoft.com/office/drawing/2014/main" id="{F7A78F40-01E8-AE32-5B28-266F1A2B9365}"/>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840F5C3A-B1A6-778C-3609-564C62232711}"/>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7575FC09-BB9D-0987-C100-AF1FEA2CCC6B}"/>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6" name="组合 25">
            <a:extLst>
              <a:ext uri="{FF2B5EF4-FFF2-40B4-BE49-F238E27FC236}">
                <a16:creationId xmlns:a16="http://schemas.microsoft.com/office/drawing/2014/main" id="{9B0578D1-871E-BC02-3106-72A283CB6EA3}"/>
              </a:ext>
            </a:extLst>
          </p:cNvPr>
          <p:cNvGrpSpPr/>
          <p:nvPr/>
        </p:nvGrpSpPr>
        <p:grpSpPr>
          <a:xfrm>
            <a:off x="2259126" y="287981"/>
            <a:ext cx="356205" cy="355288"/>
            <a:chOff x="2323294" y="287981"/>
            <a:chExt cx="356205" cy="355288"/>
          </a:xfrm>
        </p:grpSpPr>
        <p:sp>
          <p:nvSpPr>
            <p:cNvPr id="27" name="Google Shape;7166;p80">
              <a:extLst>
                <a:ext uri="{FF2B5EF4-FFF2-40B4-BE49-F238E27FC236}">
                  <a16:creationId xmlns:a16="http://schemas.microsoft.com/office/drawing/2014/main" id="{0B19893C-8A8D-AD99-AB72-66199A550AF6}"/>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7167;p80">
              <a:extLst>
                <a:ext uri="{FF2B5EF4-FFF2-40B4-BE49-F238E27FC236}">
                  <a16:creationId xmlns:a16="http://schemas.microsoft.com/office/drawing/2014/main" id="{84DAEE51-E323-CF79-ED76-8F5EE0F4525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8;p80">
              <a:extLst>
                <a:ext uri="{FF2B5EF4-FFF2-40B4-BE49-F238E27FC236}">
                  <a16:creationId xmlns:a16="http://schemas.microsoft.com/office/drawing/2014/main" id="{234E3668-B183-BEAD-08FD-E25B24831E8F}"/>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9;p80">
              <a:extLst>
                <a:ext uri="{FF2B5EF4-FFF2-40B4-BE49-F238E27FC236}">
                  <a16:creationId xmlns:a16="http://schemas.microsoft.com/office/drawing/2014/main" id="{C21213D3-019C-3406-76F2-BE018885D7B0}"/>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96806584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 name="三角形 506">
            <a:extLst>
              <a:ext uri="{FF2B5EF4-FFF2-40B4-BE49-F238E27FC236}">
                <a16:creationId xmlns:a16="http://schemas.microsoft.com/office/drawing/2014/main" id="{82BEF19C-E771-4FC0-D3B6-73517991C3E4}"/>
              </a:ext>
            </a:extLst>
          </p:cNvPr>
          <p:cNvSpPr/>
          <p:nvPr/>
        </p:nvSpPr>
        <p:spPr>
          <a:xfrm rot="5966159">
            <a:off x="4713671" y="1668716"/>
            <a:ext cx="2103024" cy="3792699"/>
          </a:xfrm>
          <a:custGeom>
            <a:avLst/>
            <a:gdLst>
              <a:gd name="connsiteX0" fmla="*/ 0 w 2311516"/>
              <a:gd name="connsiteY0" fmla="*/ 3725949 h 3725949"/>
              <a:gd name="connsiteX1" fmla="*/ 1155758 w 2311516"/>
              <a:gd name="connsiteY1" fmla="*/ 0 h 3725949"/>
              <a:gd name="connsiteX2" fmla="*/ 2311516 w 2311516"/>
              <a:gd name="connsiteY2" fmla="*/ 3725949 h 3725949"/>
              <a:gd name="connsiteX3" fmla="*/ 0 w 2311516"/>
              <a:gd name="connsiteY3" fmla="*/ 3725949 h 3725949"/>
              <a:gd name="connsiteX0" fmla="*/ 0 w 2131979"/>
              <a:gd name="connsiteY0" fmla="*/ 3725949 h 3725949"/>
              <a:gd name="connsiteX1" fmla="*/ 1155758 w 2131979"/>
              <a:gd name="connsiteY1" fmla="*/ 0 h 3725949"/>
              <a:gd name="connsiteX2" fmla="*/ 2131979 w 2131979"/>
              <a:gd name="connsiteY2" fmla="*/ 3135398 h 3725949"/>
              <a:gd name="connsiteX3" fmla="*/ 0 w 2131979"/>
              <a:gd name="connsiteY3" fmla="*/ 3725949 h 3725949"/>
              <a:gd name="connsiteX0" fmla="*/ 0 w 1963011"/>
              <a:gd name="connsiteY0" fmla="*/ 3194273 h 3194273"/>
              <a:gd name="connsiteX1" fmla="*/ 986790 w 1963011"/>
              <a:gd name="connsiteY1" fmla="*/ 0 h 3194273"/>
              <a:gd name="connsiteX2" fmla="*/ 1963011 w 1963011"/>
              <a:gd name="connsiteY2" fmla="*/ 3135398 h 3194273"/>
              <a:gd name="connsiteX3" fmla="*/ 0 w 1963011"/>
              <a:gd name="connsiteY3" fmla="*/ 3194273 h 3194273"/>
              <a:gd name="connsiteX0" fmla="*/ 0 w 2000431"/>
              <a:gd name="connsiteY0" fmla="*/ 3814789 h 3814789"/>
              <a:gd name="connsiteX1" fmla="*/ 1024210 w 2000431"/>
              <a:gd name="connsiteY1" fmla="*/ 0 h 3814789"/>
              <a:gd name="connsiteX2" fmla="*/ 2000431 w 2000431"/>
              <a:gd name="connsiteY2" fmla="*/ 3135398 h 3814789"/>
              <a:gd name="connsiteX3" fmla="*/ 0 w 2000431"/>
              <a:gd name="connsiteY3" fmla="*/ 3814789 h 3814789"/>
              <a:gd name="connsiteX0" fmla="*/ 0 w 2132737"/>
              <a:gd name="connsiteY0" fmla="*/ 3814789 h 3814789"/>
              <a:gd name="connsiteX1" fmla="*/ 1024210 w 2132737"/>
              <a:gd name="connsiteY1" fmla="*/ 0 h 3814789"/>
              <a:gd name="connsiteX2" fmla="*/ 2132737 w 2132737"/>
              <a:gd name="connsiteY2" fmla="*/ 3792699 h 3814789"/>
              <a:gd name="connsiteX3" fmla="*/ 0 w 2132737"/>
              <a:gd name="connsiteY3" fmla="*/ 3814789 h 3814789"/>
              <a:gd name="connsiteX0" fmla="*/ 0 w 2075782"/>
              <a:gd name="connsiteY0" fmla="*/ 3772863 h 3792699"/>
              <a:gd name="connsiteX1" fmla="*/ 967255 w 2075782"/>
              <a:gd name="connsiteY1" fmla="*/ 0 h 3792699"/>
              <a:gd name="connsiteX2" fmla="*/ 2075782 w 2075782"/>
              <a:gd name="connsiteY2" fmla="*/ 3792699 h 3792699"/>
              <a:gd name="connsiteX3" fmla="*/ 0 w 2075782"/>
              <a:gd name="connsiteY3" fmla="*/ 3772863 h 3792699"/>
            </a:gdLst>
            <a:ahLst/>
            <a:cxnLst>
              <a:cxn ang="0">
                <a:pos x="connsiteX0" y="connsiteY0"/>
              </a:cxn>
              <a:cxn ang="0">
                <a:pos x="connsiteX1" y="connsiteY1"/>
              </a:cxn>
              <a:cxn ang="0">
                <a:pos x="connsiteX2" y="connsiteY2"/>
              </a:cxn>
              <a:cxn ang="0">
                <a:pos x="connsiteX3" y="connsiteY3"/>
              </a:cxn>
            </a:cxnLst>
            <a:rect l="l" t="t" r="r" b="b"/>
            <a:pathLst>
              <a:path w="2075782" h="3792699">
                <a:moveTo>
                  <a:pt x="0" y="3772863"/>
                </a:moveTo>
                <a:lnTo>
                  <a:pt x="967255" y="0"/>
                </a:lnTo>
                <a:lnTo>
                  <a:pt x="2075782" y="3792699"/>
                </a:lnTo>
                <a:lnTo>
                  <a:pt x="0" y="3772863"/>
                </a:lnTo>
                <a:close/>
              </a:path>
            </a:pathLst>
          </a:custGeom>
          <a:solidFill>
            <a:srgbClr val="BB3023">
              <a:alpha val="3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6" name="三角形 506">
            <a:extLst>
              <a:ext uri="{FF2B5EF4-FFF2-40B4-BE49-F238E27FC236}">
                <a16:creationId xmlns:a16="http://schemas.microsoft.com/office/drawing/2014/main" id="{7C09CF86-A3E2-5663-CA99-5B77735FDCA7}"/>
              </a:ext>
            </a:extLst>
          </p:cNvPr>
          <p:cNvSpPr/>
          <p:nvPr/>
        </p:nvSpPr>
        <p:spPr>
          <a:xfrm rot="7564429">
            <a:off x="5678194" y="1079463"/>
            <a:ext cx="1110051" cy="3416238"/>
          </a:xfrm>
          <a:custGeom>
            <a:avLst/>
            <a:gdLst>
              <a:gd name="connsiteX0" fmla="*/ 0 w 2311516"/>
              <a:gd name="connsiteY0" fmla="*/ 3725949 h 3725949"/>
              <a:gd name="connsiteX1" fmla="*/ 1155758 w 2311516"/>
              <a:gd name="connsiteY1" fmla="*/ 0 h 3725949"/>
              <a:gd name="connsiteX2" fmla="*/ 2311516 w 2311516"/>
              <a:gd name="connsiteY2" fmla="*/ 3725949 h 3725949"/>
              <a:gd name="connsiteX3" fmla="*/ 0 w 2311516"/>
              <a:gd name="connsiteY3" fmla="*/ 3725949 h 3725949"/>
              <a:gd name="connsiteX0" fmla="*/ 0 w 2131979"/>
              <a:gd name="connsiteY0" fmla="*/ 3725949 h 3725949"/>
              <a:gd name="connsiteX1" fmla="*/ 1155758 w 2131979"/>
              <a:gd name="connsiteY1" fmla="*/ 0 h 3725949"/>
              <a:gd name="connsiteX2" fmla="*/ 2131979 w 2131979"/>
              <a:gd name="connsiteY2" fmla="*/ 3135398 h 3725949"/>
              <a:gd name="connsiteX3" fmla="*/ 0 w 2131979"/>
              <a:gd name="connsiteY3" fmla="*/ 3725949 h 3725949"/>
              <a:gd name="connsiteX0" fmla="*/ 0 w 1963011"/>
              <a:gd name="connsiteY0" fmla="*/ 3194273 h 3194273"/>
              <a:gd name="connsiteX1" fmla="*/ 986790 w 1963011"/>
              <a:gd name="connsiteY1" fmla="*/ 0 h 3194273"/>
              <a:gd name="connsiteX2" fmla="*/ 1963011 w 1963011"/>
              <a:gd name="connsiteY2" fmla="*/ 3135398 h 3194273"/>
              <a:gd name="connsiteX3" fmla="*/ 0 w 1963011"/>
              <a:gd name="connsiteY3" fmla="*/ 3194273 h 3194273"/>
              <a:gd name="connsiteX0" fmla="*/ 0 w 2000431"/>
              <a:gd name="connsiteY0" fmla="*/ 3814789 h 3814789"/>
              <a:gd name="connsiteX1" fmla="*/ 1024210 w 2000431"/>
              <a:gd name="connsiteY1" fmla="*/ 0 h 3814789"/>
              <a:gd name="connsiteX2" fmla="*/ 2000431 w 2000431"/>
              <a:gd name="connsiteY2" fmla="*/ 3135398 h 3814789"/>
              <a:gd name="connsiteX3" fmla="*/ 0 w 2000431"/>
              <a:gd name="connsiteY3" fmla="*/ 3814789 h 3814789"/>
              <a:gd name="connsiteX0" fmla="*/ 0 w 2132737"/>
              <a:gd name="connsiteY0" fmla="*/ 3814789 h 3814789"/>
              <a:gd name="connsiteX1" fmla="*/ 1024210 w 2132737"/>
              <a:gd name="connsiteY1" fmla="*/ 0 h 3814789"/>
              <a:gd name="connsiteX2" fmla="*/ 2132737 w 2132737"/>
              <a:gd name="connsiteY2" fmla="*/ 3792699 h 3814789"/>
              <a:gd name="connsiteX3" fmla="*/ 0 w 2132737"/>
              <a:gd name="connsiteY3" fmla="*/ 3814789 h 3814789"/>
              <a:gd name="connsiteX0" fmla="*/ 0 w 1984585"/>
              <a:gd name="connsiteY0" fmla="*/ 3814789 h 3814789"/>
              <a:gd name="connsiteX1" fmla="*/ 1024210 w 1984585"/>
              <a:gd name="connsiteY1" fmla="*/ 0 h 3814789"/>
              <a:gd name="connsiteX2" fmla="*/ 1984585 w 1984585"/>
              <a:gd name="connsiteY2" fmla="*/ 3786665 h 3814789"/>
              <a:gd name="connsiteX3" fmla="*/ 0 w 1984585"/>
              <a:gd name="connsiteY3" fmla="*/ 3814789 h 3814789"/>
            </a:gdLst>
            <a:ahLst/>
            <a:cxnLst>
              <a:cxn ang="0">
                <a:pos x="connsiteX0" y="connsiteY0"/>
              </a:cxn>
              <a:cxn ang="0">
                <a:pos x="connsiteX1" y="connsiteY1"/>
              </a:cxn>
              <a:cxn ang="0">
                <a:pos x="connsiteX2" y="connsiteY2"/>
              </a:cxn>
              <a:cxn ang="0">
                <a:pos x="connsiteX3" y="connsiteY3"/>
              </a:cxn>
            </a:cxnLst>
            <a:rect l="l" t="t" r="r" b="b"/>
            <a:pathLst>
              <a:path w="1984585" h="3814789">
                <a:moveTo>
                  <a:pt x="0" y="3814789"/>
                </a:moveTo>
                <a:lnTo>
                  <a:pt x="1024210" y="0"/>
                </a:lnTo>
                <a:lnTo>
                  <a:pt x="1984585" y="3786665"/>
                </a:lnTo>
                <a:lnTo>
                  <a:pt x="0" y="3814789"/>
                </a:lnTo>
                <a:close/>
              </a:path>
            </a:pathLst>
          </a:custGeom>
          <a:solidFill>
            <a:srgbClr val="1E344D">
              <a:alpha val="37971"/>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9" name="梯形 518">
            <a:extLst>
              <a:ext uri="{FF2B5EF4-FFF2-40B4-BE49-F238E27FC236}">
                <a16:creationId xmlns:a16="http://schemas.microsoft.com/office/drawing/2014/main" id="{F94D3DDA-68A4-53D3-6D66-25C6CFD63BB4}"/>
              </a:ext>
            </a:extLst>
          </p:cNvPr>
          <p:cNvSpPr/>
          <p:nvPr/>
        </p:nvSpPr>
        <p:spPr>
          <a:xfrm rot="5584043">
            <a:off x="7684427" y="1993362"/>
            <a:ext cx="3465227" cy="3794622"/>
          </a:xfrm>
          <a:prstGeom prst="trapezoid">
            <a:avLst/>
          </a:prstGeom>
          <a:solidFill>
            <a:srgbClr val="1E344D">
              <a:alpha val="4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zh-CN" altLang="en-US"/>
          </a:p>
        </p:txBody>
      </p:sp>
      <p:sp>
        <p:nvSpPr>
          <p:cNvPr id="507" name="三角形 506">
            <a:extLst>
              <a:ext uri="{FF2B5EF4-FFF2-40B4-BE49-F238E27FC236}">
                <a16:creationId xmlns:a16="http://schemas.microsoft.com/office/drawing/2014/main" id="{CC6A51C4-EC8F-C483-5E63-F17E0F1649D9}"/>
              </a:ext>
            </a:extLst>
          </p:cNvPr>
          <p:cNvSpPr/>
          <p:nvPr/>
        </p:nvSpPr>
        <p:spPr>
          <a:xfrm rot="3882164">
            <a:off x="5212607" y="2908724"/>
            <a:ext cx="1963011" cy="3194273"/>
          </a:xfrm>
          <a:custGeom>
            <a:avLst/>
            <a:gdLst>
              <a:gd name="connsiteX0" fmla="*/ 0 w 2311516"/>
              <a:gd name="connsiteY0" fmla="*/ 3725949 h 3725949"/>
              <a:gd name="connsiteX1" fmla="*/ 1155758 w 2311516"/>
              <a:gd name="connsiteY1" fmla="*/ 0 h 3725949"/>
              <a:gd name="connsiteX2" fmla="*/ 2311516 w 2311516"/>
              <a:gd name="connsiteY2" fmla="*/ 3725949 h 3725949"/>
              <a:gd name="connsiteX3" fmla="*/ 0 w 2311516"/>
              <a:gd name="connsiteY3" fmla="*/ 3725949 h 3725949"/>
              <a:gd name="connsiteX0" fmla="*/ 0 w 2131979"/>
              <a:gd name="connsiteY0" fmla="*/ 3725949 h 3725949"/>
              <a:gd name="connsiteX1" fmla="*/ 1155758 w 2131979"/>
              <a:gd name="connsiteY1" fmla="*/ 0 h 3725949"/>
              <a:gd name="connsiteX2" fmla="*/ 2131979 w 2131979"/>
              <a:gd name="connsiteY2" fmla="*/ 3135398 h 3725949"/>
              <a:gd name="connsiteX3" fmla="*/ 0 w 2131979"/>
              <a:gd name="connsiteY3" fmla="*/ 3725949 h 3725949"/>
              <a:gd name="connsiteX0" fmla="*/ 0 w 1963011"/>
              <a:gd name="connsiteY0" fmla="*/ 3194273 h 3194273"/>
              <a:gd name="connsiteX1" fmla="*/ 986790 w 1963011"/>
              <a:gd name="connsiteY1" fmla="*/ 0 h 3194273"/>
              <a:gd name="connsiteX2" fmla="*/ 1963011 w 1963011"/>
              <a:gd name="connsiteY2" fmla="*/ 3135398 h 3194273"/>
              <a:gd name="connsiteX3" fmla="*/ 0 w 1963011"/>
              <a:gd name="connsiteY3" fmla="*/ 3194273 h 3194273"/>
            </a:gdLst>
            <a:ahLst/>
            <a:cxnLst>
              <a:cxn ang="0">
                <a:pos x="connsiteX0" y="connsiteY0"/>
              </a:cxn>
              <a:cxn ang="0">
                <a:pos x="connsiteX1" y="connsiteY1"/>
              </a:cxn>
              <a:cxn ang="0">
                <a:pos x="connsiteX2" y="connsiteY2"/>
              </a:cxn>
              <a:cxn ang="0">
                <a:pos x="connsiteX3" y="connsiteY3"/>
              </a:cxn>
            </a:cxnLst>
            <a:rect l="l" t="t" r="r" b="b"/>
            <a:pathLst>
              <a:path w="1963011" h="3194273">
                <a:moveTo>
                  <a:pt x="0" y="3194273"/>
                </a:moveTo>
                <a:lnTo>
                  <a:pt x="986790" y="0"/>
                </a:lnTo>
                <a:lnTo>
                  <a:pt x="1963011" y="3135398"/>
                </a:lnTo>
                <a:lnTo>
                  <a:pt x="0" y="3194273"/>
                </a:lnTo>
                <a:close/>
              </a:path>
            </a:pathLst>
          </a:custGeom>
          <a:solidFill>
            <a:srgbClr val="1E344D">
              <a:alpha val="3884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aphicFrame>
        <p:nvGraphicFramePr>
          <p:cNvPr id="505" name="图表 504">
            <a:extLst>
              <a:ext uri="{FF2B5EF4-FFF2-40B4-BE49-F238E27FC236}">
                <a16:creationId xmlns:a16="http://schemas.microsoft.com/office/drawing/2014/main" id="{52A6B6AA-ED88-1365-AE3B-4BDCFFCF50D7}"/>
              </a:ext>
            </a:extLst>
          </p:cNvPr>
          <p:cNvGraphicFramePr/>
          <p:nvPr>
            <p:extLst>
              <p:ext uri="{D42A27DB-BD31-4B8C-83A1-F6EECF244321}">
                <p14:modId xmlns:p14="http://schemas.microsoft.com/office/powerpoint/2010/main" val="4146089211"/>
              </p:ext>
            </p:extLst>
          </p:nvPr>
        </p:nvGraphicFramePr>
        <p:xfrm>
          <a:off x="5687237" y="1942706"/>
          <a:ext cx="3964763" cy="373508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13" name="图表 512">
            <a:extLst>
              <a:ext uri="{FF2B5EF4-FFF2-40B4-BE49-F238E27FC236}">
                <a16:creationId xmlns:a16="http://schemas.microsoft.com/office/drawing/2014/main" id="{F64B8D02-55F7-9E98-F466-80F92C966750}"/>
              </a:ext>
            </a:extLst>
          </p:cNvPr>
          <p:cNvGraphicFramePr/>
          <p:nvPr>
            <p:extLst>
              <p:ext uri="{D42A27DB-BD31-4B8C-83A1-F6EECF244321}">
                <p14:modId xmlns:p14="http://schemas.microsoft.com/office/powerpoint/2010/main" val="1315685600"/>
              </p:ext>
            </p:extLst>
          </p:nvPr>
        </p:nvGraphicFramePr>
        <p:xfrm>
          <a:off x="3512760" y="4117920"/>
          <a:ext cx="2274187" cy="226473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4" name="图表 513">
            <a:extLst>
              <a:ext uri="{FF2B5EF4-FFF2-40B4-BE49-F238E27FC236}">
                <a16:creationId xmlns:a16="http://schemas.microsoft.com/office/drawing/2014/main" id="{CA58A804-5A71-8441-FD0C-C7825B92BD34}"/>
              </a:ext>
            </a:extLst>
          </p:cNvPr>
          <p:cNvGraphicFramePr/>
          <p:nvPr>
            <p:extLst>
              <p:ext uri="{D42A27DB-BD31-4B8C-83A1-F6EECF244321}">
                <p14:modId xmlns:p14="http://schemas.microsoft.com/office/powerpoint/2010/main" val="3207655755"/>
              </p:ext>
            </p:extLst>
          </p:nvPr>
        </p:nvGraphicFramePr>
        <p:xfrm>
          <a:off x="2725244" y="2052635"/>
          <a:ext cx="2412433" cy="240240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17" name="图表 516">
            <a:extLst>
              <a:ext uri="{FF2B5EF4-FFF2-40B4-BE49-F238E27FC236}">
                <a16:creationId xmlns:a16="http://schemas.microsoft.com/office/drawing/2014/main" id="{475840A8-6423-0E94-47C5-4CDC0D26C7DE}"/>
              </a:ext>
            </a:extLst>
          </p:cNvPr>
          <p:cNvGraphicFramePr/>
          <p:nvPr>
            <p:extLst>
              <p:ext uri="{D42A27DB-BD31-4B8C-83A1-F6EECF244321}">
                <p14:modId xmlns:p14="http://schemas.microsoft.com/office/powerpoint/2010/main" val="3367879831"/>
              </p:ext>
            </p:extLst>
          </p:nvPr>
        </p:nvGraphicFramePr>
        <p:xfrm>
          <a:off x="3955312" y="959454"/>
          <a:ext cx="1605516" cy="149666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20" name="图表 519">
            <a:extLst>
              <a:ext uri="{FF2B5EF4-FFF2-40B4-BE49-F238E27FC236}">
                <a16:creationId xmlns:a16="http://schemas.microsoft.com/office/drawing/2014/main" id="{CC942603-C560-1B3C-FB5A-CA3D49E9FA7E}"/>
              </a:ext>
            </a:extLst>
          </p:cNvPr>
          <p:cNvGraphicFramePr/>
          <p:nvPr>
            <p:extLst>
              <p:ext uri="{D42A27DB-BD31-4B8C-83A1-F6EECF244321}">
                <p14:modId xmlns:p14="http://schemas.microsoft.com/office/powerpoint/2010/main" val="1006052485"/>
              </p:ext>
            </p:extLst>
          </p:nvPr>
        </p:nvGraphicFramePr>
        <p:xfrm>
          <a:off x="9917813" y="2779461"/>
          <a:ext cx="2274187" cy="2264735"/>
        </p:xfrm>
        <a:graphic>
          <a:graphicData uri="http://schemas.openxmlformats.org/drawingml/2006/chart">
            <c:chart xmlns:c="http://schemas.openxmlformats.org/drawingml/2006/chart" xmlns:r="http://schemas.openxmlformats.org/officeDocument/2006/relationships" r:id="rId7"/>
          </a:graphicData>
        </a:graphic>
      </p:graphicFrame>
      <p:sp>
        <p:nvSpPr>
          <p:cNvPr id="556" name="矩形 555">
            <a:extLst>
              <a:ext uri="{FF2B5EF4-FFF2-40B4-BE49-F238E27FC236}">
                <a16:creationId xmlns:a16="http://schemas.microsoft.com/office/drawing/2014/main" id="{B55C9E1C-EF52-6633-4BC3-788D426FBB12}"/>
              </a:ext>
            </a:extLst>
          </p:cNvPr>
          <p:cNvSpPr/>
          <p:nvPr/>
        </p:nvSpPr>
        <p:spPr>
          <a:xfrm>
            <a:off x="2548616" y="1456323"/>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57" name="文本框 556">
            <a:extLst>
              <a:ext uri="{FF2B5EF4-FFF2-40B4-BE49-F238E27FC236}">
                <a16:creationId xmlns:a16="http://schemas.microsoft.com/office/drawing/2014/main" id="{3B9E938A-2D1B-F483-CDD7-D762F0CA0175}"/>
              </a:ext>
            </a:extLst>
          </p:cNvPr>
          <p:cNvSpPr txBox="1"/>
          <p:nvPr/>
        </p:nvSpPr>
        <p:spPr>
          <a:xfrm>
            <a:off x="2863853" y="1401190"/>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8" name="矩形 557">
            <a:extLst>
              <a:ext uri="{FF2B5EF4-FFF2-40B4-BE49-F238E27FC236}">
                <a16:creationId xmlns:a16="http://schemas.microsoft.com/office/drawing/2014/main" id="{40DF8E58-FA81-CB47-B645-F3A44259F249}"/>
              </a:ext>
            </a:extLst>
          </p:cNvPr>
          <p:cNvSpPr/>
          <p:nvPr/>
        </p:nvSpPr>
        <p:spPr>
          <a:xfrm>
            <a:off x="2540403" y="4950948"/>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59" name="文本框 558">
            <a:extLst>
              <a:ext uri="{FF2B5EF4-FFF2-40B4-BE49-F238E27FC236}">
                <a16:creationId xmlns:a16="http://schemas.microsoft.com/office/drawing/2014/main" id="{578460A3-6456-FC35-D792-09A4978ECBEB}"/>
              </a:ext>
            </a:extLst>
          </p:cNvPr>
          <p:cNvSpPr txBox="1"/>
          <p:nvPr/>
        </p:nvSpPr>
        <p:spPr>
          <a:xfrm>
            <a:off x="2855640" y="4927713"/>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2" name="矩形 561">
            <a:extLst>
              <a:ext uri="{FF2B5EF4-FFF2-40B4-BE49-F238E27FC236}">
                <a16:creationId xmlns:a16="http://schemas.microsoft.com/office/drawing/2014/main" id="{1186AFC5-D6A6-EBA6-EBD2-209447994138}"/>
              </a:ext>
            </a:extLst>
          </p:cNvPr>
          <p:cNvSpPr/>
          <p:nvPr/>
        </p:nvSpPr>
        <p:spPr>
          <a:xfrm>
            <a:off x="2540403" y="5238980"/>
            <a:ext cx="329609" cy="159488"/>
          </a:xfrm>
          <a:prstGeom prst="rect">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8" name="文本框 567">
            <a:extLst>
              <a:ext uri="{FF2B5EF4-FFF2-40B4-BE49-F238E27FC236}">
                <a16:creationId xmlns:a16="http://schemas.microsoft.com/office/drawing/2014/main" id="{1D6AAD60-85DD-8830-2156-38997D2B653B}"/>
              </a:ext>
            </a:extLst>
          </p:cNvPr>
          <p:cNvSpPr txBox="1"/>
          <p:nvPr/>
        </p:nvSpPr>
        <p:spPr>
          <a:xfrm>
            <a:off x="2866272" y="5215744"/>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9" name="矩形 578">
            <a:extLst>
              <a:ext uri="{FF2B5EF4-FFF2-40B4-BE49-F238E27FC236}">
                <a16:creationId xmlns:a16="http://schemas.microsoft.com/office/drawing/2014/main" id="{5A54A0BA-51B3-E947-E323-9AC7ED80F5BB}"/>
              </a:ext>
            </a:extLst>
          </p:cNvPr>
          <p:cNvSpPr/>
          <p:nvPr/>
        </p:nvSpPr>
        <p:spPr>
          <a:xfrm>
            <a:off x="2540403" y="5529834"/>
            <a:ext cx="329609" cy="159488"/>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6" name="文本框 585">
            <a:extLst>
              <a:ext uri="{FF2B5EF4-FFF2-40B4-BE49-F238E27FC236}">
                <a16:creationId xmlns:a16="http://schemas.microsoft.com/office/drawing/2014/main" id="{49E5A09D-E319-CF0E-2F0B-305A84C25081}"/>
              </a:ext>
            </a:extLst>
          </p:cNvPr>
          <p:cNvSpPr txBox="1"/>
          <p:nvPr/>
        </p:nvSpPr>
        <p:spPr>
          <a:xfrm>
            <a:off x="2855640" y="5474701"/>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7" name="矩形 586">
            <a:extLst>
              <a:ext uri="{FF2B5EF4-FFF2-40B4-BE49-F238E27FC236}">
                <a16:creationId xmlns:a16="http://schemas.microsoft.com/office/drawing/2014/main" id="{1F8AD764-FC63-2356-5D7F-8360FC01A1C4}"/>
              </a:ext>
            </a:extLst>
          </p:cNvPr>
          <p:cNvSpPr/>
          <p:nvPr/>
        </p:nvSpPr>
        <p:spPr>
          <a:xfrm>
            <a:off x="2540403" y="5772513"/>
            <a:ext cx="329609" cy="159488"/>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8" name="文本框 587">
            <a:extLst>
              <a:ext uri="{FF2B5EF4-FFF2-40B4-BE49-F238E27FC236}">
                <a16:creationId xmlns:a16="http://schemas.microsoft.com/office/drawing/2014/main" id="{C7419343-818E-B0A5-4E79-53A55CF3D54F}"/>
              </a:ext>
            </a:extLst>
          </p:cNvPr>
          <p:cNvSpPr txBox="1"/>
          <p:nvPr/>
        </p:nvSpPr>
        <p:spPr>
          <a:xfrm>
            <a:off x="2855640" y="5749278"/>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9" name="矩形 588">
            <a:extLst>
              <a:ext uri="{FF2B5EF4-FFF2-40B4-BE49-F238E27FC236}">
                <a16:creationId xmlns:a16="http://schemas.microsoft.com/office/drawing/2014/main" id="{09FA1704-E6CA-38EB-E673-C116CA775876}"/>
              </a:ext>
            </a:extLst>
          </p:cNvPr>
          <p:cNvSpPr/>
          <p:nvPr/>
        </p:nvSpPr>
        <p:spPr>
          <a:xfrm>
            <a:off x="2540403" y="6060545"/>
            <a:ext cx="329609" cy="159488"/>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0" name="文本框 589">
            <a:extLst>
              <a:ext uri="{FF2B5EF4-FFF2-40B4-BE49-F238E27FC236}">
                <a16:creationId xmlns:a16="http://schemas.microsoft.com/office/drawing/2014/main" id="{3976E097-4177-EEAC-365D-2237B69A79E1}"/>
              </a:ext>
            </a:extLst>
          </p:cNvPr>
          <p:cNvSpPr txBox="1"/>
          <p:nvPr/>
        </p:nvSpPr>
        <p:spPr>
          <a:xfrm>
            <a:off x="2866272" y="6037309"/>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1" name="矩形 590">
            <a:extLst>
              <a:ext uri="{FF2B5EF4-FFF2-40B4-BE49-F238E27FC236}">
                <a16:creationId xmlns:a16="http://schemas.microsoft.com/office/drawing/2014/main" id="{F9D13F8C-A497-F27D-9C13-5E9657F01AB2}"/>
              </a:ext>
            </a:extLst>
          </p:cNvPr>
          <p:cNvSpPr/>
          <p:nvPr/>
        </p:nvSpPr>
        <p:spPr>
          <a:xfrm>
            <a:off x="2548616" y="1744355"/>
            <a:ext cx="329609" cy="159488"/>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2" name="文本框 591">
            <a:extLst>
              <a:ext uri="{FF2B5EF4-FFF2-40B4-BE49-F238E27FC236}">
                <a16:creationId xmlns:a16="http://schemas.microsoft.com/office/drawing/2014/main" id="{885607CF-F532-C977-1812-FE9082332A69}"/>
              </a:ext>
            </a:extLst>
          </p:cNvPr>
          <p:cNvSpPr txBox="1"/>
          <p:nvPr/>
        </p:nvSpPr>
        <p:spPr>
          <a:xfrm>
            <a:off x="2863853" y="1689222"/>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3" name="矩形 592">
            <a:extLst>
              <a:ext uri="{FF2B5EF4-FFF2-40B4-BE49-F238E27FC236}">
                <a16:creationId xmlns:a16="http://schemas.microsoft.com/office/drawing/2014/main" id="{127E62E0-EDE3-FE35-1636-18B2AF99EF28}"/>
              </a:ext>
            </a:extLst>
          </p:cNvPr>
          <p:cNvSpPr/>
          <p:nvPr/>
        </p:nvSpPr>
        <p:spPr>
          <a:xfrm>
            <a:off x="2548616" y="2032387"/>
            <a:ext cx="329609" cy="159488"/>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4" name="文本框 593">
            <a:extLst>
              <a:ext uri="{FF2B5EF4-FFF2-40B4-BE49-F238E27FC236}">
                <a16:creationId xmlns:a16="http://schemas.microsoft.com/office/drawing/2014/main" id="{FE7AF41A-C4FF-7BF0-F091-5C660056974F}"/>
              </a:ext>
            </a:extLst>
          </p:cNvPr>
          <p:cNvSpPr txBox="1"/>
          <p:nvPr/>
        </p:nvSpPr>
        <p:spPr>
          <a:xfrm>
            <a:off x="2863853" y="1977254"/>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矩形 594">
            <a:extLst>
              <a:ext uri="{FF2B5EF4-FFF2-40B4-BE49-F238E27FC236}">
                <a16:creationId xmlns:a16="http://schemas.microsoft.com/office/drawing/2014/main" id="{FCA031EB-4B34-F1D2-E86A-F9CDE919662B}"/>
              </a:ext>
            </a:extLst>
          </p:cNvPr>
          <p:cNvSpPr/>
          <p:nvPr/>
        </p:nvSpPr>
        <p:spPr>
          <a:xfrm>
            <a:off x="5780763" y="1107869"/>
            <a:ext cx="329609" cy="15948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6" name="文本框 595">
            <a:extLst>
              <a:ext uri="{FF2B5EF4-FFF2-40B4-BE49-F238E27FC236}">
                <a16:creationId xmlns:a16="http://schemas.microsoft.com/office/drawing/2014/main" id="{214734C8-DCC2-660A-C150-A51683CB68F7}"/>
              </a:ext>
            </a:extLst>
          </p:cNvPr>
          <p:cNvSpPr txBox="1"/>
          <p:nvPr/>
        </p:nvSpPr>
        <p:spPr>
          <a:xfrm>
            <a:off x="6096000" y="1052736"/>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7" name="矩形 596">
            <a:extLst>
              <a:ext uri="{FF2B5EF4-FFF2-40B4-BE49-F238E27FC236}">
                <a16:creationId xmlns:a16="http://schemas.microsoft.com/office/drawing/2014/main" id="{6461CF99-C747-4771-1D89-BE41D536ED94}"/>
              </a:ext>
            </a:extLst>
          </p:cNvPr>
          <p:cNvSpPr/>
          <p:nvPr/>
        </p:nvSpPr>
        <p:spPr>
          <a:xfrm>
            <a:off x="5780763" y="1395901"/>
            <a:ext cx="329609" cy="159488"/>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8" name="文本框 597">
            <a:extLst>
              <a:ext uri="{FF2B5EF4-FFF2-40B4-BE49-F238E27FC236}">
                <a16:creationId xmlns:a16="http://schemas.microsoft.com/office/drawing/2014/main" id="{A481D5EC-8E65-2D87-8519-031D42EE9FEC}"/>
              </a:ext>
            </a:extLst>
          </p:cNvPr>
          <p:cNvSpPr txBox="1"/>
          <p:nvPr/>
        </p:nvSpPr>
        <p:spPr>
          <a:xfrm>
            <a:off x="6096000" y="1340768"/>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矩形 598">
            <a:extLst>
              <a:ext uri="{FF2B5EF4-FFF2-40B4-BE49-F238E27FC236}">
                <a16:creationId xmlns:a16="http://schemas.microsoft.com/office/drawing/2014/main" id="{306DE637-2868-45CF-5762-7ABA35FA7D08}"/>
              </a:ext>
            </a:extLst>
          </p:cNvPr>
          <p:cNvSpPr/>
          <p:nvPr/>
        </p:nvSpPr>
        <p:spPr>
          <a:xfrm>
            <a:off x="5780763" y="1683933"/>
            <a:ext cx="329609" cy="159488"/>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0" name="文本框 599">
            <a:extLst>
              <a:ext uri="{FF2B5EF4-FFF2-40B4-BE49-F238E27FC236}">
                <a16:creationId xmlns:a16="http://schemas.microsoft.com/office/drawing/2014/main" id="{E4BCF73C-B0CF-E263-E259-B6947B0D239B}"/>
              </a:ext>
            </a:extLst>
          </p:cNvPr>
          <p:cNvSpPr txBox="1"/>
          <p:nvPr/>
        </p:nvSpPr>
        <p:spPr>
          <a:xfrm>
            <a:off x="6096000" y="1628800"/>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030F50B3-DC39-AF50-BCDE-1635152F661A}"/>
              </a:ext>
            </a:extLst>
          </p:cNvPr>
          <p:cNvSpPr txBox="1"/>
          <p:nvPr/>
        </p:nvSpPr>
        <p:spPr>
          <a:xfrm>
            <a:off x="4202687" y="5060156"/>
            <a:ext cx="1093569" cy="261610"/>
          </a:xfrm>
          <a:prstGeom prst="rect">
            <a:avLst/>
          </a:prstGeom>
          <a:noFill/>
        </p:spPr>
        <p:txBody>
          <a:bodyPr wrap="none" rtlCol="0">
            <a:spAutoFit/>
          </a:bodyPr>
          <a:lstStyle/>
          <a:p>
            <a:r>
              <a:rPr kumimoji="1" lang="en" altLang="zh-CN" sz="1100" dirty="0">
                <a:latin typeface="Alibaba PuHuiTi Medium" pitchFamily="18" charset="-122"/>
                <a:ea typeface="Alibaba PuHuiTi Medium" pitchFamily="18" charset="-122"/>
                <a:cs typeface="Alibaba PuHuiTi Medium" pitchFamily="18" charset="-122"/>
              </a:rPr>
              <a:t>the quarter</a:t>
            </a:r>
            <a:r>
              <a:rPr kumimoji="1" lang="en-US" altLang="zh-CN" sz="1100" dirty="0">
                <a:latin typeface="Alibaba PuHuiTi Medium" pitchFamily="18" charset="-122"/>
                <a:ea typeface="Alibaba PuHuiTi Medium" pitchFamily="18" charset="-122"/>
                <a:cs typeface="Alibaba PuHuiTi Medium" pitchFamily="18" charset="-122"/>
              </a:rPr>
              <a:t>-4</a:t>
            </a:r>
            <a:endParaRPr kumimoji="1" lang="zh-CN" altLang="en-US" sz="1100" dirty="0">
              <a:latin typeface="Alibaba PuHuiTi Medium" pitchFamily="18" charset="-122"/>
              <a:ea typeface="Alibaba PuHuiTi Medium" pitchFamily="18" charset="-122"/>
              <a:cs typeface="Alibaba PuHuiTi Medium" pitchFamily="18" charset="-122"/>
            </a:endParaRPr>
          </a:p>
        </p:txBody>
      </p:sp>
      <p:sp>
        <p:nvSpPr>
          <p:cNvPr id="602" name="文本框 601">
            <a:extLst>
              <a:ext uri="{FF2B5EF4-FFF2-40B4-BE49-F238E27FC236}">
                <a16:creationId xmlns:a16="http://schemas.microsoft.com/office/drawing/2014/main" id="{AFFF4DCD-DD08-4024-B200-82CD7796B8D0}"/>
              </a:ext>
            </a:extLst>
          </p:cNvPr>
          <p:cNvSpPr txBox="1"/>
          <p:nvPr/>
        </p:nvSpPr>
        <p:spPr>
          <a:xfrm>
            <a:off x="3452293" y="3372462"/>
            <a:ext cx="1093569" cy="261610"/>
          </a:xfrm>
          <a:prstGeom prst="rect">
            <a:avLst/>
          </a:prstGeom>
          <a:noFill/>
        </p:spPr>
        <p:txBody>
          <a:bodyPr wrap="non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-3</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3" name="文本框 602">
            <a:extLst>
              <a:ext uri="{FF2B5EF4-FFF2-40B4-BE49-F238E27FC236}">
                <a16:creationId xmlns:a16="http://schemas.microsoft.com/office/drawing/2014/main" id="{7F7B8525-385F-A4F2-8A14-657E1ADFDD00}"/>
              </a:ext>
            </a:extLst>
          </p:cNvPr>
          <p:cNvSpPr txBox="1"/>
          <p:nvPr/>
        </p:nvSpPr>
        <p:spPr>
          <a:xfrm>
            <a:off x="4223792" y="1628800"/>
            <a:ext cx="1093569" cy="261610"/>
          </a:xfrm>
          <a:prstGeom prst="rect">
            <a:avLst/>
          </a:prstGeom>
          <a:noFill/>
        </p:spPr>
        <p:txBody>
          <a:bodyPr wrap="none" rtlCol="0">
            <a:spAutoFit/>
          </a:bodyPr>
          <a:lstStyle/>
          <a:p>
            <a:r>
              <a:rPr kumimoji="1" lang="en" altLang="zh-CN" sz="1100" dirty="0">
                <a:latin typeface="Alibaba PuHuiTi Medium" pitchFamily="18" charset="-122"/>
                <a:ea typeface="Alibaba PuHuiTi Medium" pitchFamily="18" charset="-122"/>
                <a:cs typeface="Alibaba PuHuiTi Medium" pitchFamily="18" charset="-122"/>
              </a:rPr>
              <a:t>the quarter</a:t>
            </a:r>
            <a:r>
              <a:rPr kumimoji="1" lang="en-US" altLang="zh-CN" sz="1100" dirty="0">
                <a:latin typeface="Alibaba PuHuiTi Medium" pitchFamily="18" charset="-122"/>
                <a:ea typeface="Alibaba PuHuiTi Medium" pitchFamily="18" charset="-122"/>
                <a:cs typeface="Alibaba PuHuiTi Medium" pitchFamily="18" charset="-122"/>
              </a:rPr>
              <a:t>-2</a:t>
            </a:r>
            <a:endParaRPr kumimoji="1" lang="zh-CN" altLang="en-US" sz="1100" dirty="0">
              <a:latin typeface="Alibaba PuHuiTi Medium" pitchFamily="18" charset="-122"/>
              <a:ea typeface="Alibaba PuHuiTi Medium" pitchFamily="18" charset="-122"/>
              <a:cs typeface="Alibaba PuHuiTi Medium" pitchFamily="18" charset="-122"/>
            </a:endParaRPr>
          </a:p>
        </p:txBody>
      </p:sp>
      <p:sp>
        <p:nvSpPr>
          <p:cNvPr id="604" name="文本框 603">
            <a:extLst>
              <a:ext uri="{FF2B5EF4-FFF2-40B4-BE49-F238E27FC236}">
                <a16:creationId xmlns:a16="http://schemas.microsoft.com/office/drawing/2014/main" id="{78C6ED18-C1E7-D667-6D00-E9E95D778F4E}"/>
              </a:ext>
            </a:extLst>
          </p:cNvPr>
          <p:cNvSpPr txBox="1"/>
          <p:nvPr/>
        </p:nvSpPr>
        <p:spPr>
          <a:xfrm>
            <a:off x="10632504" y="4149080"/>
            <a:ext cx="1093569" cy="261610"/>
          </a:xfrm>
          <a:prstGeom prst="rect">
            <a:avLst/>
          </a:prstGeom>
          <a:noFill/>
        </p:spPr>
        <p:txBody>
          <a:bodyPr wrap="none" rtlCol="0">
            <a:spAutoFit/>
          </a:bodyPr>
          <a:lstStyle/>
          <a:p>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the quarter</a:t>
            </a:r>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-1</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05" name="文本框 604">
            <a:extLst>
              <a:ext uri="{FF2B5EF4-FFF2-40B4-BE49-F238E27FC236}">
                <a16:creationId xmlns:a16="http://schemas.microsoft.com/office/drawing/2014/main" id="{4F2CE88F-6258-C39C-4B6B-2BA07765FE67}"/>
              </a:ext>
            </a:extLst>
          </p:cNvPr>
          <p:cNvSpPr txBox="1"/>
          <p:nvPr/>
        </p:nvSpPr>
        <p:spPr>
          <a:xfrm>
            <a:off x="6802581" y="5663440"/>
            <a:ext cx="1717137"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THE QUARTER</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6" name="圆角矩形 605">
            <a:extLst>
              <a:ext uri="{FF2B5EF4-FFF2-40B4-BE49-F238E27FC236}">
                <a16:creationId xmlns:a16="http://schemas.microsoft.com/office/drawing/2014/main" id="{90988C03-7387-2B8D-4417-9E9823120DC0}"/>
              </a:ext>
            </a:extLst>
          </p:cNvPr>
          <p:cNvSpPr/>
          <p:nvPr/>
        </p:nvSpPr>
        <p:spPr>
          <a:xfrm>
            <a:off x="367024" y="2804498"/>
            <a:ext cx="1704518"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7" name="文本框 606">
            <a:extLst>
              <a:ext uri="{FF2B5EF4-FFF2-40B4-BE49-F238E27FC236}">
                <a16:creationId xmlns:a16="http://schemas.microsoft.com/office/drawing/2014/main" id="{319CD2FD-9121-9C4B-09FF-6949514B07AF}"/>
              </a:ext>
            </a:extLst>
          </p:cNvPr>
          <p:cNvSpPr txBox="1"/>
          <p:nvPr/>
        </p:nvSpPr>
        <p:spPr>
          <a:xfrm>
            <a:off x="434778" y="2808883"/>
            <a:ext cx="1538963"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9" name="文本框 608">
            <a:extLst>
              <a:ext uri="{FF2B5EF4-FFF2-40B4-BE49-F238E27FC236}">
                <a16:creationId xmlns:a16="http://schemas.microsoft.com/office/drawing/2014/main" id="{12744A5B-472C-F1A2-DC0A-071CE9DE4859}"/>
              </a:ext>
            </a:extLst>
          </p:cNvPr>
          <p:cNvSpPr txBox="1"/>
          <p:nvPr/>
        </p:nvSpPr>
        <p:spPr>
          <a:xfrm>
            <a:off x="317669" y="1871035"/>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19" name="文本框 618">
            <a:extLst>
              <a:ext uri="{FF2B5EF4-FFF2-40B4-BE49-F238E27FC236}">
                <a16:creationId xmlns:a16="http://schemas.microsoft.com/office/drawing/2014/main" id="{6F93332F-27DF-BF92-D8F8-E7AA06B2CD46}"/>
              </a:ext>
            </a:extLst>
          </p:cNvPr>
          <p:cNvSpPr txBox="1"/>
          <p:nvPr/>
        </p:nvSpPr>
        <p:spPr>
          <a:xfrm>
            <a:off x="290557" y="1352008"/>
            <a:ext cx="1975717" cy="415498"/>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1" name="文本框 620">
            <a:extLst>
              <a:ext uri="{FF2B5EF4-FFF2-40B4-BE49-F238E27FC236}">
                <a16:creationId xmlns:a16="http://schemas.microsoft.com/office/drawing/2014/main" id="{C32CA94D-C60B-70D9-6790-72843F01EEA6}"/>
              </a:ext>
            </a:extLst>
          </p:cNvPr>
          <p:cNvSpPr txBox="1"/>
          <p:nvPr/>
        </p:nvSpPr>
        <p:spPr>
          <a:xfrm>
            <a:off x="324423" y="2220181"/>
            <a:ext cx="1975717" cy="415498"/>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22" name="Google Shape;284;p21">
            <a:extLst>
              <a:ext uri="{FF2B5EF4-FFF2-40B4-BE49-F238E27FC236}">
                <a16:creationId xmlns:a16="http://schemas.microsoft.com/office/drawing/2014/main" id="{44793AAA-C6CB-88F4-A14E-6BE2B3242441}"/>
              </a:ext>
            </a:extLst>
          </p:cNvPr>
          <p:cNvCxnSpPr>
            <a:cxnSpLocks/>
          </p:cNvCxnSpPr>
          <p:nvPr/>
        </p:nvCxnSpPr>
        <p:spPr>
          <a:xfrm>
            <a:off x="402335" y="2174557"/>
            <a:ext cx="1361982" cy="0"/>
          </a:xfrm>
          <a:prstGeom prst="straightConnector1">
            <a:avLst/>
          </a:prstGeom>
          <a:noFill/>
          <a:ln w="12700" cap="flat" cmpd="sng">
            <a:solidFill>
              <a:schemeClr val="tx1"/>
            </a:solidFill>
            <a:prstDash val="solid"/>
            <a:round/>
            <a:headEnd type="none" w="med" len="med"/>
            <a:tailEnd type="none" w="med" len="med"/>
          </a:ln>
        </p:spPr>
      </p:cxnSp>
      <p:sp>
        <p:nvSpPr>
          <p:cNvPr id="625" name="圆角矩形 624">
            <a:extLst>
              <a:ext uri="{FF2B5EF4-FFF2-40B4-BE49-F238E27FC236}">
                <a16:creationId xmlns:a16="http://schemas.microsoft.com/office/drawing/2014/main" id="{2062C44B-64E6-6CB7-02EA-0B9B2298DF96}"/>
              </a:ext>
            </a:extLst>
          </p:cNvPr>
          <p:cNvSpPr/>
          <p:nvPr/>
        </p:nvSpPr>
        <p:spPr>
          <a:xfrm>
            <a:off x="367024" y="3484738"/>
            <a:ext cx="1704518"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6" name="文本框 625">
            <a:extLst>
              <a:ext uri="{FF2B5EF4-FFF2-40B4-BE49-F238E27FC236}">
                <a16:creationId xmlns:a16="http://schemas.microsoft.com/office/drawing/2014/main" id="{F06DC845-0335-717C-7DF0-C8CEE90F7141}"/>
              </a:ext>
            </a:extLst>
          </p:cNvPr>
          <p:cNvSpPr txBox="1"/>
          <p:nvPr/>
        </p:nvSpPr>
        <p:spPr>
          <a:xfrm>
            <a:off x="434778" y="3489123"/>
            <a:ext cx="1538963"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3" name="圆角矩形 632">
            <a:extLst>
              <a:ext uri="{FF2B5EF4-FFF2-40B4-BE49-F238E27FC236}">
                <a16:creationId xmlns:a16="http://schemas.microsoft.com/office/drawing/2014/main" id="{3C17A13E-841D-E94C-421D-28C67E083E4D}"/>
              </a:ext>
            </a:extLst>
          </p:cNvPr>
          <p:cNvSpPr/>
          <p:nvPr/>
        </p:nvSpPr>
        <p:spPr>
          <a:xfrm>
            <a:off x="367024" y="4144695"/>
            <a:ext cx="1704518"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4" name="文本框 633">
            <a:extLst>
              <a:ext uri="{FF2B5EF4-FFF2-40B4-BE49-F238E27FC236}">
                <a16:creationId xmlns:a16="http://schemas.microsoft.com/office/drawing/2014/main" id="{59A34A17-1964-4087-C0D1-6D3BFF234B16}"/>
              </a:ext>
            </a:extLst>
          </p:cNvPr>
          <p:cNvSpPr txBox="1"/>
          <p:nvPr/>
        </p:nvSpPr>
        <p:spPr>
          <a:xfrm>
            <a:off x="434778" y="4149080"/>
            <a:ext cx="1538963"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6" name="Google Shape;284;p21">
            <a:extLst>
              <a:ext uri="{FF2B5EF4-FFF2-40B4-BE49-F238E27FC236}">
                <a16:creationId xmlns:a16="http://schemas.microsoft.com/office/drawing/2014/main" id="{2E38DDCE-FB4A-A4C1-2B51-F6CB9E2357AD}"/>
              </a:ext>
            </a:extLst>
          </p:cNvPr>
          <p:cNvCxnSpPr>
            <a:cxnSpLocks/>
          </p:cNvCxnSpPr>
          <p:nvPr/>
        </p:nvCxnSpPr>
        <p:spPr>
          <a:xfrm>
            <a:off x="311085" y="6290108"/>
            <a:ext cx="1897607" cy="0"/>
          </a:xfrm>
          <a:prstGeom prst="straightConnector1">
            <a:avLst/>
          </a:prstGeom>
          <a:noFill/>
          <a:ln w="19050" cap="flat" cmpd="sng">
            <a:solidFill>
              <a:srgbClr val="1E344D"/>
            </a:solidFill>
            <a:prstDash val="solid"/>
            <a:round/>
            <a:headEnd type="none" w="med" len="med"/>
            <a:tailEnd type="none" w="med" len="med"/>
          </a:ln>
        </p:spPr>
      </p:cxnSp>
      <p:sp>
        <p:nvSpPr>
          <p:cNvPr id="637" name="Google Shape;285;p21">
            <a:extLst>
              <a:ext uri="{FF2B5EF4-FFF2-40B4-BE49-F238E27FC236}">
                <a16:creationId xmlns:a16="http://schemas.microsoft.com/office/drawing/2014/main" id="{1EBC610E-41A4-34B6-5EF0-B43563DD89C5}"/>
              </a:ext>
            </a:extLst>
          </p:cNvPr>
          <p:cNvSpPr txBox="1"/>
          <p:nvPr/>
        </p:nvSpPr>
        <p:spPr>
          <a:xfrm>
            <a:off x="371211" y="6335603"/>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900" b="1">
                <a:solidFill>
                  <a:schemeClr val="dk1"/>
                </a:solidFill>
                <a:latin typeface="Poppins"/>
                <a:ea typeface="Poppins"/>
                <a:cs typeface="Poppins"/>
                <a:sym typeface="Poppins"/>
              </a:rPr>
              <a:t>40%</a:t>
            </a:r>
            <a:endParaRPr sz="900" b="1">
              <a:solidFill>
                <a:schemeClr val="dk1"/>
              </a:solidFill>
              <a:latin typeface="Poppins"/>
              <a:ea typeface="Poppins"/>
              <a:cs typeface="Poppins"/>
              <a:sym typeface="Poppins"/>
            </a:endParaRPr>
          </a:p>
        </p:txBody>
      </p:sp>
      <p:sp>
        <p:nvSpPr>
          <p:cNvPr id="638" name="Google Shape;286;p21">
            <a:extLst>
              <a:ext uri="{FF2B5EF4-FFF2-40B4-BE49-F238E27FC236}">
                <a16:creationId xmlns:a16="http://schemas.microsoft.com/office/drawing/2014/main" id="{93FDCDE1-6AC0-E2E8-F61A-8408F150D771}"/>
              </a:ext>
            </a:extLst>
          </p:cNvPr>
          <p:cNvSpPr txBox="1"/>
          <p:nvPr/>
        </p:nvSpPr>
        <p:spPr>
          <a:xfrm>
            <a:off x="800092" y="6335603"/>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900" b="1">
                <a:solidFill>
                  <a:schemeClr val="dk1"/>
                </a:solidFill>
                <a:latin typeface="Poppins"/>
                <a:ea typeface="Poppins"/>
                <a:cs typeface="Poppins"/>
                <a:sym typeface="Poppins"/>
              </a:rPr>
              <a:t>60%</a:t>
            </a:r>
            <a:endParaRPr sz="900" b="1">
              <a:solidFill>
                <a:schemeClr val="dk1"/>
              </a:solidFill>
              <a:latin typeface="Poppins"/>
              <a:ea typeface="Poppins"/>
              <a:cs typeface="Poppins"/>
              <a:sym typeface="Poppins"/>
            </a:endParaRPr>
          </a:p>
        </p:txBody>
      </p:sp>
      <p:sp>
        <p:nvSpPr>
          <p:cNvPr id="639" name="Google Shape;287;p21">
            <a:extLst>
              <a:ext uri="{FF2B5EF4-FFF2-40B4-BE49-F238E27FC236}">
                <a16:creationId xmlns:a16="http://schemas.microsoft.com/office/drawing/2014/main" id="{03C9D44E-5298-164E-3E72-8A353E82909B}"/>
              </a:ext>
            </a:extLst>
          </p:cNvPr>
          <p:cNvSpPr txBox="1"/>
          <p:nvPr/>
        </p:nvSpPr>
        <p:spPr>
          <a:xfrm>
            <a:off x="1228973" y="6335603"/>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900" b="1">
                <a:solidFill>
                  <a:schemeClr val="dk1"/>
                </a:solidFill>
                <a:latin typeface="Poppins"/>
                <a:ea typeface="Poppins"/>
                <a:cs typeface="Poppins"/>
                <a:sym typeface="Poppins"/>
              </a:rPr>
              <a:t>80%</a:t>
            </a:r>
            <a:endParaRPr sz="900" b="1">
              <a:solidFill>
                <a:schemeClr val="dk1"/>
              </a:solidFill>
              <a:latin typeface="Poppins"/>
              <a:ea typeface="Poppins"/>
              <a:cs typeface="Poppins"/>
              <a:sym typeface="Poppins"/>
            </a:endParaRPr>
          </a:p>
        </p:txBody>
      </p:sp>
      <p:sp>
        <p:nvSpPr>
          <p:cNvPr id="640" name="Google Shape;288;p21">
            <a:extLst>
              <a:ext uri="{FF2B5EF4-FFF2-40B4-BE49-F238E27FC236}">
                <a16:creationId xmlns:a16="http://schemas.microsoft.com/office/drawing/2014/main" id="{E3847887-F494-A879-3798-DE656720AC7C}"/>
              </a:ext>
            </a:extLst>
          </p:cNvPr>
          <p:cNvSpPr txBox="1"/>
          <p:nvPr/>
        </p:nvSpPr>
        <p:spPr>
          <a:xfrm>
            <a:off x="371211" y="6474858"/>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700" b="1">
                <a:solidFill>
                  <a:schemeClr val="dk1"/>
                </a:solidFill>
                <a:latin typeface="Karla"/>
                <a:ea typeface="Karla"/>
                <a:cs typeface="Karla"/>
                <a:sym typeface="Karla"/>
              </a:rPr>
              <a:t>VENUS</a:t>
            </a:r>
            <a:endParaRPr sz="700" b="1">
              <a:solidFill>
                <a:schemeClr val="dk1"/>
              </a:solidFill>
              <a:latin typeface="Karla"/>
              <a:ea typeface="Karla"/>
              <a:cs typeface="Karla"/>
              <a:sym typeface="Karla"/>
            </a:endParaRPr>
          </a:p>
        </p:txBody>
      </p:sp>
      <p:sp>
        <p:nvSpPr>
          <p:cNvPr id="641" name="Google Shape;289;p21">
            <a:extLst>
              <a:ext uri="{FF2B5EF4-FFF2-40B4-BE49-F238E27FC236}">
                <a16:creationId xmlns:a16="http://schemas.microsoft.com/office/drawing/2014/main" id="{B3325B12-106C-1D80-E026-AF2F9429C960}"/>
              </a:ext>
            </a:extLst>
          </p:cNvPr>
          <p:cNvSpPr txBox="1"/>
          <p:nvPr/>
        </p:nvSpPr>
        <p:spPr>
          <a:xfrm>
            <a:off x="802014" y="6474858"/>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700" b="1">
                <a:solidFill>
                  <a:schemeClr val="dk1"/>
                </a:solidFill>
                <a:latin typeface="Karla"/>
                <a:ea typeface="Karla"/>
                <a:cs typeface="Karla"/>
                <a:sym typeface="Karla"/>
              </a:rPr>
              <a:t>MARS</a:t>
            </a:r>
            <a:endParaRPr sz="700" b="1">
              <a:solidFill>
                <a:schemeClr val="dk1"/>
              </a:solidFill>
              <a:latin typeface="Karla"/>
              <a:ea typeface="Karla"/>
              <a:cs typeface="Karla"/>
              <a:sym typeface="Karla"/>
            </a:endParaRPr>
          </a:p>
        </p:txBody>
      </p:sp>
      <p:sp>
        <p:nvSpPr>
          <p:cNvPr id="642" name="Google Shape;290;p21">
            <a:extLst>
              <a:ext uri="{FF2B5EF4-FFF2-40B4-BE49-F238E27FC236}">
                <a16:creationId xmlns:a16="http://schemas.microsoft.com/office/drawing/2014/main" id="{09E7DBF4-DF8D-C8E3-13DD-F9304DEB91DC}"/>
              </a:ext>
            </a:extLst>
          </p:cNvPr>
          <p:cNvSpPr txBox="1"/>
          <p:nvPr/>
        </p:nvSpPr>
        <p:spPr>
          <a:xfrm>
            <a:off x="1232821" y="6474858"/>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700" b="1">
                <a:solidFill>
                  <a:schemeClr val="dk1"/>
                </a:solidFill>
                <a:latin typeface="Karla"/>
                <a:ea typeface="Karla"/>
                <a:cs typeface="Karla"/>
                <a:sym typeface="Karla"/>
              </a:rPr>
              <a:t>EARTH</a:t>
            </a:r>
            <a:endParaRPr sz="700" b="1">
              <a:solidFill>
                <a:schemeClr val="dk1"/>
              </a:solidFill>
              <a:latin typeface="Karla"/>
              <a:ea typeface="Karla"/>
              <a:cs typeface="Karla"/>
              <a:sym typeface="Karla"/>
            </a:endParaRPr>
          </a:p>
        </p:txBody>
      </p:sp>
      <p:grpSp>
        <p:nvGrpSpPr>
          <p:cNvPr id="643" name="Google Shape;291;p21">
            <a:extLst>
              <a:ext uri="{FF2B5EF4-FFF2-40B4-BE49-F238E27FC236}">
                <a16:creationId xmlns:a16="http://schemas.microsoft.com/office/drawing/2014/main" id="{2E4EE656-C9D4-299D-F158-F7F9CC514D52}"/>
              </a:ext>
            </a:extLst>
          </p:cNvPr>
          <p:cNvGrpSpPr/>
          <p:nvPr/>
        </p:nvGrpSpPr>
        <p:grpSpPr>
          <a:xfrm>
            <a:off x="523266" y="5062275"/>
            <a:ext cx="182038" cy="1178367"/>
            <a:chOff x="2302394" y="5149184"/>
            <a:chExt cx="519328" cy="3258000"/>
          </a:xfrm>
        </p:grpSpPr>
        <p:sp>
          <p:nvSpPr>
            <p:cNvPr id="655" name="Google Shape;292;p21">
              <a:extLst>
                <a:ext uri="{FF2B5EF4-FFF2-40B4-BE49-F238E27FC236}">
                  <a16:creationId xmlns:a16="http://schemas.microsoft.com/office/drawing/2014/main" id="{F4356AC4-F0A9-8FE9-8BC4-9435B98D1CAB}"/>
                </a:ext>
              </a:extLst>
            </p:cNvPr>
            <p:cNvSpPr/>
            <p:nvPr/>
          </p:nvSpPr>
          <p:spPr>
            <a:xfrm rot="-5400000">
              <a:off x="933072" y="6518534"/>
              <a:ext cx="3258000" cy="519300"/>
            </a:xfrm>
            <a:prstGeom prst="rect">
              <a:avLst/>
            </a:prstGeom>
            <a:noFill/>
            <a:ln w="1905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sp>
          <p:nvSpPr>
            <p:cNvPr id="656" name="Google Shape;293;p21">
              <a:extLst>
                <a:ext uri="{FF2B5EF4-FFF2-40B4-BE49-F238E27FC236}">
                  <a16:creationId xmlns:a16="http://schemas.microsoft.com/office/drawing/2014/main" id="{0D0805E7-99A3-8F16-A769-E646463956FC}"/>
                </a:ext>
              </a:extLst>
            </p:cNvPr>
            <p:cNvSpPr/>
            <p:nvPr/>
          </p:nvSpPr>
          <p:spPr>
            <a:xfrm rot="-5400000">
              <a:off x="1951694" y="7537180"/>
              <a:ext cx="1220700" cy="519300"/>
            </a:xfrm>
            <a:prstGeom prst="rect">
              <a:avLst/>
            </a:prstGeom>
            <a:solidFill>
              <a:srgbClr val="1E344D"/>
            </a:solidFill>
            <a:ln w="1905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grpSp>
      <p:grpSp>
        <p:nvGrpSpPr>
          <p:cNvPr id="644" name="Google Shape;294;p21">
            <a:extLst>
              <a:ext uri="{FF2B5EF4-FFF2-40B4-BE49-F238E27FC236}">
                <a16:creationId xmlns:a16="http://schemas.microsoft.com/office/drawing/2014/main" id="{7BF77BA6-2A0F-E3ED-674C-C8421CF41EFF}"/>
              </a:ext>
            </a:extLst>
          </p:cNvPr>
          <p:cNvGrpSpPr/>
          <p:nvPr/>
        </p:nvGrpSpPr>
        <p:grpSpPr>
          <a:xfrm>
            <a:off x="953435" y="5062216"/>
            <a:ext cx="182031" cy="1178297"/>
            <a:chOff x="3761355" y="5165084"/>
            <a:chExt cx="519303" cy="3242100"/>
          </a:xfrm>
        </p:grpSpPr>
        <p:sp>
          <p:nvSpPr>
            <p:cNvPr id="653" name="Google Shape;295;p21">
              <a:extLst>
                <a:ext uri="{FF2B5EF4-FFF2-40B4-BE49-F238E27FC236}">
                  <a16:creationId xmlns:a16="http://schemas.microsoft.com/office/drawing/2014/main" id="{079D4A76-0BE6-66A9-B9A9-7970BDFECED7}"/>
                </a:ext>
              </a:extLst>
            </p:cNvPr>
            <p:cNvSpPr/>
            <p:nvPr/>
          </p:nvSpPr>
          <p:spPr>
            <a:xfrm rot="-5400000">
              <a:off x="2399958" y="6526484"/>
              <a:ext cx="3242100" cy="519300"/>
            </a:xfrm>
            <a:prstGeom prst="rect">
              <a:avLst/>
            </a:prstGeom>
            <a:noFill/>
            <a:ln w="1905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sp>
          <p:nvSpPr>
            <p:cNvPr id="654" name="Google Shape;296;p21">
              <a:extLst>
                <a:ext uri="{FF2B5EF4-FFF2-40B4-BE49-F238E27FC236}">
                  <a16:creationId xmlns:a16="http://schemas.microsoft.com/office/drawing/2014/main" id="{48AE8ECC-7556-79F4-A234-D973C0E041FB}"/>
                </a:ext>
              </a:extLst>
            </p:cNvPr>
            <p:cNvSpPr/>
            <p:nvPr/>
          </p:nvSpPr>
          <p:spPr>
            <a:xfrm rot="-5400000">
              <a:off x="3097605" y="7224129"/>
              <a:ext cx="1846800" cy="519300"/>
            </a:xfrm>
            <a:prstGeom prst="rect">
              <a:avLst/>
            </a:prstGeom>
            <a:solidFill>
              <a:srgbClr val="1E344D"/>
            </a:solidFill>
            <a:ln w="1905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grpSp>
      <p:grpSp>
        <p:nvGrpSpPr>
          <p:cNvPr id="645" name="Google Shape;297;p21">
            <a:extLst>
              <a:ext uri="{FF2B5EF4-FFF2-40B4-BE49-F238E27FC236}">
                <a16:creationId xmlns:a16="http://schemas.microsoft.com/office/drawing/2014/main" id="{2DB30D5D-9C41-3DC2-5D69-20148F727DB5}"/>
              </a:ext>
            </a:extLst>
          </p:cNvPr>
          <p:cNvGrpSpPr/>
          <p:nvPr/>
        </p:nvGrpSpPr>
        <p:grpSpPr>
          <a:xfrm>
            <a:off x="1383665" y="5062326"/>
            <a:ext cx="182037" cy="1178218"/>
            <a:chOff x="5220275" y="5149184"/>
            <a:chExt cx="519319" cy="3258015"/>
          </a:xfrm>
        </p:grpSpPr>
        <p:sp>
          <p:nvSpPr>
            <p:cNvPr id="651" name="Google Shape;298;p21">
              <a:extLst>
                <a:ext uri="{FF2B5EF4-FFF2-40B4-BE49-F238E27FC236}">
                  <a16:creationId xmlns:a16="http://schemas.microsoft.com/office/drawing/2014/main" id="{8935B797-668F-B186-6D7B-BD99ECF58110}"/>
                </a:ext>
              </a:extLst>
            </p:cNvPr>
            <p:cNvSpPr/>
            <p:nvPr/>
          </p:nvSpPr>
          <p:spPr>
            <a:xfrm rot="-5400000">
              <a:off x="3850944" y="6518534"/>
              <a:ext cx="3258000" cy="519300"/>
            </a:xfrm>
            <a:prstGeom prst="rect">
              <a:avLst/>
            </a:prstGeom>
            <a:noFill/>
            <a:ln w="1905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sp>
          <p:nvSpPr>
            <p:cNvPr id="652" name="Google Shape;299;p21">
              <a:extLst>
                <a:ext uri="{FF2B5EF4-FFF2-40B4-BE49-F238E27FC236}">
                  <a16:creationId xmlns:a16="http://schemas.microsoft.com/office/drawing/2014/main" id="{7DFEB5CD-84C9-942A-6D1B-7D38C25C5EB3}"/>
                </a:ext>
              </a:extLst>
            </p:cNvPr>
            <p:cNvSpPr/>
            <p:nvPr/>
          </p:nvSpPr>
          <p:spPr>
            <a:xfrm rot="-5400000">
              <a:off x="4184225" y="6851849"/>
              <a:ext cx="2591400" cy="519300"/>
            </a:xfrm>
            <a:prstGeom prst="rect">
              <a:avLst/>
            </a:prstGeom>
            <a:solidFill>
              <a:srgbClr val="1E344D"/>
            </a:solidFill>
            <a:ln w="1905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grpSp>
      <p:grpSp>
        <p:nvGrpSpPr>
          <p:cNvPr id="646" name="Google Shape;300;p21">
            <a:extLst>
              <a:ext uri="{FF2B5EF4-FFF2-40B4-BE49-F238E27FC236}">
                <a16:creationId xmlns:a16="http://schemas.microsoft.com/office/drawing/2014/main" id="{D1540BE3-1A83-FB28-8FAE-879452E9C8AE}"/>
              </a:ext>
            </a:extLst>
          </p:cNvPr>
          <p:cNvGrpSpPr/>
          <p:nvPr/>
        </p:nvGrpSpPr>
        <p:grpSpPr>
          <a:xfrm>
            <a:off x="1809947" y="5062194"/>
            <a:ext cx="182032" cy="1178212"/>
            <a:chOff x="6500229" y="5157122"/>
            <a:chExt cx="519303" cy="3258000"/>
          </a:xfrm>
        </p:grpSpPr>
        <p:sp>
          <p:nvSpPr>
            <p:cNvPr id="649" name="Google Shape;301;p21">
              <a:extLst>
                <a:ext uri="{FF2B5EF4-FFF2-40B4-BE49-F238E27FC236}">
                  <a16:creationId xmlns:a16="http://schemas.microsoft.com/office/drawing/2014/main" id="{0B102FD3-60C1-6754-38C5-182EEF71C867}"/>
                </a:ext>
              </a:extLst>
            </p:cNvPr>
            <p:cNvSpPr/>
            <p:nvPr/>
          </p:nvSpPr>
          <p:spPr>
            <a:xfrm rot="-5400000">
              <a:off x="5130882" y="6526472"/>
              <a:ext cx="3258000" cy="519300"/>
            </a:xfrm>
            <a:prstGeom prst="rect">
              <a:avLst/>
            </a:prstGeom>
            <a:noFill/>
            <a:ln w="1905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dirty="0"/>
            </a:p>
          </p:txBody>
        </p:sp>
        <p:sp>
          <p:nvSpPr>
            <p:cNvPr id="650" name="Google Shape;302;p21">
              <a:extLst>
                <a:ext uri="{FF2B5EF4-FFF2-40B4-BE49-F238E27FC236}">
                  <a16:creationId xmlns:a16="http://schemas.microsoft.com/office/drawing/2014/main" id="{A8723E88-945A-7713-87CB-DBB867A5D6CA}"/>
                </a:ext>
              </a:extLst>
            </p:cNvPr>
            <p:cNvSpPr/>
            <p:nvPr/>
          </p:nvSpPr>
          <p:spPr>
            <a:xfrm rot="-5400000">
              <a:off x="5950029" y="7342516"/>
              <a:ext cx="1619700" cy="519300"/>
            </a:xfrm>
            <a:prstGeom prst="rect">
              <a:avLst/>
            </a:prstGeom>
            <a:solidFill>
              <a:srgbClr val="1E344D"/>
            </a:solidFill>
            <a:ln w="1905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300"/>
            </a:p>
          </p:txBody>
        </p:sp>
      </p:grpSp>
      <p:sp>
        <p:nvSpPr>
          <p:cNvPr id="647" name="Google Shape;303;p21">
            <a:extLst>
              <a:ext uri="{FF2B5EF4-FFF2-40B4-BE49-F238E27FC236}">
                <a16:creationId xmlns:a16="http://schemas.microsoft.com/office/drawing/2014/main" id="{2EBB0B25-6197-C535-1F9A-177910EBC6D6}"/>
              </a:ext>
            </a:extLst>
          </p:cNvPr>
          <p:cNvSpPr txBox="1"/>
          <p:nvPr/>
        </p:nvSpPr>
        <p:spPr>
          <a:xfrm>
            <a:off x="1657854" y="6335603"/>
            <a:ext cx="471798" cy="21408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900" b="1">
                <a:solidFill>
                  <a:schemeClr val="dk1"/>
                </a:solidFill>
                <a:latin typeface="Poppins"/>
                <a:ea typeface="Poppins"/>
                <a:cs typeface="Poppins"/>
                <a:sym typeface="Poppins"/>
              </a:rPr>
              <a:t>50%</a:t>
            </a:r>
            <a:endParaRPr sz="900" b="1">
              <a:solidFill>
                <a:schemeClr val="dk1"/>
              </a:solidFill>
              <a:latin typeface="Poppins"/>
              <a:ea typeface="Poppins"/>
              <a:cs typeface="Poppins"/>
              <a:sym typeface="Poppins"/>
            </a:endParaRPr>
          </a:p>
        </p:txBody>
      </p:sp>
      <p:sp>
        <p:nvSpPr>
          <p:cNvPr id="648" name="Google Shape;304;p21">
            <a:extLst>
              <a:ext uri="{FF2B5EF4-FFF2-40B4-BE49-F238E27FC236}">
                <a16:creationId xmlns:a16="http://schemas.microsoft.com/office/drawing/2014/main" id="{D5A1B859-2B9F-90E4-686E-4B9350DECBFB}"/>
              </a:ext>
            </a:extLst>
          </p:cNvPr>
          <p:cNvSpPr txBox="1"/>
          <p:nvPr/>
        </p:nvSpPr>
        <p:spPr>
          <a:xfrm>
            <a:off x="1573012" y="6495068"/>
            <a:ext cx="614006" cy="203306"/>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700" b="1" dirty="0">
                <a:solidFill>
                  <a:schemeClr val="dk1"/>
                </a:solidFill>
                <a:latin typeface="Karla"/>
                <a:ea typeface="Karla"/>
                <a:cs typeface="Karla"/>
                <a:sym typeface="Karla"/>
              </a:rPr>
              <a:t>JUPITER</a:t>
            </a:r>
            <a:endParaRPr sz="700" b="1" dirty="0">
              <a:solidFill>
                <a:schemeClr val="dk1"/>
              </a:solidFill>
              <a:latin typeface="Karla"/>
              <a:ea typeface="Karla"/>
              <a:cs typeface="Karla"/>
              <a:sym typeface="Karla"/>
            </a:endParaRPr>
          </a:p>
        </p:txBody>
      </p:sp>
      <p:sp>
        <p:nvSpPr>
          <p:cNvPr id="659" name="文本框 658">
            <a:extLst>
              <a:ext uri="{FF2B5EF4-FFF2-40B4-BE49-F238E27FC236}">
                <a16:creationId xmlns:a16="http://schemas.microsoft.com/office/drawing/2014/main" id="{C9E156A8-4616-8EB3-F0EB-5BCFF5D49DD1}"/>
              </a:ext>
            </a:extLst>
          </p:cNvPr>
          <p:cNvSpPr txBox="1"/>
          <p:nvPr/>
        </p:nvSpPr>
        <p:spPr>
          <a:xfrm>
            <a:off x="2338987" y="6305934"/>
            <a:ext cx="76440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4" name="Google Shape;5067;p75">
            <a:extLst>
              <a:ext uri="{FF2B5EF4-FFF2-40B4-BE49-F238E27FC236}">
                <a16:creationId xmlns:a16="http://schemas.microsoft.com/office/drawing/2014/main" id="{FAA8A40F-4EA5-5CA1-B046-2033441F654E}"/>
              </a:ext>
            </a:extLst>
          </p:cNvPr>
          <p:cNvSpPr/>
          <p:nvPr/>
        </p:nvSpPr>
        <p:spPr>
          <a:xfrm>
            <a:off x="8997667" y="5547190"/>
            <a:ext cx="273759" cy="617940"/>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75" name="Google Shape;5068;p75">
            <a:extLst>
              <a:ext uri="{FF2B5EF4-FFF2-40B4-BE49-F238E27FC236}">
                <a16:creationId xmlns:a16="http://schemas.microsoft.com/office/drawing/2014/main" id="{92E3D175-88ED-0C3C-2589-1BF7A5FF36DE}"/>
              </a:ext>
            </a:extLst>
          </p:cNvPr>
          <p:cNvSpPr/>
          <p:nvPr/>
        </p:nvSpPr>
        <p:spPr>
          <a:xfrm>
            <a:off x="9079185" y="5401559"/>
            <a:ext cx="111867" cy="125677"/>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72" name="Google Shape;5070;p75">
            <a:extLst>
              <a:ext uri="{FF2B5EF4-FFF2-40B4-BE49-F238E27FC236}">
                <a16:creationId xmlns:a16="http://schemas.microsoft.com/office/drawing/2014/main" id="{AABC9A5E-B4DD-27CE-8783-F0593325FBCA}"/>
              </a:ext>
            </a:extLst>
          </p:cNvPr>
          <p:cNvSpPr/>
          <p:nvPr/>
        </p:nvSpPr>
        <p:spPr>
          <a:xfrm>
            <a:off x="11668436" y="5548993"/>
            <a:ext cx="341312" cy="61343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1E344D">
              <a:alpha val="38392"/>
            </a:srgbClr>
          </a:solidFill>
          <a:ln>
            <a:noFill/>
          </a:ln>
        </p:spPr>
        <p:txBody>
          <a:bodyPr spcFirstLastPara="1" wrap="square" lIns="121900" tIns="121900" rIns="121900" bIns="121900" anchor="ctr" anchorCtr="0">
            <a:noAutofit/>
          </a:bodyPr>
          <a:lstStyle/>
          <a:p>
            <a:endParaRPr sz="2400"/>
          </a:p>
        </p:txBody>
      </p:sp>
      <p:sp>
        <p:nvSpPr>
          <p:cNvPr id="673" name="Google Shape;5071;p75">
            <a:extLst>
              <a:ext uri="{FF2B5EF4-FFF2-40B4-BE49-F238E27FC236}">
                <a16:creationId xmlns:a16="http://schemas.microsoft.com/office/drawing/2014/main" id="{467A383D-4B35-83AE-FAF4-3BF77465889F}"/>
              </a:ext>
            </a:extLst>
          </p:cNvPr>
          <p:cNvSpPr/>
          <p:nvPr/>
        </p:nvSpPr>
        <p:spPr>
          <a:xfrm>
            <a:off x="11783846" y="5404262"/>
            <a:ext cx="111063" cy="124775"/>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1E344D">
              <a:alpha val="38392"/>
            </a:srgbClr>
          </a:solidFill>
          <a:ln>
            <a:noFill/>
          </a:ln>
        </p:spPr>
        <p:txBody>
          <a:bodyPr spcFirstLastPara="1" wrap="square" lIns="121900" tIns="121900" rIns="121900" bIns="121900" anchor="ctr" anchorCtr="0">
            <a:noAutofit/>
          </a:bodyPr>
          <a:lstStyle/>
          <a:p>
            <a:endParaRPr sz="2400"/>
          </a:p>
        </p:txBody>
      </p:sp>
      <p:sp>
        <p:nvSpPr>
          <p:cNvPr id="670" name="Google Shape;5073;p75">
            <a:extLst>
              <a:ext uri="{FF2B5EF4-FFF2-40B4-BE49-F238E27FC236}">
                <a16:creationId xmlns:a16="http://schemas.microsoft.com/office/drawing/2014/main" id="{BEE7272E-672A-73E5-567D-F304EED70226}"/>
              </a:ext>
            </a:extLst>
          </p:cNvPr>
          <p:cNvSpPr/>
          <p:nvPr/>
        </p:nvSpPr>
        <p:spPr>
          <a:xfrm>
            <a:off x="10966969" y="5548993"/>
            <a:ext cx="341312" cy="61343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1E344D">
              <a:alpha val="59702"/>
            </a:srgbClr>
          </a:solid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671" name="Google Shape;5074;p75">
            <a:extLst>
              <a:ext uri="{FF2B5EF4-FFF2-40B4-BE49-F238E27FC236}">
                <a16:creationId xmlns:a16="http://schemas.microsoft.com/office/drawing/2014/main" id="{A4703ED8-FA67-5BE4-4343-47E625753FB2}"/>
              </a:ext>
            </a:extLst>
          </p:cNvPr>
          <p:cNvSpPr/>
          <p:nvPr/>
        </p:nvSpPr>
        <p:spPr>
          <a:xfrm>
            <a:off x="11082379" y="5404262"/>
            <a:ext cx="111063" cy="124775"/>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1E344D">
              <a:alpha val="59702"/>
            </a:srgbClr>
          </a:solidFill>
          <a:ln>
            <a:noFill/>
          </a:ln>
        </p:spPr>
        <p:txBody>
          <a:bodyPr spcFirstLastPara="1" wrap="square" lIns="121900" tIns="121900" rIns="121900" bIns="121900" anchor="ctr" anchorCtr="0">
            <a:noAutofit/>
          </a:bodyPr>
          <a:lstStyle/>
          <a:p>
            <a:endParaRPr sz="2400">
              <a:solidFill>
                <a:srgbClr val="305BDC"/>
              </a:solidFill>
              <a:effectLst>
                <a:glow rad="101600">
                  <a:srgbClr val="425686"/>
                </a:glow>
              </a:effectLst>
            </a:endParaRPr>
          </a:p>
        </p:txBody>
      </p:sp>
      <p:sp>
        <p:nvSpPr>
          <p:cNvPr id="668" name="Google Shape;5076;p75">
            <a:extLst>
              <a:ext uri="{FF2B5EF4-FFF2-40B4-BE49-F238E27FC236}">
                <a16:creationId xmlns:a16="http://schemas.microsoft.com/office/drawing/2014/main" id="{EA97BE57-0B5C-F2F1-9D7F-B0EDE05803F5}"/>
              </a:ext>
            </a:extLst>
          </p:cNvPr>
          <p:cNvSpPr/>
          <p:nvPr/>
        </p:nvSpPr>
        <p:spPr>
          <a:xfrm>
            <a:off x="10265505" y="5548993"/>
            <a:ext cx="341312" cy="61343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1E344D">
              <a:alpha val="74304"/>
            </a:srgbClr>
          </a:solidFill>
          <a:ln>
            <a:noFill/>
          </a:ln>
        </p:spPr>
        <p:txBody>
          <a:bodyPr spcFirstLastPara="1" wrap="square" lIns="121900" tIns="121900" rIns="121900" bIns="121900" anchor="ctr" anchorCtr="0">
            <a:noAutofit/>
          </a:bodyPr>
          <a:lstStyle/>
          <a:p>
            <a:endParaRPr sz="2400"/>
          </a:p>
        </p:txBody>
      </p:sp>
      <p:sp>
        <p:nvSpPr>
          <p:cNvPr id="669" name="Google Shape;5077;p75">
            <a:extLst>
              <a:ext uri="{FF2B5EF4-FFF2-40B4-BE49-F238E27FC236}">
                <a16:creationId xmlns:a16="http://schemas.microsoft.com/office/drawing/2014/main" id="{F8F0FC30-11CD-318C-D563-87B80E2E34BD}"/>
              </a:ext>
            </a:extLst>
          </p:cNvPr>
          <p:cNvSpPr/>
          <p:nvPr/>
        </p:nvSpPr>
        <p:spPr>
          <a:xfrm>
            <a:off x="10380915" y="5404262"/>
            <a:ext cx="111063" cy="124775"/>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1E344D">
              <a:alpha val="74304"/>
            </a:srgbClr>
          </a:solidFill>
          <a:ln>
            <a:noFill/>
          </a:ln>
        </p:spPr>
        <p:txBody>
          <a:bodyPr spcFirstLastPara="1" wrap="square" lIns="121900" tIns="121900" rIns="121900" bIns="121900" anchor="ctr" anchorCtr="0">
            <a:noAutofit/>
          </a:bodyPr>
          <a:lstStyle/>
          <a:p>
            <a:endParaRPr sz="2400"/>
          </a:p>
        </p:txBody>
      </p:sp>
      <p:sp>
        <p:nvSpPr>
          <p:cNvPr id="666" name="Google Shape;5079;p75">
            <a:extLst>
              <a:ext uri="{FF2B5EF4-FFF2-40B4-BE49-F238E27FC236}">
                <a16:creationId xmlns:a16="http://schemas.microsoft.com/office/drawing/2014/main" id="{8BD03DFB-A74B-F498-8DCB-B34568E7F6FC}"/>
              </a:ext>
            </a:extLst>
          </p:cNvPr>
          <p:cNvSpPr/>
          <p:nvPr/>
        </p:nvSpPr>
        <p:spPr>
          <a:xfrm>
            <a:off x="9631581" y="5547190"/>
            <a:ext cx="273759" cy="617940"/>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1E344D">
              <a:alpha val="87990"/>
            </a:srgbClr>
          </a:solidFill>
          <a:ln>
            <a:noFill/>
          </a:ln>
        </p:spPr>
        <p:txBody>
          <a:bodyPr spcFirstLastPara="1" wrap="square" lIns="121900" tIns="121900" rIns="121900" bIns="121900" anchor="ctr" anchorCtr="0">
            <a:noAutofit/>
          </a:bodyPr>
          <a:lstStyle/>
          <a:p>
            <a:endParaRPr sz="2400"/>
          </a:p>
        </p:txBody>
      </p:sp>
      <p:sp>
        <p:nvSpPr>
          <p:cNvPr id="667" name="Google Shape;5080;p75">
            <a:extLst>
              <a:ext uri="{FF2B5EF4-FFF2-40B4-BE49-F238E27FC236}">
                <a16:creationId xmlns:a16="http://schemas.microsoft.com/office/drawing/2014/main" id="{1BB0B1A2-B393-BAE1-FDB9-BC99E6DAFE2D}"/>
              </a:ext>
            </a:extLst>
          </p:cNvPr>
          <p:cNvSpPr/>
          <p:nvPr/>
        </p:nvSpPr>
        <p:spPr>
          <a:xfrm>
            <a:off x="9713099" y="5401559"/>
            <a:ext cx="111867" cy="125677"/>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1E344D">
              <a:alpha val="87990"/>
            </a:srgbClr>
          </a:solidFill>
          <a:ln>
            <a:noFill/>
          </a:ln>
        </p:spPr>
        <p:txBody>
          <a:bodyPr spcFirstLastPara="1" wrap="square" lIns="121900" tIns="121900" rIns="121900" bIns="121900" anchor="ctr" anchorCtr="0">
            <a:noAutofit/>
          </a:bodyPr>
          <a:lstStyle/>
          <a:p>
            <a:endParaRPr sz="2400"/>
          </a:p>
        </p:txBody>
      </p:sp>
      <p:sp>
        <p:nvSpPr>
          <p:cNvPr id="677" name="文本框 676">
            <a:extLst>
              <a:ext uri="{FF2B5EF4-FFF2-40B4-BE49-F238E27FC236}">
                <a16:creationId xmlns:a16="http://schemas.microsoft.com/office/drawing/2014/main" id="{D011272F-3B08-2176-C4B8-C15B9C5539EE}"/>
              </a:ext>
            </a:extLst>
          </p:cNvPr>
          <p:cNvSpPr txBox="1"/>
          <p:nvPr/>
        </p:nvSpPr>
        <p:spPr>
          <a:xfrm>
            <a:off x="9840416" y="6309320"/>
            <a:ext cx="2351584" cy="415498"/>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9" name="矩形 688">
            <a:extLst>
              <a:ext uri="{FF2B5EF4-FFF2-40B4-BE49-F238E27FC236}">
                <a16:creationId xmlns:a16="http://schemas.microsoft.com/office/drawing/2014/main" id="{488F03AE-540A-614E-C7A4-81550028920D}"/>
              </a:ext>
            </a:extLst>
          </p:cNvPr>
          <p:cNvSpPr/>
          <p:nvPr/>
        </p:nvSpPr>
        <p:spPr>
          <a:xfrm>
            <a:off x="9162329" y="1100138"/>
            <a:ext cx="2761488" cy="548640"/>
          </a:xfrm>
          <a:prstGeom prst="rect">
            <a:avLst/>
          </a:prstGeom>
          <a:solidFill>
            <a:srgbClr val="1E344D"/>
          </a:solidFill>
          <a:ln w="254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93" name="文本框 692">
            <a:extLst>
              <a:ext uri="{FF2B5EF4-FFF2-40B4-BE49-F238E27FC236}">
                <a16:creationId xmlns:a16="http://schemas.microsoft.com/office/drawing/2014/main" id="{7B54CE23-C6A9-7331-136F-7A53F560037F}"/>
              </a:ext>
            </a:extLst>
          </p:cNvPr>
          <p:cNvSpPr txBox="1"/>
          <p:nvPr/>
        </p:nvSpPr>
        <p:spPr>
          <a:xfrm>
            <a:off x="9214145" y="1132874"/>
            <a:ext cx="2691384" cy="461665"/>
          </a:xfrm>
          <a:prstGeom prst="rect">
            <a:avLst/>
          </a:prstGeom>
          <a:noFill/>
        </p:spPr>
        <p:txBody>
          <a:bodyPr wrap="square" rtlCol="0">
            <a:spAutoFit/>
          </a:bodyPr>
          <a:lstStyle/>
          <a:p>
            <a:r>
              <a:rPr kumimoji="1" lang="en" altLang="zh-CN" sz="8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chemeClr val="bg1"/>
                </a:solidFill>
                <a:latin typeface="Alibaba PuHuiTi" pitchFamily="18" charset="-122"/>
                <a:ea typeface="Alibaba PuHuiTi" pitchFamily="18" charset="-122"/>
                <a:cs typeface="Alibaba PuHuiTi" pitchFamily="18" charset="-122"/>
              </a:rPr>
              <a:t>，</a:t>
            </a:r>
            <a:r>
              <a:rPr kumimoji="1" lang="en" altLang="zh-CN" sz="800" dirty="0">
                <a:solidFill>
                  <a:schemeClr val="bg1"/>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chemeClr val="bg1"/>
                </a:solidFill>
                <a:latin typeface="Alibaba PuHuiTi" pitchFamily="18" charset="-122"/>
                <a:ea typeface="Alibaba PuHuiTi" pitchFamily="18" charset="-122"/>
                <a:cs typeface="Alibaba PuHuiTi" pitchFamily="18" charset="-122"/>
              </a:rPr>
              <a:t>，</a:t>
            </a:r>
            <a:r>
              <a:rPr kumimoji="1" lang="en" altLang="zh-CN" sz="8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chemeClr val="bg1"/>
              </a:solidFill>
              <a:latin typeface="Alibaba PuHuiTi" pitchFamily="18" charset="-122"/>
              <a:ea typeface="Alibaba PuHuiTi" pitchFamily="18" charset="-122"/>
              <a:cs typeface="Alibaba PuHuiTi" pitchFamily="18" charset="-122"/>
            </a:endParaRPr>
          </a:p>
        </p:txBody>
      </p:sp>
      <p:sp>
        <p:nvSpPr>
          <p:cNvPr id="719" name="Google Shape;6130;p78">
            <a:extLst>
              <a:ext uri="{FF2B5EF4-FFF2-40B4-BE49-F238E27FC236}">
                <a16:creationId xmlns:a16="http://schemas.microsoft.com/office/drawing/2014/main" id="{E9E8C481-A29A-E79F-7876-94EE7F28D176}"/>
              </a:ext>
            </a:extLst>
          </p:cNvPr>
          <p:cNvSpPr/>
          <p:nvPr/>
        </p:nvSpPr>
        <p:spPr>
          <a:xfrm>
            <a:off x="8683965" y="1396186"/>
            <a:ext cx="142992" cy="334740"/>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720" name="Google Shape;6131;p78">
            <a:extLst>
              <a:ext uri="{FF2B5EF4-FFF2-40B4-BE49-F238E27FC236}">
                <a16:creationId xmlns:a16="http://schemas.microsoft.com/office/drawing/2014/main" id="{8928382F-818A-108A-2FC4-5AAC26749F31}"/>
              </a:ext>
            </a:extLst>
          </p:cNvPr>
          <p:cNvSpPr/>
          <p:nvPr/>
        </p:nvSpPr>
        <p:spPr>
          <a:xfrm>
            <a:off x="8266014" y="1070519"/>
            <a:ext cx="725585" cy="731386"/>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2" name="矩形 1">
            <a:extLst>
              <a:ext uri="{FF2B5EF4-FFF2-40B4-BE49-F238E27FC236}">
                <a16:creationId xmlns:a16="http://schemas.microsoft.com/office/drawing/2014/main" id="{52FB096A-2C01-B813-1922-BF781E731156}"/>
              </a:ext>
            </a:extLst>
          </p:cNvPr>
          <p:cNvSpPr/>
          <p:nvPr/>
        </p:nvSpPr>
        <p:spPr>
          <a:xfrm>
            <a:off x="10821323" y="1971965"/>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E0F720D9-7E3D-12D2-01D6-3D9B7317F299}"/>
              </a:ext>
            </a:extLst>
          </p:cNvPr>
          <p:cNvSpPr txBox="1"/>
          <p:nvPr/>
        </p:nvSpPr>
        <p:spPr>
          <a:xfrm>
            <a:off x="11136560" y="1916832"/>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 name="矩形 3">
            <a:extLst>
              <a:ext uri="{FF2B5EF4-FFF2-40B4-BE49-F238E27FC236}">
                <a16:creationId xmlns:a16="http://schemas.microsoft.com/office/drawing/2014/main" id="{0C95AF13-DE33-1BFD-1328-5A9FD6200467}"/>
              </a:ext>
            </a:extLst>
          </p:cNvPr>
          <p:cNvSpPr/>
          <p:nvPr/>
        </p:nvSpPr>
        <p:spPr>
          <a:xfrm>
            <a:off x="10821323" y="2259997"/>
            <a:ext cx="329609" cy="159488"/>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46BBEBC3-28AC-D761-FE4B-DFDE20C184B7}"/>
              </a:ext>
            </a:extLst>
          </p:cNvPr>
          <p:cNvSpPr txBox="1"/>
          <p:nvPr/>
        </p:nvSpPr>
        <p:spPr>
          <a:xfrm>
            <a:off x="11136560" y="2204864"/>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矩形 5">
            <a:extLst>
              <a:ext uri="{FF2B5EF4-FFF2-40B4-BE49-F238E27FC236}">
                <a16:creationId xmlns:a16="http://schemas.microsoft.com/office/drawing/2014/main" id="{D57D7E68-FF58-A048-8E86-A84E8C15199D}"/>
              </a:ext>
            </a:extLst>
          </p:cNvPr>
          <p:cNvSpPr/>
          <p:nvPr/>
        </p:nvSpPr>
        <p:spPr>
          <a:xfrm>
            <a:off x="10821323" y="2548029"/>
            <a:ext cx="329609" cy="159488"/>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a:extLst>
              <a:ext uri="{FF2B5EF4-FFF2-40B4-BE49-F238E27FC236}">
                <a16:creationId xmlns:a16="http://schemas.microsoft.com/office/drawing/2014/main" id="{D5A1D67D-F824-AB69-9A6B-FFCFBED566A2}"/>
              </a:ext>
            </a:extLst>
          </p:cNvPr>
          <p:cNvSpPr txBox="1"/>
          <p:nvPr/>
        </p:nvSpPr>
        <p:spPr>
          <a:xfrm>
            <a:off x="11136560" y="2492896"/>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 name="矩形 7">
            <a:extLst>
              <a:ext uri="{FF2B5EF4-FFF2-40B4-BE49-F238E27FC236}">
                <a16:creationId xmlns:a16="http://schemas.microsoft.com/office/drawing/2014/main" id="{BEF6593F-E5A9-5617-6330-9F9BA1863EAF}"/>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文本框 8">
            <a:extLst>
              <a:ext uri="{FF2B5EF4-FFF2-40B4-BE49-F238E27FC236}">
                <a16:creationId xmlns:a16="http://schemas.microsoft.com/office/drawing/2014/main" id="{55BA47CA-A477-C7EE-5CD6-E45246A1052A}"/>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E8E35C4D-42FA-3BEF-9E11-DFD16A880AB8}"/>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1" name="直线连接符 10">
            <a:extLst>
              <a:ext uri="{FF2B5EF4-FFF2-40B4-BE49-F238E27FC236}">
                <a16:creationId xmlns:a16="http://schemas.microsoft.com/office/drawing/2014/main" id="{EC9EBC02-FEB3-833E-D320-E5719D55F9CD}"/>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2" name="直线连接符 11">
            <a:extLst>
              <a:ext uri="{FF2B5EF4-FFF2-40B4-BE49-F238E27FC236}">
                <a16:creationId xmlns:a16="http://schemas.microsoft.com/office/drawing/2014/main" id="{EBEFF0A5-97FD-52BA-F940-D626000C4EA0}"/>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FCE46AE2-44AB-9D19-7F68-8DA428B81777}"/>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4" name="组合 13">
            <a:extLst>
              <a:ext uri="{FF2B5EF4-FFF2-40B4-BE49-F238E27FC236}">
                <a16:creationId xmlns:a16="http://schemas.microsoft.com/office/drawing/2014/main" id="{7960116D-4859-CCCE-D3BF-ADEAD6F21DF3}"/>
              </a:ext>
            </a:extLst>
          </p:cNvPr>
          <p:cNvGrpSpPr/>
          <p:nvPr/>
        </p:nvGrpSpPr>
        <p:grpSpPr>
          <a:xfrm>
            <a:off x="2259126" y="287981"/>
            <a:ext cx="356205" cy="355288"/>
            <a:chOff x="2323294" y="287981"/>
            <a:chExt cx="356205" cy="355288"/>
          </a:xfrm>
        </p:grpSpPr>
        <p:sp>
          <p:nvSpPr>
            <p:cNvPr id="15" name="Google Shape;7166;p80">
              <a:extLst>
                <a:ext uri="{FF2B5EF4-FFF2-40B4-BE49-F238E27FC236}">
                  <a16:creationId xmlns:a16="http://schemas.microsoft.com/office/drawing/2014/main" id="{0F408E13-B48F-8B5B-CDCF-7FBD95C4C8D6}"/>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167;p80">
              <a:extLst>
                <a:ext uri="{FF2B5EF4-FFF2-40B4-BE49-F238E27FC236}">
                  <a16:creationId xmlns:a16="http://schemas.microsoft.com/office/drawing/2014/main" id="{31B295C4-4817-875C-1117-B7639132E48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168;p80">
              <a:extLst>
                <a:ext uri="{FF2B5EF4-FFF2-40B4-BE49-F238E27FC236}">
                  <a16:creationId xmlns:a16="http://schemas.microsoft.com/office/drawing/2014/main" id="{A1B296CA-AADD-538C-E092-78795CD04096}"/>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169;p80">
              <a:extLst>
                <a:ext uri="{FF2B5EF4-FFF2-40B4-BE49-F238E27FC236}">
                  <a16:creationId xmlns:a16="http://schemas.microsoft.com/office/drawing/2014/main" id="{8EB9CFFD-54F7-A0A1-251B-DE87615ADD85}"/>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9104752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257C71C3-8CB9-CE44-BC7D-C2956846F42E}"/>
              </a:ext>
            </a:extLst>
          </p:cNvPr>
          <p:cNvSpPr txBox="1"/>
          <p:nvPr/>
        </p:nvSpPr>
        <p:spPr>
          <a:xfrm>
            <a:off x="2886487" y="229108"/>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117863C-1FCD-4039-12FA-461E72A2AACB}"/>
              </a:ext>
            </a:extLst>
          </p:cNvPr>
          <p:cNvSpPr txBox="1"/>
          <p:nvPr/>
        </p:nvSpPr>
        <p:spPr>
          <a:xfrm>
            <a:off x="287947" y="183314"/>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13F19F53-A941-89FA-E0FE-03E2EC17ABD5}"/>
              </a:ext>
            </a:extLst>
          </p:cNvPr>
          <p:cNvCxnSpPr>
            <a:cxnSpLocks/>
          </p:cNvCxnSpPr>
          <p:nvPr/>
        </p:nvCxnSpPr>
        <p:spPr>
          <a:xfrm>
            <a:off x="304801" y="773139"/>
            <a:ext cx="1158239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5A2DB5B0-6807-49FE-15A1-7864FA8ABCA9}"/>
              </a:ext>
            </a:extLst>
          </p:cNvPr>
          <p:cNvCxnSpPr>
            <a:cxnSpLocks/>
          </p:cNvCxnSpPr>
          <p:nvPr/>
        </p:nvCxnSpPr>
        <p:spPr>
          <a:xfrm>
            <a:off x="1976150" y="233135"/>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596B0A73-FE4E-8A81-B5AC-1C6E631D349C}"/>
              </a:ext>
            </a:extLst>
          </p:cNvPr>
          <p:cNvSpPr txBox="1"/>
          <p:nvPr/>
        </p:nvSpPr>
        <p:spPr>
          <a:xfrm>
            <a:off x="298575" y="435056"/>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7C3D8BAD-9ABA-A89F-72A8-16D465147C1A}"/>
              </a:ext>
            </a:extLst>
          </p:cNvPr>
          <p:cNvGrpSpPr/>
          <p:nvPr/>
        </p:nvGrpSpPr>
        <p:grpSpPr>
          <a:xfrm>
            <a:off x="2201374" y="275789"/>
            <a:ext cx="356205" cy="355288"/>
            <a:chOff x="416151" y="286059"/>
            <a:chExt cx="356205" cy="355288"/>
          </a:xfrm>
        </p:grpSpPr>
        <p:sp>
          <p:nvSpPr>
            <p:cNvPr id="10" name="Google Shape;7166;p80">
              <a:extLst>
                <a:ext uri="{FF2B5EF4-FFF2-40B4-BE49-F238E27FC236}">
                  <a16:creationId xmlns:a16="http://schemas.microsoft.com/office/drawing/2014/main" id="{376B9FD2-F644-C687-D829-1405163A7EE7}"/>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4503ED3F-DCCD-0B9C-46DB-933AEF2A49B5}"/>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BF4541E0-B5D5-EE10-A237-14544FC8C2B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1AF74289-F378-2E1E-9045-36C0E9CBB03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梯形 28">
            <a:extLst>
              <a:ext uri="{FF2B5EF4-FFF2-40B4-BE49-F238E27FC236}">
                <a16:creationId xmlns:a16="http://schemas.microsoft.com/office/drawing/2014/main" id="{13B48466-FC5D-AF32-74DF-8F282FC8E12F}"/>
              </a:ext>
            </a:extLst>
          </p:cNvPr>
          <p:cNvSpPr/>
          <p:nvPr/>
        </p:nvSpPr>
        <p:spPr>
          <a:xfrm rot="10800000">
            <a:off x="2959962" y="2019381"/>
            <a:ext cx="2965485" cy="1186826"/>
          </a:xfrm>
          <a:prstGeom prst="trapezoid">
            <a:avLst>
              <a:gd name="adj" fmla="val 52099"/>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梯形 29">
            <a:extLst>
              <a:ext uri="{FF2B5EF4-FFF2-40B4-BE49-F238E27FC236}">
                <a16:creationId xmlns:a16="http://schemas.microsoft.com/office/drawing/2014/main" id="{1353CA08-7C6D-F52A-4675-0887DAFF4DCD}"/>
              </a:ext>
            </a:extLst>
          </p:cNvPr>
          <p:cNvSpPr/>
          <p:nvPr/>
        </p:nvSpPr>
        <p:spPr>
          <a:xfrm rot="10800000">
            <a:off x="3797274" y="3472185"/>
            <a:ext cx="2469233" cy="851079"/>
          </a:xfrm>
          <a:prstGeom prst="trapezoid">
            <a:avLst>
              <a:gd name="adj" fmla="val 52099"/>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梯形 30">
            <a:extLst>
              <a:ext uri="{FF2B5EF4-FFF2-40B4-BE49-F238E27FC236}">
                <a16:creationId xmlns:a16="http://schemas.microsoft.com/office/drawing/2014/main" id="{E985EE88-8E63-D2F9-11B7-CEC4A49607FB}"/>
              </a:ext>
            </a:extLst>
          </p:cNvPr>
          <p:cNvSpPr/>
          <p:nvPr/>
        </p:nvSpPr>
        <p:spPr>
          <a:xfrm rot="10800000">
            <a:off x="4369082" y="4554526"/>
            <a:ext cx="2145408" cy="584401"/>
          </a:xfrm>
          <a:prstGeom prst="trapezoid">
            <a:avLst>
              <a:gd name="adj" fmla="val 52099"/>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22" name="组合 21">
            <a:extLst>
              <a:ext uri="{FF2B5EF4-FFF2-40B4-BE49-F238E27FC236}">
                <a16:creationId xmlns:a16="http://schemas.microsoft.com/office/drawing/2014/main" id="{F2FF25F8-F72F-AF47-9EDB-5B260EF74E34}"/>
              </a:ext>
            </a:extLst>
          </p:cNvPr>
          <p:cNvGrpSpPr/>
          <p:nvPr/>
        </p:nvGrpSpPr>
        <p:grpSpPr>
          <a:xfrm>
            <a:off x="4232094" y="5220182"/>
            <a:ext cx="3616506" cy="1382989"/>
            <a:chOff x="4456529" y="4486116"/>
            <a:chExt cx="3714723" cy="1519655"/>
          </a:xfrm>
        </p:grpSpPr>
        <p:sp>
          <p:nvSpPr>
            <p:cNvPr id="20" name="梯形 14">
              <a:extLst>
                <a:ext uri="{FF2B5EF4-FFF2-40B4-BE49-F238E27FC236}">
                  <a16:creationId xmlns:a16="http://schemas.microsoft.com/office/drawing/2014/main" id="{7EB624B9-6B7A-37D4-CF58-0AB0965CA82E}"/>
                </a:ext>
              </a:extLst>
            </p:cNvPr>
            <p:cNvSpPr/>
            <p:nvPr/>
          </p:nvSpPr>
          <p:spPr>
            <a:xfrm rot="10800000">
              <a:off x="4456529" y="4704640"/>
              <a:ext cx="3712614" cy="1301131"/>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6F7A86"/>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椭圆 20">
              <a:extLst>
                <a:ext uri="{FF2B5EF4-FFF2-40B4-BE49-F238E27FC236}">
                  <a16:creationId xmlns:a16="http://schemas.microsoft.com/office/drawing/2014/main" id="{3CF7D8A0-02B8-5970-5F1C-FF91E8E17425}"/>
                </a:ext>
              </a:extLst>
            </p:cNvPr>
            <p:cNvSpPr/>
            <p:nvPr/>
          </p:nvSpPr>
          <p:spPr>
            <a:xfrm>
              <a:off x="4463594" y="4486116"/>
              <a:ext cx="3707658" cy="435016"/>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3" name="组合 22">
            <a:extLst>
              <a:ext uri="{FF2B5EF4-FFF2-40B4-BE49-F238E27FC236}">
                <a16:creationId xmlns:a16="http://schemas.microsoft.com/office/drawing/2014/main" id="{AF0F6266-AB23-9E64-A11C-ECE10D7242F5}"/>
              </a:ext>
            </a:extLst>
          </p:cNvPr>
          <p:cNvGrpSpPr/>
          <p:nvPr/>
        </p:nvGrpSpPr>
        <p:grpSpPr>
          <a:xfrm>
            <a:off x="5173931" y="4416823"/>
            <a:ext cx="1548516" cy="952836"/>
            <a:chOff x="5349804" y="4385965"/>
            <a:chExt cx="1590570" cy="1046995"/>
          </a:xfrm>
        </p:grpSpPr>
        <p:sp>
          <p:nvSpPr>
            <p:cNvPr id="15" name="梯形 14">
              <a:extLst>
                <a:ext uri="{FF2B5EF4-FFF2-40B4-BE49-F238E27FC236}">
                  <a16:creationId xmlns:a16="http://schemas.microsoft.com/office/drawing/2014/main" id="{BFCF776C-C9EF-D53C-273A-4CB7063C64BB}"/>
                </a:ext>
              </a:extLst>
            </p:cNvPr>
            <p:cNvSpPr/>
            <p:nvPr/>
          </p:nvSpPr>
          <p:spPr>
            <a:xfrm rot="10800000">
              <a:off x="5351937" y="4541365"/>
              <a:ext cx="1588437" cy="891595"/>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8437" h="1057429">
                  <a:moveTo>
                    <a:pt x="0" y="1057429"/>
                  </a:moveTo>
                  <a:lnTo>
                    <a:pt x="340664" y="146034"/>
                  </a:lnTo>
                  <a:cubicBezTo>
                    <a:pt x="426667" y="85714"/>
                    <a:pt x="465321" y="20533"/>
                    <a:pt x="806770" y="0"/>
                  </a:cubicBezTo>
                  <a:cubicBezTo>
                    <a:pt x="1109003" y="19736"/>
                    <a:pt x="1167669" y="82500"/>
                    <a:pt x="1247773" y="134159"/>
                  </a:cubicBezTo>
                  <a:lnTo>
                    <a:pt x="1588437" y="1051491"/>
                  </a:lnTo>
                  <a:lnTo>
                    <a:pt x="0" y="1057429"/>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14" name="椭圆 13">
              <a:extLst>
                <a:ext uri="{FF2B5EF4-FFF2-40B4-BE49-F238E27FC236}">
                  <a16:creationId xmlns:a16="http://schemas.microsoft.com/office/drawing/2014/main" id="{679FBBFE-7298-1924-7593-14D5B8E00CF0}"/>
                </a:ext>
              </a:extLst>
            </p:cNvPr>
            <p:cNvSpPr/>
            <p:nvPr/>
          </p:nvSpPr>
          <p:spPr>
            <a:xfrm>
              <a:off x="5349804" y="4385965"/>
              <a:ext cx="1587807" cy="311801"/>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grpSp>
        <p:nvGrpSpPr>
          <p:cNvPr id="24" name="组合 23">
            <a:extLst>
              <a:ext uri="{FF2B5EF4-FFF2-40B4-BE49-F238E27FC236}">
                <a16:creationId xmlns:a16="http://schemas.microsoft.com/office/drawing/2014/main" id="{65274A7C-2A85-314B-A3D8-0FDC49EE83D0}"/>
              </a:ext>
            </a:extLst>
          </p:cNvPr>
          <p:cNvGrpSpPr/>
          <p:nvPr/>
        </p:nvGrpSpPr>
        <p:grpSpPr>
          <a:xfrm>
            <a:off x="4758366" y="3249205"/>
            <a:ext cx="2387372" cy="1236534"/>
            <a:chOff x="4922953" y="3102964"/>
            <a:chExt cx="2452208" cy="1358727"/>
          </a:xfrm>
        </p:grpSpPr>
        <p:sp>
          <p:nvSpPr>
            <p:cNvPr id="16" name="梯形 14">
              <a:extLst>
                <a:ext uri="{FF2B5EF4-FFF2-40B4-BE49-F238E27FC236}">
                  <a16:creationId xmlns:a16="http://schemas.microsoft.com/office/drawing/2014/main" id="{66FD97E1-AE45-9258-85A7-BC630FBA2B2C}"/>
                </a:ext>
              </a:extLst>
            </p:cNvPr>
            <p:cNvSpPr/>
            <p:nvPr/>
          </p:nvSpPr>
          <p:spPr>
            <a:xfrm rot="10800000">
              <a:off x="4922953" y="3280071"/>
              <a:ext cx="2442288" cy="1181620"/>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23971 h 728768"/>
                <a:gd name="connsiteX1" fmla="*/ 273568 w 1440826"/>
                <a:gd name="connsiteY1" fmla="*/ 118533 h 728768"/>
                <a:gd name="connsiteX2" fmla="*/ 735443 w 1440826"/>
                <a:gd name="connsiteY2" fmla="*/ 0 h 728768"/>
                <a:gd name="connsiteX3" fmla="*/ 1180677 w 1440826"/>
                <a:gd name="connsiteY3" fmla="*/ 106658 h 728768"/>
                <a:gd name="connsiteX4" fmla="*/ 1440826 w 1440826"/>
                <a:gd name="connsiteY4" fmla="*/ 728768 h 728768"/>
                <a:gd name="connsiteX5" fmla="*/ 0 w 1440826"/>
                <a:gd name="connsiteY5" fmla="*/ 723971 h 72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826" h="728768">
                  <a:moveTo>
                    <a:pt x="0" y="723971"/>
                  </a:moveTo>
                  <a:lnTo>
                    <a:pt x="273568" y="118533"/>
                  </a:lnTo>
                  <a:cubicBezTo>
                    <a:pt x="339348" y="71054"/>
                    <a:pt x="400204" y="16467"/>
                    <a:pt x="735443" y="0"/>
                  </a:cubicBezTo>
                  <a:cubicBezTo>
                    <a:pt x="1044899" y="28780"/>
                    <a:pt x="1123902" y="67520"/>
                    <a:pt x="1180677" y="106658"/>
                  </a:cubicBezTo>
                  <a:lnTo>
                    <a:pt x="1440826" y="728768"/>
                  </a:lnTo>
                  <a:lnTo>
                    <a:pt x="0" y="723971"/>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8" name="椭圆 17">
              <a:extLst>
                <a:ext uri="{FF2B5EF4-FFF2-40B4-BE49-F238E27FC236}">
                  <a16:creationId xmlns:a16="http://schemas.microsoft.com/office/drawing/2014/main" id="{BB2BED68-1B08-013C-1FFA-329E23750596}"/>
                </a:ext>
              </a:extLst>
            </p:cNvPr>
            <p:cNvSpPr/>
            <p:nvPr/>
          </p:nvSpPr>
          <p:spPr>
            <a:xfrm>
              <a:off x="4929765" y="3102964"/>
              <a:ext cx="2445396" cy="353724"/>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5" name="组合 24">
            <a:extLst>
              <a:ext uri="{FF2B5EF4-FFF2-40B4-BE49-F238E27FC236}">
                <a16:creationId xmlns:a16="http://schemas.microsoft.com/office/drawing/2014/main" id="{5F24ADA5-1A43-7C85-C77F-2CEA0CB09623}"/>
              </a:ext>
            </a:extLst>
          </p:cNvPr>
          <p:cNvGrpSpPr/>
          <p:nvPr/>
        </p:nvGrpSpPr>
        <p:grpSpPr>
          <a:xfrm>
            <a:off x="4129842" y="1724628"/>
            <a:ext cx="3640024" cy="1624183"/>
            <a:chOff x="4277360" y="1427729"/>
            <a:chExt cx="3738880" cy="1784684"/>
          </a:xfrm>
        </p:grpSpPr>
        <p:sp>
          <p:nvSpPr>
            <p:cNvPr id="17" name="梯形 14">
              <a:extLst>
                <a:ext uri="{FF2B5EF4-FFF2-40B4-BE49-F238E27FC236}">
                  <a16:creationId xmlns:a16="http://schemas.microsoft.com/office/drawing/2014/main" id="{527C7B65-FDAB-71BA-C483-BE5D5FACF7B5}"/>
                </a:ext>
              </a:extLst>
            </p:cNvPr>
            <p:cNvSpPr/>
            <p:nvPr/>
          </p:nvSpPr>
          <p:spPr>
            <a:xfrm rot="10800000">
              <a:off x="4294073" y="1689200"/>
              <a:ext cx="3712614" cy="1523213"/>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椭圆 18">
              <a:extLst>
                <a:ext uri="{FF2B5EF4-FFF2-40B4-BE49-F238E27FC236}">
                  <a16:creationId xmlns:a16="http://schemas.microsoft.com/office/drawing/2014/main" id="{5DB47BA3-39FC-EE21-D196-18A5327D8076}"/>
                </a:ext>
              </a:extLst>
            </p:cNvPr>
            <p:cNvSpPr/>
            <p:nvPr/>
          </p:nvSpPr>
          <p:spPr>
            <a:xfrm>
              <a:off x="4277360" y="1427729"/>
              <a:ext cx="3738880" cy="50926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2" name="上下箭头 31">
            <a:extLst>
              <a:ext uri="{FF2B5EF4-FFF2-40B4-BE49-F238E27FC236}">
                <a16:creationId xmlns:a16="http://schemas.microsoft.com/office/drawing/2014/main" id="{0650AA7E-32C5-76F1-B00A-AB725EE790ED}"/>
              </a:ext>
            </a:extLst>
          </p:cNvPr>
          <p:cNvSpPr/>
          <p:nvPr/>
        </p:nvSpPr>
        <p:spPr>
          <a:xfrm rot="1244797">
            <a:off x="7319574" y="1787848"/>
            <a:ext cx="759556" cy="3544677"/>
          </a:xfrm>
          <a:prstGeom prst="upDownArrow">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21703839-7907-F06B-6DBF-AF815561D61D}"/>
              </a:ext>
            </a:extLst>
          </p:cNvPr>
          <p:cNvSpPr/>
          <p:nvPr/>
        </p:nvSpPr>
        <p:spPr>
          <a:xfrm>
            <a:off x="5231756" y="1073874"/>
            <a:ext cx="1620456" cy="555585"/>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下箭头 34">
            <a:extLst>
              <a:ext uri="{FF2B5EF4-FFF2-40B4-BE49-F238E27FC236}">
                <a16:creationId xmlns:a16="http://schemas.microsoft.com/office/drawing/2014/main" id="{DB04DA35-B464-02D3-0126-C55DFBF67667}"/>
              </a:ext>
            </a:extLst>
          </p:cNvPr>
          <p:cNvSpPr/>
          <p:nvPr/>
        </p:nvSpPr>
        <p:spPr>
          <a:xfrm>
            <a:off x="5769979" y="1513712"/>
            <a:ext cx="544010" cy="555584"/>
          </a:xfrm>
          <a:prstGeom prst="down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6" name="文本框 35">
            <a:extLst>
              <a:ext uri="{FF2B5EF4-FFF2-40B4-BE49-F238E27FC236}">
                <a16:creationId xmlns:a16="http://schemas.microsoft.com/office/drawing/2014/main" id="{9A63CB52-C983-0CBF-2142-AD2DF5D3DF19}"/>
              </a:ext>
            </a:extLst>
          </p:cNvPr>
          <p:cNvSpPr txBox="1"/>
          <p:nvPr/>
        </p:nvSpPr>
        <p:spPr>
          <a:xfrm>
            <a:off x="5327661" y="1112253"/>
            <a:ext cx="1490234" cy="402679"/>
          </a:xfrm>
          <a:prstGeom prst="rect">
            <a:avLst/>
          </a:prstGeom>
          <a:noFill/>
        </p:spPr>
        <p:txBody>
          <a:bodyPr wrap="squar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DFD0B375-3D3D-FCB6-A6D7-EA01EC175C49}"/>
              </a:ext>
            </a:extLst>
          </p:cNvPr>
          <p:cNvSpPr txBox="1"/>
          <p:nvPr/>
        </p:nvSpPr>
        <p:spPr>
          <a:xfrm>
            <a:off x="5240452" y="2296728"/>
            <a:ext cx="787395" cy="400110"/>
          </a:xfrm>
          <a:prstGeom prst="rect">
            <a:avLst/>
          </a:prstGeom>
          <a:noFill/>
        </p:spPr>
        <p:txBody>
          <a:bodyPr wrap="none" rtlCol="0">
            <a:spAutoFit/>
          </a:bodyPr>
          <a:lstStyle/>
          <a:p>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2023</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792EB982-6BF9-0DFE-BE50-D55313C7A800}"/>
              </a:ext>
            </a:extLst>
          </p:cNvPr>
          <p:cNvSpPr txBox="1"/>
          <p:nvPr/>
        </p:nvSpPr>
        <p:spPr>
          <a:xfrm>
            <a:off x="5878498" y="2320873"/>
            <a:ext cx="1112805" cy="307777"/>
          </a:xfrm>
          <a:prstGeom prst="rect">
            <a:avLst/>
          </a:prstGeom>
          <a:noFill/>
        </p:spPr>
        <p:txBody>
          <a:bodyPr wrap="non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my mental</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736113B7-0884-D34B-9454-D9CB9C39BE4D}"/>
              </a:ext>
            </a:extLst>
          </p:cNvPr>
          <p:cNvSpPr txBox="1"/>
          <p:nvPr/>
        </p:nvSpPr>
        <p:spPr>
          <a:xfrm>
            <a:off x="5292975" y="5733145"/>
            <a:ext cx="1638590" cy="338554"/>
          </a:xfrm>
          <a:prstGeom prst="rect">
            <a:avLst/>
          </a:prstGeom>
          <a:noFill/>
        </p:spPr>
        <p:txBody>
          <a:bodyPr wrap="none" rtlCol="0">
            <a:spAutoFit/>
          </a:bodyPr>
          <a:lstStyle/>
          <a:p>
            <a:pPr algn="ct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2" name="文本框 41">
            <a:extLst>
              <a:ext uri="{FF2B5EF4-FFF2-40B4-BE49-F238E27FC236}">
                <a16:creationId xmlns:a16="http://schemas.microsoft.com/office/drawing/2014/main" id="{A190EA02-F8C2-E668-EBD7-296933535516}"/>
              </a:ext>
            </a:extLst>
          </p:cNvPr>
          <p:cNvSpPr txBox="1"/>
          <p:nvPr/>
        </p:nvSpPr>
        <p:spPr>
          <a:xfrm>
            <a:off x="4459416" y="4607319"/>
            <a:ext cx="817852" cy="230832"/>
          </a:xfrm>
          <a:prstGeom prst="rect">
            <a:avLst/>
          </a:prstGeom>
          <a:noFill/>
        </p:spPr>
        <p:txBody>
          <a:bodyPr wrap="none" rtlCol="0">
            <a:spAutoFit/>
          </a:bodyPr>
          <a:lstStyle/>
          <a:p>
            <a:pPr algn="ctr"/>
            <a:r>
              <a:rPr kumimoji="1" lang="en-US" altLang="zh-CN" sz="900" dirty="0">
                <a:latin typeface="Alibaba PuHuiTi Medium" pitchFamily="18" charset="-122"/>
                <a:ea typeface="Alibaba PuHuiTi Medium" pitchFamily="18" charset="-122"/>
                <a:cs typeface="Alibaba PuHuiTi Medium" pitchFamily="18" charset="-122"/>
              </a:rPr>
              <a:t>Third</a:t>
            </a:r>
            <a:r>
              <a:rPr kumimoji="1" lang="zh-CN" altLang="en-US" sz="900" dirty="0">
                <a:latin typeface="Alibaba PuHuiTi Medium" pitchFamily="18" charset="-122"/>
                <a:ea typeface="Alibaba PuHuiTi Medium" pitchFamily="18" charset="-122"/>
                <a:cs typeface="Alibaba PuHuiTi Medium" pitchFamily="18" charset="-122"/>
              </a:rPr>
              <a:t> </a:t>
            </a:r>
            <a:r>
              <a:rPr kumimoji="1" lang="en-US" altLang="zh-CN" sz="900" dirty="0">
                <a:latin typeface="Alibaba PuHuiTi Medium" pitchFamily="18" charset="-122"/>
                <a:ea typeface="Alibaba PuHuiTi Medium" pitchFamily="18" charset="-122"/>
                <a:cs typeface="Alibaba PuHuiTi Medium" pitchFamily="18" charset="-122"/>
              </a:rPr>
              <a:t>Stage</a:t>
            </a:r>
            <a:endParaRPr kumimoji="1" lang="zh-CN" altLang="en-US" sz="900" dirty="0">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2B5F66E7-F4F9-E147-66D4-1717EACA5D05}"/>
              </a:ext>
            </a:extLst>
          </p:cNvPr>
          <p:cNvSpPr txBox="1"/>
          <p:nvPr/>
        </p:nvSpPr>
        <p:spPr>
          <a:xfrm>
            <a:off x="3907893" y="3530147"/>
            <a:ext cx="1055097" cy="261610"/>
          </a:xfrm>
          <a:prstGeom prst="rect">
            <a:avLst/>
          </a:prstGeom>
          <a:noFill/>
        </p:spPr>
        <p:txBody>
          <a:bodyPr wrap="none" rtlCol="0">
            <a:spAutoFit/>
          </a:bodyPr>
          <a:lstStyle/>
          <a:p>
            <a:pPr algn="ctr"/>
            <a:r>
              <a:rPr kumimoji="1" lang="en-US" altLang="zh-CN" sz="1050" dirty="0">
                <a:latin typeface="Alibaba PuHuiTi Medium" pitchFamily="18" charset="-122"/>
                <a:ea typeface="Alibaba PuHuiTi Medium" pitchFamily="18" charset="-122"/>
                <a:cs typeface="Alibaba PuHuiTi Medium" pitchFamily="18" charset="-122"/>
              </a:rPr>
              <a:t>Fourth Stage</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98D17625-4794-56AA-1627-EA2F2ED43467}"/>
              </a:ext>
            </a:extLst>
          </p:cNvPr>
          <p:cNvSpPr txBox="1"/>
          <p:nvPr/>
        </p:nvSpPr>
        <p:spPr>
          <a:xfrm>
            <a:off x="3326209" y="2232549"/>
            <a:ext cx="1025872" cy="276999"/>
          </a:xfrm>
          <a:prstGeom prst="rect">
            <a:avLst/>
          </a:prstGeom>
          <a:noFill/>
        </p:spPr>
        <p:txBody>
          <a:bodyPr wrap="square" rtlCol="0">
            <a:spAutoFit/>
          </a:bodyPr>
          <a:lstStyle/>
          <a:p>
            <a:pPr algn="r"/>
            <a:r>
              <a:rPr kumimoji="1" lang="en-US" altLang="zh-CN" sz="1200" dirty="0">
                <a:latin typeface="Alibaba PuHuiTi Medium" pitchFamily="18" charset="-122"/>
                <a:ea typeface="Alibaba PuHuiTi Medium" pitchFamily="18" charset="-122"/>
                <a:cs typeface="Alibaba PuHuiTi Medium" pitchFamily="18" charset="-122"/>
              </a:rPr>
              <a:t>Fifth Stage</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954CB672-8A22-8EE8-0113-A78FAAC342ED}"/>
              </a:ext>
            </a:extLst>
          </p:cNvPr>
          <p:cNvSpPr txBox="1"/>
          <p:nvPr/>
        </p:nvSpPr>
        <p:spPr>
          <a:xfrm>
            <a:off x="9149406" y="2946294"/>
            <a:ext cx="950901" cy="261610"/>
          </a:xfrm>
          <a:prstGeom prst="rect">
            <a:avLst/>
          </a:prstGeom>
          <a:noFill/>
        </p:spPr>
        <p:txBody>
          <a:bodyPr wrap="none" rtlCol="0">
            <a:spAutoFit/>
          </a:bodyPr>
          <a:lstStyle/>
          <a:p>
            <a:pPr algn="ctr"/>
            <a:r>
              <a:rPr kumimoji="1" lang="en-US" altLang="zh-CN" sz="1100" dirty="0">
                <a:solidFill>
                  <a:schemeClr val="bg1">
                    <a:lumMod val="95000"/>
                  </a:schemeClr>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51586591-83C6-2B80-E9FD-1D1C93CE1777}"/>
              </a:ext>
            </a:extLst>
          </p:cNvPr>
          <p:cNvSpPr txBox="1"/>
          <p:nvPr/>
        </p:nvSpPr>
        <p:spPr>
          <a:xfrm>
            <a:off x="4057163" y="3767517"/>
            <a:ext cx="977824" cy="461665"/>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0B366159-01BA-9643-A575-0DCB83941560}"/>
              </a:ext>
            </a:extLst>
          </p:cNvPr>
          <p:cNvSpPr txBox="1"/>
          <p:nvPr/>
        </p:nvSpPr>
        <p:spPr>
          <a:xfrm>
            <a:off x="3530278" y="2539954"/>
            <a:ext cx="949125" cy="461665"/>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5B4802C6-952F-C1F0-9D6F-07AD8DEBD346}"/>
              </a:ext>
            </a:extLst>
          </p:cNvPr>
          <p:cNvSpPr txBox="1"/>
          <p:nvPr/>
        </p:nvSpPr>
        <p:spPr>
          <a:xfrm>
            <a:off x="5385232" y="2683430"/>
            <a:ext cx="1371168" cy="400110"/>
          </a:xfrm>
          <a:prstGeom prst="rect">
            <a:avLst/>
          </a:prstGeom>
          <a:noFill/>
        </p:spPr>
        <p:txBody>
          <a:bodyPr wrap="square" rtlCol="0">
            <a:spAutoFit/>
          </a:bodyPr>
          <a:lstStyle/>
          <a:p>
            <a:pPr algn="ctr"/>
            <a:r>
              <a:rPr kumimoji="1" lang="en" altLang="zh-CN" sz="10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10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grpSp>
        <p:nvGrpSpPr>
          <p:cNvPr id="52" name="Google Shape;5468;p76">
            <a:extLst>
              <a:ext uri="{FF2B5EF4-FFF2-40B4-BE49-F238E27FC236}">
                <a16:creationId xmlns:a16="http://schemas.microsoft.com/office/drawing/2014/main" id="{F3B302DD-CB07-F40F-E30A-FFC6E7FFCBD8}"/>
              </a:ext>
            </a:extLst>
          </p:cNvPr>
          <p:cNvGrpSpPr/>
          <p:nvPr/>
        </p:nvGrpSpPr>
        <p:grpSpPr>
          <a:xfrm>
            <a:off x="5518733" y="6122295"/>
            <a:ext cx="240472" cy="293144"/>
            <a:chOff x="3907325" y="2620775"/>
            <a:chExt cx="395250" cy="481825"/>
          </a:xfrm>
          <a:solidFill>
            <a:schemeClr val="bg1"/>
          </a:solidFill>
        </p:grpSpPr>
        <p:sp>
          <p:nvSpPr>
            <p:cNvPr id="53" name="Google Shape;5469;p76">
              <a:extLst>
                <a:ext uri="{FF2B5EF4-FFF2-40B4-BE49-F238E27FC236}">
                  <a16:creationId xmlns:a16="http://schemas.microsoft.com/office/drawing/2014/main" id="{A81E7B4A-734B-2A5F-2B69-DCD06A3297AC}"/>
                </a:ext>
              </a:extLst>
            </p:cNvPr>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4" name="Google Shape;5470;p76">
              <a:extLst>
                <a:ext uri="{FF2B5EF4-FFF2-40B4-BE49-F238E27FC236}">
                  <a16:creationId xmlns:a16="http://schemas.microsoft.com/office/drawing/2014/main" id="{A4C4896C-1C68-51CB-8E90-6F8A4443C465}"/>
                </a:ext>
              </a:extLst>
            </p:cNvPr>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5" name="Google Shape;5471;p76">
              <a:extLst>
                <a:ext uri="{FF2B5EF4-FFF2-40B4-BE49-F238E27FC236}">
                  <a16:creationId xmlns:a16="http://schemas.microsoft.com/office/drawing/2014/main" id="{A32650D6-D935-8DDB-9776-EB20C754480E}"/>
                </a:ext>
              </a:extLst>
            </p:cNvPr>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6" name="Google Shape;5472;p76">
              <a:extLst>
                <a:ext uri="{FF2B5EF4-FFF2-40B4-BE49-F238E27FC236}">
                  <a16:creationId xmlns:a16="http://schemas.microsoft.com/office/drawing/2014/main" id="{68DBD9E7-14D2-EF19-62C0-95099E99FB2A}"/>
                </a:ext>
              </a:extLst>
            </p:cNvPr>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57" name="Google Shape;5473;p76">
            <a:extLst>
              <a:ext uri="{FF2B5EF4-FFF2-40B4-BE49-F238E27FC236}">
                <a16:creationId xmlns:a16="http://schemas.microsoft.com/office/drawing/2014/main" id="{27FFF72C-8775-0294-18E1-FCA4BA614454}"/>
              </a:ext>
            </a:extLst>
          </p:cNvPr>
          <p:cNvGrpSpPr/>
          <p:nvPr/>
        </p:nvGrpSpPr>
        <p:grpSpPr>
          <a:xfrm>
            <a:off x="5921062" y="6126480"/>
            <a:ext cx="293144" cy="274816"/>
            <a:chOff x="4456875" y="2635825"/>
            <a:chExt cx="481825" cy="451700"/>
          </a:xfrm>
          <a:solidFill>
            <a:schemeClr val="bg1"/>
          </a:solidFill>
        </p:grpSpPr>
        <p:sp>
          <p:nvSpPr>
            <p:cNvPr id="58" name="Google Shape;5474;p76">
              <a:extLst>
                <a:ext uri="{FF2B5EF4-FFF2-40B4-BE49-F238E27FC236}">
                  <a16:creationId xmlns:a16="http://schemas.microsoft.com/office/drawing/2014/main" id="{29655455-7EDA-63F2-021A-42D3FE2884EC}"/>
                </a:ext>
              </a:extLst>
            </p:cNvPr>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475;p76">
              <a:extLst>
                <a:ext uri="{FF2B5EF4-FFF2-40B4-BE49-F238E27FC236}">
                  <a16:creationId xmlns:a16="http://schemas.microsoft.com/office/drawing/2014/main" id="{F7F6C0C6-41E8-54DA-F147-F2A634DB3373}"/>
                </a:ext>
              </a:extLst>
            </p:cNvPr>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476;p76">
              <a:extLst>
                <a:ext uri="{FF2B5EF4-FFF2-40B4-BE49-F238E27FC236}">
                  <a16:creationId xmlns:a16="http://schemas.microsoft.com/office/drawing/2014/main" id="{475F0876-3C26-0780-291A-6DF00D37C444}"/>
                </a:ext>
              </a:extLst>
            </p:cNvPr>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 name="Google Shape;5477;p76">
              <a:extLst>
                <a:ext uri="{FF2B5EF4-FFF2-40B4-BE49-F238E27FC236}">
                  <a16:creationId xmlns:a16="http://schemas.microsoft.com/office/drawing/2014/main" id="{576C446C-436A-261C-00C3-A4DEE54A8462}"/>
                </a:ext>
              </a:extLst>
            </p:cNvPr>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 name="Google Shape;5478;p76">
              <a:extLst>
                <a:ext uri="{FF2B5EF4-FFF2-40B4-BE49-F238E27FC236}">
                  <a16:creationId xmlns:a16="http://schemas.microsoft.com/office/drawing/2014/main" id="{6906806B-9FF9-285B-456A-E5B6ED849A4C}"/>
                </a:ext>
              </a:extLst>
            </p:cNvPr>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3" name="Google Shape;5479;p76">
              <a:extLst>
                <a:ext uri="{FF2B5EF4-FFF2-40B4-BE49-F238E27FC236}">
                  <a16:creationId xmlns:a16="http://schemas.microsoft.com/office/drawing/2014/main" id="{6D025F60-FA0A-E2C0-92DB-083DBDF38FCD}"/>
                </a:ext>
              </a:extLst>
            </p:cNvPr>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4" name="Google Shape;5480;p76">
            <a:extLst>
              <a:ext uri="{FF2B5EF4-FFF2-40B4-BE49-F238E27FC236}">
                <a16:creationId xmlns:a16="http://schemas.microsoft.com/office/drawing/2014/main" id="{732E2F58-DE26-0A94-92BE-1466EF58C2F8}"/>
              </a:ext>
            </a:extLst>
          </p:cNvPr>
          <p:cNvGrpSpPr/>
          <p:nvPr/>
        </p:nvGrpSpPr>
        <p:grpSpPr>
          <a:xfrm>
            <a:off x="6386027" y="6126480"/>
            <a:ext cx="293144" cy="274816"/>
            <a:chOff x="5049725" y="2635825"/>
            <a:chExt cx="481825" cy="451700"/>
          </a:xfrm>
          <a:solidFill>
            <a:schemeClr val="bg1"/>
          </a:solidFill>
        </p:grpSpPr>
        <p:sp>
          <p:nvSpPr>
            <p:cNvPr id="65" name="Google Shape;5481;p76">
              <a:extLst>
                <a:ext uri="{FF2B5EF4-FFF2-40B4-BE49-F238E27FC236}">
                  <a16:creationId xmlns:a16="http://schemas.microsoft.com/office/drawing/2014/main" id="{7D2F832B-4153-E72A-22BF-256DEC722C71}"/>
                </a:ext>
              </a:extLst>
            </p:cNvPr>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6" name="Google Shape;5482;p76">
              <a:extLst>
                <a:ext uri="{FF2B5EF4-FFF2-40B4-BE49-F238E27FC236}">
                  <a16:creationId xmlns:a16="http://schemas.microsoft.com/office/drawing/2014/main" id="{8D8F3BD1-F209-B54F-A51A-146B2634716B}"/>
                </a:ext>
              </a:extLst>
            </p:cNvPr>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7" name="Google Shape;5483;p76">
              <a:extLst>
                <a:ext uri="{FF2B5EF4-FFF2-40B4-BE49-F238E27FC236}">
                  <a16:creationId xmlns:a16="http://schemas.microsoft.com/office/drawing/2014/main" id="{6CDFF16C-302B-94AB-DEB1-EF02BCC341BE}"/>
                </a:ext>
              </a:extLst>
            </p:cNvPr>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8" name="Google Shape;5498;p76">
            <a:extLst>
              <a:ext uri="{FF2B5EF4-FFF2-40B4-BE49-F238E27FC236}">
                <a16:creationId xmlns:a16="http://schemas.microsoft.com/office/drawing/2014/main" id="{749E37C6-C3AD-68C7-ACCE-8A6B9C4E074F}"/>
              </a:ext>
            </a:extLst>
          </p:cNvPr>
          <p:cNvSpPr/>
          <p:nvPr/>
        </p:nvSpPr>
        <p:spPr>
          <a:xfrm>
            <a:off x="5729989" y="3757281"/>
            <a:ext cx="460036" cy="427060"/>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bg1"/>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69" name="文本框 68">
            <a:extLst>
              <a:ext uri="{FF2B5EF4-FFF2-40B4-BE49-F238E27FC236}">
                <a16:creationId xmlns:a16="http://schemas.microsoft.com/office/drawing/2014/main" id="{995BF7FC-8AC1-C72E-31E3-C00073DDE069}"/>
              </a:ext>
            </a:extLst>
          </p:cNvPr>
          <p:cNvSpPr txBox="1"/>
          <p:nvPr/>
        </p:nvSpPr>
        <p:spPr>
          <a:xfrm>
            <a:off x="5130800" y="3758560"/>
            <a:ext cx="681072" cy="523220"/>
          </a:xfrm>
          <a:prstGeom prst="rect">
            <a:avLst/>
          </a:prstGeom>
          <a:noFill/>
        </p:spPr>
        <p:txBody>
          <a:bodyPr wrap="square" rtlCol="0">
            <a:spAutoFit/>
          </a:bodyPr>
          <a:lstStyle/>
          <a:p>
            <a:pPr algn="ctr"/>
            <a:r>
              <a:rPr kumimoji="1" lang="en" altLang="zh-CN" sz="7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C61D2C55-1723-0D98-E23A-CEB5026A8F08}"/>
              </a:ext>
            </a:extLst>
          </p:cNvPr>
          <p:cNvSpPr txBox="1"/>
          <p:nvPr/>
        </p:nvSpPr>
        <p:spPr>
          <a:xfrm>
            <a:off x="6107048" y="3758560"/>
            <a:ext cx="681072" cy="523220"/>
          </a:xfrm>
          <a:prstGeom prst="rect">
            <a:avLst/>
          </a:prstGeom>
          <a:noFill/>
        </p:spPr>
        <p:txBody>
          <a:bodyPr wrap="square" rtlCol="0">
            <a:spAutoFit/>
          </a:bodyPr>
          <a:lstStyle/>
          <a:p>
            <a:pPr algn="ctr"/>
            <a:r>
              <a:rPr kumimoji="1" lang="en" altLang="zh-CN" sz="7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CF7A790F-CD32-44DB-F907-6D680B53280A}"/>
              </a:ext>
            </a:extLst>
          </p:cNvPr>
          <p:cNvSpPr txBox="1"/>
          <p:nvPr/>
        </p:nvSpPr>
        <p:spPr>
          <a:xfrm>
            <a:off x="5559313" y="4765784"/>
            <a:ext cx="889987" cy="246221"/>
          </a:xfrm>
          <a:prstGeom prst="rect">
            <a:avLst/>
          </a:prstGeom>
          <a:noFill/>
        </p:spPr>
        <p:txBody>
          <a:bodyPr wrap="none" rtlCol="0">
            <a:spAutoFit/>
          </a:bodyPr>
          <a:lstStyle/>
          <a:p>
            <a:pPr algn="ct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Third</a:t>
            </a:r>
            <a:r>
              <a:rPr kumimoji="1" lang="zh-CN" altLang="en-US" sz="10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Stage</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DA3D3A68-A4B5-2633-07EC-755BA3C95654}"/>
              </a:ext>
            </a:extLst>
          </p:cNvPr>
          <p:cNvSpPr txBox="1"/>
          <p:nvPr/>
        </p:nvSpPr>
        <p:spPr>
          <a:xfrm>
            <a:off x="5244183" y="4990191"/>
            <a:ext cx="1485298"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think is correct</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A7E61772-4F59-A051-9EAD-235F295530DC}"/>
              </a:ext>
            </a:extLst>
          </p:cNvPr>
          <p:cNvSpPr txBox="1"/>
          <p:nvPr/>
        </p:nvSpPr>
        <p:spPr>
          <a:xfrm rot="6637437">
            <a:off x="5906248" y="3398669"/>
            <a:ext cx="3612656" cy="276999"/>
          </a:xfrm>
          <a:prstGeom prst="rect">
            <a:avLst/>
          </a:prstGeom>
          <a:noFill/>
        </p:spPr>
        <p:txBody>
          <a:bodyPr wrap="square" rtlCol="0">
            <a:spAutoFit/>
          </a:bodyPr>
          <a:lstStyle/>
          <a:p>
            <a:pPr algn="ctr"/>
            <a:r>
              <a:rPr kumimoji="1" lang="en" altLang="zh-CN" sz="12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74" name="文本框 73">
            <a:extLst>
              <a:ext uri="{FF2B5EF4-FFF2-40B4-BE49-F238E27FC236}">
                <a16:creationId xmlns:a16="http://schemas.microsoft.com/office/drawing/2014/main" id="{87655DC9-37AC-97CC-CB96-977505F68C2B}"/>
              </a:ext>
            </a:extLst>
          </p:cNvPr>
          <p:cNvSpPr txBox="1"/>
          <p:nvPr/>
        </p:nvSpPr>
        <p:spPr>
          <a:xfrm>
            <a:off x="4558688" y="4798296"/>
            <a:ext cx="781408" cy="246221"/>
          </a:xfrm>
          <a:prstGeom prst="rect">
            <a:avLst/>
          </a:prstGeom>
          <a:noFill/>
        </p:spPr>
        <p:txBody>
          <a:bodyPr wrap="square" rtlCol="0">
            <a:spAutoFit/>
          </a:bodyPr>
          <a:lstStyle/>
          <a:p>
            <a:pPr algn="ctr"/>
            <a:r>
              <a:rPr kumimoji="1" lang="en" altLang="zh-CN" sz="5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500" dirty="0">
              <a:latin typeface="Alibaba PuHuiTi Medium" pitchFamily="18" charset="-122"/>
              <a:ea typeface="Alibaba PuHuiTi Medium" pitchFamily="18" charset="-122"/>
              <a:cs typeface="Alibaba PuHuiTi Medium" pitchFamily="18" charset="-122"/>
            </a:endParaRPr>
          </a:p>
        </p:txBody>
      </p:sp>
      <p:sp>
        <p:nvSpPr>
          <p:cNvPr id="26" name="矩形 25">
            <a:extLst>
              <a:ext uri="{FF2B5EF4-FFF2-40B4-BE49-F238E27FC236}">
                <a16:creationId xmlns:a16="http://schemas.microsoft.com/office/drawing/2014/main" id="{30F2804C-D42E-8394-4C90-E4441DF5D2E3}"/>
              </a:ext>
            </a:extLst>
          </p:cNvPr>
          <p:cNvSpPr/>
          <p:nvPr/>
        </p:nvSpPr>
        <p:spPr>
          <a:xfrm>
            <a:off x="337930" y="974035"/>
            <a:ext cx="4432852" cy="5625548"/>
          </a:xfrm>
          <a:custGeom>
            <a:avLst/>
            <a:gdLst>
              <a:gd name="connsiteX0" fmla="*/ 0 w 4114800"/>
              <a:gd name="connsiteY0" fmla="*/ 0 h 5625548"/>
              <a:gd name="connsiteX1" fmla="*/ 4114800 w 4114800"/>
              <a:gd name="connsiteY1" fmla="*/ 0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286000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067339 w 4114800"/>
              <a:gd name="connsiteY1" fmla="*/ 39758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744981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176115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228573"/>
              <a:gd name="connsiteY0" fmla="*/ 0 h 5625548"/>
              <a:gd name="connsiteX1" fmla="*/ 1176115 w 4228573"/>
              <a:gd name="connsiteY1" fmla="*/ 19879 h 5625548"/>
              <a:gd name="connsiteX2" fmla="*/ 4228573 w 4228573"/>
              <a:gd name="connsiteY2" fmla="*/ 5625548 h 5625548"/>
              <a:gd name="connsiteX3" fmla="*/ 0 w 4228573"/>
              <a:gd name="connsiteY3" fmla="*/ 5625548 h 5625548"/>
              <a:gd name="connsiteX4" fmla="*/ 0 w 4228573"/>
              <a:gd name="connsiteY4" fmla="*/ 0 h 56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8573" h="5625548">
                <a:moveTo>
                  <a:pt x="0" y="0"/>
                </a:moveTo>
                <a:lnTo>
                  <a:pt x="1176115" y="19879"/>
                </a:lnTo>
                <a:lnTo>
                  <a:pt x="4228573" y="5625548"/>
                </a:lnTo>
                <a:lnTo>
                  <a:pt x="0" y="5625548"/>
                </a:lnTo>
                <a:lnTo>
                  <a:pt x="0" y="0"/>
                </a:lnTo>
                <a:close/>
              </a:path>
            </a:pathLst>
          </a:custGeom>
          <a:noFill/>
          <a:ln w="412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矩形 25">
            <a:extLst>
              <a:ext uri="{FF2B5EF4-FFF2-40B4-BE49-F238E27FC236}">
                <a16:creationId xmlns:a16="http://schemas.microsoft.com/office/drawing/2014/main" id="{5A583545-2CBA-076D-ADF8-F05FC8A9C9B4}"/>
              </a:ext>
            </a:extLst>
          </p:cNvPr>
          <p:cNvSpPr/>
          <p:nvPr/>
        </p:nvSpPr>
        <p:spPr>
          <a:xfrm flipH="1">
            <a:off x="7373072" y="974035"/>
            <a:ext cx="4502553" cy="5625548"/>
          </a:xfrm>
          <a:custGeom>
            <a:avLst/>
            <a:gdLst>
              <a:gd name="connsiteX0" fmla="*/ 0 w 4114800"/>
              <a:gd name="connsiteY0" fmla="*/ 0 h 5625548"/>
              <a:gd name="connsiteX1" fmla="*/ 4114800 w 4114800"/>
              <a:gd name="connsiteY1" fmla="*/ 0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286000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067339 w 4114800"/>
              <a:gd name="connsiteY1" fmla="*/ 39758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744981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176115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228573"/>
              <a:gd name="connsiteY0" fmla="*/ 0 h 5625548"/>
              <a:gd name="connsiteX1" fmla="*/ 1176115 w 4228573"/>
              <a:gd name="connsiteY1" fmla="*/ 19879 h 5625548"/>
              <a:gd name="connsiteX2" fmla="*/ 4228573 w 4228573"/>
              <a:gd name="connsiteY2" fmla="*/ 5625548 h 5625548"/>
              <a:gd name="connsiteX3" fmla="*/ 0 w 4228573"/>
              <a:gd name="connsiteY3" fmla="*/ 5625548 h 5625548"/>
              <a:gd name="connsiteX4" fmla="*/ 0 w 4228573"/>
              <a:gd name="connsiteY4" fmla="*/ 0 h 5625548"/>
              <a:gd name="connsiteX0" fmla="*/ 0 w 4228573"/>
              <a:gd name="connsiteY0" fmla="*/ 0 h 5625548"/>
              <a:gd name="connsiteX1" fmla="*/ 1567449 w 4228573"/>
              <a:gd name="connsiteY1" fmla="*/ 43028 h 5625548"/>
              <a:gd name="connsiteX2" fmla="*/ 4228573 w 4228573"/>
              <a:gd name="connsiteY2" fmla="*/ 5625548 h 5625548"/>
              <a:gd name="connsiteX3" fmla="*/ 0 w 4228573"/>
              <a:gd name="connsiteY3" fmla="*/ 5625548 h 5625548"/>
              <a:gd name="connsiteX4" fmla="*/ 0 w 4228573"/>
              <a:gd name="connsiteY4" fmla="*/ 0 h 56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8573" h="5625548">
                <a:moveTo>
                  <a:pt x="0" y="0"/>
                </a:moveTo>
                <a:lnTo>
                  <a:pt x="1567449" y="43028"/>
                </a:lnTo>
                <a:lnTo>
                  <a:pt x="4228573" y="5625548"/>
                </a:lnTo>
                <a:lnTo>
                  <a:pt x="0" y="5625548"/>
                </a:lnTo>
                <a:lnTo>
                  <a:pt x="0" y="0"/>
                </a:lnTo>
                <a:close/>
              </a:path>
            </a:pathLst>
          </a:custGeom>
          <a:noFill/>
          <a:ln w="412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37" name="图表 36">
            <a:extLst>
              <a:ext uri="{FF2B5EF4-FFF2-40B4-BE49-F238E27FC236}">
                <a16:creationId xmlns:a16="http://schemas.microsoft.com/office/drawing/2014/main" id="{172ABCC4-32AC-A9BB-C5A9-F6B16E0FDF6D}"/>
              </a:ext>
            </a:extLst>
          </p:cNvPr>
          <p:cNvGraphicFramePr/>
          <p:nvPr>
            <p:extLst>
              <p:ext uri="{D42A27DB-BD31-4B8C-83A1-F6EECF244321}">
                <p14:modId xmlns:p14="http://schemas.microsoft.com/office/powerpoint/2010/main" val="1095543305"/>
              </p:ext>
            </p:extLst>
          </p:nvPr>
        </p:nvGraphicFramePr>
        <p:xfrm>
          <a:off x="459925" y="4760259"/>
          <a:ext cx="1987440" cy="177501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1" name="图表 40">
            <a:extLst>
              <a:ext uri="{FF2B5EF4-FFF2-40B4-BE49-F238E27FC236}">
                <a16:creationId xmlns:a16="http://schemas.microsoft.com/office/drawing/2014/main" id="{217F2099-4BDD-A41C-174C-E18E0F8A8B35}"/>
              </a:ext>
            </a:extLst>
          </p:cNvPr>
          <p:cNvGraphicFramePr/>
          <p:nvPr>
            <p:extLst>
              <p:ext uri="{D42A27DB-BD31-4B8C-83A1-F6EECF244321}">
                <p14:modId xmlns:p14="http://schemas.microsoft.com/office/powerpoint/2010/main" val="3940888429"/>
              </p:ext>
            </p:extLst>
          </p:nvPr>
        </p:nvGraphicFramePr>
        <p:xfrm>
          <a:off x="8565777" y="4874810"/>
          <a:ext cx="3222812" cy="1633566"/>
        </p:xfrm>
        <a:graphic>
          <a:graphicData uri="http://schemas.openxmlformats.org/drawingml/2006/chart">
            <c:chart xmlns:c="http://schemas.openxmlformats.org/drawingml/2006/chart" xmlns:r="http://schemas.openxmlformats.org/officeDocument/2006/relationships" r:id="rId4"/>
          </a:graphicData>
        </a:graphic>
      </p:graphicFrame>
      <p:sp>
        <p:nvSpPr>
          <p:cNvPr id="143" name="Google Shape;776;p29">
            <a:extLst>
              <a:ext uri="{FF2B5EF4-FFF2-40B4-BE49-F238E27FC236}">
                <a16:creationId xmlns:a16="http://schemas.microsoft.com/office/drawing/2014/main" id="{11BE6021-8E2E-4FA8-6D61-079E73DB523D}"/>
              </a:ext>
            </a:extLst>
          </p:cNvPr>
          <p:cNvSpPr txBox="1"/>
          <p:nvPr/>
        </p:nvSpPr>
        <p:spPr>
          <a:xfrm>
            <a:off x="425316" y="1176701"/>
            <a:ext cx="1696075" cy="46963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2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144" name="Google Shape;777;p29">
            <a:extLst>
              <a:ext uri="{FF2B5EF4-FFF2-40B4-BE49-F238E27FC236}">
                <a16:creationId xmlns:a16="http://schemas.microsoft.com/office/drawing/2014/main" id="{4579DE36-450F-57A8-8322-4C0614350296}"/>
              </a:ext>
            </a:extLst>
          </p:cNvPr>
          <p:cNvSpPr txBox="1"/>
          <p:nvPr/>
        </p:nvSpPr>
        <p:spPr>
          <a:xfrm>
            <a:off x="452208" y="3206297"/>
            <a:ext cx="2210309" cy="783302"/>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 </a:t>
            </a:r>
            <a:r>
              <a:rPr lang="en" altLang="zh-CN" sz="1600" b="1" dirty="0">
                <a:solidFill>
                  <a:srgbClr val="1E344D"/>
                </a:solidFill>
                <a:latin typeface="Alibaba PuHuiTi" pitchFamily="18" charset="-122"/>
                <a:ea typeface="Alibaba PuHuiTi" pitchFamily="18" charset="-122"/>
                <a:cs typeface="Alibaba PuHuiTi" pitchFamily="18" charset="-122"/>
                <a:sym typeface="Roboto"/>
              </a:rPr>
              <a:t>one in the entire Solar System</a:t>
            </a:r>
            <a:endParaRPr sz="160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45" name="Google Shape;777;p29">
            <a:extLst>
              <a:ext uri="{FF2B5EF4-FFF2-40B4-BE49-F238E27FC236}">
                <a16:creationId xmlns:a16="http://schemas.microsoft.com/office/drawing/2014/main" id="{0DEC77B4-8C75-3729-BE51-FB2BD06E99B8}"/>
              </a:ext>
            </a:extLst>
          </p:cNvPr>
          <p:cNvSpPr txBox="1"/>
          <p:nvPr/>
        </p:nvSpPr>
        <p:spPr>
          <a:xfrm>
            <a:off x="9883588" y="1586752"/>
            <a:ext cx="1909483" cy="783302"/>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60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50" name="文本框 149">
            <a:extLst>
              <a:ext uri="{FF2B5EF4-FFF2-40B4-BE49-F238E27FC236}">
                <a16:creationId xmlns:a16="http://schemas.microsoft.com/office/drawing/2014/main" id="{2C61DBCC-814B-72CD-AE67-3ABCC13DB4FD}"/>
              </a:ext>
            </a:extLst>
          </p:cNvPr>
          <p:cNvSpPr txBox="1"/>
          <p:nvPr/>
        </p:nvSpPr>
        <p:spPr>
          <a:xfrm>
            <a:off x="9466685" y="2828192"/>
            <a:ext cx="2218809" cy="900246"/>
          </a:xfrm>
          <a:prstGeom prst="rect">
            <a:avLst/>
          </a:prstGeom>
          <a:noFill/>
        </p:spPr>
        <p:txBody>
          <a:bodyPr wrap="square" rtlCol="0">
            <a:spAutoFit/>
          </a:bodyPr>
          <a:lstStyle/>
          <a:p>
            <a:pPr algn="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2" name="文本框 151">
            <a:extLst>
              <a:ext uri="{FF2B5EF4-FFF2-40B4-BE49-F238E27FC236}">
                <a16:creationId xmlns:a16="http://schemas.microsoft.com/office/drawing/2014/main" id="{8BD4C265-0E0B-D4F0-DFA8-A45B3D3A1DB2}"/>
              </a:ext>
            </a:extLst>
          </p:cNvPr>
          <p:cNvSpPr txBox="1"/>
          <p:nvPr/>
        </p:nvSpPr>
        <p:spPr>
          <a:xfrm>
            <a:off x="9466685" y="3861048"/>
            <a:ext cx="2218809" cy="900246"/>
          </a:xfrm>
          <a:prstGeom prst="rect">
            <a:avLst/>
          </a:prstGeom>
          <a:noFill/>
        </p:spPr>
        <p:txBody>
          <a:bodyPr wrap="square" rtlCol="0">
            <a:spAutoFit/>
          </a:bodyPr>
          <a:lstStyle/>
          <a:p>
            <a:pPr algn="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3" name="文本框 152">
            <a:extLst>
              <a:ext uri="{FF2B5EF4-FFF2-40B4-BE49-F238E27FC236}">
                <a16:creationId xmlns:a16="http://schemas.microsoft.com/office/drawing/2014/main" id="{6C75A3B1-CC1B-0516-8641-A417D594F732}"/>
              </a:ext>
            </a:extLst>
          </p:cNvPr>
          <p:cNvSpPr txBox="1"/>
          <p:nvPr/>
        </p:nvSpPr>
        <p:spPr>
          <a:xfrm>
            <a:off x="2442044" y="5086055"/>
            <a:ext cx="10390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54" name="文本框 153">
            <a:extLst>
              <a:ext uri="{FF2B5EF4-FFF2-40B4-BE49-F238E27FC236}">
                <a16:creationId xmlns:a16="http://schemas.microsoft.com/office/drawing/2014/main" id="{D2D8A415-8B8F-1183-EB59-A1556ECFF5BE}"/>
              </a:ext>
            </a:extLst>
          </p:cNvPr>
          <p:cNvSpPr txBox="1"/>
          <p:nvPr/>
        </p:nvSpPr>
        <p:spPr>
          <a:xfrm>
            <a:off x="2475444" y="5806135"/>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5" name="文本框 154">
            <a:extLst>
              <a:ext uri="{FF2B5EF4-FFF2-40B4-BE49-F238E27FC236}">
                <a16:creationId xmlns:a16="http://schemas.microsoft.com/office/drawing/2014/main" id="{DA22BF4D-E995-3B25-06EE-1A37ACD58527}"/>
              </a:ext>
            </a:extLst>
          </p:cNvPr>
          <p:cNvSpPr txBox="1"/>
          <p:nvPr/>
        </p:nvSpPr>
        <p:spPr>
          <a:xfrm>
            <a:off x="2478350" y="5631576"/>
            <a:ext cx="1620078" cy="307777"/>
          </a:xfrm>
          <a:prstGeom prst="rect">
            <a:avLst/>
          </a:prstGeom>
          <a:noFill/>
        </p:spPr>
        <p:txBody>
          <a:bodyPr wrap="square">
            <a:spAutoFit/>
          </a:bodyPr>
          <a:lstStyle/>
          <a:p>
            <a:r>
              <a:rPr kumimoji="1" lang="en" altLang="zh-CN" sz="1400" b="1" dirty="0">
                <a:solidFill>
                  <a:srgbClr val="BB3023"/>
                </a:solidFill>
                <a:latin typeface="Alibaba PuHuiTi" pitchFamily="18" charset="-122"/>
                <a:ea typeface="Alibaba PuHuiTi" pitchFamily="18" charset="-122"/>
                <a:cs typeface="Alibaba PuHuiTi" pitchFamily="18" charset="-122"/>
              </a:rPr>
              <a:t>main title</a:t>
            </a:r>
            <a:endParaRPr lang="zh-CN" altLang="en-US" sz="1400" b="1" dirty="0">
              <a:solidFill>
                <a:srgbClr val="BB3023"/>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281944548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 name="任意形状 180">
            <a:extLst>
              <a:ext uri="{FF2B5EF4-FFF2-40B4-BE49-F238E27FC236}">
                <a16:creationId xmlns:a16="http://schemas.microsoft.com/office/drawing/2014/main" id="{570711CA-D705-F683-D235-7747D07B9845}"/>
              </a:ext>
            </a:extLst>
          </p:cNvPr>
          <p:cNvSpPr/>
          <p:nvPr/>
        </p:nvSpPr>
        <p:spPr>
          <a:xfrm rot="10800000">
            <a:off x="6456039" y="2868737"/>
            <a:ext cx="1679431" cy="1982579"/>
          </a:xfrm>
          <a:custGeom>
            <a:avLst/>
            <a:gdLst>
              <a:gd name="connsiteX0" fmla="*/ 1797769 w 1797769"/>
              <a:gd name="connsiteY0" fmla="*/ 1982579 h 1982579"/>
              <a:gd name="connsiteX1" fmla="*/ 0 w 1797769"/>
              <a:gd name="connsiteY1" fmla="*/ 1982579 h 1982579"/>
              <a:gd name="connsiteX2" fmla="*/ 0 w 1797769"/>
              <a:gd name="connsiteY2" fmla="*/ 206517 h 1982579"/>
              <a:gd name="connsiteX3" fmla="*/ 678259 w 1797769"/>
              <a:gd name="connsiteY3" fmla="*/ 206517 h 1982579"/>
              <a:gd name="connsiteX4" fmla="*/ 957665 w 1797769"/>
              <a:gd name="connsiteY4" fmla="*/ 0 h 1982579"/>
              <a:gd name="connsiteX5" fmla="*/ 1237071 w 1797769"/>
              <a:gd name="connsiteY5" fmla="*/ 206517 h 1982579"/>
              <a:gd name="connsiteX6" fmla="*/ 1797769 w 1797769"/>
              <a:gd name="connsiteY6" fmla="*/ 206517 h 19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769" h="1982579">
                <a:moveTo>
                  <a:pt x="1797769" y="1982579"/>
                </a:moveTo>
                <a:lnTo>
                  <a:pt x="0" y="1982579"/>
                </a:lnTo>
                <a:lnTo>
                  <a:pt x="0" y="206517"/>
                </a:lnTo>
                <a:lnTo>
                  <a:pt x="678259" y="206517"/>
                </a:lnTo>
                <a:lnTo>
                  <a:pt x="957665" y="0"/>
                </a:lnTo>
                <a:lnTo>
                  <a:pt x="1237071" y="206517"/>
                </a:lnTo>
                <a:lnTo>
                  <a:pt x="1797769" y="206517"/>
                </a:lnTo>
                <a:close/>
              </a:path>
            </a:pathLst>
          </a:custGeom>
          <a:solidFill>
            <a:srgbClr val="1E344D">
              <a:alpha val="14000"/>
            </a:srgbClr>
          </a:solidFill>
          <a:ln w="25400">
            <a:solidFill>
              <a:srgbClr val="1E344D"/>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182" name="任意形状 181">
            <a:extLst>
              <a:ext uri="{FF2B5EF4-FFF2-40B4-BE49-F238E27FC236}">
                <a16:creationId xmlns:a16="http://schemas.microsoft.com/office/drawing/2014/main" id="{416BE7D4-48C5-B120-4DFF-74CD023E11DF}"/>
              </a:ext>
            </a:extLst>
          </p:cNvPr>
          <p:cNvSpPr/>
          <p:nvPr/>
        </p:nvSpPr>
        <p:spPr>
          <a:xfrm rot="10800000">
            <a:off x="8279232" y="2868737"/>
            <a:ext cx="1698486" cy="1982579"/>
          </a:xfrm>
          <a:custGeom>
            <a:avLst/>
            <a:gdLst>
              <a:gd name="connsiteX0" fmla="*/ 1797769 w 1797769"/>
              <a:gd name="connsiteY0" fmla="*/ 1982579 h 1982579"/>
              <a:gd name="connsiteX1" fmla="*/ 0 w 1797769"/>
              <a:gd name="connsiteY1" fmla="*/ 1982579 h 1982579"/>
              <a:gd name="connsiteX2" fmla="*/ 0 w 1797769"/>
              <a:gd name="connsiteY2" fmla="*/ 206517 h 1982579"/>
              <a:gd name="connsiteX3" fmla="*/ 678259 w 1797769"/>
              <a:gd name="connsiteY3" fmla="*/ 206517 h 1982579"/>
              <a:gd name="connsiteX4" fmla="*/ 957665 w 1797769"/>
              <a:gd name="connsiteY4" fmla="*/ 0 h 1982579"/>
              <a:gd name="connsiteX5" fmla="*/ 1237071 w 1797769"/>
              <a:gd name="connsiteY5" fmla="*/ 206517 h 1982579"/>
              <a:gd name="connsiteX6" fmla="*/ 1797769 w 1797769"/>
              <a:gd name="connsiteY6" fmla="*/ 206517 h 19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769" h="1982579">
                <a:moveTo>
                  <a:pt x="1797769" y="1982579"/>
                </a:moveTo>
                <a:lnTo>
                  <a:pt x="0" y="1982579"/>
                </a:lnTo>
                <a:lnTo>
                  <a:pt x="0" y="206517"/>
                </a:lnTo>
                <a:lnTo>
                  <a:pt x="678259" y="206517"/>
                </a:lnTo>
                <a:lnTo>
                  <a:pt x="957665" y="0"/>
                </a:lnTo>
                <a:lnTo>
                  <a:pt x="1237071" y="206517"/>
                </a:lnTo>
                <a:lnTo>
                  <a:pt x="1797769" y="206517"/>
                </a:lnTo>
                <a:close/>
              </a:path>
            </a:pathLst>
          </a:custGeom>
          <a:solidFill>
            <a:srgbClr val="1E344D">
              <a:alpha val="14000"/>
            </a:srgbClr>
          </a:solidFill>
          <a:ln w="25400">
            <a:solidFill>
              <a:srgbClr val="1E344D"/>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183" name="任意形状 182">
            <a:extLst>
              <a:ext uri="{FF2B5EF4-FFF2-40B4-BE49-F238E27FC236}">
                <a16:creationId xmlns:a16="http://schemas.microsoft.com/office/drawing/2014/main" id="{3832A443-95B4-CE01-3D31-1185755DCD95}"/>
              </a:ext>
            </a:extLst>
          </p:cNvPr>
          <p:cNvSpPr/>
          <p:nvPr/>
        </p:nvSpPr>
        <p:spPr>
          <a:xfrm rot="10800000">
            <a:off x="10098740" y="2868736"/>
            <a:ext cx="1761566" cy="1982579"/>
          </a:xfrm>
          <a:custGeom>
            <a:avLst/>
            <a:gdLst>
              <a:gd name="connsiteX0" fmla="*/ 1797769 w 1797769"/>
              <a:gd name="connsiteY0" fmla="*/ 1982579 h 1982579"/>
              <a:gd name="connsiteX1" fmla="*/ 0 w 1797769"/>
              <a:gd name="connsiteY1" fmla="*/ 1982579 h 1982579"/>
              <a:gd name="connsiteX2" fmla="*/ 0 w 1797769"/>
              <a:gd name="connsiteY2" fmla="*/ 206517 h 1982579"/>
              <a:gd name="connsiteX3" fmla="*/ 678259 w 1797769"/>
              <a:gd name="connsiteY3" fmla="*/ 206517 h 1982579"/>
              <a:gd name="connsiteX4" fmla="*/ 957665 w 1797769"/>
              <a:gd name="connsiteY4" fmla="*/ 0 h 1982579"/>
              <a:gd name="connsiteX5" fmla="*/ 1237071 w 1797769"/>
              <a:gd name="connsiteY5" fmla="*/ 206517 h 1982579"/>
              <a:gd name="connsiteX6" fmla="*/ 1797769 w 1797769"/>
              <a:gd name="connsiteY6" fmla="*/ 206517 h 19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769" h="1982579">
                <a:moveTo>
                  <a:pt x="1797769" y="1982579"/>
                </a:moveTo>
                <a:lnTo>
                  <a:pt x="0" y="1982579"/>
                </a:lnTo>
                <a:lnTo>
                  <a:pt x="0" y="206517"/>
                </a:lnTo>
                <a:lnTo>
                  <a:pt x="678259" y="206517"/>
                </a:lnTo>
                <a:lnTo>
                  <a:pt x="957665" y="0"/>
                </a:lnTo>
                <a:lnTo>
                  <a:pt x="1237071" y="206517"/>
                </a:lnTo>
                <a:lnTo>
                  <a:pt x="1797769" y="206517"/>
                </a:lnTo>
                <a:close/>
              </a:path>
            </a:pathLst>
          </a:custGeom>
          <a:solidFill>
            <a:srgbClr val="1E344D">
              <a:alpha val="14000"/>
            </a:srgbClr>
          </a:solidFill>
          <a:ln w="25400">
            <a:solidFill>
              <a:srgbClr val="1E344D"/>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180" name="任意形状 179">
            <a:extLst>
              <a:ext uri="{FF2B5EF4-FFF2-40B4-BE49-F238E27FC236}">
                <a16:creationId xmlns:a16="http://schemas.microsoft.com/office/drawing/2014/main" id="{910A04EB-8C7F-0681-57BF-6FAD898AA756}"/>
              </a:ext>
            </a:extLst>
          </p:cNvPr>
          <p:cNvSpPr/>
          <p:nvPr/>
        </p:nvSpPr>
        <p:spPr>
          <a:xfrm rot="10800000">
            <a:off x="4511824" y="2868738"/>
            <a:ext cx="1797769" cy="1982579"/>
          </a:xfrm>
          <a:custGeom>
            <a:avLst/>
            <a:gdLst>
              <a:gd name="connsiteX0" fmla="*/ 1797769 w 1797769"/>
              <a:gd name="connsiteY0" fmla="*/ 1982579 h 1982579"/>
              <a:gd name="connsiteX1" fmla="*/ 0 w 1797769"/>
              <a:gd name="connsiteY1" fmla="*/ 1982579 h 1982579"/>
              <a:gd name="connsiteX2" fmla="*/ 0 w 1797769"/>
              <a:gd name="connsiteY2" fmla="*/ 206517 h 1982579"/>
              <a:gd name="connsiteX3" fmla="*/ 678259 w 1797769"/>
              <a:gd name="connsiteY3" fmla="*/ 206517 h 1982579"/>
              <a:gd name="connsiteX4" fmla="*/ 957665 w 1797769"/>
              <a:gd name="connsiteY4" fmla="*/ 0 h 1982579"/>
              <a:gd name="connsiteX5" fmla="*/ 1237071 w 1797769"/>
              <a:gd name="connsiteY5" fmla="*/ 206517 h 1982579"/>
              <a:gd name="connsiteX6" fmla="*/ 1797769 w 1797769"/>
              <a:gd name="connsiteY6" fmla="*/ 206517 h 19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769" h="1982579">
                <a:moveTo>
                  <a:pt x="1797769" y="1982579"/>
                </a:moveTo>
                <a:lnTo>
                  <a:pt x="0" y="1982579"/>
                </a:lnTo>
                <a:lnTo>
                  <a:pt x="0" y="206517"/>
                </a:lnTo>
                <a:lnTo>
                  <a:pt x="678259" y="206517"/>
                </a:lnTo>
                <a:lnTo>
                  <a:pt x="957665" y="0"/>
                </a:lnTo>
                <a:lnTo>
                  <a:pt x="1237071" y="206517"/>
                </a:lnTo>
                <a:lnTo>
                  <a:pt x="1797769" y="206517"/>
                </a:lnTo>
                <a:close/>
              </a:path>
            </a:pathLst>
          </a:custGeom>
          <a:solidFill>
            <a:srgbClr val="1E344D">
              <a:alpha val="14000"/>
            </a:srgbClr>
          </a:solidFill>
          <a:ln w="25400">
            <a:solidFill>
              <a:srgbClr val="1E344D"/>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179" name="任意形状 178">
            <a:extLst>
              <a:ext uri="{FF2B5EF4-FFF2-40B4-BE49-F238E27FC236}">
                <a16:creationId xmlns:a16="http://schemas.microsoft.com/office/drawing/2014/main" id="{FE9AF258-A82F-957E-B8A7-A4940FF0317B}"/>
              </a:ext>
            </a:extLst>
          </p:cNvPr>
          <p:cNvSpPr/>
          <p:nvPr/>
        </p:nvSpPr>
        <p:spPr>
          <a:xfrm rot="10800000">
            <a:off x="2575449" y="2868738"/>
            <a:ext cx="1797769" cy="1982579"/>
          </a:xfrm>
          <a:custGeom>
            <a:avLst/>
            <a:gdLst>
              <a:gd name="connsiteX0" fmla="*/ 1797769 w 1797769"/>
              <a:gd name="connsiteY0" fmla="*/ 1982579 h 1982579"/>
              <a:gd name="connsiteX1" fmla="*/ 0 w 1797769"/>
              <a:gd name="connsiteY1" fmla="*/ 1982579 h 1982579"/>
              <a:gd name="connsiteX2" fmla="*/ 0 w 1797769"/>
              <a:gd name="connsiteY2" fmla="*/ 206517 h 1982579"/>
              <a:gd name="connsiteX3" fmla="*/ 678259 w 1797769"/>
              <a:gd name="connsiteY3" fmla="*/ 206517 h 1982579"/>
              <a:gd name="connsiteX4" fmla="*/ 957665 w 1797769"/>
              <a:gd name="connsiteY4" fmla="*/ 0 h 1982579"/>
              <a:gd name="connsiteX5" fmla="*/ 1237071 w 1797769"/>
              <a:gd name="connsiteY5" fmla="*/ 206517 h 1982579"/>
              <a:gd name="connsiteX6" fmla="*/ 1797769 w 1797769"/>
              <a:gd name="connsiteY6" fmla="*/ 206517 h 19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769" h="1982579">
                <a:moveTo>
                  <a:pt x="1797769" y="1982579"/>
                </a:moveTo>
                <a:lnTo>
                  <a:pt x="0" y="1982579"/>
                </a:lnTo>
                <a:lnTo>
                  <a:pt x="0" y="206517"/>
                </a:lnTo>
                <a:lnTo>
                  <a:pt x="678259" y="206517"/>
                </a:lnTo>
                <a:lnTo>
                  <a:pt x="957665" y="0"/>
                </a:lnTo>
                <a:lnTo>
                  <a:pt x="1237071" y="206517"/>
                </a:lnTo>
                <a:lnTo>
                  <a:pt x="1797769" y="206517"/>
                </a:lnTo>
                <a:close/>
              </a:path>
            </a:pathLst>
          </a:custGeom>
          <a:solidFill>
            <a:srgbClr val="1E344D">
              <a:alpha val="14000"/>
            </a:srgbClr>
          </a:solidFill>
          <a:ln w="25400">
            <a:solidFill>
              <a:srgbClr val="1E344D"/>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15" name="五边形 14">
            <a:extLst>
              <a:ext uri="{FF2B5EF4-FFF2-40B4-BE49-F238E27FC236}">
                <a16:creationId xmlns:a16="http://schemas.microsoft.com/office/drawing/2014/main" id="{EEE53B24-0F60-4A9A-2805-1BA3F3B6F0B9}"/>
              </a:ext>
            </a:extLst>
          </p:cNvPr>
          <p:cNvSpPr/>
          <p:nvPr/>
        </p:nvSpPr>
        <p:spPr>
          <a:xfrm>
            <a:off x="2561600" y="2190619"/>
            <a:ext cx="1923068" cy="386499"/>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燕尾形 15">
            <a:extLst>
              <a:ext uri="{FF2B5EF4-FFF2-40B4-BE49-F238E27FC236}">
                <a16:creationId xmlns:a16="http://schemas.microsoft.com/office/drawing/2014/main" id="{2DFC322F-4449-6D0A-A65D-A43499921C63}"/>
              </a:ext>
            </a:extLst>
          </p:cNvPr>
          <p:cNvSpPr/>
          <p:nvPr/>
        </p:nvSpPr>
        <p:spPr>
          <a:xfrm>
            <a:off x="4502135" y="2200045"/>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7" name="燕尾形 16">
            <a:extLst>
              <a:ext uri="{FF2B5EF4-FFF2-40B4-BE49-F238E27FC236}">
                <a16:creationId xmlns:a16="http://schemas.microsoft.com/office/drawing/2014/main" id="{FAEB0C12-4AA3-7CBC-F98E-7C7C94FA529C}"/>
              </a:ext>
            </a:extLst>
          </p:cNvPr>
          <p:cNvSpPr/>
          <p:nvPr/>
        </p:nvSpPr>
        <p:spPr>
          <a:xfrm>
            <a:off x="6359935" y="2200045"/>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8" name="燕尾形 17">
            <a:extLst>
              <a:ext uri="{FF2B5EF4-FFF2-40B4-BE49-F238E27FC236}">
                <a16:creationId xmlns:a16="http://schemas.microsoft.com/office/drawing/2014/main" id="{F2FB367E-607B-AD86-C09C-FEA14DCEAB42}"/>
              </a:ext>
            </a:extLst>
          </p:cNvPr>
          <p:cNvSpPr/>
          <p:nvPr/>
        </p:nvSpPr>
        <p:spPr>
          <a:xfrm>
            <a:off x="8210022" y="2200045"/>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9" name="燕尾形 18">
            <a:extLst>
              <a:ext uri="{FF2B5EF4-FFF2-40B4-BE49-F238E27FC236}">
                <a16:creationId xmlns:a16="http://schemas.microsoft.com/office/drawing/2014/main" id="{06CC1C13-9378-0E16-2206-A93974F1F921}"/>
              </a:ext>
            </a:extLst>
          </p:cNvPr>
          <p:cNvSpPr/>
          <p:nvPr/>
        </p:nvSpPr>
        <p:spPr>
          <a:xfrm>
            <a:off x="10082230" y="2194366"/>
            <a:ext cx="1745919"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20" name="矩形 19">
            <a:extLst>
              <a:ext uri="{FF2B5EF4-FFF2-40B4-BE49-F238E27FC236}">
                <a16:creationId xmlns:a16="http://schemas.microsoft.com/office/drawing/2014/main" id="{9C97D713-7A12-6320-D62B-A40089B86EE0}"/>
              </a:ext>
            </a:extLst>
          </p:cNvPr>
          <p:cNvSpPr/>
          <p:nvPr/>
        </p:nvSpPr>
        <p:spPr>
          <a:xfrm>
            <a:off x="11184192" y="2199522"/>
            <a:ext cx="656481" cy="37405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D5B29A99-1CDB-D4F1-F743-79D34C8A46BF}"/>
              </a:ext>
            </a:extLst>
          </p:cNvPr>
          <p:cNvSpPr txBox="1"/>
          <p:nvPr/>
        </p:nvSpPr>
        <p:spPr>
          <a:xfrm>
            <a:off x="2823556" y="2209474"/>
            <a:ext cx="1346844"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First project</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22" name="文本框 21">
            <a:extLst>
              <a:ext uri="{FF2B5EF4-FFF2-40B4-BE49-F238E27FC236}">
                <a16:creationId xmlns:a16="http://schemas.microsoft.com/office/drawing/2014/main" id="{C666B5AC-B719-BE45-F580-D5EDAC4C2A2F}"/>
              </a:ext>
            </a:extLst>
          </p:cNvPr>
          <p:cNvSpPr txBox="1"/>
          <p:nvPr/>
        </p:nvSpPr>
        <p:spPr>
          <a:xfrm>
            <a:off x="4780532" y="2209474"/>
            <a:ext cx="1388522"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Second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23" name="文本框 22">
            <a:extLst>
              <a:ext uri="{FF2B5EF4-FFF2-40B4-BE49-F238E27FC236}">
                <a16:creationId xmlns:a16="http://schemas.microsoft.com/office/drawing/2014/main" id="{63337845-073C-AF6A-4282-D0856DFA164D}"/>
              </a:ext>
            </a:extLst>
          </p:cNvPr>
          <p:cNvSpPr txBox="1"/>
          <p:nvPr/>
        </p:nvSpPr>
        <p:spPr>
          <a:xfrm>
            <a:off x="6691706" y="2209474"/>
            <a:ext cx="1167307"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Third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24" name="文本框 23">
            <a:extLst>
              <a:ext uri="{FF2B5EF4-FFF2-40B4-BE49-F238E27FC236}">
                <a16:creationId xmlns:a16="http://schemas.microsoft.com/office/drawing/2014/main" id="{568ED7B5-091D-3C1C-87E1-0881909DF251}"/>
              </a:ext>
            </a:extLst>
          </p:cNvPr>
          <p:cNvSpPr txBox="1"/>
          <p:nvPr/>
        </p:nvSpPr>
        <p:spPr>
          <a:xfrm>
            <a:off x="8498054" y="2209474"/>
            <a:ext cx="130195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Fourth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25" name="文本框 24">
            <a:extLst>
              <a:ext uri="{FF2B5EF4-FFF2-40B4-BE49-F238E27FC236}">
                <a16:creationId xmlns:a16="http://schemas.microsoft.com/office/drawing/2014/main" id="{6E62C2A0-8793-7D07-E5C7-1BDE72FD3FEE}"/>
              </a:ext>
            </a:extLst>
          </p:cNvPr>
          <p:cNvSpPr txBox="1"/>
          <p:nvPr/>
        </p:nvSpPr>
        <p:spPr>
          <a:xfrm>
            <a:off x="10520733" y="2209474"/>
            <a:ext cx="1098378"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Fifth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26" name="矩形 25">
            <a:extLst>
              <a:ext uri="{FF2B5EF4-FFF2-40B4-BE49-F238E27FC236}">
                <a16:creationId xmlns:a16="http://schemas.microsoft.com/office/drawing/2014/main" id="{62CDA3D0-E30F-DF6E-194A-D18C66F4AD7B}"/>
              </a:ext>
            </a:extLst>
          </p:cNvPr>
          <p:cNvSpPr/>
          <p:nvPr/>
        </p:nvSpPr>
        <p:spPr>
          <a:xfrm flipV="1">
            <a:off x="2575448" y="1034945"/>
            <a:ext cx="3648889" cy="1027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27" name="文本框 26">
            <a:extLst>
              <a:ext uri="{FF2B5EF4-FFF2-40B4-BE49-F238E27FC236}">
                <a16:creationId xmlns:a16="http://schemas.microsoft.com/office/drawing/2014/main" id="{0FB5A940-8EC1-8824-8575-850CD1477A73}"/>
              </a:ext>
            </a:extLst>
          </p:cNvPr>
          <p:cNvSpPr txBox="1"/>
          <p:nvPr/>
        </p:nvSpPr>
        <p:spPr>
          <a:xfrm>
            <a:off x="3953435" y="1148640"/>
            <a:ext cx="2412286" cy="830997"/>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9" name="矩形 28">
            <a:extLst>
              <a:ext uri="{FF2B5EF4-FFF2-40B4-BE49-F238E27FC236}">
                <a16:creationId xmlns:a16="http://schemas.microsoft.com/office/drawing/2014/main" id="{84FAD168-DC9B-BD91-F180-353B29928F5F}"/>
              </a:ext>
            </a:extLst>
          </p:cNvPr>
          <p:cNvSpPr/>
          <p:nvPr/>
        </p:nvSpPr>
        <p:spPr>
          <a:xfrm flipV="1">
            <a:off x="6328066" y="1034945"/>
            <a:ext cx="1805281" cy="1027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30" name="矩形 29">
            <a:extLst>
              <a:ext uri="{FF2B5EF4-FFF2-40B4-BE49-F238E27FC236}">
                <a16:creationId xmlns:a16="http://schemas.microsoft.com/office/drawing/2014/main" id="{7ECDC05D-C057-7E70-93B6-87EE415EEA00}"/>
              </a:ext>
            </a:extLst>
          </p:cNvPr>
          <p:cNvSpPr/>
          <p:nvPr/>
        </p:nvSpPr>
        <p:spPr>
          <a:xfrm flipV="1">
            <a:off x="8240198" y="1034945"/>
            <a:ext cx="1641739" cy="1027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31" name="矩形 30">
            <a:extLst>
              <a:ext uri="{FF2B5EF4-FFF2-40B4-BE49-F238E27FC236}">
                <a16:creationId xmlns:a16="http://schemas.microsoft.com/office/drawing/2014/main" id="{E478ABB2-54EA-88E0-684B-490E212E1AB6}"/>
              </a:ext>
            </a:extLst>
          </p:cNvPr>
          <p:cNvSpPr/>
          <p:nvPr/>
        </p:nvSpPr>
        <p:spPr>
          <a:xfrm flipV="1">
            <a:off x="9984069" y="1034945"/>
            <a:ext cx="1838963" cy="1027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37" name="矩形 36">
            <a:extLst>
              <a:ext uri="{FF2B5EF4-FFF2-40B4-BE49-F238E27FC236}">
                <a16:creationId xmlns:a16="http://schemas.microsoft.com/office/drawing/2014/main" id="{64836DEF-0CB7-2EFD-B475-DF259AF9D2A9}"/>
              </a:ext>
            </a:extLst>
          </p:cNvPr>
          <p:cNvSpPr/>
          <p:nvPr/>
        </p:nvSpPr>
        <p:spPr>
          <a:xfrm flipV="1">
            <a:off x="2575448" y="5170597"/>
            <a:ext cx="1797769" cy="1245839"/>
          </a:xfrm>
          <a:prstGeom prst="rect">
            <a:avLst/>
          </a:prstGeom>
          <a:solidFill>
            <a:srgbClr val="1E344D">
              <a:alpha val="1769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38" name="矩形 37">
            <a:extLst>
              <a:ext uri="{FF2B5EF4-FFF2-40B4-BE49-F238E27FC236}">
                <a16:creationId xmlns:a16="http://schemas.microsoft.com/office/drawing/2014/main" id="{3304EFDA-8C71-F329-3F9B-DCEBE19135D4}"/>
              </a:ext>
            </a:extLst>
          </p:cNvPr>
          <p:cNvSpPr/>
          <p:nvPr/>
        </p:nvSpPr>
        <p:spPr>
          <a:xfrm flipV="1">
            <a:off x="4511824" y="5170597"/>
            <a:ext cx="1797769" cy="1245839"/>
          </a:xfrm>
          <a:prstGeom prst="rect">
            <a:avLst/>
          </a:prstGeom>
          <a:solidFill>
            <a:srgbClr val="1E344D">
              <a:alpha val="1769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39" name="矩形 38">
            <a:extLst>
              <a:ext uri="{FF2B5EF4-FFF2-40B4-BE49-F238E27FC236}">
                <a16:creationId xmlns:a16="http://schemas.microsoft.com/office/drawing/2014/main" id="{CA362C61-3DEF-167D-2411-CD008BD87697}"/>
              </a:ext>
            </a:extLst>
          </p:cNvPr>
          <p:cNvSpPr/>
          <p:nvPr/>
        </p:nvSpPr>
        <p:spPr>
          <a:xfrm flipV="1">
            <a:off x="6456040" y="5170597"/>
            <a:ext cx="1713925" cy="1245839"/>
          </a:xfrm>
          <a:prstGeom prst="rect">
            <a:avLst/>
          </a:prstGeom>
          <a:solidFill>
            <a:srgbClr val="1E344D">
              <a:alpha val="1769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0" name="矩形 39">
            <a:extLst>
              <a:ext uri="{FF2B5EF4-FFF2-40B4-BE49-F238E27FC236}">
                <a16:creationId xmlns:a16="http://schemas.microsoft.com/office/drawing/2014/main" id="{005E6AFF-F7F1-A1DD-98EE-EE4239C855F3}"/>
              </a:ext>
            </a:extLst>
          </p:cNvPr>
          <p:cNvSpPr/>
          <p:nvPr/>
        </p:nvSpPr>
        <p:spPr>
          <a:xfrm flipV="1">
            <a:off x="8328248" y="5170597"/>
            <a:ext cx="1713925" cy="1245839"/>
          </a:xfrm>
          <a:prstGeom prst="rect">
            <a:avLst/>
          </a:prstGeom>
          <a:solidFill>
            <a:srgbClr val="1E344D">
              <a:alpha val="1769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1" name="矩形 40">
            <a:extLst>
              <a:ext uri="{FF2B5EF4-FFF2-40B4-BE49-F238E27FC236}">
                <a16:creationId xmlns:a16="http://schemas.microsoft.com/office/drawing/2014/main" id="{24306ED9-1298-C394-7771-685FB859B9A1}"/>
              </a:ext>
            </a:extLst>
          </p:cNvPr>
          <p:cNvSpPr/>
          <p:nvPr/>
        </p:nvSpPr>
        <p:spPr>
          <a:xfrm flipV="1">
            <a:off x="10128448" y="5170597"/>
            <a:ext cx="1712453" cy="1245839"/>
          </a:xfrm>
          <a:prstGeom prst="rect">
            <a:avLst/>
          </a:prstGeom>
          <a:solidFill>
            <a:srgbClr val="1E344D">
              <a:alpha val="1769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nvGrpSpPr>
          <p:cNvPr id="52" name="组合 51">
            <a:extLst>
              <a:ext uri="{FF2B5EF4-FFF2-40B4-BE49-F238E27FC236}">
                <a16:creationId xmlns:a16="http://schemas.microsoft.com/office/drawing/2014/main" id="{7913888B-CB01-5B71-3CA7-08CE1C3851AA}"/>
              </a:ext>
            </a:extLst>
          </p:cNvPr>
          <p:cNvGrpSpPr/>
          <p:nvPr/>
        </p:nvGrpSpPr>
        <p:grpSpPr>
          <a:xfrm>
            <a:off x="365805" y="2164219"/>
            <a:ext cx="715617" cy="715617"/>
            <a:chOff x="298570" y="2503468"/>
            <a:chExt cx="715617" cy="715617"/>
          </a:xfrm>
        </p:grpSpPr>
        <p:sp>
          <p:nvSpPr>
            <p:cNvPr id="42" name="椭圆 41">
              <a:extLst>
                <a:ext uri="{FF2B5EF4-FFF2-40B4-BE49-F238E27FC236}">
                  <a16:creationId xmlns:a16="http://schemas.microsoft.com/office/drawing/2014/main" id="{49456EAF-8B67-92EE-582C-EA04BEBC428C}"/>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6BA3AB4A-0CFF-D884-663A-4B5BE3CC8908}"/>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5" name="椭圆 44">
              <a:extLst>
                <a:ext uri="{FF2B5EF4-FFF2-40B4-BE49-F238E27FC236}">
                  <a16:creationId xmlns:a16="http://schemas.microsoft.com/office/drawing/2014/main" id="{F2B848A2-C38C-66AC-A076-994B7EBAA3C4}"/>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7" name="椭圆 46">
              <a:extLst>
                <a:ext uri="{FF2B5EF4-FFF2-40B4-BE49-F238E27FC236}">
                  <a16:creationId xmlns:a16="http://schemas.microsoft.com/office/drawing/2014/main" id="{52785DAC-7054-167A-A40A-13527EE8FB1E}"/>
                </a:ext>
              </a:extLst>
            </p:cNvPr>
            <p:cNvSpPr/>
            <p:nvPr/>
          </p:nvSpPr>
          <p:spPr>
            <a:xfrm rot="10800000">
              <a:off x="508241" y="2958352"/>
              <a:ext cx="305471" cy="57112"/>
            </a:xfrm>
            <a:custGeom>
              <a:avLst/>
              <a:gdLst>
                <a:gd name="connsiteX0" fmla="*/ 0 w 444649"/>
                <a:gd name="connsiteY0" fmla="*/ 222325 h 444649"/>
                <a:gd name="connsiteX1" fmla="*/ 222325 w 444649"/>
                <a:gd name="connsiteY1" fmla="*/ 0 h 444649"/>
                <a:gd name="connsiteX2" fmla="*/ 444650 w 444649"/>
                <a:gd name="connsiteY2" fmla="*/ 222325 h 444649"/>
                <a:gd name="connsiteX3" fmla="*/ 222325 w 444649"/>
                <a:gd name="connsiteY3" fmla="*/ 444650 h 444649"/>
                <a:gd name="connsiteX4" fmla="*/ 0 w 444649"/>
                <a:gd name="connsiteY4" fmla="*/ 222325 h 444649"/>
                <a:gd name="connsiteX0" fmla="*/ 222325 w 444650"/>
                <a:gd name="connsiteY0" fmla="*/ 0 h 444650"/>
                <a:gd name="connsiteX1" fmla="*/ 444650 w 444650"/>
                <a:gd name="connsiteY1" fmla="*/ 222325 h 444650"/>
                <a:gd name="connsiteX2" fmla="*/ 222325 w 444650"/>
                <a:gd name="connsiteY2" fmla="*/ 444650 h 444650"/>
                <a:gd name="connsiteX3" fmla="*/ 0 w 444650"/>
                <a:gd name="connsiteY3" fmla="*/ 222325 h 444650"/>
                <a:gd name="connsiteX4" fmla="*/ 313765 w 444650"/>
                <a:gd name="connsiteY4" fmla="*/ 91440 h 444650"/>
                <a:gd name="connsiteX0" fmla="*/ 444650 w 444650"/>
                <a:gd name="connsiteY0" fmla="*/ 166488 h 388813"/>
                <a:gd name="connsiteX1" fmla="*/ 222325 w 444650"/>
                <a:gd name="connsiteY1" fmla="*/ 388813 h 388813"/>
                <a:gd name="connsiteX2" fmla="*/ 0 w 444650"/>
                <a:gd name="connsiteY2" fmla="*/ 166488 h 388813"/>
                <a:gd name="connsiteX3" fmla="*/ 313765 w 444650"/>
                <a:gd name="connsiteY3" fmla="*/ 35603 h 388813"/>
                <a:gd name="connsiteX0" fmla="*/ 444650 w 444650"/>
                <a:gd name="connsiteY0" fmla="*/ 0 h 222325"/>
                <a:gd name="connsiteX1" fmla="*/ 222325 w 444650"/>
                <a:gd name="connsiteY1" fmla="*/ 222325 h 222325"/>
                <a:gd name="connsiteX2" fmla="*/ 0 w 444650"/>
                <a:gd name="connsiteY2" fmla="*/ 0 h 222325"/>
                <a:gd name="connsiteX0" fmla="*/ 444650 w 444650"/>
                <a:gd name="connsiteY0" fmla="*/ 0 h 228301"/>
                <a:gd name="connsiteX1" fmla="*/ 390860 w 444650"/>
                <a:gd name="connsiteY1" fmla="*/ 150606 h 228301"/>
                <a:gd name="connsiteX2" fmla="*/ 222325 w 444650"/>
                <a:gd name="connsiteY2" fmla="*/ 222325 h 228301"/>
                <a:gd name="connsiteX3" fmla="*/ 0 w 444650"/>
                <a:gd name="connsiteY3" fmla="*/ 0 h 228301"/>
                <a:gd name="connsiteX0" fmla="*/ 444650 w 444650"/>
                <a:gd name="connsiteY0" fmla="*/ 0 h 222621"/>
                <a:gd name="connsiteX1" fmla="*/ 390860 w 444650"/>
                <a:gd name="connsiteY1" fmla="*/ 150606 h 222621"/>
                <a:gd name="connsiteX2" fmla="*/ 222325 w 444650"/>
                <a:gd name="connsiteY2" fmla="*/ 222325 h 222621"/>
                <a:gd name="connsiteX3" fmla="*/ 71716 w 444650"/>
                <a:gd name="connsiteY3" fmla="*/ 168536 h 222621"/>
                <a:gd name="connsiteX4" fmla="*/ 0 w 444650"/>
                <a:gd name="connsiteY4" fmla="*/ 0 h 222621"/>
                <a:gd name="connsiteX0" fmla="*/ 372934 w 372934"/>
                <a:gd name="connsiteY0" fmla="*/ 0 h 222621"/>
                <a:gd name="connsiteX1" fmla="*/ 319144 w 372934"/>
                <a:gd name="connsiteY1" fmla="*/ 150606 h 222621"/>
                <a:gd name="connsiteX2" fmla="*/ 150609 w 372934"/>
                <a:gd name="connsiteY2" fmla="*/ 222325 h 222621"/>
                <a:gd name="connsiteX3" fmla="*/ 0 w 372934"/>
                <a:gd name="connsiteY3" fmla="*/ 168536 h 222621"/>
                <a:gd name="connsiteX0" fmla="*/ 319144 w 319144"/>
                <a:gd name="connsiteY0" fmla="*/ 0 h 72015"/>
                <a:gd name="connsiteX1" fmla="*/ 150609 w 319144"/>
                <a:gd name="connsiteY1" fmla="*/ 71719 h 72015"/>
                <a:gd name="connsiteX2" fmla="*/ 0 w 319144"/>
                <a:gd name="connsiteY2" fmla="*/ 17930 h 72015"/>
                <a:gd name="connsiteX0" fmla="*/ 319144 w 319144"/>
                <a:gd name="connsiteY0" fmla="*/ 0 h 74463"/>
                <a:gd name="connsiteX1" fmla="*/ 183511 w 319144"/>
                <a:gd name="connsiteY1" fmla="*/ 74195 h 74463"/>
                <a:gd name="connsiteX2" fmla="*/ 0 w 319144"/>
                <a:gd name="connsiteY2" fmla="*/ 17930 h 74463"/>
                <a:gd name="connsiteX0" fmla="*/ 319144 w 319144"/>
                <a:gd name="connsiteY0" fmla="*/ 0 h 76915"/>
                <a:gd name="connsiteX1" fmla="*/ 160480 w 319144"/>
                <a:gd name="connsiteY1" fmla="*/ 76671 h 76915"/>
                <a:gd name="connsiteX2" fmla="*/ 0 w 319144"/>
                <a:gd name="connsiteY2" fmla="*/ 17930 h 76915"/>
                <a:gd name="connsiteX0" fmla="*/ 315855 w 315855"/>
                <a:gd name="connsiteY0" fmla="*/ 0 h 59339"/>
                <a:gd name="connsiteX1" fmla="*/ 160480 w 315855"/>
                <a:gd name="connsiteY1" fmla="*/ 59338 h 59339"/>
                <a:gd name="connsiteX2" fmla="*/ 0 w 315855"/>
                <a:gd name="connsiteY2" fmla="*/ 597 h 59339"/>
                <a:gd name="connsiteX0" fmla="*/ 322435 w 322435"/>
                <a:gd name="connsiteY0" fmla="*/ 0 h 74382"/>
                <a:gd name="connsiteX1" fmla="*/ 160480 w 322435"/>
                <a:gd name="connsiteY1" fmla="*/ 74195 h 74382"/>
                <a:gd name="connsiteX2" fmla="*/ 0 w 322435"/>
                <a:gd name="connsiteY2" fmla="*/ 15454 h 74382"/>
                <a:gd name="connsiteX0" fmla="*/ 325725 w 325725"/>
                <a:gd name="connsiteY0" fmla="*/ 0 h 69333"/>
                <a:gd name="connsiteX1" fmla="*/ 160480 w 325725"/>
                <a:gd name="connsiteY1" fmla="*/ 69242 h 69333"/>
                <a:gd name="connsiteX2" fmla="*/ 0 w 325725"/>
                <a:gd name="connsiteY2" fmla="*/ 10501 h 69333"/>
                <a:gd name="connsiteX0" fmla="*/ 325725 w 325725"/>
                <a:gd name="connsiteY0" fmla="*/ 0 h 69253"/>
                <a:gd name="connsiteX1" fmla="*/ 160480 w 325725"/>
                <a:gd name="connsiteY1" fmla="*/ 69242 h 69253"/>
                <a:gd name="connsiteX2" fmla="*/ 0 w 325725"/>
                <a:gd name="connsiteY2" fmla="*/ 10501 h 69253"/>
                <a:gd name="connsiteX0" fmla="*/ 338886 w 338886"/>
                <a:gd name="connsiteY0" fmla="*/ 4356 h 73609"/>
                <a:gd name="connsiteX1" fmla="*/ 173641 w 338886"/>
                <a:gd name="connsiteY1" fmla="*/ 73598 h 73609"/>
                <a:gd name="connsiteX2" fmla="*/ 0 w 338886"/>
                <a:gd name="connsiteY2" fmla="*/ 0 h 73609"/>
                <a:gd name="connsiteX0" fmla="*/ 345466 w 345466"/>
                <a:gd name="connsiteY0" fmla="*/ 0 h 69248"/>
                <a:gd name="connsiteX1" fmla="*/ 180221 w 345466"/>
                <a:gd name="connsiteY1" fmla="*/ 69242 h 69248"/>
                <a:gd name="connsiteX2" fmla="*/ 0 w 345466"/>
                <a:gd name="connsiteY2" fmla="*/ 3072 h 69248"/>
                <a:gd name="connsiteX0" fmla="*/ 345466 w 345466"/>
                <a:gd name="connsiteY0" fmla="*/ 0 h 69248"/>
                <a:gd name="connsiteX1" fmla="*/ 180221 w 345466"/>
                <a:gd name="connsiteY1" fmla="*/ 69242 h 69248"/>
                <a:gd name="connsiteX2" fmla="*/ 0 w 345466"/>
                <a:gd name="connsiteY2" fmla="*/ 3072 h 69248"/>
                <a:gd name="connsiteX0" fmla="*/ 358627 w 358627"/>
                <a:gd name="connsiteY0" fmla="*/ 0 h 71738"/>
                <a:gd name="connsiteX1" fmla="*/ 180221 w 358627"/>
                <a:gd name="connsiteY1" fmla="*/ 71718 h 71738"/>
                <a:gd name="connsiteX2" fmla="*/ 0 w 358627"/>
                <a:gd name="connsiteY2" fmla="*/ 5548 h 71738"/>
              </a:gdLst>
              <a:ahLst/>
              <a:cxnLst>
                <a:cxn ang="0">
                  <a:pos x="connsiteX0" y="connsiteY0"/>
                </a:cxn>
                <a:cxn ang="0">
                  <a:pos x="connsiteX1" y="connsiteY1"/>
                </a:cxn>
                <a:cxn ang="0">
                  <a:pos x="connsiteX2" y="connsiteY2"/>
                </a:cxn>
              </a:cxnLst>
              <a:rect l="l" t="t" r="r" b="b"/>
              <a:pathLst>
                <a:path w="358627" h="71738">
                  <a:moveTo>
                    <a:pt x="358627" y="0"/>
                  </a:moveTo>
                  <a:cubicBezTo>
                    <a:pt x="321573" y="37054"/>
                    <a:pt x="239992" y="70793"/>
                    <a:pt x="180221" y="71718"/>
                  </a:cubicBezTo>
                  <a:cubicBezTo>
                    <a:pt x="120450" y="72643"/>
                    <a:pt x="37054" y="42602"/>
                    <a:pt x="0" y="5548"/>
                  </a:cubicBezTo>
                </a:path>
              </a:pathLst>
            </a:custGeom>
            <a:noFill/>
            <a:ln w="3175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63" name="组合 62">
            <a:extLst>
              <a:ext uri="{FF2B5EF4-FFF2-40B4-BE49-F238E27FC236}">
                <a16:creationId xmlns:a16="http://schemas.microsoft.com/office/drawing/2014/main" id="{2CF0C442-3240-CE5D-0925-06105CD128EB}"/>
              </a:ext>
            </a:extLst>
          </p:cNvPr>
          <p:cNvGrpSpPr/>
          <p:nvPr/>
        </p:nvGrpSpPr>
        <p:grpSpPr>
          <a:xfrm>
            <a:off x="365805" y="4817943"/>
            <a:ext cx="715617" cy="715617"/>
            <a:chOff x="298570" y="2503468"/>
            <a:chExt cx="715617" cy="715617"/>
          </a:xfrm>
        </p:grpSpPr>
        <p:sp>
          <p:nvSpPr>
            <p:cNvPr id="64" name="椭圆 63">
              <a:extLst>
                <a:ext uri="{FF2B5EF4-FFF2-40B4-BE49-F238E27FC236}">
                  <a16:creationId xmlns:a16="http://schemas.microsoft.com/office/drawing/2014/main" id="{5429FBE8-4FD4-2CBB-EF24-59F3CBCFB4D5}"/>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5" name="椭圆 64">
              <a:extLst>
                <a:ext uri="{FF2B5EF4-FFF2-40B4-BE49-F238E27FC236}">
                  <a16:creationId xmlns:a16="http://schemas.microsoft.com/office/drawing/2014/main" id="{A4CC412F-720A-824B-113A-3591986020AC}"/>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6" name="椭圆 65">
              <a:extLst>
                <a:ext uri="{FF2B5EF4-FFF2-40B4-BE49-F238E27FC236}">
                  <a16:creationId xmlns:a16="http://schemas.microsoft.com/office/drawing/2014/main" id="{8726A405-2594-18B9-77E8-2ED18860A04D}"/>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7" name="椭圆 46">
              <a:extLst>
                <a:ext uri="{FF2B5EF4-FFF2-40B4-BE49-F238E27FC236}">
                  <a16:creationId xmlns:a16="http://schemas.microsoft.com/office/drawing/2014/main" id="{B737C241-3956-571C-0ED1-844E7BEC77D5}"/>
                </a:ext>
              </a:extLst>
            </p:cNvPr>
            <p:cNvSpPr/>
            <p:nvPr/>
          </p:nvSpPr>
          <p:spPr>
            <a:xfrm>
              <a:off x="469211" y="2961760"/>
              <a:ext cx="390862" cy="103885"/>
            </a:xfrm>
            <a:custGeom>
              <a:avLst/>
              <a:gdLst>
                <a:gd name="connsiteX0" fmla="*/ 0 w 444649"/>
                <a:gd name="connsiteY0" fmla="*/ 222325 h 444649"/>
                <a:gd name="connsiteX1" fmla="*/ 222325 w 444649"/>
                <a:gd name="connsiteY1" fmla="*/ 0 h 444649"/>
                <a:gd name="connsiteX2" fmla="*/ 444650 w 444649"/>
                <a:gd name="connsiteY2" fmla="*/ 222325 h 444649"/>
                <a:gd name="connsiteX3" fmla="*/ 222325 w 444649"/>
                <a:gd name="connsiteY3" fmla="*/ 444650 h 444649"/>
                <a:gd name="connsiteX4" fmla="*/ 0 w 444649"/>
                <a:gd name="connsiteY4" fmla="*/ 222325 h 444649"/>
                <a:gd name="connsiteX0" fmla="*/ 222325 w 444650"/>
                <a:gd name="connsiteY0" fmla="*/ 0 h 444650"/>
                <a:gd name="connsiteX1" fmla="*/ 444650 w 444650"/>
                <a:gd name="connsiteY1" fmla="*/ 222325 h 444650"/>
                <a:gd name="connsiteX2" fmla="*/ 222325 w 444650"/>
                <a:gd name="connsiteY2" fmla="*/ 444650 h 444650"/>
                <a:gd name="connsiteX3" fmla="*/ 0 w 444650"/>
                <a:gd name="connsiteY3" fmla="*/ 222325 h 444650"/>
                <a:gd name="connsiteX4" fmla="*/ 313765 w 444650"/>
                <a:gd name="connsiteY4" fmla="*/ 91440 h 444650"/>
                <a:gd name="connsiteX0" fmla="*/ 444650 w 444650"/>
                <a:gd name="connsiteY0" fmla="*/ 166488 h 388813"/>
                <a:gd name="connsiteX1" fmla="*/ 222325 w 444650"/>
                <a:gd name="connsiteY1" fmla="*/ 388813 h 388813"/>
                <a:gd name="connsiteX2" fmla="*/ 0 w 444650"/>
                <a:gd name="connsiteY2" fmla="*/ 166488 h 388813"/>
                <a:gd name="connsiteX3" fmla="*/ 313765 w 444650"/>
                <a:gd name="connsiteY3" fmla="*/ 35603 h 388813"/>
                <a:gd name="connsiteX0" fmla="*/ 444650 w 444650"/>
                <a:gd name="connsiteY0" fmla="*/ 0 h 222325"/>
                <a:gd name="connsiteX1" fmla="*/ 222325 w 444650"/>
                <a:gd name="connsiteY1" fmla="*/ 222325 h 222325"/>
                <a:gd name="connsiteX2" fmla="*/ 0 w 444650"/>
                <a:gd name="connsiteY2" fmla="*/ 0 h 222325"/>
                <a:gd name="connsiteX0" fmla="*/ 444650 w 444650"/>
                <a:gd name="connsiteY0" fmla="*/ 0 h 228301"/>
                <a:gd name="connsiteX1" fmla="*/ 390860 w 444650"/>
                <a:gd name="connsiteY1" fmla="*/ 150606 h 228301"/>
                <a:gd name="connsiteX2" fmla="*/ 222325 w 444650"/>
                <a:gd name="connsiteY2" fmla="*/ 222325 h 228301"/>
                <a:gd name="connsiteX3" fmla="*/ 0 w 444650"/>
                <a:gd name="connsiteY3" fmla="*/ 0 h 228301"/>
                <a:gd name="connsiteX0" fmla="*/ 444650 w 444650"/>
                <a:gd name="connsiteY0" fmla="*/ 0 h 222621"/>
                <a:gd name="connsiteX1" fmla="*/ 390860 w 444650"/>
                <a:gd name="connsiteY1" fmla="*/ 150606 h 222621"/>
                <a:gd name="connsiteX2" fmla="*/ 222325 w 444650"/>
                <a:gd name="connsiteY2" fmla="*/ 222325 h 222621"/>
                <a:gd name="connsiteX3" fmla="*/ 71716 w 444650"/>
                <a:gd name="connsiteY3" fmla="*/ 168536 h 222621"/>
                <a:gd name="connsiteX4" fmla="*/ 0 w 444650"/>
                <a:gd name="connsiteY4" fmla="*/ 0 h 222621"/>
                <a:gd name="connsiteX0" fmla="*/ 372934 w 372934"/>
                <a:gd name="connsiteY0" fmla="*/ 0 h 222621"/>
                <a:gd name="connsiteX1" fmla="*/ 319144 w 372934"/>
                <a:gd name="connsiteY1" fmla="*/ 150606 h 222621"/>
                <a:gd name="connsiteX2" fmla="*/ 150609 w 372934"/>
                <a:gd name="connsiteY2" fmla="*/ 222325 h 222621"/>
                <a:gd name="connsiteX3" fmla="*/ 0 w 372934"/>
                <a:gd name="connsiteY3" fmla="*/ 168536 h 222621"/>
                <a:gd name="connsiteX0" fmla="*/ 319144 w 319144"/>
                <a:gd name="connsiteY0" fmla="*/ 0 h 72015"/>
                <a:gd name="connsiteX1" fmla="*/ 150609 w 319144"/>
                <a:gd name="connsiteY1" fmla="*/ 71719 h 72015"/>
                <a:gd name="connsiteX2" fmla="*/ 0 w 319144"/>
                <a:gd name="connsiteY2" fmla="*/ 17930 h 72015"/>
                <a:gd name="connsiteX0" fmla="*/ 319144 w 319144"/>
                <a:gd name="connsiteY0" fmla="*/ 0 h 74463"/>
                <a:gd name="connsiteX1" fmla="*/ 183511 w 319144"/>
                <a:gd name="connsiteY1" fmla="*/ 74195 h 74463"/>
                <a:gd name="connsiteX2" fmla="*/ 0 w 319144"/>
                <a:gd name="connsiteY2" fmla="*/ 17930 h 74463"/>
                <a:gd name="connsiteX0" fmla="*/ 319144 w 319144"/>
                <a:gd name="connsiteY0" fmla="*/ 0 h 76915"/>
                <a:gd name="connsiteX1" fmla="*/ 160480 w 319144"/>
                <a:gd name="connsiteY1" fmla="*/ 76671 h 76915"/>
                <a:gd name="connsiteX2" fmla="*/ 0 w 319144"/>
                <a:gd name="connsiteY2" fmla="*/ 17930 h 76915"/>
                <a:gd name="connsiteX0" fmla="*/ 315855 w 315855"/>
                <a:gd name="connsiteY0" fmla="*/ 0 h 59339"/>
                <a:gd name="connsiteX1" fmla="*/ 160480 w 315855"/>
                <a:gd name="connsiteY1" fmla="*/ 59338 h 59339"/>
                <a:gd name="connsiteX2" fmla="*/ 0 w 315855"/>
                <a:gd name="connsiteY2" fmla="*/ 597 h 59339"/>
                <a:gd name="connsiteX0" fmla="*/ 322435 w 322435"/>
                <a:gd name="connsiteY0" fmla="*/ 0 h 74382"/>
                <a:gd name="connsiteX1" fmla="*/ 160480 w 322435"/>
                <a:gd name="connsiteY1" fmla="*/ 74195 h 74382"/>
                <a:gd name="connsiteX2" fmla="*/ 0 w 322435"/>
                <a:gd name="connsiteY2" fmla="*/ 15454 h 74382"/>
                <a:gd name="connsiteX0" fmla="*/ 325725 w 325725"/>
                <a:gd name="connsiteY0" fmla="*/ 0 h 69333"/>
                <a:gd name="connsiteX1" fmla="*/ 160480 w 325725"/>
                <a:gd name="connsiteY1" fmla="*/ 69242 h 69333"/>
                <a:gd name="connsiteX2" fmla="*/ 0 w 325725"/>
                <a:gd name="connsiteY2" fmla="*/ 10501 h 69333"/>
                <a:gd name="connsiteX0" fmla="*/ 325725 w 325725"/>
                <a:gd name="connsiteY0" fmla="*/ 0 h 69253"/>
                <a:gd name="connsiteX1" fmla="*/ 160480 w 325725"/>
                <a:gd name="connsiteY1" fmla="*/ 69242 h 69253"/>
                <a:gd name="connsiteX2" fmla="*/ 0 w 325725"/>
                <a:gd name="connsiteY2" fmla="*/ 10501 h 69253"/>
                <a:gd name="connsiteX0" fmla="*/ 338886 w 338886"/>
                <a:gd name="connsiteY0" fmla="*/ 4356 h 73609"/>
                <a:gd name="connsiteX1" fmla="*/ 173641 w 338886"/>
                <a:gd name="connsiteY1" fmla="*/ 73598 h 73609"/>
                <a:gd name="connsiteX2" fmla="*/ 0 w 338886"/>
                <a:gd name="connsiteY2" fmla="*/ 0 h 73609"/>
                <a:gd name="connsiteX0" fmla="*/ 345466 w 345466"/>
                <a:gd name="connsiteY0" fmla="*/ 0 h 69248"/>
                <a:gd name="connsiteX1" fmla="*/ 180221 w 345466"/>
                <a:gd name="connsiteY1" fmla="*/ 69242 h 69248"/>
                <a:gd name="connsiteX2" fmla="*/ 0 w 345466"/>
                <a:gd name="connsiteY2" fmla="*/ 3072 h 69248"/>
                <a:gd name="connsiteX0" fmla="*/ 345466 w 345466"/>
                <a:gd name="connsiteY0" fmla="*/ 0 h 69248"/>
                <a:gd name="connsiteX1" fmla="*/ 180221 w 345466"/>
                <a:gd name="connsiteY1" fmla="*/ 69242 h 69248"/>
                <a:gd name="connsiteX2" fmla="*/ 0 w 345466"/>
                <a:gd name="connsiteY2" fmla="*/ 3072 h 69248"/>
                <a:gd name="connsiteX0" fmla="*/ 358627 w 358627"/>
                <a:gd name="connsiteY0" fmla="*/ 0 h 71738"/>
                <a:gd name="connsiteX1" fmla="*/ 180221 w 358627"/>
                <a:gd name="connsiteY1" fmla="*/ 71718 h 71738"/>
                <a:gd name="connsiteX2" fmla="*/ 0 w 358627"/>
                <a:gd name="connsiteY2" fmla="*/ 5548 h 71738"/>
              </a:gdLst>
              <a:ahLst/>
              <a:cxnLst>
                <a:cxn ang="0">
                  <a:pos x="connsiteX0" y="connsiteY0"/>
                </a:cxn>
                <a:cxn ang="0">
                  <a:pos x="connsiteX1" y="connsiteY1"/>
                </a:cxn>
                <a:cxn ang="0">
                  <a:pos x="connsiteX2" y="connsiteY2"/>
                </a:cxn>
              </a:cxnLst>
              <a:rect l="l" t="t" r="r" b="b"/>
              <a:pathLst>
                <a:path w="358627" h="71738">
                  <a:moveTo>
                    <a:pt x="358627" y="0"/>
                  </a:moveTo>
                  <a:cubicBezTo>
                    <a:pt x="321573" y="37054"/>
                    <a:pt x="239992" y="70793"/>
                    <a:pt x="180221" y="71718"/>
                  </a:cubicBezTo>
                  <a:cubicBezTo>
                    <a:pt x="120450" y="72643"/>
                    <a:pt x="37054" y="42602"/>
                    <a:pt x="0" y="5548"/>
                  </a:cubicBezTo>
                </a:path>
              </a:pathLst>
            </a:custGeom>
            <a:noFill/>
            <a:ln w="3175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78" name="组合 77">
            <a:extLst>
              <a:ext uri="{FF2B5EF4-FFF2-40B4-BE49-F238E27FC236}">
                <a16:creationId xmlns:a16="http://schemas.microsoft.com/office/drawing/2014/main" id="{D62E3285-D174-2F42-8278-5228D91A1385}"/>
              </a:ext>
            </a:extLst>
          </p:cNvPr>
          <p:cNvGrpSpPr/>
          <p:nvPr/>
        </p:nvGrpSpPr>
        <p:grpSpPr>
          <a:xfrm>
            <a:off x="365805" y="3017743"/>
            <a:ext cx="715617" cy="715617"/>
            <a:chOff x="365805" y="2913239"/>
            <a:chExt cx="715617" cy="715617"/>
          </a:xfrm>
        </p:grpSpPr>
        <p:grpSp>
          <p:nvGrpSpPr>
            <p:cNvPr id="53" name="组合 52">
              <a:extLst>
                <a:ext uri="{FF2B5EF4-FFF2-40B4-BE49-F238E27FC236}">
                  <a16:creationId xmlns:a16="http://schemas.microsoft.com/office/drawing/2014/main" id="{76D0C515-9AD5-58BB-998E-EF8DD731493A}"/>
                </a:ext>
              </a:extLst>
            </p:cNvPr>
            <p:cNvGrpSpPr/>
            <p:nvPr/>
          </p:nvGrpSpPr>
          <p:grpSpPr>
            <a:xfrm>
              <a:off x="365805" y="2913239"/>
              <a:ext cx="715617" cy="715617"/>
              <a:chOff x="298570" y="2503468"/>
              <a:chExt cx="715617" cy="715617"/>
            </a:xfrm>
          </p:grpSpPr>
          <p:sp>
            <p:nvSpPr>
              <p:cNvPr id="54" name="椭圆 53">
                <a:extLst>
                  <a:ext uri="{FF2B5EF4-FFF2-40B4-BE49-F238E27FC236}">
                    <a16:creationId xmlns:a16="http://schemas.microsoft.com/office/drawing/2014/main" id="{EBC8226B-07FC-17A0-3AB9-A74D77DACC27}"/>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1E344D"/>
                  </a:solidFill>
                </a:endParaRPr>
              </a:p>
            </p:txBody>
          </p:sp>
          <p:sp>
            <p:nvSpPr>
              <p:cNvPr id="55" name="椭圆 54">
                <a:extLst>
                  <a:ext uri="{FF2B5EF4-FFF2-40B4-BE49-F238E27FC236}">
                    <a16:creationId xmlns:a16="http://schemas.microsoft.com/office/drawing/2014/main" id="{D7ADBF5A-F918-1FE7-8295-9EE5535F8894}"/>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6" name="椭圆 55">
                <a:extLst>
                  <a:ext uri="{FF2B5EF4-FFF2-40B4-BE49-F238E27FC236}">
                    <a16:creationId xmlns:a16="http://schemas.microsoft.com/office/drawing/2014/main" id="{2E9E9698-D3B3-BE86-831A-3620165692B3}"/>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73" name="椭圆 72">
              <a:extLst>
                <a:ext uri="{FF2B5EF4-FFF2-40B4-BE49-F238E27FC236}">
                  <a16:creationId xmlns:a16="http://schemas.microsoft.com/office/drawing/2014/main" id="{A2A815D9-CE5E-6CC1-4C9C-B2F7633E3B55}"/>
                </a:ext>
              </a:extLst>
            </p:cNvPr>
            <p:cNvSpPr/>
            <p:nvPr/>
          </p:nvSpPr>
          <p:spPr>
            <a:xfrm>
              <a:off x="663497" y="3334214"/>
              <a:ext cx="122664" cy="144965"/>
            </a:xfrm>
            <a:prstGeom prst="ellipse">
              <a:avLst/>
            </a:prstGeom>
            <a:noFill/>
            <a:ln w="254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79" name="组合 78">
            <a:extLst>
              <a:ext uri="{FF2B5EF4-FFF2-40B4-BE49-F238E27FC236}">
                <a16:creationId xmlns:a16="http://schemas.microsoft.com/office/drawing/2014/main" id="{254A59E4-9FD9-5ECB-A527-6AE9CAE5E0D8}"/>
              </a:ext>
            </a:extLst>
          </p:cNvPr>
          <p:cNvGrpSpPr/>
          <p:nvPr/>
        </p:nvGrpSpPr>
        <p:grpSpPr>
          <a:xfrm>
            <a:off x="365805" y="3881839"/>
            <a:ext cx="715617" cy="715617"/>
            <a:chOff x="365805" y="3777335"/>
            <a:chExt cx="715617" cy="715617"/>
          </a:xfrm>
        </p:grpSpPr>
        <p:grpSp>
          <p:nvGrpSpPr>
            <p:cNvPr id="58" name="组合 57">
              <a:extLst>
                <a:ext uri="{FF2B5EF4-FFF2-40B4-BE49-F238E27FC236}">
                  <a16:creationId xmlns:a16="http://schemas.microsoft.com/office/drawing/2014/main" id="{EA2CDBB3-3369-1757-2758-C7CCA526FBA8}"/>
                </a:ext>
              </a:extLst>
            </p:cNvPr>
            <p:cNvGrpSpPr/>
            <p:nvPr/>
          </p:nvGrpSpPr>
          <p:grpSpPr>
            <a:xfrm>
              <a:off x="365805" y="3777335"/>
              <a:ext cx="715617" cy="715617"/>
              <a:chOff x="298570" y="2503468"/>
              <a:chExt cx="715617" cy="715617"/>
            </a:xfrm>
          </p:grpSpPr>
          <p:sp>
            <p:nvSpPr>
              <p:cNvPr id="59" name="椭圆 58">
                <a:extLst>
                  <a:ext uri="{FF2B5EF4-FFF2-40B4-BE49-F238E27FC236}">
                    <a16:creationId xmlns:a16="http://schemas.microsoft.com/office/drawing/2014/main" id="{3924AF4D-DDCD-5DDC-8C31-4E5F65FFAD18}"/>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 name="椭圆 59">
                <a:extLst>
                  <a:ext uri="{FF2B5EF4-FFF2-40B4-BE49-F238E27FC236}">
                    <a16:creationId xmlns:a16="http://schemas.microsoft.com/office/drawing/2014/main" id="{02B42388-B810-745E-FFF5-BF6A63B7FF2A}"/>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1" name="椭圆 60">
                <a:extLst>
                  <a:ext uri="{FF2B5EF4-FFF2-40B4-BE49-F238E27FC236}">
                    <a16:creationId xmlns:a16="http://schemas.microsoft.com/office/drawing/2014/main" id="{8BEB8B50-9C73-A135-DB9A-1F114720CFAE}"/>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74" name="任意形状 73">
              <a:extLst>
                <a:ext uri="{FF2B5EF4-FFF2-40B4-BE49-F238E27FC236}">
                  <a16:creationId xmlns:a16="http://schemas.microsoft.com/office/drawing/2014/main" id="{DD76CE67-2BA6-41C3-E667-5415EA67722B}"/>
                </a:ext>
              </a:extLst>
            </p:cNvPr>
            <p:cNvSpPr/>
            <p:nvPr/>
          </p:nvSpPr>
          <p:spPr>
            <a:xfrm>
              <a:off x="582804" y="4188911"/>
              <a:ext cx="277984" cy="45719"/>
            </a:xfrm>
            <a:custGeom>
              <a:avLst/>
              <a:gdLst>
                <a:gd name="connsiteX0" fmla="*/ 0 w 412595"/>
                <a:gd name="connsiteY0" fmla="*/ 0 h 66953"/>
                <a:gd name="connsiteX1" fmla="*/ 150541 w 412595"/>
                <a:gd name="connsiteY1" fmla="*/ 66908 h 66953"/>
                <a:gd name="connsiteX2" fmla="*/ 239751 w 412595"/>
                <a:gd name="connsiteY2" fmla="*/ 11151 h 66953"/>
                <a:gd name="connsiteX3" fmla="*/ 345687 w 412595"/>
                <a:gd name="connsiteY3" fmla="*/ 55756 h 66953"/>
                <a:gd name="connsiteX4" fmla="*/ 412595 w 412595"/>
                <a:gd name="connsiteY4" fmla="*/ 22303 h 6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95" h="66953">
                  <a:moveTo>
                    <a:pt x="0" y="0"/>
                  </a:moveTo>
                  <a:cubicBezTo>
                    <a:pt x="55291" y="32525"/>
                    <a:pt x="110583" y="65050"/>
                    <a:pt x="150541" y="66908"/>
                  </a:cubicBezTo>
                  <a:cubicBezTo>
                    <a:pt x="190499" y="68766"/>
                    <a:pt x="207227" y="13010"/>
                    <a:pt x="239751" y="11151"/>
                  </a:cubicBezTo>
                  <a:cubicBezTo>
                    <a:pt x="272275" y="9292"/>
                    <a:pt x="316880" y="53897"/>
                    <a:pt x="345687" y="55756"/>
                  </a:cubicBezTo>
                  <a:cubicBezTo>
                    <a:pt x="374494" y="57615"/>
                    <a:pt x="397727" y="24161"/>
                    <a:pt x="412595" y="22303"/>
                  </a:cubicBez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80" name="组合 79">
            <a:extLst>
              <a:ext uri="{FF2B5EF4-FFF2-40B4-BE49-F238E27FC236}">
                <a16:creationId xmlns:a16="http://schemas.microsoft.com/office/drawing/2014/main" id="{E02805CB-4395-FB1B-20C9-E6C372DD3CD5}"/>
              </a:ext>
            </a:extLst>
          </p:cNvPr>
          <p:cNvGrpSpPr/>
          <p:nvPr/>
        </p:nvGrpSpPr>
        <p:grpSpPr>
          <a:xfrm>
            <a:off x="365805" y="5754047"/>
            <a:ext cx="715617" cy="715617"/>
            <a:chOff x="365805" y="5649543"/>
            <a:chExt cx="715617" cy="715617"/>
          </a:xfrm>
        </p:grpSpPr>
        <p:sp>
          <p:nvSpPr>
            <p:cNvPr id="69" name="椭圆 68">
              <a:extLst>
                <a:ext uri="{FF2B5EF4-FFF2-40B4-BE49-F238E27FC236}">
                  <a16:creationId xmlns:a16="http://schemas.microsoft.com/office/drawing/2014/main" id="{035A531E-10D8-63B1-8C0C-5A4E855EF004}"/>
                </a:ext>
              </a:extLst>
            </p:cNvPr>
            <p:cNvSpPr/>
            <p:nvPr/>
          </p:nvSpPr>
          <p:spPr>
            <a:xfrm>
              <a:off x="365805" y="5649543"/>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5" name="任意形状 74">
              <a:extLst>
                <a:ext uri="{FF2B5EF4-FFF2-40B4-BE49-F238E27FC236}">
                  <a16:creationId xmlns:a16="http://schemas.microsoft.com/office/drawing/2014/main" id="{65BFA053-61E0-6A9F-78E0-863E3900DD49}"/>
                </a:ext>
              </a:extLst>
            </p:cNvPr>
            <p:cNvSpPr/>
            <p:nvPr/>
          </p:nvSpPr>
          <p:spPr>
            <a:xfrm flipH="1">
              <a:off x="551986" y="6120106"/>
              <a:ext cx="362414" cy="45719"/>
            </a:xfrm>
            <a:custGeom>
              <a:avLst/>
              <a:gdLst>
                <a:gd name="connsiteX0" fmla="*/ 0 w 412595"/>
                <a:gd name="connsiteY0" fmla="*/ 0 h 66953"/>
                <a:gd name="connsiteX1" fmla="*/ 150541 w 412595"/>
                <a:gd name="connsiteY1" fmla="*/ 66908 h 66953"/>
                <a:gd name="connsiteX2" fmla="*/ 239751 w 412595"/>
                <a:gd name="connsiteY2" fmla="*/ 11151 h 66953"/>
                <a:gd name="connsiteX3" fmla="*/ 345687 w 412595"/>
                <a:gd name="connsiteY3" fmla="*/ 55756 h 66953"/>
                <a:gd name="connsiteX4" fmla="*/ 412595 w 412595"/>
                <a:gd name="connsiteY4" fmla="*/ 22303 h 6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95" h="66953">
                  <a:moveTo>
                    <a:pt x="0" y="0"/>
                  </a:moveTo>
                  <a:cubicBezTo>
                    <a:pt x="55291" y="32525"/>
                    <a:pt x="110583" y="65050"/>
                    <a:pt x="150541" y="66908"/>
                  </a:cubicBezTo>
                  <a:cubicBezTo>
                    <a:pt x="190499" y="68766"/>
                    <a:pt x="207227" y="13010"/>
                    <a:pt x="239751" y="11151"/>
                  </a:cubicBezTo>
                  <a:cubicBezTo>
                    <a:pt x="272275" y="9292"/>
                    <a:pt x="316880" y="53897"/>
                    <a:pt x="345687" y="55756"/>
                  </a:cubicBezTo>
                  <a:cubicBezTo>
                    <a:pt x="374494" y="57615"/>
                    <a:pt x="397727" y="24161"/>
                    <a:pt x="412595" y="22303"/>
                  </a:cubicBez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6" name="任意形状 75">
              <a:extLst>
                <a:ext uri="{FF2B5EF4-FFF2-40B4-BE49-F238E27FC236}">
                  <a16:creationId xmlns:a16="http://schemas.microsoft.com/office/drawing/2014/main" id="{54D9DA5B-A046-B7F9-D9A7-72374F09626E}"/>
                </a:ext>
              </a:extLst>
            </p:cNvPr>
            <p:cNvSpPr/>
            <p:nvPr/>
          </p:nvSpPr>
          <p:spPr>
            <a:xfrm rot="20465893">
              <a:off x="546410" y="5865541"/>
              <a:ext cx="100361" cy="78059"/>
            </a:xfrm>
            <a:custGeom>
              <a:avLst/>
              <a:gdLst>
                <a:gd name="connsiteX0" fmla="*/ 0 w 100361"/>
                <a:gd name="connsiteY0" fmla="*/ 0 h 78059"/>
                <a:gd name="connsiteX1" fmla="*/ 100361 w 100361"/>
                <a:gd name="connsiteY1" fmla="*/ 78059 h 78059"/>
              </a:gdLst>
              <a:ahLst/>
              <a:cxnLst>
                <a:cxn ang="0">
                  <a:pos x="connsiteX0" y="connsiteY0"/>
                </a:cxn>
                <a:cxn ang="0">
                  <a:pos x="connsiteX1" y="connsiteY1"/>
                </a:cxn>
              </a:cxnLst>
              <a:rect l="l" t="t" r="r" b="b"/>
              <a:pathLst>
                <a:path w="100361" h="78059">
                  <a:moveTo>
                    <a:pt x="0" y="0"/>
                  </a:moveTo>
                  <a:lnTo>
                    <a:pt x="100361" y="78059"/>
                  </a:ln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7" name="任意形状 76">
              <a:extLst>
                <a:ext uri="{FF2B5EF4-FFF2-40B4-BE49-F238E27FC236}">
                  <a16:creationId xmlns:a16="http://schemas.microsoft.com/office/drawing/2014/main" id="{EC63378B-5848-2050-8DB7-F539B7854C8A}"/>
                </a:ext>
              </a:extLst>
            </p:cNvPr>
            <p:cNvSpPr/>
            <p:nvPr/>
          </p:nvSpPr>
          <p:spPr>
            <a:xfrm rot="5400000">
              <a:off x="795135" y="5859388"/>
              <a:ext cx="45719" cy="69840"/>
            </a:xfrm>
            <a:custGeom>
              <a:avLst/>
              <a:gdLst>
                <a:gd name="connsiteX0" fmla="*/ 0 w 100361"/>
                <a:gd name="connsiteY0" fmla="*/ 0 h 78059"/>
                <a:gd name="connsiteX1" fmla="*/ 100361 w 100361"/>
                <a:gd name="connsiteY1" fmla="*/ 78059 h 78059"/>
              </a:gdLst>
              <a:ahLst/>
              <a:cxnLst>
                <a:cxn ang="0">
                  <a:pos x="connsiteX0" y="connsiteY0"/>
                </a:cxn>
                <a:cxn ang="0">
                  <a:pos x="connsiteX1" y="connsiteY1"/>
                </a:cxn>
              </a:cxnLst>
              <a:rect l="l" t="t" r="r" b="b"/>
              <a:pathLst>
                <a:path w="100361" h="78059">
                  <a:moveTo>
                    <a:pt x="0" y="0"/>
                  </a:moveTo>
                  <a:lnTo>
                    <a:pt x="100361" y="78059"/>
                  </a:ln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81" name="文本框 80">
            <a:extLst>
              <a:ext uri="{FF2B5EF4-FFF2-40B4-BE49-F238E27FC236}">
                <a16:creationId xmlns:a16="http://schemas.microsoft.com/office/drawing/2014/main" id="{A2FCE15F-C2BD-16BE-A776-43DBA5BFDDAE}"/>
              </a:ext>
            </a:extLst>
          </p:cNvPr>
          <p:cNvSpPr txBox="1"/>
          <p:nvPr/>
        </p:nvSpPr>
        <p:spPr>
          <a:xfrm>
            <a:off x="1171275" y="2341948"/>
            <a:ext cx="1342175" cy="400110"/>
          </a:xfrm>
          <a:prstGeom prst="rect">
            <a:avLst/>
          </a:prstGeom>
          <a:noFill/>
        </p:spPr>
        <p:txBody>
          <a:bodyPr wrap="squar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sad</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2" name="文本框 81">
            <a:extLst>
              <a:ext uri="{FF2B5EF4-FFF2-40B4-BE49-F238E27FC236}">
                <a16:creationId xmlns:a16="http://schemas.microsoft.com/office/drawing/2014/main" id="{B8E87BE7-DA03-9432-B0DB-7A853A3CCBF7}"/>
              </a:ext>
            </a:extLst>
          </p:cNvPr>
          <p:cNvSpPr txBox="1"/>
          <p:nvPr/>
        </p:nvSpPr>
        <p:spPr>
          <a:xfrm>
            <a:off x="1140895" y="3114903"/>
            <a:ext cx="1387152" cy="369332"/>
          </a:xfrm>
          <a:prstGeom prst="rect">
            <a:avLst/>
          </a:prstGeom>
          <a:noFill/>
        </p:spPr>
        <p:txBody>
          <a:bodyPr wrap="squar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surprised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3" name="文本框 82">
            <a:extLst>
              <a:ext uri="{FF2B5EF4-FFF2-40B4-BE49-F238E27FC236}">
                <a16:creationId xmlns:a16="http://schemas.microsoft.com/office/drawing/2014/main" id="{00F09B62-6E59-75A2-A3A3-041AD07DA302}"/>
              </a:ext>
            </a:extLst>
          </p:cNvPr>
          <p:cNvSpPr txBox="1"/>
          <p:nvPr/>
        </p:nvSpPr>
        <p:spPr>
          <a:xfrm>
            <a:off x="1140895" y="4037560"/>
            <a:ext cx="1387152" cy="369332"/>
          </a:xfrm>
          <a:prstGeom prst="rect">
            <a:avLst/>
          </a:prstGeom>
          <a:noFill/>
        </p:spPr>
        <p:txBody>
          <a:bodyPr wrap="squar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worried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4" name="文本框 83">
            <a:extLst>
              <a:ext uri="{FF2B5EF4-FFF2-40B4-BE49-F238E27FC236}">
                <a16:creationId xmlns:a16="http://schemas.microsoft.com/office/drawing/2014/main" id="{9AC64950-B01E-BE39-0731-8A965D4DD0CC}"/>
              </a:ext>
            </a:extLst>
          </p:cNvPr>
          <p:cNvSpPr txBox="1"/>
          <p:nvPr/>
        </p:nvSpPr>
        <p:spPr>
          <a:xfrm>
            <a:off x="1140895" y="4973664"/>
            <a:ext cx="1387152" cy="369332"/>
          </a:xfrm>
          <a:prstGeom prst="rect">
            <a:avLst/>
          </a:prstGeom>
          <a:noFill/>
        </p:spPr>
        <p:txBody>
          <a:bodyPr wrap="squar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happy</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5" name="文本框 84">
            <a:extLst>
              <a:ext uri="{FF2B5EF4-FFF2-40B4-BE49-F238E27FC236}">
                <a16:creationId xmlns:a16="http://schemas.microsoft.com/office/drawing/2014/main" id="{E4B62C74-1608-8B11-C8B8-B9CE0378EB79}"/>
              </a:ext>
            </a:extLst>
          </p:cNvPr>
          <p:cNvSpPr txBox="1"/>
          <p:nvPr/>
        </p:nvSpPr>
        <p:spPr>
          <a:xfrm>
            <a:off x="1140895" y="5909768"/>
            <a:ext cx="1387152" cy="369332"/>
          </a:xfrm>
          <a:prstGeom prst="rect">
            <a:avLst/>
          </a:prstGeom>
          <a:noFill/>
        </p:spPr>
        <p:txBody>
          <a:bodyPr wrap="squar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Grumpy</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9" name="文本框 88">
            <a:extLst>
              <a:ext uri="{FF2B5EF4-FFF2-40B4-BE49-F238E27FC236}">
                <a16:creationId xmlns:a16="http://schemas.microsoft.com/office/drawing/2014/main" id="{891267EA-16F7-A388-210C-23FA2DD96D37}"/>
              </a:ext>
            </a:extLst>
          </p:cNvPr>
          <p:cNvSpPr txBox="1"/>
          <p:nvPr/>
        </p:nvSpPr>
        <p:spPr>
          <a:xfrm>
            <a:off x="274398" y="1376915"/>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0" name="文本框 89">
            <a:extLst>
              <a:ext uri="{FF2B5EF4-FFF2-40B4-BE49-F238E27FC236}">
                <a16:creationId xmlns:a16="http://schemas.microsoft.com/office/drawing/2014/main" id="{15E1CD43-FB25-7869-02A4-5AAED0BECDAE}"/>
              </a:ext>
            </a:extLst>
          </p:cNvPr>
          <p:cNvSpPr txBox="1"/>
          <p:nvPr/>
        </p:nvSpPr>
        <p:spPr>
          <a:xfrm>
            <a:off x="290751" y="1040992"/>
            <a:ext cx="1620078" cy="461665"/>
          </a:xfrm>
          <a:prstGeom prst="rect">
            <a:avLst/>
          </a:prstGeom>
          <a:noFill/>
        </p:spPr>
        <p:txBody>
          <a:bodyPr wrap="square">
            <a:spAutoFit/>
          </a:bodyPr>
          <a:lstStyle/>
          <a:p>
            <a:r>
              <a:rPr kumimoji="1" lang="en" altLang="zh-CN" sz="2400" dirty="0">
                <a:solidFill>
                  <a:srgbClr val="1E344D"/>
                </a:solidFill>
                <a:latin typeface="Alibaba PuHuiTi" pitchFamily="18" charset="-122"/>
                <a:ea typeface="Alibaba PuHuiTi" pitchFamily="18" charset="-122"/>
                <a:cs typeface="Alibaba PuHuiTi" pitchFamily="18" charset="-122"/>
              </a:rPr>
              <a:t>main title</a:t>
            </a:r>
            <a:endParaRPr lang="zh-CN" altLang="en-US" sz="2400" dirty="0">
              <a:solidFill>
                <a:srgbClr val="1E344D"/>
              </a:solidFill>
              <a:latin typeface="Alibaba PuHuiTi" pitchFamily="18" charset="-122"/>
              <a:ea typeface="Alibaba PuHuiTi" pitchFamily="18" charset="-122"/>
              <a:cs typeface="Alibaba PuHuiTi" pitchFamily="18" charset="-122"/>
            </a:endParaRPr>
          </a:p>
        </p:txBody>
      </p:sp>
      <p:grpSp>
        <p:nvGrpSpPr>
          <p:cNvPr id="93" name="Google Shape;5263;p76">
            <a:extLst>
              <a:ext uri="{FF2B5EF4-FFF2-40B4-BE49-F238E27FC236}">
                <a16:creationId xmlns:a16="http://schemas.microsoft.com/office/drawing/2014/main" id="{66FA20BB-3FB8-8D5D-9437-8ADFE96AC495}"/>
              </a:ext>
            </a:extLst>
          </p:cNvPr>
          <p:cNvGrpSpPr/>
          <p:nvPr/>
        </p:nvGrpSpPr>
        <p:grpSpPr>
          <a:xfrm>
            <a:off x="2873664" y="1150365"/>
            <a:ext cx="770489" cy="782939"/>
            <a:chOff x="1529350" y="258825"/>
            <a:chExt cx="423475" cy="481825"/>
          </a:xfrm>
          <a:solidFill>
            <a:schemeClr val="bg1"/>
          </a:solidFill>
        </p:grpSpPr>
        <p:sp>
          <p:nvSpPr>
            <p:cNvPr id="94" name="Google Shape;5264;p76">
              <a:extLst>
                <a:ext uri="{FF2B5EF4-FFF2-40B4-BE49-F238E27FC236}">
                  <a16:creationId xmlns:a16="http://schemas.microsoft.com/office/drawing/2014/main" id="{EB046554-E43A-5B09-52B0-7F8735B85D21}"/>
                </a:ext>
              </a:extLst>
            </p:cNvPr>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95" name="Google Shape;5265;p76">
              <a:extLst>
                <a:ext uri="{FF2B5EF4-FFF2-40B4-BE49-F238E27FC236}">
                  <a16:creationId xmlns:a16="http://schemas.microsoft.com/office/drawing/2014/main" id="{616D66F9-6CCA-FF3F-5A29-F59F99DB7890}"/>
                </a:ext>
              </a:extLst>
            </p:cNvPr>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96" name="Google Shape;5606;p76">
            <a:extLst>
              <a:ext uri="{FF2B5EF4-FFF2-40B4-BE49-F238E27FC236}">
                <a16:creationId xmlns:a16="http://schemas.microsoft.com/office/drawing/2014/main" id="{F3894251-9420-0523-4FC5-FA5B818AEEF6}"/>
              </a:ext>
            </a:extLst>
          </p:cNvPr>
          <p:cNvGrpSpPr/>
          <p:nvPr/>
        </p:nvGrpSpPr>
        <p:grpSpPr>
          <a:xfrm>
            <a:off x="6410906" y="1180269"/>
            <a:ext cx="729777" cy="753034"/>
            <a:chOff x="3330525" y="4399275"/>
            <a:chExt cx="390650" cy="481850"/>
          </a:xfrm>
          <a:solidFill>
            <a:schemeClr val="bg1"/>
          </a:solidFill>
        </p:grpSpPr>
        <p:sp>
          <p:nvSpPr>
            <p:cNvPr id="97" name="Google Shape;5607;p76">
              <a:extLst>
                <a:ext uri="{FF2B5EF4-FFF2-40B4-BE49-F238E27FC236}">
                  <a16:creationId xmlns:a16="http://schemas.microsoft.com/office/drawing/2014/main" id="{E08A76B2-8500-FD82-9F2F-5C97F0405374}"/>
                </a:ext>
              </a:extLst>
            </p:cNvPr>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98" name="Google Shape;5608;p76">
              <a:extLst>
                <a:ext uri="{FF2B5EF4-FFF2-40B4-BE49-F238E27FC236}">
                  <a16:creationId xmlns:a16="http://schemas.microsoft.com/office/drawing/2014/main" id="{087BCBC2-6441-3B8C-C5EB-9E6BBF6720C2}"/>
                </a:ext>
              </a:extLst>
            </p:cNvPr>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99" name="Google Shape;5609;p76">
              <a:extLst>
                <a:ext uri="{FF2B5EF4-FFF2-40B4-BE49-F238E27FC236}">
                  <a16:creationId xmlns:a16="http://schemas.microsoft.com/office/drawing/2014/main" id="{8EFE3861-F20C-E511-9354-D18967926EFC}"/>
                </a:ext>
              </a:extLst>
            </p:cNvPr>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0" name="Google Shape;5610;p76">
              <a:extLst>
                <a:ext uri="{FF2B5EF4-FFF2-40B4-BE49-F238E27FC236}">
                  <a16:creationId xmlns:a16="http://schemas.microsoft.com/office/drawing/2014/main" id="{F8F8DEC2-38EE-84B2-0029-179FC1254CBD}"/>
                </a:ext>
              </a:extLst>
            </p:cNvPr>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1" name="Google Shape;5611;p76">
              <a:extLst>
                <a:ext uri="{FF2B5EF4-FFF2-40B4-BE49-F238E27FC236}">
                  <a16:creationId xmlns:a16="http://schemas.microsoft.com/office/drawing/2014/main" id="{87A5E685-9BB6-AC9A-FCAB-A1D7CE68850A}"/>
                </a:ext>
              </a:extLst>
            </p:cNvPr>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2" name="Google Shape;5612;p76">
              <a:extLst>
                <a:ext uri="{FF2B5EF4-FFF2-40B4-BE49-F238E27FC236}">
                  <a16:creationId xmlns:a16="http://schemas.microsoft.com/office/drawing/2014/main" id="{FFC88147-498E-6001-B1DC-896B9E570B98}"/>
                </a:ext>
              </a:extLst>
            </p:cNvPr>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3" name="Google Shape;5613;p76">
              <a:extLst>
                <a:ext uri="{FF2B5EF4-FFF2-40B4-BE49-F238E27FC236}">
                  <a16:creationId xmlns:a16="http://schemas.microsoft.com/office/drawing/2014/main" id="{DCF6DFDF-C32B-8E4F-DD74-E8E1D8160AAD}"/>
                </a:ext>
              </a:extLst>
            </p:cNvPr>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104" name="文本框 103">
            <a:extLst>
              <a:ext uri="{FF2B5EF4-FFF2-40B4-BE49-F238E27FC236}">
                <a16:creationId xmlns:a16="http://schemas.microsoft.com/office/drawing/2014/main" id="{36D2E39D-F567-0BF9-0050-5138E0F36AEF}"/>
              </a:ext>
            </a:extLst>
          </p:cNvPr>
          <p:cNvSpPr txBox="1"/>
          <p:nvPr/>
        </p:nvSpPr>
        <p:spPr>
          <a:xfrm>
            <a:off x="7167445" y="1067883"/>
            <a:ext cx="968025" cy="1015663"/>
          </a:xfrm>
          <a:prstGeom prst="rect">
            <a:avLst/>
          </a:prstGeom>
          <a:noFill/>
        </p:spPr>
        <p:txBody>
          <a:bodyPr wrap="square" rtlCol="0">
            <a:spAutoFit/>
          </a:bodyPr>
          <a:lstStyle/>
          <a:p>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105" name="Google Shape;5369;p76">
            <a:extLst>
              <a:ext uri="{FF2B5EF4-FFF2-40B4-BE49-F238E27FC236}">
                <a16:creationId xmlns:a16="http://schemas.microsoft.com/office/drawing/2014/main" id="{F5F02CEC-D0C7-A5A7-D24A-3A3DD4429154}"/>
              </a:ext>
            </a:extLst>
          </p:cNvPr>
          <p:cNvGrpSpPr/>
          <p:nvPr/>
        </p:nvGrpSpPr>
        <p:grpSpPr>
          <a:xfrm>
            <a:off x="8308971" y="1260953"/>
            <a:ext cx="619875" cy="618564"/>
            <a:chOff x="4456875" y="1435075"/>
            <a:chExt cx="481825" cy="481825"/>
          </a:xfrm>
          <a:solidFill>
            <a:schemeClr val="bg1"/>
          </a:solidFill>
        </p:grpSpPr>
        <p:sp>
          <p:nvSpPr>
            <p:cNvPr id="106" name="Google Shape;5370;p76">
              <a:extLst>
                <a:ext uri="{FF2B5EF4-FFF2-40B4-BE49-F238E27FC236}">
                  <a16:creationId xmlns:a16="http://schemas.microsoft.com/office/drawing/2014/main" id="{9298DB3F-C46D-B8ED-2967-807812F23A05}"/>
                </a:ext>
              </a:extLst>
            </p:cNvPr>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7" name="Google Shape;5371;p76">
              <a:extLst>
                <a:ext uri="{FF2B5EF4-FFF2-40B4-BE49-F238E27FC236}">
                  <a16:creationId xmlns:a16="http://schemas.microsoft.com/office/drawing/2014/main" id="{3E8534A7-A9E5-5506-DC59-DE63B763742E}"/>
                </a:ext>
              </a:extLst>
            </p:cNvPr>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8" name="Google Shape;5372;p76">
              <a:extLst>
                <a:ext uri="{FF2B5EF4-FFF2-40B4-BE49-F238E27FC236}">
                  <a16:creationId xmlns:a16="http://schemas.microsoft.com/office/drawing/2014/main" id="{9CA2F36F-736B-37D8-84CC-1F07E81ADD85}"/>
                </a:ext>
              </a:extLst>
            </p:cNvPr>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9" name="Google Shape;5373;p76">
              <a:extLst>
                <a:ext uri="{FF2B5EF4-FFF2-40B4-BE49-F238E27FC236}">
                  <a16:creationId xmlns:a16="http://schemas.microsoft.com/office/drawing/2014/main" id="{5A30EB19-0A54-E2FA-9E9C-E8B7933A36ED}"/>
                </a:ext>
              </a:extLst>
            </p:cNvPr>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0" name="Google Shape;5374;p76">
              <a:extLst>
                <a:ext uri="{FF2B5EF4-FFF2-40B4-BE49-F238E27FC236}">
                  <a16:creationId xmlns:a16="http://schemas.microsoft.com/office/drawing/2014/main" id="{839879CE-1089-5F98-197F-432351D1BD44}"/>
                </a:ext>
              </a:extLst>
            </p:cNvPr>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1" name="Google Shape;5375;p76">
              <a:extLst>
                <a:ext uri="{FF2B5EF4-FFF2-40B4-BE49-F238E27FC236}">
                  <a16:creationId xmlns:a16="http://schemas.microsoft.com/office/drawing/2014/main" id="{FE5BBEE0-2271-1FB6-5812-15BC2964F096}"/>
                </a:ext>
              </a:extLst>
            </p:cNvPr>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2" name="Google Shape;5376;p76">
              <a:extLst>
                <a:ext uri="{FF2B5EF4-FFF2-40B4-BE49-F238E27FC236}">
                  <a16:creationId xmlns:a16="http://schemas.microsoft.com/office/drawing/2014/main" id="{56BB5018-9A7F-8458-17F5-3EC2C50C0040}"/>
                </a:ext>
              </a:extLst>
            </p:cNvPr>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3" name="Google Shape;5377;p76">
              <a:extLst>
                <a:ext uri="{FF2B5EF4-FFF2-40B4-BE49-F238E27FC236}">
                  <a16:creationId xmlns:a16="http://schemas.microsoft.com/office/drawing/2014/main" id="{9505D4F6-CE34-B0C1-D63E-36CEACB60A60}"/>
                </a:ext>
              </a:extLst>
            </p:cNvPr>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4" name="Google Shape;5378;p76">
              <a:extLst>
                <a:ext uri="{FF2B5EF4-FFF2-40B4-BE49-F238E27FC236}">
                  <a16:creationId xmlns:a16="http://schemas.microsoft.com/office/drawing/2014/main" id="{D892FFEB-9886-0179-29A8-5A742308615E}"/>
                </a:ext>
              </a:extLst>
            </p:cNvPr>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5" name="Google Shape;5379;p76">
              <a:extLst>
                <a:ext uri="{FF2B5EF4-FFF2-40B4-BE49-F238E27FC236}">
                  <a16:creationId xmlns:a16="http://schemas.microsoft.com/office/drawing/2014/main" id="{C3CB04C6-92F5-DED3-B42A-B53FF7B20E0F}"/>
                </a:ext>
              </a:extLst>
            </p:cNvPr>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6" name="Google Shape;5380;p76">
              <a:extLst>
                <a:ext uri="{FF2B5EF4-FFF2-40B4-BE49-F238E27FC236}">
                  <a16:creationId xmlns:a16="http://schemas.microsoft.com/office/drawing/2014/main" id="{DC8BBB00-2790-CDC0-6DB7-F63ADC262E5D}"/>
                </a:ext>
              </a:extLst>
            </p:cNvPr>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7" name="Google Shape;5381;p76">
              <a:extLst>
                <a:ext uri="{FF2B5EF4-FFF2-40B4-BE49-F238E27FC236}">
                  <a16:creationId xmlns:a16="http://schemas.microsoft.com/office/drawing/2014/main" id="{AB9104CF-6FF2-09BA-83AF-1C4B4AB9722F}"/>
                </a:ext>
              </a:extLst>
            </p:cNvPr>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8" name="Google Shape;5382;p76">
              <a:extLst>
                <a:ext uri="{FF2B5EF4-FFF2-40B4-BE49-F238E27FC236}">
                  <a16:creationId xmlns:a16="http://schemas.microsoft.com/office/drawing/2014/main" id="{67C8EE1F-AF5A-3BC9-A76D-B48A5938058B}"/>
                </a:ext>
              </a:extLst>
            </p:cNvPr>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19" name="Google Shape;5383;p76">
              <a:extLst>
                <a:ext uri="{FF2B5EF4-FFF2-40B4-BE49-F238E27FC236}">
                  <a16:creationId xmlns:a16="http://schemas.microsoft.com/office/drawing/2014/main" id="{41D1B6F2-E753-F17B-EB3D-70384051C497}"/>
                </a:ext>
              </a:extLst>
            </p:cNvPr>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0" name="Google Shape;5384;p76">
              <a:extLst>
                <a:ext uri="{FF2B5EF4-FFF2-40B4-BE49-F238E27FC236}">
                  <a16:creationId xmlns:a16="http://schemas.microsoft.com/office/drawing/2014/main" id="{34E76B06-3787-955C-AD84-ED8F79884F20}"/>
                </a:ext>
              </a:extLst>
            </p:cNvPr>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1" name="Google Shape;5385;p76">
              <a:extLst>
                <a:ext uri="{FF2B5EF4-FFF2-40B4-BE49-F238E27FC236}">
                  <a16:creationId xmlns:a16="http://schemas.microsoft.com/office/drawing/2014/main" id="{B7C56F23-0F0C-8452-D1FC-443E864ED846}"/>
                </a:ext>
              </a:extLst>
            </p:cNvPr>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2" name="Google Shape;5386;p76">
              <a:extLst>
                <a:ext uri="{FF2B5EF4-FFF2-40B4-BE49-F238E27FC236}">
                  <a16:creationId xmlns:a16="http://schemas.microsoft.com/office/drawing/2014/main" id="{C6F1BAB2-1462-8BB7-589A-13A86DB64EB8}"/>
                </a:ext>
              </a:extLst>
            </p:cNvPr>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3" name="Google Shape;5387;p76">
              <a:extLst>
                <a:ext uri="{FF2B5EF4-FFF2-40B4-BE49-F238E27FC236}">
                  <a16:creationId xmlns:a16="http://schemas.microsoft.com/office/drawing/2014/main" id="{255F8285-3D7E-1430-A2E3-62F49929F976}"/>
                </a:ext>
              </a:extLst>
            </p:cNvPr>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4" name="Google Shape;5388;p76">
              <a:extLst>
                <a:ext uri="{FF2B5EF4-FFF2-40B4-BE49-F238E27FC236}">
                  <a16:creationId xmlns:a16="http://schemas.microsoft.com/office/drawing/2014/main" id="{0131AFF0-C04F-D208-9B47-E47F75462182}"/>
                </a:ext>
              </a:extLst>
            </p:cNvPr>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125" name="文本框 124">
            <a:extLst>
              <a:ext uri="{FF2B5EF4-FFF2-40B4-BE49-F238E27FC236}">
                <a16:creationId xmlns:a16="http://schemas.microsoft.com/office/drawing/2014/main" id="{E1F00C95-743E-AD48-7B19-7CB98B31A673}"/>
              </a:ext>
            </a:extLst>
          </p:cNvPr>
          <p:cNvSpPr txBox="1"/>
          <p:nvPr/>
        </p:nvSpPr>
        <p:spPr>
          <a:xfrm>
            <a:off x="8909085" y="1067883"/>
            <a:ext cx="968025" cy="1015663"/>
          </a:xfrm>
          <a:prstGeom prst="rect">
            <a:avLst/>
          </a:prstGeom>
          <a:noFill/>
        </p:spPr>
        <p:txBody>
          <a:bodyPr wrap="square" rtlCol="0">
            <a:spAutoFit/>
          </a:bodyPr>
          <a:lstStyle/>
          <a:p>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126" name="Google Shape;5659;p76">
            <a:extLst>
              <a:ext uri="{FF2B5EF4-FFF2-40B4-BE49-F238E27FC236}">
                <a16:creationId xmlns:a16="http://schemas.microsoft.com/office/drawing/2014/main" id="{14834C38-40FD-32B1-44A2-004F165F0A45}"/>
              </a:ext>
            </a:extLst>
          </p:cNvPr>
          <p:cNvGrpSpPr/>
          <p:nvPr/>
        </p:nvGrpSpPr>
        <p:grpSpPr>
          <a:xfrm>
            <a:off x="10155362" y="1192888"/>
            <a:ext cx="790544" cy="740416"/>
            <a:chOff x="5049575" y="4993600"/>
            <a:chExt cx="482050" cy="478925"/>
          </a:xfrm>
          <a:solidFill>
            <a:schemeClr val="bg1"/>
          </a:solidFill>
        </p:grpSpPr>
        <p:sp>
          <p:nvSpPr>
            <p:cNvPr id="127" name="Google Shape;5660;p76">
              <a:extLst>
                <a:ext uri="{FF2B5EF4-FFF2-40B4-BE49-F238E27FC236}">
                  <a16:creationId xmlns:a16="http://schemas.microsoft.com/office/drawing/2014/main" id="{568103BA-B351-AE9C-AE34-BE4D4C5DFAE8}"/>
                </a:ext>
              </a:extLst>
            </p:cNvPr>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8" name="Google Shape;5661;p76">
              <a:extLst>
                <a:ext uri="{FF2B5EF4-FFF2-40B4-BE49-F238E27FC236}">
                  <a16:creationId xmlns:a16="http://schemas.microsoft.com/office/drawing/2014/main" id="{5FDDE443-69B6-D061-8409-212868951164}"/>
                </a:ext>
              </a:extLst>
            </p:cNvPr>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29" name="Google Shape;5662;p76">
              <a:extLst>
                <a:ext uri="{FF2B5EF4-FFF2-40B4-BE49-F238E27FC236}">
                  <a16:creationId xmlns:a16="http://schemas.microsoft.com/office/drawing/2014/main" id="{5A53F8BB-C629-6E55-1078-F97D26CF802A}"/>
                </a:ext>
              </a:extLst>
            </p:cNvPr>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30" name="Google Shape;5663;p76">
              <a:extLst>
                <a:ext uri="{FF2B5EF4-FFF2-40B4-BE49-F238E27FC236}">
                  <a16:creationId xmlns:a16="http://schemas.microsoft.com/office/drawing/2014/main" id="{F5078185-236C-25FA-5FA7-BEAE33C3B409}"/>
                </a:ext>
              </a:extLst>
            </p:cNvPr>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131" name="文本框 130">
            <a:extLst>
              <a:ext uri="{FF2B5EF4-FFF2-40B4-BE49-F238E27FC236}">
                <a16:creationId xmlns:a16="http://schemas.microsoft.com/office/drawing/2014/main" id="{00C4E428-C7D1-1102-DD86-203E22BF1A98}"/>
              </a:ext>
            </a:extLst>
          </p:cNvPr>
          <p:cNvSpPr txBox="1"/>
          <p:nvPr/>
        </p:nvSpPr>
        <p:spPr>
          <a:xfrm>
            <a:off x="10920536" y="1085232"/>
            <a:ext cx="968025" cy="1015663"/>
          </a:xfrm>
          <a:prstGeom prst="rect">
            <a:avLst/>
          </a:prstGeom>
          <a:noFill/>
        </p:spPr>
        <p:txBody>
          <a:bodyPr wrap="square" rtlCol="0">
            <a:spAutoFit/>
          </a:bodyPr>
          <a:lstStyle/>
          <a:p>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132" name="组合 131">
            <a:extLst>
              <a:ext uri="{FF2B5EF4-FFF2-40B4-BE49-F238E27FC236}">
                <a16:creationId xmlns:a16="http://schemas.microsoft.com/office/drawing/2014/main" id="{43BC702C-FE28-789D-0803-0BF77A049A3D}"/>
              </a:ext>
            </a:extLst>
          </p:cNvPr>
          <p:cNvGrpSpPr/>
          <p:nvPr/>
        </p:nvGrpSpPr>
        <p:grpSpPr>
          <a:xfrm>
            <a:off x="2437040" y="2680225"/>
            <a:ext cx="601996" cy="601996"/>
            <a:chOff x="298570" y="2503468"/>
            <a:chExt cx="715617" cy="715617"/>
          </a:xfrm>
        </p:grpSpPr>
        <p:sp>
          <p:nvSpPr>
            <p:cNvPr id="133" name="椭圆 132">
              <a:extLst>
                <a:ext uri="{FF2B5EF4-FFF2-40B4-BE49-F238E27FC236}">
                  <a16:creationId xmlns:a16="http://schemas.microsoft.com/office/drawing/2014/main" id="{E9E2EBE4-401F-007C-3D7B-094340FD2C2A}"/>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34" name="椭圆 133">
              <a:extLst>
                <a:ext uri="{FF2B5EF4-FFF2-40B4-BE49-F238E27FC236}">
                  <a16:creationId xmlns:a16="http://schemas.microsoft.com/office/drawing/2014/main" id="{1E90E314-AE0D-2A89-D2CF-0CD2469CDB9A}"/>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35" name="椭圆 134">
              <a:extLst>
                <a:ext uri="{FF2B5EF4-FFF2-40B4-BE49-F238E27FC236}">
                  <a16:creationId xmlns:a16="http://schemas.microsoft.com/office/drawing/2014/main" id="{BBCE20D2-1F6C-8EF2-9FFA-56B144954C62}"/>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36" name="椭圆 46">
              <a:extLst>
                <a:ext uri="{FF2B5EF4-FFF2-40B4-BE49-F238E27FC236}">
                  <a16:creationId xmlns:a16="http://schemas.microsoft.com/office/drawing/2014/main" id="{1F13D8F6-BA2B-42C5-8C6F-9FD85F32876F}"/>
                </a:ext>
              </a:extLst>
            </p:cNvPr>
            <p:cNvSpPr/>
            <p:nvPr/>
          </p:nvSpPr>
          <p:spPr>
            <a:xfrm rot="10800000">
              <a:off x="508241" y="2958352"/>
              <a:ext cx="305471" cy="57112"/>
            </a:xfrm>
            <a:custGeom>
              <a:avLst/>
              <a:gdLst>
                <a:gd name="connsiteX0" fmla="*/ 0 w 444649"/>
                <a:gd name="connsiteY0" fmla="*/ 222325 h 444649"/>
                <a:gd name="connsiteX1" fmla="*/ 222325 w 444649"/>
                <a:gd name="connsiteY1" fmla="*/ 0 h 444649"/>
                <a:gd name="connsiteX2" fmla="*/ 444650 w 444649"/>
                <a:gd name="connsiteY2" fmla="*/ 222325 h 444649"/>
                <a:gd name="connsiteX3" fmla="*/ 222325 w 444649"/>
                <a:gd name="connsiteY3" fmla="*/ 444650 h 444649"/>
                <a:gd name="connsiteX4" fmla="*/ 0 w 444649"/>
                <a:gd name="connsiteY4" fmla="*/ 222325 h 444649"/>
                <a:gd name="connsiteX0" fmla="*/ 222325 w 444650"/>
                <a:gd name="connsiteY0" fmla="*/ 0 h 444650"/>
                <a:gd name="connsiteX1" fmla="*/ 444650 w 444650"/>
                <a:gd name="connsiteY1" fmla="*/ 222325 h 444650"/>
                <a:gd name="connsiteX2" fmla="*/ 222325 w 444650"/>
                <a:gd name="connsiteY2" fmla="*/ 444650 h 444650"/>
                <a:gd name="connsiteX3" fmla="*/ 0 w 444650"/>
                <a:gd name="connsiteY3" fmla="*/ 222325 h 444650"/>
                <a:gd name="connsiteX4" fmla="*/ 313765 w 444650"/>
                <a:gd name="connsiteY4" fmla="*/ 91440 h 444650"/>
                <a:gd name="connsiteX0" fmla="*/ 444650 w 444650"/>
                <a:gd name="connsiteY0" fmla="*/ 166488 h 388813"/>
                <a:gd name="connsiteX1" fmla="*/ 222325 w 444650"/>
                <a:gd name="connsiteY1" fmla="*/ 388813 h 388813"/>
                <a:gd name="connsiteX2" fmla="*/ 0 w 444650"/>
                <a:gd name="connsiteY2" fmla="*/ 166488 h 388813"/>
                <a:gd name="connsiteX3" fmla="*/ 313765 w 444650"/>
                <a:gd name="connsiteY3" fmla="*/ 35603 h 388813"/>
                <a:gd name="connsiteX0" fmla="*/ 444650 w 444650"/>
                <a:gd name="connsiteY0" fmla="*/ 0 h 222325"/>
                <a:gd name="connsiteX1" fmla="*/ 222325 w 444650"/>
                <a:gd name="connsiteY1" fmla="*/ 222325 h 222325"/>
                <a:gd name="connsiteX2" fmla="*/ 0 w 444650"/>
                <a:gd name="connsiteY2" fmla="*/ 0 h 222325"/>
                <a:gd name="connsiteX0" fmla="*/ 444650 w 444650"/>
                <a:gd name="connsiteY0" fmla="*/ 0 h 228301"/>
                <a:gd name="connsiteX1" fmla="*/ 390860 w 444650"/>
                <a:gd name="connsiteY1" fmla="*/ 150606 h 228301"/>
                <a:gd name="connsiteX2" fmla="*/ 222325 w 444650"/>
                <a:gd name="connsiteY2" fmla="*/ 222325 h 228301"/>
                <a:gd name="connsiteX3" fmla="*/ 0 w 444650"/>
                <a:gd name="connsiteY3" fmla="*/ 0 h 228301"/>
                <a:gd name="connsiteX0" fmla="*/ 444650 w 444650"/>
                <a:gd name="connsiteY0" fmla="*/ 0 h 222621"/>
                <a:gd name="connsiteX1" fmla="*/ 390860 w 444650"/>
                <a:gd name="connsiteY1" fmla="*/ 150606 h 222621"/>
                <a:gd name="connsiteX2" fmla="*/ 222325 w 444650"/>
                <a:gd name="connsiteY2" fmla="*/ 222325 h 222621"/>
                <a:gd name="connsiteX3" fmla="*/ 71716 w 444650"/>
                <a:gd name="connsiteY3" fmla="*/ 168536 h 222621"/>
                <a:gd name="connsiteX4" fmla="*/ 0 w 444650"/>
                <a:gd name="connsiteY4" fmla="*/ 0 h 222621"/>
                <a:gd name="connsiteX0" fmla="*/ 372934 w 372934"/>
                <a:gd name="connsiteY0" fmla="*/ 0 h 222621"/>
                <a:gd name="connsiteX1" fmla="*/ 319144 w 372934"/>
                <a:gd name="connsiteY1" fmla="*/ 150606 h 222621"/>
                <a:gd name="connsiteX2" fmla="*/ 150609 w 372934"/>
                <a:gd name="connsiteY2" fmla="*/ 222325 h 222621"/>
                <a:gd name="connsiteX3" fmla="*/ 0 w 372934"/>
                <a:gd name="connsiteY3" fmla="*/ 168536 h 222621"/>
                <a:gd name="connsiteX0" fmla="*/ 319144 w 319144"/>
                <a:gd name="connsiteY0" fmla="*/ 0 h 72015"/>
                <a:gd name="connsiteX1" fmla="*/ 150609 w 319144"/>
                <a:gd name="connsiteY1" fmla="*/ 71719 h 72015"/>
                <a:gd name="connsiteX2" fmla="*/ 0 w 319144"/>
                <a:gd name="connsiteY2" fmla="*/ 17930 h 72015"/>
                <a:gd name="connsiteX0" fmla="*/ 319144 w 319144"/>
                <a:gd name="connsiteY0" fmla="*/ 0 h 74463"/>
                <a:gd name="connsiteX1" fmla="*/ 183511 w 319144"/>
                <a:gd name="connsiteY1" fmla="*/ 74195 h 74463"/>
                <a:gd name="connsiteX2" fmla="*/ 0 w 319144"/>
                <a:gd name="connsiteY2" fmla="*/ 17930 h 74463"/>
                <a:gd name="connsiteX0" fmla="*/ 319144 w 319144"/>
                <a:gd name="connsiteY0" fmla="*/ 0 h 76915"/>
                <a:gd name="connsiteX1" fmla="*/ 160480 w 319144"/>
                <a:gd name="connsiteY1" fmla="*/ 76671 h 76915"/>
                <a:gd name="connsiteX2" fmla="*/ 0 w 319144"/>
                <a:gd name="connsiteY2" fmla="*/ 17930 h 76915"/>
                <a:gd name="connsiteX0" fmla="*/ 315855 w 315855"/>
                <a:gd name="connsiteY0" fmla="*/ 0 h 59339"/>
                <a:gd name="connsiteX1" fmla="*/ 160480 w 315855"/>
                <a:gd name="connsiteY1" fmla="*/ 59338 h 59339"/>
                <a:gd name="connsiteX2" fmla="*/ 0 w 315855"/>
                <a:gd name="connsiteY2" fmla="*/ 597 h 59339"/>
                <a:gd name="connsiteX0" fmla="*/ 322435 w 322435"/>
                <a:gd name="connsiteY0" fmla="*/ 0 h 74382"/>
                <a:gd name="connsiteX1" fmla="*/ 160480 w 322435"/>
                <a:gd name="connsiteY1" fmla="*/ 74195 h 74382"/>
                <a:gd name="connsiteX2" fmla="*/ 0 w 322435"/>
                <a:gd name="connsiteY2" fmla="*/ 15454 h 74382"/>
                <a:gd name="connsiteX0" fmla="*/ 325725 w 325725"/>
                <a:gd name="connsiteY0" fmla="*/ 0 h 69333"/>
                <a:gd name="connsiteX1" fmla="*/ 160480 w 325725"/>
                <a:gd name="connsiteY1" fmla="*/ 69242 h 69333"/>
                <a:gd name="connsiteX2" fmla="*/ 0 w 325725"/>
                <a:gd name="connsiteY2" fmla="*/ 10501 h 69333"/>
                <a:gd name="connsiteX0" fmla="*/ 325725 w 325725"/>
                <a:gd name="connsiteY0" fmla="*/ 0 h 69253"/>
                <a:gd name="connsiteX1" fmla="*/ 160480 w 325725"/>
                <a:gd name="connsiteY1" fmla="*/ 69242 h 69253"/>
                <a:gd name="connsiteX2" fmla="*/ 0 w 325725"/>
                <a:gd name="connsiteY2" fmla="*/ 10501 h 69253"/>
                <a:gd name="connsiteX0" fmla="*/ 338886 w 338886"/>
                <a:gd name="connsiteY0" fmla="*/ 4356 h 73609"/>
                <a:gd name="connsiteX1" fmla="*/ 173641 w 338886"/>
                <a:gd name="connsiteY1" fmla="*/ 73598 h 73609"/>
                <a:gd name="connsiteX2" fmla="*/ 0 w 338886"/>
                <a:gd name="connsiteY2" fmla="*/ 0 h 73609"/>
                <a:gd name="connsiteX0" fmla="*/ 345466 w 345466"/>
                <a:gd name="connsiteY0" fmla="*/ 0 h 69248"/>
                <a:gd name="connsiteX1" fmla="*/ 180221 w 345466"/>
                <a:gd name="connsiteY1" fmla="*/ 69242 h 69248"/>
                <a:gd name="connsiteX2" fmla="*/ 0 w 345466"/>
                <a:gd name="connsiteY2" fmla="*/ 3072 h 69248"/>
                <a:gd name="connsiteX0" fmla="*/ 345466 w 345466"/>
                <a:gd name="connsiteY0" fmla="*/ 0 h 69248"/>
                <a:gd name="connsiteX1" fmla="*/ 180221 w 345466"/>
                <a:gd name="connsiteY1" fmla="*/ 69242 h 69248"/>
                <a:gd name="connsiteX2" fmla="*/ 0 w 345466"/>
                <a:gd name="connsiteY2" fmla="*/ 3072 h 69248"/>
                <a:gd name="connsiteX0" fmla="*/ 358627 w 358627"/>
                <a:gd name="connsiteY0" fmla="*/ 0 h 71738"/>
                <a:gd name="connsiteX1" fmla="*/ 180221 w 358627"/>
                <a:gd name="connsiteY1" fmla="*/ 71718 h 71738"/>
                <a:gd name="connsiteX2" fmla="*/ 0 w 358627"/>
                <a:gd name="connsiteY2" fmla="*/ 5548 h 71738"/>
              </a:gdLst>
              <a:ahLst/>
              <a:cxnLst>
                <a:cxn ang="0">
                  <a:pos x="connsiteX0" y="connsiteY0"/>
                </a:cxn>
                <a:cxn ang="0">
                  <a:pos x="connsiteX1" y="connsiteY1"/>
                </a:cxn>
                <a:cxn ang="0">
                  <a:pos x="connsiteX2" y="connsiteY2"/>
                </a:cxn>
              </a:cxnLst>
              <a:rect l="l" t="t" r="r" b="b"/>
              <a:pathLst>
                <a:path w="358627" h="71738">
                  <a:moveTo>
                    <a:pt x="358627" y="0"/>
                  </a:moveTo>
                  <a:cubicBezTo>
                    <a:pt x="321573" y="37054"/>
                    <a:pt x="239992" y="70793"/>
                    <a:pt x="180221" y="71718"/>
                  </a:cubicBezTo>
                  <a:cubicBezTo>
                    <a:pt x="120450" y="72643"/>
                    <a:pt x="37054" y="42602"/>
                    <a:pt x="0" y="5548"/>
                  </a:cubicBezTo>
                </a:path>
              </a:pathLst>
            </a:custGeom>
            <a:noFill/>
            <a:ln w="3175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142" name="组合 141">
            <a:extLst>
              <a:ext uri="{FF2B5EF4-FFF2-40B4-BE49-F238E27FC236}">
                <a16:creationId xmlns:a16="http://schemas.microsoft.com/office/drawing/2014/main" id="{C49794C9-2D28-21C6-849C-51EEF536CE9D}"/>
              </a:ext>
            </a:extLst>
          </p:cNvPr>
          <p:cNvGrpSpPr/>
          <p:nvPr/>
        </p:nvGrpSpPr>
        <p:grpSpPr>
          <a:xfrm>
            <a:off x="3894549" y="4925502"/>
            <a:ext cx="596770" cy="596770"/>
            <a:chOff x="365805" y="2913239"/>
            <a:chExt cx="715617" cy="715617"/>
          </a:xfrm>
        </p:grpSpPr>
        <p:grpSp>
          <p:nvGrpSpPr>
            <p:cNvPr id="143" name="组合 142">
              <a:extLst>
                <a:ext uri="{FF2B5EF4-FFF2-40B4-BE49-F238E27FC236}">
                  <a16:creationId xmlns:a16="http://schemas.microsoft.com/office/drawing/2014/main" id="{15A9C1E1-FE6E-E885-5E11-B767EC7B878F}"/>
                </a:ext>
              </a:extLst>
            </p:cNvPr>
            <p:cNvGrpSpPr/>
            <p:nvPr/>
          </p:nvGrpSpPr>
          <p:grpSpPr>
            <a:xfrm>
              <a:off x="365805" y="2913239"/>
              <a:ext cx="715617" cy="715617"/>
              <a:chOff x="298570" y="2503468"/>
              <a:chExt cx="715617" cy="715617"/>
            </a:xfrm>
          </p:grpSpPr>
          <p:sp>
            <p:nvSpPr>
              <p:cNvPr id="145" name="椭圆 144">
                <a:extLst>
                  <a:ext uri="{FF2B5EF4-FFF2-40B4-BE49-F238E27FC236}">
                    <a16:creationId xmlns:a16="http://schemas.microsoft.com/office/drawing/2014/main" id="{23F299A6-7CE8-D9F1-7AE9-51CFBE6AD60D}"/>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146" name="椭圆 145">
                <a:extLst>
                  <a:ext uri="{FF2B5EF4-FFF2-40B4-BE49-F238E27FC236}">
                    <a16:creationId xmlns:a16="http://schemas.microsoft.com/office/drawing/2014/main" id="{6DE132CA-E8BC-1DCF-749B-AD6BC3CA04A4}"/>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47" name="椭圆 146">
                <a:extLst>
                  <a:ext uri="{FF2B5EF4-FFF2-40B4-BE49-F238E27FC236}">
                    <a16:creationId xmlns:a16="http://schemas.microsoft.com/office/drawing/2014/main" id="{76B17AD7-9A7A-A465-5E7A-C935310D7B39}"/>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144" name="椭圆 143">
              <a:extLst>
                <a:ext uri="{FF2B5EF4-FFF2-40B4-BE49-F238E27FC236}">
                  <a16:creationId xmlns:a16="http://schemas.microsoft.com/office/drawing/2014/main" id="{E29155C2-C170-47E6-E07D-399E18978219}"/>
                </a:ext>
              </a:extLst>
            </p:cNvPr>
            <p:cNvSpPr/>
            <p:nvPr/>
          </p:nvSpPr>
          <p:spPr>
            <a:xfrm>
              <a:off x="663497" y="3334214"/>
              <a:ext cx="122664" cy="144965"/>
            </a:xfrm>
            <a:prstGeom prst="ellipse">
              <a:avLst/>
            </a:prstGeom>
            <a:noFill/>
            <a:ln w="254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148" name="组合 147">
            <a:extLst>
              <a:ext uri="{FF2B5EF4-FFF2-40B4-BE49-F238E27FC236}">
                <a16:creationId xmlns:a16="http://schemas.microsoft.com/office/drawing/2014/main" id="{5F7C9917-8DE3-4146-CC12-2F784B104865}"/>
              </a:ext>
            </a:extLst>
          </p:cNvPr>
          <p:cNvGrpSpPr/>
          <p:nvPr/>
        </p:nvGrpSpPr>
        <p:grpSpPr>
          <a:xfrm>
            <a:off x="9408368" y="2748440"/>
            <a:ext cx="636585" cy="636585"/>
            <a:chOff x="365805" y="5649543"/>
            <a:chExt cx="715617" cy="715617"/>
          </a:xfrm>
        </p:grpSpPr>
        <p:sp>
          <p:nvSpPr>
            <p:cNvPr id="149" name="椭圆 148">
              <a:extLst>
                <a:ext uri="{FF2B5EF4-FFF2-40B4-BE49-F238E27FC236}">
                  <a16:creationId xmlns:a16="http://schemas.microsoft.com/office/drawing/2014/main" id="{ED854D67-E810-0530-02E2-E767194235E4}"/>
                </a:ext>
              </a:extLst>
            </p:cNvPr>
            <p:cNvSpPr/>
            <p:nvPr/>
          </p:nvSpPr>
          <p:spPr>
            <a:xfrm>
              <a:off x="365805" y="5649543"/>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0" name="任意形状 149">
              <a:extLst>
                <a:ext uri="{FF2B5EF4-FFF2-40B4-BE49-F238E27FC236}">
                  <a16:creationId xmlns:a16="http://schemas.microsoft.com/office/drawing/2014/main" id="{637A90F5-801C-F3A2-8DB7-595646B3144B}"/>
                </a:ext>
              </a:extLst>
            </p:cNvPr>
            <p:cNvSpPr/>
            <p:nvPr/>
          </p:nvSpPr>
          <p:spPr>
            <a:xfrm flipH="1">
              <a:off x="551986" y="6120106"/>
              <a:ext cx="362414" cy="45719"/>
            </a:xfrm>
            <a:custGeom>
              <a:avLst/>
              <a:gdLst>
                <a:gd name="connsiteX0" fmla="*/ 0 w 412595"/>
                <a:gd name="connsiteY0" fmla="*/ 0 h 66953"/>
                <a:gd name="connsiteX1" fmla="*/ 150541 w 412595"/>
                <a:gd name="connsiteY1" fmla="*/ 66908 h 66953"/>
                <a:gd name="connsiteX2" fmla="*/ 239751 w 412595"/>
                <a:gd name="connsiteY2" fmla="*/ 11151 h 66953"/>
                <a:gd name="connsiteX3" fmla="*/ 345687 w 412595"/>
                <a:gd name="connsiteY3" fmla="*/ 55756 h 66953"/>
                <a:gd name="connsiteX4" fmla="*/ 412595 w 412595"/>
                <a:gd name="connsiteY4" fmla="*/ 22303 h 6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95" h="66953">
                  <a:moveTo>
                    <a:pt x="0" y="0"/>
                  </a:moveTo>
                  <a:cubicBezTo>
                    <a:pt x="55291" y="32525"/>
                    <a:pt x="110583" y="65050"/>
                    <a:pt x="150541" y="66908"/>
                  </a:cubicBezTo>
                  <a:cubicBezTo>
                    <a:pt x="190499" y="68766"/>
                    <a:pt x="207227" y="13010"/>
                    <a:pt x="239751" y="11151"/>
                  </a:cubicBezTo>
                  <a:cubicBezTo>
                    <a:pt x="272275" y="9292"/>
                    <a:pt x="316880" y="53897"/>
                    <a:pt x="345687" y="55756"/>
                  </a:cubicBezTo>
                  <a:cubicBezTo>
                    <a:pt x="374494" y="57615"/>
                    <a:pt x="397727" y="24161"/>
                    <a:pt x="412595" y="22303"/>
                  </a:cubicBez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1" name="任意形状 150">
              <a:extLst>
                <a:ext uri="{FF2B5EF4-FFF2-40B4-BE49-F238E27FC236}">
                  <a16:creationId xmlns:a16="http://schemas.microsoft.com/office/drawing/2014/main" id="{FC0CD638-0C5D-3D89-9C3B-C66697E087EC}"/>
                </a:ext>
              </a:extLst>
            </p:cNvPr>
            <p:cNvSpPr/>
            <p:nvPr/>
          </p:nvSpPr>
          <p:spPr>
            <a:xfrm rot="20465893">
              <a:off x="546410" y="5865541"/>
              <a:ext cx="100361" cy="78059"/>
            </a:xfrm>
            <a:custGeom>
              <a:avLst/>
              <a:gdLst>
                <a:gd name="connsiteX0" fmla="*/ 0 w 100361"/>
                <a:gd name="connsiteY0" fmla="*/ 0 h 78059"/>
                <a:gd name="connsiteX1" fmla="*/ 100361 w 100361"/>
                <a:gd name="connsiteY1" fmla="*/ 78059 h 78059"/>
              </a:gdLst>
              <a:ahLst/>
              <a:cxnLst>
                <a:cxn ang="0">
                  <a:pos x="connsiteX0" y="connsiteY0"/>
                </a:cxn>
                <a:cxn ang="0">
                  <a:pos x="connsiteX1" y="connsiteY1"/>
                </a:cxn>
              </a:cxnLst>
              <a:rect l="l" t="t" r="r" b="b"/>
              <a:pathLst>
                <a:path w="100361" h="78059">
                  <a:moveTo>
                    <a:pt x="0" y="0"/>
                  </a:moveTo>
                  <a:lnTo>
                    <a:pt x="100361" y="78059"/>
                  </a:ln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2" name="任意形状 151">
              <a:extLst>
                <a:ext uri="{FF2B5EF4-FFF2-40B4-BE49-F238E27FC236}">
                  <a16:creationId xmlns:a16="http://schemas.microsoft.com/office/drawing/2014/main" id="{9EC16DFE-ACF1-E470-CE87-DB4946581F90}"/>
                </a:ext>
              </a:extLst>
            </p:cNvPr>
            <p:cNvSpPr/>
            <p:nvPr/>
          </p:nvSpPr>
          <p:spPr>
            <a:xfrm rot="5400000">
              <a:off x="795135" y="5859388"/>
              <a:ext cx="45719" cy="69840"/>
            </a:xfrm>
            <a:custGeom>
              <a:avLst/>
              <a:gdLst>
                <a:gd name="connsiteX0" fmla="*/ 0 w 100361"/>
                <a:gd name="connsiteY0" fmla="*/ 0 h 78059"/>
                <a:gd name="connsiteX1" fmla="*/ 100361 w 100361"/>
                <a:gd name="connsiteY1" fmla="*/ 78059 h 78059"/>
              </a:gdLst>
              <a:ahLst/>
              <a:cxnLst>
                <a:cxn ang="0">
                  <a:pos x="connsiteX0" y="connsiteY0"/>
                </a:cxn>
                <a:cxn ang="0">
                  <a:pos x="connsiteX1" y="connsiteY1"/>
                </a:cxn>
              </a:cxnLst>
              <a:rect l="l" t="t" r="r" b="b"/>
              <a:pathLst>
                <a:path w="100361" h="78059">
                  <a:moveTo>
                    <a:pt x="0" y="0"/>
                  </a:moveTo>
                  <a:lnTo>
                    <a:pt x="100361" y="78059"/>
                  </a:lnTo>
                </a:path>
              </a:pathLst>
            </a:custGeom>
            <a:noFill/>
            <a:ln w="254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grpSp>
        <p:nvGrpSpPr>
          <p:cNvPr id="153" name="组合 152">
            <a:extLst>
              <a:ext uri="{FF2B5EF4-FFF2-40B4-BE49-F238E27FC236}">
                <a16:creationId xmlns:a16="http://schemas.microsoft.com/office/drawing/2014/main" id="{01220CFA-90B5-7BC9-1B70-65D68309C993}"/>
              </a:ext>
            </a:extLst>
          </p:cNvPr>
          <p:cNvGrpSpPr/>
          <p:nvPr/>
        </p:nvGrpSpPr>
        <p:grpSpPr>
          <a:xfrm>
            <a:off x="7585177" y="4855727"/>
            <a:ext cx="590636" cy="590636"/>
            <a:chOff x="298570" y="2503468"/>
            <a:chExt cx="715617" cy="715617"/>
          </a:xfrm>
        </p:grpSpPr>
        <p:sp>
          <p:nvSpPr>
            <p:cNvPr id="154" name="椭圆 153">
              <a:extLst>
                <a:ext uri="{FF2B5EF4-FFF2-40B4-BE49-F238E27FC236}">
                  <a16:creationId xmlns:a16="http://schemas.microsoft.com/office/drawing/2014/main" id="{547E3995-94CD-A3CF-7480-EC94195BBF6C}"/>
                </a:ext>
              </a:extLst>
            </p:cNvPr>
            <p:cNvSpPr/>
            <p:nvPr/>
          </p:nvSpPr>
          <p:spPr>
            <a:xfrm>
              <a:off x="298570" y="2503468"/>
              <a:ext cx="715617" cy="715617"/>
            </a:xfrm>
            <a:prstGeom prst="ellips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5" name="椭圆 154">
              <a:extLst>
                <a:ext uri="{FF2B5EF4-FFF2-40B4-BE49-F238E27FC236}">
                  <a16:creationId xmlns:a16="http://schemas.microsoft.com/office/drawing/2014/main" id="{A69CF520-C88F-E666-B2C2-F3F5BD1DD5CF}"/>
                </a:ext>
              </a:extLst>
            </p:cNvPr>
            <p:cNvSpPr/>
            <p:nvPr/>
          </p:nvSpPr>
          <p:spPr>
            <a:xfrm>
              <a:off x="520845" y="2749239"/>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6" name="椭圆 155">
              <a:extLst>
                <a:ext uri="{FF2B5EF4-FFF2-40B4-BE49-F238E27FC236}">
                  <a16:creationId xmlns:a16="http://schemas.microsoft.com/office/drawing/2014/main" id="{DE17BF57-69AD-94B4-2867-6FFD9D1B8A69}"/>
                </a:ext>
              </a:extLst>
            </p:cNvPr>
            <p:cNvSpPr/>
            <p:nvPr/>
          </p:nvSpPr>
          <p:spPr>
            <a:xfrm>
              <a:off x="720544" y="2742304"/>
              <a:ext cx="68235" cy="68235"/>
            </a:xfrm>
            <a:prstGeom prst="ellipse">
              <a:avLst/>
            </a:prstGeom>
            <a:solidFill>
              <a:schemeClr val="bg1"/>
            </a:solidFill>
            <a:ln w="158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7" name="椭圆 46">
              <a:extLst>
                <a:ext uri="{FF2B5EF4-FFF2-40B4-BE49-F238E27FC236}">
                  <a16:creationId xmlns:a16="http://schemas.microsoft.com/office/drawing/2014/main" id="{5AC64F1F-AF0F-8115-D2EC-919B46570431}"/>
                </a:ext>
              </a:extLst>
            </p:cNvPr>
            <p:cNvSpPr/>
            <p:nvPr/>
          </p:nvSpPr>
          <p:spPr>
            <a:xfrm>
              <a:off x="469211" y="2961760"/>
              <a:ext cx="390862" cy="103885"/>
            </a:xfrm>
            <a:custGeom>
              <a:avLst/>
              <a:gdLst>
                <a:gd name="connsiteX0" fmla="*/ 0 w 444649"/>
                <a:gd name="connsiteY0" fmla="*/ 222325 h 444649"/>
                <a:gd name="connsiteX1" fmla="*/ 222325 w 444649"/>
                <a:gd name="connsiteY1" fmla="*/ 0 h 444649"/>
                <a:gd name="connsiteX2" fmla="*/ 444650 w 444649"/>
                <a:gd name="connsiteY2" fmla="*/ 222325 h 444649"/>
                <a:gd name="connsiteX3" fmla="*/ 222325 w 444649"/>
                <a:gd name="connsiteY3" fmla="*/ 444650 h 444649"/>
                <a:gd name="connsiteX4" fmla="*/ 0 w 444649"/>
                <a:gd name="connsiteY4" fmla="*/ 222325 h 444649"/>
                <a:gd name="connsiteX0" fmla="*/ 222325 w 444650"/>
                <a:gd name="connsiteY0" fmla="*/ 0 h 444650"/>
                <a:gd name="connsiteX1" fmla="*/ 444650 w 444650"/>
                <a:gd name="connsiteY1" fmla="*/ 222325 h 444650"/>
                <a:gd name="connsiteX2" fmla="*/ 222325 w 444650"/>
                <a:gd name="connsiteY2" fmla="*/ 444650 h 444650"/>
                <a:gd name="connsiteX3" fmla="*/ 0 w 444650"/>
                <a:gd name="connsiteY3" fmla="*/ 222325 h 444650"/>
                <a:gd name="connsiteX4" fmla="*/ 313765 w 444650"/>
                <a:gd name="connsiteY4" fmla="*/ 91440 h 444650"/>
                <a:gd name="connsiteX0" fmla="*/ 444650 w 444650"/>
                <a:gd name="connsiteY0" fmla="*/ 166488 h 388813"/>
                <a:gd name="connsiteX1" fmla="*/ 222325 w 444650"/>
                <a:gd name="connsiteY1" fmla="*/ 388813 h 388813"/>
                <a:gd name="connsiteX2" fmla="*/ 0 w 444650"/>
                <a:gd name="connsiteY2" fmla="*/ 166488 h 388813"/>
                <a:gd name="connsiteX3" fmla="*/ 313765 w 444650"/>
                <a:gd name="connsiteY3" fmla="*/ 35603 h 388813"/>
                <a:gd name="connsiteX0" fmla="*/ 444650 w 444650"/>
                <a:gd name="connsiteY0" fmla="*/ 0 h 222325"/>
                <a:gd name="connsiteX1" fmla="*/ 222325 w 444650"/>
                <a:gd name="connsiteY1" fmla="*/ 222325 h 222325"/>
                <a:gd name="connsiteX2" fmla="*/ 0 w 444650"/>
                <a:gd name="connsiteY2" fmla="*/ 0 h 222325"/>
                <a:gd name="connsiteX0" fmla="*/ 444650 w 444650"/>
                <a:gd name="connsiteY0" fmla="*/ 0 h 228301"/>
                <a:gd name="connsiteX1" fmla="*/ 390860 w 444650"/>
                <a:gd name="connsiteY1" fmla="*/ 150606 h 228301"/>
                <a:gd name="connsiteX2" fmla="*/ 222325 w 444650"/>
                <a:gd name="connsiteY2" fmla="*/ 222325 h 228301"/>
                <a:gd name="connsiteX3" fmla="*/ 0 w 444650"/>
                <a:gd name="connsiteY3" fmla="*/ 0 h 228301"/>
                <a:gd name="connsiteX0" fmla="*/ 444650 w 444650"/>
                <a:gd name="connsiteY0" fmla="*/ 0 h 222621"/>
                <a:gd name="connsiteX1" fmla="*/ 390860 w 444650"/>
                <a:gd name="connsiteY1" fmla="*/ 150606 h 222621"/>
                <a:gd name="connsiteX2" fmla="*/ 222325 w 444650"/>
                <a:gd name="connsiteY2" fmla="*/ 222325 h 222621"/>
                <a:gd name="connsiteX3" fmla="*/ 71716 w 444650"/>
                <a:gd name="connsiteY3" fmla="*/ 168536 h 222621"/>
                <a:gd name="connsiteX4" fmla="*/ 0 w 444650"/>
                <a:gd name="connsiteY4" fmla="*/ 0 h 222621"/>
                <a:gd name="connsiteX0" fmla="*/ 372934 w 372934"/>
                <a:gd name="connsiteY0" fmla="*/ 0 h 222621"/>
                <a:gd name="connsiteX1" fmla="*/ 319144 w 372934"/>
                <a:gd name="connsiteY1" fmla="*/ 150606 h 222621"/>
                <a:gd name="connsiteX2" fmla="*/ 150609 w 372934"/>
                <a:gd name="connsiteY2" fmla="*/ 222325 h 222621"/>
                <a:gd name="connsiteX3" fmla="*/ 0 w 372934"/>
                <a:gd name="connsiteY3" fmla="*/ 168536 h 222621"/>
                <a:gd name="connsiteX0" fmla="*/ 319144 w 319144"/>
                <a:gd name="connsiteY0" fmla="*/ 0 h 72015"/>
                <a:gd name="connsiteX1" fmla="*/ 150609 w 319144"/>
                <a:gd name="connsiteY1" fmla="*/ 71719 h 72015"/>
                <a:gd name="connsiteX2" fmla="*/ 0 w 319144"/>
                <a:gd name="connsiteY2" fmla="*/ 17930 h 72015"/>
                <a:gd name="connsiteX0" fmla="*/ 319144 w 319144"/>
                <a:gd name="connsiteY0" fmla="*/ 0 h 74463"/>
                <a:gd name="connsiteX1" fmla="*/ 183511 w 319144"/>
                <a:gd name="connsiteY1" fmla="*/ 74195 h 74463"/>
                <a:gd name="connsiteX2" fmla="*/ 0 w 319144"/>
                <a:gd name="connsiteY2" fmla="*/ 17930 h 74463"/>
                <a:gd name="connsiteX0" fmla="*/ 319144 w 319144"/>
                <a:gd name="connsiteY0" fmla="*/ 0 h 76915"/>
                <a:gd name="connsiteX1" fmla="*/ 160480 w 319144"/>
                <a:gd name="connsiteY1" fmla="*/ 76671 h 76915"/>
                <a:gd name="connsiteX2" fmla="*/ 0 w 319144"/>
                <a:gd name="connsiteY2" fmla="*/ 17930 h 76915"/>
                <a:gd name="connsiteX0" fmla="*/ 315855 w 315855"/>
                <a:gd name="connsiteY0" fmla="*/ 0 h 59339"/>
                <a:gd name="connsiteX1" fmla="*/ 160480 w 315855"/>
                <a:gd name="connsiteY1" fmla="*/ 59338 h 59339"/>
                <a:gd name="connsiteX2" fmla="*/ 0 w 315855"/>
                <a:gd name="connsiteY2" fmla="*/ 597 h 59339"/>
                <a:gd name="connsiteX0" fmla="*/ 322435 w 322435"/>
                <a:gd name="connsiteY0" fmla="*/ 0 h 74382"/>
                <a:gd name="connsiteX1" fmla="*/ 160480 w 322435"/>
                <a:gd name="connsiteY1" fmla="*/ 74195 h 74382"/>
                <a:gd name="connsiteX2" fmla="*/ 0 w 322435"/>
                <a:gd name="connsiteY2" fmla="*/ 15454 h 74382"/>
                <a:gd name="connsiteX0" fmla="*/ 325725 w 325725"/>
                <a:gd name="connsiteY0" fmla="*/ 0 h 69333"/>
                <a:gd name="connsiteX1" fmla="*/ 160480 w 325725"/>
                <a:gd name="connsiteY1" fmla="*/ 69242 h 69333"/>
                <a:gd name="connsiteX2" fmla="*/ 0 w 325725"/>
                <a:gd name="connsiteY2" fmla="*/ 10501 h 69333"/>
                <a:gd name="connsiteX0" fmla="*/ 325725 w 325725"/>
                <a:gd name="connsiteY0" fmla="*/ 0 h 69253"/>
                <a:gd name="connsiteX1" fmla="*/ 160480 w 325725"/>
                <a:gd name="connsiteY1" fmla="*/ 69242 h 69253"/>
                <a:gd name="connsiteX2" fmla="*/ 0 w 325725"/>
                <a:gd name="connsiteY2" fmla="*/ 10501 h 69253"/>
                <a:gd name="connsiteX0" fmla="*/ 338886 w 338886"/>
                <a:gd name="connsiteY0" fmla="*/ 4356 h 73609"/>
                <a:gd name="connsiteX1" fmla="*/ 173641 w 338886"/>
                <a:gd name="connsiteY1" fmla="*/ 73598 h 73609"/>
                <a:gd name="connsiteX2" fmla="*/ 0 w 338886"/>
                <a:gd name="connsiteY2" fmla="*/ 0 h 73609"/>
                <a:gd name="connsiteX0" fmla="*/ 345466 w 345466"/>
                <a:gd name="connsiteY0" fmla="*/ 0 h 69248"/>
                <a:gd name="connsiteX1" fmla="*/ 180221 w 345466"/>
                <a:gd name="connsiteY1" fmla="*/ 69242 h 69248"/>
                <a:gd name="connsiteX2" fmla="*/ 0 w 345466"/>
                <a:gd name="connsiteY2" fmla="*/ 3072 h 69248"/>
                <a:gd name="connsiteX0" fmla="*/ 345466 w 345466"/>
                <a:gd name="connsiteY0" fmla="*/ 0 h 69248"/>
                <a:gd name="connsiteX1" fmla="*/ 180221 w 345466"/>
                <a:gd name="connsiteY1" fmla="*/ 69242 h 69248"/>
                <a:gd name="connsiteX2" fmla="*/ 0 w 345466"/>
                <a:gd name="connsiteY2" fmla="*/ 3072 h 69248"/>
                <a:gd name="connsiteX0" fmla="*/ 358627 w 358627"/>
                <a:gd name="connsiteY0" fmla="*/ 0 h 71738"/>
                <a:gd name="connsiteX1" fmla="*/ 180221 w 358627"/>
                <a:gd name="connsiteY1" fmla="*/ 71718 h 71738"/>
                <a:gd name="connsiteX2" fmla="*/ 0 w 358627"/>
                <a:gd name="connsiteY2" fmla="*/ 5548 h 71738"/>
              </a:gdLst>
              <a:ahLst/>
              <a:cxnLst>
                <a:cxn ang="0">
                  <a:pos x="connsiteX0" y="connsiteY0"/>
                </a:cxn>
                <a:cxn ang="0">
                  <a:pos x="connsiteX1" y="connsiteY1"/>
                </a:cxn>
                <a:cxn ang="0">
                  <a:pos x="connsiteX2" y="connsiteY2"/>
                </a:cxn>
              </a:cxnLst>
              <a:rect l="l" t="t" r="r" b="b"/>
              <a:pathLst>
                <a:path w="358627" h="71738">
                  <a:moveTo>
                    <a:pt x="358627" y="0"/>
                  </a:moveTo>
                  <a:cubicBezTo>
                    <a:pt x="321573" y="37054"/>
                    <a:pt x="239992" y="70793"/>
                    <a:pt x="180221" y="71718"/>
                  </a:cubicBezTo>
                  <a:cubicBezTo>
                    <a:pt x="120450" y="72643"/>
                    <a:pt x="37054" y="42602"/>
                    <a:pt x="0" y="5548"/>
                  </a:cubicBezTo>
                </a:path>
              </a:pathLst>
            </a:custGeom>
            <a:noFill/>
            <a:ln w="3175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158" name="文本框 157">
            <a:extLst>
              <a:ext uri="{FF2B5EF4-FFF2-40B4-BE49-F238E27FC236}">
                <a16:creationId xmlns:a16="http://schemas.microsoft.com/office/drawing/2014/main" id="{84A43CF7-944E-8EA0-A145-1CA4B5142A9B}"/>
              </a:ext>
            </a:extLst>
          </p:cNvPr>
          <p:cNvSpPr txBox="1"/>
          <p:nvPr/>
        </p:nvSpPr>
        <p:spPr>
          <a:xfrm>
            <a:off x="2712495" y="3425057"/>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9" name="文本框 158">
            <a:extLst>
              <a:ext uri="{FF2B5EF4-FFF2-40B4-BE49-F238E27FC236}">
                <a16:creationId xmlns:a16="http://schemas.microsoft.com/office/drawing/2014/main" id="{8D73A066-750B-035D-4A12-3B4BECB038FA}"/>
              </a:ext>
            </a:extLst>
          </p:cNvPr>
          <p:cNvSpPr txBox="1"/>
          <p:nvPr/>
        </p:nvSpPr>
        <p:spPr>
          <a:xfrm>
            <a:off x="4655840" y="3425057"/>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0" name="文本框 159">
            <a:extLst>
              <a:ext uri="{FF2B5EF4-FFF2-40B4-BE49-F238E27FC236}">
                <a16:creationId xmlns:a16="http://schemas.microsoft.com/office/drawing/2014/main" id="{4BC9C383-33B5-450C-C594-2561532B9BF3}"/>
              </a:ext>
            </a:extLst>
          </p:cNvPr>
          <p:cNvSpPr txBox="1"/>
          <p:nvPr/>
        </p:nvSpPr>
        <p:spPr>
          <a:xfrm>
            <a:off x="6600056" y="3425057"/>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1" name="文本框 160">
            <a:extLst>
              <a:ext uri="{FF2B5EF4-FFF2-40B4-BE49-F238E27FC236}">
                <a16:creationId xmlns:a16="http://schemas.microsoft.com/office/drawing/2014/main" id="{B54C5670-0E2E-ABE8-589B-2E6DCFFC671F}"/>
              </a:ext>
            </a:extLst>
          </p:cNvPr>
          <p:cNvSpPr txBox="1"/>
          <p:nvPr/>
        </p:nvSpPr>
        <p:spPr>
          <a:xfrm>
            <a:off x="8494385" y="3425057"/>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2" name="文本框 161">
            <a:extLst>
              <a:ext uri="{FF2B5EF4-FFF2-40B4-BE49-F238E27FC236}">
                <a16:creationId xmlns:a16="http://schemas.microsoft.com/office/drawing/2014/main" id="{105BE0B0-AB2F-A8D4-61D8-BD764A5355A9}"/>
              </a:ext>
            </a:extLst>
          </p:cNvPr>
          <p:cNvSpPr txBox="1"/>
          <p:nvPr/>
        </p:nvSpPr>
        <p:spPr>
          <a:xfrm>
            <a:off x="10344472" y="3425057"/>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3" name="文本框 162">
            <a:extLst>
              <a:ext uri="{FF2B5EF4-FFF2-40B4-BE49-F238E27FC236}">
                <a16:creationId xmlns:a16="http://schemas.microsoft.com/office/drawing/2014/main" id="{BC60DF13-0FC5-605B-C9E3-F2BFEFC7FBAA}"/>
              </a:ext>
            </a:extLst>
          </p:cNvPr>
          <p:cNvSpPr txBox="1"/>
          <p:nvPr/>
        </p:nvSpPr>
        <p:spPr>
          <a:xfrm>
            <a:off x="2712495" y="5386621"/>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4" name="文本框 163">
            <a:extLst>
              <a:ext uri="{FF2B5EF4-FFF2-40B4-BE49-F238E27FC236}">
                <a16:creationId xmlns:a16="http://schemas.microsoft.com/office/drawing/2014/main" id="{8CC6665D-1A94-7D62-9B24-780D5CE17656}"/>
              </a:ext>
            </a:extLst>
          </p:cNvPr>
          <p:cNvSpPr txBox="1"/>
          <p:nvPr/>
        </p:nvSpPr>
        <p:spPr>
          <a:xfrm>
            <a:off x="4655840" y="5386621"/>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5" name="文本框 164">
            <a:extLst>
              <a:ext uri="{FF2B5EF4-FFF2-40B4-BE49-F238E27FC236}">
                <a16:creationId xmlns:a16="http://schemas.microsoft.com/office/drawing/2014/main" id="{82341472-F1F5-C7E1-C81B-BE914E5BD023}"/>
              </a:ext>
            </a:extLst>
          </p:cNvPr>
          <p:cNvSpPr txBox="1"/>
          <p:nvPr/>
        </p:nvSpPr>
        <p:spPr>
          <a:xfrm>
            <a:off x="6600056" y="5386621"/>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6" name="文本框 165">
            <a:extLst>
              <a:ext uri="{FF2B5EF4-FFF2-40B4-BE49-F238E27FC236}">
                <a16:creationId xmlns:a16="http://schemas.microsoft.com/office/drawing/2014/main" id="{3AB5A104-71D8-454E-510C-8EA37A783EC8}"/>
              </a:ext>
            </a:extLst>
          </p:cNvPr>
          <p:cNvSpPr txBox="1"/>
          <p:nvPr/>
        </p:nvSpPr>
        <p:spPr>
          <a:xfrm>
            <a:off x="8494385" y="5386621"/>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7" name="文本框 166">
            <a:extLst>
              <a:ext uri="{FF2B5EF4-FFF2-40B4-BE49-F238E27FC236}">
                <a16:creationId xmlns:a16="http://schemas.microsoft.com/office/drawing/2014/main" id="{744F47D5-BF53-237A-CEFF-6D8A9FE382A7}"/>
              </a:ext>
            </a:extLst>
          </p:cNvPr>
          <p:cNvSpPr txBox="1"/>
          <p:nvPr/>
        </p:nvSpPr>
        <p:spPr>
          <a:xfrm>
            <a:off x="10344472" y="5386621"/>
            <a:ext cx="1469540" cy="95410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 name="矩形 47">
            <a:extLst>
              <a:ext uri="{FF2B5EF4-FFF2-40B4-BE49-F238E27FC236}">
                <a16:creationId xmlns:a16="http://schemas.microsoft.com/office/drawing/2014/main" id="{85C66620-B1C9-9925-B232-4DB76F0BE445}"/>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 name="文本框 48">
            <a:extLst>
              <a:ext uri="{FF2B5EF4-FFF2-40B4-BE49-F238E27FC236}">
                <a16:creationId xmlns:a16="http://schemas.microsoft.com/office/drawing/2014/main" id="{C029D506-038E-BEF6-3541-368D96BB5FE0}"/>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61C03896-C4A5-4BB4-F647-81BD9A4F5A44}"/>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51" name="直线连接符 50">
            <a:extLst>
              <a:ext uri="{FF2B5EF4-FFF2-40B4-BE49-F238E27FC236}">
                <a16:creationId xmlns:a16="http://schemas.microsoft.com/office/drawing/2014/main" id="{1316E335-F255-03CD-F18B-D7F5F8C40C43}"/>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7" name="直线连接符 56">
            <a:extLst>
              <a:ext uri="{FF2B5EF4-FFF2-40B4-BE49-F238E27FC236}">
                <a16:creationId xmlns:a16="http://schemas.microsoft.com/office/drawing/2014/main" id="{197E3825-9889-247D-643A-F1121E3E553C}"/>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2" name="文本框 61">
            <a:extLst>
              <a:ext uri="{FF2B5EF4-FFF2-40B4-BE49-F238E27FC236}">
                <a16:creationId xmlns:a16="http://schemas.microsoft.com/office/drawing/2014/main" id="{D3E9B9BD-F1E1-0ED3-D71E-5229F8FC7699}"/>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8" name="组合 67">
            <a:extLst>
              <a:ext uri="{FF2B5EF4-FFF2-40B4-BE49-F238E27FC236}">
                <a16:creationId xmlns:a16="http://schemas.microsoft.com/office/drawing/2014/main" id="{BFF7FEE5-EAC5-E871-0427-3EE7390A3BF4}"/>
              </a:ext>
            </a:extLst>
          </p:cNvPr>
          <p:cNvGrpSpPr/>
          <p:nvPr/>
        </p:nvGrpSpPr>
        <p:grpSpPr>
          <a:xfrm>
            <a:off x="2259126" y="287981"/>
            <a:ext cx="356205" cy="355288"/>
            <a:chOff x="2323294" y="287981"/>
            <a:chExt cx="356205" cy="355288"/>
          </a:xfrm>
        </p:grpSpPr>
        <p:sp>
          <p:nvSpPr>
            <p:cNvPr id="70" name="Google Shape;7166;p80">
              <a:extLst>
                <a:ext uri="{FF2B5EF4-FFF2-40B4-BE49-F238E27FC236}">
                  <a16:creationId xmlns:a16="http://schemas.microsoft.com/office/drawing/2014/main" id="{8C27A227-8487-FB45-27AC-1E79EE781374}"/>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67;p80">
              <a:extLst>
                <a:ext uri="{FF2B5EF4-FFF2-40B4-BE49-F238E27FC236}">
                  <a16:creationId xmlns:a16="http://schemas.microsoft.com/office/drawing/2014/main" id="{8A1FB7FD-A2F5-F6DB-C00D-603FD87E1974}"/>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168;p80">
              <a:extLst>
                <a:ext uri="{FF2B5EF4-FFF2-40B4-BE49-F238E27FC236}">
                  <a16:creationId xmlns:a16="http://schemas.microsoft.com/office/drawing/2014/main" id="{C0757978-8281-DDF1-BE39-DA0F141A171D}"/>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7169;p80">
              <a:extLst>
                <a:ext uri="{FF2B5EF4-FFF2-40B4-BE49-F238E27FC236}">
                  <a16:creationId xmlns:a16="http://schemas.microsoft.com/office/drawing/2014/main" id="{6312730C-1320-C121-2C24-6254F6E2E34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10615192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257C71C3-8CB9-CE44-BC7D-C2956846F42E}"/>
              </a:ext>
            </a:extLst>
          </p:cNvPr>
          <p:cNvSpPr txBox="1"/>
          <p:nvPr/>
        </p:nvSpPr>
        <p:spPr>
          <a:xfrm>
            <a:off x="2886487" y="229108"/>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117863C-1FCD-4039-12FA-461E72A2AACB}"/>
              </a:ext>
            </a:extLst>
          </p:cNvPr>
          <p:cNvSpPr txBox="1"/>
          <p:nvPr/>
        </p:nvSpPr>
        <p:spPr>
          <a:xfrm>
            <a:off x="287947" y="183314"/>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13F19F53-A941-89FA-E0FE-03E2EC17ABD5}"/>
              </a:ext>
            </a:extLst>
          </p:cNvPr>
          <p:cNvCxnSpPr>
            <a:cxnSpLocks/>
          </p:cNvCxnSpPr>
          <p:nvPr/>
        </p:nvCxnSpPr>
        <p:spPr>
          <a:xfrm>
            <a:off x="304801" y="773139"/>
            <a:ext cx="1158239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5A2DB5B0-6807-49FE-15A1-7864FA8ABCA9}"/>
              </a:ext>
            </a:extLst>
          </p:cNvPr>
          <p:cNvCxnSpPr>
            <a:cxnSpLocks/>
          </p:cNvCxnSpPr>
          <p:nvPr/>
        </p:nvCxnSpPr>
        <p:spPr>
          <a:xfrm>
            <a:off x="1976150" y="233135"/>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596B0A73-FE4E-8A81-B5AC-1C6E631D349C}"/>
              </a:ext>
            </a:extLst>
          </p:cNvPr>
          <p:cNvSpPr txBox="1"/>
          <p:nvPr/>
        </p:nvSpPr>
        <p:spPr>
          <a:xfrm>
            <a:off x="298575" y="435056"/>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7C3D8BAD-9ABA-A89F-72A8-16D465147C1A}"/>
              </a:ext>
            </a:extLst>
          </p:cNvPr>
          <p:cNvGrpSpPr/>
          <p:nvPr/>
        </p:nvGrpSpPr>
        <p:grpSpPr>
          <a:xfrm>
            <a:off x="2201374" y="275789"/>
            <a:ext cx="356205" cy="355288"/>
            <a:chOff x="416151" y="286059"/>
            <a:chExt cx="356205" cy="355288"/>
          </a:xfrm>
        </p:grpSpPr>
        <p:sp>
          <p:nvSpPr>
            <p:cNvPr id="10" name="Google Shape;7166;p80">
              <a:extLst>
                <a:ext uri="{FF2B5EF4-FFF2-40B4-BE49-F238E27FC236}">
                  <a16:creationId xmlns:a16="http://schemas.microsoft.com/office/drawing/2014/main" id="{376B9FD2-F644-C687-D829-1405163A7EE7}"/>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4503ED3F-DCCD-0B9C-46DB-933AEF2A49B5}"/>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BF4541E0-B5D5-EE10-A237-14544FC8C2B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1AF74289-F378-2E1E-9045-36C0E9CBB03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梯形 28">
            <a:extLst>
              <a:ext uri="{FF2B5EF4-FFF2-40B4-BE49-F238E27FC236}">
                <a16:creationId xmlns:a16="http://schemas.microsoft.com/office/drawing/2014/main" id="{13B48466-FC5D-AF32-74DF-8F282FC8E12F}"/>
              </a:ext>
            </a:extLst>
          </p:cNvPr>
          <p:cNvSpPr/>
          <p:nvPr/>
        </p:nvSpPr>
        <p:spPr>
          <a:xfrm rot="10800000">
            <a:off x="2959962" y="2019381"/>
            <a:ext cx="2965485" cy="1186826"/>
          </a:xfrm>
          <a:prstGeom prst="trapezoid">
            <a:avLst>
              <a:gd name="adj" fmla="val 52099"/>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梯形 29">
            <a:extLst>
              <a:ext uri="{FF2B5EF4-FFF2-40B4-BE49-F238E27FC236}">
                <a16:creationId xmlns:a16="http://schemas.microsoft.com/office/drawing/2014/main" id="{1353CA08-7C6D-F52A-4675-0887DAFF4DCD}"/>
              </a:ext>
            </a:extLst>
          </p:cNvPr>
          <p:cNvSpPr/>
          <p:nvPr/>
        </p:nvSpPr>
        <p:spPr>
          <a:xfrm rot="10800000">
            <a:off x="3797274" y="3472185"/>
            <a:ext cx="2469233" cy="851079"/>
          </a:xfrm>
          <a:prstGeom prst="trapezoid">
            <a:avLst>
              <a:gd name="adj" fmla="val 52099"/>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梯形 30">
            <a:extLst>
              <a:ext uri="{FF2B5EF4-FFF2-40B4-BE49-F238E27FC236}">
                <a16:creationId xmlns:a16="http://schemas.microsoft.com/office/drawing/2014/main" id="{E985EE88-8E63-D2F9-11B7-CEC4A49607FB}"/>
              </a:ext>
            </a:extLst>
          </p:cNvPr>
          <p:cNvSpPr/>
          <p:nvPr/>
        </p:nvSpPr>
        <p:spPr>
          <a:xfrm rot="10800000">
            <a:off x="4369082" y="4554526"/>
            <a:ext cx="2145408" cy="584401"/>
          </a:xfrm>
          <a:prstGeom prst="trapezoid">
            <a:avLst>
              <a:gd name="adj" fmla="val 52099"/>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22" name="组合 21">
            <a:extLst>
              <a:ext uri="{FF2B5EF4-FFF2-40B4-BE49-F238E27FC236}">
                <a16:creationId xmlns:a16="http://schemas.microsoft.com/office/drawing/2014/main" id="{F2FF25F8-F72F-AF47-9EDB-5B260EF74E34}"/>
              </a:ext>
            </a:extLst>
          </p:cNvPr>
          <p:cNvGrpSpPr/>
          <p:nvPr/>
        </p:nvGrpSpPr>
        <p:grpSpPr>
          <a:xfrm>
            <a:off x="4232094" y="5220182"/>
            <a:ext cx="3616506" cy="1382989"/>
            <a:chOff x="4456529" y="4486116"/>
            <a:chExt cx="3714723" cy="1519655"/>
          </a:xfrm>
        </p:grpSpPr>
        <p:sp>
          <p:nvSpPr>
            <p:cNvPr id="20" name="梯形 14">
              <a:extLst>
                <a:ext uri="{FF2B5EF4-FFF2-40B4-BE49-F238E27FC236}">
                  <a16:creationId xmlns:a16="http://schemas.microsoft.com/office/drawing/2014/main" id="{7EB624B9-6B7A-37D4-CF58-0AB0965CA82E}"/>
                </a:ext>
              </a:extLst>
            </p:cNvPr>
            <p:cNvSpPr/>
            <p:nvPr/>
          </p:nvSpPr>
          <p:spPr>
            <a:xfrm rot="10800000">
              <a:off x="4456529" y="4704640"/>
              <a:ext cx="3712614" cy="1301131"/>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椭圆 20">
              <a:extLst>
                <a:ext uri="{FF2B5EF4-FFF2-40B4-BE49-F238E27FC236}">
                  <a16:creationId xmlns:a16="http://schemas.microsoft.com/office/drawing/2014/main" id="{3CF7D8A0-02B8-5970-5F1C-FF91E8E17425}"/>
                </a:ext>
              </a:extLst>
            </p:cNvPr>
            <p:cNvSpPr/>
            <p:nvPr/>
          </p:nvSpPr>
          <p:spPr>
            <a:xfrm>
              <a:off x="4463594" y="4486116"/>
              <a:ext cx="3707658" cy="435016"/>
            </a:xfrm>
            <a:prstGeom prst="ellipse">
              <a:avLst/>
            </a:prstGeom>
            <a:solidFill>
              <a:srgbClr val="6F7A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3" name="组合 22">
            <a:extLst>
              <a:ext uri="{FF2B5EF4-FFF2-40B4-BE49-F238E27FC236}">
                <a16:creationId xmlns:a16="http://schemas.microsoft.com/office/drawing/2014/main" id="{AF0F6266-AB23-9E64-A11C-ECE10D7242F5}"/>
              </a:ext>
            </a:extLst>
          </p:cNvPr>
          <p:cNvGrpSpPr/>
          <p:nvPr/>
        </p:nvGrpSpPr>
        <p:grpSpPr>
          <a:xfrm>
            <a:off x="5173931" y="4416823"/>
            <a:ext cx="1548516" cy="952836"/>
            <a:chOff x="5349804" y="4385965"/>
            <a:chExt cx="1590570" cy="1046995"/>
          </a:xfrm>
        </p:grpSpPr>
        <p:sp>
          <p:nvSpPr>
            <p:cNvPr id="15" name="梯形 14">
              <a:extLst>
                <a:ext uri="{FF2B5EF4-FFF2-40B4-BE49-F238E27FC236}">
                  <a16:creationId xmlns:a16="http://schemas.microsoft.com/office/drawing/2014/main" id="{BFCF776C-C9EF-D53C-273A-4CB7063C64BB}"/>
                </a:ext>
              </a:extLst>
            </p:cNvPr>
            <p:cNvSpPr/>
            <p:nvPr/>
          </p:nvSpPr>
          <p:spPr>
            <a:xfrm rot="10800000">
              <a:off x="5351937" y="4541365"/>
              <a:ext cx="1588437" cy="891595"/>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8437" h="1057429">
                  <a:moveTo>
                    <a:pt x="0" y="1057429"/>
                  </a:moveTo>
                  <a:lnTo>
                    <a:pt x="340664" y="146034"/>
                  </a:lnTo>
                  <a:cubicBezTo>
                    <a:pt x="426667" y="85714"/>
                    <a:pt x="465321" y="20533"/>
                    <a:pt x="806770" y="0"/>
                  </a:cubicBezTo>
                  <a:cubicBezTo>
                    <a:pt x="1109003" y="19736"/>
                    <a:pt x="1167669" y="82500"/>
                    <a:pt x="1247773" y="134159"/>
                  </a:cubicBezTo>
                  <a:lnTo>
                    <a:pt x="1588437" y="1051491"/>
                  </a:lnTo>
                  <a:lnTo>
                    <a:pt x="0" y="1057429"/>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14" name="椭圆 13">
              <a:extLst>
                <a:ext uri="{FF2B5EF4-FFF2-40B4-BE49-F238E27FC236}">
                  <a16:creationId xmlns:a16="http://schemas.microsoft.com/office/drawing/2014/main" id="{679FBBFE-7298-1924-7593-14D5B8E00CF0}"/>
                </a:ext>
              </a:extLst>
            </p:cNvPr>
            <p:cNvSpPr/>
            <p:nvPr/>
          </p:nvSpPr>
          <p:spPr>
            <a:xfrm>
              <a:off x="5349804" y="4385965"/>
              <a:ext cx="1587807" cy="311801"/>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grpSp>
        <p:nvGrpSpPr>
          <p:cNvPr id="24" name="组合 23">
            <a:extLst>
              <a:ext uri="{FF2B5EF4-FFF2-40B4-BE49-F238E27FC236}">
                <a16:creationId xmlns:a16="http://schemas.microsoft.com/office/drawing/2014/main" id="{65274A7C-2A85-314B-A3D8-0FDC49EE83D0}"/>
              </a:ext>
            </a:extLst>
          </p:cNvPr>
          <p:cNvGrpSpPr/>
          <p:nvPr/>
        </p:nvGrpSpPr>
        <p:grpSpPr>
          <a:xfrm>
            <a:off x="4758366" y="3249205"/>
            <a:ext cx="2387372" cy="1236534"/>
            <a:chOff x="4922953" y="3102964"/>
            <a:chExt cx="2452208" cy="1358727"/>
          </a:xfrm>
        </p:grpSpPr>
        <p:sp>
          <p:nvSpPr>
            <p:cNvPr id="16" name="梯形 14">
              <a:extLst>
                <a:ext uri="{FF2B5EF4-FFF2-40B4-BE49-F238E27FC236}">
                  <a16:creationId xmlns:a16="http://schemas.microsoft.com/office/drawing/2014/main" id="{66FD97E1-AE45-9258-85A7-BC630FBA2B2C}"/>
                </a:ext>
              </a:extLst>
            </p:cNvPr>
            <p:cNvSpPr/>
            <p:nvPr/>
          </p:nvSpPr>
          <p:spPr>
            <a:xfrm rot="10800000">
              <a:off x="4922953" y="3280071"/>
              <a:ext cx="2442288" cy="1181620"/>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23971 h 728768"/>
                <a:gd name="connsiteX1" fmla="*/ 273568 w 1440826"/>
                <a:gd name="connsiteY1" fmla="*/ 118533 h 728768"/>
                <a:gd name="connsiteX2" fmla="*/ 735443 w 1440826"/>
                <a:gd name="connsiteY2" fmla="*/ 0 h 728768"/>
                <a:gd name="connsiteX3" fmla="*/ 1180677 w 1440826"/>
                <a:gd name="connsiteY3" fmla="*/ 106658 h 728768"/>
                <a:gd name="connsiteX4" fmla="*/ 1440826 w 1440826"/>
                <a:gd name="connsiteY4" fmla="*/ 728768 h 728768"/>
                <a:gd name="connsiteX5" fmla="*/ 0 w 1440826"/>
                <a:gd name="connsiteY5" fmla="*/ 723971 h 72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826" h="728768">
                  <a:moveTo>
                    <a:pt x="0" y="723971"/>
                  </a:moveTo>
                  <a:lnTo>
                    <a:pt x="273568" y="118533"/>
                  </a:lnTo>
                  <a:cubicBezTo>
                    <a:pt x="339348" y="71054"/>
                    <a:pt x="400204" y="16467"/>
                    <a:pt x="735443" y="0"/>
                  </a:cubicBezTo>
                  <a:cubicBezTo>
                    <a:pt x="1044899" y="28780"/>
                    <a:pt x="1123902" y="67520"/>
                    <a:pt x="1180677" y="106658"/>
                  </a:cubicBezTo>
                  <a:lnTo>
                    <a:pt x="1440826" y="728768"/>
                  </a:lnTo>
                  <a:lnTo>
                    <a:pt x="0" y="723971"/>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8" name="椭圆 17">
              <a:extLst>
                <a:ext uri="{FF2B5EF4-FFF2-40B4-BE49-F238E27FC236}">
                  <a16:creationId xmlns:a16="http://schemas.microsoft.com/office/drawing/2014/main" id="{BB2BED68-1B08-013C-1FFA-329E23750596}"/>
                </a:ext>
              </a:extLst>
            </p:cNvPr>
            <p:cNvSpPr/>
            <p:nvPr/>
          </p:nvSpPr>
          <p:spPr>
            <a:xfrm>
              <a:off x="4929765" y="3102964"/>
              <a:ext cx="2445396" cy="353724"/>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5" name="组合 24">
            <a:extLst>
              <a:ext uri="{FF2B5EF4-FFF2-40B4-BE49-F238E27FC236}">
                <a16:creationId xmlns:a16="http://schemas.microsoft.com/office/drawing/2014/main" id="{5F24ADA5-1A43-7C85-C77F-2CEA0CB09623}"/>
              </a:ext>
            </a:extLst>
          </p:cNvPr>
          <p:cNvGrpSpPr/>
          <p:nvPr/>
        </p:nvGrpSpPr>
        <p:grpSpPr>
          <a:xfrm>
            <a:off x="4129842" y="1724628"/>
            <a:ext cx="3640024" cy="1624183"/>
            <a:chOff x="4277360" y="1427729"/>
            <a:chExt cx="3738880" cy="1784684"/>
          </a:xfrm>
        </p:grpSpPr>
        <p:sp>
          <p:nvSpPr>
            <p:cNvPr id="17" name="梯形 14">
              <a:extLst>
                <a:ext uri="{FF2B5EF4-FFF2-40B4-BE49-F238E27FC236}">
                  <a16:creationId xmlns:a16="http://schemas.microsoft.com/office/drawing/2014/main" id="{527C7B65-FDAB-71BA-C483-BE5D5FACF7B5}"/>
                </a:ext>
              </a:extLst>
            </p:cNvPr>
            <p:cNvSpPr/>
            <p:nvPr/>
          </p:nvSpPr>
          <p:spPr>
            <a:xfrm rot="10800000">
              <a:off x="4294073" y="1689200"/>
              <a:ext cx="3712614" cy="1523213"/>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椭圆 18">
              <a:extLst>
                <a:ext uri="{FF2B5EF4-FFF2-40B4-BE49-F238E27FC236}">
                  <a16:creationId xmlns:a16="http://schemas.microsoft.com/office/drawing/2014/main" id="{5DB47BA3-39FC-EE21-D196-18A5327D8076}"/>
                </a:ext>
              </a:extLst>
            </p:cNvPr>
            <p:cNvSpPr/>
            <p:nvPr/>
          </p:nvSpPr>
          <p:spPr>
            <a:xfrm>
              <a:off x="4277360" y="1427729"/>
              <a:ext cx="3738880" cy="50926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2" name="上下箭头 31">
            <a:extLst>
              <a:ext uri="{FF2B5EF4-FFF2-40B4-BE49-F238E27FC236}">
                <a16:creationId xmlns:a16="http://schemas.microsoft.com/office/drawing/2014/main" id="{0650AA7E-32C5-76F1-B00A-AB725EE790ED}"/>
              </a:ext>
            </a:extLst>
          </p:cNvPr>
          <p:cNvSpPr/>
          <p:nvPr/>
        </p:nvSpPr>
        <p:spPr>
          <a:xfrm rot="1244797">
            <a:off x="7319574" y="1787848"/>
            <a:ext cx="759556" cy="3544677"/>
          </a:xfrm>
          <a:prstGeom prst="upDownArrow">
            <a:avLst/>
          </a:prstGeom>
          <a:solidFill>
            <a:srgbClr val="1E344D">
              <a:alpha val="20277"/>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21703839-7907-F06B-6DBF-AF815561D61D}"/>
              </a:ext>
            </a:extLst>
          </p:cNvPr>
          <p:cNvSpPr/>
          <p:nvPr/>
        </p:nvSpPr>
        <p:spPr>
          <a:xfrm>
            <a:off x="5231756" y="1073874"/>
            <a:ext cx="1620456" cy="555585"/>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下箭头 34">
            <a:extLst>
              <a:ext uri="{FF2B5EF4-FFF2-40B4-BE49-F238E27FC236}">
                <a16:creationId xmlns:a16="http://schemas.microsoft.com/office/drawing/2014/main" id="{DB04DA35-B464-02D3-0126-C55DFBF67667}"/>
              </a:ext>
            </a:extLst>
          </p:cNvPr>
          <p:cNvSpPr/>
          <p:nvPr/>
        </p:nvSpPr>
        <p:spPr>
          <a:xfrm>
            <a:off x="5769979" y="1513712"/>
            <a:ext cx="544010" cy="555584"/>
          </a:xfrm>
          <a:prstGeom prst="down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6" name="文本框 35">
            <a:extLst>
              <a:ext uri="{FF2B5EF4-FFF2-40B4-BE49-F238E27FC236}">
                <a16:creationId xmlns:a16="http://schemas.microsoft.com/office/drawing/2014/main" id="{9A63CB52-C983-0CBF-2142-AD2DF5D3DF19}"/>
              </a:ext>
            </a:extLst>
          </p:cNvPr>
          <p:cNvSpPr txBox="1"/>
          <p:nvPr/>
        </p:nvSpPr>
        <p:spPr>
          <a:xfrm>
            <a:off x="5327661" y="1112253"/>
            <a:ext cx="1490234" cy="402679"/>
          </a:xfrm>
          <a:prstGeom prst="rect">
            <a:avLst/>
          </a:prstGeom>
          <a:noFill/>
        </p:spPr>
        <p:txBody>
          <a:bodyPr wrap="squar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DFD0B375-3D3D-FCB6-A6D7-EA01EC175C49}"/>
              </a:ext>
            </a:extLst>
          </p:cNvPr>
          <p:cNvSpPr txBox="1"/>
          <p:nvPr/>
        </p:nvSpPr>
        <p:spPr>
          <a:xfrm>
            <a:off x="5240452" y="2296728"/>
            <a:ext cx="787395" cy="400110"/>
          </a:xfrm>
          <a:prstGeom prst="rect">
            <a:avLst/>
          </a:prstGeom>
          <a:noFill/>
        </p:spPr>
        <p:txBody>
          <a:bodyPr wrap="none" rtlCol="0">
            <a:spAutoFit/>
          </a:bodyPr>
          <a:lstStyle/>
          <a:p>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2023</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792EB982-6BF9-0DFE-BE50-D55313C7A800}"/>
              </a:ext>
            </a:extLst>
          </p:cNvPr>
          <p:cNvSpPr txBox="1"/>
          <p:nvPr/>
        </p:nvSpPr>
        <p:spPr>
          <a:xfrm>
            <a:off x="5878498" y="2320873"/>
            <a:ext cx="1112805" cy="307777"/>
          </a:xfrm>
          <a:prstGeom prst="rect">
            <a:avLst/>
          </a:prstGeom>
          <a:noFill/>
        </p:spPr>
        <p:txBody>
          <a:bodyPr wrap="non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my mental</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736113B7-0884-D34B-9454-D9CB9C39BE4D}"/>
              </a:ext>
            </a:extLst>
          </p:cNvPr>
          <p:cNvSpPr txBox="1"/>
          <p:nvPr/>
        </p:nvSpPr>
        <p:spPr>
          <a:xfrm>
            <a:off x="5292975" y="5733145"/>
            <a:ext cx="1638590" cy="338554"/>
          </a:xfrm>
          <a:prstGeom prst="rect">
            <a:avLst/>
          </a:prstGeom>
          <a:noFill/>
        </p:spPr>
        <p:txBody>
          <a:bodyPr wrap="none" rtlCol="0">
            <a:spAutoFit/>
          </a:bodyPr>
          <a:lstStyle/>
          <a:p>
            <a:pPr algn="ct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2" name="文本框 41">
            <a:extLst>
              <a:ext uri="{FF2B5EF4-FFF2-40B4-BE49-F238E27FC236}">
                <a16:creationId xmlns:a16="http://schemas.microsoft.com/office/drawing/2014/main" id="{A190EA02-F8C2-E668-EBD7-296933535516}"/>
              </a:ext>
            </a:extLst>
          </p:cNvPr>
          <p:cNvSpPr txBox="1"/>
          <p:nvPr/>
        </p:nvSpPr>
        <p:spPr>
          <a:xfrm>
            <a:off x="4459416" y="4607319"/>
            <a:ext cx="817852" cy="230832"/>
          </a:xfrm>
          <a:prstGeom prst="rect">
            <a:avLst/>
          </a:prstGeom>
          <a:noFill/>
        </p:spPr>
        <p:txBody>
          <a:bodyPr wrap="none" rtlCol="0">
            <a:spAutoFit/>
          </a:bodyPr>
          <a:lstStyle/>
          <a:p>
            <a:pPr algn="ctr"/>
            <a:r>
              <a:rPr kumimoji="1" lang="en-US" altLang="zh-CN" sz="900" dirty="0">
                <a:latin typeface="Alibaba PuHuiTi Medium" pitchFamily="18" charset="-122"/>
                <a:ea typeface="Alibaba PuHuiTi Medium" pitchFamily="18" charset="-122"/>
                <a:cs typeface="Alibaba PuHuiTi Medium" pitchFamily="18" charset="-122"/>
              </a:rPr>
              <a:t>Third</a:t>
            </a:r>
            <a:r>
              <a:rPr kumimoji="1" lang="zh-CN" altLang="en-US" sz="900" dirty="0">
                <a:latin typeface="Alibaba PuHuiTi Medium" pitchFamily="18" charset="-122"/>
                <a:ea typeface="Alibaba PuHuiTi Medium" pitchFamily="18" charset="-122"/>
                <a:cs typeface="Alibaba PuHuiTi Medium" pitchFamily="18" charset="-122"/>
              </a:rPr>
              <a:t> </a:t>
            </a:r>
            <a:r>
              <a:rPr kumimoji="1" lang="en-US" altLang="zh-CN" sz="900" dirty="0">
                <a:latin typeface="Alibaba PuHuiTi Medium" pitchFamily="18" charset="-122"/>
                <a:ea typeface="Alibaba PuHuiTi Medium" pitchFamily="18" charset="-122"/>
                <a:cs typeface="Alibaba PuHuiTi Medium" pitchFamily="18" charset="-122"/>
              </a:rPr>
              <a:t>Stage</a:t>
            </a:r>
            <a:endParaRPr kumimoji="1" lang="zh-CN" altLang="en-US" sz="900" dirty="0">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2B5F66E7-F4F9-E147-66D4-1717EACA5D05}"/>
              </a:ext>
            </a:extLst>
          </p:cNvPr>
          <p:cNvSpPr txBox="1"/>
          <p:nvPr/>
        </p:nvSpPr>
        <p:spPr>
          <a:xfrm>
            <a:off x="3907893" y="3530147"/>
            <a:ext cx="1055097" cy="261610"/>
          </a:xfrm>
          <a:prstGeom prst="rect">
            <a:avLst/>
          </a:prstGeom>
          <a:noFill/>
        </p:spPr>
        <p:txBody>
          <a:bodyPr wrap="none" rtlCol="0">
            <a:spAutoFit/>
          </a:bodyPr>
          <a:lstStyle/>
          <a:p>
            <a:pPr algn="ctr"/>
            <a:r>
              <a:rPr kumimoji="1" lang="en-US" altLang="zh-CN" sz="1050" dirty="0">
                <a:latin typeface="Alibaba PuHuiTi Medium" pitchFamily="18" charset="-122"/>
                <a:ea typeface="Alibaba PuHuiTi Medium" pitchFamily="18" charset="-122"/>
                <a:cs typeface="Alibaba PuHuiTi Medium" pitchFamily="18" charset="-122"/>
              </a:rPr>
              <a:t>Fourth Stage</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98D17625-4794-56AA-1627-EA2F2ED43467}"/>
              </a:ext>
            </a:extLst>
          </p:cNvPr>
          <p:cNvSpPr txBox="1"/>
          <p:nvPr/>
        </p:nvSpPr>
        <p:spPr>
          <a:xfrm>
            <a:off x="3326209" y="2232549"/>
            <a:ext cx="1025872" cy="276999"/>
          </a:xfrm>
          <a:prstGeom prst="rect">
            <a:avLst/>
          </a:prstGeom>
          <a:noFill/>
        </p:spPr>
        <p:txBody>
          <a:bodyPr wrap="square" rtlCol="0">
            <a:spAutoFit/>
          </a:bodyPr>
          <a:lstStyle/>
          <a:p>
            <a:pPr algn="r"/>
            <a:r>
              <a:rPr kumimoji="1" lang="en-US" altLang="zh-CN" sz="1200" dirty="0">
                <a:latin typeface="Alibaba PuHuiTi Medium" pitchFamily="18" charset="-122"/>
                <a:ea typeface="Alibaba PuHuiTi Medium" pitchFamily="18" charset="-122"/>
                <a:cs typeface="Alibaba PuHuiTi Medium" pitchFamily="18" charset="-122"/>
              </a:rPr>
              <a:t>Fifth Stage</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954CB672-8A22-8EE8-0113-A78FAAC342ED}"/>
              </a:ext>
            </a:extLst>
          </p:cNvPr>
          <p:cNvSpPr txBox="1"/>
          <p:nvPr/>
        </p:nvSpPr>
        <p:spPr>
          <a:xfrm>
            <a:off x="9149406" y="2946294"/>
            <a:ext cx="950901" cy="261610"/>
          </a:xfrm>
          <a:prstGeom prst="rect">
            <a:avLst/>
          </a:prstGeom>
          <a:noFill/>
        </p:spPr>
        <p:txBody>
          <a:bodyPr wrap="none" rtlCol="0">
            <a:spAutoFit/>
          </a:bodyPr>
          <a:lstStyle/>
          <a:p>
            <a:pPr algn="ctr"/>
            <a:r>
              <a:rPr kumimoji="1" lang="en-US" altLang="zh-CN" sz="1100" dirty="0">
                <a:solidFill>
                  <a:schemeClr val="bg1">
                    <a:lumMod val="95000"/>
                  </a:schemeClr>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51586591-83C6-2B80-E9FD-1D1C93CE1777}"/>
              </a:ext>
            </a:extLst>
          </p:cNvPr>
          <p:cNvSpPr txBox="1"/>
          <p:nvPr/>
        </p:nvSpPr>
        <p:spPr>
          <a:xfrm>
            <a:off x="4057163" y="3767517"/>
            <a:ext cx="977824" cy="461665"/>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0B366159-01BA-9643-A575-0DCB83941560}"/>
              </a:ext>
            </a:extLst>
          </p:cNvPr>
          <p:cNvSpPr txBox="1"/>
          <p:nvPr/>
        </p:nvSpPr>
        <p:spPr>
          <a:xfrm>
            <a:off x="3530278" y="2539954"/>
            <a:ext cx="949125" cy="461665"/>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5B4802C6-952F-C1F0-9D6F-07AD8DEBD346}"/>
              </a:ext>
            </a:extLst>
          </p:cNvPr>
          <p:cNvSpPr txBox="1"/>
          <p:nvPr/>
        </p:nvSpPr>
        <p:spPr>
          <a:xfrm>
            <a:off x="5385232" y="2683430"/>
            <a:ext cx="1371168" cy="400110"/>
          </a:xfrm>
          <a:prstGeom prst="rect">
            <a:avLst/>
          </a:prstGeom>
          <a:noFill/>
        </p:spPr>
        <p:txBody>
          <a:bodyPr wrap="square" rtlCol="0">
            <a:spAutoFit/>
          </a:bodyPr>
          <a:lstStyle/>
          <a:p>
            <a:pPr algn="ctr"/>
            <a:r>
              <a:rPr kumimoji="1" lang="en" altLang="zh-CN" sz="10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10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grpSp>
        <p:nvGrpSpPr>
          <p:cNvPr id="52" name="Google Shape;5468;p76">
            <a:extLst>
              <a:ext uri="{FF2B5EF4-FFF2-40B4-BE49-F238E27FC236}">
                <a16:creationId xmlns:a16="http://schemas.microsoft.com/office/drawing/2014/main" id="{F3B302DD-CB07-F40F-E30A-FFC6E7FFCBD8}"/>
              </a:ext>
            </a:extLst>
          </p:cNvPr>
          <p:cNvGrpSpPr/>
          <p:nvPr/>
        </p:nvGrpSpPr>
        <p:grpSpPr>
          <a:xfrm>
            <a:off x="5518733" y="6122295"/>
            <a:ext cx="240472" cy="293144"/>
            <a:chOff x="3907325" y="2620775"/>
            <a:chExt cx="395250" cy="481825"/>
          </a:xfrm>
          <a:solidFill>
            <a:schemeClr val="bg1"/>
          </a:solidFill>
        </p:grpSpPr>
        <p:sp>
          <p:nvSpPr>
            <p:cNvPr id="53" name="Google Shape;5469;p76">
              <a:extLst>
                <a:ext uri="{FF2B5EF4-FFF2-40B4-BE49-F238E27FC236}">
                  <a16:creationId xmlns:a16="http://schemas.microsoft.com/office/drawing/2014/main" id="{A81E7B4A-734B-2A5F-2B69-DCD06A3297AC}"/>
                </a:ext>
              </a:extLst>
            </p:cNvPr>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4" name="Google Shape;5470;p76">
              <a:extLst>
                <a:ext uri="{FF2B5EF4-FFF2-40B4-BE49-F238E27FC236}">
                  <a16:creationId xmlns:a16="http://schemas.microsoft.com/office/drawing/2014/main" id="{A4C4896C-1C68-51CB-8E90-6F8A4443C465}"/>
                </a:ext>
              </a:extLst>
            </p:cNvPr>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5" name="Google Shape;5471;p76">
              <a:extLst>
                <a:ext uri="{FF2B5EF4-FFF2-40B4-BE49-F238E27FC236}">
                  <a16:creationId xmlns:a16="http://schemas.microsoft.com/office/drawing/2014/main" id="{A32650D6-D935-8DDB-9776-EB20C754480E}"/>
                </a:ext>
              </a:extLst>
            </p:cNvPr>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6" name="Google Shape;5472;p76">
              <a:extLst>
                <a:ext uri="{FF2B5EF4-FFF2-40B4-BE49-F238E27FC236}">
                  <a16:creationId xmlns:a16="http://schemas.microsoft.com/office/drawing/2014/main" id="{68DBD9E7-14D2-EF19-62C0-95099E99FB2A}"/>
                </a:ext>
              </a:extLst>
            </p:cNvPr>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57" name="Google Shape;5473;p76">
            <a:extLst>
              <a:ext uri="{FF2B5EF4-FFF2-40B4-BE49-F238E27FC236}">
                <a16:creationId xmlns:a16="http://schemas.microsoft.com/office/drawing/2014/main" id="{27FFF72C-8775-0294-18E1-FCA4BA614454}"/>
              </a:ext>
            </a:extLst>
          </p:cNvPr>
          <p:cNvGrpSpPr/>
          <p:nvPr/>
        </p:nvGrpSpPr>
        <p:grpSpPr>
          <a:xfrm>
            <a:off x="5921062" y="6126480"/>
            <a:ext cx="293144" cy="274816"/>
            <a:chOff x="4456875" y="2635825"/>
            <a:chExt cx="481825" cy="451700"/>
          </a:xfrm>
          <a:solidFill>
            <a:schemeClr val="bg1"/>
          </a:solidFill>
        </p:grpSpPr>
        <p:sp>
          <p:nvSpPr>
            <p:cNvPr id="58" name="Google Shape;5474;p76">
              <a:extLst>
                <a:ext uri="{FF2B5EF4-FFF2-40B4-BE49-F238E27FC236}">
                  <a16:creationId xmlns:a16="http://schemas.microsoft.com/office/drawing/2014/main" id="{29655455-7EDA-63F2-021A-42D3FE2884EC}"/>
                </a:ext>
              </a:extLst>
            </p:cNvPr>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475;p76">
              <a:extLst>
                <a:ext uri="{FF2B5EF4-FFF2-40B4-BE49-F238E27FC236}">
                  <a16:creationId xmlns:a16="http://schemas.microsoft.com/office/drawing/2014/main" id="{F7F6C0C6-41E8-54DA-F147-F2A634DB3373}"/>
                </a:ext>
              </a:extLst>
            </p:cNvPr>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476;p76">
              <a:extLst>
                <a:ext uri="{FF2B5EF4-FFF2-40B4-BE49-F238E27FC236}">
                  <a16:creationId xmlns:a16="http://schemas.microsoft.com/office/drawing/2014/main" id="{475F0876-3C26-0780-291A-6DF00D37C444}"/>
                </a:ext>
              </a:extLst>
            </p:cNvPr>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 name="Google Shape;5477;p76">
              <a:extLst>
                <a:ext uri="{FF2B5EF4-FFF2-40B4-BE49-F238E27FC236}">
                  <a16:creationId xmlns:a16="http://schemas.microsoft.com/office/drawing/2014/main" id="{576C446C-436A-261C-00C3-A4DEE54A8462}"/>
                </a:ext>
              </a:extLst>
            </p:cNvPr>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 name="Google Shape;5478;p76">
              <a:extLst>
                <a:ext uri="{FF2B5EF4-FFF2-40B4-BE49-F238E27FC236}">
                  <a16:creationId xmlns:a16="http://schemas.microsoft.com/office/drawing/2014/main" id="{6906806B-9FF9-285B-456A-E5B6ED849A4C}"/>
                </a:ext>
              </a:extLst>
            </p:cNvPr>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3" name="Google Shape;5479;p76">
              <a:extLst>
                <a:ext uri="{FF2B5EF4-FFF2-40B4-BE49-F238E27FC236}">
                  <a16:creationId xmlns:a16="http://schemas.microsoft.com/office/drawing/2014/main" id="{6D025F60-FA0A-E2C0-92DB-083DBDF38FCD}"/>
                </a:ext>
              </a:extLst>
            </p:cNvPr>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4" name="Google Shape;5480;p76">
            <a:extLst>
              <a:ext uri="{FF2B5EF4-FFF2-40B4-BE49-F238E27FC236}">
                <a16:creationId xmlns:a16="http://schemas.microsoft.com/office/drawing/2014/main" id="{732E2F58-DE26-0A94-92BE-1466EF58C2F8}"/>
              </a:ext>
            </a:extLst>
          </p:cNvPr>
          <p:cNvGrpSpPr/>
          <p:nvPr/>
        </p:nvGrpSpPr>
        <p:grpSpPr>
          <a:xfrm>
            <a:off x="6386027" y="6126480"/>
            <a:ext cx="293144" cy="274816"/>
            <a:chOff x="5049725" y="2635825"/>
            <a:chExt cx="481825" cy="451700"/>
          </a:xfrm>
          <a:solidFill>
            <a:schemeClr val="bg1"/>
          </a:solidFill>
        </p:grpSpPr>
        <p:sp>
          <p:nvSpPr>
            <p:cNvPr id="65" name="Google Shape;5481;p76">
              <a:extLst>
                <a:ext uri="{FF2B5EF4-FFF2-40B4-BE49-F238E27FC236}">
                  <a16:creationId xmlns:a16="http://schemas.microsoft.com/office/drawing/2014/main" id="{7D2F832B-4153-E72A-22BF-256DEC722C71}"/>
                </a:ext>
              </a:extLst>
            </p:cNvPr>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6" name="Google Shape;5482;p76">
              <a:extLst>
                <a:ext uri="{FF2B5EF4-FFF2-40B4-BE49-F238E27FC236}">
                  <a16:creationId xmlns:a16="http://schemas.microsoft.com/office/drawing/2014/main" id="{8D8F3BD1-F209-B54F-A51A-146B2634716B}"/>
                </a:ext>
              </a:extLst>
            </p:cNvPr>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7" name="Google Shape;5483;p76">
              <a:extLst>
                <a:ext uri="{FF2B5EF4-FFF2-40B4-BE49-F238E27FC236}">
                  <a16:creationId xmlns:a16="http://schemas.microsoft.com/office/drawing/2014/main" id="{6CDFF16C-302B-94AB-DEB1-EF02BCC341BE}"/>
                </a:ext>
              </a:extLst>
            </p:cNvPr>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8" name="Google Shape;5498;p76">
            <a:extLst>
              <a:ext uri="{FF2B5EF4-FFF2-40B4-BE49-F238E27FC236}">
                <a16:creationId xmlns:a16="http://schemas.microsoft.com/office/drawing/2014/main" id="{749E37C6-C3AD-68C7-ACCE-8A6B9C4E074F}"/>
              </a:ext>
            </a:extLst>
          </p:cNvPr>
          <p:cNvSpPr/>
          <p:nvPr/>
        </p:nvSpPr>
        <p:spPr>
          <a:xfrm>
            <a:off x="5729989" y="3757281"/>
            <a:ext cx="460036" cy="427060"/>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bg1"/>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69" name="文本框 68">
            <a:extLst>
              <a:ext uri="{FF2B5EF4-FFF2-40B4-BE49-F238E27FC236}">
                <a16:creationId xmlns:a16="http://schemas.microsoft.com/office/drawing/2014/main" id="{995BF7FC-8AC1-C72E-31E3-C00073DDE069}"/>
              </a:ext>
            </a:extLst>
          </p:cNvPr>
          <p:cNvSpPr txBox="1"/>
          <p:nvPr/>
        </p:nvSpPr>
        <p:spPr>
          <a:xfrm>
            <a:off x="5130800" y="3758560"/>
            <a:ext cx="681072" cy="523220"/>
          </a:xfrm>
          <a:prstGeom prst="rect">
            <a:avLst/>
          </a:prstGeom>
          <a:noFill/>
        </p:spPr>
        <p:txBody>
          <a:bodyPr wrap="square" rtlCol="0">
            <a:spAutoFit/>
          </a:bodyPr>
          <a:lstStyle/>
          <a:p>
            <a:pPr algn="ctr"/>
            <a:r>
              <a:rPr kumimoji="1" lang="en" altLang="zh-CN" sz="7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C61D2C55-1723-0D98-E23A-CEB5026A8F08}"/>
              </a:ext>
            </a:extLst>
          </p:cNvPr>
          <p:cNvSpPr txBox="1"/>
          <p:nvPr/>
        </p:nvSpPr>
        <p:spPr>
          <a:xfrm>
            <a:off x="6107048" y="3758560"/>
            <a:ext cx="681072" cy="523220"/>
          </a:xfrm>
          <a:prstGeom prst="rect">
            <a:avLst/>
          </a:prstGeom>
          <a:noFill/>
        </p:spPr>
        <p:txBody>
          <a:bodyPr wrap="square" rtlCol="0">
            <a:spAutoFit/>
          </a:bodyPr>
          <a:lstStyle/>
          <a:p>
            <a:pPr algn="ctr"/>
            <a:r>
              <a:rPr kumimoji="1" lang="en" altLang="zh-CN" sz="7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CF7A790F-CD32-44DB-F907-6D680B53280A}"/>
              </a:ext>
            </a:extLst>
          </p:cNvPr>
          <p:cNvSpPr txBox="1"/>
          <p:nvPr/>
        </p:nvSpPr>
        <p:spPr>
          <a:xfrm>
            <a:off x="5559313" y="4765784"/>
            <a:ext cx="889987" cy="246221"/>
          </a:xfrm>
          <a:prstGeom prst="rect">
            <a:avLst/>
          </a:prstGeom>
          <a:noFill/>
        </p:spPr>
        <p:txBody>
          <a:bodyPr wrap="none" rtlCol="0">
            <a:spAutoFit/>
          </a:bodyPr>
          <a:lstStyle/>
          <a:p>
            <a:pPr algn="ct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Third</a:t>
            </a:r>
            <a:r>
              <a:rPr kumimoji="1" lang="zh-CN" altLang="en-US" sz="10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Stage</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DA3D3A68-A4B5-2633-07EC-755BA3C95654}"/>
              </a:ext>
            </a:extLst>
          </p:cNvPr>
          <p:cNvSpPr txBox="1"/>
          <p:nvPr/>
        </p:nvSpPr>
        <p:spPr>
          <a:xfrm>
            <a:off x="5244183" y="4990191"/>
            <a:ext cx="1485298"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think is correct</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A7E61772-4F59-A051-9EAD-235F295530DC}"/>
              </a:ext>
            </a:extLst>
          </p:cNvPr>
          <p:cNvSpPr txBox="1"/>
          <p:nvPr/>
        </p:nvSpPr>
        <p:spPr>
          <a:xfrm rot="6637437">
            <a:off x="5906248" y="3398669"/>
            <a:ext cx="3612656" cy="276999"/>
          </a:xfrm>
          <a:prstGeom prst="rect">
            <a:avLst/>
          </a:prstGeom>
          <a:noFill/>
        </p:spPr>
        <p:txBody>
          <a:bodyPr wrap="square" rtlCol="0">
            <a:spAutoFit/>
          </a:bodyPr>
          <a:lstStyle/>
          <a:p>
            <a:pPr algn="ctr"/>
            <a:r>
              <a:rPr kumimoji="1" lang="en" altLang="zh-CN" sz="12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74" name="文本框 73">
            <a:extLst>
              <a:ext uri="{FF2B5EF4-FFF2-40B4-BE49-F238E27FC236}">
                <a16:creationId xmlns:a16="http://schemas.microsoft.com/office/drawing/2014/main" id="{87655DC9-37AC-97CC-CB96-977505F68C2B}"/>
              </a:ext>
            </a:extLst>
          </p:cNvPr>
          <p:cNvSpPr txBox="1"/>
          <p:nvPr/>
        </p:nvSpPr>
        <p:spPr>
          <a:xfrm>
            <a:off x="4558688" y="4798296"/>
            <a:ext cx="781408" cy="246221"/>
          </a:xfrm>
          <a:prstGeom prst="rect">
            <a:avLst/>
          </a:prstGeom>
          <a:noFill/>
        </p:spPr>
        <p:txBody>
          <a:bodyPr wrap="square" rtlCol="0">
            <a:spAutoFit/>
          </a:bodyPr>
          <a:lstStyle/>
          <a:p>
            <a:pPr algn="ctr"/>
            <a:r>
              <a:rPr kumimoji="1" lang="en" altLang="zh-CN" sz="5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500" dirty="0">
              <a:latin typeface="Alibaba PuHuiTi Medium" pitchFamily="18" charset="-122"/>
              <a:ea typeface="Alibaba PuHuiTi Medium" pitchFamily="18" charset="-122"/>
              <a:cs typeface="Alibaba PuHuiTi Medium" pitchFamily="18" charset="-122"/>
            </a:endParaRPr>
          </a:p>
        </p:txBody>
      </p:sp>
      <p:sp>
        <p:nvSpPr>
          <p:cNvPr id="26" name="矩形 25">
            <a:extLst>
              <a:ext uri="{FF2B5EF4-FFF2-40B4-BE49-F238E27FC236}">
                <a16:creationId xmlns:a16="http://schemas.microsoft.com/office/drawing/2014/main" id="{30F2804C-D42E-8394-4C90-E4441DF5D2E3}"/>
              </a:ext>
            </a:extLst>
          </p:cNvPr>
          <p:cNvSpPr/>
          <p:nvPr/>
        </p:nvSpPr>
        <p:spPr>
          <a:xfrm>
            <a:off x="337930" y="974035"/>
            <a:ext cx="4432852" cy="5625548"/>
          </a:xfrm>
          <a:custGeom>
            <a:avLst/>
            <a:gdLst>
              <a:gd name="connsiteX0" fmla="*/ 0 w 4114800"/>
              <a:gd name="connsiteY0" fmla="*/ 0 h 5625548"/>
              <a:gd name="connsiteX1" fmla="*/ 4114800 w 4114800"/>
              <a:gd name="connsiteY1" fmla="*/ 0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286000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067339 w 4114800"/>
              <a:gd name="connsiteY1" fmla="*/ 39758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744981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176115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228573"/>
              <a:gd name="connsiteY0" fmla="*/ 0 h 5625548"/>
              <a:gd name="connsiteX1" fmla="*/ 1176115 w 4228573"/>
              <a:gd name="connsiteY1" fmla="*/ 19879 h 5625548"/>
              <a:gd name="connsiteX2" fmla="*/ 4228573 w 4228573"/>
              <a:gd name="connsiteY2" fmla="*/ 5625548 h 5625548"/>
              <a:gd name="connsiteX3" fmla="*/ 0 w 4228573"/>
              <a:gd name="connsiteY3" fmla="*/ 5625548 h 5625548"/>
              <a:gd name="connsiteX4" fmla="*/ 0 w 4228573"/>
              <a:gd name="connsiteY4" fmla="*/ 0 h 56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8573" h="5625548">
                <a:moveTo>
                  <a:pt x="0" y="0"/>
                </a:moveTo>
                <a:lnTo>
                  <a:pt x="1176115" y="19879"/>
                </a:lnTo>
                <a:lnTo>
                  <a:pt x="4228573" y="5625548"/>
                </a:lnTo>
                <a:lnTo>
                  <a:pt x="0" y="5625548"/>
                </a:lnTo>
                <a:lnTo>
                  <a:pt x="0" y="0"/>
                </a:lnTo>
                <a:close/>
              </a:path>
            </a:pathLst>
          </a:custGeom>
          <a:noFill/>
          <a:ln w="412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矩形 25">
            <a:extLst>
              <a:ext uri="{FF2B5EF4-FFF2-40B4-BE49-F238E27FC236}">
                <a16:creationId xmlns:a16="http://schemas.microsoft.com/office/drawing/2014/main" id="{5A583545-2CBA-076D-ADF8-F05FC8A9C9B4}"/>
              </a:ext>
            </a:extLst>
          </p:cNvPr>
          <p:cNvSpPr/>
          <p:nvPr/>
        </p:nvSpPr>
        <p:spPr>
          <a:xfrm flipH="1">
            <a:off x="7373072" y="974035"/>
            <a:ext cx="4502553" cy="5625548"/>
          </a:xfrm>
          <a:custGeom>
            <a:avLst/>
            <a:gdLst>
              <a:gd name="connsiteX0" fmla="*/ 0 w 4114800"/>
              <a:gd name="connsiteY0" fmla="*/ 0 h 5625548"/>
              <a:gd name="connsiteX1" fmla="*/ 4114800 w 4114800"/>
              <a:gd name="connsiteY1" fmla="*/ 0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286000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067339 w 4114800"/>
              <a:gd name="connsiteY1" fmla="*/ 39758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744981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176115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228573"/>
              <a:gd name="connsiteY0" fmla="*/ 0 h 5625548"/>
              <a:gd name="connsiteX1" fmla="*/ 1176115 w 4228573"/>
              <a:gd name="connsiteY1" fmla="*/ 19879 h 5625548"/>
              <a:gd name="connsiteX2" fmla="*/ 4228573 w 4228573"/>
              <a:gd name="connsiteY2" fmla="*/ 5625548 h 5625548"/>
              <a:gd name="connsiteX3" fmla="*/ 0 w 4228573"/>
              <a:gd name="connsiteY3" fmla="*/ 5625548 h 5625548"/>
              <a:gd name="connsiteX4" fmla="*/ 0 w 4228573"/>
              <a:gd name="connsiteY4" fmla="*/ 0 h 5625548"/>
              <a:gd name="connsiteX0" fmla="*/ 0 w 4228573"/>
              <a:gd name="connsiteY0" fmla="*/ 0 h 5625548"/>
              <a:gd name="connsiteX1" fmla="*/ 1567449 w 4228573"/>
              <a:gd name="connsiteY1" fmla="*/ 43028 h 5625548"/>
              <a:gd name="connsiteX2" fmla="*/ 4228573 w 4228573"/>
              <a:gd name="connsiteY2" fmla="*/ 5625548 h 5625548"/>
              <a:gd name="connsiteX3" fmla="*/ 0 w 4228573"/>
              <a:gd name="connsiteY3" fmla="*/ 5625548 h 5625548"/>
              <a:gd name="connsiteX4" fmla="*/ 0 w 4228573"/>
              <a:gd name="connsiteY4" fmla="*/ 0 h 56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8573" h="5625548">
                <a:moveTo>
                  <a:pt x="0" y="0"/>
                </a:moveTo>
                <a:lnTo>
                  <a:pt x="1567449" y="43028"/>
                </a:lnTo>
                <a:lnTo>
                  <a:pt x="4228573" y="5625548"/>
                </a:lnTo>
                <a:lnTo>
                  <a:pt x="0" y="5625548"/>
                </a:lnTo>
                <a:lnTo>
                  <a:pt x="0" y="0"/>
                </a:lnTo>
                <a:close/>
              </a:path>
            </a:pathLst>
          </a:custGeom>
          <a:noFill/>
          <a:ln w="412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37" name="图表 36">
            <a:extLst>
              <a:ext uri="{FF2B5EF4-FFF2-40B4-BE49-F238E27FC236}">
                <a16:creationId xmlns:a16="http://schemas.microsoft.com/office/drawing/2014/main" id="{172ABCC4-32AC-A9BB-C5A9-F6B16E0FDF6D}"/>
              </a:ext>
            </a:extLst>
          </p:cNvPr>
          <p:cNvGraphicFramePr/>
          <p:nvPr/>
        </p:nvGraphicFramePr>
        <p:xfrm>
          <a:off x="459925" y="4760259"/>
          <a:ext cx="1987440" cy="177501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1" name="图表 40">
            <a:extLst>
              <a:ext uri="{FF2B5EF4-FFF2-40B4-BE49-F238E27FC236}">
                <a16:creationId xmlns:a16="http://schemas.microsoft.com/office/drawing/2014/main" id="{217F2099-4BDD-A41C-174C-E18E0F8A8B35}"/>
              </a:ext>
            </a:extLst>
          </p:cNvPr>
          <p:cNvGraphicFramePr/>
          <p:nvPr/>
        </p:nvGraphicFramePr>
        <p:xfrm>
          <a:off x="8565777" y="4874810"/>
          <a:ext cx="3222812" cy="1633566"/>
        </p:xfrm>
        <a:graphic>
          <a:graphicData uri="http://schemas.openxmlformats.org/drawingml/2006/chart">
            <c:chart xmlns:c="http://schemas.openxmlformats.org/drawingml/2006/chart" xmlns:r="http://schemas.openxmlformats.org/officeDocument/2006/relationships" r:id="rId4"/>
          </a:graphicData>
        </a:graphic>
      </p:graphicFrame>
      <p:sp>
        <p:nvSpPr>
          <p:cNvPr id="143" name="Google Shape;776;p29">
            <a:extLst>
              <a:ext uri="{FF2B5EF4-FFF2-40B4-BE49-F238E27FC236}">
                <a16:creationId xmlns:a16="http://schemas.microsoft.com/office/drawing/2014/main" id="{11BE6021-8E2E-4FA8-6D61-079E73DB523D}"/>
              </a:ext>
            </a:extLst>
          </p:cNvPr>
          <p:cNvSpPr txBox="1"/>
          <p:nvPr/>
        </p:nvSpPr>
        <p:spPr>
          <a:xfrm>
            <a:off x="425316" y="1176701"/>
            <a:ext cx="1696075" cy="46963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2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144" name="Google Shape;777;p29">
            <a:extLst>
              <a:ext uri="{FF2B5EF4-FFF2-40B4-BE49-F238E27FC236}">
                <a16:creationId xmlns:a16="http://schemas.microsoft.com/office/drawing/2014/main" id="{4579DE36-450F-57A8-8322-4C0614350296}"/>
              </a:ext>
            </a:extLst>
          </p:cNvPr>
          <p:cNvSpPr txBox="1"/>
          <p:nvPr/>
        </p:nvSpPr>
        <p:spPr>
          <a:xfrm>
            <a:off x="452208" y="3206297"/>
            <a:ext cx="2210309" cy="783302"/>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 </a:t>
            </a:r>
            <a:r>
              <a:rPr lang="en" altLang="zh-CN" sz="1600" b="1" dirty="0">
                <a:solidFill>
                  <a:srgbClr val="1E344D"/>
                </a:solidFill>
                <a:latin typeface="Alibaba PuHuiTi" pitchFamily="18" charset="-122"/>
                <a:ea typeface="Alibaba PuHuiTi" pitchFamily="18" charset="-122"/>
                <a:cs typeface="Alibaba PuHuiTi" pitchFamily="18" charset="-122"/>
                <a:sym typeface="Roboto"/>
              </a:rPr>
              <a:t>one in the entire Solar System</a:t>
            </a:r>
            <a:endParaRPr sz="160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45" name="Google Shape;777;p29">
            <a:extLst>
              <a:ext uri="{FF2B5EF4-FFF2-40B4-BE49-F238E27FC236}">
                <a16:creationId xmlns:a16="http://schemas.microsoft.com/office/drawing/2014/main" id="{0DEC77B4-8C75-3729-BE51-FB2BD06E99B8}"/>
              </a:ext>
            </a:extLst>
          </p:cNvPr>
          <p:cNvSpPr txBox="1"/>
          <p:nvPr/>
        </p:nvSpPr>
        <p:spPr>
          <a:xfrm>
            <a:off x="9883588" y="1586752"/>
            <a:ext cx="1909483" cy="783302"/>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60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50" name="文本框 149">
            <a:extLst>
              <a:ext uri="{FF2B5EF4-FFF2-40B4-BE49-F238E27FC236}">
                <a16:creationId xmlns:a16="http://schemas.microsoft.com/office/drawing/2014/main" id="{2C61DBCC-814B-72CD-AE67-3ABCC13DB4FD}"/>
              </a:ext>
            </a:extLst>
          </p:cNvPr>
          <p:cNvSpPr txBox="1"/>
          <p:nvPr/>
        </p:nvSpPr>
        <p:spPr>
          <a:xfrm>
            <a:off x="9466685" y="2828192"/>
            <a:ext cx="2218809" cy="900246"/>
          </a:xfrm>
          <a:prstGeom prst="rect">
            <a:avLst/>
          </a:prstGeom>
          <a:noFill/>
        </p:spPr>
        <p:txBody>
          <a:bodyPr wrap="square" rtlCol="0">
            <a:spAutoFit/>
          </a:bodyPr>
          <a:lstStyle/>
          <a:p>
            <a:pPr algn="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2" name="文本框 151">
            <a:extLst>
              <a:ext uri="{FF2B5EF4-FFF2-40B4-BE49-F238E27FC236}">
                <a16:creationId xmlns:a16="http://schemas.microsoft.com/office/drawing/2014/main" id="{8BD4C265-0E0B-D4F0-DFA8-A45B3D3A1DB2}"/>
              </a:ext>
            </a:extLst>
          </p:cNvPr>
          <p:cNvSpPr txBox="1"/>
          <p:nvPr/>
        </p:nvSpPr>
        <p:spPr>
          <a:xfrm>
            <a:off x="9466685" y="3861048"/>
            <a:ext cx="2218809" cy="900246"/>
          </a:xfrm>
          <a:prstGeom prst="rect">
            <a:avLst/>
          </a:prstGeom>
          <a:noFill/>
        </p:spPr>
        <p:txBody>
          <a:bodyPr wrap="square" rtlCol="0">
            <a:spAutoFit/>
          </a:bodyPr>
          <a:lstStyle/>
          <a:p>
            <a:pPr algn="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3" name="文本框 152">
            <a:extLst>
              <a:ext uri="{FF2B5EF4-FFF2-40B4-BE49-F238E27FC236}">
                <a16:creationId xmlns:a16="http://schemas.microsoft.com/office/drawing/2014/main" id="{6C75A3B1-CC1B-0516-8641-A417D594F732}"/>
              </a:ext>
            </a:extLst>
          </p:cNvPr>
          <p:cNvSpPr txBox="1"/>
          <p:nvPr/>
        </p:nvSpPr>
        <p:spPr>
          <a:xfrm>
            <a:off x="2442044" y="5086055"/>
            <a:ext cx="10390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54" name="文本框 153">
            <a:extLst>
              <a:ext uri="{FF2B5EF4-FFF2-40B4-BE49-F238E27FC236}">
                <a16:creationId xmlns:a16="http://schemas.microsoft.com/office/drawing/2014/main" id="{D2D8A415-8B8F-1183-EB59-A1556ECFF5BE}"/>
              </a:ext>
            </a:extLst>
          </p:cNvPr>
          <p:cNvSpPr txBox="1"/>
          <p:nvPr/>
        </p:nvSpPr>
        <p:spPr>
          <a:xfrm>
            <a:off x="2475444" y="5806135"/>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5" name="文本框 154">
            <a:extLst>
              <a:ext uri="{FF2B5EF4-FFF2-40B4-BE49-F238E27FC236}">
                <a16:creationId xmlns:a16="http://schemas.microsoft.com/office/drawing/2014/main" id="{DA22BF4D-E995-3B25-06EE-1A37ACD58527}"/>
              </a:ext>
            </a:extLst>
          </p:cNvPr>
          <p:cNvSpPr txBox="1"/>
          <p:nvPr/>
        </p:nvSpPr>
        <p:spPr>
          <a:xfrm>
            <a:off x="2478350" y="5631576"/>
            <a:ext cx="1620078" cy="307777"/>
          </a:xfrm>
          <a:prstGeom prst="rect">
            <a:avLst/>
          </a:prstGeom>
          <a:noFill/>
        </p:spPr>
        <p:txBody>
          <a:bodyPr wrap="square">
            <a:spAutoFit/>
          </a:bodyPr>
          <a:lstStyle/>
          <a:p>
            <a:r>
              <a:rPr kumimoji="1" lang="en" altLang="zh-CN" sz="1400" b="1" dirty="0">
                <a:solidFill>
                  <a:srgbClr val="BB3023"/>
                </a:solidFill>
                <a:latin typeface="Alibaba PuHuiTi" pitchFamily="18" charset="-122"/>
                <a:ea typeface="Alibaba PuHuiTi" pitchFamily="18" charset="-122"/>
                <a:cs typeface="Alibaba PuHuiTi" pitchFamily="18" charset="-122"/>
              </a:rPr>
              <a:t>main title</a:t>
            </a:r>
            <a:endParaRPr lang="zh-CN" altLang="en-US" sz="1400" b="1" dirty="0">
              <a:solidFill>
                <a:srgbClr val="BB3023"/>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119283794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257C71C3-8CB9-CE44-BC7D-C2956846F42E}"/>
              </a:ext>
            </a:extLst>
          </p:cNvPr>
          <p:cNvSpPr txBox="1"/>
          <p:nvPr/>
        </p:nvSpPr>
        <p:spPr>
          <a:xfrm>
            <a:off x="2886487" y="229108"/>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117863C-1FCD-4039-12FA-461E72A2AACB}"/>
              </a:ext>
            </a:extLst>
          </p:cNvPr>
          <p:cNvSpPr txBox="1"/>
          <p:nvPr/>
        </p:nvSpPr>
        <p:spPr>
          <a:xfrm>
            <a:off x="287947" y="183314"/>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13F19F53-A941-89FA-E0FE-03E2EC17ABD5}"/>
              </a:ext>
            </a:extLst>
          </p:cNvPr>
          <p:cNvCxnSpPr>
            <a:cxnSpLocks/>
          </p:cNvCxnSpPr>
          <p:nvPr/>
        </p:nvCxnSpPr>
        <p:spPr>
          <a:xfrm>
            <a:off x="304801" y="773139"/>
            <a:ext cx="1158239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5A2DB5B0-6807-49FE-15A1-7864FA8ABCA9}"/>
              </a:ext>
            </a:extLst>
          </p:cNvPr>
          <p:cNvCxnSpPr>
            <a:cxnSpLocks/>
          </p:cNvCxnSpPr>
          <p:nvPr/>
        </p:nvCxnSpPr>
        <p:spPr>
          <a:xfrm>
            <a:off x="1976150" y="233135"/>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596B0A73-FE4E-8A81-B5AC-1C6E631D349C}"/>
              </a:ext>
            </a:extLst>
          </p:cNvPr>
          <p:cNvSpPr txBox="1"/>
          <p:nvPr/>
        </p:nvSpPr>
        <p:spPr>
          <a:xfrm>
            <a:off x="298575" y="435056"/>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7C3D8BAD-9ABA-A89F-72A8-16D465147C1A}"/>
              </a:ext>
            </a:extLst>
          </p:cNvPr>
          <p:cNvGrpSpPr/>
          <p:nvPr/>
        </p:nvGrpSpPr>
        <p:grpSpPr>
          <a:xfrm>
            <a:off x="2201374" y="275789"/>
            <a:ext cx="356205" cy="355288"/>
            <a:chOff x="416151" y="286059"/>
            <a:chExt cx="356205" cy="355288"/>
          </a:xfrm>
        </p:grpSpPr>
        <p:sp>
          <p:nvSpPr>
            <p:cNvPr id="10" name="Google Shape;7166;p80">
              <a:extLst>
                <a:ext uri="{FF2B5EF4-FFF2-40B4-BE49-F238E27FC236}">
                  <a16:creationId xmlns:a16="http://schemas.microsoft.com/office/drawing/2014/main" id="{376B9FD2-F644-C687-D829-1405163A7EE7}"/>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4503ED3F-DCCD-0B9C-46DB-933AEF2A49B5}"/>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BF4541E0-B5D5-EE10-A237-14544FC8C2B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1AF74289-F378-2E1E-9045-36C0E9CBB03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梯形 28">
            <a:extLst>
              <a:ext uri="{FF2B5EF4-FFF2-40B4-BE49-F238E27FC236}">
                <a16:creationId xmlns:a16="http://schemas.microsoft.com/office/drawing/2014/main" id="{13B48466-FC5D-AF32-74DF-8F282FC8E12F}"/>
              </a:ext>
            </a:extLst>
          </p:cNvPr>
          <p:cNvSpPr/>
          <p:nvPr/>
        </p:nvSpPr>
        <p:spPr>
          <a:xfrm rot="10800000">
            <a:off x="2959962" y="2019381"/>
            <a:ext cx="2965485" cy="1186826"/>
          </a:xfrm>
          <a:prstGeom prst="trapezoid">
            <a:avLst>
              <a:gd name="adj" fmla="val 52099"/>
            </a:avLst>
          </a:prstGeom>
          <a:solidFill>
            <a:srgbClr val="1E344D">
              <a:alpha val="20635"/>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梯形 29">
            <a:extLst>
              <a:ext uri="{FF2B5EF4-FFF2-40B4-BE49-F238E27FC236}">
                <a16:creationId xmlns:a16="http://schemas.microsoft.com/office/drawing/2014/main" id="{1353CA08-7C6D-F52A-4675-0887DAFF4DCD}"/>
              </a:ext>
            </a:extLst>
          </p:cNvPr>
          <p:cNvSpPr/>
          <p:nvPr/>
        </p:nvSpPr>
        <p:spPr>
          <a:xfrm rot="10800000">
            <a:off x="3797274" y="3472185"/>
            <a:ext cx="2469233" cy="851079"/>
          </a:xfrm>
          <a:prstGeom prst="trapezoid">
            <a:avLst>
              <a:gd name="adj" fmla="val 52099"/>
            </a:avLst>
          </a:prstGeom>
          <a:solidFill>
            <a:srgbClr val="1E344D">
              <a:alpha val="20635"/>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梯形 30">
            <a:extLst>
              <a:ext uri="{FF2B5EF4-FFF2-40B4-BE49-F238E27FC236}">
                <a16:creationId xmlns:a16="http://schemas.microsoft.com/office/drawing/2014/main" id="{E985EE88-8E63-D2F9-11B7-CEC4A49607FB}"/>
              </a:ext>
            </a:extLst>
          </p:cNvPr>
          <p:cNvSpPr/>
          <p:nvPr/>
        </p:nvSpPr>
        <p:spPr>
          <a:xfrm rot="10800000">
            <a:off x="4369082" y="4554526"/>
            <a:ext cx="2145408" cy="584401"/>
          </a:xfrm>
          <a:prstGeom prst="trapezoid">
            <a:avLst>
              <a:gd name="adj" fmla="val 52099"/>
            </a:avLst>
          </a:prstGeom>
          <a:solidFill>
            <a:srgbClr val="1E344D">
              <a:alpha val="20635"/>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22" name="组合 21">
            <a:extLst>
              <a:ext uri="{FF2B5EF4-FFF2-40B4-BE49-F238E27FC236}">
                <a16:creationId xmlns:a16="http://schemas.microsoft.com/office/drawing/2014/main" id="{F2FF25F8-F72F-AF47-9EDB-5B260EF74E34}"/>
              </a:ext>
            </a:extLst>
          </p:cNvPr>
          <p:cNvGrpSpPr/>
          <p:nvPr/>
        </p:nvGrpSpPr>
        <p:grpSpPr>
          <a:xfrm>
            <a:off x="4232094" y="5220182"/>
            <a:ext cx="3616506" cy="1382989"/>
            <a:chOff x="4456529" y="4486116"/>
            <a:chExt cx="3714723" cy="1519655"/>
          </a:xfrm>
        </p:grpSpPr>
        <p:sp>
          <p:nvSpPr>
            <p:cNvPr id="20" name="梯形 14">
              <a:extLst>
                <a:ext uri="{FF2B5EF4-FFF2-40B4-BE49-F238E27FC236}">
                  <a16:creationId xmlns:a16="http://schemas.microsoft.com/office/drawing/2014/main" id="{7EB624B9-6B7A-37D4-CF58-0AB0965CA82E}"/>
                </a:ext>
              </a:extLst>
            </p:cNvPr>
            <p:cNvSpPr/>
            <p:nvPr/>
          </p:nvSpPr>
          <p:spPr>
            <a:xfrm rot="10800000">
              <a:off x="4456529" y="4704640"/>
              <a:ext cx="3712614" cy="1301131"/>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椭圆 20">
              <a:extLst>
                <a:ext uri="{FF2B5EF4-FFF2-40B4-BE49-F238E27FC236}">
                  <a16:creationId xmlns:a16="http://schemas.microsoft.com/office/drawing/2014/main" id="{3CF7D8A0-02B8-5970-5F1C-FF91E8E17425}"/>
                </a:ext>
              </a:extLst>
            </p:cNvPr>
            <p:cNvSpPr/>
            <p:nvPr/>
          </p:nvSpPr>
          <p:spPr>
            <a:xfrm>
              <a:off x="4463594" y="4486116"/>
              <a:ext cx="3707658" cy="435016"/>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3" name="组合 22">
            <a:extLst>
              <a:ext uri="{FF2B5EF4-FFF2-40B4-BE49-F238E27FC236}">
                <a16:creationId xmlns:a16="http://schemas.microsoft.com/office/drawing/2014/main" id="{AF0F6266-AB23-9E64-A11C-ECE10D7242F5}"/>
              </a:ext>
            </a:extLst>
          </p:cNvPr>
          <p:cNvGrpSpPr/>
          <p:nvPr/>
        </p:nvGrpSpPr>
        <p:grpSpPr>
          <a:xfrm>
            <a:off x="5173931" y="4416823"/>
            <a:ext cx="1548516" cy="952836"/>
            <a:chOff x="5349804" y="4385965"/>
            <a:chExt cx="1590570" cy="1046995"/>
          </a:xfrm>
        </p:grpSpPr>
        <p:sp>
          <p:nvSpPr>
            <p:cNvPr id="15" name="梯形 14">
              <a:extLst>
                <a:ext uri="{FF2B5EF4-FFF2-40B4-BE49-F238E27FC236}">
                  <a16:creationId xmlns:a16="http://schemas.microsoft.com/office/drawing/2014/main" id="{BFCF776C-C9EF-D53C-273A-4CB7063C64BB}"/>
                </a:ext>
              </a:extLst>
            </p:cNvPr>
            <p:cNvSpPr/>
            <p:nvPr/>
          </p:nvSpPr>
          <p:spPr>
            <a:xfrm rot="10800000">
              <a:off x="5351937" y="4541365"/>
              <a:ext cx="1588437" cy="891595"/>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8437" h="1057429">
                  <a:moveTo>
                    <a:pt x="0" y="1057429"/>
                  </a:moveTo>
                  <a:lnTo>
                    <a:pt x="340664" y="146034"/>
                  </a:lnTo>
                  <a:cubicBezTo>
                    <a:pt x="426667" y="85714"/>
                    <a:pt x="465321" y="20533"/>
                    <a:pt x="806770" y="0"/>
                  </a:cubicBezTo>
                  <a:cubicBezTo>
                    <a:pt x="1109003" y="19736"/>
                    <a:pt x="1167669" y="82500"/>
                    <a:pt x="1247773" y="134159"/>
                  </a:cubicBezTo>
                  <a:lnTo>
                    <a:pt x="1588437" y="1051491"/>
                  </a:lnTo>
                  <a:lnTo>
                    <a:pt x="0" y="1057429"/>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14" name="椭圆 13">
              <a:extLst>
                <a:ext uri="{FF2B5EF4-FFF2-40B4-BE49-F238E27FC236}">
                  <a16:creationId xmlns:a16="http://schemas.microsoft.com/office/drawing/2014/main" id="{679FBBFE-7298-1924-7593-14D5B8E00CF0}"/>
                </a:ext>
              </a:extLst>
            </p:cNvPr>
            <p:cNvSpPr/>
            <p:nvPr/>
          </p:nvSpPr>
          <p:spPr>
            <a:xfrm>
              <a:off x="5349804" y="4385965"/>
              <a:ext cx="1587807" cy="311801"/>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grpSp>
        <p:nvGrpSpPr>
          <p:cNvPr id="24" name="组合 23">
            <a:extLst>
              <a:ext uri="{FF2B5EF4-FFF2-40B4-BE49-F238E27FC236}">
                <a16:creationId xmlns:a16="http://schemas.microsoft.com/office/drawing/2014/main" id="{65274A7C-2A85-314B-A3D8-0FDC49EE83D0}"/>
              </a:ext>
            </a:extLst>
          </p:cNvPr>
          <p:cNvGrpSpPr/>
          <p:nvPr/>
        </p:nvGrpSpPr>
        <p:grpSpPr>
          <a:xfrm>
            <a:off x="4758366" y="3249205"/>
            <a:ext cx="2387372" cy="1236534"/>
            <a:chOff x="4922953" y="3102964"/>
            <a:chExt cx="2452208" cy="1358727"/>
          </a:xfrm>
        </p:grpSpPr>
        <p:sp>
          <p:nvSpPr>
            <p:cNvPr id="16" name="梯形 14">
              <a:extLst>
                <a:ext uri="{FF2B5EF4-FFF2-40B4-BE49-F238E27FC236}">
                  <a16:creationId xmlns:a16="http://schemas.microsoft.com/office/drawing/2014/main" id="{66FD97E1-AE45-9258-85A7-BC630FBA2B2C}"/>
                </a:ext>
              </a:extLst>
            </p:cNvPr>
            <p:cNvSpPr/>
            <p:nvPr/>
          </p:nvSpPr>
          <p:spPr>
            <a:xfrm rot="10800000">
              <a:off x="4922953" y="3280071"/>
              <a:ext cx="2442288" cy="1181620"/>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440826"/>
                <a:gd name="connsiteY0" fmla="*/ 723971 h 728768"/>
                <a:gd name="connsiteX1" fmla="*/ 273568 w 1440826"/>
                <a:gd name="connsiteY1" fmla="*/ 118533 h 728768"/>
                <a:gd name="connsiteX2" fmla="*/ 735443 w 1440826"/>
                <a:gd name="connsiteY2" fmla="*/ 0 h 728768"/>
                <a:gd name="connsiteX3" fmla="*/ 1180677 w 1440826"/>
                <a:gd name="connsiteY3" fmla="*/ 106658 h 728768"/>
                <a:gd name="connsiteX4" fmla="*/ 1440826 w 1440826"/>
                <a:gd name="connsiteY4" fmla="*/ 728768 h 728768"/>
                <a:gd name="connsiteX5" fmla="*/ 0 w 1440826"/>
                <a:gd name="connsiteY5" fmla="*/ 723971 h 72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826" h="728768">
                  <a:moveTo>
                    <a:pt x="0" y="723971"/>
                  </a:moveTo>
                  <a:lnTo>
                    <a:pt x="273568" y="118533"/>
                  </a:lnTo>
                  <a:cubicBezTo>
                    <a:pt x="339348" y="71054"/>
                    <a:pt x="400204" y="16467"/>
                    <a:pt x="735443" y="0"/>
                  </a:cubicBezTo>
                  <a:cubicBezTo>
                    <a:pt x="1044899" y="28780"/>
                    <a:pt x="1123902" y="67520"/>
                    <a:pt x="1180677" y="106658"/>
                  </a:cubicBezTo>
                  <a:lnTo>
                    <a:pt x="1440826" y="728768"/>
                  </a:lnTo>
                  <a:lnTo>
                    <a:pt x="0" y="723971"/>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8" name="椭圆 17">
              <a:extLst>
                <a:ext uri="{FF2B5EF4-FFF2-40B4-BE49-F238E27FC236}">
                  <a16:creationId xmlns:a16="http://schemas.microsoft.com/office/drawing/2014/main" id="{BB2BED68-1B08-013C-1FFA-329E23750596}"/>
                </a:ext>
              </a:extLst>
            </p:cNvPr>
            <p:cNvSpPr/>
            <p:nvPr/>
          </p:nvSpPr>
          <p:spPr>
            <a:xfrm>
              <a:off x="4929765" y="3102964"/>
              <a:ext cx="2445396" cy="353724"/>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5" name="组合 24">
            <a:extLst>
              <a:ext uri="{FF2B5EF4-FFF2-40B4-BE49-F238E27FC236}">
                <a16:creationId xmlns:a16="http://schemas.microsoft.com/office/drawing/2014/main" id="{5F24ADA5-1A43-7C85-C77F-2CEA0CB09623}"/>
              </a:ext>
            </a:extLst>
          </p:cNvPr>
          <p:cNvGrpSpPr/>
          <p:nvPr/>
        </p:nvGrpSpPr>
        <p:grpSpPr>
          <a:xfrm>
            <a:off x="4129842" y="1724628"/>
            <a:ext cx="3640024" cy="1624183"/>
            <a:chOff x="4277360" y="1427729"/>
            <a:chExt cx="3738880" cy="1784684"/>
          </a:xfrm>
        </p:grpSpPr>
        <p:sp>
          <p:nvSpPr>
            <p:cNvPr id="17" name="梯形 14">
              <a:extLst>
                <a:ext uri="{FF2B5EF4-FFF2-40B4-BE49-F238E27FC236}">
                  <a16:creationId xmlns:a16="http://schemas.microsoft.com/office/drawing/2014/main" id="{527C7B65-FDAB-71BA-C483-BE5D5FACF7B5}"/>
                </a:ext>
              </a:extLst>
            </p:cNvPr>
            <p:cNvSpPr/>
            <p:nvPr/>
          </p:nvSpPr>
          <p:spPr>
            <a:xfrm rot="10800000">
              <a:off x="4294073" y="1689200"/>
              <a:ext cx="3712614" cy="1523213"/>
            </a:xfrm>
            <a:custGeom>
              <a:avLst/>
              <a:gdLst>
                <a:gd name="connsiteX0" fmla="*/ 0 w 1481559"/>
                <a:gd name="connsiteY0" fmla="*/ 1030147 h 1030147"/>
                <a:gd name="connsiteX1" fmla="*/ 257537 w 1481559"/>
                <a:gd name="connsiteY1" fmla="*/ 0 h 1030147"/>
                <a:gd name="connsiteX2" fmla="*/ 1224022 w 1481559"/>
                <a:gd name="connsiteY2" fmla="*/ 0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016204 w 1481559"/>
                <a:gd name="connsiteY2" fmla="*/ 17813 h 1030147"/>
                <a:gd name="connsiteX3" fmla="*/ 1481559 w 1481559"/>
                <a:gd name="connsiteY3" fmla="*/ 1030147 h 1030147"/>
                <a:gd name="connsiteX4" fmla="*/ 0 w 1481559"/>
                <a:gd name="connsiteY4" fmla="*/ 1030147 h 1030147"/>
                <a:gd name="connsiteX0" fmla="*/ 0 w 1481559"/>
                <a:gd name="connsiteY0" fmla="*/ 1030147 h 1030147"/>
                <a:gd name="connsiteX1" fmla="*/ 257537 w 1481559"/>
                <a:gd name="connsiteY1" fmla="*/ 0 h 1030147"/>
                <a:gd name="connsiteX2" fmla="*/ 1194334 w 1481559"/>
                <a:gd name="connsiteY2" fmla="*/ 95002 h 1030147"/>
                <a:gd name="connsiteX3" fmla="*/ 1481559 w 1481559"/>
                <a:gd name="connsiteY3" fmla="*/ 1030147 h 1030147"/>
                <a:gd name="connsiteX4" fmla="*/ 0 w 1481559"/>
                <a:gd name="connsiteY4" fmla="*/ 1030147 h 1030147"/>
                <a:gd name="connsiteX0" fmla="*/ 0 w 1481559"/>
                <a:gd name="connsiteY0" fmla="*/ 935145 h 935145"/>
                <a:gd name="connsiteX1" fmla="*/ 293163 w 1481559"/>
                <a:gd name="connsiteY1" fmla="*/ 124691 h 935145"/>
                <a:gd name="connsiteX2" fmla="*/ 1194334 w 1481559"/>
                <a:gd name="connsiteY2" fmla="*/ 0 h 935145"/>
                <a:gd name="connsiteX3" fmla="*/ 1481559 w 1481559"/>
                <a:gd name="connsiteY3" fmla="*/ 935145 h 935145"/>
                <a:gd name="connsiteX4" fmla="*/ 0 w 1481559"/>
                <a:gd name="connsiteY4" fmla="*/ 935145 h 935145"/>
                <a:gd name="connsiteX0" fmla="*/ 0 w 1481559"/>
                <a:gd name="connsiteY0" fmla="*/ 935145 h 935145"/>
                <a:gd name="connsiteX1" fmla="*/ 287225 w 1481559"/>
                <a:gd name="connsiteY1" fmla="*/ 11875 h 935145"/>
                <a:gd name="connsiteX2" fmla="*/ 1194334 w 1481559"/>
                <a:gd name="connsiteY2" fmla="*/ 0 h 935145"/>
                <a:gd name="connsiteX3" fmla="*/ 1481559 w 1481559"/>
                <a:gd name="connsiteY3" fmla="*/ 935145 h 935145"/>
                <a:gd name="connsiteX4" fmla="*/ 0 w 1481559"/>
                <a:gd name="connsiteY4" fmla="*/ 935145 h 935145"/>
                <a:gd name="connsiteX0" fmla="*/ 0 w 1534998"/>
                <a:gd name="connsiteY0" fmla="*/ 923270 h 935145"/>
                <a:gd name="connsiteX1" fmla="*/ 340664 w 1534998"/>
                <a:gd name="connsiteY1" fmla="*/ 11875 h 935145"/>
                <a:gd name="connsiteX2" fmla="*/ 1247773 w 1534998"/>
                <a:gd name="connsiteY2" fmla="*/ 0 h 935145"/>
                <a:gd name="connsiteX3" fmla="*/ 1534998 w 1534998"/>
                <a:gd name="connsiteY3" fmla="*/ 935145 h 935145"/>
                <a:gd name="connsiteX4" fmla="*/ 0 w 1534998"/>
                <a:gd name="connsiteY4" fmla="*/ 923270 h 935145"/>
                <a:gd name="connsiteX0" fmla="*/ 0 w 1588437"/>
                <a:gd name="connsiteY0" fmla="*/ 923270 h 923270"/>
                <a:gd name="connsiteX1" fmla="*/ 340664 w 1588437"/>
                <a:gd name="connsiteY1" fmla="*/ 11875 h 923270"/>
                <a:gd name="connsiteX2" fmla="*/ 1247773 w 1588437"/>
                <a:gd name="connsiteY2" fmla="*/ 0 h 923270"/>
                <a:gd name="connsiteX3" fmla="*/ 1588437 w 1588437"/>
                <a:gd name="connsiteY3" fmla="*/ 917332 h 923270"/>
                <a:gd name="connsiteX4" fmla="*/ 0 w 1588437"/>
                <a:gd name="connsiteY4" fmla="*/ 923270 h 923270"/>
                <a:gd name="connsiteX0" fmla="*/ 0 w 1588437"/>
                <a:gd name="connsiteY0" fmla="*/ 923270 h 923270"/>
                <a:gd name="connsiteX1" fmla="*/ 340664 w 1588437"/>
                <a:gd name="connsiteY1" fmla="*/ 11875 h 923270"/>
                <a:gd name="connsiteX2" fmla="*/ 806770 w 1588437"/>
                <a:gd name="connsiteY2" fmla="*/ 8345 h 923270"/>
                <a:gd name="connsiteX3" fmla="*/ 1247773 w 1588437"/>
                <a:gd name="connsiteY3" fmla="*/ 0 h 923270"/>
                <a:gd name="connsiteX4" fmla="*/ 1588437 w 1588437"/>
                <a:gd name="connsiteY4" fmla="*/ 917332 h 923270"/>
                <a:gd name="connsiteX5" fmla="*/ 0 w 1588437"/>
                <a:gd name="connsiteY5" fmla="*/ 923270 h 923270"/>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88437"/>
                <a:gd name="connsiteY0" fmla="*/ 1057429 h 1057429"/>
                <a:gd name="connsiteX1" fmla="*/ 340664 w 1588437"/>
                <a:gd name="connsiteY1" fmla="*/ 146034 h 1057429"/>
                <a:gd name="connsiteX2" fmla="*/ 806770 w 1588437"/>
                <a:gd name="connsiteY2" fmla="*/ 0 h 1057429"/>
                <a:gd name="connsiteX3" fmla="*/ 1247773 w 1588437"/>
                <a:gd name="connsiteY3" fmla="*/ 134159 h 1057429"/>
                <a:gd name="connsiteX4" fmla="*/ 1588437 w 1588437"/>
                <a:gd name="connsiteY4" fmla="*/ 1051491 h 1057429"/>
                <a:gd name="connsiteX5" fmla="*/ 0 w 1588437"/>
                <a:gd name="connsiteY5" fmla="*/ 1057429 h 1057429"/>
                <a:gd name="connsiteX0" fmla="*/ 0 w 1505238"/>
                <a:gd name="connsiteY0" fmla="*/ 1057429 h 1057429"/>
                <a:gd name="connsiteX1" fmla="*/ 340664 w 1505238"/>
                <a:gd name="connsiteY1" fmla="*/ 146034 h 1057429"/>
                <a:gd name="connsiteX2" fmla="*/ 806770 w 1505238"/>
                <a:gd name="connsiteY2" fmla="*/ 0 h 1057429"/>
                <a:gd name="connsiteX3" fmla="*/ 1247773 w 1505238"/>
                <a:gd name="connsiteY3" fmla="*/ 134159 h 1057429"/>
                <a:gd name="connsiteX4" fmla="*/ 1505238 w 1505238"/>
                <a:gd name="connsiteY4" fmla="*/ 756270 h 1057429"/>
                <a:gd name="connsiteX5" fmla="*/ 0 w 1505238"/>
                <a:gd name="connsiteY5" fmla="*/ 1057429 h 1057429"/>
                <a:gd name="connsiteX0" fmla="*/ 0 w 1438142"/>
                <a:gd name="connsiteY0" fmla="*/ 751472 h 756270"/>
                <a:gd name="connsiteX1" fmla="*/ 273568 w 1438142"/>
                <a:gd name="connsiteY1" fmla="*/ 146034 h 756270"/>
                <a:gd name="connsiteX2" fmla="*/ 739674 w 1438142"/>
                <a:gd name="connsiteY2" fmla="*/ 0 h 756270"/>
                <a:gd name="connsiteX3" fmla="*/ 1180677 w 1438142"/>
                <a:gd name="connsiteY3" fmla="*/ 134159 h 756270"/>
                <a:gd name="connsiteX4" fmla="*/ 1438142 w 1438142"/>
                <a:gd name="connsiteY4" fmla="*/ 756270 h 756270"/>
                <a:gd name="connsiteX5" fmla="*/ 0 w 1438142"/>
                <a:gd name="connsiteY5" fmla="*/ 751472 h 756270"/>
                <a:gd name="connsiteX0" fmla="*/ 0 w 1432774"/>
                <a:gd name="connsiteY0" fmla="*/ 751472 h 751472"/>
                <a:gd name="connsiteX1" fmla="*/ 273568 w 1432774"/>
                <a:gd name="connsiteY1" fmla="*/ 146034 h 751472"/>
                <a:gd name="connsiteX2" fmla="*/ 739674 w 1432774"/>
                <a:gd name="connsiteY2" fmla="*/ 0 h 751472"/>
                <a:gd name="connsiteX3" fmla="*/ 1180677 w 1432774"/>
                <a:gd name="connsiteY3" fmla="*/ 134159 h 751472"/>
                <a:gd name="connsiteX4" fmla="*/ 1432774 w 1432774"/>
                <a:gd name="connsiteY4" fmla="*/ 689174 h 751472"/>
                <a:gd name="connsiteX5" fmla="*/ 0 w 1432774"/>
                <a:gd name="connsiteY5" fmla="*/ 751472 h 751472"/>
                <a:gd name="connsiteX0" fmla="*/ 0 w 1440826"/>
                <a:gd name="connsiteY0" fmla="*/ 751472 h 756269"/>
                <a:gd name="connsiteX1" fmla="*/ 273568 w 1440826"/>
                <a:gd name="connsiteY1" fmla="*/ 146034 h 756269"/>
                <a:gd name="connsiteX2" fmla="*/ 739674 w 1440826"/>
                <a:gd name="connsiteY2" fmla="*/ 0 h 756269"/>
                <a:gd name="connsiteX3" fmla="*/ 1180677 w 1440826"/>
                <a:gd name="connsiteY3" fmla="*/ 134159 h 756269"/>
                <a:gd name="connsiteX4" fmla="*/ 1440826 w 1440826"/>
                <a:gd name="connsiteY4" fmla="*/ 756269 h 756269"/>
                <a:gd name="connsiteX5" fmla="*/ 0 w 1440826"/>
                <a:gd name="connsiteY5" fmla="*/ 751472 h 756269"/>
                <a:gd name="connsiteX0" fmla="*/ 0 w 1520232"/>
                <a:gd name="connsiteY0" fmla="*/ 751472 h 751472"/>
                <a:gd name="connsiteX1" fmla="*/ 273568 w 1520232"/>
                <a:gd name="connsiteY1" fmla="*/ 146034 h 751472"/>
                <a:gd name="connsiteX2" fmla="*/ 739674 w 1520232"/>
                <a:gd name="connsiteY2" fmla="*/ 0 h 751472"/>
                <a:gd name="connsiteX3" fmla="*/ 1180677 w 1520232"/>
                <a:gd name="connsiteY3" fmla="*/ 134159 h 751472"/>
                <a:gd name="connsiteX4" fmla="*/ 1520232 w 1520232"/>
                <a:gd name="connsiteY4" fmla="*/ 714675 h 751472"/>
                <a:gd name="connsiteX5" fmla="*/ 0 w 1520232"/>
                <a:gd name="connsiteY5" fmla="*/ 751472 h 751472"/>
                <a:gd name="connsiteX0" fmla="*/ 0 w 1569388"/>
                <a:gd name="connsiteY0" fmla="*/ 677738 h 714675"/>
                <a:gd name="connsiteX1" fmla="*/ 322724 w 1569388"/>
                <a:gd name="connsiteY1" fmla="*/ 146034 h 714675"/>
                <a:gd name="connsiteX2" fmla="*/ 788830 w 1569388"/>
                <a:gd name="connsiteY2" fmla="*/ 0 h 714675"/>
                <a:gd name="connsiteX3" fmla="*/ 1229833 w 1569388"/>
                <a:gd name="connsiteY3" fmla="*/ 134159 h 714675"/>
                <a:gd name="connsiteX4" fmla="*/ 1569388 w 1569388"/>
                <a:gd name="connsiteY4" fmla="*/ 714675 h 714675"/>
                <a:gd name="connsiteX5" fmla="*/ 0 w 1569388"/>
                <a:gd name="connsiteY5" fmla="*/ 677738 h 714675"/>
                <a:gd name="connsiteX0" fmla="*/ 0 w 1505107"/>
                <a:gd name="connsiteY0" fmla="*/ 677738 h 677738"/>
                <a:gd name="connsiteX1" fmla="*/ 322724 w 1505107"/>
                <a:gd name="connsiteY1" fmla="*/ 146034 h 677738"/>
                <a:gd name="connsiteX2" fmla="*/ 788830 w 1505107"/>
                <a:gd name="connsiteY2" fmla="*/ 0 h 677738"/>
                <a:gd name="connsiteX3" fmla="*/ 1229833 w 1505107"/>
                <a:gd name="connsiteY3" fmla="*/ 134159 h 677738"/>
                <a:gd name="connsiteX4" fmla="*/ 1505107 w 1505107"/>
                <a:gd name="connsiteY4" fmla="*/ 654175 h 677738"/>
                <a:gd name="connsiteX5" fmla="*/ 0 w 1505107"/>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77738 h 677738"/>
                <a:gd name="connsiteX1" fmla="*/ 322724 w 1542919"/>
                <a:gd name="connsiteY1" fmla="*/ 146034 h 677738"/>
                <a:gd name="connsiteX2" fmla="*/ 788830 w 1542919"/>
                <a:gd name="connsiteY2" fmla="*/ 0 h 677738"/>
                <a:gd name="connsiteX3" fmla="*/ 1229833 w 1542919"/>
                <a:gd name="connsiteY3" fmla="*/ 134159 h 677738"/>
                <a:gd name="connsiteX4" fmla="*/ 1542919 w 1542919"/>
                <a:gd name="connsiteY4" fmla="*/ 673081 h 677738"/>
                <a:gd name="connsiteX5" fmla="*/ 0 w 1542919"/>
                <a:gd name="connsiteY5" fmla="*/ 677738 h 677738"/>
                <a:gd name="connsiteX0" fmla="*/ 0 w 1542919"/>
                <a:gd name="connsiteY0" fmla="*/ 637501 h 637501"/>
                <a:gd name="connsiteX1" fmla="*/ 322724 w 1542919"/>
                <a:gd name="connsiteY1" fmla="*/ 105797 h 637501"/>
                <a:gd name="connsiteX2" fmla="*/ 785849 w 1542919"/>
                <a:gd name="connsiteY2" fmla="*/ 0 h 637501"/>
                <a:gd name="connsiteX3" fmla="*/ 1229833 w 1542919"/>
                <a:gd name="connsiteY3" fmla="*/ 93922 h 637501"/>
                <a:gd name="connsiteX4" fmla="*/ 1542919 w 1542919"/>
                <a:gd name="connsiteY4" fmla="*/ 632844 h 637501"/>
                <a:gd name="connsiteX5" fmla="*/ 0 w 1542919"/>
                <a:gd name="connsiteY5" fmla="*/ 637501 h 637501"/>
                <a:gd name="connsiteX0" fmla="*/ 0 w 1542919"/>
                <a:gd name="connsiteY0" fmla="*/ 633030 h 633030"/>
                <a:gd name="connsiteX1" fmla="*/ 322724 w 1542919"/>
                <a:gd name="connsiteY1" fmla="*/ 101326 h 633030"/>
                <a:gd name="connsiteX2" fmla="*/ 785849 w 1542919"/>
                <a:gd name="connsiteY2" fmla="*/ 0 h 633030"/>
                <a:gd name="connsiteX3" fmla="*/ 1229833 w 1542919"/>
                <a:gd name="connsiteY3" fmla="*/ 89451 h 633030"/>
                <a:gd name="connsiteX4" fmla="*/ 1542919 w 1542919"/>
                <a:gd name="connsiteY4" fmla="*/ 628373 h 633030"/>
                <a:gd name="connsiteX5" fmla="*/ 0 w 1542919"/>
                <a:gd name="connsiteY5" fmla="*/ 633030 h 6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2919" h="633030">
                  <a:moveTo>
                    <a:pt x="0" y="633030"/>
                  </a:moveTo>
                  <a:lnTo>
                    <a:pt x="322724" y="101326"/>
                  </a:lnTo>
                  <a:cubicBezTo>
                    <a:pt x="386389" y="53968"/>
                    <a:pt x="478365" y="15829"/>
                    <a:pt x="785849" y="0"/>
                  </a:cubicBezTo>
                  <a:cubicBezTo>
                    <a:pt x="1007362" y="9753"/>
                    <a:pt x="1162661" y="47370"/>
                    <a:pt x="1229833" y="89451"/>
                  </a:cubicBezTo>
                  <a:lnTo>
                    <a:pt x="1542919" y="628373"/>
                  </a:lnTo>
                  <a:lnTo>
                    <a:pt x="0" y="633030"/>
                  </a:ln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椭圆 18">
              <a:extLst>
                <a:ext uri="{FF2B5EF4-FFF2-40B4-BE49-F238E27FC236}">
                  <a16:creationId xmlns:a16="http://schemas.microsoft.com/office/drawing/2014/main" id="{5DB47BA3-39FC-EE21-D196-18A5327D8076}"/>
                </a:ext>
              </a:extLst>
            </p:cNvPr>
            <p:cNvSpPr/>
            <p:nvPr/>
          </p:nvSpPr>
          <p:spPr>
            <a:xfrm>
              <a:off x="4277360" y="1427729"/>
              <a:ext cx="3738880" cy="50926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2" name="上下箭头 31">
            <a:extLst>
              <a:ext uri="{FF2B5EF4-FFF2-40B4-BE49-F238E27FC236}">
                <a16:creationId xmlns:a16="http://schemas.microsoft.com/office/drawing/2014/main" id="{0650AA7E-32C5-76F1-B00A-AB725EE790ED}"/>
              </a:ext>
            </a:extLst>
          </p:cNvPr>
          <p:cNvSpPr/>
          <p:nvPr/>
        </p:nvSpPr>
        <p:spPr>
          <a:xfrm rot="1244797">
            <a:off x="7319574" y="1787848"/>
            <a:ext cx="759556" cy="3544677"/>
          </a:xfrm>
          <a:prstGeom prst="upDownArrow">
            <a:avLst/>
          </a:prstGeom>
          <a:solidFill>
            <a:srgbClr val="1E344D">
              <a:alpha val="21120"/>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21703839-7907-F06B-6DBF-AF815561D61D}"/>
              </a:ext>
            </a:extLst>
          </p:cNvPr>
          <p:cNvSpPr/>
          <p:nvPr/>
        </p:nvSpPr>
        <p:spPr>
          <a:xfrm>
            <a:off x="5231756" y="1073874"/>
            <a:ext cx="1620456" cy="555585"/>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下箭头 34">
            <a:extLst>
              <a:ext uri="{FF2B5EF4-FFF2-40B4-BE49-F238E27FC236}">
                <a16:creationId xmlns:a16="http://schemas.microsoft.com/office/drawing/2014/main" id="{DB04DA35-B464-02D3-0126-C55DFBF67667}"/>
              </a:ext>
            </a:extLst>
          </p:cNvPr>
          <p:cNvSpPr/>
          <p:nvPr/>
        </p:nvSpPr>
        <p:spPr>
          <a:xfrm>
            <a:off x="5769979" y="1513712"/>
            <a:ext cx="544010" cy="555584"/>
          </a:xfrm>
          <a:prstGeom prst="down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6" name="文本框 35">
            <a:extLst>
              <a:ext uri="{FF2B5EF4-FFF2-40B4-BE49-F238E27FC236}">
                <a16:creationId xmlns:a16="http://schemas.microsoft.com/office/drawing/2014/main" id="{9A63CB52-C983-0CBF-2142-AD2DF5D3DF19}"/>
              </a:ext>
            </a:extLst>
          </p:cNvPr>
          <p:cNvSpPr txBox="1"/>
          <p:nvPr/>
        </p:nvSpPr>
        <p:spPr>
          <a:xfrm>
            <a:off x="5327661" y="1112253"/>
            <a:ext cx="1490234" cy="402679"/>
          </a:xfrm>
          <a:prstGeom prst="rect">
            <a:avLst/>
          </a:prstGeom>
          <a:noFill/>
        </p:spPr>
        <p:txBody>
          <a:bodyPr wrap="squar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DFD0B375-3D3D-FCB6-A6D7-EA01EC175C49}"/>
              </a:ext>
            </a:extLst>
          </p:cNvPr>
          <p:cNvSpPr txBox="1"/>
          <p:nvPr/>
        </p:nvSpPr>
        <p:spPr>
          <a:xfrm>
            <a:off x="5240452" y="2296728"/>
            <a:ext cx="787395" cy="400110"/>
          </a:xfrm>
          <a:prstGeom prst="rect">
            <a:avLst/>
          </a:prstGeom>
          <a:noFill/>
        </p:spPr>
        <p:txBody>
          <a:bodyPr wrap="none" rtlCol="0">
            <a:spAutoFit/>
          </a:bodyPr>
          <a:lstStyle/>
          <a:p>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2023</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792EB982-6BF9-0DFE-BE50-D55313C7A800}"/>
              </a:ext>
            </a:extLst>
          </p:cNvPr>
          <p:cNvSpPr txBox="1"/>
          <p:nvPr/>
        </p:nvSpPr>
        <p:spPr>
          <a:xfrm>
            <a:off x="5878498" y="2320873"/>
            <a:ext cx="1112805" cy="307777"/>
          </a:xfrm>
          <a:prstGeom prst="rect">
            <a:avLst/>
          </a:prstGeom>
          <a:noFill/>
        </p:spPr>
        <p:txBody>
          <a:bodyPr wrap="none" rtlCol="0">
            <a:spAutoFit/>
          </a:bodyPr>
          <a:lstStyle/>
          <a:p>
            <a:r>
              <a:rPr kumimoji="1" lang="en" altLang="zh-CN" sz="1400" dirty="0">
                <a:solidFill>
                  <a:schemeClr val="bg1"/>
                </a:solidFill>
                <a:latin typeface="Alibaba PuHuiTi Medium" pitchFamily="18" charset="-122"/>
                <a:ea typeface="Alibaba PuHuiTi Medium" pitchFamily="18" charset="-122"/>
                <a:cs typeface="Alibaba PuHuiTi Medium" pitchFamily="18" charset="-122"/>
              </a:rPr>
              <a:t>my mental</a:t>
            </a:r>
            <a:endParaRPr kumimoji="1" lang="zh-CN" altLang="en-US" sz="1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736113B7-0884-D34B-9454-D9CB9C39BE4D}"/>
              </a:ext>
            </a:extLst>
          </p:cNvPr>
          <p:cNvSpPr txBox="1"/>
          <p:nvPr/>
        </p:nvSpPr>
        <p:spPr>
          <a:xfrm>
            <a:off x="5292975" y="5733145"/>
            <a:ext cx="1638590" cy="338554"/>
          </a:xfrm>
          <a:prstGeom prst="rect">
            <a:avLst/>
          </a:prstGeom>
          <a:noFill/>
        </p:spPr>
        <p:txBody>
          <a:bodyPr wrap="none" rtlCol="0">
            <a:spAutoFit/>
          </a:bodyPr>
          <a:lstStyle/>
          <a:p>
            <a:pPr algn="ct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2" name="文本框 41">
            <a:extLst>
              <a:ext uri="{FF2B5EF4-FFF2-40B4-BE49-F238E27FC236}">
                <a16:creationId xmlns:a16="http://schemas.microsoft.com/office/drawing/2014/main" id="{A190EA02-F8C2-E668-EBD7-296933535516}"/>
              </a:ext>
            </a:extLst>
          </p:cNvPr>
          <p:cNvSpPr txBox="1"/>
          <p:nvPr/>
        </p:nvSpPr>
        <p:spPr>
          <a:xfrm>
            <a:off x="4459416" y="4607319"/>
            <a:ext cx="817852" cy="230832"/>
          </a:xfrm>
          <a:prstGeom prst="rect">
            <a:avLst/>
          </a:prstGeom>
          <a:noFill/>
        </p:spPr>
        <p:txBody>
          <a:bodyPr wrap="none" rtlCol="0">
            <a:spAutoFit/>
          </a:bodyPr>
          <a:lstStyle/>
          <a:p>
            <a:pPr algn="ctr"/>
            <a:r>
              <a:rPr kumimoji="1" lang="en-US" altLang="zh-CN" sz="900" dirty="0">
                <a:latin typeface="Alibaba PuHuiTi Medium" pitchFamily="18" charset="-122"/>
                <a:ea typeface="Alibaba PuHuiTi Medium" pitchFamily="18" charset="-122"/>
                <a:cs typeface="Alibaba PuHuiTi Medium" pitchFamily="18" charset="-122"/>
              </a:rPr>
              <a:t>Third</a:t>
            </a:r>
            <a:r>
              <a:rPr kumimoji="1" lang="zh-CN" altLang="en-US" sz="900" dirty="0">
                <a:latin typeface="Alibaba PuHuiTi Medium" pitchFamily="18" charset="-122"/>
                <a:ea typeface="Alibaba PuHuiTi Medium" pitchFamily="18" charset="-122"/>
                <a:cs typeface="Alibaba PuHuiTi Medium" pitchFamily="18" charset="-122"/>
              </a:rPr>
              <a:t> </a:t>
            </a:r>
            <a:r>
              <a:rPr kumimoji="1" lang="en-US" altLang="zh-CN" sz="900" dirty="0">
                <a:latin typeface="Alibaba PuHuiTi Medium" pitchFamily="18" charset="-122"/>
                <a:ea typeface="Alibaba PuHuiTi Medium" pitchFamily="18" charset="-122"/>
                <a:cs typeface="Alibaba PuHuiTi Medium" pitchFamily="18" charset="-122"/>
              </a:rPr>
              <a:t>Stage</a:t>
            </a:r>
            <a:endParaRPr kumimoji="1" lang="zh-CN" altLang="en-US" sz="900" dirty="0">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2B5F66E7-F4F9-E147-66D4-1717EACA5D05}"/>
              </a:ext>
            </a:extLst>
          </p:cNvPr>
          <p:cNvSpPr txBox="1"/>
          <p:nvPr/>
        </p:nvSpPr>
        <p:spPr>
          <a:xfrm>
            <a:off x="3907893" y="3530147"/>
            <a:ext cx="1055097" cy="261610"/>
          </a:xfrm>
          <a:prstGeom prst="rect">
            <a:avLst/>
          </a:prstGeom>
          <a:noFill/>
        </p:spPr>
        <p:txBody>
          <a:bodyPr wrap="none" rtlCol="0">
            <a:spAutoFit/>
          </a:bodyPr>
          <a:lstStyle/>
          <a:p>
            <a:pPr algn="ctr"/>
            <a:r>
              <a:rPr kumimoji="1" lang="en-US" altLang="zh-CN" sz="1050" dirty="0">
                <a:latin typeface="Alibaba PuHuiTi Medium" pitchFamily="18" charset="-122"/>
                <a:ea typeface="Alibaba PuHuiTi Medium" pitchFamily="18" charset="-122"/>
                <a:cs typeface="Alibaba PuHuiTi Medium" pitchFamily="18" charset="-122"/>
              </a:rPr>
              <a:t>Fourth Stage</a:t>
            </a:r>
            <a:endParaRPr kumimoji="1" lang="zh-CN" altLang="en-US" sz="1050" dirty="0">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98D17625-4794-56AA-1627-EA2F2ED43467}"/>
              </a:ext>
            </a:extLst>
          </p:cNvPr>
          <p:cNvSpPr txBox="1"/>
          <p:nvPr/>
        </p:nvSpPr>
        <p:spPr>
          <a:xfrm>
            <a:off x="3326209" y="2232549"/>
            <a:ext cx="1025872" cy="276999"/>
          </a:xfrm>
          <a:prstGeom prst="rect">
            <a:avLst/>
          </a:prstGeom>
          <a:noFill/>
        </p:spPr>
        <p:txBody>
          <a:bodyPr wrap="square" rtlCol="0">
            <a:spAutoFit/>
          </a:bodyPr>
          <a:lstStyle/>
          <a:p>
            <a:pPr algn="r"/>
            <a:r>
              <a:rPr kumimoji="1" lang="en-US" altLang="zh-CN" sz="1200" dirty="0">
                <a:latin typeface="Alibaba PuHuiTi Medium" pitchFamily="18" charset="-122"/>
                <a:ea typeface="Alibaba PuHuiTi Medium" pitchFamily="18" charset="-122"/>
                <a:cs typeface="Alibaba PuHuiTi Medium" pitchFamily="18" charset="-122"/>
              </a:rPr>
              <a:t>Fifth Stage</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954CB672-8A22-8EE8-0113-A78FAAC342ED}"/>
              </a:ext>
            </a:extLst>
          </p:cNvPr>
          <p:cNvSpPr txBox="1"/>
          <p:nvPr/>
        </p:nvSpPr>
        <p:spPr>
          <a:xfrm>
            <a:off x="9149406" y="2946294"/>
            <a:ext cx="950901" cy="261610"/>
          </a:xfrm>
          <a:prstGeom prst="rect">
            <a:avLst/>
          </a:prstGeom>
          <a:noFill/>
        </p:spPr>
        <p:txBody>
          <a:bodyPr wrap="none" rtlCol="0">
            <a:spAutoFit/>
          </a:bodyPr>
          <a:lstStyle/>
          <a:p>
            <a:pPr algn="ctr"/>
            <a:r>
              <a:rPr kumimoji="1" lang="en-US" altLang="zh-CN" sz="1100" dirty="0">
                <a:solidFill>
                  <a:schemeClr val="bg1">
                    <a:lumMod val="95000"/>
                  </a:schemeClr>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51586591-83C6-2B80-E9FD-1D1C93CE1777}"/>
              </a:ext>
            </a:extLst>
          </p:cNvPr>
          <p:cNvSpPr txBox="1"/>
          <p:nvPr/>
        </p:nvSpPr>
        <p:spPr>
          <a:xfrm>
            <a:off x="4057163" y="3767517"/>
            <a:ext cx="977824" cy="461665"/>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0B366159-01BA-9643-A575-0DCB83941560}"/>
              </a:ext>
            </a:extLst>
          </p:cNvPr>
          <p:cNvSpPr txBox="1"/>
          <p:nvPr/>
        </p:nvSpPr>
        <p:spPr>
          <a:xfrm>
            <a:off x="3530278" y="2539954"/>
            <a:ext cx="949125" cy="461665"/>
          </a:xfrm>
          <a:prstGeom prst="rect">
            <a:avLst/>
          </a:prstGeom>
          <a:noFill/>
        </p:spPr>
        <p:txBody>
          <a:bodyPr wrap="square" rtlCol="0">
            <a:spAutoFit/>
          </a:bodyPr>
          <a:lstStyle/>
          <a:p>
            <a:pPr algn="ctr"/>
            <a:r>
              <a:rPr kumimoji="1" lang="en" altLang="zh-CN" sz="8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5B4802C6-952F-C1F0-9D6F-07AD8DEBD346}"/>
              </a:ext>
            </a:extLst>
          </p:cNvPr>
          <p:cNvSpPr txBox="1"/>
          <p:nvPr/>
        </p:nvSpPr>
        <p:spPr>
          <a:xfrm>
            <a:off x="5385232" y="2683430"/>
            <a:ext cx="1371168" cy="400110"/>
          </a:xfrm>
          <a:prstGeom prst="rect">
            <a:avLst/>
          </a:prstGeom>
          <a:noFill/>
        </p:spPr>
        <p:txBody>
          <a:bodyPr wrap="square" rtlCol="0">
            <a:spAutoFit/>
          </a:bodyPr>
          <a:lstStyle/>
          <a:p>
            <a:pPr algn="ctr"/>
            <a:r>
              <a:rPr kumimoji="1" lang="en" altLang="zh-CN" sz="10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10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grpSp>
        <p:nvGrpSpPr>
          <p:cNvPr id="52" name="Google Shape;5468;p76">
            <a:extLst>
              <a:ext uri="{FF2B5EF4-FFF2-40B4-BE49-F238E27FC236}">
                <a16:creationId xmlns:a16="http://schemas.microsoft.com/office/drawing/2014/main" id="{F3B302DD-CB07-F40F-E30A-FFC6E7FFCBD8}"/>
              </a:ext>
            </a:extLst>
          </p:cNvPr>
          <p:cNvGrpSpPr/>
          <p:nvPr/>
        </p:nvGrpSpPr>
        <p:grpSpPr>
          <a:xfrm>
            <a:off x="5518733" y="6122295"/>
            <a:ext cx="240472" cy="293144"/>
            <a:chOff x="3907325" y="2620775"/>
            <a:chExt cx="395250" cy="481825"/>
          </a:xfrm>
          <a:solidFill>
            <a:schemeClr val="bg1"/>
          </a:solidFill>
        </p:grpSpPr>
        <p:sp>
          <p:nvSpPr>
            <p:cNvPr id="53" name="Google Shape;5469;p76">
              <a:extLst>
                <a:ext uri="{FF2B5EF4-FFF2-40B4-BE49-F238E27FC236}">
                  <a16:creationId xmlns:a16="http://schemas.microsoft.com/office/drawing/2014/main" id="{A81E7B4A-734B-2A5F-2B69-DCD06A3297AC}"/>
                </a:ext>
              </a:extLst>
            </p:cNvPr>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4" name="Google Shape;5470;p76">
              <a:extLst>
                <a:ext uri="{FF2B5EF4-FFF2-40B4-BE49-F238E27FC236}">
                  <a16:creationId xmlns:a16="http://schemas.microsoft.com/office/drawing/2014/main" id="{A4C4896C-1C68-51CB-8E90-6F8A4443C465}"/>
                </a:ext>
              </a:extLst>
            </p:cNvPr>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5" name="Google Shape;5471;p76">
              <a:extLst>
                <a:ext uri="{FF2B5EF4-FFF2-40B4-BE49-F238E27FC236}">
                  <a16:creationId xmlns:a16="http://schemas.microsoft.com/office/drawing/2014/main" id="{A32650D6-D935-8DDB-9776-EB20C754480E}"/>
                </a:ext>
              </a:extLst>
            </p:cNvPr>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6" name="Google Shape;5472;p76">
              <a:extLst>
                <a:ext uri="{FF2B5EF4-FFF2-40B4-BE49-F238E27FC236}">
                  <a16:creationId xmlns:a16="http://schemas.microsoft.com/office/drawing/2014/main" id="{68DBD9E7-14D2-EF19-62C0-95099E99FB2A}"/>
                </a:ext>
              </a:extLst>
            </p:cNvPr>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57" name="Google Shape;5473;p76">
            <a:extLst>
              <a:ext uri="{FF2B5EF4-FFF2-40B4-BE49-F238E27FC236}">
                <a16:creationId xmlns:a16="http://schemas.microsoft.com/office/drawing/2014/main" id="{27FFF72C-8775-0294-18E1-FCA4BA614454}"/>
              </a:ext>
            </a:extLst>
          </p:cNvPr>
          <p:cNvGrpSpPr/>
          <p:nvPr/>
        </p:nvGrpSpPr>
        <p:grpSpPr>
          <a:xfrm>
            <a:off x="5921062" y="6126480"/>
            <a:ext cx="293144" cy="274816"/>
            <a:chOff x="4456875" y="2635825"/>
            <a:chExt cx="481825" cy="451700"/>
          </a:xfrm>
          <a:solidFill>
            <a:schemeClr val="bg1"/>
          </a:solidFill>
        </p:grpSpPr>
        <p:sp>
          <p:nvSpPr>
            <p:cNvPr id="58" name="Google Shape;5474;p76">
              <a:extLst>
                <a:ext uri="{FF2B5EF4-FFF2-40B4-BE49-F238E27FC236}">
                  <a16:creationId xmlns:a16="http://schemas.microsoft.com/office/drawing/2014/main" id="{29655455-7EDA-63F2-021A-42D3FE2884EC}"/>
                </a:ext>
              </a:extLst>
            </p:cNvPr>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475;p76">
              <a:extLst>
                <a:ext uri="{FF2B5EF4-FFF2-40B4-BE49-F238E27FC236}">
                  <a16:creationId xmlns:a16="http://schemas.microsoft.com/office/drawing/2014/main" id="{F7F6C0C6-41E8-54DA-F147-F2A634DB3373}"/>
                </a:ext>
              </a:extLst>
            </p:cNvPr>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476;p76">
              <a:extLst>
                <a:ext uri="{FF2B5EF4-FFF2-40B4-BE49-F238E27FC236}">
                  <a16:creationId xmlns:a16="http://schemas.microsoft.com/office/drawing/2014/main" id="{475F0876-3C26-0780-291A-6DF00D37C444}"/>
                </a:ext>
              </a:extLst>
            </p:cNvPr>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1" name="Google Shape;5477;p76">
              <a:extLst>
                <a:ext uri="{FF2B5EF4-FFF2-40B4-BE49-F238E27FC236}">
                  <a16:creationId xmlns:a16="http://schemas.microsoft.com/office/drawing/2014/main" id="{576C446C-436A-261C-00C3-A4DEE54A8462}"/>
                </a:ext>
              </a:extLst>
            </p:cNvPr>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2" name="Google Shape;5478;p76">
              <a:extLst>
                <a:ext uri="{FF2B5EF4-FFF2-40B4-BE49-F238E27FC236}">
                  <a16:creationId xmlns:a16="http://schemas.microsoft.com/office/drawing/2014/main" id="{6906806B-9FF9-285B-456A-E5B6ED849A4C}"/>
                </a:ext>
              </a:extLst>
            </p:cNvPr>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3" name="Google Shape;5479;p76">
              <a:extLst>
                <a:ext uri="{FF2B5EF4-FFF2-40B4-BE49-F238E27FC236}">
                  <a16:creationId xmlns:a16="http://schemas.microsoft.com/office/drawing/2014/main" id="{6D025F60-FA0A-E2C0-92DB-083DBDF38FCD}"/>
                </a:ext>
              </a:extLst>
            </p:cNvPr>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64" name="Google Shape;5480;p76">
            <a:extLst>
              <a:ext uri="{FF2B5EF4-FFF2-40B4-BE49-F238E27FC236}">
                <a16:creationId xmlns:a16="http://schemas.microsoft.com/office/drawing/2014/main" id="{732E2F58-DE26-0A94-92BE-1466EF58C2F8}"/>
              </a:ext>
            </a:extLst>
          </p:cNvPr>
          <p:cNvGrpSpPr/>
          <p:nvPr/>
        </p:nvGrpSpPr>
        <p:grpSpPr>
          <a:xfrm>
            <a:off x="6386027" y="6126480"/>
            <a:ext cx="293144" cy="274816"/>
            <a:chOff x="5049725" y="2635825"/>
            <a:chExt cx="481825" cy="451700"/>
          </a:xfrm>
          <a:solidFill>
            <a:schemeClr val="bg1"/>
          </a:solidFill>
        </p:grpSpPr>
        <p:sp>
          <p:nvSpPr>
            <p:cNvPr id="65" name="Google Shape;5481;p76">
              <a:extLst>
                <a:ext uri="{FF2B5EF4-FFF2-40B4-BE49-F238E27FC236}">
                  <a16:creationId xmlns:a16="http://schemas.microsoft.com/office/drawing/2014/main" id="{7D2F832B-4153-E72A-22BF-256DEC722C71}"/>
                </a:ext>
              </a:extLst>
            </p:cNvPr>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6" name="Google Shape;5482;p76">
              <a:extLst>
                <a:ext uri="{FF2B5EF4-FFF2-40B4-BE49-F238E27FC236}">
                  <a16:creationId xmlns:a16="http://schemas.microsoft.com/office/drawing/2014/main" id="{8D8F3BD1-F209-B54F-A51A-146B2634716B}"/>
                </a:ext>
              </a:extLst>
            </p:cNvPr>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7" name="Google Shape;5483;p76">
              <a:extLst>
                <a:ext uri="{FF2B5EF4-FFF2-40B4-BE49-F238E27FC236}">
                  <a16:creationId xmlns:a16="http://schemas.microsoft.com/office/drawing/2014/main" id="{6CDFF16C-302B-94AB-DEB1-EF02BCC341BE}"/>
                </a:ext>
              </a:extLst>
            </p:cNvPr>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8" name="Google Shape;5498;p76">
            <a:extLst>
              <a:ext uri="{FF2B5EF4-FFF2-40B4-BE49-F238E27FC236}">
                <a16:creationId xmlns:a16="http://schemas.microsoft.com/office/drawing/2014/main" id="{749E37C6-C3AD-68C7-ACCE-8A6B9C4E074F}"/>
              </a:ext>
            </a:extLst>
          </p:cNvPr>
          <p:cNvSpPr/>
          <p:nvPr/>
        </p:nvSpPr>
        <p:spPr>
          <a:xfrm>
            <a:off x="5729989" y="3757281"/>
            <a:ext cx="460036" cy="427060"/>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bg1"/>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69" name="文本框 68">
            <a:extLst>
              <a:ext uri="{FF2B5EF4-FFF2-40B4-BE49-F238E27FC236}">
                <a16:creationId xmlns:a16="http://schemas.microsoft.com/office/drawing/2014/main" id="{995BF7FC-8AC1-C72E-31E3-C00073DDE069}"/>
              </a:ext>
            </a:extLst>
          </p:cNvPr>
          <p:cNvSpPr txBox="1"/>
          <p:nvPr/>
        </p:nvSpPr>
        <p:spPr>
          <a:xfrm>
            <a:off x="5130800" y="3758560"/>
            <a:ext cx="681072" cy="523220"/>
          </a:xfrm>
          <a:prstGeom prst="rect">
            <a:avLst/>
          </a:prstGeom>
          <a:noFill/>
        </p:spPr>
        <p:txBody>
          <a:bodyPr wrap="square" rtlCol="0">
            <a:spAutoFit/>
          </a:bodyPr>
          <a:lstStyle/>
          <a:p>
            <a:pPr algn="ctr"/>
            <a:r>
              <a:rPr kumimoji="1" lang="en" altLang="zh-CN" sz="7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C61D2C55-1723-0D98-E23A-CEB5026A8F08}"/>
              </a:ext>
            </a:extLst>
          </p:cNvPr>
          <p:cNvSpPr txBox="1"/>
          <p:nvPr/>
        </p:nvSpPr>
        <p:spPr>
          <a:xfrm>
            <a:off x="6107048" y="3758560"/>
            <a:ext cx="681072" cy="523220"/>
          </a:xfrm>
          <a:prstGeom prst="rect">
            <a:avLst/>
          </a:prstGeom>
          <a:noFill/>
        </p:spPr>
        <p:txBody>
          <a:bodyPr wrap="square" rtlCol="0">
            <a:spAutoFit/>
          </a:bodyPr>
          <a:lstStyle/>
          <a:p>
            <a:pPr algn="ctr"/>
            <a:r>
              <a:rPr kumimoji="1" lang="en" altLang="zh-CN" sz="700" dirty="0">
                <a:solidFill>
                  <a:schemeClr val="bg1">
                    <a:lumMod val="95000"/>
                  </a:schemeClr>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chemeClr val="bg1">
                  <a:lumMod val="95000"/>
                </a:schemeClr>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CF7A790F-CD32-44DB-F907-6D680B53280A}"/>
              </a:ext>
            </a:extLst>
          </p:cNvPr>
          <p:cNvSpPr txBox="1"/>
          <p:nvPr/>
        </p:nvSpPr>
        <p:spPr>
          <a:xfrm>
            <a:off x="5559313" y="4765784"/>
            <a:ext cx="889987" cy="246221"/>
          </a:xfrm>
          <a:prstGeom prst="rect">
            <a:avLst/>
          </a:prstGeom>
          <a:noFill/>
        </p:spPr>
        <p:txBody>
          <a:bodyPr wrap="none" rtlCol="0">
            <a:spAutoFit/>
          </a:bodyPr>
          <a:lstStyle/>
          <a:p>
            <a:pPr algn="ct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Third</a:t>
            </a:r>
            <a:r>
              <a:rPr kumimoji="1" lang="zh-CN" altLang="en-US" sz="10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000" dirty="0">
                <a:solidFill>
                  <a:schemeClr val="bg1"/>
                </a:solidFill>
                <a:latin typeface="Alibaba PuHuiTi Medium" pitchFamily="18" charset="-122"/>
                <a:ea typeface="Alibaba PuHuiTi Medium" pitchFamily="18" charset="-122"/>
                <a:cs typeface="Alibaba PuHuiTi Medium" pitchFamily="18" charset="-122"/>
              </a:rPr>
              <a:t>Stage</a:t>
            </a:r>
            <a:endParaRPr kumimoji="1" lang="zh-CN" altLang="en-US" sz="1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DA3D3A68-A4B5-2633-07EC-755BA3C95654}"/>
              </a:ext>
            </a:extLst>
          </p:cNvPr>
          <p:cNvSpPr txBox="1"/>
          <p:nvPr/>
        </p:nvSpPr>
        <p:spPr>
          <a:xfrm>
            <a:off x="5244183" y="4990191"/>
            <a:ext cx="1485298" cy="276999"/>
          </a:xfrm>
          <a:prstGeom prst="rect">
            <a:avLst/>
          </a:prstGeom>
          <a:noFill/>
        </p:spPr>
        <p:txBody>
          <a:bodyPr wrap="square" rtlCol="0">
            <a:spAutoFit/>
          </a:bodyPr>
          <a:lstStyle/>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600" dirty="0">
                <a:solidFill>
                  <a:schemeClr val="bg1"/>
                </a:solidFill>
                <a:latin typeface="Alibaba PuHuiTi Medium" pitchFamily="18" charset="-122"/>
                <a:ea typeface="Alibaba PuHuiTi Medium" pitchFamily="18" charset="-122"/>
                <a:cs typeface="Alibaba PuHuiTi Medium" pitchFamily="18" charset="-122"/>
              </a:rPr>
              <a:t>think is correct</a:t>
            </a:r>
            <a:endParaRPr kumimoji="1" lang="zh-CN" altLang="en-US" sz="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A7E61772-4F59-A051-9EAD-235F295530DC}"/>
              </a:ext>
            </a:extLst>
          </p:cNvPr>
          <p:cNvSpPr txBox="1"/>
          <p:nvPr/>
        </p:nvSpPr>
        <p:spPr>
          <a:xfrm rot="6637437">
            <a:off x="5906248" y="3398669"/>
            <a:ext cx="3612656" cy="276999"/>
          </a:xfrm>
          <a:prstGeom prst="rect">
            <a:avLst/>
          </a:prstGeom>
          <a:noFill/>
        </p:spPr>
        <p:txBody>
          <a:bodyPr wrap="square" rtlCol="0">
            <a:spAutoFit/>
          </a:bodyPr>
          <a:lstStyle/>
          <a:p>
            <a:pPr algn="ctr"/>
            <a:r>
              <a:rPr kumimoji="1" lang="en" altLang="zh-CN" sz="12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74" name="文本框 73">
            <a:extLst>
              <a:ext uri="{FF2B5EF4-FFF2-40B4-BE49-F238E27FC236}">
                <a16:creationId xmlns:a16="http://schemas.microsoft.com/office/drawing/2014/main" id="{87655DC9-37AC-97CC-CB96-977505F68C2B}"/>
              </a:ext>
            </a:extLst>
          </p:cNvPr>
          <p:cNvSpPr txBox="1"/>
          <p:nvPr/>
        </p:nvSpPr>
        <p:spPr>
          <a:xfrm>
            <a:off x="4558688" y="4798296"/>
            <a:ext cx="781408" cy="246221"/>
          </a:xfrm>
          <a:prstGeom prst="rect">
            <a:avLst/>
          </a:prstGeom>
          <a:noFill/>
        </p:spPr>
        <p:txBody>
          <a:bodyPr wrap="square" rtlCol="0">
            <a:spAutoFit/>
          </a:bodyPr>
          <a:lstStyle/>
          <a:p>
            <a:pPr algn="ctr"/>
            <a:r>
              <a:rPr kumimoji="1" lang="en" altLang="zh-CN" sz="500" dirty="0">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500" dirty="0">
              <a:latin typeface="Alibaba PuHuiTi Medium" pitchFamily="18" charset="-122"/>
              <a:ea typeface="Alibaba PuHuiTi Medium" pitchFamily="18" charset="-122"/>
              <a:cs typeface="Alibaba PuHuiTi Medium" pitchFamily="18" charset="-122"/>
            </a:endParaRPr>
          </a:p>
        </p:txBody>
      </p:sp>
      <p:sp>
        <p:nvSpPr>
          <p:cNvPr id="26" name="矩形 25">
            <a:extLst>
              <a:ext uri="{FF2B5EF4-FFF2-40B4-BE49-F238E27FC236}">
                <a16:creationId xmlns:a16="http://schemas.microsoft.com/office/drawing/2014/main" id="{30F2804C-D42E-8394-4C90-E4441DF5D2E3}"/>
              </a:ext>
            </a:extLst>
          </p:cNvPr>
          <p:cNvSpPr/>
          <p:nvPr/>
        </p:nvSpPr>
        <p:spPr>
          <a:xfrm>
            <a:off x="337930" y="974035"/>
            <a:ext cx="4432852" cy="5625548"/>
          </a:xfrm>
          <a:custGeom>
            <a:avLst/>
            <a:gdLst>
              <a:gd name="connsiteX0" fmla="*/ 0 w 4114800"/>
              <a:gd name="connsiteY0" fmla="*/ 0 h 5625548"/>
              <a:gd name="connsiteX1" fmla="*/ 4114800 w 4114800"/>
              <a:gd name="connsiteY1" fmla="*/ 0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286000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067339 w 4114800"/>
              <a:gd name="connsiteY1" fmla="*/ 39758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744981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176115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228573"/>
              <a:gd name="connsiteY0" fmla="*/ 0 h 5625548"/>
              <a:gd name="connsiteX1" fmla="*/ 1176115 w 4228573"/>
              <a:gd name="connsiteY1" fmla="*/ 19879 h 5625548"/>
              <a:gd name="connsiteX2" fmla="*/ 4228573 w 4228573"/>
              <a:gd name="connsiteY2" fmla="*/ 5625548 h 5625548"/>
              <a:gd name="connsiteX3" fmla="*/ 0 w 4228573"/>
              <a:gd name="connsiteY3" fmla="*/ 5625548 h 5625548"/>
              <a:gd name="connsiteX4" fmla="*/ 0 w 4228573"/>
              <a:gd name="connsiteY4" fmla="*/ 0 h 56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8573" h="5625548">
                <a:moveTo>
                  <a:pt x="0" y="0"/>
                </a:moveTo>
                <a:lnTo>
                  <a:pt x="1176115" y="19879"/>
                </a:lnTo>
                <a:lnTo>
                  <a:pt x="4228573" y="5625548"/>
                </a:lnTo>
                <a:lnTo>
                  <a:pt x="0" y="5625548"/>
                </a:lnTo>
                <a:lnTo>
                  <a:pt x="0" y="0"/>
                </a:lnTo>
                <a:close/>
              </a:path>
            </a:pathLst>
          </a:custGeom>
          <a:noFill/>
          <a:ln w="412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矩形 25">
            <a:extLst>
              <a:ext uri="{FF2B5EF4-FFF2-40B4-BE49-F238E27FC236}">
                <a16:creationId xmlns:a16="http://schemas.microsoft.com/office/drawing/2014/main" id="{5A583545-2CBA-076D-ADF8-F05FC8A9C9B4}"/>
              </a:ext>
            </a:extLst>
          </p:cNvPr>
          <p:cNvSpPr/>
          <p:nvPr/>
        </p:nvSpPr>
        <p:spPr>
          <a:xfrm flipH="1">
            <a:off x="7373072" y="974035"/>
            <a:ext cx="4502553" cy="5625548"/>
          </a:xfrm>
          <a:custGeom>
            <a:avLst/>
            <a:gdLst>
              <a:gd name="connsiteX0" fmla="*/ 0 w 4114800"/>
              <a:gd name="connsiteY0" fmla="*/ 0 h 5625548"/>
              <a:gd name="connsiteX1" fmla="*/ 4114800 w 4114800"/>
              <a:gd name="connsiteY1" fmla="*/ 0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286000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2067339 w 4114800"/>
              <a:gd name="connsiteY1" fmla="*/ 39758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744981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114800"/>
              <a:gd name="connsiteY0" fmla="*/ 0 h 5625548"/>
              <a:gd name="connsiteX1" fmla="*/ 1176115 w 4114800"/>
              <a:gd name="connsiteY1" fmla="*/ 19879 h 5625548"/>
              <a:gd name="connsiteX2" fmla="*/ 4114800 w 4114800"/>
              <a:gd name="connsiteY2" fmla="*/ 5625548 h 5625548"/>
              <a:gd name="connsiteX3" fmla="*/ 0 w 4114800"/>
              <a:gd name="connsiteY3" fmla="*/ 5625548 h 5625548"/>
              <a:gd name="connsiteX4" fmla="*/ 0 w 4114800"/>
              <a:gd name="connsiteY4" fmla="*/ 0 h 5625548"/>
              <a:gd name="connsiteX0" fmla="*/ 0 w 4228573"/>
              <a:gd name="connsiteY0" fmla="*/ 0 h 5625548"/>
              <a:gd name="connsiteX1" fmla="*/ 1176115 w 4228573"/>
              <a:gd name="connsiteY1" fmla="*/ 19879 h 5625548"/>
              <a:gd name="connsiteX2" fmla="*/ 4228573 w 4228573"/>
              <a:gd name="connsiteY2" fmla="*/ 5625548 h 5625548"/>
              <a:gd name="connsiteX3" fmla="*/ 0 w 4228573"/>
              <a:gd name="connsiteY3" fmla="*/ 5625548 h 5625548"/>
              <a:gd name="connsiteX4" fmla="*/ 0 w 4228573"/>
              <a:gd name="connsiteY4" fmla="*/ 0 h 5625548"/>
              <a:gd name="connsiteX0" fmla="*/ 0 w 4228573"/>
              <a:gd name="connsiteY0" fmla="*/ 0 h 5625548"/>
              <a:gd name="connsiteX1" fmla="*/ 1567449 w 4228573"/>
              <a:gd name="connsiteY1" fmla="*/ 43028 h 5625548"/>
              <a:gd name="connsiteX2" fmla="*/ 4228573 w 4228573"/>
              <a:gd name="connsiteY2" fmla="*/ 5625548 h 5625548"/>
              <a:gd name="connsiteX3" fmla="*/ 0 w 4228573"/>
              <a:gd name="connsiteY3" fmla="*/ 5625548 h 5625548"/>
              <a:gd name="connsiteX4" fmla="*/ 0 w 4228573"/>
              <a:gd name="connsiteY4" fmla="*/ 0 h 56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8573" h="5625548">
                <a:moveTo>
                  <a:pt x="0" y="0"/>
                </a:moveTo>
                <a:lnTo>
                  <a:pt x="1567449" y="43028"/>
                </a:lnTo>
                <a:lnTo>
                  <a:pt x="4228573" y="5625548"/>
                </a:lnTo>
                <a:lnTo>
                  <a:pt x="0" y="5625548"/>
                </a:lnTo>
                <a:lnTo>
                  <a:pt x="0" y="0"/>
                </a:lnTo>
                <a:close/>
              </a:path>
            </a:pathLst>
          </a:custGeom>
          <a:noFill/>
          <a:ln w="412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37" name="图表 36">
            <a:extLst>
              <a:ext uri="{FF2B5EF4-FFF2-40B4-BE49-F238E27FC236}">
                <a16:creationId xmlns:a16="http://schemas.microsoft.com/office/drawing/2014/main" id="{172ABCC4-32AC-A9BB-C5A9-F6B16E0FDF6D}"/>
              </a:ext>
            </a:extLst>
          </p:cNvPr>
          <p:cNvGraphicFramePr/>
          <p:nvPr/>
        </p:nvGraphicFramePr>
        <p:xfrm>
          <a:off x="459925" y="4760259"/>
          <a:ext cx="1987440" cy="177501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1" name="图表 40">
            <a:extLst>
              <a:ext uri="{FF2B5EF4-FFF2-40B4-BE49-F238E27FC236}">
                <a16:creationId xmlns:a16="http://schemas.microsoft.com/office/drawing/2014/main" id="{217F2099-4BDD-A41C-174C-E18E0F8A8B35}"/>
              </a:ext>
            </a:extLst>
          </p:cNvPr>
          <p:cNvGraphicFramePr/>
          <p:nvPr/>
        </p:nvGraphicFramePr>
        <p:xfrm>
          <a:off x="8565777" y="4874810"/>
          <a:ext cx="3222812" cy="1633566"/>
        </p:xfrm>
        <a:graphic>
          <a:graphicData uri="http://schemas.openxmlformats.org/drawingml/2006/chart">
            <c:chart xmlns:c="http://schemas.openxmlformats.org/drawingml/2006/chart" xmlns:r="http://schemas.openxmlformats.org/officeDocument/2006/relationships" r:id="rId4"/>
          </a:graphicData>
        </a:graphic>
      </p:graphicFrame>
      <p:sp>
        <p:nvSpPr>
          <p:cNvPr id="143" name="Google Shape;776;p29">
            <a:extLst>
              <a:ext uri="{FF2B5EF4-FFF2-40B4-BE49-F238E27FC236}">
                <a16:creationId xmlns:a16="http://schemas.microsoft.com/office/drawing/2014/main" id="{11BE6021-8E2E-4FA8-6D61-079E73DB523D}"/>
              </a:ext>
            </a:extLst>
          </p:cNvPr>
          <p:cNvSpPr txBox="1"/>
          <p:nvPr/>
        </p:nvSpPr>
        <p:spPr>
          <a:xfrm>
            <a:off x="425316" y="1176701"/>
            <a:ext cx="1696075" cy="46963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2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144" name="Google Shape;777;p29">
            <a:extLst>
              <a:ext uri="{FF2B5EF4-FFF2-40B4-BE49-F238E27FC236}">
                <a16:creationId xmlns:a16="http://schemas.microsoft.com/office/drawing/2014/main" id="{4579DE36-450F-57A8-8322-4C0614350296}"/>
              </a:ext>
            </a:extLst>
          </p:cNvPr>
          <p:cNvSpPr txBox="1"/>
          <p:nvPr/>
        </p:nvSpPr>
        <p:spPr>
          <a:xfrm>
            <a:off x="452208" y="3206297"/>
            <a:ext cx="2210309" cy="783302"/>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 </a:t>
            </a:r>
            <a:r>
              <a:rPr lang="en" altLang="zh-CN" sz="1600" b="1" dirty="0">
                <a:solidFill>
                  <a:srgbClr val="1E344D"/>
                </a:solidFill>
                <a:latin typeface="Alibaba PuHuiTi" pitchFamily="18" charset="-122"/>
                <a:ea typeface="Alibaba PuHuiTi" pitchFamily="18" charset="-122"/>
                <a:cs typeface="Alibaba PuHuiTi" pitchFamily="18" charset="-122"/>
                <a:sym typeface="Roboto"/>
              </a:rPr>
              <a:t>one in the entire Solar System</a:t>
            </a:r>
            <a:endParaRPr sz="1600" b="1"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45" name="Google Shape;777;p29">
            <a:extLst>
              <a:ext uri="{FF2B5EF4-FFF2-40B4-BE49-F238E27FC236}">
                <a16:creationId xmlns:a16="http://schemas.microsoft.com/office/drawing/2014/main" id="{0DEC77B4-8C75-3729-BE51-FB2BD06E99B8}"/>
              </a:ext>
            </a:extLst>
          </p:cNvPr>
          <p:cNvSpPr txBox="1"/>
          <p:nvPr/>
        </p:nvSpPr>
        <p:spPr>
          <a:xfrm>
            <a:off x="9883588" y="1586752"/>
            <a:ext cx="1909483" cy="783302"/>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i="1"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600" i="1"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150" name="文本框 149">
            <a:extLst>
              <a:ext uri="{FF2B5EF4-FFF2-40B4-BE49-F238E27FC236}">
                <a16:creationId xmlns:a16="http://schemas.microsoft.com/office/drawing/2014/main" id="{2C61DBCC-814B-72CD-AE67-3ABCC13DB4FD}"/>
              </a:ext>
            </a:extLst>
          </p:cNvPr>
          <p:cNvSpPr txBox="1"/>
          <p:nvPr/>
        </p:nvSpPr>
        <p:spPr>
          <a:xfrm>
            <a:off x="9466685" y="2828192"/>
            <a:ext cx="2218809" cy="900246"/>
          </a:xfrm>
          <a:prstGeom prst="rect">
            <a:avLst/>
          </a:prstGeom>
          <a:noFill/>
        </p:spPr>
        <p:txBody>
          <a:bodyPr wrap="square" rtlCol="0">
            <a:spAutoFit/>
          </a:bodyPr>
          <a:lstStyle/>
          <a:p>
            <a:pPr algn="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2" name="文本框 151">
            <a:extLst>
              <a:ext uri="{FF2B5EF4-FFF2-40B4-BE49-F238E27FC236}">
                <a16:creationId xmlns:a16="http://schemas.microsoft.com/office/drawing/2014/main" id="{8BD4C265-0E0B-D4F0-DFA8-A45B3D3A1DB2}"/>
              </a:ext>
            </a:extLst>
          </p:cNvPr>
          <p:cNvSpPr txBox="1"/>
          <p:nvPr/>
        </p:nvSpPr>
        <p:spPr>
          <a:xfrm>
            <a:off x="9466685" y="3861048"/>
            <a:ext cx="2218809" cy="900246"/>
          </a:xfrm>
          <a:prstGeom prst="rect">
            <a:avLst/>
          </a:prstGeom>
          <a:noFill/>
        </p:spPr>
        <p:txBody>
          <a:bodyPr wrap="square" rtlCol="0">
            <a:spAutoFit/>
          </a:bodyPr>
          <a:lstStyle/>
          <a:p>
            <a:pPr algn="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3" name="文本框 152">
            <a:extLst>
              <a:ext uri="{FF2B5EF4-FFF2-40B4-BE49-F238E27FC236}">
                <a16:creationId xmlns:a16="http://schemas.microsoft.com/office/drawing/2014/main" id="{6C75A3B1-CC1B-0516-8641-A417D594F732}"/>
              </a:ext>
            </a:extLst>
          </p:cNvPr>
          <p:cNvSpPr txBox="1"/>
          <p:nvPr/>
        </p:nvSpPr>
        <p:spPr>
          <a:xfrm>
            <a:off x="2442044" y="5086055"/>
            <a:ext cx="10390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54" name="文本框 153">
            <a:extLst>
              <a:ext uri="{FF2B5EF4-FFF2-40B4-BE49-F238E27FC236}">
                <a16:creationId xmlns:a16="http://schemas.microsoft.com/office/drawing/2014/main" id="{D2D8A415-8B8F-1183-EB59-A1556ECFF5BE}"/>
              </a:ext>
            </a:extLst>
          </p:cNvPr>
          <p:cNvSpPr txBox="1"/>
          <p:nvPr/>
        </p:nvSpPr>
        <p:spPr>
          <a:xfrm>
            <a:off x="2475444" y="5806135"/>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5" name="文本框 154">
            <a:extLst>
              <a:ext uri="{FF2B5EF4-FFF2-40B4-BE49-F238E27FC236}">
                <a16:creationId xmlns:a16="http://schemas.microsoft.com/office/drawing/2014/main" id="{DA22BF4D-E995-3B25-06EE-1A37ACD58527}"/>
              </a:ext>
            </a:extLst>
          </p:cNvPr>
          <p:cNvSpPr txBox="1"/>
          <p:nvPr/>
        </p:nvSpPr>
        <p:spPr>
          <a:xfrm>
            <a:off x="2478350" y="5631576"/>
            <a:ext cx="1620078" cy="307777"/>
          </a:xfrm>
          <a:prstGeom prst="rect">
            <a:avLst/>
          </a:prstGeom>
          <a:noFill/>
        </p:spPr>
        <p:txBody>
          <a:bodyPr wrap="square">
            <a:spAutoFit/>
          </a:bodyPr>
          <a:lstStyle/>
          <a:p>
            <a:r>
              <a:rPr kumimoji="1" lang="en" altLang="zh-CN" sz="1400" b="1" dirty="0">
                <a:solidFill>
                  <a:srgbClr val="BB3023"/>
                </a:solidFill>
                <a:latin typeface="Alibaba PuHuiTi" pitchFamily="18" charset="-122"/>
                <a:ea typeface="Alibaba PuHuiTi" pitchFamily="18" charset="-122"/>
                <a:cs typeface="Alibaba PuHuiTi" pitchFamily="18" charset="-122"/>
              </a:rPr>
              <a:t>main title</a:t>
            </a:r>
            <a:endParaRPr lang="zh-CN" altLang="en-US" sz="1400" b="1" dirty="0">
              <a:solidFill>
                <a:srgbClr val="BB3023"/>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414403222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a:extLst>
              <a:ext uri="{FF2B5EF4-FFF2-40B4-BE49-F238E27FC236}">
                <a16:creationId xmlns:a16="http://schemas.microsoft.com/office/drawing/2014/main" id="{0E10C7EA-FFD4-94D6-C948-AFCA0EF85AC9}"/>
              </a:ext>
            </a:extLst>
          </p:cNvPr>
          <p:cNvSpPr/>
          <p:nvPr/>
        </p:nvSpPr>
        <p:spPr>
          <a:xfrm>
            <a:off x="4295800" y="1932972"/>
            <a:ext cx="3316399" cy="4669881"/>
          </a:xfrm>
          <a:prstGeom prst="rect">
            <a:avLst/>
          </a:prstGeom>
          <a:noFill/>
          <a:ln w="22225">
            <a:solidFill>
              <a:srgbClr val="1E344D"/>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矩形 35">
            <a:extLst>
              <a:ext uri="{FF2B5EF4-FFF2-40B4-BE49-F238E27FC236}">
                <a16:creationId xmlns:a16="http://schemas.microsoft.com/office/drawing/2014/main" id="{79EC103B-E203-0888-D238-6416783356A0}"/>
              </a:ext>
            </a:extLst>
          </p:cNvPr>
          <p:cNvSpPr/>
          <p:nvPr/>
        </p:nvSpPr>
        <p:spPr>
          <a:xfrm>
            <a:off x="8256240" y="1932972"/>
            <a:ext cx="3670717" cy="4669881"/>
          </a:xfrm>
          <a:prstGeom prst="rect">
            <a:avLst/>
          </a:prstGeom>
          <a:noFill/>
          <a:ln w="22225">
            <a:solidFill>
              <a:srgbClr val="1E344D"/>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矩形 30">
            <a:extLst>
              <a:ext uri="{FF2B5EF4-FFF2-40B4-BE49-F238E27FC236}">
                <a16:creationId xmlns:a16="http://schemas.microsoft.com/office/drawing/2014/main" id="{E4140E1A-575C-CBFD-8902-A3630CA0E7CC}"/>
              </a:ext>
            </a:extLst>
          </p:cNvPr>
          <p:cNvSpPr/>
          <p:nvPr/>
        </p:nvSpPr>
        <p:spPr>
          <a:xfrm>
            <a:off x="329626" y="1932972"/>
            <a:ext cx="3316399" cy="4669881"/>
          </a:xfrm>
          <a:prstGeom prst="rect">
            <a:avLst/>
          </a:prstGeom>
          <a:noFill/>
          <a:ln w="22225">
            <a:solidFill>
              <a:srgbClr val="1E344D"/>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圆角矩形 5">
            <a:extLst>
              <a:ext uri="{FF2B5EF4-FFF2-40B4-BE49-F238E27FC236}">
                <a16:creationId xmlns:a16="http://schemas.microsoft.com/office/drawing/2014/main" id="{7A1F01AF-86AB-9CA4-DBD3-C43C2D954E91}"/>
              </a:ext>
            </a:extLst>
          </p:cNvPr>
          <p:cNvSpPr/>
          <p:nvPr/>
        </p:nvSpPr>
        <p:spPr>
          <a:xfrm>
            <a:off x="316992" y="1509332"/>
            <a:ext cx="3329211" cy="519493"/>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圆角矩形 12">
            <a:extLst>
              <a:ext uri="{FF2B5EF4-FFF2-40B4-BE49-F238E27FC236}">
                <a16:creationId xmlns:a16="http://schemas.microsoft.com/office/drawing/2014/main" id="{9E537EA5-ACE0-56D2-A2AB-B04398E6CE52}"/>
              </a:ext>
            </a:extLst>
          </p:cNvPr>
          <p:cNvSpPr/>
          <p:nvPr/>
        </p:nvSpPr>
        <p:spPr>
          <a:xfrm>
            <a:off x="8229600" y="985838"/>
            <a:ext cx="3686175" cy="1042987"/>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5" name="图片 4">
            <a:extLst>
              <a:ext uri="{FF2B5EF4-FFF2-40B4-BE49-F238E27FC236}">
                <a16:creationId xmlns:a16="http://schemas.microsoft.com/office/drawing/2014/main" id="{5F421C92-B7DB-939E-BBD7-0DD92C6E6878}"/>
              </a:ext>
            </a:extLst>
          </p:cNvPr>
          <p:cNvPicPr>
            <a:picLocks noChangeAspect="1"/>
          </p:cNvPicPr>
          <p:nvPr/>
        </p:nvPicPr>
        <p:blipFill>
          <a:blip r:embed="rId3"/>
          <a:stretch>
            <a:fillRect/>
          </a:stretch>
        </p:blipFill>
        <p:spPr>
          <a:xfrm>
            <a:off x="3095625" y="1538289"/>
            <a:ext cx="476249" cy="476249"/>
          </a:xfrm>
          <a:prstGeom prst="rect">
            <a:avLst/>
          </a:prstGeom>
        </p:spPr>
      </p:pic>
      <p:pic>
        <p:nvPicPr>
          <p:cNvPr id="19" name="图片 18">
            <a:extLst>
              <a:ext uri="{FF2B5EF4-FFF2-40B4-BE49-F238E27FC236}">
                <a16:creationId xmlns:a16="http://schemas.microsoft.com/office/drawing/2014/main" id="{23F64327-9621-83B9-935B-E73E3A4D33CB}"/>
              </a:ext>
            </a:extLst>
          </p:cNvPr>
          <p:cNvPicPr>
            <a:picLocks noChangeAspect="1"/>
          </p:cNvPicPr>
          <p:nvPr/>
        </p:nvPicPr>
        <p:blipFill>
          <a:blip r:embed="rId3"/>
          <a:stretch>
            <a:fillRect/>
          </a:stretch>
        </p:blipFill>
        <p:spPr>
          <a:xfrm>
            <a:off x="11007401" y="1083856"/>
            <a:ext cx="844957" cy="844957"/>
          </a:xfrm>
          <a:prstGeom prst="rect">
            <a:avLst/>
          </a:prstGeom>
        </p:spPr>
      </p:pic>
      <p:sp>
        <p:nvSpPr>
          <p:cNvPr id="21" name="矩形 20">
            <a:extLst>
              <a:ext uri="{FF2B5EF4-FFF2-40B4-BE49-F238E27FC236}">
                <a16:creationId xmlns:a16="http://schemas.microsoft.com/office/drawing/2014/main" id="{8584B4D2-62FD-D7DF-870D-E88AABE8D375}"/>
              </a:ext>
            </a:extLst>
          </p:cNvPr>
          <p:cNvSpPr/>
          <p:nvPr/>
        </p:nvSpPr>
        <p:spPr>
          <a:xfrm>
            <a:off x="427907" y="2145613"/>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圆角矩形 25">
            <a:extLst>
              <a:ext uri="{FF2B5EF4-FFF2-40B4-BE49-F238E27FC236}">
                <a16:creationId xmlns:a16="http://schemas.microsoft.com/office/drawing/2014/main" id="{CD4ECBA3-C477-B668-FE02-C5C97DB7E39A}"/>
              </a:ext>
            </a:extLst>
          </p:cNvPr>
          <p:cNvSpPr/>
          <p:nvPr/>
        </p:nvSpPr>
        <p:spPr>
          <a:xfrm>
            <a:off x="4295800" y="1509332"/>
            <a:ext cx="3329211" cy="519493"/>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27" name="图片 26">
            <a:extLst>
              <a:ext uri="{FF2B5EF4-FFF2-40B4-BE49-F238E27FC236}">
                <a16:creationId xmlns:a16="http://schemas.microsoft.com/office/drawing/2014/main" id="{42A0D155-25B7-49F7-37F2-36D255D7BEFE}"/>
              </a:ext>
            </a:extLst>
          </p:cNvPr>
          <p:cNvPicPr>
            <a:picLocks noChangeAspect="1"/>
          </p:cNvPicPr>
          <p:nvPr/>
        </p:nvPicPr>
        <p:blipFill>
          <a:blip r:embed="rId3"/>
          <a:stretch>
            <a:fillRect/>
          </a:stretch>
        </p:blipFill>
        <p:spPr>
          <a:xfrm>
            <a:off x="7074433" y="1538289"/>
            <a:ext cx="476249" cy="476249"/>
          </a:xfrm>
          <a:prstGeom prst="rect">
            <a:avLst/>
          </a:prstGeom>
        </p:spPr>
      </p:pic>
      <p:sp>
        <p:nvSpPr>
          <p:cNvPr id="28" name="文本框 27">
            <a:extLst>
              <a:ext uri="{FF2B5EF4-FFF2-40B4-BE49-F238E27FC236}">
                <a16:creationId xmlns:a16="http://schemas.microsoft.com/office/drawing/2014/main" id="{F8ABCEED-4F3B-2B2E-4A22-7728B6B75A3B}"/>
              </a:ext>
            </a:extLst>
          </p:cNvPr>
          <p:cNvSpPr txBox="1"/>
          <p:nvPr/>
        </p:nvSpPr>
        <p:spPr>
          <a:xfrm>
            <a:off x="3639671" y="1255059"/>
            <a:ext cx="646331" cy="1015663"/>
          </a:xfrm>
          <a:prstGeom prst="rect">
            <a:avLst/>
          </a:prstGeom>
          <a:noFill/>
        </p:spPr>
        <p:txBody>
          <a:bodyPr wrap="none" rtlCol="0">
            <a:spAutoFit/>
          </a:bodyPr>
          <a:lstStyle/>
          <a:p>
            <a:r>
              <a:rPr kumimoji="1" lang="en-US" altLang="zh-CN" sz="6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6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9" name="文本框 28">
            <a:extLst>
              <a:ext uri="{FF2B5EF4-FFF2-40B4-BE49-F238E27FC236}">
                <a16:creationId xmlns:a16="http://schemas.microsoft.com/office/drawing/2014/main" id="{91EE6D96-4F41-8274-7CF6-AF2B8DF17840}"/>
              </a:ext>
            </a:extLst>
          </p:cNvPr>
          <p:cNvSpPr txBox="1"/>
          <p:nvPr/>
        </p:nvSpPr>
        <p:spPr>
          <a:xfrm>
            <a:off x="7608168" y="1255059"/>
            <a:ext cx="646331" cy="1015663"/>
          </a:xfrm>
          <a:prstGeom prst="rect">
            <a:avLst/>
          </a:prstGeom>
          <a:noFill/>
        </p:spPr>
        <p:txBody>
          <a:bodyPr wrap="none" rtlCol="0">
            <a:spAutoFit/>
          </a:bodyPr>
          <a:lstStyle/>
          <a:p>
            <a:r>
              <a:rPr kumimoji="1" lang="en-US" altLang="zh-CN" sz="6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6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30" name="文本框 29">
            <a:extLst>
              <a:ext uri="{FF2B5EF4-FFF2-40B4-BE49-F238E27FC236}">
                <a16:creationId xmlns:a16="http://schemas.microsoft.com/office/drawing/2014/main" id="{605F2627-AE7D-7928-D86F-CDFD0B76A143}"/>
              </a:ext>
            </a:extLst>
          </p:cNvPr>
          <p:cNvSpPr txBox="1"/>
          <p:nvPr/>
        </p:nvSpPr>
        <p:spPr>
          <a:xfrm>
            <a:off x="461011" y="216164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1</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4" name="矩形 33">
            <a:extLst>
              <a:ext uri="{FF2B5EF4-FFF2-40B4-BE49-F238E27FC236}">
                <a16:creationId xmlns:a16="http://schemas.microsoft.com/office/drawing/2014/main" id="{155E9527-D1ED-7446-A9D3-F8E8E7D25B10}"/>
              </a:ext>
            </a:extLst>
          </p:cNvPr>
          <p:cNvSpPr/>
          <p:nvPr/>
        </p:nvSpPr>
        <p:spPr>
          <a:xfrm>
            <a:off x="4394081" y="2145613"/>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文本框 34">
            <a:extLst>
              <a:ext uri="{FF2B5EF4-FFF2-40B4-BE49-F238E27FC236}">
                <a16:creationId xmlns:a16="http://schemas.microsoft.com/office/drawing/2014/main" id="{23C48CDF-B33C-E2B5-837D-EA357E46F025}"/>
              </a:ext>
            </a:extLst>
          </p:cNvPr>
          <p:cNvSpPr txBox="1"/>
          <p:nvPr/>
        </p:nvSpPr>
        <p:spPr>
          <a:xfrm>
            <a:off x="4427185" y="216164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2</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7" name="矩形 36">
            <a:extLst>
              <a:ext uri="{FF2B5EF4-FFF2-40B4-BE49-F238E27FC236}">
                <a16:creationId xmlns:a16="http://schemas.microsoft.com/office/drawing/2014/main" id="{5D6610EE-B375-756B-9564-F6F532A847A9}"/>
              </a:ext>
            </a:extLst>
          </p:cNvPr>
          <p:cNvSpPr/>
          <p:nvPr/>
        </p:nvSpPr>
        <p:spPr>
          <a:xfrm>
            <a:off x="8354521" y="2145613"/>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A212469E-B08F-279B-6A2E-EFA141F11652}"/>
              </a:ext>
            </a:extLst>
          </p:cNvPr>
          <p:cNvSpPr txBox="1"/>
          <p:nvPr/>
        </p:nvSpPr>
        <p:spPr>
          <a:xfrm>
            <a:off x="8387625" y="216164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3</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9" name="文本框 38">
            <a:extLst>
              <a:ext uri="{FF2B5EF4-FFF2-40B4-BE49-F238E27FC236}">
                <a16:creationId xmlns:a16="http://schemas.microsoft.com/office/drawing/2014/main" id="{1283FB8A-CA75-0F0C-ED7F-42BFBFFAF4D8}"/>
              </a:ext>
            </a:extLst>
          </p:cNvPr>
          <p:cNvSpPr txBox="1"/>
          <p:nvPr/>
        </p:nvSpPr>
        <p:spPr>
          <a:xfrm>
            <a:off x="1105526" y="1007902"/>
            <a:ext cx="6411402"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0" name="文本框 39">
            <a:extLst>
              <a:ext uri="{FF2B5EF4-FFF2-40B4-BE49-F238E27FC236}">
                <a16:creationId xmlns:a16="http://schemas.microsoft.com/office/drawing/2014/main" id="{BD4FBF98-8FDB-6064-1595-6A88AEEEA767}"/>
              </a:ext>
            </a:extLst>
          </p:cNvPr>
          <p:cNvSpPr txBox="1"/>
          <p:nvPr/>
        </p:nvSpPr>
        <p:spPr>
          <a:xfrm>
            <a:off x="928666" y="2146852"/>
            <a:ext cx="235124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6329F2C3-B3CB-3FCE-A18F-C16BFF819398}"/>
              </a:ext>
            </a:extLst>
          </p:cNvPr>
          <p:cNvSpPr txBox="1"/>
          <p:nvPr/>
        </p:nvSpPr>
        <p:spPr>
          <a:xfrm>
            <a:off x="4871864" y="2146852"/>
            <a:ext cx="235124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2" name="文本框 41">
            <a:extLst>
              <a:ext uri="{FF2B5EF4-FFF2-40B4-BE49-F238E27FC236}">
                <a16:creationId xmlns:a16="http://schemas.microsoft.com/office/drawing/2014/main" id="{29E883B0-6CC5-0690-0F7A-00FE546716F2}"/>
              </a:ext>
            </a:extLst>
          </p:cNvPr>
          <p:cNvSpPr txBox="1"/>
          <p:nvPr/>
        </p:nvSpPr>
        <p:spPr>
          <a:xfrm>
            <a:off x="4367807" y="2643809"/>
            <a:ext cx="3185932" cy="430887"/>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9E55A0CC-AB02-F797-A237-7896317CC43C}"/>
              </a:ext>
            </a:extLst>
          </p:cNvPr>
          <p:cNvSpPr txBox="1"/>
          <p:nvPr/>
        </p:nvSpPr>
        <p:spPr>
          <a:xfrm>
            <a:off x="8812426" y="2126974"/>
            <a:ext cx="303501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4" name="组合 43">
            <a:extLst>
              <a:ext uri="{FF2B5EF4-FFF2-40B4-BE49-F238E27FC236}">
                <a16:creationId xmlns:a16="http://schemas.microsoft.com/office/drawing/2014/main" id="{AD7E6F8C-A1AB-AD6D-164D-3CB48693DFDE}"/>
              </a:ext>
            </a:extLst>
          </p:cNvPr>
          <p:cNvGrpSpPr/>
          <p:nvPr/>
        </p:nvGrpSpPr>
        <p:grpSpPr>
          <a:xfrm>
            <a:off x="525533" y="3081130"/>
            <a:ext cx="2794136" cy="1692947"/>
            <a:chOff x="6013462" y="1405142"/>
            <a:chExt cx="5733900" cy="3474130"/>
          </a:xfrm>
        </p:grpSpPr>
        <p:cxnSp>
          <p:nvCxnSpPr>
            <p:cNvPr id="45" name="Google Shape;284;p21">
              <a:extLst>
                <a:ext uri="{FF2B5EF4-FFF2-40B4-BE49-F238E27FC236}">
                  <a16:creationId xmlns:a16="http://schemas.microsoft.com/office/drawing/2014/main" id="{CD14BC19-627D-97A7-A7BD-A5B92A04168D}"/>
                </a:ext>
              </a:extLst>
            </p:cNvPr>
            <p:cNvCxnSpPr>
              <a:cxnSpLocks/>
            </p:cNvCxnSpPr>
            <p:nvPr/>
          </p:nvCxnSpPr>
          <p:spPr>
            <a:xfrm>
              <a:off x="6013462" y="3780220"/>
              <a:ext cx="5733900" cy="0"/>
            </a:xfrm>
            <a:prstGeom prst="straightConnector1">
              <a:avLst/>
            </a:prstGeom>
            <a:noFill/>
            <a:ln w="22225" cap="flat" cmpd="sng">
              <a:solidFill>
                <a:schemeClr val="tx1"/>
              </a:solidFill>
              <a:prstDash val="solid"/>
              <a:round/>
              <a:headEnd type="none" w="med" len="med"/>
              <a:tailEnd type="none" w="med" len="med"/>
            </a:ln>
          </p:spPr>
        </p:cxnSp>
        <p:sp>
          <p:nvSpPr>
            <p:cNvPr id="46" name="Google Shape;285;p21">
              <a:extLst>
                <a:ext uri="{FF2B5EF4-FFF2-40B4-BE49-F238E27FC236}">
                  <a16:creationId xmlns:a16="http://schemas.microsoft.com/office/drawing/2014/main" id="{DAF3A842-7503-733D-0DD6-CB2F2AF5CD2F}"/>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40%</a:t>
              </a:r>
              <a:endParaRPr sz="1200" b="1">
                <a:solidFill>
                  <a:srgbClr val="1E344D"/>
                </a:solidFill>
                <a:latin typeface="Poppins"/>
                <a:ea typeface="Poppins"/>
                <a:cs typeface="Poppins"/>
                <a:sym typeface="Poppins"/>
              </a:endParaRPr>
            </a:p>
          </p:txBody>
        </p:sp>
        <p:sp>
          <p:nvSpPr>
            <p:cNvPr id="47" name="Google Shape;286;p21">
              <a:extLst>
                <a:ext uri="{FF2B5EF4-FFF2-40B4-BE49-F238E27FC236}">
                  <a16:creationId xmlns:a16="http://schemas.microsoft.com/office/drawing/2014/main" id="{4CEF05A2-D5CD-5567-7E93-A594D39C0E40}"/>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60%</a:t>
              </a:r>
              <a:endParaRPr sz="1200" b="1">
                <a:solidFill>
                  <a:srgbClr val="1E344D"/>
                </a:solidFill>
                <a:latin typeface="Poppins"/>
                <a:ea typeface="Poppins"/>
                <a:cs typeface="Poppins"/>
                <a:sym typeface="Poppins"/>
              </a:endParaRPr>
            </a:p>
          </p:txBody>
        </p:sp>
        <p:sp>
          <p:nvSpPr>
            <p:cNvPr id="48" name="Google Shape;287;p21">
              <a:extLst>
                <a:ext uri="{FF2B5EF4-FFF2-40B4-BE49-F238E27FC236}">
                  <a16:creationId xmlns:a16="http://schemas.microsoft.com/office/drawing/2014/main" id="{37AF8C26-3E1C-2850-3E88-ACC344FD36D4}"/>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80%</a:t>
              </a:r>
              <a:endParaRPr sz="1200" b="1">
                <a:solidFill>
                  <a:srgbClr val="1E344D"/>
                </a:solidFill>
                <a:latin typeface="Poppins"/>
                <a:ea typeface="Poppins"/>
                <a:cs typeface="Poppins"/>
                <a:sym typeface="Poppins"/>
              </a:endParaRPr>
            </a:p>
          </p:txBody>
        </p:sp>
        <p:sp>
          <p:nvSpPr>
            <p:cNvPr id="49" name="Google Shape;288;p21">
              <a:extLst>
                <a:ext uri="{FF2B5EF4-FFF2-40B4-BE49-F238E27FC236}">
                  <a16:creationId xmlns:a16="http://schemas.microsoft.com/office/drawing/2014/main" id="{CC659B23-3A8C-4FD6-2207-CD0AEC7DC409}"/>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VENUS</a:t>
              </a:r>
              <a:endParaRPr sz="1050" b="1">
                <a:solidFill>
                  <a:srgbClr val="1E344D"/>
                </a:solidFill>
                <a:latin typeface="Karla"/>
                <a:ea typeface="Karla"/>
                <a:cs typeface="Karla"/>
                <a:sym typeface="Karla"/>
              </a:endParaRPr>
            </a:p>
          </p:txBody>
        </p:sp>
        <p:sp>
          <p:nvSpPr>
            <p:cNvPr id="50" name="Google Shape;289;p21">
              <a:extLst>
                <a:ext uri="{FF2B5EF4-FFF2-40B4-BE49-F238E27FC236}">
                  <a16:creationId xmlns:a16="http://schemas.microsoft.com/office/drawing/2014/main" id="{E8A2C9B5-F2F2-F134-E117-2FD801DFE611}"/>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MARS</a:t>
              </a:r>
              <a:endParaRPr sz="1050" b="1">
                <a:solidFill>
                  <a:srgbClr val="1E344D"/>
                </a:solidFill>
                <a:latin typeface="Karla"/>
                <a:ea typeface="Karla"/>
                <a:cs typeface="Karla"/>
                <a:sym typeface="Karla"/>
              </a:endParaRPr>
            </a:p>
          </p:txBody>
        </p:sp>
        <p:sp>
          <p:nvSpPr>
            <p:cNvPr id="51" name="Google Shape;290;p21">
              <a:extLst>
                <a:ext uri="{FF2B5EF4-FFF2-40B4-BE49-F238E27FC236}">
                  <a16:creationId xmlns:a16="http://schemas.microsoft.com/office/drawing/2014/main" id="{F3504039-E96E-17B0-2297-608181CD245A}"/>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EARTH</a:t>
              </a:r>
              <a:endParaRPr sz="1050" b="1">
                <a:solidFill>
                  <a:srgbClr val="1E344D"/>
                </a:solidFill>
                <a:latin typeface="Karla"/>
                <a:ea typeface="Karla"/>
                <a:cs typeface="Karla"/>
                <a:sym typeface="Karla"/>
              </a:endParaRPr>
            </a:p>
          </p:txBody>
        </p:sp>
        <p:sp>
          <p:nvSpPr>
            <p:cNvPr id="449" name="Google Shape;293;p21">
              <a:extLst>
                <a:ext uri="{FF2B5EF4-FFF2-40B4-BE49-F238E27FC236}">
                  <a16:creationId xmlns:a16="http://schemas.microsoft.com/office/drawing/2014/main" id="{FABD9054-7639-81B2-ADAE-1859727B8D55}"/>
                </a:ext>
              </a:extLst>
            </p:cNvPr>
            <p:cNvSpPr/>
            <p:nvPr/>
          </p:nvSpPr>
          <p:spPr>
            <a:xfrm rot="16200000">
              <a:off x="6489683" y="2953696"/>
              <a:ext cx="932249"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63" name="Google Shape;296;p21">
              <a:extLst>
                <a:ext uri="{FF2B5EF4-FFF2-40B4-BE49-F238E27FC236}">
                  <a16:creationId xmlns:a16="http://schemas.microsoft.com/office/drawing/2014/main" id="{45262DE7-1A04-7313-5511-08DF6C9B4492}"/>
                </a:ext>
              </a:extLst>
            </p:cNvPr>
            <p:cNvSpPr/>
            <p:nvPr/>
          </p:nvSpPr>
          <p:spPr>
            <a:xfrm rot="16200000">
              <a:off x="7534144" y="2710846"/>
              <a:ext cx="1417235" cy="474743"/>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61" name="Google Shape;299;p21">
              <a:extLst>
                <a:ext uri="{FF2B5EF4-FFF2-40B4-BE49-F238E27FC236}">
                  <a16:creationId xmlns:a16="http://schemas.microsoft.com/office/drawing/2014/main" id="{63E29EEC-1F20-DA37-B3DF-8C0124A34E20}"/>
                </a:ext>
              </a:extLst>
            </p:cNvPr>
            <p:cNvSpPr/>
            <p:nvPr/>
          </p:nvSpPr>
          <p:spPr>
            <a:xfrm rot="16200000">
              <a:off x="8540505" y="2430196"/>
              <a:ext cx="1978793"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9" name="Google Shape;302;p21">
              <a:extLst>
                <a:ext uri="{FF2B5EF4-FFF2-40B4-BE49-F238E27FC236}">
                  <a16:creationId xmlns:a16="http://schemas.microsoft.com/office/drawing/2014/main" id="{B4DB7A8E-D085-64FF-5DBF-4EBA41271139}"/>
                </a:ext>
              </a:extLst>
            </p:cNvPr>
            <p:cNvSpPr/>
            <p:nvPr/>
          </p:nvSpPr>
          <p:spPr>
            <a:xfrm rot="16200000">
              <a:off x="9686353" y="2286645"/>
              <a:ext cx="2249039" cy="48603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6" name="Google Shape;303;p21">
              <a:extLst>
                <a:ext uri="{FF2B5EF4-FFF2-40B4-BE49-F238E27FC236}">
                  <a16:creationId xmlns:a16="http://schemas.microsoft.com/office/drawing/2014/main" id="{DD356591-B302-F492-83CB-93FE9AB75F0B}"/>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dirty="0">
                  <a:solidFill>
                    <a:srgbClr val="1E344D"/>
                  </a:solidFill>
                  <a:latin typeface="Poppins"/>
                  <a:ea typeface="Poppins"/>
                  <a:cs typeface="Poppins"/>
                  <a:sym typeface="Poppins"/>
                </a:rPr>
                <a:t>50%</a:t>
              </a:r>
              <a:endParaRPr sz="1200" b="1" dirty="0">
                <a:solidFill>
                  <a:srgbClr val="1E344D"/>
                </a:solidFill>
                <a:latin typeface="Poppins"/>
                <a:ea typeface="Poppins"/>
                <a:cs typeface="Poppins"/>
                <a:sym typeface="Poppins"/>
              </a:endParaRPr>
            </a:p>
          </p:txBody>
        </p:sp>
        <p:sp>
          <p:nvSpPr>
            <p:cNvPr id="57" name="Google Shape;304;p21">
              <a:extLst>
                <a:ext uri="{FF2B5EF4-FFF2-40B4-BE49-F238E27FC236}">
                  <a16:creationId xmlns:a16="http://schemas.microsoft.com/office/drawing/2014/main" id="{C96AAC99-B954-6B3C-AA2A-283BBCDC2E52}"/>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dirty="0">
                  <a:solidFill>
                    <a:srgbClr val="1E344D"/>
                  </a:solidFill>
                  <a:latin typeface="Karla"/>
                  <a:ea typeface="Karla"/>
                  <a:cs typeface="Karla"/>
                  <a:sym typeface="Karla"/>
                </a:rPr>
                <a:t>JUPITER</a:t>
              </a:r>
              <a:endParaRPr sz="1050" b="1" dirty="0">
                <a:solidFill>
                  <a:srgbClr val="1E344D"/>
                </a:solidFill>
                <a:latin typeface="Karla"/>
                <a:ea typeface="Karla"/>
                <a:cs typeface="Karla"/>
                <a:sym typeface="Karla"/>
              </a:endParaRPr>
            </a:p>
          </p:txBody>
        </p:sp>
      </p:grpSp>
      <p:cxnSp>
        <p:nvCxnSpPr>
          <p:cNvPr id="451" name="直线箭头连接符 450">
            <a:extLst>
              <a:ext uri="{FF2B5EF4-FFF2-40B4-BE49-F238E27FC236}">
                <a16:creationId xmlns:a16="http://schemas.microsoft.com/office/drawing/2014/main" id="{C128CF2F-A5D4-79A4-51C9-846D75AE78F3}"/>
              </a:ext>
            </a:extLst>
          </p:cNvPr>
          <p:cNvCxnSpPr/>
          <p:nvPr/>
        </p:nvCxnSpPr>
        <p:spPr>
          <a:xfrm flipV="1">
            <a:off x="894522" y="2763078"/>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2" name="椭圆 451">
            <a:extLst>
              <a:ext uri="{FF2B5EF4-FFF2-40B4-BE49-F238E27FC236}">
                <a16:creationId xmlns:a16="http://schemas.microsoft.com/office/drawing/2014/main" id="{526B0EAE-84C2-72BD-DDEE-B59631481D8E}"/>
              </a:ext>
            </a:extLst>
          </p:cNvPr>
          <p:cNvSpPr/>
          <p:nvPr/>
        </p:nvSpPr>
        <p:spPr>
          <a:xfrm>
            <a:off x="1391478" y="2922105"/>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5" name="文本框 454">
            <a:extLst>
              <a:ext uri="{FF2B5EF4-FFF2-40B4-BE49-F238E27FC236}">
                <a16:creationId xmlns:a16="http://schemas.microsoft.com/office/drawing/2014/main" id="{0AF141D4-9871-9D67-BE1C-1D5C794D939B}"/>
              </a:ext>
            </a:extLst>
          </p:cNvPr>
          <p:cNvSpPr txBox="1"/>
          <p:nvPr/>
        </p:nvSpPr>
        <p:spPr>
          <a:xfrm>
            <a:off x="1395212" y="2940392"/>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58" name="文本框 457">
            <a:extLst>
              <a:ext uri="{FF2B5EF4-FFF2-40B4-BE49-F238E27FC236}">
                <a16:creationId xmlns:a16="http://schemas.microsoft.com/office/drawing/2014/main" id="{C7F5CA5C-FF72-D481-EFDC-ECA53CEF2927}"/>
              </a:ext>
            </a:extLst>
          </p:cNvPr>
          <p:cNvSpPr txBox="1"/>
          <p:nvPr/>
        </p:nvSpPr>
        <p:spPr>
          <a:xfrm>
            <a:off x="1135142" y="4896309"/>
            <a:ext cx="1656184" cy="707886"/>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MAIN TITLE</a:t>
            </a: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-07-15</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9" name="文本框 458">
            <a:extLst>
              <a:ext uri="{FF2B5EF4-FFF2-40B4-BE49-F238E27FC236}">
                <a16:creationId xmlns:a16="http://schemas.microsoft.com/office/drawing/2014/main" id="{9FBEA898-17DB-4879-A5AC-B3399539F969}"/>
              </a:ext>
            </a:extLst>
          </p:cNvPr>
          <p:cNvSpPr txBox="1"/>
          <p:nvPr/>
        </p:nvSpPr>
        <p:spPr>
          <a:xfrm>
            <a:off x="479375" y="5581038"/>
            <a:ext cx="3098014"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0" name="文本框 459">
            <a:extLst>
              <a:ext uri="{FF2B5EF4-FFF2-40B4-BE49-F238E27FC236}">
                <a16:creationId xmlns:a16="http://schemas.microsoft.com/office/drawing/2014/main" id="{D610E64B-5AB6-F403-E651-4733BC5DD074}"/>
              </a:ext>
            </a:extLst>
          </p:cNvPr>
          <p:cNvSpPr txBox="1"/>
          <p:nvPr/>
        </p:nvSpPr>
        <p:spPr>
          <a:xfrm>
            <a:off x="479375" y="6013086"/>
            <a:ext cx="3098014"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1" name="右箭头 460">
            <a:extLst>
              <a:ext uri="{FF2B5EF4-FFF2-40B4-BE49-F238E27FC236}">
                <a16:creationId xmlns:a16="http://schemas.microsoft.com/office/drawing/2014/main" id="{497B44F8-F94D-3A4D-780C-93AFE7E81F75}"/>
              </a:ext>
            </a:extLst>
          </p:cNvPr>
          <p:cNvSpPr/>
          <p:nvPr/>
        </p:nvSpPr>
        <p:spPr>
          <a:xfrm>
            <a:off x="3769894" y="4700336"/>
            <a:ext cx="417095" cy="487560"/>
          </a:xfrm>
          <a:prstGeom prst="rightArrow">
            <a:avLst/>
          </a:prstGeom>
          <a:solidFill>
            <a:srgbClr val="1E344D"/>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2" name="右箭头 461">
            <a:extLst>
              <a:ext uri="{FF2B5EF4-FFF2-40B4-BE49-F238E27FC236}">
                <a16:creationId xmlns:a16="http://schemas.microsoft.com/office/drawing/2014/main" id="{0363C398-FDCB-C647-3569-DFBE42AA8DFE}"/>
              </a:ext>
            </a:extLst>
          </p:cNvPr>
          <p:cNvSpPr/>
          <p:nvPr/>
        </p:nvSpPr>
        <p:spPr>
          <a:xfrm>
            <a:off x="7752184" y="4700336"/>
            <a:ext cx="417095" cy="487560"/>
          </a:xfrm>
          <a:prstGeom prst="rightArrow">
            <a:avLst/>
          </a:prstGeom>
          <a:solidFill>
            <a:srgbClr val="1E344D"/>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463" name="组合 462">
            <a:extLst>
              <a:ext uri="{FF2B5EF4-FFF2-40B4-BE49-F238E27FC236}">
                <a16:creationId xmlns:a16="http://schemas.microsoft.com/office/drawing/2014/main" id="{CD377306-6B36-23F0-5FE7-877A197D535A}"/>
              </a:ext>
            </a:extLst>
          </p:cNvPr>
          <p:cNvGrpSpPr/>
          <p:nvPr/>
        </p:nvGrpSpPr>
        <p:grpSpPr>
          <a:xfrm>
            <a:off x="4457407" y="4978400"/>
            <a:ext cx="2940439" cy="1422804"/>
            <a:chOff x="5016760" y="1205884"/>
            <a:chExt cx="6730602" cy="3256772"/>
          </a:xfrm>
        </p:grpSpPr>
        <p:cxnSp>
          <p:nvCxnSpPr>
            <p:cNvPr id="464" name="Google Shape;284;p21">
              <a:extLst>
                <a:ext uri="{FF2B5EF4-FFF2-40B4-BE49-F238E27FC236}">
                  <a16:creationId xmlns:a16="http://schemas.microsoft.com/office/drawing/2014/main" id="{694BD2A4-7990-837A-291E-BD22498CD23A}"/>
                </a:ext>
              </a:extLst>
            </p:cNvPr>
            <p:cNvCxnSpPr>
              <a:cxnSpLocks/>
            </p:cNvCxnSpPr>
            <p:nvPr/>
          </p:nvCxnSpPr>
          <p:spPr>
            <a:xfrm>
              <a:off x="5016760" y="3780220"/>
              <a:ext cx="6730602" cy="0"/>
            </a:xfrm>
            <a:prstGeom prst="straightConnector1">
              <a:avLst/>
            </a:prstGeom>
            <a:noFill/>
            <a:ln w="22225" cap="flat" cmpd="sng">
              <a:solidFill>
                <a:schemeClr val="tx1"/>
              </a:solidFill>
              <a:prstDash val="solid"/>
              <a:round/>
              <a:headEnd type="none" w="med" len="med"/>
              <a:tailEnd type="none" w="med" len="med"/>
            </a:ln>
          </p:spPr>
        </p:cxnSp>
        <p:sp>
          <p:nvSpPr>
            <p:cNvPr id="465" name="Google Shape;285;p21">
              <a:extLst>
                <a:ext uri="{FF2B5EF4-FFF2-40B4-BE49-F238E27FC236}">
                  <a16:creationId xmlns:a16="http://schemas.microsoft.com/office/drawing/2014/main" id="{987E9354-2E00-DD22-FAFF-706D7EAE375F}"/>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2020</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66" name="Google Shape;286;p21">
              <a:extLst>
                <a:ext uri="{FF2B5EF4-FFF2-40B4-BE49-F238E27FC236}">
                  <a16:creationId xmlns:a16="http://schemas.microsoft.com/office/drawing/2014/main" id="{BB48B10A-2D0A-406A-FAF6-0761ED864C07}"/>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2021</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67" name="Google Shape;287;p21">
              <a:extLst>
                <a:ext uri="{FF2B5EF4-FFF2-40B4-BE49-F238E27FC236}">
                  <a16:creationId xmlns:a16="http://schemas.microsoft.com/office/drawing/2014/main" id="{C02115CE-99BE-EC90-3199-27D2C5EA8938}"/>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2022</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71" name="Google Shape;293;p21">
              <a:extLst>
                <a:ext uri="{FF2B5EF4-FFF2-40B4-BE49-F238E27FC236}">
                  <a16:creationId xmlns:a16="http://schemas.microsoft.com/office/drawing/2014/main" id="{9BF18B4B-4189-F197-536B-EE0CFF878B4A}"/>
                </a:ext>
              </a:extLst>
            </p:cNvPr>
            <p:cNvSpPr/>
            <p:nvPr/>
          </p:nvSpPr>
          <p:spPr>
            <a:xfrm rot="16200000">
              <a:off x="6588326" y="3052339"/>
              <a:ext cx="741415" cy="468291"/>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2" name="Google Shape;296;p21">
              <a:extLst>
                <a:ext uri="{FF2B5EF4-FFF2-40B4-BE49-F238E27FC236}">
                  <a16:creationId xmlns:a16="http://schemas.microsoft.com/office/drawing/2014/main" id="{9738DD12-DA81-F204-0EDF-54A29776114E}"/>
                </a:ext>
              </a:extLst>
            </p:cNvPr>
            <p:cNvSpPr/>
            <p:nvPr/>
          </p:nvSpPr>
          <p:spPr>
            <a:xfrm rot="16200000">
              <a:off x="7672096" y="2848796"/>
              <a:ext cx="1147778" cy="468295"/>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3" name="Google Shape;299;p21">
              <a:extLst>
                <a:ext uri="{FF2B5EF4-FFF2-40B4-BE49-F238E27FC236}">
                  <a16:creationId xmlns:a16="http://schemas.microsoft.com/office/drawing/2014/main" id="{27A8BE03-AC84-8967-2F87-8D786E6046D2}"/>
                </a:ext>
              </a:extLst>
            </p:cNvPr>
            <p:cNvSpPr/>
            <p:nvPr/>
          </p:nvSpPr>
          <p:spPr>
            <a:xfrm rot="16200000">
              <a:off x="8769267" y="2658959"/>
              <a:ext cx="1527720" cy="468291"/>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4" name="Google Shape;302;p21">
              <a:extLst>
                <a:ext uri="{FF2B5EF4-FFF2-40B4-BE49-F238E27FC236}">
                  <a16:creationId xmlns:a16="http://schemas.microsoft.com/office/drawing/2014/main" id="{E16F407E-97F9-0D02-1500-776F71909962}"/>
                </a:ext>
              </a:extLst>
            </p:cNvPr>
            <p:cNvSpPr/>
            <p:nvPr/>
          </p:nvSpPr>
          <p:spPr>
            <a:xfrm rot="16200000">
              <a:off x="10317945" y="2918228"/>
              <a:ext cx="992461" cy="479433"/>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5" name="Google Shape;303;p21">
              <a:extLst>
                <a:ext uri="{FF2B5EF4-FFF2-40B4-BE49-F238E27FC236}">
                  <a16:creationId xmlns:a16="http://schemas.microsoft.com/office/drawing/2014/main" id="{96E24B7C-73C0-6F7C-C9BB-AB1AFC62C89C}"/>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2023</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77" name="Google Shape;285;p21">
              <a:extLst>
                <a:ext uri="{FF2B5EF4-FFF2-40B4-BE49-F238E27FC236}">
                  <a16:creationId xmlns:a16="http://schemas.microsoft.com/office/drawing/2014/main" id="{990AE7D5-50F1-25F8-A655-1B3420656660}"/>
                </a:ext>
              </a:extLst>
            </p:cNvPr>
            <p:cNvSpPr txBox="1"/>
            <p:nvPr/>
          </p:nvSpPr>
          <p:spPr>
            <a:xfrm>
              <a:off x="5126848" y="3822155"/>
              <a:ext cx="1411501" cy="64049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2019</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79" name="Google Shape;299;p21">
              <a:extLst>
                <a:ext uri="{FF2B5EF4-FFF2-40B4-BE49-F238E27FC236}">
                  <a16:creationId xmlns:a16="http://schemas.microsoft.com/office/drawing/2014/main" id="{712300AF-C1E7-8315-ED2B-F03CFC01E0C3}"/>
                </a:ext>
              </a:extLst>
            </p:cNvPr>
            <p:cNvSpPr/>
            <p:nvPr/>
          </p:nvSpPr>
          <p:spPr>
            <a:xfrm rot="16200000">
              <a:off x="5112532" y="2658955"/>
              <a:ext cx="1527719" cy="468291"/>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5" name="Google Shape;299;p21">
              <a:extLst>
                <a:ext uri="{FF2B5EF4-FFF2-40B4-BE49-F238E27FC236}">
                  <a16:creationId xmlns:a16="http://schemas.microsoft.com/office/drawing/2014/main" id="{C802E41C-EBD3-7340-E4AA-D40F36D6BD39}"/>
                </a:ext>
              </a:extLst>
            </p:cNvPr>
            <p:cNvSpPr/>
            <p:nvPr/>
          </p:nvSpPr>
          <p:spPr>
            <a:xfrm rot="16200000">
              <a:off x="5707617" y="1750984"/>
              <a:ext cx="337549" cy="468291"/>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6" name="Google Shape;299;p21">
              <a:extLst>
                <a:ext uri="{FF2B5EF4-FFF2-40B4-BE49-F238E27FC236}">
                  <a16:creationId xmlns:a16="http://schemas.microsoft.com/office/drawing/2014/main" id="{8DAD4475-44DD-6195-51AB-FF886462273F}"/>
                </a:ext>
              </a:extLst>
            </p:cNvPr>
            <p:cNvSpPr/>
            <p:nvPr/>
          </p:nvSpPr>
          <p:spPr>
            <a:xfrm rot="16200000">
              <a:off x="6288094" y="1980614"/>
              <a:ext cx="1335477"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7" name="Google Shape;299;p21">
              <a:extLst>
                <a:ext uri="{FF2B5EF4-FFF2-40B4-BE49-F238E27FC236}">
                  <a16:creationId xmlns:a16="http://schemas.microsoft.com/office/drawing/2014/main" id="{EC2A162A-6182-1D3B-614C-C757E2A8D5F2}"/>
                </a:ext>
              </a:extLst>
            </p:cNvPr>
            <p:cNvSpPr/>
            <p:nvPr/>
          </p:nvSpPr>
          <p:spPr>
            <a:xfrm rot="16200000">
              <a:off x="7988852" y="2003408"/>
              <a:ext cx="538032"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8" name="Google Shape;299;p21">
              <a:extLst>
                <a:ext uri="{FF2B5EF4-FFF2-40B4-BE49-F238E27FC236}">
                  <a16:creationId xmlns:a16="http://schemas.microsoft.com/office/drawing/2014/main" id="{521D699A-62B5-1CB0-F8C7-46D7F296389D}"/>
                </a:ext>
              </a:extLst>
            </p:cNvPr>
            <p:cNvSpPr/>
            <p:nvPr/>
          </p:nvSpPr>
          <p:spPr>
            <a:xfrm rot="16200000">
              <a:off x="9066487" y="1430410"/>
              <a:ext cx="932749"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9" name="Google Shape;299;p21">
              <a:extLst>
                <a:ext uri="{FF2B5EF4-FFF2-40B4-BE49-F238E27FC236}">
                  <a16:creationId xmlns:a16="http://schemas.microsoft.com/office/drawing/2014/main" id="{2C3D42AD-8E5A-AC07-628C-D53DF3E743F6}"/>
                </a:ext>
              </a:extLst>
            </p:cNvPr>
            <p:cNvSpPr/>
            <p:nvPr/>
          </p:nvSpPr>
          <p:spPr>
            <a:xfrm rot="16200000">
              <a:off x="10356013" y="2004485"/>
              <a:ext cx="932749"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grpSp>
      <p:sp>
        <p:nvSpPr>
          <p:cNvPr id="521" name="任意形状 520">
            <a:extLst>
              <a:ext uri="{FF2B5EF4-FFF2-40B4-BE49-F238E27FC236}">
                <a16:creationId xmlns:a16="http://schemas.microsoft.com/office/drawing/2014/main" id="{B85F9567-CCAA-43F4-5A6F-1DA1A0CA2BB1}"/>
              </a:ext>
            </a:extLst>
          </p:cNvPr>
          <p:cNvSpPr/>
          <p:nvPr/>
        </p:nvSpPr>
        <p:spPr>
          <a:xfrm>
            <a:off x="4810897" y="4712043"/>
            <a:ext cx="2183027" cy="551935"/>
          </a:xfrm>
          <a:custGeom>
            <a:avLst/>
            <a:gdLst>
              <a:gd name="connsiteX0" fmla="*/ 0 w 2183027"/>
              <a:gd name="connsiteY0" fmla="*/ 420130 h 551935"/>
              <a:gd name="connsiteX1" fmla="*/ 494271 w 2183027"/>
              <a:gd name="connsiteY1" fmla="*/ 214184 h 551935"/>
              <a:gd name="connsiteX2" fmla="*/ 1087395 w 2183027"/>
              <a:gd name="connsiteY2" fmla="*/ 551935 h 551935"/>
              <a:gd name="connsiteX3" fmla="*/ 1664044 w 2183027"/>
              <a:gd name="connsiteY3" fmla="*/ 0 h 551935"/>
              <a:gd name="connsiteX4" fmla="*/ 2183027 w 2183027"/>
              <a:gd name="connsiteY4" fmla="*/ 486033 h 551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027" h="551935">
                <a:moveTo>
                  <a:pt x="0" y="420130"/>
                </a:moveTo>
                <a:lnTo>
                  <a:pt x="494271" y="214184"/>
                </a:lnTo>
                <a:lnTo>
                  <a:pt x="1087395" y="551935"/>
                </a:lnTo>
                <a:lnTo>
                  <a:pt x="1664044" y="0"/>
                </a:lnTo>
                <a:lnTo>
                  <a:pt x="2183027" y="486033"/>
                </a:lnTo>
              </a:path>
            </a:pathLst>
          </a:custGeom>
          <a:noFill/>
          <a:ln>
            <a:solidFill>
              <a:schemeClr val="tx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2" name="椭圆 521">
            <a:extLst>
              <a:ext uri="{FF2B5EF4-FFF2-40B4-BE49-F238E27FC236}">
                <a16:creationId xmlns:a16="http://schemas.microsoft.com/office/drawing/2014/main" id="{B4178A7A-36E5-A8FD-CDCF-D04D08B5C08A}"/>
              </a:ext>
            </a:extLst>
          </p:cNvPr>
          <p:cNvSpPr/>
          <p:nvPr/>
        </p:nvSpPr>
        <p:spPr>
          <a:xfrm>
            <a:off x="5255740" y="4893275"/>
            <a:ext cx="98854" cy="98854"/>
          </a:xfrm>
          <a:prstGeom prst="ellipse">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3" name="椭圆 522">
            <a:extLst>
              <a:ext uri="{FF2B5EF4-FFF2-40B4-BE49-F238E27FC236}">
                <a16:creationId xmlns:a16="http://schemas.microsoft.com/office/drawing/2014/main" id="{606F07FC-AE52-CAE5-5234-FE2ECEB36668}"/>
              </a:ext>
            </a:extLst>
          </p:cNvPr>
          <p:cNvSpPr/>
          <p:nvPr/>
        </p:nvSpPr>
        <p:spPr>
          <a:xfrm>
            <a:off x="6431326" y="4677850"/>
            <a:ext cx="98854" cy="98854"/>
          </a:xfrm>
          <a:prstGeom prst="ellipse">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4" name="Google Shape;6202;p78">
            <a:extLst>
              <a:ext uri="{FF2B5EF4-FFF2-40B4-BE49-F238E27FC236}">
                <a16:creationId xmlns:a16="http://schemas.microsoft.com/office/drawing/2014/main" id="{09F00B2B-9E07-8615-7F66-60C1C85B3976}"/>
              </a:ext>
            </a:extLst>
          </p:cNvPr>
          <p:cNvSpPr/>
          <p:nvPr/>
        </p:nvSpPr>
        <p:spPr>
          <a:xfrm>
            <a:off x="4747706" y="4349778"/>
            <a:ext cx="541923" cy="538578"/>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BB3023"/>
          </a:solidFill>
          <a:ln>
            <a:noFill/>
          </a:ln>
        </p:spPr>
        <p:txBody>
          <a:bodyPr spcFirstLastPara="1" wrap="square" lIns="121900" tIns="121900" rIns="121900" bIns="121900" anchor="ctr" anchorCtr="0">
            <a:noAutofit/>
          </a:bodyPr>
          <a:lstStyle/>
          <a:p>
            <a:endParaRPr sz="2400"/>
          </a:p>
        </p:txBody>
      </p:sp>
      <p:sp>
        <p:nvSpPr>
          <p:cNvPr id="526" name="文本框 525">
            <a:extLst>
              <a:ext uri="{FF2B5EF4-FFF2-40B4-BE49-F238E27FC236}">
                <a16:creationId xmlns:a16="http://schemas.microsoft.com/office/drawing/2014/main" id="{4B5AC033-6A03-BEDD-F995-46E6F80371BA}"/>
              </a:ext>
            </a:extLst>
          </p:cNvPr>
          <p:cNvSpPr txBox="1"/>
          <p:nvPr/>
        </p:nvSpPr>
        <p:spPr>
          <a:xfrm>
            <a:off x="5292338" y="4654471"/>
            <a:ext cx="1039080"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+3%</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7" name="文本框 526">
            <a:extLst>
              <a:ext uri="{FF2B5EF4-FFF2-40B4-BE49-F238E27FC236}">
                <a16:creationId xmlns:a16="http://schemas.microsoft.com/office/drawing/2014/main" id="{31050E08-4381-6791-1194-B232F0BA120B}"/>
              </a:ext>
            </a:extLst>
          </p:cNvPr>
          <p:cNvSpPr txBox="1"/>
          <p:nvPr/>
        </p:nvSpPr>
        <p:spPr>
          <a:xfrm>
            <a:off x="6135844" y="4330380"/>
            <a:ext cx="1039080"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+6%</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529" name="直线连接符 528">
            <a:extLst>
              <a:ext uri="{FF2B5EF4-FFF2-40B4-BE49-F238E27FC236}">
                <a16:creationId xmlns:a16="http://schemas.microsoft.com/office/drawing/2014/main" id="{1C4D0632-AFF3-7CD7-7882-788F0A801900}"/>
              </a:ext>
            </a:extLst>
          </p:cNvPr>
          <p:cNvCxnSpPr/>
          <p:nvPr/>
        </p:nvCxnSpPr>
        <p:spPr>
          <a:xfrm>
            <a:off x="4757195" y="4051139"/>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0" name="直线连接符 529">
            <a:extLst>
              <a:ext uri="{FF2B5EF4-FFF2-40B4-BE49-F238E27FC236}">
                <a16:creationId xmlns:a16="http://schemas.microsoft.com/office/drawing/2014/main" id="{2BB65C09-3294-2C28-DC3E-B07E28FEFCD3}"/>
              </a:ext>
            </a:extLst>
          </p:cNvPr>
          <p:cNvCxnSpPr/>
          <p:nvPr/>
        </p:nvCxnSpPr>
        <p:spPr>
          <a:xfrm>
            <a:off x="4757195" y="3835339"/>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直线连接符 530">
            <a:extLst>
              <a:ext uri="{FF2B5EF4-FFF2-40B4-BE49-F238E27FC236}">
                <a16:creationId xmlns:a16="http://schemas.microsoft.com/office/drawing/2014/main" id="{0C8C12DA-1354-9C2D-6569-840C8896CA0F}"/>
              </a:ext>
            </a:extLst>
          </p:cNvPr>
          <p:cNvCxnSpPr/>
          <p:nvPr/>
        </p:nvCxnSpPr>
        <p:spPr>
          <a:xfrm>
            <a:off x="4757195" y="3619315"/>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线连接符 531">
            <a:extLst>
              <a:ext uri="{FF2B5EF4-FFF2-40B4-BE49-F238E27FC236}">
                <a16:creationId xmlns:a16="http://schemas.microsoft.com/office/drawing/2014/main" id="{DE58EEBE-30CD-B2E8-4469-A283416732A0}"/>
              </a:ext>
            </a:extLst>
          </p:cNvPr>
          <p:cNvCxnSpPr/>
          <p:nvPr/>
        </p:nvCxnSpPr>
        <p:spPr>
          <a:xfrm>
            <a:off x="4757195" y="3403291"/>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直线连接符 532">
            <a:extLst>
              <a:ext uri="{FF2B5EF4-FFF2-40B4-BE49-F238E27FC236}">
                <a16:creationId xmlns:a16="http://schemas.microsoft.com/office/drawing/2014/main" id="{6FDA892E-545A-54DC-0F46-DF82E36456C1}"/>
              </a:ext>
            </a:extLst>
          </p:cNvPr>
          <p:cNvCxnSpPr/>
          <p:nvPr/>
        </p:nvCxnSpPr>
        <p:spPr>
          <a:xfrm>
            <a:off x="4757195" y="3187267"/>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直线连接符 535">
            <a:extLst>
              <a:ext uri="{FF2B5EF4-FFF2-40B4-BE49-F238E27FC236}">
                <a16:creationId xmlns:a16="http://schemas.microsoft.com/office/drawing/2014/main" id="{AF0601B4-3100-1E7D-2170-719D3E670C74}"/>
              </a:ext>
            </a:extLst>
          </p:cNvPr>
          <p:cNvCxnSpPr/>
          <p:nvPr/>
        </p:nvCxnSpPr>
        <p:spPr>
          <a:xfrm>
            <a:off x="5150734" y="3067291"/>
            <a:ext cx="0" cy="111117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38" name="文本框 537">
            <a:extLst>
              <a:ext uri="{FF2B5EF4-FFF2-40B4-BE49-F238E27FC236}">
                <a16:creationId xmlns:a16="http://schemas.microsoft.com/office/drawing/2014/main" id="{F442F102-B394-5FA9-3F21-7AE245AF1E80}"/>
              </a:ext>
            </a:extLst>
          </p:cNvPr>
          <p:cNvSpPr txBox="1"/>
          <p:nvPr/>
        </p:nvSpPr>
        <p:spPr>
          <a:xfrm>
            <a:off x="4768770" y="3183038"/>
            <a:ext cx="613459" cy="230832"/>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01</a:t>
            </a:r>
            <a:endParaRPr lang="zh-CN" altLang="en-US" sz="900" dirty="0">
              <a:solidFill>
                <a:srgbClr val="1E344D"/>
              </a:solidFill>
            </a:endParaRPr>
          </a:p>
        </p:txBody>
      </p:sp>
      <p:sp>
        <p:nvSpPr>
          <p:cNvPr id="540" name="文本框 539">
            <a:extLst>
              <a:ext uri="{FF2B5EF4-FFF2-40B4-BE49-F238E27FC236}">
                <a16:creationId xmlns:a16="http://schemas.microsoft.com/office/drawing/2014/main" id="{FCD7F363-A0DB-0841-79AD-DA2412257007}"/>
              </a:ext>
            </a:extLst>
          </p:cNvPr>
          <p:cNvSpPr txBox="1"/>
          <p:nvPr/>
        </p:nvSpPr>
        <p:spPr>
          <a:xfrm>
            <a:off x="4768770" y="3429000"/>
            <a:ext cx="613459" cy="230832"/>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02</a:t>
            </a:r>
            <a:endParaRPr lang="zh-CN" altLang="en-US" sz="900" dirty="0">
              <a:solidFill>
                <a:srgbClr val="1E344D"/>
              </a:solidFill>
            </a:endParaRPr>
          </a:p>
        </p:txBody>
      </p:sp>
      <p:sp>
        <p:nvSpPr>
          <p:cNvPr id="541" name="文本框 540">
            <a:extLst>
              <a:ext uri="{FF2B5EF4-FFF2-40B4-BE49-F238E27FC236}">
                <a16:creationId xmlns:a16="http://schemas.microsoft.com/office/drawing/2014/main" id="{D8B17A00-CDC8-3126-FFD7-418FA020F0F5}"/>
              </a:ext>
            </a:extLst>
          </p:cNvPr>
          <p:cNvSpPr txBox="1"/>
          <p:nvPr/>
        </p:nvSpPr>
        <p:spPr>
          <a:xfrm>
            <a:off x="4768770" y="3645024"/>
            <a:ext cx="613459" cy="230832"/>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03</a:t>
            </a:r>
            <a:endParaRPr lang="zh-CN" altLang="en-US" sz="900" dirty="0">
              <a:solidFill>
                <a:srgbClr val="1E344D"/>
              </a:solidFill>
            </a:endParaRPr>
          </a:p>
        </p:txBody>
      </p:sp>
      <p:sp>
        <p:nvSpPr>
          <p:cNvPr id="542" name="文本框 541">
            <a:extLst>
              <a:ext uri="{FF2B5EF4-FFF2-40B4-BE49-F238E27FC236}">
                <a16:creationId xmlns:a16="http://schemas.microsoft.com/office/drawing/2014/main" id="{52BE88E6-79CB-10A7-F000-DD924D260602}"/>
              </a:ext>
            </a:extLst>
          </p:cNvPr>
          <p:cNvSpPr txBox="1"/>
          <p:nvPr/>
        </p:nvSpPr>
        <p:spPr>
          <a:xfrm>
            <a:off x="4768770" y="3854370"/>
            <a:ext cx="358815" cy="229830"/>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04</a:t>
            </a:r>
            <a:endParaRPr lang="zh-CN" altLang="en-US" sz="900" dirty="0">
              <a:solidFill>
                <a:srgbClr val="1E344D"/>
              </a:solidFill>
            </a:endParaRPr>
          </a:p>
        </p:txBody>
      </p:sp>
      <p:sp>
        <p:nvSpPr>
          <p:cNvPr id="543" name="文本框 542">
            <a:extLst>
              <a:ext uri="{FF2B5EF4-FFF2-40B4-BE49-F238E27FC236}">
                <a16:creationId xmlns:a16="http://schemas.microsoft.com/office/drawing/2014/main" id="{A42ABE68-6895-011E-B470-33CB64C9887C}"/>
              </a:ext>
            </a:extLst>
          </p:cNvPr>
          <p:cNvSpPr txBox="1"/>
          <p:nvPr/>
        </p:nvSpPr>
        <p:spPr>
          <a:xfrm>
            <a:off x="5156428" y="3212757"/>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ECF48B4B-522F-AC9B-BCBD-312B7818CEC4}"/>
              </a:ext>
            </a:extLst>
          </p:cNvPr>
          <p:cNvSpPr txBox="1"/>
          <p:nvPr/>
        </p:nvSpPr>
        <p:spPr>
          <a:xfrm>
            <a:off x="5156428" y="3429000"/>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BD22E4C9-146A-3E5B-5ED1-4A6D285C33FC}"/>
              </a:ext>
            </a:extLst>
          </p:cNvPr>
          <p:cNvSpPr txBox="1"/>
          <p:nvPr/>
        </p:nvSpPr>
        <p:spPr>
          <a:xfrm>
            <a:off x="5156428" y="3645024"/>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7" name="文本框 546">
            <a:extLst>
              <a:ext uri="{FF2B5EF4-FFF2-40B4-BE49-F238E27FC236}">
                <a16:creationId xmlns:a16="http://schemas.microsoft.com/office/drawing/2014/main" id="{E8EE26ED-A441-77FF-8FEE-1481F4E0080C}"/>
              </a:ext>
            </a:extLst>
          </p:cNvPr>
          <p:cNvSpPr txBox="1"/>
          <p:nvPr/>
        </p:nvSpPr>
        <p:spPr>
          <a:xfrm>
            <a:off x="5156428" y="3861048"/>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0" name="文本框 549">
            <a:extLst>
              <a:ext uri="{FF2B5EF4-FFF2-40B4-BE49-F238E27FC236}">
                <a16:creationId xmlns:a16="http://schemas.microsoft.com/office/drawing/2014/main" id="{41B17EC8-0357-E7D4-3919-8A3713C62C11}"/>
              </a:ext>
            </a:extLst>
          </p:cNvPr>
          <p:cNvSpPr txBox="1"/>
          <p:nvPr/>
        </p:nvSpPr>
        <p:spPr>
          <a:xfrm>
            <a:off x="5194300" y="2936240"/>
            <a:ext cx="1023620" cy="276999"/>
          </a:xfrm>
          <a:prstGeom prst="rect">
            <a:avLst/>
          </a:prstGeom>
          <a:noFill/>
        </p:spPr>
        <p:txBody>
          <a:bodyPr wrap="square">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MAIN TITLE</a:t>
            </a:r>
            <a:endParaRPr lang="zh-CN" altLang="en-US" sz="1200" dirty="0">
              <a:solidFill>
                <a:srgbClr val="1E344D"/>
              </a:solidFill>
            </a:endParaRPr>
          </a:p>
        </p:txBody>
      </p:sp>
      <p:cxnSp>
        <p:nvCxnSpPr>
          <p:cNvPr id="552" name="Google Shape;284;p21">
            <a:extLst>
              <a:ext uri="{FF2B5EF4-FFF2-40B4-BE49-F238E27FC236}">
                <a16:creationId xmlns:a16="http://schemas.microsoft.com/office/drawing/2014/main" id="{23362E4A-DAC6-935B-6C48-8901E9A68BB4}"/>
              </a:ext>
            </a:extLst>
          </p:cNvPr>
          <p:cNvCxnSpPr>
            <a:cxnSpLocks/>
          </p:cNvCxnSpPr>
          <p:nvPr/>
        </p:nvCxnSpPr>
        <p:spPr>
          <a:xfrm>
            <a:off x="8688288" y="6103064"/>
            <a:ext cx="2243872" cy="0"/>
          </a:xfrm>
          <a:prstGeom prst="straightConnector1">
            <a:avLst/>
          </a:prstGeom>
          <a:noFill/>
          <a:ln w="22225" cap="flat" cmpd="sng">
            <a:solidFill>
              <a:schemeClr val="tx1"/>
            </a:solidFill>
            <a:prstDash val="solid"/>
            <a:round/>
            <a:headEnd type="none" w="med" len="med"/>
            <a:tailEnd type="none" w="med" len="med"/>
          </a:ln>
        </p:spPr>
      </p:cxnSp>
      <p:sp>
        <p:nvSpPr>
          <p:cNvPr id="553" name="Google Shape;285;p21">
            <a:extLst>
              <a:ext uri="{FF2B5EF4-FFF2-40B4-BE49-F238E27FC236}">
                <a16:creationId xmlns:a16="http://schemas.microsoft.com/office/drawing/2014/main" id="{2181CDFF-66E0-5126-BFE4-EC8D8569A856}"/>
              </a:ext>
            </a:extLst>
          </p:cNvPr>
          <p:cNvSpPr txBox="1"/>
          <p:nvPr/>
        </p:nvSpPr>
        <p:spPr>
          <a:xfrm>
            <a:off x="9125499"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2020</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554" name="Google Shape;286;p21">
            <a:extLst>
              <a:ext uri="{FF2B5EF4-FFF2-40B4-BE49-F238E27FC236}">
                <a16:creationId xmlns:a16="http://schemas.microsoft.com/office/drawing/2014/main" id="{80CB5CB8-7821-1494-9A8E-E33C082F0943}"/>
              </a:ext>
            </a:extLst>
          </p:cNvPr>
          <p:cNvSpPr txBox="1"/>
          <p:nvPr/>
        </p:nvSpPr>
        <p:spPr>
          <a:xfrm>
            <a:off x="9533656"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2021</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55" name="Google Shape;287;p21">
            <a:extLst>
              <a:ext uri="{FF2B5EF4-FFF2-40B4-BE49-F238E27FC236}">
                <a16:creationId xmlns:a16="http://schemas.microsoft.com/office/drawing/2014/main" id="{1809C8CD-5398-FDDE-0D55-9F9AA2AF506F}"/>
              </a:ext>
            </a:extLst>
          </p:cNvPr>
          <p:cNvSpPr txBox="1"/>
          <p:nvPr/>
        </p:nvSpPr>
        <p:spPr>
          <a:xfrm>
            <a:off x="9931653"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2022</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60" name="Google Shape;303;p21">
            <a:extLst>
              <a:ext uri="{FF2B5EF4-FFF2-40B4-BE49-F238E27FC236}">
                <a16:creationId xmlns:a16="http://schemas.microsoft.com/office/drawing/2014/main" id="{D710D2C1-A08C-427D-3BC4-E9576D012D37}"/>
              </a:ext>
            </a:extLst>
          </p:cNvPr>
          <p:cNvSpPr txBox="1"/>
          <p:nvPr/>
        </p:nvSpPr>
        <p:spPr>
          <a:xfrm>
            <a:off x="10329650"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2023</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61" name="Google Shape;285;p21">
            <a:extLst>
              <a:ext uri="{FF2B5EF4-FFF2-40B4-BE49-F238E27FC236}">
                <a16:creationId xmlns:a16="http://schemas.microsoft.com/office/drawing/2014/main" id="{5D4535CB-9638-5AE7-D911-6651DDEB3B42}"/>
              </a:ext>
            </a:extLst>
          </p:cNvPr>
          <p:cNvSpPr txBox="1"/>
          <p:nvPr/>
        </p:nvSpPr>
        <p:spPr>
          <a:xfrm>
            <a:off x="8736383" y="6121385"/>
            <a:ext cx="616651" cy="27981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2019</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63" name="Google Shape;299;p21">
            <a:extLst>
              <a:ext uri="{FF2B5EF4-FFF2-40B4-BE49-F238E27FC236}">
                <a16:creationId xmlns:a16="http://schemas.microsoft.com/office/drawing/2014/main" id="{2495E450-CE70-D84F-1E84-A524BD72CC54}"/>
              </a:ext>
            </a:extLst>
          </p:cNvPr>
          <p:cNvSpPr/>
          <p:nvPr/>
        </p:nvSpPr>
        <p:spPr>
          <a:xfrm rot="16200000">
            <a:off x="8282988" y="5209922"/>
            <a:ext cx="1559897" cy="202773"/>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4" name="Google Shape;299;p21">
            <a:extLst>
              <a:ext uri="{FF2B5EF4-FFF2-40B4-BE49-F238E27FC236}">
                <a16:creationId xmlns:a16="http://schemas.microsoft.com/office/drawing/2014/main" id="{4BB2D71C-6A13-E5B9-2400-E6E379899A4F}"/>
              </a:ext>
            </a:extLst>
          </p:cNvPr>
          <p:cNvSpPr/>
          <p:nvPr/>
        </p:nvSpPr>
        <p:spPr>
          <a:xfrm rot="16200000">
            <a:off x="8494527" y="5050040"/>
            <a:ext cx="1889518" cy="201917"/>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5" name="Google Shape;299;p21">
            <a:extLst>
              <a:ext uri="{FF2B5EF4-FFF2-40B4-BE49-F238E27FC236}">
                <a16:creationId xmlns:a16="http://schemas.microsoft.com/office/drawing/2014/main" id="{1C7913BA-0930-D014-F47C-27A9765BD51C}"/>
              </a:ext>
            </a:extLst>
          </p:cNvPr>
          <p:cNvSpPr/>
          <p:nvPr/>
        </p:nvSpPr>
        <p:spPr>
          <a:xfrm rot="16200000">
            <a:off x="9137787" y="5308347"/>
            <a:ext cx="1382643" cy="194428"/>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6" name="Google Shape;299;p21">
            <a:extLst>
              <a:ext uri="{FF2B5EF4-FFF2-40B4-BE49-F238E27FC236}">
                <a16:creationId xmlns:a16="http://schemas.microsoft.com/office/drawing/2014/main" id="{2DD13384-B838-648B-039A-57D45169AFFD}"/>
              </a:ext>
            </a:extLst>
          </p:cNvPr>
          <p:cNvSpPr/>
          <p:nvPr/>
        </p:nvSpPr>
        <p:spPr>
          <a:xfrm rot="16200000">
            <a:off x="9462578" y="5225612"/>
            <a:ext cx="1544078" cy="196213"/>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7" name="Google Shape;299;p21">
            <a:extLst>
              <a:ext uri="{FF2B5EF4-FFF2-40B4-BE49-F238E27FC236}">
                <a16:creationId xmlns:a16="http://schemas.microsoft.com/office/drawing/2014/main" id="{F207A991-708E-E4CE-DAF5-57E8159CCF13}"/>
              </a:ext>
            </a:extLst>
          </p:cNvPr>
          <p:cNvSpPr/>
          <p:nvPr/>
        </p:nvSpPr>
        <p:spPr>
          <a:xfrm rot="16200000">
            <a:off x="9562575" y="4968886"/>
            <a:ext cx="2061114" cy="190382"/>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9" name="Google Shape;299;p21">
            <a:extLst>
              <a:ext uri="{FF2B5EF4-FFF2-40B4-BE49-F238E27FC236}">
                <a16:creationId xmlns:a16="http://schemas.microsoft.com/office/drawing/2014/main" id="{68E34090-C955-8298-9788-19A37C42B14F}"/>
              </a:ext>
            </a:extLst>
          </p:cNvPr>
          <p:cNvSpPr/>
          <p:nvPr/>
        </p:nvSpPr>
        <p:spPr>
          <a:xfrm rot="16200000">
            <a:off x="10536773" y="3873861"/>
            <a:ext cx="112160" cy="188402"/>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0" name="Google Shape;299;p21">
            <a:extLst>
              <a:ext uri="{FF2B5EF4-FFF2-40B4-BE49-F238E27FC236}">
                <a16:creationId xmlns:a16="http://schemas.microsoft.com/office/drawing/2014/main" id="{E7A61826-95AB-0B19-1225-E6A525D0B236}"/>
              </a:ext>
            </a:extLst>
          </p:cNvPr>
          <p:cNvSpPr/>
          <p:nvPr/>
        </p:nvSpPr>
        <p:spPr>
          <a:xfrm rot="16200000">
            <a:off x="10153048" y="4371554"/>
            <a:ext cx="163167" cy="192269"/>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1" name="Google Shape;299;p21">
            <a:extLst>
              <a:ext uri="{FF2B5EF4-FFF2-40B4-BE49-F238E27FC236}">
                <a16:creationId xmlns:a16="http://schemas.microsoft.com/office/drawing/2014/main" id="{0FC7798A-17ED-C798-C788-89B26E4FE5CD}"/>
              </a:ext>
            </a:extLst>
          </p:cNvPr>
          <p:cNvSpPr/>
          <p:nvPr/>
        </p:nvSpPr>
        <p:spPr>
          <a:xfrm rot="16200000">
            <a:off x="9789287" y="4574572"/>
            <a:ext cx="86884" cy="192269"/>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2" name="Google Shape;299;p21">
            <a:extLst>
              <a:ext uri="{FF2B5EF4-FFF2-40B4-BE49-F238E27FC236}">
                <a16:creationId xmlns:a16="http://schemas.microsoft.com/office/drawing/2014/main" id="{8FF2BA64-0D5A-35C9-5EEB-212439A0BA78}"/>
              </a:ext>
            </a:extLst>
          </p:cNvPr>
          <p:cNvSpPr/>
          <p:nvPr/>
        </p:nvSpPr>
        <p:spPr>
          <a:xfrm rot="16200000">
            <a:off x="9395596" y="4057076"/>
            <a:ext cx="90475" cy="193618"/>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3" name="Google Shape;299;p21">
            <a:extLst>
              <a:ext uri="{FF2B5EF4-FFF2-40B4-BE49-F238E27FC236}">
                <a16:creationId xmlns:a16="http://schemas.microsoft.com/office/drawing/2014/main" id="{B7CF192B-AA9A-70F5-F952-D7CE5349F121}"/>
              </a:ext>
            </a:extLst>
          </p:cNvPr>
          <p:cNvSpPr/>
          <p:nvPr/>
        </p:nvSpPr>
        <p:spPr>
          <a:xfrm rot="16200000">
            <a:off x="9020128" y="4382491"/>
            <a:ext cx="85090" cy="202849"/>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4" name="Google Shape;299;p21">
            <a:extLst>
              <a:ext uri="{FF2B5EF4-FFF2-40B4-BE49-F238E27FC236}">
                <a16:creationId xmlns:a16="http://schemas.microsoft.com/office/drawing/2014/main" id="{A03DD37E-03E5-0247-6611-08812B66BDE0}"/>
              </a:ext>
            </a:extLst>
          </p:cNvPr>
          <p:cNvSpPr/>
          <p:nvPr/>
        </p:nvSpPr>
        <p:spPr>
          <a:xfrm rot="16200000">
            <a:off x="9020130" y="4289482"/>
            <a:ext cx="85090" cy="202849"/>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5" name="Google Shape;299;p21">
            <a:extLst>
              <a:ext uri="{FF2B5EF4-FFF2-40B4-BE49-F238E27FC236}">
                <a16:creationId xmlns:a16="http://schemas.microsoft.com/office/drawing/2014/main" id="{5128DC6A-77FB-52B9-890E-7A84ED6F918B}"/>
              </a:ext>
            </a:extLst>
          </p:cNvPr>
          <p:cNvSpPr/>
          <p:nvPr/>
        </p:nvSpPr>
        <p:spPr>
          <a:xfrm rot="16200000">
            <a:off x="9361470" y="3920049"/>
            <a:ext cx="162443" cy="196259"/>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6" name="Google Shape;299;p21">
            <a:extLst>
              <a:ext uri="{FF2B5EF4-FFF2-40B4-BE49-F238E27FC236}">
                <a16:creationId xmlns:a16="http://schemas.microsoft.com/office/drawing/2014/main" id="{491DAEB3-C51B-1A2A-7FAB-F6A8FD4F812A}"/>
              </a:ext>
            </a:extLst>
          </p:cNvPr>
          <p:cNvSpPr/>
          <p:nvPr/>
        </p:nvSpPr>
        <p:spPr>
          <a:xfrm rot="16200000">
            <a:off x="9786746" y="4483326"/>
            <a:ext cx="92548" cy="189509"/>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7" name="Google Shape;299;p21">
            <a:extLst>
              <a:ext uri="{FF2B5EF4-FFF2-40B4-BE49-F238E27FC236}">
                <a16:creationId xmlns:a16="http://schemas.microsoft.com/office/drawing/2014/main" id="{9E268698-0DA8-7754-ADBF-C7EA97487CF0}"/>
              </a:ext>
            </a:extLst>
          </p:cNvPr>
          <p:cNvSpPr/>
          <p:nvPr/>
        </p:nvSpPr>
        <p:spPr>
          <a:xfrm rot="16200000">
            <a:off x="10150140" y="4197293"/>
            <a:ext cx="167928" cy="19121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8" name="Google Shape;299;p21">
            <a:extLst>
              <a:ext uri="{FF2B5EF4-FFF2-40B4-BE49-F238E27FC236}">
                <a16:creationId xmlns:a16="http://schemas.microsoft.com/office/drawing/2014/main" id="{3AC9C2E1-448A-C065-892A-35081D5781D5}"/>
              </a:ext>
            </a:extLst>
          </p:cNvPr>
          <p:cNvSpPr/>
          <p:nvPr/>
        </p:nvSpPr>
        <p:spPr>
          <a:xfrm rot="16200000">
            <a:off x="10518532" y="3737424"/>
            <a:ext cx="152885" cy="18415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80" name="任意形状 579">
            <a:extLst>
              <a:ext uri="{FF2B5EF4-FFF2-40B4-BE49-F238E27FC236}">
                <a16:creationId xmlns:a16="http://schemas.microsoft.com/office/drawing/2014/main" id="{EC76F7EB-82AB-738A-BC97-D158CD59A1AA}"/>
              </a:ext>
            </a:extLst>
          </p:cNvPr>
          <p:cNvSpPr/>
          <p:nvPr/>
        </p:nvSpPr>
        <p:spPr>
          <a:xfrm>
            <a:off x="9081185" y="4250370"/>
            <a:ext cx="1570382" cy="1753095"/>
          </a:xfrm>
          <a:custGeom>
            <a:avLst/>
            <a:gdLst>
              <a:gd name="connsiteX0" fmla="*/ 0 w 1570382"/>
              <a:gd name="connsiteY0" fmla="*/ 914400 h 1753095"/>
              <a:gd name="connsiteX1" fmla="*/ 357808 w 1570382"/>
              <a:gd name="connsiteY1" fmla="*/ 99391 h 1753095"/>
              <a:gd name="connsiteX2" fmla="*/ 755374 w 1570382"/>
              <a:gd name="connsiteY2" fmla="*/ 1749287 h 1753095"/>
              <a:gd name="connsiteX3" fmla="*/ 1172817 w 1570382"/>
              <a:gd name="connsiteY3" fmla="*/ 536713 h 1753095"/>
              <a:gd name="connsiteX4" fmla="*/ 1570382 w 1570382"/>
              <a:gd name="connsiteY4" fmla="*/ 0 h 175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382" h="1753095">
                <a:moveTo>
                  <a:pt x="0" y="914400"/>
                </a:moveTo>
                <a:cubicBezTo>
                  <a:pt x="115956" y="437321"/>
                  <a:pt x="231912" y="-39757"/>
                  <a:pt x="357808" y="99391"/>
                </a:cubicBezTo>
                <a:cubicBezTo>
                  <a:pt x="483704" y="238539"/>
                  <a:pt x="619539" y="1676400"/>
                  <a:pt x="755374" y="1749287"/>
                </a:cubicBezTo>
                <a:cubicBezTo>
                  <a:pt x="891209" y="1822174"/>
                  <a:pt x="1036982" y="828261"/>
                  <a:pt x="1172817" y="536713"/>
                </a:cubicBezTo>
                <a:cubicBezTo>
                  <a:pt x="1308652" y="245165"/>
                  <a:pt x="1517373" y="56322"/>
                  <a:pt x="1570382" y="0"/>
                </a:cubicBezTo>
              </a:path>
            </a:pathLst>
          </a:custGeom>
          <a:noFill/>
          <a:ln w="22225">
            <a:solidFill>
              <a:schemeClr val="tx1">
                <a:lumMod val="50000"/>
                <a:lumOff val="5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1" name="椭圆 580">
            <a:extLst>
              <a:ext uri="{FF2B5EF4-FFF2-40B4-BE49-F238E27FC236}">
                <a16:creationId xmlns:a16="http://schemas.microsoft.com/office/drawing/2014/main" id="{01796F04-E3FB-DC25-A257-72EC4337BDE1}"/>
              </a:ext>
            </a:extLst>
          </p:cNvPr>
          <p:cNvSpPr/>
          <p:nvPr/>
        </p:nvSpPr>
        <p:spPr>
          <a:xfrm>
            <a:off x="8840791" y="5084063"/>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2" name="椭圆 581">
            <a:extLst>
              <a:ext uri="{FF2B5EF4-FFF2-40B4-BE49-F238E27FC236}">
                <a16:creationId xmlns:a16="http://schemas.microsoft.com/office/drawing/2014/main" id="{0C934FA2-5700-CBB2-F3A1-AE1EC6F0DAE8}"/>
              </a:ext>
            </a:extLst>
          </p:cNvPr>
          <p:cNvSpPr/>
          <p:nvPr/>
        </p:nvSpPr>
        <p:spPr>
          <a:xfrm>
            <a:off x="9281079" y="4293219"/>
            <a:ext cx="330642" cy="31405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3" name="椭圆 582">
            <a:extLst>
              <a:ext uri="{FF2B5EF4-FFF2-40B4-BE49-F238E27FC236}">
                <a16:creationId xmlns:a16="http://schemas.microsoft.com/office/drawing/2014/main" id="{7B213075-4BBB-3921-B157-18D1B2B9E870}"/>
              </a:ext>
            </a:extLst>
          </p:cNvPr>
          <p:cNvSpPr/>
          <p:nvPr/>
        </p:nvSpPr>
        <p:spPr>
          <a:xfrm>
            <a:off x="9674573" y="5733256"/>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4" name="椭圆 583">
            <a:extLst>
              <a:ext uri="{FF2B5EF4-FFF2-40B4-BE49-F238E27FC236}">
                <a16:creationId xmlns:a16="http://schemas.microsoft.com/office/drawing/2014/main" id="{E99CD221-EF32-0C16-CDF9-D44054969EDA}"/>
              </a:ext>
            </a:extLst>
          </p:cNvPr>
          <p:cNvSpPr/>
          <p:nvPr/>
        </p:nvSpPr>
        <p:spPr>
          <a:xfrm>
            <a:off x="10128448" y="4653136"/>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5" name="椭圆 584">
            <a:extLst>
              <a:ext uri="{FF2B5EF4-FFF2-40B4-BE49-F238E27FC236}">
                <a16:creationId xmlns:a16="http://schemas.microsoft.com/office/drawing/2014/main" id="{8979CF36-E5FB-7936-BBFF-319040F5A19C}"/>
              </a:ext>
            </a:extLst>
          </p:cNvPr>
          <p:cNvSpPr/>
          <p:nvPr/>
        </p:nvSpPr>
        <p:spPr>
          <a:xfrm>
            <a:off x="10488488" y="4149080"/>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7615A753-AE5C-DEAC-F623-6FC904E2413B}"/>
              </a:ext>
            </a:extLst>
          </p:cNvPr>
          <p:cNvSpPr txBox="1"/>
          <p:nvPr/>
        </p:nvSpPr>
        <p:spPr>
          <a:xfrm>
            <a:off x="8782599" y="5124214"/>
            <a:ext cx="456187" cy="261610"/>
          </a:xfrm>
          <a:prstGeom prst="rect">
            <a:avLst/>
          </a:prstGeom>
          <a:noFill/>
        </p:spPr>
        <p:txBody>
          <a:bodyPr wrap="square" rtlCol="0">
            <a:spAutoFit/>
          </a:bodyPr>
          <a:lstStyle/>
          <a:p>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33%</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0CCD0336-3CF6-ADFF-E5B4-67BB0E992FB4}"/>
              </a:ext>
            </a:extLst>
          </p:cNvPr>
          <p:cNvSpPr txBox="1"/>
          <p:nvPr/>
        </p:nvSpPr>
        <p:spPr>
          <a:xfrm>
            <a:off x="9225798" y="4326549"/>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+8%</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2EC1B53A-7AC1-1A6D-7DAA-655B82E7DC92}"/>
              </a:ext>
            </a:extLst>
          </p:cNvPr>
          <p:cNvSpPr txBox="1"/>
          <p:nvPr/>
        </p:nvSpPr>
        <p:spPr>
          <a:xfrm>
            <a:off x="9641119" y="5782963"/>
            <a:ext cx="559398" cy="230832"/>
          </a:xfrm>
          <a:prstGeom prst="rect">
            <a:avLst/>
          </a:prstGeom>
          <a:noFill/>
        </p:spPr>
        <p:txBody>
          <a:bodyPr wrap="square" rtlCol="0">
            <a:spAutoFit/>
          </a:bodyPr>
          <a:lstStyle/>
          <a:p>
            <a:r>
              <a:rPr kumimoji="1" lang="en-US" altLang="zh-CN" sz="900"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9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A775AED6-CFDF-44E0-CF9C-0A082A37A8BC}"/>
              </a:ext>
            </a:extLst>
          </p:cNvPr>
          <p:cNvSpPr txBox="1"/>
          <p:nvPr/>
        </p:nvSpPr>
        <p:spPr>
          <a:xfrm>
            <a:off x="10095593" y="4705691"/>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+6%</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CF0832AB-1FC0-0009-A1F9-F9598185F66E}"/>
              </a:ext>
            </a:extLst>
          </p:cNvPr>
          <p:cNvSpPr txBox="1"/>
          <p:nvPr/>
        </p:nvSpPr>
        <p:spPr>
          <a:xfrm>
            <a:off x="10438783" y="4193685"/>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+7%</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2" name="圆角矩形 11">
            <a:extLst>
              <a:ext uri="{FF2B5EF4-FFF2-40B4-BE49-F238E27FC236}">
                <a16:creationId xmlns:a16="http://schemas.microsoft.com/office/drawing/2014/main" id="{7017508B-076A-C8D1-93CE-2B72AD7D22E4}"/>
              </a:ext>
            </a:extLst>
          </p:cNvPr>
          <p:cNvSpPr/>
          <p:nvPr/>
        </p:nvSpPr>
        <p:spPr>
          <a:xfrm>
            <a:off x="10937488" y="4699412"/>
            <a:ext cx="869795"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文本框 10">
            <a:extLst>
              <a:ext uri="{FF2B5EF4-FFF2-40B4-BE49-F238E27FC236}">
                <a16:creationId xmlns:a16="http://schemas.microsoft.com/office/drawing/2014/main" id="{E6B3E6BA-98A1-DBB6-4FFB-E6214928E04F}"/>
              </a:ext>
            </a:extLst>
          </p:cNvPr>
          <p:cNvSpPr txBox="1"/>
          <p:nvPr/>
        </p:nvSpPr>
        <p:spPr>
          <a:xfrm>
            <a:off x="11005243" y="4741505"/>
            <a:ext cx="785314" cy="461665"/>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6" name="直线箭头连接符 15">
            <a:extLst>
              <a:ext uri="{FF2B5EF4-FFF2-40B4-BE49-F238E27FC236}">
                <a16:creationId xmlns:a16="http://schemas.microsoft.com/office/drawing/2014/main" id="{A45E24F7-95B5-7D3A-8FB6-51C14E5347DD}"/>
              </a:ext>
            </a:extLst>
          </p:cNvPr>
          <p:cNvCxnSpPr/>
          <p:nvPr/>
        </p:nvCxnSpPr>
        <p:spPr>
          <a:xfrm flipV="1">
            <a:off x="8875079" y="3277893"/>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椭圆 16">
            <a:extLst>
              <a:ext uri="{FF2B5EF4-FFF2-40B4-BE49-F238E27FC236}">
                <a16:creationId xmlns:a16="http://schemas.microsoft.com/office/drawing/2014/main" id="{D1349822-3612-B5C0-1E4A-1EA3748A0C00}"/>
              </a:ext>
            </a:extLst>
          </p:cNvPr>
          <p:cNvSpPr/>
          <p:nvPr/>
        </p:nvSpPr>
        <p:spPr>
          <a:xfrm>
            <a:off x="9372035" y="3436920"/>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文本框 17">
            <a:extLst>
              <a:ext uri="{FF2B5EF4-FFF2-40B4-BE49-F238E27FC236}">
                <a16:creationId xmlns:a16="http://schemas.microsoft.com/office/drawing/2014/main" id="{86979E63-B470-1E2B-68D7-DC841FF5BD0D}"/>
              </a:ext>
            </a:extLst>
          </p:cNvPr>
          <p:cNvSpPr txBox="1"/>
          <p:nvPr/>
        </p:nvSpPr>
        <p:spPr>
          <a:xfrm>
            <a:off x="9375769" y="3436699"/>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+13%</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884E2696-1BE3-1F93-2D3D-FD49D3F5E076}"/>
              </a:ext>
            </a:extLst>
          </p:cNvPr>
          <p:cNvSpPr txBox="1"/>
          <p:nvPr/>
        </p:nvSpPr>
        <p:spPr>
          <a:xfrm>
            <a:off x="9107511" y="2535230"/>
            <a:ext cx="1069421" cy="276999"/>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main title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矩形 21">
            <a:extLst>
              <a:ext uri="{FF2B5EF4-FFF2-40B4-BE49-F238E27FC236}">
                <a16:creationId xmlns:a16="http://schemas.microsoft.com/office/drawing/2014/main" id="{F81B37C9-B3B1-FC1A-65F1-931B01C337D8}"/>
              </a:ext>
            </a:extLst>
          </p:cNvPr>
          <p:cNvSpPr/>
          <p:nvPr/>
        </p:nvSpPr>
        <p:spPr>
          <a:xfrm>
            <a:off x="8923866" y="2616200"/>
            <a:ext cx="220133" cy="14393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文本框 53">
            <a:extLst>
              <a:ext uri="{FF2B5EF4-FFF2-40B4-BE49-F238E27FC236}">
                <a16:creationId xmlns:a16="http://schemas.microsoft.com/office/drawing/2014/main" id="{C5A2F359-626A-69DD-0D75-01BD6B86B6CE}"/>
              </a:ext>
            </a:extLst>
          </p:cNvPr>
          <p:cNvSpPr txBox="1"/>
          <p:nvPr/>
        </p:nvSpPr>
        <p:spPr>
          <a:xfrm>
            <a:off x="9107511" y="2738593"/>
            <a:ext cx="1408089" cy="276999"/>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table content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矩形 54">
            <a:extLst>
              <a:ext uri="{FF2B5EF4-FFF2-40B4-BE49-F238E27FC236}">
                <a16:creationId xmlns:a16="http://schemas.microsoft.com/office/drawing/2014/main" id="{CB9B438E-8F72-8D22-B2C2-B3E0A8D39A9F}"/>
              </a:ext>
            </a:extLst>
          </p:cNvPr>
          <p:cNvSpPr/>
          <p:nvPr/>
        </p:nvSpPr>
        <p:spPr>
          <a:xfrm>
            <a:off x="8923866" y="2819563"/>
            <a:ext cx="220133" cy="143934"/>
          </a:xfrm>
          <a:prstGeom prst="rect">
            <a:avLst/>
          </a:prstGeom>
          <a:pattFill prst="wdDnDiag">
            <a:fgClr>
              <a:schemeClr val="tx1">
                <a:lumMod val="65000"/>
                <a:lumOff val="35000"/>
              </a:schemeClr>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1F3DDA56-36BE-CECD-8CBD-6682C90ED4D0}"/>
              </a:ext>
            </a:extLst>
          </p:cNvPr>
          <p:cNvSpPr txBox="1"/>
          <p:nvPr/>
        </p:nvSpPr>
        <p:spPr>
          <a:xfrm>
            <a:off x="9107511" y="2954617"/>
            <a:ext cx="1069421" cy="276999"/>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main title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矩形 59">
            <a:extLst>
              <a:ext uri="{FF2B5EF4-FFF2-40B4-BE49-F238E27FC236}">
                <a16:creationId xmlns:a16="http://schemas.microsoft.com/office/drawing/2014/main" id="{D946BDDB-18F5-3E46-4A01-3485D717F840}"/>
              </a:ext>
            </a:extLst>
          </p:cNvPr>
          <p:cNvSpPr/>
          <p:nvPr/>
        </p:nvSpPr>
        <p:spPr>
          <a:xfrm>
            <a:off x="8923866" y="3035587"/>
            <a:ext cx="220133" cy="14393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8" name="文本框 447">
            <a:extLst>
              <a:ext uri="{FF2B5EF4-FFF2-40B4-BE49-F238E27FC236}">
                <a16:creationId xmlns:a16="http://schemas.microsoft.com/office/drawing/2014/main" id="{EACB0229-528D-F605-EE20-735CE6512009}"/>
              </a:ext>
            </a:extLst>
          </p:cNvPr>
          <p:cNvSpPr txBox="1"/>
          <p:nvPr/>
        </p:nvSpPr>
        <p:spPr>
          <a:xfrm>
            <a:off x="465666" y="1574800"/>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450" name="文本框 449">
            <a:extLst>
              <a:ext uri="{FF2B5EF4-FFF2-40B4-BE49-F238E27FC236}">
                <a16:creationId xmlns:a16="http://schemas.microsoft.com/office/drawing/2014/main" id="{A5A4C02A-3DDD-681D-9C3D-633098E05B4A}"/>
              </a:ext>
            </a:extLst>
          </p:cNvPr>
          <p:cNvSpPr txBox="1"/>
          <p:nvPr/>
        </p:nvSpPr>
        <p:spPr>
          <a:xfrm>
            <a:off x="4439816" y="1578000"/>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453" name="文本框 452">
            <a:extLst>
              <a:ext uri="{FF2B5EF4-FFF2-40B4-BE49-F238E27FC236}">
                <a16:creationId xmlns:a16="http://schemas.microsoft.com/office/drawing/2014/main" id="{C4AB1A1A-4A05-1455-B547-0A77D30C6321}"/>
              </a:ext>
            </a:extLst>
          </p:cNvPr>
          <p:cNvSpPr txBox="1"/>
          <p:nvPr/>
        </p:nvSpPr>
        <p:spPr>
          <a:xfrm>
            <a:off x="8400256" y="1505992"/>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456" name="文本框 455">
            <a:extLst>
              <a:ext uri="{FF2B5EF4-FFF2-40B4-BE49-F238E27FC236}">
                <a16:creationId xmlns:a16="http://schemas.microsoft.com/office/drawing/2014/main" id="{53E23911-B869-5B45-99C9-62C9A2D245C6}"/>
              </a:ext>
            </a:extLst>
          </p:cNvPr>
          <p:cNvSpPr txBox="1"/>
          <p:nvPr/>
        </p:nvSpPr>
        <p:spPr>
          <a:xfrm>
            <a:off x="8408722" y="1175544"/>
            <a:ext cx="2734733" cy="400110"/>
          </a:xfrm>
          <a:prstGeom prst="rect">
            <a:avLst/>
          </a:prstGeom>
          <a:noFill/>
        </p:spPr>
        <p:txBody>
          <a:bodyPr wrap="square">
            <a:spAutoFit/>
          </a:bodyPr>
          <a:lstStyle/>
          <a:p>
            <a:r>
              <a:rPr lang="en" altLang="zh-CN" sz="2000" dirty="0">
                <a:solidFill>
                  <a:schemeClr val="bg1"/>
                </a:solidFill>
                <a:latin typeface="Alibaba PuHuiTi" pitchFamily="18" charset="-122"/>
                <a:ea typeface="Alibaba PuHuiTi" pitchFamily="18" charset="-122"/>
                <a:cs typeface="Alibaba PuHuiTi" pitchFamily="18" charset="-122"/>
              </a:rPr>
              <a:t>WRITE HERE</a:t>
            </a:r>
            <a:endParaRPr lang="zh-CN" altLang="en-US" sz="2000" dirty="0">
              <a:solidFill>
                <a:schemeClr val="bg1"/>
              </a:solidFill>
              <a:latin typeface="Alibaba PuHuiTi" pitchFamily="18" charset="-122"/>
              <a:ea typeface="Alibaba PuHuiTi" pitchFamily="18" charset="-122"/>
              <a:cs typeface="Alibaba PuHuiTi" pitchFamily="18" charset="-122"/>
            </a:endParaRPr>
          </a:p>
        </p:txBody>
      </p:sp>
      <p:sp>
        <p:nvSpPr>
          <p:cNvPr id="468" name="文本框 467">
            <a:extLst>
              <a:ext uri="{FF2B5EF4-FFF2-40B4-BE49-F238E27FC236}">
                <a16:creationId xmlns:a16="http://schemas.microsoft.com/office/drawing/2014/main" id="{17536628-3214-B2D2-EA0C-19BB0A41C8F7}"/>
              </a:ext>
            </a:extLst>
          </p:cNvPr>
          <p:cNvSpPr txBox="1"/>
          <p:nvPr/>
        </p:nvSpPr>
        <p:spPr>
          <a:xfrm>
            <a:off x="10862734" y="2709333"/>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0" name="文本框 469">
            <a:extLst>
              <a:ext uri="{FF2B5EF4-FFF2-40B4-BE49-F238E27FC236}">
                <a16:creationId xmlns:a16="http://schemas.microsoft.com/office/drawing/2014/main" id="{8BD7CF9D-85D4-CC10-BF5C-C0726A80C674}"/>
              </a:ext>
            </a:extLst>
          </p:cNvPr>
          <p:cNvSpPr txBox="1"/>
          <p:nvPr/>
        </p:nvSpPr>
        <p:spPr>
          <a:xfrm>
            <a:off x="10888134" y="3549132"/>
            <a:ext cx="801823" cy="400110"/>
          </a:xfrm>
          <a:prstGeom prst="rect">
            <a:avLst/>
          </a:prstGeom>
          <a:noFill/>
        </p:spPr>
        <p:txBody>
          <a:bodyPr wrap="non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0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000" dirty="0">
                <a:solidFill>
                  <a:srgbClr val="1E344D"/>
                </a:solidFill>
                <a:latin typeface="Alibaba PuHuiTi Medium" pitchFamily="18" charset="-122"/>
                <a:ea typeface="Alibaba PuHuiTi Medium" pitchFamily="18" charset="-122"/>
                <a:cs typeface="Alibaba PuHuiTi Medium" pitchFamily="18" charset="-122"/>
              </a:rPr>
              <a:t>mportant</a:t>
            </a:r>
            <a:endParaRPr lang="en-US" altLang="zh-CN" sz="1000" dirty="0">
              <a:solidFill>
                <a:srgbClr val="1E344D"/>
              </a:solidFill>
              <a:latin typeface="Alibaba PuHuiTi Medium" pitchFamily="18" charset="-122"/>
              <a:ea typeface="Alibaba PuHuiTi Medium" pitchFamily="18" charset="-122"/>
              <a:cs typeface="Alibaba PuHuiTi Medium" pitchFamily="18" charset="-122"/>
            </a:endParaRPr>
          </a:p>
          <a:p>
            <a:r>
              <a:rPr lang="zh-CN" altLang="en-US" sz="1000" dirty="0">
                <a:solidFill>
                  <a:srgbClr val="1E344D"/>
                </a:solidFill>
                <a:latin typeface="Alibaba PuHuiTi Medium" pitchFamily="18" charset="-122"/>
                <a:ea typeface="Alibaba PuHuiTi Medium" pitchFamily="18" charset="-122"/>
                <a:cs typeface="Alibaba PuHuiTi Medium" pitchFamily="18" charset="-122"/>
              </a:rPr>
              <a:t>data</a:t>
            </a:r>
          </a:p>
        </p:txBody>
      </p:sp>
      <p:sp>
        <p:nvSpPr>
          <p:cNvPr id="476" name="文本框 475">
            <a:extLst>
              <a:ext uri="{FF2B5EF4-FFF2-40B4-BE49-F238E27FC236}">
                <a16:creationId xmlns:a16="http://schemas.microsoft.com/office/drawing/2014/main" id="{E6EFDB6C-7E14-5EBA-53D8-6D4363F3D144}"/>
              </a:ext>
            </a:extLst>
          </p:cNvPr>
          <p:cNvSpPr txBox="1"/>
          <p:nvPr/>
        </p:nvSpPr>
        <p:spPr>
          <a:xfrm>
            <a:off x="10861021" y="3039532"/>
            <a:ext cx="890711" cy="369332"/>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80" name="Google Shape;284;p21">
            <a:extLst>
              <a:ext uri="{FF2B5EF4-FFF2-40B4-BE49-F238E27FC236}">
                <a16:creationId xmlns:a16="http://schemas.microsoft.com/office/drawing/2014/main" id="{15887AE9-E4F7-2CAA-B1F0-4921B1E10E23}"/>
              </a:ext>
            </a:extLst>
          </p:cNvPr>
          <p:cNvCxnSpPr>
            <a:cxnSpLocks/>
          </p:cNvCxnSpPr>
          <p:nvPr/>
        </p:nvCxnSpPr>
        <p:spPr>
          <a:xfrm>
            <a:off x="10938933" y="2993908"/>
            <a:ext cx="695003" cy="0"/>
          </a:xfrm>
          <a:prstGeom prst="straightConnector1">
            <a:avLst/>
          </a:prstGeom>
          <a:noFill/>
          <a:ln w="12700" cap="flat" cmpd="sng">
            <a:solidFill>
              <a:schemeClr val="tx1"/>
            </a:solidFill>
            <a:prstDash val="solid"/>
            <a:round/>
            <a:headEnd type="none" w="med" len="med"/>
            <a:tailEnd type="none" w="med" len="med"/>
          </a:ln>
        </p:spPr>
      </p:cxnSp>
      <p:sp>
        <p:nvSpPr>
          <p:cNvPr id="482" name="文本框 481">
            <a:extLst>
              <a:ext uri="{FF2B5EF4-FFF2-40B4-BE49-F238E27FC236}">
                <a16:creationId xmlns:a16="http://schemas.microsoft.com/office/drawing/2014/main" id="{4BAD3BB6-2AED-47DC-3FC8-A6A6239E8AAD}"/>
              </a:ext>
            </a:extLst>
          </p:cNvPr>
          <p:cNvSpPr txBox="1"/>
          <p:nvPr/>
        </p:nvSpPr>
        <p:spPr>
          <a:xfrm>
            <a:off x="10894887" y="3983119"/>
            <a:ext cx="890711" cy="369332"/>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83" name="Google Shape;284;p21">
            <a:extLst>
              <a:ext uri="{FF2B5EF4-FFF2-40B4-BE49-F238E27FC236}">
                <a16:creationId xmlns:a16="http://schemas.microsoft.com/office/drawing/2014/main" id="{BD1A2D19-3595-5C44-4CDC-8DC408266F4F}"/>
              </a:ext>
            </a:extLst>
          </p:cNvPr>
          <p:cNvCxnSpPr>
            <a:cxnSpLocks/>
          </p:cNvCxnSpPr>
          <p:nvPr/>
        </p:nvCxnSpPr>
        <p:spPr>
          <a:xfrm>
            <a:off x="10972799" y="3937495"/>
            <a:ext cx="695003" cy="0"/>
          </a:xfrm>
          <a:prstGeom prst="straightConnector1">
            <a:avLst/>
          </a:prstGeom>
          <a:noFill/>
          <a:ln w="12700" cap="flat" cmpd="sng">
            <a:solidFill>
              <a:schemeClr val="tx1"/>
            </a:solidFill>
            <a:prstDash val="solid"/>
            <a:round/>
            <a:headEnd type="none" w="med" len="med"/>
            <a:tailEnd type="none" w="med" len="med"/>
          </a:ln>
        </p:spPr>
      </p:cxnSp>
      <p:sp>
        <p:nvSpPr>
          <p:cNvPr id="500" name="Google Shape;5390;p76">
            <a:extLst>
              <a:ext uri="{FF2B5EF4-FFF2-40B4-BE49-F238E27FC236}">
                <a16:creationId xmlns:a16="http://schemas.microsoft.com/office/drawing/2014/main" id="{B1C79746-322C-E1A7-BE64-8F592EF6E80F}"/>
              </a:ext>
            </a:extLst>
          </p:cNvPr>
          <p:cNvSpPr/>
          <p:nvPr/>
        </p:nvSpPr>
        <p:spPr>
          <a:xfrm>
            <a:off x="11239062" y="5704652"/>
            <a:ext cx="291544" cy="291544"/>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01" name="Google Shape;5391;p76">
            <a:extLst>
              <a:ext uri="{FF2B5EF4-FFF2-40B4-BE49-F238E27FC236}">
                <a16:creationId xmlns:a16="http://schemas.microsoft.com/office/drawing/2014/main" id="{2B313773-FBB9-4CEC-39E3-D90C4C80BD6A}"/>
              </a:ext>
            </a:extLst>
          </p:cNvPr>
          <p:cNvSpPr/>
          <p:nvPr/>
        </p:nvSpPr>
        <p:spPr>
          <a:xfrm>
            <a:off x="11284711" y="5757671"/>
            <a:ext cx="192900" cy="185530"/>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02" name="Google Shape;5392;p76">
            <a:extLst>
              <a:ext uri="{FF2B5EF4-FFF2-40B4-BE49-F238E27FC236}">
                <a16:creationId xmlns:a16="http://schemas.microsoft.com/office/drawing/2014/main" id="{16A9F593-92F9-2EC0-8ADC-692FEBED8007}"/>
              </a:ext>
            </a:extLst>
          </p:cNvPr>
          <p:cNvSpPr/>
          <p:nvPr/>
        </p:nvSpPr>
        <p:spPr>
          <a:xfrm>
            <a:off x="11157785" y="5625135"/>
            <a:ext cx="452337" cy="452338"/>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03" name="Google Shape;5393;p76">
            <a:extLst>
              <a:ext uri="{FF2B5EF4-FFF2-40B4-BE49-F238E27FC236}">
                <a16:creationId xmlns:a16="http://schemas.microsoft.com/office/drawing/2014/main" id="{1F50AE22-D706-BFD6-0A91-F209267FE759}"/>
              </a:ext>
            </a:extLst>
          </p:cNvPr>
          <p:cNvSpPr/>
          <p:nvPr/>
        </p:nvSpPr>
        <p:spPr>
          <a:xfrm>
            <a:off x="11341884" y="5625112"/>
            <a:ext cx="272674" cy="26507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2" name="文本框 1">
            <a:extLst>
              <a:ext uri="{FF2B5EF4-FFF2-40B4-BE49-F238E27FC236}">
                <a16:creationId xmlns:a16="http://schemas.microsoft.com/office/drawing/2014/main" id="{8618C57A-4703-BBAF-FE3F-B70BB074EFA4}"/>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441E8CBB-FCD2-745D-374C-B54CF89F0B0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4" name="直线连接符 13">
            <a:extLst>
              <a:ext uri="{FF2B5EF4-FFF2-40B4-BE49-F238E27FC236}">
                <a16:creationId xmlns:a16="http://schemas.microsoft.com/office/drawing/2014/main" id="{30506B14-C6BB-B33C-25E9-3180A044802D}"/>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27C0ED95-2BE7-93D3-2E3A-6E54112CF9D5}"/>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9DAA025B-038B-8049-24E4-82B61A5CE83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4" name="组合 23">
            <a:extLst>
              <a:ext uri="{FF2B5EF4-FFF2-40B4-BE49-F238E27FC236}">
                <a16:creationId xmlns:a16="http://schemas.microsoft.com/office/drawing/2014/main" id="{A90BAF25-1F8F-6CA4-78D1-A91922090988}"/>
              </a:ext>
            </a:extLst>
          </p:cNvPr>
          <p:cNvGrpSpPr/>
          <p:nvPr/>
        </p:nvGrpSpPr>
        <p:grpSpPr>
          <a:xfrm>
            <a:off x="2323294" y="287981"/>
            <a:ext cx="356205" cy="355288"/>
            <a:chOff x="2323294" y="287981"/>
            <a:chExt cx="356205" cy="355288"/>
          </a:xfrm>
        </p:grpSpPr>
        <p:sp>
          <p:nvSpPr>
            <p:cNvPr id="25" name="Google Shape;7166;p80">
              <a:extLst>
                <a:ext uri="{FF2B5EF4-FFF2-40B4-BE49-F238E27FC236}">
                  <a16:creationId xmlns:a16="http://schemas.microsoft.com/office/drawing/2014/main" id="{48253B67-5682-7467-D281-E9E1C26BAEC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7167;p80">
              <a:extLst>
                <a:ext uri="{FF2B5EF4-FFF2-40B4-BE49-F238E27FC236}">
                  <a16:creationId xmlns:a16="http://schemas.microsoft.com/office/drawing/2014/main" id="{C09BD5AB-DF4C-D2FA-9969-88451E5AE27C}"/>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7168;p80">
              <a:extLst>
                <a:ext uri="{FF2B5EF4-FFF2-40B4-BE49-F238E27FC236}">
                  <a16:creationId xmlns:a16="http://schemas.microsoft.com/office/drawing/2014/main" id="{2A67BCED-C17F-F5C9-B8DE-9BD64F1A4B32}"/>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7169;p80">
              <a:extLst>
                <a:ext uri="{FF2B5EF4-FFF2-40B4-BE49-F238E27FC236}">
                  <a16:creationId xmlns:a16="http://schemas.microsoft.com/office/drawing/2014/main" id="{B87A3D99-3B6D-95F0-DF99-7780667DBB6D}"/>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2" name="图片 61">
            <a:extLst>
              <a:ext uri="{FF2B5EF4-FFF2-40B4-BE49-F238E27FC236}">
                <a16:creationId xmlns:a16="http://schemas.microsoft.com/office/drawing/2014/main" id="{DF4C188F-478E-1CD1-A185-095137239B33}"/>
              </a:ext>
            </a:extLst>
          </p:cNvPr>
          <p:cNvPicPr>
            <a:picLocks noChangeAspect="1"/>
          </p:cNvPicPr>
          <p:nvPr/>
        </p:nvPicPr>
        <p:blipFill>
          <a:blip r:embed="rId4"/>
          <a:stretch>
            <a:fillRect/>
          </a:stretch>
        </p:blipFill>
        <p:spPr>
          <a:xfrm>
            <a:off x="496077" y="4920098"/>
            <a:ext cx="637780" cy="651645"/>
          </a:xfrm>
          <a:prstGeom prst="rect">
            <a:avLst/>
          </a:prstGeom>
        </p:spPr>
      </p:pic>
    </p:spTree>
    <p:extLst>
      <p:ext uri="{BB962C8B-B14F-4D97-AF65-F5344CB8AC3E}">
        <p14:creationId xmlns:p14="http://schemas.microsoft.com/office/powerpoint/2010/main" val="44372613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257C71C3-8CB9-CE44-BC7D-C2956846F42E}"/>
              </a:ext>
            </a:extLst>
          </p:cNvPr>
          <p:cNvSpPr txBox="1"/>
          <p:nvPr/>
        </p:nvSpPr>
        <p:spPr>
          <a:xfrm>
            <a:off x="2886487" y="229108"/>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117863C-1FCD-4039-12FA-461E72A2AACB}"/>
              </a:ext>
            </a:extLst>
          </p:cNvPr>
          <p:cNvSpPr txBox="1"/>
          <p:nvPr/>
        </p:nvSpPr>
        <p:spPr>
          <a:xfrm>
            <a:off x="287947" y="183314"/>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13F19F53-A941-89FA-E0FE-03E2EC17ABD5}"/>
              </a:ext>
            </a:extLst>
          </p:cNvPr>
          <p:cNvCxnSpPr>
            <a:cxnSpLocks/>
          </p:cNvCxnSpPr>
          <p:nvPr/>
        </p:nvCxnSpPr>
        <p:spPr>
          <a:xfrm>
            <a:off x="304801" y="773139"/>
            <a:ext cx="1158239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5A2DB5B0-6807-49FE-15A1-7864FA8ABCA9}"/>
              </a:ext>
            </a:extLst>
          </p:cNvPr>
          <p:cNvCxnSpPr>
            <a:cxnSpLocks/>
          </p:cNvCxnSpPr>
          <p:nvPr/>
        </p:nvCxnSpPr>
        <p:spPr>
          <a:xfrm>
            <a:off x="1976150" y="233135"/>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596B0A73-FE4E-8A81-B5AC-1C6E631D349C}"/>
              </a:ext>
            </a:extLst>
          </p:cNvPr>
          <p:cNvSpPr txBox="1"/>
          <p:nvPr/>
        </p:nvSpPr>
        <p:spPr>
          <a:xfrm>
            <a:off x="298575" y="435056"/>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7C3D8BAD-9ABA-A89F-72A8-16D465147C1A}"/>
              </a:ext>
            </a:extLst>
          </p:cNvPr>
          <p:cNvGrpSpPr/>
          <p:nvPr/>
        </p:nvGrpSpPr>
        <p:grpSpPr>
          <a:xfrm>
            <a:off x="2201374" y="275789"/>
            <a:ext cx="356205" cy="355288"/>
            <a:chOff x="416151" y="286059"/>
            <a:chExt cx="356205" cy="355288"/>
          </a:xfrm>
        </p:grpSpPr>
        <p:sp>
          <p:nvSpPr>
            <p:cNvPr id="10" name="Google Shape;7166;p80">
              <a:extLst>
                <a:ext uri="{FF2B5EF4-FFF2-40B4-BE49-F238E27FC236}">
                  <a16:creationId xmlns:a16="http://schemas.microsoft.com/office/drawing/2014/main" id="{376B9FD2-F644-C687-D829-1405163A7EE7}"/>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4503ED3F-DCCD-0B9C-46DB-933AEF2A49B5}"/>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BF4541E0-B5D5-EE10-A237-14544FC8C2B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1AF74289-F378-2E1E-9045-36C0E9CBB03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 name="三角形 14">
            <a:extLst>
              <a:ext uri="{FF2B5EF4-FFF2-40B4-BE49-F238E27FC236}">
                <a16:creationId xmlns:a16="http://schemas.microsoft.com/office/drawing/2014/main" id="{9FD12D5B-488E-71DE-A248-D2F58C09F939}"/>
              </a:ext>
            </a:extLst>
          </p:cNvPr>
          <p:cNvSpPr/>
          <p:nvPr/>
        </p:nvSpPr>
        <p:spPr>
          <a:xfrm>
            <a:off x="440267" y="931333"/>
            <a:ext cx="11339277" cy="762000"/>
          </a:xfrm>
          <a:prstGeom prst="triangl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圆角矩形 18">
            <a:extLst>
              <a:ext uri="{FF2B5EF4-FFF2-40B4-BE49-F238E27FC236}">
                <a16:creationId xmlns:a16="http://schemas.microsoft.com/office/drawing/2014/main" id="{9B06EECA-881D-ADDB-C997-FD5085926630}"/>
              </a:ext>
            </a:extLst>
          </p:cNvPr>
          <p:cNvSpPr/>
          <p:nvPr/>
        </p:nvSpPr>
        <p:spPr>
          <a:xfrm>
            <a:off x="423334" y="1811868"/>
            <a:ext cx="11379200" cy="948266"/>
          </a:xfrm>
          <a:prstGeom prst="roundRect">
            <a:avLst>
              <a:gd name="adj" fmla="val 6832"/>
            </a:avLst>
          </a:prstGeom>
          <a:noFill/>
          <a:ln w="476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圆角矩形 20">
            <a:extLst>
              <a:ext uri="{FF2B5EF4-FFF2-40B4-BE49-F238E27FC236}">
                <a16:creationId xmlns:a16="http://schemas.microsoft.com/office/drawing/2014/main" id="{1ECF2810-BBD2-A251-BF74-41302393921A}"/>
              </a:ext>
            </a:extLst>
          </p:cNvPr>
          <p:cNvSpPr/>
          <p:nvPr/>
        </p:nvSpPr>
        <p:spPr>
          <a:xfrm>
            <a:off x="423334" y="2924943"/>
            <a:ext cx="11379200" cy="1460789"/>
          </a:xfrm>
          <a:prstGeom prst="roundRect">
            <a:avLst>
              <a:gd name="adj" fmla="val 6393"/>
            </a:avLst>
          </a:prstGeom>
          <a:noFill/>
          <a:ln w="476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2" name="圆角矩形 21">
            <a:extLst>
              <a:ext uri="{FF2B5EF4-FFF2-40B4-BE49-F238E27FC236}">
                <a16:creationId xmlns:a16="http://schemas.microsoft.com/office/drawing/2014/main" id="{86DAFE05-0062-7237-F26E-E4368E6EF8E6}"/>
              </a:ext>
            </a:extLst>
          </p:cNvPr>
          <p:cNvSpPr/>
          <p:nvPr/>
        </p:nvSpPr>
        <p:spPr>
          <a:xfrm>
            <a:off x="423334" y="4509120"/>
            <a:ext cx="11379200" cy="2162613"/>
          </a:xfrm>
          <a:prstGeom prst="roundRect">
            <a:avLst>
              <a:gd name="adj" fmla="val 5142"/>
            </a:avLst>
          </a:prstGeom>
          <a:noFill/>
          <a:ln w="476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32" name="直线箭头连接符 31">
            <a:extLst>
              <a:ext uri="{FF2B5EF4-FFF2-40B4-BE49-F238E27FC236}">
                <a16:creationId xmlns:a16="http://schemas.microsoft.com/office/drawing/2014/main" id="{C50BE7A3-6BDB-6B37-2676-A9B31F76011B}"/>
              </a:ext>
            </a:extLst>
          </p:cNvPr>
          <p:cNvCxnSpPr>
            <a:cxnSpLocks/>
          </p:cNvCxnSpPr>
          <p:nvPr/>
        </p:nvCxnSpPr>
        <p:spPr>
          <a:xfrm flipV="1">
            <a:off x="10600419" y="1844842"/>
            <a:ext cx="0" cy="834190"/>
          </a:xfrm>
          <a:prstGeom prst="straightConnector1">
            <a:avLst/>
          </a:prstGeom>
          <a:ln w="4127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3" name="圆角矩形 32">
            <a:extLst>
              <a:ext uri="{FF2B5EF4-FFF2-40B4-BE49-F238E27FC236}">
                <a16:creationId xmlns:a16="http://schemas.microsoft.com/office/drawing/2014/main" id="{F728EE4A-EB95-545F-E625-E4509DF7EC5D}"/>
              </a:ext>
            </a:extLst>
          </p:cNvPr>
          <p:cNvSpPr/>
          <p:nvPr/>
        </p:nvSpPr>
        <p:spPr>
          <a:xfrm>
            <a:off x="10844463" y="1909010"/>
            <a:ext cx="786064" cy="737937"/>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圆角矩形 33">
            <a:extLst>
              <a:ext uri="{FF2B5EF4-FFF2-40B4-BE49-F238E27FC236}">
                <a16:creationId xmlns:a16="http://schemas.microsoft.com/office/drawing/2014/main" id="{64EDB0AD-392D-3807-A5E8-38C00B6A42C6}"/>
              </a:ext>
            </a:extLst>
          </p:cNvPr>
          <p:cNvSpPr/>
          <p:nvPr/>
        </p:nvSpPr>
        <p:spPr>
          <a:xfrm>
            <a:off x="10844463" y="3012994"/>
            <a:ext cx="786064" cy="1286290"/>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圆角矩形 34">
            <a:extLst>
              <a:ext uri="{FF2B5EF4-FFF2-40B4-BE49-F238E27FC236}">
                <a16:creationId xmlns:a16="http://schemas.microsoft.com/office/drawing/2014/main" id="{601613BC-813B-3CF4-EE4E-FF037F97D192}"/>
              </a:ext>
            </a:extLst>
          </p:cNvPr>
          <p:cNvSpPr/>
          <p:nvPr/>
        </p:nvSpPr>
        <p:spPr>
          <a:xfrm>
            <a:off x="10844463" y="4677380"/>
            <a:ext cx="786064" cy="1851756"/>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40" name="直线箭头连接符 39">
            <a:extLst>
              <a:ext uri="{FF2B5EF4-FFF2-40B4-BE49-F238E27FC236}">
                <a16:creationId xmlns:a16="http://schemas.microsoft.com/office/drawing/2014/main" id="{0078D732-5A60-DD47-0009-5CEC7B5A320A}"/>
              </a:ext>
            </a:extLst>
          </p:cNvPr>
          <p:cNvCxnSpPr>
            <a:cxnSpLocks/>
          </p:cNvCxnSpPr>
          <p:nvPr/>
        </p:nvCxnSpPr>
        <p:spPr>
          <a:xfrm flipV="1">
            <a:off x="10600419" y="3020834"/>
            <a:ext cx="0" cy="1262408"/>
          </a:xfrm>
          <a:prstGeom prst="straightConnector1">
            <a:avLst/>
          </a:prstGeom>
          <a:ln w="4127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2" name="直线箭头连接符 41">
            <a:extLst>
              <a:ext uri="{FF2B5EF4-FFF2-40B4-BE49-F238E27FC236}">
                <a16:creationId xmlns:a16="http://schemas.microsoft.com/office/drawing/2014/main" id="{93E11F3C-5B86-9348-C179-4500FFEA18EA}"/>
              </a:ext>
            </a:extLst>
          </p:cNvPr>
          <p:cNvCxnSpPr>
            <a:cxnSpLocks/>
          </p:cNvCxnSpPr>
          <p:nvPr/>
        </p:nvCxnSpPr>
        <p:spPr>
          <a:xfrm flipV="1">
            <a:off x="10600419" y="4653136"/>
            <a:ext cx="0" cy="1827875"/>
          </a:xfrm>
          <a:prstGeom prst="straightConnector1">
            <a:avLst/>
          </a:prstGeom>
          <a:ln w="4127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4" name="直线箭头连接符 43">
            <a:extLst>
              <a:ext uri="{FF2B5EF4-FFF2-40B4-BE49-F238E27FC236}">
                <a16:creationId xmlns:a16="http://schemas.microsoft.com/office/drawing/2014/main" id="{A548D067-A2DC-4B49-DC21-43A79FCB6EC8}"/>
              </a:ext>
            </a:extLst>
          </p:cNvPr>
          <p:cNvCxnSpPr>
            <a:cxnSpLocks/>
          </p:cNvCxnSpPr>
          <p:nvPr/>
        </p:nvCxnSpPr>
        <p:spPr>
          <a:xfrm flipV="1">
            <a:off x="1631867" y="1860884"/>
            <a:ext cx="0" cy="834190"/>
          </a:xfrm>
          <a:prstGeom prst="straightConnector1">
            <a:avLst/>
          </a:prstGeom>
          <a:ln w="4127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5" name="直线箭头连接符 44">
            <a:extLst>
              <a:ext uri="{FF2B5EF4-FFF2-40B4-BE49-F238E27FC236}">
                <a16:creationId xmlns:a16="http://schemas.microsoft.com/office/drawing/2014/main" id="{DE9CD678-7699-644F-0179-5DCFB010DC56}"/>
              </a:ext>
            </a:extLst>
          </p:cNvPr>
          <p:cNvCxnSpPr>
            <a:cxnSpLocks/>
          </p:cNvCxnSpPr>
          <p:nvPr/>
        </p:nvCxnSpPr>
        <p:spPr>
          <a:xfrm flipV="1">
            <a:off x="1631867" y="3052918"/>
            <a:ext cx="0" cy="1262408"/>
          </a:xfrm>
          <a:prstGeom prst="straightConnector1">
            <a:avLst/>
          </a:prstGeom>
          <a:ln w="4127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6" name="直线箭头连接符 45">
            <a:extLst>
              <a:ext uri="{FF2B5EF4-FFF2-40B4-BE49-F238E27FC236}">
                <a16:creationId xmlns:a16="http://schemas.microsoft.com/office/drawing/2014/main" id="{99A06A65-7FA7-919D-F2C4-5EA9DB2C1008}"/>
              </a:ext>
            </a:extLst>
          </p:cNvPr>
          <p:cNvCxnSpPr>
            <a:cxnSpLocks/>
          </p:cNvCxnSpPr>
          <p:nvPr/>
        </p:nvCxnSpPr>
        <p:spPr>
          <a:xfrm flipV="1">
            <a:off x="1631867" y="4669178"/>
            <a:ext cx="0" cy="1827875"/>
          </a:xfrm>
          <a:prstGeom prst="straightConnector1">
            <a:avLst/>
          </a:prstGeom>
          <a:ln w="4127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7" name="圆角矩形 46">
            <a:extLst>
              <a:ext uri="{FF2B5EF4-FFF2-40B4-BE49-F238E27FC236}">
                <a16:creationId xmlns:a16="http://schemas.microsoft.com/office/drawing/2014/main" id="{445EACCC-4977-89DF-6360-8B55D05819F8}"/>
              </a:ext>
            </a:extLst>
          </p:cNvPr>
          <p:cNvSpPr/>
          <p:nvPr/>
        </p:nvSpPr>
        <p:spPr>
          <a:xfrm>
            <a:off x="623392" y="1909010"/>
            <a:ext cx="786064" cy="737937"/>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8" name="圆角矩形 47">
            <a:extLst>
              <a:ext uri="{FF2B5EF4-FFF2-40B4-BE49-F238E27FC236}">
                <a16:creationId xmlns:a16="http://schemas.microsoft.com/office/drawing/2014/main" id="{7E4C2483-0688-5DF9-1066-89A06979B81A}"/>
              </a:ext>
            </a:extLst>
          </p:cNvPr>
          <p:cNvSpPr/>
          <p:nvPr/>
        </p:nvSpPr>
        <p:spPr>
          <a:xfrm>
            <a:off x="623392" y="3012994"/>
            <a:ext cx="786064" cy="1286290"/>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9" name="圆角矩形 48">
            <a:extLst>
              <a:ext uri="{FF2B5EF4-FFF2-40B4-BE49-F238E27FC236}">
                <a16:creationId xmlns:a16="http://schemas.microsoft.com/office/drawing/2014/main" id="{7002057A-0CB8-8924-6E1A-52E9A50D08AA}"/>
              </a:ext>
            </a:extLst>
          </p:cNvPr>
          <p:cNvSpPr/>
          <p:nvPr/>
        </p:nvSpPr>
        <p:spPr>
          <a:xfrm>
            <a:off x="623392" y="4677380"/>
            <a:ext cx="786064" cy="1851756"/>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1" name="文本框 50">
            <a:extLst>
              <a:ext uri="{FF2B5EF4-FFF2-40B4-BE49-F238E27FC236}">
                <a16:creationId xmlns:a16="http://schemas.microsoft.com/office/drawing/2014/main" id="{6D127566-28D5-989B-8F7C-584F7D70C806}"/>
              </a:ext>
            </a:extLst>
          </p:cNvPr>
          <p:cNvSpPr txBox="1"/>
          <p:nvPr/>
        </p:nvSpPr>
        <p:spPr>
          <a:xfrm>
            <a:off x="1766314" y="2184296"/>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D650D5BD-1A6D-5518-2312-E11F2A99809D}"/>
              </a:ext>
            </a:extLst>
          </p:cNvPr>
          <p:cNvSpPr txBox="1"/>
          <p:nvPr/>
        </p:nvSpPr>
        <p:spPr>
          <a:xfrm>
            <a:off x="1782667" y="1848373"/>
            <a:ext cx="1620078" cy="461665"/>
          </a:xfrm>
          <a:prstGeom prst="rect">
            <a:avLst/>
          </a:prstGeom>
          <a:noFill/>
        </p:spPr>
        <p:txBody>
          <a:bodyPr wrap="square">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3" name="文本框 52">
            <a:extLst>
              <a:ext uri="{FF2B5EF4-FFF2-40B4-BE49-F238E27FC236}">
                <a16:creationId xmlns:a16="http://schemas.microsoft.com/office/drawing/2014/main" id="{7887DC1B-A6E9-062D-B6FF-2204C87E53E3}"/>
              </a:ext>
            </a:extLst>
          </p:cNvPr>
          <p:cNvSpPr txBox="1"/>
          <p:nvPr/>
        </p:nvSpPr>
        <p:spPr>
          <a:xfrm>
            <a:off x="4390601" y="1124744"/>
            <a:ext cx="2732094" cy="584775"/>
          </a:xfrm>
          <a:prstGeom prst="rect">
            <a:avLst/>
          </a:prstGeom>
          <a:noFill/>
        </p:spPr>
        <p:txBody>
          <a:bodyPr wrap="square" rtlCol="0">
            <a:spAutoFit/>
          </a:bodyPr>
          <a:lstStyle/>
          <a:p>
            <a:r>
              <a:rPr kumimoji="1" lang="en" altLang="zh-CN" sz="32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3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3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95CC20FF-B85B-EA4F-C4D7-C5553AED2E94}"/>
              </a:ext>
            </a:extLst>
          </p:cNvPr>
          <p:cNvSpPr txBox="1"/>
          <p:nvPr/>
        </p:nvSpPr>
        <p:spPr>
          <a:xfrm>
            <a:off x="6749101" y="1221958"/>
            <a:ext cx="1620078" cy="461665"/>
          </a:xfrm>
          <a:prstGeom prst="rect">
            <a:avLst/>
          </a:prstGeom>
          <a:noFill/>
        </p:spPr>
        <p:txBody>
          <a:bodyPr wrap="square">
            <a:spAutoFit/>
          </a:bodyPr>
          <a:lstStyle/>
          <a:p>
            <a:r>
              <a:rPr kumimoji="1" lang="en" altLang="zh-CN" sz="2400" b="1" dirty="0">
                <a:solidFill>
                  <a:schemeClr val="bg1"/>
                </a:solidFill>
                <a:latin typeface="Alibaba PuHuiTi" pitchFamily="18" charset="-122"/>
                <a:ea typeface="Alibaba PuHuiTi" pitchFamily="18" charset="-122"/>
                <a:cs typeface="Alibaba PuHuiTi" pitchFamily="18" charset="-122"/>
              </a:rPr>
              <a:t>main title</a:t>
            </a:r>
            <a:endParaRPr lang="zh-CN" altLang="en-US" sz="2400" b="1" dirty="0">
              <a:solidFill>
                <a:schemeClr val="bg1"/>
              </a:solidFill>
              <a:latin typeface="Alibaba PuHuiTi" pitchFamily="18" charset="-122"/>
              <a:ea typeface="Alibaba PuHuiTi" pitchFamily="18" charset="-122"/>
              <a:cs typeface="Alibaba PuHuiTi" pitchFamily="18" charset="-122"/>
            </a:endParaRPr>
          </a:p>
        </p:txBody>
      </p:sp>
      <p:sp>
        <p:nvSpPr>
          <p:cNvPr id="55" name="文本框 54">
            <a:extLst>
              <a:ext uri="{FF2B5EF4-FFF2-40B4-BE49-F238E27FC236}">
                <a16:creationId xmlns:a16="http://schemas.microsoft.com/office/drawing/2014/main" id="{6A4967D5-D8A8-328D-13F3-3F2951257E28}"/>
              </a:ext>
            </a:extLst>
          </p:cNvPr>
          <p:cNvSpPr txBox="1"/>
          <p:nvPr/>
        </p:nvSpPr>
        <p:spPr>
          <a:xfrm>
            <a:off x="4061674" y="1829838"/>
            <a:ext cx="4232094" cy="1061829"/>
          </a:xfrm>
          <a:prstGeom prst="rect">
            <a:avLst/>
          </a:prstGeom>
          <a:noFill/>
        </p:spPr>
        <p:txBody>
          <a:bodyPr wrap="square" rtlCol="0">
            <a:spAutoFit/>
          </a:bodyPr>
          <a:lstStyle/>
          <a:p>
            <a:pPr algn="ct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a:p>
            <a:pPr algn="ct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34BA2A3F-0E03-ADDF-D191-FB8B266D1F6A}"/>
              </a:ext>
            </a:extLst>
          </p:cNvPr>
          <p:cNvSpPr txBox="1"/>
          <p:nvPr/>
        </p:nvSpPr>
        <p:spPr>
          <a:xfrm>
            <a:off x="8328248" y="2184296"/>
            <a:ext cx="2272536" cy="584775"/>
          </a:xfrm>
          <a:prstGeom prst="rect">
            <a:avLst/>
          </a:prstGeom>
          <a:noFill/>
        </p:spPr>
        <p:txBody>
          <a:bodyPr wrap="square" rtlCol="0">
            <a:spAutoFit/>
          </a:bodyPr>
          <a:lstStyle/>
          <a:p>
            <a:pPr algn="r"/>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86419CD0-2ACC-7078-91FD-E5599B826A53}"/>
              </a:ext>
            </a:extLst>
          </p:cNvPr>
          <p:cNvSpPr txBox="1"/>
          <p:nvPr/>
        </p:nvSpPr>
        <p:spPr>
          <a:xfrm>
            <a:off x="8954201" y="1848373"/>
            <a:ext cx="1620078" cy="461665"/>
          </a:xfrm>
          <a:prstGeom prst="rect">
            <a:avLst/>
          </a:prstGeom>
          <a:noFill/>
        </p:spPr>
        <p:txBody>
          <a:bodyPr wrap="square">
            <a:spAutoFit/>
          </a:bodyPr>
          <a:lstStyle/>
          <a:p>
            <a:pPr algn="r"/>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8" name="下箭头 57">
            <a:extLst>
              <a:ext uri="{FF2B5EF4-FFF2-40B4-BE49-F238E27FC236}">
                <a16:creationId xmlns:a16="http://schemas.microsoft.com/office/drawing/2014/main" id="{89969C76-03F7-FD10-430F-5D2584227E8A}"/>
              </a:ext>
            </a:extLst>
          </p:cNvPr>
          <p:cNvSpPr/>
          <p:nvPr/>
        </p:nvSpPr>
        <p:spPr>
          <a:xfrm rot="16200000">
            <a:off x="3521243" y="1788696"/>
            <a:ext cx="336887" cy="577517"/>
          </a:xfrm>
          <a:prstGeom prst="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9" name="下箭头 58">
            <a:extLst>
              <a:ext uri="{FF2B5EF4-FFF2-40B4-BE49-F238E27FC236}">
                <a16:creationId xmlns:a16="http://schemas.microsoft.com/office/drawing/2014/main" id="{021DC4DF-BA9D-BD4E-C8C5-FFC018B4177A}"/>
              </a:ext>
            </a:extLst>
          </p:cNvPr>
          <p:cNvSpPr/>
          <p:nvPr/>
        </p:nvSpPr>
        <p:spPr>
          <a:xfrm rot="16200000" flipV="1">
            <a:off x="8487473" y="1763434"/>
            <a:ext cx="320842" cy="644080"/>
          </a:xfrm>
          <a:prstGeom prst="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66" name="上下箭头 65">
            <a:extLst>
              <a:ext uri="{FF2B5EF4-FFF2-40B4-BE49-F238E27FC236}">
                <a16:creationId xmlns:a16="http://schemas.microsoft.com/office/drawing/2014/main" id="{DA798BF1-804A-D6F9-1B7C-85B69706126B}"/>
              </a:ext>
            </a:extLst>
          </p:cNvPr>
          <p:cNvSpPr/>
          <p:nvPr/>
        </p:nvSpPr>
        <p:spPr>
          <a:xfrm rot="16200000">
            <a:off x="5534047" y="636546"/>
            <a:ext cx="1203159" cy="6053330"/>
          </a:xfrm>
          <a:prstGeom prst="upDownArrow">
            <a:avLst>
              <a:gd name="adj1" fmla="val 59120"/>
              <a:gd name="adj2" fmla="val 50000"/>
            </a:avLst>
          </a:prstGeom>
          <a:solidFill>
            <a:schemeClr val="bg1"/>
          </a:solidFill>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 name="文本框 69">
            <a:extLst>
              <a:ext uri="{FF2B5EF4-FFF2-40B4-BE49-F238E27FC236}">
                <a16:creationId xmlns:a16="http://schemas.microsoft.com/office/drawing/2014/main" id="{D7B2BDED-06DC-DF56-1930-0E43100BC54F}"/>
              </a:ext>
            </a:extLst>
          </p:cNvPr>
          <p:cNvSpPr txBox="1"/>
          <p:nvPr/>
        </p:nvSpPr>
        <p:spPr>
          <a:xfrm>
            <a:off x="3440848" y="3393568"/>
            <a:ext cx="2100416" cy="523220"/>
          </a:xfrm>
          <a:prstGeom prst="rect">
            <a:avLst/>
          </a:prstGeom>
          <a:noFill/>
        </p:spPr>
        <p:txBody>
          <a:bodyPr wrap="square" rtlCol="0">
            <a:spAutoFit/>
          </a:bodyPr>
          <a:lstStyle/>
          <a:p>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35B114CA-914B-F916-BBF4-3B21B4703E98}"/>
              </a:ext>
            </a:extLst>
          </p:cNvPr>
          <p:cNvSpPr txBox="1"/>
          <p:nvPr/>
        </p:nvSpPr>
        <p:spPr>
          <a:xfrm>
            <a:off x="6948664" y="3393568"/>
            <a:ext cx="2100416" cy="523220"/>
          </a:xfrm>
          <a:prstGeom prst="rect">
            <a:avLst/>
          </a:prstGeom>
          <a:noFill/>
        </p:spPr>
        <p:txBody>
          <a:bodyPr wrap="square" rtlCol="0">
            <a:spAutoFit/>
          </a:bodyPr>
          <a:lstStyle/>
          <a:p>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grpSp>
        <p:nvGrpSpPr>
          <p:cNvPr id="16" name="Google Shape;5635;p76">
            <a:extLst>
              <a:ext uri="{FF2B5EF4-FFF2-40B4-BE49-F238E27FC236}">
                <a16:creationId xmlns:a16="http://schemas.microsoft.com/office/drawing/2014/main" id="{5D839DC5-EE5C-24E8-5591-E7803F6B64A7}"/>
              </a:ext>
            </a:extLst>
          </p:cNvPr>
          <p:cNvGrpSpPr/>
          <p:nvPr/>
        </p:nvGrpSpPr>
        <p:grpSpPr>
          <a:xfrm>
            <a:off x="5568697" y="3008316"/>
            <a:ext cx="1280160" cy="1280160"/>
            <a:chOff x="1492675" y="4992125"/>
            <a:chExt cx="481825" cy="481825"/>
          </a:xfrm>
          <a:solidFill>
            <a:srgbClr val="BB3023"/>
          </a:solidFill>
        </p:grpSpPr>
        <p:sp>
          <p:nvSpPr>
            <p:cNvPr id="17" name="Google Shape;5636;p76">
              <a:extLst>
                <a:ext uri="{FF2B5EF4-FFF2-40B4-BE49-F238E27FC236}">
                  <a16:creationId xmlns:a16="http://schemas.microsoft.com/office/drawing/2014/main" id="{F75713AC-16D2-DF20-7320-5BF57A3BEB79}"/>
                </a:ext>
              </a:extLst>
            </p:cNvPr>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8" name="Google Shape;5637;p76">
              <a:extLst>
                <a:ext uri="{FF2B5EF4-FFF2-40B4-BE49-F238E27FC236}">
                  <a16:creationId xmlns:a16="http://schemas.microsoft.com/office/drawing/2014/main" id="{5EC93984-EF41-974C-CDDB-D2FD893D6521}"/>
                </a:ext>
              </a:extLst>
            </p:cNvPr>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20" name="文本框 19">
            <a:extLst>
              <a:ext uri="{FF2B5EF4-FFF2-40B4-BE49-F238E27FC236}">
                <a16:creationId xmlns:a16="http://schemas.microsoft.com/office/drawing/2014/main" id="{B6B839A6-928E-A26C-E18B-FF41F0DA4F3A}"/>
              </a:ext>
            </a:extLst>
          </p:cNvPr>
          <p:cNvSpPr txBox="1"/>
          <p:nvPr/>
        </p:nvSpPr>
        <p:spPr>
          <a:xfrm>
            <a:off x="1752639" y="3132369"/>
            <a:ext cx="1347177" cy="1061829"/>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 name="文本框 23">
            <a:extLst>
              <a:ext uri="{FF2B5EF4-FFF2-40B4-BE49-F238E27FC236}">
                <a16:creationId xmlns:a16="http://schemas.microsoft.com/office/drawing/2014/main" id="{A0FFEFB5-E002-5A0F-9665-D6C5C9EF5D01}"/>
              </a:ext>
            </a:extLst>
          </p:cNvPr>
          <p:cNvSpPr txBox="1"/>
          <p:nvPr/>
        </p:nvSpPr>
        <p:spPr>
          <a:xfrm>
            <a:off x="9120336" y="3132369"/>
            <a:ext cx="1347177" cy="1061829"/>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5" name="圆角矩形 24">
            <a:extLst>
              <a:ext uri="{FF2B5EF4-FFF2-40B4-BE49-F238E27FC236}">
                <a16:creationId xmlns:a16="http://schemas.microsoft.com/office/drawing/2014/main" id="{733072EA-9E02-A3A1-3660-9A49B7D6FCB1}"/>
              </a:ext>
            </a:extLst>
          </p:cNvPr>
          <p:cNvSpPr/>
          <p:nvPr/>
        </p:nvSpPr>
        <p:spPr>
          <a:xfrm>
            <a:off x="1837944"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圆角矩形 25">
            <a:extLst>
              <a:ext uri="{FF2B5EF4-FFF2-40B4-BE49-F238E27FC236}">
                <a16:creationId xmlns:a16="http://schemas.microsoft.com/office/drawing/2014/main" id="{E61A8D86-A8ED-768D-1833-0E6A10AAEB6A}"/>
              </a:ext>
            </a:extLst>
          </p:cNvPr>
          <p:cNvSpPr/>
          <p:nvPr/>
        </p:nvSpPr>
        <p:spPr>
          <a:xfrm>
            <a:off x="4020344"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圆角矩形 26">
            <a:extLst>
              <a:ext uri="{FF2B5EF4-FFF2-40B4-BE49-F238E27FC236}">
                <a16:creationId xmlns:a16="http://schemas.microsoft.com/office/drawing/2014/main" id="{B7FDE506-C489-FC97-4167-703A908BD88F}"/>
              </a:ext>
            </a:extLst>
          </p:cNvPr>
          <p:cNvSpPr/>
          <p:nvPr/>
        </p:nvSpPr>
        <p:spPr>
          <a:xfrm>
            <a:off x="6213736"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8" name="圆角矩形 27">
            <a:extLst>
              <a:ext uri="{FF2B5EF4-FFF2-40B4-BE49-F238E27FC236}">
                <a16:creationId xmlns:a16="http://schemas.microsoft.com/office/drawing/2014/main" id="{920F04FB-03C5-7615-D239-86B69D39B71A}"/>
              </a:ext>
            </a:extLst>
          </p:cNvPr>
          <p:cNvSpPr/>
          <p:nvPr/>
        </p:nvSpPr>
        <p:spPr>
          <a:xfrm>
            <a:off x="8387696"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椭圆 29">
            <a:extLst>
              <a:ext uri="{FF2B5EF4-FFF2-40B4-BE49-F238E27FC236}">
                <a16:creationId xmlns:a16="http://schemas.microsoft.com/office/drawing/2014/main" id="{175644B9-3405-0EF6-12C0-C449204F0059}"/>
              </a:ext>
            </a:extLst>
          </p:cNvPr>
          <p:cNvSpPr/>
          <p:nvPr/>
        </p:nvSpPr>
        <p:spPr>
          <a:xfrm>
            <a:off x="2487168" y="4992624"/>
            <a:ext cx="621792" cy="621792"/>
          </a:xfrm>
          <a:prstGeom prst="ellipse">
            <a:avLst/>
          </a:prstGeom>
          <a:gradFill>
            <a:gsLst>
              <a:gs pos="0">
                <a:srgbClr val="EFBCB6"/>
              </a:gs>
              <a:gs pos="74000">
                <a:srgbClr val="BB3023"/>
              </a:gs>
              <a:gs pos="83000">
                <a:srgbClr val="BB3023"/>
              </a:gs>
              <a:gs pos="99000">
                <a:srgbClr val="BB3023"/>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上箭头 30">
            <a:extLst>
              <a:ext uri="{FF2B5EF4-FFF2-40B4-BE49-F238E27FC236}">
                <a16:creationId xmlns:a16="http://schemas.microsoft.com/office/drawing/2014/main" id="{59B6F4AE-1FA1-9D01-3DA1-DF6F9F5C948C}"/>
              </a:ext>
            </a:extLst>
          </p:cNvPr>
          <p:cNvSpPr/>
          <p:nvPr/>
        </p:nvSpPr>
        <p:spPr>
          <a:xfrm rot="5400000">
            <a:off x="4806950" y="4931410"/>
            <a:ext cx="426212" cy="758952"/>
          </a:xfrm>
          <a:prstGeom prst="up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7" name="矩形 36">
            <a:extLst>
              <a:ext uri="{FF2B5EF4-FFF2-40B4-BE49-F238E27FC236}">
                <a16:creationId xmlns:a16="http://schemas.microsoft.com/office/drawing/2014/main" id="{B1EADACB-5AF9-0A1A-38FE-D55D70E1F69A}"/>
              </a:ext>
            </a:extLst>
          </p:cNvPr>
          <p:cNvSpPr/>
          <p:nvPr/>
        </p:nvSpPr>
        <p:spPr>
          <a:xfrm>
            <a:off x="9117584" y="5225542"/>
            <a:ext cx="585216" cy="11557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41" name="组合 40">
            <a:extLst>
              <a:ext uri="{FF2B5EF4-FFF2-40B4-BE49-F238E27FC236}">
                <a16:creationId xmlns:a16="http://schemas.microsoft.com/office/drawing/2014/main" id="{F0B3FB2F-1FE0-6B86-9474-AA337EFC72B3}"/>
              </a:ext>
            </a:extLst>
          </p:cNvPr>
          <p:cNvGrpSpPr/>
          <p:nvPr/>
        </p:nvGrpSpPr>
        <p:grpSpPr>
          <a:xfrm rot="2700000">
            <a:off x="6955780" y="5087765"/>
            <a:ext cx="467370" cy="467370"/>
            <a:chOff x="6816080" y="4708552"/>
            <a:chExt cx="777240" cy="777240"/>
          </a:xfrm>
          <a:solidFill>
            <a:srgbClr val="BB3023"/>
          </a:solidFill>
        </p:grpSpPr>
        <p:sp>
          <p:nvSpPr>
            <p:cNvPr id="38" name="矩形 37">
              <a:extLst>
                <a:ext uri="{FF2B5EF4-FFF2-40B4-BE49-F238E27FC236}">
                  <a16:creationId xmlns:a16="http://schemas.microsoft.com/office/drawing/2014/main" id="{3BDC08D7-BD5E-25FC-2A95-A478FBC600CD}"/>
                </a:ext>
              </a:extLst>
            </p:cNvPr>
            <p:cNvSpPr/>
            <p:nvPr/>
          </p:nvSpPr>
          <p:spPr>
            <a:xfrm>
              <a:off x="6816080" y="4992624"/>
              <a:ext cx="777240" cy="211432"/>
            </a:xfrm>
            <a:prstGeom prst="rect">
              <a:avLst/>
            </a:prstGeom>
            <a:grp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9" name="矩形 38">
              <a:extLst>
                <a:ext uri="{FF2B5EF4-FFF2-40B4-BE49-F238E27FC236}">
                  <a16:creationId xmlns:a16="http://schemas.microsoft.com/office/drawing/2014/main" id="{CCBB7BBE-463D-02E4-E551-DB34762434A9}"/>
                </a:ext>
              </a:extLst>
            </p:cNvPr>
            <p:cNvSpPr/>
            <p:nvPr/>
          </p:nvSpPr>
          <p:spPr>
            <a:xfrm rot="5400000">
              <a:off x="6808080" y="4991456"/>
              <a:ext cx="777240" cy="211432"/>
            </a:xfrm>
            <a:prstGeom prst="rect">
              <a:avLst/>
            </a:prstGeom>
            <a:grp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60" name="文本框 59">
            <a:extLst>
              <a:ext uri="{FF2B5EF4-FFF2-40B4-BE49-F238E27FC236}">
                <a16:creationId xmlns:a16="http://schemas.microsoft.com/office/drawing/2014/main" id="{66F681FD-8C11-FD06-A9D9-3A874EE2972A}"/>
              </a:ext>
            </a:extLst>
          </p:cNvPr>
          <p:cNvSpPr txBox="1"/>
          <p:nvPr/>
        </p:nvSpPr>
        <p:spPr>
          <a:xfrm>
            <a:off x="2072388"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1" name="文本框 60">
            <a:extLst>
              <a:ext uri="{FF2B5EF4-FFF2-40B4-BE49-F238E27FC236}">
                <a16:creationId xmlns:a16="http://schemas.microsoft.com/office/drawing/2014/main" id="{0E31DD6B-A4BB-84B4-8272-FECC221C7443}"/>
              </a:ext>
            </a:extLst>
          </p:cNvPr>
          <p:cNvSpPr txBox="1"/>
          <p:nvPr/>
        </p:nvSpPr>
        <p:spPr>
          <a:xfrm>
            <a:off x="4223792"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4" name="文本框 63">
            <a:extLst>
              <a:ext uri="{FF2B5EF4-FFF2-40B4-BE49-F238E27FC236}">
                <a16:creationId xmlns:a16="http://schemas.microsoft.com/office/drawing/2014/main" id="{0EE49855-4ED5-C43D-CFD5-927A07BD3F7C}"/>
              </a:ext>
            </a:extLst>
          </p:cNvPr>
          <p:cNvSpPr txBox="1"/>
          <p:nvPr/>
        </p:nvSpPr>
        <p:spPr>
          <a:xfrm>
            <a:off x="6464040"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5" name="文本框 64">
            <a:extLst>
              <a:ext uri="{FF2B5EF4-FFF2-40B4-BE49-F238E27FC236}">
                <a16:creationId xmlns:a16="http://schemas.microsoft.com/office/drawing/2014/main" id="{938971B9-8DF2-5103-B2A0-0909C1A516A0}"/>
              </a:ext>
            </a:extLst>
          </p:cNvPr>
          <p:cNvSpPr txBox="1"/>
          <p:nvPr/>
        </p:nvSpPr>
        <p:spPr>
          <a:xfrm>
            <a:off x="8616280"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8" name="文本框 67">
            <a:extLst>
              <a:ext uri="{FF2B5EF4-FFF2-40B4-BE49-F238E27FC236}">
                <a16:creationId xmlns:a16="http://schemas.microsoft.com/office/drawing/2014/main" id="{E659486B-3E2C-1C75-1649-73A12E5DBFD6}"/>
              </a:ext>
            </a:extLst>
          </p:cNvPr>
          <p:cNvSpPr txBox="1"/>
          <p:nvPr/>
        </p:nvSpPr>
        <p:spPr>
          <a:xfrm>
            <a:off x="2138992"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2" name="文本框 71">
            <a:extLst>
              <a:ext uri="{FF2B5EF4-FFF2-40B4-BE49-F238E27FC236}">
                <a16:creationId xmlns:a16="http://schemas.microsoft.com/office/drawing/2014/main" id="{20F6607E-09AD-59CE-08B0-C45BFCA6F9F5}"/>
              </a:ext>
            </a:extLst>
          </p:cNvPr>
          <p:cNvSpPr txBox="1"/>
          <p:nvPr/>
        </p:nvSpPr>
        <p:spPr>
          <a:xfrm>
            <a:off x="4325520"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3" name="文本框 72">
            <a:extLst>
              <a:ext uri="{FF2B5EF4-FFF2-40B4-BE49-F238E27FC236}">
                <a16:creationId xmlns:a16="http://schemas.microsoft.com/office/drawing/2014/main" id="{05CC90E1-4CB6-FCDB-9E6C-0E4ED08C75E0}"/>
              </a:ext>
            </a:extLst>
          </p:cNvPr>
          <p:cNvSpPr txBox="1"/>
          <p:nvPr/>
        </p:nvSpPr>
        <p:spPr>
          <a:xfrm>
            <a:off x="6528048"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4" name="文本框 73">
            <a:extLst>
              <a:ext uri="{FF2B5EF4-FFF2-40B4-BE49-F238E27FC236}">
                <a16:creationId xmlns:a16="http://schemas.microsoft.com/office/drawing/2014/main" id="{9E3BC70E-C8C0-44BA-CED6-A280D97912BD}"/>
              </a:ext>
            </a:extLst>
          </p:cNvPr>
          <p:cNvSpPr txBox="1"/>
          <p:nvPr/>
        </p:nvSpPr>
        <p:spPr>
          <a:xfrm>
            <a:off x="8688288"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5" name="圆角矩形 74">
            <a:extLst>
              <a:ext uri="{FF2B5EF4-FFF2-40B4-BE49-F238E27FC236}">
                <a16:creationId xmlns:a16="http://schemas.microsoft.com/office/drawing/2014/main" id="{E010FC3C-A673-CC6F-B9DC-71CDFFCD402E}"/>
              </a:ext>
            </a:extLst>
          </p:cNvPr>
          <p:cNvSpPr/>
          <p:nvPr/>
        </p:nvSpPr>
        <p:spPr>
          <a:xfrm>
            <a:off x="10926501" y="4768770"/>
            <a:ext cx="613458" cy="613458"/>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6" name="圆角矩形 75">
            <a:extLst>
              <a:ext uri="{FF2B5EF4-FFF2-40B4-BE49-F238E27FC236}">
                <a16:creationId xmlns:a16="http://schemas.microsoft.com/office/drawing/2014/main" id="{162FA249-AED0-4528-3E52-2249D98BF7F7}"/>
              </a:ext>
            </a:extLst>
          </p:cNvPr>
          <p:cNvSpPr/>
          <p:nvPr/>
        </p:nvSpPr>
        <p:spPr>
          <a:xfrm>
            <a:off x="706975" y="4768770"/>
            <a:ext cx="613458" cy="613458"/>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77" name="Google Shape;5272;p76">
            <a:extLst>
              <a:ext uri="{FF2B5EF4-FFF2-40B4-BE49-F238E27FC236}">
                <a16:creationId xmlns:a16="http://schemas.microsoft.com/office/drawing/2014/main" id="{0241EC16-81A8-B6FB-DA51-D4FAF6816157}"/>
              </a:ext>
            </a:extLst>
          </p:cNvPr>
          <p:cNvGrpSpPr/>
          <p:nvPr/>
        </p:nvGrpSpPr>
        <p:grpSpPr>
          <a:xfrm>
            <a:off x="806830" y="4819469"/>
            <a:ext cx="407181" cy="451469"/>
            <a:chOff x="3300325" y="249875"/>
            <a:chExt cx="433725" cy="480900"/>
          </a:xfrm>
          <a:solidFill>
            <a:srgbClr val="1E344D"/>
          </a:solidFill>
        </p:grpSpPr>
        <p:sp>
          <p:nvSpPr>
            <p:cNvPr id="78" name="Google Shape;5273;p76">
              <a:extLst>
                <a:ext uri="{FF2B5EF4-FFF2-40B4-BE49-F238E27FC236}">
                  <a16:creationId xmlns:a16="http://schemas.microsoft.com/office/drawing/2014/main" id="{5D8699DC-A597-E01B-9408-107C52B742DD}"/>
                </a:ext>
              </a:extLst>
            </p:cNvPr>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9" name="Google Shape;5274;p76">
              <a:extLst>
                <a:ext uri="{FF2B5EF4-FFF2-40B4-BE49-F238E27FC236}">
                  <a16:creationId xmlns:a16="http://schemas.microsoft.com/office/drawing/2014/main" id="{C31AADAF-38DC-975D-5CA8-81F90A34AC85}"/>
                </a:ext>
              </a:extLst>
            </p:cNvPr>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0" name="Google Shape;5275;p76">
              <a:extLst>
                <a:ext uri="{FF2B5EF4-FFF2-40B4-BE49-F238E27FC236}">
                  <a16:creationId xmlns:a16="http://schemas.microsoft.com/office/drawing/2014/main" id="{835CB204-0B5E-7240-8DCE-B11B4FA7DAC1}"/>
                </a:ext>
              </a:extLst>
            </p:cNvPr>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1" name="Google Shape;5276;p76">
              <a:extLst>
                <a:ext uri="{FF2B5EF4-FFF2-40B4-BE49-F238E27FC236}">
                  <a16:creationId xmlns:a16="http://schemas.microsoft.com/office/drawing/2014/main" id="{E30B59D4-ADE0-E457-7F94-392D6E70677B}"/>
                </a:ext>
              </a:extLst>
            </p:cNvPr>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2" name="Google Shape;5277;p76">
              <a:extLst>
                <a:ext uri="{FF2B5EF4-FFF2-40B4-BE49-F238E27FC236}">
                  <a16:creationId xmlns:a16="http://schemas.microsoft.com/office/drawing/2014/main" id="{82D1B00C-3FD7-3B57-5288-5860AC433DA4}"/>
                </a:ext>
              </a:extLst>
            </p:cNvPr>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3" name="Google Shape;5278;p76">
              <a:extLst>
                <a:ext uri="{FF2B5EF4-FFF2-40B4-BE49-F238E27FC236}">
                  <a16:creationId xmlns:a16="http://schemas.microsoft.com/office/drawing/2014/main" id="{3EB9389B-5CF9-F022-C2CA-3F0977EA33AA}"/>
                </a:ext>
              </a:extLst>
            </p:cNvPr>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91" name="Google Shape;5263;p76">
            <a:extLst>
              <a:ext uri="{FF2B5EF4-FFF2-40B4-BE49-F238E27FC236}">
                <a16:creationId xmlns:a16="http://schemas.microsoft.com/office/drawing/2014/main" id="{2471F9D3-B4A8-EBAB-CF3A-29EFB35C340B}"/>
              </a:ext>
            </a:extLst>
          </p:cNvPr>
          <p:cNvGrpSpPr/>
          <p:nvPr/>
        </p:nvGrpSpPr>
        <p:grpSpPr>
          <a:xfrm>
            <a:off x="11031091" y="4819037"/>
            <a:ext cx="397559" cy="452337"/>
            <a:chOff x="1529350" y="258825"/>
            <a:chExt cx="423475" cy="481825"/>
          </a:xfrm>
          <a:solidFill>
            <a:srgbClr val="1E344D"/>
          </a:solidFill>
        </p:grpSpPr>
        <p:sp>
          <p:nvSpPr>
            <p:cNvPr id="92" name="Google Shape;5264;p76">
              <a:extLst>
                <a:ext uri="{FF2B5EF4-FFF2-40B4-BE49-F238E27FC236}">
                  <a16:creationId xmlns:a16="http://schemas.microsoft.com/office/drawing/2014/main" id="{07E058F4-3908-9D47-FF9F-A6C1069DA980}"/>
                </a:ext>
              </a:extLst>
            </p:cNvPr>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93" name="Google Shape;5265;p76">
              <a:extLst>
                <a:ext uri="{FF2B5EF4-FFF2-40B4-BE49-F238E27FC236}">
                  <a16:creationId xmlns:a16="http://schemas.microsoft.com/office/drawing/2014/main" id="{FD4954A1-B1FD-7B0A-AB8F-0EC35682DA98}"/>
                </a:ext>
              </a:extLst>
            </p:cNvPr>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95" name="文本框 94">
            <a:extLst>
              <a:ext uri="{FF2B5EF4-FFF2-40B4-BE49-F238E27FC236}">
                <a16:creationId xmlns:a16="http://schemas.microsoft.com/office/drawing/2014/main" id="{BDF40AC7-75D4-FC21-17B0-7999287F24B1}"/>
              </a:ext>
            </a:extLst>
          </p:cNvPr>
          <p:cNvSpPr txBox="1"/>
          <p:nvPr/>
        </p:nvSpPr>
        <p:spPr>
          <a:xfrm>
            <a:off x="659757" y="5474824"/>
            <a:ext cx="798654" cy="923330"/>
          </a:xfrm>
          <a:prstGeom prst="rect">
            <a:avLst/>
          </a:prstGeom>
          <a:noFill/>
        </p:spPr>
        <p:txBody>
          <a:bodyPr wrap="square">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00438BB5-702F-2506-2924-D2F96C50059E}"/>
              </a:ext>
            </a:extLst>
          </p:cNvPr>
          <p:cNvSpPr txBox="1"/>
          <p:nvPr/>
        </p:nvSpPr>
        <p:spPr>
          <a:xfrm>
            <a:off x="10920536" y="5474824"/>
            <a:ext cx="798654" cy="923330"/>
          </a:xfrm>
          <a:prstGeom prst="rect">
            <a:avLst/>
          </a:prstGeom>
          <a:noFill/>
        </p:spPr>
        <p:txBody>
          <a:bodyPr wrap="square">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BCBF5499-C793-3F75-C7BA-6948C4FF7D90}"/>
              </a:ext>
            </a:extLst>
          </p:cNvPr>
          <p:cNvSpPr txBox="1"/>
          <p:nvPr/>
        </p:nvSpPr>
        <p:spPr>
          <a:xfrm>
            <a:off x="574534" y="3130617"/>
            <a:ext cx="939942" cy="1110369"/>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13.8</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8" name="文本框 97">
            <a:extLst>
              <a:ext uri="{FF2B5EF4-FFF2-40B4-BE49-F238E27FC236}">
                <a16:creationId xmlns:a16="http://schemas.microsoft.com/office/drawing/2014/main" id="{AF76DEC8-8525-BA9D-F62F-4083B55B8C4A}"/>
              </a:ext>
            </a:extLst>
          </p:cNvPr>
          <p:cNvSpPr txBox="1"/>
          <p:nvPr/>
        </p:nvSpPr>
        <p:spPr>
          <a:xfrm>
            <a:off x="10941125" y="3142192"/>
            <a:ext cx="1335289" cy="1110369"/>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0.8</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99" name="Google Shape;5423;p76">
            <a:extLst>
              <a:ext uri="{FF2B5EF4-FFF2-40B4-BE49-F238E27FC236}">
                <a16:creationId xmlns:a16="http://schemas.microsoft.com/office/drawing/2014/main" id="{F8B236F9-CAF7-1AF5-756F-989B8A5A7D77}"/>
              </a:ext>
            </a:extLst>
          </p:cNvPr>
          <p:cNvGrpSpPr/>
          <p:nvPr/>
        </p:nvGrpSpPr>
        <p:grpSpPr>
          <a:xfrm>
            <a:off x="869814" y="2054882"/>
            <a:ext cx="389437" cy="452337"/>
            <a:chOff x="4492800" y="2027925"/>
            <a:chExt cx="414825" cy="481825"/>
          </a:xfrm>
          <a:solidFill>
            <a:schemeClr val="bg1"/>
          </a:solidFill>
        </p:grpSpPr>
        <p:sp>
          <p:nvSpPr>
            <p:cNvPr id="100" name="Google Shape;5424;p76">
              <a:extLst>
                <a:ext uri="{FF2B5EF4-FFF2-40B4-BE49-F238E27FC236}">
                  <a16:creationId xmlns:a16="http://schemas.microsoft.com/office/drawing/2014/main" id="{852ED72C-03F9-4468-2558-D6F1B50403FC}"/>
                </a:ext>
              </a:extLst>
            </p:cNvPr>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1" name="Google Shape;5425;p76">
              <a:extLst>
                <a:ext uri="{FF2B5EF4-FFF2-40B4-BE49-F238E27FC236}">
                  <a16:creationId xmlns:a16="http://schemas.microsoft.com/office/drawing/2014/main" id="{6B064F22-0BED-4188-E992-48CA7464778B}"/>
                </a:ext>
              </a:extLst>
            </p:cNvPr>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102" name="Google Shape;5562;p76">
            <a:extLst>
              <a:ext uri="{FF2B5EF4-FFF2-40B4-BE49-F238E27FC236}">
                <a16:creationId xmlns:a16="http://schemas.microsoft.com/office/drawing/2014/main" id="{5479BDDF-054A-6233-7CBD-73397B3308EA}"/>
              </a:ext>
            </a:extLst>
          </p:cNvPr>
          <p:cNvGrpSpPr/>
          <p:nvPr/>
        </p:nvGrpSpPr>
        <p:grpSpPr>
          <a:xfrm>
            <a:off x="11000715" y="2026792"/>
            <a:ext cx="452337" cy="452337"/>
            <a:chOff x="5651375" y="3806450"/>
            <a:chExt cx="481825" cy="481825"/>
          </a:xfrm>
          <a:solidFill>
            <a:schemeClr val="bg1"/>
          </a:solidFill>
        </p:grpSpPr>
        <p:sp>
          <p:nvSpPr>
            <p:cNvPr id="103" name="Google Shape;5563;p76">
              <a:extLst>
                <a:ext uri="{FF2B5EF4-FFF2-40B4-BE49-F238E27FC236}">
                  <a16:creationId xmlns:a16="http://schemas.microsoft.com/office/drawing/2014/main" id="{208488D0-3363-92FC-8ACC-DC6C16123F65}"/>
                </a:ext>
              </a:extLst>
            </p:cNvPr>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4" name="Google Shape;5564;p76">
              <a:extLst>
                <a:ext uri="{FF2B5EF4-FFF2-40B4-BE49-F238E27FC236}">
                  <a16:creationId xmlns:a16="http://schemas.microsoft.com/office/drawing/2014/main" id="{F239C55F-DDBA-0F2C-D568-A6185C520B53}"/>
                </a:ext>
              </a:extLst>
            </p:cNvPr>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5" name="Google Shape;5565;p76">
              <a:extLst>
                <a:ext uri="{FF2B5EF4-FFF2-40B4-BE49-F238E27FC236}">
                  <a16:creationId xmlns:a16="http://schemas.microsoft.com/office/drawing/2014/main" id="{7A05058D-D2FB-A21D-34E2-CE6514372362}"/>
                </a:ext>
              </a:extLst>
            </p:cNvPr>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6" name="Google Shape;5566;p76">
              <a:extLst>
                <a:ext uri="{FF2B5EF4-FFF2-40B4-BE49-F238E27FC236}">
                  <a16:creationId xmlns:a16="http://schemas.microsoft.com/office/drawing/2014/main" id="{FF3BCCE6-224A-89F2-0606-F3C51413F5A1}"/>
                </a:ext>
              </a:extLst>
            </p:cNvPr>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Tree>
    <p:extLst>
      <p:ext uri="{BB962C8B-B14F-4D97-AF65-F5344CB8AC3E}">
        <p14:creationId xmlns:p14="http://schemas.microsoft.com/office/powerpoint/2010/main" val="120313910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257C71C3-8CB9-CE44-BC7D-C2956846F42E}"/>
              </a:ext>
            </a:extLst>
          </p:cNvPr>
          <p:cNvSpPr txBox="1"/>
          <p:nvPr/>
        </p:nvSpPr>
        <p:spPr>
          <a:xfrm>
            <a:off x="2886487" y="229108"/>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117863C-1FCD-4039-12FA-461E72A2AACB}"/>
              </a:ext>
            </a:extLst>
          </p:cNvPr>
          <p:cNvSpPr txBox="1"/>
          <p:nvPr/>
        </p:nvSpPr>
        <p:spPr>
          <a:xfrm>
            <a:off x="287947" y="183314"/>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13F19F53-A941-89FA-E0FE-03E2EC17ABD5}"/>
              </a:ext>
            </a:extLst>
          </p:cNvPr>
          <p:cNvCxnSpPr>
            <a:cxnSpLocks/>
          </p:cNvCxnSpPr>
          <p:nvPr/>
        </p:nvCxnSpPr>
        <p:spPr>
          <a:xfrm>
            <a:off x="304801" y="773139"/>
            <a:ext cx="1158239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5A2DB5B0-6807-49FE-15A1-7864FA8ABCA9}"/>
              </a:ext>
            </a:extLst>
          </p:cNvPr>
          <p:cNvCxnSpPr>
            <a:cxnSpLocks/>
          </p:cNvCxnSpPr>
          <p:nvPr/>
        </p:nvCxnSpPr>
        <p:spPr>
          <a:xfrm>
            <a:off x="1976150" y="233135"/>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596B0A73-FE4E-8A81-B5AC-1C6E631D349C}"/>
              </a:ext>
            </a:extLst>
          </p:cNvPr>
          <p:cNvSpPr txBox="1"/>
          <p:nvPr/>
        </p:nvSpPr>
        <p:spPr>
          <a:xfrm>
            <a:off x="298575" y="435056"/>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7C3D8BAD-9ABA-A89F-72A8-16D465147C1A}"/>
              </a:ext>
            </a:extLst>
          </p:cNvPr>
          <p:cNvGrpSpPr/>
          <p:nvPr/>
        </p:nvGrpSpPr>
        <p:grpSpPr>
          <a:xfrm>
            <a:off x="2201374" y="275789"/>
            <a:ext cx="356205" cy="355288"/>
            <a:chOff x="416151" y="286059"/>
            <a:chExt cx="356205" cy="355288"/>
          </a:xfrm>
        </p:grpSpPr>
        <p:sp>
          <p:nvSpPr>
            <p:cNvPr id="10" name="Google Shape;7166;p80">
              <a:extLst>
                <a:ext uri="{FF2B5EF4-FFF2-40B4-BE49-F238E27FC236}">
                  <a16:creationId xmlns:a16="http://schemas.microsoft.com/office/drawing/2014/main" id="{376B9FD2-F644-C687-D829-1405163A7EE7}"/>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4503ED3F-DCCD-0B9C-46DB-933AEF2A49B5}"/>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BF4541E0-B5D5-EE10-A237-14544FC8C2B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1AF74289-F378-2E1E-9045-36C0E9CBB03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 name="三角形 14">
            <a:extLst>
              <a:ext uri="{FF2B5EF4-FFF2-40B4-BE49-F238E27FC236}">
                <a16:creationId xmlns:a16="http://schemas.microsoft.com/office/drawing/2014/main" id="{9FD12D5B-488E-71DE-A248-D2F58C09F939}"/>
              </a:ext>
            </a:extLst>
          </p:cNvPr>
          <p:cNvSpPr/>
          <p:nvPr/>
        </p:nvSpPr>
        <p:spPr>
          <a:xfrm>
            <a:off x="440267" y="931333"/>
            <a:ext cx="11339277" cy="762000"/>
          </a:xfrm>
          <a:prstGeom prst="triangl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圆角矩形 18">
            <a:extLst>
              <a:ext uri="{FF2B5EF4-FFF2-40B4-BE49-F238E27FC236}">
                <a16:creationId xmlns:a16="http://schemas.microsoft.com/office/drawing/2014/main" id="{9B06EECA-881D-ADDB-C997-FD5085926630}"/>
              </a:ext>
            </a:extLst>
          </p:cNvPr>
          <p:cNvSpPr/>
          <p:nvPr/>
        </p:nvSpPr>
        <p:spPr>
          <a:xfrm>
            <a:off x="423334" y="1811868"/>
            <a:ext cx="11379200" cy="948266"/>
          </a:xfrm>
          <a:prstGeom prst="roundRect">
            <a:avLst>
              <a:gd name="adj" fmla="val 6832"/>
            </a:avLst>
          </a:prstGeom>
          <a:noFill/>
          <a:ln w="476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圆角矩形 20">
            <a:extLst>
              <a:ext uri="{FF2B5EF4-FFF2-40B4-BE49-F238E27FC236}">
                <a16:creationId xmlns:a16="http://schemas.microsoft.com/office/drawing/2014/main" id="{1ECF2810-BBD2-A251-BF74-41302393921A}"/>
              </a:ext>
            </a:extLst>
          </p:cNvPr>
          <p:cNvSpPr/>
          <p:nvPr/>
        </p:nvSpPr>
        <p:spPr>
          <a:xfrm>
            <a:off x="423334" y="2924943"/>
            <a:ext cx="11379200" cy="1460789"/>
          </a:xfrm>
          <a:prstGeom prst="roundRect">
            <a:avLst>
              <a:gd name="adj" fmla="val 6393"/>
            </a:avLst>
          </a:prstGeom>
          <a:noFill/>
          <a:ln w="476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2" name="圆角矩形 21">
            <a:extLst>
              <a:ext uri="{FF2B5EF4-FFF2-40B4-BE49-F238E27FC236}">
                <a16:creationId xmlns:a16="http://schemas.microsoft.com/office/drawing/2014/main" id="{86DAFE05-0062-7237-F26E-E4368E6EF8E6}"/>
              </a:ext>
            </a:extLst>
          </p:cNvPr>
          <p:cNvSpPr/>
          <p:nvPr/>
        </p:nvSpPr>
        <p:spPr>
          <a:xfrm>
            <a:off x="423334" y="4509120"/>
            <a:ext cx="11379200" cy="2162613"/>
          </a:xfrm>
          <a:prstGeom prst="roundRect">
            <a:avLst>
              <a:gd name="adj" fmla="val 5142"/>
            </a:avLst>
          </a:prstGeom>
          <a:noFill/>
          <a:ln w="476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32" name="直线箭头连接符 31">
            <a:extLst>
              <a:ext uri="{FF2B5EF4-FFF2-40B4-BE49-F238E27FC236}">
                <a16:creationId xmlns:a16="http://schemas.microsoft.com/office/drawing/2014/main" id="{C50BE7A3-6BDB-6B37-2676-A9B31F76011B}"/>
              </a:ext>
            </a:extLst>
          </p:cNvPr>
          <p:cNvCxnSpPr>
            <a:cxnSpLocks/>
          </p:cNvCxnSpPr>
          <p:nvPr/>
        </p:nvCxnSpPr>
        <p:spPr>
          <a:xfrm flipV="1">
            <a:off x="10600419" y="1844842"/>
            <a:ext cx="0" cy="834190"/>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3" name="圆角矩形 32">
            <a:extLst>
              <a:ext uri="{FF2B5EF4-FFF2-40B4-BE49-F238E27FC236}">
                <a16:creationId xmlns:a16="http://schemas.microsoft.com/office/drawing/2014/main" id="{F728EE4A-EB95-545F-E625-E4509DF7EC5D}"/>
              </a:ext>
            </a:extLst>
          </p:cNvPr>
          <p:cNvSpPr/>
          <p:nvPr/>
        </p:nvSpPr>
        <p:spPr>
          <a:xfrm>
            <a:off x="10844463" y="1909010"/>
            <a:ext cx="786064" cy="737937"/>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圆角矩形 33">
            <a:extLst>
              <a:ext uri="{FF2B5EF4-FFF2-40B4-BE49-F238E27FC236}">
                <a16:creationId xmlns:a16="http://schemas.microsoft.com/office/drawing/2014/main" id="{64EDB0AD-392D-3807-A5E8-38C00B6A42C6}"/>
              </a:ext>
            </a:extLst>
          </p:cNvPr>
          <p:cNvSpPr/>
          <p:nvPr/>
        </p:nvSpPr>
        <p:spPr>
          <a:xfrm>
            <a:off x="10844463" y="3012994"/>
            <a:ext cx="786064" cy="1286290"/>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圆角矩形 34">
            <a:extLst>
              <a:ext uri="{FF2B5EF4-FFF2-40B4-BE49-F238E27FC236}">
                <a16:creationId xmlns:a16="http://schemas.microsoft.com/office/drawing/2014/main" id="{601613BC-813B-3CF4-EE4E-FF037F97D192}"/>
              </a:ext>
            </a:extLst>
          </p:cNvPr>
          <p:cNvSpPr/>
          <p:nvPr/>
        </p:nvSpPr>
        <p:spPr>
          <a:xfrm>
            <a:off x="10844463" y="4677380"/>
            <a:ext cx="786064" cy="1851756"/>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40" name="直线箭头连接符 39">
            <a:extLst>
              <a:ext uri="{FF2B5EF4-FFF2-40B4-BE49-F238E27FC236}">
                <a16:creationId xmlns:a16="http://schemas.microsoft.com/office/drawing/2014/main" id="{0078D732-5A60-DD47-0009-5CEC7B5A320A}"/>
              </a:ext>
            </a:extLst>
          </p:cNvPr>
          <p:cNvCxnSpPr>
            <a:cxnSpLocks/>
          </p:cNvCxnSpPr>
          <p:nvPr/>
        </p:nvCxnSpPr>
        <p:spPr>
          <a:xfrm flipV="1">
            <a:off x="10600419" y="3020834"/>
            <a:ext cx="0" cy="1262408"/>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2" name="直线箭头连接符 41">
            <a:extLst>
              <a:ext uri="{FF2B5EF4-FFF2-40B4-BE49-F238E27FC236}">
                <a16:creationId xmlns:a16="http://schemas.microsoft.com/office/drawing/2014/main" id="{93E11F3C-5B86-9348-C179-4500FFEA18EA}"/>
              </a:ext>
            </a:extLst>
          </p:cNvPr>
          <p:cNvCxnSpPr>
            <a:cxnSpLocks/>
          </p:cNvCxnSpPr>
          <p:nvPr/>
        </p:nvCxnSpPr>
        <p:spPr>
          <a:xfrm flipV="1">
            <a:off x="10600419" y="4653136"/>
            <a:ext cx="0" cy="1827875"/>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4" name="直线箭头连接符 43">
            <a:extLst>
              <a:ext uri="{FF2B5EF4-FFF2-40B4-BE49-F238E27FC236}">
                <a16:creationId xmlns:a16="http://schemas.microsoft.com/office/drawing/2014/main" id="{A548D067-A2DC-4B49-DC21-43A79FCB6EC8}"/>
              </a:ext>
            </a:extLst>
          </p:cNvPr>
          <p:cNvCxnSpPr>
            <a:cxnSpLocks/>
          </p:cNvCxnSpPr>
          <p:nvPr/>
        </p:nvCxnSpPr>
        <p:spPr>
          <a:xfrm flipV="1">
            <a:off x="1631867" y="1860884"/>
            <a:ext cx="0" cy="834190"/>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5" name="直线箭头连接符 44">
            <a:extLst>
              <a:ext uri="{FF2B5EF4-FFF2-40B4-BE49-F238E27FC236}">
                <a16:creationId xmlns:a16="http://schemas.microsoft.com/office/drawing/2014/main" id="{DE9CD678-7699-644F-0179-5DCFB010DC56}"/>
              </a:ext>
            </a:extLst>
          </p:cNvPr>
          <p:cNvCxnSpPr>
            <a:cxnSpLocks/>
          </p:cNvCxnSpPr>
          <p:nvPr/>
        </p:nvCxnSpPr>
        <p:spPr>
          <a:xfrm flipV="1">
            <a:off x="1631867" y="3052918"/>
            <a:ext cx="0" cy="1262408"/>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6" name="直线箭头连接符 45">
            <a:extLst>
              <a:ext uri="{FF2B5EF4-FFF2-40B4-BE49-F238E27FC236}">
                <a16:creationId xmlns:a16="http://schemas.microsoft.com/office/drawing/2014/main" id="{99A06A65-7FA7-919D-F2C4-5EA9DB2C1008}"/>
              </a:ext>
            </a:extLst>
          </p:cNvPr>
          <p:cNvCxnSpPr>
            <a:cxnSpLocks/>
          </p:cNvCxnSpPr>
          <p:nvPr/>
        </p:nvCxnSpPr>
        <p:spPr>
          <a:xfrm flipV="1">
            <a:off x="1631867" y="4669178"/>
            <a:ext cx="0" cy="1827875"/>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7" name="圆角矩形 46">
            <a:extLst>
              <a:ext uri="{FF2B5EF4-FFF2-40B4-BE49-F238E27FC236}">
                <a16:creationId xmlns:a16="http://schemas.microsoft.com/office/drawing/2014/main" id="{445EACCC-4977-89DF-6360-8B55D05819F8}"/>
              </a:ext>
            </a:extLst>
          </p:cNvPr>
          <p:cNvSpPr/>
          <p:nvPr/>
        </p:nvSpPr>
        <p:spPr>
          <a:xfrm>
            <a:off x="623392" y="1909010"/>
            <a:ext cx="786064" cy="737937"/>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8" name="圆角矩形 47">
            <a:extLst>
              <a:ext uri="{FF2B5EF4-FFF2-40B4-BE49-F238E27FC236}">
                <a16:creationId xmlns:a16="http://schemas.microsoft.com/office/drawing/2014/main" id="{7E4C2483-0688-5DF9-1066-89A06979B81A}"/>
              </a:ext>
            </a:extLst>
          </p:cNvPr>
          <p:cNvSpPr/>
          <p:nvPr/>
        </p:nvSpPr>
        <p:spPr>
          <a:xfrm>
            <a:off x="623392" y="3012994"/>
            <a:ext cx="786064" cy="1286290"/>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9" name="圆角矩形 48">
            <a:extLst>
              <a:ext uri="{FF2B5EF4-FFF2-40B4-BE49-F238E27FC236}">
                <a16:creationId xmlns:a16="http://schemas.microsoft.com/office/drawing/2014/main" id="{7002057A-0CB8-8924-6E1A-52E9A50D08AA}"/>
              </a:ext>
            </a:extLst>
          </p:cNvPr>
          <p:cNvSpPr/>
          <p:nvPr/>
        </p:nvSpPr>
        <p:spPr>
          <a:xfrm>
            <a:off x="623392" y="4677380"/>
            <a:ext cx="786064" cy="1851756"/>
          </a:xfrm>
          <a:prstGeom prst="round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51" name="文本框 50">
            <a:extLst>
              <a:ext uri="{FF2B5EF4-FFF2-40B4-BE49-F238E27FC236}">
                <a16:creationId xmlns:a16="http://schemas.microsoft.com/office/drawing/2014/main" id="{6D127566-28D5-989B-8F7C-584F7D70C806}"/>
              </a:ext>
            </a:extLst>
          </p:cNvPr>
          <p:cNvSpPr txBox="1"/>
          <p:nvPr/>
        </p:nvSpPr>
        <p:spPr>
          <a:xfrm>
            <a:off x="1766314" y="2184296"/>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D650D5BD-1A6D-5518-2312-E11F2A99809D}"/>
              </a:ext>
            </a:extLst>
          </p:cNvPr>
          <p:cNvSpPr txBox="1"/>
          <p:nvPr/>
        </p:nvSpPr>
        <p:spPr>
          <a:xfrm>
            <a:off x="1782667" y="1848373"/>
            <a:ext cx="1620078" cy="461665"/>
          </a:xfrm>
          <a:prstGeom prst="rect">
            <a:avLst/>
          </a:prstGeom>
          <a:noFill/>
        </p:spPr>
        <p:txBody>
          <a:bodyPr wrap="square">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3" name="文本框 52">
            <a:extLst>
              <a:ext uri="{FF2B5EF4-FFF2-40B4-BE49-F238E27FC236}">
                <a16:creationId xmlns:a16="http://schemas.microsoft.com/office/drawing/2014/main" id="{7887DC1B-A6E9-062D-B6FF-2204C87E53E3}"/>
              </a:ext>
            </a:extLst>
          </p:cNvPr>
          <p:cNvSpPr txBox="1"/>
          <p:nvPr/>
        </p:nvSpPr>
        <p:spPr>
          <a:xfrm>
            <a:off x="4390601" y="1124744"/>
            <a:ext cx="2732094" cy="584775"/>
          </a:xfrm>
          <a:prstGeom prst="rect">
            <a:avLst/>
          </a:prstGeom>
          <a:noFill/>
        </p:spPr>
        <p:txBody>
          <a:bodyPr wrap="square" rtlCol="0">
            <a:spAutoFit/>
          </a:bodyPr>
          <a:lstStyle/>
          <a:p>
            <a:r>
              <a:rPr kumimoji="1" lang="en" altLang="zh-CN" sz="32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3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3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95CC20FF-B85B-EA4F-C4D7-C5553AED2E94}"/>
              </a:ext>
            </a:extLst>
          </p:cNvPr>
          <p:cNvSpPr txBox="1"/>
          <p:nvPr/>
        </p:nvSpPr>
        <p:spPr>
          <a:xfrm>
            <a:off x="6749101" y="1221958"/>
            <a:ext cx="1620078" cy="461665"/>
          </a:xfrm>
          <a:prstGeom prst="rect">
            <a:avLst/>
          </a:prstGeom>
          <a:noFill/>
        </p:spPr>
        <p:txBody>
          <a:bodyPr wrap="square">
            <a:spAutoFit/>
          </a:bodyPr>
          <a:lstStyle/>
          <a:p>
            <a:r>
              <a:rPr kumimoji="1" lang="en" altLang="zh-CN" sz="2400" b="1" dirty="0">
                <a:solidFill>
                  <a:schemeClr val="bg1"/>
                </a:solidFill>
                <a:latin typeface="Alibaba PuHuiTi" pitchFamily="18" charset="-122"/>
                <a:ea typeface="Alibaba PuHuiTi" pitchFamily="18" charset="-122"/>
                <a:cs typeface="Alibaba PuHuiTi" pitchFamily="18" charset="-122"/>
              </a:rPr>
              <a:t>main title</a:t>
            </a:r>
            <a:endParaRPr lang="zh-CN" altLang="en-US" sz="2400" b="1" dirty="0">
              <a:solidFill>
                <a:schemeClr val="bg1"/>
              </a:solidFill>
              <a:latin typeface="Alibaba PuHuiTi" pitchFamily="18" charset="-122"/>
              <a:ea typeface="Alibaba PuHuiTi" pitchFamily="18" charset="-122"/>
              <a:cs typeface="Alibaba PuHuiTi" pitchFamily="18" charset="-122"/>
            </a:endParaRPr>
          </a:p>
        </p:txBody>
      </p:sp>
      <p:sp>
        <p:nvSpPr>
          <p:cNvPr id="55" name="文本框 54">
            <a:extLst>
              <a:ext uri="{FF2B5EF4-FFF2-40B4-BE49-F238E27FC236}">
                <a16:creationId xmlns:a16="http://schemas.microsoft.com/office/drawing/2014/main" id="{6A4967D5-D8A8-328D-13F3-3F2951257E28}"/>
              </a:ext>
            </a:extLst>
          </p:cNvPr>
          <p:cNvSpPr txBox="1"/>
          <p:nvPr/>
        </p:nvSpPr>
        <p:spPr>
          <a:xfrm>
            <a:off x="4061674" y="1829838"/>
            <a:ext cx="4232094" cy="1061829"/>
          </a:xfrm>
          <a:prstGeom prst="rect">
            <a:avLst/>
          </a:prstGeom>
          <a:noFill/>
        </p:spPr>
        <p:txBody>
          <a:bodyPr wrap="square" rtlCol="0">
            <a:spAutoFit/>
          </a:bodyPr>
          <a:lstStyle/>
          <a:p>
            <a:pPr algn="ct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a:p>
            <a:pPr algn="ct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34BA2A3F-0E03-ADDF-D191-FB8B266D1F6A}"/>
              </a:ext>
            </a:extLst>
          </p:cNvPr>
          <p:cNvSpPr txBox="1"/>
          <p:nvPr/>
        </p:nvSpPr>
        <p:spPr>
          <a:xfrm>
            <a:off x="8328248" y="2184296"/>
            <a:ext cx="2258790" cy="584775"/>
          </a:xfrm>
          <a:prstGeom prst="rect">
            <a:avLst/>
          </a:prstGeom>
          <a:noFill/>
        </p:spPr>
        <p:txBody>
          <a:bodyPr wrap="square" rtlCol="0">
            <a:spAutoFit/>
          </a:bodyPr>
          <a:lstStyle/>
          <a:p>
            <a:pPr algn="r"/>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86419CD0-2ACC-7078-91FD-E5599B826A53}"/>
              </a:ext>
            </a:extLst>
          </p:cNvPr>
          <p:cNvSpPr txBox="1"/>
          <p:nvPr/>
        </p:nvSpPr>
        <p:spPr>
          <a:xfrm>
            <a:off x="8954201" y="1848373"/>
            <a:ext cx="1620078" cy="461665"/>
          </a:xfrm>
          <a:prstGeom prst="rect">
            <a:avLst/>
          </a:prstGeom>
          <a:noFill/>
        </p:spPr>
        <p:txBody>
          <a:bodyPr wrap="square">
            <a:spAutoFit/>
          </a:bodyPr>
          <a:lstStyle/>
          <a:p>
            <a:pPr algn="r"/>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8" name="下箭头 57">
            <a:extLst>
              <a:ext uri="{FF2B5EF4-FFF2-40B4-BE49-F238E27FC236}">
                <a16:creationId xmlns:a16="http://schemas.microsoft.com/office/drawing/2014/main" id="{89969C76-03F7-FD10-430F-5D2584227E8A}"/>
              </a:ext>
            </a:extLst>
          </p:cNvPr>
          <p:cNvSpPr/>
          <p:nvPr/>
        </p:nvSpPr>
        <p:spPr>
          <a:xfrm rot="16200000">
            <a:off x="3521243" y="1788696"/>
            <a:ext cx="336887" cy="577517"/>
          </a:xfrm>
          <a:prstGeom prst="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9" name="下箭头 58">
            <a:extLst>
              <a:ext uri="{FF2B5EF4-FFF2-40B4-BE49-F238E27FC236}">
                <a16:creationId xmlns:a16="http://schemas.microsoft.com/office/drawing/2014/main" id="{021DC4DF-BA9D-BD4E-C8C5-FFC018B4177A}"/>
              </a:ext>
            </a:extLst>
          </p:cNvPr>
          <p:cNvSpPr/>
          <p:nvPr/>
        </p:nvSpPr>
        <p:spPr>
          <a:xfrm rot="16200000" flipV="1">
            <a:off x="8487473" y="1763434"/>
            <a:ext cx="320842" cy="644080"/>
          </a:xfrm>
          <a:prstGeom prst="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66" name="上下箭头 65">
            <a:extLst>
              <a:ext uri="{FF2B5EF4-FFF2-40B4-BE49-F238E27FC236}">
                <a16:creationId xmlns:a16="http://schemas.microsoft.com/office/drawing/2014/main" id="{DA798BF1-804A-D6F9-1B7C-85B69706126B}"/>
              </a:ext>
            </a:extLst>
          </p:cNvPr>
          <p:cNvSpPr/>
          <p:nvPr/>
        </p:nvSpPr>
        <p:spPr>
          <a:xfrm rot="16200000">
            <a:off x="5534047" y="636546"/>
            <a:ext cx="1203159" cy="6053330"/>
          </a:xfrm>
          <a:prstGeom prst="upDownArrow">
            <a:avLst>
              <a:gd name="adj1" fmla="val 59120"/>
              <a:gd name="adj2" fmla="val 50000"/>
            </a:avLst>
          </a:prstGeom>
          <a:solidFill>
            <a:schemeClr val="bg1"/>
          </a:solidFill>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 name="文本框 69">
            <a:extLst>
              <a:ext uri="{FF2B5EF4-FFF2-40B4-BE49-F238E27FC236}">
                <a16:creationId xmlns:a16="http://schemas.microsoft.com/office/drawing/2014/main" id="{D7B2BDED-06DC-DF56-1930-0E43100BC54F}"/>
              </a:ext>
            </a:extLst>
          </p:cNvPr>
          <p:cNvSpPr txBox="1"/>
          <p:nvPr/>
        </p:nvSpPr>
        <p:spPr>
          <a:xfrm>
            <a:off x="3440848" y="3393568"/>
            <a:ext cx="2100416" cy="523220"/>
          </a:xfrm>
          <a:prstGeom prst="rect">
            <a:avLst/>
          </a:prstGeom>
          <a:noFill/>
        </p:spPr>
        <p:txBody>
          <a:bodyPr wrap="square" rtlCol="0">
            <a:spAutoFit/>
          </a:bodyPr>
          <a:lstStyle/>
          <a:p>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35B114CA-914B-F916-BBF4-3B21B4703E98}"/>
              </a:ext>
            </a:extLst>
          </p:cNvPr>
          <p:cNvSpPr txBox="1"/>
          <p:nvPr/>
        </p:nvSpPr>
        <p:spPr>
          <a:xfrm>
            <a:off x="6948664" y="3393568"/>
            <a:ext cx="2100416" cy="523220"/>
          </a:xfrm>
          <a:prstGeom prst="rect">
            <a:avLst/>
          </a:prstGeom>
          <a:noFill/>
        </p:spPr>
        <p:txBody>
          <a:bodyPr wrap="square" rtlCol="0">
            <a:spAutoFit/>
          </a:bodyPr>
          <a:lstStyle/>
          <a:p>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B6B839A6-928E-A26C-E18B-FF41F0DA4F3A}"/>
              </a:ext>
            </a:extLst>
          </p:cNvPr>
          <p:cNvSpPr txBox="1"/>
          <p:nvPr/>
        </p:nvSpPr>
        <p:spPr>
          <a:xfrm>
            <a:off x="1752639" y="3132369"/>
            <a:ext cx="1347177" cy="1061829"/>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 name="文本框 23">
            <a:extLst>
              <a:ext uri="{FF2B5EF4-FFF2-40B4-BE49-F238E27FC236}">
                <a16:creationId xmlns:a16="http://schemas.microsoft.com/office/drawing/2014/main" id="{A0FFEFB5-E002-5A0F-9665-D6C5C9EF5D01}"/>
              </a:ext>
            </a:extLst>
          </p:cNvPr>
          <p:cNvSpPr txBox="1"/>
          <p:nvPr/>
        </p:nvSpPr>
        <p:spPr>
          <a:xfrm>
            <a:off x="9120336" y="3132369"/>
            <a:ext cx="1347177" cy="1061829"/>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5" name="圆角矩形 24">
            <a:extLst>
              <a:ext uri="{FF2B5EF4-FFF2-40B4-BE49-F238E27FC236}">
                <a16:creationId xmlns:a16="http://schemas.microsoft.com/office/drawing/2014/main" id="{733072EA-9E02-A3A1-3660-9A49B7D6FCB1}"/>
              </a:ext>
            </a:extLst>
          </p:cNvPr>
          <p:cNvSpPr/>
          <p:nvPr/>
        </p:nvSpPr>
        <p:spPr>
          <a:xfrm>
            <a:off x="1837944"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圆角矩形 25">
            <a:extLst>
              <a:ext uri="{FF2B5EF4-FFF2-40B4-BE49-F238E27FC236}">
                <a16:creationId xmlns:a16="http://schemas.microsoft.com/office/drawing/2014/main" id="{E61A8D86-A8ED-768D-1833-0E6A10AAEB6A}"/>
              </a:ext>
            </a:extLst>
          </p:cNvPr>
          <p:cNvSpPr/>
          <p:nvPr/>
        </p:nvSpPr>
        <p:spPr>
          <a:xfrm>
            <a:off x="4020344"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圆角矩形 26">
            <a:extLst>
              <a:ext uri="{FF2B5EF4-FFF2-40B4-BE49-F238E27FC236}">
                <a16:creationId xmlns:a16="http://schemas.microsoft.com/office/drawing/2014/main" id="{B7FDE506-C489-FC97-4167-703A908BD88F}"/>
              </a:ext>
            </a:extLst>
          </p:cNvPr>
          <p:cNvSpPr/>
          <p:nvPr/>
        </p:nvSpPr>
        <p:spPr>
          <a:xfrm>
            <a:off x="6213736"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8" name="圆角矩形 27">
            <a:extLst>
              <a:ext uri="{FF2B5EF4-FFF2-40B4-BE49-F238E27FC236}">
                <a16:creationId xmlns:a16="http://schemas.microsoft.com/office/drawing/2014/main" id="{920F04FB-03C5-7615-D239-86B69D39B71A}"/>
              </a:ext>
            </a:extLst>
          </p:cNvPr>
          <p:cNvSpPr/>
          <p:nvPr/>
        </p:nvSpPr>
        <p:spPr>
          <a:xfrm>
            <a:off x="8387696"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椭圆 29">
            <a:extLst>
              <a:ext uri="{FF2B5EF4-FFF2-40B4-BE49-F238E27FC236}">
                <a16:creationId xmlns:a16="http://schemas.microsoft.com/office/drawing/2014/main" id="{175644B9-3405-0EF6-12C0-C449204F0059}"/>
              </a:ext>
            </a:extLst>
          </p:cNvPr>
          <p:cNvSpPr/>
          <p:nvPr/>
        </p:nvSpPr>
        <p:spPr>
          <a:xfrm>
            <a:off x="2487168" y="4992624"/>
            <a:ext cx="621792" cy="621792"/>
          </a:xfrm>
          <a:prstGeom prst="ellipse">
            <a:avLst/>
          </a:prstGeom>
          <a:gradFill>
            <a:gsLst>
              <a:gs pos="0">
                <a:srgbClr val="EFBCB6"/>
              </a:gs>
              <a:gs pos="74000">
                <a:srgbClr val="BB3023"/>
              </a:gs>
              <a:gs pos="83000">
                <a:srgbClr val="BB3023"/>
              </a:gs>
              <a:gs pos="99000">
                <a:srgbClr val="BB3023"/>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上箭头 30">
            <a:extLst>
              <a:ext uri="{FF2B5EF4-FFF2-40B4-BE49-F238E27FC236}">
                <a16:creationId xmlns:a16="http://schemas.microsoft.com/office/drawing/2014/main" id="{59B6F4AE-1FA1-9D01-3DA1-DF6F9F5C948C}"/>
              </a:ext>
            </a:extLst>
          </p:cNvPr>
          <p:cNvSpPr/>
          <p:nvPr/>
        </p:nvSpPr>
        <p:spPr>
          <a:xfrm rot="5400000">
            <a:off x="4806950" y="4931410"/>
            <a:ext cx="426212" cy="758952"/>
          </a:xfrm>
          <a:prstGeom prst="up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7" name="矩形 36">
            <a:extLst>
              <a:ext uri="{FF2B5EF4-FFF2-40B4-BE49-F238E27FC236}">
                <a16:creationId xmlns:a16="http://schemas.microsoft.com/office/drawing/2014/main" id="{B1EADACB-5AF9-0A1A-38FE-D55D70E1F69A}"/>
              </a:ext>
            </a:extLst>
          </p:cNvPr>
          <p:cNvSpPr/>
          <p:nvPr/>
        </p:nvSpPr>
        <p:spPr>
          <a:xfrm>
            <a:off x="9117584" y="5225542"/>
            <a:ext cx="585216" cy="11557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41" name="组合 40">
            <a:extLst>
              <a:ext uri="{FF2B5EF4-FFF2-40B4-BE49-F238E27FC236}">
                <a16:creationId xmlns:a16="http://schemas.microsoft.com/office/drawing/2014/main" id="{F0B3FB2F-1FE0-6B86-9474-AA337EFC72B3}"/>
              </a:ext>
            </a:extLst>
          </p:cNvPr>
          <p:cNvGrpSpPr/>
          <p:nvPr/>
        </p:nvGrpSpPr>
        <p:grpSpPr>
          <a:xfrm rot="2700000">
            <a:off x="6955780" y="5087765"/>
            <a:ext cx="467370" cy="467370"/>
            <a:chOff x="6816080" y="4708552"/>
            <a:chExt cx="777240" cy="777240"/>
          </a:xfrm>
          <a:solidFill>
            <a:srgbClr val="BB3023"/>
          </a:solidFill>
        </p:grpSpPr>
        <p:sp>
          <p:nvSpPr>
            <p:cNvPr id="38" name="矩形 37">
              <a:extLst>
                <a:ext uri="{FF2B5EF4-FFF2-40B4-BE49-F238E27FC236}">
                  <a16:creationId xmlns:a16="http://schemas.microsoft.com/office/drawing/2014/main" id="{3BDC08D7-BD5E-25FC-2A95-A478FBC600CD}"/>
                </a:ext>
              </a:extLst>
            </p:cNvPr>
            <p:cNvSpPr/>
            <p:nvPr/>
          </p:nvSpPr>
          <p:spPr>
            <a:xfrm>
              <a:off x="6816080" y="4992624"/>
              <a:ext cx="777240" cy="211432"/>
            </a:xfrm>
            <a:prstGeom prst="rect">
              <a:avLst/>
            </a:prstGeom>
            <a:grp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9" name="矩形 38">
              <a:extLst>
                <a:ext uri="{FF2B5EF4-FFF2-40B4-BE49-F238E27FC236}">
                  <a16:creationId xmlns:a16="http://schemas.microsoft.com/office/drawing/2014/main" id="{CCBB7BBE-463D-02E4-E551-DB34762434A9}"/>
                </a:ext>
              </a:extLst>
            </p:cNvPr>
            <p:cNvSpPr/>
            <p:nvPr/>
          </p:nvSpPr>
          <p:spPr>
            <a:xfrm rot="5400000">
              <a:off x="6808080" y="4991456"/>
              <a:ext cx="777240" cy="211432"/>
            </a:xfrm>
            <a:prstGeom prst="rect">
              <a:avLst/>
            </a:prstGeom>
            <a:grp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60" name="文本框 59">
            <a:extLst>
              <a:ext uri="{FF2B5EF4-FFF2-40B4-BE49-F238E27FC236}">
                <a16:creationId xmlns:a16="http://schemas.microsoft.com/office/drawing/2014/main" id="{66F681FD-8C11-FD06-A9D9-3A874EE2972A}"/>
              </a:ext>
            </a:extLst>
          </p:cNvPr>
          <p:cNvSpPr txBox="1"/>
          <p:nvPr/>
        </p:nvSpPr>
        <p:spPr>
          <a:xfrm>
            <a:off x="2072388"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1" name="文本框 60">
            <a:extLst>
              <a:ext uri="{FF2B5EF4-FFF2-40B4-BE49-F238E27FC236}">
                <a16:creationId xmlns:a16="http://schemas.microsoft.com/office/drawing/2014/main" id="{0E31DD6B-A4BB-84B4-8272-FECC221C7443}"/>
              </a:ext>
            </a:extLst>
          </p:cNvPr>
          <p:cNvSpPr txBox="1"/>
          <p:nvPr/>
        </p:nvSpPr>
        <p:spPr>
          <a:xfrm>
            <a:off x="4223792"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4" name="文本框 63">
            <a:extLst>
              <a:ext uri="{FF2B5EF4-FFF2-40B4-BE49-F238E27FC236}">
                <a16:creationId xmlns:a16="http://schemas.microsoft.com/office/drawing/2014/main" id="{0EE49855-4ED5-C43D-CFD5-927A07BD3F7C}"/>
              </a:ext>
            </a:extLst>
          </p:cNvPr>
          <p:cNvSpPr txBox="1"/>
          <p:nvPr/>
        </p:nvSpPr>
        <p:spPr>
          <a:xfrm>
            <a:off x="6464040"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5" name="文本框 64">
            <a:extLst>
              <a:ext uri="{FF2B5EF4-FFF2-40B4-BE49-F238E27FC236}">
                <a16:creationId xmlns:a16="http://schemas.microsoft.com/office/drawing/2014/main" id="{938971B9-8DF2-5103-B2A0-0909C1A516A0}"/>
              </a:ext>
            </a:extLst>
          </p:cNvPr>
          <p:cNvSpPr txBox="1"/>
          <p:nvPr/>
        </p:nvSpPr>
        <p:spPr>
          <a:xfrm>
            <a:off x="8616280"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8" name="文本框 67">
            <a:extLst>
              <a:ext uri="{FF2B5EF4-FFF2-40B4-BE49-F238E27FC236}">
                <a16:creationId xmlns:a16="http://schemas.microsoft.com/office/drawing/2014/main" id="{E659486B-3E2C-1C75-1649-73A12E5DBFD6}"/>
              </a:ext>
            </a:extLst>
          </p:cNvPr>
          <p:cNvSpPr txBox="1"/>
          <p:nvPr/>
        </p:nvSpPr>
        <p:spPr>
          <a:xfrm>
            <a:off x="2138992"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2" name="文本框 71">
            <a:extLst>
              <a:ext uri="{FF2B5EF4-FFF2-40B4-BE49-F238E27FC236}">
                <a16:creationId xmlns:a16="http://schemas.microsoft.com/office/drawing/2014/main" id="{20F6607E-09AD-59CE-08B0-C45BFCA6F9F5}"/>
              </a:ext>
            </a:extLst>
          </p:cNvPr>
          <p:cNvSpPr txBox="1"/>
          <p:nvPr/>
        </p:nvSpPr>
        <p:spPr>
          <a:xfrm>
            <a:off x="4325520"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3" name="文本框 72">
            <a:extLst>
              <a:ext uri="{FF2B5EF4-FFF2-40B4-BE49-F238E27FC236}">
                <a16:creationId xmlns:a16="http://schemas.microsoft.com/office/drawing/2014/main" id="{05CC90E1-4CB6-FCDB-9E6C-0E4ED08C75E0}"/>
              </a:ext>
            </a:extLst>
          </p:cNvPr>
          <p:cNvSpPr txBox="1"/>
          <p:nvPr/>
        </p:nvSpPr>
        <p:spPr>
          <a:xfrm>
            <a:off x="6528048"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4" name="文本框 73">
            <a:extLst>
              <a:ext uri="{FF2B5EF4-FFF2-40B4-BE49-F238E27FC236}">
                <a16:creationId xmlns:a16="http://schemas.microsoft.com/office/drawing/2014/main" id="{9E3BC70E-C8C0-44BA-CED6-A280D97912BD}"/>
              </a:ext>
            </a:extLst>
          </p:cNvPr>
          <p:cNvSpPr txBox="1"/>
          <p:nvPr/>
        </p:nvSpPr>
        <p:spPr>
          <a:xfrm>
            <a:off x="8688288"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5" name="圆角矩形 74">
            <a:extLst>
              <a:ext uri="{FF2B5EF4-FFF2-40B4-BE49-F238E27FC236}">
                <a16:creationId xmlns:a16="http://schemas.microsoft.com/office/drawing/2014/main" id="{E010FC3C-A673-CC6F-B9DC-71CDFFCD402E}"/>
              </a:ext>
            </a:extLst>
          </p:cNvPr>
          <p:cNvSpPr/>
          <p:nvPr/>
        </p:nvSpPr>
        <p:spPr>
          <a:xfrm>
            <a:off x="10926501" y="4768770"/>
            <a:ext cx="613458" cy="613458"/>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6" name="圆角矩形 75">
            <a:extLst>
              <a:ext uri="{FF2B5EF4-FFF2-40B4-BE49-F238E27FC236}">
                <a16:creationId xmlns:a16="http://schemas.microsoft.com/office/drawing/2014/main" id="{162FA249-AED0-4528-3E52-2249D98BF7F7}"/>
              </a:ext>
            </a:extLst>
          </p:cNvPr>
          <p:cNvSpPr/>
          <p:nvPr/>
        </p:nvSpPr>
        <p:spPr>
          <a:xfrm>
            <a:off x="706975" y="4768770"/>
            <a:ext cx="613458" cy="613458"/>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77" name="Google Shape;5272;p76">
            <a:extLst>
              <a:ext uri="{FF2B5EF4-FFF2-40B4-BE49-F238E27FC236}">
                <a16:creationId xmlns:a16="http://schemas.microsoft.com/office/drawing/2014/main" id="{0241EC16-81A8-B6FB-DA51-D4FAF6816157}"/>
              </a:ext>
            </a:extLst>
          </p:cNvPr>
          <p:cNvGrpSpPr/>
          <p:nvPr/>
        </p:nvGrpSpPr>
        <p:grpSpPr>
          <a:xfrm>
            <a:off x="806830" y="4819469"/>
            <a:ext cx="407181" cy="451469"/>
            <a:chOff x="3300325" y="249875"/>
            <a:chExt cx="433725" cy="480900"/>
          </a:xfrm>
          <a:solidFill>
            <a:srgbClr val="BB3023"/>
          </a:solidFill>
        </p:grpSpPr>
        <p:sp>
          <p:nvSpPr>
            <p:cNvPr id="78" name="Google Shape;5273;p76">
              <a:extLst>
                <a:ext uri="{FF2B5EF4-FFF2-40B4-BE49-F238E27FC236}">
                  <a16:creationId xmlns:a16="http://schemas.microsoft.com/office/drawing/2014/main" id="{5D8699DC-A597-E01B-9408-107C52B742DD}"/>
                </a:ext>
              </a:extLst>
            </p:cNvPr>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9" name="Google Shape;5274;p76">
              <a:extLst>
                <a:ext uri="{FF2B5EF4-FFF2-40B4-BE49-F238E27FC236}">
                  <a16:creationId xmlns:a16="http://schemas.microsoft.com/office/drawing/2014/main" id="{C31AADAF-38DC-975D-5CA8-81F90A34AC85}"/>
                </a:ext>
              </a:extLst>
            </p:cNvPr>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0" name="Google Shape;5275;p76">
              <a:extLst>
                <a:ext uri="{FF2B5EF4-FFF2-40B4-BE49-F238E27FC236}">
                  <a16:creationId xmlns:a16="http://schemas.microsoft.com/office/drawing/2014/main" id="{835CB204-0B5E-7240-8DCE-B11B4FA7DAC1}"/>
                </a:ext>
              </a:extLst>
            </p:cNvPr>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1" name="Google Shape;5276;p76">
              <a:extLst>
                <a:ext uri="{FF2B5EF4-FFF2-40B4-BE49-F238E27FC236}">
                  <a16:creationId xmlns:a16="http://schemas.microsoft.com/office/drawing/2014/main" id="{E30B59D4-ADE0-E457-7F94-392D6E70677B}"/>
                </a:ext>
              </a:extLst>
            </p:cNvPr>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2" name="Google Shape;5277;p76">
              <a:extLst>
                <a:ext uri="{FF2B5EF4-FFF2-40B4-BE49-F238E27FC236}">
                  <a16:creationId xmlns:a16="http://schemas.microsoft.com/office/drawing/2014/main" id="{82D1B00C-3FD7-3B57-5288-5860AC433DA4}"/>
                </a:ext>
              </a:extLst>
            </p:cNvPr>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3" name="Google Shape;5278;p76">
              <a:extLst>
                <a:ext uri="{FF2B5EF4-FFF2-40B4-BE49-F238E27FC236}">
                  <a16:creationId xmlns:a16="http://schemas.microsoft.com/office/drawing/2014/main" id="{3EB9389B-5CF9-F022-C2CA-3F0977EA33AA}"/>
                </a:ext>
              </a:extLst>
            </p:cNvPr>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91" name="Google Shape;5263;p76">
            <a:extLst>
              <a:ext uri="{FF2B5EF4-FFF2-40B4-BE49-F238E27FC236}">
                <a16:creationId xmlns:a16="http://schemas.microsoft.com/office/drawing/2014/main" id="{2471F9D3-B4A8-EBAB-CF3A-29EFB35C340B}"/>
              </a:ext>
            </a:extLst>
          </p:cNvPr>
          <p:cNvGrpSpPr/>
          <p:nvPr/>
        </p:nvGrpSpPr>
        <p:grpSpPr>
          <a:xfrm>
            <a:off x="11031091" y="4819037"/>
            <a:ext cx="397559" cy="452337"/>
            <a:chOff x="1529350" y="258825"/>
            <a:chExt cx="423475" cy="481825"/>
          </a:xfrm>
          <a:solidFill>
            <a:srgbClr val="BB3023"/>
          </a:solidFill>
        </p:grpSpPr>
        <p:sp>
          <p:nvSpPr>
            <p:cNvPr id="92" name="Google Shape;5264;p76">
              <a:extLst>
                <a:ext uri="{FF2B5EF4-FFF2-40B4-BE49-F238E27FC236}">
                  <a16:creationId xmlns:a16="http://schemas.microsoft.com/office/drawing/2014/main" id="{07E058F4-3908-9D47-FF9F-A6C1069DA980}"/>
                </a:ext>
              </a:extLst>
            </p:cNvPr>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93" name="Google Shape;5265;p76">
              <a:extLst>
                <a:ext uri="{FF2B5EF4-FFF2-40B4-BE49-F238E27FC236}">
                  <a16:creationId xmlns:a16="http://schemas.microsoft.com/office/drawing/2014/main" id="{FD4954A1-B1FD-7B0A-AB8F-0EC35682DA98}"/>
                </a:ext>
              </a:extLst>
            </p:cNvPr>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95" name="文本框 94">
            <a:extLst>
              <a:ext uri="{FF2B5EF4-FFF2-40B4-BE49-F238E27FC236}">
                <a16:creationId xmlns:a16="http://schemas.microsoft.com/office/drawing/2014/main" id="{BDF40AC7-75D4-FC21-17B0-7999287F24B1}"/>
              </a:ext>
            </a:extLst>
          </p:cNvPr>
          <p:cNvSpPr txBox="1"/>
          <p:nvPr/>
        </p:nvSpPr>
        <p:spPr>
          <a:xfrm>
            <a:off x="659757" y="5474824"/>
            <a:ext cx="798654" cy="923330"/>
          </a:xfrm>
          <a:prstGeom prst="rect">
            <a:avLst/>
          </a:prstGeom>
          <a:noFill/>
        </p:spPr>
        <p:txBody>
          <a:bodyPr wrap="square">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00438BB5-702F-2506-2924-D2F96C50059E}"/>
              </a:ext>
            </a:extLst>
          </p:cNvPr>
          <p:cNvSpPr txBox="1"/>
          <p:nvPr/>
        </p:nvSpPr>
        <p:spPr>
          <a:xfrm>
            <a:off x="10920536" y="5474824"/>
            <a:ext cx="798654" cy="923330"/>
          </a:xfrm>
          <a:prstGeom prst="rect">
            <a:avLst/>
          </a:prstGeom>
          <a:noFill/>
        </p:spPr>
        <p:txBody>
          <a:bodyPr wrap="square">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BCBF5499-C793-3F75-C7BA-6948C4FF7D90}"/>
              </a:ext>
            </a:extLst>
          </p:cNvPr>
          <p:cNvSpPr txBox="1"/>
          <p:nvPr/>
        </p:nvSpPr>
        <p:spPr>
          <a:xfrm>
            <a:off x="574534" y="3130617"/>
            <a:ext cx="939942" cy="1110369"/>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13.8</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8" name="文本框 97">
            <a:extLst>
              <a:ext uri="{FF2B5EF4-FFF2-40B4-BE49-F238E27FC236}">
                <a16:creationId xmlns:a16="http://schemas.microsoft.com/office/drawing/2014/main" id="{AF76DEC8-8525-BA9D-F62F-4083B55B8C4A}"/>
              </a:ext>
            </a:extLst>
          </p:cNvPr>
          <p:cNvSpPr txBox="1"/>
          <p:nvPr/>
        </p:nvSpPr>
        <p:spPr>
          <a:xfrm>
            <a:off x="10941125" y="3142192"/>
            <a:ext cx="1335289" cy="1110369"/>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0.8</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99" name="Google Shape;5423;p76">
            <a:extLst>
              <a:ext uri="{FF2B5EF4-FFF2-40B4-BE49-F238E27FC236}">
                <a16:creationId xmlns:a16="http://schemas.microsoft.com/office/drawing/2014/main" id="{F8B236F9-CAF7-1AF5-756F-989B8A5A7D77}"/>
              </a:ext>
            </a:extLst>
          </p:cNvPr>
          <p:cNvGrpSpPr/>
          <p:nvPr/>
        </p:nvGrpSpPr>
        <p:grpSpPr>
          <a:xfrm>
            <a:off x="869814" y="2054882"/>
            <a:ext cx="389437" cy="452337"/>
            <a:chOff x="4492800" y="2027925"/>
            <a:chExt cx="414825" cy="481825"/>
          </a:xfrm>
          <a:solidFill>
            <a:schemeClr val="bg1"/>
          </a:solidFill>
        </p:grpSpPr>
        <p:sp>
          <p:nvSpPr>
            <p:cNvPr id="100" name="Google Shape;5424;p76">
              <a:extLst>
                <a:ext uri="{FF2B5EF4-FFF2-40B4-BE49-F238E27FC236}">
                  <a16:creationId xmlns:a16="http://schemas.microsoft.com/office/drawing/2014/main" id="{852ED72C-03F9-4468-2558-D6F1B50403FC}"/>
                </a:ext>
              </a:extLst>
            </p:cNvPr>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1" name="Google Shape;5425;p76">
              <a:extLst>
                <a:ext uri="{FF2B5EF4-FFF2-40B4-BE49-F238E27FC236}">
                  <a16:creationId xmlns:a16="http://schemas.microsoft.com/office/drawing/2014/main" id="{6B064F22-0BED-4188-E992-48CA7464778B}"/>
                </a:ext>
              </a:extLst>
            </p:cNvPr>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102" name="Google Shape;5562;p76">
            <a:extLst>
              <a:ext uri="{FF2B5EF4-FFF2-40B4-BE49-F238E27FC236}">
                <a16:creationId xmlns:a16="http://schemas.microsoft.com/office/drawing/2014/main" id="{5479BDDF-054A-6233-7CBD-73397B3308EA}"/>
              </a:ext>
            </a:extLst>
          </p:cNvPr>
          <p:cNvGrpSpPr/>
          <p:nvPr/>
        </p:nvGrpSpPr>
        <p:grpSpPr>
          <a:xfrm>
            <a:off x="11000715" y="2026792"/>
            <a:ext cx="452337" cy="452337"/>
            <a:chOff x="5651375" y="3806450"/>
            <a:chExt cx="481825" cy="481825"/>
          </a:xfrm>
          <a:solidFill>
            <a:schemeClr val="bg1"/>
          </a:solidFill>
        </p:grpSpPr>
        <p:sp>
          <p:nvSpPr>
            <p:cNvPr id="103" name="Google Shape;5563;p76">
              <a:extLst>
                <a:ext uri="{FF2B5EF4-FFF2-40B4-BE49-F238E27FC236}">
                  <a16:creationId xmlns:a16="http://schemas.microsoft.com/office/drawing/2014/main" id="{208488D0-3363-92FC-8ACC-DC6C16123F65}"/>
                </a:ext>
              </a:extLst>
            </p:cNvPr>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4" name="Google Shape;5564;p76">
              <a:extLst>
                <a:ext uri="{FF2B5EF4-FFF2-40B4-BE49-F238E27FC236}">
                  <a16:creationId xmlns:a16="http://schemas.microsoft.com/office/drawing/2014/main" id="{F239C55F-DDBA-0F2C-D568-A6185C520B53}"/>
                </a:ext>
              </a:extLst>
            </p:cNvPr>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5" name="Google Shape;5565;p76">
              <a:extLst>
                <a:ext uri="{FF2B5EF4-FFF2-40B4-BE49-F238E27FC236}">
                  <a16:creationId xmlns:a16="http://schemas.microsoft.com/office/drawing/2014/main" id="{7A05058D-D2FB-A21D-34E2-CE6514372362}"/>
                </a:ext>
              </a:extLst>
            </p:cNvPr>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6" name="Google Shape;5566;p76">
              <a:extLst>
                <a:ext uri="{FF2B5EF4-FFF2-40B4-BE49-F238E27FC236}">
                  <a16:creationId xmlns:a16="http://schemas.microsoft.com/office/drawing/2014/main" id="{FF3BCCE6-224A-89F2-0606-F3C51413F5A1}"/>
                </a:ext>
              </a:extLst>
            </p:cNvPr>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pic>
        <p:nvPicPr>
          <p:cNvPr id="3" name="图片 2">
            <a:extLst>
              <a:ext uri="{FF2B5EF4-FFF2-40B4-BE49-F238E27FC236}">
                <a16:creationId xmlns:a16="http://schemas.microsoft.com/office/drawing/2014/main" id="{AEADBB92-4441-8DB3-6399-FBF8D1CF3318}"/>
              </a:ext>
            </a:extLst>
          </p:cNvPr>
          <p:cNvPicPr>
            <a:picLocks noChangeAspect="1"/>
          </p:cNvPicPr>
          <p:nvPr/>
        </p:nvPicPr>
        <p:blipFill>
          <a:blip r:embed="rId3"/>
          <a:stretch>
            <a:fillRect/>
          </a:stretch>
        </p:blipFill>
        <p:spPr>
          <a:xfrm>
            <a:off x="4941887" y="2740025"/>
            <a:ext cx="2222500" cy="1663700"/>
          </a:xfrm>
          <a:prstGeom prst="rect">
            <a:avLst/>
          </a:prstGeom>
        </p:spPr>
      </p:pic>
    </p:spTree>
    <p:extLst>
      <p:ext uri="{BB962C8B-B14F-4D97-AF65-F5344CB8AC3E}">
        <p14:creationId xmlns:p14="http://schemas.microsoft.com/office/powerpoint/2010/main" val="315051406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257C71C3-8CB9-CE44-BC7D-C2956846F42E}"/>
              </a:ext>
            </a:extLst>
          </p:cNvPr>
          <p:cNvSpPr txBox="1"/>
          <p:nvPr/>
        </p:nvSpPr>
        <p:spPr>
          <a:xfrm>
            <a:off x="2886487" y="229108"/>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9117863C-1FCD-4039-12FA-461E72A2AACB}"/>
              </a:ext>
            </a:extLst>
          </p:cNvPr>
          <p:cNvSpPr txBox="1"/>
          <p:nvPr/>
        </p:nvSpPr>
        <p:spPr>
          <a:xfrm>
            <a:off x="287947" y="183314"/>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13F19F53-A941-89FA-E0FE-03E2EC17ABD5}"/>
              </a:ext>
            </a:extLst>
          </p:cNvPr>
          <p:cNvCxnSpPr>
            <a:cxnSpLocks/>
          </p:cNvCxnSpPr>
          <p:nvPr/>
        </p:nvCxnSpPr>
        <p:spPr>
          <a:xfrm>
            <a:off x="304801" y="773139"/>
            <a:ext cx="1158239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5A2DB5B0-6807-49FE-15A1-7864FA8ABCA9}"/>
              </a:ext>
            </a:extLst>
          </p:cNvPr>
          <p:cNvCxnSpPr>
            <a:cxnSpLocks/>
          </p:cNvCxnSpPr>
          <p:nvPr/>
        </p:nvCxnSpPr>
        <p:spPr>
          <a:xfrm>
            <a:off x="1976150" y="233135"/>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596B0A73-FE4E-8A81-B5AC-1C6E631D349C}"/>
              </a:ext>
            </a:extLst>
          </p:cNvPr>
          <p:cNvSpPr txBox="1"/>
          <p:nvPr/>
        </p:nvSpPr>
        <p:spPr>
          <a:xfrm>
            <a:off x="298575" y="435056"/>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9" name="组合 8">
            <a:extLst>
              <a:ext uri="{FF2B5EF4-FFF2-40B4-BE49-F238E27FC236}">
                <a16:creationId xmlns:a16="http://schemas.microsoft.com/office/drawing/2014/main" id="{7C3D8BAD-9ABA-A89F-72A8-16D465147C1A}"/>
              </a:ext>
            </a:extLst>
          </p:cNvPr>
          <p:cNvGrpSpPr/>
          <p:nvPr/>
        </p:nvGrpSpPr>
        <p:grpSpPr>
          <a:xfrm>
            <a:off x="2201374" y="275789"/>
            <a:ext cx="356205" cy="355288"/>
            <a:chOff x="416151" y="286059"/>
            <a:chExt cx="356205" cy="355288"/>
          </a:xfrm>
        </p:grpSpPr>
        <p:sp>
          <p:nvSpPr>
            <p:cNvPr id="10" name="Google Shape;7166;p80">
              <a:extLst>
                <a:ext uri="{FF2B5EF4-FFF2-40B4-BE49-F238E27FC236}">
                  <a16:creationId xmlns:a16="http://schemas.microsoft.com/office/drawing/2014/main" id="{376B9FD2-F644-C687-D829-1405163A7EE7}"/>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7;p80">
              <a:extLst>
                <a:ext uri="{FF2B5EF4-FFF2-40B4-BE49-F238E27FC236}">
                  <a16:creationId xmlns:a16="http://schemas.microsoft.com/office/drawing/2014/main" id="{4503ED3F-DCCD-0B9C-46DB-933AEF2A49B5}"/>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8;p80">
              <a:extLst>
                <a:ext uri="{FF2B5EF4-FFF2-40B4-BE49-F238E27FC236}">
                  <a16:creationId xmlns:a16="http://schemas.microsoft.com/office/drawing/2014/main" id="{BF4541E0-B5D5-EE10-A237-14544FC8C2B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9;p80">
              <a:extLst>
                <a:ext uri="{FF2B5EF4-FFF2-40B4-BE49-F238E27FC236}">
                  <a16:creationId xmlns:a16="http://schemas.microsoft.com/office/drawing/2014/main" id="{1AF74289-F378-2E1E-9045-36C0E9CBB03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 name="三角形 14">
            <a:extLst>
              <a:ext uri="{FF2B5EF4-FFF2-40B4-BE49-F238E27FC236}">
                <a16:creationId xmlns:a16="http://schemas.microsoft.com/office/drawing/2014/main" id="{9FD12D5B-488E-71DE-A248-D2F58C09F939}"/>
              </a:ext>
            </a:extLst>
          </p:cNvPr>
          <p:cNvSpPr/>
          <p:nvPr/>
        </p:nvSpPr>
        <p:spPr>
          <a:xfrm>
            <a:off x="440267" y="931333"/>
            <a:ext cx="11339277" cy="762000"/>
          </a:xfrm>
          <a:prstGeom prst="triangl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圆角矩形 18">
            <a:extLst>
              <a:ext uri="{FF2B5EF4-FFF2-40B4-BE49-F238E27FC236}">
                <a16:creationId xmlns:a16="http://schemas.microsoft.com/office/drawing/2014/main" id="{9B06EECA-881D-ADDB-C997-FD5085926630}"/>
              </a:ext>
            </a:extLst>
          </p:cNvPr>
          <p:cNvSpPr/>
          <p:nvPr/>
        </p:nvSpPr>
        <p:spPr>
          <a:xfrm>
            <a:off x="423334" y="1811868"/>
            <a:ext cx="11379200" cy="948266"/>
          </a:xfrm>
          <a:prstGeom prst="roundRect">
            <a:avLst>
              <a:gd name="adj" fmla="val 6832"/>
            </a:avLst>
          </a:prstGeom>
          <a:noFill/>
          <a:ln w="476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圆角矩形 20">
            <a:extLst>
              <a:ext uri="{FF2B5EF4-FFF2-40B4-BE49-F238E27FC236}">
                <a16:creationId xmlns:a16="http://schemas.microsoft.com/office/drawing/2014/main" id="{1ECF2810-BBD2-A251-BF74-41302393921A}"/>
              </a:ext>
            </a:extLst>
          </p:cNvPr>
          <p:cNvSpPr/>
          <p:nvPr/>
        </p:nvSpPr>
        <p:spPr>
          <a:xfrm>
            <a:off x="423334" y="2924943"/>
            <a:ext cx="11379200" cy="1460789"/>
          </a:xfrm>
          <a:prstGeom prst="roundRect">
            <a:avLst>
              <a:gd name="adj" fmla="val 6393"/>
            </a:avLst>
          </a:prstGeom>
          <a:noFill/>
          <a:ln w="476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2" name="圆角矩形 21">
            <a:extLst>
              <a:ext uri="{FF2B5EF4-FFF2-40B4-BE49-F238E27FC236}">
                <a16:creationId xmlns:a16="http://schemas.microsoft.com/office/drawing/2014/main" id="{86DAFE05-0062-7237-F26E-E4368E6EF8E6}"/>
              </a:ext>
            </a:extLst>
          </p:cNvPr>
          <p:cNvSpPr/>
          <p:nvPr/>
        </p:nvSpPr>
        <p:spPr>
          <a:xfrm>
            <a:off x="423334" y="4509120"/>
            <a:ext cx="11379200" cy="2162613"/>
          </a:xfrm>
          <a:prstGeom prst="roundRect">
            <a:avLst>
              <a:gd name="adj" fmla="val 5142"/>
            </a:avLst>
          </a:prstGeom>
          <a:noFill/>
          <a:ln w="476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32" name="直线箭头连接符 31">
            <a:extLst>
              <a:ext uri="{FF2B5EF4-FFF2-40B4-BE49-F238E27FC236}">
                <a16:creationId xmlns:a16="http://schemas.microsoft.com/office/drawing/2014/main" id="{C50BE7A3-6BDB-6B37-2676-A9B31F76011B}"/>
              </a:ext>
            </a:extLst>
          </p:cNvPr>
          <p:cNvCxnSpPr>
            <a:cxnSpLocks/>
          </p:cNvCxnSpPr>
          <p:nvPr/>
        </p:nvCxnSpPr>
        <p:spPr>
          <a:xfrm flipV="1">
            <a:off x="10600419" y="1844842"/>
            <a:ext cx="0" cy="834190"/>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3" name="圆角矩形 32">
            <a:extLst>
              <a:ext uri="{FF2B5EF4-FFF2-40B4-BE49-F238E27FC236}">
                <a16:creationId xmlns:a16="http://schemas.microsoft.com/office/drawing/2014/main" id="{F728EE4A-EB95-545F-E625-E4509DF7EC5D}"/>
              </a:ext>
            </a:extLst>
          </p:cNvPr>
          <p:cNvSpPr/>
          <p:nvPr/>
        </p:nvSpPr>
        <p:spPr>
          <a:xfrm>
            <a:off x="10844463" y="1909010"/>
            <a:ext cx="786064" cy="737937"/>
          </a:xfrm>
          <a:prstGeom prst="round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圆角矩形 33">
            <a:extLst>
              <a:ext uri="{FF2B5EF4-FFF2-40B4-BE49-F238E27FC236}">
                <a16:creationId xmlns:a16="http://schemas.microsoft.com/office/drawing/2014/main" id="{64EDB0AD-392D-3807-A5E8-38C00B6A42C6}"/>
              </a:ext>
            </a:extLst>
          </p:cNvPr>
          <p:cNvSpPr/>
          <p:nvPr/>
        </p:nvSpPr>
        <p:spPr>
          <a:xfrm>
            <a:off x="10844463" y="3012994"/>
            <a:ext cx="786064" cy="1286290"/>
          </a:xfrm>
          <a:prstGeom prst="round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圆角矩形 34">
            <a:extLst>
              <a:ext uri="{FF2B5EF4-FFF2-40B4-BE49-F238E27FC236}">
                <a16:creationId xmlns:a16="http://schemas.microsoft.com/office/drawing/2014/main" id="{601613BC-813B-3CF4-EE4E-FF037F97D192}"/>
              </a:ext>
            </a:extLst>
          </p:cNvPr>
          <p:cNvSpPr/>
          <p:nvPr/>
        </p:nvSpPr>
        <p:spPr>
          <a:xfrm>
            <a:off x="10844463" y="4677380"/>
            <a:ext cx="786064" cy="1851756"/>
          </a:xfrm>
          <a:prstGeom prst="round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40" name="直线箭头连接符 39">
            <a:extLst>
              <a:ext uri="{FF2B5EF4-FFF2-40B4-BE49-F238E27FC236}">
                <a16:creationId xmlns:a16="http://schemas.microsoft.com/office/drawing/2014/main" id="{0078D732-5A60-DD47-0009-5CEC7B5A320A}"/>
              </a:ext>
            </a:extLst>
          </p:cNvPr>
          <p:cNvCxnSpPr>
            <a:cxnSpLocks/>
          </p:cNvCxnSpPr>
          <p:nvPr/>
        </p:nvCxnSpPr>
        <p:spPr>
          <a:xfrm flipV="1">
            <a:off x="10600419" y="3020834"/>
            <a:ext cx="0" cy="1262408"/>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2" name="直线箭头连接符 41">
            <a:extLst>
              <a:ext uri="{FF2B5EF4-FFF2-40B4-BE49-F238E27FC236}">
                <a16:creationId xmlns:a16="http://schemas.microsoft.com/office/drawing/2014/main" id="{93E11F3C-5B86-9348-C179-4500FFEA18EA}"/>
              </a:ext>
            </a:extLst>
          </p:cNvPr>
          <p:cNvCxnSpPr>
            <a:cxnSpLocks/>
          </p:cNvCxnSpPr>
          <p:nvPr/>
        </p:nvCxnSpPr>
        <p:spPr>
          <a:xfrm flipV="1">
            <a:off x="10600419" y="4653136"/>
            <a:ext cx="0" cy="1827875"/>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4" name="直线箭头连接符 43">
            <a:extLst>
              <a:ext uri="{FF2B5EF4-FFF2-40B4-BE49-F238E27FC236}">
                <a16:creationId xmlns:a16="http://schemas.microsoft.com/office/drawing/2014/main" id="{A548D067-A2DC-4B49-DC21-43A79FCB6EC8}"/>
              </a:ext>
            </a:extLst>
          </p:cNvPr>
          <p:cNvCxnSpPr>
            <a:cxnSpLocks/>
          </p:cNvCxnSpPr>
          <p:nvPr/>
        </p:nvCxnSpPr>
        <p:spPr>
          <a:xfrm flipV="1">
            <a:off x="1631867" y="1860884"/>
            <a:ext cx="0" cy="834190"/>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5" name="直线箭头连接符 44">
            <a:extLst>
              <a:ext uri="{FF2B5EF4-FFF2-40B4-BE49-F238E27FC236}">
                <a16:creationId xmlns:a16="http://schemas.microsoft.com/office/drawing/2014/main" id="{DE9CD678-7699-644F-0179-5DCFB010DC56}"/>
              </a:ext>
            </a:extLst>
          </p:cNvPr>
          <p:cNvCxnSpPr>
            <a:cxnSpLocks/>
          </p:cNvCxnSpPr>
          <p:nvPr/>
        </p:nvCxnSpPr>
        <p:spPr>
          <a:xfrm flipV="1">
            <a:off x="1631867" y="3052918"/>
            <a:ext cx="0" cy="1262408"/>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6" name="直线箭头连接符 45">
            <a:extLst>
              <a:ext uri="{FF2B5EF4-FFF2-40B4-BE49-F238E27FC236}">
                <a16:creationId xmlns:a16="http://schemas.microsoft.com/office/drawing/2014/main" id="{99A06A65-7FA7-919D-F2C4-5EA9DB2C1008}"/>
              </a:ext>
            </a:extLst>
          </p:cNvPr>
          <p:cNvCxnSpPr>
            <a:cxnSpLocks/>
          </p:cNvCxnSpPr>
          <p:nvPr/>
        </p:nvCxnSpPr>
        <p:spPr>
          <a:xfrm flipV="1">
            <a:off x="1631867" y="4669178"/>
            <a:ext cx="0" cy="1827875"/>
          </a:xfrm>
          <a:prstGeom prst="straightConnector1">
            <a:avLst/>
          </a:prstGeom>
          <a:ln w="41275">
            <a:solidFill>
              <a:srgbClr val="BB3023"/>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7" name="圆角矩形 46">
            <a:extLst>
              <a:ext uri="{FF2B5EF4-FFF2-40B4-BE49-F238E27FC236}">
                <a16:creationId xmlns:a16="http://schemas.microsoft.com/office/drawing/2014/main" id="{445EACCC-4977-89DF-6360-8B55D05819F8}"/>
              </a:ext>
            </a:extLst>
          </p:cNvPr>
          <p:cNvSpPr/>
          <p:nvPr/>
        </p:nvSpPr>
        <p:spPr>
          <a:xfrm>
            <a:off x="623392" y="1909010"/>
            <a:ext cx="786064" cy="737937"/>
          </a:xfrm>
          <a:prstGeom prst="round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8" name="圆角矩形 47">
            <a:extLst>
              <a:ext uri="{FF2B5EF4-FFF2-40B4-BE49-F238E27FC236}">
                <a16:creationId xmlns:a16="http://schemas.microsoft.com/office/drawing/2014/main" id="{7E4C2483-0688-5DF9-1066-89A06979B81A}"/>
              </a:ext>
            </a:extLst>
          </p:cNvPr>
          <p:cNvSpPr/>
          <p:nvPr/>
        </p:nvSpPr>
        <p:spPr>
          <a:xfrm>
            <a:off x="623392" y="3012994"/>
            <a:ext cx="786064" cy="1286290"/>
          </a:xfrm>
          <a:prstGeom prst="round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9" name="圆角矩形 48">
            <a:extLst>
              <a:ext uri="{FF2B5EF4-FFF2-40B4-BE49-F238E27FC236}">
                <a16:creationId xmlns:a16="http://schemas.microsoft.com/office/drawing/2014/main" id="{7002057A-0CB8-8924-6E1A-52E9A50D08AA}"/>
              </a:ext>
            </a:extLst>
          </p:cNvPr>
          <p:cNvSpPr/>
          <p:nvPr/>
        </p:nvSpPr>
        <p:spPr>
          <a:xfrm>
            <a:off x="623392" y="4677380"/>
            <a:ext cx="786064" cy="1851756"/>
          </a:xfrm>
          <a:prstGeom prst="round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1" name="文本框 50">
            <a:extLst>
              <a:ext uri="{FF2B5EF4-FFF2-40B4-BE49-F238E27FC236}">
                <a16:creationId xmlns:a16="http://schemas.microsoft.com/office/drawing/2014/main" id="{6D127566-28D5-989B-8F7C-584F7D70C806}"/>
              </a:ext>
            </a:extLst>
          </p:cNvPr>
          <p:cNvSpPr txBox="1"/>
          <p:nvPr/>
        </p:nvSpPr>
        <p:spPr>
          <a:xfrm>
            <a:off x="1766314" y="2184296"/>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D650D5BD-1A6D-5518-2312-E11F2A99809D}"/>
              </a:ext>
            </a:extLst>
          </p:cNvPr>
          <p:cNvSpPr txBox="1"/>
          <p:nvPr/>
        </p:nvSpPr>
        <p:spPr>
          <a:xfrm>
            <a:off x="1782667" y="1848373"/>
            <a:ext cx="1620078" cy="461665"/>
          </a:xfrm>
          <a:prstGeom prst="rect">
            <a:avLst/>
          </a:prstGeom>
          <a:noFill/>
        </p:spPr>
        <p:txBody>
          <a:bodyPr wrap="square">
            <a:spAutoFit/>
          </a:bodyPr>
          <a:lstStyle/>
          <a:p>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3" name="文本框 52">
            <a:extLst>
              <a:ext uri="{FF2B5EF4-FFF2-40B4-BE49-F238E27FC236}">
                <a16:creationId xmlns:a16="http://schemas.microsoft.com/office/drawing/2014/main" id="{7887DC1B-A6E9-062D-B6FF-2204C87E53E3}"/>
              </a:ext>
            </a:extLst>
          </p:cNvPr>
          <p:cNvSpPr txBox="1"/>
          <p:nvPr/>
        </p:nvSpPr>
        <p:spPr>
          <a:xfrm>
            <a:off x="4390601" y="1124744"/>
            <a:ext cx="2732094" cy="584775"/>
          </a:xfrm>
          <a:prstGeom prst="rect">
            <a:avLst/>
          </a:prstGeom>
          <a:noFill/>
        </p:spPr>
        <p:txBody>
          <a:bodyPr wrap="square" rtlCol="0">
            <a:spAutoFit/>
          </a:bodyPr>
          <a:lstStyle/>
          <a:p>
            <a:r>
              <a:rPr kumimoji="1" lang="en" altLang="zh-CN" sz="3200" dirty="0">
                <a:solidFill>
                  <a:schemeClr val="bg1"/>
                </a:solidFill>
                <a:latin typeface="Alibaba PuHuiTi Medium" pitchFamily="18" charset="-122"/>
                <a:ea typeface="Alibaba PuHuiTi Medium" pitchFamily="18" charset="-122"/>
                <a:cs typeface="Alibaba PuHuiTi Medium" pitchFamily="18" charset="-122"/>
              </a:rPr>
              <a:t>Write Here</a:t>
            </a:r>
            <a:r>
              <a:rPr kumimoji="1" lang="en-US" altLang="zh-CN" sz="3200"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sz="3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95CC20FF-B85B-EA4F-C4D7-C5553AED2E94}"/>
              </a:ext>
            </a:extLst>
          </p:cNvPr>
          <p:cNvSpPr txBox="1"/>
          <p:nvPr/>
        </p:nvSpPr>
        <p:spPr>
          <a:xfrm>
            <a:off x="6749101" y="1221958"/>
            <a:ext cx="1620078" cy="461665"/>
          </a:xfrm>
          <a:prstGeom prst="rect">
            <a:avLst/>
          </a:prstGeom>
          <a:noFill/>
        </p:spPr>
        <p:txBody>
          <a:bodyPr wrap="square">
            <a:spAutoFit/>
          </a:bodyPr>
          <a:lstStyle/>
          <a:p>
            <a:r>
              <a:rPr kumimoji="1" lang="en" altLang="zh-CN" sz="2400" b="1" dirty="0">
                <a:solidFill>
                  <a:schemeClr val="bg1"/>
                </a:solidFill>
                <a:latin typeface="Alibaba PuHuiTi" pitchFamily="18" charset="-122"/>
                <a:ea typeface="Alibaba PuHuiTi" pitchFamily="18" charset="-122"/>
                <a:cs typeface="Alibaba PuHuiTi" pitchFamily="18" charset="-122"/>
              </a:rPr>
              <a:t>main title</a:t>
            </a:r>
            <a:endParaRPr lang="zh-CN" altLang="en-US" sz="2400" b="1" dirty="0">
              <a:solidFill>
                <a:schemeClr val="bg1"/>
              </a:solidFill>
              <a:latin typeface="Alibaba PuHuiTi" pitchFamily="18" charset="-122"/>
              <a:ea typeface="Alibaba PuHuiTi" pitchFamily="18" charset="-122"/>
              <a:cs typeface="Alibaba PuHuiTi" pitchFamily="18" charset="-122"/>
            </a:endParaRPr>
          </a:p>
        </p:txBody>
      </p:sp>
      <p:sp>
        <p:nvSpPr>
          <p:cNvPr id="55" name="文本框 54">
            <a:extLst>
              <a:ext uri="{FF2B5EF4-FFF2-40B4-BE49-F238E27FC236}">
                <a16:creationId xmlns:a16="http://schemas.microsoft.com/office/drawing/2014/main" id="{6A4967D5-D8A8-328D-13F3-3F2951257E28}"/>
              </a:ext>
            </a:extLst>
          </p:cNvPr>
          <p:cNvSpPr txBox="1"/>
          <p:nvPr/>
        </p:nvSpPr>
        <p:spPr>
          <a:xfrm>
            <a:off x="4061674" y="1829838"/>
            <a:ext cx="4232094" cy="1061829"/>
          </a:xfrm>
          <a:prstGeom prst="rect">
            <a:avLst/>
          </a:prstGeom>
          <a:noFill/>
        </p:spPr>
        <p:txBody>
          <a:bodyPr wrap="square" rtlCol="0">
            <a:spAutoFit/>
          </a:bodyPr>
          <a:lstStyle/>
          <a:p>
            <a:pPr algn="ct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a:p>
            <a:pPr algn="ct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34BA2A3F-0E03-ADDF-D191-FB8B266D1F6A}"/>
              </a:ext>
            </a:extLst>
          </p:cNvPr>
          <p:cNvSpPr txBox="1"/>
          <p:nvPr/>
        </p:nvSpPr>
        <p:spPr>
          <a:xfrm>
            <a:off x="8328248" y="2184296"/>
            <a:ext cx="2258790" cy="584775"/>
          </a:xfrm>
          <a:prstGeom prst="rect">
            <a:avLst/>
          </a:prstGeom>
          <a:noFill/>
        </p:spPr>
        <p:txBody>
          <a:bodyPr wrap="square" rtlCol="0">
            <a:spAutoFit/>
          </a:bodyPr>
          <a:lstStyle/>
          <a:p>
            <a:pPr algn="r"/>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86419CD0-2ACC-7078-91FD-E5599B826A53}"/>
              </a:ext>
            </a:extLst>
          </p:cNvPr>
          <p:cNvSpPr txBox="1"/>
          <p:nvPr/>
        </p:nvSpPr>
        <p:spPr>
          <a:xfrm>
            <a:off x="8954201" y="1848373"/>
            <a:ext cx="1620078" cy="461665"/>
          </a:xfrm>
          <a:prstGeom prst="rect">
            <a:avLst/>
          </a:prstGeom>
          <a:noFill/>
        </p:spPr>
        <p:txBody>
          <a:bodyPr wrap="square">
            <a:spAutoFit/>
          </a:bodyPr>
          <a:lstStyle/>
          <a:p>
            <a:pPr algn="r"/>
            <a:r>
              <a:rPr kumimoji="1" lang="en" altLang="zh-CN" sz="2400" b="1" dirty="0">
                <a:solidFill>
                  <a:srgbClr val="1E344D"/>
                </a:solidFill>
                <a:latin typeface="Alibaba PuHuiTi" pitchFamily="18" charset="-122"/>
                <a:ea typeface="Alibaba PuHuiTi" pitchFamily="18" charset="-122"/>
                <a:cs typeface="Alibaba PuHuiTi" pitchFamily="18" charset="-122"/>
              </a:rPr>
              <a:t>main title</a:t>
            </a:r>
            <a:endParaRPr lang="zh-CN" altLang="en-US" sz="2400" b="1" dirty="0">
              <a:solidFill>
                <a:srgbClr val="1E344D"/>
              </a:solidFill>
              <a:latin typeface="Alibaba PuHuiTi" pitchFamily="18" charset="-122"/>
              <a:ea typeface="Alibaba PuHuiTi" pitchFamily="18" charset="-122"/>
              <a:cs typeface="Alibaba PuHuiTi" pitchFamily="18" charset="-122"/>
            </a:endParaRPr>
          </a:p>
        </p:txBody>
      </p:sp>
      <p:sp>
        <p:nvSpPr>
          <p:cNvPr id="58" name="下箭头 57">
            <a:extLst>
              <a:ext uri="{FF2B5EF4-FFF2-40B4-BE49-F238E27FC236}">
                <a16:creationId xmlns:a16="http://schemas.microsoft.com/office/drawing/2014/main" id="{89969C76-03F7-FD10-430F-5D2584227E8A}"/>
              </a:ext>
            </a:extLst>
          </p:cNvPr>
          <p:cNvSpPr/>
          <p:nvPr/>
        </p:nvSpPr>
        <p:spPr>
          <a:xfrm rot="16200000">
            <a:off x="3521243" y="1788696"/>
            <a:ext cx="336887" cy="577517"/>
          </a:xfrm>
          <a:prstGeom prst="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9" name="下箭头 58">
            <a:extLst>
              <a:ext uri="{FF2B5EF4-FFF2-40B4-BE49-F238E27FC236}">
                <a16:creationId xmlns:a16="http://schemas.microsoft.com/office/drawing/2014/main" id="{021DC4DF-BA9D-BD4E-C8C5-FFC018B4177A}"/>
              </a:ext>
            </a:extLst>
          </p:cNvPr>
          <p:cNvSpPr/>
          <p:nvPr/>
        </p:nvSpPr>
        <p:spPr>
          <a:xfrm rot="16200000" flipV="1">
            <a:off x="8487473" y="1763434"/>
            <a:ext cx="320842" cy="644080"/>
          </a:xfrm>
          <a:prstGeom prst="down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66" name="上下箭头 65">
            <a:extLst>
              <a:ext uri="{FF2B5EF4-FFF2-40B4-BE49-F238E27FC236}">
                <a16:creationId xmlns:a16="http://schemas.microsoft.com/office/drawing/2014/main" id="{DA798BF1-804A-D6F9-1B7C-85B69706126B}"/>
              </a:ext>
            </a:extLst>
          </p:cNvPr>
          <p:cNvSpPr/>
          <p:nvPr/>
        </p:nvSpPr>
        <p:spPr>
          <a:xfrm rot="16200000">
            <a:off x="5534047" y="636546"/>
            <a:ext cx="1203159" cy="6053330"/>
          </a:xfrm>
          <a:prstGeom prst="upDownArrow">
            <a:avLst>
              <a:gd name="adj1" fmla="val 59120"/>
              <a:gd name="adj2" fmla="val 50000"/>
            </a:avLst>
          </a:prstGeom>
          <a:solidFill>
            <a:schemeClr val="bg1"/>
          </a:solidFill>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 name="文本框 69">
            <a:extLst>
              <a:ext uri="{FF2B5EF4-FFF2-40B4-BE49-F238E27FC236}">
                <a16:creationId xmlns:a16="http://schemas.microsoft.com/office/drawing/2014/main" id="{D7B2BDED-06DC-DF56-1930-0E43100BC54F}"/>
              </a:ext>
            </a:extLst>
          </p:cNvPr>
          <p:cNvSpPr txBox="1"/>
          <p:nvPr/>
        </p:nvSpPr>
        <p:spPr>
          <a:xfrm>
            <a:off x="3440848" y="3393568"/>
            <a:ext cx="2100416" cy="523220"/>
          </a:xfrm>
          <a:prstGeom prst="rect">
            <a:avLst/>
          </a:prstGeom>
          <a:noFill/>
        </p:spPr>
        <p:txBody>
          <a:bodyPr wrap="square" rtlCol="0">
            <a:spAutoFit/>
          </a:bodyPr>
          <a:lstStyle/>
          <a:p>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35B114CA-914B-F916-BBF4-3B21B4703E98}"/>
              </a:ext>
            </a:extLst>
          </p:cNvPr>
          <p:cNvSpPr txBox="1"/>
          <p:nvPr/>
        </p:nvSpPr>
        <p:spPr>
          <a:xfrm>
            <a:off x="6948664" y="3393568"/>
            <a:ext cx="2100416" cy="523220"/>
          </a:xfrm>
          <a:prstGeom prst="rect">
            <a:avLst/>
          </a:prstGeom>
          <a:noFill/>
        </p:spPr>
        <p:txBody>
          <a:bodyPr wrap="square" rtlCol="0">
            <a:spAutoFit/>
          </a:bodyPr>
          <a:lstStyle/>
          <a:p>
            <a:r>
              <a:rPr kumimoji="1" lang="en" altLang="zh-CN" sz="28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B6B839A6-928E-A26C-E18B-FF41F0DA4F3A}"/>
              </a:ext>
            </a:extLst>
          </p:cNvPr>
          <p:cNvSpPr txBox="1"/>
          <p:nvPr/>
        </p:nvSpPr>
        <p:spPr>
          <a:xfrm>
            <a:off x="1752639" y="3132369"/>
            <a:ext cx="1347177" cy="1061829"/>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4" name="文本框 23">
            <a:extLst>
              <a:ext uri="{FF2B5EF4-FFF2-40B4-BE49-F238E27FC236}">
                <a16:creationId xmlns:a16="http://schemas.microsoft.com/office/drawing/2014/main" id="{A0FFEFB5-E002-5A0F-9665-D6C5C9EF5D01}"/>
              </a:ext>
            </a:extLst>
          </p:cNvPr>
          <p:cNvSpPr txBox="1"/>
          <p:nvPr/>
        </p:nvSpPr>
        <p:spPr>
          <a:xfrm>
            <a:off x="9120336" y="3132369"/>
            <a:ext cx="1347177" cy="1061829"/>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1050" dirty="0">
              <a:solidFill>
                <a:srgbClr val="1E344D"/>
              </a:solidFill>
              <a:latin typeface="Alibaba PuHuiTi Medium" pitchFamily="18" charset="-122"/>
              <a:ea typeface="Alibaba PuHuiTi Medium" pitchFamily="18" charset="-122"/>
              <a:cs typeface="Alibaba PuHuiTi Medium" pitchFamily="18" charset="-122"/>
            </a:endParaRPr>
          </a:p>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5" name="圆角矩形 24">
            <a:extLst>
              <a:ext uri="{FF2B5EF4-FFF2-40B4-BE49-F238E27FC236}">
                <a16:creationId xmlns:a16="http://schemas.microsoft.com/office/drawing/2014/main" id="{733072EA-9E02-A3A1-3660-9A49B7D6FCB1}"/>
              </a:ext>
            </a:extLst>
          </p:cNvPr>
          <p:cNvSpPr/>
          <p:nvPr/>
        </p:nvSpPr>
        <p:spPr>
          <a:xfrm>
            <a:off x="1837944"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圆角矩形 25">
            <a:extLst>
              <a:ext uri="{FF2B5EF4-FFF2-40B4-BE49-F238E27FC236}">
                <a16:creationId xmlns:a16="http://schemas.microsoft.com/office/drawing/2014/main" id="{E61A8D86-A8ED-768D-1833-0E6A10AAEB6A}"/>
              </a:ext>
            </a:extLst>
          </p:cNvPr>
          <p:cNvSpPr/>
          <p:nvPr/>
        </p:nvSpPr>
        <p:spPr>
          <a:xfrm>
            <a:off x="4020344"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圆角矩形 26">
            <a:extLst>
              <a:ext uri="{FF2B5EF4-FFF2-40B4-BE49-F238E27FC236}">
                <a16:creationId xmlns:a16="http://schemas.microsoft.com/office/drawing/2014/main" id="{B7FDE506-C489-FC97-4167-703A908BD88F}"/>
              </a:ext>
            </a:extLst>
          </p:cNvPr>
          <p:cNvSpPr/>
          <p:nvPr/>
        </p:nvSpPr>
        <p:spPr>
          <a:xfrm>
            <a:off x="6213736"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8" name="圆角矩形 27">
            <a:extLst>
              <a:ext uri="{FF2B5EF4-FFF2-40B4-BE49-F238E27FC236}">
                <a16:creationId xmlns:a16="http://schemas.microsoft.com/office/drawing/2014/main" id="{920F04FB-03C5-7615-D239-86B69D39B71A}"/>
              </a:ext>
            </a:extLst>
          </p:cNvPr>
          <p:cNvSpPr/>
          <p:nvPr/>
        </p:nvSpPr>
        <p:spPr>
          <a:xfrm>
            <a:off x="8387696" y="4690872"/>
            <a:ext cx="1990744" cy="1810512"/>
          </a:xfrm>
          <a:prstGeom prst="roundRect">
            <a:avLst/>
          </a:pr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椭圆 29">
            <a:extLst>
              <a:ext uri="{FF2B5EF4-FFF2-40B4-BE49-F238E27FC236}">
                <a16:creationId xmlns:a16="http://schemas.microsoft.com/office/drawing/2014/main" id="{175644B9-3405-0EF6-12C0-C449204F0059}"/>
              </a:ext>
            </a:extLst>
          </p:cNvPr>
          <p:cNvSpPr/>
          <p:nvPr/>
        </p:nvSpPr>
        <p:spPr>
          <a:xfrm>
            <a:off x="2487168" y="4992624"/>
            <a:ext cx="621792" cy="621792"/>
          </a:xfrm>
          <a:prstGeom prst="ellipse">
            <a:avLst/>
          </a:prstGeom>
          <a:gradFill>
            <a:gsLst>
              <a:gs pos="0">
                <a:srgbClr val="EFBCB6"/>
              </a:gs>
              <a:gs pos="74000">
                <a:srgbClr val="BB3023"/>
              </a:gs>
              <a:gs pos="83000">
                <a:srgbClr val="BB3023"/>
              </a:gs>
              <a:gs pos="99000">
                <a:srgbClr val="BB3023"/>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上箭头 30">
            <a:extLst>
              <a:ext uri="{FF2B5EF4-FFF2-40B4-BE49-F238E27FC236}">
                <a16:creationId xmlns:a16="http://schemas.microsoft.com/office/drawing/2014/main" id="{59B6F4AE-1FA1-9D01-3DA1-DF6F9F5C948C}"/>
              </a:ext>
            </a:extLst>
          </p:cNvPr>
          <p:cNvSpPr/>
          <p:nvPr/>
        </p:nvSpPr>
        <p:spPr>
          <a:xfrm rot="5400000">
            <a:off x="4806950" y="4931410"/>
            <a:ext cx="426212" cy="758952"/>
          </a:xfrm>
          <a:prstGeom prst="up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7" name="矩形 36">
            <a:extLst>
              <a:ext uri="{FF2B5EF4-FFF2-40B4-BE49-F238E27FC236}">
                <a16:creationId xmlns:a16="http://schemas.microsoft.com/office/drawing/2014/main" id="{B1EADACB-5AF9-0A1A-38FE-D55D70E1F69A}"/>
              </a:ext>
            </a:extLst>
          </p:cNvPr>
          <p:cNvSpPr/>
          <p:nvPr/>
        </p:nvSpPr>
        <p:spPr>
          <a:xfrm>
            <a:off x="9117584" y="5225542"/>
            <a:ext cx="585216" cy="11557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41" name="组合 40">
            <a:extLst>
              <a:ext uri="{FF2B5EF4-FFF2-40B4-BE49-F238E27FC236}">
                <a16:creationId xmlns:a16="http://schemas.microsoft.com/office/drawing/2014/main" id="{F0B3FB2F-1FE0-6B86-9474-AA337EFC72B3}"/>
              </a:ext>
            </a:extLst>
          </p:cNvPr>
          <p:cNvGrpSpPr/>
          <p:nvPr/>
        </p:nvGrpSpPr>
        <p:grpSpPr>
          <a:xfrm rot="2700000">
            <a:off x="6955780" y="5087765"/>
            <a:ext cx="467370" cy="467370"/>
            <a:chOff x="6816080" y="4708552"/>
            <a:chExt cx="777240" cy="777240"/>
          </a:xfrm>
          <a:solidFill>
            <a:srgbClr val="BB3023"/>
          </a:solidFill>
        </p:grpSpPr>
        <p:sp>
          <p:nvSpPr>
            <p:cNvPr id="38" name="矩形 37">
              <a:extLst>
                <a:ext uri="{FF2B5EF4-FFF2-40B4-BE49-F238E27FC236}">
                  <a16:creationId xmlns:a16="http://schemas.microsoft.com/office/drawing/2014/main" id="{3BDC08D7-BD5E-25FC-2A95-A478FBC600CD}"/>
                </a:ext>
              </a:extLst>
            </p:cNvPr>
            <p:cNvSpPr/>
            <p:nvPr/>
          </p:nvSpPr>
          <p:spPr>
            <a:xfrm>
              <a:off x="6816080" y="4992624"/>
              <a:ext cx="777240" cy="211432"/>
            </a:xfrm>
            <a:prstGeom prst="rect">
              <a:avLst/>
            </a:prstGeom>
            <a:grp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9" name="矩形 38">
              <a:extLst>
                <a:ext uri="{FF2B5EF4-FFF2-40B4-BE49-F238E27FC236}">
                  <a16:creationId xmlns:a16="http://schemas.microsoft.com/office/drawing/2014/main" id="{CCBB7BBE-463D-02E4-E551-DB34762434A9}"/>
                </a:ext>
              </a:extLst>
            </p:cNvPr>
            <p:cNvSpPr/>
            <p:nvPr/>
          </p:nvSpPr>
          <p:spPr>
            <a:xfrm rot="5400000">
              <a:off x="6808080" y="4991456"/>
              <a:ext cx="777240" cy="211432"/>
            </a:xfrm>
            <a:prstGeom prst="rect">
              <a:avLst/>
            </a:prstGeom>
            <a:grp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60" name="文本框 59">
            <a:extLst>
              <a:ext uri="{FF2B5EF4-FFF2-40B4-BE49-F238E27FC236}">
                <a16:creationId xmlns:a16="http://schemas.microsoft.com/office/drawing/2014/main" id="{66F681FD-8C11-FD06-A9D9-3A874EE2972A}"/>
              </a:ext>
            </a:extLst>
          </p:cNvPr>
          <p:cNvSpPr txBox="1"/>
          <p:nvPr/>
        </p:nvSpPr>
        <p:spPr>
          <a:xfrm>
            <a:off x="2072388"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1" name="文本框 60">
            <a:extLst>
              <a:ext uri="{FF2B5EF4-FFF2-40B4-BE49-F238E27FC236}">
                <a16:creationId xmlns:a16="http://schemas.microsoft.com/office/drawing/2014/main" id="{0E31DD6B-A4BB-84B4-8272-FECC221C7443}"/>
              </a:ext>
            </a:extLst>
          </p:cNvPr>
          <p:cNvSpPr txBox="1"/>
          <p:nvPr/>
        </p:nvSpPr>
        <p:spPr>
          <a:xfrm>
            <a:off x="4223792"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4" name="文本框 63">
            <a:extLst>
              <a:ext uri="{FF2B5EF4-FFF2-40B4-BE49-F238E27FC236}">
                <a16:creationId xmlns:a16="http://schemas.microsoft.com/office/drawing/2014/main" id="{0EE49855-4ED5-C43D-CFD5-927A07BD3F7C}"/>
              </a:ext>
            </a:extLst>
          </p:cNvPr>
          <p:cNvSpPr txBox="1"/>
          <p:nvPr/>
        </p:nvSpPr>
        <p:spPr>
          <a:xfrm>
            <a:off x="6464040"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5" name="文本框 64">
            <a:extLst>
              <a:ext uri="{FF2B5EF4-FFF2-40B4-BE49-F238E27FC236}">
                <a16:creationId xmlns:a16="http://schemas.microsoft.com/office/drawing/2014/main" id="{938971B9-8DF2-5103-B2A0-0909C1A516A0}"/>
              </a:ext>
            </a:extLst>
          </p:cNvPr>
          <p:cNvSpPr txBox="1"/>
          <p:nvPr/>
        </p:nvSpPr>
        <p:spPr>
          <a:xfrm>
            <a:off x="8616280" y="4745691"/>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68" name="文本框 67">
            <a:extLst>
              <a:ext uri="{FF2B5EF4-FFF2-40B4-BE49-F238E27FC236}">
                <a16:creationId xmlns:a16="http://schemas.microsoft.com/office/drawing/2014/main" id="{E659486B-3E2C-1C75-1649-73A12E5DBFD6}"/>
              </a:ext>
            </a:extLst>
          </p:cNvPr>
          <p:cNvSpPr txBox="1"/>
          <p:nvPr/>
        </p:nvSpPr>
        <p:spPr>
          <a:xfrm>
            <a:off x="2138992"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2" name="文本框 71">
            <a:extLst>
              <a:ext uri="{FF2B5EF4-FFF2-40B4-BE49-F238E27FC236}">
                <a16:creationId xmlns:a16="http://schemas.microsoft.com/office/drawing/2014/main" id="{20F6607E-09AD-59CE-08B0-C45BFCA6F9F5}"/>
              </a:ext>
            </a:extLst>
          </p:cNvPr>
          <p:cNvSpPr txBox="1"/>
          <p:nvPr/>
        </p:nvSpPr>
        <p:spPr>
          <a:xfrm>
            <a:off x="4325520"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3" name="文本框 72">
            <a:extLst>
              <a:ext uri="{FF2B5EF4-FFF2-40B4-BE49-F238E27FC236}">
                <a16:creationId xmlns:a16="http://schemas.microsoft.com/office/drawing/2014/main" id="{05CC90E1-4CB6-FCDB-9E6C-0E4ED08C75E0}"/>
              </a:ext>
            </a:extLst>
          </p:cNvPr>
          <p:cNvSpPr txBox="1"/>
          <p:nvPr/>
        </p:nvSpPr>
        <p:spPr>
          <a:xfrm>
            <a:off x="6528048"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4" name="文本框 73">
            <a:extLst>
              <a:ext uri="{FF2B5EF4-FFF2-40B4-BE49-F238E27FC236}">
                <a16:creationId xmlns:a16="http://schemas.microsoft.com/office/drawing/2014/main" id="{9E3BC70E-C8C0-44BA-CED6-A280D97912BD}"/>
              </a:ext>
            </a:extLst>
          </p:cNvPr>
          <p:cNvSpPr txBox="1"/>
          <p:nvPr/>
        </p:nvSpPr>
        <p:spPr>
          <a:xfrm>
            <a:off x="8688288" y="5706968"/>
            <a:ext cx="1480920" cy="646331"/>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endParaRPr kumimoji="1" lang="en-US" altLang="zh-CN" sz="900" dirty="0">
              <a:solidFill>
                <a:srgbClr val="1E344D"/>
              </a:solidFill>
              <a:latin typeface="Alibaba PuHuiTi Medium" pitchFamily="18" charset="-122"/>
              <a:ea typeface="Alibaba PuHuiTi Medium" pitchFamily="18" charset="-122"/>
              <a:cs typeface="Alibaba PuHuiTi Medium" pitchFamily="18" charset="-122"/>
            </a:endParaRPr>
          </a:p>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that you think is correct</a:t>
            </a:r>
            <a:r>
              <a:rPr kumimoji="1" lang="zh-CN" altLang="en-US" sz="9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5" name="圆角矩形 74">
            <a:extLst>
              <a:ext uri="{FF2B5EF4-FFF2-40B4-BE49-F238E27FC236}">
                <a16:creationId xmlns:a16="http://schemas.microsoft.com/office/drawing/2014/main" id="{E010FC3C-A673-CC6F-B9DC-71CDFFCD402E}"/>
              </a:ext>
            </a:extLst>
          </p:cNvPr>
          <p:cNvSpPr/>
          <p:nvPr/>
        </p:nvSpPr>
        <p:spPr>
          <a:xfrm>
            <a:off x="10926501" y="4768770"/>
            <a:ext cx="613458" cy="613458"/>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6" name="圆角矩形 75">
            <a:extLst>
              <a:ext uri="{FF2B5EF4-FFF2-40B4-BE49-F238E27FC236}">
                <a16:creationId xmlns:a16="http://schemas.microsoft.com/office/drawing/2014/main" id="{162FA249-AED0-4528-3E52-2249D98BF7F7}"/>
              </a:ext>
            </a:extLst>
          </p:cNvPr>
          <p:cNvSpPr/>
          <p:nvPr/>
        </p:nvSpPr>
        <p:spPr>
          <a:xfrm>
            <a:off x="706975" y="4768770"/>
            <a:ext cx="613458" cy="613458"/>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77" name="Google Shape;5272;p76">
            <a:extLst>
              <a:ext uri="{FF2B5EF4-FFF2-40B4-BE49-F238E27FC236}">
                <a16:creationId xmlns:a16="http://schemas.microsoft.com/office/drawing/2014/main" id="{0241EC16-81A8-B6FB-DA51-D4FAF6816157}"/>
              </a:ext>
            </a:extLst>
          </p:cNvPr>
          <p:cNvGrpSpPr/>
          <p:nvPr/>
        </p:nvGrpSpPr>
        <p:grpSpPr>
          <a:xfrm>
            <a:off x="806830" y="4819469"/>
            <a:ext cx="407181" cy="451469"/>
            <a:chOff x="3300325" y="249875"/>
            <a:chExt cx="433725" cy="480900"/>
          </a:xfrm>
          <a:solidFill>
            <a:srgbClr val="BB3023"/>
          </a:solidFill>
        </p:grpSpPr>
        <p:sp>
          <p:nvSpPr>
            <p:cNvPr id="78" name="Google Shape;5273;p76">
              <a:extLst>
                <a:ext uri="{FF2B5EF4-FFF2-40B4-BE49-F238E27FC236}">
                  <a16:creationId xmlns:a16="http://schemas.microsoft.com/office/drawing/2014/main" id="{5D8699DC-A597-E01B-9408-107C52B742DD}"/>
                </a:ext>
              </a:extLst>
            </p:cNvPr>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9" name="Google Shape;5274;p76">
              <a:extLst>
                <a:ext uri="{FF2B5EF4-FFF2-40B4-BE49-F238E27FC236}">
                  <a16:creationId xmlns:a16="http://schemas.microsoft.com/office/drawing/2014/main" id="{C31AADAF-38DC-975D-5CA8-81F90A34AC85}"/>
                </a:ext>
              </a:extLst>
            </p:cNvPr>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0" name="Google Shape;5275;p76">
              <a:extLst>
                <a:ext uri="{FF2B5EF4-FFF2-40B4-BE49-F238E27FC236}">
                  <a16:creationId xmlns:a16="http://schemas.microsoft.com/office/drawing/2014/main" id="{835CB204-0B5E-7240-8DCE-B11B4FA7DAC1}"/>
                </a:ext>
              </a:extLst>
            </p:cNvPr>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1" name="Google Shape;5276;p76">
              <a:extLst>
                <a:ext uri="{FF2B5EF4-FFF2-40B4-BE49-F238E27FC236}">
                  <a16:creationId xmlns:a16="http://schemas.microsoft.com/office/drawing/2014/main" id="{E30B59D4-ADE0-E457-7F94-392D6E70677B}"/>
                </a:ext>
              </a:extLst>
            </p:cNvPr>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2" name="Google Shape;5277;p76">
              <a:extLst>
                <a:ext uri="{FF2B5EF4-FFF2-40B4-BE49-F238E27FC236}">
                  <a16:creationId xmlns:a16="http://schemas.microsoft.com/office/drawing/2014/main" id="{82D1B00C-3FD7-3B57-5288-5860AC433DA4}"/>
                </a:ext>
              </a:extLst>
            </p:cNvPr>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83" name="Google Shape;5278;p76">
              <a:extLst>
                <a:ext uri="{FF2B5EF4-FFF2-40B4-BE49-F238E27FC236}">
                  <a16:creationId xmlns:a16="http://schemas.microsoft.com/office/drawing/2014/main" id="{3EB9389B-5CF9-F022-C2CA-3F0977EA33AA}"/>
                </a:ext>
              </a:extLst>
            </p:cNvPr>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91" name="Google Shape;5263;p76">
            <a:extLst>
              <a:ext uri="{FF2B5EF4-FFF2-40B4-BE49-F238E27FC236}">
                <a16:creationId xmlns:a16="http://schemas.microsoft.com/office/drawing/2014/main" id="{2471F9D3-B4A8-EBAB-CF3A-29EFB35C340B}"/>
              </a:ext>
            </a:extLst>
          </p:cNvPr>
          <p:cNvGrpSpPr/>
          <p:nvPr/>
        </p:nvGrpSpPr>
        <p:grpSpPr>
          <a:xfrm>
            <a:off x="11031091" y="4819037"/>
            <a:ext cx="397559" cy="452337"/>
            <a:chOff x="1529350" y="258825"/>
            <a:chExt cx="423475" cy="481825"/>
          </a:xfrm>
          <a:solidFill>
            <a:srgbClr val="BB3023"/>
          </a:solidFill>
        </p:grpSpPr>
        <p:sp>
          <p:nvSpPr>
            <p:cNvPr id="92" name="Google Shape;5264;p76">
              <a:extLst>
                <a:ext uri="{FF2B5EF4-FFF2-40B4-BE49-F238E27FC236}">
                  <a16:creationId xmlns:a16="http://schemas.microsoft.com/office/drawing/2014/main" id="{07E058F4-3908-9D47-FF9F-A6C1069DA980}"/>
                </a:ext>
              </a:extLst>
            </p:cNvPr>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93" name="Google Shape;5265;p76">
              <a:extLst>
                <a:ext uri="{FF2B5EF4-FFF2-40B4-BE49-F238E27FC236}">
                  <a16:creationId xmlns:a16="http://schemas.microsoft.com/office/drawing/2014/main" id="{FD4954A1-B1FD-7B0A-AB8F-0EC35682DA98}"/>
                </a:ext>
              </a:extLst>
            </p:cNvPr>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95" name="文本框 94">
            <a:extLst>
              <a:ext uri="{FF2B5EF4-FFF2-40B4-BE49-F238E27FC236}">
                <a16:creationId xmlns:a16="http://schemas.microsoft.com/office/drawing/2014/main" id="{BDF40AC7-75D4-FC21-17B0-7999287F24B1}"/>
              </a:ext>
            </a:extLst>
          </p:cNvPr>
          <p:cNvSpPr txBox="1"/>
          <p:nvPr/>
        </p:nvSpPr>
        <p:spPr>
          <a:xfrm>
            <a:off x="659757" y="5474824"/>
            <a:ext cx="798654" cy="923330"/>
          </a:xfrm>
          <a:prstGeom prst="rect">
            <a:avLst/>
          </a:prstGeom>
          <a:noFill/>
        </p:spPr>
        <p:txBody>
          <a:bodyPr wrap="square">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00438BB5-702F-2506-2924-D2F96C50059E}"/>
              </a:ext>
            </a:extLst>
          </p:cNvPr>
          <p:cNvSpPr txBox="1"/>
          <p:nvPr/>
        </p:nvSpPr>
        <p:spPr>
          <a:xfrm>
            <a:off x="10920536" y="5474824"/>
            <a:ext cx="798654" cy="923330"/>
          </a:xfrm>
          <a:prstGeom prst="rect">
            <a:avLst/>
          </a:prstGeom>
          <a:noFill/>
        </p:spPr>
        <p:txBody>
          <a:bodyPr wrap="square">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900" dirty="0">
                <a:solidFill>
                  <a:schemeClr val="bg1"/>
                </a:solidFill>
                <a:latin typeface="Alibaba PuHuiTi Medium" pitchFamily="18" charset="-122"/>
                <a:ea typeface="Alibaba PuHuiTi Medium" pitchFamily="18" charset="-122"/>
                <a:cs typeface="Alibaba PuHuiTi Medium" pitchFamily="18" charset="-122"/>
              </a:rPr>
              <a:t>。</a:t>
            </a:r>
            <a:endParaRPr kumimoji="1" lang="en-US" altLang="zh-CN"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BCBF5499-C793-3F75-C7BA-6948C4FF7D90}"/>
              </a:ext>
            </a:extLst>
          </p:cNvPr>
          <p:cNvSpPr txBox="1"/>
          <p:nvPr/>
        </p:nvSpPr>
        <p:spPr>
          <a:xfrm>
            <a:off x="574534" y="3130617"/>
            <a:ext cx="939942" cy="1110369"/>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13.8</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8" name="文本框 97">
            <a:extLst>
              <a:ext uri="{FF2B5EF4-FFF2-40B4-BE49-F238E27FC236}">
                <a16:creationId xmlns:a16="http://schemas.microsoft.com/office/drawing/2014/main" id="{AF76DEC8-8525-BA9D-F62F-4083B55B8C4A}"/>
              </a:ext>
            </a:extLst>
          </p:cNvPr>
          <p:cNvSpPr txBox="1"/>
          <p:nvPr/>
        </p:nvSpPr>
        <p:spPr>
          <a:xfrm>
            <a:off x="10941125" y="3142192"/>
            <a:ext cx="1335289" cy="1110369"/>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0.8</a:t>
            </a:r>
          </a:p>
          <a:p>
            <a:pPr>
              <a:lnSpc>
                <a:spcPts val="2560"/>
              </a:lnSpc>
            </a:pPr>
            <a:r>
              <a:rPr lang="en-US" altLang="zh-CN" sz="2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99" name="Google Shape;5423;p76">
            <a:extLst>
              <a:ext uri="{FF2B5EF4-FFF2-40B4-BE49-F238E27FC236}">
                <a16:creationId xmlns:a16="http://schemas.microsoft.com/office/drawing/2014/main" id="{F8B236F9-CAF7-1AF5-756F-989B8A5A7D77}"/>
              </a:ext>
            </a:extLst>
          </p:cNvPr>
          <p:cNvGrpSpPr/>
          <p:nvPr/>
        </p:nvGrpSpPr>
        <p:grpSpPr>
          <a:xfrm>
            <a:off x="869814" y="2054882"/>
            <a:ext cx="389437" cy="452337"/>
            <a:chOff x="4492800" y="2027925"/>
            <a:chExt cx="414825" cy="481825"/>
          </a:xfrm>
          <a:solidFill>
            <a:schemeClr val="bg1"/>
          </a:solidFill>
        </p:grpSpPr>
        <p:sp>
          <p:nvSpPr>
            <p:cNvPr id="100" name="Google Shape;5424;p76">
              <a:extLst>
                <a:ext uri="{FF2B5EF4-FFF2-40B4-BE49-F238E27FC236}">
                  <a16:creationId xmlns:a16="http://schemas.microsoft.com/office/drawing/2014/main" id="{852ED72C-03F9-4468-2558-D6F1B50403FC}"/>
                </a:ext>
              </a:extLst>
            </p:cNvPr>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1" name="Google Shape;5425;p76">
              <a:extLst>
                <a:ext uri="{FF2B5EF4-FFF2-40B4-BE49-F238E27FC236}">
                  <a16:creationId xmlns:a16="http://schemas.microsoft.com/office/drawing/2014/main" id="{6B064F22-0BED-4188-E992-48CA7464778B}"/>
                </a:ext>
              </a:extLst>
            </p:cNvPr>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102" name="Google Shape;5562;p76">
            <a:extLst>
              <a:ext uri="{FF2B5EF4-FFF2-40B4-BE49-F238E27FC236}">
                <a16:creationId xmlns:a16="http://schemas.microsoft.com/office/drawing/2014/main" id="{5479BDDF-054A-6233-7CBD-73397B3308EA}"/>
              </a:ext>
            </a:extLst>
          </p:cNvPr>
          <p:cNvGrpSpPr/>
          <p:nvPr/>
        </p:nvGrpSpPr>
        <p:grpSpPr>
          <a:xfrm>
            <a:off x="11000715" y="2026792"/>
            <a:ext cx="452337" cy="452337"/>
            <a:chOff x="5651375" y="3806450"/>
            <a:chExt cx="481825" cy="481825"/>
          </a:xfrm>
          <a:solidFill>
            <a:schemeClr val="bg1"/>
          </a:solidFill>
        </p:grpSpPr>
        <p:sp>
          <p:nvSpPr>
            <p:cNvPr id="103" name="Google Shape;5563;p76">
              <a:extLst>
                <a:ext uri="{FF2B5EF4-FFF2-40B4-BE49-F238E27FC236}">
                  <a16:creationId xmlns:a16="http://schemas.microsoft.com/office/drawing/2014/main" id="{208488D0-3363-92FC-8ACC-DC6C16123F65}"/>
                </a:ext>
              </a:extLst>
            </p:cNvPr>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4" name="Google Shape;5564;p76">
              <a:extLst>
                <a:ext uri="{FF2B5EF4-FFF2-40B4-BE49-F238E27FC236}">
                  <a16:creationId xmlns:a16="http://schemas.microsoft.com/office/drawing/2014/main" id="{F239C55F-DDBA-0F2C-D568-A6185C520B53}"/>
                </a:ext>
              </a:extLst>
            </p:cNvPr>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5" name="Google Shape;5565;p76">
              <a:extLst>
                <a:ext uri="{FF2B5EF4-FFF2-40B4-BE49-F238E27FC236}">
                  <a16:creationId xmlns:a16="http://schemas.microsoft.com/office/drawing/2014/main" id="{7A05058D-D2FB-A21D-34E2-CE6514372362}"/>
                </a:ext>
              </a:extLst>
            </p:cNvPr>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06" name="Google Shape;5566;p76">
              <a:extLst>
                <a:ext uri="{FF2B5EF4-FFF2-40B4-BE49-F238E27FC236}">
                  <a16:creationId xmlns:a16="http://schemas.microsoft.com/office/drawing/2014/main" id="{FF3BCCE6-224A-89F2-0606-F3C51413F5A1}"/>
                </a:ext>
              </a:extLst>
            </p:cNvPr>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pic>
        <p:nvPicPr>
          <p:cNvPr id="2" name="图片 1">
            <a:extLst>
              <a:ext uri="{FF2B5EF4-FFF2-40B4-BE49-F238E27FC236}">
                <a16:creationId xmlns:a16="http://schemas.microsoft.com/office/drawing/2014/main" id="{F1D73775-F597-CE89-5283-C9BCA779526A}"/>
              </a:ext>
            </a:extLst>
          </p:cNvPr>
          <p:cNvPicPr>
            <a:picLocks noChangeAspect="1"/>
          </p:cNvPicPr>
          <p:nvPr/>
        </p:nvPicPr>
        <p:blipFill>
          <a:blip r:embed="rId3"/>
          <a:stretch>
            <a:fillRect/>
          </a:stretch>
        </p:blipFill>
        <p:spPr>
          <a:xfrm>
            <a:off x="4999037" y="2682875"/>
            <a:ext cx="2222500" cy="1663700"/>
          </a:xfrm>
          <a:prstGeom prst="rect">
            <a:avLst/>
          </a:prstGeom>
        </p:spPr>
      </p:pic>
    </p:spTree>
    <p:extLst>
      <p:ext uri="{BB962C8B-B14F-4D97-AF65-F5344CB8AC3E}">
        <p14:creationId xmlns:p14="http://schemas.microsoft.com/office/powerpoint/2010/main" val="18426793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矩形 15">
            <a:extLst>
              <a:ext uri="{FF2B5EF4-FFF2-40B4-BE49-F238E27FC236}">
                <a16:creationId xmlns:a16="http://schemas.microsoft.com/office/drawing/2014/main" id="{F7D9D541-DA75-3C74-E802-BF068DE31308}"/>
              </a:ext>
            </a:extLst>
          </p:cNvPr>
          <p:cNvSpPr/>
          <p:nvPr/>
        </p:nvSpPr>
        <p:spPr>
          <a:xfrm>
            <a:off x="270933" y="3539067"/>
            <a:ext cx="11633199" cy="3081866"/>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17" name="梯形 16">
            <a:extLst>
              <a:ext uri="{FF2B5EF4-FFF2-40B4-BE49-F238E27FC236}">
                <a16:creationId xmlns:a16="http://schemas.microsoft.com/office/drawing/2014/main" id="{F81D3E2C-7BBD-F282-847E-C1788EEC42CA}"/>
              </a:ext>
            </a:extLst>
          </p:cNvPr>
          <p:cNvSpPr/>
          <p:nvPr/>
        </p:nvSpPr>
        <p:spPr>
          <a:xfrm>
            <a:off x="253999" y="2270306"/>
            <a:ext cx="11616267" cy="1150228"/>
          </a:xfrm>
          <a:prstGeom prst="trapezoid">
            <a:avLst>
              <a:gd name="adj" fmla="val 231871"/>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2" name="梯形 21">
            <a:extLst>
              <a:ext uri="{FF2B5EF4-FFF2-40B4-BE49-F238E27FC236}">
                <a16:creationId xmlns:a16="http://schemas.microsoft.com/office/drawing/2014/main" id="{A518793C-BF48-6876-8033-C4F3510250E9}"/>
              </a:ext>
            </a:extLst>
          </p:cNvPr>
          <p:cNvSpPr/>
          <p:nvPr/>
        </p:nvSpPr>
        <p:spPr>
          <a:xfrm>
            <a:off x="3014133" y="999067"/>
            <a:ext cx="6011334" cy="1150228"/>
          </a:xfrm>
          <a:prstGeom prst="trapezoid">
            <a:avLst>
              <a:gd name="adj" fmla="val 298153"/>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BB3023"/>
              </a:solidFill>
            </a:endParaRPr>
          </a:p>
        </p:txBody>
      </p:sp>
      <p:sp>
        <p:nvSpPr>
          <p:cNvPr id="36" name="圆角矩形 35">
            <a:extLst>
              <a:ext uri="{FF2B5EF4-FFF2-40B4-BE49-F238E27FC236}">
                <a16:creationId xmlns:a16="http://schemas.microsoft.com/office/drawing/2014/main" id="{A6C676E2-9BB9-429F-19E4-F49139389A43}"/>
              </a:ext>
            </a:extLst>
          </p:cNvPr>
          <p:cNvSpPr/>
          <p:nvPr/>
        </p:nvSpPr>
        <p:spPr>
          <a:xfrm>
            <a:off x="541867" y="3911599"/>
            <a:ext cx="1525323" cy="999067"/>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7" name="圆角矩形 36">
            <a:extLst>
              <a:ext uri="{FF2B5EF4-FFF2-40B4-BE49-F238E27FC236}">
                <a16:creationId xmlns:a16="http://schemas.microsoft.com/office/drawing/2014/main" id="{AED25549-B441-53BB-2564-B7EF515C0799}"/>
              </a:ext>
            </a:extLst>
          </p:cNvPr>
          <p:cNvSpPr/>
          <p:nvPr/>
        </p:nvSpPr>
        <p:spPr>
          <a:xfrm>
            <a:off x="3025139" y="3911599"/>
            <a:ext cx="1525323" cy="999067"/>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E73A0A8D-9A65-2370-A4AE-E3B25EB3AE5E}"/>
              </a:ext>
            </a:extLst>
          </p:cNvPr>
          <p:cNvSpPr/>
          <p:nvPr/>
        </p:nvSpPr>
        <p:spPr>
          <a:xfrm>
            <a:off x="5558078" y="3911599"/>
            <a:ext cx="1525323" cy="999067"/>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171CBF03-6103-2D80-924B-975A190FACFF}"/>
              </a:ext>
            </a:extLst>
          </p:cNvPr>
          <p:cNvSpPr/>
          <p:nvPr/>
        </p:nvSpPr>
        <p:spPr>
          <a:xfrm>
            <a:off x="7862334" y="3911599"/>
            <a:ext cx="1230867" cy="999067"/>
          </a:xfrm>
          <a:prstGeom prst="roundRect">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1" name="文本框 40">
            <a:extLst>
              <a:ext uri="{FF2B5EF4-FFF2-40B4-BE49-F238E27FC236}">
                <a16:creationId xmlns:a16="http://schemas.microsoft.com/office/drawing/2014/main" id="{A1D2201A-F773-D591-3237-9892E82CC783}"/>
              </a:ext>
            </a:extLst>
          </p:cNvPr>
          <p:cNvSpPr txBox="1"/>
          <p:nvPr/>
        </p:nvSpPr>
        <p:spPr>
          <a:xfrm>
            <a:off x="2201334" y="3894666"/>
            <a:ext cx="646331" cy="1015663"/>
          </a:xfrm>
          <a:prstGeom prst="rect">
            <a:avLst/>
          </a:prstGeom>
          <a:noFill/>
        </p:spPr>
        <p:txBody>
          <a:bodyPr wrap="none" rtlCol="0">
            <a:spAutoFit/>
          </a:bodyPr>
          <a:lstStyle/>
          <a:p>
            <a:pPr algn="l"/>
            <a:r>
              <a:rPr kumimoji="1" lang="en-US" altLang="zh-CN" sz="6000"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sz="6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2" name="文本框 41">
            <a:extLst>
              <a:ext uri="{FF2B5EF4-FFF2-40B4-BE49-F238E27FC236}">
                <a16:creationId xmlns:a16="http://schemas.microsoft.com/office/drawing/2014/main" id="{41ADA553-AB63-AD8A-36F5-16B9E159AD20}"/>
              </a:ext>
            </a:extLst>
          </p:cNvPr>
          <p:cNvSpPr txBox="1"/>
          <p:nvPr/>
        </p:nvSpPr>
        <p:spPr>
          <a:xfrm>
            <a:off x="7132382" y="3894666"/>
            <a:ext cx="646331" cy="1015663"/>
          </a:xfrm>
          <a:prstGeom prst="rect">
            <a:avLst/>
          </a:prstGeom>
          <a:noFill/>
        </p:spPr>
        <p:txBody>
          <a:bodyPr wrap="none" rtlCol="0">
            <a:spAutoFit/>
          </a:bodyPr>
          <a:lstStyle/>
          <a:p>
            <a:pPr algn="l"/>
            <a:r>
              <a:rPr kumimoji="1" lang="en-US" altLang="zh-CN" sz="6000"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sz="6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43" name="文本框 42">
            <a:extLst>
              <a:ext uri="{FF2B5EF4-FFF2-40B4-BE49-F238E27FC236}">
                <a16:creationId xmlns:a16="http://schemas.microsoft.com/office/drawing/2014/main" id="{0F5111A3-C469-75D1-9636-47786C2E856B}"/>
              </a:ext>
            </a:extLst>
          </p:cNvPr>
          <p:cNvSpPr txBox="1"/>
          <p:nvPr/>
        </p:nvSpPr>
        <p:spPr>
          <a:xfrm>
            <a:off x="4765990" y="3894666"/>
            <a:ext cx="522900" cy="1015663"/>
          </a:xfrm>
          <a:prstGeom prst="rect">
            <a:avLst/>
          </a:prstGeom>
          <a:noFill/>
        </p:spPr>
        <p:txBody>
          <a:bodyPr wrap="none" rtlCol="0">
            <a:spAutoFit/>
          </a:bodyPr>
          <a:lstStyle/>
          <a:p>
            <a:pPr algn="l"/>
            <a:r>
              <a:rPr kumimoji="1" lang="en-US" altLang="zh-CN" sz="6000" b="1" dirty="0">
                <a:solidFill>
                  <a:schemeClr val="bg1"/>
                </a:solidFill>
                <a:latin typeface="Alibaba PuHuiTi Heavy" pitchFamily="18" charset="-122"/>
                <a:ea typeface="Alibaba PuHuiTi Heavy" pitchFamily="18" charset="-122"/>
                <a:cs typeface="Alibaba PuHuiTi Heavy" pitchFamily="18" charset="-122"/>
              </a:rPr>
              <a:t>-</a:t>
            </a:r>
            <a:endParaRPr kumimoji="1" lang="zh-CN" altLang="en-US" sz="6000" b="1" dirty="0">
              <a:solidFill>
                <a:schemeClr val="bg1"/>
              </a:solidFill>
              <a:latin typeface="Alibaba PuHuiTi Heavy" pitchFamily="18" charset="-122"/>
              <a:ea typeface="Alibaba PuHuiTi Heavy" pitchFamily="18" charset="-122"/>
              <a:cs typeface="Alibaba PuHuiTi Heavy" pitchFamily="18" charset="-122"/>
            </a:endParaRPr>
          </a:p>
        </p:txBody>
      </p:sp>
      <p:grpSp>
        <p:nvGrpSpPr>
          <p:cNvPr id="44" name="Google Shape;6062;p78">
            <a:extLst>
              <a:ext uri="{FF2B5EF4-FFF2-40B4-BE49-F238E27FC236}">
                <a16:creationId xmlns:a16="http://schemas.microsoft.com/office/drawing/2014/main" id="{6288DD19-D003-F520-23E1-15D5681E874D}"/>
              </a:ext>
            </a:extLst>
          </p:cNvPr>
          <p:cNvGrpSpPr/>
          <p:nvPr/>
        </p:nvGrpSpPr>
        <p:grpSpPr>
          <a:xfrm>
            <a:off x="720086" y="4126564"/>
            <a:ext cx="615058" cy="616613"/>
            <a:chOff x="-61354875" y="4101525"/>
            <a:chExt cx="316650" cy="317450"/>
          </a:xfrm>
          <a:solidFill>
            <a:srgbClr val="1E344D"/>
          </a:solidFill>
        </p:grpSpPr>
        <p:sp>
          <p:nvSpPr>
            <p:cNvPr id="45" name="Google Shape;6063;p78">
              <a:extLst>
                <a:ext uri="{FF2B5EF4-FFF2-40B4-BE49-F238E27FC236}">
                  <a16:creationId xmlns:a16="http://schemas.microsoft.com/office/drawing/2014/main" id="{42798AF3-ABD4-9761-6732-D331D438F638}"/>
                </a:ext>
              </a:extLst>
            </p:cNvPr>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grpFill/>
            <a:ln>
              <a:noFill/>
            </a:ln>
          </p:spPr>
          <p:txBody>
            <a:bodyPr spcFirstLastPara="1" wrap="square" lIns="121900" tIns="121900" rIns="121900" bIns="121900" anchor="ctr" anchorCtr="0">
              <a:noAutofit/>
            </a:bodyPr>
            <a:lstStyle/>
            <a:p>
              <a:endParaRPr sz="2400"/>
            </a:p>
          </p:txBody>
        </p:sp>
        <p:sp>
          <p:nvSpPr>
            <p:cNvPr id="46" name="Google Shape;6064;p78">
              <a:extLst>
                <a:ext uri="{FF2B5EF4-FFF2-40B4-BE49-F238E27FC236}">
                  <a16:creationId xmlns:a16="http://schemas.microsoft.com/office/drawing/2014/main" id="{9300325D-463B-5092-C6DB-78317CB1225B}"/>
                </a:ext>
              </a:extLst>
            </p:cNvPr>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47" name="Google Shape;6193;p78">
            <a:extLst>
              <a:ext uri="{FF2B5EF4-FFF2-40B4-BE49-F238E27FC236}">
                <a16:creationId xmlns:a16="http://schemas.microsoft.com/office/drawing/2014/main" id="{BAA60851-70FE-0C0F-7EE4-4604ECBF10AE}"/>
              </a:ext>
            </a:extLst>
          </p:cNvPr>
          <p:cNvGrpSpPr/>
          <p:nvPr/>
        </p:nvGrpSpPr>
        <p:grpSpPr>
          <a:xfrm>
            <a:off x="3241151" y="4093914"/>
            <a:ext cx="521727" cy="613552"/>
            <a:chOff x="-60232500" y="4101525"/>
            <a:chExt cx="268600" cy="315875"/>
          </a:xfrm>
          <a:solidFill>
            <a:srgbClr val="1E344D"/>
          </a:solidFill>
        </p:grpSpPr>
        <p:sp>
          <p:nvSpPr>
            <p:cNvPr id="48" name="Google Shape;6194;p78">
              <a:extLst>
                <a:ext uri="{FF2B5EF4-FFF2-40B4-BE49-F238E27FC236}">
                  <a16:creationId xmlns:a16="http://schemas.microsoft.com/office/drawing/2014/main" id="{D1C13000-36B7-8802-EB27-66A15475F5DA}"/>
                </a:ext>
              </a:extLst>
            </p:cNvPr>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grpFill/>
            <a:ln>
              <a:noFill/>
            </a:ln>
          </p:spPr>
          <p:txBody>
            <a:bodyPr spcFirstLastPara="1" wrap="square" lIns="121900" tIns="121900" rIns="121900" bIns="121900" anchor="ctr" anchorCtr="0">
              <a:noAutofit/>
            </a:bodyPr>
            <a:lstStyle/>
            <a:p>
              <a:endParaRPr sz="2400"/>
            </a:p>
          </p:txBody>
        </p:sp>
        <p:sp>
          <p:nvSpPr>
            <p:cNvPr id="49" name="Google Shape;6195;p78">
              <a:extLst>
                <a:ext uri="{FF2B5EF4-FFF2-40B4-BE49-F238E27FC236}">
                  <a16:creationId xmlns:a16="http://schemas.microsoft.com/office/drawing/2014/main" id="{A8892CFA-566F-F38D-4689-93409DA7E611}"/>
                </a:ext>
              </a:extLst>
            </p:cNvPr>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50" name="Google Shape;6226;p78">
            <a:extLst>
              <a:ext uri="{FF2B5EF4-FFF2-40B4-BE49-F238E27FC236}">
                <a16:creationId xmlns:a16="http://schemas.microsoft.com/office/drawing/2014/main" id="{0E87235E-54AF-74E4-DBEE-8678B0C12BC4}"/>
              </a:ext>
            </a:extLst>
          </p:cNvPr>
          <p:cNvGrpSpPr/>
          <p:nvPr/>
        </p:nvGrpSpPr>
        <p:grpSpPr>
          <a:xfrm>
            <a:off x="8103513" y="4059150"/>
            <a:ext cx="734782" cy="732983"/>
            <a:chOff x="-59029025" y="3711650"/>
            <a:chExt cx="316650" cy="315875"/>
          </a:xfrm>
          <a:solidFill>
            <a:srgbClr val="1E344D"/>
          </a:solidFill>
        </p:grpSpPr>
        <p:sp>
          <p:nvSpPr>
            <p:cNvPr id="51" name="Google Shape;6227;p78">
              <a:extLst>
                <a:ext uri="{FF2B5EF4-FFF2-40B4-BE49-F238E27FC236}">
                  <a16:creationId xmlns:a16="http://schemas.microsoft.com/office/drawing/2014/main" id="{50165AB1-2C24-A827-CB97-9676CE818730}"/>
                </a:ext>
              </a:extLst>
            </p:cNvPr>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grpFill/>
            <a:ln>
              <a:noFill/>
            </a:ln>
          </p:spPr>
          <p:txBody>
            <a:bodyPr spcFirstLastPara="1" wrap="square" lIns="121900" tIns="121900" rIns="121900" bIns="121900" anchor="ctr" anchorCtr="0">
              <a:noAutofit/>
            </a:bodyPr>
            <a:lstStyle/>
            <a:p>
              <a:endParaRPr sz="2400"/>
            </a:p>
          </p:txBody>
        </p:sp>
        <p:sp>
          <p:nvSpPr>
            <p:cNvPr id="52" name="Google Shape;6228;p78">
              <a:extLst>
                <a:ext uri="{FF2B5EF4-FFF2-40B4-BE49-F238E27FC236}">
                  <a16:creationId xmlns:a16="http://schemas.microsoft.com/office/drawing/2014/main" id="{54A5F57A-CB6A-78B7-632C-754485C84F76}"/>
                </a:ext>
              </a:extLst>
            </p:cNvPr>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grpFill/>
            <a:ln>
              <a:noFill/>
            </a:ln>
          </p:spPr>
          <p:txBody>
            <a:bodyPr spcFirstLastPara="1" wrap="square" lIns="121900" tIns="121900" rIns="121900" bIns="121900" anchor="ctr" anchorCtr="0">
              <a:noAutofit/>
            </a:bodyPr>
            <a:lstStyle/>
            <a:p>
              <a:endParaRPr sz="2400"/>
            </a:p>
          </p:txBody>
        </p:sp>
        <p:sp>
          <p:nvSpPr>
            <p:cNvPr id="53" name="Google Shape;6229;p78">
              <a:extLst>
                <a:ext uri="{FF2B5EF4-FFF2-40B4-BE49-F238E27FC236}">
                  <a16:creationId xmlns:a16="http://schemas.microsoft.com/office/drawing/2014/main" id="{182D2A7C-B794-456B-09AE-9B784CE14306}"/>
                </a:ext>
              </a:extLst>
            </p:cNvPr>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grpFill/>
            <a:ln>
              <a:noFill/>
            </a:ln>
          </p:spPr>
          <p:txBody>
            <a:bodyPr spcFirstLastPara="1" wrap="square" lIns="121900" tIns="121900" rIns="121900" bIns="121900" anchor="ctr" anchorCtr="0">
              <a:noAutofit/>
            </a:bodyPr>
            <a:lstStyle/>
            <a:p>
              <a:endParaRPr sz="2400"/>
            </a:p>
          </p:txBody>
        </p:sp>
        <p:sp>
          <p:nvSpPr>
            <p:cNvPr id="54" name="Google Shape;6230;p78">
              <a:extLst>
                <a:ext uri="{FF2B5EF4-FFF2-40B4-BE49-F238E27FC236}">
                  <a16:creationId xmlns:a16="http://schemas.microsoft.com/office/drawing/2014/main" id="{7F3CD808-5369-326D-3531-BE9B10031D87}"/>
                </a:ext>
              </a:extLst>
            </p:cNvPr>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grpFill/>
            <a:ln>
              <a:noFill/>
            </a:ln>
          </p:spPr>
          <p:txBody>
            <a:bodyPr spcFirstLastPara="1" wrap="square" lIns="121900" tIns="121900" rIns="121900" bIns="121900" anchor="ctr" anchorCtr="0">
              <a:noAutofit/>
            </a:bodyPr>
            <a:lstStyle/>
            <a:p>
              <a:endParaRPr sz="2400"/>
            </a:p>
          </p:txBody>
        </p:sp>
        <p:sp>
          <p:nvSpPr>
            <p:cNvPr id="55" name="Google Shape;6231;p78">
              <a:extLst>
                <a:ext uri="{FF2B5EF4-FFF2-40B4-BE49-F238E27FC236}">
                  <a16:creationId xmlns:a16="http://schemas.microsoft.com/office/drawing/2014/main" id="{F16C30BC-886D-75C1-5E25-67B495BD1BE5}"/>
                </a:ext>
              </a:extLst>
            </p:cNvPr>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grpFill/>
            <a:ln>
              <a:noFill/>
            </a:ln>
          </p:spPr>
          <p:txBody>
            <a:bodyPr spcFirstLastPara="1" wrap="square" lIns="121900" tIns="121900" rIns="121900" bIns="121900" anchor="ctr" anchorCtr="0">
              <a:noAutofit/>
            </a:bodyPr>
            <a:lstStyle/>
            <a:p>
              <a:endParaRPr sz="2400"/>
            </a:p>
          </p:txBody>
        </p:sp>
        <p:sp>
          <p:nvSpPr>
            <p:cNvPr id="56" name="Google Shape;6232;p78">
              <a:extLst>
                <a:ext uri="{FF2B5EF4-FFF2-40B4-BE49-F238E27FC236}">
                  <a16:creationId xmlns:a16="http://schemas.microsoft.com/office/drawing/2014/main" id="{87687849-AE6A-ECCB-48E2-852F3858684D}"/>
                </a:ext>
              </a:extLst>
            </p:cNvPr>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grpFill/>
            <a:ln>
              <a:noFill/>
            </a:ln>
          </p:spPr>
          <p:txBody>
            <a:bodyPr spcFirstLastPara="1" wrap="square" lIns="121900" tIns="121900" rIns="121900" bIns="121900" anchor="ctr" anchorCtr="0">
              <a:noAutofit/>
            </a:bodyPr>
            <a:lstStyle/>
            <a:p>
              <a:endParaRPr sz="2400"/>
            </a:p>
          </p:txBody>
        </p:sp>
        <p:sp>
          <p:nvSpPr>
            <p:cNvPr id="57" name="Google Shape;6233;p78">
              <a:extLst>
                <a:ext uri="{FF2B5EF4-FFF2-40B4-BE49-F238E27FC236}">
                  <a16:creationId xmlns:a16="http://schemas.microsoft.com/office/drawing/2014/main" id="{D0651B98-DE25-81E6-1E56-9DB55EDB3860}"/>
                </a:ext>
              </a:extLst>
            </p:cNvPr>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58" name="Google Shape;6172;p78">
            <a:extLst>
              <a:ext uri="{FF2B5EF4-FFF2-40B4-BE49-F238E27FC236}">
                <a16:creationId xmlns:a16="http://schemas.microsoft.com/office/drawing/2014/main" id="{AD5DA1A4-2323-AB5B-738B-391655D3FABD}"/>
              </a:ext>
            </a:extLst>
          </p:cNvPr>
          <p:cNvGrpSpPr/>
          <p:nvPr/>
        </p:nvGrpSpPr>
        <p:grpSpPr>
          <a:xfrm>
            <a:off x="5714212" y="4124809"/>
            <a:ext cx="618069" cy="616613"/>
            <a:chOff x="-62154300" y="3743950"/>
            <a:chExt cx="318200" cy="317450"/>
          </a:xfrm>
          <a:solidFill>
            <a:srgbClr val="1E344D"/>
          </a:solidFill>
        </p:grpSpPr>
        <p:sp>
          <p:nvSpPr>
            <p:cNvPr id="59" name="Google Shape;6173;p78">
              <a:extLst>
                <a:ext uri="{FF2B5EF4-FFF2-40B4-BE49-F238E27FC236}">
                  <a16:creationId xmlns:a16="http://schemas.microsoft.com/office/drawing/2014/main" id="{2D30AFE3-9893-B43D-431B-194C1FE4BFBB}"/>
                </a:ext>
              </a:extLst>
            </p:cNvPr>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grpFill/>
            <a:ln>
              <a:noFill/>
            </a:ln>
          </p:spPr>
          <p:txBody>
            <a:bodyPr spcFirstLastPara="1" wrap="square" lIns="121900" tIns="121900" rIns="121900" bIns="121900" anchor="ctr" anchorCtr="0">
              <a:noAutofit/>
            </a:bodyPr>
            <a:lstStyle/>
            <a:p>
              <a:endParaRPr sz="2400"/>
            </a:p>
          </p:txBody>
        </p:sp>
        <p:sp>
          <p:nvSpPr>
            <p:cNvPr id="60" name="Google Shape;6174;p78">
              <a:extLst>
                <a:ext uri="{FF2B5EF4-FFF2-40B4-BE49-F238E27FC236}">
                  <a16:creationId xmlns:a16="http://schemas.microsoft.com/office/drawing/2014/main" id="{101B8C4D-88D2-4425-A66E-9355DC56A042}"/>
                </a:ext>
              </a:extLst>
            </p:cNvPr>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61" name="圆角矩形 60">
            <a:extLst>
              <a:ext uri="{FF2B5EF4-FFF2-40B4-BE49-F238E27FC236}">
                <a16:creationId xmlns:a16="http://schemas.microsoft.com/office/drawing/2014/main" id="{9DFBB191-F6AC-E460-03DD-49DE1850852B}"/>
              </a:ext>
            </a:extLst>
          </p:cNvPr>
          <p:cNvSpPr/>
          <p:nvPr/>
        </p:nvSpPr>
        <p:spPr>
          <a:xfrm>
            <a:off x="9230486" y="3911599"/>
            <a:ext cx="2436581" cy="999067"/>
          </a:xfrm>
          <a:prstGeom prst="roundRect">
            <a:avLst/>
          </a:prstGeom>
          <a:pattFill prst="wdDnDiag">
            <a:fgClr>
              <a:schemeClr val="bg1">
                <a:lumMod val="75000"/>
              </a:schemeClr>
            </a:fgClr>
            <a:bgClr>
              <a:schemeClr val="bg1"/>
            </a:bgClr>
          </a:patt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2" name="文本框 61">
            <a:extLst>
              <a:ext uri="{FF2B5EF4-FFF2-40B4-BE49-F238E27FC236}">
                <a16:creationId xmlns:a16="http://schemas.microsoft.com/office/drawing/2014/main" id="{4DE72317-0BAC-2BC7-445F-69F87DC5F11D}"/>
              </a:ext>
            </a:extLst>
          </p:cNvPr>
          <p:cNvSpPr txBox="1"/>
          <p:nvPr/>
        </p:nvSpPr>
        <p:spPr>
          <a:xfrm>
            <a:off x="1319766" y="4106594"/>
            <a:ext cx="813835" cy="646331"/>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a:t>
            </a:r>
          </a:p>
          <a:p>
            <a:r>
              <a:rPr kumimoji="1" lang="en" altLang="zh-CN" dirty="0">
                <a:solidFill>
                  <a:srgbClr val="1E344D"/>
                </a:solidFill>
                <a:latin typeface="Alibaba PuHuiTi" pitchFamily="18" charset="-122"/>
                <a:ea typeface="Alibaba PuHuiTi" pitchFamily="18" charset="-122"/>
                <a:cs typeface="Alibaba PuHuiTi" pitchFamily="18" charset="-122"/>
              </a:rPr>
              <a:t>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63" name="文本框 62">
            <a:extLst>
              <a:ext uri="{FF2B5EF4-FFF2-40B4-BE49-F238E27FC236}">
                <a16:creationId xmlns:a16="http://schemas.microsoft.com/office/drawing/2014/main" id="{1C12F553-892C-4591-8D74-69D28C2B7936}"/>
              </a:ext>
            </a:extLst>
          </p:cNvPr>
          <p:cNvSpPr txBox="1"/>
          <p:nvPr/>
        </p:nvSpPr>
        <p:spPr>
          <a:xfrm>
            <a:off x="3757878" y="4106594"/>
            <a:ext cx="813835" cy="646331"/>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a:t>
            </a:r>
          </a:p>
          <a:p>
            <a:r>
              <a:rPr kumimoji="1" lang="en" altLang="zh-CN" dirty="0">
                <a:solidFill>
                  <a:srgbClr val="1E344D"/>
                </a:solidFill>
                <a:latin typeface="Alibaba PuHuiTi" pitchFamily="18" charset="-122"/>
                <a:ea typeface="Alibaba PuHuiTi" pitchFamily="18" charset="-122"/>
                <a:cs typeface="Alibaba PuHuiTi" pitchFamily="18" charset="-122"/>
              </a:rPr>
              <a:t>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64" name="文本框 63">
            <a:extLst>
              <a:ext uri="{FF2B5EF4-FFF2-40B4-BE49-F238E27FC236}">
                <a16:creationId xmlns:a16="http://schemas.microsoft.com/office/drawing/2014/main" id="{DF966FC5-344E-2208-34EA-6AFF3D2B014E}"/>
              </a:ext>
            </a:extLst>
          </p:cNvPr>
          <p:cNvSpPr txBox="1"/>
          <p:nvPr/>
        </p:nvSpPr>
        <p:spPr>
          <a:xfrm>
            <a:off x="6350166" y="4106594"/>
            <a:ext cx="813835" cy="646331"/>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a:t>
            </a:r>
          </a:p>
          <a:p>
            <a:r>
              <a:rPr kumimoji="1" lang="en" altLang="zh-CN" dirty="0">
                <a:solidFill>
                  <a:srgbClr val="1E344D"/>
                </a:solidFill>
                <a:latin typeface="Alibaba PuHuiTi" pitchFamily="18" charset="-122"/>
                <a:ea typeface="Alibaba PuHuiTi" pitchFamily="18" charset="-122"/>
                <a:cs typeface="Alibaba PuHuiTi" pitchFamily="18" charset="-122"/>
              </a:rPr>
              <a:t>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65" name="文本框 64">
            <a:extLst>
              <a:ext uri="{FF2B5EF4-FFF2-40B4-BE49-F238E27FC236}">
                <a16:creationId xmlns:a16="http://schemas.microsoft.com/office/drawing/2014/main" id="{82155FAE-A484-A8E4-DE40-EA1904410DA0}"/>
              </a:ext>
            </a:extLst>
          </p:cNvPr>
          <p:cNvSpPr txBox="1"/>
          <p:nvPr/>
        </p:nvSpPr>
        <p:spPr>
          <a:xfrm>
            <a:off x="9302494" y="4106594"/>
            <a:ext cx="813835" cy="646331"/>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a:t>
            </a:r>
          </a:p>
          <a:p>
            <a:r>
              <a:rPr kumimoji="1" lang="en" altLang="zh-CN" dirty="0">
                <a:solidFill>
                  <a:srgbClr val="1E344D"/>
                </a:solidFill>
                <a:latin typeface="Alibaba PuHuiTi" pitchFamily="18" charset="-122"/>
                <a:ea typeface="Alibaba PuHuiTi" pitchFamily="18" charset="-122"/>
                <a:cs typeface="Alibaba PuHuiTi" pitchFamily="18" charset="-122"/>
              </a:rPr>
              <a:t>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66" name="文本框 65">
            <a:extLst>
              <a:ext uri="{FF2B5EF4-FFF2-40B4-BE49-F238E27FC236}">
                <a16:creationId xmlns:a16="http://schemas.microsoft.com/office/drawing/2014/main" id="{022A0D66-5B30-FF7B-9A5B-E8FB63493DB5}"/>
              </a:ext>
            </a:extLst>
          </p:cNvPr>
          <p:cNvSpPr txBox="1"/>
          <p:nvPr/>
        </p:nvSpPr>
        <p:spPr>
          <a:xfrm>
            <a:off x="10060715" y="4106594"/>
            <a:ext cx="813835" cy="646331"/>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a:t>
            </a:r>
          </a:p>
          <a:p>
            <a:r>
              <a:rPr kumimoji="1" lang="en" altLang="zh-CN" dirty="0">
                <a:solidFill>
                  <a:srgbClr val="1E344D"/>
                </a:solidFill>
                <a:latin typeface="Alibaba PuHuiTi" pitchFamily="18" charset="-122"/>
                <a:ea typeface="Alibaba PuHuiTi" pitchFamily="18" charset="-122"/>
                <a:cs typeface="Alibaba PuHuiTi" pitchFamily="18" charset="-122"/>
              </a:rPr>
              <a:t>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67" name="文本框 66">
            <a:extLst>
              <a:ext uri="{FF2B5EF4-FFF2-40B4-BE49-F238E27FC236}">
                <a16:creationId xmlns:a16="http://schemas.microsoft.com/office/drawing/2014/main" id="{07D02684-38D3-18C2-352D-B77F36A5CF92}"/>
              </a:ext>
            </a:extLst>
          </p:cNvPr>
          <p:cNvSpPr txBox="1"/>
          <p:nvPr/>
        </p:nvSpPr>
        <p:spPr>
          <a:xfrm>
            <a:off x="10814662" y="4106594"/>
            <a:ext cx="813835" cy="646331"/>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a:t>
            </a:r>
          </a:p>
          <a:p>
            <a:r>
              <a:rPr kumimoji="1" lang="en" altLang="zh-CN" dirty="0">
                <a:solidFill>
                  <a:srgbClr val="1E344D"/>
                </a:solidFill>
                <a:latin typeface="Alibaba PuHuiTi" pitchFamily="18" charset="-122"/>
                <a:ea typeface="Alibaba PuHuiTi" pitchFamily="18" charset="-122"/>
                <a:cs typeface="Alibaba PuHuiTi" pitchFamily="18" charset="-122"/>
              </a:rPr>
              <a:t>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68" name="文本框 67">
            <a:extLst>
              <a:ext uri="{FF2B5EF4-FFF2-40B4-BE49-F238E27FC236}">
                <a16:creationId xmlns:a16="http://schemas.microsoft.com/office/drawing/2014/main" id="{18F7BBCA-2AC6-E050-1934-FE1E6EDCDB79}"/>
              </a:ext>
            </a:extLst>
          </p:cNvPr>
          <p:cNvSpPr txBox="1"/>
          <p:nvPr/>
        </p:nvSpPr>
        <p:spPr>
          <a:xfrm>
            <a:off x="536646" y="5275216"/>
            <a:ext cx="5029964" cy="1384995"/>
          </a:xfrm>
          <a:prstGeom prst="rect">
            <a:avLst/>
          </a:prstGeom>
          <a:noFill/>
        </p:spPr>
        <p:txBody>
          <a:bodyPr wrap="square" rtlCol="0">
            <a:spAutoFit/>
          </a:bodyPr>
          <a:lstStyle/>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just">
              <a:buFont typeface="Wingdings" pitchFamily="2" charset="2"/>
              <a:buChar char="ü"/>
            </a:pP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7D2D47B8-C390-D6B1-1BC1-31A689E9A7D3}"/>
              </a:ext>
            </a:extLst>
          </p:cNvPr>
          <p:cNvSpPr txBox="1"/>
          <p:nvPr/>
        </p:nvSpPr>
        <p:spPr>
          <a:xfrm>
            <a:off x="5591944" y="5275216"/>
            <a:ext cx="5029964" cy="1200329"/>
          </a:xfrm>
          <a:prstGeom prst="rect">
            <a:avLst/>
          </a:prstGeom>
          <a:noFill/>
        </p:spPr>
        <p:txBody>
          <a:bodyPr wrap="square" rtlCol="0">
            <a:spAutoFit/>
          </a:bodyPr>
          <a:lstStyle/>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just">
              <a:buFont typeface="Wingdings" pitchFamily="2" charset="2"/>
              <a:buChar char="ü"/>
            </a:pP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200" dirty="0">
                <a:solidFill>
                  <a:schemeClr val="bg1"/>
                </a:solidFill>
                <a:latin typeface="Alibaba PuHuiTi Medium" pitchFamily="18" charset="-122"/>
                <a:ea typeface="Alibaba PuHuiTi Medium" pitchFamily="18" charset="-122"/>
                <a:cs typeface="Alibaba PuHuiTi Medium" pitchFamily="18" charset="-122"/>
              </a:rPr>
              <a:t>Here you can write </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pic>
        <p:nvPicPr>
          <p:cNvPr id="74" name="图片 73">
            <a:extLst>
              <a:ext uri="{FF2B5EF4-FFF2-40B4-BE49-F238E27FC236}">
                <a16:creationId xmlns:a16="http://schemas.microsoft.com/office/drawing/2014/main" id="{6BB93E67-4F3B-1451-687D-EFCD86819B10}"/>
              </a:ext>
            </a:extLst>
          </p:cNvPr>
          <p:cNvPicPr>
            <a:picLocks noChangeAspect="1"/>
          </p:cNvPicPr>
          <p:nvPr/>
        </p:nvPicPr>
        <p:blipFill>
          <a:blip r:embed="rId3"/>
          <a:stretch>
            <a:fillRect/>
          </a:stretch>
        </p:blipFill>
        <p:spPr>
          <a:xfrm>
            <a:off x="10829997" y="5495542"/>
            <a:ext cx="844957" cy="844957"/>
          </a:xfrm>
          <a:prstGeom prst="rect">
            <a:avLst/>
          </a:prstGeom>
        </p:spPr>
      </p:pic>
      <p:sp>
        <p:nvSpPr>
          <p:cNvPr id="87" name="椭圆 86">
            <a:extLst>
              <a:ext uri="{FF2B5EF4-FFF2-40B4-BE49-F238E27FC236}">
                <a16:creationId xmlns:a16="http://schemas.microsoft.com/office/drawing/2014/main" id="{25C1D984-A55C-4EBD-D02A-984519EF6E48}"/>
              </a:ext>
            </a:extLst>
          </p:cNvPr>
          <p:cNvSpPr/>
          <p:nvPr/>
        </p:nvSpPr>
        <p:spPr>
          <a:xfrm>
            <a:off x="2575519" y="2490853"/>
            <a:ext cx="438614" cy="438614"/>
          </a:xfrm>
          <a:prstGeom prst="ellipse">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88" name="椭圆 87">
            <a:extLst>
              <a:ext uri="{FF2B5EF4-FFF2-40B4-BE49-F238E27FC236}">
                <a16:creationId xmlns:a16="http://schemas.microsoft.com/office/drawing/2014/main" id="{F7A88922-319F-A717-9758-2BCFB9A4A4B1}"/>
              </a:ext>
            </a:extLst>
          </p:cNvPr>
          <p:cNvSpPr/>
          <p:nvPr/>
        </p:nvSpPr>
        <p:spPr>
          <a:xfrm>
            <a:off x="9120336" y="2490853"/>
            <a:ext cx="438614" cy="438614"/>
          </a:xfrm>
          <a:prstGeom prst="ellipse">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89" name="文本框 88">
            <a:extLst>
              <a:ext uri="{FF2B5EF4-FFF2-40B4-BE49-F238E27FC236}">
                <a16:creationId xmlns:a16="http://schemas.microsoft.com/office/drawing/2014/main" id="{EAB7D6B6-7F42-B41C-CBB1-183BE13A1688}"/>
              </a:ext>
            </a:extLst>
          </p:cNvPr>
          <p:cNvSpPr txBox="1"/>
          <p:nvPr/>
        </p:nvSpPr>
        <p:spPr>
          <a:xfrm>
            <a:off x="2623529" y="2514682"/>
            <a:ext cx="365806" cy="400110"/>
          </a:xfrm>
          <a:prstGeom prst="rect">
            <a:avLst/>
          </a:prstGeom>
          <a:noFill/>
        </p:spPr>
        <p:txBody>
          <a:bodyPr wrap="none" rtlCol="0">
            <a:spAutoFit/>
          </a:bodyPr>
          <a:lstStyle/>
          <a:p>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A</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90" name="文本框 89">
            <a:extLst>
              <a:ext uri="{FF2B5EF4-FFF2-40B4-BE49-F238E27FC236}">
                <a16:creationId xmlns:a16="http://schemas.microsoft.com/office/drawing/2014/main" id="{370DB912-723E-31C2-8A9B-61B913569032}"/>
              </a:ext>
            </a:extLst>
          </p:cNvPr>
          <p:cNvSpPr txBox="1"/>
          <p:nvPr/>
        </p:nvSpPr>
        <p:spPr>
          <a:xfrm>
            <a:off x="9159052" y="2538232"/>
            <a:ext cx="348172" cy="400110"/>
          </a:xfrm>
          <a:prstGeom prst="rect">
            <a:avLst/>
          </a:prstGeom>
          <a:noFill/>
        </p:spPr>
        <p:txBody>
          <a:bodyPr wrap="none" rtlCol="0">
            <a:spAutoFit/>
          </a:bodyPr>
          <a:lstStyle/>
          <a:p>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B</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92" name="文本框 91">
            <a:extLst>
              <a:ext uri="{FF2B5EF4-FFF2-40B4-BE49-F238E27FC236}">
                <a16:creationId xmlns:a16="http://schemas.microsoft.com/office/drawing/2014/main" id="{80083000-41B8-BBEC-92A9-D4BE4D515DDB}"/>
              </a:ext>
            </a:extLst>
          </p:cNvPr>
          <p:cNvSpPr txBox="1"/>
          <p:nvPr/>
        </p:nvSpPr>
        <p:spPr>
          <a:xfrm>
            <a:off x="3064934" y="2414600"/>
            <a:ext cx="6096000" cy="369332"/>
          </a:xfrm>
          <a:prstGeom prst="rect">
            <a:avLst/>
          </a:prstGeom>
          <a:noFill/>
        </p:spPr>
        <p:txBody>
          <a:bodyPr wrap="square">
            <a:spAutoFit/>
          </a:bodyPr>
          <a:lstStyle/>
          <a:p>
            <a:r>
              <a:rPr kumimoji="1" lang="en" altLang="zh-CN" sz="18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800" dirty="0">
                <a:solidFill>
                  <a:schemeClr val="bg1"/>
                </a:solidFill>
                <a:latin typeface="Alibaba PuHuiTi Medium" pitchFamily="18" charset="-122"/>
                <a:ea typeface="Alibaba PuHuiTi Medium" pitchFamily="18" charset="-122"/>
                <a:cs typeface="Alibaba PuHuiTi Medium" pitchFamily="18" charset="-122"/>
              </a:rPr>
              <a:t>。</a:t>
            </a:r>
            <a:endParaRPr lang="zh-CN" altLang="en-US" dirty="0">
              <a:solidFill>
                <a:schemeClr val="bg1"/>
              </a:solidFill>
            </a:endParaRPr>
          </a:p>
        </p:txBody>
      </p:sp>
      <p:sp>
        <p:nvSpPr>
          <p:cNvPr id="94" name="文本框 93">
            <a:extLst>
              <a:ext uri="{FF2B5EF4-FFF2-40B4-BE49-F238E27FC236}">
                <a16:creationId xmlns:a16="http://schemas.microsoft.com/office/drawing/2014/main" id="{A7E83405-8900-293A-FC0F-8EEAE99BD703}"/>
              </a:ext>
            </a:extLst>
          </p:cNvPr>
          <p:cNvSpPr txBox="1"/>
          <p:nvPr/>
        </p:nvSpPr>
        <p:spPr>
          <a:xfrm>
            <a:off x="2895600" y="2710303"/>
            <a:ext cx="6096000" cy="600164"/>
          </a:xfrm>
          <a:prstGeom prst="rect">
            <a:avLst/>
          </a:prstGeom>
          <a:noFill/>
        </p:spPr>
        <p:txBody>
          <a:bodyPr wrap="square">
            <a:spAutoFit/>
          </a:bodyPr>
          <a:lstStyle/>
          <a:p>
            <a:pPr marL="171450" indent="-171450" algn="ctr">
              <a:buFont typeface="Wingdings" pitchFamily="2" charset="2"/>
              <a:buChar char="ü"/>
            </a:pP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chemeClr val="bg1"/>
                </a:solidFill>
                <a:latin typeface="Alibaba PuHuiTi Medium" pitchFamily="18" charset="-122"/>
                <a:ea typeface="Alibaba PuHuiTi Medium" pitchFamily="18" charset="-122"/>
                <a:cs typeface="Alibaba PuHuiTi Medium" pitchFamily="18" charset="-122"/>
              </a:rPr>
              <a:t>。</a:t>
            </a:r>
          </a:p>
          <a:p>
            <a:pPr marL="171450" indent="-171450" algn="ctr">
              <a:buFont typeface="Wingdings" pitchFamily="2" charset="2"/>
              <a:buChar char="ü"/>
            </a:pP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100" dirty="0">
                <a:solidFill>
                  <a:schemeClr val="bg1"/>
                </a:solidFill>
                <a:latin typeface="Alibaba PuHuiTi Medium" pitchFamily="18" charset="-122"/>
                <a:ea typeface="Alibaba PuHuiTi Medium" pitchFamily="18" charset="-122"/>
                <a:cs typeface="Alibaba PuHuiTi Medium" pitchFamily="18" charset="-122"/>
              </a:rPr>
              <a:t>。</a:t>
            </a:r>
            <a:r>
              <a:rPr kumimoji="1" lang="en" altLang="zh-CN" sz="1100" dirty="0">
                <a:solidFill>
                  <a:schemeClr val="bg1"/>
                </a:solidFill>
                <a:latin typeface="Alibaba PuHuiTi Medium" pitchFamily="18" charset="-122"/>
                <a:ea typeface="Alibaba PuHuiTi Medium" pitchFamily="18" charset="-122"/>
                <a:cs typeface="Alibaba PuHuiTi Medium" pitchFamily="18" charset="-122"/>
              </a:rPr>
              <a:t>Here you can write </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5" name="文本框 94">
            <a:extLst>
              <a:ext uri="{FF2B5EF4-FFF2-40B4-BE49-F238E27FC236}">
                <a16:creationId xmlns:a16="http://schemas.microsoft.com/office/drawing/2014/main" id="{CA0DE44D-A74F-03E6-4180-62E0709F499C}"/>
              </a:ext>
            </a:extLst>
          </p:cNvPr>
          <p:cNvSpPr txBox="1"/>
          <p:nvPr/>
        </p:nvSpPr>
        <p:spPr>
          <a:xfrm>
            <a:off x="1678195" y="2958811"/>
            <a:ext cx="1471405"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Write</a:t>
            </a:r>
            <a:r>
              <a:rPr kumimoji="1" lang="zh-CN" altLang="en-US" dirty="0">
                <a:solidFill>
                  <a:schemeClr val="bg1"/>
                </a:solidFill>
                <a:latin typeface="Alibaba PuHuiTi" pitchFamily="18" charset="-122"/>
                <a:ea typeface="Alibaba PuHuiTi" pitchFamily="18" charset="-122"/>
                <a:cs typeface="Alibaba PuHuiTi" pitchFamily="18" charset="-122"/>
              </a:rPr>
              <a:t> </a:t>
            </a:r>
            <a:r>
              <a:rPr kumimoji="1" lang="en" altLang="zh-CN" dirty="0">
                <a:solidFill>
                  <a:schemeClr val="bg1"/>
                </a:solidFill>
                <a:latin typeface="Alibaba PuHuiTi" pitchFamily="18" charset="-122"/>
                <a:ea typeface="Alibaba PuHuiTi" pitchFamily="18" charset="-122"/>
                <a:cs typeface="Alibaba PuHuiTi" pitchFamily="18" charset="-122"/>
              </a:rPr>
              <a:t>Here</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551BB1B5-1B4E-735B-4368-41C844013B5B}"/>
              </a:ext>
            </a:extLst>
          </p:cNvPr>
          <p:cNvSpPr txBox="1"/>
          <p:nvPr/>
        </p:nvSpPr>
        <p:spPr>
          <a:xfrm>
            <a:off x="9069536" y="2941877"/>
            <a:ext cx="1471405"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Write</a:t>
            </a:r>
            <a:r>
              <a:rPr kumimoji="1" lang="zh-CN" altLang="en-US" dirty="0">
                <a:solidFill>
                  <a:schemeClr val="bg1"/>
                </a:solidFill>
                <a:latin typeface="Alibaba PuHuiTi" pitchFamily="18" charset="-122"/>
                <a:ea typeface="Alibaba PuHuiTi" pitchFamily="18" charset="-122"/>
                <a:cs typeface="Alibaba PuHuiTi" pitchFamily="18" charset="-122"/>
              </a:rPr>
              <a:t> </a:t>
            </a:r>
            <a:r>
              <a:rPr kumimoji="1" lang="en" altLang="zh-CN" dirty="0">
                <a:solidFill>
                  <a:schemeClr val="bg1"/>
                </a:solidFill>
                <a:latin typeface="Alibaba PuHuiTi" pitchFamily="18" charset="-122"/>
                <a:ea typeface="Alibaba PuHuiTi" pitchFamily="18" charset="-122"/>
                <a:cs typeface="Alibaba PuHuiTi" pitchFamily="18" charset="-122"/>
              </a:rPr>
              <a:t>Here</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grpSp>
        <p:nvGrpSpPr>
          <p:cNvPr id="98" name="Google Shape;6234;p78">
            <a:extLst>
              <a:ext uri="{FF2B5EF4-FFF2-40B4-BE49-F238E27FC236}">
                <a16:creationId xmlns:a16="http://schemas.microsoft.com/office/drawing/2014/main" id="{5274DCB4-52D6-B79E-5AAD-BE0022789D3B}"/>
              </a:ext>
            </a:extLst>
          </p:cNvPr>
          <p:cNvGrpSpPr/>
          <p:nvPr/>
        </p:nvGrpSpPr>
        <p:grpSpPr>
          <a:xfrm>
            <a:off x="5700623" y="1179489"/>
            <a:ext cx="836118" cy="827205"/>
            <a:chOff x="581525" y="3254850"/>
            <a:chExt cx="297750" cy="294575"/>
          </a:xfrm>
          <a:solidFill>
            <a:schemeClr val="bg1"/>
          </a:solidFill>
        </p:grpSpPr>
        <p:sp>
          <p:nvSpPr>
            <p:cNvPr id="99" name="Google Shape;6235;p78">
              <a:extLst>
                <a:ext uri="{FF2B5EF4-FFF2-40B4-BE49-F238E27FC236}">
                  <a16:creationId xmlns:a16="http://schemas.microsoft.com/office/drawing/2014/main" id="{6F9DCA3E-1D1E-19ED-3DF3-DA2EC8778D98}"/>
                </a:ext>
              </a:extLst>
            </p:cNvPr>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grpFill/>
            <a:ln>
              <a:noFill/>
            </a:ln>
          </p:spPr>
          <p:txBody>
            <a:bodyPr spcFirstLastPara="1" wrap="square" lIns="121900" tIns="121900" rIns="121900" bIns="121900" anchor="ctr" anchorCtr="0">
              <a:noAutofit/>
            </a:bodyPr>
            <a:lstStyle/>
            <a:p>
              <a:endParaRPr sz="2400"/>
            </a:p>
          </p:txBody>
        </p:sp>
        <p:sp>
          <p:nvSpPr>
            <p:cNvPr id="100" name="Google Shape;6236;p78">
              <a:extLst>
                <a:ext uri="{FF2B5EF4-FFF2-40B4-BE49-F238E27FC236}">
                  <a16:creationId xmlns:a16="http://schemas.microsoft.com/office/drawing/2014/main" id="{1E690378-F000-7802-C2C7-EB68FEA542D7}"/>
                </a:ext>
              </a:extLst>
            </p:cNvPr>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grpFill/>
            <a:ln>
              <a:noFill/>
            </a:ln>
          </p:spPr>
          <p:txBody>
            <a:bodyPr spcFirstLastPara="1" wrap="square" lIns="121900" tIns="121900" rIns="121900" bIns="121900" anchor="ctr" anchorCtr="0">
              <a:noAutofit/>
            </a:bodyPr>
            <a:lstStyle/>
            <a:p>
              <a:endParaRPr sz="2400"/>
            </a:p>
          </p:txBody>
        </p:sp>
        <p:sp>
          <p:nvSpPr>
            <p:cNvPr id="101" name="Google Shape;6237;p78">
              <a:extLst>
                <a:ext uri="{FF2B5EF4-FFF2-40B4-BE49-F238E27FC236}">
                  <a16:creationId xmlns:a16="http://schemas.microsoft.com/office/drawing/2014/main" id="{DB9DDD45-82FE-5703-C741-3C119A03696B}"/>
                </a:ext>
              </a:extLst>
            </p:cNvPr>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107" name="文本框 106">
            <a:extLst>
              <a:ext uri="{FF2B5EF4-FFF2-40B4-BE49-F238E27FC236}">
                <a16:creationId xmlns:a16="http://schemas.microsoft.com/office/drawing/2014/main" id="{3174779B-FB70-7D44-C931-08FB2841E432}"/>
              </a:ext>
            </a:extLst>
          </p:cNvPr>
          <p:cNvSpPr txBox="1"/>
          <p:nvPr/>
        </p:nvSpPr>
        <p:spPr>
          <a:xfrm>
            <a:off x="4152097" y="1755883"/>
            <a:ext cx="1471405"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QUESTION</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sp>
        <p:nvSpPr>
          <p:cNvPr id="108" name="文本框 107">
            <a:extLst>
              <a:ext uri="{FF2B5EF4-FFF2-40B4-BE49-F238E27FC236}">
                <a16:creationId xmlns:a16="http://schemas.microsoft.com/office/drawing/2014/main" id="{ADDAFF4B-76B9-A0A1-FEB0-69FDC2EA96A9}"/>
              </a:ext>
            </a:extLst>
          </p:cNvPr>
          <p:cNvSpPr txBox="1"/>
          <p:nvPr/>
        </p:nvSpPr>
        <p:spPr>
          <a:xfrm>
            <a:off x="6332124" y="1755883"/>
            <a:ext cx="1471405"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ANSWER</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sp>
        <p:nvSpPr>
          <p:cNvPr id="109" name="圆角矩形 108">
            <a:extLst>
              <a:ext uri="{FF2B5EF4-FFF2-40B4-BE49-F238E27FC236}">
                <a16:creationId xmlns:a16="http://schemas.microsoft.com/office/drawing/2014/main" id="{11948763-CD41-69B2-930B-6824056AC5A6}"/>
              </a:ext>
            </a:extLst>
          </p:cNvPr>
          <p:cNvSpPr/>
          <p:nvPr/>
        </p:nvSpPr>
        <p:spPr>
          <a:xfrm>
            <a:off x="284618" y="991014"/>
            <a:ext cx="803447" cy="736187"/>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110" name="Google Shape;6221;p78">
            <a:extLst>
              <a:ext uri="{FF2B5EF4-FFF2-40B4-BE49-F238E27FC236}">
                <a16:creationId xmlns:a16="http://schemas.microsoft.com/office/drawing/2014/main" id="{56235396-F05B-57F7-77EC-AE3626844579}"/>
              </a:ext>
            </a:extLst>
          </p:cNvPr>
          <p:cNvGrpSpPr/>
          <p:nvPr/>
        </p:nvGrpSpPr>
        <p:grpSpPr>
          <a:xfrm>
            <a:off x="426639" y="1097254"/>
            <a:ext cx="492149" cy="486209"/>
            <a:chOff x="-59869425" y="4102225"/>
            <a:chExt cx="319025" cy="315175"/>
          </a:xfrm>
          <a:solidFill>
            <a:schemeClr val="bg1"/>
          </a:solidFill>
        </p:grpSpPr>
        <p:sp>
          <p:nvSpPr>
            <p:cNvPr id="111" name="Google Shape;6222;p78">
              <a:extLst>
                <a:ext uri="{FF2B5EF4-FFF2-40B4-BE49-F238E27FC236}">
                  <a16:creationId xmlns:a16="http://schemas.microsoft.com/office/drawing/2014/main" id="{D076C7E0-0820-3180-26FA-41AE142F6583}"/>
                </a:ext>
              </a:extLst>
            </p:cNvPr>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grpFill/>
            <a:ln>
              <a:noFill/>
            </a:ln>
          </p:spPr>
          <p:txBody>
            <a:bodyPr spcFirstLastPara="1" wrap="square" lIns="121900" tIns="121900" rIns="121900" bIns="121900" anchor="ctr" anchorCtr="0">
              <a:noAutofit/>
            </a:bodyPr>
            <a:lstStyle/>
            <a:p>
              <a:endParaRPr sz="2400"/>
            </a:p>
          </p:txBody>
        </p:sp>
        <p:sp>
          <p:nvSpPr>
            <p:cNvPr id="112" name="Google Shape;6223;p78">
              <a:extLst>
                <a:ext uri="{FF2B5EF4-FFF2-40B4-BE49-F238E27FC236}">
                  <a16:creationId xmlns:a16="http://schemas.microsoft.com/office/drawing/2014/main" id="{21ECED3D-22C8-C9DA-4CF8-428950F5B90F}"/>
                </a:ext>
              </a:extLst>
            </p:cNvPr>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grpFill/>
            <a:ln>
              <a:noFill/>
            </a:ln>
          </p:spPr>
          <p:txBody>
            <a:bodyPr spcFirstLastPara="1" wrap="square" lIns="121900" tIns="121900" rIns="121900" bIns="121900" anchor="ctr" anchorCtr="0">
              <a:noAutofit/>
            </a:bodyPr>
            <a:lstStyle/>
            <a:p>
              <a:endParaRPr sz="2400"/>
            </a:p>
          </p:txBody>
        </p:sp>
        <p:sp>
          <p:nvSpPr>
            <p:cNvPr id="113" name="Google Shape;6224;p78">
              <a:extLst>
                <a:ext uri="{FF2B5EF4-FFF2-40B4-BE49-F238E27FC236}">
                  <a16:creationId xmlns:a16="http://schemas.microsoft.com/office/drawing/2014/main" id="{3D637B14-DB06-F94F-9859-22011F0B35A6}"/>
                </a:ext>
              </a:extLst>
            </p:cNvPr>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grpFill/>
            <a:ln>
              <a:noFill/>
            </a:ln>
          </p:spPr>
          <p:txBody>
            <a:bodyPr spcFirstLastPara="1" wrap="square" lIns="121900" tIns="121900" rIns="121900" bIns="121900" anchor="ctr" anchorCtr="0">
              <a:noAutofit/>
            </a:bodyPr>
            <a:lstStyle/>
            <a:p>
              <a:endParaRPr sz="2400"/>
            </a:p>
          </p:txBody>
        </p:sp>
        <p:sp>
          <p:nvSpPr>
            <p:cNvPr id="114" name="Google Shape;6225;p78">
              <a:extLst>
                <a:ext uri="{FF2B5EF4-FFF2-40B4-BE49-F238E27FC236}">
                  <a16:creationId xmlns:a16="http://schemas.microsoft.com/office/drawing/2014/main" id="{E3812B5B-9DF0-BCE0-0800-AE413D814616}"/>
                </a:ext>
              </a:extLst>
            </p:cNvPr>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116" name="圆角矩形 115">
            <a:extLst>
              <a:ext uri="{FF2B5EF4-FFF2-40B4-BE49-F238E27FC236}">
                <a16:creationId xmlns:a16="http://schemas.microsoft.com/office/drawing/2014/main" id="{EE64CE11-5E20-7D38-F7FF-6DF9FDCBC786}"/>
              </a:ext>
            </a:extLst>
          </p:cNvPr>
          <p:cNvSpPr/>
          <p:nvPr/>
        </p:nvSpPr>
        <p:spPr>
          <a:xfrm>
            <a:off x="11064552" y="991014"/>
            <a:ext cx="803447" cy="736187"/>
          </a:xfrm>
          <a:prstGeom prst="round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122" name="Google Shape;6185;p78">
            <a:extLst>
              <a:ext uri="{FF2B5EF4-FFF2-40B4-BE49-F238E27FC236}">
                <a16:creationId xmlns:a16="http://schemas.microsoft.com/office/drawing/2014/main" id="{C2EE6CE4-175D-F8D5-316B-9CE422C4B0BC}"/>
              </a:ext>
            </a:extLst>
          </p:cNvPr>
          <p:cNvGrpSpPr/>
          <p:nvPr/>
        </p:nvGrpSpPr>
        <p:grpSpPr>
          <a:xfrm>
            <a:off x="11213553" y="1111369"/>
            <a:ext cx="488485" cy="488331"/>
            <a:chOff x="-60255350" y="3733825"/>
            <a:chExt cx="316650" cy="316550"/>
          </a:xfrm>
          <a:solidFill>
            <a:schemeClr val="bg1"/>
          </a:solidFill>
        </p:grpSpPr>
        <p:sp>
          <p:nvSpPr>
            <p:cNvPr id="123" name="Google Shape;6186;p78">
              <a:extLst>
                <a:ext uri="{FF2B5EF4-FFF2-40B4-BE49-F238E27FC236}">
                  <a16:creationId xmlns:a16="http://schemas.microsoft.com/office/drawing/2014/main" id="{EB61C9BB-2694-A3ED-AD3C-B7001D06AEA1}"/>
                </a:ext>
              </a:extLst>
            </p:cNvPr>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grpFill/>
            <a:ln>
              <a:noFill/>
            </a:ln>
          </p:spPr>
          <p:txBody>
            <a:bodyPr spcFirstLastPara="1" wrap="square" lIns="121900" tIns="121900" rIns="121900" bIns="121900" anchor="ctr" anchorCtr="0">
              <a:noAutofit/>
            </a:bodyPr>
            <a:lstStyle/>
            <a:p>
              <a:endParaRPr sz="2400"/>
            </a:p>
          </p:txBody>
        </p:sp>
        <p:sp>
          <p:nvSpPr>
            <p:cNvPr id="124" name="Google Shape;6187;p78">
              <a:extLst>
                <a:ext uri="{FF2B5EF4-FFF2-40B4-BE49-F238E27FC236}">
                  <a16:creationId xmlns:a16="http://schemas.microsoft.com/office/drawing/2014/main" id="{8041F294-61C7-2CE6-1273-B1CE3E37DFC1}"/>
                </a:ext>
              </a:extLst>
            </p:cNvPr>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grpFill/>
            <a:ln>
              <a:noFill/>
            </a:ln>
          </p:spPr>
          <p:txBody>
            <a:bodyPr spcFirstLastPara="1" wrap="square" lIns="121900" tIns="121900" rIns="121900" bIns="121900" anchor="ctr" anchorCtr="0">
              <a:noAutofit/>
            </a:bodyPr>
            <a:lstStyle/>
            <a:p>
              <a:endParaRPr sz="2400"/>
            </a:p>
          </p:txBody>
        </p:sp>
        <p:sp>
          <p:nvSpPr>
            <p:cNvPr id="125" name="Google Shape;6188;p78">
              <a:extLst>
                <a:ext uri="{FF2B5EF4-FFF2-40B4-BE49-F238E27FC236}">
                  <a16:creationId xmlns:a16="http://schemas.microsoft.com/office/drawing/2014/main" id="{BCC658A6-9580-330B-1C23-A545BA219986}"/>
                </a:ext>
              </a:extLst>
            </p:cNvPr>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grpFill/>
            <a:ln>
              <a:noFill/>
            </a:ln>
          </p:spPr>
          <p:txBody>
            <a:bodyPr spcFirstLastPara="1" wrap="square" lIns="121900" tIns="121900" rIns="121900" bIns="121900" anchor="ctr" anchorCtr="0">
              <a:noAutofit/>
            </a:bodyPr>
            <a:lstStyle/>
            <a:p>
              <a:endParaRPr sz="2400"/>
            </a:p>
          </p:txBody>
        </p:sp>
        <p:sp>
          <p:nvSpPr>
            <p:cNvPr id="126" name="Google Shape;6189;p78">
              <a:extLst>
                <a:ext uri="{FF2B5EF4-FFF2-40B4-BE49-F238E27FC236}">
                  <a16:creationId xmlns:a16="http://schemas.microsoft.com/office/drawing/2014/main" id="{4907318B-D25E-1603-E41B-91F210CF2FCE}"/>
                </a:ext>
              </a:extLst>
            </p:cNvPr>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grpFill/>
            <a:ln>
              <a:noFill/>
            </a:ln>
          </p:spPr>
          <p:txBody>
            <a:bodyPr spcFirstLastPara="1" wrap="square" lIns="121900" tIns="121900" rIns="121900" bIns="121900" anchor="ctr" anchorCtr="0">
              <a:noAutofit/>
            </a:bodyPr>
            <a:lstStyle/>
            <a:p>
              <a:endParaRPr sz="2400"/>
            </a:p>
          </p:txBody>
        </p:sp>
        <p:sp>
          <p:nvSpPr>
            <p:cNvPr id="127" name="Google Shape;6190;p78">
              <a:extLst>
                <a:ext uri="{FF2B5EF4-FFF2-40B4-BE49-F238E27FC236}">
                  <a16:creationId xmlns:a16="http://schemas.microsoft.com/office/drawing/2014/main" id="{76476447-F7BC-995E-EDB8-D69717508580}"/>
                </a:ext>
              </a:extLst>
            </p:cNvPr>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grpFill/>
            <a:ln>
              <a:noFill/>
            </a:ln>
          </p:spPr>
          <p:txBody>
            <a:bodyPr spcFirstLastPara="1" wrap="square" lIns="121900" tIns="121900" rIns="121900" bIns="121900" anchor="ctr" anchorCtr="0">
              <a:noAutofit/>
            </a:bodyPr>
            <a:lstStyle/>
            <a:p>
              <a:endParaRPr sz="2400"/>
            </a:p>
          </p:txBody>
        </p:sp>
        <p:sp>
          <p:nvSpPr>
            <p:cNvPr id="128" name="Google Shape;6191;p78">
              <a:extLst>
                <a:ext uri="{FF2B5EF4-FFF2-40B4-BE49-F238E27FC236}">
                  <a16:creationId xmlns:a16="http://schemas.microsoft.com/office/drawing/2014/main" id="{2EE5CEDF-3C70-1EED-C6A7-60A949D2F19F}"/>
                </a:ext>
              </a:extLst>
            </p:cNvPr>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grpFill/>
            <a:ln>
              <a:noFill/>
            </a:ln>
          </p:spPr>
          <p:txBody>
            <a:bodyPr spcFirstLastPara="1" wrap="square" lIns="121900" tIns="121900" rIns="121900" bIns="121900" anchor="ctr" anchorCtr="0">
              <a:noAutofit/>
            </a:bodyPr>
            <a:lstStyle/>
            <a:p>
              <a:endParaRPr sz="2400"/>
            </a:p>
          </p:txBody>
        </p:sp>
        <p:sp>
          <p:nvSpPr>
            <p:cNvPr id="129" name="Google Shape;6192;p78">
              <a:extLst>
                <a:ext uri="{FF2B5EF4-FFF2-40B4-BE49-F238E27FC236}">
                  <a16:creationId xmlns:a16="http://schemas.microsoft.com/office/drawing/2014/main" id="{C9E144E9-D56E-CF4E-2EB5-C4B62948F0CC}"/>
                </a:ext>
              </a:extLst>
            </p:cNvPr>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130" name="文本框 129">
            <a:extLst>
              <a:ext uri="{FF2B5EF4-FFF2-40B4-BE49-F238E27FC236}">
                <a16:creationId xmlns:a16="http://schemas.microsoft.com/office/drawing/2014/main" id="{DA4DBE0E-C71A-93E9-9903-0E8F9A00B515}"/>
              </a:ext>
            </a:extLst>
          </p:cNvPr>
          <p:cNvSpPr txBox="1"/>
          <p:nvPr/>
        </p:nvSpPr>
        <p:spPr>
          <a:xfrm>
            <a:off x="1202887" y="1036698"/>
            <a:ext cx="2437779"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1" name="文本框 130">
            <a:extLst>
              <a:ext uri="{FF2B5EF4-FFF2-40B4-BE49-F238E27FC236}">
                <a16:creationId xmlns:a16="http://schemas.microsoft.com/office/drawing/2014/main" id="{717300BA-D3CC-AE06-416A-A60F3255A607}"/>
              </a:ext>
            </a:extLst>
          </p:cNvPr>
          <p:cNvSpPr txBox="1"/>
          <p:nvPr/>
        </p:nvSpPr>
        <p:spPr>
          <a:xfrm>
            <a:off x="866462" y="19700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1600" dirty="0">
              <a:solidFill>
                <a:srgbClr val="1E344D"/>
              </a:solidFill>
            </a:endParaRPr>
          </a:p>
        </p:txBody>
      </p:sp>
      <p:sp>
        <p:nvSpPr>
          <p:cNvPr id="133" name="上箭头 132">
            <a:extLst>
              <a:ext uri="{FF2B5EF4-FFF2-40B4-BE49-F238E27FC236}">
                <a16:creationId xmlns:a16="http://schemas.microsoft.com/office/drawing/2014/main" id="{E54C600F-0DCB-09B4-6B68-D2053930CCD3}"/>
              </a:ext>
            </a:extLst>
          </p:cNvPr>
          <p:cNvSpPr/>
          <p:nvPr/>
        </p:nvSpPr>
        <p:spPr>
          <a:xfrm>
            <a:off x="592666" y="2015067"/>
            <a:ext cx="254000" cy="1016000"/>
          </a:xfrm>
          <a:prstGeom prst="up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34" name="上箭头 133">
            <a:extLst>
              <a:ext uri="{FF2B5EF4-FFF2-40B4-BE49-F238E27FC236}">
                <a16:creationId xmlns:a16="http://schemas.microsoft.com/office/drawing/2014/main" id="{54F84E6C-713C-D23B-67A0-A8AFC08D4958}"/>
              </a:ext>
            </a:extLst>
          </p:cNvPr>
          <p:cNvSpPr/>
          <p:nvPr/>
        </p:nvSpPr>
        <p:spPr>
          <a:xfrm>
            <a:off x="11352584" y="2015067"/>
            <a:ext cx="254000" cy="1016000"/>
          </a:xfrm>
          <a:prstGeom prst="upArrow">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35" name="文本框 134">
            <a:extLst>
              <a:ext uri="{FF2B5EF4-FFF2-40B4-BE49-F238E27FC236}">
                <a16:creationId xmlns:a16="http://schemas.microsoft.com/office/drawing/2014/main" id="{05A68550-D969-88AB-4305-9F7029DE7C28}"/>
              </a:ext>
            </a:extLst>
          </p:cNvPr>
          <p:cNvSpPr txBox="1"/>
          <p:nvPr/>
        </p:nvSpPr>
        <p:spPr>
          <a:xfrm>
            <a:off x="1202888" y="1527200"/>
            <a:ext cx="1794312" cy="646331"/>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6" name="文本框 135">
            <a:extLst>
              <a:ext uri="{FF2B5EF4-FFF2-40B4-BE49-F238E27FC236}">
                <a16:creationId xmlns:a16="http://schemas.microsoft.com/office/drawing/2014/main" id="{3EC5EAB2-27B2-FC31-A1DB-984CF8CA5C5C}"/>
              </a:ext>
            </a:extLst>
          </p:cNvPr>
          <p:cNvSpPr txBox="1"/>
          <p:nvPr/>
        </p:nvSpPr>
        <p:spPr>
          <a:xfrm>
            <a:off x="10967061" y="19700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1600" dirty="0">
              <a:solidFill>
                <a:srgbClr val="1E344D"/>
              </a:solidFill>
            </a:endParaRPr>
          </a:p>
        </p:txBody>
      </p:sp>
      <p:sp>
        <p:nvSpPr>
          <p:cNvPr id="137" name="文本框 136">
            <a:extLst>
              <a:ext uri="{FF2B5EF4-FFF2-40B4-BE49-F238E27FC236}">
                <a16:creationId xmlns:a16="http://schemas.microsoft.com/office/drawing/2014/main" id="{A55BC222-E6D2-B33D-955A-9F317714B56C}"/>
              </a:ext>
            </a:extLst>
          </p:cNvPr>
          <p:cNvSpPr txBox="1"/>
          <p:nvPr/>
        </p:nvSpPr>
        <p:spPr>
          <a:xfrm>
            <a:off x="8514680" y="1036698"/>
            <a:ext cx="2437779" cy="461665"/>
          </a:xfrm>
          <a:prstGeom prst="rect">
            <a:avLst/>
          </a:prstGeom>
          <a:noFill/>
        </p:spPr>
        <p:txBody>
          <a:bodyPr wrap="square" rtlCol="0">
            <a:spAutoFit/>
          </a:bodyPr>
          <a:lstStyle/>
          <a:p>
            <a:pPr algn="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8" name="文本框 137">
            <a:extLst>
              <a:ext uri="{FF2B5EF4-FFF2-40B4-BE49-F238E27FC236}">
                <a16:creationId xmlns:a16="http://schemas.microsoft.com/office/drawing/2014/main" id="{B8E2A403-1496-782D-89D1-62B47308AF45}"/>
              </a:ext>
            </a:extLst>
          </p:cNvPr>
          <p:cNvSpPr txBox="1"/>
          <p:nvPr/>
        </p:nvSpPr>
        <p:spPr>
          <a:xfrm>
            <a:off x="9175082" y="1578000"/>
            <a:ext cx="1794312" cy="646331"/>
          </a:xfrm>
          <a:prstGeom prst="rect">
            <a:avLst/>
          </a:prstGeom>
          <a:noFill/>
        </p:spPr>
        <p:txBody>
          <a:bodyPr wrap="square" rtlCol="0">
            <a:spAutoFit/>
          </a:bodyPr>
          <a:lstStyle/>
          <a:p>
            <a:pPr algn="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矩形 1">
            <a:extLst>
              <a:ext uri="{FF2B5EF4-FFF2-40B4-BE49-F238E27FC236}">
                <a16:creationId xmlns:a16="http://schemas.microsoft.com/office/drawing/2014/main" id="{2B135CE5-E2B7-2B09-AF11-EEF04A89901D}"/>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41624868-53FD-B9B3-094A-763F97DDA5AA}"/>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309082B5-6E64-37EF-CC67-A973E5594605}"/>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5" name="直线连接符 4">
            <a:extLst>
              <a:ext uri="{FF2B5EF4-FFF2-40B4-BE49-F238E27FC236}">
                <a16:creationId xmlns:a16="http://schemas.microsoft.com/office/drawing/2014/main" id="{46ED1500-4C11-3946-BE66-535E4E7D5EAA}"/>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 name="直线连接符 5">
            <a:extLst>
              <a:ext uri="{FF2B5EF4-FFF2-40B4-BE49-F238E27FC236}">
                <a16:creationId xmlns:a16="http://schemas.microsoft.com/office/drawing/2014/main" id="{5C6987E7-440B-CFA8-8B1C-71B4A0971AF0}"/>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7" name="文本框 6">
            <a:extLst>
              <a:ext uri="{FF2B5EF4-FFF2-40B4-BE49-F238E27FC236}">
                <a16:creationId xmlns:a16="http://schemas.microsoft.com/office/drawing/2014/main" id="{BA577B4A-1B25-5991-D48D-E610FAEB00C0}"/>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8" name="组合 7">
            <a:extLst>
              <a:ext uri="{FF2B5EF4-FFF2-40B4-BE49-F238E27FC236}">
                <a16:creationId xmlns:a16="http://schemas.microsoft.com/office/drawing/2014/main" id="{78BD0F8B-F426-1616-9E31-B9A19A48C3FF}"/>
              </a:ext>
            </a:extLst>
          </p:cNvPr>
          <p:cNvGrpSpPr/>
          <p:nvPr/>
        </p:nvGrpSpPr>
        <p:grpSpPr>
          <a:xfrm>
            <a:off x="2259126" y="287981"/>
            <a:ext cx="356205" cy="355288"/>
            <a:chOff x="2323294" y="287981"/>
            <a:chExt cx="356205" cy="355288"/>
          </a:xfrm>
        </p:grpSpPr>
        <p:sp>
          <p:nvSpPr>
            <p:cNvPr id="9" name="Google Shape;7166;p80">
              <a:extLst>
                <a:ext uri="{FF2B5EF4-FFF2-40B4-BE49-F238E27FC236}">
                  <a16:creationId xmlns:a16="http://schemas.microsoft.com/office/drawing/2014/main" id="{12DCE666-4C67-701C-BCE8-B64314E543B8}"/>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7;p80">
              <a:extLst>
                <a:ext uri="{FF2B5EF4-FFF2-40B4-BE49-F238E27FC236}">
                  <a16:creationId xmlns:a16="http://schemas.microsoft.com/office/drawing/2014/main" id="{EB08A12E-9C1D-26D9-F21F-767F3588963F}"/>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8;p80">
              <a:extLst>
                <a:ext uri="{FF2B5EF4-FFF2-40B4-BE49-F238E27FC236}">
                  <a16:creationId xmlns:a16="http://schemas.microsoft.com/office/drawing/2014/main" id="{3DEFA5C9-0C50-8847-AA0C-CB2812E4081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9;p80">
              <a:extLst>
                <a:ext uri="{FF2B5EF4-FFF2-40B4-BE49-F238E27FC236}">
                  <a16:creationId xmlns:a16="http://schemas.microsoft.com/office/drawing/2014/main" id="{8B50423E-1700-58F2-D19C-7D57A2F53630}"/>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4533825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1D2E1C21-BD5B-1B46-BCE7-E3C1EF17D689}"/>
              </a:ext>
            </a:extLst>
          </p:cNvPr>
          <p:cNvSpPr/>
          <p:nvPr/>
        </p:nvSpPr>
        <p:spPr>
          <a:xfrm>
            <a:off x="371475" y="1554692"/>
            <a:ext cx="1671638" cy="600075"/>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871D9992-E60F-7D96-414A-E452A11F1A95}"/>
              </a:ext>
            </a:extLst>
          </p:cNvPr>
          <p:cNvSpPr/>
          <p:nvPr/>
        </p:nvSpPr>
        <p:spPr>
          <a:xfrm>
            <a:off x="371475" y="2242799"/>
            <a:ext cx="1671638" cy="600075"/>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 name="矩形 14">
            <a:extLst>
              <a:ext uri="{FF2B5EF4-FFF2-40B4-BE49-F238E27FC236}">
                <a16:creationId xmlns:a16="http://schemas.microsoft.com/office/drawing/2014/main" id="{B5F54D08-7233-4666-4BB4-11CBD02E048C}"/>
              </a:ext>
            </a:extLst>
          </p:cNvPr>
          <p:cNvSpPr/>
          <p:nvPr/>
        </p:nvSpPr>
        <p:spPr>
          <a:xfrm>
            <a:off x="2557462" y="1583267"/>
            <a:ext cx="1114425"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6" name="矩形 15">
            <a:extLst>
              <a:ext uri="{FF2B5EF4-FFF2-40B4-BE49-F238E27FC236}">
                <a16:creationId xmlns:a16="http://schemas.microsoft.com/office/drawing/2014/main" id="{AA3A6EF9-FABE-4B6D-C4CD-D413C4F03295}"/>
              </a:ext>
            </a:extLst>
          </p:cNvPr>
          <p:cNvSpPr/>
          <p:nvPr/>
        </p:nvSpPr>
        <p:spPr>
          <a:xfrm>
            <a:off x="4171950" y="1583267"/>
            <a:ext cx="1143000"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7" name="矩形 16">
            <a:extLst>
              <a:ext uri="{FF2B5EF4-FFF2-40B4-BE49-F238E27FC236}">
                <a16:creationId xmlns:a16="http://schemas.microsoft.com/office/drawing/2014/main" id="{5EA58D9F-A906-C8D2-66DB-8FA497EFD2C0}"/>
              </a:ext>
            </a:extLst>
          </p:cNvPr>
          <p:cNvSpPr/>
          <p:nvPr/>
        </p:nvSpPr>
        <p:spPr>
          <a:xfrm>
            <a:off x="6816079" y="1583267"/>
            <a:ext cx="2142183"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8" name="矩形 17">
            <a:extLst>
              <a:ext uri="{FF2B5EF4-FFF2-40B4-BE49-F238E27FC236}">
                <a16:creationId xmlns:a16="http://schemas.microsoft.com/office/drawing/2014/main" id="{D9CD1064-3E91-B193-157A-9717397A313A}"/>
              </a:ext>
            </a:extLst>
          </p:cNvPr>
          <p:cNvSpPr/>
          <p:nvPr/>
        </p:nvSpPr>
        <p:spPr>
          <a:xfrm>
            <a:off x="9744074" y="1583267"/>
            <a:ext cx="2157413" cy="1259607"/>
          </a:xfrm>
          <a:prstGeom prst="rect">
            <a:avLst/>
          </a:prstGeom>
          <a:noFill/>
          <a:ln w="381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0" name="梯形 19">
            <a:extLst>
              <a:ext uri="{FF2B5EF4-FFF2-40B4-BE49-F238E27FC236}">
                <a16:creationId xmlns:a16="http://schemas.microsoft.com/office/drawing/2014/main" id="{1B3EC916-44D1-4098-268D-1A1CBBDEC6D8}"/>
              </a:ext>
            </a:extLst>
          </p:cNvPr>
          <p:cNvSpPr/>
          <p:nvPr/>
        </p:nvSpPr>
        <p:spPr>
          <a:xfrm rot="5400000">
            <a:off x="4900613" y="2040467"/>
            <a:ext cx="1271588" cy="328612"/>
          </a:xfrm>
          <a:prstGeom prst="trapezoid">
            <a:avLst>
              <a:gd name="adj" fmla="val 92032"/>
            </a:avLst>
          </a:prstGeom>
          <a:gradFill>
            <a:gsLst>
              <a:gs pos="98000">
                <a:srgbClr val="FF0000">
                  <a:alpha val="0"/>
                </a:srgbClr>
              </a:gs>
              <a:gs pos="0">
                <a:srgbClr val="FF0000"/>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梯形 22">
            <a:extLst>
              <a:ext uri="{FF2B5EF4-FFF2-40B4-BE49-F238E27FC236}">
                <a16:creationId xmlns:a16="http://schemas.microsoft.com/office/drawing/2014/main" id="{CF8998CE-B93F-F72D-0487-025E426B757E}"/>
              </a:ext>
            </a:extLst>
          </p:cNvPr>
          <p:cNvSpPr/>
          <p:nvPr/>
        </p:nvSpPr>
        <p:spPr>
          <a:xfrm rot="16200000">
            <a:off x="5948933" y="2049421"/>
            <a:ext cx="1271588" cy="310704"/>
          </a:xfrm>
          <a:prstGeom prst="trapezoid">
            <a:avLst>
              <a:gd name="adj" fmla="val 104840"/>
            </a:avLst>
          </a:prstGeom>
          <a:gradFill>
            <a:gsLst>
              <a:gs pos="98000">
                <a:srgbClr val="FF0000">
                  <a:alpha val="0"/>
                </a:srgbClr>
              </a:gs>
              <a:gs pos="0">
                <a:srgbClr val="FF0000"/>
              </a:gs>
            </a:gsLst>
            <a:lin ang="5400000" scaled="1"/>
          </a:gra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nvGrpSpPr>
          <p:cNvPr id="33" name="Google Shape;6075;p78">
            <a:extLst>
              <a:ext uri="{FF2B5EF4-FFF2-40B4-BE49-F238E27FC236}">
                <a16:creationId xmlns:a16="http://schemas.microsoft.com/office/drawing/2014/main" id="{1CC30A44-7A59-49DA-D428-DBA40A05A4AD}"/>
              </a:ext>
            </a:extLst>
          </p:cNvPr>
          <p:cNvGrpSpPr/>
          <p:nvPr/>
        </p:nvGrpSpPr>
        <p:grpSpPr>
          <a:xfrm rot="18945360">
            <a:off x="5685279" y="1826153"/>
            <a:ext cx="718537" cy="713500"/>
            <a:chOff x="-64781025" y="3361050"/>
            <a:chExt cx="317425" cy="315200"/>
          </a:xfrm>
          <a:solidFill>
            <a:srgbClr val="BB3023"/>
          </a:solidFill>
        </p:grpSpPr>
        <p:sp>
          <p:nvSpPr>
            <p:cNvPr id="34" name="Google Shape;6076;p78">
              <a:extLst>
                <a:ext uri="{FF2B5EF4-FFF2-40B4-BE49-F238E27FC236}">
                  <a16:creationId xmlns:a16="http://schemas.microsoft.com/office/drawing/2014/main" id="{F1A178B4-4872-A8BC-C6FE-20ADD5F9586C}"/>
                </a:ext>
              </a:extLst>
            </p:cNvPr>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grpFill/>
            <a:ln>
              <a:noFill/>
            </a:ln>
          </p:spPr>
          <p:txBody>
            <a:bodyPr spcFirstLastPara="1" wrap="square" lIns="121900" tIns="121900" rIns="121900" bIns="121900" anchor="ctr" anchorCtr="0">
              <a:noAutofit/>
            </a:bodyPr>
            <a:lstStyle/>
            <a:p>
              <a:endParaRPr sz="2400"/>
            </a:p>
          </p:txBody>
        </p:sp>
        <p:sp>
          <p:nvSpPr>
            <p:cNvPr id="35" name="Google Shape;6077;p78">
              <a:extLst>
                <a:ext uri="{FF2B5EF4-FFF2-40B4-BE49-F238E27FC236}">
                  <a16:creationId xmlns:a16="http://schemas.microsoft.com/office/drawing/2014/main" id="{8B8A2866-5CB9-6984-8315-4CB369FA1EE2}"/>
                </a:ext>
              </a:extLst>
            </p:cNvPr>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grpFill/>
            <a:ln>
              <a:noFill/>
            </a:ln>
          </p:spPr>
          <p:txBody>
            <a:bodyPr spcFirstLastPara="1" wrap="square" lIns="121900" tIns="121900" rIns="121900" bIns="121900" anchor="ctr" anchorCtr="0">
              <a:noAutofit/>
            </a:bodyPr>
            <a:lstStyle/>
            <a:p>
              <a:endParaRPr sz="2400"/>
            </a:p>
          </p:txBody>
        </p:sp>
        <p:sp>
          <p:nvSpPr>
            <p:cNvPr id="36" name="Google Shape;6078;p78">
              <a:extLst>
                <a:ext uri="{FF2B5EF4-FFF2-40B4-BE49-F238E27FC236}">
                  <a16:creationId xmlns:a16="http://schemas.microsoft.com/office/drawing/2014/main" id="{4EC95793-32BA-3ECA-8FAD-1AFD29F22D24}"/>
                </a:ext>
              </a:extLst>
            </p:cNvPr>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grpFill/>
            <a:ln>
              <a:noFill/>
            </a:ln>
          </p:spPr>
          <p:txBody>
            <a:bodyPr spcFirstLastPara="1" wrap="square" lIns="121900" tIns="121900" rIns="121900" bIns="121900" anchor="ctr" anchorCtr="0">
              <a:noAutofit/>
            </a:bodyPr>
            <a:lstStyle/>
            <a:p>
              <a:endParaRPr sz="2400"/>
            </a:p>
          </p:txBody>
        </p:sp>
        <p:sp>
          <p:nvSpPr>
            <p:cNvPr id="37" name="Google Shape;6079;p78">
              <a:extLst>
                <a:ext uri="{FF2B5EF4-FFF2-40B4-BE49-F238E27FC236}">
                  <a16:creationId xmlns:a16="http://schemas.microsoft.com/office/drawing/2014/main" id="{A18B292B-6628-8370-01CC-B8EAE1C02AB5}"/>
                </a:ext>
              </a:extLst>
            </p:cNvPr>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38" name="文本框 37">
            <a:extLst>
              <a:ext uri="{FF2B5EF4-FFF2-40B4-BE49-F238E27FC236}">
                <a16:creationId xmlns:a16="http://schemas.microsoft.com/office/drawing/2014/main" id="{0738FDCF-4C08-6F9D-8AD9-42971EC174CE}"/>
              </a:ext>
            </a:extLst>
          </p:cNvPr>
          <p:cNvSpPr txBox="1"/>
          <p:nvPr/>
        </p:nvSpPr>
        <p:spPr>
          <a:xfrm>
            <a:off x="2072747" y="1806046"/>
            <a:ext cx="522900" cy="769441"/>
          </a:xfrm>
          <a:prstGeom prst="rect">
            <a:avLst/>
          </a:prstGeom>
          <a:noFill/>
        </p:spPr>
        <p:txBody>
          <a:bodyPr wrap="none" rtlCol="0">
            <a:spAutoFit/>
          </a:bodyPr>
          <a:lstStyle/>
          <a:p>
            <a:pPr algn="l"/>
            <a:r>
              <a:rPr kumimoji="1" lang="en-US" altLang="zh-CN" sz="44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44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39" name="文本框 38">
            <a:extLst>
              <a:ext uri="{FF2B5EF4-FFF2-40B4-BE49-F238E27FC236}">
                <a16:creationId xmlns:a16="http://schemas.microsoft.com/office/drawing/2014/main" id="{89A20D1C-33BD-9708-4E25-498E5E6324F2}"/>
              </a:ext>
            </a:extLst>
          </p:cNvPr>
          <p:cNvSpPr txBox="1"/>
          <p:nvPr/>
        </p:nvSpPr>
        <p:spPr>
          <a:xfrm>
            <a:off x="3675733" y="1806046"/>
            <a:ext cx="522900" cy="769441"/>
          </a:xfrm>
          <a:prstGeom prst="rect">
            <a:avLst/>
          </a:prstGeom>
          <a:noFill/>
        </p:spPr>
        <p:txBody>
          <a:bodyPr wrap="none" rtlCol="0">
            <a:spAutoFit/>
          </a:bodyPr>
          <a:lstStyle/>
          <a:p>
            <a:pPr algn="l"/>
            <a:r>
              <a:rPr kumimoji="1" lang="en-US" altLang="zh-CN" sz="44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44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42" name="上下箭头 41">
            <a:extLst>
              <a:ext uri="{FF2B5EF4-FFF2-40B4-BE49-F238E27FC236}">
                <a16:creationId xmlns:a16="http://schemas.microsoft.com/office/drawing/2014/main" id="{E9EB0D13-5977-6B34-C96C-09B0E884DD02}"/>
              </a:ext>
            </a:extLst>
          </p:cNvPr>
          <p:cNvSpPr/>
          <p:nvPr/>
        </p:nvSpPr>
        <p:spPr>
          <a:xfrm rot="5400000">
            <a:off x="9201149" y="1869019"/>
            <a:ext cx="285750" cy="717071"/>
          </a:xfrm>
          <a:prstGeom prst="upDown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BB3023"/>
              </a:solidFill>
            </a:endParaRPr>
          </a:p>
        </p:txBody>
      </p:sp>
      <p:grpSp>
        <p:nvGrpSpPr>
          <p:cNvPr id="43" name="Google Shape;6256;p78">
            <a:extLst>
              <a:ext uri="{FF2B5EF4-FFF2-40B4-BE49-F238E27FC236}">
                <a16:creationId xmlns:a16="http://schemas.microsoft.com/office/drawing/2014/main" id="{5302719E-2E56-6253-C0B3-7FD1A350D3F4}"/>
              </a:ext>
            </a:extLst>
          </p:cNvPr>
          <p:cNvGrpSpPr/>
          <p:nvPr/>
        </p:nvGrpSpPr>
        <p:grpSpPr>
          <a:xfrm>
            <a:off x="4511825" y="1654706"/>
            <a:ext cx="531663" cy="465540"/>
            <a:chOff x="2404875" y="3592725"/>
            <a:chExt cx="298525" cy="293825"/>
          </a:xfrm>
          <a:solidFill>
            <a:srgbClr val="1E344D"/>
          </a:solidFill>
        </p:grpSpPr>
        <p:sp>
          <p:nvSpPr>
            <p:cNvPr id="44" name="Google Shape;6257;p78">
              <a:extLst>
                <a:ext uri="{FF2B5EF4-FFF2-40B4-BE49-F238E27FC236}">
                  <a16:creationId xmlns:a16="http://schemas.microsoft.com/office/drawing/2014/main" id="{0D762F1E-DFF3-F91C-5486-59E4EDC08AA7}"/>
                </a:ext>
              </a:extLst>
            </p:cNvPr>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endParaRPr sz="2400"/>
            </a:p>
          </p:txBody>
        </p:sp>
        <p:sp>
          <p:nvSpPr>
            <p:cNvPr id="45" name="Google Shape;6258;p78">
              <a:extLst>
                <a:ext uri="{FF2B5EF4-FFF2-40B4-BE49-F238E27FC236}">
                  <a16:creationId xmlns:a16="http://schemas.microsoft.com/office/drawing/2014/main" id="{76011EED-8B58-15FF-DBD5-1BE98239CDD4}"/>
                </a:ext>
              </a:extLst>
            </p:cNvPr>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endParaRPr sz="2400"/>
            </a:p>
          </p:txBody>
        </p:sp>
        <p:sp>
          <p:nvSpPr>
            <p:cNvPr id="46" name="Google Shape;6259;p78">
              <a:extLst>
                <a:ext uri="{FF2B5EF4-FFF2-40B4-BE49-F238E27FC236}">
                  <a16:creationId xmlns:a16="http://schemas.microsoft.com/office/drawing/2014/main" id="{6518763B-0A8A-3524-32EC-CE2D964046C9}"/>
                </a:ext>
              </a:extLst>
            </p:cNvPr>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47" name="文本框 46">
            <a:extLst>
              <a:ext uri="{FF2B5EF4-FFF2-40B4-BE49-F238E27FC236}">
                <a16:creationId xmlns:a16="http://schemas.microsoft.com/office/drawing/2014/main" id="{E253B970-44CA-8819-98E8-B55CE9495836}"/>
              </a:ext>
            </a:extLst>
          </p:cNvPr>
          <p:cNvSpPr txBox="1"/>
          <p:nvPr/>
        </p:nvSpPr>
        <p:spPr>
          <a:xfrm>
            <a:off x="4246125" y="2134190"/>
            <a:ext cx="1068826" cy="707886"/>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2391914B-A217-D1D6-8ABB-DABCED4219EF}"/>
              </a:ext>
            </a:extLst>
          </p:cNvPr>
          <p:cNvSpPr txBox="1"/>
          <p:nvPr/>
        </p:nvSpPr>
        <p:spPr>
          <a:xfrm>
            <a:off x="2639616" y="2134190"/>
            <a:ext cx="1068826" cy="707886"/>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Google Shape;6031;p78">
            <a:extLst>
              <a:ext uri="{FF2B5EF4-FFF2-40B4-BE49-F238E27FC236}">
                <a16:creationId xmlns:a16="http://schemas.microsoft.com/office/drawing/2014/main" id="{FDB02BC0-977F-48B1-90FE-1EC027D50F50}"/>
              </a:ext>
            </a:extLst>
          </p:cNvPr>
          <p:cNvSpPr/>
          <p:nvPr/>
        </p:nvSpPr>
        <p:spPr>
          <a:xfrm>
            <a:off x="471186" y="1693598"/>
            <a:ext cx="357489" cy="356616"/>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50" name="文本框 49">
            <a:extLst>
              <a:ext uri="{FF2B5EF4-FFF2-40B4-BE49-F238E27FC236}">
                <a16:creationId xmlns:a16="http://schemas.microsoft.com/office/drawing/2014/main" id="{830C2A8A-E496-6560-0A98-EC8CE3B4BB5B}"/>
              </a:ext>
            </a:extLst>
          </p:cNvPr>
          <p:cNvSpPr txBox="1"/>
          <p:nvPr/>
        </p:nvSpPr>
        <p:spPr>
          <a:xfrm>
            <a:off x="868561" y="1651307"/>
            <a:ext cx="1231701" cy="46166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E2969576-DC4F-29EC-9A90-A834907B86B8}"/>
              </a:ext>
            </a:extLst>
          </p:cNvPr>
          <p:cNvSpPr txBox="1"/>
          <p:nvPr/>
        </p:nvSpPr>
        <p:spPr>
          <a:xfrm>
            <a:off x="868561" y="2313667"/>
            <a:ext cx="1231701" cy="461665"/>
          </a:xfrm>
          <a:prstGeom prst="rect">
            <a:avLst/>
          </a:prstGeom>
          <a:noFill/>
        </p:spPr>
        <p:txBody>
          <a:bodyPr wrap="square" rtlCol="0">
            <a:spAutoFit/>
          </a:bodyPr>
          <a:lstStyle/>
          <a:p>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Google Shape;6219;p78">
            <a:extLst>
              <a:ext uri="{FF2B5EF4-FFF2-40B4-BE49-F238E27FC236}">
                <a16:creationId xmlns:a16="http://schemas.microsoft.com/office/drawing/2014/main" id="{59FFC41B-5BC4-2D0D-A047-494E91A551A7}"/>
              </a:ext>
            </a:extLst>
          </p:cNvPr>
          <p:cNvSpPr/>
          <p:nvPr/>
        </p:nvSpPr>
        <p:spPr>
          <a:xfrm>
            <a:off x="2902602" y="1641400"/>
            <a:ext cx="488485" cy="463417"/>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grpSp>
        <p:nvGrpSpPr>
          <p:cNvPr id="54" name="Google Shape;6215;p78">
            <a:extLst>
              <a:ext uri="{FF2B5EF4-FFF2-40B4-BE49-F238E27FC236}">
                <a16:creationId xmlns:a16="http://schemas.microsoft.com/office/drawing/2014/main" id="{A9B1E84D-D9ED-22E4-3DC5-0FB8BCB09425}"/>
              </a:ext>
            </a:extLst>
          </p:cNvPr>
          <p:cNvGrpSpPr/>
          <p:nvPr/>
        </p:nvGrpSpPr>
        <p:grpSpPr>
          <a:xfrm>
            <a:off x="453375" y="2311930"/>
            <a:ext cx="448325" cy="449458"/>
            <a:chOff x="-61783350" y="3743950"/>
            <a:chExt cx="316650" cy="317450"/>
          </a:xfrm>
          <a:solidFill>
            <a:srgbClr val="1E344D"/>
          </a:solidFill>
        </p:grpSpPr>
        <p:sp>
          <p:nvSpPr>
            <p:cNvPr id="55" name="Google Shape;6216;p78">
              <a:extLst>
                <a:ext uri="{FF2B5EF4-FFF2-40B4-BE49-F238E27FC236}">
                  <a16:creationId xmlns:a16="http://schemas.microsoft.com/office/drawing/2014/main" id="{FBEC42C7-811F-665C-ADD6-7C8B8A6188F0}"/>
                </a:ext>
              </a:extLst>
            </p:cNvPr>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121900" tIns="121900" rIns="121900" bIns="121900" anchor="ctr" anchorCtr="0">
              <a:noAutofit/>
            </a:bodyPr>
            <a:lstStyle/>
            <a:p>
              <a:endParaRPr sz="2400"/>
            </a:p>
          </p:txBody>
        </p:sp>
        <p:sp>
          <p:nvSpPr>
            <p:cNvPr id="56" name="Google Shape;6217;p78">
              <a:extLst>
                <a:ext uri="{FF2B5EF4-FFF2-40B4-BE49-F238E27FC236}">
                  <a16:creationId xmlns:a16="http://schemas.microsoft.com/office/drawing/2014/main" id="{90D15903-94B5-A697-6B89-34D077C5449E}"/>
                </a:ext>
              </a:extLst>
            </p:cNvPr>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121900" tIns="121900" rIns="121900" bIns="121900" anchor="ctr" anchorCtr="0">
              <a:noAutofit/>
            </a:bodyPr>
            <a:lstStyle/>
            <a:p>
              <a:endParaRPr sz="2400"/>
            </a:p>
          </p:txBody>
        </p:sp>
      </p:grpSp>
      <p:grpSp>
        <p:nvGrpSpPr>
          <p:cNvPr id="57" name="Google Shape;6421;p78">
            <a:extLst>
              <a:ext uri="{FF2B5EF4-FFF2-40B4-BE49-F238E27FC236}">
                <a16:creationId xmlns:a16="http://schemas.microsoft.com/office/drawing/2014/main" id="{03A10757-45AA-3CEF-A66B-01596F1DC59E}"/>
              </a:ext>
            </a:extLst>
          </p:cNvPr>
          <p:cNvGrpSpPr/>
          <p:nvPr/>
        </p:nvGrpSpPr>
        <p:grpSpPr>
          <a:xfrm>
            <a:off x="8003604" y="1838078"/>
            <a:ext cx="759602" cy="759602"/>
            <a:chOff x="3497300" y="3227275"/>
            <a:chExt cx="296175" cy="296175"/>
          </a:xfrm>
          <a:solidFill>
            <a:srgbClr val="1E344D"/>
          </a:solidFill>
        </p:grpSpPr>
        <p:sp>
          <p:nvSpPr>
            <p:cNvPr id="58" name="Google Shape;6422;p78">
              <a:extLst>
                <a:ext uri="{FF2B5EF4-FFF2-40B4-BE49-F238E27FC236}">
                  <a16:creationId xmlns:a16="http://schemas.microsoft.com/office/drawing/2014/main" id="{4229F0C2-4AEE-FD19-4819-792103CF92B4}"/>
                </a:ext>
              </a:extLst>
            </p:cNvPr>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121900" tIns="121900" rIns="121900" bIns="121900" anchor="ctr" anchorCtr="0">
              <a:noAutofit/>
            </a:bodyPr>
            <a:lstStyle/>
            <a:p>
              <a:endParaRPr sz="2400"/>
            </a:p>
          </p:txBody>
        </p:sp>
        <p:sp>
          <p:nvSpPr>
            <p:cNvPr id="59" name="Google Shape;6423;p78">
              <a:extLst>
                <a:ext uri="{FF2B5EF4-FFF2-40B4-BE49-F238E27FC236}">
                  <a16:creationId xmlns:a16="http://schemas.microsoft.com/office/drawing/2014/main" id="{C1F3D8DF-0B0F-0F39-01A3-AE6F3969D184}"/>
                </a:ext>
              </a:extLst>
            </p:cNvPr>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endParaRPr sz="2400"/>
            </a:p>
          </p:txBody>
        </p:sp>
        <p:sp>
          <p:nvSpPr>
            <p:cNvPr id="60" name="Google Shape;6424;p78">
              <a:extLst>
                <a:ext uri="{FF2B5EF4-FFF2-40B4-BE49-F238E27FC236}">
                  <a16:creationId xmlns:a16="http://schemas.microsoft.com/office/drawing/2014/main" id="{65597746-FE60-D808-9421-3DDF1348BC6F}"/>
                </a:ext>
              </a:extLst>
            </p:cNvPr>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121900" tIns="121900" rIns="121900" bIns="121900" anchor="ctr" anchorCtr="0">
              <a:noAutofit/>
            </a:bodyPr>
            <a:lstStyle/>
            <a:p>
              <a:endParaRPr sz="2400"/>
            </a:p>
          </p:txBody>
        </p:sp>
        <p:sp>
          <p:nvSpPr>
            <p:cNvPr id="61" name="Google Shape;6425;p78">
              <a:extLst>
                <a:ext uri="{FF2B5EF4-FFF2-40B4-BE49-F238E27FC236}">
                  <a16:creationId xmlns:a16="http://schemas.microsoft.com/office/drawing/2014/main" id="{842C11D4-83CD-708E-8689-350E6EF5C451}"/>
                </a:ext>
              </a:extLst>
            </p:cNvPr>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121900" tIns="121900" rIns="121900" bIns="121900" anchor="ctr" anchorCtr="0">
              <a:noAutofit/>
            </a:bodyPr>
            <a:lstStyle/>
            <a:p>
              <a:endParaRPr sz="2400"/>
            </a:p>
          </p:txBody>
        </p:sp>
        <p:sp>
          <p:nvSpPr>
            <p:cNvPr id="62" name="Google Shape;6426;p78">
              <a:extLst>
                <a:ext uri="{FF2B5EF4-FFF2-40B4-BE49-F238E27FC236}">
                  <a16:creationId xmlns:a16="http://schemas.microsoft.com/office/drawing/2014/main" id="{6BDC83AC-054D-B887-50BC-860B1D78674B}"/>
                </a:ext>
              </a:extLst>
            </p:cNvPr>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121900" tIns="121900" rIns="121900" bIns="121900" anchor="ctr" anchorCtr="0">
              <a:noAutofit/>
            </a:bodyPr>
            <a:lstStyle/>
            <a:p>
              <a:endParaRPr sz="2400"/>
            </a:p>
          </p:txBody>
        </p:sp>
        <p:sp>
          <p:nvSpPr>
            <p:cNvPr id="63" name="Google Shape;6427;p78">
              <a:extLst>
                <a:ext uri="{FF2B5EF4-FFF2-40B4-BE49-F238E27FC236}">
                  <a16:creationId xmlns:a16="http://schemas.microsoft.com/office/drawing/2014/main" id="{1D5DB3F9-505B-EDF4-0022-95445A5F6725}"/>
                </a:ext>
              </a:extLst>
            </p:cNvPr>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121900" tIns="121900" rIns="121900" bIns="121900" anchor="ctr" anchorCtr="0">
              <a:noAutofit/>
            </a:bodyPr>
            <a:lstStyle/>
            <a:p>
              <a:endParaRPr sz="2400"/>
            </a:p>
          </p:txBody>
        </p:sp>
        <p:sp>
          <p:nvSpPr>
            <p:cNvPr id="64" name="Google Shape;6428;p78">
              <a:extLst>
                <a:ext uri="{FF2B5EF4-FFF2-40B4-BE49-F238E27FC236}">
                  <a16:creationId xmlns:a16="http://schemas.microsoft.com/office/drawing/2014/main" id="{BAB4DF6B-47B4-668D-C122-3DF35DEE39B6}"/>
                </a:ext>
              </a:extLst>
            </p:cNvPr>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121900" tIns="121900" rIns="121900" bIns="121900" anchor="ctr" anchorCtr="0">
              <a:noAutofit/>
            </a:bodyPr>
            <a:lstStyle/>
            <a:p>
              <a:endParaRPr sz="2400"/>
            </a:p>
          </p:txBody>
        </p:sp>
        <p:sp>
          <p:nvSpPr>
            <p:cNvPr id="65" name="Google Shape;6429;p78">
              <a:extLst>
                <a:ext uri="{FF2B5EF4-FFF2-40B4-BE49-F238E27FC236}">
                  <a16:creationId xmlns:a16="http://schemas.microsoft.com/office/drawing/2014/main" id="{250D2010-ECA0-9CE7-D40D-B11FC3865BA6}"/>
                </a:ext>
              </a:extLst>
            </p:cNvPr>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66" name="文本框 65">
            <a:extLst>
              <a:ext uri="{FF2B5EF4-FFF2-40B4-BE49-F238E27FC236}">
                <a16:creationId xmlns:a16="http://schemas.microsoft.com/office/drawing/2014/main" id="{810395FC-83B2-CBEF-10F0-00EE107F6C1B}"/>
              </a:ext>
            </a:extLst>
          </p:cNvPr>
          <p:cNvSpPr txBox="1"/>
          <p:nvPr/>
        </p:nvSpPr>
        <p:spPr>
          <a:xfrm>
            <a:off x="6917233" y="1780465"/>
            <a:ext cx="1068826" cy="900246"/>
          </a:xfrm>
          <a:prstGeom prst="rect">
            <a:avLst/>
          </a:prstGeom>
          <a:noFill/>
        </p:spPr>
        <p:txBody>
          <a:bodyPr wrap="square" rtlCol="0">
            <a:spAutoFit/>
          </a:bodyPr>
          <a:lstStyle/>
          <a:p>
            <a:pPr algn="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67" name="Google Shape;6503;p78">
            <a:extLst>
              <a:ext uri="{FF2B5EF4-FFF2-40B4-BE49-F238E27FC236}">
                <a16:creationId xmlns:a16="http://schemas.microsoft.com/office/drawing/2014/main" id="{B31C2041-6645-FD4F-5139-E307409C8301}"/>
              </a:ext>
            </a:extLst>
          </p:cNvPr>
          <p:cNvGrpSpPr/>
          <p:nvPr/>
        </p:nvGrpSpPr>
        <p:grpSpPr>
          <a:xfrm>
            <a:off x="10944225" y="1783292"/>
            <a:ext cx="814386" cy="853546"/>
            <a:chOff x="3860400" y="3955025"/>
            <a:chExt cx="296175" cy="296175"/>
          </a:xfrm>
          <a:solidFill>
            <a:srgbClr val="1E344D"/>
          </a:solidFill>
        </p:grpSpPr>
        <p:sp>
          <p:nvSpPr>
            <p:cNvPr id="68" name="Google Shape;6504;p78">
              <a:extLst>
                <a:ext uri="{FF2B5EF4-FFF2-40B4-BE49-F238E27FC236}">
                  <a16:creationId xmlns:a16="http://schemas.microsoft.com/office/drawing/2014/main" id="{7C2A6CA7-47A2-2FEA-E00A-FD60DE9B4662}"/>
                </a:ext>
              </a:extLst>
            </p:cNvPr>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endParaRPr sz="2400"/>
            </a:p>
          </p:txBody>
        </p:sp>
        <p:sp>
          <p:nvSpPr>
            <p:cNvPr id="69" name="Google Shape;6505;p78">
              <a:extLst>
                <a:ext uri="{FF2B5EF4-FFF2-40B4-BE49-F238E27FC236}">
                  <a16:creationId xmlns:a16="http://schemas.microsoft.com/office/drawing/2014/main" id="{99E8E1A1-1ACC-333D-ECEE-A87176EB3304}"/>
                </a:ext>
              </a:extLst>
            </p:cNvPr>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endParaRPr sz="2400"/>
            </a:p>
          </p:txBody>
        </p:sp>
        <p:sp>
          <p:nvSpPr>
            <p:cNvPr id="70" name="Google Shape;6506;p78">
              <a:extLst>
                <a:ext uri="{FF2B5EF4-FFF2-40B4-BE49-F238E27FC236}">
                  <a16:creationId xmlns:a16="http://schemas.microsoft.com/office/drawing/2014/main" id="{BDCAC58E-44A8-86B8-CF2E-8530DF979FEF}"/>
                </a:ext>
              </a:extLst>
            </p:cNvPr>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grpFill/>
            <a:ln>
              <a:noFill/>
            </a:ln>
          </p:spPr>
          <p:txBody>
            <a:bodyPr spcFirstLastPara="1" wrap="square" lIns="121900" tIns="121900" rIns="121900" bIns="121900" anchor="ctr" anchorCtr="0">
              <a:noAutofit/>
            </a:bodyPr>
            <a:lstStyle/>
            <a:p>
              <a:endParaRPr sz="2400"/>
            </a:p>
          </p:txBody>
        </p:sp>
        <p:sp>
          <p:nvSpPr>
            <p:cNvPr id="71" name="Google Shape;6507;p78">
              <a:extLst>
                <a:ext uri="{FF2B5EF4-FFF2-40B4-BE49-F238E27FC236}">
                  <a16:creationId xmlns:a16="http://schemas.microsoft.com/office/drawing/2014/main" id="{4C047CB9-0653-F39F-DE0D-B14E382248BB}"/>
                </a:ext>
              </a:extLst>
            </p:cNvPr>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grpFill/>
            <a:ln>
              <a:noFill/>
            </a:ln>
          </p:spPr>
          <p:txBody>
            <a:bodyPr spcFirstLastPara="1" wrap="square" lIns="121900" tIns="121900" rIns="121900" bIns="121900" anchor="ctr" anchorCtr="0">
              <a:noAutofit/>
            </a:bodyPr>
            <a:lstStyle/>
            <a:p>
              <a:endParaRPr sz="2400"/>
            </a:p>
          </p:txBody>
        </p:sp>
        <p:sp>
          <p:nvSpPr>
            <p:cNvPr id="72" name="Google Shape;6508;p78">
              <a:extLst>
                <a:ext uri="{FF2B5EF4-FFF2-40B4-BE49-F238E27FC236}">
                  <a16:creationId xmlns:a16="http://schemas.microsoft.com/office/drawing/2014/main" id="{FCB6DB55-10CE-FDAF-0FD9-6897B1243752}"/>
                </a:ext>
              </a:extLst>
            </p:cNvPr>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73" name="文本框 72">
            <a:extLst>
              <a:ext uri="{FF2B5EF4-FFF2-40B4-BE49-F238E27FC236}">
                <a16:creationId xmlns:a16="http://schemas.microsoft.com/office/drawing/2014/main" id="{A5BF3A47-29BE-EF56-F1E3-90453A6D1982}"/>
              </a:ext>
            </a:extLst>
          </p:cNvPr>
          <p:cNvSpPr txBox="1"/>
          <p:nvPr/>
        </p:nvSpPr>
        <p:spPr>
          <a:xfrm>
            <a:off x="9840416" y="1781035"/>
            <a:ext cx="1068826" cy="900246"/>
          </a:xfrm>
          <a:prstGeom prst="rect">
            <a:avLst/>
          </a:prstGeom>
          <a:noFill/>
        </p:spPr>
        <p:txBody>
          <a:bodyPr wrap="square" rtlCol="0">
            <a:spAutoFit/>
          </a:bodyPr>
          <a:lstStyle/>
          <a:p>
            <a:pPr algn="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graphicFrame>
        <p:nvGraphicFramePr>
          <p:cNvPr id="85" name="图表 84">
            <a:extLst>
              <a:ext uri="{FF2B5EF4-FFF2-40B4-BE49-F238E27FC236}">
                <a16:creationId xmlns:a16="http://schemas.microsoft.com/office/drawing/2014/main" id="{7B2F25DE-9E36-ECCB-B975-2365BECA5381}"/>
              </a:ext>
            </a:extLst>
          </p:cNvPr>
          <p:cNvGraphicFramePr/>
          <p:nvPr/>
        </p:nvGraphicFramePr>
        <p:xfrm>
          <a:off x="203825" y="3600451"/>
          <a:ext cx="5596900" cy="3098130"/>
        </p:xfrm>
        <a:graphic>
          <a:graphicData uri="http://schemas.openxmlformats.org/drawingml/2006/chart">
            <c:chart xmlns:c="http://schemas.openxmlformats.org/drawingml/2006/chart" xmlns:r="http://schemas.openxmlformats.org/officeDocument/2006/relationships" r:id="rId3"/>
          </a:graphicData>
        </a:graphic>
      </p:graphicFrame>
      <p:grpSp>
        <p:nvGrpSpPr>
          <p:cNvPr id="92" name="组合 91">
            <a:extLst>
              <a:ext uri="{FF2B5EF4-FFF2-40B4-BE49-F238E27FC236}">
                <a16:creationId xmlns:a16="http://schemas.microsoft.com/office/drawing/2014/main" id="{67BF082E-6ABD-3019-D071-813BE72D85BC}"/>
              </a:ext>
            </a:extLst>
          </p:cNvPr>
          <p:cNvGrpSpPr/>
          <p:nvPr/>
        </p:nvGrpSpPr>
        <p:grpSpPr>
          <a:xfrm>
            <a:off x="760782" y="3766801"/>
            <a:ext cx="4668469" cy="852548"/>
            <a:chOff x="1117970" y="4014788"/>
            <a:chExt cx="4382718" cy="518837"/>
          </a:xfrm>
        </p:grpSpPr>
        <p:cxnSp>
          <p:nvCxnSpPr>
            <p:cNvPr id="86" name="直线箭头连接符 85">
              <a:extLst>
                <a:ext uri="{FF2B5EF4-FFF2-40B4-BE49-F238E27FC236}">
                  <a16:creationId xmlns:a16="http://schemas.microsoft.com/office/drawing/2014/main" id="{F3595CDB-BB15-2C1C-B026-8E2A465E7569}"/>
                </a:ext>
              </a:extLst>
            </p:cNvPr>
            <p:cNvCxnSpPr>
              <a:cxnSpLocks/>
            </p:cNvCxnSpPr>
            <p:nvPr/>
          </p:nvCxnSpPr>
          <p:spPr>
            <a:xfrm flipV="1">
              <a:off x="1117970" y="4014788"/>
              <a:ext cx="4382718" cy="518837"/>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1" name="椭圆 90">
              <a:extLst>
                <a:ext uri="{FF2B5EF4-FFF2-40B4-BE49-F238E27FC236}">
                  <a16:creationId xmlns:a16="http://schemas.microsoft.com/office/drawing/2014/main" id="{223CAD4D-2E6A-B9FA-5F10-3C3E9391C328}"/>
                </a:ext>
              </a:extLst>
            </p:cNvPr>
            <p:cNvSpPr/>
            <p:nvPr/>
          </p:nvSpPr>
          <p:spPr>
            <a:xfrm>
              <a:off x="2772651" y="4122230"/>
              <a:ext cx="871537" cy="304325"/>
            </a:xfrm>
            <a:prstGeom prst="ellips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87" name="文本框 86">
              <a:extLst>
                <a:ext uri="{FF2B5EF4-FFF2-40B4-BE49-F238E27FC236}">
                  <a16:creationId xmlns:a16="http://schemas.microsoft.com/office/drawing/2014/main" id="{9D60CF3B-FDCC-C140-0BFE-D1BC5DEE436B}"/>
                </a:ext>
              </a:extLst>
            </p:cNvPr>
            <p:cNvSpPr txBox="1"/>
            <p:nvPr/>
          </p:nvSpPr>
          <p:spPr>
            <a:xfrm>
              <a:off x="2857531" y="4158434"/>
              <a:ext cx="1257176" cy="224765"/>
            </a:xfrm>
            <a:prstGeom prst="rect">
              <a:avLst/>
            </a:prstGeom>
            <a:noFill/>
          </p:spPr>
          <p:txBody>
            <a:bodyPr wrap="square" rtlCol="0">
              <a:spAutoFit/>
            </a:bodyPr>
            <a:lstStyle/>
            <a:p>
              <a:r>
                <a:rPr kumimoji="1" lang="en-US" altLang="zh-CN" dirty="0">
                  <a:solidFill>
                    <a:srgbClr val="212121"/>
                  </a:solidFill>
                  <a:latin typeface="Alibaba PuHuiTi Medium" pitchFamily="18" charset="-122"/>
                  <a:ea typeface="Alibaba PuHuiTi Medium" pitchFamily="18" charset="-122"/>
                  <a:cs typeface="Alibaba PuHuiTi Medium" pitchFamily="18" charset="-122"/>
                </a:rPr>
                <a:t>+13%</a:t>
              </a:r>
              <a:endParaRPr kumimoji="1" lang="zh-CN" altLang="en-US" dirty="0">
                <a:solidFill>
                  <a:srgbClr val="212121"/>
                </a:solidFill>
                <a:latin typeface="Alibaba PuHuiTi Medium" pitchFamily="18" charset="-122"/>
                <a:ea typeface="Alibaba PuHuiTi Medium" pitchFamily="18" charset="-122"/>
                <a:cs typeface="Alibaba PuHuiTi Medium" pitchFamily="18" charset="-122"/>
              </a:endParaRPr>
            </a:p>
          </p:txBody>
        </p:sp>
      </p:grpSp>
      <p:graphicFrame>
        <p:nvGraphicFramePr>
          <p:cNvPr id="93" name="图表 92">
            <a:extLst>
              <a:ext uri="{FF2B5EF4-FFF2-40B4-BE49-F238E27FC236}">
                <a16:creationId xmlns:a16="http://schemas.microsoft.com/office/drawing/2014/main" id="{E70B1580-A0A8-FE2A-FF9D-EA2CFB991521}"/>
              </a:ext>
            </a:extLst>
          </p:cNvPr>
          <p:cNvGraphicFramePr/>
          <p:nvPr/>
        </p:nvGraphicFramePr>
        <p:xfrm>
          <a:off x="6451600" y="4429125"/>
          <a:ext cx="5384800" cy="2428875"/>
        </p:xfrm>
        <a:graphic>
          <a:graphicData uri="http://schemas.openxmlformats.org/drawingml/2006/chart">
            <c:chart xmlns:c="http://schemas.openxmlformats.org/drawingml/2006/chart" xmlns:r="http://schemas.openxmlformats.org/officeDocument/2006/relationships" r:id="rId4"/>
          </a:graphicData>
        </a:graphic>
      </p:graphicFrame>
      <p:sp>
        <p:nvSpPr>
          <p:cNvPr id="94" name="左大括号 93">
            <a:extLst>
              <a:ext uri="{FF2B5EF4-FFF2-40B4-BE49-F238E27FC236}">
                <a16:creationId xmlns:a16="http://schemas.microsoft.com/office/drawing/2014/main" id="{AAB25439-8D77-25AE-F3CA-BD01BB3187FD}"/>
              </a:ext>
            </a:extLst>
          </p:cNvPr>
          <p:cNvSpPr/>
          <p:nvPr/>
        </p:nvSpPr>
        <p:spPr>
          <a:xfrm rot="16200000" flipH="1">
            <a:off x="8987555" y="2235723"/>
            <a:ext cx="642624" cy="4707264"/>
          </a:xfrm>
          <a:prstGeom prst="leftBrace">
            <a:avLst>
              <a:gd name="adj1" fmla="val 37154"/>
              <a:gd name="adj2" fmla="val 50000"/>
            </a:avLst>
          </a:prstGeom>
          <a:ln w="3175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95" name="椭圆 94">
            <a:extLst>
              <a:ext uri="{FF2B5EF4-FFF2-40B4-BE49-F238E27FC236}">
                <a16:creationId xmlns:a16="http://schemas.microsoft.com/office/drawing/2014/main" id="{5D642062-43F7-BDB8-1A34-C533D1F326B8}"/>
              </a:ext>
            </a:extLst>
          </p:cNvPr>
          <p:cNvSpPr/>
          <p:nvPr/>
        </p:nvSpPr>
        <p:spPr>
          <a:xfrm>
            <a:off x="8282731" y="3828571"/>
            <a:ext cx="1923865" cy="354574"/>
          </a:xfrm>
          <a:prstGeom prst="ellipse">
            <a:avLst/>
          </a:prstGeom>
          <a:solidFill>
            <a:schemeClr val="bg1"/>
          </a:solidFill>
          <a:ln w="2222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6" name="文本框 95">
            <a:extLst>
              <a:ext uri="{FF2B5EF4-FFF2-40B4-BE49-F238E27FC236}">
                <a16:creationId xmlns:a16="http://schemas.microsoft.com/office/drawing/2014/main" id="{C06A1B2B-28C8-A85A-9BE6-E548E4856C75}"/>
              </a:ext>
            </a:extLst>
          </p:cNvPr>
          <p:cNvSpPr txBox="1"/>
          <p:nvPr/>
        </p:nvSpPr>
        <p:spPr>
          <a:xfrm>
            <a:off x="8810745" y="3835671"/>
            <a:ext cx="1853213"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+0.234%</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B1A23465-A809-EC6B-71B3-E1711CC15500}"/>
              </a:ext>
            </a:extLst>
          </p:cNvPr>
          <p:cNvSpPr txBox="1"/>
          <p:nvPr/>
        </p:nvSpPr>
        <p:spPr>
          <a:xfrm>
            <a:off x="1670452" y="1001431"/>
            <a:ext cx="6186614" cy="338554"/>
          </a:xfrm>
          <a:prstGeom prst="rect">
            <a:avLst/>
          </a:prstGeom>
          <a:noFill/>
        </p:spPr>
        <p:txBody>
          <a:bodyPr wrap="square" rtlCol="0">
            <a:spAutoFit/>
          </a:bodyPr>
          <a:lstStyle/>
          <a:p>
            <a:pPr algn="just"/>
            <a:r>
              <a:rPr kumimoji="1" lang="en" altLang="zh-CN" sz="160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01" name="文本框 100">
            <a:extLst>
              <a:ext uri="{FF2B5EF4-FFF2-40B4-BE49-F238E27FC236}">
                <a16:creationId xmlns:a16="http://schemas.microsoft.com/office/drawing/2014/main" id="{558583AC-8750-31E3-9C5A-43962E0FF6C4}"/>
              </a:ext>
            </a:extLst>
          </p:cNvPr>
          <p:cNvSpPr txBox="1"/>
          <p:nvPr/>
        </p:nvSpPr>
        <p:spPr>
          <a:xfrm>
            <a:off x="422038" y="931337"/>
            <a:ext cx="1308371" cy="523220"/>
          </a:xfrm>
          <a:prstGeom prst="rect">
            <a:avLst/>
          </a:prstGeom>
          <a:noFill/>
        </p:spPr>
        <p:txBody>
          <a:bodyPr wrap="none" rtlCol="0">
            <a:spAutoFit/>
          </a:bodyPr>
          <a:lstStyle/>
          <a:p>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Step1:</a:t>
            </a:r>
            <a:endParaRPr kumimoji="1" lang="zh-CN" altLang="en-US" sz="4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02" name="文本框 101">
            <a:extLst>
              <a:ext uri="{FF2B5EF4-FFF2-40B4-BE49-F238E27FC236}">
                <a16:creationId xmlns:a16="http://schemas.microsoft.com/office/drawing/2014/main" id="{115E64AA-6263-46D8-100C-A6E80A6580BB}"/>
              </a:ext>
            </a:extLst>
          </p:cNvPr>
          <p:cNvSpPr txBox="1"/>
          <p:nvPr/>
        </p:nvSpPr>
        <p:spPr>
          <a:xfrm>
            <a:off x="422038" y="2996952"/>
            <a:ext cx="1308371" cy="523220"/>
          </a:xfrm>
          <a:prstGeom prst="rect">
            <a:avLst/>
          </a:prstGeom>
          <a:noFill/>
        </p:spPr>
        <p:txBody>
          <a:bodyPr wrap="none" rtlCol="0">
            <a:spAutoFit/>
          </a:bodyPr>
          <a:lstStyle/>
          <a:p>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Step2:</a:t>
            </a:r>
            <a:endParaRPr kumimoji="1" lang="zh-CN" altLang="en-US" sz="4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03" name="文本框 102">
            <a:extLst>
              <a:ext uri="{FF2B5EF4-FFF2-40B4-BE49-F238E27FC236}">
                <a16:creationId xmlns:a16="http://schemas.microsoft.com/office/drawing/2014/main" id="{8AF5CD52-5A7C-88B0-1E73-14826FB40A75}"/>
              </a:ext>
            </a:extLst>
          </p:cNvPr>
          <p:cNvSpPr txBox="1"/>
          <p:nvPr/>
        </p:nvSpPr>
        <p:spPr>
          <a:xfrm>
            <a:off x="6816080" y="2996952"/>
            <a:ext cx="1308371" cy="523220"/>
          </a:xfrm>
          <a:prstGeom prst="rect">
            <a:avLst/>
          </a:prstGeom>
          <a:noFill/>
        </p:spPr>
        <p:txBody>
          <a:bodyPr wrap="none" rtlCol="0">
            <a:spAutoFit/>
          </a:bodyPr>
          <a:lstStyle/>
          <a:p>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Step3:</a:t>
            </a:r>
            <a:endParaRPr kumimoji="1" lang="zh-CN" altLang="en-US" sz="4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04" name="文本框 103">
            <a:extLst>
              <a:ext uri="{FF2B5EF4-FFF2-40B4-BE49-F238E27FC236}">
                <a16:creationId xmlns:a16="http://schemas.microsoft.com/office/drawing/2014/main" id="{0373C68A-12AB-A915-BEF1-AFB4F46C4278}"/>
              </a:ext>
            </a:extLst>
          </p:cNvPr>
          <p:cNvSpPr txBox="1"/>
          <p:nvPr/>
        </p:nvSpPr>
        <p:spPr>
          <a:xfrm>
            <a:off x="7273445" y="1016000"/>
            <a:ext cx="4664555" cy="338554"/>
          </a:xfrm>
          <a:prstGeom prst="rect">
            <a:avLst/>
          </a:prstGeom>
          <a:noFill/>
        </p:spPr>
        <p:txBody>
          <a:bodyPr wrap="square" rtlCol="0">
            <a:spAutoFit/>
          </a:bodyPr>
          <a:lstStyle/>
          <a:p>
            <a:pPr algn="just"/>
            <a:r>
              <a:rPr kumimoji="1" lang="en" altLang="zh-CN" sz="160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05" name="文本框 104">
            <a:extLst>
              <a:ext uri="{FF2B5EF4-FFF2-40B4-BE49-F238E27FC236}">
                <a16:creationId xmlns:a16="http://schemas.microsoft.com/office/drawing/2014/main" id="{1618FB97-4776-6CDA-02A1-5A37535316BB}"/>
              </a:ext>
            </a:extLst>
          </p:cNvPr>
          <p:cNvSpPr txBox="1"/>
          <p:nvPr/>
        </p:nvSpPr>
        <p:spPr>
          <a:xfrm>
            <a:off x="1690854" y="3068960"/>
            <a:ext cx="5205602"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6" name="文本框 105">
            <a:extLst>
              <a:ext uri="{FF2B5EF4-FFF2-40B4-BE49-F238E27FC236}">
                <a16:creationId xmlns:a16="http://schemas.microsoft.com/office/drawing/2014/main" id="{6141EE1E-AA36-09CC-4207-1C4CA45C5783}"/>
              </a:ext>
            </a:extLst>
          </p:cNvPr>
          <p:cNvSpPr txBox="1"/>
          <p:nvPr/>
        </p:nvSpPr>
        <p:spPr>
          <a:xfrm>
            <a:off x="8040216" y="3068960"/>
            <a:ext cx="6186614"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08" name="直线连接符 107">
            <a:extLst>
              <a:ext uri="{FF2B5EF4-FFF2-40B4-BE49-F238E27FC236}">
                <a16:creationId xmlns:a16="http://schemas.microsoft.com/office/drawing/2014/main" id="{3D6428C5-27A4-DAC7-CB84-6FA6C9A614BC}"/>
              </a:ext>
            </a:extLst>
          </p:cNvPr>
          <p:cNvCxnSpPr>
            <a:cxnSpLocks/>
          </p:cNvCxnSpPr>
          <p:nvPr/>
        </p:nvCxnSpPr>
        <p:spPr>
          <a:xfrm>
            <a:off x="6045200" y="3064933"/>
            <a:ext cx="0" cy="3539067"/>
          </a:xfrm>
          <a:prstGeom prst="line">
            <a:avLst/>
          </a:prstGeom>
          <a:ln w="38100">
            <a:solidFill>
              <a:srgbClr val="BB3023"/>
            </a:solidFill>
            <a:prstDash val="sysDot"/>
          </a:ln>
        </p:spPr>
        <p:style>
          <a:lnRef idx="1">
            <a:schemeClr val="accent1"/>
          </a:lnRef>
          <a:fillRef idx="0">
            <a:schemeClr val="accent1"/>
          </a:fillRef>
          <a:effectRef idx="0">
            <a:schemeClr val="accent1"/>
          </a:effectRef>
          <a:fontRef idx="minor">
            <a:schemeClr val="tx1"/>
          </a:fontRef>
        </p:style>
      </p:cxnSp>
      <p:sp>
        <p:nvSpPr>
          <p:cNvPr id="110" name="下箭头 109">
            <a:extLst>
              <a:ext uri="{FF2B5EF4-FFF2-40B4-BE49-F238E27FC236}">
                <a16:creationId xmlns:a16="http://schemas.microsoft.com/office/drawing/2014/main" id="{A49E7E25-E898-6F93-3C8D-501CAB9E9937}"/>
              </a:ext>
            </a:extLst>
          </p:cNvPr>
          <p:cNvSpPr/>
          <p:nvPr/>
        </p:nvSpPr>
        <p:spPr>
          <a:xfrm>
            <a:off x="10684933" y="5317066"/>
            <a:ext cx="474134" cy="795867"/>
          </a:xfrm>
          <a:prstGeom prst="downArrow">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11" name="下箭头 110">
            <a:extLst>
              <a:ext uri="{FF2B5EF4-FFF2-40B4-BE49-F238E27FC236}">
                <a16:creationId xmlns:a16="http://schemas.microsoft.com/office/drawing/2014/main" id="{B9F69EB9-FE9C-B3AC-20C3-DA0C0789720B}"/>
              </a:ext>
            </a:extLst>
          </p:cNvPr>
          <p:cNvSpPr/>
          <p:nvPr/>
        </p:nvSpPr>
        <p:spPr>
          <a:xfrm rot="10800000">
            <a:off x="9042400" y="5147731"/>
            <a:ext cx="508000" cy="965202"/>
          </a:xfrm>
          <a:prstGeom prst="downArrow">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13" name="左右箭头 112">
            <a:extLst>
              <a:ext uri="{FF2B5EF4-FFF2-40B4-BE49-F238E27FC236}">
                <a16:creationId xmlns:a16="http://schemas.microsoft.com/office/drawing/2014/main" id="{818BF57A-510B-8390-B41D-877DF7BDF88F}"/>
              </a:ext>
            </a:extLst>
          </p:cNvPr>
          <p:cNvSpPr/>
          <p:nvPr/>
        </p:nvSpPr>
        <p:spPr>
          <a:xfrm>
            <a:off x="7315200" y="5706534"/>
            <a:ext cx="812800" cy="389466"/>
          </a:xfrm>
          <a:prstGeom prst="leftRightArrow">
            <a:avLst/>
          </a:prstGeom>
          <a:solidFill>
            <a:schemeClr val="bg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 name="矩形 1">
            <a:extLst>
              <a:ext uri="{FF2B5EF4-FFF2-40B4-BE49-F238E27FC236}">
                <a16:creationId xmlns:a16="http://schemas.microsoft.com/office/drawing/2014/main" id="{1B02C988-EA7F-FE57-A84B-1D10A59E34D5}"/>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文本框 18">
            <a:extLst>
              <a:ext uri="{FF2B5EF4-FFF2-40B4-BE49-F238E27FC236}">
                <a16:creationId xmlns:a16="http://schemas.microsoft.com/office/drawing/2014/main" id="{0FE90225-CA12-2EEC-2981-24B9E786C2DD}"/>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 name="文本框 20">
            <a:extLst>
              <a:ext uri="{FF2B5EF4-FFF2-40B4-BE49-F238E27FC236}">
                <a16:creationId xmlns:a16="http://schemas.microsoft.com/office/drawing/2014/main" id="{21615616-D619-0A0B-BE49-FB1C5164A8A9}"/>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2" name="直线连接符 21">
            <a:extLst>
              <a:ext uri="{FF2B5EF4-FFF2-40B4-BE49-F238E27FC236}">
                <a16:creationId xmlns:a16="http://schemas.microsoft.com/office/drawing/2014/main" id="{F7A78F40-01E8-AE32-5B28-266F1A2B9365}"/>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840F5C3A-B1A6-778C-3609-564C62232711}"/>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7575FC09-BB9D-0987-C100-AF1FEA2CCC6B}"/>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6" name="组合 25">
            <a:extLst>
              <a:ext uri="{FF2B5EF4-FFF2-40B4-BE49-F238E27FC236}">
                <a16:creationId xmlns:a16="http://schemas.microsoft.com/office/drawing/2014/main" id="{9B0578D1-871E-BC02-3106-72A283CB6EA3}"/>
              </a:ext>
            </a:extLst>
          </p:cNvPr>
          <p:cNvGrpSpPr/>
          <p:nvPr/>
        </p:nvGrpSpPr>
        <p:grpSpPr>
          <a:xfrm>
            <a:off x="2259126" y="287981"/>
            <a:ext cx="356205" cy="355288"/>
            <a:chOff x="2323294" y="287981"/>
            <a:chExt cx="356205" cy="355288"/>
          </a:xfrm>
        </p:grpSpPr>
        <p:sp>
          <p:nvSpPr>
            <p:cNvPr id="27" name="Google Shape;7166;p80">
              <a:extLst>
                <a:ext uri="{FF2B5EF4-FFF2-40B4-BE49-F238E27FC236}">
                  <a16:creationId xmlns:a16="http://schemas.microsoft.com/office/drawing/2014/main" id="{0B19893C-8A8D-AD99-AB72-66199A550AF6}"/>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7167;p80">
              <a:extLst>
                <a:ext uri="{FF2B5EF4-FFF2-40B4-BE49-F238E27FC236}">
                  <a16:creationId xmlns:a16="http://schemas.microsoft.com/office/drawing/2014/main" id="{84DAEE51-E323-CF79-ED76-8F5EE0F4525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8;p80">
              <a:extLst>
                <a:ext uri="{FF2B5EF4-FFF2-40B4-BE49-F238E27FC236}">
                  <a16:creationId xmlns:a16="http://schemas.microsoft.com/office/drawing/2014/main" id="{234E3668-B183-BEAD-08FD-E25B24831E8F}"/>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9;p80">
              <a:extLst>
                <a:ext uri="{FF2B5EF4-FFF2-40B4-BE49-F238E27FC236}">
                  <a16:creationId xmlns:a16="http://schemas.microsoft.com/office/drawing/2014/main" id="{C21213D3-019C-3406-76F2-BE018885D7B0}"/>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7965776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梯形 18">
            <a:extLst>
              <a:ext uri="{FF2B5EF4-FFF2-40B4-BE49-F238E27FC236}">
                <a16:creationId xmlns:a16="http://schemas.microsoft.com/office/drawing/2014/main" id="{C0F71635-D2A0-8941-E64D-13A10111CD5C}"/>
              </a:ext>
            </a:extLst>
          </p:cNvPr>
          <p:cNvSpPr/>
          <p:nvPr/>
        </p:nvSpPr>
        <p:spPr>
          <a:xfrm>
            <a:off x="1503871" y="1929996"/>
            <a:ext cx="1694966" cy="1470536"/>
          </a:xfrm>
          <a:custGeom>
            <a:avLst/>
            <a:gdLst>
              <a:gd name="connsiteX0" fmla="*/ 0 w 1656808"/>
              <a:gd name="connsiteY0" fmla="*/ 2203554 h 2203554"/>
              <a:gd name="connsiteX1" fmla="*/ 414202 w 1656808"/>
              <a:gd name="connsiteY1" fmla="*/ 0 h 2203554"/>
              <a:gd name="connsiteX2" fmla="*/ 1242606 w 1656808"/>
              <a:gd name="connsiteY2" fmla="*/ 0 h 2203554"/>
              <a:gd name="connsiteX3" fmla="*/ 1656808 w 1656808"/>
              <a:gd name="connsiteY3" fmla="*/ 2203554 h 2203554"/>
              <a:gd name="connsiteX4" fmla="*/ 0 w 1656808"/>
              <a:gd name="connsiteY4" fmla="*/ 2203554 h 2203554"/>
              <a:gd name="connsiteX0" fmla="*/ 0 w 2082055"/>
              <a:gd name="connsiteY0" fmla="*/ 2203554 h 2203554"/>
              <a:gd name="connsiteX1" fmla="*/ 414202 w 2082055"/>
              <a:gd name="connsiteY1" fmla="*/ 0 h 2203554"/>
              <a:gd name="connsiteX2" fmla="*/ 2082055 w 2082055"/>
              <a:gd name="connsiteY2" fmla="*/ 944381 h 2203554"/>
              <a:gd name="connsiteX3" fmla="*/ 1656808 w 2082055"/>
              <a:gd name="connsiteY3" fmla="*/ 2203554 h 2203554"/>
              <a:gd name="connsiteX4" fmla="*/ 0 w 2082055"/>
              <a:gd name="connsiteY4" fmla="*/ 2203554 h 2203554"/>
              <a:gd name="connsiteX0" fmla="*/ 0 w 2082055"/>
              <a:gd name="connsiteY0" fmla="*/ 3237875 h 3237875"/>
              <a:gd name="connsiteX1" fmla="*/ 1073769 w 2082055"/>
              <a:gd name="connsiteY1" fmla="*/ 0 h 3237875"/>
              <a:gd name="connsiteX2" fmla="*/ 2082055 w 2082055"/>
              <a:gd name="connsiteY2" fmla="*/ 1978702 h 3237875"/>
              <a:gd name="connsiteX3" fmla="*/ 1656808 w 2082055"/>
              <a:gd name="connsiteY3" fmla="*/ 3237875 h 3237875"/>
              <a:gd name="connsiteX4" fmla="*/ 0 w 2082055"/>
              <a:gd name="connsiteY4" fmla="*/ 3237875 h 3237875"/>
              <a:gd name="connsiteX0" fmla="*/ 0 w 2741622"/>
              <a:gd name="connsiteY0" fmla="*/ 1858780 h 3237875"/>
              <a:gd name="connsiteX1" fmla="*/ 1733336 w 2741622"/>
              <a:gd name="connsiteY1" fmla="*/ 0 h 3237875"/>
              <a:gd name="connsiteX2" fmla="*/ 2741622 w 2741622"/>
              <a:gd name="connsiteY2" fmla="*/ 1978702 h 3237875"/>
              <a:gd name="connsiteX3" fmla="*/ 2316375 w 2741622"/>
              <a:gd name="connsiteY3" fmla="*/ 3237875 h 3237875"/>
              <a:gd name="connsiteX4" fmla="*/ 0 w 2741622"/>
              <a:gd name="connsiteY4" fmla="*/ 1858780 h 3237875"/>
              <a:gd name="connsiteX0" fmla="*/ 0 w 2741622"/>
              <a:gd name="connsiteY0" fmla="*/ 1858780 h 3282845"/>
              <a:gd name="connsiteX1" fmla="*/ 1733336 w 2741622"/>
              <a:gd name="connsiteY1" fmla="*/ 0 h 3282845"/>
              <a:gd name="connsiteX2" fmla="*/ 2741622 w 2741622"/>
              <a:gd name="connsiteY2" fmla="*/ 1978702 h 3282845"/>
              <a:gd name="connsiteX3" fmla="*/ 1252073 w 2741622"/>
              <a:gd name="connsiteY3" fmla="*/ 3282845 h 3282845"/>
              <a:gd name="connsiteX4" fmla="*/ 0 w 2741622"/>
              <a:gd name="connsiteY4" fmla="*/ 1858780 h 3282845"/>
              <a:gd name="connsiteX0" fmla="*/ 0 w 2741622"/>
              <a:gd name="connsiteY0" fmla="*/ 1229193 h 2653258"/>
              <a:gd name="connsiteX1" fmla="*/ 2168051 w 2741622"/>
              <a:gd name="connsiteY1" fmla="*/ 0 h 2653258"/>
              <a:gd name="connsiteX2" fmla="*/ 2741622 w 2741622"/>
              <a:gd name="connsiteY2" fmla="*/ 1349115 h 2653258"/>
              <a:gd name="connsiteX3" fmla="*/ 1252073 w 2741622"/>
              <a:gd name="connsiteY3" fmla="*/ 2653258 h 2653258"/>
              <a:gd name="connsiteX4" fmla="*/ 0 w 2741622"/>
              <a:gd name="connsiteY4" fmla="*/ 1229193 h 2653258"/>
              <a:gd name="connsiteX0" fmla="*/ 0 w 1857202"/>
              <a:gd name="connsiteY0" fmla="*/ 0 h 3522688"/>
              <a:gd name="connsiteX1" fmla="*/ 1283631 w 1857202"/>
              <a:gd name="connsiteY1" fmla="*/ 869430 h 3522688"/>
              <a:gd name="connsiteX2" fmla="*/ 1857202 w 1857202"/>
              <a:gd name="connsiteY2" fmla="*/ 2218545 h 3522688"/>
              <a:gd name="connsiteX3" fmla="*/ 367653 w 1857202"/>
              <a:gd name="connsiteY3" fmla="*/ 3522688 h 3522688"/>
              <a:gd name="connsiteX4" fmla="*/ 0 w 1857202"/>
              <a:gd name="connsiteY4" fmla="*/ 0 h 3522688"/>
              <a:gd name="connsiteX0" fmla="*/ 606707 w 2463909"/>
              <a:gd name="connsiteY0" fmla="*/ 0 h 2218545"/>
              <a:gd name="connsiteX1" fmla="*/ 1890338 w 2463909"/>
              <a:gd name="connsiteY1" fmla="*/ 869430 h 2218545"/>
              <a:gd name="connsiteX2" fmla="*/ 2463909 w 2463909"/>
              <a:gd name="connsiteY2" fmla="*/ 2218545 h 2218545"/>
              <a:gd name="connsiteX3" fmla="*/ 0 w 2463909"/>
              <a:gd name="connsiteY3" fmla="*/ 1768839 h 2218545"/>
              <a:gd name="connsiteX4" fmla="*/ 606707 w 2463909"/>
              <a:gd name="connsiteY4" fmla="*/ 0 h 2218545"/>
              <a:gd name="connsiteX0" fmla="*/ 606707 w 1890338"/>
              <a:gd name="connsiteY0" fmla="*/ 0 h 1768839"/>
              <a:gd name="connsiteX1" fmla="*/ 1890338 w 1890338"/>
              <a:gd name="connsiteY1" fmla="*/ 869430 h 1768839"/>
              <a:gd name="connsiteX2" fmla="*/ 1759371 w 1890338"/>
              <a:gd name="connsiteY2" fmla="*/ 1334126 h 1768839"/>
              <a:gd name="connsiteX3" fmla="*/ 0 w 1890338"/>
              <a:gd name="connsiteY3" fmla="*/ 1768839 h 1768839"/>
              <a:gd name="connsiteX4" fmla="*/ 606707 w 1890338"/>
              <a:gd name="connsiteY4" fmla="*/ 0 h 1768839"/>
              <a:gd name="connsiteX0" fmla="*/ 606707 w 1890338"/>
              <a:gd name="connsiteY0" fmla="*/ 0 h 1768839"/>
              <a:gd name="connsiteX1" fmla="*/ 1890338 w 1890338"/>
              <a:gd name="connsiteY1" fmla="*/ 869430 h 1768839"/>
              <a:gd name="connsiteX2" fmla="*/ 1684420 w 1890338"/>
              <a:gd name="connsiteY2" fmla="*/ 1379096 h 1768839"/>
              <a:gd name="connsiteX3" fmla="*/ 0 w 1890338"/>
              <a:gd name="connsiteY3" fmla="*/ 1768839 h 1768839"/>
              <a:gd name="connsiteX4" fmla="*/ 606707 w 1890338"/>
              <a:gd name="connsiteY4" fmla="*/ 0 h 1768839"/>
              <a:gd name="connsiteX0" fmla="*/ 441815 w 1725446"/>
              <a:gd name="connsiteY0" fmla="*/ 0 h 1753849"/>
              <a:gd name="connsiteX1" fmla="*/ 1725446 w 1725446"/>
              <a:gd name="connsiteY1" fmla="*/ 869430 h 1753849"/>
              <a:gd name="connsiteX2" fmla="*/ 1519528 w 1725446"/>
              <a:gd name="connsiteY2" fmla="*/ 1379096 h 1753849"/>
              <a:gd name="connsiteX3" fmla="*/ 0 w 1725446"/>
              <a:gd name="connsiteY3" fmla="*/ 1753849 h 1753849"/>
              <a:gd name="connsiteX4" fmla="*/ 441815 w 1725446"/>
              <a:gd name="connsiteY4" fmla="*/ 0 h 1753849"/>
              <a:gd name="connsiteX0" fmla="*/ 441815 w 1715286"/>
              <a:gd name="connsiteY0" fmla="*/ 0 h 1753849"/>
              <a:gd name="connsiteX1" fmla="*/ 1715286 w 1715286"/>
              <a:gd name="connsiteY1" fmla="*/ 940550 h 1753849"/>
              <a:gd name="connsiteX2" fmla="*/ 1519528 w 1715286"/>
              <a:gd name="connsiteY2" fmla="*/ 1379096 h 1753849"/>
              <a:gd name="connsiteX3" fmla="*/ 0 w 1715286"/>
              <a:gd name="connsiteY3" fmla="*/ 1753849 h 1753849"/>
              <a:gd name="connsiteX4" fmla="*/ 441815 w 1715286"/>
              <a:gd name="connsiteY4" fmla="*/ 0 h 1753849"/>
              <a:gd name="connsiteX0" fmla="*/ 441815 w 1715286"/>
              <a:gd name="connsiteY0" fmla="*/ 0 h 1520169"/>
              <a:gd name="connsiteX1" fmla="*/ 1715286 w 1715286"/>
              <a:gd name="connsiteY1" fmla="*/ 940550 h 1520169"/>
              <a:gd name="connsiteX2" fmla="*/ 1519528 w 1715286"/>
              <a:gd name="connsiteY2" fmla="*/ 1379096 h 1520169"/>
              <a:gd name="connsiteX3" fmla="*/ 0 w 1715286"/>
              <a:gd name="connsiteY3" fmla="*/ 1520169 h 1520169"/>
              <a:gd name="connsiteX4" fmla="*/ 441815 w 1715286"/>
              <a:gd name="connsiteY4" fmla="*/ 0 h 1520169"/>
              <a:gd name="connsiteX0" fmla="*/ 482455 w 1715286"/>
              <a:gd name="connsiteY0" fmla="*/ 0 h 1753849"/>
              <a:gd name="connsiteX1" fmla="*/ 1715286 w 1715286"/>
              <a:gd name="connsiteY1" fmla="*/ 1174230 h 1753849"/>
              <a:gd name="connsiteX2" fmla="*/ 1519528 w 1715286"/>
              <a:gd name="connsiteY2" fmla="*/ 1612776 h 1753849"/>
              <a:gd name="connsiteX3" fmla="*/ 0 w 1715286"/>
              <a:gd name="connsiteY3" fmla="*/ 1753849 h 1753849"/>
              <a:gd name="connsiteX4" fmla="*/ 482455 w 1715286"/>
              <a:gd name="connsiteY4" fmla="*/ 0 h 1753849"/>
              <a:gd name="connsiteX0" fmla="*/ 462135 w 1694966"/>
              <a:gd name="connsiteY0" fmla="*/ 0 h 1612776"/>
              <a:gd name="connsiteX1" fmla="*/ 1694966 w 1694966"/>
              <a:gd name="connsiteY1" fmla="*/ 1174230 h 1612776"/>
              <a:gd name="connsiteX2" fmla="*/ 1499208 w 1694966"/>
              <a:gd name="connsiteY2" fmla="*/ 1612776 h 1612776"/>
              <a:gd name="connsiteX3" fmla="*/ 0 w 1694966"/>
              <a:gd name="connsiteY3" fmla="*/ 1520169 h 1612776"/>
              <a:gd name="connsiteX4" fmla="*/ 462135 w 1694966"/>
              <a:gd name="connsiteY4" fmla="*/ 0 h 1612776"/>
              <a:gd name="connsiteX0" fmla="*/ 370695 w 1694966"/>
              <a:gd name="connsiteY0" fmla="*/ 0 h 1470536"/>
              <a:gd name="connsiteX1" fmla="*/ 1694966 w 1694966"/>
              <a:gd name="connsiteY1" fmla="*/ 1031990 h 1470536"/>
              <a:gd name="connsiteX2" fmla="*/ 1499208 w 1694966"/>
              <a:gd name="connsiteY2" fmla="*/ 1470536 h 1470536"/>
              <a:gd name="connsiteX3" fmla="*/ 0 w 1694966"/>
              <a:gd name="connsiteY3" fmla="*/ 1377929 h 1470536"/>
              <a:gd name="connsiteX4" fmla="*/ 370695 w 1694966"/>
              <a:gd name="connsiteY4" fmla="*/ 0 h 147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4966" h="1470536">
                <a:moveTo>
                  <a:pt x="370695" y="0"/>
                </a:moveTo>
                <a:lnTo>
                  <a:pt x="1694966" y="1031990"/>
                </a:lnTo>
                <a:lnTo>
                  <a:pt x="1499208" y="1470536"/>
                </a:lnTo>
                <a:lnTo>
                  <a:pt x="0" y="1377929"/>
                </a:lnTo>
                <a:lnTo>
                  <a:pt x="370695" y="0"/>
                </a:lnTo>
                <a:close/>
              </a:path>
            </a:pathLst>
          </a:custGeom>
          <a:solidFill>
            <a:schemeClr val="tx1">
              <a:alpha val="17000"/>
            </a:scheme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梯形 18">
            <a:extLst>
              <a:ext uri="{FF2B5EF4-FFF2-40B4-BE49-F238E27FC236}">
                <a16:creationId xmlns:a16="http://schemas.microsoft.com/office/drawing/2014/main" id="{6B804D5F-B016-46C6-1DF0-BD0DE12748FB}"/>
              </a:ext>
            </a:extLst>
          </p:cNvPr>
          <p:cNvSpPr/>
          <p:nvPr/>
        </p:nvSpPr>
        <p:spPr>
          <a:xfrm>
            <a:off x="1316136" y="3375678"/>
            <a:ext cx="2676332" cy="3057992"/>
          </a:xfrm>
          <a:custGeom>
            <a:avLst/>
            <a:gdLst>
              <a:gd name="connsiteX0" fmla="*/ 0 w 1656808"/>
              <a:gd name="connsiteY0" fmla="*/ 2203554 h 2203554"/>
              <a:gd name="connsiteX1" fmla="*/ 414202 w 1656808"/>
              <a:gd name="connsiteY1" fmla="*/ 0 h 2203554"/>
              <a:gd name="connsiteX2" fmla="*/ 1242606 w 1656808"/>
              <a:gd name="connsiteY2" fmla="*/ 0 h 2203554"/>
              <a:gd name="connsiteX3" fmla="*/ 1656808 w 1656808"/>
              <a:gd name="connsiteY3" fmla="*/ 2203554 h 2203554"/>
              <a:gd name="connsiteX4" fmla="*/ 0 w 1656808"/>
              <a:gd name="connsiteY4" fmla="*/ 2203554 h 2203554"/>
              <a:gd name="connsiteX0" fmla="*/ 0 w 2082055"/>
              <a:gd name="connsiteY0" fmla="*/ 2203554 h 2203554"/>
              <a:gd name="connsiteX1" fmla="*/ 414202 w 2082055"/>
              <a:gd name="connsiteY1" fmla="*/ 0 h 2203554"/>
              <a:gd name="connsiteX2" fmla="*/ 2082055 w 2082055"/>
              <a:gd name="connsiteY2" fmla="*/ 944381 h 2203554"/>
              <a:gd name="connsiteX3" fmla="*/ 1656808 w 2082055"/>
              <a:gd name="connsiteY3" fmla="*/ 2203554 h 2203554"/>
              <a:gd name="connsiteX4" fmla="*/ 0 w 2082055"/>
              <a:gd name="connsiteY4" fmla="*/ 2203554 h 2203554"/>
              <a:gd name="connsiteX0" fmla="*/ 0 w 2082055"/>
              <a:gd name="connsiteY0" fmla="*/ 3237875 h 3237875"/>
              <a:gd name="connsiteX1" fmla="*/ 1073769 w 2082055"/>
              <a:gd name="connsiteY1" fmla="*/ 0 h 3237875"/>
              <a:gd name="connsiteX2" fmla="*/ 2082055 w 2082055"/>
              <a:gd name="connsiteY2" fmla="*/ 1978702 h 3237875"/>
              <a:gd name="connsiteX3" fmla="*/ 1656808 w 2082055"/>
              <a:gd name="connsiteY3" fmla="*/ 3237875 h 3237875"/>
              <a:gd name="connsiteX4" fmla="*/ 0 w 2082055"/>
              <a:gd name="connsiteY4" fmla="*/ 3237875 h 3237875"/>
              <a:gd name="connsiteX0" fmla="*/ 0 w 2741622"/>
              <a:gd name="connsiteY0" fmla="*/ 1858780 h 3237875"/>
              <a:gd name="connsiteX1" fmla="*/ 1733336 w 2741622"/>
              <a:gd name="connsiteY1" fmla="*/ 0 h 3237875"/>
              <a:gd name="connsiteX2" fmla="*/ 2741622 w 2741622"/>
              <a:gd name="connsiteY2" fmla="*/ 1978702 h 3237875"/>
              <a:gd name="connsiteX3" fmla="*/ 2316375 w 2741622"/>
              <a:gd name="connsiteY3" fmla="*/ 3237875 h 3237875"/>
              <a:gd name="connsiteX4" fmla="*/ 0 w 2741622"/>
              <a:gd name="connsiteY4" fmla="*/ 1858780 h 3237875"/>
              <a:gd name="connsiteX0" fmla="*/ 0 w 2741622"/>
              <a:gd name="connsiteY0" fmla="*/ 1858780 h 3282845"/>
              <a:gd name="connsiteX1" fmla="*/ 1733336 w 2741622"/>
              <a:gd name="connsiteY1" fmla="*/ 0 h 3282845"/>
              <a:gd name="connsiteX2" fmla="*/ 2741622 w 2741622"/>
              <a:gd name="connsiteY2" fmla="*/ 1978702 h 3282845"/>
              <a:gd name="connsiteX3" fmla="*/ 1252073 w 2741622"/>
              <a:gd name="connsiteY3" fmla="*/ 3282845 h 3282845"/>
              <a:gd name="connsiteX4" fmla="*/ 0 w 2741622"/>
              <a:gd name="connsiteY4" fmla="*/ 1858780 h 3282845"/>
              <a:gd name="connsiteX0" fmla="*/ 0 w 2741622"/>
              <a:gd name="connsiteY0" fmla="*/ 1858780 h 3057992"/>
              <a:gd name="connsiteX1" fmla="*/ 1733336 w 2741622"/>
              <a:gd name="connsiteY1" fmla="*/ 0 h 3057992"/>
              <a:gd name="connsiteX2" fmla="*/ 2741622 w 2741622"/>
              <a:gd name="connsiteY2" fmla="*/ 1978702 h 3057992"/>
              <a:gd name="connsiteX3" fmla="*/ 802368 w 2741622"/>
              <a:gd name="connsiteY3" fmla="*/ 3057992 h 3057992"/>
              <a:gd name="connsiteX4" fmla="*/ 0 w 2741622"/>
              <a:gd name="connsiteY4" fmla="*/ 1858780 h 3057992"/>
              <a:gd name="connsiteX0" fmla="*/ 0 w 2696652"/>
              <a:gd name="connsiteY0" fmla="*/ 1154243 h 3057992"/>
              <a:gd name="connsiteX1" fmla="*/ 1688366 w 2696652"/>
              <a:gd name="connsiteY1" fmla="*/ 0 h 3057992"/>
              <a:gd name="connsiteX2" fmla="*/ 2696652 w 2696652"/>
              <a:gd name="connsiteY2" fmla="*/ 1978702 h 3057992"/>
              <a:gd name="connsiteX3" fmla="*/ 757398 w 2696652"/>
              <a:gd name="connsiteY3" fmla="*/ 3057992 h 3057992"/>
              <a:gd name="connsiteX4" fmla="*/ 0 w 2696652"/>
              <a:gd name="connsiteY4" fmla="*/ 1154243 h 3057992"/>
              <a:gd name="connsiteX0" fmla="*/ 0 w 2676332"/>
              <a:gd name="connsiteY0" fmla="*/ 1154243 h 3057992"/>
              <a:gd name="connsiteX1" fmla="*/ 1688366 w 2676332"/>
              <a:gd name="connsiteY1" fmla="*/ 0 h 3057992"/>
              <a:gd name="connsiteX2" fmla="*/ 2676332 w 2676332"/>
              <a:gd name="connsiteY2" fmla="*/ 2110782 h 3057992"/>
              <a:gd name="connsiteX3" fmla="*/ 757398 w 2676332"/>
              <a:gd name="connsiteY3" fmla="*/ 3057992 h 3057992"/>
              <a:gd name="connsiteX4" fmla="*/ 0 w 2676332"/>
              <a:gd name="connsiteY4" fmla="*/ 1154243 h 3057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332" h="3057992">
                <a:moveTo>
                  <a:pt x="0" y="1154243"/>
                </a:moveTo>
                <a:lnTo>
                  <a:pt x="1688366" y="0"/>
                </a:lnTo>
                <a:lnTo>
                  <a:pt x="2676332" y="2110782"/>
                </a:lnTo>
                <a:lnTo>
                  <a:pt x="757398" y="3057992"/>
                </a:lnTo>
                <a:lnTo>
                  <a:pt x="0" y="1154243"/>
                </a:lnTo>
                <a:close/>
              </a:path>
            </a:pathLst>
          </a:custGeom>
          <a:solidFill>
            <a:schemeClr val="tx1">
              <a:alpha val="17000"/>
            </a:scheme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3" name="图表 2">
            <a:extLst>
              <a:ext uri="{FF2B5EF4-FFF2-40B4-BE49-F238E27FC236}">
                <a16:creationId xmlns:a16="http://schemas.microsoft.com/office/drawing/2014/main" id="{18F16B26-0095-6ACA-C035-DEA4DF649F63}"/>
              </a:ext>
            </a:extLst>
          </p:cNvPr>
          <p:cNvGraphicFramePr/>
          <p:nvPr>
            <p:extLst>
              <p:ext uri="{D42A27DB-BD31-4B8C-83A1-F6EECF244321}">
                <p14:modId xmlns:p14="http://schemas.microsoft.com/office/powerpoint/2010/main" val="3692937842"/>
              </p:ext>
            </p:extLst>
          </p:nvPr>
        </p:nvGraphicFramePr>
        <p:xfrm>
          <a:off x="2611121" y="2044854"/>
          <a:ext cx="3992879" cy="37041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图表 14">
            <a:extLst>
              <a:ext uri="{FF2B5EF4-FFF2-40B4-BE49-F238E27FC236}">
                <a16:creationId xmlns:a16="http://schemas.microsoft.com/office/drawing/2014/main" id="{76321657-76DC-A9D2-5EF4-02389B2FB7B3}"/>
              </a:ext>
            </a:extLst>
          </p:cNvPr>
          <p:cNvGraphicFramePr/>
          <p:nvPr>
            <p:extLst>
              <p:ext uri="{D42A27DB-BD31-4B8C-83A1-F6EECF244321}">
                <p14:modId xmlns:p14="http://schemas.microsoft.com/office/powerpoint/2010/main" val="1350403634"/>
              </p:ext>
            </p:extLst>
          </p:nvPr>
        </p:nvGraphicFramePr>
        <p:xfrm>
          <a:off x="491678" y="4253527"/>
          <a:ext cx="2398426" cy="23884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图表 16">
            <a:extLst>
              <a:ext uri="{FF2B5EF4-FFF2-40B4-BE49-F238E27FC236}">
                <a16:creationId xmlns:a16="http://schemas.microsoft.com/office/drawing/2014/main" id="{3E6E419E-1BFC-827A-A57C-3C34D023CDA0}"/>
              </a:ext>
            </a:extLst>
          </p:cNvPr>
          <p:cNvGraphicFramePr/>
          <p:nvPr>
            <p:extLst>
              <p:ext uri="{D42A27DB-BD31-4B8C-83A1-F6EECF244321}">
                <p14:modId xmlns:p14="http://schemas.microsoft.com/office/powerpoint/2010/main" val="2743270984"/>
              </p:ext>
            </p:extLst>
          </p:nvPr>
        </p:nvGraphicFramePr>
        <p:xfrm>
          <a:off x="568961" y="1678231"/>
          <a:ext cx="1920240" cy="1790053"/>
        </p:xfrm>
        <a:graphic>
          <a:graphicData uri="http://schemas.openxmlformats.org/drawingml/2006/chart">
            <c:chart xmlns:c="http://schemas.openxmlformats.org/drawingml/2006/chart" xmlns:r="http://schemas.openxmlformats.org/officeDocument/2006/relationships" r:id="rId5"/>
          </a:graphicData>
        </a:graphic>
      </p:graphicFrame>
      <p:sp>
        <p:nvSpPr>
          <p:cNvPr id="22" name="圆角矩形 21">
            <a:extLst>
              <a:ext uri="{FF2B5EF4-FFF2-40B4-BE49-F238E27FC236}">
                <a16:creationId xmlns:a16="http://schemas.microsoft.com/office/drawing/2014/main" id="{1F432CC5-9745-CAE3-909B-BC010056F336}"/>
              </a:ext>
            </a:extLst>
          </p:cNvPr>
          <p:cNvSpPr/>
          <p:nvPr/>
        </p:nvSpPr>
        <p:spPr>
          <a:xfrm>
            <a:off x="6774036" y="1214829"/>
            <a:ext cx="2024524" cy="425188"/>
          </a:xfrm>
          <a:prstGeom prst="roundRect">
            <a:avLst/>
          </a:prstGeom>
          <a:noFill/>
          <a:ln w="3175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文本框 22">
            <a:extLst>
              <a:ext uri="{FF2B5EF4-FFF2-40B4-BE49-F238E27FC236}">
                <a16:creationId xmlns:a16="http://schemas.microsoft.com/office/drawing/2014/main" id="{4957FAD4-6A72-673D-CE7A-3F3F0ED63CE8}"/>
              </a:ext>
            </a:extLst>
          </p:cNvPr>
          <p:cNvSpPr txBox="1"/>
          <p:nvPr/>
        </p:nvSpPr>
        <p:spPr>
          <a:xfrm>
            <a:off x="7035979" y="1250054"/>
            <a:ext cx="1486761" cy="373184"/>
          </a:xfrm>
          <a:prstGeom prst="rect">
            <a:avLst/>
          </a:prstGeom>
          <a:noFill/>
        </p:spPr>
        <p:txBody>
          <a:bodyPr wrap="square" rtlCol="0">
            <a:spAutoFit/>
          </a:bodyPr>
          <a:lstStyle/>
          <a:p>
            <a:r>
              <a:rPr kumimoji="1" lang="en" altLang="zh-CN" dirty="0">
                <a:solidFill>
                  <a:srgbClr val="BB3023"/>
                </a:solidFill>
                <a:latin typeface="Alibaba PuHuiTi" pitchFamily="18" charset="-122"/>
                <a:ea typeface="Alibaba PuHuiTi" pitchFamily="18" charset="-122"/>
                <a:cs typeface="Alibaba PuHuiTi" pitchFamily="18" charset="-122"/>
              </a:rPr>
              <a:t>WRITE HERE</a:t>
            </a:r>
            <a:endParaRPr kumimoji="1" lang="zh-CN" altLang="en-US" dirty="0">
              <a:solidFill>
                <a:srgbClr val="BB3023"/>
              </a:solidFill>
              <a:latin typeface="Alibaba PuHuiTi" pitchFamily="18" charset="-122"/>
              <a:ea typeface="Alibaba PuHuiTi" pitchFamily="18" charset="-122"/>
              <a:cs typeface="Alibaba PuHuiTi" pitchFamily="18" charset="-122"/>
            </a:endParaRPr>
          </a:p>
        </p:txBody>
      </p:sp>
      <p:sp>
        <p:nvSpPr>
          <p:cNvPr id="24" name="文本框 23">
            <a:extLst>
              <a:ext uri="{FF2B5EF4-FFF2-40B4-BE49-F238E27FC236}">
                <a16:creationId xmlns:a16="http://schemas.microsoft.com/office/drawing/2014/main" id="{2250C0F8-B574-CA44-A96D-93AF3AF482AF}"/>
              </a:ext>
            </a:extLst>
          </p:cNvPr>
          <p:cNvSpPr txBox="1"/>
          <p:nvPr/>
        </p:nvSpPr>
        <p:spPr>
          <a:xfrm>
            <a:off x="6787172" y="2150168"/>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25" name="直线连接符 24">
            <a:extLst>
              <a:ext uri="{FF2B5EF4-FFF2-40B4-BE49-F238E27FC236}">
                <a16:creationId xmlns:a16="http://schemas.microsoft.com/office/drawing/2014/main" id="{517B5472-16AB-7F15-64AA-A2B2C6D80A39}"/>
              </a:ext>
            </a:extLst>
          </p:cNvPr>
          <p:cNvCxnSpPr>
            <a:cxnSpLocks/>
          </p:cNvCxnSpPr>
          <p:nvPr/>
        </p:nvCxnSpPr>
        <p:spPr>
          <a:xfrm>
            <a:off x="6799041" y="1899317"/>
            <a:ext cx="5030779" cy="0"/>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cxnSp>
        <p:nvCxnSpPr>
          <p:cNvPr id="26" name="直线连接符 25">
            <a:extLst>
              <a:ext uri="{FF2B5EF4-FFF2-40B4-BE49-F238E27FC236}">
                <a16:creationId xmlns:a16="http://schemas.microsoft.com/office/drawing/2014/main" id="{FF57B5DE-B880-5FEA-E760-52828AA72B53}"/>
              </a:ext>
            </a:extLst>
          </p:cNvPr>
          <p:cNvCxnSpPr>
            <a:cxnSpLocks/>
          </p:cNvCxnSpPr>
          <p:nvPr/>
        </p:nvCxnSpPr>
        <p:spPr>
          <a:xfrm>
            <a:off x="6799041" y="2762542"/>
            <a:ext cx="5030779" cy="0"/>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cxnSp>
        <p:nvCxnSpPr>
          <p:cNvPr id="27" name="直线连接符 26">
            <a:extLst>
              <a:ext uri="{FF2B5EF4-FFF2-40B4-BE49-F238E27FC236}">
                <a16:creationId xmlns:a16="http://schemas.microsoft.com/office/drawing/2014/main" id="{C3FE502E-BECE-B27D-91BE-6F9D2384B87D}"/>
              </a:ext>
            </a:extLst>
          </p:cNvPr>
          <p:cNvCxnSpPr>
            <a:cxnSpLocks/>
          </p:cNvCxnSpPr>
          <p:nvPr/>
        </p:nvCxnSpPr>
        <p:spPr>
          <a:xfrm>
            <a:off x="8455225" y="2018776"/>
            <a:ext cx="0" cy="637589"/>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sp>
        <p:nvSpPr>
          <p:cNvPr id="28" name="文本框 27">
            <a:extLst>
              <a:ext uri="{FF2B5EF4-FFF2-40B4-BE49-F238E27FC236}">
                <a16:creationId xmlns:a16="http://schemas.microsoft.com/office/drawing/2014/main" id="{1C2F9E0C-0568-41FB-8DEF-95C5650157E5}"/>
              </a:ext>
            </a:extLst>
          </p:cNvPr>
          <p:cNvSpPr txBox="1"/>
          <p:nvPr/>
        </p:nvSpPr>
        <p:spPr>
          <a:xfrm>
            <a:off x="8536179" y="2082246"/>
            <a:ext cx="1168910"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1. 4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8D3FDEE0-779D-3E7F-FF22-56B0E32E76FB}"/>
              </a:ext>
            </a:extLst>
          </p:cNvPr>
          <p:cNvSpPr txBox="1"/>
          <p:nvPr/>
        </p:nvSpPr>
        <p:spPr>
          <a:xfrm>
            <a:off x="9585877" y="2275654"/>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30" name="组合 29">
            <a:extLst>
              <a:ext uri="{FF2B5EF4-FFF2-40B4-BE49-F238E27FC236}">
                <a16:creationId xmlns:a16="http://schemas.microsoft.com/office/drawing/2014/main" id="{F545AF31-2723-EB23-2A71-295801091010}"/>
              </a:ext>
            </a:extLst>
          </p:cNvPr>
          <p:cNvGrpSpPr/>
          <p:nvPr/>
        </p:nvGrpSpPr>
        <p:grpSpPr>
          <a:xfrm>
            <a:off x="10567165" y="2025744"/>
            <a:ext cx="584345" cy="584345"/>
            <a:chOff x="10920536" y="1916832"/>
            <a:chExt cx="412230" cy="412230"/>
          </a:xfrm>
        </p:grpSpPr>
        <p:sp>
          <p:nvSpPr>
            <p:cNvPr id="31" name="矩形 30">
              <a:extLst>
                <a:ext uri="{FF2B5EF4-FFF2-40B4-BE49-F238E27FC236}">
                  <a16:creationId xmlns:a16="http://schemas.microsoft.com/office/drawing/2014/main" id="{4614DC6E-0F32-AE26-1CCD-D3450D4D8BBE}"/>
                </a:ext>
              </a:extLst>
            </p:cNvPr>
            <p:cNvSpPr/>
            <p:nvPr/>
          </p:nvSpPr>
          <p:spPr>
            <a:xfrm>
              <a:off x="10920536" y="1916832"/>
              <a:ext cx="412230" cy="4122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上箭头 31">
              <a:extLst>
                <a:ext uri="{FF2B5EF4-FFF2-40B4-BE49-F238E27FC236}">
                  <a16:creationId xmlns:a16="http://schemas.microsoft.com/office/drawing/2014/main" id="{98BFC224-A91F-2731-67CF-2BDB82F41829}"/>
                </a:ext>
              </a:extLst>
            </p:cNvPr>
            <p:cNvSpPr/>
            <p:nvPr/>
          </p:nvSpPr>
          <p:spPr>
            <a:xfrm rot="3296920">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3" name="文本框 32">
            <a:extLst>
              <a:ext uri="{FF2B5EF4-FFF2-40B4-BE49-F238E27FC236}">
                <a16:creationId xmlns:a16="http://schemas.microsoft.com/office/drawing/2014/main" id="{1B7DD3AE-DE6A-F76D-3FBE-F73A8BA32435}"/>
              </a:ext>
            </a:extLst>
          </p:cNvPr>
          <p:cNvSpPr txBox="1"/>
          <p:nvPr/>
        </p:nvSpPr>
        <p:spPr>
          <a:xfrm>
            <a:off x="11159998" y="2322418"/>
            <a:ext cx="659155"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+0.1</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3B3726EF-1A7D-E798-9579-F5AE43450675}"/>
              </a:ext>
            </a:extLst>
          </p:cNvPr>
          <p:cNvSpPr txBox="1"/>
          <p:nvPr/>
        </p:nvSpPr>
        <p:spPr>
          <a:xfrm>
            <a:off x="11138977" y="2128979"/>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CB93B0BA-66E0-5168-3D77-E6AC2981B4A9}"/>
              </a:ext>
            </a:extLst>
          </p:cNvPr>
          <p:cNvSpPr txBox="1"/>
          <p:nvPr/>
        </p:nvSpPr>
        <p:spPr>
          <a:xfrm>
            <a:off x="6787172" y="3123453"/>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6" name="直线连接符 35">
            <a:extLst>
              <a:ext uri="{FF2B5EF4-FFF2-40B4-BE49-F238E27FC236}">
                <a16:creationId xmlns:a16="http://schemas.microsoft.com/office/drawing/2014/main" id="{B3A73432-1A31-4521-AF91-0F03AE77C397}"/>
              </a:ext>
            </a:extLst>
          </p:cNvPr>
          <p:cNvCxnSpPr>
            <a:cxnSpLocks/>
          </p:cNvCxnSpPr>
          <p:nvPr/>
        </p:nvCxnSpPr>
        <p:spPr>
          <a:xfrm>
            <a:off x="6799041" y="3735827"/>
            <a:ext cx="5030779" cy="0"/>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cxnSp>
        <p:nvCxnSpPr>
          <p:cNvPr id="37" name="直线连接符 36">
            <a:extLst>
              <a:ext uri="{FF2B5EF4-FFF2-40B4-BE49-F238E27FC236}">
                <a16:creationId xmlns:a16="http://schemas.microsoft.com/office/drawing/2014/main" id="{E15BCED9-E8BB-6416-9F13-40866B13C464}"/>
              </a:ext>
            </a:extLst>
          </p:cNvPr>
          <p:cNvCxnSpPr>
            <a:cxnSpLocks/>
          </p:cNvCxnSpPr>
          <p:nvPr/>
        </p:nvCxnSpPr>
        <p:spPr>
          <a:xfrm>
            <a:off x="8455225" y="2992061"/>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38" name="文本框 37">
            <a:extLst>
              <a:ext uri="{FF2B5EF4-FFF2-40B4-BE49-F238E27FC236}">
                <a16:creationId xmlns:a16="http://schemas.microsoft.com/office/drawing/2014/main" id="{706A129A-359B-42A1-E611-37389625DF8D}"/>
              </a:ext>
            </a:extLst>
          </p:cNvPr>
          <p:cNvSpPr txBox="1"/>
          <p:nvPr/>
        </p:nvSpPr>
        <p:spPr>
          <a:xfrm>
            <a:off x="8536179" y="3055531"/>
            <a:ext cx="1172116"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137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7AA162B7-92EB-D1EC-3F96-602F4A842B33}"/>
              </a:ext>
            </a:extLst>
          </p:cNvPr>
          <p:cNvSpPr txBox="1"/>
          <p:nvPr/>
        </p:nvSpPr>
        <p:spPr>
          <a:xfrm>
            <a:off x="9585877" y="3248939"/>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0" name="组合 39">
            <a:extLst>
              <a:ext uri="{FF2B5EF4-FFF2-40B4-BE49-F238E27FC236}">
                <a16:creationId xmlns:a16="http://schemas.microsoft.com/office/drawing/2014/main" id="{A6624DD0-1426-1397-675F-2D28C29A3FC8}"/>
              </a:ext>
            </a:extLst>
          </p:cNvPr>
          <p:cNvGrpSpPr/>
          <p:nvPr/>
        </p:nvGrpSpPr>
        <p:grpSpPr>
          <a:xfrm>
            <a:off x="10567165" y="2999029"/>
            <a:ext cx="584345" cy="584345"/>
            <a:chOff x="10920536" y="1916832"/>
            <a:chExt cx="412230" cy="412230"/>
          </a:xfrm>
        </p:grpSpPr>
        <p:sp>
          <p:nvSpPr>
            <p:cNvPr id="41" name="矩形 40">
              <a:extLst>
                <a:ext uri="{FF2B5EF4-FFF2-40B4-BE49-F238E27FC236}">
                  <a16:creationId xmlns:a16="http://schemas.microsoft.com/office/drawing/2014/main" id="{CC6F3426-B5D2-844A-578E-D78E4E0A9D3B}"/>
                </a:ext>
              </a:extLst>
            </p:cNvPr>
            <p:cNvSpPr/>
            <p:nvPr/>
          </p:nvSpPr>
          <p:spPr>
            <a:xfrm>
              <a:off x="10920536" y="1916832"/>
              <a:ext cx="412230" cy="4122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2" name="上箭头 41">
              <a:extLst>
                <a:ext uri="{FF2B5EF4-FFF2-40B4-BE49-F238E27FC236}">
                  <a16:creationId xmlns:a16="http://schemas.microsoft.com/office/drawing/2014/main" id="{42246759-BB1C-0246-1E12-4F2938FE5CA2}"/>
                </a:ext>
              </a:extLst>
            </p:cNvPr>
            <p:cNvSpPr/>
            <p:nvPr/>
          </p:nvSpPr>
          <p:spPr>
            <a:xfrm rot="3296920">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3" name="文本框 42">
            <a:extLst>
              <a:ext uri="{FF2B5EF4-FFF2-40B4-BE49-F238E27FC236}">
                <a16:creationId xmlns:a16="http://schemas.microsoft.com/office/drawing/2014/main" id="{102F7697-0573-8B59-5A43-B574A8CE181A}"/>
              </a:ext>
            </a:extLst>
          </p:cNvPr>
          <p:cNvSpPr txBox="1"/>
          <p:nvPr/>
        </p:nvSpPr>
        <p:spPr>
          <a:xfrm>
            <a:off x="11159998" y="3295703"/>
            <a:ext cx="659155"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+0.5</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4B001ED1-9997-0EDF-FA46-D637C1DE505E}"/>
              </a:ext>
            </a:extLst>
          </p:cNvPr>
          <p:cNvSpPr txBox="1"/>
          <p:nvPr/>
        </p:nvSpPr>
        <p:spPr>
          <a:xfrm>
            <a:off x="11138977" y="3102264"/>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57097043-DF6B-8358-14EF-4CB5B3C6F0D8}"/>
              </a:ext>
            </a:extLst>
          </p:cNvPr>
          <p:cNvSpPr txBox="1"/>
          <p:nvPr/>
        </p:nvSpPr>
        <p:spPr>
          <a:xfrm>
            <a:off x="6787172" y="4055471"/>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6" name="直线连接符 45">
            <a:extLst>
              <a:ext uri="{FF2B5EF4-FFF2-40B4-BE49-F238E27FC236}">
                <a16:creationId xmlns:a16="http://schemas.microsoft.com/office/drawing/2014/main" id="{946A1852-24B0-DFBD-DEB3-151E77334C3F}"/>
              </a:ext>
            </a:extLst>
          </p:cNvPr>
          <p:cNvCxnSpPr>
            <a:cxnSpLocks/>
          </p:cNvCxnSpPr>
          <p:nvPr/>
        </p:nvCxnSpPr>
        <p:spPr>
          <a:xfrm>
            <a:off x="6799041" y="4667845"/>
            <a:ext cx="5030779" cy="0"/>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cxnSp>
        <p:nvCxnSpPr>
          <p:cNvPr id="47" name="直线连接符 46">
            <a:extLst>
              <a:ext uri="{FF2B5EF4-FFF2-40B4-BE49-F238E27FC236}">
                <a16:creationId xmlns:a16="http://schemas.microsoft.com/office/drawing/2014/main" id="{E98C3772-7CC9-C8CB-3360-A9140A037E12}"/>
              </a:ext>
            </a:extLst>
          </p:cNvPr>
          <p:cNvCxnSpPr>
            <a:cxnSpLocks/>
          </p:cNvCxnSpPr>
          <p:nvPr/>
        </p:nvCxnSpPr>
        <p:spPr>
          <a:xfrm>
            <a:off x="8455225" y="3924079"/>
            <a:ext cx="0" cy="637589"/>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sp>
        <p:nvSpPr>
          <p:cNvPr id="48" name="文本框 47">
            <a:extLst>
              <a:ext uri="{FF2B5EF4-FFF2-40B4-BE49-F238E27FC236}">
                <a16:creationId xmlns:a16="http://schemas.microsoft.com/office/drawing/2014/main" id="{1A8661C4-6C39-070C-72F0-1AC571B056CE}"/>
              </a:ext>
            </a:extLst>
          </p:cNvPr>
          <p:cNvSpPr txBox="1"/>
          <p:nvPr/>
        </p:nvSpPr>
        <p:spPr>
          <a:xfrm>
            <a:off x="8536179" y="3987549"/>
            <a:ext cx="1128835"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0.3</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 name="文本框 48">
            <a:extLst>
              <a:ext uri="{FF2B5EF4-FFF2-40B4-BE49-F238E27FC236}">
                <a16:creationId xmlns:a16="http://schemas.microsoft.com/office/drawing/2014/main" id="{CF5FD8C9-DC6D-1DCF-4959-88B3EE89286E}"/>
              </a:ext>
            </a:extLst>
          </p:cNvPr>
          <p:cNvSpPr txBox="1"/>
          <p:nvPr/>
        </p:nvSpPr>
        <p:spPr>
          <a:xfrm>
            <a:off x="9585877" y="4180957"/>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0" name="组合 49">
            <a:extLst>
              <a:ext uri="{FF2B5EF4-FFF2-40B4-BE49-F238E27FC236}">
                <a16:creationId xmlns:a16="http://schemas.microsoft.com/office/drawing/2014/main" id="{6F289471-9815-0E30-2D24-C6A9FB78F92A}"/>
              </a:ext>
            </a:extLst>
          </p:cNvPr>
          <p:cNvGrpSpPr/>
          <p:nvPr/>
        </p:nvGrpSpPr>
        <p:grpSpPr>
          <a:xfrm>
            <a:off x="10567165" y="3931047"/>
            <a:ext cx="584345" cy="584345"/>
            <a:chOff x="10920536" y="1916832"/>
            <a:chExt cx="412230" cy="412230"/>
          </a:xfrm>
        </p:grpSpPr>
        <p:sp>
          <p:nvSpPr>
            <p:cNvPr id="51" name="矩形 50">
              <a:extLst>
                <a:ext uri="{FF2B5EF4-FFF2-40B4-BE49-F238E27FC236}">
                  <a16:creationId xmlns:a16="http://schemas.microsoft.com/office/drawing/2014/main" id="{E90EA102-6483-787E-BB5C-8DC44BC36B8F}"/>
                </a:ext>
              </a:extLst>
            </p:cNvPr>
            <p:cNvSpPr/>
            <p:nvPr/>
          </p:nvSpPr>
          <p:spPr>
            <a:xfrm>
              <a:off x="10920536" y="191683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2" name="上箭头 51">
              <a:extLst>
                <a:ext uri="{FF2B5EF4-FFF2-40B4-BE49-F238E27FC236}">
                  <a16:creationId xmlns:a16="http://schemas.microsoft.com/office/drawing/2014/main" id="{ACD015CE-413C-D469-A155-C473CD06C385}"/>
                </a:ext>
              </a:extLst>
            </p:cNvPr>
            <p:cNvSpPr/>
            <p:nvPr/>
          </p:nvSpPr>
          <p:spPr>
            <a:xfrm rot="7635531">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53" name="文本框 52">
            <a:extLst>
              <a:ext uri="{FF2B5EF4-FFF2-40B4-BE49-F238E27FC236}">
                <a16:creationId xmlns:a16="http://schemas.microsoft.com/office/drawing/2014/main" id="{C3014A9B-744F-53A8-0856-FE8DBFB0FCA1}"/>
              </a:ext>
            </a:extLst>
          </p:cNvPr>
          <p:cNvSpPr txBox="1"/>
          <p:nvPr/>
        </p:nvSpPr>
        <p:spPr>
          <a:xfrm>
            <a:off x="11159998" y="4227721"/>
            <a:ext cx="554960"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-97</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8339DB9B-CF48-45E8-4B0B-F94706EF819C}"/>
              </a:ext>
            </a:extLst>
          </p:cNvPr>
          <p:cNvSpPr txBox="1"/>
          <p:nvPr/>
        </p:nvSpPr>
        <p:spPr>
          <a:xfrm>
            <a:off x="11138977" y="4034282"/>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5" name="组合 54">
            <a:extLst>
              <a:ext uri="{FF2B5EF4-FFF2-40B4-BE49-F238E27FC236}">
                <a16:creationId xmlns:a16="http://schemas.microsoft.com/office/drawing/2014/main" id="{0C4B8234-1171-277F-A5C9-579614A19661}"/>
              </a:ext>
            </a:extLst>
          </p:cNvPr>
          <p:cNvGrpSpPr/>
          <p:nvPr/>
        </p:nvGrpSpPr>
        <p:grpSpPr>
          <a:xfrm>
            <a:off x="9059194" y="1216493"/>
            <a:ext cx="452548" cy="449591"/>
            <a:chOff x="8793725" y="1045544"/>
            <a:chExt cx="452548" cy="449591"/>
          </a:xfrm>
          <a:solidFill>
            <a:srgbClr val="BB3023"/>
          </a:solidFill>
        </p:grpSpPr>
        <p:sp>
          <p:nvSpPr>
            <p:cNvPr id="56" name="Google Shape;5655;p76">
              <a:extLst>
                <a:ext uri="{FF2B5EF4-FFF2-40B4-BE49-F238E27FC236}">
                  <a16:creationId xmlns:a16="http://schemas.microsoft.com/office/drawing/2014/main" id="{DD15B318-73BD-0695-D72C-0EEB4DCE2BB5}"/>
                </a:ext>
              </a:extLst>
            </p:cNvPr>
            <p:cNvSpPr/>
            <p:nvPr/>
          </p:nvSpPr>
          <p:spPr>
            <a:xfrm>
              <a:off x="8806516" y="1106754"/>
              <a:ext cx="296144" cy="154667"/>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7" name="Google Shape;5656;p76">
              <a:extLst>
                <a:ext uri="{FF2B5EF4-FFF2-40B4-BE49-F238E27FC236}">
                  <a16:creationId xmlns:a16="http://schemas.microsoft.com/office/drawing/2014/main" id="{11BF78B9-69AF-4087-2220-BEE5D3057EFA}"/>
                </a:ext>
              </a:extLst>
            </p:cNvPr>
            <p:cNvSpPr/>
            <p:nvPr/>
          </p:nvSpPr>
          <p:spPr>
            <a:xfrm>
              <a:off x="9028284" y="1176718"/>
              <a:ext cx="217989" cy="318417"/>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 name="Google Shape;5657;p76">
              <a:extLst>
                <a:ext uri="{FF2B5EF4-FFF2-40B4-BE49-F238E27FC236}">
                  <a16:creationId xmlns:a16="http://schemas.microsoft.com/office/drawing/2014/main" id="{0AA0DADB-7217-554D-46D3-252EE68DB5F9}"/>
                </a:ext>
              </a:extLst>
            </p:cNvPr>
            <p:cNvSpPr/>
            <p:nvPr/>
          </p:nvSpPr>
          <p:spPr>
            <a:xfrm>
              <a:off x="8920369" y="1045544"/>
              <a:ext cx="313676" cy="158188"/>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658;p76">
              <a:extLst>
                <a:ext uri="{FF2B5EF4-FFF2-40B4-BE49-F238E27FC236}">
                  <a16:creationId xmlns:a16="http://schemas.microsoft.com/office/drawing/2014/main" id="{8F2E13D6-5F19-05EB-A260-4B153AA3A9CA}"/>
                </a:ext>
              </a:extLst>
            </p:cNvPr>
            <p:cNvSpPr/>
            <p:nvPr/>
          </p:nvSpPr>
          <p:spPr>
            <a:xfrm>
              <a:off x="8793725" y="1175873"/>
              <a:ext cx="208085" cy="319121"/>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0" name="圆角矩形 59">
            <a:extLst>
              <a:ext uri="{FF2B5EF4-FFF2-40B4-BE49-F238E27FC236}">
                <a16:creationId xmlns:a16="http://schemas.microsoft.com/office/drawing/2014/main" id="{8DC2A468-2FA3-56F2-DFA3-24839420B9E1}"/>
              </a:ext>
            </a:extLst>
          </p:cNvPr>
          <p:cNvSpPr/>
          <p:nvPr/>
        </p:nvSpPr>
        <p:spPr>
          <a:xfrm>
            <a:off x="9753600" y="1214829"/>
            <a:ext cx="2039471" cy="425188"/>
          </a:xfrm>
          <a:prstGeom prst="roundRect">
            <a:avLst/>
          </a:prstGeom>
          <a:noFill/>
          <a:ln w="3175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 name="文本框 60">
            <a:extLst>
              <a:ext uri="{FF2B5EF4-FFF2-40B4-BE49-F238E27FC236}">
                <a16:creationId xmlns:a16="http://schemas.microsoft.com/office/drawing/2014/main" id="{3300529E-F7CF-C1D5-0E28-0F15F6C6C123}"/>
              </a:ext>
            </a:extLst>
          </p:cNvPr>
          <p:cNvSpPr txBox="1"/>
          <p:nvPr/>
        </p:nvSpPr>
        <p:spPr>
          <a:xfrm>
            <a:off x="10087793" y="1250054"/>
            <a:ext cx="1486761" cy="373184"/>
          </a:xfrm>
          <a:prstGeom prst="rect">
            <a:avLst/>
          </a:prstGeom>
          <a:noFill/>
        </p:spPr>
        <p:txBody>
          <a:bodyPr wrap="square" rtlCol="0">
            <a:spAutoFit/>
          </a:bodyPr>
          <a:lstStyle/>
          <a:p>
            <a:r>
              <a:rPr kumimoji="1" lang="en" altLang="zh-CN" dirty="0">
                <a:solidFill>
                  <a:srgbClr val="BB3023"/>
                </a:solidFill>
                <a:latin typeface="Alibaba PuHuiTi" pitchFamily="18" charset="-122"/>
                <a:ea typeface="Alibaba PuHuiTi" pitchFamily="18" charset="-122"/>
                <a:cs typeface="Alibaba PuHuiTi" pitchFamily="18" charset="-122"/>
              </a:rPr>
              <a:t>WRITE HERE</a:t>
            </a:r>
            <a:endParaRPr kumimoji="1" lang="zh-CN" altLang="en-US" dirty="0">
              <a:solidFill>
                <a:srgbClr val="BB3023"/>
              </a:solidFill>
              <a:latin typeface="Alibaba PuHuiTi" pitchFamily="18" charset="-122"/>
              <a:ea typeface="Alibaba PuHuiTi" pitchFamily="18" charset="-122"/>
              <a:cs typeface="Alibaba PuHuiTi" pitchFamily="18" charset="-122"/>
            </a:endParaRPr>
          </a:p>
        </p:txBody>
      </p:sp>
      <p:sp>
        <p:nvSpPr>
          <p:cNvPr id="62" name="文本框 61">
            <a:extLst>
              <a:ext uri="{FF2B5EF4-FFF2-40B4-BE49-F238E27FC236}">
                <a16:creationId xmlns:a16="http://schemas.microsoft.com/office/drawing/2014/main" id="{0189093F-8942-98A8-439D-C0C88367708D}"/>
              </a:ext>
            </a:extLst>
          </p:cNvPr>
          <p:cNvSpPr txBox="1"/>
          <p:nvPr/>
        </p:nvSpPr>
        <p:spPr>
          <a:xfrm>
            <a:off x="6787172" y="5040992"/>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 name="直线连接符 62">
            <a:extLst>
              <a:ext uri="{FF2B5EF4-FFF2-40B4-BE49-F238E27FC236}">
                <a16:creationId xmlns:a16="http://schemas.microsoft.com/office/drawing/2014/main" id="{3F44FF2C-49EB-844F-7BE8-2DD277320983}"/>
              </a:ext>
            </a:extLst>
          </p:cNvPr>
          <p:cNvCxnSpPr>
            <a:cxnSpLocks/>
          </p:cNvCxnSpPr>
          <p:nvPr/>
        </p:nvCxnSpPr>
        <p:spPr>
          <a:xfrm>
            <a:off x="6799041" y="5653366"/>
            <a:ext cx="5030779" cy="0"/>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cxnSp>
        <p:nvCxnSpPr>
          <p:cNvPr id="64" name="直线连接符 63">
            <a:extLst>
              <a:ext uri="{FF2B5EF4-FFF2-40B4-BE49-F238E27FC236}">
                <a16:creationId xmlns:a16="http://schemas.microsoft.com/office/drawing/2014/main" id="{03A969E5-028B-A8EA-007A-F5B9D8CCDB67}"/>
              </a:ext>
            </a:extLst>
          </p:cNvPr>
          <p:cNvCxnSpPr>
            <a:cxnSpLocks/>
          </p:cNvCxnSpPr>
          <p:nvPr/>
        </p:nvCxnSpPr>
        <p:spPr>
          <a:xfrm>
            <a:off x="8455225" y="4909600"/>
            <a:ext cx="0" cy="637589"/>
          </a:xfrm>
          <a:prstGeom prst="line">
            <a:avLst/>
          </a:prstGeom>
          <a:ln w="19050">
            <a:solidFill>
              <a:srgbClr val="1E344D"/>
            </a:solidFill>
            <a:prstDash val="sysDash"/>
          </a:ln>
        </p:spPr>
        <p:style>
          <a:lnRef idx="1">
            <a:schemeClr val="accent1"/>
          </a:lnRef>
          <a:fillRef idx="0">
            <a:schemeClr val="accent1"/>
          </a:fillRef>
          <a:effectRef idx="0">
            <a:schemeClr val="accent1"/>
          </a:effectRef>
          <a:fontRef idx="minor">
            <a:schemeClr val="tx1"/>
          </a:fontRef>
        </p:style>
      </p:cxnSp>
      <p:sp>
        <p:nvSpPr>
          <p:cNvPr id="65" name="文本框 64">
            <a:extLst>
              <a:ext uri="{FF2B5EF4-FFF2-40B4-BE49-F238E27FC236}">
                <a16:creationId xmlns:a16="http://schemas.microsoft.com/office/drawing/2014/main" id="{F735C612-4A6E-D4D6-A309-95434A9F71DB}"/>
              </a:ext>
            </a:extLst>
          </p:cNvPr>
          <p:cNvSpPr txBox="1"/>
          <p:nvPr/>
        </p:nvSpPr>
        <p:spPr>
          <a:xfrm>
            <a:off x="8536179" y="4973070"/>
            <a:ext cx="1128835"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0.1</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FB835EED-C9A2-617A-392D-BC984D4398B5}"/>
              </a:ext>
            </a:extLst>
          </p:cNvPr>
          <p:cNvSpPr txBox="1"/>
          <p:nvPr/>
        </p:nvSpPr>
        <p:spPr>
          <a:xfrm>
            <a:off x="9585877" y="5166478"/>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67" name="组合 66">
            <a:extLst>
              <a:ext uri="{FF2B5EF4-FFF2-40B4-BE49-F238E27FC236}">
                <a16:creationId xmlns:a16="http://schemas.microsoft.com/office/drawing/2014/main" id="{289E3801-9B25-0013-AD0D-BFACCACCCBFE}"/>
              </a:ext>
            </a:extLst>
          </p:cNvPr>
          <p:cNvGrpSpPr/>
          <p:nvPr/>
        </p:nvGrpSpPr>
        <p:grpSpPr>
          <a:xfrm>
            <a:off x="10567165" y="4916568"/>
            <a:ext cx="584345" cy="584345"/>
            <a:chOff x="10920536" y="1916832"/>
            <a:chExt cx="412230" cy="412230"/>
          </a:xfrm>
        </p:grpSpPr>
        <p:sp>
          <p:nvSpPr>
            <p:cNvPr id="68" name="矩形 67">
              <a:extLst>
                <a:ext uri="{FF2B5EF4-FFF2-40B4-BE49-F238E27FC236}">
                  <a16:creationId xmlns:a16="http://schemas.microsoft.com/office/drawing/2014/main" id="{9E2D58CA-D7E5-1A67-FEE2-0EFA98E93F12}"/>
                </a:ext>
              </a:extLst>
            </p:cNvPr>
            <p:cNvSpPr/>
            <p:nvPr/>
          </p:nvSpPr>
          <p:spPr>
            <a:xfrm>
              <a:off x="10920536" y="191683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9" name="上箭头 68">
              <a:extLst>
                <a:ext uri="{FF2B5EF4-FFF2-40B4-BE49-F238E27FC236}">
                  <a16:creationId xmlns:a16="http://schemas.microsoft.com/office/drawing/2014/main" id="{6095C45D-C3C0-8251-1E24-5BB5FB8D6F7E}"/>
                </a:ext>
              </a:extLst>
            </p:cNvPr>
            <p:cNvSpPr/>
            <p:nvPr/>
          </p:nvSpPr>
          <p:spPr>
            <a:xfrm rot="7635531">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70" name="文本框 69">
            <a:extLst>
              <a:ext uri="{FF2B5EF4-FFF2-40B4-BE49-F238E27FC236}">
                <a16:creationId xmlns:a16="http://schemas.microsoft.com/office/drawing/2014/main" id="{4D947960-567F-AB65-6F9F-A826E98CBBEB}"/>
              </a:ext>
            </a:extLst>
          </p:cNvPr>
          <p:cNvSpPr txBox="1"/>
          <p:nvPr/>
        </p:nvSpPr>
        <p:spPr>
          <a:xfrm>
            <a:off x="11159998" y="5213242"/>
            <a:ext cx="554960"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-97</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ADDA4C75-D07C-D4B6-B5AF-28083A434E99}"/>
              </a:ext>
            </a:extLst>
          </p:cNvPr>
          <p:cNvSpPr txBox="1"/>
          <p:nvPr/>
        </p:nvSpPr>
        <p:spPr>
          <a:xfrm>
            <a:off x="11138977" y="5019803"/>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22" name="文本框 121">
            <a:extLst>
              <a:ext uri="{FF2B5EF4-FFF2-40B4-BE49-F238E27FC236}">
                <a16:creationId xmlns:a16="http://schemas.microsoft.com/office/drawing/2014/main" id="{2E31C29E-F46C-9FC0-67A4-EAF40F5F0BAF}"/>
              </a:ext>
            </a:extLst>
          </p:cNvPr>
          <p:cNvSpPr txBox="1"/>
          <p:nvPr/>
        </p:nvSpPr>
        <p:spPr>
          <a:xfrm>
            <a:off x="6811536" y="6055682"/>
            <a:ext cx="4974064" cy="523220"/>
          </a:xfrm>
          <a:prstGeom prst="rect">
            <a:avLst/>
          </a:prstGeom>
          <a:noFill/>
        </p:spPr>
        <p:txBody>
          <a:bodyPr wrap="square" rtlCol="0">
            <a:spAutoFit/>
          </a:bodyPr>
          <a:lstStyle/>
          <a:p>
            <a:pPr marL="285750" indent="-285750" algn="just">
              <a:buFont typeface="Wingdings" pitchFamily="2" charset="2"/>
              <a:buChar char="l"/>
            </a:pP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35" name="矩形 134">
            <a:extLst>
              <a:ext uri="{FF2B5EF4-FFF2-40B4-BE49-F238E27FC236}">
                <a16:creationId xmlns:a16="http://schemas.microsoft.com/office/drawing/2014/main" id="{94698562-6189-46FA-7189-ED057D72895B}"/>
              </a:ext>
            </a:extLst>
          </p:cNvPr>
          <p:cNvSpPr/>
          <p:nvPr/>
        </p:nvSpPr>
        <p:spPr>
          <a:xfrm>
            <a:off x="2972451" y="1164560"/>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6" name="文本框 135">
            <a:extLst>
              <a:ext uri="{FF2B5EF4-FFF2-40B4-BE49-F238E27FC236}">
                <a16:creationId xmlns:a16="http://schemas.microsoft.com/office/drawing/2014/main" id="{0CC691E7-4C36-5CFE-7665-1BFC5C3F9834}"/>
              </a:ext>
            </a:extLst>
          </p:cNvPr>
          <p:cNvSpPr txBox="1"/>
          <p:nvPr/>
        </p:nvSpPr>
        <p:spPr>
          <a:xfrm>
            <a:off x="3287688" y="1109427"/>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137" name="矩形 136">
            <a:extLst>
              <a:ext uri="{FF2B5EF4-FFF2-40B4-BE49-F238E27FC236}">
                <a16:creationId xmlns:a16="http://schemas.microsoft.com/office/drawing/2014/main" id="{C1907EB4-6FDA-7102-9909-FCC4DB2E05C4}"/>
              </a:ext>
            </a:extLst>
          </p:cNvPr>
          <p:cNvSpPr/>
          <p:nvPr/>
        </p:nvSpPr>
        <p:spPr>
          <a:xfrm>
            <a:off x="2972451" y="1452592"/>
            <a:ext cx="329609" cy="159488"/>
          </a:xfrm>
          <a:prstGeom prst="rect">
            <a:avLst/>
          </a:prstGeom>
          <a:solidFill>
            <a:srgbClr val="FA5C4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8" name="文本框 137">
            <a:extLst>
              <a:ext uri="{FF2B5EF4-FFF2-40B4-BE49-F238E27FC236}">
                <a16:creationId xmlns:a16="http://schemas.microsoft.com/office/drawing/2014/main" id="{A81CCCE1-04B9-AEE2-A3F6-B26E04E87C65}"/>
              </a:ext>
            </a:extLst>
          </p:cNvPr>
          <p:cNvSpPr txBox="1"/>
          <p:nvPr/>
        </p:nvSpPr>
        <p:spPr>
          <a:xfrm>
            <a:off x="3287688" y="1397459"/>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139" name="矩形 138">
            <a:extLst>
              <a:ext uri="{FF2B5EF4-FFF2-40B4-BE49-F238E27FC236}">
                <a16:creationId xmlns:a16="http://schemas.microsoft.com/office/drawing/2014/main" id="{318E11CC-9990-0EA6-B0C3-FDBAACC01019}"/>
              </a:ext>
            </a:extLst>
          </p:cNvPr>
          <p:cNvSpPr/>
          <p:nvPr/>
        </p:nvSpPr>
        <p:spPr>
          <a:xfrm>
            <a:off x="2972451" y="1740624"/>
            <a:ext cx="329609" cy="159488"/>
          </a:xfrm>
          <a:prstGeom prst="rect">
            <a:avLst/>
          </a:prstGeom>
          <a:solidFill>
            <a:srgbClr val="EFBC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0" name="文本框 139">
            <a:extLst>
              <a:ext uri="{FF2B5EF4-FFF2-40B4-BE49-F238E27FC236}">
                <a16:creationId xmlns:a16="http://schemas.microsoft.com/office/drawing/2014/main" id="{614537FE-149A-C025-5ABF-B54EE9D98802}"/>
              </a:ext>
            </a:extLst>
          </p:cNvPr>
          <p:cNvSpPr txBox="1"/>
          <p:nvPr/>
        </p:nvSpPr>
        <p:spPr>
          <a:xfrm>
            <a:off x="3277528" y="1715971"/>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141" name="矩形 140">
            <a:extLst>
              <a:ext uri="{FF2B5EF4-FFF2-40B4-BE49-F238E27FC236}">
                <a16:creationId xmlns:a16="http://schemas.microsoft.com/office/drawing/2014/main" id="{8FA6292B-FA82-EEDD-E006-D191F3F000A6}"/>
              </a:ext>
            </a:extLst>
          </p:cNvPr>
          <p:cNvSpPr/>
          <p:nvPr/>
        </p:nvSpPr>
        <p:spPr>
          <a:xfrm>
            <a:off x="2972451" y="1998176"/>
            <a:ext cx="329609" cy="159488"/>
          </a:xfrm>
          <a:prstGeom prst="rect">
            <a:avLst/>
          </a:prstGeom>
          <a:pattFill prst="wdDnDiag">
            <a:fgClr>
              <a:srgbClr val="BB3023"/>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2" name="文本框 141">
            <a:extLst>
              <a:ext uri="{FF2B5EF4-FFF2-40B4-BE49-F238E27FC236}">
                <a16:creationId xmlns:a16="http://schemas.microsoft.com/office/drawing/2014/main" id="{DD5F481D-401A-082B-D38B-3D2AF333104C}"/>
              </a:ext>
            </a:extLst>
          </p:cNvPr>
          <p:cNvSpPr txBox="1"/>
          <p:nvPr/>
        </p:nvSpPr>
        <p:spPr>
          <a:xfrm>
            <a:off x="3277528" y="1973523"/>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166" name="文本框 165">
            <a:extLst>
              <a:ext uri="{FF2B5EF4-FFF2-40B4-BE49-F238E27FC236}">
                <a16:creationId xmlns:a16="http://schemas.microsoft.com/office/drawing/2014/main" id="{8A3BC98C-7F05-C960-EC21-1704443AAA55}"/>
              </a:ext>
            </a:extLst>
          </p:cNvPr>
          <p:cNvSpPr txBox="1"/>
          <p:nvPr/>
        </p:nvSpPr>
        <p:spPr>
          <a:xfrm>
            <a:off x="3143672" y="6055682"/>
            <a:ext cx="3545886" cy="523220"/>
          </a:xfrm>
          <a:prstGeom prst="rect">
            <a:avLst/>
          </a:prstGeom>
          <a:noFill/>
        </p:spPr>
        <p:txBody>
          <a:bodyPr wrap="square" rtlCol="0">
            <a:spAutoFit/>
          </a:bodyPr>
          <a:lstStyle/>
          <a:p>
            <a:pPr marL="285750" indent="-285750" algn="just">
              <a:buFont typeface="Wingdings" pitchFamily="2" charset="2"/>
              <a:buChar char="l"/>
            </a:pP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矩形 1">
            <a:extLst>
              <a:ext uri="{FF2B5EF4-FFF2-40B4-BE49-F238E27FC236}">
                <a16:creationId xmlns:a16="http://schemas.microsoft.com/office/drawing/2014/main" id="{002423C5-0CC3-2BE3-1E3E-0B40DD155C93}"/>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文本框 13">
            <a:extLst>
              <a:ext uri="{FF2B5EF4-FFF2-40B4-BE49-F238E27FC236}">
                <a16:creationId xmlns:a16="http://schemas.microsoft.com/office/drawing/2014/main" id="{B79C9883-23BE-C744-0D5F-A5A34D184F6F}"/>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 name="文本框 15">
            <a:extLst>
              <a:ext uri="{FF2B5EF4-FFF2-40B4-BE49-F238E27FC236}">
                <a16:creationId xmlns:a16="http://schemas.microsoft.com/office/drawing/2014/main" id="{FB5FDE17-8981-A735-7211-1723F6F38400}"/>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8" name="直线连接符 17">
            <a:extLst>
              <a:ext uri="{FF2B5EF4-FFF2-40B4-BE49-F238E27FC236}">
                <a16:creationId xmlns:a16="http://schemas.microsoft.com/office/drawing/2014/main" id="{F4658B94-3148-0381-D7BE-A49A99AF58D9}"/>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0FDC714F-5548-D304-49E1-24B41AEA2E92}"/>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72" name="文本框 71">
            <a:extLst>
              <a:ext uri="{FF2B5EF4-FFF2-40B4-BE49-F238E27FC236}">
                <a16:creationId xmlns:a16="http://schemas.microsoft.com/office/drawing/2014/main" id="{44FA99B7-47C3-8557-5A4C-859BB5155B33}"/>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3" name="组合 72">
            <a:extLst>
              <a:ext uri="{FF2B5EF4-FFF2-40B4-BE49-F238E27FC236}">
                <a16:creationId xmlns:a16="http://schemas.microsoft.com/office/drawing/2014/main" id="{058B8122-0D72-B289-15FE-9ECCAEDA1C6E}"/>
              </a:ext>
            </a:extLst>
          </p:cNvPr>
          <p:cNvGrpSpPr/>
          <p:nvPr/>
        </p:nvGrpSpPr>
        <p:grpSpPr>
          <a:xfrm>
            <a:off x="2259126" y="287981"/>
            <a:ext cx="356205" cy="355288"/>
            <a:chOff x="2323294" y="287981"/>
            <a:chExt cx="356205" cy="355288"/>
          </a:xfrm>
        </p:grpSpPr>
        <p:sp>
          <p:nvSpPr>
            <p:cNvPr id="74" name="Google Shape;7166;p80">
              <a:extLst>
                <a:ext uri="{FF2B5EF4-FFF2-40B4-BE49-F238E27FC236}">
                  <a16:creationId xmlns:a16="http://schemas.microsoft.com/office/drawing/2014/main" id="{382FBE59-E903-C401-A3E9-40552109BA08}"/>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167;p80">
              <a:extLst>
                <a:ext uri="{FF2B5EF4-FFF2-40B4-BE49-F238E27FC236}">
                  <a16:creationId xmlns:a16="http://schemas.microsoft.com/office/drawing/2014/main" id="{263E6B24-EEC4-2673-683C-E6C15014CDF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168;p80">
              <a:extLst>
                <a:ext uri="{FF2B5EF4-FFF2-40B4-BE49-F238E27FC236}">
                  <a16:creationId xmlns:a16="http://schemas.microsoft.com/office/drawing/2014/main" id="{2888E3E0-63C5-81DA-1581-70F2DB6B8532}"/>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169;p80">
              <a:extLst>
                <a:ext uri="{FF2B5EF4-FFF2-40B4-BE49-F238E27FC236}">
                  <a16:creationId xmlns:a16="http://schemas.microsoft.com/office/drawing/2014/main" id="{B99D1472-F70B-F455-DEE0-E215125F9C1A}"/>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 name="矩形 77">
            <a:extLst>
              <a:ext uri="{FF2B5EF4-FFF2-40B4-BE49-F238E27FC236}">
                <a16:creationId xmlns:a16="http://schemas.microsoft.com/office/drawing/2014/main" id="{550844FF-E796-AADA-2FE7-6E97DA9E7A56}"/>
              </a:ext>
            </a:extLst>
          </p:cNvPr>
          <p:cNvSpPr/>
          <p:nvPr/>
        </p:nvSpPr>
        <p:spPr>
          <a:xfrm>
            <a:off x="335360" y="1164560"/>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9" name="文本框 78">
            <a:extLst>
              <a:ext uri="{FF2B5EF4-FFF2-40B4-BE49-F238E27FC236}">
                <a16:creationId xmlns:a16="http://schemas.microsoft.com/office/drawing/2014/main" id="{75B05444-6A0F-D6FE-03A2-B436FF555E89}"/>
              </a:ext>
            </a:extLst>
          </p:cNvPr>
          <p:cNvSpPr txBox="1"/>
          <p:nvPr/>
        </p:nvSpPr>
        <p:spPr>
          <a:xfrm>
            <a:off x="650597" y="1109427"/>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0" name="矩形 79">
            <a:extLst>
              <a:ext uri="{FF2B5EF4-FFF2-40B4-BE49-F238E27FC236}">
                <a16:creationId xmlns:a16="http://schemas.microsoft.com/office/drawing/2014/main" id="{754D14BE-8E16-299E-AECF-1AEA707A1581}"/>
              </a:ext>
            </a:extLst>
          </p:cNvPr>
          <p:cNvSpPr/>
          <p:nvPr/>
        </p:nvSpPr>
        <p:spPr>
          <a:xfrm>
            <a:off x="335360" y="1452592"/>
            <a:ext cx="329609" cy="159488"/>
          </a:xfrm>
          <a:prstGeom prst="rect">
            <a:avLst/>
          </a:prstGeom>
          <a:solidFill>
            <a:srgbClr val="FA5C4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1" name="文本框 80">
            <a:extLst>
              <a:ext uri="{FF2B5EF4-FFF2-40B4-BE49-F238E27FC236}">
                <a16:creationId xmlns:a16="http://schemas.microsoft.com/office/drawing/2014/main" id="{01B46157-BED8-223A-19A8-550255FAADC6}"/>
              </a:ext>
            </a:extLst>
          </p:cNvPr>
          <p:cNvSpPr txBox="1"/>
          <p:nvPr/>
        </p:nvSpPr>
        <p:spPr>
          <a:xfrm>
            <a:off x="650597" y="1397459"/>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2" name="矩形 81">
            <a:extLst>
              <a:ext uri="{FF2B5EF4-FFF2-40B4-BE49-F238E27FC236}">
                <a16:creationId xmlns:a16="http://schemas.microsoft.com/office/drawing/2014/main" id="{CDEAF33D-CD66-C994-F3A4-10A23BDBF34D}"/>
              </a:ext>
            </a:extLst>
          </p:cNvPr>
          <p:cNvSpPr/>
          <p:nvPr/>
        </p:nvSpPr>
        <p:spPr>
          <a:xfrm>
            <a:off x="335360" y="1740624"/>
            <a:ext cx="329609" cy="159488"/>
          </a:xfrm>
          <a:prstGeom prst="rect">
            <a:avLst/>
          </a:prstGeom>
          <a:solidFill>
            <a:srgbClr val="EFBC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3" name="文本框 82">
            <a:extLst>
              <a:ext uri="{FF2B5EF4-FFF2-40B4-BE49-F238E27FC236}">
                <a16:creationId xmlns:a16="http://schemas.microsoft.com/office/drawing/2014/main" id="{73C5A359-0AF5-0069-B7B5-7085E81996E7}"/>
              </a:ext>
            </a:extLst>
          </p:cNvPr>
          <p:cNvSpPr txBox="1"/>
          <p:nvPr/>
        </p:nvSpPr>
        <p:spPr>
          <a:xfrm>
            <a:off x="640437" y="1715971"/>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4" name="矩形 83">
            <a:extLst>
              <a:ext uri="{FF2B5EF4-FFF2-40B4-BE49-F238E27FC236}">
                <a16:creationId xmlns:a16="http://schemas.microsoft.com/office/drawing/2014/main" id="{6E914AED-2E23-DB1F-119F-6EFCCDA5F670}"/>
              </a:ext>
            </a:extLst>
          </p:cNvPr>
          <p:cNvSpPr/>
          <p:nvPr/>
        </p:nvSpPr>
        <p:spPr>
          <a:xfrm>
            <a:off x="326651" y="3459156"/>
            <a:ext cx="329609" cy="15948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5" name="文本框 84">
            <a:extLst>
              <a:ext uri="{FF2B5EF4-FFF2-40B4-BE49-F238E27FC236}">
                <a16:creationId xmlns:a16="http://schemas.microsoft.com/office/drawing/2014/main" id="{5B358FD4-49BE-9328-54E9-94D1C396C359}"/>
              </a:ext>
            </a:extLst>
          </p:cNvPr>
          <p:cNvSpPr txBox="1"/>
          <p:nvPr/>
        </p:nvSpPr>
        <p:spPr>
          <a:xfrm>
            <a:off x="641888" y="3404023"/>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6" name="矩形 85">
            <a:extLst>
              <a:ext uri="{FF2B5EF4-FFF2-40B4-BE49-F238E27FC236}">
                <a16:creationId xmlns:a16="http://schemas.microsoft.com/office/drawing/2014/main" id="{8D10A26F-9E01-4D01-400B-2D3A9A7CC082}"/>
              </a:ext>
            </a:extLst>
          </p:cNvPr>
          <p:cNvSpPr/>
          <p:nvPr/>
        </p:nvSpPr>
        <p:spPr>
          <a:xfrm>
            <a:off x="326651" y="3747188"/>
            <a:ext cx="329609" cy="159488"/>
          </a:xfrm>
          <a:prstGeom prst="rect">
            <a:avLst/>
          </a:prstGeom>
          <a:solidFill>
            <a:srgbClr val="FA5C4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7" name="文本框 86">
            <a:extLst>
              <a:ext uri="{FF2B5EF4-FFF2-40B4-BE49-F238E27FC236}">
                <a16:creationId xmlns:a16="http://schemas.microsoft.com/office/drawing/2014/main" id="{5E7A78EF-7491-087F-3553-E4331249534A}"/>
              </a:ext>
            </a:extLst>
          </p:cNvPr>
          <p:cNvSpPr txBox="1"/>
          <p:nvPr/>
        </p:nvSpPr>
        <p:spPr>
          <a:xfrm>
            <a:off x="641888" y="3692055"/>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88" name="矩形 87">
            <a:extLst>
              <a:ext uri="{FF2B5EF4-FFF2-40B4-BE49-F238E27FC236}">
                <a16:creationId xmlns:a16="http://schemas.microsoft.com/office/drawing/2014/main" id="{04C6C97E-D6A8-7B5E-E369-A8594D60DA27}"/>
              </a:ext>
            </a:extLst>
          </p:cNvPr>
          <p:cNvSpPr/>
          <p:nvPr/>
        </p:nvSpPr>
        <p:spPr>
          <a:xfrm>
            <a:off x="326651" y="4035220"/>
            <a:ext cx="329609" cy="159488"/>
          </a:xfrm>
          <a:prstGeom prst="rect">
            <a:avLst/>
          </a:prstGeom>
          <a:solidFill>
            <a:srgbClr val="EFBC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9" name="文本框 88">
            <a:extLst>
              <a:ext uri="{FF2B5EF4-FFF2-40B4-BE49-F238E27FC236}">
                <a16:creationId xmlns:a16="http://schemas.microsoft.com/office/drawing/2014/main" id="{2CEB73AD-AC48-7B2D-793E-F3460318CC54}"/>
              </a:ext>
            </a:extLst>
          </p:cNvPr>
          <p:cNvSpPr txBox="1"/>
          <p:nvPr/>
        </p:nvSpPr>
        <p:spPr>
          <a:xfrm>
            <a:off x="631728" y="4010567"/>
            <a:ext cx="817853" cy="246221"/>
          </a:xfrm>
          <a:prstGeom prst="rect">
            <a:avLst/>
          </a:prstGeom>
          <a:noFill/>
        </p:spPr>
        <p:txBody>
          <a:bodyPr wrap="none" rtlCol="0">
            <a:spAutoFit/>
          </a:bodyPr>
          <a:lstStyle/>
          <a:p>
            <a:r>
              <a:rPr kumimoji="1" lang="en" altLang="zh-CN" sz="1000" dirty="0">
                <a:latin typeface="Alibaba PuHuiTi Medium" pitchFamily="18" charset="-122"/>
                <a:ea typeface="Alibaba PuHuiTi Medium" pitchFamily="18" charset="-122"/>
                <a:cs typeface="Alibaba PuHuiTi Medium" pitchFamily="18" charset="-122"/>
              </a:rPr>
              <a:t>write here</a:t>
            </a:r>
            <a:endParaRPr kumimoji="1" lang="zh-CN" altLang="en-US" sz="1000" dirty="0">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86433487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a:extLst>
              <a:ext uri="{FF2B5EF4-FFF2-40B4-BE49-F238E27FC236}">
                <a16:creationId xmlns:a16="http://schemas.microsoft.com/office/drawing/2014/main" id="{97D4F2D5-1F63-5E36-4A04-419DF6F78C63}"/>
              </a:ext>
            </a:extLst>
          </p:cNvPr>
          <p:cNvGrpSpPr/>
          <p:nvPr/>
        </p:nvGrpSpPr>
        <p:grpSpPr>
          <a:xfrm>
            <a:off x="3655678" y="3921625"/>
            <a:ext cx="2026634" cy="2708232"/>
            <a:chOff x="9352806" y="3391626"/>
            <a:chExt cx="2026634" cy="2708232"/>
          </a:xfrm>
        </p:grpSpPr>
        <p:sp>
          <p:nvSpPr>
            <p:cNvPr id="3" name="矩形 2">
              <a:extLst>
                <a:ext uri="{FF2B5EF4-FFF2-40B4-BE49-F238E27FC236}">
                  <a16:creationId xmlns:a16="http://schemas.microsoft.com/office/drawing/2014/main" id="{B3A6652F-8599-75A7-C700-C9907C9E7C44}"/>
                </a:ext>
              </a:extLst>
            </p:cNvPr>
            <p:cNvSpPr/>
            <p:nvPr/>
          </p:nvSpPr>
          <p:spPr>
            <a:xfrm>
              <a:off x="9926560" y="3408100"/>
              <a:ext cx="1452880" cy="2674552"/>
            </a:xfrm>
            <a:prstGeom prst="rect">
              <a:avLst/>
            </a:prstGeom>
            <a:solidFill>
              <a:schemeClr val="bg1"/>
            </a:solidFill>
            <a:ln w="4127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C4F59BA9-0421-05A9-555A-1F00E01A6046}"/>
                </a:ext>
              </a:extLst>
            </p:cNvPr>
            <p:cNvSpPr/>
            <p:nvPr/>
          </p:nvSpPr>
          <p:spPr>
            <a:xfrm>
              <a:off x="9352806" y="3391626"/>
              <a:ext cx="558108" cy="2708232"/>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 name="connsiteX0" fmla="*/ 0 w 980637"/>
                <a:gd name="connsiteY0" fmla="*/ 215519 h 1381760"/>
                <a:gd name="connsiteX1" fmla="*/ 980637 w 980637"/>
                <a:gd name="connsiteY1" fmla="*/ 0 h 1381760"/>
                <a:gd name="connsiteX2" fmla="*/ 980637 w 980637"/>
                <a:gd name="connsiteY2" fmla="*/ 1381760 h 1381760"/>
                <a:gd name="connsiteX3" fmla="*/ 71173 w 980637"/>
                <a:gd name="connsiteY3" fmla="*/ 1381760 h 1381760"/>
                <a:gd name="connsiteX4" fmla="*/ 0 w 980637"/>
                <a:gd name="connsiteY4" fmla="*/ 215519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637" h="1381760">
                  <a:moveTo>
                    <a:pt x="0" y="215519"/>
                  </a:moveTo>
                  <a:lnTo>
                    <a:pt x="980637" y="0"/>
                  </a:lnTo>
                  <a:lnTo>
                    <a:pt x="980637" y="1381760"/>
                  </a:lnTo>
                  <a:lnTo>
                    <a:pt x="71173" y="1381760"/>
                  </a:lnTo>
                  <a:cubicBezTo>
                    <a:pt x="67786" y="1036320"/>
                    <a:pt x="3387" y="560959"/>
                    <a:pt x="0" y="215519"/>
                  </a:cubicBez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grpSp>
      <p:grpSp>
        <p:nvGrpSpPr>
          <p:cNvPr id="22" name="组合 21">
            <a:extLst>
              <a:ext uri="{FF2B5EF4-FFF2-40B4-BE49-F238E27FC236}">
                <a16:creationId xmlns:a16="http://schemas.microsoft.com/office/drawing/2014/main" id="{2AE11F13-D4A7-7F19-6990-699635029D2D}"/>
              </a:ext>
            </a:extLst>
          </p:cNvPr>
          <p:cNvGrpSpPr/>
          <p:nvPr/>
        </p:nvGrpSpPr>
        <p:grpSpPr>
          <a:xfrm>
            <a:off x="2220213" y="4583559"/>
            <a:ext cx="1991910" cy="2029091"/>
            <a:chOff x="8079386" y="4053560"/>
            <a:chExt cx="1991910" cy="2029091"/>
          </a:xfrm>
        </p:grpSpPr>
        <p:sp>
          <p:nvSpPr>
            <p:cNvPr id="17" name="矩形 16">
              <a:extLst>
                <a:ext uri="{FF2B5EF4-FFF2-40B4-BE49-F238E27FC236}">
                  <a16:creationId xmlns:a16="http://schemas.microsoft.com/office/drawing/2014/main" id="{7EE3FAC9-471C-D468-13F2-2D8FA68D1745}"/>
                </a:ext>
              </a:extLst>
            </p:cNvPr>
            <p:cNvSpPr/>
            <p:nvPr/>
          </p:nvSpPr>
          <p:spPr>
            <a:xfrm>
              <a:off x="8618416" y="4070034"/>
              <a:ext cx="1452880" cy="2012617"/>
            </a:xfrm>
            <a:prstGeom prst="rect">
              <a:avLst/>
            </a:prstGeom>
            <a:solidFill>
              <a:schemeClr val="bg1"/>
            </a:solidFill>
            <a:ln w="4127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sp>
          <p:nvSpPr>
            <p:cNvPr id="18" name="矩形 13">
              <a:extLst>
                <a:ext uri="{FF2B5EF4-FFF2-40B4-BE49-F238E27FC236}">
                  <a16:creationId xmlns:a16="http://schemas.microsoft.com/office/drawing/2014/main" id="{9A20996F-2CE3-DCD5-C453-0615391C920F}"/>
                </a:ext>
              </a:extLst>
            </p:cNvPr>
            <p:cNvSpPr/>
            <p:nvPr/>
          </p:nvSpPr>
          <p:spPr>
            <a:xfrm>
              <a:off x="8079386" y="4053560"/>
              <a:ext cx="523384" cy="1414161"/>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624" h="1381760">
                  <a:moveTo>
                    <a:pt x="0" y="345440"/>
                  </a:moveTo>
                  <a:lnTo>
                    <a:pt x="919624" y="0"/>
                  </a:lnTo>
                  <a:lnTo>
                    <a:pt x="919624" y="1381760"/>
                  </a:lnTo>
                  <a:lnTo>
                    <a:pt x="10160" y="1381760"/>
                  </a:lnTo>
                  <a:cubicBezTo>
                    <a:pt x="6773" y="1036320"/>
                    <a:pt x="3387" y="690880"/>
                    <a:pt x="0" y="345440"/>
                  </a:cubicBez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grpSp>
      <p:grpSp>
        <p:nvGrpSpPr>
          <p:cNvPr id="23" name="组合 22">
            <a:extLst>
              <a:ext uri="{FF2B5EF4-FFF2-40B4-BE49-F238E27FC236}">
                <a16:creationId xmlns:a16="http://schemas.microsoft.com/office/drawing/2014/main" id="{ABF90853-ABE1-955E-6541-F3CCFD6CF422}"/>
              </a:ext>
            </a:extLst>
          </p:cNvPr>
          <p:cNvGrpSpPr/>
          <p:nvPr/>
        </p:nvGrpSpPr>
        <p:grpSpPr>
          <a:xfrm>
            <a:off x="758128" y="5220057"/>
            <a:ext cx="1991910" cy="1414161"/>
            <a:chOff x="6999266" y="4701632"/>
            <a:chExt cx="1991910" cy="1414161"/>
          </a:xfrm>
        </p:grpSpPr>
        <p:sp>
          <p:nvSpPr>
            <p:cNvPr id="19" name="矩形 18">
              <a:extLst>
                <a:ext uri="{FF2B5EF4-FFF2-40B4-BE49-F238E27FC236}">
                  <a16:creationId xmlns:a16="http://schemas.microsoft.com/office/drawing/2014/main" id="{D820C67E-284F-3937-B0C5-1FC299A75B93}"/>
                </a:ext>
              </a:extLst>
            </p:cNvPr>
            <p:cNvSpPr/>
            <p:nvPr/>
          </p:nvSpPr>
          <p:spPr>
            <a:xfrm>
              <a:off x="7538296" y="4718107"/>
              <a:ext cx="1452880" cy="1381760"/>
            </a:xfrm>
            <a:prstGeom prst="rect">
              <a:avLst/>
            </a:prstGeom>
            <a:solidFill>
              <a:schemeClr val="bg1"/>
            </a:solidFill>
            <a:ln w="4127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0" name="矩形 13">
              <a:extLst>
                <a:ext uri="{FF2B5EF4-FFF2-40B4-BE49-F238E27FC236}">
                  <a16:creationId xmlns:a16="http://schemas.microsoft.com/office/drawing/2014/main" id="{7B339AB6-851C-B591-38EF-A1650964DE3F}"/>
                </a:ext>
              </a:extLst>
            </p:cNvPr>
            <p:cNvSpPr/>
            <p:nvPr/>
          </p:nvSpPr>
          <p:spPr>
            <a:xfrm>
              <a:off x="6999266" y="4701632"/>
              <a:ext cx="523384" cy="1414161"/>
            </a:xfrm>
            <a:custGeom>
              <a:avLst/>
              <a:gdLst>
                <a:gd name="connsiteX0" fmla="*/ 0 w 909464"/>
                <a:gd name="connsiteY0" fmla="*/ 0 h 1381760"/>
                <a:gd name="connsiteX1" fmla="*/ 909464 w 909464"/>
                <a:gd name="connsiteY1" fmla="*/ 0 h 1381760"/>
                <a:gd name="connsiteX2" fmla="*/ 909464 w 909464"/>
                <a:gd name="connsiteY2" fmla="*/ 1381760 h 1381760"/>
                <a:gd name="connsiteX3" fmla="*/ 0 w 909464"/>
                <a:gd name="connsiteY3" fmla="*/ 1381760 h 1381760"/>
                <a:gd name="connsiteX4" fmla="*/ 0 w 909464"/>
                <a:gd name="connsiteY4" fmla="*/ 0 h 1381760"/>
                <a:gd name="connsiteX0" fmla="*/ 0 w 919624"/>
                <a:gd name="connsiteY0" fmla="*/ 345440 h 1381760"/>
                <a:gd name="connsiteX1" fmla="*/ 919624 w 919624"/>
                <a:gd name="connsiteY1" fmla="*/ 0 h 1381760"/>
                <a:gd name="connsiteX2" fmla="*/ 919624 w 919624"/>
                <a:gd name="connsiteY2" fmla="*/ 1381760 h 1381760"/>
                <a:gd name="connsiteX3" fmla="*/ 10160 w 919624"/>
                <a:gd name="connsiteY3" fmla="*/ 1381760 h 1381760"/>
                <a:gd name="connsiteX4" fmla="*/ 0 w 919624"/>
                <a:gd name="connsiteY4" fmla="*/ 345440 h 1381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624" h="1381760">
                  <a:moveTo>
                    <a:pt x="0" y="345440"/>
                  </a:moveTo>
                  <a:lnTo>
                    <a:pt x="919624" y="0"/>
                  </a:lnTo>
                  <a:lnTo>
                    <a:pt x="919624" y="1381760"/>
                  </a:lnTo>
                  <a:lnTo>
                    <a:pt x="10160" y="1381760"/>
                  </a:lnTo>
                  <a:cubicBezTo>
                    <a:pt x="6773" y="1036320"/>
                    <a:pt x="3387" y="690880"/>
                    <a:pt x="0" y="345440"/>
                  </a:cubicBezTo>
                  <a:close/>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pSp>
      <p:sp>
        <p:nvSpPr>
          <p:cNvPr id="24" name="Google Shape;776;p29">
            <a:extLst>
              <a:ext uri="{FF2B5EF4-FFF2-40B4-BE49-F238E27FC236}">
                <a16:creationId xmlns:a16="http://schemas.microsoft.com/office/drawing/2014/main" id="{5BD7ECCD-2162-2289-FD8A-2CB055531AAC}"/>
              </a:ext>
            </a:extLst>
          </p:cNvPr>
          <p:cNvSpPr txBox="1"/>
          <p:nvPr/>
        </p:nvSpPr>
        <p:spPr>
          <a:xfrm>
            <a:off x="4326948" y="4052775"/>
            <a:ext cx="1243859"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1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25" name="Google Shape;777;p29">
            <a:extLst>
              <a:ext uri="{FF2B5EF4-FFF2-40B4-BE49-F238E27FC236}">
                <a16:creationId xmlns:a16="http://schemas.microsoft.com/office/drawing/2014/main" id="{AA954342-C649-D88A-9090-4A60B58C4DA4}"/>
              </a:ext>
            </a:extLst>
          </p:cNvPr>
          <p:cNvSpPr txBox="1"/>
          <p:nvPr/>
        </p:nvSpPr>
        <p:spPr>
          <a:xfrm>
            <a:off x="4338524" y="4997996"/>
            <a:ext cx="1342262"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dirty="0">
              <a:solidFill>
                <a:srgbClr val="1E344D"/>
              </a:solidFill>
              <a:latin typeface="Alibaba PuHuiTi" pitchFamily="18" charset="-122"/>
              <a:ea typeface="Alibaba PuHuiTi" pitchFamily="18" charset="-122"/>
              <a:cs typeface="Alibaba PuHuiTi" pitchFamily="18" charset="-122"/>
              <a:sym typeface="Roboto"/>
            </a:endParaRPr>
          </a:p>
        </p:txBody>
      </p:sp>
      <p:sp>
        <p:nvSpPr>
          <p:cNvPr id="26" name="Google Shape;777;p29">
            <a:extLst>
              <a:ext uri="{FF2B5EF4-FFF2-40B4-BE49-F238E27FC236}">
                <a16:creationId xmlns:a16="http://schemas.microsoft.com/office/drawing/2014/main" id="{2CE3CF62-83DB-672E-7153-410213A8F409}"/>
              </a:ext>
            </a:extLst>
          </p:cNvPr>
          <p:cNvSpPr txBox="1"/>
          <p:nvPr/>
        </p:nvSpPr>
        <p:spPr>
          <a:xfrm>
            <a:off x="2845389" y="4813973"/>
            <a:ext cx="1226516"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27" name="文本框 26">
            <a:extLst>
              <a:ext uri="{FF2B5EF4-FFF2-40B4-BE49-F238E27FC236}">
                <a16:creationId xmlns:a16="http://schemas.microsoft.com/office/drawing/2014/main" id="{054F1BC6-91B4-2665-2710-5E4FF3D0D3A4}"/>
              </a:ext>
            </a:extLst>
          </p:cNvPr>
          <p:cNvSpPr txBox="1"/>
          <p:nvPr/>
        </p:nvSpPr>
        <p:spPr>
          <a:xfrm>
            <a:off x="1387885" y="5437669"/>
            <a:ext cx="1283483" cy="461665"/>
          </a:xfrm>
          <a:prstGeom prst="rect">
            <a:avLst/>
          </a:prstGeom>
          <a:noFill/>
        </p:spPr>
        <p:txBody>
          <a:bodyPr wrap="square" rtlCol="0">
            <a:spAutoFit/>
          </a:bodyPr>
          <a:lstStyle/>
          <a:p>
            <a:pPr marL="171450" indent="-171450" algn="just">
              <a:buFont typeface="Wingdings" pitchFamily="2" charset="2"/>
              <a:buChar char="n"/>
            </a:pP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8" name="文本框 27">
            <a:extLst>
              <a:ext uri="{FF2B5EF4-FFF2-40B4-BE49-F238E27FC236}">
                <a16:creationId xmlns:a16="http://schemas.microsoft.com/office/drawing/2014/main" id="{4E95970E-980F-F7A5-C1C6-78FFFFEC9774}"/>
              </a:ext>
            </a:extLst>
          </p:cNvPr>
          <p:cNvSpPr txBox="1"/>
          <p:nvPr/>
        </p:nvSpPr>
        <p:spPr>
          <a:xfrm>
            <a:off x="1387885" y="5959817"/>
            <a:ext cx="1283483" cy="461665"/>
          </a:xfrm>
          <a:prstGeom prst="rect">
            <a:avLst/>
          </a:prstGeom>
          <a:noFill/>
        </p:spPr>
        <p:txBody>
          <a:bodyPr wrap="square" rtlCol="0">
            <a:spAutoFit/>
          </a:bodyPr>
          <a:lstStyle/>
          <a:p>
            <a:pPr marL="171450" indent="-171450" algn="just">
              <a:buFont typeface="Wingdings" pitchFamily="2" charset="2"/>
              <a:buChar char="n"/>
            </a:pP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9" name="椭圆 28">
            <a:extLst>
              <a:ext uri="{FF2B5EF4-FFF2-40B4-BE49-F238E27FC236}">
                <a16:creationId xmlns:a16="http://schemas.microsoft.com/office/drawing/2014/main" id="{67FF79D0-0F22-017A-DA9E-6C70F770B59E}"/>
              </a:ext>
            </a:extLst>
          </p:cNvPr>
          <p:cNvSpPr/>
          <p:nvPr/>
        </p:nvSpPr>
        <p:spPr>
          <a:xfrm>
            <a:off x="689255" y="3437680"/>
            <a:ext cx="1684421" cy="737939"/>
          </a:xfrm>
          <a:prstGeom prst="ellipse">
            <a:avLst/>
          </a:prstGeom>
          <a:solidFill>
            <a:schemeClr val="bg1"/>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椭圆 30">
            <a:extLst>
              <a:ext uri="{FF2B5EF4-FFF2-40B4-BE49-F238E27FC236}">
                <a16:creationId xmlns:a16="http://schemas.microsoft.com/office/drawing/2014/main" id="{621E845B-7998-A619-D000-250D3DF3FC9B}"/>
              </a:ext>
            </a:extLst>
          </p:cNvPr>
          <p:cNvSpPr/>
          <p:nvPr/>
        </p:nvSpPr>
        <p:spPr>
          <a:xfrm>
            <a:off x="2276201" y="2733528"/>
            <a:ext cx="1684421" cy="737939"/>
          </a:xfrm>
          <a:prstGeom prst="ellipse">
            <a:avLst/>
          </a:prstGeom>
          <a:solidFill>
            <a:schemeClr val="bg1"/>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椭圆 32">
            <a:extLst>
              <a:ext uri="{FF2B5EF4-FFF2-40B4-BE49-F238E27FC236}">
                <a16:creationId xmlns:a16="http://schemas.microsoft.com/office/drawing/2014/main" id="{01ECACB2-4ACD-ED63-AEB9-B98B84A44C60}"/>
              </a:ext>
            </a:extLst>
          </p:cNvPr>
          <p:cNvSpPr/>
          <p:nvPr/>
        </p:nvSpPr>
        <p:spPr>
          <a:xfrm>
            <a:off x="4003058" y="2064866"/>
            <a:ext cx="1684421" cy="737939"/>
          </a:xfrm>
          <a:prstGeom prst="ellipse">
            <a:avLst/>
          </a:prstGeom>
          <a:solidFill>
            <a:schemeClr val="bg1"/>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文本框 34">
            <a:extLst>
              <a:ext uri="{FF2B5EF4-FFF2-40B4-BE49-F238E27FC236}">
                <a16:creationId xmlns:a16="http://schemas.microsoft.com/office/drawing/2014/main" id="{73A2427A-6770-A370-7B9E-40369F383340}"/>
              </a:ext>
            </a:extLst>
          </p:cNvPr>
          <p:cNvSpPr txBox="1"/>
          <p:nvPr/>
        </p:nvSpPr>
        <p:spPr>
          <a:xfrm>
            <a:off x="885475" y="3551360"/>
            <a:ext cx="1346056"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36" name="文本框 35">
            <a:extLst>
              <a:ext uri="{FF2B5EF4-FFF2-40B4-BE49-F238E27FC236}">
                <a16:creationId xmlns:a16="http://schemas.microsoft.com/office/drawing/2014/main" id="{D66FEAE0-D834-8349-B154-7F7370F55E0E}"/>
              </a:ext>
            </a:extLst>
          </p:cNvPr>
          <p:cNvSpPr txBox="1"/>
          <p:nvPr/>
        </p:nvSpPr>
        <p:spPr>
          <a:xfrm>
            <a:off x="1087022" y="3817320"/>
            <a:ext cx="1202383" cy="307777"/>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main title</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7" name="文本框 36">
            <a:extLst>
              <a:ext uri="{FF2B5EF4-FFF2-40B4-BE49-F238E27FC236}">
                <a16:creationId xmlns:a16="http://schemas.microsoft.com/office/drawing/2014/main" id="{95C9F152-5843-D4BF-2BFA-A96B9961199E}"/>
              </a:ext>
            </a:extLst>
          </p:cNvPr>
          <p:cNvSpPr txBox="1"/>
          <p:nvPr/>
        </p:nvSpPr>
        <p:spPr>
          <a:xfrm>
            <a:off x="2469418" y="2850757"/>
            <a:ext cx="1346056"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38" name="文本框 37">
            <a:extLst>
              <a:ext uri="{FF2B5EF4-FFF2-40B4-BE49-F238E27FC236}">
                <a16:creationId xmlns:a16="http://schemas.microsoft.com/office/drawing/2014/main" id="{772C49FC-D7D3-9875-11E9-CF1F26EC85AC}"/>
              </a:ext>
            </a:extLst>
          </p:cNvPr>
          <p:cNvSpPr txBox="1"/>
          <p:nvPr/>
        </p:nvSpPr>
        <p:spPr>
          <a:xfrm>
            <a:off x="2636240" y="3093568"/>
            <a:ext cx="1202383" cy="307777"/>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main title</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9" name="文本框 38">
            <a:extLst>
              <a:ext uri="{FF2B5EF4-FFF2-40B4-BE49-F238E27FC236}">
                <a16:creationId xmlns:a16="http://schemas.microsoft.com/office/drawing/2014/main" id="{7587942C-7800-5F79-52A8-DF53F6112AEB}"/>
              </a:ext>
            </a:extLst>
          </p:cNvPr>
          <p:cNvSpPr txBox="1"/>
          <p:nvPr/>
        </p:nvSpPr>
        <p:spPr>
          <a:xfrm>
            <a:off x="4161551" y="2205245"/>
            <a:ext cx="1346056"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0" name="文本框 39">
            <a:extLst>
              <a:ext uri="{FF2B5EF4-FFF2-40B4-BE49-F238E27FC236}">
                <a16:creationId xmlns:a16="http://schemas.microsoft.com/office/drawing/2014/main" id="{8F6501B4-14E8-AF88-1008-662560219EA0}"/>
              </a:ext>
            </a:extLst>
          </p:cNvPr>
          <p:cNvSpPr txBox="1"/>
          <p:nvPr/>
        </p:nvSpPr>
        <p:spPr>
          <a:xfrm>
            <a:off x="4374673" y="2436481"/>
            <a:ext cx="1202383" cy="307777"/>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main title</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41" name="下箭头 40">
            <a:extLst>
              <a:ext uri="{FF2B5EF4-FFF2-40B4-BE49-F238E27FC236}">
                <a16:creationId xmlns:a16="http://schemas.microsoft.com/office/drawing/2014/main" id="{8313F711-370A-FE51-A9FE-7FE3AE9C0EB5}"/>
              </a:ext>
            </a:extLst>
          </p:cNvPr>
          <p:cNvSpPr/>
          <p:nvPr/>
        </p:nvSpPr>
        <p:spPr>
          <a:xfrm>
            <a:off x="1297198" y="4419092"/>
            <a:ext cx="540794" cy="623425"/>
          </a:xfrm>
          <a:prstGeom prst="downArrow">
            <a:avLst>
              <a:gd name="adj1" fmla="val 59656"/>
              <a:gd name="adj2" fmla="val 62162"/>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2" name="下箭头 41">
            <a:extLst>
              <a:ext uri="{FF2B5EF4-FFF2-40B4-BE49-F238E27FC236}">
                <a16:creationId xmlns:a16="http://schemas.microsoft.com/office/drawing/2014/main" id="{ABA76658-44AB-309D-3AAF-E52B4C5DFBB8}"/>
              </a:ext>
            </a:extLst>
          </p:cNvPr>
          <p:cNvSpPr/>
          <p:nvPr/>
        </p:nvSpPr>
        <p:spPr>
          <a:xfrm>
            <a:off x="2852265" y="3741640"/>
            <a:ext cx="540794" cy="623425"/>
          </a:xfrm>
          <a:prstGeom prst="downArrow">
            <a:avLst>
              <a:gd name="adj1" fmla="val 59656"/>
              <a:gd name="adj2" fmla="val 62162"/>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3" name="下箭头 42">
            <a:extLst>
              <a:ext uri="{FF2B5EF4-FFF2-40B4-BE49-F238E27FC236}">
                <a16:creationId xmlns:a16="http://schemas.microsoft.com/office/drawing/2014/main" id="{3308C317-BF8F-611C-4E6E-9F1A865BF10A}"/>
              </a:ext>
            </a:extLst>
          </p:cNvPr>
          <p:cNvSpPr/>
          <p:nvPr/>
        </p:nvSpPr>
        <p:spPr>
          <a:xfrm>
            <a:off x="4580457" y="3093568"/>
            <a:ext cx="540794" cy="623425"/>
          </a:xfrm>
          <a:prstGeom prst="downArrow">
            <a:avLst>
              <a:gd name="adj1" fmla="val 59656"/>
              <a:gd name="adj2" fmla="val 62162"/>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graphicFrame>
        <p:nvGraphicFramePr>
          <p:cNvPr id="44" name="图表 43">
            <a:extLst>
              <a:ext uri="{FF2B5EF4-FFF2-40B4-BE49-F238E27FC236}">
                <a16:creationId xmlns:a16="http://schemas.microsoft.com/office/drawing/2014/main" id="{7A1A4772-57A4-1385-28BB-548F608A4222}"/>
              </a:ext>
            </a:extLst>
          </p:cNvPr>
          <p:cNvGraphicFramePr/>
          <p:nvPr>
            <p:extLst>
              <p:ext uri="{D42A27DB-BD31-4B8C-83A1-F6EECF244321}">
                <p14:modId xmlns:p14="http://schemas.microsoft.com/office/powerpoint/2010/main" val="2575281632"/>
              </p:ext>
            </p:extLst>
          </p:nvPr>
        </p:nvGraphicFramePr>
        <p:xfrm>
          <a:off x="6360086" y="2290163"/>
          <a:ext cx="5694947" cy="4868779"/>
        </p:xfrm>
        <a:graphic>
          <a:graphicData uri="http://schemas.openxmlformats.org/drawingml/2006/chart">
            <c:chart xmlns:c="http://schemas.openxmlformats.org/drawingml/2006/chart" xmlns:r="http://schemas.openxmlformats.org/officeDocument/2006/relationships" r:id="rId3"/>
          </a:graphicData>
        </a:graphic>
      </p:graphicFrame>
      <p:cxnSp>
        <p:nvCxnSpPr>
          <p:cNvPr id="45" name="直线箭头连接符 44">
            <a:extLst>
              <a:ext uri="{FF2B5EF4-FFF2-40B4-BE49-F238E27FC236}">
                <a16:creationId xmlns:a16="http://schemas.microsoft.com/office/drawing/2014/main" id="{7EB7A7E0-059B-2C37-3F70-655DD5CBB0B2}"/>
              </a:ext>
            </a:extLst>
          </p:cNvPr>
          <p:cNvCxnSpPr>
            <a:cxnSpLocks/>
          </p:cNvCxnSpPr>
          <p:nvPr/>
        </p:nvCxnSpPr>
        <p:spPr>
          <a:xfrm flipV="1">
            <a:off x="7270426" y="2673752"/>
            <a:ext cx="3858633" cy="1221434"/>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6" name="椭圆 45">
            <a:extLst>
              <a:ext uri="{FF2B5EF4-FFF2-40B4-BE49-F238E27FC236}">
                <a16:creationId xmlns:a16="http://schemas.microsoft.com/office/drawing/2014/main" id="{06572596-A55D-E09C-8449-A5AE0A36CB72}"/>
              </a:ext>
            </a:extLst>
          </p:cNvPr>
          <p:cNvSpPr/>
          <p:nvPr/>
        </p:nvSpPr>
        <p:spPr>
          <a:xfrm>
            <a:off x="8580187" y="3078867"/>
            <a:ext cx="708498" cy="49222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矩形 47">
            <a:extLst>
              <a:ext uri="{FF2B5EF4-FFF2-40B4-BE49-F238E27FC236}">
                <a16:creationId xmlns:a16="http://schemas.microsoft.com/office/drawing/2014/main" id="{26C6D03A-211F-E94E-4522-A98B1A853097}"/>
              </a:ext>
            </a:extLst>
          </p:cNvPr>
          <p:cNvSpPr/>
          <p:nvPr/>
        </p:nvSpPr>
        <p:spPr>
          <a:xfrm>
            <a:off x="7679804" y="4791513"/>
            <a:ext cx="796013" cy="1701884"/>
          </a:xfrm>
          <a:prstGeom prst="rect">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 name="文本框 48">
            <a:extLst>
              <a:ext uri="{FF2B5EF4-FFF2-40B4-BE49-F238E27FC236}">
                <a16:creationId xmlns:a16="http://schemas.microsoft.com/office/drawing/2014/main" id="{5353196C-24B7-2D1F-57A1-577EBC1C9EFB}"/>
              </a:ext>
            </a:extLst>
          </p:cNvPr>
          <p:cNvSpPr txBox="1"/>
          <p:nvPr/>
        </p:nvSpPr>
        <p:spPr>
          <a:xfrm>
            <a:off x="7504674" y="4407279"/>
            <a:ext cx="1135828" cy="307777"/>
          </a:xfrm>
          <a:prstGeom prst="rect">
            <a:avLst/>
          </a:prstGeom>
          <a:noFill/>
        </p:spPr>
        <p:txBody>
          <a:bodyPr wrap="square" rtlCol="0">
            <a:spAutoFit/>
          </a:bodyPr>
          <a:lstStyle/>
          <a:p>
            <a:r>
              <a:rPr kumimoji="1" lang="en" altLang="zh-CN" sz="1400" dirty="0">
                <a:latin typeface="Alibaba PuHuiTi Medium" pitchFamily="18" charset="-122"/>
                <a:ea typeface="Alibaba PuHuiTi Medium" pitchFamily="18" charset="-122"/>
                <a:cs typeface="Alibaba PuHuiTi Medium" pitchFamily="18" charset="-122"/>
              </a:rPr>
              <a:t>Write Here</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03C1D1B0-CF3F-5E13-9D44-8C25617F3CF7}"/>
              </a:ext>
            </a:extLst>
          </p:cNvPr>
          <p:cNvSpPr txBox="1"/>
          <p:nvPr/>
        </p:nvSpPr>
        <p:spPr>
          <a:xfrm>
            <a:off x="7626216" y="4250458"/>
            <a:ext cx="1016014" cy="261610"/>
          </a:xfrm>
          <a:prstGeom prst="rect">
            <a:avLst/>
          </a:prstGeom>
          <a:noFill/>
        </p:spPr>
        <p:txBody>
          <a:bodyPr wrap="square">
            <a:spAutoFit/>
          </a:bodyPr>
          <a:lstStyle/>
          <a:p>
            <a:r>
              <a:rPr kumimoji="1" lang="en" altLang="zh-CN" sz="1100" dirty="0">
                <a:latin typeface="Alibaba PuHuiTi" pitchFamily="18" charset="-122"/>
                <a:ea typeface="Alibaba PuHuiTi" pitchFamily="18" charset="-122"/>
                <a:cs typeface="Alibaba PuHuiTi" pitchFamily="18" charset="-122"/>
              </a:rPr>
              <a:t>main title</a:t>
            </a:r>
            <a:endParaRPr lang="zh-CN" altLang="en-US" sz="1100" dirty="0">
              <a:latin typeface="Alibaba PuHuiTi" pitchFamily="18" charset="-122"/>
              <a:ea typeface="Alibaba PuHuiTi" pitchFamily="18" charset="-122"/>
              <a:cs typeface="Alibaba PuHuiTi" pitchFamily="18" charset="-122"/>
            </a:endParaRPr>
          </a:p>
        </p:txBody>
      </p:sp>
      <p:sp>
        <p:nvSpPr>
          <p:cNvPr id="51" name="矩形 50">
            <a:extLst>
              <a:ext uri="{FF2B5EF4-FFF2-40B4-BE49-F238E27FC236}">
                <a16:creationId xmlns:a16="http://schemas.microsoft.com/office/drawing/2014/main" id="{E6C5CA1E-9453-B095-BDF4-E4060CF9ED47}"/>
              </a:ext>
            </a:extLst>
          </p:cNvPr>
          <p:cNvSpPr/>
          <p:nvPr/>
        </p:nvSpPr>
        <p:spPr>
          <a:xfrm>
            <a:off x="6407850" y="1921195"/>
            <a:ext cx="368969" cy="36896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文本框 51">
            <a:extLst>
              <a:ext uri="{FF2B5EF4-FFF2-40B4-BE49-F238E27FC236}">
                <a16:creationId xmlns:a16="http://schemas.microsoft.com/office/drawing/2014/main" id="{6268DAEE-84A1-93D8-8F9F-FADDF0790F05}"/>
              </a:ext>
            </a:extLst>
          </p:cNvPr>
          <p:cNvSpPr txBox="1"/>
          <p:nvPr/>
        </p:nvSpPr>
        <p:spPr>
          <a:xfrm>
            <a:off x="6428461" y="1913453"/>
            <a:ext cx="234536" cy="400110"/>
          </a:xfrm>
          <a:prstGeom prst="rect">
            <a:avLst/>
          </a:prstGeom>
          <a:noFill/>
        </p:spPr>
        <p:txBody>
          <a:bodyPr wrap="squar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2</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3" name="文本框 52">
            <a:extLst>
              <a:ext uri="{FF2B5EF4-FFF2-40B4-BE49-F238E27FC236}">
                <a16:creationId xmlns:a16="http://schemas.microsoft.com/office/drawing/2014/main" id="{44218197-27B6-467E-5EA9-5719075EBCB6}"/>
              </a:ext>
            </a:extLst>
          </p:cNvPr>
          <p:cNvSpPr txBox="1"/>
          <p:nvPr/>
        </p:nvSpPr>
        <p:spPr>
          <a:xfrm>
            <a:off x="6767890" y="1855726"/>
            <a:ext cx="5006660"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C52085DC-13E3-3E9C-1005-2D0B3288C35D}"/>
              </a:ext>
            </a:extLst>
          </p:cNvPr>
          <p:cNvSpPr txBox="1"/>
          <p:nvPr/>
        </p:nvSpPr>
        <p:spPr>
          <a:xfrm>
            <a:off x="8526677" y="3169238"/>
            <a:ext cx="1135828" cy="307777"/>
          </a:xfrm>
          <a:prstGeom prst="rect">
            <a:avLst/>
          </a:prstGeom>
          <a:noFill/>
        </p:spPr>
        <p:txBody>
          <a:bodyPr wrap="square" rtlCol="0">
            <a:spAutoFit/>
          </a:bodyPr>
          <a:lstStyle/>
          <a:p>
            <a:r>
              <a:rPr kumimoji="1" lang="en-US" altLang="zh-CN" sz="1400" dirty="0">
                <a:latin typeface="Alibaba PuHuiTi Medium" pitchFamily="18" charset="-122"/>
                <a:ea typeface="Alibaba PuHuiTi Medium" pitchFamily="18" charset="-122"/>
                <a:cs typeface="Alibaba PuHuiTi Medium" pitchFamily="18" charset="-122"/>
              </a:rPr>
              <a:t>+10.6%</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15" name="矩形 14">
            <a:extLst>
              <a:ext uri="{FF2B5EF4-FFF2-40B4-BE49-F238E27FC236}">
                <a16:creationId xmlns:a16="http://schemas.microsoft.com/office/drawing/2014/main" id="{2F2F1568-4B44-514D-F3FB-A2D019240A37}"/>
              </a:ext>
            </a:extLst>
          </p:cNvPr>
          <p:cNvSpPr/>
          <p:nvPr/>
        </p:nvSpPr>
        <p:spPr>
          <a:xfrm>
            <a:off x="426240" y="1921195"/>
            <a:ext cx="368969" cy="36896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文本框 15">
            <a:extLst>
              <a:ext uri="{FF2B5EF4-FFF2-40B4-BE49-F238E27FC236}">
                <a16:creationId xmlns:a16="http://schemas.microsoft.com/office/drawing/2014/main" id="{FF6F8ED5-56FF-DF6A-7264-1843C935D490}"/>
              </a:ext>
            </a:extLst>
          </p:cNvPr>
          <p:cNvSpPr txBox="1"/>
          <p:nvPr/>
        </p:nvSpPr>
        <p:spPr>
          <a:xfrm>
            <a:off x="440027" y="1920749"/>
            <a:ext cx="234536" cy="400110"/>
          </a:xfrm>
          <a:prstGeom prst="rect">
            <a:avLst/>
          </a:prstGeom>
          <a:noFill/>
        </p:spPr>
        <p:txBody>
          <a:bodyPr wrap="squar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1</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0" name="文本框 29">
            <a:extLst>
              <a:ext uri="{FF2B5EF4-FFF2-40B4-BE49-F238E27FC236}">
                <a16:creationId xmlns:a16="http://schemas.microsoft.com/office/drawing/2014/main" id="{7ABC6169-D18C-110F-998B-D904F87440C1}"/>
              </a:ext>
            </a:extLst>
          </p:cNvPr>
          <p:cNvSpPr txBox="1"/>
          <p:nvPr/>
        </p:nvSpPr>
        <p:spPr>
          <a:xfrm>
            <a:off x="812570" y="1847488"/>
            <a:ext cx="3009787"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2" name="矩形 31">
            <a:extLst>
              <a:ext uri="{FF2B5EF4-FFF2-40B4-BE49-F238E27FC236}">
                <a16:creationId xmlns:a16="http://schemas.microsoft.com/office/drawing/2014/main" id="{33E6148E-3845-28B2-9345-A12E8192955A}"/>
              </a:ext>
            </a:extLst>
          </p:cNvPr>
          <p:cNvSpPr/>
          <p:nvPr/>
        </p:nvSpPr>
        <p:spPr>
          <a:xfrm>
            <a:off x="352926" y="994611"/>
            <a:ext cx="5486400" cy="705852"/>
          </a:xfrm>
          <a:prstGeom prst="rect">
            <a:avLst/>
          </a:prstGeom>
          <a:solidFill>
            <a:srgbClr val="1E344D">
              <a:alpha val="22000"/>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C6334711-C98B-D9CB-FD15-6F273A964695}"/>
              </a:ext>
            </a:extLst>
          </p:cNvPr>
          <p:cNvSpPr/>
          <p:nvPr/>
        </p:nvSpPr>
        <p:spPr>
          <a:xfrm>
            <a:off x="6336632" y="994611"/>
            <a:ext cx="5486400" cy="705852"/>
          </a:xfrm>
          <a:prstGeom prst="rect">
            <a:avLst/>
          </a:prstGeom>
          <a:solidFill>
            <a:srgbClr val="1E344D">
              <a:alpha val="22000"/>
            </a:srgbClr>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7" name="文本框 46">
            <a:extLst>
              <a:ext uri="{FF2B5EF4-FFF2-40B4-BE49-F238E27FC236}">
                <a16:creationId xmlns:a16="http://schemas.microsoft.com/office/drawing/2014/main" id="{24CCD3A4-0649-BC84-4C08-913097F892C2}"/>
              </a:ext>
            </a:extLst>
          </p:cNvPr>
          <p:cNvSpPr txBox="1"/>
          <p:nvPr/>
        </p:nvSpPr>
        <p:spPr>
          <a:xfrm>
            <a:off x="536646" y="1058816"/>
            <a:ext cx="5029964" cy="276999"/>
          </a:xfrm>
          <a:prstGeom prst="rect">
            <a:avLst/>
          </a:prstGeom>
          <a:noFill/>
        </p:spPr>
        <p:txBody>
          <a:bodyPr wrap="square" rtlCol="0">
            <a:spAutoFit/>
          </a:bodyPr>
          <a:lstStyle/>
          <a:p>
            <a:pPr marL="171450" indent="-171450" algn="just">
              <a:buFont typeface="Wingdings" pitchFamily="2" charset="2"/>
              <a:buChar char="Ø"/>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4" name="文本框 53">
            <a:extLst>
              <a:ext uri="{FF2B5EF4-FFF2-40B4-BE49-F238E27FC236}">
                <a16:creationId xmlns:a16="http://schemas.microsoft.com/office/drawing/2014/main" id="{20E752F2-88D6-E620-7BD8-1E3D411351FA}"/>
              </a:ext>
            </a:extLst>
          </p:cNvPr>
          <p:cNvSpPr txBox="1"/>
          <p:nvPr/>
        </p:nvSpPr>
        <p:spPr>
          <a:xfrm>
            <a:off x="536646" y="1352720"/>
            <a:ext cx="5029964" cy="276999"/>
          </a:xfrm>
          <a:prstGeom prst="rect">
            <a:avLst/>
          </a:prstGeom>
          <a:noFill/>
        </p:spPr>
        <p:txBody>
          <a:bodyPr wrap="square" rtlCol="0">
            <a:spAutoFit/>
          </a:bodyPr>
          <a:lstStyle/>
          <a:p>
            <a:pPr marL="171450" indent="-171450" algn="just">
              <a:buFont typeface="Wingdings" pitchFamily="2" charset="2"/>
              <a:buChar char="Ø"/>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6" name="文本框 55">
            <a:extLst>
              <a:ext uri="{FF2B5EF4-FFF2-40B4-BE49-F238E27FC236}">
                <a16:creationId xmlns:a16="http://schemas.microsoft.com/office/drawing/2014/main" id="{20D4C7A2-3C05-3061-30E3-9240F45AE548}"/>
              </a:ext>
            </a:extLst>
          </p:cNvPr>
          <p:cNvSpPr txBox="1"/>
          <p:nvPr/>
        </p:nvSpPr>
        <p:spPr>
          <a:xfrm>
            <a:off x="6600056" y="1058816"/>
            <a:ext cx="5029964" cy="276999"/>
          </a:xfrm>
          <a:prstGeom prst="rect">
            <a:avLst/>
          </a:prstGeom>
          <a:noFill/>
        </p:spPr>
        <p:txBody>
          <a:bodyPr wrap="square" rtlCol="0">
            <a:spAutoFit/>
          </a:bodyPr>
          <a:lstStyle/>
          <a:p>
            <a:pPr marL="171450" indent="-171450" algn="just">
              <a:buFont typeface="Wingdings" pitchFamily="2" charset="2"/>
              <a:buChar char="ü"/>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7" name="文本框 56">
            <a:extLst>
              <a:ext uri="{FF2B5EF4-FFF2-40B4-BE49-F238E27FC236}">
                <a16:creationId xmlns:a16="http://schemas.microsoft.com/office/drawing/2014/main" id="{97F8C381-F4CB-BB28-5E6A-5DA438965035}"/>
              </a:ext>
            </a:extLst>
          </p:cNvPr>
          <p:cNvSpPr txBox="1"/>
          <p:nvPr/>
        </p:nvSpPr>
        <p:spPr>
          <a:xfrm>
            <a:off x="6600056" y="1352720"/>
            <a:ext cx="5029964" cy="276999"/>
          </a:xfrm>
          <a:prstGeom prst="rect">
            <a:avLst/>
          </a:prstGeom>
          <a:noFill/>
        </p:spPr>
        <p:txBody>
          <a:bodyPr wrap="square" rtlCol="0">
            <a:spAutoFit/>
          </a:bodyPr>
          <a:lstStyle/>
          <a:p>
            <a:pPr marL="171450" indent="-171450" algn="just">
              <a:buFont typeface="Wingdings" pitchFamily="2" charset="2"/>
              <a:buChar char="ü"/>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20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2" name="矩形 1">
            <a:extLst>
              <a:ext uri="{FF2B5EF4-FFF2-40B4-BE49-F238E27FC236}">
                <a16:creationId xmlns:a16="http://schemas.microsoft.com/office/drawing/2014/main" id="{5BB2946D-7FA3-5C5D-6487-1FBC99AED230}"/>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45850A61-2358-6D8E-10DC-57231E113D4A}"/>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5C7107D5-E36F-B112-C850-0F4E83862A5E}"/>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0" name="直线连接符 59">
            <a:extLst>
              <a:ext uri="{FF2B5EF4-FFF2-40B4-BE49-F238E27FC236}">
                <a16:creationId xmlns:a16="http://schemas.microsoft.com/office/drawing/2014/main" id="{8F445850-4B3A-FEE6-4D51-65A81D1E2DF2}"/>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1" name="直线连接符 60">
            <a:extLst>
              <a:ext uri="{FF2B5EF4-FFF2-40B4-BE49-F238E27FC236}">
                <a16:creationId xmlns:a16="http://schemas.microsoft.com/office/drawing/2014/main" id="{4DB4EF5A-4AEE-3623-8B78-C29198AE2C9F}"/>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2" name="文本框 61">
            <a:extLst>
              <a:ext uri="{FF2B5EF4-FFF2-40B4-BE49-F238E27FC236}">
                <a16:creationId xmlns:a16="http://schemas.microsoft.com/office/drawing/2014/main" id="{EA7E8563-41E0-DD9E-7434-289EF489E92C}"/>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3" name="组合 62">
            <a:extLst>
              <a:ext uri="{FF2B5EF4-FFF2-40B4-BE49-F238E27FC236}">
                <a16:creationId xmlns:a16="http://schemas.microsoft.com/office/drawing/2014/main" id="{F0F947B7-D161-FD24-1018-C2533D322F64}"/>
              </a:ext>
            </a:extLst>
          </p:cNvPr>
          <p:cNvGrpSpPr/>
          <p:nvPr/>
        </p:nvGrpSpPr>
        <p:grpSpPr>
          <a:xfrm>
            <a:off x="2259126" y="287981"/>
            <a:ext cx="356205" cy="355288"/>
            <a:chOff x="2323294" y="287981"/>
            <a:chExt cx="356205" cy="355288"/>
          </a:xfrm>
        </p:grpSpPr>
        <p:sp>
          <p:nvSpPr>
            <p:cNvPr id="64" name="Google Shape;7166;p80">
              <a:extLst>
                <a:ext uri="{FF2B5EF4-FFF2-40B4-BE49-F238E27FC236}">
                  <a16:creationId xmlns:a16="http://schemas.microsoft.com/office/drawing/2014/main" id="{8921EEE6-7398-4C6C-BED7-F5E3E42D8EA2}"/>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7167;p80">
              <a:extLst>
                <a:ext uri="{FF2B5EF4-FFF2-40B4-BE49-F238E27FC236}">
                  <a16:creationId xmlns:a16="http://schemas.microsoft.com/office/drawing/2014/main" id="{44C6252F-EB81-A7B5-B924-C066DA891796}"/>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7168;p80">
              <a:extLst>
                <a:ext uri="{FF2B5EF4-FFF2-40B4-BE49-F238E27FC236}">
                  <a16:creationId xmlns:a16="http://schemas.microsoft.com/office/drawing/2014/main" id="{7D5B49F1-0A9E-F518-DB1E-90CF912F162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7169;p80">
              <a:extLst>
                <a:ext uri="{FF2B5EF4-FFF2-40B4-BE49-F238E27FC236}">
                  <a16:creationId xmlns:a16="http://schemas.microsoft.com/office/drawing/2014/main" id="{B39BBDBE-873F-7024-1E0B-124D6AD6B872}"/>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5299412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三角形 2">
            <a:extLst>
              <a:ext uri="{FF2B5EF4-FFF2-40B4-BE49-F238E27FC236}">
                <a16:creationId xmlns:a16="http://schemas.microsoft.com/office/drawing/2014/main" id="{12C3F0EF-D2C3-5D0C-17A3-475B702082F1}"/>
              </a:ext>
            </a:extLst>
          </p:cNvPr>
          <p:cNvSpPr/>
          <p:nvPr/>
        </p:nvSpPr>
        <p:spPr>
          <a:xfrm>
            <a:off x="1879600" y="1295400"/>
            <a:ext cx="4559300" cy="876300"/>
          </a:xfrm>
          <a:prstGeom prst="triangl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4" name="矩形 13">
            <a:extLst>
              <a:ext uri="{FF2B5EF4-FFF2-40B4-BE49-F238E27FC236}">
                <a16:creationId xmlns:a16="http://schemas.microsoft.com/office/drawing/2014/main" id="{492C4A46-06AC-DF59-F91E-CF5E8FD71A67}"/>
              </a:ext>
            </a:extLst>
          </p:cNvPr>
          <p:cNvSpPr/>
          <p:nvPr/>
        </p:nvSpPr>
        <p:spPr>
          <a:xfrm>
            <a:off x="1841500" y="2387600"/>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8" name="矩形 27">
            <a:extLst>
              <a:ext uri="{FF2B5EF4-FFF2-40B4-BE49-F238E27FC236}">
                <a16:creationId xmlns:a16="http://schemas.microsoft.com/office/drawing/2014/main" id="{17E13865-2410-65A8-D7CE-05190215D474}"/>
              </a:ext>
            </a:extLst>
          </p:cNvPr>
          <p:cNvSpPr/>
          <p:nvPr/>
        </p:nvSpPr>
        <p:spPr>
          <a:xfrm>
            <a:off x="3482380" y="2387600"/>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2" name="矩形 31">
            <a:extLst>
              <a:ext uri="{FF2B5EF4-FFF2-40B4-BE49-F238E27FC236}">
                <a16:creationId xmlns:a16="http://schemas.microsoft.com/office/drawing/2014/main" id="{0FF0E153-2791-4C93-5EC5-E414515AB9FA}"/>
              </a:ext>
            </a:extLst>
          </p:cNvPr>
          <p:cNvSpPr/>
          <p:nvPr/>
        </p:nvSpPr>
        <p:spPr>
          <a:xfrm>
            <a:off x="5066556" y="2387600"/>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3" name="矩形 32">
            <a:extLst>
              <a:ext uri="{FF2B5EF4-FFF2-40B4-BE49-F238E27FC236}">
                <a16:creationId xmlns:a16="http://schemas.microsoft.com/office/drawing/2014/main" id="{BCE5F1A4-68EA-B3D5-9C89-E93D98594917}"/>
              </a:ext>
            </a:extLst>
          </p:cNvPr>
          <p:cNvSpPr/>
          <p:nvPr/>
        </p:nvSpPr>
        <p:spPr>
          <a:xfrm>
            <a:off x="1841500" y="3429000"/>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90D35F6F-6AA0-794B-52FD-E0AFE5B4EF69}"/>
              </a:ext>
            </a:extLst>
          </p:cNvPr>
          <p:cNvSpPr/>
          <p:nvPr/>
        </p:nvSpPr>
        <p:spPr>
          <a:xfrm>
            <a:off x="3482380" y="3429000"/>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5" name="矩形 34">
            <a:extLst>
              <a:ext uri="{FF2B5EF4-FFF2-40B4-BE49-F238E27FC236}">
                <a16:creationId xmlns:a16="http://schemas.microsoft.com/office/drawing/2014/main" id="{31469C4A-4C6B-6DDF-5965-71EA8428E98D}"/>
              </a:ext>
            </a:extLst>
          </p:cNvPr>
          <p:cNvSpPr/>
          <p:nvPr/>
        </p:nvSpPr>
        <p:spPr>
          <a:xfrm>
            <a:off x="5066556" y="3429000"/>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6" name="矩形 35">
            <a:extLst>
              <a:ext uri="{FF2B5EF4-FFF2-40B4-BE49-F238E27FC236}">
                <a16:creationId xmlns:a16="http://schemas.microsoft.com/office/drawing/2014/main" id="{F3628209-CC42-34B1-6B79-DE4B6A0FAFD8}"/>
              </a:ext>
            </a:extLst>
          </p:cNvPr>
          <p:cNvSpPr/>
          <p:nvPr/>
        </p:nvSpPr>
        <p:spPr>
          <a:xfrm>
            <a:off x="3482380" y="4437112"/>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4" name="矩形 43">
            <a:extLst>
              <a:ext uri="{FF2B5EF4-FFF2-40B4-BE49-F238E27FC236}">
                <a16:creationId xmlns:a16="http://schemas.microsoft.com/office/drawing/2014/main" id="{F0E31D7D-6907-6BD2-F8DA-890BDAD0E217}"/>
              </a:ext>
            </a:extLst>
          </p:cNvPr>
          <p:cNvSpPr/>
          <p:nvPr/>
        </p:nvSpPr>
        <p:spPr>
          <a:xfrm>
            <a:off x="2474268" y="5445224"/>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6" name="矩形 45">
            <a:extLst>
              <a:ext uri="{FF2B5EF4-FFF2-40B4-BE49-F238E27FC236}">
                <a16:creationId xmlns:a16="http://schemas.microsoft.com/office/drawing/2014/main" id="{5D7D6600-9DB5-A749-C464-6D9F02EB0118}"/>
              </a:ext>
            </a:extLst>
          </p:cNvPr>
          <p:cNvSpPr/>
          <p:nvPr/>
        </p:nvSpPr>
        <p:spPr>
          <a:xfrm>
            <a:off x="4418484" y="5445224"/>
            <a:ext cx="1435100" cy="787400"/>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1" name="右大括号 50">
            <a:extLst>
              <a:ext uri="{FF2B5EF4-FFF2-40B4-BE49-F238E27FC236}">
                <a16:creationId xmlns:a16="http://schemas.microsoft.com/office/drawing/2014/main" id="{324BD11B-DDE5-A4B3-F092-AD843387B2D8}"/>
              </a:ext>
            </a:extLst>
          </p:cNvPr>
          <p:cNvSpPr/>
          <p:nvPr/>
        </p:nvSpPr>
        <p:spPr>
          <a:xfrm>
            <a:off x="6678676" y="1219200"/>
            <a:ext cx="330200" cy="1003300"/>
          </a:xfrm>
          <a:prstGeom prst="rightBrace">
            <a:avLst>
              <a:gd name="adj1" fmla="val 38817"/>
              <a:gd name="adj2" fmla="val 51131"/>
            </a:avLst>
          </a:prstGeom>
          <a:ln w="38100" cap="flat">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8" name="右大括号 67">
            <a:extLst>
              <a:ext uri="{FF2B5EF4-FFF2-40B4-BE49-F238E27FC236}">
                <a16:creationId xmlns:a16="http://schemas.microsoft.com/office/drawing/2014/main" id="{BFBF9D91-9226-AE4B-C8E9-016A04B1E80A}"/>
              </a:ext>
            </a:extLst>
          </p:cNvPr>
          <p:cNvSpPr/>
          <p:nvPr/>
        </p:nvSpPr>
        <p:spPr>
          <a:xfrm>
            <a:off x="6678676" y="2412380"/>
            <a:ext cx="368300" cy="788020"/>
          </a:xfrm>
          <a:prstGeom prst="rightBrace">
            <a:avLst>
              <a:gd name="adj1" fmla="val 38817"/>
              <a:gd name="adj2" fmla="val 48103"/>
            </a:avLst>
          </a:prstGeom>
          <a:ln w="38100" cap="flat">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 name="右大括号 69">
            <a:extLst>
              <a:ext uri="{FF2B5EF4-FFF2-40B4-BE49-F238E27FC236}">
                <a16:creationId xmlns:a16="http://schemas.microsoft.com/office/drawing/2014/main" id="{5C45A15D-8A10-9E69-7AEC-01387091B457}"/>
              </a:ext>
            </a:extLst>
          </p:cNvPr>
          <p:cNvSpPr/>
          <p:nvPr/>
        </p:nvSpPr>
        <p:spPr>
          <a:xfrm>
            <a:off x="6678676" y="3420492"/>
            <a:ext cx="368300" cy="838820"/>
          </a:xfrm>
          <a:prstGeom prst="rightBrace">
            <a:avLst>
              <a:gd name="adj1" fmla="val 38817"/>
              <a:gd name="adj2" fmla="val 48103"/>
            </a:avLst>
          </a:prstGeom>
          <a:ln w="38100" cap="flat">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1" name="右大括号 70">
            <a:extLst>
              <a:ext uri="{FF2B5EF4-FFF2-40B4-BE49-F238E27FC236}">
                <a16:creationId xmlns:a16="http://schemas.microsoft.com/office/drawing/2014/main" id="{8D355DE2-B6E7-B89A-D5F3-74591B78ED0E}"/>
              </a:ext>
            </a:extLst>
          </p:cNvPr>
          <p:cNvSpPr/>
          <p:nvPr/>
        </p:nvSpPr>
        <p:spPr>
          <a:xfrm>
            <a:off x="6678676" y="4428604"/>
            <a:ext cx="368300" cy="838820"/>
          </a:xfrm>
          <a:prstGeom prst="rightBrace">
            <a:avLst>
              <a:gd name="adj1" fmla="val 38817"/>
              <a:gd name="adj2" fmla="val 48103"/>
            </a:avLst>
          </a:prstGeom>
          <a:ln w="38100" cap="flat">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2" name="右大括号 71">
            <a:extLst>
              <a:ext uri="{FF2B5EF4-FFF2-40B4-BE49-F238E27FC236}">
                <a16:creationId xmlns:a16="http://schemas.microsoft.com/office/drawing/2014/main" id="{A4E2A390-724B-0D31-6387-A2386271501A}"/>
              </a:ext>
            </a:extLst>
          </p:cNvPr>
          <p:cNvSpPr/>
          <p:nvPr/>
        </p:nvSpPr>
        <p:spPr>
          <a:xfrm>
            <a:off x="6678676" y="5436716"/>
            <a:ext cx="368300" cy="838820"/>
          </a:xfrm>
          <a:prstGeom prst="rightBrace">
            <a:avLst>
              <a:gd name="adj1" fmla="val 38817"/>
              <a:gd name="adj2" fmla="val 48103"/>
            </a:avLst>
          </a:prstGeom>
          <a:ln w="38100" cap="flat">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87" name="右大括号 86">
            <a:extLst>
              <a:ext uri="{FF2B5EF4-FFF2-40B4-BE49-F238E27FC236}">
                <a16:creationId xmlns:a16="http://schemas.microsoft.com/office/drawing/2014/main" id="{A662F279-374E-36D3-6015-927D14552F00}"/>
              </a:ext>
            </a:extLst>
          </p:cNvPr>
          <p:cNvSpPr/>
          <p:nvPr/>
        </p:nvSpPr>
        <p:spPr>
          <a:xfrm flipH="1">
            <a:off x="1473200" y="5448300"/>
            <a:ext cx="242516" cy="814536"/>
          </a:xfrm>
          <a:prstGeom prst="rightBrace">
            <a:avLst>
              <a:gd name="adj1" fmla="val 38817"/>
              <a:gd name="adj2" fmla="val 48103"/>
            </a:avLst>
          </a:prstGeom>
          <a:ln w="38100" cap="flat">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91" name="肘形连接符 90">
            <a:extLst>
              <a:ext uri="{FF2B5EF4-FFF2-40B4-BE49-F238E27FC236}">
                <a16:creationId xmlns:a16="http://schemas.microsoft.com/office/drawing/2014/main" id="{1BC8562B-9AE8-7C5A-0E95-6DFE8F52EF95}"/>
              </a:ext>
            </a:extLst>
          </p:cNvPr>
          <p:cNvCxnSpPr>
            <a:stCxn id="36" idx="1"/>
            <a:endCxn id="44" idx="1"/>
          </p:cNvCxnSpPr>
          <p:nvPr/>
        </p:nvCxnSpPr>
        <p:spPr>
          <a:xfrm rot="10800000" flipV="1">
            <a:off x="2474268" y="4830812"/>
            <a:ext cx="1008112" cy="1008112"/>
          </a:xfrm>
          <a:prstGeom prst="bentConnector3">
            <a:avLst>
              <a:gd name="adj1" fmla="val 122676"/>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37" name="肘形连接符 136">
            <a:extLst>
              <a:ext uri="{FF2B5EF4-FFF2-40B4-BE49-F238E27FC236}">
                <a16:creationId xmlns:a16="http://schemas.microsoft.com/office/drawing/2014/main" id="{3DDBE477-4688-A9EA-5023-2FF15A28CB04}"/>
              </a:ext>
            </a:extLst>
          </p:cNvPr>
          <p:cNvCxnSpPr>
            <a:stCxn id="36" idx="3"/>
            <a:endCxn id="46" idx="3"/>
          </p:cNvCxnSpPr>
          <p:nvPr/>
        </p:nvCxnSpPr>
        <p:spPr>
          <a:xfrm>
            <a:off x="4917480" y="4830812"/>
            <a:ext cx="936104" cy="1008112"/>
          </a:xfrm>
          <a:prstGeom prst="bentConnector3">
            <a:avLst>
              <a:gd name="adj1" fmla="val 124420"/>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sp>
        <p:nvSpPr>
          <p:cNvPr id="138" name="文本框 137">
            <a:extLst>
              <a:ext uri="{FF2B5EF4-FFF2-40B4-BE49-F238E27FC236}">
                <a16:creationId xmlns:a16="http://schemas.microsoft.com/office/drawing/2014/main" id="{81A01E16-33A9-D915-F94E-F38B71D70FC0}"/>
              </a:ext>
            </a:extLst>
          </p:cNvPr>
          <p:cNvSpPr txBox="1"/>
          <p:nvPr/>
        </p:nvSpPr>
        <p:spPr>
          <a:xfrm>
            <a:off x="7382390" y="1586316"/>
            <a:ext cx="46064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1" name="文本框 140">
            <a:extLst>
              <a:ext uri="{FF2B5EF4-FFF2-40B4-BE49-F238E27FC236}">
                <a16:creationId xmlns:a16="http://schemas.microsoft.com/office/drawing/2014/main" id="{FF0E3F63-091C-04CB-DA13-6EF0143DCFF1}"/>
              </a:ext>
            </a:extLst>
          </p:cNvPr>
          <p:cNvSpPr txBox="1"/>
          <p:nvPr/>
        </p:nvSpPr>
        <p:spPr>
          <a:xfrm>
            <a:off x="7926776" y="1191026"/>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grpSp>
        <p:nvGrpSpPr>
          <p:cNvPr id="169" name="组合 168">
            <a:extLst>
              <a:ext uri="{FF2B5EF4-FFF2-40B4-BE49-F238E27FC236}">
                <a16:creationId xmlns:a16="http://schemas.microsoft.com/office/drawing/2014/main" id="{3F72255A-DDE0-9A55-234C-EF5A6B57A046}"/>
              </a:ext>
            </a:extLst>
          </p:cNvPr>
          <p:cNvGrpSpPr/>
          <p:nvPr/>
        </p:nvGrpSpPr>
        <p:grpSpPr>
          <a:xfrm>
            <a:off x="7438582" y="2216195"/>
            <a:ext cx="469799" cy="451680"/>
            <a:chOff x="7878101" y="1254972"/>
            <a:chExt cx="469799" cy="451680"/>
          </a:xfrm>
          <a:solidFill>
            <a:srgbClr val="BB3023"/>
          </a:solidFill>
        </p:grpSpPr>
        <p:sp>
          <p:nvSpPr>
            <p:cNvPr id="170" name="Google Shape;5280;p76">
              <a:extLst>
                <a:ext uri="{FF2B5EF4-FFF2-40B4-BE49-F238E27FC236}">
                  <a16:creationId xmlns:a16="http://schemas.microsoft.com/office/drawing/2014/main" id="{669C8589-5A2A-9B7C-A38E-7F3A85F078C6}"/>
                </a:ext>
              </a:extLst>
            </p:cNvPr>
            <p:cNvSpPr/>
            <p:nvPr/>
          </p:nvSpPr>
          <p:spPr>
            <a:xfrm>
              <a:off x="8208582" y="1582238"/>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1" name="Google Shape;5281;p76">
              <a:extLst>
                <a:ext uri="{FF2B5EF4-FFF2-40B4-BE49-F238E27FC236}">
                  <a16:creationId xmlns:a16="http://schemas.microsoft.com/office/drawing/2014/main" id="{9386137E-AD36-D6BF-D37B-AE593B99E160}"/>
                </a:ext>
              </a:extLst>
            </p:cNvPr>
            <p:cNvSpPr/>
            <p:nvPr/>
          </p:nvSpPr>
          <p:spPr>
            <a:xfrm>
              <a:off x="8227382" y="1526144"/>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2" name="Google Shape;5282;p76">
              <a:extLst>
                <a:ext uri="{FF2B5EF4-FFF2-40B4-BE49-F238E27FC236}">
                  <a16:creationId xmlns:a16="http://schemas.microsoft.com/office/drawing/2014/main" id="{138C5BD1-E5B2-67F9-CB67-A3670F1C1CB6}"/>
                </a:ext>
              </a:extLst>
            </p:cNvPr>
            <p:cNvSpPr/>
            <p:nvPr/>
          </p:nvSpPr>
          <p:spPr>
            <a:xfrm>
              <a:off x="8152043" y="1600990"/>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3" name="Google Shape;5283;p76">
              <a:extLst>
                <a:ext uri="{FF2B5EF4-FFF2-40B4-BE49-F238E27FC236}">
                  <a16:creationId xmlns:a16="http://schemas.microsoft.com/office/drawing/2014/main" id="{C46B501B-2DE7-D0BD-B330-B4F43B49F5C0}"/>
                </a:ext>
              </a:extLst>
            </p:cNvPr>
            <p:cNvSpPr/>
            <p:nvPr/>
          </p:nvSpPr>
          <p:spPr>
            <a:xfrm>
              <a:off x="7946375" y="1320054"/>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4" name="Google Shape;5284;p76">
              <a:extLst>
                <a:ext uri="{FF2B5EF4-FFF2-40B4-BE49-F238E27FC236}">
                  <a16:creationId xmlns:a16="http://schemas.microsoft.com/office/drawing/2014/main" id="{BDA95527-94AD-D10E-6A5D-193F8FD545FC}"/>
                </a:ext>
              </a:extLst>
            </p:cNvPr>
            <p:cNvSpPr/>
            <p:nvPr/>
          </p:nvSpPr>
          <p:spPr>
            <a:xfrm>
              <a:off x="8021080" y="1282714"/>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5" name="Google Shape;5285;p76">
              <a:extLst>
                <a:ext uri="{FF2B5EF4-FFF2-40B4-BE49-F238E27FC236}">
                  <a16:creationId xmlns:a16="http://schemas.microsoft.com/office/drawing/2014/main" id="{9FDDB369-D979-8543-56FA-49A3EA1735E7}"/>
                </a:ext>
              </a:extLst>
            </p:cNvPr>
            <p:cNvSpPr/>
            <p:nvPr/>
          </p:nvSpPr>
          <p:spPr>
            <a:xfrm>
              <a:off x="7908706" y="1394947"/>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6" name="Google Shape;5286;p76">
              <a:extLst>
                <a:ext uri="{FF2B5EF4-FFF2-40B4-BE49-F238E27FC236}">
                  <a16:creationId xmlns:a16="http://schemas.microsoft.com/office/drawing/2014/main" id="{AC2A135F-A621-697D-968D-39D586EB10BA}"/>
                </a:ext>
              </a:extLst>
            </p:cNvPr>
            <p:cNvSpPr/>
            <p:nvPr/>
          </p:nvSpPr>
          <p:spPr>
            <a:xfrm>
              <a:off x="7878101" y="1408865"/>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77" name="Google Shape;5287;p76">
              <a:extLst>
                <a:ext uri="{FF2B5EF4-FFF2-40B4-BE49-F238E27FC236}">
                  <a16:creationId xmlns:a16="http://schemas.microsoft.com/office/drawing/2014/main" id="{81A5844D-0441-DB3E-885B-76E858E7CFCF}"/>
                </a:ext>
              </a:extLst>
            </p:cNvPr>
            <p:cNvSpPr/>
            <p:nvPr/>
          </p:nvSpPr>
          <p:spPr>
            <a:xfrm>
              <a:off x="8011528" y="1254972"/>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178" name="文本框 177">
            <a:extLst>
              <a:ext uri="{FF2B5EF4-FFF2-40B4-BE49-F238E27FC236}">
                <a16:creationId xmlns:a16="http://schemas.microsoft.com/office/drawing/2014/main" id="{99CAAF82-332C-4E0C-2C1A-F6DFA9832BC6}"/>
              </a:ext>
            </a:extLst>
          </p:cNvPr>
          <p:cNvSpPr txBox="1"/>
          <p:nvPr/>
        </p:nvSpPr>
        <p:spPr>
          <a:xfrm>
            <a:off x="7382390" y="2658051"/>
            <a:ext cx="47080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4" name="文本框 183">
            <a:extLst>
              <a:ext uri="{FF2B5EF4-FFF2-40B4-BE49-F238E27FC236}">
                <a16:creationId xmlns:a16="http://schemas.microsoft.com/office/drawing/2014/main" id="{8E42A838-7B64-1C07-5554-ADB07138F8FB}"/>
              </a:ext>
            </a:extLst>
          </p:cNvPr>
          <p:cNvSpPr txBox="1"/>
          <p:nvPr/>
        </p:nvSpPr>
        <p:spPr>
          <a:xfrm>
            <a:off x="7926776" y="2313561"/>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85" name="文本框 184">
            <a:extLst>
              <a:ext uri="{FF2B5EF4-FFF2-40B4-BE49-F238E27FC236}">
                <a16:creationId xmlns:a16="http://schemas.microsoft.com/office/drawing/2014/main" id="{D7B03067-E854-CB13-FA36-A7A4ED6EE48A}"/>
              </a:ext>
            </a:extLst>
          </p:cNvPr>
          <p:cNvSpPr txBox="1"/>
          <p:nvPr/>
        </p:nvSpPr>
        <p:spPr>
          <a:xfrm>
            <a:off x="7382390" y="3803017"/>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6" name="文本框 185">
            <a:extLst>
              <a:ext uri="{FF2B5EF4-FFF2-40B4-BE49-F238E27FC236}">
                <a16:creationId xmlns:a16="http://schemas.microsoft.com/office/drawing/2014/main" id="{E50FA7EA-4770-1897-19BB-E420E3576981}"/>
              </a:ext>
            </a:extLst>
          </p:cNvPr>
          <p:cNvSpPr txBox="1"/>
          <p:nvPr/>
        </p:nvSpPr>
        <p:spPr>
          <a:xfrm>
            <a:off x="7926776" y="3369627"/>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grpSp>
        <p:nvGrpSpPr>
          <p:cNvPr id="187" name="组合 186">
            <a:extLst>
              <a:ext uri="{FF2B5EF4-FFF2-40B4-BE49-F238E27FC236}">
                <a16:creationId xmlns:a16="http://schemas.microsoft.com/office/drawing/2014/main" id="{63BB76BC-D8E3-54C4-A649-A6DE38CD15E6}"/>
              </a:ext>
            </a:extLst>
          </p:cNvPr>
          <p:cNvGrpSpPr/>
          <p:nvPr/>
        </p:nvGrpSpPr>
        <p:grpSpPr>
          <a:xfrm>
            <a:off x="7449191" y="1025804"/>
            <a:ext cx="468475" cy="519430"/>
            <a:chOff x="10134604" y="-2226060"/>
            <a:chExt cx="407181" cy="451469"/>
          </a:xfrm>
          <a:solidFill>
            <a:srgbClr val="BB3023"/>
          </a:solidFill>
        </p:grpSpPr>
        <p:sp>
          <p:nvSpPr>
            <p:cNvPr id="188" name="Google Shape;5273;p76">
              <a:extLst>
                <a:ext uri="{FF2B5EF4-FFF2-40B4-BE49-F238E27FC236}">
                  <a16:creationId xmlns:a16="http://schemas.microsoft.com/office/drawing/2014/main" id="{5E8D7772-870C-174E-650C-83005C70D5FB}"/>
                </a:ext>
              </a:extLst>
            </p:cNvPr>
            <p:cNvSpPr/>
            <p:nvPr/>
          </p:nvSpPr>
          <p:spPr>
            <a:xfrm>
              <a:off x="10426148" y="-2146567"/>
              <a:ext cx="53019" cy="26521"/>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89" name="Google Shape;5274;p76">
              <a:extLst>
                <a:ext uri="{FF2B5EF4-FFF2-40B4-BE49-F238E27FC236}">
                  <a16:creationId xmlns:a16="http://schemas.microsoft.com/office/drawing/2014/main" id="{99BA0E70-EF13-F45E-0BCB-7F0459CB73DA}"/>
                </a:ext>
              </a:extLst>
            </p:cNvPr>
            <p:cNvSpPr/>
            <p:nvPr/>
          </p:nvSpPr>
          <p:spPr>
            <a:xfrm>
              <a:off x="10291712" y="-2226060"/>
              <a:ext cx="43560" cy="53019"/>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0" name="Google Shape;5275;p76">
              <a:extLst>
                <a:ext uri="{FF2B5EF4-FFF2-40B4-BE49-F238E27FC236}">
                  <a16:creationId xmlns:a16="http://schemas.microsoft.com/office/drawing/2014/main" id="{68FC88DB-2963-19FA-E568-CEFA19849A06}"/>
                </a:ext>
              </a:extLst>
            </p:cNvPr>
            <p:cNvSpPr/>
            <p:nvPr/>
          </p:nvSpPr>
          <p:spPr>
            <a:xfrm>
              <a:off x="10384513" y="-2226060"/>
              <a:ext cx="43560" cy="53019"/>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1" name="Google Shape;5276;p76">
              <a:extLst>
                <a:ext uri="{FF2B5EF4-FFF2-40B4-BE49-F238E27FC236}">
                  <a16:creationId xmlns:a16="http://schemas.microsoft.com/office/drawing/2014/main" id="{5681239A-F224-BE59-E908-75FF9A4B3ED3}"/>
                </a:ext>
              </a:extLst>
            </p:cNvPr>
            <p:cNvSpPr/>
            <p:nvPr/>
          </p:nvSpPr>
          <p:spPr>
            <a:xfrm>
              <a:off x="10240618" y="-2146567"/>
              <a:ext cx="53042" cy="26521"/>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2" name="Google Shape;5277;p76">
              <a:extLst>
                <a:ext uri="{FF2B5EF4-FFF2-40B4-BE49-F238E27FC236}">
                  <a16:creationId xmlns:a16="http://schemas.microsoft.com/office/drawing/2014/main" id="{1CC313C4-B49B-4E30-3F6A-377578D2BF78}"/>
                </a:ext>
              </a:extLst>
            </p:cNvPr>
            <p:cNvSpPr/>
            <p:nvPr/>
          </p:nvSpPr>
          <p:spPr>
            <a:xfrm>
              <a:off x="10134604" y="-2013140"/>
              <a:ext cx="79540" cy="23854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3" name="Google Shape;5278;p76">
              <a:extLst>
                <a:ext uri="{FF2B5EF4-FFF2-40B4-BE49-F238E27FC236}">
                  <a16:creationId xmlns:a16="http://schemas.microsoft.com/office/drawing/2014/main" id="{6CE9BC0D-61B6-A38C-AFFC-57CDA20EC573}"/>
                </a:ext>
              </a:extLst>
            </p:cNvPr>
            <p:cNvSpPr/>
            <p:nvPr/>
          </p:nvSpPr>
          <p:spPr>
            <a:xfrm>
              <a:off x="10240618" y="-2145652"/>
              <a:ext cx="301167" cy="371061"/>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194" name="组合 193">
            <a:extLst>
              <a:ext uri="{FF2B5EF4-FFF2-40B4-BE49-F238E27FC236}">
                <a16:creationId xmlns:a16="http://schemas.microsoft.com/office/drawing/2014/main" id="{FCC5BFB8-18AD-41DE-36EB-C1B23A1A62F7}"/>
              </a:ext>
            </a:extLst>
          </p:cNvPr>
          <p:cNvGrpSpPr/>
          <p:nvPr/>
        </p:nvGrpSpPr>
        <p:grpSpPr>
          <a:xfrm>
            <a:off x="7452140" y="3330549"/>
            <a:ext cx="452337" cy="411687"/>
            <a:chOff x="14260375" y="6652156"/>
            <a:chExt cx="452337" cy="411687"/>
          </a:xfrm>
          <a:solidFill>
            <a:srgbClr val="BB3023"/>
          </a:solidFill>
        </p:grpSpPr>
        <p:sp>
          <p:nvSpPr>
            <p:cNvPr id="195" name="Google Shape;5581;p76">
              <a:extLst>
                <a:ext uri="{FF2B5EF4-FFF2-40B4-BE49-F238E27FC236}">
                  <a16:creationId xmlns:a16="http://schemas.microsoft.com/office/drawing/2014/main" id="{00679A91-3EBA-6578-8440-818EEB915D0B}"/>
                </a:ext>
              </a:extLst>
            </p:cNvPr>
            <p:cNvSpPr/>
            <p:nvPr/>
          </p:nvSpPr>
          <p:spPr>
            <a:xfrm>
              <a:off x="14587734" y="6867000"/>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6" name="Google Shape;5582;p76">
              <a:extLst>
                <a:ext uri="{FF2B5EF4-FFF2-40B4-BE49-F238E27FC236}">
                  <a16:creationId xmlns:a16="http://schemas.microsoft.com/office/drawing/2014/main" id="{DD3E1D8F-28E3-E6AE-49DA-B7EBEE8882F6}"/>
                </a:ext>
              </a:extLst>
            </p:cNvPr>
            <p:cNvSpPr/>
            <p:nvPr/>
          </p:nvSpPr>
          <p:spPr>
            <a:xfrm>
              <a:off x="14344632" y="6867000"/>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7" name="Google Shape;5583;p76">
              <a:extLst>
                <a:ext uri="{FF2B5EF4-FFF2-40B4-BE49-F238E27FC236}">
                  <a16:creationId xmlns:a16="http://schemas.microsoft.com/office/drawing/2014/main" id="{F14B4BF3-AD93-D533-115E-71ECABCE384B}"/>
                </a:ext>
              </a:extLst>
            </p:cNvPr>
            <p:cNvSpPr/>
            <p:nvPr/>
          </p:nvSpPr>
          <p:spPr>
            <a:xfrm>
              <a:off x="14260375" y="6652156"/>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8" name="Google Shape;5584;p76">
              <a:extLst>
                <a:ext uri="{FF2B5EF4-FFF2-40B4-BE49-F238E27FC236}">
                  <a16:creationId xmlns:a16="http://schemas.microsoft.com/office/drawing/2014/main" id="{8B162BCA-500A-644B-E172-5D4E829DC090}"/>
                </a:ext>
              </a:extLst>
            </p:cNvPr>
            <p:cNvSpPr/>
            <p:nvPr/>
          </p:nvSpPr>
          <p:spPr>
            <a:xfrm>
              <a:off x="14311258"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199" name="Google Shape;5585;p76">
              <a:extLst>
                <a:ext uri="{FF2B5EF4-FFF2-40B4-BE49-F238E27FC236}">
                  <a16:creationId xmlns:a16="http://schemas.microsoft.com/office/drawing/2014/main" id="{C14D8620-E650-E7E9-55B0-95001C93D198}"/>
                </a:ext>
              </a:extLst>
            </p:cNvPr>
            <p:cNvSpPr/>
            <p:nvPr/>
          </p:nvSpPr>
          <p:spPr>
            <a:xfrm>
              <a:off x="14550135"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206" name="Google Shape;5363;p76">
            <a:extLst>
              <a:ext uri="{FF2B5EF4-FFF2-40B4-BE49-F238E27FC236}">
                <a16:creationId xmlns:a16="http://schemas.microsoft.com/office/drawing/2014/main" id="{F5E5DF41-5036-DC15-C5C5-9D43DEB1E58C}"/>
              </a:ext>
            </a:extLst>
          </p:cNvPr>
          <p:cNvGrpSpPr/>
          <p:nvPr/>
        </p:nvGrpSpPr>
        <p:grpSpPr>
          <a:xfrm>
            <a:off x="7394753" y="4401666"/>
            <a:ext cx="457923" cy="452384"/>
            <a:chOff x="3858100" y="1435075"/>
            <a:chExt cx="487775" cy="481875"/>
          </a:xfrm>
          <a:solidFill>
            <a:srgbClr val="BB3023"/>
          </a:solidFill>
        </p:grpSpPr>
        <p:sp>
          <p:nvSpPr>
            <p:cNvPr id="207" name="Google Shape;5364;p76">
              <a:extLst>
                <a:ext uri="{FF2B5EF4-FFF2-40B4-BE49-F238E27FC236}">
                  <a16:creationId xmlns:a16="http://schemas.microsoft.com/office/drawing/2014/main" id="{17A8DA01-82F4-EFC8-B7FE-0DF79D29B963}"/>
                </a:ext>
              </a:extLst>
            </p:cNvPr>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208" name="Google Shape;5365;p76">
              <a:extLst>
                <a:ext uri="{FF2B5EF4-FFF2-40B4-BE49-F238E27FC236}">
                  <a16:creationId xmlns:a16="http://schemas.microsoft.com/office/drawing/2014/main" id="{283FFF21-0C15-7844-AFF5-53551CF2CE6F}"/>
                </a:ext>
              </a:extLst>
            </p:cNvPr>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209" name="Google Shape;5366;p76">
              <a:extLst>
                <a:ext uri="{FF2B5EF4-FFF2-40B4-BE49-F238E27FC236}">
                  <a16:creationId xmlns:a16="http://schemas.microsoft.com/office/drawing/2014/main" id="{BA22FCCF-D75F-0015-1B43-7952828B9131}"/>
                </a:ext>
              </a:extLst>
            </p:cNvPr>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210" name="Google Shape;5367;p76">
              <a:extLst>
                <a:ext uri="{FF2B5EF4-FFF2-40B4-BE49-F238E27FC236}">
                  <a16:creationId xmlns:a16="http://schemas.microsoft.com/office/drawing/2014/main" id="{A53C41DF-DD41-36D3-C6D7-71FD900EA59E}"/>
                </a:ext>
              </a:extLst>
            </p:cNvPr>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211" name="Google Shape;5368;p76">
              <a:extLst>
                <a:ext uri="{FF2B5EF4-FFF2-40B4-BE49-F238E27FC236}">
                  <a16:creationId xmlns:a16="http://schemas.microsoft.com/office/drawing/2014/main" id="{54620B45-F15C-93F2-D061-934C929682BA}"/>
                </a:ext>
              </a:extLst>
            </p:cNvPr>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212" name="文本框 211">
            <a:extLst>
              <a:ext uri="{FF2B5EF4-FFF2-40B4-BE49-F238E27FC236}">
                <a16:creationId xmlns:a16="http://schemas.microsoft.com/office/drawing/2014/main" id="{4432B969-CC8F-637E-2529-021625B046E2}"/>
              </a:ext>
            </a:extLst>
          </p:cNvPr>
          <p:cNvSpPr txBox="1"/>
          <p:nvPr/>
        </p:nvSpPr>
        <p:spPr>
          <a:xfrm>
            <a:off x="7382390" y="4824018"/>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3" name="文本框 212">
            <a:extLst>
              <a:ext uri="{FF2B5EF4-FFF2-40B4-BE49-F238E27FC236}">
                <a16:creationId xmlns:a16="http://schemas.microsoft.com/office/drawing/2014/main" id="{3B3930D9-5282-1E7C-CFA7-10E16DC56AEF}"/>
              </a:ext>
            </a:extLst>
          </p:cNvPr>
          <p:cNvSpPr txBox="1"/>
          <p:nvPr/>
        </p:nvSpPr>
        <p:spPr>
          <a:xfrm>
            <a:off x="7926776" y="4479528"/>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grpSp>
        <p:nvGrpSpPr>
          <p:cNvPr id="214" name="Google Shape;5394;p76">
            <a:extLst>
              <a:ext uri="{FF2B5EF4-FFF2-40B4-BE49-F238E27FC236}">
                <a16:creationId xmlns:a16="http://schemas.microsoft.com/office/drawing/2014/main" id="{F9157A56-53AB-2849-18C3-8F0429F0719D}"/>
              </a:ext>
            </a:extLst>
          </p:cNvPr>
          <p:cNvGrpSpPr/>
          <p:nvPr/>
        </p:nvGrpSpPr>
        <p:grpSpPr>
          <a:xfrm>
            <a:off x="7444654" y="5481191"/>
            <a:ext cx="452479" cy="452337"/>
            <a:chOff x="5642475" y="1435075"/>
            <a:chExt cx="481975" cy="481825"/>
          </a:xfrm>
          <a:solidFill>
            <a:srgbClr val="BB3023"/>
          </a:solidFill>
        </p:grpSpPr>
        <p:sp>
          <p:nvSpPr>
            <p:cNvPr id="215" name="Google Shape;5395;p76">
              <a:extLst>
                <a:ext uri="{FF2B5EF4-FFF2-40B4-BE49-F238E27FC236}">
                  <a16:creationId xmlns:a16="http://schemas.microsoft.com/office/drawing/2014/main" id="{59AF1122-12A5-FA47-AFC1-58BCB6739687}"/>
                </a:ext>
              </a:extLst>
            </p:cNvPr>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216" name="Google Shape;5396;p76">
              <a:extLst>
                <a:ext uri="{FF2B5EF4-FFF2-40B4-BE49-F238E27FC236}">
                  <a16:creationId xmlns:a16="http://schemas.microsoft.com/office/drawing/2014/main" id="{EC60D085-89C1-CA44-5A43-CE92462316E6}"/>
                </a:ext>
              </a:extLst>
            </p:cNvPr>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217" name="Google Shape;5397;p76">
              <a:extLst>
                <a:ext uri="{FF2B5EF4-FFF2-40B4-BE49-F238E27FC236}">
                  <a16:creationId xmlns:a16="http://schemas.microsoft.com/office/drawing/2014/main" id="{B926647C-6802-B934-0934-13D262F88A47}"/>
                </a:ext>
              </a:extLst>
            </p:cNvPr>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218" name="文本框 217">
            <a:extLst>
              <a:ext uri="{FF2B5EF4-FFF2-40B4-BE49-F238E27FC236}">
                <a16:creationId xmlns:a16="http://schemas.microsoft.com/office/drawing/2014/main" id="{EFAC2AF9-0AF6-89BA-C6FB-D65E3EAFFC10}"/>
              </a:ext>
            </a:extLst>
          </p:cNvPr>
          <p:cNvSpPr txBox="1"/>
          <p:nvPr/>
        </p:nvSpPr>
        <p:spPr>
          <a:xfrm>
            <a:off x="7382390" y="5974804"/>
            <a:ext cx="4682610"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9" name="文本框 218">
            <a:extLst>
              <a:ext uri="{FF2B5EF4-FFF2-40B4-BE49-F238E27FC236}">
                <a16:creationId xmlns:a16="http://schemas.microsoft.com/office/drawing/2014/main" id="{9E7700C4-48F4-8339-BFDA-3556711B751A}"/>
              </a:ext>
            </a:extLst>
          </p:cNvPr>
          <p:cNvSpPr txBox="1"/>
          <p:nvPr/>
        </p:nvSpPr>
        <p:spPr>
          <a:xfrm>
            <a:off x="7926776" y="5554114"/>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20" name="文本框 219">
            <a:extLst>
              <a:ext uri="{FF2B5EF4-FFF2-40B4-BE49-F238E27FC236}">
                <a16:creationId xmlns:a16="http://schemas.microsoft.com/office/drawing/2014/main" id="{5342E3A9-DFD5-8EB8-21AB-E3F5550968BA}"/>
              </a:ext>
            </a:extLst>
          </p:cNvPr>
          <p:cNvSpPr txBox="1"/>
          <p:nvPr/>
        </p:nvSpPr>
        <p:spPr>
          <a:xfrm>
            <a:off x="279400" y="5301208"/>
            <a:ext cx="1206500" cy="1077218"/>
          </a:xfrm>
          <a:prstGeom prst="rect">
            <a:avLst/>
          </a:prstGeom>
          <a:noFill/>
        </p:spPr>
        <p:txBody>
          <a:bodyPr wrap="square" rtlCol="0">
            <a:spAutoFit/>
          </a:bodyPr>
          <a:lstStyle/>
          <a:p>
            <a:pPr algn="just"/>
            <a:r>
              <a:rPr kumimoji="1" lang="en-US" altLang="zh-CN" sz="8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8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1" name="文本框 220">
            <a:extLst>
              <a:ext uri="{FF2B5EF4-FFF2-40B4-BE49-F238E27FC236}">
                <a16:creationId xmlns:a16="http://schemas.microsoft.com/office/drawing/2014/main" id="{B59F30AE-B932-8056-DAF1-43D2C3BF70B3}"/>
              </a:ext>
            </a:extLst>
          </p:cNvPr>
          <p:cNvSpPr txBox="1"/>
          <p:nvPr/>
        </p:nvSpPr>
        <p:spPr>
          <a:xfrm>
            <a:off x="3448596" y="1688108"/>
            <a:ext cx="1443024"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22" name="文本框 221">
            <a:extLst>
              <a:ext uri="{FF2B5EF4-FFF2-40B4-BE49-F238E27FC236}">
                <a16:creationId xmlns:a16="http://schemas.microsoft.com/office/drawing/2014/main" id="{BEA3A2F1-2B42-CD2C-2CD4-B65ADB8C9E86}"/>
              </a:ext>
            </a:extLst>
          </p:cNvPr>
          <p:cNvSpPr txBox="1"/>
          <p:nvPr/>
        </p:nvSpPr>
        <p:spPr>
          <a:xfrm>
            <a:off x="2063428" y="2624212"/>
            <a:ext cx="901209"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Value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23" name="文本框 222">
            <a:extLst>
              <a:ext uri="{FF2B5EF4-FFF2-40B4-BE49-F238E27FC236}">
                <a16:creationId xmlns:a16="http://schemas.microsoft.com/office/drawing/2014/main" id="{613D9CF5-50E7-C21F-EFCC-B81BA6F9411B}"/>
              </a:ext>
            </a:extLst>
          </p:cNvPr>
          <p:cNvSpPr txBox="1"/>
          <p:nvPr/>
        </p:nvSpPr>
        <p:spPr>
          <a:xfrm>
            <a:off x="3719736" y="2624212"/>
            <a:ext cx="901209"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Value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24" name="文本框 223">
            <a:extLst>
              <a:ext uri="{FF2B5EF4-FFF2-40B4-BE49-F238E27FC236}">
                <a16:creationId xmlns:a16="http://schemas.microsoft.com/office/drawing/2014/main" id="{037590A6-9B8D-CA22-245D-6ED667439978}"/>
              </a:ext>
            </a:extLst>
          </p:cNvPr>
          <p:cNvSpPr txBox="1"/>
          <p:nvPr/>
        </p:nvSpPr>
        <p:spPr>
          <a:xfrm>
            <a:off x="5375920" y="2624212"/>
            <a:ext cx="901209" cy="400110"/>
          </a:xfrm>
          <a:prstGeom prst="rect">
            <a:avLst/>
          </a:prstGeom>
          <a:noFill/>
        </p:spPr>
        <p:txBody>
          <a:bodyPr wrap="none" rtlCol="0">
            <a:spAutoFit/>
          </a:bodyPr>
          <a:lstStyle/>
          <a:p>
            <a:r>
              <a:rPr kumimoji="1" lang="en" altLang="zh-CN" sz="2000" dirty="0">
                <a:solidFill>
                  <a:schemeClr val="bg1"/>
                </a:solidFill>
                <a:latin typeface="Alibaba PuHuiTi Medium" pitchFamily="18" charset="-122"/>
                <a:ea typeface="Alibaba PuHuiTi Medium" pitchFamily="18" charset="-122"/>
                <a:cs typeface="Alibaba PuHuiTi Medium" pitchFamily="18" charset="-122"/>
              </a:rPr>
              <a:t>Value</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25" name="文本框 224">
            <a:extLst>
              <a:ext uri="{FF2B5EF4-FFF2-40B4-BE49-F238E27FC236}">
                <a16:creationId xmlns:a16="http://schemas.microsoft.com/office/drawing/2014/main" id="{A2A88CBC-71E8-315A-7BC1-E3219EB64D5C}"/>
              </a:ext>
            </a:extLst>
          </p:cNvPr>
          <p:cNvSpPr txBox="1"/>
          <p:nvPr/>
        </p:nvSpPr>
        <p:spPr>
          <a:xfrm>
            <a:off x="1936428" y="3623816"/>
            <a:ext cx="1257075" cy="338554"/>
          </a:xfrm>
          <a:prstGeom prst="rect">
            <a:avLst/>
          </a:prstGeom>
          <a:noFill/>
        </p:spPr>
        <p:txBody>
          <a:bodyPr wrap="non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Focus area</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28" name="文本框 227">
            <a:extLst>
              <a:ext uri="{FF2B5EF4-FFF2-40B4-BE49-F238E27FC236}">
                <a16:creationId xmlns:a16="http://schemas.microsoft.com/office/drawing/2014/main" id="{C969BB91-57E4-0E70-0BFC-FCFECF292F5A}"/>
              </a:ext>
            </a:extLst>
          </p:cNvPr>
          <p:cNvSpPr txBox="1"/>
          <p:nvPr/>
        </p:nvSpPr>
        <p:spPr>
          <a:xfrm>
            <a:off x="3562028" y="3623816"/>
            <a:ext cx="1257075" cy="338554"/>
          </a:xfrm>
          <a:prstGeom prst="rect">
            <a:avLst/>
          </a:prstGeom>
          <a:noFill/>
        </p:spPr>
        <p:txBody>
          <a:bodyPr wrap="non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Focus area</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29" name="文本框 228">
            <a:extLst>
              <a:ext uri="{FF2B5EF4-FFF2-40B4-BE49-F238E27FC236}">
                <a16:creationId xmlns:a16="http://schemas.microsoft.com/office/drawing/2014/main" id="{F36FFF42-5919-451F-404D-C374E747C093}"/>
              </a:ext>
            </a:extLst>
          </p:cNvPr>
          <p:cNvSpPr txBox="1"/>
          <p:nvPr/>
        </p:nvSpPr>
        <p:spPr>
          <a:xfrm>
            <a:off x="5162228" y="3623816"/>
            <a:ext cx="1257075" cy="338554"/>
          </a:xfrm>
          <a:prstGeom prst="rect">
            <a:avLst/>
          </a:prstGeom>
          <a:noFill/>
        </p:spPr>
        <p:txBody>
          <a:bodyPr wrap="non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Focus area</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30" name="文本框 229">
            <a:extLst>
              <a:ext uri="{FF2B5EF4-FFF2-40B4-BE49-F238E27FC236}">
                <a16:creationId xmlns:a16="http://schemas.microsoft.com/office/drawing/2014/main" id="{C3E3FB5C-D609-1119-BC43-E828C86C6AE3}"/>
              </a:ext>
            </a:extLst>
          </p:cNvPr>
          <p:cNvSpPr txBox="1"/>
          <p:nvPr/>
        </p:nvSpPr>
        <p:spPr>
          <a:xfrm>
            <a:off x="3676328" y="4652516"/>
            <a:ext cx="1088760" cy="338554"/>
          </a:xfrm>
          <a:prstGeom prst="rect">
            <a:avLst/>
          </a:prstGeom>
          <a:noFill/>
        </p:spPr>
        <p:txBody>
          <a:bodyPr wrap="non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objective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31" name="文本框 230">
            <a:extLst>
              <a:ext uri="{FF2B5EF4-FFF2-40B4-BE49-F238E27FC236}">
                <a16:creationId xmlns:a16="http://schemas.microsoft.com/office/drawing/2014/main" id="{5197DEE0-FBB8-5E76-2AC8-6C6594897F88}"/>
              </a:ext>
            </a:extLst>
          </p:cNvPr>
          <p:cNvSpPr txBox="1"/>
          <p:nvPr/>
        </p:nvSpPr>
        <p:spPr>
          <a:xfrm>
            <a:off x="2893616" y="5673948"/>
            <a:ext cx="556563" cy="338554"/>
          </a:xfrm>
          <a:prstGeom prst="rect">
            <a:avLst/>
          </a:prstGeom>
          <a:noFill/>
        </p:spPr>
        <p:txBody>
          <a:bodyPr wrap="non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KPI </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32" name="文本框 231">
            <a:extLst>
              <a:ext uri="{FF2B5EF4-FFF2-40B4-BE49-F238E27FC236}">
                <a16:creationId xmlns:a16="http://schemas.microsoft.com/office/drawing/2014/main" id="{E5514B23-744C-5A5F-42DF-6D26DF87086D}"/>
              </a:ext>
            </a:extLst>
          </p:cNvPr>
          <p:cNvSpPr txBox="1"/>
          <p:nvPr/>
        </p:nvSpPr>
        <p:spPr>
          <a:xfrm>
            <a:off x="4732164" y="5686648"/>
            <a:ext cx="1109836"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35" name="文本框 234">
            <a:extLst>
              <a:ext uri="{FF2B5EF4-FFF2-40B4-BE49-F238E27FC236}">
                <a16:creationId xmlns:a16="http://schemas.microsoft.com/office/drawing/2014/main" id="{16DD2E19-C602-EFD5-F905-1973443E33D8}"/>
              </a:ext>
            </a:extLst>
          </p:cNvPr>
          <p:cNvSpPr txBox="1"/>
          <p:nvPr/>
        </p:nvSpPr>
        <p:spPr>
          <a:xfrm>
            <a:off x="274398" y="1350106"/>
            <a:ext cx="227253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36" name="文本框 235">
            <a:extLst>
              <a:ext uri="{FF2B5EF4-FFF2-40B4-BE49-F238E27FC236}">
                <a16:creationId xmlns:a16="http://schemas.microsoft.com/office/drawing/2014/main" id="{8CB89D3A-2AA2-5A02-B427-D5A88DABFA4C}"/>
              </a:ext>
            </a:extLst>
          </p:cNvPr>
          <p:cNvSpPr txBox="1"/>
          <p:nvPr/>
        </p:nvSpPr>
        <p:spPr>
          <a:xfrm>
            <a:off x="290751" y="1014183"/>
            <a:ext cx="1620078" cy="461665"/>
          </a:xfrm>
          <a:prstGeom prst="rect">
            <a:avLst/>
          </a:prstGeom>
          <a:noFill/>
        </p:spPr>
        <p:txBody>
          <a:bodyPr wrap="square">
            <a:spAutoFit/>
          </a:bodyPr>
          <a:lstStyle/>
          <a:p>
            <a:r>
              <a:rPr kumimoji="1" lang="en" altLang="zh-CN" sz="2400" dirty="0">
                <a:solidFill>
                  <a:srgbClr val="BB3023"/>
                </a:solidFill>
                <a:latin typeface="Alibaba PuHuiTi" pitchFamily="18" charset="-122"/>
                <a:ea typeface="Alibaba PuHuiTi" pitchFamily="18" charset="-122"/>
                <a:cs typeface="Alibaba PuHuiTi" pitchFamily="18" charset="-122"/>
              </a:rPr>
              <a:t>main title</a:t>
            </a:r>
            <a:endParaRPr lang="zh-CN" altLang="en-US" sz="2400" dirty="0">
              <a:solidFill>
                <a:srgbClr val="BB3023"/>
              </a:solidFill>
              <a:latin typeface="Alibaba PuHuiTi" pitchFamily="18" charset="-122"/>
              <a:ea typeface="Alibaba PuHuiTi" pitchFamily="18" charset="-122"/>
              <a:cs typeface="Alibaba PuHuiTi" pitchFamily="18" charset="-122"/>
            </a:endParaRPr>
          </a:p>
        </p:txBody>
      </p:sp>
      <p:sp>
        <p:nvSpPr>
          <p:cNvPr id="238" name="文本框 237">
            <a:extLst>
              <a:ext uri="{FF2B5EF4-FFF2-40B4-BE49-F238E27FC236}">
                <a16:creationId xmlns:a16="http://schemas.microsoft.com/office/drawing/2014/main" id="{A199E4D1-6784-3B5B-F6C7-B67AD148E508}"/>
              </a:ext>
            </a:extLst>
          </p:cNvPr>
          <p:cNvSpPr txBox="1"/>
          <p:nvPr/>
        </p:nvSpPr>
        <p:spPr>
          <a:xfrm>
            <a:off x="277116" y="1881587"/>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4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239" name="文本框 238">
            <a:extLst>
              <a:ext uri="{FF2B5EF4-FFF2-40B4-BE49-F238E27FC236}">
                <a16:creationId xmlns:a16="http://schemas.microsoft.com/office/drawing/2014/main" id="{FEAF95CA-5D13-AB5D-9DC4-D38F4E8624A6}"/>
              </a:ext>
            </a:extLst>
          </p:cNvPr>
          <p:cNvSpPr txBox="1"/>
          <p:nvPr/>
        </p:nvSpPr>
        <p:spPr>
          <a:xfrm>
            <a:off x="268765" y="2167538"/>
            <a:ext cx="1229836"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3" name="下箭头 242">
            <a:extLst>
              <a:ext uri="{FF2B5EF4-FFF2-40B4-BE49-F238E27FC236}">
                <a16:creationId xmlns:a16="http://schemas.microsoft.com/office/drawing/2014/main" id="{9D3466B1-9581-28A6-F87E-5AA5D54C8527}"/>
              </a:ext>
            </a:extLst>
          </p:cNvPr>
          <p:cNvSpPr/>
          <p:nvPr/>
        </p:nvSpPr>
        <p:spPr>
          <a:xfrm>
            <a:off x="558800" y="4457700"/>
            <a:ext cx="635000" cy="749300"/>
          </a:xfrm>
          <a:prstGeom prst="downArrow">
            <a:avLst>
              <a:gd name="adj1" fmla="val 22973"/>
              <a:gd name="adj2" fmla="val 62162"/>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45" name="文本框 244">
            <a:extLst>
              <a:ext uri="{FF2B5EF4-FFF2-40B4-BE49-F238E27FC236}">
                <a16:creationId xmlns:a16="http://schemas.microsoft.com/office/drawing/2014/main" id="{D107F25D-0868-013D-E53B-3277AD5D2B03}"/>
              </a:ext>
            </a:extLst>
          </p:cNvPr>
          <p:cNvSpPr txBox="1"/>
          <p:nvPr/>
        </p:nvSpPr>
        <p:spPr>
          <a:xfrm>
            <a:off x="279400" y="3140968"/>
            <a:ext cx="1206500" cy="1077218"/>
          </a:xfrm>
          <a:prstGeom prst="rect">
            <a:avLst/>
          </a:prstGeom>
          <a:noFill/>
        </p:spPr>
        <p:txBody>
          <a:bodyPr wrap="square" rtlCol="0">
            <a:spAutoFit/>
          </a:bodyPr>
          <a:lstStyle/>
          <a:p>
            <a:pPr algn="just"/>
            <a:r>
              <a:rPr kumimoji="1" lang="en-US" altLang="zh-CN" sz="8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80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8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6" name="文本框 245">
            <a:extLst>
              <a:ext uri="{FF2B5EF4-FFF2-40B4-BE49-F238E27FC236}">
                <a16:creationId xmlns:a16="http://schemas.microsoft.com/office/drawing/2014/main" id="{1A566335-3A29-5DFA-5D46-37AAC61D1837}"/>
              </a:ext>
            </a:extLst>
          </p:cNvPr>
          <p:cNvSpPr txBox="1"/>
          <p:nvPr/>
        </p:nvSpPr>
        <p:spPr>
          <a:xfrm>
            <a:off x="276052" y="2810520"/>
            <a:ext cx="1064715" cy="307777"/>
          </a:xfrm>
          <a:prstGeom prst="rect">
            <a:avLst/>
          </a:prstGeom>
          <a:noFill/>
        </p:spPr>
        <p:txBody>
          <a:bodyPr wrap="non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矩形 1">
            <a:extLst>
              <a:ext uri="{FF2B5EF4-FFF2-40B4-BE49-F238E27FC236}">
                <a16:creationId xmlns:a16="http://schemas.microsoft.com/office/drawing/2014/main" id="{0CCDAE84-FD32-D9F4-F744-28656418CD24}"/>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文本框 14">
            <a:extLst>
              <a:ext uri="{FF2B5EF4-FFF2-40B4-BE49-F238E27FC236}">
                <a16:creationId xmlns:a16="http://schemas.microsoft.com/office/drawing/2014/main" id="{6CF7A311-A7C4-1204-53EA-D60EC76825D2}"/>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 name="文本框 15">
            <a:extLst>
              <a:ext uri="{FF2B5EF4-FFF2-40B4-BE49-F238E27FC236}">
                <a16:creationId xmlns:a16="http://schemas.microsoft.com/office/drawing/2014/main" id="{52D95AC7-2F7C-BA33-3373-92E813FD2204}"/>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7" name="直线连接符 16">
            <a:extLst>
              <a:ext uri="{FF2B5EF4-FFF2-40B4-BE49-F238E27FC236}">
                <a16:creationId xmlns:a16="http://schemas.microsoft.com/office/drawing/2014/main" id="{B96911D5-E491-2FC0-52BF-D41E49A54D39}"/>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id="{225FA5EE-08D3-5529-5C15-DA073B93E2A7}"/>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A0CCD9A7-A7FE-05A4-006C-59DEA0171365}"/>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0" name="组合 19">
            <a:extLst>
              <a:ext uri="{FF2B5EF4-FFF2-40B4-BE49-F238E27FC236}">
                <a16:creationId xmlns:a16="http://schemas.microsoft.com/office/drawing/2014/main" id="{19118E1A-36AA-D5CC-B276-1322EDB627B9}"/>
              </a:ext>
            </a:extLst>
          </p:cNvPr>
          <p:cNvGrpSpPr/>
          <p:nvPr/>
        </p:nvGrpSpPr>
        <p:grpSpPr>
          <a:xfrm>
            <a:off x="2259126" y="287981"/>
            <a:ext cx="356205" cy="355288"/>
            <a:chOff x="2323294" y="287981"/>
            <a:chExt cx="356205" cy="355288"/>
          </a:xfrm>
        </p:grpSpPr>
        <p:sp>
          <p:nvSpPr>
            <p:cNvPr id="21" name="Google Shape;7166;p80">
              <a:extLst>
                <a:ext uri="{FF2B5EF4-FFF2-40B4-BE49-F238E27FC236}">
                  <a16:creationId xmlns:a16="http://schemas.microsoft.com/office/drawing/2014/main" id="{6E747BCC-BC2C-29C1-F28D-D42D3DDBE65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7;p80">
              <a:extLst>
                <a:ext uri="{FF2B5EF4-FFF2-40B4-BE49-F238E27FC236}">
                  <a16:creationId xmlns:a16="http://schemas.microsoft.com/office/drawing/2014/main" id="{FD8B8717-7F15-4A93-1F42-01526F3A4B2B}"/>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8;p80">
              <a:extLst>
                <a:ext uri="{FF2B5EF4-FFF2-40B4-BE49-F238E27FC236}">
                  <a16:creationId xmlns:a16="http://schemas.microsoft.com/office/drawing/2014/main" id="{E3DB6E12-9ACA-6484-44F9-2AE63A92EF39}"/>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9;p80">
              <a:extLst>
                <a:ext uri="{FF2B5EF4-FFF2-40B4-BE49-F238E27FC236}">
                  <a16:creationId xmlns:a16="http://schemas.microsoft.com/office/drawing/2014/main" id="{C1146190-6831-A66C-9151-591A16F4E51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71233072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椭圆 14">
            <a:extLst>
              <a:ext uri="{FF2B5EF4-FFF2-40B4-BE49-F238E27FC236}">
                <a16:creationId xmlns:a16="http://schemas.microsoft.com/office/drawing/2014/main" id="{E3925766-E25B-C802-C659-502F39B29EFA}"/>
              </a:ext>
            </a:extLst>
          </p:cNvPr>
          <p:cNvSpPr/>
          <p:nvPr/>
        </p:nvSpPr>
        <p:spPr>
          <a:xfrm>
            <a:off x="1528026" y="2443015"/>
            <a:ext cx="1253765" cy="1253765"/>
          </a:xfrm>
          <a:prstGeom prst="ellipse">
            <a:avLst/>
          </a:prstGeom>
          <a:solidFill>
            <a:srgbClr val="1E344D"/>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6" name="椭圆 15">
            <a:extLst>
              <a:ext uri="{FF2B5EF4-FFF2-40B4-BE49-F238E27FC236}">
                <a16:creationId xmlns:a16="http://schemas.microsoft.com/office/drawing/2014/main" id="{174C2648-D18E-F5DA-E006-033167007B83}"/>
              </a:ext>
            </a:extLst>
          </p:cNvPr>
          <p:cNvSpPr/>
          <p:nvPr/>
        </p:nvSpPr>
        <p:spPr>
          <a:xfrm>
            <a:off x="1857965" y="3267367"/>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7" name="椭圆 16">
            <a:extLst>
              <a:ext uri="{FF2B5EF4-FFF2-40B4-BE49-F238E27FC236}">
                <a16:creationId xmlns:a16="http://schemas.microsoft.com/office/drawing/2014/main" id="{8B15C09A-A0EE-BD36-2FEA-00CE7C2DD9A9}"/>
              </a:ext>
            </a:extLst>
          </p:cNvPr>
          <p:cNvSpPr/>
          <p:nvPr/>
        </p:nvSpPr>
        <p:spPr>
          <a:xfrm>
            <a:off x="1942806" y="3948156"/>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椭圆 18">
            <a:extLst>
              <a:ext uri="{FF2B5EF4-FFF2-40B4-BE49-F238E27FC236}">
                <a16:creationId xmlns:a16="http://schemas.microsoft.com/office/drawing/2014/main" id="{6ED34ED8-862E-25DC-152F-EBE7804AC5EA}"/>
              </a:ext>
            </a:extLst>
          </p:cNvPr>
          <p:cNvSpPr/>
          <p:nvPr/>
        </p:nvSpPr>
        <p:spPr>
          <a:xfrm>
            <a:off x="1857965" y="4435971"/>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0" name="椭圆 19">
            <a:extLst>
              <a:ext uri="{FF2B5EF4-FFF2-40B4-BE49-F238E27FC236}">
                <a16:creationId xmlns:a16="http://schemas.microsoft.com/office/drawing/2014/main" id="{27E0422E-5B27-1D54-3F63-457FC29747A1}"/>
              </a:ext>
            </a:extLst>
          </p:cNvPr>
          <p:cNvSpPr/>
          <p:nvPr/>
        </p:nvSpPr>
        <p:spPr>
          <a:xfrm>
            <a:off x="1942806" y="5084043"/>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椭圆 20">
            <a:extLst>
              <a:ext uri="{FF2B5EF4-FFF2-40B4-BE49-F238E27FC236}">
                <a16:creationId xmlns:a16="http://schemas.microsoft.com/office/drawing/2014/main" id="{6DE5B2F5-7877-32EC-BAC5-FAA56603C7BC}"/>
              </a:ext>
            </a:extLst>
          </p:cNvPr>
          <p:cNvSpPr/>
          <p:nvPr/>
        </p:nvSpPr>
        <p:spPr>
          <a:xfrm>
            <a:off x="1942806" y="5660107"/>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2" name="椭圆 21">
            <a:extLst>
              <a:ext uri="{FF2B5EF4-FFF2-40B4-BE49-F238E27FC236}">
                <a16:creationId xmlns:a16="http://schemas.microsoft.com/office/drawing/2014/main" id="{9AFAF0CC-99DB-8F6C-F598-FCB0824E170C}"/>
              </a:ext>
            </a:extLst>
          </p:cNvPr>
          <p:cNvSpPr/>
          <p:nvPr/>
        </p:nvSpPr>
        <p:spPr>
          <a:xfrm>
            <a:off x="3733453" y="2443015"/>
            <a:ext cx="1253765" cy="1253765"/>
          </a:xfrm>
          <a:prstGeom prst="ellipse">
            <a:avLst/>
          </a:prstGeom>
          <a:solidFill>
            <a:srgbClr val="1E344D"/>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椭圆 22">
            <a:extLst>
              <a:ext uri="{FF2B5EF4-FFF2-40B4-BE49-F238E27FC236}">
                <a16:creationId xmlns:a16="http://schemas.microsoft.com/office/drawing/2014/main" id="{3FE86D8A-94AB-4AD1-2330-D5AE2EA6DCC9}"/>
              </a:ext>
            </a:extLst>
          </p:cNvPr>
          <p:cNvSpPr/>
          <p:nvPr/>
        </p:nvSpPr>
        <p:spPr>
          <a:xfrm>
            <a:off x="4115016" y="3370618"/>
            <a:ext cx="490638" cy="490638"/>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4" name="椭圆 23">
            <a:extLst>
              <a:ext uri="{FF2B5EF4-FFF2-40B4-BE49-F238E27FC236}">
                <a16:creationId xmlns:a16="http://schemas.microsoft.com/office/drawing/2014/main" id="{DD285293-8B7A-7D53-0054-5FA101C2E974}"/>
              </a:ext>
            </a:extLst>
          </p:cNvPr>
          <p:cNvSpPr/>
          <p:nvPr/>
        </p:nvSpPr>
        <p:spPr>
          <a:xfrm>
            <a:off x="4148233" y="3948156"/>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5" name="椭圆 24">
            <a:extLst>
              <a:ext uri="{FF2B5EF4-FFF2-40B4-BE49-F238E27FC236}">
                <a16:creationId xmlns:a16="http://schemas.microsoft.com/office/drawing/2014/main" id="{5B5B1FE4-D1FD-6716-E875-6B20274F14D1}"/>
              </a:ext>
            </a:extLst>
          </p:cNvPr>
          <p:cNvSpPr/>
          <p:nvPr/>
        </p:nvSpPr>
        <p:spPr>
          <a:xfrm>
            <a:off x="4063391" y="4973299"/>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椭圆 25">
            <a:extLst>
              <a:ext uri="{FF2B5EF4-FFF2-40B4-BE49-F238E27FC236}">
                <a16:creationId xmlns:a16="http://schemas.microsoft.com/office/drawing/2014/main" id="{BC82D3A4-B030-9127-2DC2-740A73827E01}"/>
              </a:ext>
            </a:extLst>
          </p:cNvPr>
          <p:cNvSpPr/>
          <p:nvPr/>
        </p:nvSpPr>
        <p:spPr>
          <a:xfrm>
            <a:off x="4148233" y="4499581"/>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椭圆 26">
            <a:extLst>
              <a:ext uri="{FF2B5EF4-FFF2-40B4-BE49-F238E27FC236}">
                <a16:creationId xmlns:a16="http://schemas.microsoft.com/office/drawing/2014/main" id="{A7A4EC78-4882-3AC6-7325-B9DF192A03CC}"/>
              </a:ext>
            </a:extLst>
          </p:cNvPr>
          <p:cNvSpPr/>
          <p:nvPr/>
        </p:nvSpPr>
        <p:spPr>
          <a:xfrm>
            <a:off x="4148233" y="5660107"/>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9" name="椭圆 28">
            <a:extLst>
              <a:ext uri="{FF2B5EF4-FFF2-40B4-BE49-F238E27FC236}">
                <a16:creationId xmlns:a16="http://schemas.microsoft.com/office/drawing/2014/main" id="{7D615927-3953-0773-D3CF-F61C6248DAA9}"/>
              </a:ext>
            </a:extLst>
          </p:cNvPr>
          <p:cNvSpPr/>
          <p:nvPr/>
        </p:nvSpPr>
        <p:spPr>
          <a:xfrm>
            <a:off x="5833432" y="2443015"/>
            <a:ext cx="1428898" cy="1428898"/>
          </a:xfrm>
          <a:prstGeom prst="ellipse">
            <a:avLst/>
          </a:prstGeom>
          <a:solidFill>
            <a:srgbClr val="1E344D"/>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0" name="椭圆 29">
            <a:extLst>
              <a:ext uri="{FF2B5EF4-FFF2-40B4-BE49-F238E27FC236}">
                <a16:creationId xmlns:a16="http://schemas.microsoft.com/office/drawing/2014/main" id="{0FED19E8-E83E-506D-A701-97FB7339FB7A}"/>
              </a:ext>
            </a:extLst>
          </p:cNvPr>
          <p:cNvSpPr/>
          <p:nvPr/>
        </p:nvSpPr>
        <p:spPr>
          <a:xfrm>
            <a:off x="8299436" y="2601471"/>
            <a:ext cx="906774" cy="906774"/>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椭圆 30">
            <a:extLst>
              <a:ext uri="{FF2B5EF4-FFF2-40B4-BE49-F238E27FC236}">
                <a16:creationId xmlns:a16="http://schemas.microsoft.com/office/drawing/2014/main" id="{BF05B873-FAB1-DABD-D1DD-A755E5772C15}"/>
              </a:ext>
            </a:extLst>
          </p:cNvPr>
          <p:cNvSpPr/>
          <p:nvPr/>
        </p:nvSpPr>
        <p:spPr>
          <a:xfrm>
            <a:off x="10509424" y="2610898"/>
            <a:ext cx="869066" cy="869066"/>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7" name="椭圆 36">
            <a:extLst>
              <a:ext uri="{FF2B5EF4-FFF2-40B4-BE49-F238E27FC236}">
                <a16:creationId xmlns:a16="http://schemas.microsoft.com/office/drawing/2014/main" id="{2C3E79C7-10DA-C6CE-FC50-6AE36230B9F8}"/>
              </a:ext>
            </a:extLst>
          </p:cNvPr>
          <p:cNvSpPr/>
          <p:nvPr/>
        </p:nvSpPr>
        <p:spPr>
          <a:xfrm>
            <a:off x="8410935" y="3255562"/>
            <a:ext cx="683777" cy="683777"/>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9" name="椭圆 38">
            <a:extLst>
              <a:ext uri="{FF2B5EF4-FFF2-40B4-BE49-F238E27FC236}">
                <a16:creationId xmlns:a16="http://schemas.microsoft.com/office/drawing/2014/main" id="{526AF511-918E-C65F-AAB2-56ADA17CBF9C}"/>
              </a:ext>
            </a:extLst>
          </p:cNvPr>
          <p:cNvSpPr/>
          <p:nvPr/>
        </p:nvSpPr>
        <p:spPr>
          <a:xfrm>
            <a:off x="6380481" y="4031928"/>
            <a:ext cx="424205" cy="424205"/>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2" name="椭圆 41">
            <a:extLst>
              <a:ext uri="{FF2B5EF4-FFF2-40B4-BE49-F238E27FC236}">
                <a16:creationId xmlns:a16="http://schemas.microsoft.com/office/drawing/2014/main" id="{C04ACE93-095D-C086-C0DE-B52D310B07ED}"/>
              </a:ext>
            </a:extLst>
          </p:cNvPr>
          <p:cNvSpPr/>
          <p:nvPr/>
        </p:nvSpPr>
        <p:spPr>
          <a:xfrm>
            <a:off x="6295639" y="5012035"/>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99B82266-231A-7C99-7CB1-2A2894CBB35A}"/>
              </a:ext>
            </a:extLst>
          </p:cNvPr>
          <p:cNvSpPr/>
          <p:nvPr/>
        </p:nvSpPr>
        <p:spPr>
          <a:xfrm>
            <a:off x="6295639" y="5588099"/>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8" name="椭圆 47">
            <a:extLst>
              <a:ext uri="{FF2B5EF4-FFF2-40B4-BE49-F238E27FC236}">
                <a16:creationId xmlns:a16="http://schemas.microsoft.com/office/drawing/2014/main" id="{A15CF470-0783-046E-B489-7E4E40606AFC}"/>
              </a:ext>
            </a:extLst>
          </p:cNvPr>
          <p:cNvSpPr/>
          <p:nvPr/>
        </p:nvSpPr>
        <p:spPr>
          <a:xfrm>
            <a:off x="8125941" y="4724003"/>
            <a:ext cx="1253765" cy="1253765"/>
          </a:xfrm>
          <a:prstGeom prst="ellipse">
            <a:avLst/>
          </a:prstGeom>
          <a:solidFill>
            <a:srgbClr val="1E344D"/>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9" name="椭圆 48">
            <a:extLst>
              <a:ext uri="{FF2B5EF4-FFF2-40B4-BE49-F238E27FC236}">
                <a16:creationId xmlns:a16="http://schemas.microsoft.com/office/drawing/2014/main" id="{40738FD2-C171-9135-9EA9-3BC4D459139A}"/>
              </a:ext>
            </a:extLst>
          </p:cNvPr>
          <p:cNvSpPr/>
          <p:nvPr/>
        </p:nvSpPr>
        <p:spPr>
          <a:xfrm>
            <a:off x="8219785" y="5321479"/>
            <a:ext cx="1066077" cy="1066077"/>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4" name="椭圆 53">
            <a:extLst>
              <a:ext uri="{FF2B5EF4-FFF2-40B4-BE49-F238E27FC236}">
                <a16:creationId xmlns:a16="http://schemas.microsoft.com/office/drawing/2014/main" id="{84CAAEA7-6884-D804-56DF-FB1D8165FEFB}"/>
              </a:ext>
            </a:extLst>
          </p:cNvPr>
          <p:cNvSpPr/>
          <p:nvPr/>
        </p:nvSpPr>
        <p:spPr>
          <a:xfrm>
            <a:off x="10573788" y="3715891"/>
            <a:ext cx="740338" cy="740338"/>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5" name="椭圆 54">
            <a:extLst>
              <a:ext uri="{FF2B5EF4-FFF2-40B4-BE49-F238E27FC236}">
                <a16:creationId xmlns:a16="http://schemas.microsoft.com/office/drawing/2014/main" id="{2A5A5073-0185-D100-2659-684FF6472C07}"/>
              </a:ext>
            </a:extLst>
          </p:cNvPr>
          <p:cNvSpPr/>
          <p:nvPr/>
        </p:nvSpPr>
        <p:spPr>
          <a:xfrm>
            <a:off x="10317075" y="4724003"/>
            <a:ext cx="1253765" cy="1253765"/>
          </a:xfrm>
          <a:prstGeom prst="ellipse">
            <a:avLst/>
          </a:prstGeom>
          <a:solidFill>
            <a:srgbClr val="1E344D"/>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6" name="椭圆 55">
            <a:extLst>
              <a:ext uri="{FF2B5EF4-FFF2-40B4-BE49-F238E27FC236}">
                <a16:creationId xmlns:a16="http://schemas.microsoft.com/office/drawing/2014/main" id="{920B9806-EDF7-F1BD-7287-C066575DE154}"/>
              </a:ext>
            </a:extLst>
          </p:cNvPr>
          <p:cNvSpPr/>
          <p:nvPr/>
        </p:nvSpPr>
        <p:spPr>
          <a:xfrm>
            <a:off x="10410919" y="5321479"/>
            <a:ext cx="1066077" cy="1066077"/>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7" name="椭圆 56">
            <a:extLst>
              <a:ext uri="{FF2B5EF4-FFF2-40B4-BE49-F238E27FC236}">
                <a16:creationId xmlns:a16="http://schemas.microsoft.com/office/drawing/2014/main" id="{C0C1A270-7F4B-E98A-2F79-8FA9155BE1F6}"/>
              </a:ext>
            </a:extLst>
          </p:cNvPr>
          <p:cNvSpPr/>
          <p:nvPr/>
        </p:nvSpPr>
        <p:spPr>
          <a:xfrm>
            <a:off x="6295639" y="4413711"/>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AF86660F-F631-CEE6-AE67-6849C0F3405F}"/>
              </a:ext>
            </a:extLst>
          </p:cNvPr>
          <p:cNvSpPr txBox="1"/>
          <p:nvPr/>
        </p:nvSpPr>
        <p:spPr>
          <a:xfrm>
            <a:off x="411178" y="2870822"/>
            <a:ext cx="87556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41B51986-0898-C366-BCF3-04FB748E6822}"/>
              </a:ext>
            </a:extLst>
          </p:cNvPr>
          <p:cNvSpPr txBox="1"/>
          <p:nvPr/>
        </p:nvSpPr>
        <p:spPr>
          <a:xfrm>
            <a:off x="411178" y="3427859"/>
            <a:ext cx="87556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B030583D-4130-6E95-149D-897EF6F9F7B2}"/>
              </a:ext>
            </a:extLst>
          </p:cNvPr>
          <p:cNvSpPr txBox="1"/>
          <p:nvPr/>
        </p:nvSpPr>
        <p:spPr>
          <a:xfrm>
            <a:off x="411178" y="4003923"/>
            <a:ext cx="87556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922D260E-A71B-594E-4215-78A6C772A19E}"/>
              </a:ext>
            </a:extLst>
          </p:cNvPr>
          <p:cNvSpPr txBox="1"/>
          <p:nvPr/>
        </p:nvSpPr>
        <p:spPr>
          <a:xfrm>
            <a:off x="411178" y="4579987"/>
            <a:ext cx="87556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72843124-6612-CD65-70CB-DFBD9DE32D76}"/>
              </a:ext>
            </a:extLst>
          </p:cNvPr>
          <p:cNvSpPr txBox="1"/>
          <p:nvPr/>
        </p:nvSpPr>
        <p:spPr>
          <a:xfrm>
            <a:off x="411178" y="5156051"/>
            <a:ext cx="87556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37BB3769-D8BA-E30D-07F1-486764D283FF}"/>
              </a:ext>
            </a:extLst>
          </p:cNvPr>
          <p:cNvSpPr txBox="1"/>
          <p:nvPr/>
        </p:nvSpPr>
        <p:spPr>
          <a:xfrm>
            <a:off x="411178" y="5804123"/>
            <a:ext cx="875561" cy="338554"/>
          </a:xfrm>
          <a:prstGeom prst="rect">
            <a:avLst/>
          </a:prstGeom>
          <a:noFill/>
        </p:spPr>
        <p:txBody>
          <a:bodyPr wrap="none" rtlCol="0">
            <a:spAutoFit/>
          </a:bodyPr>
          <a:lstStyle/>
          <a:p>
            <a:pPr algn="l"/>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project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C7307B86-77A0-1C4D-D0A7-FB1CC5F51C03}"/>
              </a:ext>
            </a:extLst>
          </p:cNvPr>
          <p:cNvSpPr txBox="1"/>
          <p:nvPr/>
        </p:nvSpPr>
        <p:spPr>
          <a:xfrm>
            <a:off x="9370665" y="1914531"/>
            <a:ext cx="1024639" cy="523220"/>
          </a:xfrm>
          <a:prstGeom prst="rect">
            <a:avLst/>
          </a:prstGeom>
          <a:noFill/>
        </p:spPr>
        <p:txBody>
          <a:bodyPr wrap="none" rtlCol="0">
            <a:spAutoFit/>
          </a:bodyPr>
          <a:lstStyle/>
          <a:p>
            <a:pPr algn="l"/>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2026</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3B9BE26E-5F42-91BF-AA68-3EA42C720581}"/>
              </a:ext>
            </a:extLst>
          </p:cNvPr>
          <p:cNvSpPr txBox="1"/>
          <p:nvPr/>
        </p:nvSpPr>
        <p:spPr>
          <a:xfrm>
            <a:off x="4938712" y="1914531"/>
            <a:ext cx="1024639" cy="523220"/>
          </a:xfrm>
          <a:prstGeom prst="rect">
            <a:avLst/>
          </a:prstGeom>
          <a:noFill/>
        </p:spPr>
        <p:txBody>
          <a:bodyPr wrap="none" rtlCol="0">
            <a:spAutoFit/>
          </a:bodyPr>
          <a:lstStyle/>
          <a:p>
            <a:pPr algn="l"/>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2035</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5" name="文本框 74">
            <a:extLst>
              <a:ext uri="{FF2B5EF4-FFF2-40B4-BE49-F238E27FC236}">
                <a16:creationId xmlns:a16="http://schemas.microsoft.com/office/drawing/2014/main" id="{28CB84C8-0391-8252-2AD9-5E80B6832DE6}"/>
              </a:ext>
            </a:extLst>
          </p:cNvPr>
          <p:cNvSpPr txBox="1"/>
          <p:nvPr/>
        </p:nvSpPr>
        <p:spPr>
          <a:xfrm>
            <a:off x="1638301" y="1914531"/>
            <a:ext cx="1024639" cy="523220"/>
          </a:xfrm>
          <a:prstGeom prst="rect">
            <a:avLst/>
          </a:prstGeom>
          <a:noFill/>
        </p:spPr>
        <p:txBody>
          <a:bodyPr wrap="none" rtlCol="0">
            <a:spAutoFit/>
          </a:bodyPr>
          <a:lstStyle/>
          <a:p>
            <a:pPr algn="l"/>
            <a:r>
              <a:rPr kumimoji="1" lang="en-US" altLang="zh-CN" sz="2800" dirty="0">
                <a:solidFill>
                  <a:srgbClr val="BB3023"/>
                </a:solidFill>
                <a:latin typeface="Alibaba PuHuiTi Medium" pitchFamily="18" charset="-122"/>
                <a:ea typeface="Alibaba PuHuiTi Medium" pitchFamily="18" charset="-122"/>
                <a:cs typeface="Alibaba PuHuiTi Medium" pitchFamily="18" charset="-122"/>
              </a:rPr>
              <a:t>2023</a:t>
            </a:r>
            <a:endParaRPr kumimoji="1" lang="zh-CN" altLang="en-US" sz="28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77" name="直线连接符 76">
            <a:extLst>
              <a:ext uri="{FF2B5EF4-FFF2-40B4-BE49-F238E27FC236}">
                <a16:creationId xmlns:a16="http://schemas.microsoft.com/office/drawing/2014/main" id="{E413BB0C-E9B4-EA0B-8929-053101EC840B}"/>
              </a:ext>
            </a:extLst>
          </p:cNvPr>
          <p:cNvCxnSpPr>
            <a:cxnSpLocks/>
          </p:cNvCxnSpPr>
          <p:nvPr/>
        </p:nvCxnSpPr>
        <p:spPr>
          <a:xfrm>
            <a:off x="3300413" y="2043113"/>
            <a:ext cx="0" cy="4357687"/>
          </a:xfrm>
          <a:prstGeom prst="line">
            <a:avLst/>
          </a:prstGeom>
          <a:ln w="25400">
            <a:solidFill>
              <a:srgbClr val="BB3023"/>
            </a:solidFill>
            <a:prstDash val="sysDot"/>
          </a:ln>
        </p:spPr>
        <p:style>
          <a:lnRef idx="1">
            <a:schemeClr val="accent1"/>
          </a:lnRef>
          <a:fillRef idx="0">
            <a:schemeClr val="accent1"/>
          </a:fillRef>
          <a:effectRef idx="0">
            <a:schemeClr val="accent1"/>
          </a:effectRef>
          <a:fontRef idx="minor">
            <a:schemeClr val="tx1"/>
          </a:fontRef>
        </p:style>
      </p:cxnSp>
      <p:cxnSp>
        <p:nvCxnSpPr>
          <p:cNvPr id="79" name="直线连接符 78">
            <a:extLst>
              <a:ext uri="{FF2B5EF4-FFF2-40B4-BE49-F238E27FC236}">
                <a16:creationId xmlns:a16="http://schemas.microsoft.com/office/drawing/2014/main" id="{551635FB-9D7B-0AF8-01BF-22BA9552C504}"/>
              </a:ext>
            </a:extLst>
          </p:cNvPr>
          <p:cNvCxnSpPr>
            <a:cxnSpLocks/>
          </p:cNvCxnSpPr>
          <p:nvPr/>
        </p:nvCxnSpPr>
        <p:spPr>
          <a:xfrm>
            <a:off x="7693893" y="2043113"/>
            <a:ext cx="0" cy="4357687"/>
          </a:xfrm>
          <a:prstGeom prst="line">
            <a:avLst/>
          </a:prstGeom>
          <a:ln w="25400">
            <a:solidFill>
              <a:srgbClr val="BB3023"/>
            </a:solidFill>
            <a:prstDash val="sysDot"/>
          </a:ln>
        </p:spPr>
        <p:style>
          <a:lnRef idx="1">
            <a:schemeClr val="accent1"/>
          </a:lnRef>
          <a:fillRef idx="0">
            <a:schemeClr val="accent1"/>
          </a:fillRef>
          <a:effectRef idx="0">
            <a:schemeClr val="accent1"/>
          </a:effectRef>
          <a:fontRef idx="minor">
            <a:schemeClr val="tx1"/>
          </a:fontRef>
        </p:style>
      </p:cxnSp>
      <p:sp>
        <p:nvSpPr>
          <p:cNvPr id="80" name="文本框 79">
            <a:extLst>
              <a:ext uri="{FF2B5EF4-FFF2-40B4-BE49-F238E27FC236}">
                <a16:creationId xmlns:a16="http://schemas.microsoft.com/office/drawing/2014/main" id="{0E4B9150-14C7-371C-03D3-A1653FCE85C0}"/>
              </a:ext>
            </a:extLst>
          </p:cNvPr>
          <p:cNvSpPr txBox="1"/>
          <p:nvPr/>
        </p:nvSpPr>
        <p:spPr>
          <a:xfrm>
            <a:off x="1788096" y="2835225"/>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7652</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1" name="文本框 80">
            <a:extLst>
              <a:ext uri="{FF2B5EF4-FFF2-40B4-BE49-F238E27FC236}">
                <a16:creationId xmlns:a16="http://schemas.microsoft.com/office/drawing/2014/main" id="{2212E2CB-CBD2-648F-B7CB-BB17E2076917}"/>
              </a:ext>
            </a:extLst>
          </p:cNvPr>
          <p:cNvSpPr txBox="1"/>
          <p:nvPr/>
        </p:nvSpPr>
        <p:spPr>
          <a:xfrm>
            <a:off x="6181725" y="2835225"/>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7937</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2" name="椭圆 81">
            <a:extLst>
              <a:ext uri="{FF2B5EF4-FFF2-40B4-BE49-F238E27FC236}">
                <a16:creationId xmlns:a16="http://schemas.microsoft.com/office/drawing/2014/main" id="{CD26CE83-9C84-E593-5B4D-BBA7E618B51B}"/>
              </a:ext>
            </a:extLst>
          </p:cNvPr>
          <p:cNvSpPr/>
          <p:nvPr/>
        </p:nvSpPr>
        <p:spPr>
          <a:xfrm>
            <a:off x="6294756" y="3441576"/>
            <a:ext cx="568221" cy="568221"/>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83" name="文本框 82">
            <a:extLst>
              <a:ext uri="{FF2B5EF4-FFF2-40B4-BE49-F238E27FC236}">
                <a16:creationId xmlns:a16="http://schemas.microsoft.com/office/drawing/2014/main" id="{EEF75833-EF78-DF13-38E3-8FD7A7AEF529}"/>
              </a:ext>
            </a:extLst>
          </p:cNvPr>
          <p:cNvSpPr txBox="1"/>
          <p:nvPr/>
        </p:nvSpPr>
        <p:spPr>
          <a:xfrm>
            <a:off x="4021485" y="2835225"/>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7666</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4" name="文本框 83">
            <a:extLst>
              <a:ext uri="{FF2B5EF4-FFF2-40B4-BE49-F238E27FC236}">
                <a16:creationId xmlns:a16="http://schemas.microsoft.com/office/drawing/2014/main" id="{A6AF013E-0AAA-DAD6-67D5-ACE67312B421}"/>
              </a:ext>
            </a:extLst>
          </p:cNvPr>
          <p:cNvSpPr txBox="1"/>
          <p:nvPr/>
        </p:nvSpPr>
        <p:spPr>
          <a:xfrm>
            <a:off x="8413973" y="2835225"/>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3690</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5" name="文本框 84">
            <a:extLst>
              <a:ext uri="{FF2B5EF4-FFF2-40B4-BE49-F238E27FC236}">
                <a16:creationId xmlns:a16="http://schemas.microsoft.com/office/drawing/2014/main" id="{7A42D8D3-7CA9-876A-8F62-9A4BA06ADD34}"/>
              </a:ext>
            </a:extLst>
          </p:cNvPr>
          <p:cNvSpPr txBox="1"/>
          <p:nvPr/>
        </p:nvSpPr>
        <p:spPr>
          <a:xfrm>
            <a:off x="10599960" y="2835225"/>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3451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6" name="文本框 85">
            <a:extLst>
              <a:ext uri="{FF2B5EF4-FFF2-40B4-BE49-F238E27FC236}">
                <a16:creationId xmlns:a16="http://schemas.microsoft.com/office/drawing/2014/main" id="{B3FC8FE5-AC52-4EAE-671C-246609CBE711}"/>
              </a:ext>
            </a:extLst>
          </p:cNvPr>
          <p:cNvSpPr txBox="1"/>
          <p:nvPr/>
        </p:nvSpPr>
        <p:spPr>
          <a:xfrm>
            <a:off x="10628535" y="5635575"/>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3451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8" name="文本框 87">
            <a:extLst>
              <a:ext uri="{FF2B5EF4-FFF2-40B4-BE49-F238E27FC236}">
                <a16:creationId xmlns:a16="http://schemas.microsoft.com/office/drawing/2014/main" id="{DF125E40-6AAC-2DAC-4DB9-981F3D749B70}"/>
              </a:ext>
            </a:extLst>
          </p:cNvPr>
          <p:cNvSpPr txBox="1"/>
          <p:nvPr/>
        </p:nvSpPr>
        <p:spPr>
          <a:xfrm>
            <a:off x="1945259" y="5749875"/>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9" name="文本框 88">
            <a:extLst>
              <a:ext uri="{FF2B5EF4-FFF2-40B4-BE49-F238E27FC236}">
                <a16:creationId xmlns:a16="http://schemas.microsoft.com/office/drawing/2014/main" id="{3FABD4DE-946E-9B77-ED9D-1D666BD5D35C}"/>
              </a:ext>
            </a:extLst>
          </p:cNvPr>
          <p:cNvSpPr txBox="1"/>
          <p:nvPr/>
        </p:nvSpPr>
        <p:spPr>
          <a:xfrm>
            <a:off x="1930971" y="4035375"/>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0" name="文本框 89">
            <a:extLst>
              <a:ext uri="{FF2B5EF4-FFF2-40B4-BE49-F238E27FC236}">
                <a16:creationId xmlns:a16="http://schemas.microsoft.com/office/drawing/2014/main" id="{FB253292-4D75-8C2B-098A-A2F6EFBF12B0}"/>
              </a:ext>
            </a:extLst>
          </p:cNvPr>
          <p:cNvSpPr txBox="1"/>
          <p:nvPr/>
        </p:nvSpPr>
        <p:spPr>
          <a:xfrm>
            <a:off x="4131246" y="4035375"/>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2" name="文本框 91">
            <a:extLst>
              <a:ext uri="{FF2B5EF4-FFF2-40B4-BE49-F238E27FC236}">
                <a16:creationId xmlns:a16="http://schemas.microsoft.com/office/drawing/2014/main" id="{38338B0D-C6AE-ABF0-23C0-05EA97BCBCCF}"/>
              </a:ext>
            </a:extLst>
          </p:cNvPr>
          <p:cNvSpPr txBox="1"/>
          <p:nvPr/>
        </p:nvSpPr>
        <p:spPr>
          <a:xfrm>
            <a:off x="6374383" y="4121100"/>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3" name="文本框 92">
            <a:extLst>
              <a:ext uri="{FF2B5EF4-FFF2-40B4-BE49-F238E27FC236}">
                <a16:creationId xmlns:a16="http://schemas.microsoft.com/office/drawing/2014/main" id="{DE66265C-C39B-03D4-AB41-734BB23B99DF}"/>
              </a:ext>
            </a:extLst>
          </p:cNvPr>
          <p:cNvSpPr txBox="1"/>
          <p:nvPr/>
        </p:nvSpPr>
        <p:spPr>
          <a:xfrm>
            <a:off x="4116958" y="5735588"/>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4" name="文本框 93">
            <a:extLst>
              <a:ext uri="{FF2B5EF4-FFF2-40B4-BE49-F238E27FC236}">
                <a16:creationId xmlns:a16="http://schemas.microsoft.com/office/drawing/2014/main" id="{D7653844-FD7A-B88F-354B-66C5B0E38BDF}"/>
              </a:ext>
            </a:extLst>
          </p:cNvPr>
          <p:cNvSpPr txBox="1"/>
          <p:nvPr/>
        </p:nvSpPr>
        <p:spPr>
          <a:xfrm>
            <a:off x="4145533" y="4549726"/>
            <a:ext cx="429926" cy="261610"/>
          </a:xfrm>
          <a:prstGeom prst="rect">
            <a:avLst/>
          </a:prstGeom>
          <a:noFill/>
        </p:spPr>
        <p:txBody>
          <a:bodyPr wrap="squar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7" name="椭圆 46">
            <a:extLst>
              <a:ext uri="{FF2B5EF4-FFF2-40B4-BE49-F238E27FC236}">
                <a16:creationId xmlns:a16="http://schemas.microsoft.com/office/drawing/2014/main" id="{C6B7D20D-4820-B24B-EC68-211F9982E233}"/>
              </a:ext>
            </a:extLst>
          </p:cNvPr>
          <p:cNvSpPr/>
          <p:nvPr/>
        </p:nvSpPr>
        <p:spPr>
          <a:xfrm>
            <a:off x="8455879" y="4435971"/>
            <a:ext cx="593889" cy="593889"/>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5" name="椭圆 44">
            <a:extLst>
              <a:ext uri="{FF2B5EF4-FFF2-40B4-BE49-F238E27FC236}">
                <a16:creationId xmlns:a16="http://schemas.microsoft.com/office/drawing/2014/main" id="{58F0BD6A-5A6E-290E-2D28-88F551AE4E01}"/>
              </a:ext>
            </a:extLst>
          </p:cNvPr>
          <p:cNvSpPr/>
          <p:nvPr/>
        </p:nvSpPr>
        <p:spPr>
          <a:xfrm>
            <a:off x="8382654" y="3784493"/>
            <a:ext cx="740338" cy="740338"/>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3" name="椭圆 52">
            <a:extLst>
              <a:ext uri="{FF2B5EF4-FFF2-40B4-BE49-F238E27FC236}">
                <a16:creationId xmlns:a16="http://schemas.microsoft.com/office/drawing/2014/main" id="{7A1786CC-B2DF-41CB-2094-7DB852CC55E2}"/>
              </a:ext>
            </a:extLst>
          </p:cNvPr>
          <p:cNvSpPr/>
          <p:nvPr/>
        </p:nvSpPr>
        <p:spPr>
          <a:xfrm>
            <a:off x="10602069" y="3186960"/>
            <a:ext cx="683777" cy="683777"/>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0" name="椭圆 39">
            <a:extLst>
              <a:ext uri="{FF2B5EF4-FFF2-40B4-BE49-F238E27FC236}">
                <a16:creationId xmlns:a16="http://schemas.microsoft.com/office/drawing/2014/main" id="{C985F84D-1630-8629-3F21-C3278E81FB98}"/>
              </a:ext>
            </a:extLst>
          </p:cNvPr>
          <p:cNvSpPr/>
          <p:nvPr/>
        </p:nvSpPr>
        <p:spPr>
          <a:xfrm>
            <a:off x="10570538" y="4345109"/>
            <a:ext cx="746838" cy="746838"/>
          </a:xfrm>
          <a:prstGeom prst="ellipse">
            <a:avLst/>
          </a:prstGeom>
          <a:solidFill>
            <a:srgbClr val="BB3023"/>
          </a:solidFill>
          <a:ln w="25400">
            <a:solidFill>
              <a:srgbClr val="FFFF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95" name="文本框 94">
            <a:extLst>
              <a:ext uri="{FF2B5EF4-FFF2-40B4-BE49-F238E27FC236}">
                <a16:creationId xmlns:a16="http://schemas.microsoft.com/office/drawing/2014/main" id="{FADE8BA7-7837-54B2-9D1F-91DE6794FA06}"/>
              </a:ext>
            </a:extLst>
          </p:cNvPr>
          <p:cNvSpPr txBox="1"/>
          <p:nvPr/>
        </p:nvSpPr>
        <p:spPr>
          <a:xfrm>
            <a:off x="8539633" y="4594274"/>
            <a:ext cx="429926" cy="261610"/>
          </a:xfrm>
          <a:prstGeom prst="rect">
            <a:avLst/>
          </a:prstGeom>
          <a:noFill/>
        </p:spPr>
        <p:txBody>
          <a:bodyPr wrap="squar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2C428EDA-46B7-FCB2-E5AD-BCA64AAD023D}"/>
              </a:ext>
            </a:extLst>
          </p:cNvPr>
          <p:cNvSpPr txBox="1"/>
          <p:nvPr/>
        </p:nvSpPr>
        <p:spPr>
          <a:xfrm>
            <a:off x="6397749" y="5732115"/>
            <a:ext cx="429926" cy="261610"/>
          </a:xfrm>
          <a:prstGeom prst="rect">
            <a:avLst/>
          </a:prstGeom>
          <a:noFill/>
        </p:spPr>
        <p:txBody>
          <a:bodyPr wrap="squar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040A5B8F-6730-4032-465A-A9397504F4D7}"/>
              </a:ext>
            </a:extLst>
          </p:cNvPr>
          <p:cNvSpPr txBox="1"/>
          <p:nvPr/>
        </p:nvSpPr>
        <p:spPr>
          <a:xfrm>
            <a:off x="10718229" y="3355851"/>
            <a:ext cx="429926" cy="261610"/>
          </a:xfrm>
          <a:prstGeom prst="rect">
            <a:avLst/>
          </a:prstGeom>
          <a:noFill/>
        </p:spPr>
        <p:txBody>
          <a:bodyPr wrap="squar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8" name="文本框 97">
            <a:extLst>
              <a:ext uri="{FF2B5EF4-FFF2-40B4-BE49-F238E27FC236}">
                <a16:creationId xmlns:a16="http://schemas.microsoft.com/office/drawing/2014/main" id="{7443C459-A9B9-696A-3083-910FEB92EF01}"/>
              </a:ext>
            </a:extLst>
          </p:cNvPr>
          <p:cNvSpPr txBox="1"/>
          <p:nvPr/>
        </p:nvSpPr>
        <p:spPr>
          <a:xfrm>
            <a:off x="8429400" y="3946773"/>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99" name="文本框 98">
            <a:extLst>
              <a:ext uri="{FF2B5EF4-FFF2-40B4-BE49-F238E27FC236}">
                <a16:creationId xmlns:a16="http://schemas.microsoft.com/office/drawing/2014/main" id="{2FB7D426-4059-8A37-7FD1-A83D42E1A398}"/>
              </a:ext>
            </a:extLst>
          </p:cNvPr>
          <p:cNvSpPr txBox="1"/>
          <p:nvPr/>
        </p:nvSpPr>
        <p:spPr>
          <a:xfrm>
            <a:off x="10629675" y="4561136"/>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0" name="文本框 99">
            <a:extLst>
              <a:ext uri="{FF2B5EF4-FFF2-40B4-BE49-F238E27FC236}">
                <a16:creationId xmlns:a16="http://schemas.microsoft.com/office/drawing/2014/main" id="{1A9A6619-2152-86CE-9E1F-6F6F04823E65}"/>
              </a:ext>
            </a:extLst>
          </p:cNvPr>
          <p:cNvSpPr txBox="1"/>
          <p:nvPr/>
        </p:nvSpPr>
        <p:spPr>
          <a:xfrm>
            <a:off x="4057425" y="5075486"/>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1" name="文本框 100">
            <a:extLst>
              <a:ext uri="{FF2B5EF4-FFF2-40B4-BE49-F238E27FC236}">
                <a16:creationId xmlns:a16="http://schemas.microsoft.com/office/drawing/2014/main" id="{E5355749-F73E-24AB-F84F-8C7AD187DC4C}"/>
              </a:ext>
            </a:extLst>
          </p:cNvPr>
          <p:cNvSpPr txBox="1"/>
          <p:nvPr/>
        </p:nvSpPr>
        <p:spPr>
          <a:xfrm>
            <a:off x="1842862" y="4546849"/>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2" name="文本框 101">
            <a:extLst>
              <a:ext uri="{FF2B5EF4-FFF2-40B4-BE49-F238E27FC236}">
                <a16:creationId xmlns:a16="http://schemas.microsoft.com/office/drawing/2014/main" id="{FCD4B0FB-A559-1F73-3247-3FAE125B6373}"/>
              </a:ext>
            </a:extLst>
          </p:cNvPr>
          <p:cNvSpPr txBox="1"/>
          <p:nvPr/>
        </p:nvSpPr>
        <p:spPr>
          <a:xfrm>
            <a:off x="6286275" y="4546849"/>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3" name="文本框 102">
            <a:extLst>
              <a:ext uri="{FF2B5EF4-FFF2-40B4-BE49-F238E27FC236}">
                <a16:creationId xmlns:a16="http://schemas.microsoft.com/office/drawing/2014/main" id="{1678EB15-F837-5E39-E37C-9DCAA3CCC8EB}"/>
              </a:ext>
            </a:extLst>
          </p:cNvPr>
          <p:cNvSpPr txBox="1"/>
          <p:nvPr/>
        </p:nvSpPr>
        <p:spPr>
          <a:xfrm>
            <a:off x="6257700" y="5118349"/>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4" name="文本框 103">
            <a:extLst>
              <a:ext uri="{FF2B5EF4-FFF2-40B4-BE49-F238E27FC236}">
                <a16:creationId xmlns:a16="http://schemas.microsoft.com/office/drawing/2014/main" id="{4AD8BCB1-5884-FFD7-13C6-D61C7A31558D}"/>
              </a:ext>
            </a:extLst>
          </p:cNvPr>
          <p:cNvSpPr txBox="1"/>
          <p:nvPr/>
        </p:nvSpPr>
        <p:spPr>
          <a:xfrm>
            <a:off x="1959546" y="5164088"/>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5" name="文本框 104">
            <a:extLst>
              <a:ext uri="{FF2B5EF4-FFF2-40B4-BE49-F238E27FC236}">
                <a16:creationId xmlns:a16="http://schemas.microsoft.com/office/drawing/2014/main" id="{4FC55A62-128B-8C06-43D6-ADE52FBC6BFF}"/>
              </a:ext>
            </a:extLst>
          </p:cNvPr>
          <p:cNvSpPr txBox="1"/>
          <p:nvPr/>
        </p:nvSpPr>
        <p:spPr>
          <a:xfrm>
            <a:off x="4131246" y="3492451"/>
            <a:ext cx="429926" cy="261610"/>
          </a:xfrm>
          <a:prstGeom prst="rect">
            <a:avLst/>
          </a:prstGeom>
          <a:noFill/>
        </p:spPr>
        <p:txBody>
          <a:bodyPr wrap="none" rtlCol="0">
            <a:spAutoFit/>
          </a:bodyPr>
          <a:lstStyle/>
          <a:p>
            <a:pPr algn="l"/>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714</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6" name="文本框 105">
            <a:extLst>
              <a:ext uri="{FF2B5EF4-FFF2-40B4-BE49-F238E27FC236}">
                <a16:creationId xmlns:a16="http://schemas.microsoft.com/office/drawing/2014/main" id="{B0ABB145-DCC6-9B5A-B26A-075853F81696}"/>
              </a:ext>
            </a:extLst>
          </p:cNvPr>
          <p:cNvSpPr txBox="1"/>
          <p:nvPr/>
        </p:nvSpPr>
        <p:spPr>
          <a:xfrm>
            <a:off x="6243412" y="3532436"/>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7" name="文本框 106">
            <a:extLst>
              <a:ext uri="{FF2B5EF4-FFF2-40B4-BE49-F238E27FC236}">
                <a16:creationId xmlns:a16="http://schemas.microsoft.com/office/drawing/2014/main" id="{96E5C64A-6244-496A-34B6-22E3A8CC804B}"/>
              </a:ext>
            </a:extLst>
          </p:cNvPr>
          <p:cNvSpPr txBox="1"/>
          <p:nvPr/>
        </p:nvSpPr>
        <p:spPr>
          <a:xfrm>
            <a:off x="8413972" y="5649862"/>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4451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8" name="文本框 107">
            <a:extLst>
              <a:ext uri="{FF2B5EF4-FFF2-40B4-BE49-F238E27FC236}">
                <a16:creationId xmlns:a16="http://schemas.microsoft.com/office/drawing/2014/main" id="{A300EBDD-21A3-25CC-5B06-1DBD614FFB79}"/>
              </a:ext>
            </a:extLst>
          </p:cNvPr>
          <p:cNvSpPr txBox="1"/>
          <p:nvPr/>
        </p:nvSpPr>
        <p:spPr>
          <a:xfrm>
            <a:off x="8413972" y="5021212"/>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5451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09" name="文本框 108">
            <a:extLst>
              <a:ext uri="{FF2B5EF4-FFF2-40B4-BE49-F238E27FC236}">
                <a16:creationId xmlns:a16="http://schemas.microsoft.com/office/drawing/2014/main" id="{D3BEA408-D350-E956-731D-F6BFC5B2A677}"/>
              </a:ext>
            </a:extLst>
          </p:cNvPr>
          <p:cNvSpPr txBox="1"/>
          <p:nvPr/>
        </p:nvSpPr>
        <p:spPr>
          <a:xfrm>
            <a:off x="10628535" y="5035500"/>
            <a:ext cx="723275" cy="369332"/>
          </a:xfrm>
          <a:prstGeom prst="rect">
            <a:avLst/>
          </a:prstGeom>
          <a:noFill/>
        </p:spPr>
        <p:txBody>
          <a:bodyPr wrap="none" rtlCol="0">
            <a:spAutoFit/>
          </a:bodyPr>
          <a:lstStyle/>
          <a:p>
            <a:pPr algn="l"/>
            <a:r>
              <a:rPr kumimoji="1" lang="en-US" altLang="zh-CN" dirty="0">
                <a:solidFill>
                  <a:schemeClr val="bg1"/>
                </a:solidFill>
                <a:latin typeface="Alibaba PuHuiTi Medium" pitchFamily="18" charset="-122"/>
                <a:ea typeface="Alibaba PuHuiTi Medium" pitchFamily="18" charset="-122"/>
                <a:cs typeface="Alibaba PuHuiTi Medium" pitchFamily="18" charset="-122"/>
              </a:rPr>
              <a:t>5451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0" name="文本框 109">
            <a:extLst>
              <a:ext uri="{FF2B5EF4-FFF2-40B4-BE49-F238E27FC236}">
                <a16:creationId xmlns:a16="http://schemas.microsoft.com/office/drawing/2014/main" id="{156C3CCE-2D4C-B528-68FE-F2391F43583E}"/>
              </a:ext>
            </a:extLst>
          </p:cNvPr>
          <p:cNvSpPr txBox="1"/>
          <p:nvPr/>
        </p:nvSpPr>
        <p:spPr>
          <a:xfrm>
            <a:off x="8429400" y="3389561"/>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2" name="文本框 111">
            <a:extLst>
              <a:ext uri="{FF2B5EF4-FFF2-40B4-BE49-F238E27FC236}">
                <a16:creationId xmlns:a16="http://schemas.microsoft.com/office/drawing/2014/main" id="{4BC404D3-A6CA-5917-1844-DCC6D4A9FBE4}"/>
              </a:ext>
            </a:extLst>
          </p:cNvPr>
          <p:cNvSpPr txBox="1"/>
          <p:nvPr/>
        </p:nvSpPr>
        <p:spPr>
          <a:xfrm>
            <a:off x="10658250" y="3903911"/>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113" name="文本框 112">
            <a:extLst>
              <a:ext uri="{FF2B5EF4-FFF2-40B4-BE49-F238E27FC236}">
                <a16:creationId xmlns:a16="http://schemas.microsoft.com/office/drawing/2014/main" id="{8624175C-6860-1F41-D004-1684509B6944}"/>
              </a:ext>
            </a:extLst>
          </p:cNvPr>
          <p:cNvSpPr txBox="1"/>
          <p:nvPr/>
        </p:nvSpPr>
        <p:spPr>
          <a:xfrm>
            <a:off x="308281" y="909888"/>
            <a:ext cx="6133410" cy="923330"/>
          </a:xfrm>
          <a:prstGeom prst="rect">
            <a:avLst/>
          </a:prstGeom>
          <a:noFill/>
        </p:spPr>
        <p:txBody>
          <a:bodyPr wrap="none" rtlCol="0">
            <a:spAutoFit/>
          </a:bodyPr>
          <a:lstStyle/>
          <a:p>
            <a:pPr algn="l"/>
            <a:r>
              <a:rPr kumimoji="1" lang="en-US" altLang="zh-CN" sz="5400" dirty="0">
                <a:solidFill>
                  <a:srgbClr val="1E344D"/>
                </a:solidFill>
                <a:latin typeface="Alibaba PuHuiTi Medium" pitchFamily="18" charset="-122"/>
                <a:ea typeface="Alibaba PuHuiTi Medium" pitchFamily="18" charset="-122"/>
                <a:cs typeface="Alibaba PuHuiTi Medium" pitchFamily="18" charset="-122"/>
              </a:rPr>
              <a:t>BLUE. PowerPoint</a:t>
            </a:r>
            <a:endParaRPr kumimoji="1" lang="zh-CN" altLang="en-US" sz="5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4" name="文本框 113">
            <a:extLst>
              <a:ext uri="{FF2B5EF4-FFF2-40B4-BE49-F238E27FC236}">
                <a16:creationId xmlns:a16="http://schemas.microsoft.com/office/drawing/2014/main" id="{C1DFEED7-EAFA-FB6C-05B5-6BC009B25D23}"/>
              </a:ext>
            </a:extLst>
          </p:cNvPr>
          <p:cNvSpPr txBox="1"/>
          <p:nvPr/>
        </p:nvSpPr>
        <p:spPr>
          <a:xfrm>
            <a:off x="6382958" y="1234720"/>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5" name="文本框 114">
            <a:extLst>
              <a:ext uri="{FF2B5EF4-FFF2-40B4-BE49-F238E27FC236}">
                <a16:creationId xmlns:a16="http://schemas.microsoft.com/office/drawing/2014/main" id="{739775DE-7B28-8E73-A04C-46DD72B70847}"/>
              </a:ext>
            </a:extLst>
          </p:cNvPr>
          <p:cNvSpPr txBox="1"/>
          <p:nvPr/>
        </p:nvSpPr>
        <p:spPr>
          <a:xfrm>
            <a:off x="6370736" y="998809"/>
            <a:ext cx="1620078" cy="461665"/>
          </a:xfrm>
          <a:prstGeom prst="rect">
            <a:avLst/>
          </a:prstGeom>
          <a:noFill/>
        </p:spPr>
        <p:txBody>
          <a:bodyPr wrap="square">
            <a:spAutoFit/>
          </a:bodyPr>
          <a:lstStyle/>
          <a:p>
            <a:r>
              <a:rPr kumimoji="1" lang="en" altLang="zh-CN" sz="2400" dirty="0">
                <a:solidFill>
                  <a:srgbClr val="1E344D"/>
                </a:solidFill>
                <a:latin typeface="Alibaba PuHuiTi" pitchFamily="18" charset="-122"/>
                <a:ea typeface="Alibaba PuHuiTi" pitchFamily="18" charset="-122"/>
                <a:cs typeface="Alibaba PuHuiTi" pitchFamily="18" charset="-122"/>
              </a:rPr>
              <a:t>main title</a:t>
            </a:r>
            <a:endParaRPr lang="zh-CN" altLang="en-US" sz="2400" dirty="0">
              <a:solidFill>
                <a:srgbClr val="1E344D"/>
              </a:solidFill>
              <a:latin typeface="Alibaba PuHuiTi" pitchFamily="18" charset="-122"/>
              <a:ea typeface="Alibaba PuHuiTi" pitchFamily="18" charset="-122"/>
              <a:cs typeface="Alibaba PuHuiTi" pitchFamily="18" charset="-122"/>
            </a:endParaRPr>
          </a:p>
        </p:txBody>
      </p:sp>
      <p:sp>
        <p:nvSpPr>
          <p:cNvPr id="116" name="文本框 115">
            <a:extLst>
              <a:ext uri="{FF2B5EF4-FFF2-40B4-BE49-F238E27FC236}">
                <a16:creationId xmlns:a16="http://schemas.microsoft.com/office/drawing/2014/main" id="{016ED9BB-7C09-458D-3931-0B7EE713C9FE}"/>
              </a:ext>
            </a:extLst>
          </p:cNvPr>
          <p:cNvSpPr txBox="1"/>
          <p:nvPr/>
        </p:nvSpPr>
        <p:spPr>
          <a:xfrm>
            <a:off x="3816326" y="2015703"/>
            <a:ext cx="1620078"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117" name="文本框 116">
            <a:extLst>
              <a:ext uri="{FF2B5EF4-FFF2-40B4-BE49-F238E27FC236}">
                <a16:creationId xmlns:a16="http://schemas.microsoft.com/office/drawing/2014/main" id="{FE5AD7B2-FE2C-86A2-5C1A-D8546BEC4C27}"/>
              </a:ext>
            </a:extLst>
          </p:cNvPr>
          <p:cNvSpPr txBox="1"/>
          <p:nvPr/>
        </p:nvSpPr>
        <p:spPr>
          <a:xfrm>
            <a:off x="6037709" y="2015703"/>
            <a:ext cx="1620078"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118" name="文本框 117">
            <a:extLst>
              <a:ext uri="{FF2B5EF4-FFF2-40B4-BE49-F238E27FC236}">
                <a16:creationId xmlns:a16="http://schemas.microsoft.com/office/drawing/2014/main" id="{0E026D9F-74FB-9A30-092C-92B72303511E}"/>
              </a:ext>
            </a:extLst>
          </p:cNvPr>
          <p:cNvSpPr txBox="1"/>
          <p:nvPr/>
        </p:nvSpPr>
        <p:spPr>
          <a:xfrm>
            <a:off x="8053933" y="2015703"/>
            <a:ext cx="1620078"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119" name="文本框 118">
            <a:extLst>
              <a:ext uri="{FF2B5EF4-FFF2-40B4-BE49-F238E27FC236}">
                <a16:creationId xmlns:a16="http://schemas.microsoft.com/office/drawing/2014/main" id="{AABF07CB-BB2F-4C91-BD4E-3C7EF592ABA2}"/>
              </a:ext>
            </a:extLst>
          </p:cNvPr>
          <p:cNvSpPr txBox="1"/>
          <p:nvPr/>
        </p:nvSpPr>
        <p:spPr>
          <a:xfrm>
            <a:off x="10430197" y="2015703"/>
            <a:ext cx="1620078"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120" name="右箭头 119">
            <a:extLst>
              <a:ext uri="{FF2B5EF4-FFF2-40B4-BE49-F238E27FC236}">
                <a16:creationId xmlns:a16="http://schemas.microsoft.com/office/drawing/2014/main" id="{D24E3816-BD8D-29CE-312D-69D3423099E6}"/>
              </a:ext>
            </a:extLst>
          </p:cNvPr>
          <p:cNvSpPr/>
          <p:nvPr/>
        </p:nvSpPr>
        <p:spPr>
          <a:xfrm>
            <a:off x="8659227" y="1414462"/>
            <a:ext cx="2999374" cy="330649"/>
          </a:xfrm>
          <a:prstGeom prst="rightArrow">
            <a:avLst>
              <a:gd name="adj1" fmla="val 50000"/>
              <a:gd name="adj2" fmla="val 46154"/>
            </a:avLst>
          </a:prstGeom>
          <a:solidFill>
            <a:schemeClr val="tx1"/>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2" name="文本框 121">
            <a:extLst>
              <a:ext uri="{FF2B5EF4-FFF2-40B4-BE49-F238E27FC236}">
                <a16:creationId xmlns:a16="http://schemas.microsoft.com/office/drawing/2014/main" id="{F7A8D778-7654-8A1C-DFB4-472C00D58BF5}"/>
              </a:ext>
            </a:extLst>
          </p:cNvPr>
          <p:cNvSpPr txBox="1"/>
          <p:nvPr/>
        </p:nvSpPr>
        <p:spPr>
          <a:xfrm>
            <a:off x="8658573" y="937295"/>
            <a:ext cx="2023311" cy="523220"/>
          </a:xfrm>
          <a:prstGeom prst="rect">
            <a:avLst/>
          </a:prstGeom>
          <a:noFill/>
        </p:spPr>
        <p:txBody>
          <a:bodyPr wrap="none" rtlCol="0">
            <a:spAutoFit/>
          </a:bodyPr>
          <a:lstStyle/>
          <a:p>
            <a:pPr algn="l"/>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2023-2026</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矩形 1">
            <a:extLst>
              <a:ext uri="{FF2B5EF4-FFF2-40B4-BE49-F238E27FC236}">
                <a16:creationId xmlns:a16="http://schemas.microsoft.com/office/drawing/2014/main" id="{1D085DEC-0DEE-9481-93E2-77C00C08F1D5}"/>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848CB6AC-3619-AB60-A54F-2E8591ED7305}"/>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6A961CEC-8F4A-CA9C-8C9E-F686F7A53FC7}"/>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8" name="直线连接符 17">
            <a:extLst>
              <a:ext uri="{FF2B5EF4-FFF2-40B4-BE49-F238E27FC236}">
                <a16:creationId xmlns:a16="http://schemas.microsoft.com/office/drawing/2014/main" id="{B229B50B-8F65-F69E-FAD6-C434C7FA0C02}"/>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2EE39E82-C0C9-C2F6-9FFB-6410B97329D8}"/>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2AF6B9F0-7966-B056-7D1D-2C8238B4B641}"/>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3" name="组合 32">
            <a:extLst>
              <a:ext uri="{FF2B5EF4-FFF2-40B4-BE49-F238E27FC236}">
                <a16:creationId xmlns:a16="http://schemas.microsoft.com/office/drawing/2014/main" id="{00EF508F-200B-A4A1-6383-E73B1D30F5A2}"/>
              </a:ext>
            </a:extLst>
          </p:cNvPr>
          <p:cNvGrpSpPr/>
          <p:nvPr/>
        </p:nvGrpSpPr>
        <p:grpSpPr>
          <a:xfrm>
            <a:off x="2259126" y="287981"/>
            <a:ext cx="356205" cy="355288"/>
            <a:chOff x="2323294" y="287981"/>
            <a:chExt cx="356205" cy="355288"/>
          </a:xfrm>
        </p:grpSpPr>
        <p:sp>
          <p:nvSpPr>
            <p:cNvPr id="34" name="Google Shape;7166;p80">
              <a:extLst>
                <a:ext uri="{FF2B5EF4-FFF2-40B4-BE49-F238E27FC236}">
                  <a16:creationId xmlns:a16="http://schemas.microsoft.com/office/drawing/2014/main" id="{627C00CC-F50A-8D71-CB66-F694D64A2715}"/>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7167;p80">
              <a:extLst>
                <a:ext uri="{FF2B5EF4-FFF2-40B4-BE49-F238E27FC236}">
                  <a16:creationId xmlns:a16="http://schemas.microsoft.com/office/drawing/2014/main" id="{D5E63191-5F74-F69C-3FC5-8997553F7923}"/>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68;p80">
              <a:extLst>
                <a:ext uri="{FF2B5EF4-FFF2-40B4-BE49-F238E27FC236}">
                  <a16:creationId xmlns:a16="http://schemas.microsoft.com/office/drawing/2014/main" id="{36D865E0-F249-8E68-2A66-EF9D82F116AE}"/>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7169;p80">
              <a:extLst>
                <a:ext uri="{FF2B5EF4-FFF2-40B4-BE49-F238E27FC236}">
                  <a16:creationId xmlns:a16="http://schemas.microsoft.com/office/drawing/2014/main" id="{17221AA6-DBA4-77F1-8527-B36083156EF4}"/>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 name="文本框 40">
            <a:extLst>
              <a:ext uri="{FF2B5EF4-FFF2-40B4-BE49-F238E27FC236}">
                <a16:creationId xmlns:a16="http://schemas.microsoft.com/office/drawing/2014/main" id="{6DBA40D5-ABD2-DC8C-5E1E-ED4A029531AB}"/>
              </a:ext>
            </a:extLst>
          </p:cNvPr>
          <p:cNvSpPr txBox="1"/>
          <p:nvPr/>
        </p:nvSpPr>
        <p:spPr>
          <a:xfrm>
            <a:off x="1822128" y="3395133"/>
            <a:ext cx="814611" cy="338554"/>
          </a:xfrm>
          <a:prstGeom prst="rect">
            <a:avLst/>
          </a:prstGeom>
          <a:noFill/>
        </p:spPr>
        <p:txBody>
          <a:bodyPr wrap="square" rtlCol="0">
            <a:spAutoFit/>
          </a:bodyPr>
          <a:lstStyle/>
          <a:p>
            <a:pPr algn="l"/>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2356</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283080297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62099E38-74D0-D91D-F75A-77F4D09A09F8}"/>
              </a:ext>
            </a:extLst>
          </p:cNvPr>
          <p:cNvSpPr/>
          <p:nvPr/>
        </p:nvSpPr>
        <p:spPr>
          <a:xfrm>
            <a:off x="3096126"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25E7624E-B9F9-B026-A720-2F4851C7F98B}"/>
              </a:ext>
            </a:extLst>
          </p:cNvPr>
          <p:cNvSpPr txBox="1"/>
          <p:nvPr/>
        </p:nvSpPr>
        <p:spPr>
          <a:xfrm>
            <a:off x="2944239"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50436E0D-0E0B-BB4E-49B4-FC359D2D6A81}"/>
              </a:ext>
            </a:extLst>
          </p:cNvPr>
          <p:cNvSpPr txBox="1"/>
          <p:nvPr/>
        </p:nvSpPr>
        <p:spPr>
          <a:xfrm>
            <a:off x="345699"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5A194AB2-911F-871B-3EA6-F59E16087EE3}"/>
              </a:ext>
            </a:extLst>
          </p:cNvPr>
          <p:cNvCxnSpPr>
            <a:cxnSpLocks/>
          </p:cNvCxnSpPr>
          <p:nvPr/>
        </p:nvCxnSpPr>
        <p:spPr>
          <a:xfrm>
            <a:off x="240633" y="787972"/>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40194902-27BA-2187-D78A-715ADEA68903}"/>
              </a:ext>
            </a:extLst>
          </p:cNvPr>
          <p:cNvCxnSpPr>
            <a:cxnSpLocks/>
          </p:cNvCxnSpPr>
          <p:nvPr/>
        </p:nvCxnSpPr>
        <p:spPr>
          <a:xfrm>
            <a:off x="2033902"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8C1A1008-CA13-E87C-A7BE-39A7AFD87C68}"/>
              </a:ext>
            </a:extLst>
          </p:cNvPr>
          <p:cNvSpPr txBox="1"/>
          <p:nvPr/>
        </p:nvSpPr>
        <p:spPr>
          <a:xfrm>
            <a:off x="356327"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E0A8F20E-3E22-7224-DBC5-D18314A5C3FB}"/>
              </a:ext>
            </a:extLst>
          </p:cNvPr>
          <p:cNvGrpSpPr/>
          <p:nvPr/>
        </p:nvGrpSpPr>
        <p:grpSpPr>
          <a:xfrm>
            <a:off x="2259126" y="287981"/>
            <a:ext cx="356205" cy="355288"/>
            <a:chOff x="2323294" y="287981"/>
            <a:chExt cx="356205" cy="355288"/>
          </a:xfrm>
        </p:grpSpPr>
        <p:sp>
          <p:nvSpPr>
            <p:cNvPr id="11" name="Google Shape;7166;p80">
              <a:extLst>
                <a:ext uri="{FF2B5EF4-FFF2-40B4-BE49-F238E27FC236}">
                  <a16:creationId xmlns:a16="http://schemas.microsoft.com/office/drawing/2014/main" id="{974CDB7F-C139-B27F-05AB-87331D5C064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7;p80">
              <a:extLst>
                <a:ext uri="{FF2B5EF4-FFF2-40B4-BE49-F238E27FC236}">
                  <a16:creationId xmlns:a16="http://schemas.microsoft.com/office/drawing/2014/main" id="{3D8813BD-5651-1A6D-FC78-08CF10590AF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8;p80">
              <a:extLst>
                <a:ext uri="{FF2B5EF4-FFF2-40B4-BE49-F238E27FC236}">
                  <a16:creationId xmlns:a16="http://schemas.microsoft.com/office/drawing/2014/main" id="{A1BB8A69-9956-D688-65A6-E9EA6E12024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169;p80">
              <a:extLst>
                <a:ext uri="{FF2B5EF4-FFF2-40B4-BE49-F238E27FC236}">
                  <a16:creationId xmlns:a16="http://schemas.microsoft.com/office/drawing/2014/main" id="{C7E724F8-ABC2-517D-455F-F7AE86EEBA6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 name="图表 7">
            <a:extLst>
              <a:ext uri="{FF2B5EF4-FFF2-40B4-BE49-F238E27FC236}">
                <a16:creationId xmlns:a16="http://schemas.microsoft.com/office/drawing/2014/main" id="{43171536-249A-1B6D-360B-56E5441A5E63}"/>
              </a:ext>
            </a:extLst>
          </p:cNvPr>
          <p:cNvGraphicFramePr/>
          <p:nvPr>
            <p:extLst>
              <p:ext uri="{D42A27DB-BD31-4B8C-83A1-F6EECF244321}">
                <p14:modId xmlns:p14="http://schemas.microsoft.com/office/powerpoint/2010/main" val="1573759023"/>
              </p:ext>
            </p:extLst>
          </p:nvPr>
        </p:nvGraphicFramePr>
        <p:xfrm>
          <a:off x="6192252" y="1989221"/>
          <a:ext cx="5694947" cy="486877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图表 12">
            <a:extLst>
              <a:ext uri="{FF2B5EF4-FFF2-40B4-BE49-F238E27FC236}">
                <a16:creationId xmlns:a16="http://schemas.microsoft.com/office/drawing/2014/main" id="{9FAF8569-7095-B1F1-B008-F8AA251C4A50}"/>
              </a:ext>
            </a:extLst>
          </p:cNvPr>
          <p:cNvGraphicFramePr/>
          <p:nvPr>
            <p:extLst>
              <p:ext uri="{D42A27DB-BD31-4B8C-83A1-F6EECF244321}">
                <p14:modId xmlns:p14="http://schemas.microsoft.com/office/powerpoint/2010/main" val="1901414350"/>
              </p:ext>
            </p:extLst>
          </p:nvPr>
        </p:nvGraphicFramePr>
        <p:xfrm>
          <a:off x="296778" y="1989221"/>
          <a:ext cx="5694947" cy="4868779"/>
        </p:xfrm>
        <a:graphic>
          <a:graphicData uri="http://schemas.openxmlformats.org/drawingml/2006/chart">
            <c:chart xmlns:c="http://schemas.openxmlformats.org/drawingml/2006/chart" xmlns:r="http://schemas.openxmlformats.org/officeDocument/2006/relationships" r:id="rId3"/>
          </a:graphicData>
        </a:graphic>
      </p:graphicFrame>
      <p:cxnSp>
        <p:nvCxnSpPr>
          <p:cNvPr id="15" name="直线箭头连接符 14">
            <a:extLst>
              <a:ext uri="{FF2B5EF4-FFF2-40B4-BE49-F238E27FC236}">
                <a16:creationId xmlns:a16="http://schemas.microsoft.com/office/drawing/2014/main" id="{7D0B0ED3-AE65-EF27-9595-F34BBBD957D4}"/>
              </a:ext>
            </a:extLst>
          </p:cNvPr>
          <p:cNvCxnSpPr>
            <a:cxnSpLocks/>
          </p:cNvCxnSpPr>
          <p:nvPr/>
        </p:nvCxnSpPr>
        <p:spPr>
          <a:xfrm flipV="1">
            <a:off x="1074821" y="2454442"/>
            <a:ext cx="3192379" cy="2518611"/>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椭圆 18">
            <a:extLst>
              <a:ext uri="{FF2B5EF4-FFF2-40B4-BE49-F238E27FC236}">
                <a16:creationId xmlns:a16="http://schemas.microsoft.com/office/drawing/2014/main" id="{7E404554-39FF-5D68-5044-F2E378F47A93}"/>
              </a:ext>
            </a:extLst>
          </p:cNvPr>
          <p:cNvSpPr/>
          <p:nvPr/>
        </p:nvSpPr>
        <p:spPr>
          <a:xfrm>
            <a:off x="1652336" y="3416967"/>
            <a:ext cx="1684421" cy="737939"/>
          </a:xfrm>
          <a:prstGeom prst="ellipse">
            <a:avLst/>
          </a:prstGeom>
          <a:solidFill>
            <a:schemeClr val="bg1"/>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文本框 25">
            <a:extLst>
              <a:ext uri="{FF2B5EF4-FFF2-40B4-BE49-F238E27FC236}">
                <a16:creationId xmlns:a16="http://schemas.microsoft.com/office/drawing/2014/main" id="{F4746C62-9FF9-896A-3B77-50314C45CB03}"/>
              </a:ext>
            </a:extLst>
          </p:cNvPr>
          <p:cNvSpPr txBox="1"/>
          <p:nvPr/>
        </p:nvSpPr>
        <p:spPr>
          <a:xfrm>
            <a:off x="1491915" y="3481138"/>
            <a:ext cx="1876927" cy="584775"/>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gn="ctr"/>
            <a:r>
              <a:rPr lang="en" altLang="zh-CN" sz="16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600" dirty="0">
                <a:solidFill>
                  <a:srgbClr val="1E344D"/>
                </a:solidFill>
                <a:latin typeface="Alibaba PuHuiTi Medium" pitchFamily="18" charset="-122"/>
                <a:ea typeface="Alibaba PuHuiTi Medium" pitchFamily="18" charset="-122"/>
                <a:cs typeface="Alibaba PuHuiTi Medium" pitchFamily="18" charset="-122"/>
              </a:rPr>
              <a:t>MPORTANT</a:t>
            </a:r>
            <a:endParaRPr lang="en-US" altLang="zh-CN" sz="1600" dirty="0">
              <a:solidFill>
                <a:srgbClr val="1E344D"/>
              </a:solidFill>
              <a:latin typeface="Alibaba PuHuiTi Medium" pitchFamily="18" charset="-122"/>
              <a:ea typeface="Alibaba PuHuiTi Medium" pitchFamily="18" charset="-122"/>
              <a:cs typeface="Alibaba PuHuiTi Medium" pitchFamily="18" charset="-122"/>
            </a:endParaRPr>
          </a:p>
          <a:p>
            <a:pPr algn="ctr"/>
            <a:r>
              <a:rPr lang="zh-CN" altLang="en-US" sz="1600" dirty="0">
                <a:solidFill>
                  <a:srgbClr val="1E344D"/>
                </a:solidFill>
                <a:latin typeface="Alibaba PuHuiTi Medium" pitchFamily="18" charset="-122"/>
                <a:ea typeface="Alibaba PuHuiTi Medium" pitchFamily="18" charset="-122"/>
                <a:cs typeface="Alibaba PuHuiTi Medium" pitchFamily="18" charset="-122"/>
              </a:rPr>
              <a:t> DATA</a:t>
            </a:r>
          </a:p>
        </p:txBody>
      </p:sp>
      <p:cxnSp>
        <p:nvCxnSpPr>
          <p:cNvPr id="29" name="直线箭头连接符 28">
            <a:extLst>
              <a:ext uri="{FF2B5EF4-FFF2-40B4-BE49-F238E27FC236}">
                <a16:creationId xmlns:a16="http://schemas.microsoft.com/office/drawing/2014/main" id="{7640636F-2BFC-1633-7E2A-16E638B39897}"/>
              </a:ext>
            </a:extLst>
          </p:cNvPr>
          <p:cNvCxnSpPr>
            <a:cxnSpLocks/>
          </p:cNvCxnSpPr>
          <p:nvPr/>
        </p:nvCxnSpPr>
        <p:spPr>
          <a:xfrm flipV="1">
            <a:off x="7507705" y="2261937"/>
            <a:ext cx="3192379" cy="2165684"/>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椭圆 38">
            <a:extLst>
              <a:ext uri="{FF2B5EF4-FFF2-40B4-BE49-F238E27FC236}">
                <a16:creationId xmlns:a16="http://schemas.microsoft.com/office/drawing/2014/main" id="{E17F2142-7BF7-0C04-6E1B-7D482E7853B5}"/>
              </a:ext>
            </a:extLst>
          </p:cNvPr>
          <p:cNvSpPr/>
          <p:nvPr/>
        </p:nvSpPr>
        <p:spPr>
          <a:xfrm>
            <a:off x="8192434" y="2821578"/>
            <a:ext cx="1684421" cy="737939"/>
          </a:xfrm>
          <a:prstGeom prst="ellipse">
            <a:avLst/>
          </a:prstGeom>
          <a:solidFill>
            <a:schemeClr val="bg1"/>
          </a:solid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文本框 36">
            <a:extLst>
              <a:ext uri="{FF2B5EF4-FFF2-40B4-BE49-F238E27FC236}">
                <a16:creationId xmlns:a16="http://schemas.microsoft.com/office/drawing/2014/main" id="{03699640-F422-C96D-632A-FF8A958516C7}"/>
              </a:ext>
            </a:extLst>
          </p:cNvPr>
          <p:cNvSpPr txBox="1"/>
          <p:nvPr/>
        </p:nvSpPr>
        <p:spPr>
          <a:xfrm>
            <a:off x="8049507" y="2952094"/>
            <a:ext cx="1876927" cy="584775"/>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pPr algn="ctr"/>
            <a:r>
              <a:rPr lang="en" altLang="zh-CN" sz="16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600" dirty="0">
                <a:solidFill>
                  <a:srgbClr val="1E344D"/>
                </a:solidFill>
                <a:latin typeface="Alibaba PuHuiTi Medium" pitchFamily="18" charset="-122"/>
                <a:ea typeface="Alibaba PuHuiTi Medium" pitchFamily="18" charset="-122"/>
                <a:cs typeface="Alibaba PuHuiTi Medium" pitchFamily="18" charset="-122"/>
              </a:rPr>
              <a:t>MPORTANT</a:t>
            </a:r>
            <a:endParaRPr lang="en-US" altLang="zh-CN" sz="1600" dirty="0">
              <a:solidFill>
                <a:srgbClr val="1E344D"/>
              </a:solidFill>
              <a:latin typeface="Alibaba PuHuiTi Medium" pitchFamily="18" charset="-122"/>
              <a:ea typeface="Alibaba PuHuiTi Medium" pitchFamily="18" charset="-122"/>
              <a:cs typeface="Alibaba PuHuiTi Medium" pitchFamily="18" charset="-122"/>
            </a:endParaRPr>
          </a:p>
          <a:p>
            <a:pPr algn="ctr"/>
            <a:r>
              <a:rPr lang="zh-CN" altLang="en-US" sz="1600" dirty="0">
                <a:solidFill>
                  <a:srgbClr val="1E344D"/>
                </a:solidFill>
                <a:latin typeface="Alibaba PuHuiTi Medium" pitchFamily="18" charset="-122"/>
                <a:ea typeface="Alibaba PuHuiTi Medium" pitchFamily="18" charset="-122"/>
                <a:cs typeface="Alibaba PuHuiTi Medium" pitchFamily="18" charset="-122"/>
              </a:rPr>
              <a:t> DATA</a:t>
            </a:r>
          </a:p>
        </p:txBody>
      </p:sp>
      <p:sp>
        <p:nvSpPr>
          <p:cNvPr id="41" name="矩形 40">
            <a:extLst>
              <a:ext uri="{FF2B5EF4-FFF2-40B4-BE49-F238E27FC236}">
                <a16:creationId xmlns:a16="http://schemas.microsoft.com/office/drawing/2014/main" id="{1CCAD6F1-A05F-FA09-79A6-7BF93049142D}"/>
              </a:ext>
            </a:extLst>
          </p:cNvPr>
          <p:cNvSpPr/>
          <p:nvPr/>
        </p:nvSpPr>
        <p:spPr>
          <a:xfrm>
            <a:off x="6593305" y="5069305"/>
            <a:ext cx="1668379" cy="1171074"/>
          </a:xfrm>
          <a:prstGeom prst="rect">
            <a:avLst/>
          </a:prstGeom>
          <a:noFill/>
          <a:ln w="28575">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文本框 41">
            <a:extLst>
              <a:ext uri="{FF2B5EF4-FFF2-40B4-BE49-F238E27FC236}">
                <a16:creationId xmlns:a16="http://schemas.microsoft.com/office/drawing/2014/main" id="{CD2A7831-F5EC-46D8-DEB0-8723CDB2BF9D}"/>
              </a:ext>
            </a:extLst>
          </p:cNvPr>
          <p:cNvSpPr txBox="1"/>
          <p:nvPr/>
        </p:nvSpPr>
        <p:spPr>
          <a:xfrm>
            <a:off x="6781255" y="4673497"/>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97EF3786-9A93-034F-5149-A448471ECF95}"/>
              </a:ext>
            </a:extLst>
          </p:cNvPr>
          <p:cNvSpPr txBox="1"/>
          <p:nvPr/>
        </p:nvSpPr>
        <p:spPr>
          <a:xfrm>
            <a:off x="6925946" y="4481952"/>
            <a:ext cx="1620078" cy="307777"/>
          </a:xfrm>
          <a:prstGeom prst="rect">
            <a:avLst/>
          </a:prstGeom>
          <a:noFill/>
        </p:spPr>
        <p:txBody>
          <a:bodyPr wrap="square">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main title</a:t>
            </a:r>
            <a:endParaRPr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8421DE8F-3CB2-1621-7FF5-668D58C8CC7E}"/>
              </a:ext>
            </a:extLst>
          </p:cNvPr>
          <p:cNvSpPr txBox="1"/>
          <p:nvPr/>
        </p:nvSpPr>
        <p:spPr>
          <a:xfrm>
            <a:off x="688287" y="1604211"/>
            <a:ext cx="5006660"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 name="矩形 46">
            <a:extLst>
              <a:ext uri="{FF2B5EF4-FFF2-40B4-BE49-F238E27FC236}">
                <a16:creationId xmlns:a16="http://schemas.microsoft.com/office/drawing/2014/main" id="{7559B661-F449-968D-0919-6993315E5C55}"/>
              </a:ext>
            </a:extLst>
          </p:cNvPr>
          <p:cNvSpPr/>
          <p:nvPr/>
        </p:nvSpPr>
        <p:spPr>
          <a:xfrm>
            <a:off x="352926" y="1620253"/>
            <a:ext cx="368969" cy="36896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矩形 47">
            <a:extLst>
              <a:ext uri="{FF2B5EF4-FFF2-40B4-BE49-F238E27FC236}">
                <a16:creationId xmlns:a16="http://schemas.microsoft.com/office/drawing/2014/main" id="{3742222C-7AA1-E047-516A-DD09448FF120}"/>
              </a:ext>
            </a:extLst>
          </p:cNvPr>
          <p:cNvSpPr/>
          <p:nvPr/>
        </p:nvSpPr>
        <p:spPr>
          <a:xfrm>
            <a:off x="6240016" y="1620253"/>
            <a:ext cx="368969" cy="36896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 name="文本框 48">
            <a:extLst>
              <a:ext uri="{FF2B5EF4-FFF2-40B4-BE49-F238E27FC236}">
                <a16:creationId xmlns:a16="http://schemas.microsoft.com/office/drawing/2014/main" id="{E92BC93D-6F62-DC58-59AE-1E313E927F34}"/>
              </a:ext>
            </a:extLst>
          </p:cNvPr>
          <p:cNvSpPr txBox="1"/>
          <p:nvPr/>
        </p:nvSpPr>
        <p:spPr>
          <a:xfrm>
            <a:off x="380800" y="1600170"/>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1</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0" name="文本框 49">
            <a:extLst>
              <a:ext uri="{FF2B5EF4-FFF2-40B4-BE49-F238E27FC236}">
                <a16:creationId xmlns:a16="http://schemas.microsoft.com/office/drawing/2014/main" id="{92270B8C-6DAB-128B-F8B3-F94DF48E16F4}"/>
              </a:ext>
            </a:extLst>
          </p:cNvPr>
          <p:cNvSpPr txBox="1"/>
          <p:nvPr/>
        </p:nvSpPr>
        <p:spPr>
          <a:xfrm>
            <a:off x="6240016" y="1600170"/>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2</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51" name="文本框 50">
            <a:extLst>
              <a:ext uri="{FF2B5EF4-FFF2-40B4-BE49-F238E27FC236}">
                <a16:creationId xmlns:a16="http://schemas.microsoft.com/office/drawing/2014/main" id="{60E9EA5F-4A8B-38CC-A79A-46601A2C0A49}"/>
              </a:ext>
            </a:extLst>
          </p:cNvPr>
          <p:cNvSpPr txBox="1"/>
          <p:nvPr/>
        </p:nvSpPr>
        <p:spPr>
          <a:xfrm>
            <a:off x="6600056" y="1604211"/>
            <a:ext cx="5006660" cy="584775"/>
          </a:xfrm>
          <a:prstGeom prst="rect">
            <a:avLst/>
          </a:prstGeom>
          <a:noFill/>
        </p:spPr>
        <p:txBody>
          <a:bodyPr wrap="square" rtlCol="0">
            <a:spAutoFit/>
          </a:bodyPr>
          <a:lstStyle/>
          <a:p>
            <a:pPr algn="just"/>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80B092B6-8A74-1785-6D30-B57792361F23}"/>
              </a:ext>
            </a:extLst>
          </p:cNvPr>
          <p:cNvSpPr txBox="1"/>
          <p:nvPr/>
        </p:nvSpPr>
        <p:spPr>
          <a:xfrm>
            <a:off x="8400117" y="939426"/>
            <a:ext cx="3663182"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Bitcoin trading volume(24h)</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72F036A7-3810-1CE5-28B1-1AA7D218674F}"/>
              </a:ext>
            </a:extLst>
          </p:cNvPr>
          <p:cNvSpPr txBox="1"/>
          <p:nvPr/>
        </p:nvSpPr>
        <p:spPr>
          <a:xfrm>
            <a:off x="258898" y="879106"/>
            <a:ext cx="7863840" cy="400110"/>
          </a:xfrm>
          <a:prstGeom prst="rect">
            <a:avLst/>
          </a:prstGeom>
          <a:noFill/>
        </p:spPr>
        <p:txBody>
          <a:bodyPr wrap="squar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Daily change of bitcoin prices depending on trading volume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4" name="文本框 53">
            <a:extLst>
              <a:ext uri="{FF2B5EF4-FFF2-40B4-BE49-F238E27FC236}">
                <a16:creationId xmlns:a16="http://schemas.microsoft.com/office/drawing/2014/main" id="{87451D5E-59FC-5821-D7C6-CA8905794FF6}"/>
              </a:ext>
            </a:extLst>
          </p:cNvPr>
          <p:cNvSpPr txBox="1"/>
          <p:nvPr/>
        </p:nvSpPr>
        <p:spPr>
          <a:xfrm>
            <a:off x="247134" y="1153426"/>
            <a:ext cx="7046547" cy="430887"/>
          </a:xfrm>
          <a:prstGeom prst="rect">
            <a:avLst/>
          </a:prstGeom>
          <a:noFill/>
        </p:spPr>
        <p:txBody>
          <a:bodyPr wrap="square" rtlCol="0">
            <a:spAutoFit/>
          </a:bodyPr>
          <a:lstStyle/>
          <a:p>
            <a:r>
              <a:rPr kumimoji="1" lang="en" altLang="zh-CN" sz="2200" dirty="0">
                <a:solidFill>
                  <a:srgbClr val="1E344D"/>
                </a:solidFill>
                <a:latin typeface="Alibaba PuHuiTi Medium" pitchFamily="18" charset="-122"/>
                <a:ea typeface="Alibaba PuHuiTi Medium" pitchFamily="18" charset="-122"/>
                <a:cs typeface="Alibaba PuHuiTi Medium" pitchFamily="18" charset="-122"/>
              </a:rPr>
              <a:t>Correlation between Waves' Hype Index and price</a:t>
            </a:r>
            <a:endParaRPr kumimoji="1" lang="zh-CN" altLang="en-US" sz="220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182112304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6" name="直线箭头连接符 25">
            <a:extLst>
              <a:ext uri="{FF2B5EF4-FFF2-40B4-BE49-F238E27FC236}">
                <a16:creationId xmlns:a16="http://schemas.microsoft.com/office/drawing/2014/main" id="{517099E7-BB09-B4C7-A7B2-EB6A3DD04480}"/>
              </a:ext>
            </a:extLst>
          </p:cNvPr>
          <p:cNvCxnSpPr/>
          <p:nvPr/>
        </p:nvCxnSpPr>
        <p:spPr>
          <a:xfrm>
            <a:off x="1042737" y="1475873"/>
            <a:ext cx="10812379" cy="0"/>
          </a:xfrm>
          <a:prstGeom prst="straightConnector1">
            <a:avLst/>
          </a:prstGeom>
          <a:ln w="34925">
            <a:solidFill>
              <a:srgbClr val="1E344D"/>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 name="矩形 2">
            <a:extLst>
              <a:ext uri="{FF2B5EF4-FFF2-40B4-BE49-F238E27FC236}">
                <a16:creationId xmlns:a16="http://schemas.microsoft.com/office/drawing/2014/main" id="{62099E38-74D0-D91D-F75A-77F4D09A09F8}"/>
              </a:ext>
            </a:extLst>
          </p:cNvPr>
          <p:cNvSpPr/>
          <p:nvPr/>
        </p:nvSpPr>
        <p:spPr>
          <a:xfrm>
            <a:off x="308008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25E7624E-B9F9-B026-A720-2F4851C7F98B}"/>
              </a:ext>
            </a:extLst>
          </p:cNvPr>
          <p:cNvSpPr txBox="1"/>
          <p:nvPr/>
        </p:nvSpPr>
        <p:spPr>
          <a:xfrm>
            <a:off x="292819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50436E0D-0E0B-BB4E-49B4-FC359D2D6A81}"/>
              </a:ext>
            </a:extLst>
          </p:cNvPr>
          <p:cNvSpPr txBox="1"/>
          <p:nvPr/>
        </p:nvSpPr>
        <p:spPr>
          <a:xfrm>
            <a:off x="32965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5A194AB2-911F-871B-3EA6-F59E16087EE3}"/>
              </a:ext>
            </a:extLst>
          </p:cNvPr>
          <p:cNvCxnSpPr>
            <a:cxnSpLocks/>
          </p:cNvCxnSpPr>
          <p:nvPr/>
        </p:nvCxnSpPr>
        <p:spPr>
          <a:xfrm>
            <a:off x="224589" y="787972"/>
            <a:ext cx="11684001"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40194902-27BA-2187-D78A-715ADEA68903}"/>
              </a:ext>
            </a:extLst>
          </p:cNvPr>
          <p:cNvCxnSpPr>
            <a:cxnSpLocks/>
          </p:cNvCxnSpPr>
          <p:nvPr/>
        </p:nvCxnSpPr>
        <p:spPr>
          <a:xfrm>
            <a:off x="201786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8C1A1008-CA13-E87C-A7BE-39A7AFD87C68}"/>
              </a:ext>
            </a:extLst>
          </p:cNvPr>
          <p:cNvSpPr txBox="1"/>
          <p:nvPr/>
        </p:nvSpPr>
        <p:spPr>
          <a:xfrm>
            <a:off x="34028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E0A8F20E-3E22-7224-DBC5-D18314A5C3FB}"/>
              </a:ext>
            </a:extLst>
          </p:cNvPr>
          <p:cNvGrpSpPr/>
          <p:nvPr/>
        </p:nvGrpSpPr>
        <p:grpSpPr>
          <a:xfrm>
            <a:off x="2243084" y="287981"/>
            <a:ext cx="356205" cy="355288"/>
            <a:chOff x="2323294" y="287981"/>
            <a:chExt cx="356205" cy="355288"/>
          </a:xfrm>
        </p:grpSpPr>
        <p:sp>
          <p:nvSpPr>
            <p:cNvPr id="11" name="Google Shape;7166;p80">
              <a:extLst>
                <a:ext uri="{FF2B5EF4-FFF2-40B4-BE49-F238E27FC236}">
                  <a16:creationId xmlns:a16="http://schemas.microsoft.com/office/drawing/2014/main" id="{974CDB7F-C139-B27F-05AB-87331D5C064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7;p80">
              <a:extLst>
                <a:ext uri="{FF2B5EF4-FFF2-40B4-BE49-F238E27FC236}">
                  <a16:creationId xmlns:a16="http://schemas.microsoft.com/office/drawing/2014/main" id="{3D8813BD-5651-1A6D-FC78-08CF10590AF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8;p80">
              <a:extLst>
                <a:ext uri="{FF2B5EF4-FFF2-40B4-BE49-F238E27FC236}">
                  <a16:creationId xmlns:a16="http://schemas.microsoft.com/office/drawing/2014/main" id="{A1BB8A69-9956-D688-65A6-E9EA6E12024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169;p80">
              <a:extLst>
                <a:ext uri="{FF2B5EF4-FFF2-40B4-BE49-F238E27FC236}">
                  <a16:creationId xmlns:a16="http://schemas.microsoft.com/office/drawing/2014/main" id="{C7E724F8-ABC2-517D-455F-F7AE86EEBA6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 name="矩形 16">
            <a:extLst>
              <a:ext uri="{FF2B5EF4-FFF2-40B4-BE49-F238E27FC236}">
                <a16:creationId xmlns:a16="http://schemas.microsoft.com/office/drawing/2014/main" id="{668A7D83-C425-891D-A5F7-4829838B43D7}"/>
              </a:ext>
            </a:extLst>
          </p:cNvPr>
          <p:cNvSpPr/>
          <p:nvPr/>
        </p:nvSpPr>
        <p:spPr>
          <a:xfrm>
            <a:off x="689809" y="1122947"/>
            <a:ext cx="818149" cy="64168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矩形 19">
            <a:extLst>
              <a:ext uri="{FF2B5EF4-FFF2-40B4-BE49-F238E27FC236}">
                <a16:creationId xmlns:a16="http://schemas.microsoft.com/office/drawing/2014/main" id="{DF0786A2-E6BE-2330-3421-E574B137A413}"/>
              </a:ext>
            </a:extLst>
          </p:cNvPr>
          <p:cNvSpPr/>
          <p:nvPr/>
        </p:nvSpPr>
        <p:spPr>
          <a:xfrm>
            <a:off x="3129808" y="1138989"/>
            <a:ext cx="818149" cy="64168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矩形 20">
            <a:extLst>
              <a:ext uri="{FF2B5EF4-FFF2-40B4-BE49-F238E27FC236}">
                <a16:creationId xmlns:a16="http://schemas.microsoft.com/office/drawing/2014/main" id="{4C52CBDC-4BE2-C5DD-154B-51E7D0CBB2D7}"/>
              </a:ext>
            </a:extLst>
          </p:cNvPr>
          <p:cNvSpPr/>
          <p:nvPr/>
        </p:nvSpPr>
        <p:spPr>
          <a:xfrm>
            <a:off x="5794466" y="1138989"/>
            <a:ext cx="818149" cy="64168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 name="矩形 21">
            <a:extLst>
              <a:ext uri="{FF2B5EF4-FFF2-40B4-BE49-F238E27FC236}">
                <a16:creationId xmlns:a16="http://schemas.microsoft.com/office/drawing/2014/main" id="{D59BF5BE-9176-60DD-0508-6C12FD74D931}"/>
              </a:ext>
            </a:extLst>
          </p:cNvPr>
          <p:cNvSpPr/>
          <p:nvPr/>
        </p:nvSpPr>
        <p:spPr>
          <a:xfrm>
            <a:off x="8336813" y="1138989"/>
            <a:ext cx="1224281" cy="64168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文本框 27">
            <a:extLst>
              <a:ext uri="{FF2B5EF4-FFF2-40B4-BE49-F238E27FC236}">
                <a16:creationId xmlns:a16="http://schemas.microsoft.com/office/drawing/2014/main" id="{2D2B070F-0209-70D0-85C9-8CE7DC1DD068}"/>
              </a:ext>
            </a:extLst>
          </p:cNvPr>
          <p:cNvSpPr txBox="1"/>
          <p:nvPr/>
        </p:nvSpPr>
        <p:spPr>
          <a:xfrm>
            <a:off x="705853" y="1187116"/>
            <a:ext cx="806631" cy="461665"/>
          </a:xfrm>
          <a:prstGeom prst="rect">
            <a:avLst/>
          </a:prstGeom>
          <a:noFill/>
        </p:spPr>
        <p:txBody>
          <a:bodyPr wrap="none" rtlCol="0">
            <a:spAutoFit/>
          </a:bodyPr>
          <a:lstStyle/>
          <a:p>
            <a:r>
              <a:rPr kumimoji="1" lang="en-US" altLang="zh-CN" sz="2400" dirty="0">
                <a:solidFill>
                  <a:schemeClr val="bg1"/>
                </a:solidFill>
              </a:rPr>
              <a:t>2008</a:t>
            </a:r>
            <a:endParaRPr kumimoji="1" lang="zh-CN" altLang="en-US" sz="2400" dirty="0">
              <a:solidFill>
                <a:schemeClr val="bg1"/>
              </a:solidFill>
            </a:endParaRPr>
          </a:p>
        </p:txBody>
      </p:sp>
      <p:sp>
        <p:nvSpPr>
          <p:cNvPr id="29" name="文本框 28">
            <a:extLst>
              <a:ext uri="{FF2B5EF4-FFF2-40B4-BE49-F238E27FC236}">
                <a16:creationId xmlns:a16="http://schemas.microsoft.com/office/drawing/2014/main" id="{D1049396-EFD7-7055-D97D-4D6E19FD82D7}"/>
              </a:ext>
            </a:extLst>
          </p:cNvPr>
          <p:cNvSpPr txBox="1"/>
          <p:nvPr/>
        </p:nvSpPr>
        <p:spPr>
          <a:xfrm>
            <a:off x="3136196" y="1187116"/>
            <a:ext cx="806631" cy="461665"/>
          </a:xfrm>
          <a:prstGeom prst="rect">
            <a:avLst/>
          </a:prstGeom>
          <a:noFill/>
        </p:spPr>
        <p:txBody>
          <a:bodyPr wrap="none" rtlCol="0">
            <a:spAutoFit/>
          </a:bodyPr>
          <a:lstStyle/>
          <a:p>
            <a:r>
              <a:rPr kumimoji="1" lang="en-US" altLang="zh-CN" sz="2400" dirty="0">
                <a:solidFill>
                  <a:schemeClr val="bg1"/>
                </a:solidFill>
              </a:rPr>
              <a:t>2010</a:t>
            </a:r>
            <a:endParaRPr kumimoji="1" lang="zh-CN" altLang="en-US" sz="2400" dirty="0">
              <a:solidFill>
                <a:schemeClr val="bg1"/>
              </a:solidFill>
            </a:endParaRPr>
          </a:p>
        </p:txBody>
      </p:sp>
      <p:sp>
        <p:nvSpPr>
          <p:cNvPr id="30" name="文本框 29">
            <a:extLst>
              <a:ext uri="{FF2B5EF4-FFF2-40B4-BE49-F238E27FC236}">
                <a16:creationId xmlns:a16="http://schemas.microsoft.com/office/drawing/2014/main" id="{0E968B38-A5F8-1208-8BE3-C61E6124249F}"/>
              </a:ext>
            </a:extLst>
          </p:cNvPr>
          <p:cNvSpPr txBox="1"/>
          <p:nvPr/>
        </p:nvSpPr>
        <p:spPr>
          <a:xfrm>
            <a:off x="5785175" y="1187116"/>
            <a:ext cx="806631" cy="461665"/>
          </a:xfrm>
          <a:prstGeom prst="rect">
            <a:avLst/>
          </a:prstGeom>
          <a:noFill/>
        </p:spPr>
        <p:txBody>
          <a:bodyPr wrap="none" rtlCol="0">
            <a:spAutoFit/>
          </a:bodyPr>
          <a:lstStyle/>
          <a:p>
            <a:r>
              <a:rPr kumimoji="1" lang="en-US" altLang="zh-CN" sz="2400" dirty="0">
                <a:solidFill>
                  <a:schemeClr val="bg1"/>
                </a:solidFill>
              </a:rPr>
              <a:t>2017</a:t>
            </a:r>
            <a:endParaRPr kumimoji="1" lang="zh-CN" altLang="en-US" sz="2400" dirty="0">
              <a:solidFill>
                <a:schemeClr val="bg1"/>
              </a:solidFill>
            </a:endParaRPr>
          </a:p>
        </p:txBody>
      </p:sp>
      <p:sp>
        <p:nvSpPr>
          <p:cNvPr id="31" name="文本框 30">
            <a:extLst>
              <a:ext uri="{FF2B5EF4-FFF2-40B4-BE49-F238E27FC236}">
                <a16:creationId xmlns:a16="http://schemas.microsoft.com/office/drawing/2014/main" id="{DD9D5FF6-B3B7-633B-2DDC-DBBA53F4A588}"/>
              </a:ext>
            </a:extLst>
          </p:cNvPr>
          <p:cNvSpPr txBox="1"/>
          <p:nvPr/>
        </p:nvSpPr>
        <p:spPr>
          <a:xfrm>
            <a:off x="8505074" y="1187116"/>
            <a:ext cx="947695" cy="461665"/>
          </a:xfrm>
          <a:prstGeom prst="rect">
            <a:avLst/>
          </a:prstGeom>
          <a:noFill/>
        </p:spPr>
        <p:txBody>
          <a:bodyPr wrap="none" rtlCol="0">
            <a:spAutoFit/>
          </a:bodyPr>
          <a:lstStyle/>
          <a:p>
            <a:r>
              <a:rPr kumimoji="1" lang="en-US" altLang="zh-CN" sz="2400" dirty="0">
                <a:solidFill>
                  <a:schemeClr val="bg1"/>
                </a:solidFill>
              </a:rPr>
              <a:t>2023S</a:t>
            </a:r>
            <a:endParaRPr kumimoji="1" lang="zh-CN" altLang="en-US" sz="2400" dirty="0">
              <a:solidFill>
                <a:schemeClr val="bg1"/>
              </a:solidFill>
            </a:endParaRPr>
          </a:p>
        </p:txBody>
      </p:sp>
      <p:sp>
        <p:nvSpPr>
          <p:cNvPr id="32" name="矩形 31">
            <a:extLst>
              <a:ext uri="{FF2B5EF4-FFF2-40B4-BE49-F238E27FC236}">
                <a16:creationId xmlns:a16="http://schemas.microsoft.com/office/drawing/2014/main" id="{EB9F68A7-35D7-E4ED-D2DC-AF91354DB686}"/>
              </a:ext>
            </a:extLst>
          </p:cNvPr>
          <p:cNvSpPr/>
          <p:nvPr/>
        </p:nvSpPr>
        <p:spPr>
          <a:xfrm>
            <a:off x="705852" y="1892969"/>
            <a:ext cx="2245895" cy="673768"/>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矩形 32">
            <a:extLst>
              <a:ext uri="{FF2B5EF4-FFF2-40B4-BE49-F238E27FC236}">
                <a16:creationId xmlns:a16="http://schemas.microsoft.com/office/drawing/2014/main" id="{51631927-44F3-F3C2-DFB5-72F72F51C9B6}"/>
              </a:ext>
            </a:extLst>
          </p:cNvPr>
          <p:cNvSpPr/>
          <p:nvPr/>
        </p:nvSpPr>
        <p:spPr>
          <a:xfrm>
            <a:off x="705852" y="2708920"/>
            <a:ext cx="2245895" cy="2488722"/>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A13DABFB-67AB-9E1D-DFE6-5C660C6DD756}"/>
              </a:ext>
            </a:extLst>
          </p:cNvPr>
          <p:cNvSpPr/>
          <p:nvPr/>
        </p:nvSpPr>
        <p:spPr>
          <a:xfrm>
            <a:off x="3119427" y="1892969"/>
            <a:ext cx="2575520" cy="1668378"/>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矩形 34">
            <a:extLst>
              <a:ext uri="{FF2B5EF4-FFF2-40B4-BE49-F238E27FC236}">
                <a16:creationId xmlns:a16="http://schemas.microsoft.com/office/drawing/2014/main" id="{10A3567A-8582-883E-203F-61B11A9373E8}"/>
              </a:ext>
            </a:extLst>
          </p:cNvPr>
          <p:cNvSpPr/>
          <p:nvPr/>
        </p:nvSpPr>
        <p:spPr>
          <a:xfrm>
            <a:off x="3119427" y="3689683"/>
            <a:ext cx="2575520" cy="786063"/>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矩形 35">
            <a:extLst>
              <a:ext uri="{FF2B5EF4-FFF2-40B4-BE49-F238E27FC236}">
                <a16:creationId xmlns:a16="http://schemas.microsoft.com/office/drawing/2014/main" id="{C69342E5-B474-1506-E8A5-B4245331D227}"/>
              </a:ext>
            </a:extLst>
          </p:cNvPr>
          <p:cNvSpPr/>
          <p:nvPr/>
        </p:nvSpPr>
        <p:spPr>
          <a:xfrm>
            <a:off x="5807968" y="1892969"/>
            <a:ext cx="2405590" cy="1219200"/>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矩形 36">
            <a:extLst>
              <a:ext uri="{FF2B5EF4-FFF2-40B4-BE49-F238E27FC236}">
                <a16:creationId xmlns:a16="http://schemas.microsoft.com/office/drawing/2014/main" id="{CC2055D5-1290-33B4-A7D8-D6C8E9090497}"/>
              </a:ext>
            </a:extLst>
          </p:cNvPr>
          <p:cNvSpPr/>
          <p:nvPr/>
        </p:nvSpPr>
        <p:spPr>
          <a:xfrm>
            <a:off x="5807968" y="3224462"/>
            <a:ext cx="2405590" cy="1668380"/>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矩形 37">
            <a:extLst>
              <a:ext uri="{FF2B5EF4-FFF2-40B4-BE49-F238E27FC236}">
                <a16:creationId xmlns:a16="http://schemas.microsoft.com/office/drawing/2014/main" id="{93885AF5-38B2-AC77-C654-2E99E05C0556}"/>
              </a:ext>
            </a:extLst>
          </p:cNvPr>
          <p:cNvSpPr/>
          <p:nvPr/>
        </p:nvSpPr>
        <p:spPr>
          <a:xfrm>
            <a:off x="8328248" y="1892968"/>
            <a:ext cx="3206026" cy="1732547"/>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矩形 38">
            <a:extLst>
              <a:ext uri="{FF2B5EF4-FFF2-40B4-BE49-F238E27FC236}">
                <a16:creationId xmlns:a16="http://schemas.microsoft.com/office/drawing/2014/main" id="{5EC23EFA-287F-8D8E-9574-2D32A569E226}"/>
              </a:ext>
            </a:extLst>
          </p:cNvPr>
          <p:cNvSpPr/>
          <p:nvPr/>
        </p:nvSpPr>
        <p:spPr>
          <a:xfrm>
            <a:off x="8328248" y="3737810"/>
            <a:ext cx="3206026" cy="1700463"/>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文本框 39">
            <a:extLst>
              <a:ext uri="{FF2B5EF4-FFF2-40B4-BE49-F238E27FC236}">
                <a16:creationId xmlns:a16="http://schemas.microsoft.com/office/drawing/2014/main" id="{4EDA7B4C-487A-BD06-1B30-D15609CA9115}"/>
              </a:ext>
            </a:extLst>
          </p:cNvPr>
          <p:cNvSpPr txBox="1"/>
          <p:nvPr/>
        </p:nvSpPr>
        <p:spPr>
          <a:xfrm>
            <a:off x="673448" y="2129741"/>
            <a:ext cx="2294341" cy="415498"/>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1" name="文本框 40">
            <a:extLst>
              <a:ext uri="{FF2B5EF4-FFF2-40B4-BE49-F238E27FC236}">
                <a16:creationId xmlns:a16="http://schemas.microsoft.com/office/drawing/2014/main" id="{9521B8C7-93B2-B941-E876-83733D5471D0}"/>
              </a:ext>
            </a:extLst>
          </p:cNvPr>
          <p:cNvSpPr txBox="1"/>
          <p:nvPr/>
        </p:nvSpPr>
        <p:spPr>
          <a:xfrm>
            <a:off x="688445" y="1920941"/>
            <a:ext cx="1064715" cy="307777"/>
          </a:xfrm>
          <a:prstGeom prst="rect">
            <a:avLst/>
          </a:prstGeom>
          <a:noFill/>
        </p:spPr>
        <p:txBody>
          <a:bodyPr wrap="non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2" name="Google Shape;776;p29">
            <a:extLst>
              <a:ext uri="{FF2B5EF4-FFF2-40B4-BE49-F238E27FC236}">
                <a16:creationId xmlns:a16="http://schemas.microsoft.com/office/drawing/2014/main" id="{8E97356E-287A-A653-D2F5-00352A5D2FE7}"/>
              </a:ext>
            </a:extLst>
          </p:cNvPr>
          <p:cNvSpPr txBox="1"/>
          <p:nvPr/>
        </p:nvSpPr>
        <p:spPr>
          <a:xfrm>
            <a:off x="728974" y="2747253"/>
            <a:ext cx="3150900"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1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43" name="Google Shape;777;p29">
            <a:extLst>
              <a:ext uri="{FF2B5EF4-FFF2-40B4-BE49-F238E27FC236}">
                <a16:creationId xmlns:a16="http://schemas.microsoft.com/office/drawing/2014/main" id="{E35E8928-8501-5EDF-A0F1-3F1C515D5819}"/>
              </a:ext>
            </a:extLst>
          </p:cNvPr>
          <p:cNvSpPr txBox="1"/>
          <p:nvPr/>
        </p:nvSpPr>
        <p:spPr>
          <a:xfrm>
            <a:off x="728974" y="3068457"/>
            <a:ext cx="2110479"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dirty="0">
              <a:solidFill>
                <a:srgbClr val="1E344D"/>
              </a:solidFill>
              <a:latin typeface="Alibaba PuHuiTi" pitchFamily="18" charset="-122"/>
              <a:ea typeface="Alibaba PuHuiTi" pitchFamily="18" charset="-122"/>
              <a:cs typeface="Alibaba PuHuiTi" pitchFamily="18" charset="-122"/>
              <a:sym typeface="Roboto"/>
            </a:endParaRPr>
          </a:p>
        </p:txBody>
      </p:sp>
      <p:sp>
        <p:nvSpPr>
          <p:cNvPr id="44" name="文本框 43">
            <a:extLst>
              <a:ext uri="{FF2B5EF4-FFF2-40B4-BE49-F238E27FC236}">
                <a16:creationId xmlns:a16="http://schemas.microsoft.com/office/drawing/2014/main" id="{2488AF21-6859-E5D5-74D2-A190541CAE59}"/>
              </a:ext>
            </a:extLst>
          </p:cNvPr>
          <p:cNvSpPr txBox="1"/>
          <p:nvPr/>
        </p:nvSpPr>
        <p:spPr>
          <a:xfrm>
            <a:off x="753661" y="3894374"/>
            <a:ext cx="2069752" cy="577081"/>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5" name="文本框 44">
            <a:extLst>
              <a:ext uri="{FF2B5EF4-FFF2-40B4-BE49-F238E27FC236}">
                <a16:creationId xmlns:a16="http://schemas.microsoft.com/office/drawing/2014/main" id="{B8E00A8D-BA8D-4A5A-BBA3-BBFAEFBFD297}"/>
              </a:ext>
            </a:extLst>
          </p:cNvPr>
          <p:cNvSpPr txBox="1"/>
          <p:nvPr/>
        </p:nvSpPr>
        <p:spPr>
          <a:xfrm>
            <a:off x="753661" y="4509120"/>
            <a:ext cx="2069752" cy="577081"/>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6" name="文本框 45">
            <a:extLst>
              <a:ext uri="{FF2B5EF4-FFF2-40B4-BE49-F238E27FC236}">
                <a16:creationId xmlns:a16="http://schemas.microsoft.com/office/drawing/2014/main" id="{6DD86DC7-BA4C-CE18-5949-EED9BA1DE60C}"/>
              </a:ext>
            </a:extLst>
          </p:cNvPr>
          <p:cNvSpPr txBox="1"/>
          <p:nvPr/>
        </p:nvSpPr>
        <p:spPr>
          <a:xfrm>
            <a:off x="3175393" y="2209951"/>
            <a:ext cx="2294341" cy="415498"/>
          </a:xfrm>
          <a:prstGeom prst="rect">
            <a:avLst/>
          </a:prstGeom>
          <a:noFill/>
        </p:spPr>
        <p:txBody>
          <a:bodyPr wrap="square" rtlCol="0">
            <a:spAutoFit/>
          </a:bodyPr>
          <a:lstStyle/>
          <a:p>
            <a:pPr algn="just"/>
            <a:r>
              <a:rPr kumimoji="1" lang="en-US" altLang="zh-CN" sz="1050" i="1"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i="1"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7" name="文本框 46">
            <a:extLst>
              <a:ext uri="{FF2B5EF4-FFF2-40B4-BE49-F238E27FC236}">
                <a16:creationId xmlns:a16="http://schemas.microsoft.com/office/drawing/2014/main" id="{385CC44B-EE76-477C-7123-7C7216268EFD}"/>
              </a:ext>
            </a:extLst>
          </p:cNvPr>
          <p:cNvSpPr txBox="1"/>
          <p:nvPr/>
        </p:nvSpPr>
        <p:spPr>
          <a:xfrm>
            <a:off x="3190390" y="1920941"/>
            <a:ext cx="1064715" cy="307777"/>
          </a:xfrm>
          <a:prstGeom prst="rect">
            <a:avLst/>
          </a:prstGeom>
          <a:noFill/>
        </p:spPr>
        <p:txBody>
          <a:bodyPr wrap="non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5B9011CD-F28B-6724-48E7-A0D44DC07528}"/>
              </a:ext>
            </a:extLst>
          </p:cNvPr>
          <p:cNvSpPr txBox="1"/>
          <p:nvPr/>
        </p:nvSpPr>
        <p:spPr>
          <a:xfrm>
            <a:off x="3175393" y="2645114"/>
            <a:ext cx="2294341" cy="415498"/>
          </a:xfrm>
          <a:prstGeom prst="rect">
            <a:avLst/>
          </a:prstGeom>
          <a:noFill/>
        </p:spPr>
        <p:txBody>
          <a:bodyPr wrap="square" rtlCol="0">
            <a:spAutoFit/>
          </a:bodyPr>
          <a:lstStyle/>
          <a:p>
            <a:pPr algn="just"/>
            <a:r>
              <a:rPr kumimoji="1" lang="en-US" altLang="zh-CN" sz="1050" i="1"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i="1"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9" name="文本框 48">
            <a:extLst>
              <a:ext uri="{FF2B5EF4-FFF2-40B4-BE49-F238E27FC236}">
                <a16:creationId xmlns:a16="http://schemas.microsoft.com/office/drawing/2014/main" id="{D4652902-C798-65D9-A87E-F77AC970EF1D}"/>
              </a:ext>
            </a:extLst>
          </p:cNvPr>
          <p:cNvSpPr txBox="1"/>
          <p:nvPr/>
        </p:nvSpPr>
        <p:spPr>
          <a:xfrm>
            <a:off x="3175393" y="3077162"/>
            <a:ext cx="2294341" cy="415498"/>
          </a:xfrm>
          <a:prstGeom prst="rect">
            <a:avLst/>
          </a:prstGeom>
          <a:noFill/>
        </p:spPr>
        <p:txBody>
          <a:bodyPr wrap="square" rtlCol="0">
            <a:spAutoFit/>
          </a:bodyPr>
          <a:lstStyle/>
          <a:p>
            <a:pPr algn="just"/>
            <a:r>
              <a:rPr kumimoji="1" lang="en-US" altLang="zh-CN" sz="1050" i="1"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i="1"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0" name="文本框 49">
            <a:extLst>
              <a:ext uri="{FF2B5EF4-FFF2-40B4-BE49-F238E27FC236}">
                <a16:creationId xmlns:a16="http://schemas.microsoft.com/office/drawing/2014/main" id="{86E2BBB5-9BB8-F7C9-9F4E-6194B57F5E17}"/>
              </a:ext>
            </a:extLst>
          </p:cNvPr>
          <p:cNvSpPr txBox="1"/>
          <p:nvPr/>
        </p:nvSpPr>
        <p:spPr>
          <a:xfrm>
            <a:off x="3143309" y="3989021"/>
            <a:ext cx="2487470" cy="415498"/>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1" name="文本框 50">
            <a:extLst>
              <a:ext uri="{FF2B5EF4-FFF2-40B4-BE49-F238E27FC236}">
                <a16:creationId xmlns:a16="http://schemas.microsoft.com/office/drawing/2014/main" id="{1E1215C1-DFC9-DC64-1FA5-86E5C71BE970}"/>
              </a:ext>
            </a:extLst>
          </p:cNvPr>
          <p:cNvSpPr txBox="1"/>
          <p:nvPr/>
        </p:nvSpPr>
        <p:spPr>
          <a:xfrm>
            <a:off x="3158306" y="3700011"/>
            <a:ext cx="1064715" cy="307777"/>
          </a:xfrm>
          <a:prstGeom prst="rect">
            <a:avLst/>
          </a:prstGeom>
          <a:noFill/>
        </p:spPr>
        <p:txBody>
          <a:bodyPr wrap="non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矩形 51">
            <a:extLst>
              <a:ext uri="{FF2B5EF4-FFF2-40B4-BE49-F238E27FC236}">
                <a16:creationId xmlns:a16="http://schemas.microsoft.com/office/drawing/2014/main" id="{82194116-78E5-4E94-B957-4FDE998A32E3}"/>
              </a:ext>
            </a:extLst>
          </p:cNvPr>
          <p:cNvSpPr/>
          <p:nvPr/>
        </p:nvSpPr>
        <p:spPr>
          <a:xfrm>
            <a:off x="3119427" y="4653136"/>
            <a:ext cx="2575520" cy="2004338"/>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文本框 52">
            <a:extLst>
              <a:ext uri="{FF2B5EF4-FFF2-40B4-BE49-F238E27FC236}">
                <a16:creationId xmlns:a16="http://schemas.microsoft.com/office/drawing/2014/main" id="{45DA0EA2-5C9F-A6BD-CB25-023ACC1D4307}"/>
              </a:ext>
            </a:extLst>
          </p:cNvPr>
          <p:cNvSpPr txBox="1"/>
          <p:nvPr/>
        </p:nvSpPr>
        <p:spPr>
          <a:xfrm>
            <a:off x="3215679" y="4725144"/>
            <a:ext cx="2447183" cy="415498"/>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4" name="文本框 53">
            <a:extLst>
              <a:ext uri="{FF2B5EF4-FFF2-40B4-BE49-F238E27FC236}">
                <a16:creationId xmlns:a16="http://schemas.microsoft.com/office/drawing/2014/main" id="{3B7F999C-76F4-CF0E-BAF0-21093CBF9956}"/>
              </a:ext>
            </a:extLst>
          </p:cNvPr>
          <p:cNvSpPr txBox="1"/>
          <p:nvPr/>
        </p:nvSpPr>
        <p:spPr>
          <a:xfrm>
            <a:off x="3215679" y="5195511"/>
            <a:ext cx="2447183" cy="415498"/>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5" name="文本框 54">
            <a:extLst>
              <a:ext uri="{FF2B5EF4-FFF2-40B4-BE49-F238E27FC236}">
                <a16:creationId xmlns:a16="http://schemas.microsoft.com/office/drawing/2014/main" id="{1583DBB6-9E6E-E536-AC0D-079356D1CCB2}"/>
              </a:ext>
            </a:extLst>
          </p:cNvPr>
          <p:cNvSpPr txBox="1"/>
          <p:nvPr/>
        </p:nvSpPr>
        <p:spPr>
          <a:xfrm>
            <a:off x="3215679" y="5661248"/>
            <a:ext cx="2447183" cy="415498"/>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6" name="文本框 55">
            <a:extLst>
              <a:ext uri="{FF2B5EF4-FFF2-40B4-BE49-F238E27FC236}">
                <a16:creationId xmlns:a16="http://schemas.microsoft.com/office/drawing/2014/main" id="{B44729FB-A422-7551-B596-6FB7F5693B78}"/>
              </a:ext>
            </a:extLst>
          </p:cNvPr>
          <p:cNvSpPr txBox="1"/>
          <p:nvPr/>
        </p:nvSpPr>
        <p:spPr>
          <a:xfrm>
            <a:off x="3215679" y="6165304"/>
            <a:ext cx="2447183" cy="415498"/>
          </a:xfrm>
          <a:prstGeom prst="rect">
            <a:avLst/>
          </a:prstGeom>
          <a:noFill/>
        </p:spPr>
        <p:txBody>
          <a:bodyPr wrap="square" rtlCol="0">
            <a:spAutoFit/>
          </a:bodyPr>
          <a:lstStyle/>
          <a:p>
            <a:pPr marL="171450" indent="-171450" algn="just">
              <a:buFont typeface="Wingdings" pitchFamily="2" charset="2"/>
              <a:buChar char="Ø"/>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7" name="Google Shape;777;p29">
            <a:extLst>
              <a:ext uri="{FF2B5EF4-FFF2-40B4-BE49-F238E27FC236}">
                <a16:creationId xmlns:a16="http://schemas.microsoft.com/office/drawing/2014/main" id="{99CC3FDD-EFB9-50F7-A8F8-FC8FF4A109FF}"/>
              </a:ext>
            </a:extLst>
          </p:cNvPr>
          <p:cNvSpPr txBox="1"/>
          <p:nvPr/>
        </p:nvSpPr>
        <p:spPr>
          <a:xfrm>
            <a:off x="5879976" y="1916832"/>
            <a:ext cx="2333582"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dirty="0">
              <a:solidFill>
                <a:srgbClr val="1E344D"/>
              </a:solidFill>
              <a:latin typeface="Alibaba PuHuiTi" pitchFamily="18" charset="-122"/>
              <a:ea typeface="Alibaba PuHuiTi" pitchFamily="18" charset="-122"/>
              <a:cs typeface="Alibaba PuHuiTi" pitchFamily="18" charset="-122"/>
              <a:sym typeface="Roboto"/>
            </a:endParaRPr>
          </a:p>
        </p:txBody>
      </p:sp>
      <p:sp>
        <p:nvSpPr>
          <p:cNvPr id="58" name="文本框 57">
            <a:extLst>
              <a:ext uri="{FF2B5EF4-FFF2-40B4-BE49-F238E27FC236}">
                <a16:creationId xmlns:a16="http://schemas.microsoft.com/office/drawing/2014/main" id="{94A8D504-A610-A1A3-6605-A4E734C67CD6}"/>
              </a:ext>
            </a:extLst>
          </p:cNvPr>
          <p:cNvSpPr txBox="1"/>
          <p:nvPr/>
        </p:nvSpPr>
        <p:spPr>
          <a:xfrm>
            <a:off x="5888621" y="2646497"/>
            <a:ext cx="2288550" cy="415498"/>
          </a:xfrm>
          <a:prstGeom prst="rect">
            <a:avLst/>
          </a:prstGeom>
          <a:noFill/>
        </p:spPr>
        <p:txBody>
          <a:bodyPr wrap="square" rtlCol="0">
            <a:spAutoFit/>
          </a:bodyPr>
          <a:lstStyle/>
          <a:p>
            <a:pPr marL="171450" indent="-171450" algn="just">
              <a:buFont typeface="Wingdings" pitchFamily="2" charset="2"/>
              <a:buChar char="n"/>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59" name="Google Shape;776;p29">
            <a:extLst>
              <a:ext uri="{FF2B5EF4-FFF2-40B4-BE49-F238E27FC236}">
                <a16:creationId xmlns:a16="http://schemas.microsoft.com/office/drawing/2014/main" id="{74C04230-EABE-8226-85B9-32E2EDA93BF9}"/>
              </a:ext>
            </a:extLst>
          </p:cNvPr>
          <p:cNvSpPr txBox="1"/>
          <p:nvPr/>
        </p:nvSpPr>
        <p:spPr>
          <a:xfrm>
            <a:off x="5880339" y="3284984"/>
            <a:ext cx="2301135"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u="sng" dirty="0">
                <a:solidFill>
                  <a:srgbClr val="1E344D"/>
                </a:solidFill>
                <a:latin typeface="Alibaba PuHuiTi" pitchFamily="18" charset="-122"/>
                <a:ea typeface="Alibaba PuHuiTi" pitchFamily="18" charset="-122"/>
                <a:cs typeface="Alibaba PuHuiTi" pitchFamily="18" charset="-122"/>
                <a:sym typeface="Fira Sans Extra Condensed"/>
              </a:rPr>
              <a:t>The GE/McKinsey Matrix</a:t>
            </a:r>
            <a:endParaRPr sz="1400" u="sng" dirty="0">
              <a:solidFill>
                <a:srgbClr val="1E344D"/>
              </a:solidFill>
              <a:latin typeface="Alibaba PuHuiTi" pitchFamily="18" charset="-122"/>
              <a:ea typeface="Alibaba PuHuiTi" pitchFamily="18" charset="-122"/>
              <a:cs typeface="Alibaba PuHuiTi" pitchFamily="18" charset="-122"/>
              <a:sym typeface="Fira Sans Extra Condensed"/>
            </a:endParaRPr>
          </a:p>
        </p:txBody>
      </p:sp>
      <p:sp>
        <p:nvSpPr>
          <p:cNvPr id="60" name="Google Shape;777;p29">
            <a:extLst>
              <a:ext uri="{FF2B5EF4-FFF2-40B4-BE49-F238E27FC236}">
                <a16:creationId xmlns:a16="http://schemas.microsoft.com/office/drawing/2014/main" id="{D8C0BB4D-0F32-2D93-1BFA-61852667F9BD}"/>
              </a:ext>
            </a:extLst>
          </p:cNvPr>
          <p:cNvSpPr txBox="1"/>
          <p:nvPr/>
        </p:nvSpPr>
        <p:spPr>
          <a:xfrm>
            <a:off x="5880339" y="3477851"/>
            <a:ext cx="226905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dirty="0">
              <a:solidFill>
                <a:srgbClr val="1E344D"/>
              </a:solidFill>
              <a:latin typeface="Alibaba PuHuiTi" pitchFamily="18" charset="-122"/>
              <a:ea typeface="Alibaba PuHuiTi" pitchFamily="18" charset="-122"/>
              <a:cs typeface="Alibaba PuHuiTi" pitchFamily="18" charset="-122"/>
              <a:sym typeface="Roboto"/>
            </a:endParaRPr>
          </a:p>
        </p:txBody>
      </p:sp>
      <p:sp>
        <p:nvSpPr>
          <p:cNvPr id="61" name="Google Shape;777;p29">
            <a:extLst>
              <a:ext uri="{FF2B5EF4-FFF2-40B4-BE49-F238E27FC236}">
                <a16:creationId xmlns:a16="http://schemas.microsoft.com/office/drawing/2014/main" id="{D189E4B8-A06B-A43C-BBC3-7BA0DF35DBC0}"/>
              </a:ext>
            </a:extLst>
          </p:cNvPr>
          <p:cNvSpPr txBox="1"/>
          <p:nvPr/>
        </p:nvSpPr>
        <p:spPr>
          <a:xfrm>
            <a:off x="5880339" y="4077072"/>
            <a:ext cx="226905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50" u="sng" dirty="0">
                <a:solidFill>
                  <a:srgbClr val="1E344D"/>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050" u="sng" dirty="0">
              <a:solidFill>
                <a:srgbClr val="1E344D"/>
              </a:solidFill>
              <a:latin typeface="Alibaba PuHuiTi" pitchFamily="18" charset="-122"/>
              <a:ea typeface="Alibaba PuHuiTi" pitchFamily="18" charset="-122"/>
              <a:cs typeface="Alibaba PuHuiTi" pitchFamily="18" charset="-122"/>
              <a:sym typeface="Roboto"/>
            </a:endParaRPr>
          </a:p>
        </p:txBody>
      </p:sp>
      <p:sp>
        <p:nvSpPr>
          <p:cNvPr id="62" name="矩形 61">
            <a:extLst>
              <a:ext uri="{FF2B5EF4-FFF2-40B4-BE49-F238E27FC236}">
                <a16:creationId xmlns:a16="http://schemas.microsoft.com/office/drawing/2014/main" id="{AFC87338-E510-4510-75F8-EF3AA16B2DF1}"/>
              </a:ext>
            </a:extLst>
          </p:cNvPr>
          <p:cNvSpPr/>
          <p:nvPr/>
        </p:nvSpPr>
        <p:spPr>
          <a:xfrm>
            <a:off x="5799947" y="4997115"/>
            <a:ext cx="2405590" cy="1668380"/>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文本框 62">
            <a:extLst>
              <a:ext uri="{FF2B5EF4-FFF2-40B4-BE49-F238E27FC236}">
                <a16:creationId xmlns:a16="http://schemas.microsoft.com/office/drawing/2014/main" id="{98AD663B-4072-2FBA-9C8E-FEB1693E998C}"/>
              </a:ext>
            </a:extLst>
          </p:cNvPr>
          <p:cNvSpPr txBox="1"/>
          <p:nvPr/>
        </p:nvSpPr>
        <p:spPr>
          <a:xfrm>
            <a:off x="5879976" y="5157192"/>
            <a:ext cx="2221287" cy="415498"/>
          </a:xfrm>
          <a:prstGeom prst="rect">
            <a:avLst/>
          </a:prstGeom>
          <a:noFill/>
        </p:spPr>
        <p:txBody>
          <a:bodyPr wrap="square" rtlCol="0">
            <a:spAutoFit/>
          </a:bodyPr>
          <a:lstStyle/>
          <a:p>
            <a:pPr marL="171450" indent="-171450" algn="just">
              <a:buFont typeface="Wingdings" pitchFamily="2" charset="2"/>
              <a:buChar char="l"/>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4" name="文本框 63">
            <a:extLst>
              <a:ext uri="{FF2B5EF4-FFF2-40B4-BE49-F238E27FC236}">
                <a16:creationId xmlns:a16="http://schemas.microsoft.com/office/drawing/2014/main" id="{C48D94F8-D09D-CCA4-D4BB-18896C44C097}"/>
              </a:ext>
            </a:extLst>
          </p:cNvPr>
          <p:cNvSpPr txBox="1"/>
          <p:nvPr/>
        </p:nvSpPr>
        <p:spPr>
          <a:xfrm>
            <a:off x="5879976" y="5622929"/>
            <a:ext cx="2221287" cy="415498"/>
          </a:xfrm>
          <a:prstGeom prst="rect">
            <a:avLst/>
          </a:prstGeom>
          <a:noFill/>
        </p:spPr>
        <p:txBody>
          <a:bodyPr wrap="square" rtlCol="0">
            <a:spAutoFit/>
          </a:bodyPr>
          <a:lstStyle/>
          <a:p>
            <a:pPr marL="171450" indent="-171450" algn="just">
              <a:buFont typeface="Wingdings" pitchFamily="2" charset="2"/>
              <a:buChar char="l"/>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5" name="文本框 64">
            <a:extLst>
              <a:ext uri="{FF2B5EF4-FFF2-40B4-BE49-F238E27FC236}">
                <a16:creationId xmlns:a16="http://schemas.microsoft.com/office/drawing/2014/main" id="{486746C8-A301-404C-2B6F-D8822E20EC20}"/>
              </a:ext>
            </a:extLst>
          </p:cNvPr>
          <p:cNvSpPr txBox="1"/>
          <p:nvPr/>
        </p:nvSpPr>
        <p:spPr>
          <a:xfrm>
            <a:off x="5879976" y="6126985"/>
            <a:ext cx="2221287" cy="415498"/>
          </a:xfrm>
          <a:prstGeom prst="rect">
            <a:avLst/>
          </a:prstGeom>
          <a:noFill/>
        </p:spPr>
        <p:txBody>
          <a:bodyPr wrap="square" rtlCol="0">
            <a:spAutoFit/>
          </a:bodyPr>
          <a:lstStyle/>
          <a:p>
            <a:pPr marL="171450" indent="-171450" algn="just">
              <a:buFont typeface="Wingdings" pitchFamily="2" charset="2"/>
              <a:buChar char="l"/>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6" name="文本框 65">
            <a:extLst>
              <a:ext uri="{FF2B5EF4-FFF2-40B4-BE49-F238E27FC236}">
                <a16:creationId xmlns:a16="http://schemas.microsoft.com/office/drawing/2014/main" id="{0B8D52BE-158B-8644-E43A-8D5B4AA06328}"/>
              </a:ext>
            </a:extLst>
          </p:cNvPr>
          <p:cNvSpPr txBox="1"/>
          <p:nvPr/>
        </p:nvSpPr>
        <p:spPr>
          <a:xfrm>
            <a:off x="8400256" y="1995075"/>
            <a:ext cx="3101933" cy="415498"/>
          </a:xfrm>
          <a:prstGeom prst="rect">
            <a:avLst/>
          </a:prstGeom>
          <a:noFill/>
        </p:spPr>
        <p:txBody>
          <a:bodyPr wrap="square" rtlCol="0">
            <a:spAutoFit/>
          </a:bodyPr>
          <a:lstStyle/>
          <a:p>
            <a:pPr marL="171450" indent="-171450" algn="just">
              <a:buFont typeface="Wingdings" pitchFamily="2" charset="2"/>
              <a:buChar char="p"/>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7" name="文本框 66">
            <a:extLst>
              <a:ext uri="{FF2B5EF4-FFF2-40B4-BE49-F238E27FC236}">
                <a16:creationId xmlns:a16="http://schemas.microsoft.com/office/drawing/2014/main" id="{FA853E0B-9665-9677-7298-DE9427263B81}"/>
              </a:ext>
            </a:extLst>
          </p:cNvPr>
          <p:cNvSpPr txBox="1"/>
          <p:nvPr/>
        </p:nvSpPr>
        <p:spPr>
          <a:xfrm>
            <a:off x="8400256" y="2364560"/>
            <a:ext cx="3101933" cy="415498"/>
          </a:xfrm>
          <a:prstGeom prst="rect">
            <a:avLst/>
          </a:prstGeom>
          <a:noFill/>
        </p:spPr>
        <p:txBody>
          <a:bodyPr wrap="square" rtlCol="0">
            <a:spAutoFit/>
          </a:bodyPr>
          <a:lstStyle/>
          <a:p>
            <a:pPr marL="171450" indent="-171450" algn="just">
              <a:buFont typeface="Wingdings" pitchFamily="2" charset="2"/>
              <a:buChar char="p"/>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8" name="文本框 67">
            <a:extLst>
              <a:ext uri="{FF2B5EF4-FFF2-40B4-BE49-F238E27FC236}">
                <a16:creationId xmlns:a16="http://schemas.microsoft.com/office/drawing/2014/main" id="{CCE5CC28-3FC5-3472-ADF1-38741A4DA675}"/>
              </a:ext>
            </a:extLst>
          </p:cNvPr>
          <p:cNvSpPr txBox="1"/>
          <p:nvPr/>
        </p:nvSpPr>
        <p:spPr>
          <a:xfrm>
            <a:off x="8400256" y="2772363"/>
            <a:ext cx="3101933" cy="415498"/>
          </a:xfrm>
          <a:prstGeom prst="rect">
            <a:avLst/>
          </a:prstGeom>
          <a:noFill/>
        </p:spPr>
        <p:txBody>
          <a:bodyPr wrap="square" rtlCol="0">
            <a:spAutoFit/>
          </a:bodyPr>
          <a:lstStyle/>
          <a:p>
            <a:pPr marL="171450" indent="-171450" algn="just">
              <a:buFont typeface="Wingdings" pitchFamily="2" charset="2"/>
              <a:buChar char="p"/>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9" name="文本框 68">
            <a:extLst>
              <a:ext uri="{FF2B5EF4-FFF2-40B4-BE49-F238E27FC236}">
                <a16:creationId xmlns:a16="http://schemas.microsoft.com/office/drawing/2014/main" id="{EBA9F6FC-185B-77F3-D0BE-E0845B26185D}"/>
              </a:ext>
            </a:extLst>
          </p:cNvPr>
          <p:cNvSpPr txBox="1"/>
          <p:nvPr/>
        </p:nvSpPr>
        <p:spPr>
          <a:xfrm>
            <a:off x="8400256" y="3180892"/>
            <a:ext cx="3101933" cy="415498"/>
          </a:xfrm>
          <a:prstGeom prst="rect">
            <a:avLst/>
          </a:prstGeom>
          <a:noFill/>
        </p:spPr>
        <p:txBody>
          <a:bodyPr wrap="square" rtlCol="0">
            <a:spAutoFit/>
          </a:bodyPr>
          <a:lstStyle/>
          <a:p>
            <a:pPr marL="171450" indent="-171450" algn="just">
              <a:buFont typeface="Wingdings" pitchFamily="2" charset="2"/>
              <a:buChar char="p"/>
            </a:pP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0" name="文本框 69">
            <a:extLst>
              <a:ext uri="{FF2B5EF4-FFF2-40B4-BE49-F238E27FC236}">
                <a16:creationId xmlns:a16="http://schemas.microsoft.com/office/drawing/2014/main" id="{0AE9D7E0-C278-3978-EC82-6C2EB9DC8CA6}"/>
              </a:ext>
            </a:extLst>
          </p:cNvPr>
          <p:cNvSpPr txBox="1"/>
          <p:nvPr/>
        </p:nvSpPr>
        <p:spPr>
          <a:xfrm>
            <a:off x="8400256" y="4077072"/>
            <a:ext cx="3053807" cy="415498"/>
          </a:xfrm>
          <a:prstGeom prst="rect">
            <a:avLst/>
          </a:prstGeom>
          <a:noFill/>
        </p:spPr>
        <p:txBody>
          <a:bodyPr wrap="square" rtlCol="0">
            <a:spAutoFit/>
          </a:bodyPr>
          <a:lstStyle/>
          <a:p>
            <a:pPr algn="just"/>
            <a:r>
              <a:rPr kumimoji="1" lang="en-US" altLang="zh-CN" sz="1050" i="1"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i="1"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1" name="文本框 70">
            <a:extLst>
              <a:ext uri="{FF2B5EF4-FFF2-40B4-BE49-F238E27FC236}">
                <a16:creationId xmlns:a16="http://schemas.microsoft.com/office/drawing/2014/main" id="{430A7FDA-D49C-D103-5BC7-88C3CA379E71}"/>
              </a:ext>
            </a:extLst>
          </p:cNvPr>
          <p:cNvSpPr txBox="1"/>
          <p:nvPr/>
        </p:nvSpPr>
        <p:spPr>
          <a:xfrm>
            <a:off x="8415253" y="3788062"/>
            <a:ext cx="1064715" cy="307777"/>
          </a:xfrm>
          <a:prstGeom prst="rect">
            <a:avLst/>
          </a:prstGeom>
          <a:noFill/>
        </p:spPr>
        <p:txBody>
          <a:bodyPr wrap="non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0D1E2633-CAE0-7685-D560-4FED494F5F02}"/>
              </a:ext>
            </a:extLst>
          </p:cNvPr>
          <p:cNvSpPr txBox="1"/>
          <p:nvPr/>
        </p:nvSpPr>
        <p:spPr>
          <a:xfrm>
            <a:off x="8400256" y="4512235"/>
            <a:ext cx="3053807" cy="415498"/>
          </a:xfrm>
          <a:prstGeom prst="rect">
            <a:avLst/>
          </a:prstGeom>
          <a:noFill/>
        </p:spPr>
        <p:txBody>
          <a:bodyPr wrap="square" rtlCol="0">
            <a:spAutoFit/>
          </a:bodyPr>
          <a:lstStyle/>
          <a:p>
            <a:pPr algn="just"/>
            <a:r>
              <a:rPr kumimoji="1" lang="en-US" altLang="zh-CN" sz="1050" i="1"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i="1"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3" name="文本框 72">
            <a:extLst>
              <a:ext uri="{FF2B5EF4-FFF2-40B4-BE49-F238E27FC236}">
                <a16:creationId xmlns:a16="http://schemas.microsoft.com/office/drawing/2014/main" id="{1EBC32B4-5A50-E0CC-761A-83544C0358E4}"/>
              </a:ext>
            </a:extLst>
          </p:cNvPr>
          <p:cNvSpPr txBox="1"/>
          <p:nvPr/>
        </p:nvSpPr>
        <p:spPr>
          <a:xfrm>
            <a:off x="8400256" y="4941168"/>
            <a:ext cx="3053807" cy="415498"/>
          </a:xfrm>
          <a:prstGeom prst="rect">
            <a:avLst/>
          </a:prstGeom>
          <a:noFill/>
        </p:spPr>
        <p:txBody>
          <a:bodyPr wrap="square" rtlCol="0">
            <a:spAutoFit/>
          </a:bodyPr>
          <a:lstStyle/>
          <a:p>
            <a:pPr algn="just"/>
            <a:r>
              <a:rPr kumimoji="1" lang="en-US" altLang="zh-CN" sz="1050" i="1"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i="1"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4" name="矩形 73">
            <a:extLst>
              <a:ext uri="{FF2B5EF4-FFF2-40B4-BE49-F238E27FC236}">
                <a16:creationId xmlns:a16="http://schemas.microsoft.com/office/drawing/2014/main" id="{E7CEF0E2-BEF3-563F-788D-BC49785D52DE}"/>
              </a:ext>
            </a:extLst>
          </p:cNvPr>
          <p:cNvSpPr/>
          <p:nvPr/>
        </p:nvSpPr>
        <p:spPr>
          <a:xfrm flipV="1">
            <a:off x="8331617" y="5517522"/>
            <a:ext cx="3206026" cy="1130166"/>
          </a:xfrm>
          <a:prstGeom prst="rect">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5" name="文本框 74">
            <a:extLst>
              <a:ext uri="{FF2B5EF4-FFF2-40B4-BE49-F238E27FC236}">
                <a16:creationId xmlns:a16="http://schemas.microsoft.com/office/drawing/2014/main" id="{E665179A-599F-A075-2FBE-117567014D34}"/>
              </a:ext>
            </a:extLst>
          </p:cNvPr>
          <p:cNvSpPr txBox="1"/>
          <p:nvPr/>
        </p:nvSpPr>
        <p:spPr>
          <a:xfrm>
            <a:off x="8400256" y="5627559"/>
            <a:ext cx="3043191" cy="415498"/>
          </a:xfrm>
          <a:prstGeom prst="rect">
            <a:avLst/>
          </a:prstGeom>
          <a:noFill/>
        </p:spPr>
        <p:txBody>
          <a:bodyPr wrap="square" rtlCol="0">
            <a:spAutoFit/>
          </a:bodyPr>
          <a:lstStyle/>
          <a:p>
            <a:pPr marL="171450" indent="-171450" algn="just">
              <a:buFont typeface="Wingdings" pitchFamily="2" charset="2"/>
              <a:buChar char="ü"/>
            </a:pPr>
            <a:r>
              <a:rPr kumimoji="1" lang="en" altLang="zh-CN" sz="1050" i="1" u="sng"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u="sng"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76" name="文本框 75">
            <a:extLst>
              <a:ext uri="{FF2B5EF4-FFF2-40B4-BE49-F238E27FC236}">
                <a16:creationId xmlns:a16="http://schemas.microsoft.com/office/drawing/2014/main" id="{A2BCDD89-5A24-E498-5885-F09376980AC0}"/>
              </a:ext>
            </a:extLst>
          </p:cNvPr>
          <p:cNvSpPr txBox="1"/>
          <p:nvPr/>
        </p:nvSpPr>
        <p:spPr>
          <a:xfrm>
            <a:off x="8400256" y="6093296"/>
            <a:ext cx="3043191" cy="415498"/>
          </a:xfrm>
          <a:prstGeom prst="rect">
            <a:avLst/>
          </a:prstGeom>
          <a:noFill/>
        </p:spPr>
        <p:txBody>
          <a:bodyPr wrap="square" rtlCol="0">
            <a:spAutoFit/>
          </a:bodyPr>
          <a:lstStyle/>
          <a:p>
            <a:pPr marL="171450" indent="-171450" algn="just">
              <a:buFont typeface="Wingdings" pitchFamily="2" charset="2"/>
              <a:buChar char="ü"/>
            </a:pPr>
            <a:r>
              <a:rPr kumimoji="1" lang="en" altLang="zh-CN" sz="1050" i="1" u="sng"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i="1" u="sng"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88" name="圆柱体 87">
            <a:extLst>
              <a:ext uri="{FF2B5EF4-FFF2-40B4-BE49-F238E27FC236}">
                <a16:creationId xmlns:a16="http://schemas.microsoft.com/office/drawing/2014/main" id="{E5A2AE48-6C4B-5B31-FB06-9D4AE2A4FB89}"/>
              </a:ext>
            </a:extLst>
          </p:cNvPr>
          <p:cNvSpPr/>
          <p:nvPr/>
        </p:nvSpPr>
        <p:spPr>
          <a:xfrm>
            <a:off x="765915" y="6336792"/>
            <a:ext cx="2130487" cy="292144"/>
          </a:xfrm>
          <a:prstGeom prst="can">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younaozippt</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grpSp>
        <p:nvGrpSpPr>
          <p:cNvPr id="94" name="组合 93">
            <a:extLst>
              <a:ext uri="{FF2B5EF4-FFF2-40B4-BE49-F238E27FC236}">
                <a16:creationId xmlns:a16="http://schemas.microsoft.com/office/drawing/2014/main" id="{81E463F6-8525-B2D7-A5AB-8B63E91614B6}"/>
              </a:ext>
            </a:extLst>
          </p:cNvPr>
          <p:cNvGrpSpPr/>
          <p:nvPr/>
        </p:nvGrpSpPr>
        <p:grpSpPr>
          <a:xfrm>
            <a:off x="774264" y="5336631"/>
            <a:ext cx="1978080" cy="926780"/>
            <a:chOff x="-5845738" y="5060668"/>
            <a:chExt cx="3638510" cy="1704734"/>
          </a:xfrm>
        </p:grpSpPr>
        <p:sp>
          <p:nvSpPr>
            <p:cNvPr id="78" name="矩形 77">
              <a:extLst>
                <a:ext uri="{FF2B5EF4-FFF2-40B4-BE49-F238E27FC236}">
                  <a16:creationId xmlns:a16="http://schemas.microsoft.com/office/drawing/2014/main" id="{3B0DA244-322F-5063-679F-D3A8CDB1B864}"/>
                </a:ext>
              </a:extLst>
            </p:cNvPr>
            <p:cNvSpPr/>
            <p:nvPr/>
          </p:nvSpPr>
          <p:spPr>
            <a:xfrm>
              <a:off x="-5355543" y="5110223"/>
              <a:ext cx="1006997"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79" name="矩形 78">
              <a:extLst>
                <a:ext uri="{FF2B5EF4-FFF2-40B4-BE49-F238E27FC236}">
                  <a16:creationId xmlns:a16="http://schemas.microsoft.com/office/drawing/2014/main" id="{0CE537C6-7FBF-5722-10E9-961990AE02ED}"/>
                </a:ext>
              </a:extLst>
            </p:cNvPr>
            <p:cNvSpPr/>
            <p:nvPr/>
          </p:nvSpPr>
          <p:spPr>
            <a:xfrm>
              <a:off x="-4004501" y="5110223"/>
              <a:ext cx="1226916"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80" name="矩形 79">
              <a:extLst>
                <a:ext uri="{FF2B5EF4-FFF2-40B4-BE49-F238E27FC236}">
                  <a16:creationId xmlns:a16="http://schemas.microsoft.com/office/drawing/2014/main" id="{FB41DF7E-9B99-535C-5C76-9665D890F598}"/>
                </a:ext>
              </a:extLst>
            </p:cNvPr>
            <p:cNvSpPr/>
            <p:nvPr/>
          </p:nvSpPr>
          <p:spPr>
            <a:xfrm>
              <a:off x="-5804701" y="5773878"/>
              <a:ext cx="1108916"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81" name="矩形 80">
              <a:extLst>
                <a:ext uri="{FF2B5EF4-FFF2-40B4-BE49-F238E27FC236}">
                  <a16:creationId xmlns:a16="http://schemas.microsoft.com/office/drawing/2014/main" id="{46E71F5B-5071-9B1D-A699-176195C4AD57}"/>
                </a:ext>
              </a:extLst>
            </p:cNvPr>
            <p:cNvSpPr/>
            <p:nvPr/>
          </p:nvSpPr>
          <p:spPr>
            <a:xfrm>
              <a:off x="-4480288" y="5773878"/>
              <a:ext cx="1226916"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82" name="矩形 81">
              <a:extLst>
                <a:ext uri="{FF2B5EF4-FFF2-40B4-BE49-F238E27FC236}">
                  <a16:creationId xmlns:a16="http://schemas.microsoft.com/office/drawing/2014/main" id="{B8CF7FA4-BE38-6351-5819-10CD3C97FE45}"/>
                </a:ext>
              </a:extLst>
            </p:cNvPr>
            <p:cNvSpPr/>
            <p:nvPr/>
          </p:nvSpPr>
          <p:spPr>
            <a:xfrm>
              <a:off x="-2924381" y="5773878"/>
              <a:ext cx="717153"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cxnSp>
          <p:nvCxnSpPr>
            <p:cNvPr id="83" name="直线箭头连接符 82">
              <a:extLst>
                <a:ext uri="{FF2B5EF4-FFF2-40B4-BE49-F238E27FC236}">
                  <a16:creationId xmlns:a16="http://schemas.microsoft.com/office/drawing/2014/main" id="{9D11264D-F973-8FB7-0CE9-6BCC45F8A96D}"/>
                </a:ext>
              </a:extLst>
            </p:cNvPr>
            <p:cNvCxnSpPr/>
            <p:nvPr/>
          </p:nvCxnSpPr>
          <p:spPr>
            <a:xfrm>
              <a:off x="-4626337" y="5503762"/>
              <a:ext cx="0" cy="1261640"/>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84" name="直线箭头连接符 83">
              <a:extLst>
                <a:ext uri="{FF2B5EF4-FFF2-40B4-BE49-F238E27FC236}">
                  <a16:creationId xmlns:a16="http://schemas.microsoft.com/office/drawing/2014/main" id="{DE720184-BCCD-DCEB-7BD7-C34BAB61F437}"/>
                </a:ext>
              </a:extLst>
            </p:cNvPr>
            <p:cNvCxnSpPr/>
            <p:nvPr/>
          </p:nvCxnSpPr>
          <p:spPr>
            <a:xfrm>
              <a:off x="-3140405" y="5485846"/>
              <a:ext cx="0" cy="1261640"/>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85" name="直线箭头连接符 84">
              <a:extLst>
                <a:ext uri="{FF2B5EF4-FFF2-40B4-BE49-F238E27FC236}">
                  <a16:creationId xmlns:a16="http://schemas.microsoft.com/office/drawing/2014/main" id="{1C0C359E-CABA-2E82-BF5F-91ECAB0E6A14}"/>
                </a:ext>
              </a:extLst>
            </p:cNvPr>
            <p:cNvCxnSpPr>
              <a:cxnSpLocks/>
              <a:stCxn id="81" idx="2"/>
            </p:cNvCxnSpPr>
            <p:nvPr/>
          </p:nvCxnSpPr>
          <p:spPr>
            <a:xfrm>
              <a:off x="-3866830" y="6121119"/>
              <a:ext cx="6345" cy="626367"/>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86" name="直线箭头连接符 85">
              <a:extLst>
                <a:ext uri="{FF2B5EF4-FFF2-40B4-BE49-F238E27FC236}">
                  <a16:creationId xmlns:a16="http://schemas.microsoft.com/office/drawing/2014/main" id="{0B9844B7-FC58-C645-1437-5729F480779B}"/>
                </a:ext>
              </a:extLst>
            </p:cNvPr>
            <p:cNvCxnSpPr>
              <a:cxnSpLocks/>
            </p:cNvCxnSpPr>
            <p:nvPr/>
          </p:nvCxnSpPr>
          <p:spPr>
            <a:xfrm>
              <a:off x="-5300645" y="6121119"/>
              <a:ext cx="6345" cy="626367"/>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87" name="直线箭头连接符 86">
              <a:extLst>
                <a:ext uri="{FF2B5EF4-FFF2-40B4-BE49-F238E27FC236}">
                  <a16:creationId xmlns:a16="http://schemas.microsoft.com/office/drawing/2014/main" id="{CEE67E54-62A6-0489-815F-6EB5AE9173C8}"/>
                </a:ext>
              </a:extLst>
            </p:cNvPr>
            <p:cNvCxnSpPr>
              <a:cxnSpLocks/>
            </p:cNvCxnSpPr>
            <p:nvPr/>
          </p:nvCxnSpPr>
          <p:spPr>
            <a:xfrm>
              <a:off x="-2564341" y="6121119"/>
              <a:ext cx="6345" cy="626367"/>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89" name="文本框 88">
              <a:extLst>
                <a:ext uri="{FF2B5EF4-FFF2-40B4-BE49-F238E27FC236}">
                  <a16:creationId xmlns:a16="http://schemas.microsoft.com/office/drawing/2014/main" id="{99014CFA-374A-84F3-3A68-1A2053EE3F0A}"/>
                </a:ext>
              </a:extLst>
            </p:cNvPr>
            <p:cNvSpPr txBox="1"/>
            <p:nvPr/>
          </p:nvSpPr>
          <p:spPr>
            <a:xfrm>
              <a:off x="-5394942" y="5094307"/>
              <a:ext cx="1156437" cy="467057"/>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2008-1</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95" name="文本框 94">
              <a:extLst>
                <a:ext uri="{FF2B5EF4-FFF2-40B4-BE49-F238E27FC236}">
                  <a16:creationId xmlns:a16="http://schemas.microsoft.com/office/drawing/2014/main" id="{5F7257B9-8E00-16B7-94F8-E5E5254600D7}"/>
                </a:ext>
              </a:extLst>
            </p:cNvPr>
            <p:cNvSpPr txBox="1"/>
            <p:nvPr/>
          </p:nvSpPr>
          <p:spPr>
            <a:xfrm>
              <a:off x="-3953554" y="5060668"/>
              <a:ext cx="1156437" cy="467057"/>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2008-3</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0CC0A116-97B3-E6A2-D514-EF5C4AAC7B3D}"/>
                </a:ext>
              </a:extLst>
            </p:cNvPr>
            <p:cNvSpPr txBox="1"/>
            <p:nvPr/>
          </p:nvSpPr>
          <p:spPr>
            <a:xfrm>
              <a:off x="-4508601" y="5752380"/>
              <a:ext cx="1297968" cy="467057"/>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2008-11</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97" name="文本框 96">
              <a:extLst>
                <a:ext uri="{FF2B5EF4-FFF2-40B4-BE49-F238E27FC236}">
                  <a16:creationId xmlns:a16="http://schemas.microsoft.com/office/drawing/2014/main" id="{D6F52BD9-2EB7-E7B9-DB10-A50BC82BFEF2}"/>
                </a:ext>
              </a:extLst>
            </p:cNvPr>
            <p:cNvSpPr txBox="1"/>
            <p:nvPr/>
          </p:nvSpPr>
          <p:spPr>
            <a:xfrm>
              <a:off x="-5845738" y="5737665"/>
              <a:ext cx="1156437" cy="467057"/>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2008-4</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98" name="文本框 97">
              <a:extLst>
                <a:ext uri="{FF2B5EF4-FFF2-40B4-BE49-F238E27FC236}">
                  <a16:creationId xmlns:a16="http://schemas.microsoft.com/office/drawing/2014/main" id="{60CFA198-EB01-45FB-DCA0-F8E048FD59F8}"/>
                </a:ext>
              </a:extLst>
            </p:cNvPr>
            <p:cNvSpPr txBox="1"/>
            <p:nvPr/>
          </p:nvSpPr>
          <p:spPr>
            <a:xfrm>
              <a:off x="-2959107" y="5739769"/>
              <a:ext cx="731841" cy="467057"/>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7-8</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grpSp>
    </p:spTree>
    <p:extLst>
      <p:ext uri="{BB962C8B-B14F-4D97-AF65-F5344CB8AC3E}">
        <p14:creationId xmlns:p14="http://schemas.microsoft.com/office/powerpoint/2010/main" val="114460487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图表 3">
            <a:extLst>
              <a:ext uri="{FF2B5EF4-FFF2-40B4-BE49-F238E27FC236}">
                <a16:creationId xmlns:a16="http://schemas.microsoft.com/office/drawing/2014/main" id="{6EFF2C1A-63A6-F310-C232-435725AD2CA0}"/>
              </a:ext>
            </a:extLst>
          </p:cNvPr>
          <p:cNvGraphicFramePr/>
          <p:nvPr>
            <p:extLst>
              <p:ext uri="{D42A27DB-BD31-4B8C-83A1-F6EECF244321}">
                <p14:modId xmlns:p14="http://schemas.microsoft.com/office/powerpoint/2010/main" val="2354601269"/>
              </p:ext>
            </p:extLst>
          </p:nvPr>
        </p:nvGraphicFramePr>
        <p:xfrm>
          <a:off x="-369677" y="3368842"/>
          <a:ext cx="5214392" cy="321644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图表 5">
            <a:extLst>
              <a:ext uri="{FF2B5EF4-FFF2-40B4-BE49-F238E27FC236}">
                <a16:creationId xmlns:a16="http://schemas.microsoft.com/office/drawing/2014/main" id="{DEAD1327-8B1A-9363-9A65-422F474FC485}"/>
              </a:ext>
            </a:extLst>
          </p:cNvPr>
          <p:cNvGraphicFramePr/>
          <p:nvPr>
            <p:extLst>
              <p:ext uri="{D42A27DB-BD31-4B8C-83A1-F6EECF244321}">
                <p14:modId xmlns:p14="http://schemas.microsoft.com/office/powerpoint/2010/main" val="3694437258"/>
              </p:ext>
            </p:extLst>
          </p:nvPr>
        </p:nvGraphicFramePr>
        <p:xfrm>
          <a:off x="3751447" y="3400739"/>
          <a:ext cx="5214392" cy="3216442"/>
        </p:xfrm>
        <a:graphic>
          <a:graphicData uri="http://schemas.openxmlformats.org/drawingml/2006/chart">
            <c:chart xmlns:c="http://schemas.openxmlformats.org/drawingml/2006/chart" xmlns:r="http://schemas.openxmlformats.org/officeDocument/2006/relationships" r:id="rId4"/>
          </a:graphicData>
        </a:graphic>
      </p:graphicFrame>
      <p:sp>
        <p:nvSpPr>
          <p:cNvPr id="7" name="文本框 6">
            <a:extLst>
              <a:ext uri="{FF2B5EF4-FFF2-40B4-BE49-F238E27FC236}">
                <a16:creationId xmlns:a16="http://schemas.microsoft.com/office/drawing/2014/main" id="{3FA995C8-DDB7-9CC4-6BC5-FABA63A9075E}"/>
              </a:ext>
            </a:extLst>
          </p:cNvPr>
          <p:cNvSpPr txBox="1"/>
          <p:nvPr/>
        </p:nvSpPr>
        <p:spPr>
          <a:xfrm>
            <a:off x="351144" y="938463"/>
            <a:ext cx="5764720" cy="923330"/>
          </a:xfrm>
          <a:prstGeom prst="rect">
            <a:avLst/>
          </a:prstGeom>
          <a:noFill/>
        </p:spPr>
        <p:txBody>
          <a:bodyPr wrap="none" rtlCol="0">
            <a:spAutoFit/>
          </a:bodyPr>
          <a:lstStyle/>
          <a:p>
            <a:pPr algn="l"/>
            <a:r>
              <a:rPr kumimoji="1" lang="en-US" altLang="zh-CN" sz="5400" dirty="0">
                <a:solidFill>
                  <a:srgbClr val="1E344D"/>
                </a:solidFill>
                <a:latin typeface="Alibaba PuHuiTi Medium" pitchFamily="18" charset="-122"/>
                <a:ea typeface="Alibaba PuHuiTi Medium" pitchFamily="18" charset="-122"/>
                <a:cs typeface="Alibaba PuHuiTi Medium" pitchFamily="18" charset="-122"/>
              </a:rPr>
              <a:t>RED. PowerPoint</a:t>
            </a:r>
            <a:endParaRPr kumimoji="1" lang="zh-CN" altLang="en-US" sz="5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 name="矩形 7">
            <a:extLst>
              <a:ext uri="{FF2B5EF4-FFF2-40B4-BE49-F238E27FC236}">
                <a16:creationId xmlns:a16="http://schemas.microsoft.com/office/drawing/2014/main" id="{7FF7774B-85C9-5B1D-8B92-1192A760B4A9}"/>
              </a:ext>
            </a:extLst>
          </p:cNvPr>
          <p:cNvSpPr/>
          <p:nvPr/>
        </p:nvSpPr>
        <p:spPr>
          <a:xfrm>
            <a:off x="9165265" y="1567670"/>
            <a:ext cx="1711281" cy="336884"/>
          </a:xfrm>
          <a:prstGeom prst="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9" name="矩形 8">
            <a:extLst>
              <a:ext uri="{FF2B5EF4-FFF2-40B4-BE49-F238E27FC236}">
                <a16:creationId xmlns:a16="http://schemas.microsoft.com/office/drawing/2014/main" id="{02D39B3F-D2D3-32FA-5DB1-13EA98670D5F}"/>
              </a:ext>
            </a:extLst>
          </p:cNvPr>
          <p:cNvSpPr/>
          <p:nvPr/>
        </p:nvSpPr>
        <p:spPr>
          <a:xfrm>
            <a:off x="9154633" y="2031090"/>
            <a:ext cx="1721914" cy="336884"/>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0" name="矩形 9">
            <a:extLst>
              <a:ext uri="{FF2B5EF4-FFF2-40B4-BE49-F238E27FC236}">
                <a16:creationId xmlns:a16="http://schemas.microsoft.com/office/drawing/2014/main" id="{20F998B2-89F3-352F-B5E0-33099D7A15BC}"/>
              </a:ext>
            </a:extLst>
          </p:cNvPr>
          <p:cNvSpPr/>
          <p:nvPr/>
        </p:nvSpPr>
        <p:spPr>
          <a:xfrm>
            <a:off x="9143999" y="2482070"/>
            <a:ext cx="994611" cy="351819"/>
          </a:xfrm>
          <a:prstGeom prst="rect">
            <a:avLst/>
          </a:prstGeom>
          <a:solidFill>
            <a:srgbClr val="4F6682"/>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12" name="直线连接符 11">
            <a:extLst>
              <a:ext uri="{FF2B5EF4-FFF2-40B4-BE49-F238E27FC236}">
                <a16:creationId xmlns:a16="http://schemas.microsoft.com/office/drawing/2014/main" id="{BEA65E71-B7E6-542D-4186-7C7C6DDA799C}"/>
              </a:ext>
            </a:extLst>
          </p:cNvPr>
          <p:cNvCxnSpPr>
            <a:cxnSpLocks/>
          </p:cNvCxnSpPr>
          <p:nvPr/>
        </p:nvCxnSpPr>
        <p:spPr>
          <a:xfrm>
            <a:off x="304801" y="3098552"/>
            <a:ext cx="7828546" cy="0"/>
          </a:xfrm>
          <a:prstGeom prst="line">
            <a:avLst/>
          </a:prstGeom>
          <a:ln w="25400">
            <a:solidFill>
              <a:schemeClr val="tx1">
                <a:alpha val="47250"/>
              </a:schemeClr>
            </a:solidFill>
          </a:ln>
        </p:spPr>
        <p:style>
          <a:lnRef idx="1">
            <a:schemeClr val="accent1"/>
          </a:lnRef>
          <a:fillRef idx="0">
            <a:schemeClr val="accent1"/>
          </a:fillRef>
          <a:effectRef idx="0">
            <a:schemeClr val="accent1"/>
          </a:effectRef>
          <a:fontRef idx="minor">
            <a:schemeClr val="tx1"/>
          </a:fontRef>
        </p:style>
      </p:cxnSp>
      <p:sp>
        <p:nvSpPr>
          <p:cNvPr id="13" name="文本框 12">
            <a:extLst>
              <a:ext uri="{FF2B5EF4-FFF2-40B4-BE49-F238E27FC236}">
                <a16:creationId xmlns:a16="http://schemas.microsoft.com/office/drawing/2014/main" id="{E7E7DA17-AE49-8CEB-484C-B9569A7C33EF}"/>
              </a:ext>
            </a:extLst>
          </p:cNvPr>
          <p:cNvSpPr txBox="1"/>
          <p:nvPr/>
        </p:nvSpPr>
        <p:spPr>
          <a:xfrm>
            <a:off x="396496" y="2363432"/>
            <a:ext cx="2272536" cy="584775"/>
          </a:xfrm>
          <a:prstGeom prst="rect">
            <a:avLst/>
          </a:prstGeom>
          <a:noFill/>
        </p:spPr>
        <p:txBody>
          <a:bodyPr wrap="square" rtlCol="0">
            <a:spAutoFit/>
          </a:bodyPr>
          <a:lstStyle/>
          <a:p>
            <a:r>
              <a:rPr kumimoji="1" lang="en" altLang="zh-CN" sz="32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2931AE41-6617-CCA0-0988-5DD9F62F9362}"/>
              </a:ext>
            </a:extLst>
          </p:cNvPr>
          <p:cNvSpPr txBox="1"/>
          <p:nvPr/>
        </p:nvSpPr>
        <p:spPr>
          <a:xfrm>
            <a:off x="412849" y="2027509"/>
            <a:ext cx="1620078" cy="461665"/>
          </a:xfrm>
          <a:prstGeom prst="rect">
            <a:avLst/>
          </a:prstGeom>
          <a:noFill/>
        </p:spPr>
        <p:txBody>
          <a:bodyPr wrap="square">
            <a:spAutoFit/>
          </a:bodyPr>
          <a:lstStyle/>
          <a:p>
            <a:r>
              <a:rPr kumimoji="1" lang="en" altLang="zh-CN" sz="2400" dirty="0">
                <a:solidFill>
                  <a:srgbClr val="1E344D"/>
                </a:solidFill>
                <a:latin typeface="Alibaba PuHuiTi" pitchFamily="18" charset="-122"/>
                <a:ea typeface="Alibaba PuHuiTi" pitchFamily="18" charset="-122"/>
                <a:cs typeface="Alibaba PuHuiTi" pitchFamily="18" charset="-122"/>
              </a:rPr>
              <a:t>main title</a:t>
            </a:r>
            <a:endParaRPr lang="zh-CN" altLang="en-US" sz="2400" dirty="0">
              <a:solidFill>
                <a:srgbClr val="1E344D"/>
              </a:solidFill>
              <a:latin typeface="Alibaba PuHuiTi" pitchFamily="18" charset="-122"/>
              <a:ea typeface="Alibaba PuHuiTi" pitchFamily="18" charset="-122"/>
              <a:cs typeface="Alibaba PuHuiTi" pitchFamily="18" charset="-122"/>
            </a:endParaRPr>
          </a:p>
        </p:txBody>
      </p:sp>
      <p:sp>
        <p:nvSpPr>
          <p:cNvPr id="15" name="弧 14">
            <a:extLst>
              <a:ext uri="{FF2B5EF4-FFF2-40B4-BE49-F238E27FC236}">
                <a16:creationId xmlns:a16="http://schemas.microsoft.com/office/drawing/2014/main" id="{5EFF4111-4854-0DCE-703F-D2220DECAFA4}"/>
              </a:ext>
            </a:extLst>
          </p:cNvPr>
          <p:cNvSpPr/>
          <p:nvPr/>
        </p:nvSpPr>
        <p:spPr>
          <a:xfrm rot="18351087">
            <a:off x="4898911" y="3361723"/>
            <a:ext cx="988404" cy="1166879"/>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6" name="弧 15">
            <a:extLst>
              <a:ext uri="{FF2B5EF4-FFF2-40B4-BE49-F238E27FC236}">
                <a16:creationId xmlns:a16="http://schemas.microsoft.com/office/drawing/2014/main" id="{3F7304D4-8D8B-DC78-2591-DAD4E198DEB5}"/>
              </a:ext>
            </a:extLst>
          </p:cNvPr>
          <p:cNvSpPr/>
          <p:nvPr/>
        </p:nvSpPr>
        <p:spPr>
          <a:xfrm rot="16200000">
            <a:off x="4337926" y="4152469"/>
            <a:ext cx="1517362" cy="1490150"/>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7" name="弧 16">
            <a:extLst>
              <a:ext uri="{FF2B5EF4-FFF2-40B4-BE49-F238E27FC236}">
                <a16:creationId xmlns:a16="http://schemas.microsoft.com/office/drawing/2014/main" id="{7F30496C-0617-5C6A-9F08-1088BFE556E3}"/>
              </a:ext>
            </a:extLst>
          </p:cNvPr>
          <p:cNvSpPr/>
          <p:nvPr/>
        </p:nvSpPr>
        <p:spPr>
          <a:xfrm rot="3621449" flipV="1">
            <a:off x="7271507" y="4709665"/>
            <a:ext cx="856440" cy="981651"/>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8" name="弧 17">
            <a:extLst>
              <a:ext uri="{FF2B5EF4-FFF2-40B4-BE49-F238E27FC236}">
                <a16:creationId xmlns:a16="http://schemas.microsoft.com/office/drawing/2014/main" id="{B6459530-0D65-96C0-7408-741413682AF3}"/>
              </a:ext>
            </a:extLst>
          </p:cNvPr>
          <p:cNvSpPr/>
          <p:nvPr/>
        </p:nvSpPr>
        <p:spPr>
          <a:xfrm rot="5579895" flipV="1">
            <a:off x="3170257" y="5033192"/>
            <a:ext cx="856440" cy="981651"/>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弧 18">
            <a:extLst>
              <a:ext uri="{FF2B5EF4-FFF2-40B4-BE49-F238E27FC236}">
                <a16:creationId xmlns:a16="http://schemas.microsoft.com/office/drawing/2014/main" id="{A75F3E6F-342E-3231-722C-8946991C5773}"/>
              </a:ext>
            </a:extLst>
          </p:cNvPr>
          <p:cNvSpPr/>
          <p:nvPr/>
        </p:nvSpPr>
        <p:spPr>
          <a:xfrm rot="16200000">
            <a:off x="545258" y="5270189"/>
            <a:ext cx="988404" cy="969086"/>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0" name="弧 19">
            <a:extLst>
              <a:ext uri="{FF2B5EF4-FFF2-40B4-BE49-F238E27FC236}">
                <a16:creationId xmlns:a16="http://schemas.microsoft.com/office/drawing/2014/main" id="{DC5235B4-7257-8ADC-E2E3-54EC1C2EF0EB}"/>
              </a:ext>
            </a:extLst>
          </p:cNvPr>
          <p:cNvSpPr/>
          <p:nvPr/>
        </p:nvSpPr>
        <p:spPr>
          <a:xfrm rot="18576213">
            <a:off x="653294" y="3581586"/>
            <a:ext cx="988404" cy="969086"/>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78E8ACAB-01C1-26BA-F481-AB92CDB15C98}"/>
              </a:ext>
            </a:extLst>
          </p:cNvPr>
          <p:cNvSpPr txBox="1"/>
          <p:nvPr/>
        </p:nvSpPr>
        <p:spPr>
          <a:xfrm>
            <a:off x="176463" y="3886018"/>
            <a:ext cx="79861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18%</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3" name="文本框 22">
            <a:extLst>
              <a:ext uri="{FF2B5EF4-FFF2-40B4-BE49-F238E27FC236}">
                <a16:creationId xmlns:a16="http://schemas.microsoft.com/office/drawing/2014/main" id="{A6DE4F98-4C20-6E1A-EA96-415983B1C0E5}"/>
              </a:ext>
            </a:extLst>
          </p:cNvPr>
          <p:cNvSpPr txBox="1"/>
          <p:nvPr/>
        </p:nvSpPr>
        <p:spPr>
          <a:xfrm>
            <a:off x="335360" y="5805264"/>
            <a:ext cx="79861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19%</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07E2F39A-9526-B87C-646E-B1B883BB770A}"/>
              </a:ext>
            </a:extLst>
          </p:cNvPr>
          <p:cNvSpPr txBox="1"/>
          <p:nvPr/>
        </p:nvSpPr>
        <p:spPr>
          <a:xfrm>
            <a:off x="3431704" y="5445224"/>
            <a:ext cx="79861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63%</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9396ACFE-A0B0-18BE-79C2-9C31518A170E}"/>
              </a:ext>
            </a:extLst>
          </p:cNvPr>
          <p:cNvSpPr txBox="1"/>
          <p:nvPr/>
        </p:nvSpPr>
        <p:spPr>
          <a:xfrm>
            <a:off x="4151784" y="5013176"/>
            <a:ext cx="79861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11%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3CFAB5F7-06C1-BC6A-915D-5920C3315921}"/>
              </a:ext>
            </a:extLst>
          </p:cNvPr>
          <p:cNvSpPr txBox="1"/>
          <p:nvPr/>
        </p:nvSpPr>
        <p:spPr>
          <a:xfrm>
            <a:off x="4367808" y="3645024"/>
            <a:ext cx="79861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11%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F1AE0A7A-4980-0B2D-4361-AEA65283645D}"/>
              </a:ext>
            </a:extLst>
          </p:cNvPr>
          <p:cNvSpPr txBox="1"/>
          <p:nvPr/>
        </p:nvSpPr>
        <p:spPr>
          <a:xfrm>
            <a:off x="7608168" y="5085184"/>
            <a:ext cx="79861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11%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28" name="直线连接符 27">
            <a:extLst>
              <a:ext uri="{FF2B5EF4-FFF2-40B4-BE49-F238E27FC236}">
                <a16:creationId xmlns:a16="http://schemas.microsoft.com/office/drawing/2014/main" id="{EB70FD0C-7F45-45E3-C123-BF383563BEEA}"/>
              </a:ext>
            </a:extLst>
          </p:cNvPr>
          <p:cNvCxnSpPr/>
          <p:nvPr/>
        </p:nvCxnSpPr>
        <p:spPr>
          <a:xfrm>
            <a:off x="8436968" y="1126957"/>
            <a:ext cx="0" cy="5338482"/>
          </a:xfrm>
          <a:prstGeom prst="line">
            <a:avLst/>
          </a:prstGeom>
          <a:ln w="15875">
            <a:solidFill>
              <a:schemeClr val="tx1">
                <a:alpha val="47250"/>
              </a:schemeClr>
            </a:solidFill>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B36E3311-6DF1-8CF5-DC0B-E40214A5C623}"/>
              </a:ext>
            </a:extLst>
          </p:cNvPr>
          <p:cNvSpPr txBox="1"/>
          <p:nvPr/>
        </p:nvSpPr>
        <p:spPr>
          <a:xfrm>
            <a:off x="155865" y="4318000"/>
            <a:ext cx="758535"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69D3E388-86BE-0397-008B-DAD518AB4205}"/>
              </a:ext>
            </a:extLst>
          </p:cNvPr>
          <p:cNvSpPr txBox="1"/>
          <p:nvPr/>
        </p:nvSpPr>
        <p:spPr>
          <a:xfrm>
            <a:off x="407368" y="6165304"/>
            <a:ext cx="758535"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3952489D-8A6E-D1F0-E6BD-DA864C6169CB}"/>
              </a:ext>
            </a:extLst>
          </p:cNvPr>
          <p:cNvSpPr txBox="1"/>
          <p:nvPr/>
        </p:nvSpPr>
        <p:spPr>
          <a:xfrm>
            <a:off x="3452912" y="5931850"/>
            <a:ext cx="758535"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3" name="文本框 32">
            <a:extLst>
              <a:ext uri="{FF2B5EF4-FFF2-40B4-BE49-F238E27FC236}">
                <a16:creationId xmlns:a16="http://schemas.microsoft.com/office/drawing/2014/main" id="{33BE9B77-03B4-8B40-B16F-A57593E2F0AB}"/>
              </a:ext>
            </a:extLst>
          </p:cNvPr>
          <p:cNvSpPr txBox="1"/>
          <p:nvPr/>
        </p:nvSpPr>
        <p:spPr>
          <a:xfrm>
            <a:off x="4223792" y="5445224"/>
            <a:ext cx="758535"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2C5D4416-B883-E961-BDE6-766504A7BAF0}"/>
              </a:ext>
            </a:extLst>
          </p:cNvPr>
          <p:cNvSpPr txBox="1"/>
          <p:nvPr/>
        </p:nvSpPr>
        <p:spPr>
          <a:xfrm>
            <a:off x="3935760" y="3645024"/>
            <a:ext cx="758535"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6D5438A5-5778-7D9E-B00C-6FF027E00740}"/>
              </a:ext>
            </a:extLst>
          </p:cNvPr>
          <p:cNvSpPr txBox="1"/>
          <p:nvPr/>
        </p:nvSpPr>
        <p:spPr>
          <a:xfrm>
            <a:off x="7680176" y="4653136"/>
            <a:ext cx="758535"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6" name="文本框 35">
            <a:extLst>
              <a:ext uri="{FF2B5EF4-FFF2-40B4-BE49-F238E27FC236}">
                <a16:creationId xmlns:a16="http://schemas.microsoft.com/office/drawing/2014/main" id="{5C357CA8-CD92-8F57-0BB3-C62E28F4FEF3}"/>
              </a:ext>
            </a:extLst>
          </p:cNvPr>
          <p:cNvSpPr txBox="1"/>
          <p:nvPr/>
        </p:nvSpPr>
        <p:spPr>
          <a:xfrm>
            <a:off x="8614877" y="1495193"/>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7" name="文本框 36">
            <a:extLst>
              <a:ext uri="{FF2B5EF4-FFF2-40B4-BE49-F238E27FC236}">
                <a16:creationId xmlns:a16="http://schemas.microsoft.com/office/drawing/2014/main" id="{90F2AE33-367C-6674-2A62-B964F2620C3B}"/>
              </a:ext>
            </a:extLst>
          </p:cNvPr>
          <p:cNvSpPr txBox="1"/>
          <p:nvPr/>
        </p:nvSpPr>
        <p:spPr>
          <a:xfrm>
            <a:off x="8625509" y="1992949"/>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5B14AB52-72AC-3E36-B97D-8F13AFD35BE7}"/>
              </a:ext>
            </a:extLst>
          </p:cNvPr>
          <p:cNvSpPr txBox="1"/>
          <p:nvPr/>
        </p:nvSpPr>
        <p:spPr>
          <a:xfrm>
            <a:off x="8625508" y="2424997"/>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9" name="直线连接符 38">
            <a:extLst>
              <a:ext uri="{FF2B5EF4-FFF2-40B4-BE49-F238E27FC236}">
                <a16:creationId xmlns:a16="http://schemas.microsoft.com/office/drawing/2014/main" id="{700E0996-94EC-DBCD-8F6E-4FB950B83211}"/>
              </a:ext>
            </a:extLst>
          </p:cNvPr>
          <p:cNvCxnSpPr>
            <a:cxnSpLocks/>
          </p:cNvCxnSpPr>
          <p:nvPr/>
        </p:nvCxnSpPr>
        <p:spPr>
          <a:xfrm>
            <a:off x="8749265" y="3065843"/>
            <a:ext cx="301940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线连接符 39">
            <a:extLst>
              <a:ext uri="{FF2B5EF4-FFF2-40B4-BE49-F238E27FC236}">
                <a16:creationId xmlns:a16="http://schemas.microsoft.com/office/drawing/2014/main" id="{65746F14-7F8A-E634-0F11-C0F4C66C70E8}"/>
              </a:ext>
            </a:extLst>
          </p:cNvPr>
          <p:cNvCxnSpPr>
            <a:cxnSpLocks/>
          </p:cNvCxnSpPr>
          <p:nvPr/>
        </p:nvCxnSpPr>
        <p:spPr>
          <a:xfrm>
            <a:off x="8749265" y="4794732"/>
            <a:ext cx="301940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文本框 40">
            <a:extLst>
              <a:ext uri="{FF2B5EF4-FFF2-40B4-BE49-F238E27FC236}">
                <a16:creationId xmlns:a16="http://schemas.microsoft.com/office/drawing/2014/main" id="{DA51F63B-E034-0025-3FAB-F502B7EDD3F5}"/>
              </a:ext>
            </a:extLst>
          </p:cNvPr>
          <p:cNvSpPr txBox="1"/>
          <p:nvPr/>
        </p:nvSpPr>
        <p:spPr>
          <a:xfrm>
            <a:off x="8633638" y="3214882"/>
            <a:ext cx="3030280" cy="415498"/>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2" name="文本框 41">
            <a:extLst>
              <a:ext uri="{FF2B5EF4-FFF2-40B4-BE49-F238E27FC236}">
                <a16:creationId xmlns:a16="http://schemas.microsoft.com/office/drawing/2014/main" id="{AF583B7D-BBCC-FE76-FD5E-FDABEA949B0D}"/>
              </a:ext>
            </a:extLst>
          </p:cNvPr>
          <p:cNvSpPr txBox="1"/>
          <p:nvPr/>
        </p:nvSpPr>
        <p:spPr>
          <a:xfrm>
            <a:off x="10883798" y="1488893"/>
            <a:ext cx="995785"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+0.01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7E0C78BF-A482-D3AD-7CCA-C31D8D7B264F}"/>
              </a:ext>
            </a:extLst>
          </p:cNvPr>
          <p:cNvSpPr txBox="1"/>
          <p:nvPr/>
        </p:nvSpPr>
        <p:spPr>
          <a:xfrm>
            <a:off x="10883798" y="1920941"/>
            <a:ext cx="955711"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-0.01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7C29DD95-DD2E-F30B-0C0E-E5F6B0A297D3}"/>
              </a:ext>
            </a:extLst>
          </p:cNvPr>
          <p:cNvSpPr txBox="1"/>
          <p:nvPr/>
        </p:nvSpPr>
        <p:spPr>
          <a:xfrm>
            <a:off x="10883798" y="2424997"/>
            <a:ext cx="955711" cy="461665"/>
          </a:xfrm>
          <a:prstGeom prst="rect">
            <a:avLst/>
          </a:prstGeom>
          <a:noFill/>
        </p:spPr>
        <p:txBody>
          <a:bodyPr wrap="squar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-23.5</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矩形 56">
            <a:extLst>
              <a:ext uri="{FF2B5EF4-FFF2-40B4-BE49-F238E27FC236}">
                <a16:creationId xmlns:a16="http://schemas.microsoft.com/office/drawing/2014/main" id="{FD1DD992-0FFE-E9D2-7B35-845B9F3D1296}"/>
              </a:ext>
            </a:extLst>
          </p:cNvPr>
          <p:cNvSpPr/>
          <p:nvPr/>
        </p:nvSpPr>
        <p:spPr>
          <a:xfrm>
            <a:off x="9165265" y="3739250"/>
            <a:ext cx="1711281" cy="336884"/>
          </a:xfrm>
          <a:prstGeom prst="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8" name="矩形 57">
            <a:extLst>
              <a:ext uri="{FF2B5EF4-FFF2-40B4-BE49-F238E27FC236}">
                <a16:creationId xmlns:a16="http://schemas.microsoft.com/office/drawing/2014/main" id="{4F7B04C5-6E1B-DB82-A9AB-D6F6DFBDF032}"/>
              </a:ext>
            </a:extLst>
          </p:cNvPr>
          <p:cNvSpPr/>
          <p:nvPr/>
        </p:nvSpPr>
        <p:spPr>
          <a:xfrm>
            <a:off x="9154633" y="4202670"/>
            <a:ext cx="1721914" cy="336884"/>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9" name="文本框 58">
            <a:extLst>
              <a:ext uri="{FF2B5EF4-FFF2-40B4-BE49-F238E27FC236}">
                <a16:creationId xmlns:a16="http://schemas.microsoft.com/office/drawing/2014/main" id="{66B12077-B5CC-9619-4B35-BB98B53D9475}"/>
              </a:ext>
            </a:extLst>
          </p:cNvPr>
          <p:cNvSpPr txBox="1"/>
          <p:nvPr/>
        </p:nvSpPr>
        <p:spPr>
          <a:xfrm>
            <a:off x="8614877" y="3666773"/>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E0236419-DA0F-2862-50FB-524C8E824BFF}"/>
              </a:ext>
            </a:extLst>
          </p:cNvPr>
          <p:cNvSpPr txBox="1"/>
          <p:nvPr/>
        </p:nvSpPr>
        <p:spPr>
          <a:xfrm>
            <a:off x="8625509" y="4164529"/>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AC8A1910-A7C9-508E-21C0-C10A78F183CB}"/>
              </a:ext>
            </a:extLst>
          </p:cNvPr>
          <p:cNvSpPr txBox="1"/>
          <p:nvPr/>
        </p:nvSpPr>
        <p:spPr>
          <a:xfrm>
            <a:off x="10883798" y="3660473"/>
            <a:ext cx="995785"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+0.01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2219546F-0F44-FBEE-B489-7E8D5A000CC9}"/>
              </a:ext>
            </a:extLst>
          </p:cNvPr>
          <p:cNvSpPr txBox="1"/>
          <p:nvPr/>
        </p:nvSpPr>
        <p:spPr>
          <a:xfrm>
            <a:off x="10883798" y="4092521"/>
            <a:ext cx="955711"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-0.01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71475323-87AA-2933-7A62-1C8ABB0BD72C}"/>
              </a:ext>
            </a:extLst>
          </p:cNvPr>
          <p:cNvSpPr txBox="1"/>
          <p:nvPr/>
        </p:nvSpPr>
        <p:spPr>
          <a:xfrm>
            <a:off x="8614290" y="4919903"/>
            <a:ext cx="3103577"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6" name="矩形 575">
            <a:extLst>
              <a:ext uri="{FF2B5EF4-FFF2-40B4-BE49-F238E27FC236}">
                <a16:creationId xmlns:a16="http://schemas.microsoft.com/office/drawing/2014/main" id="{55D10B10-CCF7-05A7-D89D-EC86601BAAA0}"/>
              </a:ext>
            </a:extLst>
          </p:cNvPr>
          <p:cNvSpPr/>
          <p:nvPr/>
        </p:nvSpPr>
        <p:spPr>
          <a:xfrm>
            <a:off x="9165265" y="5740025"/>
            <a:ext cx="1711281" cy="336884"/>
          </a:xfrm>
          <a:prstGeom prst="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77" name="矩形 576">
            <a:extLst>
              <a:ext uri="{FF2B5EF4-FFF2-40B4-BE49-F238E27FC236}">
                <a16:creationId xmlns:a16="http://schemas.microsoft.com/office/drawing/2014/main" id="{52CB47A1-B8AE-F1C9-2BFB-B1B3968A039F}"/>
              </a:ext>
            </a:extLst>
          </p:cNvPr>
          <p:cNvSpPr/>
          <p:nvPr/>
        </p:nvSpPr>
        <p:spPr>
          <a:xfrm>
            <a:off x="9154633" y="6203445"/>
            <a:ext cx="1360967" cy="336884"/>
          </a:xfrm>
          <a:prstGeom prst="rect">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78" name="文本框 577">
            <a:extLst>
              <a:ext uri="{FF2B5EF4-FFF2-40B4-BE49-F238E27FC236}">
                <a16:creationId xmlns:a16="http://schemas.microsoft.com/office/drawing/2014/main" id="{EEA578B2-9F3C-F2DB-89EF-7158A688AE3A}"/>
              </a:ext>
            </a:extLst>
          </p:cNvPr>
          <p:cNvSpPr txBox="1"/>
          <p:nvPr/>
        </p:nvSpPr>
        <p:spPr>
          <a:xfrm>
            <a:off x="8614877" y="5667548"/>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9" name="文本框 578">
            <a:extLst>
              <a:ext uri="{FF2B5EF4-FFF2-40B4-BE49-F238E27FC236}">
                <a16:creationId xmlns:a16="http://schemas.microsoft.com/office/drawing/2014/main" id="{5A4EBA98-95C4-D3B1-7E78-108A14134519}"/>
              </a:ext>
            </a:extLst>
          </p:cNvPr>
          <p:cNvSpPr txBox="1"/>
          <p:nvPr/>
        </p:nvSpPr>
        <p:spPr>
          <a:xfrm>
            <a:off x="8625509" y="6165304"/>
            <a:ext cx="758535" cy="430887"/>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Write </a:t>
            </a:r>
          </a:p>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0" name="文本框 579">
            <a:extLst>
              <a:ext uri="{FF2B5EF4-FFF2-40B4-BE49-F238E27FC236}">
                <a16:creationId xmlns:a16="http://schemas.microsoft.com/office/drawing/2014/main" id="{3601CFDC-3558-2FBE-637B-1B60069DDF3F}"/>
              </a:ext>
            </a:extLst>
          </p:cNvPr>
          <p:cNvSpPr txBox="1"/>
          <p:nvPr/>
        </p:nvSpPr>
        <p:spPr>
          <a:xfrm>
            <a:off x="10883798" y="5661248"/>
            <a:ext cx="995785"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+0.01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49A49115-2E27-1075-278F-CF154DB4F6C7}"/>
              </a:ext>
            </a:extLst>
          </p:cNvPr>
          <p:cNvSpPr txBox="1"/>
          <p:nvPr/>
        </p:nvSpPr>
        <p:spPr>
          <a:xfrm>
            <a:off x="10818822" y="6146459"/>
            <a:ext cx="113524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-0.341</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DB447ED2-A000-7E55-873D-C9F200814879}"/>
              </a:ext>
            </a:extLst>
          </p:cNvPr>
          <p:cNvSpPr txBox="1"/>
          <p:nvPr/>
        </p:nvSpPr>
        <p:spPr>
          <a:xfrm>
            <a:off x="8633638" y="980728"/>
            <a:ext cx="3030280" cy="415498"/>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11" name="文本框 10">
            <a:extLst>
              <a:ext uri="{FF2B5EF4-FFF2-40B4-BE49-F238E27FC236}">
                <a16:creationId xmlns:a16="http://schemas.microsoft.com/office/drawing/2014/main" id="{72223A70-286A-EE18-E57E-66E638BD6A59}"/>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2A5D034B-43A9-9C7B-2323-0CC50FBB01CB}"/>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9" name="直线连接符 28">
            <a:extLst>
              <a:ext uri="{FF2B5EF4-FFF2-40B4-BE49-F238E27FC236}">
                <a16:creationId xmlns:a16="http://schemas.microsoft.com/office/drawing/2014/main" id="{96ED032B-1D4D-4BCF-F97B-089C7966A7B6}"/>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45" name="直线连接符 44">
            <a:extLst>
              <a:ext uri="{FF2B5EF4-FFF2-40B4-BE49-F238E27FC236}">
                <a16:creationId xmlns:a16="http://schemas.microsoft.com/office/drawing/2014/main" id="{E277B57D-09F2-FB2D-F075-DD6B67FDC70A}"/>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46" name="文本框 45">
            <a:extLst>
              <a:ext uri="{FF2B5EF4-FFF2-40B4-BE49-F238E27FC236}">
                <a16:creationId xmlns:a16="http://schemas.microsoft.com/office/drawing/2014/main" id="{F8418039-2E5F-F9D3-A5E7-F389DA8FA76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47" name="组合 46">
            <a:extLst>
              <a:ext uri="{FF2B5EF4-FFF2-40B4-BE49-F238E27FC236}">
                <a16:creationId xmlns:a16="http://schemas.microsoft.com/office/drawing/2014/main" id="{88FA7E1A-F035-8C04-DF3B-4E1E7A27AF9A}"/>
              </a:ext>
            </a:extLst>
          </p:cNvPr>
          <p:cNvGrpSpPr/>
          <p:nvPr/>
        </p:nvGrpSpPr>
        <p:grpSpPr>
          <a:xfrm>
            <a:off x="2323294" y="287981"/>
            <a:ext cx="356205" cy="355288"/>
            <a:chOff x="2323294" y="287981"/>
            <a:chExt cx="356205" cy="355288"/>
          </a:xfrm>
        </p:grpSpPr>
        <p:sp>
          <p:nvSpPr>
            <p:cNvPr id="48" name="Google Shape;7166;p80">
              <a:extLst>
                <a:ext uri="{FF2B5EF4-FFF2-40B4-BE49-F238E27FC236}">
                  <a16:creationId xmlns:a16="http://schemas.microsoft.com/office/drawing/2014/main" id="{929D5EAC-13A2-3C97-AB32-2A4F6D49E86B}"/>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7167;p80">
              <a:extLst>
                <a:ext uri="{FF2B5EF4-FFF2-40B4-BE49-F238E27FC236}">
                  <a16:creationId xmlns:a16="http://schemas.microsoft.com/office/drawing/2014/main" id="{B4FCB167-2D7E-DED0-E709-FC4AB5B9B113}"/>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7168;p80">
              <a:extLst>
                <a:ext uri="{FF2B5EF4-FFF2-40B4-BE49-F238E27FC236}">
                  <a16:creationId xmlns:a16="http://schemas.microsoft.com/office/drawing/2014/main" id="{6E776FA2-6D71-D80D-9E4E-BB988CC4A3C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7169;p80">
              <a:extLst>
                <a:ext uri="{FF2B5EF4-FFF2-40B4-BE49-F238E27FC236}">
                  <a16:creationId xmlns:a16="http://schemas.microsoft.com/office/drawing/2014/main" id="{288F6222-7067-79A1-FB94-610BD855D98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2682894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文本框 62">
            <a:extLst>
              <a:ext uri="{FF2B5EF4-FFF2-40B4-BE49-F238E27FC236}">
                <a16:creationId xmlns:a16="http://schemas.microsoft.com/office/drawing/2014/main" id="{4D5FE3A5-972A-A03C-70E0-92ABAD5715CA}"/>
              </a:ext>
            </a:extLst>
          </p:cNvPr>
          <p:cNvSpPr txBox="1"/>
          <p:nvPr/>
        </p:nvSpPr>
        <p:spPr>
          <a:xfrm>
            <a:off x="8614290" y="1776816"/>
            <a:ext cx="3103577"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2FB384AE-EB7A-1020-8878-BBE5B989F2CE}"/>
              </a:ext>
            </a:extLst>
          </p:cNvPr>
          <p:cNvSpPr txBox="1"/>
          <p:nvPr/>
        </p:nvSpPr>
        <p:spPr>
          <a:xfrm>
            <a:off x="10032915" y="2338299"/>
            <a:ext cx="1008609" cy="523220"/>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E39F0ADA-656A-006B-6F6B-67383D680B7A}"/>
              </a:ext>
            </a:extLst>
          </p:cNvPr>
          <p:cNvSpPr txBox="1"/>
          <p:nvPr/>
        </p:nvSpPr>
        <p:spPr>
          <a:xfrm>
            <a:off x="10957841" y="2430107"/>
            <a:ext cx="747320" cy="307777"/>
          </a:xfrm>
          <a:prstGeom prst="rect">
            <a:avLst/>
          </a:prstGeom>
          <a:noFill/>
        </p:spPr>
        <p:txBody>
          <a:bodyPr wrap="non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FF965B70-9655-2014-16CC-9050372F9CEC}"/>
              </a:ext>
            </a:extLst>
          </p:cNvPr>
          <p:cNvSpPr txBox="1"/>
          <p:nvPr/>
        </p:nvSpPr>
        <p:spPr>
          <a:xfrm>
            <a:off x="9158676" y="1343426"/>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53" name="直线连接符 452">
            <a:extLst>
              <a:ext uri="{FF2B5EF4-FFF2-40B4-BE49-F238E27FC236}">
                <a16:creationId xmlns:a16="http://schemas.microsoft.com/office/drawing/2014/main" id="{43577634-BB90-816A-D329-BE5B3E49940D}"/>
              </a:ext>
            </a:extLst>
          </p:cNvPr>
          <p:cNvCxnSpPr>
            <a:cxnSpLocks/>
          </p:cNvCxnSpPr>
          <p:nvPr/>
        </p:nvCxnSpPr>
        <p:spPr>
          <a:xfrm>
            <a:off x="8749265" y="2846583"/>
            <a:ext cx="301940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2" name="组合 481">
            <a:extLst>
              <a:ext uri="{FF2B5EF4-FFF2-40B4-BE49-F238E27FC236}">
                <a16:creationId xmlns:a16="http://schemas.microsoft.com/office/drawing/2014/main" id="{476DB2F9-9FB0-C0AF-722E-DC9C0DC25535}"/>
              </a:ext>
            </a:extLst>
          </p:cNvPr>
          <p:cNvGrpSpPr/>
          <p:nvPr/>
        </p:nvGrpSpPr>
        <p:grpSpPr>
          <a:xfrm>
            <a:off x="8670482" y="3092495"/>
            <a:ext cx="469799" cy="451680"/>
            <a:chOff x="7878101" y="1254972"/>
            <a:chExt cx="469799" cy="451680"/>
          </a:xfrm>
          <a:solidFill>
            <a:srgbClr val="1E344D"/>
          </a:solidFill>
        </p:grpSpPr>
        <p:sp>
          <p:nvSpPr>
            <p:cNvPr id="483" name="Google Shape;5280;p76">
              <a:extLst>
                <a:ext uri="{FF2B5EF4-FFF2-40B4-BE49-F238E27FC236}">
                  <a16:creationId xmlns:a16="http://schemas.microsoft.com/office/drawing/2014/main" id="{1653DA4F-389F-CFA7-9ACB-B69D3B0C320A}"/>
                </a:ext>
              </a:extLst>
            </p:cNvPr>
            <p:cNvSpPr/>
            <p:nvPr/>
          </p:nvSpPr>
          <p:spPr>
            <a:xfrm>
              <a:off x="8208582" y="1582238"/>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84" name="Google Shape;5281;p76">
              <a:extLst>
                <a:ext uri="{FF2B5EF4-FFF2-40B4-BE49-F238E27FC236}">
                  <a16:creationId xmlns:a16="http://schemas.microsoft.com/office/drawing/2014/main" id="{8C1C0759-7698-5245-AA25-A4E0CBE3917D}"/>
                </a:ext>
              </a:extLst>
            </p:cNvPr>
            <p:cNvSpPr/>
            <p:nvPr/>
          </p:nvSpPr>
          <p:spPr>
            <a:xfrm>
              <a:off x="8227382" y="1526144"/>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85" name="Google Shape;5282;p76">
              <a:extLst>
                <a:ext uri="{FF2B5EF4-FFF2-40B4-BE49-F238E27FC236}">
                  <a16:creationId xmlns:a16="http://schemas.microsoft.com/office/drawing/2014/main" id="{D1AA3E8D-B050-FD86-C290-31DDEBC36F2E}"/>
                </a:ext>
              </a:extLst>
            </p:cNvPr>
            <p:cNvSpPr/>
            <p:nvPr/>
          </p:nvSpPr>
          <p:spPr>
            <a:xfrm>
              <a:off x="8152043" y="1600990"/>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86" name="Google Shape;5283;p76">
              <a:extLst>
                <a:ext uri="{FF2B5EF4-FFF2-40B4-BE49-F238E27FC236}">
                  <a16:creationId xmlns:a16="http://schemas.microsoft.com/office/drawing/2014/main" id="{01D93A65-206D-7AF4-A022-75383846A121}"/>
                </a:ext>
              </a:extLst>
            </p:cNvPr>
            <p:cNvSpPr/>
            <p:nvPr/>
          </p:nvSpPr>
          <p:spPr>
            <a:xfrm>
              <a:off x="7946375" y="1320054"/>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87" name="Google Shape;5284;p76">
              <a:extLst>
                <a:ext uri="{FF2B5EF4-FFF2-40B4-BE49-F238E27FC236}">
                  <a16:creationId xmlns:a16="http://schemas.microsoft.com/office/drawing/2014/main" id="{1CEFD7A1-781F-4E32-43D7-3697F8972433}"/>
                </a:ext>
              </a:extLst>
            </p:cNvPr>
            <p:cNvSpPr/>
            <p:nvPr/>
          </p:nvSpPr>
          <p:spPr>
            <a:xfrm>
              <a:off x="8021080" y="1282714"/>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88" name="Google Shape;5285;p76">
              <a:extLst>
                <a:ext uri="{FF2B5EF4-FFF2-40B4-BE49-F238E27FC236}">
                  <a16:creationId xmlns:a16="http://schemas.microsoft.com/office/drawing/2014/main" id="{6F5ED6E6-75E2-4C91-2333-E00C60B40EFA}"/>
                </a:ext>
              </a:extLst>
            </p:cNvPr>
            <p:cNvSpPr/>
            <p:nvPr/>
          </p:nvSpPr>
          <p:spPr>
            <a:xfrm>
              <a:off x="7908706" y="1394947"/>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89" name="Google Shape;5286;p76">
              <a:extLst>
                <a:ext uri="{FF2B5EF4-FFF2-40B4-BE49-F238E27FC236}">
                  <a16:creationId xmlns:a16="http://schemas.microsoft.com/office/drawing/2014/main" id="{5E1A833F-5C6E-4DC8-787C-FC3B112BE650}"/>
                </a:ext>
              </a:extLst>
            </p:cNvPr>
            <p:cNvSpPr/>
            <p:nvPr/>
          </p:nvSpPr>
          <p:spPr>
            <a:xfrm>
              <a:off x="7878101" y="1408865"/>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490" name="Google Shape;5287;p76">
              <a:extLst>
                <a:ext uri="{FF2B5EF4-FFF2-40B4-BE49-F238E27FC236}">
                  <a16:creationId xmlns:a16="http://schemas.microsoft.com/office/drawing/2014/main" id="{FC75A453-E43C-5B2F-8AC5-83AFA80CE819}"/>
                </a:ext>
              </a:extLst>
            </p:cNvPr>
            <p:cNvSpPr/>
            <p:nvPr/>
          </p:nvSpPr>
          <p:spPr>
            <a:xfrm>
              <a:off x="8011528" y="1254972"/>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491" name="文本框 490">
            <a:extLst>
              <a:ext uri="{FF2B5EF4-FFF2-40B4-BE49-F238E27FC236}">
                <a16:creationId xmlns:a16="http://schemas.microsoft.com/office/drawing/2014/main" id="{5A762DE5-DD8E-64F7-0E5E-D9ECF9327BDF}"/>
              </a:ext>
            </a:extLst>
          </p:cNvPr>
          <p:cNvSpPr txBox="1"/>
          <p:nvPr/>
        </p:nvSpPr>
        <p:spPr>
          <a:xfrm>
            <a:off x="8614290" y="3623251"/>
            <a:ext cx="3103577"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4" name="文本框 493">
            <a:extLst>
              <a:ext uri="{FF2B5EF4-FFF2-40B4-BE49-F238E27FC236}">
                <a16:creationId xmlns:a16="http://schemas.microsoft.com/office/drawing/2014/main" id="{32B1A448-6147-5331-2FFE-2E555C71E41E}"/>
              </a:ext>
            </a:extLst>
          </p:cNvPr>
          <p:cNvSpPr txBox="1"/>
          <p:nvPr/>
        </p:nvSpPr>
        <p:spPr>
          <a:xfrm>
            <a:off x="9158676" y="3189861"/>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6" name="文本框 505">
            <a:extLst>
              <a:ext uri="{FF2B5EF4-FFF2-40B4-BE49-F238E27FC236}">
                <a16:creationId xmlns:a16="http://schemas.microsoft.com/office/drawing/2014/main" id="{3A2C5FBC-AEBA-EB5A-0D19-E2512E7C1124}"/>
              </a:ext>
            </a:extLst>
          </p:cNvPr>
          <p:cNvSpPr txBox="1"/>
          <p:nvPr/>
        </p:nvSpPr>
        <p:spPr>
          <a:xfrm>
            <a:off x="8614290" y="5479417"/>
            <a:ext cx="3103577"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0" name="文本框 509">
            <a:extLst>
              <a:ext uri="{FF2B5EF4-FFF2-40B4-BE49-F238E27FC236}">
                <a16:creationId xmlns:a16="http://schemas.microsoft.com/office/drawing/2014/main" id="{01E92F80-9F70-1C04-18F4-CC6114FEC36F}"/>
              </a:ext>
            </a:extLst>
          </p:cNvPr>
          <p:cNvSpPr txBox="1"/>
          <p:nvPr/>
        </p:nvSpPr>
        <p:spPr>
          <a:xfrm>
            <a:off x="9158676" y="5046027"/>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26" name="组合 525">
            <a:extLst>
              <a:ext uri="{FF2B5EF4-FFF2-40B4-BE49-F238E27FC236}">
                <a16:creationId xmlns:a16="http://schemas.microsoft.com/office/drawing/2014/main" id="{74073F3C-3C42-EF96-06A5-8F3F23BC74B2}"/>
              </a:ext>
            </a:extLst>
          </p:cNvPr>
          <p:cNvGrpSpPr/>
          <p:nvPr/>
        </p:nvGrpSpPr>
        <p:grpSpPr>
          <a:xfrm>
            <a:off x="8681091" y="1178204"/>
            <a:ext cx="468475" cy="519430"/>
            <a:chOff x="10134604" y="-2226060"/>
            <a:chExt cx="407181" cy="451469"/>
          </a:xfrm>
          <a:solidFill>
            <a:srgbClr val="1E344D"/>
          </a:solidFill>
        </p:grpSpPr>
        <p:sp>
          <p:nvSpPr>
            <p:cNvPr id="518" name="Google Shape;5273;p76">
              <a:extLst>
                <a:ext uri="{FF2B5EF4-FFF2-40B4-BE49-F238E27FC236}">
                  <a16:creationId xmlns:a16="http://schemas.microsoft.com/office/drawing/2014/main" id="{220A245E-58AF-4E05-EF45-476DE5A10F22}"/>
                </a:ext>
              </a:extLst>
            </p:cNvPr>
            <p:cNvSpPr/>
            <p:nvPr/>
          </p:nvSpPr>
          <p:spPr>
            <a:xfrm>
              <a:off x="10426148" y="-2146567"/>
              <a:ext cx="53019" cy="26521"/>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21" name="Google Shape;5274;p76">
              <a:extLst>
                <a:ext uri="{FF2B5EF4-FFF2-40B4-BE49-F238E27FC236}">
                  <a16:creationId xmlns:a16="http://schemas.microsoft.com/office/drawing/2014/main" id="{7F229BE8-E5BA-6923-E7C1-92915ED6B840}"/>
                </a:ext>
              </a:extLst>
            </p:cNvPr>
            <p:cNvSpPr/>
            <p:nvPr/>
          </p:nvSpPr>
          <p:spPr>
            <a:xfrm>
              <a:off x="10291712" y="-2226060"/>
              <a:ext cx="43560" cy="53019"/>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22" name="Google Shape;5275;p76">
              <a:extLst>
                <a:ext uri="{FF2B5EF4-FFF2-40B4-BE49-F238E27FC236}">
                  <a16:creationId xmlns:a16="http://schemas.microsoft.com/office/drawing/2014/main" id="{F95AF53D-F4A6-49BE-F5D6-E21C9C1E805F}"/>
                </a:ext>
              </a:extLst>
            </p:cNvPr>
            <p:cNvSpPr/>
            <p:nvPr/>
          </p:nvSpPr>
          <p:spPr>
            <a:xfrm>
              <a:off x="10384513" y="-2226060"/>
              <a:ext cx="43560" cy="53019"/>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23" name="Google Shape;5276;p76">
              <a:extLst>
                <a:ext uri="{FF2B5EF4-FFF2-40B4-BE49-F238E27FC236}">
                  <a16:creationId xmlns:a16="http://schemas.microsoft.com/office/drawing/2014/main" id="{0094B0A3-C07C-C0D7-1498-6337C4B7351B}"/>
                </a:ext>
              </a:extLst>
            </p:cNvPr>
            <p:cNvSpPr/>
            <p:nvPr/>
          </p:nvSpPr>
          <p:spPr>
            <a:xfrm>
              <a:off x="10240618" y="-2146567"/>
              <a:ext cx="53042" cy="26521"/>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24" name="Google Shape;5277;p76">
              <a:extLst>
                <a:ext uri="{FF2B5EF4-FFF2-40B4-BE49-F238E27FC236}">
                  <a16:creationId xmlns:a16="http://schemas.microsoft.com/office/drawing/2014/main" id="{CAAC75D7-3E20-5BFA-D37D-4A7A84567A31}"/>
                </a:ext>
              </a:extLst>
            </p:cNvPr>
            <p:cNvSpPr/>
            <p:nvPr/>
          </p:nvSpPr>
          <p:spPr>
            <a:xfrm>
              <a:off x="10134604" y="-2013140"/>
              <a:ext cx="79540" cy="23854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25" name="Google Shape;5278;p76">
              <a:extLst>
                <a:ext uri="{FF2B5EF4-FFF2-40B4-BE49-F238E27FC236}">
                  <a16:creationId xmlns:a16="http://schemas.microsoft.com/office/drawing/2014/main" id="{6FD27D44-FFF6-1913-7655-F6C1E46C7803}"/>
                </a:ext>
              </a:extLst>
            </p:cNvPr>
            <p:cNvSpPr/>
            <p:nvPr/>
          </p:nvSpPr>
          <p:spPr>
            <a:xfrm>
              <a:off x="10240618" y="-2145652"/>
              <a:ext cx="301167" cy="371061"/>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533" name="组合 532">
            <a:extLst>
              <a:ext uri="{FF2B5EF4-FFF2-40B4-BE49-F238E27FC236}">
                <a16:creationId xmlns:a16="http://schemas.microsoft.com/office/drawing/2014/main" id="{45A3BB32-8E46-86BC-F46C-AF097A4864C1}"/>
              </a:ext>
            </a:extLst>
          </p:cNvPr>
          <p:cNvGrpSpPr/>
          <p:nvPr/>
        </p:nvGrpSpPr>
        <p:grpSpPr>
          <a:xfrm>
            <a:off x="8684040" y="5006949"/>
            <a:ext cx="452337" cy="411687"/>
            <a:chOff x="14260375" y="6652156"/>
            <a:chExt cx="452337" cy="411687"/>
          </a:xfrm>
          <a:solidFill>
            <a:srgbClr val="1E344D"/>
          </a:solidFill>
        </p:grpSpPr>
        <p:sp>
          <p:nvSpPr>
            <p:cNvPr id="528" name="Google Shape;5581;p76">
              <a:extLst>
                <a:ext uri="{FF2B5EF4-FFF2-40B4-BE49-F238E27FC236}">
                  <a16:creationId xmlns:a16="http://schemas.microsoft.com/office/drawing/2014/main" id="{8539E713-4BE0-40A2-9AB3-814894762D45}"/>
                </a:ext>
              </a:extLst>
            </p:cNvPr>
            <p:cNvSpPr/>
            <p:nvPr/>
          </p:nvSpPr>
          <p:spPr>
            <a:xfrm>
              <a:off x="14587734" y="6867000"/>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29" name="Google Shape;5582;p76">
              <a:extLst>
                <a:ext uri="{FF2B5EF4-FFF2-40B4-BE49-F238E27FC236}">
                  <a16:creationId xmlns:a16="http://schemas.microsoft.com/office/drawing/2014/main" id="{6F695031-1BE3-1023-63CA-18EE048CAA46}"/>
                </a:ext>
              </a:extLst>
            </p:cNvPr>
            <p:cNvSpPr/>
            <p:nvPr/>
          </p:nvSpPr>
          <p:spPr>
            <a:xfrm>
              <a:off x="14344632" y="6867000"/>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30" name="Google Shape;5583;p76">
              <a:extLst>
                <a:ext uri="{FF2B5EF4-FFF2-40B4-BE49-F238E27FC236}">
                  <a16:creationId xmlns:a16="http://schemas.microsoft.com/office/drawing/2014/main" id="{845E846E-7698-CAFD-C3A6-AD039C10E679}"/>
                </a:ext>
              </a:extLst>
            </p:cNvPr>
            <p:cNvSpPr/>
            <p:nvPr/>
          </p:nvSpPr>
          <p:spPr>
            <a:xfrm>
              <a:off x="14260375" y="6652156"/>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31" name="Google Shape;5584;p76">
              <a:extLst>
                <a:ext uri="{FF2B5EF4-FFF2-40B4-BE49-F238E27FC236}">
                  <a16:creationId xmlns:a16="http://schemas.microsoft.com/office/drawing/2014/main" id="{1B18A094-914E-D5C4-95FD-ADF6DF9CA9FB}"/>
                </a:ext>
              </a:extLst>
            </p:cNvPr>
            <p:cNvSpPr/>
            <p:nvPr/>
          </p:nvSpPr>
          <p:spPr>
            <a:xfrm>
              <a:off x="14311258"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32" name="Google Shape;5585;p76">
              <a:extLst>
                <a:ext uri="{FF2B5EF4-FFF2-40B4-BE49-F238E27FC236}">
                  <a16:creationId xmlns:a16="http://schemas.microsoft.com/office/drawing/2014/main" id="{EF569C27-EE26-77BC-6746-EBA37BE6AA8E}"/>
                </a:ext>
              </a:extLst>
            </p:cNvPr>
            <p:cNvSpPr/>
            <p:nvPr/>
          </p:nvSpPr>
          <p:spPr>
            <a:xfrm>
              <a:off x="14550135" y="7013289"/>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cxnSp>
        <p:nvCxnSpPr>
          <p:cNvPr id="27" name="直线连接符 26">
            <a:extLst>
              <a:ext uri="{FF2B5EF4-FFF2-40B4-BE49-F238E27FC236}">
                <a16:creationId xmlns:a16="http://schemas.microsoft.com/office/drawing/2014/main" id="{570570AB-D3FD-B8A2-B9BA-693103947E81}"/>
              </a:ext>
            </a:extLst>
          </p:cNvPr>
          <p:cNvCxnSpPr>
            <a:cxnSpLocks/>
          </p:cNvCxnSpPr>
          <p:nvPr/>
        </p:nvCxnSpPr>
        <p:spPr>
          <a:xfrm>
            <a:off x="8749265" y="4809976"/>
            <a:ext cx="301940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文本框 27">
            <a:extLst>
              <a:ext uri="{FF2B5EF4-FFF2-40B4-BE49-F238E27FC236}">
                <a16:creationId xmlns:a16="http://schemas.microsoft.com/office/drawing/2014/main" id="{32D13530-E7B3-06B4-E478-C0A7441D75AE}"/>
              </a:ext>
            </a:extLst>
          </p:cNvPr>
          <p:cNvSpPr txBox="1"/>
          <p:nvPr/>
        </p:nvSpPr>
        <p:spPr>
          <a:xfrm>
            <a:off x="10032915" y="4345304"/>
            <a:ext cx="1008609" cy="523220"/>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8EAA0035-C91B-BB30-B0AC-901F4B466A8C}"/>
              </a:ext>
            </a:extLst>
          </p:cNvPr>
          <p:cNvSpPr txBox="1"/>
          <p:nvPr/>
        </p:nvSpPr>
        <p:spPr>
          <a:xfrm>
            <a:off x="10890108" y="4487912"/>
            <a:ext cx="747320" cy="307777"/>
          </a:xfrm>
          <a:prstGeom prst="rect">
            <a:avLst/>
          </a:prstGeom>
          <a:noFill/>
        </p:spPr>
        <p:txBody>
          <a:bodyPr wrap="non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487DD20E-9CCB-E600-81CF-E245FC415E8D}"/>
              </a:ext>
            </a:extLst>
          </p:cNvPr>
          <p:cNvSpPr txBox="1"/>
          <p:nvPr/>
        </p:nvSpPr>
        <p:spPr>
          <a:xfrm>
            <a:off x="10032915" y="6001488"/>
            <a:ext cx="1008609" cy="523220"/>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76B04476-6FC7-2C07-559A-F07C1B0B5334}"/>
              </a:ext>
            </a:extLst>
          </p:cNvPr>
          <p:cNvSpPr txBox="1"/>
          <p:nvPr/>
        </p:nvSpPr>
        <p:spPr>
          <a:xfrm>
            <a:off x="10957841" y="6093296"/>
            <a:ext cx="747320" cy="307777"/>
          </a:xfrm>
          <a:prstGeom prst="rect">
            <a:avLst/>
          </a:prstGeom>
          <a:noFill/>
        </p:spPr>
        <p:txBody>
          <a:bodyPr wrap="none" rtlCol="0">
            <a:spAutoFit/>
          </a:bodyPr>
          <a:lstStyle/>
          <a:p>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09853216-3A81-044A-1133-409009077F10}"/>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4" name="文本框 23">
            <a:extLst>
              <a:ext uri="{FF2B5EF4-FFF2-40B4-BE49-F238E27FC236}">
                <a16:creationId xmlns:a16="http://schemas.microsoft.com/office/drawing/2014/main" id="{B99AA280-1C6F-E398-FE14-C44D501BEEF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6" name="直线连接符 25">
            <a:extLst>
              <a:ext uri="{FF2B5EF4-FFF2-40B4-BE49-F238E27FC236}">
                <a16:creationId xmlns:a16="http://schemas.microsoft.com/office/drawing/2014/main" id="{137FD3C6-93C2-0007-DC79-1EC90B9AB20E}"/>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49" name="直线连接符 48">
            <a:extLst>
              <a:ext uri="{FF2B5EF4-FFF2-40B4-BE49-F238E27FC236}">
                <a16:creationId xmlns:a16="http://schemas.microsoft.com/office/drawing/2014/main" id="{75BD56D2-6237-DB64-FF8D-963B52CA5DFE}"/>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51" name="文本框 50">
            <a:extLst>
              <a:ext uri="{FF2B5EF4-FFF2-40B4-BE49-F238E27FC236}">
                <a16:creationId xmlns:a16="http://schemas.microsoft.com/office/drawing/2014/main" id="{8ED2BC2D-E3F5-17C8-163A-AFCF9F9FB25D}"/>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52" name="组合 51">
            <a:extLst>
              <a:ext uri="{FF2B5EF4-FFF2-40B4-BE49-F238E27FC236}">
                <a16:creationId xmlns:a16="http://schemas.microsoft.com/office/drawing/2014/main" id="{E055B2A8-99C7-20EE-B48E-B2B55CBD6F1C}"/>
              </a:ext>
            </a:extLst>
          </p:cNvPr>
          <p:cNvGrpSpPr/>
          <p:nvPr/>
        </p:nvGrpSpPr>
        <p:grpSpPr>
          <a:xfrm>
            <a:off x="2323294" y="287981"/>
            <a:ext cx="356205" cy="355288"/>
            <a:chOff x="2323294" y="287981"/>
            <a:chExt cx="356205" cy="355288"/>
          </a:xfrm>
        </p:grpSpPr>
        <p:sp>
          <p:nvSpPr>
            <p:cNvPr id="53" name="Google Shape;7166;p80">
              <a:extLst>
                <a:ext uri="{FF2B5EF4-FFF2-40B4-BE49-F238E27FC236}">
                  <a16:creationId xmlns:a16="http://schemas.microsoft.com/office/drawing/2014/main" id="{CEA99039-D717-16EF-8EA3-17D6EBC2C67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7167;p80">
              <a:extLst>
                <a:ext uri="{FF2B5EF4-FFF2-40B4-BE49-F238E27FC236}">
                  <a16:creationId xmlns:a16="http://schemas.microsoft.com/office/drawing/2014/main" id="{B1914E12-33B3-5ED1-6DEC-D2B18C2D50C7}"/>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7168;p80">
              <a:extLst>
                <a:ext uri="{FF2B5EF4-FFF2-40B4-BE49-F238E27FC236}">
                  <a16:creationId xmlns:a16="http://schemas.microsoft.com/office/drawing/2014/main" id="{186B47BE-18BB-D15E-C864-617A2E34D7DC}"/>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7169;p80">
              <a:extLst>
                <a:ext uri="{FF2B5EF4-FFF2-40B4-BE49-F238E27FC236}">
                  <a16:creationId xmlns:a16="http://schemas.microsoft.com/office/drawing/2014/main" id="{A31AF72D-55B8-BE4E-43D3-A939EE0111F2}"/>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 name="五边形 56">
            <a:extLst>
              <a:ext uri="{FF2B5EF4-FFF2-40B4-BE49-F238E27FC236}">
                <a16:creationId xmlns:a16="http://schemas.microsoft.com/office/drawing/2014/main" id="{0DD716A6-D15C-A4A0-45D4-E677788B3285}"/>
              </a:ext>
            </a:extLst>
          </p:cNvPr>
          <p:cNvSpPr/>
          <p:nvPr/>
        </p:nvSpPr>
        <p:spPr>
          <a:xfrm>
            <a:off x="420207" y="2489592"/>
            <a:ext cx="1446024" cy="34577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五边形 57">
            <a:extLst>
              <a:ext uri="{FF2B5EF4-FFF2-40B4-BE49-F238E27FC236}">
                <a16:creationId xmlns:a16="http://schemas.microsoft.com/office/drawing/2014/main" id="{93983418-DBB3-38A8-8CE0-DB176BE5F2DE}"/>
              </a:ext>
            </a:extLst>
          </p:cNvPr>
          <p:cNvSpPr/>
          <p:nvPr/>
        </p:nvSpPr>
        <p:spPr>
          <a:xfrm>
            <a:off x="420207" y="2081229"/>
            <a:ext cx="1794076" cy="34724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 name="Google Shape;3636;p71">
            <a:extLst>
              <a:ext uri="{FF2B5EF4-FFF2-40B4-BE49-F238E27FC236}">
                <a16:creationId xmlns:a16="http://schemas.microsoft.com/office/drawing/2014/main" id="{F0D36A93-3FCE-FB06-2B68-88CD23B98A9F}"/>
              </a:ext>
            </a:extLst>
          </p:cNvPr>
          <p:cNvSpPr/>
          <p:nvPr/>
        </p:nvSpPr>
        <p:spPr>
          <a:xfrm>
            <a:off x="1937950" y="2631530"/>
            <a:ext cx="3968473" cy="3458817"/>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1E344D"/>
          </a:solidFill>
          <a:ln>
            <a:noFill/>
          </a:ln>
        </p:spPr>
        <p:txBody>
          <a:bodyPr spcFirstLastPara="1" wrap="square" lIns="121900" tIns="121900" rIns="121900" bIns="121900" anchor="ctr" anchorCtr="0">
            <a:noAutofit/>
          </a:bodyPr>
          <a:lstStyle/>
          <a:p>
            <a:endParaRPr sz="2400" dirty="0"/>
          </a:p>
        </p:txBody>
      </p:sp>
      <p:grpSp>
        <p:nvGrpSpPr>
          <p:cNvPr id="60" name="Google Shape;3637;p71">
            <a:extLst>
              <a:ext uri="{FF2B5EF4-FFF2-40B4-BE49-F238E27FC236}">
                <a16:creationId xmlns:a16="http://schemas.microsoft.com/office/drawing/2014/main" id="{434447D9-9F77-D825-318B-84EEAC10AB2D}"/>
              </a:ext>
            </a:extLst>
          </p:cNvPr>
          <p:cNvGrpSpPr/>
          <p:nvPr/>
        </p:nvGrpSpPr>
        <p:grpSpPr>
          <a:xfrm>
            <a:off x="2148973" y="2634656"/>
            <a:ext cx="3639287" cy="3246795"/>
            <a:chOff x="6031360" y="3076713"/>
            <a:chExt cx="539107" cy="480965"/>
          </a:xfrm>
          <a:solidFill>
            <a:srgbClr val="C5C8CC">
              <a:alpha val="53890"/>
            </a:srgbClr>
          </a:solidFill>
        </p:grpSpPr>
        <p:sp>
          <p:nvSpPr>
            <p:cNvPr id="61" name="Google Shape;3638;p71">
              <a:extLst>
                <a:ext uri="{FF2B5EF4-FFF2-40B4-BE49-F238E27FC236}">
                  <a16:creationId xmlns:a16="http://schemas.microsoft.com/office/drawing/2014/main" id="{E7523D73-1BE0-03BF-BA70-610027ADA7AD}"/>
                </a:ext>
              </a:extLst>
            </p:cNvPr>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grpFill/>
            <a:ln>
              <a:noFill/>
            </a:ln>
          </p:spPr>
          <p:txBody>
            <a:bodyPr spcFirstLastPara="1" wrap="square" lIns="121900" tIns="121900" rIns="121900" bIns="121900" anchor="ctr" anchorCtr="0">
              <a:noAutofit/>
            </a:bodyPr>
            <a:lstStyle/>
            <a:p>
              <a:endParaRPr sz="2400"/>
            </a:p>
          </p:txBody>
        </p:sp>
        <p:sp>
          <p:nvSpPr>
            <p:cNvPr id="62" name="Google Shape;3639;p71">
              <a:extLst>
                <a:ext uri="{FF2B5EF4-FFF2-40B4-BE49-F238E27FC236}">
                  <a16:creationId xmlns:a16="http://schemas.microsoft.com/office/drawing/2014/main" id="{941B293F-8751-F5DA-986E-D420BD045212}"/>
                </a:ext>
              </a:extLst>
            </p:cNvPr>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grpFill/>
            <a:ln>
              <a:noFill/>
            </a:ln>
          </p:spPr>
          <p:txBody>
            <a:bodyPr spcFirstLastPara="1" wrap="square" lIns="121900" tIns="121900" rIns="121900" bIns="121900" anchor="ctr" anchorCtr="0">
              <a:noAutofit/>
            </a:bodyPr>
            <a:lstStyle/>
            <a:p>
              <a:endParaRPr sz="2400"/>
            </a:p>
          </p:txBody>
        </p:sp>
        <p:sp>
          <p:nvSpPr>
            <p:cNvPr id="448" name="Google Shape;3640;p71">
              <a:extLst>
                <a:ext uri="{FF2B5EF4-FFF2-40B4-BE49-F238E27FC236}">
                  <a16:creationId xmlns:a16="http://schemas.microsoft.com/office/drawing/2014/main" id="{22AA056B-9209-BEAC-44C3-E1D1A5D34D2C}"/>
                </a:ext>
              </a:extLst>
            </p:cNvPr>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grpFill/>
            <a:ln>
              <a:noFill/>
            </a:ln>
          </p:spPr>
          <p:txBody>
            <a:bodyPr spcFirstLastPara="1" wrap="square" lIns="121900" tIns="121900" rIns="121900" bIns="121900" anchor="ctr" anchorCtr="0">
              <a:noAutofit/>
            </a:bodyPr>
            <a:lstStyle/>
            <a:p>
              <a:endParaRPr sz="2400"/>
            </a:p>
          </p:txBody>
        </p:sp>
        <p:sp>
          <p:nvSpPr>
            <p:cNvPr id="452" name="Google Shape;3641;p71">
              <a:extLst>
                <a:ext uri="{FF2B5EF4-FFF2-40B4-BE49-F238E27FC236}">
                  <a16:creationId xmlns:a16="http://schemas.microsoft.com/office/drawing/2014/main" id="{99D740D7-C356-AFA9-F08B-C1220B2157F6}"/>
                </a:ext>
              </a:extLst>
            </p:cNvPr>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grpFill/>
            <a:ln>
              <a:noFill/>
            </a:ln>
          </p:spPr>
          <p:txBody>
            <a:bodyPr spcFirstLastPara="1" wrap="square" lIns="121900" tIns="121900" rIns="121900" bIns="121900" anchor="ctr" anchorCtr="0">
              <a:noAutofit/>
            </a:bodyPr>
            <a:lstStyle/>
            <a:p>
              <a:endParaRPr sz="2400"/>
            </a:p>
          </p:txBody>
        </p:sp>
        <p:sp>
          <p:nvSpPr>
            <p:cNvPr id="454" name="Google Shape;3642;p71">
              <a:extLst>
                <a:ext uri="{FF2B5EF4-FFF2-40B4-BE49-F238E27FC236}">
                  <a16:creationId xmlns:a16="http://schemas.microsoft.com/office/drawing/2014/main" id="{D524A15B-BA35-A0F1-8132-84A3CE42EDAD}"/>
                </a:ext>
              </a:extLst>
            </p:cNvPr>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grpFill/>
            <a:ln>
              <a:noFill/>
            </a:ln>
          </p:spPr>
          <p:txBody>
            <a:bodyPr spcFirstLastPara="1" wrap="square" lIns="121900" tIns="121900" rIns="121900" bIns="121900" anchor="ctr" anchorCtr="0">
              <a:noAutofit/>
            </a:bodyPr>
            <a:lstStyle/>
            <a:p>
              <a:endParaRPr sz="2400"/>
            </a:p>
          </p:txBody>
        </p:sp>
        <p:sp>
          <p:nvSpPr>
            <p:cNvPr id="455" name="Google Shape;3643;p71">
              <a:extLst>
                <a:ext uri="{FF2B5EF4-FFF2-40B4-BE49-F238E27FC236}">
                  <a16:creationId xmlns:a16="http://schemas.microsoft.com/office/drawing/2014/main" id="{6E8046E0-FC94-ABD1-7529-389F10912453}"/>
                </a:ext>
              </a:extLst>
            </p:cNvPr>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grpFill/>
            <a:ln>
              <a:noFill/>
            </a:ln>
          </p:spPr>
          <p:txBody>
            <a:bodyPr spcFirstLastPara="1" wrap="square" lIns="121900" tIns="121900" rIns="121900" bIns="121900" anchor="ctr" anchorCtr="0">
              <a:noAutofit/>
            </a:bodyPr>
            <a:lstStyle/>
            <a:p>
              <a:endParaRPr sz="2400"/>
            </a:p>
          </p:txBody>
        </p:sp>
        <p:sp>
          <p:nvSpPr>
            <p:cNvPr id="456" name="Google Shape;3644;p71">
              <a:extLst>
                <a:ext uri="{FF2B5EF4-FFF2-40B4-BE49-F238E27FC236}">
                  <a16:creationId xmlns:a16="http://schemas.microsoft.com/office/drawing/2014/main" id="{5B73E2AB-F744-013A-7A63-490B94933212}"/>
                </a:ext>
              </a:extLst>
            </p:cNvPr>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457" name="文本框 456">
            <a:extLst>
              <a:ext uri="{FF2B5EF4-FFF2-40B4-BE49-F238E27FC236}">
                <a16:creationId xmlns:a16="http://schemas.microsoft.com/office/drawing/2014/main" id="{143F1E17-5F49-78EC-7B96-C92C9E75CE56}"/>
              </a:ext>
            </a:extLst>
          </p:cNvPr>
          <p:cNvSpPr txBox="1"/>
          <p:nvPr/>
        </p:nvSpPr>
        <p:spPr>
          <a:xfrm>
            <a:off x="348371" y="1416948"/>
            <a:ext cx="227253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58" name="文本框 457">
            <a:extLst>
              <a:ext uri="{FF2B5EF4-FFF2-40B4-BE49-F238E27FC236}">
                <a16:creationId xmlns:a16="http://schemas.microsoft.com/office/drawing/2014/main" id="{81DAE025-CAB7-E414-C98A-6992A8569FB5}"/>
              </a:ext>
            </a:extLst>
          </p:cNvPr>
          <p:cNvSpPr txBox="1"/>
          <p:nvPr/>
        </p:nvSpPr>
        <p:spPr>
          <a:xfrm>
            <a:off x="364724" y="1081025"/>
            <a:ext cx="1620078" cy="461665"/>
          </a:xfrm>
          <a:prstGeom prst="rect">
            <a:avLst/>
          </a:prstGeom>
          <a:noFill/>
        </p:spPr>
        <p:txBody>
          <a:bodyPr wrap="square">
            <a:spAutoFit/>
          </a:bodyPr>
          <a:lstStyle/>
          <a:p>
            <a:r>
              <a:rPr kumimoji="1" lang="en" altLang="zh-CN" sz="2400" dirty="0">
                <a:solidFill>
                  <a:srgbClr val="BB3023"/>
                </a:solidFill>
                <a:latin typeface="Alibaba PuHuiTi" pitchFamily="18" charset="-122"/>
                <a:ea typeface="Alibaba PuHuiTi" pitchFamily="18" charset="-122"/>
                <a:cs typeface="Alibaba PuHuiTi" pitchFamily="18" charset="-122"/>
              </a:rPr>
              <a:t>main title</a:t>
            </a:r>
            <a:endParaRPr lang="zh-CN" altLang="en-US" sz="2400" dirty="0">
              <a:solidFill>
                <a:srgbClr val="BB3023"/>
              </a:solidFill>
              <a:latin typeface="Alibaba PuHuiTi" pitchFamily="18" charset="-122"/>
              <a:ea typeface="Alibaba PuHuiTi" pitchFamily="18" charset="-122"/>
              <a:cs typeface="Alibaba PuHuiTi" pitchFamily="18" charset="-122"/>
            </a:endParaRPr>
          </a:p>
        </p:txBody>
      </p:sp>
      <p:sp>
        <p:nvSpPr>
          <p:cNvPr id="459" name="弧 458">
            <a:extLst>
              <a:ext uri="{FF2B5EF4-FFF2-40B4-BE49-F238E27FC236}">
                <a16:creationId xmlns:a16="http://schemas.microsoft.com/office/drawing/2014/main" id="{2C1AC18E-FF4D-B974-16B0-0E900D2715B6}"/>
              </a:ext>
            </a:extLst>
          </p:cNvPr>
          <p:cNvSpPr/>
          <p:nvPr/>
        </p:nvSpPr>
        <p:spPr>
          <a:xfrm rot="14355332">
            <a:off x="3949165" y="1816648"/>
            <a:ext cx="3409997" cy="3540772"/>
          </a:xfrm>
          <a:prstGeom prst="arc">
            <a:avLst>
              <a:gd name="adj1" fmla="val 17743101"/>
              <a:gd name="adj2" fmla="val 3474258"/>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60" name="弧 459">
            <a:extLst>
              <a:ext uri="{FF2B5EF4-FFF2-40B4-BE49-F238E27FC236}">
                <a16:creationId xmlns:a16="http://schemas.microsoft.com/office/drawing/2014/main" id="{1FF46CFC-6D40-401E-E497-FEB53198CA1B}"/>
              </a:ext>
            </a:extLst>
          </p:cNvPr>
          <p:cNvSpPr/>
          <p:nvPr/>
        </p:nvSpPr>
        <p:spPr>
          <a:xfrm rot="18351087">
            <a:off x="5556637" y="4195914"/>
            <a:ext cx="988404" cy="1166879"/>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61" name="弧 460">
            <a:extLst>
              <a:ext uri="{FF2B5EF4-FFF2-40B4-BE49-F238E27FC236}">
                <a16:creationId xmlns:a16="http://schemas.microsoft.com/office/drawing/2014/main" id="{F7FB51FA-68FD-4059-7001-73F1DF103F08}"/>
              </a:ext>
            </a:extLst>
          </p:cNvPr>
          <p:cNvSpPr/>
          <p:nvPr/>
        </p:nvSpPr>
        <p:spPr>
          <a:xfrm rot="15836152">
            <a:off x="1578968" y="4053731"/>
            <a:ext cx="1384392" cy="1645744"/>
          </a:xfrm>
          <a:prstGeom prst="arc">
            <a:avLst>
              <a:gd name="adj1" fmla="val 17006143"/>
              <a:gd name="adj2" fmla="val 592059"/>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62" name="Google Shape;277;p21">
            <a:extLst>
              <a:ext uri="{FF2B5EF4-FFF2-40B4-BE49-F238E27FC236}">
                <a16:creationId xmlns:a16="http://schemas.microsoft.com/office/drawing/2014/main" id="{0A8A52BA-F2E4-D839-6E19-0665226B9E0F}"/>
              </a:ext>
            </a:extLst>
          </p:cNvPr>
          <p:cNvSpPr txBox="1">
            <a:spLocks noGrp="1"/>
          </p:cNvSpPr>
          <p:nvPr/>
        </p:nvSpPr>
        <p:spPr>
          <a:xfrm>
            <a:off x="6248199" y="1915912"/>
            <a:ext cx="1917232" cy="494678"/>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chemeClr val="tx1"/>
                </a:solidFill>
                <a:latin typeface="Alibaba PuHuiTi" pitchFamily="18" charset="-122"/>
                <a:ea typeface="Alibaba PuHuiTi" pitchFamily="18" charset="-122"/>
                <a:cs typeface="Alibaba PuHuiTi" pitchFamily="18" charset="-122"/>
                <a:sym typeface="Poppins"/>
              </a:rPr>
              <a:t>MERCURY</a:t>
            </a:r>
            <a:endParaRPr sz="1200" dirty="0">
              <a:solidFill>
                <a:schemeClr val="tx1"/>
              </a:solidFill>
              <a:latin typeface="Alibaba PuHuiTi" pitchFamily="18" charset="-122"/>
              <a:ea typeface="Alibaba PuHuiTi" pitchFamily="18" charset="-122"/>
              <a:cs typeface="Alibaba PuHuiTi" pitchFamily="18" charset="-122"/>
              <a:sym typeface="Poppins"/>
            </a:endParaRPr>
          </a:p>
        </p:txBody>
      </p:sp>
      <p:sp>
        <p:nvSpPr>
          <p:cNvPr id="463" name="Google Shape;278;p21">
            <a:extLst>
              <a:ext uri="{FF2B5EF4-FFF2-40B4-BE49-F238E27FC236}">
                <a16:creationId xmlns:a16="http://schemas.microsoft.com/office/drawing/2014/main" id="{A47C8041-0EF7-5A57-59D9-8962C975C64F}"/>
              </a:ext>
            </a:extLst>
          </p:cNvPr>
          <p:cNvSpPr txBox="1"/>
          <p:nvPr/>
        </p:nvSpPr>
        <p:spPr>
          <a:xfrm>
            <a:off x="6241829" y="2191796"/>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the closest planet to the Sun</a:t>
            </a:r>
            <a:endParaRPr sz="1600" b="1" dirty="0">
              <a:solidFill>
                <a:srgbClr val="1E344D"/>
              </a:solidFill>
              <a:latin typeface="Karla"/>
              <a:ea typeface="Karla"/>
              <a:cs typeface="Karla"/>
              <a:sym typeface="Karla"/>
            </a:endParaRPr>
          </a:p>
        </p:txBody>
      </p:sp>
      <p:sp>
        <p:nvSpPr>
          <p:cNvPr id="464" name="Google Shape;279;p21">
            <a:extLst>
              <a:ext uri="{FF2B5EF4-FFF2-40B4-BE49-F238E27FC236}">
                <a16:creationId xmlns:a16="http://schemas.microsoft.com/office/drawing/2014/main" id="{F7087059-899A-2A83-B2E4-CC0F960A71BB}"/>
              </a:ext>
            </a:extLst>
          </p:cNvPr>
          <p:cNvSpPr txBox="1">
            <a:spLocks noGrp="1"/>
          </p:cNvSpPr>
          <p:nvPr/>
        </p:nvSpPr>
        <p:spPr>
          <a:xfrm>
            <a:off x="6241829" y="2779363"/>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MARS</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465" name="Google Shape;280;p21">
            <a:extLst>
              <a:ext uri="{FF2B5EF4-FFF2-40B4-BE49-F238E27FC236}">
                <a16:creationId xmlns:a16="http://schemas.microsoft.com/office/drawing/2014/main" id="{60C59CF7-FADD-35F5-AD37-3AF56B0C8E36}"/>
              </a:ext>
            </a:extLst>
          </p:cNvPr>
          <p:cNvSpPr txBox="1"/>
          <p:nvPr/>
        </p:nvSpPr>
        <p:spPr>
          <a:xfrm>
            <a:off x="6241829" y="3504238"/>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Mars is actually a very cold place</a:t>
            </a:r>
            <a:endParaRPr sz="1600" b="1" dirty="0">
              <a:solidFill>
                <a:srgbClr val="1E344D"/>
              </a:solidFill>
              <a:latin typeface="Karla"/>
              <a:ea typeface="Karla"/>
              <a:cs typeface="Karla"/>
              <a:sym typeface="Karla"/>
            </a:endParaRPr>
          </a:p>
        </p:txBody>
      </p:sp>
      <p:sp>
        <p:nvSpPr>
          <p:cNvPr id="466" name="Google Shape;281;p21">
            <a:extLst>
              <a:ext uri="{FF2B5EF4-FFF2-40B4-BE49-F238E27FC236}">
                <a16:creationId xmlns:a16="http://schemas.microsoft.com/office/drawing/2014/main" id="{9E7729E0-FFCF-962A-B450-FAF397903B73}"/>
              </a:ext>
            </a:extLst>
          </p:cNvPr>
          <p:cNvSpPr txBox="1">
            <a:spLocks noGrp="1"/>
          </p:cNvSpPr>
          <p:nvPr/>
        </p:nvSpPr>
        <p:spPr>
          <a:xfrm>
            <a:off x="6241829" y="4193404"/>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467" name="Google Shape;282;p21">
            <a:extLst>
              <a:ext uri="{FF2B5EF4-FFF2-40B4-BE49-F238E27FC236}">
                <a16:creationId xmlns:a16="http://schemas.microsoft.com/office/drawing/2014/main" id="{703197C8-1759-84BC-08D4-EFE09C1C6710}"/>
              </a:ext>
            </a:extLst>
          </p:cNvPr>
          <p:cNvSpPr txBox="1"/>
          <p:nvPr/>
        </p:nvSpPr>
        <p:spPr>
          <a:xfrm>
            <a:off x="6241829" y="491827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 hydrogen and helium</a:t>
            </a:r>
            <a:endParaRPr sz="1600" b="1" dirty="0">
              <a:solidFill>
                <a:srgbClr val="1E344D"/>
              </a:solidFill>
              <a:latin typeface="Karla"/>
              <a:ea typeface="Karla"/>
              <a:cs typeface="Karla"/>
              <a:sym typeface="Karla"/>
            </a:endParaRPr>
          </a:p>
        </p:txBody>
      </p:sp>
      <p:sp>
        <p:nvSpPr>
          <p:cNvPr id="468" name="文本框 467">
            <a:extLst>
              <a:ext uri="{FF2B5EF4-FFF2-40B4-BE49-F238E27FC236}">
                <a16:creationId xmlns:a16="http://schemas.microsoft.com/office/drawing/2014/main" id="{760622D7-9BCB-E58C-A512-F59AFCF88726}"/>
              </a:ext>
            </a:extLst>
          </p:cNvPr>
          <p:cNvSpPr txBox="1"/>
          <p:nvPr/>
        </p:nvSpPr>
        <p:spPr>
          <a:xfrm>
            <a:off x="6883057" y="1591998"/>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69" name="文本框 468">
            <a:extLst>
              <a:ext uri="{FF2B5EF4-FFF2-40B4-BE49-F238E27FC236}">
                <a16:creationId xmlns:a16="http://schemas.microsoft.com/office/drawing/2014/main" id="{E8B918D3-6682-40EA-F551-7C6FCDC1BD32}"/>
              </a:ext>
            </a:extLst>
          </p:cNvPr>
          <p:cNvSpPr txBox="1"/>
          <p:nvPr/>
        </p:nvSpPr>
        <p:spPr>
          <a:xfrm>
            <a:off x="6883057" y="2920170"/>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70" name="文本框 469">
            <a:extLst>
              <a:ext uri="{FF2B5EF4-FFF2-40B4-BE49-F238E27FC236}">
                <a16:creationId xmlns:a16="http://schemas.microsoft.com/office/drawing/2014/main" id="{02C9E540-3284-DE50-1EFB-F781359D7F05}"/>
              </a:ext>
            </a:extLst>
          </p:cNvPr>
          <p:cNvSpPr txBox="1"/>
          <p:nvPr/>
        </p:nvSpPr>
        <p:spPr>
          <a:xfrm>
            <a:off x="6942692" y="4400086"/>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71" name="Google Shape;281;p21">
            <a:extLst>
              <a:ext uri="{FF2B5EF4-FFF2-40B4-BE49-F238E27FC236}">
                <a16:creationId xmlns:a16="http://schemas.microsoft.com/office/drawing/2014/main" id="{E1E2A7A5-1FE9-FDB4-F8F8-1174100FE061}"/>
              </a:ext>
            </a:extLst>
          </p:cNvPr>
          <p:cNvSpPr txBox="1">
            <a:spLocks noGrp="1"/>
          </p:cNvSpPr>
          <p:nvPr/>
        </p:nvSpPr>
        <p:spPr>
          <a:xfrm>
            <a:off x="6241829" y="5440450"/>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472" name="Google Shape;282;p21">
            <a:extLst>
              <a:ext uri="{FF2B5EF4-FFF2-40B4-BE49-F238E27FC236}">
                <a16:creationId xmlns:a16="http://schemas.microsoft.com/office/drawing/2014/main" id="{4C956E19-8D47-997E-8A69-C1FE36AE00A4}"/>
              </a:ext>
            </a:extLst>
          </p:cNvPr>
          <p:cNvSpPr txBox="1"/>
          <p:nvPr/>
        </p:nvSpPr>
        <p:spPr>
          <a:xfrm>
            <a:off x="6241829" y="6165325"/>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a:t>
            </a:r>
            <a:endParaRPr sz="1600" b="1" dirty="0">
              <a:solidFill>
                <a:srgbClr val="1E344D"/>
              </a:solidFill>
              <a:latin typeface="Karla"/>
              <a:ea typeface="Karla"/>
              <a:cs typeface="Karla"/>
              <a:sym typeface="Karla"/>
            </a:endParaRPr>
          </a:p>
        </p:txBody>
      </p:sp>
      <p:sp>
        <p:nvSpPr>
          <p:cNvPr id="473" name="文本框 472">
            <a:extLst>
              <a:ext uri="{FF2B5EF4-FFF2-40B4-BE49-F238E27FC236}">
                <a16:creationId xmlns:a16="http://schemas.microsoft.com/office/drawing/2014/main" id="{073B6850-1002-D358-AB52-BEEEC84C53DC}"/>
              </a:ext>
            </a:extLst>
          </p:cNvPr>
          <p:cNvSpPr txBox="1"/>
          <p:nvPr/>
        </p:nvSpPr>
        <p:spPr>
          <a:xfrm>
            <a:off x="6942692" y="5647132"/>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74" name="Google Shape;282;p21">
            <a:extLst>
              <a:ext uri="{FF2B5EF4-FFF2-40B4-BE49-F238E27FC236}">
                <a16:creationId xmlns:a16="http://schemas.microsoft.com/office/drawing/2014/main" id="{09E9F495-6D46-5A1B-105A-7D919C55C640}"/>
              </a:ext>
            </a:extLst>
          </p:cNvPr>
          <p:cNvSpPr txBox="1"/>
          <p:nvPr/>
        </p:nvSpPr>
        <p:spPr>
          <a:xfrm>
            <a:off x="960214" y="524118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 and</a:t>
            </a:r>
            <a:endParaRPr b="1" dirty="0">
              <a:solidFill>
                <a:srgbClr val="1E344D"/>
              </a:solidFill>
              <a:latin typeface="Karla"/>
              <a:ea typeface="Karla"/>
              <a:cs typeface="Karla"/>
              <a:sym typeface="Karla"/>
            </a:endParaRPr>
          </a:p>
        </p:txBody>
      </p:sp>
      <p:sp>
        <p:nvSpPr>
          <p:cNvPr id="475" name="文本框 474">
            <a:extLst>
              <a:ext uri="{FF2B5EF4-FFF2-40B4-BE49-F238E27FC236}">
                <a16:creationId xmlns:a16="http://schemas.microsoft.com/office/drawing/2014/main" id="{54B880D3-CA03-AA82-7073-6579BC94E4EE}"/>
              </a:ext>
            </a:extLst>
          </p:cNvPr>
          <p:cNvSpPr txBox="1"/>
          <p:nvPr/>
        </p:nvSpPr>
        <p:spPr>
          <a:xfrm>
            <a:off x="945460" y="4802509"/>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76" name="文本框 475">
            <a:extLst>
              <a:ext uri="{FF2B5EF4-FFF2-40B4-BE49-F238E27FC236}">
                <a16:creationId xmlns:a16="http://schemas.microsoft.com/office/drawing/2014/main" id="{AEB544E6-3196-F4D5-A8F4-970D636D38B1}"/>
              </a:ext>
            </a:extLst>
          </p:cNvPr>
          <p:cNvSpPr txBox="1"/>
          <p:nvPr/>
        </p:nvSpPr>
        <p:spPr>
          <a:xfrm>
            <a:off x="1005094" y="5831146"/>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78" name="文本框 477">
            <a:extLst>
              <a:ext uri="{FF2B5EF4-FFF2-40B4-BE49-F238E27FC236}">
                <a16:creationId xmlns:a16="http://schemas.microsoft.com/office/drawing/2014/main" id="{2BD373F3-59FB-F52B-0E09-8E4F9B0EF14B}"/>
              </a:ext>
            </a:extLst>
          </p:cNvPr>
          <p:cNvSpPr txBox="1"/>
          <p:nvPr/>
        </p:nvSpPr>
        <p:spPr>
          <a:xfrm>
            <a:off x="431637" y="2514600"/>
            <a:ext cx="1075377" cy="306957"/>
          </a:xfrm>
          <a:prstGeom prst="rect">
            <a:avLst/>
          </a:prstGeom>
          <a:noFill/>
        </p:spPr>
        <p:txBody>
          <a:bodyPr wrap="square" rtlCol="0">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479" name="文本框 478">
            <a:extLst>
              <a:ext uri="{FF2B5EF4-FFF2-40B4-BE49-F238E27FC236}">
                <a16:creationId xmlns:a16="http://schemas.microsoft.com/office/drawing/2014/main" id="{0E29D635-200A-AC7E-F502-C4D644013F16}"/>
              </a:ext>
            </a:extLst>
          </p:cNvPr>
          <p:cNvSpPr txBox="1"/>
          <p:nvPr/>
        </p:nvSpPr>
        <p:spPr>
          <a:xfrm>
            <a:off x="427289" y="2100829"/>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C5C8CC"/>
                </a:solidFill>
                <a:latin typeface="Alibaba PuHuiTi Medium" pitchFamily="18" charset="-122"/>
                <a:ea typeface="Alibaba PuHuiTi Medium" pitchFamily="18" charset="-122"/>
                <a:cs typeface="Alibaba PuHuiTi Medium" pitchFamily="18" charset="-122"/>
              </a:rPr>
              <a:t>I</a:t>
            </a:r>
            <a:r>
              <a:rPr lang="zh-CN" altLang="en-US" sz="1400" dirty="0">
                <a:solidFill>
                  <a:srgbClr val="C5C8CC"/>
                </a:solidFill>
                <a:latin typeface="Alibaba PuHuiTi Medium" pitchFamily="18" charset="-122"/>
                <a:ea typeface="Alibaba PuHuiTi Medium" pitchFamily="18" charset="-122"/>
                <a:cs typeface="Alibaba PuHuiTi Medium" pitchFamily="18" charset="-122"/>
              </a:rPr>
              <a:t>mportant data</a:t>
            </a:r>
          </a:p>
        </p:txBody>
      </p:sp>
      <p:sp>
        <p:nvSpPr>
          <p:cNvPr id="480" name="Google Shape;282;p21">
            <a:extLst>
              <a:ext uri="{FF2B5EF4-FFF2-40B4-BE49-F238E27FC236}">
                <a16:creationId xmlns:a16="http://schemas.microsoft.com/office/drawing/2014/main" id="{71ED2A70-4271-2799-5DD1-555A4FC2C04C}"/>
              </a:ext>
            </a:extLst>
          </p:cNvPr>
          <p:cNvSpPr txBox="1"/>
          <p:nvPr/>
        </p:nvSpPr>
        <p:spPr>
          <a:xfrm>
            <a:off x="960214" y="6165650"/>
            <a:ext cx="2689126" cy="4297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a:t>
            </a:r>
            <a:endParaRPr b="1" dirty="0">
              <a:solidFill>
                <a:srgbClr val="1E344D"/>
              </a:solidFill>
              <a:latin typeface="Karla"/>
              <a:ea typeface="Karla"/>
              <a:cs typeface="Karla"/>
              <a:sym typeface="Karla"/>
            </a:endParaRPr>
          </a:p>
        </p:txBody>
      </p:sp>
      <p:cxnSp>
        <p:nvCxnSpPr>
          <p:cNvPr id="481" name="直线连接符 480">
            <a:extLst>
              <a:ext uri="{FF2B5EF4-FFF2-40B4-BE49-F238E27FC236}">
                <a16:creationId xmlns:a16="http://schemas.microsoft.com/office/drawing/2014/main" id="{6D17C746-A1C1-7948-5A2B-A3479BB5A113}"/>
              </a:ext>
            </a:extLst>
          </p:cNvPr>
          <p:cNvCxnSpPr/>
          <p:nvPr/>
        </p:nvCxnSpPr>
        <p:spPr>
          <a:xfrm>
            <a:off x="8436968" y="1126957"/>
            <a:ext cx="0" cy="5338482"/>
          </a:xfrm>
          <a:prstGeom prst="line">
            <a:avLst/>
          </a:prstGeom>
          <a:ln w="15875">
            <a:solidFill>
              <a:schemeClr val="tx1">
                <a:alpha val="4725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266061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 name="圆角矩形 371">
            <a:extLst>
              <a:ext uri="{FF2B5EF4-FFF2-40B4-BE49-F238E27FC236}">
                <a16:creationId xmlns:a16="http://schemas.microsoft.com/office/drawing/2014/main" id="{3AFC0B91-282C-36E8-61F1-17A0B147EE5C}"/>
              </a:ext>
            </a:extLst>
          </p:cNvPr>
          <p:cNvSpPr/>
          <p:nvPr/>
        </p:nvSpPr>
        <p:spPr>
          <a:xfrm>
            <a:off x="10601264" y="1215353"/>
            <a:ext cx="1191808" cy="623002"/>
          </a:xfrm>
          <a:prstGeom prst="roundRect">
            <a:avLst/>
          </a:prstGeom>
          <a:solidFill>
            <a:srgbClr val="1E344D"/>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FD5C3"/>
              </a:solidFill>
            </a:endParaRPr>
          </a:p>
        </p:txBody>
      </p:sp>
      <p:grpSp>
        <p:nvGrpSpPr>
          <p:cNvPr id="41" name="组合 40">
            <a:extLst>
              <a:ext uri="{FF2B5EF4-FFF2-40B4-BE49-F238E27FC236}">
                <a16:creationId xmlns:a16="http://schemas.microsoft.com/office/drawing/2014/main" id="{943EDD79-470E-8DB3-25F6-F55BCF1B5EEA}"/>
              </a:ext>
            </a:extLst>
          </p:cNvPr>
          <p:cNvGrpSpPr/>
          <p:nvPr/>
        </p:nvGrpSpPr>
        <p:grpSpPr>
          <a:xfrm>
            <a:off x="11328230" y="3841835"/>
            <a:ext cx="576072" cy="2750432"/>
            <a:chOff x="11329416" y="3858768"/>
            <a:chExt cx="576072" cy="2750432"/>
          </a:xfrm>
          <a:solidFill>
            <a:srgbClr val="BB3023"/>
          </a:solidFill>
        </p:grpSpPr>
        <p:sp>
          <p:nvSpPr>
            <p:cNvPr id="322" name="椭圆 321">
              <a:extLst>
                <a:ext uri="{FF2B5EF4-FFF2-40B4-BE49-F238E27FC236}">
                  <a16:creationId xmlns:a16="http://schemas.microsoft.com/office/drawing/2014/main" id="{00DDA58D-159F-DB50-9732-3C55B10B4FB7}"/>
                </a:ext>
              </a:extLst>
            </p:cNvPr>
            <p:cNvSpPr/>
            <p:nvPr/>
          </p:nvSpPr>
          <p:spPr>
            <a:xfrm>
              <a:off x="11329416" y="3858768"/>
              <a:ext cx="576072" cy="576072"/>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25" name="椭圆 324">
              <a:extLst>
                <a:ext uri="{FF2B5EF4-FFF2-40B4-BE49-F238E27FC236}">
                  <a16:creationId xmlns:a16="http://schemas.microsoft.com/office/drawing/2014/main" id="{70751F96-A11A-2668-5F6B-D4B0BEF9C23C}"/>
                </a:ext>
              </a:extLst>
            </p:cNvPr>
            <p:cNvSpPr/>
            <p:nvPr/>
          </p:nvSpPr>
          <p:spPr>
            <a:xfrm>
              <a:off x="11329416" y="4592968"/>
              <a:ext cx="576072" cy="576072"/>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31" name="椭圆 330">
              <a:extLst>
                <a:ext uri="{FF2B5EF4-FFF2-40B4-BE49-F238E27FC236}">
                  <a16:creationId xmlns:a16="http://schemas.microsoft.com/office/drawing/2014/main" id="{8F99C41C-D5B4-40B5-C0A6-7CE0761504E2}"/>
                </a:ext>
              </a:extLst>
            </p:cNvPr>
            <p:cNvSpPr/>
            <p:nvPr/>
          </p:nvSpPr>
          <p:spPr>
            <a:xfrm>
              <a:off x="11329416" y="5313048"/>
              <a:ext cx="576072" cy="576072"/>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34" name="椭圆 333">
              <a:extLst>
                <a:ext uri="{FF2B5EF4-FFF2-40B4-BE49-F238E27FC236}">
                  <a16:creationId xmlns:a16="http://schemas.microsoft.com/office/drawing/2014/main" id="{3DAD4BBC-DDDA-1C08-D3D9-38A7FECAD962}"/>
                </a:ext>
              </a:extLst>
            </p:cNvPr>
            <p:cNvSpPr/>
            <p:nvPr/>
          </p:nvSpPr>
          <p:spPr>
            <a:xfrm>
              <a:off x="11329416" y="6033128"/>
              <a:ext cx="576072" cy="576072"/>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grpSp>
      <p:grpSp>
        <p:nvGrpSpPr>
          <p:cNvPr id="40" name="组合 39">
            <a:extLst>
              <a:ext uri="{FF2B5EF4-FFF2-40B4-BE49-F238E27FC236}">
                <a16:creationId xmlns:a16="http://schemas.microsoft.com/office/drawing/2014/main" id="{41F3370F-74A0-B6D7-BCA2-76F5B79A186C}"/>
              </a:ext>
            </a:extLst>
          </p:cNvPr>
          <p:cNvGrpSpPr/>
          <p:nvPr/>
        </p:nvGrpSpPr>
        <p:grpSpPr>
          <a:xfrm>
            <a:off x="8403336" y="3886200"/>
            <a:ext cx="2761488" cy="2723000"/>
            <a:chOff x="8403336" y="3886200"/>
            <a:chExt cx="2761488" cy="2723000"/>
          </a:xfrm>
        </p:grpSpPr>
        <p:sp>
          <p:nvSpPr>
            <p:cNvPr id="254" name="矩形 253">
              <a:extLst>
                <a:ext uri="{FF2B5EF4-FFF2-40B4-BE49-F238E27FC236}">
                  <a16:creationId xmlns:a16="http://schemas.microsoft.com/office/drawing/2014/main" id="{0F83FAD1-2FC1-908C-AA6F-D6FC0ABD008D}"/>
                </a:ext>
              </a:extLst>
            </p:cNvPr>
            <p:cNvSpPr/>
            <p:nvPr/>
          </p:nvSpPr>
          <p:spPr>
            <a:xfrm>
              <a:off x="8403336" y="3886200"/>
              <a:ext cx="2761488" cy="548640"/>
            </a:xfrm>
            <a:prstGeom prst="rect">
              <a:avLst/>
            </a:prstGeom>
            <a:noFill/>
            <a:ln w="25400">
              <a:solidFill>
                <a:srgbClr val="0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23" name="矩形 322">
              <a:extLst>
                <a:ext uri="{FF2B5EF4-FFF2-40B4-BE49-F238E27FC236}">
                  <a16:creationId xmlns:a16="http://schemas.microsoft.com/office/drawing/2014/main" id="{A7E53281-0B90-FCE8-7ADB-C11B312DFD07}"/>
                </a:ext>
              </a:extLst>
            </p:cNvPr>
            <p:cNvSpPr/>
            <p:nvPr/>
          </p:nvSpPr>
          <p:spPr>
            <a:xfrm>
              <a:off x="8403336" y="4620400"/>
              <a:ext cx="2761488" cy="548640"/>
            </a:xfrm>
            <a:prstGeom prst="rect">
              <a:avLst/>
            </a:prstGeom>
            <a:noFill/>
            <a:ln w="25400">
              <a:solidFill>
                <a:srgbClr val="0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29" name="矩形 328">
              <a:extLst>
                <a:ext uri="{FF2B5EF4-FFF2-40B4-BE49-F238E27FC236}">
                  <a16:creationId xmlns:a16="http://schemas.microsoft.com/office/drawing/2014/main" id="{9C0797CB-4991-4DD6-B618-3F9A2D603E4F}"/>
                </a:ext>
              </a:extLst>
            </p:cNvPr>
            <p:cNvSpPr/>
            <p:nvPr/>
          </p:nvSpPr>
          <p:spPr>
            <a:xfrm>
              <a:off x="8403336" y="5340480"/>
              <a:ext cx="2761488" cy="548640"/>
            </a:xfrm>
            <a:prstGeom prst="rect">
              <a:avLst/>
            </a:prstGeom>
            <a:noFill/>
            <a:ln w="25400">
              <a:solidFill>
                <a:srgbClr val="0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32" name="矩形 331">
              <a:extLst>
                <a:ext uri="{FF2B5EF4-FFF2-40B4-BE49-F238E27FC236}">
                  <a16:creationId xmlns:a16="http://schemas.microsoft.com/office/drawing/2014/main" id="{F897F941-9192-E35E-F838-51ACAB8093C8}"/>
                </a:ext>
              </a:extLst>
            </p:cNvPr>
            <p:cNvSpPr/>
            <p:nvPr/>
          </p:nvSpPr>
          <p:spPr>
            <a:xfrm>
              <a:off x="8403336" y="6060560"/>
              <a:ext cx="2761488" cy="548640"/>
            </a:xfrm>
            <a:prstGeom prst="rect">
              <a:avLst/>
            </a:prstGeom>
            <a:noFill/>
            <a:ln w="25400">
              <a:solidFill>
                <a:srgbClr val="0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grpSp>
      <p:cxnSp>
        <p:nvCxnSpPr>
          <p:cNvPr id="61" name="Google Shape;778;p29">
            <a:extLst>
              <a:ext uri="{FF2B5EF4-FFF2-40B4-BE49-F238E27FC236}">
                <a16:creationId xmlns:a16="http://schemas.microsoft.com/office/drawing/2014/main" id="{6FD6D2BF-5AF2-C2DA-908D-CB22B04313F9}"/>
              </a:ext>
            </a:extLst>
          </p:cNvPr>
          <p:cNvCxnSpPr>
            <a:cxnSpLocks/>
          </p:cNvCxnSpPr>
          <p:nvPr/>
        </p:nvCxnSpPr>
        <p:spPr>
          <a:xfrm rot="16200000" flipV="1">
            <a:off x="8415028" y="455331"/>
            <a:ext cx="1164566" cy="2760037"/>
          </a:xfrm>
          <a:prstGeom prst="bentConnector2">
            <a:avLst/>
          </a:prstGeom>
          <a:noFill/>
          <a:ln w="38100" cap="flat" cmpd="sng">
            <a:solidFill>
              <a:srgbClr val="1E344D"/>
            </a:solidFill>
            <a:prstDash val="solid"/>
            <a:round/>
            <a:headEnd type="none" w="med" len="med"/>
            <a:tailEnd type="triangle" w="med" len="med"/>
          </a:ln>
        </p:spPr>
      </p:cxnSp>
      <p:sp>
        <p:nvSpPr>
          <p:cNvPr id="5" name="Google Shape;754;p29">
            <a:extLst>
              <a:ext uri="{FF2B5EF4-FFF2-40B4-BE49-F238E27FC236}">
                <a16:creationId xmlns:a16="http://schemas.microsoft.com/office/drawing/2014/main" id="{C131B4EC-16F7-29C2-1E9F-E13979827131}"/>
              </a:ext>
            </a:extLst>
          </p:cNvPr>
          <p:cNvSpPr/>
          <p:nvPr/>
        </p:nvSpPr>
        <p:spPr>
          <a:xfrm>
            <a:off x="245764" y="2178686"/>
            <a:ext cx="3558600" cy="1519800"/>
          </a:xfrm>
          <a:prstGeom prst="rect">
            <a:avLst/>
          </a:pr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rgbClr val="BFD5C3"/>
              </a:solidFill>
              <a:latin typeface="Alibaba PuHuiTi" pitchFamily="18" charset="-122"/>
              <a:ea typeface="Alibaba PuHuiTi" pitchFamily="18" charset="-122"/>
              <a:cs typeface="Alibaba PuHuiTi" pitchFamily="18" charset="-122"/>
            </a:endParaRPr>
          </a:p>
        </p:txBody>
      </p:sp>
      <p:sp>
        <p:nvSpPr>
          <p:cNvPr id="12" name="Google Shape;758;p29">
            <a:extLst>
              <a:ext uri="{FF2B5EF4-FFF2-40B4-BE49-F238E27FC236}">
                <a16:creationId xmlns:a16="http://schemas.microsoft.com/office/drawing/2014/main" id="{9507D58F-E894-4E58-9C87-4517783C6B18}"/>
              </a:ext>
            </a:extLst>
          </p:cNvPr>
          <p:cNvSpPr/>
          <p:nvPr/>
        </p:nvSpPr>
        <p:spPr>
          <a:xfrm>
            <a:off x="5237189" y="1105786"/>
            <a:ext cx="2329800" cy="344700"/>
          </a:xfrm>
          <a:prstGeom prst="rect">
            <a:avLst/>
          </a:prstGeom>
          <a:solidFill>
            <a:srgbClr val="BB302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solidFill>
                  <a:schemeClr val="bg1"/>
                </a:solidFill>
                <a:latin typeface="Alibaba PuHuiTi" pitchFamily="18" charset="-122"/>
                <a:ea typeface="Alibaba PuHuiTi" pitchFamily="18" charset="-122"/>
                <a:cs typeface="Alibaba PuHuiTi" pitchFamily="18" charset="-122"/>
                <a:sym typeface="Fira Sans Extra Condensed"/>
              </a:rPr>
              <a:t>Industry Attractiveness</a:t>
            </a:r>
            <a:endParaRPr sz="1400"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13" name="Google Shape;759;p29">
            <a:extLst>
              <a:ext uri="{FF2B5EF4-FFF2-40B4-BE49-F238E27FC236}">
                <a16:creationId xmlns:a16="http://schemas.microsoft.com/office/drawing/2014/main" id="{55E625CE-C035-6662-26C1-5E3291CB26BD}"/>
              </a:ext>
            </a:extLst>
          </p:cNvPr>
          <p:cNvSpPr/>
          <p:nvPr/>
        </p:nvSpPr>
        <p:spPr>
          <a:xfrm rot="16200000">
            <a:off x="3539689" y="2635186"/>
            <a:ext cx="2079600" cy="344700"/>
          </a:xfrm>
          <a:prstGeom prst="rect">
            <a:avLst/>
          </a:pr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bg1"/>
                </a:solidFill>
                <a:latin typeface="Alibaba PuHuiTi" pitchFamily="18" charset="-122"/>
                <a:ea typeface="Alibaba PuHuiTi" pitchFamily="18" charset="-122"/>
                <a:cs typeface="Alibaba PuHuiTi" pitchFamily="18" charset="-122"/>
                <a:sym typeface="Fira Sans Extra Condensed"/>
              </a:rPr>
              <a:t>Competitive Strength</a:t>
            </a:r>
            <a:endParaRPr sz="1400"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16" name="Google Shape;760;p29">
            <a:extLst>
              <a:ext uri="{FF2B5EF4-FFF2-40B4-BE49-F238E27FC236}">
                <a16:creationId xmlns:a16="http://schemas.microsoft.com/office/drawing/2014/main" id="{1751B24C-5169-00DB-E7CC-2330EA8D5A4F}"/>
              </a:ext>
            </a:extLst>
          </p:cNvPr>
          <p:cNvSpPr/>
          <p:nvPr/>
        </p:nvSpPr>
        <p:spPr>
          <a:xfrm>
            <a:off x="4872664" y="1550611"/>
            <a:ext cx="976800" cy="814200"/>
          </a:xfrm>
          <a:prstGeom prst="rect">
            <a:avLst/>
          </a:prstGeom>
          <a:solidFill>
            <a:srgbClr val="4F668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Selectively Earnings</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17" name="Google Shape;761;p29">
            <a:extLst>
              <a:ext uri="{FF2B5EF4-FFF2-40B4-BE49-F238E27FC236}">
                <a16:creationId xmlns:a16="http://schemas.microsoft.com/office/drawing/2014/main" id="{FB0D2E32-4D18-464A-458A-947CA6FF78AA}"/>
              </a:ext>
            </a:extLst>
          </p:cNvPr>
          <p:cNvSpPr/>
          <p:nvPr/>
        </p:nvSpPr>
        <p:spPr>
          <a:xfrm>
            <a:off x="5913689" y="1550611"/>
            <a:ext cx="976800" cy="814200"/>
          </a:xfrm>
          <a:prstGeom prst="rect">
            <a:avLst/>
          </a:prstGeom>
          <a:solidFill>
            <a:srgbClr val="1E344D"/>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Invest  Grow</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18" name="Google Shape;762;p29">
            <a:extLst>
              <a:ext uri="{FF2B5EF4-FFF2-40B4-BE49-F238E27FC236}">
                <a16:creationId xmlns:a16="http://schemas.microsoft.com/office/drawing/2014/main" id="{15B931A4-C2D9-BEA4-2891-47B2DC1B87C0}"/>
              </a:ext>
            </a:extLst>
          </p:cNvPr>
          <p:cNvSpPr/>
          <p:nvPr/>
        </p:nvSpPr>
        <p:spPr>
          <a:xfrm>
            <a:off x="6954714" y="1550611"/>
            <a:ext cx="976800" cy="814200"/>
          </a:xfrm>
          <a:prstGeom prst="rect">
            <a:avLst/>
          </a:prstGeom>
          <a:solidFill>
            <a:srgbClr val="1E344D"/>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Invest  Grow</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19" name="Google Shape;763;p29">
            <a:extLst>
              <a:ext uri="{FF2B5EF4-FFF2-40B4-BE49-F238E27FC236}">
                <a16:creationId xmlns:a16="http://schemas.microsoft.com/office/drawing/2014/main" id="{43609B45-7623-46F5-7147-D24A396AB35E}"/>
              </a:ext>
            </a:extLst>
          </p:cNvPr>
          <p:cNvSpPr/>
          <p:nvPr/>
        </p:nvSpPr>
        <p:spPr>
          <a:xfrm>
            <a:off x="4872664" y="2464936"/>
            <a:ext cx="976800" cy="814200"/>
          </a:xfrm>
          <a:prstGeom prst="rect">
            <a:avLst/>
          </a:prstGeom>
          <a:solidFill>
            <a:srgbClr val="1E344D"/>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Harvest  Divest</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0" name="Google Shape;764;p29">
            <a:extLst>
              <a:ext uri="{FF2B5EF4-FFF2-40B4-BE49-F238E27FC236}">
                <a16:creationId xmlns:a16="http://schemas.microsoft.com/office/drawing/2014/main" id="{8BDF81AF-05F9-001F-2598-ADFF0D7AFF1E}"/>
              </a:ext>
            </a:extLst>
          </p:cNvPr>
          <p:cNvSpPr/>
          <p:nvPr/>
        </p:nvSpPr>
        <p:spPr>
          <a:xfrm>
            <a:off x="5913689" y="2464936"/>
            <a:ext cx="976800" cy="814200"/>
          </a:xfrm>
          <a:prstGeom prst="rect">
            <a:avLst/>
          </a:prstGeom>
          <a:solidFill>
            <a:srgbClr val="4F668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Selectively Earnings</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1" name="Google Shape;765;p29">
            <a:extLst>
              <a:ext uri="{FF2B5EF4-FFF2-40B4-BE49-F238E27FC236}">
                <a16:creationId xmlns:a16="http://schemas.microsoft.com/office/drawing/2014/main" id="{EDB07E67-A0C0-4021-EF11-60D6C42006A0}"/>
              </a:ext>
            </a:extLst>
          </p:cNvPr>
          <p:cNvSpPr/>
          <p:nvPr/>
        </p:nvSpPr>
        <p:spPr>
          <a:xfrm>
            <a:off x="6954714" y="2464936"/>
            <a:ext cx="976800" cy="814200"/>
          </a:xfrm>
          <a:prstGeom prst="rect">
            <a:avLst/>
          </a:prstGeom>
          <a:solidFill>
            <a:srgbClr val="1E344D"/>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Invest Grow</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2" name="Google Shape;766;p29">
            <a:extLst>
              <a:ext uri="{FF2B5EF4-FFF2-40B4-BE49-F238E27FC236}">
                <a16:creationId xmlns:a16="http://schemas.microsoft.com/office/drawing/2014/main" id="{BF654AFD-F6CD-3C0D-C737-3B035D417339}"/>
              </a:ext>
            </a:extLst>
          </p:cNvPr>
          <p:cNvSpPr/>
          <p:nvPr/>
        </p:nvSpPr>
        <p:spPr>
          <a:xfrm>
            <a:off x="4872664" y="3379261"/>
            <a:ext cx="976800" cy="814200"/>
          </a:xfrm>
          <a:prstGeom prst="rect">
            <a:avLst/>
          </a:prstGeom>
          <a:solidFill>
            <a:srgbClr val="1E344D"/>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Harvest  Divest</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3" name="Google Shape;767;p29">
            <a:extLst>
              <a:ext uri="{FF2B5EF4-FFF2-40B4-BE49-F238E27FC236}">
                <a16:creationId xmlns:a16="http://schemas.microsoft.com/office/drawing/2014/main" id="{27DDD296-AECB-8DA1-D266-6D53FB9596C8}"/>
              </a:ext>
            </a:extLst>
          </p:cNvPr>
          <p:cNvSpPr/>
          <p:nvPr/>
        </p:nvSpPr>
        <p:spPr>
          <a:xfrm>
            <a:off x="5913689" y="3379261"/>
            <a:ext cx="976800" cy="814200"/>
          </a:xfrm>
          <a:prstGeom prst="rect">
            <a:avLst/>
          </a:prstGeom>
          <a:solidFill>
            <a:srgbClr val="1E344D"/>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Harvest  Divest</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4" name="Google Shape;768;p29">
            <a:extLst>
              <a:ext uri="{FF2B5EF4-FFF2-40B4-BE49-F238E27FC236}">
                <a16:creationId xmlns:a16="http://schemas.microsoft.com/office/drawing/2014/main" id="{9E65F0D4-F94F-0B74-FE62-4DCF77E560D8}"/>
              </a:ext>
            </a:extLst>
          </p:cNvPr>
          <p:cNvSpPr/>
          <p:nvPr/>
        </p:nvSpPr>
        <p:spPr>
          <a:xfrm>
            <a:off x="6954714" y="3379261"/>
            <a:ext cx="976800" cy="814200"/>
          </a:xfrm>
          <a:prstGeom prst="rect">
            <a:avLst/>
          </a:prstGeom>
          <a:solidFill>
            <a:srgbClr val="4F668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200" dirty="0">
                <a:solidFill>
                  <a:schemeClr val="bg1"/>
                </a:solidFill>
                <a:latin typeface="Alibaba PuHuiTi" pitchFamily="18" charset="-122"/>
                <a:ea typeface="Alibaba PuHuiTi" pitchFamily="18" charset="-122"/>
                <a:cs typeface="Alibaba PuHuiTi" pitchFamily="18" charset="-122"/>
                <a:sym typeface="Roboto"/>
              </a:rPr>
              <a:t>Selectively Earnings</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6" name="Google Shape;770;p29">
            <a:extLst>
              <a:ext uri="{FF2B5EF4-FFF2-40B4-BE49-F238E27FC236}">
                <a16:creationId xmlns:a16="http://schemas.microsoft.com/office/drawing/2014/main" id="{E526B9E5-4BBF-0641-503A-9B3DE8CAA995}"/>
              </a:ext>
            </a:extLst>
          </p:cNvPr>
          <p:cNvSpPr/>
          <p:nvPr/>
        </p:nvSpPr>
        <p:spPr>
          <a:xfrm rot="16200000">
            <a:off x="7823139" y="1785361"/>
            <a:ext cx="8031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High</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28" name="Google Shape;771;p29">
            <a:extLst>
              <a:ext uri="{FF2B5EF4-FFF2-40B4-BE49-F238E27FC236}">
                <a16:creationId xmlns:a16="http://schemas.microsoft.com/office/drawing/2014/main" id="{1535EE42-9E9F-6630-E405-962D0E7A89F0}"/>
              </a:ext>
            </a:extLst>
          </p:cNvPr>
          <p:cNvSpPr/>
          <p:nvPr/>
        </p:nvSpPr>
        <p:spPr>
          <a:xfrm rot="16200000">
            <a:off x="7823139" y="3614011"/>
            <a:ext cx="8031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Roboto"/>
              </a:rPr>
              <a:t>Low</a:t>
            </a:r>
            <a:endParaRPr sz="1200" dirty="0">
              <a:solidFill>
                <a:schemeClr val="bg1"/>
              </a:solidFill>
              <a:latin typeface="Alibaba PuHuiTi" pitchFamily="18" charset="-122"/>
              <a:ea typeface="Alibaba PuHuiTi" pitchFamily="18" charset="-122"/>
              <a:cs typeface="Alibaba PuHuiTi" pitchFamily="18" charset="-122"/>
              <a:sym typeface="Roboto"/>
            </a:endParaRPr>
          </a:p>
        </p:txBody>
      </p:sp>
      <p:sp>
        <p:nvSpPr>
          <p:cNvPr id="30" name="Google Shape;772;p29">
            <a:extLst>
              <a:ext uri="{FF2B5EF4-FFF2-40B4-BE49-F238E27FC236}">
                <a16:creationId xmlns:a16="http://schemas.microsoft.com/office/drawing/2014/main" id="{C22E98F0-A4A7-F5FA-1BA6-180D461EA122}"/>
              </a:ext>
            </a:extLst>
          </p:cNvPr>
          <p:cNvSpPr/>
          <p:nvPr/>
        </p:nvSpPr>
        <p:spPr>
          <a:xfrm>
            <a:off x="6000539" y="4293586"/>
            <a:ext cx="8031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Roboto"/>
              </a:rPr>
              <a:t>Medium</a:t>
            </a:r>
            <a:endParaRPr sz="1200" dirty="0">
              <a:solidFill>
                <a:srgbClr val="1E344D"/>
              </a:solidFill>
              <a:latin typeface="Alibaba PuHuiTi" pitchFamily="18" charset="-122"/>
              <a:ea typeface="Alibaba PuHuiTi" pitchFamily="18" charset="-122"/>
              <a:cs typeface="Alibaba PuHuiTi" pitchFamily="18" charset="-122"/>
              <a:sym typeface="Roboto"/>
            </a:endParaRPr>
          </a:p>
        </p:txBody>
      </p:sp>
      <p:sp>
        <p:nvSpPr>
          <p:cNvPr id="31" name="Google Shape;773;p29">
            <a:extLst>
              <a:ext uri="{FF2B5EF4-FFF2-40B4-BE49-F238E27FC236}">
                <a16:creationId xmlns:a16="http://schemas.microsoft.com/office/drawing/2014/main" id="{120571D4-AE9C-4327-8A62-7BBBB511773F}"/>
              </a:ext>
            </a:extLst>
          </p:cNvPr>
          <p:cNvSpPr/>
          <p:nvPr/>
        </p:nvSpPr>
        <p:spPr>
          <a:xfrm>
            <a:off x="7041564" y="4293586"/>
            <a:ext cx="8031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Roboto"/>
              </a:rPr>
              <a:t>High</a:t>
            </a:r>
            <a:endParaRPr sz="1200" dirty="0">
              <a:solidFill>
                <a:srgbClr val="1E344D"/>
              </a:solidFill>
              <a:latin typeface="Alibaba PuHuiTi" pitchFamily="18" charset="-122"/>
              <a:ea typeface="Alibaba PuHuiTi" pitchFamily="18" charset="-122"/>
              <a:cs typeface="Alibaba PuHuiTi" pitchFamily="18" charset="-122"/>
              <a:sym typeface="Roboto"/>
            </a:endParaRPr>
          </a:p>
        </p:txBody>
      </p:sp>
      <p:sp>
        <p:nvSpPr>
          <p:cNvPr id="32" name="Google Shape;774;p29">
            <a:extLst>
              <a:ext uri="{FF2B5EF4-FFF2-40B4-BE49-F238E27FC236}">
                <a16:creationId xmlns:a16="http://schemas.microsoft.com/office/drawing/2014/main" id="{BE50ACAE-8CF2-AC68-0CAF-D502697475C7}"/>
              </a:ext>
            </a:extLst>
          </p:cNvPr>
          <p:cNvSpPr/>
          <p:nvPr/>
        </p:nvSpPr>
        <p:spPr>
          <a:xfrm>
            <a:off x="4959514" y="4293586"/>
            <a:ext cx="803100" cy="34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Roboto"/>
              </a:rPr>
              <a:t>Low</a:t>
            </a:r>
            <a:endParaRPr sz="1200" dirty="0">
              <a:solidFill>
                <a:srgbClr val="1E344D"/>
              </a:solidFill>
              <a:latin typeface="Alibaba PuHuiTi" pitchFamily="18" charset="-122"/>
              <a:ea typeface="Alibaba PuHuiTi" pitchFamily="18" charset="-122"/>
              <a:cs typeface="Alibaba PuHuiTi" pitchFamily="18" charset="-122"/>
              <a:sym typeface="Roboto"/>
            </a:endParaRPr>
          </a:p>
        </p:txBody>
      </p:sp>
      <p:grpSp>
        <p:nvGrpSpPr>
          <p:cNvPr id="33" name="Google Shape;775;p29">
            <a:extLst>
              <a:ext uri="{FF2B5EF4-FFF2-40B4-BE49-F238E27FC236}">
                <a16:creationId xmlns:a16="http://schemas.microsoft.com/office/drawing/2014/main" id="{789EB17B-168D-9E96-A9AA-D5F20B7989E3}"/>
              </a:ext>
            </a:extLst>
          </p:cNvPr>
          <p:cNvGrpSpPr/>
          <p:nvPr/>
        </p:nvGrpSpPr>
        <p:grpSpPr>
          <a:xfrm>
            <a:off x="443464" y="2253949"/>
            <a:ext cx="3150900" cy="1284725"/>
            <a:chOff x="654900" y="2298588"/>
            <a:chExt cx="3150900" cy="1284725"/>
          </a:xfrm>
          <a:solidFill>
            <a:srgbClr val="000000"/>
          </a:solidFill>
        </p:grpSpPr>
        <p:sp>
          <p:nvSpPr>
            <p:cNvPr id="34" name="Google Shape;776;p29">
              <a:extLst>
                <a:ext uri="{FF2B5EF4-FFF2-40B4-BE49-F238E27FC236}">
                  <a16:creationId xmlns:a16="http://schemas.microsoft.com/office/drawing/2014/main" id="{1C20271E-7080-01E2-18F3-A801277E1C53}"/>
                </a:ext>
              </a:extLst>
            </p:cNvPr>
            <p:cNvSpPr txBox="1"/>
            <p:nvPr/>
          </p:nvSpPr>
          <p:spPr>
            <a:xfrm>
              <a:off x="654900" y="2298588"/>
              <a:ext cx="3150900"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dirty="0">
                  <a:solidFill>
                    <a:schemeClr val="bg1"/>
                  </a:solidFill>
                  <a:latin typeface="Alibaba PuHuiTi" pitchFamily="18" charset="-122"/>
                  <a:ea typeface="Alibaba PuHuiTi" pitchFamily="18" charset="-122"/>
                  <a:cs typeface="Alibaba PuHuiTi" pitchFamily="18" charset="-122"/>
                  <a:sym typeface="Fira Sans Extra Condensed"/>
                </a:rPr>
                <a:t>The GE/McKinsey Matrix</a:t>
              </a:r>
              <a:endParaRPr sz="2000"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35" name="Google Shape;777;p29">
              <a:extLst>
                <a:ext uri="{FF2B5EF4-FFF2-40B4-BE49-F238E27FC236}">
                  <a16:creationId xmlns:a16="http://schemas.microsoft.com/office/drawing/2014/main" id="{48EF3722-5EC5-8B82-9773-BE283BE74A73}"/>
                </a:ext>
              </a:extLst>
            </p:cNvPr>
            <p:cNvSpPr txBox="1"/>
            <p:nvPr/>
          </p:nvSpPr>
          <p:spPr>
            <a:xfrm>
              <a:off x="654900" y="2780213"/>
              <a:ext cx="315090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bg1"/>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400" dirty="0">
                <a:solidFill>
                  <a:schemeClr val="bg1"/>
                </a:solidFill>
                <a:latin typeface="Alibaba PuHuiTi" pitchFamily="18" charset="-122"/>
                <a:ea typeface="Alibaba PuHuiTi" pitchFamily="18" charset="-122"/>
                <a:cs typeface="Alibaba PuHuiTi" pitchFamily="18" charset="-122"/>
                <a:sym typeface="Roboto"/>
              </a:endParaRPr>
            </a:p>
          </p:txBody>
        </p:sp>
      </p:grpSp>
      <p:cxnSp>
        <p:nvCxnSpPr>
          <p:cNvPr id="36" name="Google Shape;778;p29">
            <a:extLst>
              <a:ext uri="{FF2B5EF4-FFF2-40B4-BE49-F238E27FC236}">
                <a16:creationId xmlns:a16="http://schemas.microsoft.com/office/drawing/2014/main" id="{C4719A4E-395C-8AF1-0A0A-B6DF458ECBC7}"/>
              </a:ext>
            </a:extLst>
          </p:cNvPr>
          <p:cNvCxnSpPr>
            <a:cxnSpLocks/>
            <a:stCxn id="5" idx="0"/>
            <a:endCxn id="12" idx="1"/>
          </p:cNvCxnSpPr>
          <p:nvPr/>
        </p:nvCxnSpPr>
        <p:spPr>
          <a:xfrm rot="-5400000">
            <a:off x="3180814" y="122336"/>
            <a:ext cx="900600" cy="3212100"/>
          </a:xfrm>
          <a:prstGeom prst="bentConnector2">
            <a:avLst/>
          </a:prstGeom>
          <a:noFill/>
          <a:ln w="38100" cap="flat" cmpd="sng">
            <a:solidFill>
              <a:srgbClr val="1E344D"/>
            </a:solidFill>
            <a:prstDash val="solid"/>
            <a:round/>
            <a:headEnd type="none" w="med" len="med"/>
            <a:tailEnd type="triangle" w="med" len="med"/>
          </a:ln>
        </p:spPr>
      </p:cxnSp>
      <p:cxnSp>
        <p:nvCxnSpPr>
          <p:cNvPr id="37" name="Google Shape;779;p29">
            <a:extLst>
              <a:ext uri="{FF2B5EF4-FFF2-40B4-BE49-F238E27FC236}">
                <a16:creationId xmlns:a16="http://schemas.microsoft.com/office/drawing/2014/main" id="{21C78134-811B-6863-4AF3-2238923B15A2}"/>
              </a:ext>
            </a:extLst>
          </p:cNvPr>
          <p:cNvCxnSpPr>
            <a:cxnSpLocks/>
            <a:endCxn id="13" idx="0"/>
          </p:cNvCxnSpPr>
          <p:nvPr/>
        </p:nvCxnSpPr>
        <p:spPr>
          <a:xfrm>
            <a:off x="3804439" y="2806936"/>
            <a:ext cx="602700" cy="600"/>
          </a:xfrm>
          <a:prstGeom prst="bentConnector3">
            <a:avLst>
              <a:gd name="adj1" fmla="val 50000"/>
            </a:avLst>
          </a:prstGeom>
          <a:noFill/>
          <a:ln w="38100" cap="flat" cmpd="sng">
            <a:solidFill>
              <a:srgbClr val="1E344D"/>
            </a:solidFill>
            <a:prstDash val="solid"/>
            <a:round/>
            <a:headEnd type="none" w="med" len="med"/>
            <a:tailEnd type="triangle" w="med" len="med"/>
          </a:ln>
        </p:spPr>
      </p:cxnSp>
      <p:sp>
        <p:nvSpPr>
          <p:cNvPr id="57" name="Google Shape;754;p29">
            <a:extLst>
              <a:ext uri="{FF2B5EF4-FFF2-40B4-BE49-F238E27FC236}">
                <a16:creationId xmlns:a16="http://schemas.microsoft.com/office/drawing/2014/main" id="{9A426359-4D9F-B2DC-D0B4-97035C05AECA}"/>
              </a:ext>
            </a:extLst>
          </p:cNvPr>
          <p:cNvSpPr/>
          <p:nvPr/>
        </p:nvSpPr>
        <p:spPr>
          <a:xfrm>
            <a:off x="8341996" y="2173793"/>
            <a:ext cx="3558600" cy="1519800"/>
          </a:xfrm>
          <a:prstGeom prst="rect">
            <a:avLst/>
          </a:pr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rgbClr val="BFD5C3"/>
              </a:solidFill>
              <a:latin typeface="Alibaba PuHuiTi" pitchFamily="18" charset="-122"/>
              <a:ea typeface="Alibaba PuHuiTi" pitchFamily="18" charset="-122"/>
              <a:cs typeface="Alibaba PuHuiTi" pitchFamily="18" charset="-122"/>
            </a:endParaRPr>
          </a:p>
        </p:txBody>
      </p:sp>
      <p:grpSp>
        <p:nvGrpSpPr>
          <p:cNvPr id="58" name="Google Shape;775;p29">
            <a:extLst>
              <a:ext uri="{FF2B5EF4-FFF2-40B4-BE49-F238E27FC236}">
                <a16:creationId xmlns:a16="http://schemas.microsoft.com/office/drawing/2014/main" id="{55C6D4BE-135B-80A7-F408-D2EE993BEDFB}"/>
              </a:ext>
            </a:extLst>
          </p:cNvPr>
          <p:cNvGrpSpPr/>
          <p:nvPr/>
        </p:nvGrpSpPr>
        <p:grpSpPr>
          <a:xfrm>
            <a:off x="8573563" y="2265990"/>
            <a:ext cx="3150900" cy="1284725"/>
            <a:chOff x="654900" y="2298588"/>
            <a:chExt cx="3150900" cy="1284725"/>
          </a:xfrm>
        </p:grpSpPr>
        <p:sp>
          <p:nvSpPr>
            <p:cNvPr id="59" name="Google Shape;776;p29">
              <a:extLst>
                <a:ext uri="{FF2B5EF4-FFF2-40B4-BE49-F238E27FC236}">
                  <a16:creationId xmlns:a16="http://schemas.microsoft.com/office/drawing/2014/main" id="{41657368-46DF-7DFF-A7B1-A8B45305A226}"/>
                </a:ext>
              </a:extLst>
            </p:cNvPr>
            <p:cNvSpPr txBox="1"/>
            <p:nvPr/>
          </p:nvSpPr>
          <p:spPr>
            <a:xfrm>
              <a:off x="654900" y="2298588"/>
              <a:ext cx="3150900" cy="481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dirty="0">
                  <a:solidFill>
                    <a:schemeClr val="bg1"/>
                  </a:solidFill>
                  <a:latin typeface="Alibaba PuHuiTi" pitchFamily="18" charset="-122"/>
                  <a:ea typeface="Alibaba PuHuiTi" pitchFamily="18" charset="-122"/>
                  <a:cs typeface="Alibaba PuHuiTi" pitchFamily="18" charset="-122"/>
                  <a:sym typeface="Fira Sans Extra Condensed"/>
                </a:rPr>
                <a:t>The GE/McKinsey Matrix</a:t>
              </a:r>
              <a:endParaRPr sz="2000" dirty="0">
                <a:solidFill>
                  <a:schemeClr val="bg1"/>
                </a:solidFill>
                <a:latin typeface="Alibaba PuHuiTi" pitchFamily="18" charset="-122"/>
                <a:ea typeface="Alibaba PuHuiTi" pitchFamily="18" charset="-122"/>
                <a:cs typeface="Alibaba PuHuiTi" pitchFamily="18" charset="-122"/>
                <a:sym typeface="Fira Sans Extra Condensed"/>
              </a:endParaRPr>
            </a:p>
          </p:txBody>
        </p:sp>
        <p:sp>
          <p:nvSpPr>
            <p:cNvPr id="60" name="Google Shape;777;p29">
              <a:extLst>
                <a:ext uri="{FF2B5EF4-FFF2-40B4-BE49-F238E27FC236}">
                  <a16:creationId xmlns:a16="http://schemas.microsoft.com/office/drawing/2014/main" id="{E171D6AF-8313-783B-057F-1152F483F327}"/>
                </a:ext>
              </a:extLst>
            </p:cNvPr>
            <p:cNvSpPr txBox="1"/>
            <p:nvPr/>
          </p:nvSpPr>
          <p:spPr>
            <a:xfrm>
              <a:off x="654900" y="2780213"/>
              <a:ext cx="3150900" cy="80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400" dirty="0">
                  <a:solidFill>
                    <a:schemeClr val="bg1"/>
                  </a:solidFill>
                  <a:latin typeface="Alibaba PuHuiTi" pitchFamily="18" charset="-122"/>
                  <a:ea typeface="Alibaba PuHuiTi" pitchFamily="18" charset="-122"/>
                  <a:cs typeface="Alibaba PuHuiTi" pitchFamily="18" charset="-122"/>
                  <a:sym typeface="Roboto"/>
                </a:rPr>
                <a:t>Mercury is the closest planet to the Sun and the smallest one in the entire Solar System</a:t>
              </a:r>
              <a:endParaRPr sz="1400" dirty="0">
                <a:solidFill>
                  <a:schemeClr val="bg1"/>
                </a:solidFill>
                <a:latin typeface="Alibaba PuHuiTi" pitchFamily="18" charset="-122"/>
                <a:ea typeface="Alibaba PuHuiTi" pitchFamily="18" charset="-122"/>
                <a:cs typeface="Alibaba PuHuiTi" pitchFamily="18" charset="-122"/>
                <a:sym typeface="Roboto"/>
              </a:endParaRPr>
            </a:p>
          </p:txBody>
        </p:sp>
      </p:grpSp>
      <p:sp>
        <p:nvSpPr>
          <p:cNvPr id="193" name="矩形 192">
            <a:extLst>
              <a:ext uri="{FF2B5EF4-FFF2-40B4-BE49-F238E27FC236}">
                <a16:creationId xmlns:a16="http://schemas.microsoft.com/office/drawing/2014/main" id="{33D0E0F4-E00B-272D-717F-B12AAE9687BB}"/>
              </a:ext>
            </a:extLst>
          </p:cNvPr>
          <p:cNvSpPr/>
          <p:nvPr/>
        </p:nvSpPr>
        <p:spPr>
          <a:xfrm>
            <a:off x="879675" y="4155311"/>
            <a:ext cx="1006997"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194" name="矩形 193">
            <a:extLst>
              <a:ext uri="{FF2B5EF4-FFF2-40B4-BE49-F238E27FC236}">
                <a16:creationId xmlns:a16="http://schemas.microsoft.com/office/drawing/2014/main" id="{18F6497C-B594-BE59-9134-E3CEB88C1E57}"/>
              </a:ext>
            </a:extLst>
          </p:cNvPr>
          <p:cNvSpPr/>
          <p:nvPr/>
        </p:nvSpPr>
        <p:spPr>
          <a:xfrm>
            <a:off x="2230717" y="4155311"/>
            <a:ext cx="1226916"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195" name="矩形 194">
            <a:extLst>
              <a:ext uri="{FF2B5EF4-FFF2-40B4-BE49-F238E27FC236}">
                <a16:creationId xmlns:a16="http://schemas.microsoft.com/office/drawing/2014/main" id="{A1E7D0F6-881D-355E-3A39-6118FF9C775B}"/>
              </a:ext>
            </a:extLst>
          </p:cNvPr>
          <p:cNvSpPr/>
          <p:nvPr/>
        </p:nvSpPr>
        <p:spPr>
          <a:xfrm>
            <a:off x="430517" y="4818966"/>
            <a:ext cx="1108916"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196" name="矩形 195">
            <a:extLst>
              <a:ext uri="{FF2B5EF4-FFF2-40B4-BE49-F238E27FC236}">
                <a16:creationId xmlns:a16="http://schemas.microsoft.com/office/drawing/2014/main" id="{273085E8-CC79-D91B-8B0F-C84A01349A2C}"/>
              </a:ext>
            </a:extLst>
          </p:cNvPr>
          <p:cNvSpPr/>
          <p:nvPr/>
        </p:nvSpPr>
        <p:spPr>
          <a:xfrm>
            <a:off x="1754930" y="4818966"/>
            <a:ext cx="1226916"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197" name="矩形 196">
            <a:extLst>
              <a:ext uri="{FF2B5EF4-FFF2-40B4-BE49-F238E27FC236}">
                <a16:creationId xmlns:a16="http://schemas.microsoft.com/office/drawing/2014/main" id="{971C395A-6073-615A-849C-3F8A24F14451}"/>
              </a:ext>
            </a:extLst>
          </p:cNvPr>
          <p:cNvSpPr/>
          <p:nvPr/>
        </p:nvSpPr>
        <p:spPr>
          <a:xfrm>
            <a:off x="3310837" y="4818966"/>
            <a:ext cx="717153" cy="347241"/>
          </a:xfrm>
          <a:prstGeom prst="rect">
            <a:avLst/>
          </a:prstGeom>
          <a:no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cxnSp>
        <p:nvCxnSpPr>
          <p:cNvPr id="199" name="直线箭头连接符 198">
            <a:extLst>
              <a:ext uri="{FF2B5EF4-FFF2-40B4-BE49-F238E27FC236}">
                <a16:creationId xmlns:a16="http://schemas.microsoft.com/office/drawing/2014/main" id="{8CB5410F-E065-001E-2620-83FCAE71D6F9}"/>
              </a:ext>
            </a:extLst>
          </p:cNvPr>
          <p:cNvCxnSpPr/>
          <p:nvPr/>
        </p:nvCxnSpPr>
        <p:spPr>
          <a:xfrm>
            <a:off x="1608881" y="4548850"/>
            <a:ext cx="0" cy="1261640"/>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200" name="直线箭头连接符 199">
            <a:extLst>
              <a:ext uri="{FF2B5EF4-FFF2-40B4-BE49-F238E27FC236}">
                <a16:creationId xmlns:a16="http://schemas.microsoft.com/office/drawing/2014/main" id="{00C261CB-BF76-2F7F-7B72-970AC7DEBC52}"/>
              </a:ext>
            </a:extLst>
          </p:cNvPr>
          <p:cNvCxnSpPr/>
          <p:nvPr/>
        </p:nvCxnSpPr>
        <p:spPr>
          <a:xfrm>
            <a:off x="3094813" y="4530934"/>
            <a:ext cx="0" cy="1261640"/>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201" name="直线箭头连接符 200">
            <a:extLst>
              <a:ext uri="{FF2B5EF4-FFF2-40B4-BE49-F238E27FC236}">
                <a16:creationId xmlns:a16="http://schemas.microsoft.com/office/drawing/2014/main" id="{ABD94FAF-732E-A6C2-EB17-0E3D57CB9172}"/>
              </a:ext>
            </a:extLst>
          </p:cNvPr>
          <p:cNvCxnSpPr>
            <a:cxnSpLocks/>
            <a:stCxn id="196" idx="2"/>
          </p:cNvCxnSpPr>
          <p:nvPr/>
        </p:nvCxnSpPr>
        <p:spPr>
          <a:xfrm>
            <a:off x="2368388" y="5166207"/>
            <a:ext cx="6345" cy="626367"/>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203" name="直线箭头连接符 202">
            <a:extLst>
              <a:ext uri="{FF2B5EF4-FFF2-40B4-BE49-F238E27FC236}">
                <a16:creationId xmlns:a16="http://schemas.microsoft.com/office/drawing/2014/main" id="{1542FBD5-0F50-1E3A-F690-32A902776B7B}"/>
              </a:ext>
            </a:extLst>
          </p:cNvPr>
          <p:cNvCxnSpPr>
            <a:cxnSpLocks/>
          </p:cNvCxnSpPr>
          <p:nvPr/>
        </p:nvCxnSpPr>
        <p:spPr>
          <a:xfrm>
            <a:off x="934573" y="5166207"/>
            <a:ext cx="6345" cy="626367"/>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204" name="直线箭头连接符 203">
            <a:extLst>
              <a:ext uri="{FF2B5EF4-FFF2-40B4-BE49-F238E27FC236}">
                <a16:creationId xmlns:a16="http://schemas.microsoft.com/office/drawing/2014/main" id="{F33B9F81-EA13-C5D7-4AB8-E30FC7DDF622}"/>
              </a:ext>
            </a:extLst>
          </p:cNvPr>
          <p:cNvCxnSpPr>
            <a:cxnSpLocks/>
          </p:cNvCxnSpPr>
          <p:nvPr/>
        </p:nvCxnSpPr>
        <p:spPr>
          <a:xfrm>
            <a:off x="3670877" y="5166207"/>
            <a:ext cx="6345" cy="626367"/>
          </a:xfrm>
          <a:prstGeom prst="straightConnector1">
            <a:avLst/>
          </a:prstGeom>
          <a:ln w="22225">
            <a:solidFill>
              <a:srgbClr val="BB3023"/>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205" name="圆柱体 204">
            <a:extLst>
              <a:ext uri="{FF2B5EF4-FFF2-40B4-BE49-F238E27FC236}">
                <a16:creationId xmlns:a16="http://schemas.microsoft.com/office/drawing/2014/main" id="{56C15688-FCEB-5EB2-7BFE-71958D7548C7}"/>
              </a:ext>
            </a:extLst>
          </p:cNvPr>
          <p:cNvSpPr/>
          <p:nvPr/>
        </p:nvSpPr>
        <p:spPr>
          <a:xfrm>
            <a:off x="286243" y="5937811"/>
            <a:ext cx="3761772" cy="625033"/>
          </a:xfrm>
          <a:prstGeom prst="can">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dirty="0">
                <a:solidFill>
                  <a:schemeClr val="bg1"/>
                </a:solidFill>
                <a:latin typeface="Alibaba PuHuiTi Medium" pitchFamily="18" charset="-122"/>
                <a:ea typeface="Alibaba PuHuiTi Medium" pitchFamily="18" charset="-122"/>
                <a:cs typeface="Alibaba PuHuiTi Medium" pitchFamily="18" charset="-122"/>
              </a:rPr>
              <a:t>younaozippt</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06" name="文本框 205">
            <a:extLst>
              <a:ext uri="{FF2B5EF4-FFF2-40B4-BE49-F238E27FC236}">
                <a16:creationId xmlns:a16="http://schemas.microsoft.com/office/drawing/2014/main" id="{ABA2BD4C-ADB2-C216-A0BE-80E7FFAAB73B}"/>
              </a:ext>
            </a:extLst>
          </p:cNvPr>
          <p:cNvSpPr txBox="1"/>
          <p:nvPr/>
        </p:nvSpPr>
        <p:spPr>
          <a:xfrm>
            <a:off x="1058932" y="4173033"/>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09" name="文本框 208">
            <a:extLst>
              <a:ext uri="{FF2B5EF4-FFF2-40B4-BE49-F238E27FC236}">
                <a16:creationId xmlns:a16="http://schemas.microsoft.com/office/drawing/2014/main" id="{0E00B585-AE16-AAD1-53B6-2D4C48869A64}"/>
              </a:ext>
            </a:extLst>
          </p:cNvPr>
          <p:cNvSpPr txBox="1"/>
          <p:nvPr/>
        </p:nvSpPr>
        <p:spPr>
          <a:xfrm>
            <a:off x="2567608" y="4173033"/>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10" name="文本框 209">
            <a:extLst>
              <a:ext uri="{FF2B5EF4-FFF2-40B4-BE49-F238E27FC236}">
                <a16:creationId xmlns:a16="http://schemas.microsoft.com/office/drawing/2014/main" id="{60B5E7B9-396E-C6FB-C5E6-FD37DE676E15}"/>
              </a:ext>
            </a:extLst>
          </p:cNvPr>
          <p:cNvSpPr txBox="1"/>
          <p:nvPr/>
        </p:nvSpPr>
        <p:spPr>
          <a:xfrm>
            <a:off x="2063552" y="4869160"/>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11" name="文本框 210">
            <a:extLst>
              <a:ext uri="{FF2B5EF4-FFF2-40B4-BE49-F238E27FC236}">
                <a16:creationId xmlns:a16="http://schemas.microsoft.com/office/drawing/2014/main" id="{54F2BE33-C13D-AD6D-15B5-857A75B5FD3D}"/>
              </a:ext>
            </a:extLst>
          </p:cNvPr>
          <p:cNvSpPr txBox="1"/>
          <p:nvPr/>
        </p:nvSpPr>
        <p:spPr>
          <a:xfrm>
            <a:off x="3359696" y="4869160"/>
            <a:ext cx="659155" cy="307777"/>
          </a:xfrm>
          <a:prstGeom prst="rect">
            <a:avLst/>
          </a:prstGeom>
          <a:noFill/>
          <a:ln>
            <a:noFill/>
          </a:ln>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12" name="文本框 211">
            <a:extLst>
              <a:ext uri="{FF2B5EF4-FFF2-40B4-BE49-F238E27FC236}">
                <a16:creationId xmlns:a16="http://schemas.microsoft.com/office/drawing/2014/main" id="{7670B82E-012B-508E-66C7-631518F76EDD}"/>
              </a:ext>
            </a:extLst>
          </p:cNvPr>
          <p:cNvSpPr txBox="1"/>
          <p:nvPr/>
        </p:nvSpPr>
        <p:spPr>
          <a:xfrm>
            <a:off x="623392" y="4869160"/>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13" name="文本框 212">
            <a:extLst>
              <a:ext uri="{FF2B5EF4-FFF2-40B4-BE49-F238E27FC236}">
                <a16:creationId xmlns:a16="http://schemas.microsoft.com/office/drawing/2014/main" id="{48AAFE41-A8E7-CD68-D04E-2BA1DDDBC14A}"/>
              </a:ext>
            </a:extLst>
          </p:cNvPr>
          <p:cNvSpPr txBox="1"/>
          <p:nvPr/>
        </p:nvSpPr>
        <p:spPr>
          <a:xfrm>
            <a:off x="4573544" y="5129760"/>
            <a:ext cx="468398" cy="707886"/>
          </a:xfrm>
          <a:prstGeom prst="rect">
            <a:avLst/>
          </a:prstGeom>
          <a:noFill/>
        </p:spPr>
        <p:txBody>
          <a:bodyPr wrap="none" rtlCol="0">
            <a:spAutoFit/>
          </a:bodyPr>
          <a:lstStyle/>
          <a:p>
            <a:r>
              <a:rPr kumimoji="1" lang="en-US" altLang="zh-CN" sz="4000" dirty="0">
                <a:solidFill>
                  <a:srgbClr val="BB3023"/>
                </a:solidFill>
                <a:latin typeface="Alibaba PuHuiTi" pitchFamily="18" charset="-122"/>
                <a:ea typeface="Alibaba PuHuiTi" pitchFamily="18" charset="-122"/>
                <a:cs typeface="Alibaba PuHuiTi" pitchFamily="18" charset="-122"/>
              </a:rPr>
              <a:t>+</a:t>
            </a:r>
            <a:endParaRPr kumimoji="1" lang="zh-CN" altLang="en-US" sz="4000" dirty="0">
              <a:solidFill>
                <a:srgbClr val="BB3023"/>
              </a:solidFill>
              <a:latin typeface="Alibaba PuHuiTi" pitchFamily="18" charset="-122"/>
              <a:ea typeface="Alibaba PuHuiTi" pitchFamily="18" charset="-122"/>
              <a:cs typeface="Alibaba PuHuiTi" pitchFamily="18" charset="-122"/>
            </a:endParaRPr>
          </a:p>
        </p:txBody>
      </p:sp>
      <p:sp>
        <p:nvSpPr>
          <p:cNvPr id="215" name="Google Shape;8606;p85">
            <a:extLst>
              <a:ext uri="{FF2B5EF4-FFF2-40B4-BE49-F238E27FC236}">
                <a16:creationId xmlns:a16="http://schemas.microsoft.com/office/drawing/2014/main" id="{D939A7A1-A30C-C462-49D9-C2CC0DA9C6FA}"/>
              </a:ext>
            </a:extLst>
          </p:cNvPr>
          <p:cNvSpPr/>
          <p:nvPr/>
        </p:nvSpPr>
        <p:spPr>
          <a:xfrm>
            <a:off x="5213912" y="5498422"/>
            <a:ext cx="911629" cy="430044"/>
          </a:xfrm>
          <a:custGeom>
            <a:avLst/>
            <a:gdLst/>
            <a:ahLst/>
            <a:cxnLst/>
            <a:rect l="l" t="t" r="r" b="b"/>
            <a:pathLst>
              <a:path w="10741" h="5049" extrusionOk="0">
                <a:moveTo>
                  <a:pt x="1929" y="0"/>
                </a:moveTo>
                <a:cubicBezTo>
                  <a:pt x="1810" y="3048"/>
                  <a:pt x="143" y="4477"/>
                  <a:pt x="143" y="4477"/>
                </a:cubicBezTo>
                <a:cubicBezTo>
                  <a:pt x="24" y="4549"/>
                  <a:pt x="0" y="4692"/>
                  <a:pt x="48" y="4811"/>
                </a:cubicBezTo>
                <a:cubicBezTo>
                  <a:pt x="95" y="4954"/>
                  <a:pt x="191" y="5025"/>
                  <a:pt x="333" y="5049"/>
                </a:cubicBezTo>
                <a:lnTo>
                  <a:pt x="8549" y="5049"/>
                </a:lnTo>
                <a:cubicBezTo>
                  <a:pt x="8621" y="5049"/>
                  <a:pt x="8692" y="5001"/>
                  <a:pt x="8740" y="4954"/>
                </a:cubicBezTo>
                <a:cubicBezTo>
                  <a:pt x="8835" y="4906"/>
                  <a:pt x="10621" y="3358"/>
                  <a:pt x="10740"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rgbClr val="000000"/>
              </a:solidFill>
            </a:endParaRPr>
          </a:p>
        </p:txBody>
      </p:sp>
      <p:sp>
        <p:nvSpPr>
          <p:cNvPr id="216" name="Google Shape;8607;p85">
            <a:extLst>
              <a:ext uri="{FF2B5EF4-FFF2-40B4-BE49-F238E27FC236}">
                <a16:creationId xmlns:a16="http://schemas.microsoft.com/office/drawing/2014/main" id="{B939079D-FC3A-9C11-6C40-FCD4245FE217}"/>
              </a:ext>
            </a:extLst>
          </p:cNvPr>
          <p:cNvSpPr/>
          <p:nvPr/>
        </p:nvSpPr>
        <p:spPr>
          <a:xfrm>
            <a:off x="5375596" y="5285232"/>
            <a:ext cx="751981" cy="160469"/>
          </a:xfrm>
          <a:custGeom>
            <a:avLst/>
            <a:gdLst/>
            <a:ahLst/>
            <a:cxnLst/>
            <a:rect l="l" t="t" r="r" b="b"/>
            <a:pathLst>
              <a:path w="8860" h="1884" extrusionOk="0">
                <a:moveTo>
                  <a:pt x="2197" y="0"/>
                </a:moveTo>
                <a:cubicBezTo>
                  <a:pt x="2025" y="0"/>
                  <a:pt x="1882" y="136"/>
                  <a:pt x="1882" y="312"/>
                </a:cubicBezTo>
                <a:lnTo>
                  <a:pt x="1882" y="622"/>
                </a:lnTo>
                <a:lnTo>
                  <a:pt x="310" y="622"/>
                </a:lnTo>
                <a:cubicBezTo>
                  <a:pt x="299" y="620"/>
                  <a:pt x="288" y="620"/>
                  <a:pt x="278" y="620"/>
                </a:cubicBezTo>
                <a:cubicBezTo>
                  <a:pt x="125" y="620"/>
                  <a:pt x="0" y="775"/>
                  <a:pt x="0" y="931"/>
                </a:cubicBezTo>
                <a:lnTo>
                  <a:pt x="0" y="1884"/>
                </a:lnTo>
                <a:lnTo>
                  <a:pt x="8859" y="1884"/>
                </a:lnTo>
                <a:lnTo>
                  <a:pt x="8859" y="931"/>
                </a:lnTo>
                <a:cubicBezTo>
                  <a:pt x="8835" y="765"/>
                  <a:pt x="8692" y="622"/>
                  <a:pt x="8526" y="622"/>
                </a:cubicBezTo>
                <a:lnTo>
                  <a:pt x="6954" y="622"/>
                </a:lnTo>
                <a:lnTo>
                  <a:pt x="6954" y="336"/>
                </a:lnTo>
                <a:cubicBezTo>
                  <a:pt x="6954" y="169"/>
                  <a:pt x="6835" y="26"/>
                  <a:pt x="6668" y="3"/>
                </a:cubicBezTo>
                <a:cubicBezTo>
                  <a:pt x="6654" y="1"/>
                  <a:pt x="6640" y="0"/>
                  <a:pt x="6627" y="0"/>
                </a:cubicBezTo>
                <a:cubicBezTo>
                  <a:pt x="6454" y="0"/>
                  <a:pt x="6311" y="136"/>
                  <a:pt x="6311" y="312"/>
                </a:cubicBezTo>
                <a:lnTo>
                  <a:pt x="6311" y="622"/>
                </a:lnTo>
                <a:lnTo>
                  <a:pt x="4739" y="622"/>
                </a:lnTo>
                <a:lnTo>
                  <a:pt x="4739" y="336"/>
                </a:lnTo>
                <a:cubicBezTo>
                  <a:pt x="4739" y="169"/>
                  <a:pt x="4620" y="26"/>
                  <a:pt x="4453" y="3"/>
                </a:cubicBezTo>
                <a:cubicBezTo>
                  <a:pt x="4440" y="1"/>
                  <a:pt x="4426" y="0"/>
                  <a:pt x="4412" y="0"/>
                </a:cubicBezTo>
                <a:cubicBezTo>
                  <a:pt x="4239" y="0"/>
                  <a:pt x="4096" y="136"/>
                  <a:pt x="4096" y="312"/>
                </a:cubicBezTo>
                <a:lnTo>
                  <a:pt x="4096" y="622"/>
                </a:lnTo>
                <a:lnTo>
                  <a:pt x="2525" y="622"/>
                </a:lnTo>
                <a:lnTo>
                  <a:pt x="2525" y="336"/>
                </a:lnTo>
                <a:cubicBezTo>
                  <a:pt x="2525" y="145"/>
                  <a:pt x="2405" y="26"/>
                  <a:pt x="2239" y="3"/>
                </a:cubicBezTo>
                <a:cubicBezTo>
                  <a:pt x="2225" y="1"/>
                  <a:pt x="2211" y="0"/>
                  <a:pt x="2197"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217" name="Google Shape;8608;p85">
            <a:extLst>
              <a:ext uri="{FF2B5EF4-FFF2-40B4-BE49-F238E27FC236}">
                <a16:creationId xmlns:a16="http://schemas.microsoft.com/office/drawing/2014/main" id="{988D5507-CEBA-69CF-928E-C963D77C2324}"/>
              </a:ext>
            </a:extLst>
          </p:cNvPr>
          <p:cNvSpPr/>
          <p:nvPr/>
        </p:nvSpPr>
        <p:spPr>
          <a:xfrm>
            <a:off x="5377549" y="5762038"/>
            <a:ext cx="750028" cy="326727"/>
          </a:xfrm>
          <a:custGeom>
            <a:avLst/>
            <a:gdLst/>
            <a:ahLst/>
            <a:cxnLst/>
            <a:rect l="l" t="t" r="r" b="b"/>
            <a:pathLst>
              <a:path w="8837" h="3836" extrusionOk="0">
                <a:moveTo>
                  <a:pt x="8836" y="1"/>
                </a:moveTo>
                <a:cubicBezTo>
                  <a:pt x="8479" y="882"/>
                  <a:pt x="7931" y="1692"/>
                  <a:pt x="7241" y="2359"/>
                </a:cubicBezTo>
                <a:cubicBezTo>
                  <a:pt x="7050" y="2501"/>
                  <a:pt x="6860" y="2573"/>
                  <a:pt x="6645" y="2573"/>
                </a:cubicBezTo>
                <a:lnTo>
                  <a:pt x="1" y="2573"/>
                </a:lnTo>
                <a:lnTo>
                  <a:pt x="1" y="3526"/>
                </a:lnTo>
                <a:cubicBezTo>
                  <a:pt x="1" y="3692"/>
                  <a:pt x="144" y="3835"/>
                  <a:pt x="311" y="3835"/>
                </a:cubicBezTo>
                <a:lnTo>
                  <a:pt x="8503" y="3835"/>
                </a:lnTo>
                <a:cubicBezTo>
                  <a:pt x="8693" y="3835"/>
                  <a:pt x="8836" y="3692"/>
                  <a:pt x="8836" y="3526"/>
                </a:cubicBezTo>
                <a:lnTo>
                  <a:pt x="8836" y="1"/>
                </a:ln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220" name="文本框 219">
            <a:extLst>
              <a:ext uri="{FF2B5EF4-FFF2-40B4-BE49-F238E27FC236}">
                <a16:creationId xmlns:a16="http://schemas.microsoft.com/office/drawing/2014/main" id="{08DF5762-D024-7C80-E72E-5993B82CBC0B}"/>
              </a:ext>
            </a:extLst>
          </p:cNvPr>
          <p:cNvSpPr txBox="1"/>
          <p:nvPr/>
        </p:nvSpPr>
        <p:spPr>
          <a:xfrm>
            <a:off x="5439928" y="5558384"/>
            <a:ext cx="540533" cy="307777"/>
          </a:xfrm>
          <a:prstGeom prst="rect">
            <a:avLst/>
          </a:prstGeom>
          <a:noFill/>
        </p:spPr>
        <p:txBody>
          <a:bodyPr wrap="none" rtlCol="0">
            <a:spAutoFit/>
          </a:bodyPr>
          <a:lstStyle/>
          <a:p>
            <a:r>
              <a:rPr kumimoji="1" lang="en-US" altLang="zh-CN" sz="1400" dirty="0">
                <a:solidFill>
                  <a:schemeClr val="bg1"/>
                </a:solidFill>
                <a:latin typeface="Alibaba PuHuiTi" pitchFamily="18" charset="-122"/>
                <a:ea typeface="Alibaba PuHuiTi" pitchFamily="18" charset="-122"/>
                <a:cs typeface="Alibaba PuHuiTi" pitchFamily="18" charset="-122"/>
              </a:rPr>
              <a:t>PPT </a:t>
            </a:r>
            <a:endParaRPr kumimoji="1" lang="zh-CN" altLang="en-US" sz="1400" dirty="0">
              <a:solidFill>
                <a:schemeClr val="bg1"/>
              </a:solidFill>
              <a:latin typeface="Alibaba PuHuiTi" pitchFamily="18" charset="-122"/>
              <a:ea typeface="Alibaba PuHuiTi" pitchFamily="18" charset="-122"/>
              <a:cs typeface="Alibaba PuHuiTi" pitchFamily="18" charset="-122"/>
            </a:endParaRPr>
          </a:p>
        </p:txBody>
      </p:sp>
      <p:sp>
        <p:nvSpPr>
          <p:cNvPr id="222" name="左中括号 221">
            <a:extLst>
              <a:ext uri="{FF2B5EF4-FFF2-40B4-BE49-F238E27FC236}">
                <a16:creationId xmlns:a16="http://schemas.microsoft.com/office/drawing/2014/main" id="{0AC1C396-885F-921E-2987-EDAB3F77176F}"/>
              </a:ext>
            </a:extLst>
          </p:cNvPr>
          <p:cNvSpPr/>
          <p:nvPr/>
        </p:nvSpPr>
        <p:spPr>
          <a:xfrm rot="16200000">
            <a:off x="6295644" y="2939796"/>
            <a:ext cx="224028" cy="3022092"/>
          </a:xfrm>
          <a:prstGeom prst="leftBracket">
            <a:avLst>
              <a:gd name="adj" fmla="val 208164"/>
            </a:avLst>
          </a:prstGeom>
          <a:ln w="2857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223" name="文本框 222">
            <a:extLst>
              <a:ext uri="{FF2B5EF4-FFF2-40B4-BE49-F238E27FC236}">
                <a16:creationId xmlns:a16="http://schemas.microsoft.com/office/drawing/2014/main" id="{92D72058-638C-D291-3612-DF2E99997BD0}"/>
              </a:ext>
            </a:extLst>
          </p:cNvPr>
          <p:cNvSpPr txBox="1"/>
          <p:nvPr/>
        </p:nvSpPr>
        <p:spPr>
          <a:xfrm>
            <a:off x="5001439" y="4653459"/>
            <a:ext cx="2743418"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a:t>
            </a:r>
            <a:r>
              <a:rPr lang="zh-CN" altLang="en-US" dirty="0">
                <a:solidFill>
                  <a:srgbClr val="1E344D"/>
                </a:solidFill>
              </a:rPr>
              <a:t> </a:t>
            </a:r>
            <a:r>
              <a:rPr lang="en-US" altLang="zh-CN" dirty="0">
                <a:solidFill>
                  <a:srgbClr val="1E344D"/>
                </a:solidFill>
              </a:rPr>
              <a:t>YNZ PPT</a:t>
            </a:r>
            <a:endParaRPr lang="zh-CN" altLang="en-US" dirty="0">
              <a:solidFill>
                <a:srgbClr val="1E344D"/>
              </a:solidFill>
            </a:endParaRPr>
          </a:p>
        </p:txBody>
      </p:sp>
      <p:sp>
        <p:nvSpPr>
          <p:cNvPr id="321" name="文本框 320">
            <a:extLst>
              <a:ext uri="{FF2B5EF4-FFF2-40B4-BE49-F238E27FC236}">
                <a16:creationId xmlns:a16="http://schemas.microsoft.com/office/drawing/2014/main" id="{D1369038-3CEE-C693-98B9-494AE0408BAD}"/>
              </a:ext>
            </a:extLst>
          </p:cNvPr>
          <p:cNvSpPr txBox="1"/>
          <p:nvPr/>
        </p:nvSpPr>
        <p:spPr>
          <a:xfrm>
            <a:off x="8455152" y="3918936"/>
            <a:ext cx="2691384" cy="461665"/>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24" name="文本框 323">
            <a:extLst>
              <a:ext uri="{FF2B5EF4-FFF2-40B4-BE49-F238E27FC236}">
                <a16:creationId xmlns:a16="http://schemas.microsoft.com/office/drawing/2014/main" id="{B1850B00-4BE7-A9ED-65E5-49A46217348C}"/>
              </a:ext>
            </a:extLst>
          </p:cNvPr>
          <p:cNvSpPr txBox="1"/>
          <p:nvPr/>
        </p:nvSpPr>
        <p:spPr>
          <a:xfrm>
            <a:off x="8455152" y="4653136"/>
            <a:ext cx="2691384" cy="461665"/>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30" name="文本框 329">
            <a:extLst>
              <a:ext uri="{FF2B5EF4-FFF2-40B4-BE49-F238E27FC236}">
                <a16:creationId xmlns:a16="http://schemas.microsoft.com/office/drawing/2014/main" id="{EC8FD43B-E845-FF83-4E08-9F9E74A94628}"/>
              </a:ext>
            </a:extLst>
          </p:cNvPr>
          <p:cNvSpPr txBox="1"/>
          <p:nvPr/>
        </p:nvSpPr>
        <p:spPr>
          <a:xfrm>
            <a:off x="8455152" y="5373216"/>
            <a:ext cx="2691384" cy="461665"/>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33" name="文本框 332">
            <a:extLst>
              <a:ext uri="{FF2B5EF4-FFF2-40B4-BE49-F238E27FC236}">
                <a16:creationId xmlns:a16="http://schemas.microsoft.com/office/drawing/2014/main" id="{26DC5D84-6B0C-7323-1DC4-66ACE5D46C7A}"/>
              </a:ext>
            </a:extLst>
          </p:cNvPr>
          <p:cNvSpPr txBox="1"/>
          <p:nvPr/>
        </p:nvSpPr>
        <p:spPr>
          <a:xfrm>
            <a:off x="8455152" y="6093296"/>
            <a:ext cx="2691384" cy="461665"/>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36" name="Google Shape;8590;p85">
            <a:extLst>
              <a:ext uri="{FF2B5EF4-FFF2-40B4-BE49-F238E27FC236}">
                <a16:creationId xmlns:a16="http://schemas.microsoft.com/office/drawing/2014/main" id="{DE114489-8210-6953-275B-4574997F7A22}"/>
              </a:ext>
            </a:extLst>
          </p:cNvPr>
          <p:cNvSpPr/>
          <p:nvPr/>
        </p:nvSpPr>
        <p:spPr>
          <a:xfrm>
            <a:off x="639719" y="1158226"/>
            <a:ext cx="78129" cy="223159"/>
          </a:xfrm>
          <a:custGeom>
            <a:avLst/>
            <a:gdLst/>
            <a:ahLst/>
            <a:cxnLst/>
            <a:rect l="l" t="t" r="r" b="b"/>
            <a:pathLst>
              <a:path w="2406" h="6848" extrusionOk="0">
                <a:moveTo>
                  <a:pt x="337" y="1"/>
                </a:moveTo>
                <a:cubicBezTo>
                  <a:pt x="256" y="1"/>
                  <a:pt x="179" y="30"/>
                  <a:pt x="119" y="90"/>
                </a:cubicBezTo>
                <a:cubicBezTo>
                  <a:pt x="0" y="209"/>
                  <a:pt x="0" y="399"/>
                  <a:pt x="119" y="542"/>
                </a:cubicBezTo>
                <a:cubicBezTo>
                  <a:pt x="1715" y="2114"/>
                  <a:pt x="1715" y="4710"/>
                  <a:pt x="119" y="6305"/>
                </a:cubicBezTo>
                <a:cubicBezTo>
                  <a:pt x="0" y="6424"/>
                  <a:pt x="0" y="6615"/>
                  <a:pt x="119" y="6758"/>
                </a:cubicBezTo>
                <a:cubicBezTo>
                  <a:pt x="179" y="6817"/>
                  <a:pt x="262" y="6847"/>
                  <a:pt x="345" y="6847"/>
                </a:cubicBezTo>
                <a:cubicBezTo>
                  <a:pt x="429" y="6847"/>
                  <a:pt x="512" y="6817"/>
                  <a:pt x="572" y="6758"/>
                </a:cubicBezTo>
                <a:cubicBezTo>
                  <a:pt x="2405" y="4900"/>
                  <a:pt x="2405" y="1924"/>
                  <a:pt x="572" y="90"/>
                </a:cubicBezTo>
                <a:cubicBezTo>
                  <a:pt x="500" y="30"/>
                  <a:pt x="417" y="1"/>
                  <a:pt x="3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37" name="Google Shape;8591;p85">
            <a:extLst>
              <a:ext uri="{FF2B5EF4-FFF2-40B4-BE49-F238E27FC236}">
                <a16:creationId xmlns:a16="http://schemas.microsoft.com/office/drawing/2014/main" id="{36072C6F-C3B2-9148-1C4C-F87CD1CB5D65}"/>
              </a:ext>
            </a:extLst>
          </p:cNvPr>
          <p:cNvSpPr/>
          <p:nvPr/>
        </p:nvSpPr>
        <p:spPr>
          <a:xfrm>
            <a:off x="596402" y="1201695"/>
            <a:ext cx="54164" cy="136216"/>
          </a:xfrm>
          <a:custGeom>
            <a:avLst/>
            <a:gdLst/>
            <a:ahLst/>
            <a:cxnLst/>
            <a:rect l="l" t="t" r="r" b="b"/>
            <a:pathLst>
              <a:path w="1668" h="4180" extrusionOk="0">
                <a:moveTo>
                  <a:pt x="337" y="0"/>
                </a:moveTo>
                <a:cubicBezTo>
                  <a:pt x="257" y="0"/>
                  <a:pt x="179" y="30"/>
                  <a:pt x="120" y="89"/>
                </a:cubicBezTo>
                <a:cubicBezTo>
                  <a:pt x="1" y="209"/>
                  <a:pt x="1" y="399"/>
                  <a:pt x="120" y="542"/>
                </a:cubicBezTo>
                <a:cubicBezTo>
                  <a:pt x="977" y="1375"/>
                  <a:pt x="977" y="2780"/>
                  <a:pt x="120" y="3638"/>
                </a:cubicBezTo>
                <a:cubicBezTo>
                  <a:pt x="1" y="3757"/>
                  <a:pt x="1" y="3971"/>
                  <a:pt x="120" y="4090"/>
                </a:cubicBezTo>
                <a:cubicBezTo>
                  <a:pt x="179" y="4150"/>
                  <a:pt x="257" y="4180"/>
                  <a:pt x="337" y="4180"/>
                </a:cubicBezTo>
                <a:cubicBezTo>
                  <a:pt x="417" y="4180"/>
                  <a:pt x="501" y="4150"/>
                  <a:pt x="572" y="4090"/>
                </a:cubicBezTo>
                <a:cubicBezTo>
                  <a:pt x="1668" y="2971"/>
                  <a:pt x="1668" y="1185"/>
                  <a:pt x="572" y="89"/>
                </a:cubicBezTo>
                <a:cubicBezTo>
                  <a:pt x="501" y="30"/>
                  <a:pt x="417" y="0"/>
                  <a:pt x="3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38" name="Google Shape;8592;p85">
            <a:extLst>
              <a:ext uri="{FF2B5EF4-FFF2-40B4-BE49-F238E27FC236}">
                <a16:creationId xmlns:a16="http://schemas.microsoft.com/office/drawing/2014/main" id="{68D61871-53D6-4657-B57E-C1A781C4E7CC}"/>
              </a:ext>
            </a:extLst>
          </p:cNvPr>
          <p:cNvSpPr/>
          <p:nvPr/>
        </p:nvSpPr>
        <p:spPr>
          <a:xfrm>
            <a:off x="354358" y="1197622"/>
            <a:ext cx="61113" cy="143678"/>
          </a:xfrm>
          <a:custGeom>
            <a:avLst/>
            <a:gdLst/>
            <a:ahLst/>
            <a:cxnLst/>
            <a:rect l="l" t="t" r="r" b="b"/>
            <a:pathLst>
              <a:path w="1882" h="4409" extrusionOk="0">
                <a:moveTo>
                  <a:pt x="310" y="0"/>
                </a:moveTo>
                <a:cubicBezTo>
                  <a:pt x="143" y="0"/>
                  <a:pt x="1" y="143"/>
                  <a:pt x="1" y="334"/>
                </a:cubicBezTo>
                <a:lnTo>
                  <a:pt x="1" y="4096"/>
                </a:lnTo>
                <a:cubicBezTo>
                  <a:pt x="1" y="4252"/>
                  <a:pt x="126" y="4408"/>
                  <a:pt x="278" y="4408"/>
                </a:cubicBezTo>
                <a:cubicBezTo>
                  <a:pt x="289" y="4408"/>
                  <a:pt x="299" y="4407"/>
                  <a:pt x="310" y="4406"/>
                </a:cubicBezTo>
                <a:lnTo>
                  <a:pt x="1882" y="4406"/>
                </a:lnTo>
                <a:lnTo>
                  <a:pt x="188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39" name="Google Shape;8593;p85">
            <a:extLst>
              <a:ext uri="{FF2B5EF4-FFF2-40B4-BE49-F238E27FC236}">
                <a16:creationId xmlns:a16="http://schemas.microsoft.com/office/drawing/2014/main" id="{128233FC-3AB3-7A9D-9B07-954F8C404939}"/>
              </a:ext>
            </a:extLst>
          </p:cNvPr>
          <p:cNvSpPr/>
          <p:nvPr/>
        </p:nvSpPr>
        <p:spPr>
          <a:xfrm>
            <a:off x="436316" y="1115896"/>
            <a:ext cx="102905" cy="307268"/>
          </a:xfrm>
          <a:custGeom>
            <a:avLst/>
            <a:gdLst/>
            <a:ahLst/>
            <a:cxnLst/>
            <a:rect l="l" t="t" r="r" b="b"/>
            <a:pathLst>
              <a:path w="3169" h="9429" extrusionOk="0">
                <a:moveTo>
                  <a:pt x="2859" y="1"/>
                </a:moveTo>
                <a:cubicBezTo>
                  <a:pt x="2770" y="1"/>
                  <a:pt x="2681" y="40"/>
                  <a:pt x="2621" y="127"/>
                </a:cubicBezTo>
                <a:cubicBezTo>
                  <a:pt x="2001" y="936"/>
                  <a:pt x="811" y="2175"/>
                  <a:pt x="1" y="2460"/>
                </a:cubicBezTo>
                <a:lnTo>
                  <a:pt x="1" y="6985"/>
                </a:lnTo>
                <a:cubicBezTo>
                  <a:pt x="811" y="7271"/>
                  <a:pt x="2001" y="8486"/>
                  <a:pt x="2621" y="9319"/>
                </a:cubicBezTo>
                <a:cubicBezTo>
                  <a:pt x="2679" y="9395"/>
                  <a:pt x="2765" y="9429"/>
                  <a:pt x="2851" y="9429"/>
                </a:cubicBezTo>
                <a:cubicBezTo>
                  <a:pt x="3009" y="9429"/>
                  <a:pt x="3168" y="9314"/>
                  <a:pt x="3168" y="9129"/>
                </a:cubicBezTo>
                <a:lnTo>
                  <a:pt x="3168" y="317"/>
                </a:lnTo>
                <a:cubicBezTo>
                  <a:pt x="3168" y="120"/>
                  <a:pt x="3014" y="1"/>
                  <a:pt x="285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40" name="Google Shape;8594;p85">
            <a:extLst>
              <a:ext uri="{FF2B5EF4-FFF2-40B4-BE49-F238E27FC236}">
                <a16:creationId xmlns:a16="http://schemas.microsoft.com/office/drawing/2014/main" id="{DD784A17-7015-CC01-4ECF-9B9985323351}"/>
              </a:ext>
            </a:extLst>
          </p:cNvPr>
          <p:cNvSpPr/>
          <p:nvPr/>
        </p:nvSpPr>
        <p:spPr>
          <a:xfrm>
            <a:off x="560066" y="1234868"/>
            <a:ext cx="20133" cy="70650"/>
          </a:xfrm>
          <a:custGeom>
            <a:avLst/>
            <a:gdLst/>
            <a:ahLst/>
            <a:cxnLst/>
            <a:rect l="l" t="t" r="r" b="b"/>
            <a:pathLst>
              <a:path w="620" h="2168" extrusionOk="0">
                <a:moveTo>
                  <a:pt x="0" y="0"/>
                </a:moveTo>
                <a:lnTo>
                  <a:pt x="0" y="2167"/>
                </a:lnTo>
                <a:cubicBezTo>
                  <a:pt x="381" y="1929"/>
                  <a:pt x="619" y="1524"/>
                  <a:pt x="619" y="1072"/>
                </a:cubicBezTo>
                <a:cubicBezTo>
                  <a:pt x="619" y="619"/>
                  <a:pt x="381" y="21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48" name="Google Shape;8763;p85">
            <a:extLst>
              <a:ext uri="{FF2B5EF4-FFF2-40B4-BE49-F238E27FC236}">
                <a16:creationId xmlns:a16="http://schemas.microsoft.com/office/drawing/2014/main" id="{5771535C-AFF8-F537-E999-FFEC0651B4A8}"/>
              </a:ext>
            </a:extLst>
          </p:cNvPr>
          <p:cNvSpPr/>
          <p:nvPr/>
        </p:nvSpPr>
        <p:spPr>
          <a:xfrm>
            <a:off x="7279377" y="5321808"/>
            <a:ext cx="445421" cy="453675"/>
          </a:xfrm>
          <a:custGeom>
            <a:avLst/>
            <a:gdLst/>
            <a:ahLst/>
            <a:cxnLst/>
            <a:rect l="l" t="t" r="r" b="b"/>
            <a:pathLst>
              <a:path w="7098" h="7204" extrusionOk="0">
                <a:moveTo>
                  <a:pt x="4323" y="0"/>
                </a:moveTo>
                <a:cubicBezTo>
                  <a:pt x="3680" y="0"/>
                  <a:pt x="3037" y="244"/>
                  <a:pt x="2549" y="732"/>
                </a:cubicBezTo>
                <a:lnTo>
                  <a:pt x="2549" y="756"/>
                </a:lnTo>
                <a:lnTo>
                  <a:pt x="382" y="2923"/>
                </a:lnTo>
                <a:lnTo>
                  <a:pt x="382" y="2947"/>
                </a:lnTo>
                <a:cubicBezTo>
                  <a:pt x="538" y="2919"/>
                  <a:pt x="697" y="2905"/>
                  <a:pt x="856" y="2905"/>
                </a:cubicBezTo>
                <a:cubicBezTo>
                  <a:pt x="1231" y="2905"/>
                  <a:pt x="1610" y="2980"/>
                  <a:pt x="1977" y="3114"/>
                </a:cubicBezTo>
                <a:lnTo>
                  <a:pt x="3454" y="1637"/>
                </a:lnTo>
                <a:cubicBezTo>
                  <a:pt x="3731" y="1361"/>
                  <a:pt x="4040" y="1245"/>
                  <a:pt x="4336" y="1245"/>
                </a:cubicBezTo>
                <a:cubicBezTo>
                  <a:pt x="5314" y="1245"/>
                  <a:pt x="6154" y="2509"/>
                  <a:pt x="5240" y="3423"/>
                </a:cubicBezTo>
                <a:cubicBezTo>
                  <a:pt x="5171" y="3493"/>
                  <a:pt x="3066" y="5597"/>
                  <a:pt x="3045" y="5597"/>
                </a:cubicBezTo>
                <a:cubicBezTo>
                  <a:pt x="3044" y="5597"/>
                  <a:pt x="3045" y="5595"/>
                  <a:pt x="3049" y="5590"/>
                </a:cubicBezTo>
                <a:lnTo>
                  <a:pt x="3049" y="5590"/>
                </a:lnTo>
                <a:cubicBezTo>
                  <a:pt x="2811" y="5841"/>
                  <a:pt x="2490" y="5966"/>
                  <a:pt x="2165" y="5966"/>
                </a:cubicBezTo>
                <a:cubicBezTo>
                  <a:pt x="1841" y="5966"/>
                  <a:pt x="1513" y="5841"/>
                  <a:pt x="1263" y="5590"/>
                </a:cubicBezTo>
                <a:cubicBezTo>
                  <a:pt x="1144" y="5471"/>
                  <a:pt x="983" y="5412"/>
                  <a:pt x="822" y="5412"/>
                </a:cubicBezTo>
                <a:cubicBezTo>
                  <a:pt x="662" y="5412"/>
                  <a:pt x="501" y="5471"/>
                  <a:pt x="382" y="5590"/>
                </a:cubicBezTo>
                <a:lnTo>
                  <a:pt x="1" y="5971"/>
                </a:lnTo>
                <a:cubicBezTo>
                  <a:pt x="96" y="6162"/>
                  <a:pt x="215" y="6329"/>
                  <a:pt x="382" y="6472"/>
                </a:cubicBezTo>
                <a:cubicBezTo>
                  <a:pt x="870" y="6960"/>
                  <a:pt x="1507" y="7204"/>
                  <a:pt x="2144" y="7204"/>
                </a:cubicBezTo>
                <a:cubicBezTo>
                  <a:pt x="2781" y="7204"/>
                  <a:pt x="3418" y="6960"/>
                  <a:pt x="3906" y="6472"/>
                </a:cubicBezTo>
                <a:lnTo>
                  <a:pt x="3930" y="6472"/>
                </a:lnTo>
                <a:lnTo>
                  <a:pt x="6097" y="4304"/>
                </a:lnTo>
                <a:cubicBezTo>
                  <a:pt x="7098" y="3304"/>
                  <a:pt x="7098" y="1733"/>
                  <a:pt x="6097" y="732"/>
                </a:cubicBezTo>
                <a:cubicBezTo>
                  <a:pt x="5609" y="244"/>
                  <a:pt x="4966" y="0"/>
                  <a:pt x="4323"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49" name="Google Shape;8764;p85">
            <a:extLst>
              <a:ext uri="{FF2B5EF4-FFF2-40B4-BE49-F238E27FC236}">
                <a16:creationId xmlns:a16="http://schemas.microsoft.com/office/drawing/2014/main" id="{A58BCB1F-A82C-A86C-A3A4-E2158BB77B43}"/>
              </a:ext>
            </a:extLst>
          </p:cNvPr>
          <p:cNvSpPr/>
          <p:nvPr/>
        </p:nvSpPr>
        <p:spPr>
          <a:xfrm>
            <a:off x="7020834" y="5544866"/>
            <a:ext cx="445421" cy="453926"/>
          </a:xfrm>
          <a:custGeom>
            <a:avLst/>
            <a:gdLst/>
            <a:ahLst/>
            <a:cxnLst/>
            <a:rect l="l" t="t" r="r" b="b"/>
            <a:pathLst>
              <a:path w="7098" h="7208" extrusionOk="0">
                <a:moveTo>
                  <a:pt x="4942" y="0"/>
                </a:moveTo>
                <a:cubicBezTo>
                  <a:pt x="4300" y="0"/>
                  <a:pt x="3657" y="239"/>
                  <a:pt x="3168" y="715"/>
                </a:cubicBezTo>
                <a:lnTo>
                  <a:pt x="977" y="2906"/>
                </a:lnTo>
                <a:cubicBezTo>
                  <a:pt x="1" y="3882"/>
                  <a:pt x="1" y="5478"/>
                  <a:pt x="977" y="6454"/>
                </a:cubicBezTo>
                <a:cubicBezTo>
                  <a:pt x="1469" y="6957"/>
                  <a:pt x="2116" y="7207"/>
                  <a:pt x="2766" y="7207"/>
                </a:cubicBezTo>
                <a:cubicBezTo>
                  <a:pt x="3408" y="7207"/>
                  <a:pt x="4052" y="6963"/>
                  <a:pt x="4550" y="6478"/>
                </a:cubicBezTo>
                <a:lnTo>
                  <a:pt x="6717" y="4287"/>
                </a:lnTo>
                <a:lnTo>
                  <a:pt x="6717" y="4263"/>
                </a:lnTo>
                <a:cubicBezTo>
                  <a:pt x="6560" y="4292"/>
                  <a:pt x="6402" y="4305"/>
                  <a:pt x="6243" y="4305"/>
                </a:cubicBezTo>
                <a:cubicBezTo>
                  <a:pt x="5868" y="4305"/>
                  <a:pt x="5489" y="4230"/>
                  <a:pt x="5121" y="4097"/>
                </a:cubicBezTo>
                <a:lnTo>
                  <a:pt x="3645" y="5573"/>
                </a:lnTo>
                <a:cubicBezTo>
                  <a:pt x="3368" y="5850"/>
                  <a:pt x="3059" y="5966"/>
                  <a:pt x="2763" y="5966"/>
                </a:cubicBezTo>
                <a:cubicBezTo>
                  <a:pt x="1784" y="5966"/>
                  <a:pt x="945" y="4701"/>
                  <a:pt x="1859" y="3787"/>
                </a:cubicBezTo>
                <a:lnTo>
                  <a:pt x="4026" y="1596"/>
                </a:lnTo>
                <a:cubicBezTo>
                  <a:pt x="4276" y="1358"/>
                  <a:pt x="4603" y="1239"/>
                  <a:pt x="4928" y="1239"/>
                </a:cubicBezTo>
                <a:cubicBezTo>
                  <a:pt x="5252" y="1239"/>
                  <a:pt x="5574" y="1358"/>
                  <a:pt x="5812" y="1596"/>
                </a:cubicBezTo>
                <a:cubicBezTo>
                  <a:pt x="5943" y="1727"/>
                  <a:pt x="6109" y="1792"/>
                  <a:pt x="6273" y="1792"/>
                </a:cubicBezTo>
                <a:cubicBezTo>
                  <a:pt x="6437" y="1792"/>
                  <a:pt x="6598" y="1727"/>
                  <a:pt x="6717" y="1596"/>
                </a:cubicBezTo>
                <a:lnTo>
                  <a:pt x="7098" y="1215"/>
                </a:lnTo>
                <a:cubicBezTo>
                  <a:pt x="7002" y="1048"/>
                  <a:pt x="6860" y="858"/>
                  <a:pt x="6717" y="715"/>
                </a:cubicBezTo>
                <a:cubicBezTo>
                  <a:pt x="6228" y="239"/>
                  <a:pt x="5585" y="0"/>
                  <a:pt x="4942"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52" name="文本框 351">
            <a:extLst>
              <a:ext uri="{FF2B5EF4-FFF2-40B4-BE49-F238E27FC236}">
                <a16:creationId xmlns:a16="http://schemas.microsoft.com/office/drawing/2014/main" id="{719A9239-5390-BBFD-514F-57DE58230F68}"/>
              </a:ext>
            </a:extLst>
          </p:cNvPr>
          <p:cNvSpPr txBox="1"/>
          <p:nvPr/>
        </p:nvSpPr>
        <p:spPr>
          <a:xfrm>
            <a:off x="6528048" y="5129760"/>
            <a:ext cx="468398" cy="707886"/>
          </a:xfrm>
          <a:prstGeom prst="rect">
            <a:avLst/>
          </a:prstGeom>
          <a:noFill/>
        </p:spPr>
        <p:txBody>
          <a:bodyPr wrap="none" rtlCol="0">
            <a:spAutoFit/>
          </a:bodyPr>
          <a:lstStyle/>
          <a:p>
            <a:r>
              <a:rPr kumimoji="1" lang="en-US" altLang="zh-CN" sz="4000" dirty="0">
                <a:solidFill>
                  <a:srgbClr val="BB3023"/>
                </a:solidFill>
                <a:latin typeface="Alibaba PuHuiTi" pitchFamily="18" charset="-122"/>
                <a:ea typeface="Alibaba PuHuiTi" pitchFamily="18" charset="-122"/>
                <a:cs typeface="Alibaba PuHuiTi" pitchFamily="18" charset="-122"/>
              </a:rPr>
              <a:t>+</a:t>
            </a:r>
            <a:endParaRPr kumimoji="1" lang="zh-CN" altLang="en-US" sz="4000" dirty="0">
              <a:solidFill>
                <a:srgbClr val="BB3023"/>
              </a:solidFill>
              <a:latin typeface="Alibaba PuHuiTi" pitchFamily="18" charset="-122"/>
              <a:ea typeface="Alibaba PuHuiTi" pitchFamily="18" charset="-122"/>
              <a:cs typeface="Alibaba PuHuiTi" pitchFamily="18" charset="-122"/>
            </a:endParaRPr>
          </a:p>
        </p:txBody>
      </p:sp>
      <p:grpSp>
        <p:nvGrpSpPr>
          <p:cNvPr id="42" name="组合 41">
            <a:extLst>
              <a:ext uri="{FF2B5EF4-FFF2-40B4-BE49-F238E27FC236}">
                <a16:creationId xmlns:a16="http://schemas.microsoft.com/office/drawing/2014/main" id="{80B88C3E-1AD6-9ED5-F9B8-E45FA20EAC2C}"/>
              </a:ext>
            </a:extLst>
          </p:cNvPr>
          <p:cNvGrpSpPr/>
          <p:nvPr/>
        </p:nvGrpSpPr>
        <p:grpSpPr>
          <a:xfrm>
            <a:off x="11438615" y="3966746"/>
            <a:ext cx="371745" cy="2507801"/>
            <a:chOff x="11438615" y="3966746"/>
            <a:chExt cx="371745" cy="2507801"/>
          </a:xfrm>
          <a:solidFill>
            <a:schemeClr val="bg1"/>
          </a:solidFill>
        </p:grpSpPr>
        <p:sp>
          <p:nvSpPr>
            <p:cNvPr id="354" name="Google Shape;8654;p85">
              <a:extLst>
                <a:ext uri="{FF2B5EF4-FFF2-40B4-BE49-F238E27FC236}">
                  <a16:creationId xmlns:a16="http://schemas.microsoft.com/office/drawing/2014/main" id="{925DA8A6-7CCF-BDF1-1FA2-709038FBCEF1}"/>
                </a:ext>
              </a:extLst>
            </p:cNvPr>
            <p:cNvSpPr/>
            <p:nvPr/>
          </p:nvSpPr>
          <p:spPr>
            <a:xfrm>
              <a:off x="11512727" y="3966746"/>
              <a:ext cx="224320" cy="349240"/>
            </a:xfrm>
            <a:custGeom>
              <a:avLst/>
              <a:gdLst/>
              <a:ahLst/>
              <a:cxnLst/>
              <a:rect l="l" t="t" r="r" b="b"/>
              <a:pathLst>
                <a:path w="6908" h="10717" extrusionOk="0">
                  <a:moveTo>
                    <a:pt x="3454" y="0"/>
                  </a:moveTo>
                  <a:cubicBezTo>
                    <a:pt x="1549" y="0"/>
                    <a:pt x="1" y="1548"/>
                    <a:pt x="1" y="3453"/>
                  </a:cubicBezTo>
                  <a:lnTo>
                    <a:pt x="1" y="7883"/>
                  </a:lnTo>
                  <a:cubicBezTo>
                    <a:pt x="1" y="8049"/>
                    <a:pt x="144" y="8192"/>
                    <a:pt x="311" y="8192"/>
                  </a:cubicBezTo>
                  <a:lnTo>
                    <a:pt x="954" y="8192"/>
                  </a:lnTo>
                  <a:cubicBezTo>
                    <a:pt x="1120" y="8192"/>
                    <a:pt x="1263" y="8049"/>
                    <a:pt x="1263" y="7883"/>
                  </a:cubicBezTo>
                  <a:lnTo>
                    <a:pt x="1263" y="4096"/>
                  </a:lnTo>
                  <a:cubicBezTo>
                    <a:pt x="1263" y="3930"/>
                    <a:pt x="1120" y="3787"/>
                    <a:pt x="954" y="3787"/>
                  </a:cubicBezTo>
                  <a:lnTo>
                    <a:pt x="644" y="3787"/>
                  </a:lnTo>
                  <a:lnTo>
                    <a:pt x="644" y="3453"/>
                  </a:lnTo>
                  <a:cubicBezTo>
                    <a:pt x="644" y="1905"/>
                    <a:pt x="1906" y="643"/>
                    <a:pt x="3478" y="643"/>
                  </a:cubicBezTo>
                  <a:cubicBezTo>
                    <a:pt x="5026" y="643"/>
                    <a:pt x="6312" y="1905"/>
                    <a:pt x="6312" y="3453"/>
                  </a:cubicBezTo>
                  <a:lnTo>
                    <a:pt x="6312" y="3787"/>
                  </a:lnTo>
                  <a:lnTo>
                    <a:pt x="6002" y="3787"/>
                  </a:lnTo>
                  <a:cubicBezTo>
                    <a:pt x="5812" y="3787"/>
                    <a:pt x="5669" y="3930"/>
                    <a:pt x="5669" y="4096"/>
                  </a:cubicBezTo>
                  <a:lnTo>
                    <a:pt x="5669" y="7883"/>
                  </a:lnTo>
                  <a:cubicBezTo>
                    <a:pt x="5669" y="8049"/>
                    <a:pt x="5812" y="8192"/>
                    <a:pt x="6002" y="8192"/>
                  </a:cubicBezTo>
                  <a:lnTo>
                    <a:pt x="6312" y="8192"/>
                  </a:lnTo>
                  <a:lnTo>
                    <a:pt x="6312" y="8526"/>
                  </a:lnTo>
                  <a:cubicBezTo>
                    <a:pt x="6312" y="9026"/>
                    <a:pt x="5883" y="9454"/>
                    <a:pt x="5359" y="9454"/>
                  </a:cubicBezTo>
                  <a:lnTo>
                    <a:pt x="4978" y="9454"/>
                  </a:lnTo>
                  <a:cubicBezTo>
                    <a:pt x="4864" y="9089"/>
                    <a:pt x="4532" y="8834"/>
                    <a:pt x="4148" y="8834"/>
                  </a:cubicBezTo>
                  <a:cubicBezTo>
                    <a:pt x="4131" y="8834"/>
                    <a:pt x="4114" y="8834"/>
                    <a:pt x="4097" y="8835"/>
                  </a:cubicBezTo>
                  <a:lnTo>
                    <a:pt x="3478" y="8835"/>
                  </a:lnTo>
                  <a:cubicBezTo>
                    <a:pt x="2216" y="8835"/>
                    <a:pt x="2216" y="10717"/>
                    <a:pt x="3478" y="10717"/>
                  </a:cubicBezTo>
                  <a:lnTo>
                    <a:pt x="4097" y="10717"/>
                  </a:lnTo>
                  <a:cubicBezTo>
                    <a:pt x="4502" y="10717"/>
                    <a:pt x="4859" y="10455"/>
                    <a:pt x="4978" y="10074"/>
                  </a:cubicBezTo>
                  <a:lnTo>
                    <a:pt x="5359" y="10074"/>
                  </a:lnTo>
                  <a:cubicBezTo>
                    <a:pt x="6217" y="10074"/>
                    <a:pt x="6907" y="9383"/>
                    <a:pt x="6907" y="8526"/>
                  </a:cubicBezTo>
                  <a:lnTo>
                    <a:pt x="6907" y="3453"/>
                  </a:lnTo>
                  <a:cubicBezTo>
                    <a:pt x="6907" y="1548"/>
                    <a:pt x="5359" y="0"/>
                    <a:pt x="345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55" name="Google Shape;8655;p85">
              <a:extLst>
                <a:ext uri="{FF2B5EF4-FFF2-40B4-BE49-F238E27FC236}">
                  <a16:creationId xmlns:a16="http://schemas.microsoft.com/office/drawing/2014/main" id="{C9212DD6-54B0-E659-5939-5BAD3492DC86}"/>
                </a:ext>
              </a:extLst>
            </p:cNvPr>
            <p:cNvSpPr/>
            <p:nvPr/>
          </p:nvSpPr>
          <p:spPr>
            <a:xfrm>
              <a:off x="11757895" y="4107198"/>
              <a:ext cx="41792" cy="109461"/>
            </a:xfrm>
            <a:custGeom>
              <a:avLst/>
              <a:gdLst/>
              <a:ahLst/>
              <a:cxnLst/>
              <a:rect l="l" t="t" r="r" b="b"/>
              <a:pathLst>
                <a:path w="1287" h="3359" extrusionOk="0">
                  <a:moveTo>
                    <a:pt x="119" y="1"/>
                  </a:moveTo>
                  <a:cubicBezTo>
                    <a:pt x="72" y="1"/>
                    <a:pt x="48" y="1"/>
                    <a:pt x="0" y="24"/>
                  </a:cubicBezTo>
                  <a:lnTo>
                    <a:pt x="0" y="3358"/>
                  </a:lnTo>
                  <a:lnTo>
                    <a:pt x="119" y="3358"/>
                  </a:lnTo>
                  <a:cubicBezTo>
                    <a:pt x="977" y="3358"/>
                    <a:pt x="1286" y="2525"/>
                    <a:pt x="1286" y="1668"/>
                  </a:cubicBezTo>
                  <a:cubicBezTo>
                    <a:pt x="1286" y="786"/>
                    <a:pt x="977" y="1"/>
                    <a:pt x="11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56" name="Google Shape;8656;p85">
              <a:extLst>
                <a:ext uri="{FF2B5EF4-FFF2-40B4-BE49-F238E27FC236}">
                  <a16:creationId xmlns:a16="http://schemas.microsoft.com/office/drawing/2014/main" id="{8D14D9B4-112F-B5A6-0141-41099C52FD28}"/>
                </a:ext>
              </a:extLst>
            </p:cNvPr>
            <p:cNvSpPr/>
            <p:nvPr/>
          </p:nvSpPr>
          <p:spPr>
            <a:xfrm>
              <a:off x="11450867" y="4106416"/>
              <a:ext cx="41792" cy="110243"/>
            </a:xfrm>
            <a:custGeom>
              <a:avLst/>
              <a:gdLst/>
              <a:ahLst/>
              <a:cxnLst/>
              <a:rect l="l" t="t" r="r" b="b"/>
              <a:pathLst>
                <a:path w="1287" h="3383" extrusionOk="0">
                  <a:moveTo>
                    <a:pt x="1144" y="1"/>
                  </a:moveTo>
                  <a:cubicBezTo>
                    <a:pt x="310" y="1"/>
                    <a:pt x="1" y="834"/>
                    <a:pt x="1" y="1692"/>
                  </a:cubicBezTo>
                  <a:cubicBezTo>
                    <a:pt x="1" y="2549"/>
                    <a:pt x="310" y="3382"/>
                    <a:pt x="1144" y="3382"/>
                  </a:cubicBezTo>
                  <a:cubicBezTo>
                    <a:pt x="1215" y="3382"/>
                    <a:pt x="1239" y="3382"/>
                    <a:pt x="1287" y="3359"/>
                  </a:cubicBezTo>
                  <a:lnTo>
                    <a:pt x="1287" y="25"/>
                  </a:lnTo>
                  <a:cubicBezTo>
                    <a:pt x="1239" y="25"/>
                    <a:pt x="1192" y="1"/>
                    <a:pt x="114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FD5C3"/>
                </a:solidFill>
              </a:endParaRPr>
            </a:p>
          </p:txBody>
        </p:sp>
        <p:sp>
          <p:nvSpPr>
            <p:cNvPr id="358" name="Google Shape;8716;p85">
              <a:extLst>
                <a:ext uri="{FF2B5EF4-FFF2-40B4-BE49-F238E27FC236}">
                  <a16:creationId xmlns:a16="http://schemas.microsoft.com/office/drawing/2014/main" id="{5E26A052-F7A5-AFEB-4D34-A932BD2F2749}"/>
                </a:ext>
              </a:extLst>
            </p:cNvPr>
            <p:cNvSpPr/>
            <p:nvPr/>
          </p:nvSpPr>
          <p:spPr>
            <a:xfrm>
              <a:off x="11556165" y="4879739"/>
              <a:ext cx="112160" cy="195590"/>
            </a:xfrm>
            <a:custGeom>
              <a:avLst/>
              <a:gdLst/>
              <a:ahLst/>
              <a:cxnLst/>
              <a:rect l="l" t="t" r="r" b="b"/>
              <a:pathLst>
                <a:path w="3454" h="6002" extrusionOk="0">
                  <a:moveTo>
                    <a:pt x="1727" y="0"/>
                  </a:moveTo>
                  <a:cubicBezTo>
                    <a:pt x="1626" y="0"/>
                    <a:pt x="1525" y="48"/>
                    <a:pt x="1453" y="143"/>
                  </a:cubicBezTo>
                  <a:lnTo>
                    <a:pt x="120" y="2358"/>
                  </a:lnTo>
                  <a:cubicBezTo>
                    <a:pt x="0" y="2572"/>
                    <a:pt x="143" y="2834"/>
                    <a:pt x="405" y="2834"/>
                  </a:cubicBezTo>
                  <a:lnTo>
                    <a:pt x="1096" y="2834"/>
                  </a:lnTo>
                  <a:lnTo>
                    <a:pt x="1096" y="5692"/>
                  </a:lnTo>
                  <a:cubicBezTo>
                    <a:pt x="1096" y="5859"/>
                    <a:pt x="1239" y="6002"/>
                    <a:pt x="1405" y="6002"/>
                  </a:cubicBezTo>
                  <a:lnTo>
                    <a:pt x="2048" y="6002"/>
                  </a:lnTo>
                  <a:cubicBezTo>
                    <a:pt x="2215" y="6002"/>
                    <a:pt x="2358" y="5859"/>
                    <a:pt x="2358" y="5692"/>
                  </a:cubicBezTo>
                  <a:lnTo>
                    <a:pt x="2358" y="2834"/>
                  </a:lnTo>
                  <a:lnTo>
                    <a:pt x="3049" y="2834"/>
                  </a:lnTo>
                  <a:cubicBezTo>
                    <a:pt x="3311" y="2834"/>
                    <a:pt x="3454" y="2572"/>
                    <a:pt x="3334" y="2358"/>
                  </a:cubicBezTo>
                  <a:lnTo>
                    <a:pt x="2001" y="143"/>
                  </a:lnTo>
                  <a:cubicBezTo>
                    <a:pt x="1929" y="48"/>
                    <a:pt x="1828" y="0"/>
                    <a:pt x="17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59" name="Google Shape;8717;p85">
              <a:extLst>
                <a:ext uri="{FF2B5EF4-FFF2-40B4-BE49-F238E27FC236}">
                  <a16:creationId xmlns:a16="http://schemas.microsoft.com/office/drawing/2014/main" id="{78C8EFFE-B5D2-D00B-FEF7-435EE23DE4E5}"/>
                </a:ext>
              </a:extLst>
            </p:cNvPr>
            <p:cNvSpPr/>
            <p:nvPr/>
          </p:nvSpPr>
          <p:spPr>
            <a:xfrm>
              <a:off x="11438615" y="4726252"/>
              <a:ext cx="371745" cy="204747"/>
            </a:xfrm>
            <a:custGeom>
              <a:avLst/>
              <a:gdLst/>
              <a:ahLst/>
              <a:cxnLst/>
              <a:rect l="l" t="t" r="r" b="b"/>
              <a:pathLst>
                <a:path w="11448" h="6283" extrusionOk="0">
                  <a:moveTo>
                    <a:pt x="6893" y="0"/>
                  </a:moveTo>
                  <a:cubicBezTo>
                    <a:pt x="6136" y="0"/>
                    <a:pt x="5372" y="338"/>
                    <a:pt x="4859" y="1091"/>
                  </a:cubicBezTo>
                  <a:cubicBezTo>
                    <a:pt x="4454" y="781"/>
                    <a:pt x="3978" y="614"/>
                    <a:pt x="3478" y="614"/>
                  </a:cubicBezTo>
                  <a:cubicBezTo>
                    <a:pt x="2334" y="614"/>
                    <a:pt x="1382" y="1496"/>
                    <a:pt x="1263" y="2615"/>
                  </a:cubicBezTo>
                  <a:cubicBezTo>
                    <a:pt x="501" y="2877"/>
                    <a:pt x="1" y="3591"/>
                    <a:pt x="1" y="4401"/>
                  </a:cubicBezTo>
                  <a:cubicBezTo>
                    <a:pt x="1" y="5449"/>
                    <a:pt x="834" y="6282"/>
                    <a:pt x="1882" y="6282"/>
                  </a:cubicBezTo>
                  <a:lnTo>
                    <a:pt x="3501" y="6282"/>
                  </a:lnTo>
                  <a:lnTo>
                    <a:pt x="4549" y="4520"/>
                  </a:lnTo>
                  <a:cubicBezTo>
                    <a:pt x="4740" y="4222"/>
                    <a:pt x="5049" y="4073"/>
                    <a:pt x="5359" y="4073"/>
                  </a:cubicBezTo>
                  <a:cubicBezTo>
                    <a:pt x="5668" y="4073"/>
                    <a:pt x="5978" y="4222"/>
                    <a:pt x="6169" y="4520"/>
                  </a:cubicBezTo>
                  <a:lnTo>
                    <a:pt x="7240" y="6282"/>
                  </a:lnTo>
                  <a:lnTo>
                    <a:pt x="8812" y="6282"/>
                  </a:lnTo>
                  <a:cubicBezTo>
                    <a:pt x="8821" y="6282"/>
                    <a:pt x="8829" y="6282"/>
                    <a:pt x="8838" y="6282"/>
                  </a:cubicBezTo>
                  <a:cubicBezTo>
                    <a:pt x="10959" y="6282"/>
                    <a:pt x="11447" y="3326"/>
                    <a:pt x="9455" y="2639"/>
                  </a:cubicBezTo>
                  <a:lnTo>
                    <a:pt x="9431" y="2639"/>
                  </a:lnTo>
                  <a:lnTo>
                    <a:pt x="9431" y="2520"/>
                  </a:lnTo>
                  <a:cubicBezTo>
                    <a:pt x="9431" y="964"/>
                    <a:pt x="8172" y="0"/>
                    <a:pt x="68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1" name="Google Shape;8783;p85">
              <a:extLst>
                <a:ext uri="{FF2B5EF4-FFF2-40B4-BE49-F238E27FC236}">
                  <a16:creationId xmlns:a16="http://schemas.microsoft.com/office/drawing/2014/main" id="{FEB2BF34-9C08-1407-9E14-D4CE9ECA4818}"/>
                </a:ext>
              </a:extLst>
            </p:cNvPr>
            <p:cNvSpPr/>
            <p:nvPr/>
          </p:nvSpPr>
          <p:spPr>
            <a:xfrm>
              <a:off x="11451180" y="5647128"/>
              <a:ext cx="154309" cy="131947"/>
            </a:xfrm>
            <a:custGeom>
              <a:avLst/>
              <a:gdLst/>
              <a:ahLst/>
              <a:cxnLst/>
              <a:rect l="l" t="t" r="r" b="b"/>
              <a:pathLst>
                <a:path w="4752" h="4049" extrusionOk="0">
                  <a:moveTo>
                    <a:pt x="2468" y="1"/>
                  </a:moveTo>
                  <a:cubicBezTo>
                    <a:pt x="2092" y="1"/>
                    <a:pt x="1700" y="153"/>
                    <a:pt x="1353" y="517"/>
                  </a:cubicBezTo>
                  <a:cubicBezTo>
                    <a:pt x="805" y="1065"/>
                    <a:pt x="114" y="3303"/>
                    <a:pt x="43" y="3684"/>
                  </a:cubicBezTo>
                  <a:cubicBezTo>
                    <a:pt x="0" y="3876"/>
                    <a:pt x="148" y="4049"/>
                    <a:pt x="334" y="4049"/>
                  </a:cubicBezTo>
                  <a:cubicBezTo>
                    <a:pt x="355" y="4049"/>
                    <a:pt x="378" y="4046"/>
                    <a:pt x="400" y="4041"/>
                  </a:cubicBezTo>
                  <a:cubicBezTo>
                    <a:pt x="781" y="3970"/>
                    <a:pt x="3020" y="3279"/>
                    <a:pt x="3567" y="2755"/>
                  </a:cubicBezTo>
                  <a:cubicBezTo>
                    <a:pt x="4751" y="1608"/>
                    <a:pt x="3692" y="1"/>
                    <a:pt x="2468"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2" name="Google Shape;8784;p85">
              <a:extLst>
                <a:ext uri="{FF2B5EF4-FFF2-40B4-BE49-F238E27FC236}">
                  <a16:creationId xmlns:a16="http://schemas.microsoft.com/office/drawing/2014/main" id="{3B1456A6-3727-D464-FA90-508DFD4F5BEA}"/>
                </a:ext>
              </a:extLst>
            </p:cNvPr>
            <p:cNvSpPr/>
            <p:nvPr/>
          </p:nvSpPr>
          <p:spPr>
            <a:xfrm>
              <a:off x="11533757" y="5513194"/>
              <a:ext cx="58028" cy="56116"/>
            </a:xfrm>
            <a:custGeom>
              <a:avLst/>
              <a:gdLst/>
              <a:ahLst/>
              <a:cxnLst/>
              <a:rect l="l" t="t" r="r" b="b"/>
              <a:pathLst>
                <a:path w="1787" h="1722" extrusionOk="0">
                  <a:moveTo>
                    <a:pt x="1630" y="1"/>
                  </a:moveTo>
                  <a:cubicBezTo>
                    <a:pt x="1068" y="1"/>
                    <a:pt x="536" y="234"/>
                    <a:pt x="143" y="626"/>
                  </a:cubicBezTo>
                  <a:cubicBezTo>
                    <a:pt x="0" y="745"/>
                    <a:pt x="0" y="959"/>
                    <a:pt x="143" y="1079"/>
                  </a:cubicBezTo>
                  <a:lnTo>
                    <a:pt x="762" y="1721"/>
                  </a:lnTo>
                  <a:cubicBezTo>
                    <a:pt x="1048" y="1102"/>
                    <a:pt x="1382" y="531"/>
                    <a:pt x="1786" y="7"/>
                  </a:cubicBezTo>
                  <a:cubicBezTo>
                    <a:pt x="1734" y="3"/>
                    <a:pt x="1682" y="1"/>
                    <a:pt x="163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3" name="Google Shape;8785;p85">
              <a:extLst>
                <a:ext uri="{FF2B5EF4-FFF2-40B4-BE49-F238E27FC236}">
                  <a16:creationId xmlns:a16="http://schemas.microsoft.com/office/drawing/2014/main" id="{AFEEEA3F-B208-D751-041A-8FB6B739BF62}"/>
                </a:ext>
              </a:extLst>
            </p:cNvPr>
            <p:cNvSpPr/>
            <p:nvPr/>
          </p:nvSpPr>
          <p:spPr>
            <a:xfrm>
              <a:off x="11662121" y="5639112"/>
              <a:ext cx="56502" cy="57289"/>
            </a:xfrm>
            <a:custGeom>
              <a:avLst/>
              <a:gdLst/>
              <a:ahLst/>
              <a:cxnLst/>
              <a:rect l="l" t="t" r="r" b="b"/>
              <a:pathLst>
                <a:path w="1740" h="1758" extrusionOk="0">
                  <a:moveTo>
                    <a:pt x="1715" y="1"/>
                  </a:moveTo>
                  <a:lnTo>
                    <a:pt x="1715" y="1"/>
                  </a:lnTo>
                  <a:cubicBezTo>
                    <a:pt x="1167" y="406"/>
                    <a:pt x="596" y="739"/>
                    <a:pt x="1" y="1025"/>
                  </a:cubicBezTo>
                  <a:lnTo>
                    <a:pt x="620" y="1668"/>
                  </a:lnTo>
                  <a:cubicBezTo>
                    <a:pt x="679" y="1727"/>
                    <a:pt x="763" y="1757"/>
                    <a:pt x="846" y="1757"/>
                  </a:cubicBezTo>
                  <a:cubicBezTo>
                    <a:pt x="929" y="1757"/>
                    <a:pt x="1013" y="1727"/>
                    <a:pt x="1072" y="1668"/>
                  </a:cubicBezTo>
                  <a:cubicBezTo>
                    <a:pt x="1501" y="1215"/>
                    <a:pt x="1739" y="620"/>
                    <a:pt x="171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4" name="Google Shape;8786;p85">
              <a:extLst>
                <a:ext uri="{FF2B5EF4-FFF2-40B4-BE49-F238E27FC236}">
                  <a16:creationId xmlns:a16="http://schemas.microsoft.com/office/drawing/2014/main" id="{275201C6-69FE-50A5-B2EE-A68236D1C68E}"/>
                </a:ext>
              </a:extLst>
            </p:cNvPr>
            <p:cNvSpPr/>
            <p:nvPr/>
          </p:nvSpPr>
          <p:spPr>
            <a:xfrm>
              <a:off x="11699237" y="5429574"/>
              <a:ext cx="102126" cy="101706"/>
            </a:xfrm>
            <a:custGeom>
              <a:avLst/>
              <a:gdLst/>
              <a:ahLst/>
              <a:cxnLst/>
              <a:rect l="l" t="t" r="r" b="b"/>
              <a:pathLst>
                <a:path w="3145" h="3121" extrusionOk="0">
                  <a:moveTo>
                    <a:pt x="2811" y="1"/>
                  </a:moveTo>
                  <a:cubicBezTo>
                    <a:pt x="1834" y="1"/>
                    <a:pt x="882" y="191"/>
                    <a:pt x="1" y="596"/>
                  </a:cubicBezTo>
                  <a:lnTo>
                    <a:pt x="2525" y="3121"/>
                  </a:lnTo>
                  <a:cubicBezTo>
                    <a:pt x="2930" y="2239"/>
                    <a:pt x="3144" y="1263"/>
                    <a:pt x="3120" y="310"/>
                  </a:cubicBezTo>
                  <a:cubicBezTo>
                    <a:pt x="3120" y="120"/>
                    <a:pt x="2977" y="1"/>
                    <a:pt x="281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5" name="Google Shape;8787;p85">
              <a:extLst>
                <a:ext uri="{FF2B5EF4-FFF2-40B4-BE49-F238E27FC236}">
                  <a16:creationId xmlns:a16="http://schemas.microsoft.com/office/drawing/2014/main" id="{C8A7B676-E055-75CB-1B41-E7FDFDBA90DC}"/>
                </a:ext>
              </a:extLst>
            </p:cNvPr>
            <p:cNvSpPr/>
            <p:nvPr/>
          </p:nvSpPr>
          <p:spPr>
            <a:xfrm>
              <a:off x="11661342" y="5545423"/>
              <a:ext cx="27115" cy="20009"/>
            </a:xfrm>
            <a:custGeom>
              <a:avLst/>
              <a:gdLst/>
              <a:ahLst/>
              <a:cxnLst/>
              <a:rect l="l" t="t" r="r" b="b"/>
              <a:pathLst>
                <a:path w="835" h="614" extrusionOk="0">
                  <a:moveTo>
                    <a:pt x="426" y="0"/>
                  </a:moveTo>
                  <a:cubicBezTo>
                    <a:pt x="346" y="0"/>
                    <a:pt x="263" y="30"/>
                    <a:pt x="191" y="90"/>
                  </a:cubicBezTo>
                  <a:cubicBezTo>
                    <a:pt x="1" y="280"/>
                    <a:pt x="144" y="613"/>
                    <a:pt x="429" y="613"/>
                  </a:cubicBezTo>
                  <a:cubicBezTo>
                    <a:pt x="715" y="613"/>
                    <a:pt x="834" y="280"/>
                    <a:pt x="644" y="90"/>
                  </a:cubicBezTo>
                  <a:cubicBezTo>
                    <a:pt x="584" y="30"/>
                    <a:pt x="507" y="0"/>
                    <a:pt x="42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6" name="Google Shape;8788;p85">
              <a:extLst>
                <a:ext uri="{FF2B5EF4-FFF2-40B4-BE49-F238E27FC236}">
                  <a16:creationId xmlns:a16="http://schemas.microsoft.com/office/drawing/2014/main" id="{69A059D6-66A2-26E2-3AC2-B4B4AEC54517}"/>
                </a:ext>
              </a:extLst>
            </p:cNvPr>
            <p:cNvSpPr/>
            <p:nvPr/>
          </p:nvSpPr>
          <p:spPr>
            <a:xfrm>
              <a:off x="11583245" y="5459848"/>
              <a:ext cx="187951" cy="187834"/>
            </a:xfrm>
            <a:custGeom>
              <a:avLst/>
              <a:gdLst/>
              <a:ahLst/>
              <a:cxnLst/>
              <a:rect l="l" t="t" r="r" b="b"/>
              <a:pathLst>
                <a:path w="5788" h="5764" extrusionOk="0">
                  <a:moveTo>
                    <a:pt x="2841" y="1986"/>
                  </a:moveTo>
                  <a:cubicBezTo>
                    <a:pt x="3073" y="1986"/>
                    <a:pt x="3309" y="2071"/>
                    <a:pt x="3501" y="2263"/>
                  </a:cubicBezTo>
                  <a:cubicBezTo>
                    <a:pt x="3858" y="2644"/>
                    <a:pt x="3858" y="3239"/>
                    <a:pt x="3501" y="3597"/>
                  </a:cubicBezTo>
                  <a:cubicBezTo>
                    <a:pt x="3307" y="3791"/>
                    <a:pt x="3066" y="3879"/>
                    <a:pt x="2831" y="3879"/>
                  </a:cubicBezTo>
                  <a:cubicBezTo>
                    <a:pt x="2346" y="3879"/>
                    <a:pt x="1882" y="3507"/>
                    <a:pt x="1882" y="2930"/>
                  </a:cubicBezTo>
                  <a:cubicBezTo>
                    <a:pt x="1882" y="2365"/>
                    <a:pt x="2352" y="1986"/>
                    <a:pt x="2841" y="1986"/>
                  </a:cubicBezTo>
                  <a:close/>
                  <a:moveTo>
                    <a:pt x="2977" y="1"/>
                  </a:moveTo>
                  <a:cubicBezTo>
                    <a:pt x="1715" y="787"/>
                    <a:pt x="691" y="1906"/>
                    <a:pt x="0" y="3216"/>
                  </a:cubicBezTo>
                  <a:lnTo>
                    <a:pt x="2549" y="5764"/>
                  </a:lnTo>
                  <a:cubicBezTo>
                    <a:pt x="3882" y="5073"/>
                    <a:pt x="5002" y="4049"/>
                    <a:pt x="5787" y="2787"/>
                  </a:cubicBezTo>
                  <a:lnTo>
                    <a:pt x="297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7" name="Google Shape;8789;p85">
              <a:extLst>
                <a:ext uri="{FF2B5EF4-FFF2-40B4-BE49-F238E27FC236}">
                  <a16:creationId xmlns:a16="http://schemas.microsoft.com/office/drawing/2014/main" id="{9487573C-D9FC-F881-B8ED-51E4EC7D9346}"/>
                </a:ext>
              </a:extLst>
            </p:cNvPr>
            <p:cNvSpPr/>
            <p:nvPr/>
          </p:nvSpPr>
          <p:spPr>
            <a:xfrm>
              <a:off x="11548435" y="5584788"/>
              <a:ext cx="98262" cy="96850"/>
            </a:xfrm>
            <a:custGeom>
              <a:avLst/>
              <a:gdLst/>
              <a:ahLst/>
              <a:cxnLst/>
              <a:rect l="l" t="t" r="r" b="b"/>
              <a:pathLst>
                <a:path w="3026" h="2972" extrusionOk="0">
                  <a:moveTo>
                    <a:pt x="787" y="1"/>
                  </a:moveTo>
                  <a:lnTo>
                    <a:pt x="120" y="668"/>
                  </a:lnTo>
                  <a:cubicBezTo>
                    <a:pt x="1" y="787"/>
                    <a:pt x="1" y="977"/>
                    <a:pt x="120" y="1096"/>
                  </a:cubicBezTo>
                  <a:lnTo>
                    <a:pt x="1906" y="2882"/>
                  </a:lnTo>
                  <a:cubicBezTo>
                    <a:pt x="1966" y="2942"/>
                    <a:pt x="2049" y="2972"/>
                    <a:pt x="2132" y="2972"/>
                  </a:cubicBezTo>
                  <a:cubicBezTo>
                    <a:pt x="2216" y="2972"/>
                    <a:pt x="2299" y="2942"/>
                    <a:pt x="2358" y="2882"/>
                  </a:cubicBezTo>
                  <a:lnTo>
                    <a:pt x="3025" y="2216"/>
                  </a:lnTo>
                  <a:lnTo>
                    <a:pt x="78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368" name="Google Shape;8668;p85">
              <a:extLst>
                <a:ext uri="{FF2B5EF4-FFF2-40B4-BE49-F238E27FC236}">
                  <a16:creationId xmlns:a16="http://schemas.microsoft.com/office/drawing/2014/main" id="{D4D4962C-8D3A-4587-D96C-BFB6D77E47A8}"/>
                </a:ext>
              </a:extLst>
            </p:cNvPr>
            <p:cNvSpPr/>
            <p:nvPr/>
          </p:nvSpPr>
          <p:spPr>
            <a:xfrm>
              <a:off x="11439429" y="6123905"/>
              <a:ext cx="362718" cy="350642"/>
            </a:xfrm>
            <a:custGeom>
              <a:avLst/>
              <a:gdLst/>
              <a:ahLst/>
              <a:cxnLst/>
              <a:rect l="l" t="t" r="r" b="b"/>
              <a:pathLst>
                <a:path w="11170" h="10760" extrusionOk="0">
                  <a:moveTo>
                    <a:pt x="9070" y="1"/>
                  </a:moveTo>
                  <a:cubicBezTo>
                    <a:pt x="8985" y="1"/>
                    <a:pt x="8904" y="40"/>
                    <a:pt x="8835" y="92"/>
                  </a:cubicBezTo>
                  <a:lnTo>
                    <a:pt x="7359" y="1592"/>
                  </a:lnTo>
                  <a:cubicBezTo>
                    <a:pt x="7287" y="1663"/>
                    <a:pt x="7264" y="1735"/>
                    <a:pt x="7264" y="1830"/>
                  </a:cubicBezTo>
                  <a:lnTo>
                    <a:pt x="7383" y="3330"/>
                  </a:lnTo>
                  <a:lnTo>
                    <a:pt x="7168" y="3545"/>
                  </a:lnTo>
                  <a:cubicBezTo>
                    <a:pt x="6399" y="2877"/>
                    <a:pt x="5446" y="2548"/>
                    <a:pt x="4494" y="2548"/>
                  </a:cubicBezTo>
                  <a:cubicBezTo>
                    <a:pt x="3444" y="2548"/>
                    <a:pt x="2395" y="2948"/>
                    <a:pt x="1596" y="3735"/>
                  </a:cubicBezTo>
                  <a:cubicBezTo>
                    <a:pt x="96" y="5259"/>
                    <a:pt x="0" y="7688"/>
                    <a:pt x="1381" y="9308"/>
                  </a:cubicBezTo>
                  <a:cubicBezTo>
                    <a:pt x="2199" y="10263"/>
                    <a:pt x="3354" y="10760"/>
                    <a:pt x="4515" y="10760"/>
                  </a:cubicBezTo>
                  <a:cubicBezTo>
                    <a:pt x="5350" y="10760"/>
                    <a:pt x="6189" y="10503"/>
                    <a:pt x="6906" y="9975"/>
                  </a:cubicBezTo>
                  <a:cubicBezTo>
                    <a:pt x="8645" y="8712"/>
                    <a:pt x="9121" y="6331"/>
                    <a:pt x="8002" y="4497"/>
                  </a:cubicBezTo>
                  <a:lnTo>
                    <a:pt x="8002" y="4497"/>
                  </a:lnTo>
                  <a:lnTo>
                    <a:pt x="7073" y="5426"/>
                  </a:lnTo>
                  <a:cubicBezTo>
                    <a:pt x="7692" y="6736"/>
                    <a:pt x="7240" y="8284"/>
                    <a:pt x="6025" y="9046"/>
                  </a:cubicBezTo>
                  <a:cubicBezTo>
                    <a:pt x="5550" y="9338"/>
                    <a:pt x="5021" y="9480"/>
                    <a:pt x="4500" y="9480"/>
                  </a:cubicBezTo>
                  <a:cubicBezTo>
                    <a:pt x="3663" y="9480"/>
                    <a:pt x="2844" y="9116"/>
                    <a:pt x="2286" y="8427"/>
                  </a:cubicBezTo>
                  <a:cubicBezTo>
                    <a:pt x="642" y="6353"/>
                    <a:pt x="2414" y="3780"/>
                    <a:pt x="4530" y="3780"/>
                  </a:cubicBezTo>
                  <a:cubicBezTo>
                    <a:pt x="5111" y="3780"/>
                    <a:pt x="5718" y="3974"/>
                    <a:pt x="6287" y="4426"/>
                  </a:cubicBezTo>
                  <a:lnTo>
                    <a:pt x="5835" y="4878"/>
                  </a:lnTo>
                  <a:cubicBezTo>
                    <a:pt x="5416" y="4567"/>
                    <a:pt x="4967" y="4431"/>
                    <a:pt x="4535" y="4431"/>
                  </a:cubicBezTo>
                  <a:cubicBezTo>
                    <a:pt x="3049" y="4431"/>
                    <a:pt x="1761" y="6036"/>
                    <a:pt x="2572" y="7641"/>
                  </a:cubicBezTo>
                  <a:cubicBezTo>
                    <a:pt x="2994" y="8474"/>
                    <a:pt x="3750" y="8849"/>
                    <a:pt x="4505" y="8849"/>
                  </a:cubicBezTo>
                  <a:cubicBezTo>
                    <a:pt x="5625" y="8849"/>
                    <a:pt x="6740" y="8021"/>
                    <a:pt x="6740" y="6641"/>
                  </a:cubicBezTo>
                  <a:cubicBezTo>
                    <a:pt x="6716" y="6379"/>
                    <a:pt x="6692" y="6140"/>
                    <a:pt x="6597" y="5902"/>
                  </a:cubicBezTo>
                  <a:lnTo>
                    <a:pt x="6049" y="6426"/>
                  </a:lnTo>
                  <a:cubicBezTo>
                    <a:pt x="6073" y="6498"/>
                    <a:pt x="6073" y="6569"/>
                    <a:pt x="6073" y="6641"/>
                  </a:cubicBezTo>
                  <a:cubicBezTo>
                    <a:pt x="6073" y="7628"/>
                    <a:pt x="5282" y="8220"/>
                    <a:pt x="4485" y="8220"/>
                  </a:cubicBezTo>
                  <a:cubicBezTo>
                    <a:pt x="3956" y="8220"/>
                    <a:pt x="3424" y="7959"/>
                    <a:pt x="3120" y="7379"/>
                  </a:cubicBezTo>
                  <a:cubicBezTo>
                    <a:pt x="2498" y="6249"/>
                    <a:pt x="3412" y="5059"/>
                    <a:pt x="4492" y="5059"/>
                  </a:cubicBezTo>
                  <a:cubicBezTo>
                    <a:pt x="4778" y="5059"/>
                    <a:pt x="5075" y="5142"/>
                    <a:pt x="5359" y="5331"/>
                  </a:cubicBezTo>
                  <a:lnTo>
                    <a:pt x="4906" y="5783"/>
                  </a:lnTo>
                  <a:cubicBezTo>
                    <a:pt x="4787" y="5736"/>
                    <a:pt x="4644" y="5688"/>
                    <a:pt x="4501" y="5688"/>
                  </a:cubicBezTo>
                  <a:cubicBezTo>
                    <a:pt x="3668" y="5688"/>
                    <a:pt x="3239" y="6712"/>
                    <a:pt x="3834" y="7307"/>
                  </a:cubicBezTo>
                  <a:cubicBezTo>
                    <a:pt x="4026" y="7499"/>
                    <a:pt x="4262" y="7585"/>
                    <a:pt x="4494" y="7585"/>
                  </a:cubicBezTo>
                  <a:cubicBezTo>
                    <a:pt x="4983" y="7585"/>
                    <a:pt x="5454" y="7206"/>
                    <a:pt x="5454" y="6641"/>
                  </a:cubicBezTo>
                  <a:cubicBezTo>
                    <a:pt x="5454" y="6498"/>
                    <a:pt x="5406" y="6355"/>
                    <a:pt x="5359" y="6236"/>
                  </a:cubicBezTo>
                  <a:lnTo>
                    <a:pt x="5811" y="5759"/>
                  </a:lnTo>
                  <a:lnTo>
                    <a:pt x="7811" y="3759"/>
                  </a:lnTo>
                  <a:lnTo>
                    <a:pt x="9336" y="3902"/>
                  </a:lnTo>
                  <a:cubicBezTo>
                    <a:pt x="9431" y="3902"/>
                    <a:pt x="9502" y="3854"/>
                    <a:pt x="9550" y="3807"/>
                  </a:cubicBezTo>
                  <a:lnTo>
                    <a:pt x="11050" y="2306"/>
                  </a:lnTo>
                  <a:cubicBezTo>
                    <a:pt x="11145" y="2235"/>
                    <a:pt x="11169" y="2092"/>
                    <a:pt x="11122" y="1997"/>
                  </a:cubicBezTo>
                  <a:cubicBezTo>
                    <a:pt x="11098" y="1878"/>
                    <a:pt x="10979" y="1782"/>
                    <a:pt x="10860" y="1782"/>
                  </a:cubicBezTo>
                  <a:lnTo>
                    <a:pt x="9907" y="1687"/>
                  </a:lnTo>
                  <a:lnTo>
                    <a:pt x="10550" y="1068"/>
                  </a:lnTo>
                  <a:cubicBezTo>
                    <a:pt x="10669" y="925"/>
                    <a:pt x="10669" y="735"/>
                    <a:pt x="10550" y="616"/>
                  </a:cubicBezTo>
                  <a:cubicBezTo>
                    <a:pt x="10491" y="556"/>
                    <a:pt x="10407" y="526"/>
                    <a:pt x="10324" y="526"/>
                  </a:cubicBezTo>
                  <a:cubicBezTo>
                    <a:pt x="10240" y="526"/>
                    <a:pt x="10157" y="556"/>
                    <a:pt x="10098" y="616"/>
                  </a:cubicBezTo>
                  <a:lnTo>
                    <a:pt x="9455" y="1258"/>
                  </a:lnTo>
                  <a:lnTo>
                    <a:pt x="9383" y="282"/>
                  </a:lnTo>
                  <a:cubicBezTo>
                    <a:pt x="9359" y="163"/>
                    <a:pt x="9288" y="68"/>
                    <a:pt x="9169" y="20"/>
                  </a:cubicBezTo>
                  <a:cubicBezTo>
                    <a:pt x="9136" y="7"/>
                    <a:pt x="9102" y="1"/>
                    <a:pt x="907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grpSp>
      <p:sp>
        <p:nvSpPr>
          <p:cNvPr id="369" name="文本框 368">
            <a:extLst>
              <a:ext uri="{FF2B5EF4-FFF2-40B4-BE49-F238E27FC236}">
                <a16:creationId xmlns:a16="http://schemas.microsoft.com/office/drawing/2014/main" id="{DF918843-1288-B2A3-A98C-87F35EC9812A}"/>
              </a:ext>
            </a:extLst>
          </p:cNvPr>
          <p:cNvSpPr txBox="1"/>
          <p:nvPr/>
        </p:nvSpPr>
        <p:spPr>
          <a:xfrm>
            <a:off x="4877002" y="6169307"/>
            <a:ext cx="4940968"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p:txBody>
      </p:sp>
      <p:sp>
        <p:nvSpPr>
          <p:cNvPr id="371" name="文本框 370">
            <a:extLst>
              <a:ext uri="{FF2B5EF4-FFF2-40B4-BE49-F238E27FC236}">
                <a16:creationId xmlns:a16="http://schemas.microsoft.com/office/drawing/2014/main" id="{4766B1BC-C82E-AD3A-1800-22B97934D4C0}"/>
              </a:ext>
            </a:extLst>
          </p:cNvPr>
          <p:cNvSpPr txBox="1"/>
          <p:nvPr/>
        </p:nvSpPr>
        <p:spPr>
          <a:xfrm>
            <a:off x="10732317" y="1283259"/>
            <a:ext cx="1055017" cy="523220"/>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sz="1400" dirty="0">
                <a:solidFill>
                  <a:schemeClr val="bg1"/>
                </a:solidFill>
              </a:rPr>
              <a:t>COINS 'one</a:t>
            </a:r>
            <a:endParaRPr lang="zh-CN" altLang="en-US" sz="1400" dirty="0">
              <a:solidFill>
                <a:schemeClr val="bg1"/>
              </a:solidFill>
            </a:endParaRPr>
          </a:p>
        </p:txBody>
      </p:sp>
      <p:sp>
        <p:nvSpPr>
          <p:cNvPr id="4" name="文本框 3">
            <a:extLst>
              <a:ext uri="{FF2B5EF4-FFF2-40B4-BE49-F238E27FC236}">
                <a16:creationId xmlns:a16="http://schemas.microsoft.com/office/drawing/2014/main" id="{986CE8D2-C1FF-94AA-4ADC-3AF7626C1EEC}"/>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11795AFA-5214-7EC7-5657-A875FE8A00E9}"/>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1306BEBC-1DC5-5D59-43B4-E5EAB45CF121}"/>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9" name="直线连接符 8">
            <a:extLst>
              <a:ext uri="{FF2B5EF4-FFF2-40B4-BE49-F238E27FC236}">
                <a16:creationId xmlns:a16="http://schemas.microsoft.com/office/drawing/2014/main" id="{508845A5-3D3A-8708-EB34-297D054C5ABC}"/>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0" name="文本框 9">
            <a:extLst>
              <a:ext uri="{FF2B5EF4-FFF2-40B4-BE49-F238E27FC236}">
                <a16:creationId xmlns:a16="http://schemas.microsoft.com/office/drawing/2014/main" id="{83446AAE-B7B4-5B18-7A69-A8272468BEF5}"/>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7" name="组合 26">
            <a:extLst>
              <a:ext uri="{FF2B5EF4-FFF2-40B4-BE49-F238E27FC236}">
                <a16:creationId xmlns:a16="http://schemas.microsoft.com/office/drawing/2014/main" id="{917A10D3-B1BF-759F-9620-5BFF1B75A779}"/>
              </a:ext>
            </a:extLst>
          </p:cNvPr>
          <p:cNvGrpSpPr/>
          <p:nvPr/>
        </p:nvGrpSpPr>
        <p:grpSpPr>
          <a:xfrm>
            <a:off x="2323294" y="287981"/>
            <a:ext cx="356205" cy="355288"/>
            <a:chOff x="2323294" y="287981"/>
            <a:chExt cx="356205" cy="355288"/>
          </a:xfrm>
        </p:grpSpPr>
        <p:sp>
          <p:nvSpPr>
            <p:cNvPr id="29" name="Google Shape;7166;p80">
              <a:extLst>
                <a:ext uri="{FF2B5EF4-FFF2-40B4-BE49-F238E27FC236}">
                  <a16:creationId xmlns:a16="http://schemas.microsoft.com/office/drawing/2014/main" id="{21771B73-1267-8EEC-1BD2-BF56EDD2C15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7167;p80">
              <a:extLst>
                <a:ext uri="{FF2B5EF4-FFF2-40B4-BE49-F238E27FC236}">
                  <a16:creationId xmlns:a16="http://schemas.microsoft.com/office/drawing/2014/main" id="{6F199337-FE0E-3BB1-38B9-03E6EC71AF2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7168;p80">
              <a:extLst>
                <a:ext uri="{FF2B5EF4-FFF2-40B4-BE49-F238E27FC236}">
                  <a16:creationId xmlns:a16="http://schemas.microsoft.com/office/drawing/2014/main" id="{2EA61B65-4C8A-00B7-A101-FD2D9C39B15D}"/>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7169;p80">
              <a:extLst>
                <a:ext uri="{FF2B5EF4-FFF2-40B4-BE49-F238E27FC236}">
                  <a16:creationId xmlns:a16="http://schemas.microsoft.com/office/drawing/2014/main" id="{EC92F174-5D70-7F6E-56F5-36347BDBBD2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5339672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 name="图表 5">
            <a:extLst>
              <a:ext uri="{FF2B5EF4-FFF2-40B4-BE49-F238E27FC236}">
                <a16:creationId xmlns:a16="http://schemas.microsoft.com/office/drawing/2014/main" id="{5A2140CD-963F-43C2-F5D3-1AE28F943DA1}"/>
              </a:ext>
            </a:extLst>
          </p:cNvPr>
          <p:cNvGraphicFramePr/>
          <p:nvPr>
            <p:extLst>
              <p:ext uri="{D42A27DB-BD31-4B8C-83A1-F6EECF244321}">
                <p14:modId xmlns:p14="http://schemas.microsoft.com/office/powerpoint/2010/main" val="901201935"/>
              </p:ext>
            </p:extLst>
          </p:nvPr>
        </p:nvGraphicFramePr>
        <p:xfrm>
          <a:off x="336177" y="2784700"/>
          <a:ext cx="6353381" cy="3830759"/>
        </p:xfrm>
        <a:graphic>
          <a:graphicData uri="http://schemas.openxmlformats.org/drawingml/2006/chart">
            <c:chart xmlns:c="http://schemas.openxmlformats.org/drawingml/2006/chart" xmlns:r="http://schemas.openxmlformats.org/officeDocument/2006/relationships" r:id="rId3"/>
          </a:graphicData>
        </a:graphic>
      </p:graphicFrame>
      <p:sp>
        <p:nvSpPr>
          <p:cNvPr id="18" name="矩形 17">
            <a:extLst>
              <a:ext uri="{FF2B5EF4-FFF2-40B4-BE49-F238E27FC236}">
                <a16:creationId xmlns:a16="http://schemas.microsoft.com/office/drawing/2014/main" id="{C9DAECDC-EF30-EB33-8A56-AF94E34382F5}"/>
              </a:ext>
            </a:extLst>
          </p:cNvPr>
          <p:cNvSpPr/>
          <p:nvPr/>
        </p:nvSpPr>
        <p:spPr>
          <a:xfrm>
            <a:off x="6689558" y="962526"/>
            <a:ext cx="5245768" cy="2743200"/>
          </a:xfrm>
          <a:prstGeom prst="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grpSp>
        <p:nvGrpSpPr>
          <p:cNvPr id="26" name="组合 25">
            <a:extLst>
              <a:ext uri="{FF2B5EF4-FFF2-40B4-BE49-F238E27FC236}">
                <a16:creationId xmlns:a16="http://schemas.microsoft.com/office/drawing/2014/main" id="{57085C80-AB7D-DB97-7DBA-897B76E27688}"/>
              </a:ext>
            </a:extLst>
          </p:cNvPr>
          <p:cNvGrpSpPr/>
          <p:nvPr/>
        </p:nvGrpSpPr>
        <p:grpSpPr>
          <a:xfrm>
            <a:off x="10936104" y="1803441"/>
            <a:ext cx="584345" cy="584345"/>
            <a:chOff x="10920536" y="1916832"/>
            <a:chExt cx="412230" cy="412230"/>
          </a:xfrm>
        </p:grpSpPr>
        <p:sp>
          <p:nvSpPr>
            <p:cNvPr id="27" name="矩形 26">
              <a:extLst>
                <a:ext uri="{FF2B5EF4-FFF2-40B4-BE49-F238E27FC236}">
                  <a16:creationId xmlns:a16="http://schemas.microsoft.com/office/drawing/2014/main" id="{A51911E3-C2A7-17AE-4231-47CCBBFDF3A7}"/>
                </a:ext>
              </a:extLst>
            </p:cNvPr>
            <p:cNvSpPr/>
            <p:nvPr/>
          </p:nvSpPr>
          <p:spPr>
            <a:xfrm>
              <a:off x="10920536" y="1916832"/>
              <a:ext cx="412230" cy="4122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上箭头 27">
              <a:extLst>
                <a:ext uri="{FF2B5EF4-FFF2-40B4-BE49-F238E27FC236}">
                  <a16:creationId xmlns:a16="http://schemas.microsoft.com/office/drawing/2014/main" id="{BE17D680-A90C-0239-7176-2E76AF9A3D49}"/>
                </a:ext>
              </a:extLst>
            </p:cNvPr>
            <p:cNvSpPr/>
            <p:nvPr/>
          </p:nvSpPr>
          <p:spPr>
            <a:xfrm rot="3296920">
              <a:off x="11011924" y="1939026"/>
              <a:ext cx="267596" cy="324091"/>
            </a:xfrm>
            <a:prstGeom prst="up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9" name="文本框 38">
            <a:extLst>
              <a:ext uri="{FF2B5EF4-FFF2-40B4-BE49-F238E27FC236}">
                <a16:creationId xmlns:a16="http://schemas.microsoft.com/office/drawing/2014/main" id="{2FC4D327-54B3-B0B8-F6C0-328C3A4E6EE9}"/>
              </a:ext>
            </a:extLst>
          </p:cNvPr>
          <p:cNvSpPr txBox="1"/>
          <p:nvPr/>
        </p:nvSpPr>
        <p:spPr>
          <a:xfrm>
            <a:off x="10903294" y="1453149"/>
            <a:ext cx="659155"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+0.1</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52" name="直线连接符 51">
            <a:extLst>
              <a:ext uri="{FF2B5EF4-FFF2-40B4-BE49-F238E27FC236}">
                <a16:creationId xmlns:a16="http://schemas.microsoft.com/office/drawing/2014/main" id="{3B64C0F5-5140-CC89-7DCC-00AE79B60485}"/>
              </a:ext>
            </a:extLst>
          </p:cNvPr>
          <p:cNvCxnSpPr/>
          <p:nvPr/>
        </p:nvCxnSpPr>
        <p:spPr>
          <a:xfrm>
            <a:off x="13545562" y="281989"/>
            <a:ext cx="232610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直线连接符 54">
            <a:extLst>
              <a:ext uri="{FF2B5EF4-FFF2-40B4-BE49-F238E27FC236}">
                <a16:creationId xmlns:a16="http://schemas.microsoft.com/office/drawing/2014/main" id="{A659398A-DD14-2459-844A-4F803344AD0C}"/>
              </a:ext>
            </a:extLst>
          </p:cNvPr>
          <p:cNvCxnSpPr>
            <a:cxnSpLocks/>
          </p:cNvCxnSpPr>
          <p:nvPr/>
        </p:nvCxnSpPr>
        <p:spPr>
          <a:xfrm>
            <a:off x="6962274" y="1379621"/>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6" name="直线连接符 575">
            <a:extLst>
              <a:ext uri="{FF2B5EF4-FFF2-40B4-BE49-F238E27FC236}">
                <a16:creationId xmlns:a16="http://schemas.microsoft.com/office/drawing/2014/main" id="{29D5415B-E3F9-811D-D455-FB76D9574F42}"/>
              </a:ext>
            </a:extLst>
          </p:cNvPr>
          <p:cNvCxnSpPr>
            <a:cxnSpLocks/>
          </p:cNvCxnSpPr>
          <p:nvPr/>
        </p:nvCxnSpPr>
        <p:spPr>
          <a:xfrm>
            <a:off x="9480376" y="1379621"/>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7" name="直线连接符 576">
            <a:extLst>
              <a:ext uri="{FF2B5EF4-FFF2-40B4-BE49-F238E27FC236}">
                <a16:creationId xmlns:a16="http://schemas.microsoft.com/office/drawing/2014/main" id="{819C55FC-6211-0399-CEA1-3584149CE28C}"/>
              </a:ext>
            </a:extLst>
          </p:cNvPr>
          <p:cNvCxnSpPr>
            <a:cxnSpLocks/>
          </p:cNvCxnSpPr>
          <p:nvPr/>
        </p:nvCxnSpPr>
        <p:spPr>
          <a:xfrm>
            <a:off x="6962274" y="2766609"/>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8" name="直线连接符 577">
            <a:extLst>
              <a:ext uri="{FF2B5EF4-FFF2-40B4-BE49-F238E27FC236}">
                <a16:creationId xmlns:a16="http://schemas.microsoft.com/office/drawing/2014/main" id="{88C64BB5-DC25-1134-74FD-EC6AE24B90C2}"/>
              </a:ext>
            </a:extLst>
          </p:cNvPr>
          <p:cNvCxnSpPr>
            <a:cxnSpLocks/>
          </p:cNvCxnSpPr>
          <p:nvPr/>
        </p:nvCxnSpPr>
        <p:spPr>
          <a:xfrm>
            <a:off x="9480376" y="2766609"/>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83" name="文本框 582">
            <a:extLst>
              <a:ext uri="{FF2B5EF4-FFF2-40B4-BE49-F238E27FC236}">
                <a16:creationId xmlns:a16="http://schemas.microsoft.com/office/drawing/2014/main" id="{E25FA7E5-CE2C-7DFA-40CE-7FA6DA0AFB49}"/>
              </a:ext>
            </a:extLst>
          </p:cNvPr>
          <p:cNvSpPr txBox="1"/>
          <p:nvPr/>
        </p:nvSpPr>
        <p:spPr>
          <a:xfrm>
            <a:off x="6914293" y="999891"/>
            <a:ext cx="1346844"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First Project</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84" name="文本框 583">
            <a:extLst>
              <a:ext uri="{FF2B5EF4-FFF2-40B4-BE49-F238E27FC236}">
                <a16:creationId xmlns:a16="http://schemas.microsoft.com/office/drawing/2014/main" id="{5533249B-D7FD-0DF0-552F-91B462B947FB}"/>
              </a:ext>
            </a:extLst>
          </p:cNvPr>
          <p:cNvSpPr txBox="1"/>
          <p:nvPr/>
        </p:nvSpPr>
        <p:spPr>
          <a:xfrm>
            <a:off x="9357722" y="1015933"/>
            <a:ext cx="1388522"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Second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85" name="文本框 584">
            <a:extLst>
              <a:ext uri="{FF2B5EF4-FFF2-40B4-BE49-F238E27FC236}">
                <a16:creationId xmlns:a16="http://schemas.microsoft.com/office/drawing/2014/main" id="{A8AC0228-E54A-FF53-DC17-36A4683D1C39}"/>
              </a:ext>
            </a:extLst>
          </p:cNvPr>
          <p:cNvSpPr txBox="1"/>
          <p:nvPr/>
        </p:nvSpPr>
        <p:spPr>
          <a:xfrm>
            <a:off x="6854251" y="2388711"/>
            <a:ext cx="1167307"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Third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86" name="文本框 585">
            <a:extLst>
              <a:ext uri="{FF2B5EF4-FFF2-40B4-BE49-F238E27FC236}">
                <a16:creationId xmlns:a16="http://schemas.microsoft.com/office/drawing/2014/main" id="{A59147C1-90F7-55A2-BD33-ECB6A0D52F1A}"/>
              </a:ext>
            </a:extLst>
          </p:cNvPr>
          <p:cNvSpPr txBox="1"/>
          <p:nvPr/>
        </p:nvSpPr>
        <p:spPr>
          <a:xfrm>
            <a:off x="9404670" y="2356627"/>
            <a:ext cx="130195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Fourth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87" name="文本框 586">
            <a:extLst>
              <a:ext uri="{FF2B5EF4-FFF2-40B4-BE49-F238E27FC236}">
                <a16:creationId xmlns:a16="http://schemas.microsoft.com/office/drawing/2014/main" id="{29F52C37-3828-DB7C-A0AC-EAC6FF6F5441}"/>
              </a:ext>
            </a:extLst>
          </p:cNvPr>
          <p:cNvSpPr txBox="1"/>
          <p:nvPr/>
        </p:nvSpPr>
        <p:spPr>
          <a:xfrm>
            <a:off x="13376228" y="0"/>
            <a:ext cx="1098378"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Fifth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92" name="文本框 591">
            <a:extLst>
              <a:ext uri="{FF2B5EF4-FFF2-40B4-BE49-F238E27FC236}">
                <a16:creationId xmlns:a16="http://schemas.microsoft.com/office/drawing/2014/main" id="{A1DB4A5D-8E94-E4C5-0C32-F58869DC82DE}"/>
              </a:ext>
            </a:extLst>
          </p:cNvPr>
          <p:cNvSpPr txBox="1"/>
          <p:nvPr/>
        </p:nvSpPr>
        <p:spPr>
          <a:xfrm>
            <a:off x="9398642" y="1475872"/>
            <a:ext cx="1872353"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7,623</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2C05B995-CD0E-5AC1-CB0C-5685B793DC03}"/>
              </a:ext>
            </a:extLst>
          </p:cNvPr>
          <p:cNvSpPr txBox="1"/>
          <p:nvPr/>
        </p:nvSpPr>
        <p:spPr>
          <a:xfrm>
            <a:off x="9398642" y="2954363"/>
            <a:ext cx="1872353"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-0.134</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grpSp>
        <p:nvGrpSpPr>
          <p:cNvPr id="596" name="组合 595">
            <a:extLst>
              <a:ext uri="{FF2B5EF4-FFF2-40B4-BE49-F238E27FC236}">
                <a16:creationId xmlns:a16="http://schemas.microsoft.com/office/drawing/2014/main" id="{B5A7D040-FB5B-3A57-49CA-8A44D305FCDB}"/>
              </a:ext>
            </a:extLst>
          </p:cNvPr>
          <p:cNvGrpSpPr/>
          <p:nvPr/>
        </p:nvGrpSpPr>
        <p:grpSpPr>
          <a:xfrm>
            <a:off x="10936104" y="2915929"/>
            <a:ext cx="584345" cy="584345"/>
            <a:chOff x="10920536" y="1916832"/>
            <a:chExt cx="412230" cy="412230"/>
          </a:xfrm>
        </p:grpSpPr>
        <p:sp>
          <p:nvSpPr>
            <p:cNvPr id="597" name="矩形 596">
              <a:extLst>
                <a:ext uri="{FF2B5EF4-FFF2-40B4-BE49-F238E27FC236}">
                  <a16:creationId xmlns:a16="http://schemas.microsoft.com/office/drawing/2014/main" id="{B8956588-5D63-02DF-9E25-288767035D66}"/>
                </a:ext>
              </a:extLst>
            </p:cNvPr>
            <p:cNvSpPr/>
            <p:nvPr/>
          </p:nvSpPr>
          <p:spPr>
            <a:xfrm>
              <a:off x="10920536" y="1916832"/>
              <a:ext cx="412230" cy="4122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8" name="上箭头 597">
              <a:extLst>
                <a:ext uri="{FF2B5EF4-FFF2-40B4-BE49-F238E27FC236}">
                  <a16:creationId xmlns:a16="http://schemas.microsoft.com/office/drawing/2014/main" id="{B0395D8F-0E38-44E1-8B29-31A10911BB56}"/>
                </a:ext>
              </a:extLst>
            </p:cNvPr>
            <p:cNvSpPr/>
            <p:nvPr/>
          </p:nvSpPr>
          <p:spPr>
            <a:xfrm rot="8100000">
              <a:off x="10992572" y="1977730"/>
              <a:ext cx="267596" cy="324091"/>
            </a:xfrm>
            <a:prstGeom prst="up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sp>
        <p:nvSpPr>
          <p:cNvPr id="608" name="文本框 607">
            <a:extLst>
              <a:ext uri="{FF2B5EF4-FFF2-40B4-BE49-F238E27FC236}">
                <a16:creationId xmlns:a16="http://schemas.microsoft.com/office/drawing/2014/main" id="{786A6A8E-461F-B856-6BC1-B445E4F18A8D}"/>
              </a:ext>
            </a:extLst>
          </p:cNvPr>
          <p:cNvSpPr txBox="1"/>
          <p:nvPr/>
        </p:nvSpPr>
        <p:spPr>
          <a:xfrm>
            <a:off x="6888088" y="1475873"/>
            <a:ext cx="2487506"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$326,98</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sp>
        <p:nvSpPr>
          <p:cNvPr id="609" name="文本框 608">
            <a:extLst>
              <a:ext uri="{FF2B5EF4-FFF2-40B4-BE49-F238E27FC236}">
                <a16:creationId xmlns:a16="http://schemas.microsoft.com/office/drawing/2014/main" id="{F493553D-FEA1-B0DA-E576-71D1508CB1B3}"/>
              </a:ext>
            </a:extLst>
          </p:cNvPr>
          <p:cNvSpPr txBox="1"/>
          <p:nvPr/>
        </p:nvSpPr>
        <p:spPr>
          <a:xfrm>
            <a:off x="6888088" y="2954364"/>
            <a:ext cx="2487506"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$12,569</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sp>
        <p:nvSpPr>
          <p:cNvPr id="619" name="矩形 618">
            <a:extLst>
              <a:ext uri="{FF2B5EF4-FFF2-40B4-BE49-F238E27FC236}">
                <a16:creationId xmlns:a16="http://schemas.microsoft.com/office/drawing/2014/main" id="{57E56FBC-A45E-83D9-FFA9-4EF394BCA497}"/>
              </a:ext>
            </a:extLst>
          </p:cNvPr>
          <p:cNvSpPr/>
          <p:nvPr/>
        </p:nvSpPr>
        <p:spPr>
          <a:xfrm>
            <a:off x="6689558" y="3933056"/>
            <a:ext cx="5245768" cy="2743200"/>
          </a:xfrm>
          <a:prstGeom prst="rect">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p>
        </p:txBody>
      </p:sp>
      <p:grpSp>
        <p:nvGrpSpPr>
          <p:cNvPr id="620" name="组合 619">
            <a:extLst>
              <a:ext uri="{FF2B5EF4-FFF2-40B4-BE49-F238E27FC236}">
                <a16:creationId xmlns:a16="http://schemas.microsoft.com/office/drawing/2014/main" id="{EC81474C-32EF-A8F1-95C7-D2DDB0E0435F}"/>
              </a:ext>
            </a:extLst>
          </p:cNvPr>
          <p:cNvGrpSpPr/>
          <p:nvPr/>
        </p:nvGrpSpPr>
        <p:grpSpPr>
          <a:xfrm>
            <a:off x="10936104" y="4773971"/>
            <a:ext cx="584345" cy="584345"/>
            <a:chOff x="10920536" y="1916832"/>
            <a:chExt cx="412230" cy="412230"/>
          </a:xfrm>
        </p:grpSpPr>
        <p:sp>
          <p:nvSpPr>
            <p:cNvPr id="621" name="矩形 620">
              <a:extLst>
                <a:ext uri="{FF2B5EF4-FFF2-40B4-BE49-F238E27FC236}">
                  <a16:creationId xmlns:a16="http://schemas.microsoft.com/office/drawing/2014/main" id="{9932B2A7-9EF7-9A18-9D83-4DD9FC8EAE3B}"/>
                </a:ext>
              </a:extLst>
            </p:cNvPr>
            <p:cNvSpPr/>
            <p:nvPr/>
          </p:nvSpPr>
          <p:spPr>
            <a:xfrm>
              <a:off x="10920536" y="1916832"/>
              <a:ext cx="412230" cy="4122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2" name="上箭头 621">
              <a:extLst>
                <a:ext uri="{FF2B5EF4-FFF2-40B4-BE49-F238E27FC236}">
                  <a16:creationId xmlns:a16="http://schemas.microsoft.com/office/drawing/2014/main" id="{680A9D16-4570-89C1-1504-EEAEA275614E}"/>
                </a:ext>
              </a:extLst>
            </p:cNvPr>
            <p:cNvSpPr/>
            <p:nvPr/>
          </p:nvSpPr>
          <p:spPr>
            <a:xfrm rot="3296920">
              <a:off x="11011924" y="1939026"/>
              <a:ext cx="267596" cy="324091"/>
            </a:xfrm>
            <a:prstGeom prst="up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623" name="文本框 622">
            <a:extLst>
              <a:ext uri="{FF2B5EF4-FFF2-40B4-BE49-F238E27FC236}">
                <a16:creationId xmlns:a16="http://schemas.microsoft.com/office/drawing/2014/main" id="{30762EB7-1715-2EDF-8FAF-356A39C63A92}"/>
              </a:ext>
            </a:extLst>
          </p:cNvPr>
          <p:cNvSpPr txBox="1"/>
          <p:nvPr/>
        </p:nvSpPr>
        <p:spPr>
          <a:xfrm>
            <a:off x="10903294" y="4423679"/>
            <a:ext cx="793807"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+0.03</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624" name="直线连接符 623">
            <a:extLst>
              <a:ext uri="{FF2B5EF4-FFF2-40B4-BE49-F238E27FC236}">
                <a16:creationId xmlns:a16="http://schemas.microsoft.com/office/drawing/2014/main" id="{D72C0F94-86A4-2173-D79F-7731A2BB7427}"/>
              </a:ext>
            </a:extLst>
          </p:cNvPr>
          <p:cNvCxnSpPr>
            <a:cxnSpLocks/>
          </p:cNvCxnSpPr>
          <p:nvPr/>
        </p:nvCxnSpPr>
        <p:spPr>
          <a:xfrm>
            <a:off x="6962274" y="4350151"/>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5" name="直线连接符 624">
            <a:extLst>
              <a:ext uri="{FF2B5EF4-FFF2-40B4-BE49-F238E27FC236}">
                <a16:creationId xmlns:a16="http://schemas.microsoft.com/office/drawing/2014/main" id="{7A9F8028-D876-12C5-A8E7-E0D08B3325C4}"/>
              </a:ext>
            </a:extLst>
          </p:cNvPr>
          <p:cNvCxnSpPr>
            <a:cxnSpLocks/>
          </p:cNvCxnSpPr>
          <p:nvPr/>
        </p:nvCxnSpPr>
        <p:spPr>
          <a:xfrm>
            <a:off x="9480376" y="4350151"/>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6" name="直线连接符 625">
            <a:extLst>
              <a:ext uri="{FF2B5EF4-FFF2-40B4-BE49-F238E27FC236}">
                <a16:creationId xmlns:a16="http://schemas.microsoft.com/office/drawing/2014/main" id="{70AC2C45-E8EA-BB41-A4C1-10021C8219AC}"/>
              </a:ext>
            </a:extLst>
          </p:cNvPr>
          <p:cNvCxnSpPr>
            <a:cxnSpLocks/>
          </p:cNvCxnSpPr>
          <p:nvPr/>
        </p:nvCxnSpPr>
        <p:spPr>
          <a:xfrm>
            <a:off x="6962274" y="5737139"/>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7" name="直线连接符 626">
            <a:extLst>
              <a:ext uri="{FF2B5EF4-FFF2-40B4-BE49-F238E27FC236}">
                <a16:creationId xmlns:a16="http://schemas.microsoft.com/office/drawing/2014/main" id="{6ED7E454-2885-15F5-44FD-B5E52D3E87CF}"/>
              </a:ext>
            </a:extLst>
          </p:cNvPr>
          <p:cNvCxnSpPr>
            <a:cxnSpLocks/>
          </p:cNvCxnSpPr>
          <p:nvPr/>
        </p:nvCxnSpPr>
        <p:spPr>
          <a:xfrm>
            <a:off x="9480376" y="5737139"/>
            <a:ext cx="214964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28" name="文本框 627">
            <a:extLst>
              <a:ext uri="{FF2B5EF4-FFF2-40B4-BE49-F238E27FC236}">
                <a16:creationId xmlns:a16="http://schemas.microsoft.com/office/drawing/2014/main" id="{CE8316D8-8403-2E13-A0C4-1B7292181B87}"/>
              </a:ext>
            </a:extLst>
          </p:cNvPr>
          <p:cNvSpPr txBox="1"/>
          <p:nvPr/>
        </p:nvSpPr>
        <p:spPr>
          <a:xfrm>
            <a:off x="6914293" y="3970421"/>
            <a:ext cx="1346844"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First Project</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629" name="文本框 628">
            <a:extLst>
              <a:ext uri="{FF2B5EF4-FFF2-40B4-BE49-F238E27FC236}">
                <a16:creationId xmlns:a16="http://schemas.microsoft.com/office/drawing/2014/main" id="{08FFFA8D-2B20-BC79-4CE8-94338343A6CD}"/>
              </a:ext>
            </a:extLst>
          </p:cNvPr>
          <p:cNvSpPr txBox="1"/>
          <p:nvPr/>
        </p:nvSpPr>
        <p:spPr>
          <a:xfrm>
            <a:off x="9357722" y="3986463"/>
            <a:ext cx="1388522"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Second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630" name="文本框 629">
            <a:extLst>
              <a:ext uri="{FF2B5EF4-FFF2-40B4-BE49-F238E27FC236}">
                <a16:creationId xmlns:a16="http://schemas.microsoft.com/office/drawing/2014/main" id="{B954FEDE-34E8-B9B9-7261-2195C170CC2A}"/>
              </a:ext>
            </a:extLst>
          </p:cNvPr>
          <p:cNvSpPr txBox="1"/>
          <p:nvPr/>
        </p:nvSpPr>
        <p:spPr>
          <a:xfrm>
            <a:off x="6854251" y="5359241"/>
            <a:ext cx="1167307"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Third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631" name="文本框 630">
            <a:extLst>
              <a:ext uri="{FF2B5EF4-FFF2-40B4-BE49-F238E27FC236}">
                <a16:creationId xmlns:a16="http://schemas.microsoft.com/office/drawing/2014/main" id="{A4EC4369-A67E-B9ED-CFE1-0FEA7414E984}"/>
              </a:ext>
            </a:extLst>
          </p:cNvPr>
          <p:cNvSpPr txBox="1"/>
          <p:nvPr/>
        </p:nvSpPr>
        <p:spPr>
          <a:xfrm>
            <a:off x="9404670" y="5327157"/>
            <a:ext cx="130195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Fourth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632" name="文本框 631">
            <a:extLst>
              <a:ext uri="{FF2B5EF4-FFF2-40B4-BE49-F238E27FC236}">
                <a16:creationId xmlns:a16="http://schemas.microsoft.com/office/drawing/2014/main" id="{5195EC47-B3BB-6740-B5C7-62E236B18FE8}"/>
              </a:ext>
            </a:extLst>
          </p:cNvPr>
          <p:cNvSpPr txBox="1"/>
          <p:nvPr/>
        </p:nvSpPr>
        <p:spPr>
          <a:xfrm>
            <a:off x="9398642" y="4446402"/>
            <a:ext cx="1872353"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1,223</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sp>
        <p:nvSpPr>
          <p:cNvPr id="633" name="文本框 632">
            <a:extLst>
              <a:ext uri="{FF2B5EF4-FFF2-40B4-BE49-F238E27FC236}">
                <a16:creationId xmlns:a16="http://schemas.microsoft.com/office/drawing/2014/main" id="{352461A4-CA87-5289-C3A3-B2DEC85C752C}"/>
              </a:ext>
            </a:extLst>
          </p:cNvPr>
          <p:cNvSpPr txBox="1"/>
          <p:nvPr/>
        </p:nvSpPr>
        <p:spPr>
          <a:xfrm>
            <a:off x="9398642" y="5924893"/>
            <a:ext cx="1872353"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+0. 44</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grpSp>
        <p:nvGrpSpPr>
          <p:cNvPr id="634" name="组合 633">
            <a:extLst>
              <a:ext uri="{FF2B5EF4-FFF2-40B4-BE49-F238E27FC236}">
                <a16:creationId xmlns:a16="http://schemas.microsoft.com/office/drawing/2014/main" id="{4D60CA79-7E43-07D4-B579-AB2D6B0E1B67}"/>
              </a:ext>
            </a:extLst>
          </p:cNvPr>
          <p:cNvGrpSpPr/>
          <p:nvPr/>
        </p:nvGrpSpPr>
        <p:grpSpPr>
          <a:xfrm>
            <a:off x="10936100" y="5886459"/>
            <a:ext cx="584345" cy="584345"/>
            <a:chOff x="10920533" y="1916832"/>
            <a:chExt cx="412230" cy="412230"/>
          </a:xfrm>
        </p:grpSpPr>
        <p:sp>
          <p:nvSpPr>
            <p:cNvPr id="635" name="矩形 634">
              <a:extLst>
                <a:ext uri="{FF2B5EF4-FFF2-40B4-BE49-F238E27FC236}">
                  <a16:creationId xmlns:a16="http://schemas.microsoft.com/office/drawing/2014/main" id="{EC9CB0D5-4B9F-91EC-6CB0-4593EC86E8D0}"/>
                </a:ext>
              </a:extLst>
            </p:cNvPr>
            <p:cNvSpPr/>
            <p:nvPr/>
          </p:nvSpPr>
          <p:spPr>
            <a:xfrm>
              <a:off x="10920533" y="1916832"/>
              <a:ext cx="412230" cy="4122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6" name="上箭头 635">
              <a:extLst>
                <a:ext uri="{FF2B5EF4-FFF2-40B4-BE49-F238E27FC236}">
                  <a16:creationId xmlns:a16="http://schemas.microsoft.com/office/drawing/2014/main" id="{D45D3A3F-FC4D-D135-CB09-CEBBFA3FF090}"/>
                </a:ext>
              </a:extLst>
            </p:cNvPr>
            <p:cNvSpPr/>
            <p:nvPr/>
          </p:nvSpPr>
          <p:spPr>
            <a:xfrm rot="2700000">
              <a:off x="11017068" y="1936903"/>
              <a:ext cx="267596" cy="324091"/>
            </a:xfrm>
            <a:prstGeom prst="upArrow">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sp>
        <p:nvSpPr>
          <p:cNvPr id="637" name="文本框 636">
            <a:extLst>
              <a:ext uri="{FF2B5EF4-FFF2-40B4-BE49-F238E27FC236}">
                <a16:creationId xmlns:a16="http://schemas.microsoft.com/office/drawing/2014/main" id="{95A13F5B-62C5-62AC-6B5A-AF1651416A57}"/>
              </a:ext>
            </a:extLst>
          </p:cNvPr>
          <p:cNvSpPr txBox="1"/>
          <p:nvPr/>
        </p:nvSpPr>
        <p:spPr>
          <a:xfrm>
            <a:off x="6888088" y="4446403"/>
            <a:ext cx="2487506"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$126,98</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sp>
        <p:nvSpPr>
          <p:cNvPr id="638" name="文本框 637">
            <a:extLst>
              <a:ext uri="{FF2B5EF4-FFF2-40B4-BE49-F238E27FC236}">
                <a16:creationId xmlns:a16="http://schemas.microsoft.com/office/drawing/2014/main" id="{97229E30-41F2-5C87-3F8F-5B4F6C72E3D4}"/>
              </a:ext>
            </a:extLst>
          </p:cNvPr>
          <p:cNvSpPr txBox="1"/>
          <p:nvPr/>
        </p:nvSpPr>
        <p:spPr>
          <a:xfrm>
            <a:off x="6888088" y="5924894"/>
            <a:ext cx="2487506" cy="646331"/>
          </a:xfrm>
          <a:prstGeom prst="rect">
            <a:avLst/>
          </a:prstGeom>
          <a:noFill/>
        </p:spPr>
        <p:txBody>
          <a:bodyPr wrap="square" rtlCol="0">
            <a:spAutoFit/>
          </a:bodyPr>
          <a:lstStyle/>
          <a:p>
            <a:r>
              <a:rPr kumimoji="1" lang="en-US" altLang="zh-CN" sz="3600" dirty="0">
                <a:solidFill>
                  <a:schemeClr val="bg1">
                    <a:alpha val="76290"/>
                  </a:schemeClr>
                </a:solidFill>
                <a:latin typeface="Alibaba PuHuiTi Medium" pitchFamily="18" charset="-122"/>
                <a:ea typeface="Alibaba PuHuiTi Medium" pitchFamily="18" charset="-122"/>
                <a:cs typeface="Alibaba PuHuiTi Medium" pitchFamily="18" charset="-122"/>
              </a:rPr>
              <a:t>$4,539</a:t>
            </a:r>
            <a:endParaRPr kumimoji="1" lang="zh-CN" altLang="en-US" sz="3600" dirty="0">
              <a:solidFill>
                <a:schemeClr val="bg1">
                  <a:alpha val="76290"/>
                </a:schemeClr>
              </a:solidFill>
              <a:latin typeface="Alibaba PuHuiTi Medium" pitchFamily="18" charset="-122"/>
              <a:ea typeface="Alibaba PuHuiTi Medium" pitchFamily="18" charset="-122"/>
              <a:cs typeface="Alibaba PuHuiTi Medium" pitchFamily="18" charset="-122"/>
            </a:endParaRPr>
          </a:p>
        </p:txBody>
      </p:sp>
      <p:sp>
        <p:nvSpPr>
          <p:cNvPr id="639" name="文本框 638">
            <a:extLst>
              <a:ext uri="{FF2B5EF4-FFF2-40B4-BE49-F238E27FC236}">
                <a16:creationId xmlns:a16="http://schemas.microsoft.com/office/drawing/2014/main" id="{665B36C1-847A-A21A-7445-426B92B83658}"/>
              </a:ext>
            </a:extLst>
          </p:cNvPr>
          <p:cNvSpPr txBox="1"/>
          <p:nvPr/>
        </p:nvSpPr>
        <p:spPr>
          <a:xfrm>
            <a:off x="11049193" y="1015933"/>
            <a:ext cx="659155" cy="338554"/>
          </a:xfrm>
          <a:prstGeom prst="rect">
            <a:avLst/>
          </a:prstGeom>
          <a:noFill/>
        </p:spPr>
        <p:txBody>
          <a:bodyPr wrap="none" rtlCol="0">
            <a:spAutoFit/>
          </a:bodyPr>
          <a:lstStyle/>
          <a:p>
            <a:pPr algn="l"/>
            <a:r>
              <a:rPr kumimoji="1" lang="en-US" altLang="zh-CN" sz="1600" dirty="0">
                <a:solidFill>
                  <a:schemeClr val="bg1"/>
                </a:solidFill>
                <a:latin typeface="Alibaba PuHuiTi" pitchFamily="18" charset="-122"/>
                <a:ea typeface="Alibaba PuHuiTi" pitchFamily="18" charset="-122"/>
                <a:cs typeface="Alibaba PuHuiTi" pitchFamily="18" charset="-122"/>
              </a:rPr>
              <a:t>2023</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640" name="文本框 639">
            <a:extLst>
              <a:ext uri="{FF2B5EF4-FFF2-40B4-BE49-F238E27FC236}">
                <a16:creationId xmlns:a16="http://schemas.microsoft.com/office/drawing/2014/main" id="{D042692A-8041-89C5-5AF2-E77C11BF3C91}"/>
              </a:ext>
            </a:extLst>
          </p:cNvPr>
          <p:cNvSpPr txBox="1"/>
          <p:nvPr/>
        </p:nvSpPr>
        <p:spPr>
          <a:xfrm>
            <a:off x="11049193" y="3990931"/>
            <a:ext cx="659155" cy="338554"/>
          </a:xfrm>
          <a:prstGeom prst="rect">
            <a:avLst/>
          </a:prstGeom>
          <a:noFill/>
        </p:spPr>
        <p:txBody>
          <a:bodyPr wrap="none" rtlCol="0">
            <a:spAutoFit/>
          </a:bodyPr>
          <a:lstStyle/>
          <a:p>
            <a:pPr algn="l"/>
            <a:r>
              <a:rPr kumimoji="1" lang="en-US" altLang="zh-CN" sz="1600" dirty="0">
                <a:solidFill>
                  <a:schemeClr val="bg1"/>
                </a:solidFill>
                <a:latin typeface="Alibaba PuHuiTi" pitchFamily="18" charset="-122"/>
                <a:ea typeface="Alibaba PuHuiTi" pitchFamily="18" charset="-122"/>
                <a:cs typeface="Alibaba PuHuiTi" pitchFamily="18" charset="-122"/>
              </a:rPr>
              <a:t>2022</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cxnSp>
        <p:nvCxnSpPr>
          <p:cNvPr id="641" name="肘形连接符 640">
            <a:extLst>
              <a:ext uri="{FF2B5EF4-FFF2-40B4-BE49-F238E27FC236}">
                <a16:creationId xmlns:a16="http://schemas.microsoft.com/office/drawing/2014/main" id="{B267A923-12EE-5CE7-A2D6-3AFB2C0EDF1D}"/>
              </a:ext>
            </a:extLst>
          </p:cNvPr>
          <p:cNvCxnSpPr>
            <a:cxnSpLocks/>
          </p:cNvCxnSpPr>
          <p:nvPr/>
        </p:nvCxnSpPr>
        <p:spPr>
          <a:xfrm rot="16200000" flipV="1">
            <a:off x="4500441" y="3828550"/>
            <a:ext cx="1381142" cy="363380"/>
          </a:xfrm>
          <a:prstGeom prst="bentConnector3">
            <a:avLst>
              <a:gd name="adj1" fmla="val 84542"/>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48" name="直线连接符 647">
            <a:extLst>
              <a:ext uri="{FF2B5EF4-FFF2-40B4-BE49-F238E27FC236}">
                <a16:creationId xmlns:a16="http://schemas.microsoft.com/office/drawing/2014/main" id="{4D9A6FFA-BF6F-E831-7122-82940BE7360E}"/>
              </a:ext>
            </a:extLst>
          </p:cNvPr>
          <p:cNvCxnSpPr/>
          <p:nvPr/>
        </p:nvCxnSpPr>
        <p:spPr>
          <a:xfrm flipH="1">
            <a:off x="755374" y="2643809"/>
            <a:ext cx="2325756"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49" name="文本框 648">
            <a:extLst>
              <a:ext uri="{FF2B5EF4-FFF2-40B4-BE49-F238E27FC236}">
                <a16:creationId xmlns:a16="http://schemas.microsoft.com/office/drawing/2014/main" id="{4886CE58-8D29-E7D8-3B3A-175AB12E25AC}"/>
              </a:ext>
            </a:extLst>
          </p:cNvPr>
          <p:cNvSpPr txBox="1"/>
          <p:nvPr/>
        </p:nvSpPr>
        <p:spPr>
          <a:xfrm>
            <a:off x="636105" y="1454295"/>
            <a:ext cx="2385391" cy="1046440"/>
          </a:xfrm>
          <a:prstGeom prst="rect">
            <a:avLst/>
          </a:prstGeom>
          <a:noFill/>
        </p:spPr>
        <p:txBody>
          <a:bodyPr wrap="square" rtlCol="0">
            <a:spAutoFit/>
          </a:bodyPr>
          <a:lstStyle/>
          <a:p>
            <a:pPr algn="l"/>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People 52% </a:t>
            </a:r>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0" name="文本框 649">
            <a:extLst>
              <a:ext uri="{FF2B5EF4-FFF2-40B4-BE49-F238E27FC236}">
                <a16:creationId xmlns:a16="http://schemas.microsoft.com/office/drawing/2014/main" id="{58FE8BDD-7EAA-C657-2E27-C2100B4DAEAD}"/>
              </a:ext>
            </a:extLst>
          </p:cNvPr>
          <p:cNvSpPr txBox="1"/>
          <p:nvPr/>
        </p:nvSpPr>
        <p:spPr>
          <a:xfrm>
            <a:off x="4439816" y="2140361"/>
            <a:ext cx="2385391" cy="1046440"/>
          </a:xfrm>
          <a:prstGeom prst="rect">
            <a:avLst/>
          </a:prstGeom>
          <a:noFill/>
        </p:spPr>
        <p:txBody>
          <a:bodyPr wrap="square" rtlCol="0">
            <a:spAutoFit/>
          </a:bodyPr>
          <a:lstStyle/>
          <a:p>
            <a:pPr algn="l"/>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Traffic 22% </a:t>
            </a:r>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1" name="文本框 650">
            <a:extLst>
              <a:ext uri="{FF2B5EF4-FFF2-40B4-BE49-F238E27FC236}">
                <a16:creationId xmlns:a16="http://schemas.microsoft.com/office/drawing/2014/main" id="{9DA2C5C7-453B-A607-1927-A7DC56D012B8}"/>
              </a:ext>
            </a:extLst>
          </p:cNvPr>
          <p:cNvSpPr txBox="1"/>
          <p:nvPr/>
        </p:nvSpPr>
        <p:spPr>
          <a:xfrm>
            <a:off x="211223" y="3334477"/>
            <a:ext cx="1319404" cy="2000548"/>
          </a:xfrm>
          <a:prstGeom prst="rect">
            <a:avLst/>
          </a:prstGeom>
          <a:noFill/>
        </p:spPr>
        <p:txBody>
          <a:bodyPr wrap="square" rtlCol="0">
            <a:spAutoFit/>
          </a:bodyPr>
          <a:lstStyle/>
          <a:p>
            <a:pPr algn="l"/>
            <a:r>
              <a:rPr kumimoji="1" lang="en-US" altLang="zh-CN" sz="2000" dirty="0">
                <a:solidFill>
                  <a:srgbClr val="BB3023"/>
                </a:solidFill>
                <a:latin typeface="Alibaba PuHuiTi Medium" pitchFamily="18" charset="-122"/>
                <a:ea typeface="Alibaba PuHuiTi Medium" pitchFamily="18" charset="-122"/>
                <a:cs typeface="Alibaba PuHuiTi Medium" pitchFamily="18" charset="-122"/>
              </a:rPr>
              <a:t>Vehicles 40% </a:t>
            </a:r>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53" name="肘形连接符 652">
            <a:extLst>
              <a:ext uri="{FF2B5EF4-FFF2-40B4-BE49-F238E27FC236}">
                <a16:creationId xmlns:a16="http://schemas.microsoft.com/office/drawing/2014/main" id="{44E6F496-7201-2C12-27B2-06B3017E20B4}"/>
              </a:ext>
            </a:extLst>
          </p:cNvPr>
          <p:cNvCxnSpPr>
            <a:cxnSpLocks/>
          </p:cNvCxnSpPr>
          <p:nvPr/>
        </p:nvCxnSpPr>
        <p:spPr>
          <a:xfrm rot="10800000">
            <a:off x="551385" y="5380722"/>
            <a:ext cx="581677" cy="224949"/>
          </a:xfrm>
          <a:prstGeom prst="bentConnector3">
            <a:avLst>
              <a:gd name="adj1" fmla="val 145687"/>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57" name="文本框 656">
            <a:extLst>
              <a:ext uri="{FF2B5EF4-FFF2-40B4-BE49-F238E27FC236}">
                <a16:creationId xmlns:a16="http://schemas.microsoft.com/office/drawing/2014/main" id="{C76AA63C-57A4-4063-2084-BABE05D8C8AF}"/>
              </a:ext>
            </a:extLst>
          </p:cNvPr>
          <p:cNvSpPr txBox="1"/>
          <p:nvPr/>
        </p:nvSpPr>
        <p:spPr>
          <a:xfrm>
            <a:off x="2873319" y="3623958"/>
            <a:ext cx="1261884"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2023</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9" name="文本框 658">
            <a:extLst>
              <a:ext uri="{FF2B5EF4-FFF2-40B4-BE49-F238E27FC236}">
                <a16:creationId xmlns:a16="http://schemas.microsoft.com/office/drawing/2014/main" id="{39F16622-C82A-1B88-FC2A-28C634F1921C}"/>
              </a:ext>
            </a:extLst>
          </p:cNvPr>
          <p:cNvSpPr txBox="1"/>
          <p:nvPr/>
        </p:nvSpPr>
        <p:spPr>
          <a:xfrm>
            <a:off x="2324124" y="4102978"/>
            <a:ext cx="2272536" cy="584775"/>
          </a:xfrm>
          <a:prstGeom prst="rect">
            <a:avLst/>
          </a:prstGeom>
          <a:noFill/>
        </p:spPr>
        <p:txBody>
          <a:bodyPr wrap="square" rtlCol="0">
            <a:spAutoFit/>
          </a:bodyPr>
          <a:lstStyle/>
          <a:p>
            <a:pPr algn="ctr"/>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60" name="文本框 659">
            <a:extLst>
              <a:ext uri="{FF2B5EF4-FFF2-40B4-BE49-F238E27FC236}">
                <a16:creationId xmlns:a16="http://schemas.microsoft.com/office/drawing/2014/main" id="{B60160DB-F744-B14B-7D4D-0740F8E2BC8E}"/>
              </a:ext>
            </a:extLst>
          </p:cNvPr>
          <p:cNvSpPr txBox="1"/>
          <p:nvPr/>
        </p:nvSpPr>
        <p:spPr>
          <a:xfrm>
            <a:off x="2676144" y="4588857"/>
            <a:ext cx="1620078" cy="461665"/>
          </a:xfrm>
          <a:prstGeom prst="rect">
            <a:avLst/>
          </a:prstGeom>
          <a:noFill/>
        </p:spPr>
        <p:txBody>
          <a:bodyPr wrap="square">
            <a:spAutoFit/>
          </a:bodyPr>
          <a:lstStyle/>
          <a:p>
            <a:pPr algn="ctr"/>
            <a:r>
              <a:rPr kumimoji="1" lang="en" altLang="zh-CN" sz="2400" dirty="0">
                <a:solidFill>
                  <a:srgbClr val="BB3023"/>
                </a:solidFill>
                <a:latin typeface="Alibaba PuHuiTi" pitchFamily="18" charset="-122"/>
                <a:ea typeface="Alibaba PuHuiTi" pitchFamily="18" charset="-122"/>
                <a:cs typeface="Alibaba PuHuiTi" pitchFamily="18" charset="-122"/>
              </a:rPr>
              <a:t>main title</a:t>
            </a:r>
            <a:endParaRPr lang="zh-CN" altLang="en-US" sz="2400" dirty="0">
              <a:solidFill>
                <a:srgbClr val="BB3023"/>
              </a:solidFill>
              <a:latin typeface="Alibaba PuHuiTi" pitchFamily="18" charset="-122"/>
              <a:ea typeface="Alibaba PuHuiTi" pitchFamily="18" charset="-122"/>
              <a:cs typeface="Alibaba PuHuiTi" pitchFamily="18" charset="-122"/>
            </a:endParaRPr>
          </a:p>
        </p:txBody>
      </p:sp>
      <p:pic>
        <p:nvPicPr>
          <p:cNvPr id="7" name="图片 6">
            <a:extLst>
              <a:ext uri="{FF2B5EF4-FFF2-40B4-BE49-F238E27FC236}">
                <a16:creationId xmlns:a16="http://schemas.microsoft.com/office/drawing/2014/main" id="{014CB1BB-9A30-A93B-AE9B-9782A38777AB}"/>
              </a:ext>
            </a:extLst>
          </p:cNvPr>
          <p:cNvPicPr>
            <a:picLocks noChangeAspect="1"/>
          </p:cNvPicPr>
          <p:nvPr/>
        </p:nvPicPr>
        <p:blipFill>
          <a:blip r:embed="rId4"/>
          <a:stretch>
            <a:fillRect/>
          </a:stretch>
        </p:blipFill>
        <p:spPr>
          <a:xfrm>
            <a:off x="1063812" y="4873438"/>
            <a:ext cx="1727200" cy="876300"/>
          </a:xfrm>
          <a:prstGeom prst="rect">
            <a:avLst/>
          </a:prstGeom>
        </p:spPr>
      </p:pic>
      <p:pic>
        <p:nvPicPr>
          <p:cNvPr id="8" name="图片 7">
            <a:extLst>
              <a:ext uri="{FF2B5EF4-FFF2-40B4-BE49-F238E27FC236}">
                <a16:creationId xmlns:a16="http://schemas.microsoft.com/office/drawing/2014/main" id="{85F6AAC4-7828-897D-9210-A208552B5C7C}"/>
              </a:ext>
            </a:extLst>
          </p:cNvPr>
          <p:cNvPicPr>
            <a:picLocks noChangeAspect="1"/>
          </p:cNvPicPr>
          <p:nvPr/>
        </p:nvPicPr>
        <p:blipFill>
          <a:blip r:embed="rId5"/>
          <a:stretch>
            <a:fillRect/>
          </a:stretch>
        </p:blipFill>
        <p:spPr>
          <a:xfrm>
            <a:off x="4292973" y="4832350"/>
            <a:ext cx="1562100" cy="850900"/>
          </a:xfrm>
          <a:prstGeom prst="rect">
            <a:avLst/>
          </a:prstGeom>
        </p:spPr>
      </p:pic>
      <p:pic>
        <p:nvPicPr>
          <p:cNvPr id="11" name="图片 10">
            <a:extLst>
              <a:ext uri="{FF2B5EF4-FFF2-40B4-BE49-F238E27FC236}">
                <a16:creationId xmlns:a16="http://schemas.microsoft.com/office/drawing/2014/main" id="{9D05E10D-89B1-143A-A141-0B5C03F06CE5}"/>
              </a:ext>
            </a:extLst>
          </p:cNvPr>
          <p:cNvPicPr>
            <a:picLocks noChangeAspect="1"/>
          </p:cNvPicPr>
          <p:nvPr/>
        </p:nvPicPr>
        <p:blipFill>
          <a:blip r:embed="rId6"/>
          <a:stretch>
            <a:fillRect/>
          </a:stretch>
        </p:blipFill>
        <p:spPr>
          <a:xfrm>
            <a:off x="3019806" y="1140546"/>
            <a:ext cx="1283970" cy="2251116"/>
          </a:xfrm>
          <a:prstGeom prst="rect">
            <a:avLst/>
          </a:prstGeom>
        </p:spPr>
      </p:pic>
    </p:spTree>
    <p:extLst>
      <p:ext uri="{BB962C8B-B14F-4D97-AF65-F5344CB8AC3E}">
        <p14:creationId xmlns:p14="http://schemas.microsoft.com/office/powerpoint/2010/main" val="375105662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三角形 5">
            <a:extLst>
              <a:ext uri="{FF2B5EF4-FFF2-40B4-BE49-F238E27FC236}">
                <a16:creationId xmlns:a16="http://schemas.microsoft.com/office/drawing/2014/main" id="{C74A2CE4-CF60-94A4-D455-9D7AEC830E69}"/>
              </a:ext>
            </a:extLst>
          </p:cNvPr>
          <p:cNvSpPr/>
          <p:nvPr/>
        </p:nvSpPr>
        <p:spPr>
          <a:xfrm>
            <a:off x="3371088" y="1452136"/>
            <a:ext cx="5449824" cy="4070840"/>
          </a:xfrm>
          <a:prstGeom prst="triangle">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8" name="肘形连接符 7">
            <a:extLst>
              <a:ext uri="{FF2B5EF4-FFF2-40B4-BE49-F238E27FC236}">
                <a16:creationId xmlns:a16="http://schemas.microsoft.com/office/drawing/2014/main" id="{92B9F5B8-3420-7AEE-B466-D87EF496FA88}"/>
              </a:ext>
            </a:extLst>
          </p:cNvPr>
          <p:cNvCxnSpPr>
            <a:cxnSpLocks/>
          </p:cNvCxnSpPr>
          <p:nvPr/>
        </p:nvCxnSpPr>
        <p:spPr>
          <a:xfrm rot="16200000" flipV="1">
            <a:off x="7013450" y="2624327"/>
            <a:ext cx="2852929" cy="822963"/>
          </a:xfrm>
          <a:prstGeom prst="bentConnector3">
            <a:avLst>
              <a:gd name="adj1" fmla="val 1859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肘形连接符 22">
            <a:extLst>
              <a:ext uri="{FF2B5EF4-FFF2-40B4-BE49-F238E27FC236}">
                <a16:creationId xmlns:a16="http://schemas.microsoft.com/office/drawing/2014/main" id="{C2275683-E158-E69E-4DF1-83A6249ECD19}"/>
              </a:ext>
            </a:extLst>
          </p:cNvPr>
          <p:cNvCxnSpPr>
            <a:cxnSpLocks/>
          </p:cNvCxnSpPr>
          <p:nvPr/>
        </p:nvCxnSpPr>
        <p:spPr>
          <a:xfrm flipV="1">
            <a:off x="3511296" y="1433846"/>
            <a:ext cx="1991434" cy="522970"/>
          </a:xfrm>
          <a:prstGeom prst="bentConnector3">
            <a:avLst>
              <a:gd name="adj1" fmla="val -14283"/>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肘形连接符 28">
            <a:extLst>
              <a:ext uri="{FF2B5EF4-FFF2-40B4-BE49-F238E27FC236}">
                <a16:creationId xmlns:a16="http://schemas.microsoft.com/office/drawing/2014/main" id="{57136F87-1B5B-B0F1-558B-FAF51D09486A}"/>
              </a:ext>
            </a:extLst>
          </p:cNvPr>
          <p:cNvCxnSpPr>
            <a:cxnSpLocks/>
          </p:cNvCxnSpPr>
          <p:nvPr/>
        </p:nvCxnSpPr>
        <p:spPr>
          <a:xfrm>
            <a:off x="3603760" y="5981203"/>
            <a:ext cx="799880" cy="309792"/>
          </a:xfrm>
          <a:prstGeom prst="bentConnector3">
            <a:avLst>
              <a:gd name="adj1" fmla="val 84158"/>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文本框 32">
            <a:extLst>
              <a:ext uri="{FF2B5EF4-FFF2-40B4-BE49-F238E27FC236}">
                <a16:creationId xmlns:a16="http://schemas.microsoft.com/office/drawing/2014/main" id="{CD3C6941-4311-77AB-EB5C-2E5DF2DDE482}"/>
              </a:ext>
            </a:extLst>
          </p:cNvPr>
          <p:cNvSpPr txBox="1"/>
          <p:nvPr/>
        </p:nvSpPr>
        <p:spPr>
          <a:xfrm rot="3410889">
            <a:off x="7913949" y="4515108"/>
            <a:ext cx="1386918" cy="461665"/>
          </a:xfrm>
          <a:prstGeom prst="rect">
            <a:avLst/>
          </a:prstGeom>
          <a:noFill/>
        </p:spPr>
        <p:txBody>
          <a:bodyPr wrap="none" rtlCol="0">
            <a:spAutoFit/>
          </a:bodyPr>
          <a:lstStyle/>
          <a:p>
            <a:pPr algn="l"/>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PATHOS</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4AF81D86-FD28-B9EC-F2A3-9F0FD087C942}"/>
              </a:ext>
            </a:extLst>
          </p:cNvPr>
          <p:cNvSpPr txBox="1"/>
          <p:nvPr/>
        </p:nvSpPr>
        <p:spPr>
          <a:xfrm rot="18384196">
            <a:off x="4876794" y="1570289"/>
            <a:ext cx="1314784" cy="523220"/>
          </a:xfrm>
          <a:prstGeom prst="rect">
            <a:avLst/>
          </a:prstGeom>
          <a:noFill/>
        </p:spPr>
        <p:txBody>
          <a:bodyPr wrap="none" rtlCol="0">
            <a:spAutoFit/>
          </a:bodyPr>
          <a:lstStyle/>
          <a:p>
            <a:pPr algn="l"/>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ETHOS</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7EC16229-8B2C-50E6-5D7B-90E8B5F18ED8}"/>
              </a:ext>
            </a:extLst>
          </p:cNvPr>
          <p:cNvSpPr txBox="1"/>
          <p:nvPr/>
        </p:nvSpPr>
        <p:spPr>
          <a:xfrm>
            <a:off x="3271480" y="5530623"/>
            <a:ext cx="1362874" cy="523220"/>
          </a:xfrm>
          <a:prstGeom prst="rect">
            <a:avLst/>
          </a:prstGeom>
          <a:noFill/>
        </p:spPr>
        <p:txBody>
          <a:bodyPr wrap="none" rtlCol="0">
            <a:spAutoFit/>
          </a:bodyPr>
          <a:lstStyle/>
          <a:p>
            <a:pPr algn="l"/>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LOGOS</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BD6836E5-A0E6-B76D-A2F7-3778D52AC153}"/>
              </a:ext>
            </a:extLst>
          </p:cNvPr>
          <p:cNvSpPr txBox="1"/>
          <p:nvPr/>
        </p:nvSpPr>
        <p:spPr>
          <a:xfrm>
            <a:off x="8229600" y="1335024"/>
            <a:ext cx="3230880" cy="2800767"/>
          </a:xfrm>
          <a:prstGeom prst="rect">
            <a:avLst/>
          </a:prstGeom>
          <a:noFill/>
        </p:spPr>
        <p:txBody>
          <a:bodyPr wrap="square" rtlCol="0">
            <a:spAutoFit/>
          </a:bodyPr>
          <a:lstStyle/>
          <a:p>
            <a:pPr algn="l"/>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AUDIENCE</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a:t>
            </a:r>
          </a:p>
          <a:p>
            <a:pPr algn="l"/>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                  case that you think is</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 name="文本框 46">
            <a:extLst>
              <a:ext uri="{FF2B5EF4-FFF2-40B4-BE49-F238E27FC236}">
                <a16:creationId xmlns:a16="http://schemas.microsoft.com/office/drawing/2014/main" id="{437D4862-79E0-4402-20A6-A4AADBF90E64}"/>
              </a:ext>
            </a:extLst>
          </p:cNvPr>
          <p:cNvSpPr txBox="1"/>
          <p:nvPr/>
        </p:nvSpPr>
        <p:spPr>
          <a:xfrm>
            <a:off x="4445536" y="5922228"/>
            <a:ext cx="4040096" cy="672685"/>
          </a:xfrm>
          <a:prstGeom prst="rect">
            <a:avLst/>
          </a:prstGeom>
          <a:noFill/>
        </p:spPr>
        <p:txBody>
          <a:bodyPr wrap="square" rtlCol="0">
            <a:spAutoFit/>
          </a:bodyPr>
          <a:lstStyle/>
          <a:p>
            <a:pPr algn="l">
              <a:lnSpc>
                <a:spcPts val="1380"/>
              </a:lnSpc>
            </a:pPr>
            <a:r>
              <a:rPr kumimoji="1" lang="en-US" altLang="zh-CN" dirty="0">
                <a:solidFill>
                  <a:srgbClr val="1E344D"/>
                </a:solidFill>
                <a:latin typeface="Alibaba PuHuiTi Medium" pitchFamily="18" charset="-122"/>
                <a:ea typeface="Alibaba PuHuiTi Medium" pitchFamily="18" charset="-122"/>
                <a:cs typeface="Alibaba PuHuiTi Medium" pitchFamily="18" charset="-122"/>
              </a:rPr>
              <a:t>MESSAGE</a:t>
            </a:r>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 name="文本框 47">
            <a:extLst>
              <a:ext uri="{FF2B5EF4-FFF2-40B4-BE49-F238E27FC236}">
                <a16:creationId xmlns:a16="http://schemas.microsoft.com/office/drawing/2014/main" id="{856FB000-3124-9D07-29E7-01C17497C039}"/>
              </a:ext>
            </a:extLst>
          </p:cNvPr>
          <p:cNvSpPr txBox="1"/>
          <p:nvPr/>
        </p:nvSpPr>
        <p:spPr>
          <a:xfrm>
            <a:off x="749808" y="1837960"/>
            <a:ext cx="3712464" cy="2923877"/>
          </a:xfrm>
          <a:prstGeom prst="rect">
            <a:avLst/>
          </a:prstGeom>
          <a:noFill/>
        </p:spPr>
        <p:txBody>
          <a:bodyPr wrap="square" rtlCol="0">
            <a:spAutoFit/>
          </a:bodyPr>
          <a:lstStyle/>
          <a:p>
            <a:pPr algn="l"/>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SPEAKER</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a:t>
            </a:r>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can write </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a:t>
            </a:r>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can write </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07A43C92-DA6D-9854-2CE3-6AC72550E8A3}"/>
              </a:ext>
            </a:extLst>
          </p:cNvPr>
          <p:cNvSpPr txBox="1"/>
          <p:nvPr/>
        </p:nvSpPr>
        <p:spPr>
          <a:xfrm>
            <a:off x="9175010" y="4061153"/>
            <a:ext cx="1050288"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0.7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 name="文本框 50">
            <a:extLst>
              <a:ext uri="{FF2B5EF4-FFF2-40B4-BE49-F238E27FC236}">
                <a16:creationId xmlns:a16="http://schemas.microsoft.com/office/drawing/2014/main" id="{E07B7730-6B90-6CB8-655B-175170E39F83}"/>
              </a:ext>
            </a:extLst>
          </p:cNvPr>
          <p:cNvSpPr txBox="1"/>
          <p:nvPr/>
        </p:nvSpPr>
        <p:spPr>
          <a:xfrm>
            <a:off x="10224708" y="4254561"/>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FAB2B94E-A7B3-80F6-B02F-D7B0B5AC4DFC}"/>
              </a:ext>
            </a:extLst>
          </p:cNvPr>
          <p:cNvSpPr txBox="1"/>
          <p:nvPr/>
        </p:nvSpPr>
        <p:spPr>
          <a:xfrm>
            <a:off x="8378674" y="5904712"/>
            <a:ext cx="1124026"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1. 4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 name="文本框 57">
            <a:extLst>
              <a:ext uri="{FF2B5EF4-FFF2-40B4-BE49-F238E27FC236}">
                <a16:creationId xmlns:a16="http://schemas.microsoft.com/office/drawing/2014/main" id="{809E4BB9-BD44-DB64-0B35-2EA7BFE9736A}"/>
              </a:ext>
            </a:extLst>
          </p:cNvPr>
          <p:cNvSpPr txBox="1"/>
          <p:nvPr/>
        </p:nvSpPr>
        <p:spPr>
          <a:xfrm>
            <a:off x="9428372" y="6098120"/>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0" name="文本框 599">
            <a:extLst>
              <a:ext uri="{FF2B5EF4-FFF2-40B4-BE49-F238E27FC236}">
                <a16:creationId xmlns:a16="http://schemas.microsoft.com/office/drawing/2014/main" id="{0043FE06-8890-FD30-0C34-337830A641F1}"/>
              </a:ext>
            </a:extLst>
          </p:cNvPr>
          <p:cNvSpPr txBox="1"/>
          <p:nvPr/>
        </p:nvSpPr>
        <p:spPr>
          <a:xfrm>
            <a:off x="732070" y="4620438"/>
            <a:ext cx="1242648" cy="584775"/>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0.02</a:t>
            </a:r>
            <a:endParaRPr kumimoji="1" lang="zh-CN" altLang="en-US" sz="4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C1803FDC-40E9-3420-AC67-1DA7252E8895}"/>
              </a:ext>
            </a:extLst>
          </p:cNvPr>
          <p:cNvSpPr txBox="1"/>
          <p:nvPr/>
        </p:nvSpPr>
        <p:spPr>
          <a:xfrm>
            <a:off x="1836632" y="4795558"/>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1" name="直线箭头连接符 630">
            <a:extLst>
              <a:ext uri="{FF2B5EF4-FFF2-40B4-BE49-F238E27FC236}">
                <a16:creationId xmlns:a16="http://schemas.microsoft.com/office/drawing/2014/main" id="{A143C78E-615E-2280-F448-A569F174D0B2}"/>
              </a:ext>
            </a:extLst>
          </p:cNvPr>
          <p:cNvCxnSpPr/>
          <p:nvPr/>
        </p:nvCxnSpPr>
        <p:spPr>
          <a:xfrm>
            <a:off x="4097438" y="5254907"/>
            <a:ext cx="4027990" cy="0"/>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632" name="直线箭头连接符 631">
            <a:extLst>
              <a:ext uri="{FF2B5EF4-FFF2-40B4-BE49-F238E27FC236}">
                <a16:creationId xmlns:a16="http://schemas.microsoft.com/office/drawing/2014/main" id="{DC7AA831-8DBB-8E05-7ED9-D604D2C28CE8}"/>
              </a:ext>
            </a:extLst>
          </p:cNvPr>
          <p:cNvCxnSpPr>
            <a:cxnSpLocks/>
          </p:cNvCxnSpPr>
          <p:nvPr/>
        </p:nvCxnSpPr>
        <p:spPr>
          <a:xfrm flipH="1" flipV="1">
            <a:off x="6146157" y="2060294"/>
            <a:ext cx="1956122" cy="2893670"/>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637" name="直线箭头连接符 636">
            <a:extLst>
              <a:ext uri="{FF2B5EF4-FFF2-40B4-BE49-F238E27FC236}">
                <a16:creationId xmlns:a16="http://schemas.microsoft.com/office/drawing/2014/main" id="{41CDDAA0-0271-5F54-7DCF-3B1BAF6D5ABC}"/>
              </a:ext>
            </a:extLst>
          </p:cNvPr>
          <p:cNvCxnSpPr>
            <a:cxnSpLocks/>
          </p:cNvCxnSpPr>
          <p:nvPr/>
        </p:nvCxnSpPr>
        <p:spPr>
          <a:xfrm flipH="1">
            <a:off x="4016415" y="2164465"/>
            <a:ext cx="1909823" cy="2870522"/>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7" name="文本框 6">
            <a:extLst>
              <a:ext uri="{FF2B5EF4-FFF2-40B4-BE49-F238E27FC236}">
                <a16:creationId xmlns:a16="http://schemas.microsoft.com/office/drawing/2014/main" id="{38397BDE-EFAB-E1AD-37F6-7EB3EEA05E49}"/>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603E59AF-5E4B-16AD-F17C-1EF5CFCDBE67}"/>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10" name="直线连接符 9">
            <a:extLst>
              <a:ext uri="{FF2B5EF4-FFF2-40B4-BE49-F238E27FC236}">
                <a16:creationId xmlns:a16="http://schemas.microsoft.com/office/drawing/2014/main" id="{4720CFA2-4AF4-01D2-B29F-F23C2433C0D9}"/>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线连接符 10">
            <a:extLst>
              <a:ext uri="{FF2B5EF4-FFF2-40B4-BE49-F238E27FC236}">
                <a16:creationId xmlns:a16="http://schemas.microsoft.com/office/drawing/2014/main" id="{9D80F8C8-CFBF-1992-83F0-25A44060D8F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671BF7B9-9B05-2A37-4957-1BFD440ED4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13" name="组合 12">
            <a:extLst>
              <a:ext uri="{FF2B5EF4-FFF2-40B4-BE49-F238E27FC236}">
                <a16:creationId xmlns:a16="http://schemas.microsoft.com/office/drawing/2014/main" id="{1AAA5152-5A85-3FC5-A26A-9855DB6E55CE}"/>
              </a:ext>
            </a:extLst>
          </p:cNvPr>
          <p:cNvGrpSpPr/>
          <p:nvPr/>
        </p:nvGrpSpPr>
        <p:grpSpPr>
          <a:xfrm>
            <a:off x="2323294" y="287981"/>
            <a:ext cx="356205" cy="355288"/>
            <a:chOff x="416151" y="286059"/>
            <a:chExt cx="356205" cy="355288"/>
          </a:xfrm>
        </p:grpSpPr>
        <p:sp>
          <p:nvSpPr>
            <p:cNvPr id="14" name="Google Shape;7166;p80">
              <a:extLst>
                <a:ext uri="{FF2B5EF4-FFF2-40B4-BE49-F238E27FC236}">
                  <a16:creationId xmlns:a16="http://schemas.microsoft.com/office/drawing/2014/main" id="{25D7EE8B-99FC-CC93-C060-62962C1F492B}"/>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7;p80">
              <a:extLst>
                <a:ext uri="{FF2B5EF4-FFF2-40B4-BE49-F238E27FC236}">
                  <a16:creationId xmlns:a16="http://schemas.microsoft.com/office/drawing/2014/main" id="{6B863C67-97F8-88B8-06F3-400C89D957DB}"/>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168;p80">
              <a:extLst>
                <a:ext uri="{FF2B5EF4-FFF2-40B4-BE49-F238E27FC236}">
                  <a16:creationId xmlns:a16="http://schemas.microsoft.com/office/drawing/2014/main" id="{A08E521E-DE66-08FC-2ABE-1C70CAE626DF}"/>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169;p80">
              <a:extLst>
                <a:ext uri="{FF2B5EF4-FFF2-40B4-BE49-F238E27FC236}">
                  <a16:creationId xmlns:a16="http://schemas.microsoft.com/office/drawing/2014/main" id="{F125C548-6BF5-3C7F-75BE-4B29868712A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97760342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 name="直线连接符 5">
            <a:extLst>
              <a:ext uri="{FF2B5EF4-FFF2-40B4-BE49-F238E27FC236}">
                <a16:creationId xmlns:a16="http://schemas.microsoft.com/office/drawing/2014/main" id="{475F6DEF-4A89-C2B8-6C63-9A0CC9C58DA6}"/>
              </a:ext>
            </a:extLst>
          </p:cNvPr>
          <p:cNvCxnSpPr>
            <a:cxnSpLocks/>
          </p:cNvCxnSpPr>
          <p:nvPr/>
        </p:nvCxnSpPr>
        <p:spPr>
          <a:xfrm>
            <a:off x="509954" y="1459523"/>
            <a:ext cx="10867292" cy="5169877"/>
          </a:xfrm>
          <a:prstGeom prst="line">
            <a:avLst/>
          </a:prstGeom>
          <a:ln w="34925">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 name="文本框 7">
            <a:extLst>
              <a:ext uri="{FF2B5EF4-FFF2-40B4-BE49-F238E27FC236}">
                <a16:creationId xmlns:a16="http://schemas.microsoft.com/office/drawing/2014/main" id="{7BB99D35-2133-48F2-6C60-5B7A070FE005}"/>
              </a:ext>
            </a:extLst>
          </p:cNvPr>
          <p:cNvSpPr txBox="1"/>
          <p:nvPr/>
        </p:nvSpPr>
        <p:spPr>
          <a:xfrm>
            <a:off x="1307762" y="1128472"/>
            <a:ext cx="2985439" cy="834652"/>
          </a:xfrm>
          <a:prstGeom prst="rect">
            <a:avLst/>
          </a:prstGeom>
          <a:noFill/>
        </p:spPr>
        <p:txBody>
          <a:bodyPr wrap="square" rtlCol="0">
            <a:spAutoFit/>
          </a:bodyPr>
          <a:lstStyle/>
          <a:p>
            <a:pPr algn="ctr">
              <a:lnSpc>
                <a:spcPts val="1900"/>
              </a:lnSpc>
            </a:pPr>
            <a:r>
              <a:rPr kumimoji="1" lang="en-US" altLang="zh-CN"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上箭头 9">
            <a:extLst>
              <a:ext uri="{FF2B5EF4-FFF2-40B4-BE49-F238E27FC236}">
                <a16:creationId xmlns:a16="http://schemas.microsoft.com/office/drawing/2014/main" id="{FA44A406-0340-B338-0D04-4C556BCF509A}"/>
              </a:ext>
            </a:extLst>
          </p:cNvPr>
          <p:cNvSpPr/>
          <p:nvPr/>
        </p:nvSpPr>
        <p:spPr>
          <a:xfrm rot="5400000">
            <a:off x="4125468" y="1074189"/>
            <a:ext cx="826477" cy="591853"/>
          </a:xfrm>
          <a:prstGeom prst="up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1" name="文本框 10">
            <a:extLst>
              <a:ext uri="{FF2B5EF4-FFF2-40B4-BE49-F238E27FC236}">
                <a16:creationId xmlns:a16="http://schemas.microsoft.com/office/drawing/2014/main" id="{77850BAD-FEB6-544E-AE57-EC05E601935C}"/>
              </a:ext>
            </a:extLst>
          </p:cNvPr>
          <p:cNvSpPr txBox="1"/>
          <p:nvPr/>
        </p:nvSpPr>
        <p:spPr>
          <a:xfrm>
            <a:off x="4853993" y="1122610"/>
            <a:ext cx="2985439" cy="834652"/>
          </a:xfrm>
          <a:prstGeom prst="rect">
            <a:avLst/>
          </a:prstGeom>
          <a:noFill/>
        </p:spPr>
        <p:txBody>
          <a:bodyPr wrap="square" rtlCol="0">
            <a:spAutoFit/>
          </a:bodyPr>
          <a:lstStyle/>
          <a:p>
            <a:pPr algn="ct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2" name="上箭头 11">
            <a:extLst>
              <a:ext uri="{FF2B5EF4-FFF2-40B4-BE49-F238E27FC236}">
                <a16:creationId xmlns:a16="http://schemas.microsoft.com/office/drawing/2014/main" id="{D8A2C66F-3C15-107A-92C9-1F92BB41F5A0}"/>
              </a:ext>
            </a:extLst>
          </p:cNvPr>
          <p:cNvSpPr/>
          <p:nvPr/>
        </p:nvSpPr>
        <p:spPr>
          <a:xfrm rot="5997383">
            <a:off x="7846204" y="1157775"/>
            <a:ext cx="826477" cy="591853"/>
          </a:xfrm>
          <a:prstGeom prst="upArrow">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5" name="文本框 14">
            <a:extLst>
              <a:ext uri="{FF2B5EF4-FFF2-40B4-BE49-F238E27FC236}">
                <a16:creationId xmlns:a16="http://schemas.microsoft.com/office/drawing/2014/main" id="{E83F3455-CD48-2246-31BF-313015F93E22}"/>
              </a:ext>
            </a:extLst>
          </p:cNvPr>
          <p:cNvSpPr txBox="1"/>
          <p:nvPr/>
        </p:nvSpPr>
        <p:spPr>
          <a:xfrm>
            <a:off x="8627187" y="1219345"/>
            <a:ext cx="2985439" cy="834652"/>
          </a:xfrm>
          <a:prstGeom prst="rect">
            <a:avLst/>
          </a:prstGeom>
          <a:noFill/>
        </p:spPr>
        <p:txBody>
          <a:bodyPr wrap="square" rtlCol="0">
            <a:spAutoFit/>
          </a:bodyPr>
          <a:lstStyle/>
          <a:p>
            <a:pPr algn="ct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 name="上箭头 15">
            <a:extLst>
              <a:ext uri="{FF2B5EF4-FFF2-40B4-BE49-F238E27FC236}">
                <a16:creationId xmlns:a16="http://schemas.microsoft.com/office/drawing/2014/main" id="{599756E3-B40D-992C-2766-A7079B1ABA08}"/>
              </a:ext>
            </a:extLst>
          </p:cNvPr>
          <p:cNvSpPr/>
          <p:nvPr/>
        </p:nvSpPr>
        <p:spPr>
          <a:xfrm rot="8713662">
            <a:off x="10369948" y="1991563"/>
            <a:ext cx="1098512" cy="498722"/>
          </a:xfrm>
          <a:prstGeom prst="upArrow">
            <a:avLst>
              <a:gd name="adj1" fmla="val 46796"/>
              <a:gd name="adj2" fmla="val 50000"/>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7" name="文本框 16">
            <a:extLst>
              <a:ext uri="{FF2B5EF4-FFF2-40B4-BE49-F238E27FC236}">
                <a16:creationId xmlns:a16="http://schemas.microsoft.com/office/drawing/2014/main" id="{C514F00B-C12C-0E54-459D-D049F110FD31}"/>
              </a:ext>
            </a:extLst>
          </p:cNvPr>
          <p:cNvSpPr txBox="1"/>
          <p:nvPr/>
        </p:nvSpPr>
        <p:spPr>
          <a:xfrm>
            <a:off x="9206561" y="2622666"/>
            <a:ext cx="2985439" cy="834652"/>
          </a:xfrm>
          <a:prstGeom prst="rect">
            <a:avLst/>
          </a:prstGeom>
          <a:noFill/>
        </p:spPr>
        <p:txBody>
          <a:bodyPr wrap="square" rtlCol="0">
            <a:spAutoFit/>
          </a:bodyPr>
          <a:lstStyle/>
          <a:p>
            <a:pPr algn="ct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上箭头 17">
            <a:extLst>
              <a:ext uri="{FF2B5EF4-FFF2-40B4-BE49-F238E27FC236}">
                <a16:creationId xmlns:a16="http://schemas.microsoft.com/office/drawing/2014/main" id="{E8AD57C0-8E68-3269-E288-931EA95CC127}"/>
              </a:ext>
            </a:extLst>
          </p:cNvPr>
          <p:cNvSpPr/>
          <p:nvPr/>
        </p:nvSpPr>
        <p:spPr>
          <a:xfrm rot="11364179">
            <a:off x="10665345" y="3502045"/>
            <a:ext cx="1098512" cy="465507"/>
          </a:xfrm>
          <a:prstGeom prst="upArrow">
            <a:avLst>
              <a:gd name="adj1" fmla="val 46796"/>
              <a:gd name="adj2" fmla="val 50000"/>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19" name="上箭头 18">
            <a:extLst>
              <a:ext uri="{FF2B5EF4-FFF2-40B4-BE49-F238E27FC236}">
                <a16:creationId xmlns:a16="http://schemas.microsoft.com/office/drawing/2014/main" id="{28DA1EA0-AEA4-BB17-E39E-723849AD3F5C}"/>
              </a:ext>
            </a:extLst>
          </p:cNvPr>
          <p:cNvSpPr/>
          <p:nvPr/>
        </p:nvSpPr>
        <p:spPr>
          <a:xfrm rot="11364179">
            <a:off x="10554306" y="4521872"/>
            <a:ext cx="1098512" cy="465507"/>
          </a:xfrm>
          <a:prstGeom prst="upArrow">
            <a:avLst>
              <a:gd name="adj1" fmla="val 42571"/>
              <a:gd name="adj2" fmla="val 50000"/>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0" name="文本框 19">
            <a:extLst>
              <a:ext uri="{FF2B5EF4-FFF2-40B4-BE49-F238E27FC236}">
                <a16:creationId xmlns:a16="http://schemas.microsoft.com/office/drawing/2014/main" id="{551C3F1B-C8B2-6D0E-2FDB-10CC12C700D7}"/>
              </a:ext>
            </a:extLst>
          </p:cNvPr>
          <p:cNvSpPr txBox="1"/>
          <p:nvPr/>
        </p:nvSpPr>
        <p:spPr>
          <a:xfrm>
            <a:off x="9206561" y="4128157"/>
            <a:ext cx="2985439" cy="347339"/>
          </a:xfrm>
          <a:prstGeom prst="rect">
            <a:avLst/>
          </a:prstGeom>
          <a:noFill/>
        </p:spPr>
        <p:txBody>
          <a:bodyPr wrap="square" rtlCol="0">
            <a:spAutoFit/>
          </a:bodyPr>
          <a:lstStyle/>
          <a:p>
            <a:pPr algn="ct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1" name="文本框 20">
            <a:extLst>
              <a:ext uri="{FF2B5EF4-FFF2-40B4-BE49-F238E27FC236}">
                <a16:creationId xmlns:a16="http://schemas.microsoft.com/office/drawing/2014/main" id="{8EB6562E-413B-BE92-13CE-05D7CDCA2149}"/>
              </a:ext>
            </a:extLst>
          </p:cNvPr>
          <p:cNvSpPr txBox="1"/>
          <p:nvPr/>
        </p:nvSpPr>
        <p:spPr>
          <a:xfrm>
            <a:off x="9522757" y="5049574"/>
            <a:ext cx="2985439" cy="590996"/>
          </a:xfrm>
          <a:prstGeom prst="rect">
            <a:avLst/>
          </a:prstGeom>
          <a:noFill/>
        </p:spPr>
        <p:txBody>
          <a:bodyPr wrap="square" rtlCol="0">
            <a:spAutoFit/>
          </a:bodyPr>
          <a:lstStyle/>
          <a:p>
            <a:pP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a:t>
            </a:r>
            <a:endParaRPr kumimoji="1" lang="en-US" altLang="zh-CN" sz="2000" dirty="0">
              <a:solidFill>
                <a:srgbClr val="1E344D"/>
              </a:solidFill>
              <a:latin typeface="Alibaba PuHuiTi Medium" pitchFamily="18" charset="-122"/>
              <a:ea typeface="Alibaba PuHuiTi Medium" pitchFamily="18" charset="-122"/>
              <a:cs typeface="Alibaba PuHuiTi Medium" pitchFamily="18" charset="-122"/>
            </a:endParaRPr>
          </a:p>
          <a:p>
            <a:pP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                      </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下弧形箭头 21">
            <a:extLst>
              <a:ext uri="{FF2B5EF4-FFF2-40B4-BE49-F238E27FC236}">
                <a16:creationId xmlns:a16="http://schemas.microsoft.com/office/drawing/2014/main" id="{47F8C150-ACD0-DE5F-0DB6-306958AFE57F}"/>
              </a:ext>
            </a:extLst>
          </p:cNvPr>
          <p:cNvSpPr/>
          <p:nvPr/>
        </p:nvSpPr>
        <p:spPr>
          <a:xfrm rot="9168882">
            <a:off x="8776422" y="5764516"/>
            <a:ext cx="1786433" cy="725470"/>
          </a:xfrm>
          <a:prstGeom prst="curvedDownArrow">
            <a:avLst>
              <a:gd name="adj1" fmla="val 46653"/>
              <a:gd name="adj2" fmla="val 123122"/>
              <a:gd name="adj3" fmla="val 51896"/>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chemeClr val="tx1"/>
              </a:solidFill>
            </a:endParaRPr>
          </a:p>
        </p:txBody>
      </p:sp>
      <p:sp>
        <p:nvSpPr>
          <p:cNvPr id="23" name="上箭头 22">
            <a:extLst>
              <a:ext uri="{FF2B5EF4-FFF2-40B4-BE49-F238E27FC236}">
                <a16:creationId xmlns:a16="http://schemas.microsoft.com/office/drawing/2014/main" id="{5F86089C-3C95-D5E0-086F-FF72B1E0EEDB}"/>
              </a:ext>
            </a:extLst>
          </p:cNvPr>
          <p:cNvSpPr/>
          <p:nvPr/>
        </p:nvSpPr>
        <p:spPr>
          <a:xfrm rot="16200000">
            <a:off x="4936623" y="5526227"/>
            <a:ext cx="747867" cy="1125412"/>
          </a:xfrm>
          <a:prstGeom prst="upArrow">
            <a:avLst>
              <a:gd name="adj1" fmla="val 52844"/>
              <a:gd name="adj2" fmla="val 97447"/>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5" name="上箭头 24">
            <a:extLst>
              <a:ext uri="{FF2B5EF4-FFF2-40B4-BE49-F238E27FC236}">
                <a16:creationId xmlns:a16="http://schemas.microsoft.com/office/drawing/2014/main" id="{A846E8A2-E2FA-0547-516E-F92860B1CA51}"/>
              </a:ext>
            </a:extLst>
          </p:cNvPr>
          <p:cNvSpPr/>
          <p:nvPr/>
        </p:nvSpPr>
        <p:spPr>
          <a:xfrm rot="20124945">
            <a:off x="749211" y="5361652"/>
            <a:ext cx="1098512" cy="569275"/>
          </a:xfrm>
          <a:prstGeom prst="upArrow">
            <a:avLst>
              <a:gd name="adj1" fmla="val 50821"/>
              <a:gd name="adj2" fmla="val 55181"/>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6" name="上箭头 25">
            <a:extLst>
              <a:ext uri="{FF2B5EF4-FFF2-40B4-BE49-F238E27FC236}">
                <a16:creationId xmlns:a16="http://schemas.microsoft.com/office/drawing/2014/main" id="{65F8D2D9-9656-6BFE-79AC-A69713ED92C2}"/>
              </a:ext>
            </a:extLst>
          </p:cNvPr>
          <p:cNvSpPr/>
          <p:nvPr/>
        </p:nvSpPr>
        <p:spPr>
          <a:xfrm rot="21219885">
            <a:off x="265962" y="3738676"/>
            <a:ext cx="1521435" cy="569275"/>
          </a:xfrm>
          <a:prstGeom prst="upArrow">
            <a:avLst>
              <a:gd name="adj1" fmla="val 30460"/>
              <a:gd name="adj2" fmla="val 55181"/>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7" name="下弧形箭头 26">
            <a:extLst>
              <a:ext uri="{FF2B5EF4-FFF2-40B4-BE49-F238E27FC236}">
                <a16:creationId xmlns:a16="http://schemas.microsoft.com/office/drawing/2014/main" id="{BB6D51F1-7A26-F04C-58F0-7476D9870E87}"/>
              </a:ext>
            </a:extLst>
          </p:cNvPr>
          <p:cNvSpPr/>
          <p:nvPr/>
        </p:nvSpPr>
        <p:spPr>
          <a:xfrm rot="17660137">
            <a:off x="422107" y="1606766"/>
            <a:ext cx="1379389" cy="766497"/>
          </a:xfrm>
          <a:prstGeom prst="curvedDownArrow">
            <a:avLst>
              <a:gd name="adj1" fmla="val 31062"/>
              <a:gd name="adj2" fmla="val 117247"/>
              <a:gd name="adj3" fmla="val 51896"/>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chemeClr val="tx1"/>
              </a:solidFill>
            </a:endParaRPr>
          </a:p>
        </p:txBody>
      </p:sp>
      <p:grpSp>
        <p:nvGrpSpPr>
          <p:cNvPr id="13" name="组合 12">
            <a:extLst>
              <a:ext uri="{FF2B5EF4-FFF2-40B4-BE49-F238E27FC236}">
                <a16:creationId xmlns:a16="http://schemas.microsoft.com/office/drawing/2014/main" id="{0E7F2FDC-174F-82CC-BCA7-FB6994B23AB7}"/>
              </a:ext>
            </a:extLst>
          </p:cNvPr>
          <p:cNvGrpSpPr/>
          <p:nvPr/>
        </p:nvGrpSpPr>
        <p:grpSpPr>
          <a:xfrm>
            <a:off x="4149969" y="2039815"/>
            <a:ext cx="3804067" cy="3391636"/>
            <a:chOff x="4149969" y="2039815"/>
            <a:chExt cx="3804067" cy="3391636"/>
          </a:xfrm>
        </p:grpSpPr>
        <p:sp>
          <p:nvSpPr>
            <p:cNvPr id="28" name="环形箭头 27">
              <a:extLst>
                <a:ext uri="{FF2B5EF4-FFF2-40B4-BE49-F238E27FC236}">
                  <a16:creationId xmlns:a16="http://schemas.microsoft.com/office/drawing/2014/main" id="{71C068BA-0756-72B1-304F-4E21F01EFB78}"/>
                </a:ext>
              </a:extLst>
            </p:cNvPr>
            <p:cNvSpPr/>
            <p:nvPr/>
          </p:nvSpPr>
          <p:spPr>
            <a:xfrm rot="20684046">
              <a:off x="4149969" y="2039815"/>
              <a:ext cx="3323492" cy="2919046"/>
            </a:xfrm>
            <a:prstGeom prst="circularArrow">
              <a:avLst>
                <a:gd name="adj1" fmla="val 14284"/>
                <a:gd name="adj2" fmla="val 1084825"/>
                <a:gd name="adj3" fmla="val 20601818"/>
                <a:gd name="adj4" fmla="val 12289104"/>
                <a:gd name="adj5" fmla="val 21349"/>
              </a:avLst>
            </a:prstGeom>
            <a:solidFill>
              <a:srgbClr val="728AAA"/>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chemeClr val="tx1"/>
                </a:solidFill>
              </a:endParaRPr>
            </a:p>
          </p:txBody>
        </p:sp>
        <p:sp>
          <p:nvSpPr>
            <p:cNvPr id="30" name="环形箭头 29">
              <a:extLst>
                <a:ext uri="{FF2B5EF4-FFF2-40B4-BE49-F238E27FC236}">
                  <a16:creationId xmlns:a16="http://schemas.microsoft.com/office/drawing/2014/main" id="{E1B27B06-786F-ABE2-5D90-989067D5C511}"/>
                </a:ext>
              </a:extLst>
            </p:cNvPr>
            <p:cNvSpPr/>
            <p:nvPr/>
          </p:nvSpPr>
          <p:spPr>
            <a:xfrm rot="5075414">
              <a:off x="5054210" y="2531624"/>
              <a:ext cx="2877976" cy="2921677"/>
            </a:xfrm>
            <a:prstGeom prst="circularArrow">
              <a:avLst>
                <a:gd name="adj1" fmla="val 13065"/>
                <a:gd name="adj2" fmla="val 1566817"/>
                <a:gd name="adj3" fmla="val 21322036"/>
                <a:gd name="adj4" fmla="val 13712292"/>
                <a:gd name="adj5" fmla="val 20655"/>
              </a:avLst>
            </a:pr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chemeClr val="tx1"/>
                </a:solidFill>
              </a:endParaRPr>
            </a:p>
          </p:txBody>
        </p:sp>
        <p:sp>
          <p:nvSpPr>
            <p:cNvPr id="31" name="环形箭头 30">
              <a:extLst>
                <a:ext uri="{FF2B5EF4-FFF2-40B4-BE49-F238E27FC236}">
                  <a16:creationId xmlns:a16="http://schemas.microsoft.com/office/drawing/2014/main" id="{7DE4FC01-B7F0-EDD0-FDC9-73A29E00411C}"/>
                </a:ext>
              </a:extLst>
            </p:cNvPr>
            <p:cNvSpPr/>
            <p:nvPr/>
          </p:nvSpPr>
          <p:spPr>
            <a:xfrm rot="10455750">
              <a:off x="4237574" y="2484277"/>
              <a:ext cx="2877976" cy="2921677"/>
            </a:xfrm>
            <a:prstGeom prst="circularArrow">
              <a:avLst>
                <a:gd name="adj1" fmla="val 16678"/>
                <a:gd name="adj2" fmla="val 1986499"/>
                <a:gd name="adj3" fmla="val 21213921"/>
                <a:gd name="adj4" fmla="val 15439969"/>
                <a:gd name="adj5" fmla="val 19043"/>
              </a:avLst>
            </a:prstGeom>
            <a:solidFill>
              <a:schemeClr val="tx1"/>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chemeClr val="tx1"/>
                </a:solidFill>
              </a:endParaRPr>
            </a:p>
          </p:txBody>
        </p:sp>
      </p:grpSp>
      <p:sp>
        <p:nvSpPr>
          <p:cNvPr id="32" name="文本框 31">
            <a:extLst>
              <a:ext uri="{FF2B5EF4-FFF2-40B4-BE49-F238E27FC236}">
                <a16:creationId xmlns:a16="http://schemas.microsoft.com/office/drawing/2014/main" id="{CC223559-8163-7D66-C0DA-7A0A3E8133A1}"/>
              </a:ext>
            </a:extLst>
          </p:cNvPr>
          <p:cNvSpPr txBox="1"/>
          <p:nvPr/>
        </p:nvSpPr>
        <p:spPr>
          <a:xfrm>
            <a:off x="6023992" y="5733256"/>
            <a:ext cx="2985439" cy="834652"/>
          </a:xfrm>
          <a:prstGeom prst="rect">
            <a:avLst/>
          </a:prstGeom>
          <a:noFill/>
        </p:spPr>
        <p:txBody>
          <a:bodyPr wrap="square" rtlCol="0">
            <a:spAutoFit/>
          </a:bodyPr>
          <a:lstStyle/>
          <a:p>
            <a:pPr algn="ct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3" name="文本框 32">
            <a:extLst>
              <a:ext uri="{FF2B5EF4-FFF2-40B4-BE49-F238E27FC236}">
                <a16:creationId xmlns:a16="http://schemas.microsoft.com/office/drawing/2014/main" id="{446EA023-99AA-EF66-835F-767EF3FFD26D}"/>
              </a:ext>
            </a:extLst>
          </p:cNvPr>
          <p:cNvSpPr txBox="1"/>
          <p:nvPr/>
        </p:nvSpPr>
        <p:spPr>
          <a:xfrm>
            <a:off x="1631504" y="5587570"/>
            <a:ext cx="2985439" cy="834652"/>
          </a:xfrm>
          <a:prstGeom prst="rect">
            <a:avLst/>
          </a:prstGeom>
          <a:noFill/>
        </p:spPr>
        <p:txBody>
          <a:bodyPr wrap="square" rtlCol="0">
            <a:spAutoFit/>
          </a:bodyPr>
          <a:lstStyle/>
          <a:p>
            <a:pPr algn="ct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682A714C-C581-2A9E-E57F-6D6869977EDE}"/>
              </a:ext>
            </a:extLst>
          </p:cNvPr>
          <p:cNvSpPr txBox="1"/>
          <p:nvPr/>
        </p:nvSpPr>
        <p:spPr>
          <a:xfrm>
            <a:off x="426623" y="4509120"/>
            <a:ext cx="2263824" cy="834652"/>
          </a:xfrm>
          <a:prstGeom prst="rect">
            <a:avLst/>
          </a:prstGeom>
          <a:noFill/>
        </p:spPr>
        <p:txBody>
          <a:bodyPr wrap="square" rtlCol="0">
            <a:spAutoFit/>
          </a:bodyPr>
          <a:lstStyle/>
          <a:p>
            <a:pP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9.</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7D1F519F-EC07-7EB0-5C20-45E91F4AE974}"/>
              </a:ext>
            </a:extLst>
          </p:cNvPr>
          <p:cNvSpPr txBox="1"/>
          <p:nvPr/>
        </p:nvSpPr>
        <p:spPr>
          <a:xfrm>
            <a:off x="158263" y="2856275"/>
            <a:ext cx="2198076" cy="834652"/>
          </a:xfrm>
          <a:prstGeom prst="rect">
            <a:avLst/>
          </a:prstGeom>
          <a:noFill/>
        </p:spPr>
        <p:txBody>
          <a:bodyPr wrap="square" rtlCol="0">
            <a:spAutoFit/>
          </a:bodyPr>
          <a:lstStyle/>
          <a:p>
            <a:pPr>
              <a:lnSpc>
                <a:spcPts val="1900"/>
              </a:lnSpc>
            </a:pP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10.</a:t>
            </a:r>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8ECCDD44-EB8C-7A25-B1B2-B02BE6DE6C0D}"/>
              </a:ext>
            </a:extLst>
          </p:cNvPr>
          <p:cNvSpPr txBox="1"/>
          <p:nvPr/>
        </p:nvSpPr>
        <p:spPr>
          <a:xfrm rot="1621983">
            <a:off x="2239604" y="2869233"/>
            <a:ext cx="2272536" cy="369332"/>
          </a:xfrm>
          <a:prstGeom prst="rect">
            <a:avLst/>
          </a:prstGeom>
          <a:noFill/>
        </p:spPr>
        <p:txBody>
          <a:bodyPr wrap="square" rtlCol="0">
            <a:spAutoFit/>
          </a:bodyPr>
          <a:lstStyle/>
          <a:p>
            <a:r>
              <a:rPr kumimoji="1" lang="en" altLang="zh-CN"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0C6A70EF-1466-EEA7-1A91-EDC22EDE2F2A}"/>
              </a:ext>
            </a:extLst>
          </p:cNvPr>
          <p:cNvSpPr txBox="1"/>
          <p:nvPr/>
        </p:nvSpPr>
        <p:spPr>
          <a:xfrm rot="1667454">
            <a:off x="2471108" y="2347374"/>
            <a:ext cx="1620078" cy="369332"/>
          </a:xfrm>
          <a:prstGeom prst="rect">
            <a:avLst/>
          </a:prstGeom>
          <a:noFill/>
        </p:spPr>
        <p:txBody>
          <a:bodyPr wrap="square">
            <a:spAutoFit/>
          </a:bodyPr>
          <a:lstStyle/>
          <a:p>
            <a:r>
              <a:rPr kumimoji="1" lang="en" altLang="zh-CN" dirty="0">
                <a:solidFill>
                  <a:srgbClr val="BB3023"/>
                </a:solidFill>
                <a:latin typeface="Alibaba PuHuiTi" pitchFamily="18" charset="-122"/>
                <a:ea typeface="Alibaba PuHuiTi" pitchFamily="18" charset="-122"/>
                <a:cs typeface="Alibaba PuHuiTi" pitchFamily="18" charset="-122"/>
              </a:rPr>
              <a:t>main title</a:t>
            </a:r>
            <a:endParaRPr lang="zh-CN" altLang="en-US" dirty="0">
              <a:solidFill>
                <a:srgbClr val="BB3023"/>
              </a:solidFill>
              <a:latin typeface="Alibaba PuHuiTi" pitchFamily="18" charset="-122"/>
              <a:ea typeface="Alibaba PuHuiTi" pitchFamily="18" charset="-122"/>
              <a:cs typeface="Alibaba PuHuiTi" pitchFamily="18" charset="-122"/>
            </a:endParaRPr>
          </a:p>
        </p:txBody>
      </p:sp>
      <p:sp>
        <p:nvSpPr>
          <p:cNvPr id="5" name="文本框 4">
            <a:extLst>
              <a:ext uri="{FF2B5EF4-FFF2-40B4-BE49-F238E27FC236}">
                <a16:creationId xmlns:a16="http://schemas.microsoft.com/office/drawing/2014/main" id="{47255165-96E5-C6D9-7504-17F70F16EB7A}"/>
              </a:ext>
            </a:extLst>
          </p:cNvPr>
          <p:cNvSpPr txBox="1"/>
          <p:nvPr/>
        </p:nvSpPr>
        <p:spPr>
          <a:xfrm>
            <a:off x="4554415" y="2461845"/>
            <a:ext cx="3106941" cy="400110"/>
          </a:xfrm>
          <a:prstGeom prst="rect">
            <a:avLst/>
          </a:prstGeom>
          <a:noFill/>
        </p:spPr>
        <p:txBody>
          <a:bodyPr wrap="none" rtlCol="0">
            <a:spAutoFit/>
          </a:bodyPr>
          <a:lstStyle/>
          <a:p>
            <a:pPr algn="l"/>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Understanding</a:t>
            </a:r>
            <a:r>
              <a:rPr kumimoji="1" lang="zh-CN" altLang="en-US" sz="20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systems</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2BFC47F2-2EA8-A695-8D88-CE2A53DF4AA7}"/>
              </a:ext>
            </a:extLst>
          </p:cNvPr>
          <p:cNvSpPr txBox="1"/>
          <p:nvPr/>
        </p:nvSpPr>
        <p:spPr>
          <a:xfrm>
            <a:off x="3406027" y="4239948"/>
            <a:ext cx="1858201" cy="707886"/>
          </a:xfrm>
          <a:prstGeom prst="rect">
            <a:avLst/>
          </a:prstGeom>
          <a:noFill/>
        </p:spPr>
        <p:txBody>
          <a:bodyPr wrap="none" rtlCol="0">
            <a:spAutoFit/>
          </a:bodyPr>
          <a:lstStyle/>
          <a:p>
            <a:pPr algn="l"/>
            <a:r>
              <a:rPr kumimoji="1" lang="en-US" altLang="zh-CN" sz="2000" dirty="0">
                <a:solidFill>
                  <a:srgbClr val="728AAA"/>
                </a:solidFill>
                <a:latin typeface="Alibaba PuHuiTi Medium" pitchFamily="18" charset="-122"/>
                <a:ea typeface="Alibaba PuHuiTi Medium" pitchFamily="18" charset="-122"/>
                <a:cs typeface="Alibaba PuHuiTi Medium" pitchFamily="18" charset="-122"/>
              </a:rPr>
              <a:t>Taking</a:t>
            </a:r>
            <a:r>
              <a:rPr kumimoji="1" lang="zh-CN" altLang="en-US" sz="2000" dirty="0">
                <a:solidFill>
                  <a:srgbClr val="728AAA"/>
                </a:solidFill>
                <a:latin typeface="Alibaba PuHuiTi Medium" pitchFamily="18" charset="-122"/>
                <a:ea typeface="Alibaba PuHuiTi Medium" pitchFamily="18" charset="-122"/>
                <a:cs typeface="Alibaba PuHuiTi Medium" pitchFamily="18" charset="-122"/>
              </a:rPr>
              <a:t> </a:t>
            </a:r>
            <a:r>
              <a:rPr kumimoji="1" lang="en-US" altLang="zh-CN" sz="2000" dirty="0">
                <a:solidFill>
                  <a:srgbClr val="728AAA"/>
                </a:solidFill>
                <a:latin typeface="Alibaba PuHuiTi Medium" pitchFamily="18" charset="-122"/>
                <a:ea typeface="Alibaba PuHuiTi Medium" pitchFamily="18" charset="-122"/>
                <a:cs typeface="Alibaba PuHuiTi Medium" pitchFamily="18" charset="-122"/>
              </a:rPr>
              <a:t>action</a:t>
            </a:r>
          </a:p>
          <a:p>
            <a:pPr algn="l"/>
            <a:r>
              <a:rPr kumimoji="1" lang="en-US" altLang="zh-CN" sz="2000" dirty="0">
                <a:solidFill>
                  <a:srgbClr val="728AAA"/>
                </a:solidFill>
                <a:latin typeface="Alibaba PuHuiTi Medium" pitchFamily="18" charset="-122"/>
                <a:ea typeface="Alibaba PuHuiTi Medium" pitchFamily="18" charset="-122"/>
                <a:cs typeface="Alibaba PuHuiTi Medium" pitchFamily="18" charset="-122"/>
              </a:rPr>
              <a:t>In</a:t>
            </a:r>
            <a:r>
              <a:rPr kumimoji="1" lang="zh-CN" altLang="en-US" sz="2000" dirty="0">
                <a:solidFill>
                  <a:srgbClr val="728AAA"/>
                </a:solidFill>
                <a:latin typeface="Alibaba PuHuiTi Medium" pitchFamily="18" charset="-122"/>
                <a:ea typeface="Alibaba PuHuiTi Medium" pitchFamily="18" charset="-122"/>
                <a:cs typeface="Alibaba PuHuiTi Medium" pitchFamily="18" charset="-122"/>
              </a:rPr>
              <a:t> </a:t>
            </a:r>
            <a:r>
              <a:rPr kumimoji="1" lang="en-US" altLang="zh-CN" sz="2000" dirty="0">
                <a:solidFill>
                  <a:srgbClr val="728AAA"/>
                </a:solidFill>
                <a:latin typeface="Alibaba PuHuiTi Medium" pitchFamily="18" charset="-122"/>
                <a:ea typeface="Alibaba PuHuiTi Medium" pitchFamily="18" charset="-122"/>
                <a:cs typeface="Alibaba PuHuiTi Medium" pitchFamily="18" charset="-122"/>
              </a:rPr>
              <a:t>systems</a:t>
            </a:r>
            <a:endParaRPr kumimoji="1" lang="zh-CN" altLang="en-US" sz="2000" dirty="0">
              <a:solidFill>
                <a:srgbClr val="728AAA"/>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578E60E8-92D2-82BF-D5F5-996FD49A6D41}"/>
              </a:ext>
            </a:extLst>
          </p:cNvPr>
          <p:cNvSpPr txBox="1"/>
          <p:nvPr/>
        </p:nvSpPr>
        <p:spPr>
          <a:xfrm>
            <a:off x="7164032" y="3665947"/>
            <a:ext cx="1356462" cy="707886"/>
          </a:xfrm>
          <a:prstGeom prst="rect">
            <a:avLst/>
          </a:prstGeom>
          <a:noFill/>
          <a:ln>
            <a:solidFill>
              <a:srgbClr val="00329F"/>
            </a:solidFill>
          </a:ln>
        </p:spPr>
        <p:txBody>
          <a:bodyPr wrap="none" rtlCol="0">
            <a:spAutoFit/>
          </a:bodyPr>
          <a:lstStyle/>
          <a:p>
            <a:pPr algn="l"/>
            <a:r>
              <a:rPr kumimoji="1" lang="en-US" altLang="zh-CN" sz="2000" dirty="0">
                <a:ln w="0">
                  <a:noFill/>
                </a:ln>
                <a:solidFill>
                  <a:srgbClr val="728AAA"/>
                </a:solidFill>
                <a:latin typeface="Alibaba PuHuiTi Medium" pitchFamily="18" charset="-122"/>
                <a:ea typeface="Alibaba PuHuiTi Medium" pitchFamily="18" charset="-122"/>
                <a:cs typeface="Alibaba PuHuiTi Medium" pitchFamily="18" charset="-122"/>
              </a:rPr>
              <a:t>Mapping </a:t>
            </a:r>
          </a:p>
          <a:p>
            <a:pPr algn="l"/>
            <a:r>
              <a:rPr kumimoji="1" lang="en-US" altLang="zh-CN" sz="2000" dirty="0">
                <a:ln w="0">
                  <a:noFill/>
                </a:ln>
                <a:solidFill>
                  <a:srgbClr val="728AAA"/>
                </a:solidFill>
                <a:latin typeface="Alibaba PuHuiTi Medium" pitchFamily="18" charset="-122"/>
                <a:ea typeface="Alibaba PuHuiTi Medium" pitchFamily="18" charset="-122"/>
                <a:cs typeface="Alibaba PuHuiTi Medium" pitchFamily="18" charset="-122"/>
              </a:rPr>
              <a:t>systems</a:t>
            </a:r>
            <a:endParaRPr kumimoji="1" lang="zh-CN" altLang="en-US" sz="2000" dirty="0">
              <a:ln w="0">
                <a:noFill/>
              </a:ln>
              <a:solidFill>
                <a:srgbClr val="728AAA"/>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358599108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0" name="圆角矩形 799">
            <a:extLst>
              <a:ext uri="{FF2B5EF4-FFF2-40B4-BE49-F238E27FC236}">
                <a16:creationId xmlns:a16="http://schemas.microsoft.com/office/drawing/2014/main" id="{F08EDB38-5B1D-AEFE-38CC-014B096FE0B3}"/>
              </a:ext>
            </a:extLst>
          </p:cNvPr>
          <p:cNvSpPr/>
          <p:nvPr/>
        </p:nvSpPr>
        <p:spPr>
          <a:xfrm>
            <a:off x="375920" y="2743200"/>
            <a:ext cx="3969667" cy="1388633"/>
          </a:xfrm>
          <a:prstGeom prst="roundRect">
            <a:avLst>
              <a:gd name="adj" fmla="val 11545"/>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86" name="圆角矩形 785">
            <a:extLst>
              <a:ext uri="{FF2B5EF4-FFF2-40B4-BE49-F238E27FC236}">
                <a16:creationId xmlns:a16="http://schemas.microsoft.com/office/drawing/2014/main" id="{1A00F0DC-D864-CE68-512D-AFA43C901757}"/>
              </a:ext>
            </a:extLst>
          </p:cNvPr>
          <p:cNvSpPr/>
          <p:nvPr/>
        </p:nvSpPr>
        <p:spPr>
          <a:xfrm>
            <a:off x="375920" y="1214921"/>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88" name="圆角矩形 787">
            <a:extLst>
              <a:ext uri="{FF2B5EF4-FFF2-40B4-BE49-F238E27FC236}">
                <a16:creationId xmlns:a16="http://schemas.microsoft.com/office/drawing/2014/main" id="{B041014B-E148-4311-7B78-833029DB9E39}"/>
              </a:ext>
            </a:extLst>
          </p:cNvPr>
          <p:cNvSpPr/>
          <p:nvPr/>
        </p:nvSpPr>
        <p:spPr>
          <a:xfrm>
            <a:off x="375920" y="1976921"/>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94" name="圆角矩形 793">
            <a:extLst>
              <a:ext uri="{FF2B5EF4-FFF2-40B4-BE49-F238E27FC236}">
                <a16:creationId xmlns:a16="http://schemas.microsoft.com/office/drawing/2014/main" id="{584307B2-12EB-DCB1-CCE8-4EA6213B578E}"/>
              </a:ext>
            </a:extLst>
          </p:cNvPr>
          <p:cNvSpPr/>
          <p:nvPr/>
        </p:nvSpPr>
        <p:spPr>
          <a:xfrm>
            <a:off x="375920" y="4288712"/>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Google Shape;6849;p79">
            <a:extLst>
              <a:ext uri="{FF2B5EF4-FFF2-40B4-BE49-F238E27FC236}">
                <a16:creationId xmlns:a16="http://schemas.microsoft.com/office/drawing/2014/main" id="{C7109F4D-9386-9BFA-5CF6-22A88A302550}"/>
              </a:ext>
            </a:extLst>
          </p:cNvPr>
          <p:cNvSpPr/>
          <p:nvPr/>
        </p:nvSpPr>
        <p:spPr>
          <a:xfrm>
            <a:off x="691851" y="2239111"/>
            <a:ext cx="212161" cy="26582"/>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0" name="Google Shape;6850;p79">
            <a:extLst>
              <a:ext uri="{FF2B5EF4-FFF2-40B4-BE49-F238E27FC236}">
                <a16:creationId xmlns:a16="http://schemas.microsoft.com/office/drawing/2014/main" id="{F3566353-FF70-87A5-D9AF-79376EC65DAE}"/>
              </a:ext>
            </a:extLst>
          </p:cNvPr>
          <p:cNvSpPr/>
          <p:nvPr/>
        </p:nvSpPr>
        <p:spPr>
          <a:xfrm>
            <a:off x="654294" y="2187210"/>
            <a:ext cx="288364" cy="25425"/>
          </a:xfrm>
          <a:custGeom>
            <a:avLst/>
            <a:gdLst/>
            <a:ahLst/>
            <a:cxnLst/>
            <a:rect l="l" t="t" r="r" b="b"/>
            <a:pathLst>
              <a:path w="8223" h="725" extrusionOk="0">
                <a:moveTo>
                  <a:pt x="0" y="0"/>
                </a:moveTo>
                <a:lnTo>
                  <a:pt x="0" y="725"/>
                </a:lnTo>
                <a:lnTo>
                  <a:pt x="8223" y="725"/>
                </a:lnTo>
                <a:lnTo>
                  <a:pt x="8223" y="0"/>
                </a:ln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1" name="Google Shape;6851;p79">
            <a:extLst>
              <a:ext uri="{FF2B5EF4-FFF2-40B4-BE49-F238E27FC236}">
                <a16:creationId xmlns:a16="http://schemas.microsoft.com/office/drawing/2014/main" id="{169F879F-354C-FB13-4B90-5CAF5B32CB0B}"/>
              </a:ext>
            </a:extLst>
          </p:cNvPr>
          <p:cNvSpPr/>
          <p:nvPr/>
        </p:nvSpPr>
        <p:spPr>
          <a:xfrm>
            <a:off x="654294" y="2238023"/>
            <a:ext cx="287278" cy="262976"/>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2" name="Google Shape;6852;p79">
            <a:extLst>
              <a:ext uri="{FF2B5EF4-FFF2-40B4-BE49-F238E27FC236}">
                <a16:creationId xmlns:a16="http://schemas.microsoft.com/office/drawing/2014/main" id="{8DCBF543-A347-46BA-AF43-948466029366}"/>
              </a:ext>
            </a:extLst>
          </p:cNvPr>
          <p:cNvSpPr/>
          <p:nvPr/>
        </p:nvSpPr>
        <p:spPr>
          <a:xfrm>
            <a:off x="602357" y="2054618"/>
            <a:ext cx="391114" cy="104994"/>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3" name="Google Shape;6853;p79">
            <a:extLst>
              <a:ext uri="{FF2B5EF4-FFF2-40B4-BE49-F238E27FC236}">
                <a16:creationId xmlns:a16="http://schemas.microsoft.com/office/drawing/2014/main" id="{4BA5AB01-E8D2-5346-6385-4DE379E72619}"/>
              </a:ext>
            </a:extLst>
          </p:cNvPr>
          <p:cNvSpPr/>
          <p:nvPr/>
        </p:nvSpPr>
        <p:spPr>
          <a:xfrm>
            <a:off x="601235" y="2272285"/>
            <a:ext cx="26546" cy="90616"/>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4" name="Google Shape;6854;p79">
            <a:extLst>
              <a:ext uri="{FF2B5EF4-FFF2-40B4-BE49-F238E27FC236}">
                <a16:creationId xmlns:a16="http://schemas.microsoft.com/office/drawing/2014/main" id="{3EECBA19-BF2C-5E32-FB88-FEE851A488C8}"/>
              </a:ext>
            </a:extLst>
          </p:cNvPr>
          <p:cNvSpPr/>
          <p:nvPr/>
        </p:nvSpPr>
        <p:spPr>
          <a:xfrm>
            <a:off x="969168" y="2272285"/>
            <a:ext cx="26512" cy="90616"/>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grpSp>
        <p:nvGrpSpPr>
          <p:cNvPr id="785" name="组合 784">
            <a:extLst>
              <a:ext uri="{FF2B5EF4-FFF2-40B4-BE49-F238E27FC236}">
                <a16:creationId xmlns:a16="http://schemas.microsoft.com/office/drawing/2014/main" id="{D14D8EDD-E23E-91EA-534C-360697E8C1A0}"/>
              </a:ext>
            </a:extLst>
          </p:cNvPr>
          <p:cNvGrpSpPr/>
          <p:nvPr/>
        </p:nvGrpSpPr>
        <p:grpSpPr>
          <a:xfrm>
            <a:off x="6235630" y="1109999"/>
            <a:ext cx="5594999" cy="5416697"/>
            <a:chOff x="3366977" y="1020816"/>
            <a:chExt cx="5594999" cy="5416697"/>
          </a:xfrm>
        </p:grpSpPr>
        <p:grpSp>
          <p:nvGrpSpPr>
            <p:cNvPr id="706" name="组合 705">
              <a:extLst>
                <a:ext uri="{FF2B5EF4-FFF2-40B4-BE49-F238E27FC236}">
                  <a16:creationId xmlns:a16="http://schemas.microsoft.com/office/drawing/2014/main" id="{80CE34C4-224B-081D-2707-DB403C09BB72}"/>
                </a:ext>
              </a:extLst>
            </p:cNvPr>
            <p:cNvGrpSpPr/>
            <p:nvPr/>
          </p:nvGrpSpPr>
          <p:grpSpPr>
            <a:xfrm rot="21444302">
              <a:off x="3428963" y="1020816"/>
              <a:ext cx="4421931" cy="4791144"/>
              <a:chOff x="3498376" y="1105877"/>
              <a:chExt cx="4421931" cy="4791144"/>
            </a:xfrm>
          </p:grpSpPr>
          <p:sp>
            <p:nvSpPr>
              <p:cNvPr id="627" name="矩形 626">
                <a:extLst>
                  <a:ext uri="{FF2B5EF4-FFF2-40B4-BE49-F238E27FC236}">
                    <a16:creationId xmlns:a16="http://schemas.microsoft.com/office/drawing/2014/main" id="{ED8FA72A-2562-B450-207C-7F5688214336}"/>
                  </a:ext>
                </a:extLst>
              </p:cNvPr>
              <p:cNvSpPr/>
              <p:nvPr/>
            </p:nvSpPr>
            <p:spPr>
              <a:xfrm>
                <a:off x="3498376" y="5140657"/>
                <a:ext cx="1146412" cy="755176"/>
              </a:xfrm>
              <a:custGeom>
                <a:avLst/>
                <a:gdLst>
                  <a:gd name="connsiteX0" fmla="*/ 0 w 1146412"/>
                  <a:gd name="connsiteY0" fmla="*/ 0 h 755176"/>
                  <a:gd name="connsiteX1" fmla="*/ 1146412 w 1146412"/>
                  <a:gd name="connsiteY1" fmla="*/ 0 h 755176"/>
                  <a:gd name="connsiteX2" fmla="*/ 1146412 w 1146412"/>
                  <a:gd name="connsiteY2" fmla="*/ 755176 h 755176"/>
                  <a:gd name="connsiteX3" fmla="*/ 0 w 1146412"/>
                  <a:gd name="connsiteY3" fmla="*/ 755176 h 755176"/>
                  <a:gd name="connsiteX4" fmla="*/ 0 w 1146412"/>
                  <a:gd name="connsiteY4" fmla="*/ 0 h 755176"/>
                  <a:gd name="connsiteX0" fmla="*/ 0 w 1146412"/>
                  <a:gd name="connsiteY0" fmla="*/ 0 h 755176"/>
                  <a:gd name="connsiteX1" fmla="*/ 1146412 w 1146412"/>
                  <a:gd name="connsiteY1" fmla="*/ 0 h 755176"/>
                  <a:gd name="connsiteX2" fmla="*/ 1135261 w 1146412"/>
                  <a:gd name="connsiteY2" fmla="*/ 688269 h 755176"/>
                  <a:gd name="connsiteX3" fmla="*/ 0 w 1146412"/>
                  <a:gd name="connsiteY3" fmla="*/ 755176 h 755176"/>
                  <a:gd name="connsiteX4" fmla="*/ 0 w 1146412"/>
                  <a:gd name="connsiteY4" fmla="*/ 0 h 755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412" h="755176">
                    <a:moveTo>
                      <a:pt x="0" y="0"/>
                    </a:moveTo>
                    <a:lnTo>
                      <a:pt x="1146412" y="0"/>
                    </a:lnTo>
                    <a:lnTo>
                      <a:pt x="1135261" y="688269"/>
                    </a:lnTo>
                    <a:lnTo>
                      <a:pt x="0" y="755176"/>
                    </a:lnTo>
                    <a:lnTo>
                      <a:pt x="0" y="0"/>
                    </a:lnTo>
                    <a:close/>
                  </a:path>
                </a:pathLst>
              </a:cu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0" name="矩形 629">
                <a:extLst>
                  <a:ext uri="{FF2B5EF4-FFF2-40B4-BE49-F238E27FC236}">
                    <a16:creationId xmlns:a16="http://schemas.microsoft.com/office/drawing/2014/main" id="{9035394D-D49D-0E86-EA0B-11BB410E08AC}"/>
                  </a:ext>
                </a:extLst>
              </p:cNvPr>
              <p:cNvSpPr/>
              <p:nvPr/>
            </p:nvSpPr>
            <p:spPr>
              <a:xfrm>
                <a:off x="3498376" y="4797152"/>
                <a:ext cx="1146412" cy="35318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1" name="矩形 630">
                <a:extLst>
                  <a:ext uri="{FF2B5EF4-FFF2-40B4-BE49-F238E27FC236}">
                    <a16:creationId xmlns:a16="http://schemas.microsoft.com/office/drawing/2014/main" id="{901927C3-4078-1C90-5772-DC7F54F56102}"/>
                  </a:ext>
                </a:extLst>
              </p:cNvPr>
              <p:cNvSpPr/>
              <p:nvPr/>
            </p:nvSpPr>
            <p:spPr>
              <a:xfrm>
                <a:off x="3498376" y="4653136"/>
                <a:ext cx="1146412" cy="149418"/>
              </a:xfrm>
              <a:prstGeom prst="rect">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2" name="矩形 631">
                <a:extLst>
                  <a:ext uri="{FF2B5EF4-FFF2-40B4-BE49-F238E27FC236}">
                    <a16:creationId xmlns:a16="http://schemas.microsoft.com/office/drawing/2014/main" id="{344772E1-066A-2171-1CFB-0AB62FD91F5E}"/>
                  </a:ext>
                </a:extLst>
              </p:cNvPr>
              <p:cNvSpPr/>
              <p:nvPr/>
            </p:nvSpPr>
            <p:spPr>
              <a:xfrm>
                <a:off x="3498376" y="4185138"/>
                <a:ext cx="1146412" cy="473400"/>
              </a:xfrm>
              <a:prstGeom prst="rect">
                <a:avLst/>
              </a:prstGeom>
              <a:solidFill>
                <a:srgbClr val="B2C5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3" name="矩形 632">
                <a:extLst>
                  <a:ext uri="{FF2B5EF4-FFF2-40B4-BE49-F238E27FC236}">
                    <a16:creationId xmlns:a16="http://schemas.microsoft.com/office/drawing/2014/main" id="{C1C68B2E-4D0F-0119-7066-7D23FE025B21}"/>
                  </a:ext>
                </a:extLst>
              </p:cNvPr>
              <p:cNvSpPr/>
              <p:nvPr/>
            </p:nvSpPr>
            <p:spPr>
              <a:xfrm>
                <a:off x="3498376" y="4005064"/>
                <a:ext cx="1146412" cy="19179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53" name="矩形 652">
                <a:extLst>
                  <a:ext uri="{FF2B5EF4-FFF2-40B4-BE49-F238E27FC236}">
                    <a16:creationId xmlns:a16="http://schemas.microsoft.com/office/drawing/2014/main" id="{80BA3466-5B80-B335-D965-62B35DFBE219}"/>
                  </a:ext>
                </a:extLst>
              </p:cNvPr>
              <p:cNvSpPr/>
              <p:nvPr/>
            </p:nvSpPr>
            <p:spPr>
              <a:xfrm>
                <a:off x="3498376" y="3861048"/>
                <a:ext cx="1146412" cy="156060"/>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1" name="矩形 660">
                <a:extLst>
                  <a:ext uri="{FF2B5EF4-FFF2-40B4-BE49-F238E27FC236}">
                    <a16:creationId xmlns:a16="http://schemas.microsoft.com/office/drawing/2014/main" id="{576EEFF9-83C5-016E-F4C9-A4739F0BA565}"/>
                  </a:ext>
                </a:extLst>
              </p:cNvPr>
              <p:cNvSpPr/>
              <p:nvPr/>
            </p:nvSpPr>
            <p:spPr>
              <a:xfrm>
                <a:off x="4644117" y="2266463"/>
                <a:ext cx="1146412" cy="242276"/>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2" name="矩形 661">
                <a:extLst>
                  <a:ext uri="{FF2B5EF4-FFF2-40B4-BE49-F238E27FC236}">
                    <a16:creationId xmlns:a16="http://schemas.microsoft.com/office/drawing/2014/main" id="{75A7EA4A-60CC-4652-6CC7-5D6BEA7442C3}"/>
                  </a:ext>
                </a:extLst>
              </p:cNvPr>
              <p:cNvSpPr/>
              <p:nvPr/>
            </p:nvSpPr>
            <p:spPr>
              <a:xfrm>
                <a:off x="4644117" y="1105877"/>
                <a:ext cx="1146412" cy="1197247"/>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4" name="矩形 663">
                <a:extLst>
                  <a:ext uri="{FF2B5EF4-FFF2-40B4-BE49-F238E27FC236}">
                    <a16:creationId xmlns:a16="http://schemas.microsoft.com/office/drawing/2014/main" id="{FAE650AD-7178-948F-4417-7DD6F8522C3B}"/>
                  </a:ext>
                </a:extLst>
              </p:cNvPr>
              <p:cNvSpPr/>
              <p:nvPr/>
            </p:nvSpPr>
            <p:spPr>
              <a:xfrm>
                <a:off x="5781487" y="4613565"/>
                <a:ext cx="1646527" cy="1283456"/>
              </a:xfrm>
              <a:custGeom>
                <a:avLst/>
                <a:gdLst>
                  <a:gd name="connsiteX0" fmla="*/ 0 w 1643798"/>
                  <a:gd name="connsiteY0" fmla="*/ 0 h 1184737"/>
                  <a:gd name="connsiteX1" fmla="*/ 1643798 w 1643798"/>
                  <a:gd name="connsiteY1" fmla="*/ 0 h 1184737"/>
                  <a:gd name="connsiteX2" fmla="*/ 1643798 w 1643798"/>
                  <a:gd name="connsiteY2" fmla="*/ 1184737 h 1184737"/>
                  <a:gd name="connsiteX3" fmla="*/ 0 w 1643798"/>
                  <a:gd name="connsiteY3" fmla="*/ 1184737 h 1184737"/>
                  <a:gd name="connsiteX4" fmla="*/ 0 w 1643798"/>
                  <a:gd name="connsiteY4" fmla="*/ 0 h 1184737"/>
                  <a:gd name="connsiteX0" fmla="*/ 0 w 1643798"/>
                  <a:gd name="connsiteY0" fmla="*/ 0 h 1184737"/>
                  <a:gd name="connsiteX1" fmla="*/ 1643798 w 1643798"/>
                  <a:gd name="connsiteY1" fmla="*/ 0 h 1184737"/>
                  <a:gd name="connsiteX2" fmla="*/ 1643798 w 1643798"/>
                  <a:gd name="connsiteY2" fmla="*/ 1117829 h 1184737"/>
                  <a:gd name="connsiteX3" fmla="*/ 0 w 1643798"/>
                  <a:gd name="connsiteY3" fmla="*/ 1184737 h 1184737"/>
                  <a:gd name="connsiteX4" fmla="*/ 0 w 1643798"/>
                  <a:gd name="connsiteY4" fmla="*/ 0 h 1184737"/>
                  <a:gd name="connsiteX0" fmla="*/ 0 w 1643798"/>
                  <a:gd name="connsiteY0" fmla="*/ 0 h 1283456"/>
                  <a:gd name="connsiteX1" fmla="*/ 1643798 w 1643798"/>
                  <a:gd name="connsiteY1" fmla="*/ 0 h 1283456"/>
                  <a:gd name="connsiteX2" fmla="*/ 1636291 w 1643798"/>
                  <a:gd name="connsiteY2" fmla="*/ 1283456 h 1283456"/>
                  <a:gd name="connsiteX3" fmla="*/ 0 w 1643798"/>
                  <a:gd name="connsiteY3" fmla="*/ 1184737 h 1283456"/>
                  <a:gd name="connsiteX4" fmla="*/ 0 w 1643798"/>
                  <a:gd name="connsiteY4" fmla="*/ 0 h 1283456"/>
                  <a:gd name="connsiteX0" fmla="*/ 2729 w 1646527"/>
                  <a:gd name="connsiteY0" fmla="*/ 0 h 1283456"/>
                  <a:gd name="connsiteX1" fmla="*/ 1646527 w 1646527"/>
                  <a:gd name="connsiteY1" fmla="*/ 0 h 1283456"/>
                  <a:gd name="connsiteX2" fmla="*/ 1639020 w 1646527"/>
                  <a:gd name="connsiteY2" fmla="*/ 1283456 h 1283456"/>
                  <a:gd name="connsiteX3" fmla="*/ 0 w 1646527"/>
                  <a:gd name="connsiteY3" fmla="*/ 1244965 h 1283456"/>
                  <a:gd name="connsiteX4" fmla="*/ 2729 w 1646527"/>
                  <a:gd name="connsiteY4" fmla="*/ 0 h 128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527" h="1283456">
                    <a:moveTo>
                      <a:pt x="2729" y="0"/>
                    </a:moveTo>
                    <a:lnTo>
                      <a:pt x="1646527" y="0"/>
                    </a:lnTo>
                    <a:cubicBezTo>
                      <a:pt x="1644025" y="427819"/>
                      <a:pt x="1641522" y="855637"/>
                      <a:pt x="1639020" y="1283456"/>
                    </a:cubicBezTo>
                    <a:lnTo>
                      <a:pt x="0" y="1244965"/>
                    </a:lnTo>
                    <a:cubicBezTo>
                      <a:pt x="910" y="829977"/>
                      <a:pt x="1819" y="414988"/>
                      <a:pt x="2729" y="0"/>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5" name="矩形 664">
                <a:extLst>
                  <a:ext uri="{FF2B5EF4-FFF2-40B4-BE49-F238E27FC236}">
                    <a16:creationId xmlns:a16="http://schemas.microsoft.com/office/drawing/2014/main" id="{E004FA0E-7A22-FFA9-813D-AB28CA741043}"/>
                  </a:ext>
                </a:extLst>
              </p:cNvPr>
              <p:cNvSpPr/>
              <p:nvPr/>
            </p:nvSpPr>
            <p:spPr>
              <a:xfrm>
                <a:off x="5783461" y="3384469"/>
                <a:ext cx="1104227" cy="1259714"/>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6" name="矩形 665">
                <a:extLst>
                  <a:ext uri="{FF2B5EF4-FFF2-40B4-BE49-F238E27FC236}">
                    <a16:creationId xmlns:a16="http://schemas.microsoft.com/office/drawing/2014/main" id="{C993BE13-CEDC-B900-9424-C11F996A67FE}"/>
                  </a:ext>
                </a:extLst>
              </p:cNvPr>
              <p:cNvSpPr/>
              <p:nvPr/>
            </p:nvSpPr>
            <p:spPr>
              <a:xfrm>
                <a:off x="5783461" y="3140968"/>
                <a:ext cx="1104227" cy="25537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7" name="矩形 666">
                <a:extLst>
                  <a:ext uri="{FF2B5EF4-FFF2-40B4-BE49-F238E27FC236}">
                    <a16:creationId xmlns:a16="http://schemas.microsoft.com/office/drawing/2014/main" id="{D0D4782E-FE7B-AA25-81EF-D71BAF5CEA5E}"/>
                  </a:ext>
                </a:extLst>
              </p:cNvPr>
              <p:cNvSpPr/>
              <p:nvPr/>
            </p:nvSpPr>
            <p:spPr>
              <a:xfrm>
                <a:off x="5783461" y="2996952"/>
                <a:ext cx="1104227" cy="150009"/>
              </a:xfrm>
              <a:prstGeom prst="rect">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8" name="矩形 667">
                <a:extLst>
                  <a:ext uri="{FF2B5EF4-FFF2-40B4-BE49-F238E27FC236}">
                    <a16:creationId xmlns:a16="http://schemas.microsoft.com/office/drawing/2014/main" id="{FB663B2E-E658-913B-7F00-145657160EDF}"/>
                  </a:ext>
                </a:extLst>
              </p:cNvPr>
              <p:cNvSpPr/>
              <p:nvPr/>
            </p:nvSpPr>
            <p:spPr>
              <a:xfrm>
                <a:off x="5784750" y="2608680"/>
                <a:ext cx="1102938" cy="394265"/>
              </a:xfrm>
              <a:prstGeom prst="rect">
                <a:avLst/>
              </a:prstGeom>
              <a:solidFill>
                <a:srgbClr val="DEE2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9" name="矩形 668">
                <a:extLst>
                  <a:ext uri="{FF2B5EF4-FFF2-40B4-BE49-F238E27FC236}">
                    <a16:creationId xmlns:a16="http://schemas.microsoft.com/office/drawing/2014/main" id="{B7029551-57CF-5E48-4314-727A00D175CE}"/>
                  </a:ext>
                </a:extLst>
              </p:cNvPr>
              <p:cNvSpPr/>
              <p:nvPr/>
            </p:nvSpPr>
            <p:spPr>
              <a:xfrm>
                <a:off x="6816080" y="2962894"/>
                <a:ext cx="1104227" cy="1681289"/>
              </a:xfrm>
              <a:prstGeom prst="rect">
                <a:avLst/>
              </a:prstGeom>
              <a:solidFill>
                <a:srgbClr val="B2C5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73" name="矩形 672">
                <a:extLst>
                  <a:ext uri="{FF2B5EF4-FFF2-40B4-BE49-F238E27FC236}">
                    <a16:creationId xmlns:a16="http://schemas.microsoft.com/office/drawing/2014/main" id="{E4641557-210E-DFC4-F777-AC1E65AD0F67}"/>
                  </a:ext>
                </a:extLst>
              </p:cNvPr>
              <p:cNvSpPr/>
              <p:nvPr/>
            </p:nvSpPr>
            <p:spPr>
              <a:xfrm>
                <a:off x="6816080" y="2780928"/>
                <a:ext cx="1104227" cy="19384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74" name="矩形 673">
                <a:extLst>
                  <a:ext uri="{FF2B5EF4-FFF2-40B4-BE49-F238E27FC236}">
                    <a16:creationId xmlns:a16="http://schemas.microsoft.com/office/drawing/2014/main" id="{6FF19BC6-831A-CF17-4644-44E67D13CC83}"/>
                  </a:ext>
                </a:extLst>
              </p:cNvPr>
              <p:cNvSpPr/>
              <p:nvPr/>
            </p:nvSpPr>
            <p:spPr>
              <a:xfrm>
                <a:off x="6816080" y="2694062"/>
                <a:ext cx="1104227" cy="94413"/>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75" name="矩形 674">
                <a:extLst>
                  <a:ext uri="{FF2B5EF4-FFF2-40B4-BE49-F238E27FC236}">
                    <a16:creationId xmlns:a16="http://schemas.microsoft.com/office/drawing/2014/main" id="{F59D1A25-2707-3730-E6EF-547E17CEF6EE}"/>
                  </a:ext>
                </a:extLst>
              </p:cNvPr>
              <p:cNvSpPr/>
              <p:nvPr/>
            </p:nvSpPr>
            <p:spPr>
              <a:xfrm>
                <a:off x="6816080" y="2600846"/>
                <a:ext cx="1104227" cy="94413"/>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85" name="矩形 684">
                <a:extLst>
                  <a:ext uri="{FF2B5EF4-FFF2-40B4-BE49-F238E27FC236}">
                    <a16:creationId xmlns:a16="http://schemas.microsoft.com/office/drawing/2014/main" id="{1B5EE7D1-329B-0E77-8014-E0A261ABF69C}"/>
                  </a:ext>
                </a:extLst>
              </p:cNvPr>
              <p:cNvSpPr/>
              <p:nvPr/>
            </p:nvSpPr>
            <p:spPr>
              <a:xfrm>
                <a:off x="6815462" y="2541099"/>
                <a:ext cx="1104227" cy="6822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5" name="矩形 654">
                <a:extLst>
                  <a:ext uri="{FF2B5EF4-FFF2-40B4-BE49-F238E27FC236}">
                    <a16:creationId xmlns:a16="http://schemas.microsoft.com/office/drawing/2014/main" id="{01A059FC-B566-2072-F598-484A51FF91DC}"/>
                  </a:ext>
                </a:extLst>
              </p:cNvPr>
              <p:cNvSpPr/>
              <p:nvPr/>
            </p:nvSpPr>
            <p:spPr>
              <a:xfrm>
                <a:off x="4637279" y="5529385"/>
                <a:ext cx="1153250" cy="334066"/>
              </a:xfrm>
              <a:custGeom>
                <a:avLst/>
                <a:gdLst>
                  <a:gd name="connsiteX0" fmla="*/ 0 w 1146412"/>
                  <a:gd name="connsiteY0" fmla="*/ 0 h 294140"/>
                  <a:gd name="connsiteX1" fmla="*/ 1146412 w 1146412"/>
                  <a:gd name="connsiteY1" fmla="*/ 0 h 294140"/>
                  <a:gd name="connsiteX2" fmla="*/ 1146412 w 1146412"/>
                  <a:gd name="connsiteY2" fmla="*/ 294140 h 294140"/>
                  <a:gd name="connsiteX3" fmla="*/ 0 w 1146412"/>
                  <a:gd name="connsiteY3" fmla="*/ 294140 h 294140"/>
                  <a:gd name="connsiteX4" fmla="*/ 0 w 1146412"/>
                  <a:gd name="connsiteY4" fmla="*/ 0 h 294140"/>
                  <a:gd name="connsiteX0" fmla="*/ 0 w 1146412"/>
                  <a:gd name="connsiteY0" fmla="*/ 0 h 294140"/>
                  <a:gd name="connsiteX1" fmla="*/ 1146412 w 1146412"/>
                  <a:gd name="connsiteY1" fmla="*/ 0 h 294140"/>
                  <a:gd name="connsiteX2" fmla="*/ 1146412 w 1146412"/>
                  <a:gd name="connsiteY2" fmla="*/ 249535 h 294140"/>
                  <a:gd name="connsiteX3" fmla="*/ 0 w 1146412"/>
                  <a:gd name="connsiteY3" fmla="*/ 294140 h 294140"/>
                  <a:gd name="connsiteX4" fmla="*/ 0 w 1146412"/>
                  <a:gd name="connsiteY4" fmla="*/ 0 h 294140"/>
                  <a:gd name="connsiteX0" fmla="*/ 0 w 1146412"/>
                  <a:gd name="connsiteY0" fmla="*/ 0 h 319574"/>
                  <a:gd name="connsiteX1" fmla="*/ 1146412 w 1146412"/>
                  <a:gd name="connsiteY1" fmla="*/ 0 h 319574"/>
                  <a:gd name="connsiteX2" fmla="*/ 1138209 w 1146412"/>
                  <a:gd name="connsiteY2" fmla="*/ 319574 h 319574"/>
                  <a:gd name="connsiteX3" fmla="*/ 0 w 1146412"/>
                  <a:gd name="connsiteY3" fmla="*/ 294140 h 319574"/>
                  <a:gd name="connsiteX4" fmla="*/ 0 w 1146412"/>
                  <a:gd name="connsiteY4" fmla="*/ 0 h 319574"/>
                  <a:gd name="connsiteX0" fmla="*/ 6838 w 1153250"/>
                  <a:gd name="connsiteY0" fmla="*/ 0 h 334066"/>
                  <a:gd name="connsiteX1" fmla="*/ 1153250 w 1153250"/>
                  <a:gd name="connsiteY1" fmla="*/ 0 h 334066"/>
                  <a:gd name="connsiteX2" fmla="*/ 1145047 w 1153250"/>
                  <a:gd name="connsiteY2" fmla="*/ 319574 h 334066"/>
                  <a:gd name="connsiteX3" fmla="*/ 0 w 1153250"/>
                  <a:gd name="connsiteY3" fmla="*/ 334066 h 334066"/>
                  <a:gd name="connsiteX4" fmla="*/ 6838 w 1153250"/>
                  <a:gd name="connsiteY4" fmla="*/ 0 h 334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3250" h="334066">
                    <a:moveTo>
                      <a:pt x="6838" y="0"/>
                    </a:moveTo>
                    <a:lnTo>
                      <a:pt x="1153250" y="0"/>
                    </a:lnTo>
                    <a:lnTo>
                      <a:pt x="1145047" y="319574"/>
                    </a:lnTo>
                    <a:lnTo>
                      <a:pt x="0" y="334066"/>
                    </a:lnTo>
                    <a:lnTo>
                      <a:pt x="6838" y="0"/>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6" name="矩形 655">
                <a:extLst>
                  <a:ext uri="{FF2B5EF4-FFF2-40B4-BE49-F238E27FC236}">
                    <a16:creationId xmlns:a16="http://schemas.microsoft.com/office/drawing/2014/main" id="{F7C18924-513F-3896-8CB1-BF794D725EB8}"/>
                  </a:ext>
                </a:extLst>
              </p:cNvPr>
              <p:cNvSpPr/>
              <p:nvPr/>
            </p:nvSpPr>
            <p:spPr>
              <a:xfrm>
                <a:off x="4644117" y="5301208"/>
                <a:ext cx="1146412" cy="232084"/>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7" name="矩形 656">
                <a:extLst>
                  <a:ext uri="{FF2B5EF4-FFF2-40B4-BE49-F238E27FC236}">
                    <a16:creationId xmlns:a16="http://schemas.microsoft.com/office/drawing/2014/main" id="{7C08593F-7BBE-0290-F1E1-E4F27F12F25C}"/>
                  </a:ext>
                </a:extLst>
              </p:cNvPr>
              <p:cNvSpPr/>
              <p:nvPr/>
            </p:nvSpPr>
            <p:spPr>
              <a:xfrm>
                <a:off x="4644117" y="5157192"/>
                <a:ext cx="1146412" cy="14163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8" name="矩形 657">
                <a:extLst>
                  <a:ext uri="{FF2B5EF4-FFF2-40B4-BE49-F238E27FC236}">
                    <a16:creationId xmlns:a16="http://schemas.microsoft.com/office/drawing/2014/main" id="{9DD22F98-D19A-CB21-560E-1AA9396FD025}"/>
                  </a:ext>
                </a:extLst>
              </p:cNvPr>
              <p:cNvSpPr/>
              <p:nvPr/>
            </p:nvSpPr>
            <p:spPr>
              <a:xfrm>
                <a:off x="4644117" y="4908062"/>
                <a:ext cx="1146412" cy="24675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9" name="矩形 658">
                <a:extLst>
                  <a:ext uri="{FF2B5EF4-FFF2-40B4-BE49-F238E27FC236}">
                    <a16:creationId xmlns:a16="http://schemas.microsoft.com/office/drawing/2014/main" id="{5F4438D9-00D0-9C4D-0BB2-285AC214EC93}"/>
                  </a:ext>
                </a:extLst>
              </p:cNvPr>
              <p:cNvSpPr/>
              <p:nvPr/>
            </p:nvSpPr>
            <p:spPr>
              <a:xfrm>
                <a:off x="4644117" y="3610708"/>
                <a:ext cx="1146412" cy="1306439"/>
              </a:xfrm>
              <a:prstGeom prst="rect">
                <a:avLst/>
              </a:prstGeom>
              <a:solidFill>
                <a:srgbClr val="4F66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0" name="矩形 659">
                <a:extLst>
                  <a:ext uri="{FF2B5EF4-FFF2-40B4-BE49-F238E27FC236}">
                    <a16:creationId xmlns:a16="http://schemas.microsoft.com/office/drawing/2014/main" id="{64F8139C-9294-73DA-74F0-6AA435383BC2}"/>
                  </a:ext>
                </a:extLst>
              </p:cNvPr>
              <p:cNvSpPr/>
              <p:nvPr/>
            </p:nvSpPr>
            <p:spPr>
              <a:xfrm>
                <a:off x="4644117" y="2508739"/>
                <a:ext cx="1146412" cy="1289181"/>
              </a:xfrm>
              <a:prstGeom prst="rect">
                <a:avLst/>
              </a:prstGeom>
              <a:solidFill>
                <a:srgbClr val="BB413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grpSp>
          <p:nvGrpSpPr>
            <p:cNvPr id="620" name="组合 619">
              <a:extLst>
                <a:ext uri="{FF2B5EF4-FFF2-40B4-BE49-F238E27FC236}">
                  <a16:creationId xmlns:a16="http://schemas.microsoft.com/office/drawing/2014/main" id="{9E035569-7947-E5FE-7558-B47D38A87C15}"/>
                </a:ext>
              </a:extLst>
            </p:cNvPr>
            <p:cNvGrpSpPr/>
            <p:nvPr/>
          </p:nvGrpSpPr>
          <p:grpSpPr>
            <a:xfrm>
              <a:off x="3366977" y="1052985"/>
              <a:ext cx="5594999" cy="5384528"/>
              <a:chOff x="3366977" y="1052985"/>
              <a:chExt cx="5594999" cy="5384528"/>
            </a:xfrm>
          </p:grpSpPr>
          <p:sp>
            <p:nvSpPr>
              <p:cNvPr id="23" name="任意形状 22">
                <a:extLst>
                  <a:ext uri="{FF2B5EF4-FFF2-40B4-BE49-F238E27FC236}">
                    <a16:creationId xmlns:a16="http://schemas.microsoft.com/office/drawing/2014/main" id="{7C60F94D-09CF-414F-159A-F8B6428C4703}"/>
                  </a:ext>
                </a:extLst>
              </p:cNvPr>
              <p:cNvSpPr/>
              <p:nvPr/>
            </p:nvSpPr>
            <p:spPr>
              <a:xfrm>
                <a:off x="3366977" y="2912140"/>
                <a:ext cx="5315688" cy="3027916"/>
              </a:xfrm>
              <a:custGeom>
                <a:avLst/>
                <a:gdLst>
                  <a:gd name="connsiteX0" fmla="*/ 4621618 w 5188688"/>
                  <a:gd name="connsiteY0" fmla="*/ 375683 h 2977116"/>
                  <a:gd name="connsiteX1" fmla="*/ 0 w 5188688"/>
                  <a:gd name="connsiteY1" fmla="*/ 815162 h 2977116"/>
                  <a:gd name="connsiteX2" fmla="*/ 70883 w 5188688"/>
                  <a:gd name="connsiteY2" fmla="*/ 2977116 h 2977116"/>
                  <a:gd name="connsiteX3" fmla="*/ 4664149 w 5188688"/>
                  <a:gd name="connsiteY3" fmla="*/ 2806995 h 2977116"/>
                  <a:gd name="connsiteX4" fmla="*/ 4742121 w 5188688"/>
                  <a:gd name="connsiteY4" fmla="*/ 155944 h 2977116"/>
                  <a:gd name="connsiteX5" fmla="*/ 5188688 w 5188688"/>
                  <a:gd name="connsiteY5" fmla="*/ 0 h 2977116"/>
                  <a:gd name="connsiteX0" fmla="*/ 4621618 w 5315688"/>
                  <a:gd name="connsiteY0" fmla="*/ 426483 h 3027916"/>
                  <a:gd name="connsiteX1" fmla="*/ 0 w 5315688"/>
                  <a:gd name="connsiteY1" fmla="*/ 865962 h 3027916"/>
                  <a:gd name="connsiteX2" fmla="*/ 70883 w 5315688"/>
                  <a:gd name="connsiteY2" fmla="*/ 3027916 h 3027916"/>
                  <a:gd name="connsiteX3" fmla="*/ 4664149 w 5315688"/>
                  <a:gd name="connsiteY3" fmla="*/ 2857795 h 3027916"/>
                  <a:gd name="connsiteX4" fmla="*/ 4742121 w 5315688"/>
                  <a:gd name="connsiteY4" fmla="*/ 206744 h 3027916"/>
                  <a:gd name="connsiteX5" fmla="*/ 5315688 w 5315688"/>
                  <a:gd name="connsiteY5" fmla="*/ 0 h 302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5688" h="3027916">
                    <a:moveTo>
                      <a:pt x="4621618" y="426483"/>
                    </a:moveTo>
                    <a:lnTo>
                      <a:pt x="0" y="865962"/>
                    </a:lnTo>
                    <a:lnTo>
                      <a:pt x="70883" y="3027916"/>
                    </a:lnTo>
                    <a:lnTo>
                      <a:pt x="4664149" y="2857795"/>
                    </a:lnTo>
                    <a:lnTo>
                      <a:pt x="4742121" y="206744"/>
                    </a:lnTo>
                    <a:cubicBezTo>
                      <a:pt x="4890977" y="154763"/>
                      <a:pt x="5166832" y="51981"/>
                      <a:pt x="5315688" y="0"/>
                    </a:cubicBezTo>
                  </a:path>
                </a:pathLst>
              </a:custGeom>
              <a:noFill/>
              <a:ln w="31750" cap="rnd">
                <a:solidFill>
                  <a:schemeClr val="tx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椭圆 27">
                <a:extLst>
                  <a:ext uri="{FF2B5EF4-FFF2-40B4-BE49-F238E27FC236}">
                    <a16:creationId xmlns:a16="http://schemas.microsoft.com/office/drawing/2014/main" id="{E513759B-70A4-9C08-0C5E-CFAA6D53F522}"/>
                  </a:ext>
                </a:extLst>
              </p:cNvPr>
              <p:cNvSpPr/>
              <p:nvPr/>
            </p:nvSpPr>
            <p:spPr>
              <a:xfrm>
                <a:off x="4146698" y="5965456"/>
                <a:ext cx="375683" cy="375683"/>
              </a:xfrm>
              <a:prstGeom prst="ellipse">
                <a:avLst/>
              </a:prstGeom>
              <a:noFill/>
              <a:ln w="317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椭圆 34">
                <a:extLst>
                  <a:ext uri="{FF2B5EF4-FFF2-40B4-BE49-F238E27FC236}">
                    <a16:creationId xmlns:a16="http://schemas.microsoft.com/office/drawing/2014/main" id="{81B6E55D-1A6E-FC65-E03D-D20CEA45F680}"/>
                  </a:ext>
                </a:extLst>
              </p:cNvPr>
              <p:cNvSpPr/>
              <p:nvPr/>
            </p:nvSpPr>
            <p:spPr>
              <a:xfrm>
                <a:off x="6982047" y="5866222"/>
                <a:ext cx="375683" cy="375683"/>
              </a:xfrm>
              <a:prstGeom prst="ellipse">
                <a:avLst/>
              </a:prstGeom>
              <a:noFill/>
              <a:ln w="317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五边形 61">
                <a:extLst>
                  <a:ext uri="{FF2B5EF4-FFF2-40B4-BE49-F238E27FC236}">
                    <a16:creationId xmlns:a16="http://schemas.microsoft.com/office/drawing/2014/main" id="{59F5F8AF-5499-BAA5-C97A-FC7F97F1983A}"/>
                  </a:ext>
                </a:extLst>
              </p:cNvPr>
              <p:cNvSpPr/>
              <p:nvPr/>
            </p:nvSpPr>
            <p:spPr>
              <a:xfrm rot="14099013">
                <a:off x="8240003" y="3432104"/>
                <a:ext cx="919895" cy="419023"/>
              </a:xfrm>
              <a:prstGeom prst="homePlate">
                <a:avLst/>
              </a:prstGeom>
              <a:noFill/>
              <a:ln w="22225" cap="rnd">
                <a:solidFill>
                  <a:schemeClr val="tx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77" name="直线连接符 576">
                <a:extLst>
                  <a:ext uri="{FF2B5EF4-FFF2-40B4-BE49-F238E27FC236}">
                    <a16:creationId xmlns:a16="http://schemas.microsoft.com/office/drawing/2014/main" id="{BE13C4BD-9781-26BC-76BC-B4E5B5029AD4}"/>
                  </a:ext>
                </a:extLst>
              </p:cNvPr>
              <p:cNvCxnSpPr>
                <a:cxnSpLocks/>
              </p:cNvCxnSpPr>
              <p:nvPr/>
            </p:nvCxnSpPr>
            <p:spPr>
              <a:xfrm>
                <a:off x="8307572" y="3076353"/>
                <a:ext cx="249287" cy="369491"/>
              </a:xfrm>
              <a:prstGeom prst="line">
                <a:avLst/>
              </a:prstGeom>
              <a:ln w="22225"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578" name="椭圆 577">
                <a:extLst>
                  <a:ext uri="{FF2B5EF4-FFF2-40B4-BE49-F238E27FC236}">
                    <a16:creationId xmlns:a16="http://schemas.microsoft.com/office/drawing/2014/main" id="{187C0014-EC84-5127-FEEC-CC88E054CDA5}"/>
                  </a:ext>
                </a:extLst>
              </p:cNvPr>
              <p:cNvSpPr/>
              <p:nvPr/>
            </p:nvSpPr>
            <p:spPr>
              <a:xfrm>
                <a:off x="8508223" y="3397721"/>
                <a:ext cx="118616" cy="118616"/>
              </a:xfrm>
              <a:prstGeom prst="ellipse">
                <a:avLst/>
              </a:prstGeom>
              <a:noFill/>
              <a:ln w="19050" cap="rnd">
                <a:solidFill>
                  <a:schemeClr val="tx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0" name="文本框 579">
                <a:extLst>
                  <a:ext uri="{FF2B5EF4-FFF2-40B4-BE49-F238E27FC236}">
                    <a16:creationId xmlns:a16="http://schemas.microsoft.com/office/drawing/2014/main" id="{30774FEE-D90A-00B2-2078-2D55824C0701}"/>
                  </a:ext>
                </a:extLst>
              </p:cNvPr>
              <p:cNvSpPr txBox="1"/>
              <p:nvPr/>
            </p:nvSpPr>
            <p:spPr>
              <a:xfrm rot="3209758">
                <a:off x="8436336" y="3627195"/>
                <a:ext cx="805059" cy="246221"/>
              </a:xfrm>
              <a:prstGeom prst="rect">
                <a:avLst/>
              </a:prstGeom>
              <a:noFill/>
            </p:spPr>
            <p:txBody>
              <a:bodyPr wrap="square" rtlCol="0">
                <a:spAutoFit/>
              </a:bodyPr>
              <a:lstStyle/>
              <a:p>
                <a:r>
                  <a:rPr kumimoji="1" lang="en-US" altLang="zh-CN" sz="1000" dirty="0">
                    <a:latin typeface="Alibaba PuHuiTi Medium" pitchFamily="18" charset="-122"/>
                    <a:ea typeface="Alibaba PuHuiTi Medium" pitchFamily="18" charset="-122"/>
                    <a:cs typeface="Alibaba PuHuiTi Medium" pitchFamily="18" charset="-122"/>
                  </a:rPr>
                  <a:t>613.53kg</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90D09F26-7D30-193D-8CC7-71EF57C04087}"/>
                  </a:ext>
                </a:extLst>
              </p:cNvPr>
              <p:cNvSpPr txBox="1"/>
              <p:nvPr/>
            </p:nvSpPr>
            <p:spPr>
              <a:xfrm rot="3272583">
                <a:off x="8324019" y="3713153"/>
                <a:ext cx="805059" cy="230832"/>
              </a:xfrm>
              <a:prstGeom prst="rect">
                <a:avLst/>
              </a:prstGeom>
              <a:noFill/>
            </p:spPr>
            <p:txBody>
              <a:bodyPr wrap="square" rtlCol="0">
                <a:spAutoFit/>
              </a:bodyPr>
              <a:lstStyle/>
              <a:p>
                <a:r>
                  <a:rPr kumimoji="1" lang="en-US" altLang="zh-CN" sz="900" dirty="0">
                    <a:latin typeface="Alibaba PuHuiTi Medium" pitchFamily="18" charset="-122"/>
                    <a:ea typeface="Alibaba PuHuiTi Medium" pitchFamily="18" charset="-122"/>
                    <a:cs typeface="Alibaba PuHuiTi Medium" pitchFamily="18" charset="-122"/>
                  </a:rPr>
                  <a:t>$1.234.84</a:t>
                </a:r>
                <a:endParaRPr kumimoji="1" lang="zh-CN" altLang="en-US" sz="900" dirty="0">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03C2D907-248E-3813-D471-4A75ADF2C894}"/>
                  </a:ext>
                </a:extLst>
              </p:cNvPr>
              <p:cNvSpPr txBox="1"/>
              <p:nvPr/>
            </p:nvSpPr>
            <p:spPr>
              <a:xfrm>
                <a:off x="7628474" y="5787277"/>
                <a:ext cx="1217428" cy="261610"/>
              </a:xfrm>
              <a:prstGeom prst="rect">
                <a:avLst/>
              </a:prstGeom>
              <a:noFill/>
            </p:spPr>
            <p:txBody>
              <a:bodyPr wrap="square" rtlCol="0">
                <a:spAutoFit/>
              </a:bodyPr>
              <a:lstStyle/>
              <a:p>
                <a:r>
                  <a:rPr kumimoji="1" lang="en-US" altLang="zh-CN" sz="1100" dirty="0">
                    <a:latin typeface="Alibaba PuHuiTi Medium" pitchFamily="18" charset="-122"/>
                    <a:ea typeface="Alibaba PuHuiTi Medium" pitchFamily="18" charset="-122"/>
                    <a:cs typeface="Alibaba PuHuiTi Medium" pitchFamily="18" charset="-122"/>
                  </a:rPr>
                  <a:t>(kg.)</a:t>
                </a:r>
                <a:endParaRPr kumimoji="1" lang="zh-CN" altLang="en-US" sz="1100" dirty="0">
                  <a:latin typeface="Alibaba PuHuiTi Medium" pitchFamily="18" charset="-122"/>
                  <a:ea typeface="Alibaba PuHuiTi Medium" pitchFamily="18" charset="-122"/>
                  <a:cs typeface="Alibaba PuHuiTi Medium" pitchFamily="18" charset="-122"/>
                </a:endParaRPr>
              </a:p>
            </p:txBody>
          </p:sp>
          <p:sp>
            <p:nvSpPr>
              <p:cNvPr id="600" name="文本框 599">
                <a:extLst>
                  <a:ext uri="{FF2B5EF4-FFF2-40B4-BE49-F238E27FC236}">
                    <a16:creationId xmlns:a16="http://schemas.microsoft.com/office/drawing/2014/main" id="{90876037-643C-35B6-EE57-51C02ED21755}"/>
                  </a:ext>
                </a:extLst>
              </p:cNvPr>
              <p:cNvSpPr txBox="1"/>
              <p:nvPr/>
            </p:nvSpPr>
            <p:spPr>
              <a:xfrm>
                <a:off x="5250124" y="5927159"/>
                <a:ext cx="1217428" cy="307777"/>
              </a:xfrm>
              <a:prstGeom prst="rect">
                <a:avLst/>
              </a:prstGeom>
              <a:noFill/>
            </p:spPr>
            <p:txBody>
              <a:bodyPr wrap="square" rtlCol="0">
                <a:spAutoFit/>
              </a:bodyPr>
              <a:lstStyle/>
              <a:p>
                <a:r>
                  <a:rPr kumimoji="1" lang="en-US" altLang="zh-CN" sz="1400" dirty="0">
                    <a:latin typeface="Alibaba PuHuiTi Medium" pitchFamily="18" charset="-122"/>
                    <a:ea typeface="Alibaba PuHuiTi Medium" pitchFamily="18" charset="-122"/>
                    <a:cs typeface="Alibaba PuHuiTi Medium" pitchFamily="18" charset="-122"/>
                  </a:rPr>
                  <a:t>Andalucía</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609" name="文本框 608">
                <a:extLst>
                  <a:ext uri="{FF2B5EF4-FFF2-40B4-BE49-F238E27FC236}">
                    <a16:creationId xmlns:a16="http://schemas.microsoft.com/office/drawing/2014/main" id="{6AB21B86-EA72-693B-DC8D-207A4F73A8F2}"/>
                  </a:ext>
                </a:extLst>
              </p:cNvPr>
              <p:cNvSpPr txBox="1"/>
              <p:nvPr/>
            </p:nvSpPr>
            <p:spPr>
              <a:xfrm>
                <a:off x="5250124" y="6129736"/>
                <a:ext cx="1217428" cy="307777"/>
              </a:xfrm>
              <a:prstGeom prst="rect">
                <a:avLst/>
              </a:prstGeom>
              <a:noFill/>
            </p:spPr>
            <p:txBody>
              <a:bodyPr wrap="square" rtlCol="0">
                <a:spAutoFit/>
              </a:bodyPr>
              <a:lstStyle/>
              <a:p>
                <a:r>
                  <a:rPr kumimoji="1" lang="en-US" altLang="zh-CN" sz="1400" dirty="0">
                    <a:latin typeface="Alibaba PuHuiTi" pitchFamily="18" charset="-122"/>
                    <a:ea typeface="Alibaba PuHuiTi" pitchFamily="18" charset="-122"/>
                    <a:cs typeface="Alibaba PuHuiTi" pitchFamily="18" charset="-122"/>
                  </a:rPr>
                  <a:t>Andalucía</a:t>
                </a:r>
                <a:endParaRPr kumimoji="1" lang="zh-CN" altLang="en-US" sz="1400" dirty="0">
                  <a:latin typeface="Alibaba PuHuiTi" pitchFamily="18" charset="-122"/>
                  <a:ea typeface="Alibaba PuHuiTi" pitchFamily="18" charset="-122"/>
                  <a:cs typeface="Alibaba PuHuiTi" pitchFamily="18" charset="-122"/>
                </a:endParaRPr>
              </a:p>
            </p:txBody>
          </p:sp>
          <p:sp>
            <p:nvSpPr>
              <p:cNvPr id="711" name="文本框 710">
                <a:extLst>
                  <a:ext uri="{FF2B5EF4-FFF2-40B4-BE49-F238E27FC236}">
                    <a16:creationId xmlns:a16="http://schemas.microsoft.com/office/drawing/2014/main" id="{06FA9CE6-4601-6BA4-3BF3-4FB4E0DFADF4}"/>
                  </a:ext>
                </a:extLst>
              </p:cNvPr>
              <p:cNvSpPr txBox="1"/>
              <p:nvPr/>
            </p:nvSpPr>
            <p:spPr>
              <a:xfrm rot="21440225">
                <a:off x="3526294" y="5147324"/>
                <a:ext cx="121742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23,84</a:t>
                </a:r>
                <a:endParaRPr kumimoji="1" lang="zh-CN" altLang="en-US" sz="1100" dirty="0">
                  <a:latin typeface="Alibaba PuHuiTi" pitchFamily="18" charset="-122"/>
                  <a:ea typeface="Alibaba PuHuiTi" pitchFamily="18" charset="-122"/>
                  <a:cs typeface="Alibaba PuHuiTi" pitchFamily="18" charset="-122"/>
                </a:endParaRPr>
              </a:p>
            </p:txBody>
          </p:sp>
          <p:sp>
            <p:nvSpPr>
              <p:cNvPr id="713" name="文本框 712">
                <a:extLst>
                  <a:ext uri="{FF2B5EF4-FFF2-40B4-BE49-F238E27FC236}">
                    <a16:creationId xmlns:a16="http://schemas.microsoft.com/office/drawing/2014/main" id="{3045D7A2-5D84-68B1-CCDF-3A2E7CBF2722}"/>
                  </a:ext>
                </a:extLst>
              </p:cNvPr>
              <p:cNvSpPr txBox="1"/>
              <p:nvPr/>
            </p:nvSpPr>
            <p:spPr>
              <a:xfrm rot="21440225">
                <a:off x="3507704" y="4829805"/>
                <a:ext cx="90176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4" name="文本框 713">
                <a:extLst>
                  <a:ext uri="{FF2B5EF4-FFF2-40B4-BE49-F238E27FC236}">
                    <a16:creationId xmlns:a16="http://schemas.microsoft.com/office/drawing/2014/main" id="{A39B1E15-19FE-1386-BF48-3B9C78C636B2}"/>
                  </a:ext>
                </a:extLst>
              </p:cNvPr>
              <p:cNvSpPr txBox="1"/>
              <p:nvPr/>
            </p:nvSpPr>
            <p:spPr>
              <a:xfrm rot="21440225">
                <a:off x="3490135" y="4604257"/>
                <a:ext cx="59169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5" name="文本框 714">
                <a:extLst>
                  <a:ext uri="{FF2B5EF4-FFF2-40B4-BE49-F238E27FC236}">
                    <a16:creationId xmlns:a16="http://schemas.microsoft.com/office/drawing/2014/main" id="{8653A8F3-90B2-84CC-31E0-29CD16198A4E}"/>
                  </a:ext>
                </a:extLst>
              </p:cNvPr>
              <p:cNvSpPr txBox="1"/>
              <p:nvPr/>
            </p:nvSpPr>
            <p:spPr>
              <a:xfrm rot="21440225">
                <a:off x="3464065" y="4170092"/>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6" name="文本框 715">
                <a:extLst>
                  <a:ext uri="{FF2B5EF4-FFF2-40B4-BE49-F238E27FC236}">
                    <a16:creationId xmlns:a16="http://schemas.microsoft.com/office/drawing/2014/main" id="{4847D682-29D6-A75F-A119-496A44921540}"/>
                  </a:ext>
                </a:extLst>
              </p:cNvPr>
              <p:cNvSpPr txBox="1"/>
              <p:nvPr/>
            </p:nvSpPr>
            <p:spPr>
              <a:xfrm rot="21440225">
                <a:off x="3437422" y="3948408"/>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7" name="文本框 716">
                <a:extLst>
                  <a:ext uri="{FF2B5EF4-FFF2-40B4-BE49-F238E27FC236}">
                    <a16:creationId xmlns:a16="http://schemas.microsoft.com/office/drawing/2014/main" id="{5E6137CD-6CFA-F414-005C-DB5A18277220}"/>
                  </a:ext>
                </a:extLst>
              </p:cNvPr>
              <p:cNvSpPr txBox="1"/>
              <p:nvPr/>
            </p:nvSpPr>
            <p:spPr>
              <a:xfrm rot="21440225">
                <a:off x="3437422" y="3804391"/>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8" name="文本框 717">
                <a:extLst>
                  <a:ext uri="{FF2B5EF4-FFF2-40B4-BE49-F238E27FC236}">
                    <a16:creationId xmlns:a16="http://schemas.microsoft.com/office/drawing/2014/main" id="{5EE443A9-92AA-ED61-977C-147914693B3B}"/>
                  </a:ext>
                </a:extLst>
              </p:cNvPr>
              <p:cNvSpPr txBox="1"/>
              <p:nvPr/>
            </p:nvSpPr>
            <p:spPr>
              <a:xfrm rot="21440225">
                <a:off x="4643959" y="5447825"/>
                <a:ext cx="121742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23,84</a:t>
                </a:r>
                <a:endParaRPr kumimoji="1" lang="zh-CN" altLang="en-US" sz="1100" dirty="0">
                  <a:latin typeface="Alibaba PuHuiTi" pitchFamily="18" charset="-122"/>
                  <a:ea typeface="Alibaba PuHuiTi" pitchFamily="18" charset="-122"/>
                  <a:cs typeface="Alibaba PuHuiTi" pitchFamily="18" charset="-122"/>
                </a:endParaRPr>
              </a:p>
            </p:txBody>
          </p:sp>
          <p:sp>
            <p:nvSpPr>
              <p:cNvPr id="719" name="文本框 718">
                <a:extLst>
                  <a:ext uri="{FF2B5EF4-FFF2-40B4-BE49-F238E27FC236}">
                    <a16:creationId xmlns:a16="http://schemas.microsoft.com/office/drawing/2014/main" id="{27FDD761-45B1-8791-FE9A-F80F892366B4}"/>
                  </a:ext>
                </a:extLst>
              </p:cNvPr>
              <p:cNvSpPr txBox="1"/>
              <p:nvPr/>
            </p:nvSpPr>
            <p:spPr>
              <a:xfrm rot="21440225">
                <a:off x="4612879" y="5188328"/>
                <a:ext cx="854634" cy="262209"/>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1234,3</a:t>
                </a:r>
                <a:endParaRPr kumimoji="1" lang="zh-CN" altLang="en-US" sz="1100" dirty="0">
                  <a:latin typeface="Alibaba PuHuiTi" pitchFamily="18" charset="-122"/>
                  <a:ea typeface="Alibaba PuHuiTi" pitchFamily="18" charset="-122"/>
                  <a:cs typeface="Alibaba PuHuiTi" pitchFamily="18" charset="-122"/>
                </a:endParaRPr>
              </a:p>
            </p:txBody>
          </p:sp>
          <p:sp>
            <p:nvSpPr>
              <p:cNvPr id="720" name="文本框 719">
                <a:extLst>
                  <a:ext uri="{FF2B5EF4-FFF2-40B4-BE49-F238E27FC236}">
                    <a16:creationId xmlns:a16="http://schemas.microsoft.com/office/drawing/2014/main" id="{0B4D8161-1DA6-9693-ACC2-A46B496C88B4}"/>
                  </a:ext>
                </a:extLst>
              </p:cNvPr>
              <p:cNvSpPr txBox="1"/>
              <p:nvPr/>
            </p:nvSpPr>
            <p:spPr>
              <a:xfrm rot="21440225">
                <a:off x="4588858" y="5036533"/>
                <a:ext cx="778254"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21" name="文本框 720">
                <a:extLst>
                  <a:ext uri="{FF2B5EF4-FFF2-40B4-BE49-F238E27FC236}">
                    <a16:creationId xmlns:a16="http://schemas.microsoft.com/office/drawing/2014/main" id="{677E9025-99E3-3902-F382-BBE2411D049A}"/>
                  </a:ext>
                </a:extLst>
              </p:cNvPr>
              <p:cNvSpPr txBox="1"/>
              <p:nvPr/>
            </p:nvSpPr>
            <p:spPr>
              <a:xfrm rot="21440225">
                <a:off x="4519206" y="2434686"/>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1983,5</a:t>
                </a:r>
                <a:endParaRPr kumimoji="1" lang="zh-CN" altLang="en-US" sz="1100" dirty="0">
                  <a:latin typeface="Alibaba PuHuiTi" pitchFamily="18" charset="-122"/>
                  <a:ea typeface="Alibaba PuHuiTi" pitchFamily="18" charset="-122"/>
                  <a:cs typeface="Alibaba PuHuiTi" pitchFamily="18" charset="-122"/>
                </a:endParaRPr>
              </a:p>
            </p:txBody>
          </p:sp>
          <p:sp>
            <p:nvSpPr>
              <p:cNvPr id="722" name="文本框 721">
                <a:extLst>
                  <a:ext uri="{FF2B5EF4-FFF2-40B4-BE49-F238E27FC236}">
                    <a16:creationId xmlns:a16="http://schemas.microsoft.com/office/drawing/2014/main" id="{49638181-C7F8-6588-4D18-568C161C4233}"/>
                  </a:ext>
                </a:extLst>
              </p:cNvPr>
              <p:cNvSpPr txBox="1"/>
              <p:nvPr/>
            </p:nvSpPr>
            <p:spPr>
              <a:xfrm rot="21440225">
                <a:off x="4492562" y="220909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23" name="文本框 722">
                <a:extLst>
                  <a:ext uri="{FF2B5EF4-FFF2-40B4-BE49-F238E27FC236}">
                    <a16:creationId xmlns:a16="http://schemas.microsoft.com/office/drawing/2014/main" id="{135D3044-B2B8-F785-FD22-0F39CEA68E11}"/>
                  </a:ext>
                </a:extLst>
              </p:cNvPr>
              <p:cNvSpPr txBox="1"/>
              <p:nvPr/>
            </p:nvSpPr>
            <p:spPr>
              <a:xfrm rot="21440225">
                <a:off x="4410502" y="1052985"/>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1324,5</a:t>
                </a:r>
                <a:endParaRPr kumimoji="1" lang="zh-CN" altLang="en-US" sz="1100" dirty="0">
                  <a:latin typeface="Alibaba PuHuiTi" pitchFamily="18" charset="-122"/>
                  <a:ea typeface="Alibaba PuHuiTi" pitchFamily="18" charset="-122"/>
                  <a:cs typeface="Alibaba PuHuiTi" pitchFamily="18" charset="-122"/>
                </a:endParaRPr>
              </a:p>
            </p:txBody>
          </p:sp>
          <p:sp>
            <p:nvSpPr>
              <p:cNvPr id="724" name="文本框 723">
                <a:extLst>
                  <a:ext uri="{FF2B5EF4-FFF2-40B4-BE49-F238E27FC236}">
                    <a16:creationId xmlns:a16="http://schemas.microsoft.com/office/drawing/2014/main" id="{7782BC4D-6338-B03C-B40B-F5C5E8408BA2}"/>
                  </a:ext>
                </a:extLst>
              </p:cNvPr>
              <p:cNvSpPr txBox="1"/>
              <p:nvPr/>
            </p:nvSpPr>
            <p:spPr>
              <a:xfrm rot="21440225">
                <a:off x="4589550" y="3732384"/>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193,5</a:t>
                </a:r>
                <a:endParaRPr kumimoji="1" lang="zh-CN" altLang="en-US" sz="1100" dirty="0">
                  <a:latin typeface="Alibaba PuHuiTi" pitchFamily="18" charset="-122"/>
                  <a:ea typeface="Alibaba PuHuiTi" pitchFamily="18" charset="-122"/>
                  <a:cs typeface="Alibaba PuHuiTi" pitchFamily="18" charset="-122"/>
                </a:endParaRPr>
              </a:p>
            </p:txBody>
          </p:sp>
          <p:sp>
            <p:nvSpPr>
              <p:cNvPr id="725" name="文本框 724">
                <a:extLst>
                  <a:ext uri="{FF2B5EF4-FFF2-40B4-BE49-F238E27FC236}">
                    <a16:creationId xmlns:a16="http://schemas.microsoft.com/office/drawing/2014/main" id="{7AB76CFA-A335-7CEA-A344-84720A831A7D}"/>
                  </a:ext>
                </a:extLst>
              </p:cNvPr>
              <p:cNvSpPr txBox="1"/>
              <p:nvPr/>
            </p:nvSpPr>
            <p:spPr>
              <a:xfrm rot="21440225">
                <a:off x="5741677" y="452447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333,5</a:t>
                </a:r>
                <a:endParaRPr kumimoji="1" lang="zh-CN" altLang="en-US" sz="1100" dirty="0">
                  <a:latin typeface="Alibaba PuHuiTi" pitchFamily="18" charset="-122"/>
                  <a:ea typeface="Alibaba PuHuiTi" pitchFamily="18" charset="-122"/>
                  <a:cs typeface="Alibaba PuHuiTi" pitchFamily="18" charset="-122"/>
                </a:endParaRPr>
              </a:p>
            </p:txBody>
          </p:sp>
          <p:sp>
            <p:nvSpPr>
              <p:cNvPr id="726" name="文本框 725">
                <a:extLst>
                  <a:ext uri="{FF2B5EF4-FFF2-40B4-BE49-F238E27FC236}">
                    <a16:creationId xmlns:a16="http://schemas.microsoft.com/office/drawing/2014/main" id="{AFBF260B-500E-64AD-BD35-6D1247E389EA}"/>
                  </a:ext>
                </a:extLst>
              </p:cNvPr>
              <p:cNvSpPr txBox="1"/>
              <p:nvPr/>
            </p:nvSpPr>
            <p:spPr>
              <a:xfrm rot="21440225">
                <a:off x="5669669" y="3300336"/>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27" name="文本框 726">
                <a:extLst>
                  <a:ext uri="{FF2B5EF4-FFF2-40B4-BE49-F238E27FC236}">
                    <a16:creationId xmlns:a16="http://schemas.microsoft.com/office/drawing/2014/main" id="{9EEEFB92-CDBC-811A-24DB-D3D6F99B5B84}"/>
                  </a:ext>
                </a:extLst>
              </p:cNvPr>
              <p:cNvSpPr txBox="1"/>
              <p:nvPr/>
            </p:nvSpPr>
            <p:spPr>
              <a:xfrm rot="21440225">
                <a:off x="5669669" y="3012304"/>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134,5</a:t>
                </a:r>
                <a:endParaRPr kumimoji="1" lang="zh-CN" altLang="en-US" sz="1100" dirty="0">
                  <a:latin typeface="Alibaba PuHuiTi" pitchFamily="18" charset="-122"/>
                  <a:ea typeface="Alibaba PuHuiTi" pitchFamily="18" charset="-122"/>
                  <a:cs typeface="Alibaba PuHuiTi" pitchFamily="18" charset="-122"/>
                </a:endParaRPr>
              </a:p>
            </p:txBody>
          </p:sp>
          <p:sp>
            <p:nvSpPr>
              <p:cNvPr id="753" name="文本框 752">
                <a:extLst>
                  <a:ext uri="{FF2B5EF4-FFF2-40B4-BE49-F238E27FC236}">
                    <a16:creationId xmlns:a16="http://schemas.microsoft.com/office/drawing/2014/main" id="{B63933D1-C325-E71A-034B-E79A85980BFD}"/>
                  </a:ext>
                </a:extLst>
              </p:cNvPr>
              <p:cNvSpPr txBox="1"/>
              <p:nvPr/>
            </p:nvSpPr>
            <p:spPr>
              <a:xfrm rot="21440225">
                <a:off x="5661853" y="284484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54" name="文本框 753">
                <a:extLst>
                  <a:ext uri="{FF2B5EF4-FFF2-40B4-BE49-F238E27FC236}">
                    <a16:creationId xmlns:a16="http://schemas.microsoft.com/office/drawing/2014/main" id="{869369BE-CB44-D344-69DC-E8EADFD5FDA9}"/>
                  </a:ext>
                </a:extLst>
              </p:cNvPr>
              <p:cNvSpPr txBox="1"/>
              <p:nvPr/>
            </p:nvSpPr>
            <p:spPr>
              <a:xfrm rot="21440225">
                <a:off x="5654037" y="2475318"/>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108,5</a:t>
                </a:r>
                <a:endParaRPr kumimoji="1" lang="zh-CN" altLang="en-US" sz="1100" dirty="0">
                  <a:latin typeface="Alibaba PuHuiTi" pitchFamily="18" charset="-122"/>
                  <a:ea typeface="Alibaba PuHuiTi" pitchFamily="18" charset="-122"/>
                  <a:cs typeface="Alibaba PuHuiTi" pitchFamily="18" charset="-122"/>
                </a:endParaRPr>
              </a:p>
            </p:txBody>
          </p:sp>
          <p:sp>
            <p:nvSpPr>
              <p:cNvPr id="755" name="文本框 754">
                <a:extLst>
                  <a:ext uri="{FF2B5EF4-FFF2-40B4-BE49-F238E27FC236}">
                    <a16:creationId xmlns:a16="http://schemas.microsoft.com/office/drawing/2014/main" id="{09EEA6F5-FAF4-AB29-037E-E0704DC02309}"/>
                  </a:ext>
                </a:extLst>
              </p:cNvPr>
              <p:cNvSpPr txBox="1"/>
              <p:nvPr/>
            </p:nvSpPr>
            <p:spPr>
              <a:xfrm rot="21440225">
                <a:off x="6660482" y="261823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56" name="文本框 755">
                <a:extLst>
                  <a:ext uri="{FF2B5EF4-FFF2-40B4-BE49-F238E27FC236}">
                    <a16:creationId xmlns:a16="http://schemas.microsoft.com/office/drawing/2014/main" id="{3F5D1C6B-F512-7F63-4C53-6561A93721E0}"/>
                  </a:ext>
                </a:extLst>
              </p:cNvPr>
              <p:cNvSpPr txBox="1"/>
              <p:nvPr/>
            </p:nvSpPr>
            <p:spPr>
              <a:xfrm rot="21440225">
                <a:off x="6677782" y="2796281"/>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452,5</a:t>
                </a:r>
                <a:endParaRPr kumimoji="1" lang="zh-CN" altLang="en-US" sz="1100" dirty="0">
                  <a:latin typeface="Alibaba PuHuiTi" pitchFamily="18" charset="-122"/>
                  <a:ea typeface="Alibaba PuHuiTi" pitchFamily="18" charset="-122"/>
                  <a:cs typeface="Alibaba PuHuiTi" pitchFamily="18" charset="-122"/>
                </a:endParaRPr>
              </a:p>
            </p:txBody>
          </p:sp>
          <p:sp>
            <p:nvSpPr>
              <p:cNvPr id="757" name="文本框 756">
                <a:extLst>
                  <a:ext uri="{FF2B5EF4-FFF2-40B4-BE49-F238E27FC236}">
                    <a16:creationId xmlns:a16="http://schemas.microsoft.com/office/drawing/2014/main" id="{5C367CD8-33D2-115E-BEE6-BDDF6FEE0618}"/>
                  </a:ext>
                </a:extLst>
              </p:cNvPr>
              <p:cNvSpPr txBox="1"/>
              <p:nvPr/>
            </p:nvSpPr>
            <p:spPr>
              <a:xfrm rot="21440225">
                <a:off x="6650427" y="2490706"/>
                <a:ext cx="666937" cy="230832"/>
              </a:xfrm>
              <a:prstGeom prst="rect">
                <a:avLst/>
              </a:prstGeom>
              <a:noFill/>
            </p:spPr>
            <p:txBody>
              <a:bodyPr wrap="square" rtlCol="0">
                <a:spAutoFit/>
              </a:bodyPr>
              <a:lstStyle/>
              <a:p>
                <a:r>
                  <a:rPr kumimoji="1" lang="en-US" altLang="zh-CN" sz="900" dirty="0">
                    <a:latin typeface="Alibaba PuHuiTi" pitchFamily="18" charset="-122"/>
                    <a:ea typeface="Alibaba PuHuiTi" pitchFamily="18" charset="-122"/>
                    <a:cs typeface="Alibaba PuHuiTi" pitchFamily="18" charset="-122"/>
                  </a:rPr>
                  <a:t>7823,5</a:t>
                </a:r>
                <a:endParaRPr kumimoji="1" lang="zh-CN" altLang="en-US" sz="900" dirty="0">
                  <a:latin typeface="Alibaba PuHuiTi" pitchFamily="18" charset="-122"/>
                  <a:ea typeface="Alibaba PuHuiTi" pitchFamily="18" charset="-122"/>
                  <a:cs typeface="Alibaba PuHuiTi" pitchFamily="18" charset="-122"/>
                </a:endParaRPr>
              </a:p>
            </p:txBody>
          </p:sp>
          <p:sp>
            <p:nvSpPr>
              <p:cNvPr id="758" name="文本框 757">
                <a:extLst>
                  <a:ext uri="{FF2B5EF4-FFF2-40B4-BE49-F238E27FC236}">
                    <a16:creationId xmlns:a16="http://schemas.microsoft.com/office/drawing/2014/main" id="{5C2AB449-BCB0-B445-1EC7-3E1BEE86AA1B}"/>
                  </a:ext>
                </a:extLst>
              </p:cNvPr>
              <p:cNvSpPr txBox="1"/>
              <p:nvPr/>
            </p:nvSpPr>
            <p:spPr>
              <a:xfrm rot="21440225">
                <a:off x="6661435" y="2410777"/>
                <a:ext cx="666937" cy="184666"/>
              </a:xfrm>
              <a:prstGeom prst="rect">
                <a:avLst/>
              </a:prstGeom>
              <a:noFill/>
            </p:spPr>
            <p:txBody>
              <a:bodyPr wrap="square" rtlCol="0">
                <a:spAutoFit/>
              </a:bodyPr>
              <a:lstStyle/>
              <a:p>
                <a:r>
                  <a:rPr kumimoji="1" lang="en-US" altLang="zh-CN" sz="600" dirty="0">
                    <a:latin typeface="Alibaba PuHuiTi" pitchFamily="18" charset="-122"/>
                    <a:ea typeface="Alibaba PuHuiTi" pitchFamily="18" charset="-122"/>
                    <a:cs typeface="Alibaba PuHuiTi" pitchFamily="18" charset="-122"/>
                  </a:rPr>
                  <a:t>123,5</a:t>
                </a:r>
                <a:endParaRPr kumimoji="1" lang="zh-CN" altLang="en-US" sz="600" dirty="0">
                  <a:latin typeface="Alibaba PuHuiTi" pitchFamily="18" charset="-122"/>
                  <a:ea typeface="Alibaba PuHuiTi" pitchFamily="18" charset="-122"/>
                  <a:cs typeface="Alibaba PuHuiTi" pitchFamily="18" charset="-122"/>
                </a:endParaRPr>
              </a:p>
            </p:txBody>
          </p:sp>
          <p:sp>
            <p:nvSpPr>
              <p:cNvPr id="759" name="文本框 758">
                <a:extLst>
                  <a:ext uri="{FF2B5EF4-FFF2-40B4-BE49-F238E27FC236}">
                    <a16:creationId xmlns:a16="http://schemas.microsoft.com/office/drawing/2014/main" id="{0EC0847B-DD52-6AC2-7599-2C620A553686}"/>
                  </a:ext>
                </a:extLst>
              </p:cNvPr>
              <p:cNvSpPr txBox="1"/>
              <p:nvPr/>
            </p:nvSpPr>
            <p:spPr>
              <a:xfrm rot="21440225">
                <a:off x="6649712" y="2330954"/>
                <a:ext cx="666937" cy="184666"/>
              </a:xfrm>
              <a:prstGeom prst="rect">
                <a:avLst/>
              </a:prstGeom>
              <a:noFill/>
            </p:spPr>
            <p:txBody>
              <a:bodyPr wrap="square" rtlCol="0">
                <a:spAutoFit/>
              </a:bodyPr>
              <a:lstStyle/>
              <a:p>
                <a:r>
                  <a:rPr kumimoji="1" lang="en-US" altLang="zh-CN" sz="600" dirty="0">
                    <a:latin typeface="Alibaba PuHuiTi" pitchFamily="18" charset="-122"/>
                    <a:ea typeface="Alibaba PuHuiTi" pitchFamily="18" charset="-122"/>
                    <a:cs typeface="Alibaba PuHuiTi" pitchFamily="18" charset="-122"/>
                  </a:rPr>
                  <a:t>123,5</a:t>
                </a:r>
                <a:endParaRPr kumimoji="1" lang="zh-CN" altLang="en-US" sz="600" dirty="0">
                  <a:latin typeface="Alibaba PuHuiTi" pitchFamily="18" charset="-122"/>
                  <a:ea typeface="Alibaba PuHuiTi" pitchFamily="18" charset="-122"/>
                  <a:cs typeface="Alibaba PuHuiTi" pitchFamily="18" charset="-122"/>
                </a:endParaRPr>
              </a:p>
            </p:txBody>
          </p:sp>
        </p:grpSp>
        <p:cxnSp>
          <p:nvCxnSpPr>
            <p:cNvPr id="690" name="直线连接符 689">
              <a:extLst>
                <a:ext uri="{FF2B5EF4-FFF2-40B4-BE49-F238E27FC236}">
                  <a16:creationId xmlns:a16="http://schemas.microsoft.com/office/drawing/2014/main" id="{133DC586-D349-C3EF-53D7-D60E7C864101}"/>
                </a:ext>
              </a:extLst>
            </p:cNvPr>
            <p:cNvCxnSpPr/>
            <p:nvPr/>
          </p:nvCxnSpPr>
          <p:spPr>
            <a:xfrm flipV="1">
              <a:off x="3470134" y="5688609"/>
              <a:ext cx="4470400" cy="193040"/>
            </a:xfrm>
            <a:prstGeom prst="line">
              <a:avLst/>
            </a:prstGeom>
            <a:ln w="698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1" name="直线连接符 690">
              <a:extLst>
                <a:ext uri="{FF2B5EF4-FFF2-40B4-BE49-F238E27FC236}">
                  <a16:creationId xmlns:a16="http://schemas.microsoft.com/office/drawing/2014/main" id="{76833025-38A8-DF83-DEED-D00A2CFF96C0}"/>
                </a:ext>
              </a:extLst>
            </p:cNvPr>
            <p:cNvCxnSpPr>
              <a:cxnSpLocks/>
            </p:cNvCxnSpPr>
            <p:nvPr/>
          </p:nvCxnSpPr>
          <p:spPr>
            <a:xfrm flipH="1" flipV="1">
              <a:off x="3438025" y="3818467"/>
              <a:ext cx="106633" cy="2089952"/>
            </a:xfrm>
            <a:prstGeom prst="line">
              <a:avLst/>
            </a:prstGeom>
            <a:ln w="4762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63" name="Google Shape;5468;p76">
              <a:extLst>
                <a:ext uri="{FF2B5EF4-FFF2-40B4-BE49-F238E27FC236}">
                  <a16:creationId xmlns:a16="http://schemas.microsoft.com/office/drawing/2014/main" id="{66A1CACF-C9B8-78E5-4C14-44B36680B7D6}"/>
                </a:ext>
              </a:extLst>
            </p:cNvPr>
            <p:cNvGrpSpPr/>
            <p:nvPr/>
          </p:nvGrpSpPr>
          <p:grpSpPr>
            <a:xfrm>
              <a:off x="7070741" y="4608922"/>
              <a:ext cx="227985" cy="277922"/>
              <a:chOff x="3907325" y="2620775"/>
              <a:chExt cx="395250" cy="481825"/>
            </a:xfrm>
            <a:solidFill>
              <a:schemeClr val="bg1"/>
            </a:solidFill>
          </p:grpSpPr>
          <p:sp>
            <p:nvSpPr>
              <p:cNvPr id="764" name="Google Shape;5469;p76">
                <a:extLst>
                  <a:ext uri="{FF2B5EF4-FFF2-40B4-BE49-F238E27FC236}">
                    <a16:creationId xmlns:a16="http://schemas.microsoft.com/office/drawing/2014/main" id="{C75A9BC6-1D2B-060C-8B30-29435579AD6D}"/>
                  </a:ext>
                </a:extLst>
              </p:cNvPr>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65" name="Google Shape;5470;p76">
                <a:extLst>
                  <a:ext uri="{FF2B5EF4-FFF2-40B4-BE49-F238E27FC236}">
                    <a16:creationId xmlns:a16="http://schemas.microsoft.com/office/drawing/2014/main" id="{AD54AFBD-194B-F051-D02B-66672F988535}"/>
                  </a:ext>
                </a:extLst>
              </p:cNvPr>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66" name="Google Shape;5471;p76">
                <a:extLst>
                  <a:ext uri="{FF2B5EF4-FFF2-40B4-BE49-F238E27FC236}">
                    <a16:creationId xmlns:a16="http://schemas.microsoft.com/office/drawing/2014/main" id="{DA5903CA-BA4E-7CA9-DB8E-9C477DFADAC4}"/>
                  </a:ext>
                </a:extLst>
              </p:cNvPr>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67" name="Google Shape;5472;p76">
                <a:extLst>
                  <a:ext uri="{FF2B5EF4-FFF2-40B4-BE49-F238E27FC236}">
                    <a16:creationId xmlns:a16="http://schemas.microsoft.com/office/drawing/2014/main" id="{D1BD036E-8B86-A554-F2E3-01567C7CD998}"/>
                  </a:ext>
                </a:extLst>
              </p:cNvPr>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68" name="Google Shape;5309;p76">
              <a:extLst>
                <a:ext uri="{FF2B5EF4-FFF2-40B4-BE49-F238E27FC236}">
                  <a16:creationId xmlns:a16="http://schemas.microsoft.com/office/drawing/2014/main" id="{555CED46-528F-0850-0406-9D0FE660CB69}"/>
                </a:ext>
              </a:extLst>
            </p:cNvPr>
            <p:cNvGrpSpPr/>
            <p:nvPr/>
          </p:nvGrpSpPr>
          <p:grpSpPr>
            <a:xfrm rot="5400000">
              <a:off x="5288121" y="1827643"/>
              <a:ext cx="256433" cy="255453"/>
              <a:chOff x="2085450" y="842250"/>
              <a:chExt cx="483700" cy="481850"/>
            </a:xfrm>
            <a:solidFill>
              <a:schemeClr val="bg1"/>
            </a:solidFill>
          </p:grpSpPr>
          <p:sp>
            <p:nvSpPr>
              <p:cNvPr id="769" name="Google Shape;5310;p76">
                <a:extLst>
                  <a:ext uri="{FF2B5EF4-FFF2-40B4-BE49-F238E27FC236}">
                    <a16:creationId xmlns:a16="http://schemas.microsoft.com/office/drawing/2014/main" id="{BF7AACD1-D584-32BE-549D-54F3F4F9B510}"/>
                  </a:ext>
                </a:extLst>
              </p:cNvPr>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0" name="Google Shape;5311;p76">
                <a:extLst>
                  <a:ext uri="{FF2B5EF4-FFF2-40B4-BE49-F238E27FC236}">
                    <a16:creationId xmlns:a16="http://schemas.microsoft.com/office/drawing/2014/main" id="{5C4B0558-7A2B-C633-B709-52CFAA9C4ADA}"/>
                  </a:ext>
                </a:extLst>
              </p:cNvPr>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1" name="Google Shape;5312;p76">
                <a:extLst>
                  <a:ext uri="{FF2B5EF4-FFF2-40B4-BE49-F238E27FC236}">
                    <a16:creationId xmlns:a16="http://schemas.microsoft.com/office/drawing/2014/main" id="{B3634D11-D7B9-4894-3815-FF6F056C852A}"/>
                  </a:ext>
                </a:extLst>
              </p:cNvPr>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72" name="Google Shape;5408;p76">
              <a:extLst>
                <a:ext uri="{FF2B5EF4-FFF2-40B4-BE49-F238E27FC236}">
                  <a16:creationId xmlns:a16="http://schemas.microsoft.com/office/drawing/2014/main" id="{FBC8E966-2F86-BF83-54E4-18615D5C4056}"/>
                </a:ext>
              </a:extLst>
            </p:cNvPr>
            <p:cNvGrpSpPr/>
            <p:nvPr/>
          </p:nvGrpSpPr>
          <p:grpSpPr>
            <a:xfrm>
              <a:off x="5437459" y="3805881"/>
              <a:ext cx="220629" cy="193891"/>
              <a:chOff x="2085450" y="2057100"/>
              <a:chExt cx="481900" cy="423500"/>
            </a:xfrm>
            <a:solidFill>
              <a:schemeClr val="bg1"/>
            </a:solidFill>
          </p:grpSpPr>
          <p:sp>
            <p:nvSpPr>
              <p:cNvPr id="773" name="Google Shape;5409;p76">
                <a:extLst>
                  <a:ext uri="{FF2B5EF4-FFF2-40B4-BE49-F238E27FC236}">
                    <a16:creationId xmlns:a16="http://schemas.microsoft.com/office/drawing/2014/main" id="{287BC55F-6DE2-732C-4EE9-0883577BB93D}"/>
                  </a:ext>
                </a:extLst>
              </p:cNvPr>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4" name="Google Shape;5410;p76">
                <a:extLst>
                  <a:ext uri="{FF2B5EF4-FFF2-40B4-BE49-F238E27FC236}">
                    <a16:creationId xmlns:a16="http://schemas.microsoft.com/office/drawing/2014/main" id="{08CA0827-EE5D-A090-C662-86BBF8CD18DE}"/>
                  </a:ext>
                </a:extLst>
              </p:cNvPr>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5" name="Google Shape;5411;p76">
                <a:extLst>
                  <a:ext uri="{FF2B5EF4-FFF2-40B4-BE49-F238E27FC236}">
                    <a16:creationId xmlns:a16="http://schemas.microsoft.com/office/drawing/2014/main" id="{0A66395F-F3F0-9ABD-F2B0-AE3034A95F7A}"/>
                  </a:ext>
                </a:extLst>
              </p:cNvPr>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76" name="Google Shape;5344;p76">
              <a:extLst>
                <a:ext uri="{FF2B5EF4-FFF2-40B4-BE49-F238E27FC236}">
                  <a16:creationId xmlns:a16="http://schemas.microsoft.com/office/drawing/2014/main" id="{3798A421-8432-DD09-FB41-AB52F1834AEB}"/>
                </a:ext>
              </a:extLst>
            </p:cNvPr>
            <p:cNvGrpSpPr/>
            <p:nvPr/>
          </p:nvGrpSpPr>
          <p:grpSpPr>
            <a:xfrm>
              <a:off x="7539551" y="2868924"/>
              <a:ext cx="236967" cy="236967"/>
              <a:chOff x="900750" y="1436075"/>
              <a:chExt cx="481825" cy="481825"/>
            </a:xfrm>
            <a:solidFill>
              <a:schemeClr val="bg1"/>
            </a:solidFill>
          </p:grpSpPr>
          <p:sp>
            <p:nvSpPr>
              <p:cNvPr id="777" name="Google Shape;5345;p76">
                <a:extLst>
                  <a:ext uri="{FF2B5EF4-FFF2-40B4-BE49-F238E27FC236}">
                    <a16:creationId xmlns:a16="http://schemas.microsoft.com/office/drawing/2014/main" id="{E023F646-1ACF-6055-EEAD-901BCB6C21BA}"/>
                  </a:ext>
                </a:extLst>
              </p:cNvPr>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8" name="Google Shape;5346;p76">
                <a:extLst>
                  <a:ext uri="{FF2B5EF4-FFF2-40B4-BE49-F238E27FC236}">
                    <a16:creationId xmlns:a16="http://schemas.microsoft.com/office/drawing/2014/main" id="{1AA35569-CAAF-6849-E827-C2BC69AC52D2}"/>
                  </a:ext>
                </a:extLst>
              </p:cNvPr>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9" name="Google Shape;5347;p76">
                <a:extLst>
                  <a:ext uri="{FF2B5EF4-FFF2-40B4-BE49-F238E27FC236}">
                    <a16:creationId xmlns:a16="http://schemas.microsoft.com/office/drawing/2014/main" id="{48CD205E-BB1B-DB57-5E5A-AD673E7C896E}"/>
                  </a:ext>
                </a:extLst>
              </p:cNvPr>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80" name="Google Shape;5348;p76">
                <a:extLst>
                  <a:ext uri="{FF2B5EF4-FFF2-40B4-BE49-F238E27FC236}">
                    <a16:creationId xmlns:a16="http://schemas.microsoft.com/office/drawing/2014/main" id="{84E88EF6-02CD-849C-256C-242B506FF19E}"/>
                  </a:ext>
                </a:extLst>
              </p:cNvPr>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81" name="Google Shape;5452;p76">
              <a:extLst>
                <a:ext uri="{FF2B5EF4-FFF2-40B4-BE49-F238E27FC236}">
                  <a16:creationId xmlns:a16="http://schemas.microsoft.com/office/drawing/2014/main" id="{B164A225-F839-F4A2-7789-BB6FDCD68A20}"/>
                </a:ext>
              </a:extLst>
            </p:cNvPr>
            <p:cNvGrpSpPr/>
            <p:nvPr/>
          </p:nvGrpSpPr>
          <p:grpSpPr>
            <a:xfrm>
              <a:off x="4365433" y="5488060"/>
              <a:ext cx="214806" cy="214806"/>
              <a:chOff x="1492675" y="2620775"/>
              <a:chExt cx="481825" cy="481825"/>
            </a:xfrm>
            <a:solidFill>
              <a:schemeClr val="bg1"/>
            </a:solidFill>
          </p:grpSpPr>
          <p:sp>
            <p:nvSpPr>
              <p:cNvPr id="782" name="Google Shape;5453;p76">
                <a:extLst>
                  <a:ext uri="{FF2B5EF4-FFF2-40B4-BE49-F238E27FC236}">
                    <a16:creationId xmlns:a16="http://schemas.microsoft.com/office/drawing/2014/main" id="{A69A4484-A9C7-5736-2A07-8EB21989484E}"/>
                  </a:ext>
                </a:extLst>
              </p:cNvPr>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83" name="Google Shape;5454;p76">
                <a:extLst>
                  <a:ext uri="{FF2B5EF4-FFF2-40B4-BE49-F238E27FC236}">
                    <a16:creationId xmlns:a16="http://schemas.microsoft.com/office/drawing/2014/main" id="{DCEEB9D6-2F25-2139-36F0-F8E301EC267B}"/>
                  </a:ext>
                </a:extLst>
              </p:cNvPr>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sp>
        <p:nvSpPr>
          <p:cNvPr id="787" name="文本框 786">
            <a:extLst>
              <a:ext uri="{FF2B5EF4-FFF2-40B4-BE49-F238E27FC236}">
                <a16:creationId xmlns:a16="http://schemas.microsoft.com/office/drawing/2014/main" id="{F968E4D4-BC97-580A-9465-3CA5D4DD5C1A}"/>
              </a:ext>
            </a:extLst>
          </p:cNvPr>
          <p:cNvSpPr txBox="1"/>
          <p:nvPr/>
        </p:nvSpPr>
        <p:spPr>
          <a:xfrm>
            <a:off x="1397548" y="1320905"/>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89" name="文本框 788">
            <a:extLst>
              <a:ext uri="{FF2B5EF4-FFF2-40B4-BE49-F238E27FC236}">
                <a16:creationId xmlns:a16="http://schemas.microsoft.com/office/drawing/2014/main" id="{7D9F9363-4667-ACED-30E7-FFE04C3B35F4}"/>
              </a:ext>
            </a:extLst>
          </p:cNvPr>
          <p:cNvSpPr txBox="1"/>
          <p:nvPr/>
        </p:nvSpPr>
        <p:spPr>
          <a:xfrm>
            <a:off x="1397548" y="2082905"/>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91" name="文本框 790">
            <a:extLst>
              <a:ext uri="{FF2B5EF4-FFF2-40B4-BE49-F238E27FC236}">
                <a16:creationId xmlns:a16="http://schemas.microsoft.com/office/drawing/2014/main" id="{7AD87D28-A312-B9B1-DA2B-D137EFEA7FB6}"/>
              </a:ext>
            </a:extLst>
          </p:cNvPr>
          <p:cNvSpPr txBox="1"/>
          <p:nvPr/>
        </p:nvSpPr>
        <p:spPr>
          <a:xfrm>
            <a:off x="1397548" y="2881689"/>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93" name="文本框 792">
            <a:extLst>
              <a:ext uri="{FF2B5EF4-FFF2-40B4-BE49-F238E27FC236}">
                <a16:creationId xmlns:a16="http://schemas.microsoft.com/office/drawing/2014/main" id="{3643CBD5-6D48-F24A-8A7B-737486D20558}"/>
              </a:ext>
            </a:extLst>
          </p:cNvPr>
          <p:cNvSpPr txBox="1"/>
          <p:nvPr/>
        </p:nvSpPr>
        <p:spPr>
          <a:xfrm>
            <a:off x="1397548" y="3546351"/>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95" name="文本框 794">
            <a:extLst>
              <a:ext uri="{FF2B5EF4-FFF2-40B4-BE49-F238E27FC236}">
                <a16:creationId xmlns:a16="http://schemas.microsoft.com/office/drawing/2014/main" id="{C2DFF688-E739-E115-BD7D-5E7957138F31}"/>
              </a:ext>
            </a:extLst>
          </p:cNvPr>
          <p:cNvSpPr txBox="1"/>
          <p:nvPr/>
        </p:nvSpPr>
        <p:spPr>
          <a:xfrm>
            <a:off x="1397548" y="4394696"/>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802" name="直线连接符 801">
            <a:extLst>
              <a:ext uri="{FF2B5EF4-FFF2-40B4-BE49-F238E27FC236}">
                <a16:creationId xmlns:a16="http://schemas.microsoft.com/office/drawing/2014/main" id="{B63FE76C-5F27-B9D4-A506-358AEBD93BFD}"/>
              </a:ext>
            </a:extLst>
          </p:cNvPr>
          <p:cNvCxnSpPr/>
          <p:nvPr/>
        </p:nvCxnSpPr>
        <p:spPr>
          <a:xfrm>
            <a:off x="1544320" y="3423920"/>
            <a:ext cx="2621280" cy="0"/>
          </a:xfrm>
          <a:prstGeom prst="line">
            <a:avLst/>
          </a:prstGeom>
          <a:ln w="38100" cap="rnd">
            <a:solidFill>
              <a:srgbClr val="1E344D"/>
            </a:solidFill>
            <a:round/>
          </a:ln>
        </p:spPr>
        <p:style>
          <a:lnRef idx="1">
            <a:schemeClr val="accent1"/>
          </a:lnRef>
          <a:fillRef idx="0">
            <a:schemeClr val="accent1"/>
          </a:fillRef>
          <a:effectRef idx="0">
            <a:schemeClr val="accent1"/>
          </a:effectRef>
          <a:fontRef idx="minor">
            <a:schemeClr val="tx1"/>
          </a:fontRef>
        </p:style>
      </p:cxnSp>
      <p:sp>
        <p:nvSpPr>
          <p:cNvPr id="813" name="Google Shape;5273;p76">
            <a:extLst>
              <a:ext uri="{FF2B5EF4-FFF2-40B4-BE49-F238E27FC236}">
                <a16:creationId xmlns:a16="http://schemas.microsoft.com/office/drawing/2014/main" id="{44382DF4-4A9C-BF24-6BEF-FDE26B981E90}"/>
              </a:ext>
            </a:extLst>
          </p:cNvPr>
          <p:cNvSpPr/>
          <p:nvPr/>
        </p:nvSpPr>
        <p:spPr>
          <a:xfrm>
            <a:off x="894154" y="1365397"/>
            <a:ext cx="55866" cy="27945"/>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4" name="Google Shape;5274;p76">
            <a:extLst>
              <a:ext uri="{FF2B5EF4-FFF2-40B4-BE49-F238E27FC236}">
                <a16:creationId xmlns:a16="http://schemas.microsoft.com/office/drawing/2014/main" id="{887A324D-B34B-BCD0-4C32-64CB9E24DB97}"/>
              </a:ext>
            </a:extLst>
          </p:cNvPr>
          <p:cNvSpPr/>
          <p:nvPr/>
        </p:nvSpPr>
        <p:spPr>
          <a:xfrm>
            <a:off x="752500" y="1281636"/>
            <a:ext cx="45899" cy="55866"/>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5" name="Google Shape;5275;p76">
            <a:extLst>
              <a:ext uri="{FF2B5EF4-FFF2-40B4-BE49-F238E27FC236}">
                <a16:creationId xmlns:a16="http://schemas.microsoft.com/office/drawing/2014/main" id="{4AE63305-F5B1-4AFF-0DA5-FEEA0B5814DF}"/>
              </a:ext>
            </a:extLst>
          </p:cNvPr>
          <p:cNvSpPr/>
          <p:nvPr/>
        </p:nvSpPr>
        <p:spPr>
          <a:xfrm>
            <a:off x="850284" y="1281636"/>
            <a:ext cx="45899" cy="55866"/>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6" name="Google Shape;5276;p76">
            <a:extLst>
              <a:ext uri="{FF2B5EF4-FFF2-40B4-BE49-F238E27FC236}">
                <a16:creationId xmlns:a16="http://schemas.microsoft.com/office/drawing/2014/main" id="{B2915DD2-ECD4-3174-4252-FA22AC887E70}"/>
              </a:ext>
            </a:extLst>
          </p:cNvPr>
          <p:cNvSpPr/>
          <p:nvPr/>
        </p:nvSpPr>
        <p:spPr>
          <a:xfrm>
            <a:off x="698663" y="1365397"/>
            <a:ext cx="55890" cy="27945"/>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7" name="Google Shape;5277;p76">
            <a:extLst>
              <a:ext uri="{FF2B5EF4-FFF2-40B4-BE49-F238E27FC236}">
                <a16:creationId xmlns:a16="http://schemas.microsoft.com/office/drawing/2014/main" id="{23132D28-68A2-8000-B584-0319ACF3397B}"/>
              </a:ext>
            </a:extLst>
          </p:cNvPr>
          <p:cNvSpPr/>
          <p:nvPr/>
        </p:nvSpPr>
        <p:spPr>
          <a:xfrm>
            <a:off x="586957" y="1505988"/>
            <a:ext cx="83811" cy="251357"/>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8" name="Google Shape;5278;p76">
            <a:extLst>
              <a:ext uri="{FF2B5EF4-FFF2-40B4-BE49-F238E27FC236}">
                <a16:creationId xmlns:a16="http://schemas.microsoft.com/office/drawing/2014/main" id="{D23BC78B-E1A4-6146-5DA9-56AABE7EA725}"/>
              </a:ext>
            </a:extLst>
          </p:cNvPr>
          <p:cNvSpPr/>
          <p:nvPr/>
        </p:nvSpPr>
        <p:spPr>
          <a:xfrm>
            <a:off x="698663" y="1366361"/>
            <a:ext cx="317337" cy="390984"/>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1E344D"/>
          </a:solidFill>
          <a:ln>
            <a:noFill/>
          </a:ln>
        </p:spPr>
        <p:txBody>
          <a:bodyPr spcFirstLastPara="1" wrap="square" lIns="121900" tIns="121900" rIns="121900" bIns="121900" anchor="ctr" anchorCtr="0">
            <a:noAutofit/>
          </a:bodyPr>
          <a:lstStyle/>
          <a:p>
            <a:endParaRPr sz="2400" dirty="0">
              <a:solidFill>
                <a:srgbClr val="435D74"/>
              </a:solidFill>
            </a:endParaRPr>
          </a:p>
        </p:txBody>
      </p:sp>
      <p:sp>
        <p:nvSpPr>
          <p:cNvPr id="820" name="Google Shape;5581;p76">
            <a:extLst>
              <a:ext uri="{FF2B5EF4-FFF2-40B4-BE49-F238E27FC236}">
                <a16:creationId xmlns:a16="http://schemas.microsoft.com/office/drawing/2014/main" id="{A492F320-16A0-0FCB-B84B-B6C094F8FECE}"/>
              </a:ext>
            </a:extLst>
          </p:cNvPr>
          <p:cNvSpPr/>
          <p:nvPr/>
        </p:nvSpPr>
        <p:spPr>
          <a:xfrm>
            <a:off x="882499" y="4603363"/>
            <a:ext cx="40140" cy="40118"/>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1" name="Google Shape;5582;p76">
            <a:extLst>
              <a:ext uri="{FF2B5EF4-FFF2-40B4-BE49-F238E27FC236}">
                <a16:creationId xmlns:a16="http://schemas.microsoft.com/office/drawing/2014/main" id="{2737C94E-751F-65E9-690A-CCCD4A9B7BE8}"/>
              </a:ext>
            </a:extLst>
          </p:cNvPr>
          <p:cNvSpPr/>
          <p:nvPr/>
        </p:nvSpPr>
        <p:spPr>
          <a:xfrm>
            <a:off x="642581" y="4603363"/>
            <a:ext cx="40118" cy="40118"/>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2" name="Google Shape;5583;p76">
            <a:extLst>
              <a:ext uri="{FF2B5EF4-FFF2-40B4-BE49-F238E27FC236}">
                <a16:creationId xmlns:a16="http://schemas.microsoft.com/office/drawing/2014/main" id="{04D77D30-383C-5EF3-BFE6-EA9EBD94FA56}"/>
              </a:ext>
            </a:extLst>
          </p:cNvPr>
          <p:cNvSpPr/>
          <p:nvPr/>
        </p:nvSpPr>
        <p:spPr>
          <a:xfrm>
            <a:off x="559427" y="4391332"/>
            <a:ext cx="446414" cy="330277"/>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3" name="Google Shape;5584;p76">
            <a:extLst>
              <a:ext uri="{FF2B5EF4-FFF2-40B4-BE49-F238E27FC236}">
                <a16:creationId xmlns:a16="http://schemas.microsoft.com/office/drawing/2014/main" id="{EFBD5379-619F-59CD-711D-B39B262F9F33}"/>
              </a:ext>
            </a:extLst>
          </p:cNvPr>
          <p:cNvSpPr/>
          <p:nvPr/>
        </p:nvSpPr>
        <p:spPr>
          <a:xfrm>
            <a:off x="609644" y="4747736"/>
            <a:ext cx="110231" cy="49892"/>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4" name="Google Shape;5585;p76">
            <a:extLst>
              <a:ext uri="{FF2B5EF4-FFF2-40B4-BE49-F238E27FC236}">
                <a16:creationId xmlns:a16="http://schemas.microsoft.com/office/drawing/2014/main" id="{E9F423C9-15AD-7050-BA27-8262A7F99761}"/>
              </a:ext>
            </a:extLst>
          </p:cNvPr>
          <p:cNvSpPr/>
          <p:nvPr/>
        </p:nvSpPr>
        <p:spPr>
          <a:xfrm>
            <a:off x="845393" y="4747736"/>
            <a:ext cx="110231" cy="49892"/>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19" name="文本框 18">
            <a:extLst>
              <a:ext uri="{FF2B5EF4-FFF2-40B4-BE49-F238E27FC236}">
                <a16:creationId xmlns:a16="http://schemas.microsoft.com/office/drawing/2014/main" id="{1858420A-88D7-CE5D-610F-539AD4E7DD4B}"/>
              </a:ext>
            </a:extLst>
          </p:cNvPr>
          <p:cNvSpPr txBox="1"/>
          <p:nvPr/>
        </p:nvSpPr>
        <p:spPr>
          <a:xfrm>
            <a:off x="9400442" y="969838"/>
            <a:ext cx="2971800" cy="646331"/>
          </a:xfrm>
          <a:prstGeom prst="rect">
            <a:avLst/>
          </a:prstGeom>
          <a:noFill/>
        </p:spPr>
        <p:txBody>
          <a:bodyPr wrap="square">
            <a:spAutoFit/>
          </a:bodyPr>
          <a:lstStyle/>
          <a:p>
            <a:r>
              <a:rPr kumimoji="1" lang="en" altLang="zh-CN" sz="36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6" name="组合 55">
            <a:extLst>
              <a:ext uri="{FF2B5EF4-FFF2-40B4-BE49-F238E27FC236}">
                <a16:creationId xmlns:a16="http://schemas.microsoft.com/office/drawing/2014/main" id="{6BB6C817-D25A-0678-8236-55E66166F942}"/>
              </a:ext>
            </a:extLst>
          </p:cNvPr>
          <p:cNvGrpSpPr/>
          <p:nvPr/>
        </p:nvGrpSpPr>
        <p:grpSpPr>
          <a:xfrm>
            <a:off x="535726" y="3000040"/>
            <a:ext cx="856194" cy="850599"/>
            <a:chOff x="8793725" y="1045544"/>
            <a:chExt cx="452548" cy="449591"/>
          </a:xfrm>
          <a:solidFill>
            <a:srgbClr val="1E344D"/>
          </a:solidFill>
        </p:grpSpPr>
        <p:sp>
          <p:nvSpPr>
            <p:cNvPr id="57" name="Google Shape;5655;p76">
              <a:extLst>
                <a:ext uri="{FF2B5EF4-FFF2-40B4-BE49-F238E27FC236}">
                  <a16:creationId xmlns:a16="http://schemas.microsoft.com/office/drawing/2014/main" id="{56B7E88F-D998-D9D1-358D-A46FE3127648}"/>
                </a:ext>
              </a:extLst>
            </p:cNvPr>
            <p:cNvSpPr/>
            <p:nvPr/>
          </p:nvSpPr>
          <p:spPr>
            <a:xfrm>
              <a:off x="8806516" y="1106754"/>
              <a:ext cx="296144" cy="154667"/>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 name="Google Shape;5656;p76">
              <a:extLst>
                <a:ext uri="{FF2B5EF4-FFF2-40B4-BE49-F238E27FC236}">
                  <a16:creationId xmlns:a16="http://schemas.microsoft.com/office/drawing/2014/main" id="{A36CC329-E419-5839-6DAC-5CF60A02F080}"/>
                </a:ext>
              </a:extLst>
            </p:cNvPr>
            <p:cNvSpPr/>
            <p:nvPr/>
          </p:nvSpPr>
          <p:spPr>
            <a:xfrm>
              <a:off x="9028284" y="1176718"/>
              <a:ext cx="217989" cy="318417"/>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657;p76">
              <a:extLst>
                <a:ext uri="{FF2B5EF4-FFF2-40B4-BE49-F238E27FC236}">
                  <a16:creationId xmlns:a16="http://schemas.microsoft.com/office/drawing/2014/main" id="{7BE2678A-40E9-373C-606C-C6BBE187F433}"/>
                </a:ext>
              </a:extLst>
            </p:cNvPr>
            <p:cNvSpPr/>
            <p:nvPr/>
          </p:nvSpPr>
          <p:spPr>
            <a:xfrm>
              <a:off x="8920369" y="1045544"/>
              <a:ext cx="313676" cy="158188"/>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658;p76">
              <a:extLst>
                <a:ext uri="{FF2B5EF4-FFF2-40B4-BE49-F238E27FC236}">
                  <a16:creationId xmlns:a16="http://schemas.microsoft.com/office/drawing/2014/main" id="{592AA0EC-A381-4619-179A-CE2711D64CA7}"/>
                </a:ext>
              </a:extLst>
            </p:cNvPr>
            <p:cNvSpPr/>
            <p:nvPr/>
          </p:nvSpPr>
          <p:spPr>
            <a:xfrm>
              <a:off x="8793725" y="1175873"/>
              <a:ext cx="208085" cy="319121"/>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1" name="圆角矩形 60">
            <a:extLst>
              <a:ext uri="{FF2B5EF4-FFF2-40B4-BE49-F238E27FC236}">
                <a16:creationId xmlns:a16="http://schemas.microsoft.com/office/drawing/2014/main" id="{43D0726C-5D1F-5ACC-1143-AEFCAE904278}"/>
              </a:ext>
            </a:extLst>
          </p:cNvPr>
          <p:cNvSpPr/>
          <p:nvPr/>
        </p:nvSpPr>
        <p:spPr>
          <a:xfrm>
            <a:off x="375920" y="5042768"/>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文本框 62">
            <a:extLst>
              <a:ext uri="{FF2B5EF4-FFF2-40B4-BE49-F238E27FC236}">
                <a16:creationId xmlns:a16="http://schemas.microsoft.com/office/drawing/2014/main" id="{AA50CC3D-C65D-3E7C-3615-087FDF90C33D}"/>
              </a:ext>
            </a:extLst>
          </p:cNvPr>
          <p:cNvSpPr txBox="1"/>
          <p:nvPr/>
        </p:nvSpPr>
        <p:spPr>
          <a:xfrm>
            <a:off x="1397548" y="5148752"/>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 name="Google Shape;5320;p76">
            <a:extLst>
              <a:ext uri="{FF2B5EF4-FFF2-40B4-BE49-F238E27FC236}">
                <a16:creationId xmlns:a16="http://schemas.microsoft.com/office/drawing/2014/main" id="{052CF07E-35D6-BB08-2C63-C3063916AE5F}"/>
              </a:ext>
            </a:extLst>
          </p:cNvPr>
          <p:cNvSpPr/>
          <p:nvPr/>
        </p:nvSpPr>
        <p:spPr>
          <a:xfrm>
            <a:off x="563195" y="5132365"/>
            <a:ext cx="442646" cy="414995"/>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87" name="圆角矩形 586">
            <a:extLst>
              <a:ext uri="{FF2B5EF4-FFF2-40B4-BE49-F238E27FC236}">
                <a16:creationId xmlns:a16="http://schemas.microsoft.com/office/drawing/2014/main" id="{664595F5-8A5A-C52C-D31D-82122FFA2E9B}"/>
              </a:ext>
            </a:extLst>
          </p:cNvPr>
          <p:cNvSpPr/>
          <p:nvPr/>
        </p:nvSpPr>
        <p:spPr>
          <a:xfrm>
            <a:off x="375920" y="5834856"/>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8" name="文本框 587">
            <a:extLst>
              <a:ext uri="{FF2B5EF4-FFF2-40B4-BE49-F238E27FC236}">
                <a16:creationId xmlns:a16="http://schemas.microsoft.com/office/drawing/2014/main" id="{55166820-E114-1937-6584-209CA86663FD}"/>
              </a:ext>
            </a:extLst>
          </p:cNvPr>
          <p:cNvSpPr txBox="1"/>
          <p:nvPr/>
        </p:nvSpPr>
        <p:spPr>
          <a:xfrm>
            <a:off x="1397548" y="5940840"/>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04" name="Google Shape;5280;p76">
            <a:extLst>
              <a:ext uri="{FF2B5EF4-FFF2-40B4-BE49-F238E27FC236}">
                <a16:creationId xmlns:a16="http://schemas.microsoft.com/office/drawing/2014/main" id="{F6340B72-BCA7-D6F9-C99C-62AF71B91898}"/>
              </a:ext>
            </a:extLst>
          </p:cNvPr>
          <p:cNvSpPr/>
          <p:nvPr/>
        </p:nvSpPr>
        <p:spPr>
          <a:xfrm>
            <a:off x="851009" y="6246197"/>
            <a:ext cx="59306" cy="5700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5" name="Google Shape;5281;p76">
            <a:extLst>
              <a:ext uri="{FF2B5EF4-FFF2-40B4-BE49-F238E27FC236}">
                <a16:creationId xmlns:a16="http://schemas.microsoft.com/office/drawing/2014/main" id="{307F9DDC-7B64-1525-7CC9-5D13FA9786F6}"/>
              </a:ext>
            </a:extLst>
          </p:cNvPr>
          <p:cNvSpPr/>
          <p:nvPr/>
        </p:nvSpPr>
        <p:spPr>
          <a:xfrm>
            <a:off x="867789" y="6196129"/>
            <a:ext cx="76464" cy="40347"/>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6" name="Google Shape;5282;p76">
            <a:extLst>
              <a:ext uri="{FF2B5EF4-FFF2-40B4-BE49-F238E27FC236}">
                <a16:creationId xmlns:a16="http://schemas.microsoft.com/office/drawing/2014/main" id="{7B0F54C1-0EB4-1C4A-D1FC-5984C71B2F45}"/>
              </a:ext>
            </a:extLst>
          </p:cNvPr>
          <p:cNvSpPr/>
          <p:nvPr/>
        </p:nvSpPr>
        <p:spPr>
          <a:xfrm>
            <a:off x="800543" y="6262935"/>
            <a:ext cx="43616" cy="7428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7" name="Google Shape;5283;p76">
            <a:extLst>
              <a:ext uri="{FF2B5EF4-FFF2-40B4-BE49-F238E27FC236}">
                <a16:creationId xmlns:a16="http://schemas.microsoft.com/office/drawing/2014/main" id="{2D62AD50-5C7E-8DD7-82C3-8105353F2E85}"/>
              </a:ext>
            </a:extLst>
          </p:cNvPr>
          <p:cNvSpPr/>
          <p:nvPr/>
        </p:nvSpPr>
        <p:spPr>
          <a:xfrm>
            <a:off x="616969" y="6012178"/>
            <a:ext cx="59201" cy="56855"/>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8" name="Google Shape;5284;p76">
            <a:extLst>
              <a:ext uri="{FF2B5EF4-FFF2-40B4-BE49-F238E27FC236}">
                <a16:creationId xmlns:a16="http://schemas.microsoft.com/office/drawing/2014/main" id="{79D15520-0C48-7813-FD12-4C23858AECC9}"/>
              </a:ext>
            </a:extLst>
          </p:cNvPr>
          <p:cNvSpPr/>
          <p:nvPr/>
        </p:nvSpPr>
        <p:spPr>
          <a:xfrm>
            <a:off x="683649" y="5978849"/>
            <a:ext cx="43301" cy="7386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9" name="Google Shape;5285;p76">
            <a:extLst>
              <a:ext uri="{FF2B5EF4-FFF2-40B4-BE49-F238E27FC236}">
                <a16:creationId xmlns:a16="http://schemas.microsoft.com/office/drawing/2014/main" id="{3F284022-771E-B7F7-ED73-170D8182DECE}"/>
              </a:ext>
            </a:extLst>
          </p:cNvPr>
          <p:cNvSpPr/>
          <p:nvPr/>
        </p:nvSpPr>
        <p:spPr>
          <a:xfrm>
            <a:off x="583346" y="6079025"/>
            <a:ext cx="76924" cy="40431"/>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0" name="Google Shape;5286;p76">
            <a:extLst>
              <a:ext uri="{FF2B5EF4-FFF2-40B4-BE49-F238E27FC236}">
                <a16:creationId xmlns:a16="http://schemas.microsoft.com/office/drawing/2014/main" id="{E949C4D3-A932-D66C-CA39-3745793C62FC}"/>
              </a:ext>
            </a:extLst>
          </p:cNvPr>
          <p:cNvSpPr/>
          <p:nvPr/>
        </p:nvSpPr>
        <p:spPr>
          <a:xfrm>
            <a:off x="556029" y="6091448"/>
            <a:ext cx="296195" cy="265798"/>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1" name="Google Shape;5287;p76">
            <a:extLst>
              <a:ext uri="{FF2B5EF4-FFF2-40B4-BE49-F238E27FC236}">
                <a16:creationId xmlns:a16="http://schemas.microsoft.com/office/drawing/2014/main" id="{2CDB2781-B622-1357-3B97-504D17798C33}"/>
              </a:ext>
            </a:extLst>
          </p:cNvPr>
          <p:cNvSpPr/>
          <p:nvPr/>
        </p:nvSpPr>
        <p:spPr>
          <a:xfrm>
            <a:off x="675123" y="5954087"/>
            <a:ext cx="300238" cy="269841"/>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93" name="文本框 592">
            <a:extLst>
              <a:ext uri="{FF2B5EF4-FFF2-40B4-BE49-F238E27FC236}">
                <a16:creationId xmlns:a16="http://schemas.microsoft.com/office/drawing/2014/main" id="{E1C8D9A7-9CD7-609B-5F46-BE91A60B9FC8}"/>
              </a:ext>
            </a:extLst>
          </p:cNvPr>
          <p:cNvSpPr txBox="1"/>
          <p:nvPr/>
        </p:nvSpPr>
        <p:spPr>
          <a:xfrm>
            <a:off x="4381279" y="1245187"/>
            <a:ext cx="1051891"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340</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313E36E9-06F0-1BC6-BB90-BAAAC3203DD7}"/>
              </a:ext>
            </a:extLst>
          </p:cNvPr>
          <p:cNvSpPr txBox="1"/>
          <p:nvPr/>
        </p:nvSpPr>
        <p:spPr>
          <a:xfrm>
            <a:off x="5283894" y="1438595"/>
            <a:ext cx="870751"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4585853D-5373-FEF9-FDCE-5DE176E40BAB}"/>
              </a:ext>
            </a:extLst>
          </p:cNvPr>
          <p:cNvSpPr txBox="1"/>
          <p:nvPr/>
        </p:nvSpPr>
        <p:spPr>
          <a:xfrm>
            <a:off x="4381279" y="2048474"/>
            <a:ext cx="1018227"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127</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B262B1AD-17E0-3FCD-1869-56A9B285C50C}"/>
              </a:ext>
            </a:extLst>
          </p:cNvPr>
          <p:cNvSpPr txBox="1"/>
          <p:nvPr/>
        </p:nvSpPr>
        <p:spPr>
          <a:xfrm>
            <a:off x="5283894" y="2241882"/>
            <a:ext cx="809837" cy="338554"/>
          </a:xfrm>
          <a:prstGeom prst="rect">
            <a:avLst/>
          </a:prstGeom>
          <a:noFill/>
        </p:spPr>
        <p:txBody>
          <a:bodyPr wrap="none" rtlCol="0">
            <a:spAutoFit/>
          </a:bodyPr>
          <a:lstStyle>
            <a:defPPr>
              <a:defRPr lang="zh-CN"/>
            </a:defPPr>
            <a:lvl1pPr>
              <a:defRPr kumimoji="1">
                <a:solidFill>
                  <a:srgbClr val="00329F"/>
                </a:solidFill>
                <a:latin typeface="Alibaba PuHuiTi Medium" pitchFamily="18" charset="-122"/>
                <a:ea typeface="Alibaba PuHuiTi Medium" pitchFamily="18" charset="-122"/>
                <a:cs typeface="Alibaba PuHuiTi Medium" pitchFamily="18" charset="-122"/>
              </a:defRPr>
            </a:lvl1pPr>
          </a:lstStyle>
          <a:p>
            <a:r>
              <a:rPr lang="en" altLang="zh-CN" sz="1600" dirty="0">
                <a:solidFill>
                  <a:srgbClr val="1E344D"/>
                </a:solidFill>
              </a:rPr>
              <a:t>billion</a:t>
            </a:r>
            <a:endParaRPr lang="zh-CN" altLang="en-US" sz="1600" dirty="0">
              <a:solidFill>
                <a:srgbClr val="1E344D"/>
              </a:solidFill>
            </a:endParaRPr>
          </a:p>
        </p:txBody>
      </p:sp>
      <p:sp>
        <p:nvSpPr>
          <p:cNvPr id="597" name="文本框 596">
            <a:extLst>
              <a:ext uri="{FF2B5EF4-FFF2-40B4-BE49-F238E27FC236}">
                <a16:creationId xmlns:a16="http://schemas.microsoft.com/office/drawing/2014/main" id="{94CF0038-32BC-04AA-5EA2-F1A58AB2E03E}"/>
              </a:ext>
            </a:extLst>
          </p:cNvPr>
          <p:cNvSpPr txBox="1"/>
          <p:nvPr/>
        </p:nvSpPr>
        <p:spPr>
          <a:xfrm>
            <a:off x="4381279" y="3101912"/>
            <a:ext cx="1051891"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102</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BB7B063B-90D5-40EE-7DAD-68BAA56E510A}"/>
              </a:ext>
            </a:extLst>
          </p:cNvPr>
          <p:cNvSpPr txBox="1"/>
          <p:nvPr/>
        </p:nvSpPr>
        <p:spPr>
          <a:xfrm>
            <a:off x="5283894" y="3262368"/>
            <a:ext cx="830677"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文本框 598">
            <a:extLst>
              <a:ext uri="{FF2B5EF4-FFF2-40B4-BE49-F238E27FC236}">
                <a16:creationId xmlns:a16="http://schemas.microsoft.com/office/drawing/2014/main" id="{6556F0E1-E863-85BC-AD9A-08AA17F5DDCE}"/>
              </a:ext>
            </a:extLst>
          </p:cNvPr>
          <p:cNvSpPr txBox="1"/>
          <p:nvPr/>
        </p:nvSpPr>
        <p:spPr>
          <a:xfrm>
            <a:off x="4411759" y="4311155"/>
            <a:ext cx="811441"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78</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1685FF51-0F7F-0137-6CDE-659F4A8E07A0}"/>
              </a:ext>
            </a:extLst>
          </p:cNvPr>
          <p:cNvSpPr txBox="1"/>
          <p:nvPr/>
        </p:nvSpPr>
        <p:spPr>
          <a:xfrm>
            <a:off x="5039755" y="4373856"/>
            <a:ext cx="830677" cy="430887"/>
          </a:xfrm>
          <a:prstGeom prst="rect">
            <a:avLst/>
          </a:prstGeom>
          <a:noFill/>
        </p:spPr>
        <p:txBody>
          <a:bodyPr wrap="none" rtlCol="0">
            <a:spAutoFit/>
          </a:bodyPr>
          <a:lstStyle/>
          <a:p>
            <a:r>
              <a:rPr kumimoji="1" lang="en-US" altLang="zh-CN" sz="1100" dirty="0">
                <a:solidFill>
                  <a:srgbClr val="1E344D"/>
                </a:solidFill>
                <a:latin typeface="Alibaba PuHuiTi Medium" pitchFamily="18" charset="-122"/>
                <a:ea typeface="Alibaba PuHuiTi Medium" pitchFamily="18" charset="-122"/>
                <a:cs typeface="Alibaba PuHuiTi Medium" pitchFamily="18" charset="-122"/>
              </a:rPr>
              <a:t>Ten</a:t>
            </a:r>
          </a:p>
          <a:p>
            <a:r>
              <a:rPr kumimoji="1" lang="en-US" altLang="zh-CN" sz="1100" dirty="0">
                <a:solidFill>
                  <a:srgbClr val="1E344D"/>
                </a:solidFill>
                <a:latin typeface="Alibaba PuHuiTi Medium" pitchFamily="18" charset="-122"/>
                <a:ea typeface="Alibaba PuHuiTi Medium" pitchFamily="18" charset="-122"/>
                <a:cs typeface="Alibaba PuHuiTi Medium" pitchFamily="18" charset="-122"/>
              </a:rPr>
              <a:t>thousand</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2" name="文本框 601">
            <a:extLst>
              <a:ext uri="{FF2B5EF4-FFF2-40B4-BE49-F238E27FC236}">
                <a16:creationId xmlns:a16="http://schemas.microsoft.com/office/drawing/2014/main" id="{1DF46FFF-95A3-7E2A-03FE-E634402BBCEA}"/>
              </a:ext>
            </a:extLst>
          </p:cNvPr>
          <p:cNvSpPr txBox="1"/>
          <p:nvPr/>
        </p:nvSpPr>
        <p:spPr>
          <a:xfrm>
            <a:off x="4381279" y="5103792"/>
            <a:ext cx="777777"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26</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4" name="文本框 603">
            <a:extLst>
              <a:ext uri="{FF2B5EF4-FFF2-40B4-BE49-F238E27FC236}">
                <a16:creationId xmlns:a16="http://schemas.microsoft.com/office/drawing/2014/main" id="{7249921E-00AE-61DE-B117-65902EAA3089}"/>
              </a:ext>
            </a:extLst>
          </p:cNvPr>
          <p:cNvSpPr txBox="1"/>
          <p:nvPr/>
        </p:nvSpPr>
        <p:spPr>
          <a:xfrm>
            <a:off x="4381279" y="5733256"/>
            <a:ext cx="777777"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67</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5" name="文本框 604">
            <a:extLst>
              <a:ext uri="{FF2B5EF4-FFF2-40B4-BE49-F238E27FC236}">
                <a16:creationId xmlns:a16="http://schemas.microsoft.com/office/drawing/2014/main" id="{41A0360D-ACB0-E319-CBB5-6CC63A40F709}"/>
              </a:ext>
            </a:extLst>
          </p:cNvPr>
          <p:cNvSpPr txBox="1"/>
          <p:nvPr/>
        </p:nvSpPr>
        <p:spPr>
          <a:xfrm>
            <a:off x="4999115" y="5926664"/>
            <a:ext cx="870751"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6" name="文本框 605">
            <a:extLst>
              <a:ext uri="{FF2B5EF4-FFF2-40B4-BE49-F238E27FC236}">
                <a16:creationId xmlns:a16="http://schemas.microsoft.com/office/drawing/2014/main" id="{E6829C0D-7E7F-C916-C4A9-4A179AB351F5}"/>
              </a:ext>
            </a:extLst>
          </p:cNvPr>
          <p:cNvSpPr txBox="1"/>
          <p:nvPr/>
        </p:nvSpPr>
        <p:spPr>
          <a:xfrm>
            <a:off x="4999115" y="5229200"/>
            <a:ext cx="870751"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7" name="文本框 606">
            <a:extLst>
              <a:ext uri="{FF2B5EF4-FFF2-40B4-BE49-F238E27FC236}">
                <a16:creationId xmlns:a16="http://schemas.microsoft.com/office/drawing/2014/main" id="{6FC1518B-95A2-6811-58D2-D2C76884DC0D}"/>
              </a:ext>
            </a:extLst>
          </p:cNvPr>
          <p:cNvSpPr txBox="1"/>
          <p:nvPr/>
        </p:nvSpPr>
        <p:spPr>
          <a:xfrm>
            <a:off x="9923991" y="1469328"/>
            <a:ext cx="3792905" cy="338554"/>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6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600" dirty="0">
                <a:solidFill>
                  <a:srgbClr val="1E344D"/>
                </a:solidFill>
                <a:latin typeface="Alibaba PuHuiTi Medium" pitchFamily="18" charset="-122"/>
                <a:ea typeface="Alibaba PuHuiTi Medium" pitchFamily="18" charset="-122"/>
                <a:cs typeface="Alibaba PuHuiTi Medium" pitchFamily="18" charset="-122"/>
              </a:rPr>
              <a:t>MPORTANT DATA</a:t>
            </a:r>
          </a:p>
        </p:txBody>
      </p:sp>
    </p:spTree>
    <p:extLst>
      <p:ext uri="{BB962C8B-B14F-4D97-AF65-F5344CB8AC3E}">
        <p14:creationId xmlns:p14="http://schemas.microsoft.com/office/powerpoint/2010/main" val="416426236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0" name="圆角矩形 799">
            <a:extLst>
              <a:ext uri="{FF2B5EF4-FFF2-40B4-BE49-F238E27FC236}">
                <a16:creationId xmlns:a16="http://schemas.microsoft.com/office/drawing/2014/main" id="{F08EDB38-5B1D-AEFE-38CC-014B096FE0B3}"/>
              </a:ext>
            </a:extLst>
          </p:cNvPr>
          <p:cNvSpPr/>
          <p:nvPr/>
        </p:nvSpPr>
        <p:spPr>
          <a:xfrm>
            <a:off x="375920" y="2743200"/>
            <a:ext cx="3969667" cy="1388633"/>
          </a:xfrm>
          <a:prstGeom prst="roundRect">
            <a:avLst>
              <a:gd name="adj" fmla="val 11545"/>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86" name="圆角矩形 785">
            <a:extLst>
              <a:ext uri="{FF2B5EF4-FFF2-40B4-BE49-F238E27FC236}">
                <a16:creationId xmlns:a16="http://schemas.microsoft.com/office/drawing/2014/main" id="{1A00F0DC-D864-CE68-512D-AFA43C901757}"/>
              </a:ext>
            </a:extLst>
          </p:cNvPr>
          <p:cNvSpPr/>
          <p:nvPr/>
        </p:nvSpPr>
        <p:spPr>
          <a:xfrm>
            <a:off x="375920" y="1214921"/>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88" name="圆角矩形 787">
            <a:extLst>
              <a:ext uri="{FF2B5EF4-FFF2-40B4-BE49-F238E27FC236}">
                <a16:creationId xmlns:a16="http://schemas.microsoft.com/office/drawing/2014/main" id="{B041014B-E148-4311-7B78-833029DB9E39}"/>
              </a:ext>
            </a:extLst>
          </p:cNvPr>
          <p:cNvSpPr/>
          <p:nvPr/>
        </p:nvSpPr>
        <p:spPr>
          <a:xfrm>
            <a:off x="375920" y="1976921"/>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94" name="圆角矩形 793">
            <a:extLst>
              <a:ext uri="{FF2B5EF4-FFF2-40B4-BE49-F238E27FC236}">
                <a16:creationId xmlns:a16="http://schemas.microsoft.com/office/drawing/2014/main" id="{584307B2-12EB-DCB1-CCE8-4EA6213B578E}"/>
              </a:ext>
            </a:extLst>
          </p:cNvPr>
          <p:cNvSpPr/>
          <p:nvPr/>
        </p:nvSpPr>
        <p:spPr>
          <a:xfrm>
            <a:off x="375920" y="4288712"/>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Google Shape;6849;p79">
            <a:extLst>
              <a:ext uri="{FF2B5EF4-FFF2-40B4-BE49-F238E27FC236}">
                <a16:creationId xmlns:a16="http://schemas.microsoft.com/office/drawing/2014/main" id="{C7109F4D-9386-9BFA-5CF6-22A88A302550}"/>
              </a:ext>
            </a:extLst>
          </p:cNvPr>
          <p:cNvSpPr/>
          <p:nvPr/>
        </p:nvSpPr>
        <p:spPr>
          <a:xfrm>
            <a:off x="691851" y="2239111"/>
            <a:ext cx="212161" cy="26582"/>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0" name="Google Shape;6850;p79">
            <a:extLst>
              <a:ext uri="{FF2B5EF4-FFF2-40B4-BE49-F238E27FC236}">
                <a16:creationId xmlns:a16="http://schemas.microsoft.com/office/drawing/2014/main" id="{F3566353-FF70-87A5-D9AF-79376EC65DAE}"/>
              </a:ext>
            </a:extLst>
          </p:cNvPr>
          <p:cNvSpPr/>
          <p:nvPr/>
        </p:nvSpPr>
        <p:spPr>
          <a:xfrm>
            <a:off x="654294" y="2187210"/>
            <a:ext cx="288364" cy="25425"/>
          </a:xfrm>
          <a:custGeom>
            <a:avLst/>
            <a:gdLst/>
            <a:ahLst/>
            <a:cxnLst/>
            <a:rect l="l" t="t" r="r" b="b"/>
            <a:pathLst>
              <a:path w="8223" h="725" extrusionOk="0">
                <a:moveTo>
                  <a:pt x="0" y="0"/>
                </a:moveTo>
                <a:lnTo>
                  <a:pt x="0" y="725"/>
                </a:lnTo>
                <a:lnTo>
                  <a:pt x="8223" y="725"/>
                </a:lnTo>
                <a:lnTo>
                  <a:pt x="8223" y="0"/>
                </a:ln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1" name="Google Shape;6851;p79">
            <a:extLst>
              <a:ext uri="{FF2B5EF4-FFF2-40B4-BE49-F238E27FC236}">
                <a16:creationId xmlns:a16="http://schemas.microsoft.com/office/drawing/2014/main" id="{169F879F-354C-FB13-4B90-5CAF5B32CB0B}"/>
              </a:ext>
            </a:extLst>
          </p:cNvPr>
          <p:cNvSpPr/>
          <p:nvPr/>
        </p:nvSpPr>
        <p:spPr>
          <a:xfrm>
            <a:off x="654294" y="2238023"/>
            <a:ext cx="287278" cy="262976"/>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2" name="Google Shape;6852;p79">
            <a:extLst>
              <a:ext uri="{FF2B5EF4-FFF2-40B4-BE49-F238E27FC236}">
                <a16:creationId xmlns:a16="http://schemas.microsoft.com/office/drawing/2014/main" id="{8DCBF543-A347-46BA-AF43-948466029366}"/>
              </a:ext>
            </a:extLst>
          </p:cNvPr>
          <p:cNvSpPr/>
          <p:nvPr/>
        </p:nvSpPr>
        <p:spPr>
          <a:xfrm>
            <a:off x="602357" y="2054618"/>
            <a:ext cx="391114" cy="104994"/>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3" name="Google Shape;6853;p79">
            <a:extLst>
              <a:ext uri="{FF2B5EF4-FFF2-40B4-BE49-F238E27FC236}">
                <a16:creationId xmlns:a16="http://schemas.microsoft.com/office/drawing/2014/main" id="{4BA5AB01-E8D2-5346-6385-4DE379E72619}"/>
              </a:ext>
            </a:extLst>
          </p:cNvPr>
          <p:cNvSpPr/>
          <p:nvPr/>
        </p:nvSpPr>
        <p:spPr>
          <a:xfrm>
            <a:off x="601235" y="2272285"/>
            <a:ext cx="26546" cy="90616"/>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34" name="Google Shape;6854;p79">
            <a:extLst>
              <a:ext uri="{FF2B5EF4-FFF2-40B4-BE49-F238E27FC236}">
                <a16:creationId xmlns:a16="http://schemas.microsoft.com/office/drawing/2014/main" id="{3EECBA19-BF2C-5E32-FB88-FEE851A488C8}"/>
              </a:ext>
            </a:extLst>
          </p:cNvPr>
          <p:cNvSpPr/>
          <p:nvPr/>
        </p:nvSpPr>
        <p:spPr>
          <a:xfrm>
            <a:off x="969168" y="2272285"/>
            <a:ext cx="26512" cy="90616"/>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grpSp>
        <p:nvGrpSpPr>
          <p:cNvPr id="785" name="组合 784">
            <a:extLst>
              <a:ext uri="{FF2B5EF4-FFF2-40B4-BE49-F238E27FC236}">
                <a16:creationId xmlns:a16="http://schemas.microsoft.com/office/drawing/2014/main" id="{D14D8EDD-E23E-91EA-534C-360697E8C1A0}"/>
              </a:ext>
            </a:extLst>
          </p:cNvPr>
          <p:cNvGrpSpPr/>
          <p:nvPr/>
        </p:nvGrpSpPr>
        <p:grpSpPr>
          <a:xfrm>
            <a:off x="6235630" y="1109999"/>
            <a:ext cx="5594999" cy="5416697"/>
            <a:chOff x="3366977" y="1020816"/>
            <a:chExt cx="5594999" cy="5416697"/>
          </a:xfrm>
        </p:grpSpPr>
        <p:grpSp>
          <p:nvGrpSpPr>
            <p:cNvPr id="706" name="组合 705">
              <a:extLst>
                <a:ext uri="{FF2B5EF4-FFF2-40B4-BE49-F238E27FC236}">
                  <a16:creationId xmlns:a16="http://schemas.microsoft.com/office/drawing/2014/main" id="{80CE34C4-224B-081D-2707-DB403C09BB72}"/>
                </a:ext>
              </a:extLst>
            </p:cNvPr>
            <p:cNvGrpSpPr/>
            <p:nvPr/>
          </p:nvGrpSpPr>
          <p:grpSpPr>
            <a:xfrm rot="21444302">
              <a:off x="3428963" y="1020816"/>
              <a:ext cx="4421931" cy="4791144"/>
              <a:chOff x="3498376" y="1105877"/>
              <a:chExt cx="4421931" cy="4791144"/>
            </a:xfrm>
          </p:grpSpPr>
          <p:sp>
            <p:nvSpPr>
              <p:cNvPr id="627" name="矩形 626">
                <a:extLst>
                  <a:ext uri="{FF2B5EF4-FFF2-40B4-BE49-F238E27FC236}">
                    <a16:creationId xmlns:a16="http://schemas.microsoft.com/office/drawing/2014/main" id="{ED8FA72A-2562-B450-207C-7F5688214336}"/>
                  </a:ext>
                </a:extLst>
              </p:cNvPr>
              <p:cNvSpPr/>
              <p:nvPr/>
            </p:nvSpPr>
            <p:spPr>
              <a:xfrm>
                <a:off x="3498376" y="5140657"/>
                <a:ext cx="1146412" cy="755176"/>
              </a:xfrm>
              <a:custGeom>
                <a:avLst/>
                <a:gdLst>
                  <a:gd name="connsiteX0" fmla="*/ 0 w 1146412"/>
                  <a:gd name="connsiteY0" fmla="*/ 0 h 755176"/>
                  <a:gd name="connsiteX1" fmla="*/ 1146412 w 1146412"/>
                  <a:gd name="connsiteY1" fmla="*/ 0 h 755176"/>
                  <a:gd name="connsiteX2" fmla="*/ 1146412 w 1146412"/>
                  <a:gd name="connsiteY2" fmla="*/ 755176 h 755176"/>
                  <a:gd name="connsiteX3" fmla="*/ 0 w 1146412"/>
                  <a:gd name="connsiteY3" fmla="*/ 755176 h 755176"/>
                  <a:gd name="connsiteX4" fmla="*/ 0 w 1146412"/>
                  <a:gd name="connsiteY4" fmla="*/ 0 h 755176"/>
                  <a:gd name="connsiteX0" fmla="*/ 0 w 1146412"/>
                  <a:gd name="connsiteY0" fmla="*/ 0 h 755176"/>
                  <a:gd name="connsiteX1" fmla="*/ 1146412 w 1146412"/>
                  <a:gd name="connsiteY1" fmla="*/ 0 h 755176"/>
                  <a:gd name="connsiteX2" fmla="*/ 1135261 w 1146412"/>
                  <a:gd name="connsiteY2" fmla="*/ 688269 h 755176"/>
                  <a:gd name="connsiteX3" fmla="*/ 0 w 1146412"/>
                  <a:gd name="connsiteY3" fmla="*/ 755176 h 755176"/>
                  <a:gd name="connsiteX4" fmla="*/ 0 w 1146412"/>
                  <a:gd name="connsiteY4" fmla="*/ 0 h 755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412" h="755176">
                    <a:moveTo>
                      <a:pt x="0" y="0"/>
                    </a:moveTo>
                    <a:lnTo>
                      <a:pt x="1146412" y="0"/>
                    </a:lnTo>
                    <a:lnTo>
                      <a:pt x="1135261" y="688269"/>
                    </a:lnTo>
                    <a:lnTo>
                      <a:pt x="0" y="755176"/>
                    </a:lnTo>
                    <a:lnTo>
                      <a:pt x="0"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0" name="矩形 629">
                <a:extLst>
                  <a:ext uri="{FF2B5EF4-FFF2-40B4-BE49-F238E27FC236}">
                    <a16:creationId xmlns:a16="http://schemas.microsoft.com/office/drawing/2014/main" id="{9035394D-D49D-0E86-EA0B-11BB410E08AC}"/>
                  </a:ext>
                </a:extLst>
              </p:cNvPr>
              <p:cNvSpPr/>
              <p:nvPr/>
            </p:nvSpPr>
            <p:spPr>
              <a:xfrm>
                <a:off x="3498376" y="4797152"/>
                <a:ext cx="1146412" cy="353186"/>
              </a:xfrm>
              <a:prstGeom prst="rect">
                <a:avLst/>
              </a:prstGeom>
              <a:solidFill>
                <a:srgbClr val="BB413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1" name="矩形 630">
                <a:extLst>
                  <a:ext uri="{FF2B5EF4-FFF2-40B4-BE49-F238E27FC236}">
                    <a16:creationId xmlns:a16="http://schemas.microsoft.com/office/drawing/2014/main" id="{901927C3-4078-1C90-5772-DC7F54F56102}"/>
                  </a:ext>
                </a:extLst>
              </p:cNvPr>
              <p:cNvSpPr/>
              <p:nvPr/>
            </p:nvSpPr>
            <p:spPr>
              <a:xfrm>
                <a:off x="3498376" y="4653136"/>
                <a:ext cx="1146412" cy="149418"/>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2" name="矩形 631">
                <a:extLst>
                  <a:ext uri="{FF2B5EF4-FFF2-40B4-BE49-F238E27FC236}">
                    <a16:creationId xmlns:a16="http://schemas.microsoft.com/office/drawing/2014/main" id="{344772E1-066A-2171-1CFB-0AB62FD91F5E}"/>
                  </a:ext>
                </a:extLst>
              </p:cNvPr>
              <p:cNvSpPr/>
              <p:nvPr/>
            </p:nvSpPr>
            <p:spPr>
              <a:xfrm>
                <a:off x="3498376" y="4185138"/>
                <a:ext cx="1146412" cy="473400"/>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3" name="矩形 632">
                <a:extLst>
                  <a:ext uri="{FF2B5EF4-FFF2-40B4-BE49-F238E27FC236}">
                    <a16:creationId xmlns:a16="http://schemas.microsoft.com/office/drawing/2014/main" id="{C1C68B2E-4D0F-0119-7066-7D23FE025B21}"/>
                  </a:ext>
                </a:extLst>
              </p:cNvPr>
              <p:cNvSpPr/>
              <p:nvPr/>
            </p:nvSpPr>
            <p:spPr>
              <a:xfrm>
                <a:off x="3498376" y="4005064"/>
                <a:ext cx="1146412" cy="19179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53" name="矩形 652">
                <a:extLst>
                  <a:ext uri="{FF2B5EF4-FFF2-40B4-BE49-F238E27FC236}">
                    <a16:creationId xmlns:a16="http://schemas.microsoft.com/office/drawing/2014/main" id="{80BA3466-5B80-B335-D965-62B35DFBE219}"/>
                  </a:ext>
                </a:extLst>
              </p:cNvPr>
              <p:cNvSpPr/>
              <p:nvPr/>
            </p:nvSpPr>
            <p:spPr>
              <a:xfrm>
                <a:off x="3498376" y="3861048"/>
                <a:ext cx="1146412" cy="156060"/>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61" name="矩形 660">
                <a:extLst>
                  <a:ext uri="{FF2B5EF4-FFF2-40B4-BE49-F238E27FC236}">
                    <a16:creationId xmlns:a16="http://schemas.microsoft.com/office/drawing/2014/main" id="{576EEFF9-83C5-016E-F4C9-A4739F0BA565}"/>
                  </a:ext>
                </a:extLst>
              </p:cNvPr>
              <p:cNvSpPr/>
              <p:nvPr/>
            </p:nvSpPr>
            <p:spPr>
              <a:xfrm>
                <a:off x="4644117" y="2266463"/>
                <a:ext cx="1146412" cy="242276"/>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2" name="矩形 661">
                <a:extLst>
                  <a:ext uri="{FF2B5EF4-FFF2-40B4-BE49-F238E27FC236}">
                    <a16:creationId xmlns:a16="http://schemas.microsoft.com/office/drawing/2014/main" id="{75A7EA4A-60CC-4652-6CC7-5D6BEA7442C3}"/>
                  </a:ext>
                </a:extLst>
              </p:cNvPr>
              <p:cNvSpPr/>
              <p:nvPr/>
            </p:nvSpPr>
            <p:spPr>
              <a:xfrm>
                <a:off x="4644117" y="1105877"/>
                <a:ext cx="1146412" cy="1197247"/>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4" name="矩形 663">
                <a:extLst>
                  <a:ext uri="{FF2B5EF4-FFF2-40B4-BE49-F238E27FC236}">
                    <a16:creationId xmlns:a16="http://schemas.microsoft.com/office/drawing/2014/main" id="{FAE650AD-7178-948F-4417-7DD6F8522C3B}"/>
                  </a:ext>
                </a:extLst>
              </p:cNvPr>
              <p:cNvSpPr/>
              <p:nvPr/>
            </p:nvSpPr>
            <p:spPr>
              <a:xfrm>
                <a:off x="5781487" y="4613565"/>
                <a:ext cx="1646527" cy="1283456"/>
              </a:xfrm>
              <a:custGeom>
                <a:avLst/>
                <a:gdLst>
                  <a:gd name="connsiteX0" fmla="*/ 0 w 1643798"/>
                  <a:gd name="connsiteY0" fmla="*/ 0 h 1184737"/>
                  <a:gd name="connsiteX1" fmla="*/ 1643798 w 1643798"/>
                  <a:gd name="connsiteY1" fmla="*/ 0 h 1184737"/>
                  <a:gd name="connsiteX2" fmla="*/ 1643798 w 1643798"/>
                  <a:gd name="connsiteY2" fmla="*/ 1184737 h 1184737"/>
                  <a:gd name="connsiteX3" fmla="*/ 0 w 1643798"/>
                  <a:gd name="connsiteY3" fmla="*/ 1184737 h 1184737"/>
                  <a:gd name="connsiteX4" fmla="*/ 0 w 1643798"/>
                  <a:gd name="connsiteY4" fmla="*/ 0 h 1184737"/>
                  <a:gd name="connsiteX0" fmla="*/ 0 w 1643798"/>
                  <a:gd name="connsiteY0" fmla="*/ 0 h 1184737"/>
                  <a:gd name="connsiteX1" fmla="*/ 1643798 w 1643798"/>
                  <a:gd name="connsiteY1" fmla="*/ 0 h 1184737"/>
                  <a:gd name="connsiteX2" fmla="*/ 1643798 w 1643798"/>
                  <a:gd name="connsiteY2" fmla="*/ 1117829 h 1184737"/>
                  <a:gd name="connsiteX3" fmla="*/ 0 w 1643798"/>
                  <a:gd name="connsiteY3" fmla="*/ 1184737 h 1184737"/>
                  <a:gd name="connsiteX4" fmla="*/ 0 w 1643798"/>
                  <a:gd name="connsiteY4" fmla="*/ 0 h 1184737"/>
                  <a:gd name="connsiteX0" fmla="*/ 0 w 1643798"/>
                  <a:gd name="connsiteY0" fmla="*/ 0 h 1283456"/>
                  <a:gd name="connsiteX1" fmla="*/ 1643798 w 1643798"/>
                  <a:gd name="connsiteY1" fmla="*/ 0 h 1283456"/>
                  <a:gd name="connsiteX2" fmla="*/ 1636291 w 1643798"/>
                  <a:gd name="connsiteY2" fmla="*/ 1283456 h 1283456"/>
                  <a:gd name="connsiteX3" fmla="*/ 0 w 1643798"/>
                  <a:gd name="connsiteY3" fmla="*/ 1184737 h 1283456"/>
                  <a:gd name="connsiteX4" fmla="*/ 0 w 1643798"/>
                  <a:gd name="connsiteY4" fmla="*/ 0 h 1283456"/>
                  <a:gd name="connsiteX0" fmla="*/ 2729 w 1646527"/>
                  <a:gd name="connsiteY0" fmla="*/ 0 h 1283456"/>
                  <a:gd name="connsiteX1" fmla="*/ 1646527 w 1646527"/>
                  <a:gd name="connsiteY1" fmla="*/ 0 h 1283456"/>
                  <a:gd name="connsiteX2" fmla="*/ 1639020 w 1646527"/>
                  <a:gd name="connsiteY2" fmla="*/ 1283456 h 1283456"/>
                  <a:gd name="connsiteX3" fmla="*/ 0 w 1646527"/>
                  <a:gd name="connsiteY3" fmla="*/ 1244965 h 1283456"/>
                  <a:gd name="connsiteX4" fmla="*/ 2729 w 1646527"/>
                  <a:gd name="connsiteY4" fmla="*/ 0 h 128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527" h="1283456">
                    <a:moveTo>
                      <a:pt x="2729" y="0"/>
                    </a:moveTo>
                    <a:lnTo>
                      <a:pt x="1646527" y="0"/>
                    </a:lnTo>
                    <a:cubicBezTo>
                      <a:pt x="1644025" y="427819"/>
                      <a:pt x="1641522" y="855637"/>
                      <a:pt x="1639020" y="1283456"/>
                    </a:cubicBezTo>
                    <a:lnTo>
                      <a:pt x="0" y="1244965"/>
                    </a:lnTo>
                    <a:cubicBezTo>
                      <a:pt x="910" y="829977"/>
                      <a:pt x="1819" y="414988"/>
                      <a:pt x="2729" y="0"/>
                    </a:cubicBez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5" name="矩形 664">
                <a:extLst>
                  <a:ext uri="{FF2B5EF4-FFF2-40B4-BE49-F238E27FC236}">
                    <a16:creationId xmlns:a16="http://schemas.microsoft.com/office/drawing/2014/main" id="{E004FA0E-7A22-FFA9-813D-AB28CA741043}"/>
                  </a:ext>
                </a:extLst>
              </p:cNvPr>
              <p:cNvSpPr/>
              <p:nvPr/>
            </p:nvSpPr>
            <p:spPr>
              <a:xfrm>
                <a:off x="5783461" y="3384469"/>
                <a:ext cx="1104227" cy="1259714"/>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6" name="矩形 665">
                <a:extLst>
                  <a:ext uri="{FF2B5EF4-FFF2-40B4-BE49-F238E27FC236}">
                    <a16:creationId xmlns:a16="http://schemas.microsoft.com/office/drawing/2014/main" id="{C993BE13-CEDC-B900-9424-C11F996A67FE}"/>
                  </a:ext>
                </a:extLst>
              </p:cNvPr>
              <p:cNvSpPr/>
              <p:nvPr/>
            </p:nvSpPr>
            <p:spPr>
              <a:xfrm>
                <a:off x="5783461" y="3140968"/>
                <a:ext cx="1104227" cy="255375"/>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7" name="矩形 666">
                <a:extLst>
                  <a:ext uri="{FF2B5EF4-FFF2-40B4-BE49-F238E27FC236}">
                    <a16:creationId xmlns:a16="http://schemas.microsoft.com/office/drawing/2014/main" id="{D0D4782E-FE7B-AA25-81EF-D71BAF5CEA5E}"/>
                  </a:ext>
                </a:extLst>
              </p:cNvPr>
              <p:cNvSpPr/>
              <p:nvPr/>
            </p:nvSpPr>
            <p:spPr>
              <a:xfrm>
                <a:off x="5783461" y="2996952"/>
                <a:ext cx="1104227" cy="15000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8" name="矩形 667">
                <a:extLst>
                  <a:ext uri="{FF2B5EF4-FFF2-40B4-BE49-F238E27FC236}">
                    <a16:creationId xmlns:a16="http://schemas.microsoft.com/office/drawing/2014/main" id="{FB663B2E-E658-913B-7F00-145657160EDF}"/>
                  </a:ext>
                </a:extLst>
              </p:cNvPr>
              <p:cNvSpPr/>
              <p:nvPr/>
            </p:nvSpPr>
            <p:spPr>
              <a:xfrm>
                <a:off x="5784750" y="2608680"/>
                <a:ext cx="1102938" cy="39426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9" name="矩形 668">
                <a:extLst>
                  <a:ext uri="{FF2B5EF4-FFF2-40B4-BE49-F238E27FC236}">
                    <a16:creationId xmlns:a16="http://schemas.microsoft.com/office/drawing/2014/main" id="{B7029551-57CF-5E48-4314-727A00D175CE}"/>
                  </a:ext>
                </a:extLst>
              </p:cNvPr>
              <p:cNvSpPr/>
              <p:nvPr/>
            </p:nvSpPr>
            <p:spPr>
              <a:xfrm>
                <a:off x="6816080" y="2962894"/>
                <a:ext cx="1104227" cy="1681289"/>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73" name="矩形 672">
                <a:extLst>
                  <a:ext uri="{FF2B5EF4-FFF2-40B4-BE49-F238E27FC236}">
                    <a16:creationId xmlns:a16="http://schemas.microsoft.com/office/drawing/2014/main" id="{E4641557-210E-DFC4-F777-AC1E65AD0F67}"/>
                  </a:ext>
                </a:extLst>
              </p:cNvPr>
              <p:cNvSpPr/>
              <p:nvPr/>
            </p:nvSpPr>
            <p:spPr>
              <a:xfrm>
                <a:off x="6816080" y="2780928"/>
                <a:ext cx="1104227" cy="19384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74" name="矩形 673">
                <a:extLst>
                  <a:ext uri="{FF2B5EF4-FFF2-40B4-BE49-F238E27FC236}">
                    <a16:creationId xmlns:a16="http://schemas.microsoft.com/office/drawing/2014/main" id="{6FF19BC6-831A-CF17-4644-44E67D13CC83}"/>
                  </a:ext>
                </a:extLst>
              </p:cNvPr>
              <p:cNvSpPr/>
              <p:nvPr/>
            </p:nvSpPr>
            <p:spPr>
              <a:xfrm>
                <a:off x="6816080" y="2694062"/>
                <a:ext cx="1104227" cy="94413"/>
              </a:xfrm>
              <a:prstGeom prst="rect">
                <a:avLst/>
              </a:prstGeom>
              <a:solidFill>
                <a:srgbClr val="E1A49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75" name="矩形 674">
                <a:extLst>
                  <a:ext uri="{FF2B5EF4-FFF2-40B4-BE49-F238E27FC236}">
                    <a16:creationId xmlns:a16="http://schemas.microsoft.com/office/drawing/2014/main" id="{F59D1A25-2707-3730-E6EF-547E17CEF6EE}"/>
                  </a:ext>
                </a:extLst>
              </p:cNvPr>
              <p:cNvSpPr/>
              <p:nvPr/>
            </p:nvSpPr>
            <p:spPr>
              <a:xfrm>
                <a:off x="6816080" y="2600846"/>
                <a:ext cx="1104227" cy="94413"/>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85" name="矩形 684">
                <a:extLst>
                  <a:ext uri="{FF2B5EF4-FFF2-40B4-BE49-F238E27FC236}">
                    <a16:creationId xmlns:a16="http://schemas.microsoft.com/office/drawing/2014/main" id="{1B5EE7D1-329B-0E77-8014-E0A261ABF69C}"/>
                  </a:ext>
                </a:extLst>
              </p:cNvPr>
              <p:cNvSpPr/>
              <p:nvPr/>
            </p:nvSpPr>
            <p:spPr>
              <a:xfrm>
                <a:off x="6815462" y="2541099"/>
                <a:ext cx="1104227" cy="6822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5" name="矩形 654">
                <a:extLst>
                  <a:ext uri="{FF2B5EF4-FFF2-40B4-BE49-F238E27FC236}">
                    <a16:creationId xmlns:a16="http://schemas.microsoft.com/office/drawing/2014/main" id="{01A059FC-B566-2072-F598-484A51FF91DC}"/>
                  </a:ext>
                </a:extLst>
              </p:cNvPr>
              <p:cNvSpPr/>
              <p:nvPr/>
            </p:nvSpPr>
            <p:spPr>
              <a:xfrm>
                <a:off x="4637279" y="5529385"/>
                <a:ext cx="1153250" cy="334066"/>
              </a:xfrm>
              <a:custGeom>
                <a:avLst/>
                <a:gdLst>
                  <a:gd name="connsiteX0" fmla="*/ 0 w 1146412"/>
                  <a:gd name="connsiteY0" fmla="*/ 0 h 294140"/>
                  <a:gd name="connsiteX1" fmla="*/ 1146412 w 1146412"/>
                  <a:gd name="connsiteY1" fmla="*/ 0 h 294140"/>
                  <a:gd name="connsiteX2" fmla="*/ 1146412 w 1146412"/>
                  <a:gd name="connsiteY2" fmla="*/ 294140 h 294140"/>
                  <a:gd name="connsiteX3" fmla="*/ 0 w 1146412"/>
                  <a:gd name="connsiteY3" fmla="*/ 294140 h 294140"/>
                  <a:gd name="connsiteX4" fmla="*/ 0 w 1146412"/>
                  <a:gd name="connsiteY4" fmla="*/ 0 h 294140"/>
                  <a:gd name="connsiteX0" fmla="*/ 0 w 1146412"/>
                  <a:gd name="connsiteY0" fmla="*/ 0 h 294140"/>
                  <a:gd name="connsiteX1" fmla="*/ 1146412 w 1146412"/>
                  <a:gd name="connsiteY1" fmla="*/ 0 h 294140"/>
                  <a:gd name="connsiteX2" fmla="*/ 1146412 w 1146412"/>
                  <a:gd name="connsiteY2" fmla="*/ 249535 h 294140"/>
                  <a:gd name="connsiteX3" fmla="*/ 0 w 1146412"/>
                  <a:gd name="connsiteY3" fmla="*/ 294140 h 294140"/>
                  <a:gd name="connsiteX4" fmla="*/ 0 w 1146412"/>
                  <a:gd name="connsiteY4" fmla="*/ 0 h 294140"/>
                  <a:gd name="connsiteX0" fmla="*/ 0 w 1146412"/>
                  <a:gd name="connsiteY0" fmla="*/ 0 h 319574"/>
                  <a:gd name="connsiteX1" fmla="*/ 1146412 w 1146412"/>
                  <a:gd name="connsiteY1" fmla="*/ 0 h 319574"/>
                  <a:gd name="connsiteX2" fmla="*/ 1138209 w 1146412"/>
                  <a:gd name="connsiteY2" fmla="*/ 319574 h 319574"/>
                  <a:gd name="connsiteX3" fmla="*/ 0 w 1146412"/>
                  <a:gd name="connsiteY3" fmla="*/ 294140 h 319574"/>
                  <a:gd name="connsiteX4" fmla="*/ 0 w 1146412"/>
                  <a:gd name="connsiteY4" fmla="*/ 0 h 319574"/>
                  <a:gd name="connsiteX0" fmla="*/ 6838 w 1153250"/>
                  <a:gd name="connsiteY0" fmla="*/ 0 h 334066"/>
                  <a:gd name="connsiteX1" fmla="*/ 1153250 w 1153250"/>
                  <a:gd name="connsiteY1" fmla="*/ 0 h 334066"/>
                  <a:gd name="connsiteX2" fmla="*/ 1145047 w 1153250"/>
                  <a:gd name="connsiteY2" fmla="*/ 319574 h 334066"/>
                  <a:gd name="connsiteX3" fmla="*/ 0 w 1153250"/>
                  <a:gd name="connsiteY3" fmla="*/ 334066 h 334066"/>
                  <a:gd name="connsiteX4" fmla="*/ 6838 w 1153250"/>
                  <a:gd name="connsiteY4" fmla="*/ 0 h 334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3250" h="334066">
                    <a:moveTo>
                      <a:pt x="6838" y="0"/>
                    </a:moveTo>
                    <a:lnTo>
                      <a:pt x="1153250" y="0"/>
                    </a:lnTo>
                    <a:lnTo>
                      <a:pt x="1145047" y="319574"/>
                    </a:lnTo>
                    <a:lnTo>
                      <a:pt x="0" y="334066"/>
                    </a:lnTo>
                    <a:lnTo>
                      <a:pt x="6838" y="0"/>
                    </a:lnTo>
                    <a:close/>
                  </a:path>
                </a:pathLst>
              </a:cu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6" name="矩形 655">
                <a:extLst>
                  <a:ext uri="{FF2B5EF4-FFF2-40B4-BE49-F238E27FC236}">
                    <a16:creationId xmlns:a16="http://schemas.microsoft.com/office/drawing/2014/main" id="{F7C18924-513F-3896-8CB1-BF794D725EB8}"/>
                  </a:ext>
                </a:extLst>
              </p:cNvPr>
              <p:cNvSpPr/>
              <p:nvPr/>
            </p:nvSpPr>
            <p:spPr>
              <a:xfrm>
                <a:off x="4644117" y="5301208"/>
                <a:ext cx="1146412" cy="232084"/>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7" name="矩形 656">
                <a:extLst>
                  <a:ext uri="{FF2B5EF4-FFF2-40B4-BE49-F238E27FC236}">
                    <a16:creationId xmlns:a16="http://schemas.microsoft.com/office/drawing/2014/main" id="{7C08593F-7BBE-0290-F1E1-E4F27F12F25C}"/>
                  </a:ext>
                </a:extLst>
              </p:cNvPr>
              <p:cNvSpPr/>
              <p:nvPr/>
            </p:nvSpPr>
            <p:spPr>
              <a:xfrm>
                <a:off x="4644117" y="5157192"/>
                <a:ext cx="1146412" cy="14163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8" name="矩形 657">
                <a:extLst>
                  <a:ext uri="{FF2B5EF4-FFF2-40B4-BE49-F238E27FC236}">
                    <a16:creationId xmlns:a16="http://schemas.microsoft.com/office/drawing/2014/main" id="{9DD22F98-D19A-CB21-560E-1AA9396FD025}"/>
                  </a:ext>
                </a:extLst>
              </p:cNvPr>
              <p:cNvSpPr/>
              <p:nvPr/>
            </p:nvSpPr>
            <p:spPr>
              <a:xfrm>
                <a:off x="4644117" y="4908062"/>
                <a:ext cx="1146412" cy="246753"/>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59" name="矩形 658">
                <a:extLst>
                  <a:ext uri="{FF2B5EF4-FFF2-40B4-BE49-F238E27FC236}">
                    <a16:creationId xmlns:a16="http://schemas.microsoft.com/office/drawing/2014/main" id="{5F4438D9-00D0-9C4D-0BB2-285AC214EC93}"/>
                  </a:ext>
                </a:extLst>
              </p:cNvPr>
              <p:cNvSpPr/>
              <p:nvPr/>
            </p:nvSpPr>
            <p:spPr>
              <a:xfrm>
                <a:off x="4644117" y="3610708"/>
                <a:ext cx="1146412" cy="1306439"/>
              </a:xfrm>
              <a:prstGeom prst="rect">
                <a:avLst/>
              </a:prstGeom>
              <a:solidFill>
                <a:srgbClr val="C2696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660" name="矩形 659">
                <a:extLst>
                  <a:ext uri="{FF2B5EF4-FFF2-40B4-BE49-F238E27FC236}">
                    <a16:creationId xmlns:a16="http://schemas.microsoft.com/office/drawing/2014/main" id="{64F8139C-9294-73DA-74F0-6AA435383BC2}"/>
                  </a:ext>
                </a:extLst>
              </p:cNvPr>
              <p:cNvSpPr/>
              <p:nvPr/>
            </p:nvSpPr>
            <p:spPr>
              <a:xfrm>
                <a:off x="4644117" y="2508739"/>
                <a:ext cx="1146412" cy="1289181"/>
              </a:xfrm>
              <a:prstGeom prst="rect">
                <a:avLst/>
              </a:prstGeom>
              <a:solidFill>
                <a:srgbClr val="BB413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grpSp>
          <p:nvGrpSpPr>
            <p:cNvPr id="620" name="组合 619">
              <a:extLst>
                <a:ext uri="{FF2B5EF4-FFF2-40B4-BE49-F238E27FC236}">
                  <a16:creationId xmlns:a16="http://schemas.microsoft.com/office/drawing/2014/main" id="{9E035569-7947-E5FE-7558-B47D38A87C15}"/>
                </a:ext>
              </a:extLst>
            </p:cNvPr>
            <p:cNvGrpSpPr/>
            <p:nvPr/>
          </p:nvGrpSpPr>
          <p:grpSpPr>
            <a:xfrm>
              <a:off x="3366977" y="1052985"/>
              <a:ext cx="5594999" cy="5384528"/>
              <a:chOff x="3366977" y="1052985"/>
              <a:chExt cx="5594999" cy="5384528"/>
            </a:xfrm>
          </p:grpSpPr>
          <p:sp>
            <p:nvSpPr>
              <p:cNvPr id="23" name="任意形状 22">
                <a:extLst>
                  <a:ext uri="{FF2B5EF4-FFF2-40B4-BE49-F238E27FC236}">
                    <a16:creationId xmlns:a16="http://schemas.microsoft.com/office/drawing/2014/main" id="{7C60F94D-09CF-414F-159A-F8B6428C4703}"/>
                  </a:ext>
                </a:extLst>
              </p:cNvPr>
              <p:cNvSpPr/>
              <p:nvPr/>
            </p:nvSpPr>
            <p:spPr>
              <a:xfrm>
                <a:off x="3366977" y="2912140"/>
                <a:ext cx="5315688" cy="3027916"/>
              </a:xfrm>
              <a:custGeom>
                <a:avLst/>
                <a:gdLst>
                  <a:gd name="connsiteX0" fmla="*/ 4621618 w 5188688"/>
                  <a:gd name="connsiteY0" fmla="*/ 375683 h 2977116"/>
                  <a:gd name="connsiteX1" fmla="*/ 0 w 5188688"/>
                  <a:gd name="connsiteY1" fmla="*/ 815162 h 2977116"/>
                  <a:gd name="connsiteX2" fmla="*/ 70883 w 5188688"/>
                  <a:gd name="connsiteY2" fmla="*/ 2977116 h 2977116"/>
                  <a:gd name="connsiteX3" fmla="*/ 4664149 w 5188688"/>
                  <a:gd name="connsiteY3" fmla="*/ 2806995 h 2977116"/>
                  <a:gd name="connsiteX4" fmla="*/ 4742121 w 5188688"/>
                  <a:gd name="connsiteY4" fmla="*/ 155944 h 2977116"/>
                  <a:gd name="connsiteX5" fmla="*/ 5188688 w 5188688"/>
                  <a:gd name="connsiteY5" fmla="*/ 0 h 2977116"/>
                  <a:gd name="connsiteX0" fmla="*/ 4621618 w 5315688"/>
                  <a:gd name="connsiteY0" fmla="*/ 426483 h 3027916"/>
                  <a:gd name="connsiteX1" fmla="*/ 0 w 5315688"/>
                  <a:gd name="connsiteY1" fmla="*/ 865962 h 3027916"/>
                  <a:gd name="connsiteX2" fmla="*/ 70883 w 5315688"/>
                  <a:gd name="connsiteY2" fmla="*/ 3027916 h 3027916"/>
                  <a:gd name="connsiteX3" fmla="*/ 4664149 w 5315688"/>
                  <a:gd name="connsiteY3" fmla="*/ 2857795 h 3027916"/>
                  <a:gd name="connsiteX4" fmla="*/ 4742121 w 5315688"/>
                  <a:gd name="connsiteY4" fmla="*/ 206744 h 3027916"/>
                  <a:gd name="connsiteX5" fmla="*/ 5315688 w 5315688"/>
                  <a:gd name="connsiteY5" fmla="*/ 0 h 3027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5688" h="3027916">
                    <a:moveTo>
                      <a:pt x="4621618" y="426483"/>
                    </a:moveTo>
                    <a:lnTo>
                      <a:pt x="0" y="865962"/>
                    </a:lnTo>
                    <a:lnTo>
                      <a:pt x="70883" y="3027916"/>
                    </a:lnTo>
                    <a:lnTo>
                      <a:pt x="4664149" y="2857795"/>
                    </a:lnTo>
                    <a:lnTo>
                      <a:pt x="4742121" y="206744"/>
                    </a:lnTo>
                    <a:cubicBezTo>
                      <a:pt x="4890977" y="154763"/>
                      <a:pt x="5166832" y="51981"/>
                      <a:pt x="5315688" y="0"/>
                    </a:cubicBezTo>
                  </a:path>
                </a:pathLst>
              </a:custGeom>
              <a:noFill/>
              <a:ln w="41275" cap="rnd">
                <a:solidFill>
                  <a:srgbClr val="1E344D"/>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8" name="椭圆 27">
                <a:extLst>
                  <a:ext uri="{FF2B5EF4-FFF2-40B4-BE49-F238E27FC236}">
                    <a16:creationId xmlns:a16="http://schemas.microsoft.com/office/drawing/2014/main" id="{E513759B-70A4-9C08-0C5E-CFAA6D53F522}"/>
                  </a:ext>
                </a:extLst>
              </p:cNvPr>
              <p:cNvSpPr/>
              <p:nvPr/>
            </p:nvSpPr>
            <p:spPr>
              <a:xfrm>
                <a:off x="4146698" y="5965456"/>
                <a:ext cx="375683" cy="375683"/>
              </a:xfrm>
              <a:prstGeom prst="ellipse">
                <a:avLst/>
              </a:prstGeom>
              <a:noFill/>
              <a:ln w="381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椭圆 34">
                <a:extLst>
                  <a:ext uri="{FF2B5EF4-FFF2-40B4-BE49-F238E27FC236}">
                    <a16:creationId xmlns:a16="http://schemas.microsoft.com/office/drawing/2014/main" id="{81B6E55D-1A6E-FC65-E03D-D20CEA45F680}"/>
                  </a:ext>
                </a:extLst>
              </p:cNvPr>
              <p:cNvSpPr/>
              <p:nvPr/>
            </p:nvSpPr>
            <p:spPr>
              <a:xfrm>
                <a:off x="6982047" y="5866222"/>
                <a:ext cx="375683" cy="375683"/>
              </a:xfrm>
              <a:prstGeom prst="ellipse">
                <a:avLst/>
              </a:prstGeom>
              <a:noFill/>
              <a:ln w="381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五边形 61">
                <a:extLst>
                  <a:ext uri="{FF2B5EF4-FFF2-40B4-BE49-F238E27FC236}">
                    <a16:creationId xmlns:a16="http://schemas.microsoft.com/office/drawing/2014/main" id="{59F5F8AF-5499-BAA5-C97A-FC7F97F1983A}"/>
                  </a:ext>
                </a:extLst>
              </p:cNvPr>
              <p:cNvSpPr/>
              <p:nvPr/>
            </p:nvSpPr>
            <p:spPr>
              <a:xfrm rot="14099013">
                <a:off x="8240003" y="3432104"/>
                <a:ext cx="919895" cy="419023"/>
              </a:xfrm>
              <a:prstGeom prst="homePlate">
                <a:avLst/>
              </a:prstGeom>
              <a:noFill/>
              <a:ln w="22225" cap="rnd">
                <a:solidFill>
                  <a:schemeClr val="tx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577" name="直线连接符 576">
                <a:extLst>
                  <a:ext uri="{FF2B5EF4-FFF2-40B4-BE49-F238E27FC236}">
                    <a16:creationId xmlns:a16="http://schemas.microsoft.com/office/drawing/2014/main" id="{BE13C4BD-9781-26BC-76BC-B4E5B5029AD4}"/>
                  </a:ext>
                </a:extLst>
              </p:cNvPr>
              <p:cNvCxnSpPr>
                <a:cxnSpLocks/>
              </p:cNvCxnSpPr>
              <p:nvPr/>
            </p:nvCxnSpPr>
            <p:spPr>
              <a:xfrm>
                <a:off x="8307572" y="3076353"/>
                <a:ext cx="249287" cy="369491"/>
              </a:xfrm>
              <a:prstGeom prst="line">
                <a:avLst/>
              </a:prstGeom>
              <a:ln w="22225"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578" name="椭圆 577">
                <a:extLst>
                  <a:ext uri="{FF2B5EF4-FFF2-40B4-BE49-F238E27FC236}">
                    <a16:creationId xmlns:a16="http://schemas.microsoft.com/office/drawing/2014/main" id="{187C0014-EC84-5127-FEEC-CC88E054CDA5}"/>
                  </a:ext>
                </a:extLst>
              </p:cNvPr>
              <p:cNvSpPr/>
              <p:nvPr/>
            </p:nvSpPr>
            <p:spPr>
              <a:xfrm>
                <a:off x="8508223" y="3397721"/>
                <a:ext cx="118616" cy="118616"/>
              </a:xfrm>
              <a:prstGeom prst="ellipse">
                <a:avLst/>
              </a:prstGeom>
              <a:noFill/>
              <a:ln w="19050" cap="rnd">
                <a:solidFill>
                  <a:schemeClr val="tx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0" name="文本框 579">
                <a:extLst>
                  <a:ext uri="{FF2B5EF4-FFF2-40B4-BE49-F238E27FC236}">
                    <a16:creationId xmlns:a16="http://schemas.microsoft.com/office/drawing/2014/main" id="{30774FEE-D90A-00B2-2078-2D55824C0701}"/>
                  </a:ext>
                </a:extLst>
              </p:cNvPr>
              <p:cNvSpPr txBox="1"/>
              <p:nvPr/>
            </p:nvSpPr>
            <p:spPr>
              <a:xfrm rot="3209758">
                <a:off x="8436336" y="3627195"/>
                <a:ext cx="805059" cy="246221"/>
              </a:xfrm>
              <a:prstGeom prst="rect">
                <a:avLst/>
              </a:prstGeom>
              <a:noFill/>
            </p:spPr>
            <p:txBody>
              <a:bodyPr wrap="square" rtlCol="0">
                <a:spAutoFit/>
              </a:bodyPr>
              <a:lstStyle/>
              <a:p>
                <a:r>
                  <a:rPr kumimoji="1" lang="en-US" altLang="zh-CN" sz="1000" dirty="0">
                    <a:latin typeface="Alibaba PuHuiTi Medium" pitchFamily="18" charset="-122"/>
                    <a:ea typeface="Alibaba PuHuiTi Medium" pitchFamily="18" charset="-122"/>
                    <a:cs typeface="Alibaba PuHuiTi Medium" pitchFamily="18" charset="-122"/>
                  </a:rPr>
                  <a:t>613.53kg</a:t>
                </a:r>
                <a:endParaRPr kumimoji="1" lang="zh-CN" altLang="en-US" sz="1000" dirty="0">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90D09F26-7D30-193D-8CC7-71EF57C04087}"/>
                  </a:ext>
                </a:extLst>
              </p:cNvPr>
              <p:cNvSpPr txBox="1"/>
              <p:nvPr/>
            </p:nvSpPr>
            <p:spPr>
              <a:xfrm rot="3272583">
                <a:off x="8324019" y="3713153"/>
                <a:ext cx="805059" cy="230832"/>
              </a:xfrm>
              <a:prstGeom prst="rect">
                <a:avLst/>
              </a:prstGeom>
              <a:noFill/>
            </p:spPr>
            <p:txBody>
              <a:bodyPr wrap="square" rtlCol="0">
                <a:spAutoFit/>
              </a:bodyPr>
              <a:lstStyle/>
              <a:p>
                <a:r>
                  <a:rPr kumimoji="1" lang="en-US" altLang="zh-CN" sz="900" dirty="0">
                    <a:latin typeface="Alibaba PuHuiTi Medium" pitchFamily="18" charset="-122"/>
                    <a:ea typeface="Alibaba PuHuiTi Medium" pitchFamily="18" charset="-122"/>
                    <a:cs typeface="Alibaba PuHuiTi Medium" pitchFamily="18" charset="-122"/>
                  </a:rPr>
                  <a:t>$1.234.84</a:t>
                </a:r>
                <a:endParaRPr kumimoji="1" lang="zh-CN" altLang="en-US" sz="900" dirty="0">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03C2D907-248E-3813-D471-4A75ADF2C894}"/>
                  </a:ext>
                </a:extLst>
              </p:cNvPr>
              <p:cNvSpPr txBox="1"/>
              <p:nvPr/>
            </p:nvSpPr>
            <p:spPr>
              <a:xfrm>
                <a:off x="7628474" y="5787277"/>
                <a:ext cx="1217428" cy="261610"/>
              </a:xfrm>
              <a:prstGeom prst="rect">
                <a:avLst/>
              </a:prstGeom>
              <a:noFill/>
            </p:spPr>
            <p:txBody>
              <a:bodyPr wrap="square" rtlCol="0">
                <a:spAutoFit/>
              </a:bodyPr>
              <a:lstStyle/>
              <a:p>
                <a:r>
                  <a:rPr kumimoji="1" lang="en-US" altLang="zh-CN" sz="1100" dirty="0">
                    <a:latin typeface="Alibaba PuHuiTi Medium" pitchFamily="18" charset="-122"/>
                    <a:ea typeface="Alibaba PuHuiTi Medium" pitchFamily="18" charset="-122"/>
                    <a:cs typeface="Alibaba PuHuiTi Medium" pitchFamily="18" charset="-122"/>
                  </a:rPr>
                  <a:t>(kg.)</a:t>
                </a:r>
                <a:endParaRPr kumimoji="1" lang="zh-CN" altLang="en-US" sz="1100" dirty="0">
                  <a:latin typeface="Alibaba PuHuiTi Medium" pitchFamily="18" charset="-122"/>
                  <a:ea typeface="Alibaba PuHuiTi Medium" pitchFamily="18" charset="-122"/>
                  <a:cs typeface="Alibaba PuHuiTi Medium" pitchFamily="18" charset="-122"/>
                </a:endParaRPr>
              </a:p>
            </p:txBody>
          </p:sp>
          <p:sp>
            <p:nvSpPr>
              <p:cNvPr id="600" name="文本框 599">
                <a:extLst>
                  <a:ext uri="{FF2B5EF4-FFF2-40B4-BE49-F238E27FC236}">
                    <a16:creationId xmlns:a16="http://schemas.microsoft.com/office/drawing/2014/main" id="{90876037-643C-35B6-EE57-51C02ED21755}"/>
                  </a:ext>
                </a:extLst>
              </p:cNvPr>
              <p:cNvSpPr txBox="1"/>
              <p:nvPr/>
            </p:nvSpPr>
            <p:spPr>
              <a:xfrm>
                <a:off x="5250124" y="5927159"/>
                <a:ext cx="1217428" cy="307777"/>
              </a:xfrm>
              <a:prstGeom prst="rect">
                <a:avLst/>
              </a:prstGeom>
              <a:noFill/>
            </p:spPr>
            <p:txBody>
              <a:bodyPr wrap="square" rtlCol="0">
                <a:spAutoFit/>
              </a:bodyPr>
              <a:lstStyle/>
              <a:p>
                <a:r>
                  <a:rPr kumimoji="1" lang="en-US" altLang="zh-CN" sz="1400" dirty="0">
                    <a:latin typeface="Alibaba PuHuiTi Medium" pitchFamily="18" charset="-122"/>
                    <a:ea typeface="Alibaba PuHuiTi Medium" pitchFamily="18" charset="-122"/>
                    <a:cs typeface="Alibaba PuHuiTi Medium" pitchFamily="18" charset="-122"/>
                  </a:rPr>
                  <a:t>Andalucía</a:t>
                </a:r>
                <a:endParaRPr kumimoji="1" lang="zh-CN" altLang="en-US" sz="1400" dirty="0">
                  <a:latin typeface="Alibaba PuHuiTi Medium" pitchFamily="18" charset="-122"/>
                  <a:ea typeface="Alibaba PuHuiTi Medium" pitchFamily="18" charset="-122"/>
                  <a:cs typeface="Alibaba PuHuiTi Medium" pitchFamily="18" charset="-122"/>
                </a:endParaRPr>
              </a:p>
            </p:txBody>
          </p:sp>
          <p:sp>
            <p:nvSpPr>
              <p:cNvPr id="609" name="文本框 608">
                <a:extLst>
                  <a:ext uri="{FF2B5EF4-FFF2-40B4-BE49-F238E27FC236}">
                    <a16:creationId xmlns:a16="http://schemas.microsoft.com/office/drawing/2014/main" id="{6AB21B86-EA72-693B-DC8D-207A4F73A8F2}"/>
                  </a:ext>
                </a:extLst>
              </p:cNvPr>
              <p:cNvSpPr txBox="1"/>
              <p:nvPr/>
            </p:nvSpPr>
            <p:spPr>
              <a:xfrm>
                <a:off x="5250124" y="6129736"/>
                <a:ext cx="1217428" cy="307777"/>
              </a:xfrm>
              <a:prstGeom prst="rect">
                <a:avLst/>
              </a:prstGeom>
              <a:noFill/>
            </p:spPr>
            <p:txBody>
              <a:bodyPr wrap="square" rtlCol="0">
                <a:spAutoFit/>
              </a:bodyPr>
              <a:lstStyle/>
              <a:p>
                <a:r>
                  <a:rPr kumimoji="1" lang="en-US" altLang="zh-CN" sz="1400" dirty="0">
                    <a:latin typeface="Alibaba PuHuiTi" pitchFamily="18" charset="-122"/>
                    <a:ea typeface="Alibaba PuHuiTi" pitchFamily="18" charset="-122"/>
                    <a:cs typeface="Alibaba PuHuiTi" pitchFamily="18" charset="-122"/>
                  </a:rPr>
                  <a:t>Andalucía</a:t>
                </a:r>
                <a:endParaRPr kumimoji="1" lang="zh-CN" altLang="en-US" sz="1400" dirty="0">
                  <a:latin typeface="Alibaba PuHuiTi" pitchFamily="18" charset="-122"/>
                  <a:ea typeface="Alibaba PuHuiTi" pitchFamily="18" charset="-122"/>
                  <a:cs typeface="Alibaba PuHuiTi" pitchFamily="18" charset="-122"/>
                </a:endParaRPr>
              </a:p>
            </p:txBody>
          </p:sp>
          <p:sp>
            <p:nvSpPr>
              <p:cNvPr id="711" name="文本框 710">
                <a:extLst>
                  <a:ext uri="{FF2B5EF4-FFF2-40B4-BE49-F238E27FC236}">
                    <a16:creationId xmlns:a16="http://schemas.microsoft.com/office/drawing/2014/main" id="{06FA9CE6-4601-6BA4-3BF3-4FB4E0DFADF4}"/>
                  </a:ext>
                </a:extLst>
              </p:cNvPr>
              <p:cNvSpPr txBox="1"/>
              <p:nvPr/>
            </p:nvSpPr>
            <p:spPr>
              <a:xfrm rot="21440225">
                <a:off x="3526294" y="5147324"/>
                <a:ext cx="121742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23,84</a:t>
                </a:r>
                <a:endParaRPr kumimoji="1" lang="zh-CN" altLang="en-US" sz="1100" dirty="0">
                  <a:latin typeface="Alibaba PuHuiTi" pitchFamily="18" charset="-122"/>
                  <a:ea typeface="Alibaba PuHuiTi" pitchFamily="18" charset="-122"/>
                  <a:cs typeface="Alibaba PuHuiTi" pitchFamily="18" charset="-122"/>
                </a:endParaRPr>
              </a:p>
            </p:txBody>
          </p:sp>
          <p:sp>
            <p:nvSpPr>
              <p:cNvPr id="713" name="文本框 712">
                <a:extLst>
                  <a:ext uri="{FF2B5EF4-FFF2-40B4-BE49-F238E27FC236}">
                    <a16:creationId xmlns:a16="http://schemas.microsoft.com/office/drawing/2014/main" id="{3045D7A2-5D84-68B1-CCDF-3A2E7CBF2722}"/>
                  </a:ext>
                </a:extLst>
              </p:cNvPr>
              <p:cNvSpPr txBox="1"/>
              <p:nvPr/>
            </p:nvSpPr>
            <p:spPr>
              <a:xfrm rot="21440225">
                <a:off x="3507704" y="4829805"/>
                <a:ext cx="90176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4" name="文本框 713">
                <a:extLst>
                  <a:ext uri="{FF2B5EF4-FFF2-40B4-BE49-F238E27FC236}">
                    <a16:creationId xmlns:a16="http://schemas.microsoft.com/office/drawing/2014/main" id="{A39B1E15-19FE-1386-BF48-3B9C78C636B2}"/>
                  </a:ext>
                </a:extLst>
              </p:cNvPr>
              <p:cNvSpPr txBox="1"/>
              <p:nvPr/>
            </p:nvSpPr>
            <p:spPr>
              <a:xfrm rot="21440225">
                <a:off x="3490135" y="4604257"/>
                <a:ext cx="59169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5" name="文本框 714">
                <a:extLst>
                  <a:ext uri="{FF2B5EF4-FFF2-40B4-BE49-F238E27FC236}">
                    <a16:creationId xmlns:a16="http://schemas.microsoft.com/office/drawing/2014/main" id="{8653A8F3-90B2-84CC-31E0-29CD16198A4E}"/>
                  </a:ext>
                </a:extLst>
              </p:cNvPr>
              <p:cNvSpPr txBox="1"/>
              <p:nvPr/>
            </p:nvSpPr>
            <p:spPr>
              <a:xfrm rot="21440225">
                <a:off x="3464065" y="4170092"/>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6" name="文本框 715">
                <a:extLst>
                  <a:ext uri="{FF2B5EF4-FFF2-40B4-BE49-F238E27FC236}">
                    <a16:creationId xmlns:a16="http://schemas.microsoft.com/office/drawing/2014/main" id="{4847D682-29D6-A75F-A119-496A44921540}"/>
                  </a:ext>
                </a:extLst>
              </p:cNvPr>
              <p:cNvSpPr txBox="1"/>
              <p:nvPr/>
            </p:nvSpPr>
            <p:spPr>
              <a:xfrm rot="21440225">
                <a:off x="3437422" y="3948408"/>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7" name="文本框 716">
                <a:extLst>
                  <a:ext uri="{FF2B5EF4-FFF2-40B4-BE49-F238E27FC236}">
                    <a16:creationId xmlns:a16="http://schemas.microsoft.com/office/drawing/2014/main" id="{5E6137CD-6CFA-F414-005C-DB5A18277220}"/>
                  </a:ext>
                </a:extLst>
              </p:cNvPr>
              <p:cNvSpPr txBox="1"/>
              <p:nvPr/>
            </p:nvSpPr>
            <p:spPr>
              <a:xfrm rot="21440225">
                <a:off x="3437422" y="3804391"/>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18" name="文本框 717">
                <a:extLst>
                  <a:ext uri="{FF2B5EF4-FFF2-40B4-BE49-F238E27FC236}">
                    <a16:creationId xmlns:a16="http://schemas.microsoft.com/office/drawing/2014/main" id="{5EE443A9-92AA-ED61-977C-147914693B3B}"/>
                  </a:ext>
                </a:extLst>
              </p:cNvPr>
              <p:cNvSpPr txBox="1"/>
              <p:nvPr/>
            </p:nvSpPr>
            <p:spPr>
              <a:xfrm rot="21440225">
                <a:off x="4643959" y="5398840"/>
                <a:ext cx="1217428"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23,84</a:t>
                </a:r>
                <a:endParaRPr kumimoji="1" lang="zh-CN" altLang="en-US" sz="1100" dirty="0">
                  <a:latin typeface="Alibaba PuHuiTi" pitchFamily="18" charset="-122"/>
                  <a:ea typeface="Alibaba PuHuiTi" pitchFamily="18" charset="-122"/>
                  <a:cs typeface="Alibaba PuHuiTi" pitchFamily="18" charset="-122"/>
                </a:endParaRPr>
              </a:p>
            </p:txBody>
          </p:sp>
          <p:sp>
            <p:nvSpPr>
              <p:cNvPr id="719" name="文本框 718">
                <a:extLst>
                  <a:ext uri="{FF2B5EF4-FFF2-40B4-BE49-F238E27FC236}">
                    <a16:creationId xmlns:a16="http://schemas.microsoft.com/office/drawing/2014/main" id="{27FDD761-45B1-8791-FE9A-F80F892366B4}"/>
                  </a:ext>
                </a:extLst>
              </p:cNvPr>
              <p:cNvSpPr txBox="1"/>
              <p:nvPr/>
            </p:nvSpPr>
            <p:spPr>
              <a:xfrm rot="21440225">
                <a:off x="4612879" y="5237314"/>
                <a:ext cx="854634" cy="262209"/>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1234,3</a:t>
                </a:r>
                <a:endParaRPr kumimoji="1" lang="zh-CN" altLang="en-US" sz="1100" dirty="0">
                  <a:latin typeface="Alibaba PuHuiTi" pitchFamily="18" charset="-122"/>
                  <a:ea typeface="Alibaba PuHuiTi" pitchFamily="18" charset="-122"/>
                  <a:cs typeface="Alibaba PuHuiTi" pitchFamily="18" charset="-122"/>
                </a:endParaRPr>
              </a:p>
            </p:txBody>
          </p:sp>
          <p:sp>
            <p:nvSpPr>
              <p:cNvPr id="720" name="文本框 719">
                <a:extLst>
                  <a:ext uri="{FF2B5EF4-FFF2-40B4-BE49-F238E27FC236}">
                    <a16:creationId xmlns:a16="http://schemas.microsoft.com/office/drawing/2014/main" id="{0B4D8161-1DA6-9693-ACC2-A46B496C88B4}"/>
                  </a:ext>
                </a:extLst>
              </p:cNvPr>
              <p:cNvSpPr txBox="1"/>
              <p:nvPr/>
            </p:nvSpPr>
            <p:spPr>
              <a:xfrm rot="21440225">
                <a:off x="4588858" y="5036533"/>
                <a:ext cx="778254"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21" name="文本框 720">
                <a:extLst>
                  <a:ext uri="{FF2B5EF4-FFF2-40B4-BE49-F238E27FC236}">
                    <a16:creationId xmlns:a16="http://schemas.microsoft.com/office/drawing/2014/main" id="{677E9025-99E3-3902-F382-BBE2411D049A}"/>
                  </a:ext>
                </a:extLst>
              </p:cNvPr>
              <p:cNvSpPr txBox="1"/>
              <p:nvPr/>
            </p:nvSpPr>
            <p:spPr>
              <a:xfrm rot="21440225">
                <a:off x="4519206" y="2434686"/>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1983,5</a:t>
                </a:r>
                <a:endParaRPr kumimoji="1" lang="zh-CN" altLang="en-US" sz="1100" dirty="0">
                  <a:latin typeface="Alibaba PuHuiTi" pitchFamily="18" charset="-122"/>
                  <a:ea typeface="Alibaba PuHuiTi" pitchFamily="18" charset="-122"/>
                  <a:cs typeface="Alibaba PuHuiTi" pitchFamily="18" charset="-122"/>
                </a:endParaRPr>
              </a:p>
            </p:txBody>
          </p:sp>
          <p:sp>
            <p:nvSpPr>
              <p:cNvPr id="722" name="文本框 721">
                <a:extLst>
                  <a:ext uri="{FF2B5EF4-FFF2-40B4-BE49-F238E27FC236}">
                    <a16:creationId xmlns:a16="http://schemas.microsoft.com/office/drawing/2014/main" id="{49638181-C7F8-6588-4D18-568C161C4233}"/>
                  </a:ext>
                </a:extLst>
              </p:cNvPr>
              <p:cNvSpPr txBox="1"/>
              <p:nvPr/>
            </p:nvSpPr>
            <p:spPr>
              <a:xfrm rot="21440225">
                <a:off x="4492562" y="220909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23" name="文本框 722">
                <a:extLst>
                  <a:ext uri="{FF2B5EF4-FFF2-40B4-BE49-F238E27FC236}">
                    <a16:creationId xmlns:a16="http://schemas.microsoft.com/office/drawing/2014/main" id="{135D3044-B2B8-F785-FD22-0F39CEA68E11}"/>
                  </a:ext>
                </a:extLst>
              </p:cNvPr>
              <p:cNvSpPr txBox="1"/>
              <p:nvPr/>
            </p:nvSpPr>
            <p:spPr>
              <a:xfrm rot="21440225">
                <a:off x="4410502" y="1052985"/>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1324,5</a:t>
                </a:r>
                <a:endParaRPr kumimoji="1" lang="zh-CN" altLang="en-US" sz="1100" dirty="0">
                  <a:latin typeface="Alibaba PuHuiTi" pitchFamily="18" charset="-122"/>
                  <a:ea typeface="Alibaba PuHuiTi" pitchFamily="18" charset="-122"/>
                  <a:cs typeface="Alibaba PuHuiTi" pitchFamily="18" charset="-122"/>
                </a:endParaRPr>
              </a:p>
            </p:txBody>
          </p:sp>
          <p:sp>
            <p:nvSpPr>
              <p:cNvPr id="724" name="文本框 723">
                <a:extLst>
                  <a:ext uri="{FF2B5EF4-FFF2-40B4-BE49-F238E27FC236}">
                    <a16:creationId xmlns:a16="http://schemas.microsoft.com/office/drawing/2014/main" id="{7782BC4D-6338-B03C-B40B-F5C5E8408BA2}"/>
                  </a:ext>
                </a:extLst>
              </p:cNvPr>
              <p:cNvSpPr txBox="1"/>
              <p:nvPr/>
            </p:nvSpPr>
            <p:spPr>
              <a:xfrm rot="21440225">
                <a:off x="4589550" y="3732384"/>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193,5</a:t>
                </a:r>
                <a:endParaRPr kumimoji="1" lang="zh-CN" altLang="en-US" sz="1100" dirty="0">
                  <a:latin typeface="Alibaba PuHuiTi" pitchFamily="18" charset="-122"/>
                  <a:ea typeface="Alibaba PuHuiTi" pitchFamily="18" charset="-122"/>
                  <a:cs typeface="Alibaba PuHuiTi" pitchFamily="18" charset="-122"/>
                </a:endParaRPr>
              </a:p>
            </p:txBody>
          </p:sp>
          <p:sp>
            <p:nvSpPr>
              <p:cNvPr id="725" name="文本框 724">
                <a:extLst>
                  <a:ext uri="{FF2B5EF4-FFF2-40B4-BE49-F238E27FC236}">
                    <a16:creationId xmlns:a16="http://schemas.microsoft.com/office/drawing/2014/main" id="{7AB76CFA-A335-7CEA-A344-84720A831A7D}"/>
                  </a:ext>
                </a:extLst>
              </p:cNvPr>
              <p:cNvSpPr txBox="1"/>
              <p:nvPr/>
            </p:nvSpPr>
            <p:spPr>
              <a:xfrm rot="21440225">
                <a:off x="5741677" y="452447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333,5</a:t>
                </a:r>
                <a:endParaRPr kumimoji="1" lang="zh-CN" altLang="en-US" sz="1100" dirty="0">
                  <a:latin typeface="Alibaba PuHuiTi" pitchFamily="18" charset="-122"/>
                  <a:ea typeface="Alibaba PuHuiTi" pitchFamily="18" charset="-122"/>
                  <a:cs typeface="Alibaba PuHuiTi" pitchFamily="18" charset="-122"/>
                </a:endParaRPr>
              </a:p>
            </p:txBody>
          </p:sp>
          <p:sp>
            <p:nvSpPr>
              <p:cNvPr id="726" name="文本框 725">
                <a:extLst>
                  <a:ext uri="{FF2B5EF4-FFF2-40B4-BE49-F238E27FC236}">
                    <a16:creationId xmlns:a16="http://schemas.microsoft.com/office/drawing/2014/main" id="{AFBF260B-500E-64AD-BD35-6D1247E389EA}"/>
                  </a:ext>
                </a:extLst>
              </p:cNvPr>
              <p:cNvSpPr txBox="1"/>
              <p:nvPr/>
            </p:nvSpPr>
            <p:spPr>
              <a:xfrm rot="21440225">
                <a:off x="5669669" y="3300336"/>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27" name="文本框 726">
                <a:extLst>
                  <a:ext uri="{FF2B5EF4-FFF2-40B4-BE49-F238E27FC236}">
                    <a16:creationId xmlns:a16="http://schemas.microsoft.com/office/drawing/2014/main" id="{9EEEFB92-CDBC-811A-24DB-D3D6F99B5B84}"/>
                  </a:ext>
                </a:extLst>
              </p:cNvPr>
              <p:cNvSpPr txBox="1"/>
              <p:nvPr/>
            </p:nvSpPr>
            <p:spPr>
              <a:xfrm rot="21440225">
                <a:off x="5669669" y="3012304"/>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134,5</a:t>
                </a:r>
                <a:endParaRPr kumimoji="1" lang="zh-CN" altLang="en-US" sz="1100" dirty="0">
                  <a:latin typeface="Alibaba PuHuiTi" pitchFamily="18" charset="-122"/>
                  <a:ea typeface="Alibaba PuHuiTi" pitchFamily="18" charset="-122"/>
                  <a:cs typeface="Alibaba PuHuiTi" pitchFamily="18" charset="-122"/>
                </a:endParaRPr>
              </a:p>
            </p:txBody>
          </p:sp>
          <p:sp>
            <p:nvSpPr>
              <p:cNvPr id="753" name="文本框 752">
                <a:extLst>
                  <a:ext uri="{FF2B5EF4-FFF2-40B4-BE49-F238E27FC236}">
                    <a16:creationId xmlns:a16="http://schemas.microsoft.com/office/drawing/2014/main" id="{B63933D1-C325-E71A-034B-E79A85980BFD}"/>
                  </a:ext>
                </a:extLst>
              </p:cNvPr>
              <p:cNvSpPr txBox="1"/>
              <p:nvPr/>
            </p:nvSpPr>
            <p:spPr>
              <a:xfrm rot="21440225">
                <a:off x="5661853" y="284484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54" name="文本框 753">
                <a:extLst>
                  <a:ext uri="{FF2B5EF4-FFF2-40B4-BE49-F238E27FC236}">
                    <a16:creationId xmlns:a16="http://schemas.microsoft.com/office/drawing/2014/main" id="{869369BE-CB44-D344-69DC-E8EADFD5FDA9}"/>
                  </a:ext>
                </a:extLst>
              </p:cNvPr>
              <p:cNvSpPr txBox="1"/>
              <p:nvPr/>
            </p:nvSpPr>
            <p:spPr>
              <a:xfrm rot="21440225">
                <a:off x="5654037" y="2475318"/>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108,5</a:t>
                </a:r>
                <a:endParaRPr kumimoji="1" lang="zh-CN" altLang="en-US" sz="1100" dirty="0">
                  <a:latin typeface="Alibaba PuHuiTi" pitchFamily="18" charset="-122"/>
                  <a:ea typeface="Alibaba PuHuiTi" pitchFamily="18" charset="-122"/>
                  <a:cs typeface="Alibaba PuHuiTi" pitchFamily="18" charset="-122"/>
                </a:endParaRPr>
              </a:p>
            </p:txBody>
          </p:sp>
          <p:sp>
            <p:nvSpPr>
              <p:cNvPr id="755" name="文本框 754">
                <a:extLst>
                  <a:ext uri="{FF2B5EF4-FFF2-40B4-BE49-F238E27FC236}">
                    <a16:creationId xmlns:a16="http://schemas.microsoft.com/office/drawing/2014/main" id="{09EEA6F5-FAF4-AB29-037E-E0704DC02309}"/>
                  </a:ext>
                </a:extLst>
              </p:cNvPr>
              <p:cNvSpPr txBox="1"/>
              <p:nvPr/>
            </p:nvSpPr>
            <p:spPr>
              <a:xfrm rot="21440225">
                <a:off x="6660482" y="2618233"/>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123,5</a:t>
                </a:r>
                <a:endParaRPr kumimoji="1" lang="zh-CN" altLang="en-US" sz="1100" dirty="0">
                  <a:latin typeface="Alibaba PuHuiTi" pitchFamily="18" charset="-122"/>
                  <a:ea typeface="Alibaba PuHuiTi" pitchFamily="18" charset="-122"/>
                  <a:cs typeface="Alibaba PuHuiTi" pitchFamily="18" charset="-122"/>
                </a:endParaRPr>
              </a:p>
            </p:txBody>
          </p:sp>
          <p:sp>
            <p:nvSpPr>
              <p:cNvPr id="756" name="文本框 755">
                <a:extLst>
                  <a:ext uri="{FF2B5EF4-FFF2-40B4-BE49-F238E27FC236}">
                    <a16:creationId xmlns:a16="http://schemas.microsoft.com/office/drawing/2014/main" id="{3F5D1C6B-F512-7F63-4C53-6561A93721E0}"/>
                  </a:ext>
                </a:extLst>
              </p:cNvPr>
              <p:cNvSpPr txBox="1"/>
              <p:nvPr/>
            </p:nvSpPr>
            <p:spPr>
              <a:xfrm rot="21440225">
                <a:off x="6677782" y="2796281"/>
                <a:ext cx="666937" cy="261610"/>
              </a:xfrm>
              <a:prstGeom prst="rect">
                <a:avLst/>
              </a:prstGeom>
              <a:noFill/>
            </p:spPr>
            <p:txBody>
              <a:bodyPr wrap="square" rtlCol="0">
                <a:spAutoFit/>
              </a:bodyPr>
              <a:lstStyle/>
              <a:p>
                <a:r>
                  <a:rPr kumimoji="1" lang="en-US" altLang="zh-CN" sz="1100" dirty="0">
                    <a:latin typeface="Alibaba PuHuiTi" pitchFamily="18" charset="-122"/>
                    <a:ea typeface="Alibaba PuHuiTi" pitchFamily="18" charset="-122"/>
                    <a:cs typeface="Alibaba PuHuiTi" pitchFamily="18" charset="-122"/>
                  </a:rPr>
                  <a:t>452,5</a:t>
                </a:r>
                <a:endParaRPr kumimoji="1" lang="zh-CN" altLang="en-US" sz="1100" dirty="0">
                  <a:latin typeface="Alibaba PuHuiTi" pitchFamily="18" charset="-122"/>
                  <a:ea typeface="Alibaba PuHuiTi" pitchFamily="18" charset="-122"/>
                  <a:cs typeface="Alibaba PuHuiTi" pitchFamily="18" charset="-122"/>
                </a:endParaRPr>
              </a:p>
            </p:txBody>
          </p:sp>
          <p:sp>
            <p:nvSpPr>
              <p:cNvPr id="757" name="文本框 756">
                <a:extLst>
                  <a:ext uri="{FF2B5EF4-FFF2-40B4-BE49-F238E27FC236}">
                    <a16:creationId xmlns:a16="http://schemas.microsoft.com/office/drawing/2014/main" id="{5C367CD8-33D2-115E-BEE6-BDDF6FEE0618}"/>
                  </a:ext>
                </a:extLst>
              </p:cNvPr>
              <p:cNvSpPr txBox="1"/>
              <p:nvPr/>
            </p:nvSpPr>
            <p:spPr>
              <a:xfrm rot="21440225">
                <a:off x="6650427" y="2490706"/>
                <a:ext cx="666937" cy="230832"/>
              </a:xfrm>
              <a:prstGeom prst="rect">
                <a:avLst/>
              </a:prstGeom>
              <a:noFill/>
            </p:spPr>
            <p:txBody>
              <a:bodyPr wrap="square" rtlCol="0">
                <a:spAutoFit/>
              </a:bodyPr>
              <a:lstStyle/>
              <a:p>
                <a:r>
                  <a:rPr kumimoji="1" lang="en-US" altLang="zh-CN" sz="900" dirty="0">
                    <a:latin typeface="Alibaba PuHuiTi" pitchFamily="18" charset="-122"/>
                    <a:ea typeface="Alibaba PuHuiTi" pitchFamily="18" charset="-122"/>
                    <a:cs typeface="Alibaba PuHuiTi" pitchFamily="18" charset="-122"/>
                  </a:rPr>
                  <a:t>7823,5</a:t>
                </a:r>
                <a:endParaRPr kumimoji="1" lang="zh-CN" altLang="en-US" sz="900" dirty="0">
                  <a:latin typeface="Alibaba PuHuiTi" pitchFamily="18" charset="-122"/>
                  <a:ea typeface="Alibaba PuHuiTi" pitchFamily="18" charset="-122"/>
                  <a:cs typeface="Alibaba PuHuiTi" pitchFamily="18" charset="-122"/>
                </a:endParaRPr>
              </a:p>
            </p:txBody>
          </p:sp>
          <p:sp>
            <p:nvSpPr>
              <p:cNvPr id="758" name="文本框 757">
                <a:extLst>
                  <a:ext uri="{FF2B5EF4-FFF2-40B4-BE49-F238E27FC236}">
                    <a16:creationId xmlns:a16="http://schemas.microsoft.com/office/drawing/2014/main" id="{5C2AB449-BCB0-B445-1EC7-3E1BEE86AA1B}"/>
                  </a:ext>
                </a:extLst>
              </p:cNvPr>
              <p:cNvSpPr txBox="1"/>
              <p:nvPr/>
            </p:nvSpPr>
            <p:spPr>
              <a:xfrm rot="21440225">
                <a:off x="6661435" y="2410777"/>
                <a:ext cx="666937" cy="184666"/>
              </a:xfrm>
              <a:prstGeom prst="rect">
                <a:avLst/>
              </a:prstGeom>
              <a:noFill/>
            </p:spPr>
            <p:txBody>
              <a:bodyPr wrap="square" rtlCol="0">
                <a:spAutoFit/>
              </a:bodyPr>
              <a:lstStyle/>
              <a:p>
                <a:r>
                  <a:rPr kumimoji="1" lang="en-US" altLang="zh-CN" sz="600" dirty="0">
                    <a:latin typeface="Alibaba PuHuiTi" pitchFamily="18" charset="-122"/>
                    <a:ea typeface="Alibaba PuHuiTi" pitchFamily="18" charset="-122"/>
                    <a:cs typeface="Alibaba PuHuiTi" pitchFamily="18" charset="-122"/>
                  </a:rPr>
                  <a:t>123,5</a:t>
                </a:r>
                <a:endParaRPr kumimoji="1" lang="zh-CN" altLang="en-US" sz="600" dirty="0">
                  <a:latin typeface="Alibaba PuHuiTi" pitchFamily="18" charset="-122"/>
                  <a:ea typeface="Alibaba PuHuiTi" pitchFamily="18" charset="-122"/>
                  <a:cs typeface="Alibaba PuHuiTi" pitchFamily="18" charset="-122"/>
                </a:endParaRPr>
              </a:p>
            </p:txBody>
          </p:sp>
          <p:sp>
            <p:nvSpPr>
              <p:cNvPr id="759" name="文本框 758">
                <a:extLst>
                  <a:ext uri="{FF2B5EF4-FFF2-40B4-BE49-F238E27FC236}">
                    <a16:creationId xmlns:a16="http://schemas.microsoft.com/office/drawing/2014/main" id="{0EC0847B-DD52-6AC2-7599-2C620A553686}"/>
                  </a:ext>
                </a:extLst>
              </p:cNvPr>
              <p:cNvSpPr txBox="1"/>
              <p:nvPr/>
            </p:nvSpPr>
            <p:spPr>
              <a:xfrm rot="21440225">
                <a:off x="6649712" y="2330954"/>
                <a:ext cx="666937" cy="184666"/>
              </a:xfrm>
              <a:prstGeom prst="rect">
                <a:avLst/>
              </a:prstGeom>
              <a:noFill/>
            </p:spPr>
            <p:txBody>
              <a:bodyPr wrap="square" rtlCol="0">
                <a:spAutoFit/>
              </a:bodyPr>
              <a:lstStyle/>
              <a:p>
                <a:r>
                  <a:rPr kumimoji="1" lang="en-US" altLang="zh-CN" sz="600" dirty="0">
                    <a:latin typeface="Alibaba PuHuiTi" pitchFamily="18" charset="-122"/>
                    <a:ea typeface="Alibaba PuHuiTi" pitchFamily="18" charset="-122"/>
                    <a:cs typeface="Alibaba PuHuiTi" pitchFamily="18" charset="-122"/>
                  </a:rPr>
                  <a:t>123,5</a:t>
                </a:r>
                <a:endParaRPr kumimoji="1" lang="zh-CN" altLang="en-US" sz="600" dirty="0">
                  <a:latin typeface="Alibaba PuHuiTi" pitchFamily="18" charset="-122"/>
                  <a:ea typeface="Alibaba PuHuiTi" pitchFamily="18" charset="-122"/>
                  <a:cs typeface="Alibaba PuHuiTi" pitchFamily="18" charset="-122"/>
                </a:endParaRPr>
              </a:p>
            </p:txBody>
          </p:sp>
        </p:grpSp>
        <p:cxnSp>
          <p:nvCxnSpPr>
            <p:cNvPr id="690" name="直线连接符 689">
              <a:extLst>
                <a:ext uri="{FF2B5EF4-FFF2-40B4-BE49-F238E27FC236}">
                  <a16:creationId xmlns:a16="http://schemas.microsoft.com/office/drawing/2014/main" id="{133DC586-D349-C3EF-53D7-D60E7C864101}"/>
                </a:ext>
              </a:extLst>
            </p:cNvPr>
            <p:cNvCxnSpPr/>
            <p:nvPr/>
          </p:nvCxnSpPr>
          <p:spPr>
            <a:xfrm flipV="1">
              <a:off x="3470134" y="5688609"/>
              <a:ext cx="4470400" cy="193040"/>
            </a:xfrm>
            <a:prstGeom prst="line">
              <a:avLst/>
            </a:prstGeom>
            <a:ln w="698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1" name="直线连接符 690">
              <a:extLst>
                <a:ext uri="{FF2B5EF4-FFF2-40B4-BE49-F238E27FC236}">
                  <a16:creationId xmlns:a16="http://schemas.microsoft.com/office/drawing/2014/main" id="{76833025-38A8-DF83-DEED-D00A2CFF96C0}"/>
                </a:ext>
              </a:extLst>
            </p:cNvPr>
            <p:cNvCxnSpPr>
              <a:cxnSpLocks/>
            </p:cNvCxnSpPr>
            <p:nvPr/>
          </p:nvCxnSpPr>
          <p:spPr>
            <a:xfrm flipH="1" flipV="1">
              <a:off x="3438025" y="3818467"/>
              <a:ext cx="106633" cy="2089952"/>
            </a:xfrm>
            <a:prstGeom prst="line">
              <a:avLst/>
            </a:prstGeom>
            <a:ln w="4762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63" name="Google Shape;5468;p76">
              <a:extLst>
                <a:ext uri="{FF2B5EF4-FFF2-40B4-BE49-F238E27FC236}">
                  <a16:creationId xmlns:a16="http://schemas.microsoft.com/office/drawing/2014/main" id="{66A1CACF-C9B8-78E5-4C14-44B36680B7D6}"/>
                </a:ext>
              </a:extLst>
            </p:cNvPr>
            <p:cNvGrpSpPr/>
            <p:nvPr/>
          </p:nvGrpSpPr>
          <p:grpSpPr>
            <a:xfrm>
              <a:off x="7070741" y="4608922"/>
              <a:ext cx="227985" cy="277922"/>
              <a:chOff x="3907325" y="2620775"/>
              <a:chExt cx="395250" cy="481825"/>
            </a:xfrm>
            <a:solidFill>
              <a:schemeClr val="bg1"/>
            </a:solidFill>
          </p:grpSpPr>
          <p:sp>
            <p:nvSpPr>
              <p:cNvPr id="764" name="Google Shape;5469;p76">
                <a:extLst>
                  <a:ext uri="{FF2B5EF4-FFF2-40B4-BE49-F238E27FC236}">
                    <a16:creationId xmlns:a16="http://schemas.microsoft.com/office/drawing/2014/main" id="{C75A9BC6-1D2B-060C-8B30-29435579AD6D}"/>
                  </a:ext>
                </a:extLst>
              </p:cNvPr>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65" name="Google Shape;5470;p76">
                <a:extLst>
                  <a:ext uri="{FF2B5EF4-FFF2-40B4-BE49-F238E27FC236}">
                    <a16:creationId xmlns:a16="http://schemas.microsoft.com/office/drawing/2014/main" id="{AD54AFBD-194B-F051-D02B-66672F988535}"/>
                  </a:ext>
                </a:extLst>
              </p:cNvPr>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66" name="Google Shape;5471;p76">
                <a:extLst>
                  <a:ext uri="{FF2B5EF4-FFF2-40B4-BE49-F238E27FC236}">
                    <a16:creationId xmlns:a16="http://schemas.microsoft.com/office/drawing/2014/main" id="{DA5903CA-BA4E-7CA9-DB8E-9C477DFADAC4}"/>
                  </a:ext>
                </a:extLst>
              </p:cNvPr>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67" name="Google Shape;5472;p76">
                <a:extLst>
                  <a:ext uri="{FF2B5EF4-FFF2-40B4-BE49-F238E27FC236}">
                    <a16:creationId xmlns:a16="http://schemas.microsoft.com/office/drawing/2014/main" id="{D1BD036E-8B86-A554-F2E3-01567C7CD998}"/>
                  </a:ext>
                </a:extLst>
              </p:cNvPr>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68" name="Google Shape;5309;p76">
              <a:extLst>
                <a:ext uri="{FF2B5EF4-FFF2-40B4-BE49-F238E27FC236}">
                  <a16:creationId xmlns:a16="http://schemas.microsoft.com/office/drawing/2014/main" id="{555CED46-528F-0850-0406-9D0FE660CB69}"/>
                </a:ext>
              </a:extLst>
            </p:cNvPr>
            <p:cNvGrpSpPr/>
            <p:nvPr/>
          </p:nvGrpSpPr>
          <p:grpSpPr>
            <a:xfrm rot="5400000">
              <a:off x="5288121" y="1827643"/>
              <a:ext cx="256433" cy="255453"/>
              <a:chOff x="2085450" y="842250"/>
              <a:chExt cx="483700" cy="481850"/>
            </a:xfrm>
            <a:solidFill>
              <a:schemeClr val="bg1"/>
            </a:solidFill>
          </p:grpSpPr>
          <p:sp>
            <p:nvSpPr>
              <p:cNvPr id="769" name="Google Shape;5310;p76">
                <a:extLst>
                  <a:ext uri="{FF2B5EF4-FFF2-40B4-BE49-F238E27FC236}">
                    <a16:creationId xmlns:a16="http://schemas.microsoft.com/office/drawing/2014/main" id="{BF7AACD1-D584-32BE-549D-54F3F4F9B510}"/>
                  </a:ext>
                </a:extLst>
              </p:cNvPr>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0" name="Google Shape;5311;p76">
                <a:extLst>
                  <a:ext uri="{FF2B5EF4-FFF2-40B4-BE49-F238E27FC236}">
                    <a16:creationId xmlns:a16="http://schemas.microsoft.com/office/drawing/2014/main" id="{5C4B0558-7A2B-C633-B709-52CFAA9C4ADA}"/>
                  </a:ext>
                </a:extLst>
              </p:cNvPr>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1" name="Google Shape;5312;p76">
                <a:extLst>
                  <a:ext uri="{FF2B5EF4-FFF2-40B4-BE49-F238E27FC236}">
                    <a16:creationId xmlns:a16="http://schemas.microsoft.com/office/drawing/2014/main" id="{B3634D11-D7B9-4894-3815-FF6F056C852A}"/>
                  </a:ext>
                </a:extLst>
              </p:cNvPr>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72" name="Google Shape;5408;p76">
              <a:extLst>
                <a:ext uri="{FF2B5EF4-FFF2-40B4-BE49-F238E27FC236}">
                  <a16:creationId xmlns:a16="http://schemas.microsoft.com/office/drawing/2014/main" id="{FBC8E966-2F86-BF83-54E4-18615D5C4056}"/>
                </a:ext>
              </a:extLst>
            </p:cNvPr>
            <p:cNvGrpSpPr/>
            <p:nvPr/>
          </p:nvGrpSpPr>
          <p:grpSpPr>
            <a:xfrm>
              <a:off x="5437459" y="3805881"/>
              <a:ext cx="220629" cy="193891"/>
              <a:chOff x="2085450" y="2057100"/>
              <a:chExt cx="481900" cy="423500"/>
            </a:xfrm>
            <a:solidFill>
              <a:schemeClr val="bg1"/>
            </a:solidFill>
          </p:grpSpPr>
          <p:sp>
            <p:nvSpPr>
              <p:cNvPr id="773" name="Google Shape;5409;p76">
                <a:extLst>
                  <a:ext uri="{FF2B5EF4-FFF2-40B4-BE49-F238E27FC236}">
                    <a16:creationId xmlns:a16="http://schemas.microsoft.com/office/drawing/2014/main" id="{287BC55F-6DE2-732C-4EE9-0883577BB93D}"/>
                  </a:ext>
                </a:extLst>
              </p:cNvPr>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4" name="Google Shape;5410;p76">
                <a:extLst>
                  <a:ext uri="{FF2B5EF4-FFF2-40B4-BE49-F238E27FC236}">
                    <a16:creationId xmlns:a16="http://schemas.microsoft.com/office/drawing/2014/main" id="{08CA0827-EE5D-A090-C662-86BBF8CD18DE}"/>
                  </a:ext>
                </a:extLst>
              </p:cNvPr>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5" name="Google Shape;5411;p76">
                <a:extLst>
                  <a:ext uri="{FF2B5EF4-FFF2-40B4-BE49-F238E27FC236}">
                    <a16:creationId xmlns:a16="http://schemas.microsoft.com/office/drawing/2014/main" id="{0A66395F-F3F0-9ABD-F2B0-AE3034A95F7A}"/>
                  </a:ext>
                </a:extLst>
              </p:cNvPr>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76" name="Google Shape;5344;p76">
              <a:extLst>
                <a:ext uri="{FF2B5EF4-FFF2-40B4-BE49-F238E27FC236}">
                  <a16:creationId xmlns:a16="http://schemas.microsoft.com/office/drawing/2014/main" id="{3798A421-8432-DD09-FB41-AB52F1834AEB}"/>
                </a:ext>
              </a:extLst>
            </p:cNvPr>
            <p:cNvGrpSpPr/>
            <p:nvPr/>
          </p:nvGrpSpPr>
          <p:grpSpPr>
            <a:xfrm>
              <a:off x="7539551" y="2868924"/>
              <a:ext cx="236967" cy="236967"/>
              <a:chOff x="900750" y="1436075"/>
              <a:chExt cx="481825" cy="481825"/>
            </a:xfrm>
            <a:solidFill>
              <a:schemeClr val="bg1"/>
            </a:solidFill>
          </p:grpSpPr>
          <p:sp>
            <p:nvSpPr>
              <p:cNvPr id="777" name="Google Shape;5345;p76">
                <a:extLst>
                  <a:ext uri="{FF2B5EF4-FFF2-40B4-BE49-F238E27FC236}">
                    <a16:creationId xmlns:a16="http://schemas.microsoft.com/office/drawing/2014/main" id="{E023F646-1ACF-6055-EEAD-901BCB6C21BA}"/>
                  </a:ext>
                </a:extLst>
              </p:cNvPr>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8" name="Google Shape;5346;p76">
                <a:extLst>
                  <a:ext uri="{FF2B5EF4-FFF2-40B4-BE49-F238E27FC236}">
                    <a16:creationId xmlns:a16="http://schemas.microsoft.com/office/drawing/2014/main" id="{1AA35569-CAAF-6849-E827-C2BC69AC52D2}"/>
                  </a:ext>
                </a:extLst>
              </p:cNvPr>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79" name="Google Shape;5347;p76">
                <a:extLst>
                  <a:ext uri="{FF2B5EF4-FFF2-40B4-BE49-F238E27FC236}">
                    <a16:creationId xmlns:a16="http://schemas.microsoft.com/office/drawing/2014/main" id="{48CD205E-BB1B-DB57-5E5A-AD673E7C896E}"/>
                  </a:ext>
                </a:extLst>
              </p:cNvPr>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80" name="Google Shape;5348;p76">
                <a:extLst>
                  <a:ext uri="{FF2B5EF4-FFF2-40B4-BE49-F238E27FC236}">
                    <a16:creationId xmlns:a16="http://schemas.microsoft.com/office/drawing/2014/main" id="{84E88EF6-02CD-849C-256C-242B506FF19E}"/>
                  </a:ext>
                </a:extLst>
              </p:cNvPr>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nvGrpSpPr>
            <p:cNvPr id="781" name="Google Shape;5452;p76">
              <a:extLst>
                <a:ext uri="{FF2B5EF4-FFF2-40B4-BE49-F238E27FC236}">
                  <a16:creationId xmlns:a16="http://schemas.microsoft.com/office/drawing/2014/main" id="{B164A225-F839-F4A2-7789-BB6FDCD68A20}"/>
                </a:ext>
              </a:extLst>
            </p:cNvPr>
            <p:cNvGrpSpPr/>
            <p:nvPr/>
          </p:nvGrpSpPr>
          <p:grpSpPr>
            <a:xfrm>
              <a:off x="4365433" y="5488060"/>
              <a:ext cx="214806" cy="214806"/>
              <a:chOff x="1492675" y="2620775"/>
              <a:chExt cx="481825" cy="481825"/>
            </a:xfrm>
            <a:solidFill>
              <a:schemeClr val="bg1"/>
            </a:solidFill>
          </p:grpSpPr>
          <p:sp>
            <p:nvSpPr>
              <p:cNvPr id="782" name="Google Shape;5453;p76">
                <a:extLst>
                  <a:ext uri="{FF2B5EF4-FFF2-40B4-BE49-F238E27FC236}">
                    <a16:creationId xmlns:a16="http://schemas.microsoft.com/office/drawing/2014/main" id="{A69A4484-A9C7-5736-2A07-8EB21989484E}"/>
                  </a:ext>
                </a:extLst>
              </p:cNvPr>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783" name="Google Shape;5454;p76">
                <a:extLst>
                  <a:ext uri="{FF2B5EF4-FFF2-40B4-BE49-F238E27FC236}">
                    <a16:creationId xmlns:a16="http://schemas.microsoft.com/office/drawing/2014/main" id="{DCEEB9D6-2F25-2139-36F0-F8E301EC267B}"/>
                  </a:ext>
                </a:extLst>
              </p:cNvPr>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grpSp>
      <p:sp>
        <p:nvSpPr>
          <p:cNvPr id="787" name="文本框 786">
            <a:extLst>
              <a:ext uri="{FF2B5EF4-FFF2-40B4-BE49-F238E27FC236}">
                <a16:creationId xmlns:a16="http://schemas.microsoft.com/office/drawing/2014/main" id="{F968E4D4-BC97-580A-9465-3CA5D4DD5C1A}"/>
              </a:ext>
            </a:extLst>
          </p:cNvPr>
          <p:cNvSpPr txBox="1"/>
          <p:nvPr/>
        </p:nvSpPr>
        <p:spPr>
          <a:xfrm>
            <a:off x="1397548" y="1320905"/>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89" name="文本框 788">
            <a:extLst>
              <a:ext uri="{FF2B5EF4-FFF2-40B4-BE49-F238E27FC236}">
                <a16:creationId xmlns:a16="http://schemas.microsoft.com/office/drawing/2014/main" id="{7D9F9363-4667-ACED-30E7-FFE04C3B35F4}"/>
              </a:ext>
            </a:extLst>
          </p:cNvPr>
          <p:cNvSpPr txBox="1"/>
          <p:nvPr/>
        </p:nvSpPr>
        <p:spPr>
          <a:xfrm>
            <a:off x="1397548" y="2082905"/>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91" name="文本框 790">
            <a:extLst>
              <a:ext uri="{FF2B5EF4-FFF2-40B4-BE49-F238E27FC236}">
                <a16:creationId xmlns:a16="http://schemas.microsoft.com/office/drawing/2014/main" id="{7AD87D28-A312-B9B1-DA2B-D137EFEA7FB6}"/>
              </a:ext>
            </a:extLst>
          </p:cNvPr>
          <p:cNvSpPr txBox="1"/>
          <p:nvPr/>
        </p:nvSpPr>
        <p:spPr>
          <a:xfrm>
            <a:off x="1397548" y="2881689"/>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93" name="文本框 792">
            <a:extLst>
              <a:ext uri="{FF2B5EF4-FFF2-40B4-BE49-F238E27FC236}">
                <a16:creationId xmlns:a16="http://schemas.microsoft.com/office/drawing/2014/main" id="{3643CBD5-6D48-F24A-8A7B-737486D20558}"/>
              </a:ext>
            </a:extLst>
          </p:cNvPr>
          <p:cNvSpPr txBox="1"/>
          <p:nvPr/>
        </p:nvSpPr>
        <p:spPr>
          <a:xfrm>
            <a:off x="1397548" y="3546351"/>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95" name="文本框 794">
            <a:extLst>
              <a:ext uri="{FF2B5EF4-FFF2-40B4-BE49-F238E27FC236}">
                <a16:creationId xmlns:a16="http://schemas.microsoft.com/office/drawing/2014/main" id="{C2DFF688-E739-E115-BD7D-5E7957138F31}"/>
              </a:ext>
            </a:extLst>
          </p:cNvPr>
          <p:cNvSpPr txBox="1"/>
          <p:nvPr/>
        </p:nvSpPr>
        <p:spPr>
          <a:xfrm>
            <a:off x="1397548" y="4394696"/>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802" name="直线连接符 801">
            <a:extLst>
              <a:ext uri="{FF2B5EF4-FFF2-40B4-BE49-F238E27FC236}">
                <a16:creationId xmlns:a16="http://schemas.microsoft.com/office/drawing/2014/main" id="{B63FE76C-5F27-B9D4-A506-358AEBD93BFD}"/>
              </a:ext>
            </a:extLst>
          </p:cNvPr>
          <p:cNvCxnSpPr/>
          <p:nvPr/>
        </p:nvCxnSpPr>
        <p:spPr>
          <a:xfrm>
            <a:off x="1544320" y="3423920"/>
            <a:ext cx="2621280" cy="0"/>
          </a:xfrm>
          <a:prstGeom prst="line">
            <a:avLst/>
          </a:prstGeom>
          <a:ln w="38100" cap="rnd">
            <a:solidFill>
              <a:srgbClr val="1E344D"/>
            </a:solidFill>
            <a:round/>
          </a:ln>
        </p:spPr>
        <p:style>
          <a:lnRef idx="1">
            <a:schemeClr val="accent1"/>
          </a:lnRef>
          <a:fillRef idx="0">
            <a:schemeClr val="accent1"/>
          </a:fillRef>
          <a:effectRef idx="0">
            <a:schemeClr val="accent1"/>
          </a:effectRef>
          <a:fontRef idx="minor">
            <a:schemeClr val="tx1"/>
          </a:fontRef>
        </p:style>
      </p:cxnSp>
      <p:sp>
        <p:nvSpPr>
          <p:cNvPr id="813" name="Google Shape;5273;p76">
            <a:extLst>
              <a:ext uri="{FF2B5EF4-FFF2-40B4-BE49-F238E27FC236}">
                <a16:creationId xmlns:a16="http://schemas.microsoft.com/office/drawing/2014/main" id="{44382DF4-4A9C-BF24-6BEF-FDE26B981E90}"/>
              </a:ext>
            </a:extLst>
          </p:cNvPr>
          <p:cNvSpPr/>
          <p:nvPr/>
        </p:nvSpPr>
        <p:spPr>
          <a:xfrm>
            <a:off x="894154" y="1365397"/>
            <a:ext cx="55866" cy="27945"/>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4" name="Google Shape;5274;p76">
            <a:extLst>
              <a:ext uri="{FF2B5EF4-FFF2-40B4-BE49-F238E27FC236}">
                <a16:creationId xmlns:a16="http://schemas.microsoft.com/office/drawing/2014/main" id="{887A324D-B34B-BCD0-4C32-64CB9E24DB97}"/>
              </a:ext>
            </a:extLst>
          </p:cNvPr>
          <p:cNvSpPr/>
          <p:nvPr/>
        </p:nvSpPr>
        <p:spPr>
          <a:xfrm>
            <a:off x="752500" y="1281636"/>
            <a:ext cx="45899" cy="55866"/>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5" name="Google Shape;5275;p76">
            <a:extLst>
              <a:ext uri="{FF2B5EF4-FFF2-40B4-BE49-F238E27FC236}">
                <a16:creationId xmlns:a16="http://schemas.microsoft.com/office/drawing/2014/main" id="{4AE63305-F5B1-4AFF-0DA5-FEEA0B5814DF}"/>
              </a:ext>
            </a:extLst>
          </p:cNvPr>
          <p:cNvSpPr/>
          <p:nvPr/>
        </p:nvSpPr>
        <p:spPr>
          <a:xfrm>
            <a:off x="850284" y="1281636"/>
            <a:ext cx="45899" cy="55866"/>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6" name="Google Shape;5276;p76">
            <a:extLst>
              <a:ext uri="{FF2B5EF4-FFF2-40B4-BE49-F238E27FC236}">
                <a16:creationId xmlns:a16="http://schemas.microsoft.com/office/drawing/2014/main" id="{B2915DD2-ECD4-3174-4252-FA22AC887E70}"/>
              </a:ext>
            </a:extLst>
          </p:cNvPr>
          <p:cNvSpPr/>
          <p:nvPr/>
        </p:nvSpPr>
        <p:spPr>
          <a:xfrm>
            <a:off x="698663" y="1365397"/>
            <a:ext cx="55890" cy="27945"/>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7" name="Google Shape;5277;p76">
            <a:extLst>
              <a:ext uri="{FF2B5EF4-FFF2-40B4-BE49-F238E27FC236}">
                <a16:creationId xmlns:a16="http://schemas.microsoft.com/office/drawing/2014/main" id="{23132D28-68A2-8000-B584-0319ACF3397B}"/>
              </a:ext>
            </a:extLst>
          </p:cNvPr>
          <p:cNvSpPr/>
          <p:nvPr/>
        </p:nvSpPr>
        <p:spPr>
          <a:xfrm>
            <a:off x="586957" y="1505988"/>
            <a:ext cx="83811" cy="251357"/>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8" name="Google Shape;5278;p76">
            <a:extLst>
              <a:ext uri="{FF2B5EF4-FFF2-40B4-BE49-F238E27FC236}">
                <a16:creationId xmlns:a16="http://schemas.microsoft.com/office/drawing/2014/main" id="{D23BC78B-E1A4-6146-5DA9-56AABE7EA725}"/>
              </a:ext>
            </a:extLst>
          </p:cNvPr>
          <p:cNvSpPr/>
          <p:nvPr/>
        </p:nvSpPr>
        <p:spPr>
          <a:xfrm>
            <a:off x="698663" y="1366361"/>
            <a:ext cx="317337" cy="390984"/>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1E344D"/>
          </a:solidFill>
          <a:ln>
            <a:noFill/>
          </a:ln>
        </p:spPr>
        <p:txBody>
          <a:bodyPr spcFirstLastPara="1" wrap="square" lIns="121900" tIns="121900" rIns="121900" bIns="121900" anchor="ctr" anchorCtr="0">
            <a:noAutofit/>
          </a:bodyPr>
          <a:lstStyle/>
          <a:p>
            <a:endParaRPr sz="2400" dirty="0">
              <a:solidFill>
                <a:srgbClr val="435D74"/>
              </a:solidFill>
            </a:endParaRPr>
          </a:p>
        </p:txBody>
      </p:sp>
      <p:sp>
        <p:nvSpPr>
          <p:cNvPr id="820" name="Google Shape;5581;p76">
            <a:extLst>
              <a:ext uri="{FF2B5EF4-FFF2-40B4-BE49-F238E27FC236}">
                <a16:creationId xmlns:a16="http://schemas.microsoft.com/office/drawing/2014/main" id="{A492F320-16A0-0FCB-B84B-B6C094F8FECE}"/>
              </a:ext>
            </a:extLst>
          </p:cNvPr>
          <p:cNvSpPr/>
          <p:nvPr/>
        </p:nvSpPr>
        <p:spPr>
          <a:xfrm>
            <a:off x="882499" y="4603363"/>
            <a:ext cx="40140" cy="40118"/>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1" name="Google Shape;5582;p76">
            <a:extLst>
              <a:ext uri="{FF2B5EF4-FFF2-40B4-BE49-F238E27FC236}">
                <a16:creationId xmlns:a16="http://schemas.microsoft.com/office/drawing/2014/main" id="{2737C94E-751F-65E9-690A-CCCD4A9B7BE8}"/>
              </a:ext>
            </a:extLst>
          </p:cNvPr>
          <p:cNvSpPr/>
          <p:nvPr/>
        </p:nvSpPr>
        <p:spPr>
          <a:xfrm>
            <a:off x="642581" y="4603363"/>
            <a:ext cx="40118" cy="40118"/>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2" name="Google Shape;5583;p76">
            <a:extLst>
              <a:ext uri="{FF2B5EF4-FFF2-40B4-BE49-F238E27FC236}">
                <a16:creationId xmlns:a16="http://schemas.microsoft.com/office/drawing/2014/main" id="{04D77D30-383C-5EF3-BFE6-EA9EBD94FA56}"/>
              </a:ext>
            </a:extLst>
          </p:cNvPr>
          <p:cNvSpPr/>
          <p:nvPr/>
        </p:nvSpPr>
        <p:spPr>
          <a:xfrm>
            <a:off x="559427" y="4391332"/>
            <a:ext cx="446414" cy="330277"/>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3" name="Google Shape;5584;p76">
            <a:extLst>
              <a:ext uri="{FF2B5EF4-FFF2-40B4-BE49-F238E27FC236}">
                <a16:creationId xmlns:a16="http://schemas.microsoft.com/office/drawing/2014/main" id="{EFBD5379-619F-59CD-711D-B39B262F9F33}"/>
              </a:ext>
            </a:extLst>
          </p:cNvPr>
          <p:cNvSpPr/>
          <p:nvPr/>
        </p:nvSpPr>
        <p:spPr>
          <a:xfrm>
            <a:off x="609644" y="4747736"/>
            <a:ext cx="110231" cy="49892"/>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24" name="Google Shape;5585;p76">
            <a:extLst>
              <a:ext uri="{FF2B5EF4-FFF2-40B4-BE49-F238E27FC236}">
                <a16:creationId xmlns:a16="http://schemas.microsoft.com/office/drawing/2014/main" id="{E9F423C9-15AD-7050-BA27-8262A7F99761}"/>
              </a:ext>
            </a:extLst>
          </p:cNvPr>
          <p:cNvSpPr/>
          <p:nvPr/>
        </p:nvSpPr>
        <p:spPr>
          <a:xfrm>
            <a:off x="845393" y="4747736"/>
            <a:ext cx="110231" cy="49892"/>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19" name="文本框 18">
            <a:extLst>
              <a:ext uri="{FF2B5EF4-FFF2-40B4-BE49-F238E27FC236}">
                <a16:creationId xmlns:a16="http://schemas.microsoft.com/office/drawing/2014/main" id="{1858420A-88D7-CE5D-610F-539AD4E7DD4B}"/>
              </a:ext>
            </a:extLst>
          </p:cNvPr>
          <p:cNvSpPr txBox="1"/>
          <p:nvPr/>
        </p:nvSpPr>
        <p:spPr>
          <a:xfrm>
            <a:off x="9400442" y="969838"/>
            <a:ext cx="2971800" cy="646331"/>
          </a:xfrm>
          <a:prstGeom prst="rect">
            <a:avLst/>
          </a:prstGeom>
          <a:noFill/>
        </p:spPr>
        <p:txBody>
          <a:bodyPr wrap="square">
            <a:spAutoFit/>
          </a:bodyPr>
          <a:lstStyle/>
          <a:p>
            <a:r>
              <a:rPr kumimoji="1" lang="en" altLang="zh-CN" sz="36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56" name="组合 55">
            <a:extLst>
              <a:ext uri="{FF2B5EF4-FFF2-40B4-BE49-F238E27FC236}">
                <a16:creationId xmlns:a16="http://schemas.microsoft.com/office/drawing/2014/main" id="{6BB6C817-D25A-0678-8236-55E66166F942}"/>
              </a:ext>
            </a:extLst>
          </p:cNvPr>
          <p:cNvGrpSpPr/>
          <p:nvPr/>
        </p:nvGrpSpPr>
        <p:grpSpPr>
          <a:xfrm>
            <a:off x="535726" y="3000040"/>
            <a:ext cx="856194" cy="850599"/>
            <a:chOff x="8793725" y="1045544"/>
            <a:chExt cx="452548" cy="449591"/>
          </a:xfrm>
          <a:solidFill>
            <a:srgbClr val="1E344D"/>
          </a:solidFill>
        </p:grpSpPr>
        <p:sp>
          <p:nvSpPr>
            <p:cNvPr id="57" name="Google Shape;5655;p76">
              <a:extLst>
                <a:ext uri="{FF2B5EF4-FFF2-40B4-BE49-F238E27FC236}">
                  <a16:creationId xmlns:a16="http://schemas.microsoft.com/office/drawing/2014/main" id="{56B7E88F-D998-D9D1-358D-A46FE3127648}"/>
                </a:ext>
              </a:extLst>
            </p:cNvPr>
            <p:cNvSpPr/>
            <p:nvPr/>
          </p:nvSpPr>
          <p:spPr>
            <a:xfrm>
              <a:off x="8806516" y="1106754"/>
              <a:ext cx="296144" cy="154667"/>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8" name="Google Shape;5656;p76">
              <a:extLst>
                <a:ext uri="{FF2B5EF4-FFF2-40B4-BE49-F238E27FC236}">
                  <a16:creationId xmlns:a16="http://schemas.microsoft.com/office/drawing/2014/main" id="{A36CC329-E419-5839-6DAC-5CF60A02F080}"/>
                </a:ext>
              </a:extLst>
            </p:cNvPr>
            <p:cNvSpPr/>
            <p:nvPr/>
          </p:nvSpPr>
          <p:spPr>
            <a:xfrm>
              <a:off x="9028284" y="1176718"/>
              <a:ext cx="217989" cy="318417"/>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59" name="Google Shape;5657;p76">
              <a:extLst>
                <a:ext uri="{FF2B5EF4-FFF2-40B4-BE49-F238E27FC236}">
                  <a16:creationId xmlns:a16="http://schemas.microsoft.com/office/drawing/2014/main" id="{7BE2678A-40E9-373C-606C-C6BBE187F433}"/>
                </a:ext>
              </a:extLst>
            </p:cNvPr>
            <p:cNvSpPr/>
            <p:nvPr/>
          </p:nvSpPr>
          <p:spPr>
            <a:xfrm>
              <a:off x="8920369" y="1045544"/>
              <a:ext cx="313676" cy="158188"/>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sp>
          <p:nvSpPr>
            <p:cNvPr id="60" name="Google Shape;5658;p76">
              <a:extLst>
                <a:ext uri="{FF2B5EF4-FFF2-40B4-BE49-F238E27FC236}">
                  <a16:creationId xmlns:a16="http://schemas.microsoft.com/office/drawing/2014/main" id="{592AA0EC-A381-4619-179A-CE2711D64CA7}"/>
                </a:ext>
              </a:extLst>
            </p:cNvPr>
            <p:cNvSpPr/>
            <p:nvPr/>
          </p:nvSpPr>
          <p:spPr>
            <a:xfrm>
              <a:off x="8793725" y="1175873"/>
              <a:ext cx="208085" cy="319121"/>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grpFill/>
            <a:ln>
              <a:noFill/>
            </a:ln>
          </p:spPr>
          <p:txBody>
            <a:bodyPr spcFirstLastPara="1" wrap="square" lIns="121900" tIns="121900" rIns="121900" bIns="121900" anchor="ctr" anchorCtr="0">
              <a:noAutofit/>
            </a:bodyPr>
            <a:lstStyle/>
            <a:p>
              <a:endParaRPr sz="2400">
                <a:solidFill>
                  <a:srgbClr val="435D74"/>
                </a:solidFill>
              </a:endParaRPr>
            </a:p>
          </p:txBody>
        </p:sp>
      </p:grpSp>
      <p:sp>
        <p:nvSpPr>
          <p:cNvPr id="61" name="圆角矩形 60">
            <a:extLst>
              <a:ext uri="{FF2B5EF4-FFF2-40B4-BE49-F238E27FC236}">
                <a16:creationId xmlns:a16="http://schemas.microsoft.com/office/drawing/2014/main" id="{43D0726C-5D1F-5ACC-1143-AEFCAE904278}"/>
              </a:ext>
            </a:extLst>
          </p:cNvPr>
          <p:cNvSpPr/>
          <p:nvPr/>
        </p:nvSpPr>
        <p:spPr>
          <a:xfrm>
            <a:off x="375920" y="5042768"/>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 name="文本框 62">
            <a:extLst>
              <a:ext uri="{FF2B5EF4-FFF2-40B4-BE49-F238E27FC236}">
                <a16:creationId xmlns:a16="http://schemas.microsoft.com/office/drawing/2014/main" id="{AA50CC3D-C65D-3E7C-3615-087FDF90C33D}"/>
              </a:ext>
            </a:extLst>
          </p:cNvPr>
          <p:cNvSpPr txBox="1"/>
          <p:nvPr/>
        </p:nvSpPr>
        <p:spPr>
          <a:xfrm>
            <a:off x="1397548" y="5148752"/>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 name="Google Shape;5320;p76">
            <a:extLst>
              <a:ext uri="{FF2B5EF4-FFF2-40B4-BE49-F238E27FC236}">
                <a16:creationId xmlns:a16="http://schemas.microsoft.com/office/drawing/2014/main" id="{052CF07E-35D6-BB08-2C63-C3063916AE5F}"/>
              </a:ext>
            </a:extLst>
          </p:cNvPr>
          <p:cNvSpPr/>
          <p:nvPr/>
        </p:nvSpPr>
        <p:spPr>
          <a:xfrm>
            <a:off x="563195" y="5132365"/>
            <a:ext cx="442646" cy="414995"/>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87" name="圆角矩形 586">
            <a:extLst>
              <a:ext uri="{FF2B5EF4-FFF2-40B4-BE49-F238E27FC236}">
                <a16:creationId xmlns:a16="http://schemas.microsoft.com/office/drawing/2014/main" id="{664595F5-8A5A-C52C-D31D-82122FFA2E9B}"/>
              </a:ext>
            </a:extLst>
          </p:cNvPr>
          <p:cNvSpPr/>
          <p:nvPr/>
        </p:nvSpPr>
        <p:spPr>
          <a:xfrm>
            <a:off x="375920" y="5834856"/>
            <a:ext cx="3969667" cy="610186"/>
          </a:xfrm>
          <a:prstGeom prst="roundRect">
            <a:avLst/>
          </a:prstGeom>
          <a:pattFill prst="wdDnDiag">
            <a:fgClr>
              <a:schemeClr val="bg2">
                <a:lumMod val="90000"/>
              </a:schemeClr>
            </a:fgClr>
            <a:bgClr>
              <a:schemeClr val="bg1"/>
            </a:bgClr>
          </a:pattFill>
          <a:ln w="254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8" name="文本框 587">
            <a:extLst>
              <a:ext uri="{FF2B5EF4-FFF2-40B4-BE49-F238E27FC236}">
                <a16:creationId xmlns:a16="http://schemas.microsoft.com/office/drawing/2014/main" id="{55166820-E114-1937-6584-209CA86663FD}"/>
              </a:ext>
            </a:extLst>
          </p:cNvPr>
          <p:cNvSpPr txBox="1"/>
          <p:nvPr/>
        </p:nvSpPr>
        <p:spPr>
          <a:xfrm>
            <a:off x="1397548" y="5940840"/>
            <a:ext cx="288153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04" name="Google Shape;5280;p76">
            <a:extLst>
              <a:ext uri="{FF2B5EF4-FFF2-40B4-BE49-F238E27FC236}">
                <a16:creationId xmlns:a16="http://schemas.microsoft.com/office/drawing/2014/main" id="{F6340B72-BCA7-D6F9-C99C-62AF71B91898}"/>
              </a:ext>
            </a:extLst>
          </p:cNvPr>
          <p:cNvSpPr/>
          <p:nvPr/>
        </p:nvSpPr>
        <p:spPr>
          <a:xfrm>
            <a:off x="851009" y="6246197"/>
            <a:ext cx="59306" cy="5700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5" name="Google Shape;5281;p76">
            <a:extLst>
              <a:ext uri="{FF2B5EF4-FFF2-40B4-BE49-F238E27FC236}">
                <a16:creationId xmlns:a16="http://schemas.microsoft.com/office/drawing/2014/main" id="{307F9DDC-7B64-1525-7CC9-5D13FA9786F6}"/>
              </a:ext>
            </a:extLst>
          </p:cNvPr>
          <p:cNvSpPr/>
          <p:nvPr/>
        </p:nvSpPr>
        <p:spPr>
          <a:xfrm>
            <a:off x="867789" y="6196129"/>
            <a:ext cx="76464" cy="40347"/>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6" name="Google Shape;5282;p76">
            <a:extLst>
              <a:ext uri="{FF2B5EF4-FFF2-40B4-BE49-F238E27FC236}">
                <a16:creationId xmlns:a16="http://schemas.microsoft.com/office/drawing/2014/main" id="{7B0F54C1-0EB4-1C4A-D1FC-5984C71B2F45}"/>
              </a:ext>
            </a:extLst>
          </p:cNvPr>
          <p:cNvSpPr/>
          <p:nvPr/>
        </p:nvSpPr>
        <p:spPr>
          <a:xfrm>
            <a:off x="800543" y="6262935"/>
            <a:ext cx="43616" cy="7428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7" name="Google Shape;5283;p76">
            <a:extLst>
              <a:ext uri="{FF2B5EF4-FFF2-40B4-BE49-F238E27FC236}">
                <a16:creationId xmlns:a16="http://schemas.microsoft.com/office/drawing/2014/main" id="{2D62AD50-5C7E-8DD7-82C3-8105353F2E85}"/>
              </a:ext>
            </a:extLst>
          </p:cNvPr>
          <p:cNvSpPr/>
          <p:nvPr/>
        </p:nvSpPr>
        <p:spPr>
          <a:xfrm>
            <a:off x="616969" y="6012178"/>
            <a:ext cx="59201" cy="56855"/>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8" name="Google Shape;5284;p76">
            <a:extLst>
              <a:ext uri="{FF2B5EF4-FFF2-40B4-BE49-F238E27FC236}">
                <a16:creationId xmlns:a16="http://schemas.microsoft.com/office/drawing/2014/main" id="{79D15520-0C48-7813-FD12-4C23858AECC9}"/>
              </a:ext>
            </a:extLst>
          </p:cNvPr>
          <p:cNvSpPr/>
          <p:nvPr/>
        </p:nvSpPr>
        <p:spPr>
          <a:xfrm>
            <a:off x="683649" y="5978849"/>
            <a:ext cx="43301" cy="7386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09" name="Google Shape;5285;p76">
            <a:extLst>
              <a:ext uri="{FF2B5EF4-FFF2-40B4-BE49-F238E27FC236}">
                <a16:creationId xmlns:a16="http://schemas.microsoft.com/office/drawing/2014/main" id="{3F284022-771E-B7F7-ED73-170D8182DECE}"/>
              </a:ext>
            </a:extLst>
          </p:cNvPr>
          <p:cNvSpPr/>
          <p:nvPr/>
        </p:nvSpPr>
        <p:spPr>
          <a:xfrm>
            <a:off x="583346" y="6079025"/>
            <a:ext cx="76924" cy="40431"/>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0" name="Google Shape;5286;p76">
            <a:extLst>
              <a:ext uri="{FF2B5EF4-FFF2-40B4-BE49-F238E27FC236}">
                <a16:creationId xmlns:a16="http://schemas.microsoft.com/office/drawing/2014/main" id="{E949C4D3-A932-D66C-CA39-3745793C62FC}"/>
              </a:ext>
            </a:extLst>
          </p:cNvPr>
          <p:cNvSpPr/>
          <p:nvPr/>
        </p:nvSpPr>
        <p:spPr>
          <a:xfrm>
            <a:off x="556029" y="6091448"/>
            <a:ext cx="296195" cy="265798"/>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811" name="Google Shape;5287;p76">
            <a:extLst>
              <a:ext uri="{FF2B5EF4-FFF2-40B4-BE49-F238E27FC236}">
                <a16:creationId xmlns:a16="http://schemas.microsoft.com/office/drawing/2014/main" id="{2CDB2781-B622-1357-3B97-504D17798C33}"/>
              </a:ext>
            </a:extLst>
          </p:cNvPr>
          <p:cNvSpPr/>
          <p:nvPr/>
        </p:nvSpPr>
        <p:spPr>
          <a:xfrm>
            <a:off x="675123" y="5954087"/>
            <a:ext cx="300238" cy="269841"/>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93" name="文本框 592">
            <a:extLst>
              <a:ext uri="{FF2B5EF4-FFF2-40B4-BE49-F238E27FC236}">
                <a16:creationId xmlns:a16="http://schemas.microsoft.com/office/drawing/2014/main" id="{E1C8D9A7-9CD7-609B-5F46-BE91A60B9FC8}"/>
              </a:ext>
            </a:extLst>
          </p:cNvPr>
          <p:cNvSpPr txBox="1"/>
          <p:nvPr/>
        </p:nvSpPr>
        <p:spPr>
          <a:xfrm>
            <a:off x="4381279" y="1245187"/>
            <a:ext cx="1051891"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340</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313E36E9-06F0-1BC6-BB90-BAAAC3203DD7}"/>
              </a:ext>
            </a:extLst>
          </p:cNvPr>
          <p:cNvSpPr txBox="1"/>
          <p:nvPr/>
        </p:nvSpPr>
        <p:spPr>
          <a:xfrm>
            <a:off x="5283894" y="1438595"/>
            <a:ext cx="870751"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4585853D-5373-FEF9-FDCE-5DE176E40BAB}"/>
              </a:ext>
            </a:extLst>
          </p:cNvPr>
          <p:cNvSpPr txBox="1"/>
          <p:nvPr/>
        </p:nvSpPr>
        <p:spPr>
          <a:xfrm>
            <a:off x="4381279" y="2048474"/>
            <a:ext cx="1018227"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127</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B262B1AD-17E0-3FCD-1869-56A9B285C50C}"/>
              </a:ext>
            </a:extLst>
          </p:cNvPr>
          <p:cNvSpPr txBox="1"/>
          <p:nvPr/>
        </p:nvSpPr>
        <p:spPr>
          <a:xfrm>
            <a:off x="5283894" y="2241882"/>
            <a:ext cx="809837" cy="338554"/>
          </a:xfrm>
          <a:prstGeom prst="rect">
            <a:avLst/>
          </a:prstGeom>
          <a:noFill/>
        </p:spPr>
        <p:txBody>
          <a:bodyPr wrap="none" rtlCol="0">
            <a:spAutoFit/>
          </a:bodyPr>
          <a:lstStyle>
            <a:defPPr>
              <a:defRPr lang="zh-CN"/>
            </a:defPPr>
            <a:lvl1pPr>
              <a:defRPr kumimoji="1">
                <a:solidFill>
                  <a:srgbClr val="00329F"/>
                </a:solidFill>
                <a:latin typeface="Alibaba PuHuiTi Medium" pitchFamily="18" charset="-122"/>
                <a:ea typeface="Alibaba PuHuiTi Medium" pitchFamily="18" charset="-122"/>
                <a:cs typeface="Alibaba PuHuiTi Medium" pitchFamily="18" charset="-122"/>
              </a:defRPr>
            </a:lvl1pPr>
          </a:lstStyle>
          <a:p>
            <a:r>
              <a:rPr lang="en" altLang="zh-CN" sz="1600" dirty="0">
                <a:solidFill>
                  <a:srgbClr val="1E344D"/>
                </a:solidFill>
              </a:rPr>
              <a:t>billion</a:t>
            </a:r>
            <a:endParaRPr lang="zh-CN" altLang="en-US" sz="1600" dirty="0">
              <a:solidFill>
                <a:srgbClr val="1E344D"/>
              </a:solidFill>
            </a:endParaRPr>
          </a:p>
        </p:txBody>
      </p:sp>
      <p:sp>
        <p:nvSpPr>
          <p:cNvPr id="597" name="文本框 596">
            <a:extLst>
              <a:ext uri="{FF2B5EF4-FFF2-40B4-BE49-F238E27FC236}">
                <a16:creationId xmlns:a16="http://schemas.microsoft.com/office/drawing/2014/main" id="{94CF0038-32BC-04AA-5EA2-F1A58AB2E03E}"/>
              </a:ext>
            </a:extLst>
          </p:cNvPr>
          <p:cNvSpPr txBox="1"/>
          <p:nvPr/>
        </p:nvSpPr>
        <p:spPr>
          <a:xfrm>
            <a:off x="4381279" y="3101912"/>
            <a:ext cx="1051891"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102</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BB7B063B-90D5-40EE-7DAD-68BAA56E510A}"/>
              </a:ext>
            </a:extLst>
          </p:cNvPr>
          <p:cNvSpPr txBox="1"/>
          <p:nvPr/>
        </p:nvSpPr>
        <p:spPr>
          <a:xfrm>
            <a:off x="5283894" y="3262368"/>
            <a:ext cx="830677"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文本框 598">
            <a:extLst>
              <a:ext uri="{FF2B5EF4-FFF2-40B4-BE49-F238E27FC236}">
                <a16:creationId xmlns:a16="http://schemas.microsoft.com/office/drawing/2014/main" id="{6556F0E1-E863-85BC-AD9A-08AA17F5DDCE}"/>
              </a:ext>
            </a:extLst>
          </p:cNvPr>
          <p:cNvSpPr txBox="1"/>
          <p:nvPr/>
        </p:nvSpPr>
        <p:spPr>
          <a:xfrm>
            <a:off x="4411759" y="4311155"/>
            <a:ext cx="811441"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78</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1685FF51-0F7F-0137-6CDE-659F4A8E07A0}"/>
              </a:ext>
            </a:extLst>
          </p:cNvPr>
          <p:cNvSpPr txBox="1"/>
          <p:nvPr/>
        </p:nvSpPr>
        <p:spPr>
          <a:xfrm>
            <a:off x="5039755" y="4373856"/>
            <a:ext cx="830677" cy="430887"/>
          </a:xfrm>
          <a:prstGeom prst="rect">
            <a:avLst/>
          </a:prstGeom>
          <a:noFill/>
        </p:spPr>
        <p:txBody>
          <a:bodyPr wrap="none" rtlCol="0">
            <a:spAutoFit/>
          </a:bodyPr>
          <a:lstStyle/>
          <a:p>
            <a:r>
              <a:rPr kumimoji="1" lang="en-US" altLang="zh-CN" sz="1100" dirty="0">
                <a:solidFill>
                  <a:srgbClr val="1E344D"/>
                </a:solidFill>
                <a:latin typeface="Alibaba PuHuiTi Medium" pitchFamily="18" charset="-122"/>
                <a:ea typeface="Alibaba PuHuiTi Medium" pitchFamily="18" charset="-122"/>
                <a:cs typeface="Alibaba PuHuiTi Medium" pitchFamily="18" charset="-122"/>
              </a:rPr>
              <a:t>Ten</a:t>
            </a:r>
          </a:p>
          <a:p>
            <a:r>
              <a:rPr kumimoji="1" lang="en-US" altLang="zh-CN" sz="1100" dirty="0">
                <a:solidFill>
                  <a:srgbClr val="1E344D"/>
                </a:solidFill>
                <a:latin typeface="Alibaba PuHuiTi Medium" pitchFamily="18" charset="-122"/>
                <a:ea typeface="Alibaba PuHuiTi Medium" pitchFamily="18" charset="-122"/>
                <a:cs typeface="Alibaba PuHuiTi Medium" pitchFamily="18" charset="-122"/>
              </a:rPr>
              <a:t>thousand</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2" name="文本框 601">
            <a:extLst>
              <a:ext uri="{FF2B5EF4-FFF2-40B4-BE49-F238E27FC236}">
                <a16:creationId xmlns:a16="http://schemas.microsoft.com/office/drawing/2014/main" id="{1DF46FFF-95A3-7E2A-03FE-E634402BBCEA}"/>
              </a:ext>
            </a:extLst>
          </p:cNvPr>
          <p:cNvSpPr txBox="1"/>
          <p:nvPr/>
        </p:nvSpPr>
        <p:spPr>
          <a:xfrm>
            <a:off x="4381279" y="5103792"/>
            <a:ext cx="777777"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26</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4" name="文本框 603">
            <a:extLst>
              <a:ext uri="{FF2B5EF4-FFF2-40B4-BE49-F238E27FC236}">
                <a16:creationId xmlns:a16="http://schemas.microsoft.com/office/drawing/2014/main" id="{7249921E-00AE-61DE-B117-65902EAA3089}"/>
              </a:ext>
            </a:extLst>
          </p:cNvPr>
          <p:cNvSpPr txBox="1"/>
          <p:nvPr/>
        </p:nvSpPr>
        <p:spPr>
          <a:xfrm>
            <a:off x="4381279" y="5733256"/>
            <a:ext cx="777777" cy="584775"/>
          </a:xfrm>
          <a:prstGeom prst="rect">
            <a:avLst/>
          </a:prstGeom>
          <a:noFill/>
        </p:spPr>
        <p:txBody>
          <a:bodyPr wrap="none" rtlCol="0">
            <a:spAutoFit/>
          </a:bodyPr>
          <a:lstStyle/>
          <a:p>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67</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5" name="文本框 604">
            <a:extLst>
              <a:ext uri="{FF2B5EF4-FFF2-40B4-BE49-F238E27FC236}">
                <a16:creationId xmlns:a16="http://schemas.microsoft.com/office/drawing/2014/main" id="{41A0360D-ACB0-E319-CBB5-6CC63A40F709}"/>
              </a:ext>
            </a:extLst>
          </p:cNvPr>
          <p:cNvSpPr txBox="1"/>
          <p:nvPr/>
        </p:nvSpPr>
        <p:spPr>
          <a:xfrm>
            <a:off x="4999115" y="5926664"/>
            <a:ext cx="870751"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6" name="文本框 605">
            <a:extLst>
              <a:ext uri="{FF2B5EF4-FFF2-40B4-BE49-F238E27FC236}">
                <a16:creationId xmlns:a16="http://schemas.microsoft.com/office/drawing/2014/main" id="{E6829C0D-7E7F-C916-C4A9-4A179AB351F5}"/>
              </a:ext>
            </a:extLst>
          </p:cNvPr>
          <p:cNvSpPr txBox="1"/>
          <p:nvPr/>
        </p:nvSpPr>
        <p:spPr>
          <a:xfrm>
            <a:off x="4999115" y="5229200"/>
            <a:ext cx="870751"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million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7" name="文本框 606">
            <a:extLst>
              <a:ext uri="{FF2B5EF4-FFF2-40B4-BE49-F238E27FC236}">
                <a16:creationId xmlns:a16="http://schemas.microsoft.com/office/drawing/2014/main" id="{6FC1518B-95A2-6811-58D2-D2C76884DC0D}"/>
              </a:ext>
            </a:extLst>
          </p:cNvPr>
          <p:cNvSpPr txBox="1"/>
          <p:nvPr/>
        </p:nvSpPr>
        <p:spPr>
          <a:xfrm>
            <a:off x="9923991" y="1469328"/>
            <a:ext cx="3792905" cy="338554"/>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6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600" dirty="0">
                <a:solidFill>
                  <a:srgbClr val="1E344D"/>
                </a:solidFill>
                <a:latin typeface="Alibaba PuHuiTi Medium" pitchFamily="18" charset="-122"/>
                <a:ea typeface="Alibaba PuHuiTi Medium" pitchFamily="18" charset="-122"/>
                <a:cs typeface="Alibaba PuHuiTi Medium" pitchFamily="18" charset="-122"/>
              </a:rPr>
              <a:t>MPORTANT DATA</a:t>
            </a:r>
          </a:p>
        </p:txBody>
      </p:sp>
    </p:spTree>
    <p:extLst>
      <p:ext uri="{BB962C8B-B14F-4D97-AF65-F5344CB8AC3E}">
        <p14:creationId xmlns:p14="http://schemas.microsoft.com/office/powerpoint/2010/main" val="94681499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直线连接符 29">
            <a:extLst>
              <a:ext uri="{FF2B5EF4-FFF2-40B4-BE49-F238E27FC236}">
                <a16:creationId xmlns:a16="http://schemas.microsoft.com/office/drawing/2014/main" id="{BE54A282-3C5E-47C1-AD4D-637D3525212B}"/>
              </a:ext>
            </a:extLst>
          </p:cNvPr>
          <p:cNvCxnSpPr>
            <a:stCxn id="9" idx="0"/>
          </p:cNvCxnSpPr>
          <p:nvPr/>
        </p:nvCxnSpPr>
        <p:spPr>
          <a:xfrm>
            <a:off x="8051394" y="1044113"/>
            <a:ext cx="17785" cy="5597319"/>
          </a:xfrm>
          <a:prstGeom prst="line">
            <a:avLst/>
          </a:prstGeom>
          <a:ln w="12700">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5" name="矩形 24">
            <a:extLst>
              <a:ext uri="{FF2B5EF4-FFF2-40B4-BE49-F238E27FC236}">
                <a16:creationId xmlns:a16="http://schemas.microsoft.com/office/drawing/2014/main" id="{B55C5351-61D4-B4BC-1CB3-DAE8DDC8A80B}"/>
              </a:ext>
            </a:extLst>
          </p:cNvPr>
          <p:cNvSpPr/>
          <p:nvPr/>
        </p:nvSpPr>
        <p:spPr>
          <a:xfrm>
            <a:off x="409837" y="1355456"/>
            <a:ext cx="3648816" cy="5302018"/>
          </a:xfrm>
          <a:prstGeom prst="rect">
            <a:avLst/>
          </a:prstGeom>
          <a:noFill/>
          <a:ln w="22225">
            <a:solidFill>
              <a:schemeClr val="bg1">
                <a:lumMod val="5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圆角矩形 3">
            <a:extLst>
              <a:ext uri="{FF2B5EF4-FFF2-40B4-BE49-F238E27FC236}">
                <a16:creationId xmlns:a16="http://schemas.microsoft.com/office/drawing/2014/main" id="{94C0BC1F-9DC2-CB5F-E1B5-0A6D41358B9A}"/>
              </a:ext>
            </a:extLst>
          </p:cNvPr>
          <p:cNvSpPr/>
          <p:nvPr/>
        </p:nvSpPr>
        <p:spPr>
          <a:xfrm>
            <a:off x="397203" y="1044113"/>
            <a:ext cx="3677492" cy="431762"/>
          </a:xfrm>
          <a:prstGeom prst="roundRect">
            <a:avLst>
              <a:gd name="adj" fmla="val 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BCC72B2D-D45B-7C18-BF94-2463D68B831C}"/>
              </a:ext>
            </a:extLst>
          </p:cNvPr>
          <p:cNvSpPr txBox="1"/>
          <p:nvPr/>
        </p:nvSpPr>
        <p:spPr>
          <a:xfrm>
            <a:off x="834635" y="1061453"/>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6" name="文本框 5">
            <a:extLst>
              <a:ext uri="{FF2B5EF4-FFF2-40B4-BE49-F238E27FC236}">
                <a16:creationId xmlns:a16="http://schemas.microsoft.com/office/drawing/2014/main" id="{A3606E0F-6798-8C94-F61D-7F7C72EAF124}"/>
              </a:ext>
            </a:extLst>
          </p:cNvPr>
          <p:cNvSpPr txBox="1"/>
          <p:nvPr/>
        </p:nvSpPr>
        <p:spPr>
          <a:xfrm>
            <a:off x="609112" y="1941093"/>
            <a:ext cx="4075183"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Here you can write the case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7" name="文本框 6">
            <a:extLst>
              <a:ext uri="{FF2B5EF4-FFF2-40B4-BE49-F238E27FC236}">
                <a16:creationId xmlns:a16="http://schemas.microsoft.com/office/drawing/2014/main" id="{92D0F794-60F8-9737-C811-A3B92B7576FB}"/>
              </a:ext>
            </a:extLst>
          </p:cNvPr>
          <p:cNvSpPr txBox="1"/>
          <p:nvPr/>
        </p:nvSpPr>
        <p:spPr>
          <a:xfrm>
            <a:off x="848089" y="1531436"/>
            <a:ext cx="3002016" cy="369332"/>
          </a:xfrm>
          <a:prstGeom prst="rect">
            <a:avLst/>
          </a:prstGeom>
          <a:noFill/>
        </p:spPr>
        <p:txBody>
          <a:bodyPr wrap="square">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dirty="0">
                <a:solidFill>
                  <a:srgbClr val="1E344D"/>
                </a:solidFill>
                <a:latin typeface="Alibaba PuHuiTi" pitchFamily="18" charset="-122"/>
                <a:ea typeface="Alibaba PuHuiTi" pitchFamily="18" charset="-122"/>
                <a:cs typeface="Alibaba PuHuiTi" pitchFamily="18" charset="-122"/>
              </a:rPr>
              <a:t>:</a:t>
            </a:r>
            <a:endParaRPr lang="zh-CN" altLang="en-US" dirty="0">
              <a:solidFill>
                <a:srgbClr val="1E344D"/>
              </a:solidFill>
              <a:latin typeface="Alibaba PuHuiTi" pitchFamily="18" charset="-122"/>
              <a:ea typeface="Alibaba PuHuiTi" pitchFamily="18" charset="-122"/>
              <a:cs typeface="Alibaba PuHuiTi" pitchFamily="18" charset="-122"/>
            </a:endParaRPr>
          </a:p>
        </p:txBody>
      </p:sp>
      <p:graphicFrame>
        <p:nvGraphicFramePr>
          <p:cNvPr id="8" name="图表 7">
            <a:extLst>
              <a:ext uri="{FF2B5EF4-FFF2-40B4-BE49-F238E27FC236}">
                <a16:creationId xmlns:a16="http://schemas.microsoft.com/office/drawing/2014/main" id="{A1BF6FFA-5417-2C0D-A3AF-696A11957A0E}"/>
              </a:ext>
            </a:extLst>
          </p:cNvPr>
          <p:cNvGraphicFramePr/>
          <p:nvPr>
            <p:extLst>
              <p:ext uri="{D42A27DB-BD31-4B8C-83A1-F6EECF244321}">
                <p14:modId xmlns:p14="http://schemas.microsoft.com/office/powerpoint/2010/main" val="2293140948"/>
              </p:ext>
            </p:extLst>
          </p:nvPr>
        </p:nvGraphicFramePr>
        <p:xfrm>
          <a:off x="456021" y="2550694"/>
          <a:ext cx="3618674" cy="235819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图表 9">
            <a:extLst>
              <a:ext uri="{FF2B5EF4-FFF2-40B4-BE49-F238E27FC236}">
                <a16:creationId xmlns:a16="http://schemas.microsoft.com/office/drawing/2014/main" id="{0D7DF9A4-4475-644E-5208-8B7DAAB36521}"/>
              </a:ext>
            </a:extLst>
          </p:cNvPr>
          <p:cNvGraphicFramePr/>
          <p:nvPr>
            <p:extLst>
              <p:ext uri="{D42A27DB-BD31-4B8C-83A1-F6EECF244321}">
                <p14:modId xmlns:p14="http://schemas.microsoft.com/office/powerpoint/2010/main" val="955667062"/>
              </p:ext>
            </p:extLst>
          </p:nvPr>
        </p:nvGraphicFramePr>
        <p:xfrm>
          <a:off x="4332913" y="2580419"/>
          <a:ext cx="3640013" cy="177501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图表 10">
            <a:extLst>
              <a:ext uri="{FF2B5EF4-FFF2-40B4-BE49-F238E27FC236}">
                <a16:creationId xmlns:a16="http://schemas.microsoft.com/office/drawing/2014/main" id="{7659789F-4D9D-78D9-51CB-643A6DBB4B1C}"/>
              </a:ext>
            </a:extLst>
          </p:cNvPr>
          <p:cNvGraphicFramePr/>
          <p:nvPr>
            <p:extLst>
              <p:ext uri="{D42A27DB-BD31-4B8C-83A1-F6EECF244321}">
                <p14:modId xmlns:p14="http://schemas.microsoft.com/office/powerpoint/2010/main" val="767680885"/>
              </p:ext>
            </p:extLst>
          </p:nvPr>
        </p:nvGraphicFramePr>
        <p:xfrm>
          <a:off x="8199911" y="2389892"/>
          <a:ext cx="3382489" cy="177501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 name="图表 11">
            <a:extLst>
              <a:ext uri="{FF2B5EF4-FFF2-40B4-BE49-F238E27FC236}">
                <a16:creationId xmlns:a16="http://schemas.microsoft.com/office/drawing/2014/main" id="{459733F7-552B-7ECA-7937-CA46CEA22D4C}"/>
              </a:ext>
            </a:extLst>
          </p:cNvPr>
          <p:cNvGraphicFramePr/>
          <p:nvPr>
            <p:extLst>
              <p:ext uri="{D42A27DB-BD31-4B8C-83A1-F6EECF244321}">
                <p14:modId xmlns:p14="http://schemas.microsoft.com/office/powerpoint/2010/main" val="889963943"/>
              </p:ext>
            </p:extLst>
          </p:nvPr>
        </p:nvGraphicFramePr>
        <p:xfrm>
          <a:off x="4650312" y="4844716"/>
          <a:ext cx="2667562" cy="1384175"/>
        </p:xfrm>
        <a:graphic>
          <a:graphicData uri="http://schemas.openxmlformats.org/drawingml/2006/chart">
            <c:chart xmlns:c="http://schemas.openxmlformats.org/drawingml/2006/chart" xmlns:r="http://schemas.openxmlformats.org/officeDocument/2006/relationships" r:id="rId6"/>
          </a:graphicData>
        </a:graphic>
      </p:graphicFrame>
      <p:cxnSp>
        <p:nvCxnSpPr>
          <p:cNvPr id="13" name="直线连接符 12">
            <a:extLst>
              <a:ext uri="{FF2B5EF4-FFF2-40B4-BE49-F238E27FC236}">
                <a16:creationId xmlns:a16="http://schemas.microsoft.com/office/drawing/2014/main" id="{848A783F-7A50-5DF5-462D-3676393EF460}"/>
              </a:ext>
            </a:extLst>
          </p:cNvPr>
          <p:cNvCxnSpPr>
            <a:cxnSpLocks/>
          </p:cNvCxnSpPr>
          <p:nvPr/>
        </p:nvCxnSpPr>
        <p:spPr>
          <a:xfrm>
            <a:off x="417095" y="1933237"/>
            <a:ext cx="3561347" cy="0"/>
          </a:xfrm>
          <a:prstGeom prst="line">
            <a:avLst/>
          </a:prstGeom>
          <a:ln w="4127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id="{E556976A-8927-20AF-00E7-77976CC688E8}"/>
              </a:ext>
            </a:extLst>
          </p:cNvPr>
          <p:cNvCxnSpPr>
            <a:cxnSpLocks/>
          </p:cNvCxnSpPr>
          <p:nvPr/>
        </p:nvCxnSpPr>
        <p:spPr>
          <a:xfrm>
            <a:off x="4295800" y="1933237"/>
            <a:ext cx="3561347"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BF493E29-7CE3-F087-413C-2027021DDB9E}"/>
              </a:ext>
            </a:extLst>
          </p:cNvPr>
          <p:cNvCxnSpPr>
            <a:cxnSpLocks/>
          </p:cNvCxnSpPr>
          <p:nvPr/>
        </p:nvCxnSpPr>
        <p:spPr>
          <a:xfrm>
            <a:off x="8184232" y="1933237"/>
            <a:ext cx="3561347"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A17760CD-EE1D-CF00-A3E4-7374F2D5E9AF}"/>
              </a:ext>
            </a:extLst>
          </p:cNvPr>
          <p:cNvSpPr/>
          <p:nvPr/>
        </p:nvSpPr>
        <p:spPr>
          <a:xfrm>
            <a:off x="4310096" y="1540085"/>
            <a:ext cx="378182" cy="378182"/>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文本框 18">
            <a:extLst>
              <a:ext uri="{FF2B5EF4-FFF2-40B4-BE49-F238E27FC236}">
                <a16:creationId xmlns:a16="http://schemas.microsoft.com/office/drawing/2014/main" id="{B6297D4D-6F51-5DD9-A8B1-02F112656771}"/>
              </a:ext>
            </a:extLst>
          </p:cNvPr>
          <p:cNvSpPr txBox="1"/>
          <p:nvPr/>
        </p:nvSpPr>
        <p:spPr>
          <a:xfrm>
            <a:off x="4312720" y="1544713"/>
            <a:ext cx="309011" cy="400110"/>
          </a:xfrm>
          <a:prstGeom prst="rect">
            <a:avLst/>
          </a:prstGeom>
          <a:noFill/>
        </p:spPr>
        <p:txBody>
          <a:bodyPr wrap="squar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A</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20" name="矩形 19">
            <a:extLst>
              <a:ext uri="{FF2B5EF4-FFF2-40B4-BE49-F238E27FC236}">
                <a16:creationId xmlns:a16="http://schemas.microsoft.com/office/drawing/2014/main" id="{2E17BCD6-A1A5-9B1E-FEBE-F8784E4B5E94}"/>
              </a:ext>
            </a:extLst>
          </p:cNvPr>
          <p:cNvSpPr/>
          <p:nvPr/>
        </p:nvSpPr>
        <p:spPr>
          <a:xfrm>
            <a:off x="8181608" y="1540085"/>
            <a:ext cx="378182" cy="378182"/>
          </a:xfrm>
          <a:prstGeom prst="rect">
            <a:avLst/>
          </a:prstGeom>
          <a:solidFill>
            <a:srgbClr val="01329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BBB9F44F-5FF3-845A-8519-C6194BAD9A65}"/>
              </a:ext>
            </a:extLst>
          </p:cNvPr>
          <p:cNvSpPr txBox="1"/>
          <p:nvPr/>
        </p:nvSpPr>
        <p:spPr>
          <a:xfrm>
            <a:off x="8184232" y="1544713"/>
            <a:ext cx="309011" cy="400110"/>
          </a:xfrm>
          <a:prstGeom prst="rect">
            <a:avLst/>
          </a:prstGeom>
          <a:solidFill>
            <a:srgbClr val="1E344D"/>
          </a:solidFill>
        </p:spPr>
        <p:txBody>
          <a:bodyPr wrap="squar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B</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22" name="文本框 21">
            <a:extLst>
              <a:ext uri="{FF2B5EF4-FFF2-40B4-BE49-F238E27FC236}">
                <a16:creationId xmlns:a16="http://schemas.microsoft.com/office/drawing/2014/main" id="{66208149-6242-124C-EB6A-1FECF85A919F}"/>
              </a:ext>
            </a:extLst>
          </p:cNvPr>
          <p:cNvSpPr txBox="1"/>
          <p:nvPr/>
        </p:nvSpPr>
        <p:spPr>
          <a:xfrm>
            <a:off x="4696490" y="1529874"/>
            <a:ext cx="2734733" cy="400110"/>
          </a:xfrm>
          <a:prstGeom prst="rect">
            <a:avLst/>
          </a:prstGeom>
          <a:noFill/>
        </p:spPr>
        <p:txBody>
          <a:bodyPr wrap="square">
            <a:spAutoFit/>
          </a:bodyPr>
          <a:lstStyle/>
          <a:p>
            <a:r>
              <a:rPr lang="zh-CN" altLang="en-US" sz="2000" dirty="0">
                <a:solidFill>
                  <a:srgbClr val="1E344D"/>
                </a:solidFill>
                <a:latin typeface="Alibaba PuHuiTi Medium" pitchFamily="18" charset="-122"/>
                <a:ea typeface="Alibaba PuHuiTi Medium" pitchFamily="18" charset="-122"/>
                <a:cs typeface="Alibaba PuHuiTi Medium" pitchFamily="18" charset="-122"/>
              </a:rPr>
              <a:t>Important Headline</a:t>
            </a:r>
          </a:p>
        </p:txBody>
      </p:sp>
      <p:sp>
        <p:nvSpPr>
          <p:cNvPr id="23" name="文本框 22">
            <a:extLst>
              <a:ext uri="{FF2B5EF4-FFF2-40B4-BE49-F238E27FC236}">
                <a16:creationId xmlns:a16="http://schemas.microsoft.com/office/drawing/2014/main" id="{BCC4ECA3-B089-D9FE-F747-DE0DCC6E1759}"/>
              </a:ext>
            </a:extLst>
          </p:cNvPr>
          <p:cNvSpPr txBox="1"/>
          <p:nvPr/>
        </p:nvSpPr>
        <p:spPr>
          <a:xfrm>
            <a:off x="8544635" y="1522034"/>
            <a:ext cx="2734733" cy="400110"/>
          </a:xfrm>
          <a:prstGeom prst="rect">
            <a:avLst/>
          </a:prstGeom>
          <a:noFill/>
        </p:spPr>
        <p:txBody>
          <a:bodyPr wrap="square">
            <a:spAutoFit/>
          </a:bodyPr>
          <a:lstStyle/>
          <a:p>
            <a:r>
              <a:rPr lang="zh-CN" altLang="en-US" sz="2000" dirty="0">
                <a:solidFill>
                  <a:srgbClr val="1E344D"/>
                </a:solidFill>
                <a:latin typeface="Alibaba PuHuiTi Medium" pitchFamily="18" charset="-122"/>
                <a:ea typeface="Alibaba PuHuiTi Medium" pitchFamily="18" charset="-122"/>
                <a:cs typeface="Alibaba PuHuiTi Medium" pitchFamily="18" charset="-122"/>
              </a:rPr>
              <a:t>Important Headline</a:t>
            </a:r>
          </a:p>
        </p:txBody>
      </p:sp>
      <p:sp>
        <p:nvSpPr>
          <p:cNvPr id="24" name="文本框 23">
            <a:extLst>
              <a:ext uri="{FF2B5EF4-FFF2-40B4-BE49-F238E27FC236}">
                <a16:creationId xmlns:a16="http://schemas.microsoft.com/office/drawing/2014/main" id="{8E0A9937-A115-21BC-3AB5-7608BB5B499B}"/>
              </a:ext>
            </a:extLst>
          </p:cNvPr>
          <p:cNvSpPr txBox="1"/>
          <p:nvPr/>
        </p:nvSpPr>
        <p:spPr>
          <a:xfrm>
            <a:off x="8906028" y="1977649"/>
            <a:ext cx="2734733" cy="400110"/>
          </a:xfrm>
          <a:prstGeom prst="rect">
            <a:avLst/>
          </a:prstGeom>
          <a:noFill/>
        </p:spPr>
        <p:txBody>
          <a:bodyPr wrap="square">
            <a:spAutoFit/>
          </a:bodyPr>
          <a:lstStyle/>
          <a:p>
            <a:r>
              <a:rPr lang="en" altLang="zh-CN" sz="2000" i="1" dirty="0">
                <a:solidFill>
                  <a:srgbClr val="1E344D"/>
                </a:solidFill>
                <a:latin typeface="Alibaba PuHuiTi Medium" pitchFamily="18" charset="-122"/>
                <a:ea typeface="Alibaba PuHuiTi Medium" pitchFamily="18" charset="-122"/>
                <a:cs typeface="Alibaba PuHuiTi Medium" pitchFamily="18" charset="-122"/>
              </a:rPr>
              <a:t>WRITE HERE</a:t>
            </a:r>
            <a:r>
              <a:rPr lang="zh-CN" altLang="en-US" sz="2000" i="1" dirty="0">
                <a:solidFill>
                  <a:srgbClr val="1E344D"/>
                </a:solidFill>
                <a:latin typeface="Alibaba PuHuiTi Medium" pitchFamily="18" charset="-122"/>
                <a:ea typeface="Alibaba PuHuiTi Medium" pitchFamily="18" charset="-122"/>
                <a:cs typeface="Alibaba PuHuiTi Medium" pitchFamily="18" charset="-122"/>
              </a:rPr>
              <a:t>（</a:t>
            </a:r>
            <a:r>
              <a:rPr lang="en-US" altLang="zh-CN" sz="2000" i="1" dirty="0">
                <a:solidFill>
                  <a:srgbClr val="1E344D"/>
                </a:solidFill>
                <a:latin typeface="Alibaba PuHuiTi Medium" pitchFamily="18" charset="-122"/>
                <a:ea typeface="Alibaba PuHuiTi Medium" pitchFamily="18" charset="-122"/>
                <a:cs typeface="Alibaba PuHuiTi Medium" pitchFamily="18" charset="-122"/>
              </a:rPr>
              <a:t>bn.$)</a:t>
            </a:r>
            <a:endParaRPr lang="zh-CN" altLang="en-US" sz="2000" i="1"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矩形 25">
            <a:extLst>
              <a:ext uri="{FF2B5EF4-FFF2-40B4-BE49-F238E27FC236}">
                <a16:creationId xmlns:a16="http://schemas.microsoft.com/office/drawing/2014/main" id="{1E4996E0-5C90-25B3-45B2-2EF1234397D7}"/>
              </a:ext>
            </a:extLst>
          </p:cNvPr>
          <p:cNvSpPr/>
          <p:nvPr/>
        </p:nvSpPr>
        <p:spPr>
          <a:xfrm>
            <a:off x="4295799" y="1355456"/>
            <a:ext cx="7495147" cy="5302018"/>
          </a:xfrm>
          <a:prstGeom prst="rect">
            <a:avLst/>
          </a:prstGeom>
          <a:noFill/>
          <a:ln w="22225">
            <a:solidFill>
              <a:schemeClr val="bg1">
                <a:lumMod val="5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7" name="文本框 26">
            <a:extLst>
              <a:ext uri="{FF2B5EF4-FFF2-40B4-BE49-F238E27FC236}">
                <a16:creationId xmlns:a16="http://schemas.microsoft.com/office/drawing/2014/main" id="{4AA5CC3B-E315-E8A6-9251-B012F273274C}"/>
              </a:ext>
            </a:extLst>
          </p:cNvPr>
          <p:cNvSpPr txBox="1"/>
          <p:nvPr/>
        </p:nvSpPr>
        <p:spPr>
          <a:xfrm>
            <a:off x="7746450" y="4110554"/>
            <a:ext cx="646331" cy="1015663"/>
          </a:xfrm>
          <a:prstGeom prst="rect">
            <a:avLst/>
          </a:prstGeom>
          <a:noFill/>
        </p:spPr>
        <p:txBody>
          <a:bodyPr wrap="none" rtlCol="0">
            <a:spAutoFit/>
          </a:bodyPr>
          <a:lstStyle/>
          <a:p>
            <a:r>
              <a:rPr kumimoji="1" lang="en-US" altLang="zh-CN" sz="6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6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8" name="右箭头 27">
            <a:extLst>
              <a:ext uri="{FF2B5EF4-FFF2-40B4-BE49-F238E27FC236}">
                <a16:creationId xmlns:a16="http://schemas.microsoft.com/office/drawing/2014/main" id="{4AB66499-FA30-7B97-81C6-F8B977C0D700}"/>
              </a:ext>
            </a:extLst>
          </p:cNvPr>
          <p:cNvSpPr/>
          <p:nvPr/>
        </p:nvSpPr>
        <p:spPr>
          <a:xfrm>
            <a:off x="4058652" y="4443663"/>
            <a:ext cx="417095" cy="487560"/>
          </a:xfrm>
          <a:prstGeom prst="rightArrow">
            <a:avLst>
              <a:gd name="adj1" fmla="val 50000"/>
              <a:gd name="adj2" fmla="val 46154"/>
            </a:avLst>
          </a:prstGeom>
          <a:solidFill>
            <a:srgbClr val="BB3023"/>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2" name="三角形 31">
            <a:extLst>
              <a:ext uri="{FF2B5EF4-FFF2-40B4-BE49-F238E27FC236}">
                <a16:creationId xmlns:a16="http://schemas.microsoft.com/office/drawing/2014/main" id="{DFB6D800-CDFE-3E82-C9E0-658926A8916B}"/>
              </a:ext>
            </a:extLst>
          </p:cNvPr>
          <p:cNvSpPr/>
          <p:nvPr/>
        </p:nvSpPr>
        <p:spPr>
          <a:xfrm rot="10800000">
            <a:off x="1909009" y="4924926"/>
            <a:ext cx="609601" cy="256674"/>
          </a:xfrm>
          <a:prstGeom prst="triangle">
            <a:avLst>
              <a:gd name="adj" fmla="val 50000"/>
            </a:avLst>
          </a:pr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3" name="文本框 32">
            <a:extLst>
              <a:ext uri="{FF2B5EF4-FFF2-40B4-BE49-F238E27FC236}">
                <a16:creationId xmlns:a16="http://schemas.microsoft.com/office/drawing/2014/main" id="{ECB32FAD-7CFB-F2B9-BF1C-11B0D1C0B56E}"/>
              </a:ext>
            </a:extLst>
          </p:cNvPr>
          <p:cNvSpPr txBox="1"/>
          <p:nvPr/>
        </p:nvSpPr>
        <p:spPr>
          <a:xfrm>
            <a:off x="635606" y="5181140"/>
            <a:ext cx="2988670"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34" name="文本框 33">
            <a:extLst>
              <a:ext uri="{FF2B5EF4-FFF2-40B4-BE49-F238E27FC236}">
                <a16:creationId xmlns:a16="http://schemas.microsoft.com/office/drawing/2014/main" id="{62CF6A56-F906-00C6-29EC-BCF734D07731}"/>
              </a:ext>
            </a:extLst>
          </p:cNvPr>
          <p:cNvSpPr txBox="1"/>
          <p:nvPr/>
        </p:nvSpPr>
        <p:spPr>
          <a:xfrm>
            <a:off x="648930" y="5505043"/>
            <a:ext cx="3153049"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5" name="文本框 34">
            <a:extLst>
              <a:ext uri="{FF2B5EF4-FFF2-40B4-BE49-F238E27FC236}">
                <a16:creationId xmlns:a16="http://schemas.microsoft.com/office/drawing/2014/main" id="{27A370DC-0966-7BC3-1D25-25AB76D815BA}"/>
              </a:ext>
            </a:extLst>
          </p:cNvPr>
          <p:cNvSpPr txBox="1"/>
          <p:nvPr/>
        </p:nvSpPr>
        <p:spPr>
          <a:xfrm>
            <a:off x="648930" y="5997044"/>
            <a:ext cx="3153049"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7" name="椭圆 36">
            <a:extLst>
              <a:ext uri="{FF2B5EF4-FFF2-40B4-BE49-F238E27FC236}">
                <a16:creationId xmlns:a16="http://schemas.microsoft.com/office/drawing/2014/main" id="{61C72803-605C-0BEF-D555-FE72C1B4CAF2}"/>
              </a:ext>
            </a:extLst>
          </p:cNvPr>
          <p:cNvSpPr/>
          <p:nvPr/>
        </p:nvSpPr>
        <p:spPr>
          <a:xfrm>
            <a:off x="1487731" y="2761683"/>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F5E6B3D6-68B5-2BDE-6A21-4716391F09F4}"/>
              </a:ext>
            </a:extLst>
          </p:cNvPr>
          <p:cNvSpPr txBox="1"/>
          <p:nvPr/>
        </p:nvSpPr>
        <p:spPr>
          <a:xfrm>
            <a:off x="1491465" y="2779970"/>
            <a:ext cx="835924"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2" name="椭圆 41">
            <a:extLst>
              <a:ext uri="{FF2B5EF4-FFF2-40B4-BE49-F238E27FC236}">
                <a16:creationId xmlns:a16="http://schemas.microsoft.com/office/drawing/2014/main" id="{813E9B9E-6A48-B658-6CAB-43A573AED0E3}"/>
              </a:ext>
            </a:extLst>
          </p:cNvPr>
          <p:cNvSpPr/>
          <p:nvPr/>
        </p:nvSpPr>
        <p:spPr>
          <a:xfrm>
            <a:off x="2923914" y="2761683"/>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文本框 42">
            <a:extLst>
              <a:ext uri="{FF2B5EF4-FFF2-40B4-BE49-F238E27FC236}">
                <a16:creationId xmlns:a16="http://schemas.microsoft.com/office/drawing/2014/main" id="{61AB9F0C-164C-F902-6771-5CCCA9E7DC5C}"/>
              </a:ext>
            </a:extLst>
          </p:cNvPr>
          <p:cNvSpPr txBox="1"/>
          <p:nvPr/>
        </p:nvSpPr>
        <p:spPr>
          <a:xfrm>
            <a:off x="2927648" y="2779970"/>
            <a:ext cx="835924"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5" name="直线连接符 44">
            <a:extLst>
              <a:ext uri="{FF2B5EF4-FFF2-40B4-BE49-F238E27FC236}">
                <a16:creationId xmlns:a16="http://schemas.microsoft.com/office/drawing/2014/main" id="{B430891A-A55F-0106-74CF-6A403D456900}"/>
              </a:ext>
            </a:extLst>
          </p:cNvPr>
          <p:cNvCxnSpPr>
            <a:endCxn id="38" idx="3"/>
          </p:cNvCxnSpPr>
          <p:nvPr/>
        </p:nvCxnSpPr>
        <p:spPr>
          <a:xfrm flipV="1">
            <a:off x="1524000" y="2949247"/>
            <a:ext cx="803389" cy="724395"/>
          </a:xfrm>
          <a:prstGeom prst="line">
            <a:avLst/>
          </a:prstGeom>
          <a:ln w="317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直线连接符 45">
            <a:extLst>
              <a:ext uri="{FF2B5EF4-FFF2-40B4-BE49-F238E27FC236}">
                <a16:creationId xmlns:a16="http://schemas.microsoft.com/office/drawing/2014/main" id="{3F581AE3-C86F-D7F0-3ABC-9D55647E4A15}"/>
              </a:ext>
            </a:extLst>
          </p:cNvPr>
          <p:cNvCxnSpPr>
            <a:cxnSpLocks/>
          </p:cNvCxnSpPr>
          <p:nvPr/>
        </p:nvCxnSpPr>
        <p:spPr>
          <a:xfrm flipH="1" flipV="1">
            <a:off x="2711116" y="2967789"/>
            <a:ext cx="641684" cy="1074822"/>
          </a:xfrm>
          <a:prstGeom prst="line">
            <a:avLst/>
          </a:prstGeom>
          <a:ln w="317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 name="直线箭头连接符 50">
            <a:extLst>
              <a:ext uri="{FF2B5EF4-FFF2-40B4-BE49-F238E27FC236}">
                <a16:creationId xmlns:a16="http://schemas.microsoft.com/office/drawing/2014/main" id="{37028D4A-5A3B-0F8A-404A-843B453FC782}"/>
              </a:ext>
            </a:extLst>
          </p:cNvPr>
          <p:cNvCxnSpPr>
            <a:cxnSpLocks/>
          </p:cNvCxnSpPr>
          <p:nvPr/>
        </p:nvCxnSpPr>
        <p:spPr>
          <a:xfrm flipV="1">
            <a:off x="4704132" y="2614863"/>
            <a:ext cx="2899826" cy="43286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2" name="椭圆 51">
            <a:extLst>
              <a:ext uri="{FF2B5EF4-FFF2-40B4-BE49-F238E27FC236}">
                <a16:creationId xmlns:a16="http://schemas.microsoft.com/office/drawing/2014/main" id="{45EAA62D-EB75-44CF-9D50-82AA3AC2CF42}"/>
              </a:ext>
            </a:extLst>
          </p:cNvPr>
          <p:cNvSpPr/>
          <p:nvPr/>
        </p:nvSpPr>
        <p:spPr>
          <a:xfrm>
            <a:off x="5939024" y="2650858"/>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文本框 52">
            <a:extLst>
              <a:ext uri="{FF2B5EF4-FFF2-40B4-BE49-F238E27FC236}">
                <a16:creationId xmlns:a16="http://schemas.microsoft.com/office/drawing/2014/main" id="{0DB06F16-8945-51E2-3282-9AB805A84B0F}"/>
              </a:ext>
            </a:extLst>
          </p:cNvPr>
          <p:cNvSpPr txBox="1"/>
          <p:nvPr/>
        </p:nvSpPr>
        <p:spPr>
          <a:xfrm>
            <a:off x="5942758" y="2650637"/>
            <a:ext cx="835924"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+13%</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EE048EBB-3A03-820E-0531-CA2C54E589FA}"/>
              </a:ext>
            </a:extLst>
          </p:cNvPr>
          <p:cNvSpPr txBox="1"/>
          <p:nvPr/>
        </p:nvSpPr>
        <p:spPr>
          <a:xfrm>
            <a:off x="4655477" y="1977649"/>
            <a:ext cx="2734733" cy="400110"/>
          </a:xfrm>
          <a:prstGeom prst="rect">
            <a:avLst/>
          </a:prstGeom>
          <a:noFill/>
        </p:spPr>
        <p:txBody>
          <a:bodyPr wrap="square">
            <a:spAutoFit/>
          </a:bodyPr>
          <a:lstStyle/>
          <a:p>
            <a:r>
              <a:rPr lang="en" altLang="zh-CN" sz="2000" i="1" dirty="0">
                <a:solidFill>
                  <a:srgbClr val="1E344D"/>
                </a:solidFill>
                <a:latin typeface="Alibaba PuHuiTi Medium" pitchFamily="18" charset="-122"/>
                <a:ea typeface="Alibaba PuHuiTi Medium" pitchFamily="18" charset="-122"/>
                <a:cs typeface="Alibaba PuHuiTi Medium" pitchFamily="18" charset="-122"/>
              </a:rPr>
              <a:t>WRITE HERE</a:t>
            </a:r>
            <a:r>
              <a:rPr lang="zh-CN" altLang="en-US" sz="2000" i="1" dirty="0">
                <a:solidFill>
                  <a:srgbClr val="1E344D"/>
                </a:solidFill>
                <a:latin typeface="Alibaba PuHuiTi Medium" pitchFamily="18" charset="-122"/>
                <a:ea typeface="Alibaba PuHuiTi Medium" pitchFamily="18" charset="-122"/>
                <a:cs typeface="Alibaba PuHuiTi Medium" pitchFamily="18" charset="-122"/>
              </a:rPr>
              <a:t>（</a:t>
            </a:r>
            <a:r>
              <a:rPr lang="en-US" altLang="zh-CN" sz="2000" i="1" dirty="0">
                <a:solidFill>
                  <a:srgbClr val="1E344D"/>
                </a:solidFill>
                <a:latin typeface="Alibaba PuHuiTi Medium" pitchFamily="18" charset="-122"/>
                <a:ea typeface="Alibaba PuHuiTi Medium" pitchFamily="18" charset="-122"/>
                <a:cs typeface="Alibaba PuHuiTi Medium" pitchFamily="18" charset="-122"/>
              </a:rPr>
              <a:t>¥</a:t>
            </a:r>
            <a:r>
              <a:rPr lang="zh-CN" altLang="en-US" sz="2000" i="1" dirty="0">
                <a:solidFill>
                  <a:srgbClr val="1E344D"/>
                </a:solidFill>
                <a:latin typeface="Alibaba PuHuiTi Medium" pitchFamily="18" charset="-122"/>
                <a:ea typeface="Alibaba PuHuiTi Medium" pitchFamily="18" charset="-122"/>
                <a:cs typeface="Alibaba PuHuiTi Medium" pitchFamily="18" charset="-122"/>
              </a:rPr>
              <a:t>）</a:t>
            </a:r>
          </a:p>
        </p:txBody>
      </p:sp>
      <p:cxnSp>
        <p:nvCxnSpPr>
          <p:cNvPr id="58" name="直线连接符 57">
            <a:extLst>
              <a:ext uri="{FF2B5EF4-FFF2-40B4-BE49-F238E27FC236}">
                <a16:creationId xmlns:a16="http://schemas.microsoft.com/office/drawing/2014/main" id="{9259F8AB-F3B6-1F8F-5A05-E7833B7D6F25}"/>
              </a:ext>
            </a:extLst>
          </p:cNvPr>
          <p:cNvCxnSpPr>
            <a:cxnSpLocks/>
          </p:cNvCxnSpPr>
          <p:nvPr/>
        </p:nvCxnSpPr>
        <p:spPr>
          <a:xfrm>
            <a:off x="6502400" y="5167162"/>
            <a:ext cx="1007979" cy="0"/>
          </a:xfrm>
          <a:prstGeom prst="line">
            <a:avLst/>
          </a:prstGeom>
          <a:ln w="1270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4C35F652-D3F9-F907-13FF-029DCBB34BCE}"/>
              </a:ext>
            </a:extLst>
          </p:cNvPr>
          <p:cNvCxnSpPr>
            <a:cxnSpLocks/>
          </p:cNvCxnSpPr>
          <p:nvPr/>
        </p:nvCxnSpPr>
        <p:spPr>
          <a:xfrm>
            <a:off x="5045242" y="5640928"/>
            <a:ext cx="2483318" cy="0"/>
          </a:xfrm>
          <a:prstGeom prst="line">
            <a:avLst/>
          </a:prstGeom>
          <a:ln w="1270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77" name="文本框 576">
            <a:extLst>
              <a:ext uri="{FF2B5EF4-FFF2-40B4-BE49-F238E27FC236}">
                <a16:creationId xmlns:a16="http://schemas.microsoft.com/office/drawing/2014/main" id="{FDE3E3C2-79E4-8B49-E08F-35980ECD7E78}"/>
              </a:ext>
            </a:extLst>
          </p:cNvPr>
          <p:cNvSpPr txBox="1"/>
          <p:nvPr/>
        </p:nvSpPr>
        <p:spPr>
          <a:xfrm>
            <a:off x="4627136" y="4395584"/>
            <a:ext cx="3153049" cy="461665"/>
          </a:xfrm>
          <a:prstGeom prst="rect">
            <a:avLst/>
          </a:prstGeom>
          <a:noFill/>
        </p:spPr>
        <p:txBody>
          <a:bodyPr wrap="square" rtlCol="0">
            <a:spAutoFit/>
          </a:bodyPr>
          <a:lstStyle/>
          <a:p>
            <a:pPr marL="285750" indent="-285750" algn="just">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8" name="文本框 577">
            <a:extLst>
              <a:ext uri="{FF2B5EF4-FFF2-40B4-BE49-F238E27FC236}">
                <a16:creationId xmlns:a16="http://schemas.microsoft.com/office/drawing/2014/main" id="{8E101A0E-884D-2FEF-5087-DF42E81A55C4}"/>
              </a:ext>
            </a:extLst>
          </p:cNvPr>
          <p:cNvSpPr txBox="1"/>
          <p:nvPr/>
        </p:nvSpPr>
        <p:spPr>
          <a:xfrm>
            <a:off x="4627136" y="6165304"/>
            <a:ext cx="3153049" cy="461665"/>
          </a:xfrm>
          <a:prstGeom prst="rect">
            <a:avLst/>
          </a:prstGeom>
          <a:noFill/>
        </p:spPr>
        <p:txBody>
          <a:bodyPr wrap="square" rtlCol="0">
            <a:spAutoFit/>
          </a:bodyPr>
          <a:lstStyle/>
          <a:p>
            <a:pPr marL="285750" indent="-285750" algn="just">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2" name="左大括号 581">
            <a:extLst>
              <a:ext uri="{FF2B5EF4-FFF2-40B4-BE49-F238E27FC236}">
                <a16:creationId xmlns:a16="http://schemas.microsoft.com/office/drawing/2014/main" id="{AECC61D2-E444-4047-1412-058DD3E40C26}"/>
              </a:ext>
            </a:extLst>
          </p:cNvPr>
          <p:cNvSpPr/>
          <p:nvPr/>
        </p:nvSpPr>
        <p:spPr>
          <a:xfrm rot="16200000">
            <a:off x="9773653" y="2827420"/>
            <a:ext cx="473242" cy="2695074"/>
          </a:xfrm>
          <a:prstGeom prst="leftBrace">
            <a:avLst>
              <a:gd name="adj1" fmla="val 37154"/>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83" name="椭圆 582">
            <a:extLst>
              <a:ext uri="{FF2B5EF4-FFF2-40B4-BE49-F238E27FC236}">
                <a16:creationId xmlns:a16="http://schemas.microsoft.com/office/drawing/2014/main" id="{B8C17B5C-0F50-8EC5-3D22-5CC3459E7650}"/>
              </a:ext>
            </a:extLst>
          </p:cNvPr>
          <p:cNvSpPr/>
          <p:nvPr/>
        </p:nvSpPr>
        <p:spPr>
          <a:xfrm>
            <a:off x="9407781" y="4502551"/>
            <a:ext cx="1208485" cy="315195"/>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4" name="文本框 583">
            <a:extLst>
              <a:ext uri="{FF2B5EF4-FFF2-40B4-BE49-F238E27FC236}">
                <a16:creationId xmlns:a16="http://schemas.microsoft.com/office/drawing/2014/main" id="{F933FC2C-AB44-A8E5-D417-7BCCF25D3E9A}"/>
              </a:ext>
            </a:extLst>
          </p:cNvPr>
          <p:cNvSpPr txBox="1"/>
          <p:nvPr/>
        </p:nvSpPr>
        <p:spPr>
          <a:xfrm>
            <a:off x="9527043" y="4495638"/>
            <a:ext cx="1164105"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+0.234%</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5" name="文本框 584">
            <a:extLst>
              <a:ext uri="{FF2B5EF4-FFF2-40B4-BE49-F238E27FC236}">
                <a16:creationId xmlns:a16="http://schemas.microsoft.com/office/drawing/2014/main" id="{E6FBFFA2-986B-4CBB-A7E5-B928C5E59F0D}"/>
              </a:ext>
            </a:extLst>
          </p:cNvPr>
          <p:cNvSpPr txBox="1"/>
          <p:nvPr/>
        </p:nvSpPr>
        <p:spPr>
          <a:xfrm>
            <a:off x="8448019" y="5013176"/>
            <a:ext cx="3153049" cy="461665"/>
          </a:xfrm>
          <a:prstGeom prst="rect">
            <a:avLst/>
          </a:prstGeom>
          <a:noFill/>
        </p:spPr>
        <p:txBody>
          <a:bodyPr wrap="square" rtlCol="0">
            <a:spAutoFit/>
          </a:bodyPr>
          <a:lstStyle/>
          <a:p>
            <a:pPr marL="285750" indent="-285750" algn="just">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722D3F03-9361-1B4B-3656-4F2292E02387}"/>
              </a:ext>
            </a:extLst>
          </p:cNvPr>
          <p:cNvSpPr txBox="1"/>
          <p:nvPr/>
        </p:nvSpPr>
        <p:spPr>
          <a:xfrm>
            <a:off x="8448019" y="5517232"/>
            <a:ext cx="3153049" cy="461665"/>
          </a:xfrm>
          <a:prstGeom prst="rect">
            <a:avLst/>
          </a:prstGeom>
          <a:noFill/>
        </p:spPr>
        <p:txBody>
          <a:bodyPr wrap="square" rtlCol="0">
            <a:spAutoFit/>
          </a:bodyPr>
          <a:lstStyle/>
          <a:p>
            <a:pPr marL="285750" indent="-285750" algn="just">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7" name="文本框 586">
            <a:extLst>
              <a:ext uri="{FF2B5EF4-FFF2-40B4-BE49-F238E27FC236}">
                <a16:creationId xmlns:a16="http://schemas.microsoft.com/office/drawing/2014/main" id="{031BDBE1-EDB9-B990-2E48-1CCE13C90526}"/>
              </a:ext>
            </a:extLst>
          </p:cNvPr>
          <p:cNvSpPr txBox="1"/>
          <p:nvPr/>
        </p:nvSpPr>
        <p:spPr>
          <a:xfrm>
            <a:off x="8448019" y="6021288"/>
            <a:ext cx="3153049" cy="461665"/>
          </a:xfrm>
          <a:prstGeom prst="rect">
            <a:avLst/>
          </a:prstGeom>
          <a:noFill/>
        </p:spPr>
        <p:txBody>
          <a:bodyPr wrap="square" rtlCol="0">
            <a:spAutoFit/>
          </a:bodyPr>
          <a:lstStyle/>
          <a:p>
            <a:pPr marL="285750" indent="-285750" algn="just">
              <a:buFont typeface="Wingdings" pitchFamily="2" charset="2"/>
              <a:buChar char="l"/>
            </a:pPr>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圆角矩形 8">
            <a:extLst>
              <a:ext uri="{FF2B5EF4-FFF2-40B4-BE49-F238E27FC236}">
                <a16:creationId xmlns:a16="http://schemas.microsoft.com/office/drawing/2014/main" id="{751FA07B-7043-0F97-3763-FA9B7C85E10D}"/>
              </a:ext>
            </a:extLst>
          </p:cNvPr>
          <p:cNvSpPr/>
          <p:nvPr/>
        </p:nvSpPr>
        <p:spPr>
          <a:xfrm>
            <a:off x="4295799" y="1044113"/>
            <a:ext cx="7511189" cy="431762"/>
          </a:xfrm>
          <a:prstGeom prst="roundRect">
            <a:avLst>
              <a:gd name="adj" fmla="val 0"/>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文本框 30">
            <a:extLst>
              <a:ext uri="{FF2B5EF4-FFF2-40B4-BE49-F238E27FC236}">
                <a16:creationId xmlns:a16="http://schemas.microsoft.com/office/drawing/2014/main" id="{047F5B4A-1F4A-746A-98A4-B4FE190D3D67}"/>
              </a:ext>
            </a:extLst>
          </p:cNvPr>
          <p:cNvSpPr txBox="1"/>
          <p:nvPr/>
        </p:nvSpPr>
        <p:spPr>
          <a:xfrm>
            <a:off x="7153687" y="1050331"/>
            <a:ext cx="1518364" cy="461665"/>
          </a:xfrm>
          <a:prstGeom prst="rect">
            <a:avLst/>
          </a:prstGeom>
          <a:noFill/>
        </p:spPr>
        <p:txBody>
          <a:bodyPr wrap="none" rtlCol="0">
            <a:spAutoFit/>
          </a:bodyPr>
          <a:lstStyle/>
          <a:p>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Kevin</a:t>
            </a:r>
            <a:r>
              <a:rPr kumimoji="1" lang="zh-CN" altLang="en-US" sz="24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Lili</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8" name="右箭头 587">
            <a:extLst>
              <a:ext uri="{FF2B5EF4-FFF2-40B4-BE49-F238E27FC236}">
                <a16:creationId xmlns:a16="http://schemas.microsoft.com/office/drawing/2014/main" id="{F2204BBD-F0C8-8657-4411-0D1D2B9C7905}"/>
              </a:ext>
            </a:extLst>
          </p:cNvPr>
          <p:cNvSpPr/>
          <p:nvPr/>
        </p:nvSpPr>
        <p:spPr>
          <a:xfrm rot="16200000">
            <a:off x="7027242" y="5363975"/>
            <a:ext cx="417095" cy="97864"/>
          </a:xfrm>
          <a:prstGeom prst="rightArrow">
            <a:avLst>
              <a:gd name="adj1" fmla="val 50000"/>
              <a:gd name="adj2" fmla="val 46154"/>
            </a:avLst>
          </a:prstGeom>
          <a:solidFill>
            <a:srgbClr val="BB3023"/>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9" name="椭圆 588">
            <a:extLst>
              <a:ext uri="{FF2B5EF4-FFF2-40B4-BE49-F238E27FC236}">
                <a16:creationId xmlns:a16="http://schemas.microsoft.com/office/drawing/2014/main" id="{0D4B96E0-9F98-568E-18D3-16F18AB5FE6E}"/>
              </a:ext>
            </a:extLst>
          </p:cNvPr>
          <p:cNvSpPr/>
          <p:nvPr/>
        </p:nvSpPr>
        <p:spPr>
          <a:xfrm>
            <a:off x="7330153" y="5286178"/>
            <a:ext cx="516958" cy="253671"/>
          </a:xfrm>
          <a:prstGeom prst="ellipse">
            <a:avLst/>
          </a:prstGeom>
          <a:solidFill>
            <a:srgbClr val="BB3023"/>
          </a:solidFill>
          <a:ln w="12700">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0" name="文本框 589">
            <a:extLst>
              <a:ext uri="{FF2B5EF4-FFF2-40B4-BE49-F238E27FC236}">
                <a16:creationId xmlns:a16="http://schemas.microsoft.com/office/drawing/2014/main" id="{1C80474F-7AE1-D250-1F27-30CEE48ED970}"/>
              </a:ext>
            </a:extLst>
          </p:cNvPr>
          <p:cNvSpPr txBox="1"/>
          <p:nvPr/>
        </p:nvSpPr>
        <p:spPr>
          <a:xfrm>
            <a:off x="7340759" y="5278895"/>
            <a:ext cx="513224" cy="261610"/>
          </a:xfrm>
          <a:prstGeom prst="rect">
            <a:avLst/>
          </a:prstGeom>
          <a:noFill/>
        </p:spPr>
        <p:txBody>
          <a:bodyPr wrap="square" rtlCol="0">
            <a:spAutoFit/>
          </a:bodyPr>
          <a:lstStyle/>
          <a:p>
            <a:r>
              <a:rPr kumimoji="1" lang="en-US" altLang="zh-CN" sz="1100" dirty="0">
                <a:solidFill>
                  <a:schemeClr val="bg1"/>
                </a:solidFill>
                <a:latin typeface="Alibaba PuHuiTi Medium" pitchFamily="18" charset="-122"/>
                <a:ea typeface="Alibaba PuHuiTi Medium" pitchFamily="18" charset="-122"/>
                <a:cs typeface="Alibaba PuHuiTi Medium" pitchFamily="18" charset="-122"/>
              </a:rPr>
              <a:t>3.3%</a:t>
            </a:r>
            <a:endParaRPr kumimoji="1" lang="zh-CN" altLang="en-US" sz="1100" dirty="0">
              <a:solidFill>
                <a:schemeClr val="bg1"/>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15690669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 name="Google Shape;163;p21">
            <a:extLst>
              <a:ext uri="{FF2B5EF4-FFF2-40B4-BE49-F238E27FC236}">
                <a16:creationId xmlns:a16="http://schemas.microsoft.com/office/drawing/2014/main" id="{9B096928-20D1-49D8-6C4C-C741616812A6}"/>
              </a:ext>
            </a:extLst>
          </p:cNvPr>
          <p:cNvSpPr txBox="1">
            <a:spLocks noGrp="1"/>
          </p:cNvSpPr>
          <p:nvPr/>
        </p:nvSpPr>
        <p:spPr>
          <a:xfrm>
            <a:off x="5950238" y="3486592"/>
            <a:ext cx="4926600" cy="640200"/>
          </a:xfrm>
          <a:prstGeom prst="rect">
            <a:avLst/>
          </a:prstGeom>
          <a:noFill/>
          <a:ln w="28575" cap="flat" cmpd="sng">
            <a:noFill/>
            <a:prstDash val="solid"/>
            <a:round/>
            <a:headEnd type="none" w="sm" len="sm"/>
            <a:tailEnd type="none" w="sm" len="sm"/>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2400" b="1" dirty="0">
                <a:solidFill>
                  <a:srgbClr val="1E344D"/>
                </a:solidFill>
                <a:latin typeface="Alibaba PuHuiTi Heavy" pitchFamily="18" charset="-122"/>
                <a:ea typeface="Alibaba PuHuiTi Heavy" pitchFamily="18" charset="-122"/>
                <a:cs typeface="Alibaba PuHuiTi Heavy" pitchFamily="18" charset="-122"/>
              </a:rPr>
              <a:t>CERES</a:t>
            </a:r>
            <a:endParaRPr sz="2400"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454" name="Google Shape;217;p21">
            <a:extLst>
              <a:ext uri="{FF2B5EF4-FFF2-40B4-BE49-F238E27FC236}">
                <a16:creationId xmlns:a16="http://schemas.microsoft.com/office/drawing/2014/main" id="{73CB89AF-3B1C-7C64-9AE8-18615C5A788D}"/>
              </a:ext>
            </a:extLst>
          </p:cNvPr>
          <p:cNvSpPr txBox="1"/>
          <p:nvPr/>
        </p:nvSpPr>
        <p:spPr>
          <a:xfrm>
            <a:off x="5015403" y="987373"/>
            <a:ext cx="1851562" cy="6051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800" b="1" dirty="0">
                <a:solidFill>
                  <a:srgbClr val="1E344D"/>
                </a:solidFill>
                <a:latin typeface="Alibaba PuHuiTi Heavy" pitchFamily="18" charset="-122"/>
                <a:ea typeface="Alibaba PuHuiTi Heavy" pitchFamily="18" charset="-122"/>
                <a:cs typeface="Alibaba PuHuiTi Heavy" pitchFamily="18" charset="-122"/>
                <a:sym typeface="Poppins Black"/>
              </a:rPr>
              <a:t>MERCURY</a:t>
            </a:r>
            <a:endParaRPr sz="1800" b="1" dirty="0">
              <a:solidFill>
                <a:srgbClr val="1E344D"/>
              </a:solidFill>
              <a:latin typeface="Alibaba PuHuiTi Heavy" pitchFamily="18" charset="-122"/>
              <a:ea typeface="Alibaba PuHuiTi Heavy" pitchFamily="18" charset="-122"/>
              <a:cs typeface="Alibaba PuHuiTi Heavy" pitchFamily="18" charset="-122"/>
              <a:sym typeface="Poppins Black"/>
            </a:endParaRPr>
          </a:p>
        </p:txBody>
      </p:sp>
      <p:sp>
        <p:nvSpPr>
          <p:cNvPr id="455" name="Google Shape;218;p21">
            <a:extLst>
              <a:ext uri="{FF2B5EF4-FFF2-40B4-BE49-F238E27FC236}">
                <a16:creationId xmlns:a16="http://schemas.microsoft.com/office/drawing/2014/main" id="{B12679FE-7C1D-F96F-3121-B45F15E1FB46}"/>
              </a:ext>
            </a:extLst>
          </p:cNvPr>
          <p:cNvSpPr txBox="1"/>
          <p:nvPr/>
        </p:nvSpPr>
        <p:spPr>
          <a:xfrm>
            <a:off x="5015407" y="1492948"/>
            <a:ext cx="2649300" cy="5965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dirty="0">
                <a:solidFill>
                  <a:srgbClr val="1E344D"/>
                </a:solidFill>
                <a:latin typeface="Alibaba PuHuiTi Medium" pitchFamily="18" charset="-122"/>
                <a:ea typeface="Alibaba PuHuiTi Medium" pitchFamily="18" charset="-122"/>
                <a:cs typeface="Alibaba PuHuiTi Medium" pitchFamily="18" charset="-122"/>
                <a:sym typeface="Karla"/>
              </a:rPr>
              <a:t>Mercury is the smallest planet in the Solar System</a:t>
            </a:r>
            <a:endParaRPr dirty="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456" name="Google Shape;219;p21">
            <a:extLst>
              <a:ext uri="{FF2B5EF4-FFF2-40B4-BE49-F238E27FC236}">
                <a16:creationId xmlns:a16="http://schemas.microsoft.com/office/drawing/2014/main" id="{395ABAB6-8D9F-DF57-CBFB-02508D03B8BB}"/>
              </a:ext>
            </a:extLst>
          </p:cNvPr>
          <p:cNvSpPr/>
          <p:nvPr/>
        </p:nvSpPr>
        <p:spPr>
          <a:xfrm>
            <a:off x="4820852" y="1289329"/>
            <a:ext cx="137693" cy="137693"/>
          </a:xfrm>
          <a:prstGeom prst="ellipse">
            <a:avLst/>
          </a:pr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01329F"/>
              </a:solidFill>
            </a:endParaRPr>
          </a:p>
        </p:txBody>
      </p:sp>
      <p:sp>
        <p:nvSpPr>
          <p:cNvPr id="559" name="Google Shape;166;p21">
            <a:extLst>
              <a:ext uri="{FF2B5EF4-FFF2-40B4-BE49-F238E27FC236}">
                <a16:creationId xmlns:a16="http://schemas.microsoft.com/office/drawing/2014/main" id="{86854335-F99A-269C-9C2F-3B8834E0BB53}"/>
              </a:ext>
            </a:extLst>
          </p:cNvPr>
          <p:cNvSpPr/>
          <p:nvPr/>
        </p:nvSpPr>
        <p:spPr>
          <a:xfrm>
            <a:off x="3364867" y="5244208"/>
            <a:ext cx="1113168" cy="248466"/>
          </a:xfrm>
          <a:custGeom>
            <a:avLst/>
            <a:gdLst/>
            <a:ahLst/>
            <a:cxnLst/>
            <a:rect l="l" t="t" r="r" b="b"/>
            <a:pathLst>
              <a:path w="59156" h="13204" extrusionOk="0">
                <a:moveTo>
                  <a:pt x="1" y="0"/>
                </a:moveTo>
                <a:lnTo>
                  <a:pt x="1" y="0"/>
                </a:lnTo>
                <a:close/>
                <a:moveTo>
                  <a:pt x="59155" y="13203"/>
                </a:move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0" name="Google Shape;167;p21">
            <a:extLst>
              <a:ext uri="{FF2B5EF4-FFF2-40B4-BE49-F238E27FC236}">
                <a16:creationId xmlns:a16="http://schemas.microsoft.com/office/drawing/2014/main" id="{00A1B891-EE09-2B52-280C-E7820755FAF7}"/>
              </a:ext>
            </a:extLst>
          </p:cNvPr>
          <p:cNvSpPr/>
          <p:nvPr/>
        </p:nvSpPr>
        <p:spPr>
          <a:xfrm>
            <a:off x="2221478" y="3940120"/>
            <a:ext cx="3100108" cy="234031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dirty="0">
              <a:solidFill>
                <a:srgbClr val="3F73E4"/>
              </a:solidFill>
            </a:endParaRPr>
          </a:p>
        </p:txBody>
      </p:sp>
      <p:sp>
        <p:nvSpPr>
          <p:cNvPr id="561" name="Google Shape;168;p21">
            <a:extLst>
              <a:ext uri="{FF2B5EF4-FFF2-40B4-BE49-F238E27FC236}">
                <a16:creationId xmlns:a16="http://schemas.microsoft.com/office/drawing/2014/main" id="{9C73C40B-45AC-1C7B-A8F5-CC86EC53C259}"/>
              </a:ext>
            </a:extLst>
          </p:cNvPr>
          <p:cNvSpPr/>
          <p:nvPr/>
        </p:nvSpPr>
        <p:spPr>
          <a:xfrm>
            <a:off x="4482890" y="5781917"/>
            <a:ext cx="834801" cy="612603"/>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2" name="Google Shape;169;p21">
            <a:extLst>
              <a:ext uri="{FF2B5EF4-FFF2-40B4-BE49-F238E27FC236}">
                <a16:creationId xmlns:a16="http://schemas.microsoft.com/office/drawing/2014/main" id="{B4F47819-E138-A988-743D-70580B49D1A2}"/>
              </a:ext>
            </a:extLst>
          </p:cNvPr>
          <p:cNvSpPr/>
          <p:nvPr/>
        </p:nvSpPr>
        <p:spPr>
          <a:xfrm>
            <a:off x="4880598" y="5567887"/>
            <a:ext cx="430262" cy="234692"/>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3" name="Google Shape;170;p21">
            <a:extLst>
              <a:ext uri="{FF2B5EF4-FFF2-40B4-BE49-F238E27FC236}">
                <a16:creationId xmlns:a16="http://schemas.microsoft.com/office/drawing/2014/main" id="{40E0C6A2-BC16-89F5-2DCE-B0E9BFE86FF8}"/>
              </a:ext>
            </a:extLst>
          </p:cNvPr>
          <p:cNvSpPr/>
          <p:nvPr/>
        </p:nvSpPr>
        <p:spPr>
          <a:xfrm>
            <a:off x="4471505" y="5410216"/>
            <a:ext cx="212374" cy="239697"/>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4" name="Google Shape;171;p21">
            <a:extLst>
              <a:ext uri="{FF2B5EF4-FFF2-40B4-BE49-F238E27FC236}">
                <a16:creationId xmlns:a16="http://schemas.microsoft.com/office/drawing/2014/main" id="{14CDA779-B901-5AB0-ECAC-057CFE191FDF}"/>
              </a:ext>
            </a:extLst>
          </p:cNvPr>
          <p:cNvSpPr/>
          <p:nvPr/>
        </p:nvSpPr>
        <p:spPr>
          <a:xfrm>
            <a:off x="4204843" y="5437313"/>
            <a:ext cx="407813" cy="324187"/>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5" name="Google Shape;172;p21">
            <a:extLst>
              <a:ext uri="{FF2B5EF4-FFF2-40B4-BE49-F238E27FC236}">
                <a16:creationId xmlns:a16="http://schemas.microsoft.com/office/drawing/2014/main" id="{C154E683-0173-C3FE-3AEE-384778FBAF02}"/>
              </a:ext>
            </a:extLst>
          </p:cNvPr>
          <p:cNvSpPr/>
          <p:nvPr/>
        </p:nvSpPr>
        <p:spPr>
          <a:xfrm>
            <a:off x="3334947" y="5787600"/>
            <a:ext cx="171070" cy="29763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6" name="Google Shape;173;p21">
            <a:extLst>
              <a:ext uri="{FF2B5EF4-FFF2-40B4-BE49-F238E27FC236}">
                <a16:creationId xmlns:a16="http://schemas.microsoft.com/office/drawing/2014/main" id="{782A8752-D5DB-4A09-0758-9B738C1D2812}"/>
              </a:ext>
            </a:extLst>
          </p:cNvPr>
          <p:cNvSpPr/>
          <p:nvPr/>
        </p:nvSpPr>
        <p:spPr>
          <a:xfrm>
            <a:off x="4877681" y="4555620"/>
            <a:ext cx="201310" cy="31483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7" name="Google Shape;174;p21">
            <a:extLst>
              <a:ext uri="{FF2B5EF4-FFF2-40B4-BE49-F238E27FC236}">
                <a16:creationId xmlns:a16="http://schemas.microsoft.com/office/drawing/2014/main" id="{6863D0F7-6933-054D-52CE-385AC1437BCA}"/>
              </a:ext>
            </a:extLst>
          </p:cNvPr>
          <p:cNvSpPr/>
          <p:nvPr/>
        </p:nvSpPr>
        <p:spPr>
          <a:xfrm>
            <a:off x="5226614" y="6307057"/>
            <a:ext cx="352847" cy="266869"/>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8" name="Google Shape;175;p21">
            <a:extLst>
              <a:ext uri="{FF2B5EF4-FFF2-40B4-BE49-F238E27FC236}">
                <a16:creationId xmlns:a16="http://schemas.microsoft.com/office/drawing/2014/main" id="{167835B0-2327-72C5-E02B-E438033DE80D}"/>
              </a:ext>
            </a:extLst>
          </p:cNvPr>
          <p:cNvSpPr/>
          <p:nvPr/>
        </p:nvSpPr>
        <p:spPr>
          <a:xfrm>
            <a:off x="4778174" y="5128405"/>
            <a:ext cx="175285" cy="290109"/>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69" name="Google Shape;176;p21">
            <a:extLst>
              <a:ext uri="{FF2B5EF4-FFF2-40B4-BE49-F238E27FC236}">
                <a16:creationId xmlns:a16="http://schemas.microsoft.com/office/drawing/2014/main" id="{4DE618BC-999F-DBD8-19FC-586AE33248BE}"/>
              </a:ext>
            </a:extLst>
          </p:cNvPr>
          <p:cNvSpPr/>
          <p:nvPr/>
        </p:nvSpPr>
        <p:spPr>
          <a:xfrm>
            <a:off x="4652963" y="5522613"/>
            <a:ext cx="139532" cy="171183"/>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0" name="Google Shape;177;p21">
            <a:extLst>
              <a:ext uri="{FF2B5EF4-FFF2-40B4-BE49-F238E27FC236}">
                <a16:creationId xmlns:a16="http://schemas.microsoft.com/office/drawing/2014/main" id="{922CD770-AD09-8EC0-FD07-615E7FCDA5A5}"/>
              </a:ext>
            </a:extLst>
          </p:cNvPr>
          <p:cNvSpPr/>
          <p:nvPr/>
        </p:nvSpPr>
        <p:spPr>
          <a:xfrm>
            <a:off x="3283237" y="3942453"/>
            <a:ext cx="195796" cy="12269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1" name="Google Shape;178;p21">
            <a:extLst>
              <a:ext uri="{FF2B5EF4-FFF2-40B4-BE49-F238E27FC236}">
                <a16:creationId xmlns:a16="http://schemas.microsoft.com/office/drawing/2014/main" id="{51D88F0E-A26C-74B6-0301-FAE819BE8A1E}"/>
              </a:ext>
            </a:extLst>
          </p:cNvPr>
          <p:cNvSpPr/>
          <p:nvPr/>
        </p:nvSpPr>
        <p:spPr>
          <a:xfrm>
            <a:off x="2745696" y="3895786"/>
            <a:ext cx="185371" cy="66821"/>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2" name="Google Shape;179;p21">
            <a:extLst>
              <a:ext uri="{FF2B5EF4-FFF2-40B4-BE49-F238E27FC236}">
                <a16:creationId xmlns:a16="http://schemas.microsoft.com/office/drawing/2014/main" id="{F71E44C7-D725-8DC2-CE7E-79F66B16FF5C}"/>
              </a:ext>
            </a:extLst>
          </p:cNvPr>
          <p:cNvSpPr/>
          <p:nvPr/>
        </p:nvSpPr>
        <p:spPr>
          <a:xfrm>
            <a:off x="2411064" y="4344056"/>
            <a:ext cx="87181" cy="87181"/>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3" name="Google Shape;180;p21">
            <a:extLst>
              <a:ext uri="{FF2B5EF4-FFF2-40B4-BE49-F238E27FC236}">
                <a16:creationId xmlns:a16="http://schemas.microsoft.com/office/drawing/2014/main" id="{04D564B4-15BA-FFF7-44F5-B932F05F47A5}"/>
              </a:ext>
            </a:extLst>
          </p:cNvPr>
          <p:cNvSpPr/>
          <p:nvPr/>
        </p:nvSpPr>
        <p:spPr>
          <a:xfrm>
            <a:off x="4610134" y="5733218"/>
            <a:ext cx="162094" cy="62004"/>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4" name="Google Shape;181;p21">
            <a:extLst>
              <a:ext uri="{FF2B5EF4-FFF2-40B4-BE49-F238E27FC236}">
                <a16:creationId xmlns:a16="http://schemas.microsoft.com/office/drawing/2014/main" id="{A7D47B79-0ECE-FB9E-0C13-87DBA1229B9B}"/>
              </a:ext>
            </a:extLst>
          </p:cNvPr>
          <p:cNvSpPr/>
          <p:nvPr/>
        </p:nvSpPr>
        <p:spPr>
          <a:xfrm>
            <a:off x="4342154" y="3960988"/>
            <a:ext cx="197339" cy="41267"/>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5" name="Google Shape;182;p21">
            <a:extLst>
              <a:ext uri="{FF2B5EF4-FFF2-40B4-BE49-F238E27FC236}">
                <a16:creationId xmlns:a16="http://schemas.microsoft.com/office/drawing/2014/main" id="{632FA474-DBBC-2FAB-41DC-61A4FF0CFDD7}"/>
              </a:ext>
            </a:extLst>
          </p:cNvPr>
          <p:cNvSpPr/>
          <p:nvPr/>
        </p:nvSpPr>
        <p:spPr>
          <a:xfrm>
            <a:off x="4922561" y="6435618"/>
            <a:ext cx="94633" cy="73294"/>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6" name="Google Shape;183;p21">
            <a:extLst>
              <a:ext uri="{FF2B5EF4-FFF2-40B4-BE49-F238E27FC236}">
                <a16:creationId xmlns:a16="http://schemas.microsoft.com/office/drawing/2014/main" id="{E7C6400B-E8CD-8D69-949A-9BAF681C33CB}"/>
              </a:ext>
            </a:extLst>
          </p:cNvPr>
          <p:cNvSpPr/>
          <p:nvPr/>
        </p:nvSpPr>
        <p:spPr>
          <a:xfrm>
            <a:off x="4047133" y="5317690"/>
            <a:ext cx="61797" cy="96383"/>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7" name="Google Shape;184;p21">
            <a:extLst>
              <a:ext uri="{FF2B5EF4-FFF2-40B4-BE49-F238E27FC236}">
                <a16:creationId xmlns:a16="http://schemas.microsoft.com/office/drawing/2014/main" id="{5CAC7ABE-0034-2E3C-D630-D0B2104C766B}"/>
              </a:ext>
            </a:extLst>
          </p:cNvPr>
          <p:cNvSpPr/>
          <p:nvPr/>
        </p:nvSpPr>
        <p:spPr>
          <a:xfrm>
            <a:off x="3696563" y="3880976"/>
            <a:ext cx="120997" cy="49791"/>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8" name="Google Shape;185;p21">
            <a:extLst>
              <a:ext uri="{FF2B5EF4-FFF2-40B4-BE49-F238E27FC236}">
                <a16:creationId xmlns:a16="http://schemas.microsoft.com/office/drawing/2014/main" id="{BD8D8FF7-C7FE-4E3F-FD37-0CDF461C7695}"/>
              </a:ext>
            </a:extLst>
          </p:cNvPr>
          <p:cNvSpPr/>
          <p:nvPr/>
        </p:nvSpPr>
        <p:spPr>
          <a:xfrm>
            <a:off x="2864397" y="3881673"/>
            <a:ext cx="88800" cy="4194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79" name="Google Shape;186;p21">
            <a:extLst>
              <a:ext uri="{FF2B5EF4-FFF2-40B4-BE49-F238E27FC236}">
                <a16:creationId xmlns:a16="http://schemas.microsoft.com/office/drawing/2014/main" id="{D900322A-E993-BBA0-2810-6AC10289B965}"/>
              </a:ext>
            </a:extLst>
          </p:cNvPr>
          <p:cNvSpPr/>
          <p:nvPr/>
        </p:nvSpPr>
        <p:spPr>
          <a:xfrm>
            <a:off x="4731996" y="5736850"/>
            <a:ext cx="96270" cy="57694"/>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0" name="Google Shape;187;p21">
            <a:extLst>
              <a:ext uri="{FF2B5EF4-FFF2-40B4-BE49-F238E27FC236}">
                <a16:creationId xmlns:a16="http://schemas.microsoft.com/office/drawing/2014/main" id="{D1A77376-BA17-AE1C-9C69-6D99DAEBA1A5}"/>
              </a:ext>
            </a:extLst>
          </p:cNvPr>
          <p:cNvSpPr/>
          <p:nvPr/>
        </p:nvSpPr>
        <p:spPr>
          <a:xfrm>
            <a:off x="4763591" y="4985016"/>
            <a:ext cx="51014" cy="70641"/>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1" name="Google Shape;188;p21">
            <a:extLst>
              <a:ext uri="{FF2B5EF4-FFF2-40B4-BE49-F238E27FC236}">
                <a16:creationId xmlns:a16="http://schemas.microsoft.com/office/drawing/2014/main" id="{B7CA2FD2-B500-FFA2-64E2-C319715E21FB}"/>
              </a:ext>
            </a:extLst>
          </p:cNvPr>
          <p:cNvSpPr/>
          <p:nvPr/>
        </p:nvSpPr>
        <p:spPr>
          <a:xfrm>
            <a:off x="4758002" y="5283875"/>
            <a:ext cx="56923" cy="73219"/>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2" name="Google Shape;189;p21">
            <a:extLst>
              <a:ext uri="{FF2B5EF4-FFF2-40B4-BE49-F238E27FC236}">
                <a16:creationId xmlns:a16="http://schemas.microsoft.com/office/drawing/2014/main" id="{030B1F45-9124-CFC5-7A66-2072F16AB333}"/>
              </a:ext>
            </a:extLst>
          </p:cNvPr>
          <p:cNvSpPr/>
          <p:nvPr/>
        </p:nvSpPr>
        <p:spPr>
          <a:xfrm>
            <a:off x="3151533" y="3879038"/>
            <a:ext cx="83926" cy="35621"/>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3" name="Google Shape;190;p21">
            <a:extLst>
              <a:ext uri="{FF2B5EF4-FFF2-40B4-BE49-F238E27FC236}">
                <a16:creationId xmlns:a16="http://schemas.microsoft.com/office/drawing/2014/main" id="{3E2A46AA-A11D-37D1-6632-29BA255B6725}"/>
              </a:ext>
            </a:extLst>
          </p:cNvPr>
          <p:cNvSpPr/>
          <p:nvPr/>
        </p:nvSpPr>
        <p:spPr>
          <a:xfrm>
            <a:off x="5461268" y="5992899"/>
            <a:ext cx="55756" cy="60254"/>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4" name="Google Shape;191;p21">
            <a:extLst>
              <a:ext uri="{FF2B5EF4-FFF2-40B4-BE49-F238E27FC236}">
                <a16:creationId xmlns:a16="http://schemas.microsoft.com/office/drawing/2014/main" id="{65639F22-17FE-75EF-CFCD-8F4762BE98B4}"/>
              </a:ext>
            </a:extLst>
          </p:cNvPr>
          <p:cNvSpPr/>
          <p:nvPr/>
        </p:nvSpPr>
        <p:spPr>
          <a:xfrm>
            <a:off x="4955755" y="5477300"/>
            <a:ext cx="49735" cy="60065"/>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5" name="Google Shape;192;p21">
            <a:extLst>
              <a:ext uri="{FF2B5EF4-FFF2-40B4-BE49-F238E27FC236}">
                <a16:creationId xmlns:a16="http://schemas.microsoft.com/office/drawing/2014/main" id="{1A7533C3-D91B-FC21-ECB7-0B23A059CE0D}"/>
              </a:ext>
            </a:extLst>
          </p:cNvPr>
          <p:cNvSpPr/>
          <p:nvPr/>
        </p:nvSpPr>
        <p:spPr>
          <a:xfrm>
            <a:off x="3251698" y="3873186"/>
            <a:ext cx="65654" cy="37748"/>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6" name="Google Shape;193;p21">
            <a:extLst>
              <a:ext uri="{FF2B5EF4-FFF2-40B4-BE49-F238E27FC236}">
                <a16:creationId xmlns:a16="http://schemas.microsoft.com/office/drawing/2014/main" id="{3C5B211D-6BCD-AF13-B204-3CBCF0AEFCA7}"/>
              </a:ext>
            </a:extLst>
          </p:cNvPr>
          <p:cNvSpPr/>
          <p:nvPr/>
        </p:nvSpPr>
        <p:spPr>
          <a:xfrm>
            <a:off x="4996118" y="4036446"/>
            <a:ext cx="61025" cy="31463"/>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7" name="Google Shape;194;p21">
            <a:extLst>
              <a:ext uri="{FF2B5EF4-FFF2-40B4-BE49-F238E27FC236}">
                <a16:creationId xmlns:a16="http://schemas.microsoft.com/office/drawing/2014/main" id="{F25B6202-8C81-8C5E-A4CA-207061DF8936}"/>
              </a:ext>
            </a:extLst>
          </p:cNvPr>
          <p:cNvSpPr/>
          <p:nvPr/>
        </p:nvSpPr>
        <p:spPr>
          <a:xfrm>
            <a:off x="3825444" y="3908883"/>
            <a:ext cx="61383" cy="35358"/>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8" name="Google Shape;195;p21">
            <a:extLst>
              <a:ext uri="{FF2B5EF4-FFF2-40B4-BE49-F238E27FC236}">
                <a16:creationId xmlns:a16="http://schemas.microsoft.com/office/drawing/2014/main" id="{BE271A04-73E2-3E75-E435-8B821701A583}"/>
              </a:ext>
            </a:extLst>
          </p:cNvPr>
          <p:cNvSpPr/>
          <p:nvPr/>
        </p:nvSpPr>
        <p:spPr>
          <a:xfrm>
            <a:off x="4834514" y="5615891"/>
            <a:ext cx="58560" cy="30277"/>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89" name="Google Shape;196;p21">
            <a:extLst>
              <a:ext uri="{FF2B5EF4-FFF2-40B4-BE49-F238E27FC236}">
                <a16:creationId xmlns:a16="http://schemas.microsoft.com/office/drawing/2014/main" id="{566D1249-EC72-DCAE-EBCE-F748A678E3E9}"/>
              </a:ext>
            </a:extLst>
          </p:cNvPr>
          <p:cNvSpPr/>
          <p:nvPr/>
        </p:nvSpPr>
        <p:spPr>
          <a:xfrm>
            <a:off x="3332030" y="3880337"/>
            <a:ext cx="46686" cy="29939"/>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0" name="Google Shape;197;p21">
            <a:extLst>
              <a:ext uri="{FF2B5EF4-FFF2-40B4-BE49-F238E27FC236}">
                <a16:creationId xmlns:a16="http://schemas.microsoft.com/office/drawing/2014/main" id="{015124A7-197E-1B33-F19C-96B0B25F9C29}"/>
              </a:ext>
            </a:extLst>
          </p:cNvPr>
          <p:cNvSpPr/>
          <p:nvPr/>
        </p:nvSpPr>
        <p:spPr>
          <a:xfrm>
            <a:off x="1612713" y="3886208"/>
            <a:ext cx="391555" cy="71544"/>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1" name="Google Shape;198;p21">
            <a:extLst>
              <a:ext uri="{FF2B5EF4-FFF2-40B4-BE49-F238E27FC236}">
                <a16:creationId xmlns:a16="http://schemas.microsoft.com/office/drawing/2014/main" id="{2D6AA876-CFE8-5DF2-0ECE-F5C169F8D59B}"/>
              </a:ext>
            </a:extLst>
          </p:cNvPr>
          <p:cNvSpPr/>
          <p:nvPr/>
        </p:nvSpPr>
        <p:spPr>
          <a:xfrm>
            <a:off x="207215" y="3844621"/>
            <a:ext cx="2433141" cy="2861987"/>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2" name="Google Shape;199;p21">
            <a:extLst>
              <a:ext uri="{FF2B5EF4-FFF2-40B4-BE49-F238E27FC236}">
                <a16:creationId xmlns:a16="http://schemas.microsoft.com/office/drawing/2014/main" id="{637ABCD6-F9DF-682C-2911-50BDE54AC2A6}"/>
              </a:ext>
            </a:extLst>
          </p:cNvPr>
          <p:cNvSpPr/>
          <p:nvPr/>
        </p:nvSpPr>
        <p:spPr>
          <a:xfrm>
            <a:off x="1221836" y="3921302"/>
            <a:ext cx="213014" cy="69004"/>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3" name="Google Shape;200;p21">
            <a:extLst>
              <a:ext uri="{FF2B5EF4-FFF2-40B4-BE49-F238E27FC236}">
                <a16:creationId xmlns:a16="http://schemas.microsoft.com/office/drawing/2014/main" id="{BE27E74D-4208-501D-8385-44ADB52249A0}"/>
              </a:ext>
            </a:extLst>
          </p:cNvPr>
          <p:cNvSpPr/>
          <p:nvPr/>
        </p:nvSpPr>
        <p:spPr>
          <a:xfrm>
            <a:off x="2398381" y="4123214"/>
            <a:ext cx="160664" cy="71939"/>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4" name="Google Shape;201;p21">
            <a:extLst>
              <a:ext uri="{FF2B5EF4-FFF2-40B4-BE49-F238E27FC236}">
                <a16:creationId xmlns:a16="http://schemas.microsoft.com/office/drawing/2014/main" id="{524A4BAF-C8D8-AE27-FEF1-7F36D91FE20B}"/>
              </a:ext>
            </a:extLst>
          </p:cNvPr>
          <p:cNvSpPr/>
          <p:nvPr/>
        </p:nvSpPr>
        <p:spPr>
          <a:xfrm>
            <a:off x="1125246" y="5018643"/>
            <a:ext cx="198393" cy="8513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5" name="Google Shape;202;p21">
            <a:extLst>
              <a:ext uri="{FF2B5EF4-FFF2-40B4-BE49-F238E27FC236}">
                <a16:creationId xmlns:a16="http://schemas.microsoft.com/office/drawing/2014/main" id="{74687F46-B2DB-F771-4260-72F0A3B2F6DC}"/>
              </a:ext>
            </a:extLst>
          </p:cNvPr>
          <p:cNvSpPr/>
          <p:nvPr/>
        </p:nvSpPr>
        <p:spPr>
          <a:xfrm>
            <a:off x="1447194" y="3898138"/>
            <a:ext cx="121956" cy="84321"/>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6" name="Google Shape;203;p21">
            <a:extLst>
              <a:ext uri="{FF2B5EF4-FFF2-40B4-BE49-F238E27FC236}">
                <a16:creationId xmlns:a16="http://schemas.microsoft.com/office/drawing/2014/main" id="{94D543EA-9F1D-2951-036F-1D8410FB45A6}"/>
              </a:ext>
            </a:extLst>
          </p:cNvPr>
          <p:cNvSpPr/>
          <p:nvPr/>
        </p:nvSpPr>
        <p:spPr>
          <a:xfrm>
            <a:off x="1302808" y="5089736"/>
            <a:ext cx="124233" cy="55662"/>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7" name="Google Shape;204;p21">
            <a:extLst>
              <a:ext uri="{FF2B5EF4-FFF2-40B4-BE49-F238E27FC236}">
                <a16:creationId xmlns:a16="http://schemas.microsoft.com/office/drawing/2014/main" id="{C6C2A802-0738-0E5C-DC52-3139A8173414}"/>
              </a:ext>
            </a:extLst>
          </p:cNvPr>
          <p:cNvSpPr/>
          <p:nvPr/>
        </p:nvSpPr>
        <p:spPr>
          <a:xfrm>
            <a:off x="1478412" y="4142445"/>
            <a:ext cx="97569" cy="48568"/>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8" name="Google Shape;205;p21">
            <a:extLst>
              <a:ext uri="{FF2B5EF4-FFF2-40B4-BE49-F238E27FC236}">
                <a16:creationId xmlns:a16="http://schemas.microsoft.com/office/drawing/2014/main" id="{2E072D10-6131-6008-CE41-21BBDE482546}"/>
              </a:ext>
            </a:extLst>
          </p:cNvPr>
          <p:cNvSpPr/>
          <p:nvPr/>
        </p:nvSpPr>
        <p:spPr>
          <a:xfrm>
            <a:off x="1377268" y="3905815"/>
            <a:ext cx="70942" cy="33740"/>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599" name="Google Shape;206;p21">
            <a:extLst>
              <a:ext uri="{FF2B5EF4-FFF2-40B4-BE49-F238E27FC236}">
                <a16:creationId xmlns:a16="http://schemas.microsoft.com/office/drawing/2014/main" id="{7492AD0D-4E15-1D92-8C0C-BE7007589CFF}"/>
              </a:ext>
            </a:extLst>
          </p:cNvPr>
          <p:cNvSpPr/>
          <p:nvPr/>
        </p:nvSpPr>
        <p:spPr>
          <a:xfrm>
            <a:off x="1439385" y="5116701"/>
            <a:ext cx="44579" cy="33363"/>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0" name="Google Shape;207;p21">
            <a:extLst>
              <a:ext uri="{FF2B5EF4-FFF2-40B4-BE49-F238E27FC236}">
                <a16:creationId xmlns:a16="http://schemas.microsoft.com/office/drawing/2014/main" id="{91409358-2EC9-FC8C-4841-3362620756BD}"/>
              </a:ext>
            </a:extLst>
          </p:cNvPr>
          <p:cNvSpPr/>
          <p:nvPr/>
        </p:nvSpPr>
        <p:spPr>
          <a:xfrm>
            <a:off x="1736287" y="6615212"/>
            <a:ext cx="47175" cy="295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1" name="Google Shape;208;p21">
            <a:extLst>
              <a:ext uri="{FF2B5EF4-FFF2-40B4-BE49-F238E27FC236}">
                <a16:creationId xmlns:a16="http://schemas.microsoft.com/office/drawing/2014/main" id="{7FD09025-42C0-A7C1-200D-71C55B1385B7}"/>
              </a:ext>
            </a:extLst>
          </p:cNvPr>
          <p:cNvSpPr/>
          <p:nvPr/>
        </p:nvSpPr>
        <p:spPr>
          <a:xfrm>
            <a:off x="1239073" y="5121274"/>
            <a:ext cx="42283" cy="28810"/>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2" name="Google Shape;209;p21">
            <a:extLst>
              <a:ext uri="{FF2B5EF4-FFF2-40B4-BE49-F238E27FC236}">
                <a16:creationId xmlns:a16="http://schemas.microsoft.com/office/drawing/2014/main" id="{F08960AE-B339-E938-CD5C-06CF9737AF90}"/>
              </a:ext>
            </a:extLst>
          </p:cNvPr>
          <p:cNvSpPr/>
          <p:nvPr/>
        </p:nvSpPr>
        <p:spPr>
          <a:xfrm>
            <a:off x="5334702" y="5677443"/>
            <a:ext cx="35659" cy="40307"/>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3" name="Google Shape;210;p21">
            <a:extLst>
              <a:ext uri="{FF2B5EF4-FFF2-40B4-BE49-F238E27FC236}">
                <a16:creationId xmlns:a16="http://schemas.microsoft.com/office/drawing/2014/main" id="{918EF986-0072-794D-AADB-65EBE92C46CE}"/>
              </a:ext>
            </a:extLst>
          </p:cNvPr>
          <p:cNvSpPr/>
          <p:nvPr/>
        </p:nvSpPr>
        <p:spPr>
          <a:xfrm>
            <a:off x="3261785" y="4071296"/>
            <a:ext cx="41323" cy="28527"/>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4" name="Google Shape;211;p21">
            <a:extLst>
              <a:ext uri="{FF2B5EF4-FFF2-40B4-BE49-F238E27FC236}">
                <a16:creationId xmlns:a16="http://schemas.microsoft.com/office/drawing/2014/main" id="{23DB1171-2708-D3A1-5E39-4FCD68CF9E5A}"/>
              </a:ext>
            </a:extLst>
          </p:cNvPr>
          <p:cNvSpPr/>
          <p:nvPr/>
        </p:nvSpPr>
        <p:spPr>
          <a:xfrm>
            <a:off x="4791177" y="5625224"/>
            <a:ext cx="37729" cy="28094"/>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5" name="Google Shape;212;p21">
            <a:extLst>
              <a:ext uri="{FF2B5EF4-FFF2-40B4-BE49-F238E27FC236}">
                <a16:creationId xmlns:a16="http://schemas.microsoft.com/office/drawing/2014/main" id="{CC75EDD2-E20E-E4B0-9264-96BBE101A153}"/>
              </a:ext>
            </a:extLst>
          </p:cNvPr>
          <p:cNvSpPr/>
          <p:nvPr/>
        </p:nvSpPr>
        <p:spPr>
          <a:xfrm>
            <a:off x="5059778" y="4553287"/>
            <a:ext cx="34681" cy="31764"/>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6" name="Google Shape;213;p21">
            <a:extLst>
              <a:ext uri="{FF2B5EF4-FFF2-40B4-BE49-F238E27FC236}">
                <a16:creationId xmlns:a16="http://schemas.microsoft.com/office/drawing/2014/main" id="{74FE708F-A55B-EE65-D103-E05B4ECB1190}"/>
              </a:ext>
            </a:extLst>
          </p:cNvPr>
          <p:cNvSpPr/>
          <p:nvPr/>
        </p:nvSpPr>
        <p:spPr>
          <a:xfrm>
            <a:off x="2704391" y="4601949"/>
            <a:ext cx="40345" cy="94972"/>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7" name="Google Shape;214;p21">
            <a:extLst>
              <a:ext uri="{FF2B5EF4-FFF2-40B4-BE49-F238E27FC236}">
                <a16:creationId xmlns:a16="http://schemas.microsoft.com/office/drawing/2014/main" id="{AB5AB1C9-A5AF-B88F-3C71-D2E7C7ED89EB}"/>
              </a:ext>
            </a:extLst>
          </p:cNvPr>
          <p:cNvSpPr/>
          <p:nvPr/>
        </p:nvSpPr>
        <p:spPr>
          <a:xfrm>
            <a:off x="2974630" y="4757061"/>
            <a:ext cx="70584" cy="34173"/>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8" name="Google Shape;215;p21">
            <a:extLst>
              <a:ext uri="{FF2B5EF4-FFF2-40B4-BE49-F238E27FC236}">
                <a16:creationId xmlns:a16="http://schemas.microsoft.com/office/drawing/2014/main" id="{2E7E5A98-097F-D95B-2D8D-1995132E094E}"/>
              </a:ext>
            </a:extLst>
          </p:cNvPr>
          <p:cNvSpPr/>
          <p:nvPr/>
        </p:nvSpPr>
        <p:spPr>
          <a:xfrm>
            <a:off x="3136912" y="4766395"/>
            <a:ext cx="38068" cy="28301"/>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609" name="Google Shape;216;p21">
            <a:extLst>
              <a:ext uri="{FF2B5EF4-FFF2-40B4-BE49-F238E27FC236}">
                <a16:creationId xmlns:a16="http://schemas.microsoft.com/office/drawing/2014/main" id="{1036953C-F34F-737A-14E4-5AEA921ED849}"/>
              </a:ext>
            </a:extLst>
          </p:cNvPr>
          <p:cNvSpPr/>
          <p:nvPr/>
        </p:nvSpPr>
        <p:spPr>
          <a:xfrm>
            <a:off x="2602626" y="4664367"/>
            <a:ext cx="33815" cy="28734"/>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3F73E4"/>
              </a:solidFill>
            </a:endParaRPr>
          </a:p>
        </p:txBody>
      </p:sp>
      <p:sp>
        <p:nvSpPr>
          <p:cNvPr id="457" name="Google Shape;220;p21">
            <a:extLst>
              <a:ext uri="{FF2B5EF4-FFF2-40B4-BE49-F238E27FC236}">
                <a16:creationId xmlns:a16="http://schemas.microsoft.com/office/drawing/2014/main" id="{91842229-4982-2BAF-D592-92D9EB8D4C6F}"/>
              </a:ext>
            </a:extLst>
          </p:cNvPr>
          <p:cNvSpPr/>
          <p:nvPr/>
        </p:nvSpPr>
        <p:spPr>
          <a:xfrm>
            <a:off x="2787665" y="4395163"/>
            <a:ext cx="211200" cy="211200"/>
          </a:xfrm>
          <a:prstGeom prst="ellipse">
            <a:avLst/>
          </a:pr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p>
        </p:txBody>
      </p:sp>
      <p:sp>
        <p:nvSpPr>
          <p:cNvPr id="458" name="Google Shape;221;p21">
            <a:extLst>
              <a:ext uri="{FF2B5EF4-FFF2-40B4-BE49-F238E27FC236}">
                <a16:creationId xmlns:a16="http://schemas.microsoft.com/office/drawing/2014/main" id="{0BF0D2B9-1F98-6358-1D4B-596F64714C3A}"/>
              </a:ext>
            </a:extLst>
          </p:cNvPr>
          <p:cNvSpPr/>
          <p:nvPr/>
        </p:nvSpPr>
        <p:spPr>
          <a:xfrm>
            <a:off x="963904" y="4456102"/>
            <a:ext cx="211200" cy="2112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p>
        </p:txBody>
      </p:sp>
      <p:sp>
        <p:nvSpPr>
          <p:cNvPr id="459" name="Google Shape;222;p21">
            <a:extLst>
              <a:ext uri="{FF2B5EF4-FFF2-40B4-BE49-F238E27FC236}">
                <a16:creationId xmlns:a16="http://schemas.microsoft.com/office/drawing/2014/main" id="{4A234ED8-99E0-60E0-7FC8-87D99FBB2C4F}"/>
              </a:ext>
            </a:extLst>
          </p:cNvPr>
          <p:cNvSpPr txBox="1"/>
          <p:nvPr/>
        </p:nvSpPr>
        <p:spPr>
          <a:xfrm>
            <a:off x="5015403" y="2004464"/>
            <a:ext cx="2649300" cy="6051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800" b="1">
                <a:solidFill>
                  <a:srgbClr val="1E344D"/>
                </a:solidFill>
                <a:latin typeface="Alibaba PuHuiTi Heavy" pitchFamily="18" charset="-122"/>
                <a:ea typeface="Alibaba PuHuiTi Heavy" pitchFamily="18" charset="-122"/>
                <a:cs typeface="Alibaba PuHuiTi Heavy" pitchFamily="18" charset="-122"/>
                <a:sym typeface="Poppins Black"/>
              </a:rPr>
              <a:t>VENUS</a:t>
            </a:r>
            <a:endParaRPr sz="1800" b="1">
              <a:solidFill>
                <a:srgbClr val="1E344D"/>
              </a:solidFill>
              <a:latin typeface="Alibaba PuHuiTi Heavy" pitchFamily="18" charset="-122"/>
              <a:ea typeface="Alibaba PuHuiTi Heavy" pitchFamily="18" charset="-122"/>
              <a:cs typeface="Alibaba PuHuiTi Heavy" pitchFamily="18" charset="-122"/>
              <a:sym typeface="Poppins Black"/>
            </a:endParaRPr>
          </a:p>
        </p:txBody>
      </p:sp>
      <p:sp>
        <p:nvSpPr>
          <p:cNvPr id="460" name="Google Shape;223;p21">
            <a:extLst>
              <a:ext uri="{FF2B5EF4-FFF2-40B4-BE49-F238E27FC236}">
                <a16:creationId xmlns:a16="http://schemas.microsoft.com/office/drawing/2014/main" id="{95C72EE6-41BD-5A03-F009-0708ADBB80B7}"/>
              </a:ext>
            </a:extLst>
          </p:cNvPr>
          <p:cNvSpPr txBox="1"/>
          <p:nvPr/>
        </p:nvSpPr>
        <p:spPr>
          <a:xfrm>
            <a:off x="5015407" y="2510039"/>
            <a:ext cx="2649300" cy="59657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dirty="0">
                <a:solidFill>
                  <a:srgbClr val="1E344D"/>
                </a:solidFill>
                <a:latin typeface="Alibaba PuHuiTi Medium" pitchFamily="18" charset="-122"/>
                <a:ea typeface="Alibaba PuHuiTi Medium" pitchFamily="18" charset="-122"/>
                <a:cs typeface="Alibaba PuHuiTi Medium" pitchFamily="18" charset="-122"/>
                <a:sym typeface="Karla"/>
              </a:rPr>
              <a:t>Venus has a beautiful name and it’s terribly hot</a:t>
            </a:r>
            <a:endParaRPr dirty="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476" name="Google Shape;239;p21">
            <a:extLst>
              <a:ext uri="{FF2B5EF4-FFF2-40B4-BE49-F238E27FC236}">
                <a16:creationId xmlns:a16="http://schemas.microsoft.com/office/drawing/2014/main" id="{D12D5067-65AE-2250-C0C3-4A5A5E1A24F4}"/>
              </a:ext>
            </a:extLst>
          </p:cNvPr>
          <p:cNvSpPr txBox="1"/>
          <p:nvPr/>
        </p:nvSpPr>
        <p:spPr>
          <a:xfrm>
            <a:off x="5950238" y="3799626"/>
            <a:ext cx="5981932" cy="824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 sz="1800" dirty="0">
                <a:solidFill>
                  <a:srgbClr val="1E344D"/>
                </a:solidFill>
                <a:latin typeface="Alibaba PuHuiTi Medium" pitchFamily="18" charset="-122"/>
                <a:ea typeface="Alibaba PuHuiTi Medium" pitchFamily="18" charset="-122"/>
                <a:cs typeface="Alibaba PuHuiTi Medium" pitchFamily="18" charset="-122"/>
                <a:sym typeface="Karla"/>
              </a:rPr>
              <a:t>Ceres is located in the main asteroid belt </a:t>
            </a:r>
            <a:r>
              <a:rPr lang="en" altLang="zh-CN" sz="1800" dirty="0">
                <a:solidFill>
                  <a:srgbClr val="1E344D"/>
                </a:solidFill>
                <a:latin typeface="Alibaba PuHuiTi Medium" pitchFamily="18" charset="-122"/>
                <a:ea typeface="Alibaba PuHuiTi Medium" pitchFamily="18" charset="-122"/>
                <a:cs typeface="Alibaba PuHuiTi Medium" pitchFamily="18" charset="-122"/>
                <a:sym typeface="Karla"/>
              </a:rPr>
              <a:t>Ceres is located in the main asteroid belt</a:t>
            </a:r>
          </a:p>
          <a:p>
            <a:pPr marL="0" lvl="0" indent="0" algn="l" rtl="0">
              <a:spcBef>
                <a:spcPts val="0"/>
              </a:spcBef>
              <a:spcAft>
                <a:spcPts val="0"/>
              </a:spcAft>
              <a:buNone/>
            </a:pPr>
            <a:endParaRPr sz="1800" dirty="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477" name="Google Shape;240;p21">
            <a:extLst>
              <a:ext uri="{FF2B5EF4-FFF2-40B4-BE49-F238E27FC236}">
                <a16:creationId xmlns:a16="http://schemas.microsoft.com/office/drawing/2014/main" id="{0AFBDE37-9AEA-B68F-CFE4-E0F4D1E71A5C}"/>
              </a:ext>
            </a:extLst>
          </p:cNvPr>
          <p:cNvSpPr/>
          <p:nvPr/>
        </p:nvSpPr>
        <p:spPr>
          <a:xfrm>
            <a:off x="6050256" y="4529075"/>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78" name="Google Shape;241;p21">
            <a:extLst>
              <a:ext uri="{FF2B5EF4-FFF2-40B4-BE49-F238E27FC236}">
                <a16:creationId xmlns:a16="http://schemas.microsoft.com/office/drawing/2014/main" id="{E971BBD8-7A5C-9C9D-80B0-412A433D801B}"/>
              </a:ext>
            </a:extLst>
          </p:cNvPr>
          <p:cNvSpPr/>
          <p:nvPr/>
        </p:nvSpPr>
        <p:spPr>
          <a:xfrm>
            <a:off x="6624306" y="4529075"/>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79" name="Google Shape;242;p21">
            <a:extLst>
              <a:ext uri="{FF2B5EF4-FFF2-40B4-BE49-F238E27FC236}">
                <a16:creationId xmlns:a16="http://schemas.microsoft.com/office/drawing/2014/main" id="{DA323DDB-EB0B-2521-F265-42E538E902ED}"/>
              </a:ext>
            </a:extLst>
          </p:cNvPr>
          <p:cNvSpPr/>
          <p:nvPr/>
        </p:nvSpPr>
        <p:spPr>
          <a:xfrm>
            <a:off x="7198356" y="4529075"/>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0" name="Google Shape;243;p21">
            <a:extLst>
              <a:ext uri="{FF2B5EF4-FFF2-40B4-BE49-F238E27FC236}">
                <a16:creationId xmlns:a16="http://schemas.microsoft.com/office/drawing/2014/main" id="{D28E4A7A-B494-9E4A-68B0-FBBAA871C8A0}"/>
              </a:ext>
            </a:extLst>
          </p:cNvPr>
          <p:cNvSpPr/>
          <p:nvPr/>
        </p:nvSpPr>
        <p:spPr>
          <a:xfrm>
            <a:off x="7772406" y="4529075"/>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1" name="Google Shape;244;p21">
            <a:extLst>
              <a:ext uri="{FF2B5EF4-FFF2-40B4-BE49-F238E27FC236}">
                <a16:creationId xmlns:a16="http://schemas.microsoft.com/office/drawing/2014/main" id="{722DD63A-2557-8D41-B540-3D590D59BA5A}"/>
              </a:ext>
            </a:extLst>
          </p:cNvPr>
          <p:cNvSpPr/>
          <p:nvPr/>
        </p:nvSpPr>
        <p:spPr>
          <a:xfrm>
            <a:off x="8346456" y="4529075"/>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2" name="Google Shape;245;p21">
            <a:extLst>
              <a:ext uri="{FF2B5EF4-FFF2-40B4-BE49-F238E27FC236}">
                <a16:creationId xmlns:a16="http://schemas.microsoft.com/office/drawing/2014/main" id="{2DC5C7E4-14BF-EE01-349F-AE478AB6B80E}"/>
              </a:ext>
            </a:extLst>
          </p:cNvPr>
          <p:cNvSpPr/>
          <p:nvPr/>
        </p:nvSpPr>
        <p:spPr>
          <a:xfrm>
            <a:off x="8920506" y="4529075"/>
            <a:ext cx="334200" cy="3342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3" name="Google Shape;246;p21">
            <a:extLst>
              <a:ext uri="{FF2B5EF4-FFF2-40B4-BE49-F238E27FC236}">
                <a16:creationId xmlns:a16="http://schemas.microsoft.com/office/drawing/2014/main" id="{3D6126E3-683B-E0C2-059C-9ADC780EB5DA}"/>
              </a:ext>
            </a:extLst>
          </p:cNvPr>
          <p:cNvSpPr/>
          <p:nvPr/>
        </p:nvSpPr>
        <p:spPr>
          <a:xfrm>
            <a:off x="9494556" y="4529075"/>
            <a:ext cx="334200" cy="3342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4" name="Google Shape;247;p21">
            <a:extLst>
              <a:ext uri="{FF2B5EF4-FFF2-40B4-BE49-F238E27FC236}">
                <a16:creationId xmlns:a16="http://schemas.microsoft.com/office/drawing/2014/main" id="{B8D6D8BE-3592-C0C2-1F20-61C1EE532CC2}"/>
              </a:ext>
            </a:extLst>
          </p:cNvPr>
          <p:cNvSpPr/>
          <p:nvPr/>
        </p:nvSpPr>
        <p:spPr>
          <a:xfrm>
            <a:off x="10068606" y="4529075"/>
            <a:ext cx="334200" cy="3342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5" name="Google Shape;248;p21">
            <a:extLst>
              <a:ext uri="{FF2B5EF4-FFF2-40B4-BE49-F238E27FC236}">
                <a16:creationId xmlns:a16="http://schemas.microsoft.com/office/drawing/2014/main" id="{6D6483DB-48BB-DC71-9ED6-B05441B37998}"/>
              </a:ext>
            </a:extLst>
          </p:cNvPr>
          <p:cNvSpPr/>
          <p:nvPr/>
        </p:nvSpPr>
        <p:spPr>
          <a:xfrm>
            <a:off x="10642656" y="4529075"/>
            <a:ext cx="334200" cy="3342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6" name="Google Shape;249;p21">
            <a:extLst>
              <a:ext uri="{FF2B5EF4-FFF2-40B4-BE49-F238E27FC236}">
                <a16:creationId xmlns:a16="http://schemas.microsoft.com/office/drawing/2014/main" id="{D6009C04-6187-3D29-E343-65021D073203}"/>
              </a:ext>
            </a:extLst>
          </p:cNvPr>
          <p:cNvSpPr txBox="1">
            <a:spLocks noGrp="1"/>
          </p:cNvSpPr>
          <p:nvPr/>
        </p:nvSpPr>
        <p:spPr>
          <a:xfrm>
            <a:off x="5950238" y="4990028"/>
            <a:ext cx="4926600" cy="640200"/>
          </a:xfrm>
          <a:prstGeom prst="rect">
            <a:avLst/>
          </a:prstGeom>
          <a:noFill/>
          <a:ln w="28575" cap="flat" cmpd="sng">
            <a:noFill/>
            <a:prstDash val="solid"/>
            <a:round/>
            <a:headEnd type="none" w="sm" len="sm"/>
            <a:tailEnd type="none" w="sm" len="sm"/>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2400" b="1" dirty="0">
                <a:solidFill>
                  <a:srgbClr val="1E344D"/>
                </a:solidFill>
                <a:latin typeface="Alibaba PuHuiTi Heavy" pitchFamily="18" charset="-122"/>
                <a:ea typeface="Alibaba PuHuiTi Heavy" pitchFamily="18" charset="-122"/>
                <a:cs typeface="Alibaba PuHuiTi Heavy" pitchFamily="18" charset="-122"/>
              </a:rPr>
              <a:t>EARTH</a:t>
            </a:r>
            <a:endParaRPr sz="2400" b="1" dirty="0">
              <a:solidFill>
                <a:srgbClr val="1E344D"/>
              </a:solidFill>
              <a:latin typeface="Alibaba PuHuiTi Heavy" pitchFamily="18" charset="-122"/>
              <a:ea typeface="Alibaba PuHuiTi Heavy" pitchFamily="18" charset="-122"/>
              <a:cs typeface="Alibaba PuHuiTi Heavy" pitchFamily="18" charset="-122"/>
            </a:endParaRPr>
          </a:p>
        </p:txBody>
      </p:sp>
      <p:sp>
        <p:nvSpPr>
          <p:cNvPr id="487" name="Google Shape;250;p21">
            <a:extLst>
              <a:ext uri="{FF2B5EF4-FFF2-40B4-BE49-F238E27FC236}">
                <a16:creationId xmlns:a16="http://schemas.microsoft.com/office/drawing/2014/main" id="{57F6F12D-9ED3-4106-9BC1-37EB51D248A4}"/>
              </a:ext>
            </a:extLst>
          </p:cNvPr>
          <p:cNvSpPr txBox="1"/>
          <p:nvPr/>
        </p:nvSpPr>
        <p:spPr>
          <a:xfrm>
            <a:off x="5950238" y="5328825"/>
            <a:ext cx="4132800" cy="824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800">
                <a:solidFill>
                  <a:srgbClr val="1E344D"/>
                </a:solidFill>
                <a:latin typeface="Alibaba PuHuiTi Medium" pitchFamily="18" charset="-122"/>
                <a:ea typeface="Alibaba PuHuiTi Medium" pitchFamily="18" charset="-122"/>
                <a:cs typeface="Alibaba PuHuiTi Medium" pitchFamily="18" charset="-122"/>
                <a:sym typeface="Karla"/>
              </a:rPr>
              <a:t>Earth is the third planet from the Sun and where we live</a:t>
            </a:r>
            <a:endParaRPr sz="180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488" name="Google Shape;251;p21">
            <a:extLst>
              <a:ext uri="{FF2B5EF4-FFF2-40B4-BE49-F238E27FC236}">
                <a16:creationId xmlns:a16="http://schemas.microsoft.com/office/drawing/2014/main" id="{4021D584-188C-5BC8-8C92-0D50E5F1C06C}"/>
              </a:ext>
            </a:extLst>
          </p:cNvPr>
          <p:cNvSpPr/>
          <p:nvPr/>
        </p:nvSpPr>
        <p:spPr>
          <a:xfrm>
            <a:off x="6021681" y="6086850"/>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89" name="Google Shape;252;p21">
            <a:extLst>
              <a:ext uri="{FF2B5EF4-FFF2-40B4-BE49-F238E27FC236}">
                <a16:creationId xmlns:a16="http://schemas.microsoft.com/office/drawing/2014/main" id="{F38AEF7E-9C6A-C71B-F030-9A217ABB776C}"/>
              </a:ext>
            </a:extLst>
          </p:cNvPr>
          <p:cNvSpPr/>
          <p:nvPr/>
        </p:nvSpPr>
        <p:spPr>
          <a:xfrm>
            <a:off x="6595731" y="6086850"/>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0" name="Google Shape;253;p21">
            <a:extLst>
              <a:ext uri="{FF2B5EF4-FFF2-40B4-BE49-F238E27FC236}">
                <a16:creationId xmlns:a16="http://schemas.microsoft.com/office/drawing/2014/main" id="{FF201191-1433-E1DB-640B-10623352E01B}"/>
              </a:ext>
            </a:extLst>
          </p:cNvPr>
          <p:cNvSpPr/>
          <p:nvPr/>
        </p:nvSpPr>
        <p:spPr>
          <a:xfrm>
            <a:off x="7169781" y="6086850"/>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1" name="Google Shape;254;p21">
            <a:extLst>
              <a:ext uri="{FF2B5EF4-FFF2-40B4-BE49-F238E27FC236}">
                <a16:creationId xmlns:a16="http://schemas.microsoft.com/office/drawing/2014/main" id="{A345C709-3891-C4DC-FF04-29EEA04EA0E0}"/>
              </a:ext>
            </a:extLst>
          </p:cNvPr>
          <p:cNvSpPr/>
          <p:nvPr/>
        </p:nvSpPr>
        <p:spPr>
          <a:xfrm>
            <a:off x="7743831" y="6086850"/>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2" name="Google Shape;255;p21">
            <a:extLst>
              <a:ext uri="{FF2B5EF4-FFF2-40B4-BE49-F238E27FC236}">
                <a16:creationId xmlns:a16="http://schemas.microsoft.com/office/drawing/2014/main" id="{339811E1-FDB6-4B95-ADB7-F2230C44812E}"/>
              </a:ext>
            </a:extLst>
          </p:cNvPr>
          <p:cNvSpPr/>
          <p:nvPr/>
        </p:nvSpPr>
        <p:spPr>
          <a:xfrm>
            <a:off x="8317881" y="6086850"/>
            <a:ext cx="334200" cy="334200"/>
          </a:xfrm>
          <a:prstGeom prst="rect">
            <a:avLst/>
          </a:prstGeom>
          <a:solidFill>
            <a:srgbClr val="BB3023"/>
          </a:solidFill>
          <a:ln w="9525"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3" name="Google Shape;256;p21">
            <a:extLst>
              <a:ext uri="{FF2B5EF4-FFF2-40B4-BE49-F238E27FC236}">
                <a16:creationId xmlns:a16="http://schemas.microsoft.com/office/drawing/2014/main" id="{8B413A82-7D37-B274-CA78-6C7E051394AD}"/>
              </a:ext>
            </a:extLst>
          </p:cNvPr>
          <p:cNvSpPr/>
          <p:nvPr/>
        </p:nvSpPr>
        <p:spPr>
          <a:xfrm>
            <a:off x="8891931" y="6086850"/>
            <a:ext cx="334200" cy="334200"/>
          </a:xfrm>
          <a:prstGeom prst="rect">
            <a:avLst/>
          </a:prstGeom>
          <a:solidFill>
            <a:schemeClr val="lt2"/>
          </a:solid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4" name="Google Shape;257;p21">
            <a:extLst>
              <a:ext uri="{FF2B5EF4-FFF2-40B4-BE49-F238E27FC236}">
                <a16:creationId xmlns:a16="http://schemas.microsoft.com/office/drawing/2014/main" id="{968D7D17-170A-78BA-0341-57C877CF8472}"/>
              </a:ext>
            </a:extLst>
          </p:cNvPr>
          <p:cNvSpPr/>
          <p:nvPr/>
        </p:nvSpPr>
        <p:spPr>
          <a:xfrm>
            <a:off x="9465981" y="6086850"/>
            <a:ext cx="334200" cy="334200"/>
          </a:xfrm>
          <a:prstGeom prst="rect">
            <a:avLst/>
          </a:prstGeom>
          <a:solidFill>
            <a:schemeClr val="lt2"/>
          </a:solid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5" name="Google Shape;258;p21">
            <a:extLst>
              <a:ext uri="{FF2B5EF4-FFF2-40B4-BE49-F238E27FC236}">
                <a16:creationId xmlns:a16="http://schemas.microsoft.com/office/drawing/2014/main" id="{B6155EAD-CB43-CA9E-FED9-FB7B8DB0A6CC}"/>
              </a:ext>
            </a:extLst>
          </p:cNvPr>
          <p:cNvSpPr/>
          <p:nvPr/>
        </p:nvSpPr>
        <p:spPr>
          <a:xfrm>
            <a:off x="10040031" y="6086850"/>
            <a:ext cx="334200" cy="3342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sp>
        <p:nvSpPr>
          <p:cNvPr id="496" name="Google Shape;259;p21">
            <a:extLst>
              <a:ext uri="{FF2B5EF4-FFF2-40B4-BE49-F238E27FC236}">
                <a16:creationId xmlns:a16="http://schemas.microsoft.com/office/drawing/2014/main" id="{D5E7536A-030D-AA11-3B5F-0080E2625CA1}"/>
              </a:ext>
            </a:extLst>
          </p:cNvPr>
          <p:cNvSpPr/>
          <p:nvPr/>
        </p:nvSpPr>
        <p:spPr>
          <a:xfrm>
            <a:off x="10614081" y="6086850"/>
            <a:ext cx="334200" cy="3342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a:p>
        </p:txBody>
      </p:sp>
      <p:grpSp>
        <p:nvGrpSpPr>
          <p:cNvPr id="622" name="组合 621">
            <a:extLst>
              <a:ext uri="{FF2B5EF4-FFF2-40B4-BE49-F238E27FC236}">
                <a16:creationId xmlns:a16="http://schemas.microsoft.com/office/drawing/2014/main" id="{DB3AE0E4-0BCE-7D8A-9771-E30945672BCF}"/>
              </a:ext>
            </a:extLst>
          </p:cNvPr>
          <p:cNvGrpSpPr/>
          <p:nvPr/>
        </p:nvGrpSpPr>
        <p:grpSpPr>
          <a:xfrm>
            <a:off x="386386" y="1050214"/>
            <a:ext cx="4095738" cy="2650436"/>
            <a:chOff x="6013462" y="1168746"/>
            <a:chExt cx="5733900" cy="3710526"/>
          </a:xfrm>
        </p:grpSpPr>
        <p:cxnSp>
          <p:nvCxnSpPr>
            <p:cNvPr id="521" name="Google Shape;284;p21">
              <a:extLst>
                <a:ext uri="{FF2B5EF4-FFF2-40B4-BE49-F238E27FC236}">
                  <a16:creationId xmlns:a16="http://schemas.microsoft.com/office/drawing/2014/main" id="{110475F9-CA2C-8080-6291-24FC429BA6BD}"/>
                </a:ext>
              </a:extLst>
            </p:cNvPr>
            <p:cNvCxnSpPr>
              <a:cxnSpLocks/>
            </p:cNvCxnSpPr>
            <p:nvPr/>
          </p:nvCxnSpPr>
          <p:spPr>
            <a:xfrm>
              <a:off x="6013462" y="3657844"/>
              <a:ext cx="5733900" cy="0"/>
            </a:xfrm>
            <a:prstGeom prst="straightConnector1">
              <a:avLst/>
            </a:prstGeom>
            <a:noFill/>
            <a:ln w="38100" cap="flat" cmpd="sng">
              <a:solidFill>
                <a:srgbClr val="1E344D"/>
              </a:solidFill>
              <a:prstDash val="solid"/>
              <a:round/>
              <a:headEnd type="none" w="med" len="med"/>
              <a:tailEnd type="none" w="med" len="med"/>
            </a:ln>
          </p:spPr>
        </p:cxnSp>
        <p:sp>
          <p:nvSpPr>
            <p:cNvPr id="522" name="Google Shape;285;p21">
              <a:extLst>
                <a:ext uri="{FF2B5EF4-FFF2-40B4-BE49-F238E27FC236}">
                  <a16:creationId xmlns:a16="http://schemas.microsoft.com/office/drawing/2014/main" id="{6B870CA1-B4F8-C2BC-B87F-7369094D1294}"/>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000" b="1">
                  <a:solidFill>
                    <a:schemeClr val="dk1"/>
                  </a:solidFill>
                  <a:latin typeface="Poppins"/>
                  <a:ea typeface="Poppins"/>
                  <a:cs typeface="Poppins"/>
                  <a:sym typeface="Poppins"/>
                </a:rPr>
                <a:t>40%</a:t>
              </a:r>
              <a:endParaRPr sz="2000" b="1">
                <a:solidFill>
                  <a:schemeClr val="dk1"/>
                </a:solidFill>
                <a:latin typeface="Poppins"/>
                <a:ea typeface="Poppins"/>
                <a:cs typeface="Poppins"/>
                <a:sym typeface="Poppins"/>
              </a:endParaRPr>
            </a:p>
          </p:txBody>
        </p:sp>
        <p:sp>
          <p:nvSpPr>
            <p:cNvPr id="523" name="Google Shape;286;p21">
              <a:extLst>
                <a:ext uri="{FF2B5EF4-FFF2-40B4-BE49-F238E27FC236}">
                  <a16:creationId xmlns:a16="http://schemas.microsoft.com/office/drawing/2014/main" id="{CE7BF1F7-D1A9-93C7-7D83-E70E64300496}"/>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000" b="1">
                  <a:solidFill>
                    <a:schemeClr val="dk1"/>
                  </a:solidFill>
                  <a:latin typeface="Poppins"/>
                  <a:ea typeface="Poppins"/>
                  <a:cs typeface="Poppins"/>
                  <a:sym typeface="Poppins"/>
                </a:rPr>
                <a:t>60%</a:t>
              </a:r>
              <a:endParaRPr sz="2000" b="1">
                <a:solidFill>
                  <a:schemeClr val="dk1"/>
                </a:solidFill>
                <a:latin typeface="Poppins"/>
                <a:ea typeface="Poppins"/>
                <a:cs typeface="Poppins"/>
                <a:sym typeface="Poppins"/>
              </a:endParaRPr>
            </a:p>
          </p:txBody>
        </p:sp>
        <p:sp>
          <p:nvSpPr>
            <p:cNvPr id="524" name="Google Shape;287;p21">
              <a:extLst>
                <a:ext uri="{FF2B5EF4-FFF2-40B4-BE49-F238E27FC236}">
                  <a16:creationId xmlns:a16="http://schemas.microsoft.com/office/drawing/2014/main" id="{27D7E6C0-5E4C-5BBD-DBC4-6F4D5F1B707F}"/>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000" b="1">
                  <a:solidFill>
                    <a:schemeClr val="dk1"/>
                  </a:solidFill>
                  <a:latin typeface="Poppins"/>
                  <a:ea typeface="Poppins"/>
                  <a:cs typeface="Poppins"/>
                  <a:sym typeface="Poppins"/>
                </a:rPr>
                <a:t>80%</a:t>
              </a:r>
              <a:endParaRPr sz="2000" b="1">
                <a:solidFill>
                  <a:schemeClr val="dk1"/>
                </a:solidFill>
                <a:latin typeface="Poppins"/>
                <a:ea typeface="Poppins"/>
                <a:cs typeface="Poppins"/>
                <a:sym typeface="Poppins"/>
              </a:endParaRPr>
            </a:p>
          </p:txBody>
        </p:sp>
        <p:sp>
          <p:nvSpPr>
            <p:cNvPr id="525" name="Google Shape;288;p21">
              <a:extLst>
                <a:ext uri="{FF2B5EF4-FFF2-40B4-BE49-F238E27FC236}">
                  <a16:creationId xmlns:a16="http://schemas.microsoft.com/office/drawing/2014/main" id="{2CF2F144-3FF1-12D4-6EA3-212D9A5F6459}"/>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600" b="1">
                  <a:solidFill>
                    <a:schemeClr val="dk1"/>
                  </a:solidFill>
                  <a:latin typeface="Karla"/>
                  <a:ea typeface="Karla"/>
                  <a:cs typeface="Karla"/>
                  <a:sym typeface="Karla"/>
                </a:rPr>
                <a:t>VENUS</a:t>
              </a:r>
              <a:endParaRPr sz="1600" b="1">
                <a:solidFill>
                  <a:schemeClr val="dk1"/>
                </a:solidFill>
                <a:latin typeface="Karla"/>
                <a:ea typeface="Karla"/>
                <a:cs typeface="Karla"/>
                <a:sym typeface="Karla"/>
              </a:endParaRPr>
            </a:p>
          </p:txBody>
        </p:sp>
        <p:sp>
          <p:nvSpPr>
            <p:cNvPr id="526" name="Google Shape;289;p21">
              <a:extLst>
                <a:ext uri="{FF2B5EF4-FFF2-40B4-BE49-F238E27FC236}">
                  <a16:creationId xmlns:a16="http://schemas.microsoft.com/office/drawing/2014/main" id="{2F75F840-F3A7-F21B-3DF3-3138962A8B10}"/>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600" b="1">
                  <a:solidFill>
                    <a:schemeClr val="dk1"/>
                  </a:solidFill>
                  <a:latin typeface="Karla"/>
                  <a:ea typeface="Karla"/>
                  <a:cs typeface="Karla"/>
                  <a:sym typeface="Karla"/>
                </a:rPr>
                <a:t>MARS</a:t>
              </a:r>
              <a:endParaRPr sz="1600" b="1">
                <a:solidFill>
                  <a:schemeClr val="dk1"/>
                </a:solidFill>
                <a:latin typeface="Karla"/>
                <a:ea typeface="Karla"/>
                <a:cs typeface="Karla"/>
                <a:sym typeface="Karla"/>
              </a:endParaRPr>
            </a:p>
          </p:txBody>
        </p:sp>
        <p:sp>
          <p:nvSpPr>
            <p:cNvPr id="527" name="Google Shape;290;p21">
              <a:extLst>
                <a:ext uri="{FF2B5EF4-FFF2-40B4-BE49-F238E27FC236}">
                  <a16:creationId xmlns:a16="http://schemas.microsoft.com/office/drawing/2014/main" id="{8F3A1B2B-5E15-1C04-816E-786D9DF6D469}"/>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600" b="1">
                  <a:solidFill>
                    <a:schemeClr val="dk1"/>
                  </a:solidFill>
                  <a:latin typeface="Karla"/>
                  <a:ea typeface="Karla"/>
                  <a:cs typeface="Karla"/>
                  <a:sym typeface="Karla"/>
                </a:rPr>
                <a:t>EARTH</a:t>
              </a:r>
              <a:endParaRPr sz="1600" b="1">
                <a:solidFill>
                  <a:schemeClr val="dk1"/>
                </a:solidFill>
                <a:latin typeface="Karla"/>
                <a:ea typeface="Karla"/>
                <a:cs typeface="Karla"/>
                <a:sym typeface="Karla"/>
              </a:endParaRPr>
            </a:p>
          </p:txBody>
        </p:sp>
        <p:grpSp>
          <p:nvGrpSpPr>
            <p:cNvPr id="528" name="Google Shape;291;p21">
              <a:extLst>
                <a:ext uri="{FF2B5EF4-FFF2-40B4-BE49-F238E27FC236}">
                  <a16:creationId xmlns:a16="http://schemas.microsoft.com/office/drawing/2014/main" id="{5919ECD8-9B2A-C385-77BA-FFCE85C4D0FF}"/>
                </a:ext>
              </a:extLst>
            </p:cNvPr>
            <p:cNvGrpSpPr/>
            <p:nvPr/>
          </p:nvGrpSpPr>
          <p:grpSpPr>
            <a:xfrm>
              <a:off x="6718435" y="1169059"/>
              <a:ext cx="474769" cy="2488135"/>
              <a:chOff x="2302394" y="5149184"/>
              <a:chExt cx="519328" cy="3258000"/>
            </a:xfrm>
          </p:grpSpPr>
          <p:sp>
            <p:nvSpPr>
              <p:cNvPr id="557" name="Google Shape;292;p21">
                <a:extLst>
                  <a:ext uri="{FF2B5EF4-FFF2-40B4-BE49-F238E27FC236}">
                    <a16:creationId xmlns:a16="http://schemas.microsoft.com/office/drawing/2014/main" id="{C6AB50EA-66EF-22DF-15F6-B83EE5D69202}"/>
                  </a:ext>
                </a:extLst>
              </p:cNvPr>
              <p:cNvSpPr/>
              <p:nvPr/>
            </p:nvSpPr>
            <p:spPr>
              <a:xfrm rot="-5400000">
                <a:off x="933072" y="6518534"/>
                <a:ext cx="3258000" cy="5193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sp>
            <p:nvSpPr>
              <p:cNvPr id="558" name="Google Shape;293;p21">
                <a:extLst>
                  <a:ext uri="{FF2B5EF4-FFF2-40B4-BE49-F238E27FC236}">
                    <a16:creationId xmlns:a16="http://schemas.microsoft.com/office/drawing/2014/main" id="{16B6419F-A4DF-848B-F5CD-56AAEE14CBD4}"/>
                  </a:ext>
                </a:extLst>
              </p:cNvPr>
              <p:cNvSpPr/>
              <p:nvPr/>
            </p:nvSpPr>
            <p:spPr>
              <a:xfrm rot="-5400000">
                <a:off x="1951694" y="7537180"/>
                <a:ext cx="1220700" cy="51930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grpSp>
        <p:grpSp>
          <p:nvGrpSpPr>
            <p:cNvPr id="529" name="Google Shape;294;p21">
              <a:extLst>
                <a:ext uri="{FF2B5EF4-FFF2-40B4-BE49-F238E27FC236}">
                  <a16:creationId xmlns:a16="http://schemas.microsoft.com/office/drawing/2014/main" id="{9F7ED725-0EC7-4A75-0236-B1E76EC3AFA7}"/>
                </a:ext>
              </a:extLst>
            </p:cNvPr>
            <p:cNvGrpSpPr/>
            <p:nvPr/>
          </p:nvGrpSpPr>
          <p:grpSpPr>
            <a:xfrm>
              <a:off x="8005390" y="1168851"/>
              <a:ext cx="474746" cy="2487988"/>
              <a:chOff x="3761355" y="5165084"/>
              <a:chExt cx="519303" cy="3242100"/>
            </a:xfrm>
          </p:grpSpPr>
          <p:sp>
            <p:nvSpPr>
              <p:cNvPr id="555" name="Google Shape;295;p21">
                <a:extLst>
                  <a:ext uri="{FF2B5EF4-FFF2-40B4-BE49-F238E27FC236}">
                    <a16:creationId xmlns:a16="http://schemas.microsoft.com/office/drawing/2014/main" id="{2E845607-7CD5-0EF4-0959-78E01F9DC0C1}"/>
                  </a:ext>
                </a:extLst>
              </p:cNvPr>
              <p:cNvSpPr/>
              <p:nvPr/>
            </p:nvSpPr>
            <p:spPr>
              <a:xfrm rot="-5400000">
                <a:off x="2399958" y="6526484"/>
                <a:ext cx="3242100" cy="5193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sp>
            <p:nvSpPr>
              <p:cNvPr id="556" name="Google Shape;296;p21">
                <a:extLst>
                  <a:ext uri="{FF2B5EF4-FFF2-40B4-BE49-F238E27FC236}">
                    <a16:creationId xmlns:a16="http://schemas.microsoft.com/office/drawing/2014/main" id="{65F28E98-8D3B-81FB-4E4E-C0514D595308}"/>
                  </a:ext>
                </a:extLst>
              </p:cNvPr>
              <p:cNvSpPr/>
              <p:nvPr/>
            </p:nvSpPr>
            <p:spPr>
              <a:xfrm rot="-5400000">
                <a:off x="3097605" y="7224129"/>
                <a:ext cx="1846800" cy="51930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grpSp>
        <p:grpSp>
          <p:nvGrpSpPr>
            <p:cNvPr id="530" name="Google Shape;297;p21">
              <a:extLst>
                <a:ext uri="{FF2B5EF4-FFF2-40B4-BE49-F238E27FC236}">
                  <a16:creationId xmlns:a16="http://schemas.microsoft.com/office/drawing/2014/main" id="{026694BD-FAE4-8A4F-F8AB-21506705034A}"/>
                </a:ext>
              </a:extLst>
            </p:cNvPr>
            <p:cNvGrpSpPr/>
            <p:nvPr/>
          </p:nvGrpSpPr>
          <p:grpSpPr>
            <a:xfrm>
              <a:off x="9292532" y="1169143"/>
              <a:ext cx="474762" cy="2487820"/>
              <a:chOff x="5220275" y="5149184"/>
              <a:chExt cx="519319" cy="3258015"/>
            </a:xfrm>
          </p:grpSpPr>
          <p:sp>
            <p:nvSpPr>
              <p:cNvPr id="553" name="Google Shape;298;p21">
                <a:extLst>
                  <a:ext uri="{FF2B5EF4-FFF2-40B4-BE49-F238E27FC236}">
                    <a16:creationId xmlns:a16="http://schemas.microsoft.com/office/drawing/2014/main" id="{80BC1F92-4801-B491-7469-CAA092C368C2}"/>
                  </a:ext>
                </a:extLst>
              </p:cNvPr>
              <p:cNvSpPr/>
              <p:nvPr/>
            </p:nvSpPr>
            <p:spPr>
              <a:xfrm rot="-5400000">
                <a:off x="3850944" y="6518534"/>
                <a:ext cx="3258000" cy="5193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sp>
            <p:nvSpPr>
              <p:cNvPr id="554" name="Google Shape;299;p21">
                <a:extLst>
                  <a:ext uri="{FF2B5EF4-FFF2-40B4-BE49-F238E27FC236}">
                    <a16:creationId xmlns:a16="http://schemas.microsoft.com/office/drawing/2014/main" id="{56B8C8CB-C6AE-DB9D-4436-ED4DC789450C}"/>
                  </a:ext>
                </a:extLst>
              </p:cNvPr>
              <p:cNvSpPr/>
              <p:nvPr/>
            </p:nvSpPr>
            <p:spPr>
              <a:xfrm rot="-5400000">
                <a:off x="4184225" y="6851849"/>
                <a:ext cx="2591400" cy="51930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grpSp>
        <p:grpSp>
          <p:nvGrpSpPr>
            <p:cNvPr id="531" name="Google Shape;300;p21">
              <a:extLst>
                <a:ext uri="{FF2B5EF4-FFF2-40B4-BE49-F238E27FC236}">
                  <a16:creationId xmlns:a16="http://schemas.microsoft.com/office/drawing/2014/main" id="{A84024E2-6472-0EA4-A708-875A007CAC4A}"/>
                </a:ext>
              </a:extLst>
            </p:cNvPr>
            <p:cNvGrpSpPr/>
            <p:nvPr/>
          </p:nvGrpSpPr>
          <p:grpSpPr>
            <a:xfrm>
              <a:off x="10567856" y="1168746"/>
              <a:ext cx="474747" cy="2487809"/>
              <a:chOff x="6500229" y="5157122"/>
              <a:chExt cx="519303" cy="3258000"/>
            </a:xfrm>
          </p:grpSpPr>
          <p:sp>
            <p:nvSpPr>
              <p:cNvPr id="551" name="Google Shape;301;p21">
                <a:extLst>
                  <a:ext uri="{FF2B5EF4-FFF2-40B4-BE49-F238E27FC236}">
                    <a16:creationId xmlns:a16="http://schemas.microsoft.com/office/drawing/2014/main" id="{637820C5-8545-CAB4-21CE-0CA0B4AE8857}"/>
                  </a:ext>
                </a:extLst>
              </p:cNvPr>
              <p:cNvSpPr/>
              <p:nvPr/>
            </p:nvSpPr>
            <p:spPr>
              <a:xfrm rot="-5400000">
                <a:off x="5130882" y="6526472"/>
                <a:ext cx="3258000" cy="519300"/>
              </a:xfrm>
              <a:prstGeom prst="rect">
                <a:avLst/>
              </a:prstGeom>
              <a:noFill/>
              <a:ln w="38100" cap="flat" cmpd="sng">
                <a:solidFill>
                  <a:srgbClr val="1E344D"/>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dirty="0"/>
              </a:p>
            </p:txBody>
          </p:sp>
          <p:sp>
            <p:nvSpPr>
              <p:cNvPr id="552" name="Google Shape;302;p21">
                <a:extLst>
                  <a:ext uri="{FF2B5EF4-FFF2-40B4-BE49-F238E27FC236}">
                    <a16:creationId xmlns:a16="http://schemas.microsoft.com/office/drawing/2014/main" id="{40A7DB4A-5CB2-2DDB-C52C-6EB313A4812E}"/>
                  </a:ext>
                </a:extLst>
              </p:cNvPr>
              <p:cNvSpPr/>
              <p:nvPr/>
            </p:nvSpPr>
            <p:spPr>
              <a:xfrm rot="-5400000">
                <a:off x="5950029" y="7342516"/>
                <a:ext cx="1619700" cy="51930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50"/>
              </a:p>
            </p:txBody>
          </p:sp>
        </p:grpSp>
        <p:sp>
          <p:nvSpPr>
            <p:cNvPr id="532" name="Google Shape;303;p21">
              <a:extLst>
                <a:ext uri="{FF2B5EF4-FFF2-40B4-BE49-F238E27FC236}">
                  <a16:creationId xmlns:a16="http://schemas.microsoft.com/office/drawing/2014/main" id="{8981164F-B9D4-E00D-A7A0-B0664E709451}"/>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000" b="1">
                  <a:solidFill>
                    <a:schemeClr val="dk1"/>
                  </a:solidFill>
                  <a:latin typeface="Poppins"/>
                  <a:ea typeface="Poppins"/>
                  <a:cs typeface="Poppins"/>
                  <a:sym typeface="Poppins"/>
                </a:rPr>
                <a:t>50%</a:t>
              </a:r>
              <a:endParaRPr sz="2000" b="1">
                <a:solidFill>
                  <a:schemeClr val="dk1"/>
                </a:solidFill>
                <a:latin typeface="Poppins"/>
                <a:ea typeface="Poppins"/>
                <a:cs typeface="Poppins"/>
                <a:sym typeface="Poppins"/>
              </a:endParaRPr>
            </a:p>
          </p:txBody>
        </p:sp>
        <p:sp>
          <p:nvSpPr>
            <p:cNvPr id="533" name="Google Shape;304;p21">
              <a:extLst>
                <a:ext uri="{FF2B5EF4-FFF2-40B4-BE49-F238E27FC236}">
                  <a16:creationId xmlns:a16="http://schemas.microsoft.com/office/drawing/2014/main" id="{B07F8CE4-FD76-572D-38B3-9D4C83696C5A}"/>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600" b="1" dirty="0">
                  <a:solidFill>
                    <a:schemeClr val="dk1"/>
                  </a:solidFill>
                  <a:latin typeface="Karla"/>
                  <a:ea typeface="Karla"/>
                  <a:cs typeface="Karla"/>
                  <a:sym typeface="Karla"/>
                </a:rPr>
                <a:t>JUPITER</a:t>
              </a:r>
              <a:endParaRPr sz="1600" b="1" dirty="0">
                <a:solidFill>
                  <a:schemeClr val="dk1"/>
                </a:solidFill>
                <a:latin typeface="Karla"/>
                <a:ea typeface="Karla"/>
                <a:cs typeface="Karla"/>
                <a:sym typeface="Karla"/>
              </a:endParaRPr>
            </a:p>
          </p:txBody>
        </p:sp>
      </p:grpSp>
      <p:sp>
        <p:nvSpPr>
          <p:cNvPr id="619" name="Google Shape;219;p21">
            <a:extLst>
              <a:ext uri="{FF2B5EF4-FFF2-40B4-BE49-F238E27FC236}">
                <a16:creationId xmlns:a16="http://schemas.microsoft.com/office/drawing/2014/main" id="{323724B9-74AF-3FC5-2BFB-BED159E66EC7}"/>
              </a:ext>
            </a:extLst>
          </p:cNvPr>
          <p:cNvSpPr/>
          <p:nvPr/>
        </p:nvSpPr>
        <p:spPr>
          <a:xfrm>
            <a:off x="4820852" y="2331378"/>
            <a:ext cx="137693" cy="137693"/>
          </a:xfrm>
          <a:prstGeom prst="ellipse">
            <a:avLst/>
          </a:prstGeom>
          <a:solidFill>
            <a:srgbClr val="1E344D"/>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solidFill>
                <a:srgbClr val="01329F"/>
              </a:solidFill>
            </a:endParaRPr>
          </a:p>
        </p:txBody>
      </p:sp>
      <p:sp>
        <p:nvSpPr>
          <p:cNvPr id="624" name="Google Shape;118;p20">
            <a:extLst>
              <a:ext uri="{FF2B5EF4-FFF2-40B4-BE49-F238E27FC236}">
                <a16:creationId xmlns:a16="http://schemas.microsoft.com/office/drawing/2014/main" id="{E26C81F7-3664-C4DF-1B8C-4D950D7AA410}"/>
              </a:ext>
            </a:extLst>
          </p:cNvPr>
          <p:cNvSpPr txBox="1">
            <a:spLocks/>
          </p:cNvSpPr>
          <p:nvPr/>
        </p:nvSpPr>
        <p:spPr>
          <a:xfrm>
            <a:off x="7935194" y="1047358"/>
            <a:ext cx="4157509" cy="638700"/>
          </a:xfrm>
          <a:prstGeom prst="rect">
            <a:avLst/>
          </a:prstGeom>
        </p:spPr>
        <p:txBody>
          <a:bodyPr spcFirstLastPara="1" vert="horz" wrap="square" lIns="91425" tIns="91425" rIns="91425" bIns="91425" rtlCol="0" anchor="t" anchorCtr="0">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spcBef>
                <a:spcPts val="0"/>
              </a:spcBef>
            </a:pPr>
            <a:r>
              <a:rPr lang="en" sz="1800" dirty="0">
                <a:solidFill>
                  <a:srgbClr val="1E344D"/>
                </a:solidFill>
                <a:latin typeface="Alibaba PuHuiTi Medium" pitchFamily="18" charset="-122"/>
                <a:ea typeface="Alibaba PuHuiTi Medium" pitchFamily="18" charset="-122"/>
                <a:cs typeface="Alibaba PuHuiTi Medium" pitchFamily="18" charset="-122"/>
              </a:rPr>
              <a:t>METHODOLOGY</a:t>
            </a:r>
          </a:p>
        </p:txBody>
      </p:sp>
      <p:sp>
        <p:nvSpPr>
          <p:cNvPr id="625" name="Google Shape;143;p20">
            <a:extLst>
              <a:ext uri="{FF2B5EF4-FFF2-40B4-BE49-F238E27FC236}">
                <a16:creationId xmlns:a16="http://schemas.microsoft.com/office/drawing/2014/main" id="{B2402763-CFB0-08C9-E5ED-4C0EEEC00E5A}"/>
              </a:ext>
            </a:extLst>
          </p:cNvPr>
          <p:cNvSpPr txBox="1"/>
          <p:nvPr/>
        </p:nvSpPr>
        <p:spPr>
          <a:xfrm>
            <a:off x="8640794" y="1473437"/>
            <a:ext cx="3551206" cy="82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dirty="0">
                <a:solidFill>
                  <a:srgbClr val="1E344D"/>
                </a:solidFill>
                <a:latin typeface="Alibaba PuHuiTi Medium" pitchFamily="18" charset="-122"/>
                <a:ea typeface="Alibaba PuHuiTi Medium" pitchFamily="18" charset="-122"/>
                <a:cs typeface="Alibaba PuHuiTi Medium" pitchFamily="18" charset="-122"/>
                <a:sym typeface="Karla"/>
              </a:rPr>
              <a:t>Venus has a beautiful name, but also high temperatures</a:t>
            </a:r>
            <a:endParaRPr sz="1400" dirty="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626" name="Google Shape;146;p20">
            <a:extLst>
              <a:ext uri="{FF2B5EF4-FFF2-40B4-BE49-F238E27FC236}">
                <a16:creationId xmlns:a16="http://schemas.microsoft.com/office/drawing/2014/main" id="{F087F768-2DBF-921E-9B9F-259A062D241C}"/>
              </a:ext>
            </a:extLst>
          </p:cNvPr>
          <p:cNvSpPr txBox="1"/>
          <p:nvPr/>
        </p:nvSpPr>
        <p:spPr>
          <a:xfrm>
            <a:off x="8640794" y="2126398"/>
            <a:ext cx="3551206" cy="82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a:solidFill>
                  <a:srgbClr val="1E344D"/>
                </a:solidFill>
                <a:latin typeface="Alibaba PuHuiTi Medium" pitchFamily="18" charset="-122"/>
                <a:ea typeface="Alibaba PuHuiTi Medium" pitchFamily="18" charset="-122"/>
                <a:cs typeface="Alibaba PuHuiTi Medium" pitchFamily="18" charset="-122"/>
                <a:sym typeface="Karla"/>
              </a:rPr>
              <a:t>Saturn is a gas giant and has several rings</a:t>
            </a:r>
            <a:endParaRPr sz="140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627" name="Google Shape;147;p20">
            <a:extLst>
              <a:ext uri="{FF2B5EF4-FFF2-40B4-BE49-F238E27FC236}">
                <a16:creationId xmlns:a16="http://schemas.microsoft.com/office/drawing/2014/main" id="{B50C6E68-0393-5BD8-ED56-7FF9A86C0A04}"/>
              </a:ext>
            </a:extLst>
          </p:cNvPr>
          <p:cNvSpPr txBox="1"/>
          <p:nvPr/>
        </p:nvSpPr>
        <p:spPr>
          <a:xfrm>
            <a:off x="8640794" y="2794349"/>
            <a:ext cx="3551206" cy="82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400" dirty="0">
                <a:solidFill>
                  <a:srgbClr val="1E344D"/>
                </a:solidFill>
                <a:latin typeface="Alibaba PuHuiTi Medium" pitchFamily="18" charset="-122"/>
                <a:ea typeface="Alibaba PuHuiTi Medium" pitchFamily="18" charset="-122"/>
                <a:cs typeface="Alibaba PuHuiTi Medium" pitchFamily="18" charset="-122"/>
                <a:sym typeface="Karla"/>
              </a:rPr>
              <a:t>Jupiter is the biggest planet in the Solar System</a:t>
            </a:r>
            <a:endParaRPr sz="1400" dirty="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629" name="Google Shape;149;p20">
            <a:extLst>
              <a:ext uri="{FF2B5EF4-FFF2-40B4-BE49-F238E27FC236}">
                <a16:creationId xmlns:a16="http://schemas.microsoft.com/office/drawing/2014/main" id="{FA51F87A-0610-5001-B86E-086220101B88}"/>
              </a:ext>
            </a:extLst>
          </p:cNvPr>
          <p:cNvSpPr/>
          <p:nvPr/>
        </p:nvSpPr>
        <p:spPr>
          <a:xfrm>
            <a:off x="7996827" y="1651431"/>
            <a:ext cx="289158" cy="175891"/>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1E344D"/>
          </a:solidFill>
          <a:ln>
            <a:noFill/>
          </a:ln>
        </p:spPr>
        <p:txBody>
          <a:bodyPr spcFirstLastPara="1" wrap="square" lIns="201000" tIns="201000" rIns="201000" bIns="201000" anchor="ctr" anchorCtr="0">
            <a:noAutofit/>
          </a:bodyPr>
          <a:lstStyle/>
          <a:p>
            <a:pPr marL="0" lvl="0" indent="0" algn="l" rtl="0">
              <a:spcBef>
                <a:spcPts val="0"/>
              </a:spcBef>
              <a:spcAft>
                <a:spcPts val="0"/>
              </a:spcAft>
              <a:buNone/>
            </a:pPr>
            <a:endParaRPr sz="1100">
              <a:solidFill>
                <a:srgbClr val="01329F"/>
              </a:solidFill>
            </a:endParaRPr>
          </a:p>
        </p:txBody>
      </p:sp>
      <p:sp>
        <p:nvSpPr>
          <p:cNvPr id="630" name="Google Shape;150;p20">
            <a:extLst>
              <a:ext uri="{FF2B5EF4-FFF2-40B4-BE49-F238E27FC236}">
                <a16:creationId xmlns:a16="http://schemas.microsoft.com/office/drawing/2014/main" id="{F84598EE-678D-4D46-0962-A52E6BF6D70E}"/>
              </a:ext>
            </a:extLst>
          </p:cNvPr>
          <p:cNvSpPr/>
          <p:nvPr/>
        </p:nvSpPr>
        <p:spPr>
          <a:xfrm>
            <a:off x="7971520" y="1850979"/>
            <a:ext cx="340729" cy="96245"/>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1E344D"/>
          </a:solidFill>
          <a:ln>
            <a:noFill/>
          </a:ln>
        </p:spPr>
        <p:txBody>
          <a:bodyPr spcFirstLastPara="1" wrap="square" lIns="201000" tIns="201000" rIns="201000" bIns="201000" anchor="ctr" anchorCtr="0">
            <a:noAutofit/>
          </a:bodyPr>
          <a:lstStyle/>
          <a:p>
            <a:pPr marL="0" lvl="0" indent="0" algn="l" rtl="0">
              <a:spcBef>
                <a:spcPts val="0"/>
              </a:spcBef>
              <a:spcAft>
                <a:spcPts val="0"/>
              </a:spcAft>
              <a:buNone/>
            </a:pPr>
            <a:endParaRPr sz="1100">
              <a:solidFill>
                <a:srgbClr val="01329F"/>
              </a:solidFill>
            </a:endParaRPr>
          </a:p>
        </p:txBody>
      </p:sp>
      <p:sp>
        <p:nvSpPr>
          <p:cNvPr id="631" name="Google Shape;151;p20">
            <a:extLst>
              <a:ext uri="{FF2B5EF4-FFF2-40B4-BE49-F238E27FC236}">
                <a16:creationId xmlns:a16="http://schemas.microsoft.com/office/drawing/2014/main" id="{7D968D33-3C00-9712-4760-1988DA18D007}"/>
              </a:ext>
            </a:extLst>
          </p:cNvPr>
          <p:cNvSpPr/>
          <p:nvPr/>
        </p:nvSpPr>
        <p:spPr>
          <a:xfrm>
            <a:off x="8100989" y="1580375"/>
            <a:ext cx="77898" cy="47400"/>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1E344D"/>
          </a:solidFill>
          <a:ln>
            <a:noFill/>
          </a:ln>
        </p:spPr>
        <p:txBody>
          <a:bodyPr spcFirstLastPara="1" wrap="square" lIns="201000" tIns="201000" rIns="201000" bIns="201000" anchor="ctr" anchorCtr="0">
            <a:noAutofit/>
          </a:bodyPr>
          <a:lstStyle/>
          <a:p>
            <a:pPr marL="0" lvl="0" indent="0" algn="l" rtl="0">
              <a:spcBef>
                <a:spcPts val="0"/>
              </a:spcBef>
              <a:spcAft>
                <a:spcPts val="0"/>
              </a:spcAft>
              <a:buNone/>
            </a:pPr>
            <a:endParaRPr sz="1100">
              <a:solidFill>
                <a:srgbClr val="01329F"/>
              </a:solidFill>
            </a:endParaRPr>
          </a:p>
        </p:txBody>
      </p:sp>
      <p:sp>
        <p:nvSpPr>
          <p:cNvPr id="632" name="Google Shape;152;p20">
            <a:extLst>
              <a:ext uri="{FF2B5EF4-FFF2-40B4-BE49-F238E27FC236}">
                <a16:creationId xmlns:a16="http://schemas.microsoft.com/office/drawing/2014/main" id="{56D043E6-4658-9EEA-1E8C-5D74AA4434CD}"/>
              </a:ext>
            </a:extLst>
          </p:cNvPr>
          <p:cNvSpPr/>
          <p:nvPr/>
        </p:nvSpPr>
        <p:spPr>
          <a:xfrm>
            <a:off x="7991573" y="2234158"/>
            <a:ext cx="385533" cy="365750"/>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1E344D"/>
          </a:solidFill>
          <a:ln>
            <a:noFill/>
          </a:ln>
        </p:spPr>
        <p:txBody>
          <a:bodyPr spcFirstLastPara="1" wrap="square" lIns="201000" tIns="201000" rIns="201000" bIns="201000" anchor="ctr" anchorCtr="0">
            <a:noAutofit/>
          </a:bodyPr>
          <a:lstStyle/>
          <a:p>
            <a:pPr marL="0" lvl="0" indent="0" algn="l" rtl="0">
              <a:spcBef>
                <a:spcPts val="0"/>
              </a:spcBef>
              <a:spcAft>
                <a:spcPts val="0"/>
              </a:spcAft>
              <a:buNone/>
            </a:pPr>
            <a:endParaRPr sz="1100">
              <a:solidFill>
                <a:srgbClr val="01329F"/>
              </a:solidFill>
            </a:endParaRPr>
          </a:p>
        </p:txBody>
      </p:sp>
      <p:sp>
        <p:nvSpPr>
          <p:cNvPr id="633" name="Google Shape;153;p20">
            <a:extLst>
              <a:ext uri="{FF2B5EF4-FFF2-40B4-BE49-F238E27FC236}">
                <a16:creationId xmlns:a16="http://schemas.microsoft.com/office/drawing/2014/main" id="{A7F579D9-ABD5-D0E2-5BD9-F3CF754952F9}"/>
              </a:ext>
            </a:extLst>
          </p:cNvPr>
          <p:cNvSpPr/>
          <p:nvPr/>
        </p:nvSpPr>
        <p:spPr>
          <a:xfrm>
            <a:off x="7991565" y="2929715"/>
            <a:ext cx="332973" cy="368121"/>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1E344D"/>
          </a:solidFill>
          <a:ln>
            <a:noFill/>
          </a:ln>
        </p:spPr>
        <p:txBody>
          <a:bodyPr spcFirstLastPara="1" wrap="square" lIns="201000" tIns="201000" rIns="201000" bIns="201000" anchor="ctr" anchorCtr="0">
            <a:noAutofit/>
          </a:bodyPr>
          <a:lstStyle/>
          <a:p>
            <a:pPr marL="0" lvl="0" indent="0" algn="l" rtl="0">
              <a:spcBef>
                <a:spcPts val="0"/>
              </a:spcBef>
              <a:spcAft>
                <a:spcPts val="0"/>
              </a:spcAft>
              <a:buNone/>
            </a:pPr>
            <a:endParaRPr sz="1100">
              <a:solidFill>
                <a:srgbClr val="01329F"/>
              </a:solidFill>
            </a:endParaRPr>
          </a:p>
        </p:txBody>
      </p:sp>
      <p:sp>
        <p:nvSpPr>
          <p:cNvPr id="2" name="文本框 1">
            <a:extLst>
              <a:ext uri="{FF2B5EF4-FFF2-40B4-BE49-F238E27FC236}">
                <a16:creationId xmlns:a16="http://schemas.microsoft.com/office/drawing/2014/main" id="{4722F198-D8B1-532F-7D53-A7A397F5689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5EBFEB52-9C3A-DBD8-7ADB-82FBA7A8EE8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D0A996C4-E151-0F7D-F722-1D5D5672251D}"/>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B53B5F5C-63DC-96B4-5FCF-1EA59A9E5138}"/>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D78477A3-7802-786C-9DA9-60D289AC6E42}"/>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587E3996-4C08-57C9-BDF1-22E909C19317}"/>
              </a:ext>
            </a:extLst>
          </p:cNvPr>
          <p:cNvGrpSpPr/>
          <p:nvPr/>
        </p:nvGrpSpPr>
        <p:grpSpPr>
          <a:xfrm>
            <a:off x="2323294" y="287981"/>
            <a:ext cx="356205" cy="355288"/>
            <a:chOff x="2323294" y="287981"/>
            <a:chExt cx="356205" cy="355288"/>
          </a:xfrm>
        </p:grpSpPr>
        <p:sp>
          <p:nvSpPr>
            <p:cNvPr id="8" name="Google Shape;7166;p80">
              <a:extLst>
                <a:ext uri="{FF2B5EF4-FFF2-40B4-BE49-F238E27FC236}">
                  <a16:creationId xmlns:a16="http://schemas.microsoft.com/office/drawing/2014/main" id="{FBE5E9CE-7019-DB55-EB51-99E3D5C3BAD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DEC4A397-32FA-FFCC-8D4B-DD515E8FE865}"/>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D94A2580-402D-BBF2-EE07-3038E5B5A260}"/>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FA8CBFB5-1962-95AD-1291-2537B9058A8C}"/>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 name="Google Shape;221;p21">
            <a:extLst>
              <a:ext uri="{FF2B5EF4-FFF2-40B4-BE49-F238E27FC236}">
                <a16:creationId xmlns:a16="http://schemas.microsoft.com/office/drawing/2014/main" id="{85031057-65B9-1D86-E2B8-C6AD91E3911E}"/>
              </a:ext>
            </a:extLst>
          </p:cNvPr>
          <p:cNvSpPr/>
          <p:nvPr/>
        </p:nvSpPr>
        <p:spPr>
          <a:xfrm>
            <a:off x="3901643" y="4599058"/>
            <a:ext cx="211200" cy="2112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1000"/>
          </a:p>
        </p:txBody>
      </p:sp>
    </p:spTree>
    <p:extLst>
      <p:ext uri="{BB962C8B-B14F-4D97-AF65-F5344CB8AC3E}">
        <p14:creationId xmlns:p14="http://schemas.microsoft.com/office/powerpoint/2010/main" val="243474326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2ED29717-0BC1-A168-5231-2CCFD2C64739}"/>
              </a:ext>
            </a:extLst>
          </p:cNvPr>
          <p:cNvGrpSpPr/>
          <p:nvPr/>
        </p:nvGrpSpPr>
        <p:grpSpPr>
          <a:xfrm>
            <a:off x="2057128" y="1260503"/>
            <a:ext cx="2616473" cy="3649875"/>
            <a:chOff x="3936727" y="1649969"/>
            <a:chExt cx="3073893" cy="4287957"/>
          </a:xfrm>
        </p:grpSpPr>
        <p:sp>
          <p:nvSpPr>
            <p:cNvPr id="497" name="Google Shape;260;p21">
              <a:extLst>
                <a:ext uri="{FF2B5EF4-FFF2-40B4-BE49-F238E27FC236}">
                  <a16:creationId xmlns:a16="http://schemas.microsoft.com/office/drawing/2014/main" id="{3C587924-D9D1-D204-3084-237CA256893A}"/>
                </a:ext>
              </a:extLst>
            </p:cNvPr>
            <p:cNvSpPr/>
            <p:nvPr/>
          </p:nvSpPr>
          <p:spPr>
            <a:xfrm>
              <a:off x="3936727" y="1649969"/>
              <a:ext cx="1039500" cy="10395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800" b="1" dirty="0">
                  <a:solidFill>
                    <a:srgbClr val="F3F6FB"/>
                  </a:solidFill>
                  <a:latin typeface="Alibaba PuHuiTi Heavy" pitchFamily="18" charset="-122"/>
                  <a:ea typeface="Alibaba PuHuiTi Heavy" pitchFamily="18" charset="-122"/>
                  <a:cs typeface="Alibaba PuHuiTi Heavy" pitchFamily="18" charset="-122"/>
                  <a:sym typeface="Poppins"/>
                </a:rPr>
                <a:t>01</a:t>
              </a:r>
              <a:endParaRPr sz="2800" b="1" dirty="0">
                <a:solidFill>
                  <a:srgbClr val="F3F6FB"/>
                </a:solidFill>
                <a:latin typeface="Alibaba PuHuiTi Heavy" pitchFamily="18" charset="-122"/>
                <a:ea typeface="Alibaba PuHuiTi Heavy" pitchFamily="18" charset="-122"/>
                <a:cs typeface="Alibaba PuHuiTi Heavy" pitchFamily="18" charset="-122"/>
                <a:sym typeface="Poppins"/>
              </a:endParaRPr>
            </a:p>
          </p:txBody>
        </p:sp>
        <p:sp>
          <p:nvSpPr>
            <p:cNvPr id="498" name="Google Shape;261;p21">
              <a:extLst>
                <a:ext uri="{FF2B5EF4-FFF2-40B4-BE49-F238E27FC236}">
                  <a16:creationId xmlns:a16="http://schemas.microsoft.com/office/drawing/2014/main" id="{DD30C235-F288-1EF1-822E-117B36A41A04}"/>
                </a:ext>
              </a:extLst>
            </p:cNvPr>
            <p:cNvSpPr/>
            <p:nvPr/>
          </p:nvSpPr>
          <p:spPr>
            <a:xfrm>
              <a:off x="5971120" y="1650019"/>
              <a:ext cx="1039500" cy="10395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800" b="1" dirty="0">
                  <a:solidFill>
                    <a:srgbClr val="F3F6FB"/>
                  </a:solidFill>
                  <a:latin typeface="Alibaba PuHuiTi Heavy" pitchFamily="18" charset="-122"/>
                  <a:ea typeface="Alibaba PuHuiTi Heavy" pitchFamily="18" charset="-122"/>
                  <a:cs typeface="Alibaba PuHuiTi Heavy" pitchFamily="18" charset="-122"/>
                  <a:sym typeface="Poppins"/>
                </a:rPr>
                <a:t>02</a:t>
              </a:r>
              <a:endParaRPr sz="2800" b="1" dirty="0">
                <a:solidFill>
                  <a:srgbClr val="F3F6FB"/>
                </a:solidFill>
                <a:latin typeface="Alibaba PuHuiTi Heavy" pitchFamily="18" charset="-122"/>
                <a:ea typeface="Alibaba PuHuiTi Heavy" pitchFamily="18" charset="-122"/>
                <a:cs typeface="Alibaba PuHuiTi Heavy" pitchFamily="18" charset="-122"/>
                <a:sym typeface="Poppins"/>
              </a:endParaRPr>
            </a:p>
          </p:txBody>
        </p:sp>
        <p:sp>
          <p:nvSpPr>
            <p:cNvPr id="499" name="Google Shape;262;p21">
              <a:extLst>
                <a:ext uri="{FF2B5EF4-FFF2-40B4-BE49-F238E27FC236}">
                  <a16:creationId xmlns:a16="http://schemas.microsoft.com/office/drawing/2014/main" id="{05E59A5A-9EF2-CC94-2C4A-54A33E6DFB31}"/>
                </a:ext>
              </a:extLst>
            </p:cNvPr>
            <p:cNvSpPr/>
            <p:nvPr/>
          </p:nvSpPr>
          <p:spPr>
            <a:xfrm>
              <a:off x="3936727" y="3312285"/>
              <a:ext cx="1039500" cy="10395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800" b="1" dirty="0">
                  <a:solidFill>
                    <a:srgbClr val="F3F6FB"/>
                  </a:solidFill>
                  <a:latin typeface="Alibaba PuHuiTi Heavy" pitchFamily="18" charset="-122"/>
                  <a:ea typeface="Alibaba PuHuiTi Heavy" pitchFamily="18" charset="-122"/>
                  <a:cs typeface="Alibaba PuHuiTi Heavy" pitchFamily="18" charset="-122"/>
                  <a:sym typeface="Poppins"/>
                </a:rPr>
                <a:t>03</a:t>
              </a:r>
              <a:endParaRPr sz="2800" b="1" dirty="0">
                <a:solidFill>
                  <a:srgbClr val="F3F6FB"/>
                </a:solidFill>
                <a:latin typeface="Alibaba PuHuiTi Heavy" pitchFamily="18" charset="-122"/>
                <a:ea typeface="Alibaba PuHuiTi Heavy" pitchFamily="18" charset="-122"/>
                <a:cs typeface="Alibaba PuHuiTi Heavy" pitchFamily="18" charset="-122"/>
                <a:sym typeface="Poppins"/>
              </a:endParaRPr>
            </a:p>
          </p:txBody>
        </p:sp>
        <p:sp>
          <p:nvSpPr>
            <p:cNvPr id="500" name="Google Shape;263;p21">
              <a:extLst>
                <a:ext uri="{FF2B5EF4-FFF2-40B4-BE49-F238E27FC236}">
                  <a16:creationId xmlns:a16="http://schemas.microsoft.com/office/drawing/2014/main" id="{BC475E37-2BAC-EC98-3471-EC3EF6CC829C}"/>
                </a:ext>
              </a:extLst>
            </p:cNvPr>
            <p:cNvSpPr/>
            <p:nvPr/>
          </p:nvSpPr>
          <p:spPr>
            <a:xfrm>
              <a:off x="5971120" y="3312298"/>
              <a:ext cx="1039500" cy="10395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400" b="1" dirty="0">
                  <a:solidFill>
                    <a:srgbClr val="F3F6FB"/>
                  </a:solidFill>
                  <a:latin typeface="Poppins"/>
                  <a:ea typeface="Poppins"/>
                  <a:cs typeface="Poppins"/>
                  <a:sym typeface="Poppins"/>
                </a:rPr>
                <a:t>04</a:t>
              </a:r>
              <a:endParaRPr sz="2400" b="1" dirty="0">
                <a:solidFill>
                  <a:srgbClr val="F3F6FB"/>
                </a:solidFill>
                <a:latin typeface="Poppins"/>
                <a:ea typeface="Poppins"/>
                <a:cs typeface="Poppins"/>
                <a:sym typeface="Poppins"/>
              </a:endParaRPr>
            </a:p>
          </p:txBody>
        </p:sp>
        <p:sp>
          <p:nvSpPr>
            <p:cNvPr id="501" name="Google Shape;264;p21">
              <a:extLst>
                <a:ext uri="{FF2B5EF4-FFF2-40B4-BE49-F238E27FC236}">
                  <a16:creationId xmlns:a16="http://schemas.microsoft.com/office/drawing/2014/main" id="{C358AE71-4CB0-D7F7-C654-520F0E643BBC}"/>
                </a:ext>
              </a:extLst>
            </p:cNvPr>
            <p:cNvSpPr/>
            <p:nvPr/>
          </p:nvSpPr>
          <p:spPr>
            <a:xfrm>
              <a:off x="3936727" y="4898426"/>
              <a:ext cx="1039500" cy="10395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800" b="1" dirty="0">
                  <a:solidFill>
                    <a:srgbClr val="F3F6FB"/>
                  </a:solidFill>
                  <a:latin typeface="Alibaba PuHuiTi Heavy" pitchFamily="18" charset="-122"/>
                  <a:ea typeface="Alibaba PuHuiTi Heavy" pitchFamily="18" charset="-122"/>
                  <a:cs typeface="Alibaba PuHuiTi Heavy" pitchFamily="18" charset="-122"/>
                  <a:sym typeface="Poppins"/>
                </a:rPr>
                <a:t>05</a:t>
              </a:r>
              <a:endParaRPr sz="2800" b="1" dirty="0">
                <a:solidFill>
                  <a:srgbClr val="F3F6FB"/>
                </a:solidFill>
                <a:latin typeface="Alibaba PuHuiTi Heavy" pitchFamily="18" charset="-122"/>
                <a:ea typeface="Alibaba PuHuiTi Heavy" pitchFamily="18" charset="-122"/>
                <a:cs typeface="Alibaba PuHuiTi Heavy" pitchFamily="18" charset="-122"/>
                <a:sym typeface="Poppins"/>
              </a:endParaRPr>
            </a:p>
          </p:txBody>
        </p:sp>
        <p:sp>
          <p:nvSpPr>
            <p:cNvPr id="502" name="Google Shape;265;p21">
              <a:extLst>
                <a:ext uri="{FF2B5EF4-FFF2-40B4-BE49-F238E27FC236}">
                  <a16:creationId xmlns:a16="http://schemas.microsoft.com/office/drawing/2014/main" id="{95E5B4C5-57AC-AF81-E8AF-8724748A8F3E}"/>
                </a:ext>
              </a:extLst>
            </p:cNvPr>
            <p:cNvSpPr/>
            <p:nvPr/>
          </p:nvSpPr>
          <p:spPr>
            <a:xfrm>
              <a:off x="5971120" y="4898426"/>
              <a:ext cx="1039500" cy="1039500"/>
            </a:xfrm>
            <a:prstGeom prst="ellipse">
              <a:avLst/>
            </a:prstGeom>
            <a:solidFill>
              <a:srgbClr val="BB3023"/>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2800" b="1" dirty="0">
                  <a:solidFill>
                    <a:srgbClr val="F3F6FB"/>
                  </a:solidFill>
                  <a:latin typeface="Alibaba PuHuiTi Heavy" pitchFamily="18" charset="-122"/>
                  <a:ea typeface="Alibaba PuHuiTi Heavy" pitchFamily="18" charset="-122"/>
                  <a:cs typeface="Alibaba PuHuiTi Heavy" pitchFamily="18" charset="-122"/>
                  <a:sym typeface="Poppins"/>
                </a:rPr>
                <a:t>06</a:t>
              </a:r>
              <a:endParaRPr sz="2800" b="1" dirty="0">
                <a:solidFill>
                  <a:srgbClr val="F3F6FB"/>
                </a:solidFill>
                <a:latin typeface="Alibaba PuHuiTi Heavy" pitchFamily="18" charset="-122"/>
                <a:ea typeface="Alibaba PuHuiTi Heavy" pitchFamily="18" charset="-122"/>
                <a:cs typeface="Alibaba PuHuiTi Heavy" pitchFamily="18" charset="-122"/>
                <a:sym typeface="Poppins"/>
              </a:endParaRPr>
            </a:p>
          </p:txBody>
        </p:sp>
        <p:cxnSp>
          <p:nvCxnSpPr>
            <p:cNvPr id="503" name="Google Shape;266;p21">
              <a:extLst>
                <a:ext uri="{FF2B5EF4-FFF2-40B4-BE49-F238E27FC236}">
                  <a16:creationId xmlns:a16="http://schemas.microsoft.com/office/drawing/2014/main" id="{12EF2748-E540-DA38-9588-CCCB15DB8C43}"/>
                </a:ext>
              </a:extLst>
            </p:cNvPr>
            <p:cNvCxnSpPr>
              <a:stCxn id="497" idx="6"/>
              <a:endCxn id="498" idx="2"/>
            </p:cNvCxnSpPr>
            <p:nvPr/>
          </p:nvCxnSpPr>
          <p:spPr>
            <a:xfrm>
              <a:off x="4976227" y="2169719"/>
              <a:ext cx="994800" cy="0"/>
            </a:xfrm>
            <a:prstGeom prst="straightConnector1">
              <a:avLst/>
            </a:prstGeom>
            <a:noFill/>
            <a:ln w="34925" cap="flat" cmpd="sng">
              <a:solidFill>
                <a:srgbClr val="BB3023"/>
              </a:solidFill>
              <a:prstDash val="solid"/>
              <a:round/>
              <a:headEnd type="none" w="med" len="med"/>
              <a:tailEnd type="none" w="med" len="med"/>
            </a:ln>
          </p:spPr>
        </p:cxnSp>
        <p:cxnSp>
          <p:nvCxnSpPr>
            <p:cNvPr id="504" name="Google Shape;267;p21">
              <a:extLst>
                <a:ext uri="{FF2B5EF4-FFF2-40B4-BE49-F238E27FC236}">
                  <a16:creationId xmlns:a16="http://schemas.microsoft.com/office/drawing/2014/main" id="{4CDB98EB-6AF0-A820-9139-32A0B12672F3}"/>
                </a:ext>
              </a:extLst>
            </p:cNvPr>
            <p:cNvCxnSpPr>
              <a:stCxn id="498" idx="3"/>
              <a:endCxn id="499" idx="7"/>
            </p:cNvCxnSpPr>
            <p:nvPr/>
          </p:nvCxnSpPr>
          <p:spPr>
            <a:xfrm flipH="1">
              <a:off x="4824051" y="2537288"/>
              <a:ext cx="1299300" cy="927300"/>
            </a:xfrm>
            <a:prstGeom prst="straightConnector1">
              <a:avLst/>
            </a:prstGeom>
            <a:noFill/>
            <a:ln w="34925" cap="flat" cmpd="sng">
              <a:solidFill>
                <a:srgbClr val="BB3023"/>
              </a:solidFill>
              <a:prstDash val="solid"/>
              <a:round/>
              <a:headEnd type="none" w="med" len="med"/>
              <a:tailEnd type="none" w="med" len="med"/>
            </a:ln>
          </p:spPr>
        </p:cxnSp>
        <p:cxnSp>
          <p:nvCxnSpPr>
            <p:cNvPr id="505" name="Google Shape;268;p21">
              <a:extLst>
                <a:ext uri="{FF2B5EF4-FFF2-40B4-BE49-F238E27FC236}">
                  <a16:creationId xmlns:a16="http://schemas.microsoft.com/office/drawing/2014/main" id="{8C05CD84-75A0-5B2F-FC8F-66AE8DEA10FC}"/>
                </a:ext>
              </a:extLst>
            </p:cNvPr>
            <p:cNvCxnSpPr>
              <a:cxnSpLocks/>
              <a:stCxn id="499" idx="6"/>
              <a:endCxn id="500" idx="2"/>
            </p:cNvCxnSpPr>
            <p:nvPr/>
          </p:nvCxnSpPr>
          <p:spPr>
            <a:xfrm>
              <a:off x="4976227" y="3832035"/>
              <a:ext cx="994800" cy="0"/>
            </a:xfrm>
            <a:prstGeom prst="straightConnector1">
              <a:avLst/>
            </a:prstGeom>
            <a:noFill/>
            <a:ln w="34925" cap="flat" cmpd="sng">
              <a:solidFill>
                <a:srgbClr val="BB3023"/>
              </a:solidFill>
              <a:prstDash val="solid"/>
              <a:round/>
              <a:headEnd type="none" w="med" len="med"/>
              <a:tailEnd type="none" w="med" len="med"/>
            </a:ln>
          </p:spPr>
        </p:cxnSp>
        <p:cxnSp>
          <p:nvCxnSpPr>
            <p:cNvPr id="506" name="Google Shape;269;p21">
              <a:extLst>
                <a:ext uri="{FF2B5EF4-FFF2-40B4-BE49-F238E27FC236}">
                  <a16:creationId xmlns:a16="http://schemas.microsoft.com/office/drawing/2014/main" id="{41B95A9D-7A35-C3F5-5C15-1FF23430E055}"/>
                </a:ext>
              </a:extLst>
            </p:cNvPr>
            <p:cNvCxnSpPr>
              <a:cxnSpLocks/>
              <a:stCxn id="500" idx="3"/>
              <a:endCxn id="501" idx="7"/>
            </p:cNvCxnSpPr>
            <p:nvPr/>
          </p:nvCxnSpPr>
          <p:spPr>
            <a:xfrm flipH="1">
              <a:off x="4824051" y="4199566"/>
              <a:ext cx="1299300" cy="851100"/>
            </a:xfrm>
            <a:prstGeom prst="straightConnector1">
              <a:avLst/>
            </a:prstGeom>
            <a:noFill/>
            <a:ln w="34925" cap="flat" cmpd="sng">
              <a:solidFill>
                <a:srgbClr val="BB3023"/>
              </a:solidFill>
              <a:prstDash val="solid"/>
              <a:round/>
              <a:headEnd type="none" w="med" len="med"/>
              <a:tailEnd type="none" w="med" len="med"/>
            </a:ln>
          </p:spPr>
        </p:cxnSp>
        <p:cxnSp>
          <p:nvCxnSpPr>
            <p:cNvPr id="507" name="Google Shape;270;p21">
              <a:extLst>
                <a:ext uri="{FF2B5EF4-FFF2-40B4-BE49-F238E27FC236}">
                  <a16:creationId xmlns:a16="http://schemas.microsoft.com/office/drawing/2014/main" id="{38EE2992-DD91-E37A-406B-3E0776CDF2AF}"/>
                </a:ext>
              </a:extLst>
            </p:cNvPr>
            <p:cNvCxnSpPr>
              <a:stCxn id="501" idx="6"/>
              <a:endCxn id="502" idx="2"/>
            </p:cNvCxnSpPr>
            <p:nvPr/>
          </p:nvCxnSpPr>
          <p:spPr>
            <a:xfrm>
              <a:off x="4976227" y="5418176"/>
              <a:ext cx="994800" cy="0"/>
            </a:xfrm>
            <a:prstGeom prst="straightConnector1">
              <a:avLst/>
            </a:prstGeom>
            <a:noFill/>
            <a:ln w="34925" cap="flat" cmpd="sng">
              <a:solidFill>
                <a:srgbClr val="BB3023"/>
              </a:solidFill>
              <a:prstDash val="solid"/>
              <a:round/>
              <a:headEnd type="none" w="med" len="med"/>
              <a:tailEnd type="none" w="med" len="med"/>
            </a:ln>
          </p:spPr>
        </p:cxnSp>
      </p:grpSp>
      <p:sp>
        <p:nvSpPr>
          <p:cNvPr id="508" name="Google Shape;271;p21">
            <a:extLst>
              <a:ext uri="{FF2B5EF4-FFF2-40B4-BE49-F238E27FC236}">
                <a16:creationId xmlns:a16="http://schemas.microsoft.com/office/drawing/2014/main" id="{0226A680-1D29-525C-A671-A86F428B434C}"/>
              </a:ext>
            </a:extLst>
          </p:cNvPr>
          <p:cNvSpPr txBox="1">
            <a:spLocks noGrp="1"/>
          </p:cNvSpPr>
          <p:nvPr/>
        </p:nvSpPr>
        <p:spPr>
          <a:xfrm>
            <a:off x="4353752" y="690695"/>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r" rtl="0">
              <a:spcBef>
                <a:spcPts val="0"/>
              </a:spcBef>
              <a:spcAft>
                <a:spcPts val="0"/>
              </a:spcAft>
              <a:buNone/>
            </a:pPr>
            <a:r>
              <a:rPr lang="en" sz="2000" b="1">
                <a:solidFill>
                  <a:srgbClr val="1E344D"/>
                </a:solidFill>
                <a:latin typeface="Poppins"/>
                <a:ea typeface="Poppins"/>
                <a:cs typeface="Poppins"/>
                <a:sym typeface="Poppins"/>
              </a:rPr>
              <a:t>VENUS</a:t>
            </a:r>
            <a:endParaRPr sz="2000" b="1">
              <a:solidFill>
                <a:srgbClr val="1E344D"/>
              </a:solidFill>
              <a:latin typeface="Poppins"/>
              <a:ea typeface="Poppins"/>
              <a:cs typeface="Poppins"/>
              <a:sym typeface="Poppins"/>
            </a:endParaRPr>
          </a:p>
        </p:txBody>
      </p:sp>
      <p:sp>
        <p:nvSpPr>
          <p:cNvPr id="509" name="Google Shape;272;p21">
            <a:extLst>
              <a:ext uri="{FF2B5EF4-FFF2-40B4-BE49-F238E27FC236}">
                <a16:creationId xmlns:a16="http://schemas.microsoft.com/office/drawing/2014/main" id="{BB6C44B7-1E94-30D1-EF8A-0C6C880E4701}"/>
              </a:ext>
            </a:extLst>
          </p:cNvPr>
          <p:cNvSpPr txBox="1"/>
          <p:nvPr/>
        </p:nvSpPr>
        <p:spPr>
          <a:xfrm>
            <a:off x="4353752" y="1415570"/>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r" rtl="0">
              <a:spcBef>
                <a:spcPts val="0"/>
              </a:spcBef>
              <a:spcAft>
                <a:spcPts val="0"/>
              </a:spcAft>
              <a:buNone/>
            </a:pPr>
            <a:r>
              <a:rPr lang="en" sz="1600" b="1">
                <a:solidFill>
                  <a:srgbClr val="1E344D"/>
                </a:solidFill>
                <a:latin typeface="Karla"/>
                <a:ea typeface="Karla"/>
                <a:cs typeface="Karla"/>
                <a:sym typeface="Karla"/>
              </a:rPr>
              <a:t>Venus is the second planet from the Sun</a:t>
            </a:r>
            <a:endParaRPr sz="1600" b="1">
              <a:solidFill>
                <a:srgbClr val="1E344D"/>
              </a:solidFill>
              <a:latin typeface="Karla"/>
              <a:ea typeface="Karla"/>
              <a:cs typeface="Karla"/>
              <a:sym typeface="Karla"/>
            </a:endParaRPr>
          </a:p>
        </p:txBody>
      </p:sp>
      <p:sp>
        <p:nvSpPr>
          <p:cNvPr id="510" name="Google Shape;273;p21">
            <a:extLst>
              <a:ext uri="{FF2B5EF4-FFF2-40B4-BE49-F238E27FC236}">
                <a16:creationId xmlns:a16="http://schemas.microsoft.com/office/drawing/2014/main" id="{B401AB89-DFA7-89DB-3AA8-0F712CA93DF0}"/>
              </a:ext>
            </a:extLst>
          </p:cNvPr>
          <p:cNvSpPr txBox="1">
            <a:spLocks noGrp="1"/>
          </p:cNvSpPr>
          <p:nvPr/>
        </p:nvSpPr>
        <p:spPr>
          <a:xfrm>
            <a:off x="4336818" y="2206337"/>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r" rtl="0">
              <a:spcBef>
                <a:spcPts val="0"/>
              </a:spcBef>
              <a:spcAft>
                <a:spcPts val="0"/>
              </a:spcAft>
              <a:buNone/>
            </a:pPr>
            <a:r>
              <a:rPr lang="en" sz="2000" b="1">
                <a:solidFill>
                  <a:srgbClr val="1E344D"/>
                </a:solidFill>
                <a:latin typeface="Poppins"/>
                <a:ea typeface="Poppins"/>
                <a:cs typeface="Poppins"/>
                <a:sym typeface="Poppins"/>
              </a:rPr>
              <a:t>JUPITER</a:t>
            </a:r>
            <a:endParaRPr sz="2000" b="1">
              <a:solidFill>
                <a:srgbClr val="1E344D"/>
              </a:solidFill>
              <a:latin typeface="Poppins"/>
              <a:ea typeface="Poppins"/>
              <a:cs typeface="Poppins"/>
              <a:sym typeface="Poppins"/>
            </a:endParaRPr>
          </a:p>
        </p:txBody>
      </p:sp>
      <p:sp>
        <p:nvSpPr>
          <p:cNvPr id="511" name="Google Shape;274;p21">
            <a:extLst>
              <a:ext uri="{FF2B5EF4-FFF2-40B4-BE49-F238E27FC236}">
                <a16:creationId xmlns:a16="http://schemas.microsoft.com/office/drawing/2014/main" id="{3B72A059-ADAB-D834-C854-D5E74D53B33B}"/>
              </a:ext>
            </a:extLst>
          </p:cNvPr>
          <p:cNvSpPr txBox="1"/>
          <p:nvPr/>
        </p:nvSpPr>
        <p:spPr>
          <a:xfrm>
            <a:off x="4639732" y="2931212"/>
            <a:ext cx="1614317"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r" rtl="0">
              <a:spcBef>
                <a:spcPts val="0"/>
              </a:spcBef>
              <a:spcAft>
                <a:spcPts val="0"/>
              </a:spcAft>
              <a:buNone/>
            </a:pPr>
            <a:r>
              <a:rPr lang="en" sz="1600" b="1" dirty="0">
                <a:solidFill>
                  <a:srgbClr val="1E344D"/>
                </a:solidFill>
                <a:latin typeface="Karla"/>
                <a:ea typeface="Karla"/>
                <a:cs typeface="Karla"/>
                <a:sym typeface="Karla"/>
              </a:rPr>
              <a:t>Jupiter is the gest planet of them all</a:t>
            </a:r>
            <a:endParaRPr sz="1600" b="1" dirty="0">
              <a:solidFill>
                <a:srgbClr val="1E344D"/>
              </a:solidFill>
              <a:latin typeface="Karla"/>
              <a:ea typeface="Karla"/>
              <a:cs typeface="Karla"/>
              <a:sym typeface="Karla"/>
            </a:endParaRPr>
          </a:p>
        </p:txBody>
      </p:sp>
      <p:sp>
        <p:nvSpPr>
          <p:cNvPr id="512" name="Google Shape;275;p21">
            <a:extLst>
              <a:ext uri="{FF2B5EF4-FFF2-40B4-BE49-F238E27FC236}">
                <a16:creationId xmlns:a16="http://schemas.microsoft.com/office/drawing/2014/main" id="{328388D2-5F3B-8C15-C046-A4CBDBB7116C}"/>
              </a:ext>
            </a:extLst>
          </p:cNvPr>
          <p:cNvSpPr txBox="1">
            <a:spLocks noGrp="1"/>
          </p:cNvSpPr>
          <p:nvPr/>
        </p:nvSpPr>
        <p:spPr>
          <a:xfrm>
            <a:off x="4336819" y="3772778"/>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r" rtl="0">
              <a:spcBef>
                <a:spcPts val="0"/>
              </a:spcBef>
              <a:spcAft>
                <a:spcPts val="0"/>
              </a:spcAft>
              <a:buNone/>
            </a:pPr>
            <a:r>
              <a:rPr lang="en" sz="2000" b="1">
                <a:solidFill>
                  <a:srgbClr val="1E344D"/>
                </a:solidFill>
                <a:latin typeface="Poppins"/>
                <a:ea typeface="Poppins"/>
                <a:cs typeface="Poppins"/>
                <a:sym typeface="Poppins"/>
              </a:rPr>
              <a:t>NEPTUNE</a:t>
            </a:r>
            <a:endParaRPr sz="2000" b="1">
              <a:solidFill>
                <a:srgbClr val="1E344D"/>
              </a:solidFill>
              <a:latin typeface="Poppins"/>
              <a:ea typeface="Poppins"/>
              <a:cs typeface="Poppins"/>
              <a:sym typeface="Poppins"/>
            </a:endParaRPr>
          </a:p>
        </p:txBody>
      </p:sp>
      <p:sp>
        <p:nvSpPr>
          <p:cNvPr id="513" name="Google Shape;276;p21">
            <a:extLst>
              <a:ext uri="{FF2B5EF4-FFF2-40B4-BE49-F238E27FC236}">
                <a16:creationId xmlns:a16="http://schemas.microsoft.com/office/drawing/2014/main" id="{62F02549-C654-99A4-74A0-D06C29B5012A}"/>
              </a:ext>
            </a:extLst>
          </p:cNvPr>
          <p:cNvSpPr txBox="1"/>
          <p:nvPr/>
        </p:nvSpPr>
        <p:spPr>
          <a:xfrm>
            <a:off x="4336819" y="4497653"/>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r" rtl="0">
              <a:spcBef>
                <a:spcPts val="0"/>
              </a:spcBef>
              <a:spcAft>
                <a:spcPts val="0"/>
              </a:spcAft>
              <a:buNone/>
            </a:pPr>
            <a:r>
              <a:rPr lang="en" sz="1600" b="1">
                <a:solidFill>
                  <a:srgbClr val="1E344D"/>
                </a:solidFill>
                <a:latin typeface="Karla"/>
                <a:ea typeface="Karla"/>
                <a:cs typeface="Karla"/>
                <a:sym typeface="Karla"/>
              </a:rPr>
              <a:t>It’s the farthest planet from the Sun</a:t>
            </a:r>
            <a:endParaRPr sz="1600" b="1">
              <a:solidFill>
                <a:srgbClr val="1E344D"/>
              </a:solidFill>
              <a:latin typeface="Karla"/>
              <a:ea typeface="Karla"/>
              <a:cs typeface="Karla"/>
              <a:sym typeface="Karla"/>
            </a:endParaRPr>
          </a:p>
        </p:txBody>
      </p:sp>
      <p:sp>
        <p:nvSpPr>
          <p:cNvPr id="514" name="Google Shape;277;p21">
            <a:extLst>
              <a:ext uri="{FF2B5EF4-FFF2-40B4-BE49-F238E27FC236}">
                <a16:creationId xmlns:a16="http://schemas.microsoft.com/office/drawing/2014/main" id="{13F0B554-1377-6992-701E-A3EE0E821E71}"/>
              </a:ext>
            </a:extLst>
          </p:cNvPr>
          <p:cNvSpPr txBox="1">
            <a:spLocks noGrp="1"/>
          </p:cNvSpPr>
          <p:nvPr/>
        </p:nvSpPr>
        <p:spPr>
          <a:xfrm>
            <a:off x="267169" y="843095"/>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2000" b="1" dirty="0">
                <a:solidFill>
                  <a:srgbClr val="1E344D"/>
                </a:solidFill>
                <a:latin typeface="Poppins"/>
                <a:ea typeface="Poppins"/>
                <a:cs typeface="Poppins"/>
                <a:sym typeface="Poppins"/>
              </a:rPr>
              <a:t>MERCURY</a:t>
            </a:r>
            <a:endParaRPr sz="2000" b="1" dirty="0">
              <a:solidFill>
                <a:srgbClr val="1E344D"/>
              </a:solidFill>
              <a:latin typeface="Poppins"/>
              <a:ea typeface="Poppins"/>
              <a:cs typeface="Poppins"/>
              <a:sym typeface="Poppins"/>
            </a:endParaRPr>
          </a:p>
        </p:txBody>
      </p:sp>
      <p:sp>
        <p:nvSpPr>
          <p:cNvPr id="515" name="Google Shape;278;p21">
            <a:extLst>
              <a:ext uri="{FF2B5EF4-FFF2-40B4-BE49-F238E27FC236}">
                <a16:creationId xmlns:a16="http://schemas.microsoft.com/office/drawing/2014/main" id="{28477652-8BE4-D6AF-4929-B6A980532435}"/>
              </a:ext>
            </a:extLst>
          </p:cNvPr>
          <p:cNvSpPr txBox="1"/>
          <p:nvPr/>
        </p:nvSpPr>
        <p:spPr>
          <a:xfrm>
            <a:off x="267169" y="1567970"/>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a:solidFill>
                  <a:srgbClr val="1E344D"/>
                </a:solidFill>
                <a:latin typeface="Karla"/>
                <a:ea typeface="Karla"/>
                <a:cs typeface="Karla"/>
                <a:sym typeface="Karla"/>
              </a:rPr>
              <a:t>It’s the closest planet to the Sun</a:t>
            </a:r>
            <a:endParaRPr sz="1600" b="1">
              <a:solidFill>
                <a:srgbClr val="1E344D"/>
              </a:solidFill>
              <a:latin typeface="Karla"/>
              <a:ea typeface="Karla"/>
              <a:cs typeface="Karla"/>
              <a:sym typeface="Karla"/>
            </a:endParaRPr>
          </a:p>
        </p:txBody>
      </p:sp>
      <p:sp>
        <p:nvSpPr>
          <p:cNvPr id="516" name="Google Shape;279;p21">
            <a:extLst>
              <a:ext uri="{FF2B5EF4-FFF2-40B4-BE49-F238E27FC236}">
                <a16:creationId xmlns:a16="http://schemas.microsoft.com/office/drawing/2014/main" id="{F88A29E6-FD02-DE36-9368-0D9F06FBC168}"/>
              </a:ext>
            </a:extLst>
          </p:cNvPr>
          <p:cNvSpPr txBox="1">
            <a:spLocks noGrp="1"/>
          </p:cNvSpPr>
          <p:nvPr/>
        </p:nvSpPr>
        <p:spPr>
          <a:xfrm>
            <a:off x="267169" y="2155537"/>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2000" b="1">
                <a:solidFill>
                  <a:srgbClr val="1E344D"/>
                </a:solidFill>
                <a:latin typeface="Poppins"/>
                <a:ea typeface="Poppins"/>
                <a:cs typeface="Poppins"/>
                <a:sym typeface="Poppins"/>
              </a:rPr>
              <a:t>MARS</a:t>
            </a:r>
            <a:endParaRPr sz="2000" b="1">
              <a:solidFill>
                <a:srgbClr val="1E344D"/>
              </a:solidFill>
              <a:latin typeface="Poppins"/>
              <a:ea typeface="Poppins"/>
              <a:cs typeface="Poppins"/>
              <a:sym typeface="Poppins"/>
            </a:endParaRPr>
          </a:p>
        </p:txBody>
      </p:sp>
      <p:sp>
        <p:nvSpPr>
          <p:cNvPr id="517" name="Google Shape;280;p21">
            <a:extLst>
              <a:ext uri="{FF2B5EF4-FFF2-40B4-BE49-F238E27FC236}">
                <a16:creationId xmlns:a16="http://schemas.microsoft.com/office/drawing/2014/main" id="{E701DFCE-7775-BD07-6A64-7E66AEBDDA8A}"/>
              </a:ext>
            </a:extLst>
          </p:cNvPr>
          <p:cNvSpPr txBox="1"/>
          <p:nvPr/>
        </p:nvSpPr>
        <p:spPr>
          <a:xfrm>
            <a:off x="267169" y="2880412"/>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a:solidFill>
                  <a:srgbClr val="1E344D"/>
                </a:solidFill>
                <a:latin typeface="Karla"/>
                <a:ea typeface="Karla"/>
                <a:cs typeface="Karla"/>
                <a:sym typeface="Karla"/>
              </a:rPr>
              <a:t>Mars is actually a very cold place</a:t>
            </a:r>
            <a:endParaRPr sz="1600" b="1">
              <a:solidFill>
                <a:srgbClr val="1E344D"/>
              </a:solidFill>
              <a:latin typeface="Karla"/>
              <a:ea typeface="Karla"/>
              <a:cs typeface="Karla"/>
              <a:sym typeface="Karla"/>
            </a:endParaRPr>
          </a:p>
        </p:txBody>
      </p:sp>
      <p:sp>
        <p:nvSpPr>
          <p:cNvPr id="518" name="Google Shape;281;p21">
            <a:extLst>
              <a:ext uri="{FF2B5EF4-FFF2-40B4-BE49-F238E27FC236}">
                <a16:creationId xmlns:a16="http://schemas.microsoft.com/office/drawing/2014/main" id="{73DDCD14-886F-B9C0-7E4F-219F0BCB51DF}"/>
              </a:ext>
            </a:extLst>
          </p:cNvPr>
          <p:cNvSpPr txBox="1">
            <a:spLocks noGrp="1"/>
          </p:cNvSpPr>
          <p:nvPr/>
        </p:nvSpPr>
        <p:spPr>
          <a:xfrm>
            <a:off x="267169" y="3569578"/>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2000" b="1">
                <a:solidFill>
                  <a:srgbClr val="1E344D"/>
                </a:solidFill>
                <a:latin typeface="Poppins"/>
                <a:ea typeface="Poppins"/>
                <a:cs typeface="Poppins"/>
                <a:sym typeface="Poppins"/>
              </a:rPr>
              <a:t>SATURN</a:t>
            </a:r>
            <a:endParaRPr sz="2000" b="1">
              <a:solidFill>
                <a:srgbClr val="1E344D"/>
              </a:solidFill>
              <a:latin typeface="Poppins"/>
              <a:ea typeface="Poppins"/>
              <a:cs typeface="Poppins"/>
              <a:sym typeface="Poppins"/>
            </a:endParaRPr>
          </a:p>
        </p:txBody>
      </p:sp>
      <p:sp>
        <p:nvSpPr>
          <p:cNvPr id="519" name="Google Shape;282;p21">
            <a:extLst>
              <a:ext uri="{FF2B5EF4-FFF2-40B4-BE49-F238E27FC236}">
                <a16:creationId xmlns:a16="http://schemas.microsoft.com/office/drawing/2014/main" id="{751ACEFB-3F17-C68F-643D-F89700BFBE37}"/>
              </a:ext>
            </a:extLst>
          </p:cNvPr>
          <p:cNvSpPr txBox="1"/>
          <p:nvPr/>
        </p:nvSpPr>
        <p:spPr>
          <a:xfrm>
            <a:off x="267169" y="4294453"/>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a:solidFill>
                  <a:srgbClr val="1E344D"/>
                </a:solidFill>
                <a:latin typeface="Karla"/>
                <a:ea typeface="Karla"/>
                <a:cs typeface="Karla"/>
                <a:sym typeface="Karla"/>
              </a:rPr>
              <a:t>It’s composed of hydrogen and helium</a:t>
            </a:r>
            <a:endParaRPr sz="1600" b="1">
              <a:solidFill>
                <a:srgbClr val="1E344D"/>
              </a:solidFill>
              <a:latin typeface="Karla"/>
              <a:ea typeface="Karla"/>
              <a:cs typeface="Karla"/>
              <a:sym typeface="Karla"/>
            </a:endParaRPr>
          </a:p>
        </p:txBody>
      </p:sp>
      <p:sp>
        <p:nvSpPr>
          <p:cNvPr id="520" name="Google Shape;283;p21">
            <a:extLst>
              <a:ext uri="{FF2B5EF4-FFF2-40B4-BE49-F238E27FC236}">
                <a16:creationId xmlns:a16="http://schemas.microsoft.com/office/drawing/2014/main" id="{E5FA1BD0-75D3-729B-1C76-31B0FEE59888}"/>
              </a:ext>
            </a:extLst>
          </p:cNvPr>
          <p:cNvSpPr txBox="1"/>
          <p:nvPr/>
        </p:nvSpPr>
        <p:spPr>
          <a:xfrm>
            <a:off x="318372" y="6284136"/>
            <a:ext cx="6316344" cy="824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rtl="0">
              <a:spcBef>
                <a:spcPts val="0"/>
              </a:spcBef>
              <a:spcAft>
                <a:spcPts val="0"/>
              </a:spcAft>
              <a:buNone/>
            </a:pPr>
            <a:r>
              <a:rPr lang="en" sz="1700" dirty="0">
                <a:solidFill>
                  <a:srgbClr val="1E344D"/>
                </a:solidFill>
                <a:latin typeface="Alibaba PuHuiTi" pitchFamily="18" charset="-122"/>
                <a:ea typeface="Alibaba PuHuiTi" pitchFamily="18" charset="-122"/>
                <a:cs typeface="Alibaba PuHuiTi" pitchFamily="18" charset="-122"/>
                <a:sym typeface="Karla"/>
              </a:rPr>
              <a:t>Venus has a beautiful name, but also high temperatures</a:t>
            </a:r>
            <a:endParaRPr sz="1700" dirty="0">
              <a:solidFill>
                <a:srgbClr val="1E344D"/>
              </a:solidFill>
              <a:latin typeface="Alibaba PuHuiTi" pitchFamily="18" charset="-122"/>
              <a:ea typeface="Alibaba PuHuiTi" pitchFamily="18" charset="-122"/>
              <a:cs typeface="Alibaba PuHuiTi" pitchFamily="18" charset="-122"/>
              <a:sym typeface="Karla"/>
            </a:endParaRPr>
          </a:p>
        </p:txBody>
      </p:sp>
      <p:sp>
        <p:nvSpPr>
          <p:cNvPr id="8" name="Google Shape;121;p20">
            <a:extLst>
              <a:ext uri="{FF2B5EF4-FFF2-40B4-BE49-F238E27FC236}">
                <a16:creationId xmlns:a16="http://schemas.microsoft.com/office/drawing/2014/main" id="{DD1FFEB5-082A-A32B-370E-3667583C53A3}"/>
              </a:ext>
            </a:extLst>
          </p:cNvPr>
          <p:cNvSpPr txBox="1">
            <a:spLocks/>
          </p:cNvSpPr>
          <p:nvPr/>
        </p:nvSpPr>
        <p:spPr>
          <a:xfrm>
            <a:off x="6837061" y="5571691"/>
            <a:ext cx="4838400" cy="640200"/>
          </a:xfrm>
          <a:prstGeom prst="rect">
            <a:avLst/>
          </a:prstGeom>
        </p:spPr>
        <p:txBody>
          <a:bodyPr spcFirstLastPara="1" vert="horz" wrap="square" lIns="91425" tIns="91425" rIns="91425" bIns="91425" rtlCol="0" anchor="t" anchorCtr="0">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spcBef>
                <a:spcPts val="0"/>
              </a:spcBef>
            </a:pPr>
            <a:r>
              <a:rPr lang="en" sz="2400" dirty="0">
                <a:solidFill>
                  <a:srgbClr val="1E344D"/>
                </a:solidFill>
                <a:latin typeface="Alibaba PuHuiTi Medium" pitchFamily="18" charset="-122"/>
                <a:ea typeface="Alibaba PuHuiTi Medium" pitchFamily="18" charset="-122"/>
                <a:cs typeface="Alibaba PuHuiTi Medium" pitchFamily="18" charset="-122"/>
              </a:rPr>
              <a:t>MODELS</a:t>
            </a:r>
          </a:p>
        </p:txBody>
      </p:sp>
      <p:sp>
        <p:nvSpPr>
          <p:cNvPr id="9" name="Google Shape;122;p20">
            <a:extLst>
              <a:ext uri="{FF2B5EF4-FFF2-40B4-BE49-F238E27FC236}">
                <a16:creationId xmlns:a16="http://schemas.microsoft.com/office/drawing/2014/main" id="{ED6F71DA-6624-10BD-FAA1-939BD00B5FB1}"/>
              </a:ext>
            </a:extLst>
          </p:cNvPr>
          <p:cNvSpPr txBox="1"/>
          <p:nvPr/>
        </p:nvSpPr>
        <p:spPr>
          <a:xfrm>
            <a:off x="6837060" y="6002169"/>
            <a:ext cx="5050139" cy="1188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rgbClr val="1E344D"/>
                </a:solidFill>
                <a:latin typeface="Alibaba PuHuiTi Medium" pitchFamily="18" charset="-122"/>
                <a:ea typeface="Alibaba PuHuiTi Medium" pitchFamily="18" charset="-122"/>
                <a:cs typeface="Alibaba PuHuiTi Medium" pitchFamily="18" charset="-122"/>
                <a:sym typeface="Karla"/>
              </a:rPr>
              <a:t>Earth is the only planet known to harbor life. It’s also the third planet from the Sun</a:t>
            </a:r>
            <a:endParaRPr dirty="0">
              <a:solidFill>
                <a:srgbClr val="1E344D"/>
              </a:solidFill>
              <a:latin typeface="Alibaba PuHuiTi Medium" pitchFamily="18" charset="-122"/>
              <a:ea typeface="Alibaba PuHuiTi Medium" pitchFamily="18" charset="-122"/>
              <a:cs typeface="Alibaba PuHuiTi Medium" pitchFamily="18" charset="-122"/>
              <a:sym typeface="Karla"/>
            </a:endParaRPr>
          </a:p>
        </p:txBody>
      </p:sp>
      <p:sp>
        <p:nvSpPr>
          <p:cNvPr id="10" name="Google Shape;123;p20">
            <a:extLst>
              <a:ext uri="{FF2B5EF4-FFF2-40B4-BE49-F238E27FC236}">
                <a16:creationId xmlns:a16="http://schemas.microsoft.com/office/drawing/2014/main" id="{D4710368-C3E6-FD81-0D90-9B46B5DA8E06}"/>
              </a:ext>
            </a:extLst>
          </p:cNvPr>
          <p:cNvSpPr txBox="1">
            <a:spLocks/>
          </p:cNvSpPr>
          <p:nvPr/>
        </p:nvSpPr>
        <p:spPr>
          <a:xfrm>
            <a:off x="6943386" y="1046293"/>
            <a:ext cx="4838400" cy="640200"/>
          </a:xfrm>
          <a:prstGeom prst="rect">
            <a:avLst/>
          </a:prstGeom>
        </p:spPr>
        <p:txBody>
          <a:bodyPr spcFirstLastPara="1" vert="horz" wrap="square" lIns="91425" tIns="91425" rIns="91425" bIns="91425" rtlCol="0" anchor="t" anchorCtr="0">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spcBef>
                <a:spcPts val="0"/>
              </a:spcBef>
            </a:pPr>
            <a:r>
              <a:rPr lang="en" sz="3200" dirty="0">
                <a:solidFill>
                  <a:srgbClr val="1E344D"/>
                </a:solidFill>
                <a:latin typeface="Alibaba PuHuiTi Medium" pitchFamily="18" charset="-122"/>
                <a:ea typeface="Alibaba PuHuiTi Medium" pitchFamily="18" charset="-122"/>
                <a:cs typeface="Alibaba PuHuiTi Medium" pitchFamily="18" charset="-122"/>
              </a:rPr>
              <a:t>RESULTS</a:t>
            </a:r>
          </a:p>
        </p:txBody>
      </p:sp>
      <p:sp>
        <p:nvSpPr>
          <p:cNvPr id="11" name="Google Shape;124;p20">
            <a:extLst>
              <a:ext uri="{FF2B5EF4-FFF2-40B4-BE49-F238E27FC236}">
                <a16:creationId xmlns:a16="http://schemas.microsoft.com/office/drawing/2014/main" id="{9845F084-F071-E37B-91EE-2F7559F93DCF}"/>
              </a:ext>
            </a:extLst>
          </p:cNvPr>
          <p:cNvSpPr txBox="1"/>
          <p:nvPr/>
        </p:nvSpPr>
        <p:spPr>
          <a:xfrm>
            <a:off x="6943393" y="1480138"/>
            <a:ext cx="4880012" cy="1345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rgbClr val="1E344D"/>
                </a:solidFill>
                <a:latin typeface="Alibaba PuHuiTi Medium" pitchFamily="18" charset="-122"/>
                <a:ea typeface="Alibaba PuHuiTi Medium" pitchFamily="18" charset="-122"/>
                <a:cs typeface="Alibaba PuHuiTi Medium" pitchFamily="18" charset="-122"/>
                <a:sym typeface="Karla"/>
              </a:rPr>
              <a:t>Venus has a beautiful name and is the second planet from the Sun. It’s terribly hot</a:t>
            </a:r>
            <a:endParaRPr dirty="0">
              <a:solidFill>
                <a:srgbClr val="1E344D"/>
              </a:solidFill>
              <a:latin typeface="Alibaba PuHuiTi Medium" pitchFamily="18" charset="-122"/>
              <a:ea typeface="Alibaba PuHuiTi Medium" pitchFamily="18" charset="-122"/>
              <a:cs typeface="Alibaba PuHuiTi Medium" pitchFamily="18" charset="-122"/>
              <a:sym typeface="Karla"/>
            </a:endParaRPr>
          </a:p>
        </p:txBody>
      </p:sp>
      <p:graphicFrame>
        <p:nvGraphicFramePr>
          <p:cNvPr id="12" name="Google Shape;145;p20">
            <a:extLst>
              <a:ext uri="{FF2B5EF4-FFF2-40B4-BE49-F238E27FC236}">
                <a16:creationId xmlns:a16="http://schemas.microsoft.com/office/drawing/2014/main" id="{E2BE5358-C2E6-EAAB-B466-6555C2155BBA}"/>
              </a:ext>
            </a:extLst>
          </p:cNvPr>
          <p:cNvGraphicFramePr/>
          <p:nvPr>
            <p:extLst>
              <p:ext uri="{D42A27DB-BD31-4B8C-83A1-F6EECF244321}">
                <p14:modId xmlns:p14="http://schemas.microsoft.com/office/powerpoint/2010/main" val="648292376"/>
              </p:ext>
            </p:extLst>
          </p:nvPr>
        </p:nvGraphicFramePr>
        <p:xfrm>
          <a:off x="6842018" y="2393917"/>
          <a:ext cx="4882950" cy="3078325"/>
        </p:xfrm>
        <a:graphic>
          <a:graphicData uri="http://schemas.openxmlformats.org/drawingml/2006/table">
            <a:tbl>
              <a:tblPr>
                <a:noFill/>
              </a:tblPr>
              <a:tblGrid>
                <a:gridCol w="1627650">
                  <a:extLst>
                    <a:ext uri="{9D8B030D-6E8A-4147-A177-3AD203B41FA5}">
                      <a16:colId xmlns:a16="http://schemas.microsoft.com/office/drawing/2014/main" val="20000"/>
                    </a:ext>
                  </a:extLst>
                </a:gridCol>
                <a:gridCol w="1627650">
                  <a:extLst>
                    <a:ext uri="{9D8B030D-6E8A-4147-A177-3AD203B41FA5}">
                      <a16:colId xmlns:a16="http://schemas.microsoft.com/office/drawing/2014/main" val="20001"/>
                    </a:ext>
                  </a:extLst>
                </a:gridCol>
                <a:gridCol w="1627650">
                  <a:extLst>
                    <a:ext uri="{9D8B030D-6E8A-4147-A177-3AD203B41FA5}">
                      <a16:colId xmlns:a16="http://schemas.microsoft.com/office/drawing/2014/main" val="20002"/>
                    </a:ext>
                  </a:extLst>
                </a:gridCol>
              </a:tblGrid>
              <a:tr h="792450">
                <a:tc>
                  <a:txBody>
                    <a:bodyPr/>
                    <a:lstStyle/>
                    <a:p>
                      <a:pPr marL="0" lvl="0" indent="0" algn="ctr" rtl="0">
                        <a:spcBef>
                          <a:spcPts val="0"/>
                        </a:spcBef>
                        <a:spcAft>
                          <a:spcPts val="0"/>
                        </a:spcAft>
                        <a:buNone/>
                      </a:pPr>
                      <a:endParaRPr sz="2000" dirty="0">
                        <a:solidFill>
                          <a:schemeClr val="dk2"/>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lvl="0" indent="0" algn="ctr" rtl="0">
                        <a:spcBef>
                          <a:spcPts val="0"/>
                        </a:spcBef>
                        <a:spcAft>
                          <a:spcPts val="0"/>
                        </a:spcAft>
                        <a:buNone/>
                      </a:pPr>
                      <a:r>
                        <a:rPr lang="en" sz="2000" dirty="0">
                          <a:solidFill>
                            <a:schemeClr val="bg1"/>
                          </a:solidFill>
                          <a:latin typeface="Poppins Black"/>
                          <a:ea typeface="Poppins Black"/>
                          <a:cs typeface="Poppins Black"/>
                          <a:sym typeface="Poppins Black"/>
                        </a:rPr>
                        <a:t>MERCURY</a:t>
                      </a:r>
                      <a:endParaRPr sz="2000"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2000" dirty="0">
                          <a:solidFill>
                            <a:schemeClr val="bg1"/>
                          </a:solidFill>
                          <a:latin typeface="Poppins Black"/>
                          <a:ea typeface="Poppins Black"/>
                          <a:cs typeface="Poppins Black"/>
                          <a:sym typeface="Poppins Black"/>
                        </a:rPr>
                        <a:t>VENUS</a:t>
                      </a:r>
                      <a:endParaRPr sz="2000"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extLst>
                  <a:ext uri="{0D108BD9-81ED-4DB2-BD59-A6C34878D82A}">
                    <a16:rowId xmlns:a16="http://schemas.microsoft.com/office/drawing/2014/main" val="10000"/>
                  </a:ext>
                </a:extLst>
              </a:tr>
              <a:tr h="457175">
                <a:tc>
                  <a:txBody>
                    <a:bodyPr/>
                    <a:lstStyle/>
                    <a:p>
                      <a:pPr marL="0" lvl="0" indent="0" algn="ctr" rtl="0">
                        <a:spcBef>
                          <a:spcPts val="0"/>
                        </a:spcBef>
                        <a:spcAft>
                          <a:spcPts val="0"/>
                        </a:spcAft>
                        <a:buNone/>
                      </a:pPr>
                      <a:r>
                        <a:rPr lang="en" sz="1800" dirty="0">
                          <a:solidFill>
                            <a:schemeClr val="bg1"/>
                          </a:solidFill>
                          <a:latin typeface="Poppins Black"/>
                          <a:ea typeface="Poppins Black"/>
                          <a:cs typeface="Poppins Black"/>
                          <a:sym typeface="Poppins Black"/>
                        </a:rPr>
                        <a:t>TEST 1</a:t>
                      </a:r>
                      <a:endParaRPr sz="1800"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580</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651</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extLst>
                  <a:ext uri="{0D108BD9-81ED-4DB2-BD59-A6C34878D82A}">
                    <a16:rowId xmlns:a16="http://schemas.microsoft.com/office/drawing/2014/main" val="10001"/>
                  </a:ext>
                </a:extLst>
              </a:tr>
              <a:tr h="457175">
                <a:tc>
                  <a:txBody>
                    <a:bodyPr/>
                    <a:lstStyle/>
                    <a:p>
                      <a:pPr marL="0" lvl="0" indent="0" algn="ctr" rtl="0">
                        <a:spcBef>
                          <a:spcPts val="0"/>
                        </a:spcBef>
                        <a:spcAft>
                          <a:spcPts val="0"/>
                        </a:spcAft>
                        <a:buNone/>
                      </a:pPr>
                      <a:r>
                        <a:rPr lang="en" sz="1800" dirty="0">
                          <a:solidFill>
                            <a:schemeClr val="bg1"/>
                          </a:solidFill>
                          <a:latin typeface="Poppins Black"/>
                          <a:ea typeface="Poppins Black"/>
                          <a:cs typeface="Poppins Black"/>
                          <a:sym typeface="Poppins Black"/>
                        </a:rPr>
                        <a:t>TEST 2</a:t>
                      </a:r>
                      <a:endParaRPr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384</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723</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extLst>
                  <a:ext uri="{0D108BD9-81ED-4DB2-BD59-A6C34878D82A}">
                    <a16:rowId xmlns:a16="http://schemas.microsoft.com/office/drawing/2014/main" val="10002"/>
                  </a:ext>
                </a:extLst>
              </a:tr>
              <a:tr h="457175">
                <a:tc>
                  <a:txBody>
                    <a:bodyPr/>
                    <a:lstStyle/>
                    <a:p>
                      <a:pPr marL="0" lvl="0" indent="0" algn="ctr" rtl="0">
                        <a:spcBef>
                          <a:spcPts val="0"/>
                        </a:spcBef>
                        <a:spcAft>
                          <a:spcPts val="0"/>
                        </a:spcAft>
                        <a:buNone/>
                      </a:pPr>
                      <a:r>
                        <a:rPr lang="en" sz="1800" dirty="0">
                          <a:solidFill>
                            <a:schemeClr val="bg1"/>
                          </a:solidFill>
                          <a:latin typeface="Poppins Black"/>
                          <a:ea typeface="Poppins Black"/>
                          <a:cs typeface="Poppins Black"/>
                          <a:sym typeface="Poppins Black"/>
                        </a:rPr>
                        <a:t>TEST 3</a:t>
                      </a:r>
                      <a:endParaRPr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253</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1,002</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extLst>
                  <a:ext uri="{0D108BD9-81ED-4DB2-BD59-A6C34878D82A}">
                    <a16:rowId xmlns:a16="http://schemas.microsoft.com/office/drawing/2014/main" val="10003"/>
                  </a:ext>
                </a:extLst>
              </a:tr>
              <a:tr h="457175">
                <a:tc>
                  <a:txBody>
                    <a:bodyPr/>
                    <a:lstStyle/>
                    <a:p>
                      <a:pPr marL="0" lvl="0" indent="0" algn="ctr" rtl="0">
                        <a:spcBef>
                          <a:spcPts val="0"/>
                        </a:spcBef>
                        <a:spcAft>
                          <a:spcPts val="0"/>
                        </a:spcAft>
                        <a:buNone/>
                      </a:pPr>
                      <a:r>
                        <a:rPr lang="en" sz="1800" dirty="0">
                          <a:solidFill>
                            <a:schemeClr val="bg1"/>
                          </a:solidFill>
                          <a:latin typeface="Poppins Black"/>
                          <a:ea typeface="Poppins Black"/>
                          <a:cs typeface="Poppins Black"/>
                          <a:sym typeface="Poppins Black"/>
                        </a:rPr>
                        <a:t>TEST 4</a:t>
                      </a:r>
                      <a:endParaRPr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324</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407</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extLst>
                  <a:ext uri="{0D108BD9-81ED-4DB2-BD59-A6C34878D82A}">
                    <a16:rowId xmlns:a16="http://schemas.microsoft.com/office/drawing/2014/main" val="10004"/>
                  </a:ext>
                </a:extLst>
              </a:tr>
              <a:tr h="457175">
                <a:tc>
                  <a:txBody>
                    <a:bodyPr/>
                    <a:lstStyle/>
                    <a:p>
                      <a:pPr marL="0" lvl="0" indent="0" algn="ctr" rtl="0">
                        <a:spcBef>
                          <a:spcPts val="0"/>
                        </a:spcBef>
                        <a:spcAft>
                          <a:spcPts val="0"/>
                        </a:spcAft>
                        <a:buNone/>
                      </a:pPr>
                      <a:r>
                        <a:rPr lang="en" sz="1800" dirty="0">
                          <a:solidFill>
                            <a:schemeClr val="bg1"/>
                          </a:solidFill>
                          <a:latin typeface="Poppins Black"/>
                          <a:ea typeface="Poppins Black"/>
                          <a:cs typeface="Poppins Black"/>
                          <a:sym typeface="Poppins Black"/>
                        </a:rPr>
                        <a:t>TEST 5</a:t>
                      </a:r>
                      <a:endParaRPr dirty="0">
                        <a:solidFill>
                          <a:schemeClr val="bg1"/>
                        </a:solidFill>
                        <a:latin typeface="Poppins Black"/>
                        <a:ea typeface="Poppins Black"/>
                        <a:cs typeface="Poppins Black"/>
                        <a:sym typeface="Poppins Black"/>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421</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tc>
                  <a:txBody>
                    <a:bodyPr/>
                    <a:lstStyle/>
                    <a:p>
                      <a:pPr marL="0" lvl="0" indent="0" algn="ctr" rtl="0">
                        <a:spcBef>
                          <a:spcPts val="0"/>
                        </a:spcBef>
                        <a:spcAft>
                          <a:spcPts val="0"/>
                        </a:spcAft>
                        <a:buNone/>
                      </a:pPr>
                      <a:r>
                        <a:rPr lang="en" sz="1800" b="0" i="0" dirty="0">
                          <a:solidFill>
                            <a:schemeClr val="bg1"/>
                          </a:solidFill>
                          <a:latin typeface="Alibaba PuHuiTi" pitchFamily="18" charset="-122"/>
                          <a:ea typeface="Alibaba PuHuiTi" pitchFamily="18" charset="-122"/>
                          <a:cs typeface="Alibaba PuHuiTi" pitchFamily="18" charset="-122"/>
                          <a:sym typeface="Anaheim"/>
                        </a:rPr>
                        <a:t>347</a:t>
                      </a:r>
                      <a:endParaRPr sz="1800" b="0" i="0" dirty="0">
                        <a:solidFill>
                          <a:schemeClr val="bg1"/>
                        </a:solidFill>
                        <a:latin typeface="Alibaba PuHuiTi" pitchFamily="18" charset="-122"/>
                        <a:ea typeface="Alibaba PuHuiTi" pitchFamily="18" charset="-122"/>
                        <a:cs typeface="Alibaba PuHuiTi" pitchFamily="18" charset="-122"/>
                        <a:sym typeface="Anaheim"/>
                      </a:endParaRPr>
                    </a:p>
                  </a:txBody>
                  <a:tcPr marL="91425" marR="91425" marT="91425" marB="91425"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rgbClr val="1E344D"/>
                    </a:solidFill>
                  </a:tcPr>
                </a:tc>
                <a:extLst>
                  <a:ext uri="{0D108BD9-81ED-4DB2-BD59-A6C34878D82A}">
                    <a16:rowId xmlns:a16="http://schemas.microsoft.com/office/drawing/2014/main" val="10005"/>
                  </a:ext>
                </a:extLst>
              </a:tr>
            </a:tbl>
          </a:graphicData>
        </a:graphic>
      </p:graphicFrame>
      <p:sp>
        <p:nvSpPr>
          <p:cNvPr id="15" name="文本框 14">
            <a:extLst>
              <a:ext uri="{FF2B5EF4-FFF2-40B4-BE49-F238E27FC236}">
                <a16:creationId xmlns:a16="http://schemas.microsoft.com/office/drawing/2014/main" id="{773B0A34-1CDA-A5B8-FC5C-7F0602365D96}"/>
              </a:ext>
            </a:extLst>
          </p:cNvPr>
          <p:cNvSpPr txBox="1"/>
          <p:nvPr/>
        </p:nvSpPr>
        <p:spPr>
          <a:xfrm>
            <a:off x="248989" y="5675885"/>
            <a:ext cx="2743418"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a:t>
            </a:r>
            <a:r>
              <a:rPr lang="zh-CN" altLang="en-US" dirty="0">
                <a:solidFill>
                  <a:srgbClr val="1E344D"/>
                </a:solidFill>
              </a:rPr>
              <a:t> </a:t>
            </a:r>
            <a:r>
              <a:rPr lang="en-US" altLang="zh-CN" dirty="0">
                <a:solidFill>
                  <a:srgbClr val="1E344D"/>
                </a:solidFill>
              </a:rPr>
              <a:t>YNZ PPT</a:t>
            </a:r>
            <a:endParaRPr lang="zh-CN" altLang="en-US" dirty="0">
              <a:solidFill>
                <a:srgbClr val="1E344D"/>
              </a:solidFill>
            </a:endParaRPr>
          </a:p>
        </p:txBody>
      </p:sp>
      <p:sp>
        <p:nvSpPr>
          <p:cNvPr id="16" name="右大括号 15">
            <a:extLst>
              <a:ext uri="{FF2B5EF4-FFF2-40B4-BE49-F238E27FC236}">
                <a16:creationId xmlns:a16="http://schemas.microsoft.com/office/drawing/2014/main" id="{155D05A2-3852-1436-7642-E1661A92FCA5}"/>
              </a:ext>
            </a:extLst>
          </p:cNvPr>
          <p:cNvSpPr/>
          <p:nvPr/>
        </p:nvSpPr>
        <p:spPr>
          <a:xfrm rot="16200000">
            <a:off x="1360379" y="4364596"/>
            <a:ext cx="214133" cy="2239703"/>
          </a:xfrm>
          <a:prstGeom prst="rightBrace">
            <a:avLst>
              <a:gd name="adj1" fmla="val 111149"/>
              <a:gd name="adj2" fmla="val 48425"/>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17" name="右大括号 16">
            <a:extLst>
              <a:ext uri="{FF2B5EF4-FFF2-40B4-BE49-F238E27FC236}">
                <a16:creationId xmlns:a16="http://schemas.microsoft.com/office/drawing/2014/main" id="{7E3D8D4B-72B2-5F21-9516-9F79F31869A2}"/>
              </a:ext>
            </a:extLst>
          </p:cNvPr>
          <p:cNvSpPr/>
          <p:nvPr/>
        </p:nvSpPr>
        <p:spPr>
          <a:xfrm rot="5400000">
            <a:off x="1371954" y="5102066"/>
            <a:ext cx="214133" cy="2239703"/>
          </a:xfrm>
          <a:prstGeom prst="rightBrace">
            <a:avLst>
              <a:gd name="adj1" fmla="val 111149"/>
              <a:gd name="adj2" fmla="val 48425"/>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18" name="文本框 17">
            <a:extLst>
              <a:ext uri="{FF2B5EF4-FFF2-40B4-BE49-F238E27FC236}">
                <a16:creationId xmlns:a16="http://schemas.microsoft.com/office/drawing/2014/main" id="{3DBD6857-220F-721B-C273-08123960C581}"/>
              </a:ext>
            </a:extLst>
          </p:cNvPr>
          <p:cNvSpPr txBox="1"/>
          <p:nvPr/>
        </p:nvSpPr>
        <p:spPr>
          <a:xfrm>
            <a:off x="2858063" y="5553324"/>
            <a:ext cx="4223220" cy="707886"/>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Correlation between </a:t>
            </a:r>
          </a:p>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0" name="Google Shape;8098;p82">
            <a:extLst>
              <a:ext uri="{FF2B5EF4-FFF2-40B4-BE49-F238E27FC236}">
                <a16:creationId xmlns:a16="http://schemas.microsoft.com/office/drawing/2014/main" id="{192B0713-4489-015F-1AD1-1F5F2C561E4D}"/>
              </a:ext>
            </a:extLst>
          </p:cNvPr>
          <p:cNvSpPr/>
          <p:nvPr/>
        </p:nvSpPr>
        <p:spPr>
          <a:xfrm>
            <a:off x="7272096" y="2466423"/>
            <a:ext cx="638527" cy="615892"/>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2" name="文本框 1">
            <a:extLst>
              <a:ext uri="{FF2B5EF4-FFF2-40B4-BE49-F238E27FC236}">
                <a16:creationId xmlns:a16="http://schemas.microsoft.com/office/drawing/2014/main" id="{B631CFAC-35F6-FFD5-DBA0-7356489F68BA}"/>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9BB47744-8FE3-0F8E-E250-6E026FFFA3D6}"/>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5" name="直线连接符 4">
            <a:extLst>
              <a:ext uri="{FF2B5EF4-FFF2-40B4-BE49-F238E27FC236}">
                <a16:creationId xmlns:a16="http://schemas.microsoft.com/office/drawing/2014/main" id="{A3BFD782-A05B-F202-A9D7-28C49C605514}"/>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 name="直线连接符 5">
            <a:extLst>
              <a:ext uri="{FF2B5EF4-FFF2-40B4-BE49-F238E27FC236}">
                <a16:creationId xmlns:a16="http://schemas.microsoft.com/office/drawing/2014/main" id="{A0C262A9-EE74-CDF9-69D1-0DA6E1ABEE8E}"/>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7" name="文本框 6">
            <a:extLst>
              <a:ext uri="{FF2B5EF4-FFF2-40B4-BE49-F238E27FC236}">
                <a16:creationId xmlns:a16="http://schemas.microsoft.com/office/drawing/2014/main" id="{DD20D994-4345-4AAC-B94A-740EC5895D73}"/>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3" name="组合 12">
            <a:extLst>
              <a:ext uri="{FF2B5EF4-FFF2-40B4-BE49-F238E27FC236}">
                <a16:creationId xmlns:a16="http://schemas.microsoft.com/office/drawing/2014/main" id="{349A4429-AEDD-D8AD-D9AC-3E1CD1059A4D}"/>
              </a:ext>
            </a:extLst>
          </p:cNvPr>
          <p:cNvGrpSpPr/>
          <p:nvPr/>
        </p:nvGrpSpPr>
        <p:grpSpPr>
          <a:xfrm>
            <a:off x="2323294" y="287981"/>
            <a:ext cx="356205" cy="355288"/>
            <a:chOff x="2323294" y="287981"/>
            <a:chExt cx="356205" cy="355288"/>
          </a:xfrm>
        </p:grpSpPr>
        <p:sp>
          <p:nvSpPr>
            <p:cNvPr id="14" name="Google Shape;7166;p80">
              <a:extLst>
                <a:ext uri="{FF2B5EF4-FFF2-40B4-BE49-F238E27FC236}">
                  <a16:creationId xmlns:a16="http://schemas.microsoft.com/office/drawing/2014/main" id="{6E4689A5-9393-B96D-467C-ABFB31F3653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167;p80">
              <a:extLst>
                <a:ext uri="{FF2B5EF4-FFF2-40B4-BE49-F238E27FC236}">
                  <a16:creationId xmlns:a16="http://schemas.microsoft.com/office/drawing/2014/main" id="{CFD0AB44-9291-1641-5D99-0C9245FF9B95}"/>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8;p80">
              <a:extLst>
                <a:ext uri="{FF2B5EF4-FFF2-40B4-BE49-F238E27FC236}">
                  <a16:creationId xmlns:a16="http://schemas.microsoft.com/office/drawing/2014/main" id="{69BA7734-AD86-A8DF-744C-B42652093580}"/>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9;p80">
              <a:extLst>
                <a:ext uri="{FF2B5EF4-FFF2-40B4-BE49-F238E27FC236}">
                  <a16:creationId xmlns:a16="http://schemas.microsoft.com/office/drawing/2014/main" id="{CA3A25A7-8C66-CF7B-FF14-264022B1F8C2}"/>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73111982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五边形 9">
            <a:extLst>
              <a:ext uri="{FF2B5EF4-FFF2-40B4-BE49-F238E27FC236}">
                <a16:creationId xmlns:a16="http://schemas.microsoft.com/office/drawing/2014/main" id="{15012A70-45D7-1DCE-2AE7-593893D0A9FE}"/>
              </a:ext>
            </a:extLst>
          </p:cNvPr>
          <p:cNvSpPr/>
          <p:nvPr/>
        </p:nvSpPr>
        <p:spPr>
          <a:xfrm>
            <a:off x="366138" y="1103051"/>
            <a:ext cx="3765176" cy="537882"/>
          </a:xfrm>
          <a:prstGeom prst="homePlat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aphicFrame>
        <p:nvGraphicFramePr>
          <p:cNvPr id="14" name="图表 13">
            <a:extLst>
              <a:ext uri="{FF2B5EF4-FFF2-40B4-BE49-F238E27FC236}">
                <a16:creationId xmlns:a16="http://schemas.microsoft.com/office/drawing/2014/main" id="{9C661B00-DE4A-B78B-3BE8-47F5C938174F}"/>
              </a:ext>
            </a:extLst>
          </p:cNvPr>
          <p:cNvGraphicFramePr/>
          <p:nvPr>
            <p:extLst>
              <p:ext uri="{D42A27DB-BD31-4B8C-83A1-F6EECF244321}">
                <p14:modId xmlns:p14="http://schemas.microsoft.com/office/powerpoint/2010/main" val="214250539"/>
              </p:ext>
            </p:extLst>
          </p:nvPr>
        </p:nvGraphicFramePr>
        <p:xfrm>
          <a:off x="433672" y="3561472"/>
          <a:ext cx="4163266" cy="3144128"/>
        </p:xfrm>
        <a:graphic>
          <a:graphicData uri="http://schemas.openxmlformats.org/drawingml/2006/chart">
            <c:chart xmlns:c="http://schemas.openxmlformats.org/drawingml/2006/chart" xmlns:r="http://schemas.openxmlformats.org/officeDocument/2006/relationships" r:id="rId3"/>
          </a:graphicData>
        </a:graphic>
      </p:graphicFrame>
      <p:sp>
        <p:nvSpPr>
          <p:cNvPr id="15" name="文本框 14">
            <a:extLst>
              <a:ext uri="{FF2B5EF4-FFF2-40B4-BE49-F238E27FC236}">
                <a16:creationId xmlns:a16="http://schemas.microsoft.com/office/drawing/2014/main" id="{DC5A7E86-D834-9DE3-5E37-A808865F7861}"/>
              </a:ext>
            </a:extLst>
          </p:cNvPr>
          <p:cNvSpPr txBox="1"/>
          <p:nvPr/>
        </p:nvSpPr>
        <p:spPr>
          <a:xfrm>
            <a:off x="316976" y="1756084"/>
            <a:ext cx="3510136"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矩形 51">
            <a:extLst>
              <a:ext uri="{FF2B5EF4-FFF2-40B4-BE49-F238E27FC236}">
                <a16:creationId xmlns:a16="http://schemas.microsoft.com/office/drawing/2014/main" id="{5D8450DA-5E43-B14B-8DEE-052E07BC6327}"/>
              </a:ext>
            </a:extLst>
          </p:cNvPr>
          <p:cNvSpPr/>
          <p:nvPr/>
        </p:nvSpPr>
        <p:spPr>
          <a:xfrm>
            <a:off x="4714240" y="2015548"/>
            <a:ext cx="2007402" cy="2251652"/>
          </a:xfrm>
          <a:prstGeom prst="rect">
            <a:avLst/>
          </a:pr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4" name="矩形 23">
            <a:extLst>
              <a:ext uri="{FF2B5EF4-FFF2-40B4-BE49-F238E27FC236}">
                <a16:creationId xmlns:a16="http://schemas.microsoft.com/office/drawing/2014/main" id="{64A8FEE1-5C92-CB69-F41C-98E8AB6AA4AB}"/>
              </a:ext>
            </a:extLst>
          </p:cNvPr>
          <p:cNvSpPr/>
          <p:nvPr/>
        </p:nvSpPr>
        <p:spPr>
          <a:xfrm>
            <a:off x="4689642" y="1710748"/>
            <a:ext cx="2042160" cy="4572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矩形 52">
            <a:extLst>
              <a:ext uri="{FF2B5EF4-FFF2-40B4-BE49-F238E27FC236}">
                <a16:creationId xmlns:a16="http://schemas.microsoft.com/office/drawing/2014/main" id="{44499762-8608-D6AF-AFA4-3931C01EDF43}"/>
              </a:ext>
            </a:extLst>
          </p:cNvPr>
          <p:cNvSpPr/>
          <p:nvPr/>
        </p:nvSpPr>
        <p:spPr>
          <a:xfrm>
            <a:off x="7162800" y="2015548"/>
            <a:ext cx="2030882" cy="2251652"/>
          </a:xfrm>
          <a:prstGeom prst="rect">
            <a:avLst/>
          </a:pr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2" name="矩形 61">
            <a:extLst>
              <a:ext uri="{FF2B5EF4-FFF2-40B4-BE49-F238E27FC236}">
                <a16:creationId xmlns:a16="http://schemas.microsoft.com/office/drawing/2014/main" id="{682546F2-2E62-EE77-2EC4-95AE004295AD}"/>
              </a:ext>
            </a:extLst>
          </p:cNvPr>
          <p:cNvSpPr/>
          <p:nvPr/>
        </p:nvSpPr>
        <p:spPr>
          <a:xfrm>
            <a:off x="7161682" y="1710748"/>
            <a:ext cx="2042160" cy="4572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8" name="矩形 477">
            <a:extLst>
              <a:ext uri="{FF2B5EF4-FFF2-40B4-BE49-F238E27FC236}">
                <a16:creationId xmlns:a16="http://schemas.microsoft.com/office/drawing/2014/main" id="{AFAF2145-C1EC-2B76-C862-57C35935F6E6}"/>
              </a:ext>
            </a:extLst>
          </p:cNvPr>
          <p:cNvSpPr/>
          <p:nvPr/>
        </p:nvSpPr>
        <p:spPr>
          <a:xfrm>
            <a:off x="9621520" y="2015548"/>
            <a:ext cx="2020434" cy="2251652"/>
          </a:xfrm>
          <a:prstGeom prst="rect">
            <a:avLst/>
          </a:pr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1" name="矩形 480">
            <a:extLst>
              <a:ext uri="{FF2B5EF4-FFF2-40B4-BE49-F238E27FC236}">
                <a16:creationId xmlns:a16="http://schemas.microsoft.com/office/drawing/2014/main" id="{3F8ACDD5-33AF-8ADA-3B5F-4863D5219014}"/>
              </a:ext>
            </a:extLst>
          </p:cNvPr>
          <p:cNvSpPr/>
          <p:nvPr/>
        </p:nvSpPr>
        <p:spPr>
          <a:xfrm>
            <a:off x="9609954" y="1710748"/>
            <a:ext cx="2042160" cy="45720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4" name="矩形 493">
            <a:extLst>
              <a:ext uri="{FF2B5EF4-FFF2-40B4-BE49-F238E27FC236}">
                <a16:creationId xmlns:a16="http://schemas.microsoft.com/office/drawing/2014/main" id="{CF352FE5-237D-A9CD-E11C-7DEB7289198C}"/>
              </a:ext>
            </a:extLst>
          </p:cNvPr>
          <p:cNvSpPr/>
          <p:nvPr/>
        </p:nvSpPr>
        <p:spPr>
          <a:xfrm>
            <a:off x="7552202" y="4827729"/>
            <a:ext cx="4188480" cy="1853808"/>
          </a:xfrm>
          <a:prstGeom prst="rect">
            <a:avLst/>
          </a:prstGeom>
          <a:noFill/>
          <a:ln w="22225">
            <a:solidFill>
              <a:srgbClr val="1E344D"/>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5" name="矩形 494">
            <a:extLst>
              <a:ext uri="{FF2B5EF4-FFF2-40B4-BE49-F238E27FC236}">
                <a16:creationId xmlns:a16="http://schemas.microsoft.com/office/drawing/2014/main" id="{0E6A38EF-157D-514D-0F75-E57455A9D4B6}"/>
              </a:ext>
            </a:extLst>
          </p:cNvPr>
          <p:cNvSpPr/>
          <p:nvPr/>
        </p:nvSpPr>
        <p:spPr>
          <a:xfrm>
            <a:off x="4743890" y="4766769"/>
            <a:ext cx="2556872" cy="36576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矩形 495">
            <a:extLst>
              <a:ext uri="{FF2B5EF4-FFF2-40B4-BE49-F238E27FC236}">
                <a16:creationId xmlns:a16="http://schemas.microsoft.com/office/drawing/2014/main" id="{C4D98A10-C3E6-24B9-0DDC-5F9DCA20C79A}"/>
              </a:ext>
            </a:extLst>
          </p:cNvPr>
          <p:cNvSpPr/>
          <p:nvPr/>
        </p:nvSpPr>
        <p:spPr>
          <a:xfrm>
            <a:off x="4743890" y="5209721"/>
            <a:ext cx="738232" cy="1396008"/>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7" name="矩形 496">
            <a:extLst>
              <a:ext uri="{FF2B5EF4-FFF2-40B4-BE49-F238E27FC236}">
                <a16:creationId xmlns:a16="http://schemas.microsoft.com/office/drawing/2014/main" id="{11B7A794-7023-7E36-0504-AB940283CFBB}"/>
              </a:ext>
            </a:extLst>
          </p:cNvPr>
          <p:cNvSpPr/>
          <p:nvPr/>
        </p:nvSpPr>
        <p:spPr>
          <a:xfrm>
            <a:off x="5679994" y="5209721"/>
            <a:ext cx="738232" cy="1396008"/>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8" name="矩形 497">
            <a:extLst>
              <a:ext uri="{FF2B5EF4-FFF2-40B4-BE49-F238E27FC236}">
                <a16:creationId xmlns:a16="http://schemas.microsoft.com/office/drawing/2014/main" id="{E0730199-75C9-FF69-700E-659DF64026F3}"/>
              </a:ext>
            </a:extLst>
          </p:cNvPr>
          <p:cNvSpPr/>
          <p:nvPr/>
        </p:nvSpPr>
        <p:spPr>
          <a:xfrm>
            <a:off x="6544090" y="5209721"/>
            <a:ext cx="738232" cy="1396008"/>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05" name="文本框 504">
            <a:extLst>
              <a:ext uri="{FF2B5EF4-FFF2-40B4-BE49-F238E27FC236}">
                <a16:creationId xmlns:a16="http://schemas.microsoft.com/office/drawing/2014/main" id="{A8270C80-330B-C5D5-7E45-AB8750FD02F3}"/>
              </a:ext>
            </a:extLst>
          </p:cNvPr>
          <p:cNvSpPr txBox="1"/>
          <p:nvPr/>
        </p:nvSpPr>
        <p:spPr>
          <a:xfrm>
            <a:off x="429290" y="1126414"/>
            <a:ext cx="3468942" cy="523220"/>
          </a:xfrm>
          <a:prstGeom prst="rect">
            <a:avLst/>
          </a:prstGeom>
          <a:noFill/>
        </p:spPr>
        <p:txBody>
          <a:bodyPr wrap="square" rtlCol="0">
            <a:spAutoFit/>
          </a:bodyPr>
          <a:lstStyle/>
          <a:p>
            <a:r>
              <a:rPr kumimoji="1" lang="en" altLang="zh-CN" sz="2800" dirty="0">
                <a:solidFill>
                  <a:schemeClr val="bg1"/>
                </a:solidFill>
                <a:latin typeface="Alibaba PuHuiTi Medium" pitchFamily="18" charset="-122"/>
                <a:ea typeface="Alibaba PuHuiTi Medium" pitchFamily="18" charset="-122"/>
                <a:cs typeface="Alibaba PuHuiTi Medium" pitchFamily="18" charset="-122"/>
              </a:rPr>
              <a:t>MAIN TITLE</a:t>
            </a:r>
            <a:r>
              <a:rPr kumimoji="1" lang="en-US" altLang="zh-CN" sz="2800" dirty="0">
                <a:solidFill>
                  <a:schemeClr val="bg1"/>
                </a:solidFill>
                <a:latin typeface="Alibaba PuHuiTi Medium" pitchFamily="18" charset="-122"/>
                <a:ea typeface="Alibaba PuHuiTi Medium" pitchFamily="18" charset="-122"/>
                <a:cs typeface="Alibaba PuHuiTi Medium" pitchFamily="18" charset="-122"/>
              </a:rPr>
              <a:t>-07-15</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6" name="文本框 505">
            <a:extLst>
              <a:ext uri="{FF2B5EF4-FFF2-40B4-BE49-F238E27FC236}">
                <a16:creationId xmlns:a16="http://schemas.microsoft.com/office/drawing/2014/main" id="{0129DE64-0E07-C09F-8C8E-BFC44F7CCDA4}"/>
              </a:ext>
            </a:extLst>
          </p:cNvPr>
          <p:cNvSpPr txBox="1"/>
          <p:nvPr/>
        </p:nvSpPr>
        <p:spPr>
          <a:xfrm>
            <a:off x="4681538" y="1781566"/>
            <a:ext cx="2152400"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MAIN TITLE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 plan</a:t>
            </a:r>
            <a:r>
              <a:rPr kumimoji="1" lang="zh-CN" altLang="en-US" sz="16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A</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7" name="文本框 506">
            <a:extLst>
              <a:ext uri="{FF2B5EF4-FFF2-40B4-BE49-F238E27FC236}">
                <a16:creationId xmlns:a16="http://schemas.microsoft.com/office/drawing/2014/main" id="{B6A832A8-4623-79F4-CA95-CBC6C5C50EB1}"/>
              </a:ext>
            </a:extLst>
          </p:cNvPr>
          <p:cNvSpPr txBox="1"/>
          <p:nvPr/>
        </p:nvSpPr>
        <p:spPr>
          <a:xfrm>
            <a:off x="7176120" y="1781566"/>
            <a:ext cx="2152400"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MAIN TITLE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 plan</a:t>
            </a:r>
            <a:r>
              <a:rPr kumimoji="1" lang="zh-CN" altLang="en-US" sz="16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B</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08" name="文本框 507">
            <a:extLst>
              <a:ext uri="{FF2B5EF4-FFF2-40B4-BE49-F238E27FC236}">
                <a16:creationId xmlns:a16="http://schemas.microsoft.com/office/drawing/2014/main" id="{6AB875A1-57A2-D2F4-D01F-D45035BC9EDB}"/>
              </a:ext>
            </a:extLst>
          </p:cNvPr>
          <p:cNvSpPr txBox="1"/>
          <p:nvPr/>
        </p:nvSpPr>
        <p:spPr>
          <a:xfrm>
            <a:off x="9624392" y="1781566"/>
            <a:ext cx="2152400"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MAIN TITLE</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 plan</a:t>
            </a:r>
            <a:r>
              <a:rPr kumimoji="1" lang="zh-CN" altLang="en-US" sz="16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C</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11" name="椭圆 510">
            <a:extLst>
              <a:ext uri="{FF2B5EF4-FFF2-40B4-BE49-F238E27FC236}">
                <a16:creationId xmlns:a16="http://schemas.microsoft.com/office/drawing/2014/main" id="{DCC585C6-5A5B-D878-64BC-A5E6C63C5659}"/>
              </a:ext>
            </a:extLst>
          </p:cNvPr>
          <p:cNvSpPr/>
          <p:nvPr/>
        </p:nvSpPr>
        <p:spPr>
          <a:xfrm>
            <a:off x="1096839" y="5252720"/>
            <a:ext cx="325561" cy="222194"/>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9" name="椭圆 518">
            <a:extLst>
              <a:ext uri="{FF2B5EF4-FFF2-40B4-BE49-F238E27FC236}">
                <a16:creationId xmlns:a16="http://schemas.microsoft.com/office/drawing/2014/main" id="{1C0EF4C6-72A9-1ABD-8CFA-40827C36F728}"/>
              </a:ext>
            </a:extLst>
          </p:cNvPr>
          <p:cNvSpPr/>
          <p:nvPr/>
        </p:nvSpPr>
        <p:spPr>
          <a:xfrm>
            <a:off x="1838519" y="5262880"/>
            <a:ext cx="325561" cy="222194"/>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0" name="椭圆 519">
            <a:extLst>
              <a:ext uri="{FF2B5EF4-FFF2-40B4-BE49-F238E27FC236}">
                <a16:creationId xmlns:a16="http://schemas.microsoft.com/office/drawing/2014/main" id="{444BBE47-0704-7985-345D-23269B8D16D5}"/>
              </a:ext>
            </a:extLst>
          </p:cNvPr>
          <p:cNvSpPr/>
          <p:nvPr/>
        </p:nvSpPr>
        <p:spPr>
          <a:xfrm>
            <a:off x="2559879" y="5191760"/>
            <a:ext cx="325561" cy="222194"/>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5" name="文本框 534">
            <a:extLst>
              <a:ext uri="{FF2B5EF4-FFF2-40B4-BE49-F238E27FC236}">
                <a16:creationId xmlns:a16="http://schemas.microsoft.com/office/drawing/2014/main" id="{57C841E0-581F-CF62-2449-507ECB16BD77}"/>
              </a:ext>
            </a:extLst>
          </p:cNvPr>
          <p:cNvSpPr txBox="1"/>
          <p:nvPr/>
        </p:nvSpPr>
        <p:spPr>
          <a:xfrm>
            <a:off x="1046998" y="5251109"/>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+8%</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37" name="文本框 536">
            <a:extLst>
              <a:ext uri="{FF2B5EF4-FFF2-40B4-BE49-F238E27FC236}">
                <a16:creationId xmlns:a16="http://schemas.microsoft.com/office/drawing/2014/main" id="{D3AB54E7-F3A5-C13F-D541-2BF2DB04A97C}"/>
              </a:ext>
            </a:extLst>
          </p:cNvPr>
          <p:cNvSpPr txBox="1"/>
          <p:nvPr/>
        </p:nvSpPr>
        <p:spPr>
          <a:xfrm>
            <a:off x="1805033" y="5254331"/>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-6%</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39" name="文本框 538">
            <a:extLst>
              <a:ext uri="{FF2B5EF4-FFF2-40B4-BE49-F238E27FC236}">
                <a16:creationId xmlns:a16="http://schemas.microsoft.com/office/drawing/2014/main" id="{6107A630-AB88-6522-0E5E-854F9753410C}"/>
              </a:ext>
            </a:extLst>
          </p:cNvPr>
          <p:cNvSpPr txBox="1"/>
          <p:nvPr/>
        </p:nvSpPr>
        <p:spPr>
          <a:xfrm>
            <a:off x="2524143" y="5189365"/>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+7%</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44" name="圆角矩形 543">
            <a:extLst>
              <a:ext uri="{FF2B5EF4-FFF2-40B4-BE49-F238E27FC236}">
                <a16:creationId xmlns:a16="http://schemas.microsoft.com/office/drawing/2014/main" id="{70C3D72D-F52C-C661-BC00-3293380B2451}"/>
              </a:ext>
            </a:extLst>
          </p:cNvPr>
          <p:cNvSpPr/>
          <p:nvPr/>
        </p:nvSpPr>
        <p:spPr>
          <a:xfrm>
            <a:off x="360928" y="2423572"/>
            <a:ext cx="3581152" cy="817468"/>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8" name="文本框 547">
            <a:extLst>
              <a:ext uri="{FF2B5EF4-FFF2-40B4-BE49-F238E27FC236}">
                <a16:creationId xmlns:a16="http://schemas.microsoft.com/office/drawing/2014/main" id="{2334FF4B-36E8-39A4-F8F3-3AAB0232CF40}"/>
              </a:ext>
            </a:extLst>
          </p:cNvPr>
          <p:cNvSpPr txBox="1"/>
          <p:nvPr/>
        </p:nvSpPr>
        <p:spPr>
          <a:xfrm>
            <a:off x="428682" y="2465665"/>
            <a:ext cx="3401637" cy="246221"/>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9" name="文本框 548">
            <a:extLst>
              <a:ext uri="{FF2B5EF4-FFF2-40B4-BE49-F238E27FC236}">
                <a16:creationId xmlns:a16="http://schemas.microsoft.com/office/drawing/2014/main" id="{829B0BC6-850C-C718-67FC-AC9E7A2E8C03}"/>
              </a:ext>
            </a:extLst>
          </p:cNvPr>
          <p:cNvSpPr txBox="1"/>
          <p:nvPr/>
        </p:nvSpPr>
        <p:spPr>
          <a:xfrm>
            <a:off x="428682" y="2666504"/>
            <a:ext cx="3401637" cy="246221"/>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1" name="文本框 550">
            <a:extLst>
              <a:ext uri="{FF2B5EF4-FFF2-40B4-BE49-F238E27FC236}">
                <a16:creationId xmlns:a16="http://schemas.microsoft.com/office/drawing/2014/main" id="{76517163-FB10-17C5-B5FE-631D05FD5754}"/>
              </a:ext>
            </a:extLst>
          </p:cNvPr>
          <p:cNvSpPr txBox="1"/>
          <p:nvPr/>
        </p:nvSpPr>
        <p:spPr>
          <a:xfrm>
            <a:off x="428682" y="2882528"/>
            <a:ext cx="3401637" cy="246221"/>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6" name="文本框 555">
            <a:extLst>
              <a:ext uri="{FF2B5EF4-FFF2-40B4-BE49-F238E27FC236}">
                <a16:creationId xmlns:a16="http://schemas.microsoft.com/office/drawing/2014/main" id="{644528CB-862E-C321-E677-08818872975A}"/>
              </a:ext>
            </a:extLst>
          </p:cNvPr>
          <p:cNvSpPr txBox="1"/>
          <p:nvPr/>
        </p:nvSpPr>
        <p:spPr>
          <a:xfrm>
            <a:off x="6685280" y="2722880"/>
            <a:ext cx="492443" cy="707886"/>
          </a:xfrm>
          <a:prstGeom prst="rect">
            <a:avLst/>
          </a:prstGeom>
          <a:noFill/>
        </p:spPr>
        <p:txBody>
          <a:bodyPr wrap="none" rtlCol="0">
            <a:spAutoFit/>
          </a:bodyPr>
          <a:lstStyle/>
          <a:p>
            <a:r>
              <a:rPr kumimoji="1" lang="en-US" altLang="zh-CN" sz="4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4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557" name="文本框 556">
            <a:extLst>
              <a:ext uri="{FF2B5EF4-FFF2-40B4-BE49-F238E27FC236}">
                <a16:creationId xmlns:a16="http://schemas.microsoft.com/office/drawing/2014/main" id="{76AC9E0D-CCE0-C740-0E12-3C490CF35F5F}"/>
              </a:ext>
            </a:extLst>
          </p:cNvPr>
          <p:cNvSpPr txBox="1"/>
          <p:nvPr/>
        </p:nvSpPr>
        <p:spPr>
          <a:xfrm>
            <a:off x="9161864" y="2733040"/>
            <a:ext cx="492443" cy="707886"/>
          </a:xfrm>
          <a:prstGeom prst="rect">
            <a:avLst/>
          </a:prstGeom>
          <a:noFill/>
        </p:spPr>
        <p:txBody>
          <a:bodyPr wrap="none" rtlCol="0">
            <a:spAutoFit/>
          </a:bodyPr>
          <a:lstStyle/>
          <a:p>
            <a:r>
              <a:rPr kumimoji="1" lang="en-US" altLang="zh-CN" sz="4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4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559" name="右大括号 558">
            <a:extLst>
              <a:ext uri="{FF2B5EF4-FFF2-40B4-BE49-F238E27FC236}">
                <a16:creationId xmlns:a16="http://schemas.microsoft.com/office/drawing/2014/main" id="{9D2AB418-AF95-7D4A-B6C0-AC98D9B022F3}"/>
              </a:ext>
            </a:extLst>
          </p:cNvPr>
          <p:cNvSpPr/>
          <p:nvPr/>
        </p:nvSpPr>
        <p:spPr>
          <a:xfrm rot="5400000">
            <a:off x="7985760" y="1127760"/>
            <a:ext cx="416560" cy="6817360"/>
          </a:xfrm>
          <a:prstGeom prst="rightBrace">
            <a:avLst>
              <a:gd name="adj1" fmla="val 56410"/>
              <a:gd name="adj2" fmla="val 50298"/>
            </a:avLst>
          </a:prstGeom>
          <a:ln w="31750" cap="rnd">
            <a:solidFill>
              <a:srgbClr val="1E344D"/>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568" name="直线箭头连接符 567">
            <a:extLst>
              <a:ext uri="{FF2B5EF4-FFF2-40B4-BE49-F238E27FC236}">
                <a16:creationId xmlns:a16="http://schemas.microsoft.com/office/drawing/2014/main" id="{3BC3E1CD-D78D-3F46-F825-63AFE4978CC6}"/>
              </a:ext>
            </a:extLst>
          </p:cNvPr>
          <p:cNvCxnSpPr/>
          <p:nvPr/>
        </p:nvCxnSpPr>
        <p:spPr>
          <a:xfrm>
            <a:off x="4724400" y="1320800"/>
            <a:ext cx="6990080" cy="0"/>
          </a:xfrm>
          <a:prstGeom prst="straightConnector1">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579" name="椭圆 578">
            <a:extLst>
              <a:ext uri="{FF2B5EF4-FFF2-40B4-BE49-F238E27FC236}">
                <a16:creationId xmlns:a16="http://schemas.microsoft.com/office/drawing/2014/main" id="{EEF9A188-399B-E227-49D6-0524E90252D4}"/>
              </a:ext>
            </a:extLst>
          </p:cNvPr>
          <p:cNvSpPr/>
          <p:nvPr/>
        </p:nvSpPr>
        <p:spPr>
          <a:xfrm>
            <a:off x="5008438" y="1093304"/>
            <a:ext cx="861391" cy="430695"/>
          </a:xfrm>
          <a:prstGeom prst="ellipse">
            <a:avLst/>
          </a:prstGeom>
          <a:solidFill>
            <a:srgbClr val="BB3023"/>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6" name="文本框 585">
            <a:extLst>
              <a:ext uri="{FF2B5EF4-FFF2-40B4-BE49-F238E27FC236}">
                <a16:creationId xmlns:a16="http://schemas.microsoft.com/office/drawing/2014/main" id="{4897C6F9-2D70-B4C8-8F92-67E034B206E4}"/>
              </a:ext>
            </a:extLst>
          </p:cNvPr>
          <p:cNvSpPr txBox="1"/>
          <p:nvPr/>
        </p:nvSpPr>
        <p:spPr>
          <a:xfrm>
            <a:off x="5113772" y="1158240"/>
            <a:ext cx="677428" cy="342706"/>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2019</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7" name="椭圆 586">
            <a:extLst>
              <a:ext uri="{FF2B5EF4-FFF2-40B4-BE49-F238E27FC236}">
                <a16:creationId xmlns:a16="http://schemas.microsoft.com/office/drawing/2014/main" id="{DB4D864F-049B-29B3-52C3-EC0123EDBA77}"/>
              </a:ext>
            </a:extLst>
          </p:cNvPr>
          <p:cNvSpPr/>
          <p:nvPr/>
        </p:nvSpPr>
        <p:spPr>
          <a:xfrm>
            <a:off x="6437496" y="1093304"/>
            <a:ext cx="861391" cy="430695"/>
          </a:xfrm>
          <a:prstGeom prst="ellipse">
            <a:avLst/>
          </a:prstGeom>
          <a:solidFill>
            <a:srgbClr val="BB3023"/>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8" name="椭圆 587">
            <a:extLst>
              <a:ext uri="{FF2B5EF4-FFF2-40B4-BE49-F238E27FC236}">
                <a16:creationId xmlns:a16="http://schemas.microsoft.com/office/drawing/2014/main" id="{55A861C5-AECF-AA93-39B5-7D3A2FED3A09}"/>
              </a:ext>
            </a:extLst>
          </p:cNvPr>
          <p:cNvSpPr/>
          <p:nvPr/>
        </p:nvSpPr>
        <p:spPr>
          <a:xfrm>
            <a:off x="7808312" y="1093304"/>
            <a:ext cx="861391" cy="430695"/>
          </a:xfrm>
          <a:prstGeom prst="ellipse">
            <a:avLst/>
          </a:prstGeom>
          <a:solidFill>
            <a:srgbClr val="BB3023"/>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9" name="椭圆 588">
            <a:extLst>
              <a:ext uri="{FF2B5EF4-FFF2-40B4-BE49-F238E27FC236}">
                <a16:creationId xmlns:a16="http://schemas.microsoft.com/office/drawing/2014/main" id="{DAFE10D3-8A9E-687C-CAC7-9469D445CC6B}"/>
              </a:ext>
            </a:extLst>
          </p:cNvPr>
          <p:cNvSpPr/>
          <p:nvPr/>
        </p:nvSpPr>
        <p:spPr>
          <a:xfrm>
            <a:off x="9175576" y="1093304"/>
            <a:ext cx="861391" cy="430695"/>
          </a:xfrm>
          <a:prstGeom prst="ellipse">
            <a:avLst/>
          </a:prstGeom>
          <a:solidFill>
            <a:srgbClr val="BB3023"/>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0" name="椭圆 589">
            <a:extLst>
              <a:ext uri="{FF2B5EF4-FFF2-40B4-BE49-F238E27FC236}">
                <a16:creationId xmlns:a16="http://schemas.microsoft.com/office/drawing/2014/main" id="{610E7A53-B3CA-9E31-CF72-B255B5D6192E}"/>
              </a:ext>
            </a:extLst>
          </p:cNvPr>
          <p:cNvSpPr/>
          <p:nvPr/>
        </p:nvSpPr>
        <p:spPr>
          <a:xfrm>
            <a:off x="10479216" y="1093304"/>
            <a:ext cx="861391" cy="430695"/>
          </a:xfrm>
          <a:prstGeom prst="ellipse">
            <a:avLst/>
          </a:prstGeom>
          <a:solidFill>
            <a:srgbClr val="BB3023"/>
          </a:solidFill>
          <a:ln w="222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91" name="文本框 590">
            <a:extLst>
              <a:ext uri="{FF2B5EF4-FFF2-40B4-BE49-F238E27FC236}">
                <a16:creationId xmlns:a16="http://schemas.microsoft.com/office/drawing/2014/main" id="{6B78B79F-C134-CCA7-7BDE-5BE20EC00B02}"/>
              </a:ext>
            </a:extLst>
          </p:cNvPr>
          <p:cNvSpPr txBox="1"/>
          <p:nvPr/>
        </p:nvSpPr>
        <p:spPr>
          <a:xfrm>
            <a:off x="6528048" y="1158240"/>
            <a:ext cx="677428" cy="342706"/>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2020</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3" name="文本框 592">
            <a:extLst>
              <a:ext uri="{FF2B5EF4-FFF2-40B4-BE49-F238E27FC236}">
                <a16:creationId xmlns:a16="http://schemas.microsoft.com/office/drawing/2014/main" id="{7EAAC883-6734-100E-ABCD-A0379DDFF042}"/>
              </a:ext>
            </a:extLst>
          </p:cNvPr>
          <p:cNvSpPr txBox="1"/>
          <p:nvPr/>
        </p:nvSpPr>
        <p:spPr>
          <a:xfrm>
            <a:off x="7896200" y="1158240"/>
            <a:ext cx="677428" cy="342706"/>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2021</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98EFDFE7-A5F8-7CF3-61EB-3DE188844108}"/>
              </a:ext>
            </a:extLst>
          </p:cNvPr>
          <p:cNvSpPr txBox="1"/>
          <p:nvPr/>
        </p:nvSpPr>
        <p:spPr>
          <a:xfrm>
            <a:off x="9264352" y="1158240"/>
            <a:ext cx="677428" cy="342706"/>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2022</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46C08273-33BE-E1EF-8D3D-B7C39E95A3D0}"/>
              </a:ext>
            </a:extLst>
          </p:cNvPr>
          <p:cNvSpPr txBox="1"/>
          <p:nvPr/>
        </p:nvSpPr>
        <p:spPr>
          <a:xfrm>
            <a:off x="10560496" y="1158240"/>
            <a:ext cx="677428" cy="342706"/>
          </a:xfrm>
          <a:prstGeom prst="rect">
            <a:avLst/>
          </a:prstGeom>
          <a:noFill/>
        </p:spPr>
        <p:txBody>
          <a:bodyPr wrap="square" rtlCol="0">
            <a:spAutoFit/>
          </a:bodyPr>
          <a:lstStyle/>
          <a:p>
            <a:r>
              <a:rPr kumimoji="1" lang="en-US" altLang="zh-CN" sz="1600" dirty="0">
                <a:solidFill>
                  <a:schemeClr val="bg1"/>
                </a:solidFill>
                <a:latin typeface="Alibaba PuHuiTi Medium" pitchFamily="18" charset="-122"/>
                <a:ea typeface="Alibaba PuHuiTi Medium" pitchFamily="18" charset="-122"/>
                <a:cs typeface="Alibaba PuHuiTi Medium" pitchFamily="18" charset="-122"/>
              </a:rPr>
              <a:t>2023</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E1D6C512-D006-E0DF-1C84-ABF601A46B5F}"/>
              </a:ext>
            </a:extLst>
          </p:cNvPr>
          <p:cNvSpPr txBox="1"/>
          <p:nvPr/>
        </p:nvSpPr>
        <p:spPr>
          <a:xfrm>
            <a:off x="4778648" y="2226072"/>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7" name="文本框 596">
            <a:extLst>
              <a:ext uri="{FF2B5EF4-FFF2-40B4-BE49-F238E27FC236}">
                <a16:creationId xmlns:a16="http://schemas.microsoft.com/office/drawing/2014/main" id="{0A6F804B-FEBC-17D6-854C-3D8D0A03E06C}"/>
              </a:ext>
            </a:extLst>
          </p:cNvPr>
          <p:cNvSpPr txBox="1"/>
          <p:nvPr/>
        </p:nvSpPr>
        <p:spPr>
          <a:xfrm>
            <a:off x="4778648" y="2852936"/>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FBA77781-15C3-3886-7AA2-0DE6C8E1FDDC}"/>
              </a:ext>
            </a:extLst>
          </p:cNvPr>
          <p:cNvSpPr txBox="1"/>
          <p:nvPr/>
        </p:nvSpPr>
        <p:spPr>
          <a:xfrm>
            <a:off x="4778648" y="3501008"/>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文本框 598">
            <a:extLst>
              <a:ext uri="{FF2B5EF4-FFF2-40B4-BE49-F238E27FC236}">
                <a16:creationId xmlns:a16="http://schemas.microsoft.com/office/drawing/2014/main" id="{29E58AC5-6F96-E71E-AA7B-091D3A5DD7FF}"/>
              </a:ext>
            </a:extLst>
          </p:cNvPr>
          <p:cNvSpPr txBox="1"/>
          <p:nvPr/>
        </p:nvSpPr>
        <p:spPr>
          <a:xfrm>
            <a:off x="7248128" y="2226072"/>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0" name="文本框 599">
            <a:extLst>
              <a:ext uri="{FF2B5EF4-FFF2-40B4-BE49-F238E27FC236}">
                <a16:creationId xmlns:a16="http://schemas.microsoft.com/office/drawing/2014/main" id="{5F156D43-A6FA-7F79-ED75-714AC2E24019}"/>
              </a:ext>
            </a:extLst>
          </p:cNvPr>
          <p:cNvSpPr txBox="1"/>
          <p:nvPr/>
        </p:nvSpPr>
        <p:spPr>
          <a:xfrm>
            <a:off x="7248128" y="2852936"/>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899DC986-F3FF-87F1-D6F9-A74D471C8822}"/>
              </a:ext>
            </a:extLst>
          </p:cNvPr>
          <p:cNvSpPr txBox="1"/>
          <p:nvPr/>
        </p:nvSpPr>
        <p:spPr>
          <a:xfrm>
            <a:off x="7248128" y="3501008"/>
            <a:ext cx="188631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2" name="文本框 601">
            <a:extLst>
              <a:ext uri="{FF2B5EF4-FFF2-40B4-BE49-F238E27FC236}">
                <a16:creationId xmlns:a16="http://schemas.microsoft.com/office/drawing/2014/main" id="{1214BC83-1D2E-428D-F5FE-00604568172E}"/>
              </a:ext>
            </a:extLst>
          </p:cNvPr>
          <p:cNvSpPr txBox="1"/>
          <p:nvPr/>
        </p:nvSpPr>
        <p:spPr>
          <a:xfrm>
            <a:off x="9696400" y="2226072"/>
            <a:ext cx="1886312" cy="577081"/>
          </a:xfrm>
          <a:prstGeom prst="rect">
            <a:avLst/>
          </a:prstGeom>
          <a:noFill/>
        </p:spPr>
        <p:txBody>
          <a:bodyPr wrap="square" rtlCol="0">
            <a:spAutoFit/>
          </a:bodyPr>
          <a:lstStyle/>
          <a:p>
            <a:pPr algn="just"/>
            <a:r>
              <a:rPr kumimoji="1" lang="en-US" altLang="zh-CN" sz="1050" dirty="0">
                <a:solidFill>
                  <a:srgbClr val="212121"/>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03" name="文本框 602">
            <a:extLst>
              <a:ext uri="{FF2B5EF4-FFF2-40B4-BE49-F238E27FC236}">
                <a16:creationId xmlns:a16="http://schemas.microsoft.com/office/drawing/2014/main" id="{EB7B0369-DAD6-B467-ECA9-FC8E1D4519D4}"/>
              </a:ext>
            </a:extLst>
          </p:cNvPr>
          <p:cNvSpPr txBox="1"/>
          <p:nvPr/>
        </p:nvSpPr>
        <p:spPr>
          <a:xfrm>
            <a:off x="9696400" y="2852936"/>
            <a:ext cx="1886312" cy="577081"/>
          </a:xfrm>
          <a:prstGeom prst="rect">
            <a:avLst/>
          </a:prstGeom>
          <a:noFill/>
        </p:spPr>
        <p:txBody>
          <a:bodyPr wrap="square" rtlCol="0">
            <a:spAutoFit/>
          </a:bodyPr>
          <a:lstStyle/>
          <a:p>
            <a:pPr algn="just"/>
            <a:r>
              <a:rPr kumimoji="1" lang="en-US" altLang="zh-CN" sz="1050" dirty="0">
                <a:solidFill>
                  <a:srgbClr val="212121"/>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04" name="文本框 603">
            <a:extLst>
              <a:ext uri="{FF2B5EF4-FFF2-40B4-BE49-F238E27FC236}">
                <a16:creationId xmlns:a16="http://schemas.microsoft.com/office/drawing/2014/main" id="{56941C66-2550-44D0-ACB4-F93C4413DB3A}"/>
              </a:ext>
            </a:extLst>
          </p:cNvPr>
          <p:cNvSpPr txBox="1"/>
          <p:nvPr/>
        </p:nvSpPr>
        <p:spPr>
          <a:xfrm>
            <a:off x="9696400" y="3501008"/>
            <a:ext cx="1886312" cy="577081"/>
          </a:xfrm>
          <a:prstGeom prst="rect">
            <a:avLst/>
          </a:prstGeom>
          <a:noFill/>
        </p:spPr>
        <p:txBody>
          <a:bodyPr wrap="square" rtlCol="0">
            <a:spAutoFit/>
          </a:bodyPr>
          <a:lstStyle/>
          <a:p>
            <a:pPr algn="just"/>
            <a:r>
              <a:rPr kumimoji="1" lang="en-US" altLang="zh-CN" sz="1050" dirty="0">
                <a:solidFill>
                  <a:srgbClr val="212121"/>
                </a:solidFill>
                <a:latin typeface="Alibaba PuHuiTi Medium" pitchFamily="18" charset="-122"/>
                <a:ea typeface="Alibaba PuHuiTi Medium" pitchFamily="18" charset="-122"/>
                <a:cs typeface="Alibaba PuHuiTi Medium" pitchFamily="18" charset="-122"/>
              </a:rPr>
              <a:t>3.</a:t>
            </a:r>
            <a:r>
              <a:rPr kumimoji="1" lang="en" altLang="zh-CN" sz="105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05" name="文本框 604">
            <a:extLst>
              <a:ext uri="{FF2B5EF4-FFF2-40B4-BE49-F238E27FC236}">
                <a16:creationId xmlns:a16="http://schemas.microsoft.com/office/drawing/2014/main" id="{AE113185-77F4-F75F-4E67-D35552BD7000}"/>
              </a:ext>
            </a:extLst>
          </p:cNvPr>
          <p:cNvSpPr txBox="1"/>
          <p:nvPr/>
        </p:nvSpPr>
        <p:spPr>
          <a:xfrm>
            <a:off x="7660744" y="4891256"/>
            <a:ext cx="3952136" cy="900246"/>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6" name="文本框 605">
            <a:extLst>
              <a:ext uri="{FF2B5EF4-FFF2-40B4-BE49-F238E27FC236}">
                <a16:creationId xmlns:a16="http://schemas.microsoft.com/office/drawing/2014/main" id="{D7B63AD0-DF25-8830-8F7D-CF1D1B35ACC9}"/>
              </a:ext>
            </a:extLst>
          </p:cNvPr>
          <p:cNvSpPr txBox="1"/>
          <p:nvPr/>
        </p:nvSpPr>
        <p:spPr>
          <a:xfrm>
            <a:off x="7660744" y="5734234"/>
            <a:ext cx="3952136" cy="900246"/>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08" name="Google Shape;6173;p78">
            <a:extLst>
              <a:ext uri="{FF2B5EF4-FFF2-40B4-BE49-F238E27FC236}">
                <a16:creationId xmlns:a16="http://schemas.microsoft.com/office/drawing/2014/main" id="{877124CB-204C-C5B8-7D17-711DE7304307}"/>
              </a:ext>
            </a:extLst>
          </p:cNvPr>
          <p:cNvSpPr/>
          <p:nvPr/>
        </p:nvSpPr>
        <p:spPr>
          <a:xfrm>
            <a:off x="5057503" y="5276276"/>
            <a:ext cx="112583" cy="121977"/>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09" name="Google Shape;6174;p78">
            <a:extLst>
              <a:ext uri="{FF2B5EF4-FFF2-40B4-BE49-F238E27FC236}">
                <a16:creationId xmlns:a16="http://schemas.microsoft.com/office/drawing/2014/main" id="{FDBB36CA-7A25-FC22-D3FE-D7708E53A9F8}"/>
              </a:ext>
            </a:extLst>
          </p:cNvPr>
          <p:cNvSpPr/>
          <p:nvPr/>
        </p:nvSpPr>
        <p:spPr>
          <a:xfrm>
            <a:off x="4772717" y="5349920"/>
            <a:ext cx="561283" cy="486318"/>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1" name="Google Shape;6422;p78">
            <a:extLst>
              <a:ext uri="{FF2B5EF4-FFF2-40B4-BE49-F238E27FC236}">
                <a16:creationId xmlns:a16="http://schemas.microsoft.com/office/drawing/2014/main" id="{3DBDA5F7-60CE-E407-DA58-B91105E7957A}"/>
              </a:ext>
            </a:extLst>
          </p:cNvPr>
          <p:cNvSpPr/>
          <p:nvPr/>
        </p:nvSpPr>
        <p:spPr>
          <a:xfrm>
            <a:off x="6801190" y="5567402"/>
            <a:ext cx="128949" cy="127461"/>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2" name="Google Shape;6423;p78">
            <a:extLst>
              <a:ext uri="{FF2B5EF4-FFF2-40B4-BE49-F238E27FC236}">
                <a16:creationId xmlns:a16="http://schemas.microsoft.com/office/drawing/2014/main" id="{B72D60A8-2CBE-05A6-E705-FE75B3A3E5AE}"/>
              </a:ext>
            </a:extLst>
          </p:cNvPr>
          <p:cNvSpPr/>
          <p:nvPr/>
        </p:nvSpPr>
        <p:spPr>
          <a:xfrm>
            <a:off x="6654764" y="5357989"/>
            <a:ext cx="161115" cy="161163"/>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3" name="Google Shape;6424;p78">
            <a:extLst>
              <a:ext uri="{FF2B5EF4-FFF2-40B4-BE49-F238E27FC236}">
                <a16:creationId xmlns:a16="http://schemas.microsoft.com/office/drawing/2014/main" id="{8D6D5C4B-8073-6257-CD05-DCC58B407230}"/>
              </a:ext>
            </a:extLst>
          </p:cNvPr>
          <p:cNvSpPr/>
          <p:nvPr/>
        </p:nvSpPr>
        <p:spPr>
          <a:xfrm>
            <a:off x="6913963" y="5357989"/>
            <a:ext cx="161163" cy="161163"/>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4" name="Google Shape;6425;p78">
            <a:extLst>
              <a:ext uri="{FF2B5EF4-FFF2-40B4-BE49-F238E27FC236}">
                <a16:creationId xmlns:a16="http://schemas.microsoft.com/office/drawing/2014/main" id="{6455A415-A8C4-3567-0F84-3DB76B9FFC6B}"/>
              </a:ext>
            </a:extLst>
          </p:cNvPr>
          <p:cNvSpPr/>
          <p:nvPr/>
        </p:nvSpPr>
        <p:spPr>
          <a:xfrm>
            <a:off x="6824619" y="5719733"/>
            <a:ext cx="77675" cy="46903"/>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5" name="Google Shape;6426;p78">
            <a:extLst>
              <a:ext uri="{FF2B5EF4-FFF2-40B4-BE49-F238E27FC236}">
                <a16:creationId xmlns:a16="http://schemas.microsoft.com/office/drawing/2014/main" id="{CCEA2919-E3C8-39EF-D3B7-3A1626680270}"/>
              </a:ext>
            </a:extLst>
          </p:cNvPr>
          <p:cNvSpPr/>
          <p:nvPr/>
        </p:nvSpPr>
        <p:spPr>
          <a:xfrm>
            <a:off x="6720633" y="5709460"/>
            <a:ext cx="130389" cy="197746"/>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6" name="Google Shape;6427;p78">
            <a:extLst>
              <a:ext uri="{FF2B5EF4-FFF2-40B4-BE49-F238E27FC236}">
                <a16:creationId xmlns:a16="http://schemas.microsoft.com/office/drawing/2014/main" id="{B3346622-59FE-1530-49D9-97F43E1209EC}"/>
              </a:ext>
            </a:extLst>
          </p:cNvPr>
          <p:cNvSpPr/>
          <p:nvPr/>
        </p:nvSpPr>
        <p:spPr>
          <a:xfrm>
            <a:off x="6881748" y="5710947"/>
            <a:ext cx="130389" cy="197746"/>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7" name="Google Shape;6428;p78">
            <a:extLst>
              <a:ext uri="{FF2B5EF4-FFF2-40B4-BE49-F238E27FC236}">
                <a16:creationId xmlns:a16="http://schemas.microsoft.com/office/drawing/2014/main" id="{EA3619BB-99F5-FD6B-832C-16869681801F}"/>
              </a:ext>
            </a:extLst>
          </p:cNvPr>
          <p:cNvSpPr/>
          <p:nvPr/>
        </p:nvSpPr>
        <p:spPr>
          <a:xfrm>
            <a:off x="6886164" y="5513248"/>
            <a:ext cx="256317" cy="202115"/>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28" name="Google Shape;6429;p78">
            <a:extLst>
              <a:ext uri="{FF2B5EF4-FFF2-40B4-BE49-F238E27FC236}">
                <a16:creationId xmlns:a16="http://schemas.microsoft.com/office/drawing/2014/main" id="{93887222-FED5-3FFC-07FB-4159BC038148}"/>
              </a:ext>
            </a:extLst>
          </p:cNvPr>
          <p:cNvSpPr/>
          <p:nvPr/>
        </p:nvSpPr>
        <p:spPr>
          <a:xfrm>
            <a:off x="6591777" y="5511760"/>
            <a:ext cx="253387" cy="202162"/>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31" name="Google Shape;6133;p78">
            <a:extLst>
              <a:ext uri="{FF2B5EF4-FFF2-40B4-BE49-F238E27FC236}">
                <a16:creationId xmlns:a16="http://schemas.microsoft.com/office/drawing/2014/main" id="{CC87F914-EB32-BE5B-A6A4-CE90D3114FA5}"/>
              </a:ext>
            </a:extLst>
          </p:cNvPr>
          <p:cNvSpPr/>
          <p:nvPr/>
        </p:nvSpPr>
        <p:spPr>
          <a:xfrm>
            <a:off x="5914659" y="5484912"/>
            <a:ext cx="354060" cy="355432"/>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32" name="Google Shape;6134;p78">
            <a:extLst>
              <a:ext uri="{FF2B5EF4-FFF2-40B4-BE49-F238E27FC236}">
                <a16:creationId xmlns:a16="http://schemas.microsoft.com/office/drawing/2014/main" id="{8D1B3037-0536-83E6-77BB-54F70C10318E}"/>
              </a:ext>
            </a:extLst>
          </p:cNvPr>
          <p:cNvSpPr/>
          <p:nvPr/>
        </p:nvSpPr>
        <p:spPr>
          <a:xfrm>
            <a:off x="5748458" y="5356541"/>
            <a:ext cx="274328" cy="128414"/>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33" name="Google Shape;6135;p78">
            <a:extLst>
              <a:ext uri="{FF2B5EF4-FFF2-40B4-BE49-F238E27FC236}">
                <a16:creationId xmlns:a16="http://schemas.microsoft.com/office/drawing/2014/main" id="{0EED2D75-2B0A-516E-9022-E1DF3C45240B}"/>
              </a:ext>
            </a:extLst>
          </p:cNvPr>
          <p:cNvSpPr/>
          <p:nvPr/>
        </p:nvSpPr>
        <p:spPr>
          <a:xfrm>
            <a:off x="5748458" y="5490315"/>
            <a:ext cx="189190" cy="102722"/>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34" name="Google Shape;6136;p78">
            <a:extLst>
              <a:ext uri="{FF2B5EF4-FFF2-40B4-BE49-F238E27FC236}">
                <a16:creationId xmlns:a16="http://schemas.microsoft.com/office/drawing/2014/main" id="{9F121BC0-48CB-B04E-F559-D3F221369949}"/>
              </a:ext>
            </a:extLst>
          </p:cNvPr>
          <p:cNvSpPr/>
          <p:nvPr/>
        </p:nvSpPr>
        <p:spPr>
          <a:xfrm>
            <a:off x="5748458" y="5701122"/>
            <a:ext cx="182456" cy="102722"/>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35" name="Google Shape;6137;p78">
            <a:extLst>
              <a:ext uri="{FF2B5EF4-FFF2-40B4-BE49-F238E27FC236}">
                <a16:creationId xmlns:a16="http://schemas.microsoft.com/office/drawing/2014/main" id="{2C02A0F1-731C-493C-9C3F-FE498365F5A2}"/>
              </a:ext>
            </a:extLst>
          </p:cNvPr>
          <p:cNvSpPr/>
          <p:nvPr/>
        </p:nvSpPr>
        <p:spPr>
          <a:xfrm>
            <a:off x="5747086" y="5595698"/>
            <a:ext cx="133818" cy="10409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37" name="右箭头 636">
            <a:extLst>
              <a:ext uri="{FF2B5EF4-FFF2-40B4-BE49-F238E27FC236}">
                <a16:creationId xmlns:a16="http://schemas.microsoft.com/office/drawing/2014/main" id="{556F12FF-6D18-E53D-686E-B884539BD950}"/>
              </a:ext>
            </a:extLst>
          </p:cNvPr>
          <p:cNvSpPr/>
          <p:nvPr/>
        </p:nvSpPr>
        <p:spPr>
          <a:xfrm>
            <a:off x="5293360" y="5902960"/>
            <a:ext cx="579120" cy="345440"/>
          </a:xfrm>
          <a:prstGeom prst="right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8" name="右箭头 637">
            <a:extLst>
              <a:ext uri="{FF2B5EF4-FFF2-40B4-BE49-F238E27FC236}">
                <a16:creationId xmlns:a16="http://schemas.microsoft.com/office/drawing/2014/main" id="{A529B4E1-2CCE-EB4A-1E0F-B32E5A332013}"/>
              </a:ext>
            </a:extLst>
          </p:cNvPr>
          <p:cNvSpPr/>
          <p:nvPr/>
        </p:nvSpPr>
        <p:spPr>
          <a:xfrm>
            <a:off x="6240016" y="5902960"/>
            <a:ext cx="579120" cy="345440"/>
          </a:xfrm>
          <a:prstGeom prst="rightArrow">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9" name="文本框 638">
            <a:extLst>
              <a:ext uri="{FF2B5EF4-FFF2-40B4-BE49-F238E27FC236}">
                <a16:creationId xmlns:a16="http://schemas.microsoft.com/office/drawing/2014/main" id="{97E3CB57-C5E5-FE4C-3F1C-81D20EB7E472}"/>
              </a:ext>
            </a:extLst>
          </p:cNvPr>
          <p:cNvSpPr txBox="1"/>
          <p:nvPr/>
        </p:nvSpPr>
        <p:spPr>
          <a:xfrm>
            <a:off x="4843160" y="6219656"/>
            <a:ext cx="677428" cy="342706"/>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TO</a:t>
            </a:r>
            <a:r>
              <a:rPr kumimoji="1" lang="zh-CN" altLang="en-US" sz="16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B</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0" name="文本框 639">
            <a:extLst>
              <a:ext uri="{FF2B5EF4-FFF2-40B4-BE49-F238E27FC236}">
                <a16:creationId xmlns:a16="http://schemas.microsoft.com/office/drawing/2014/main" id="{5F66AB31-A088-4415-FC76-25CC16722F9C}"/>
              </a:ext>
            </a:extLst>
          </p:cNvPr>
          <p:cNvSpPr txBox="1"/>
          <p:nvPr/>
        </p:nvSpPr>
        <p:spPr>
          <a:xfrm>
            <a:off x="5726688" y="6229816"/>
            <a:ext cx="677428" cy="342706"/>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M&amp;A</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1" name="文本框 640">
            <a:extLst>
              <a:ext uri="{FF2B5EF4-FFF2-40B4-BE49-F238E27FC236}">
                <a16:creationId xmlns:a16="http://schemas.microsoft.com/office/drawing/2014/main" id="{DA8B5989-223D-9FEF-7055-10DE4A600E5D}"/>
              </a:ext>
            </a:extLst>
          </p:cNvPr>
          <p:cNvSpPr txBox="1"/>
          <p:nvPr/>
        </p:nvSpPr>
        <p:spPr>
          <a:xfrm>
            <a:off x="6600056" y="6219656"/>
            <a:ext cx="677428" cy="342706"/>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TO</a:t>
            </a:r>
            <a:r>
              <a:rPr kumimoji="1" lang="zh-CN" altLang="en-US" sz="16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C</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文本框 1">
            <a:extLst>
              <a:ext uri="{FF2B5EF4-FFF2-40B4-BE49-F238E27FC236}">
                <a16:creationId xmlns:a16="http://schemas.microsoft.com/office/drawing/2014/main" id="{BB2FB4E2-C94C-FA8A-BD81-47D16E4330B1}"/>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731C09E1-0A47-A29D-B418-9EF23EE4AA18}"/>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60E8B0EF-CC74-8C58-1838-007AA067C1FD}"/>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EEB57751-0701-CEDE-1E71-9488C9BB2D7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BE0548CD-0144-446D-5063-BDFD8449A034}"/>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C4A7ABEE-9CAD-0B0D-2029-05D45FCDF1A2}"/>
              </a:ext>
            </a:extLst>
          </p:cNvPr>
          <p:cNvGrpSpPr/>
          <p:nvPr/>
        </p:nvGrpSpPr>
        <p:grpSpPr>
          <a:xfrm>
            <a:off x="2323294" y="287981"/>
            <a:ext cx="356205" cy="355288"/>
            <a:chOff x="2323294" y="287981"/>
            <a:chExt cx="356205" cy="355288"/>
          </a:xfrm>
        </p:grpSpPr>
        <p:sp>
          <p:nvSpPr>
            <p:cNvPr id="8" name="Google Shape;7166;p80">
              <a:extLst>
                <a:ext uri="{FF2B5EF4-FFF2-40B4-BE49-F238E27FC236}">
                  <a16:creationId xmlns:a16="http://schemas.microsoft.com/office/drawing/2014/main" id="{16E103F6-C62C-7076-9D5C-3BDB8FC99E32}"/>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26DA0C0A-C78A-0013-BB76-3EC8AF03B9B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8;p80">
              <a:extLst>
                <a:ext uri="{FF2B5EF4-FFF2-40B4-BE49-F238E27FC236}">
                  <a16:creationId xmlns:a16="http://schemas.microsoft.com/office/drawing/2014/main" id="{FE08CFA1-591A-1764-C321-F38FC87A430B}"/>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9;p80">
              <a:extLst>
                <a:ext uri="{FF2B5EF4-FFF2-40B4-BE49-F238E27FC236}">
                  <a16:creationId xmlns:a16="http://schemas.microsoft.com/office/drawing/2014/main" id="{EF6D6464-AB59-9A88-E940-2E86E350F0E6}"/>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 name="文本框 12">
            <a:extLst>
              <a:ext uri="{FF2B5EF4-FFF2-40B4-BE49-F238E27FC236}">
                <a16:creationId xmlns:a16="http://schemas.microsoft.com/office/drawing/2014/main" id="{079A50B0-763A-F4BB-6332-9EE3EC86DA85}"/>
              </a:ext>
            </a:extLst>
          </p:cNvPr>
          <p:cNvSpPr txBox="1"/>
          <p:nvPr/>
        </p:nvSpPr>
        <p:spPr>
          <a:xfrm>
            <a:off x="5428257" y="4797152"/>
            <a:ext cx="2152400" cy="338554"/>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MAIN TITLE</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21400280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a:extLst>
              <a:ext uri="{FF2B5EF4-FFF2-40B4-BE49-F238E27FC236}">
                <a16:creationId xmlns:a16="http://schemas.microsoft.com/office/drawing/2014/main" id="{0E10C7EA-FFD4-94D6-C948-AFCA0EF85AC9}"/>
              </a:ext>
            </a:extLst>
          </p:cNvPr>
          <p:cNvSpPr/>
          <p:nvPr/>
        </p:nvSpPr>
        <p:spPr>
          <a:xfrm>
            <a:off x="4295800" y="1932972"/>
            <a:ext cx="3316399" cy="4669881"/>
          </a:xfrm>
          <a:prstGeom prst="rect">
            <a:avLst/>
          </a:prstGeom>
          <a:noFill/>
          <a:ln w="22225">
            <a:solidFill>
              <a:srgbClr val="1E344D"/>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矩形 35">
            <a:extLst>
              <a:ext uri="{FF2B5EF4-FFF2-40B4-BE49-F238E27FC236}">
                <a16:creationId xmlns:a16="http://schemas.microsoft.com/office/drawing/2014/main" id="{79EC103B-E203-0888-D238-6416783356A0}"/>
              </a:ext>
            </a:extLst>
          </p:cNvPr>
          <p:cNvSpPr/>
          <p:nvPr/>
        </p:nvSpPr>
        <p:spPr>
          <a:xfrm>
            <a:off x="8256240" y="1932972"/>
            <a:ext cx="3670717" cy="4669881"/>
          </a:xfrm>
          <a:prstGeom prst="rect">
            <a:avLst/>
          </a:prstGeom>
          <a:noFill/>
          <a:ln w="22225">
            <a:solidFill>
              <a:srgbClr val="1E344D"/>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矩形 30">
            <a:extLst>
              <a:ext uri="{FF2B5EF4-FFF2-40B4-BE49-F238E27FC236}">
                <a16:creationId xmlns:a16="http://schemas.microsoft.com/office/drawing/2014/main" id="{E4140E1A-575C-CBFD-8902-A3630CA0E7CC}"/>
              </a:ext>
            </a:extLst>
          </p:cNvPr>
          <p:cNvSpPr/>
          <p:nvPr/>
        </p:nvSpPr>
        <p:spPr>
          <a:xfrm>
            <a:off x="329626" y="1932972"/>
            <a:ext cx="3316399" cy="4669881"/>
          </a:xfrm>
          <a:prstGeom prst="rect">
            <a:avLst/>
          </a:prstGeom>
          <a:noFill/>
          <a:ln w="22225">
            <a:solidFill>
              <a:srgbClr val="1E344D"/>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圆角矩形 5">
            <a:extLst>
              <a:ext uri="{FF2B5EF4-FFF2-40B4-BE49-F238E27FC236}">
                <a16:creationId xmlns:a16="http://schemas.microsoft.com/office/drawing/2014/main" id="{7A1F01AF-86AB-9CA4-DBD3-C43C2D954E91}"/>
              </a:ext>
            </a:extLst>
          </p:cNvPr>
          <p:cNvSpPr/>
          <p:nvPr/>
        </p:nvSpPr>
        <p:spPr>
          <a:xfrm>
            <a:off x="316992" y="1509332"/>
            <a:ext cx="3329211" cy="519493"/>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圆角矩形 12">
            <a:extLst>
              <a:ext uri="{FF2B5EF4-FFF2-40B4-BE49-F238E27FC236}">
                <a16:creationId xmlns:a16="http://schemas.microsoft.com/office/drawing/2014/main" id="{9E537EA5-ACE0-56D2-A2AB-B04398E6CE52}"/>
              </a:ext>
            </a:extLst>
          </p:cNvPr>
          <p:cNvSpPr/>
          <p:nvPr/>
        </p:nvSpPr>
        <p:spPr>
          <a:xfrm>
            <a:off x="8229600" y="985838"/>
            <a:ext cx="3686175" cy="1042987"/>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5" name="图片 4">
            <a:extLst>
              <a:ext uri="{FF2B5EF4-FFF2-40B4-BE49-F238E27FC236}">
                <a16:creationId xmlns:a16="http://schemas.microsoft.com/office/drawing/2014/main" id="{5F421C92-B7DB-939E-BBD7-0DD92C6E6878}"/>
              </a:ext>
            </a:extLst>
          </p:cNvPr>
          <p:cNvPicPr>
            <a:picLocks noChangeAspect="1"/>
          </p:cNvPicPr>
          <p:nvPr/>
        </p:nvPicPr>
        <p:blipFill>
          <a:blip r:embed="rId3"/>
          <a:stretch>
            <a:fillRect/>
          </a:stretch>
        </p:blipFill>
        <p:spPr>
          <a:xfrm>
            <a:off x="3095625" y="1538289"/>
            <a:ext cx="476249" cy="476249"/>
          </a:xfrm>
          <a:prstGeom prst="rect">
            <a:avLst/>
          </a:prstGeom>
        </p:spPr>
      </p:pic>
      <p:pic>
        <p:nvPicPr>
          <p:cNvPr id="19" name="图片 18">
            <a:extLst>
              <a:ext uri="{FF2B5EF4-FFF2-40B4-BE49-F238E27FC236}">
                <a16:creationId xmlns:a16="http://schemas.microsoft.com/office/drawing/2014/main" id="{23F64327-9621-83B9-935B-E73E3A4D33CB}"/>
              </a:ext>
            </a:extLst>
          </p:cNvPr>
          <p:cNvPicPr>
            <a:picLocks noChangeAspect="1"/>
          </p:cNvPicPr>
          <p:nvPr/>
        </p:nvPicPr>
        <p:blipFill>
          <a:blip r:embed="rId3"/>
          <a:stretch>
            <a:fillRect/>
          </a:stretch>
        </p:blipFill>
        <p:spPr>
          <a:xfrm>
            <a:off x="11007401" y="1083856"/>
            <a:ext cx="844957" cy="844957"/>
          </a:xfrm>
          <a:prstGeom prst="rect">
            <a:avLst/>
          </a:prstGeom>
        </p:spPr>
      </p:pic>
      <p:sp>
        <p:nvSpPr>
          <p:cNvPr id="21" name="矩形 20">
            <a:extLst>
              <a:ext uri="{FF2B5EF4-FFF2-40B4-BE49-F238E27FC236}">
                <a16:creationId xmlns:a16="http://schemas.microsoft.com/office/drawing/2014/main" id="{8584B4D2-62FD-D7DF-870D-E88AABE8D375}"/>
              </a:ext>
            </a:extLst>
          </p:cNvPr>
          <p:cNvSpPr/>
          <p:nvPr/>
        </p:nvSpPr>
        <p:spPr>
          <a:xfrm>
            <a:off x="427907" y="2145613"/>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圆角矩形 25">
            <a:extLst>
              <a:ext uri="{FF2B5EF4-FFF2-40B4-BE49-F238E27FC236}">
                <a16:creationId xmlns:a16="http://schemas.microsoft.com/office/drawing/2014/main" id="{CD4ECBA3-C477-B668-FE02-C5C97DB7E39A}"/>
              </a:ext>
            </a:extLst>
          </p:cNvPr>
          <p:cNvSpPr/>
          <p:nvPr/>
        </p:nvSpPr>
        <p:spPr>
          <a:xfrm>
            <a:off x="4295800" y="1509332"/>
            <a:ext cx="3329211" cy="519493"/>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27" name="图片 26">
            <a:extLst>
              <a:ext uri="{FF2B5EF4-FFF2-40B4-BE49-F238E27FC236}">
                <a16:creationId xmlns:a16="http://schemas.microsoft.com/office/drawing/2014/main" id="{42A0D155-25B7-49F7-37F2-36D255D7BEFE}"/>
              </a:ext>
            </a:extLst>
          </p:cNvPr>
          <p:cNvPicPr>
            <a:picLocks noChangeAspect="1"/>
          </p:cNvPicPr>
          <p:nvPr/>
        </p:nvPicPr>
        <p:blipFill>
          <a:blip r:embed="rId3"/>
          <a:stretch>
            <a:fillRect/>
          </a:stretch>
        </p:blipFill>
        <p:spPr>
          <a:xfrm>
            <a:off x="7074433" y="1538289"/>
            <a:ext cx="476249" cy="476249"/>
          </a:xfrm>
          <a:prstGeom prst="rect">
            <a:avLst/>
          </a:prstGeom>
        </p:spPr>
      </p:pic>
      <p:sp>
        <p:nvSpPr>
          <p:cNvPr id="28" name="文本框 27">
            <a:extLst>
              <a:ext uri="{FF2B5EF4-FFF2-40B4-BE49-F238E27FC236}">
                <a16:creationId xmlns:a16="http://schemas.microsoft.com/office/drawing/2014/main" id="{F8ABCEED-4F3B-2B2E-4A22-7728B6B75A3B}"/>
              </a:ext>
            </a:extLst>
          </p:cNvPr>
          <p:cNvSpPr txBox="1"/>
          <p:nvPr/>
        </p:nvSpPr>
        <p:spPr>
          <a:xfrm>
            <a:off x="3639671" y="1255059"/>
            <a:ext cx="646331" cy="1015663"/>
          </a:xfrm>
          <a:prstGeom prst="rect">
            <a:avLst/>
          </a:prstGeom>
          <a:noFill/>
        </p:spPr>
        <p:txBody>
          <a:bodyPr wrap="none" rtlCol="0">
            <a:spAutoFit/>
          </a:bodyPr>
          <a:lstStyle/>
          <a:p>
            <a:r>
              <a:rPr kumimoji="1" lang="en-US" altLang="zh-CN" sz="6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6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29" name="文本框 28">
            <a:extLst>
              <a:ext uri="{FF2B5EF4-FFF2-40B4-BE49-F238E27FC236}">
                <a16:creationId xmlns:a16="http://schemas.microsoft.com/office/drawing/2014/main" id="{91EE6D96-4F41-8274-7CF6-AF2B8DF17840}"/>
              </a:ext>
            </a:extLst>
          </p:cNvPr>
          <p:cNvSpPr txBox="1"/>
          <p:nvPr/>
        </p:nvSpPr>
        <p:spPr>
          <a:xfrm>
            <a:off x="7608168" y="1255059"/>
            <a:ext cx="646331" cy="1015663"/>
          </a:xfrm>
          <a:prstGeom prst="rect">
            <a:avLst/>
          </a:prstGeom>
          <a:noFill/>
        </p:spPr>
        <p:txBody>
          <a:bodyPr wrap="none" rtlCol="0">
            <a:spAutoFit/>
          </a:bodyPr>
          <a:lstStyle/>
          <a:p>
            <a:r>
              <a:rPr kumimoji="1" lang="en-US" altLang="zh-CN" sz="6000" b="1" dirty="0">
                <a:solidFill>
                  <a:srgbClr val="BB3023"/>
                </a:solidFill>
                <a:latin typeface="Alibaba PuHuiTi Heavy" pitchFamily="18" charset="-122"/>
                <a:ea typeface="Alibaba PuHuiTi Heavy" pitchFamily="18" charset="-122"/>
                <a:cs typeface="Alibaba PuHuiTi Heavy" pitchFamily="18" charset="-122"/>
              </a:rPr>
              <a:t>=</a:t>
            </a:r>
            <a:endParaRPr kumimoji="1" lang="zh-CN" altLang="en-US" sz="6000" b="1" dirty="0">
              <a:solidFill>
                <a:srgbClr val="BB3023"/>
              </a:solidFill>
              <a:latin typeface="Alibaba PuHuiTi Heavy" pitchFamily="18" charset="-122"/>
              <a:ea typeface="Alibaba PuHuiTi Heavy" pitchFamily="18" charset="-122"/>
              <a:cs typeface="Alibaba PuHuiTi Heavy" pitchFamily="18" charset="-122"/>
            </a:endParaRPr>
          </a:p>
        </p:txBody>
      </p:sp>
      <p:sp>
        <p:nvSpPr>
          <p:cNvPr id="30" name="文本框 29">
            <a:extLst>
              <a:ext uri="{FF2B5EF4-FFF2-40B4-BE49-F238E27FC236}">
                <a16:creationId xmlns:a16="http://schemas.microsoft.com/office/drawing/2014/main" id="{605F2627-AE7D-7928-D86F-CDFD0B76A143}"/>
              </a:ext>
            </a:extLst>
          </p:cNvPr>
          <p:cNvSpPr txBox="1"/>
          <p:nvPr/>
        </p:nvSpPr>
        <p:spPr>
          <a:xfrm>
            <a:off x="461011" y="216164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1</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4" name="矩形 33">
            <a:extLst>
              <a:ext uri="{FF2B5EF4-FFF2-40B4-BE49-F238E27FC236}">
                <a16:creationId xmlns:a16="http://schemas.microsoft.com/office/drawing/2014/main" id="{155E9527-D1ED-7446-A9D3-F8E8E7D25B10}"/>
              </a:ext>
            </a:extLst>
          </p:cNvPr>
          <p:cNvSpPr/>
          <p:nvPr/>
        </p:nvSpPr>
        <p:spPr>
          <a:xfrm>
            <a:off x="4394081" y="2145613"/>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文本框 34">
            <a:extLst>
              <a:ext uri="{FF2B5EF4-FFF2-40B4-BE49-F238E27FC236}">
                <a16:creationId xmlns:a16="http://schemas.microsoft.com/office/drawing/2014/main" id="{23C48CDF-B33C-E2B5-837D-EA357E46F025}"/>
              </a:ext>
            </a:extLst>
          </p:cNvPr>
          <p:cNvSpPr txBox="1"/>
          <p:nvPr/>
        </p:nvSpPr>
        <p:spPr>
          <a:xfrm>
            <a:off x="4427185" y="216164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2</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7" name="矩形 36">
            <a:extLst>
              <a:ext uri="{FF2B5EF4-FFF2-40B4-BE49-F238E27FC236}">
                <a16:creationId xmlns:a16="http://schemas.microsoft.com/office/drawing/2014/main" id="{5D6610EE-B375-756B-9564-F6F532A847A9}"/>
              </a:ext>
            </a:extLst>
          </p:cNvPr>
          <p:cNvSpPr/>
          <p:nvPr/>
        </p:nvSpPr>
        <p:spPr>
          <a:xfrm>
            <a:off x="8354521" y="2145613"/>
            <a:ext cx="414338" cy="414338"/>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文本框 37">
            <a:extLst>
              <a:ext uri="{FF2B5EF4-FFF2-40B4-BE49-F238E27FC236}">
                <a16:creationId xmlns:a16="http://schemas.microsoft.com/office/drawing/2014/main" id="{A212469E-B08F-279B-6A2E-EFA141F11652}"/>
              </a:ext>
            </a:extLst>
          </p:cNvPr>
          <p:cNvSpPr txBox="1"/>
          <p:nvPr/>
        </p:nvSpPr>
        <p:spPr>
          <a:xfrm>
            <a:off x="8387625" y="2161643"/>
            <a:ext cx="338554" cy="400110"/>
          </a:xfrm>
          <a:prstGeom prst="rect">
            <a:avLst/>
          </a:prstGeom>
          <a:noFill/>
        </p:spPr>
        <p:txBody>
          <a:bodyPr wrap="none" rtlCol="0">
            <a:spAutoFit/>
          </a:bodyPr>
          <a:lstStyle/>
          <a:p>
            <a:r>
              <a:rPr kumimoji="1" lang="en-US" altLang="zh-CN" sz="2000" b="1" dirty="0">
                <a:solidFill>
                  <a:schemeClr val="bg1"/>
                </a:solidFill>
                <a:latin typeface="Alibaba PuHuiTi Heavy" pitchFamily="18" charset="-122"/>
                <a:ea typeface="Alibaba PuHuiTi Heavy" pitchFamily="18" charset="-122"/>
                <a:cs typeface="Alibaba PuHuiTi Heavy" pitchFamily="18" charset="-122"/>
              </a:rPr>
              <a:t>3</a:t>
            </a:r>
            <a:endParaRPr kumimoji="1" lang="zh-CN" altLang="en-US" sz="2000" b="1" dirty="0">
              <a:solidFill>
                <a:schemeClr val="bg1"/>
              </a:solidFill>
              <a:latin typeface="Alibaba PuHuiTi Heavy" pitchFamily="18" charset="-122"/>
              <a:ea typeface="Alibaba PuHuiTi Heavy" pitchFamily="18" charset="-122"/>
              <a:cs typeface="Alibaba PuHuiTi Heavy" pitchFamily="18" charset="-122"/>
            </a:endParaRPr>
          </a:p>
        </p:txBody>
      </p:sp>
      <p:sp>
        <p:nvSpPr>
          <p:cNvPr id="39" name="文本框 38">
            <a:extLst>
              <a:ext uri="{FF2B5EF4-FFF2-40B4-BE49-F238E27FC236}">
                <a16:creationId xmlns:a16="http://schemas.microsoft.com/office/drawing/2014/main" id="{1283FB8A-CA75-0F0C-ED7F-42BFBFFAF4D8}"/>
              </a:ext>
            </a:extLst>
          </p:cNvPr>
          <p:cNvSpPr txBox="1"/>
          <p:nvPr/>
        </p:nvSpPr>
        <p:spPr>
          <a:xfrm>
            <a:off x="1105526" y="1007902"/>
            <a:ext cx="6411402" cy="369332"/>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0" name="文本框 39">
            <a:extLst>
              <a:ext uri="{FF2B5EF4-FFF2-40B4-BE49-F238E27FC236}">
                <a16:creationId xmlns:a16="http://schemas.microsoft.com/office/drawing/2014/main" id="{BD4FBF98-8FDB-6064-1595-6A88AEEEA767}"/>
              </a:ext>
            </a:extLst>
          </p:cNvPr>
          <p:cNvSpPr txBox="1"/>
          <p:nvPr/>
        </p:nvSpPr>
        <p:spPr>
          <a:xfrm>
            <a:off x="928666" y="2146852"/>
            <a:ext cx="235124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6329F2C3-B3CB-3FCE-A18F-C16BFF819398}"/>
              </a:ext>
            </a:extLst>
          </p:cNvPr>
          <p:cNvSpPr txBox="1"/>
          <p:nvPr/>
        </p:nvSpPr>
        <p:spPr>
          <a:xfrm>
            <a:off x="4871864" y="2146852"/>
            <a:ext cx="235124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2" name="文本框 41">
            <a:extLst>
              <a:ext uri="{FF2B5EF4-FFF2-40B4-BE49-F238E27FC236}">
                <a16:creationId xmlns:a16="http://schemas.microsoft.com/office/drawing/2014/main" id="{29E883B0-6CC5-0690-0F7A-00FE546716F2}"/>
              </a:ext>
            </a:extLst>
          </p:cNvPr>
          <p:cNvSpPr txBox="1"/>
          <p:nvPr/>
        </p:nvSpPr>
        <p:spPr>
          <a:xfrm>
            <a:off x="4367807" y="2643809"/>
            <a:ext cx="3185932" cy="430887"/>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3" name="文本框 42">
            <a:extLst>
              <a:ext uri="{FF2B5EF4-FFF2-40B4-BE49-F238E27FC236}">
                <a16:creationId xmlns:a16="http://schemas.microsoft.com/office/drawing/2014/main" id="{9E55A0CC-AB02-F797-A237-7896317CC43C}"/>
              </a:ext>
            </a:extLst>
          </p:cNvPr>
          <p:cNvSpPr txBox="1"/>
          <p:nvPr/>
        </p:nvSpPr>
        <p:spPr>
          <a:xfrm>
            <a:off x="8812426" y="2126974"/>
            <a:ext cx="3035018"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4" name="组合 43">
            <a:extLst>
              <a:ext uri="{FF2B5EF4-FFF2-40B4-BE49-F238E27FC236}">
                <a16:creationId xmlns:a16="http://schemas.microsoft.com/office/drawing/2014/main" id="{AD7E6F8C-A1AB-AD6D-164D-3CB48693DFDE}"/>
              </a:ext>
            </a:extLst>
          </p:cNvPr>
          <p:cNvGrpSpPr/>
          <p:nvPr/>
        </p:nvGrpSpPr>
        <p:grpSpPr>
          <a:xfrm>
            <a:off x="525533" y="3081130"/>
            <a:ext cx="2794136" cy="1692947"/>
            <a:chOff x="6013462" y="1405142"/>
            <a:chExt cx="5733900" cy="3474130"/>
          </a:xfrm>
        </p:grpSpPr>
        <p:cxnSp>
          <p:nvCxnSpPr>
            <p:cNvPr id="45" name="Google Shape;284;p21">
              <a:extLst>
                <a:ext uri="{FF2B5EF4-FFF2-40B4-BE49-F238E27FC236}">
                  <a16:creationId xmlns:a16="http://schemas.microsoft.com/office/drawing/2014/main" id="{CD14BC19-627D-97A7-A7BD-A5B92A04168D}"/>
                </a:ext>
              </a:extLst>
            </p:cNvPr>
            <p:cNvCxnSpPr>
              <a:cxnSpLocks/>
            </p:cNvCxnSpPr>
            <p:nvPr/>
          </p:nvCxnSpPr>
          <p:spPr>
            <a:xfrm>
              <a:off x="6013462" y="3780220"/>
              <a:ext cx="5733900" cy="0"/>
            </a:xfrm>
            <a:prstGeom prst="straightConnector1">
              <a:avLst/>
            </a:prstGeom>
            <a:noFill/>
            <a:ln w="22225" cap="flat" cmpd="sng">
              <a:solidFill>
                <a:schemeClr val="tx1"/>
              </a:solidFill>
              <a:prstDash val="solid"/>
              <a:round/>
              <a:headEnd type="none" w="med" len="med"/>
              <a:tailEnd type="none" w="med" len="med"/>
            </a:ln>
          </p:spPr>
        </p:cxnSp>
        <p:sp>
          <p:nvSpPr>
            <p:cNvPr id="46" name="Google Shape;285;p21">
              <a:extLst>
                <a:ext uri="{FF2B5EF4-FFF2-40B4-BE49-F238E27FC236}">
                  <a16:creationId xmlns:a16="http://schemas.microsoft.com/office/drawing/2014/main" id="{DAF3A842-7503-733D-0DD6-CB2F2AF5CD2F}"/>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40%</a:t>
              </a:r>
              <a:endParaRPr sz="1200" b="1">
                <a:solidFill>
                  <a:srgbClr val="1E344D"/>
                </a:solidFill>
                <a:latin typeface="Poppins"/>
                <a:ea typeface="Poppins"/>
                <a:cs typeface="Poppins"/>
                <a:sym typeface="Poppins"/>
              </a:endParaRPr>
            </a:p>
          </p:txBody>
        </p:sp>
        <p:sp>
          <p:nvSpPr>
            <p:cNvPr id="47" name="Google Shape;286;p21">
              <a:extLst>
                <a:ext uri="{FF2B5EF4-FFF2-40B4-BE49-F238E27FC236}">
                  <a16:creationId xmlns:a16="http://schemas.microsoft.com/office/drawing/2014/main" id="{4CEF05A2-D5CD-5567-7E93-A594D39C0E40}"/>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60%</a:t>
              </a:r>
              <a:endParaRPr sz="1200" b="1">
                <a:solidFill>
                  <a:srgbClr val="1E344D"/>
                </a:solidFill>
                <a:latin typeface="Poppins"/>
                <a:ea typeface="Poppins"/>
                <a:cs typeface="Poppins"/>
                <a:sym typeface="Poppins"/>
              </a:endParaRPr>
            </a:p>
          </p:txBody>
        </p:sp>
        <p:sp>
          <p:nvSpPr>
            <p:cNvPr id="48" name="Google Shape;287;p21">
              <a:extLst>
                <a:ext uri="{FF2B5EF4-FFF2-40B4-BE49-F238E27FC236}">
                  <a16:creationId xmlns:a16="http://schemas.microsoft.com/office/drawing/2014/main" id="{37AF8C26-3E1C-2850-3E88-ACC344FD36D4}"/>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a:solidFill>
                    <a:srgbClr val="1E344D"/>
                  </a:solidFill>
                  <a:latin typeface="Poppins"/>
                  <a:ea typeface="Poppins"/>
                  <a:cs typeface="Poppins"/>
                  <a:sym typeface="Poppins"/>
                </a:rPr>
                <a:t>80%</a:t>
              </a:r>
              <a:endParaRPr sz="1200" b="1">
                <a:solidFill>
                  <a:srgbClr val="1E344D"/>
                </a:solidFill>
                <a:latin typeface="Poppins"/>
                <a:ea typeface="Poppins"/>
                <a:cs typeface="Poppins"/>
                <a:sym typeface="Poppins"/>
              </a:endParaRPr>
            </a:p>
          </p:txBody>
        </p:sp>
        <p:sp>
          <p:nvSpPr>
            <p:cNvPr id="49" name="Google Shape;288;p21">
              <a:extLst>
                <a:ext uri="{FF2B5EF4-FFF2-40B4-BE49-F238E27FC236}">
                  <a16:creationId xmlns:a16="http://schemas.microsoft.com/office/drawing/2014/main" id="{CC659B23-3A8C-4FD6-2207-CD0AEC7DC409}"/>
                </a:ext>
              </a:extLst>
            </p:cNvPr>
            <p:cNvSpPr txBox="1"/>
            <p:nvPr/>
          </p:nvSpPr>
          <p:spPr>
            <a:xfrm>
              <a:off x="6250087"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VENUS</a:t>
              </a:r>
              <a:endParaRPr sz="1050" b="1">
                <a:solidFill>
                  <a:srgbClr val="1E344D"/>
                </a:solidFill>
                <a:latin typeface="Karla"/>
                <a:ea typeface="Karla"/>
                <a:cs typeface="Karla"/>
                <a:sym typeface="Karla"/>
              </a:endParaRPr>
            </a:p>
          </p:txBody>
        </p:sp>
        <p:sp>
          <p:nvSpPr>
            <p:cNvPr id="50" name="Google Shape;289;p21">
              <a:extLst>
                <a:ext uri="{FF2B5EF4-FFF2-40B4-BE49-F238E27FC236}">
                  <a16:creationId xmlns:a16="http://schemas.microsoft.com/office/drawing/2014/main" id="{E8A2C9B5-F2F2-F134-E117-2FD801DFE611}"/>
                </a:ext>
              </a:extLst>
            </p:cNvPr>
            <p:cNvSpPr txBox="1"/>
            <p:nvPr/>
          </p:nvSpPr>
          <p:spPr>
            <a:xfrm>
              <a:off x="7538941"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MARS</a:t>
              </a:r>
              <a:endParaRPr sz="1050" b="1">
                <a:solidFill>
                  <a:srgbClr val="1E344D"/>
                </a:solidFill>
                <a:latin typeface="Karla"/>
                <a:ea typeface="Karla"/>
                <a:cs typeface="Karla"/>
                <a:sym typeface="Karla"/>
              </a:endParaRPr>
            </a:p>
          </p:txBody>
        </p:sp>
        <p:sp>
          <p:nvSpPr>
            <p:cNvPr id="51" name="Google Shape;290;p21">
              <a:extLst>
                <a:ext uri="{FF2B5EF4-FFF2-40B4-BE49-F238E27FC236}">
                  <a16:creationId xmlns:a16="http://schemas.microsoft.com/office/drawing/2014/main" id="{F3504039-E96E-17B0-2297-608181CD245A}"/>
                </a:ext>
              </a:extLst>
            </p:cNvPr>
            <p:cNvSpPr txBox="1"/>
            <p:nvPr/>
          </p:nvSpPr>
          <p:spPr>
            <a:xfrm>
              <a:off x="8827805"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a:solidFill>
                    <a:srgbClr val="1E344D"/>
                  </a:solidFill>
                  <a:latin typeface="Karla"/>
                  <a:ea typeface="Karla"/>
                  <a:cs typeface="Karla"/>
                  <a:sym typeface="Karla"/>
                </a:rPr>
                <a:t>EARTH</a:t>
              </a:r>
              <a:endParaRPr sz="1050" b="1">
                <a:solidFill>
                  <a:srgbClr val="1E344D"/>
                </a:solidFill>
                <a:latin typeface="Karla"/>
                <a:ea typeface="Karla"/>
                <a:cs typeface="Karla"/>
                <a:sym typeface="Karla"/>
              </a:endParaRPr>
            </a:p>
          </p:txBody>
        </p:sp>
        <p:sp>
          <p:nvSpPr>
            <p:cNvPr id="449" name="Google Shape;293;p21">
              <a:extLst>
                <a:ext uri="{FF2B5EF4-FFF2-40B4-BE49-F238E27FC236}">
                  <a16:creationId xmlns:a16="http://schemas.microsoft.com/office/drawing/2014/main" id="{FABD9054-7639-81B2-ADAE-1859727B8D55}"/>
                </a:ext>
              </a:extLst>
            </p:cNvPr>
            <p:cNvSpPr/>
            <p:nvPr/>
          </p:nvSpPr>
          <p:spPr>
            <a:xfrm rot="16200000">
              <a:off x="6489683" y="2953696"/>
              <a:ext cx="932249"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63" name="Google Shape;296;p21">
              <a:extLst>
                <a:ext uri="{FF2B5EF4-FFF2-40B4-BE49-F238E27FC236}">
                  <a16:creationId xmlns:a16="http://schemas.microsoft.com/office/drawing/2014/main" id="{45262DE7-1A04-7313-5511-08DF6C9B4492}"/>
                </a:ext>
              </a:extLst>
            </p:cNvPr>
            <p:cNvSpPr/>
            <p:nvPr/>
          </p:nvSpPr>
          <p:spPr>
            <a:xfrm rot="16200000">
              <a:off x="7534144" y="2710846"/>
              <a:ext cx="1417235" cy="474743"/>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61" name="Google Shape;299;p21">
              <a:extLst>
                <a:ext uri="{FF2B5EF4-FFF2-40B4-BE49-F238E27FC236}">
                  <a16:creationId xmlns:a16="http://schemas.microsoft.com/office/drawing/2014/main" id="{63E29EEC-1F20-DA37-B3DF-8C0124A34E20}"/>
                </a:ext>
              </a:extLst>
            </p:cNvPr>
            <p:cNvSpPr/>
            <p:nvPr/>
          </p:nvSpPr>
          <p:spPr>
            <a:xfrm rot="16200000">
              <a:off x="8540505" y="2430196"/>
              <a:ext cx="1978793" cy="47474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9" name="Google Shape;302;p21">
              <a:extLst>
                <a:ext uri="{FF2B5EF4-FFF2-40B4-BE49-F238E27FC236}">
                  <a16:creationId xmlns:a16="http://schemas.microsoft.com/office/drawing/2014/main" id="{B4DB7A8E-D085-64FF-5DBF-4EBA41271139}"/>
                </a:ext>
              </a:extLst>
            </p:cNvPr>
            <p:cNvSpPr/>
            <p:nvPr/>
          </p:nvSpPr>
          <p:spPr>
            <a:xfrm rot="16200000">
              <a:off x="9686353" y="2286645"/>
              <a:ext cx="2249039" cy="486034"/>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700"/>
            </a:p>
          </p:txBody>
        </p:sp>
        <p:sp>
          <p:nvSpPr>
            <p:cNvPr id="56" name="Google Shape;303;p21">
              <a:extLst>
                <a:ext uri="{FF2B5EF4-FFF2-40B4-BE49-F238E27FC236}">
                  <a16:creationId xmlns:a16="http://schemas.microsoft.com/office/drawing/2014/main" id="{DD356591-B302-F492-83CB-93FE9AB75F0B}"/>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b="1" dirty="0">
                  <a:solidFill>
                    <a:srgbClr val="1E344D"/>
                  </a:solidFill>
                  <a:latin typeface="Poppins"/>
                  <a:ea typeface="Poppins"/>
                  <a:cs typeface="Poppins"/>
                  <a:sym typeface="Poppins"/>
                </a:rPr>
                <a:t>50%</a:t>
              </a:r>
              <a:endParaRPr sz="1200" b="1" dirty="0">
                <a:solidFill>
                  <a:srgbClr val="1E344D"/>
                </a:solidFill>
                <a:latin typeface="Poppins"/>
                <a:ea typeface="Poppins"/>
                <a:cs typeface="Poppins"/>
                <a:sym typeface="Poppins"/>
              </a:endParaRPr>
            </a:p>
          </p:txBody>
        </p:sp>
        <p:sp>
          <p:nvSpPr>
            <p:cNvPr id="57" name="Google Shape;304;p21">
              <a:extLst>
                <a:ext uri="{FF2B5EF4-FFF2-40B4-BE49-F238E27FC236}">
                  <a16:creationId xmlns:a16="http://schemas.microsoft.com/office/drawing/2014/main" id="{C96AAC99-B954-6B3C-AA2A-283BBCDC2E52}"/>
                </a:ext>
              </a:extLst>
            </p:cNvPr>
            <p:cNvSpPr txBox="1"/>
            <p:nvPr/>
          </p:nvSpPr>
          <p:spPr>
            <a:xfrm>
              <a:off x="10099394" y="4238771"/>
              <a:ext cx="1411500" cy="640501"/>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050" b="1" dirty="0">
                  <a:solidFill>
                    <a:srgbClr val="1E344D"/>
                  </a:solidFill>
                  <a:latin typeface="Karla"/>
                  <a:ea typeface="Karla"/>
                  <a:cs typeface="Karla"/>
                  <a:sym typeface="Karla"/>
                </a:rPr>
                <a:t>JUPITER</a:t>
              </a:r>
              <a:endParaRPr sz="1050" b="1" dirty="0">
                <a:solidFill>
                  <a:srgbClr val="1E344D"/>
                </a:solidFill>
                <a:latin typeface="Karla"/>
                <a:ea typeface="Karla"/>
                <a:cs typeface="Karla"/>
                <a:sym typeface="Karla"/>
              </a:endParaRPr>
            </a:p>
          </p:txBody>
        </p:sp>
      </p:grpSp>
      <p:cxnSp>
        <p:nvCxnSpPr>
          <p:cNvPr id="451" name="直线箭头连接符 450">
            <a:extLst>
              <a:ext uri="{FF2B5EF4-FFF2-40B4-BE49-F238E27FC236}">
                <a16:creationId xmlns:a16="http://schemas.microsoft.com/office/drawing/2014/main" id="{C128CF2F-A5D4-79A4-51C9-846D75AE78F3}"/>
              </a:ext>
            </a:extLst>
          </p:cNvPr>
          <p:cNvCxnSpPr/>
          <p:nvPr/>
        </p:nvCxnSpPr>
        <p:spPr>
          <a:xfrm flipV="1">
            <a:off x="894522" y="2763078"/>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2" name="椭圆 451">
            <a:extLst>
              <a:ext uri="{FF2B5EF4-FFF2-40B4-BE49-F238E27FC236}">
                <a16:creationId xmlns:a16="http://schemas.microsoft.com/office/drawing/2014/main" id="{526B0EAE-84C2-72BD-DDEE-B59631481D8E}"/>
              </a:ext>
            </a:extLst>
          </p:cNvPr>
          <p:cNvSpPr/>
          <p:nvPr/>
        </p:nvSpPr>
        <p:spPr>
          <a:xfrm>
            <a:off x="1391478" y="2922105"/>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5" name="文本框 454">
            <a:extLst>
              <a:ext uri="{FF2B5EF4-FFF2-40B4-BE49-F238E27FC236}">
                <a16:creationId xmlns:a16="http://schemas.microsoft.com/office/drawing/2014/main" id="{0AF141D4-9871-9D67-BE1C-1D5C794D939B}"/>
              </a:ext>
            </a:extLst>
          </p:cNvPr>
          <p:cNvSpPr txBox="1"/>
          <p:nvPr/>
        </p:nvSpPr>
        <p:spPr>
          <a:xfrm>
            <a:off x="1395212" y="2940392"/>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+10%</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58" name="文本框 457">
            <a:extLst>
              <a:ext uri="{FF2B5EF4-FFF2-40B4-BE49-F238E27FC236}">
                <a16:creationId xmlns:a16="http://schemas.microsoft.com/office/drawing/2014/main" id="{C7F5CA5C-FF72-D481-EFDC-ECA53CEF2927}"/>
              </a:ext>
            </a:extLst>
          </p:cNvPr>
          <p:cNvSpPr txBox="1"/>
          <p:nvPr/>
        </p:nvSpPr>
        <p:spPr>
          <a:xfrm>
            <a:off x="1135142" y="4896309"/>
            <a:ext cx="1656184" cy="707886"/>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MAIN TITLE</a:t>
            </a:r>
            <a:r>
              <a:rPr kumimoji="1" lang="en-US" altLang="zh-CN" sz="2000" dirty="0">
                <a:solidFill>
                  <a:srgbClr val="1E344D"/>
                </a:solidFill>
                <a:latin typeface="Alibaba PuHuiTi Medium" pitchFamily="18" charset="-122"/>
                <a:ea typeface="Alibaba PuHuiTi Medium" pitchFamily="18" charset="-122"/>
                <a:cs typeface="Alibaba PuHuiTi Medium" pitchFamily="18" charset="-122"/>
              </a:rPr>
              <a:t>-07-15</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9" name="文本框 458">
            <a:extLst>
              <a:ext uri="{FF2B5EF4-FFF2-40B4-BE49-F238E27FC236}">
                <a16:creationId xmlns:a16="http://schemas.microsoft.com/office/drawing/2014/main" id="{9FBEA898-17DB-4879-A5AC-B3399539F969}"/>
              </a:ext>
            </a:extLst>
          </p:cNvPr>
          <p:cNvSpPr txBox="1"/>
          <p:nvPr/>
        </p:nvSpPr>
        <p:spPr>
          <a:xfrm>
            <a:off x="479375" y="5581038"/>
            <a:ext cx="3098014"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0" name="文本框 459">
            <a:extLst>
              <a:ext uri="{FF2B5EF4-FFF2-40B4-BE49-F238E27FC236}">
                <a16:creationId xmlns:a16="http://schemas.microsoft.com/office/drawing/2014/main" id="{D610E64B-5AB6-F403-E651-4733BC5DD074}"/>
              </a:ext>
            </a:extLst>
          </p:cNvPr>
          <p:cNvSpPr txBox="1"/>
          <p:nvPr/>
        </p:nvSpPr>
        <p:spPr>
          <a:xfrm>
            <a:off x="479375" y="6013086"/>
            <a:ext cx="3098014" cy="461665"/>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1" name="右箭头 460">
            <a:extLst>
              <a:ext uri="{FF2B5EF4-FFF2-40B4-BE49-F238E27FC236}">
                <a16:creationId xmlns:a16="http://schemas.microsoft.com/office/drawing/2014/main" id="{497B44F8-F94D-3A4D-780C-93AFE7E81F75}"/>
              </a:ext>
            </a:extLst>
          </p:cNvPr>
          <p:cNvSpPr/>
          <p:nvPr/>
        </p:nvSpPr>
        <p:spPr>
          <a:xfrm>
            <a:off x="3769894" y="4700336"/>
            <a:ext cx="417095" cy="487560"/>
          </a:xfrm>
          <a:prstGeom prst="rightArrow">
            <a:avLst/>
          </a:prstGeom>
          <a:solidFill>
            <a:srgbClr val="1E344D"/>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62" name="右箭头 461">
            <a:extLst>
              <a:ext uri="{FF2B5EF4-FFF2-40B4-BE49-F238E27FC236}">
                <a16:creationId xmlns:a16="http://schemas.microsoft.com/office/drawing/2014/main" id="{0363C398-FDCB-C647-3569-DFBE42AA8DFE}"/>
              </a:ext>
            </a:extLst>
          </p:cNvPr>
          <p:cNvSpPr/>
          <p:nvPr/>
        </p:nvSpPr>
        <p:spPr>
          <a:xfrm>
            <a:off x="7752184" y="4700336"/>
            <a:ext cx="417095" cy="487560"/>
          </a:xfrm>
          <a:prstGeom prst="rightArrow">
            <a:avLst/>
          </a:prstGeom>
          <a:solidFill>
            <a:srgbClr val="1E344D"/>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nvGrpSpPr>
          <p:cNvPr id="463" name="组合 462">
            <a:extLst>
              <a:ext uri="{FF2B5EF4-FFF2-40B4-BE49-F238E27FC236}">
                <a16:creationId xmlns:a16="http://schemas.microsoft.com/office/drawing/2014/main" id="{CD377306-6B36-23F0-5FE7-877A197D535A}"/>
              </a:ext>
            </a:extLst>
          </p:cNvPr>
          <p:cNvGrpSpPr/>
          <p:nvPr/>
        </p:nvGrpSpPr>
        <p:grpSpPr>
          <a:xfrm>
            <a:off x="4457407" y="4978400"/>
            <a:ext cx="2940439" cy="1422804"/>
            <a:chOff x="5016760" y="1205884"/>
            <a:chExt cx="6730602" cy="3256772"/>
          </a:xfrm>
        </p:grpSpPr>
        <p:cxnSp>
          <p:nvCxnSpPr>
            <p:cNvPr id="464" name="Google Shape;284;p21">
              <a:extLst>
                <a:ext uri="{FF2B5EF4-FFF2-40B4-BE49-F238E27FC236}">
                  <a16:creationId xmlns:a16="http://schemas.microsoft.com/office/drawing/2014/main" id="{694BD2A4-7990-837A-291E-BD22498CD23A}"/>
                </a:ext>
              </a:extLst>
            </p:cNvPr>
            <p:cNvCxnSpPr>
              <a:cxnSpLocks/>
            </p:cNvCxnSpPr>
            <p:nvPr/>
          </p:nvCxnSpPr>
          <p:spPr>
            <a:xfrm>
              <a:off x="5016760" y="3780220"/>
              <a:ext cx="6730602" cy="0"/>
            </a:xfrm>
            <a:prstGeom prst="straightConnector1">
              <a:avLst/>
            </a:prstGeom>
            <a:noFill/>
            <a:ln w="22225" cap="flat" cmpd="sng">
              <a:solidFill>
                <a:schemeClr val="tx1"/>
              </a:solidFill>
              <a:prstDash val="solid"/>
              <a:round/>
              <a:headEnd type="none" w="med" len="med"/>
              <a:tailEnd type="none" w="med" len="med"/>
            </a:ln>
          </p:spPr>
        </p:cxnSp>
        <p:sp>
          <p:nvSpPr>
            <p:cNvPr id="465" name="Google Shape;285;p21">
              <a:extLst>
                <a:ext uri="{FF2B5EF4-FFF2-40B4-BE49-F238E27FC236}">
                  <a16:creationId xmlns:a16="http://schemas.microsoft.com/office/drawing/2014/main" id="{987E9354-2E00-DD22-FAFF-706D7EAE375F}"/>
                </a:ext>
              </a:extLst>
            </p:cNvPr>
            <p:cNvSpPr txBox="1"/>
            <p:nvPr/>
          </p:nvSpPr>
          <p:spPr>
            <a:xfrm>
              <a:off x="6250088"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2020</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66" name="Google Shape;286;p21">
              <a:extLst>
                <a:ext uri="{FF2B5EF4-FFF2-40B4-BE49-F238E27FC236}">
                  <a16:creationId xmlns:a16="http://schemas.microsoft.com/office/drawing/2014/main" id="{BB48B10A-2D0A-406A-FAF6-0761ED864C07}"/>
                </a:ext>
              </a:extLst>
            </p:cNvPr>
            <p:cNvSpPr txBox="1"/>
            <p:nvPr/>
          </p:nvSpPr>
          <p:spPr>
            <a:xfrm>
              <a:off x="7533190"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2021</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67" name="Google Shape;287;p21">
              <a:extLst>
                <a:ext uri="{FF2B5EF4-FFF2-40B4-BE49-F238E27FC236}">
                  <a16:creationId xmlns:a16="http://schemas.microsoft.com/office/drawing/2014/main" id="{C02115CE-99BE-EC90-3199-27D2C5EA8938}"/>
                </a:ext>
              </a:extLst>
            </p:cNvPr>
            <p:cNvSpPr txBox="1"/>
            <p:nvPr/>
          </p:nvSpPr>
          <p:spPr>
            <a:xfrm>
              <a:off x="8816293"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2022</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71" name="Google Shape;293;p21">
              <a:extLst>
                <a:ext uri="{FF2B5EF4-FFF2-40B4-BE49-F238E27FC236}">
                  <a16:creationId xmlns:a16="http://schemas.microsoft.com/office/drawing/2014/main" id="{9BF18B4B-4189-F197-536B-EE0CFF878B4A}"/>
                </a:ext>
              </a:extLst>
            </p:cNvPr>
            <p:cNvSpPr/>
            <p:nvPr/>
          </p:nvSpPr>
          <p:spPr>
            <a:xfrm rot="16200000">
              <a:off x="6588326" y="3052339"/>
              <a:ext cx="741415" cy="468291"/>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2" name="Google Shape;296;p21">
              <a:extLst>
                <a:ext uri="{FF2B5EF4-FFF2-40B4-BE49-F238E27FC236}">
                  <a16:creationId xmlns:a16="http://schemas.microsoft.com/office/drawing/2014/main" id="{9738DD12-DA81-F204-0EDF-54A29776114E}"/>
                </a:ext>
              </a:extLst>
            </p:cNvPr>
            <p:cNvSpPr/>
            <p:nvPr/>
          </p:nvSpPr>
          <p:spPr>
            <a:xfrm rot="16200000">
              <a:off x="7672096" y="2848796"/>
              <a:ext cx="1147778" cy="468295"/>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3" name="Google Shape;299;p21">
              <a:extLst>
                <a:ext uri="{FF2B5EF4-FFF2-40B4-BE49-F238E27FC236}">
                  <a16:creationId xmlns:a16="http://schemas.microsoft.com/office/drawing/2014/main" id="{27A8BE03-AC84-8967-2F87-8D786E6046D2}"/>
                </a:ext>
              </a:extLst>
            </p:cNvPr>
            <p:cNvSpPr/>
            <p:nvPr/>
          </p:nvSpPr>
          <p:spPr>
            <a:xfrm rot="16200000">
              <a:off x="8769267" y="2658959"/>
              <a:ext cx="1527720" cy="468291"/>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4" name="Google Shape;302;p21">
              <a:extLst>
                <a:ext uri="{FF2B5EF4-FFF2-40B4-BE49-F238E27FC236}">
                  <a16:creationId xmlns:a16="http://schemas.microsoft.com/office/drawing/2014/main" id="{E16F407E-97F9-0D02-1500-776F71909962}"/>
                </a:ext>
              </a:extLst>
            </p:cNvPr>
            <p:cNvSpPr/>
            <p:nvPr/>
          </p:nvSpPr>
          <p:spPr>
            <a:xfrm rot="16200000">
              <a:off x="10317945" y="2918228"/>
              <a:ext cx="992461" cy="479433"/>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75" name="Google Shape;303;p21">
              <a:extLst>
                <a:ext uri="{FF2B5EF4-FFF2-40B4-BE49-F238E27FC236}">
                  <a16:creationId xmlns:a16="http://schemas.microsoft.com/office/drawing/2014/main" id="{96E24B7C-73C0-6F7C-C9BB-AB1AFC62C89C}"/>
                </a:ext>
              </a:extLst>
            </p:cNvPr>
            <p:cNvSpPr txBox="1"/>
            <p:nvPr/>
          </p:nvSpPr>
          <p:spPr>
            <a:xfrm>
              <a:off x="10099395" y="3822156"/>
              <a:ext cx="1411500" cy="6405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2023</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77" name="Google Shape;285;p21">
              <a:extLst>
                <a:ext uri="{FF2B5EF4-FFF2-40B4-BE49-F238E27FC236}">
                  <a16:creationId xmlns:a16="http://schemas.microsoft.com/office/drawing/2014/main" id="{990AE7D5-50F1-25F8-A655-1B3420656660}"/>
                </a:ext>
              </a:extLst>
            </p:cNvPr>
            <p:cNvSpPr txBox="1"/>
            <p:nvPr/>
          </p:nvSpPr>
          <p:spPr>
            <a:xfrm>
              <a:off x="5126848" y="3822155"/>
              <a:ext cx="1411501" cy="64049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2019</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479" name="Google Shape;299;p21">
              <a:extLst>
                <a:ext uri="{FF2B5EF4-FFF2-40B4-BE49-F238E27FC236}">
                  <a16:creationId xmlns:a16="http://schemas.microsoft.com/office/drawing/2014/main" id="{712300AF-C1E7-8315-ED2B-F03CFC01E0C3}"/>
                </a:ext>
              </a:extLst>
            </p:cNvPr>
            <p:cNvSpPr/>
            <p:nvPr/>
          </p:nvSpPr>
          <p:spPr>
            <a:xfrm rot="16200000">
              <a:off x="5112532" y="2658955"/>
              <a:ext cx="1527719" cy="468291"/>
            </a:xfrm>
            <a:prstGeom prst="rect">
              <a:avLst/>
            </a:prstGeom>
            <a:pattFill prst="dkHorz">
              <a:fgClr>
                <a:schemeClr val="tx1">
                  <a:lumMod val="50000"/>
                  <a:lumOff val="50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5" name="Google Shape;299;p21">
              <a:extLst>
                <a:ext uri="{FF2B5EF4-FFF2-40B4-BE49-F238E27FC236}">
                  <a16:creationId xmlns:a16="http://schemas.microsoft.com/office/drawing/2014/main" id="{C802E41C-EBD3-7340-E4AA-D40F36D6BD39}"/>
                </a:ext>
              </a:extLst>
            </p:cNvPr>
            <p:cNvSpPr/>
            <p:nvPr/>
          </p:nvSpPr>
          <p:spPr>
            <a:xfrm rot="16200000">
              <a:off x="5707617" y="1750984"/>
              <a:ext cx="337549" cy="468291"/>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6" name="Google Shape;299;p21">
              <a:extLst>
                <a:ext uri="{FF2B5EF4-FFF2-40B4-BE49-F238E27FC236}">
                  <a16:creationId xmlns:a16="http://schemas.microsoft.com/office/drawing/2014/main" id="{8DAD4475-44DD-6195-51AB-FF886462273F}"/>
                </a:ext>
              </a:extLst>
            </p:cNvPr>
            <p:cNvSpPr/>
            <p:nvPr/>
          </p:nvSpPr>
          <p:spPr>
            <a:xfrm rot="16200000">
              <a:off x="6288094" y="1980614"/>
              <a:ext cx="1335477"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7" name="Google Shape;299;p21">
              <a:extLst>
                <a:ext uri="{FF2B5EF4-FFF2-40B4-BE49-F238E27FC236}">
                  <a16:creationId xmlns:a16="http://schemas.microsoft.com/office/drawing/2014/main" id="{EC2A162A-6182-1D3B-614C-C757E2A8D5F2}"/>
                </a:ext>
              </a:extLst>
            </p:cNvPr>
            <p:cNvSpPr/>
            <p:nvPr/>
          </p:nvSpPr>
          <p:spPr>
            <a:xfrm rot="16200000">
              <a:off x="7988852" y="2003408"/>
              <a:ext cx="538032"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8" name="Google Shape;299;p21">
              <a:extLst>
                <a:ext uri="{FF2B5EF4-FFF2-40B4-BE49-F238E27FC236}">
                  <a16:creationId xmlns:a16="http://schemas.microsoft.com/office/drawing/2014/main" id="{521D699A-62B5-1CB0-F8C7-46D7F296389D}"/>
                </a:ext>
              </a:extLst>
            </p:cNvPr>
            <p:cNvSpPr/>
            <p:nvPr/>
          </p:nvSpPr>
          <p:spPr>
            <a:xfrm rot="16200000">
              <a:off x="9066487" y="1430410"/>
              <a:ext cx="932749"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489" name="Google Shape;299;p21">
              <a:extLst>
                <a:ext uri="{FF2B5EF4-FFF2-40B4-BE49-F238E27FC236}">
                  <a16:creationId xmlns:a16="http://schemas.microsoft.com/office/drawing/2014/main" id="{2C3D42AD-8E5A-AC07-628C-D53DF3E743F6}"/>
                </a:ext>
              </a:extLst>
            </p:cNvPr>
            <p:cNvSpPr/>
            <p:nvPr/>
          </p:nvSpPr>
          <p:spPr>
            <a:xfrm rot="16200000">
              <a:off x="10356013" y="2004485"/>
              <a:ext cx="932749" cy="483698"/>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grpSp>
      <p:sp>
        <p:nvSpPr>
          <p:cNvPr id="521" name="任意形状 520">
            <a:extLst>
              <a:ext uri="{FF2B5EF4-FFF2-40B4-BE49-F238E27FC236}">
                <a16:creationId xmlns:a16="http://schemas.microsoft.com/office/drawing/2014/main" id="{B85F9567-CCAA-43F4-5A6F-1DA1A0CA2BB1}"/>
              </a:ext>
            </a:extLst>
          </p:cNvPr>
          <p:cNvSpPr/>
          <p:nvPr/>
        </p:nvSpPr>
        <p:spPr>
          <a:xfrm>
            <a:off x="4810897" y="4712043"/>
            <a:ext cx="2183027" cy="551935"/>
          </a:xfrm>
          <a:custGeom>
            <a:avLst/>
            <a:gdLst>
              <a:gd name="connsiteX0" fmla="*/ 0 w 2183027"/>
              <a:gd name="connsiteY0" fmla="*/ 420130 h 551935"/>
              <a:gd name="connsiteX1" fmla="*/ 494271 w 2183027"/>
              <a:gd name="connsiteY1" fmla="*/ 214184 h 551935"/>
              <a:gd name="connsiteX2" fmla="*/ 1087395 w 2183027"/>
              <a:gd name="connsiteY2" fmla="*/ 551935 h 551935"/>
              <a:gd name="connsiteX3" fmla="*/ 1664044 w 2183027"/>
              <a:gd name="connsiteY3" fmla="*/ 0 h 551935"/>
              <a:gd name="connsiteX4" fmla="*/ 2183027 w 2183027"/>
              <a:gd name="connsiteY4" fmla="*/ 486033 h 551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027" h="551935">
                <a:moveTo>
                  <a:pt x="0" y="420130"/>
                </a:moveTo>
                <a:lnTo>
                  <a:pt x="494271" y="214184"/>
                </a:lnTo>
                <a:lnTo>
                  <a:pt x="1087395" y="551935"/>
                </a:lnTo>
                <a:lnTo>
                  <a:pt x="1664044" y="0"/>
                </a:lnTo>
                <a:lnTo>
                  <a:pt x="2183027" y="486033"/>
                </a:lnTo>
              </a:path>
            </a:pathLst>
          </a:custGeom>
          <a:noFill/>
          <a:ln>
            <a:solidFill>
              <a:schemeClr val="tx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2" name="椭圆 521">
            <a:extLst>
              <a:ext uri="{FF2B5EF4-FFF2-40B4-BE49-F238E27FC236}">
                <a16:creationId xmlns:a16="http://schemas.microsoft.com/office/drawing/2014/main" id="{B4178A7A-36E5-A8FD-CDCF-D04D08B5C08A}"/>
              </a:ext>
            </a:extLst>
          </p:cNvPr>
          <p:cNvSpPr/>
          <p:nvPr/>
        </p:nvSpPr>
        <p:spPr>
          <a:xfrm>
            <a:off x="5255740" y="4893275"/>
            <a:ext cx="98854" cy="98854"/>
          </a:xfrm>
          <a:prstGeom prst="ellipse">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3" name="椭圆 522">
            <a:extLst>
              <a:ext uri="{FF2B5EF4-FFF2-40B4-BE49-F238E27FC236}">
                <a16:creationId xmlns:a16="http://schemas.microsoft.com/office/drawing/2014/main" id="{606F07FC-AE52-CAE5-5234-FE2ECEB36668}"/>
              </a:ext>
            </a:extLst>
          </p:cNvPr>
          <p:cNvSpPr/>
          <p:nvPr/>
        </p:nvSpPr>
        <p:spPr>
          <a:xfrm>
            <a:off x="6431326" y="4677850"/>
            <a:ext cx="98854" cy="98854"/>
          </a:xfrm>
          <a:prstGeom prst="ellipse">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4" name="Google Shape;6202;p78">
            <a:extLst>
              <a:ext uri="{FF2B5EF4-FFF2-40B4-BE49-F238E27FC236}">
                <a16:creationId xmlns:a16="http://schemas.microsoft.com/office/drawing/2014/main" id="{09F00B2B-9E07-8615-7F66-60C1C85B3976}"/>
              </a:ext>
            </a:extLst>
          </p:cNvPr>
          <p:cNvSpPr/>
          <p:nvPr/>
        </p:nvSpPr>
        <p:spPr>
          <a:xfrm>
            <a:off x="4747706" y="4349778"/>
            <a:ext cx="541923" cy="538578"/>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BB3023"/>
          </a:solidFill>
          <a:ln>
            <a:noFill/>
          </a:ln>
        </p:spPr>
        <p:txBody>
          <a:bodyPr spcFirstLastPara="1" wrap="square" lIns="121900" tIns="121900" rIns="121900" bIns="121900" anchor="ctr" anchorCtr="0">
            <a:noAutofit/>
          </a:bodyPr>
          <a:lstStyle/>
          <a:p>
            <a:endParaRPr sz="2400"/>
          </a:p>
        </p:txBody>
      </p:sp>
      <p:sp>
        <p:nvSpPr>
          <p:cNvPr id="526" name="文本框 525">
            <a:extLst>
              <a:ext uri="{FF2B5EF4-FFF2-40B4-BE49-F238E27FC236}">
                <a16:creationId xmlns:a16="http://schemas.microsoft.com/office/drawing/2014/main" id="{4B5AC033-6A03-BEDD-F995-46E6F80371BA}"/>
              </a:ext>
            </a:extLst>
          </p:cNvPr>
          <p:cNvSpPr txBox="1"/>
          <p:nvPr/>
        </p:nvSpPr>
        <p:spPr>
          <a:xfrm>
            <a:off x="5292338" y="4654471"/>
            <a:ext cx="1039080"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+3%</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7" name="文本框 526">
            <a:extLst>
              <a:ext uri="{FF2B5EF4-FFF2-40B4-BE49-F238E27FC236}">
                <a16:creationId xmlns:a16="http://schemas.microsoft.com/office/drawing/2014/main" id="{31050E08-4381-6791-1194-B232F0BA120B}"/>
              </a:ext>
            </a:extLst>
          </p:cNvPr>
          <p:cNvSpPr txBox="1"/>
          <p:nvPr/>
        </p:nvSpPr>
        <p:spPr>
          <a:xfrm>
            <a:off x="6135844" y="4330380"/>
            <a:ext cx="1039080" cy="338554"/>
          </a:xfrm>
          <a:prstGeom prst="rect">
            <a:avLst/>
          </a:prstGeom>
          <a:noFill/>
        </p:spPr>
        <p:txBody>
          <a:bodyPr wrap="squar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+6%</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529" name="直线连接符 528">
            <a:extLst>
              <a:ext uri="{FF2B5EF4-FFF2-40B4-BE49-F238E27FC236}">
                <a16:creationId xmlns:a16="http://schemas.microsoft.com/office/drawing/2014/main" id="{1C4D0632-AFF3-7CD7-7882-788F0A801900}"/>
              </a:ext>
            </a:extLst>
          </p:cNvPr>
          <p:cNvCxnSpPr/>
          <p:nvPr/>
        </p:nvCxnSpPr>
        <p:spPr>
          <a:xfrm>
            <a:off x="4757195" y="4051139"/>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0" name="直线连接符 529">
            <a:extLst>
              <a:ext uri="{FF2B5EF4-FFF2-40B4-BE49-F238E27FC236}">
                <a16:creationId xmlns:a16="http://schemas.microsoft.com/office/drawing/2014/main" id="{2BB65C09-3294-2C28-DC3E-B07E28FEFCD3}"/>
              </a:ext>
            </a:extLst>
          </p:cNvPr>
          <p:cNvCxnSpPr/>
          <p:nvPr/>
        </p:nvCxnSpPr>
        <p:spPr>
          <a:xfrm>
            <a:off x="4757195" y="3835339"/>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直线连接符 530">
            <a:extLst>
              <a:ext uri="{FF2B5EF4-FFF2-40B4-BE49-F238E27FC236}">
                <a16:creationId xmlns:a16="http://schemas.microsoft.com/office/drawing/2014/main" id="{0C8C12DA-1354-9C2D-6569-840C8896CA0F}"/>
              </a:ext>
            </a:extLst>
          </p:cNvPr>
          <p:cNvCxnSpPr/>
          <p:nvPr/>
        </p:nvCxnSpPr>
        <p:spPr>
          <a:xfrm>
            <a:off x="4757195" y="3619315"/>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线连接符 531">
            <a:extLst>
              <a:ext uri="{FF2B5EF4-FFF2-40B4-BE49-F238E27FC236}">
                <a16:creationId xmlns:a16="http://schemas.microsoft.com/office/drawing/2014/main" id="{DE58EEBE-30CD-B2E8-4469-A283416732A0}"/>
              </a:ext>
            </a:extLst>
          </p:cNvPr>
          <p:cNvCxnSpPr/>
          <p:nvPr/>
        </p:nvCxnSpPr>
        <p:spPr>
          <a:xfrm>
            <a:off x="4757195" y="3403291"/>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直线连接符 532">
            <a:extLst>
              <a:ext uri="{FF2B5EF4-FFF2-40B4-BE49-F238E27FC236}">
                <a16:creationId xmlns:a16="http://schemas.microsoft.com/office/drawing/2014/main" id="{6FDA892E-545A-54DC-0F46-DF82E36456C1}"/>
              </a:ext>
            </a:extLst>
          </p:cNvPr>
          <p:cNvCxnSpPr/>
          <p:nvPr/>
        </p:nvCxnSpPr>
        <p:spPr>
          <a:xfrm>
            <a:off x="4757195" y="3187267"/>
            <a:ext cx="24306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直线连接符 535">
            <a:extLst>
              <a:ext uri="{FF2B5EF4-FFF2-40B4-BE49-F238E27FC236}">
                <a16:creationId xmlns:a16="http://schemas.microsoft.com/office/drawing/2014/main" id="{AF0601B4-3100-1E7D-2170-719D3E670C74}"/>
              </a:ext>
            </a:extLst>
          </p:cNvPr>
          <p:cNvCxnSpPr/>
          <p:nvPr/>
        </p:nvCxnSpPr>
        <p:spPr>
          <a:xfrm>
            <a:off x="5150734" y="3067291"/>
            <a:ext cx="0" cy="111117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38" name="文本框 537">
            <a:extLst>
              <a:ext uri="{FF2B5EF4-FFF2-40B4-BE49-F238E27FC236}">
                <a16:creationId xmlns:a16="http://schemas.microsoft.com/office/drawing/2014/main" id="{F442F102-B394-5FA9-3F21-7AE245AF1E80}"/>
              </a:ext>
            </a:extLst>
          </p:cNvPr>
          <p:cNvSpPr txBox="1"/>
          <p:nvPr/>
        </p:nvSpPr>
        <p:spPr>
          <a:xfrm>
            <a:off x="4768770" y="3183038"/>
            <a:ext cx="613459" cy="230832"/>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01</a:t>
            </a:r>
            <a:endParaRPr lang="zh-CN" altLang="en-US" sz="900" dirty="0">
              <a:solidFill>
                <a:srgbClr val="1E344D"/>
              </a:solidFill>
            </a:endParaRPr>
          </a:p>
        </p:txBody>
      </p:sp>
      <p:sp>
        <p:nvSpPr>
          <p:cNvPr id="540" name="文本框 539">
            <a:extLst>
              <a:ext uri="{FF2B5EF4-FFF2-40B4-BE49-F238E27FC236}">
                <a16:creationId xmlns:a16="http://schemas.microsoft.com/office/drawing/2014/main" id="{FCD7F363-A0DB-0841-79AD-DA2412257007}"/>
              </a:ext>
            </a:extLst>
          </p:cNvPr>
          <p:cNvSpPr txBox="1"/>
          <p:nvPr/>
        </p:nvSpPr>
        <p:spPr>
          <a:xfrm>
            <a:off x="4768770" y="3429000"/>
            <a:ext cx="613459" cy="230832"/>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02</a:t>
            </a:r>
            <a:endParaRPr lang="zh-CN" altLang="en-US" sz="900" dirty="0">
              <a:solidFill>
                <a:srgbClr val="1E344D"/>
              </a:solidFill>
            </a:endParaRPr>
          </a:p>
        </p:txBody>
      </p:sp>
      <p:sp>
        <p:nvSpPr>
          <p:cNvPr id="541" name="文本框 540">
            <a:extLst>
              <a:ext uri="{FF2B5EF4-FFF2-40B4-BE49-F238E27FC236}">
                <a16:creationId xmlns:a16="http://schemas.microsoft.com/office/drawing/2014/main" id="{D8B17A00-CDC8-3126-FFD7-418FA020F0F5}"/>
              </a:ext>
            </a:extLst>
          </p:cNvPr>
          <p:cNvSpPr txBox="1"/>
          <p:nvPr/>
        </p:nvSpPr>
        <p:spPr>
          <a:xfrm>
            <a:off x="4768770" y="3645024"/>
            <a:ext cx="613459" cy="230832"/>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03</a:t>
            </a:r>
            <a:endParaRPr lang="zh-CN" altLang="en-US" sz="900" dirty="0">
              <a:solidFill>
                <a:srgbClr val="1E344D"/>
              </a:solidFill>
            </a:endParaRPr>
          </a:p>
        </p:txBody>
      </p:sp>
      <p:sp>
        <p:nvSpPr>
          <p:cNvPr id="542" name="文本框 541">
            <a:extLst>
              <a:ext uri="{FF2B5EF4-FFF2-40B4-BE49-F238E27FC236}">
                <a16:creationId xmlns:a16="http://schemas.microsoft.com/office/drawing/2014/main" id="{52BE88E6-79CB-10A7-F000-DD924D260602}"/>
              </a:ext>
            </a:extLst>
          </p:cNvPr>
          <p:cNvSpPr txBox="1"/>
          <p:nvPr/>
        </p:nvSpPr>
        <p:spPr>
          <a:xfrm>
            <a:off x="4768770" y="3854370"/>
            <a:ext cx="358815" cy="229830"/>
          </a:xfrm>
          <a:prstGeom prst="rect">
            <a:avLst/>
          </a:prstGeom>
          <a:noFill/>
        </p:spPr>
        <p:txBody>
          <a:bodyPr wrap="square">
            <a:spAutoFit/>
          </a:bodyPr>
          <a:lstStyle/>
          <a:p>
            <a:r>
              <a:rPr kumimoji="1" lang="en-US" altLang="zh-CN" sz="900" dirty="0">
                <a:solidFill>
                  <a:srgbClr val="1E344D"/>
                </a:solidFill>
                <a:latin typeface="Alibaba PuHuiTi Medium" pitchFamily="18" charset="-122"/>
                <a:ea typeface="Alibaba PuHuiTi Medium" pitchFamily="18" charset="-122"/>
                <a:cs typeface="Alibaba PuHuiTi Medium" pitchFamily="18" charset="-122"/>
              </a:rPr>
              <a:t>04</a:t>
            </a:r>
            <a:endParaRPr lang="zh-CN" altLang="en-US" sz="900" dirty="0">
              <a:solidFill>
                <a:srgbClr val="1E344D"/>
              </a:solidFill>
            </a:endParaRPr>
          </a:p>
        </p:txBody>
      </p:sp>
      <p:sp>
        <p:nvSpPr>
          <p:cNvPr id="543" name="文本框 542">
            <a:extLst>
              <a:ext uri="{FF2B5EF4-FFF2-40B4-BE49-F238E27FC236}">
                <a16:creationId xmlns:a16="http://schemas.microsoft.com/office/drawing/2014/main" id="{A42ABE68-6895-011E-B470-33CB64C9887C}"/>
              </a:ext>
            </a:extLst>
          </p:cNvPr>
          <p:cNvSpPr txBox="1"/>
          <p:nvPr/>
        </p:nvSpPr>
        <p:spPr>
          <a:xfrm>
            <a:off x="5156428" y="3212757"/>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5" name="文本框 544">
            <a:extLst>
              <a:ext uri="{FF2B5EF4-FFF2-40B4-BE49-F238E27FC236}">
                <a16:creationId xmlns:a16="http://schemas.microsoft.com/office/drawing/2014/main" id="{ECF48B4B-522F-AC9B-BCBD-312B7818CEC4}"/>
              </a:ext>
            </a:extLst>
          </p:cNvPr>
          <p:cNvSpPr txBox="1"/>
          <p:nvPr/>
        </p:nvSpPr>
        <p:spPr>
          <a:xfrm>
            <a:off x="5156428" y="3429000"/>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6" name="文本框 545">
            <a:extLst>
              <a:ext uri="{FF2B5EF4-FFF2-40B4-BE49-F238E27FC236}">
                <a16:creationId xmlns:a16="http://schemas.microsoft.com/office/drawing/2014/main" id="{BD22E4C9-146A-3E5B-5ED1-4A6D285C33FC}"/>
              </a:ext>
            </a:extLst>
          </p:cNvPr>
          <p:cNvSpPr txBox="1"/>
          <p:nvPr/>
        </p:nvSpPr>
        <p:spPr>
          <a:xfrm>
            <a:off x="5156428" y="3645024"/>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7" name="文本框 546">
            <a:extLst>
              <a:ext uri="{FF2B5EF4-FFF2-40B4-BE49-F238E27FC236}">
                <a16:creationId xmlns:a16="http://schemas.microsoft.com/office/drawing/2014/main" id="{E8EE26ED-A441-77FF-8FEE-1481F4E0080C}"/>
              </a:ext>
            </a:extLst>
          </p:cNvPr>
          <p:cNvSpPr txBox="1"/>
          <p:nvPr/>
        </p:nvSpPr>
        <p:spPr>
          <a:xfrm>
            <a:off x="5156428" y="3861048"/>
            <a:ext cx="2084631" cy="191821"/>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0" name="文本框 549">
            <a:extLst>
              <a:ext uri="{FF2B5EF4-FFF2-40B4-BE49-F238E27FC236}">
                <a16:creationId xmlns:a16="http://schemas.microsoft.com/office/drawing/2014/main" id="{41B17EC8-0357-E7D4-3919-8A3713C62C11}"/>
              </a:ext>
            </a:extLst>
          </p:cNvPr>
          <p:cNvSpPr txBox="1"/>
          <p:nvPr/>
        </p:nvSpPr>
        <p:spPr>
          <a:xfrm>
            <a:off x="5194300" y="2936240"/>
            <a:ext cx="1023620" cy="276999"/>
          </a:xfrm>
          <a:prstGeom prst="rect">
            <a:avLst/>
          </a:prstGeom>
          <a:noFill/>
        </p:spPr>
        <p:txBody>
          <a:bodyPr wrap="square">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MAIN TITLE</a:t>
            </a:r>
            <a:endParaRPr lang="zh-CN" altLang="en-US" sz="1200" dirty="0">
              <a:solidFill>
                <a:srgbClr val="1E344D"/>
              </a:solidFill>
            </a:endParaRPr>
          </a:p>
        </p:txBody>
      </p:sp>
      <p:cxnSp>
        <p:nvCxnSpPr>
          <p:cNvPr id="552" name="Google Shape;284;p21">
            <a:extLst>
              <a:ext uri="{FF2B5EF4-FFF2-40B4-BE49-F238E27FC236}">
                <a16:creationId xmlns:a16="http://schemas.microsoft.com/office/drawing/2014/main" id="{23362E4A-DAC6-935B-6C48-8901E9A68BB4}"/>
              </a:ext>
            </a:extLst>
          </p:cNvPr>
          <p:cNvCxnSpPr>
            <a:cxnSpLocks/>
          </p:cNvCxnSpPr>
          <p:nvPr/>
        </p:nvCxnSpPr>
        <p:spPr>
          <a:xfrm>
            <a:off x="8688288" y="6103064"/>
            <a:ext cx="2243872" cy="0"/>
          </a:xfrm>
          <a:prstGeom prst="straightConnector1">
            <a:avLst/>
          </a:prstGeom>
          <a:noFill/>
          <a:ln w="22225" cap="flat" cmpd="sng">
            <a:solidFill>
              <a:schemeClr val="tx1"/>
            </a:solidFill>
            <a:prstDash val="solid"/>
            <a:round/>
            <a:headEnd type="none" w="med" len="med"/>
            <a:tailEnd type="none" w="med" len="med"/>
          </a:ln>
        </p:spPr>
      </p:cxnSp>
      <p:sp>
        <p:nvSpPr>
          <p:cNvPr id="553" name="Google Shape;285;p21">
            <a:extLst>
              <a:ext uri="{FF2B5EF4-FFF2-40B4-BE49-F238E27FC236}">
                <a16:creationId xmlns:a16="http://schemas.microsoft.com/office/drawing/2014/main" id="{2181CDFF-66E0-5126-BFE4-EC8D8569A856}"/>
              </a:ext>
            </a:extLst>
          </p:cNvPr>
          <p:cNvSpPr txBox="1"/>
          <p:nvPr/>
        </p:nvSpPr>
        <p:spPr>
          <a:xfrm>
            <a:off x="9125499"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chemeClr val="dk1"/>
                </a:solidFill>
                <a:latin typeface="Alibaba PuHuiTi" pitchFamily="18" charset="-122"/>
                <a:ea typeface="Alibaba PuHuiTi" pitchFamily="18" charset="-122"/>
                <a:cs typeface="Alibaba PuHuiTi" pitchFamily="18" charset="-122"/>
                <a:sym typeface="Poppins"/>
              </a:rPr>
              <a:t>2020</a:t>
            </a:r>
            <a:endParaRPr sz="1050" dirty="0">
              <a:solidFill>
                <a:schemeClr val="dk1"/>
              </a:solidFill>
              <a:latin typeface="Alibaba PuHuiTi" pitchFamily="18" charset="-122"/>
              <a:ea typeface="Alibaba PuHuiTi" pitchFamily="18" charset="-122"/>
              <a:cs typeface="Alibaba PuHuiTi" pitchFamily="18" charset="-122"/>
              <a:sym typeface="Poppins"/>
            </a:endParaRPr>
          </a:p>
        </p:txBody>
      </p:sp>
      <p:sp>
        <p:nvSpPr>
          <p:cNvPr id="554" name="Google Shape;286;p21">
            <a:extLst>
              <a:ext uri="{FF2B5EF4-FFF2-40B4-BE49-F238E27FC236}">
                <a16:creationId xmlns:a16="http://schemas.microsoft.com/office/drawing/2014/main" id="{80CB5CB8-7821-1494-9A8E-E33C082F0943}"/>
              </a:ext>
            </a:extLst>
          </p:cNvPr>
          <p:cNvSpPr txBox="1"/>
          <p:nvPr/>
        </p:nvSpPr>
        <p:spPr>
          <a:xfrm>
            <a:off x="9533656"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2021</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55" name="Google Shape;287;p21">
            <a:extLst>
              <a:ext uri="{FF2B5EF4-FFF2-40B4-BE49-F238E27FC236}">
                <a16:creationId xmlns:a16="http://schemas.microsoft.com/office/drawing/2014/main" id="{1809C8CD-5398-FDDE-0D55-9F9AA2AF506F}"/>
              </a:ext>
            </a:extLst>
          </p:cNvPr>
          <p:cNvSpPr txBox="1"/>
          <p:nvPr/>
        </p:nvSpPr>
        <p:spPr>
          <a:xfrm>
            <a:off x="9931653"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2022</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60" name="Google Shape;303;p21">
            <a:extLst>
              <a:ext uri="{FF2B5EF4-FFF2-40B4-BE49-F238E27FC236}">
                <a16:creationId xmlns:a16="http://schemas.microsoft.com/office/drawing/2014/main" id="{D710D2C1-A08C-427D-3BC4-E9576D012D37}"/>
              </a:ext>
            </a:extLst>
          </p:cNvPr>
          <p:cNvSpPr txBox="1"/>
          <p:nvPr/>
        </p:nvSpPr>
        <p:spPr>
          <a:xfrm>
            <a:off x="10329650" y="6121385"/>
            <a:ext cx="616651" cy="279819"/>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2023</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61" name="Google Shape;285;p21">
            <a:extLst>
              <a:ext uri="{FF2B5EF4-FFF2-40B4-BE49-F238E27FC236}">
                <a16:creationId xmlns:a16="http://schemas.microsoft.com/office/drawing/2014/main" id="{5D4535CB-9638-5AE7-D911-6651DDEB3B42}"/>
              </a:ext>
            </a:extLst>
          </p:cNvPr>
          <p:cNvSpPr txBox="1"/>
          <p:nvPr/>
        </p:nvSpPr>
        <p:spPr>
          <a:xfrm>
            <a:off x="8736383" y="6121385"/>
            <a:ext cx="616651" cy="27981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US" altLang="zh-CN" sz="1050" dirty="0">
                <a:solidFill>
                  <a:srgbClr val="1E344D"/>
                </a:solidFill>
                <a:latin typeface="Alibaba PuHuiTi" pitchFamily="18" charset="-122"/>
                <a:ea typeface="Alibaba PuHuiTi" pitchFamily="18" charset="-122"/>
                <a:cs typeface="Alibaba PuHuiTi" pitchFamily="18" charset="-122"/>
                <a:sym typeface="Poppins"/>
              </a:rPr>
              <a:t>2019</a:t>
            </a:r>
            <a:endParaRPr sz="105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563" name="Google Shape;299;p21">
            <a:extLst>
              <a:ext uri="{FF2B5EF4-FFF2-40B4-BE49-F238E27FC236}">
                <a16:creationId xmlns:a16="http://schemas.microsoft.com/office/drawing/2014/main" id="{2495E450-CE70-D84F-1E84-A524BD72CC54}"/>
              </a:ext>
            </a:extLst>
          </p:cNvPr>
          <p:cNvSpPr/>
          <p:nvPr/>
        </p:nvSpPr>
        <p:spPr>
          <a:xfrm rot="16200000">
            <a:off x="8282988" y="5209922"/>
            <a:ext cx="1559897" cy="202773"/>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4" name="Google Shape;299;p21">
            <a:extLst>
              <a:ext uri="{FF2B5EF4-FFF2-40B4-BE49-F238E27FC236}">
                <a16:creationId xmlns:a16="http://schemas.microsoft.com/office/drawing/2014/main" id="{4BB2D71C-6A13-E5B9-2400-E6E379899A4F}"/>
              </a:ext>
            </a:extLst>
          </p:cNvPr>
          <p:cNvSpPr/>
          <p:nvPr/>
        </p:nvSpPr>
        <p:spPr>
          <a:xfrm rot="16200000">
            <a:off x="8494527" y="5050040"/>
            <a:ext cx="1889518" cy="201917"/>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5" name="Google Shape;299;p21">
            <a:extLst>
              <a:ext uri="{FF2B5EF4-FFF2-40B4-BE49-F238E27FC236}">
                <a16:creationId xmlns:a16="http://schemas.microsoft.com/office/drawing/2014/main" id="{1C7913BA-0930-D014-F47C-27A9765BD51C}"/>
              </a:ext>
            </a:extLst>
          </p:cNvPr>
          <p:cNvSpPr/>
          <p:nvPr/>
        </p:nvSpPr>
        <p:spPr>
          <a:xfrm rot="16200000">
            <a:off x="9137787" y="5308347"/>
            <a:ext cx="1382643" cy="194428"/>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6" name="Google Shape;299;p21">
            <a:extLst>
              <a:ext uri="{FF2B5EF4-FFF2-40B4-BE49-F238E27FC236}">
                <a16:creationId xmlns:a16="http://schemas.microsoft.com/office/drawing/2014/main" id="{2DD13384-B838-648B-039A-57D45169AFFD}"/>
              </a:ext>
            </a:extLst>
          </p:cNvPr>
          <p:cNvSpPr/>
          <p:nvPr/>
        </p:nvSpPr>
        <p:spPr>
          <a:xfrm rot="16200000">
            <a:off x="9462578" y="5225612"/>
            <a:ext cx="1544078" cy="196213"/>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7" name="Google Shape;299;p21">
            <a:extLst>
              <a:ext uri="{FF2B5EF4-FFF2-40B4-BE49-F238E27FC236}">
                <a16:creationId xmlns:a16="http://schemas.microsoft.com/office/drawing/2014/main" id="{F207A991-708E-E4CE-DAF5-57E8159CCF13}"/>
              </a:ext>
            </a:extLst>
          </p:cNvPr>
          <p:cNvSpPr/>
          <p:nvPr/>
        </p:nvSpPr>
        <p:spPr>
          <a:xfrm rot="16200000">
            <a:off x="9562575" y="4968886"/>
            <a:ext cx="2061114" cy="190382"/>
          </a:xfrm>
          <a:prstGeom prst="rect">
            <a:avLst/>
          </a:prstGeom>
          <a:solidFill>
            <a:srgbClr val="1E344D"/>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69" name="Google Shape;299;p21">
            <a:extLst>
              <a:ext uri="{FF2B5EF4-FFF2-40B4-BE49-F238E27FC236}">
                <a16:creationId xmlns:a16="http://schemas.microsoft.com/office/drawing/2014/main" id="{68E34090-C955-8298-9788-19A37C42B14F}"/>
              </a:ext>
            </a:extLst>
          </p:cNvPr>
          <p:cNvSpPr/>
          <p:nvPr/>
        </p:nvSpPr>
        <p:spPr>
          <a:xfrm rot="16200000">
            <a:off x="10536773" y="3873861"/>
            <a:ext cx="112160" cy="188402"/>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0" name="Google Shape;299;p21">
            <a:extLst>
              <a:ext uri="{FF2B5EF4-FFF2-40B4-BE49-F238E27FC236}">
                <a16:creationId xmlns:a16="http://schemas.microsoft.com/office/drawing/2014/main" id="{E7A61826-95AB-0B19-1225-E6A525D0B236}"/>
              </a:ext>
            </a:extLst>
          </p:cNvPr>
          <p:cNvSpPr/>
          <p:nvPr/>
        </p:nvSpPr>
        <p:spPr>
          <a:xfrm rot="16200000">
            <a:off x="10153048" y="4371554"/>
            <a:ext cx="163167" cy="192269"/>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1" name="Google Shape;299;p21">
            <a:extLst>
              <a:ext uri="{FF2B5EF4-FFF2-40B4-BE49-F238E27FC236}">
                <a16:creationId xmlns:a16="http://schemas.microsoft.com/office/drawing/2014/main" id="{0FC7798A-17ED-C798-C788-89B26E4FE5CD}"/>
              </a:ext>
            </a:extLst>
          </p:cNvPr>
          <p:cNvSpPr/>
          <p:nvPr/>
        </p:nvSpPr>
        <p:spPr>
          <a:xfrm rot="16200000">
            <a:off x="9789287" y="4574572"/>
            <a:ext cx="86884" cy="192269"/>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2" name="Google Shape;299;p21">
            <a:extLst>
              <a:ext uri="{FF2B5EF4-FFF2-40B4-BE49-F238E27FC236}">
                <a16:creationId xmlns:a16="http://schemas.microsoft.com/office/drawing/2014/main" id="{8FF2BA64-0D5A-35C9-5EEB-212439A0BA78}"/>
              </a:ext>
            </a:extLst>
          </p:cNvPr>
          <p:cNvSpPr/>
          <p:nvPr/>
        </p:nvSpPr>
        <p:spPr>
          <a:xfrm rot="16200000">
            <a:off x="9395596" y="4057076"/>
            <a:ext cx="90475" cy="193618"/>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3" name="Google Shape;299;p21">
            <a:extLst>
              <a:ext uri="{FF2B5EF4-FFF2-40B4-BE49-F238E27FC236}">
                <a16:creationId xmlns:a16="http://schemas.microsoft.com/office/drawing/2014/main" id="{B7CF192B-AA9A-70F5-F952-D7CE5349F121}"/>
              </a:ext>
            </a:extLst>
          </p:cNvPr>
          <p:cNvSpPr/>
          <p:nvPr/>
        </p:nvSpPr>
        <p:spPr>
          <a:xfrm rot="16200000">
            <a:off x="9020128" y="4382491"/>
            <a:ext cx="85090" cy="202849"/>
          </a:xfrm>
          <a:prstGeom prst="rect">
            <a:avLst/>
          </a:prstGeom>
          <a:pattFill prst="dkDnDiag">
            <a:fgClr>
              <a:schemeClr val="tx1">
                <a:lumMod val="65000"/>
                <a:lumOff val="35000"/>
              </a:schemeClr>
            </a:fgClr>
            <a:bgClr>
              <a:schemeClr val="bg1"/>
            </a:bgClr>
          </a:patt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4" name="Google Shape;299;p21">
            <a:extLst>
              <a:ext uri="{FF2B5EF4-FFF2-40B4-BE49-F238E27FC236}">
                <a16:creationId xmlns:a16="http://schemas.microsoft.com/office/drawing/2014/main" id="{A03DD37E-03E5-0247-6611-08812B66BDE0}"/>
              </a:ext>
            </a:extLst>
          </p:cNvPr>
          <p:cNvSpPr/>
          <p:nvPr/>
        </p:nvSpPr>
        <p:spPr>
          <a:xfrm rot="16200000">
            <a:off x="9020130" y="4289482"/>
            <a:ext cx="85090" cy="202849"/>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5" name="Google Shape;299;p21">
            <a:extLst>
              <a:ext uri="{FF2B5EF4-FFF2-40B4-BE49-F238E27FC236}">
                <a16:creationId xmlns:a16="http://schemas.microsoft.com/office/drawing/2014/main" id="{5128DC6A-77FB-52B9-890E-7A84ED6F918B}"/>
              </a:ext>
            </a:extLst>
          </p:cNvPr>
          <p:cNvSpPr/>
          <p:nvPr/>
        </p:nvSpPr>
        <p:spPr>
          <a:xfrm rot="16200000">
            <a:off x="9361470" y="3920049"/>
            <a:ext cx="162443" cy="196259"/>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6" name="Google Shape;299;p21">
            <a:extLst>
              <a:ext uri="{FF2B5EF4-FFF2-40B4-BE49-F238E27FC236}">
                <a16:creationId xmlns:a16="http://schemas.microsoft.com/office/drawing/2014/main" id="{491DAEB3-C51B-1A2A-7FAB-F6A8FD4F812A}"/>
              </a:ext>
            </a:extLst>
          </p:cNvPr>
          <p:cNvSpPr/>
          <p:nvPr/>
        </p:nvSpPr>
        <p:spPr>
          <a:xfrm rot="16200000">
            <a:off x="9786746" y="4483326"/>
            <a:ext cx="92548" cy="189509"/>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7" name="Google Shape;299;p21">
            <a:extLst>
              <a:ext uri="{FF2B5EF4-FFF2-40B4-BE49-F238E27FC236}">
                <a16:creationId xmlns:a16="http://schemas.microsoft.com/office/drawing/2014/main" id="{9E268698-0DA8-7754-ADBF-C7EA97487CF0}"/>
              </a:ext>
            </a:extLst>
          </p:cNvPr>
          <p:cNvSpPr/>
          <p:nvPr/>
        </p:nvSpPr>
        <p:spPr>
          <a:xfrm rot="16200000">
            <a:off x="10150140" y="4197293"/>
            <a:ext cx="167928" cy="19121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78" name="Google Shape;299;p21">
            <a:extLst>
              <a:ext uri="{FF2B5EF4-FFF2-40B4-BE49-F238E27FC236}">
                <a16:creationId xmlns:a16="http://schemas.microsoft.com/office/drawing/2014/main" id="{3AC9C2E1-448A-C065-892A-35081D5781D5}"/>
              </a:ext>
            </a:extLst>
          </p:cNvPr>
          <p:cNvSpPr/>
          <p:nvPr/>
        </p:nvSpPr>
        <p:spPr>
          <a:xfrm rot="16200000">
            <a:off x="10518532" y="3737424"/>
            <a:ext cx="152885" cy="184150"/>
          </a:xfrm>
          <a:prstGeom prst="rect">
            <a:avLst/>
          </a:prstGeom>
          <a:solidFill>
            <a:srgbClr val="BB3023"/>
          </a:solidFill>
          <a:ln w="38100" cap="flat" cmpd="sng">
            <a:no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endParaRPr sz="500"/>
          </a:p>
        </p:txBody>
      </p:sp>
      <p:sp>
        <p:nvSpPr>
          <p:cNvPr id="580" name="任意形状 579">
            <a:extLst>
              <a:ext uri="{FF2B5EF4-FFF2-40B4-BE49-F238E27FC236}">
                <a16:creationId xmlns:a16="http://schemas.microsoft.com/office/drawing/2014/main" id="{EC76F7EB-82AB-738A-BC97-D158CD59A1AA}"/>
              </a:ext>
            </a:extLst>
          </p:cNvPr>
          <p:cNvSpPr/>
          <p:nvPr/>
        </p:nvSpPr>
        <p:spPr>
          <a:xfrm>
            <a:off x="9081185" y="4250370"/>
            <a:ext cx="1570382" cy="1753095"/>
          </a:xfrm>
          <a:custGeom>
            <a:avLst/>
            <a:gdLst>
              <a:gd name="connsiteX0" fmla="*/ 0 w 1570382"/>
              <a:gd name="connsiteY0" fmla="*/ 914400 h 1753095"/>
              <a:gd name="connsiteX1" fmla="*/ 357808 w 1570382"/>
              <a:gd name="connsiteY1" fmla="*/ 99391 h 1753095"/>
              <a:gd name="connsiteX2" fmla="*/ 755374 w 1570382"/>
              <a:gd name="connsiteY2" fmla="*/ 1749287 h 1753095"/>
              <a:gd name="connsiteX3" fmla="*/ 1172817 w 1570382"/>
              <a:gd name="connsiteY3" fmla="*/ 536713 h 1753095"/>
              <a:gd name="connsiteX4" fmla="*/ 1570382 w 1570382"/>
              <a:gd name="connsiteY4" fmla="*/ 0 h 175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382" h="1753095">
                <a:moveTo>
                  <a:pt x="0" y="914400"/>
                </a:moveTo>
                <a:cubicBezTo>
                  <a:pt x="115956" y="437321"/>
                  <a:pt x="231912" y="-39757"/>
                  <a:pt x="357808" y="99391"/>
                </a:cubicBezTo>
                <a:cubicBezTo>
                  <a:pt x="483704" y="238539"/>
                  <a:pt x="619539" y="1676400"/>
                  <a:pt x="755374" y="1749287"/>
                </a:cubicBezTo>
                <a:cubicBezTo>
                  <a:pt x="891209" y="1822174"/>
                  <a:pt x="1036982" y="828261"/>
                  <a:pt x="1172817" y="536713"/>
                </a:cubicBezTo>
                <a:cubicBezTo>
                  <a:pt x="1308652" y="245165"/>
                  <a:pt x="1517373" y="56322"/>
                  <a:pt x="1570382" y="0"/>
                </a:cubicBezTo>
              </a:path>
            </a:pathLst>
          </a:custGeom>
          <a:noFill/>
          <a:ln w="22225">
            <a:solidFill>
              <a:schemeClr val="tx1">
                <a:lumMod val="50000"/>
                <a:lumOff val="5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1" name="椭圆 580">
            <a:extLst>
              <a:ext uri="{FF2B5EF4-FFF2-40B4-BE49-F238E27FC236}">
                <a16:creationId xmlns:a16="http://schemas.microsoft.com/office/drawing/2014/main" id="{01796F04-E3FB-DC25-A257-72EC4337BDE1}"/>
              </a:ext>
            </a:extLst>
          </p:cNvPr>
          <p:cNvSpPr/>
          <p:nvPr/>
        </p:nvSpPr>
        <p:spPr>
          <a:xfrm>
            <a:off x="8840791" y="5084063"/>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2" name="椭圆 581">
            <a:extLst>
              <a:ext uri="{FF2B5EF4-FFF2-40B4-BE49-F238E27FC236}">
                <a16:creationId xmlns:a16="http://schemas.microsoft.com/office/drawing/2014/main" id="{0C934FA2-5700-CBB2-F3A1-AE1EC6F0DAE8}"/>
              </a:ext>
            </a:extLst>
          </p:cNvPr>
          <p:cNvSpPr/>
          <p:nvPr/>
        </p:nvSpPr>
        <p:spPr>
          <a:xfrm>
            <a:off x="9281079" y="4293219"/>
            <a:ext cx="330642" cy="31405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3" name="椭圆 582">
            <a:extLst>
              <a:ext uri="{FF2B5EF4-FFF2-40B4-BE49-F238E27FC236}">
                <a16:creationId xmlns:a16="http://schemas.microsoft.com/office/drawing/2014/main" id="{7B213075-4BBB-3921-B157-18D1B2B9E870}"/>
              </a:ext>
            </a:extLst>
          </p:cNvPr>
          <p:cNvSpPr/>
          <p:nvPr/>
        </p:nvSpPr>
        <p:spPr>
          <a:xfrm>
            <a:off x="9674573" y="5733256"/>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4" name="椭圆 583">
            <a:extLst>
              <a:ext uri="{FF2B5EF4-FFF2-40B4-BE49-F238E27FC236}">
                <a16:creationId xmlns:a16="http://schemas.microsoft.com/office/drawing/2014/main" id="{E99CD221-EF32-0C16-CDF9-D44054969EDA}"/>
              </a:ext>
            </a:extLst>
          </p:cNvPr>
          <p:cNvSpPr/>
          <p:nvPr/>
        </p:nvSpPr>
        <p:spPr>
          <a:xfrm>
            <a:off x="10128448" y="4653136"/>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5" name="椭圆 584">
            <a:extLst>
              <a:ext uri="{FF2B5EF4-FFF2-40B4-BE49-F238E27FC236}">
                <a16:creationId xmlns:a16="http://schemas.microsoft.com/office/drawing/2014/main" id="{8979CF36-E5FB-7936-BBFF-319040F5A19C}"/>
              </a:ext>
            </a:extLst>
          </p:cNvPr>
          <p:cNvSpPr/>
          <p:nvPr/>
        </p:nvSpPr>
        <p:spPr>
          <a:xfrm>
            <a:off x="10488488" y="4149080"/>
            <a:ext cx="330642" cy="330907"/>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文本框 2">
            <a:extLst>
              <a:ext uri="{FF2B5EF4-FFF2-40B4-BE49-F238E27FC236}">
                <a16:creationId xmlns:a16="http://schemas.microsoft.com/office/drawing/2014/main" id="{7615A753-AE5C-DEAC-F623-6FC904E2413B}"/>
              </a:ext>
            </a:extLst>
          </p:cNvPr>
          <p:cNvSpPr txBox="1"/>
          <p:nvPr/>
        </p:nvSpPr>
        <p:spPr>
          <a:xfrm>
            <a:off x="8782599" y="5124214"/>
            <a:ext cx="456187" cy="261610"/>
          </a:xfrm>
          <a:prstGeom prst="rect">
            <a:avLst/>
          </a:prstGeom>
          <a:noFill/>
        </p:spPr>
        <p:txBody>
          <a:bodyPr wrap="square" rtlCol="0">
            <a:spAutoFit/>
          </a:bodyPr>
          <a:lstStyle/>
          <a:p>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33%</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 name="文本框 3">
            <a:extLst>
              <a:ext uri="{FF2B5EF4-FFF2-40B4-BE49-F238E27FC236}">
                <a16:creationId xmlns:a16="http://schemas.microsoft.com/office/drawing/2014/main" id="{0CCD0336-3CF6-ADFF-E5B4-67BB0E992FB4}"/>
              </a:ext>
            </a:extLst>
          </p:cNvPr>
          <p:cNvSpPr txBox="1"/>
          <p:nvPr/>
        </p:nvSpPr>
        <p:spPr>
          <a:xfrm>
            <a:off x="9225798" y="4326549"/>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+8%</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2EC1B53A-7AC1-1A6D-7DAA-655B82E7DC92}"/>
              </a:ext>
            </a:extLst>
          </p:cNvPr>
          <p:cNvSpPr txBox="1"/>
          <p:nvPr/>
        </p:nvSpPr>
        <p:spPr>
          <a:xfrm>
            <a:off x="9641119" y="5782963"/>
            <a:ext cx="559398" cy="230832"/>
          </a:xfrm>
          <a:prstGeom prst="rect">
            <a:avLst/>
          </a:prstGeom>
          <a:noFill/>
        </p:spPr>
        <p:txBody>
          <a:bodyPr wrap="square" rtlCol="0">
            <a:spAutoFit/>
          </a:bodyPr>
          <a:lstStyle/>
          <a:p>
            <a:r>
              <a:rPr kumimoji="1" lang="en-US" altLang="zh-CN" sz="900"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9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A775AED6-CFDF-44E0-CF9C-0A082A37A8BC}"/>
              </a:ext>
            </a:extLst>
          </p:cNvPr>
          <p:cNvSpPr txBox="1"/>
          <p:nvPr/>
        </p:nvSpPr>
        <p:spPr>
          <a:xfrm>
            <a:off x="10095593" y="4705691"/>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+6%</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CF0832AB-1FC0-0009-A1F9-F9598185F66E}"/>
              </a:ext>
            </a:extLst>
          </p:cNvPr>
          <p:cNvSpPr txBox="1"/>
          <p:nvPr/>
        </p:nvSpPr>
        <p:spPr>
          <a:xfrm>
            <a:off x="10438783" y="4193685"/>
            <a:ext cx="559398" cy="246221"/>
          </a:xfrm>
          <a:prstGeom prst="rect">
            <a:avLst/>
          </a:prstGeom>
          <a:noFill/>
        </p:spPr>
        <p:txBody>
          <a:bodyPr wrap="square" rtlCol="0">
            <a:spAutoFit/>
          </a:bodyPr>
          <a:lstStyle/>
          <a:p>
            <a:r>
              <a:rPr kumimoji="1" lang="en-US" altLang="zh-CN" sz="1000" dirty="0">
                <a:solidFill>
                  <a:srgbClr val="BB3023"/>
                </a:solidFill>
                <a:latin typeface="Alibaba PuHuiTi Medium" pitchFamily="18" charset="-122"/>
                <a:ea typeface="Alibaba PuHuiTi Medium" pitchFamily="18" charset="-122"/>
                <a:cs typeface="Alibaba PuHuiTi Medium" pitchFamily="18" charset="-122"/>
              </a:rPr>
              <a:t>+7%</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2" name="圆角矩形 11">
            <a:extLst>
              <a:ext uri="{FF2B5EF4-FFF2-40B4-BE49-F238E27FC236}">
                <a16:creationId xmlns:a16="http://schemas.microsoft.com/office/drawing/2014/main" id="{7017508B-076A-C8D1-93CE-2B72AD7D22E4}"/>
              </a:ext>
            </a:extLst>
          </p:cNvPr>
          <p:cNvSpPr/>
          <p:nvPr/>
        </p:nvSpPr>
        <p:spPr>
          <a:xfrm>
            <a:off x="10937488" y="4699412"/>
            <a:ext cx="869795"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文本框 10">
            <a:extLst>
              <a:ext uri="{FF2B5EF4-FFF2-40B4-BE49-F238E27FC236}">
                <a16:creationId xmlns:a16="http://schemas.microsoft.com/office/drawing/2014/main" id="{E6B3E6BA-98A1-DBB6-4FFB-E6214928E04F}"/>
              </a:ext>
            </a:extLst>
          </p:cNvPr>
          <p:cNvSpPr txBox="1"/>
          <p:nvPr/>
        </p:nvSpPr>
        <p:spPr>
          <a:xfrm>
            <a:off x="11005243" y="4741505"/>
            <a:ext cx="785314" cy="461665"/>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6" name="直线箭头连接符 15">
            <a:extLst>
              <a:ext uri="{FF2B5EF4-FFF2-40B4-BE49-F238E27FC236}">
                <a16:creationId xmlns:a16="http://schemas.microsoft.com/office/drawing/2014/main" id="{A45E24F7-95B5-7D3A-8FB6-51C14E5347DD}"/>
              </a:ext>
            </a:extLst>
          </p:cNvPr>
          <p:cNvCxnSpPr/>
          <p:nvPr/>
        </p:nvCxnSpPr>
        <p:spPr>
          <a:xfrm flipV="1">
            <a:off x="8875079" y="3277893"/>
            <a:ext cx="1888435" cy="6361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椭圆 16">
            <a:extLst>
              <a:ext uri="{FF2B5EF4-FFF2-40B4-BE49-F238E27FC236}">
                <a16:creationId xmlns:a16="http://schemas.microsoft.com/office/drawing/2014/main" id="{D1349822-3612-B5C0-1E4A-1EA3748A0C00}"/>
              </a:ext>
            </a:extLst>
          </p:cNvPr>
          <p:cNvSpPr/>
          <p:nvPr/>
        </p:nvSpPr>
        <p:spPr>
          <a:xfrm>
            <a:off x="9372035" y="3436920"/>
            <a:ext cx="675861" cy="337930"/>
          </a:xfrm>
          <a:prstGeom prst="ellipse">
            <a:avLst/>
          </a:prstGeom>
          <a:solidFill>
            <a:schemeClr val="bg1"/>
          </a:solidFill>
          <a:ln w="2222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文本框 17">
            <a:extLst>
              <a:ext uri="{FF2B5EF4-FFF2-40B4-BE49-F238E27FC236}">
                <a16:creationId xmlns:a16="http://schemas.microsoft.com/office/drawing/2014/main" id="{86979E63-B470-1E2B-68D7-DC841FF5BD0D}"/>
              </a:ext>
            </a:extLst>
          </p:cNvPr>
          <p:cNvSpPr txBox="1"/>
          <p:nvPr/>
        </p:nvSpPr>
        <p:spPr>
          <a:xfrm>
            <a:off x="9375769" y="3436699"/>
            <a:ext cx="8359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+13%</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20" name="文本框 19">
            <a:extLst>
              <a:ext uri="{FF2B5EF4-FFF2-40B4-BE49-F238E27FC236}">
                <a16:creationId xmlns:a16="http://schemas.microsoft.com/office/drawing/2014/main" id="{884E2696-1BE3-1F93-2D3D-FD49D3F5E076}"/>
              </a:ext>
            </a:extLst>
          </p:cNvPr>
          <p:cNvSpPr txBox="1"/>
          <p:nvPr/>
        </p:nvSpPr>
        <p:spPr>
          <a:xfrm>
            <a:off x="9107511" y="2535230"/>
            <a:ext cx="1069421" cy="276999"/>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main title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矩形 21">
            <a:extLst>
              <a:ext uri="{FF2B5EF4-FFF2-40B4-BE49-F238E27FC236}">
                <a16:creationId xmlns:a16="http://schemas.microsoft.com/office/drawing/2014/main" id="{F81B37C9-B3B1-FC1A-65F1-931B01C337D8}"/>
              </a:ext>
            </a:extLst>
          </p:cNvPr>
          <p:cNvSpPr/>
          <p:nvPr/>
        </p:nvSpPr>
        <p:spPr>
          <a:xfrm>
            <a:off x="8923866" y="2616200"/>
            <a:ext cx="220133" cy="14393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文本框 53">
            <a:extLst>
              <a:ext uri="{FF2B5EF4-FFF2-40B4-BE49-F238E27FC236}">
                <a16:creationId xmlns:a16="http://schemas.microsoft.com/office/drawing/2014/main" id="{C5A2F359-626A-69DD-0D75-01BD6B86B6CE}"/>
              </a:ext>
            </a:extLst>
          </p:cNvPr>
          <p:cNvSpPr txBox="1"/>
          <p:nvPr/>
        </p:nvSpPr>
        <p:spPr>
          <a:xfrm>
            <a:off x="9107511" y="2738593"/>
            <a:ext cx="1408089" cy="276999"/>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table content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矩形 54">
            <a:extLst>
              <a:ext uri="{FF2B5EF4-FFF2-40B4-BE49-F238E27FC236}">
                <a16:creationId xmlns:a16="http://schemas.microsoft.com/office/drawing/2014/main" id="{CB9B438E-8F72-8D22-B2C2-B3E0A8D39A9F}"/>
              </a:ext>
            </a:extLst>
          </p:cNvPr>
          <p:cNvSpPr/>
          <p:nvPr/>
        </p:nvSpPr>
        <p:spPr>
          <a:xfrm>
            <a:off x="8923866" y="2819563"/>
            <a:ext cx="220133" cy="143934"/>
          </a:xfrm>
          <a:prstGeom prst="rect">
            <a:avLst/>
          </a:prstGeom>
          <a:pattFill prst="wdDnDiag">
            <a:fgClr>
              <a:schemeClr val="tx1">
                <a:lumMod val="65000"/>
                <a:lumOff val="35000"/>
              </a:schemeClr>
            </a:fgClr>
            <a:bgClr>
              <a:schemeClr val="bg1"/>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1F3DDA56-36BE-CECD-8CBD-6682C90ED4D0}"/>
              </a:ext>
            </a:extLst>
          </p:cNvPr>
          <p:cNvSpPr txBox="1"/>
          <p:nvPr/>
        </p:nvSpPr>
        <p:spPr>
          <a:xfrm>
            <a:off x="9107511" y="2954617"/>
            <a:ext cx="1069421" cy="276999"/>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main title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矩形 59">
            <a:extLst>
              <a:ext uri="{FF2B5EF4-FFF2-40B4-BE49-F238E27FC236}">
                <a16:creationId xmlns:a16="http://schemas.microsoft.com/office/drawing/2014/main" id="{D946BDDB-18F5-3E46-4A01-3485D717F840}"/>
              </a:ext>
            </a:extLst>
          </p:cNvPr>
          <p:cNvSpPr/>
          <p:nvPr/>
        </p:nvSpPr>
        <p:spPr>
          <a:xfrm>
            <a:off x="8923866" y="3035587"/>
            <a:ext cx="220133" cy="14393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8" name="文本框 447">
            <a:extLst>
              <a:ext uri="{FF2B5EF4-FFF2-40B4-BE49-F238E27FC236}">
                <a16:creationId xmlns:a16="http://schemas.microsoft.com/office/drawing/2014/main" id="{EACB0229-528D-F605-EE20-735CE6512009}"/>
              </a:ext>
            </a:extLst>
          </p:cNvPr>
          <p:cNvSpPr txBox="1"/>
          <p:nvPr/>
        </p:nvSpPr>
        <p:spPr>
          <a:xfrm>
            <a:off x="465666" y="1574800"/>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450" name="文本框 449">
            <a:extLst>
              <a:ext uri="{FF2B5EF4-FFF2-40B4-BE49-F238E27FC236}">
                <a16:creationId xmlns:a16="http://schemas.microsoft.com/office/drawing/2014/main" id="{A5A4C02A-3DDD-681D-9C3D-633098E05B4A}"/>
              </a:ext>
            </a:extLst>
          </p:cNvPr>
          <p:cNvSpPr txBox="1"/>
          <p:nvPr/>
        </p:nvSpPr>
        <p:spPr>
          <a:xfrm>
            <a:off x="4439816" y="1578000"/>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453" name="文本框 452">
            <a:extLst>
              <a:ext uri="{FF2B5EF4-FFF2-40B4-BE49-F238E27FC236}">
                <a16:creationId xmlns:a16="http://schemas.microsoft.com/office/drawing/2014/main" id="{C4AB1A1A-4A05-1455-B547-0A77D30C6321}"/>
              </a:ext>
            </a:extLst>
          </p:cNvPr>
          <p:cNvSpPr txBox="1"/>
          <p:nvPr/>
        </p:nvSpPr>
        <p:spPr>
          <a:xfrm>
            <a:off x="8400256" y="1505992"/>
            <a:ext cx="2734733" cy="400110"/>
          </a:xfrm>
          <a:prstGeom prst="rect">
            <a:avLst/>
          </a:prstGeom>
          <a:noFill/>
        </p:spPr>
        <p:txBody>
          <a:bodyPr wrap="square">
            <a:spAutoFit/>
          </a:bodyPr>
          <a:lstStyle/>
          <a:p>
            <a:r>
              <a:rPr lang="zh-CN" altLang="en-US" sz="2000" dirty="0">
                <a:solidFill>
                  <a:schemeClr val="bg1"/>
                </a:solidFill>
                <a:latin typeface="Alibaba PuHuiTi" pitchFamily="18" charset="-122"/>
                <a:ea typeface="Alibaba PuHuiTi" pitchFamily="18" charset="-122"/>
                <a:cs typeface="Alibaba PuHuiTi" pitchFamily="18" charset="-122"/>
              </a:rPr>
              <a:t>important headline</a:t>
            </a:r>
          </a:p>
        </p:txBody>
      </p:sp>
      <p:sp>
        <p:nvSpPr>
          <p:cNvPr id="456" name="文本框 455">
            <a:extLst>
              <a:ext uri="{FF2B5EF4-FFF2-40B4-BE49-F238E27FC236}">
                <a16:creationId xmlns:a16="http://schemas.microsoft.com/office/drawing/2014/main" id="{53E23911-B869-5B45-99C9-62C9A2D245C6}"/>
              </a:ext>
            </a:extLst>
          </p:cNvPr>
          <p:cNvSpPr txBox="1"/>
          <p:nvPr/>
        </p:nvSpPr>
        <p:spPr>
          <a:xfrm>
            <a:off x="8408722" y="1175544"/>
            <a:ext cx="2734733" cy="400110"/>
          </a:xfrm>
          <a:prstGeom prst="rect">
            <a:avLst/>
          </a:prstGeom>
          <a:noFill/>
        </p:spPr>
        <p:txBody>
          <a:bodyPr wrap="square">
            <a:spAutoFit/>
          </a:bodyPr>
          <a:lstStyle/>
          <a:p>
            <a:r>
              <a:rPr lang="en" altLang="zh-CN" sz="2000" dirty="0">
                <a:solidFill>
                  <a:schemeClr val="bg1"/>
                </a:solidFill>
                <a:latin typeface="Alibaba PuHuiTi" pitchFamily="18" charset="-122"/>
                <a:ea typeface="Alibaba PuHuiTi" pitchFamily="18" charset="-122"/>
                <a:cs typeface="Alibaba PuHuiTi" pitchFamily="18" charset="-122"/>
              </a:rPr>
              <a:t>WRITE HERE</a:t>
            </a:r>
            <a:endParaRPr lang="zh-CN" altLang="en-US" sz="2000" dirty="0">
              <a:solidFill>
                <a:schemeClr val="bg1"/>
              </a:solidFill>
              <a:latin typeface="Alibaba PuHuiTi" pitchFamily="18" charset="-122"/>
              <a:ea typeface="Alibaba PuHuiTi" pitchFamily="18" charset="-122"/>
              <a:cs typeface="Alibaba PuHuiTi" pitchFamily="18" charset="-122"/>
            </a:endParaRPr>
          </a:p>
        </p:txBody>
      </p:sp>
      <p:sp>
        <p:nvSpPr>
          <p:cNvPr id="468" name="文本框 467">
            <a:extLst>
              <a:ext uri="{FF2B5EF4-FFF2-40B4-BE49-F238E27FC236}">
                <a16:creationId xmlns:a16="http://schemas.microsoft.com/office/drawing/2014/main" id="{17536628-3214-B2D2-EA0C-19BB0A41C8F7}"/>
              </a:ext>
            </a:extLst>
          </p:cNvPr>
          <p:cNvSpPr txBox="1"/>
          <p:nvPr/>
        </p:nvSpPr>
        <p:spPr>
          <a:xfrm>
            <a:off x="10862734" y="2709333"/>
            <a:ext cx="817853" cy="246221"/>
          </a:xfrm>
          <a:prstGeom prst="rect">
            <a:avLst/>
          </a:prstGeom>
          <a:noFill/>
        </p:spPr>
        <p:txBody>
          <a:bodyPr wrap="non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0" name="文本框 469">
            <a:extLst>
              <a:ext uri="{FF2B5EF4-FFF2-40B4-BE49-F238E27FC236}">
                <a16:creationId xmlns:a16="http://schemas.microsoft.com/office/drawing/2014/main" id="{8BD7CF9D-85D4-CC10-BF5C-C0726A80C674}"/>
              </a:ext>
            </a:extLst>
          </p:cNvPr>
          <p:cNvSpPr txBox="1"/>
          <p:nvPr/>
        </p:nvSpPr>
        <p:spPr>
          <a:xfrm>
            <a:off x="10888134" y="3549132"/>
            <a:ext cx="801823" cy="400110"/>
          </a:xfrm>
          <a:prstGeom prst="rect">
            <a:avLst/>
          </a:prstGeom>
          <a:noFill/>
        </p:spPr>
        <p:txBody>
          <a:bodyPr wrap="non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000" dirty="0">
                <a:solidFill>
                  <a:srgbClr val="1E344D"/>
                </a:solidFill>
                <a:latin typeface="Alibaba PuHuiTi Medium" pitchFamily="18" charset="-122"/>
                <a:ea typeface="Alibaba PuHuiTi Medium" pitchFamily="18" charset="-122"/>
                <a:cs typeface="Alibaba PuHuiTi Medium" pitchFamily="18" charset="-122"/>
              </a:rPr>
              <a:t>I</a:t>
            </a:r>
            <a:r>
              <a:rPr lang="zh-CN" altLang="en-US" sz="1000" dirty="0">
                <a:solidFill>
                  <a:srgbClr val="1E344D"/>
                </a:solidFill>
                <a:latin typeface="Alibaba PuHuiTi Medium" pitchFamily="18" charset="-122"/>
                <a:ea typeface="Alibaba PuHuiTi Medium" pitchFamily="18" charset="-122"/>
                <a:cs typeface="Alibaba PuHuiTi Medium" pitchFamily="18" charset="-122"/>
              </a:rPr>
              <a:t>mportant</a:t>
            </a:r>
            <a:endParaRPr lang="en-US" altLang="zh-CN" sz="1000" dirty="0">
              <a:solidFill>
                <a:srgbClr val="1E344D"/>
              </a:solidFill>
              <a:latin typeface="Alibaba PuHuiTi Medium" pitchFamily="18" charset="-122"/>
              <a:ea typeface="Alibaba PuHuiTi Medium" pitchFamily="18" charset="-122"/>
              <a:cs typeface="Alibaba PuHuiTi Medium" pitchFamily="18" charset="-122"/>
            </a:endParaRPr>
          </a:p>
          <a:p>
            <a:r>
              <a:rPr lang="zh-CN" altLang="en-US" sz="1000" dirty="0">
                <a:solidFill>
                  <a:srgbClr val="1E344D"/>
                </a:solidFill>
                <a:latin typeface="Alibaba PuHuiTi Medium" pitchFamily="18" charset="-122"/>
                <a:ea typeface="Alibaba PuHuiTi Medium" pitchFamily="18" charset="-122"/>
                <a:cs typeface="Alibaba PuHuiTi Medium" pitchFamily="18" charset="-122"/>
              </a:rPr>
              <a:t>data</a:t>
            </a:r>
          </a:p>
        </p:txBody>
      </p:sp>
      <p:sp>
        <p:nvSpPr>
          <p:cNvPr id="476" name="文本框 475">
            <a:extLst>
              <a:ext uri="{FF2B5EF4-FFF2-40B4-BE49-F238E27FC236}">
                <a16:creationId xmlns:a16="http://schemas.microsoft.com/office/drawing/2014/main" id="{E6EFDB6C-7E14-5EBA-53D8-6D4363F3D144}"/>
              </a:ext>
            </a:extLst>
          </p:cNvPr>
          <p:cNvSpPr txBox="1"/>
          <p:nvPr/>
        </p:nvSpPr>
        <p:spPr>
          <a:xfrm>
            <a:off x="10861021" y="3039532"/>
            <a:ext cx="890711" cy="369332"/>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80" name="Google Shape;284;p21">
            <a:extLst>
              <a:ext uri="{FF2B5EF4-FFF2-40B4-BE49-F238E27FC236}">
                <a16:creationId xmlns:a16="http://schemas.microsoft.com/office/drawing/2014/main" id="{15887AE9-E4F7-2CAA-B1F0-4921B1E10E23}"/>
              </a:ext>
            </a:extLst>
          </p:cNvPr>
          <p:cNvCxnSpPr>
            <a:cxnSpLocks/>
          </p:cNvCxnSpPr>
          <p:nvPr/>
        </p:nvCxnSpPr>
        <p:spPr>
          <a:xfrm>
            <a:off x="10938933" y="2993908"/>
            <a:ext cx="695003" cy="0"/>
          </a:xfrm>
          <a:prstGeom prst="straightConnector1">
            <a:avLst/>
          </a:prstGeom>
          <a:noFill/>
          <a:ln w="12700" cap="flat" cmpd="sng">
            <a:solidFill>
              <a:schemeClr val="tx1"/>
            </a:solidFill>
            <a:prstDash val="solid"/>
            <a:round/>
            <a:headEnd type="none" w="med" len="med"/>
            <a:tailEnd type="none" w="med" len="med"/>
          </a:ln>
        </p:spPr>
      </p:cxnSp>
      <p:sp>
        <p:nvSpPr>
          <p:cNvPr id="482" name="文本框 481">
            <a:extLst>
              <a:ext uri="{FF2B5EF4-FFF2-40B4-BE49-F238E27FC236}">
                <a16:creationId xmlns:a16="http://schemas.microsoft.com/office/drawing/2014/main" id="{4BAD3BB6-2AED-47DC-3FC8-A6A6239E8AAD}"/>
              </a:ext>
            </a:extLst>
          </p:cNvPr>
          <p:cNvSpPr txBox="1"/>
          <p:nvPr/>
        </p:nvSpPr>
        <p:spPr>
          <a:xfrm>
            <a:off x="10894887" y="3983119"/>
            <a:ext cx="890711" cy="369332"/>
          </a:xfrm>
          <a:prstGeom prst="rect">
            <a:avLst/>
          </a:prstGeom>
          <a:noFill/>
        </p:spPr>
        <p:txBody>
          <a:bodyPr wrap="square" rtlCol="0">
            <a:spAutoFit/>
          </a:bodyPr>
          <a:lstStyle/>
          <a:p>
            <a:r>
              <a:rPr kumimoji="1" lang="en" altLang="zh-CN" sz="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83" name="Google Shape;284;p21">
            <a:extLst>
              <a:ext uri="{FF2B5EF4-FFF2-40B4-BE49-F238E27FC236}">
                <a16:creationId xmlns:a16="http://schemas.microsoft.com/office/drawing/2014/main" id="{BD1A2D19-3595-5C44-4CDC-8DC408266F4F}"/>
              </a:ext>
            </a:extLst>
          </p:cNvPr>
          <p:cNvCxnSpPr>
            <a:cxnSpLocks/>
          </p:cNvCxnSpPr>
          <p:nvPr/>
        </p:nvCxnSpPr>
        <p:spPr>
          <a:xfrm>
            <a:off x="10972799" y="3937495"/>
            <a:ext cx="695003" cy="0"/>
          </a:xfrm>
          <a:prstGeom prst="straightConnector1">
            <a:avLst/>
          </a:prstGeom>
          <a:noFill/>
          <a:ln w="12700" cap="flat" cmpd="sng">
            <a:solidFill>
              <a:schemeClr val="tx1"/>
            </a:solidFill>
            <a:prstDash val="solid"/>
            <a:round/>
            <a:headEnd type="none" w="med" len="med"/>
            <a:tailEnd type="none" w="med" len="med"/>
          </a:ln>
        </p:spPr>
      </p:cxnSp>
      <p:sp>
        <p:nvSpPr>
          <p:cNvPr id="500" name="Google Shape;5390;p76">
            <a:extLst>
              <a:ext uri="{FF2B5EF4-FFF2-40B4-BE49-F238E27FC236}">
                <a16:creationId xmlns:a16="http://schemas.microsoft.com/office/drawing/2014/main" id="{B1C79746-322C-E1A7-BE64-8F592EF6E80F}"/>
              </a:ext>
            </a:extLst>
          </p:cNvPr>
          <p:cNvSpPr/>
          <p:nvPr/>
        </p:nvSpPr>
        <p:spPr>
          <a:xfrm>
            <a:off x="11239062" y="5704652"/>
            <a:ext cx="291544" cy="291544"/>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01" name="Google Shape;5391;p76">
            <a:extLst>
              <a:ext uri="{FF2B5EF4-FFF2-40B4-BE49-F238E27FC236}">
                <a16:creationId xmlns:a16="http://schemas.microsoft.com/office/drawing/2014/main" id="{2B313773-FBB9-4CEC-39E3-D90C4C80BD6A}"/>
              </a:ext>
            </a:extLst>
          </p:cNvPr>
          <p:cNvSpPr/>
          <p:nvPr/>
        </p:nvSpPr>
        <p:spPr>
          <a:xfrm>
            <a:off x="11284711" y="5757671"/>
            <a:ext cx="192900" cy="185530"/>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02" name="Google Shape;5392;p76">
            <a:extLst>
              <a:ext uri="{FF2B5EF4-FFF2-40B4-BE49-F238E27FC236}">
                <a16:creationId xmlns:a16="http://schemas.microsoft.com/office/drawing/2014/main" id="{16A9F593-92F9-2EC0-8ADC-692FEBED8007}"/>
              </a:ext>
            </a:extLst>
          </p:cNvPr>
          <p:cNvSpPr/>
          <p:nvPr/>
        </p:nvSpPr>
        <p:spPr>
          <a:xfrm>
            <a:off x="11157785" y="5625135"/>
            <a:ext cx="452337" cy="452338"/>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03" name="Google Shape;5393;p76">
            <a:extLst>
              <a:ext uri="{FF2B5EF4-FFF2-40B4-BE49-F238E27FC236}">
                <a16:creationId xmlns:a16="http://schemas.microsoft.com/office/drawing/2014/main" id="{1F50AE22-D706-BFD6-0A91-F209267FE759}"/>
              </a:ext>
            </a:extLst>
          </p:cNvPr>
          <p:cNvSpPr/>
          <p:nvPr/>
        </p:nvSpPr>
        <p:spPr>
          <a:xfrm>
            <a:off x="11341884" y="5625112"/>
            <a:ext cx="272674" cy="26507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2" name="文本框 1">
            <a:extLst>
              <a:ext uri="{FF2B5EF4-FFF2-40B4-BE49-F238E27FC236}">
                <a16:creationId xmlns:a16="http://schemas.microsoft.com/office/drawing/2014/main" id="{8618C57A-4703-BBAF-FE3F-B70BB074EFA4}"/>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441E8CBB-FCD2-745D-374C-B54CF89F0B0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4" name="直线连接符 13">
            <a:extLst>
              <a:ext uri="{FF2B5EF4-FFF2-40B4-BE49-F238E27FC236}">
                <a16:creationId xmlns:a16="http://schemas.microsoft.com/office/drawing/2014/main" id="{30506B14-C6BB-B33C-25E9-3180A044802D}"/>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27C0ED95-2BE7-93D3-2E3A-6E54112CF9D5}"/>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9DAA025B-038B-8049-24E4-82B61A5CE83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4" name="组合 23">
            <a:extLst>
              <a:ext uri="{FF2B5EF4-FFF2-40B4-BE49-F238E27FC236}">
                <a16:creationId xmlns:a16="http://schemas.microsoft.com/office/drawing/2014/main" id="{A90BAF25-1F8F-6CA4-78D1-A91922090988}"/>
              </a:ext>
            </a:extLst>
          </p:cNvPr>
          <p:cNvGrpSpPr/>
          <p:nvPr/>
        </p:nvGrpSpPr>
        <p:grpSpPr>
          <a:xfrm>
            <a:off x="2323294" y="287981"/>
            <a:ext cx="356205" cy="355288"/>
            <a:chOff x="2323294" y="287981"/>
            <a:chExt cx="356205" cy="355288"/>
          </a:xfrm>
        </p:grpSpPr>
        <p:sp>
          <p:nvSpPr>
            <p:cNvPr id="25" name="Google Shape;7166;p80">
              <a:extLst>
                <a:ext uri="{FF2B5EF4-FFF2-40B4-BE49-F238E27FC236}">
                  <a16:creationId xmlns:a16="http://schemas.microsoft.com/office/drawing/2014/main" id="{48253B67-5682-7467-D281-E9E1C26BAEC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7167;p80">
              <a:extLst>
                <a:ext uri="{FF2B5EF4-FFF2-40B4-BE49-F238E27FC236}">
                  <a16:creationId xmlns:a16="http://schemas.microsoft.com/office/drawing/2014/main" id="{C09BD5AB-DF4C-D2FA-9969-88451E5AE27C}"/>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7168;p80">
              <a:extLst>
                <a:ext uri="{FF2B5EF4-FFF2-40B4-BE49-F238E27FC236}">
                  <a16:creationId xmlns:a16="http://schemas.microsoft.com/office/drawing/2014/main" id="{2A67BCED-C17F-F5C9-B8DE-9BD64F1A4B32}"/>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7169;p80">
              <a:extLst>
                <a:ext uri="{FF2B5EF4-FFF2-40B4-BE49-F238E27FC236}">
                  <a16:creationId xmlns:a16="http://schemas.microsoft.com/office/drawing/2014/main" id="{B87A3D99-3B6D-95F0-DF99-7780667DBB6D}"/>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2" name="图片 61">
            <a:extLst>
              <a:ext uri="{FF2B5EF4-FFF2-40B4-BE49-F238E27FC236}">
                <a16:creationId xmlns:a16="http://schemas.microsoft.com/office/drawing/2014/main" id="{DF4C188F-478E-1CD1-A185-095137239B33}"/>
              </a:ext>
            </a:extLst>
          </p:cNvPr>
          <p:cNvPicPr>
            <a:picLocks noChangeAspect="1"/>
          </p:cNvPicPr>
          <p:nvPr/>
        </p:nvPicPr>
        <p:blipFill>
          <a:blip r:embed="rId4"/>
          <a:stretch>
            <a:fillRect/>
          </a:stretch>
        </p:blipFill>
        <p:spPr>
          <a:xfrm>
            <a:off x="496077" y="4920098"/>
            <a:ext cx="637780" cy="651645"/>
          </a:xfrm>
          <a:prstGeom prst="rect">
            <a:avLst/>
          </a:prstGeom>
        </p:spPr>
      </p:pic>
    </p:spTree>
    <p:extLst>
      <p:ext uri="{BB962C8B-B14F-4D97-AF65-F5344CB8AC3E}">
        <p14:creationId xmlns:p14="http://schemas.microsoft.com/office/powerpoint/2010/main" val="313230744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表 1">
            <a:extLst>
              <a:ext uri="{FF2B5EF4-FFF2-40B4-BE49-F238E27FC236}">
                <a16:creationId xmlns:a16="http://schemas.microsoft.com/office/drawing/2014/main" id="{6D3C299C-8CD6-AC9D-7A2C-83B751CFFB20}"/>
              </a:ext>
            </a:extLst>
          </p:cNvPr>
          <p:cNvGraphicFramePr/>
          <p:nvPr>
            <p:extLst>
              <p:ext uri="{D42A27DB-BD31-4B8C-83A1-F6EECF244321}">
                <p14:modId xmlns:p14="http://schemas.microsoft.com/office/powerpoint/2010/main" val="2636741250"/>
              </p:ext>
            </p:extLst>
          </p:nvPr>
        </p:nvGraphicFramePr>
        <p:xfrm>
          <a:off x="527293" y="2166078"/>
          <a:ext cx="5526268" cy="4307921"/>
        </p:xfrm>
        <a:graphic>
          <a:graphicData uri="http://schemas.openxmlformats.org/drawingml/2006/chart">
            <c:chart xmlns:c="http://schemas.openxmlformats.org/drawingml/2006/chart" xmlns:r="http://schemas.openxmlformats.org/officeDocument/2006/relationships" r:id="rId3"/>
          </a:graphicData>
        </a:graphic>
      </p:graphicFrame>
      <p:grpSp>
        <p:nvGrpSpPr>
          <p:cNvPr id="5" name="组合 4">
            <a:extLst>
              <a:ext uri="{FF2B5EF4-FFF2-40B4-BE49-F238E27FC236}">
                <a16:creationId xmlns:a16="http://schemas.microsoft.com/office/drawing/2014/main" id="{7802FE62-7F38-3512-24EE-93BB5BB976AF}"/>
              </a:ext>
            </a:extLst>
          </p:cNvPr>
          <p:cNvGrpSpPr/>
          <p:nvPr/>
        </p:nvGrpSpPr>
        <p:grpSpPr>
          <a:xfrm>
            <a:off x="5168476" y="1714666"/>
            <a:ext cx="1076445" cy="803395"/>
            <a:chOff x="5145991" y="1377387"/>
            <a:chExt cx="1076445" cy="803395"/>
          </a:xfrm>
        </p:grpSpPr>
        <p:sp>
          <p:nvSpPr>
            <p:cNvPr id="3" name="矩形 2">
              <a:extLst>
                <a:ext uri="{FF2B5EF4-FFF2-40B4-BE49-F238E27FC236}">
                  <a16:creationId xmlns:a16="http://schemas.microsoft.com/office/drawing/2014/main" id="{FC61B877-2326-070A-7795-6EE58218FA9F}"/>
                </a:ext>
              </a:extLst>
            </p:cNvPr>
            <p:cNvSpPr/>
            <p:nvPr/>
          </p:nvSpPr>
          <p:spPr>
            <a:xfrm>
              <a:off x="5145991" y="1377387"/>
              <a:ext cx="1076445" cy="671332"/>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三角形 3">
              <a:extLst>
                <a:ext uri="{FF2B5EF4-FFF2-40B4-BE49-F238E27FC236}">
                  <a16:creationId xmlns:a16="http://schemas.microsoft.com/office/drawing/2014/main" id="{97E0B719-92A7-9135-3DAC-821C11739FC0}"/>
                </a:ext>
              </a:extLst>
            </p:cNvPr>
            <p:cNvSpPr/>
            <p:nvPr/>
          </p:nvSpPr>
          <p:spPr>
            <a:xfrm rot="10800000">
              <a:off x="5509667" y="2038662"/>
              <a:ext cx="349092" cy="142120"/>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7" name="文本框 6">
            <a:extLst>
              <a:ext uri="{FF2B5EF4-FFF2-40B4-BE49-F238E27FC236}">
                <a16:creationId xmlns:a16="http://schemas.microsoft.com/office/drawing/2014/main" id="{B9B5FC7D-E2A4-EC56-6235-05BC083C62F0}"/>
              </a:ext>
            </a:extLst>
          </p:cNvPr>
          <p:cNvSpPr txBox="1"/>
          <p:nvPr/>
        </p:nvSpPr>
        <p:spPr>
          <a:xfrm>
            <a:off x="5116200" y="1753524"/>
            <a:ext cx="1180131" cy="461665"/>
          </a:xfrm>
          <a:prstGeom prst="rect">
            <a:avLst/>
          </a:prstGeom>
          <a:noFill/>
        </p:spPr>
        <p:txBody>
          <a:bodyPr wrap="none" rtlCol="0">
            <a:spAutoFit/>
          </a:bodyPr>
          <a:lstStyle/>
          <a:p>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¥2.290</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3F82604C-89E0-9A66-9F0C-EE6D850A34C7}"/>
              </a:ext>
            </a:extLst>
          </p:cNvPr>
          <p:cNvSpPr txBox="1"/>
          <p:nvPr/>
        </p:nvSpPr>
        <p:spPr>
          <a:xfrm>
            <a:off x="5307249" y="2078964"/>
            <a:ext cx="878767" cy="261610"/>
          </a:xfrm>
          <a:prstGeom prst="rect">
            <a:avLst/>
          </a:prstGeom>
          <a:noFill/>
        </p:spPr>
        <p:txBody>
          <a:bodyPr wrap="none" rtlCol="0">
            <a:spAutoFit/>
          </a:bodyPr>
          <a:lstStyle/>
          <a:p>
            <a:r>
              <a:rPr kumimoji="1" lang="en" altLang="zh-CN" sz="1100" dirty="0">
                <a:solidFill>
                  <a:schemeClr val="bg1"/>
                </a:solidFill>
                <a:latin typeface="Alibaba PuHuiTi" pitchFamily="18" charset="-122"/>
                <a:ea typeface="Alibaba PuHuiTi" pitchFamily="18" charset="-122"/>
                <a:cs typeface="Alibaba PuHuiTi" pitchFamily="18" charset="-122"/>
              </a:rPr>
              <a:t>write here</a:t>
            </a:r>
            <a:endParaRPr kumimoji="1" lang="zh-CN" altLang="en-US" sz="1100" dirty="0">
              <a:solidFill>
                <a:schemeClr val="bg1"/>
              </a:solidFill>
              <a:latin typeface="Alibaba PuHuiTi" pitchFamily="18" charset="-122"/>
              <a:ea typeface="Alibaba PuHuiTi" pitchFamily="18" charset="-122"/>
              <a:cs typeface="Alibaba PuHuiTi" pitchFamily="18" charset="-122"/>
            </a:endParaRPr>
          </a:p>
        </p:txBody>
      </p:sp>
      <p:sp>
        <p:nvSpPr>
          <p:cNvPr id="9" name="文本框 8">
            <a:extLst>
              <a:ext uri="{FF2B5EF4-FFF2-40B4-BE49-F238E27FC236}">
                <a16:creationId xmlns:a16="http://schemas.microsoft.com/office/drawing/2014/main" id="{83FBE297-CC97-B754-8031-4F80D1F22EE1}"/>
              </a:ext>
            </a:extLst>
          </p:cNvPr>
          <p:cNvSpPr txBox="1"/>
          <p:nvPr/>
        </p:nvSpPr>
        <p:spPr>
          <a:xfrm>
            <a:off x="533451" y="997328"/>
            <a:ext cx="167866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¥2.290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1" name="直线连接符 10">
            <a:extLst>
              <a:ext uri="{FF2B5EF4-FFF2-40B4-BE49-F238E27FC236}">
                <a16:creationId xmlns:a16="http://schemas.microsoft.com/office/drawing/2014/main" id="{30FBEA99-8859-6738-A1E1-F785CEE141F6}"/>
              </a:ext>
            </a:extLst>
          </p:cNvPr>
          <p:cNvCxnSpPr>
            <a:cxnSpLocks/>
          </p:cNvCxnSpPr>
          <p:nvPr/>
        </p:nvCxnSpPr>
        <p:spPr>
          <a:xfrm>
            <a:off x="434715" y="1596453"/>
            <a:ext cx="5763718" cy="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063BD7E3-1A64-C84C-EC71-8F5EF2714997}"/>
              </a:ext>
            </a:extLst>
          </p:cNvPr>
          <p:cNvSpPr txBox="1"/>
          <p:nvPr/>
        </p:nvSpPr>
        <p:spPr>
          <a:xfrm>
            <a:off x="2087646" y="1169715"/>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6" name="直线连接符 15">
            <a:extLst>
              <a:ext uri="{FF2B5EF4-FFF2-40B4-BE49-F238E27FC236}">
                <a16:creationId xmlns:a16="http://schemas.microsoft.com/office/drawing/2014/main" id="{B69711B9-31EC-F2D9-B77D-F55FC197E595}"/>
              </a:ext>
            </a:extLst>
          </p:cNvPr>
          <p:cNvCxnSpPr/>
          <p:nvPr/>
        </p:nvCxnSpPr>
        <p:spPr>
          <a:xfrm>
            <a:off x="2975547" y="1034321"/>
            <a:ext cx="0" cy="47968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8BB51602-0415-0791-ED15-B54A65D0A40B}"/>
              </a:ext>
            </a:extLst>
          </p:cNvPr>
          <p:cNvSpPr txBox="1"/>
          <p:nvPr/>
        </p:nvSpPr>
        <p:spPr>
          <a:xfrm>
            <a:off x="4491454" y="1004823"/>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4FB73135-B3B1-A49F-FDF7-F3FD6F15B776}"/>
              </a:ext>
            </a:extLst>
          </p:cNvPr>
          <p:cNvSpPr txBox="1"/>
          <p:nvPr/>
        </p:nvSpPr>
        <p:spPr>
          <a:xfrm>
            <a:off x="5424615" y="1169715"/>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矩形 18">
            <a:extLst>
              <a:ext uri="{FF2B5EF4-FFF2-40B4-BE49-F238E27FC236}">
                <a16:creationId xmlns:a16="http://schemas.microsoft.com/office/drawing/2014/main" id="{2C058461-9E78-B222-75D2-5FA5F72DBF23}"/>
              </a:ext>
            </a:extLst>
          </p:cNvPr>
          <p:cNvSpPr/>
          <p:nvPr/>
        </p:nvSpPr>
        <p:spPr>
          <a:xfrm>
            <a:off x="5756222" y="109428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上箭头 19">
            <a:extLst>
              <a:ext uri="{FF2B5EF4-FFF2-40B4-BE49-F238E27FC236}">
                <a16:creationId xmlns:a16="http://schemas.microsoft.com/office/drawing/2014/main" id="{D62DC555-30AF-C21D-353A-7693CF0F078B}"/>
              </a:ext>
            </a:extLst>
          </p:cNvPr>
          <p:cNvSpPr/>
          <p:nvPr/>
        </p:nvSpPr>
        <p:spPr>
          <a:xfrm rot="3296920">
            <a:off x="5847610" y="111647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13DCE16A-CE03-3D6C-1C61-52FDD7BB65E0}"/>
              </a:ext>
            </a:extLst>
          </p:cNvPr>
          <p:cNvSpPr txBox="1"/>
          <p:nvPr/>
        </p:nvSpPr>
        <p:spPr>
          <a:xfrm>
            <a:off x="3047845" y="1049793"/>
            <a:ext cx="1571264"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PROFIT</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圆角矩形 21">
            <a:extLst>
              <a:ext uri="{FF2B5EF4-FFF2-40B4-BE49-F238E27FC236}">
                <a16:creationId xmlns:a16="http://schemas.microsoft.com/office/drawing/2014/main" id="{5633C59F-55D2-876D-DE20-14EC103407B5}"/>
              </a:ext>
            </a:extLst>
          </p:cNvPr>
          <p:cNvSpPr/>
          <p:nvPr/>
        </p:nvSpPr>
        <p:spPr>
          <a:xfrm>
            <a:off x="1098544" y="1954106"/>
            <a:ext cx="1704518"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文本框 22">
            <a:extLst>
              <a:ext uri="{FF2B5EF4-FFF2-40B4-BE49-F238E27FC236}">
                <a16:creationId xmlns:a16="http://schemas.microsoft.com/office/drawing/2014/main" id="{6F14328D-DD3A-EC39-1CDF-147E5AD2A3D9}"/>
              </a:ext>
            </a:extLst>
          </p:cNvPr>
          <p:cNvSpPr txBox="1"/>
          <p:nvPr/>
        </p:nvSpPr>
        <p:spPr>
          <a:xfrm>
            <a:off x="1166298" y="1958491"/>
            <a:ext cx="1538963"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24" name="直线箭头连接符 23">
            <a:extLst>
              <a:ext uri="{FF2B5EF4-FFF2-40B4-BE49-F238E27FC236}">
                <a16:creationId xmlns:a16="http://schemas.microsoft.com/office/drawing/2014/main" id="{215F9756-FD86-498D-2905-A53AEB30D9BB}"/>
              </a:ext>
            </a:extLst>
          </p:cNvPr>
          <p:cNvCxnSpPr>
            <a:cxnSpLocks/>
          </p:cNvCxnSpPr>
          <p:nvPr/>
        </p:nvCxnSpPr>
        <p:spPr>
          <a:xfrm flipV="1">
            <a:off x="1124712" y="2212848"/>
            <a:ext cx="3483864" cy="1993392"/>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椭圆 24">
            <a:extLst>
              <a:ext uri="{FF2B5EF4-FFF2-40B4-BE49-F238E27FC236}">
                <a16:creationId xmlns:a16="http://schemas.microsoft.com/office/drawing/2014/main" id="{9E10DCF9-40B6-1D5B-3D4C-59CECA9D8062}"/>
              </a:ext>
            </a:extLst>
          </p:cNvPr>
          <p:cNvSpPr/>
          <p:nvPr/>
        </p:nvSpPr>
        <p:spPr>
          <a:xfrm>
            <a:off x="2360742" y="2994283"/>
            <a:ext cx="860689" cy="430344"/>
          </a:xfrm>
          <a:prstGeom prst="ellipse">
            <a:avLst/>
          </a:prstGeom>
          <a:solidFill>
            <a:schemeClr val="bg1"/>
          </a:solidFill>
          <a:ln w="2857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文本框 25">
            <a:extLst>
              <a:ext uri="{FF2B5EF4-FFF2-40B4-BE49-F238E27FC236}">
                <a16:creationId xmlns:a16="http://schemas.microsoft.com/office/drawing/2014/main" id="{B2152678-C5CB-AED7-8488-3EE6E752BE0D}"/>
              </a:ext>
            </a:extLst>
          </p:cNvPr>
          <p:cNvSpPr txBox="1"/>
          <p:nvPr/>
        </p:nvSpPr>
        <p:spPr>
          <a:xfrm>
            <a:off x="2410196" y="3048976"/>
            <a:ext cx="10645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7.5</a:t>
            </a:r>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3" name="圆角矩形 32">
            <a:extLst>
              <a:ext uri="{FF2B5EF4-FFF2-40B4-BE49-F238E27FC236}">
                <a16:creationId xmlns:a16="http://schemas.microsoft.com/office/drawing/2014/main" id="{B08477AD-9D6E-C826-54F1-15C06F50E403}"/>
              </a:ext>
            </a:extLst>
          </p:cNvPr>
          <p:cNvSpPr/>
          <p:nvPr/>
        </p:nvSpPr>
        <p:spPr>
          <a:xfrm>
            <a:off x="6791076" y="1056072"/>
            <a:ext cx="1774702" cy="425188"/>
          </a:xfrm>
          <a:prstGeom prst="roundRect">
            <a:avLst/>
          </a:prstGeom>
          <a:noFill/>
          <a:ln w="317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a:extLst>
              <a:ext uri="{FF2B5EF4-FFF2-40B4-BE49-F238E27FC236}">
                <a16:creationId xmlns:a16="http://schemas.microsoft.com/office/drawing/2014/main" id="{009F84A6-95EE-77BD-4698-E376C7856C53}"/>
              </a:ext>
            </a:extLst>
          </p:cNvPr>
          <p:cNvSpPr txBox="1"/>
          <p:nvPr/>
        </p:nvSpPr>
        <p:spPr>
          <a:xfrm>
            <a:off x="6931098" y="1091297"/>
            <a:ext cx="1486761" cy="373184"/>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35" name="文本框 34">
            <a:extLst>
              <a:ext uri="{FF2B5EF4-FFF2-40B4-BE49-F238E27FC236}">
                <a16:creationId xmlns:a16="http://schemas.microsoft.com/office/drawing/2014/main" id="{2517EF33-D3FB-055F-ABDA-69E4F79BD056}"/>
              </a:ext>
            </a:extLst>
          </p:cNvPr>
          <p:cNvSpPr txBox="1"/>
          <p:nvPr/>
        </p:nvSpPr>
        <p:spPr>
          <a:xfrm>
            <a:off x="6804211" y="1879651"/>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7" name="直线连接符 36">
            <a:extLst>
              <a:ext uri="{FF2B5EF4-FFF2-40B4-BE49-F238E27FC236}">
                <a16:creationId xmlns:a16="http://schemas.microsoft.com/office/drawing/2014/main" id="{08920104-E190-A6AC-2FD0-24EB945B13C1}"/>
              </a:ext>
            </a:extLst>
          </p:cNvPr>
          <p:cNvCxnSpPr>
            <a:cxnSpLocks/>
          </p:cNvCxnSpPr>
          <p:nvPr/>
        </p:nvCxnSpPr>
        <p:spPr>
          <a:xfrm>
            <a:off x="6816080" y="1628800"/>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39" name="直线连接符 38">
            <a:extLst>
              <a:ext uri="{FF2B5EF4-FFF2-40B4-BE49-F238E27FC236}">
                <a16:creationId xmlns:a16="http://schemas.microsoft.com/office/drawing/2014/main" id="{5B84A052-2FE8-956A-4BA7-A76EEAC32E98}"/>
              </a:ext>
            </a:extLst>
          </p:cNvPr>
          <p:cNvCxnSpPr>
            <a:cxnSpLocks/>
          </p:cNvCxnSpPr>
          <p:nvPr/>
        </p:nvCxnSpPr>
        <p:spPr>
          <a:xfrm>
            <a:off x="6816080" y="2492025"/>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2" name="直线连接符 41">
            <a:extLst>
              <a:ext uri="{FF2B5EF4-FFF2-40B4-BE49-F238E27FC236}">
                <a16:creationId xmlns:a16="http://schemas.microsoft.com/office/drawing/2014/main" id="{EABEA7A0-EB09-CAD2-786C-F4BC1A55E946}"/>
              </a:ext>
            </a:extLst>
          </p:cNvPr>
          <p:cNvCxnSpPr>
            <a:cxnSpLocks/>
          </p:cNvCxnSpPr>
          <p:nvPr/>
        </p:nvCxnSpPr>
        <p:spPr>
          <a:xfrm>
            <a:off x="8472264" y="1748259"/>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1240514A-8349-95EE-7FBB-C1E0A5ECBAE6}"/>
              </a:ext>
            </a:extLst>
          </p:cNvPr>
          <p:cNvSpPr txBox="1"/>
          <p:nvPr/>
        </p:nvSpPr>
        <p:spPr>
          <a:xfrm>
            <a:off x="8553218" y="1811729"/>
            <a:ext cx="1168910"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1. 4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2927DF7F-8B6B-A017-B201-139301376792}"/>
              </a:ext>
            </a:extLst>
          </p:cNvPr>
          <p:cNvSpPr txBox="1"/>
          <p:nvPr/>
        </p:nvSpPr>
        <p:spPr>
          <a:xfrm>
            <a:off x="9602916" y="2005137"/>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8" name="组合 47">
            <a:extLst>
              <a:ext uri="{FF2B5EF4-FFF2-40B4-BE49-F238E27FC236}">
                <a16:creationId xmlns:a16="http://schemas.microsoft.com/office/drawing/2014/main" id="{A4BDF4B3-B489-9BE7-3906-0D4CD7830DE8}"/>
              </a:ext>
            </a:extLst>
          </p:cNvPr>
          <p:cNvGrpSpPr/>
          <p:nvPr/>
        </p:nvGrpSpPr>
        <p:grpSpPr>
          <a:xfrm>
            <a:off x="10584204" y="1755227"/>
            <a:ext cx="584345" cy="584345"/>
            <a:chOff x="10920536" y="1916832"/>
            <a:chExt cx="412230" cy="412230"/>
          </a:xfrm>
        </p:grpSpPr>
        <p:sp>
          <p:nvSpPr>
            <p:cNvPr id="46" name="矩形 45">
              <a:extLst>
                <a:ext uri="{FF2B5EF4-FFF2-40B4-BE49-F238E27FC236}">
                  <a16:creationId xmlns:a16="http://schemas.microsoft.com/office/drawing/2014/main" id="{700DD746-E2F5-60E2-B258-AE45777ECB41}"/>
                </a:ext>
              </a:extLst>
            </p:cNvPr>
            <p:cNvSpPr/>
            <p:nvPr/>
          </p:nvSpPr>
          <p:spPr>
            <a:xfrm>
              <a:off x="10920536" y="1916832"/>
              <a:ext cx="412230" cy="4122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 name="上箭头 46">
              <a:extLst>
                <a:ext uri="{FF2B5EF4-FFF2-40B4-BE49-F238E27FC236}">
                  <a16:creationId xmlns:a16="http://schemas.microsoft.com/office/drawing/2014/main" id="{8253B28B-60F6-62D0-8F1B-E9C321C2AAE5}"/>
                </a:ext>
              </a:extLst>
            </p:cNvPr>
            <p:cNvSpPr/>
            <p:nvPr/>
          </p:nvSpPr>
          <p:spPr>
            <a:xfrm rot="3296920">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9" name="文本框 48">
            <a:extLst>
              <a:ext uri="{FF2B5EF4-FFF2-40B4-BE49-F238E27FC236}">
                <a16:creationId xmlns:a16="http://schemas.microsoft.com/office/drawing/2014/main" id="{4A922C07-7814-F819-1D49-0F6ADF824E23}"/>
              </a:ext>
            </a:extLst>
          </p:cNvPr>
          <p:cNvSpPr txBox="1"/>
          <p:nvPr/>
        </p:nvSpPr>
        <p:spPr>
          <a:xfrm>
            <a:off x="11177037" y="2051901"/>
            <a:ext cx="659155"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+0.1</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D9337649-9BFA-CBD6-9F47-734B4F227518}"/>
              </a:ext>
            </a:extLst>
          </p:cNvPr>
          <p:cNvSpPr txBox="1"/>
          <p:nvPr/>
        </p:nvSpPr>
        <p:spPr>
          <a:xfrm>
            <a:off x="11156016" y="1858462"/>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FC03AA6F-2C62-DD22-C224-1BC22D069396}"/>
              </a:ext>
            </a:extLst>
          </p:cNvPr>
          <p:cNvSpPr txBox="1"/>
          <p:nvPr/>
        </p:nvSpPr>
        <p:spPr>
          <a:xfrm>
            <a:off x="6804211" y="2852936"/>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 name="直线连接符 62">
            <a:extLst>
              <a:ext uri="{FF2B5EF4-FFF2-40B4-BE49-F238E27FC236}">
                <a16:creationId xmlns:a16="http://schemas.microsoft.com/office/drawing/2014/main" id="{4A080AE5-0D27-BC6F-14DB-A96320CFE38B}"/>
              </a:ext>
            </a:extLst>
          </p:cNvPr>
          <p:cNvCxnSpPr>
            <a:cxnSpLocks/>
          </p:cNvCxnSpPr>
          <p:nvPr/>
        </p:nvCxnSpPr>
        <p:spPr>
          <a:xfrm>
            <a:off x="6816080" y="3465310"/>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48" name="直线连接符 447">
            <a:extLst>
              <a:ext uri="{FF2B5EF4-FFF2-40B4-BE49-F238E27FC236}">
                <a16:creationId xmlns:a16="http://schemas.microsoft.com/office/drawing/2014/main" id="{E0078C5C-B2B1-F614-6425-C324CB96DFBA}"/>
              </a:ext>
            </a:extLst>
          </p:cNvPr>
          <p:cNvCxnSpPr>
            <a:cxnSpLocks/>
          </p:cNvCxnSpPr>
          <p:nvPr/>
        </p:nvCxnSpPr>
        <p:spPr>
          <a:xfrm>
            <a:off x="8472264" y="2721544"/>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49" name="文本框 448">
            <a:extLst>
              <a:ext uri="{FF2B5EF4-FFF2-40B4-BE49-F238E27FC236}">
                <a16:creationId xmlns:a16="http://schemas.microsoft.com/office/drawing/2014/main" id="{A05764AF-C05E-A541-F988-4EA5BD15724F}"/>
              </a:ext>
            </a:extLst>
          </p:cNvPr>
          <p:cNvSpPr txBox="1"/>
          <p:nvPr/>
        </p:nvSpPr>
        <p:spPr>
          <a:xfrm>
            <a:off x="8553218" y="2785014"/>
            <a:ext cx="1172116"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137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D8FD190-FE11-E298-8953-06DF0A316019}"/>
              </a:ext>
            </a:extLst>
          </p:cNvPr>
          <p:cNvSpPr txBox="1"/>
          <p:nvPr/>
        </p:nvSpPr>
        <p:spPr>
          <a:xfrm>
            <a:off x="9602916" y="2978422"/>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51" name="组合 450">
            <a:extLst>
              <a:ext uri="{FF2B5EF4-FFF2-40B4-BE49-F238E27FC236}">
                <a16:creationId xmlns:a16="http://schemas.microsoft.com/office/drawing/2014/main" id="{79506F55-1B49-A705-AEE2-A15FABA918FA}"/>
              </a:ext>
            </a:extLst>
          </p:cNvPr>
          <p:cNvGrpSpPr/>
          <p:nvPr/>
        </p:nvGrpSpPr>
        <p:grpSpPr>
          <a:xfrm>
            <a:off x="10584204" y="2728512"/>
            <a:ext cx="584345" cy="584345"/>
            <a:chOff x="10920536" y="1916832"/>
            <a:chExt cx="412230" cy="412230"/>
          </a:xfrm>
        </p:grpSpPr>
        <p:sp>
          <p:nvSpPr>
            <p:cNvPr id="452" name="矩形 451">
              <a:extLst>
                <a:ext uri="{FF2B5EF4-FFF2-40B4-BE49-F238E27FC236}">
                  <a16:creationId xmlns:a16="http://schemas.microsoft.com/office/drawing/2014/main" id="{8CA68027-F2FE-23D2-82F6-DDDE5461BAFE}"/>
                </a:ext>
              </a:extLst>
            </p:cNvPr>
            <p:cNvSpPr/>
            <p:nvPr/>
          </p:nvSpPr>
          <p:spPr>
            <a:xfrm>
              <a:off x="10920536" y="1916832"/>
              <a:ext cx="412230" cy="4122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53" name="上箭头 452">
              <a:extLst>
                <a:ext uri="{FF2B5EF4-FFF2-40B4-BE49-F238E27FC236}">
                  <a16:creationId xmlns:a16="http://schemas.microsoft.com/office/drawing/2014/main" id="{CC6AF032-4C86-BC8A-72DD-2F24C6B94D12}"/>
                </a:ext>
              </a:extLst>
            </p:cNvPr>
            <p:cNvSpPr/>
            <p:nvPr/>
          </p:nvSpPr>
          <p:spPr>
            <a:xfrm rot="3296920">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54" name="文本框 453">
            <a:extLst>
              <a:ext uri="{FF2B5EF4-FFF2-40B4-BE49-F238E27FC236}">
                <a16:creationId xmlns:a16="http://schemas.microsoft.com/office/drawing/2014/main" id="{B9AAD2D1-183E-0053-42D4-2AA547106EF2}"/>
              </a:ext>
            </a:extLst>
          </p:cNvPr>
          <p:cNvSpPr txBox="1"/>
          <p:nvPr/>
        </p:nvSpPr>
        <p:spPr>
          <a:xfrm>
            <a:off x="11177037" y="3025186"/>
            <a:ext cx="659155"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+0.1</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5" name="文本框 454">
            <a:extLst>
              <a:ext uri="{FF2B5EF4-FFF2-40B4-BE49-F238E27FC236}">
                <a16:creationId xmlns:a16="http://schemas.microsoft.com/office/drawing/2014/main" id="{B63C7D65-A072-1D3B-6D89-E52817D09C02}"/>
              </a:ext>
            </a:extLst>
          </p:cNvPr>
          <p:cNvSpPr txBox="1"/>
          <p:nvPr/>
        </p:nvSpPr>
        <p:spPr>
          <a:xfrm>
            <a:off x="11156016" y="2831747"/>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6" name="文本框 465">
            <a:extLst>
              <a:ext uri="{FF2B5EF4-FFF2-40B4-BE49-F238E27FC236}">
                <a16:creationId xmlns:a16="http://schemas.microsoft.com/office/drawing/2014/main" id="{AF718A95-D469-CD63-E173-59043730296C}"/>
              </a:ext>
            </a:extLst>
          </p:cNvPr>
          <p:cNvSpPr txBox="1"/>
          <p:nvPr/>
        </p:nvSpPr>
        <p:spPr>
          <a:xfrm>
            <a:off x="6804211" y="3784954"/>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67" name="直线连接符 466">
            <a:extLst>
              <a:ext uri="{FF2B5EF4-FFF2-40B4-BE49-F238E27FC236}">
                <a16:creationId xmlns:a16="http://schemas.microsoft.com/office/drawing/2014/main" id="{203C0A85-6D4A-F249-3828-EF4C23767841}"/>
              </a:ext>
            </a:extLst>
          </p:cNvPr>
          <p:cNvCxnSpPr>
            <a:cxnSpLocks/>
          </p:cNvCxnSpPr>
          <p:nvPr/>
        </p:nvCxnSpPr>
        <p:spPr>
          <a:xfrm>
            <a:off x="6816080" y="4397328"/>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68" name="直线连接符 467">
            <a:extLst>
              <a:ext uri="{FF2B5EF4-FFF2-40B4-BE49-F238E27FC236}">
                <a16:creationId xmlns:a16="http://schemas.microsoft.com/office/drawing/2014/main" id="{C96C4C75-4C1D-06F3-4981-3B18E877F729}"/>
              </a:ext>
            </a:extLst>
          </p:cNvPr>
          <p:cNvCxnSpPr>
            <a:cxnSpLocks/>
          </p:cNvCxnSpPr>
          <p:nvPr/>
        </p:nvCxnSpPr>
        <p:spPr>
          <a:xfrm>
            <a:off x="8472264" y="3653562"/>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69" name="文本框 468">
            <a:extLst>
              <a:ext uri="{FF2B5EF4-FFF2-40B4-BE49-F238E27FC236}">
                <a16:creationId xmlns:a16="http://schemas.microsoft.com/office/drawing/2014/main" id="{770D0C21-D4D4-E75A-24D0-0EB9F8B9528F}"/>
              </a:ext>
            </a:extLst>
          </p:cNvPr>
          <p:cNvSpPr txBox="1"/>
          <p:nvPr/>
        </p:nvSpPr>
        <p:spPr>
          <a:xfrm>
            <a:off x="8553218" y="3717032"/>
            <a:ext cx="1128835"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0.3</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0" name="文本框 469">
            <a:extLst>
              <a:ext uri="{FF2B5EF4-FFF2-40B4-BE49-F238E27FC236}">
                <a16:creationId xmlns:a16="http://schemas.microsoft.com/office/drawing/2014/main" id="{63A9B5F8-D913-39A6-81E2-911AB975BC4A}"/>
              </a:ext>
            </a:extLst>
          </p:cNvPr>
          <p:cNvSpPr txBox="1"/>
          <p:nvPr/>
        </p:nvSpPr>
        <p:spPr>
          <a:xfrm>
            <a:off x="9602916" y="3910440"/>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71" name="组合 470">
            <a:extLst>
              <a:ext uri="{FF2B5EF4-FFF2-40B4-BE49-F238E27FC236}">
                <a16:creationId xmlns:a16="http://schemas.microsoft.com/office/drawing/2014/main" id="{006433EC-FE4D-EF32-2A44-89A466FFFADC}"/>
              </a:ext>
            </a:extLst>
          </p:cNvPr>
          <p:cNvGrpSpPr/>
          <p:nvPr/>
        </p:nvGrpSpPr>
        <p:grpSpPr>
          <a:xfrm>
            <a:off x="10584204" y="3660530"/>
            <a:ext cx="584345" cy="584345"/>
            <a:chOff x="10920536" y="1916832"/>
            <a:chExt cx="412230" cy="412230"/>
          </a:xfrm>
        </p:grpSpPr>
        <p:sp>
          <p:nvSpPr>
            <p:cNvPr id="472" name="矩形 471">
              <a:extLst>
                <a:ext uri="{FF2B5EF4-FFF2-40B4-BE49-F238E27FC236}">
                  <a16:creationId xmlns:a16="http://schemas.microsoft.com/office/drawing/2014/main" id="{20BADE67-3757-7B8D-7FA3-F8D23A1E18C9}"/>
                </a:ext>
              </a:extLst>
            </p:cNvPr>
            <p:cNvSpPr/>
            <p:nvPr/>
          </p:nvSpPr>
          <p:spPr>
            <a:xfrm>
              <a:off x="10920536" y="191683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3" name="上箭头 472">
              <a:extLst>
                <a:ext uri="{FF2B5EF4-FFF2-40B4-BE49-F238E27FC236}">
                  <a16:creationId xmlns:a16="http://schemas.microsoft.com/office/drawing/2014/main" id="{9C58E091-1A91-A1B7-77D0-8943D20E7952}"/>
                </a:ext>
              </a:extLst>
            </p:cNvPr>
            <p:cNvSpPr/>
            <p:nvPr/>
          </p:nvSpPr>
          <p:spPr>
            <a:xfrm rot="7635531">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74" name="文本框 473">
            <a:extLst>
              <a:ext uri="{FF2B5EF4-FFF2-40B4-BE49-F238E27FC236}">
                <a16:creationId xmlns:a16="http://schemas.microsoft.com/office/drawing/2014/main" id="{AD59AB02-BCA7-3346-AE9E-9C2C0B1ABD98}"/>
              </a:ext>
            </a:extLst>
          </p:cNvPr>
          <p:cNvSpPr txBox="1"/>
          <p:nvPr/>
        </p:nvSpPr>
        <p:spPr>
          <a:xfrm>
            <a:off x="11177037" y="3957204"/>
            <a:ext cx="554960"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-97</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5" name="文本框 474">
            <a:extLst>
              <a:ext uri="{FF2B5EF4-FFF2-40B4-BE49-F238E27FC236}">
                <a16:creationId xmlns:a16="http://schemas.microsoft.com/office/drawing/2014/main" id="{41E79CFC-E6A0-3949-FCCF-A77496B53AE1}"/>
              </a:ext>
            </a:extLst>
          </p:cNvPr>
          <p:cNvSpPr txBox="1"/>
          <p:nvPr/>
        </p:nvSpPr>
        <p:spPr>
          <a:xfrm>
            <a:off x="11156016" y="3763765"/>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6" name="圆角矩形 475">
            <a:extLst>
              <a:ext uri="{FF2B5EF4-FFF2-40B4-BE49-F238E27FC236}">
                <a16:creationId xmlns:a16="http://schemas.microsoft.com/office/drawing/2014/main" id="{844F5582-DA6B-3524-7ED5-347327B464DD}"/>
              </a:ext>
            </a:extLst>
          </p:cNvPr>
          <p:cNvSpPr/>
          <p:nvPr/>
        </p:nvSpPr>
        <p:spPr>
          <a:xfrm>
            <a:off x="6791076" y="4617911"/>
            <a:ext cx="1563147" cy="374503"/>
          </a:xfrm>
          <a:prstGeom prst="roundRect">
            <a:avLst>
              <a:gd name="adj" fmla="val 0"/>
            </a:avLst>
          </a:prstGeom>
          <a:solidFill>
            <a:srgbClr val="1E344D"/>
          </a:solidFill>
          <a:ln w="317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7" name="文本框 476">
            <a:extLst>
              <a:ext uri="{FF2B5EF4-FFF2-40B4-BE49-F238E27FC236}">
                <a16:creationId xmlns:a16="http://schemas.microsoft.com/office/drawing/2014/main" id="{E0B292E0-15BC-D5B6-E4D2-8DA4B25E0710}"/>
              </a:ext>
            </a:extLst>
          </p:cNvPr>
          <p:cNvSpPr txBox="1"/>
          <p:nvPr/>
        </p:nvSpPr>
        <p:spPr>
          <a:xfrm>
            <a:off x="6825995" y="4622800"/>
            <a:ext cx="1454405"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WRITE HERE</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sp>
        <p:nvSpPr>
          <p:cNvPr id="478" name="文本框 477">
            <a:extLst>
              <a:ext uri="{FF2B5EF4-FFF2-40B4-BE49-F238E27FC236}">
                <a16:creationId xmlns:a16="http://schemas.microsoft.com/office/drawing/2014/main" id="{C2DD051F-EB6E-2E9F-D8AE-159D2B49103A}"/>
              </a:ext>
            </a:extLst>
          </p:cNvPr>
          <p:cNvSpPr txBox="1"/>
          <p:nvPr/>
        </p:nvSpPr>
        <p:spPr>
          <a:xfrm>
            <a:off x="7083972" y="5122486"/>
            <a:ext cx="4960882"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79" name="文本框 478">
            <a:extLst>
              <a:ext uri="{FF2B5EF4-FFF2-40B4-BE49-F238E27FC236}">
                <a16:creationId xmlns:a16="http://schemas.microsoft.com/office/drawing/2014/main" id="{3889345F-1AAB-5A5B-AAE7-E558B9182149}"/>
              </a:ext>
            </a:extLst>
          </p:cNvPr>
          <p:cNvSpPr txBox="1"/>
          <p:nvPr/>
        </p:nvSpPr>
        <p:spPr>
          <a:xfrm>
            <a:off x="7094483" y="5905204"/>
            <a:ext cx="4960882"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80" name="Google Shape;1671;p70">
            <a:extLst>
              <a:ext uri="{FF2B5EF4-FFF2-40B4-BE49-F238E27FC236}">
                <a16:creationId xmlns:a16="http://schemas.microsoft.com/office/drawing/2014/main" id="{664A9630-97BE-79A3-9F0A-CA5530E852B4}"/>
              </a:ext>
            </a:extLst>
          </p:cNvPr>
          <p:cNvSpPr/>
          <p:nvPr/>
        </p:nvSpPr>
        <p:spPr>
          <a:xfrm>
            <a:off x="6798670" y="5184807"/>
            <a:ext cx="243262" cy="24326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481" name="Google Shape;1671;p70">
            <a:extLst>
              <a:ext uri="{FF2B5EF4-FFF2-40B4-BE49-F238E27FC236}">
                <a16:creationId xmlns:a16="http://schemas.microsoft.com/office/drawing/2014/main" id="{3A95F738-935E-60B2-BBD1-36BA8508CB0C}"/>
              </a:ext>
            </a:extLst>
          </p:cNvPr>
          <p:cNvSpPr/>
          <p:nvPr/>
        </p:nvSpPr>
        <p:spPr>
          <a:xfrm>
            <a:off x="6798670" y="5896730"/>
            <a:ext cx="243262" cy="24326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483" name="Google Shape;5655;p76">
            <a:extLst>
              <a:ext uri="{FF2B5EF4-FFF2-40B4-BE49-F238E27FC236}">
                <a16:creationId xmlns:a16="http://schemas.microsoft.com/office/drawing/2014/main" id="{C47810CB-2072-5AB1-359F-EBCE9A2C85CF}"/>
              </a:ext>
            </a:extLst>
          </p:cNvPr>
          <p:cNvSpPr/>
          <p:nvPr/>
        </p:nvSpPr>
        <p:spPr>
          <a:xfrm>
            <a:off x="8843092" y="1118946"/>
            <a:ext cx="296144" cy="154667"/>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4" name="Google Shape;5656;p76">
            <a:extLst>
              <a:ext uri="{FF2B5EF4-FFF2-40B4-BE49-F238E27FC236}">
                <a16:creationId xmlns:a16="http://schemas.microsoft.com/office/drawing/2014/main" id="{C7B41E6D-8DB5-051F-435C-7B5EFDE6E5D4}"/>
              </a:ext>
            </a:extLst>
          </p:cNvPr>
          <p:cNvSpPr/>
          <p:nvPr/>
        </p:nvSpPr>
        <p:spPr>
          <a:xfrm>
            <a:off x="9064860" y="1188910"/>
            <a:ext cx="217989" cy="318417"/>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5" name="Google Shape;5657;p76">
            <a:extLst>
              <a:ext uri="{FF2B5EF4-FFF2-40B4-BE49-F238E27FC236}">
                <a16:creationId xmlns:a16="http://schemas.microsoft.com/office/drawing/2014/main" id="{5457FD28-B1D3-D5C4-520A-8C96FB057BA7}"/>
              </a:ext>
            </a:extLst>
          </p:cNvPr>
          <p:cNvSpPr/>
          <p:nvPr/>
        </p:nvSpPr>
        <p:spPr>
          <a:xfrm>
            <a:off x="8956945" y="1057736"/>
            <a:ext cx="313676" cy="158188"/>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6" name="Google Shape;5658;p76">
            <a:extLst>
              <a:ext uri="{FF2B5EF4-FFF2-40B4-BE49-F238E27FC236}">
                <a16:creationId xmlns:a16="http://schemas.microsoft.com/office/drawing/2014/main" id="{2A4DBB25-219C-1211-8BC6-52E7351DE0F6}"/>
              </a:ext>
            </a:extLst>
          </p:cNvPr>
          <p:cNvSpPr/>
          <p:nvPr/>
        </p:nvSpPr>
        <p:spPr>
          <a:xfrm>
            <a:off x="8830301" y="1188065"/>
            <a:ext cx="208085" cy="319121"/>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8" name="圆角矩形 487">
            <a:extLst>
              <a:ext uri="{FF2B5EF4-FFF2-40B4-BE49-F238E27FC236}">
                <a16:creationId xmlns:a16="http://schemas.microsoft.com/office/drawing/2014/main" id="{44DCDADD-E083-20AD-55C4-2C974CE0622B}"/>
              </a:ext>
            </a:extLst>
          </p:cNvPr>
          <p:cNvSpPr/>
          <p:nvPr/>
        </p:nvSpPr>
        <p:spPr>
          <a:xfrm>
            <a:off x="9556378" y="1056072"/>
            <a:ext cx="2294246" cy="425188"/>
          </a:xfrm>
          <a:prstGeom prst="roundRect">
            <a:avLst/>
          </a:prstGeom>
          <a:noFill/>
          <a:ln w="317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79F53F9B-486B-997C-011D-AE929347388E}"/>
              </a:ext>
            </a:extLst>
          </p:cNvPr>
          <p:cNvSpPr txBox="1"/>
          <p:nvPr/>
        </p:nvSpPr>
        <p:spPr>
          <a:xfrm>
            <a:off x="10013392" y="1091297"/>
            <a:ext cx="1486761" cy="373184"/>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90" name="文本框 489">
            <a:extLst>
              <a:ext uri="{FF2B5EF4-FFF2-40B4-BE49-F238E27FC236}">
                <a16:creationId xmlns:a16="http://schemas.microsoft.com/office/drawing/2014/main" id="{12BC5D6B-24AA-CBA6-991A-C71044CE4160}"/>
              </a:ext>
            </a:extLst>
          </p:cNvPr>
          <p:cNvSpPr txBox="1"/>
          <p:nvPr/>
        </p:nvSpPr>
        <p:spPr>
          <a:xfrm>
            <a:off x="1881455" y="6364225"/>
            <a:ext cx="4068242" cy="276999"/>
          </a:xfrm>
          <a:prstGeom prst="rect">
            <a:avLst/>
          </a:prstGeom>
          <a:noFill/>
        </p:spPr>
        <p:txBody>
          <a:bodyPr wrap="square" rtlCol="0">
            <a:spAutoFit/>
          </a:bodyPr>
          <a:lstStyle/>
          <a:p>
            <a:r>
              <a:rPr kumimoji="1" lang="en" altLang="zh-CN" sz="120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3" name="文本框 12">
            <a:extLst>
              <a:ext uri="{FF2B5EF4-FFF2-40B4-BE49-F238E27FC236}">
                <a16:creationId xmlns:a16="http://schemas.microsoft.com/office/drawing/2014/main" id="{E63543AD-8CF8-0E35-9BD2-AD20F212EAB2}"/>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5896FDB3-34C0-D755-EB03-6C15AFC28971}"/>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7" name="直线连接符 26">
            <a:extLst>
              <a:ext uri="{FF2B5EF4-FFF2-40B4-BE49-F238E27FC236}">
                <a16:creationId xmlns:a16="http://schemas.microsoft.com/office/drawing/2014/main" id="{B7D4CA44-F147-8EF1-F85C-12F132390DE3}"/>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A86F10B9-5FA9-C7C0-B7E1-A9482B90CF00}"/>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E6A05B8F-24BF-56A0-BC9B-E9C370BA7A07}"/>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0" name="组合 29">
            <a:extLst>
              <a:ext uri="{FF2B5EF4-FFF2-40B4-BE49-F238E27FC236}">
                <a16:creationId xmlns:a16="http://schemas.microsoft.com/office/drawing/2014/main" id="{00FAC895-798F-2D23-F13D-93FA3C72946F}"/>
              </a:ext>
            </a:extLst>
          </p:cNvPr>
          <p:cNvGrpSpPr/>
          <p:nvPr/>
        </p:nvGrpSpPr>
        <p:grpSpPr>
          <a:xfrm>
            <a:off x="2323294" y="287981"/>
            <a:ext cx="356205" cy="355288"/>
            <a:chOff x="2323294" y="287981"/>
            <a:chExt cx="356205" cy="355288"/>
          </a:xfrm>
        </p:grpSpPr>
        <p:sp>
          <p:nvSpPr>
            <p:cNvPr id="32" name="Google Shape;7166;p80">
              <a:extLst>
                <a:ext uri="{FF2B5EF4-FFF2-40B4-BE49-F238E27FC236}">
                  <a16:creationId xmlns:a16="http://schemas.microsoft.com/office/drawing/2014/main" id="{A5B4B440-CBC9-BB0B-AEAF-B908C760E942}"/>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67;p80">
              <a:extLst>
                <a:ext uri="{FF2B5EF4-FFF2-40B4-BE49-F238E27FC236}">
                  <a16:creationId xmlns:a16="http://schemas.microsoft.com/office/drawing/2014/main" id="{61ADB8D0-9565-8F83-A218-EAF4279526FF}"/>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7168;p80">
              <a:extLst>
                <a:ext uri="{FF2B5EF4-FFF2-40B4-BE49-F238E27FC236}">
                  <a16:creationId xmlns:a16="http://schemas.microsoft.com/office/drawing/2014/main" id="{5A39567E-BEF7-67AA-9D4B-6DEC80853D3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7169;p80">
              <a:extLst>
                <a:ext uri="{FF2B5EF4-FFF2-40B4-BE49-F238E27FC236}">
                  <a16:creationId xmlns:a16="http://schemas.microsoft.com/office/drawing/2014/main" id="{ACD1A945-6D76-5F4A-3574-B30D16C30BCB}"/>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2448035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表 1">
            <a:extLst>
              <a:ext uri="{FF2B5EF4-FFF2-40B4-BE49-F238E27FC236}">
                <a16:creationId xmlns:a16="http://schemas.microsoft.com/office/drawing/2014/main" id="{6D3C299C-8CD6-AC9D-7A2C-83B751CFFB20}"/>
              </a:ext>
            </a:extLst>
          </p:cNvPr>
          <p:cNvGraphicFramePr/>
          <p:nvPr>
            <p:extLst>
              <p:ext uri="{D42A27DB-BD31-4B8C-83A1-F6EECF244321}">
                <p14:modId xmlns:p14="http://schemas.microsoft.com/office/powerpoint/2010/main" val="2005232863"/>
              </p:ext>
            </p:extLst>
          </p:nvPr>
        </p:nvGraphicFramePr>
        <p:xfrm>
          <a:off x="527293" y="2166078"/>
          <a:ext cx="5526268" cy="4307921"/>
        </p:xfrm>
        <a:graphic>
          <a:graphicData uri="http://schemas.openxmlformats.org/drawingml/2006/chart">
            <c:chart xmlns:c="http://schemas.openxmlformats.org/drawingml/2006/chart" xmlns:r="http://schemas.openxmlformats.org/officeDocument/2006/relationships" r:id="rId3"/>
          </a:graphicData>
        </a:graphic>
      </p:graphicFrame>
      <p:grpSp>
        <p:nvGrpSpPr>
          <p:cNvPr id="5" name="组合 4">
            <a:extLst>
              <a:ext uri="{FF2B5EF4-FFF2-40B4-BE49-F238E27FC236}">
                <a16:creationId xmlns:a16="http://schemas.microsoft.com/office/drawing/2014/main" id="{7802FE62-7F38-3512-24EE-93BB5BB976AF}"/>
              </a:ext>
            </a:extLst>
          </p:cNvPr>
          <p:cNvGrpSpPr/>
          <p:nvPr/>
        </p:nvGrpSpPr>
        <p:grpSpPr>
          <a:xfrm>
            <a:off x="5168476" y="1714666"/>
            <a:ext cx="1076445" cy="803395"/>
            <a:chOff x="5145991" y="1377387"/>
            <a:chExt cx="1076445" cy="803395"/>
          </a:xfrm>
        </p:grpSpPr>
        <p:sp>
          <p:nvSpPr>
            <p:cNvPr id="3" name="矩形 2">
              <a:extLst>
                <a:ext uri="{FF2B5EF4-FFF2-40B4-BE49-F238E27FC236}">
                  <a16:creationId xmlns:a16="http://schemas.microsoft.com/office/drawing/2014/main" id="{FC61B877-2326-070A-7795-6EE58218FA9F}"/>
                </a:ext>
              </a:extLst>
            </p:cNvPr>
            <p:cNvSpPr/>
            <p:nvPr/>
          </p:nvSpPr>
          <p:spPr>
            <a:xfrm>
              <a:off x="5145991" y="1377387"/>
              <a:ext cx="1076445" cy="671332"/>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三角形 3">
              <a:extLst>
                <a:ext uri="{FF2B5EF4-FFF2-40B4-BE49-F238E27FC236}">
                  <a16:creationId xmlns:a16="http://schemas.microsoft.com/office/drawing/2014/main" id="{97E0B719-92A7-9135-3DAC-821C11739FC0}"/>
                </a:ext>
              </a:extLst>
            </p:cNvPr>
            <p:cNvSpPr/>
            <p:nvPr/>
          </p:nvSpPr>
          <p:spPr>
            <a:xfrm rot="10800000">
              <a:off x="5509667" y="2038662"/>
              <a:ext cx="349092" cy="142120"/>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7" name="文本框 6">
            <a:extLst>
              <a:ext uri="{FF2B5EF4-FFF2-40B4-BE49-F238E27FC236}">
                <a16:creationId xmlns:a16="http://schemas.microsoft.com/office/drawing/2014/main" id="{B9B5FC7D-E2A4-EC56-6235-05BC083C62F0}"/>
              </a:ext>
            </a:extLst>
          </p:cNvPr>
          <p:cNvSpPr txBox="1"/>
          <p:nvPr/>
        </p:nvSpPr>
        <p:spPr>
          <a:xfrm>
            <a:off x="5116200" y="1753524"/>
            <a:ext cx="1180131" cy="461665"/>
          </a:xfrm>
          <a:prstGeom prst="rect">
            <a:avLst/>
          </a:prstGeom>
          <a:noFill/>
        </p:spPr>
        <p:txBody>
          <a:bodyPr wrap="none" rtlCol="0">
            <a:spAutoFit/>
          </a:bodyPr>
          <a:lstStyle/>
          <a:p>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¥2.290</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3F82604C-89E0-9A66-9F0C-EE6D850A34C7}"/>
              </a:ext>
            </a:extLst>
          </p:cNvPr>
          <p:cNvSpPr txBox="1"/>
          <p:nvPr/>
        </p:nvSpPr>
        <p:spPr>
          <a:xfrm>
            <a:off x="5307249" y="2078964"/>
            <a:ext cx="878767" cy="261610"/>
          </a:xfrm>
          <a:prstGeom prst="rect">
            <a:avLst/>
          </a:prstGeom>
          <a:noFill/>
        </p:spPr>
        <p:txBody>
          <a:bodyPr wrap="none" rtlCol="0">
            <a:spAutoFit/>
          </a:bodyPr>
          <a:lstStyle/>
          <a:p>
            <a:r>
              <a:rPr kumimoji="1" lang="en" altLang="zh-CN" sz="1100" dirty="0">
                <a:solidFill>
                  <a:schemeClr val="bg1"/>
                </a:solidFill>
                <a:latin typeface="Alibaba PuHuiTi" pitchFamily="18" charset="-122"/>
                <a:ea typeface="Alibaba PuHuiTi" pitchFamily="18" charset="-122"/>
                <a:cs typeface="Alibaba PuHuiTi" pitchFamily="18" charset="-122"/>
              </a:rPr>
              <a:t>write here</a:t>
            </a:r>
            <a:endParaRPr kumimoji="1" lang="zh-CN" altLang="en-US" sz="1100" dirty="0">
              <a:solidFill>
                <a:schemeClr val="bg1"/>
              </a:solidFill>
              <a:latin typeface="Alibaba PuHuiTi" pitchFamily="18" charset="-122"/>
              <a:ea typeface="Alibaba PuHuiTi" pitchFamily="18" charset="-122"/>
              <a:cs typeface="Alibaba PuHuiTi" pitchFamily="18" charset="-122"/>
            </a:endParaRPr>
          </a:p>
        </p:txBody>
      </p:sp>
      <p:sp>
        <p:nvSpPr>
          <p:cNvPr id="9" name="文本框 8">
            <a:extLst>
              <a:ext uri="{FF2B5EF4-FFF2-40B4-BE49-F238E27FC236}">
                <a16:creationId xmlns:a16="http://schemas.microsoft.com/office/drawing/2014/main" id="{83FBE297-CC97-B754-8031-4F80D1F22EE1}"/>
              </a:ext>
            </a:extLst>
          </p:cNvPr>
          <p:cNvSpPr txBox="1"/>
          <p:nvPr/>
        </p:nvSpPr>
        <p:spPr>
          <a:xfrm>
            <a:off x="533451" y="997328"/>
            <a:ext cx="167866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¥2.290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1" name="直线连接符 10">
            <a:extLst>
              <a:ext uri="{FF2B5EF4-FFF2-40B4-BE49-F238E27FC236}">
                <a16:creationId xmlns:a16="http://schemas.microsoft.com/office/drawing/2014/main" id="{30FBEA99-8859-6738-A1E1-F785CEE141F6}"/>
              </a:ext>
            </a:extLst>
          </p:cNvPr>
          <p:cNvCxnSpPr>
            <a:cxnSpLocks/>
          </p:cNvCxnSpPr>
          <p:nvPr/>
        </p:nvCxnSpPr>
        <p:spPr>
          <a:xfrm>
            <a:off x="434715" y="1596453"/>
            <a:ext cx="5763718" cy="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文本框 13">
            <a:extLst>
              <a:ext uri="{FF2B5EF4-FFF2-40B4-BE49-F238E27FC236}">
                <a16:creationId xmlns:a16="http://schemas.microsoft.com/office/drawing/2014/main" id="{063BD7E3-1A64-C84C-EC71-8F5EF2714997}"/>
              </a:ext>
            </a:extLst>
          </p:cNvPr>
          <p:cNvSpPr txBox="1"/>
          <p:nvPr/>
        </p:nvSpPr>
        <p:spPr>
          <a:xfrm>
            <a:off x="2087646" y="1169715"/>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6" name="直线连接符 15">
            <a:extLst>
              <a:ext uri="{FF2B5EF4-FFF2-40B4-BE49-F238E27FC236}">
                <a16:creationId xmlns:a16="http://schemas.microsoft.com/office/drawing/2014/main" id="{B69711B9-31EC-F2D9-B77D-F55FC197E595}"/>
              </a:ext>
            </a:extLst>
          </p:cNvPr>
          <p:cNvCxnSpPr/>
          <p:nvPr/>
        </p:nvCxnSpPr>
        <p:spPr>
          <a:xfrm>
            <a:off x="2975547" y="1034321"/>
            <a:ext cx="0" cy="47968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8BB51602-0415-0791-ED15-B54A65D0A40B}"/>
              </a:ext>
            </a:extLst>
          </p:cNvPr>
          <p:cNvSpPr txBox="1"/>
          <p:nvPr/>
        </p:nvSpPr>
        <p:spPr>
          <a:xfrm>
            <a:off x="4491454" y="1004823"/>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4FB73135-B3B1-A49F-FDF7-F3FD6F15B776}"/>
              </a:ext>
            </a:extLst>
          </p:cNvPr>
          <p:cNvSpPr txBox="1"/>
          <p:nvPr/>
        </p:nvSpPr>
        <p:spPr>
          <a:xfrm>
            <a:off x="5424615" y="1169715"/>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矩形 18">
            <a:extLst>
              <a:ext uri="{FF2B5EF4-FFF2-40B4-BE49-F238E27FC236}">
                <a16:creationId xmlns:a16="http://schemas.microsoft.com/office/drawing/2014/main" id="{2C058461-9E78-B222-75D2-5FA5F72DBF23}"/>
              </a:ext>
            </a:extLst>
          </p:cNvPr>
          <p:cNvSpPr/>
          <p:nvPr/>
        </p:nvSpPr>
        <p:spPr>
          <a:xfrm>
            <a:off x="5756222" y="109428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0" name="上箭头 19">
            <a:extLst>
              <a:ext uri="{FF2B5EF4-FFF2-40B4-BE49-F238E27FC236}">
                <a16:creationId xmlns:a16="http://schemas.microsoft.com/office/drawing/2014/main" id="{D62DC555-30AF-C21D-353A-7693CF0F078B}"/>
              </a:ext>
            </a:extLst>
          </p:cNvPr>
          <p:cNvSpPr/>
          <p:nvPr/>
        </p:nvSpPr>
        <p:spPr>
          <a:xfrm rot="3296920">
            <a:off x="5847610" y="111647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13DCE16A-CE03-3D6C-1C61-52FDD7BB65E0}"/>
              </a:ext>
            </a:extLst>
          </p:cNvPr>
          <p:cNvSpPr txBox="1"/>
          <p:nvPr/>
        </p:nvSpPr>
        <p:spPr>
          <a:xfrm>
            <a:off x="3047845" y="1049793"/>
            <a:ext cx="1571264"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PROFIT</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圆角矩形 21">
            <a:extLst>
              <a:ext uri="{FF2B5EF4-FFF2-40B4-BE49-F238E27FC236}">
                <a16:creationId xmlns:a16="http://schemas.microsoft.com/office/drawing/2014/main" id="{5633C59F-55D2-876D-DE20-14EC103407B5}"/>
              </a:ext>
            </a:extLst>
          </p:cNvPr>
          <p:cNvSpPr/>
          <p:nvPr/>
        </p:nvSpPr>
        <p:spPr>
          <a:xfrm>
            <a:off x="1098544" y="1954106"/>
            <a:ext cx="1704518" cy="546409"/>
          </a:xfrm>
          <a:prstGeom prst="roundRect">
            <a:avLst/>
          </a:prstGeom>
          <a:pattFill prst="wdDnDiag">
            <a:fgClr>
              <a:schemeClr val="bg2">
                <a:lumMod val="90000"/>
              </a:schemeClr>
            </a:fgClr>
            <a:bgClr>
              <a:schemeClr val="bg1"/>
            </a:bgClr>
          </a:pattFill>
          <a:ln>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文本框 22">
            <a:extLst>
              <a:ext uri="{FF2B5EF4-FFF2-40B4-BE49-F238E27FC236}">
                <a16:creationId xmlns:a16="http://schemas.microsoft.com/office/drawing/2014/main" id="{6F14328D-DD3A-EC39-1CDF-147E5AD2A3D9}"/>
              </a:ext>
            </a:extLst>
          </p:cNvPr>
          <p:cNvSpPr txBox="1"/>
          <p:nvPr/>
        </p:nvSpPr>
        <p:spPr>
          <a:xfrm>
            <a:off x="1166298" y="1958491"/>
            <a:ext cx="1538963" cy="553998"/>
          </a:xfrm>
          <a:prstGeom prst="rect">
            <a:avLst/>
          </a:prstGeom>
          <a:noFill/>
        </p:spPr>
        <p:txBody>
          <a:bodyPr wrap="square" rtlCol="0">
            <a:spAutoFit/>
          </a:bodyPr>
          <a:lstStyle/>
          <a:p>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24" name="直线箭头连接符 23">
            <a:extLst>
              <a:ext uri="{FF2B5EF4-FFF2-40B4-BE49-F238E27FC236}">
                <a16:creationId xmlns:a16="http://schemas.microsoft.com/office/drawing/2014/main" id="{215F9756-FD86-498D-2905-A53AEB30D9BB}"/>
              </a:ext>
            </a:extLst>
          </p:cNvPr>
          <p:cNvCxnSpPr>
            <a:cxnSpLocks/>
          </p:cNvCxnSpPr>
          <p:nvPr/>
        </p:nvCxnSpPr>
        <p:spPr>
          <a:xfrm flipV="1">
            <a:off x="1124712" y="2212848"/>
            <a:ext cx="3483864" cy="1993392"/>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椭圆 24">
            <a:extLst>
              <a:ext uri="{FF2B5EF4-FFF2-40B4-BE49-F238E27FC236}">
                <a16:creationId xmlns:a16="http://schemas.microsoft.com/office/drawing/2014/main" id="{9E10DCF9-40B6-1D5B-3D4C-59CECA9D8062}"/>
              </a:ext>
            </a:extLst>
          </p:cNvPr>
          <p:cNvSpPr/>
          <p:nvPr/>
        </p:nvSpPr>
        <p:spPr>
          <a:xfrm>
            <a:off x="2360742" y="2994283"/>
            <a:ext cx="860689" cy="430344"/>
          </a:xfrm>
          <a:prstGeom prst="ellipse">
            <a:avLst/>
          </a:prstGeom>
          <a:solidFill>
            <a:schemeClr val="bg1"/>
          </a:solidFill>
          <a:ln w="28575">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6" name="文本框 25">
            <a:extLst>
              <a:ext uri="{FF2B5EF4-FFF2-40B4-BE49-F238E27FC236}">
                <a16:creationId xmlns:a16="http://schemas.microsoft.com/office/drawing/2014/main" id="{B2152678-C5CB-AED7-8488-3EE6E752BE0D}"/>
              </a:ext>
            </a:extLst>
          </p:cNvPr>
          <p:cNvSpPr txBox="1"/>
          <p:nvPr/>
        </p:nvSpPr>
        <p:spPr>
          <a:xfrm>
            <a:off x="2410196" y="3048976"/>
            <a:ext cx="1064524" cy="338554"/>
          </a:xfrm>
          <a:prstGeom prst="rect">
            <a:avLst/>
          </a:prstGeom>
          <a:noFill/>
        </p:spPr>
        <p:txBody>
          <a:bodyPr wrap="square" rtlCol="0">
            <a:spAutoFit/>
          </a:bodyPr>
          <a:lstStyle/>
          <a:p>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a:t>
            </a: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7.5</a:t>
            </a:r>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33" name="圆角矩形 32">
            <a:extLst>
              <a:ext uri="{FF2B5EF4-FFF2-40B4-BE49-F238E27FC236}">
                <a16:creationId xmlns:a16="http://schemas.microsoft.com/office/drawing/2014/main" id="{B08477AD-9D6E-C826-54F1-15C06F50E403}"/>
              </a:ext>
            </a:extLst>
          </p:cNvPr>
          <p:cNvSpPr/>
          <p:nvPr/>
        </p:nvSpPr>
        <p:spPr>
          <a:xfrm>
            <a:off x="6791076" y="1056072"/>
            <a:ext cx="1774702" cy="425188"/>
          </a:xfrm>
          <a:prstGeom prst="roundRect">
            <a:avLst/>
          </a:prstGeom>
          <a:noFill/>
          <a:ln w="317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a:extLst>
              <a:ext uri="{FF2B5EF4-FFF2-40B4-BE49-F238E27FC236}">
                <a16:creationId xmlns:a16="http://schemas.microsoft.com/office/drawing/2014/main" id="{009F84A6-95EE-77BD-4698-E376C7856C53}"/>
              </a:ext>
            </a:extLst>
          </p:cNvPr>
          <p:cNvSpPr txBox="1"/>
          <p:nvPr/>
        </p:nvSpPr>
        <p:spPr>
          <a:xfrm>
            <a:off x="6931098" y="1091297"/>
            <a:ext cx="1486761" cy="373184"/>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35" name="文本框 34">
            <a:extLst>
              <a:ext uri="{FF2B5EF4-FFF2-40B4-BE49-F238E27FC236}">
                <a16:creationId xmlns:a16="http://schemas.microsoft.com/office/drawing/2014/main" id="{2517EF33-D3FB-055F-ABDA-69E4F79BD056}"/>
              </a:ext>
            </a:extLst>
          </p:cNvPr>
          <p:cNvSpPr txBox="1"/>
          <p:nvPr/>
        </p:nvSpPr>
        <p:spPr>
          <a:xfrm>
            <a:off x="6804211" y="1879651"/>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7" name="直线连接符 36">
            <a:extLst>
              <a:ext uri="{FF2B5EF4-FFF2-40B4-BE49-F238E27FC236}">
                <a16:creationId xmlns:a16="http://schemas.microsoft.com/office/drawing/2014/main" id="{08920104-E190-A6AC-2FD0-24EB945B13C1}"/>
              </a:ext>
            </a:extLst>
          </p:cNvPr>
          <p:cNvCxnSpPr>
            <a:cxnSpLocks/>
          </p:cNvCxnSpPr>
          <p:nvPr/>
        </p:nvCxnSpPr>
        <p:spPr>
          <a:xfrm>
            <a:off x="6816080" y="1628800"/>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39" name="直线连接符 38">
            <a:extLst>
              <a:ext uri="{FF2B5EF4-FFF2-40B4-BE49-F238E27FC236}">
                <a16:creationId xmlns:a16="http://schemas.microsoft.com/office/drawing/2014/main" id="{5B84A052-2FE8-956A-4BA7-A76EEAC32E98}"/>
              </a:ext>
            </a:extLst>
          </p:cNvPr>
          <p:cNvCxnSpPr>
            <a:cxnSpLocks/>
          </p:cNvCxnSpPr>
          <p:nvPr/>
        </p:nvCxnSpPr>
        <p:spPr>
          <a:xfrm>
            <a:off x="6816080" y="2492025"/>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2" name="直线连接符 41">
            <a:extLst>
              <a:ext uri="{FF2B5EF4-FFF2-40B4-BE49-F238E27FC236}">
                <a16:creationId xmlns:a16="http://schemas.microsoft.com/office/drawing/2014/main" id="{EABEA7A0-EB09-CAD2-786C-F4BC1A55E946}"/>
              </a:ext>
            </a:extLst>
          </p:cNvPr>
          <p:cNvCxnSpPr>
            <a:cxnSpLocks/>
          </p:cNvCxnSpPr>
          <p:nvPr/>
        </p:nvCxnSpPr>
        <p:spPr>
          <a:xfrm>
            <a:off x="8472264" y="1748259"/>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1240514A-8349-95EE-7FBB-C1E0A5ECBAE6}"/>
              </a:ext>
            </a:extLst>
          </p:cNvPr>
          <p:cNvSpPr txBox="1"/>
          <p:nvPr/>
        </p:nvSpPr>
        <p:spPr>
          <a:xfrm>
            <a:off x="8553218" y="1811729"/>
            <a:ext cx="1168910"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1. 4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2927DF7F-8B6B-A017-B201-139301376792}"/>
              </a:ext>
            </a:extLst>
          </p:cNvPr>
          <p:cNvSpPr txBox="1"/>
          <p:nvPr/>
        </p:nvSpPr>
        <p:spPr>
          <a:xfrm>
            <a:off x="9602916" y="2005137"/>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8" name="组合 47">
            <a:extLst>
              <a:ext uri="{FF2B5EF4-FFF2-40B4-BE49-F238E27FC236}">
                <a16:creationId xmlns:a16="http://schemas.microsoft.com/office/drawing/2014/main" id="{A4BDF4B3-B489-9BE7-3906-0D4CD7830DE8}"/>
              </a:ext>
            </a:extLst>
          </p:cNvPr>
          <p:cNvGrpSpPr/>
          <p:nvPr/>
        </p:nvGrpSpPr>
        <p:grpSpPr>
          <a:xfrm>
            <a:off x="10584204" y="1755227"/>
            <a:ext cx="584345" cy="584345"/>
            <a:chOff x="10920536" y="1916832"/>
            <a:chExt cx="412230" cy="412230"/>
          </a:xfrm>
        </p:grpSpPr>
        <p:sp>
          <p:nvSpPr>
            <p:cNvPr id="46" name="矩形 45">
              <a:extLst>
                <a:ext uri="{FF2B5EF4-FFF2-40B4-BE49-F238E27FC236}">
                  <a16:creationId xmlns:a16="http://schemas.microsoft.com/office/drawing/2014/main" id="{700DD746-E2F5-60E2-B258-AE45777ECB41}"/>
                </a:ext>
              </a:extLst>
            </p:cNvPr>
            <p:cNvSpPr/>
            <p:nvPr/>
          </p:nvSpPr>
          <p:spPr>
            <a:xfrm>
              <a:off x="10920536" y="191683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 name="上箭头 46">
              <a:extLst>
                <a:ext uri="{FF2B5EF4-FFF2-40B4-BE49-F238E27FC236}">
                  <a16:creationId xmlns:a16="http://schemas.microsoft.com/office/drawing/2014/main" id="{8253B28B-60F6-62D0-8F1B-E9C321C2AAE5}"/>
                </a:ext>
              </a:extLst>
            </p:cNvPr>
            <p:cNvSpPr/>
            <p:nvPr/>
          </p:nvSpPr>
          <p:spPr>
            <a:xfrm rot="3296920">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9" name="文本框 48">
            <a:extLst>
              <a:ext uri="{FF2B5EF4-FFF2-40B4-BE49-F238E27FC236}">
                <a16:creationId xmlns:a16="http://schemas.microsoft.com/office/drawing/2014/main" id="{4A922C07-7814-F819-1D49-0F6ADF824E23}"/>
              </a:ext>
            </a:extLst>
          </p:cNvPr>
          <p:cNvSpPr txBox="1"/>
          <p:nvPr/>
        </p:nvSpPr>
        <p:spPr>
          <a:xfrm>
            <a:off x="11177037" y="2051901"/>
            <a:ext cx="659155"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+0.1</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D9337649-9BFA-CBD6-9F47-734B4F227518}"/>
              </a:ext>
            </a:extLst>
          </p:cNvPr>
          <p:cNvSpPr txBox="1"/>
          <p:nvPr/>
        </p:nvSpPr>
        <p:spPr>
          <a:xfrm>
            <a:off x="11156016" y="1858462"/>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FC03AA6F-2C62-DD22-C224-1BC22D069396}"/>
              </a:ext>
            </a:extLst>
          </p:cNvPr>
          <p:cNvSpPr txBox="1"/>
          <p:nvPr/>
        </p:nvSpPr>
        <p:spPr>
          <a:xfrm>
            <a:off x="6804211" y="2852936"/>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 name="直线连接符 62">
            <a:extLst>
              <a:ext uri="{FF2B5EF4-FFF2-40B4-BE49-F238E27FC236}">
                <a16:creationId xmlns:a16="http://schemas.microsoft.com/office/drawing/2014/main" id="{4A080AE5-0D27-BC6F-14DB-A96320CFE38B}"/>
              </a:ext>
            </a:extLst>
          </p:cNvPr>
          <p:cNvCxnSpPr>
            <a:cxnSpLocks/>
          </p:cNvCxnSpPr>
          <p:nvPr/>
        </p:nvCxnSpPr>
        <p:spPr>
          <a:xfrm>
            <a:off x="6816080" y="3465310"/>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48" name="直线连接符 447">
            <a:extLst>
              <a:ext uri="{FF2B5EF4-FFF2-40B4-BE49-F238E27FC236}">
                <a16:creationId xmlns:a16="http://schemas.microsoft.com/office/drawing/2014/main" id="{E0078C5C-B2B1-F614-6425-C324CB96DFBA}"/>
              </a:ext>
            </a:extLst>
          </p:cNvPr>
          <p:cNvCxnSpPr>
            <a:cxnSpLocks/>
          </p:cNvCxnSpPr>
          <p:nvPr/>
        </p:nvCxnSpPr>
        <p:spPr>
          <a:xfrm>
            <a:off x="8472264" y="2721544"/>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49" name="文本框 448">
            <a:extLst>
              <a:ext uri="{FF2B5EF4-FFF2-40B4-BE49-F238E27FC236}">
                <a16:creationId xmlns:a16="http://schemas.microsoft.com/office/drawing/2014/main" id="{A05764AF-C05E-A541-F988-4EA5BD15724F}"/>
              </a:ext>
            </a:extLst>
          </p:cNvPr>
          <p:cNvSpPr txBox="1"/>
          <p:nvPr/>
        </p:nvSpPr>
        <p:spPr>
          <a:xfrm>
            <a:off x="8553218" y="2785014"/>
            <a:ext cx="1172116"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137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CD8FD190-FE11-E298-8953-06DF0A316019}"/>
              </a:ext>
            </a:extLst>
          </p:cNvPr>
          <p:cNvSpPr txBox="1"/>
          <p:nvPr/>
        </p:nvSpPr>
        <p:spPr>
          <a:xfrm>
            <a:off x="9602916" y="2978422"/>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51" name="组合 450">
            <a:extLst>
              <a:ext uri="{FF2B5EF4-FFF2-40B4-BE49-F238E27FC236}">
                <a16:creationId xmlns:a16="http://schemas.microsoft.com/office/drawing/2014/main" id="{79506F55-1B49-A705-AEE2-A15FABA918FA}"/>
              </a:ext>
            </a:extLst>
          </p:cNvPr>
          <p:cNvGrpSpPr/>
          <p:nvPr/>
        </p:nvGrpSpPr>
        <p:grpSpPr>
          <a:xfrm>
            <a:off x="10584204" y="2728512"/>
            <a:ext cx="584345" cy="584345"/>
            <a:chOff x="10920536" y="1916832"/>
            <a:chExt cx="412230" cy="412230"/>
          </a:xfrm>
        </p:grpSpPr>
        <p:sp>
          <p:nvSpPr>
            <p:cNvPr id="452" name="矩形 451">
              <a:extLst>
                <a:ext uri="{FF2B5EF4-FFF2-40B4-BE49-F238E27FC236}">
                  <a16:creationId xmlns:a16="http://schemas.microsoft.com/office/drawing/2014/main" id="{8CA68027-F2FE-23D2-82F6-DDDE5461BAFE}"/>
                </a:ext>
              </a:extLst>
            </p:cNvPr>
            <p:cNvSpPr/>
            <p:nvPr/>
          </p:nvSpPr>
          <p:spPr>
            <a:xfrm>
              <a:off x="10920536" y="191683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53" name="上箭头 452">
              <a:extLst>
                <a:ext uri="{FF2B5EF4-FFF2-40B4-BE49-F238E27FC236}">
                  <a16:creationId xmlns:a16="http://schemas.microsoft.com/office/drawing/2014/main" id="{CC6AF032-4C86-BC8A-72DD-2F24C6B94D12}"/>
                </a:ext>
              </a:extLst>
            </p:cNvPr>
            <p:cNvSpPr/>
            <p:nvPr/>
          </p:nvSpPr>
          <p:spPr>
            <a:xfrm rot="3296920">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54" name="文本框 453">
            <a:extLst>
              <a:ext uri="{FF2B5EF4-FFF2-40B4-BE49-F238E27FC236}">
                <a16:creationId xmlns:a16="http://schemas.microsoft.com/office/drawing/2014/main" id="{B9AAD2D1-183E-0053-42D4-2AA547106EF2}"/>
              </a:ext>
            </a:extLst>
          </p:cNvPr>
          <p:cNvSpPr txBox="1"/>
          <p:nvPr/>
        </p:nvSpPr>
        <p:spPr>
          <a:xfrm>
            <a:off x="11177037" y="3025186"/>
            <a:ext cx="659155"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+0.1</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5" name="文本框 454">
            <a:extLst>
              <a:ext uri="{FF2B5EF4-FFF2-40B4-BE49-F238E27FC236}">
                <a16:creationId xmlns:a16="http://schemas.microsoft.com/office/drawing/2014/main" id="{B63C7D65-A072-1D3B-6D89-E52817D09C02}"/>
              </a:ext>
            </a:extLst>
          </p:cNvPr>
          <p:cNvSpPr txBox="1"/>
          <p:nvPr/>
        </p:nvSpPr>
        <p:spPr>
          <a:xfrm>
            <a:off x="11156016" y="2831747"/>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66" name="文本框 465">
            <a:extLst>
              <a:ext uri="{FF2B5EF4-FFF2-40B4-BE49-F238E27FC236}">
                <a16:creationId xmlns:a16="http://schemas.microsoft.com/office/drawing/2014/main" id="{AF718A95-D469-CD63-E173-59043730296C}"/>
              </a:ext>
            </a:extLst>
          </p:cNvPr>
          <p:cNvSpPr txBox="1"/>
          <p:nvPr/>
        </p:nvSpPr>
        <p:spPr>
          <a:xfrm>
            <a:off x="6804211" y="3784954"/>
            <a:ext cx="1492716" cy="369332"/>
          </a:xfrm>
          <a:prstGeom prst="rect">
            <a:avLst/>
          </a:prstGeom>
          <a:noFill/>
        </p:spPr>
        <p:txBody>
          <a:bodyPr wrap="non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Profit Trend</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67" name="直线连接符 466">
            <a:extLst>
              <a:ext uri="{FF2B5EF4-FFF2-40B4-BE49-F238E27FC236}">
                <a16:creationId xmlns:a16="http://schemas.microsoft.com/office/drawing/2014/main" id="{203C0A85-6D4A-F249-3828-EF4C23767841}"/>
              </a:ext>
            </a:extLst>
          </p:cNvPr>
          <p:cNvCxnSpPr>
            <a:cxnSpLocks/>
          </p:cNvCxnSpPr>
          <p:nvPr/>
        </p:nvCxnSpPr>
        <p:spPr>
          <a:xfrm>
            <a:off x="6816080" y="4397328"/>
            <a:ext cx="5030779" cy="0"/>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68" name="直线连接符 467">
            <a:extLst>
              <a:ext uri="{FF2B5EF4-FFF2-40B4-BE49-F238E27FC236}">
                <a16:creationId xmlns:a16="http://schemas.microsoft.com/office/drawing/2014/main" id="{C96C4C75-4C1D-06F3-4981-3B18E877F729}"/>
              </a:ext>
            </a:extLst>
          </p:cNvPr>
          <p:cNvCxnSpPr>
            <a:cxnSpLocks/>
          </p:cNvCxnSpPr>
          <p:nvPr/>
        </p:nvCxnSpPr>
        <p:spPr>
          <a:xfrm>
            <a:off x="8472264" y="3653562"/>
            <a:ext cx="0" cy="637589"/>
          </a:xfrm>
          <a:prstGeom prst="line">
            <a:avLst/>
          </a:prstGeom>
          <a:ln w="19050">
            <a:solidFill>
              <a:schemeClr val="tx1">
                <a:lumMod val="95000"/>
                <a:lumOff val="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69" name="文本框 468">
            <a:extLst>
              <a:ext uri="{FF2B5EF4-FFF2-40B4-BE49-F238E27FC236}">
                <a16:creationId xmlns:a16="http://schemas.microsoft.com/office/drawing/2014/main" id="{770D0C21-D4D4-E75A-24D0-0EB9F8B9528F}"/>
              </a:ext>
            </a:extLst>
          </p:cNvPr>
          <p:cNvSpPr txBox="1"/>
          <p:nvPr/>
        </p:nvSpPr>
        <p:spPr>
          <a:xfrm>
            <a:off x="8553218" y="3717032"/>
            <a:ext cx="1128835"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0.3</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0" name="文本框 469">
            <a:extLst>
              <a:ext uri="{FF2B5EF4-FFF2-40B4-BE49-F238E27FC236}">
                <a16:creationId xmlns:a16="http://schemas.microsoft.com/office/drawing/2014/main" id="{63A9B5F8-D913-39A6-81E2-911AB975BC4A}"/>
              </a:ext>
            </a:extLst>
          </p:cNvPr>
          <p:cNvSpPr txBox="1"/>
          <p:nvPr/>
        </p:nvSpPr>
        <p:spPr>
          <a:xfrm>
            <a:off x="9602916" y="3910440"/>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471" name="组合 470">
            <a:extLst>
              <a:ext uri="{FF2B5EF4-FFF2-40B4-BE49-F238E27FC236}">
                <a16:creationId xmlns:a16="http://schemas.microsoft.com/office/drawing/2014/main" id="{006433EC-FE4D-EF32-2A44-89A466FFFADC}"/>
              </a:ext>
            </a:extLst>
          </p:cNvPr>
          <p:cNvGrpSpPr/>
          <p:nvPr/>
        </p:nvGrpSpPr>
        <p:grpSpPr>
          <a:xfrm>
            <a:off x="10584204" y="3660530"/>
            <a:ext cx="584345" cy="584345"/>
            <a:chOff x="10920536" y="1916832"/>
            <a:chExt cx="412230" cy="412230"/>
          </a:xfrm>
        </p:grpSpPr>
        <p:sp>
          <p:nvSpPr>
            <p:cNvPr id="472" name="矩形 471">
              <a:extLst>
                <a:ext uri="{FF2B5EF4-FFF2-40B4-BE49-F238E27FC236}">
                  <a16:creationId xmlns:a16="http://schemas.microsoft.com/office/drawing/2014/main" id="{20BADE67-3757-7B8D-7FA3-F8D23A1E18C9}"/>
                </a:ext>
              </a:extLst>
            </p:cNvPr>
            <p:cNvSpPr/>
            <p:nvPr/>
          </p:nvSpPr>
          <p:spPr>
            <a:xfrm>
              <a:off x="10920536" y="1916832"/>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3" name="上箭头 472">
              <a:extLst>
                <a:ext uri="{FF2B5EF4-FFF2-40B4-BE49-F238E27FC236}">
                  <a16:creationId xmlns:a16="http://schemas.microsoft.com/office/drawing/2014/main" id="{9C58E091-1A91-A1B7-77D0-8943D20E7952}"/>
                </a:ext>
              </a:extLst>
            </p:cNvPr>
            <p:cNvSpPr/>
            <p:nvPr/>
          </p:nvSpPr>
          <p:spPr>
            <a:xfrm rot="7635531">
              <a:off x="11011924" y="1939026"/>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74" name="文本框 473">
            <a:extLst>
              <a:ext uri="{FF2B5EF4-FFF2-40B4-BE49-F238E27FC236}">
                <a16:creationId xmlns:a16="http://schemas.microsoft.com/office/drawing/2014/main" id="{AD59AB02-BCA7-3346-AE9E-9C2C0B1ABD98}"/>
              </a:ext>
            </a:extLst>
          </p:cNvPr>
          <p:cNvSpPr txBox="1"/>
          <p:nvPr/>
        </p:nvSpPr>
        <p:spPr>
          <a:xfrm>
            <a:off x="11177037" y="3957204"/>
            <a:ext cx="554960"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-97</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5" name="文本框 474">
            <a:extLst>
              <a:ext uri="{FF2B5EF4-FFF2-40B4-BE49-F238E27FC236}">
                <a16:creationId xmlns:a16="http://schemas.microsoft.com/office/drawing/2014/main" id="{41E79CFC-E6A0-3949-FCCF-A77496B53AE1}"/>
              </a:ext>
            </a:extLst>
          </p:cNvPr>
          <p:cNvSpPr txBox="1"/>
          <p:nvPr/>
        </p:nvSpPr>
        <p:spPr>
          <a:xfrm>
            <a:off x="11156016" y="3763765"/>
            <a:ext cx="49564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YOY</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6" name="圆角矩形 475">
            <a:extLst>
              <a:ext uri="{FF2B5EF4-FFF2-40B4-BE49-F238E27FC236}">
                <a16:creationId xmlns:a16="http://schemas.microsoft.com/office/drawing/2014/main" id="{844F5582-DA6B-3524-7ED5-347327B464DD}"/>
              </a:ext>
            </a:extLst>
          </p:cNvPr>
          <p:cNvSpPr/>
          <p:nvPr/>
        </p:nvSpPr>
        <p:spPr>
          <a:xfrm>
            <a:off x="6791076" y="4617911"/>
            <a:ext cx="1563147" cy="374503"/>
          </a:xfrm>
          <a:prstGeom prst="roundRect">
            <a:avLst>
              <a:gd name="adj" fmla="val 0"/>
            </a:avLst>
          </a:prstGeom>
          <a:solidFill>
            <a:srgbClr val="1E344D"/>
          </a:solidFill>
          <a:ln w="317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77" name="文本框 476">
            <a:extLst>
              <a:ext uri="{FF2B5EF4-FFF2-40B4-BE49-F238E27FC236}">
                <a16:creationId xmlns:a16="http://schemas.microsoft.com/office/drawing/2014/main" id="{E0B292E0-15BC-D5B6-E4D2-8DA4B25E0710}"/>
              </a:ext>
            </a:extLst>
          </p:cNvPr>
          <p:cNvSpPr txBox="1"/>
          <p:nvPr/>
        </p:nvSpPr>
        <p:spPr>
          <a:xfrm>
            <a:off x="6825995" y="4622800"/>
            <a:ext cx="1454405"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WRITE HERE</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sp>
        <p:nvSpPr>
          <p:cNvPr id="478" name="文本框 477">
            <a:extLst>
              <a:ext uri="{FF2B5EF4-FFF2-40B4-BE49-F238E27FC236}">
                <a16:creationId xmlns:a16="http://schemas.microsoft.com/office/drawing/2014/main" id="{C2DD051F-EB6E-2E9F-D8AE-159D2B49103A}"/>
              </a:ext>
            </a:extLst>
          </p:cNvPr>
          <p:cNvSpPr txBox="1"/>
          <p:nvPr/>
        </p:nvSpPr>
        <p:spPr>
          <a:xfrm>
            <a:off x="7083972" y="5122486"/>
            <a:ext cx="4960882"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79" name="文本框 478">
            <a:extLst>
              <a:ext uri="{FF2B5EF4-FFF2-40B4-BE49-F238E27FC236}">
                <a16:creationId xmlns:a16="http://schemas.microsoft.com/office/drawing/2014/main" id="{3889345F-1AAB-5A5B-AAE7-E558B9182149}"/>
              </a:ext>
            </a:extLst>
          </p:cNvPr>
          <p:cNvSpPr txBox="1"/>
          <p:nvPr/>
        </p:nvSpPr>
        <p:spPr>
          <a:xfrm>
            <a:off x="7094483" y="5905204"/>
            <a:ext cx="4960882" cy="738664"/>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480" name="Google Shape;1671;p70">
            <a:extLst>
              <a:ext uri="{FF2B5EF4-FFF2-40B4-BE49-F238E27FC236}">
                <a16:creationId xmlns:a16="http://schemas.microsoft.com/office/drawing/2014/main" id="{664A9630-97BE-79A3-9F0A-CA5530E852B4}"/>
              </a:ext>
            </a:extLst>
          </p:cNvPr>
          <p:cNvSpPr/>
          <p:nvPr/>
        </p:nvSpPr>
        <p:spPr>
          <a:xfrm>
            <a:off x="6798670" y="5184807"/>
            <a:ext cx="243262" cy="24326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481" name="Google Shape;1671;p70">
            <a:extLst>
              <a:ext uri="{FF2B5EF4-FFF2-40B4-BE49-F238E27FC236}">
                <a16:creationId xmlns:a16="http://schemas.microsoft.com/office/drawing/2014/main" id="{3A95F738-935E-60B2-BBD1-36BA8508CB0C}"/>
              </a:ext>
            </a:extLst>
          </p:cNvPr>
          <p:cNvSpPr/>
          <p:nvPr/>
        </p:nvSpPr>
        <p:spPr>
          <a:xfrm>
            <a:off x="6798670" y="5896730"/>
            <a:ext cx="243262" cy="243262"/>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483" name="Google Shape;5655;p76">
            <a:extLst>
              <a:ext uri="{FF2B5EF4-FFF2-40B4-BE49-F238E27FC236}">
                <a16:creationId xmlns:a16="http://schemas.microsoft.com/office/drawing/2014/main" id="{C47810CB-2072-5AB1-359F-EBCE9A2C85CF}"/>
              </a:ext>
            </a:extLst>
          </p:cNvPr>
          <p:cNvSpPr/>
          <p:nvPr/>
        </p:nvSpPr>
        <p:spPr>
          <a:xfrm>
            <a:off x="8843092" y="1118946"/>
            <a:ext cx="296144" cy="154667"/>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4" name="Google Shape;5656;p76">
            <a:extLst>
              <a:ext uri="{FF2B5EF4-FFF2-40B4-BE49-F238E27FC236}">
                <a16:creationId xmlns:a16="http://schemas.microsoft.com/office/drawing/2014/main" id="{C7B41E6D-8DB5-051F-435C-7B5EFDE6E5D4}"/>
              </a:ext>
            </a:extLst>
          </p:cNvPr>
          <p:cNvSpPr/>
          <p:nvPr/>
        </p:nvSpPr>
        <p:spPr>
          <a:xfrm>
            <a:off x="9064860" y="1188910"/>
            <a:ext cx="217989" cy="318417"/>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5" name="Google Shape;5657;p76">
            <a:extLst>
              <a:ext uri="{FF2B5EF4-FFF2-40B4-BE49-F238E27FC236}">
                <a16:creationId xmlns:a16="http://schemas.microsoft.com/office/drawing/2014/main" id="{5457FD28-B1D3-D5C4-520A-8C96FB057BA7}"/>
              </a:ext>
            </a:extLst>
          </p:cNvPr>
          <p:cNvSpPr/>
          <p:nvPr/>
        </p:nvSpPr>
        <p:spPr>
          <a:xfrm>
            <a:off x="8956945" y="1057736"/>
            <a:ext cx="313676" cy="158188"/>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6" name="Google Shape;5658;p76">
            <a:extLst>
              <a:ext uri="{FF2B5EF4-FFF2-40B4-BE49-F238E27FC236}">
                <a16:creationId xmlns:a16="http://schemas.microsoft.com/office/drawing/2014/main" id="{2A4DBB25-219C-1211-8BC6-52E7351DE0F6}"/>
              </a:ext>
            </a:extLst>
          </p:cNvPr>
          <p:cNvSpPr/>
          <p:nvPr/>
        </p:nvSpPr>
        <p:spPr>
          <a:xfrm>
            <a:off x="8830301" y="1188065"/>
            <a:ext cx="208085" cy="319121"/>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8" name="圆角矩形 487">
            <a:extLst>
              <a:ext uri="{FF2B5EF4-FFF2-40B4-BE49-F238E27FC236}">
                <a16:creationId xmlns:a16="http://schemas.microsoft.com/office/drawing/2014/main" id="{44DCDADD-E083-20AD-55C4-2C974CE0622B}"/>
              </a:ext>
            </a:extLst>
          </p:cNvPr>
          <p:cNvSpPr/>
          <p:nvPr/>
        </p:nvSpPr>
        <p:spPr>
          <a:xfrm>
            <a:off x="9556378" y="1056072"/>
            <a:ext cx="2294246" cy="425188"/>
          </a:xfrm>
          <a:prstGeom prst="roundRect">
            <a:avLst/>
          </a:prstGeom>
          <a:noFill/>
          <a:ln w="317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9" name="文本框 488">
            <a:extLst>
              <a:ext uri="{FF2B5EF4-FFF2-40B4-BE49-F238E27FC236}">
                <a16:creationId xmlns:a16="http://schemas.microsoft.com/office/drawing/2014/main" id="{79F53F9B-486B-997C-011D-AE929347388E}"/>
              </a:ext>
            </a:extLst>
          </p:cNvPr>
          <p:cNvSpPr txBox="1"/>
          <p:nvPr/>
        </p:nvSpPr>
        <p:spPr>
          <a:xfrm>
            <a:off x="10013392" y="1091297"/>
            <a:ext cx="1486761" cy="373184"/>
          </a:xfrm>
          <a:prstGeom prst="rect">
            <a:avLst/>
          </a:prstGeom>
          <a:noFill/>
        </p:spPr>
        <p:txBody>
          <a:bodyPr wrap="square" rtlCol="0">
            <a:spAutoFit/>
          </a:bodyPr>
          <a:lstStyle/>
          <a:p>
            <a:r>
              <a:rPr kumimoji="1" lang="en" altLang="zh-CN" dirty="0">
                <a:solidFill>
                  <a:srgbClr val="1E344D"/>
                </a:solidFill>
                <a:latin typeface="Alibaba PuHuiTi" pitchFamily="18" charset="-122"/>
                <a:ea typeface="Alibaba PuHuiTi" pitchFamily="18" charset="-122"/>
                <a:cs typeface="Alibaba PuHuiTi" pitchFamily="18" charset="-122"/>
              </a:rPr>
              <a:t>WRITE HERE</a:t>
            </a:r>
            <a:endParaRPr kumimoji="1" lang="zh-CN" altLang="en-US" dirty="0">
              <a:solidFill>
                <a:srgbClr val="1E344D"/>
              </a:solidFill>
              <a:latin typeface="Alibaba PuHuiTi" pitchFamily="18" charset="-122"/>
              <a:ea typeface="Alibaba PuHuiTi" pitchFamily="18" charset="-122"/>
              <a:cs typeface="Alibaba PuHuiTi" pitchFamily="18" charset="-122"/>
            </a:endParaRPr>
          </a:p>
        </p:txBody>
      </p:sp>
      <p:sp>
        <p:nvSpPr>
          <p:cNvPr id="490" name="文本框 489">
            <a:extLst>
              <a:ext uri="{FF2B5EF4-FFF2-40B4-BE49-F238E27FC236}">
                <a16:creationId xmlns:a16="http://schemas.microsoft.com/office/drawing/2014/main" id="{12BC5D6B-24AA-CBA6-991A-C71044CE4160}"/>
              </a:ext>
            </a:extLst>
          </p:cNvPr>
          <p:cNvSpPr txBox="1"/>
          <p:nvPr/>
        </p:nvSpPr>
        <p:spPr>
          <a:xfrm>
            <a:off x="1881455" y="6364225"/>
            <a:ext cx="4068242" cy="276999"/>
          </a:xfrm>
          <a:prstGeom prst="rect">
            <a:avLst/>
          </a:prstGeom>
          <a:noFill/>
        </p:spPr>
        <p:txBody>
          <a:bodyPr wrap="square" rtlCol="0">
            <a:spAutoFit/>
          </a:bodyPr>
          <a:lstStyle/>
          <a:p>
            <a:r>
              <a:rPr kumimoji="1" lang="en" altLang="zh-CN" sz="1200" dirty="0">
                <a:solidFill>
                  <a:srgbClr val="21212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13" name="文本框 12">
            <a:extLst>
              <a:ext uri="{FF2B5EF4-FFF2-40B4-BE49-F238E27FC236}">
                <a16:creationId xmlns:a16="http://schemas.microsoft.com/office/drawing/2014/main" id="{E63543AD-8CF8-0E35-9BD2-AD20F212EAB2}"/>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5896FDB3-34C0-D755-EB03-6C15AFC28971}"/>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7" name="直线连接符 26">
            <a:extLst>
              <a:ext uri="{FF2B5EF4-FFF2-40B4-BE49-F238E27FC236}">
                <a16:creationId xmlns:a16="http://schemas.microsoft.com/office/drawing/2014/main" id="{B7D4CA44-F147-8EF1-F85C-12F132390DE3}"/>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A86F10B9-5FA9-C7C0-B7E1-A9482B90CF00}"/>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E6A05B8F-24BF-56A0-BC9B-E9C370BA7A07}"/>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0" name="组合 29">
            <a:extLst>
              <a:ext uri="{FF2B5EF4-FFF2-40B4-BE49-F238E27FC236}">
                <a16:creationId xmlns:a16="http://schemas.microsoft.com/office/drawing/2014/main" id="{00FAC895-798F-2D23-F13D-93FA3C72946F}"/>
              </a:ext>
            </a:extLst>
          </p:cNvPr>
          <p:cNvGrpSpPr/>
          <p:nvPr/>
        </p:nvGrpSpPr>
        <p:grpSpPr>
          <a:xfrm>
            <a:off x="2323294" y="287981"/>
            <a:ext cx="356205" cy="355288"/>
            <a:chOff x="2323294" y="287981"/>
            <a:chExt cx="356205" cy="355288"/>
          </a:xfrm>
        </p:grpSpPr>
        <p:sp>
          <p:nvSpPr>
            <p:cNvPr id="32" name="Google Shape;7166;p80">
              <a:extLst>
                <a:ext uri="{FF2B5EF4-FFF2-40B4-BE49-F238E27FC236}">
                  <a16:creationId xmlns:a16="http://schemas.microsoft.com/office/drawing/2014/main" id="{A5B4B440-CBC9-BB0B-AEAF-B908C760E942}"/>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67;p80">
              <a:extLst>
                <a:ext uri="{FF2B5EF4-FFF2-40B4-BE49-F238E27FC236}">
                  <a16:creationId xmlns:a16="http://schemas.microsoft.com/office/drawing/2014/main" id="{61ADB8D0-9565-8F83-A218-EAF4279526FF}"/>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7168;p80">
              <a:extLst>
                <a:ext uri="{FF2B5EF4-FFF2-40B4-BE49-F238E27FC236}">
                  <a16:creationId xmlns:a16="http://schemas.microsoft.com/office/drawing/2014/main" id="{5A39567E-BEF7-67AA-9D4B-6DEC80853D3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7169;p80">
              <a:extLst>
                <a:ext uri="{FF2B5EF4-FFF2-40B4-BE49-F238E27FC236}">
                  <a16:creationId xmlns:a16="http://schemas.microsoft.com/office/drawing/2014/main" id="{ACD1A945-6D76-5F4A-3574-B30D16C30BCB}"/>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38754468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 name="任意形状 3">
            <a:extLst>
              <a:ext uri="{FF2B5EF4-FFF2-40B4-BE49-F238E27FC236}">
                <a16:creationId xmlns:a16="http://schemas.microsoft.com/office/drawing/2014/main" id="{B240803E-C013-8D85-56B3-622112FDD725}"/>
              </a:ext>
            </a:extLst>
          </p:cNvPr>
          <p:cNvSpPr/>
          <p:nvPr/>
        </p:nvSpPr>
        <p:spPr>
          <a:xfrm>
            <a:off x="4218374" y="1629105"/>
            <a:ext cx="3859194" cy="3967342"/>
          </a:xfrm>
          <a:custGeom>
            <a:avLst/>
            <a:gdLst>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45653 w 3858771"/>
              <a:gd name="connsiteY11" fmla="*/ 71367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52003 w 3858771"/>
              <a:gd name="connsiteY11" fmla="*/ 770823 h 3999576"/>
              <a:gd name="connsiteX12" fmla="*/ 3407553 w 3858771"/>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7976 w 3859194"/>
              <a:gd name="connsiteY0" fmla="*/ 1495094 h 3999947"/>
              <a:gd name="connsiteX1" fmla="*/ 3858826 w 3859194"/>
              <a:gd name="connsiteY1" fmla="*/ 2034844 h 3999947"/>
              <a:gd name="connsiteX2" fmla="*/ 3484176 w 3859194"/>
              <a:gd name="connsiteY2" fmla="*/ 2263444 h 3999947"/>
              <a:gd name="connsiteX3" fmla="*/ 3452426 w 3859194"/>
              <a:gd name="connsiteY3" fmla="*/ 3050844 h 3999947"/>
              <a:gd name="connsiteX4" fmla="*/ 2550726 w 3859194"/>
              <a:gd name="connsiteY4" fmla="*/ 3336594 h 3999947"/>
              <a:gd name="connsiteX5" fmla="*/ 2518976 w 3859194"/>
              <a:gd name="connsiteY5" fmla="*/ 3901744 h 3999947"/>
              <a:gd name="connsiteX6" fmla="*/ 772726 w 3859194"/>
              <a:gd name="connsiteY6" fmla="*/ 3933494 h 3999947"/>
              <a:gd name="connsiteX7" fmla="*/ 836226 w 3859194"/>
              <a:gd name="connsiteY7" fmla="*/ 3222294 h 3999947"/>
              <a:gd name="connsiteX8" fmla="*/ 4376 w 3859194"/>
              <a:gd name="connsiteY8" fmla="*/ 1641144 h 3999947"/>
              <a:gd name="connsiteX9" fmla="*/ 578416 w 3859194"/>
              <a:gd name="connsiteY9" fmla="*/ 482904 h 3999947"/>
              <a:gd name="connsiteX10" fmla="*/ 2030026 w 3859194"/>
              <a:gd name="connsiteY10" fmla="*/ 2844 h 3999947"/>
              <a:gd name="connsiteX11" fmla="*/ 3452426 w 3859194"/>
              <a:gd name="connsiteY11" fmla="*/ 771194 h 3999947"/>
              <a:gd name="connsiteX12" fmla="*/ 3407976 w 3859194"/>
              <a:gd name="connsiteY12" fmla="*/ 1495094 h 3999947"/>
              <a:gd name="connsiteX0" fmla="*/ 3407976 w 3859194"/>
              <a:gd name="connsiteY0" fmla="*/ 1495094 h 3970745"/>
              <a:gd name="connsiteX1" fmla="*/ 3858826 w 3859194"/>
              <a:gd name="connsiteY1" fmla="*/ 2034844 h 3970745"/>
              <a:gd name="connsiteX2" fmla="*/ 3484176 w 3859194"/>
              <a:gd name="connsiteY2" fmla="*/ 2263444 h 3970745"/>
              <a:gd name="connsiteX3" fmla="*/ 3452426 w 3859194"/>
              <a:gd name="connsiteY3" fmla="*/ 3050844 h 3970745"/>
              <a:gd name="connsiteX4" fmla="*/ 2550726 w 3859194"/>
              <a:gd name="connsiteY4" fmla="*/ 3336594 h 3970745"/>
              <a:gd name="connsiteX5" fmla="*/ 2518976 w 3859194"/>
              <a:gd name="connsiteY5" fmla="*/ 3901744 h 3970745"/>
              <a:gd name="connsiteX6" fmla="*/ 772726 w 3859194"/>
              <a:gd name="connsiteY6" fmla="*/ 3933494 h 3970745"/>
              <a:gd name="connsiteX7" fmla="*/ 836226 w 3859194"/>
              <a:gd name="connsiteY7" fmla="*/ 3222294 h 3970745"/>
              <a:gd name="connsiteX8" fmla="*/ 4376 w 3859194"/>
              <a:gd name="connsiteY8" fmla="*/ 1641144 h 3970745"/>
              <a:gd name="connsiteX9" fmla="*/ 578416 w 3859194"/>
              <a:gd name="connsiteY9" fmla="*/ 482904 h 3970745"/>
              <a:gd name="connsiteX10" fmla="*/ 2030026 w 3859194"/>
              <a:gd name="connsiteY10" fmla="*/ 2844 h 3970745"/>
              <a:gd name="connsiteX11" fmla="*/ 3452426 w 3859194"/>
              <a:gd name="connsiteY11" fmla="*/ 771194 h 3970745"/>
              <a:gd name="connsiteX12" fmla="*/ 3407976 w 3859194"/>
              <a:gd name="connsiteY12" fmla="*/ 1495094 h 3970745"/>
              <a:gd name="connsiteX0" fmla="*/ 3407976 w 3859194"/>
              <a:gd name="connsiteY0" fmla="*/ 1495094 h 4014731"/>
              <a:gd name="connsiteX1" fmla="*/ 3858826 w 3859194"/>
              <a:gd name="connsiteY1" fmla="*/ 2034844 h 4014731"/>
              <a:gd name="connsiteX2" fmla="*/ 3484176 w 3859194"/>
              <a:gd name="connsiteY2" fmla="*/ 2263444 h 4014731"/>
              <a:gd name="connsiteX3" fmla="*/ 3452426 w 3859194"/>
              <a:gd name="connsiteY3" fmla="*/ 3050844 h 4014731"/>
              <a:gd name="connsiteX4" fmla="*/ 2550726 w 3859194"/>
              <a:gd name="connsiteY4" fmla="*/ 3336594 h 4014731"/>
              <a:gd name="connsiteX5" fmla="*/ 2559616 w 3859194"/>
              <a:gd name="connsiteY5" fmla="*/ 3932224 h 4014731"/>
              <a:gd name="connsiteX6" fmla="*/ 772726 w 3859194"/>
              <a:gd name="connsiteY6" fmla="*/ 3933494 h 4014731"/>
              <a:gd name="connsiteX7" fmla="*/ 836226 w 3859194"/>
              <a:gd name="connsiteY7" fmla="*/ 3222294 h 4014731"/>
              <a:gd name="connsiteX8" fmla="*/ 4376 w 3859194"/>
              <a:gd name="connsiteY8" fmla="*/ 1641144 h 4014731"/>
              <a:gd name="connsiteX9" fmla="*/ 578416 w 3859194"/>
              <a:gd name="connsiteY9" fmla="*/ 482904 h 4014731"/>
              <a:gd name="connsiteX10" fmla="*/ 2030026 w 3859194"/>
              <a:gd name="connsiteY10" fmla="*/ 2844 h 4014731"/>
              <a:gd name="connsiteX11" fmla="*/ 3452426 w 3859194"/>
              <a:gd name="connsiteY11" fmla="*/ 771194 h 4014731"/>
              <a:gd name="connsiteX12" fmla="*/ 3407976 w 3859194"/>
              <a:gd name="connsiteY12" fmla="*/ 1495094 h 4014731"/>
              <a:gd name="connsiteX0" fmla="*/ 3407976 w 3859194"/>
              <a:gd name="connsiteY0" fmla="*/ 1495094 h 3985291"/>
              <a:gd name="connsiteX1" fmla="*/ 3858826 w 3859194"/>
              <a:gd name="connsiteY1" fmla="*/ 2034844 h 3985291"/>
              <a:gd name="connsiteX2" fmla="*/ 3484176 w 3859194"/>
              <a:gd name="connsiteY2" fmla="*/ 2263444 h 3985291"/>
              <a:gd name="connsiteX3" fmla="*/ 3452426 w 3859194"/>
              <a:gd name="connsiteY3" fmla="*/ 3050844 h 3985291"/>
              <a:gd name="connsiteX4" fmla="*/ 2550726 w 3859194"/>
              <a:gd name="connsiteY4" fmla="*/ 3336594 h 3985291"/>
              <a:gd name="connsiteX5" fmla="*/ 2559616 w 3859194"/>
              <a:gd name="connsiteY5" fmla="*/ 3932224 h 3985291"/>
              <a:gd name="connsiteX6" fmla="*/ 772726 w 3859194"/>
              <a:gd name="connsiteY6" fmla="*/ 3933494 h 3985291"/>
              <a:gd name="connsiteX7" fmla="*/ 836226 w 3859194"/>
              <a:gd name="connsiteY7" fmla="*/ 3222294 h 3985291"/>
              <a:gd name="connsiteX8" fmla="*/ 4376 w 3859194"/>
              <a:gd name="connsiteY8" fmla="*/ 1641144 h 3985291"/>
              <a:gd name="connsiteX9" fmla="*/ 578416 w 3859194"/>
              <a:gd name="connsiteY9" fmla="*/ 482904 h 3985291"/>
              <a:gd name="connsiteX10" fmla="*/ 2030026 w 3859194"/>
              <a:gd name="connsiteY10" fmla="*/ 2844 h 3985291"/>
              <a:gd name="connsiteX11" fmla="*/ 3452426 w 3859194"/>
              <a:gd name="connsiteY11" fmla="*/ 771194 h 3985291"/>
              <a:gd name="connsiteX12" fmla="*/ 3407976 w 3859194"/>
              <a:gd name="connsiteY12" fmla="*/ 1495094 h 3985291"/>
              <a:gd name="connsiteX0" fmla="*/ 3407976 w 3859194"/>
              <a:gd name="connsiteY0" fmla="*/ 1495094 h 3983158"/>
              <a:gd name="connsiteX1" fmla="*/ 3858826 w 3859194"/>
              <a:gd name="connsiteY1" fmla="*/ 2034844 h 3983158"/>
              <a:gd name="connsiteX2" fmla="*/ 3484176 w 3859194"/>
              <a:gd name="connsiteY2" fmla="*/ 2263444 h 3983158"/>
              <a:gd name="connsiteX3" fmla="*/ 3452426 w 3859194"/>
              <a:gd name="connsiteY3" fmla="*/ 3050844 h 3983158"/>
              <a:gd name="connsiteX4" fmla="*/ 2550726 w 3859194"/>
              <a:gd name="connsiteY4" fmla="*/ 3336594 h 3983158"/>
              <a:gd name="connsiteX5" fmla="*/ 2559616 w 3859194"/>
              <a:gd name="connsiteY5" fmla="*/ 3932224 h 3983158"/>
              <a:gd name="connsiteX6" fmla="*/ 772726 w 3859194"/>
              <a:gd name="connsiteY6" fmla="*/ 3933494 h 3983158"/>
              <a:gd name="connsiteX7" fmla="*/ 836226 w 3859194"/>
              <a:gd name="connsiteY7" fmla="*/ 3222294 h 3983158"/>
              <a:gd name="connsiteX8" fmla="*/ 4376 w 3859194"/>
              <a:gd name="connsiteY8" fmla="*/ 1641144 h 3983158"/>
              <a:gd name="connsiteX9" fmla="*/ 578416 w 3859194"/>
              <a:gd name="connsiteY9" fmla="*/ 482904 h 3983158"/>
              <a:gd name="connsiteX10" fmla="*/ 2030026 w 3859194"/>
              <a:gd name="connsiteY10" fmla="*/ 2844 h 3983158"/>
              <a:gd name="connsiteX11" fmla="*/ 3452426 w 3859194"/>
              <a:gd name="connsiteY11" fmla="*/ 771194 h 3983158"/>
              <a:gd name="connsiteX12" fmla="*/ 3407976 w 3859194"/>
              <a:gd name="connsiteY12" fmla="*/ 1495094 h 3983158"/>
              <a:gd name="connsiteX0" fmla="*/ 3407976 w 3859194"/>
              <a:gd name="connsiteY0" fmla="*/ 1495094 h 3960676"/>
              <a:gd name="connsiteX1" fmla="*/ 3858826 w 3859194"/>
              <a:gd name="connsiteY1" fmla="*/ 2034844 h 3960676"/>
              <a:gd name="connsiteX2" fmla="*/ 3484176 w 3859194"/>
              <a:gd name="connsiteY2" fmla="*/ 2263444 h 3960676"/>
              <a:gd name="connsiteX3" fmla="*/ 3452426 w 3859194"/>
              <a:gd name="connsiteY3" fmla="*/ 3050844 h 3960676"/>
              <a:gd name="connsiteX4" fmla="*/ 2550726 w 3859194"/>
              <a:gd name="connsiteY4" fmla="*/ 3336594 h 3960676"/>
              <a:gd name="connsiteX5" fmla="*/ 2559616 w 3859194"/>
              <a:gd name="connsiteY5" fmla="*/ 3932224 h 3960676"/>
              <a:gd name="connsiteX6" fmla="*/ 772726 w 3859194"/>
              <a:gd name="connsiteY6" fmla="*/ 3933494 h 3960676"/>
              <a:gd name="connsiteX7" fmla="*/ 836226 w 3859194"/>
              <a:gd name="connsiteY7" fmla="*/ 3222294 h 3960676"/>
              <a:gd name="connsiteX8" fmla="*/ 4376 w 3859194"/>
              <a:gd name="connsiteY8" fmla="*/ 1641144 h 3960676"/>
              <a:gd name="connsiteX9" fmla="*/ 578416 w 3859194"/>
              <a:gd name="connsiteY9" fmla="*/ 482904 h 3960676"/>
              <a:gd name="connsiteX10" fmla="*/ 2030026 w 3859194"/>
              <a:gd name="connsiteY10" fmla="*/ 2844 h 3960676"/>
              <a:gd name="connsiteX11" fmla="*/ 3452426 w 3859194"/>
              <a:gd name="connsiteY11" fmla="*/ 771194 h 3960676"/>
              <a:gd name="connsiteX12" fmla="*/ 3407976 w 3859194"/>
              <a:gd name="connsiteY12" fmla="*/ 1495094 h 3960676"/>
              <a:gd name="connsiteX0" fmla="*/ 3407976 w 3859194"/>
              <a:gd name="connsiteY0" fmla="*/ 1495094 h 3993728"/>
              <a:gd name="connsiteX1" fmla="*/ 3858826 w 3859194"/>
              <a:gd name="connsiteY1" fmla="*/ 2034844 h 3993728"/>
              <a:gd name="connsiteX2" fmla="*/ 3484176 w 3859194"/>
              <a:gd name="connsiteY2" fmla="*/ 2263444 h 3993728"/>
              <a:gd name="connsiteX3" fmla="*/ 3452426 w 3859194"/>
              <a:gd name="connsiteY3" fmla="*/ 3050844 h 3993728"/>
              <a:gd name="connsiteX4" fmla="*/ 2550726 w 3859194"/>
              <a:gd name="connsiteY4" fmla="*/ 3336594 h 3993728"/>
              <a:gd name="connsiteX5" fmla="*/ 2579936 w 3859194"/>
              <a:gd name="connsiteY5" fmla="*/ 3962704 h 3993728"/>
              <a:gd name="connsiteX6" fmla="*/ 772726 w 3859194"/>
              <a:gd name="connsiteY6" fmla="*/ 3933494 h 3993728"/>
              <a:gd name="connsiteX7" fmla="*/ 836226 w 3859194"/>
              <a:gd name="connsiteY7" fmla="*/ 3222294 h 3993728"/>
              <a:gd name="connsiteX8" fmla="*/ 4376 w 3859194"/>
              <a:gd name="connsiteY8" fmla="*/ 1641144 h 3993728"/>
              <a:gd name="connsiteX9" fmla="*/ 578416 w 3859194"/>
              <a:gd name="connsiteY9" fmla="*/ 482904 h 3993728"/>
              <a:gd name="connsiteX10" fmla="*/ 2030026 w 3859194"/>
              <a:gd name="connsiteY10" fmla="*/ 2844 h 3993728"/>
              <a:gd name="connsiteX11" fmla="*/ 3452426 w 3859194"/>
              <a:gd name="connsiteY11" fmla="*/ 771194 h 3993728"/>
              <a:gd name="connsiteX12" fmla="*/ 3407976 w 3859194"/>
              <a:gd name="connsiteY12" fmla="*/ 1495094 h 3993728"/>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9194" h="3967342">
                <a:moveTo>
                  <a:pt x="3407976" y="1495094"/>
                </a:moveTo>
                <a:cubicBezTo>
                  <a:pt x="3475709" y="1705702"/>
                  <a:pt x="3846126" y="1906786"/>
                  <a:pt x="3858826" y="2034844"/>
                </a:cubicBezTo>
                <a:cubicBezTo>
                  <a:pt x="3871526" y="2162902"/>
                  <a:pt x="3551909" y="2094111"/>
                  <a:pt x="3484176" y="2263444"/>
                </a:cubicBezTo>
                <a:cubicBezTo>
                  <a:pt x="3416443" y="2432777"/>
                  <a:pt x="3608001" y="2871986"/>
                  <a:pt x="3452426" y="3050844"/>
                </a:cubicBezTo>
                <a:cubicBezTo>
                  <a:pt x="3296851" y="3229702"/>
                  <a:pt x="2594541" y="3194777"/>
                  <a:pt x="2550726" y="3336594"/>
                </a:cubicBezTo>
                <a:cubicBezTo>
                  <a:pt x="2506911" y="3478411"/>
                  <a:pt x="2744189" y="3974981"/>
                  <a:pt x="2579936" y="3962704"/>
                </a:cubicBezTo>
                <a:cubicBezTo>
                  <a:pt x="2415683" y="3950427"/>
                  <a:pt x="829664" y="3995936"/>
                  <a:pt x="772726" y="3933494"/>
                </a:cubicBezTo>
                <a:cubicBezTo>
                  <a:pt x="715788" y="3871052"/>
                  <a:pt x="964284" y="3604352"/>
                  <a:pt x="836226" y="3222294"/>
                </a:cubicBezTo>
                <a:cubicBezTo>
                  <a:pt x="708168" y="2840236"/>
                  <a:pt x="47344" y="2097709"/>
                  <a:pt x="4376" y="1641144"/>
                </a:cubicBezTo>
                <a:cubicBezTo>
                  <a:pt x="-38592" y="1184579"/>
                  <a:pt x="240808" y="755954"/>
                  <a:pt x="578416" y="482904"/>
                </a:cubicBezTo>
                <a:cubicBezTo>
                  <a:pt x="916024" y="209854"/>
                  <a:pt x="1553776" y="-28906"/>
                  <a:pt x="2030026" y="2844"/>
                </a:cubicBezTo>
                <a:cubicBezTo>
                  <a:pt x="2722176" y="28244"/>
                  <a:pt x="3215359" y="232502"/>
                  <a:pt x="3452426" y="771194"/>
                </a:cubicBezTo>
                <a:cubicBezTo>
                  <a:pt x="3689493" y="1309886"/>
                  <a:pt x="3340243" y="1284486"/>
                  <a:pt x="3407976" y="1495094"/>
                </a:cubicBezTo>
                <a:close/>
              </a:path>
            </a:pathLst>
          </a:custGeom>
          <a:solidFill>
            <a:srgbClr val="1E344D">
              <a:alpha val="4886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00935A28-88AC-E890-6753-E8B8CA13284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AFEE8148-D6B1-EC86-4534-1E37146DBD22}"/>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ABD91385-FC45-35B4-EAFB-C1634BE9D641}"/>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EE6ED7ED-4860-C7AB-1624-21F1FD563D9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BC9A7657-EDA2-0D49-49D6-CEA2963E2796}"/>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89EA45F-84F4-8FB5-4C3C-A85E76DD859C}"/>
              </a:ext>
            </a:extLst>
          </p:cNvPr>
          <p:cNvGrpSpPr/>
          <p:nvPr/>
        </p:nvGrpSpPr>
        <p:grpSpPr>
          <a:xfrm>
            <a:off x="2323294" y="287981"/>
            <a:ext cx="356205" cy="355288"/>
            <a:chOff x="416151" y="286059"/>
            <a:chExt cx="356205" cy="355288"/>
          </a:xfrm>
        </p:grpSpPr>
        <p:sp>
          <p:nvSpPr>
            <p:cNvPr id="11" name="Google Shape;7166;p80">
              <a:extLst>
                <a:ext uri="{FF2B5EF4-FFF2-40B4-BE49-F238E27FC236}">
                  <a16:creationId xmlns:a16="http://schemas.microsoft.com/office/drawing/2014/main" id="{96FFF50A-50D0-EEA9-04CE-8EFD43028A2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290E7969-8AB1-07DC-BAD2-522AB990709E}"/>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817422B2-A65F-BDC8-CA42-86F107A57545}"/>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270D8027-F056-B5A3-6B19-A0A8CD8ABDC4}"/>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 name="任意形状 14">
            <a:extLst>
              <a:ext uri="{FF2B5EF4-FFF2-40B4-BE49-F238E27FC236}">
                <a16:creationId xmlns:a16="http://schemas.microsoft.com/office/drawing/2014/main" id="{58B692DE-ECB8-9D5D-45E7-9C8F4C1813B5}"/>
              </a:ext>
            </a:extLst>
          </p:cNvPr>
          <p:cNvSpPr/>
          <p:nvPr/>
        </p:nvSpPr>
        <p:spPr>
          <a:xfrm>
            <a:off x="4813300" y="1117600"/>
            <a:ext cx="1003300" cy="5384800"/>
          </a:xfrm>
          <a:custGeom>
            <a:avLst/>
            <a:gdLst>
              <a:gd name="connsiteX0" fmla="*/ 914400 w 1003300"/>
              <a:gd name="connsiteY0" fmla="*/ 0 h 5384800"/>
              <a:gd name="connsiteX1" fmla="*/ 1003300 w 1003300"/>
              <a:gd name="connsiteY1" fmla="*/ 31750 h 5384800"/>
              <a:gd name="connsiteX2" fmla="*/ 82550 w 1003300"/>
              <a:gd name="connsiteY2" fmla="*/ 5384800 h 5384800"/>
              <a:gd name="connsiteX3" fmla="*/ 0 w 1003300"/>
              <a:gd name="connsiteY3" fmla="*/ 5378450 h 5384800"/>
              <a:gd name="connsiteX4" fmla="*/ 914400 w 1003300"/>
              <a:gd name="connsiteY4" fmla="*/ 0 h 538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300" h="5384800">
                <a:moveTo>
                  <a:pt x="914400" y="0"/>
                </a:moveTo>
                <a:lnTo>
                  <a:pt x="1003300" y="31750"/>
                </a:lnTo>
                <a:lnTo>
                  <a:pt x="82550" y="5384800"/>
                </a:lnTo>
                <a:lnTo>
                  <a:pt x="0" y="5378450"/>
                </a:lnTo>
                <a:lnTo>
                  <a:pt x="914400"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6" name="任意形状 15">
            <a:extLst>
              <a:ext uri="{FF2B5EF4-FFF2-40B4-BE49-F238E27FC236}">
                <a16:creationId xmlns:a16="http://schemas.microsoft.com/office/drawing/2014/main" id="{651E16F4-B398-B81B-27BC-06CAF10469E7}"/>
              </a:ext>
            </a:extLst>
          </p:cNvPr>
          <p:cNvSpPr/>
          <p:nvPr/>
        </p:nvSpPr>
        <p:spPr>
          <a:xfrm>
            <a:off x="6699250" y="1136650"/>
            <a:ext cx="158750" cy="5378450"/>
          </a:xfrm>
          <a:custGeom>
            <a:avLst/>
            <a:gdLst>
              <a:gd name="connsiteX0" fmla="*/ 0 w 158750"/>
              <a:gd name="connsiteY0" fmla="*/ 0 h 5378450"/>
              <a:gd name="connsiteX1" fmla="*/ 76200 w 158750"/>
              <a:gd name="connsiteY1" fmla="*/ 0 h 5378450"/>
              <a:gd name="connsiteX2" fmla="*/ 158750 w 158750"/>
              <a:gd name="connsiteY2" fmla="*/ 5372100 h 5378450"/>
              <a:gd name="connsiteX3" fmla="*/ 82550 w 158750"/>
              <a:gd name="connsiteY3" fmla="*/ 5378450 h 5378450"/>
              <a:gd name="connsiteX4" fmla="*/ 0 w 158750"/>
              <a:gd name="connsiteY4" fmla="*/ 0 h 5378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5378450">
                <a:moveTo>
                  <a:pt x="0" y="0"/>
                </a:moveTo>
                <a:lnTo>
                  <a:pt x="76200" y="0"/>
                </a:lnTo>
                <a:lnTo>
                  <a:pt x="158750" y="5372100"/>
                </a:lnTo>
                <a:lnTo>
                  <a:pt x="82550" y="5378450"/>
                </a:lnTo>
                <a:lnTo>
                  <a:pt x="0"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7" name="直线连接符 16">
            <a:extLst>
              <a:ext uri="{FF2B5EF4-FFF2-40B4-BE49-F238E27FC236}">
                <a16:creationId xmlns:a16="http://schemas.microsoft.com/office/drawing/2014/main" id="{A2AF8B10-EA6B-598C-9879-F16A2704C889}"/>
              </a:ext>
            </a:extLst>
          </p:cNvPr>
          <p:cNvCxnSpPr/>
          <p:nvPr/>
        </p:nvCxnSpPr>
        <p:spPr>
          <a:xfrm>
            <a:off x="5727700" y="1606550"/>
            <a:ext cx="996950"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id="{CCABE8EE-9C90-A58C-1006-9FBBB6FDE6E9}"/>
              </a:ext>
            </a:extLst>
          </p:cNvPr>
          <p:cNvCxnSpPr>
            <a:cxnSpLocks/>
          </p:cNvCxnSpPr>
          <p:nvPr/>
        </p:nvCxnSpPr>
        <p:spPr>
          <a:xfrm>
            <a:off x="5594350" y="2302272"/>
            <a:ext cx="1123950"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B7D8D97E-FA15-8C4B-19E5-111791687416}"/>
              </a:ext>
            </a:extLst>
          </p:cNvPr>
          <p:cNvCxnSpPr>
            <a:cxnSpLocks/>
          </p:cNvCxnSpPr>
          <p:nvPr/>
        </p:nvCxnSpPr>
        <p:spPr>
          <a:xfrm>
            <a:off x="5483485" y="2996952"/>
            <a:ext cx="1257300"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id="{09035B17-8BC9-1361-1D2D-5BF7B1DD3C5A}"/>
              </a:ext>
            </a:extLst>
          </p:cNvPr>
          <p:cNvCxnSpPr>
            <a:cxnSpLocks/>
          </p:cNvCxnSpPr>
          <p:nvPr/>
        </p:nvCxnSpPr>
        <p:spPr>
          <a:xfrm>
            <a:off x="5308600" y="3789040"/>
            <a:ext cx="1468636"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7468133E-467D-D9D4-8987-39F4391E18C7}"/>
              </a:ext>
            </a:extLst>
          </p:cNvPr>
          <p:cNvCxnSpPr>
            <a:cxnSpLocks/>
          </p:cNvCxnSpPr>
          <p:nvPr/>
        </p:nvCxnSpPr>
        <p:spPr>
          <a:xfrm>
            <a:off x="5149850" y="4797152"/>
            <a:ext cx="1627386"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id="{B6551B4A-18AD-8A7E-0B32-1152FB0517E5}"/>
              </a:ext>
            </a:extLst>
          </p:cNvPr>
          <p:cNvCxnSpPr>
            <a:cxnSpLocks/>
          </p:cNvCxnSpPr>
          <p:nvPr/>
        </p:nvCxnSpPr>
        <p:spPr>
          <a:xfrm>
            <a:off x="5022850" y="5589240"/>
            <a:ext cx="1764432"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sp>
        <p:nvSpPr>
          <p:cNvPr id="23" name="弧 22">
            <a:extLst>
              <a:ext uri="{FF2B5EF4-FFF2-40B4-BE49-F238E27FC236}">
                <a16:creationId xmlns:a16="http://schemas.microsoft.com/office/drawing/2014/main" id="{54C4ED75-14FD-7E9F-B150-C8B2264BADFC}"/>
              </a:ext>
            </a:extLst>
          </p:cNvPr>
          <p:cNvSpPr/>
          <p:nvPr/>
        </p:nvSpPr>
        <p:spPr>
          <a:xfrm flipH="1">
            <a:off x="3778250" y="1257300"/>
            <a:ext cx="4083050" cy="5118100"/>
          </a:xfrm>
          <a:prstGeom prst="arc">
            <a:avLst>
              <a:gd name="adj1" fmla="val 16816098"/>
              <a:gd name="adj2" fmla="val 3395960"/>
            </a:avLst>
          </a:prstGeom>
          <a:ln w="2540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4" name="圆角矩形 23">
            <a:extLst>
              <a:ext uri="{FF2B5EF4-FFF2-40B4-BE49-F238E27FC236}">
                <a16:creationId xmlns:a16="http://schemas.microsoft.com/office/drawing/2014/main" id="{F66A1D11-EB83-E24F-AB4B-8AAF2D0FB961}"/>
              </a:ext>
            </a:extLst>
          </p:cNvPr>
          <p:cNvSpPr/>
          <p:nvPr/>
        </p:nvSpPr>
        <p:spPr>
          <a:xfrm>
            <a:off x="11532781" y="1264150"/>
            <a:ext cx="204790" cy="873759"/>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文本框 24">
            <a:extLst>
              <a:ext uri="{FF2B5EF4-FFF2-40B4-BE49-F238E27FC236}">
                <a16:creationId xmlns:a16="http://schemas.microsoft.com/office/drawing/2014/main" id="{8AA66706-E659-2467-F61D-5E458E48820B}"/>
              </a:ext>
            </a:extLst>
          </p:cNvPr>
          <p:cNvSpPr txBox="1"/>
          <p:nvPr/>
        </p:nvSpPr>
        <p:spPr>
          <a:xfrm>
            <a:off x="323025" y="265833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83B47A2A-ED6A-6336-298C-FAA2831032FF}"/>
              </a:ext>
            </a:extLst>
          </p:cNvPr>
          <p:cNvSpPr txBox="1"/>
          <p:nvPr/>
        </p:nvSpPr>
        <p:spPr>
          <a:xfrm>
            <a:off x="323025" y="328519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1E960C51-C037-BE11-A349-DA1ABB7B93AD}"/>
              </a:ext>
            </a:extLst>
          </p:cNvPr>
          <p:cNvSpPr txBox="1"/>
          <p:nvPr/>
        </p:nvSpPr>
        <p:spPr>
          <a:xfrm>
            <a:off x="323025" y="3933270"/>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45151E2D-EE19-98F0-3EAE-6AC47A077CBA}"/>
              </a:ext>
            </a:extLst>
          </p:cNvPr>
          <p:cNvSpPr txBox="1"/>
          <p:nvPr/>
        </p:nvSpPr>
        <p:spPr>
          <a:xfrm>
            <a:off x="323025" y="4542371"/>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479EFE98-E41D-F0BB-0F71-E91199073B88}"/>
              </a:ext>
            </a:extLst>
          </p:cNvPr>
          <p:cNvSpPr txBox="1"/>
          <p:nvPr/>
        </p:nvSpPr>
        <p:spPr>
          <a:xfrm>
            <a:off x="8832304" y="242088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C4E9CCBA-69FE-B2F8-F608-DB3472C24DB7}"/>
              </a:ext>
            </a:extLst>
          </p:cNvPr>
          <p:cNvSpPr txBox="1"/>
          <p:nvPr/>
        </p:nvSpPr>
        <p:spPr>
          <a:xfrm>
            <a:off x="8832304" y="3047752"/>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813BF8F4-E486-F537-5681-33500393F005}"/>
              </a:ext>
            </a:extLst>
          </p:cNvPr>
          <p:cNvSpPr txBox="1"/>
          <p:nvPr/>
        </p:nvSpPr>
        <p:spPr>
          <a:xfrm>
            <a:off x="8832304" y="369582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0A013DE5-F1F4-FF84-3D72-CA5BEEC439A3}"/>
              </a:ext>
            </a:extLst>
          </p:cNvPr>
          <p:cNvSpPr txBox="1"/>
          <p:nvPr/>
        </p:nvSpPr>
        <p:spPr>
          <a:xfrm>
            <a:off x="8832304" y="4304925"/>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3" name="直线连接符 32">
            <a:extLst>
              <a:ext uri="{FF2B5EF4-FFF2-40B4-BE49-F238E27FC236}">
                <a16:creationId xmlns:a16="http://schemas.microsoft.com/office/drawing/2014/main" id="{4FBB14A5-51ED-8FF0-55A0-B02BCEB8E14A}"/>
              </a:ext>
            </a:extLst>
          </p:cNvPr>
          <p:cNvCxnSpPr>
            <a:cxnSpLocks/>
          </p:cNvCxnSpPr>
          <p:nvPr/>
        </p:nvCxnSpPr>
        <p:spPr>
          <a:xfrm>
            <a:off x="335666"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任意形状 33">
            <a:extLst>
              <a:ext uri="{FF2B5EF4-FFF2-40B4-BE49-F238E27FC236}">
                <a16:creationId xmlns:a16="http://schemas.microsoft.com/office/drawing/2014/main" id="{4C4FFABC-C736-0C27-EB01-97BB8C86FDE2}"/>
              </a:ext>
            </a:extLst>
          </p:cNvPr>
          <p:cNvSpPr/>
          <p:nvPr/>
        </p:nvSpPr>
        <p:spPr>
          <a:xfrm>
            <a:off x="335665" y="1006996"/>
            <a:ext cx="1701478" cy="1088021"/>
          </a:xfrm>
          <a:custGeom>
            <a:avLst/>
            <a:gdLst>
              <a:gd name="connsiteX0" fmla="*/ 0 w 1701478"/>
              <a:gd name="connsiteY0" fmla="*/ 0 h 1088021"/>
              <a:gd name="connsiteX1" fmla="*/ 0 w 1701478"/>
              <a:gd name="connsiteY1" fmla="*/ 1088021 h 1088021"/>
              <a:gd name="connsiteX2" fmla="*/ 1701478 w 1701478"/>
              <a:gd name="connsiteY2" fmla="*/ 1088021 h 1088021"/>
              <a:gd name="connsiteX3" fmla="*/ 1701478 w 1701478"/>
              <a:gd name="connsiteY3" fmla="*/ 428264 h 1088021"/>
              <a:gd name="connsiteX4" fmla="*/ 983848 w 1701478"/>
              <a:gd name="connsiteY4" fmla="*/ 208345 h 1088021"/>
              <a:gd name="connsiteX5" fmla="*/ 486136 w 1701478"/>
              <a:gd name="connsiteY5" fmla="*/ 231494 h 1088021"/>
              <a:gd name="connsiteX6" fmla="*/ 0 w 1701478"/>
              <a:gd name="connsiteY6" fmla="*/ 0 h 108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1478" h="1088021">
                <a:moveTo>
                  <a:pt x="0" y="0"/>
                </a:moveTo>
                <a:lnTo>
                  <a:pt x="0" y="1088021"/>
                </a:lnTo>
                <a:lnTo>
                  <a:pt x="1701478" y="1088021"/>
                </a:lnTo>
                <a:lnTo>
                  <a:pt x="1701478" y="428264"/>
                </a:lnTo>
                <a:lnTo>
                  <a:pt x="983848" y="208345"/>
                </a:lnTo>
                <a:lnTo>
                  <a:pt x="486136" y="231494"/>
                </a:lnTo>
                <a:lnTo>
                  <a:pt x="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任意形状 34">
            <a:extLst>
              <a:ext uri="{FF2B5EF4-FFF2-40B4-BE49-F238E27FC236}">
                <a16:creationId xmlns:a16="http://schemas.microsoft.com/office/drawing/2014/main" id="{914A018D-5B00-0E5A-1EE2-EB2ABB24EB18}"/>
              </a:ext>
            </a:extLst>
          </p:cNvPr>
          <p:cNvSpPr/>
          <p:nvPr/>
        </p:nvSpPr>
        <p:spPr>
          <a:xfrm>
            <a:off x="335666" y="1412111"/>
            <a:ext cx="1701478" cy="682906"/>
          </a:xfrm>
          <a:custGeom>
            <a:avLst/>
            <a:gdLst>
              <a:gd name="connsiteX0" fmla="*/ 0 w 1666754"/>
              <a:gd name="connsiteY0" fmla="*/ 0 h 682906"/>
              <a:gd name="connsiteX1" fmla="*/ 0 w 1666754"/>
              <a:gd name="connsiteY1" fmla="*/ 682906 h 682906"/>
              <a:gd name="connsiteX2" fmla="*/ 1666754 w 1666754"/>
              <a:gd name="connsiteY2" fmla="*/ 682906 h 682906"/>
              <a:gd name="connsiteX3" fmla="*/ 1666754 w 1666754"/>
              <a:gd name="connsiteY3" fmla="*/ 416689 h 682906"/>
              <a:gd name="connsiteX4" fmla="*/ 949124 w 1666754"/>
              <a:gd name="connsiteY4" fmla="*/ 81023 h 682906"/>
              <a:gd name="connsiteX5" fmla="*/ 532435 w 1666754"/>
              <a:gd name="connsiteY5" fmla="*/ 196770 h 682906"/>
              <a:gd name="connsiteX6" fmla="*/ 0 w 1666754"/>
              <a:gd name="connsiteY6" fmla="*/ 0 h 6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754" h="682906">
                <a:moveTo>
                  <a:pt x="0" y="0"/>
                </a:moveTo>
                <a:lnTo>
                  <a:pt x="0" y="682906"/>
                </a:lnTo>
                <a:lnTo>
                  <a:pt x="1666754" y="682906"/>
                </a:lnTo>
                <a:lnTo>
                  <a:pt x="1666754" y="416689"/>
                </a:lnTo>
                <a:lnTo>
                  <a:pt x="949124" y="81023"/>
                </a:lnTo>
                <a:lnTo>
                  <a:pt x="532435" y="196770"/>
                </a:lnTo>
                <a:lnTo>
                  <a:pt x="0"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36" name="直线连接符 35">
            <a:extLst>
              <a:ext uri="{FF2B5EF4-FFF2-40B4-BE49-F238E27FC236}">
                <a16:creationId xmlns:a16="http://schemas.microsoft.com/office/drawing/2014/main" id="{06A366DF-DFEB-EBC8-6791-5DA74D53A62E}"/>
              </a:ext>
            </a:extLst>
          </p:cNvPr>
          <p:cNvCxnSpPr>
            <a:cxnSpLocks/>
          </p:cNvCxnSpPr>
          <p:nvPr/>
        </p:nvCxnSpPr>
        <p:spPr>
          <a:xfrm>
            <a:off x="10128448"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7" name="圆角矩形 36">
            <a:extLst>
              <a:ext uri="{FF2B5EF4-FFF2-40B4-BE49-F238E27FC236}">
                <a16:creationId xmlns:a16="http://schemas.microsoft.com/office/drawing/2014/main" id="{5E8923D8-458D-614A-61E4-DD7113C51333}"/>
              </a:ext>
            </a:extLst>
          </p:cNvPr>
          <p:cNvSpPr/>
          <p:nvPr/>
        </p:nvSpPr>
        <p:spPr>
          <a:xfrm>
            <a:off x="11208568" y="1522425"/>
            <a:ext cx="204790" cy="615484"/>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圆角矩形 37">
            <a:extLst>
              <a:ext uri="{FF2B5EF4-FFF2-40B4-BE49-F238E27FC236}">
                <a16:creationId xmlns:a16="http://schemas.microsoft.com/office/drawing/2014/main" id="{72F28EB8-0A96-C08B-CA95-5C6B91F9DAF5}"/>
              </a:ext>
            </a:extLst>
          </p:cNvPr>
          <p:cNvSpPr/>
          <p:nvPr/>
        </p:nvSpPr>
        <p:spPr>
          <a:xfrm>
            <a:off x="10855616" y="1253067"/>
            <a:ext cx="204790" cy="884842"/>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65460A4-10B7-BE48-1AD4-F1EBBE3B4D3E}"/>
              </a:ext>
            </a:extLst>
          </p:cNvPr>
          <p:cNvSpPr/>
          <p:nvPr/>
        </p:nvSpPr>
        <p:spPr>
          <a:xfrm>
            <a:off x="10546320" y="999743"/>
            <a:ext cx="219216" cy="1138165"/>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4F634DC8-F8AD-1F30-E8E0-2BB904FFDDD1}"/>
              </a:ext>
            </a:extLst>
          </p:cNvPr>
          <p:cNvSpPr/>
          <p:nvPr/>
        </p:nvSpPr>
        <p:spPr>
          <a:xfrm>
            <a:off x="10200456" y="1763429"/>
            <a:ext cx="204790" cy="374479"/>
          </a:xfrm>
          <a:prstGeom prst="roundRect">
            <a:avLst>
              <a:gd name="adj" fmla="val 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E8F05CF8-1C65-E6CC-D50B-57CC94363A11}"/>
              </a:ext>
            </a:extLst>
          </p:cNvPr>
          <p:cNvSpPr/>
          <p:nvPr/>
        </p:nvSpPr>
        <p:spPr>
          <a:xfrm>
            <a:off x="11582399" y="1416100"/>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椭圆 41">
            <a:extLst>
              <a:ext uri="{FF2B5EF4-FFF2-40B4-BE49-F238E27FC236}">
                <a16:creationId xmlns:a16="http://schemas.microsoft.com/office/drawing/2014/main" id="{713CCC80-FBA0-A613-4685-9E35CE4C4C2A}"/>
              </a:ext>
            </a:extLst>
          </p:cNvPr>
          <p:cNvSpPr/>
          <p:nvPr/>
        </p:nvSpPr>
        <p:spPr>
          <a:xfrm>
            <a:off x="11252222" y="1806683"/>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4E789432-910F-3D53-9458-1B81BEED9305}"/>
              </a:ext>
            </a:extLst>
          </p:cNvPr>
          <p:cNvSpPr/>
          <p:nvPr/>
        </p:nvSpPr>
        <p:spPr>
          <a:xfrm>
            <a:off x="10906360" y="1511562"/>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椭圆 43">
            <a:extLst>
              <a:ext uri="{FF2B5EF4-FFF2-40B4-BE49-F238E27FC236}">
                <a16:creationId xmlns:a16="http://schemas.microsoft.com/office/drawing/2014/main" id="{217C19C6-ADEC-C0D2-5088-B38D66318B91}"/>
              </a:ext>
            </a:extLst>
          </p:cNvPr>
          <p:cNvSpPr/>
          <p:nvPr/>
        </p:nvSpPr>
        <p:spPr>
          <a:xfrm>
            <a:off x="10589974" y="1237707"/>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 name="椭圆 44">
            <a:extLst>
              <a:ext uri="{FF2B5EF4-FFF2-40B4-BE49-F238E27FC236}">
                <a16:creationId xmlns:a16="http://schemas.microsoft.com/office/drawing/2014/main" id="{5AD5F0BA-A1B4-6116-2EA0-AD201311BBC4}"/>
              </a:ext>
            </a:extLst>
          </p:cNvPr>
          <p:cNvSpPr/>
          <p:nvPr/>
        </p:nvSpPr>
        <p:spPr>
          <a:xfrm>
            <a:off x="10251200" y="1590658"/>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6" name="直线连接符 45">
            <a:extLst>
              <a:ext uri="{FF2B5EF4-FFF2-40B4-BE49-F238E27FC236}">
                <a16:creationId xmlns:a16="http://schemas.microsoft.com/office/drawing/2014/main" id="{21C33E58-66D0-28AA-73DD-F847AD5BB3ED}"/>
              </a:ext>
            </a:extLst>
          </p:cNvPr>
          <p:cNvCxnSpPr>
            <a:cxnSpLocks/>
          </p:cNvCxnSpPr>
          <p:nvPr/>
        </p:nvCxnSpPr>
        <p:spPr>
          <a:xfrm>
            <a:off x="29909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47" name="任意形状 46">
            <a:extLst>
              <a:ext uri="{FF2B5EF4-FFF2-40B4-BE49-F238E27FC236}">
                <a16:creationId xmlns:a16="http://schemas.microsoft.com/office/drawing/2014/main" id="{372C0AF9-2921-46C3-40E0-EED7D3B55BA7}"/>
              </a:ext>
            </a:extLst>
          </p:cNvPr>
          <p:cNvSpPr/>
          <p:nvPr/>
        </p:nvSpPr>
        <p:spPr>
          <a:xfrm>
            <a:off x="341376" y="5657088"/>
            <a:ext cx="1511808" cy="853440"/>
          </a:xfrm>
          <a:custGeom>
            <a:avLst/>
            <a:gdLst>
              <a:gd name="connsiteX0" fmla="*/ 0 w 1511808"/>
              <a:gd name="connsiteY0" fmla="*/ 573024 h 853440"/>
              <a:gd name="connsiteX1" fmla="*/ 329184 w 1511808"/>
              <a:gd name="connsiteY1" fmla="*/ 109728 h 853440"/>
              <a:gd name="connsiteX2" fmla="*/ 719328 w 1511808"/>
              <a:gd name="connsiteY2" fmla="*/ 853440 h 853440"/>
              <a:gd name="connsiteX3" fmla="*/ 1133856 w 1511808"/>
              <a:gd name="connsiteY3" fmla="*/ 0 h 853440"/>
              <a:gd name="connsiteX4" fmla="*/ 1511808 w 1511808"/>
              <a:gd name="connsiteY4" fmla="*/ 512064 h 853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808" h="853440">
                <a:moveTo>
                  <a:pt x="0" y="573024"/>
                </a:moveTo>
                <a:lnTo>
                  <a:pt x="329184" y="109728"/>
                </a:lnTo>
                <a:lnTo>
                  <a:pt x="719328" y="853440"/>
                </a:lnTo>
                <a:lnTo>
                  <a:pt x="1133856" y="0"/>
                </a:lnTo>
                <a:lnTo>
                  <a:pt x="1511808" y="512064"/>
                </a:lnTo>
              </a:path>
            </a:pathLst>
          </a:custGeom>
          <a:noFill/>
          <a:ln w="47625" cap="rnd">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任意形状 47">
            <a:extLst>
              <a:ext uri="{FF2B5EF4-FFF2-40B4-BE49-F238E27FC236}">
                <a16:creationId xmlns:a16="http://schemas.microsoft.com/office/drawing/2014/main" id="{DF35C55E-CE50-95B3-6586-5A0D1802444D}"/>
              </a:ext>
            </a:extLst>
          </p:cNvPr>
          <p:cNvSpPr/>
          <p:nvPr/>
        </p:nvSpPr>
        <p:spPr>
          <a:xfrm>
            <a:off x="329184" y="5498592"/>
            <a:ext cx="1536192" cy="890016"/>
          </a:xfrm>
          <a:custGeom>
            <a:avLst/>
            <a:gdLst>
              <a:gd name="connsiteX0" fmla="*/ 0 w 1536192"/>
              <a:gd name="connsiteY0" fmla="*/ 463296 h 890016"/>
              <a:gd name="connsiteX1" fmla="*/ 536448 w 1536192"/>
              <a:gd name="connsiteY1" fmla="*/ 463296 h 890016"/>
              <a:gd name="connsiteX2" fmla="*/ 731520 w 1536192"/>
              <a:gd name="connsiteY2" fmla="*/ 0 h 890016"/>
              <a:gd name="connsiteX3" fmla="*/ 1146048 w 1536192"/>
              <a:gd name="connsiteY3" fmla="*/ 890016 h 890016"/>
              <a:gd name="connsiteX4" fmla="*/ 1536192 w 1536192"/>
              <a:gd name="connsiteY4" fmla="*/ 292608 h 89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6192" h="890016">
                <a:moveTo>
                  <a:pt x="0" y="463296"/>
                </a:moveTo>
                <a:lnTo>
                  <a:pt x="536448" y="463296"/>
                </a:lnTo>
                <a:lnTo>
                  <a:pt x="731520" y="0"/>
                </a:lnTo>
                <a:lnTo>
                  <a:pt x="1146048" y="890016"/>
                </a:lnTo>
                <a:lnTo>
                  <a:pt x="1536192" y="292608"/>
                </a:lnTo>
              </a:path>
            </a:pathLst>
          </a:custGeom>
          <a:noFill/>
          <a:ln w="47625" cap="rnd">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9" name="直线连接符 48">
            <a:extLst>
              <a:ext uri="{FF2B5EF4-FFF2-40B4-BE49-F238E27FC236}">
                <a16:creationId xmlns:a16="http://schemas.microsoft.com/office/drawing/2014/main" id="{BBADA9BE-A2FC-D42A-E567-F9CD6951EB40}"/>
              </a:ext>
            </a:extLst>
          </p:cNvPr>
          <p:cNvCxnSpPr>
            <a:cxnSpLocks/>
          </p:cNvCxnSpPr>
          <p:nvPr/>
        </p:nvCxnSpPr>
        <p:spPr>
          <a:xfrm>
            <a:off x="1005644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50" name="矩形 49">
            <a:extLst>
              <a:ext uri="{FF2B5EF4-FFF2-40B4-BE49-F238E27FC236}">
                <a16:creationId xmlns:a16="http://schemas.microsoft.com/office/drawing/2014/main" id="{CBFAFBC1-8BD9-BB0C-ED6F-7CF3FB75E1E6}"/>
              </a:ext>
            </a:extLst>
          </p:cNvPr>
          <p:cNvSpPr/>
          <p:nvPr/>
        </p:nvSpPr>
        <p:spPr>
          <a:xfrm>
            <a:off x="11253216" y="5334000"/>
            <a:ext cx="451104" cy="15748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矩形 50">
            <a:extLst>
              <a:ext uri="{FF2B5EF4-FFF2-40B4-BE49-F238E27FC236}">
                <a16:creationId xmlns:a16="http://schemas.microsoft.com/office/drawing/2014/main" id="{72A81771-0A5A-A118-F6EC-FB3121F380F1}"/>
              </a:ext>
            </a:extLst>
          </p:cNvPr>
          <p:cNvSpPr/>
          <p:nvPr/>
        </p:nvSpPr>
        <p:spPr>
          <a:xfrm>
            <a:off x="10261600" y="5604933"/>
            <a:ext cx="1442720" cy="19677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矩形 51">
            <a:extLst>
              <a:ext uri="{FF2B5EF4-FFF2-40B4-BE49-F238E27FC236}">
                <a16:creationId xmlns:a16="http://schemas.microsoft.com/office/drawing/2014/main" id="{6BB5AFC9-09CC-73CD-01E9-1E0BCAB92DED}"/>
              </a:ext>
            </a:extLst>
          </p:cNvPr>
          <p:cNvSpPr/>
          <p:nvPr/>
        </p:nvSpPr>
        <p:spPr>
          <a:xfrm>
            <a:off x="10989732" y="5943600"/>
            <a:ext cx="714587" cy="18544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矩形 52">
            <a:extLst>
              <a:ext uri="{FF2B5EF4-FFF2-40B4-BE49-F238E27FC236}">
                <a16:creationId xmlns:a16="http://schemas.microsoft.com/office/drawing/2014/main" id="{DCD1A635-1298-A856-DA29-BF553FF3EC24}"/>
              </a:ext>
            </a:extLst>
          </p:cNvPr>
          <p:cNvSpPr/>
          <p:nvPr/>
        </p:nvSpPr>
        <p:spPr>
          <a:xfrm>
            <a:off x="10591800" y="6290734"/>
            <a:ext cx="1112519" cy="18701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文本框 53">
            <a:extLst>
              <a:ext uri="{FF2B5EF4-FFF2-40B4-BE49-F238E27FC236}">
                <a16:creationId xmlns:a16="http://schemas.microsoft.com/office/drawing/2014/main" id="{BAE80326-C7DF-A832-BE46-D66AFEB1CC76}"/>
              </a:ext>
            </a:extLst>
          </p:cNvPr>
          <p:cNvSpPr txBox="1"/>
          <p:nvPr/>
        </p:nvSpPr>
        <p:spPr>
          <a:xfrm>
            <a:off x="2105868" y="1102900"/>
            <a:ext cx="10390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0137956B-DC91-02ED-0255-8067E6BB0052}"/>
              </a:ext>
            </a:extLst>
          </p:cNvPr>
          <p:cNvSpPr txBox="1"/>
          <p:nvPr/>
        </p:nvSpPr>
        <p:spPr>
          <a:xfrm>
            <a:off x="2105868" y="5301208"/>
            <a:ext cx="1098378"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E3C0EBDD-E9FD-34B6-4896-6424F4160EA2}"/>
              </a:ext>
            </a:extLst>
          </p:cNvPr>
          <p:cNvSpPr txBox="1"/>
          <p:nvPr/>
        </p:nvSpPr>
        <p:spPr>
          <a:xfrm>
            <a:off x="8989372" y="5343738"/>
            <a:ext cx="10390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-4%</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0AD4DCE7-A802-8D5B-E221-E4EB8F7F4DFF}"/>
              </a:ext>
            </a:extLst>
          </p:cNvPr>
          <p:cNvSpPr txBox="1"/>
          <p:nvPr/>
        </p:nvSpPr>
        <p:spPr>
          <a:xfrm>
            <a:off x="8691661" y="1065789"/>
            <a:ext cx="1367682"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+10%</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8" name="文本框 57">
            <a:extLst>
              <a:ext uri="{FF2B5EF4-FFF2-40B4-BE49-F238E27FC236}">
                <a16:creationId xmlns:a16="http://schemas.microsoft.com/office/drawing/2014/main" id="{BAA69876-A15D-7DCF-A688-85028B6E2AE9}"/>
              </a:ext>
            </a:extLst>
          </p:cNvPr>
          <p:cNvSpPr txBox="1"/>
          <p:nvPr/>
        </p:nvSpPr>
        <p:spPr>
          <a:xfrm rot="13742040">
            <a:off x="4218852" y="5373449"/>
            <a:ext cx="476412" cy="707886"/>
          </a:xfrm>
          <a:prstGeom prst="rect">
            <a:avLst/>
          </a:prstGeom>
          <a:noFill/>
        </p:spPr>
        <p:txBody>
          <a:bodyPr wrap="none" rtlCol="0">
            <a:spAutoFit/>
          </a:bodyPr>
          <a:lstStyle/>
          <a:p>
            <a:pPr algn="l"/>
            <a:r>
              <a:rPr kumimoji="1" lang="en-US" altLang="zh-CN" sz="4000" b="1" dirty="0">
                <a:solidFill>
                  <a:srgbClr val="BB3023"/>
                </a:solidFill>
                <a:latin typeface="Alibaba PuHuiTi Light" pitchFamily="18" charset="-122"/>
                <a:ea typeface="Alibaba PuHuiTi Light" pitchFamily="18" charset="-122"/>
                <a:cs typeface="Alibaba PuHuiTi Light" pitchFamily="18" charset="-122"/>
              </a:rPr>
              <a:t>&lt;</a:t>
            </a:r>
            <a:endParaRPr kumimoji="1" lang="zh-CN" altLang="en-US" sz="4000" b="1" dirty="0">
              <a:solidFill>
                <a:srgbClr val="BB3023"/>
              </a:solidFill>
              <a:latin typeface="Alibaba PuHuiTi Light" pitchFamily="18" charset="-122"/>
              <a:ea typeface="Alibaba PuHuiTi Light" pitchFamily="18" charset="-122"/>
              <a:cs typeface="Alibaba PuHuiTi Light" pitchFamily="18" charset="-122"/>
            </a:endParaRPr>
          </a:p>
        </p:txBody>
      </p:sp>
      <p:sp>
        <p:nvSpPr>
          <p:cNvPr id="59" name="文本框 58">
            <a:extLst>
              <a:ext uri="{FF2B5EF4-FFF2-40B4-BE49-F238E27FC236}">
                <a16:creationId xmlns:a16="http://schemas.microsoft.com/office/drawing/2014/main" id="{E0B3FCC5-16C3-EB0F-C0CC-6A459DA1FDD2}"/>
              </a:ext>
            </a:extLst>
          </p:cNvPr>
          <p:cNvSpPr txBox="1"/>
          <p:nvPr/>
        </p:nvSpPr>
        <p:spPr>
          <a:xfrm>
            <a:off x="5900852" y="1112697"/>
            <a:ext cx="665567" cy="338554"/>
          </a:xfrm>
          <a:prstGeom prst="rect">
            <a:avLst/>
          </a:prstGeom>
          <a:noFill/>
        </p:spPr>
        <p:txBody>
          <a:bodyPr wrap="none" rtlCol="0">
            <a:spAutoFit/>
          </a:bodyPr>
          <a:lstStyle/>
          <a:p>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2023</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F2F6DF40-C371-7578-A2DC-0030DE12E021}"/>
              </a:ext>
            </a:extLst>
          </p:cNvPr>
          <p:cNvSpPr txBox="1"/>
          <p:nvPr/>
        </p:nvSpPr>
        <p:spPr>
          <a:xfrm>
            <a:off x="5788426" y="1325778"/>
            <a:ext cx="910827" cy="261610"/>
          </a:xfrm>
          <a:prstGeom prst="rect">
            <a:avLst/>
          </a:prstGeom>
          <a:noFill/>
        </p:spPr>
        <p:txBody>
          <a:bodyPr wrap="none" rtlCol="0">
            <a:spAutoFit/>
          </a:bodyPr>
          <a:lstStyle/>
          <a:p>
            <a:r>
              <a:rPr kumimoji="1" lang="en" altLang="zh-CN" sz="1100" dirty="0">
                <a:solidFill>
                  <a:srgbClr val="BB3023"/>
                </a:solidFill>
                <a:latin typeface="Alibaba PuHuiTi Medium" pitchFamily="18" charset="-122"/>
                <a:ea typeface="Alibaba PuHuiTi Medium" pitchFamily="18" charset="-122"/>
                <a:cs typeface="Alibaba PuHuiTi Medium" pitchFamily="18" charset="-122"/>
              </a:rPr>
              <a:t>my mental</a:t>
            </a:r>
            <a:endParaRPr kumimoji="1" lang="zh-CN" altLang="en-US" sz="11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1B005B39-D451-7D80-7594-4D61E4A0C2F0}"/>
              </a:ext>
            </a:extLst>
          </p:cNvPr>
          <p:cNvSpPr txBox="1"/>
          <p:nvPr/>
        </p:nvSpPr>
        <p:spPr>
          <a:xfrm>
            <a:off x="5089775" y="5641705"/>
            <a:ext cx="1638590" cy="338554"/>
          </a:xfrm>
          <a:prstGeom prst="rect">
            <a:avLst/>
          </a:prstGeom>
          <a:noFill/>
        </p:spPr>
        <p:txBody>
          <a:bodyPr wrap="none" rtlCol="0">
            <a:spAutoFit/>
          </a:bodyPr>
          <a:lstStyle/>
          <a:p>
            <a:pPr algn="ctr"/>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6D0DBFBE-0999-62B3-A1D7-D70A24DED66D}"/>
              </a:ext>
            </a:extLst>
          </p:cNvPr>
          <p:cNvSpPr txBox="1"/>
          <p:nvPr/>
        </p:nvSpPr>
        <p:spPr>
          <a:xfrm>
            <a:off x="5289824" y="4869160"/>
            <a:ext cx="1362874" cy="307777"/>
          </a:xfrm>
          <a:prstGeom prst="rect">
            <a:avLst/>
          </a:prstGeom>
          <a:noFill/>
        </p:spPr>
        <p:txBody>
          <a:bodyPr wrap="none" rtlCol="0">
            <a:spAutoFit/>
          </a:bodyPr>
          <a:lstStyle/>
          <a:p>
            <a:pPr algn="ct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Second Stage</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731D7E67-8E4D-44C8-4BD6-B7E9E906104A}"/>
              </a:ext>
            </a:extLst>
          </p:cNvPr>
          <p:cNvSpPr txBox="1"/>
          <p:nvPr/>
        </p:nvSpPr>
        <p:spPr>
          <a:xfrm>
            <a:off x="5427711" y="3861048"/>
            <a:ext cx="1173719" cy="307777"/>
          </a:xfrm>
          <a:prstGeom prst="rect">
            <a:avLst/>
          </a:prstGeom>
          <a:noFill/>
        </p:spPr>
        <p:txBody>
          <a:bodyPr wrap="none" rtlCol="0">
            <a:spAutoFit/>
          </a:bodyPr>
          <a:lstStyle/>
          <a:p>
            <a:pPr algn="ct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Third</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Stage</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06DBFED5-F94D-AA76-62F9-0875E23A56DF}"/>
              </a:ext>
            </a:extLst>
          </p:cNvPr>
          <p:cNvSpPr txBox="1"/>
          <p:nvPr/>
        </p:nvSpPr>
        <p:spPr>
          <a:xfrm>
            <a:off x="5536758" y="3068960"/>
            <a:ext cx="1135247" cy="276999"/>
          </a:xfrm>
          <a:prstGeom prst="rect">
            <a:avLst/>
          </a:prstGeom>
          <a:noFill/>
        </p:spPr>
        <p:txBody>
          <a:bodyPr wrap="none" rtlCol="0">
            <a:spAutoFit/>
          </a:bodyPr>
          <a:lstStyle/>
          <a:p>
            <a:pPr algn="ctr"/>
            <a:r>
              <a:rPr kumimoji="1" lang="en-US" altLang="zh-CN" sz="1200" dirty="0">
                <a:solidFill>
                  <a:srgbClr val="BB3023"/>
                </a:solidFill>
                <a:latin typeface="Alibaba PuHuiTi Medium" pitchFamily="18" charset="-122"/>
                <a:ea typeface="Alibaba PuHuiTi Medium" pitchFamily="18" charset="-122"/>
                <a:cs typeface="Alibaba PuHuiTi Medium" pitchFamily="18" charset="-122"/>
              </a:rPr>
              <a:t>Fourth Stage</a:t>
            </a:r>
            <a:endParaRPr kumimoji="1" lang="zh-CN" altLang="en-US" sz="1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6380DE71-1440-F6AC-06FE-7FBA452ED4DF}"/>
              </a:ext>
            </a:extLst>
          </p:cNvPr>
          <p:cNvSpPr txBox="1"/>
          <p:nvPr/>
        </p:nvSpPr>
        <p:spPr>
          <a:xfrm>
            <a:off x="5661012" y="2326947"/>
            <a:ext cx="981359" cy="276999"/>
          </a:xfrm>
          <a:prstGeom prst="rect">
            <a:avLst/>
          </a:prstGeom>
          <a:noFill/>
        </p:spPr>
        <p:txBody>
          <a:bodyPr wrap="none" rtlCol="0">
            <a:spAutoFit/>
          </a:bodyPr>
          <a:lstStyle/>
          <a:p>
            <a:pPr algn="ctr"/>
            <a:r>
              <a:rPr kumimoji="1" lang="en-US" altLang="zh-CN" sz="1200" dirty="0">
                <a:solidFill>
                  <a:srgbClr val="BB3023"/>
                </a:solidFill>
                <a:latin typeface="Alibaba PuHuiTi Medium" pitchFamily="18" charset="-122"/>
                <a:ea typeface="Alibaba PuHuiTi Medium" pitchFamily="18" charset="-122"/>
                <a:cs typeface="Alibaba PuHuiTi Medium" pitchFamily="18" charset="-122"/>
              </a:rPr>
              <a:t>Fifth Stage</a:t>
            </a:r>
            <a:endParaRPr kumimoji="1" lang="zh-CN" altLang="en-US" sz="1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C52F62C8-F575-DA46-A458-41A70441F563}"/>
              </a:ext>
            </a:extLst>
          </p:cNvPr>
          <p:cNvSpPr txBox="1"/>
          <p:nvPr/>
        </p:nvSpPr>
        <p:spPr>
          <a:xfrm>
            <a:off x="5734279" y="1651285"/>
            <a:ext cx="950901" cy="261610"/>
          </a:xfrm>
          <a:prstGeom prst="rect">
            <a:avLst/>
          </a:prstGeom>
          <a:noFill/>
        </p:spPr>
        <p:txBody>
          <a:bodyPr wrap="none" rtlCol="0">
            <a:spAutoFit/>
          </a:bodyPr>
          <a:lstStyle/>
          <a:p>
            <a:pPr algn="ctr"/>
            <a:r>
              <a:rPr kumimoji="1" lang="en-US" altLang="zh-CN" sz="1100" dirty="0">
                <a:solidFill>
                  <a:srgbClr val="BB3023"/>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15E9266D-2C7C-7AC0-AEF7-78274C395A95}"/>
              </a:ext>
            </a:extLst>
          </p:cNvPr>
          <p:cNvSpPr txBox="1"/>
          <p:nvPr/>
        </p:nvSpPr>
        <p:spPr>
          <a:xfrm>
            <a:off x="5067891" y="5931577"/>
            <a:ext cx="1587742" cy="400110"/>
          </a:xfrm>
          <a:prstGeom prst="rect">
            <a:avLst/>
          </a:prstGeom>
          <a:noFill/>
        </p:spPr>
        <p:txBody>
          <a:bodyPr wrap="square" rtlCol="0">
            <a:spAutoFit/>
          </a:bodyPr>
          <a:lstStyle/>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8" name="文本框 67">
            <a:extLst>
              <a:ext uri="{FF2B5EF4-FFF2-40B4-BE49-F238E27FC236}">
                <a16:creationId xmlns:a16="http://schemas.microsoft.com/office/drawing/2014/main" id="{ED1AB845-B26C-4FBA-7152-07F7CC59ED38}"/>
              </a:ext>
            </a:extLst>
          </p:cNvPr>
          <p:cNvSpPr txBox="1"/>
          <p:nvPr/>
        </p:nvSpPr>
        <p:spPr>
          <a:xfrm>
            <a:off x="5137411" y="5112222"/>
            <a:ext cx="1587742" cy="400110"/>
          </a:xfrm>
          <a:prstGeom prst="rect">
            <a:avLst/>
          </a:prstGeom>
          <a:noFill/>
        </p:spPr>
        <p:txBody>
          <a:bodyPr wrap="square" rtlCol="0">
            <a:spAutoFit/>
          </a:bodyPr>
          <a:lstStyle/>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97707A98-64E1-C715-498F-E1A700A1B0FE}"/>
              </a:ext>
            </a:extLst>
          </p:cNvPr>
          <p:cNvSpPr txBox="1"/>
          <p:nvPr/>
        </p:nvSpPr>
        <p:spPr>
          <a:xfrm>
            <a:off x="5305246" y="4156575"/>
            <a:ext cx="1485298" cy="553998"/>
          </a:xfrm>
          <a:prstGeom prst="rect">
            <a:avLst/>
          </a:prstGeom>
          <a:noFill/>
        </p:spPr>
        <p:txBody>
          <a:bodyPr wrap="square" rtlCol="0">
            <a:spAutoFit/>
          </a:bodyPr>
          <a:lstStyle/>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4603B91F-32D4-13B2-4B06-33BF46EF888A}"/>
              </a:ext>
            </a:extLst>
          </p:cNvPr>
          <p:cNvSpPr txBox="1"/>
          <p:nvPr/>
        </p:nvSpPr>
        <p:spPr>
          <a:xfrm>
            <a:off x="5378863" y="3317906"/>
            <a:ext cx="1374206" cy="369332"/>
          </a:xfrm>
          <a:prstGeom prst="rect">
            <a:avLst/>
          </a:prstGeom>
          <a:noFill/>
        </p:spPr>
        <p:txBody>
          <a:bodyPr wrap="square" rtlCol="0">
            <a:spAutoFit/>
          </a:bodyPr>
          <a:lstStyle/>
          <a:p>
            <a:pPr algn="ctr"/>
            <a:r>
              <a:rPr kumimoji="1" lang="en" altLang="zh-CN" sz="900" dirty="0">
                <a:solidFill>
                  <a:srgbClr val="BB3023"/>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9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F9D27F84-AB55-1266-9E81-E9D813A1B6A0}"/>
              </a:ext>
            </a:extLst>
          </p:cNvPr>
          <p:cNvSpPr txBox="1"/>
          <p:nvPr/>
        </p:nvSpPr>
        <p:spPr>
          <a:xfrm>
            <a:off x="5567849" y="2564904"/>
            <a:ext cx="1117764" cy="338554"/>
          </a:xfrm>
          <a:prstGeom prst="rect">
            <a:avLst/>
          </a:prstGeom>
          <a:noFill/>
        </p:spPr>
        <p:txBody>
          <a:bodyPr wrap="square" rtlCol="0">
            <a:spAutoFit/>
          </a:bodyPr>
          <a:lstStyle/>
          <a:p>
            <a:pPr algn="ctr"/>
            <a:r>
              <a:rPr kumimoji="1" lang="en" altLang="zh-CN" sz="800" dirty="0">
                <a:solidFill>
                  <a:srgbClr val="BB3023"/>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92779575-846C-321C-3C68-4265D004EE02}"/>
              </a:ext>
            </a:extLst>
          </p:cNvPr>
          <p:cNvSpPr txBox="1"/>
          <p:nvPr/>
        </p:nvSpPr>
        <p:spPr>
          <a:xfrm>
            <a:off x="5611487" y="1867309"/>
            <a:ext cx="1117764" cy="307777"/>
          </a:xfrm>
          <a:prstGeom prst="rect">
            <a:avLst/>
          </a:prstGeom>
          <a:noFill/>
        </p:spPr>
        <p:txBody>
          <a:bodyPr wrap="square" rtlCol="0">
            <a:spAutoFit/>
          </a:bodyPr>
          <a:lstStyle/>
          <a:p>
            <a:pPr algn="ctr"/>
            <a:r>
              <a:rPr kumimoji="1" lang="en" altLang="zh-CN" sz="700" dirty="0">
                <a:solidFill>
                  <a:srgbClr val="BB3023"/>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3" name="文本框 72">
            <a:extLst>
              <a:ext uri="{FF2B5EF4-FFF2-40B4-BE49-F238E27FC236}">
                <a16:creationId xmlns:a16="http://schemas.microsoft.com/office/drawing/2014/main" id="{D0E81566-4F84-3A44-3AEF-D461E7720517}"/>
              </a:ext>
            </a:extLst>
          </p:cNvPr>
          <p:cNvSpPr txBox="1"/>
          <p:nvPr/>
        </p:nvSpPr>
        <p:spPr>
          <a:xfrm>
            <a:off x="3934918" y="2653259"/>
            <a:ext cx="1311639" cy="1061829"/>
          </a:xfrm>
          <a:prstGeom prst="rect">
            <a:avLst/>
          </a:prstGeom>
          <a:noFill/>
        </p:spPr>
        <p:txBody>
          <a:bodyPr wrap="square" rtlCol="0">
            <a:spAutoFit/>
          </a:bodyPr>
          <a:lstStyle/>
          <a:p>
            <a:pPr algn="r"/>
            <a:r>
              <a:rPr kumimoji="1" lang="en" altLang="zh-CN" sz="1050" dirty="0">
                <a:solidFill>
                  <a:srgbClr val="BB3023"/>
                </a:solidFill>
                <a:latin typeface="Alibaba PuHuiTi" pitchFamily="18" charset="-122"/>
                <a:ea typeface="Alibaba PuHuiTi" pitchFamily="18" charset="-122"/>
                <a:cs typeface="Alibaba PuHuiTi" pitchFamily="18" charset="-122"/>
              </a:rPr>
              <a:t>I am an engineering data analyst working in Shanghai for 7 years</a:t>
            </a:r>
            <a:endParaRPr kumimoji="1" lang="zh-CN" altLang="en-US" sz="1050" dirty="0">
              <a:solidFill>
                <a:srgbClr val="BB3023"/>
              </a:solidFill>
              <a:latin typeface="Alibaba PuHuiTi" pitchFamily="18" charset="-122"/>
              <a:ea typeface="Alibaba PuHuiTi" pitchFamily="18" charset="-122"/>
              <a:cs typeface="Alibaba PuHuiTi" pitchFamily="18" charset="-122"/>
            </a:endParaRPr>
          </a:p>
          <a:p>
            <a:pPr algn="r"/>
            <a:endParaRPr kumimoji="1" lang="zh-CN" altLang="en-US" sz="1050" dirty="0">
              <a:solidFill>
                <a:srgbClr val="BB3023"/>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274262185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文本框 32">
            <a:extLst>
              <a:ext uri="{FF2B5EF4-FFF2-40B4-BE49-F238E27FC236}">
                <a16:creationId xmlns:a16="http://schemas.microsoft.com/office/drawing/2014/main" id="{24BADB1C-3C09-AB44-3B7F-F2A5048BE54F}"/>
              </a:ext>
            </a:extLst>
          </p:cNvPr>
          <p:cNvSpPr txBox="1"/>
          <p:nvPr/>
        </p:nvSpPr>
        <p:spPr>
          <a:xfrm>
            <a:off x="323025" y="265833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4" name="文本框 33">
            <a:extLst>
              <a:ext uri="{FF2B5EF4-FFF2-40B4-BE49-F238E27FC236}">
                <a16:creationId xmlns:a16="http://schemas.microsoft.com/office/drawing/2014/main" id="{C98CED90-57FC-FAF4-5D0B-77DC946384E0}"/>
              </a:ext>
            </a:extLst>
          </p:cNvPr>
          <p:cNvSpPr txBox="1"/>
          <p:nvPr/>
        </p:nvSpPr>
        <p:spPr>
          <a:xfrm>
            <a:off x="323025" y="328519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 name="文本框 34">
            <a:extLst>
              <a:ext uri="{FF2B5EF4-FFF2-40B4-BE49-F238E27FC236}">
                <a16:creationId xmlns:a16="http://schemas.microsoft.com/office/drawing/2014/main" id="{02B64307-F73E-CF47-D85F-75D308A3FDC1}"/>
              </a:ext>
            </a:extLst>
          </p:cNvPr>
          <p:cNvSpPr txBox="1"/>
          <p:nvPr/>
        </p:nvSpPr>
        <p:spPr>
          <a:xfrm>
            <a:off x="323025" y="3933270"/>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6" name="文本框 35">
            <a:extLst>
              <a:ext uri="{FF2B5EF4-FFF2-40B4-BE49-F238E27FC236}">
                <a16:creationId xmlns:a16="http://schemas.microsoft.com/office/drawing/2014/main" id="{44D07A45-445C-76E2-89C1-3AE42113ABC0}"/>
              </a:ext>
            </a:extLst>
          </p:cNvPr>
          <p:cNvSpPr txBox="1"/>
          <p:nvPr/>
        </p:nvSpPr>
        <p:spPr>
          <a:xfrm>
            <a:off x="323025" y="4542371"/>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7" name="文本框 36">
            <a:extLst>
              <a:ext uri="{FF2B5EF4-FFF2-40B4-BE49-F238E27FC236}">
                <a16:creationId xmlns:a16="http://schemas.microsoft.com/office/drawing/2014/main" id="{E666F22E-78AD-8CDA-B000-3E46B09A1CA5}"/>
              </a:ext>
            </a:extLst>
          </p:cNvPr>
          <p:cNvSpPr txBox="1"/>
          <p:nvPr/>
        </p:nvSpPr>
        <p:spPr>
          <a:xfrm>
            <a:off x="8498540" y="2630363"/>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3C9EABB9-3FA5-49ED-5A5A-B5A596C8EFCB}"/>
              </a:ext>
            </a:extLst>
          </p:cNvPr>
          <p:cNvSpPr txBox="1"/>
          <p:nvPr/>
        </p:nvSpPr>
        <p:spPr>
          <a:xfrm>
            <a:off x="8498540" y="3257227"/>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9" name="文本框 38">
            <a:extLst>
              <a:ext uri="{FF2B5EF4-FFF2-40B4-BE49-F238E27FC236}">
                <a16:creationId xmlns:a16="http://schemas.microsoft.com/office/drawing/2014/main" id="{249B812B-5022-2178-E691-8A6D531D9DAC}"/>
              </a:ext>
            </a:extLst>
          </p:cNvPr>
          <p:cNvSpPr txBox="1"/>
          <p:nvPr/>
        </p:nvSpPr>
        <p:spPr>
          <a:xfrm>
            <a:off x="8498540" y="3905299"/>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990FCDBC-6368-1173-E053-7B459E354E5B}"/>
              </a:ext>
            </a:extLst>
          </p:cNvPr>
          <p:cNvSpPr txBox="1"/>
          <p:nvPr/>
        </p:nvSpPr>
        <p:spPr>
          <a:xfrm>
            <a:off x="8498540" y="4514400"/>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0AB50BF5-164C-AA3E-FF40-41CF43B18041}"/>
              </a:ext>
            </a:extLst>
          </p:cNvPr>
          <p:cNvSpPr txBox="1"/>
          <p:nvPr/>
        </p:nvSpPr>
        <p:spPr>
          <a:xfrm>
            <a:off x="2253786" y="1049112"/>
            <a:ext cx="109837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A3687BA9-20DF-7129-2462-ABA931BE3E2F}"/>
              </a:ext>
            </a:extLst>
          </p:cNvPr>
          <p:cNvSpPr txBox="1"/>
          <p:nvPr/>
        </p:nvSpPr>
        <p:spPr>
          <a:xfrm>
            <a:off x="2294127" y="5077688"/>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6" name="文本框 575">
            <a:extLst>
              <a:ext uri="{FF2B5EF4-FFF2-40B4-BE49-F238E27FC236}">
                <a16:creationId xmlns:a16="http://schemas.microsoft.com/office/drawing/2014/main" id="{EEE605A2-1D02-8ADB-F445-39054984A135}"/>
              </a:ext>
            </a:extLst>
          </p:cNvPr>
          <p:cNvSpPr txBox="1"/>
          <p:nvPr/>
        </p:nvSpPr>
        <p:spPr>
          <a:xfrm>
            <a:off x="8518725" y="5065833"/>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7" name="文本框 576">
            <a:extLst>
              <a:ext uri="{FF2B5EF4-FFF2-40B4-BE49-F238E27FC236}">
                <a16:creationId xmlns:a16="http://schemas.microsoft.com/office/drawing/2014/main" id="{442F51A4-DA71-BC2F-199D-EEE1EA4D6827}"/>
              </a:ext>
            </a:extLst>
          </p:cNvPr>
          <p:cNvSpPr txBox="1"/>
          <p:nvPr/>
        </p:nvSpPr>
        <p:spPr>
          <a:xfrm>
            <a:off x="8436167" y="1052342"/>
            <a:ext cx="151515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graphicFrame>
        <p:nvGraphicFramePr>
          <p:cNvPr id="16" name="图表 15">
            <a:extLst>
              <a:ext uri="{FF2B5EF4-FFF2-40B4-BE49-F238E27FC236}">
                <a16:creationId xmlns:a16="http://schemas.microsoft.com/office/drawing/2014/main" id="{167B0C5B-0C1F-1160-0D54-250D96380351}"/>
              </a:ext>
            </a:extLst>
          </p:cNvPr>
          <p:cNvGraphicFramePr/>
          <p:nvPr>
            <p:extLst>
              <p:ext uri="{D42A27DB-BD31-4B8C-83A1-F6EECF244321}">
                <p14:modId xmlns:p14="http://schemas.microsoft.com/office/powerpoint/2010/main" val="434597986"/>
              </p:ext>
            </p:extLst>
          </p:nvPr>
        </p:nvGraphicFramePr>
        <p:xfrm>
          <a:off x="258219" y="5082988"/>
          <a:ext cx="1987440" cy="1775012"/>
        </p:xfrm>
        <a:graphic>
          <a:graphicData uri="http://schemas.openxmlformats.org/drawingml/2006/chart">
            <c:chart xmlns:c="http://schemas.openxmlformats.org/drawingml/2006/chart" xmlns:r="http://schemas.openxmlformats.org/officeDocument/2006/relationships" r:id="rId3"/>
          </a:graphicData>
        </a:graphic>
      </p:graphicFrame>
      <mc:AlternateContent xmlns:mc="http://schemas.openxmlformats.org/markup-compatibility/2006" xmlns:cx1="http://schemas.microsoft.com/office/drawing/2015/9/8/chartex">
        <mc:Choice Requires="cx1">
          <p:graphicFrame>
            <p:nvGraphicFramePr>
              <p:cNvPr id="20" name="图表 19">
                <a:extLst>
                  <a:ext uri="{FF2B5EF4-FFF2-40B4-BE49-F238E27FC236}">
                    <a16:creationId xmlns:a16="http://schemas.microsoft.com/office/drawing/2014/main" id="{071D73FD-1602-698C-A510-22A85F4F5F00}"/>
                  </a:ext>
                </a:extLst>
              </p:cNvPr>
              <p:cNvGraphicFramePr/>
              <p:nvPr>
                <p:extLst>
                  <p:ext uri="{D42A27DB-BD31-4B8C-83A1-F6EECF244321}">
                    <p14:modId xmlns:p14="http://schemas.microsoft.com/office/powerpoint/2010/main" val="3422014397"/>
                  </p:ext>
                </p:extLst>
              </p:nvPr>
            </p:nvGraphicFramePr>
            <p:xfrm>
              <a:off x="294149" y="909592"/>
              <a:ext cx="1857382" cy="1578114"/>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20" name="图表 19">
                <a:extLst>
                  <a:ext uri="{FF2B5EF4-FFF2-40B4-BE49-F238E27FC236}">
                    <a16:creationId xmlns:a16="http://schemas.microsoft.com/office/drawing/2014/main" id="{071D73FD-1602-698C-A510-22A85F4F5F00}"/>
                  </a:ext>
                </a:extLst>
              </p:cNvPr>
              <p:cNvPicPr>
                <a:picLocks noGrp="1" noRot="1" noChangeAspect="1" noMove="1" noResize="1" noEditPoints="1" noAdjustHandles="1" noChangeArrowheads="1" noChangeShapeType="1"/>
              </p:cNvPicPr>
              <p:nvPr/>
            </p:nvPicPr>
            <p:blipFill>
              <a:blip r:embed="rId5"/>
              <a:stretch>
                <a:fillRect/>
              </a:stretch>
            </p:blipFill>
            <p:spPr>
              <a:xfrm>
                <a:off x="294149" y="909592"/>
                <a:ext cx="1857382" cy="1578114"/>
              </a:xfrm>
              <a:prstGeom prst="rect">
                <a:avLst/>
              </a:prstGeom>
            </p:spPr>
          </p:pic>
        </mc:Fallback>
      </mc:AlternateContent>
      <p:graphicFrame>
        <p:nvGraphicFramePr>
          <p:cNvPr id="26" name="图表 25">
            <a:extLst>
              <a:ext uri="{FF2B5EF4-FFF2-40B4-BE49-F238E27FC236}">
                <a16:creationId xmlns:a16="http://schemas.microsoft.com/office/drawing/2014/main" id="{BF93B249-BB5D-EF5C-4775-30E5A2E1120D}"/>
              </a:ext>
            </a:extLst>
          </p:cNvPr>
          <p:cNvGraphicFramePr/>
          <p:nvPr>
            <p:extLst>
              <p:ext uri="{D42A27DB-BD31-4B8C-83A1-F6EECF244321}">
                <p14:modId xmlns:p14="http://schemas.microsoft.com/office/powerpoint/2010/main" val="3933469290"/>
              </p:ext>
            </p:extLst>
          </p:nvPr>
        </p:nvGraphicFramePr>
        <p:xfrm>
          <a:off x="9856695" y="985520"/>
          <a:ext cx="2151530" cy="17272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9" name="图表 28">
            <a:extLst>
              <a:ext uri="{FF2B5EF4-FFF2-40B4-BE49-F238E27FC236}">
                <a16:creationId xmlns:a16="http://schemas.microsoft.com/office/drawing/2014/main" id="{195B5B09-0E8C-8B46-1035-592B18FFAF92}"/>
              </a:ext>
            </a:extLst>
          </p:cNvPr>
          <p:cNvGraphicFramePr/>
          <p:nvPr>
            <p:extLst>
              <p:ext uri="{D42A27DB-BD31-4B8C-83A1-F6EECF244321}">
                <p14:modId xmlns:p14="http://schemas.microsoft.com/office/powerpoint/2010/main" val="1015494308"/>
              </p:ext>
            </p:extLst>
          </p:nvPr>
        </p:nvGraphicFramePr>
        <p:xfrm>
          <a:off x="9332259" y="5224434"/>
          <a:ext cx="2859741" cy="1633566"/>
        </p:xfrm>
        <a:graphic>
          <a:graphicData uri="http://schemas.openxmlformats.org/drawingml/2006/chart">
            <c:chart xmlns:c="http://schemas.openxmlformats.org/drawingml/2006/chart" xmlns:r="http://schemas.openxmlformats.org/officeDocument/2006/relationships" r:id="rId7"/>
          </a:graphicData>
        </a:graphic>
      </p:graphicFrame>
      <p:sp>
        <p:nvSpPr>
          <p:cNvPr id="30" name="文本框 29">
            <a:extLst>
              <a:ext uri="{FF2B5EF4-FFF2-40B4-BE49-F238E27FC236}">
                <a16:creationId xmlns:a16="http://schemas.microsoft.com/office/drawing/2014/main" id="{778A852E-3033-7855-C002-45346109E6C0}"/>
              </a:ext>
            </a:extLst>
          </p:cNvPr>
          <p:cNvSpPr txBox="1"/>
          <p:nvPr/>
        </p:nvSpPr>
        <p:spPr>
          <a:xfrm>
            <a:off x="2327527" y="1726232"/>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8CEF0279-1F70-1FE2-CD7E-5E271265D448}"/>
              </a:ext>
            </a:extLst>
          </p:cNvPr>
          <p:cNvSpPr txBox="1"/>
          <p:nvPr/>
        </p:nvSpPr>
        <p:spPr>
          <a:xfrm>
            <a:off x="2330433" y="1551673"/>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32" name="文本框 31">
            <a:extLst>
              <a:ext uri="{FF2B5EF4-FFF2-40B4-BE49-F238E27FC236}">
                <a16:creationId xmlns:a16="http://schemas.microsoft.com/office/drawing/2014/main" id="{5235C099-1345-AAD0-4F77-0A83BDDFEF33}"/>
              </a:ext>
            </a:extLst>
          </p:cNvPr>
          <p:cNvSpPr txBox="1"/>
          <p:nvPr/>
        </p:nvSpPr>
        <p:spPr>
          <a:xfrm>
            <a:off x="2327527" y="5797768"/>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8" name="文本框 577">
            <a:extLst>
              <a:ext uri="{FF2B5EF4-FFF2-40B4-BE49-F238E27FC236}">
                <a16:creationId xmlns:a16="http://schemas.microsoft.com/office/drawing/2014/main" id="{3A8D2C10-BB2D-842D-CAC2-EE69108A080C}"/>
              </a:ext>
            </a:extLst>
          </p:cNvPr>
          <p:cNvSpPr txBox="1"/>
          <p:nvPr/>
        </p:nvSpPr>
        <p:spPr>
          <a:xfrm>
            <a:off x="2330433" y="5623209"/>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585" name="文本框 584">
            <a:extLst>
              <a:ext uri="{FF2B5EF4-FFF2-40B4-BE49-F238E27FC236}">
                <a16:creationId xmlns:a16="http://schemas.microsoft.com/office/drawing/2014/main" id="{9D26CC1E-341B-3548-DDEE-478287BFAC37}"/>
              </a:ext>
            </a:extLst>
          </p:cNvPr>
          <p:cNvSpPr txBox="1"/>
          <p:nvPr/>
        </p:nvSpPr>
        <p:spPr>
          <a:xfrm>
            <a:off x="8537464" y="5772183"/>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9" name="文本框 588">
            <a:extLst>
              <a:ext uri="{FF2B5EF4-FFF2-40B4-BE49-F238E27FC236}">
                <a16:creationId xmlns:a16="http://schemas.microsoft.com/office/drawing/2014/main" id="{91598940-4E36-7AC6-22A0-C5D3586C0B84}"/>
              </a:ext>
            </a:extLst>
          </p:cNvPr>
          <p:cNvSpPr txBox="1"/>
          <p:nvPr/>
        </p:nvSpPr>
        <p:spPr>
          <a:xfrm>
            <a:off x="8540370" y="5597624"/>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590" name="文本框 589">
            <a:extLst>
              <a:ext uri="{FF2B5EF4-FFF2-40B4-BE49-F238E27FC236}">
                <a16:creationId xmlns:a16="http://schemas.microsoft.com/office/drawing/2014/main" id="{8A5473BB-D929-574D-EE14-13586B81789E}"/>
              </a:ext>
            </a:extLst>
          </p:cNvPr>
          <p:cNvSpPr txBox="1"/>
          <p:nvPr/>
        </p:nvSpPr>
        <p:spPr>
          <a:xfrm>
            <a:off x="8470229" y="1803359"/>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1" name="文本框 590">
            <a:extLst>
              <a:ext uri="{FF2B5EF4-FFF2-40B4-BE49-F238E27FC236}">
                <a16:creationId xmlns:a16="http://schemas.microsoft.com/office/drawing/2014/main" id="{3970532E-AFDA-FE98-73E5-2E93E7CB240E}"/>
              </a:ext>
            </a:extLst>
          </p:cNvPr>
          <p:cNvSpPr txBox="1"/>
          <p:nvPr/>
        </p:nvSpPr>
        <p:spPr>
          <a:xfrm>
            <a:off x="8473135" y="1628800"/>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56" name="文本框 55">
            <a:extLst>
              <a:ext uri="{FF2B5EF4-FFF2-40B4-BE49-F238E27FC236}">
                <a16:creationId xmlns:a16="http://schemas.microsoft.com/office/drawing/2014/main" id="{442AF9EE-59FA-2B6B-0CF8-F2B714289F3B}"/>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ED84390E-2B56-E1AC-1439-E89725DD9887}"/>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58" name="直线连接符 57">
            <a:extLst>
              <a:ext uri="{FF2B5EF4-FFF2-40B4-BE49-F238E27FC236}">
                <a16:creationId xmlns:a16="http://schemas.microsoft.com/office/drawing/2014/main" id="{C4ED112E-98AC-D6EB-C5AF-83949AAC66C9}"/>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49CF2711-4965-E792-ED03-03A38AE20246}"/>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075D59E2-A37A-4F27-419C-A23D8EA44888}"/>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1" name="组合 60">
            <a:extLst>
              <a:ext uri="{FF2B5EF4-FFF2-40B4-BE49-F238E27FC236}">
                <a16:creationId xmlns:a16="http://schemas.microsoft.com/office/drawing/2014/main" id="{2414271B-6577-4CA3-6EC1-6744BF348584}"/>
              </a:ext>
            </a:extLst>
          </p:cNvPr>
          <p:cNvGrpSpPr/>
          <p:nvPr/>
        </p:nvGrpSpPr>
        <p:grpSpPr>
          <a:xfrm>
            <a:off x="2323294" y="287981"/>
            <a:ext cx="356205" cy="355288"/>
            <a:chOff x="2323294" y="287981"/>
            <a:chExt cx="356205" cy="355288"/>
          </a:xfrm>
        </p:grpSpPr>
        <p:sp>
          <p:nvSpPr>
            <p:cNvPr id="592" name="Google Shape;7166;p80">
              <a:extLst>
                <a:ext uri="{FF2B5EF4-FFF2-40B4-BE49-F238E27FC236}">
                  <a16:creationId xmlns:a16="http://schemas.microsoft.com/office/drawing/2014/main" id="{5C4E3D04-1731-68BC-E45A-0B35BA991B8C}"/>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7167;p80">
              <a:extLst>
                <a:ext uri="{FF2B5EF4-FFF2-40B4-BE49-F238E27FC236}">
                  <a16:creationId xmlns:a16="http://schemas.microsoft.com/office/drawing/2014/main" id="{F470F6A7-43D8-313F-CCE2-820E1A144EDA}"/>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7168;p80">
              <a:extLst>
                <a:ext uri="{FF2B5EF4-FFF2-40B4-BE49-F238E27FC236}">
                  <a16:creationId xmlns:a16="http://schemas.microsoft.com/office/drawing/2014/main" id="{E25F2EF3-6CB2-16B4-7146-488837107DE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7169;p80">
              <a:extLst>
                <a:ext uri="{FF2B5EF4-FFF2-40B4-BE49-F238E27FC236}">
                  <a16:creationId xmlns:a16="http://schemas.microsoft.com/office/drawing/2014/main" id="{73F31E67-B166-4F64-C6E5-B2F7EBF4B982}"/>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任意形状 1">
            <a:extLst>
              <a:ext uri="{FF2B5EF4-FFF2-40B4-BE49-F238E27FC236}">
                <a16:creationId xmlns:a16="http://schemas.microsoft.com/office/drawing/2014/main" id="{03663B3F-3E6A-36DE-EB3E-7CAD37D60496}"/>
              </a:ext>
            </a:extLst>
          </p:cNvPr>
          <p:cNvSpPr/>
          <p:nvPr/>
        </p:nvSpPr>
        <p:spPr>
          <a:xfrm>
            <a:off x="4218374" y="1629105"/>
            <a:ext cx="3859194" cy="3967342"/>
          </a:xfrm>
          <a:custGeom>
            <a:avLst/>
            <a:gdLst>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45653 w 3858771"/>
              <a:gd name="connsiteY11" fmla="*/ 71367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52003 w 3858771"/>
              <a:gd name="connsiteY11" fmla="*/ 770823 h 3999576"/>
              <a:gd name="connsiteX12" fmla="*/ 3407553 w 3858771"/>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7976 w 3859194"/>
              <a:gd name="connsiteY0" fmla="*/ 1495094 h 3999947"/>
              <a:gd name="connsiteX1" fmla="*/ 3858826 w 3859194"/>
              <a:gd name="connsiteY1" fmla="*/ 2034844 h 3999947"/>
              <a:gd name="connsiteX2" fmla="*/ 3484176 w 3859194"/>
              <a:gd name="connsiteY2" fmla="*/ 2263444 h 3999947"/>
              <a:gd name="connsiteX3" fmla="*/ 3452426 w 3859194"/>
              <a:gd name="connsiteY3" fmla="*/ 3050844 h 3999947"/>
              <a:gd name="connsiteX4" fmla="*/ 2550726 w 3859194"/>
              <a:gd name="connsiteY4" fmla="*/ 3336594 h 3999947"/>
              <a:gd name="connsiteX5" fmla="*/ 2518976 w 3859194"/>
              <a:gd name="connsiteY5" fmla="*/ 3901744 h 3999947"/>
              <a:gd name="connsiteX6" fmla="*/ 772726 w 3859194"/>
              <a:gd name="connsiteY6" fmla="*/ 3933494 h 3999947"/>
              <a:gd name="connsiteX7" fmla="*/ 836226 w 3859194"/>
              <a:gd name="connsiteY7" fmla="*/ 3222294 h 3999947"/>
              <a:gd name="connsiteX8" fmla="*/ 4376 w 3859194"/>
              <a:gd name="connsiteY8" fmla="*/ 1641144 h 3999947"/>
              <a:gd name="connsiteX9" fmla="*/ 578416 w 3859194"/>
              <a:gd name="connsiteY9" fmla="*/ 482904 h 3999947"/>
              <a:gd name="connsiteX10" fmla="*/ 2030026 w 3859194"/>
              <a:gd name="connsiteY10" fmla="*/ 2844 h 3999947"/>
              <a:gd name="connsiteX11" fmla="*/ 3452426 w 3859194"/>
              <a:gd name="connsiteY11" fmla="*/ 771194 h 3999947"/>
              <a:gd name="connsiteX12" fmla="*/ 3407976 w 3859194"/>
              <a:gd name="connsiteY12" fmla="*/ 1495094 h 3999947"/>
              <a:gd name="connsiteX0" fmla="*/ 3407976 w 3859194"/>
              <a:gd name="connsiteY0" fmla="*/ 1495094 h 3970745"/>
              <a:gd name="connsiteX1" fmla="*/ 3858826 w 3859194"/>
              <a:gd name="connsiteY1" fmla="*/ 2034844 h 3970745"/>
              <a:gd name="connsiteX2" fmla="*/ 3484176 w 3859194"/>
              <a:gd name="connsiteY2" fmla="*/ 2263444 h 3970745"/>
              <a:gd name="connsiteX3" fmla="*/ 3452426 w 3859194"/>
              <a:gd name="connsiteY3" fmla="*/ 3050844 h 3970745"/>
              <a:gd name="connsiteX4" fmla="*/ 2550726 w 3859194"/>
              <a:gd name="connsiteY4" fmla="*/ 3336594 h 3970745"/>
              <a:gd name="connsiteX5" fmla="*/ 2518976 w 3859194"/>
              <a:gd name="connsiteY5" fmla="*/ 3901744 h 3970745"/>
              <a:gd name="connsiteX6" fmla="*/ 772726 w 3859194"/>
              <a:gd name="connsiteY6" fmla="*/ 3933494 h 3970745"/>
              <a:gd name="connsiteX7" fmla="*/ 836226 w 3859194"/>
              <a:gd name="connsiteY7" fmla="*/ 3222294 h 3970745"/>
              <a:gd name="connsiteX8" fmla="*/ 4376 w 3859194"/>
              <a:gd name="connsiteY8" fmla="*/ 1641144 h 3970745"/>
              <a:gd name="connsiteX9" fmla="*/ 578416 w 3859194"/>
              <a:gd name="connsiteY9" fmla="*/ 482904 h 3970745"/>
              <a:gd name="connsiteX10" fmla="*/ 2030026 w 3859194"/>
              <a:gd name="connsiteY10" fmla="*/ 2844 h 3970745"/>
              <a:gd name="connsiteX11" fmla="*/ 3452426 w 3859194"/>
              <a:gd name="connsiteY11" fmla="*/ 771194 h 3970745"/>
              <a:gd name="connsiteX12" fmla="*/ 3407976 w 3859194"/>
              <a:gd name="connsiteY12" fmla="*/ 1495094 h 3970745"/>
              <a:gd name="connsiteX0" fmla="*/ 3407976 w 3859194"/>
              <a:gd name="connsiteY0" fmla="*/ 1495094 h 4014731"/>
              <a:gd name="connsiteX1" fmla="*/ 3858826 w 3859194"/>
              <a:gd name="connsiteY1" fmla="*/ 2034844 h 4014731"/>
              <a:gd name="connsiteX2" fmla="*/ 3484176 w 3859194"/>
              <a:gd name="connsiteY2" fmla="*/ 2263444 h 4014731"/>
              <a:gd name="connsiteX3" fmla="*/ 3452426 w 3859194"/>
              <a:gd name="connsiteY3" fmla="*/ 3050844 h 4014731"/>
              <a:gd name="connsiteX4" fmla="*/ 2550726 w 3859194"/>
              <a:gd name="connsiteY4" fmla="*/ 3336594 h 4014731"/>
              <a:gd name="connsiteX5" fmla="*/ 2559616 w 3859194"/>
              <a:gd name="connsiteY5" fmla="*/ 3932224 h 4014731"/>
              <a:gd name="connsiteX6" fmla="*/ 772726 w 3859194"/>
              <a:gd name="connsiteY6" fmla="*/ 3933494 h 4014731"/>
              <a:gd name="connsiteX7" fmla="*/ 836226 w 3859194"/>
              <a:gd name="connsiteY7" fmla="*/ 3222294 h 4014731"/>
              <a:gd name="connsiteX8" fmla="*/ 4376 w 3859194"/>
              <a:gd name="connsiteY8" fmla="*/ 1641144 h 4014731"/>
              <a:gd name="connsiteX9" fmla="*/ 578416 w 3859194"/>
              <a:gd name="connsiteY9" fmla="*/ 482904 h 4014731"/>
              <a:gd name="connsiteX10" fmla="*/ 2030026 w 3859194"/>
              <a:gd name="connsiteY10" fmla="*/ 2844 h 4014731"/>
              <a:gd name="connsiteX11" fmla="*/ 3452426 w 3859194"/>
              <a:gd name="connsiteY11" fmla="*/ 771194 h 4014731"/>
              <a:gd name="connsiteX12" fmla="*/ 3407976 w 3859194"/>
              <a:gd name="connsiteY12" fmla="*/ 1495094 h 4014731"/>
              <a:gd name="connsiteX0" fmla="*/ 3407976 w 3859194"/>
              <a:gd name="connsiteY0" fmla="*/ 1495094 h 3985291"/>
              <a:gd name="connsiteX1" fmla="*/ 3858826 w 3859194"/>
              <a:gd name="connsiteY1" fmla="*/ 2034844 h 3985291"/>
              <a:gd name="connsiteX2" fmla="*/ 3484176 w 3859194"/>
              <a:gd name="connsiteY2" fmla="*/ 2263444 h 3985291"/>
              <a:gd name="connsiteX3" fmla="*/ 3452426 w 3859194"/>
              <a:gd name="connsiteY3" fmla="*/ 3050844 h 3985291"/>
              <a:gd name="connsiteX4" fmla="*/ 2550726 w 3859194"/>
              <a:gd name="connsiteY4" fmla="*/ 3336594 h 3985291"/>
              <a:gd name="connsiteX5" fmla="*/ 2559616 w 3859194"/>
              <a:gd name="connsiteY5" fmla="*/ 3932224 h 3985291"/>
              <a:gd name="connsiteX6" fmla="*/ 772726 w 3859194"/>
              <a:gd name="connsiteY6" fmla="*/ 3933494 h 3985291"/>
              <a:gd name="connsiteX7" fmla="*/ 836226 w 3859194"/>
              <a:gd name="connsiteY7" fmla="*/ 3222294 h 3985291"/>
              <a:gd name="connsiteX8" fmla="*/ 4376 w 3859194"/>
              <a:gd name="connsiteY8" fmla="*/ 1641144 h 3985291"/>
              <a:gd name="connsiteX9" fmla="*/ 578416 w 3859194"/>
              <a:gd name="connsiteY9" fmla="*/ 482904 h 3985291"/>
              <a:gd name="connsiteX10" fmla="*/ 2030026 w 3859194"/>
              <a:gd name="connsiteY10" fmla="*/ 2844 h 3985291"/>
              <a:gd name="connsiteX11" fmla="*/ 3452426 w 3859194"/>
              <a:gd name="connsiteY11" fmla="*/ 771194 h 3985291"/>
              <a:gd name="connsiteX12" fmla="*/ 3407976 w 3859194"/>
              <a:gd name="connsiteY12" fmla="*/ 1495094 h 3985291"/>
              <a:gd name="connsiteX0" fmla="*/ 3407976 w 3859194"/>
              <a:gd name="connsiteY0" fmla="*/ 1495094 h 3983158"/>
              <a:gd name="connsiteX1" fmla="*/ 3858826 w 3859194"/>
              <a:gd name="connsiteY1" fmla="*/ 2034844 h 3983158"/>
              <a:gd name="connsiteX2" fmla="*/ 3484176 w 3859194"/>
              <a:gd name="connsiteY2" fmla="*/ 2263444 h 3983158"/>
              <a:gd name="connsiteX3" fmla="*/ 3452426 w 3859194"/>
              <a:gd name="connsiteY3" fmla="*/ 3050844 h 3983158"/>
              <a:gd name="connsiteX4" fmla="*/ 2550726 w 3859194"/>
              <a:gd name="connsiteY4" fmla="*/ 3336594 h 3983158"/>
              <a:gd name="connsiteX5" fmla="*/ 2559616 w 3859194"/>
              <a:gd name="connsiteY5" fmla="*/ 3932224 h 3983158"/>
              <a:gd name="connsiteX6" fmla="*/ 772726 w 3859194"/>
              <a:gd name="connsiteY6" fmla="*/ 3933494 h 3983158"/>
              <a:gd name="connsiteX7" fmla="*/ 836226 w 3859194"/>
              <a:gd name="connsiteY7" fmla="*/ 3222294 h 3983158"/>
              <a:gd name="connsiteX8" fmla="*/ 4376 w 3859194"/>
              <a:gd name="connsiteY8" fmla="*/ 1641144 h 3983158"/>
              <a:gd name="connsiteX9" fmla="*/ 578416 w 3859194"/>
              <a:gd name="connsiteY9" fmla="*/ 482904 h 3983158"/>
              <a:gd name="connsiteX10" fmla="*/ 2030026 w 3859194"/>
              <a:gd name="connsiteY10" fmla="*/ 2844 h 3983158"/>
              <a:gd name="connsiteX11" fmla="*/ 3452426 w 3859194"/>
              <a:gd name="connsiteY11" fmla="*/ 771194 h 3983158"/>
              <a:gd name="connsiteX12" fmla="*/ 3407976 w 3859194"/>
              <a:gd name="connsiteY12" fmla="*/ 1495094 h 3983158"/>
              <a:gd name="connsiteX0" fmla="*/ 3407976 w 3859194"/>
              <a:gd name="connsiteY0" fmla="*/ 1495094 h 3960676"/>
              <a:gd name="connsiteX1" fmla="*/ 3858826 w 3859194"/>
              <a:gd name="connsiteY1" fmla="*/ 2034844 h 3960676"/>
              <a:gd name="connsiteX2" fmla="*/ 3484176 w 3859194"/>
              <a:gd name="connsiteY2" fmla="*/ 2263444 h 3960676"/>
              <a:gd name="connsiteX3" fmla="*/ 3452426 w 3859194"/>
              <a:gd name="connsiteY3" fmla="*/ 3050844 h 3960676"/>
              <a:gd name="connsiteX4" fmla="*/ 2550726 w 3859194"/>
              <a:gd name="connsiteY4" fmla="*/ 3336594 h 3960676"/>
              <a:gd name="connsiteX5" fmla="*/ 2559616 w 3859194"/>
              <a:gd name="connsiteY5" fmla="*/ 3932224 h 3960676"/>
              <a:gd name="connsiteX6" fmla="*/ 772726 w 3859194"/>
              <a:gd name="connsiteY6" fmla="*/ 3933494 h 3960676"/>
              <a:gd name="connsiteX7" fmla="*/ 836226 w 3859194"/>
              <a:gd name="connsiteY7" fmla="*/ 3222294 h 3960676"/>
              <a:gd name="connsiteX8" fmla="*/ 4376 w 3859194"/>
              <a:gd name="connsiteY8" fmla="*/ 1641144 h 3960676"/>
              <a:gd name="connsiteX9" fmla="*/ 578416 w 3859194"/>
              <a:gd name="connsiteY9" fmla="*/ 482904 h 3960676"/>
              <a:gd name="connsiteX10" fmla="*/ 2030026 w 3859194"/>
              <a:gd name="connsiteY10" fmla="*/ 2844 h 3960676"/>
              <a:gd name="connsiteX11" fmla="*/ 3452426 w 3859194"/>
              <a:gd name="connsiteY11" fmla="*/ 771194 h 3960676"/>
              <a:gd name="connsiteX12" fmla="*/ 3407976 w 3859194"/>
              <a:gd name="connsiteY12" fmla="*/ 1495094 h 3960676"/>
              <a:gd name="connsiteX0" fmla="*/ 3407976 w 3859194"/>
              <a:gd name="connsiteY0" fmla="*/ 1495094 h 3993728"/>
              <a:gd name="connsiteX1" fmla="*/ 3858826 w 3859194"/>
              <a:gd name="connsiteY1" fmla="*/ 2034844 h 3993728"/>
              <a:gd name="connsiteX2" fmla="*/ 3484176 w 3859194"/>
              <a:gd name="connsiteY2" fmla="*/ 2263444 h 3993728"/>
              <a:gd name="connsiteX3" fmla="*/ 3452426 w 3859194"/>
              <a:gd name="connsiteY3" fmla="*/ 3050844 h 3993728"/>
              <a:gd name="connsiteX4" fmla="*/ 2550726 w 3859194"/>
              <a:gd name="connsiteY4" fmla="*/ 3336594 h 3993728"/>
              <a:gd name="connsiteX5" fmla="*/ 2579936 w 3859194"/>
              <a:gd name="connsiteY5" fmla="*/ 3962704 h 3993728"/>
              <a:gd name="connsiteX6" fmla="*/ 772726 w 3859194"/>
              <a:gd name="connsiteY6" fmla="*/ 3933494 h 3993728"/>
              <a:gd name="connsiteX7" fmla="*/ 836226 w 3859194"/>
              <a:gd name="connsiteY7" fmla="*/ 3222294 h 3993728"/>
              <a:gd name="connsiteX8" fmla="*/ 4376 w 3859194"/>
              <a:gd name="connsiteY8" fmla="*/ 1641144 h 3993728"/>
              <a:gd name="connsiteX9" fmla="*/ 578416 w 3859194"/>
              <a:gd name="connsiteY9" fmla="*/ 482904 h 3993728"/>
              <a:gd name="connsiteX10" fmla="*/ 2030026 w 3859194"/>
              <a:gd name="connsiteY10" fmla="*/ 2844 h 3993728"/>
              <a:gd name="connsiteX11" fmla="*/ 3452426 w 3859194"/>
              <a:gd name="connsiteY11" fmla="*/ 771194 h 3993728"/>
              <a:gd name="connsiteX12" fmla="*/ 3407976 w 3859194"/>
              <a:gd name="connsiteY12" fmla="*/ 1495094 h 3993728"/>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9194" h="3967342">
                <a:moveTo>
                  <a:pt x="3407976" y="1495094"/>
                </a:moveTo>
                <a:cubicBezTo>
                  <a:pt x="3475709" y="1705702"/>
                  <a:pt x="3846126" y="1906786"/>
                  <a:pt x="3858826" y="2034844"/>
                </a:cubicBezTo>
                <a:cubicBezTo>
                  <a:pt x="3871526" y="2162902"/>
                  <a:pt x="3551909" y="2094111"/>
                  <a:pt x="3484176" y="2263444"/>
                </a:cubicBezTo>
                <a:cubicBezTo>
                  <a:pt x="3416443" y="2432777"/>
                  <a:pt x="3608001" y="2871986"/>
                  <a:pt x="3452426" y="3050844"/>
                </a:cubicBezTo>
                <a:cubicBezTo>
                  <a:pt x="3296851" y="3229702"/>
                  <a:pt x="2594541" y="3194777"/>
                  <a:pt x="2550726" y="3336594"/>
                </a:cubicBezTo>
                <a:cubicBezTo>
                  <a:pt x="2506911" y="3478411"/>
                  <a:pt x="2744189" y="3974981"/>
                  <a:pt x="2579936" y="3962704"/>
                </a:cubicBezTo>
                <a:cubicBezTo>
                  <a:pt x="2415683" y="3950427"/>
                  <a:pt x="829664" y="3995936"/>
                  <a:pt x="772726" y="3933494"/>
                </a:cubicBezTo>
                <a:cubicBezTo>
                  <a:pt x="715788" y="3871052"/>
                  <a:pt x="964284" y="3604352"/>
                  <a:pt x="836226" y="3222294"/>
                </a:cubicBezTo>
                <a:cubicBezTo>
                  <a:pt x="708168" y="2840236"/>
                  <a:pt x="47344" y="2097709"/>
                  <a:pt x="4376" y="1641144"/>
                </a:cubicBezTo>
                <a:cubicBezTo>
                  <a:pt x="-38592" y="1184579"/>
                  <a:pt x="240808" y="755954"/>
                  <a:pt x="578416" y="482904"/>
                </a:cubicBezTo>
                <a:cubicBezTo>
                  <a:pt x="916024" y="209854"/>
                  <a:pt x="1553776" y="-28906"/>
                  <a:pt x="2030026" y="2844"/>
                </a:cubicBezTo>
                <a:cubicBezTo>
                  <a:pt x="2722176" y="28244"/>
                  <a:pt x="3215359" y="232502"/>
                  <a:pt x="3452426" y="771194"/>
                </a:cubicBezTo>
                <a:cubicBezTo>
                  <a:pt x="3689493" y="1309886"/>
                  <a:pt x="3340243" y="1284486"/>
                  <a:pt x="3407976" y="1495094"/>
                </a:cubicBez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任意形状 8">
            <a:extLst>
              <a:ext uri="{FF2B5EF4-FFF2-40B4-BE49-F238E27FC236}">
                <a16:creationId xmlns:a16="http://schemas.microsoft.com/office/drawing/2014/main" id="{FE14700D-8417-60B9-30E5-8457523E5A12}"/>
              </a:ext>
            </a:extLst>
          </p:cNvPr>
          <p:cNvSpPr/>
          <p:nvPr/>
        </p:nvSpPr>
        <p:spPr>
          <a:xfrm>
            <a:off x="4813300" y="1117600"/>
            <a:ext cx="1003300" cy="5384800"/>
          </a:xfrm>
          <a:custGeom>
            <a:avLst/>
            <a:gdLst>
              <a:gd name="connsiteX0" fmla="*/ 914400 w 1003300"/>
              <a:gd name="connsiteY0" fmla="*/ 0 h 5384800"/>
              <a:gd name="connsiteX1" fmla="*/ 1003300 w 1003300"/>
              <a:gd name="connsiteY1" fmla="*/ 31750 h 5384800"/>
              <a:gd name="connsiteX2" fmla="*/ 82550 w 1003300"/>
              <a:gd name="connsiteY2" fmla="*/ 5384800 h 5384800"/>
              <a:gd name="connsiteX3" fmla="*/ 0 w 1003300"/>
              <a:gd name="connsiteY3" fmla="*/ 5378450 h 5384800"/>
              <a:gd name="connsiteX4" fmla="*/ 914400 w 1003300"/>
              <a:gd name="connsiteY4" fmla="*/ 0 h 538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300" h="5384800">
                <a:moveTo>
                  <a:pt x="914400" y="0"/>
                </a:moveTo>
                <a:lnTo>
                  <a:pt x="1003300" y="31750"/>
                </a:lnTo>
                <a:lnTo>
                  <a:pt x="82550" y="5384800"/>
                </a:lnTo>
                <a:lnTo>
                  <a:pt x="0" y="5378450"/>
                </a:lnTo>
                <a:lnTo>
                  <a:pt x="91440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任意形状 9">
            <a:extLst>
              <a:ext uri="{FF2B5EF4-FFF2-40B4-BE49-F238E27FC236}">
                <a16:creationId xmlns:a16="http://schemas.microsoft.com/office/drawing/2014/main" id="{162CFF51-5EF5-596A-9319-B69B99CBA6EA}"/>
              </a:ext>
            </a:extLst>
          </p:cNvPr>
          <p:cNvSpPr/>
          <p:nvPr/>
        </p:nvSpPr>
        <p:spPr>
          <a:xfrm>
            <a:off x="6699250" y="1136650"/>
            <a:ext cx="158750" cy="5378450"/>
          </a:xfrm>
          <a:custGeom>
            <a:avLst/>
            <a:gdLst>
              <a:gd name="connsiteX0" fmla="*/ 0 w 158750"/>
              <a:gd name="connsiteY0" fmla="*/ 0 h 5378450"/>
              <a:gd name="connsiteX1" fmla="*/ 76200 w 158750"/>
              <a:gd name="connsiteY1" fmla="*/ 0 h 5378450"/>
              <a:gd name="connsiteX2" fmla="*/ 158750 w 158750"/>
              <a:gd name="connsiteY2" fmla="*/ 5372100 h 5378450"/>
              <a:gd name="connsiteX3" fmla="*/ 82550 w 158750"/>
              <a:gd name="connsiteY3" fmla="*/ 5378450 h 5378450"/>
              <a:gd name="connsiteX4" fmla="*/ 0 w 158750"/>
              <a:gd name="connsiteY4" fmla="*/ 0 h 5378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5378450">
                <a:moveTo>
                  <a:pt x="0" y="0"/>
                </a:moveTo>
                <a:lnTo>
                  <a:pt x="76200" y="0"/>
                </a:lnTo>
                <a:lnTo>
                  <a:pt x="158750" y="5372100"/>
                </a:lnTo>
                <a:lnTo>
                  <a:pt x="82550" y="5378450"/>
                </a:lnTo>
                <a:lnTo>
                  <a:pt x="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1" name="直线连接符 10">
            <a:extLst>
              <a:ext uri="{FF2B5EF4-FFF2-40B4-BE49-F238E27FC236}">
                <a16:creationId xmlns:a16="http://schemas.microsoft.com/office/drawing/2014/main" id="{FA0D2F7C-BFF5-093A-95D1-7A374FCA0FD0}"/>
              </a:ext>
            </a:extLst>
          </p:cNvPr>
          <p:cNvCxnSpPr/>
          <p:nvPr/>
        </p:nvCxnSpPr>
        <p:spPr>
          <a:xfrm>
            <a:off x="5727700" y="1606550"/>
            <a:ext cx="996950"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2" name="直线连接符 11">
            <a:extLst>
              <a:ext uri="{FF2B5EF4-FFF2-40B4-BE49-F238E27FC236}">
                <a16:creationId xmlns:a16="http://schemas.microsoft.com/office/drawing/2014/main" id="{D6D4C662-27E0-E900-1A20-F0F85C4639F6}"/>
              </a:ext>
            </a:extLst>
          </p:cNvPr>
          <p:cNvCxnSpPr>
            <a:cxnSpLocks/>
          </p:cNvCxnSpPr>
          <p:nvPr/>
        </p:nvCxnSpPr>
        <p:spPr>
          <a:xfrm>
            <a:off x="5594350" y="2302272"/>
            <a:ext cx="1123950"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3" name="直线连接符 12">
            <a:extLst>
              <a:ext uri="{FF2B5EF4-FFF2-40B4-BE49-F238E27FC236}">
                <a16:creationId xmlns:a16="http://schemas.microsoft.com/office/drawing/2014/main" id="{6386DD95-BE9B-F8BD-22EB-C88A7DDCDC71}"/>
              </a:ext>
            </a:extLst>
          </p:cNvPr>
          <p:cNvCxnSpPr>
            <a:cxnSpLocks/>
          </p:cNvCxnSpPr>
          <p:nvPr/>
        </p:nvCxnSpPr>
        <p:spPr>
          <a:xfrm>
            <a:off x="5483485" y="2996952"/>
            <a:ext cx="1257300"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29F96EB9-4A8B-BA60-F7E4-3D7DBF55BDC5}"/>
              </a:ext>
            </a:extLst>
          </p:cNvPr>
          <p:cNvCxnSpPr>
            <a:cxnSpLocks/>
          </p:cNvCxnSpPr>
          <p:nvPr/>
        </p:nvCxnSpPr>
        <p:spPr>
          <a:xfrm>
            <a:off x="5308600" y="3789040"/>
            <a:ext cx="1468636"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542B0A73-73A1-5FDF-B778-37C6B41D21DD}"/>
              </a:ext>
            </a:extLst>
          </p:cNvPr>
          <p:cNvCxnSpPr>
            <a:cxnSpLocks/>
          </p:cNvCxnSpPr>
          <p:nvPr/>
        </p:nvCxnSpPr>
        <p:spPr>
          <a:xfrm>
            <a:off x="5149850" y="4797152"/>
            <a:ext cx="1627386"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DA939E31-4726-AC4B-1DF4-3A206992FEE9}"/>
              </a:ext>
            </a:extLst>
          </p:cNvPr>
          <p:cNvCxnSpPr>
            <a:cxnSpLocks/>
          </p:cNvCxnSpPr>
          <p:nvPr/>
        </p:nvCxnSpPr>
        <p:spPr>
          <a:xfrm>
            <a:off x="5022850" y="5589240"/>
            <a:ext cx="1764432"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sp>
        <p:nvSpPr>
          <p:cNvPr id="19" name="弧 18">
            <a:extLst>
              <a:ext uri="{FF2B5EF4-FFF2-40B4-BE49-F238E27FC236}">
                <a16:creationId xmlns:a16="http://schemas.microsoft.com/office/drawing/2014/main" id="{7B5923EC-0FD4-57BE-0557-4BC84C54E008}"/>
              </a:ext>
            </a:extLst>
          </p:cNvPr>
          <p:cNvSpPr/>
          <p:nvPr/>
        </p:nvSpPr>
        <p:spPr>
          <a:xfrm flipH="1">
            <a:off x="3778250" y="1257300"/>
            <a:ext cx="4083050" cy="5118100"/>
          </a:xfrm>
          <a:prstGeom prst="arc">
            <a:avLst>
              <a:gd name="adj1" fmla="val 16816098"/>
              <a:gd name="adj2" fmla="val 3395960"/>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1" name="文本框 20">
            <a:extLst>
              <a:ext uri="{FF2B5EF4-FFF2-40B4-BE49-F238E27FC236}">
                <a16:creationId xmlns:a16="http://schemas.microsoft.com/office/drawing/2014/main" id="{29080A74-70FF-A091-9E3C-001820AFC744}"/>
              </a:ext>
            </a:extLst>
          </p:cNvPr>
          <p:cNvSpPr txBox="1"/>
          <p:nvPr/>
        </p:nvSpPr>
        <p:spPr>
          <a:xfrm rot="13742040">
            <a:off x="4193452" y="5331115"/>
            <a:ext cx="476412" cy="707886"/>
          </a:xfrm>
          <a:prstGeom prst="rect">
            <a:avLst/>
          </a:prstGeom>
          <a:noFill/>
        </p:spPr>
        <p:txBody>
          <a:bodyPr wrap="none" rtlCol="0">
            <a:spAutoFit/>
          </a:bodyPr>
          <a:lstStyle/>
          <a:p>
            <a:pPr algn="l"/>
            <a:r>
              <a:rPr kumimoji="1" lang="en-US" altLang="zh-CN" sz="4000" b="1" dirty="0">
                <a:solidFill>
                  <a:srgbClr val="1E344D"/>
                </a:solidFill>
                <a:latin typeface="Alibaba PuHuiTi Light" pitchFamily="18" charset="-122"/>
                <a:ea typeface="Alibaba PuHuiTi Light" pitchFamily="18" charset="-122"/>
                <a:cs typeface="Alibaba PuHuiTi Light" pitchFamily="18" charset="-122"/>
              </a:rPr>
              <a:t>&lt;</a:t>
            </a:r>
            <a:endParaRPr kumimoji="1" lang="zh-CN" altLang="en-US" sz="4000" b="1" dirty="0">
              <a:solidFill>
                <a:srgbClr val="1E344D"/>
              </a:solidFill>
              <a:latin typeface="Alibaba PuHuiTi Light" pitchFamily="18" charset="-122"/>
              <a:ea typeface="Alibaba PuHuiTi Light" pitchFamily="18" charset="-122"/>
              <a:cs typeface="Alibaba PuHuiTi Light" pitchFamily="18" charset="-122"/>
            </a:endParaRPr>
          </a:p>
        </p:txBody>
      </p:sp>
      <p:sp>
        <p:nvSpPr>
          <p:cNvPr id="25" name="文本框 24">
            <a:extLst>
              <a:ext uri="{FF2B5EF4-FFF2-40B4-BE49-F238E27FC236}">
                <a16:creationId xmlns:a16="http://schemas.microsoft.com/office/drawing/2014/main" id="{FE537CC2-2C15-5A53-44DC-D66833557E74}"/>
              </a:ext>
            </a:extLst>
          </p:cNvPr>
          <p:cNvSpPr txBox="1"/>
          <p:nvPr/>
        </p:nvSpPr>
        <p:spPr>
          <a:xfrm>
            <a:off x="5900852" y="1112697"/>
            <a:ext cx="665567"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A5444F7D-18E6-8815-DC67-CCCF78F41BFD}"/>
              </a:ext>
            </a:extLst>
          </p:cNvPr>
          <p:cNvSpPr txBox="1"/>
          <p:nvPr/>
        </p:nvSpPr>
        <p:spPr>
          <a:xfrm>
            <a:off x="5788426" y="1325778"/>
            <a:ext cx="910827" cy="261610"/>
          </a:xfrm>
          <a:prstGeom prst="rect">
            <a:avLst/>
          </a:prstGeom>
          <a:noFill/>
        </p:spPr>
        <p:txBody>
          <a:bodyPr wrap="non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my mental</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9" name="文本框 578">
            <a:extLst>
              <a:ext uri="{FF2B5EF4-FFF2-40B4-BE49-F238E27FC236}">
                <a16:creationId xmlns:a16="http://schemas.microsoft.com/office/drawing/2014/main" id="{C735BEAA-B7BE-8C0C-6879-CC1C01790815}"/>
              </a:ext>
            </a:extLst>
          </p:cNvPr>
          <p:cNvSpPr txBox="1"/>
          <p:nvPr/>
        </p:nvSpPr>
        <p:spPr>
          <a:xfrm>
            <a:off x="5089775" y="5641705"/>
            <a:ext cx="1638590" cy="338554"/>
          </a:xfrm>
          <a:prstGeom prst="rect">
            <a:avLst/>
          </a:prstGeom>
          <a:noFill/>
        </p:spPr>
        <p:txBody>
          <a:bodyPr wrap="none" rtlCol="0">
            <a:spAutoFit/>
          </a:bodyPr>
          <a:lstStyle/>
          <a:p>
            <a:pPr algn="ct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0" name="文本框 579">
            <a:extLst>
              <a:ext uri="{FF2B5EF4-FFF2-40B4-BE49-F238E27FC236}">
                <a16:creationId xmlns:a16="http://schemas.microsoft.com/office/drawing/2014/main" id="{B0CABF29-31F0-5E00-734D-8E84C7ACCF33}"/>
              </a:ext>
            </a:extLst>
          </p:cNvPr>
          <p:cNvSpPr txBox="1"/>
          <p:nvPr/>
        </p:nvSpPr>
        <p:spPr>
          <a:xfrm>
            <a:off x="5289824" y="4869160"/>
            <a:ext cx="1362874" cy="307777"/>
          </a:xfrm>
          <a:prstGeom prst="rect">
            <a:avLst/>
          </a:prstGeom>
          <a:noFill/>
        </p:spPr>
        <p:txBody>
          <a:bodyPr wrap="none" rtlCol="0">
            <a:spAutoFit/>
          </a:bodyPr>
          <a:lstStyle/>
          <a:p>
            <a:pPr algn="ct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Second Stage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1" name="文本框 580">
            <a:extLst>
              <a:ext uri="{FF2B5EF4-FFF2-40B4-BE49-F238E27FC236}">
                <a16:creationId xmlns:a16="http://schemas.microsoft.com/office/drawing/2014/main" id="{F451950D-0D31-B78B-CE3B-99F7DE440F19}"/>
              </a:ext>
            </a:extLst>
          </p:cNvPr>
          <p:cNvSpPr txBox="1"/>
          <p:nvPr/>
        </p:nvSpPr>
        <p:spPr>
          <a:xfrm>
            <a:off x="5427711" y="3861048"/>
            <a:ext cx="1173719" cy="307777"/>
          </a:xfrm>
          <a:prstGeom prst="rect">
            <a:avLst/>
          </a:prstGeom>
          <a:noFill/>
        </p:spPr>
        <p:txBody>
          <a:bodyPr wrap="none" rtlCol="0">
            <a:spAutoFit/>
          </a:bodyPr>
          <a:lstStyle/>
          <a:p>
            <a:pPr algn="ct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Third</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Stage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2" name="文本框 581">
            <a:extLst>
              <a:ext uri="{FF2B5EF4-FFF2-40B4-BE49-F238E27FC236}">
                <a16:creationId xmlns:a16="http://schemas.microsoft.com/office/drawing/2014/main" id="{13F33725-E964-C535-F2CD-5FD054573B90}"/>
              </a:ext>
            </a:extLst>
          </p:cNvPr>
          <p:cNvSpPr txBox="1"/>
          <p:nvPr/>
        </p:nvSpPr>
        <p:spPr>
          <a:xfrm>
            <a:off x="5536758" y="3068960"/>
            <a:ext cx="1135247" cy="276999"/>
          </a:xfrm>
          <a:prstGeom prst="rect">
            <a:avLst/>
          </a:prstGeom>
          <a:noFill/>
        </p:spPr>
        <p:txBody>
          <a:bodyPr wrap="none" rtlCol="0">
            <a:spAutoFit/>
          </a:bodyPr>
          <a:lstStyle/>
          <a:p>
            <a:pPr algn="ct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Fourth Stage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3" name="文本框 582">
            <a:extLst>
              <a:ext uri="{FF2B5EF4-FFF2-40B4-BE49-F238E27FC236}">
                <a16:creationId xmlns:a16="http://schemas.microsoft.com/office/drawing/2014/main" id="{D8A461E8-18A9-82D8-5331-FBDBF0673277}"/>
              </a:ext>
            </a:extLst>
          </p:cNvPr>
          <p:cNvSpPr txBox="1"/>
          <p:nvPr/>
        </p:nvSpPr>
        <p:spPr>
          <a:xfrm>
            <a:off x="5661012" y="2326947"/>
            <a:ext cx="981359" cy="276999"/>
          </a:xfrm>
          <a:prstGeom prst="rect">
            <a:avLst/>
          </a:prstGeom>
          <a:noFill/>
        </p:spPr>
        <p:txBody>
          <a:bodyPr wrap="none" rtlCol="0">
            <a:spAutoFit/>
          </a:bodyPr>
          <a:lstStyle/>
          <a:p>
            <a:pPr algn="ct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Fifth Stage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4" name="文本框 583">
            <a:extLst>
              <a:ext uri="{FF2B5EF4-FFF2-40B4-BE49-F238E27FC236}">
                <a16:creationId xmlns:a16="http://schemas.microsoft.com/office/drawing/2014/main" id="{EBB975D2-9582-E7E6-8EB3-75CF20DAD767}"/>
              </a:ext>
            </a:extLst>
          </p:cNvPr>
          <p:cNvSpPr txBox="1"/>
          <p:nvPr/>
        </p:nvSpPr>
        <p:spPr>
          <a:xfrm>
            <a:off x="5734279" y="1651285"/>
            <a:ext cx="950901" cy="261610"/>
          </a:xfrm>
          <a:prstGeom prst="rect">
            <a:avLst/>
          </a:prstGeom>
          <a:noFill/>
        </p:spPr>
        <p:txBody>
          <a:bodyPr wrap="none" rtlCol="0">
            <a:spAutoFit/>
          </a:bodyPr>
          <a:lstStyle/>
          <a:p>
            <a:pPr algn="ctr"/>
            <a:r>
              <a:rPr kumimoji="1" lang="en-US" altLang="zh-CN" sz="1100" dirty="0">
                <a:solidFill>
                  <a:srgbClr val="1E344D"/>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98D9965F-83DD-FE92-1AD2-064D31B68381}"/>
              </a:ext>
            </a:extLst>
          </p:cNvPr>
          <p:cNvSpPr txBox="1"/>
          <p:nvPr/>
        </p:nvSpPr>
        <p:spPr>
          <a:xfrm>
            <a:off x="5067891" y="5931577"/>
            <a:ext cx="158774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7" name="文本框 586">
            <a:extLst>
              <a:ext uri="{FF2B5EF4-FFF2-40B4-BE49-F238E27FC236}">
                <a16:creationId xmlns:a16="http://schemas.microsoft.com/office/drawing/2014/main" id="{06F6D95A-8801-84A6-9162-3FC008A5C5CB}"/>
              </a:ext>
            </a:extLst>
          </p:cNvPr>
          <p:cNvSpPr txBox="1"/>
          <p:nvPr/>
        </p:nvSpPr>
        <p:spPr>
          <a:xfrm>
            <a:off x="5137411" y="5112222"/>
            <a:ext cx="158774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8" name="文本框 587">
            <a:extLst>
              <a:ext uri="{FF2B5EF4-FFF2-40B4-BE49-F238E27FC236}">
                <a16:creationId xmlns:a16="http://schemas.microsoft.com/office/drawing/2014/main" id="{0B72C3C9-C125-AF5B-FE71-D38E8BC8D953}"/>
              </a:ext>
            </a:extLst>
          </p:cNvPr>
          <p:cNvSpPr txBox="1"/>
          <p:nvPr/>
        </p:nvSpPr>
        <p:spPr>
          <a:xfrm>
            <a:off x="5305246" y="4156575"/>
            <a:ext cx="1485298" cy="553998"/>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2415DE10-EB3E-5D9F-24C3-04B9098CDEFB}"/>
              </a:ext>
            </a:extLst>
          </p:cNvPr>
          <p:cNvSpPr txBox="1"/>
          <p:nvPr/>
        </p:nvSpPr>
        <p:spPr>
          <a:xfrm>
            <a:off x="5378863" y="3317906"/>
            <a:ext cx="1374206" cy="369332"/>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EDC54D7E-8DE2-059D-7E31-FC1822D387C0}"/>
              </a:ext>
            </a:extLst>
          </p:cNvPr>
          <p:cNvSpPr txBox="1"/>
          <p:nvPr/>
        </p:nvSpPr>
        <p:spPr>
          <a:xfrm>
            <a:off x="5567849" y="2564904"/>
            <a:ext cx="1117764"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7" name="文本框 596">
            <a:extLst>
              <a:ext uri="{FF2B5EF4-FFF2-40B4-BE49-F238E27FC236}">
                <a16:creationId xmlns:a16="http://schemas.microsoft.com/office/drawing/2014/main" id="{4C3746F3-035A-4925-172B-E2EC31E06882}"/>
              </a:ext>
            </a:extLst>
          </p:cNvPr>
          <p:cNvSpPr txBox="1"/>
          <p:nvPr/>
        </p:nvSpPr>
        <p:spPr>
          <a:xfrm>
            <a:off x="5611487" y="1867309"/>
            <a:ext cx="1117764" cy="307777"/>
          </a:xfrm>
          <a:prstGeom prst="rect">
            <a:avLst/>
          </a:prstGeom>
          <a:noFill/>
        </p:spPr>
        <p:txBody>
          <a:bodyPr wrap="square" rtlCol="0">
            <a:spAutoFit/>
          </a:bodyPr>
          <a:lstStyle/>
          <a:p>
            <a:pPr algn="ctr"/>
            <a:r>
              <a:rPr kumimoji="1" lang="en" altLang="zh-CN" sz="700" dirty="0">
                <a:solidFill>
                  <a:srgbClr val="1E344D"/>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E2D13FE8-324B-466E-0810-DCEDBB49527C}"/>
              </a:ext>
            </a:extLst>
          </p:cNvPr>
          <p:cNvSpPr txBox="1"/>
          <p:nvPr/>
        </p:nvSpPr>
        <p:spPr>
          <a:xfrm>
            <a:off x="3934918" y="2653259"/>
            <a:ext cx="1311639" cy="1061829"/>
          </a:xfrm>
          <a:prstGeom prst="rect">
            <a:avLst/>
          </a:prstGeom>
          <a:noFill/>
        </p:spPr>
        <p:txBody>
          <a:bodyPr wrap="square" rtlCol="0">
            <a:spAutoFit/>
          </a:bodyPr>
          <a:lstStyle/>
          <a:p>
            <a:pPr algn="r"/>
            <a:r>
              <a:rPr kumimoji="1" lang="en" altLang="zh-CN" sz="1050" dirty="0">
                <a:solidFill>
                  <a:srgbClr val="1E344D"/>
                </a:solidFill>
                <a:latin typeface="Alibaba PuHuiTi" pitchFamily="18" charset="-122"/>
                <a:ea typeface="Alibaba PuHuiTi" pitchFamily="18" charset="-122"/>
                <a:cs typeface="Alibaba PuHuiTi" pitchFamily="18" charset="-122"/>
              </a:rPr>
              <a:t>I am an engineering data analyst working in Shanghai for 7 years</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a:p>
            <a:pPr algn="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242859370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00935A28-88AC-E890-6753-E8B8CA13284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AFEE8148-D6B1-EC86-4534-1E37146DBD22}"/>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ABD91385-FC45-35B4-EAFB-C1634BE9D641}"/>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EE6ED7ED-4860-C7AB-1624-21F1FD563D9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BC9A7657-EDA2-0D49-49D6-CEA2963E2796}"/>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89EA45F-84F4-8FB5-4C3C-A85E76DD859C}"/>
              </a:ext>
            </a:extLst>
          </p:cNvPr>
          <p:cNvGrpSpPr/>
          <p:nvPr/>
        </p:nvGrpSpPr>
        <p:grpSpPr>
          <a:xfrm>
            <a:off x="2323294" y="287981"/>
            <a:ext cx="356205" cy="355288"/>
            <a:chOff x="416151" y="286059"/>
            <a:chExt cx="356205" cy="355288"/>
          </a:xfrm>
        </p:grpSpPr>
        <p:sp>
          <p:nvSpPr>
            <p:cNvPr id="11" name="Google Shape;7166;p80">
              <a:extLst>
                <a:ext uri="{FF2B5EF4-FFF2-40B4-BE49-F238E27FC236}">
                  <a16:creationId xmlns:a16="http://schemas.microsoft.com/office/drawing/2014/main" id="{96FFF50A-50D0-EEA9-04CE-8EFD43028A2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290E7969-8AB1-07DC-BAD2-522AB990709E}"/>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817422B2-A65F-BDC8-CA42-86F107A57545}"/>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270D8027-F056-B5A3-6B19-A0A8CD8ABDC4}"/>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圆角矩形 23">
            <a:extLst>
              <a:ext uri="{FF2B5EF4-FFF2-40B4-BE49-F238E27FC236}">
                <a16:creationId xmlns:a16="http://schemas.microsoft.com/office/drawing/2014/main" id="{F66A1D11-EB83-E24F-AB4B-8AAF2D0FB961}"/>
              </a:ext>
            </a:extLst>
          </p:cNvPr>
          <p:cNvSpPr/>
          <p:nvPr/>
        </p:nvSpPr>
        <p:spPr>
          <a:xfrm>
            <a:off x="11532781" y="1264150"/>
            <a:ext cx="204790" cy="873759"/>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文本框 24">
            <a:extLst>
              <a:ext uri="{FF2B5EF4-FFF2-40B4-BE49-F238E27FC236}">
                <a16:creationId xmlns:a16="http://schemas.microsoft.com/office/drawing/2014/main" id="{8AA66706-E659-2467-F61D-5E458E48820B}"/>
              </a:ext>
            </a:extLst>
          </p:cNvPr>
          <p:cNvSpPr txBox="1"/>
          <p:nvPr/>
        </p:nvSpPr>
        <p:spPr>
          <a:xfrm>
            <a:off x="323025" y="265833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83B47A2A-ED6A-6336-298C-FAA2831032FF}"/>
              </a:ext>
            </a:extLst>
          </p:cNvPr>
          <p:cNvSpPr txBox="1"/>
          <p:nvPr/>
        </p:nvSpPr>
        <p:spPr>
          <a:xfrm>
            <a:off x="323025" y="328519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1E960C51-C037-BE11-A349-DA1ABB7B93AD}"/>
              </a:ext>
            </a:extLst>
          </p:cNvPr>
          <p:cNvSpPr txBox="1"/>
          <p:nvPr/>
        </p:nvSpPr>
        <p:spPr>
          <a:xfrm>
            <a:off x="323025" y="3933270"/>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45151E2D-EE19-98F0-3EAE-6AC47A077CBA}"/>
              </a:ext>
            </a:extLst>
          </p:cNvPr>
          <p:cNvSpPr txBox="1"/>
          <p:nvPr/>
        </p:nvSpPr>
        <p:spPr>
          <a:xfrm>
            <a:off x="323025" y="4542371"/>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479EFE98-E41D-F0BB-0F71-E91199073B88}"/>
              </a:ext>
            </a:extLst>
          </p:cNvPr>
          <p:cNvSpPr txBox="1"/>
          <p:nvPr/>
        </p:nvSpPr>
        <p:spPr>
          <a:xfrm>
            <a:off x="8832304" y="242088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C4E9CCBA-69FE-B2F8-F608-DB3472C24DB7}"/>
              </a:ext>
            </a:extLst>
          </p:cNvPr>
          <p:cNvSpPr txBox="1"/>
          <p:nvPr/>
        </p:nvSpPr>
        <p:spPr>
          <a:xfrm>
            <a:off x="8832304" y="3047752"/>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813BF8F4-E486-F537-5681-33500393F005}"/>
              </a:ext>
            </a:extLst>
          </p:cNvPr>
          <p:cNvSpPr txBox="1"/>
          <p:nvPr/>
        </p:nvSpPr>
        <p:spPr>
          <a:xfrm>
            <a:off x="8832304" y="369582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0A013DE5-F1F4-FF84-3D72-CA5BEEC439A3}"/>
              </a:ext>
            </a:extLst>
          </p:cNvPr>
          <p:cNvSpPr txBox="1"/>
          <p:nvPr/>
        </p:nvSpPr>
        <p:spPr>
          <a:xfrm>
            <a:off x="8832304" y="4304925"/>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3" name="直线连接符 32">
            <a:extLst>
              <a:ext uri="{FF2B5EF4-FFF2-40B4-BE49-F238E27FC236}">
                <a16:creationId xmlns:a16="http://schemas.microsoft.com/office/drawing/2014/main" id="{4FBB14A5-51ED-8FF0-55A0-B02BCEB8E14A}"/>
              </a:ext>
            </a:extLst>
          </p:cNvPr>
          <p:cNvCxnSpPr>
            <a:cxnSpLocks/>
          </p:cNvCxnSpPr>
          <p:nvPr/>
        </p:nvCxnSpPr>
        <p:spPr>
          <a:xfrm>
            <a:off x="335666"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任意形状 33">
            <a:extLst>
              <a:ext uri="{FF2B5EF4-FFF2-40B4-BE49-F238E27FC236}">
                <a16:creationId xmlns:a16="http://schemas.microsoft.com/office/drawing/2014/main" id="{4C4FFABC-C736-0C27-EB01-97BB8C86FDE2}"/>
              </a:ext>
            </a:extLst>
          </p:cNvPr>
          <p:cNvSpPr/>
          <p:nvPr/>
        </p:nvSpPr>
        <p:spPr>
          <a:xfrm>
            <a:off x="335665" y="1006996"/>
            <a:ext cx="1701478" cy="1088021"/>
          </a:xfrm>
          <a:custGeom>
            <a:avLst/>
            <a:gdLst>
              <a:gd name="connsiteX0" fmla="*/ 0 w 1701478"/>
              <a:gd name="connsiteY0" fmla="*/ 0 h 1088021"/>
              <a:gd name="connsiteX1" fmla="*/ 0 w 1701478"/>
              <a:gd name="connsiteY1" fmla="*/ 1088021 h 1088021"/>
              <a:gd name="connsiteX2" fmla="*/ 1701478 w 1701478"/>
              <a:gd name="connsiteY2" fmla="*/ 1088021 h 1088021"/>
              <a:gd name="connsiteX3" fmla="*/ 1701478 w 1701478"/>
              <a:gd name="connsiteY3" fmla="*/ 428264 h 1088021"/>
              <a:gd name="connsiteX4" fmla="*/ 983848 w 1701478"/>
              <a:gd name="connsiteY4" fmla="*/ 208345 h 1088021"/>
              <a:gd name="connsiteX5" fmla="*/ 486136 w 1701478"/>
              <a:gd name="connsiteY5" fmla="*/ 231494 h 1088021"/>
              <a:gd name="connsiteX6" fmla="*/ 0 w 1701478"/>
              <a:gd name="connsiteY6" fmla="*/ 0 h 108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1478" h="1088021">
                <a:moveTo>
                  <a:pt x="0" y="0"/>
                </a:moveTo>
                <a:lnTo>
                  <a:pt x="0" y="1088021"/>
                </a:lnTo>
                <a:lnTo>
                  <a:pt x="1701478" y="1088021"/>
                </a:lnTo>
                <a:lnTo>
                  <a:pt x="1701478" y="428264"/>
                </a:lnTo>
                <a:lnTo>
                  <a:pt x="983848" y="208345"/>
                </a:lnTo>
                <a:lnTo>
                  <a:pt x="486136" y="231494"/>
                </a:lnTo>
                <a:lnTo>
                  <a:pt x="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任意形状 34">
            <a:extLst>
              <a:ext uri="{FF2B5EF4-FFF2-40B4-BE49-F238E27FC236}">
                <a16:creationId xmlns:a16="http://schemas.microsoft.com/office/drawing/2014/main" id="{914A018D-5B00-0E5A-1EE2-EB2ABB24EB18}"/>
              </a:ext>
            </a:extLst>
          </p:cNvPr>
          <p:cNvSpPr/>
          <p:nvPr/>
        </p:nvSpPr>
        <p:spPr>
          <a:xfrm>
            <a:off x="335666" y="1412111"/>
            <a:ext cx="1701478" cy="682906"/>
          </a:xfrm>
          <a:custGeom>
            <a:avLst/>
            <a:gdLst>
              <a:gd name="connsiteX0" fmla="*/ 0 w 1666754"/>
              <a:gd name="connsiteY0" fmla="*/ 0 h 682906"/>
              <a:gd name="connsiteX1" fmla="*/ 0 w 1666754"/>
              <a:gd name="connsiteY1" fmla="*/ 682906 h 682906"/>
              <a:gd name="connsiteX2" fmla="*/ 1666754 w 1666754"/>
              <a:gd name="connsiteY2" fmla="*/ 682906 h 682906"/>
              <a:gd name="connsiteX3" fmla="*/ 1666754 w 1666754"/>
              <a:gd name="connsiteY3" fmla="*/ 416689 h 682906"/>
              <a:gd name="connsiteX4" fmla="*/ 949124 w 1666754"/>
              <a:gd name="connsiteY4" fmla="*/ 81023 h 682906"/>
              <a:gd name="connsiteX5" fmla="*/ 532435 w 1666754"/>
              <a:gd name="connsiteY5" fmla="*/ 196770 h 682906"/>
              <a:gd name="connsiteX6" fmla="*/ 0 w 1666754"/>
              <a:gd name="connsiteY6" fmla="*/ 0 h 6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754" h="682906">
                <a:moveTo>
                  <a:pt x="0" y="0"/>
                </a:moveTo>
                <a:lnTo>
                  <a:pt x="0" y="682906"/>
                </a:lnTo>
                <a:lnTo>
                  <a:pt x="1666754" y="682906"/>
                </a:lnTo>
                <a:lnTo>
                  <a:pt x="1666754" y="416689"/>
                </a:lnTo>
                <a:lnTo>
                  <a:pt x="949124" y="81023"/>
                </a:lnTo>
                <a:lnTo>
                  <a:pt x="532435" y="196770"/>
                </a:lnTo>
                <a:lnTo>
                  <a:pt x="0" y="0"/>
                </a:lnTo>
                <a:close/>
              </a:path>
            </a:pathLst>
          </a:cu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36" name="直线连接符 35">
            <a:extLst>
              <a:ext uri="{FF2B5EF4-FFF2-40B4-BE49-F238E27FC236}">
                <a16:creationId xmlns:a16="http://schemas.microsoft.com/office/drawing/2014/main" id="{06A366DF-DFEB-EBC8-6791-5DA74D53A62E}"/>
              </a:ext>
            </a:extLst>
          </p:cNvPr>
          <p:cNvCxnSpPr>
            <a:cxnSpLocks/>
          </p:cNvCxnSpPr>
          <p:nvPr/>
        </p:nvCxnSpPr>
        <p:spPr>
          <a:xfrm>
            <a:off x="10128448"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7" name="圆角矩形 36">
            <a:extLst>
              <a:ext uri="{FF2B5EF4-FFF2-40B4-BE49-F238E27FC236}">
                <a16:creationId xmlns:a16="http://schemas.microsoft.com/office/drawing/2014/main" id="{5E8923D8-458D-614A-61E4-DD7113C51333}"/>
              </a:ext>
            </a:extLst>
          </p:cNvPr>
          <p:cNvSpPr/>
          <p:nvPr/>
        </p:nvSpPr>
        <p:spPr>
          <a:xfrm>
            <a:off x="11208568" y="1522425"/>
            <a:ext cx="204790" cy="615484"/>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圆角矩形 37">
            <a:extLst>
              <a:ext uri="{FF2B5EF4-FFF2-40B4-BE49-F238E27FC236}">
                <a16:creationId xmlns:a16="http://schemas.microsoft.com/office/drawing/2014/main" id="{72F28EB8-0A96-C08B-CA95-5C6B91F9DAF5}"/>
              </a:ext>
            </a:extLst>
          </p:cNvPr>
          <p:cNvSpPr/>
          <p:nvPr/>
        </p:nvSpPr>
        <p:spPr>
          <a:xfrm>
            <a:off x="10855616" y="1253067"/>
            <a:ext cx="204790" cy="884842"/>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65460A4-10B7-BE48-1AD4-F1EBBE3B4D3E}"/>
              </a:ext>
            </a:extLst>
          </p:cNvPr>
          <p:cNvSpPr/>
          <p:nvPr/>
        </p:nvSpPr>
        <p:spPr>
          <a:xfrm>
            <a:off x="10546320" y="999743"/>
            <a:ext cx="219216" cy="1138165"/>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4F634DC8-F8AD-1F30-E8E0-2BB904FFDDD1}"/>
              </a:ext>
            </a:extLst>
          </p:cNvPr>
          <p:cNvSpPr/>
          <p:nvPr/>
        </p:nvSpPr>
        <p:spPr>
          <a:xfrm>
            <a:off x="10200456" y="1763429"/>
            <a:ext cx="204790" cy="374479"/>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E8F05CF8-1C65-E6CC-D50B-57CC94363A11}"/>
              </a:ext>
            </a:extLst>
          </p:cNvPr>
          <p:cNvSpPr/>
          <p:nvPr/>
        </p:nvSpPr>
        <p:spPr>
          <a:xfrm>
            <a:off x="11582399" y="1416100"/>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椭圆 41">
            <a:extLst>
              <a:ext uri="{FF2B5EF4-FFF2-40B4-BE49-F238E27FC236}">
                <a16:creationId xmlns:a16="http://schemas.microsoft.com/office/drawing/2014/main" id="{713CCC80-FBA0-A613-4685-9E35CE4C4C2A}"/>
              </a:ext>
            </a:extLst>
          </p:cNvPr>
          <p:cNvSpPr/>
          <p:nvPr/>
        </p:nvSpPr>
        <p:spPr>
          <a:xfrm>
            <a:off x="11252222" y="1806683"/>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4E789432-910F-3D53-9458-1B81BEED9305}"/>
              </a:ext>
            </a:extLst>
          </p:cNvPr>
          <p:cNvSpPr/>
          <p:nvPr/>
        </p:nvSpPr>
        <p:spPr>
          <a:xfrm>
            <a:off x="10906360" y="1511562"/>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椭圆 43">
            <a:extLst>
              <a:ext uri="{FF2B5EF4-FFF2-40B4-BE49-F238E27FC236}">
                <a16:creationId xmlns:a16="http://schemas.microsoft.com/office/drawing/2014/main" id="{217C19C6-ADEC-C0D2-5088-B38D66318B91}"/>
              </a:ext>
            </a:extLst>
          </p:cNvPr>
          <p:cNvSpPr/>
          <p:nvPr/>
        </p:nvSpPr>
        <p:spPr>
          <a:xfrm>
            <a:off x="10589974" y="1237707"/>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 name="椭圆 44">
            <a:extLst>
              <a:ext uri="{FF2B5EF4-FFF2-40B4-BE49-F238E27FC236}">
                <a16:creationId xmlns:a16="http://schemas.microsoft.com/office/drawing/2014/main" id="{5AD5F0BA-A1B4-6116-2EA0-AD201311BBC4}"/>
              </a:ext>
            </a:extLst>
          </p:cNvPr>
          <p:cNvSpPr/>
          <p:nvPr/>
        </p:nvSpPr>
        <p:spPr>
          <a:xfrm>
            <a:off x="10251200" y="1590658"/>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6" name="直线连接符 45">
            <a:extLst>
              <a:ext uri="{FF2B5EF4-FFF2-40B4-BE49-F238E27FC236}">
                <a16:creationId xmlns:a16="http://schemas.microsoft.com/office/drawing/2014/main" id="{21C33E58-66D0-28AA-73DD-F847AD5BB3ED}"/>
              </a:ext>
            </a:extLst>
          </p:cNvPr>
          <p:cNvCxnSpPr>
            <a:cxnSpLocks/>
          </p:cNvCxnSpPr>
          <p:nvPr/>
        </p:nvCxnSpPr>
        <p:spPr>
          <a:xfrm>
            <a:off x="29909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47" name="任意形状 46">
            <a:extLst>
              <a:ext uri="{FF2B5EF4-FFF2-40B4-BE49-F238E27FC236}">
                <a16:creationId xmlns:a16="http://schemas.microsoft.com/office/drawing/2014/main" id="{372C0AF9-2921-46C3-40E0-EED7D3B55BA7}"/>
              </a:ext>
            </a:extLst>
          </p:cNvPr>
          <p:cNvSpPr/>
          <p:nvPr/>
        </p:nvSpPr>
        <p:spPr>
          <a:xfrm>
            <a:off x="341376" y="5657088"/>
            <a:ext cx="1511808" cy="853440"/>
          </a:xfrm>
          <a:custGeom>
            <a:avLst/>
            <a:gdLst>
              <a:gd name="connsiteX0" fmla="*/ 0 w 1511808"/>
              <a:gd name="connsiteY0" fmla="*/ 573024 h 853440"/>
              <a:gd name="connsiteX1" fmla="*/ 329184 w 1511808"/>
              <a:gd name="connsiteY1" fmla="*/ 109728 h 853440"/>
              <a:gd name="connsiteX2" fmla="*/ 719328 w 1511808"/>
              <a:gd name="connsiteY2" fmla="*/ 853440 h 853440"/>
              <a:gd name="connsiteX3" fmla="*/ 1133856 w 1511808"/>
              <a:gd name="connsiteY3" fmla="*/ 0 h 853440"/>
              <a:gd name="connsiteX4" fmla="*/ 1511808 w 1511808"/>
              <a:gd name="connsiteY4" fmla="*/ 512064 h 853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808" h="853440">
                <a:moveTo>
                  <a:pt x="0" y="573024"/>
                </a:moveTo>
                <a:lnTo>
                  <a:pt x="329184" y="109728"/>
                </a:lnTo>
                <a:lnTo>
                  <a:pt x="719328" y="853440"/>
                </a:lnTo>
                <a:lnTo>
                  <a:pt x="1133856" y="0"/>
                </a:lnTo>
                <a:lnTo>
                  <a:pt x="1511808" y="512064"/>
                </a:lnTo>
              </a:path>
            </a:pathLst>
          </a:custGeom>
          <a:noFill/>
          <a:ln w="47625" cap="rnd">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任意形状 47">
            <a:extLst>
              <a:ext uri="{FF2B5EF4-FFF2-40B4-BE49-F238E27FC236}">
                <a16:creationId xmlns:a16="http://schemas.microsoft.com/office/drawing/2014/main" id="{DF35C55E-CE50-95B3-6586-5A0D1802444D}"/>
              </a:ext>
            </a:extLst>
          </p:cNvPr>
          <p:cNvSpPr/>
          <p:nvPr/>
        </p:nvSpPr>
        <p:spPr>
          <a:xfrm>
            <a:off x="329184" y="5498592"/>
            <a:ext cx="1536192" cy="890016"/>
          </a:xfrm>
          <a:custGeom>
            <a:avLst/>
            <a:gdLst>
              <a:gd name="connsiteX0" fmla="*/ 0 w 1536192"/>
              <a:gd name="connsiteY0" fmla="*/ 463296 h 890016"/>
              <a:gd name="connsiteX1" fmla="*/ 536448 w 1536192"/>
              <a:gd name="connsiteY1" fmla="*/ 463296 h 890016"/>
              <a:gd name="connsiteX2" fmla="*/ 731520 w 1536192"/>
              <a:gd name="connsiteY2" fmla="*/ 0 h 890016"/>
              <a:gd name="connsiteX3" fmla="*/ 1146048 w 1536192"/>
              <a:gd name="connsiteY3" fmla="*/ 890016 h 890016"/>
              <a:gd name="connsiteX4" fmla="*/ 1536192 w 1536192"/>
              <a:gd name="connsiteY4" fmla="*/ 292608 h 89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6192" h="890016">
                <a:moveTo>
                  <a:pt x="0" y="463296"/>
                </a:moveTo>
                <a:lnTo>
                  <a:pt x="536448" y="463296"/>
                </a:lnTo>
                <a:lnTo>
                  <a:pt x="731520" y="0"/>
                </a:lnTo>
                <a:lnTo>
                  <a:pt x="1146048" y="890016"/>
                </a:lnTo>
                <a:lnTo>
                  <a:pt x="1536192" y="292608"/>
                </a:lnTo>
              </a:path>
            </a:pathLst>
          </a:custGeom>
          <a:noFill/>
          <a:ln w="47625" cap="rnd">
            <a:solidFill>
              <a:srgbClr val="C5C8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9" name="直线连接符 48">
            <a:extLst>
              <a:ext uri="{FF2B5EF4-FFF2-40B4-BE49-F238E27FC236}">
                <a16:creationId xmlns:a16="http://schemas.microsoft.com/office/drawing/2014/main" id="{BBADA9BE-A2FC-D42A-E567-F9CD6951EB40}"/>
              </a:ext>
            </a:extLst>
          </p:cNvPr>
          <p:cNvCxnSpPr>
            <a:cxnSpLocks/>
          </p:cNvCxnSpPr>
          <p:nvPr/>
        </p:nvCxnSpPr>
        <p:spPr>
          <a:xfrm>
            <a:off x="1005644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50" name="矩形 49">
            <a:extLst>
              <a:ext uri="{FF2B5EF4-FFF2-40B4-BE49-F238E27FC236}">
                <a16:creationId xmlns:a16="http://schemas.microsoft.com/office/drawing/2014/main" id="{CBFAFBC1-8BD9-BB0C-ED6F-7CF3FB75E1E6}"/>
              </a:ext>
            </a:extLst>
          </p:cNvPr>
          <p:cNvSpPr/>
          <p:nvPr/>
        </p:nvSpPr>
        <p:spPr>
          <a:xfrm>
            <a:off x="11253216" y="5334000"/>
            <a:ext cx="451104" cy="157480"/>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矩形 50">
            <a:extLst>
              <a:ext uri="{FF2B5EF4-FFF2-40B4-BE49-F238E27FC236}">
                <a16:creationId xmlns:a16="http://schemas.microsoft.com/office/drawing/2014/main" id="{72A81771-0A5A-A118-F6EC-FB3121F380F1}"/>
              </a:ext>
            </a:extLst>
          </p:cNvPr>
          <p:cNvSpPr/>
          <p:nvPr/>
        </p:nvSpPr>
        <p:spPr>
          <a:xfrm>
            <a:off x="10261600" y="5604933"/>
            <a:ext cx="1442720" cy="196779"/>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矩形 51">
            <a:extLst>
              <a:ext uri="{FF2B5EF4-FFF2-40B4-BE49-F238E27FC236}">
                <a16:creationId xmlns:a16="http://schemas.microsoft.com/office/drawing/2014/main" id="{6BB5AFC9-09CC-73CD-01E9-1E0BCAB92DED}"/>
              </a:ext>
            </a:extLst>
          </p:cNvPr>
          <p:cNvSpPr/>
          <p:nvPr/>
        </p:nvSpPr>
        <p:spPr>
          <a:xfrm>
            <a:off x="10989732" y="5943600"/>
            <a:ext cx="714587" cy="18544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矩形 52">
            <a:extLst>
              <a:ext uri="{FF2B5EF4-FFF2-40B4-BE49-F238E27FC236}">
                <a16:creationId xmlns:a16="http://schemas.microsoft.com/office/drawing/2014/main" id="{DCD1A635-1298-A856-DA29-BF553FF3EC24}"/>
              </a:ext>
            </a:extLst>
          </p:cNvPr>
          <p:cNvSpPr/>
          <p:nvPr/>
        </p:nvSpPr>
        <p:spPr>
          <a:xfrm>
            <a:off x="10591800" y="6290734"/>
            <a:ext cx="1112519" cy="18701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文本框 53">
            <a:extLst>
              <a:ext uri="{FF2B5EF4-FFF2-40B4-BE49-F238E27FC236}">
                <a16:creationId xmlns:a16="http://schemas.microsoft.com/office/drawing/2014/main" id="{BAE80326-C7DF-A832-BE46-D66AFEB1CC76}"/>
              </a:ext>
            </a:extLst>
          </p:cNvPr>
          <p:cNvSpPr txBox="1"/>
          <p:nvPr/>
        </p:nvSpPr>
        <p:spPr>
          <a:xfrm>
            <a:off x="2105868" y="1102900"/>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0137956B-DC91-02ED-0255-8067E6BB0052}"/>
              </a:ext>
            </a:extLst>
          </p:cNvPr>
          <p:cNvSpPr txBox="1"/>
          <p:nvPr/>
        </p:nvSpPr>
        <p:spPr>
          <a:xfrm>
            <a:off x="2105868" y="5301208"/>
            <a:ext cx="109837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E3C0EBDD-E9FD-34B6-4896-6424F4160EA2}"/>
              </a:ext>
            </a:extLst>
          </p:cNvPr>
          <p:cNvSpPr txBox="1"/>
          <p:nvPr/>
        </p:nvSpPr>
        <p:spPr>
          <a:xfrm>
            <a:off x="8989372" y="5343738"/>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0AD4DCE7-A802-8D5B-E221-E4EB8F7F4DFF}"/>
              </a:ext>
            </a:extLst>
          </p:cNvPr>
          <p:cNvSpPr txBox="1"/>
          <p:nvPr/>
        </p:nvSpPr>
        <p:spPr>
          <a:xfrm>
            <a:off x="8691661" y="1065789"/>
            <a:ext cx="1367682"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4" name="文本框 93">
            <a:extLst>
              <a:ext uri="{FF2B5EF4-FFF2-40B4-BE49-F238E27FC236}">
                <a16:creationId xmlns:a16="http://schemas.microsoft.com/office/drawing/2014/main" id="{0A6F5CB8-D7A6-8C67-6017-33907478E642}"/>
              </a:ext>
            </a:extLst>
          </p:cNvPr>
          <p:cNvSpPr txBox="1"/>
          <p:nvPr/>
        </p:nvSpPr>
        <p:spPr>
          <a:xfrm>
            <a:off x="2082800" y="1584158"/>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5" name="文本框 94">
            <a:extLst>
              <a:ext uri="{FF2B5EF4-FFF2-40B4-BE49-F238E27FC236}">
                <a16:creationId xmlns:a16="http://schemas.microsoft.com/office/drawing/2014/main" id="{6A513FAA-D152-8A77-2678-6A1277063DB9}"/>
              </a:ext>
            </a:extLst>
          </p:cNvPr>
          <p:cNvSpPr txBox="1"/>
          <p:nvPr/>
        </p:nvSpPr>
        <p:spPr>
          <a:xfrm>
            <a:off x="8162238" y="1587358"/>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24D8026A-630C-438C-8EB4-19124127B385}"/>
              </a:ext>
            </a:extLst>
          </p:cNvPr>
          <p:cNvSpPr txBox="1"/>
          <p:nvPr/>
        </p:nvSpPr>
        <p:spPr>
          <a:xfrm>
            <a:off x="2082800" y="5858030"/>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8BFE2B23-D2D0-A8AE-EFE9-021A2DE946C0}"/>
              </a:ext>
            </a:extLst>
          </p:cNvPr>
          <p:cNvSpPr txBox="1"/>
          <p:nvPr/>
        </p:nvSpPr>
        <p:spPr>
          <a:xfrm>
            <a:off x="8162238" y="5861230"/>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任意形状 1">
            <a:extLst>
              <a:ext uri="{FF2B5EF4-FFF2-40B4-BE49-F238E27FC236}">
                <a16:creationId xmlns:a16="http://schemas.microsoft.com/office/drawing/2014/main" id="{7955F9D9-93F0-6CB5-7ABA-C8E12CF52FA0}"/>
              </a:ext>
            </a:extLst>
          </p:cNvPr>
          <p:cNvSpPr/>
          <p:nvPr/>
        </p:nvSpPr>
        <p:spPr>
          <a:xfrm>
            <a:off x="4218374" y="1629105"/>
            <a:ext cx="3859194" cy="3967342"/>
          </a:xfrm>
          <a:custGeom>
            <a:avLst/>
            <a:gdLst>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45653 w 3858771"/>
              <a:gd name="connsiteY11" fmla="*/ 71367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52003 w 3858771"/>
              <a:gd name="connsiteY11" fmla="*/ 770823 h 3999576"/>
              <a:gd name="connsiteX12" fmla="*/ 3407553 w 3858771"/>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7976 w 3859194"/>
              <a:gd name="connsiteY0" fmla="*/ 1495094 h 3999947"/>
              <a:gd name="connsiteX1" fmla="*/ 3858826 w 3859194"/>
              <a:gd name="connsiteY1" fmla="*/ 2034844 h 3999947"/>
              <a:gd name="connsiteX2" fmla="*/ 3484176 w 3859194"/>
              <a:gd name="connsiteY2" fmla="*/ 2263444 h 3999947"/>
              <a:gd name="connsiteX3" fmla="*/ 3452426 w 3859194"/>
              <a:gd name="connsiteY3" fmla="*/ 3050844 h 3999947"/>
              <a:gd name="connsiteX4" fmla="*/ 2550726 w 3859194"/>
              <a:gd name="connsiteY4" fmla="*/ 3336594 h 3999947"/>
              <a:gd name="connsiteX5" fmla="*/ 2518976 w 3859194"/>
              <a:gd name="connsiteY5" fmla="*/ 3901744 h 3999947"/>
              <a:gd name="connsiteX6" fmla="*/ 772726 w 3859194"/>
              <a:gd name="connsiteY6" fmla="*/ 3933494 h 3999947"/>
              <a:gd name="connsiteX7" fmla="*/ 836226 w 3859194"/>
              <a:gd name="connsiteY7" fmla="*/ 3222294 h 3999947"/>
              <a:gd name="connsiteX8" fmla="*/ 4376 w 3859194"/>
              <a:gd name="connsiteY8" fmla="*/ 1641144 h 3999947"/>
              <a:gd name="connsiteX9" fmla="*/ 578416 w 3859194"/>
              <a:gd name="connsiteY9" fmla="*/ 482904 h 3999947"/>
              <a:gd name="connsiteX10" fmla="*/ 2030026 w 3859194"/>
              <a:gd name="connsiteY10" fmla="*/ 2844 h 3999947"/>
              <a:gd name="connsiteX11" fmla="*/ 3452426 w 3859194"/>
              <a:gd name="connsiteY11" fmla="*/ 771194 h 3999947"/>
              <a:gd name="connsiteX12" fmla="*/ 3407976 w 3859194"/>
              <a:gd name="connsiteY12" fmla="*/ 1495094 h 3999947"/>
              <a:gd name="connsiteX0" fmla="*/ 3407976 w 3859194"/>
              <a:gd name="connsiteY0" fmla="*/ 1495094 h 3970745"/>
              <a:gd name="connsiteX1" fmla="*/ 3858826 w 3859194"/>
              <a:gd name="connsiteY1" fmla="*/ 2034844 h 3970745"/>
              <a:gd name="connsiteX2" fmla="*/ 3484176 w 3859194"/>
              <a:gd name="connsiteY2" fmla="*/ 2263444 h 3970745"/>
              <a:gd name="connsiteX3" fmla="*/ 3452426 w 3859194"/>
              <a:gd name="connsiteY3" fmla="*/ 3050844 h 3970745"/>
              <a:gd name="connsiteX4" fmla="*/ 2550726 w 3859194"/>
              <a:gd name="connsiteY4" fmla="*/ 3336594 h 3970745"/>
              <a:gd name="connsiteX5" fmla="*/ 2518976 w 3859194"/>
              <a:gd name="connsiteY5" fmla="*/ 3901744 h 3970745"/>
              <a:gd name="connsiteX6" fmla="*/ 772726 w 3859194"/>
              <a:gd name="connsiteY6" fmla="*/ 3933494 h 3970745"/>
              <a:gd name="connsiteX7" fmla="*/ 836226 w 3859194"/>
              <a:gd name="connsiteY7" fmla="*/ 3222294 h 3970745"/>
              <a:gd name="connsiteX8" fmla="*/ 4376 w 3859194"/>
              <a:gd name="connsiteY8" fmla="*/ 1641144 h 3970745"/>
              <a:gd name="connsiteX9" fmla="*/ 578416 w 3859194"/>
              <a:gd name="connsiteY9" fmla="*/ 482904 h 3970745"/>
              <a:gd name="connsiteX10" fmla="*/ 2030026 w 3859194"/>
              <a:gd name="connsiteY10" fmla="*/ 2844 h 3970745"/>
              <a:gd name="connsiteX11" fmla="*/ 3452426 w 3859194"/>
              <a:gd name="connsiteY11" fmla="*/ 771194 h 3970745"/>
              <a:gd name="connsiteX12" fmla="*/ 3407976 w 3859194"/>
              <a:gd name="connsiteY12" fmla="*/ 1495094 h 3970745"/>
              <a:gd name="connsiteX0" fmla="*/ 3407976 w 3859194"/>
              <a:gd name="connsiteY0" fmla="*/ 1495094 h 4014731"/>
              <a:gd name="connsiteX1" fmla="*/ 3858826 w 3859194"/>
              <a:gd name="connsiteY1" fmla="*/ 2034844 h 4014731"/>
              <a:gd name="connsiteX2" fmla="*/ 3484176 w 3859194"/>
              <a:gd name="connsiteY2" fmla="*/ 2263444 h 4014731"/>
              <a:gd name="connsiteX3" fmla="*/ 3452426 w 3859194"/>
              <a:gd name="connsiteY3" fmla="*/ 3050844 h 4014731"/>
              <a:gd name="connsiteX4" fmla="*/ 2550726 w 3859194"/>
              <a:gd name="connsiteY4" fmla="*/ 3336594 h 4014731"/>
              <a:gd name="connsiteX5" fmla="*/ 2559616 w 3859194"/>
              <a:gd name="connsiteY5" fmla="*/ 3932224 h 4014731"/>
              <a:gd name="connsiteX6" fmla="*/ 772726 w 3859194"/>
              <a:gd name="connsiteY6" fmla="*/ 3933494 h 4014731"/>
              <a:gd name="connsiteX7" fmla="*/ 836226 w 3859194"/>
              <a:gd name="connsiteY7" fmla="*/ 3222294 h 4014731"/>
              <a:gd name="connsiteX8" fmla="*/ 4376 w 3859194"/>
              <a:gd name="connsiteY8" fmla="*/ 1641144 h 4014731"/>
              <a:gd name="connsiteX9" fmla="*/ 578416 w 3859194"/>
              <a:gd name="connsiteY9" fmla="*/ 482904 h 4014731"/>
              <a:gd name="connsiteX10" fmla="*/ 2030026 w 3859194"/>
              <a:gd name="connsiteY10" fmla="*/ 2844 h 4014731"/>
              <a:gd name="connsiteX11" fmla="*/ 3452426 w 3859194"/>
              <a:gd name="connsiteY11" fmla="*/ 771194 h 4014731"/>
              <a:gd name="connsiteX12" fmla="*/ 3407976 w 3859194"/>
              <a:gd name="connsiteY12" fmla="*/ 1495094 h 4014731"/>
              <a:gd name="connsiteX0" fmla="*/ 3407976 w 3859194"/>
              <a:gd name="connsiteY0" fmla="*/ 1495094 h 3985291"/>
              <a:gd name="connsiteX1" fmla="*/ 3858826 w 3859194"/>
              <a:gd name="connsiteY1" fmla="*/ 2034844 h 3985291"/>
              <a:gd name="connsiteX2" fmla="*/ 3484176 w 3859194"/>
              <a:gd name="connsiteY2" fmla="*/ 2263444 h 3985291"/>
              <a:gd name="connsiteX3" fmla="*/ 3452426 w 3859194"/>
              <a:gd name="connsiteY3" fmla="*/ 3050844 h 3985291"/>
              <a:gd name="connsiteX4" fmla="*/ 2550726 w 3859194"/>
              <a:gd name="connsiteY4" fmla="*/ 3336594 h 3985291"/>
              <a:gd name="connsiteX5" fmla="*/ 2559616 w 3859194"/>
              <a:gd name="connsiteY5" fmla="*/ 3932224 h 3985291"/>
              <a:gd name="connsiteX6" fmla="*/ 772726 w 3859194"/>
              <a:gd name="connsiteY6" fmla="*/ 3933494 h 3985291"/>
              <a:gd name="connsiteX7" fmla="*/ 836226 w 3859194"/>
              <a:gd name="connsiteY7" fmla="*/ 3222294 h 3985291"/>
              <a:gd name="connsiteX8" fmla="*/ 4376 w 3859194"/>
              <a:gd name="connsiteY8" fmla="*/ 1641144 h 3985291"/>
              <a:gd name="connsiteX9" fmla="*/ 578416 w 3859194"/>
              <a:gd name="connsiteY9" fmla="*/ 482904 h 3985291"/>
              <a:gd name="connsiteX10" fmla="*/ 2030026 w 3859194"/>
              <a:gd name="connsiteY10" fmla="*/ 2844 h 3985291"/>
              <a:gd name="connsiteX11" fmla="*/ 3452426 w 3859194"/>
              <a:gd name="connsiteY11" fmla="*/ 771194 h 3985291"/>
              <a:gd name="connsiteX12" fmla="*/ 3407976 w 3859194"/>
              <a:gd name="connsiteY12" fmla="*/ 1495094 h 3985291"/>
              <a:gd name="connsiteX0" fmla="*/ 3407976 w 3859194"/>
              <a:gd name="connsiteY0" fmla="*/ 1495094 h 3983158"/>
              <a:gd name="connsiteX1" fmla="*/ 3858826 w 3859194"/>
              <a:gd name="connsiteY1" fmla="*/ 2034844 h 3983158"/>
              <a:gd name="connsiteX2" fmla="*/ 3484176 w 3859194"/>
              <a:gd name="connsiteY2" fmla="*/ 2263444 h 3983158"/>
              <a:gd name="connsiteX3" fmla="*/ 3452426 w 3859194"/>
              <a:gd name="connsiteY3" fmla="*/ 3050844 h 3983158"/>
              <a:gd name="connsiteX4" fmla="*/ 2550726 w 3859194"/>
              <a:gd name="connsiteY4" fmla="*/ 3336594 h 3983158"/>
              <a:gd name="connsiteX5" fmla="*/ 2559616 w 3859194"/>
              <a:gd name="connsiteY5" fmla="*/ 3932224 h 3983158"/>
              <a:gd name="connsiteX6" fmla="*/ 772726 w 3859194"/>
              <a:gd name="connsiteY6" fmla="*/ 3933494 h 3983158"/>
              <a:gd name="connsiteX7" fmla="*/ 836226 w 3859194"/>
              <a:gd name="connsiteY7" fmla="*/ 3222294 h 3983158"/>
              <a:gd name="connsiteX8" fmla="*/ 4376 w 3859194"/>
              <a:gd name="connsiteY8" fmla="*/ 1641144 h 3983158"/>
              <a:gd name="connsiteX9" fmla="*/ 578416 w 3859194"/>
              <a:gd name="connsiteY9" fmla="*/ 482904 h 3983158"/>
              <a:gd name="connsiteX10" fmla="*/ 2030026 w 3859194"/>
              <a:gd name="connsiteY10" fmla="*/ 2844 h 3983158"/>
              <a:gd name="connsiteX11" fmla="*/ 3452426 w 3859194"/>
              <a:gd name="connsiteY11" fmla="*/ 771194 h 3983158"/>
              <a:gd name="connsiteX12" fmla="*/ 3407976 w 3859194"/>
              <a:gd name="connsiteY12" fmla="*/ 1495094 h 3983158"/>
              <a:gd name="connsiteX0" fmla="*/ 3407976 w 3859194"/>
              <a:gd name="connsiteY0" fmla="*/ 1495094 h 3960676"/>
              <a:gd name="connsiteX1" fmla="*/ 3858826 w 3859194"/>
              <a:gd name="connsiteY1" fmla="*/ 2034844 h 3960676"/>
              <a:gd name="connsiteX2" fmla="*/ 3484176 w 3859194"/>
              <a:gd name="connsiteY2" fmla="*/ 2263444 h 3960676"/>
              <a:gd name="connsiteX3" fmla="*/ 3452426 w 3859194"/>
              <a:gd name="connsiteY3" fmla="*/ 3050844 h 3960676"/>
              <a:gd name="connsiteX4" fmla="*/ 2550726 w 3859194"/>
              <a:gd name="connsiteY4" fmla="*/ 3336594 h 3960676"/>
              <a:gd name="connsiteX5" fmla="*/ 2559616 w 3859194"/>
              <a:gd name="connsiteY5" fmla="*/ 3932224 h 3960676"/>
              <a:gd name="connsiteX6" fmla="*/ 772726 w 3859194"/>
              <a:gd name="connsiteY6" fmla="*/ 3933494 h 3960676"/>
              <a:gd name="connsiteX7" fmla="*/ 836226 w 3859194"/>
              <a:gd name="connsiteY7" fmla="*/ 3222294 h 3960676"/>
              <a:gd name="connsiteX8" fmla="*/ 4376 w 3859194"/>
              <a:gd name="connsiteY8" fmla="*/ 1641144 h 3960676"/>
              <a:gd name="connsiteX9" fmla="*/ 578416 w 3859194"/>
              <a:gd name="connsiteY9" fmla="*/ 482904 h 3960676"/>
              <a:gd name="connsiteX10" fmla="*/ 2030026 w 3859194"/>
              <a:gd name="connsiteY10" fmla="*/ 2844 h 3960676"/>
              <a:gd name="connsiteX11" fmla="*/ 3452426 w 3859194"/>
              <a:gd name="connsiteY11" fmla="*/ 771194 h 3960676"/>
              <a:gd name="connsiteX12" fmla="*/ 3407976 w 3859194"/>
              <a:gd name="connsiteY12" fmla="*/ 1495094 h 3960676"/>
              <a:gd name="connsiteX0" fmla="*/ 3407976 w 3859194"/>
              <a:gd name="connsiteY0" fmla="*/ 1495094 h 3993728"/>
              <a:gd name="connsiteX1" fmla="*/ 3858826 w 3859194"/>
              <a:gd name="connsiteY1" fmla="*/ 2034844 h 3993728"/>
              <a:gd name="connsiteX2" fmla="*/ 3484176 w 3859194"/>
              <a:gd name="connsiteY2" fmla="*/ 2263444 h 3993728"/>
              <a:gd name="connsiteX3" fmla="*/ 3452426 w 3859194"/>
              <a:gd name="connsiteY3" fmla="*/ 3050844 h 3993728"/>
              <a:gd name="connsiteX4" fmla="*/ 2550726 w 3859194"/>
              <a:gd name="connsiteY4" fmla="*/ 3336594 h 3993728"/>
              <a:gd name="connsiteX5" fmla="*/ 2579936 w 3859194"/>
              <a:gd name="connsiteY5" fmla="*/ 3962704 h 3993728"/>
              <a:gd name="connsiteX6" fmla="*/ 772726 w 3859194"/>
              <a:gd name="connsiteY6" fmla="*/ 3933494 h 3993728"/>
              <a:gd name="connsiteX7" fmla="*/ 836226 w 3859194"/>
              <a:gd name="connsiteY7" fmla="*/ 3222294 h 3993728"/>
              <a:gd name="connsiteX8" fmla="*/ 4376 w 3859194"/>
              <a:gd name="connsiteY8" fmla="*/ 1641144 h 3993728"/>
              <a:gd name="connsiteX9" fmla="*/ 578416 w 3859194"/>
              <a:gd name="connsiteY9" fmla="*/ 482904 h 3993728"/>
              <a:gd name="connsiteX10" fmla="*/ 2030026 w 3859194"/>
              <a:gd name="connsiteY10" fmla="*/ 2844 h 3993728"/>
              <a:gd name="connsiteX11" fmla="*/ 3452426 w 3859194"/>
              <a:gd name="connsiteY11" fmla="*/ 771194 h 3993728"/>
              <a:gd name="connsiteX12" fmla="*/ 3407976 w 3859194"/>
              <a:gd name="connsiteY12" fmla="*/ 1495094 h 3993728"/>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9194" h="3967342">
                <a:moveTo>
                  <a:pt x="3407976" y="1495094"/>
                </a:moveTo>
                <a:cubicBezTo>
                  <a:pt x="3475709" y="1705702"/>
                  <a:pt x="3846126" y="1906786"/>
                  <a:pt x="3858826" y="2034844"/>
                </a:cubicBezTo>
                <a:cubicBezTo>
                  <a:pt x="3871526" y="2162902"/>
                  <a:pt x="3551909" y="2094111"/>
                  <a:pt x="3484176" y="2263444"/>
                </a:cubicBezTo>
                <a:cubicBezTo>
                  <a:pt x="3416443" y="2432777"/>
                  <a:pt x="3608001" y="2871986"/>
                  <a:pt x="3452426" y="3050844"/>
                </a:cubicBezTo>
                <a:cubicBezTo>
                  <a:pt x="3296851" y="3229702"/>
                  <a:pt x="2594541" y="3194777"/>
                  <a:pt x="2550726" y="3336594"/>
                </a:cubicBezTo>
                <a:cubicBezTo>
                  <a:pt x="2506911" y="3478411"/>
                  <a:pt x="2744189" y="3974981"/>
                  <a:pt x="2579936" y="3962704"/>
                </a:cubicBezTo>
                <a:cubicBezTo>
                  <a:pt x="2415683" y="3950427"/>
                  <a:pt x="829664" y="3995936"/>
                  <a:pt x="772726" y="3933494"/>
                </a:cubicBezTo>
                <a:cubicBezTo>
                  <a:pt x="715788" y="3871052"/>
                  <a:pt x="964284" y="3604352"/>
                  <a:pt x="836226" y="3222294"/>
                </a:cubicBezTo>
                <a:cubicBezTo>
                  <a:pt x="708168" y="2840236"/>
                  <a:pt x="47344" y="2097709"/>
                  <a:pt x="4376" y="1641144"/>
                </a:cubicBezTo>
                <a:cubicBezTo>
                  <a:pt x="-38592" y="1184579"/>
                  <a:pt x="240808" y="755954"/>
                  <a:pt x="578416" y="482904"/>
                </a:cubicBezTo>
                <a:cubicBezTo>
                  <a:pt x="916024" y="209854"/>
                  <a:pt x="1553776" y="-28906"/>
                  <a:pt x="2030026" y="2844"/>
                </a:cubicBezTo>
                <a:cubicBezTo>
                  <a:pt x="2722176" y="28244"/>
                  <a:pt x="3215359" y="232502"/>
                  <a:pt x="3452426" y="771194"/>
                </a:cubicBezTo>
                <a:cubicBezTo>
                  <a:pt x="3689493" y="1309886"/>
                  <a:pt x="3340243" y="1284486"/>
                  <a:pt x="3407976" y="1495094"/>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任意形状 3">
            <a:extLst>
              <a:ext uri="{FF2B5EF4-FFF2-40B4-BE49-F238E27FC236}">
                <a16:creationId xmlns:a16="http://schemas.microsoft.com/office/drawing/2014/main" id="{51AD3F1D-24A9-183F-C1F2-43DEED23B854}"/>
              </a:ext>
            </a:extLst>
          </p:cNvPr>
          <p:cNvSpPr/>
          <p:nvPr/>
        </p:nvSpPr>
        <p:spPr>
          <a:xfrm>
            <a:off x="4813300" y="1117600"/>
            <a:ext cx="1003300" cy="5384800"/>
          </a:xfrm>
          <a:custGeom>
            <a:avLst/>
            <a:gdLst>
              <a:gd name="connsiteX0" fmla="*/ 914400 w 1003300"/>
              <a:gd name="connsiteY0" fmla="*/ 0 h 5384800"/>
              <a:gd name="connsiteX1" fmla="*/ 1003300 w 1003300"/>
              <a:gd name="connsiteY1" fmla="*/ 31750 h 5384800"/>
              <a:gd name="connsiteX2" fmla="*/ 82550 w 1003300"/>
              <a:gd name="connsiteY2" fmla="*/ 5384800 h 5384800"/>
              <a:gd name="connsiteX3" fmla="*/ 0 w 1003300"/>
              <a:gd name="connsiteY3" fmla="*/ 5378450 h 5384800"/>
              <a:gd name="connsiteX4" fmla="*/ 914400 w 1003300"/>
              <a:gd name="connsiteY4" fmla="*/ 0 h 538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300" h="5384800">
                <a:moveTo>
                  <a:pt x="914400" y="0"/>
                </a:moveTo>
                <a:lnTo>
                  <a:pt x="1003300" y="31750"/>
                </a:lnTo>
                <a:lnTo>
                  <a:pt x="82550" y="5384800"/>
                </a:lnTo>
                <a:lnTo>
                  <a:pt x="0" y="5378450"/>
                </a:lnTo>
                <a:lnTo>
                  <a:pt x="914400"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任意形状 14">
            <a:extLst>
              <a:ext uri="{FF2B5EF4-FFF2-40B4-BE49-F238E27FC236}">
                <a16:creationId xmlns:a16="http://schemas.microsoft.com/office/drawing/2014/main" id="{F881CDF6-2A76-957C-34A4-A7987394FC07}"/>
              </a:ext>
            </a:extLst>
          </p:cNvPr>
          <p:cNvSpPr/>
          <p:nvPr/>
        </p:nvSpPr>
        <p:spPr>
          <a:xfrm>
            <a:off x="6699250" y="1136650"/>
            <a:ext cx="158750" cy="5378450"/>
          </a:xfrm>
          <a:custGeom>
            <a:avLst/>
            <a:gdLst>
              <a:gd name="connsiteX0" fmla="*/ 0 w 158750"/>
              <a:gd name="connsiteY0" fmla="*/ 0 h 5378450"/>
              <a:gd name="connsiteX1" fmla="*/ 76200 w 158750"/>
              <a:gd name="connsiteY1" fmla="*/ 0 h 5378450"/>
              <a:gd name="connsiteX2" fmla="*/ 158750 w 158750"/>
              <a:gd name="connsiteY2" fmla="*/ 5372100 h 5378450"/>
              <a:gd name="connsiteX3" fmla="*/ 82550 w 158750"/>
              <a:gd name="connsiteY3" fmla="*/ 5378450 h 5378450"/>
              <a:gd name="connsiteX4" fmla="*/ 0 w 158750"/>
              <a:gd name="connsiteY4" fmla="*/ 0 h 5378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5378450">
                <a:moveTo>
                  <a:pt x="0" y="0"/>
                </a:moveTo>
                <a:lnTo>
                  <a:pt x="76200" y="0"/>
                </a:lnTo>
                <a:lnTo>
                  <a:pt x="158750" y="5372100"/>
                </a:lnTo>
                <a:lnTo>
                  <a:pt x="82550" y="5378450"/>
                </a:lnTo>
                <a:lnTo>
                  <a:pt x="0" y="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6" name="直线连接符 15">
            <a:extLst>
              <a:ext uri="{FF2B5EF4-FFF2-40B4-BE49-F238E27FC236}">
                <a16:creationId xmlns:a16="http://schemas.microsoft.com/office/drawing/2014/main" id="{C5F00F6B-2B9B-7242-89B8-E78AB0F50965}"/>
              </a:ext>
            </a:extLst>
          </p:cNvPr>
          <p:cNvCxnSpPr/>
          <p:nvPr/>
        </p:nvCxnSpPr>
        <p:spPr>
          <a:xfrm>
            <a:off x="5727700" y="1606550"/>
            <a:ext cx="996950"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F280F7BD-4A83-6207-D83F-5F3003B78A3E}"/>
              </a:ext>
            </a:extLst>
          </p:cNvPr>
          <p:cNvCxnSpPr>
            <a:cxnSpLocks/>
          </p:cNvCxnSpPr>
          <p:nvPr/>
        </p:nvCxnSpPr>
        <p:spPr>
          <a:xfrm>
            <a:off x="5594350" y="2302272"/>
            <a:ext cx="1123950"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id="{DFE3B238-3C9E-5685-CF92-3D0A568A7E7A}"/>
              </a:ext>
            </a:extLst>
          </p:cNvPr>
          <p:cNvCxnSpPr>
            <a:cxnSpLocks/>
          </p:cNvCxnSpPr>
          <p:nvPr/>
        </p:nvCxnSpPr>
        <p:spPr>
          <a:xfrm>
            <a:off x="5483485" y="2996952"/>
            <a:ext cx="1257300"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C444EE7D-9403-E617-C9D0-7C4D1A677F5C}"/>
              </a:ext>
            </a:extLst>
          </p:cNvPr>
          <p:cNvCxnSpPr>
            <a:cxnSpLocks/>
          </p:cNvCxnSpPr>
          <p:nvPr/>
        </p:nvCxnSpPr>
        <p:spPr>
          <a:xfrm>
            <a:off x="5308600" y="3789040"/>
            <a:ext cx="1468636"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id="{E686BECE-6D3F-E8D6-4118-B293BD6FF49E}"/>
              </a:ext>
            </a:extLst>
          </p:cNvPr>
          <p:cNvCxnSpPr>
            <a:cxnSpLocks/>
          </p:cNvCxnSpPr>
          <p:nvPr/>
        </p:nvCxnSpPr>
        <p:spPr>
          <a:xfrm>
            <a:off x="5149850" y="4797152"/>
            <a:ext cx="1627386"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B4D04718-5BCD-1645-6E81-AEFB94EDD8C6}"/>
              </a:ext>
            </a:extLst>
          </p:cNvPr>
          <p:cNvCxnSpPr>
            <a:cxnSpLocks/>
          </p:cNvCxnSpPr>
          <p:nvPr/>
        </p:nvCxnSpPr>
        <p:spPr>
          <a:xfrm>
            <a:off x="5022850" y="5589240"/>
            <a:ext cx="1764432" cy="0"/>
          </a:xfrm>
          <a:prstGeom prst="line">
            <a:avLst/>
          </a:prstGeom>
          <a:ln w="34925">
            <a:solidFill>
              <a:srgbClr val="BB3023"/>
            </a:solidFill>
          </a:ln>
        </p:spPr>
        <p:style>
          <a:lnRef idx="1">
            <a:schemeClr val="accent1"/>
          </a:lnRef>
          <a:fillRef idx="0">
            <a:schemeClr val="accent1"/>
          </a:fillRef>
          <a:effectRef idx="0">
            <a:schemeClr val="accent1"/>
          </a:effectRef>
          <a:fontRef idx="minor">
            <a:schemeClr val="tx1"/>
          </a:fontRef>
        </p:style>
      </p:cxnSp>
      <p:sp>
        <p:nvSpPr>
          <p:cNvPr id="22" name="弧 21">
            <a:extLst>
              <a:ext uri="{FF2B5EF4-FFF2-40B4-BE49-F238E27FC236}">
                <a16:creationId xmlns:a16="http://schemas.microsoft.com/office/drawing/2014/main" id="{9209851A-09AC-AE4A-C346-C10AB27C3D71}"/>
              </a:ext>
            </a:extLst>
          </p:cNvPr>
          <p:cNvSpPr/>
          <p:nvPr/>
        </p:nvSpPr>
        <p:spPr>
          <a:xfrm flipH="1">
            <a:off x="3778250" y="1257300"/>
            <a:ext cx="4083050" cy="5118100"/>
          </a:xfrm>
          <a:prstGeom prst="arc">
            <a:avLst>
              <a:gd name="adj1" fmla="val 16816098"/>
              <a:gd name="adj2" fmla="val 3395960"/>
            </a:avLst>
          </a:prstGeom>
          <a:ln w="25400">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文本框 22">
            <a:extLst>
              <a:ext uri="{FF2B5EF4-FFF2-40B4-BE49-F238E27FC236}">
                <a16:creationId xmlns:a16="http://schemas.microsoft.com/office/drawing/2014/main" id="{59C6C1A2-A4B9-449D-EFC7-BFACFCE10091}"/>
              </a:ext>
            </a:extLst>
          </p:cNvPr>
          <p:cNvSpPr txBox="1"/>
          <p:nvPr/>
        </p:nvSpPr>
        <p:spPr>
          <a:xfrm rot="13742040">
            <a:off x="4218852" y="5373449"/>
            <a:ext cx="476412" cy="707886"/>
          </a:xfrm>
          <a:prstGeom prst="rect">
            <a:avLst/>
          </a:prstGeom>
          <a:noFill/>
        </p:spPr>
        <p:txBody>
          <a:bodyPr wrap="none" rtlCol="0">
            <a:spAutoFit/>
          </a:bodyPr>
          <a:lstStyle/>
          <a:p>
            <a:pPr algn="l"/>
            <a:r>
              <a:rPr kumimoji="1" lang="en-US" altLang="zh-CN" sz="4000" b="1" dirty="0">
                <a:solidFill>
                  <a:srgbClr val="BB3023"/>
                </a:solidFill>
                <a:latin typeface="Alibaba PuHuiTi Light" pitchFamily="18" charset="-122"/>
                <a:ea typeface="Alibaba PuHuiTi Light" pitchFamily="18" charset="-122"/>
                <a:cs typeface="Alibaba PuHuiTi Light" pitchFamily="18" charset="-122"/>
              </a:rPr>
              <a:t>&lt;</a:t>
            </a:r>
            <a:endParaRPr kumimoji="1" lang="zh-CN" altLang="en-US" sz="4000" b="1" dirty="0">
              <a:solidFill>
                <a:srgbClr val="BB3023"/>
              </a:solidFill>
              <a:latin typeface="Alibaba PuHuiTi Light" pitchFamily="18" charset="-122"/>
              <a:ea typeface="Alibaba PuHuiTi Light" pitchFamily="18" charset="-122"/>
              <a:cs typeface="Alibaba PuHuiTi Light" pitchFamily="18" charset="-122"/>
            </a:endParaRPr>
          </a:p>
        </p:txBody>
      </p:sp>
      <p:sp>
        <p:nvSpPr>
          <p:cNvPr id="58" name="文本框 57">
            <a:extLst>
              <a:ext uri="{FF2B5EF4-FFF2-40B4-BE49-F238E27FC236}">
                <a16:creationId xmlns:a16="http://schemas.microsoft.com/office/drawing/2014/main" id="{BBBF4207-6704-D251-307F-69A38416BF4E}"/>
              </a:ext>
            </a:extLst>
          </p:cNvPr>
          <p:cNvSpPr txBox="1"/>
          <p:nvPr/>
        </p:nvSpPr>
        <p:spPr>
          <a:xfrm>
            <a:off x="5900852" y="1112697"/>
            <a:ext cx="665567" cy="338554"/>
          </a:xfrm>
          <a:prstGeom prst="rect">
            <a:avLst/>
          </a:prstGeom>
          <a:noFill/>
        </p:spPr>
        <p:txBody>
          <a:bodyPr wrap="none" rtlCol="0">
            <a:spAutoFit/>
          </a:bodyPr>
          <a:lstStyle/>
          <a:p>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2023</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9D8F67FF-997E-AEBE-F32E-51D1051882E9}"/>
              </a:ext>
            </a:extLst>
          </p:cNvPr>
          <p:cNvSpPr txBox="1"/>
          <p:nvPr/>
        </p:nvSpPr>
        <p:spPr>
          <a:xfrm>
            <a:off x="5788426" y="1325778"/>
            <a:ext cx="910827" cy="261610"/>
          </a:xfrm>
          <a:prstGeom prst="rect">
            <a:avLst/>
          </a:prstGeom>
          <a:noFill/>
        </p:spPr>
        <p:txBody>
          <a:bodyPr wrap="none" rtlCol="0">
            <a:spAutoFit/>
          </a:bodyPr>
          <a:lstStyle/>
          <a:p>
            <a:r>
              <a:rPr kumimoji="1" lang="en" altLang="zh-CN" sz="1100" dirty="0">
                <a:solidFill>
                  <a:srgbClr val="BB3023"/>
                </a:solidFill>
                <a:latin typeface="Alibaba PuHuiTi Medium" pitchFamily="18" charset="-122"/>
                <a:ea typeface="Alibaba PuHuiTi Medium" pitchFamily="18" charset="-122"/>
                <a:cs typeface="Alibaba PuHuiTi Medium" pitchFamily="18" charset="-122"/>
              </a:rPr>
              <a:t>my mental</a:t>
            </a:r>
            <a:endParaRPr kumimoji="1" lang="zh-CN" altLang="en-US" sz="11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26B0D115-5D12-D527-EBF9-01180E5F359E}"/>
              </a:ext>
            </a:extLst>
          </p:cNvPr>
          <p:cNvSpPr txBox="1"/>
          <p:nvPr/>
        </p:nvSpPr>
        <p:spPr>
          <a:xfrm>
            <a:off x="5089775" y="5641705"/>
            <a:ext cx="1638590" cy="338554"/>
          </a:xfrm>
          <a:prstGeom prst="rect">
            <a:avLst/>
          </a:prstGeom>
          <a:noFill/>
        </p:spPr>
        <p:txBody>
          <a:bodyPr wrap="none" rtlCol="0">
            <a:spAutoFit/>
          </a:bodyPr>
          <a:lstStyle/>
          <a:p>
            <a:pPr algn="ctr"/>
            <a:r>
              <a:rPr kumimoji="1" lang="en-US" altLang="zh-CN" sz="1600" dirty="0">
                <a:solidFill>
                  <a:srgbClr val="BB3023"/>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BD6E502E-E74E-D0AF-9153-34D98FA9E0B5}"/>
              </a:ext>
            </a:extLst>
          </p:cNvPr>
          <p:cNvSpPr txBox="1"/>
          <p:nvPr/>
        </p:nvSpPr>
        <p:spPr>
          <a:xfrm>
            <a:off x="5289824" y="4869160"/>
            <a:ext cx="1362874" cy="307777"/>
          </a:xfrm>
          <a:prstGeom prst="rect">
            <a:avLst/>
          </a:prstGeom>
          <a:noFill/>
        </p:spPr>
        <p:txBody>
          <a:bodyPr wrap="none" rtlCol="0">
            <a:spAutoFit/>
          </a:bodyPr>
          <a:lstStyle/>
          <a:p>
            <a:pPr algn="ct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Second Stage</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5ED300F4-0CAD-AF8D-B5F5-7E7291B9955C}"/>
              </a:ext>
            </a:extLst>
          </p:cNvPr>
          <p:cNvSpPr txBox="1"/>
          <p:nvPr/>
        </p:nvSpPr>
        <p:spPr>
          <a:xfrm>
            <a:off x="5427711" y="3861048"/>
            <a:ext cx="1173719" cy="307777"/>
          </a:xfrm>
          <a:prstGeom prst="rect">
            <a:avLst/>
          </a:prstGeom>
          <a:noFill/>
        </p:spPr>
        <p:txBody>
          <a:bodyPr wrap="none" rtlCol="0">
            <a:spAutoFit/>
          </a:bodyPr>
          <a:lstStyle/>
          <a:p>
            <a:pPr algn="ct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Third</a:t>
            </a:r>
            <a:r>
              <a:rPr kumimoji="1" lang="zh-CN" altLang="en-US" sz="1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BB3023"/>
                </a:solidFill>
                <a:latin typeface="Alibaba PuHuiTi Medium" pitchFamily="18" charset="-122"/>
                <a:ea typeface="Alibaba PuHuiTi Medium" pitchFamily="18" charset="-122"/>
                <a:cs typeface="Alibaba PuHuiTi Medium" pitchFamily="18" charset="-122"/>
              </a:rPr>
              <a:t>Stage</a:t>
            </a:r>
            <a:endParaRPr kumimoji="1" lang="zh-CN" altLang="en-US" sz="1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31659658-DBCF-2A1F-4BCC-6C8513D46D15}"/>
              </a:ext>
            </a:extLst>
          </p:cNvPr>
          <p:cNvSpPr txBox="1"/>
          <p:nvPr/>
        </p:nvSpPr>
        <p:spPr>
          <a:xfrm>
            <a:off x="5536758" y="3068960"/>
            <a:ext cx="1135247" cy="276999"/>
          </a:xfrm>
          <a:prstGeom prst="rect">
            <a:avLst/>
          </a:prstGeom>
          <a:noFill/>
        </p:spPr>
        <p:txBody>
          <a:bodyPr wrap="none" rtlCol="0">
            <a:spAutoFit/>
          </a:bodyPr>
          <a:lstStyle/>
          <a:p>
            <a:pPr algn="ctr"/>
            <a:r>
              <a:rPr kumimoji="1" lang="en-US" altLang="zh-CN" sz="1200" dirty="0">
                <a:solidFill>
                  <a:srgbClr val="BB3023"/>
                </a:solidFill>
                <a:latin typeface="Alibaba PuHuiTi Medium" pitchFamily="18" charset="-122"/>
                <a:ea typeface="Alibaba PuHuiTi Medium" pitchFamily="18" charset="-122"/>
                <a:cs typeface="Alibaba PuHuiTi Medium" pitchFamily="18" charset="-122"/>
              </a:rPr>
              <a:t>Fourth Stage</a:t>
            </a:r>
            <a:endParaRPr kumimoji="1" lang="zh-CN" altLang="en-US" sz="1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B9827BB8-C796-DDCD-A5D2-914AB76A5D1B}"/>
              </a:ext>
            </a:extLst>
          </p:cNvPr>
          <p:cNvSpPr txBox="1"/>
          <p:nvPr/>
        </p:nvSpPr>
        <p:spPr>
          <a:xfrm>
            <a:off x="5661012" y="2326947"/>
            <a:ext cx="981359" cy="276999"/>
          </a:xfrm>
          <a:prstGeom prst="rect">
            <a:avLst/>
          </a:prstGeom>
          <a:noFill/>
        </p:spPr>
        <p:txBody>
          <a:bodyPr wrap="none" rtlCol="0">
            <a:spAutoFit/>
          </a:bodyPr>
          <a:lstStyle/>
          <a:p>
            <a:pPr algn="ctr"/>
            <a:r>
              <a:rPr kumimoji="1" lang="en-US" altLang="zh-CN" sz="1200" dirty="0">
                <a:solidFill>
                  <a:srgbClr val="BB3023"/>
                </a:solidFill>
                <a:latin typeface="Alibaba PuHuiTi Medium" pitchFamily="18" charset="-122"/>
                <a:ea typeface="Alibaba PuHuiTi Medium" pitchFamily="18" charset="-122"/>
                <a:cs typeface="Alibaba PuHuiTi Medium" pitchFamily="18" charset="-122"/>
              </a:rPr>
              <a:t>Fifth Stage</a:t>
            </a:r>
            <a:endParaRPr kumimoji="1" lang="zh-CN" altLang="en-US" sz="1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547A33EC-39A2-C684-2C4B-D2DDCFC72445}"/>
              </a:ext>
            </a:extLst>
          </p:cNvPr>
          <p:cNvSpPr txBox="1"/>
          <p:nvPr/>
        </p:nvSpPr>
        <p:spPr>
          <a:xfrm>
            <a:off x="5734279" y="1651285"/>
            <a:ext cx="950901" cy="261610"/>
          </a:xfrm>
          <a:prstGeom prst="rect">
            <a:avLst/>
          </a:prstGeom>
          <a:noFill/>
        </p:spPr>
        <p:txBody>
          <a:bodyPr wrap="none" rtlCol="0">
            <a:spAutoFit/>
          </a:bodyPr>
          <a:lstStyle/>
          <a:p>
            <a:pPr algn="ctr"/>
            <a:r>
              <a:rPr kumimoji="1" lang="en-US" altLang="zh-CN" sz="1100" dirty="0">
                <a:solidFill>
                  <a:srgbClr val="BB3023"/>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2235DF07-00A5-49EE-7608-F83AA2F5A228}"/>
              </a:ext>
            </a:extLst>
          </p:cNvPr>
          <p:cNvSpPr txBox="1"/>
          <p:nvPr/>
        </p:nvSpPr>
        <p:spPr>
          <a:xfrm>
            <a:off x="5067891" y="5931577"/>
            <a:ext cx="1587742" cy="400110"/>
          </a:xfrm>
          <a:prstGeom prst="rect">
            <a:avLst/>
          </a:prstGeom>
          <a:noFill/>
        </p:spPr>
        <p:txBody>
          <a:bodyPr wrap="square" rtlCol="0">
            <a:spAutoFit/>
          </a:bodyPr>
          <a:lstStyle/>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40E15205-28CE-ABDC-8D0F-A62EBEDD8357}"/>
              </a:ext>
            </a:extLst>
          </p:cNvPr>
          <p:cNvSpPr txBox="1"/>
          <p:nvPr/>
        </p:nvSpPr>
        <p:spPr>
          <a:xfrm>
            <a:off x="5137411" y="5112222"/>
            <a:ext cx="1587742" cy="400110"/>
          </a:xfrm>
          <a:prstGeom prst="rect">
            <a:avLst/>
          </a:prstGeom>
          <a:noFill/>
        </p:spPr>
        <p:txBody>
          <a:bodyPr wrap="square" rtlCol="0">
            <a:spAutoFit/>
          </a:bodyPr>
          <a:lstStyle/>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8" name="文本框 67">
            <a:extLst>
              <a:ext uri="{FF2B5EF4-FFF2-40B4-BE49-F238E27FC236}">
                <a16:creationId xmlns:a16="http://schemas.microsoft.com/office/drawing/2014/main" id="{E19C70B3-493D-657F-570F-4FFA1352E789}"/>
              </a:ext>
            </a:extLst>
          </p:cNvPr>
          <p:cNvSpPr txBox="1"/>
          <p:nvPr/>
        </p:nvSpPr>
        <p:spPr>
          <a:xfrm>
            <a:off x="5305246" y="4156575"/>
            <a:ext cx="1485298" cy="553998"/>
          </a:xfrm>
          <a:prstGeom prst="rect">
            <a:avLst/>
          </a:prstGeom>
          <a:noFill/>
        </p:spPr>
        <p:txBody>
          <a:bodyPr wrap="square" rtlCol="0">
            <a:spAutoFit/>
          </a:bodyPr>
          <a:lstStyle/>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BB3023"/>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4EBA886E-84A6-3A48-48D6-F432D4369B25}"/>
              </a:ext>
            </a:extLst>
          </p:cNvPr>
          <p:cNvSpPr txBox="1"/>
          <p:nvPr/>
        </p:nvSpPr>
        <p:spPr>
          <a:xfrm>
            <a:off x="5378863" y="3317906"/>
            <a:ext cx="1374206" cy="369332"/>
          </a:xfrm>
          <a:prstGeom prst="rect">
            <a:avLst/>
          </a:prstGeom>
          <a:noFill/>
        </p:spPr>
        <p:txBody>
          <a:bodyPr wrap="square" rtlCol="0">
            <a:spAutoFit/>
          </a:bodyPr>
          <a:lstStyle/>
          <a:p>
            <a:pPr algn="ctr"/>
            <a:r>
              <a:rPr kumimoji="1" lang="en" altLang="zh-CN" sz="900" dirty="0">
                <a:solidFill>
                  <a:srgbClr val="BB3023"/>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9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88FDF335-8C38-B5B5-78E0-59A281875A25}"/>
              </a:ext>
            </a:extLst>
          </p:cNvPr>
          <p:cNvSpPr txBox="1"/>
          <p:nvPr/>
        </p:nvSpPr>
        <p:spPr>
          <a:xfrm>
            <a:off x="5567849" y="2564904"/>
            <a:ext cx="1117764" cy="338554"/>
          </a:xfrm>
          <a:prstGeom prst="rect">
            <a:avLst/>
          </a:prstGeom>
          <a:noFill/>
        </p:spPr>
        <p:txBody>
          <a:bodyPr wrap="square" rtlCol="0">
            <a:spAutoFit/>
          </a:bodyPr>
          <a:lstStyle/>
          <a:p>
            <a:pPr algn="ctr"/>
            <a:r>
              <a:rPr kumimoji="1" lang="en" altLang="zh-CN" sz="800" dirty="0">
                <a:solidFill>
                  <a:srgbClr val="BB3023"/>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445CDD86-B71B-F034-C748-2F20A18ACC0E}"/>
              </a:ext>
            </a:extLst>
          </p:cNvPr>
          <p:cNvSpPr txBox="1"/>
          <p:nvPr/>
        </p:nvSpPr>
        <p:spPr>
          <a:xfrm>
            <a:off x="5611487" y="1867309"/>
            <a:ext cx="1117764" cy="307777"/>
          </a:xfrm>
          <a:prstGeom prst="rect">
            <a:avLst/>
          </a:prstGeom>
          <a:noFill/>
        </p:spPr>
        <p:txBody>
          <a:bodyPr wrap="square" rtlCol="0">
            <a:spAutoFit/>
          </a:bodyPr>
          <a:lstStyle/>
          <a:p>
            <a:pPr algn="ctr"/>
            <a:r>
              <a:rPr kumimoji="1" lang="en" altLang="zh-CN" sz="700" dirty="0">
                <a:solidFill>
                  <a:srgbClr val="BB3023"/>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74ECD252-F0B5-868C-3EC5-C22FE0A7DBF4}"/>
              </a:ext>
            </a:extLst>
          </p:cNvPr>
          <p:cNvSpPr txBox="1"/>
          <p:nvPr/>
        </p:nvSpPr>
        <p:spPr>
          <a:xfrm>
            <a:off x="3934918" y="2653259"/>
            <a:ext cx="1311639" cy="1061829"/>
          </a:xfrm>
          <a:prstGeom prst="rect">
            <a:avLst/>
          </a:prstGeom>
          <a:noFill/>
        </p:spPr>
        <p:txBody>
          <a:bodyPr wrap="square" rtlCol="0">
            <a:spAutoFit/>
          </a:bodyPr>
          <a:lstStyle/>
          <a:p>
            <a:pPr algn="r"/>
            <a:r>
              <a:rPr kumimoji="1" lang="en" altLang="zh-CN" sz="1050" dirty="0">
                <a:solidFill>
                  <a:srgbClr val="BB3023"/>
                </a:solidFill>
                <a:latin typeface="Alibaba PuHuiTi" pitchFamily="18" charset="-122"/>
                <a:ea typeface="Alibaba PuHuiTi" pitchFamily="18" charset="-122"/>
                <a:cs typeface="Alibaba PuHuiTi" pitchFamily="18" charset="-122"/>
              </a:rPr>
              <a:t>I am an engineering data analyst working in Shanghai for 7 years</a:t>
            </a:r>
            <a:endParaRPr kumimoji="1" lang="zh-CN" altLang="en-US" sz="1050" dirty="0">
              <a:solidFill>
                <a:srgbClr val="BB3023"/>
              </a:solidFill>
              <a:latin typeface="Alibaba PuHuiTi" pitchFamily="18" charset="-122"/>
              <a:ea typeface="Alibaba PuHuiTi" pitchFamily="18" charset="-122"/>
              <a:cs typeface="Alibaba PuHuiTi" pitchFamily="18" charset="-122"/>
            </a:endParaRPr>
          </a:p>
          <a:p>
            <a:pPr algn="r"/>
            <a:endParaRPr kumimoji="1" lang="zh-CN" altLang="en-US" sz="1050" dirty="0">
              <a:solidFill>
                <a:srgbClr val="BB3023"/>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119547703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00935A28-88AC-E890-6753-E8B8CA13284D}"/>
              </a:ext>
            </a:extLst>
          </p:cNvPr>
          <p:cNvSpPr txBox="1"/>
          <p:nvPr/>
        </p:nvSpPr>
        <p:spPr>
          <a:xfrm>
            <a:off x="2983006"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AFEE8148-D6B1-EC86-4534-1E37146DBD22}"/>
              </a:ext>
            </a:extLst>
          </p:cNvPr>
          <p:cNvSpPr txBox="1"/>
          <p:nvPr/>
        </p:nvSpPr>
        <p:spPr>
          <a:xfrm>
            <a:off x="384466"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ABD91385-FC45-35B4-EAFB-C1634BE9D641}"/>
              </a:ext>
            </a:extLst>
          </p:cNvPr>
          <p:cNvCxnSpPr>
            <a:cxnSpLocks/>
          </p:cNvCxnSpPr>
          <p:nvPr/>
        </p:nvCxnSpPr>
        <p:spPr>
          <a:xfrm>
            <a:off x="279400"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EE6ED7ED-4860-C7AB-1624-21F1FD563D9D}"/>
              </a:ext>
            </a:extLst>
          </p:cNvPr>
          <p:cNvCxnSpPr>
            <a:cxnSpLocks/>
          </p:cNvCxnSpPr>
          <p:nvPr/>
        </p:nvCxnSpPr>
        <p:spPr>
          <a:xfrm>
            <a:off x="2072669"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BC9A7657-EDA2-0D49-49D6-CEA2963E2796}"/>
              </a:ext>
            </a:extLst>
          </p:cNvPr>
          <p:cNvSpPr txBox="1"/>
          <p:nvPr/>
        </p:nvSpPr>
        <p:spPr>
          <a:xfrm>
            <a:off x="395094"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89EA45F-84F4-8FB5-4C3C-A85E76DD859C}"/>
              </a:ext>
            </a:extLst>
          </p:cNvPr>
          <p:cNvGrpSpPr/>
          <p:nvPr/>
        </p:nvGrpSpPr>
        <p:grpSpPr>
          <a:xfrm>
            <a:off x="2297893" y="287981"/>
            <a:ext cx="356205" cy="355288"/>
            <a:chOff x="416151" y="286059"/>
            <a:chExt cx="356205" cy="355288"/>
          </a:xfrm>
        </p:grpSpPr>
        <p:sp>
          <p:nvSpPr>
            <p:cNvPr id="11" name="Google Shape;7166;p80">
              <a:extLst>
                <a:ext uri="{FF2B5EF4-FFF2-40B4-BE49-F238E27FC236}">
                  <a16:creationId xmlns:a16="http://schemas.microsoft.com/office/drawing/2014/main" id="{96FFF50A-50D0-EEA9-04CE-8EFD43028A2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290E7969-8AB1-07DC-BAD2-522AB990709E}"/>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817422B2-A65F-BDC8-CA42-86F107A57545}"/>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270D8027-F056-B5A3-6B19-A0A8CD8ABDC4}"/>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圆角矩形 23">
            <a:extLst>
              <a:ext uri="{FF2B5EF4-FFF2-40B4-BE49-F238E27FC236}">
                <a16:creationId xmlns:a16="http://schemas.microsoft.com/office/drawing/2014/main" id="{F66A1D11-EB83-E24F-AB4B-8AAF2D0FB961}"/>
              </a:ext>
            </a:extLst>
          </p:cNvPr>
          <p:cNvSpPr/>
          <p:nvPr/>
        </p:nvSpPr>
        <p:spPr>
          <a:xfrm>
            <a:off x="11532781" y="1264150"/>
            <a:ext cx="204790" cy="873759"/>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文本框 24">
            <a:extLst>
              <a:ext uri="{FF2B5EF4-FFF2-40B4-BE49-F238E27FC236}">
                <a16:creationId xmlns:a16="http://schemas.microsoft.com/office/drawing/2014/main" id="{8AA66706-E659-2467-F61D-5E458E48820B}"/>
              </a:ext>
            </a:extLst>
          </p:cNvPr>
          <p:cNvSpPr txBox="1"/>
          <p:nvPr/>
        </p:nvSpPr>
        <p:spPr>
          <a:xfrm>
            <a:off x="323025" y="265833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83B47A2A-ED6A-6336-298C-FAA2831032FF}"/>
              </a:ext>
            </a:extLst>
          </p:cNvPr>
          <p:cNvSpPr txBox="1"/>
          <p:nvPr/>
        </p:nvSpPr>
        <p:spPr>
          <a:xfrm>
            <a:off x="323025" y="328519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1E960C51-C037-BE11-A349-DA1ABB7B93AD}"/>
              </a:ext>
            </a:extLst>
          </p:cNvPr>
          <p:cNvSpPr txBox="1"/>
          <p:nvPr/>
        </p:nvSpPr>
        <p:spPr>
          <a:xfrm>
            <a:off x="323025" y="3933270"/>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45151E2D-EE19-98F0-3EAE-6AC47A077CBA}"/>
              </a:ext>
            </a:extLst>
          </p:cNvPr>
          <p:cNvSpPr txBox="1"/>
          <p:nvPr/>
        </p:nvSpPr>
        <p:spPr>
          <a:xfrm>
            <a:off x="323025" y="4542371"/>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479EFE98-E41D-F0BB-0F71-E91199073B88}"/>
              </a:ext>
            </a:extLst>
          </p:cNvPr>
          <p:cNvSpPr txBox="1"/>
          <p:nvPr/>
        </p:nvSpPr>
        <p:spPr>
          <a:xfrm>
            <a:off x="8832304" y="242088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C4E9CCBA-69FE-B2F8-F608-DB3472C24DB7}"/>
              </a:ext>
            </a:extLst>
          </p:cNvPr>
          <p:cNvSpPr txBox="1"/>
          <p:nvPr/>
        </p:nvSpPr>
        <p:spPr>
          <a:xfrm>
            <a:off x="8832304" y="3047752"/>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813BF8F4-E486-F537-5681-33500393F005}"/>
              </a:ext>
            </a:extLst>
          </p:cNvPr>
          <p:cNvSpPr txBox="1"/>
          <p:nvPr/>
        </p:nvSpPr>
        <p:spPr>
          <a:xfrm>
            <a:off x="8832304" y="369582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0A013DE5-F1F4-FF84-3D72-CA5BEEC439A3}"/>
              </a:ext>
            </a:extLst>
          </p:cNvPr>
          <p:cNvSpPr txBox="1"/>
          <p:nvPr/>
        </p:nvSpPr>
        <p:spPr>
          <a:xfrm>
            <a:off x="8832304" y="4304925"/>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3" name="直线连接符 32">
            <a:extLst>
              <a:ext uri="{FF2B5EF4-FFF2-40B4-BE49-F238E27FC236}">
                <a16:creationId xmlns:a16="http://schemas.microsoft.com/office/drawing/2014/main" id="{4FBB14A5-51ED-8FF0-55A0-B02BCEB8E14A}"/>
              </a:ext>
            </a:extLst>
          </p:cNvPr>
          <p:cNvCxnSpPr>
            <a:cxnSpLocks/>
          </p:cNvCxnSpPr>
          <p:nvPr/>
        </p:nvCxnSpPr>
        <p:spPr>
          <a:xfrm>
            <a:off x="335666"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任意形状 33">
            <a:extLst>
              <a:ext uri="{FF2B5EF4-FFF2-40B4-BE49-F238E27FC236}">
                <a16:creationId xmlns:a16="http://schemas.microsoft.com/office/drawing/2014/main" id="{4C4FFABC-C736-0C27-EB01-97BB8C86FDE2}"/>
              </a:ext>
            </a:extLst>
          </p:cNvPr>
          <p:cNvSpPr/>
          <p:nvPr/>
        </p:nvSpPr>
        <p:spPr>
          <a:xfrm>
            <a:off x="335665" y="1006996"/>
            <a:ext cx="1701478" cy="1088021"/>
          </a:xfrm>
          <a:custGeom>
            <a:avLst/>
            <a:gdLst>
              <a:gd name="connsiteX0" fmla="*/ 0 w 1701478"/>
              <a:gd name="connsiteY0" fmla="*/ 0 h 1088021"/>
              <a:gd name="connsiteX1" fmla="*/ 0 w 1701478"/>
              <a:gd name="connsiteY1" fmla="*/ 1088021 h 1088021"/>
              <a:gd name="connsiteX2" fmla="*/ 1701478 w 1701478"/>
              <a:gd name="connsiteY2" fmla="*/ 1088021 h 1088021"/>
              <a:gd name="connsiteX3" fmla="*/ 1701478 w 1701478"/>
              <a:gd name="connsiteY3" fmla="*/ 428264 h 1088021"/>
              <a:gd name="connsiteX4" fmla="*/ 983848 w 1701478"/>
              <a:gd name="connsiteY4" fmla="*/ 208345 h 1088021"/>
              <a:gd name="connsiteX5" fmla="*/ 486136 w 1701478"/>
              <a:gd name="connsiteY5" fmla="*/ 231494 h 1088021"/>
              <a:gd name="connsiteX6" fmla="*/ 0 w 1701478"/>
              <a:gd name="connsiteY6" fmla="*/ 0 h 108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1478" h="1088021">
                <a:moveTo>
                  <a:pt x="0" y="0"/>
                </a:moveTo>
                <a:lnTo>
                  <a:pt x="0" y="1088021"/>
                </a:lnTo>
                <a:lnTo>
                  <a:pt x="1701478" y="1088021"/>
                </a:lnTo>
                <a:lnTo>
                  <a:pt x="1701478" y="428264"/>
                </a:lnTo>
                <a:lnTo>
                  <a:pt x="983848" y="208345"/>
                </a:lnTo>
                <a:lnTo>
                  <a:pt x="486136" y="231494"/>
                </a:lnTo>
                <a:lnTo>
                  <a:pt x="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任意形状 34">
            <a:extLst>
              <a:ext uri="{FF2B5EF4-FFF2-40B4-BE49-F238E27FC236}">
                <a16:creationId xmlns:a16="http://schemas.microsoft.com/office/drawing/2014/main" id="{914A018D-5B00-0E5A-1EE2-EB2ABB24EB18}"/>
              </a:ext>
            </a:extLst>
          </p:cNvPr>
          <p:cNvSpPr/>
          <p:nvPr/>
        </p:nvSpPr>
        <p:spPr>
          <a:xfrm>
            <a:off x="335666" y="1412111"/>
            <a:ext cx="1701478" cy="682906"/>
          </a:xfrm>
          <a:custGeom>
            <a:avLst/>
            <a:gdLst>
              <a:gd name="connsiteX0" fmla="*/ 0 w 1666754"/>
              <a:gd name="connsiteY0" fmla="*/ 0 h 682906"/>
              <a:gd name="connsiteX1" fmla="*/ 0 w 1666754"/>
              <a:gd name="connsiteY1" fmla="*/ 682906 h 682906"/>
              <a:gd name="connsiteX2" fmla="*/ 1666754 w 1666754"/>
              <a:gd name="connsiteY2" fmla="*/ 682906 h 682906"/>
              <a:gd name="connsiteX3" fmla="*/ 1666754 w 1666754"/>
              <a:gd name="connsiteY3" fmla="*/ 416689 h 682906"/>
              <a:gd name="connsiteX4" fmla="*/ 949124 w 1666754"/>
              <a:gd name="connsiteY4" fmla="*/ 81023 h 682906"/>
              <a:gd name="connsiteX5" fmla="*/ 532435 w 1666754"/>
              <a:gd name="connsiteY5" fmla="*/ 196770 h 682906"/>
              <a:gd name="connsiteX6" fmla="*/ 0 w 1666754"/>
              <a:gd name="connsiteY6" fmla="*/ 0 h 6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754" h="682906">
                <a:moveTo>
                  <a:pt x="0" y="0"/>
                </a:moveTo>
                <a:lnTo>
                  <a:pt x="0" y="682906"/>
                </a:lnTo>
                <a:lnTo>
                  <a:pt x="1666754" y="682906"/>
                </a:lnTo>
                <a:lnTo>
                  <a:pt x="1666754" y="416689"/>
                </a:lnTo>
                <a:lnTo>
                  <a:pt x="949124" y="81023"/>
                </a:lnTo>
                <a:lnTo>
                  <a:pt x="532435" y="196770"/>
                </a:lnTo>
                <a:lnTo>
                  <a:pt x="0" y="0"/>
                </a:lnTo>
                <a:close/>
              </a:path>
            </a:pathLst>
          </a:cu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36" name="直线连接符 35">
            <a:extLst>
              <a:ext uri="{FF2B5EF4-FFF2-40B4-BE49-F238E27FC236}">
                <a16:creationId xmlns:a16="http://schemas.microsoft.com/office/drawing/2014/main" id="{06A366DF-DFEB-EBC8-6791-5DA74D53A62E}"/>
              </a:ext>
            </a:extLst>
          </p:cNvPr>
          <p:cNvCxnSpPr>
            <a:cxnSpLocks/>
          </p:cNvCxnSpPr>
          <p:nvPr/>
        </p:nvCxnSpPr>
        <p:spPr>
          <a:xfrm>
            <a:off x="10128448"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7" name="圆角矩形 36">
            <a:extLst>
              <a:ext uri="{FF2B5EF4-FFF2-40B4-BE49-F238E27FC236}">
                <a16:creationId xmlns:a16="http://schemas.microsoft.com/office/drawing/2014/main" id="{5E8923D8-458D-614A-61E4-DD7113C51333}"/>
              </a:ext>
            </a:extLst>
          </p:cNvPr>
          <p:cNvSpPr/>
          <p:nvPr/>
        </p:nvSpPr>
        <p:spPr>
          <a:xfrm>
            <a:off x="11208568" y="1522425"/>
            <a:ext cx="204790" cy="615484"/>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圆角矩形 37">
            <a:extLst>
              <a:ext uri="{FF2B5EF4-FFF2-40B4-BE49-F238E27FC236}">
                <a16:creationId xmlns:a16="http://schemas.microsoft.com/office/drawing/2014/main" id="{72F28EB8-0A96-C08B-CA95-5C6B91F9DAF5}"/>
              </a:ext>
            </a:extLst>
          </p:cNvPr>
          <p:cNvSpPr/>
          <p:nvPr/>
        </p:nvSpPr>
        <p:spPr>
          <a:xfrm>
            <a:off x="10855616" y="1253067"/>
            <a:ext cx="204790" cy="884842"/>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65460A4-10B7-BE48-1AD4-F1EBBE3B4D3E}"/>
              </a:ext>
            </a:extLst>
          </p:cNvPr>
          <p:cNvSpPr/>
          <p:nvPr/>
        </p:nvSpPr>
        <p:spPr>
          <a:xfrm>
            <a:off x="10546320" y="999743"/>
            <a:ext cx="219216" cy="1138165"/>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4F634DC8-F8AD-1F30-E8E0-2BB904FFDDD1}"/>
              </a:ext>
            </a:extLst>
          </p:cNvPr>
          <p:cNvSpPr/>
          <p:nvPr/>
        </p:nvSpPr>
        <p:spPr>
          <a:xfrm>
            <a:off x="10200456" y="1763429"/>
            <a:ext cx="204790" cy="374479"/>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E8F05CF8-1C65-E6CC-D50B-57CC94363A11}"/>
              </a:ext>
            </a:extLst>
          </p:cNvPr>
          <p:cNvSpPr/>
          <p:nvPr/>
        </p:nvSpPr>
        <p:spPr>
          <a:xfrm>
            <a:off x="11582399" y="1416100"/>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椭圆 41">
            <a:extLst>
              <a:ext uri="{FF2B5EF4-FFF2-40B4-BE49-F238E27FC236}">
                <a16:creationId xmlns:a16="http://schemas.microsoft.com/office/drawing/2014/main" id="{713CCC80-FBA0-A613-4685-9E35CE4C4C2A}"/>
              </a:ext>
            </a:extLst>
          </p:cNvPr>
          <p:cNvSpPr/>
          <p:nvPr/>
        </p:nvSpPr>
        <p:spPr>
          <a:xfrm>
            <a:off x="11252222" y="1806683"/>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4E789432-910F-3D53-9458-1B81BEED9305}"/>
              </a:ext>
            </a:extLst>
          </p:cNvPr>
          <p:cNvSpPr/>
          <p:nvPr/>
        </p:nvSpPr>
        <p:spPr>
          <a:xfrm>
            <a:off x="10906360" y="1511562"/>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椭圆 43">
            <a:extLst>
              <a:ext uri="{FF2B5EF4-FFF2-40B4-BE49-F238E27FC236}">
                <a16:creationId xmlns:a16="http://schemas.microsoft.com/office/drawing/2014/main" id="{217C19C6-ADEC-C0D2-5088-B38D66318B91}"/>
              </a:ext>
            </a:extLst>
          </p:cNvPr>
          <p:cNvSpPr/>
          <p:nvPr/>
        </p:nvSpPr>
        <p:spPr>
          <a:xfrm>
            <a:off x="10589974" y="1237707"/>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 name="椭圆 44">
            <a:extLst>
              <a:ext uri="{FF2B5EF4-FFF2-40B4-BE49-F238E27FC236}">
                <a16:creationId xmlns:a16="http://schemas.microsoft.com/office/drawing/2014/main" id="{5AD5F0BA-A1B4-6116-2EA0-AD201311BBC4}"/>
              </a:ext>
            </a:extLst>
          </p:cNvPr>
          <p:cNvSpPr/>
          <p:nvPr/>
        </p:nvSpPr>
        <p:spPr>
          <a:xfrm>
            <a:off x="10251200" y="1590658"/>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6" name="直线连接符 45">
            <a:extLst>
              <a:ext uri="{FF2B5EF4-FFF2-40B4-BE49-F238E27FC236}">
                <a16:creationId xmlns:a16="http://schemas.microsoft.com/office/drawing/2014/main" id="{21C33E58-66D0-28AA-73DD-F847AD5BB3ED}"/>
              </a:ext>
            </a:extLst>
          </p:cNvPr>
          <p:cNvCxnSpPr>
            <a:cxnSpLocks/>
          </p:cNvCxnSpPr>
          <p:nvPr/>
        </p:nvCxnSpPr>
        <p:spPr>
          <a:xfrm>
            <a:off x="29909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47" name="任意形状 46">
            <a:extLst>
              <a:ext uri="{FF2B5EF4-FFF2-40B4-BE49-F238E27FC236}">
                <a16:creationId xmlns:a16="http://schemas.microsoft.com/office/drawing/2014/main" id="{372C0AF9-2921-46C3-40E0-EED7D3B55BA7}"/>
              </a:ext>
            </a:extLst>
          </p:cNvPr>
          <p:cNvSpPr/>
          <p:nvPr/>
        </p:nvSpPr>
        <p:spPr>
          <a:xfrm>
            <a:off x="341376" y="5657088"/>
            <a:ext cx="1511808" cy="853440"/>
          </a:xfrm>
          <a:custGeom>
            <a:avLst/>
            <a:gdLst>
              <a:gd name="connsiteX0" fmla="*/ 0 w 1511808"/>
              <a:gd name="connsiteY0" fmla="*/ 573024 h 853440"/>
              <a:gd name="connsiteX1" fmla="*/ 329184 w 1511808"/>
              <a:gd name="connsiteY1" fmla="*/ 109728 h 853440"/>
              <a:gd name="connsiteX2" fmla="*/ 719328 w 1511808"/>
              <a:gd name="connsiteY2" fmla="*/ 853440 h 853440"/>
              <a:gd name="connsiteX3" fmla="*/ 1133856 w 1511808"/>
              <a:gd name="connsiteY3" fmla="*/ 0 h 853440"/>
              <a:gd name="connsiteX4" fmla="*/ 1511808 w 1511808"/>
              <a:gd name="connsiteY4" fmla="*/ 512064 h 853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808" h="853440">
                <a:moveTo>
                  <a:pt x="0" y="573024"/>
                </a:moveTo>
                <a:lnTo>
                  <a:pt x="329184" y="109728"/>
                </a:lnTo>
                <a:lnTo>
                  <a:pt x="719328" y="853440"/>
                </a:lnTo>
                <a:lnTo>
                  <a:pt x="1133856" y="0"/>
                </a:lnTo>
                <a:lnTo>
                  <a:pt x="1511808" y="512064"/>
                </a:lnTo>
              </a:path>
            </a:pathLst>
          </a:custGeom>
          <a:noFill/>
          <a:ln w="47625" cap="rnd">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任意形状 47">
            <a:extLst>
              <a:ext uri="{FF2B5EF4-FFF2-40B4-BE49-F238E27FC236}">
                <a16:creationId xmlns:a16="http://schemas.microsoft.com/office/drawing/2014/main" id="{DF35C55E-CE50-95B3-6586-5A0D1802444D}"/>
              </a:ext>
            </a:extLst>
          </p:cNvPr>
          <p:cNvSpPr/>
          <p:nvPr/>
        </p:nvSpPr>
        <p:spPr>
          <a:xfrm>
            <a:off x="329184" y="5498592"/>
            <a:ext cx="1536192" cy="890016"/>
          </a:xfrm>
          <a:custGeom>
            <a:avLst/>
            <a:gdLst>
              <a:gd name="connsiteX0" fmla="*/ 0 w 1536192"/>
              <a:gd name="connsiteY0" fmla="*/ 463296 h 890016"/>
              <a:gd name="connsiteX1" fmla="*/ 536448 w 1536192"/>
              <a:gd name="connsiteY1" fmla="*/ 463296 h 890016"/>
              <a:gd name="connsiteX2" fmla="*/ 731520 w 1536192"/>
              <a:gd name="connsiteY2" fmla="*/ 0 h 890016"/>
              <a:gd name="connsiteX3" fmla="*/ 1146048 w 1536192"/>
              <a:gd name="connsiteY3" fmla="*/ 890016 h 890016"/>
              <a:gd name="connsiteX4" fmla="*/ 1536192 w 1536192"/>
              <a:gd name="connsiteY4" fmla="*/ 292608 h 89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6192" h="890016">
                <a:moveTo>
                  <a:pt x="0" y="463296"/>
                </a:moveTo>
                <a:lnTo>
                  <a:pt x="536448" y="463296"/>
                </a:lnTo>
                <a:lnTo>
                  <a:pt x="731520" y="0"/>
                </a:lnTo>
                <a:lnTo>
                  <a:pt x="1146048" y="890016"/>
                </a:lnTo>
                <a:lnTo>
                  <a:pt x="1536192" y="292608"/>
                </a:lnTo>
              </a:path>
            </a:pathLst>
          </a:custGeom>
          <a:noFill/>
          <a:ln w="47625" cap="rnd">
            <a:solidFill>
              <a:srgbClr val="C5C8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9" name="直线连接符 48">
            <a:extLst>
              <a:ext uri="{FF2B5EF4-FFF2-40B4-BE49-F238E27FC236}">
                <a16:creationId xmlns:a16="http://schemas.microsoft.com/office/drawing/2014/main" id="{BBADA9BE-A2FC-D42A-E567-F9CD6951EB40}"/>
              </a:ext>
            </a:extLst>
          </p:cNvPr>
          <p:cNvCxnSpPr>
            <a:cxnSpLocks/>
          </p:cNvCxnSpPr>
          <p:nvPr/>
        </p:nvCxnSpPr>
        <p:spPr>
          <a:xfrm>
            <a:off x="1005644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50" name="矩形 49">
            <a:extLst>
              <a:ext uri="{FF2B5EF4-FFF2-40B4-BE49-F238E27FC236}">
                <a16:creationId xmlns:a16="http://schemas.microsoft.com/office/drawing/2014/main" id="{CBFAFBC1-8BD9-BB0C-ED6F-7CF3FB75E1E6}"/>
              </a:ext>
            </a:extLst>
          </p:cNvPr>
          <p:cNvSpPr/>
          <p:nvPr/>
        </p:nvSpPr>
        <p:spPr>
          <a:xfrm>
            <a:off x="11253216" y="5334000"/>
            <a:ext cx="451104" cy="157480"/>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矩形 50">
            <a:extLst>
              <a:ext uri="{FF2B5EF4-FFF2-40B4-BE49-F238E27FC236}">
                <a16:creationId xmlns:a16="http://schemas.microsoft.com/office/drawing/2014/main" id="{72A81771-0A5A-A118-F6EC-FB3121F380F1}"/>
              </a:ext>
            </a:extLst>
          </p:cNvPr>
          <p:cNvSpPr/>
          <p:nvPr/>
        </p:nvSpPr>
        <p:spPr>
          <a:xfrm>
            <a:off x="10261600" y="5604933"/>
            <a:ext cx="1442720" cy="196779"/>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矩形 51">
            <a:extLst>
              <a:ext uri="{FF2B5EF4-FFF2-40B4-BE49-F238E27FC236}">
                <a16:creationId xmlns:a16="http://schemas.microsoft.com/office/drawing/2014/main" id="{6BB5AFC9-09CC-73CD-01E9-1E0BCAB92DED}"/>
              </a:ext>
            </a:extLst>
          </p:cNvPr>
          <p:cNvSpPr/>
          <p:nvPr/>
        </p:nvSpPr>
        <p:spPr>
          <a:xfrm>
            <a:off x="10989732" y="5943600"/>
            <a:ext cx="714587" cy="18544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矩形 52">
            <a:extLst>
              <a:ext uri="{FF2B5EF4-FFF2-40B4-BE49-F238E27FC236}">
                <a16:creationId xmlns:a16="http://schemas.microsoft.com/office/drawing/2014/main" id="{DCD1A635-1298-A856-DA29-BF553FF3EC24}"/>
              </a:ext>
            </a:extLst>
          </p:cNvPr>
          <p:cNvSpPr/>
          <p:nvPr/>
        </p:nvSpPr>
        <p:spPr>
          <a:xfrm>
            <a:off x="10591800" y="6290734"/>
            <a:ext cx="1112519" cy="18701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文本框 53">
            <a:extLst>
              <a:ext uri="{FF2B5EF4-FFF2-40B4-BE49-F238E27FC236}">
                <a16:creationId xmlns:a16="http://schemas.microsoft.com/office/drawing/2014/main" id="{BAE80326-C7DF-A832-BE46-D66AFEB1CC76}"/>
              </a:ext>
            </a:extLst>
          </p:cNvPr>
          <p:cNvSpPr txBox="1"/>
          <p:nvPr/>
        </p:nvSpPr>
        <p:spPr>
          <a:xfrm>
            <a:off x="2105868" y="1102900"/>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0137956B-DC91-02ED-0255-8067E6BB0052}"/>
              </a:ext>
            </a:extLst>
          </p:cNvPr>
          <p:cNvSpPr txBox="1"/>
          <p:nvPr/>
        </p:nvSpPr>
        <p:spPr>
          <a:xfrm>
            <a:off x="2105868" y="5301208"/>
            <a:ext cx="109837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E3C0EBDD-E9FD-34B6-4896-6424F4160EA2}"/>
              </a:ext>
            </a:extLst>
          </p:cNvPr>
          <p:cNvSpPr txBox="1"/>
          <p:nvPr/>
        </p:nvSpPr>
        <p:spPr>
          <a:xfrm>
            <a:off x="8989372" y="5343738"/>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0AD4DCE7-A802-8D5B-E221-E4EB8F7F4DFF}"/>
              </a:ext>
            </a:extLst>
          </p:cNvPr>
          <p:cNvSpPr txBox="1"/>
          <p:nvPr/>
        </p:nvSpPr>
        <p:spPr>
          <a:xfrm>
            <a:off x="8691661" y="1065789"/>
            <a:ext cx="1367682"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4" name="文本框 93">
            <a:extLst>
              <a:ext uri="{FF2B5EF4-FFF2-40B4-BE49-F238E27FC236}">
                <a16:creationId xmlns:a16="http://schemas.microsoft.com/office/drawing/2014/main" id="{0A6F5CB8-D7A6-8C67-6017-33907478E642}"/>
              </a:ext>
            </a:extLst>
          </p:cNvPr>
          <p:cNvSpPr txBox="1"/>
          <p:nvPr/>
        </p:nvSpPr>
        <p:spPr>
          <a:xfrm>
            <a:off x="2082800" y="1584158"/>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5" name="文本框 94">
            <a:extLst>
              <a:ext uri="{FF2B5EF4-FFF2-40B4-BE49-F238E27FC236}">
                <a16:creationId xmlns:a16="http://schemas.microsoft.com/office/drawing/2014/main" id="{6A513FAA-D152-8A77-2678-6A1277063DB9}"/>
              </a:ext>
            </a:extLst>
          </p:cNvPr>
          <p:cNvSpPr txBox="1"/>
          <p:nvPr/>
        </p:nvSpPr>
        <p:spPr>
          <a:xfrm>
            <a:off x="8162238" y="1587358"/>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24D8026A-630C-438C-8EB4-19124127B385}"/>
              </a:ext>
            </a:extLst>
          </p:cNvPr>
          <p:cNvSpPr txBox="1"/>
          <p:nvPr/>
        </p:nvSpPr>
        <p:spPr>
          <a:xfrm>
            <a:off x="2082800" y="5858030"/>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8BFE2B23-D2D0-A8AE-EFE9-021A2DE946C0}"/>
              </a:ext>
            </a:extLst>
          </p:cNvPr>
          <p:cNvSpPr txBox="1"/>
          <p:nvPr/>
        </p:nvSpPr>
        <p:spPr>
          <a:xfrm>
            <a:off x="8162238" y="5861230"/>
            <a:ext cx="2971800" cy="523220"/>
          </a:xfrm>
          <a:prstGeom prst="rect">
            <a:avLst/>
          </a:prstGeom>
          <a:noFill/>
        </p:spPr>
        <p:txBody>
          <a:bodyPr wrap="square">
            <a:spAutoFit/>
          </a:bodyPr>
          <a:lstStyle/>
          <a:p>
            <a:r>
              <a:rPr kumimoji="1" lang="en" altLang="zh-CN" sz="28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 name="任意形状 1">
            <a:extLst>
              <a:ext uri="{FF2B5EF4-FFF2-40B4-BE49-F238E27FC236}">
                <a16:creationId xmlns:a16="http://schemas.microsoft.com/office/drawing/2014/main" id="{7955F9D9-93F0-6CB5-7ABA-C8E12CF52FA0}"/>
              </a:ext>
            </a:extLst>
          </p:cNvPr>
          <p:cNvSpPr/>
          <p:nvPr/>
        </p:nvSpPr>
        <p:spPr>
          <a:xfrm>
            <a:off x="4218374" y="1629105"/>
            <a:ext cx="3859194" cy="3967342"/>
          </a:xfrm>
          <a:custGeom>
            <a:avLst/>
            <a:gdLst>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45653 w 3858771"/>
              <a:gd name="connsiteY11" fmla="*/ 71367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299603 w 3858771"/>
              <a:gd name="connsiteY11" fmla="*/ 4279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26603 w 3858771"/>
              <a:gd name="connsiteY11" fmla="*/ 732723 h 3999576"/>
              <a:gd name="connsiteX12" fmla="*/ 3407553 w 3858771"/>
              <a:gd name="connsiteY12" fmla="*/ 1494723 h 3999576"/>
              <a:gd name="connsiteX0" fmla="*/ 3407553 w 3858771"/>
              <a:gd name="connsiteY0" fmla="*/ 1494723 h 3999576"/>
              <a:gd name="connsiteX1" fmla="*/ 3858403 w 3858771"/>
              <a:gd name="connsiteY1" fmla="*/ 2034473 h 3999576"/>
              <a:gd name="connsiteX2" fmla="*/ 3483753 w 3858771"/>
              <a:gd name="connsiteY2" fmla="*/ 2263073 h 3999576"/>
              <a:gd name="connsiteX3" fmla="*/ 3452003 w 3858771"/>
              <a:gd name="connsiteY3" fmla="*/ 3050473 h 3999576"/>
              <a:gd name="connsiteX4" fmla="*/ 2550303 w 3858771"/>
              <a:gd name="connsiteY4" fmla="*/ 3336223 h 3999576"/>
              <a:gd name="connsiteX5" fmla="*/ 2518553 w 3858771"/>
              <a:gd name="connsiteY5" fmla="*/ 3901373 h 3999576"/>
              <a:gd name="connsiteX6" fmla="*/ 772303 w 3858771"/>
              <a:gd name="connsiteY6" fmla="*/ 3933123 h 3999576"/>
              <a:gd name="connsiteX7" fmla="*/ 835803 w 3858771"/>
              <a:gd name="connsiteY7" fmla="*/ 3221923 h 3999576"/>
              <a:gd name="connsiteX8" fmla="*/ 3953 w 3858771"/>
              <a:gd name="connsiteY8" fmla="*/ 1640773 h 3999576"/>
              <a:gd name="connsiteX9" fmla="*/ 588153 w 3858771"/>
              <a:gd name="connsiteY9" fmla="*/ 523173 h 3999576"/>
              <a:gd name="connsiteX10" fmla="*/ 2029603 w 3858771"/>
              <a:gd name="connsiteY10" fmla="*/ 2473 h 3999576"/>
              <a:gd name="connsiteX11" fmla="*/ 3452003 w 3858771"/>
              <a:gd name="connsiteY11" fmla="*/ 770823 h 3999576"/>
              <a:gd name="connsiteX12" fmla="*/ 3407553 w 3858771"/>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5985 w 3857203"/>
              <a:gd name="connsiteY0" fmla="*/ 1494723 h 3999576"/>
              <a:gd name="connsiteX1" fmla="*/ 3856835 w 3857203"/>
              <a:gd name="connsiteY1" fmla="*/ 2034473 h 3999576"/>
              <a:gd name="connsiteX2" fmla="*/ 3482185 w 3857203"/>
              <a:gd name="connsiteY2" fmla="*/ 2263073 h 3999576"/>
              <a:gd name="connsiteX3" fmla="*/ 3450435 w 3857203"/>
              <a:gd name="connsiteY3" fmla="*/ 3050473 h 3999576"/>
              <a:gd name="connsiteX4" fmla="*/ 2548735 w 3857203"/>
              <a:gd name="connsiteY4" fmla="*/ 3336223 h 3999576"/>
              <a:gd name="connsiteX5" fmla="*/ 2516985 w 3857203"/>
              <a:gd name="connsiteY5" fmla="*/ 3901373 h 3999576"/>
              <a:gd name="connsiteX6" fmla="*/ 770735 w 3857203"/>
              <a:gd name="connsiteY6" fmla="*/ 3933123 h 3999576"/>
              <a:gd name="connsiteX7" fmla="*/ 834235 w 3857203"/>
              <a:gd name="connsiteY7" fmla="*/ 3221923 h 3999576"/>
              <a:gd name="connsiteX8" fmla="*/ 2385 w 3857203"/>
              <a:gd name="connsiteY8" fmla="*/ 1640773 h 3999576"/>
              <a:gd name="connsiteX9" fmla="*/ 586585 w 3857203"/>
              <a:gd name="connsiteY9" fmla="*/ 523173 h 3999576"/>
              <a:gd name="connsiteX10" fmla="*/ 2028035 w 3857203"/>
              <a:gd name="connsiteY10" fmla="*/ 2473 h 3999576"/>
              <a:gd name="connsiteX11" fmla="*/ 3450435 w 3857203"/>
              <a:gd name="connsiteY11" fmla="*/ 770823 h 3999576"/>
              <a:gd name="connsiteX12" fmla="*/ 3405985 w 3857203"/>
              <a:gd name="connsiteY12" fmla="*/ 1494723 h 3999576"/>
              <a:gd name="connsiteX0" fmla="*/ 3407976 w 3859194"/>
              <a:gd name="connsiteY0" fmla="*/ 1495094 h 3999947"/>
              <a:gd name="connsiteX1" fmla="*/ 3858826 w 3859194"/>
              <a:gd name="connsiteY1" fmla="*/ 2034844 h 3999947"/>
              <a:gd name="connsiteX2" fmla="*/ 3484176 w 3859194"/>
              <a:gd name="connsiteY2" fmla="*/ 2263444 h 3999947"/>
              <a:gd name="connsiteX3" fmla="*/ 3452426 w 3859194"/>
              <a:gd name="connsiteY3" fmla="*/ 3050844 h 3999947"/>
              <a:gd name="connsiteX4" fmla="*/ 2550726 w 3859194"/>
              <a:gd name="connsiteY4" fmla="*/ 3336594 h 3999947"/>
              <a:gd name="connsiteX5" fmla="*/ 2518976 w 3859194"/>
              <a:gd name="connsiteY5" fmla="*/ 3901744 h 3999947"/>
              <a:gd name="connsiteX6" fmla="*/ 772726 w 3859194"/>
              <a:gd name="connsiteY6" fmla="*/ 3933494 h 3999947"/>
              <a:gd name="connsiteX7" fmla="*/ 836226 w 3859194"/>
              <a:gd name="connsiteY7" fmla="*/ 3222294 h 3999947"/>
              <a:gd name="connsiteX8" fmla="*/ 4376 w 3859194"/>
              <a:gd name="connsiteY8" fmla="*/ 1641144 h 3999947"/>
              <a:gd name="connsiteX9" fmla="*/ 578416 w 3859194"/>
              <a:gd name="connsiteY9" fmla="*/ 482904 h 3999947"/>
              <a:gd name="connsiteX10" fmla="*/ 2030026 w 3859194"/>
              <a:gd name="connsiteY10" fmla="*/ 2844 h 3999947"/>
              <a:gd name="connsiteX11" fmla="*/ 3452426 w 3859194"/>
              <a:gd name="connsiteY11" fmla="*/ 771194 h 3999947"/>
              <a:gd name="connsiteX12" fmla="*/ 3407976 w 3859194"/>
              <a:gd name="connsiteY12" fmla="*/ 1495094 h 3999947"/>
              <a:gd name="connsiteX0" fmla="*/ 3407976 w 3859194"/>
              <a:gd name="connsiteY0" fmla="*/ 1495094 h 3970745"/>
              <a:gd name="connsiteX1" fmla="*/ 3858826 w 3859194"/>
              <a:gd name="connsiteY1" fmla="*/ 2034844 h 3970745"/>
              <a:gd name="connsiteX2" fmla="*/ 3484176 w 3859194"/>
              <a:gd name="connsiteY2" fmla="*/ 2263444 h 3970745"/>
              <a:gd name="connsiteX3" fmla="*/ 3452426 w 3859194"/>
              <a:gd name="connsiteY3" fmla="*/ 3050844 h 3970745"/>
              <a:gd name="connsiteX4" fmla="*/ 2550726 w 3859194"/>
              <a:gd name="connsiteY4" fmla="*/ 3336594 h 3970745"/>
              <a:gd name="connsiteX5" fmla="*/ 2518976 w 3859194"/>
              <a:gd name="connsiteY5" fmla="*/ 3901744 h 3970745"/>
              <a:gd name="connsiteX6" fmla="*/ 772726 w 3859194"/>
              <a:gd name="connsiteY6" fmla="*/ 3933494 h 3970745"/>
              <a:gd name="connsiteX7" fmla="*/ 836226 w 3859194"/>
              <a:gd name="connsiteY7" fmla="*/ 3222294 h 3970745"/>
              <a:gd name="connsiteX8" fmla="*/ 4376 w 3859194"/>
              <a:gd name="connsiteY8" fmla="*/ 1641144 h 3970745"/>
              <a:gd name="connsiteX9" fmla="*/ 578416 w 3859194"/>
              <a:gd name="connsiteY9" fmla="*/ 482904 h 3970745"/>
              <a:gd name="connsiteX10" fmla="*/ 2030026 w 3859194"/>
              <a:gd name="connsiteY10" fmla="*/ 2844 h 3970745"/>
              <a:gd name="connsiteX11" fmla="*/ 3452426 w 3859194"/>
              <a:gd name="connsiteY11" fmla="*/ 771194 h 3970745"/>
              <a:gd name="connsiteX12" fmla="*/ 3407976 w 3859194"/>
              <a:gd name="connsiteY12" fmla="*/ 1495094 h 3970745"/>
              <a:gd name="connsiteX0" fmla="*/ 3407976 w 3859194"/>
              <a:gd name="connsiteY0" fmla="*/ 1495094 h 4014731"/>
              <a:gd name="connsiteX1" fmla="*/ 3858826 w 3859194"/>
              <a:gd name="connsiteY1" fmla="*/ 2034844 h 4014731"/>
              <a:gd name="connsiteX2" fmla="*/ 3484176 w 3859194"/>
              <a:gd name="connsiteY2" fmla="*/ 2263444 h 4014731"/>
              <a:gd name="connsiteX3" fmla="*/ 3452426 w 3859194"/>
              <a:gd name="connsiteY3" fmla="*/ 3050844 h 4014731"/>
              <a:gd name="connsiteX4" fmla="*/ 2550726 w 3859194"/>
              <a:gd name="connsiteY4" fmla="*/ 3336594 h 4014731"/>
              <a:gd name="connsiteX5" fmla="*/ 2559616 w 3859194"/>
              <a:gd name="connsiteY5" fmla="*/ 3932224 h 4014731"/>
              <a:gd name="connsiteX6" fmla="*/ 772726 w 3859194"/>
              <a:gd name="connsiteY6" fmla="*/ 3933494 h 4014731"/>
              <a:gd name="connsiteX7" fmla="*/ 836226 w 3859194"/>
              <a:gd name="connsiteY7" fmla="*/ 3222294 h 4014731"/>
              <a:gd name="connsiteX8" fmla="*/ 4376 w 3859194"/>
              <a:gd name="connsiteY8" fmla="*/ 1641144 h 4014731"/>
              <a:gd name="connsiteX9" fmla="*/ 578416 w 3859194"/>
              <a:gd name="connsiteY9" fmla="*/ 482904 h 4014731"/>
              <a:gd name="connsiteX10" fmla="*/ 2030026 w 3859194"/>
              <a:gd name="connsiteY10" fmla="*/ 2844 h 4014731"/>
              <a:gd name="connsiteX11" fmla="*/ 3452426 w 3859194"/>
              <a:gd name="connsiteY11" fmla="*/ 771194 h 4014731"/>
              <a:gd name="connsiteX12" fmla="*/ 3407976 w 3859194"/>
              <a:gd name="connsiteY12" fmla="*/ 1495094 h 4014731"/>
              <a:gd name="connsiteX0" fmla="*/ 3407976 w 3859194"/>
              <a:gd name="connsiteY0" fmla="*/ 1495094 h 3985291"/>
              <a:gd name="connsiteX1" fmla="*/ 3858826 w 3859194"/>
              <a:gd name="connsiteY1" fmla="*/ 2034844 h 3985291"/>
              <a:gd name="connsiteX2" fmla="*/ 3484176 w 3859194"/>
              <a:gd name="connsiteY2" fmla="*/ 2263444 h 3985291"/>
              <a:gd name="connsiteX3" fmla="*/ 3452426 w 3859194"/>
              <a:gd name="connsiteY3" fmla="*/ 3050844 h 3985291"/>
              <a:gd name="connsiteX4" fmla="*/ 2550726 w 3859194"/>
              <a:gd name="connsiteY4" fmla="*/ 3336594 h 3985291"/>
              <a:gd name="connsiteX5" fmla="*/ 2559616 w 3859194"/>
              <a:gd name="connsiteY5" fmla="*/ 3932224 h 3985291"/>
              <a:gd name="connsiteX6" fmla="*/ 772726 w 3859194"/>
              <a:gd name="connsiteY6" fmla="*/ 3933494 h 3985291"/>
              <a:gd name="connsiteX7" fmla="*/ 836226 w 3859194"/>
              <a:gd name="connsiteY7" fmla="*/ 3222294 h 3985291"/>
              <a:gd name="connsiteX8" fmla="*/ 4376 w 3859194"/>
              <a:gd name="connsiteY8" fmla="*/ 1641144 h 3985291"/>
              <a:gd name="connsiteX9" fmla="*/ 578416 w 3859194"/>
              <a:gd name="connsiteY9" fmla="*/ 482904 h 3985291"/>
              <a:gd name="connsiteX10" fmla="*/ 2030026 w 3859194"/>
              <a:gd name="connsiteY10" fmla="*/ 2844 h 3985291"/>
              <a:gd name="connsiteX11" fmla="*/ 3452426 w 3859194"/>
              <a:gd name="connsiteY11" fmla="*/ 771194 h 3985291"/>
              <a:gd name="connsiteX12" fmla="*/ 3407976 w 3859194"/>
              <a:gd name="connsiteY12" fmla="*/ 1495094 h 3985291"/>
              <a:gd name="connsiteX0" fmla="*/ 3407976 w 3859194"/>
              <a:gd name="connsiteY0" fmla="*/ 1495094 h 3983158"/>
              <a:gd name="connsiteX1" fmla="*/ 3858826 w 3859194"/>
              <a:gd name="connsiteY1" fmla="*/ 2034844 h 3983158"/>
              <a:gd name="connsiteX2" fmla="*/ 3484176 w 3859194"/>
              <a:gd name="connsiteY2" fmla="*/ 2263444 h 3983158"/>
              <a:gd name="connsiteX3" fmla="*/ 3452426 w 3859194"/>
              <a:gd name="connsiteY3" fmla="*/ 3050844 h 3983158"/>
              <a:gd name="connsiteX4" fmla="*/ 2550726 w 3859194"/>
              <a:gd name="connsiteY4" fmla="*/ 3336594 h 3983158"/>
              <a:gd name="connsiteX5" fmla="*/ 2559616 w 3859194"/>
              <a:gd name="connsiteY5" fmla="*/ 3932224 h 3983158"/>
              <a:gd name="connsiteX6" fmla="*/ 772726 w 3859194"/>
              <a:gd name="connsiteY6" fmla="*/ 3933494 h 3983158"/>
              <a:gd name="connsiteX7" fmla="*/ 836226 w 3859194"/>
              <a:gd name="connsiteY7" fmla="*/ 3222294 h 3983158"/>
              <a:gd name="connsiteX8" fmla="*/ 4376 w 3859194"/>
              <a:gd name="connsiteY8" fmla="*/ 1641144 h 3983158"/>
              <a:gd name="connsiteX9" fmla="*/ 578416 w 3859194"/>
              <a:gd name="connsiteY9" fmla="*/ 482904 h 3983158"/>
              <a:gd name="connsiteX10" fmla="*/ 2030026 w 3859194"/>
              <a:gd name="connsiteY10" fmla="*/ 2844 h 3983158"/>
              <a:gd name="connsiteX11" fmla="*/ 3452426 w 3859194"/>
              <a:gd name="connsiteY11" fmla="*/ 771194 h 3983158"/>
              <a:gd name="connsiteX12" fmla="*/ 3407976 w 3859194"/>
              <a:gd name="connsiteY12" fmla="*/ 1495094 h 3983158"/>
              <a:gd name="connsiteX0" fmla="*/ 3407976 w 3859194"/>
              <a:gd name="connsiteY0" fmla="*/ 1495094 h 3960676"/>
              <a:gd name="connsiteX1" fmla="*/ 3858826 w 3859194"/>
              <a:gd name="connsiteY1" fmla="*/ 2034844 h 3960676"/>
              <a:gd name="connsiteX2" fmla="*/ 3484176 w 3859194"/>
              <a:gd name="connsiteY2" fmla="*/ 2263444 h 3960676"/>
              <a:gd name="connsiteX3" fmla="*/ 3452426 w 3859194"/>
              <a:gd name="connsiteY3" fmla="*/ 3050844 h 3960676"/>
              <a:gd name="connsiteX4" fmla="*/ 2550726 w 3859194"/>
              <a:gd name="connsiteY4" fmla="*/ 3336594 h 3960676"/>
              <a:gd name="connsiteX5" fmla="*/ 2559616 w 3859194"/>
              <a:gd name="connsiteY5" fmla="*/ 3932224 h 3960676"/>
              <a:gd name="connsiteX6" fmla="*/ 772726 w 3859194"/>
              <a:gd name="connsiteY6" fmla="*/ 3933494 h 3960676"/>
              <a:gd name="connsiteX7" fmla="*/ 836226 w 3859194"/>
              <a:gd name="connsiteY7" fmla="*/ 3222294 h 3960676"/>
              <a:gd name="connsiteX8" fmla="*/ 4376 w 3859194"/>
              <a:gd name="connsiteY8" fmla="*/ 1641144 h 3960676"/>
              <a:gd name="connsiteX9" fmla="*/ 578416 w 3859194"/>
              <a:gd name="connsiteY9" fmla="*/ 482904 h 3960676"/>
              <a:gd name="connsiteX10" fmla="*/ 2030026 w 3859194"/>
              <a:gd name="connsiteY10" fmla="*/ 2844 h 3960676"/>
              <a:gd name="connsiteX11" fmla="*/ 3452426 w 3859194"/>
              <a:gd name="connsiteY11" fmla="*/ 771194 h 3960676"/>
              <a:gd name="connsiteX12" fmla="*/ 3407976 w 3859194"/>
              <a:gd name="connsiteY12" fmla="*/ 1495094 h 3960676"/>
              <a:gd name="connsiteX0" fmla="*/ 3407976 w 3859194"/>
              <a:gd name="connsiteY0" fmla="*/ 1495094 h 3993728"/>
              <a:gd name="connsiteX1" fmla="*/ 3858826 w 3859194"/>
              <a:gd name="connsiteY1" fmla="*/ 2034844 h 3993728"/>
              <a:gd name="connsiteX2" fmla="*/ 3484176 w 3859194"/>
              <a:gd name="connsiteY2" fmla="*/ 2263444 h 3993728"/>
              <a:gd name="connsiteX3" fmla="*/ 3452426 w 3859194"/>
              <a:gd name="connsiteY3" fmla="*/ 3050844 h 3993728"/>
              <a:gd name="connsiteX4" fmla="*/ 2550726 w 3859194"/>
              <a:gd name="connsiteY4" fmla="*/ 3336594 h 3993728"/>
              <a:gd name="connsiteX5" fmla="*/ 2579936 w 3859194"/>
              <a:gd name="connsiteY5" fmla="*/ 3962704 h 3993728"/>
              <a:gd name="connsiteX6" fmla="*/ 772726 w 3859194"/>
              <a:gd name="connsiteY6" fmla="*/ 3933494 h 3993728"/>
              <a:gd name="connsiteX7" fmla="*/ 836226 w 3859194"/>
              <a:gd name="connsiteY7" fmla="*/ 3222294 h 3993728"/>
              <a:gd name="connsiteX8" fmla="*/ 4376 w 3859194"/>
              <a:gd name="connsiteY8" fmla="*/ 1641144 h 3993728"/>
              <a:gd name="connsiteX9" fmla="*/ 578416 w 3859194"/>
              <a:gd name="connsiteY9" fmla="*/ 482904 h 3993728"/>
              <a:gd name="connsiteX10" fmla="*/ 2030026 w 3859194"/>
              <a:gd name="connsiteY10" fmla="*/ 2844 h 3993728"/>
              <a:gd name="connsiteX11" fmla="*/ 3452426 w 3859194"/>
              <a:gd name="connsiteY11" fmla="*/ 771194 h 3993728"/>
              <a:gd name="connsiteX12" fmla="*/ 3407976 w 3859194"/>
              <a:gd name="connsiteY12" fmla="*/ 1495094 h 3993728"/>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 name="connsiteX0" fmla="*/ 3407976 w 3859194"/>
              <a:gd name="connsiteY0" fmla="*/ 1495094 h 3967342"/>
              <a:gd name="connsiteX1" fmla="*/ 3858826 w 3859194"/>
              <a:gd name="connsiteY1" fmla="*/ 2034844 h 3967342"/>
              <a:gd name="connsiteX2" fmla="*/ 3484176 w 3859194"/>
              <a:gd name="connsiteY2" fmla="*/ 2263444 h 3967342"/>
              <a:gd name="connsiteX3" fmla="*/ 3452426 w 3859194"/>
              <a:gd name="connsiteY3" fmla="*/ 3050844 h 3967342"/>
              <a:gd name="connsiteX4" fmla="*/ 2550726 w 3859194"/>
              <a:gd name="connsiteY4" fmla="*/ 3336594 h 3967342"/>
              <a:gd name="connsiteX5" fmla="*/ 2579936 w 3859194"/>
              <a:gd name="connsiteY5" fmla="*/ 3962704 h 3967342"/>
              <a:gd name="connsiteX6" fmla="*/ 772726 w 3859194"/>
              <a:gd name="connsiteY6" fmla="*/ 3933494 h 3967342"/>
              <a:gd name="connsiteX7" fmla="*/ 836226 w 3859194"/>
              <a:gd name="connsiteY7" fmla="*/ 3222294 h 3967342"/>
              <a:gd name="connsiteX8" fmla="*/ 4376 w 3859194"/>
              <a:gd name="connsiteY8" fmla="*/ 1641144 h 3967342"/>
              <a:gd name="connsiteX9" fmla="*/ 578416 w 3859194"/>
              <a:gd name="connsiteY9" fmla="*/ 482904 h 3967342"/>
              <a:gd name="connsiteX10" fmla="*/ 2030026 w 3859194"/>
              <a:gd name="connsiteY10" fmla="*/ 2844 h 3967342"/>
              <a:gd name="connsiteX11" fmla="*/ 3452426 w 3859194"/>
              <a:gd name="connsiteY11" fmla="*/ 771194 h 3967342"/>
              <a:gd name="connsiteX12" fmla="*/ 3407976 w 3859194"/>
              <a:gd name="connsiteY12" fmla="*/ 1495094 h 396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9194" h="3967342">
                <a:moveTo>
                  <a:pt x="3407976" y="1495094"/>
                </a:moveTo>
                <a:cubicBezTo>
                  <a:pt x="3475709" y="1705702"/>
                  <a:pt x="3846126" y="1906786"/>
                  <a:pt x="3858826" y="2034844"/>
                </a:cubicBezTo>
                <a:cubicBezTo>
                  <a:pt x="3871526" y="2162902"/>
                  <a:pt x="3551909" y="2094111"/>
                  <a:pt x="3484176" y="2263444"/>
                </a:cubicBezTo>
                <a:cubicBezTo>
                  <a:pt x="3416443" y="2432777"/>
                  <a:pt x="3608001" y="2871986"/>
                  <a:pt x="3452426" y="3050844"/>
                </a:cubicBezTo>
                <a:cubicBezTo>
                  <a:pt x="3296851" y="3229702"/>
                  <a:pt x="2594541" y="3194777"/>
                  <a:pt x="2550726" y="3336594"/>
                </a:cubicBezTo>
                <a:cubicBezTo>
                  <a:pt x="2506911" y="3478411"/>
                  <a:pt x="2744189" y="3974981"/>
                  <a:pt x="2579936" y="3962704"/>
                </a:cubicBezTo>
                <a:cubicBezTo>
                  <a:pt x="2415683" y="3950427"/>
                  <a:pt x="829664" y="3995936"/>
                  <a:pt x="772726" y="3933494"/>
                </a:cubicBezTo>
                <a:cubicBezTo>
                  <a:pt x="715788" y="3871052"/>
                  <a:pt x="964284" y="3604352"/>
                  <a:pt x="836226" y="3222294"/>
                </a:cubicBezTo>
                <a:cubicBezTo>
                  <a:pt x="708168" y="2840236"/>
                  <a:pt x="47344" y="2097709"/>
                  <a:pt x="4376" y="1641144"/>
                </a:cubicBezTo>
                <a:cubicBezTo>
                  <a:pt x="-38592" y="1184579"/>
                  <a:pt x="240808" y="755954"/>
                  <a:pt x="578416" y="482904"/>
                </a:cubicBezTo>
                <a:cubicBezTo>
                  <a:pt x="916024" y="209854"/>
                  <a:pt x="1553776" y="-28906"/>
                  <a:pt x="2030026" y="2844"/>
                </a:cubicBezTo>
                <a:cubicBezTo>
                  <a:pt x="2722176" y="28244"/>
                  <a:pt x="3215359" y="232502"/>
                  <a:pt x="3452426" y="771194"/>
                </a:cubicBezTo>
                <a:cubicBezTo>
                  <a:pt x="3689493" y="1309886"/>
                  <a:pt x="3340243" y="1284486"/>
                  <a:pt x="3407976" y="1495094"/>
                </a:cubicBez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任意形状 3">
            <a:extLst>
              <a:ext uri="{FF2B5EF4-FFF2-40B4-BE49-F238E27FC236}">
                <a16:creationId xmlns:a16="http://schemas.microsoft.com/office/drawing/2014/main" id="{51AD3F1D-24A9-183F-C1F2-43DEED23B854}"/>
              </a:ext>
            </a:extLst>
          </p:cNvPr>
          <p:cNvSpPr/>
          <p:nvPr/>
        </p:nvSpPr>
        <p:spPr>
          <a:xfrm>
            <a:off x="4813300" y="1117600"/>
            <a:ext cx="1003300" cy="5384800"/>
          </a:xfrm>
          <a:custGeom>
            <a:avLst/>
            <a:gdLst>
              <a:gd name="connsiteX0" fmla="*/ 914400 w 1003300"/>
              <a:gd name="connsiteY0" fmla="*/ 0 h 5384800"/>
              <a:gd name="connsiteX1" fmla="*/ 1003300 w 1003300"/>
              <a:gd name="connsiteY1" fmla="*/ 31750 h 5384800"/>
              <a:gd name="connsiteX2" fmla="*/ 82550 w 1003300"/>
              <a:gd name="connsiteY2" fmla="*/ 5384800 h 5384800"/>
              <a:gd name="connsiteX3" fmla="*/ 0 w 1003300"/>
              <a:gd name="connsiteY3" fmla="*/ 5378450 h 5384800"/>
              <a:gd name="connsiteX4" fmla="*/ 914400 w 1003300"/>
              <a:gd name="connsiteY4" fmla="*/ 0 h 538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300" h="5384800">
                <a:moveTo>
                  <a:pt x="914400" y="0"/>
                </a:moveTo>
                <a:lnTo>
                  <a:pt x="1003300" y="31750"/>
                </a:lnTo>
                <a:lnTo>
                  <a:pt x="82550" y="5384800"/>
                </a:lnTo>
                <a:lnTo>
                  <a:pt x="0" y="5378450"/>
                </a:lnTo>
                <a:lnTo>
                  <a:pt x="91440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任意形状 14">
            <a:extLst>
              <a:ext uri="{FF2B5EF4-FFF2-40B4-BE49-F238E27FC236}">
                <a16:creationId xmlns:a16="http://schemas.microsoft.com/office/drawing/2014/main" id="{F881CDF6-2A76-957C-34A4-A7987394FC07}"/>
              </a:ext>
            </a:extLst>
          </p:cNvPr>
          <p:cNvSpPr/>
          <p:nvPr/>
        </p:nvSpPr>
        <p:spPr>
          <a:xfrm>
            <a:off x="6699250" y="1136650"/>
            <a:ext cx="158750" cy="5378450"/>
          </a:xfrm>
          <a:custGeom>
            <a:avLst/>
            <a:gdLst>
              <a:gd name="connsiteX0" fmla="*/ 0 w 158750"/>
              <a:gd name="connsiteY0" fmla="*/ 0 h 5378450"/>
              <a:gd name="connsiteX1" fmla="*/ 76200 w 158750"/>
              <a:gd name="connsiteY1" fmla="*/ 0 h 5378450"/>
              <a:gd name="connsiteX2" fmla="*/ 158750 w 158750"/>
              <a:gd name="connsiteY2" fmla="*/ 5372100 h 5378450"/>
              <a:gd name="connsiteX3" fmla="*/ 82550 w 158750"/>
              <a:gd name="connsiteY3" fmla="*/ 5378450 h 5378450"/>
              <a:gd name="connsiteX4" fmla="*/ 0 w 158750"/>
              <a:gd name="connsiteY4" fmla="*/ 0 h 5378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5378450">
                <a:moveTo>
                  <a:pt x="0" y="0"/>
                </a:moveTo>
                <a:lnTo>
                  <a:pt x="76200" y="0"/>
                </a:lnTo>
                <a:lnTo>
                  <a:pt x="158750" y="5372100"/>
                </a:lnTo>
                <a:lnTo>
                  <a:pt x="82550" y="5378450"/>
                </a:lnTo>
                <a:lnTo>
                  <a:pt x="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6" name="直线连接符 15">
            <a:extLst>
              <a:ext uri="{FF2B5EF4-FFF2-40B4-BE49-F238E27FC236}">
                <a16:creationId xmlns:a16="http://schemas.microsoft.com/office/drawing/2014/main" id="{C5F00F6B-2B9B-7242-89B8-E78AB0F50965}"/>
              </a:ext>
            </a:extLst>
          </p:cNvPr>
          <p:cNvCxnSpPr/>
          <p:nvPr/>
        </p:nvCxnSpPr>
        <p:spPr>
          <a:xfrm>
            <a:off x="5727700" y="1606550"/>
            <a:ext cx="996950"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F280F7BD-4A83-6207-D83F-5F3003B78A3E}"/>
              </a:ext>
            </a:extLst>
          </p:cNvPr>
          <p:cNvCxnSpPr>
            <a:cxnSpLocks/>
          </p:cNvCxnSpPr>
          <p:nvPr/>
        </p:nvCxnSpPr>
        <p:spPr>
          <a:xfrm>
            <a:off x="5594350" y="2302272"/>
            <a:ext cx="1123950"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id="{DFE3B238-3C9E-5685-CF92-3D0A568A7E7A}"/>
              </a:ext>
            </a:extLst>
          </p:cNvPr>
          <p:cNvCxnSpPr>
            <a:cxnSpLocks/>
          </p:cNvCxnSpPr>
          <p:nvPr/>
        </p:nvCxnSpPr>
        <p:spPr>
          <a:xfrm>
            <a:off x="5483485" y="2996952"/>
            <a:ext cx="1257300"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C444EE7D-9403-E617-C9D0-7C4D1A677F5C}"/>
              </a:ext>
            </a:extLst>
          </p:cNvPr>
          <p:cNvCxnSpPr>
            <a:cxnSpLocks/>
          </p:cNvCxnSpPr>
          <p:nvPr/>
        </p:nvCxnSpPr>
        <p:spPr>
          <a:xfrm>
            <a:off x="5308600" y="3789040"/>
            <a:ext cx="1468636"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id="{E686BECE-6D3F-E8D6-4118-B293BD6FF49E}"/>
              </a:ext>
            </a:extLst>
          </p:cNvPr>
          <p:cNvCxnSpPr>
            <a:cxnSpLocks/>
          </p:cNvCxnSpPr>
          <p:nvPr/>
        </p:nvCxnSpPr>
        <p:spPr>
          <a:xfrm>
            <a:off x="5149850" y="4797152"/>
            <a:ext cx="1627386"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B4D04718-5BCD-1645-6E81-AEFB94EDD8C6}"/>
              </a:ext>
            </a:extLst>
          </p:cNvPr>
          <p:cNvCxnSpPr>
            <a:cxnSpLocks/>
          </p:cNvCxnSpPr>
          <p:nvPr/>
        </p:nvCxnSpPr>
        <p:spPr>
          <a:xfrm>
            <a:off x="5022850" y="5589240"/>
            <a:ext cx="1764432" cy="0"/>
          </a:xfrm>
          <a:prstGeom prst="line">
            <a:avLst/>
          </a:prstGeom>
          <a:ln w="34925">
            <a:solidFill>
              <a:srgbClr val="1E344D"/>
            </a:solidFill>
          </a:ln>
        </p:spPr>
        <p:style>
          <a:lnRef idx="1">
            <a:schemeClr val="accent1"/>
          </a:lnRef>
          <a:fillRef idx="0">
            <a:schemeClr val="accent1"/>
          </a:fillRef>
          <a:effectRef idx="0">
            <a:schemeClr val="accent1"/>
          </a:effectRef>
          <a:fontRef idx="minor">
            <a:schemeClr val="tx1"/>
          </a:fontRef>
        </p:style>
      </p:cxnSp>
      <p:sp>
        <p:nvSpPr>
          <p:cNvPr id="22" name="弧 21">
            <a:extLst>
              <a:ext uri="{FF2B5EF4-FFF2-40B4-BE49-F238E27FC236}">
                <a16:creationId xmlns:a16="http://schemas.microsoft.com/office/drawing/2014/main" id="{9209851A-09AC-AE4A-C346-C10AB27C3D71}"/>
              </a:ext>
            </a:extLst>
          </p:cNvPr>
          <p:cNvSpPr/>
          <p:nvPr/>
        </p:nvSpPr>
        <p:spPr>
          <a:xfrm flipH="1">
            <a:off x="3778250" y="1257300"/>
            <a:ext cx="4083050" cy="5118100"/>
          </a:xfrm>
          <a:prstGeom prst="arc">
            <a:avLst>
              <a:gd name="adj1" fmla="val 16816098"/>
              <a:gd name="adj2" fmla="val 3395960"/>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 name="文本框 22">
            <a:extLst>
              <a:ext uri="{FF2B5EF4-FFF2-40B4-BE49-F238E27FC236}">
                <a16:creationId xmlns:a16="http://schemas.microsoft.com/office/drawing/2014/main" id="{59C6C1A2-A4B9-449D-EFC7-BFACFCE10091}"/>
              </a:ext>
            </a:extLst>
          </p:cNvPr>
          <p:cNvSpPr txBox="1"/>
          <p:nvPr/>
        </p:nvSpPr>
        <p:spPr>
          <a:xfrm rot="13742040">
            <a:off x="4193452" y="5331115"/>
            <a:ext cx="476412" cy="707886"/>
          </a:xfrm>
          <a:prstGeom prst="rect">
            <a:avLst/>
          </a:prstGeom>
          <a:noFill/>
        </p:spPr>
        <p:txBody>
          <a:bodyPr wrap="none" rtlCol="0">
            <a:spAutoFit/>
          </a:bodyPr>
          <a:lstStyle/>
          <a:p>
            <a:pPr algn="l"/>
            <a:r>
              <a:rPr kumimoji="1" lang="en-US" altLang="zh-CN" sz="4000" b="1" dirty="0">
                <a:solidFill>
                  <a:srgbClr val="1E344D"/>
                </a:solidFill>
                <a:latin typeface="Alibaba PuHuiTi Light" pitchFamily="18" charset="-122"/>
                <a:ea typeface="Alibaba PuHuiTi Light" pitchFamily="18" charset="-122"/>
                <a:cs typeface="Alibaba PuHuiTi Light" pitchFamily="18" charset="-122"/>
              </a:rPr>
              <a:t>&lt;</a:t>
            </a:r>
            <a:endParaRPr kumimoji="1" lang="zh-CN" altLang="en-US" sz="4000" b="1" dirty="0">
              <a:solidFill>
                <a:srgbClr val="1E344D"/>
              </a:solidFill>
              <a:latin typeface="Alibaba PuHuiTi Light" pitchFamily="18" charset="-122"/>
              <a:ea typeface="Alibaba PuHuiTi Light" pitchFamily="18" charset="-122"/>
              <a:cs typeface="Alibaba PuHuiTi Light" pitchFamily="18" charset="-122"/>
            </a:endParaRPr>
          </a:p>
        </p:txBody>
      </p:sp>
      <p:sp>
        <p:nvSpPr>
          <p:cNvPr id="58" name="文本框 57">
            <a:extLst>
              <a:ext uri="{FF2B5EF4-FFF2-40B4-BE49-F238E27FC236}">
                <a16:creationId xmlns:a16="http://schemas.microsoft.com/office/drawing/2014/main" id="{BBBF4207-6704-D251-307F-69A38416BF4E}"/>
              </a:ext>
            </a:extLst>
          </p:cNvPr>
          <p:cNvSpPr txBox="1"/>
          <p:nvPr/>
        </p:nvSpPr>
        <p:spPr>
          <a:xfrm>
            <a:off x="5900852" y="1112697"/>
            <a:ext cx="665567" cy="338554"/>
          </a:xfrm>
          <a:prstGeom prst="rect">
            <a:avLst/>
          </a:prstGeom>
          <a:noFill/>
        </p:spPr>
        <p:txBody>
          <a:bodyPr wrap="none" rtlCol="0">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9D8F67FF-997E-AEBE-F32E-51D1051882E9}"/>
              </a:ext>
            </a:extLst>
          </p:cNvPr>
          <p:cNvSpPr txBox="1"/>
          <p:nvPr/>
        </p:nvSpPr>
        <p:spPr>
          <a:xfrm>
            <a:off x="5788426" y="1325778"/>
            <a:ext cx="910827" cy="261610"/>
          </a:xfrm>
          <a:prstGeom prst="rect">
            <a:avLst/>
          </a:prstGeom>
          <a:noFill/>
        </p:spPr>
        <p:txBody>
          <a:bodyPr wrap="non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my mental</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26B0D115-5D12-D527-EBF9-01180E5F359E}"/>
              </a:ext>
            </a:extLst>
          </p:cNvPr>
          <p:cNvSpPr txBox="1"/>
          <p:nvPr/>
        </p:nvSpPr>
        <p:spPr>
          <a:xfrm>
            <a:off x="5089775" y="5641705"/>
            <a:ext cx="1638590" cy="338554"/>
          </a:xfrm>
          <a:prstGeom prst="rect">
            <a:avLst/>
          </a:prstGeom>
          <a:noFill/>
        </p:spPr>
        <p:txBody>
          <a:bodyPr wrap="none" rtlCol="0">
            <a:spAutoFit/>
          </a:bodyPr>
          <a:lstStyle/>
          <a:p>
            <a:pPr algn="ctr"/>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The First Stage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BD6E502E-E74E-D0AF-9153-34D98FA9E0B5}"/>
              </a:ext>
            </a:extLst>
          </p:cNvPr>
          <p:cNvSpPr txBox="1"/>
          <p:nvPr/>
        </p:nvSpPr>
        <p:spPr>
          <a:xfrm>
            <a:off x="5289824" y="4869160"/>
            <a:ext cx="1362874" cy="307777"/>
          </a:xfrm>
          <a:prstGeom prst="rect">
            <a:avLst/>
          </a:prstGeom>
          <a:noFill/>
        </p:spPr>
        <p:txBody>
          <a:bodyPr wrap="none" rtlCol="0">
            <a:spAutoFit/>
          </a:bodyPr>
          <a:lstStyle/>
          <a:p>
            <a:pPr algn="ct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Second Stage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5ED300F4-0CAD-AF8D-B5F5-7E7291B9955C}"/>
              </a:ext>
            </a:extLst>
          </p:cNvPr>
          <p:cNvSpPr txBox="1"/>
          <p:nvPr/>
        </p:nvSpPr>
        <p:spPr>
          <a:xfrm>
            <a:off x="5427711" y="3861048"/>
            <a:ext cx="1173719" cy="307777"/>
          </a:xfrm>
          <a:prstGeom prst="rect">
            <a:avLst/>
          </a:prstGeom>
          <a:noFill/>
        </p:spPr>
        <p:txBody>
          <a:bodyPr wrap="none" rtlCol="0">
            <a:spAutoFit/>
          </a:bodyPr>
          <a:lstStyle/>
          <a:p>
            <a:pPr algn="ct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Third</a:t>
            </a:r>
            <a:r>
              <a:rPr kumimoji="1" lang="zh-CN" altLang="en-US" sz="1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Stage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31659658-DBCF-2A1F-4BCC-6C8513D46D15}"/>
              </a:ext>
            </a:extLst>
          </p:cNvPr>
          <p:cNvSpPr txBox="1"/>
          <p:nvPr/>
        </p:nvSpPr>
        <p:spPr>
          <a:xfrm>
            <a:off x="5536758" y="3068960"/>
            <a:ext cx="1135247" cy="276999"/>
          </a:xfrm>
          <a:prstGeom prst="rect">
            <a:avLst/>
          </a:prstGeom>
          <a:noFill/>
        </p:spPr>
        <p:txBody>
          <a:bodyPr wrap="none" rtlCol="0">
            <a:spAutoFit/>
          </a:bodyPr>
          <a:lstStyle/>
          <a:p>
            <a:pPr algn="ct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Fourth Stage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B9827BB8-C796-DDCD-A5D2-914AB76A5D1B}"/>
              </a:ext>
            </a:extLst>
          </p:cNvPr>
          <p:cNvSpPr txBox="1"/>
          <p:nvPr/>
        </p:nvSpPr>
        <p:spPr>
          <a:xfrm>
            <a:off x="5661012" y="2326947"/>
            <a:ext cx="981359" cy="276999"/>
          </a:xfrm>
          <a:prstGeom prst="rect">
            <a:avLst/>
          </a:prstGeom>
          <a:noFill/>
        </p:spPr>
        <p:txBody>
          <a:bodyPr wrap="none" rtlCol="0">
            <a:spAutoFit/>
          </a:bodyPr>
          <a:lstStyle/>
          <a:p>
            <a:pPr algn="ctr"/>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Fifth Stage</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547A33EC-39A2-C684-2C4B-D2DDCFC72445}"/>
              </a:ext>
            </a:extLst>
          </p:cNvPr>
          <p:cNvSpPr txBox="1"/>
          <p:nvPr/>
        </p:nvSpPr>
        <p:spPr>
          <a:xfrm>
            <a:off x="5734279" y="1651285"/>
            <a:ext cx="950901" cy="261610"/>
          </a:xfrm>
          <a:prstGeom prst="rect">
            <a:avLst/>
          </a:prstGeom>
          <a:noFill/>
        </p:spPr>
        <p:txBody>
          <a:bodyPr wrap="none" rtlCol="0">
            <a:spAutoFit/>
          </a:bodyPr>
          <a:lstStyle/>
          <a:p>
            <a:pPr algn="ctr"/>
            <a:r>
              <a:rPr kumimoji="1" lang="en-US" altLang="zh-CN" sz="1100" dirty="0">
                <a:solidFill>
                  <a:srgbClr val="1E344D"/>
                </a:solidFill>
                <a:latin typeface="Alibaba PuHuiTi Medium" pitchFamily="18" charset="-122"/>
                <a:ea typeface="Alibaba PuHuiTi Medium" pitchFamily="18" charset="-122"/>
                <a:cs typeface="Alibaba PuHuiTi Medium" pitchFamily="18" charset="-122"/>
              </a:rPr>
              <a:t>Sixth Stage</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6" name="文本框 65">
            <a:extLst>
              <a:ext uri="{FF2B5EF4-FFF2-40B4-BE49-F238E27FC236}">
                <a16:creationId xmlns:a16="http://schemas.microsoft.com/office/drawing/2014/main" id="{2235DF07-00A5-49EE-7608-F83AA2F5A228}"/>
              </a:ext>
            </a:extLst>
          </p:cNvPr>
          <p:cNvSpPr txBox="1"/>
          <p:nvPr/>
        </p:nvSpPr>
        <p:spPr>
          <a:xfrm>
            <a:off x="5067891" y="5931577"/>
            <a:ext cx="158774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 name="文本框 66">
            <a:extLst>
              <a:ext uri="{FF2B5EF4-FFF2-40B4-BE49-F238E27FC236}">
                <a16:creationId xmlns:a16="http://schemas.microsoft.com/office/drawing/2014/main" id="{40E15205-28CE-ABDC-8D0F-A62EBEDD8357}"/>
              </a:ext>
            </a:extLst>
          </p:cNvPr>
          <p:cNvSpPr txBox="1"/>
          <p:nvPr/>
        </p:nvSpPr>
        <p:spPr>
          <a:xfrm>
            <a:off x="5137411" y="5112222"/>
            <a:ext cx="1587742" cy="400110"/>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 name="文本框 67">
            <a:extLst>
              <a:ext uri="{FF2B5EF4-FFF2-40B4-BE49-F238E27FC236}">
                <a16:creationId xmlns:a16="http://schemas.microsoft.com/office/drawing/2014/main" id="{E19C70B3-493D-657F-570F-4FFA1352E789}"/>
              </a:ext>
            </a:extLst>
          </p:cNvPr>
          <p:cNvSpPr txBox="1"/>
          <p:nvPr/>
        </p:nvSpPr>
        <p:spPr>
          <a:xfrm>
            <a:off x="5305246" y="4156575"/>
            <a:ext cx="1485298" cy="553998"/>
          </a:xfrm>
          <a:prstGeom prst="rect">
            <a:avLst/>
          </a:prstGeom>
          <a:noFill/>
        </p:spPr>
        <p:txBody>
          <a:bodyPr wrap="square" rtlCol="0">
            <a:spAutoFit/>
          </a:bodyPr>
          <a:lstStyle/>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Here you can write the </a:t>
            </a:r>
          </a:p>
          <a:p>
            <a:pPr algn="ctr"/>
            <a:r>
              <a:rPr kumimoji="1" lang="en" altLang="zh-CN" sz="1000" dirty="0">
                <a:solidFill>
                  <a:srgbClr val="1E344D"/>
                </a:solidFill>
                <a:latin typeface="Alibaba PuHuiTi Medium" pitchFamily="18" charset="-122"/>
                <a:ea typeface="Alibaba PuHuiTi Medium" pitchFamily="18" charset="-122"/>
                <a:cs typeface="Alibaba PuHuiTi Medium" pitchFamily="18" charset="-122"/>
              </a:rPr>
              <a:t>think is correct</a:t>
            </a:r>
            <a:endParaRPr kumimoji="1" lang="zh-CN" altLang="en-US" sz="1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4EBA886E-84A6-3A48-48D6-F432D4369B25}"/>
              </a:ext>
            </a:extLst>
          </p:cNvPr>
          <p:cNvSpPr txBox="1"/>
          <p:nvPr/>
        </p:nvSpPr>
        <p:spPr>
          <a:xfrm>
            <a:off x="5378863" y="3317906"/>
            <a:ext cx="1374206" cy="369332"/>
          </a:xfrm>
          <a:prstGeom prst="rect">
            <a:avLst/>
          </a:prstGeom>
          <a:noFill/>
        </p:spPr>
        <p:txBody>
          <a:bodyPr wrap="square" rtlCol="0">
            <a:spAutoFit/>
          </a:bodyPr>
          <a:lstStyle/>
          <a:p>
            <a:pPr algn="ctr"/>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 name="文本框 69">
            <a:extLst>
              <a:ext uri="{FF2B5EF4-FFF2-40B4-BE49-F238E27FC236}">
                <a16:creationId xmlns:a16="http://schemas.microsoft.com/office/drawing/2014/main" id="{88FDF335-8C38-B5B5-78E0-59A281875A25}"/>
              </a:ext>
            </a:extLst>
          </p:cNvPr>
          <p:cNvSpPr txBox="1"/>
          <p:nvPr/>
        </p:nvSpPr>
        <p:spPr>
          <a:xfrm>
            <a:off x="5567849" y="2564904"/>
            <a:ext cx="1117764" cy="338554"/>
          </a:xfrm>
          <a:prstGeom prst="rect">
            <a:avLst/>
          </a:prstGeom>
          <a:noFill/>
        </p:spPr>
        <p:txBody>
          <a:bodyPr wrap="square" rtlCol="0">
            <a:spAutoFit/>
          </a:bodyPr>
          <a:lstStyle/>
          <a:p>
            <a:pPr algn="ctr"/>
            <a:r>
              <a:rPr kumimoji="1" lang="en" altLang="zh-CN" sz="800" dirty="0">
                <a:solidFill>
                  <a:srgbClr val="1E344D"/>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445CDD86-B71B-F034-C748-2F20A18ACC0E}"/>
              </a:ext>
            </a:extLst>
          </p:cNvPr>
          <p:cNvSpPr txBox="1"/>
          <p:nvPr/>
        </p:nvSpPr>
        <p:spPr>
          <a:xfrm>
            <a:off x="5611487" y="1867309"/>
            <a:ext cx="1117764" cy="307777"/>
          </a:xfrm>
          <a:prstGeom prst="rect">
            <a:avLst/>
          </a:prstGeom>
          <a:noFill/>
        </p:spPr>
        <p:txBody>
          <a:bodyPr wrap="square" rtlCol="0">
            <a:spAutoFit/>
          </a:bodyPr>
          <a:lstStyle/>
          <a:p>
            <a:pPr algn="ctr"/>
            <a:r>
              <a:rPr kumimoji="1" lang="en" altLang="zh-CN" sz="700" dirty="0">
                <a:solidFill>
                  <a:srgbClr val="1E344D"/>
                </a:solidFill>
                <a:latin typeface="Alibaba PuHuiTi Medium" pitchFamily="18" charset="-122"/>
                <a:ea typeface="Alibaba PuHuiTi Medium" pitchFamily="18" charset="-122"/>
                <a:cs typeface="Alibaba PuHuiTi Medium" pitchFamily="18" charset="-122"/>
              </a:rPr>
              <a:t>Here you can write the think is correct</a:t>
            </a:r>
            <a:endParaRPr kumimoji="1" lang="zh-CN" altLang="en-US" sz="7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2" name="文本框 71">
            <a:extLst>
              <a:ext uri="{FF2B5EF4-FFF2-40B4-BE49-F238E27FC236}">
                <a16:creationId xmlns:a16="http://schemas.microsoft.com/office/drawing/2014/main" id="{74ECD252-F0B5-868C-3EC5-C22FE0A7DBF4}"/>
              </a:ext>
            </a:extLst>
          </p:cNvPr>
          <p:cNvSpPr txBox="1"/>
          <p:nvPr/>
        </p:nvSpPr>
        <p:spPr>
          <a:xfrm>
            <a:off x="3934918" y="2653259"/>
            <a:ext cx="1311639" cy="1061829"/>
          </a:xfrm>
          <a:prstGeom prst="rect">
            <a:avLst/>
          </a:prstGeom>
          <a:noFill/>
        </p:spPr>
        <p:txBody>
          <a:bodyPr wrap="square" rtlCol="0">
            <a:spAutoFit/>
          </a:bodyPr>
          <a:lstStyle/>
          <a:p>
            <a:pPr algn="r"/>
            <a:r>
              <a:rPr kumimoji="1" lang="en" altLang="zh-CN" sz="1050" dirty="0">
                <a:solidFill>
                  <a:srgbClr val="1E344D"/>
                </a:solidFill>
                <a:latin typeface="Alibaba PuHuiTi" pitchFamily="18" charset="-122"/>
                <a:ea typeface="Alibaba PuHuiTi" pitchFamily="18" charset="-122"/>
                <a:cs typeface="Alibaba PuHuiTi" pitchFamily="18" charset="-122"/>
              </a:rPr>
              <a:t>I am an engineering data analyst working in Shanghai for 7 years</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a:p>
            <a:pPr algn="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269089071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00935A28-88AC-E890-6753-E8B8CA13284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AFEE8148-D6B1-EC86-4534-1E37146DBD22}"/>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ABD91385-FC45-35B4-EAFB-C1634BE9D641}"/>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EE6ED7ED-4860-C7AB-1624-21F1FD563D9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BC9A7657-EDA2-0D49-49D6-CEA2963E2796}"/>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F89EA45F-84F4-8FB5-4C3C-A85E76DD859C}"/>
              </a:ext>
            </a:extLst>
          </p:cNvPr>
          <p:cNvGrpSpPr/>
          <p:nvPr/>
        </p:nvGrpSpPr>
        <p:grpSpPr>
          <a:xfrm>
            <a:off x="2323294" y="287981"/>
            <a:ext cx="356205" cy="355288"/>
            <a:chOff x="416151" y="286059"/>
            <a:chExt cx="356205" cy="355288"/>
          </a:xfrm>
        </p:grpSpPr>
        <p:sp>
          <p:nvSpPr>
            <p:cNvPr id="11" name="Google Shape;7166;p80">
              <a:extLst>
                <a:ext uri="{FF2B5EF4-FFF2-40B4-BE49-F238E27FC236}">
                  <a16:creationId xmlns:a16="http://schemas.microsoft.com/office/drawing/2014/main" id="{96FFF50A-50D0-EEA9-04CE-8EFD43028A2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290E7969-8AB1-07DC-BAD2-522AB990709E}"/>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817422B2-A65F-BDC8-CA42-86F107A57545}"/>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270D8027-F056-B5A3-6B19-A0A8CD8ABDC4}"/>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圆角矩形 23">
            <a:extLst>
              <a:ext uri="{FF2B5EF4-FFF2-40B4-BE49-F238E27FC236}">
                <a16:creationId xmlns:a16="http://schemas.microsoft.com/office/drawing/2014/main" id="{F66A1D11-EB83-E24F-AB4B-8AAF2D0FB961}"/>
              </a:ext>
            </a:extLst>
          </p:cNvPr>
          <p:cNvSpPr/>
          <p:nvPr/>
        </p:nvSpPr>
        <p:spPr>
          <a:xfrm>
            <a:off x="11532781" y="1264150"/>
            <a:ext cx="204790" cy="873759"/>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5" name="文本框 24">
            <a:extLst>
              <a:ext uri="{FF2B5EF4-FFF2-40B4-BE49-F238E27FC236}">
                <a16:creationId xmlns:a16="http://schemas.microsoft.com/office/drawing/2014/main" id="{8AA66706-E659-2467-F61D-5E458E48820B}"/>
              </a:ext>
            </a:extLst>
          </p:cNvPr>
          <p:cNvSpPr txBox="1"/>
          <p:nvPr/>
        </p:nvSpPr>
        <p:spPr>
          <a:xfrm>
            <a:off x="323025" y="265833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6" name="文本框 25">
            <a:extLst>
              <a:ext uri="{FF2B5EF4-FFF2-40B4-BE49-F238E27FC236}">
                <a16:creationId xmlns:a16="http://schemas.microsoft.com/office/drawing/2014/main" id="{83B47A2A-ED6A-6336-298C-FAA2831032FF}"/>
              </a:ext>
            </a:extLst>
          </p:cNvPr>
          <p:cNvSpPr txBox="1"/>
          <p:nvPr/>
        </p:nvSpPr>
        <p:spPr>
          <a:xfrm>
            <a:off x="323025" y="328519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1E960C51-C037-BE11-A349-DA1ABB7B93AD}"/>
              </a:ext>
            </a:extLst>
          </p:cNvPr>
          <p:cNvSpPr txBox="1"/>
          <p:nvPr/>
        </p:nvSpPr>
        <p:spPr>
          <a:xfrm>
            <a:off x="323025" y="3933270"/>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45151E2D-EE19-98F0-3EAE-6AC47A077CBA}"/>
              </a:ext>
            </a:extLst>
          </p:cNvPr>
          <p:cNvSpPr txBox="1"/>
          <p:nvPr/>
        </p:nvSpPr>
        <p:spPr>
          <a:xfrm>
            <a:off x="323025" y="4542371"/>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479EFE98-E41D-F0BB-0F71-E91199073B88}"/>
              </a:ext>
            </a:extLst>
          </p:cNvPr>
          <p:cNvSpPr txBox="1"/>
          <p:nvPr/>
        </p:nvSpPr>
        <p:spPr>
          <a:xfrm>
            <a:off x="8832304" y="242088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C4E9CCBA-69FE-B2F8-F608-DB3472C24DB7}"/>
              </a:ext>
            </a:extLst>
          </p:cNvPr>
          <p:cNvSpPr txBox="1"/>
          <p:nvPr/>
        </p:nvSpPr>
        <p:spPr>
          <a:xfrm>
            <a:off x="8832304" y="3047752"/>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1" name="文本框 30">
            <a:extLst>
              <a:ext uri="{FF2B5EF4-FFF2-40B4-BE49-F238E27FC236}">
                <a16:creationId xmlns:a16="http://schemas.microsoft.com/office/drawing/2014/main" id="{813BF8F4-E486-F537-5681-33500393F005}"/>
              </a:ext>
            </a:extLst>
          </p:cNvPr>
          <p:cNvSpPr txBox="1"/>
          <p:nvPr/>
        </p:nvSpPr>
        <p:spPr>
          <a:xfrm>
            <a:off x="8832304" y="369582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2" name="文本框 31">
            <a:extLst>
              <a:ext uri="{FF2B5EF4-FFF2-40B4-BE49-F238E27FC236}">
                <a16:creationId xmlns:a16="http://schemas.microsoft.com/office/drawing/2014/main" id="{0A013DE5-F1F4-FF84-3D72-CA5BEEC439A3}"/>
              </a:ext>
            </a:extLst>
          </p:cNvPr>
          <p:cNvSpPr txBox="1"/>
          <p:nvPr/>
        </p:nvSpPr>
        <p:spPr>
          <a:xfrm>
            <a:off x="8832304" y="4304925"/>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33" name="直线连接符 32">
            <a:extLst>
              <a:ext uri="{FF2B5EF4-FFF2-40B4-BE49-F238E27FC236}">
                <a16:creationId xmlns:a16="http://schemas.microsoft.com/office/drawing/2014/main" id="{4FBB14A5-51ED-8FF0-55A0-B02BCEB8E14A}"/>
              </a:ext>
            </a:extLst>
          </p:cNvPr>
          <p:cNvCxnSpPr>
            <a:cxnSpLocks/>
          </p:cNvCxnSpPr>
          <p:nvPr/>
        </p:nvCxnSpPr>
        <p:spPr>
          <a:xfrm>
            <a:off x="335666"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4" name="任意形状 33">
            <a:extLst>
              <a:ext uri="{FF2B5EF4-FFF2-40B4-BE49-F238E27FC236}">
                <a16:creationId xmlns:a16="http://schemas.microsoft.com/office/drawing/2014/main" id="{4C4FFABC-C736-0C27-EB01-97BB8C86FDE2}"/>
              </a:ext>
            </a:extLst>
          </p:cNvPr>
          <p:cNvSpPr/>
          <p:nvPr/>
        </p:nvSpPr>
        <p:spPr>
          <a:xfrm>
            <a:off x="335665" y="1006996"/>
            <a:ext cx="1701478" cy="1088021"/>
          </a:xfrm>
          <a:custGeom>
            <a:avLst/>
            <a:gdLst>
              <a:gd name="connsiteX0" fmla="*/ 0 w 1701478"/>
              <a:gd name="connsiteY0" fmla="*/ 0 h 1088021"/>
              <a:gd name="connsiteX1" fmla="*/ 0 w 1701478"/>
              <a:gd name="connsiteY1" fmla="*/ 1088021 h 1088021"/>
              <a:gd name="connsiteX2" fmla="*/ 1701478 w 1701478"/>
              <a:gd name="connsiteY2" fmla="*/ 1088021 h 1088021"/>
              <a:gd name="connsiteX3" fmla="*/ 1701478 w 1701478"/>
              <a:gd name="connsiteY3" fmla="*/ 428264 h 1088021"/>
              <a:gd name="connsiteX4" fmla="*/ 983848 w 1701478"/>
              <a:gd name="connsiteY4" fmla="*/ 208345 h 1088021"/>
              <a:gd name="connsiteX5" fmla="*/ 486136 w 1701478"/>
              <a:gd name="connsiteY5" fmla="*/ 231494 h 1088021"/>
              <a:gd name="connsiteX6" fmla="*/ 0 w 1701478"/>
              <a:gd name="connsiteY6" fmla="*/ 0 h 108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1478" h="1088021">
                <a:moveTo>
                  <a:pt x="0" y="0"/>
                </a:moveTo>
                <a:lnTo>
                  <a:pt x="0" y="1088021"/>
                </a:lnTo>
                <a:lnTo>
                  <a:pt x="1701478" y="1088021"/>
                </a:lnTo>
                <a:lnTo>
                  <a:pt x="1701478" y="428264"/>
                </a:lnTo>
                <a:lnTo>
                  <a:pt x="983848" y="208345"/>
                </a:lnTo>
                <a:lnTo>
                  <a:pt x="486136" y="231494"/>
                </a:lnTo>
                <a:lnTo>
                  <a:pt x="0" y="0"/>
                </a:ln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5" name="任意形状 34">
            <a:extLst>
              <a:ext uri="{FF2B5EF4-FFF2-40B4-BE49-F238E27FC236}">
                <a16:creationId xmlns:a16="http://schemas.microsoft.com/office/drawing/2014/main" id="{914A018D-5B00-0E5A-1EE2-EB2ABB24EB18}"/>
              </a:ext>
            </a:extLst>
          </p:cNvPr>
          <p:cNvSpPr/>
          <p:nvPr/>
        </p:nvSpPr>
        <p:spPr>
          <a:xfrm>
            <a:off x="335666" y="1412111"/>
            <a:ext cx="1701478" cy="682906"/>
          </a:xfrm>
          <a:custGeom>
            <a:avLst/>
            <a:gdLst>
              <a:gd name="connsiteX0" fmla="*/ 0 w 1666754"/>
              <a:gd name="connsiteY0" fmla="*/ 0 h 682906"/>
              <a:gd name="connsiteX1" fmla="*/ 0 w 1666754"/>
              <a:gd name="connsiteY1" fmla="*/ 682906 h 682906"/>
              <a:gd name="connsiteX2" fmla="*/ 1666754 w 1666754"/>
              <a:gd name="connsiteY2" fmla="*/ 682906 h 682906"/>
              <a:gd name="connsiteX3" fmla="*/ 1666754 w 1666754"/>
              <a:gd name="connsiteY3" fmla="*/ 416689 h 682906"/>
              <a:gd name="connsiteX4" fmla="*/ 949124 w 1666754"/>
              <a:gd name="connsiteY4" fmla="*/ 81023 h 682906"/>
              <a:gd name="connsiteX5" fmla="*/ 532435 w 1666754"/>
              <a:gd name="connsiteY5" fmla="*/ 196770 h 682906"/>
              <a:gd name="connsiteX6" fmla="*/ 0 w 1666754"/>
              <a:gd name="connsiteY6" fmla="*/ 0 h 6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754" h="682906">
                <a:moveTo>
                  <a:pt x="0" y="0"/>
                </a:moveTo>
                <a:lnTo>
                  <a:pt x="0" y="682906"/>
                </a:lnTo>
                <a:lnTo>
                  <a:pt x="1666754" y="682906"/>
                </a:lnTo>
                <a:lnTo>
                  <a:pt x="1666754" y="416689"/>
                </a:lnTo>
                <a:lnTo>
                  <a:pt x="949124" y="81023"/>
                </a:lnTo>
                <a:lnTo>
                  <a:pt x="532435" y="196770"/>
                </a:lnTo>
                <a:lnTo>
                  <a:pt x="0" y="0"/>
                </a:lnTo>
                <a:close/>
              </a:path>
            </a:pathLst>
          </a:cu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36" name="直线连接符 35">
            <a:extLst>
              <a:ext uri="{FF2B5EF4-FFF2-40B4-BE49-F238E27FC236}">
                <a16:creationId xmlns:a16="http://schemas.microsoft.com/office/drawing/2014/main" id="{06A366DF-DFEB-EBC8-6791-5DA74D53A62E}"/>
              </a:ext>
            </a:extLst>
          </p:cNvPr>
          <p:cNvCxnSpPr>
            <a:cxnSpLocks/>
          </p:cNvCxnSpPr>
          <p:nvPr/>
        </p:nvCxnSpPr>
        <p:spPr>
          <a:xfrm>
            <a:off x="10128448" y="222234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37" name="圆角矩形 36">
            <a:extLst>
              <a:ext uri="{FF2B5EF4-FFF2-40B4-BE49-F238E27FC236}">
                <a16:creationId xmlns:a16="http://schemas.microsoft.com/office/drawing/2014/main" id="{5E8923D8-458D-614A-61E4-DD7113C51333}"/>
              </a:ext>
            </a:extLst>
          </p:cNvPr>
          <p:cNvSpPr/>
          <p:nvPr/>
        </p:nvSpPr>
        <p:spPr>
          <a:xfrm>
            <a:off x="11208568" y="1522425"/>
            <a:ext cx="204790" cy="615484"/>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圆角矩形 37">
            <a:extLst>
              <a:ext uri="{FF2B5EF4-FFF2-40B4-BE49-F238E27FC236}">
                <a16:creationId xmlns:a16="http://schemas.microsoft.com/office/drawing/2014/main" id="{72F28EB8-0A96-C08B-CA95-5C6B91F9DAF5}"/>
              </a:ext>
            </a:extLst>
          </p:cNvPr>
          <p:cNvSpPr/>
          <p:nvPr/>
        </p:nvSpPr>
        <p:spPr>
          <a:xfrm>
            <a:off x="10855616" y="1253067"/>
            <a:ext cx="204790" cy="884842"/>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圆角矩形 38">
            <a:extLst>
              <a:ext uri="{FF2B5EF4-FFF2-40B4-BE49-F238E27FC236}">
                <a16:creationId xmlns:a16="http://schemas.microsoft.com/office/drawing/2014/main" id="{465460A4-10B7-BE48-1AD4-F1EBBE3B4D3E}"/>
              </a:ext>
            </a:extLst>
          </p:cNvPr>
          <p:cNvSpPr/>
          <p:nvPr/>
        </p:nvSpPr>
        <p:spPr>
          <a:xfrm>
            <a:off x="10546320" y="999743"/>
            <a:ext cx="219216" cy="1138165"/>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0" name="圆角矩形 39">
            <a:extLst>
              <a:ext uri="{FF2B5EF4-FFF2-40B4-BE49-F238E27FC236}">
                <a16:creationId xmlns:a16="http://schemas.microsoft.com/office/drawing/2014/main" id="{4F634DC8-F8AD-1F30-E8E0-2BB904FFDDD1}"/>
              </a:ext>
            </a:extLst>
          </p:cNvPr>
          <p:cNvSpPr/>
          <p:nvPr/>
        </p:nvSpPr>
        <p:spPr>
          <a:xfrm>
            <a:off x="10200456" y="1763429"/>
            <a:ext cx="204790" cy="374479"/>
          </a:xfrm>
          <a:prstGeom prst="roundRect">
            <a:avLst>
              <a:gd name="adj" fmla="val 0"/>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椭圆 40">
            <a:extLst>
              <a:ext uri="{FF2B5EF4-FFF2-40B4-BE49-F238E27FC236}">
                <a16:creationId xmlns:a16="http://schemas.microsoft.com/office/drawing/2014/main" id="{E8F05CF8-1C65-E6CC-D50B-57CC94363A11}"/>
              </a:ext>
            </a:extLst>
          </p:cNvPr>
          <p:cNvSpPr/>
          <p:nvPr/>
        </p:nvSpPr>
        <p:spPr>
          <a:xfrm>
            <a:off x="11582399" y="1416100"/>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椭圆 41">
            <a:extLst>
              <a:ext uri="{FF2B5EF4-FFF2-40B4-BE49-F238E27FC236}">
                <a16:creationId xmlns:a16="http://schemas.microsoft.com/office/drawing/2014/main" id="{713CCC80-FBA0-A613-4685-9E35CE4C4C2A}"/>
              </a:ext>
            </a:extLst>
          </p:cNvPr>
          <p:cNvSpPr/>
          <p:nvPr/>
        </p:nvSpPr>
        <p:spPr>
          <a:xfrm>
            <a:off x="11252222" y="1806683"/>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3" name="椭圆 42">
            <a:extLst>
              <a:ext uri="{FF2B5EF4-FFF2-40B4-BE49-F238E27FC236}">
                <a16:creationId xmlns:a16="http://schemas.microsoft.com/office/drawing/2014/main" id="{4E789432-910F-3D53-9458-1B81BEED9305}"/>
              </a:ext>
            </a:extLst>
          </p:cNvPr>
          <p:cNvSpPr/>
          <p:nvPr/>
        </p:nvSpPr>
        <p:spPr>
          <a:xfrm>
            <a:off x="10906360" y="1511562"/>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4" name="椭圆 43">
            <a:extLst>
              <a:ext uri="{FF2B5EF4-FFF2-40B4-BE49-F238E27FC236}">
                <a16:creationId xmlns:a16="http://schemas.microsoft.com/office/drawing/2014/main" id="{217C19C6-ADEC-C0D2-5088-B38D66318B91}"/>
              </a:ext>
            </a:extLst>
          </p:cNvPr>
          <p:cNvSpPr/>
          <p:nvPr/>
        </p:nvSpPr>
        <p:spPr>
          <a:xfrm>
            <a:off x="10589974" y="1237707"/>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5" name="椭圆 44">
            <a:extLst>
              <a:ext uri="{FF2B5EF4-FFF2-40B4-BE49-F238E27FC236}">
                <a16:creationId xmlns:a16="http://schemas.microsoft.com/office/drawing/2014/main" id="{5AD5F0BA-A1B4-6116-2EA0-AD201311BBC4}"/>
              </a:ext>
            </a:extLst>
          </p:cNvPr>
          <p:cNvSpPr/>
          <p:nvPr/>
        </p:nvSpPr>
        <p:spPr>
          <a:xfrm>
            <a:off x="10251200" y="1590658"/>
            <a:ext cx="120502" cy="12050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6" name="直线连接符 45">
            <a:extLst>
              <a:ext uri="{FF2B5EF4-FFF2-40B4-BE49-F238E27FC236}">
                <a16:creationId xmlns:a16="http://schemas.microsoft.com/office/drawing/2014/main" id="{21C33E58-66D0-28AA-73DD-F847AD5BB3ED}"/>
              </a:ext>
            </a:extLst>
          </p:cNvPr>
          <p:cNvCxnSpPr>
            <a:cxnSpLocks/>
          </p:cNvCxnSpPr>
          <p:nvPr/>
        </p:nvCxnSpPr>
        <p:spPr>
          <a:xfrm>
            <a:off x="29909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47" name="任意形状 46">
            <a:extLst>
              <a:ext uri="{FF2B5EF4-FFF2-40B4-BE49-F238E27FC236}">
                <a16:creationId xmlns:a16="http://schemas.microsoft.com/office/drawing/2014/main" id="{372C0AF9-2921-46C3-40E0-EED7D3B55BA7}"/>
              </a:ext>
            </a:extLst>
          </p:cNvPr>
          <p:cNvSpPr/>
          <p:nvPr/>
        </p:nvSpPr>
        <p:spPr>
          <a:xfrm>
            <a:off x="341376" y="5657088"/>
            <a:ext cx="1511808" cy="853440"/>
          </a:xfrm>
          <a:custGeom>
            <a:avLst/>
            <a:gdLst>
              <a:gd name="connsiteX0" fmla="*/ 0 w 1511808"/>
              <a:gd name="connsiteY0" fmla="*/ 573024 h 853440"/>
              <a:gd name="connsiteX1" fmla="*/ 329184 w 1511808"/>
              <a:gd name="connsiteY1" fmla="*/ 109728 h 853440"/>
              <a:gd name="connsiteX2" fmla="*/ 719328 w 1511808"/>
              <a:gd name="connsiteY2" fmla="*/ 853440 h 853440"/>
              <a:gd name="connsiteX3" fmla="*/ 1133856 w 1511808"/>
              <a:gd name="connsiteY3" fmla="*/ 0 h 853440"/>
              <a:gd name="connsiteX4" fmla="*/ 1511808 w 1511808"/>
              <a:gd name="connsiteY4" fmla="*/ 512064 h 853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808" h="853440">
                <a:moveTo>
                  <a:pt x="0" y="573024"/>
                </a:moveTo>
                <a:lnTo>
                  <a:pt x="329184" y="109728"/>
                </a:lnTo>
                <a:lnTo>
                  <a:pt x="719328" y="853440"/>
                </a:lnTo>
                <a:lnTo>
                  <a:pt x="1133856" y="0"/>
                </a:lnTo>
                <a:lnTo>
                  <a:pt x="1511808" y="512064"/>
                </a:lnTo>
              </a:path>
            </a:pathLst>
          </a:custGeom>
          <a:noFill/>
          <a:ln w="47625" cap="rnd">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8" name="任意形状 47">
            <a:extLst>
              <a:ext uri="{FF2B5EF4-FFF2-40B4-BE49-F238E27FC236}">
                <a16:creationId xmlns:a16="http://schemas.microsoft.com/office/drawing/2014/main" id="{DF35C55E-CE50-95B3-6586-5A0D1802444D}"/>
              </a:ext>
            </a:extLst>
          </p:cNvPr>
          <p:cNvSpPr/>
          <p:nvPr/>
        </p:nvSpPr>
        <p:spPr>
          <a:xfrm>
            <a:off x="329184" y="5498592"/>
            <a:ext cx="1536192" cy="890016"/>
          </a:xfrm>
          <a:custGeom>
            <a:avLst/>
            <a:gdLst>
              <a:gd name="connsiteX0" fmla="*/ 0 w 1536192"/>
              <a:gd name="connsiteY0" fmla="*/ 463296 h 890016"/>
              <a:gd name="connsiteX1" fmla="*/ 536448 w 1536192"/>
              <a:gd name="connsiteY1" fmla="*/ 463296 h 890016"/>
              <a:gd name="connsiteX2" fmla="*/ 731520 w 1536192"/>
              <a:gd name="connsiteY2" fmla="*/ 0 h 890016"/>
              <a:gd name="connsiteX3" fmla="*/ 1146048 w 1536192"/>
              <a:gd name="connsiteY3" fmla="*/ 890016 h 890016"/>
              <a:gd name="connsiteX4" fmla="*/ 1536192 w 1536192"/>
              <a:gd name="connsiteY4" fmla="*/ 292608 h 89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6192" h="890016">
                <a:moveTo>
                  <a:pt x="0" y="463296"/>
                </a:moveTo>
                <a:lnTo>
                  <a:pt x="536448" y="463296"/>
                </a:lnTo>
                <a:lnTo>
                  <a:pt x="731520" y="0"/>
                </a:lnTo>
                <a:lnTo>
                  <a:pt x="1146048" y="890016"/>
                </a:lnTo>
                <a:lnTo>
                  <a:pt x="1536192" y="292608"/>
                </a:lnTo>
              </a:path>
            </a:pathLst>
          </a:custGeom>
          <a:noFill/>
          <a:ln w="47625" cap="rnd">
            <a:solidFill>
              <a:srgbClr val="C5C8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9" name="直线连接符 48">
            <a:extLst>
              <a:ext uri="{FF2B5EF4-FFF2-40B4-BE49-F238E27FC236}">
                <a16:creationId xmlns:a16="http://schemas.microsoft.com/office/drawing/2014/main" id="{BBADA9BE-A2FC-D42A-E567-F9CD6951EB40}"/>
              </a:ext>
            </a:extLst>
          </p:cNvPr>
          <p:cNvCxnSpPr>
            <a:cxnSpLocks/>
          </p:cNvCxnSpPr>
          <p:nvPr/>
        </p:nvCxnSpPr>
        <p:spPr>
          <a:xfrm>
            <a:off x="10056440" y="6669360"/>
            <a:ext cx="1678329" cy="0"/>
          </a:xfrm>
          <a:prstGeom prst="line">
            <a:avLst/>
          </a:prstGeom>
          <a:ln w="22225">
            <a:solidFill>
              <a:srgbClr val="1E344D"/>
            </a:solidFill>
          </a:ln>
        </p:spPr>
        <p:style>
          <a:lnRef idx="1">
            <a:schemeClr val="accent1"/>
          </a:lnRef>
          <a:fillRef idx="0">
            <a:schemeClr val="accent1"/>
          </a:fillRef>
          <a:effectRef idx="0">
            <a:schemeClr val="accent1"/>
          </a:effectRef>
          <a:fontRef idx="minor">
            <a:schemeClr val="tx1"/>
          </a:fontRef>
        </p:style>
      </p:cxnSp>
      <p:sp>
        <p:nvSpPr>
          <p:cNvPr id="50" name="矩形 49">
            <a:extLst>
              <a:ext uri="{FF2B5EF4-FFF2-40B4-BE49-F238E27FC236}">
                <a16:creationId xmlns:a16="http://schemas.microsoft.com/office/drawing/2014/main" id="{CBFAFBC1-8BD9-BB0C-ED6F-7CF3FB75E1E6}"/>
              </a:ext>
            </a:extLst>
          </p:cNvPr>
          <p:cNvSpPr/>
          <p:nvPr/>
        </p:nvSpPr>
        <p:spPr>
          <a:xfrm>
            <a:off x="11253216" y="5334000"/>
            <a:ext cx="451104" cy="157480"/>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1" name="矩形 50">
            <a:extLst>
              <a:ext uri="{FF2B5EF4-FFF2-40B4-BE49-F238E27FC236}">
                <a16:creationId xmlns:a16="http://schemas.microsoft.com/office/drawing/2014/main" id="{72A81771-0A5A-A118-F6EC-FB3121F380F1}"/>
              </a:ext>
            </a:extLst>
          </p:cNvPr>
          <p:cNvSpPr/>
          <p:nvPr/>
        </p:nvSpPr>
        <p:spPr>
          <a:xfrm>
            <a:off x="10261600" y="5604933"/>
            <a:ext cx="1442720" cy="196779"/>
          </a:xfrm>
          <a:prstGeom prst="rect">
            <a:avLst/>
          </a:prstGeom>
          <a:solidFill>
            <a:srgbClr val="C5C8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2" name="矩形 51">
            <a:extLst>
              <a:ext uri="{FF2B5EF4-FFF2-40B4-BE49-F238E27FC236}">
                <a16:creationId xmlns:a16="http://schemas.microsoft.com/office/drawing/2014/main" id="{6BB5AFC9-09CC-73CD-01E9-1E0BCAB92DED}"/>
              </a:ext>
            </a:extLst>
          </p:cNvPr>
          <p:cNvSpPr/>
          <p:nvPr/>
        </p:nvSpPr>
        <p:spPr>
          <a:xfrm>
            <a:off x="10989732" y="5943600"/>
            <a:ext cx="714587" cy="18544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3" name="矩形 52">
            <a:extLst>
              <a:ext uri="{FF2B5EF4-FFF2-40B4-BE49-F238E27FC236}">
                <a16:creationId xmlns:a16="http://schemas.microsoft.com/office/drawing/2014/main" id="{DCD1A635-1298-A856-DA29-BF553FF3EC24}"/>
              </a:ext>
            </a:extLst>
          </p:cNvPr>
          <p:cNvSpPr/>
          <p:nvPr/>
        </p:nvSpPr>
        <p:spPr>
          <a:xfrm>
            <a:off x="10591800" y="6290734"/>
            <a:ext cx="1112519" cy="18701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文本框 53">
            <a:extLst>
              <a:ext uri="{FF2B5EF4-FFF2-40B4-BE49-F238E27FC236}">
                <a16:creationId xmlns:a16="http://schemas.microsoft.com/office/drawing/2014/main" id="{BAE80326-C7DF-A832-BE46-D66AFEB1CC76}"/>
              </a:ext>
            </a:extLst>
          </p:cNvPr>
          <p:cNvSpPr txBox="1"/>
          <p:nvPr/>
        </p:nvSpPr>
        <p:spPr>
          <a:xfrm>
            <a:off x="2105868" y="1102900"/>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5" name="文本框 54">
            <a:extLst>
              <a:ext uri="{FF2B5EF4-FFF2-40B4-BE49-F238E27FC236}">
                <a16:creationId xmlns:a16="http://schemas.microsoft.com/office/drawing/2014/main" id="{0137956B-DC91-02ED-0255-8067E6BB0052}"/>
              </a:ext>
            </a:extLst>
          </p:cNvPr>
          <p:cNvSpPr txBox="1"/>
          <p:nvPr/>
        </p:nvSpPr>
        <p:spPr>
          <a:xfrm>
            <a:off x="2105868" y="5301208"/>
            <a:ext cx="109837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 name="文本框 55">
            <a:extLst>
              <a:ext uri="{FF2B5EF4-FFF2-40B4-BE49-F238E27FC236}">
                <a16:creationId xmlns:a16="http://schemas.microsoft.com/office/drawing/2014/main" id="{E3C0EBDD-E9FD-34B6-4896-6424F4160EA2}"/>
              </a:ext>
            </a:extLst>
          </p:cNvPr>
          <p:cNvSpPr txBox="1"/>
          <p:nvPr/>
        </p:nvSpPr>
        <p:spPr>
          <a:xfrm>
            <a:off x="8989372" y="5343738"/>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 name="文本框 56">
            <a:extLst>
              <a:ext uri="{FF2B5EF4-FFF2-40B4-BE49-F238E27FC236}">
                <a16:creationId xmlns:a16="http://schemas.microsoft.com/office/drawing/2014/main" id="{0AD4DCE7-A802-8D5B-E221-E4EB8F7F4DFF}"/>
              </a:ext>
            </a:extLst>
          </p:cNvPr>
          <p:cNvSpPr txBox="1"/>
          <p:nvPr/>
        </p:nvSpPr>
        <p:spPr>
          <a:xfrm>
            <a:off x="8691661" y="1065789"/>
            <a:ext cx="1367682"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五边形 2">
            <a:extLst>
              <a:ext uri="{FF2B5EF4-FFF2-40B4-BE49-F238E27FC236}">
                <a16:creationId xmlns:a16="http://schemas.microsoft.com/office/drawing/2014/main" id="{65A26B2B-0263-990B-A14F-B033BF53810C}"/>
              </a:ext>
            </a:extLst>
          </p:cNvPr>
          <p:cNvSpPr/>
          <p:nvPr/>
        </p:nvSpPr>
        <p:spPr>
          <a:xfrm rot="5400000">
            <a:off x="5223749" y="5076660"/>
            <a:ext cx="1508764" cy="1280160"/>
          </a:xfrm>
          <a:prstGeom prst="homePlate">
            <a:avLst>
              <a:gd name="adj" fmla="val 24269"/>
            </a:avLst>
          </a:prstGeom>
          <a:solidFill>
            <a:schemeClr val="bg1">
              <a:alpha val="67000"/>
            </a:schemeClr>
          </a:solidFill>
          <a:ln w="317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5" name="任意形状 74">
            <a:extLst>
              <a:ext uri="{FF2B5EF4-FFF2-40B4-BE49-F238E27FC236}">
                <a16:creationId xmlns:a16="http://schemas.microsoft.com/office/drawing/2014/main" id="{BBB887FF-0B53-7454-D63F-7D2DE360105D}"/>
              </a:ext>
            </a:extLst>
          </p:cNvPr>
          <p:cNvSpPr/>
          <p:nvPr/>
        </p:nvSpPr>
        <p:spPr>
          <a:xfrm rot="10800000">
            <a:off x="3447583" y="3117608"/>
            <a:ext cx="5061097" cy="2468333"/>
          </a:xfrm>
          <a:custGeom>
            <a:avLst/>
            <a:gdLst>
              <a:gd name="connsiteX0" fmla="*/ 5061097 w 5061097"/>
              <a:gd name="connsiteY0" fmla="*/ 2468333 h 2468333"/>
              <a:gd name="connsiteX1" fmla="*/ 0 w 5061097"/>
              <a:gd name="connsiteY1" fmla="*/ 2468333 h 2468333"/>
              <a:gd name="connsiteX2" fmla="*/ 1852734 w 5061097"/>
              <a:gd name="connsiteY2" fmla="*/ 161068 h 2468333"/>
              <a:gd name="connsiteX3" fmla="*/ 1860605 w 5061097"/>
              <a:gd name="connsiteY3" fmla="*/ 161068 h 2468333"/>
              <a:gd name="connsiteX4" fmla="*/ 1861785 w 5061097"/>
              <a:gd name="connsiteY4" fmla="*/ 157690 h 2468333"/>
              <a:gd name="connsiteX5" fmla="*/ 2531696 w 5061097"/>
              <a:gd name="connsiteY5" fmla="*/ 0 h 2468333"/>
              <a:gd name="connsiteX6" fmla="*/ 3201608 w 5061097"/>
              <a:gd name="connsiteY6" fmla="*/ 157690 h 2468333"/>
              <a:gd name="connsiteX7" fmla="*/ 3202787 w 5061097"/>
              <a:gd name="connsiteY7" fmla="*/ 161068 h 2468333"/>
              <a:gd name="connsiteX8" fmla="*/ 3208363 w 5061097"/>
              <a:gd name="connsiteY8" fmla="*/ 161068 h 246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61097" h="2468333">
                <a:moveTo>
                  <a:pt x="5061097" y="2468333"/>
                </a:moveTo>
                <a:lnTo>
                  <a:pt x="0" y="2468333"/>
                </a:lnTo>
                <a:lnTo>
                  <a:pt x="1852734" y="161068"/>
                </a:lnTo>
                <a:lnTo>
                  <a:pt x="1860605" y="161068"/>
                </a:lnTo>
                <a:lnTo>
                  <a:pt x="1861785" y="157690"/>
                </a:lnTo>
                <a:cubicBezTo>
                  <a:pt x="1925547" y="67696"/>
                  <a:pt x="2201248" y="0"/>
                  <a:pt x="2531696" y="0"/>
                </a:cubicBezTo>
                <a:cubicBezTo>
                  <a:pt x="2862144" y="0"/>
                  <a:pt x="3137846" y="67696"/>
                  <a:pt x="3201608" y="157690"/>
                </a:cubicBezTo>
                <a:lnTo>
                  <a:pt x="3202787" y="161068"/>
                </a:lnTo>
                <a:lnTo>
                  <a:pt x="3208363" y="161068"/>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76" name="椭圆 75">
            <a:extLst>
              <a:ext uri="{FF2B5EF4-FFF2-40B4-BE49-F238E27FC236}">
                <a16:creationId xmlns:a16="http://schemas.microsoft.com/office/drawing/2014/main" id="{72457BE7-4483-1CA8-255C-92DB668B0186}"/>
              </a:ext>
            </a:extLst>
          </p:cNvPr>
          <p:cNvSpPr/>
          <p:nvPr/>
        </p:nvSpPr>
        <p:spPr>
          <a:xfrm>
            <a:off x="3417522" y="2687701"/>
            <a:ext cx="5121218" cy="78047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7" name="椭圆 76">
            <a:extLst>
              <a:ext uri="{FF2B5EF4-FFF2-40B4-BE49-F238E27FC236}">
                <a16:creationId xmlns:a16="http://schemas.microsoft.com/office/drawing/2014/main" id="{93F533C9-075F-55CA-84FF-973D981FD6F4}"/>
              </a:ext>
            </a:extLst>
          </p:cNvPr>
          <p:cNvSpPr/>
          <p:nvPr/>
        </p:nvSpPr>
        <p:spPr>
          <a:xfrm>
            <a:off x="4820702" y="2872874"/>
            <a:ext cx="2314858" cy="32084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8" name="五边形 77">
            <a:extLst>
              <a:ext uri="{FF2B5EF4-FFF2-40B4-BE49-F238E27FC236}">
                <a16:creationId xmlns:a16="http://schemas.microsoft.com/office/drawing/2014/main" id="{451413D4-C4CB-0941-11A1-65850065ECE9}"/>
              </a:ext>
            </a:extLst>
          </p:cNvPr>
          <p:cNvSpPr/>
          <p:nvPr/>
        </p:nvSpPr>
        <p:spPr>
          <a:xfrm rot="5400000">
            <a:off x="5150238" y="1421424"/>
            <a:ext cx="1719954" cy="1664208"/>
          </a:xfrm>
          <a:prstGeom prst="homePlate">
            <a:avLst>
              <a:gd name="adj"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9" name="五边形 11">
            <a:extLst>
              <a:ext uri="{FF2B5EF4-FFF2-40B4-BE49-F238E27FC236}">
                <a16:creationId xmlns:a16="http://schemas.microsoft.com/office/drawing/2014/main" id="{1405006B-5FDF-9AC4-103C-071EA4AA3EAE}"/>
              </a:ext>
            </a:extLst>
          </p:cNvPr>
          <p:cNvSpPr/>
          <p:nvPr/>
        </p:nvSpPr>
        <p:spPr>
          <a:xfrm rot="5400000">
            <a:off x="5210395" y="1361266"/>
            <a:ext cx="1615681" cy="1664208"/>
          </a:xfrm>
          <a:custGeom>
            <a:avLst/>
            <a:gdLst>
              <a:gd name="connsiteX0" fmla="*/ 0 w 1719954"/>
              <a:gd name="connsiteY0" fmla="*/ 0 h 1664208"/>
              <a:gd name="connsiteX1" fmla="*/ 1719954 w 1719954"/>
              <a:gd name="connsiteY1" fmla="*/ 0 h 1664208"/>
              <a:gd name="connsiteX2" fmla="*/ 1719954 w 1719954"/>
              <a:gd name="connsiteY2" fmla="*/ 832104 h 1664208"/>
              <a:gd name="connsiteX3" fmla="*/ 1719954 w 1719954"/>
              <a:gd name="connsiteY3" fmla="*/ 1664208 h 1664208"/>
              <a:gd name="connsiteX4" fmla="*/ 0 w 1719954"/>
              <a:gd name="connsiteY4" fmla="*/ 1664208 h 1664208"/>
              <a:gd name="connsiteX5" fmla="*/ 0 w 1719954"/>
              <a:gd name="connsiteY5" fmla="*/ 0 h 1664208"/>
              <a:gd name="connsiteX0" fmla="*/ 1719954 w 1811394"/>
              <a:gd name="connsiteY0" fmla="*/ 832104 h 1664208"/>
              <a:gd name="connsiteX1" fmla="*/ 1719954 w 1811394"/>
              <a:gd name="connsiteY1" fmla="*/ 1664208 h 1664208"/>
              <a:gd name="connsiteX2" fmla="*/ 0 w 1811394"/>
              <a:gd name="connsiteY2" fmla="*/ 1664208 h 1664208"/>
              <a:gd name="connsiteX3" fmla="*/ 0 w 1811394"/>
              <a:gd name="connsiteY3" fmla="*/ 0 h 1664208"/>
              <a:gd name="connsiteX4" fmla="*/ 1719954 w 1811394"/>
              <a:gd name="connsiteY4" fmla="*/ 0 h 1664208"/>
              <a:gd name="connsiteX5" fmla="*/ 1811394 w 1811394"/>
              <a:gd name="connsiteY5" fmla="*/ 923544 h 1664208"/>
              <a:gd name="connsiteX0" fmla="*/ 1719954 w 1719954"/>
              <a:gd name="connsiteY0" fmla="*/ 832104 h 1664208"/>
              <a:gd name="connsiteX1" fmla="*/ 1719954 w 1719954"/>
              <a:gd name="connsiteY1" fmla="*/ 1664208 h 1664208"/>
              <a:gd name="connsiteX2" fmla="*/ 0 w 1719954"/>
              <a:gd name="connsiteY2" fmla="*/ 1664208 h 1664208"/>
              <a:gd name="connsiteX3" fmla="*/ 0 w 1719954"/>
              <a:gd name="connsiteY3" fmla="*/ 0 h 1664208"/>
              <a:gd name="connsiteX4" fmla="*/ 1719954 w 1719954"/>
              <a:gd name="connsiteY4" fmla="*/ 0 h 1664208"/>
              <a:gd name="connsiteX0" fmla="*/ 1719954 w 1719954"/>
              <a:gd name="connsiteY0" fmla="*/ 1664208 h 1664208"/>
              <a:gd name="connsiteX1" fmla="*/ 0 w 1719954"/>
              <a:gd name="connsiteY1" fmla="*/ 1664208 h 1664208"/>
              <a:gd name="connsiteX2" fmla="*/ 0 w 1719954"/>
              <a:gd name="connsiteY2" fmla="*/ 0 h 1664208"/>
              <a:gd name="connsiteX3" fmla="*/ 1719954 w 1719954"/>
              <a:gd name="connsiteY3" fmla="*/ 0 h 1664208"/>
            </a:gdLst>
            <a:ahLst/>
            <a:cxnLst>
              <a:cxn ang="0">
                <a:pos x="connsiteX0" y="connsiteY0"/>
              </a:cxn>
              <a:cxn ang="0">
                <a:pos x="connsiteX1" y="connsiteY1"/>
              </a:cxn>
              <a:cxn ang="0">
                <a:pos x="connsiteX2" y="connsiteY2"/>
              </a:cxn>
              <a:cxn ang="0">
                <a:pos x="connsiteX3" y="connsiteY3"/>
              </a:cxn>
            </a:cxnLst>
            <a:rect l="l" t="t" r="r" b="b"/>
            <a:pathLst>
              <a:path w="1719954" h="1664208">
                <a:moveTo>
                  <a:pt x="1719954" y="1664208"/>
                </a:moveTo>
                <a:lnTo>
                  <a:pt x="0" y="1664208"/>
                </a:lnTo>
                <a:lnTo>
                  <a:pt x="0" y="0"/>
                </a:lnTo>
                <a:lnTo>
                  <a:pt x="1719954" y="0"/>
                </a:lnTo>
              </a:path>
            </a:pathLst>
          </a:custGeom>
          <a:noFill/>
          <a:ln w="31750" cap="rnd">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0" name="Google Shape;280;p21">
            <a:extLst>
              <a:ext uri="{FF2B5EF4-FFF2-40B4-BE49-F238E27FC236}">
                <a16:creationId xmlns:a16="http://schemas.microsoft.com/office/drawing/2014/main" id="{FC05E6CC-1205-EE91-1B22-74067144DB2C}"/>
              </a:ext>
            </a:extLst>
          </p:cNvPr>
          <p:cNvSpPr txBox="1"/>
          <p:nvPr/>
        </p:nvSpPr>
        <p:spPr>
          <a:xfrm>
            <a:off x="5003914" y="3732333"/>
            <a:ext cx="1917232" cy="61858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Karla"/>
              </a:rPr>
              <a:t>Mars is actually a very cold place</a:t>
            </a:r>
            <a:endParaRPr sz="1200" dirty="0">
              <a:solidFill>
                <a:schemeClr val="bg1"/>
              </a:solidFill>
              <a:latin typeface="Alibaba PuHuiTi" pitchFamily="18" charset="-122"/>
              <a:ea typeface="Alibaba PuHuiTi" pitchFamily="18" charset="-122"/>
              <a:cs typeface="Alibaba PuHuiTi" pitchFamily="18" charset="-122"/>
              <a:sym typeface="Karla"/>
            </a:endParaRPr>
          </a:p>
        </p:txBody>
      </p:sp>
      <p:sp>
        <p:nvSpPr>
          <p:cNvPr id="81" name="燕尾形 80">
            <a:extLst>
              <a:ext uri="{FF2B5EF4-FFF2-40B4-BE49-F238E27FC236}">
                <a16:creationId xmlns:a16="http://schemas.microsoft.com/office/drawing/2014/main" id="{403161C0-51F7-4C3B-E8AA-8ECD182412FC}"/>
              </a:ext>
            </a:extLst>
          </p:cNvPr>
          <p:cNvSpPr/>
          <p:nvPr/>
        </p:nvSpPr>
        <p:spPr>
          <a:xfrm rot="5400000">
            <a:off x="5900820" y="4176458"/>
            <a:ext cx="101601" cy="339558"/>
          </a:xfrm>
          <a:prstGeom prst="chevron">
            <a:avLst>
              <a:gd name="adj" fmla="val 6552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82" name="Google Shape;282;p21">
            <a:extLst>
              <a:ext uri="{FF2B5EF4-FFF2-40B4-BE49-F238E27FC236}">
                <a16:creationId xmlns:a16="http://schemas.microsoft.com/office/drawing/2014/main" id="{A00AD091-9C46-B6CC-CD7A-9CE2C023223C}"/>
              </a:ext>
            </a:extLst>
          </p:cNvPr>
          <p:cNvSpPr txBox="1"/>
          <p:nvPr/>
        </p:nvSpPr>
        <p:spPr>
          <a:xfrm>
            <a:off x="5019956" y="4424478"/>
            <a:ext cx="1917232" cy="5360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RPr lang="zh-CN"/>
            </a:defPPr>
            <a:lvl1pPr marR="0" lvl="0" indent="0" algn="ctr">
              <a:lnSpc>
                <a:spcPct val="100000"/>
              </a:lnSpc>
              <a:spcBef>
                <a:spcPts val="0"/>
              </a:spcBef>
              <a:spcAft>
                <a:spcPts val="0"/>
              </a:spcAft>
              <a:buClr>
                <a:srgbClr val="000000"/>
              </a:buClr>
              <a:buFont typeface="Arial"/>
              <a:buNone/>
              <a:defRPr sz="1200" b="0" i="0" u="none" strike="noStrike" cap="none">
                <a:solidFill>
                  <a:schemeClr val="bg1"/>
                </a:solidFill>
                <a:latin typeface="Alibaba PuHuiTi" pitchFamily="18" charset="-122"/>
                <a:ea typeface="Alibaba PuHuiTi" pitchFamily="18" charset="-122"/>
                <a:cs typeface="Alibaba PuHuiTi" pitchFamily="18" charset="-122"/>
              </a:defRPr>
            </a:lvl1pPr>
            <a:lvl2pPr marR="0" lvl="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2pPr>
            <a:lvl3pPr marR="0" lvl="2">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3pPr>
            <a:lvl4pPr marR="0" lvl="3">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4pPr>
            <a:lvl5pPr marR="0" lvl="4">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5pPr>
            <a:lvl6pPr marR="0" lvl="5">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6pPr>
            <a:lvl7pPr marR="0" lvl="6">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7pPr>
            <a:lvl8pPr marR="0" lvl="7">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8pPr>
            <a:lvl9pPr marR="0" lvl="8">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9pPr>
          </a:lstStyle>
          <a:p>
            <a:r>
              <a:rPr lang="en" dirty="0">
                <a:sym typeface="Karla"/>
              </a:rPr>
              <a:t>It’s composed of hydrogen and helium</a:t>
            </a:r>
            <a:endParaRPr dirty="0">
              <a:sym typeface="Karla"/>
            </a:endParaRPr>
          </a:p>
        </p:txBody>
      </p:sp>
      <p:sp>
        <p:nvSpPr>
          <p:cNvPr id="83" name="燕尾形 82">
            <a:extLst>
              <a:ext uri="{FF2B5EF4-FFF2-40B4-BE49-F238E27FC236}">
                <a16:creationId xmlns:a16="http://schemas.microsoft.com/office/drawing/2014/main" id="{03AD0BDE-31FB-15E8-26CB-0673CD2CF6C6}"/>
              </a:ext>
            </a:extLst>
          </p:cNvPr>
          <p:cNvSpPr/>
          <p:nvPr/>
        </p:nvSpPr>
        <p:spPr>
          <a:xfrm rot="5400000">
            <a:off x="5900820" y="4922310"/>
            <a:ext cx="101601" cy="339558"/>
          </a:xfrm>
          <a:prstGeom prst="chevron">
            <a:avLst>
              <a:gd name="adj" fmla="val 6552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cxnSp>
        <p:nvCxnSpPr>
          <p:cNvPr id="84" name="直线连接符 83">
            <a:extLst>
              <a:ext uri="{FF2B5EF4-FFF2-40B4-BE49-F238E27FC236}">
                <a16:creationId xmlns:a16="http://schemas.microsoft.com/office/drawing/2014/main" id="{AB76F5B7-B33D-396B-D067-F4BED6F63637}"/>
              </a:ext>
            </a:extLst>
          </p:cNvPr>
          <p:cNvCxnSpPr/>
          <p:nvPr/>
        </p:nvCxnSpPr>
        <p:spPr>
          <a:xfrm>
            <a:off x="5207000" y="1829193"/>
            <a:ext cx="1640541"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线连接符 84">
            <a:extLst>
              <a:ext uri="{FF2B5EF4-FFF2-40B4-BE49-F238E27FC236}">
                <a16:creationId xmlns:a16="http://schemas.microsoft.com/office/drawing/2014/main" id="{A3EEB9BC-57F4-0F3D-B51F-81315FC98180}"/>
              </a:ext>
            </a:extLst>
          </p:cNvPr>
          <p:cNvCxnSpPr/>
          <p:nvPr/>
        </p:nvCxnSpPr>
        <p:spPr>
          <a:xfrm>
            <a:off x="5207000" y="2258174"/>
            <a:ext cx="1640541"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直线连接符 85">
            <a:extLst>
              <a:ext uri="{FF2B5EF4-FFF2-40B4-BE49-F238E27FC236}">
                <a16:creationId xmlns:a16="http://schemas.microsoft.com/office/drawing/2014/main" id="{55D01C63-F996-6444-B0C2-244E6B89AD26}"/>
              </a:ext>
            </a:extLst>
          </p:cNvPr>
          <p:cNvCxnSpPr/>
          <p:nvPr/>
        </p:nvCxnSpPr>
        <p:spPr>
          <a:xfrm>
            <a:off x="5207000" y="2676775"/>
            <a:ext cx="1640541"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文本框 86">
            <a:extLst>
              <a:ext uri="{FF2B5EF4-FFF2-40B4-BE49-F238E27FC236}">
                <a16:creationId xmlns:a16="http://schemas.microsoft.com/office/drawing/2014/main" id="{2DE758DD-4DA9-031A-0E74-689B8B7FA628}"/>
              </a:ext>
            </a:extLst>
          </p:cNvPr>
          <p:cNvSpPr txBox="1"/>
          <p:nvPr/>
        </p:nvSpPr>
        <p:spPr>
          <a:xfrm>
            <a:off x="5346335" y="1441443"/>
            <a:ext cx="1346844"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First project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8" name="文本框 87">
            <a:extLst>
              <a:ext uri="{FF2B5EF4-FFF2-40B4-BE49-F238E27FC236}">
                <a16:creationId xmlns:a16="http://schemas.microsoft.com/office/drawing/2014/main" id="{02B70018-ED05-39F9-613E-0667A3F26B86}"/>
              </a:ext>
            </a:extLst>
          </p:cNvPr>
          <p:cNvSpPr txBox="1"/>
          <p:nvPr/>
        </p:nvSpPr>
        <p:spPr>
          <a:xfrm>
            <a:off x="5340040" y="1871749"/>
            <a:ext cx="1407758"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Second item</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9" name="文本框 88">
            <a:extLst>
              <a:ext uri="{FF2B5EF4-FFF2-40B4-BE49-F238E27FC236}">
                <a16:creationId xmlns:a16="http://schemas.microsoft.com/office/drawing/2014/main" id="{A31F9CC3-04BB-41ED-3321-F60E74A5901D}"/>
              </a:ext>
            </a:extLst>
          </p:cNvPr>
          <p:cNvSpPr txBox="1"/>
          <p:nvPr/>
        </p:nvSpPr>
        <p:spPr>
          <a:xfrm>
            <a:off x="5449309" y="2288607"/>
            <a:ext cx="1191352"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Third item</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0" name="文本框 89">
            <a:extLst>
              <a:ext uri="{FF2B5EF4-FFF2-40B4-BE49-F238E27FC236}">
                <a16:creationId xmlns:a16="http://schemas.microsoft.com/office/drawing/2014/main" id="{425AD139-104F-7A27-6402-49396DC38097}"/>
              </a:ext>
            </a:extLst>
          </p:cNvPr>
          <p:cNvSpPr txBox="1"/>
          <p:nvPr/>
        </p:nvSpPr>
        <p:spPr>
          <a:xfrm>
            <a:off x="5386515" y="2705466"/>
            <a:ext cx="1326004"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Fourth item</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1" name="文本框 90">
            <a:extLst>
              <a:ext uri="{FF2B5EF4-FFF2-40B4-BE49-F238E27FC236}">
                <a16:creationId xmlns:a16="http://schemas.microsoft.com/office/drawing/2014/main" id="{0110EBA3-B324-8295-0157-B11CA66788D9}"/>
              </a:ext>
            </a:extLst>
          </p:cNvPr>
          <p:cNvSpPr txBox="1"/>
          <p:nvPr/>
        </p:nvSpPr>
        <p:spPr>
          <a:xfrm>
            <a:off x="5453754" y="5700415"/>
            <a:ext cx="1120820" cy="338554"/>
          </a:xfrm>
          <a:prstGeom prst="rect">
            <a:avLst/>
          </a:prstGeom>
          <a:noFill/>
        </p:spPr>
        <p:txBody>
          <a:bodyPr wrap="none" rtlCol="0">
            <a:spAutoFit/>
          </a:bodyPr>
          <a:lstStyle/>
          <a:p>
            <a:pPr algn="l"/>
            <a:r>
              <a:rPr kumimoji="1" lang="en" altLang="zh-CN" sz="1600" dirty="0">
                <a:solidFill>
                  <a:srgbClr val="1E344D"/>
                </a:solidFill>
                <a:latin typeface="Alibaba PuHuiTi" pitchFamily="18" charset="-122"/>
                <a:ea typeface="Alibaba PuHuiTi" pitchFamily="18" charset="-122"/>
                <a:cs typeface="Alibaba PuHuiTi" pitchFamily="18" charset="-122"/>
              </a:rPr>
              <a:t>Fifth item</a:t>
            </a:r>
            <a:endParaRPr kumimoji="1"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92" name="文本框 91">
            <a:extLst>
              <a:ext uri="{FF2B5EF4-FFF2-40B4-BE49-F238E27FC236}">
                <a16:creationId xmlns:a16="http://schemas.microsoft.com/office/drawing/2014/main" id="{43CC5D1F-5ACD-EEF2-9E74-D26D42948275}"/>
              </a:ext>
            </a:extLst>
          </p:cNvPr>
          <p:cNvSpPr txBox="1"/>
          <p:nvPr/>
        </p:nvSpPr>
        <p:spPr>
          <a:xfrm>
            <a:off x="5555632" y="5960674"/>
            <a:ext cx="910115" cy="276999"/>
          </a:xfrm>
          <a:prstGeom prst="rect">
            <a:avLst/>
          </a:prstGeom>
          <a:noFill/>
        </p:spPr>
        <p:txBody>
          <a:bodyPr wrap="square">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main title</a:t>
            </a:r>
            <a:endParaRPr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94" name="文本框 93">
            <a:extLst>
              <a:ext uri="{FF2B5EF4-FFF2-40B4-BE49-F238E27FC236}">
                <a16:creationId xmlns:a16="http://schemas.microsoft.com/office/drawing/2014/main" id="{0A6F5CB8-D7A6-8C67-6017-33907478E642}"/>
              </a:ext>
            </a:extLst>
          </p:cNvPr>
          <p:cNvSpPr txBox="1"/>
          <p:nvPr/>
        </p:nvSpPr>
        <p:spPr>
          <a:xfrm>
            <a:off x="2082800" y="1584158"/>
            <a:ext cx="2971800" cy="733286"/>
          </a:xfrm>
          <a:prstGeom prst="rect">
            <a:avLst/>
          </a:prstGeom>
          <a:noFill/>
        </p:spPr>
        <p:txBody>
          <a:bodyPr wrap="square">
            <a:spAutoFit/>
          </a:bodyPr>
          <a:lstStyle/>
          <a:p>
            <a:r>
              <a:rPr kumimoji="1" lang="en" altLang="zh-CN" sz="40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40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4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5" name="文本框 94">
            <a:extLst>
              <a:ext uri="{FF2B5EF4-FFF2-40B4-BE49-F238E27FC236}">
                <a16:creationId xmlns:a16="http://schemas.microsoft.com/office/drawing/2014/main" id="{6A513FAA-D152-8A77-2678-6A1277063DB9}"/>
              </a:ext>
            </a:extLst>
          </p:cNvPr>
          <p:cNvSpPr txBox="1"/>
          <p:nvPr/>
        </p:nvSpPr>
        <p:spPr>
          <a:xfrm>
            <a:off x="7328520" y="1587358"/>
            <a:ext cx="2971800" cy="733286"/>
          </a:xfrm>
          <a:prstGeom prst="rect">
            <a:avLst/>
          </a:prstGeom>
          <a:noFill/>
        </p:spPr>
        <p:txBody>
          <a:bodyPr wrap="square">
            <a:spAutoFit/>
          </a:bodyPr>
          <a:lstStyle/>
          <a:p>
            <a:r>
              <a:rPr kumimoji="1" lang="en" altLang="zh-CN" sz="40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40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4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6" name="文本框 95">
            <a:extLst>
              <a:ext uri="{FF2B5EF4-FFF2-40B4-BE49-F238E27FC236}">
                <a16:creationId xmlns:a16="http://schemas.microsoft.com/office/drawing/2014/main" id="{24D8026A-630C-438C-8EB4-19124127B385}"/>
              </a:ext>
            </a:extLst>
          </p:cNvPr>
          <p:cNvSpPr txBox="1"/>
          <p:nvPr/>
        </p:nvSpPr>
        <p:spPr>
          <a:xfrm>
            <a:off x="2082800" y="5858030"/>
            <a:ext cx="2971800" cy="733286"/>
          </a:xfrm>
          <a:prstGeom prst="rect">
            <a:avLst/>
          </a:prstGeom>
          <a:noFill/>
        </p:spPr>
        <p:txBody>
          <a:bodyPr wrap="square">
            <a:spAutoFit/>
          </a:bodyPr>
          <a:lstStyle/>
          <a:p>
            <a:r>
              <a:rPr kumimoji="1" lang="en" altLang="zh-CN" sz="40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40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4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7" name="文本框 96">
            <a:extLst>
              <a:ext uri="{FF2B5EF4-FFF2-40B4-BE49-F238E27FC236}">
                <a16:creationId xmlns:a16="http://schemas.microsoft.com/office/drawing/2014/main" id="{8BFE2B23-D2D0-A8AE-EFE9-021A2DE946C0}"/>
              </a:ext>
            </a:extLst>
          </p:cNvPr>
          <p:cNvSpPr txBox="1"/>
          <p:nvPr/>
        </p:nvSpPr>
        <p:spPr>
          <a:xfrm>
            <a:off x="7328520" y="5861230"/>
            <a:ext cx="2971800" cy="733286"/>
          </a:xfrm>
          <a:prstGeom prst="rect">
            <a:avLst/>
          </a:prstGeom>
          <a:noFill/>
        </p:spPr>
        <p:txBody>
          <a:bodyPr wrap="square">
            <a:spAutoFit/>
          </a:bodyPr>
          <a:lstStyle/>
          <a:p>
            <a:r>
              <a:rPr kumimoji="1" lang="en" altLang="zh-CN" sz="4000" dirty="0">
                <a:solidFill>
                  <a:srgbClr val="1E344D"/>
                </a:solidFill>
                <a:latin typeface="Alibaba PuHuiTi Medium" pitchFamily="18" charset="-122"/>
                <a:ea typeface="Alibaba PuHuiTi Medium" pitchFamily="18" charset="-122"/>
                <a:cs typeface="Alibaba PuHuiTi Medium" pitchFamily="18" charset="-122"/>
              </a:rPr>
              <a:t>PROJECT</a:t>
            </a:r>
            <a:r>
              <a:rPr kumimoji="1" lang="en-US" altLang="zh-CN" sz="40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4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130" name="直线箭头连接符 129">
            <a:extLst>
              <a:ext uri="{FF2B5EF4-FFF2-40B4-BE49-F238E27FC236}">
                <a16:creationId xmlns:a16="http://schemas.microsoft.com/office/drawing/2014/main" id="{C6DC6F19-3D6F-6C61-F519-D7B113F136C2}"/>
              </a:ext>
            </a:extLst>
          </p:cNvPr>
          <p:cNvCxnSpPr>
            <a:cxnSpLocks/>
          </p:cNvCxnSpPr>
          <p:nvPr/>
        </p:nvCxnSpPr>
        <p:spPr>
          <a:xfrm flipH="1">
            <a:off x="7187610" y="3960534"/>
            <a:ext cx="1063256" cy="1318436"/>
          </a:xfrm>
          <a:prstGeom prst="straightConnector1">
            <a:avLst/>
          </a:prstGeom>
          <a:ln w="38100" cap="rnd">
            <a:solidFill>
              <a:srgbClr val="1E344D"/>
            </a:solidFill>
            <a:round/>
            <a:tailEnd type="triangle"/>
          </a:ln>
        </p:spPr>
        <p:style>
          <a:lnRef idx="1">
            <a:schemeClr val="accent1"/>
          </a:lnRef>
          <a:fillRef idx="0">
            <a:schemeClr val="accent1"/>
          </a:fillRef>
          <a:effectRef idx="0">
            <a:schemeClr val="accent1"/>
          </a:effectRef>
          <a:fontRef idx="minor">
            <a:schemeClr val="tx1"/>
          </a:fontRef>
        </p:style>
      </p:cxnSp>
      <p:cxnSp>
        <p:nvCxnSpPr>
          <p:cNvPr id="131" name="直线箭头连接符 130">
            <a:extLst>
              <a:ext uri="{FF2B5EF4-FFF2-40B4-BE49-F238E27FC236}">
                <a16:creationId xmlns:a16="http://schemas.microsoft.com/office/drawing/2014/main" id="{6F715351-91AA-A85B-0A30-86FD424924A8}"/>
              </a:ext>
            </a:extLst>
          </p:cNvPr>
          <p:cNvCxnSpPr>
            <a:cxnSpLocks/>
          </p:cNvCxnSpPr>
          <p:nvPr/>
        </p:nvCxnSpPr>
        <p:spPr>
          <a:xfrm>
            <a:off x="3636335" y="3918005"/>
            <a:ext cx="1127051" cy="1360967"/>
          </a:xfrm>
          <a:prstGeom prst="straightConnector1">
            <a:avLst/>
          </a:prstGeom>
          <a:ln w="38100" cap="rnd">
            <a:solidFill>
              <a:srgbClr val="1E344D"/>
            </a:solidFill>
            <a:roun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177586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00935A28-88AC-E890-6753-E8B8CA13284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AFEE8148-D6B1-EC86-4534-1E37146DBD22}"/>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ABD91385-FC45-35B4-EAFB-C1634BE9D641}"/>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EE6ED7ED-4860-C7AB-1624-21F1FD563D9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BC9A7657-EDA2-0D49-49D6-CEA2963E2796}"/>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BB6DD7C8-C4AE-14B6-5140-78F21563DA92}"/>
              </a:ext>
            </a:extLst>
          </p:cNvPr>
          <p:cNvGrpSpPr/>
          <p:nvPr/>
        </p:nvGrpSpPr>
        <p:grpSpPr>
          <a:xfrm>
            <a:off x="2323294" y="287981"/>
            <a:ext cx="356205" cy="355288"/>
            <a:chOff x="2323294" y="287981"/>
            <a:chExt cx="356205" cy="355288"/>
          </a:xfrm>
        </p:grpSpPr>
        <p:sp>
          <p:nvSpPr>
            <p:cNvPr id="11" name="Google Shape;7166;p80">
              <a:extLst>
                <a:ext uri="{FF2B5EF4-FFF2-40B4-BE49-F238E27FC236}">
                  <a16:creationId xmlns:a16="http://schemas.microsoft.com/office/drawing/2014/main" id="{96FFF50A-50D0-EEA9-04CE-8EFD43028A2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7167;p80">
              <a:extLst>
                <a:ext uri="{FF2B5EF4-FFF2-40B4-BE49-F238E27FC236}">
                  <a16:creationId xmlns:a16="http://schemas.microsoft.com/office/drawing/2014/main" id="{290E7969-8AB1-07DC-BAD2-522AB990709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8;p80">
              <a:extLst>
                <a:ext uri="{FF2B5EF4-FFF2-40B4-BE49-F238E27FC236}">
                  <a16:creationId xmlns:a16="http://schemas.microsoft.com/office/drawing/2014/main" id="{817422B2-A65F-BDC8-CA42-86F107A5754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9;p80">
              <a:extLst>
                <a:ext uri="{FF2B5EF4-FFF2-40B4-BE49-F238E27FC236}">
                  <a16:creationId xmlns:a16="http://schemas.microsoft.com/office/drawing/2014/main" id="{270D8027-F056-B5A3-6B19-A0A8CD8ABDC4}"/>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五边形 2">
            <a:extLst>
              <a:ext uri="{FF2B5EF4-FFF2-40B4-BE49-F238E27FC236}">
                <a16:creationId xmlns:a16="http://schemas.microsoft.com/office/drawing/2014/main" id="{65A26B2B-0263-990B-A14F-B033BF53810C}"/>
              </a:ext>
            </a:extLst>
          </p:cNvPr>
          <p:cNvSpPr/>
          <p:nvPr/>
        </p:nvSpPr>
        <p:spPr>
          <a:xfrm rot="5400000">
            <a:off x="5223749" y="5076660"/>
            <a:ext cx="1508764" cy="1280160"/>
          </a:xfrm>
          <a:prstGeom prst="homePlate">
            <a:avLst>
              <a:gd name="adj" fmla="val 24269"/>
            </a:avLst>
          </a:prstGeom>
          <a:solidFill>
            <a:schemeClr val="bg1">
              <a:alpha val="67000"/>
            </a:schemeClr>
          </a:solidFill>
          <a:ln w="317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5" name="任意形状 74">
            <a:extLst>
              <a:ext uri="{FF2B5EF4-FFF2-40B4-BE49-F238E27FC236}">
                <a16:creationId xmlns:a16="http://schemas.microsoft.com/office/drawing/2014/main" id="{BBB887FF-0B53-7454-D63F-7D2DE360105D}"/>
              </a:ext>
            </a:extLst>
          </p:cNvPr>
          <p:cNvSpPr/>
          <p:nvPr/>
        </p:nvSpPr>
        <p:spPr>
          <a:xfrm rot="10800000">
            <a:off x="3447583" y="3117608"/>
            <a:ext cx="5061097" cy="2468333"/>
          </a:xfrm>
          <a:custGeom>
            <a:avLst/>
            <a:gdLst>
              <a:gd name="connsiteX0" fmla="*/ 5061097 w 5061097"/>
              <a:gd name="connsiteY0" fmla="*/ 2468333 h 2468333"/>
              <a:gd name="connsiteX1" fmla="*/ 0 w 5061097"/>
              <a:gd name="connsiteY1" fmla="*/ 2468333 h 2468333"/>
              <a:gd name="connsiteX2" fmla="*/ 1852734 w 5061097"/>
              <a:gd name="connsiteY2" fmla="*/ 161068 h 2468333"/>
              <a:gd name="connsiteX3" fmla="*/ 1860605 w 5061097"/>
              <a:gd name="connsiteY3" fmla="*/ 161068 h 2468333"/>
              <a:gd name="connsiteX4" fmla="*/ 1861785 w 5061097"/>
              <a:gd name="connsiteY4" fmla="*/ 157690 h 2468333"/>
              <a:gd name="connsiteX5" fmla="*/ 2531696 w 5061097"/>
              <a:gd name="connsiteY5" fmla="*/ 0 h 2468333"/>
              <a:gd name="connsiteX6" fmla="*/ 3201608 w 5061097"/>
              <a:gd name="connsiteY6" fmla="*/ 157690 h 2468333"/>
              <a:gd name="connsiteX7" fmla="*/ 3202787 w 5061097"/>
              <a:gd name="connsiteY7" fmla="*/ 161068 h 2468333"/>
              <a:gd name="connsiteX8" fmla="*/ 3208363 w 5061097"/>
              <a:gd name="connsiteY8" fmla="*/ 161068 h 246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61097" h="2468333">
                <a:moveTo>
                  <a:pt x="5061097" y="2468333"/>
                </a:moveTo>
                <a:lnTo>
                  <a:pt x="0" y="2468333"/>
                </a:lnTo>
                <a:lnTo>
                  <a:pt x="1852734" y="161068"/>
                </a:lnTo>
                <a:lnTo>
                  <a:pt x="1860605" y="161068"/>
                </a:lnTo>
                <a:lnTo>
                  <a:pt x="1861785" y="157690"/>
                </a:lnTo>
                <a:cubicBezTo>
                  <a:pt x="1925547" y="67696"/>
                  <a:pt x="2201248" y="0"/>
                  <a:pt x="2531696" y="0"/>
                </a:cubicBezTo>
                <a:cubicBezTo>
                  <a:pt x="2862144" y="0"/>
                  <a:pt x="3137846" y="67696"/>
                  <a:pt x="3201608" y="157690"/>
                </a:cubicBezTo>
                <a:lnTo>
                  <a:pt x="3202787" y="161068"/>
                </a:lnTo>
                <a:lnTo>
                  <a:pt x="3208363" y="161068"/>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76" name="椭圆 75">
            <a:extLst>
              <a:ext uri="{FF2B5EF4-FFF2-40B4-BE49-F238E27FC236}">
                <a16:creationId xmlns:a16="http://schemas.microsoft.com/office/drawing/2014/main" id="{72457BE7-4483-1CA8-255C-92DB668B0186}"/>
              </a:ext>
            </a:extLst>
          </p:cNvPr>
          <p:cNvSpPr/>
          <p:nvPr/>
        </p:nvSpPr>
        <p:spPr>
          <a:xfrm>
            <a:off x="3417522" y="2687701"/>
            <a:ext cx="5121218" cy="780477"/>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7" name="椭圆 76">
            <a:extLst>
              <a:ext uri="{FF2B5EF4-FFF2-40B4-BE49-F238E27FC236}">
                <a16:creationId xmlns:a16="http://schemas.microsoft.com/office/drawing/2014/main" id="{93F533C9-075F-55CA-84FF-973D981FD6F4}"/>
              </a:ext>
            </a:extLst>
          </p:cNvPr>
          <p:cNvSpPr/>
          <p:nvPr/>
        </p:nvSpPr>
        <p:spPr>
          <a:xfrm>
            <a:off x="4820702" y="2872874"/>
            <a:ext cx="2314858" cy="32084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8" name="五边形 77">
            <a:extLst>
              <a:ext uri="{FF2B5EF4-FFF2-40B4-BE49-F238E27FC236}">
                <a16:creationId xmlns:a16="http://schemas.microsoft.com/office/drawing/2014/main" id="{451413D4-C4CB-0941-11A1-65850065ECE9}"/>
              </a:ext>
            </a:extLst>
          </p:cNvPr>
          <p:cNvSpPr/>
          <p:nvPr/>
        </p:nvSpPr>
        <p:spPr>
          <a:xfrm rot="5400000">
            <a:off x="5150238" y="1421424"/>
            <a:ext cx="1719954" cy="1664208"/>
          </a:xfrm>
          <a:prstGeom prst="homePlate">
            <a:avLst>
              <a:gd name="adj"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9" name="五边形 11">
            <a:extLst>
              <a:ext uri="{FF2B5EF4-FFF2-40B4-BE49-F238E27FC236}">
                <a16:creationId xmlns:a16="http://schemas.microsoft.com/office/drawing/2014/main" id="{1405006B-5FDF-9AC4-103C-071EA4AA3EAE}"/>
              </a:ext>
            </a:extLst>
          </p:cNvPr>
          <p:cNvSpPr/>
          <p:nvPr/>
        </p:nvSpPr>
        <p:spPr>
          <a:xfrm rot="5400000">
            <a:off x="5210395" y="1361266"/>
            <a:ext cx="1615681" cy="1664208"/>
          </a:xfrm>
          <a:custGeom>
            <a:avLst/>
            <a:gdLst>
              <a:gd name="connsiteX0" fmla="*/ 0 w 1719954"/>
              <a:gd name="connsiteY0" fmla="*/ 0 h 1664208"/>
              <a:gd name="connsiteX1" fmla="*/ 1719954 w 1719954"/>
              <a:gd name="connsiteY1" fmla="*/ 0 h 1664208"/>
              <a:gd name="connsiteX2" fmla="*/ 1719954 w 1719954"/>
              <a:gd name="connsiteY2" fmla="*/ 832104 h 1664208"/>
              <a:gd name="connsiteX3" fmla="*/ 1719954 w 1719954"/>
              <a:gd name="connsiteY3" fmla="*/ 1664208 h 1664208"/>
              <a:gd name="connsiteX4" fmla="*/ 0 w 1719954"/>
              <a:gd name="connsiteY4" fmla="*/ 1664208 h 1664208"/>
              <a:gd name="connsiteX5" fmla="*/ 0 w 1719954"/>
              <a:gd name="connsiteY5" fmla="*/ 0 h 1664208"/>
              <a:gd name="connsiteX0" fmla="*/ 1719954 w 1811394"/>
              <a:gd name="connsiteY0" fmla="*/ 832104 h 1664208"/>
              <a:gd name="connsiteX1" fmla="*/ 1719954 w 1811394"/>
              <a:gd name="connsiteY1" fmla="*/ 1664208 h 1664208"/>
              <a:gd name="connsiteX2" fmla="*/ 0 w 1811394"/>
              <a:gd name="connsiteY2" fmla="*/ 1664208 h 1664208"/>
              <a:gd name="connsiteX3" fmla="*/ 0 w 1811394"/>
              <a:gd name="connsiteY3" fmla="*/ 0 h 1664208"/>
              <a:gd name="connsiteX4" fmla="*/ 1719954 w 1811394"/>
              <a:gd name="connsiteY4" fmla="*/ 0 h 1664208"/>
              <a:gd name="connsiteX5" fmla="*/ 1811394 w 1811394"/>
              <a:gd name="connsiteY5" fmla="*/ 923544 h 1664208"/>
              <a:gd name="connsiteX0" fmla="*/ 1719954 w 1719954"/>
              <a:gd name="connsiteY0" fmla="*/ 832104 h 1664208"/>
              <a:gd name="connsiteX1" fmla="*/ 1719954 w 1719954"/>
              <a:gd name="connsiteY1" fmla="*/ 1664208 h 1664208"/>
              <a:gd name="connsiteX2" fmla="*/ 0 w 1719954"/>
              <a:gd name="connsiteY2" fmla="*/ 1664208 h 1664208"/>
              <a:gd name="connsiteX3" fmla="*/ 0 w 1719954"/>
              <a:gd name="connsiteY3" fmla="*/ 0 h 1664208"/>
              <a:gd name="connsiteX4" fmla="*/ 1719954 w 1719954"/>
              <a:gd name="connsiteY4" fmla="*/ 0 h 1664208"/>
              <a:gd name="connsiteX0" fmla="*/ 1719954 w 1719954"/>
              <a:gd name="connsiteY0" fmla="*/ 1664208 h 1664208"/>
              <a:gd name="connsiteX1" fmla="*/ 0 w 1719954"/>
              <a:gd name="connsiteY1" fmla="*/ 1664208 h 1664208"/>
              <a:gd name="connsiteX2" fmla="*/ 0 w 1719954"/>
              <a:gd name="connsiteY2" fmla="*/ 0 h 1664208"/>
              <a:gd name="connsiteX3" fmla="*/ 1719954 w 1719954"/>
              <a:gd name="connsiteY3" fmla="*/ 0 h 1664208"/>
            </a:gdLst>
            <a:ahLst/>
            <a:cxnLst>
              <a:cxn ang="0">
                <a:pos x="connsiteX0" y="connsiteY0"/>
              </a:cxn>
              <a:cxn ang="0">
                <a:pos x="connsiteX1" y="connsiteY1"/>
              </a:cxn>
              <a:cxn ang="0">
                <a:pos x="connsiteX2" y="connsiteY2"/>
              </a:cxn>
              <a:cxn ang="0">
                <a:pos x="connsiteX3" y="connsiteY3"/>
              </a:cxn>
            </a:cxnLst>
            <a:rect l="l" t="t" r="r" b="b"/>
            <a:pathLst>
              <a:path w="1719954" h="1664208">
                <a:moveTo>
                  <a:pt x="1719954" y="1664208"/>
                </a:moveTo>
                <a:lnTo>
                  <a:pt x="0" y="1664208"/>
                </a:lnTo>
                <a:lnTo>
                  <a:pt x="0" y="0"/>
                </a:lnTo>
                <a:lnTo>
                  <a:pt x="1719954" y="0"/>
                </a:lnTo>
              </a:path>
            </a:pathLst>
          </a:custGeom>
          <a:noFill/>
          <a:ln w="31750" cap="rnd">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0" name="Google Shape;280;p21">
            <a:extLst>
              <a:ext uri="{FF2B5EF4-FFF2-40B4-BE49-F238E27FC236}">
                <a16:creationId xmlns:a16="http://schemas.microsoft.com/office/drawing/2014/main" id="{FC05E6CC-1205-EE91-1B22-74067144DB2C}"/>
              </a:ext>
            </a:extLst>
          </p:cNvPr>
          <p:cNvSpPr txBox="1"/>
          <p:nvPr/>
        </p:nvSpPr>
        <p:spPr>
          <a:xfrm>
            <a:off x="5003914" y="3732333"/>
            <a:ext cx="1917232" cy="61858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ctr" rtl="0">
              <a:spcBef>
                <a:spcPts val="0"/>
              </a:spcBef>
              <a:spcAft>
                <a:spcPts val="0"/>
              </a:spcAft>
              <a:buNone/>
            </a:pPr>
            <a:r>
              <a:rPr lang="en" sz="1200" dirty="0">
                <a:solidFill>
                  <a:schemeClr val="bg1"/>
                </a:solidFill>
                <a:latin typeface="Alibaba PuHuiTi" pitchFamily="18" charset="-122"/>
                <a:ea typeface="Alibaba PuHuiTi" pitchFamily="18" charset="-122"/>
                <a:cs typeface="Alibaba PuHuiTi" pitchFamily="18" charset="-122"/>
                <a:sym typeface="Karla"/>
              </a:rPr>
              <a:t>Mars is actually a very cold place</a:t>
            </a:r>
            <a:endParaRPr sz="1200" dirty="0">
              <a:solidFill>
                <a:schemeClr val="bg1"/>
              </a:solidFill>
              <a:latin typeface="Alibaba PuHuiTi" pitchFamily="18" charset="-122"/>
              <a:ea typeface="Alibaba PuHuiTi" pitchFamily="18" charset="-122"/>
              <a:cs typeface="Alibaba PuHuiTi" pitchFamily="18" charset="-122"/>
              <a:sym typeface="Karla"/>
            </a:endParaRPr>
          </a:p>
        </p:txBody>
      </p:sp>
      <p:sp>
        <p:nvSpPr>
          <p:cNvPr id="81" name="燕尾形 80">
            <a:extLst>
              <a:ext uri="{FF2B5EF4-FFF2-40B4-BE49-F238E27FC236}">
                <a16:creationId xmlns:a16="http://schemas.microsoft.com/office/drawing/2014/main" id="{403161C0-51F7-4C3B-E8AA-8ECD182412FC}"/>
              </a:ext>
            </a:extLst>
          </p:cNvPr>
          <p:cNvSpPr/>
          <p:nvPr/>
        </p:nvSpPr>
        <p:spPr>
          <a:xfrm rot="5400000">
            <a:off x="5900820" y="4176458"/>
            <a:ext cx="101601" cy="339558"/>
          </a:xfrm>
          <a:prstGeom prst="chevron">
            <a:avLst>
              <a:gd name="adj" fmla="val 6552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82" name="Google Shape;282;p21">
            <a:extLst>
              <a:ext uri="{FF2B5EF4-FFF2-40B4-BE49-F238E27FC236}">
                <a16:creationId xmlns:a16="http://schemas.microsoft.com/office/drawing/2014/main" id="{A00AD091-9C46-B6CC-CD7A-9CE2C023223C}"/>
              </a:ext>
            </a:extLst>
          </p:cNvPr>
          <p:cNvSpPr txBox="1"/>
          <p:nvPr/>
        </p:nvSpPr>
        <p:spPr>
          <a:xfrm>
            <a:off x="5019956" y="4424478"/>
            <a:ext cx="1917232" cy="5360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RPr lang="zh-CN"/>
            </a:defPPr>
            <a:lvl1pPr marR="0" lvl="0" indent="0" algn="ctr">
              <a:lnSpc>
                <a:spcPct val="100000"/>
              </a:lnSpc>
              <a:spcBef>
                <a:spcPts val="0"/>
              </a:spcBef>
              <a:spcAft>
                <a:spcPts val="0"/>
              </a:spcAft>
              <a:buClr>
                <a:srgbClr val="000000"/>
              </a:buClr>
              <a:buFont typeface="Arial"/>
              <a:buNone/>
              <a:defRPr sz="1200" b="0" i="0" u="none" strike="noStrike" cap="none">
                <a:solidFill>
                  <a:schemeClr val="bg1"/>
                </a:solidFill>
                <a:latin typeface="Alibaba PuHuiTi" pitchFamily="18" charset="-122"/>
                <a:ea typeface="Alibaba PuHuiTi" pitchFamily="18" charset="-122"/>
                <a:cs typeface="Alibaba PuHuiTi" pitchFamily="18" charset="-122"/>
              </a:defRPr>
            </a:lvl1pPr>
            <a:lvl2pPr marR="0" lvl="1">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2pPr>
            <a:lvl3pPr marR="0" lvl="2">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3pPr>
            <a:lvl4pPr marR="0" lvl="3">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4pPr>
            <a:lvl5pPr marR="0" lvl="4">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5pPr>
            <a:lvl6pPr marR="0" lvl="5">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6pPr>
            <a:lvl7pPr marR="0" lvl="6">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7pPr>
            <a:lvl8pPr marR="0" lvl="7">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8pPr>
            <a:lvl9pPr marR="0" lvl="8">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defRPr>
            </a:lvl9pPr>
          </a:lstStyle>
          <a:p>
            <a:r>
              <a:rPr lang="en" dirty="0">
                <a:sym typeface="Karla"/>
              </a:rPr>
              <a:t>It’s composed of hydrogen and helium</a:t>
            </a:r>
            <a:endParaRPr dirty="0">
              <a:sym typeface="Karla"/>
            </a:endParaRPr>
          </a:p>
        </p:txBody>
      </p:sp>
      <p:sp>
        <p:nvSpPr>
          <p:cNvPr id="83" name="燕尾形 82">
            <a:extLst>
              <a:ext uri="{FF2B5EF4-FFF2-40B4-BE49-F238E27FC236}">
                <a16:creationId xmlns:a16="http://schemas.microsoft.com/office/drawing/2014/main" id="{03AD0BDE-31FB-15E8-26CB-0673CD2CF6C6}"/>
              </a:ext>
            </a:extLst>
          </p:cNvPr>
          <p:cNvSpPr/>
          <p:nvPr/>
        </p:nvSpPr>
        <p:spPr>
          <a:xfrm rot="5400000">
            <a:off x="5900820" y="4922310"/>
            <a:ext cx="101601" cy="339558"/>
          </a:xfrm>
          <a:prstGeom prst="chevron">
            <a:avLst>
              <a:gd name="adj" fmla="val 65527"/>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cxnSp>
        <p:nvCxnSpPr>
          <p:cNvPr id="84" name="直线连接符 83">
            <a:extLst>
              <a:ext uri="{FF2B5EF4-FFF2-40B4-BE49-F238E27FC236}">
                <a16:creationId xmlns:a16="http://schemas.microsoft.com/office/drawing/2014/main" id="{AB76F5B7-B33D-396B-D067-F4BED6F63637}"/>
              </a:ext>
            </a:extLst>
          </p:cNvPr>
          <p:cNvCxnSpPr/>
          <p:nvPr/>
        </p:nvCxnSpPr>
        <p:spPr>
          <a:xfrm>
            <a:off x="5207000" y="1829193"/>
            <a:ext cx="1640541"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线连接符 84">
            <a:extLst>
              <a:ext uri="{FF2B5EF4-FFF2-40B4-BE49-F238E27FC236}">
                <a16:creationId xmlns:a16="http://schemas.microsoft.com/office/drawing/2014/main" id="{A3EEB9BC-57F4-0F3D-B51F-81315FC98180}"/>
              </a:ext>
            </a:extLst>
          </p:cNvPr>
          <p:cNvCxnSpPr/>
          <p:nvPr/>
        </p:nvCxnSpPr>
        <p:spPr>
          <a:xfrm>
            <a:off x="5207000" y="2258174"/>
            <a:ext cx="1640541"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直线连接符 85">
            <a:extLst>
              <a:ext uri="{FF2B5EF4-FFF2-40B4-BE49-F238E27FC236}">
                <a16:creationId xmlns:a16="http://schemas.microsoft.com/office/drawing/2014/main" id="{55D01C63-F996-6444-B0C2-244E6B89AD26}"/>
              </a:ext>
            </a:extLst>
          </p:cNvPr>
          <p:cNvCxnSpPr/>
          <p:nvPr/>
        </p:nvCxnSpPr>
        <p:spPr>
          <a:xfrm>
            <a:off x="5207000" y="2676775"/>
            <a:ext cx="1640541"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文本框 86">
            <a:extLst>
              <a:ext uri="{FF2B5EF4-FFF2-40B4-BE49-F238E27FC236}">
                <a16:creationId xmlns:a16="http://schemas.microsoft.com/office/drawing/2014/main" id="{2DE758DD-4DA9-031A-0E74-689B8B7FA628}"/>
              </a:ext>
            </a:extLst>
          </p:cNvPr>
          <p:cNvSpPr txBox="1"/>
          <p:nvPr/>
        </p:nvSpPr>
        <p:spPr>
          <a:xfrm>
            <a:off x="5346335" y="1441443"/>
            <a:ext cx="1346844"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First project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8" name="文本框 87">
            <a:extLst>
              <a:ext uri="{FF2B5EF4-FFF2-40B4-BE49-F238E27FC236}">
                <a16:creationId xmlns:a16="http://schemas.microsoft.com/office/drawing/2014/main" id="{02B70018-ED05-39F9-613E-0667A3F26B86}"/>
              </a:ext>
            </a:extLst>
          </p:cNvPr>
          <p:cNvSpPr txBox="1"/>
          <p:nvPr/>
        </p:nvSpPr>
        <p:spPr>
          <a:xfrm>
            <a:off x="5340040" y="1871749"/>
            <a:ext cx="1407758"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Second item</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9" name="文本框 88">
            <a:extLst>
              <a:ext uri="{FF2B5EF4-FFF2-40B4-BE49-F238E27FC236}">
                <a16:creationId xmlns:a16="http://schemas.microsoft.com/office/drawing/2014/main" id="{A31F9CC3-04BB-41ED-3321-F60E74A5901D}"/>
              </a:ext>
            </a:extLst>
          </p:cNvPr>
          <p:cNvSpPr txBox="1"/>
          <p:nvPr/>
        </p:nvSpPr>
        <p:spPr>
          <a:xfrm>
            <a:off x="5449309" y="2288607"/>
            <a:ext cx="1191352"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Third item</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0" name="文本框 89">
            <a:extLst>
              <a:ext uri="{FF2B5EF4-FFF2-40B4-BE49-F238E27FC236}">
                <a16:creationId xmlns:a16="http://schemas.microsoft.com/office/drawing/2014/main" id="{425AD139-104F-7A27-6402-49396DC38097}"/>
              </a:ext>
            </a:extLst>
          </p:cNvPr>
          <p:cNvSpPr txBox="1"/>
          <p:nvPr/>
        </p:nvSpPr>
        <p:spPr>
          <a:xfrm>
            <a:off x="5386515" y="2705466"/>
            <a:ext cx="1326004" cy="338554"/>
          </a:xfrm>
          <a:prstGeom prst="rect">
            <a:avLst/>
          </a:prstGeom>
          <a:noFill/>
        </p:spPr>
        <p:txBody>
          <a:bodyPr wrap="none" rtlCol="0">
            <a:spAutoFit/>
          </a:bodyPr>
          <a:lstStyle/>
          <a:p>
            <a:pPr algn="l"/>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Fourth item</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1" name="文本框 90">
            <a:extLst>
              <a:ext uri="{FF2B5EF4-FFF2-40B4-BE49-F238E27FC236}">
                <a16:creationId xmlns:a16="http://schemas.microsoft.com/office/drawing/2014/main" id="{0110EBA3-B324-8295-0157-B11CA66788D9}"/>
              </a:ext>
            </a:extLst>
          </p:cNvPr>
          <p:cNvSpPr txBox="1"/>
          <p:nvPr/>
        </p:nvSpPr>
        <p:spPr>
          <a:xfrm>
            <a:off x="5453754" y="5700415"/>
            <a:ext cx="1120820" cy="338554"/>
          </a:xfrm>
          <a:prstGeom prst="rect">
            <a:avLst/>
          </a:prstGeom>
          <a:noFill/>
        </p:spPr>
        <p:txBody>
          <a:bodyPr wrap="none" rtlCol="0">
            <a:spAutoFit/>
          </a:bodyPr>
          <a:lstStyle/>
          <a:p>
            <a:pPr algn="l"/>
            <a:r>
              <a:rPr kumimoji="1" lang="en" altLang="zh-CN" sz="1600" dirty="0">
                <a:solidFill>
                  <a:srgbClr val="1E344D"/>
                </a:solidFill>
                <a:latin typeface="Alibaba PuHuiTi" pitchFamily="18" charset="-122"/>
                <a:ea typeface="Alibaba PuHuiTi" pitchFamily="18" charset="-122"/>
                <a:cs typeface="Alibaba PuHuiTi" pitchFamily="18" charset="-122"/>
              </a:rPr>
              <a:t>Fifth item</a:t>
            </a:r>
            <a:endParaRPr kumimoji="1"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92" name="文本框 91">
            <a:extLst>
              <a:ext uri="{FF2B5EF4-FFF2-40B4-BE49-F238E27FC236}">
                <a16:creationId xmlns:a16="http://schemas.microsoft.com/office/drawing/2014/main" id="{43CC5D1F-5ACD-EEF2-9E74-D26D42948275}"/>
              </a:ext>
            </a:extLst>
          </p:cNvPr>
          <p:cNvSpPr txBox="1"/>
          <p:nvPr/>
        </p:nvSpPr>
        <p:spPr>
          <a:xfrm>
            <a:off x="5555632" y="5960674"/>
            <a:ext cx="910115" cy="276999"/>
          </a:xfrm>
          <a:prstGeom prst="rect">
            <a:avLst/>
          </a:prstGeom>
          <a:noFill/>
        </p:spPr>
        <p:txBody>
          <a:bodyPr wrap="square">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main title</a:t>
            </a:r>
            <a:endParaRPr lang="zh-CN" altLang="en-US" sz="1200" dirty="0">
              <a:solidFill>
                <a:srgbClr val="1E344D"/>
              </a:solidFill>
              <a:latin typeface="Alibaba PuHuiTi" pitchFamily="18" charset="-122"/>
              <a:ea typeface="Alibaba PuHuiTi" pitchFamily="18" charset="-122"/>
              <a:cs typeface="Alibaba PuHuiTi" pitchFamily="18" charset="-122"/>
            </a:endParaRPr>
          </a:p>
        </p:txBody>
      </p:sp>
      <p:cxnSp>
        <p:nvCxnSpPr>
          <p:cNvPr id="130" name="直线箭头连接符 129">
            <a:extLst>
              <a:ext uri="{FF2B5EF4-FFF2-40B4-BE49-F238E27FC236}">
                <a16:creationId xmlns:a16="http://schemas.microsoft.com/office/drawing/2014/main" id="{C6DC6F19-3D6F-6C61-F519-D7B113F136C2}"/>
              </a:ext>
            </a:extLst>
          </p:cNvPr>
          <p:cNvCxnSpPr>
            <a:cxnSpLocks/>
          </p:cNvCxnSpPr>
          <p:nvPr/>
        </p:nvCxnSpPr>
        <p:spPr>
          <a:xfrm flipH="1">
            <a:off x="7187610" y="3960534"/>
            <a:ext cx="1063256" cy="1318436"/>
          </a:xfrm>
          <a:prstGeom prst="straightConnector1">
            <a:avLst/>
          </a:prstGeom>
          <a:ln w="38100" cap="rnd">
            <a:solidFill>
              <a:srgbClr val="1E344D"/>
            </a:solidFill>
            <a:round/>
            <a:tailEnd type="triangle"/>
          </a:ln>
        </p:spPr>
        <p:style>
          <a:lnRef idx="1">
            <a:schemeClr val="accent1"/>
          </a:lnRef>
          <a:fillRef idx="0">
            <a:schemeClr val="accent1"/>
          </a:fillRef>
          <a:effectRef idx="0">
            <a:schemeClr val="accent1"/>
          </a:effectRef>
          <a:fontRef idx="minor">
            <a:schemeClr val="tx1"/>
          </a:fontRef>
        </p:style>
      </p:cxnSp>
      <p:cxnSp>
        <p:nvCxnSpPr>
          <p:cNvPr id="131" name="直线箭头连接符 130">
            <a:extLst>
              <a:ext uri="{FF2B5EF4-FFF2-40B4-BE49-F238E27FC236}">
                <a16:creationId xmlns:a16="http://schemas.microsoft.com/office/drawing/2014/main" id="{6F715351-91AA-A85B-0A30-86FD424924A8}"/>
              </a:ext>
            </a:extLst>
          </p:cNvPr>
          <p:cNvCxnSpPr>
            <a:cxnSpLocks/>
          </p:cNvCxnSpPr>
          <p:nvPr/>
        </p:nvCxnSpPr>
        <p:spPr>
          <a:xfrm>
            <a:off x="3636335" y="3918005"/>
            <a:ext cx="1127051" cy="1360967"/>
          </a:xfrm>
          <a:prstGeom prst="straightConnector1">
            <a:avLst/>
          </a:prstGeom>
          <a:ln w="38100" cap="rnd">
            <a:solidFill>
              <a:srgbClr val="1E344D"/>
            </a:solidFill>
            <a:round/>
            <a:tailEnd type="triangle"/>
          </a:ln>
        </p:spPr>
        <p:style>
          <a:lnRef idx="1">
            <a:schemeClr val="accent1"/>
          </a:lnRef>
          <a:fillRef idx="0">
            <a:schemeClr val="accent1"/>
          </a:fillRef>
          <a:effectRef idx="0">
            <a:schemeClr val="accent1"/>
          </a:effectRef>
          <a:fontRef idx="minor">
            <a:schemeClr val="tx1"/>
          </a:fontRef>
        </p:style>
      </p:cxnSp>
      <p:sp>
        <p:nvSpPr>
          <p:cNvPr id="4" name="文本框 3">
            <a:extLst>
              <a:ext uri="{FF2B5EF4-FFF2-40B4-BE49-F238E27FC236}">
                <a16:creationId xmlns:a16="http://schemas.microsoft.com/office/drawing/2014/main" id="{F68E9CC8-E9C5-A92A-C1CD-7ED5495F47E4}"/>
              </a:ext>
            </a:extLst>
          </p:cNvPr>
          <p:cNvSpPr txBox="1"/>
          <p:nvPr/>
        </p:nvSpPr>
        <p:spPr>
          <a:xfrm>
            <a:off x="323025" y="2658334"/>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0" name="文本框 9">
            <a:extLst>
              <a:ext uri="{FF2B5EF4-FFF2-40B4-BE49-F238E27FC236}">
                <a16:creationId xmlns:a16="http://schemas.microsoft.com/office/drawing/2014/main" id="{F4305A1F-2ADC-FECA-FA15-5B174DFB24F4}"/>
              </a:ext>
            </a:extLst>
          </p:cNvPr>
          <p:cNvSpPr txBox="1"/>
          <p:nvPr/>
        </p:nvSpPr>
        <p:spPr>
          <a:xfrm>
            <a:off x="323025" y="3285198"/>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60F8287B-6F83-6747-7FC3-4BCD1F7ECD30}"/>
              </a:ext>
            </a:extLst>
          </p:cNvPr>
          <p:cNvSpPr txBox="1"/>
          <p:nvPr/>
        </p:nvSpPr>
        <p:spPr>
          <a:xfrm>
            <a:off x="323025" y="3933270"/>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3.</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6" name="文本框 15">
            <a:extLst>
              <a:ext uri="{FF2B5EF4-FFF2-40B4-BE49-F238E27FC236}">
                <a16:creationId xmlns:a16="http://schemas.microsoft.com/office/drawing/2014/main" id="{E99EF2EF-5F6F-8649-9C73-E4591A445349}"/>
              </a:ext>
            </a:extLst>
          </p:cNvPr>
          <p:cNvSpPr txBox="1"/>
          <p:nvPr/>
        </p:nvSpPr>
        <p:spPr>
          <a:xfrm>
            <a:off x="323025" y="4542371"/>
            <a:ext cx="2985439"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4.</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DEBC76A7-FAEC-B7F5-3FAC-3CC98D4794C9}"/>
              </a:ext>
            </a:extLst>
          </p:cNvPr>
          <p:cNvSpPr txBox="1"/>
          <p:nvPr/>
        </p:nvSpPr>
        <p:spPr>
          <a:xfrm>
            <a:off x="2253786" y="1049112"/>
            <a:ext cx="109837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ABB03B30-59F3-231F-913D-87CC9CF715D4}"/>
              </a:ext>
            </a:extLst>
          </p:cNvPr>
          <p:cNvSpPr txBox="1"/>
          <p:nvPr/>
        </p:nvSpPr>
        <p:spPr>
          <a:xfrm>
            <a:off x="2294127" y="5077688"/>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graphicFrame>
        <p:nvGraphicFramePr>
          <p:cNvPr id="19" name="图表 18">
            <a:extLst>
              <a:ext uri="{FF2B5EF4-FFF2-40B4-BE49-F238E27FC236}">
                <a16:creationId xmlns:a16="http://schemas.microsoft.com/office/drawing/2014/main" id="{0F7D43A6-5255-161E-23AC-D55486921FD9}"/>
              </a:ext>
            </a:extLst>
          </p:cNvPr>
          <p:cNvGraphicFramePr/>
          <p:nvPr/>
        </p:nvGraphicFramePr>
        <p:xfrm>
          <a:off x="258219" y="5082988"/>
          <a:ext cx="1987440" cy="1775012"/>
        </p:xfrm>
        <a:graphic>
          <a:graphicData uri="http://schemas.openxmlformats.org/drawingml/2006/chart">
            <c:chart xmlns:c="http://schemas.openxmlformats.org/drawingml/2006/chart" xmlns:r="http://schemas.openxmlformats.org/officeDocument/2006/relationships" r:id="rId2"/>
          </a:graphicData>
        </a:graphic>
      </p:graphicFrame>
      <mc:AlternateContent xmlns:mc="http://schemas.openxmlformats.org/markup-compatibility/2006" xmlns:cx1="http://schemas.microsoft.com/office/drawing/2015/9/8/chartex">
        <mc:Choice Requires="cx1">
          <p:graphicFrame>
            <p:nvGraphicFramePr>
              <p:cNvPr id="20" name="图表 19">
                <a:extLst>
                  <a:ext uri="{FF2B5EF4-FFF2-40B4-BE49-F238E27FC236}">
                    <a16:creationId xmlns:a16="http://schemas.microsoft.com/office/drawing/2014/main" id="{FFB051DF-4F9D-BD18-9216-533DB3A438D1}"/>
                  </a:ext>
                </a:extLst>
              </p:cNvPr>
              <p:cNvGraphicFramePr/>
              <p:nvPr/>
            </p:nvGraphicFramePr>
            <p:xfrm>
              <a:off x="294149" y="909592"/>
              <a:ext cx="1857382" cy="1578114"/>
            </p:xfrm>
            <a:graphic>
              <a:graphicData uri="http://schemas.microsoft.com/office/drawing/2014/chartex">
                <cx:chart xmlns:cx="http://schemas.microsoft.com/office/drawing/2014/chartex" xmlns:r="http://schemas.openxmlformats.org/officeDocument/2006/relationships" r:id="rId3"/>
              </a:graphicData>
            </a:graphic>
          </p:graphicFrame>
        </mc:Choice>
        <mc:Fallback xmlns="">
          <p:pic>
            <p:nvPicPr>
              <p:cNvPr id="20" name="图表 19">
                <a:extLst>
                  <a:ext uri="{FF2B5EF4-FFF2-40B4-BE49-F238E27FC236}">
                    <a16:creationId xmlns:a16="http://schemas.microsoft.com/office/drawing/2014/main" id="{FFB051DF-4F9D-BD18-9216-533DB3A438D1}"/>
                  </a:ext>
                </a:extLst>
              </p:cNvPr>
              <p:cNvPicPr>
                <a:picLocks noGrp="1" noRot="1" noChangeAspect="1" noMove="1" noResize="1" noEditPoints="1" noAdjustHandles="1" noChangeArrowheads="1" noChangeShapeType="1"/>
              </p:cNvPicPr>
              <p:nvPr/>
            </p:nvPicPr>
            <p:blipFill>
              <a:blip r:embed="rId4"/>
              <a:stretch>
                <a:fillRect/>
              </a:stretch>
            </p:blipFill>
            <p:spPr>
              <a:xfrm>
                <a:off x="294149" y="909592"/>
                <a:ext cx="1857382" cy="1578114"/>
              </a:xfrm>
              <a:prstGeom prst="rect">
                <a:avLst/>
              </a:prstGeom>
            </p:spPr>
          </p:pic>
        </mc:Fallback>
      </mc:AlternateContent>
      <p:sp>
        <p:nvSpPr>
          <p:cNvPr id="21" name="文本框 20">
            <a:extLst>
              <a:ext uri="{FF2B5EF4-FFF2-40B4-BE49-F238E27FC236}">
                <a16:creationId xmlns:a16="http://schemas.microsoft.com/office/drawing/2014/main" id="{07DC1D9F-B079-1A69-D8D8-757187F48CF0}"/>
              </a:ext>
            </a:extLst>
          </p:cNvPr>
          <p:cNvSpPr txBox="1"/>
          <p:nvPr/>
        </p:nvSpPr>
        <p:spPr>
          <a:xfrm>
            <a:off x="2327527" y="1726232"/>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2" name="文本框 21">
            <a:extLst>
              <a:ext uri="{FF2B5EF4-FFF2-40B4-BE49-F238E27FC236}">
                <a16:creationId xmlns:a16="http://schemas.microsoft.com/office/drawing/2014/main" id="{194AAA56-4FC4-DFB4-EF1E-B48EDDB85709}"/>
              </a:ext>
            </a:extLst>
          </p:cNvPr>
          <p:cNvSpPr txBox="1"/>
          <p:nvPr/>
        </p:nvSpPr>
        <p:spPr>
          <a:xfrm>
            <a:off x="2330433" y="1551673"/>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23" name="文本框 22">
            <a:extLst>
              <a:ext uri="{FF2B5EF4-FFF2-40B4-BE49-F238E27FC236}">
                <a16:creationId xmlns:a16="http://schemas.microsoft.com/office/drawing/2014/main" id="{E3EADB90-F4F1-2EF2-F7D1-E648ED42F5B0}"/>
              </a:ext>
            </a:extLst>
          </p:cNvPr>
          <p:cNvSpPr txBox="1"/>
          <p:nvPr/>
        </p:nvSpPr>
        <p:spPr>
          <a:xfrm>
            <a:off x="2327527" y="5797768"/>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 name="文本框 57">
            <a:extLst>
              <a:ext uri="{FF2B5EF4-FFF2-40B4-BE49-F238E27FC236}">
                <a16:creationId xmlns:a16="http://schemas.microsoft.com/office/drawing/2014/main" id="{02E56A16-9EB8-7A95-AEBC-A2054784C584}"/>
              </a:ext>
            </a:extLst>
          </p:cNvPr>
          <p:cNvSpPr txBox="1"/>
          <p:nvPr/>
        </p:nvSpPr>
        <p:spPr>
          <a:xfrm>
            <a:off x="2330433" y="5623209"/>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60" name="文本框 59">
            <a:extLst>
              <a:ext uri="{FF2B5EF4-FFF2-40B4-BE49-F238E27FC236}">
                <a16:creationId xmlns:a16="http://schemas.microsoft.com/office/drawing/2014/main" id="{0F2306DF-D1A7-AC77-6A7E-DD1B8E1A915F}"/>
              </a:ext>
            </a:extLst>
          </p:cNvPr>
          <p:cNvSpPr txBox="1"/>
          <p:nvPr/>
        </p:nvSpPr>
        <p:spPr>
          <a:xfrm>
            <a:off x="8498540" y="2630363"/>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5.</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64DCE914-A743-0537-D1C4-45260EC2D988}"/>
              </a:ext>
            </a:extLst>
          </p:cNvPr>
          <p:cNvSpPr txBox="1"/>
          <p:nvPr/>
        </p:nvSpPr>
        <p:spPr>
          <a:xfrm>
            <a:off x="8498540" y="3257227"/>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6.</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 name="文本框 61">
            <a:extLst>
              <a:ext uri="{FF2B5EF4-FFF2-40B4-BE49-F238E27FC236}">
                <a16:creationId xmlns:a16="http://schemas.microsoft.com/office/drawing/2014/main" id="{C9FE043D-4DE4-ADB8-F037-A5A4C5B1C548}"/>
              </a:ext>
            </a:extLst>
          </p:cNvPr>
          <p:cNvSpPr txBox="1"/>
          <p:nvPr/>
        </p:nvSpPr>
        <p:spPr>
          <a:xfrm>
            <a:off x="8498540" y="3905299"/>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7.</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3" name="文本框 62">
            <a:extLst>
              <a:ext uri="{FF2B5EF4-FFF2-40B4-BE49-F238E27FC236}">
                <a16:creationId xmlns:a16="http://schemas.microsoft.com/office/drawing/2014/main" id="{1018F422-7548-80AF-069E-FA679C71F437}"/>
              </a:ext>
            </a:extLst>
          </p:cNvPr>
          <p:cNvSpPr txBox="1"/>
          <p:nvPr/>
        </p:nvSpPr>
        <p:spPr>
          <a:xfrm>
            <a:off x="8498540" y="4514400"/>
            <a:ext cx="3319203" cy="523220"/>
          </a:xfrm>
          <a:prstGeom prst="rect">
            <a:avLst/>
          </a:prstGeom>
          <a:noFill/>
        </p:spPr>
        <p:txBody>
          <a:bodyPr wrap="square" rtlCol="0">
            <a:spAutoFit/>
          </a:bodyPr>
          <a:lstStyle/>
          <a:p>
            <a:pPr algn="just"/>
            <a:r>
              <a:rPr kumimoji="1" lang="en-US" altLang="zh-CN" sz="1400" dirty="0">
                <a:solidFill>
                  <a:srgbClr val="1E344D"/>
                </a:solidFill>
                <a:latin typeface="Alibaba PuHuiTi Medium" pitchFamily="18" charset="-122"/>
                <a:ea typeface="Alibaba PuHuiTi Medium" pitchFamily="18" charset="-122"/>
                <a:cs typeface="Alibaba PuHuiTi Medium" pitchFamily="18" charset="-122"/>
              </a:rPr>
              <a:t>8.</a:t>
            </a:r>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 name="文本框 63">
            <a:extLst>
              <a:ext uri="{FF2B5EF4-FFF2-40B4-BE49-F238E27FC236}">
                <a16:creationId xmlns:a16="http://schemas.microsoft.com/office/drawing/2014/main" id="{D1025E69-97B5-989D-4E98-7F6AAF2E9852}"/>
              </a:ext>
            </a:extLst>
          </p:cNvPr>
          <p:cNvSpPr txBox="1"/>
          <p:nvPr/>
        </p:nvSpPr>
        <p:spPr>
          <a:xfrm>
            <a:off x="8518725" y="5065833"/>
            <a:ext cx="10390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 name="文本框 64">
            <a:extLst>
              <a:ext uri="{FF2B5EF4-FFF2-40B4-BE49-F238E27FC236}">
                <a16:creationId xmlns:a16="http://schemas.microsoft.com/office/drawing/2014/main" id="{4FB59C3B-7E34-C1F4-5D10-63286C7F6557}"/>
              </a:ext>
            </a:extLst>
          </p:cNvPr>
          <p:cNvSpPr txBox="1"/>
          <p:nvPr/>
        </p:nvSpPr>
        <p:spPr>
          <a:xfrm>
            <a:off x="8436167" y="1052342"/>
            <a:ext cx="151515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+1.5%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graphicFrame>
        <p:nvGraphicFramePr>
          <p:cNvPr id="66" name="图表 65">
            <a:extLst>
              <a:ext uri="{FF2B5EF4-FFF2-40B4-BE49-F238E27FC236}">
                <a16:creationId xmlns:a16="http://schemas.microsoft.com/office/drawing/2014/main" id="{1D25DB5F-DC2A-2AF2-89E9-E2273D8059C9}"/>
              </a:ext>
            </a:extLst>
          </p:cNvPr>
          <p:cNvGraphicFramePr/>
          <p:nvPr/>
        </p:nvGraphicFramePr>
        <p:xfrm>
          <a:off x="9856695" y="985520"/>
          <a:ext cx="2151530" cy="17272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7" name="图表 66">
            <a:extLst>
              <a:ext uri="{FF2B5EF4-FFF2-40B4-BE49-F238E27FC236}">
                <a16:creationId xmlns:a16="http://schemas.microsoft.com/office/drawing/2014/main" id="{46D146D5-197B-D4E5-79F6-EFEADA9A8FB4}"/>
              </a:ext>
            </a:extLst>
          </p:cNvPr>
          <p:cNvGraphicFramePr/>
          <p:nvPr/>
        </p:nvGraphicFramePr>
        <p:xfrm>
          <a:off x="9332259" y="5224434"/>
          <a:ext cx="2859741" cy="1633566"/>
        </p:xfrm>
        <a:graphic>
          <a:graphicData uri="http://schemas.openxmlformats.org/drawingml/2006/chart">
            <c:chart xmlns:c="http://schemas.openxmlformats.org/drawingml/2006/chart" xmlns:r="http://schemas.openxmlformats.org/officeDocument/2006/relationships" r:id="rId6"/>
          </a:graphicData>
        </a:graphic>
      </p:graphicFrame>
      <p:sp>
        <p:nvSpPr>
          <p:cNvPr id="68" name="文本框 67">
            <a:extLst>
              <a:ext uri="{FF2B5EF4-FFF2-40B4-BE49-F238E27FC236}">
                <a16:creationId xmlns:a16="http://schemas.microsoft.com/office/drawing/2014/main" id="{D1963CC5-405F-7A40-1059-C29BA8A79AAD}"/>
              </a:ext>
            </a:extLst>
          </p:cNvPr>
          <p:cNvSpPr txBox="1"/>
          <p:nvPr/>
        </p:nvSpPr>
        <p:spPr>
          <a:xfrm>
            <a:off x="8537464" y="5772183"/>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 name="文本框 68">
            <a:extLst>
              <a:ext uri="{FF2B5EF4-FFF2-40B4-BE49-F238E27FC236}">
                <a16:creationId xmlns:a16="http://schemas.microsoft.com/office/drawing/2014/main" id="{D84BBE20-E9A5-BF19-F23E-7B2319461FAA}"/>
              </a:ext>
            </a:extLst>
          </p:cNvPr>
          <p:cNvSpPr txBox="1"/>
          <p:nvPr/>
        </p:nvSpPr>
        <p:spPr>
          <a:xfrm>
            <a:off x="8540370" y="5597624"/>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
        <p:nvSpPr>
          <p:cNvPr id="70" name="文本框 69">
            <a:extLst>
              <a:ext uri="{FF2B5EF4-FFF2-40B4-BE49-F238E27FC236}">
                <a16:creationId xmlns:a16="http://schemas.microsoft.com/office/drawing/2014/main" id="{5ADA3868-1E8B-333D-F929-DBF1C3685836}"/>
              </a:ext>
            </a:extLst>
          </p:cNvPr>
          <p:cNvSpPr txBox="1"/>
          <p:nvPr/>
        </p:nvSpPr>
        <p:spPr>
          <a:xfrm>
            <a:off x="8470229" y="1803359"/>
            <a:ext cx="2272536" cy="369332"/>
          </a:xfrm>
          <a:prstGeom prst="rect">
            <a:avLst/>
          </a:prstGeom>
          <a:noFill/>
        </p:spPr>
        <p:txBody>
          <a:bodyPr wrap="square" rtlCol="0">
            <a:spAutoFit/>
          </a:bodyPr>
          <a:lstStyle/>
          <a:p>
            <a:r>
              <a:rPr kumimoji="1" lang="en" altLang="zh-CN"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1" name="文本框 70">
            <a:extLst>
              <a:ext uri="{FF2B5EF4-FFF2-40B4-BE49-F238E27FC236}">
                <a16:creationId xmlns:a16="http://schemas.microsoft.com/office/drawing/2014/main" id="{A2A12B15-565B-B6B6-6BDD-C88A29018AC5}"/>
              </a:ext>
            </a:extLst>
          </p:cNvPr>
          <p:cNvSpPr txBox="1"/>
          <p:nvPr/>
        </p:nvSpPr>
        <p:spPr>
          <a:xfrm>
            <a:off x="8473135" y="1628800"/>
            <a:ext cx="1620078" cy="307777"/>
          </a:xfrm>
          <a:prstGeom prst="rect">
            <a:avLst/>
          </a:prstGeom>
          <a:noFill/>
        </p:spPr>
        <p:txBody>
          <a:bodyPr wrap="square">
            <a:spAutoFit/>
          </a:bodyPr>
          <a:lstStyle/>
          <a:p>
            <a:r>
              <a:rPr kumimoji="1" lang="en" altLang="zh-CN" sz="1400" dirty="0">
                <a:latin typeface="Alibaba PuHuiTi" pitchFamily="18" charset="-122"/>
                <a:ea typeface="Alibaba PuHuiTi" pitchFamily="18" charset="-122"/>
                <a:cs typeface="Alibaba PuHuiTi" pitchFamily="18" charset="-122"/>
              </a:rPr>
              <a:t>main title</a:t>
            </a:r>
            <a:endParaRPr lang="zh-CN" altLang="en-US" sz="1400" dirty="0">
              <a:latin typeface="Alibaba PuHuiTi" pitchFamily="18" charset="-122"/>
              <a:ea typeface="Alibaba PuHuiTi" pitchFamily="18" charset="-122"/>
              <a:cs typeface="Alibaba PuHuiTi" pitchFamily="18" charset="-122"/>
            </a:endParaRPr>
          </a:p>
        </p:txBody>
      </p:sp>
    </p:spTree>
    <p:extLst>
      <p:ext uri="{BB962C8B-B14F-4D97-AF65-F5344CB8AC3E}">
        <p14:creationId xmlns:p14="http://schemas.microsoft.com/office/powerpoint/2010/main" val="1653103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a:extLst>
              <a:ext uri="{FF2B5EF4-FFF2-40B4-BE49-F238E27FC236}">
                <a16:creationId xmlns:a16="http://schemas.microsoft.com/office/drawing/2014/main" id="{1BFC018F-EA1F-9C99-0E39-E17C892C71CE}"/>
              </a:ext>
            </a:extLst>
          </p:cNvPr>
          <p:cNvSpPr/>
          <p:nvPr/>
        </p:nvSpPr>
        <p:spPr>
          <a:xfrm>
            <a:off x="279597" y="1828800"/>
            <a:ext cx="3718245" cy="4809067"/>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圆角矩形 7">
            <a:extLst>
              <a:ext uri="{FF2B5EF4-FFF2-40B4-BE49-F238E27FC236}">
                <a16:creationId xmlns:a16="http://schemas.microsoft.com/office/drawing/2014/main" id="{2316946F-ED78-20ED-6AB3-18ECC3FA5621}"/>
              </a:ext>
            </a:extLst>
          </p:cNvPr>
          <p:cNvSpPr/>
          <p:nvPr/>
        </p:nvSpPr>
        <p:spPr>
          <a:xfrm>
            <a:off x="4262047" y="1150850"/>
            <a:ext cx="3754902" cy="2889522"/>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圆角矩形 9">
            <a:extLst>
              <a:ext uri="{FF2B5EF4-FFF2-40B4-BE49-F238E27FC236}">
                <a16:creationId xmlns:a16="http://schemas.microsoft.com/office/drawing/2014/main" id="{2674A287-77A9-4E78-5BCF-2978BD3F3DC3}"/>
              </a:ext>
            </a:extLst>
          </p:cNvPr>
          <p:cNvSpPr/>
          <p:nvPr/>
        </p:nvSpPr>
        <p:spPr>
          <a:xfrm>
            <a:off x="4262047" y="4295554"/>
            <a:ext cx="7667683" cy="2339164"/>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圆角矩形 10">
            <a:extLst>
              <a:ext uri="{FF2B5EF4-FFF2-40B4-BE49-F238E27FC236}">
                <a16:creationId xmlns:a16="http://schemas.microsoft.com/office/drawing/2014/main" id="{3AB8D639-21E2-4246-0E88-0A11ECC510A7}"/>
              </a:ext>
            </a:extLst>
          </p:cNvPr>
          <p:cNvSpPr/>
          <p:nvPr/>
        </p:nvSpPr>
        <p:spPr>
          <a:xfrm>
            <a:off x="8298770" y="1150850"/>
            <a:ext cx="3630960" cy="2889522"/>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文本框 13">
            <a:extLst>
              <a:ext uri="{FF2B5EF4-FFF2-40B4-BE49-F238E27FC236}">
                <a16:creationId xmlns:a16="http://schemas.microsoft.com/office/drawing/2014/main" id="{7C9E14B2-F760-2669-F0C9-EB451D945A38}"/>
              </a:ext>
            </a:extLst>
          </p:cNvPr>
          <p:cNvSpPr txBox="1"/>
          <p:nvPr/>
        </p:nvSpPr>
        <p:spPr>
          <a:xfrm>
            <a:off x="382773" y="1000124"/>
            <a:ext cx="1217428" cy="338554"/>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06BE8324-353E-3BCC-21AB-55F0858A5952}"/>
              </a:ext>
            </a:extLst>
          </p:cNvPr>
          <p:cNvSpPr txBox="1"/>
          <p:nvPr/>
        </p:nvSpPr>
        <p:spPr>
          <a:xfrm>
            <a:off x="375057" y="1250225"/>
            <a:ext cx="3792905" cy="553998"/>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3000" dirty="0">
                <a:solidFill>
                  <a:srgbClr val="1E344D"/>
                </a:solidFill>
                <a:latin typeface="Alibaba PuHuiTi Medium" pitchFamily="18" charset="-122"/>
                <a:ea typeface="Alibaba PuHuiTi Medium" pitchFamily="18" charset="-122"/>
                <a:cs typeface="Alibaba PuHuiTi Medium" pitchFamily="18" charset="-122"/>
              </a:rPr>
              <a:t>I</a:t>
            </a:r>
            <a:r>
              <a:rPr lang="zh-CN" altLang="en-US" sz="3000" dirty="0">
                <a:solidFill>
                  <a:srgbClr val="1E344D"/>
                </a:solidFill>
                <a:latin typeface="Alibaba PuHuiTi Medium" pitchFamily="18" charset="-122"/>
                <a:ea typeface="Alibaba PuHuiTi Medium" pitchFamily="18" charset="-122"/>
                <a:cs typeface="Alibaba PuHuiTi Medium" pitchFamily="18" charset="-122"/>
              </a:rPr>
              <a:t>MPORTANT DATA</a:t>
            </a:r>
          </a:p>
        </p:txBody>
      </p:sp>
      <p:sp>
        <p:nvSpPr>
          <p:cNvPr id="16" name="文本框 15">
            <a:extLst>
              <a:ext uri="{FF2B5EF4-FFF2-40B4-BE49-F238E27FC236}">
                <a16:creationId xmlns:a16="http://schemas.microsoft.com/office/drawing/2014/main" id="{AD5F322E-663E-F51D-1B34-E2DC88F945E5}"/>
              </a:ext>
            </a:extLst>
          </p:cNvPr>
          <p:cNvSpPr txBox="1"/>
          <p:nvPr/>
        </p:nvSpPr>
        <p:spPr>
          <a:xfrm>
            <a:off x="1487488" y="1000124"/>
            <a:ext cx="1217428" cy="338554"/>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D9C3F066-A04D-972F-2816-7A114E63DA07}"/>
              </a:ext>
            </a:extLst>
          </p:cNvPr>
          <p:cNvSpPr txBox="1"/>
          <p:nvPr/>
        </p:nvSpPr>
        <p:spPr>
          <a:xfrm>
            <a:off x="2639616" y="1000124"/>
            <a:ext cx="1217428" cy="338554"/>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03F496A3-9505-F8F1-A89E-6B47835B917A}"/>
              </a:ext>
            </a:extLst>
          </p:cNvPr>
          <p:cNvSpPr txBox="1"/>
          <p:nvPr/>
        </p:nvSpPr>
        <p:spPr>
          <a:xfrm>
            <a:off x="432420" y="2486615"/>
            <a:ext cx="3196605" cy="1015663"/>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F8557198-817F-FF92-C9A7-9851BDAD84C7}"/>
              </a:ext>
            </a:extLst>
          </p:cNvPr>
          <p:cNvSpPr txBox="1"/>
          <p:nvPr/>
        </p:nvSpPr>
        <p:spPr>
          <a:xfrm>
            <a:off x="2620218" y="3474625"/>
            <a:ext cx="1098378"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3A37D420-53B0-59C5-182A-73BF1ED1604A}"/>
              </a:ext>
            </a:extLst>
          </p:cNvPr>
          <p:cNvSpPr txBox="1"/>
          <p:nvPr/>
        </p:nvSpPr>
        <p:spPr>
          <a:xfrm>
            <a:off x="1717229" y="3503200"/>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175BE75B-CFAB-AEF1-FA29-81441D43A604}"/>
              </a:ext>
            </a:extLst>
          </p:cNvPr>
          <p:cNvSpPr txBox="1"/>
          <p:nvPr/>
        </p:nvSpPr>
        <p:spPr>
          <a:xfrm>
            <a:off x="623392" y="3503200"/>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矩形 53">
            <a:extLst>
              <a:ext uri="{FF2B5EF4-FFF2-40B4-BE49-F238E27FC236}">
                <a16:creationId xmlns:a16="http://schemas.microsoft.com/office/drawing/2014/main" id="{98D633FA-AEAA-E3FA-0C85-09151BE61407}"/>
              </a:ext>
            </a:extLst>
          </p:cNvPr>
          <p:cNvSpPr/>
          <p:nvPr/>
        </p:nvSpPr>
        <p:spPr>
          <a:xfrm>
            <a:off x="2992477" y="4429125"/>
            <a:ext cx="493673" cy="177165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5" name="矩形 54">
            <a:extLst>
              <a:ext uri="{FF2B5EF4-FFF2-40B4-BE49-F238E27FC236}">
                <a16:creationId xmlns:a16="http://schemas.microsoft.com/office/drawing/2014/main" id="{E2ABD653-33A4-CFD2-86AF-E53AE31E8DB3}"/>
              </a:ext>
            </a:extLst>
          </p:cNvPr>
          <p:cNvSpPr/>
          <p:nvPr/>
        </p:nvSpPr>
        <p:spPr>
          <a:xfrm>
            <a:off x="2213790" y="4800599"/>
            <a:ext cx="500835" cy="140017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矩形 55">
            <a:extLst>
              <a:ext uri="{FF2B5EF4-FFF2-40B4-BE49-F238E27FC236}">
                <a16:creationId xmlns:a16="http://schemas.microsoft.com/office/drawing/2014/main" id="{41B7F6D6-2C28-8521-0CC1-049776CDC589}"/>
              </a:ext>
            </a:extLst>
          </p:cNvPr>
          <p:cNvSpPr/>
          <p:nvPr/>
        </p:nvSpPr>
        <p:spPr>
          <a:xfrm>
            <a:off x="1400175" y="5143500"/>
            <a:ext cx="485775" cy="105727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 name="矩形 56">
            <a:extLst>
              <a:ext uri="{FF2B5EF4-FFF2-40B4-BE49-F238E27FC236}">
                <a16:creationId xmlns:a16="http://schemas.microsoft.com/office/drawing/2014/main" id="{12EC92E8-4D1D-7BC4-268E-A4711F1AF6E7}"/>
              </a:ext>
            </a:extLst>
          </p:cNvPr>
          <p:cNvSpPr/>
          <p:nvPr/>
        </p:nvSpPr>
        <p:spPr>
          <a:xfrm>
            <a:off x="623392" y="5429250"/>
            <a:ext cx="519608" cy="77152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EA38137B-604B-8065-253A-31F1ACD46F0C}"/>
              </a:ext>
            </a:extLst>
          </p:cNvPr>
          <p:cNvSpPr txBox="1"/>
          <p:nvPr/>
        </p:nvSpPr>
        <p:spPr>
          <a:xfrm>
            <a:off x="2961076"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C60963D8-FD78-D6B7-602E-035629EB40FB}"/>
              </a:ext>
            </a:extLst>
          </p:cNvPr>
          <p:cNvSpPr txBox="1"/>
          <p:nvPr/>
        </p:nvSpPr>
        <p:spPr>
          <a:xfrm>
            <a:off x="2207568"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DB642DF0-438A-241E-4175-F62AE532801C}"/>
              </a:ext>
            </a:extLst>
          </p:cNvPr>
          <p:cNvSpPr txBox="1"/>
          <p:nvPr/>
        </p:nvSpPr>
        <p:spPr>
          <a:xfrm>
            <a:off x="1415480"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133FF3D1-D13C-AF23-2AD2-5E48DE437582}"/>
              </a:ext>
            </a:extLst>
          </p:cNvPr>
          <p:cNvSpPr txBox="1"/>
          <p:nvPr/>
        </p:nvSpPr>
        <p:spPr>
          <a:xfrm>
            <a:off x="610735"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2020</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 name="肘形连接符 62">
            <a:extLst>
              <a:ext uri="{FF2B5EF4-FFF2-40B4-BE49-F238E27FC236}">
                <a16:creationId xmlns:a16="http://schemas.microsoft.com/office/drawing/2014/main" id="{0C9DB264-FD3C-FD34-3C54-079DDA85D82D}"/>
              </a:ext>
            </a:extLst>
          </p:cNvPr>
          <p:cNvCxnSpPr>
            <a:cxnSpLocks/>
          </p:cNvCxnSpPr>
          <p:nvPr/>
        </p:nvCxnSpPr>
        <p:spPr>
          <a:xfrm flipV="1">
            <a:off x="897467" y="4199467"/>
            <a:ext cx="2641600" cy="1032933"/>
          </a:xfrm>
          <a:prstGeom prst="bentConnector3">
            <a:avLst>
              <a:gd name="adj1" fmla="val -833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3" name="文本框 582">
            <a:extLst>
              <a:ext uri="{FF2B5EF4-FFF2-40B4-BE49-F238E27FC236}">
                <a16:creationId xmlns:a16="http://schemas.microsoft.com/office/drawing/2014/main" id="{4DD6E3FA-DBAC-A943-D94A-E6D6346646F1}"/>
              </a:ext>
            </a:extLst>
          </p:cNvPr>
          <p:cNvSpPr txBox="1"/>
          <p:nvPr/>
        </p:nvSpPr>
        <p:spPr>
          <a:xfrm>
            <a:off x="750475" y="4334933"/>
            <a:ext cx="1654059" cy="553998"/>
          </a:xfrm>
          <a:prstGeom prst="rect">
            <a:avLst/>
          </a:prstGeom>
          <a:noFill/>
        </p:spPr>
        <p:txBody>
          <a:bodyPr wrap="square" rtlCol="0">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584" name="圆角矩形 583">
            <a:extLst>
              <a:ext uri="{FF2B5EF4-FFF2-40B4-BE49-F238E27FC236}">
                <a16:creationId xmlns:a16="http://schemas.microsoft.com/office/drawing/2014/main" id="{11B21EB7-3595-3B4E-660C-3DCC6C245E90}"/>
              </a:ext>
            </a:extLst>
          </p:cNvPr>
          <p:cNvSpPr/>
          <p:nvPr/>
        </p:nvSpPr>
        <p:spPr>
          <a:xfrm>
            <a:off x="4267200" y="5638800"/>
            <a:ext cx="2980267" cy="982133"/>
          </a:xfrm>
          <a:prstGeom prst="roundRect">
            <a:avLst>
              <a:gd name="adj" fmla="val 16233"/>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5" name="文本框 584">
            <a:extLst>
              <a:ext uri="{FF2B5EF4-FFF2-40B4-BE49-F238E27FC236}">
                <a16:creationId xmlns:a16="http://schemas.microsoft.com/office/drawing/2014/main" id="{2916412E-B3E6-2847-E6A1-6D4E0FF16DB4}"/>
              </a:ext>
            </a:extLst>
          </p:cNvPr>
          <p:cNvSpPr txBox="1"/>
          <p:nvPr/>
        </p:nvSpPr>
        <p:spPr>
          <a:xfrm>
            <a:off x="4363700" y="5695114"/>
            <a:ext cx="1106393" cy="523220"/>
          </a:xfrm>
          <a:prstGeom prst="rect">
            <a:avLst/>
          </a:prstGeom>
          <a:noFill/>
        </p:spPr>
        <p:txBody>
          <a:bodyPr wrap="none" rtlCol="0">
            <a:spAutoFit/>
          </a:bodyPr>
          <a:lstStyle/>
          <a:p>
            <a:r>
              <a:rPr kumimoji="1" lang="en-US" altLang="zh-CN" sz="2800" dirty="0">
                <a:solidFill>
                  <a:schemeClr val="bg1"/>
                </a:solidFill>
                <a:latin typeface="Alibaba PuHuiTi Medium" pitchFamily="18" charset="-122"/>
                <a:ea typeface="Alibaba PuHuiTi Medium" pitchFamily="18" charset="-122"/>
                <a:cs typeface="Alibaba PuHuiTi Medium" pitchFamily="18" charset="-122"/>
              </a:rPr>
              <a:t>&lt;10%</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FA6CBCFA-868F-50B2-A8BF-875155CC1054}"/>
              </a:ext>
            </a:extLst>
          </p:cNvPr>
          <p:cNvSpPr txBox="1"/>
          <p:nvPr/>
        </p:nvSpPr>
        <p:spPr>
          <a:xfrm>
            <a:off x="4325557" y="6129867"/>
            <a:ext cx="2769509" cy="405955"/>
          </a:xfrm>
          <a:prstGeom prst="rect">
            <a:avLst/>
          </a:prstGeom>
          <a:noFill/>
        </p:spPr>
        <p:txBody>
          <a:bodyPr wrap="square" rtlCol="0">
            <a:spAutoFit/>
          </a:bodyPr>
          <a:lstStyle/>
          <a:p>
            <a:r>
              <a:rPr kumimoji="1" lang="en" altLang="zh-CN" sz="10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chemeClr val="bg1"/>
              </a:solidFill>
              <a:latin typeface="Alibaba PuHuiTi" pitchFamily="18" charset="-122"/>
              <a:ea typeface="Alibaba PuHuiTi" pitchFamily="18" charset="-122"/>
              <a:cs typeface="Alibaba PuHuiTi" pitchFamily="18" charset="-122"/>
            </a:endParaRPr>
          </a:p>
        </p:txBody>
      </p:sp>
      <p:sp>
        <p:nvSpPr>
          <p:cNvPr id="587" name="Google Shape;6802;p79">
            <a:extLst>
              <a:ext uri="{FF2B5EF4-FFF2-40B4-BE49-F238E27FC236}">
                <a16:creationId xmlns:a16="http://schemas.microsoft.com/office/drawing/2014/main" id="{31884EBE-AD61-EB91-608A-A74388E4F0FE}"/>
              </a:ext>
            </a:extLst>
          </p:cNvPr>
          <p:cNvSpPr/>
          <p:nvPr/>
        </p:nvSpPr>
        <p:spPr>
          <a:xfrm>
            <a:off x="6845440" y="5754176"/>
            <a:ext cx="283493" cy="282741"/>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588" name="文本框 587">
            <a:extLst>
              <a:ext uri="{FF2B5EF4-FFF2-40B4-BE49-F238E27FC236}">
                <a16:creationId xmlns:a16="http://schemas.microsoft.com/office/drawing/2014/main" id="{39195BD0-6C6A-EC9E-8039-54786B56924D}"/>
              </a:ext>
            </a:extLst>
          </p:cNvPr>
          <p:cNvSpPr txBox="1"/>
          <p:nvPr/>
        </p:nvSpPr>
        <p:spPr>
          <a:xfrm>
            <a:off x="4456750"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9" name="文本框 588">
            <a:extLst>
              <a:ext uri="{FF2B5EF4-FFF2-40B4-BE49-F238E27FC236}">
                <a16:creationId xmlns:a16="http://schemas.microsoft.com/office/drawing/2014/main" id="{108A4112-D453-75CC-3B3D-436B268B106F}"/>
              </a:ext>
            </a:extLst>
          </p:cNvPr>
          <p:cNvSpPr txBox="1"/>
          <p:nvPr/>
        </p:nvSpPr>
        <p:spPr>
          <a:xfrm>
            <a:off x="4439816" y="440357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0" name="文本框 589">
            <a:extLst>
              <a:ext uri="{FF2B5EF4-FFF2-40B4-BE49-F238E27FC236}">
                <a16:creationId xmlns:a16="http://schemas.microsoft.com/office/drawing/2014/main" id="{12C36D5A-B867-0932-BB97-5AC89986FA49}"/>
              </a:ext>
            </a:extLst>
          </p:cNvPr>
          <p:cNvSpPr txBox="1"/>
          <p:nvPr/>
        </p:nvSpPr>
        <p:spPr>
          <a:xfrm>
            <a:off x="5257552" y="442050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1" name="文本框 590">
            <a:extLst>
              <a:ext uri="{FF2B5EF4-FFF2-40B4-BE49-F238E27FC236}">
                <a16:creationId xmlns:a16="http://schemas.microsoft.com/office/drawing/2014/main" id="{C8FC7D21-2EAE-7530-D6B7-C7ED6F07FED0}"/>
              </a:ext>
            </a:extLst>
          </p:cNvPr>
          <p:cNvSpPr txBox="1"/>
          <p:nvPr/>
        </p:nvSpPr>
        <p:spPr>
          <a:xfrm>
            <a:off x="6066410"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2" name="文本框 591">
            <a:extLst>
              <a:ext uri="{FF2B5EF4-FFF2-40B4-BE49-F238E27FC236}">
                <a16:creationId xmlns:a16="http://schemas.microsoft.com/office/drawing/2014/main" id="{02D839A6-F465-CD95-14B1-5A498317FC08}"/>
              </a:ext>
            </a:extLst>
          </p:cNvPr>
          <p:cNvSpPr txBox="1"/>
          <p:nvPr/>
        </p:nvSpPr>
        <p:spPr>
          <a:xfrm>
            <a:off x="6049476" y="4403576"/>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+9.2</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3" name="文本框 592">
            <a:extLst>
              <a:ext uri="{FF2B5EF4-FFF2-40B4-BE49-F238E27FC236}">
                <a16:creationId xmlns:a16="http://schemas.microsoft.com/office/drawing/2014/main" id="{A6EABA98-32BB-A2A5-2274-3C38022F7AA5}"/>
              </a:ext>
            </a:extLst>
          </p:cNvPr>
          <p:cNvSpPr txBox="1"/>
          <p:nvPr/>
        </p:nvSpPr>
        <p:spPr>
          <a:xfrm>
            <a:off x="7019612" y="442050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CEDE44A7-6FE7-EF1D-AA27-5141DE121C66}"/>
              </a:ext>
            </a:extLst>
          </p:cNvPr>
          <p:cNvSpPr txBox="1"/>
          <p:nvPr/>
        </p:nvSpPr>
        <p:spPr>
          <a:xfrm>
            <a:off x="7620996"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515DA70B-493F-B922-AD0F-A16589E14D0F}"/>
              </a:ext>
            </a:extLst>
          </p:cNvPr>
          <p:cNvSpPr txBox="1"/>
          <p:nvPr/>
        </p:nvSpPr>
        <p:spPr>
          <a:xfrm>
            <a:off x="7604062" y="440357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C76EE69F-B35F-DD23-A6AE-32526CB41E82}"/>
              </a:ext>
            </a:extLst>
          </p:cNvPr>
          <p:cNvSpPr txBox="1"/>
          <p:nvPr/>
        </p:nvSpPr>
        <p:spPr>
          <a:xfrm>
            <a:off x="8438732" y="442050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7" name="文本框 596">
            <a:extLst>
              <a:ext uri="{FF2B5EF4-FFF2-40B4-BE49-F238E27FC236}">
                <a16:creationId xmlns:a16="http://schemas.microsoft.com/office/drawing/2014/main" id="{FA40E866-0D90-EC90-88DD-993AEC228118}"/>
              </a:ext>
            </a:extLst>
          </p:cNvPr>
          <p:cNvSpPr txBox="1"/>
          <p:nvPr/>
        </p:nvSpPr>
        <p:spPr>
          <a:xfrm>
            <a:off x="7620995" y="6028597"/>
            <a:ext cx="1777007"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505621A1-3239-18CF-7B6C-009ECCCF5BA5}"/>
              </a:ext>
            </a:extLst>
          </p:cNvPr>
          <p:cNvSpPr txBox="1"/>
          <p:nvPr/>
        </p:nvSpPr>
        <p:spPr>
          <a:xfrm>
            <a:off x="7604062" y="5555374"/>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文本框 598">
            <a:extLst>
              <a:ext uri="{FF2B5EF4-FFF2-40B4-BE49-F238E27FC236}">
                <a16:creationId xmlns:a16="http://schemas.microsoft.com/office/drawing/2014/main" id="{804468B5-3756-0933-8D06-535B5CE51C2C}"/>
              </a:ext>
            </a:extLst>
          </p:cNvPr>
          <p:cNvSpPr txBox="1"/>
          <p:nvPr/>
        </p:nvSpPr>
        <p:spPr>
          <a:xfrm>
            <a:off x="8438732" y="5572307"/>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01" name="直线连接符 600">
            <a:extLst>
              <a:ext uri="{FF2B5EF4-FFF2-40B4-BE49-F238E27FC236}">
                <a16:creationId xmlns:a16="http://schemas.microsoft.com/office/drawing/2014/main" id="{CAA64ADE-2829-C13D-5F97-C6B4C226765B}"/>
              </a:ext>
            </a:extLst>
          </p:cNvPr>
          <p:cNvCxnSpPr>
            <a:cxnSpLocks/>
          </p:cNvCxnSpPr>
          <p:nvPr/>
        </p:nvCxnSpPr>
        <p:spPr>
          <a:xfrm>
            <a:off x="9398001" y="4552122"/>
            <a:ext cx="0" cy="1882545"/>
          </a:xfrm>
          <a:prstGeom prst="line">
            <a:avLst/>
          </a:prstGeom>
          <a:ln w="158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602" name="矩形 601">
            <a:extLst>
              <a:ext uri="{FF2B5EF4-FFF2-40B4-BE49-F238E27FC236}">
                <a16:creationId xmlns:a16="http://schemas.microsoft.com/office/drawing/2014/main" id="{F9DD1385-71E2-8EB0-8065-B5A683EB1228}"/>
              </a:ext>
            </a:extLst>
          </p:cNvPr>
          <p:cNvSpPr/>
          <p:nvPr/>
        </p:nvSpPr>
        <p:spPr>
          <a:xfrm>
            <a:off x="11216694" y="5125465"/>
            <a:ext cx="493673" cy="1075309"/>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3" name="矩形 602">
            <a:extLst>
              <a:ext uri="{FF2B5EF4-FFF2-40B4-BE49-F238E27FC236}">
                <a16:creationId xmlns:a16="http://schemas.microsoft.com/office/drawing/2014/main" id="{A1955D3D-1474-E643-1695-A99BA3E4820E}"/>
              </a:ext>
            </a:extLst>
          </p:cNvPr>
          <p:cNvSpPr/>
          <p:nvPr/>
        </p:nvSpPr>
        <p:spPr>
          <a:xfrm>
            <a:off x="10438007" y="5350933"/>
            <a:ext cx="500835" cy="84984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4" name="矩形 603">
            <a:extLst>
              <a:ext uri="{FF2B5EF4-FFF2-40B4-BE49-F238E27FC236}">
                <a16:creationId xmlns:a16="http://schemas.microsoft.com/office/drawing/2014/main" id="{0E338E24-3D08-51BA-B1B4-1977E7B9820F}"/>
              </a:ext>
            </a:extLst>
          </p:cNvPr>
          <p:cNvSpPr/>
          <p:nvPr/>
        </p:nvSpPr>
        <p:spPr>
          <a:xfrm>
            <a:off x="9624392" y="5559058"/>
            <a:ext cx="485775" cy="64171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5" name="文本框 604">
            <a:extLst>
              <a:ext uri="{FF2B5EF4-FFF2-40B4-BE49-F238E27FC236}">
                <a16:creationId xmlns:a16="http://schemas.microsoft.com/office/drawing/2014/main" id="{68A9BBD6-EAAA-22CD-A38E-ED9B4AEBE4D5}"/>
              </a:ext>
            </a:extLst>
          </p:cNvPr>
          <p:cNvSpPr txBox="1"/>
          <p:nvPr/>
        </p:nvSpPr>
        <p:spPr>
          <a:xfrm>
            <a:off x="11185293"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2023</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06" name="文本框 605">
            <a:extLst>
              <a:ext uri="{FF2B5EF4-FFF2-40B4-BE49-F238E27FC236}">
                <a16:creationId xmlns:a16="http://schemas.microsoft.com/office/drawing/2014/main" id="{5E02B077-2730-F341-8EC8-F9E362E43250}"/>
              </a:ext>
            </a:extLst>
          </p:cNvPr>
          <p:cNvSpPr txBox="1"/>
          <p:nvPr/>
        </p:nvSpPr>
        <p:spPr>
          <a:xfrm>
            <a:off x="10431785"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2022</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07" name="文本框 606">
            <a:extLst>
              <a:ext uri="{FF2B5EF4-FFF2-40B4-BE49-F238E27FC236}">
                <a16:creationId xmlns:a16="http://schemas.microsoft.com/office/drawing/2014/main" id="{7C0F27AA-62B9-C3C5-B2BF-5474A9F2AB90}"/>
              </a:ext>
            </a:extLst>
          </p:cNvPr>
          <p:cNvSpPr txBox="1"/>
          <p:nvPr/>
        </p:nvSpPr>
        <p:spPr>
          <a:xfrm>
            <a:off x="9639697"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2021</a:t>
            </a:r>
            <a:endParaRPr kumimoji="1" lang="zh-CN" altLang="en-US" sz="1200" dirty="0">
              <a:latin typeface="Alibaba PuHuiTi Medium" pitchFamily="18" charset="-122"/>
              <a:ea typeface="Alibaba PuHuiTi Medium" pitchFamily="18" charset="-122"/>
              <a:cs typeface="Alibaba PuHuiTi Medium" pitchFamily="18" charset="-122"/>
            </a:endParaRPr>
          </a:p>
        </p:txBody>
      </p:sp>
      <p:cxnSp>
        <p:nvCxnSpPr>
          <p:cNvPr id="608" name="肘形连接符 607">
            <a:extLst>
              <a:ext uri="{FF2B5EF4-FFF2-40B4-BE49-F238E27FC236}">
                <a16:creationId xmlns:a16="http://schemas.microsoft.com/office/drawing/2014/main" id="{5B77514E-1541-0C0E-72AE-C11E8C9AF61C}"/>
              </a:ext>
            </a:extLst>
          </p:cNvPr>
          <p:cNvCxnSpPr>
            <a:cxnSpLocks/>
          </p:cNvCxnSpPr>
          <p:nvPr/>
        </p:nvCxnSpPr>
        <p:spPr>
          <a:xfrm flipV="1">
            <a:off x="9804400" y="4538133"/>
            <a:ext cx="1811867" cy="871090"/>
          </a:xfrm>
          <a:prstGeom prst="bentConnector3">
            <a:avLst>
              <a:gd name="adj1" fmla="val 467"/>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29" name="肘形连接符 628">
            <a:extLst>
              <a:ext uri="{FF2B5EF4-FFF2-40B4-BE49-F238E27FC236}">
                <a16:creationId xmlns:a16="http://schemas.microsoft.com/office/drawing/2014/main" id="{532AB090-9D28-BABB-B85E-970C4953DDBF}"/>
              </a:ext>
            </a:extLst>
          </p:cNvPr>
          <p:cNvCxnSpPr>
            <a:cxnSpLocks/>
          </p:cNvCxnSpPr>
          <p:nvPr/>
        </p:nvCxnSpPr>
        <p:spPr>
          <a:xfrm flipV="1">
            <a:off x="10704512" y="4775200"/>
            <a:ext cx="911755" cy="508579"/>
          </a:xfrm>
          <a:prstGeom prst="bentConnector3">
            <a:avLst>
              <a:gd name="adj1" fmla="val -2243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4" name="文本框 633">
            <a:extLst>
              <a:ext uri="{FF2B5EF4-FFF2-40B4-BE49-F238E27FC236}">
                <a16:creationId xmlns:a16="http://schemas.microsoft.com/office/drawing/2014/main" id="{2EF61C20-CC2F-48E2-DC74-892E59A0D861}"/>
              </a:ext>
            </a:extLst>
          </p:cNvPr>
          <p:cNvSpPr txBox="1"/>
          <p:nvPr/>
        </p:nvSpPr>
        <p:spPr>
          <a:xfrm>
            <a:off x="9603184" y="5555374"/>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$111</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5" name="文本框 634">
            <a:extLst>
              <a:ext uri="{FF2B5EF4-FFF2-40B4-BE49-F238E27FC236}">
                <a16:creationId xmlns:a16="http://schemas.microsoft.com/office/drawing/2014/main" id="{365100F3-1CB3-066B-1D37-15067164364B}"/>
              </a:ext>
            </a:extLst>
          </p:cNvPr>
          <p:cNvSpPr txBox="1"/>
          <p:nvPr/>
        </p:nvSpPr>
        <p:spPr>
          <a:xfrm>
            <a:off x="10416480" y="5373216"/>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6" name="文本框 635">
            <a:extLst>
              <a:ext uri="{FF2B5EF4-FFF2-40B4-BE49-F238E27FC236}">
                <a16:creationId xmlns:a16="http://schemas.microsoft.com/office/drawing/2014/main" id="{A3FBE97F-73DC-64CA-E646-B3BF054976A6}"/>
              </a:ext>
            </a:extLst>
          </p:cNvPr>
          <p:cNvSpPr txBox="1"/>
          <p:nvPr/>
        </p:nvSpPr>
        <p:spPr>
          <a:xfrm>
            <a:off x="11187359" y="5119050"/>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$102</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7" name="矩形 636">
            <a:extLst>
              <a:ext uri="{FF2B5EF4-FFF2-40B4-BE49-F238E27FC236}">
                <a16:creationId xmlns:a16="http://schemas.microsoft.com/office/drawing/2014/main" id="{16483D5E-C371-A4A9-B158-230EF655B5A5}"/>
              </a:ext>
            </a:extLst>
          </p:cNvPr>
          <p:cNvSpPr/>
          <p:nvPr/>
        </p:nvSpPr>
        <p:spPr>
          <a:xfrm>
            <a:off x="9990667" y="4453467"/>
            <a:ext cx="474133" cy="20320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8" name="矩形 637">
            <a:extLst>
              <a:ext uri="{FF2B5EF4-FFF2-40B4-BE49-F238E27FC236}">
                <a16:creationId xmlns:a16="http://schemas.microsoft.com/office/drawing/2014/main" id="{4B288387-F59F-9226-594C-A10FFA41867D}"/>
              </a:ext>
            </a:extLst>
          </p:cNvPr>
          <p:cNvSpPr/>
          <p:nvPr/>
        </p:nvSpPr>
        <p:spPr>
          <a:xfrm>
            <a:off x="10776520" y="4653136"/>
            <a:ext cx="474133" cy="20320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9" name="文本框 638">
            <a:extLst>
              <a:ext uri="{FF2B5EF4-FFF2-40B4-BE49-F238E27FC236}">
                <a16:creationId xmlns:a16="http://schemas.microsoft.com/office/drawing/2014/main" id="{8F290D37-994D-1C38-452D-1C74E7C7A9CF}"/>
              </a:ext>
            </a:extLst>
          </p:cNvPr>
          <p:cNvSpPr txBox="1"/>
          <p:nvPr/>
        </p:nvSpPr>
        <p:spPr>
          <a:xfrm>
            <a:off x="9895491" y="4394696"/>
            <a:ext cx="639919" cy="307777"/>
          </a:xfrm>
          <a:prstGeom prst="rect">
            <a:avLst/>
          </a:prstGeom>
          <a:noFill/>
        </p:spPr>
        <p:txBody>
          <a:bodyPr wrap="none" rtlCol="0">
            <a:spAutoFit/>
          </a:bodyPr>
          <a:lstStyle/>
          <a:p>
            <a:r>
              <a:rPr kumimoji="1" lang="en-US" altLang="zh-CN" sz="1400" dirty="0">
                <a:solidFill>
                  <a:schemeClr val="tx1">
                    <a:lumMod val="95000"/>
                    <a:lumOff val="5000"/>
                  </a:schemeClr>
                </a:solidFill>
                <a:latin typeface="Alibaba PuHuiTi" pitchFamily="18" charset="-122"/>
                <a:ea typeface="Alibaba PuHuiTi" pitchFamily="18" charset="-122"/>
                <a:cs typeface="Alibaba PuHuiTi" pitchFamily="18" charset="-122"/>
              </a:rPr>
              <a:t>100%</a:t>
            </a:r>
            <a:endParaRPr kumimoji="1" lang="zh-CN" altLang="en-US" sz="14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40" name="文本框 639">
            <a:extLst>
              <a:ext uri="{FF2B5EF4-FFF2-40B4-BE49-F238E27FC236}">
                <a16:creationId xmlns:a16="http://schemas.microsoft.com/office/drawing/2014/main" id="{06ED8700-0451-F843-1E19-434607C212FA}"/>
              </a:ext>
            </a:extLst>
          </p:cNvPr>
          <p:cNvSpPr txBox="1"/>
          <p:nvPr/>
        </p:nvSpPr>
        <p:spPr>
          <a:xfrm>
            <a:off x="10708787" y="4631928"/>
            <a:ext cx="639919" cy="307777"/>
          </a:xfrm>
          <a:prstGeom prst="rect">
            <a:avLst/>
          </a:prstGeom>
          <a:noFill/>
        </p:spPr>
        <p:txBody>
          <a:bodyPr wrap="none" rtlCol="0">
            <a:spAutoFit/>
          </a:bodyPr>
          <a:lstStyle/>
          <a:p>
            <a:r>
              <a:rPr kumimoji="1" lang="en-US" altLang="zh-CN" sz="1400" dirty="0">
                <a:solidFill>
                  <a:schemeClr val="tx1">
                    <a:lumMod val="95000"/>
                    <a:lumOff val="5000"/>
                  </a:schemeClr>
                </a:solidFill>
                <a:latin typeface="Alibaba PuHuiTi" pitchFamily="18" charset="-122"/>
                <a:ea typeface="Alibaba PuHuiTi" pitchFamily="18" charset="-122"/>
                <a:cs typeface="Alibaba PuHuiTi" pitchFamily="18" charset="-122"/>
              </a:rPr>
              <a:t>110%</a:t>
            </a:r>
            <a:endParaRPr kumimoji="1" lang="zh-CN" altLang="en-US" sz="14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41" name="文本框 640">
            <a:extLst>
              <a:ext uri="{FF2B5EF4-FFF2-40B4-BE49-F238E27FC236}">
                <a16:creationId xmlns:a16="http://schemas.microsoft.com/office/drawing/2014/main" id="{F5B75FA2-4D23-D7A9-FE52-7C2CA143D5CC}"/>
              </a:ext>
            </a:extLst>
          </p:cNvPr>
          <p:cNvSpPr txBox="1"/>
          <p:nvPr/>
        </p:nvSpPr>
        <p:spPr>
          <a:xfrm>
            <a:off x="4456750" y="1268760"/>
            <a:ext cx="3432608"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2" name="文本框 641">
            <a:extLst>
              <a:ext uri="{FF2B5EF4-FFF2-40B4-BE49-F238E27FC236}">
                <a16:creationId xmlns:a16="http://schemas.microsoft.com/office/drawing/2014/main" id="{F84E621D-B2F9-2BE6-C3B4-38B781E5D9B4}"/>
              </a:ext>
            </a:extLst>
          </p:cNvPr>
          <p:cNvSpPr txBox="1"/>
          <p:nvPr/>
        </p:nvSpPr>
        <p:spPr>
          <a:xfrm>
            <a:off x="8472264" y="1268760"/>
            <a:ext cx="3432608"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643" name="文本框 642">
            <a:extLst>
              <a:ext uri="{FF2B5EF4-FFF2-40B4-BE49-F238E27FC236}">
                <a16:creationId xmlns:a16="http://schemas.microsoft.com/office/drawing/2014/main" id="{93F67A1E-BD56-B595-363C-84958FDDD6F6}"/>
              </a:ext>
            </a:extLst>
          </p:cNvPr>
          <p:cNvSpPr txBox="1"/>
          <p:nvPr/>
        </p:nvSpPr>
        <p:spPr>
          <a:xfrm>
            <a:off x="4414168" y="1755883"/>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4" name="文本框 643">
            <a:extLst>
              <a:ext uri="{FF2B5EF4-FFF2-40B4-BE49-F238E27FC236}">
                <a16:creationId xmlns:a16="http://schemas.microsoft.com/office/drawing/2014/main" id="{82B0D37B-E85A-76C8-7954-3D2530CB3371}"/>
              </a:ext>
            </a:extLst>
          </p:cNvPr>
          <p:cNvSpPr txBox="1"/>
          <p:nvPr/>
        </p:nvSpPr>
        <p:spPr>
          <a:xfrm>
            <a:off x="4955457" y="1772816"/>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5" name="文本框 644">
            <a:extLst>
              <a:ext uri="{FF2B5EF4-FFF2-40B4-BE49-F238E27FC236}">
                <a16:creationId xmlns:a16="http://schemas.microsoft.com/office/drawing/2014/main" id="{1FFBEF19-280D-B78B-452F-804D2560C8D4}"/>
              </a:ext>
            </a:extLst>
          </p:cNvPr>
          <p:cNvSpPr txBox="1"/>
          <p:nvPr/>
        </p:nvSpPr>
        <p:spPr>
          <a:xfrm>
            <a:off x="4439816" y="285293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+41</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6" name="文本框 645">
            <a:extLst>
              <a:ext uri="{FF2B5EF4-FFF2-40B4-BE49-F238E27FC236}">
                <a16:creationId xmlns:a16="http://schemas.microsoft.com/office/drawing/2014/main" id="{6C05B1C6-D85A-613F-F643-2BB68732B289}"/>
              </a:ext>
            </a:extLst>
          </p:cNvPr>
          <p:cNvSpPr txBox="1"/>
          <p:nvPr/>
        </p:nvSpPr>
        <p:spPr>
          <a:xfrm>
            <a:off x="5257552" y="286986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7" name="矩形 646">
            <a:extLst>
              <a:ext uri="{FF2B5EF4-FFF2-40B4-BE49-F238E27FC236}">
                <a16:creationId xmlns:a16="http://schemas.microsoft.com/office/drawing/2014/main" id="{69862579-94FE-80C9-FA2B-713B097514B1}"/>
              </a:ext>
            </a:extLst>
          </p:cNvPr>
          <p:cNvSpPr/>
          <p:nvPr/>
        </p:nvSpPr>
        <p:spPr>
          <a:xfrm>
            <a:off x="7251405" y="2254101"/>
            <a:ext cx="536213" cy="146729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8" name="矩形 647">
            <a:extLst>
              <a:ext uri="{FF2B5EF4-FFF2-40B4-BE49-F238E27FC236}">
                <a16:creationId xmlns:a16="http://schemas.microsoft.com/office/drawing/2014/main" id="{A0422854-B5F4-9272-5537-DA0C593EED1B}"/>
              </a:ext>
            </a:extLst>
          </p:cNvPr>
          <p:cNvSpPr/>
          <p:nvPr/>
        </p:nvSpPr>
        <p:spPr>
          <a:xfrm>
            <a:off x="6515258" y="2809388"/>
            <a:ext cx="500835" cy="923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9" name="文本框 648">
            <a:extLst>
              <a:ext uri="{FF2B5EF4-FFF2-40B4-BE49-F238E27FC236}">
                <a16:creationId xmlns:a16="http://schemas.microsoft.com/office/drawing/2014/main" id="{CE7D87D1-D812-6E4B-4BBA-BF64E48ECBAE}"/>
              </a:ext>
            </a:extLst>
          </p:cNvPr>
          <p:cNvSpPr txBox="1"/>
          <p:nvPr/>
        </p:nvSpPr>
        <p:spPr>
          <a:xfrm>
            <a:off x="7262544" y="3705228"/>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0" name="文本框 649">
            <a:extLst>
              <a:ext uri="{FF2B5EF4-FFF2-40B4-BE49-F238E27FC236}">
                <a16:creationId xmlns:a16="http://schemas.microsoft.com/office/drawing/2014/main" id="{4CF9F553-9668-6B31-4437-CD3F092BD40B}"/>
              </a:ext>
            </a:extLst>
          </p:cNvPr>
          <p:cNvSpPr txBox="1"/>
          <p:nvPr/>
        </p:nvSpPr>
        <p:spPr>
          <a:xfrm>
            <a:off x="6509036" y="3705228"/>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1" name="文本框 650">
            <a:extLst>
              <a:ext uri="{FF2B5EF4-FFF2-40B4-BE49-F238E27FC236}">
                <a16:creationId xmlns:a16="http://schemas.microsoft.com/office/drawing/2014/main" id="{B4C6A0AF-3CBA-085F-B350-0204320B4F06}"/>
              </a:ext>
            </a:extLst>
          </p:cNvPr>
          <p:cNvSpPr txBox="1"/>
          <p:nvPr/>
        </p:nvSpPr>
        <p:spPr>
          <a:xfrm>
            <a:off x="6493731" y="3001792"/>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2" name="文本框 651">
            <a:extLst>
              <a:ext uri="{FF2B5EF4-FFF2-40B4-BE49-F238E27FC236}">
                <a16:creationId xmlns:a16="http://schemas.microsoft.com/office/drawing/2014/main" id="{9EF0E458-911B-1E1F-6148-565D3100CC03}"/>
              </a:ext>
            </a:extLst>
          </p:cNvPr>
          <p:cNvSpPr txBox="1"/>
          <p:nvPr/>
        </p:nvSpPr>
        <p:spPr>
          <a:xfrm>
            <a:off x="7264610" y="2311692"/>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$102</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654" name="肘形连接符 653">
            <a:extLst>
              <a:ext uri="{FF2B5EF4-FFF2-40B4-BE49-F238E27FC236}">
                <a16:creationId xmlns:a16="http://schemas.microsoft.com/office/drawing/2014/main" id="{F13D1959-54ED-07CA-05AC-AE08C6790564}"/>
              </a:ext>
            </a:extLst>
          </p:cNvPr>
          <p:cNvCxnSpPr>
            <a:cxnSpLocks/>
          </p:cNvCxnSpPr>
          <p:nvPr/>
        </p:nvCxnSpPr>
        <p:spPr>
          <a:xfrm rot="5400000" flipH="1" flipV="1">
            <a:off x="6693201" y="2216890"/>
            <a:ext cx="829341" cy="733646"/>
          </a:xfrm>
          <a:prstGeom prst="bentConnector3">
            <a:avLst>
              <a:gd name="adj1" fmla="val 134615"/>
            </a:avLst>
          </a:prstGeom>
          <a:ln w="15875" cap="rnd">
            <a:solidFill>
              <a:schemeClr val="tx1"/>
            </a:solidFill>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676" name="文本框 675">
            <a:extLst>
              <a:ext uri="{FF2B5EF4-FFF2-40B4-BE49-F238E27FC236}">
                <a16:creationId xmlns:a16="http://schemas.microsoft.com/office/drawing/2014/main" id="{D3306119-2EC0-6D3E-EC0F-8D0B54B1DEF8}"/>
              </a:ext>
            </a:extLst>
          </p:cNvPr>
          <p:cNvSpPr txBox="1"/>
          <p:nvPr/>
        </p:nvSpPr>
        <p:spPr>
          <a:xfrm>
            <a:off x="6816079" y="1925216"/>
            <a:ext cx="575799" cy="276999"/>
          </a:xfrm>
          <a:prstGeom prst="rect">
            <a:avLst/>
          </a:prstGeom>
          <a:noFill/>
        </p:spPr>
        <p:txBody>
          <a:bodyPr wrap="none" rtlCol="0">
            <a:spAutoFit/>
          </a:bodyPr>
          <a:lstStyle/>
          <a:p>
            <a:r>
              <a:rPr kumimoji="1" lang="en-US" altLang="zh-CN" sz="1200" dirty="0">
                <a:solidFill>
                  <a:schemeClr val="tx1">
                    <a:lumMod val="95000"/>
                    <a:lumOff val="5000"/>
                  </a:schemeClr>
                </a:solidFill>
                <a:latin typeface="Alibaba PuHuiTi" pitchFamily="18" charset="-122"/>
                <a:ea typeface="Alibaba PuHuiTi" pitchFamily="18" charset="-122"/>
                <a:cs typeface="Alibaba PuHuiTi" pitchFamily="18" charset="-122"/>
              </a:rPr>
              <a:t>100%</a:t>
            </a:r>
            <a:endParaRPr kumimoji="1" lang="zh-CN" altLang="en-US" sz="12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77" name="文本框 676">
            <a:extLst>
              <a:ext uri="{FF2B5EF4-FFF2-40B4-BE49-F238E27FC236}">
                <a16:creationId xmlns:a16="http://schemas.microsoft.com/office/drawing/2014/main" id="{4E0855AB-906E-C1B3-7E01-3CF61252A872}"/>
              </a:ext>
            </a:extLst>
          </p:cNvPr>
          <p:cNvSpPr txBox="1"/>
          <p:nvPr/>
        </p:nvSpPr>
        <p:spPr>
          <a:xfrm>
            <a:off x="4439816" y="2302933"/>
            <a:ext cx="1876317"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8" name="文本框 677">
            <a:extLst>
              <a:ext uri="{FF2B5EF4-FFF2-40B4-BE49-F238E27FC236}">
                <a16:creationId xmlns:a16="http://schemas.microsoft.com/office/drawing/2014/main" id="{559E7AE6-8AC1-658B-CCA5-6150417863FE}"/>
              </a:ext>
            </a:extLst>
          </p:cNvPr>
          <p:cNvSpPr txBox="1"/>
          <p:nvPr/>
        </p:nvSpPr>
        <p:spPr>
          <a:xfrm>
            <a:off x="4439816" y="3356992"/>
            <a:ext cx="1876317"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9" name="矩形 678">
            <a:extLst>
              <a:ext uri="{FF2B5EF4-FFF2-40B4-BE49-F238E27FC236}">
                <a16:creationId xmlns:a16="http://schemas.microsoft.com/office/drawing/2014/main" id="{B0C25CCA-3712-F2CE-79DE-7B6DB1D1D301}"/>
              </a:ext>
            </a:extLst>
          </p:cNvPr>
          <p:cNvSpPr/>
          <p:nvPr/>
        </p:nvSpPr>
        <p:spPr>
          <a:xfrm>
            <a:off x="11072678" y="3086482"/>
            <a:ext cx="501414" cy="594012"/>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680" name="矩形 679">
            <a:extLst>
              <a:ext uri="{FF2B5EF4-FFF2-40B4-BE49-F238E27FC236}">
                <a16:creationId xmlns:a16="http://schemas.microsoft.com/office/drawing/2014/main" id="{0491CC63-06E8-9C05-8403-570AA4C28A34}"/>
              </a:ext>
            </a:extLst>
          </p:cNvPr>
          <p:cNvSpPr/>
          <p:nvPr/>
        </p:nvSpPr>
        <p:spPr>
          <a:xfrm>
            <a:off x="10293991" y="3211033"/>
            <a:ext cx="508688" cy="46946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681" name="矩形 680">
            <a:extLst>
              <a:ext uri="{FF2B5EF4-FFF2-40B4-BE49-F238E27FC236}">
                <a16:creationId xmlns:a16="http://schemas.microsoft.com/office/drawing/2014/main" id="{B474EB1D-EB13-23E4-759D-AE9DC5B15F0D}"/>
              </a:ext>
            </a:extLst>
          </p:cNvPr>
          <p:cNvSpPr/>
          <p:nvPr/>
        </p:nvSpPr>
        <p:spPr>
          <a:xfrm>
            <a:off x="9480376" y="3326002"/>
            <a:ext cx="493392" cy="35449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2" name="文本框 681">
            <a:extLst>
              <a:ext uri="{FF2B5EF4-FFF2-40B4-BE49-F238E27FC236}">
                <a16:creationId xmlns:a16="http://schemas.microsoft.com/office/drawing/2014/main" id="{A1EE77B8-6FDA-FF73-F18B-9EEEFA2599C8}"/>
              </a:ext>
            </a:extLst>
          </p:cNvPr>
          <p:cNvSpPr txBox="1"/>
          <p:nvPr/>
        </p:nvSpPr>
        <p:spPr>
          <a:xfrm>
            <a:off x="11041277"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3" name="文本框 682">
            <a:extLst>
              <a:ext uri="{FF2B5EF4-FFF2-40B4-BE49-F238E27FC236}">
                <a16:creationId xmlns:a16="http://schemas.microsoft.com/office/drawing/2014/main" id="{2534BEF2-B957-5B33-AF28-C6E0E3CFFB26}"/>
              </a:ext>
            </a:extLst>
          </p:cNvPr>
          <p:cNvSpPr txBox="1"/>
          <p:nvPr/>
        </p:nvSpPr>
        <p:spPr>
          <a:xfrm>
            <a:off x="10287769"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4" name="文本框 683">
            <a:extLst>
              <a:ext uri="{FF2B5EF4-FFF2-40B4-BE49-F238E27FC236}">
                <a16:creationId xmlns:a16="http://schemas.microsoft.com/office/drawing/2014/main" id="{2B8F403D-6B1D-567E-07F3-7202F4178E23}"/>
              </a:ext>
            </a:extLst>
          </p:cNvPr>
          <p:cNvSpPr txBox="1"/>
          <p:nvPr/>
        </p:nvSpPr>
        <p:spPr>
          <a:xfrm>
            <a:off x="9495681"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7" name="文本框 686">
            <a:extLst>
              <a:ext uri="{FF2B5EF4-FFF2-40B4-BE49-F238E27FC236}">
                <a16:creationId xmlns:a16="http://schemas.microsoft.com/office/drawing/2014/main" id="{B4AC14A1-B548-FC9C-A8D9-44A60786AE94}"/>
              </a:ext>
            </a:extLst>
          </p:cNvPr>
          <p:cNvSpPr txBox="1"/>
          <p:nvPr/>
        </p:nvSpPr>
        <p:spPr>
          <a:xfrm>
            <a:off x="9459168" y="3035094"/>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$111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8" name="文本框 687">
            <a:extLst>
              <a:ext uri="{FF2B5EF4-FFF2-40B4-BE49-F238E27FC236}">
                <a16:creationId xmlns:a16="http://schemas.microsoft.com/office/drawing/2014/main" id="{945FBC8F-0859-EFDD-BCFA-58129904283D}"/>
              </a:ext>
            </a:extLst>
          </p:cNvPr>
          <p:cNvSpPr txBox="1"/>
          <p:nvPr/>
        </p:nvSpPr>
        <p:spPr>
          <a:xfrm>
            <a:off x="10272464" y="2938661"/>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9" name="文本框 688">
            <a:extLst>
              <a:ext uri="{FF2B5EF4-FFF2-40B4-BE49-F238E27FC236}">
                <a16:creationId xmlns:a16="http://schemas.microsoft.com/office/drawing/2014/main" id="{756D6BB2-3CB8-0A73-43A6-3415F4E05AD4}"/>
              </a:ext>
            </a:extLst>
          </p:cNvPr>
          <p:cNvSpPr txBox="1"/>
          <p:nvPr/>
        </p:nvSpPr>
        <p:spPr>
          <a:xfrm>
            <a:off x="11043343" y="2798795"/>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$236</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94" name="矩形 693">
            <a:extLst>
              <a:ext uri="{FF2B5EF4-FFF2-40B4-BE49-F238E27FC236}">
                <a16:creationId xmlns:a16="http://schemas.microsoft.com/office/drawing/2014/main" id="{D29BE9AC-FCC3-E12C-FDBE-BB5C1A729D8B}"/>
              </a:ext>
            </a:extLst>
          </p:cNvPr>
          <p:cNvSpPr/>
          <p:nvPr/>
        </p:nvSpPr>
        <p:spPr>
          <a:xfrm>
            <a:off x="8688288" y="3486150"/>
            <a:ext cx="493392" cy="19434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95" name="文本框 694">
            <a:extLst>
              <a:ext uri="{FF2B5EF4-FFF2-40B4-BE49-F238E27FC236}">
                <a16:creationId xmlns:a16="http://schemas.microsoft.com/office/drawing/2014/main" id="{62C3A1C3-D1D4-DE84-3F0D-1A52FFFF5417}"/>
              </a:ext>
            </a:extLst>
          </p:cNvPr>
          <p:cNvSpPr txBox="1"/>
          <p:nvPr/>
        </p:nvSpPr>
        <p:spPr>
          <a:xfrm>
            <a:off x="8688288" y="3192256"/>
            <a:ext cx="453970"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$88</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6" name="文本框 695">
            <a:extLst>
              <a:ext uri="{FF2B5EF4-FFF2-40B4-BE49-F238E27FC236}">
                <a16:creationId xmlns:a16="http://schemas.microsoft.com/office/drawing/2014/main" id="{5A431AEC-10A9-CB0C-FCB0-F8C88584C775}"/>
              </a:ext>
            </a:extLst>
          </p:cNvPr>
          <p:cNvSpPr txBox="1"/>
          <p:nvPr/>
        </p:nvSpPr>
        <p:spPr>
          <a:xfrm>
            <a:off x="8472264" y="1772816"/>
            <a:ext cx="870751"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7" name="文本框 696">
            <a:extLst>
              <a:ext uri="{FF2B5EF4-FFF2-40B4-BE49-F238E27FC236}">
                <a16:creationId xmlns:a16="http://schemas.microsoft.com/office/drawing/2014/main" id="{29D45797-DB64-8FAF-FB21-F4516D3FF3E2}"/>
              </a:ext>
            </a:extLst>
          </p:cNvPr>
          <p:cNvSpPr txBox="1"/>
          <p:nvPr/>
        </p:nvSpPr>
        <p:spPr>
          <a:xfrm>
            <a:off x="9182887" y="1806682"/>
            <a:ext cx="1124026"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%GMV</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8" name="文本框 697">
            <a:extLst>
              <a:ext uri="{FF2B5EF4-FFF2-40B4-BE49-F238E27FC236}">
                <a16:creationId xmlns:a16="http://schemas.microsoft.com/office/drawing/2014/main" id="{39FC688D-7186-253F-5298-323D10B2B7A7}"/>
              </a:ext>
            </a:extLst>
          </p:cNvPr>
          <p:cNvSpPr txBox="1"/>
          <p:nvPr/>
        </p:nvSpPr>
        <p:spPr>
          <a:xfrm>
            <a:off x="8472264" y="2348880"/>
            <a:ext cx="1620003"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9" name="文本框 698">
            <a:extLst>
              <a:ext uri="{FF2B5EF4-FFF2-40B4-BE49-F238E27FC236}">
                <a16:creationId xmlns:a16="http://schemas.microsoft.com/office/drawing/2014/main" id="{BE907BC4-B78E-AF04-22E5-FB0FC2119A83}"/>
              </a:ext>
            </a:extLst>
          </p:cNvPr>
          <p:cNvSpPr txBox="1"/>
          <p:nvPr/>
        </p:nvSpPr>
        <p:spPr>
          <a:xfrm>
            <a:off x="10556221" y="1840550"/>
            <a:ext cx="599844"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0" name="文本框 699">
            <a:extLst>
              <a:ext uri="{FF2B5EF4-FFF2-40B4-BE49-F238E27FC236}">
                <a16:creationId xmlns:a16="http://schemas.microsoft.com/office/drawing/2014/main" id="{393A99C8-B8A8-04FD-7629-57A8A5DAB585}"/>
              </a:ext>
            </a:extLst>
          </p:cNvPr>
          <p:cNvSpPr txBox="1"/>
          <p:nvPr/>
        </p:nvSpPr>
        <p:spPr>
          <a:xfrm>
            <a:off x="10979885" y="1679766"/>
            <a:ext cx="62388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n.n.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2" name="左中括号 701">
            <a:extLst>
              <a:ext uri="{FF2B5EF4-FFF2-40B4-BE49-F238E27FC236}">
                <a16:creationId xmlns:a16="http://schemas.microsoft.com/office/drawing/2014/main" id="{562B3309-9965-79FC-F4D0-559668F707D4}"/>
              </a:ext>
            </a:extLst>
          </p:cNvPr>
          <p:cNvSpPr/>
          <p:nvPr/>
        </p:nvSpPr>
        <p:spPr>
          <a:xfrm>
            <a:off x="10123606" y="2397457"/>
            <a:ext cx="71272" cy="520384"/>
          </a:xfrm>
          <a:prstGeom prst="leftBracket">
            <a:avLst>
              <a:gd name="adj" fmla="val 53353"/>
            </a:avLst>
          </a:prstGeom>
          <a:ln w="12700" cap="rnd">
            <a:solidFill>
              <a:schemeClr val="tx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3" name="左中括号 702">
            <a:extLst>
              <a:ext uri="{FF2B5EF4-FFF2-40B4-BE49-F238E27FC236}">
                <a16:creationId xmlns:a16="http://schemas.microsoft.com/office/drawing/2014/main" id="{16AA5462-E200-8BEA-6F7E-8BEFD69B6B24}"/>
              </a:ext>
            </a:extLst>
          </p:cNvPr>
          <p:cNvSpPr/>
          <p:nvPr/>
        </p:nvSpPr>
        <p:spPr>
          <a:xfrm flipH="1">
            <a:off x="11394218" y="2397457"/>
            <a:ext cx="65352" cy="395785"/>
          </a:xfrm>
          <a:prstGeom prst="leftBracket">
            <a:avLst>
              <a:gd name="adj" fmla="val 53353"/>
            </a:avLst>
          </a:prstGeom>
          <a:ln w="12700" cap="rnd">
            <a:solidFill>
              <a:schemeClr val="tx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4" name="文本框 703">
            <a:extLst>
              <a:ext uri="{FF2B5EF4-FFF2-40B4-BE49-F238E27FC236}">
                <a16:creationId xmlns:a16="http://schemas.microsoft.com/office/drawing/2014/main" id="{F51E5492-8D1D-4BB9-0ED5-47951F4148F0}"/>
              </a:ext>
            </a:extLst>
          </p:cNvPr>
          <p:cNvSpPr txBox="1"/>
          <p:nvPr/>
        </p:nvSpPr>
        <p:spPr>
          <a:xfrm>
            <a:off x="10180137" y="2389520"/>
            <a:ext cx="1249864" cy="507831"/>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5" name="文本框 4">
            <a:extLst>
              <a:ext uri="{FF2B5EF4-FFF2-40B4-BE49-F238E27FC236}">
                <a16:creationId xmlns:a16="http://schemas.microsoft.com/office/drawing/2014/main" id="{3C2F93C5-0C8E-7A91-0A12-CF67152CB8A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EA710573-5F8B-E468-EBEA-F9A1357068F0}"/>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3" name="直线连接符 22">
            <a:extLst>
              <a:ext uri="{FF2B5EF4-FFF2-40B4-BE49-F238E27FC236}">
                <a16:creationId xmlns:a16="http://schemas.microsoft.com/office/drawing/2014/main" id="{402A35E3-F6FF-E25D-D6A3-3D825B4FAC6F}"/>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04E945F6-33D1-013F-A0DF-16089B8C0BD8}"/>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6BB60EF8-30A1-D2B4-41EC-0DBCF726EA8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2" name="组合 61">
            <a:extLst>
              <a:ext uri="{FF2B5EF4-FFF2-40B4-BE49-F238E27FC236}">
                <a16:creationId xmlns:a16="http://schemas.microsoft.com/office/drawing/2014/main" id="{15C96934-5CB3-3B7D-03A5-C974213513E8}"/>
              </a:ext>
            </a:extLst>
          </p:cNvPr>
          <p:cNvGrpSpPr/>
          <p:nvPr/>
        </p:nvGrpSpPr>
        <p:grpSpPr>
          <a:xfrm>
            <a:off x="2323294" y="287981"/>
            <a:ext cx="356205" cy="355288"/>
            <a:chOff x="2323294" y="287981"/>
            <a:chExt cx="356205" cy="355288"/>
          </a:xfrm>
        </p:grpSpPr>
        <p:sp>
          <p:nvSpPr>
            <p:cNvPr id="576" name="Google Shape;7166;p80">
              <a:extLst>
                <a:ext uri="{FF2B5EF4-FFF2-40B4-BE49-F238E27FC236}">
                  <a16:creationId xmlns:a16="http://schemas.microsoft.com/office/drawing/2014/main" id="{D748AAD1-C18D-E248-E6D9-88C73C6B6C8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7167;p80">
              <a:extLst>
                <a:ext uri="{FF2B5EF4-FFF2-40B4-BE49-F238E27FC236}">
                  <a16:creationId xmlns:a16="http://schemas.microsoft.com/office/drawing/2014/main" id="{A4BF5A3E-F0ED-6199-884E-6E6E248C7E7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7168;p80">
              <a:extLst>
                <a:ext uri="{FF2B5EF4-FFF2-40B4-BE49-F238E27FC236}">
                  <a16:creationId xmlns:a16="http://schemas.microsoft.com/office/drawing/2014/main" id="{1F91EEFA-3B22-C668-59EA-F3FA9667F763}"/>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7169;p80">
              <a:extLst>
                <a:ext uri="{FF2B5EF4-FFF2-40B4-BE49-F238E27FC236}">
                  <a16:creationId xmlns:a16="http://schemas.microsoft.com/office/drawing/2014/main" id="{80340795-7CE7-14A7-8F85-16E33443EAAA}"/>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80" name="图片 579">
            <a:extLst>
              <a:ext uri="{FF2B5EF4-FFF2-40B4-BE49-F238E27FC236}">
                <a16:creationId xmlns:a16="http://schemas.microsoft.com/office/drawing/2014/main" id="{74A13853-080C-6FB8-EC7A-CF85AE410256}"/>
              </a:ext>
            </a:extLst>
          </p:cNvPr>
          <p:cNvPicPr>
            <a:picLocks noChangeAspect="1"/>
          </p:cNvPicPr>
          <p:nvPr/>
        </p:nvPicPr>
        <p:blipFill>
          <a:blip r:embed="rId3"/>
          <a:stretch>
            <a:fillRect/>
          </a:stretch>
        </p:blipFill>
        <p:spPr>
          <a:xfrm>
            <a:off x="532653" y="1879974"/>
            <a:ext cx="584200" cy="596900"/>
          </a:xfrm>
          <a:prstGeom prst="rect">
            <a:avLst/>
          </a:prstGeom>
        </p:spPr>
      </p:pic>
      <p:sp>
        <p:nvSpPr>
          <p:cNvPr id="2" name="文本框 1">
            <a:extLst>
              <a:ext uri="{FF2B5EF4-FFF2-40B4-BE49-F238E27FC236}">
                <a16:creationId xmlns:a16="http://schemas.microsoft.com/office/drawing/2014/main" id="{AAB4FA99-FF72-3C4B-67DB-008584D3732E}"/>
              </a:ext>
            </a:extLst>
          </p:cNvPr>
          <p:cNvSpPr txBox="1"/>
          <p:nvPr/>
        </p:nvSpPr>
        <p:spPr>
          <a:xfrm>
            <a:off x="8661394"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2020</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25639197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 name="五边形 541">
            <a:extLst>
              <a:ext uri="{FF2B5EF4-FFF2-40B4-BE49-F238E27FC236}">
                <a16:creationId xmlns:a16="http://schemas.microsoft.com/office/drawing/2014/main" id="{DD7C38F6-F74F-CAB5-4C5A-CBBECE62AC7C}"/>
              </a:ext>
            </a:extLst>
          </p:cNvPr>
          <p:cNvSpPr/>
          <p:nvPr/>
        </p:nvSpPr>
        <p:spPr>
          <a:xfrm>
            <a:off x="548542" y="2489592"/>
            <a:ext cx="1446024" cy="34577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0" name="五边形 539">
            <a:extLst>
              <a:ext uri="{FF2B5EF4-FFF2-40B4-BE49-F238E27FC236}">
                <a16:creationId xmlns:a16="http://schemas.microsoft.com/office/drawing/2014/main" id="{785F44E4-A34E-E279-ECC2-12A9BD4177B9}"/>
              </a:ext>
            </a:extLst>
          </p:cNvPr>
          <p:cNvSpPr/>
          <p:nvPr/>
        </p:nvSpPr>
        <p:spPr>
          <a:xfrm>
            <a:off x="548542" y="2081229"/>
            <a:ext cx="1794076" cy="34724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Google Shape;3636;p71">
            <a:extLst>
              <a:ext uri="{FF2B5EF4-FFF2-40B4-BE49-F238E27FC236}">
                <a16:creationId xmlns:a16="http://schemas.microsoft.com/office/drawing/2014/main" id="{8B6862C1-3239-28F7-13CC-64FD34B73869}"/>
              </a:ext>
            </a:extLst>
          </p:cNvPr>
          <p:cNvSpPr/>
          <p:nvPr/>
        </p:nvSpPr>
        <p:spPr>
          <a:xfrm>
            <a:off x="1360433" y="2631530"/>
            <a:ext cx="3968473" cy="3458817"/>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892219"/>
          </a:solidFill>
          <a:ln>
            <a:noFill/>
          </a:ln>
        </p:spPr>
        <p:txBody>
          <a:bodyPr spcFirstLastPara="1" wrap="square" lIns="121900" tIns="121900" rIns="121900" bIns="121900" anchor="ctr" anchorCtr="0">
            <a:noAutofit/>
          </a:bodyPr>
          <a:lstStyle/>
          <a:p>
            <a:endParaRPr sz="2400" dirty="0"/>
          </a:p>
        </p:txBody>
      </p:sp>
      <p:grpSp>
        <p:nvGrpSpPr>
          <p:cNvPr id="14" name="Google Shape;3637;p71">
            <a:extLst>
              <a:ext uri="{FF2B5EF4-FFF2-40B4-BE49-F238E27FC236}">
                <a16:creationId xmlns:a16="http://schemas.microsoft.com/office/drawing/2014/main" id="{2C023782-1198-C349-821E-A08E2E6351B8}"/>
              </a:ext>
            </a:extLst>
          </p:cNvPr>
          <p:cNvGrpSpPr/>
          <p:nvPr/>
        </p:nvGrpSpPr>
        <p:grpSpPr>
          <a:xfrm>
            <a:off x="1571456" y="2634656"/>
            <a:ext cx="3639287" cy="3246795"/>
            <a:chOff x="6031360" y="3076713"/>
            <a:chExt cx="539107" cy="480965"/>
          </a:xfrm>
          <a:solidFill>
            <a:srgbClr val="CD463A"/>
          </a:solidFill>
        </p:grpSpPr>
        <p:sp>
          <p:nvSpPr>
            <p:cNvPr id="15" name="Google Shape;3638;p71">
              <a:extLst>
                <a:ext uri="{FF2B5EF4-FFF2-40B4-BE49-F238E27FC236}">
                  <a16:creationId xmlns:a16="http://schemas.microsoft.com/office/drawing/2014/main" id="{6C1D75D6-2F70-DDFC-5D8F-4379E470A90F}"/>
                </a:ext>
              </a:extLst>
            </p:cNvPr>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grpFill/>
            <a:ln>
              <a:noFill/>
            </a:ln>
          </p:spPr>
          <p:txBody>
            <a:bodyPr spcFirstLastPara="1" wrap="square" lIns="121900" tIns="121900" rIns="121900" bIns="121900" anchor="ctr" anchorCtr="0">
              <a:noAutofit/>
            </a:bodyPr>
            <a:lstStyle/>
            <a:p>
              <a:endParaRPr sz="2400"/>
            </a:p>
          </p:txBody>
        </p:sp>
        <p:sp>
          <p:nvSpPr>
            <p:cNvPr id="16" name="Google Shape;3639;p71">
              <a:extLst>
                <a:ext uri="{FF2B5EF4-FFF2-40B4-BE49-F238E27FC236}">
                  <a16:creationId xmlns:a16="http://schemas.microsoft.com/office/drawing/2014/main" id="{95D806F5-D3EE-F68B-35E2-8129DFA14545}"/>
                </a:ext>
              </a:extLst>
            </p:cNvPr>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grpFill/>
            <a:ln>
              <a:noFill/>
            </a:ln>
          </p:spPr>
          <p:txBody>
            <a:bodyPr spcFirstLastPara="1" wrap="square" lIns="121900" tIns="121900" rIns="121900" bIns="121900" anchor="ctr" anchorCtr="0">
              <a:noAutofit/>
            </a:bodyPr>
            <a:lstStyle/>
            <a:p>
              <a:endParaRPr sz="2400"/>
            </a:p>
          </p:txBody>
        </p:sp>
        <p:sp>
          <p:nvSpPr>
            <p:cNvPr id="17" name="Google Shape;3640;p71">
              <a:extLst>
                <a:ext uri="{FF2B5EF4-FFF2-40B4-BE49-F238E27FC236}">
                  <a16:creationId xmlns:a16="http://schemas.microsoft.com/office/drawing/2014/main" id="{4541A3AC-6181-634A-8FA2-A979557C9C09}"/>
                </a:ext>
              </a:extLst>
            </p:cNvPr>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grpFill/>
            <a:ln>
              <a:noFill/>
            </a:ln>
          </p:spPr>
          <p:txBody>
            <a:bodyPr spcFirstLastPara="1" wrap="square" lIns="121900" tIns="121900" rIns="121900" bIns="121900" anchor="ctr" anchorCtr="0">
              <a:noAutofit/>
            </a:bodyPr>
            <a:lstStyle/>
            <a:p>
              <a:endParaRPr sz="2400"/>
            </a:p>
          </p:txBody>
        </p:sp>
        <p:sp>
          <p:nvSpPr>
            <p:cNvPr id="18" name="Google Shape;3641;p71">
              <a:extLst>
                <a:ext uri="{FF2B5EF4-FFF2-40B4-BE49-F238E27FC236}">
                  <a16:creationId xmlns:a16="http://schemas.microsoft.com/office/drawing/2014/main" id="{2CD52B59-BF3E-2A7F-05A5-8A6B41C5AA5C}"/>
                </a:ext>
              </a:extLst>
            </p:cNvPr>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grpFill/>
            <a:ln>
              <a:noFill/>
            </a:ln>
          </p:spPr>
          <p:txBody>
            <a:bodyPr spcFirstLastPara="1" wrap="square" lIns="121900" tIns="121900" rIns="121900" bIns="121900" anchor="ctr" anchorCtr="0">
              <a:noAutofit/>
            </a:bodyPr>
            <a:lstStyle/>
            <a:p>
              <a:endParaRPr sz="2400"/>
            </a:p>
          </p:txBody>
        </p:sp>
        <p:sp>
          <p:nvSpPr>
            <p:cNvPr id="19" name="Google Shape;3642;p71">
              <a:extLst>
                <a:ext uri="{FF2B5EF4-FFF2-40B4-BE49-F238E27FC236}">
                  <a16:creationId xmlns:a16="http://schemas.microsoft.com/office/drawing/2014/main" id="{D07336F2-8374-AA08-A6CA-220FA6EBF2E1}"/>
                </a:ext>
              </a:extLst>
            </p:cNvPr>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grpFill/>
            <a:ln>
              <a:noFill/>
            </a:ln>
          </p:spPr>
          <p:txBody>
            <a:bodyPr spcFirstLastPara="1" wrap="square" lIns="121900" tIns="121900" rIns="121900" bIns="121900" anchor="ctr" anchorCtr="0">
              <a:noAutofit/>
            </a:bodyPr>
            <a:lstStyle/>
            <a:p>
              <a:endParaRPr sz="2400"/>
            </a:p>
          </p:txBody>
        </p:sp>
        <p:sp>
          <p:nvSpPr>
            <p:cNvPr id="20" name="Google Shape;3643;p71">
              <a:extLst>
                <a:ext uri="{FF2B5EF4-FFF2-40B4-BE49-F238E27FC236}">
                  <a16:creationId xmlns:a16="http://schemas.microsoft.com/office/drawing/2014/main" id="{AC863785-DD0A-03CA-605E-3105B120052C}"/>
                </a:ext>
              </a:extLst>
            </p:cNvPr>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grpFill/>
            <a:ln>
              <a:noFill/>
            </a:ln>
          </p:spPr>
          <p:txBody>
            <a:bodyPr spcFirstLastPara="1" wrap="square" lIns="121900" tIns="121900" rIns="121900" bIns="121900" anchor="ctr" anchorCtr="0">
              <a:noAutofit/>
            </a:bodyPr>
            <a:lstStyle/>
            <a:p>
              <a:endParaRPr sz="2400"/>
            </a:p>
          </p:txBody>
        </p:sp>
        <p:sp>
          <p:nvSpPr>
            <p:cNvPr id="21" name="Google Shape;3644;p71">
              <a:extLst>
                <a:ext uri="{FF2B5EF4-FFF2-40B4-BE49-F238E27FC236}">
                  <a16:creationId xmlns:a16="http://schemas.microsoft.com/office/drawing/2014/main" id="{8CF1BDA4-139A-1377-D3CB-93E364D45706}"/>
                </a:ext>
              </a:extLst>
            </p:cNvPr>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23" name="文本框 22">
            <a:extLst>
              <a:ext uri="{FF2B5EF4-FFF2-40B4-BE49-F238E27FC236}">
                <a16:creationId xmlns:a16="http://schemas.microsoft.com/office/drawing/2014/main" id="{6758BF0B-6787-6CF6-C1CA-EDB010E5FEED}"/>
              </a:ext>
            </a:extLst>
          </p:cNvPr>
          <p:cNvSpPr txBox="1"/>
          <p:nvPr/>
        </p:nvSpPr>
        <p:spPr>
          <a:xfrm>
            <a:off x="476706" y="1416948"/>
            <a:ext cx="227253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52017D76-D324-FA8F-7895-297CED743EA1}"/>
              </a:ext>
            </a:extLst>
          </p:cNvPr>
          <p:cNvSpPr txBox="1"/>
          <p:nvPr/>
        </p:nvSpPr>
        <p:spPr>
          <a:xfrm>
            <a:off x="493059" y="1081025"/>
            <a:ext cx="1620078" cy="461665"/>
          </a:xfrm>
          <a:prstGeom prst="rect">
            <a:avLst/>
          </a:prstGeom>
          <a:noFill/>
        </p:spPr>
        <p:txBody>
          <a:bodyPr wrap="square">
            <a:spAutoFit/>
          </a:bodyPr>
          <a:lstStyle/>
          <a:p>
            <a:r>
              <a:rPr kumimoji="1" lang="en" altLang="zh-CN" sz="2400" dirty="0">
                <a:solidFill>
                  <a:srgbClr val="BB3023"/>
                </a:solidFill>
                <a:latin typeface="Alibaba PuHuiTi" pitchFamily="18" charset="-122"/>
                <a:ea typeface="Alibaba PuHuiTi" pitchFamily="18" charset="-122"/>
                <a:cs typeface="Alibaba PuHuiTi" pitchFamily="18" charset="-122"/>
              </a:rPr>
              <a:t>main title</a:t>
            </a:r>
            <a:endParaRPr lang="zh-CN" altLang="en-US" sz="2400" dirty="0">
              <a:solidFill>
                <a:srgbClr val="BB3023"/>
              </a:solidFill>
              <a:latin typeface="Alibaba PuHuiTi" pitchFamily="18" charset="-122"/>
              <a:ea typeface="Alibaba PuHuiTi" pitchFamily="18" charset="-122"/>
              <a:cs typeface="Alibaba PuHuiTi" pitchFamily="18" charset="-122"/>
            </a:endParaRPr>
          </a:p>
        </p:txBody>
      </p:sp>
      <p:sp>
        <p:nvSpPr>
          <p:cNvPr id="30" name="弧 29">
            <a:extLst>
              <a:ext uri="{FF2B5EF4-FFF2-40B4-BE49-F238E27FC236}">
                <a16:creationId xmlns:a16="http://schemas.microsoft.com/office/drawing/2014/main" id="{06BB68CB-85B2-A6D0-007C-4289BF883E21}"/>
              </a:ext>
            </a:extLst>
          </p:cNvPr>
          <p:cNvSpPr/>
          <p:nvPr/>
        </p:nvSpPr>
        <p:spPr>
          <a:xfrm rot="14355332">
            <a:off x="3371648" y="1816648"/>
            <a:ext cx="3409997" cy="3540772"/>
          </a:xfrm>
          <a:prstGeom prst="arc">
            <a:avLst>
              <a:gd name="adj1" fmla="val 17743101"/>
              <a:gd name="adj2" fmla="val 3474258"/>
            </a:avLst>
          </a:prstGeom>
          <a:ln w="34925">
            <a:solidFill>
              <a:srgbClr val="174A8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BB3023"/>
              </a:solidFill>
            </a:endParaRPr>
          </a:p>
        </p:txBody>
      </p:sp>
      <p:sp>
        <p:nvSpPr>
          <p:cNvPr id="31" name="弧 30">
            <a:extLst>
              <a:ext uri="{FF2B5EF4-FFF2-40B4-BE49-F238E27FC236}">
                <a16:creationId xmlns:a16="http://schemas.microsoft.com/office/drawing/2014/main" id="{A3C08C30-2A65-76A7-9D94-FCA68941A0B1}"/>
              </a:ext>
            </a:extLst>
          </p:cNvPr>
          <p:cNvSpPr/>
          <p:nvPr/>
        </p:nvSpPr>
        <p:spPr>
          <a:xfrm rot="18351087">
            <a:off x="4979120" y="4195914"/>
            <a:ext cx="988404" cy="1166879"/>
          </a:xfrm>
          <a:prstGeom prst="arc">
            <a:avLst>
              <a:gd name="adj1" fmla="val 16055333"/>
              <a:gd name="adj2" fmla="val 1017511"/>
            </a:avLst>
          </a:prstGeom>
          <a:ln w="34925">
            <a:solidFill>
              <a:srgbClr val="174A8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BB3023"/>
              </a:solidFill>
            </a:endParaRPr>
          </a:p>
        </p:txBody>
      </p:sp>
      <p:sp>
        <p:nvSpPr>
          <p:cNvPr id="32" name="弧 31">
            <a:extLst>
              <a:ext uri="{FF2B5EF4-FFF2-40B4-BE49-F238E27FC236}">
                <a16:creationId xmlns:a16="http://schemas.microsoft.com/office/drawing/2014/main" id="{8B80ACFD-2C49-60E6-95E1-E00921B87FDA}"/>
              </a:ext>
            </a:extLst>
          </p:cNvPr>
          <p:cNvSpPr/>
          <p:nvPr/>
        </p:nvSpPr>
        <p:spPr>
          <a:xfrm rot="15836152">
            <a:off x="1001451" y="4053731"/>
            <a:ext cx="1384392" cy="1645744"/>
          </a:xfrm>
          <a:prstGeom prst="arc">
            <a:avLst>
              <a:gd name="adj1" fmla="val 17006143"/>
              <a:gd name="adj2" fmla="val 592059"/>
            </a:avLst>
          </a:prstGeom>
          <a:ln w="34925">
            <a:solidFill>
              <a:srgbClr val="174A8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BB3023"/>
              </a:solidFill>
            </a:endParaRPr>
          </a:p>
        </p:txBody>
      </p:sp>
      <p:sp>
        <p:nvSpPr>
          <p:cNvPr id="33" name="Google Shape;277;p21">
            <a:extLst>
              <a:ext uri="{FF2B5EF4-FFF2-40B4-BE49-F238E27FC236}">
                <a16:creationId xmlns:a16="http://schemas.microsoft.com/office/drawing/2014/main" id="{B4AFF665-79D1-AEE6-DF96-A87E2272DE77}"/>
              </a:ext>
            </a:extLst>
          </p:cNvPr>
          <p:cNvSpPr txBox="1">
            <a:spLocks noGrp="1"/>
          </p:cNvSpPr>
          <p:nvPr/>
        </p:nvSpPr>
        <p:spPr>
          <a:xfrm>
            <a:off x="5670682" y="1915912"/>
            <a:ext cx="1917232" cy="494678"/>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chemeClr val="tx1"/>
                </a:solidFill>
                <a:latin typeface="Alibaba PuHuiTi" pitchFamily="18" charset="-122"/>
                <a:ea typeface="Alibaba PuHuiTi" pitchFamily="18" charset="-122"/>
                <a:cs typeface="Alibaba PuHuiTi" pitchFamily="18" charset="-122"/>
                <a:sym typeface="Poppins"/>
              </a:rPr>
              <a:t>MERCURY</a:t>
            </a:r>
            <a:endParaRPr sz="1200" dirty="0">
              <a:solidFill>
                <a:schemeClr val="tx1"/>
              </a:solidFill>
              <a:latin typeface="Alibaba PuHuiTi" pitchFamily="18" charset="-122"/>
              <a:ea typeface="Alibaba PuHuiTi" pitchFamily="18" charset="-122"/>
              <a:cs typeface="Alibaba PuHuiTi" pitchFamily="18" charset="-122"/>
              <a:sym typeface="Poppins"/>
            </a:endParaRPr>
          </a:p>
        </p:txBody>
      </p:sp>
      <p:sp>
        <p:nvSpPr>
          <p:cNvPr id="34" name="Google Shape;278;p21">
            <a:extLst>
              <a:ext uri="{FF2B5EF4-FFF2-40B4-BE49-F238E27FC236}">
                <a16:creationId xmlns:a16="http://schemas.microsoft.com/office/drawing/2014/main" id="{304AB4EE-908B-EE8D-C101-31EB75A31126}"/>
              </a:ext>
            </a:extLst>
          </p:cNvPr>
          <p:cNvSpPr txBox="1"/>
          <p:nvPr/>
        </p:nvSpPr>
        <p:spPr>
          <a:xfrm>
            <a:off x="5664312" y="2191796"/>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the closest planet to the Sun</a:t>
            </a:r>
            <a:endParaRPr sz="1600" b="1" dirty="0">
              <a:solidFill>
                <a:srgbClr val="1E344D"/>
              </a:solidFill>
              <a:latin typeface="Karla"/>
              <a:ea typeface="Karla"/>
              <a:cs typeface="Karla"/>
              <a:sym typeface="Karla"/>
            </a:endParaRPr>
          </a:p>
        </p:txBody>
      </p:sp>
      <p:sp>
        <p:nvSpPr>
          <p:cNvPr id="35" name="Google Shape;279;p21">
            <a:extLst>
              <a:ext uri="{FF2B5EF4-FFF2-40B4-BE49-F238E27FC236}">
                <a16:creationId xmlns:a16="http://schemas.microsoft.com/office/drawing/2014/main" id="{E09A0A98-8BC0-875E-9420-38190D556A6B}"/>
              </a:ext>
            </a:extLst>
          </p:cNvPr>
          <p:cNvSpPr txBox="1">
            <a:spLocks noGrp="1"/>
          </p:cNvSpPr>
          <p:nvPr/>
        </p:nvSpPr>
        <p:spPr>
          <a:xfrm>
            <a:off x="5664312" y="2779363"/>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MARS</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36" name="Google Shape;280;p21">
            <a:extLst>
              <a:ext uri="{FF2B5EF4-FFF2-40B4-BE49-F238E27FC236}">
                <a16:creationId xmlns:a16="http://schemas.microsoft.com/office/drawing/2014/main" id="{ED383F6B-3146-04BE-30D9-86CC8856F3D8}"/>
              </a:ext>
            </a:extLst>
          </p:cNvPr>
          <p:cNvSpPr txBox="1"/>
          <p:nvPr/>
        </p:nvSpPr>
        <p:spPr>
          <a:xfrm>
            <a:off x="5664312" y="3504238"/>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Mars is actually a very cold place</a:t>
            </a:r>
            <a:endParaRPr sz="1600" b="1" dirty="0">
              <a:solidFill>
                <a:srgbClr val="1E344D"/>
              </a:solidFill>
              <a:latin typeface="Karla"/>
              <a:ea typeface="Karla"/>
              <a:cs typeface="Karla"/>
              <a:sym typeface="Karla"/>
            </a:endParaRPr>
          </a:p>
        </p:txBody>
      </p:sp>
      <p:sp>
        <p:nvSpPr>
          <p:cNvPr id="37" name="Google Shape;281;p21">
            <a:extLst>
              <a:ext uri="{FF2B5EF4-FFF2-40B4-BE49-F238E27FC236}">
                <a16:creationId xmlns:a16="http://schemas.microsoft.com/office/drawing/2014/main" id="{9DCB1D2E-377A-B6F7-7A43-F4D300E975BD}"/>
              </a:ext>
            </a:extLst>
          </p:cNvPr>
          <p:cNvSpPr txBox="1">
            <a:spLocks noGrp="1"/>
          </p:cNvSpPr>
          <p:nvPr/>
        </p:nvSpPr>
        <p:spPr>
          <a:xfrm>
            <a:off x="5664312" y="4193404"/>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38" name="Google Shape;282;p21">
            <a:extLst>
              <a:ext uri="{FF2B5EF4-FFF2-40B4-BE49-F238E27FC236}">
                <a16:creationId xmlns:a16="http://schemas.microsoft.com/office/drawing/2014/main" id="{6F786C9C-0242-4AEC-62DE-4E3DE2E31BFE}"/>
              </a:ext>
            </a:extLst>
          </p:cNvPr>
          <p:cNvSpPr txBox="1"/>
          <p:nvPr/>
        </p:nvSpPr>
        <p:spPr>
          <a:xfrm>
            <a:off x="5664312" y="491827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 hydrogen and helium</a:t>
            </a:r>
            <a:endParaRPr sz="1600" b="1" dirty="0">
              <a:solidFill>
                <a:srgbClr val="1E344D"/>
              </a:solidFill>
              <a:latin typeface="Karla"/>
              <a:ea typeface="Karla"/>
              <a:cs typeface="Karla"/>
              <a:sym typeface="Karla"/>
            </a:endParaRPr>
          </a:p>
        </p:txBody>
      </p:sp>
      <p:sp>
        <p:nvSpPr>
          <p:cNvPr id="39" name="文本框 38">
            <a:extLst>
              <a:ext uri="{FF2B5EF4-FFF2-40B4-BE49-F238E27FC236}">
                <a16:creationId xmlns:a16="http://schemas.microsoft.com/office/drawing/2014/main" id="{4AB427DE-2288-1C44-CF47-F3D8F4B92C30}"/>
              </a:ext>
            </a:extLst>
          </p:cNvPr>
          <p:cNvSpPr txBox="1"/>
          <p:nvPr/>
        </p:nvSpPr>
        <p:spPr>
          <a:xfrm>
            <a:off x="6305540" y="1591998"/>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794B8C2D-909F-E405-FE63-5F2B1A1A0408}"/>
              </a:ext>
            </a:extLst>
          </p:cNvPr>
          <p:cNvSpPr txBox="1"/>
          <p:nvPr/>
        </p:nvSpPr>
        <p:spPr>
          <a:xfrm>
            <a:off x="6305540" y="2920170"/>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BB438ACB-54E6-EFAC-7CF2-61B9DE09EE5D}"/>
              </a:ext>
            </a:extLst>
          </p:cNvPr>
          <p:cNvSpPr txBox="1"/>
          <p:nvPr/>
        </p:nvSpPr>
        <p:spPr>
          <a:xfrm>
            <a:off x="6365175" y="4400086"/>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2" name="Google Shape;281;p21">
            <a:extLst>
              <a:ext uri="{FF2B5EF4-FFF2-40B4-BE49-F238E27FC236}">
                <a16:creationId xmlns:a16="http://schemas.microsoft.com/office/drawing/2014/main" id="{F39DD408-7533-F99F-AD5A-C7BE145DF8C6}"/>
              </a:ext>
            </a:extLst>
          </p:cNvPr>
          <p:cNvSpPr txBox="1">
            <a:spLocks noGrp="1"/>
          </p:cNvSpPr>
          <p:nvPr/>
        </p:nvSpPr>
        <p:spPr>
          <a:xfrm>
            <a:off x="5664312" y="5440450"/>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43" name="Google Shape;282;p21">
            <a:extLst>
              <a:ext uri="{FF2B5EF4-FFF2-40B4-BE49-F238E27FC236}">
                <a16:creationId xmlns:a16="http://schemas.microsoft.com/office/drawing/2014/main" id="{30B8322A-78FA-2A54-D478-E1AA2729FA6E}"/>
              </a:ext>
            </a:extLst>
          </p:cNvPr>
          <p:cNvSpPr txBox="1"/>
          <p:nvPr/>
        </p:nvSpPr>
        <p:spPr>
          <a:xfrm>
            <a:off x="5664312" y="6165325"/>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a:t>
            </a:r>
            <a:endParaRPr sz="1600" b="1" dirty="0">
              <a:solidFill>
                <a:srgbClr val="1E344D"/>
              </a:solidFill>
              <a:latin typeface="Karla"/>
              <a:ea typeface="Karla"/>
              <a:cs typeface="Karla"/>
              <a:sym typeface="Karla"/>
            </a:endParaRPr>
          </a:p>
        </p:txBody>
      </p:sp>
      <p:sp>
        <p:nvSpPr>
          <p:cNvPr id="44" name="文本框 43">
            <a:extLst>
              <a:ext uri="{FF2B5EF4-FFF2-40B4-BE49-F238E27FC236}">
                <a16:creationId xmlns:a16="http://schemas.microsoft.com/office/drawing/2014/main" id="{8A162EB7-D3FD-22DC-9A33-7A974AE4ABCB}"/>
              </a:ext>
            </a:extLst>
          </p:cNvPr>
          <p:cNvSpPr txBox="1"/>
          <p:nvPr/>
        </p:nvSpPr>
        <p:spPr>
          <a:xfrm>
            <a:off x="6365175" y="5647132"/>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6" name="Google Shape;282;p21">
            <a:extLst>
              <a:ext uri="{FF2B5EF4-FFF2-40B4-BE49-F238E27FC236}">
                <a16:creationId xmlns:a16="http://schemas.microsoft.com/office/drawing/2014/main" id="{B234F699-8622-E269-9C6F-1A3086128D74}"/>
              </a:ext>
            </a:extLst>
          </p:cNvPr>
          <p:cNvSpPr txBox="1"/>
          <p:nvPr/>
        </p:nvSpPr>
        <p:spPr>
          <a:xfrm>
            <a:off x="382697" y="524118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 and</a:t>
            </a:r>
            <a:endParaRPr b="1" dirty="0">
              <a:solidFill>
                <a:srgbClr val="1E344D"/>
              </a:solidFill>
              <a:latin typeface="Karla"/>
              <a:ea typeface="Karla"/>
              <a:cs typeface="Karla"/>
              <a:sym typeface="Karla"/>
            </a:endParaRPr>
          </a:p>
        </p:txBody>
      </p:sp>
      <p:sp>
        <p:nvSpPr>
          <p:cNvPr id="47" name="文本框 46">
            <a:extLst>
              <a:ext uri="{FF2B5EF4-FFF2-40B4-BE49-F238E27FC236}">
                <a16:creationId xmlns:a16="http://schemas.microsoft.com/office/drawing/2014/main" id="{AC5A43E2-8268-296D-6383-9E45A965EBFB}"/>
              </a:ext>
            </a:extLst>
          </p:cNvPr>
          <p:cNvSpPr txBox="1"/>
          <p:nvPr/>
        </p:nvSpPr>
        <p:spPr>
          <a:xfrm>
            <a:off x="367943" y="4802509"/>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2D6529A1-8FE5-71F3-78A0-09802C6B79FB}"/>
              </a:ext>
            </a:extLst>
          </p:cNvPr>
          <p:cNvSpPr txBox="1"/>
          <p:nvPr/>
        </p:nvSpPr>
        <p:spPr>
          <a:xfrm>
            <a:off x="427577" y="5831146"/>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52" name="直线连接符 51">
            <a:extLst>
              <a:ext uri="{FF2B5EF4-FFF2-40B4-BE49-F238E27FC236}">
                <a16:creationId xmlns:a16="http://schemas.microsoft.com/office/drawing/2014/main" id="{67D1CD69-D091-11CA-B795-646E0E913B25}"/>
              </a:ext>
            </a:extLst>
          </p:cNvPr>
          <p:cNvCxnSpPr/>
          <p:nvPr/>
        </p:nvCxnSpPr>
        <p:spPr>
          <a:xfrm>
            <a:off x="7618820" y="1191127"/>
            <a:ext cx="0" cy="5338482"/>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4D5FE3A5-972A-A03C-70E0-92ABAD5715CA}"/>
              </a:ext>
            </a:extLst>
          </p:cNvPr>
          <p:cNvSpPr txBox="1"/>
          <p:nvPr/>
        </p:nvSpPr>
        <p:spPr>
          <a:xfrm>
            <a:off x="7819314" y="1930107"/>
            <a:ext cx="414550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2FB384AE-EB7A-1020-8878-BBE5B989F2CE}"/>
              </a:ext>
            </a:extLst>
          </p:cNvPr>
          <p:cNvSpPr txBox="1"/>
          <p:nvPr/>
        </p:nvSpPr>
        <p:spPr>
          <a:xfrm>
            <a:off x="9882117" y="2305325"/>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E39F0ADA-656A-006B-6F6B-67383D680B7A}"/>
              </a:ext>
            </a:extLst>
          </p:cNvPr>
          <p:cNvSpPr txBox="1"/>
          <p:nvPr/>
        </p:nvSpPr>
        <p:spPr>
          <a:xfrm>
            <a:off x="11044110" y="2498733"/>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FF965B70-9655-2014-16CC-9050372F9CEC}"/>
              </a:ext>
            </a:extLst>
          </p:cNvPr>
          <p:cNvSpPr txBox="1"/>
          <p:nvPr/>
        </p:nvSpPr>
        <p:spPr>
          <a:xfrm>
            <a:off x="8363700" y="1496717"/>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53" name="直线连接符 452">
            <a:extLst>
              <a:ext uri="{FF2B5EF4-FFF2-40B4-BE49-F238E27FC236}">
                <a16:creationId xmlns:a16="http://schemas.microsoft.com/office/drawing/2014/main" id="{43577634-BB90-816A-D329-BE5B3E49940D}"/>
              </a:ext>
            </a:extLst>
          </p:cNvPr>
          <p:cNvCxnSpPr/>
          <p:nvPr/>
        </p:nvCxnSpPr>
        <p:spPr>
          <a:xfrm>
            <a:off x="7954289" y="2999874"/>
            <a:ext cx="3914274"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483" name="Google Shape;5280;p76">
            <a:extLst>
              <a:ext uri="{FF2B5EF4-FFF2-40B4-BE49-F238E27FC236}">
                <a16:creationId xmlns:a16="http://schemas.microsoft.com/office/drawing/2014/main" id="{1653DA4F-389F-CFA7-9ACB-B69D3B0C320A}"/>
              </a:ext>
            </a:extLst>
          </p:cNvPr>
          <p:cNvSpPr/>
          <p:nvPr/>
        </p:nvSpPr>
        <p:spPr>
          <a:xfrm>
            <a:off x="8205987" y="3573052"/>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4" name="Google Shape;5281;p76">
            <a:extLst>
              <a:ext uri="{FF2B5EF4-FFF2-40B4-BE49-F238E27FC236}">
                <a16:creationId xmlns:a16="http://schemas.microsoft.com/office/drawing/2014/main" id="{8C1C0759-7698-5245-AA25-A4E0CBE3917D}"/>
              </a:ext>
            </a:extLst>
          </p:cNvPr>
          <p:cNvSpPr/>
          <p:nvPr/>
        </p:nvSpPr>
        <p:spPr>
          <a:xfrm>
            <a:off x="8224787" y="3516958"/>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5" name="Google Shape;5282;p76">
            <a:extLst>
              <a:ext uri="{FF2B5EF4-FFF2-40B4-BE49-F238E27FC236}">
                <a16:creationId xmlns:a16="http://schemas.microsoft.com/office/drawing/2014/main" id="{D1AA3E8D-B050-FD86-C290-31DDEBC36F2E}"/>
              </a:ext>
            </a:extLst>
          </p:cNvPr>
          <p:cNvSpPr/>
          <p:nvPr/>
        </p:nvSpPr>
        <p:spPr>
          <a:xfrm>
            <a:off x="8149448" y="3591804"/>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6" name="Google Shape;5283;p76">
            <a:extLst>
              <a:ext uri="{FF2B5EF4-FFF2-40B4-BE49-F238E27FC236}">
                <a16:creationId xmlns:a16="http://schemas.microsoft.com/office/drawing/2014/main" id="{01D93A65-206D-7AF4-A022-75383846A121}"/>
              </a:ext>
            </a:extLst>
          </p:cNvPr>
          <p:cNvSpPr/>
          <p:nvPr/>
        </p:nvSpPr>
        <p:spPr>
          <a:xfrm>
            <a:off x="7943780" y="3310868"/>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7" name="Google Shape;5284;p76">
            <a:extLst>
              <a:ext uri="{FF2B5EF4-FFF2-40B4-BE49-F238E27FC236}">
                <a16:creationId xmlns:a16="http://schemas.microsoft.com/office/drawing/2014/main" id="{1CEFD7A1-781F-4E32-43D7-3697F8972433}"/>
              </a:ext>
            </a:extLst>
          </p:cNvPr>
          <p:cNvSpPr/>
          <p:nvPr/>
        </p:nvSpPr>
        <p:spPr>
          <a:xfrm>
            <a:off x="8018485" y="3273528"/>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8" name="Google Shape;5285;p76">
            <a:extLst>
              <a:ext uri="{FF2B5EF4-FFF2-40B4-BE49-F238E27FC236}">
                <a16:creationId xmlns:a16="http://schemas.microsoft.com/office/drawing/2014/main" id="{6F5ED6E6-75E2-4C91-2333-E00C60B40EFA}"/>
              </a:ext>
            </a:extLst>
          </p:cNvPr>
          <p:cNvSpPr/>
          <p:nvPr/>
        </p:nvSpPr>
        <p:spPr>
          <a:xfrm>
            <a:off x="7906111" y="3385761"/>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9" name="Google Shape;5286;p76">
            <a:extLst>
              <a:ext uri="{FF2B5EF4-FFF2-40B4-BE49-F238E27FC236}">
                <a16:creationId xmlns:a16="http://schemas.microsoft.com/office/drawing/2014/main" id="{5E1A833F-5C6E-4DC8-787C-FC3B112BE650}"/>
              </a:ext>
            </a:extLst>
          </p:cNvPr>
          <p:cNvSpPr/>
          <p:nvPr/>
        </p:nvSpPr>
        <p:spPr>
          <a:xfrm>
            <a:off x="7875506" y="3399679"/>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90" name="Google Shape;5287;p76">
            <a:extLst>
              <a:ext uri="{FF2B5EF4-FFF2-40B4-BE49-F238E27FC236}">
                <a16:creationId xmlns:a16="http://schemas.microsoft.com/office/drawing/2014/main" id="{FC75A453-E43C-5B2F-8AC5-83AFA80CE819}"/>
              </a:ext>
            </a:extLst>
          </p:cNvPr>
          <p:cNvSpPr/>
          <p:nvPr/>
        </p:nvSpPr>
        <p:spPr>
          <a:xfrm>
            <a:off x="8008933" y="3245786"/>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91" name="文本框 490">
            <a:extLst>
              <a:ext uri="{FF2B5EF4-FFF2-40B4-BE49-F238E27FC236}">
                <a16:creationId xmlns:a16="http://schemas.microsoft.com/office/drawing/2014/main" id="{5A762DE5-DD8E-64F7-0E5E-D9ECF9327BDF}"/>
              </a:ext>
            </a:extLst>
          </p:cNvPr>
          <p:cNvSpPr txBox="1"/>
          <p:nvPr/>
        </p:nvSpPr>
        <p:spPr>
          <a:xfrm>
            <a:off x="7819314" y="3776542"/>
            <a:ext cx="414550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2" name="文本框 491">
            <a:extLst>
              <a:ext uri="{FF2B5EF4-FFF2-40B4-BE49-F238E27FC236}">
                <a16:creationId xmlns:a16="http://schemas.microsoft.com/office/drawing/2014/main" id="{A4D4D22A-D675-BC07-68A2-54D78E178379}"/>
              </a:ext>
            </a:extLst>
          </p:cNvPr>
          <p:cNvSpPr txBox="1"/>
          <p:nvPr/>
        </p:nvSpPr>
        <p:spPr>
          <a:xfrm>
            <a:off x="9882117" y="4151760"/>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3" name="文本框 492">
            <a:extLst>
              <a:ext uri="{FF2B5EF4-FFF2-40B4-BE49-F238E27FC236}">
                <a16:creationId xmlns:a16="http://schemas.microsoft.com/office/drawing/2014/main" id="{B61C2C5E-2355-96E3-D506-37BE0C2D313B}"/>
              </a:ext>
            </a:extLst>
          </p:cNvPr>
          <p:cNvSpPr txBox="1"/>
          <p:nvPr/>
        </p:nvSpPr>
        <p:spPr>
          <a:xfrm>
            <a:off x="11044110" y="4345168"/>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4" name="文本框 493">
            <a:extLst>
              <a:ext uri="{FF2B5EF4-FFF2-40B4-BE49-F238E27FC236}">
                <a16:creationId xmlns:a16="http://schemas.microsoft.com/office/drawing/2014/main" id="{32B1A448-6147-5331-2FFE-2E555C71E41E}"/>
              </a:ext>
            </a:extLst>
          </p:cNvPr>
          <p:cNvSpPr txBox="1"/>
          <p:nvPr/>
        </p:nvSpPr>
        <p:spPr>
          <a:xfrm>
            <a:off x="8363700" y="3343152"/>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95" name="直线连接符 494">
            <a:extLst>
              <a:ext uri="{FF2B5EF4-FFF2-40B4-BE49-F238E27FC236}">
                <a16:creationId xmlns:a16="http://schemas.microsoft.com/office/drawing/2014/main" id="{60A4DE2C-0C42-4D5A-AC5E-339348C9398B}"/>
              </a:ext>
            </a:extLst>
          </p:cNvPr>
          <p:cNvCxnSpPr/>
          <p:nvPr/>
        </p:nvCxnSpPr>
        <p:spPr>
          <a:xfrm>
            <a:off x="7954289" y="4846308"/>
            <a:ext cx="3914274"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506" name="文本框 505">
            <a:extLst>
              <a:ext uri="{FF2B5EF4-FFF2-40B4-BE49-F238E27FC236}">
                <a16:creationId xmlns:a16="http://schemas.microsoft.com/office/drawing/2014/main" id="{3A2C5FBC-AEBA-EB5A-0D19-E2512E7C1124}"/>
              </a:ext>
            </a:extLst>
          </p:cNvPr>
          <p:cNvSpPr txBox="1"/>
          <p:nvPr/>
        </p:nvSpPr>
        <p:spPr>
          <a:xfrm>
            <a:off x="7819314" y="5632708"/>
            <a:ext cx="414550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8" name="文本框 507">
            <a:extLst>
              <a:ext uri="{FF2B5EF4-FFF2-40B4-BE49-F238E27FC236}">
                <a16:creationId xmlns:a16="http://schemas.microsoft.com/office/drawing/2014/main" id="{B9C01A84-6E96-ABB9-EC66-918998C38243}"/>
              </a:ext>
            </a:extLst>
          </p:cNvPr>
          <p:cNvSpPr txBox="1"/>
          <p:nvPr/>
        </p:nvSpPr>
        <p:spPr>
          <a:xfrm>
            <a:off x="9882117" y="6007926"/>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9" name="文本框 508">
            <a:extLst>
              <a:ext uri="{FF2B5EF4-FFF2-40B4-BE49-F238E27FC236}">
                <a16:creationId xmlns:a16="http://schemas.microsoft.com/office/drawing/2014/main" id="{65ADDFCB-CBCF-4ACD-376F-7734D7398199}"/>
              </a:ext>
            </a:extLst>
          </p:cNvPr>
          <p:cNvSpPr txBox="1"/>
          <p:nvPr/>
        </p:nvSpPr>
        <p:spPr>
          <a:xfrm>
            <a:off x="11044110" y="6201334"/>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0" name="文本框 509">
            <a:extLst>
              <a:ext uri="{FF2B5EF4-FFF2-40B4-BE49-F238E27FC236}">
                <a16:creationId xmlns:a16="http://schemas.microsoft.com/office/drawing/2014/main" id="{01E92F80-9F70-1C04-18F4-CC6114FEC36F}"/>
              </a:ext>
            </a:extLst>
          </p:cNvPr>
          <p:cNvSpPr txBox="1"/>
          <p:nvPr/>
        </p:nvSpPr>
        <p:spPr>
          <a:xfrm>
            <a:off x="8363700" y="5199318"/>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8" name="Google Shape;5273;p76">
            <a:extLst>
              <a:ext uri="{FF2B5EF4-FFF2-40B4-BE49-F238E27FC236}">
                <a16:creationId xmlns:a16="http://schemas.microsoft.com/office/drawing/2014/main" id="{220A245E-58AF-4E05-EF45-476DE5A10F22}"/>
              </a:ext>
            </a:extLst>
          </p:cNvPr>
          <p:cNvSpPr/>
          <p:nvPr/>
        </p:nvSpPr>
        <p:spPr>
          <a:xfrm>
            <a:off x="8221546" y="1422954"/>
            <a:ext cx="61000" cy="30513"/>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1" name="Google Shape;5274;p76">
            <a:extLst>
              <a:ext uri="{FF2B5EF4-FFF2-40B4-BE49-F238E27FC236}">
                <a16:creationId xmlns:a16="http://schemas.microsoft.com/office/drawing/2014/main" id="{7F229BE8-E5BA-6923-E7C1-92915ED6B840}"/>
              </a:ext>
            </a:extLst>
          </p:cNvPr>
          <p:cNvSpPr/>
          <p:nvPr/>
        </p:nvSpPr>
        <p:spPr>
          <a:xfrm>
            <a:off x="8066873" y="1331495"/>
            <a:ext cx="50117" cy="61000"/>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2" name="Google Shape;5275;p76">
            <a:extLst>
              <a:ext uri="{FF2B5EF4-FFF2-40B4-BE49-F238E27FC236}">
                <a16:creationId xmlns:a16="http://schemas.microsoft.com/office/drawing/2014/main" id="{F95AF53D-F4A6-49BE-F5D6-E21C9C1E805F}"/>
              </a:ext>
            </a:extLst>
          </p:cNvPr>
          <p:cNvSpPr/>
          <p:nvPr/>
        </p:nvSpPr>
        <p:spPr>
          <a:xfrm>
            <a:off x="8173643" y="1331495"/>
            <a:ext cx="50117" cy="61000"/>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3" name="Google Shape;5276;p76">
            <a:extLst>
              <a:ext uri="{FF2B5EF4-FFF2-40B4-BE49-F238E27FC236}">
                <a16:creationId xmlns:a16="http://schemas.microsoft.com/office/drawing/2014/main" id="{0094B0A3-C07C-C0D7-1498-6337C4B7351B}"/>
              </a:ext>
            </a:extLst>
          </p:cNvPr>
          <p:cNvSpPr/>
          <p:nvPr/>
        </p:nvSpPr>
        <p:spPr>
          <a:xfrm>
            <a:off x="8008088" y="1422954"/>
            <a:ext cx="61027" cy="30513"/>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4" name="Google Shape;5277;p76">
            <a:extLst>
              <a:ext uri="{FF2B5EF4-FFF2-40B4-BE49-F238E27FC236}">
                <a16:creationId xmlns:a16="http://schemas.microsoft.com/office/drawing/2014/main" id="{CAAC75D7-3E20-5BFA-D37D-4A7A84567A31}"/>
              </a:ext>
            </a:extLst>
          </p:cNvPr>
          <p:cNvSpPr/>
          <p:nvPr/>
        </p:nvSpPr>
        <p:spPr>
          <a:xfrm>
            <a:off x="7886115" y="1576466"/>
            <a:ext cx="91513" cy="27445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5" name="Google Shape;5278;p76">
            <a:extLst>
              <a:ext uri="{FF2B5EF4-FFF2-40B4-BE49-F238E27FC236}">
                <a16:creationId xmlns:a16="http://schemas.microsoft.com/office/drawing/2014/main" id="{6FD27D44-FFF6-1913-7655-F6C1E46C7803}"/>
              </a:ext>
            </a:extLst>
          </p:cNvPr>
          <p:cNvSpPr/>
          <p:nvPr/>
        </p:nvSpPr>
        <p:spPr>
          <a:xfrm>
            <a:off x="8008088" y="1424007"/>
            <a:ext cx="346502" cy="426918"/>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8" name="Google Shape;5581;p76">
            <a:extLst>
              <a:ext uri="{FF2B5EF4-FFF2-40B4-BE49-F238E27FC236}">
                <a16:creationId xmlns:a16="http://schemas.microsoft.com/office/drawing/2014/main" id="{8539E713-4BE0-40A2-9AB3-814894762D45}"/>
              </a:ext>
            </a:extLst>
          </p:cNvPr>
          <p:cNvSpPr/>
          <p:nvPr/>
        </p:nvSpPr>
        <p:spPr>
          <a:xfrm>
            <a:off x="8216423" y="5375084"/>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9" name="Google Shape;5582;p76">
            <a:extLst>
              <a:ext uri="{FF2B5EF4-FFF2-40B4-BE49-F238E27FC236}">
                <a16:creationId xmlns:a16="http://schemas.microsoft.com/office/drawing/2014/main" id="{6F695031-1BE3-1023-63CA-18EE048CAA46}"/>
              </a:ext>
            </a:extLst>
          </p:cNvPr>
          <p:cNvSpPr/>
          <p:nvPr/>
        </p:nvSpPr>
        <p:spPr>
          <a:xfrm>
            <a:off x="7973321" y="5375084"/>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0" name="Google Shape;5583;p76">
            <a:extLst>
              <a:ext uri="{FF2B5EF4-FFF2-40B4-BE49-F238E27FC236}">
                <a16:creationId xmlns:a16="http://schemas.microsoft.com/office/drawing/2014/main" id="{845E846E-7698-CAFD-C3A6-AD039C10E679}"/>
              </a:ext>
            </a:extLst>
          </p:cNvPr>
          <p:cNvSpPr/>
          <p:nvPr/>
        </p:nvSpPr>
        <p:spPr>
          <a:xfrm>
            <a:off x="7889064" y="5160240"/>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1" name="Google Shape;5584;p76">
            <a:extLst>
              <a:ext uri="{FF2B5EF4-FFF2-40B4-BE49-F238E27FC236}">
                <a16:creationId xmlns:a16="http://schemas.microsoft.com/office/drawing/2014/main" id="{1B18A094-914E-D5C4-95FD-ADF6DF9CA9FB}"/>
              </a:ext>
            </a:extLst>
          </p:cNvPr>
          <p:cNvSpPr/>
          <p:nvPr/>
        </p:nvSpPr>
        <p:spPr>
          <a:xfrm>
            <a:off x="7939947" y="5521373"/>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2" name="Google Shape;5585;p76">
            <a:extLst>
              <a:ext uri="{FF2B5EF4-FFF2-40B4-BE49-F238E27FC236}">
                <a16:creationId xmlns:a16="http://schemas.microsoft.com/office/drawing/2014/main" id="{EF569C27-EE26-77BC-6746-EBA37BE6AA8E}"/>
              </a:ext>
            </a:extLst>
          </p:cNvPr>
          <p:cNvSpPr/>
          <p:nvPr/>
        </p:nvSpPr>
        <p:spPr>
          <a:xfrm>
            <a:off x="8178824" y="5521373"/>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6" name="文本框 535">
            <a:extLst>
              <a:ext uri="{FF2B5EF4-FFF2-40B4-BE49-F238E27FC236}">
                <a16:creationId xmlns:a16="http://schemas.microsoft.com/office/drawing/2014/main" id="{F2D4FF7E-1626-65B2-3E25-607A122C3437}"/>
              </a:ext>
            </a:extLst>
          </p:cNvPr>
          <p:cNvSpPr txBox="1"/>
          <p:nvPr/>
        </p:nvSpPr>
        <p:spPr>
          <a:xfrm>
            <a:off x="559972" y="2514600"/>
            <a:ext cx="1075377" cy="306957"/>
          </a:xfrm>
          <a:prstGeom prst="rect">
            <a:avLst/>
          </a:prstGeom>
          <a:noFill/>
        </p:spPr>
        <p:txBody>
          <a:bodyPr wrap="square" rtlCol="0">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538" name="文本框 537">
            <a:extLst>
              <a:ext uri="{FF2B5EF4-FFF2-40B4-BE49-F238E27FC236}">
                <a16:creationId xmlns:a16="http://schemas.microsoft.com/office/drawing/2014/main" id="{00D7FDD4-011D-5BBA-5089-1E9FE58FE318}"/>
              </a:ext>
            </a:extLst>
          </p:cNvPr>
          <p:cNvSpPr txBox="1"/>
          <p:nvPr/>
        </p:nvSpPr>
        <p:spPr>
          <a:xfrm>
            <a:off x="555624" y="2100829"/>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C5C8CC"/>
                </a:solidFill>
                <a:latin typeface="Alibaba PuHuiTi Medium" pitchFamily="18" charset="-122"/>
                <a:ea typeface="Alibaba PuHuiTi Medium" pitchFamily="18" charset="-122"/>
                <a:cs typeface="Alibaba PuHuiTi Medium" pitchFamily="18" charset="-122"/>
              </a:rPr>
              <a:t>I</a:t>
            </a:r>
            <a:r>
              <a:rPr lang="zh-CN" altLang="en-US" sz="1400" dirty="0">
                <a:solidFill>
                  <a:srgbClr val="C5C8CC"/>
                </a:solidFill>
                <a:latin typeface="Alibaba PuHuiTi Medium" pitchFamily="18" charset="-122"/>
                <a:ea typeface="Alibaba PuHuiTi Medium" pitchFamily="18" charset="-122"/>
                <a:cs typeface="Alibaba PuHuiTi Medium" pitchFamily="18" charset="-122"/>
              </a:rPr>
              <a:t>mportant data</a:t>
            </a:r>
          </a:p>
        </p:txBody>
      </p:sp>
      <p:sp>
        <p:nvSpPr>
          <p:cNvPr id="543" name="Google Shape;282;p21">
            <a:extLst>
              <a:ext uri="{FF2B5EF4-FFF2-40B4-BE49-F238E27FC236}">
                <a16:creationId xmlns:a16="http://schemas.microsoft.com/office/drawing/2014/main" id="{BEE999C5-2BAA-A71F-5B02-A3B9C38BD5CC}"/>
              </a:ext>
            </a:extLst>
          </p:cNvPr>
          <p:cNvSpPr txBox="1"/>
          <p:nvPr/>
        </p:nvSpPr>
        <p:spPr>
          <a:xfrm>
            <a:off x="382697" y="6165650"/>
            <a:ext cx="2689126" cy="4297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a:t>
            </a:r>
            <a:endParaRPr b="1" dirty="0">
              <a:solidFill>
                <a:srgbClr val="1E344D"/>
              </a:solidFill>
              <a:latin typeface="Karla"/>
              <a:ea typeface="Karla"/>
              <a:cs typeface="Karla"/>
              <a:sym typeface="Karla"/>
            </a:endParaRPr>
          </a:p>
        </p:txBody>
      </p:sp>
      <p:sp>
        <p:nvSpPr>
          <p:cNvPr id="2" name="文本框 1">
            <a:extLst>
              <a:ext uri="{FF2B5EF4-FFF2-40B4-BE49-F238E27FC236}">
                <a16:creationId xmlns:a16="http://schemas.microsoft.com/office/drawing/2014/main" id="{EE730022-A34F-E21E-ADF2-2B194706A296}"/>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427548CA-0DB0-DD59-8A25-93689DAB790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B0153339-5783-786E-D423-15A23729AB5B}"/>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F6CC2516-322E-10FA-A8EB-7A54C204F949}"/>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CAF3B33F-C601-5727-7182-B492AC64071D}"/>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1A9B0EEE-CF63-F6EC-4887-1FE6C041BA44}"/>
              </a:ext>
            </a:extLst>
          </p:cNvPr>
          <p:cNvGrpSpPr/>
          <p:nvPr/>
        </p:nvGrpSpPr>
        <p:grpSpPr>
          <a:xfrm>
            <a:off x="2323294" y="287981"/>
            <a:ext cx="356205" cy="355288"/>
            <a:chOff x="2323294" y="287981"/>
            <a:chExt cx="356205" cy="355288"/>
          </a:xfrm>
        </p:grpSpPr>
        <p:sp>
          <p:nvSpPr>
            <p:cNvPr id="8" name="Google Shape;7166;p80">
              <a:extLst>
                <a:ext uri="{FF2B5EF4-FFF2-40B4-BE49-F238E27FC236}">
                  <a16:creationId xmlns:a16="http://schemas.microsoft.com/office/drawing/2014/main" id="{BDB6549F-F9A6-254D-AAD0-23104C76DD0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080AA3D3-ECF4-5514-0405-4C40B58A9BD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85E35202-7783-C24A-9FC1-2A83B4DC633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DEE72B68-07CC-B404-196A-F30B04A1E31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16174867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 name="五边形 541">
            <a:extLst>
              <a:ext uri="{FF2B5EF4-FFF2-40B4-BE49-F238E27FC236}">
                <a16:creationId xmlns:a16="http://schemas.microsoft.com/office/drawing/2014/main" id="{DD7C38F6-F74F-CAB5-4C5A-CBBECE62AC7C}"/>
              </a:ext>
            </a:extLst>
          </p:cNvPr>
          <p:cNvSpPr/>
          <p:nvPr/>
        </p:nvSpPr>
        <p:spPr>
          <a:xfrm>
            <a:off x="5152628" y="2489592"/>
            <a:ext cx="1446024" cy="34577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0" name="五边形 539">
            <a:extLst>
              <a:ext uri="{FF2B5EF4-FFF2-40B4-BE49-F238E27FC236}">
                <a16:creationId xmlns:a16="http://schemas.microsoft.com/office/drawing/2014/main" id="{785F44E4-A34E-E279-ECC2-12A9BD4177B9}"/>
              </a:ext>
            </a:extLst>
          </p:cNvPr>
          <p:cNvSpPr/>
          <p:nvPr/>
        </p:nvSpPr>
        <p:spPr>
          <a:xfrm>
            <a:off x="5152628" y="2081229"/>
            <a:ext cx="1794076" cy="34724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Google Shape;3636;p71">
            <a:extLst>
              <a:ext uri="{FF2B5EF4-FFF2-40B4-BE49-F238E27FC236}">
                <a16:creationId xmlns:a16="http://schemas.microsoft.com/office/drawing/2014/main" id="{8B6862C1-3239-28F7-13CC-64FD34B73869}"/>
              </a:ext>
            </a:extLst>
          </p:cNvPr>
          <p:cNvSpPr/>
          <p:nvPr/>
        </p:nvSpPr>
        <p:spPr>
          <a:xfrm>
            <a:off x="5964519" y="2631530"/>
            <a:ext cx="3968473" cy="3458817"/>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1E344D"/>
          </a:solidFill>
          <a:ln>
            <a:noFill/>
          </a:ln>
        </p:spPr>
        <p:txBody>
          <a:bodyPr spcFirstLastPara="1" wrap="square" lIns="121900" tIns="121900" rIns="121900" bIns="121900" anchor="ctr" anchorCtr="0">
            <a:noAutofit/>
          </a:bodyPr>
          <a:lstStyle/>
          <a:p>
            <a:endParaRPr sz="2400" dirty="0"/>
          </a:p>
        </p:txBody>
      </p:sp>
      <p:grpSp>
        <p:nvGrpSpPr>
          <p:cNvPr id="14" name="Google Shape;3637;p71">
            <a:extLst>
              <a:ext uri="{FF2B5EF4-FFF2-40B4-BE49-F238E27FC236}">
                <a16:creationId xmlns:a16="http://schemas.microsoft.com/office/drawing/2014/main" id="{2C023782-1198-C349-821E-A08E2E6351B8}"/>
              </a:ext>
            </a:extLst>
          </p:cNvPr>
          <p:cNvGrpSpPr/>
          <p:nvPr/>
        </p:nvGrpSpPr>
        <p:grpSpPr>
          <a:xfrm>
            <a:off x="6175542" y="2634656"/>
            <a:ext cx="3639287" cy="3246795"/>
            <a:chOff x="6031360" y="3076713"/>
            <a:chExt cx="539107" cy="480965"/>
          </a:xfrm>
          <a:solidFill>
            <a:srgbClr val="C5C8CC">
              <a:alpha val="53890"/>
            </a:srgbClr>
          </a:solidFill>
        </p:grpSpPr>
        <p:sp>
          <p:nvSpPr>
            <p:cNvPr id="15" name="Google Shape;3638;p71">
              <a:extLst>
                <a:ext uri="{FF2B5EF4-FFF2-40B4-BE49-F238E27FC236}">
                  <a16:creationId xmlns:a16="http://schemas.microsoft.com/office/drawing/2014/main" id="{6C1D75D6-2F70-DDFC-5D8F-4379E470A90F}"/>
                </a:ext>
              </a:extLst>
            </p:cNvPr>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grpFill/>
            <a:ln>
              <a:noFill/>
            </a:ln>
          </p:spPr>
          <p:txBody>
            <a:bodyPr spcFirstLastPara="1" wrap="square" lIns="121900" tIns="121900" rIns="121900" bIns="121900" anchor="ctr" anchorCtr="0">
              <a:noAutofit/>
            </a:bodyPr>
            <a:lstStyle/>
            <a:p>
              <a:endParaRPr sz="2400"/>
            </a:p>
          </p:txBody>
        </p:sp>
        <p:sp>
          <p:nvSpPr>
            <p:cNvPr id="16" name="Google Shape;3639;p71">
              <a:extLst>
                <a:ext uri="{FF2B5EF4-FFF2-40B4-BE49-F238E27FC236}">
                  <a16:creationId xmlns:a16="http://schemas.microsoft.com/office/drawing/2014/main" id="{95D806F5-D3EE-F68B-35E2-8129DFA14545}"/>
                </a:ext>
              </a:extLst>
            </p:cNvPr>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grpFill/>
            <a:ln>
              <a:noFill/>
            </a:ln>
          </p:spPr>
          <p:txBody>
            <a:bodyPr spcFirstLastPara="1" wrap="square" lIns="121900" tIns="121900" rIns="121900" bIns="121900" anchor="ctr" anchorCtr="0">
              <a:noAutofit/>
            </a:bodyPr>
            <a:lstStyle/>
            <a:p>
              <a:endParaRPr sz="2400"/>
            </a:p>
          </p:txBody>
        </p:sp>
        <p:sp>
          <p:nvSpPr>
            <p:cNvPr id="17" name="Google Shape;3640;p71">
              <a:extLst>
                <a:ext uri="{FF2B5EF4-FFF2-40B4-BE49-F238E27FC236}">
                  <a16:creationId xmlns:a16="http://schemas.microsoft.com/office/drawing/2014/main" id="{4541A3AC-6181-634A-8FA2-A979557C9C09}"/>
                </a:ext>
              </a:extLst>
            </p:cNvPr>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grpFill/>
            <a:ln>
              <a:noFill/>
            </a:ln>
          </p:spPr>
          <p:txBody>
            <a:bodyPr spcFirstLastPara="1" wrap="square" lIns="121900" tIns="121900" rIns="121900" bIns="121900" anchor="ctr" anchorCtr="0">
              <a:noAutofit/>
            </a:bodyPr>
            <a:lstStyle/>
            <a:p>
              <a:endParaRPr sz="2400"/>
            </a:p>
          </p:txBody>
        </p:sp>
        <p:sp>
          <p:nvSpPr>
            <p:cNvPr id="18" name="Google Shape;3641;p71">
              <a:extLst>
                <a:ext uri="{FF2B5EF4-FFF2-40B4-BE49-F238E27FC236}">
                  <a16:creationId xmlns:a16="http://schemas.microsoft.com/office/drawing/2014/main" id="{2CD52B59-BF3E-2A7F-05A5-8A6B41C5AA5C}"/>
                </a:ext>
              </a:extLst>
            </p:cNvPr>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grpFill/>
            <a:ln>
              <a:noFill/>
            </a:ln>
          </p:spPr>
          <p:txBody>
            <a:bodyPr spcFirstLastPara="1" wrap="square" lIns="121900" tIns="121900" rIns="121900" bIns="121900" anchor="ctr" anchorCtr="0">
              <a:noAutofit/>
            </a:bodyPr>
            <a:lstStyle/>
            <a:p>
              <a:endParaRPr sz="2400"/>
            </a:p>
          </p:txBody>
        </p:sp>
        <p:sp>
          <p:nvSpPr>
            <p:cNvPr id="19" name="Google Shape;3642;p71">
              <a:extLst>
                <a:ext uri="{FF2B5EF4-FFF2-40B4-BE49-F238E27FC236}">
                  <a16:creationId xmlns:a16="http://schemas.microsoft.com/office/drawing/2014/main" id="{D07336F2-8374-AA08-A6CA-220FA6EBF2E1}"/>
                </a:ext>
              </a:extLst>
            </p:cNvPr>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grpFill/>
            <a:ln>
              <a:noFill/>
            </a:ln>
          </p:spPr>
          <p:txBody>
            <a:bodyPr spcFirstLastPara="1" wrap="square" lIns="121900" tIns="121900" rIns="121900" bIns="121900" anchor="ctr" anchorCtr="0">
              <a:noAutofit/>
            </a:bodyPr>
            <a:lstStyle/>
            <a:p>
              <a:endParaRPr sz="2400"/>
            </a:p>
          </p:txBody>
        </p:sp>
        <p:sp>
          <p:nvSpPr>
            <p:cNvPr id="20" name="Google Shape;3643;p71">
              <a:extLst>
                <a:ext uri="{FF2B5EF4-FFF2-40B4-BE49-F238E27FC236}">
                  <a16:creationId xmlns:a16="http://schemas.microsoft.com/office/drawing/2014/main" id="{AC863785-DD0A-03CA-605E-3105B120052C}"/>
                </a:ext>
              </a:extLst>
            </p:cNvPr>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grpFill/>
            <a:ln>
              <a:noFill/>
            </a:ln>
          </p:spPr>
          <p:txBody>
            <a:bodyPr spcFirstLastPara="1" wrap="square" lIns="121900" tIns="121900" rIns="121900" bIns="121900" anchor="ctr" anchorCtr="0">
              <a:noAutofit/>
            </a:bodyPr>
            <a:lstStyle/>
            <a:p>
              <a:endParaRPr sz="2400"/>
            </a:p>
          </p:txBody>
        </p:sp>
        <p:sp>
          <p:nvSpPr>
            <p:cNvPr id="21" name="Google Shape;3644;p71">
              <a:extLst>
                <a:ext uri="{FF2B5EF4-FFF2-40B4-BE49-F238E27FC236}">
                  <a16:creationId xmlns:a16="http://schemas.microsoft.com/office/drawing/2014/main" id="{8CF1BDA4-139A-1377-D3CB-93E364D45706}"/>
                </a:ext>
              </a:extLst>
            </p:cNvPr>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23" name="文本框 22">
            <a:extLst>
              <a:ext uri="{FF2B5EF4-FFF2-40B4-BE49-F238E27FC236}">
                <a16:creationId xmlns:a16="http://schemas.microsoft.com/office/drawing/2014/main" id="{6758BF0B-6787-6CF6-C1CA-EDB010E5FEED}"/>
              </a:ext>
            </a:extLst>
          </p:cNvPr>
          <p:cNvSpPr txBox="1"/>
          <p:nvPr/>
        </p:nvSpPr>
        <p:spPr>
          <a:xfrm>
            <a:off x="5080792" y="1416948"/>
            <a:ext cx="227253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52017D76-D324-FA8F-7895-297CED743EA1}"/>
              </a:ext>
            </a:extLst>
          </p:cNvPr>
          <p:cNvSpPr txBox="1"/>
          <p:nvPr/>
        </p:nvSpPr>
        <p:spPr>
          <a:xfrm>
            <a:off x="5097145" y="1081025"/>
            <a:ext cx="1620078" cy="461665"/>
          </a:xfrm>
          <a:prstGeom prst="rect">
            <a:avLst/>
          </a:prstGeom>
          <a:noFill/>
        </p:spPr>
        <p:txBody>
          <a:bodyPr wrap="square">
            <a:spAutoFit/>
          </a:bodyPr>
          <a:lstStyle/>
          <a:p>
            <a:r>
              <a:rPr kumimoji="1" lang="en" altLang="zh-CN" sz="2400" dirty="0">
                <a:solidFill>
                  <a:srgbClr val="BB3023"/>
                </a:solidFill>
                <a:latin typeface="Alibaba PuHuiTi" pitchFamily="18" charset="-122"/>
                <a:ea typeface="Alibaba PuHuiTi" pitchFamily="18" charset="-122"/>
                <a:cs typeface="Alibaba PuHuiTi" pitchFamily="18" charset="-122"/>
              </a:rPr>
              <a:t>main title</a:t>
            </a:r>
            <a:endParaRPr lang="zh-CN" altLang="en-US" sz="2400" dirty="0">
              <a:solidFill>
                <a:srgbClr val="BB3023"/>
              </a:solidFill>
              <a:latin typeface="Alibaba PuHuiTi" pitchFamily="18" charset="-122"/>
              <a:ea typeface="Alibaba PuHuiTi" pitchFamily="18" charset="-122"/>
              <a:cs typeface="Alibaba PuHuiTi" pitchFamily="18" charset="-122"/>
            </a:endParaRPr>
          </a:p>
        </p:txBody>
      </p:sp>
      <p:sp>
        <p:nvSpPr>
          <p:cNvPr id="30" name="弧 29">
            <a:extLst>
              <a:ext uri="{FF2B5EF4-FFF2-40B4-BE49-F238E27FC236}">
                <a16:creationId xmlns:a16="http://schemas.microsoft.com/office/drawing/2014/main" id="{06BB68CB-85B2-A6D0-007C-4289BF883E21}"/>
              </a:ext>
            </a:extLst>
          </p:cNvPr>
          <p:cNvSpPr/>
          <p:nvPr/>
        </p:nvSpPr>
        <p:spPr>
          <a:xfrm rot="14355332">
            <a:off x="7975734" y="1816648"/>
            <a:ext cx="3409997" cy="3540772"/>
          </a:xfrm>
          <a:prstGeom prst="arc">
            <a:avLst>
              <a:gd name="adj1" fmla="val 17743101"/>
              <a:gd name="adj2" fmla="val 3474258"/>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弧 30">
            <a:extLst>
              <a:ext uri="{FF2B5EF4-FFF2-40B4-BE49-F238E27FC236}">
                <a16:creationId xmlns:a16="http://schemas.microsoft.com/office/drawing/2014/main" id="{A3C08C30-2A65-76A7-9D94-FCA68941A0B1}"/>
              </a:ext>
            </a:extLst>
          </p:cNvPr>
          <p:cNvSpPr/>
          <p:nvPr/>
        </p:nvSpPr>
        <p:spPr>
          <a:xfrm rot="18351087">
            <a:off x="9583206" y="4195914"/>
            <a:ext cx="988404" cy="1166879"/>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2" name="弧 31">
            <a:extLst>
              <a:ext uri="{FF2B5EF4-FFF2-40B4-BE49-F238E27FC236}">
                <a16:creationId xmlns:a16="http://schemas.microsoft.com/office/drawing/2014/main" id="{8B80ACFD-2C49-60E6-95E1-E00921B87FDA}"/>
              </a:ext>
            </a:extLst>
          </p:cNvPr>
          <p:cNvSpPr/>
          <p:nvPr/>
        </p:nvSpPr>
        <p:spPr>
          <a:xfrm rot="15836152">
            <a:off x="5605537" y="4053731"/>
            <a:ext cx="1384392" cy="1645744"/>
          </a:xfrm>
          <a:prstGeom prst="arc">
            <a:avLst>
              <a:gd name="adj1" fmla="val 17006143"/>
              <a:gd name="adj2" fmla="val 592059"/>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3" name="Google Shape;277;p21">
            <a:extLst>
              <a:ext uri="{FF2B5EF4-FFF2-40B4-BE49-F238E27FC236}">
                <a16:creationId xmlns:a16="http://schemas.microsoft.com/office/drawing/2014/main" id="{B4AFF665-79D1-AEE6-DF96-A87E2272DE77}"/>
              </a:ext>
            </a:extLst>
          </p:cNvPr>
          <p:cNvSpPr txBox="1">
            <a:spLocks noGrp="1"/>
          </p:cNvSpPr>
          <p:nvPr/>
        </p:nvSpPr>
        <p:spPr>
          <a:xfrm>
            <a:off x="10274768" y="1915912"/>
            <a:ext cx="1917232" cy="494678"/>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chemeClr val="tx1"/>
                </a:solidFill>
                <a:latin typeface="Alibaba PuHuiTi" pitchFamily="18" charset="-122"/>
                <a:ea typeface="Alibaba PuHuiTi" pitchFamily="18" charset="-122"/>
                <a:cs typeface="Alibaba PuHuiTi" pitchFamily="18" charset="-122"/>
                <a:sym typeface="Poppins"/>
              </a:rPr>
              <a:t>MERCURY</a:t>
            </a:r>
            <a:endParaRPr sz="1200" dirty="0">
              <a:solidFill>
                <a:schemeClr val="tx1"/>
              </a:solidFill>
              <a:latin typeface="Alibaba PuHuiTi" pitchFamily="18" charset="-122"/>
              <a:ea typeface="Alibaba PuHuiTi" pitchFamily="18" charset="-122"/>
              <a:cs typeface="Alibaba PuHuiTi" pitchFamily="18" charset="-122"/>
              <a:sym typeface="Poppins"/>
            </a:endParaRPr>
          </a:p>
        </p:txBody>
      </p:sp>
      <p:sp>
        <p:nvSpPr>
          <p:cNvPr id="34" name="Google Shape;278;p21">
            <a:extLst>
              <a:ext uri="{FF2B5EF4-FFF2-40B4-BE49-F238E27FC236}">
                <a16:creationId xmlns:a16="http://schemas.microsoft.com/office/drawing/2014/main" id="{304AB4EE-908B-EE8D-C101-31EB75A31126}"/>
              </a:ext>
            </a:extLst>
          </p:cNvPr>
          <p:cNvSpPr txBox="1"/>
          <p:nvPr/>
        </p:nvSpPr>
        <p:spPr>
          <a:xfrm>
            <a:off x="10268398" y="2191796"/>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the closest planet to the Sun</a:t>
            </a:r>
            <a:endParaRPr sz="1600" b="1" dirty="0">
              <a:solidFill>
                <a:srgbClr val="1E344D"/>
              </a:solidFill>
              <a:latin typeface="Karla"/>
              <a:ea typeface="Karla"/>
              <a:cs typeface="Karla"/>
              <a:sym typeface="Karla"/>
            </a:endParaRPr>
          </a:p>
        </p:txBody>
      </p:sp>
      <p:sp>
        <p:nvSpPr>
          <p:cNvPr id="35" name="Google Shape;279;p21">
            <a:extLst>
              <a:ext uri="{FF2B5EF4-FFF2-40B4-BE49-F238E27FC236}">
                <a16:creationId xmlns:a16="http://schemas.microsoft.com/office/drawing/2014/main" id="{E09A0A98-8BC0-875E-9420-38190D556A6B}"/>
              </a:ext>
            </a:extLst>
          </p:cNvPr>
          <p:cNvSpPr txBox="1">
            <a:spLocks noGrp="1"/>
          </p:cNvSpPr>
          <p:nvPr/>
        </p:nvSpPr>
        <p:spPr>
          <a:xfrm>
            <a:off x="10268398" y="2779363"/>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MARS</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36" name="Google Shape;280;p21">
            <a:extLst>
              <a:ext uri="{FF2B5EF4-FFF2-40B4-BE49-F238E27FC236}">
                <a16:creationId xmlns:a16="http://schemas.microsoft.com/office/drawing/2014/main" id="{ED383F6B-3146-04BE-30D9-86CC8856F3D8}"/>
              </a:ext>
            </a:extLst>
          </p:cNvPr>
          <p:cNvSpPr txBox="1"/>
          <p:nvPr/>
        </p:nvSpPr>
        <p:spPr>
          <a:xfrm>
            <a:off x="10268398" y="3504238"/>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Mars is actually a very cold place</a:t>
            </a:r>
            <a:endParaRPr sz="1600" b="1" dirty="0">
              <a:solidFill>
                <a:srgbClr val="1E344D"/>
              </a:solidFill>
              <a:latin typeface="Karla"/>
              <a:ea typeface="Karla"/>
              <a:cs typeface="Karla"/>
              <a:sym typeface="Karla"/>
            </a:endParaRPr>
          </a:p>
        </p:txBody>
      </p:sp>
      <p:sp>
        <p:nvSpPr>
          <p:cNvPr id="37" name="Google Shape;281;p21">
            <a:extLst>
              <a:ext uri="{FF2B5EF4-FFF2-40B4-BE49-F238E27FC236}">
                <a16:creationId xmlns:a16="http://schemas.microsoft.com/office/drawing/2014/main" id="{9DCB1D2E-377A-B6F7-7A43-F4D300E975BD}"/>
              </a:ext>
            </a:extLst>
          </p:cNvPr>
          <p:cNvSpPr txBox="1">
            <a:spLocks noGrp="1"/>
          </p:cNvSpPr>
          <p:nvPr/>
        </p:nvSpPr>
        <p:spPr>
          <a:xfrm>
            <a:off x="10268398" y="4193404"/>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38" name="Google Shape;282;p21">
            <a:extLst>
              <a:ext uri="{FF2B5EF4-FFF2-40B4-BE49-F238E27FC236}">
                <a16:creationId xmlns:a16="http://schemas.microsoft.com/office/drawing/2014/main" id="{6F786C9C-0242-4AEC-62DE-4E3DE2E31BFE}"/>
              </a:ext>
            </a:extLst>
          </p:cNvPr>
          <p:cNvSpPr txBox="1"/>
          <p:nvPr/>
        </p:nvSpPr>
        <p:spPr>
          <a:xfrm>
            <a:off x="10268398" y="491827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 hydrogen and helium</a:t>
            </a:r>
            <a:endParaRPr sz="1600" b="1" dirty="0">
              <a:solidFill>
                <a:srgbClr val="1E344D"/>
              </a:solidFill>
              <a:latin typeface="Karla"/>
              <a:ea typeface="Karla"/>
              <a:cs typeface="Karla"/>
              <a:sym typeface="Karla"/>
            </a:endParaRPr>
          </a:p>
        </p:txBody>
      </p:sp>
      <p:sp>
        <p:nvSpPr>
          <p:cNvPr id="39" name="文本框 38">
            <a:extLst>
              <a:ext uri="{FF2B5EF4-FFF2-40B4-BE49-F238E27FC236}">
                <a16:creationId xmlns:a16="http://schemas.microsoft.com/office/drawing/2014/main" id="{4AB427DE-2288-1C44-CF47-F3D8F4B92C30}"/>
              </a:ext>
            </a:extLst>
          </p:cNvPr>
          <p:cNvSpPr txBox="1"/>
          <p:nvPr/>
        </p:nvSpPr>
        <p:spPr>
          <a:xfrm>
            <a:off x="10909626" y="1591998"/>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794B8C2D-909F-E405-FE63-5F2B1A1A0408}"/>
              </a:ext>
            </a:extLst>
          </p:cNvPr>
          <p:cNvSpPr txBox="1"/>
          <p:nvPr/>
        </p:nvSpPr>
        <p:spPr>
          <a:xfrm>
            <a:off x="10909626" y="2920170"/>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BB438ACB-54E6-EFAC-7CF2-61B9DE09EE5D}"/>
              </a:ext>
            </a:extLst>
          </p:cNvPr>
          <p:cNvSpPr txBox="1"/>
          <p:nvPr/>
        </p:nvSpPr>
        <p:spPr>
          <a:xfrm>
            <a:off x="10969261" y="4400086"/>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2" name="Google Shape;281;p21">
            <a:extLst>
              <a:ext uri="{FF2B5EF4-FFF2-40B4-BE49-F238E27FC236}">
                <a16:creationId xmlns:a16="http://schemas.microsoft.com/office/drawing/2014/main" id="{F39DD408-7533-F99F-AD5A-C7BE145DF8C6}"/>
              </a:ext>
            </a:extLst>
          </p:cNvPr>
          <p:cNvSpPr txBox="1">
            <a:spLocks noGrp="1"/>
          </p:cNvSpPr>
          <p:nvPr/>
        </p:nvSpPr>
        <p:spPr>
          <a:xfrm>
            <a:off x="10268398" y="5440450"/>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43" name="Google Shape;282;p21">
            <a:extLst>
              <a:ext uri="{FF2B5EF4-FFF2-40B4-BE49-F238E27FC236}">
                <a16:creationId xmlns:a16="http://schemas.microsoft.com/office/drawing/2014/main" id="{30B8322A-78FA-2A54-D478-E1AA2729FA6E}"/>
              </a:ext>
            </a:extLst>
          </p:cNvPr>
          <p:cNvSpPr txBox="1"/>
          <p:nvPr/>
        </p:nvSpPr>
        <p:spPr>
          <a:xfrm>
            <a:off x="10268398" y="6165325"/>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a:t>
            </a:r>
            <a:endParaRPr sz="1600" b="1" dirty="0">
              <a:solidFill>
                <a:srgbClr val="1E344D"/>
              </a:solidFill>
              <a:latin typeface="Karla"/>
              <a:ea typeface="Karla"/>
              <a:cs typeface="Karla"/>
              <a:sym typeface="Karla"/>
            </a:endParaRPr>
          </a:p>
        </p:txBody>
      </p:sp>
      <p:sp>
        <p:nvSpPr>
          <p:cNvPr id="44" name="文本框 43">
            <a:extLst>
              <a:ext uri="{FF2B5EF4-FFF2-40B4-BE49-F238E27FC236}">
                <a16:creationId xmlns:a16="http://schemas.microsoft.com/office/drawing/2014/main" id="{8A162EB7-D3FD-22DC-9A33-7A974AE4ABCB}"/>
              </a:ext>
            </a:extLst>
          </p:cNvPr>
          <p:cNvSpPr txBox="1"/>
          <p:nvPr/>
        </p:nvSpPr>
        <p:spPr>
          <a:xfrm>
            <a:off x="10969261" y="5647132"/>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6" name="Google Shape;282;p21">
            <a:extLst>
              <a:ext uri="{FF2B5EF4-FFF2-40B4-BE49-F238E27FC236}">
                <a16:creationId xmlns:a16="http://schemas.microsoft.com/office/drawing/2014/main" id="{B234F699-8622-E269-9C6F-1A3086128D74}"/>
              </a:ext>
            </a:extLst>
          </p:cNvPr>
          <p:cNvSpPr txBox="1"/>
          <p:nvPr/>
        </p:nvSpPr>
        <p:spPr>
          <a:xfrm>
            <a:off x="4986783" y="524118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 and</a:t>
            </a:r>
            <a:endParaRPr b="1" dirty="0">
              <a:solidFill>
                <a:srgbClr val="1E344D"/>
              </a:solidFill>
              <a:latin typeface="Karla"/>
              <a:ea typeface="Karla"/>
              <a:cs typeface="Karla"/>
              <a:sym typeface="Karla"/>
            </a:endParaRPr>
          </a:p>
        </p:txBody>
      </p:sp>
      <p:sp>
        <p:nvSpPr>
          <p:cNvPr id="47" name="文本框 46">
            <a:extLst>
              <a:ext uri="{FF2B5EF4-FFF2-40B4-BE49-F238E27FC236}">
                <a16:creationId xmlns:a16="http://schemas.microsoft.com/office/drawing/2014/main" id="{AC5A43E2-8268-296D-6383-9E45A965EBFB}"/>
              </a:ext>
            </a:extLst>
          </p:cNvPr>
          <p:cNvSpPr txBox="1"/>
          <p:nvPr/>
        </p:nvSpPr>
        <p:spPr>
          <a:xfrm>
            <a:off x="4972029" y="4802509"/>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2D6529A1-8FE5-71F3-78A0-09802C6B79FB}"/>
              </a:ext>
            </a:extLst>
          </p:cNvPr>
          <p:cNvSpPr txBox="1"/>
          <p:nvPr/>
        </p:nvSpPr>
        <p:spPr>
          <a:xfrm>
            <a:off x="5031663" y="5831146"/>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52" name="直线连接符 51">
            <a:extLst>
              <a:ext uri="{FF2B5EF4-FFF2-40B4-BE49-F238E27FC236}">
                <a16:creationId xmlns:a16="http://schemas.microsoft.com/office/drawing/2014/main" id="{67D1CD69-D091-11CA-B795-646E0E913B25}"/>
              </a:ext>
            </a:extLst>
          </p:cNvPr>
          <p:cNvCxnSpPr/>
          <p:nvPr/>
        </p:nvCxnSpPr>
        <p:spPr>
          <a:xfrm>
            <a:off x="4827494" y="1143000"/>
            <a:ext cx="0" cy="5338482"/>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4D5FE3A5-972A-A03C-70E0-92ABAD5715CA}"/>
              </a:ext>
            </a:extLst>
          </p:cNvPr>
          <p:cNvSpPr txBox="1"/>
          <p:nvPr/>
        </p:nvSpPr>
        <p:spPr>
          <a:xfrm>
            <a:off x="520156" y="1785728"/>
            <a:ext cx="414550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2FB384AE-EB7A-1020-8878-BBE5B989F2CE}"/>
              </a:ext>
            </a:extLst>
          </p:cNvPr>
          <p:cNvSpPr txBox="1"/>
          <p:nvPr/>
        </p:nvSpPr>
        <p:spPr>
          <a:xfrm>
            <a:off x="2582959" y="2160946"/>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E39F0ADA-656A-006B-6F6B-67383D680B7A}"/>
              </a:ext>
            </a:extLst>
          </p:cNvPr>
          <p:cNvSpPr txBox="1"/>
          <p:nvPr/>
        </p:nvSpPr>
        <p:spPr>
          <a:xfrm>
            <a:off x="3744952" y="2354354"/>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FF965B70-9655-2014-16CC-9050372F9CEC}"/>
              </a:ext>
            </a:extLst>
          </p:cNvPr>
          <p:cNvSpPr txBox="1"/>
          <p:nvPr/>
        </p:nvSpPr>
        <p:spPr>
          <a:xfrm>
            <a:off x="1064542" y="1352338"/>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53" name="直线连接符 452">
            <a:extLst>
              <a:ext uri="{FF2B5EF4-FFF2-40B4-BE49-F238E27FC236}">
                <a16:creationId xmlns:a16="http://schemas.microsoft.com/office/drawing/2014/main" id="{43577634-BB90-816A-D329-BE5B3E49940D}"/>
              </a:ext>
            </a:extLst>
          </p:cNvPr>
          <p:cNvCxnSpPr/>
          <p:nvPr/>
        </p:nvCxnSpPr>
        <p:spPr>
          <a:xfrm>
            <a:off x="655131" y="2855495"/>
            <a:ext cx="3914274"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483" name="Google Shape;5280;p76">
            <a:extLst>
              <a:ext uri="{FF2B5EF4-FFF2-40B4-BE49-F238E27FC236}">
                <a16:creationId xmlns:a16="http://schemas.microsoft.com/office/drawing/2014/main" id="{1653DA4F-389F-CFA7-9ACB-B69D3B0C320A}"/>
              </a:ext>
            </a:extLst>
          </p:cNvPr>
          <p:cNvSpPr/>
          <p:nvPr/>
        </p:nvSpPr>
        <p:spPr>
          <a:xfrm>
            <a:off x="906829" y="3428673"/>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4" name="Google Shape;5281;p76">
            <a:extLst>
              <a:ext uri="{FF2B5EF4-FFF2-40B4-BE49-F238E27FC236}">
                <a16:creationId xmlns:a16="http://schemas.microsoft.com/office/drawing/2014/main" id="{8C1C0759-7698-5245-AA25-A4E0CBE3917D}"/>
              </a:ext>
            </a:extLst>
          </p:cNvPr>
          <p:cNvSpPr/>
          <p:nvPr/>
        </p:nvSpPr>
        <p:spPr>
          <a:xfrm>
            <a:off x="925629" y="3372579"/>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5" name="Google Shape;5282;p76">
            <a:extLst>
              <a:ext uri="{FF2B5EF4-FFF2-40B4-BE49-F238E27FC236}">
                <a16:creationId xmlns:a16="http://schemas.microsoft.com/office/drawing/2014/main" id="{D1AA3E8D-B050-FD86-C290-31DDEBC36F2E}"/>
              </a:ext>
            </a:extLst>
          </p:cNvPr>
          <p:cNvSpPr/>
          <p:nvPr/>
        </p:nvSpPr>
        <p:spPr>
          <a:xfrm>
            <a:off x="850290" y="3447425"/>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6" name="Google Shape;5283;p76">
            <a:extLst>
              <a:ext uri="{FF2B5EF4-FFF2-40B4-BE49-F238E27FC236}">
                <a16:creationId xmlns:a16="http://schemas.microsoft.com/office/drawing/2014/main" id="{01D93A65-206D-7AF4-A022-75383846A121}"/>
              </a:ext>
            </a:extLst>
          </p:cNvPr>
          <p:cNvSpPr/>
          <p:nvPr/>
        </p:nvSpPr>
        <p:spPr>
          <a:xfrm>
            <a:off x="644622" y="3166489"/>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7" name="Google Shape;5284;p76">
            <a:extLst>
              <a:ext uri="{FF2B5EF4-FFF2-40B4-BE49-F238E27FC236}">
                <a16:creationId xmlns:a16="http://schemas.microsoft.com/office/drawing/2014/main" id="{1CEFD7A1-781F-4E32-43D7-3697F8972433}"/>
              </a:ext>
            </a:extLst>
          </p:cNvPr>
          <p:cNvSpPr/>
          <p:nvPr/>
        </p:nvSpPr>
        <p:spPr>
          <a:xfrm>
            <a:off x="719327" y="3129149"/>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8" name="Google Shape;5285;p76">
            <a:extLst>
              <a:ext uri="{FF2B5EF4-FFF2-40B4-BE49-F238E27FC236}">
                <a16:creationId xmlns:a16="http://schemas.microsoft.com/office/drawing/2014/main" id="{6F5ED6E6-75E2-4C91-2333-E00C60B40EFA}"/>
              </a:ext>
            </a:extLst>
          </p:cNvPr>
          <p:cNvSpPr/>
          <p:nvPr/>
        </p:nvSpPr>
        <p:spPr>
          <a:xfrm>
            <a:off x="606953" y="3241382"/>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9" name="Google Shape;5286;p76">
            <a:extLst>
              <a:ext uri="{FF2B5EF4-FFF2-40B4-BE49-F238E27FC236}">
                <a16:creationId xmlns:a16="http://schemas.microsoft.com/office/drawing/2014/main" id="{5E1A833F-5C6E-4DC8-787C-FC3B112BE650}"/>
              </a:ext>
            </a:extLst>
          </p:cNvPr>
          <p:cNvSpPr/>
          <p:nvPr/>
        </p:nvSpPr>
        <p:spPr>
          <a:xfrm>
            <a:off x="576348" y="3255300"/>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90" name="Google Shape;5287;p76">
            <a:extLst>
              <a:ext uri="{FF2B5EF4-FFF2-40B4-BE49-F238E27FC236}">
                <a16:creationId xmlns:a16="http://schemas.microsoft.com/office/drawing/2014/main" id="{FC75A453-E43C-5B2F-8AC5-83AFA80CE819}"/>
              </a:ext>
            </a:extLst>
          </p:cNvPr>
          <p:cNvSpPr/>
          <p:nvPr/>
        </p:nvSpPr>
        <p:spPr>
          <a:xfrm>
            <a:off x="709775" y="3101407"/>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91" name="文本框 490">
            <a:extLst>
              <a:ext uri="{FF2B5EF4-FFF2-40B4-BE49-F238E27FC236}">
                <a16:creationId xmlns:a16="http://schemas.microsoft.com/office/drawing/2014/main" id="{5A762DE5-DD8E-64F7-0E5E-D9ECF9327BDF}"/>
              </a:ext>
            </a:extLst>
          </p:cNvPr>
          <p:cNvSpPr txBox="1"/>
          <p:nvPr/>
        </p:nvSpPr>
        <p:spPr>
          <a:xfrm>
            <a:off x="520156" y="3632163"/>
            <a:ext cx="414550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2" name="文本框 491">
            <a:extLst>
              <a:ext uri="{FF2B5EF4-FFF2-40B4-BE49-F238E27FC236}">
                <a16:creationId xmlns:a16="http://schemas.microsoft.com/office/drawing/2014/main" id="{A4D4D22A-D675-BC07-68A2-54D78E178379}"/>
              </a:ext>
            </a:extLst>
          </p:cNvPr>
          <p:cNvSpPr txBox="1"/>
          <p:nvPr/>
        </p:nvSpPr>
        <p:spPr>
          <a:xfrm>
            <a:off x="2582959" y="4007381"/>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3" name="文本框 492">
            <a:extLst>
              <a:ext uri="{FF2B5EF4-FFF2-40B4-BE49-F238E27FC236}">
                <a16:creationId xmlns:a16="http://schemas.microsoft.com/office/drawing/2014/main" id="{B61C2C5E-2355-96E3-D506-37BE0C2D313B}"/>
              </a:ext>
            </a:extLst>
          </p:cNvPr>
          <p:cNvSpPr txBox="1"/>
          <p:nvPr/>
        </p:nvSpPr>
        <p:spPr>
          <a:xfrm>
            <a:off x="3744952" y="4200789"/>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4" name="文本框 493">
            <a:extLst>
              <a:ext uri="{FF2B5EF4-FFF2-40B4-BE49-F238E27FC236}">
                <a16:creationId xmlns:a16="http://schemas.microsoft.com/office/drawing/2014/main" id="{32B1A448-6147-5331-2FFE-2E555C71E41E}"/>
              </a:ext>
            </a:extLst>
          </p:cNvPr>
          <p:cNvSpPr txBox="1"/>
          <p:nvPr/>
        </p:nvSpPr>
        <p:spPr>
          <a:xfrm>
            <a:off x="1064542" y="3198773"/>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495" name="直线连接符 494">
            <a:extLst>
              <a:ext uri="{FF2B5EF4-FFF2-40B4-BE49-F238E27FC236}">
                <a16:creationId xmlns:a16="http://schemas.microsoft.com/office/drawing/2014/main" id="{60A4DE2C-0C42-4D5A-AC5E-339348C9398B}"/>
              </a:ext>
            </a:extLst>
          </p:cNvPr>
          <p:cNvCxnSpPr/>
          <p:nvPr/>
        </p:nvCxnSpPr>
        <p:spPr>
          <a:xfrm>
            <a:off x="655131" y="4701929"/>
            <a:ext cx="3914274"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506" name="文本框 505">
            <a:extLst>
              <a:ext uri="{FF2B5EF4-FFF2-40B4-BE49-F238E27FC236}">
                <a16:creationId xmlns:a16="http://schemas.microsoft.com/office/drawing/2014/main" id="{3A2C5FBC-AEBA-EB5A-0D19-E2512E7C1124}"/>
              </a:ext>
            </a:extLst>
          </p:cNvPr>
          <p:cNvSpPr txBox="1"/>
          <p:nvPr/>
        </p:nvSpPr>
        <p:spPr>
          <a:xfrm>
            <a:off x="520156" y="5488329"/>
            <a:ext cx="4145502" cy="577081"/>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8" name="文本框 507">
            <a:extLst>
              <a:ext uri="{FF2B5EF4-FFF2-40B4-BE49-F238E27FC236}">
                <a16:creationId xmlns:a16="http://schemas.microsoft.com/office/drawing/2014/main" id="{B9C01A84-6E96-ABB9-EC66-918998C38243}"/>
              </a:ext>
            </a:extLst>
          </p:cNvPr>
          <p:cNvSpPr txBox="1"/>
          <p:nvPr/>
        </p:nvSpPr>
        <p:spPr>
          <a:xfrm>
            <a:off x="2582959" y="5863547"/>
            <a:ext cx="1250663" cy="646331"/>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1E344D"/>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09" name="文本框 508">
            <a:extLst>
              <a:ext uri="{FF2B5EF4-FFF2-40B4-BE49-F238E27FC236}">
                <a16:creationId xmlns:a16="http://schemas.microsoft.com/office/drawing/2014/main" id="{65ADDFCB-CBCF-4ACD-376F-7734D7398199}"/>
              </a:ext>
            </a:extLst>
          </p:cNvPr>
          <p:cNvSpPr txBox="1"/>
          <p:nvPr/>
        </p:nvSpPr>
        <p:spPr>
          <a:xfrm>
            <a:off x="3744952" y="6056955"/>
            <a:ext cx="91242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0" name="文本框 509">
            <a:extLst>
              <a:ext uri="{FF2B5EF4-FFF2-40B4-BE49-F238E27FC236}">
                <a16:creationId xmlns:a16="http://schemas.microsoft.com/office/drawing/2014/main" id="{01E92F80-9F70-1C04-18F4-CC6114FEC36F}"/>
              </a:ext>
            </a:extLst>
          </p:cNvPr>
          <p:cNvSpPr txBox="1"/>
          <p:nvPr/>
        </p:nvSpPr>
        <p:spPr>
          <a:xfrm>
            <a:off x="1064542" y="5054939"/>
            <a:ext cx="1443024" cy="400110"/>
          </a:xfrm>
          <a:prstGeom prst="rect">
            <a:avLst/>
          </a:prstGeom>
          <a:noFill/>
        </p:spPr>
        <p:txBody>
          <a:bodyPr wrap="non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18" name="Google Shape;5273;p76">
            <a:extLst>
              <a:ext uri="{FF2B5EF4-FFF2-40B4-BE49-F238E27FC236}">
                <a16:creationId xmlns:a16="http://schemas.microsoft.com/office/drawing/2014/main" id="{220A245E-58AF-4E05-EF45-476DE5A10F22}"/>
              </a:ext>
            </a:extLst>
          </p:cNvPr>
          <p:cNvSpPr/>
          <p:nvPr/>
        </p:nvSpPr>
        <p:spPr>
          <a:xfrm>
            <a:off x="922388" y="1278575"/>
            <a:ext cx="61000" cy="30513"/>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1" name="Google Shape;5274;p76">
            <a:extLst>
              <a:ext uri="{FF2B5EF4-FFF2-40B4-BE49-F238E27FC236}">
                <a16:creationId xmlns:a16="http://schemas.microsoft.com/office/drawing/2014/main" id="{7F229BE8-E5BA-6923-E7C1-92915ED6B840}"/>
              </a:ext>
            </a:extLst>
          </p:cNvPr>
          <p:cNvSpPr/>
          <p:nvPr/>
        </p:nvSpPr>
        <p:spPr>
          <a:xfrm>
            <a:off x="767715" y="1187116"/>
            <a:ext cx="50117" cy="61000"/>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2" name="Google Shape;5275;p76">
            <a:extLst>
              <a:ext uri="{FF2B5EF4-FFF2-40B4-BE49-F238E27FC236}">
                <a16:creationId xmlns:a16="http://schemas.microsoft.com/office/drawing/2014/main" id="{F95AF53D-F4A6-49BE-F5D6-E21C9C1E805F}"/>
              </a:ext>
            </a:extLst>
          </p:cNvPr>
          <p:cNvSpPr/>
          <p:nvPr/>
        </p:nvSpPr>
        <p:spPr>
          <a:xfrm>
            <a:off x="874485" y="1187116"/>
            <a:ext cx="50117" cy="61000"/>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3" name="Google Shape;5276;p76">
            <a:extLst>
              <a:ext uri="{FF2B5EF4-FFF2-40B4-BE49-F238E27FC236}">
                <a16:creationId xmlns:a16="http://schemas.microsoft.com/office/drawing/2014/main" id="{0094B0A3-C07C-C0D7-1498-6337C4B7351B}"/>
              </a:ext>
            </a:extLst>
          </p:cNvPr>
          <p:cNvSpPr/>
          <p:nvPr/>
        </p:nvSpPr>
        <p:spPr>
          <a:xfrm>
            <a:off x="708930" y="1278575"/>
            <a:ext cx="61027" cy="30513"/>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4" name="Google Shape;5277;p76">
            <a:extLst>
              <a:ext uri="{FF2B5EF4-FFF2-40B4-BE49-F238E27FC236}">
                <a16:creationId xmlns:a16="http://schemas.microsoft.com/office/drawing/2014/main" id="{CAAC75D7-3E20-5BFA-D37D-4A7A84567A31}"/>
              </a:ext>
            </a:extLst>
          </p:cNvPr>
          <p:cNvSpPr/>
          <p:nvPr/>
        </p:nvSpPr>
        <p:spPr>
          <a:xfrm>
            <a:off x="586957" y="1432087"/>
            <a:ext cx="91513" cy="27445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5" name="Google Shape;5278;p76">
            <a:extLst>
              <a:ext uri="{FF2B5EF4-FFF2-40B4-BE49-F238E27FC236}">
                <a16:creationId xmlns:a16="http://schemas.microsoft.com/office/drawing/2014/main" id="{6FD27D44-FFF6-1913-7655-F6C1E46C7803}"/>
              </a:ext>
            </a:extLst>
          </p:cNvPr>
          <p:cNvSpPr/>
          <p:nvPr/>
        </p:nvSpPr>
        <p:spPr>
          <a:xfrm>
            <a:off x="708930" y="1279628"/>
            <a:ext cx="346502" cy="426918"/>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8" name="Google Shape;5581;p76">
            <a:extLst>
              <a:ext uri="{FF2B5EF4-FFF2-40B4-BE49-F238E27FC236}">
                <a16:creationId xmlns:a16="http://schemas.microsoft.com/office/drawing/2014/main" id="{8539E713-4BE0-40A2-9AB3-814894762D45}"/>
              </a:ext>
            </a:extLst>
          </p:cNvPr>
          <p:cNvSpPr/>
          <p:nvPr/>
        </p:nvSpPr>
        <p:spPr>
          <a:xfrm>
            <a:off x="917265" y="5230705"/>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9" name="Google Shape;5582;p76">
            <a:extLst>
              <a:ext uri="{FF2B5EF4-FFF2-40B4-BE49-F238E27FC236}">
                <a16:creationId xmlns:a16="http://schemas.microsoft.com/office/drawing/2014/main" id="{6F695031-1BE3-1023-63CA-18EE048CAA46}"/>
              </a:ext>
            </a:extLst>
          </p:cNvPr>
          <p:cNvSpPr/>
          <p:nvPr/>
        </p:nvSpPr>
        <p:spPr>
          <a:xfrm>
            <a:off x="674163" y="5230705"/>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0" name="Google Shape;5583;p76">
            <a:extLst>
              <a:ext uri="{FF2B5EF4-FFF2-40B4-BE49-F238E27FC236}">
                <a16:creationId xmlns:a16="http://schemas.microsoft.com/office/drawing/2014/main" id="{845E846E-7698-CAFD-C3A6-AD039C10E679}"/>
              </a:ext>
            </a:extLst>
          </p:cNvPr>
          <p:cNvSpPr/>
          <p:nvPr/>
        </p:nvSpPr>
        <p:spPr>
          <a:xfrm>
            <a:off x="589906" y="5015861"/>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1" name="Google Shape;5584;p76">
            <a:extLst>
              <a:ext uri="{FF2B5EF4-FFF2-40B4-BE49-F238E27FC236}">
                <a16:creationId xmlns:a16="http://schemas.microsoft.com/office/drawing/2014/main" id="{1B18A094-914E-D5C4-95FD-ADF6DF9CA9FB}"/>
              </a:ext>
            </a:extLst>
          </p:cNvPr>
          <p:cNvSpPr/>
          <p:nvPr/>
        </p:nvSpPr>
        <p:spPr>
          <a:xfrm>
            <a:off x="640789" y="5376994"/>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2" name="Google Shape;5585;p76">
            <a:extLst>
              <a:ext uri="{FF2B5EF4-FFF2-40B4-BE49-F238E27FC236}">
                <a16:creationId xmlns:a16="http://schemas.microsoft.com/office/drawing/2014/main" id="{EF569C27-EE26-77BC-6746-EBA37BE6AA8E}"/>
              </a:ext>
            </a:extLst>
          </p:cNvPr>
          <p:cNvSpPr/>
          <p:nvPr/>
        </p:nvSpPr>
        <p:spPr>
          <a:xfrm>
            <a:off x="879666" y="5376994"/>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1E344D"/>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6" name="文本框 535">
            <a:extLst>
              <a:ext uri="{FF2B5EF4-FFF2-40B4-BE49-F238E27FC236}">
                <a16:creationId xmlns:a16="http://schemas.microsoft.com/office/drawing/2014/main" id="{F2D4FF7E-1626-65B2-3E25-607A122C3437}"/>
              </a:ext>
            </a:extLst>
          </p:cNvPr>
          <p:cNvSpPr txBox="1"/>
          <p:nvPr/>
        </p:nvSpPr>
        <p:spPr>
          <a:xfrm>
            <a:off x="5164058" y="2514600"/>
            <a:ext cx="1075377" cy="306957"/>
          </a:xfrm>
          <a:prstGeom prst="rect">
            <a:avLst/>
          </a:prstGeom>
          <a:noFill/>
        </p:spPr>
        <p:txBody>
          <a:bodyPr wrap="square" rtlCol="0">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538" name="文本框 537">
            <a:extLst>
              <a:ext uri="{FF2B5EF4-FFF2-40B4-BE49-F238E27FC236}">
                <a16:creationId xmlns:a16="http://schemas.microsoft.com/office/drawing/2014/main" id="{00D7FDD4-011D-5BBA-5089-1E9FE58FE318}"/>
              </a:ext>
            </a:extLst>
          </p:cNvPr>
          <p:cNvSpPr txBox="1"/>
          <p:nvPr/>
        </p:nvSpPr>
        <p:spPr>
          <a:xfrm>
            <a:off x="5159710" y="2100829"/>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C5C8CC"/>
                </a:solidFill>
                <a:latin typeface="Alibaba PuHuiTi Medium" pitchFamily="18" charset="-122"/>
                <a:ea typeface="Alibaba PuHuiTi Medium" pitchFamily="18" charset="-122"/>
                <a:cs typeface="Alibaba PuHuiTi Medium" pitchFamily="18" charset="-122"/>
              </a:rPr>
              <a:t>I</a:t>
            </a:r>
            <a:r>
              <a:rPr lang="zh-CN" altLang="en-US" sz="1400" dirty="0">
                <a:solidFill>
                  <a:srgbClr val="C5C8CC"/>
                </a:solidFill>
                <a:latin typeface="Alibaba PuHuiTi Medium" pitchFamily="18" charset="-122"/>
                <a:ea typeface="Alibaba PuHuiTi Medium" pitchFamily="18" charset="-122"/>
                <a:cs typeface="Alibaba PuHuiTi Medium" pitchFamily="18" charset="-122"/>
              </a:rPr>
              <a:t>mportant data</a:t>
            </a:r>
          </a:p>
        </p:txBody>
      </p:sp>
      <p:sp>
        <p:nvSpPr>
          <p:cNvPr id="543" name="Google Shape;282;p21">
            <a:extLst>
              <a:ext uri="{FF2B5EF4-FFF2-40B4-BE49-F238E27FC236}">
                <a16:creationId xmlns:a16="http://schemas.microsoft.com/office/drawing/2014/main" id="{BEE999C5-2BAA-A71F-5B02-A3B9C38BD5CC}"/>
              </a:ext>
            </a:extLst>
          </p:cNvPr>
          <p:cNvSpPr txBox="1"/>
          <p:nvPr/>
        </p:nvSpPr>
        <p:spPr>
          <a:xfrm>
            <a:off x="4986783" y="6165650"/>
            <a:ext cx="2689126" cy="4297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a:t>
            </a:r>
            <a:endParaRPr b="1" dirty="0">
              <a:solidFill>
                <a:srgbClr val="1E344D"/>
              </a:solidFill>
              <a:latin typeface="Karla"/>
              <a:ea typeface="Karla"/>
              <a:cs typeface="Karla"/>
              <a:sym typeface="Karla"/>
            </a:endParaRPr>
          </a:p>
        </p:txBody>
      </p:sp>
      <p:sp>
        <p:nvSpPr>
          <p:cNvPr id="2" name="文本框 1">
            <a:extLst>
              <a:ext uri="{FF2B5EF4-FFF2-40B4-BE49-F238E27FC236}">
                <a16:creationId xmlns:a16="http://schemas.microsoft.com/office/drawing/2014/main" id="{EE730022-A34F-E21E-ADF2-2B194706A296}"/>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427548CA-0DB0-DD59-8A25-93689DAB790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B0153339-5783-786E-D423-15A23729AB5B}"/>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F6CC2516-322E-10FA-A8EB-7A54C204F949}"/>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CAF3B33F-C601-5727-7182-B492AC64071D}"/>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1A9B0EEE-CF63-F6EC-4887-1FE6C041BA44}"/>
              </a:ext>
            </a:extLst>
          </p:cNvPr>
          <p:cNvGrpSpPr/>
          <p:nvPr/>
        </p:nvGrpSpPr>
        <p:grpSpPr>
          <a:xfrm>
            <a:off x="2323294" y="287981"/>
            <a:ext cx="356205" cy="355288"/>
            <a:chOff x="2323294" y="287981"/>
            <a:chExt cx="356205" cy="355288"/>
          </a:xfrm>
        </p:grpSpPr>
        <p:sp>
          <p:nvSpPr>
            <p:cNvPr id="8" name="Google Shape;7166;p80">
              <a:extLst>
                <a:ext uri="{FF2B5EF4-FFF2-40B4-BE49-F238E27FC236}">
                  <a16:creationId xmlns:a16="http://schemas.microsoft.com/office/drawing/2014/main" id="{BDB6549F-F9A6-254D-AAD0-23104C76DD0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080AA3D3-ECF4-5514-0405-4C40B58A9BD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85E35202-7783-C24A-9FC1-2A83B4DC633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DEE72B68-07CC-B404-196A-F30B04A1E31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750430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 name="五边形 541">
            <a:extLst>
              <a:ext uri="{FF2B5EF4-FFF2-40B4-BE49-F238E27FC236}">
                <a16:creationId xmlns:a16="http://schemas.microsoft.com/office/drawing/2014/main" id="{DD7C38F6-F74F-CAB5-4C5A-CBBECE62AC7C}"/>
              </a:ext>
            </a:extLst>
          </p:cNvPr>
          <p:cNvSpPr/>
          <p:nvPr/>
        </p:nvSpPr>
        <p:spPr>
          <a:xfrm>
            <a:off x="5152628" y="2489592"/>
            <a:ext cx="1446024" cy="34577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0" name="五边形 539">
            <a:extLst>
              <a:ext uri="{FF2B5EF4-FFF2-40B4-BE49-F238E27FC236}">
                <a16:creationId xmlns:a16="http://schemas.microsoft.com/office/drawing/2014/main" id="{785F44E4-A34E-E279-ECC2-12A9BD4177B9}"/>
              </a:ext>
            </a:extLst>
          </p:cNvPr>
          <p:cNvSpPr/>
          <p:nvPr/>
        </p:nvSpPr>
        <p:spPr>
          <a:xfrm>
            <a:off x="5152628" y="2081229"/>
            <a:ext cx="1794076" cy="347240"/>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Google Shape;3636;p71">
            <a:extLst>
              <a:ext uri="{FF2B5EF4-FFF2-40B4-BE49-F238E27FC236}">
                <a16:creationId xmlns:a16="http://schemas.microsoft.com/office/drawing/2014/main" id="{8B6862C1-3239-28F7-13CC-64FD34B73869}"/>
              </a:ext>
            </a:extLst>
          </p:cNvPr>
          <p:cNvSpPr/>
          <p:nvPr/>
        </p:nvSpPr>
        <p:spPr>
          <a:xfrm>
            <a:off x="5964519" y="2631530"/>
            <a:ext cx="3968473" cy="3458817"/>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1E344D"/>
          </a:solidFill>
          <a:ln>
            <a:noFill/>
          </a:ln>
        </p:spPr>
        <p:txBody>
          <a:bodyPr spcFirstLastPara="1" wrap="square" lIns="121900" tIns="121900" rIns="121900" bIns="121900" anchor="ctr" anchorCtr="0">
            <a:noAutofit/>
          </a:bodyPr>
          <a:lstStyle/>
          <a:p>
            <a:endParaRPr sz="2400" dirty="0"/>
          </a:p>
        </p:txBody>
      </p:sp>
      <p:grpSp>
        <p:nvGrpSpPr>
          <p:cNvPr id="14" name="Google Shape;3637;p71">
            <a:extLst>
              <a:ext uri="{FF2B5EF4-FFF2-40B4-BE49-F238E27FC236}">
                <a16:creationId xmlns:a16="http://schemas.microsoft.com/office/drawing/2014/main" id="{2C023782-1198-C349-821E-A08E2E6351B8}"/>
              </a:ext>
            </a:extLst>
          </p:cNvPr>
          <p:cNvGrpSpPr/>
          <p:nvPr/>
        </p:nvGrpSpPr>
        <p:grpSpPr>
          <a:xfrm>
            <a:off x="6175542" y="2634656"/>
            <a:ext cx="3639287" cy="3246795"/>
            <a:chOff x="6031360" y="3076713"/>
            <a:chExt cx="539107" cy="480965"/>
          </a:xfrm>
          <a:solidFill>
            <a:srgbClr val="C5C8CC">
              <a:alpha val="53890"/>
            </a:srgbClr>
          </a:solidFill>
        </p:grpSpPr>
        <p:sp>
          <p:nvSpPr>
            <p:cNvPr id="15" name="Google Shape;3638;p71">
              <a:extLst>
                <a:ext uri="{FF2B5EF4-FFF2-40B4-BE49-F238E27FC236}">
                  <a16:creationId xmlns:a16="http://schemas.microsoft.com/office/drawing/2014/main" id="{6C1D75D6-2F70-DDFC-5D8F-4379E470A90F}"/>
                </a:ext>
              </a:extLst>
            </p:cNvPr>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grpFill/>
            <a:ln>
              <a:noFill/>
            </a:ln>
          </p:spPr>
          <p:txBody>
            <a:bodyPr spcFirstLastPara="1" wrap="square" lIns="121900" tIns="121900" rIns="121900" bIns="121900" anchor="ctr" anchorCtr="0">
              <a:noAutofit/>
            </a:bodyPr>
            <a:lstStyle/>
            <a:p>
              <a:endParaRPr sz="2400"/>
            </a:p>
          </p:txBody>
        </p:sp>
        <p:sp>
          <p:nvSpPr>
            <p:cNvPr id="16" name="Google Shape;3639;p71">
              <a:extLst>
                <a:ext uri="{FF2B5EF4-FFF2-40B4-BE49-F238E27FC236}">
                  <a16:creationId xmlns:a16="http://schemas.microsoft.com/office/drawing/2014/main" id="{95D806F5-D3EE-F68B-35E2-8129DFA14545}"/>
                </a:ext>
              </a:extLst>
            </p:cNvPr>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grpFill/>
            <a:ln>
              <a:noFill/>
            </a:ln>
          </p:spPr>
          <p:txBody>
            <a:bodyPr spcFirstLastPara="1" wrap="square" lIns="121900" tIns="121900" rIns="121900" bIns="121900" anchor="ctr" anchorCtr="0">
              <a:noAutofit/>
            </a:bodyPr>
            <a:lstStyle/>
            <a:p>
              <a:endParaRPr sz="2400"/>
            </a:p>
          </p:txBody>
        </p:sp>
        <p:sp>
          <p:nvSpPr>
            <p:cNvPr id="17" name="Google Shape;3640;p71">
              <a:extLst>
                <a:ext uri="{FF2B5EF4-FFF2-40B4-BE49-F238E27FC236}">
                  <a16:creationId xmlns:a16="http://schemas.microsoft.com/office/drawing/2014/main" id="{4541A3AC-6181-634A-8FA2-A979557C9C09}"/>
                </a:ext>
              </a:extLst>
            </p:cNvPr>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grpFill/>
            <a:ln>
              <a:noFill/>
            </a:ln>
          </p:spPr>
          <p:txBody>
            <a:bodyPr spcFirstLastPara="1" wrap="square" lIns="121900" tIns="121900" rIns="121900" bIns="121900" anchor="ctr" anchorCtr="0">
              <a:noAutofit/>
            </a:bodyPr>
            <a:lstStyle/>
            <a:p>
              <a:endParaRPr sz="2400"/>
            </a:p>
          </p:txBody>
        </p:sp>
        <p:sp>
          <p:nvSpPr>
            <p:cNvPr id="18" name="Google Shape;3641;p71">
              <a:extLst>
                <a:ext uri="{FF2B5EF4-FFF2-40B4-BE49-F238E27FC236}">
                  <a16:creationId xmlns:a16="http://schemas.microsoft.com/office/drawing/2014/main" id="{2CD52B59-BF3E-2A7F-05A5-8A6B41C5AA5C}"/>
                </a:ext>
              </a:extLst>
            </p:cNvPr>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grpFill/>
            <a:ln>
              <a:noFill/>
            </a:ln>
          </p:spPr>
          <p:txBody>
            <a:bodyPr spcFirstLastPara="1" wrap="square" lIns="121900" tIns="121900" rIns="121900" bIns="121900" anchor="ctr" anchorCtr="0">
              <a:noAutofit/>
            </a:bodyPr>
            <a:lstStyle/>
            <a:p>
              <a:endParaRPr sz="2400"/>
            </a:p>
          </p:txBody>
        </p:sp>
        <p:sp>
          <p:nvSpPr>
            <p:cNvPr id="19" name="Google Shape;3642;p71">
              <a:extLst>
                <a:ext uri="{FF2B5EF4-FFF2-40B4-BE49-F238E27FC236}">
                  <a16:creationId xmlns:a16="http://schemas.microsoft.com/office/drawing/2014/main" id="{D07336F2-8374-AA08-A6CA-220FA6EBF2E1}"/>
                </a:ext>
              </a:extLst>
            </p:cNvPr>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grpFill/>
            <a:ln>
              <a:noFill/>
            </a:ln>
          </p:spPr>
          <p:txBody>
            <a:bodyPr spcFirstLastPara="1" wrap="square" lIns="121900" tIns="121900" rIns="121900" bIns="121900" anchor="ctr" anchorCtr="0">
              <a:noAutofit/>
            </a:bodyPr>
            <a:lstStyle/>
            <a:p>
              <a:endParaRPr sz="2400"/>
            </a:p>
          </p:txBody>
        </p:sp>
        <p:sp>
          <p:nvSpPr>
            <p:cNvPr id="20" name="Google Shape;3643;p71">
              <a:extLst>
                <a:ext uri="{FF2B5EF4-FFF2-40B4-BE49-F238E27FC236}">
                  <a16:creationId xmlns:a16="http://schemas.microsoft.com/office/drawing/2014/main" id="{AC863785-DD0A-03CA-605E-3105B120052C}"/>
                </a:ext>
              </a:extLst>
            </p:cNvPr>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grpFill/>
            <a:ln>
              <a:noFill/>
            </a:ln>
          </p:spPr>
          <p:txBody>
            <a:bodyPr spcFirstLastPara="1" wrap="square" lIns="121900" tIns="121900" rIns="121900" bIns="121900" anchor="ctr" anchorCtr="0">
              <a:noAutofit/>
            </a:bodyPr>
            <a:lstStyle/>
            <a:p>
              <a:endParaRPr sz="2400"/>
            </a:p>
          </p:txBody>
        </p:sp>
        <p:sp>
          <p:nvSpPr>
            <p:cNvPr id="21" name="Google Shape;3644;p71">
              <a:extLst>
                <a:ext uri="{FF2B5EF4-FFF2-40B4-BE49-F238E27FC236}">
                  <a16:creationId xmlns:a16="http://schemas.microsoft.com/office/drawing/2014/main" id="{8CF1BDA4-139A-1377-D3CB-93E364D45706}"/>
                </a:ext>
              </a:extLst>
            </p:cNvPr>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grpFill/>
            <a:ln>
              <a:noFill/>
            </a:ln>
          </p:spPr>
          <p:txBody>
            <a:bodyPr spcFirstLastPara="1" wrap="square" lIns="121900" tIns="121900" rIns="121900" bIns="121900" anchor="ctr" anchorCtr="0">
              <a:noAutofit/>
            </a:bodyPr>
            <a:lstStyle/>
            <a:p>
              <a:endParaRPr sz="2400"/>
            </a:p>
          </p:txBody>
        </p:sp>
      </p:grpSp>
      <p:sp>
        <p:nvSpPr>
          <p:cNvPr id="23" name="文本框 22">
            <a:extLst>
              <a:ext uri="{FF2B5EF4-FFF2-40B4-BE49-F238E27FC236}">
                <a16:creationId xmlns:a16="http://schemas.microsoft.com/office/drawing/2014/main" id="{6758BF0B-6787-6CF6-C1CA-EDB010E5FEED}"/>
              </a:ext>
            </a:extLst>
          </p:cNvPr>
          <p:cNvSpPr txBox="1"/>
          <p:nvPr/>
        </p:nvSpPr>
        <p:spPr>
          <a:xfrm>
            <a:off x="5080792" y="1416948"/>
            <a:ext cx="2272536" cy="584775"/>
          </a:xfrm>
          <a:prstGeom prst="rect">
            <a:avLst/>
          </a:prstGeom>
          <a:noFill/>
        </p:spPr>
        <p:txBody>
          <a:bodyPr wrap="square" rtlCol="0">
            <a:spAutoFit/>
          </a:bodyPr>
          <a:lstStyle/>
          <a:p>
            <a:r>
              <a:rPr kumimoji="1" lang="en" altLang="zh-CN" sz="32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25" name="文本框 24">
            <a:extLst>
              <a:ext uri="{FF2B5EF4-FFF2-40B4-BE49-F238E27FC236}">
                <a16:creationId xmlns:a16="http://schemas.microsoft.com/office/drawing/2014/main" id="{52017D76-D324-FA8F-7895-297CED743EA1}"/>
              </a:ext>
            </a:extLst>
          </p:cNvPr>
          <p:cNvSpPr txBox="1"/>
          <p:nvPr/>
        </p:nvSpPr>
        <p:spPr>
          <a:xfrm>
            <a:off x="5097145" y="1081025"/>
            <a:ext cx="1620078" cy="461665"/>
          </a:xfrm>
          <a:prstGeom prst="rect">
            <a:avLst/>
          </a:prstGeom>
          <a:noFill/>
        </p:spPr>
        <p:txBody>
          <a:bodyPr wrap="square">
            <a:spAutoFit/>
          </a:bodyPr>
          <a:lstStyle/>
          <a:p>
            <a:r>
              <a:rPr kumimoji="1" lang="en" altLang="zh-CN" sz="2400" dirty="0">
                <a:solidFill>
                  <a:srgbClr val="BB3023"/>
                </a:solidFill>
                <a:latin typeface="Alibaba PuHuiTi" pitchFamily="18" charset="-122"/>
                <a:ea typeface="Alibaba PuHuiTi" pitchFamily="18" charset="-122"/>
                <a:cs typeface="Alibaba PuHuiTi" pitchFamily="18" charset="-122"/>
              </a:rPr>
              <a:t>main title</a:t>
            </a:r>
            <a:endParaRPr lang="zh-CN" altLang="en-US" sz="2400" dirty="0">
              <a:solidFill>
                <a:srgbClr val="BB3023"/>
              </a:solidFill>
              <a:latin typeface="Alibaba PuHuiTi" pitchFamily="18" charset="-122"/>
              <a:ea typeface="Alibaba PuHuiTi" pitchFamily="18" charset="-122"/>
              <a:cs typeface="Alibaba PuHuiTi" pitchFamily="18" charset="-122"/>
            </a:endParaRPr>
          </a:p>
        </p:txBody>
      </p:sp>
      <p:sp>
        <p:nvSpPr>
          <p:cNvPr id="30" name="弧 29">
            <a:extLst>
              <a:ext uri="{FF2B5EF4-FFF2-40B4-BE49-F238E27FC236}">
                <a16:creationId xmlns:a16="http://schemas.microsoft.com/office/drawing/2014/main" id="{06BB68CB-85B2-A6D0-007C-4289BF883E21}"/>
              </a:ext>
            </a:extLst>
          </p:cNvPr>
          <p:cNvSpPr/>
          <p:nvPr/>
        </p:nvSpPr>
        <p:spPr>
          <a:xfrm rot="14355332">
            <a:off x="7975734" y="1816648"/>
            <a:ext cx="3409997" cy="3540772"/>
          </a:xfrm>
          <a:prstGeom prst="arc">
            <a:avLst>
              <a:gd name="adj1" fmla="val 17743101"/>
              <a:gd name="adj2" fmla="val 3474258"/>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1" name="弧 30">
            <a:extLst>
              <a:ext uri="{FF2B5EF4-FFF2-40B4-BE49-F238E27FC236}">
                <a16:creationId xmlns:a16="http://schemas.microsoft.com/office/drawing/2014/main" id="{A3C08C30-2A65-76A7-9D94-FCA68941A0B1}"/>
              </a:ext>
            </a:extLst>
          </p:cNvPr>
          <p:cNvSpPr/>
          <p:nvPr/>
        </p:nvSpPr>
        <p:spPr>
          <a:xfrm rot="18351087">
            <a:off x="9583206" y="4195914"/>
            <a:ext cx="988404" cy="1166879"/>
          </a:xfrm>
          <a:prstGeom prst="arc">
            <a:avLst>
              <a:gd name="adj1" fmla="val 16055333"/>
              <a:gd name="adj2" fmla="val 1017511"/>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2" name="弧 31">
            <a:extLst>
              <a:ext uri="{FF2B5EF4-FFF2-40B4-BE49-F238E27FC236}">
                <a16:creationId xmlns:a16="http://schemas.microsoft.com/office/drawing/2014/main" id="{8B80ACFD-2C49-60E6-95E1-E00921B87FDA}"/>
              </a:ext>
            </a:extLst>
          </p:cNvPr>
          <p:cNvSpPr/>
          <p:nvPr/>
        </p:nvSpPr>
        <p:spPr>
          <a:xfrm rot="15836152">
            <a:off x="5605537" y="4053731"/>
            <a:ext cx="1384392" cy="1645744"/>
          </a:xfrm>
          <a:prstGeom prst="arc">
            <a:avLst>
              <a:gd name="adj1" fmla="val 17006143"/>
              <a:gd name="adj2" fmla="val 592059"/>
            </a:avLst>
          </a:prstGeom>
          <a:ln w="3492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33" name="Google Shape;277;p21">
            <a:extLst>
              <a:ext uri="{FF2B5EF4-FFF2-40B4-BE49-F238E27FC236}">
                <a16:creationId xmlns:a16="http://schemas.microsoft.com/office/drawing/2014/main" id="{B4AFF665-79D1-AEE6-DF96-A87E2272DE77}"/>
              </a:ext>
            </a:extLst>
          </p:cNvPr>
          <p:cNvSpPr txBox="1">
            <a:spLocks noGrp="1"/>
          </p:cNvSpPr>
          <p:nvPr/>
        </p:nvSpPr>
        <p:spPr>
          <a:xfrm>
            <a:off x="10274768" y="1915912"/>
            <a:ext cx="1917232" cy="494678"/>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chemeClr val="tx1"/>
                </a:solidFill>
                <a:latin typeface="Alibaba PuHuiTi" pitchFamily="18" charset="-122"/>
                <a:ea typeface="Alibaba PuHuiTi" pitchFamily="18" charset="-122"/>
                <a:cs typeface="Alibaba PuHuiTi" pitchFamily="18" charset="-122"/>
                <a:sym typeface="Poppins"/>
              </a:rPr>
              <a:t>MERCURY</a:t>
            </a:r>
            <a:endParaRPr sz="1200" dirty="0">
              <a:solidFill>
                <a:schemeClr val="tx1"/>
              </a:solidFill>
              <a:latin typeface="Alibaba PuHuiTi" pitchFamily="18" charset="-122"/>
              <a:ea typeface="Alibaba PuHuiTi" pitchFamily="18" charset="-122"/>
              <a:cs typeface="Alibaba PuHuiTi" pitchFamily="18" charset="-122"/>
              <a:sym typeface="Poppins"/>
            </a:endParaRPr>
          </a:p>
        </p:txBody>
      </p:sp>
      <p:sp>
        <p:nvSpPr>
          <p:cNvPr id="34" name="Google Shape;278;p21">
            <a:extLst>
              <a:ext uri="{FF2B5EF4-FFF2-40B4-BE49-F238E27FC236}">
                <a16:creationId xmlns:a16="http://schemas.microsoft.com/office/drawing/2014/main" id="{304AB4EE-908B-EE8D-C101-31EB75A31126}"/>
              </a:ext>
            </a:extLst>
          </p:cNvPr>
          <p:cNvSpPr txBox="1"/>
          <p:nvPr/>
        </p:nvSpPr>
        <p:spPr>
          <a:xfrm>
            <a:off x="10268398" y="2191796"/>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the closest planet to the Sun</a:t>
            </a:r>
            <a:endParaRPr sz="1600" b="1" dirty="0">
              <a:solidFill>
                <a:srgbClr val="1E344D"/>
              </a:solidFill>
              <a:latin typeface="Karla"/>
              <a:ea typeface="Karla"/>
              <a:cs typeface="Karla"/>
              <a:sym typeface="Karla"/>
            </a:endParaRPr>
          </a:p>
        </p:txBody>
      </p:sp>
      <p:sp>
        <p:nvSpPr>
          <p:cNvPr id="35" name="Google Shape;279;p21">
            <a:extLst>
              <a:ext uri="{FF2B5EF4-FFF2-40B4-BE49-F238E27FC236}">
                <a16:creationId xmlns:a16="http://schemas.microsoft.com/office/drawing/2014/main" id="{E09A0A98-8BC0-875E-9420-38190D556A6B}"/>
              </a:ext>
            </a:extLst>
          </p:cNvPr>
          <p:cNvSpPr txBox="1">
            <a:spLocks noGrp="1"/>
          </p:cNvSpPr>
          <p:nvPr/>
        </p:nvSpPr>
        <p:spPr>
          <a:xfrm>
            <a:off x="10268398" y="2779363"/>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MARS</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36" name="Google Shape;280;p21">
            <a:extLst>
              <a:ext uri="{FF2B5EF4-FFF2-40B4-BE49-F238E27FC236}">
                <a16:creationId xmlns:a16="http://schemas.microsoft.com/office/drawing/2014/main" id="{ED383F6B-3146-04BE-30D9-86CC8856F3D8}"/>
              </a:ext>
            </a:extLst>
          </p:cNvPr>
          <p:cNvSpPr txBox="1"/>
          <p:nvPr/>
        </p:nvSpPr>
        <p:spPr>
          <a:xfrm>
            <a:off x="10268398" y="3504238"/>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Mars is actually a very cold place</a:t>
            </a:r>
            <a:endParaRPr sz="1600" b="1" dirty="0">
              <a:solidFill>
                <a:srgbClr val="1E344D"/>
              </a:solidFill>
              <a:latin typeface="Karla"/>
              <a:ea typeface="Karla"/>
              <a:cs typeface="Karla"/>
              <a:sym typeface="Karla"/>
            </a:endParaRPr>
          </a:p>
        </p:txBody>
      </p:sp>
      <p:sp>
        <p:nvSpPr>
          <p:cNvPr id="37" name="Google Shape;281;p21">
            <a:extLst>
              <a:ext uri="{FF2B5EF4-FFF2-40B4-BE49-F238E27FC236}">
                <a16:creationId xmlns:a16="http://schemas.microsoft.com/office/drawing/2014/main" id="{9DCB1D2E-377A-B6F7-7A43-F4D300E975BD}"/>
              </a:ext>
            </a:extLst>
          </p:cNvPr>
          <p:cNvSpPr txBox="1">
            <a:spLocks noGrp="1"/>
          </p:cNvSpPr>
          <p:nvPr/>
        </p:nvSpPr>
        <p:spPr>
          <a:xfrm>
            <a:off x="10268398" y="4193404"/>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38" name="Google Shape;282;p21">
            <a:extLst>
              <a:ext uri="{FF2B5EF4-FFF2-40B4-BE49-F238E27FC236}">
                <a16:creationId xmlns:a16="http://schemas.microsoft.com/office/drawing/2014/main" id="{6F786C9C-0242-4AEC-62DE-4E3DE2E31BFE}"/>
              </a:ext>
            </a:extLst>
          </p:cNvPr>
          <p:cNvSpPr txBox="1"/>
          <p:nvPr/>
        </p:nvSpPr>
        <p:spPr>
          <a:xfrm>
            <a:off x="10268398" y="491827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 hydrogen and helium</a:t>
            </a:r>
            <a:endParaRPr sz="1600" b="1" dirty="0">
              <a:solidFill>
                <a:srgbClr val="1E344D"/>
              </a:solidFill>
              <a:latin typeface="Karla"/>
              <a:ea typeface="Karla"/>
              <a:cs typeface="Karla"/>
              <a:sym typeface="Karla"/>
            </a:endParaRPr>
          </a:p>
        </p:txBody>
      </p:sp>
      <p:sp>
        <p:nvSpPr>
          <p:cNvPr id="39" name="文本框 38">
            <a:extLst>
              <a:ext uri="{FF2B5EF4-FFF2-40B4-BE49-F238E27FC236}">
                <a16:creationId xmlns:a16="http://schemas.microsoft.com/office/drawing/2014/main" id="{4AB427DE-2288-1C44-CF47-F3D8F4B92C30}"/>
              </a:ext>
            </a:extLst>
          </p:cNvPr>
          <p:cNvSpPr txBox="1"/>
          <p:nvPr/>
        </p:nvSpPr>
        <p:spPr>
          <a:xfrm>
            <a:off x="10909626" y="1591998"/>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794B8C2D-909F-E405-FE63-5F2B1A1A0408}"/>
              </a:ext>
            </a:extLst>
          </p:cNvPr>
          <p:cNvSpPr txBox="1"/>
          <p:nvPr/>
        </p:nvSpPr>
        <p:spPr>
          <a:xfrm>
            <a:off x="10909626" y="2920170"/>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58%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BB438ACB-54E6-EFAC-7CF2-61B9DE09EE5D}"/>
              </a:ext>
            </a:extLst>
          </p:cNvPr>
          <p:cNvSpPr txBox="1"/>
          <p:nvPr/>
        </p:nvSpPr>
        <p:spPr>
          <a:xfrm>
            <a:off x="10969261" y="4400086"/>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2" name="Google Shape;281;p21">
            <a:extLst>
              <a:ext uri="{FF2B5EF4-FFF2-40B4-BE49-F238E27FC236}">
                <a16:creationId xmlns:a16="http://schemas.microsoft.com/office/drawing/2014/main" id="{F39DD408-7533-F99F-AD5A-C7BE145DF8C6}"/>
              </a:ext>
            </a:extLst>
          </p:cNvPr>
          <p:cNvSpPr txBox="1">
            <a:spLocks noGrp="1"/>
          </p:cNvSpPr>
          <p:nvPr/>
        </p:nvSpPr>
        <p:spPr>
          <a:xfrm>
            <a:off x="10268398" y="5440450"/>
            <a:ext cx="1917232" cy="824400"/>
          </a:xfrm>
          <a:prstGeom prst="rect">
            <a:avLst/>
          </a:prstGeom>
          <a:noFill/>
          <a:ln w="28575" cap="flat" cmpd="sng">
            <a:no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7800"/>
              <a:buFont typeface="Poppins Black"/>
              <a:buNone/>
              <a:defRPr sz="9020" b="0" i="0" u="none" strike="noStrike" cap="none">
                <a:solidFill>
                  <a:schemeClr val="dk1"/>
                </a:solidFill>
                <a:latin typeface="Poppins Black"/>
                <a:ea typeface="Poppins Black"/>
                <a:cs typeface="Poppins Black"/>
                <a:sym typeface="Poppins Black"/>
              </a:defRPr>
            </a:lvl1pPr>
            <a:lvl2pPr marR="0" lvl="1"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2pPr>
            <a:lvl3pPr marR="0" lvl="2"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3pPr>
            <a:lvl4pPr marR="0" lvl="3"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4pPr>
            <a:lvl5pPr marR="0" lvl="4"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5pPr>
            <a:lvl6pPr marR="0" lvl="5"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6pPr>
            <a:lvl7pPr marR="0" lvl="6"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7pPr>
            <a:lvl8pPr marR="0" lvl="7"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8pPr>
            <a:lvl9pPr marR="0" lvl="8" algn="l" rtl="0">
              <a:lnSpc>
                <a:spcPct val="100000"/>
              </a:lnSpc>
              <a:spcBef>
                <a:spcPts val="0"/>
              </a:spcBef>
              <a:spcAft>
                <a:spcPts val="0"/>
              </a:spcAft>
              <a:buClr>
                <a:schemeClr val="dk1"/>
              </a:buClr>
              <a:buSzPts val="7800"/>
              <a:buFont typeface="Poppins Black"/>
              <a:buNone/>
              <a:defRPr sz="7800" b="0" i="0" u="none" strike="noStrike" cap="none">
                <a:solidFill>
                  <a:schemeClr val="dk1"/>
                </a:solidFill>
                <a:latin typeface="Poppins Black"/>
                <a:ea typeface="Poppins Black"/>
                <a:cs typeface="Poppins Black"/>
                <a:sym typeface="Poppins Black"/>
              </a:defRPr>
            </a:lvl9pPr>
          </a:lstStyle>
          <a:p>
            <a:pPr marL="0" lvl="0" indent="0" algn="l" rtl="0">
              <a:spcBef>
                <a:spcPts val="0"/>
              </a:spcBef>
              <a:spcAft>
                <a:spcPts val="0"/>
              </a:spcAft>
              <a:buNone/>
            </a:pPr>
            <a:r>
              <a:rPr lang="en" sz="1200" dirty="0">
                <a:solidFill>
                  <a:srgbClr val="1E344D"/>
                </a:solidFill>
                <a:latin typeface="Alibaba PuHuiTi" pitchFamily="18" charset="-122"/>
                <a:ea typeface="Alibaba PuHuiTi" pitchFamily="18" charset="-122"/>
                <a:cs typeface="Alibaba PuHuiTi" pitchFamily="18" charset="-122"/>
                <a:sym typeface="Poppins"/>
              </a:rPr>
              <a:t>SATURN</a:t>
            </a:r>
            <a:endParaRPr sz="1200" dirty="0">
              <a:solidFill>
                <a:srgbClr val="1E344D"/>
              </a:solidFill>
              <a:latin typeface="Alibaba PuHuiTi" pitchFamily="18" charset="-122"/>
              <a:ea typeface="Alibaba PuHuiTi" pitchFamily="18" charset="-122"/>
              <a:cs typeface="Alibaba PuHuiTi" pitchFamily="18" charset="-122"/>
              <a:sym typeface="Poppins"/>
            </a:endParaRPr>
          </a:p>
        </p:txBody>
      </p:sp>
      <p:sp>
        <p:nvSpPr>
          <p:cNvPr id="43" name="Google Shape;282;p21">
            <a:extLst>
              <a:ext uri="{FF2B5EF4-FFF2-40B4-BE49-F238E27FC236}">
                <a16:creationId xmlns:a16="http://schemas.microsoft.com/office/drawing/2014/main" id="{30B8322A-78FA-2A54-D478-E1AA2729FA6E}"/>
              </a:ext>
            </a:extLst>
          </p:cNvPr>
          <p:cNvSpPr txBox="1"/>
          <p:nvPr/>
        </p:nvSpPr>
        <p:spPr>
          <a:xfrm>
            <a:off x="10268398" y="6165325"/>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sz="1600" b="1" dirty="0">
                <a:solidFill>
                  <a:srgbClr val="1E344D"/>
                </a:solidFill>
                <a:latin typeface="Karla"/>
                <a:ea typeface="Karla"/>
                <a:cs typeface="Karla"/>
                <a:sym typeface="Karla"/>
              </a:rPr>
              <a:t>It’s composed of</a:t>
            </a:r>
            <a:endParaRPr sz="1600" b="1" dirty="0">
              <a:solidFill>
                <a:srgbClr val="1E344D"/>
              </a:solidFill>
              <a:latin typeface="Karla"/>
              <a:ea typeface="Karla"/>
              <a:cs typeface="Karla"/>
              <a:sym typeface="Karla"/>
            </a:endParaRPr>
          </a:p>
        </p:txBody>
      </p:sp>
      <p:sp>
        <p:nvSpPr>
          <p:cNvPr id="44" name="文本框 43">
            <a:extLst>
              <a:ext uri="{FF2B5EF4-FFF2-40B4-BE49-F238E27FC236}">
                <a16:creationId xmlns:a16="http://schemas.microsoft.com/office/drawing/2014/main" id="{8A162EB7-D3FD-22DC-9A33-7A974AE4ABCB}"/>
              </a:ext>
            </a:extLst>
          </p:cNvPr>
          <p:cNvSpPr txBox="1"/>
          <p:nvPr/>
        </p:nvSpPr>
        <p:spPr>
          <a:xfrm>
            <a:off x="10969261" y="5647132"/>
            <a:ext cx="1104790"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6" name="Google Shape;282;p21">
            <a:extLst>
              <a:ext uri="{FF2B5EF4-FFF2-40B4-BE49-F238E27FC236}">
                <a16:creationId xmlns:a16="http://schemas.microsoft.com/office/drawing/2014/main" id="{B234F699-8622-E269-9C6F-1A3086128D74}"/>
              </a:ext>
            </a:extLst>
          </p:cNvPr>
          <p:cNvSpPr txBox="1"/>
          <p:nvPr/>
        </p:nvSpPr>
        <p:spPr>
          <a:xfrm>
            <a:off x="4986783" y="5241189"/>
            <a:ext cx="1917232" cy="893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 and</a:t>
            </a:r>
            <a:endParaRPr b="1" dirty="0">
              <a:solidFill>
                <a:srgbClr val="1E344D"/>
              </a:solidFill>
              <a:latin typeface="Karla"/>
              <a:ea typeface="Karla"/>
              <a:cs typeface="Karla"/>
              <a:sym typeface="Karla"/>
            </a:endParaRPr>
          </a:p>
        </p:txBody>
      </p:sp>
      <p:sp>
        <p:nvSpPr>
          <p:cNvPr id="47" name="文本框 46">
            <a:extLst>
              <a:ext uri="{FF2B5EF4-FFF2-40B4-BE49-F238E27FC236}">
                <a16:creationId xmlns:a16="http://schemas.microsoft.com/office/drawing/2014/main" id="{AC5A43E2-8268-296D-6383-9E45A965EBFB}"/>
              </a:ext>
            </a:extLst>
          </p:cNvPr>
          <p:cNvSpPr txBox="1"/>
          <p:nvPr/>
        </p:nvSpPr>
        <p:spPr>
          <a:xfrm>
            <a:off x="4972029" y="4802509"/>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21%</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0" name="文本框 49">
            <a:extLst>
              <a:ext uri="{FF2B5EF4-FFF2-40B4-BE49-F238E27FC236}">
                <a16:creationId xmlns:a16="http://schemas.microsoft.com/office/drawing/2014/main" id="{2D6529A1-8FE5-71F3-78A0-09802C6B79FB}"/>
              </a:ext>
            </a:extLst>
          </p:cNvPr>
          <p:cNvSpPr txBox="1"/>
          <p:nvPr/>
        </p:nvSpPr>
        <p:spPr>
          <a:xfrm>
            <a:off x="5031663" y="5831146"/>
            <a:ext cx="1005403" cy="584775"/>
          </a:xfrm>
          <a:prstGeom prst="rect">
            <a:avLst/>
          </a:prstGeom>
          <a:noFill/>
        </p:spPr>
        <p:txBody>
          <a:bodyPr wrap="none" rtlCol="0">
            <a:spAutoFit/>
          </a:bodyPr>
          <a:lstStyle/>
          <a:p>
            <a:r>
              <a:rPr kumimoji="1" lang="en-US" altLang="zh-CN" sz="3200" dirty="0">
                <a:solidFill>
                  <a:srgbClr val="BB3023"/>
                </a:solidFill>
                <a:latin typeface="Alibaba PuHuiTi Medium" pitchFamily="18" charset="-122"/>
                <a:ea typeface="Alibaba PuHuiTi Medium" pitchFamily="18" charset="-122"/>
                <a:cs typeface="Alibaba PuHuiTi Medium" pitchFamily="18" charset="-122"/>
              </a:rPr>
              <a:t>28%</a:t>
            </a:r>
            <a:endParaRPr kumimoji="1" lang="zh-CN" altLang="en-US" sz="32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52" name="直线连接符 51">
            <a:extLst>
              <a:ext uri="{FF2B5EF4-FFF2-40B4-BE49-F238E27FC236}">
                <a16:creationId xmlns:a16="http://schemas.microsoft.com/office/drawing/2014/main" id="{67D1CD69-D091-11CA-B795-646E0E913B25}"/>
              </a:ext>
            </a:extLst>
          </p:cNvPr>
          <p:cNvCxnSpPr/>
          <p:nvPr/>
        </p:nvCxnSpPr>
        <p:spPr>
          <a:xfrm>
            <a:off x="4827494" y="1143000"/>
            <a:ext cx="0" cy="5338482"/>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63" name="文本框 62">
            <a:extLst>
              <a:ext uri="{FF2B5EF4-FFF2-40B4-BE49-F238E27FC236}">
                <a16:creationId xmlns:a16="http://schemas.microsoft.com/office/drawing/2014/main" id="{4D5FE3A5-972A-A03C-70E0-92ABAD5715CA}"/>
              </a:ext>
            </a:extLst>
          </p:cNvPr>
          <p:cNvSpPr txBox="1"/>
          <p:nvPr/>
        </p:nvSpPr>
        <p:spPr>
          <a:xfrm>
            <a:off x="520156" y="1785728"/>
            <a:ext cx="4145502" cy="577081"/>
          </a:xfrm>
          <a:prstGeom prst="rect">
            <a:avLst/>
          </a:prstGeom>
          <a:noFill/>
        </p:spPr>
        <p:txBody>
          <a:bodyPr wrap="square" rtlCol="0">
            <a:spAutoFit/>
          </a:bodyPr>
          <a:lstStyle/>
          <a:p>
            <a:pPr algn="just"/>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49" name="文本框 448">
            <a:extLst>
              <a:ext uri="{FF2B5EF4-FFF2-40B4-BE49-F238E27FC236}">
                <a16:creationId xmlns:a16="http://schemas.microsoft.com/office/drawing/2014/main" id="{2FB384AE-EB7A-1020-8878-BBE5B989F2CE}"/>
              </a:ext>
            </a:extLst>
          </p:cNvPr>
          <p:cNvSpPr txBox="1"/>
          <p:nvPr/>
        </p:nvSpPr>
        <p:spPr>
          <a:xfrm>
            <a:off x="2582959" y="2160946"/>
            <a:ext cx="1250663" cy="646331"/>
          </a:xfrm>
          <a:prstGeom prst="rect">
            <a:avLst/>
          </a:prstGeom>
          <a:noFill/>
        </p:spPr>
        <p:txBody>
          <a:bodyPr wrap="none" rtlCol="0">
            <a:spAutoFit/>
          </a:bodyPr>
          <a:lstStyle/>
          <a:p>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50" name="文本框 449">
            <a:extLst>
              <a:ext uri="{FF2B5EF4-FFF2-40B4-BE49-F238E27FC236}">
                <a16:creationId xmlns:a16="http://schemas.microsoft.com/office/drawing/2014/main" id="{E39F0ADA-656A-006B-6F6B-67383D680B7A}"/>
              </a:ext>
            </a:extLst>
          </p:cNvPr>
          <p:cNvSpPr txBox="1"/>
          <p:nvPr/>
        </p:nvSpPr>
        <p:spPr>
          <a:xfrm>
            <a:off x="3744952" y="2354354"/>
            <a:ext cx="912429" cy="369332"/>
          </a:xfrm>
          <a:prstGeom prst="rect">
            <a:avLst/>
          </a:prstGeom>
          <a:noFill/>
        </p:spPr>
        <p:txBody>
          <a:bodyPr wrap="none" rtlCol="0">
            <a:spAutoFit/>
          </a:bodyPr>
          <a:lstStyle/>
          <a:p>
            <a:r>
              <a:rPr kumimoji="1" lang="en-US" altLang="zh-CN" dirty="0">
                <a:solidFill>
                  <a:srgbClr val="BB3023"/>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51" name="文本框 450">
            <a:extLst>
              <a:ext uri="{FF2B5EF4-FFF2-40B4-BE49-F238E27FC236}">
                <a16:creationId xmlns:a16="http://schemas.microsoft.com/office/drawing/2014/main" id="{FF965B70-9655-2014-16CC-9050372F9CEC}"/>
              </a:ext>
            </a:extLst>
          </p:cNvPr>
          <p:cNvSpPr txBox="1"/>
          <p:nvPr/>
        </p:nvSpPr>
        <p:spPr>
          <a:xfrm>
            <a:off x="1064542" y="1352338"/>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453" name="直线连接符 452">
            <a:extLst>
              <a:ext uri="{FF2B5EF4-FFF2-40B4-BE49-F238E27FC236}">
                <a16:creationId xmlns:a16="http://schemas.microsoft.com/office/drawing/2014/main" id="{43577634-BB90-816A-D329-BE5B3E49940D}"/>
              </a:ext>
            </a:extLst>
          </p:cNvPr>
          <p:cNvCxnSpPr/>
          <p:nvPr/>
        </p:nvCxnSpPr>
        <p:spPr>
          <a:xfrm>
            <a:off x="655131" y="2855495"/>
            <a:ext cx="3914274"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483" name="Google Shape;5280;p76">
            <a:extLst>
              <a:ext uri="{FF2B5EF4-FFF2-40B4-BE49-F238E27FC236}">
                <a16:creationId xmlns:a16="http://schemas.microsoft.com/office/drawing/2014/main" id="{1653DA4F-389F-CFA7-9ACB-B69D3B0C320A}"/>
              </a:ext>
            </a:extLst>
          </p:cNvPr>
          <p:cNvSpPr/>
          <p:nvPr/>
        </p:nvSpPr>
        <p:spPr>
          <a:xfrm>
            <a:off x="906829" y="3428673"/>
            <a:ext cx="66444" cy="63862"/>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4" name="Google Shape;5281;p76">
            <a:extLst>
              <a:ext uri="{FF2B5EF4-FFF2-40B4-BE49-F238E27FC236}">
                <a16:creationId xmlns:a16="http://schemas.microsoft.com/office/drawing/2014/main" id="{8C1C0759-7698-5245-AA25-A4E0CBE3917D}"/>
              </a:ext>
            </a:extLst>
          </p:cNvPr>
          <p:cNvSpPr/>
          <p:nvPr/>
        </p:nvSpPr>
        <p:spPr>
          <a:xfrm>
            <a:off x="925629" y="3372579"/>
            <a:ext cx="85666" cy="45203"/>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5" name="Google Shape;5282;p76">
            <a:extLst>
              <a:ext uri="{FF2B5EF4-FFF2-40B4-BE49-F238E27FC236}">
                <a16:creationId xmlns:a16="http://schemas.microsoft.com/office/drawing/2014/main" id="{D1AA3E8D-B050-FD86-C290-31DDEBC36F2E}"/>
              </a:ext>
            </a:extLst>
          </p:cNvPr>
          <p:cNvSpPr/>
          <p:nvPr/>
        </p:nvSpPr>
        <p:spPr>
          <a:xfrm>
            <a:off x="850290" y="3447425"/>
            <a:ext cx="48865" cy="83225"/>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6" name="Google Shape;5283;p76">
            <a:extLst>
              <a:ext uri="{FF2B5EF4-FFF2-40B4-BE49-F238E27FC236}">
                <a16:creationId xmlns:a16="http://schemas.microsoft.com/office/drawing/2014/main" id="{01D93A65-206D-7AF4-A022-75383846A121}"/>
              </a:ext>
            </a:extLst>
          </p:cNvPr>
          <p:cNvSpPr/>
          <p:nvPr/>
        </p:nvSpPr>
        <p:spPr>
          <a:xfrm>
            <a:off x="644622" y="3166489"/>
            <a:ext cx="66326" cy="63698"/>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7" name="Google Shape;5284;p76">
            <a:extLst>
              <a:ext uri="{FF2B5EF4-FFF2-40B4-BE49-F238E27FC236}">
                <a16:creationId xmlns:a16="http://schemas.microsoft.com/office/drawing/2014/main" id="{1CEFD7A1-781F-4E32-43D7-3697F8972433}"/>
              </a:ext>
            </a:extLst>
          </p:cNvPr>
          <p:cNvSpPr/>
          <p:nvPr/>
        </p:nvSpPr>
        <p:spPr>
          <a:xfrm>
            <a:off x="719327" y="3129149"/>
            <a:ext cx="48512" cy="82755"/>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8" name="Google Shape;5285;p76">
            <a:extLst>
              <a:ext uri="{FF2B5EF4-FFF2-40B4-BE49-F238E27FC236}">
                <a16:creationId xmlns:a16="http://schemas.microsoft.com/office/drawing/2014/main" id="{6F5ED6E6-75E2-4C91-2333-E00C60B40EFA}"/>
              </a:ext>
            </a:extLst>
          </p:cNvPr>
          <p:cNvSpPr/>
          <p:nvPr/>
        </p:nvSpPr>
        <p:spPr>
          <a:xfrm>
            <a:off x="606953" y="3241382"/>
            <a:ext cx="86182" cy="45297"/>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89" name="Google Shape;5286;p76">
            <a:extLst>
              <a:ext uri="{FF2B5EF4-FFF2-40B4-BE49-F238E27FC236}">
                <a16:creationId xmlns:a16="http://schemas.microsoft.com/office/drawing/2014/main" id="{5E1A833F-5C6E-4DC8-787C-FC3B112BE650}"/>
              </a:ext>
            </a:extLst>
          </p:cNvPr>
          <p:cNvSpPr/>
          <p:nvPr/>
        </p:nvSpPr>
        <p:spPr>
          <a:xfrm>
            <a:off x="576348" y="3255300"/>
            <a:ext cx="331842" cy="297787"/>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90" name="Google Shape;5287;p76">
            <a:extLst>
              <a:ext uri="{FF2B5EF4-FFF2-40B4-BE49-F238E27FC236}">
                <a16:creationId xmlns:a16="http://schemas.microsoft.com/office/drawing/2014/main" id="{FC75A453-E43C-5B2F-8AC5-83AFA80CE819}"/>
              </a:ext>
            </a:extLst>
          </p:cNvPr>
          <p:cNvSpPr/>
          <p:nvPr/>
        </p:nvSpPr>
        <p:spPr>
          <a:xfrm>
            <a:off x="709775" y="3101407"/>
            <a:ext cx="336372" cy="302317"/>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491" name="文本框 490">
            <a:extLst>
              <a:ext uri="{FF2B5EF4-FFF2-40B4-BE49-F238E27FC236}">
                <a16:creationId xmlns:a16="http://schemas.microsoft.com/office/drawing/2014/main" id="{5A762DE5-DD8E-64F7-0E5E-D9ECF9327BDF}"/>
              </a:ext>
            </a:extLst>
          </p:cNvPr>
          <p:cNvSpPr txBox="1"/>
          <p:nvPr/>
        </p:nvSpPr>
        <p:spPr>
          <a:xfrm>
            <a:off x="520156" y="3632163"/>
            <a:ext cx="4145502" cy="577081"/>
          </a:xfrm>
          <a:prstGeom prst="rect">
            <a:avLst/>
          </a:prstGeom>
          <a:noFill/>
        </p:spPr>
        <p:txBody>
          <a:bodyPr wrap="square" rtlCol="0">
            <a:spAutoFit/>
          </a:bodyPr>
          <a:lstStyle/>
          <a:p>
            <a:pPr algn="just"/>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92" name="文本框 491">
            <a:extLst>
              <a:ext uri="{FF2B5EF4-FFF2-40B4-BE49-F238E27FC236}">
                <a16:creationId xmlns:a16="http://schemas.microsoft.com/office/drawing/2014/main" id="{A4D4D22A-D675-BC07-68A2-54D78E178379}"/>
              </a:ext>
            </a:extLst>
          </p:cNvPr>
          <p:cNvSpPr txBox="1"/>
          <p:nvPr/>
        </p:nvSpPr>
        <p:spPr>
          <a:xfrm>
            <a:off x="2582959" y="4007381"/>
            <a:ext cx="1250663" cy="646331"/>
          </a:xfrm>
          <a:prstGeom prst="rect">
            <a:avLst/>
          </a:prstGeom>
          <a:noFill/>
        </p:spPr>
        <p:txBody>
          <a:bodyPr wrap="none" rtlCol="0">
            <a:spAutoFit/>
          </a:bodyPr>
          <a:lstStyle/>
          <a:p>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93" name="文本框 492">
            <a:extLst>
              <a:ext uri="{FF2B5EF4-FFF2-40B4-BE49-F238E27FC236}">
                <a16:creationId xmlns:a16="http://schemas.microsoft.com/office/drawing/2014/main" id="{B61C2C5E-2355-96E3-D506-37BE0C2D313B}"/>
              </a:ext>
            </a:extLst>
          </p:cNvPr>
          <p:cNvSpPr txBox="1"/>
          <p:nvPr/>
        </p:nvSpPr>
        <p:spPr>
          <a:xfrm>
            <a:off x="3744952" y="4200789"/>
            <a:ext cx="912429" cy="369332"/>
          </a:xfrm>
          <a:prstGeom prst="rect">
            <a:avLst/>
          </a:prstGeom>
          <a:noFill/>
        </p:spPr>
        <p:txBody>
          <a:bodyPr wrap="none" rtlCol="0">
            <a:spAutoFit/>
          </a:bodyPr>
          <a:lstStyle/>
          <a:p>
            <a:r>
              <a:rPr kumimoji="1" lang="en-US" altLang="zh-CN" dirty="0">
                <a:solidFill>
                  <a:srgbClr val="BB3023"/>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494" name="文本框 493">
            <a:extLst>
              <a:ext uri="{FF2B5EF4-FFF2-40B4-BE49-F238E27FC236}">
                <a16:creationId xmlns:a16="http://schemas.microsoft.com/office/drawing/2014/main" id="{32B1A448-6147-5331-2FFE-2E555C71E41E}"/>
              </a:ext>
            </a:extLst>
          </p:cNvPr>
          <p:cNvSpPr txBox="1"/>
          <p:nvPr/>
        </p:nvSpPr>
        <p:spPr>
          <a:xfrm>
            <a:off x="1064542" y="3198773"/>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cxnSp>
        <p:nvCxnSpPr>
          <p:cNvPr id="495" name="直线连接符 494">
            <a:extLst>
              <a:ext uri="{FF2B5EF4-FFF2-40B4-BE49-F238E27FC236}">
                <a16:creationId xmlns:a16="http://schemas.microsoft.com/office/drawing/2014/main" id="{60A4DE2C-0C42-4D5A-AC5E-339348C9398B}"/>
              </a:ext>
            </a:extLst>
          </p:cNvPr>
          <p:cNvCxnSpPr/>
          <p:nvPr/>
        </p:nvCxnSpPr>
        <p:spPr>
          <a:xfrm>
            <a:off x="655131" y="4701929"/>
            <a:ext cx="3914274" cy="0"/>
          </a:xfrm>
          <a:prstGeom prst="line">
            <a:avLst/>
          </a:prstGeom>
          <a:ln w="25400">
            <a:solidFill>
              <a:srgbClr val="1E344D"/>
            </a:solidFill>
          </a:ln>
        </p:spPr>
        <p:style>
          <a:lnRef idx="1">
            <a:schemeClr val="accent1"/>
          </a:lnRef>
          <a:fillRef idx="0">
            <a:schemeClr val="accent1"/>
          </a:fillRef>
          <a:effectRef idx="0">
            <a:schemeClr val="accent1"/>
          </a:effectRef>
          <a:fontRef idx="minor">
            <a:schemeClr val="tx1"/>
          </a:fontRef>
        </p:style>
      </p:cxnSp>
      <p:sp>
        <p:nvSpPr>
          <p:cNvPr id="506" name="文本框 505">
            <a:extLst>
              <a:ext uri="{FF2B5EF4-FFF2-40B4-BE49-F238E27FC236}">
                <a16:creationId xmlns:a16="http://schemas.microsoft.com/office/drawing/2014/main" id="{3A2C5FBC-AEBA-EB5A-0D19-E2512E7C1124}"/>
              </a:ext>
            </a:extLst>
          </p:cNvPr>
          <p:cNvSpPr txBox="1"/>
          <p:nvPr/>
        </p:nvSpPr>
        <p:spPr>
          <a:xfrm>
            <a:off x="520156" y="5488329"/>
            <a:ext cx="4145502" cy="577081"/>
          </a:xfrm>
          <a:prstGeom prst="rect">
            <a:avLst/>
          </a:prstGeom>
          <a:noFill/>
        </p:spPr>
        <p:txBody>
          <a:bodyPr wrap="square" rtlCol="0">
            <a:spAutoFit/>
          </a:bodyPr>
          <a:lstStyle/>
          <a:p>
            <a:pPr algn="just"/>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BB3023"/>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BB3023"/>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a:t>
            </a:r>
            <a:r>
              <a:rPr kumimoji="1" lang="en-US" altLang="zh-CN" sz="105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105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08" name="文本框 507">
            <a:extLst>
              <a:ext uri="{FF2B5EF4-FFF2-40B4-BE49-F238E27FC236}">
                <a16:creationId xmlns:a16="http://schemas.microsoft.com/office/drawing/2014/main" id="{B9C01A84-6E96-ABB9-EC66-918998C38243}"/>
              </a:ext>
            </a:extLst>
          </p:cNvPr>
          <p:cNvSpPr txBox="1"/>
          <p:nvPr/>
        </p:nvSpPr>
        <p:spPr>
          <a:xfrm>
            <a:off x="2582959" y="5863547"/>
            <a:ext cx="1250663" cy="646331"/>
          </a:xfrm>
          <a:prstGeom prst="rect">
            <a:avLst/>
          </a:prstGeom>
          <a:noFill/>
        </p:spPr>
        <p:txBody>
          <a:bodyPr wrap="none" rtlCol="0">
            <a:spAutoFit/>
          </a:bodyPr>
          <a:lstStyle/>
          <a:p>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t>
            </a:r>
            <a:r>
              <a:rPr kumimoji="1" lang="zh-CN" altLang="en-US" sz="2400" dirty="0">
                <a:solidFill>
                  <a:srgbClr val="BB3023"/>
                </a:solidFill>
                <a:latin typeface="Alibaba PuHuiTi Medium" pitchFamily="18" charset="-122"/>
                <a:ea typeface="Alibaba PuHuiTi Medium" pitchFamily="18" charset="-122"/>
                <a:cs typeface="Alibaba PuHuiTi Medium" pitchFamily="18" charset="-122"/>
              </a:rPr>
              <a:t> </a:t>
            </a:r>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236</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09" name="文本框 508">
            <a:extLst>
              <a:ext uri="{FF2B5EF4-FFF2-40B4-BE49-F238E27FC236}">
                <a16:creationId xmlns:a16="http://schemas.microsoft.com/office/drawing/2014/main" id="{65ADDFCB-CBCF-4ACD-376F-7734D7398199}"/>
              </a:ext>
            </a:extLst>
          </p:cNvPr>
          <p:cNvSpPr txBox="1"/>
          <p:nvPr/>
        </p:nvSpPr>
        <p:spPr>
          <a:xfrm>
            <a:off x="3744952" y="6056955"/>
            <a:ext cx="912429" cy="369332"/>
          </a:xfrm>
          <a:prstGeom prst="rect">
            <a:avLst/>
          </a:prstGeom>
          <a:noFill/>
        </p:spPr>
        <p:txBody>
          <a:bodyPr wrap="none" rtlCol="0">
            <a:spAutoFit/>
          </a:bodyPr>
          <a:lstStyle/>
          <a:p>
            <a:r>
              <a:rPr kumimoji="1" lang="en-US" altLang="zh-CN" dirty="0">
                <a:solidFill>
                  <a:srgbClr val="BB3023"/>
                </a:solidFill>
                <a:latin typeface="Alibaba PuHuiTi Medium" pitchFamily="18" charset="-122"/>
                <a:ea typeface="Alibaba PuHuiTi Medium" pitchFamily="18" charset="-122"/>
                <a:cs typeface="Alibaba PuHuiTi Medium" pitchFamily="18" charset="-122"/>
              </a:rPr>
              <a:t>trillion</a:t>
            </a:r>
            <a:endParaRPr kumimoji="1" lang="zh-CN" altLang="en-US"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10" name="文本框 509">
            <a:extLst>
              <a:ext uri="{FF2B5EF4-FFF2-40B4-BE49-F238E27FC236}">
                <a16:creationId xmlns:a16="http://schemas.microsoft.com/office/drawing/2014/main" id="{01E92F80-9F70-1C04-18F4-CC6114FEC36F}"/>
              </a:ext>
            </a:extLst>
          </p:cNvPr>
          <p:cNvSpPr txBox="1"/>
          <p:nvPr/>
        </p:nvSpPr>
        <p:spPr>
          <a:xfrm>
            <a:off x="1064542" y="5054939"/>
            <a:ext cx="1443024" cy="400110"/>
          </a:xfrm>
          <a:prstGeom prst="rect">
            <a:avLst/>
          </a:prstGeom>
          <a:noFill/>
        </p:spPr>
        <p:txBody>
          <a:bodyPr wrap="non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write here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18" name="Google Shape;5273;p76">
            <a:extLst>
              <a:ext uri="{FF2B5EF4-FFF2-40B4-BE49-F238E27FC236}">
                <a16:creationId xmlns:a16="http://schemas.microsoft.com/office/drawing/2014/main" id="{220A245E-58AF-4E05-EF45-476DE5A10F22}"/>
              </a:ext>
            </a:extLst>
          </p:cNvPr>
          <p:cNvSpPr/>
          <p:nvPr/>
        </p:nvSpPr>
        <p:spPr>
          <a:xfrm>
            <a:off x="922388" y="1278575"/>
            <a:ext cx="61000" cy="30513"/>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1" name="Google Shape;5274;p76">
            <a:extLst>
              <a:ext uri="{FF2B5EF4-FFF2-40B4-BE49-F238E27FC236}">
                <a16:creationId xmlns:a16="http://schemas.microsoft.com/office/drawing/2014/main" id="{7F229BE8-E5BA-6923-E7C1-92915ED6B840}"/>
              </a:ext>
            </a:extLst>
          </p:cNvPr>
          <p:cNvSpPr/>
          <p:nvPr/>
        </p:nvSpPr>
        <p:spPr>
          <a:xfrm>
            <a:off x="767715" y="1187116"/>
            <a:ext cx="50117" cy="61000"/>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2" name="Google Shape;5275;p76">
            <a:extLst>
              <a:ext uri="{FF2B5EF4-FFF2-40B4-BE49-F238E27FC236}">
                <a16:creationId xmlns:a16="http://schemas.microsoft.com/office/drawing/2014/main" id="{F95AF53D-F4A6-49BE-F5D6-E21C9C1E805F}"/>
              </a:ext>
            </a:extLst>
          </p:cNvPr>
          <p:cNvSpPr/>
          <p:nvPr/>
        </p:nvSpPr>
        <p:spPr>
          <a:xfrm>
            <a:off x="874485" y="1187116"/>
            <a:ext cx="50117" cy="61000"/>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3" name="Google Shape;5276;p76">
            <a:extLst>
              <a:ext uri="{FF2B5EF4-FFF2-40B4-BE49-F238E27FC236}">
                <a16:creationId xmlns:a16="http://schemas.microsoft.com/office/drawing/2014/main" id="{0094B0A3-C07C-C0D7-1498-6337C4B7351B}"/>
              </a:ext>
            </a:extLst>
          </p:cNvPr>
          <p:cNvSpPr/>
          <p:nvPr/>
        </p:nvSpPr>
        <p:spPr>
          <a:xfrm>
            <a:off x="708930" y="1278575"/>
            <a:ext cx="61027" cy="30513"/>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4" name="Google Shape;5277;p76">
            <a:extLst>
              <a:ext uri="{FF2B5EF4-FFF2-40B4-BE49-F238E27FC236}">
                <a16:creationId xmlns:a16="http://schemas.microsoft.com/office/drawing/2014/main" id="{CAAC75D7-3E20-5BFA-D37D-4A7A84567A31}"/>
              </a:ext>
            </a:extLst>
          </p:cNvPr>
          <p:cNvSpPr/>
          <p:nvPr/>
        </p:nvSpPr>
        <p:spPr>
          <a:xfrm>
            <a:off x="586957" y="1432087"/>
            <a:ext cx="91513" cy="274459"/>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5" name="Google Shape;5278;p76">
            <a:extLst>
              <a:ext uri="{FF2B5EF4-FFF2-40B4-BE49-F238E27FC236}">
                <a16:creationId xmlns:a16="http://schemas.microsoft.com/office/drawing/2014/main" id="{6FD27D44-FFF6-1913-7655-F6C1E46C7803}"/>
              </a:ext>
            </a:extLst>
          </p:cNvPr>
          <p:cNvSpPr/>
          <p:nvPr/>
        </p:nvSpPr>
        <p:spPr>
          <a:xfrm>
            <a:off x="708930" y="1279628"/>
            <a:ext cx="346502" cy="426918"/>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8" name="Google Shape;5581;p76">
            <a:extLst>
              <a:ext uri="{FF2B5EF4-FFF2-40B4-BE49-F238E27FC236}">
                <a16:creationId xmlns:a16="http://schemas.microsoft.com/office/drawing/2014/main" id="{8539E713-4BE0-40A2-9AB3-814894762D45}"/>
              </a:ext>
            </a:extLst>
          </p:cNvPr>
          <p:cNvSpPr/>
          <p:nvPr/>
        </p:nvSpPr>
        <p:spPr>
          <a:xfrm>
            <a:off x="917265" y="5230705"/>
            <a:ext cx="40673" cy="4065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29" name="Google Shape;5582;p76">
            <a:extLst>
              <a:ext uri="{FF2B5EF4-FFF2-40B4-BE49-F238E27FC236}">
                <a16:creationId xmlns:a16="http://schemas.microsoft.com/office/drawing/2014/main" id="{6F695031-1BE3-1023-63CA-18EE048CAA46}"/>
              </a:ext>
            </a:extLst>
          </p:cNvPr>
          <p:cNvSpPr/>
          <p:nvPr/>
        </p:nvSpPr>
        <p:spPr>
          <a:xfrm>
            <a:off x="674163" y="5230705"/>
            <a:ext cx="40650" cy="4065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0" name="Google Shape;5583;p76">
            <a:extLst>
              <a:ext uri="{FF2B5EF4-FFF2-40B4-BE49-F238E27FC236}">
                <a16:creationId xmlns:a16="http://schemas.microsoft.com/office/drawing/2014/main" id="{845E846E-7698-CAFD-C3A6-AD039C10E679}"/>
              </a:ext>
            </a:extLst>
          </p:cNvPr>
          <p:cNvSpPr/>
          <p:nvPr/>
        </p:nvSpPr>
        <p:spPr>
          <a:xfrm>
            <a:off x="589906" y="5015861"/>
            <a:ext cx="452337" cy="334659"/>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1" name="Google Shape;5584;p76">
            <a:extLst>
              <a:ext uri="{FF2B5EF4-FFF2-40B4-BE49-F238E27FC236}">
                <a16:creationId xmlns:a16="http://schemas.microsoft.com/office/drawing/2014/main" id="{1B18A094-914E-D5C4-95FD-ADF6DF9CA9FB}"/>
              </a:ext>
            </a:extLst>
          </p:cNvPr>
          <p:cNvSpPr/>
          <p:nvPr/>
        </p:nvSpPr>
        <p:spPr>
          <a:xfrm>
            <a:off x="640789" y="5376994"/>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2" name="Google Shape;5585;p76">
            <a:extLst>
              <a:ext uri="{FF2B5EF4-FFF2-40B4-BE49-F238E27FC236}">
                <a16:creationId xmlns:a16="http://schemas.microsoft.com/office/drawing/2014/main" id="{EF569C27-EE26-77BC-6746-EBA37BE6AA8E}"/>
              </a:ext>
            </a:extLst>
          </p:cNvPr>
          <p:cNvSpPr/>
          <p:nvPr/>
        </p:nvSpPr>
        <p:spPr>
          <a:xfrm>
            <a:off x="879666" y="5376994"/>
            <a:ext cx="111694" cy="50554"/>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BB3023"/>
          </a:solidFill>
          <a:ln>
            <a:noFill/>
          </a:ln>
        </p:spPr>
        <p:txBody>
          <a:bodyPr spcFirstLastPara="1" wrap="square" lIns="121900" tIns="121900" rIns="121900" bIns="121900" anchor="ctr" anchorCtr="0">
            <a:noAutofit/>
          </a:bodyPr>
          <a:lstStyle/>
          <a:p>
            <a:endParaRPr sz="2400">
              <a:solidFill>
                <a:srgbClr val="435D74"/>
              </a:solidFill>
            </a:endParaRPr>
          </a:p>
        </p:txBody>
      </p:sp>
      <p:sp>
        <p:nvSpPr>
          <p:cNvPr id="536" name="文本框 535">
            <a:extLst>
              <a:ext uri="{FF2B5EF4-FFF2-40B4-BE49-F238E27FC236}">
                <a16:creationId xmlns:a16="http://schemas.microsoft.com/office/drawing/2014/main" id="{F2D4FF7E-1626-65B2-3E25-607A122C3437}"/>
              </a:ext>
            </a:extLst>
          </p:cNvPr>
          <p:cNvSpPr txBox="1"/>
          <p:nvPr/>
        </p:nvSpPr>
        <p:spPr>
          <a:xfrm>
            <a:off x="5164058" y="2514600"/>
            <a:ext cx="1075377" cy="306957"/>
          </a:xfrm>
          <a:prstGeom prst="rect">
            <a:avLst/>
          </a:prstGeom>
          <a:noFill/>
        </p:spPr>
        <p:txBody>
          <a:bodyPr wrap="square" rtlCol="0">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538" name="文本框 537">
            <a:extLst>
              <a:ext uri="{FF2B5EF4-FFF2-40B4-BE49-F238E27FC236}">
                <a16:creationId xmlns:a16="http://schemas.microsoft.com/office/drawing/2014/main" id="{00D7FDD4-011D-5BBA-5089-1E9FE58FE318}"/>
              </a:ext>
            </a:extLst>
          </p:cNvPr>
          <p:cNvSpPr txBox="1"/>
          <p:nvPr/>
        </p:nvSpPr>
        <p:spPr>
          <a:xfrm>
            <a:off x="5159710" y="2100829"/>
            <a:ext cx="1605399" cy="307777"/>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1400" dirty="0">
                <a:solidFill>
                  <a:srgbClr val="C5C8CC"/>
                </a:solidFill>
                <a:latin typeface="Alibaba PuHuiTi Medium" pitchFamily="18" charset="-122"/>
                <a:ea typeface="Alibaba PuHuiTi Medium" pitchFamily="18" charset="-122"/>
                <a:cs typeface="Alibaba PuHuiTi Medium" pitchFamily="18" charset="-122"/>
              </a:rPr>
              <a:t>I</a:t>
            </a:r>
            <a:r>
              <a:rPr lang="zh-CN" altLang="en-US" sz="1400" dirty="0">
                <a:solidFill>
                  <a:srgbClr val="C5C8CC"/>
                </a:solidFill>
                <a:latin typeface="Alibaba PuHuiTi Medium" pitchFamily="18" charset="-122"/>
                <a:ea typeface="Alibaba PuHuiTi Medium" pitchFamily="18" charset="-122"/>
                <a:cs typeface="Alibaba PuHuiTi Medium" pitchFamily="18" charset="-122"/>
              </a:rPr>
              <a:t>mportant data</a:t>
            </a:r>
          </a:p>
        </p:txBody>
      </p:sp>
      <p:sp>
        <p:nvSpPr>
          <p:cNvPr id="543" name="Google Shape;282;p21">
            <a:extLst>
              <a:ext uri="{FF2B5EF4-FFF2-40B4-BE49-F238E27FC236}">
                <a16:creationId xmlns:a16="http://schemas.microsoft.com/office/drawing/2014/main" id="{BEE999C5-2BAA-A71F-5B02-A3B9C38BD5CC}"/>
              </a:ext>
            </a:extLst>
          </p:cNvPr>
          <p:cNvSpPr txBox="1"/>
          <p:nvPr/>
        </p:nvSpPr>
        <p:spPr>
          <a:xfrm>
            <a:off x="4986783" y="6165650"/>
            <a:ext cx="2689126" cy="4297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lvl="0" indent="0" algn="l" rtl="0">
              <a:spcBef>
                <a:spcPts val="0"/>
              </a:spcBef>
              <a:spcAft>
                <a:spcPts val="0"/>
              </a:spcAft>
              <a:buNone/>
            </a:pPr>
            <a:r>
              <a:rPr lang="en" b="1" dirty="0">
                <a:solidFill>
                  <a:srgbClr val="1E344D"/>
                </a:solidFill>
                <a:latin typeface="Karla"/>
                <a:ea typeface="Karla"/>
                <a:cs typeface="Karla"/>
                <a:sym typeface="Karla"/>
              </a:rPr>
              <a:t>It’s composed of hydrogen</a:t>
            </a:r>
            <a:endParaRPr b="1" dirty="0">
              <a:solidFill>
                <a:srgbClr val="1E344D"/>
              </a:solidFill>
              <a:latin typeface="Karla"/>
              <a:ea typeface="Karla"/>
              <a:cs typeface="Karla"/>
              <a:sym typeface="Karla"/>
            </a:endParaRPr>
          </a:p>
        </p:txBody>
      </p:sp>
      <p:sp>
        <p:nvSpPr>
          <p:cNvPr id="2" name="文本框 1">
            <a:extLst>
              <a:ext uri="{FF2B5EF4-FFF2-40B4-BE49-F238E27FC236}">
                <a16:creationId xmlns:a16="http://schemas.microsoft.com/office/drawing/2014/main" id="{EE730022-A34F-E21E-ADF2-2B194706A296}"/>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427548CA-0DB0-DD59-8A25-93689DAB790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B0153339-5783-786E-D423-15A23729AB5B}"/>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F6CC2516-322E-10FA-A8EB-7A54C204F949}"/>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CAF3B33F-C601-5727-7182-B492AC64071D}"/>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1A9B0EEE-CF63-F6EC-4887-1FE6C041BA44}"/>
              </a:ext>
            </a:extLst>
          </p:cNvPr>
          <p:cNvGrpSpPr/>
          <p:nvPr/>
        </p:nvGrpSpPr>
        <p:grpSpPr>
          <a:xfrm>
            <a:off x="2323294" y="287981"/>
            <a:ext cx="356205" cy="355288"/>
            <a:chOff x="2323294" y="287981"/>
            <a:chExt cx="356205" cy="355288"/>
          </a:xfrm>
        </p:grpSpPr>
        <p:sp>
          <p:nvSpPr>
            <p:cNvPr id="8" name="Google Shape;7166;p80">
              <a:extLst>
                <a:ext uri="{FF2B5EF4-FFF2-40B4-BE49-F238E27FC236}">
                  <a16:creationId xmlns:a16="http://schemas.microsoft.com/office/drawing/2014/main" id="{BDB6549F-F9A6-254D-AAD0-23104C76DD0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7167;p80">
              <a:extLst>
                <a:ext uri="{FF2B5EF4-FFF2-40B4-BE49-F238E27FC236}">
                  <a16:creationId xmlns:a16="http://schemas.microsoft.com/office/drawing/2014/main" id="{080AA3D3-ECF4-5514-0405-4C40B58A9BD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7168;p80">
              <a:extLst>
                <a:ext uri="{FF2B5EF4-FFF2-40B4-BE49-F238E27FC236}">
                  <a16:creationId xmlns:a16="http://schemas.microsoft.com/office/drawing/2014/main" id="{85E35202-7783-C24A-9FC1-2A83B4DC633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7169;p80">
              <a:extLst>
                <a:ext uri="{FF2B5EF4-FFF2-40B4-BE49-F238E27FC236}">
                  <a16:creationId xmlns:a16="http://schemas.microsoft.com/office/drawing/2014/main" id="{DEE72B68-07CC-B404-196A-F30B04A1E31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1294084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a:extLst>
              <a:ext uri="{FF2B5EF4-FFF2-40B4-BE49-F238E27FC236}">
                <a16:creationId xmlns:a16="http://schemas.microsoft.com/office/drawing/2014/main" id="{1BFC018F-EA1F-9C99-0E39-E17C892C71CE}"/>
              </a:ext>
            </a:extLst>
          </p:cNvPr>
          <p:cNvSpPr/>
          <p:nvPr/>
        </p:nvSpPr>
        <p:spPr>
          <a:xfrm>
            <a:off x="279597" y="1828800"/>
            <a:ext cx="3718245" cy="4809067"/>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圆角矩形 7">
            <a:extLst>
              <a:ext uri="{FF2B5EF4-FFF2-40B4-BE49-F238E27FC236}">
                <a16:creationId xmlns:a16="http://schemas.microsoft.com/office/drawing/2014/main" id="{2316946F-ED78-20ED-6AB3-18ECC3FA5621}"/>
              </a:ext>
            </a:extLst>
          </p:cNvPr>
          <p:cNvSpPr/>
          <p:nvPr/>
        </p:nvSpPr>
        <p:spPr>
          <a:xfrm>
            <a:off x="4262047" y="1150850"/>
            <a:ext cx="3754902" cy="2889522"/>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圆角矩形 9">
            <a:extLst>
              <a:ext uri="{FF2B5EF4-FFF2-40B4-BE49-F238E27FC236}">
                <a16:creationId xmlns:a16="http://schemas.microsoft.com/office/drawing/2014/main" id="{2674A287-77A9-4E78-5BCF-2978BD3F3DC3}"/>
              </a:ext>
            </a:extLst>
          </p:cNvPr>
          <p:cNvSpPr/>
          <p:nvPr/>
        </p:nvSpPr>
        <p:spPr>
          <a:xfrm>
            <a:off x="4262047" y="4295554"/>
            <a:ext cx="7667683" cy="2339164"/>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圆角矩形 10">
            <a:extLst>
              <a:ext uri="{FF2B5EF4-FFF2-40B4-BE49-F238E27FC236}">
                <a16:creationId xmlns:a16="http://schemas.microsoft.com/office/drawing/2014/main" id="{3AB8D639-21E2-4246-0E88-0A11ECC510A7}"/>
              </a:ext>
            </a:extLst>
          </p:cNvPr>
          <p:cNvSpPr/>
          <p:nvPr/>
        </p:nvSpPr>
        <p:spPr>
          <a:xfrm>
            <a:off x="8298770" y="1150850"/>
            <a:ext cx="3630960" cy="2889522"/>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文本框 13">
            <a:extLst>
              <a:ext uri="{FF2B5EF4-FFF2-40B4-BE49-F238E27FC236}">
                <a16:creationId xmlns:a16="http://schemas.microsoft.com/office/drawing/2014/main" id="{7C9E14B2-F760-2669-F0C9-EB451D945A38}"/>
              </a:ext>
            </a:extLst>
          </p:cNvPr>
          <p:cNvSpPr txBox="1"/>
          <p:nvPr/>
        </p:nvSpPr>
        <p:spPr>
          <a:xfrm>
            <a:off x="382773" y="1000124"/>
            <a:ext cx="1217428" cy="338554"/>
          </a:xfrm>
          <a:prstGeom prst="rect">
            <a:avLst/>
          </a:prstGeom>
          <a:noFill/>
        </p:spPr>
        <p:txBody>
          <a:bodyPr wrap="square" rtlCol="0">
            <a:spAutoFit/>
          </a:bodyPr>
          <a:lstStyle/>
          <a:p>
            <a:r>
              <a:rPr kumimoji="1" lang="en" altLang="zh-CN" sz="1600" dirty="0">
                <a:solidFill>
                  <a:schemeClr val="bg2">
                    <a:lumMod val="50000"/>
                  </a:schemeClr>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chemeClr val="bg2">
                  <a:lumMod val="50000"/>
                </a:schemeClr>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06BE8324-353E-3BCC-21AB-55F0858A5952}"/>
              </a:ext>
            </a:extLst>
          </p:cNvPr>
          <p:cNvSpPr txBox="1"/>
          <p:nvPr/>
        </p:nvSpPr>
        <p:spPr>
          <a:xfrm>
            <a:off x="375057" y="1250225"/>
            <a:ext cx="3792905" cy="553998"/>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3000" dirty="0">
                <a:solidFill>
                  <a:srgbClr val="BB3023"/>
                </a:solidFill>
                <a:latin typeface="Alibaba PuHuiTi Medium" pitchFamily="18" charset="-122"/>
                <a:ea typeface="Alibaba PuHuiTi Medium" pitchFamily="18" charset="-122"/>
                <a:cs typeface="Alibaba PuHuiTi Medium" pitchFamily="18" charset="-122"/>
              </a:rPr>
              <a:t>I</a:t>
            </a:r>
            <a:r>
              <a:rPr lang="zh-CN" altLang="en-US" sz="3000" dirty="0">
                <a:solidFill>
                  <a:srgbClr val="BB3023"/>
                </a:solidFill>
                <a:latin typeface="Alibaba PuHuiTi Medium" pitchFamily="18" charset="-122"/>
                <a:ea typeface="Alibaba PuHuiTi Medium" pitchFamily="18" charset="-122"/>
                <a:cs typeface="Alibaba PuHuiTi Medium" pitchFamily="18" charset="-122"/>
              </a:rPr>
              <a:t>MPORTANT DATA</a:t>
            </a:r>
          </a:p>
        </p:txBody>
      </p:sp>
      <p:sp>
        <p:nvSpPr>
          <p:cNvPr id="16" name="文本框 15">
            <a:extLst>
              <a:ext uri="{FF2B5EF4-FFF2-40B4-BE49-F238E27FC236}">
                <a16:creationId xmlns:a16="http://schemas.microsoft.com/office/drawing/2014/main" id="{AD5F322E-663E-F51D-1B34-E2DC88F945E5}"/>
              </a:ext>
            </a:extLst>
          </p:cNvPr>
          <p:cNvSpPr txBox="1"/>
          <p:nvPr/>
        </p:nvSpPr>
        <p:spPr>
          <a:xfrm>
            <a:off x="1487488" y="1000124"/>
            <a:ext cx="1217428" cy="338554"/>
          </a:xfrm>
          <a:prstGeom prst="rect">
            <a:avLst/>
          </a:prstGeom>
          <a:noFill/>
        </p:spPr>
        <p:txBody>
          <a:bodyPr wrap="square" rtlCol="0">
            <a:spAutoFit/>
          </a:bodyPr>
          <a:lstStyle/>
          <a:p>
            <a:r>
              <a:rPr kumimoji="1" lang="en" altLang="zh-CN" sz="1600" dirty="0">
                <a:solidFill>
                  <a:schemeClr val="bg2">
                    <a:lumMod val="50000"/>
                  </a:schemeClr>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chemeClr val="bg2">
                  <a:lumMod val="50000"/>
                </a:schemeClr>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D9C3F066-A04D-972F-2816-7A114E63DA07}"/>
              </a:ext>
            </a:extLst>
          </p:cNvPr>
          <p:cNvSpPr txBox="1"/>
          <p:nvPr/>
        </p:nvSpPr>
        <p:spPr>
          <a:xfrm>
            <a:off x="2639616" y="1000124"/>
            <a:ext cx="1217428" cy="338554"/>
          </a:xfrm>
          <a:prstGeom prst="rect">
            <a:avLst/>
          </a:prstGeom>
          <a:noFill/>
        </p:spPr>
        <p:txBody>
          <a:bodyPr wrap="square" rtlCol="0">
            <a:spAutoFit/>
          </a:bodyPr>
          <a:lstStyle/>
          <a:p>
            <a:r>
              <a:rPr kumimoji="1" lang="en" altLang="zh-CN" sz="1600" dirty="0">
                <a:solidFill>
                  <a:schemeClr val="bg2">
                    <a:lumMod val="50000"/>
                  </a:schemeClr>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chemeClr val="bg2">
                  <a:lumMod val="50000"/>
                </a:schemeClr>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03F496A3-9505-F8F1-A89E-6B47835B917A}"/>
              </a:ext>
            </a:extLst>
          </p:cNvPr>
          <p:cNvSpPr txBox="1"/>
          <p:nvPr/>
        </p:nvSpPr>
        <p:spPr>
          <a:xfrm>
            <a:off x="432420" y="2486615"/>
            <a:ext cx="3196605" cy="1015663"/>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F8557198-817F-FF92-C9A7-9851BDAD84C7}"/>
              </a:ext>
            </a:extLst>
          </p:cNvPr>
          <p:cNvSpPr txBox="1"/>
          <p:nvPr/>
        </p:nvSpPr>
        <p:spPr>
          <a:xfrm>
            <a:off x="2620218" y="3474625"/>
            <a:ext cx="1098378"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3A37D420-53B0-59C5-182A-73BF1ED1604A}"/>
              </a:ext>
            </a:extLst>
          </p:cNvPr>
          <p:cNvSpPr txBox="1"/>
          <p:nvPr/>
        </p:nvSpPr>
        <p:spPr>
          <a:xfrm>
            <a:off x="1717229" y="3503200"/>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175BE75B-CFAB-AEF1-FA29-81441D43A604}"/>
              </a:ext>
            </a:extLst>
          </p:cNvPr>
          <p:cNvSpPr txBox="1"/>
          <p:nvPr/>
        </p:nvSpPr>
        <p:spPr>
          <a:xfrm>
            <a:off x="623392" y="3503200"/>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矩形 53">
            <a:extLst>
              <a:ext uri="{FF2B5EF4-FFF2-40B4-BE49-F238E27FC236}">
                <a16:creationId xmlns:a16="http://schemas.microsoft.com/office/drawing/2014/main" id="{98D633FA-AEAA-E3FA-0C85-09151BE61407}"/>
              </a:ext>
            </a:extLst>
          </p:cNvPr>
          <p:cNvSpPr/>
          <p:nvPr/>
        </p:nvSpPr>
        <p:spPr>
          <a:xfrm>
            <a:off x="2992477" y="4429125"/>
            <a:ext cx="493673" cy="177165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5" name="矩形 54">
            <a:extLst>
              <a:ext uri="{FF2B5EF4-FFF2-40B4-BE49-F238E27FC236}">
                <a16:creationId xmlns:a16="http://schemas.microsoft.com/office/drawing/2014/main" id="{E2ABD653-33A4-CFD2-86AF-E53AE31E8DB3}"/>
              </a:ext>
            </a:extLst>
          </p:cNvPr>
          <p:cNvSpPr/>
          <p:nvPr/>
        </p:nvSpPr>
        <p:spPr>
          <a:xfrm>
            <a:off x="2213790" y="4800599"/>
            <a:ext cx="500835" cy="1400175"/>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矩形 55">
            <a:extLst>
              <a:ext uri="{FF2B5EF4-FFF2-40B4-BE49-F238E27FC236}">
                <a16:creationId xmlns:a16="http://schemas.microsoft.com/office/drawing/2014/main" id="{41B7F6D6-2C28-8521-0CC1-049776CDC589}"/>
              </a:ext>
            </a:extLst>
          </p:cNvPr>
          <p:cNvSpPr/>
          <p:nvPr/>
        </p:nvSpPr>
        <p:spPr>
          <a:xfrm>
            <a:off x="1400175" y="5143500"/>
            <a:ext cx="485775" cy="105727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 name="矩形 56">
            <a:extLst>
              <a:ext uri="{FF2B5EF4-FFF2-40B4-BE49-F238E27FC236}">
                <a16:creationId xmlns:a16="http://schemas.microsoft.com/office/drawing/2014/main" id="{12EC92E8-4D1D-7BC4-268E-A4711F1AF6E7}"/>
              </a:ext>
            </a:extLst>
          </p:cNvPr>
          <p:cNvSpPr/>
          <p:nvPr/>
        </p:nvSpPr>
        <p:spPr>
          <a:xfrm>
            <a:off x="623392" y="5429250"/>
            <a:ext cx="519608" cy="771524"/>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EA38137B-604B-8065-253A-31F1ACD46F0C}"/>
              </a:ext>
            </a:extLst>
          </p:cNvPr>
          <p:cNvSpPr txBox="1"/>
          <p:nvPr/>
        </p:nvSpPr>
        <p:spPr>
          <a:xfrm>
            <a:off x="2961076"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C60963D8-FD78-D6B7-602E-035629EB40FB}"/>
              </a:ext>
            </a:extLst>
          </p:cNvPr>
          <p:cNvSpPr txBox="1"/>
          <p:nvPr/>
        </p:nvSpPr>
        <p:spPr>
          <a:xfrm>
            <a:off x="2207568"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DB642DF0-438A-241E-4175-F62AE532801C}"/>
              </a:ext>
            </a:extLst>
          </p:cNvPr>
          <p:cNvSpPr txBox="1"/>
          <p:nvPr/>
        </p:nvSpPr>
        <p:spPr>
          <a:xfrm>
            <a:off x="1415480"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133FF3D1-D13C-AF23-2AD2-5E48DE437582}"/>
              </a:ext>
            </a:extLst>
          </p:cNvPr>
          <p:cNvSpPr txBox="1"/>
          <p:nvPr/>
        </p:nvSpPr>
        <p:spPr>
          <a:xfrm>
            <a:off x="610735"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2020</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 name="肘形连接符 62">
            <a:extLst>
              <a:ext uri="{FF2B5EF4-FFF2-40B4-BE49-F238E27FC236}">
                <a16:creationId xmlns:a16="http://schemas.microsoft.com/office/drawing/2014/main" id="{0C9DB264-FD3C-FD34-3C54-079DDA85D82D}"/>
              </a:ext>
            </a:extLst>
          </p:cNvPr>
          <p:cNvCxnSpPr>
            <a:cxnSpLocks/>
          </p:cNvCxnSpPr>
          <p:nvPr/>
        </p:nvCxnSpPr>
        <p:spPr>
          <a:xfrm flipV="1">
            <a:off x="897467" y="4199467"/>
            <a:ext cx="2641600" cy="1032933"/>
          </a:xfrm>
          <a:prstGeom prst="bentConnector3">
            <a:avLst>
              <a:gd name="adj1" fmla="val -833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3" name="文本框 582">
            <a:extLst>
              <a:ext uri="{FF2B5EF4-FFF2-40B4-BE49-F238E27FC236}">
                <a16:creationId xmlns:a16="http://schemas.microsoft.com/office/drawing/2014/main" id="{4DD6E3FA-DBAC-A943-D94A-E6D6346646F1}"/>
              </a:ext>
            </a:extLst>
          </p:cNvPr>
          <p:cNvSpPr txBox="1"/>
          <p:nvPr/>
        </p:nvSpPr>
        <p:spPr>
          <a:xfrm>
            <a:off x="750475" y="4334933"/>
            <a:ext cx="1654059" cy="553998"/>
          </a:xfrm>
          <a:prstGeom prst="rect">
            <a:avLst/>
          </a:prstGeom>
          <a:noFill/>
        </p:spPr>
        <p:txBody>
          <a:bodyPr wrap="square" rtlCol="0">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584" name="圆角矩形 583">
            <a:extLst>
              <a:ext uri="{FF2B5EF4-FFF2-40B4-BE49-F238E27FC236}">
                <a16:creationId xmlns:a16="http://schemas.microsoft.com/office/drawing/2014/main" id="{11B21EB7-3595-3B4E-660C-3DCC6C245E90}"/>
              </a:ext>
            </a:extLst>
          </p:cNvPr>
          <p:cNvSpPr/>
          <p:nvPr/>
        </p:nvSpPr>
        <p:spPr>
          <a:xfrm>
            <a:off x="4267200" y="5638800"/>
            <a:ext cx="2980267" cy="982133"/>
          </a:xfrm>
          <a:prstGeom prst="roundRect">
            <a:avLst>
              <a:gd name="adj" fmla="val 16233"/>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5" name="文本框 584">
            <a:extLst>
              <a:ext uri="{FF2B5EF4-FFF2-40B4-BE49-F238E27FC236}">
                <a16:creationId xmlns:a16="http://schemas.microsoft.com/office/drawing/2014/main" id="{2916412E-B3E6-2847-E6A1-6D4E0FF16DB4}"/>
              </a:ext>
            </a:extLst>
          </p:cNvPr>
          <p:cNvSpPr txBox="1"/>
          <p:nvPr/>
        </p:nvSpPr>
        <p:spPr>
          <a:xfrm>
            <a:off x="4363700" y="5695114"/>
            <a:ext cx="1106393" cy="523220"/>
          </a:xfrm>
          <a:prstGeom prst="rect">
            <a:avLst/>
          </a:prstGeom>
          <a:noFill/>
        </p:spPr>
        <p:txBody>
          <a:bodyPr wrap="none" rtlCol="0">
            <a:spAutoFit/>
          </a:bodyPr>
          <a:lstStyle/>
          <a:p>
            <a:r>
              <a:rPr kumimoji="1" lang="en-US" altLang="zh-CN" sz="2800" dirty="0">
                <a:solidFill>
                  <a:schemeClr val="bg1"/>
                </a:solidFill>
                <a:latin typeface="Alibaba PuHuiTi Medium" pitchFamily="18" charset="-122"/>
                <a:ea typeface="Alibaba PuHuiTi Medium" pitchFamily="18" charset="-122"/>
                <a:cs typeface="Alibaba PuHuiTi Medium" pitchFamily="18" charset="-122"/>
              </a:rPr>
              <a:t>&lt;10%</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FA6CBCFA-868F-50B2-A8BF-875155CC1054}"/>
              </a:ext>
            </a:extLst>
          </p:cNvPr>
          <p:cNvSpPr txBox="1"/>
          <p:nvPr/>
        </p:nvSpPr>
        <p:spPr>
          <a:xfrm>
            <a:off x="4325557" y="6129867"/>
            <a:ext cx="2769509" cy="405955"/>
          </a:xfrm>
          <a:prstGeom prst="rect">
            <a:avLst/>
          </a:prstGeom>
          <a:noFill/>
        </p:spPr>
        <p:txBody>
          <a:bodyPr wrap="square" rtlCol="0">
            <a:spAutoFit/>
          </a:bodyPr>
          <a:lstStyle/>
          <a:p>
            <a:r>
              <a:rPr kumimoji="1" lang="en" altLang="zh-CN" sz="10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chemeClr val="bg1"/>
              </a:solidFill>
              <a:latin typeface="Alibaba PuHuiTi" pitchFamily="18" charset="-122"/>
              <a:ea typeface="Alibaba PuHuiTi" pitchFamily="18" charset="-122"/>
              <a:cs typeface="Alibaba PuHuiTi" pitchFamily="18" charset="-122"/>
            </a:endParaRPr>
          </a:p>
        </p:txBody>
      </p:sp>
      <p:sp>
        <p:nvSpPr>
          <p:cNvPr id="587" name="Google Shape;6802;p79">
            <a:extLst>
              <a:ext uri="{FF2B5EF4-FFF2-40B4-BE49-F238E27FC236}">
                <a16:creationId xmlns:a16="http://schemas.microsoft.com/office/drawing/2014/main" id="{31884EBE-AD61-EB91-608A-A74388E4F0FE}"/>
              </a:ext>
            </a:extLst>
          </p:cNvPr>
          <p:cNvSpPr/>
          <p:nvPr/>
        </p:nvSpPr>
        <p:spPr>
          <a:xfrm>
            <a:off x="6845440" y="5754176"/>
            <a:ext cx="283493" cy="282741"/>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588" name="文本框 587">
            <a:extLst>
              <a:ext uri="{FF2B5EF4-FFF2-40B4-BE49-F238E27FC236}">
                <a16:creationId xmlns:a16="http://schemas.microsoft.com/office/drawing/2014/main" id="{39195BD0-6C6A-EC9E-8039-54786B56924D}"/>
              </a:ext>
            </a:extLst>
          </p:cNvPr>
          <p:cNvSpPr txBox="1"/>
          <p:nvPr/>
        </p:nvSpPr>
        <p:spPr>
          <a:xfrm>
            <a:off x="4456750"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9" name="文本框 588">
            <a:extLst>
              <a:ext uri="{FF2B5EF4-FFF2-40B4-BE49-F238E27FC236}">
                <a16:creationId xmlns:a16="http://schemas.microsoft.com/office/drawing/2014/main" id="{108A4112-D453-75CC-3B3D-436B268B106F}"/>
              </a:ext>
            </a:extLst>
          </p:cNvPr>
          <p:cNvSpPr txBox="1"/>
          <p:nvPr/>
        </p:nvSpPr>
        <p:spPr>
          <a:xfrm>
            <a:off x="4439816" y="4403576"/>
            <a:ext cx="9861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0" name="文本框 589">
            <a:extLst>
              <a:ext uri="{FF2B5EF4-FFF2-40B4-BE49-F238E27FC236}">
                <a16:creationId xmlns:a16="http://schemas.microsoft.com/office/drawing/2014/main" id="{12C36D5A-B867-0932-BB97-5AC89986FA49}"/>
              </a:ext>
            </a:extLst>
          </p:cNvPr>
          <p:cNvSpPr txBox="1"/>
          <p:nvPr/>
        </p:nvSpPr>
        <p:spPr>
          <a:xfrm>
            <a:off x="5257552" y="4420509"/>
            <a:ext cx="439544" cy="461665"/>
          </a:xfrm>
          <a:prstGeom prst="rect">
            <a:avLst/>
          </a:prstGeom>
          <a:noFill/>
        </p:spPr>
        <p:txBody>
          <a:bodyPr wrap="none" rtlCol="0">
            <a:spAutoFit/>
          </a:bodyPr>
          <a:lstStyle/>
          <a:p>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1" name="文本框 590">
            <a:extLst>
              <a:ext uri="{FF2B5EF4-FFF2-40B4-BE49-F238E27FC236}">
                <a16:creationId xmlns:a16="http://schemas.microsoft.com/office/drawing/2014/main" id="{C8FC7D21-2EAE-7530-D6B7-C7ED6F07FED0}"/>
              </a:ext>
            </a:extLst>
          </p:cNvPr>
          <p:cNvSpPr txBox="1"/>
          <p:nvPr/>
        </p:nvSpPr>
        <p:spPr>
          <a:xfrm>
            <a:off x="6066410"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2" name="文本框 591">
            <a:extLst>
              <a:ext uri="{FF2B5EF4-FFF2-40B4-BE49-F238E27FC236}">
                <a16:creationId xmlns:a16="http://schemas.microsoft.com/office/drawing/2014/main" id="{02D839A6-F465-CD95-14B1-5A498317FC08}"/>
              </a:ext>
            </a:extLst>
          </p:cNvPr>
          <p:cNvSpPr txBox="1"/>
          <p:nvPr/>
        </p:nvSpPr>
        <p:spPr>
          <a:xfrm>
            <a:off x="6049476" y="4403576"/>
            <a:ext cx="1133644"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+9.2</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3" name="文本框 592">
            <a:extLst>
              <a:ext uri="{FF2B5EF4-FFF2-40B4-BE49-F238E27FC236}">
                <a16:creationId xmlns:a16="http://schemas.microsoft.com/office/drawing/2014/main" id="{A6EABA98-32BB-A2A5-2274-3C38022F7AA5}"/>
              </a:ext>
            </a:extLst>
          </p:cNvPr>
          <p:cNvSpPr txBox="1"/>
          <p:nvPr/>
        </p:nvSpPr>
        <p:spPr>
          <a:xfrm>
            <a:off x="7019612" y="4420509"/>
            <a:ext cx="439544" cy="461665"/>
          </a:xfrm>
          <a:prstGeom prst="rect">
            <a:avLst/>
          </a:prstGeom>
          <a:noFill/>
        </p:spPr>
        <p:txBody>
          <a:bodyPr wrap="none" rtlCol="0">
            <a:spAutoFit/>
          </a:bodyPr>
          <a:lstStyle/>
          <a:p>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CEDE44A7-6FE7-EF1D-AA27-5141DE121C66}"/>
              </a:ext>
            </a:extLst>
          </p:cNvPr>
          <p:cNvSpPr txBox="1"/>
          <p:nvPr/>
        </p:nvSpPr>
        <p:spPr>
          <a:xfrm>
            <a:off x="7620996"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515DA70B-493F-B922-AD0F-A16589E14D0F}"/>
              </a:ext>
            </a:extLst>
          </p:cNvPr>
          <p:cNvSpPr txBox="1"/>
          <p:nvPr/>
        </p:nvSpPr>
        <p:spPr>
          <a:xfrm>
            <a:off x="7604062" y="4403576"/>
            <a:ext cx="986167"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+76</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C76EE69F-B35F-DD23-A6AE-32526CB41E82}"/>
              </a:ext>
            </a:extLst>
          </p:cNvPr>
          <p:cNvSpPr txBox="1"/>
          <p:nvPr/>
        </p:nvSpPr>
        <p:spPr>
          <a:xfrm>
            <a:off x="8438732" y="4420509"/>
            <a:ext cx="439544" cy="461665"/>
          </a:xfrm>
          <a:prstGeom prst="rect">
            <a:avLst/>
          </a:prstGeom>
          <a:noFill/>
        </p:spPr>
        <p:txBody>
          <a:bodyPr wrap="none" rtlCol="0">
            <a:spAutoFit/>
          </a:bodyPr>
          <a:lstStyle/>
          <a:p>
            <a:r>
              <a:rPr kumimoji="1" lang="en-US" altLang="zh-CN" sz="2400" dirty="0">
                <a:solidFill>
                  <a:srgbClr val="BB3023"/>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97" name="文本框 596">
            <a:extLst>
              <a:ext uri="{FF2B5EF4-FFF2-40B4-BE49-F238E27FC236}">
                <a16:creationId xmlns:a16="http://schemas.microsoft.com/office/drawing/2014/main" id="{FA40E866-0D90-EC90-88DD-993AEC228118}"/>
              </a:ext>
            </a:extLst>
          </p:cNvPr>
          <p:cNvSpPr txBox="1"/>
          <p:nvPr/>
        </p:nvSpPr>
        <p:spPr>
          <a:xfrm>
            <a:off x="7620995" y="6028597"/>
            <a:ext cx="1777007"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505621A1-3239-18CF-7B6C-009ECCCF5BA5}"/>
              </a:ext>
            </a:extLst>
          </p:cNvPr>
          <p:cNvSpPr txBox="1"/>
          <p:nvPr/>
        </p:nvSpPr>
        <p:spPr>
          <a:xfrm>
            <a:off x="7604062" y="5555374"/>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文本框 598">
            <a:extLst>
              <a:ext uri="{FF2B5EF4-FFF2-40B4-BE49-F238E27FC236}">
                <a16:creationId xmlns:a16="http://schemas.microsoft.com/office/drawing/2014/main" id="{804468B5-3756-0933-8D06-535B5CE51C2C}"/>
              </a:ext>
            </a:extLst>
          </p:cNvPr>
          <p:cNvSpPr txBox="1"/>
          <p:nvPr/>
        </p:nvSpPr>
        <p:spPr>
          <a:xfrm>
            <a:off x="8438732" y="5572307"/>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01" name="直线连接符 600">
            <a:extLst>
              <a:ext uri="{FF2B5EF4-FFF2-40B4-BE49-F238E27FC236}">
                <a16:creationId xmlns:a16="http://schemas.microsoft.com/office/drawing/2014/main" id="{CAA64ADE-2829-C13D-5F97-C6B4C226765B}"/>
              </a:ext>
            </a:extLst>
          </p:cNvPr>
          <p:cNvCxnSpPr>
            <a:cxnSpLocks/>
          </p:cNvCxnSpPr>
          <p:nvPr/>
        </p:nvCxnSpPr>
        <p:spPr>
          <a:xfrm>
            <a:off x="9398001" y="4552122"/>
            <a:ext cx="0" cy="1882545"/>
          </a:xfrm>
          <a:prstGeom prst="line">
            <a:avLst/>
          </a:prstGeom>
          <a:ln w="158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602" name="矩形 601">
            <a:extLst>
              <a:ext uri="{FF2B5EF4-FFF2-40B4-BE49-F238E27FC236}">
                <a16:creationId xmlns:a16="http://schemas.microsoft.com/office/drawing/2014/main" id="{F9DD1385-71E2-8EB0-8065-B5A683EB1228}"/>
              </a:ext>
            </a:extLst>
          </p:cNvPr>
          <p:cNvSpPr/>
          <p:nvPr/>
        </p:nvSpPr>
        <p:spPr>
          <a:xfrm>
            <a:off x="11216694" y="5125465"/>
            <a:ext cx="493673" cy="1075309"/>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3" name="矩形 602">
            <a:extLst>
              <a:ext uri="{FF2B5EF4-FFF2-40B4-BE49-F238E27FC236}">
                <a16:creationId xmlns:a16="http://schemas.microsoft.com/office/drawing/2014/main" id="{A1955D3D-1474-E643-1695-A99BA3E4820E}"/>
              </a:ext>
            </a:extLst>
          </p:cNvPr>
          <p:cNvSpPr/>
          <p:nvPr/>
        </p:nvSpPr>
        <p:spPr>
          <a:xfrm>
            <a:off x="10438007" y="5350933"/>
            <a:ext cx="500835" cy="84984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4" name="矩形 603">
            <a:extLst>
              <a:ext uri="{FF2B5EF4-FFF2-40B4-BE49-F238E27FC236}">
                <a16:creationId xmlns:a16="http://schemas.microsoft.com/office/drawing/2014/main" id="{0E338E24-3D08-51BA-B1B4-1977E7B9820F}"/>
              </a:ext>
            </a:extLst>
          </p:cNvPr>
          <p:cNvSpPr/>
          <p:nvPr/>
        </p:nvSpPr>
        <p:spPr>
          <a:xfrm>
            <a:off x="9624392" y="5559058"/>
            <a:ext cx="485775" cy="64171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5" name="文本框 604">
            <a:extLst>
              <a:ext uri="{FF2B5EF4-FFF2-40B4-BE49-F238E27FC236}">
                <a16:creationId xmlns:a16="http://schemas.microsoft.com/office/drawing/2014/main" id="{68A9BBD6-EAAA-22CD-A38E-ED9B4AEBE4D5}"/>
              </a:ext>
            </a:extLst>
          </p:cNvPr>
          <p:cNvSpPr txBox="1"/>
          <p:nvPr/>
        </p:nvSpPr>
        <p:spPr>
          <a:xfrm>
            <a:off x="11185293"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2023</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06" name="文本框 605">
            <a:extLst>
              <a:ext uri="{FF2B5EF4-FFF2-40B4-BE49-F238E27FC236}">
                <a16:creationId xmlns:a16="http://schemas.microsoft.com/office/drawing/2014/main" id="{5E02B077-2730-F341-8EC8-F9E362E43250}"/>
              </a:ext>
            </a:extLst>
          </p:cNvPr>
          <p:cNvSpPr txBox="1"/>
          <p:nvPr/>
        </p:nvSpPr>
        <p:spPr>
          <a:xfrm>
            <a:off x="10431785"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2022</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07" name="文本框 606">
            <a:extLst>
              <a:ext uri="{FF2B5EF4-FFF2-40B4-BE49-F238E27FC236}">
                <a16:creationId xmlns:a16="http://schemas.microsoft.com/office/drawing/2014/main" id="{7C0F27AA-62B9-C3C5-B2BF-5474A9F2AB90}"/>
              </a:ext>
            </a:extLst>
          </p:cNvPr>
          <p:cNvSpPr txBox="1"/>
          <p:nvPr/>
        </p:nvSpPr>
        <p:spPr>
          <a:xfrm>
            <a:off x="9639697"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2021</a:t>
            </a:r>
            <a:endParaRPr kumimoji="1" lang="zh-CN" altLang="en-US" sz="1200" dirty="0">
              <a:latin typeface="Alibaba PuHuiTi Medium" pitchFamily="18" charset="-122"/>
              <a:ea typeface="Alibaba PuHuiTi Medium" pitchFamily="18" charset="-122"/>
              <a:cs typeface="Alibaba PuHuiTi Medium" pitchFamily="18" charset="-122"/>
            </a:endParaRPr>
          </a:p>
        </p:txBody>
      </p:sp>
      <p:cxnSp>
        <p:nvCxnSpPr>
          <p:cNvPr id="608" name="肘形连接符 607">
            <a:extLst>
              <a:ext uri="{FF2B5EF4-FFF2-40B4-BE49-F238E27FC236}">
                <a16:creationId xmlns:a16="http://schemas.microsoft.com/office/drawing/2014/main" id="{5B77514E-1541-0C0E-72AE-C11E8C9AF61C}"/>
              </a:ext>
            </a:extLst>
          </p:cNvPr>
          <p:cNvCxnSpPr>
            <a:cxnSpLocks/>
          </p:cNvCxnSpPr>
          <p:nvPr/>
        </p:nvCxnSpPr>
        <p:spPr>
          <a:xfrm flipV="1">
            <a:off x="9804400" y="4538133"/>
            <a:ext cx="1811867" cy="871090"/>
          </a:xfrm>
          <a:prstGeom prst="bentConnector3">
            <a:avLst>
              <a:gd name="adj1" fmla="val 467"/>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29" name="肘形连接符 628">
            <a:extLst>
              <a:ext uri="{FF2B5EF4-FFF2-40B4-BE49-F238E27FC236}">
                <a16:creationId xmlns:a16="http://schemas.microsoft.com/office/drawing/2014/main" id="{532AB090-9D28-BABB-B85E-970C4953DDBF}"/>
              </a:ext>
            </a:extLst>
          </p:cNvPr>
          <p:cNvCxnSpPr>
            <a:cxnSpLocks/>
          </p:cNvCxnSpPr>
          <p:nvPr/>
        </p:nvCxnSpPr>
        <p:spPr>
          <a:xfrm flipV="1">
            <a:off x="10704512" y="4775200"/>
            <a:ext cx="911755" cy="508579"/>
          </a:xfrm>
          <a:prstGeom prst="bentConnector3">
            <a:avLst>
              <a:gd name="adj1" fmla="val -2243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4" name="文本框 633">
            <a:extLst>
              <a:ext uri="{FF2B5EF4-FFF2-40B4-BE49-F238E27FC236}">
                <a16:creationId xmlns:a16="http://schemas.microsoft.com/office/drawing/2014/main" id="{2EF61C20-CC2F-48E2-DC74-892E59A0D861}"/>
              </a:ext>
            </a:extLst>
          </p:cNvPr>
          <p:cNvSpPr txBox="1"/>
          <p:nvPr/>
        </p:nvSpPr>
        <p:spPr>
          <a:xfrm>
            <a:off x="9603184" y="5555374"/>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$111</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5" name="文本框 634">
            <a:extLst>
              <a:ext uri="{FF2B5EF4-FFF2-40B4-BE49-F238E27FC236}">
                <a16:creationId xmlns:a16="http://schemas.microsoft.com/office/drawing/2014/main" id="{365100F3-1CB3-066B-1D37-15067164364B}"/>
              </a:ext>
            </a:extLst>
          </p:cNvPr>
          <p:cNvSpPr txBox="1"/>
          <p:nvPr/>
        </p:nvSpPr>
        <p:spPr>
          <a:xfrm>
            <a:off x="10416480" y="5373216"/>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6" name="文本框 635">
            <a:extLst>
              <a:ext uri="{FF2B5EF4-FFF2-40B4-BE49-F238E27FC236}">
                <a16:creationId xmlns:a16="http://schemas.microsoft.com/office/drawing/2014/main" id="{A3FBE97F-73DC-64CA-E646-B3BF054976A6}"/>
              </a:ext>
            </a:extLst>
          </p:cNvPr>
          <p:cNvSpPr txBox="1"/>
          <p:nvPr/>
        </p:nvSpPr>
        <p:spPr>
          <a:xfrm>
            <a:off x="11187359" y="5119050"/>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$102</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7" name="矩形 636">
            <a:extLst>
              <a:ext uri="{FF2B5EF4-FFF2-40B4-BE49-F238E27FC236}">
                <a16:creationId xmlns:a16="http://schemas.microsoft.com/office/drawing/2014/main" id="{16483D5E-C371-A4A9-B158-230EF655B5A5}"/>
              </a:ext>
            </a:extLst>
          </p:cNvPr>
          <p:cNvSpPr/>
          <p:nvPr/>
        </p:nvSpPr>
        <p:spPr>
          <a:xfrm>
            <a:off x="9990667" y="4453467"/>
            <a:ext cx="474133" cy="20320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8" name="矩形 637">
            <a:extLst>
              <a:ext uri="{FF2B5EF4-FFF2-40B4-BE49-F238E27FC236}">
                <a16:creationId xmlns:a16="http://schemas.microsoft.com/office/drawing/2014/main" id="{4B288387-F59F-9226-594C-A10FFA41867D}"/>
              </a:ext>
            </a:extLst>
          </p:cNvPr>
          <p:cNvSpPr/>
          <p:nvPr/>
        </p:nvSpPr>
        <p:spPr>
          <a:xfrm>
            <a:off x="10776520" y="4653136"/>
            <a:ext cx="474133" cy="20320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9" name="文本框 638">
            <a:extLst>
              <a:ext uri="{FF2B5EF4-FFF2-40B4-BE49-F238E27FC236}">
                <a16:creationId xmlns:a16="http://schemas.microsoft.com/office/drawing/2014/main" id="{8F290D37-994D-1C38-452D-1C74E7C7A9CF}"/>
              </a:ext>
            </a:extLst>
          </p:cNvPr>
          <p:cNvSpPr txBox="1"/>
          <p:nvPr/>
        </p:nvSpPr>
        <p:spPr>
          <a:xfrm>
            <a:off x="9895491" y="4394696"/>
            <a:ext cx="639919" cy="307777"/>
          </a:xfrm>
          <a:prstGeom prst="rect">
            <a:avLst/>
          </a:prstGeom>
          <a:noFill/>
        </p:spPr>
        <p:txBody>
          <a:bodyPr wrap="none" rtlCol="0">
            <a:spAutoFit/>
          </a:bodyPr>
          <a:lstStyle/>
          <a:p>
            <a:r>
              <a:rPr kumimoji="1" lang="en-US" altLang="zh-CN" sz="1400" dirty="0">
                <a:solidFill>
                  <a:schemeClr val="tx1">
                    <a:lumMod val="95000"/>
                    <a:lumOff val="5000"/>
                  </a:schemeClr>
                </a:solidFill>
                <a:latin typeface="Alibaba PuHuiTi" pitchFamily="18" charset="-122"/>
                <a:ea typeface="Alibaba PuHuiTi" pitchFamily="18" charset="-122"/>
                <a:cs typeface="Alibaba PuHuiTi" pitchFamily="18" charset="-122"/>
              </a:rPr>
              <a:t>100%</a:t>
            </a:r>
            <a:endParaRPr kumimoji="1" lang="zh-CN" altLang="en-US" sz="14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40" name="文本框 639">
            <a:extLst>
              <a:ext uri="{FF2B5EF4-FFF2-40B4-BE49-F238E27FC236}">
                <a16:creationId xmlns:a16="http://schemas.microsoft.com/office/drawing/2014/main" id="{06ED8700-0451-F843-1E19-434607C212FA}"/>
              </a:ext>
            </a:extLst>
          </p:cNvPr>
          <p:cNvSpPr txBox="1"/>
          <p:nvPr/>
        </p:nvSpPr>
        <p:spPr>
          <a:xfrm>
            <a:off x="10708787" y="4631928"/>
            <a:ext cx="639919" cy="307777"/>
          </a:xfrm>
          <a:prstGeom prst="rect">
            <a:avLst/>
          </a:prstGeom>
          <a:noFill/>
        </p:spPr>
        <p:txBody>
          <a:bodyPr wrap="none" rtlCol="0">
            <a:spAutoFit/>
          </a:bodyPr>
          <a:lstStyle/>
          <a:p>
            <a:r>
              <a:rPr kumimoji="1" lang="en-US" altLang="zh-CN" sz="1400" dirty="0">
                <a:solidFill>
                  <a:schemeClr val="tx1">
                    <a:lumMod val="95000"/>
                    <a:lumOff val="5000"/>
                  </a:schemeClr>
                </a:solidFill>
                <a:latin typeface="Alibaba PuHuiTi" pitchFamily="18" charset="-122"/>
                <a:ea typeface="Alibaba PuHuiTi" pitchFamily="18" charset="-122"/>
                <a:cs typeface="Alibaba PuHuiTi" pitchFamily="18" charset="-122"/>
              </a:rPr>
              <a:t>110%</a:t>
            </a:r>
            <a:endParaRPr kumimoji="1" lang="zh-CN" altLang="en-US" sz="14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41" name="文本框 640">
            <a:extLst>
              <a:ext uri="{FF2B5EF4-FFF2-40B4-BE49-F238E27FC236}">
                <a16:creationId xmlns:a16="http://schemas.microsoft.com/office/drawing/2014/main" id="{F5B75FA2-4D23-D7A9-FE52-7C2CA143D5CC}"/>
              </a:ext>
            </a:extLst>
          </p:cNvPr>
          <p:cNvSpPr txBox="1"/>
          <p:nvPr/>
        </p:nvSpPr>
        <p:spPr>
          <a:xfrm>
            <a:off x="4456750" y="1268760"/>
            <a:ext cx="3432608"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2" name="文本框 641">
            <a:extLst>
              <a:ext uri="{FF2B5EF4-FFF2-40B4-BE49-F238E27FC236}">
                <a16:creationId xmlns:a16="http://schemas.microsoft.com/office/drawing/2014/main" id="{F84E621D-B2F9-2BE6-C3B4-38B781E5D9B4}"/>
              </a:ext>
            </a:extLst>
          </p:cNvPr>
          <p:cNvSpPr txBox="1"/>
          <p:nvPr/>
        </p:nvSpPr>
        <p:spPr>
          <a:xfrm>
            <a:off x="8472264" y="1268760"/>
            <a:ext cx="3432608"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643" name="文本框 642">
            <a:extLst>
              <a:ext uri="{FF2B5EF4-FFF2-40B4-BE49-F238E27FC236}">
                <a16:creationId xmlns:a16="http://schemas.microsoft.com/office/drawing/2014/main" id="{93F67A1E-BD56-B595-363C-84958FDDD6F6}"/>
              </a:ext>
            </a:extLst>
          </p:cNvPr>
          <p:cNvSpPr txBox="1"/>
          <p:nvPr/>
        </p:nvSpPr>
        <p:spPr>
          <a:xfrm>
            <a:off x="4414168" y="1755883"/>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4" name="文本框 643">
            <a:extLst>
              <a:ext uri="{FF2B5EF4-FFF2-40B4-BE49-F238E27FC236}">
                <a16:creationId xmlns:a16="http://schemas.microsoft.com/office/drawing/2014/main" id="{82B0D37B-E85A-76C8-7954-3D2530CB3371}"/>
              </a:ext>
            </a:extLst>
          </p:cNvPr>
          <p:cNvSpPr txBox="1"/>
          <p:nvPr/>
        </p:nvSpPr>
        <p:spPr>
          <a:xfrm>
            <a:off x="4955457" y="1772816"/>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5" name="文本框 644">
            <a:extLst>
              <a:ext uri="{FF2B5EF4-FFF2-40B4-BE49-F238E27FC236}">
                <a16:creationId xmlns:a16="http://schemas.microsoft.com/office/drawing/2014/main" id="{1FFBEF19-280D-B78B-452F-804D2560C8D4}"/>
              </a:ext>
            </a:extLst>
          </p:cNvPr>
          <p:cNvSpPr txBox="1"/>
          <p:nvPr/>
        </p:nvSpPr>
        <p:spPr>
          <a:xfrm>
            <a:off x="4439816" y="285293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+41</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6" name="文本框 645">
            <a:extLst>
              <a:ext uri="{FF2B5EF4-FFF2-40B4-BE49-F238E27FC236}">
                <a16:creationId xmlns:a16="http://schemas.microsoft.com/office/drawing/2014/main" id="{6C05B1C6-D85A-613F-F643-2BB68732B289}"/>
              </a:ext>
            </a:extLst>
          </p:cNvPr>
          <p:cNvSpPr txBox="1"/>
          <p:nvPr/>
        </p:nvSpPr>
        <p:spPr>
          <a:xfrm>
            <a:off x="5257552" y="286986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7" name="矩形 646">
            <a:extLst>
              <a:ext uri="{FF2B5EF4-FFF2-40B4-BE49-F238E27FC236}">
                <a16:creationId xmlns:a16="http://schemas.microsoft.com/office/drawing/2014/main" id="{69862579-94FE-80C9-FA2B-713B097514B1}"/>
              </a:ext>
            </a:extLst>
          </p:cNvPr>
          <p:cNvSpPr/>
          <p:nvPr/>
        </p:nvSpPr>
        <p:spPr>
          <a:xfrm>
            <a:off x="7251405" y="2254101"/>
            <a:ext cx="536213" cy="146729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8" name="矩形 647">
            <a:extLst>
              <a:ext uri="{FF2B5EF4-FFF2-40B4-BE49-F238E27FC236}">
                <a16:creationId xmlns:a16="http://schemas.microsoft.com/office/drawing/2014/main" id="{A0422854-B5F4-9272-5537-DA0C593EED1B}"/>
              </a:ext>
            </a:extLst>
          </p:cNvPr>
          <p:cNvSpPr/>
          <p:nvPr/>
        </p:nvSpPr>
        <p:spPr>
          <a:xfrm>
            <a:off x="6515258" y="2809388"/>
            <a:ext cx="500835" cy="923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9" name="文本框 648">
            <a:extLst>
              <a:ext uri="{FF2B5EF4-FFF2-40B4-BE49-F238E27FC236}">
                <a16:creationId xmlns:a16="http://schemas.microsoft.com/office/drawing/2014/main" id="{CE7D87D1-D812-6E4B-4BBA-BF64E48ECBAE}"/>
              </a:ext>
            </a:extLst>
          </p:cNvPr>
          <p:cNvSpPr txBox="1"/>
          <p:nvPr/>
        </p:nvSpPr>
        <p:spPr>
          <a:xfrm>
            <a:off x="7262544" y="3705228"/>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0" name="文本框 649">
            <a:extLst>
              <a:ext uri="{FF2B5EF4-FFF2-40B4-BE49-F238E27FC236}">
                <a16:creationId xmlns:a16="http://schemas.microsoft.com/office/drawing/2014/main" id="{4CF9F553-9668-6B31-4437-CD3F092BD40B}"/>
              </a:ext>
            </a:extLst>
          </p:cNvPr>
          <p:cNvSpPr txBox="1"/>
          <p:nvPr/>
        </p:nvSpPr>
        <p:spPr>
          <a:xfrm>
            <a:off x="6509036" y="3705228"/>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1" name="文本框 650">
            <a:extLst>
              <a:ext uri="{FF2B5EF4-FFF2-40B4-BE49-F238E27FC236}">
                <a16:creationId xmlns:a16="http://schemas.microsoft.com/office/drawing/2014/main" id="{B4C6A0AF-3CBA-085F-B350-0204320B4F06}"/>
              </a:ext>
            </a:extLst>
          </p:cNvPr>
          <p:cNvSpPr txBox="1"/>
          <p:nvPr/>
        </p:nvSpPr>
        <p:spPr>
          <a:xfrm>
            <a:off x="6493731" y="3001792"/>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2" name="文本框 651">
            <a:extLst>
              <a:ext uri="{FF2B5EF4-FFF2-40B4-BE49-F238E27FC236}">
                <a16:creationId xmlns:a16="http://schemas.microsoft.com/office/drawing/2014/main" id="{9EF0E458-911B-1E1F-6148-565D3100CC03}"/>
              </a:ext>
            </a:extLst>
          </p:cNvPr>
          <p:cNvSpPr txBox="1"/>
          <p:nvPr/>
        </p:nvSpPr>
        <p:spPr>
          <a:xfrm>
            <a:off x="7264610" y="2311692"/>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$102</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654" name="肘形连接符 653">
            <a:extLst>
              <a:ext uri="{FF2B5EF4-FFF2-40B4-BE49-F238E27FC236}">
                <a16:creationId xmlns:a16="http://schemas.microsoft.com/office/drawing/2014/main" id="{F13D1959-54ED-07CA-05AC-AE08C6790564}"/>
              </a:ext>
            </a:extLst>
          </p:cNvPr>
          <p:cNvCxnSpPr>
            <a:cxnSpLocks/>
          </p:cNvCxnSpPr>
          <p:nvPr/>
        </p:nvCxnSpPr>
        <p:spPr>
          <a:xfrm rot="5400000" flipH="1" flipV="1">
            <a:off x="6693201" y="2216890"/>
            <a:ext cx="829341" cy="733646"/>
          </a:xfrm>
          <a:prstGeom prst="bentConnector3">
            <a:avLst>
              <a:gd name="adj1" fmla="val 134615"/>
            </a:avLst>
          </a:prstGeom>
          <a:ln w="15875" cap="rnd">
            <a:solidFill>
              <a:schemeClr val="tx1"/>
            </a:solidFill>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676" name="文本框 675">
            <a:extLst>
              <a:ext uri="{FF2B5EF4-FFF2-40B4-BE49-F238E27FC236}">
                <a16:creationId xmlns:a16="http://schemas.microsoft.com/office/drawing/2014/main" id="{D3306119-2EC0-6D3E-EC0F-8D0B54B1DEF8}"/>
              </a:ext>
            </a:extLst>
          </p:cNvPr>
          <p:cNvSpPr txBox="1"/>
          <p:nvPr/>
        </p:nvSpPr>
        <p:spPr>
          <a:xfrm>
            <a:off x="6816079" y="1925216"/>
            <a:ext cx="575799" cy="276999"/>
          </a:xfrm>
          <a:prstGeom prst="rect">
            <a:avLst/>
          </a:prstGeom>
          <a:noFill/>
        </p:spPr>
        <p:txBody>
          <a:bodyPr wrap="none" rtlCol="0">
            <a:spAutoFit/>
          </a:bodyPr>
          <a:lstStyle/>
          <a:p>
            <a:r>
              <a:rPr kumimoji="1" lang="en-US" altLang="zh-CN" sz="1200" dirty="0">
                <a:solidFill>
                  <a:schemeClr val="tx1">
                    <a:lumMod val="95000"/>
                    <a:lumOff val="5000"/>
                  </a:schemeClr>
                </a:solidFill>
                <a:latin typeface="Alibaba PuHuiTi" pitchFamily="18" charset="-122"/>
                <a:ea typeface="Alibaba PuHuiTi" pitchFamily="18" charset="-122"/>
                <a:cs typeface="Alibaba PuHuiTi" pitchFamily="18" charset="-122"/>
              </a:rPr>
              <a:t>100%</a:t>
            </a:r>
            <a:endParaRPr kumimoji="1" lang="zh-CN" altLang="en-US" sz="12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77" name="文本框 676">
            <a:extLst>
              <a:ext uri="{FF2B5EF4-FFF2-40B4-BE49-F238E27FC236}">
                <a16:creationId xmlns:a16="http://schemas.microsoft.com/office/drawing/2014/main" id="{4E0855AB-906E-C1B3-7E01-3CF61252A872}"/>
              </a:ext>
            </a:extLst>
          </p:cNvPr>
          <p:cNvSpPr txBox="1"/>
          <p:nvPr/>
        </p:nvSpPr>
        <p:spPr>
          <a:xfrm>
            <a:off x="4439816" y="2302933"/>
            <a:ext cx="1876317"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8" name="文本框 677">
            <a:extLst>
              <a:ext uri="{FF2B5EF4-FFF2-40B4-BE49-F238E27FC236}">
                <a16:creationId xmlns:a16="http://schemas.microsoft.com/office/drawing/2014/main" id="{559E7AE6-8AC1-658B-CCA5-6150417863FE}"/>
              </a:ext>
            </a:extLst>
          </p:cNvPr>
          <p:cNvSpPr txBox="1"/>
          <p:nvPr/>
        </p:nvSpPr>
        <p:spPr>
          <a:xfrm>
            <a:off x="4439816" y="3356992"/>
            <a:ext cx="1876317"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9" name="矩形 678">
            <a:extLst>
              <a:ext uri="{FF2B5EF4-FFF2-40B4-BE49-F238E27FC236}">
                <a16:creationId xmlns:a16="http://schemas.microsoft.com/office/drawing/2014/main" id="{B0C25CCA-3712-F2CE-79DE-7B6DB1D1D301}"/>
              </a:ext>
            </a:extLst>
          </p:cNvPr>
          <p:cNvSpPr/>
          <p:nvPr/>
        </p:nvSpPr>
        <p:spPr>
          <a:xfrm>
            <a:off x="11072678" y="3086482"/>
            <a:ext cx="501414" cy="594012"/>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680" name="矩形 679">
            <a:extLst>
              <a:ext uri="{FF2B5EF4-FFF2-40B4-BE49-F238E27FC236}">
                <a16:creationId xmlns:a16="http://schemas.microsoft.com/office/drawing/2014/main" id="{0491CC63-06E8-9C05-8403-570AA4C28A34}"/>
              </a:ext>
            </a:extLst>
          </p:cNvPr>
          <p:cNvSpPr/>
          <p:nvPr/>
        </p:nvSpPr>
        <p:spPr>
          <a:xfrm>
            <a:off x="10293991" y="3211033"/>
            <a:ext cx="508688" cy="46946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681" name="矩形 680">
            <a:extLst>
              <a:ext uri="{FF2B5EF4-FFF2-40B4-BE49-F238E27FC236}">
                <a16:creationId xmlns:a16="http://schemas.microsoft.com/office/drawing/2014/main" id="{B474EB1D-EB13-23E4-759D-AE9DC5B15F0D}"/>
              </a:ext>
            </a:extLst>
          </p:cNvPr>
          <p:cNvSpPr/>
          <p:nvPr/>
        </p:nvSpPr>
        <p:spPr>
          <a:xfrm>
            <a:off x="9480376" y="3326002"/>
            <a:ext cx="493392" cy="35449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2" name="文本框 681">
            <a:extLst>
              <a:ext uri="{FF2B5EF4-FFF2-40B4-BE49-F238E27FC236}">
                <a16:creationId xmlns:a16="http://schemas.microsoft.com/office/drawing/2014/main" id="{A1EE77B8-6FDA-FF73-F18B-9EEEFA2599C8}"/>
              </a:ext>
            </a:extLst>
          </p:cNvPr>
          <p:cNvSpPr txBox="1"/>
          <p:nvPr/>
        </p:nvSpPr>
        <p:spPr>
          <a:xfrm>
            <a:off x="11041277"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3" name="文本框 682">
            <a:extLst>
              <a:ext uri="{FF2B5EF4-FFF2-40B4-BE49-F238E27FC236}">
                <a16:creationId xmlns:a16="http://schemas.microsoft.com/office/drawing/2014/main" id="{2534BEF2-B957-5B33-AF28-C6E0E3CFFB26}"/>
              </a:ext>
            </a:extLst>
          </p:cNvPr>
          <p:cNvSpPr txBox="1"/>
          <p:nvPr/>
        </p:nvSpPr>
        <p:spPr>
          <a:xfrm>
            <a:off x="10287769"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4" name="文本框 683">
            <a:extLst>
              <a:ext uri="{FF2B5EF4-FFF2-40B4-BE49-F238E27FC236}">
                <a16:creationId xmlns:a16="http://schemas.microsoft.com/office/drawing/2014/main" id="{2B8F403D-6B1D-567E-07F3-7202F4178E23}"/>
              </a:ext>
            </a:extLst>
          </p:cNvPr>
          <p:cNvSpPr txBox="1"/>
          <p:nvPr/>
        </p:nvSpPr>
        <p:spPr>
          <a:xfrm>
            <a:off x="9495681"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7" name="文本框 686">
            <a:extLst>
              <a:ext uri="{FF2B5EF4-FFF2-40B4-BE49-F238E27FC236}">
                <a16:creationId xmlns:a16="http://schemas.microsoft.com/office/drawing/2014/main" id="{B4AC14A1-B548-FC9C-A8D9-44A60786AE94}"/>
              </a:ext>
            </a:extLst>
          </p:cNvPr>
          <p:cNvSpPr txBox="1"/>
          <p:nvPr/>
        </p:nvSpPr>
        <p:spPr>
          <a:xfrm>
            <a:off x="9459168" y="3035094"/>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$111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8" name="文本框 687">
            <a:extLst>
              <a:ext uri="{FF2B5EF4-FFF2-40B4-BE49-F238E27FC236}">
                <a16:creationId xmlns:a16="http://schemas.microsoft.com/office/drawing/2014/main" id="{945FBC8F-0859-EFDD-BCFA-58129904283D}"/>
              </a:ext>
            </a:extLst>
          </p:cNvPr>
          <p:cNvSpPr txBox="1"/>
          <p:nvPr/>
        </p:nvSpPr>
        <p:spPr>
          <a:xfrm>
            <a:off x="10272464" y="2938661"/>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9" name="文本框 688">
            <a:extLst>
              <a:ext uri="{FF2B5EF4-FFF2-40B4-BE49-F238E27FC236}">
                <a16:creationId xmlns:a16="http://schemas.microsoft.com/office/drawing/2014/main" id="{756D6BB2-3CB8-0A73-43A6-3415F4E05AD4}"/>
              </a:ext>
            </a:extLst>
          </p:cNvPr>
          <p:cNvSpPr txBox="1"/>
          <p:nvPr/>
        </p:nvSpPr>
        <p:spPr>
          <a:xfrm>
            <a:off x="11043343" y="2798795"/>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$236</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94" name="矩形 693">
            <a:extLst>
              <a:ext uri="{FF2B5EF4-FFF2-40B4-BE49-F238E27FC236}">
                <a16:creationId xmlns:a16="http://schemas.microsoft.com/office/drawing/2014/main" id="{D29BE9AC-FCC3-E12C-FDBE-BB5C1A729D8B}"/>
              </a:ext>
            </a:extLst>
          </p:cNvPr>
          <p:cNvSpPr/>
          <p:nvPr/>
        </p:nvSpPr>
        <p:spPr>
          <a:xfrm>
            <a:off x="8688288" y="3486150"/>
            <a:ext cx="493392" cy="19434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95" name="文本框 694">
            <a:extLst>
              <a:ext uri="{FF2B5EF4-FFF2-40B4-BE49-F238E27FC236}">
                <a16:creationId xmlns:a16="http://schemas.microsoft.com/office/drawing/2014/main" id="{62C3A1C3-D1D4-DE84-3F0D-1A52FFFF5417}"/>
              </a:ext>
            </a:extLst>
          </p:cNvPr>
          <p:cNvSpPr txBox="1"/>
          <p:nvPr/>
        </p:nvSpPr>
        <p:spPr>
          <a:xfrm>
            <a:off x="8688288" y="3192256"/>
            <a:ext cx="453970"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$88</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6" name="文本框 695">
            <a:extLst>
              <a:ext uri="{FF2B5EF4-FFF2-40B4-BE49-F238E27FC236}">
                <a16:creationId xmlns:a16="http://schemas.microsoft.com/office/drawing/2014/main" id="{5A431AEC-10A9-CB0C-FCB0-F8C88584C775}"/>
              </a:ext>
            </a:extLst>
          </p:cNvPr>
          <p:cNvSpPr txBox="1"/>
          <p:nvPr/>
        </p:nvSpPr>
        <p:spPr>
          <a:xfrm>
            <a:off x="8472264" y="1772816"/>
            <a:ext cx="870751"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7" name="文本框 696">
            <a:extLst>
              <a:ext uri="{FF2B5EF4-FFF2-40B4-BE49-F238E27FC236}">
                <a16:creationId xmlns:a16="http://schemas.microsoft.com/office/drawing/2014/main" id="{29D45797-DB64-8FAF-FB21-F4516D3FF3E2}"/>
              </a:ext>
            </a:extLst>
          </p:cNvPr>
          <p:cNvSpPr txBox="1"/>
          <p:nvPr/>
        </p:nvSpPr>
        <p:spPr>
          <a:xfrm>
            <a:off x="9182887" y="1806682"/>
            <a:ext cx="1124026"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%GMV</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8" name="文本框 697">
            <a:extLst>
              <a:ext uri="{FF2B5EF4-FFF2-40B4-BE49-F238E27FC236}">
                <a16:creationId xmlns:a16="http://schemas.microsoft.com/office/drawing/2014/main" id="{39FC688D-7186-253F-5298-323D10B2B7A7}"/>
              </a:ext>
            </a:extLst>
          </p:cNvPr>
          <p:cNvSpPr txBox="1"/>
          <p:nvPr/>
        </p:nvSpPr>
        <p:spPr>
          <a:xfrm>
            <a:off x="8472264" y="2348880"/>
            <a:ext cx="1620003"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9" name="文本框 698">
            <a:extLst>
              <a:ext uri="{FF2B5EF4-FFF2-40B4-BE49-F238E27FC236}">
                <a16:creationId xmlns:a16="http://schemas.microsoft.com/office/drawing/2014/main" id="{BE907BC4-B78E-AF04-22E5-FB0FC2119A83}"/>
              </a:ext>
            </a:extLst>
          </p:cNvPr>
          <p:cNvSpPr txBox="1"/>
          <p:nvPr/>
        </p:nvSpPr>
        <p:spPr>
          <a:xfrm>
            <a:off x="10556221" y="1840550"/>
            <a:ext cx="599844"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0" name="文本框 699">
            <a:extLst>
              <a:ext uri="{FF2B5EF4-FFF2-40B4-BE49-F238E27FC236}">
                <a16:creationId xmlns:a16="http://schemas.microsoft.com/office/drawing/2014/main" id="{393A99C8-B8A8-04FD-7629-57A8A5DAB585}"/>
              </a:ext>
            </a:extLst>
          </p:cNvPr>
          <p:cNvSpPr txBox="1"/>
          <p:nvPr/>
        </p:nvSpPr>
        <p:spPr>
          <a:xfrm>
            <a:off x="10979885" y="1679766"/>
            <a:ext cx="62388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n.n.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2" name="左中括号 701">
            <a:extLst>
              <a:ext uri="{FF2B5EF4-FFF2-40B4-BE49-F238E27FC236}">
                <a16:creationId xmlns:a16="http://schemas.microsoft.com/office/drawing/2014/main" id="{562B3309-9965-79FC-F4D0-559668F707D4}"/>
              </a:ext>
            </a:extLst>
          </p:cNvPr>
          <p:cNvSpPr/>
          <p:nvPr/>
        </p:nvSpPr>
        <p:spPr>
          <a:xfrm>
            <a:off x="10123606" y="2397457"/>
            <a:ext cx="71272" cy="520384"/>
          </a:xfrm>
          <a:prstGeom prst="leftBracket">
            <a:avLst>
              <a:gd name="adj" fmla="val 53353"/>
            </a:avLst>
          </a:prstGeom>
          <a:ln w="12700" cap="rnd">
            <a:solidFill>
              <a:schemeClr val="tx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3" name="左中括号 702">
            <a:extLst>
              <a:ext uri="{FF2B5EF4-FFF2-40B4-BE49-F238E27FC236}">
                <a16:creationId xmlns:a16="http://schemas.microsoft.com/office/drawing/2014/main" id="{16AA5462-E200-8BEA-6F7E-8BEFD69B6B24}"/>
              </a:ext>
            </a:extLst>
          </p:cNvPr>
          <p:cNvSpPr/>
          <p:nvPr/>
        </p:nvSpPr>
        <p:spPr>
          <a:xfrm flipH="1">
            <a:off x="11394218" y="2397457"/>
            <a:ext cx="65352" cy="395785"/>
          </a:xfrm>
          <a:prstGeom prst="leftBracket">
            <a:avLst>
              <a:gd name="adj" fmla="val 53353"/>
            </a:avLst>
          </a:prstGeom>
          <a:ln w="12700" cap="rnd">
            <a:solidFill>
              <a:schemeClr val="tx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4" name="文本框 703">
            <a:extLst>
              <a:ext uri="{FF2B5EF4-FFF2-40B4-BE49-F238E27FC236}">
                <a16:creationId xmlns:a16="http://schemas.microsoft.com/office/drawing/2014/main" id="{F51E5492-8D1D-4BB9-0ED5-47951F4148F0}"/>
              </a:ext>
            </a:extLst>
          </p:cNvPr>
          <p:cNvSpPr txBox="1"/>
          <p:nvPr/>
        </p:nvSpPr>
        <p:spPr>
          <a:xfrm>
            <a:off x="10180137" y="2389520"/>
            <a:ext cx="1249864" cy="507831"/>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5" name="文本框 4">
            <a:extLst>
              <a:ext uri="{FF2B5EF4-FFF2-40B4-BE49-F238E27FC236}">
                <a16:creationId xmlns:a16="http://schemas.microsoft.com/office/drawing/2014/main" id="{3C2F93C5-0C8E-7A91-0A12-CF67152CB8A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EA710573-5F8B-E468-EBEA-F9A1357068F0}"/>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3" name="直线连接符 22">
            <a:extLst>
              <a:ext uri="{FF2B5EF4-FFF2-40B4-BE49-F238E27FC236}">
                <a16:creationId xmlns:a16="http://schemas.microsoft.com/office/drawing/2014/main" id="{402A35E3-F6FF-E25D-D6A3-3D825B4FAC6F}"/>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04E945F6-33D1-013F-A0DF-16089B8C0BD8}"/>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6BB60EF8-30A1-D2B4-41EC-0DBCF726EA8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2" name="组合 61">
            <a:extLst>
              <a:ext uri="{FF2B5EF4-FFF2-40B4-BE49-F238E27FC236}">
                <a16:creationId xmlns:a16="http://schemas.microsoft.com/office/drawing/2014/main" id="{15C96934-5CB3-3B7D-03A5-C974213513E8}"/>
              </a:ext>
            </a:extLst>
          </p:cNvPr>
          <p:cNvGrpSpPr/>
          <p:nvPr/>
        </p:nvGrpSpPr>
        <p:grpSpPr>
          <a:xfrm>
            <a:off x="2323294" y="287981"/>
            <a:ext cx="356205" cy="355288"/>
            <a:chOff x="2323294" y="287981"/>
            <a:chExt cx="356205" cy="355288"/>
          </a:xfrm>
        </p:grpSpPr>
        <p:sp>
          <p:nvSpPr>
            <p:cNvPr id="576" name="Google Shape;7166;p80">
              <a:extLst>
                <a:ext uri="{FF2B5EF4-FFF2-40B4-BE49-F238E27FC236}">
                  <a16:creationId xmlns:a16="http://schemas.microsoft.com/office/drawing/2014/main" id="{D748AAD1-C18D-E248-E6D9-88C73C6B6C8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7167;p80">
              <a:extLst>
                <a:ext uri="{FF2B5EF4-FFF2-40B4-BE49-F238E27FC236}">
                  <a16:creationId xmlns:a16="http://schemas.microsoft.com/office/drawing/2014/main" id="{A4BF5A3E-F0ED-6199-884E-6E6E248C7E7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7168;p80">
              <a:extLst>
                <a:ext uri="{FF2B5EF4-FFF2-40B4-BE49-F238E27FC236}">
                  <a16:creationId xmlns:a16="http://schemas.microsoft.com/office/drawing/2014/main" id="{1F91EEFA-3B22-C668-59EA-F3FA9667F763}"/>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7169;p80">
              <a:extLst>
                <a:ext uri="{FF2B5EF4-FFF2-40B4-BE49-F238E27FC236}">
                  <a16:creationId xmlns:a16="http://schemas.microsoft.com/office/drawing/2014/main" id="{80340795-7CE7-14A7-8F85-16E33443EAAA}"/>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80" name="图片 579">
            <a:extLst>
              <a:ext uri="{FF2B5EF4-FFF2-40B4-BE49-F238E27FC236}">
                <a16:creationId xmlns:a16="http://schemas.microsoft.com/office/drawing/2014/main" id="{74A13853-080C-6FB8-EC7A-CF85AE410256}"/>
              </a:ext>
            </a:extLst>
          </p:cNvPr>
          <p:cNvPicPr>
            <a:picLocks noChangeAspect="1"/>
          </p:cNvPicPr>
          <p:nvPr/>
        </p:nvPicPr>
        <p:blipFill>
          <a:blip r:embed="rId3"/>
          <a:stretch>
            <a:fillRect/>
          </a:stretch>
        </p:blipFill>
        <p:spPr>
          <a:xfrm>
            <a:off x="532653" y="1879974"/>
            <a:ext cx="584200" cy="596900"/>
          </a:xfrm>
          <a:prstGeom prst="rect">
            <a:avLst/>
          </a:prstGeom>
        </p:spPr>
      </p:pic>
    </p:spTree>
    <p:extLst>
      <p:ext uri="{BB962C8B-B14F-4D97-AF65-F5344CB8AC3E}">
        <p14:creationId xmlns:p14="http://schemas.microsoft.com/office/powerpoint/2010/main" val="88034929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a:extLst>
              <a:ext uri="{FF2B5EF4-FFF2-40B4-BE49-F238E27FC236}">
                <a16:creationId xmlns:a16="http://schemas.microsoft.com/office/drawing/2014/main" id="{1BFC018F-EA1F-9C99-0E39-E17C892C71CE}"/>
              </a:ext>
            </a:extLst>
          </p:cNvPr>
          <p:cNvSpPr/>
          <p:nvPr/>
        </p:nvSpPr>
        <p:spPr>
          <a:xfrm>
            <a:off x="279597" y="1828800"/>
            <a:ext cx="3718245" cy="4809067"/>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8" name="圆角矩形 7">
            <a:extLst>
              <a:ext uri="{FF2B5EF4-FFF2-40B4-BE49-F238E27FC236}">
                <a16:creationId xmlns:a16="http://schemas.microsoft.com/office/drawing/2014/main" id="{2316946F-ED78-20ED-6AB3-18ECC3FA5621}"/>
              </a:ext>
            </a:extLst>
          </p:cNvPr>
          <p:cNvSpPr/>
          <p:nvPr/>
        </p:nvSpPr>
        <p:spPr>
          <a:xfrm>
            <a:off x="4262047" y="1150850"/>
            <a:ext cx="3754902" cy="2889522"/>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 name="圆角矩形 9">
            <a:extLst>
              <a:ext uri="{FF2B5EF4-FFF2-40B4-BE49-F238E27FC236}">
                <a16:creationId xmlns:a16="http://schemas.microsoft.com/office/drawing/2014/main" id="{2674A287-77A9-4E78-5BCF-2978BD3F3DC3}"/>
              </a:ext>
            </a:extLst>
          </p:cNvPr>
          <p:cNvSpPr/>
          <p:nvPr/>
        </p:nvSpPr>
        <p:spPr>
          <a:xfrm>
            <a:off x="4262047" y="4295554"/>
            <a:ext cx="7667683" cy="2339164"/>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 name="圆角矩形 10">
            <a:extLst>
              <a:ext uri="{FF2B5EF4-FFF2-40B4-BE49-F238E27FC236}">
                <a16:creationId xmlns:a16="http://schemas.microsoft.com/office/drawing/2014/main" id="{3AB8D639-21E2-4246-0E88-0A11ECC510A7}"/>
              </a:ext>
            </a:extLst>
          </p:cNvPr>
          <p:cNvSpPr/>
          <p:nvPr/>
        </p:nvSpPr>
        <p:spPr>
          <a:xfrm>
            <a:off x="8298770" y="1150850"/>
            <a:ext cx="3630960" cy="2889522"/>
          </a:xfrm>
          <a:prstGeom prst="roundRect">
            <a:avLst>
              <a:gd name="adj" fmla="val 7830"/>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文本框 13">
            <a:extLst>
              <a:ext uri="{FF2B5EF4-FFF2-40B4-BE49-F238E27FC236}">
                <a16:creationId xmlns:a16="http://schemas.microsoft.com/office/drawing/2014/main" id="{7C9E14B2-F760-2669-F0C9-EB451D945A38}"/>
              </a:ext>
            </a:extLst>
          </p:cNvPr>
          <p:cNvSpPr txBox="1"/>
          <p:nvPr/>
        </p:nvSpPr>
        <p:spPr>
          <a:xfrm>
            <a:off x="382773" y="1000124"/>
            <a:ext cx="1217428" cy="338554"/>
          </a:xfrm>
          <a:prstGeom prst="rect">
            <a:avLst/>
          </a:prstGeom>
          <a:noFill/>
        </p:spPr>
        <p:txBody>
          <a:bodyPr wrap="square" rtlCol="0">
            <a:spAutoFit/>
          </a:bodyPr>
          <a:lstStyle/>
          <a:p>
            <a:r>
              <a:rPr kumimoji="1" lang="en" altLang="zh-CN" sz="1600" dirty="0">
                <a:solidFill>
                  <a:schemeClr val="bg2">
                    <a:lumMod val="50000"/>
                  </a:schemeClr>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chemeClr val="bg2">
                  <a:lumMod val="50000"/>
                </a:schemeClr>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06BE8324-353E-3BCC-21AB-55F0858A5952}"/>
              </a:ext>
            </a:extLst>
          </p:cNvPr>
          <p:cNvSpPr txBox="1"/>
          <p:nvPr/>
        </p:nvSpPr>
        <p:spPr>
          <a:xfrm>
            <a:off x="375057" y="1250225"/>
            <a:ext cx="3792905" cy="553998"/>
          </a:xfrm>
          <a:prstGeom prst="rect">
            <a:avLst/>
          </a:prstGeom>
          <a:noFill/>
        </p:spPr>
        <p:txBody>
          <a:bodyPr wrap="square" rtlCol="0">
            <a:spAutoFit/>
          </a:bodyPr>
          <a:lstStyle>
            <a:defPPr>
              <a:defRPr lang="zh-CN"/>
            </a:defPPr>
            <a:lvl1pPr>
              <a:defRPr kumimoji="1" sz="1200">
                <a:solidFill>
                  <a:srgbClr val="01329F"/>
                </a:solidFill>
                <a:latin typeface="Alibaba PuHuiTi" pitchFamily="18" charset="-122"/>
                <a:ea typeface="Alibaba PuHuiTi" pitchFamily="18" charset="-122"/>
                <a:cs typeface="Alibaba PuHuiTi" pitchFamily="18" charset="-122"/>
              </a:defRPr>
            </a:lvl1pPr>
          </a:lstStyle>
          <a:p>
            <a:r>
              <a:rPr lang="en" altLang="zh-CN" sz="3000" dirty="0">
                <a:solidFill>
                  <a:srgbClr val="BB3023"/>
                </a:solidFill>
                <a:latin typeface="Alibaba PuHuiTi Medium" pitchFamily="18" charset="-122"/>
                <a:ea typeface="Alibaba PuHuiTi Medium" pitchFamily="18" charset="-122"/>
                <a:cs typeface="Alibaba PuHuiTi Medium" pitchFamily="18" charset="-122"/>
              </a:rPr>
              <a:t>I</a:t>
            </a:r>
            <a:r>
              <a:rPr lang="zh-CN" altLang="en-US" sz="3000" dirty="0">
                <a:solidFill>
                  <a:srgbClr val="BB3023"/>
                </a:solidFill>
                <a:latin typeface="Alibaba PuHuiTi Medium" pitchFamily="18" charset="-122"/>
                <a:ea typeface="Alibaba PuHuiTi Medium" pitchFamily="18" charset="-122"/>
                <a:cs typeface="Alibaba PuHuiTi Medium" pitchFamily="18" charset="-122"/>
              </a:rPr>
              <a:t>MPORTANT DATA</a:t>
            </a:r>
          </a:p>
        </p:txBody>
      </p:sp>
      <p:sp>
        <p:nvSpPr>
          <p:cNvPr id="16" name="文本框 15">
            <a:extLst>
              <a:ext uri="{FF2B5EF4-FFF2-40B4-BE49-F238E27FC236}">
                <a16:creationId xmlns:a16="http://schemas.microsoft.com/office/drawing/2014/main" id="{AD5F322E-663E-F51D-1B34-E2DC88F945E5}"/>
              </a:ext>
            </a:extLst>
          </p:cNvPr>
          <p:cNvSpPr txBox="1"/>
          <p:nvPr/>
        </p:nvSpPr>
        <p:spPr>
          <a:xfrm>
            <a:off x="1487488" y="1000124"/>
            <a:ext cx="1217428" cy="338554"/>
          </a:xfrm>
          <a:prstGeom prst="rect">
            <a:avLst/>
          </a:prstGeom>
          <a:noFill/>
        </p:spPr>
        <p:txBody>
          <a:bodyPr wrap="square" rtlCol="0">
            <a:spAutoFit/>
          </a:bodyPr>
          <a:lstStyle/>
          <a:p>
            <a:r>
              <a:rPr kumimoji="1" lang="en" altLang="zh-CN" sz="1600" dirty="0">
                <a:solidFill>
                  <a:schemeClr val="bg2">
                    <a:lumMod val="50000"/>
                  </a:schemeClr>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chemeClr val="bg2">
                  <a:lumMod val="50000"/>
                </a:schemeClr>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D9C3F066-A04D-972F-2816-7A114E63DA07}"/>
              </a:ext>
            </a:extLst>
          </p:cNvPr>
          <p:cNvSpPr txBox="1"/>
          <p:nvPr/>
        </p:nvSpPr>
        <p:spPr>
          <a:xfrm>
            <a:off x="2639616" y="1000124"/>
            <a:ext cx="1217428" cy="338554"/>
          </a:xfrm>
          <a:prstGeom prst="rect">
            <a:avLst/>
          </a:prstGeom>
          <a:noFill/>
        </p:spPr>
        <p:txBody>
          <a:bodyPr wrap="square" rtlCol="0">
            <a:spAutoFit/>
          </a:bodyPr>
          <a:lstStyle/>
          <a:p>
            <a:r>
              <a:rPr kumimoji="1" lang="en" altLang="zh-CN" sz="1600" dirty="0">
                <a:solidFill>
                  <a:schemeClr val="bg2">
                    <a:lumMod val="50000"/>
                  </a:schemeClr>
                </a:solidFill>
                <a:latin typeface="Alibaba PuHuiTi Medium" pitchFamily="18" charset="-122"/>
                <a:ea typeface="Alibaba PuHuiTi Medium" pitchFamily="18" charset="-122"/>
                <a:cs typeface="Alibaba PuHuiTi Medium" pitchFamily="18" charset="-122"/>
              </a:rPr>
              <a:t>write here</a:t>
            </a:r>
            <a:endParaRPr kumimoji="1" lang="zh-CN" altLang="en-US" sz="1600" dirty="0">
              <a:solidFill>
                <a:schemeClr val="bg2">
                  <a:lumMod val="50000"/>
                </a:schemeClr>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03F496A3-9505-F8F1-A89E-6B47835B917A}"/>
              </a:ext>
            </a:extLst>
          </p:cNvPr>
          <p:cNvSpPr txBox="1"/>
          <p:nvPr/>
        </p:nvSpPr>
        <p:spPr>
          <a:xfrm>
            <a:off x="432420" y="2486615"/>
            <a:ext cx="3196605" cy="1015663"/>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9" name="文本框 18">
            <a:extLst>
              <a:ext uri="{FF2B5EF4-FFF2-40B4-BE49-F238E27FC236}">
                <a16:creationId xmlns:a16="http://schemas.microsoft.com/office/drawing/2014/main" id="{F8557198-817F-FF92-C9A7-9851BDAD84C7}"/>
              </a:ext>
            </a:extLst>
          </p:cNvPr>
          <p:cNvSpPr txBox="1"/>
          <p:nvPr/>
        </p:nvSpPr>
        <p:spPr>
          <a:xfrm>
            <a:off x="2620218" y="3474625"/>
            <a:ext cx="1098378" cy="646331"/>
          </a:xfrm>
          <a:prstGeom prst="rect">
            <a:avLst/>
          </a:prstGeom>
          <a:noFill/>
        </p:spPr>
        <p:txBody>
          <a:bodyPr wrap="none" rtlCol="0">
            <a:spAutoFit/>
          </a:bodyPr>
          <a:lstStyle/>
          <a:p>
            <a:r>
              <a:rPr kumimoji="1" lang="en-US" altLang="zh-CN" sz="3600" dirty="0">
                <a:solidFill>
                  <a:srgbClr val="BB3023"/>
                </a:solidFill>
                <a:latin typeface="Alibaba PuHuiTi Medium" pitchFamily="18" charset="-122"/>
                <a:ea typeface="Alibaba PuHuiTi Medium" pitchFamily="18" charset="-122"/>
                <a:cs typeface="Alibaba PuHuiTi Medium" pitchFamily="18" charset="-122"/>
              </a:rPr>
              <a:t>+7%</a:t>
            </a:r>
            <a:endParaRPr kumimoji="1" lang="zh-CN" altLang="en-US" sz="3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2" name="文本框 51">
            <a:extLst>
              <a:ext uri="{FF2B5EF4-FFF2-40B4-BE49-F238E27FC236}">
                <a16:creationId xmlns:a16="http://schemas.microsoft.com/office/drawing/2014/main" id="{3A37D420-53B0-59C5-182A-73BF1ED1604A}"/>
              </a:ext>
            </a:extLst>
          </p:cNvPr>
          <p:cNvSpPr txBox="1"/>
          <p:nvPr/>
        </p:nvSpPr>
        <p:spPr>
          <a:xfrm>
            <a:off x="1717229" y="3503200"/>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3" name="文本框 52">
            <a:extLst>
              <a:ext uri="{FF2B5EF4-FFF2-40B4-BE49-F238E27FC236}">
                <a16:creationId xmlns:a16="http://schemas.microsoft.com/office/drawing/2014/main" id="{175BE75B-CFAB-AEF1-FA29-81441D43A604}"/>
              </a:ext>
            </a:extLst>
          </p:cNvPr>
          <p:cNvSpPr txBox="1"/>
          <p:nvPr/>
        </p:nvSpPr>
        <p:spPr>
          <a:xfrm>
            <a:off x="623392" y="3503200"/>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20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4" name="矩形 53">
            <a:extLst>
              <a:ext uri="{FF2B5EF4-FFF2-40B4-BE49-F238E27FC236}">
                <a16:creationId xmlns:a16="http://schemas.microsoft.com/office/drawing/2014/main" id="{98D633FA-AEAA-E3FA-0C85-09151BE61407}"/>
              </a:ext>
            </a:extLst>
          </p:cNvPr>
          <p:cNvSpPr/>
          <p:nvPr/>
        </p:nvSpPr>
        <p:spPr>
          <a:xfrm>
            <a:off x="2992477" y="4429125"/>
            <a:ext cx="493673" cy="177165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5" name="矩形 54">
            <a:extLst>
              <a:ext uri="{FF2B5EF4-FFF2-40B4-BE49-F238E27FC236}">
                <a16:creationId xmlns:a16="http://schemas.microsoft.com/office/drawing/2014/main" id="{E2ABD653-33A4-CFD2-86AF-E53AE31E8DB3}"/>
              </a:ext>
            </a:extLst>
          </p:cNvPr>
          <p:cNvSpPr/>
          <p:nvPr/>
        </p:nvSpPr>
        <p:spPr>
          <a:xfrm>
            <a:off x="2213790" y="4800599"/>
            <a:ext cx="500835" cy="1400175"/>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6" name="矩形 55">
            <a:extLst>
              <a:ext uri="{FF2B5EF4-FFF2-40B4-BE49-F238E27FC236}">
                <a16:creationId xmlns:a16="http://schemas.microsoft.com/office/drawing/2014/main" id="{41B7F6D6-2C28-8521-0CC1-049776CDC589}"/>
              </a:ext>
            </a:extLst>
          </p:cNvPr>
          <p:cNvSpPr/>
          <p:nvPr/>
        </p:nvSpPr>
        <p:spPr>
          <a:xfrm>
            <a:off x="1400175" y="5143500"/>
            <a:ext cx="485775" cy="1057274"/>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7" name="矩形 56">
            <a:extLst>
              <a:ext uri="{FF2B5EF4-FFF2-40B4-BE49-F238E27FC236}">
                <a16:creationId xmlns:a16="http://schemas.microsoft.com/office/drawing/2014/main" id="{12EC92E8-4D1D-7BC4-268E-A4711F1AF6E7}"/>
              </a:ext>
            </a:extLst>
          </p:cNvPr>
          <p:cNvSpPr/>
          <p:nvPr/>
        </p:nvSpPr>
        <p:spPr>
          <a:xfrm>
            <a:off x="623392" y="5429250"/>
            <a:ext cx="519608" cy="771524"/>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 name="文本框 57">
            <a:extLst>
              <a:ext uri="{FF2B5EF4-FFF2-40B4-BE49-F238E27FC236}">
                <a16:creationId xmlns:a16="http://schemas.microsoft.com/office/drawing/2014/main" id="{EA38137B-604B-8065-253A-31F1ACD46F0C}"/>
              </a:ext>
            </a:extLst>
          </p:cNvPr>
          <p:cNvSpPr txBox="1"/>
          <p:nvPr/>
        </p:nvSpPr>
        <p:spPr>
          <a:xfrm>
            <a:off x="2961076"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 name="文本框 58">
            <a:extLst>
              <a:ext uri="{FF2B5EF4-FFF2-40B4-BE49-F238E27FC236}">
                <a16:creationId xmlns:a16="http://schemas.microsoft.com/office/drawing/2014/main" id="{C60963D8-FD78-D6B7-602E-035629EB40FB}"/>
              </a:ext>
            </a:extLst>
          </p:cNvPr>
          <p:cNvSpPr txBox="1"/>
          <p:nvPr/>
        </p:nvSpPr>
        <p:spPr>
          <a:xfrm>
            <a:off x="2207568"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 name="文本框 59">
            <a:extLst>
              <a:ext uri="{FF2B5EF4-FFF2-40B4-BE49-F238E27FC236}">
                <a16:creationId xmlns:a16="http://schemas.microsoft.com/office/drawing/2014/main" id="{DB642DF0-438A-241E-4175-F62AE532801C}"/>
              </a:ext>
            </a:extLst>
          </p:cNvPr>
          <p:cNvSpPr txBox="1"/>
          <p:nvPr/>
        </p:nvSpPr>
        <p:spPr>
          <a:xfrm>
            <a:off x="1415480"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1" name="文本框 60">
            <a:extLst>
              <a:ext uri="{FF2B5EF4-FFF2-40B4-BE49-F238E27FC236}">
                <a16:creationId xmlns:a16="http://schemas.microsoft.com/office/drawing/2014/main" id="{133FF3D1-D13C-AF23-2AD2-5E48DE437582}"/>
              </a:ext>
            </a:extLst>
          </p:cNvPr>
          <p:cNvSpPr txBox="1"/>
          <p:nvPr/>
        </p:nvSpPr>
        <p:spPr>
          <a:xfrm>
            <a:off x="610735" y="624677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2020</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3" name="肘形连接符 62">
            <a:extLst>
              <a:ext uri="{FF2B5EF4-FFF2-40B4-BE49-F238E27FC236}">
                <a16:creationId xmlns:a16="http://schemas.microsoft.com/office/drawing/2014/main" id="{0C9DB264-FD3C-FD34-3C54-079DDA85D82D}"/>
              </a:ext>
            </a:extLst>
          </p:cNvPr>
          <p:cNvCxnSpPr>
            <a:cxnSpLocks/>
          </p:cNvCxnSpPr>
          <p:nvPr/>
        </p:nvCxnSpPr>
        <p:spPr>
          <a:xfrm flipV="1">
            <a:off x="897467" y="4199467"/>
            <a:ext cx="2641600" cy="1032933"/>
          </a:xfrm>
          <a:prstGeom prst="bentConnector3">
            <a:avLst>
              <a:gd name="adj1" fmla="val -833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3" name="文本框 582">
            <a:extLst>
              <a:ext uri="{FF2B5EF4-FFF2-40B4-BE49-F238E27FC236}">
                <a16:creationId xmlns:a16="http://schemas.microsoft.com/office/drawing/2014/main" id="{4DD6E3FA-DBAC-A943-D94A-E6D6346646F1}"/>
              </a:ext>
            </a:extLst>
          </p:cNvPr>
          <p:cNvSpPr txBox="1"/>
          <p:nvPr/>
        </p:nvSpPr>
        <p:spPr>
          <a:xfrm>
            <a:off x="750475" y="4334933"/>
            <a:ext cx="1654059" cy="553998"/>
          </a:xfrm>
          <a:prstGeom prst="rect">
            <a:avLst/>
          </a:prstGeom>
          <a:noFill/>
        </p:spPr>
        <p:txBody>
          <a:bodyPr wrap="square" rtlCol="0">
            <a:spAutoFit/>
          </a:bodyPr>
          <a:lstStyle/>
          <a:p>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584" name="圆角矩形 583">
            <a:extLst>
              <a:ext uri="{FF2B5EF4-FFF2-40B4-BE49-F238E27FC236}">
                <a16:creationId xmlns:a16="http://schemas.microsoft.com/office/drawing/2014/main" id="{11B21EB7-3595-3B4E-660C-3DCC6C245E90}"/>
              </a:ext>
            </a:extLst>
          </p:cNvPr>
          <p:cNvSpPr/>
          <p:nvPr/>
        </p:nvSpPr>
        <p:spPr>
          <a:xfrm>
            <a:off x="4267200" y="5638800"/>
            <a:ext cx="2980267" cy="982133"/>
          </a:xfrm>
          <a:prstGeom prst="roundRect">
            <a:avLst>
              <a:gd name="adj" fmla="val 16233"/>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85" name="文本框 584">
            <a:extLst>
              <a:ext uri="{FF2B5EF4-FFF2-40B4-BE49-F238E27FC236}">
                <a16:creationId xmlns:a16="http://schemas.microsoft.com/office/drawing/2014/main" id="{2916412E-B3E6-2847-E6A1-6D4E0FF16DB4}"/>
              </a:ext>
            </a:extLst>
          </p:cNvPr>
          <p:cNvSpPr txBox="1"/>
          <p:nvPr/>
        </p:nvSpPr>
        <p:spPr>
          <a:xfrm>
            <a:off x="4363700" y="5695114"/>
            <a:ext cx="1106393" cy="523220"/>
          </a:xfrm>
          <a:prstGeom prst="rect">
            <a:avLst/>
          </a:prstGeom>
          <a:noFill/>
        </p:spPr>
        <p:txBody>
          <a:bodyPr wrap="none" rtlCol="0">
            <a:spAutoFit/>
          </a:bodyPr>
          <a:lstStyle/>
          <a:p>
            <a:r>
              <a:rPr kumimoji="1" lang="en-US" altLang="zh-CN" sz="2800" dirty="0">
                <a:solidFill>
                  <a:schemeClr val="bg1"/>
                </a:solidFill>
                <a:latin typeface="Alibaba PuHuiTi Medium" pitchFamily="18" charset="-122"/>
                <a:ea typeface="Alibaba PuHuiTi Medium" pitchFamily="18" charset="-122"/>
                <a:cs typeface="Alibaba PuHuiTi Medium" pitchFamily="18" charset="-122"/>
              </a:rPr>
              <a:t>&lt;10%</a:t>
            </a:r>
            <a:endParaRPr kumimoji="1" lang="zh-CN" altLang="en-US" sz="28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586" name="文本框 585">
            <a:extLst>
              <a:ext uri="{FF2B5EF4-FFF2-40B4-BE49-F238E27FC236}">
                <a16:creationId xmlns:a16="http://schemas.microsoft.com/office/drawing/2014/main" id="{FA6CBCFA-868F-50B2-A8BF-875155CC1054}"/>
              </a:ext>
            </a:extLst>
          </p:cNvPr>
          <p:cNvSpPr txBox="1"/>
          <p:nvPr/>
        </p:nvSpPr>
        <p:spPr>
          <a:xfrm>
            <a:off x="4325557" y="6129867"/>
            <a:ext cx="2769509" cy="405955"/>
          </a:xfrm>
          <a:prstGeom prst="rect">
            <a:avLst/>
          </a:prstGeom>
          <a:noFill/>
        </p:spPr>
        <p:txBody>
          <a:bodyPr wrap="square" rtlCol="0">
            <a:spAutoFit/>
          </a:bodyPr>
          <a:lstStyle/>
          <a:p>
            <a:r>
              <a:rPr kumimoji="1" lang="en" altLang="zh-CN" sz="10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chemeClr val="bg1"/>
              </a:solidFill>
              <a:latin typeface="Alibaba PuHuiTi" pitchFamily="18" charset="-122"/>
              <a:ea typeface="Alibaba PuHuiTi" pitchFamily="18" charset="-122"/>
              <a:cs typeface="Alibaba PuHuiTi" pitchFamily="18" charset="-122"/>
            </a:endParaRPr>
          </a:p>
        </p:txBody>
      </p:sp>
      <p:sp>
        <p:nvSpPr>
          <p:cNvPr id="587" name="Google Shape;6802;p79">
            <a:extLst>
              <a:ext uri="{FF2B5EF4-FFF2-40B4-BE49-F238E27FC236}">
                <a16:creationId xmlns:a16="http://schemas.microsoft.com/office/drawing/2014/main" id="{31884EBE-AD61-EB91-608A-A74388E4F0FE}"/>
              </a:ext>
            </a:extLst>
          </p:cNvPr>
          <p:cNvSpPr/>
          <p:nvPr/>
        </p:nvSpPr>
        <p:spPr>
          <a:xfrm>
            <a:off x="6845440" y="5754176"/>
            <a:ext cx="283493" cy="282741"/>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588" name="文本框 587">
            <a:extLst>
              <a:ext uri="{FF2B5EF4-FFF2-40B4-BE49-F238E27FC236}">
                <a16:creationId xmlns:a16="http://schemas.microsoft.com/office/drawing/2014/main" id="{39195BD0-6C6A-EC9E-8039-54786B56924D}"/>
              </a:ext>
            </a:extLst>
          </p:cNvPr>
          <p:cNvSpPr txBox="1"/>
          <p:nvPr/>
        </p:nvSpPr>
        <p:spPr>
          <a:xfrm>
            <a:off x="4456750"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89" name="文本框 588">
            <a:extLst>
              <a:ext uri="{FF2B5EF4-FFF2-40B4-BE49-F238E27FC236}">
                <a16:creationId xmlns:a16="http://schemas.microsoft.com/office/drawing/2014/main" id="{108A4112-D453-75CC-3B3D-436B268B106F}"/>
              </a:ext>
            </a:extLst>
          </p:cNvPr>
          <p:cNvSpPr txBox="1"/>
          <p:nvPr/>
        </p:nvSpPr>
        <p:spPr>
          <a:xfrm>
            <a:off x="4439816" y="440357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0" name="文本框 589">
            <a:extLst>
              <a:ext uri="{FF2B5EF4-FFF2-40B4-BE49-F238E27FC236}">
                <a16:creationId xmlns:a16="http://schemas.microsoft.com/office/drawing/2014/main" id="{12C36D5A-B867-0932-BB97-5AC89986FA49}"/>
              </a:ext>
            </a:extLst>
          </p:cNvPr>
          <p:cNvSpPr txBox="1"/>
          <p:nvPr/>
        </p:nvSpPr>
        <p:spPr>
          <a:xfrm>
            <a:off x="5257552" y="442050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1" name="文本框 590">
            <a:extLst>
              <a:ext uri="{FF2B5EF4-FFF2-40B4-BE49-F238E27FC236}">
                <a16:creationId xmlns:a16="http://schemas.microsoft.com/office/drawing/2014/main" id="{C8FC7D21-2EAE-7530-D6B7-C7ED6F07FED0}"/>
              </a:ext>
            </a:extLst>
          </p:cNvPr>
          <p:cNvSpPr txBox="1"/>
          <p:nvPr/>
        </p:nvSpPr>
        <p:spPr>
          <a:xfrm>
            <a:off x="6066410"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2" name="文本框 591">
            <a:extLst>
              <a:ext uri="{FF2B5EF4-FFF2-40B4-BE49-F238E27FC236}">
                <a16:creationId xmlns:a16="http://schemas.microsoft.com/office/drawing/2014/main" id="{02D839A6-F465-CD95-14B1-5A498317FC08}"/>
              </a:ext>
            </a:extLst>
          </p:cNvPr>
          <p:cNvSpPr txBox="1"/>
          <p:nvPr/>
        </p:nvSpPr>
        <p:spPr>
          <a:xfrm>
            <a:off x="6049476" y="4403576"/>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+9.2</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3" name="文本框 592">
            <a:extLst>
              <a:ext uri="{FF2B5EF4-FFF2-40B4-BE49-F238E27FC236}">
                <a16:creationId xmlns:a16="http://schemas.microsoft.com/office/drawing/2014/main" id="{A6EABA98-32BB-A2A5-2274-3C38022F7AA5}"/>
              </a:ext>
            </a:extLst>
          </p:cNvPr>
          <p:cNvSpPr txBox="1"/>
          <p:nvPr/>
        </p:nvSpPr>
        <p:spPr>
          <a:xfrm>
            <a:off x="7019612" y="442050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4" name="文本框 593">
            <a:extLst>
              <a:ext uri="{FF2B5EF4-FFF2-40B4-BE49-F238E27FC236}">
                <a16:creationId xmlns:a16="http://schemas.microsoft.com/office/drawing/2014/main" id="{CEDE44A7-6FE7-EF1D-AA27-5141DE121C66}"/>
              </a:ext>
            </a:extLst>
          </p:cNvPr>
          <p:cNvSpPr txBox="1"/>
          <p:nvPr/>
        </p:nvSpPr>
        <p:spPr>
          <a:xfrm>
            <a:off x="7620996" y="4961466"/>
            <a:ext cx="1571518"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5" name="文本框 594">
            <a:extLst>
              <a:ext uri="{FF2B5EF4-FFF2-40B4-BE49-F238E27FC236}">
                <a16:creationId xmlns:a16="http://schemas.microsoft.com/office/drawing/2014/main" id="{515DA70B-493F-B922-AD0F-A16589E14D0F}"/>
              </a:ext>
            </a:extLst>
          </p:cNvPr>
          <p:cNvSpPr txBox="1"/>
          <p:nvPr/>
        </p:nvSpPr>
        <p:spPr>
          <a:xfrm>
            <a:off x="7604062" y="440357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+76</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6" name="文本框 595">
            <a:extLst>
              <a:ext uri="{FF2B5EF4-FFF2-40B4-BE49-F238E27FC236}">
                <a16:creationId xmlns:a16="http://schemas.microsoft.com/office/drawing/2014/main" id="{C76EE69F-B35F-DD23-A6AE-32526CB41E82}"/>
              </a:ext>
            </a:extLst>
          </p:cNvPr>
          <p:cNvSpPr txBox="1"/>
          <p:nvPr/>
        </p:nvSpPr>
        <p:spPr>
          <a:xfrm>
            <a:off x="8438732" y="442050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7" name="文本框 596">
            <a:extLst>
              <a:ext uri="{FF2B5EF4-FFF2-40B4-BE49-F238E27FC236}">
                <a16:creationId xmlns:a16="http://schemas.microsoft.com/office/drawing/2014/main" id="{FA40E866-0D90-EC90-88DD-993AEC228118}"/>
              </a:ext>
            </a:extLst>
          </p:cNvPr>
          <p:cNvSpPr txBox="1"/>
          <p:nvPr/>
        </p:nvSpPr>
        <p:spPr>
          <a:xfrm>
            <a:off x="7620995" y="6028597"/>
            <a:ext cx="1777007" cy="600164"/>
          </a:xfrm>
          <a:prstGeom prst="rect">
            <a:avLst/>
          </a:prstGeom>
          <a:noFill/>
        </p:spPr>
        <p:txBody>
          <a:bodyPr wrap="square" rtlCol="0">
            <a:spAutoFit/>
          </a:bodyPr>
          <a:lstStyle/>
          <a:p>
            <a:r>
              <a:rPr kumimoji="1" lang="en" altLang="zh-CN" sz="11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1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8" name="文本框 597">
            <a:extLst>
              <a:ext uri="{FF2B5EF4-FFF2-40B4-BE49-F238E27FC236}">
                <a16:creationId xmlns:a16="http://schemas.microsoft.com/office/drawing/2014/main" id="{505621A1-3239-18CF-7B6C-009ECCCF5BA5}"/>
              </a:ext>
            </a:extLst>
          </p:cNvPr>
          <p:cNvSpPr txBox="1"/>
          <p:nvPr/>
        </p:nvSpPr>
        <p:spPr>
          <a:xfrm>
            <a:off x="7604062" y="5555374"/>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9" name="文本框 598">
            <a:extLst>
              <a:ext uri="{FF2B5EF4-FFF2-40B4-BE49-F238E27FC236}">
                <a16:creationId xmlns:a16="http://schemas.microsoft.com/office/drawing/2014/main" id="{804468B5-3756-0933-8D06-535B5CE51C2C}"/>
              </a:ext>
            </a:extLst>
          </p:cNvPr>
          <p:cNvSpPr txBox="1"/>
          <p:nvPr/>
        </p:nvSpPr>
        <p:spPr>
          <a:xfrm>
            <a:off x="8438732" y="5572307"/>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cxnSp>
        <p:nvCxnSpPr>
          <p:cNvPr id="601" name="直线连接符 600">
            <a:extLst>
              <a:ext uri="{FF2B5EF4-FFF2-40B4-BE49-F238E27FC236}">
                <a16:creationId xmlns:a16="http://schemas.microsoft.com/office/drawing/2014/main" id="{CAA64ADE-2829-C13D-5F97-C6B4C226765B}"/>
              </a:ext>
            </a:extLst>
          </p:cNvPr>
          <p:cNvCxnSpPr>
            <a:cxnSpLocks/>
          </p:cNvCxnSpPr>
          <p:nvPr/>
        </p:nvCxnSpPr>
        <p:spPr>
          <a:xfrm>
            <a:off x="9398001" y="4552122"/>
            <a:ext cx="0" cy="1882545"/>
          </a:xfrm>
          <a:prstGeom prst="line">
            <a:avLst/>
          </a:prstGeom>
          <a:ln w="158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602" name="矩形 601">
            <a:extLst>
              <a:ext uri="{FF2B5EF4-FFF2-40B4-BE49-F238E27FC236}">
                <a16:creationId xmlns:a16="http://schemas.microsoft.com/office/drawing/2014/main" id="{F9DD1385-71E2-8EB0-8065-B5A683EB1228}"/>
              </a:ext>
            </a:extLst>
          </p:cNvPr>
          <p:cNvSpPr/>
          <p:nvPr/>
        </p:nvSpPr>
        <p:spPr>
          <a:xfrm>
            <a:off x="11216694" y="5125465"/>
            <a:ext cx="493673" cy="1075309"/>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3" name="矩形 602">
            <a:extLst>
              <a:ext uri="{FF2B5EF4-FFF2-40B4-BE49-F238E27FC236}">
                <a16:creationId xmlns:a16="http://schemas.microsoft.com/office/drawing/2014/main" id="{A1955D3D-1474-E643-1695-A99BA3E4820E}"/>
              </a:ext>
            </a:extLst>
          </p:cNvPr>
          <p:cNvSpPr/>
          <p:nvPr/>
        </p:nvSpPr>
        <p:spPr>
          <a:xfrm>
            <a:off x="10438007" y="5350933"/>
            <a:ext cx="500835" cy="84984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4" name="矩形 603">
            <a:extLst>
              <a:ext uri="{FF2B5EF4-FFF2-40B4-BE49-F238E27FC236}">
                <a16:creationId xmlns:a16="http://schemas.microsoft.com/office/drawing/2014/main" id="{0E338E24-3D08-51BA-B1B4-1977E7B9820F}"/>
              </a:ext>
            </a:extLst>
          </p:cNvPr>
          <p:cNvSpPr/>
          <p:nvPr/>
        </p:nvSpPr>
        <p:spPr>
          <a:xfrm>
            <a:off x="9624392" y="5559058"/>
            <a:ext cx="485775" cy="641716"/>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05" name="文本框 604">
            <a:extLst>
              <a:ext uri="{FF2B5EF4-FFF2-40B4-BE49-F238E27FC236}">
                <a16:creationId xmlns:a16="http://schemas.microsoft.com/office/drawing/2014/main" id="{68A9BBD6-EAAA-22CD-A38E-ED9B4AEBE4D5}"/>
              </a:ext>
            </a:extLst>
          </p:cNvPr>
          <p:cNvSpPr txBox="1"/>
          <p:nvPr/>
        </p:nvSpPr>
        <p:spPr>
          <a:xfrm>
            <a:off x="11185293"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2023</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06" name="文本框 605">
            <a:extLst>
              <a:ext uri="{FF2B5EF4-FFF2-40B4-BE49-F238E27FC236}">
                <a16:creationId xmlns:a16="http://schemas.microsoft.com/office/drawing/2014/main" id="{5E02B077-2730-F341-8EC8-F9E362E43250}"/>
              </a:ext>
            </a:extLst>
          </p:cNvPr>
          <p:cNvSpPr txBox="1"/>
          <p:nvPr/>
        </p:nvSpPr>
        <p:spPr>
          <a:xfrm>
            <a:off x="10431785"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2022</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07" name="文本框 606">
            <a:extLst>
              <a:ext uri="{FF2B5EF4-FFF2-40B4-BE49-F238E27FC236}">
                <a16:creationId xmlns:a16="http://schemas.microsoft.com/office/drawing/2014/main" id="{7C0F27AA-62B9-C3C5-B2BF-5474A9F2AB90}"/>
              </a:ext>
            </a:extLst>
          </p:cNvPr>
          <p:cNvSpPr txBox="1"/>
          <p:nvPr/>
        </p:nvSpPr>
        <p:spPr>
          <a:xfrm>
            <a:off x="9639697" y="6246773"/>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2021</a:t>
            </a:r>
            <a:endParaRPr kumimoji="1" lang="zh-CN" altLang="en-US" sz="1200" dirty="0">
              <a:latin typeface="Alibaba PuHuiTi Medium" pitchFamily="18" charset="-122"/>
              <a:ea typeface="Alibaba PuHuiTi Medium" pitchFamily="18" charset="-122"/>
              <a:cs typeface="Alibaba PuHuiTi Medium" pitchFamily="18" charset="-122"/>
            </a:endParaRPr>
          </a:p>
        </p:txBody>
      </p:sp>
      <p:cxnSp>
        <p:nvCxnSpPr>
          <p:cNvPr id="608" name="肘形连接符 607">
            <a:extLst>
              <a:ext uri="{FF2B5EF4-FFF2-40B4-BE49-F238E27FC236}">
                <a16:creationId xmlns:a16="http://schemas.microsoft.com/office/drawing/2014/main" id="{5B77514E-1541-0C0E-72AE-C11E8C9AF61C}"/>
              </a:ext>
            </a:extLst>
          </p:cNvPr>
          <p:cNvCxnSpPr>
            <a:cxnSpLocks/>
          </p:cNvCxnSpPr>
          <p:nvPr/>
        </p:nvCxnSpPr>
        <p:spPr>
          <a:xfrm flipV="1">
            <a:off x="9804400" y="4538133"/>
            <a:ext cx="1811867" cy="871090"/>
          </a:xfrm>
          <a:prstGeom prst="bentConnector3">
            <a:avLst>
              <a:gd name="adj1" fmla="val 467"/>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29" name="肘形连接符 628">
            <a:extLst>
              <a:ext uri="{FF2B5EF4-FFF2-40B4-BE49-F238E27FC236}">
                <a16:creationId xmlns:a16="http://schemas.microsoft.com/office/drawing/2014/main" id="{532AB090-9D28-BABB-B85E-970C4953DDBF}"/>
              </a:ext>
            </a:extLst>
          </p:cNvPr>
          <p:cNvCxnSpPr>
            <a:cxnSpLocks/>
          </p:cNvCxnSpPr>
          <p:nvPr/>
        </p:nvCxnSpPr>
        <p:spPr>
          <a:xfrm flipV="1">
            <a:off x="10704512" y="4775200"/>
            <a:ext cx="911755" cy="508579"/>
          </a:xfrm>
          <a:prstGeom prst="bentConnector3">
            <a:avLst>
              <a:gd name="adj1" fmla="val -2243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4" name="文本框 633">
            <a:extLst>
              <a:ext uri="{FF2B5EF4-FFF2-40B4-BE49-F238E27FC236}">
                <a16:creationId xmlns:a16="http://schemas.microsoft.com/office/drawing/2014/main" id="{2EF61C20-CC2F-48E2-DC74-892E59A0D861}"/>
              </a:ext>
            </a:extLst>
          </p:cNvPr>
          <p:cNvSpPr txBox="1"/>
          <p:nvPr/>
        </p:nvSpPr>
        <p:spPr>
          <a:xfrm>
            <a:off x="9603184" y="5555374"/>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$111</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5" name="文本框 634">
            <a:extLst>
              <a:ext uri="{FF2B5EF4-FFF2-40B4-BE49-F238E27FC236}">
                <a16:creationId xmlns:a16="http://schemas.microsoft.com/office/drawing/2014/main" id="{365100F3-1CB3-066B-1D37-15067164364B}"/>
              </a:ext>
            </a:extLst>
          </p:cNvPr>
          <p:cNvSpPr txBox="1"/>
          <p:nvPr/>
        </p:nvSpPr>
        <p:spPr>
          <a:xfrm>
            <a:off x="10416480" y="5373216"/>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6" name="文本框 635">
            <a:extLst>
              <a:ext uri="{FF2B5EF4-FFF2-40B4-BE49-F238E27FC236}">
                <a16:creationId xmlns:a16="http://schemas.microsoft.com/office/drawing/2014/main" id="{A3FBE97F-73DC-64CA-E646-B3BF054976A6}"/>
              </a:ext>
            </a:extLst>
          </p:cNvPr>
          <p:cNvSpPr txBox="1"/>
          <p:nvPr/>
        </p:nvSpPr>
        <p:spPr>
          <a:xfrm>
            <a:off x="11187359" y="5119050"/>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$102</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7" name="矩形 636">
            <a:extLst>
              <a:ext uri="{FF2B5EF4-FFF2-40B4-BE49-F238E27FC236}">
                <a16:creationId xmlns:a16="http://schemas.microsoft.com/office/drawing/2014/main" id="{16483D5E-C371-A4A9-B158-230EF655B5A5}"/>
              </a:ext>
            </a:extLst>
          </p:cNvPr>
          <p:cNvSpPr/>
          <p:nvPr/>
        </p:nvSpPr>
        <p:spPr>
          <a:xfrm>
            <a:off x="9990667" y="4453467"/>
            <a:ext cx="474133" cy="20320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8" name="矩形 637">
            <a:extLst>
              <a:ext uri="{FF2B5EF4-FFF2-40B4-BE49-F238E27FC236}">
                <a16:creationId xmlns:a16="http://schemas.microsoft.com/office/drawing/2014/main" id="{4B288387-F59F-9226-594C-A10FFA41867D}"/>
              </a:ext>
            </a:extLst>
          </p:cNvPr>
          <p:cNvSpPr/>
          <p:nvPr/>
        </p:nvSpPr>
        <p:spPr>
          <a:xfrm>
            <a:off x="10776520" y="4653136"/>
            <a:ext cx="474133" cy="203200"/>
          </a:xfrm>
          <a:prstGeom prst="rect">
            <a:avLst/>
          </a:prstGeom>
          <a:solidFill>
            <a:srgbClr val="E9E9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39" name="文本框 638">
            <a:extLst>
              <a:ext uri="{FF2B5EF4-FFF2-40B4-BE49-F238E27FC236}">
                <a16:creationId xmlns:a16="http://schemas.microsoft.com/office/drawing/2014/main" id="{8F290D37-994D-1C38-452D-1C74E7C7A9CF}"/>
              </a:ext>
            </a:extLst>
          </p:cNvPr>
          <p:cNvSpPr txBox="1"/>
          <p:nvPr/>
        </p:nvSpPr>
        <p:spPr>
          <a:xfrm>
            <a:off x="9895491" y="4394696"/>
            <a:ext cx="639919" cy="307777"/>
          </a:xfrm>
          <a:prstGeom prst="rect">
            <a:avLst/>
          </a:prstGeom>
          <a:noFill/>
        </p:spPr>
        <p:txBody>
          <a:bodyPr wrap="none" rtlCol="0">
            <a:spAutoFit/>
          </a:bodyPr>
          <a:lstStyle/>
          <a:p>
            <a:r>
              <a:rPr kumimoji="1" lang="en-US" altLang="zh-CN" sz="1400" dirty="0">
                <a:solidFill>
                  <a:schemeClr val="tx1">
                    <a:lumMod val="95000"/>
                    <a:lumOff val="5000"/>
                  </a:schemeClr>
                </a:solidFill>
                <a:latin typeface="Alibaba PuHuiTi" pitchFamily="18" charset="-122"/>
                <a:ea typeface="Alibaba PuHuiTi" pitchFamily="18" charset="-122"/>
                <a:cs typeface="Alibaba PuHuiTi" pitchFamily="18" charset="-122"/>
              </a:rPr>
              <a:t>100%</a:t>
            </a:r>
            <a:endParaRPr kumimoji="1" lang="zh-CN" altLang="en-US" sz="14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40" name="文本框 639">
            <a:extLst>
              <a:ext uri="{FF2B5EF4-FFF2-40B4-BE49-F238E27FC236}">
                <a16:creationId xmlns:a16="http://schemas.microsoft.com/office/drawing/2014/main" id="{06ED8700-0451-F843-1E19-434607C212FA}"/>
              </a:ext>
            </a:extLst>
          </p:cNvPr>
          <p:cNvSpPr txBox="1"/>
          <p:nvPr/>
        </p:nvSpPr>
        <p:spPr>
          <a:xfrm>
            <a:off x="10708787" y="4631928"/>
            <a:ext cx="639919" cy="307777"/>
          </a:xfrm>
          <a:prstGeom prst="rect">
            <a:avLst/>
          </a:prstGeom>
          <a:noFill/>
        </p:spPr>
        <p:txBody>
          <a:bodyPr wrap="none" rtlCol="0">
            <a:spAutoFit/>
          </a:bodyPr>
          <a:lstStyle/>
          <a:p>
            <a:r>
              <a:rPr kumimoji="1" lang="en-US" altLang="zh-CN" sz="1400" dirty="0">
                <a:solidFill>
                  <a:schemeClr val="tx1">
                    <a:lumMod val="95000"/>
                    <a:lumOff val="5000"/>
                  </a:schemeClr>
                </a:solidFill>
                <a:latin typeface="Alibaba PuHuiTi" pitchFamily="18" charset="-122"/>
                <a:ea typeface="Alibaba PuHuiTi" pitchFamily="18" charset="-122"/>
                <a:cs typeface="Alibaba PuHuiTi" pitchFamily="18" charset="-122"/>
              </a:rPr>
              <a:t>110%</a:t>
            </a:r>
            <a:endParaRPr kumimoji="1" lang="zh-CN" altLang="en-US" sz="14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41" name="文本框 640">
            <a:extLst>
              <a:ext uri="{FF2B5EF4-FFF2-40B4-BE49-F238E27FC236}">
                <a16:creationId xmlns:a16="http://schemas.microsoft.com/office/drawing/2014/main" id="{F5B75FA2-4D23-D7A9-FE52-7C2CA143D5CC}"/>
              </a:ext>
            </a:extLst>
          </p:cNvPr>
          <p:cNvSpPr txBox="1"/>
          <p:nvPr/>
        </p:nvSpPr>
        <p:spPr>
          <a:xfrm>
            <a:off x="4456750" y="1268760"/>
            <a:ext cx="3432608"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2" name="文本框 641">
            <a:extLst>
              <a:ext uri="{FF2B5EF4-FFF2-40B4-BE49-F238E27FC236}">
                <a16:creationId xmlns:a16="http://schemas.microsoft.com/office/drawing/2014/main" id="{F84E621D-B2F9-2BE6-C3B4-38B781E5D9B4}"/>
              </a:ext>
            </a:extLst>
          </p:cNvPr>
          <p:cNvSpPr txBox="1"/>
          <p:nvPr/>
        </p:nvSpPr>
        <p:spPr>
          <a:xfrm>
            <a:off x="8472264" y="1268760"/>
            <a:ext cx="3432608" cy="584775"/>
          </a:xfrm>
          <a:prstGeom prst="rect">
            <a:avLst/>
          </a:prstGeom>
          <a:noFill/>
        </p:spPr>
        <p:txBody>
          <a:bodyPr wrap="square" rtlCol="0">
            <a:spAutoFit/>
          </a:bodyPr>
          <a:lstStyle/>
          <a:p>
            <a:r>
              <a:rPr kumimoji="1" lang="en" altLang="zh-CN" sz="1600" dirty="0">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600" dirty="0">
              <a:latin typeface="Alibaba PuHuiTi Medium" pitchFamily="18" charset="-122"/>
              <a:ea typeface="Alibaba PuHuiTi Medium" pitchFamily="18" charset="-122"/>
              <a:cs typeface="Alibaba PuHuiTi Medium" pitchFamily="18" charset="-122"/>
            </a:endParaRPr>
          </a:p>
        </p:txBody>
      </p:sp>
      <p:sp>
        <p:nvSpPr>
          <p:cNvPr id="643" name="文本框 642">
            <a:extLst>
              <a:ext uri="{FF2B5EF4-FFF2-40B4-BE49-F238E27FC236}">
                <a16:creationId xmlns:a16="http://schemas.microsoft.com/office/drawing/2014/main" id="{93F67A1E-BD56-B595-363C-84958FDDD6F6}"/>
              </a:ext>
            </a:extLst>
          </p:cNvPr>
          <p:cNvSpPr txBox="1"/>
          <p:nvPr/>
        </p:nvSpPr>
        <p:spPr>
          <a:xfrm>
            <a:off x="4414168" y="1755883"/>
            <a:ext cx="723275"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35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4" name="文本框 643">
            <a:extLst>
              <a:ext uri="{FF2B5EF4-FFF2-40B4-BE49-F238E27FC236}">
                <a16:creationId xmlns:a16="http://schemas.microsoft.com/office/drawing/2014/main" id="{82B0D37B-E85A-76C8-7954-3D2530CB3371}"/>
              </a:ext>
            </a:extLst>
          </p:cNvPr>
          <p:cNvSpPr txBox="1"/>
          <p:nvPr/>
        </p:nvSpPr>
        <p:spPr>
          <a:xfrm>
            <a:off x="4955457" y="1772816"/>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5" name="文本框 644">
            <a:extLst>
              <a:ext uri="{FF2B5EF4-FFF2-40B4-BE49-F238E27FC236}">
                <a16:creationId xmlns:a16="http://schemas.microsoft.com/office/drawing/2014/main" id="{1FFBEF19-280D-B78B-452F-804D2560C8D4}"/>
              </a:ext>
            </a:extLst>
          </p:cNvPr>
          <p:cNvSpPr txBox="1"/>
          <p:nvPr/>
        </p:nvSpPr>
        <p:spPr>
          <a:xfrm>
            <a:off x="4439816" y="2852936"/>
            <a:ext cx="986167"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+41</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6" name="文本框 645">
            <a:extLst>
              <a:ext uri="{FF2B5EF4-FFF2-40B4-BE49-F238E27FC236}">
                <a16:creationId xmlns:a16="http://schemas.microsoft.com/office/drawing/2014/main" id="{6C05B1C6-D85A-613F-F643-2BB68732B289}"/>
              </a:ext>
            </a:extLst>
          </p:cNvPr>
          <p:cNvSpPr txBox="1"/>
          <p:nvPr/>
        </p:nvSpPr>
        <p:spPr>
          <a:xfrm>
            <a:off x="5257552" y="2869869"/>
            <a:ext cx="439544"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47" name="矩形 646">
            <a:extLst>
              <a:ext uri="{FF2B5EF4-FFF2-40B4-BE49-F238E27FC236}">
                <a16:creationId xmlns:a16="http://schemas.microsoft.com/office/drawing/2014/main" id="{69862579-94FE-80C9-FA2B-713B097514B1}"/>
              </a:ext>
            </a:extLst>
          </p:cNvPr>
          <p:cNvSpPr/>
          <p:nvPr/>
        </p:nvSpPr>
        <p:spPr>
          <a:xfrm>
            <a:off x="7251405" y="2254101"/>
            <a:ext cx="536213" cy="146729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8" name="矩形 647">
            <a:extLst>
              <a:ext uri="{FF2B5EF4-FFF2-40B4-BE49-F238E27FC236}">
                <a16:creationId xmlns:a16="http://schemas.microsoft.com/office/drawing/2014/main" id="{A0422854-B5F4-9272-5537-DA0C593EED1B}"/>
              </a:ext>
            </a:extLst>
          </p:cNvPr>
          <p:cNvSpPr/>
          <p:nvPr/>
        </p:nvSpPr>
        <p:spPr>
          <a:xfrm>
            <a:off x="6515258" y="2809388"/>
            <a:ext cx="500835" cy="923438"/>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49" name="文本框 648">
            <a:extLst>
              <a:ext uri="{FF2B5EF4-FFF2-40B4-BE49-F238E27FC236}">
                <a16:creationId xmlns:a16="http://schemas.microsoft.com/office/drawing/2014/main" id="{CE7D87D1-D812-6E4B-4BBA-BF64E48ECBAE}"/>
              </a:ext>
            </a:extLst>
          </p:cNvPr>
          <p:cNvSpPr txBox="1"/>
          <p:nvPr/>
        </p:nvSpPr>
        <p:spPr>
          <a:xfrm>
            <a:off x="7262544" y="3705228"/>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0" name="文本框 649">
            <a:extLst>
              <a:ext uri="{FF2B5EF4-FFF2-40B4-BE49-F238E27FC236}">
                <a16:creationId xmlns:a16="http://schemas.microsoft.com/office/drawing/2014/main" id="{4CF9F553-9668-6B31-4437-CD3F092BD40B}"/>
              </a:ext>
            </a:extLst>
          </p:cNvPr>
          <p:cNvSpPr txBox="1"/>
          <p:nvPr/>
        </p:nvSpPr>
        <p:spPr>
          <a:xfrm>
            <a:off x="6509036" y="3705228"/>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51" name="文本框 650">
            <a:extLst>
              <a:ext uri="{FF2B5EF4-FFF2-40B4-BE49-F238E27FC236}">
                <a16:creationId xmlns:a16="http://schemas.microsoft.com/office/drawing/2014/main" id="{B4C6A0AF-3CBA-085F-B350-0204320B4F06}"/>
              </a:ext>
            </a:extLst>
          </p:cNvPr>
          <p:cNvSpPr txBox="1"/>
          <p:nvPr/>
        </p:nvSpPr>
        <p:spPr>
          <a:xfrm>
            <a:off x="6493731" y="3001792"/>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52" name="文本框 651">
            <a:extLst>
              <a:ext uri="{FF2B5EF4-FFF2-40B4-BE49-F238E27FC236}">
                <a16:creationId xmlns:a16="http://schemas.microsoft.com/office/drawing/2014/main" id="{9EF0E458-911B-1E1F-6148-565D3100CC03}"/>
              </a:ext>
            </a:extLst>
          </p:cNvPr>
          <p:cNvSpPr txBox="1"/>
          <p:nvPr/>
        </p:nvSpPr>
        <p:spPr>
          <a:xfrm>
            <a:off x="7264610" y="2311692"/>
            <a:ext cx="543739" cy="276999"/>
          </a:xfrm>
          <a:prstGeom prst="rect">
            <a:avLst/>
          </a:prstGeom>
          <a:noFill/>
        </p:spPr>
        <p:txBody>
          <a:bodyPr wrap="none" rtlCol="0">
            <a:spAutoFit/>
          </a:bodyPr>
          <a:lstStyle/>
          <a:p>
            <a:r>
              <a:rPr kumimoji="1" lang="en-US" altLang="zh-CN" sz="1200" dirty="0">
                <a:solidFill>
                  <a:schemeClr val="bg1"/>
                </a:solidFill>
                <a:latin typeface="Alibaba PuHuiTi Medium" pitchFamily="18" charset="-122"/>
                <a:ea typeface="Alibaba PuHuiTi Medium" pitchFamily="18" charset="-122"/>
                <a:cs typeface="Alibaba PuHuiTi Medium" pitchFamily="18" charset="-122"/>
              </a:rPr>
              <a:t>$102</a:t>
            </a:r>
            <a:endParaRPr kumimoji="1" lang="zh-CN" altLang="en-US" sz="12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654" name="肘形连接符 653">
            <a:extLst>
              <a:ext uri="{FF2B5EF4-FFF2-40B4-BE49-F238E27FC236}">
                <a16:creationId xmlns:a16="http://schemas.microsoft.com/office/drawing/2014/main" id="{F13D1959-54ED-07CA-05AC-AE08C6790564}"/>
              </a:ext>
            </a:extLst>
          </p:cNvPr>
          <p:cNvCxnSpPr>
            <a:cxnSpLocks/>
          </p:cNvCxnSpPr>
          <p:nvPr/>
        </p:nvCxnSpPr>
        <p:spPr>
          <a:xfrm rot="5400000" flipH="1" flipV="1">
            <a:off x="6693201" y="2216890"/>
            <a:ext cx="829341" cy="733646"/>
          </a:xfrm>
          <a:prstGeom prst="bentConnector3">
            <a:avLst>
              <a:gd name="adj1" fmla="val 134615"/>
            </a:avLst>
          </a:prstGeom>
          <a:ln w="15875" cap="rnd">
            <a:solidFill>
              <a:schemeClr val="tx1"/>
            </a:solidFill>
            <a:round/>
            <a:headEnd type="triangle"/>
            <a:tailEnd type="triangle"/>
          </a:ln>
        </p:spPr>
        <p:style>
          <a:lnRef idx="1">
            <a:schemeClr val="accent1"/>
          </a:lnRef>
          <a:fillRef idx="0">
            <a:schemeClr val="accent1"/>
          </a:fillRef>
          <a:effectRef idx="0">
            <a:schemeClr val="accent1"/>
          </a:effectRef>
          <a:fontRef idx="minor">
            <a:schemeClr val="tx1"/>
          </a:fontRef>
        </p:style>
      </p:cxnSp>
      <p:sp>
        <p:nvSpPr>
          <p:cNvPr id="676" name="文本框 675">
            <a:extLst>
              <a:ext uri="{FF2B5EF4-FFF2-40B4-BE49-F238E27FC236}">
                <a16:creationId xmlns:a16="http://schemas.microsoft.com/office/drawing/2014/main" id="{D3306119-2EC0-6D3E-EC0F-8D0B54B1DEF8}"/>
              </a:ext>
            </a:extLst>
          </p:cNvPr>
          <p:cNvSpPr txBox="1"/>
          <p:nvPr/>
        </p:nvSpPr>
        <p:spPr>
          <a:xfrm>
            <a:off x="6816079" y="1925216"/>
            <a:ext cx="575799" cy="276999"/>
          </a:xfrm>
          <a:prstGeom prst="rect">
            <a:avLst/>
          </a:prstGeom>
          <a:noFill/>
        </p:spPr>
        <p:txBody>
          <a:bodyPr wrap="none" rtlCol="0">
            <a:spAutoFit/>
          </a:bodyPr>
          <a:lstStyle/>
          <a:p>
            <a:r>
              <a:rPr kumimoji="1" lang="en-US" altLang="zh-CN" sz="1200" dirty="0">
                <a:solidFill>
                  <a:schemeClr val="tx1">
                    <a:lumMod val="95000"/>
                    <a:lumOff val="5000"/>
                  </a:schemeClr>
                </a:solidFill>
                <a:latin typeface="Alibaba PuHuiTi" pitchFamily="18" charset="-122"/>
                <a:ea typeface="Alibaba PuHuiTi" pitchFamily="18" charset="-122"/>
                <a:cs typeface="Alibaba PuHuiTi" pitchFamily="18" charset="-122"/>
              </a:rPr>
              <a:t>100%</a:t>
            </a:r>
            <a:endParaRPr kumimoji="1" lang="zh-CN" altLang="en-US" sz="1200" dirty="0">
              <a:solidFill>
                <a:schemeClr val="tx1">
                  <a:lumMod val="95000"/>
                  <a:lumOff val="5000"/>
                </a:schemeClr>
              </a:solidFill>
              <a:latin typeface="Alibaba PuHuiTi" pitchFamily="18" charset="-122"/>
              <a:ea typeface="Alibaba PuHuiTi" pitchFamily="18" charset="-122"/>
              <a:cs typeface="Alibaba PuHuiTi" pitchFamily="18" charset="-122"/>
            </a:endParaRPr>
          </a:p>
        </p:txBody>
      </p:sp>
      <p:sp>
        <p:nvSpPr>
          <p:cNvPr id="677" name="文本框 676">
            <a:extLst>
              <a:ext uri="{FF2B5EF4-FFF2-40B4-BE49-F238E27FC236}">
                <a16:creationId xmlns:a16="http://schemas.microsoft.com/office/drawing/2014/main" id="{4E0855AB-906E-C1B3-7E01-3CF61252A872}"/>
              </a:ext>
            </a:extLst>
          </p:cNvPr>
          <p:cNvSpPr txBox="1"/>
          <p:nvPr/>
        </p:nvSpPr>
        <p:spPr>
          <a:xfrm>
            <a:off x="4439816" y="2302933"/>
            <a:ext cx="1876317"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8" name="文本框 677">
            <a:extLst>
              <a:ext uri="{FF2B5EF4-FFF2-40B4-BE49-F238E27FC236}">
                <a16:creationId xmlns:a16="http://schemas.microsoft.com/office/drawing/2014/main" id="{559E7AE6-8AC1-658B-CCA5-6150417863FE}"/>
              </a:ext>
            </a:extLst>
          </p:cNvPr>
          <p:cNvSpPr txBox="1"/>
          <p:nvPr/>
        </p:nvSpPr>
        <p:spPr>
          <a:xfrm>
            <a:off x="4439816" y="3356992"/>
            <a:ext cx="1876317"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79" name="矩形 678">
            <a:extLst>
              <a:ext uri="{FF2B5EF4-FFF2-40B4-BE49-F238E27FC236}">
                <a16:creationId xmlns:a16="http://schemas.microsoft.com/office/drawing/2014/main" id="{B0C25CCA-3712-F2CE-79DE-7B6DB1D1D301}"/>
              </a:ext>
            </a:extLst>
          </p:cNvPr>
          <p:cNvSpPr/>
          <p:nvPr/>
        </p:nvSpPr>
        <p:spPr>
          <a:xfrm>
            <a:off x="11072678" y="3086482"/>
            <a:ext cx="501414" cy="594012"/>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680" name="矩形 679">
            <a:extLst>
              <a:ext uri="{FF2B5EF4-FFF2-40B4-BE49-F238E27FC236}">
                <a16:creationId xmlns:a16="http://schemas.microsoft.com/office/drawing/2014/main" id="{0491CC63-06E8-9C05-8403-570AA4C28A34}"/>
              </a:ext>
            </a:extLst>
          </p:cNvPr>
          <p:cNvSpPr/>
          <p:nvPr/>
        </p:nvSpPr>
        <p:spPr>
          <a:xfrm>
            <a:off x="10293991" y="3211033"/>
            <a:ext cx="508688" cy="46946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BB3023"/>
              </a:solidFill>
            </a:endParaRPr>
          </a:p>
        </p:txBody>
      </p:sp>
      <p:sp>
        <p:nvSpPr>
          <p:cNvPr id="681" name="矩形 680">
            <a:extLst>
              <a:ext uri="{FF2B5EF4-FFF2-40B4-BE49-F238E27FC236}">
                <a16:creationId xmlns:a16="http://schemas.microsoft.com/office/drawing/2014/main" id="{B474EB1D-EB13-23E4-759D-AE9DC5B15F0D}"/>
              </a:ext>
            </a:extLst>
          </p:cNvPr>
          <p:cNvSpPr/>
          <p:nvPr/>
        </p:nvSpPr>
        <p:spPr>
          <a:xfrm>
            <a:off x="9480376" y="3326002"/>
            <a:ext cx="493392" cy="35449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2" name="文本框 681">
            <a:extLst>
              <a:ext uri="{FF2B5EF4-FFF2-40B4-BE49-F238E27FC236}">
                <a16:creationId xmlns:a16="http://schemas.microsoft.com/office/drawing/2014/main" id="{A1EE77B8-6FDA-FF73-F18B-9EEEFA2599C8}"/>
              </a:ext>
            </a:extLst>
          </p:cNvPr>
          <p:cNvSpPr txBox="1"/>
          <p:nvPr/>
        </p:nvSpPr>
        <p:spPr>
          <a:xfrm>
            <a:off x="11041277"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2023</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3" name="文本框 682">
            <a:extLst>
              <a:ext uri="{FF2B5EF4-FFF2-40B4-BE49-F238E27FC236}">
                <a16:creationId xmlns:a16="http://schemas.microsoft.com/office/drawing/2014/main" id="{2534BEF2-B957-5B33-AF28-C6E0E3CFFB26}"/>
              </a:ext>
            </a:extLst>
          </p:cNvPr>
          <p:cNvSpPr txBox="1"/>
          <p:nvPr/>
        </p:nvSpPr>
        <p:spPr>
          <a:xfrm>
            <a:off x="10287769"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2022</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4" name="文本框 683">
            <a:extLst>
              <a:ext uri="{FF2B5EF4-FFF2-40B4-BE49-F238E27FC236}">
                <a16:creationId xmlns:a16="http://schemas.microsoft.com/office/drawing/2014/main" id="{2B8F403D-6B1D-567E-07F3-7202F4178E23}"/>
              </a:ext>
            </a:extLst>
          </p:cNvPr>
          <p:cNvSpPr txBox="1"/>
          <p:nvPr/>
        </p:nvSpPr>
        <p:spPr>
          <a:xfrm>
            <a:off x="9495681"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7" name="文本框 686">
            <a:extLst>
              <a:ext uri="{FF2B5EF4-FFF2-40B4-BE49-F238E27FC236}">
                <a16:creationId xmlns:a16="http://schemas.microsoft.com/office/drawing/2014/main" id="{B4AC14A1-B548-FC9C-A8D9-44A60786AE94}"/>
              </a:ext>
            </a:extLst>
          </p:cNvPr>
          <p:cNvSpPr txBox="1"/>
          <p:nvPr/>
        </p:nvSpPr>
        <p:spPr>
          <a:xfrm>
            <a:off x="9459168" y="3035094"/>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$111</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8" name="文本框 687">
            <a:extLst>
              <a:ext uri="{FF2B5EF4-FFF2-40B4-BE49-F238E27FC236}">
                <a16:creationId xmlns:a16="http://schemas.microsoft.com/office/drawing/2014/main" id="{945FBC8F-0859-EFDD-BCFA-58129904283D}"/>
              </a:ext>
            </a:extLst>
          </p:cNvPr>
          <p:cNvSpPr txBox="1"/>
          <p:nvPr/>
        </p:nvSpPr>
        <p:spPr>
          <a:xfrm>
            <a:off x="10272464" y="2938661"/>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$234</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89" name="文本框 688">
            <a:extLst>
              <a:ext uri="{FF2B5EF4-FFF2-40B4-BE49-F238E27FC236}">
                <a16:creationId xmlns:a16="http://schemas.microsoft.com/office/drawing/2014/main" id="{756D6BB2-3CB8-0A73-43A6-3415F4E05AD4}"/>
              </a:ext>
            </a:extLst>
          </p:cNvPr>
          <p:cNvSpPr txBox="1"/>
          <p:nvPr/>
        </p:nvSpPr>
        <p:spPr>
          <a:xfrm>
            <a:off x="11043343" y="2798795"/>
            <a:ext cx="543739" cy="276999"/>
          </a:xfrm>
          <a:prstGeom prst="rect">
            <a:avLst/>
          </a:prstGeom>
          <a:noFill/>
        </p:spPr>
        <p:txBody>
          <a:bodyPr wrap="none" rtlCol="0">
            <a:spAutoFit/>
          </a:bodyPr>
          <a:lstStyle/>
          <a:p>
            <a:r>
              <a:rPr kumimoji="1" lang="en-US" altLang="zh-CN" sz="1200" dirty="0">
                <a:latin typeface="Alibaba PuHuiTi Medium" pitchFamily="18" charset="-122"/>
                <a:ea typeface="Alibaba PuHuiTi Medium" pitchFamily="18" charset="-122"/>
                <a:cs typeface="Alibaba PuHuiTi Medium" pitchFamily="18" charset="-122"/>
              </a:rPr>
              <a:t>$236</a:t>
            </a:r>
            <a:endParaRPr kumimoji="1" lang="zh-CN" altLang="en-US" sz="1200" dirty="0">
              <a:latin typeface="Alibaba PuHuiTi Medium" pitchFamily="18" charset="-122"/>
              <a:ea typeface="Alibaba PuHuiTi Medium" pitchFamily="18" charset="-122"/>
              <a:cs typeface="Alibaba PuHuiTi Medium" pitchFamily="18" charset="-122"/>
            </a:endParaRPr>
          </a:p>
        </p:txBody>
      </p:sp>
      <p:sp>
        <p:nvSpPr>
          <p:cNvPr id="694" name="矩形 693">
            <a:extLst>
              <a:ext uri="{FF2B5EF4-FFF2-40B4-BE49-F238E27FC236}">
                <a16:creationId xmlns:a16="http://schemas.microsoft.com/office/drawing/2014/main" id="{D29BE9AC-FCC3-E12C-FDBE-BB5C1A729D8B}"/>
              </a:ext>
            </a:extLst>
          </p:cNvPr>
          <p:cNvSpPr/>
          <p:nvPr/>
        </p:nvSpPr>
        <p:spPr>
          <a:xfrm>
            <a:off x="8688288" y="3486150"/>
            <a:ext cx="493392" cy="19434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95" name="文本框 694">
            <a:extLst>
              <a:ext uri="{FF2B5EF4-FFF2-40B4-BE49-F238E27FC236}">
                <a16:creationId xmlns:a16="http://schemas.microsoft.com/office/drawing/2014/main" id="{62C3A1C3-D1D4-DE84-3F0D-1A52FFFF5417}"/>
              </a:ext>
            </a:extLst>
          </p:cNvPr>
          <p:cNvSpPr txBox="1"/>
          <p:nvPr/>
        </p:nvSpPr>
        <p:spPr>
          <a:xfrm>
            <a:off x="8688288" y="3192256"/>
            <a:ext cx="453970"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$88</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6" name="文本框 695">
            <a:extLst>
              <a:ext uri="{FF2B5EF4-FFF2-40B4-BE49-F238E27FC236}">
                <a16:creationId xmlns:a16="http://schemas.microsoft.com/office/drawing/2014/main" id="{5A431AEC-10A9-CB0C-FCB0-F8C88584C775}"/>
              </a:ext>
            </a:extLst>
          </p:cNvPr>
          <p:cNvSpPr txBox="1"/>
          <p:nvPr/>
        </p:nvSpPr>
        <p:spPr>
          <a:xfrm>
            <a:off x="8472264" y="1772816"/>
            <a:ext cx="870751"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4.0</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7" name="文本框 696">
            <a:extLst>
              <a:ext uri="{FF2B5EF4-FFF2-40B4-BE49-F238E27FC236}">
                <a16:creationId xmlns:a16="http://schemas.microsoft.com/office/drawing/2014/main" id="{29D45797-DB64-8FAF-FB21-F4516D3FF3E2}"/>
              </a:ext>
            </a:extLst>
          </p:cNvPr>
          <p:cNvSpPr txBox="1"/>
          <p:nvPr/>
        </p:nvSpPr>
        <p:spPr>
          <a:xfrm>
            <a:off x="9182887" y="1806682"/>
            <a:ext cx="1124026"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%GMV</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8" name="文本框 697">
            <a:extLst>
              <a:ext uri="{FF2B5EF4-FFF2-40B4-BE49-F238E27FC236}">
                <a16:creationId xmlns:a16="http://schemas.microsoft.com/office/drawing/2014/main" id="{39FC688D-7186-253F-5298-323D10B2B7A7}"/>
              </a:ext>
            </a:extLst>
          </p:cNvPr>
          <p:cNvSpPr txBox="1"/>
          <p:nvPr/>
        </p:nvSpPr>
        <p:spPr>
          <a:xfrm>
            <a:off x="8472264" y="2348880"/>
            <a:ext cx="1620003" cy="577081"/>
          </a:xfrm>
          <a:prstGeom prst="rect">
            <a:avLst/>
          </a:prstGeom>
          <a:noFill/>
        </p:spPr>
        <p:txBody>
          <a:bodyPr wrap="square" rtlCol="0">
            <a:spAutoFit/>
          </a:bodyPr>
          <a:lstStyle/>
          <a:p>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99" name="文本框 698">
            <a:extLst>
              <a:ext uri="{FF2B5EF4-FFF2-40B4-BE49-F238E27FC236}">
                <a16:creationId xmlns:a16="http://schemas.microsoft.com/office/drawing/2014/main" id="{BE907BC4-B78E-AF04-22E5-FB0FC2119A83}"/>
              </a:ext>
            </a:extLst>
          </p:cNvPr>
          <p:cNvSpPr txBox="1"/>
          <p:nvPr/>
        </p:nvSpPr>
        <p:spPr>
          <a:xfrm>
            <a:off x="10556221" y="1840550"/>
            <a:ext cx="599844"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+5</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0" name="文本框 699">
            <a:extLst>
              <a:ext uri="{FF2B5EF4-FFF2-40B4-BE49-F238E27FC236}">
                <a16:creationId xmlns:a16="http://schemas.microsoft.com/office/drawing/2014/main" id="{393A99C8-B8A8-04FD-7629-57A8A5DAB585}"/>
              </a:ext>
            </a:extLst>
          </p:cNvPr>
          <p:cNvSpPr txBox="1"/>
          <p:nvPr/>
        </p:nvSpPr>
        <p:spPr>
          <a:xfrm>
            <a:off x="10979885" y="1679766"/>
            <a:ext cx="623889"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n.n.</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02" name="左中括号 701">
            <a:extLst>
              <a:ext uri="{FF2B5EF4-FFF2-40B4-BE49-F238E27FC236}">
                <a16:creationId xmlns:a16="http://schemas.microsoft.com/office/drawing/2014/main" id="{562B3309-9965-79FC-F4D0-559668F707D4}"/>
              </a:ext>
            </a:extLst>
          </p:cNvPr>
          <p:cNvSpPr/>
          <p:nvPr/>
        </p:nvSpPr>
        <p:spPr>
          <a:xfrm>
            <a:off x="10123606" y="2397457"/>
            <a:ext cx="71272" cy="520384"/>
          </a:xfrm>
          <a:prstGeom prst="leftBracket">
            <a:avLst>
              <a:gd name="adj" fmla="val 53353"/>
            </a:avLst>
          </a:prstGeom>
          <a:ln w="12700" cap="rnd">
            <a:solidFill>
              <a:schemeClr val="tx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3" name="左中括号 702">
            <a:extLst>
              <a:ext uri="{FF2B5EF4-FFF2-40B4-BE49-F238E27FC236}">
                <a16:creationId xmlns:a16="http://schemas.microsoft.com/office/drawing/2014/main" id="{16AA5462-E200-8BEA-6F7E-8BEFD69B6B24}"/>
              </a:ext>
            </a:extLst>
          </p:cNvPr>
          <p:cNvSpPr/>
          <p:nvPr/>
        </p:nvSpPr>
        <p:spPr>
          <a:xfrm flipH="1">
            <a:off x="11394218" y="2397457"/>
            <a:ext cx="65352" cy="395785"/>
          </a:xfrm>
          <a:prstGeom prst="leftBracket">
            <a:avLst>
              <a:gd name="adj" fmla="val 53353"/>
            </a:avLst>
          </a:prstGeom>
          <a:ln w="12700" cap="rnd">
            <a:solidFill>
              <a:schemeClr val="tx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4" name="文本框 703">
            <a:extLst>
              <a:ext uri="{FF2B5EF4-FFF2-40B4-BE49-F238E27FC236}">
                <a16:creationId xmlns:a16="http://schemas.microsoft.com/office/drawing/2014/main" id="{F51E5492-8D1D-4BB9-0ED5-47951F4148F0}"/>
              </a:ext>
            </a:extLst>
          </p:cNvPr>
          <p:cNvSpPr txBox="1"/>
          <p:nvPr/>
        </p:nvSpPr>
        <p:spPr>
          <a:xfrm>
            <a:off x="10180137" y="2389520"/>
            <a:ext cx="1249864" cy="507831"/>
          </a:xfrm>
          <a:prstGeom prst="rect">
            <a:avLst/>
          </a:prstGeom>
          <a:noFill/>
        </p:spPr>
        <p:txBody>
          <a:bodyPr wrap="square" rtlCol="0">
            <a:spAutoFit/>
          </a:bodyPr>
          <a:lstStyle/>
          <a:p>
            <a:r>
              <a:rPr kumimoji="1" lang="en" altLang="zh-CN" sz="9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900" dirty="0">
              <a:solidFill>
                <a:srgbClr val="1E344D"/>
              </a:solidFill>
              <a:latin typeface="Alibaba PuHuiTi" pitchFamily="18" charset="-122"/>
              <a:ea typeface="Alibaba PuHuiTi" pitchFamily="18" charset="-122"/>
              <a:cs typeface="Alibaba PuHuiTi" pitchFamily="18" charset="-122"/>
            </a:endParaRPr>
          </a:p>
        </p:txBody>
      </p:sp>
      <p:sp>
        <p:nvSpPr>
          <p:cNvPr id="5" name="文本框 4">
            <a:extLst>
              <a:ext uri="{FF2B5EF4-FFF2-40B4-BE49-F238E27FC236}">
                <a16:creationId xmlns:a16="http://schemas.microsoft.com/office/drawing/2014/main" id="{3C2F93C5-0C8E-7A91-0A12-CF67152CB8AD}"/>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EA710573-5F8B-E468-EBEA-F9A1357068F0}"/>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3" name="直线连接符 22">
            <a:extLst>
              <a:ext uri="{FF2B5EF4-FFF2-40B4-BE49-F238E27FC236}">
                <a16:creationId xmlns:a16="http://schemas.microsoft.com/office/drawing/2014/main" id="{402A35E3-F6FF-E25D-D6A3-3D825B4FAC6F}"/>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04E945F6-33D1-013F-A0DF-16089B8C0BD8}"/>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5" name="文本框 34">
            <a:extLst>
              <a:ext uri="{FF2B5EF4-FFF2-40B4-BE49-F238E27FC236}">
                <a16:creationId xmlns:a16="http://schemas.microsoft.com/office/drawing/2014/main" id="{6BB60EF8-30A1-D2B4-41EC-0DBCF726EA8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2" name="组合 61">
            <a:extLst>
              <a:ext uri="{FF2B5EF4-FFF2-40B4-BE49-F238E27FC236}">
                <a16:creationId xmlns:a16="http://schemas.microsoft.com/office/drawing/2014/main" id="{15C96934-5CB3-3B7D-03A5-C974213513E8}"/>
              </a:ext>
            </a:extLst>
          </p:cNvPr>
          <p:cNvGrpSpPr/>
          <p:nvPr/>
        </p:nvGrpSpPr>
        <p:grpSpPr>
          <a:xfrm>
            <a:off x="2323294" y="287981"/>
            <a:ext cx="356205" cy="355288"/>
            <a:chOff x="2323294" y="287981"/>
            <a:chExt cx="356205" cy="355288"/>
          </a:xfrm>
        </p:grpSpPr>
        <p:sp>
          <p:nvSpPr>
            <p:cNvPr id="576" name="Google Shape;7166;p80">
              <a:extLst>
                <a:ext uri="{FF2B5EF4-FFF2-40B4-BE49-F238E27FC236}">
                  <a16:creationId xmlns:a16="http://schemas.microsoft.com/office/drawing/2014/main" id="{D748AAD1-C18D-E248-E6D9-88C73C6B6C8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7167;p80">
              <a:extLst>
                <a:ext uri="{FF2B5EF4-FFF2-40B4-BE49-F238E27FC236}">
                  <a16:creationId xmlns:a16="http://schemas.microsoft.com/office/drawing/2014/main" id="{A4BF5A3E-F0ED-6199-884E-6E6E248C7E7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7168;p80">
              <a:extLst>
                <a:ext uri="{FF2B5EF4-FFF2-40B4-BE49-F238E27FC236}">
                  <a16:creationId xmlns:a16="http://schemas.microsoft.com/office/drawing/2014/main" id="{1F91EEFA-3B22-C668-59EA-F3FA9667F763}"/>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7169;p80">
              <a:extLst>
                <a:ext uri="{FF2B5EF4-FFF2-40B4-BE49-F238E27FC236}">
                  <a16:creationId xmlns:a16="http://schemas.microsoft.com/office/drawing/2014/main" id="{80340795-7CE7-14A7-8F85-16E33443EAAA}"/>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80" name="图片 579">
            <a:extLst>
              <a:ext uri="{FF2B5EF4-FFF2-40B4-BE49-F238E27FC236}">
                <a16:creationId xmlns:a16="http://schemas.microsoft.com/office/drawing/2014/main" id="{74A13853-080C-6FB8-EC7A-CF85AE410256}"/>
              </a:ext>
            </a:extLst>
          </p:cNvPr>
          <p:cNvPicPr>
            <a:picLocks noChangeAspect="1"/>
          </p:cNvPicPr>
          <p:nvPr/>
        </p:nvPicPr>
        <p:blipFill>
          <a:blip r:embed="rId3"/>
          <a:stretch>
            <a:fillRect/>
          </a:stretch>
        </p:blipFill>
        <p:spPr>
          <a:xfrm>
            <a:off x="532653" y="1879974"/>
            <a:ext cx="584200" cy="596900"/>
          </a:xfrm>
          <a:prstGeom prst="rect">
            <a:avLst/>
          </a:prstGeom>
        </p:spPr>
      </p:pic>
      <p:sp>
        <p:nvSpPr>
          <p:cNvPr id="2" name="文本框 1">
            <a:extLst>
              <a:ext uri="{FF2B5EF4-FFF2-40B4-BE49-F238E27FC236}">
                <a16:creationId xmlns:a16="http://schemas.microsoft.com/office/drawing/2014/main" id="{AAB4FA99-FF72-3C4B-67DB-008584D3732E}"/>
              </a:ext>
            </a:extLst>
          </p:cNvPr>
          <p:cNvSpPr txBox="1"/>
          <p:nvPr/>
        </p:nvSpPr>
        <p:spPr>
          <a:xfrm>
            <a:off x="8661394" y="3726493"/>
            <a:ext cx="543739" cy="276999"/>
          </a:xfrm>
          <a:prstGeom prst="rect">
            <a:avLst/>
          </a:prstGeom>
          <a:noFill/>
        </p:spPr>
        <p:txBody>
          <a:bodyPr wrap="none" rtlCol="0">
            <a:spAutoFit/>
          </a:bodyPr>
          <a:lstStyle/>
          <a:p>
            <a:r>
              <a:rPr kumimoji="1" lang="en-US" altLang="zh-CN" sz="1200" dirty="0">
                <a:solidFill>
                  <a:srgbClr val="1E344D"/>
                </a:solidFill>
                <a:latin typeface="Alibaba PuHuiTi Medium" pitchFamily="18" charset="-122"/>
                <a:ea typeface="Alibaba PuHuiTi Medium" pitchFamily="18" charset="-122"/>
                <a:cs typeface="Alibaba PuHuiTi Medium" pitchFamily="18" charset="-122"/>
              </a:rPr>
              <a:t>2020</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133415942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A3F642CD-8F89-AABB-ABBA-C4EA81A3887E}"/>
              </a:ext>
            </a:extLst>
          </p:cNvPr>
          <p:cNvSpPr/>
          <p:nvPr/>
        </p:nvSpPr>
        <p:spPr>
          <a:xfrm>
            <a:off x="386487" y="974420"/>
            <a:ext cx="1943100" cy="395927"/>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0" name="五边形 9">
            <a:extLst>
              <a:ext uri="{FF2B5EF4-FFF2-40B4-BE49-F238E27FC236}">
                <a16:creationId xmlns:a16="http://schemas.microsoft.com/office/drawing/2014/main" id="{97FF05D2-39B0-A2EA-081C-CFD7ECC15FA4}"/>
              </a:ext>
            </a:extLst>
          </p:cNvPr>
          <p:cNvSpPr/>
          <p:nvPr/>
        </p:nvSpPr>
        <p:spPr>
          <a:xfrm>
            <a:off x="2593684" y="964994"/>
            <a:ext cx="1923068" cy="386499"/>
          </a:xfrm>
          <a:prstGeom prst="homePlat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燕尾形 11">
            <a:extLst>
              <a:ext uri="{FF2B5EF4-FFF2-40B4-BE49-F238E27FC236}">
                <a16:creationId xmlns:a16="http://schemas.microsoft.com/office/drawing/2014/main" id="{0465FF39-C97D-79F5-3635-B2EE36B817A1}"/>
              </a:ext>
            </a:extLst>
          </p:cNvPr>
          <p:cNvSpPr/>
          <p:nvPr/>
        </p:nvSpPr>
        <p:spPr>
          <a:xfrm>
            <a:off x="4507325" y="974420"/>
            <a:ext cx="1866508" cy="386500"/>
          </a:xfrm>
          <a:prstGeom prst="chevron">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3" name="燕尾形 12">
            <a:extLst>
              <a:ext uri="{FF2B5EF4-FFF2-40B4-BE49-F238E27FC236}">
                <a16:creationId xmlns:a16="http://schemas.microsoft.com/office/drawing/2014/main" id="{3B8F3682-A7C1-6885-A1AC-08BC63FC1396}"/>
              </a:ext>
            </a:extLst>
          </p:cNvPr>
          <p:cNvSpPr/>
          <p:nvPr/>
        </p:nvSpPr>
        <p:spPr>
          <a:xfrm>
            <a:off x="6297890" y="974420"/>
            <a:ext cx="1866508" cy="386500"/>
          </a:xfrm>
          <a:prstGeom prst="chevron">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4" name="燕尾形 13">
            <a:extLst>
              <a:ext uri="{FF2B5EF4-FFF2-40B4-BE49-F238E27FC236}">
                <a16:creationId xmlns:a16="http://schemas.microsoft.com/office/drawing/2014/main" id="{F699DB71-97B5-FD44-BD65-7B2C122A7214}"/>
              </a:ext>
            </a:extLst>
          </p:cNvPr>
          <p:cNvSpPr/>
          <p:nvPr/>
        </p:nvSpPr>
        <p:spPr>
          <a:xfrm>
            <a:off x="8242106" y="974420"/>
            <a:ext cx="1866508" cy="386500"/>
          </a:xfrm>
          <a:prstGeom prst="chevron">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7" name="燕尾形 16">
            <a:extLst>
              <a:ext uri="{FF2B5EF4-FFF2-40B4-BE49-F238E27FC236}">
                <a16:creationId xmlns:a16="http://schemas.microsoft.com/office/drawing/2014/main" id="{8E16E708-5FB7-5D8D-4AEB-BEADE03B5B20}"/>
              </a:ext>
            </a:extLst>
          </p:cNvPr>
          <p:cNvSpPr/>
          <p:nvPr/>
        </p:nvSpPr>
        <p:spPr>
          <a:xfrm>
            <a:off x="10114314" y="968741"/>
            <a:ext cx="1745919" cy="386500"/>
          </a:xfrm>
          <a:prstGeom prst="chevron">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8" name="矩形 17">
            <a:extLst>
              <a:ext uri="{FF2B5EF4-FFF2-40B4-BE49-F238E27FC236}">
                <a16:creationId xmlns:a16="http://schemas.microsoft.com/office/drawing/2014/main" id="{7AC4E342-1855-4AAA-ACBF-88B50097EA5A}"/>
              </a:ext>
            </a:extLst>
          </p:cNvPr>
          <p:cNvSpPr/>
          <p:nvPr/>
        </p:nvSpPr>
        <p:spPr>
          <a:xfrm>
            <a:off x="386487" y="1482224"/>
            <a:ext cx="1943100" cy="57628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9" name="矩形 18">
            <a:extLst>
              <a:ext uri="{FF2B5EF4-FFF2-40B4-BE49-F238E27FC236}">
                <a16:creationId xmlns:a16="http://schemas.microsoft.com/office/drawing/2014/main" id="{CB78BB27-C6B0-F873-8FB5-91406FA841EA}"/>
              </a:ext>
            </a:extLst>
          </p:cNvPr>
          <p:cNvSpPr/>
          <p:nvPr/>
        </p:nvSpPr>
        <p:spPr>
          <a:xfrm>
            <a:off x="2591181" y="1482224"/>
            <a:ext cx="9269052" cy="57628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 altLang="zh-CN" sz="2200" dirty="0">
                <a:latin typeface="Alibaba PuHuiTi Medium" pitchFamily="18" charset="-122"/>
                <a:ea typeface="Alibaba PuHuiTi Medium" pitchFamily="18" charset="-122"/>
                <a:cs typeface="Alibaba PuHuiTi Medium" pitchFamily="18" charset="-122"/>
              </a:rPr>
              <a:t>I am an engineering data analyst working in Shanghai for 7 years</a:t>
            </a:r>
            <a:endParaRPr kumimoji="1" lang="zh-CN" altLang="en-US" sz="2200" dirty="0">
              <a:latin typeface="Alibaba PuHuiTi Medium" pitchFamily="18" charset="-122"/>
              <a:ea typeface="Alibaba PuHuiTi Medium" pitchFamily="18" charset="-122"/>
              <a:cs typeface="Alibaba PuHuiTi Medium" pitchFamily="18" charset="-122"/>
            </a:endParaRPr>
          </a:p>
        </p:txBody>
      </p:sp>
      <p:sp>
        <p:nvSpPr>
          <p:cNvPr id="33" name="矩形 32">
            <a:extLst>
              <a:ext uri="{FF2B5EF4-FFF2-40B4-BE49-F238E27FC236}">
                <a16:creationId xmlns:a16="http://schemas.microsoft.com/office/drawing/2014/main" id="{C34A970E-B114-AA74-C526-E6A9613D8E53}"/>
              </a:ext>
            </a:extLst>
          </p:cNvPr>
          <p:cNvSpPr/>
          <p:nvPr/>
        </p:nvSpPr>
        <p:spPr>
          <a:xfrm>
            <a:off x="11216276" y="968608"/>
            <a:ext cx="656481" cy="38608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37" name="图片 36">
            <a:extLst>
              <a:ext uri="{FF2B5EF4-FFF2-40B4-BE49-F238E27FC236}">
                <a16:creationId xmlns:a16="http://schemas.microsoft.com/office/drawing/2014/main" id="{C39F82D9-3E95-F145-8B2E-4A6342EAE320}"/>
              </a:ext>
            </a:extLst>
          </p:cNvPr>
          <p:cNvPicPr>
            <a:picLocks noChangeAspect="1"/>
          </p:cNvPicPr>
          <p:nvPr/>
        </p:nvPicPr>
        <p:blipFill>
          <a:blip r:embed="rId3"/>
          <a:stretch>
            <a:fillRect/>
          </a:stretch>
        </p:blipFill>
        <p:spPr>
          <a:xfrm>
            <a:off x="385992" y="957318"/>
            <a:ext cx="817166" cy="1082040"/>
          </a:xfrm>
          <a:prstGeom prst="rect">
            <a:avLst/>
          </a:prstGeom>
        </p:spPr>
      </p:pic>
      <p:sp>
        <p:nvSpPr>
          <p:cNvPr id="39" name="文本框 38">
            <a:extLst>
              <a:ext uri="{FF2B5EF4-FFF2-40B4-BE49-F238E27FC236}">
                <a16:creationId xmlns:a16="http://schemas.microsoft.com/office/drawing/2014/main" id="{7FB6AF55-79D8-6CE0-09E9-DE6128A7CEF7}"/>
              </a:ext>
            </a:extLst>
          </p:cNvPr>
          <p:cNvSpPr txBox="1"/>
          <p:nvPr/>
        </p:nvSpPr>
        <p:spPr>
          <a:xfrm>
            <a:off x="1202065" y="1579720"/>
            <a:ext cx="1075936" cy="400110"/>
          </a:xfrm>
          <a:prstGeom prst="rect">
            <a:avLst/>
          </a:prstGeom>
          <a:noFill/>
        </p:spPr>
        <p:txBody>
          <a:bodyPr wrap="none" rtlCol="0">
            <a:spAutoFit/>
          </a:bodyPr>
          <a:lstStyle/>
          <a:p>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Kevin</a:t>
            </a:r>
            <a:r>
              <a:rPr kumimoji="1" lang="zh-CN" altLang="en-US" sz="20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L</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E60FB861-FB6C-B69E-924E-A4C02CABDD0E}"/>
              </a:ext>
            </a:extLst>
          </p:cNvPr>
          <p:cNvSpPr txBox="1"/>
          <p:nvPr/>
        </p:nvSpPr>
        <p:spPr>
          <a:xfrm>
            <a:off x="1203767" y="995424"/>
            <a:ext cx="104547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All items</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71FD0F8C-D89F-3E71-D8E2-F556DF2F1806}"/>
              </a:ext>
            </a:extLst>
          </p:cNvPr>
          <p:cNvSpPr txBox="1"/>
          <p:nvPr/>
        </p:nvSpPr>
        <p:spPr>
          <a:xfrm>
            <a:off x="2855640" y="983849"/>
            <a:ext cx="1346844"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First project</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4C82C952-D865-E361-739A-7A23287E3455}"/>
              </a:ext>
            </a:extLst>
          </p:cNvPr>
          <p:cNvSpPr txBox="1"/>
          <p:nvPr/>
        </p:nvSpPr>
        <p:spPr>
          <a:xfrm>
            <a:off x="4785722" y="983849"/>
            <a:ext cx="1388522"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Second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282529E1-5693-3A25-F5B2-9B54A04A8E50}"/>
              </a:ext>
            </a:extLst>
          </p:cNvPr>
          <p:cNvSpPr txBox="1"/>
          <p:nvPr/>
        </p:nvSpPr>
        <p:spPr>
          <a:xfrm>
            <a:off x="6629661" y="983849"/>
            <a:ext cx="1167307"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Third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8" name="文本框 47">
            <a:extLst>
              <a:ext uri="{FF2B5EF4-FFF2-40B4-BE49-F238E27FC236}">
                <a16:creationId xmlns:a16="http://schemas.microsoft.com/office/drawing/2014/main" id="{B0C75F25-BE3F-E831-361A-7488DF5BA061}"/>
              </a:ext>
            </a:extLst>
          </p:cNvPr>
          <p:cNvSpPr txBox="1"/>
          <p:nvPr/>
        </p:nvSpPr>
        <p:spPr>
          <a:xfrm>
            <a:off x="8530138" y="983849"/>
            <a:ext cx="130195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Fourth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9" name="文本框 48">
            <a:extLst>
              <a:ext uri="{FF2B5EF4-FFF2-40B4-BE49-F238E27FC236}">
                <a16:creationId xmlns:a16="http://schemas.microsoft.com/office/drawing/2014/main" id="{6FDEACF7-10FA-8F13-DBC9-09AB3FE6575F}"/>
              </a:ext>
            </a:extLst>
          </p:cNvPr>
          <p:cNvSpPr txBox="1"/>
          <p:nvPr/>
        </p:nvSpPr>
        <p:spPr>
          <a:xfrm>
            <a:off x="10552817" y="983849"/>
            <a:ext cx="1098378"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Fifth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0" name="文本框 49">
            <a:extLst>
              <a:ext uri="{FF2B5EF4-FFF2-40B4-BE49-F238E27FC236}">
                <a16:creationId xmlns:a16="http://schemas.microsoft.com/office/drawing/2014/main" id="{B32C0B55-3C67-504D-D81D-E3CF42E5E34E}"/>
              </a:ext>
            </a:extLst>
          </p:cNvPr>
          <p:cNvSpPr txBox="1"/>
          <p:nvPr/>
        </p:nvSpPr>
        <p:spPr>
          <a:xfrm>
            <a:off x="300943" y="2021532"/>
            <a:ext cx="2063385" cy="400110"/>
          </a:xfrm>
          <a:prstGeom prst="rect">
            <a:avLst/>
          </a:prstGeom>
          <a:noFill/>
        </p:spPr>
        <p:txBody>
          <a:bodyPr wrap="none" rtlCol="0">
            <a:spAutoFit/>
          </a:bodyPr>
          <a:lstStyle/>
          <a:p>
            <a:pPr algn="l"/>
            <a:r>
              <a:rPr kumimoji="1" lang="en" altLang="zh-CN" sz="2000" dirty="0">
                <a:solidFill>
                  <a:srgbClr val="1E344D"/>
                </a:solidFill>
                <a:latin typeface="FagoNoLf Med" pitchFamily="2" charset="0"/>
                <a:ea typeface="Alibaba PuHuiTi Medium" pitchFamily="18" charset="-122"/>
                <a:cs typeface="Alibaba PuHuiTi Medium" pitchFamily="18" charset="-122"/>
              </a:rPr>
              <a:t>Project Engineer</a:t>
            </a:r>
            <a:endParaRPr kumimoji="1" lang="zh-CN" altLang="en-US" sz="2000" dirty="0">
              <a:solidFill>
                <a:srgbClr val="1E344D"/>
              </a:solidFill>
              <a:latin typeface="FagoNoLf Med" pitchFamily="2" charset="0"/>
              <a:ea typeface="Alibaba PuHuiTi Medium" pitchFamily="18" charset="-122"/>
              <a:cs typeface="Alibaba PuHuiTi Medium" pitchFamily="18" charset="-122"/>
            </a:endParaRPr>
          </a:p>
        </p:txBody>
      </p:sp>
      <p:sp>
        <p:nvSpPr>
          <p:cNvPr id="51" name="矩形 50">
            <a:extLst>
              <a:ext uri="{FF2B5EF4-FFF2-40B4-BE49-F238E27FC236}">
                <a16:creationId xmlns:a16="http://schemas.microsoft.com/office/drawing/2014/main" id="{51C4EB91-E8EA-0F49-330A-B31632087E48}"/>
              </a:ext>
            </a:extLst>
          </p:cNvPr>
          <p:cNvSpPr/>
          <p:nvPr/>
        </p:nvSpPr>
        <p:spPr>
          <a:xfrm flipV="1">
            <a:off x="365267" y="2427725"/>
            <a:ext cx="1943100"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cxnSp>
        <p:nvCxnSpPr>
          <p:cNvPr id="52" name="直线箭头连接符 51">
            <a:extLst>
              <a:ext uri="{FF2B5EF4-FFF2-40B4-BE49-F238E27FC236}">
                <a16:creationId xmlns:a16="http://schemas.microsoft.com/office/drawing/2014/main" id="{78345D3A-BC7F-9D7F-9C54-34327E1642D7}"/>
              </a:ext>
            </a:extLst>
          </p:cNvPr>
          <p:cNvCxnSpPr>
            <a:cxnSpLocks/>
          </p:cNvCxnSpPr>
          <p:nvPr/>
        </p:nvCxnSpPr>
        <p:spPr>
          <a:xfrm>
            <a:off x="2629786" y="2245832"/>
            <a:ext cx="9214884" cy="0"/>
          </a:xfrm>
          <a:prstGeom prst="straightConnector1">
            <a:avLst/>
          </a:prstGeom>
          <a:ln w="3175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368CBDB0-ECE6-51D2-9CD2-5FDE3F4CB60F}"/>
              </a:ext>
            </a:extLst>
          </p:cNvPr>
          <p:cNvSpPr/>
          <p:nvPr/>
        </p:nvSpPr>
        <p:spPr>
          <a:xfrm flipV="1">
            <a:off x="2639616"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5" name="矩形 54">
            <a:extLst>
              <a:ext uri="{FF2B5EF4-FFF2-40B4-BE49-F238E27FC236}">
                <a16:creationId xmlns:a16="http://schemas.microsoft.com/office/drawing/2014/main" id="{DA68C591-B90B-7FE3-C146-475F7F905E9A}"/>
              </a:ext>
            </a:extLst>
          </p:cNvPr>
          <p:cNvSpPr/>
          <p:nvPr/>
        </p:nvSpPr>
        <p:spPr>
          <a:xfrm flipV="1">
            <a:off x="4551934"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6" name="矩形 55">
            <a:extLst>
              <a:ext uri="{FF2B5EF4-FFF2-40B4-BE49-F238E27FC236}">
                <a16:creationId xmlns:a16="http://schemas.microsoft.com/office/drawing/2014/main" id="{FDB82EEC-390F-72B0-C28B-94CE14B75444}"/>
              </a:ext>
            </a:extLst>
          </p:cNvPr>
          <p:cNvSpPr/>
          <p:nvPr/>
        </p:nvSpPr>
        <p:spPr>
          <a:xfrm flipV="1">
            <a:off x="6456040"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7" name="矩形 56">
            <a:extLst>
              <a:ext uri="{FF2B5EF4-FFF2-40B4-BE49-F238E27FC236}">
                <a16:creationId xmlns:a16="http://schemas.microsoft.com/office/drawing/2014/main" id="{B03B7E9E-487B-40B1-5D6A-0A5482E916D4}"/>
              </a:ext>
            </a:extLst>
          </p:cNvPr>
          <p:cNvSpPr/>
          <p:nvPr/>
        </p:nvSpPr>
        <p:spPr>
          <a:xfrm flipV="1">
            <a:off x="8304563"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8" name="矩形 57">
            <a:extLst>
              <a:ext uri="{FF2B5EF4-FFF2-40B4-BE49-F238E27FC236}">
                <a16:creationId xmlns:a16="http://schemas.microsoft.com/office/drawing/2014/main" id="{0CF00812-C2E1-16F7-E682-B3B8C768B809}"/>
              </a:ext>
            </a:extLst>
          </p:cNvPr>
          <p:cNvSpPr/>
          <p:nvPr/>
        </p:nvSpPr>
        <p:spPr>
          <a:xfrm flipV="1">
            <a:off x="10187404" y="2427723"/>
            <a:ext cx="1678531"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aphicFrame>
        <p:nvGraphicFramePr>
          <p:cNvPr id="451" name="图表 450">
            <a:extLst>
              <a:ext uri="{FF2B5EF4-FFF2-40B4-BE49-F238E27FC236}">
                <a16:creationId xmlns:a16="http://schemas.microsoft.com/office/drawing/2014/main" id="{5E83D469-5A35-1392-4609-397CEB57F7DA}"/>
              </a:ext>
            </a:extLst>
          </p:cNvPr>
          <p:cNvGraphicFramePr/>
          <p:nvPr>
            <p:extLst>
              <p:ext uri="{D42A27DB-BD31-4B8C-83A1-F6EECF244321}">
                <p14:modId xmlns:p14="http://schemas.microsoft.com/office/powerpoint/2010/main" val="1975648253"/>
              </p:ext>
            </p:extLst>
          </p:nvPr>
        </p:nvGraphicFramePr>
        <p:xfrm>
          <a:off x="2567608" y="3708400"/>
          <a:ext cx="1690067" cy="3017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57" name="图表 456">
            <a:extLst>
              <a:ext uri="{FF2B5EF4-FFF2-40B4-BE49-F238E27FC236}">
                <a16:creationId xmlns:a16="http://schemas.microsoft.com/office/drawing/2014/main" id="{6E65009D-F718-08B2-4EC7-099720F66425}"/>
              </a:ext>
            </a:extLst>
          </p:cNvPr>
          <p:cNvGraphicFramePr/>
          <p:nvPr>
            <p:extLst>
              <p:ext uri="{D42A27DB-BD31-4B8C-83A1-F6EECF244321}">
                <p14:modId xmlns:p14="http://schemas.microsoft.com/office/powerpoint/2010/main" val="3078245779"/>
              </p:ext>
            </p:extLst>
          </p:nvPr>
        </p:nvGraphicFramePr>
        <p:xfrm>
          <a:off x="6498332" y="3708400"/>
          <a:ext cx="1702693" cy="3017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8" name="图表 457">
            <a:extLst>
              <a:ext uri="{FF2B5EF4-FFF2-40B4-BE49-F238E27FC236}">
                <a16:creationId xmlns:a16="http://schemas.microsoft.com/office/drawing/2014/main" id="{D97393D8-E056-08EF-132A-1AB304EBB03D}"/>
              </a:ext>
            </a:extLst>
          </p:cNvPr>
          <p:cNvGraphicFramePr/>
          <p:nvPr>
            <p:extLst>
              <p:ext uri="{D42A27DB-BD31-4B8C-83A1-F6EECF244321}">
                <p14:modId xmlns:p14="http://schemas.microsoft.com/office/powerpoint/2010/main" val="471816439"/>
              </p:ext>
            </p:extLst>
          </p:nvPr>
        </p:nvGraphicFramePr>
        <p:xfrm>
          <a:off x="4539828" y="3708400"/>
          <a:ext cx="1703809" cy="3017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9" name="图表 458">
            <a:extLst>
              <a:ext uri="{FF2B5EF4-FFF2-40B4-BE49-F238E27FC236}">
                <a16:creationId xmlns:a16="http://schemas.microsoft.com/office/drawing/2014/main" id="{D8E6946F-468F-25EA-6487-8EF84BD46471}"/>
              </a:ext>
            </a:extLst>
          </p:cNvPr>
          <p:cNvGraphicFramePr/>
          <p:nvPr>
            <p:extLst>
              <p:ext uri="{D42A27DB-BD31-4B8C-83A1-F6EECF244321}">
                <p14:modId xmlns:p14="http://schemas.microsoft.com/office/powerpoint/2010/main" val="98194304"/>
              </p:ext>
            </p:extLst>
          </p:nvPr>
        </p:nvGraphicFramePr>
        <p:xfrm>
          <a:off x="10171336" y="3708400"/>
          <a:ext cx="1687290" cy="301751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60" name="图表 459">
            <a:extLst>
              <a:ext uri="{FF2B5EF4-FFF2-40B4-BE49-F238E27FC236}">
                <a16:creationId xmlns:a16="http://schemas.microsoft.com/office/drawing/2014/main" id="{21DEBA34-99BC-A0E8-1A99-78A17B07D51B}"/>
              </a:ext>
            </a:extLst>
          </p:cNvPr>
          <p:cNvGraphicFramePr/>
          <p:nvPr>
            <p:extLst>
              <p:ext uri="{D42A27DB-BD31-4B8C-83A1-F6EECF244321}">
                <p14:modId xmlns:p14="http://schemas.microsoft.com/office/powerpoint/2010/main" val="1411503340"/>
              </p:ext>
            </p:extLst>
          </p:nvPr>
        </p:nvGraphicFramePr>
        <p:xfrm>
          <a:off x="8228211" y="3708400"/>
          <a:ext cx="1687290" cy="3017519"/>
        </p:xfrm>
        <a:graphic>
          <a:graphicData uri="http://schemas.openxmlformats.org/drawingml/2006/chart">
            <c:chart xmlns:c="http://schemas.openxmlformats.org/drawingml/2006/chart" xmlns:r="http://schemas.openxmlformats.org/officeDocument/2006/relationships" r:id="rId8"/>
          </a:graphicData>
        </a:graphic>
      </p:graphicFrame>
      <p:sp>
        <p:nvSpPr>
          <p:cNvPr id="472" name="文本框 471">
            <a:extLst>
              <a:ext uri="{FF2B5EF4-FFF2-40B4-BE49-F238E27FC236}">
                <a16:creationId xmlns:a16="http://schemas.microsoft.com/office/drawing/2014/main" id="{F0C9C89A-F62F-E2AB-FDED-D700105BB1D9}"/>
              </a:ext>
            </a:extLst>
          </p:cNvPr>
          <p:cNvSpPr txBox="1"/>
          <p:nvPr/>
        </p:nvSpPr>
        <p:spPr>
          <a:xfrm>
            <a:off x="2947021"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7" name="文本框 476">
            <a:extLst>
              <a:ext uri="{FF2B5EF4-FFF2-40B4-BE49-F238E27FC236}">
                <a16:creationId xmlns:a16="http://schemas.microsoft.com/office/drawing/2014/main" id="{B90AC988-E554-6D3F-A145-EB4823DB293D}"/>
              </a:ext>
            </a:extLst>
          </p:cNvPr>
          <p:cNvSpPr txBox="1"/>
          <p:nvPr/>
        </p:nvSpPr>
        <p:spPr>
          <a:xfrm>
            <a:off x="2712195"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1600" dirty="0">
              <a:solidFill>
                <a:srgbClr val="1E344D"/>
              </a:solidFill>
            </a:endParaRPr>
          </a:p>
        </p:txBody>
      </p:sp>
      <p:sp>
        <p:nvSpPr>
          <p:cNvPr id="478" name="文本框 477">
            <a:extLst>
              <a:ext uri="{FF2B5EF4-FFF2-40B4-BE49-F238E27FC236}">
                <a16:creationId xmlns:a16="http://schemas.microsoft.com/office/drawing/2014/main" id="{25426B11-8601-ACDC-87BB-62A7E7E9DA34}"/>
              </a:ext>
            </a:extLst>
          </p:cNvPr>
          <p:cNvSpPr txBox="1"/>
          <p:nvPr/>
        </p:nvSpPr>
        <p:spPr>
          <a:xfrm>
            <a:off x="4871864"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9" name="文本框 478">
            <a:extLst>
              <a:ext uri="{FF2B5EF4-FFF2-40B4-BE49-F238E27FC236}">
                <a16:creationId xmlns:a16="http://schemas.microsoft.com/office/drawing/2014/main" id="{E31A3DBB-C94A-7771-445C-7B430762E000}"/>
              </a:ext>
            </a:extLst>
          </p:cNvPr>
          <p:cNvSpPr txBox="1"/>
          <p:nvPr/>
        </p:nvSpPr>
        <p:spPr>
          <a:xfrm>
            <a:off x="4637038"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1600" dirty="0">
              <a:solidFill>
                <a:srgbClr val="1E344D"/>
              </a:solidFill>
            </a:endParaRPr>
          </a:p>
        </p:txBody>
      </p:sp>
      <p:sp>
        <p:nvSpPr>
          <p:cNvPr id="480" name="文本框 479">
            <a:extLst>
              <a:ext uri="{FF2B5EF4-FFF2-40B4-BE49-F238E27FC236}">
                <a16:creationId xmlns:a16="http://schemas.microsoft.com/office/drawing/2014/main" id="{EC1C9654-57EA-9BC8-2558-3ADFF1577714}"/>
              </a:ext>
            </a:extLst>
          </p:cNvPr>
          <p:cNvSpPr txBox="1"/>
          <p:nvPr/>
        </p:nvSpPr>
        <p:spPr>
          <a:xfrm>
            <a:off x="6762926"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1" name="文本框 480">
            <a:extLst>
              <a:ext uri="{FF2B5EF4-FFF2-40B4-BE49-F238E27FC236}">
                <a16:creationId xmlns:a16="http://schemas.microsoft.com/office/drawing/2014/main" id="{B3E1CF3D-E324-A5FB-73C0-14FAB393D485}"/>
              </a:ext>
            </a:extLst>
          </p:cNvPr>
          <p:cNvSpPr txBox="1"/>
          <p:nvPr/>
        </p:nvSpPr>
        <p:spPr>
          <a:xfrm>
            <a:off x="6528100"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C</a:t>
            </a:r>
            <a:endParaRPr lang="zh-CN" altLang="en-US" sz="1600" dirty="0">
              <a:solidFill>
                <a:srgbClr val="1E344D"/>
              </a:solidFill>
            </a:endParaRPr>
          </a:p>
        </p:txBody>
      </p:sp>
      <p:sp>
        <p:nvSpPr>
          <p:cNvPr id="482" name="文本框 481">
            <a:extLst>
              <a:ext uri="{FF2B5EF4-FFF2-40B4-BE49-F238E27FC236}">
                <a16:creationId xmlns:a16="http://schemas.microsoft.com/office/drawing/2014/main" id="{4275706B-A76F-C139-EB04-2921754BA813}"/>
              </a:ext>
            </a:extLst>
          </p:cNvPr>
          <p:cNvSpPr txBox="1"/>
          <p:nvPr/>
        </p:nvSpPr>
        <p:spPr>
          <a:xfrm>
            <a:off x="8616280"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3" name="文本框 482">
            <a:extLst>
              <a:ext uri="{FF2B5EF4-FFF2-40B4-BE49-F238E27FC236}">
                <a16:creationId xmlns:a16="http://schemas.microsoft.com/office/drawing/2014/main" id="{4CFBBC08-DC31-0D40-58E7-00619BFA63D7}"/>
              </a:ext>
            </a:extLst>
          </p:cNvPr>
          <p:cNvSpPr txBox="1"/>
          <p:nvPr/>
        </p:nvSpPr>
        <p:spPr>
          <a:xfrm>
            <a:off x="8381454"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D</a:t>
            </a:r>
            <a:endParaRPr lang="zh-CN" altLang="en-US" sz="1600" dirty="0">
              <a:solidFill>
                <a:srgbClr val="1E344D"/>
              </a:solidFill>
            </a:endParaRPr>
          </a:p>
        </p:txBody>
      </p:sp>
      <p:sp>
        <p:nvSpPr>
          <p:cNvPr id="484" name="文本框 483">
            <a:extLst>
              <a:ext uri="{FF2B5EF4-FFF2-40B4-BE49-F238E27FC236}">
                <a16:creationId xmlns:a16="http://schemas.microsoft.com/office/drawing/2014/main" id="{7933BE6E-4601-E2EC-1F53-17F24AF748CF}"/>
              </a:ext>
            </a:extLst>
          </p:cNvPr>
          <p:cNvSpPr txBox="1"/>
          <p:nvPr/>
        </p:nvSpPr>
        <p:spPr>
          <a:xfrm>
            <a:off x="10416481" y="2543765"/>
            <a:ext cx="970658"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5" name="文本框 484">
            <a:extLst>
              <a:ext uri="{FF2B5EF4-FFF2-40B4-BE49-F238E27FC236}">
                <a16:creationId xmlns:a16="http://schemas.microsoft.com/office/drawing/2014/main" id="{DEF8E306-B640-EC7F-7F24-557F79AA4194}"/>
              </a:ext>
            </a:extLst>
          </p:cNvPr>
          <p:cNvSpPr txBox="1"/>
          <p:nvPr/>
        </p:nvSpPr>
        <p:spPr>
          <a:xfrm>
            <a:off x="10181654"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E</a:t>
            </a:r>
            <a:endParaRPr lang="zh-CN" altLang="en-US" sz="1600" dirty="0">
              <a:solidFill>
                <a:srgbClr val="1E344D"/>
              </a:solidFill>
            </a:endParaRPr>
          </a:p>
        </p:txBody>
      </p:sp>
      <p:sp>
        <p:nvSpPr>
          <p:cNvPr id="492" name="文本框 491">
            <a:extLst>
              <a:ext uri="{FF2B5EF4-FFF2-40B4-BE49-F238E27FC236}">
                <a16:creationId xmlns:a16="http://schemas.microsoft.com/office/drawing/2014/main" id="{2F86BA2A-F451-BD08-908E-E88EE2FB806F}"/>
              </a:ext>
            </a:extLst>
          </p:cNvPr>
          <p:cNvSpPr txBox="1"/>
          <p:nvPr/>
        </p:nvSpPr>
        <p:spPr>
          <a:xfrm>
            <a:off x="490954" y="2876485"/>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3" name="文本框 492">
            <a:extLst>
              <a:ext uri="{FF2B5EF4-FFF2-40B4-BE49-F238E27FC236}">
                <a16:creationId xmlns:a16="http://schemas.microsoft.com/office/drawing/2014/main" id="{4AC7B39C-E8C1-5676-C27F-A941F015CDC4}"/>
              </a:ext>
            </a:extLst>
          </p:cNvPr>
          <p:cNvSpPr txBox="1"/>
          <p:nvPr/>
        </p:nvSpPr>
        <p:spPr>
          <a:xfrm>
            <a:off x="1424115" y="3041377"/>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4" name="矩形 493">
            <a:extLst>
              <a:ext uri="{FF2B5EF4-FFF2-40B4-BE49-F238E27FC236}">
                <a16:creationId xmlns:a16="http://schemas.microsoft.com/office/drawing/2014/main" id="{5798775A-3D6B-7DB2-4BF6-BD007BE9696E}"/>
              </a:ext>
            </a:extLst>
          </p:cNvPr>
          <p:cNvSpPr/>
          <p:nvPr/>
        </p:nvSpPr>
        <p:spPr>
          <a:xfrm>
            <a:off x="1755722" y="2965944"/>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95" name="上箭头 494">
            <a:extLst>
              <a:ext uri="{FF2B5EF4-FFF2-40B4-BE49-F238E27FC236}">
                <a16:creationId xmlns:a16="http://schemas.microsoft.com/office/drawing/2014/main" id="{5FE213D6-1648-BDDC-7ED3-A56001C091D3}"/>
              </a:ext>
            </a:extLst>
          </p:cNvPr>
          <p:cNvSpPr/>
          <p:nvPr/>
        </p:nvSpPr>
        <p:spPr>
          <a:xfrm rot="3296920">
            <a:off x="1847110" y="2988138"/>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文本框 495">
            <a:extLst>
              <a:ext uri="{FF2B5EF4-FFF2-40B4-BE49-F238E27FC236}">
                <a16:creationId xmlns:a16="http://schemas.microsoft.com/office/drawing/2014/main" id="{D0C55204-57A6-285D-C66F-767EEFABEB63}"/>
              </a:ext>
            </a:extLst>
          </p:cNvPr>
          <p:cNvSpPr txBox="1"/>
          <p:nvPr/>
        </p:nvSpPr>
        <p:spPr>
          <a:xfrm>
            <a:off x="504670" y="2521405"/>
            <a:ext cx="1223412"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PROFIT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任意形状 4">
            <a:extLst>
              <a:ext uri="{FF2B5EF4-FFF2-40B4-BE49-F238E27FC236}">
                <a16:creationId xmlns:a16="http://schemas.microsoft.com/office/drawing/2014/main" id="{2F81A4D8-A409-5CF9-7795-A2EF79905339}"/>
              </a:ext>
            </a:extLst>
          </p:cNvPr>
          <p:cNvSpPr/>
          <p:nvPr/>
        </p:nvSpPr>
        <p:spPr>
          <a:xfrm rot="5400000">
            <a:off x="-5015" y="4129476"/>
            <a:ext cx="2804160" cy="2063607"/>
          </a:xfrm>
          <a:custGeom>
            <a:avLst/>
            <a:gdLst>
              <a:gd name="connsiteX0" fmla="*/ 0 w 2940945"/>
              <a:gd name="connsiteY0" fmla="*/ 2138831 h 2138831"/>
              <a:gd name="connsiteX1" fmla="*/ 0 w 2940945"/>
              <a:gd name="connsiteY1" fmla="*/ 195731 h 2138831"/>
              <a:gd name="connsiteX2" fmla="*/ 1076474 w 2940945"/>
              <a:gd name="connsiteY2" fmla="*/ 195732 h 2138831"/>
              <a:gd name="connsiteX3" fmla="*/ 1419804 w 2940945"/>
              <a:gd name="connsiteY3" fmla="*/ 0 h 2138831"/>
              <a:gd name="connsiteX4" fmla="*/ 1763135 w 2940945"/>
              <a:gd name="connsiteY4" fmla="*/ 195732 h 2138831"/>
              <a:gd name="connsiteX5" fmla="*/ 2940945 w 2940945"/>
              <a:gd name="connsiteY5" fmla="*/ 195732 h 2138831"/>
              <a:gd name="connsiteX6" fmla="*/ 2940945 w 2940945"/>
              <a:gd name="connsiteY6" fmla="*/ 2138831 h 2138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945" h="2138831">
                <a:moveTo>
                  <a:pt x="0" y="2138831"/>
                </a:moveTo>
                <a:lnTo>
                  <a:pt x="0" y="195731"/>
                </a:lnTo>
                <a:lnTo>
                  <a:pt x="1076474" y="195732"/>
                </a:lnTo>
                <a:lnTo>
                  <a:pt x="1419804" y="0"/>
                </a:lnTo>
                <a:lnTo>
                  <a:pt x="1763135" y="195732"/>
                </a:lnTo>
                <a:lnTo>
                  <a:pt x="2940945" y="195732"/>
                </a:lnTo>
                <a:lnTo>
                  <a:pt x="2940945" y="2138831"/>
                </a:lnTo>
                <a:close/>
              </a:path>
            </a:pathLst>
          </a:custGeom>
          <a:solidFill>
            <a:schemeClr val="bg1"/>
          </a:solidFill>
          <a:ln w="34925">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555" name="文本框 554">
            <a:extLst>
              <a:ext uri="{FF2B5EF4-FFF2-40B4-BE49-F238E27FC236}">
                <a16:creationId xmlns:a16="http://schemas.microsoft.com/office/drawing/2014/main" id="{1C2413E5-C39F-5EB5-CFC9-70717332872D}"/>
              </a:ext>
            </a:extLst>
          </p:cNvPr>
          <p:cNvSpPr txBox="1"/>
          <p:nvPr/>
        </p:nvSpPr>
        <p:spPr>
          <a:xfrm>
            <a:off x="462920" y="4327326"/>
            <a:ext cx="1841495" cy="369332"/>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1" name="文本框 560">
            <a:extLst>
              <a:ext uri="{FF2B5EF4-FFF2-40B4-BE49-F238E27FC236}">
                <a16:creationId xmlns:a16="http://schemas.microsoft.com/office/drawing/2014/main" id="{11E4D1D3-4E9E-3E64-B2D4-A649B608EC6A}"/>
              </a:ext>
            </a:extLst>
          </p:cNvPr>
          <p:cNvSpPr txBox="1"/>
          <p:nvPr/>
        </p:nvSpPr>
        <p:spPr>
          <a:xfrm>
            <a:off x="434345" y="5234577"/>
            <a:ext cx="1841495" cy="369332"/>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3" name="文本框 562">
            <a:extLst>
              <a:ext uri="{FF2B5EF4-FFF2-40B4-BE49-F238E27FC236}">
                <a16:creationId xmlns:a16="http://schemas.microsoft.com/office/drawing/2014/main" id="{C9A79488-CA05-B16B-1DE4-88F3AE83DCB3}"/>
              </a:ext>
            </a:extLst>
          </p:cNvPr>
          <p:cNvSpPr txBox="1"/>
          <p:nvPr/>
        </p:nvSpPr>
        <p:spPr>
          <a:xfrm>
            <a:off x="464190" y="6172542"/>
            <a:ext cx="1872610" cy="369332"/>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4" name="文本框 563">
            <a:extLst>
              <a:ext uri="{FF2B5EF4-FFF2-40B4-BE49-F238E27FC236}">
                <a16:creationId xmlns:a16="http://schemas.microsoft.com/office/drawing/2014/main" id="{E3215CC0-EEF4-568E-6C61-A1D386B0938F}"/>
              </a:ext>
            </a:extLst>
          </p:cNvPr>
          <p:cNvSpPr txBox="1"/>
          <p:nvPr/>
        </p:nvSpPr>
        <p:spPr>
          <a:xfrm>
            <a:off x="947237" y="3839840"/>
            <a:ext cx="1031051"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+1.4</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5" name="文本框 564">
            <a:extLst>
              <a:ext uri="{FF2B5EF4-FFF2-40B4-BE49-F238E27FC236}">
                <a16:creationId xmlns:a16="http://schemas.microsoft.com/office/drawing/2014/main" id="{652E312E-C8A7-BB4E-BAAF-69501978006E}"/>
              </a:ext>
            </a:extLst>
          </p:cNvPr>
          <p:cNvSpPr txBox="1"/>
          <p:nvPr/>
        </p:nvSpPr>
        <p:spPr>
          <a:xfrm>
            <a:off x="983432" y="4749130"/>
            <a:ext cx="978153"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-3.1</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6" name="文本框 565">
            <a:extLst>
              <a:ext uri="{FF2B5EF4-FFF2-40B4-BE49-F238E27FC236}">
                <a16:creationId xmlns:a16="http://schemas.microsoft.com/office/drawing/2014/main" id="{3A82F177-5594-FBC4-5B93-7D83F7E49BB0}"/>
              </a:ext>
            </a:extLst>
          </p:cNvPr>
          <p:cNvSpPr txBox="1"/>
          <p:nvPr/>
        </p:nvSpPr>
        <p:spPr>
          <a:xfrm>
            <a:off x="975177" y="5696377"/>
            <a:ext cx="1031051"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+2.7</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7" name="文本框 566">
            <a:extLst>
              <a:ext uri="{FF2B5EF4-FFF2-40B4-BE49-F238E27FC236}">
                <a16:creationId xmlns:a16="http://schemas.microsoft.com/office/drawing/2014/main" id="{35877BFC-1093-91A9-9F82-559F08E377E4}"/>
              </a:ext>
            </a:extLst>
          </p:cNvPr>
          <p:cNvSpPr txBox="1"/>
          <p:nvPr/>
        </p:nvSpPr>
        <p:spPr>
          <a:xfrm>
            <a:off x="1800497" y="4028790"/>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9" name="文本框 568">
            <a:extLst>
              <a:ext uri="{FF2B5EF4-FFF2-40B4-BE49-F238E27FC236}">
                <a16:creationId xmlns:a16="http://schemas.microsoft.com/office/drawing/2014/main" id="{734C934B-C8B7-4EA2-142D-DBC64362E212}"/>
              </a:ext>
            </a:extLst>
          </p:cNvPr>
          <p:cNvSpPr txBox="1"/>
          <p:nvPr/>
        </p:nvSpPr>
        <p:spPr>
          <a:xfrm>
            <a:off x="1766248" y="4894034"/>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0" name="文本框 569">
            <a:extLst>
              <a:ext uri="{FF2B5EF4-FFF2-40B4-BE49-F238E27FC236}">
                <a16:creationId xmlns:a16="http://schemas.microsoft.com/office/drawing/2014/main" id="{B7A451BE-9966-6C93-F3F6-E731F6989A0E}"/>
              </a:ext>
            </a:extLst>
          </p:cNvPr>
          <p:cNvSpPr txBox="1"/>
          <p:nvPr/>
        </p:nvSpPr>
        <p:spPr>
          <a:xfrm>
            <a:off x="1807362" y="5856064"/>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pic>
        <p:nvPicPr>
          <p:cNvPr id="9" name="图片 8">
            <a:extLst>
              <a:ext uri="{FF2B5EF4-FFF2-40B4-BE49-F238E27FC236}">
                <a16:creationId xmlns:a16="http://schemas.microsoft.com/office/drawing/2014/main" id="{3EC7A36E-61DA-6F1C-5340-20A983AC0573}"/>
              </a:ext>
            </a:extLst>
          </p:cNvPr>
          <p:cNvPicPr>
            <a:picLocks noChangeAspect="1"/>
          </p:cNvPicPr>
          <p:nvPr/>
        </p:nvPicPr>
        <p:blipFill>
          <a:blip r:embed="rId9"/>
          <a:stretch>
            <a:fillRect/>
          </a:stretch>
        </p:blipFill>
        <p:spPr>
          <a:xfrm>
            <a:off x="11384023" y="2825011"/>
            <a:ext cx="433729" cy="591449"/>
          </a:xfrm>
          <a:prstGeom prst="rect">
            <a:avLst/>
          </a:prstGeom>
        </p:spPr>
      </p:pic>
      <p:pic>
        <p:nvPicPr>
          <p:cNvPr id="15" name="图片 14">
            <a:extLst>
              <a:ext uri="{FF2B5EF4-FFF2-40B4-BE49-F238E27FC236}">
                <a16:creationId xmlns:a16="http://schemas.microsoft.com/office/drawing/2014/main" id="{3950E52E-5A62-037A-00A4-06BE6E5EC30E}"/>
              </a:ext>
            </a:extLst>
          </p:cNvPr>
          <p:cNvPicPr>
            <a:picLocks noChangeAspect="1"/>
          </p:cNvPicPr>
          <p:nvPr/>
        </p:nvPicPr>
        <p:blipFill>
          <a:blip r:embed="rId10"/>
          <a:stretch>
            <a:fillRect/>
          </a:stretch>
        </p:blipFill>
        <p:spPr>
          <a:xfrm>
            <a:off x="515797" y="3862407"/>
            <a:ext cx="419100" cy="406400"/>
          </a:xfrm>
          <a:prstGeom prst="rect">
            <a:avLst/>
          </a:prstGeom>
        </p:spPr>
      </p:pic>
      <p:pic>
        <p:nvPicPr>
          <p:cNvPr id="21" name="图片 20">
            <a:extLst>
              <a:ext uri="{FF2B5EF4-FFF2-40B4-BE49-F238E27FC236}">
                <a16:creationId xmlns:a16="http://schemas.microsoft.com/office/drawing/2014/main" id="{7A616F30-E8D7-14FB-C450-F0F7D5DA5CCC}"/>
              </a:ext>
            </a:extLst>
          </p:cNvPr>
          <p:cNvPicPr>
            <a:picLocks noChangeAspect="1"/>
          </p:cNvPicPr>
          <p:nvPr/>
        </p:nvPicPr>
        <p:blipFill>
          <a:blip r:embed="rId10"/>
          <a:stretch>
            <a:fillRect/>
          </a:stretch>
        </p:blipFill>
        <p:spPr>
          <a:xfrm>
            <a:off x="515797" y="5733256"/>
            <a:ext cx="419100" cy="406400"/>
          </a:xfrm>
          <a:prstGeom prst="rect">
            <a:avLst/>
          </a:prstGeom>
        </p:spPr>
      </p:pic>
      <p:pic>
        <p:nvPicPr>
          <p:cNvPr id="31" name="图片 30">
            <a:extLst>
              <a:ext uri="{FF2B5EF4-FFF2-40B4-BE49-F238E27FC236}">
                <a16:creationId xmlns:a16="http://schemas.microsoft.com/office/drawing/2014/main" id="{A5218F7E-A268-C0EE-D9BB-A8EDCFB92A80}"/>
              </a:ext>
            </a:extLst>
          </p:cNvPr>
          <p:cNvPicPr>
            <a:picLocks noChangeAspect="1"/>
          </p:cNvPicPr>
          <p:nvPr/>
        </p:nvPicPr>
        <p:blipFill>
          <a:blip r:embed="rId11"/>
          <a:stretch>
            <a:fillRect/>
          </a:stretch>
        </p:blipFill>
        <p:spPr>
          <a:xfrm>
            <a:off x="510573" y="4770458"/>
            <a:ext cx="406400" cy="419100"/>
          </a:xfrm>
          <a:prstGeom prst="rect">
            <a:avLst/>
          </a:prstGeom>
        </p:spPr>
      </p:pic>
      <p:sp>
        <p:nvSpPr>
          <p:cNvPr id="32" name="文本框 31">
            <a:extLst>
              <a:ext uri="{FF2B5EF4-FFF2-40B4-BE49-F238E27FC236}">
                <a16:creationId xmlns:a16="http://schemas.microsoft.com/office/drawing/2014/main" id="{63D7ECB6-C55E-D4AC-F015-C6C7CC4E9B7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1FA878AA-21F9-FD72-B81B-60CA12DB8F5B}"/>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53" name="直线连接符 52">
            <a:extLst>
              <a:ext uri="{FF2B5EF4-FFF2-40B4-BE49-F238E27FC236}">
                <a16:creationId xmlns:a16="http://schemas.microsoft.com/office/drawing/2014/main" id="{340FCE24-2EF2-35B1-E5F2-A0502558AF40}"/>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AFB1C12B-EB21-5787-CA4C-C3E5363B580D}"/>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60" name="文本框 59">
            <a:extLst>
              <a:ext uri="{FF2B5EF4-FFF2-40B4-BE49-F238E27FC236}">
                <a16:creationId xmlns:a16="http://schemas.microsoft.com/office/drawing/2014/main" id="{E2E360C6-8FFC-84DF-9A58-7A31A71D4AAE}"/>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61" name="组合 60">
            <a:extLst>
              <a:ext uri="{FF2B5EF4-FFF2-40B4-BE49-F238E27FC236}">
                <a16:creationId xmlns:a16="http://schemas.microsoft.com/office/drawing/2014/main" id="{52F4F9D0-ADA1-91DC-DDD7-F57620EEC7B7}"/>
              </a:ext>
            </a:extLst>
          </p:cNvPr>
          <p:cNvGrpSpPr/>
          <p:nvPr/>
        </p:nvGrpSpPr>
        <p:grpSpPr>
          <a:xfrm>
            <a:off x="2323294" y="287981"/>
            <a:ext cx="356205" cy="355288"/>
            <a:chOff x="2323294" y="287981"/>
            <a:chExt cx="356205" cy="355288"/>
          </a:xfrm>
        </p:grpSpPr>
        <p:sp>
          <p:nvSpPr>
            <p:cNvPr id="62" name="Google Shape;7166;p80">
              <a:extLst>
                <a:ext uri="{FF2B5EF4-FFF2-40B4-BE49-F238E27FC236}">
                  <a16:creationId xmlns:a16="http://schemas.microsoft.com/office/drawing/2014/main" id="{8D4BCD90-6010-6986-BCBA-20E34EE7244E}"/>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7167;p80">
              <a:extLst>
                <a:ext uri="{FF2B5EF4-FFF2-40B4-BE49-F238E27FC236}">
                  <a16:creationId xmlns:a16="http://schemas.microsoft.com/office/drawing/2014/main" id="{C316162A-A33A-16FA-3F75-06BA70F0BFE4}"/>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7168;p80">
              <a:extLst>
                <a:ext uri="{FF2B5EF4-FFF2-40B4-BE49-F238E27FC236}">
                  <a16:creationId xmlns:a16="http://schemas.microsoft.com/office/drawing/2014/main" id="{E5D66CA5-56E7-5A74-6102-A943B0C5B77B}"/>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7169;p80">
              <a:extLst>
                <a:ext uri="{FF2B5EF4-FFF2-40B4-BE49-F238E27FC236}">
                  <a16:creationId xmlns:a16="http://schemas.microsoft.com/office/drawing/2014/main" id="{A8351EDA-AE9E-6F77-48F9-483FE17D8D7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8475770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A3F642CD-8F89-AABB-ABBA-C4EA81A3887E}"/>
              </a:ext>
            </a:extLst>
          </p:cNvPr>
          <p:cNvSpPr/>
          <p:nvPr/>
        </p:nvSpPr>
        <p:spPr>
          <a:xfrm>
            <a:off x="386487" y="974420"/>
            <a:ext cx="1943100" cy="39592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0" name="五边形 9">
            <a:extLst>
              <a:ext uri="{FF2B5EF4-FFF2-40B4-BE49-F238E27FC236}">
                <a16:creationId xmlns:a16="http://schemas.microsoft.com/office/drawing/2014/main" id="{97FF05D2-39B0-A2EA-081C-CFD7ECC15FA4}"/>
              </a:ext>
            </a:extLst>
          </p:cNvPr>
          <p:cNvSpPr/>
          <p:nvPr/>
        </p:nvSpPr>
        <p:spPr>
          <a:xfrm>
            <a:off x="2593684" y="964994"/>
            <a:ext cx="1923068" cy="386499"/>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燕尾形 11">
            <a:extLst>
              <a:ext uri="{FF2B5EF4-FFF2-40B4-BE49-F238E27FC236}">
                <a16:creationId xmlns:a16="http://schemas.microsoft.com/office/drawing/2014/main" id="{0465FF39-C97D-79F5-3635-B2EE36B817A1}"/>
              </a:ext>
            </a:extLst>
          </p:cNvPr>
          <p:cNvSpPr/>
          <p:nvPr/>
        </p:nvSpPr>
        <p:spPr>
          <a:xfrm>
            <a:off x="4507325" y="974420"/>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3" name="燕尾形 12">
            <a:extLst>
              <a:ext uri="{FF2B5EF4-FFF2-40B4-BE49-F238E27FC236}">
                <a16:creationId xmlns:a16="http://schemas.microsoft.com/office/drawing/2014/main" id="{3B8F3682-A7C1-6885-A1AC-08BC63FC1396}"/>
              </a:ext>
            </a:extLst>
          </p:cNvPr>
          <p:cNvSpPr/>
          <p:nvPr/>
        </p:nvSpPr>
        <p:spPr>
          <a:xfrm>
            <a:off x="6297890" y="974420"/>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4" name="燕尾形 13">
            <a:extLst>
              <a:ext uri="{FF2B5EF4-FFF2-40B4-BE49-F238E27FC236}">
                <a16:creationId xmlns:a16="http://schemas.microsoft.com/office/drawing/2014/main" id="{F699DB71-97B5-FD44-BD65-7B2C122A7214}"/>
              </a:ext>
            </a:extLst>
          </p:cNvPr>
          <p:cNvSpPr/>
          <p:nvPr/>
        </p:nvSpPr>
        <p:spPr>
          <a:xfrm>
            <a:off x="8242106" y="974420"/>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7" name="燕尾形 16">
            <a:extLst>
              <a:ext uri="{FF2B5EF4-FFF2-40B4-BE49-F238E27FC236}">
                <a16:creationId xmlns:a16="http://schemas.microsoft.com/office/drawing/2014/main" id="{8E16E708-5FB7-5D8D-4AEB-BEADE03B5B20}"/>
              </a:ext>
            </a:extLst>
          </p:cNvPr>
          <p:cNvSpPr/>
          <p:nvPr/>
        </p:nvSpPr>
        <p:spPr>
          <a:xfrm>
            <a:off x="10114314" y="968741"/>
            <a:ext cx="1745919"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8" name="矩形 17">
            <a:extLst>
              <a:ext uri="{FF2B5EF4-FFF2-40B4-BE49-F238E27FC236}">
                <a16:creationId xmlns:a16="http://schemas.microsoft.com/office/drawing/2014/main" id="{7AC4E342-1855-4AAA-ACBF-88B50097EA5A}"/>
              </a:ext>
            </a:extLst>
          </p:cNvPr>
          <p:cNvSpPr/>
          <p:nvPr/>
        </p:nvSpPr>
        <p:spPr>
          <a:xfrm>
            <a:off x="386487" y="1482224"/>
            <a:ext cx="1943100" cy="57628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9" name="矩形 18">
            <a:extLst>
              <a:ext uri="{FF2B5EF4-FFF2-40B4-BE49-F238E27FC236}">
                <a16:creationId xmlns:a16="http://schemas.microsoft.com/office/drawing/2014/main" id="{CB78BB27-C6B0-F873-8FB5-91406FA841EA}"/>
              </a:ext>
            </a:extLst>
          </p:cNvPr>
          <p:cNvSpPr/>
          <p:nvPr/>
        </p:nvSpPr>
        <p:spPr>
          <a:xfrm>
            <a:off x="2591181" y="1482224"/>
            <a:ext cx="9269052" cy="57628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 altLang="zh-CN" sz="2200" dirty="0">
                <a:latin typeface="Alibaba PuHuiTi Medium" pitchFamily="18" charset="-122"/>
                <a:ea typeface="Alibaba PuHuiTi Medium" pitchFamily="18" charset="-122"/>
                <a:cs typeface="Alibaba PuHuiTi Medium" pitchFamily="18" charset="-122"/>
              </a:rPr>
              <a:t>I am an engineering data analyst working in Shanghai for 7 years</a:t>
            </a:r>
            <a:endParaRPr kumimoji="1" lang="zh-CN" altLang="en-US" sz="2200" dirty="0">
              <a:latin typeface="Alibaba PuHuiTi Medium" pitchFamily="18" charset="-122"/>
              <a:ea typeface="Alibaba PuHuiTi Medium" pitchFamily="18" charset="-122"/>
              <a:cs typeface="Alibaba PuHuiTi Medium" pitchFamily="18" charset="-122"/>
            </a:endParaRPr>
          </a:p>
        </p:txBody>
      </p:sp>
      <p:sp>
        <p:nvSpPr>
          <p:cNvPr id="33" name="矩形 32">
            <a:extLst>
              <a:ext uri="{FF2B5EF4-FFF2-40B4-BE49-F238E27FC236}">
                <a16:creationId xmlns:a16="http://schemas.microsoft.com/office/drawing/2014/main" id="{C34A970E-B114-AA74-C526-E6A9613D8E53}"/>
              </a:ext>
            </a:extLst>
          </p:cNvPr>
          <p:cNvSpPr/>
          <p:nvPr/>
        </p:nvSpPr>
        <p:spPr>
          <a:xfrm>
            <a:off x="11216276" y="968608"/>
            <a:ext cx="656481" cy="38608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37" name="图片 36">
            <a:extLst>
              <a:ext uri="{FF2B5EF4-FFF2-40B4-BE49-F238E27FC236}">
                <a16:creationId xmlns:a16="http://schemas.microsoft.com/office/drawing/2014/main" id="{C39F82D9-3E95-F145-8B2E-4A6342EAE320}"/>
              </a:ext>
            </a:extLst>
          </p:cNvPr>
          <p:cNvPicPr>
            <a:picLocks noChangeAspect="1"/>
          </p:cNvPicPr>
          <p:nvPr/>
        </p:nvPicPr>
        <p:blipFill>
          <a:blip r:embed="rId3"/>
          <a:stretch>
            <a:fillRect/>
          </a:stretch>
        </p:blipFill>
        <p:spPr>
          <a:xfrm>
            <a:off x="385990" y="965200"/>
            <a:ext cx="849577" cy="1124957"/>
          </a:xfrm>
          <a:prstGeom prst="rect">
            <a:avLst/>
          </a:prstGeom>
        </p:spPr>
      </p:pic>
      <p:sp>
        <p:nvSpPr>
          <p:cNvPr id="39" name="文本框 38">
            <a:extLst>
              <a:ext uri="{FF2B5EF4-FFF2-40B4-BE49-F238E27FC236}">
                <a16:creationId xmlns:a16="http://schemas.microsoft.com/office/drawing/2014/main" id="{7FB6AF55-79D8-6CE0-09E9-DE6128A7CEF7}"/>
              </a:ext>
            </a:extLst>
          </p:cNvPr>
          <p:cNvSpPr txBox="1"/>
          <p:nvPr/>
        </p:nvSpPr>
        <p:spPr>
          <a:xfrm>
            <a:off x="1202065" y="1579720"/>
            <a:ext cx="1075936" cy="400110"/>
          </a:xfrm>
          <a:prstGeom prst="rect">
            <a:avLst/>
          </a:prstGeom>
          <a:noFill/>
        </p:spPr>
        <p:txBody>
          <a:bodyPr wrap="none" rtlCol="0">
            <a:spAutoFit/>
          </a:bodyPr>
          <a:lstStyle/>
          <a:p>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Kevin</a:t>
            </a:r>
            <a:r>
              <a:rPr kumimoji="1" lang="zh-CN" altLang="en-US" sz="20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L</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E60FB861-FB6C-B69E-924E-A4C02CABDD0E}"/>
              </a:ext>
            </a:extLst>
          </p:cNvPr>
          <p:cNvSpPr txBox="1"/>
          <p:nvPr/>
        </p:nvSpPr>
        <p:spPr>
          <a:xfrm>
            <a:off x="1203767" y="995424"/>
            <a:ext cx="104547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All items</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71FD0F8C-D89F-3E71-D8E2-F556DF2F1806}"/>
              </a:ext>
            </a:extLst>
          </p:cNvPr>
          <p:cNvSpPr txBox="1"/>
          <p:nvPr/>
        </p:nvSpPr>
        <p:spPr>
          <a:xfrm>
            <a:off x="2855640" y="983849"/>
            <a:ext cx="1346844"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First project</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4C82C952-D865-E361-739A-7A23287E3455}"/>
              </a:ext>
            </a:extLst>
          </p:cNvPr>
          <p:cNvSpPr txBox="1"/>
          <p:nvPr/>
        </p:nvSpPr>
        <p:spPr>
          <a:xfrm>
            <a:off x="4785722" y="983849"/>
            <a:ext cx="1388522"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Second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282529E1-5693-3A25-F5B2-9B54A04A8E50}"/>
              </a:ext>
            </a:extLst>
          </p:cNvPr>
          <p:cNvSpPr txBox="1"/>
          <p:nvPr/>
        </p:nvSpPr>
        <p:spPr>
          <a:xfrm>
            <a:off x="6629661" y="983849"/>
            <a:ext cx="1167307"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Third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8" name="文本框 47">
            <a:extLst>
              <a:ext uri="{FF2B5EF4-FFF2-40B4-BE49-F238E27FC236}">
                <a16:creationId xmlns:a16="http://schemas.microsoft.com/office/drawing/2014/main" id="{B0C75F25-BE3F-E831-361A-7488DF5BA061}"/>
              </a:ext>
            </a:extLst>
          </p:cNvPr>
          <p:cNvSpPr txBox="1"/>
          <p:nvPr/>
        </p:nvSpPr>
        <p:spPr>
          <a:xfrm>
            <a:off x="8530138" y="983849"/>
            <a:ext cx="130195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Fourth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9" name="文本框 48">
            <a:extLst>
              <a:ext uri="{FF2B5EF4-FFF2-40B4-BE49-F238E27FC236}">
                <a16:creationId xmlns:a16="http://schemas.microsoft.com/office/drawing/2014/main" id="{6FDEACF7-10FA-8F13-DBC9-09AB3FE6575F}"/>
              </a:ext>
            </a:extLst>
          </p:cNvPr>
          <p:cNvSpPr txBox="1"/>
          <p:nvPr/>
        </p:nvSpPr>
        <p:spPr>
          <a:xfrm>
            <a:off x="10552817" y="983849"/>
            <a:ext cx="1098378"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Fifth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0" name="文本框 49">
            <a:extLst>
              <a:ext uri="{FF2B5EF4-FFF2-40B4-BE49-F238E27FC236}">
                <a16:creationId xmlns:a16="http://schemas.microsoft.com/office/drawing/2014/main" id="{B32C0B55-3C67-504D-D81D-E3CF42E5E34E}"/>
              </a:ext>
            </a:extLst>
          </p:cNvPr>
          <p:cNvSpPr txBox="1"/>
          <p:nvPr/>
        </p:nvSpPr>
        <p:spPr>
          <a:xfrm>
            <a:off x="300943" y="2021532"/>
            <a:ext cx="2063385" cy="400110"/>
          </a:xfrm>
          <a:prstGeom prst="rect">
            <a:avLst/>
          </a:prstGeom>
          <a:noFill/>
        </p:spPr>
        <p:txBody>
          <a:bodyPr wrap="none" rtlCol="0">
            <a:spAutoFit/>
          </a:bodyPr>
          <a:lstStyle/>
          <a:p>
            <a:pPr algn="l"/>
            <a:r>
              <a:rPr kumimoji="1" lang="en" altLang="zh-CN" sz="2000" dirty="0">
                <a:solidFill>
                  <a:srgbClr val="1E344D"/>
                </a:solidFill>
                <a:latin typeface="FagoNoLf Med" pitchFamily="2" charset="0"/>
                <a:ea typeface="Alibaba PuHuiTi Medium" pitchFamily="18" charset="-122"/>
                <a:cs typeface="Alibaba PuHuiTi Medium" pitchFamily="18" charset="-122"/>
              </a:rPr>
              <a:t>Project Engineer</a:t>
            </a:r>
            <a:endParaRPr kumimoji="1" lang="zh-CN" altLang="en-US" sz="2000" dirty="0">
              <a:solidFill>
                <a:srgbClr val="1E344D"/>
              </a:solidFill>
              <a:latin typeface="FagoNoLf Med" pitchFamily="2" charset="0"/>
              <a:ea typeface="Alibaba PuHuiTi Medium" pitchFamily="18" charset="-122"/>
              <a:cs typeface="Alibaba PuHuiTi Medium" pitchFamily="18" charset="-122"/>
            </a:endParaRPr>
          </a:p>
        </p:txBody>
      </p:sp>
      <p:sp>
        <p:nvSpPr>
          <p:cNvPr id="51" name="矩形 50">
            <a:extLst>
              <a:ext uri="{FF2B5EF4-FFF2-40B4-BE49-F238E27FC236}">
                <a16:creationId xmlns:a16="http://schemas.microsoft.com/office/drawing/2014/main" id="{51C4EB91-E8EA-0F49-330A-B31632087E48}"/>
              </a:ext>
            </a:extLst>
          </p:cNvPr>
          <p:cNvSpPr/>
          <p:nvPr/>
        </p:nvSpPr>
        <p:spPr>
          <a:xfrm flipV="1">
            <a:off x="365267" y="2427725"/>
            <a:ext cx="1943100"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cxnSp>
        <p:nvCxnSpPr>
          <p:cNvPr id="52" name="直线箭头连接符 51">
            <a:extLst>
              <a:ext uri="{FF2B5EF4-FFF2-40B4-BE49-F238E27FC236}">
                <a16:creationId xmlns:a16="http://schemas.microsoft.com/office/drawing/2014/main" id="{78345D3A-BC7F-9D7F-9C54-34327E1642D7}"/>
              </a:ext>
            </a:extLst>
          </p:cNvPr>
          <p:cNvCxnSpPr>
            <a:cxnSpLocks/>
          </p:cNvCxnSpPr>
          <p:nvPr/>
        </p:nvCxnSpPr>
        <p:spPr>
          <a:xfrm>
            <a:off x="2629786" y="2245832"/>
            <a:ext cx="9214884" cy="0"/>
          </a:xfrm>
          <a:prstGeom prst="straightConnector1">
            <a:avLst/>
          </a:prstGeom>
          <a:ln w="3175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368CBDB0-ECE6-51D2-9CD2-5FDE3F4CB60F}"/>
              </a:ext>
            </a:extLst>
          </p:cNvPr>
          <p:cNvSpPr/>
          <p:nvPr/>
        </p:nvSpPr>
        <p:spPr>
          <a:xfrm flipV="1">
            <a:off x="2639616"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5" name="矩形 54">
            <a:extLst>
              <a:ext uri="{FF2B5EF4-FFF2-40B4-BE49-F238E27FC236}">
                <a16:creationId xmlns:a16="http://schemas.microsoft.com/office/drawing/2014/main" id="{DA68C591-B90B-7FE3-C146-475F7F905E9A}"/>
              </a:ext>
            </a:extLst>
          </p:cNvPr>
          <p:cNvSpPr/>
          <p:nvPr/>
        </p:nvSpPr>
        <p:spPr>
          <a:xfrm flipV="1">
            <a:off x="4551934"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6" name="矩形 55">
            <a:extLst>
              <a:ext uri="{FF2B5EF4-FFF2-40B4-BE49-F238E27FC236}">
                <a16:creationId xmlns:a16="http://schemas.microsoft.com/office/drawing/2014/main" id="{FDB82EEC-390F-72B0-C28B-94CE14B75444}"/>
              </a:ext>
            </a:extLst>
          </p:cNvPr>
          <p:cNvSpPr/>
          <p:nvPr/>
        </p:nvSpPr>
        <p:spPr>
          <a:xfrm flipV="1">
            <a:off x="6456040"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7" name="矩形 56">
            <a:extLst>
              <a:ext uri="{FF2B5EF4-FFF2-40B4-BE49-F238E27FC236}">
                <a16:creationId xmlns:a16="http://schemas.microsoft.com/office/drawing/2014/main" id="{B03B7E9E-487B-40B1-5D6A-0A5482E916D4}"/>
              </a:ext>
            </a:extLst>
          </p:cNvPr>
          <p:cNvSpPr/>
          <p:nvPr/>
        </p:nvSpPr>
        <p:spPr>
          <a:xfrm flipV="1">
            <a:off x="8304563"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8" name="矩形 57">
            <a:extLst>
              <a:ext uri="{FF2B5EF4-FFF2-40B4-BE49-F238E27FC236}">
                <a16:creationId xmlns:a16="http://schemas.microsoft.com/office/drawing/2014/main" id="{0CF00812-C2E1-16F7-E682-B3B8C768B809}"/>
              </a:ext>
            </a:extLst>
          </p:cNvPr>
          <p:cNvSpPr/>
          <p:nvPr/>
        </p:nvSpPr>
        <p:spPr>
          <a:xfrm flipV="1">
            <a:off x="10187404" y="2427723"/>
            <a:ext cx="1678531"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aphicFrame>
        <p:nvGraphicFramePr>
          <p:cNvPr id="451" name="图表 450">
            <a:extLst>
              <a:ext uri="{FF2B5EF4-FFF2-40B4-BE49-F238E27FC236}">
                <a16:creationId xmlns:a16="http://schemas.microsoft.com/office/drawing/2014/main" id="{5E83D469-5A35-1392-4609-397CEB57F7DA}"/>
              </a:ext>
            </a:extLst>
          </p:cNvPr>
          <p:cNvGraphicFramePr/>
          <p:nvPr/>
        </p:nvGraphicFramePr>
        <p:xfrm>
          <a:off x="2567608" y="3708400"/>
          <a:ext cx="1690067" cy="3017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57" name="图表 456">
            <a:extLst>
              <a:ext uri="{FF2B5EF4-FFF2-40B4-BE49-F238E27FC236}">
                <a16:creationId xmlns:a16="http://schemas.microsoft.com/office/drawing/2014/main" id="{6E65009D-F718-08B2-4EC7-099720F66425}"/>
              </a:ext>
            </a:extLst>
          </p:cNvPr>
          <p:cNvGraphicFramePr/>
          <p:nvPr/>
        </p:nvGraphicFramePr>
        <p:xfrm>
          <a:off x="6498332" y="3708400"/>
          <a:ext cx="1702693" cy="3017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8" name="图表 457">
            <a:extLst>
              <a:ext uri="{FF2B5EF4-FFF2-40B4-BE49-F238E27FC236}">
                <a16:creationId xmlns:a16="http://schemas.microsoft.com/office/drawing/2014/main" id="{D97393D8-E056-08EF-132A-1AB304EBB03D}"/>
              </a:ext>
            </a:extLst>
          </p:cNvPr>
          <p:cNvGraphicFramePr/>
          <p:nvPr/>
        </p:nvGraphicFramePr>
        <p:xfrm>
          <a:off x="4539828" y="3708400"/>
          <a:ext cx="1703809" cy="3017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9" name="图表 458">
            <a:extLst>
              <a:ext uri="{FF2B5EF4-FFF2-40B4-BE49-F238E27FC236}">
                <a16:creationId xmlns:a16="http://schemas.microsoft.com/office/drawing/2014/main" id="{D8E6946F-468F-25EA-6487-8EF84BD46471}"/>
              </a:ext>
            </a:extLst>
          </p:cNvPr>
          <p:cNvGraphicFramePr/>
          <p:nvPr/>
        </p:nvGraphicFramePr>
        <p:xfrm>
          <a:off x="10171336" y="3708400"/>
          <a:ext cx="1687290" cy="301751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60" name="图表 459">
            <a:extLst>
              <a:ext uri="{FF2B5EF4-FFF2-40B4-BE49-F238E27FC236}">
                <a16:creationId xmlns:a16="http://schemas.microsoft.com/office/drawing/2014/main" id="{21DEBA34-99BC-A0E8-1A99-78A17B07D51B}"/>
              </a:ext>
            </a:extLst>
          </p:cNvPr>
          <p:cNvGraphicFramePr/>
          <p:nvPr/>
        </p:nvGraphicFramePr>
        <p:xfrm>
          <a:off x="8228211" y="3708400"/>
          <a:ext cx="1687290" cy="3017519"/>
        </p:xfrm>
        <a:graphic>
          <a:graphicData uri="http://schemas.openxmlformats.org/drawingml/2006/chart">
            <c:chart xmlns:c="http://schemas.openxmlformats.org/drawingml/2006/chart" xmlns:r="http://schemas.openxmlformats.org/officeDocument/2006/relationships" r:id="rId8"/>
          </a:graphicData>
        </a:graphic>
      </p:graphicFrame>
      <p:sp>
        <p:nvSpPr>
          <p:cNvPr id="472" name="文本框 471">
            <a:extLst>
              <a:ext uri="{FF2B5EF4-FFF2-40B4-BE49-F238E27FC236}">
                <a16:creationId xmlns:a16="http://schemas.microsoft.com/office/drawing/2014/main" id="{F0C9C89A-F62F-E2AB-FDED-D700105BB1D9}"/>
              </a:ext>
            </a:extLst>
          </p:cNvPr>
          <p:cNvSpPr txBox="1"/>
          <p:nvPr/>
        </p:nvSpPr>
        <p:spPr>
          <a:xfrm>
            <a:off x="2947021"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7" name="文本框 476">
            <a:extLst>
              <a:ext uri="{FF2B5EF4-FFF2-40B4-BE49-F238E27FC236}">
                <a16:creationId xmlns:a16="http://schemas.microsoft.com/office/drawing/2014/main" id="{B90AC988-E554-6D3F-A145-EB4823DB293D}"/>
              </a:ext>
            </a:extLst>
          </p:cNvPr>
          <p:cNvSpPr txBox="1"/>
          <p:nvPr/>
        </p:nvSpPr>
        <p:spPr>
          <a:xfrm>
            <a:off x="2712195"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1600" dirty="0">
              <a:solidFill>
                <a:srgbClr val="1E344D"/>
              </a:solidFill>
            </a:endParaRPr>
          </a:p>
        </p:txBody>
      </p:sp>
      <p:sp>
        <p:nvSpPr>
          <p:cNvPr id="478" name="文本框 477">
            <a:extLst>
              <a:ext uri="{FF2B5EF4-FFF2-40B4-BE49-F238E27FC236}">
                <a16:creationId xmlns:a16="http://schemas.microsoft.com/office/drawing/2014/main" id="{25426B11-8601-ACDC-87BB-62A7E7E9DA34}"/>
              </a:ext>
            </a:extLst>
          </p:cNvPr>
          <p:cNvSpPr txBox="1"/>
          <p:nvPr/>
        </p:nvSpPr>
        <p:spPr>
          <a:xfrm>
            <a:off x="4871864"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9" name="文本框 478">
            <a:extLst>
              <a:ext uri="{FF2B5EF4-FFF2-40B4-BE49-F238E27FC236}">
                <a16:creationId xmlns:a16="http://schemas.microsoft.com/office/drawing/2014/main" id="{E31A3DBB-C94A-7771-445C-7B430762E000}"/>
              </a:ext>
            </a:extLst>
          </p:cNvPr>
          <p:cNvSpPr txBox="1"/>
          <p:nvPr/>
        </p:nvSpPr>
        <p:spPr>
          <a:xfrm>
            <a:off x="4637038"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1600" dirty="0">
              <a:solidFill>
                <a:srgbClr val="1E344D"/>
              </a:solidFill>
            </a:endParaRPr>
          </a:p>
        </p:txBody>
      </p:sp>
      <p:sp>
        <p:nvSpPr>
          <p:cNvPr id="480" name="文本框 479">
            <a:extLst>
              <a:ext uri="{FF2B5EF4-FFF2-40B4-BE49-F238E27FC236}">
                <a16:creationId xmlns:a16="http://schemas.microsoft.com/office/drawing/2014/main" id="{EC1C9654-57EA-9BC8-2558-3ADFF1577714}"/>
              </a:ext>
            </a:extLst>
          </p:cNvPr>
          <p:cNvSpPr txBox="1"/>
          <p:nvPr/>
        </p:nvSpPr>
        <p:spPr>
          <a:xfrm>
            <a:off x="6762926"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1" name="文本框 480">
            <a:extLst>
              <a:ext uri="{FF2B5EF4-FFF2-40B4-BE49-F238E27FC236}">
                <a16:creationId xmlns:a16="http://schemas.microsoft.com/office/drawing/2014/main" id="{B3E1CF3D-E324-A5FB-73C0-14FAB393D485}"/>
              </a:ext>
            </a:extLst>
          </p:cNvPr>
          <p:cNvSpPr txBox="1"/>
          <p:nvPr/>
        </p:nvSpPr>
        <p:spPr>
          <a:xfrm>
            <a:off x="6528100"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C</a:t>
            </a:r>
            <a:endParaRPr lang="zh-CN" altLang="en-US" sz="1600" dirty="0">
              <a:solidFill>
                <a:srgbClr val="1E344D"/>
              </a:solidFill>
            </a:endParaRPr>
          </a:p>
        </p:txBody>
      </p:sp>
      <p:sp>
        <p:nvSpPr>
          <p:cNvPr id="482" name="文本框 481">
            <a:extLst>
              <a:ext uri="{FF2B5EF4-FFF2-40B4-BE49-F238E27FC236}">
                <a16:creationId xmlns:a16="http://schemas.microsoft.com/office/drawing/2014/main" id="{4275706B-A76F-C139-EB04-2921754BA813}"/>
              </a:ext>
            </a:extLst>
          </p:cNvPr>
          <p:cNvSpPr txBox="1"/>
          <p:nvPr/>
        </p:nvSpPr>
        <p:spPr>
          <a:xfrm>
            <a:off x="8616280"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3" name="文本框 482">
            <a:extLst>
              <a:ext uri="{FF2B5EF4-FFF2-40B4-BE49-F238E27FC236}">
                <a16:creationId xmlns:a16="http://schemas.microsoft.com/office/drawing/2014/main" id="{4CFBBC08-DC31-0D40-58E7-00619BFA63D7}"/>
              </a:ext>
            </a:extLst>
          </p:cNvPr>
          <p:cNvSpPr txBox="1"/>
          <p:nvPr/>
        </p:nvSpPr>
        <p:spPr>
          <a:xfrm>
            <a:off x="8381454"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D</a:t>
            </a:r>
            <a:endParaRPr lang="zh-CN" altLang="en-US" sz="1600" dirty="0">
              <a:solidFill>
                <a:srgbClr val="1E344D"/>
              </a:solidFill>
            </a:endParaRPr>
          </a:p>
        </p:txBody>
      </p:sp>
      <p:sp>
        <p:nvSpPr>
          <p:cNvPr id="484" name="文本框 483">
            <a:extLst>
              <a:ext uri="{FF2B5EF4-FFF2-40B4-BE49-F238E27FC236}">
                <a16:creationId xmlns:a16="http://schemas.microsoft.com/office/drawing/2014/main" id="{7933BE6E-4601-E2EC-1F53-17F24AF748CF}"/>
              </a:ext>
            </a:extLst>
          </p:cNvPr>
          <p:cNvSpPr txBox="1"/>
          <p:nvPr/>
        </p:nvSpPr>
        <p:spPr>
          <a:xfrm>
            <a:off x="10416481" y="2543765"/>
            <a:ext cx="970658"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5" name="文本框 484">
            <a:extLst>
              <a:ext uri="{FF2B5EF4-FFF2-40B4-BE49-F238E27FC236}">
                <a16:creationId xmlns:a16="http://schemas.microsoft.com/office/drawing/2014/main" id="{DEF8E306-B640-EC7F-7F24-557F79AA4194}"/>
              </a:ext>
            </a:extLst>
          </p:cNvPr>
          <p:cNvSpPr txBox="1"/>
          <p:nvPr/>
        </p:nvSpPr>
        <p:spPr>
          <a:xfrm>
            <a:off x="10181654"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E</a:t>
            </a:r>
            <a:endParaRPr lang="zh-CN" altLang="en-US" sz="1600" dirty="0">
              <a:solidFill>
                <a:srgbClr val="1E344D"/>
              </a:solidFill>
            </a:endParaRPr>
          </a:p>
        </p:txBody>
      </p:sp>
      <p:sp>
        <p:nvSpPr>
          <p:cNvPr id="492" name="文本框 491">
            <a:extLst>
              <a:ext uri="{FF2B5EF4-FFF2-40B4-BE49-F238E27FC236}">
                <a16:creationId xmlns:a16="http://schemas.microsoft.com/office/drawing/2014/main" id="{2F86BA2A-F451-BD08-908E-E88EE2FB806F}"/>
              </a:ext>
            </a:extLst>
          </p:cNvPr>
          <p:cNvSpPr txBox="1"/>
          <p:nvPr/>
        </p:nvSpPr>
        <p:spPr>
          <a:xfrm>
            <a:off x="490954" y="2876485"/>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3" name="文本框 492">
            <a:extLst>
              <a:ext uri="{FF2B5EF4-FFF2-40B4-BE49-F238E27FC236}">
                <a16:creationId xmlns:a16="http://schemas.microsoft.com/office/drawing/2014/main" id="{4AC7B39C-E8C1-5676-C27F-A941F015CDC4}"/>
              </a:ext>
            </a:extLst>
          </p:cNvPr>
          <p:cNvSpPr txBox="1"/>
          <p:nvPr/>
        </p:nvSpPr>
        <p:spPr>
          <a:xfrm>
            <a:off x="1424115" y="3041377"/>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4" name="矩形 493">
            <a:extLst>
              <a:ext uri="{FF2B5EF4-FFF2-40B4-BE49-F238E27FC236}">
                <a16:creationId xmlns:a16="http://schemas.microsoft.com/office/drawing/2014/main" id="{5798775A-3D6B-7DB2-4BF6-BD007BE9696E}"/>
              </a:ext>
            </a:extLst>
          </p:cNvPr>
          <p:cNvSpPr/>
          <p:nvPr/>
        </p:nvSpPr>
        <p:spPr>
          <a:xfrm>
            <a:off x="1755722" y="2965944"/>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95" name="上箭头 494">
            <a:extLst>
              <a:ext uri="{FF2B5EF4-FFF2-40B4-BE49-F238E27FC236}">
                <a16:creationId xmlns:a16="http://schemas.microsoft.com/office/drawing/2014/main" id="{5FE213D6-1648-BDDC-7ED3-A56001C091D3}"/>
              </a:ext>
            </a:extLst>
          </p:cNvPr>
          <p:cNvSpPr/>
          <p:nvPr/>
        </p:nvSpPr>
        <p:spPr>
          <a:xfrm rot="3296920">
            <a:off x="1847110" y="2988138"/>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文本框 495">
            <a:extLst>
              <a:ext uri="{FF2B5EF4-FFF2-40B4-BE49-F238E27FC236}">
                <a16:creationId xmlns:a16="http://schemas.microsoft.com/office/drawing/2014/main" id="{D0C55204-57A6-285D-C66F-767EEFABEB63}"/>
              </a:ext>
            </a:extLst>
          </p:cNvPr>
          <p:cNvSpPr txBox="1"/>
          <p:nvPr/>
        </p:nvSpPr>
        <p:spPr>
          <a:xfrm>
            <a:off x="504670" y="2521405"/>
            <a:ext cx="1223412"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PROFIT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任意形状 4">
            <a:extLst>
              <a:ext uri="{FF2B5EF4-FFF2-40B4-BE49-F238E27FC236}">
                <a16:creationId xmlns:a16="http://schemas.microsoft.com/office/drawing/2014/main" id="{2F81A4D8-A409-5CF9-7795-A2EF79905339}"/>
              </a:ext>
            </a:extLst>
          </p:cNvPr>
          <p:cNvSpPr/>
          <p:nvPr/>
        </p:nvSpPr>
        <p:spPr>
          <a:xfrm rot="5400000">
            <a:off x="-5015" y="4129476"/>
            <a:ext cx="2804160" cy="2063607"/>
          </a:xfrm>
          <a:custGeom>
            <a:avLst/>
            <a:gdLst>
              <a:gd name="connsiteX0" fmla="*/ 0 w 2940945"/>
              <a:gd name="connsiteY0" fmla="*/ 2138831 h 2138831"/>
              <a:gd name="connsiteX1" fmla="*/ 0 w 2940945"/>
              <a:gd name="connsiteY1" fmla="*/ 195731 h 2138831"/>
              <a:gd name="connsiteX2" fmla="*/ 1076474 w 2940945"/>
              <a:gd name="connsiteY2" fmla="*/ 195732 h 2138831"/>
              <a:gd name="connsiteX3" fmla="*/ 1419804 w 2940945"/>
              <a:gd name="connsiteY3" fmla="*/ 0 h 2138831"/>
              <a:gd name="connsiteX4" fmla="*/ 1763135 w 2940945"/>
              <a:gd name="connsiteY4" fmla="*/ 195732 h 2138831"/>
              <a:gd name="connsiteX5" fmla="*/ 2940945 w 2940945"/>
              <a:gd name="connsiteY5" fmla="*/ 195732 h 2138831"/>
              <a:gd name="connsiteX6" fmla="*/ 2940945 w 2940945"/>
              <a:gd name="connsiteY6" fmla="*/ 2138831 h 2138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945" h="2138831">
                <a:moveTo>
                  <a:pt x="0" y="2138831"/>
                </a:moveTo>
                <a:lnTo>
                  <a:pt x="0" y="195731"/>
                </a:lnTo>
                <a:lnTo>
                  <a:pt x="1076474" y="195732"/>
                </a:lnTo>
                <a:lnTo>
                  <a:pt x="1419804" y="0"/>
                </a:lnTo>
                <a:lnTo>
                  <a:pt x="1763135" y="195732"/>
                </a:lnTo>
                <a:lnTo>
                  <a:pt x="2940945" y="195732"/>
                </a:lnTo>
                <a:lnTo>
                  <a:pt x="2940945" y="2138831"/>
                </a:lnTo>
                <a:close/>
              </a:path>
            </a:pathLst>
          </a:custGeom>
          <a:solidFill>
            <a:schemeClr val="bg1"/>
          </a:solidFill>
          <a:ln w="34925">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sp>
        <p:nvSpPr>
          <p:cNvPr id="555" name="文本框 554">
            <a:extLst>
              <a:ext uri="{FF2B5EF4-FFF2-40B4-BE49-F238E27FC236}">
                <a16:creationId xmlns:a16="http://schemas.microsoft.com/office/drawing/2014/main" id="{1C2413E5-C39F-5EB5-CFC9-70717332872D}"/>
              </a:ext>
            </a:extLst>
          </p:cNvPr>
          <p:cNvSpPr txBox="1"/>
          <p:nvPr/>
        </p:nvSpPr>
        <p:spPr>
          <a:xfrm>
            <a:off x="462920" y="4327326"/>
            <a:ext cx="1841495" cy="369332"/>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1" name="文本框 560">
            <a:extLst>
              <a:ext uri="{FF2B5EF4-FFF2-40B4-BE49-F238E27FC236}">
                <a16:creationId xmlns:a16="http://schemas.microsoft.com/office/drawing/2014/main" id="{11E4D1D3-4E9E-3E64-B2D4-A649B608EC6A}"/>
              </a:ext>
            </a:extLst>
          </p:cNvPr>
          <p:cNvSpPr txBox="1"/>
          <p:nvPr/>
        </p:nvSpPr>
        <p:spPr>
          <a:xfrm>
            <a:off x="434345" y="5234577"/>
            <a:ext cx="1841495" cy="369332"/>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3" name="文本框 562">
            <a:extLst>
              <a:ext uri="{FF2B5EF4-FFF2-40B4-BE49-F238E27FC236}">
                <a16:creationId xmlns:a16="http://schemas.microsoft.com/office/drawing/2014/main" id="{C9A79488-CA05-B16B-1DE4-88F3AE83DCB3}"/>
              </a:ext>
            </a:extLst>
          </p:cNvPr>
          <p:cNvSpPr txBox="1"/>
          <p:nvPr/>
        </p:nvSpPr>
        <p:spPr>
          <a:xfrm>
            <a:off x="464190" y="6172542"/>
            <a:ext cx="1872610" cy="369332"/>
          </a:xfrm>
          <a:prstGeom prst="rect">
            <a:avLst/>
          </a:prstGeom>
          <a:noFill/>
        </p:spPr>
        <p:txBody>
          <a:bodyPr wrap="square" rtlCol="0">
            <a:spAutoFit/>
          </a:bodyPr>
          <a:lstStyle/>
          <a:p>
            <a:r>
              <a:rPr kumimoji="1" lang="en" altLang="zh-CN" sz="9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4" name="文本框 563">
            <a:extLst>
              <a:ext uri="{FF2B5EF4-FFF2-40B4-BE49-F238E27FC236}">
                <a16:creationId xmlns:a16="http://schemas.microsoft.com/office/drawing/2014/main" id="{E3215CC0-EEF4-568E-6C61-A1D386B0938F}"/>
              </a:ext>
            </a:extLst>
          </p:cNvPr>
          <p:cNvSpPr txBox="1"/>
          <p:nvPr/>
        </p:nvSpPr>
        <p:spPr>
          <a:xfrm>
            <a:off x="947237" y="3839840"/>
            <a:ext cx="1031051"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+1.4</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5" name="文本框 564">
            <a:extLst>
              <a:ext uri="{FF2B5EF4-FFF2-40B4-BE49-F238E27FC236}">
                <a16:creationId xmlns:a16="http://schemas.microsoft.com/office/drawing/2014/main" id="{652E312E-C8A7-BB4E-BAAF-69501978006E}"/>
              </a:ext>
            </a:extLst>
          </p:cNvPr>
          <p:cNvSpPr txBox="1"/>
          <p:nvPr/>
        </p:nvSpPr>
        <p:spPr>
          <a:xfrm>
            <a:off x="983432" y="4749130"/>
            <a:ext cx="978153"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-3.1</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6" name="文本框 565">
            <a:extLst>
              <a:ext uri="{FF2B5EF4-FFF2-40B4-BE49-F238E27FC236}">
                <a16:creationId xmlns:a16="http://schemas.microsoft.com/office/drawing/2014/main" id="{3A82F177-5594-FBC4-5B93-7D83F7E49BB0}"/>
              </a:ext>
            </a:extLst>
          </p:cNvPr>
          <p:cNvSpPr txBox="1"/>
          <p:nvPr/>
        </p:nvSpPr>
        <p:spPr>
          <a:xfrm>
            <a:off x="975177" y="5696377"/>
            <a:ext cx="1031051" cy="584775"/>
          </a:xfrm>
          <a:prstGeom prst="rect">
            <a:avLst/>
          </a:prstGeom>
          <a:noFill/>
        </p:spPr>
        <p:txBody>
          <a:bodyPr wrap="none" rtlCol="0">
            <a:spAutoFit/>
          </a:bodyPr>
          <a:lstStyle/>
          <a:p>
            <a:r>
              <a:rPr kumimoji="1" lang="en-US" altLang="zh-CN" sz="3200" dirty="0">
                <a:solidFill>
                  <a:srgbClr val="1E344D"/>
                </a:solidFill>
                <a:latin typeface="Alibaba PuHuiTi Medium" pitchFamily="18" charset="-122"/>
                <a:ea typeface="Alibaba PuHuiTi Medium" pitchFamily="18" charset="-122"/>
                <a:cs typeface="Alibaba PuHuiTi Medium" pitchFamily="18" charset="-122"/>
              </a:rPr>
              <a:t>+2.7</a:t>
            </a:r>
            <a:endParaRPr kumimoji="1" lang="zh-CN" altLang="en-US" sz="3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7" name="文本框 566">
            <a:extLst>
              <a:ext uri="{FF2B5EF4-FFF2-40B4-BE49-F238E27FC236}">
                <a16:creationId xmlns:a16="http://schemas.microsoft.com/office/drawing/2014/main" id="{35877BFC-1093-91A9-9F82-559F08E377E4}"/>
              </a:ext>
            </a:extLst>
          </p:cNvPr>
          <p:cNvSpPr txBox="1"/>
          <p:nvPr/>
        </p:nvSpPr>
        <p:spPr>
          <a:xfrm>
            <a:off x="1800497" y="4028790"/>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69" name="文本框 568">
            <a:extLst>
              <a:ext uri="{FF2B5EF4-FFF2-40B4-BE49-F238E27FC236}">
                <a16:creationId xmlns:a16="http://schemas.microsoft.com/office/drawing/2014/main" id="{734C934B-C8B7-4EA2-142D-DBC64362E212}"/>
              </a:ext>
            </a:extLst>
          </p:cNvPr>
          <p:cNvSpPr txBox="1"/>
          <p:nvPr/>
        </p:nvSpPr>
        <p:spPr>
          <a:xfrm>
            <a:off x="1766248" y="4894034"/>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70" name="文本框 569">
            <a:extLst>
              <a:ext uri="{FF2B5EF4-FFF2-40B4-BE49-F238E27FC236}">
                <a16:creationId xmlns:a16="http://schemas.microsoft.com/office/drawing/2014/main" id="{B7A451BE-9966-6C93-F3F6-E731F6989A0E}"/>
              </a:ext>
            </a:extLst>
          </p:cNvPr>
          <p:cNvSpPr txBox="1"/>
          <p:nvPr/>
        </p:nvSpPr>
        <p:spPr>
          <a:xfrm>
            <a:off x="1807362" y="5856064"/>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pic>
        <p:nvPicPr>
          <p:cNvPr id="9" name="图片 8">
            <a:extLst>
              <a:ext uri="{FF2B5EF4-FFF2-40B4-BE49-F238E27FC236}">
                <a16:creationId xmlns:a16="http://schemas.microsoft.com/office/drawing/2014/main" id="{3EC7A36E-61DA-6F1C-5340-20A983AC0573}"/>
              </a:ext>
            </a:extLst>
          </p:cNvPr>
          <p:cNvPicPr>
            <a:picLocks noChangeAspect="1"/>
          </p:cNvPicPr>
          <p:nvPr/>
        </p:nvPicPr>
        <p:blipFill>
          <a:blip r:embed="rId9"/>
          <a:stretch>
            <a:fillRect/>
          </a:stretch>
        </p:blipFill>
        <p:spPr>
          <a:xfrm>
            <a:off x="11384023" y="2825011"/>
            <a:ext cx="433729" cy="591449"/>
          </a:xfrm>
          <a:prstGeom prst="rect">
            <a:avLst/>
          </a:prstGeom>
        </p:spPr>
      </p:pic>
      <p:pic>
        <p:nvPicPr>
          <p:cNvPr id="15" name="图片 14">
            <a:extLst>
              <a:ext uri="{FF2B5EF4-FFF2-40B4-BE49-F238E27FC236}">
                <a16:creationId xmlns:a16="http://schemas.microsoft.com/office/drawing/2014/main" id="{3950E52E-5A62-037A-00A4-06BE6E5EC30E}"/>
              </a:ext>
            </a:extLst>
          </p:cNvPr>
          <p:cNvPicPr>
            <a:picLocks noChangeAspect="1"/>
          </p:cNvPicPr>
          <p:nvPr/>
        </p:nvPicPr>
        <p:blipFill>
          <a:blip r:embed="rId10"/>
          <a:stretch>
            <a:fillRect/>
          </a:stretch>
        </p:blipFill>
        <p:spPr>
          <a:xfrm>
            <a:off x="515797" y="3862407"/>
            <a:ext cx="419100" cy="406400"/>
          </a:xfrm>
          <a:prstGeom prst="rect">
            <a:avLst/>
          </a:prstGeom>
        </p:spPr>
      </p:pic>
      <p:pic>
        <p:nvPicPr>
          <p:cNvPr id="21" name="图片 20">
            <a:extLst>
              <a:ext uri="{FF2B5EF4-FFF2-40B4-BE49-F238E27FC236}">
                <a16:creationId xmlns:a16="http://schemas.microsoft.com/office/drawing/2014/main" id="{7A616F30-E8D7-14FB-C450-F0F7D5DA5CCC}"/>
              </a:ext>
            </a:extLst>
          </p:cNvPr>
          <p:cNvPicPr>
            <a:picLocks noChangeAspect="1"/>
          </p:cNvPicPr>
          <p:nvPr/>
        </p:nvPicPr>
        <p:blipFill>
          <a:blip r:embed="rId10"/>
          <a:stretch>
            <a:fillRect/>
          </a:stretch>
        </p:blipFill>
        <p:spPr>
          <a:xfrm>
            <a:off x="515797" y="5733256"/>
            <a:ext cx="419100" cy="406400"/>
          </a:xfrm>
          <a:prstGeom prst="rect">
            <a:avLst/>
          </a:prstGeom>
        </p:spPr>
      </p:pic>
      <p:pic>
        <p:nvPicPr>
          <p:cNvPr id="31" name="图片 30">
            <a:extLst>
              <a:ext uri="{FF2B5EF4-FFF2-40B4-BE49-F238E27FC236}">
                <a16:creationId xmlns:a16="http://schemas.microsoft.com/office/drawing/2014/main" id="{A5218F7E-A268-C0EE-D9BB-A8EDCFB92A80}"/>
              </a:ext>
            </a:extLst>
          </p:cNvPr>
          <p:cNvPicPr>
            <a:picLocks noChangeAspect="1"/>
          </p:cNvPicPr>
          <p:nvPr/>
        </p:nvPicPr>
        <p:blipFill>
          <a:blip r:embed="rId11"/>
          <a:stretch>
            <a:fillRect/>
          </a:stretch>
        </p:blipFill>
        <p:spPr>
          <a:xfrm>
            <a:off x="510573" y="4770458"/>
            <a:ext cx="406400" cy="419100"/>
          </a:xfrm>
          <a:prstGeom prst="rect">
            <a:avLst/>
          </a:prstGeom>
        </p:spPr>
      </p:pic>
      <p:sp>
        <p:nvSpPr>
          <p:cNvPr id="2" name="文本框 1">
            <a:extLst>
              <a:ext uri="{FF2B5EF4-FFF2-40B4-BE49-F238E27FC236}">
                <a16:creationId xmlns:a16="http://schemas.microsoft.com/office/drawing/2014/main" id="{6B27011F-35E8-F0FB-503F-C25021ABF0E1}"/>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F7013908-C110-D229-B152-C5382FF12BCA}"/>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F15D4803-BD38-780C-8A33-D58F28B19129}"/>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 name="直线连接符 5">
            <a:extLst>
              <a:ext uri="{FF2B5EF4-FFF2-40B4-BE49-F238E27FC236}">
                <a16:creationId xmlns:a16="http://schemas.microsoft.com/office/drawing/2014/main" id="{345CC4E6-FF57-6D28-E785-F2B3D658C613}"/>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719193BC-7A11-14E0-070D-BB725A522EE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0CB6799F-C5ED-44EF-14B1-9AD7C31C27BB}"/>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303D56D6-5E70-80C5-62DA-68C29633963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7167;p80">
              <a:extLst>
                <a:ext uri="{FF2B5EF4-FFF2-40B4-BE49-F238E27FC236}">
                  <a16:creationId xmlns:a16="http://schemas.microsoft.com/office/drawing/2014/main" id="{BC5AB77B-04B7-5486-6ED8-175F856119A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68;p80">
              <a:extLst>
                <a:ext uri="{FF2B5EF4-FFF2-40B4-BE49-F238E27FC236}">
                  <a16:creationId xmlns:a16="http://schemas.microsoft.com/office/drawing/2014/main" id="{361D9656-A0B4-0E67-2EAF-B6FCFEA99B6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7169;p80">
              <a:extLst>
                <a:ext uri="{FF2B5EF4-FFF2-40B4-BE49-F238E27FC236}">
                  <a16:creationId xmlns:a16="http://schemas.microsoft.com/office/drawing/2014/main" id="{CB99C940-0C5D-AE58-3D04-87381610F8C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86660112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A3F642CD-8F89-AABB-ABBA-C4EA81A3887E}"/>
              </a:ext>
            </a:extLst>
          </p:cNvPr>
          <p:cNvSpPr/>
          <p:nvPr/>
        </p:nvSpPr>
        <p:spPr>
          <a:xfrm>
            <a:off x="386487" y="974420"/>
            <a:ext cx="1943100" cy="395927"/>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0" name="五边形 9">
            <a:extLst>
              <a:ext uri="{FF2B5EF4-FFF2-40B4-BE49-F238E27FC236}">
                <a16:creationId xmlns:a16="http://schemas.microsoft.com/office/drawing/2014/main" id="{97FF05D2-39B0-A2EA-081C-CFD7ECC15FA4}"/>
              </a:ext>
            </a:extLst>
          </p:cNvPr>
          <p:cNvSpPr/>
          <p:nvPr/>
        </p:nvSpPr>
        <p:spPr>
          <a:xfrm>
            <a:off x="2593684" y="964994"/>
            <a:ext cx="1923068" cy="386499"/>
          </a:xfrm>
          <a:prstGeom prst="homePlat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燕尾形 11">
            <a:extLst>
              <a:ext uri="{FF2B5EF4-FFF2-40B4-BE49-F238E27FC236}">
                <a16:creationId xmlns:a16="http://schemas.microsoft.com/office/drawing/2014/main" id="{0465FF39-C97D-79F5-3635-B2EE36B817A1}"/>
              </a:ext>
            </a:extLst>
          </p:cNvPr>
          <p:cNvSpPr/>
          <p:nvPr/>
        </p:nvSpPr>
        <p:spPr>
          <a:xfrm>
            <a:off x="4507325" y="974420"/>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3" name="燕尾形 12">
            <a:extLst>
              <a:ext uri="{FF2B5EF4-FFF2-40B4-BE49-F238E27FC236}">
                <a16:creationId xmlns:a16="http://schemas.microsoft.com/office/drawing/2014/main" id="{3B8F3682-A7C1-6885-A1AC-08BC63FC1396}"/>
              </a:ext>
            </a:extLst>
          </p:cNvPr>
          <p:cNvSpPr/>
          <p:nvPr/>
        </p:nvSpPr>
        <p:spPr>
          <a:xfrm>
            <a:off x="6297890" y="974420"/>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4" name="燕尾形 13">
            <a:extLst>
              <a:ext uri="{FF2B5EF4-FFF2-40B4-BE49-F238E27FC236}">
                <a16:creationId xmlns:a16="http://schemas.microsoft.com/office/drawing/2014/main" id="{F699DB71-97B5-FD44-BD65-7B2C122A7214}"/>
              </a:ext>
            </a:extLst>
          </p:cNvPr>
          <p:cNvSpPr/>
          <p:nvPr/>
        </p:nvSpPr>
        <p:spPr>
          <a:xfrm>
            <a:off x="8242106" y="974420"/>
            <a:ext cx="1866508"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7" name="燕尾形 16">
            <a:extLst>
              <a:ext uri="{FF2B5EF4-FFF2-40B4-BE49-F238E27FC236}">
                <a16:creationId xmlns:a16="http://schemas.microsoft.com/office/drawing/2014/main" id="{8E16E708-5FB7-5D8D-4AEB-BEADE03B5B20}"/>
              </a:ext>
            </a:extLst>
          </p:cNvPr>
          <p:cNvSpPr/>
          <p:nvPr/>
        </p:nvSpPr>
        <p:spPr>
          <a:xfrm>
            <a:off x="10114314" y="968741"/>
            <a:ext cx="1745919" cy="386500"/>
          </a:xfrm>
          <a:prstGeom prst="chevron">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18" name="矩形 17">
            <a:extLst>
              <a:ext uri="{FF2B5EF4-FFF2-40B4-BE49-F238E27FC236}">
                <a16:creationId xmlns:a16="http://schemas.microsoft.com/office/drawing/2014/main" id="{7AC4E342-1855-4AAA-ACBF-88B50097EA5A}"/>
              </a:ext>
            </a:extLst>
          </p:cNvPr>
          <p:cNvSpPr/>
          <p:nvPr/>
        </p:nvSpPr>
        <p:spPr>
          <a:xfrm>
            <a:off x="386487" y="1482224"/>
            <a:ext cx="1943100" cy="57628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9" name="矩形 18">
            <a:extLst>
              <a:ext uri="{FF2B5EF4-FFF2-40B4-BE49-F238E27FC236}">
                <a16:creationId xmlns:a16="http://schemas.microsoft.com/office/drawing/2014/main" id="{CB78BB27-C6B0-F873-8FB5-91406FA841EA}"/>
              </a:ext>
            </a:extLst>
          </p:cNvPr>
          <p:cNvSpPr/>
          <p:nvPr/>
        </p:nvSpPr>
        <p:spPr>
          <a:xfrm>
            <a:off x="2591181" y="1482224"/>
            <a:ext cx="9269052" cy="57628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 altLang="zh-CN" sz="2200" dirty="0">
                <a:latin typeface="Alibaba PuHuiTi Medium" pitchFamily="18" charset="-122"/>
                <a:ea typeface="Alibaba PuHuiTi Medium" pitchFamily="18" charset="-122"/>
                <a:cs typeface="Alibaba PuHuiTi Medium" pitchFamily="18" charset="-122"/>
              </a:rPr>
              <a:t>I am an engineering data analyst working in Shanghai for 7 years</a:t>
            </a:r>
            <a:endParaRPr kumimoji="1" lang="zh-CN" altLang="en-US" sz="2200" dirty="0">
              <a:latin typeface="Alibaba PuHuiTi Medium" pitchFamily="18" charset="-122"/>
              <a:ea typeface="Alibaba PuHuiTi Medium" pitchFamily="18" charset="-122"/>
              <a:cs typeface="Alibaba PuHuiTi Medium" pitchFamily="18" charset="-122"/>
            </a:endParaRPr>
          </a:p>
        </p:txBody>
      </p:sp>
      <p:sp>
        <p:nvSpPr>
          <p:cNvPr id="33" name="矩形 32">
            <a:extLst>
              <a:ext uri="{FF2B5EF4-FFF2-40B4-BE49-F238E27FC236}">
                <a16:creationId xmlns:a16="http://schemas.microsoft.com/office/drawing/2014/main" id="{C34A970E-B114-AA74-C526-E6A9613D8E53}"/>
              </a:ext>
            </a:extLst>
          </p:cNvPr>
          <p:cNvSpPr/>
          <p:nvPr/>
        </p:nvSpPr>
        <p:spPr>
          <a:xfrm>
            <a:off x="11216276" y="968608"/>
            <a:ext cx="656481" cy="386081"/>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pic>
        <p:nvPicPr>
          <p:cNvPr id="37" name="图片 36">
            <a:extLst>
              <a:ext uri="{FF2B5EF4-FFF2-40B4-BE49-F238E27FC236}">
                <a16:creationId xmlns:a16="http://schemas.microsoft.com/office/drawing/2014/main" id="{C39F82D9-3E95-F145-8B2E-4A6342EAE320}"/>
              </a:ext>
            </a:extLst>
          </p:cNvPr>
          <p:cNvPicPr>
            <a:picLocks noChangeAspect="1"/>
          </p:cNvPicPr>
          <p:nvPr/>
        </p:nvPicPr>
        <p:blipFill>
          <a:blip r:embed="rId3"/>
          <a:stretch>
            <a:fillRect/>
          </a:stretch>
        </p:blipFill>
        <p:spPr>
          <a:xfrm>
            <a:off x="385990" y="965200"/>
            <a:ext cx="849577" cy="1124957"/>
          </a:xfrm>
          <a:prstGeom prst="rect">
            <a:avLst/>
          </a:prstGeom>
        </p:spPr>
      </p:pic>
      <p:sp>
        <p:nvSpPr>
          <p:cNvPr id="39" name="文本框 38">
            <a:extLst>
              <a:ext uri="{FF2B5EF4-FFF2-40B4-BE49-F238E27FC236}">
                <a16:creationId xmlns:a16="http://schemas.microsoft.com/office/drawing/2014/main" id="{7FB6AF55-79D8-6CE0-09E9-DE6128A7CEF7}"/>
              </a:ext>
            </a:extLst>
          </p:cNvPr>
          <p:cNvSpPr txBox="1"/>
          <p:nvPr/>
        </p:nvSpPr>
        <p:spPr>
          <a:xfrm>
            <a:off x="1202065" y="1579720"/>
            <a:ext cx="1075936" cy="400110"/>
          </a:xfrm>
          <a:prstGeom prst="rect">
            <a:avLst/>
          </a:prstGeom>
          <a:noFill/>
        </p:spPr>
        <p:txBody>
          <a:bodyPr wrap="none" rtlCol="0">
            <a:spAutoFit/>
          </a:bodyPr>
          <a:lstStyle/>
          <a:p>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Kevin</a:t>
            </a:r>
            <a:r>
              <a:rPr kumimoji="1" lang="zh-CN" altLang="en-US" sz="2000" dirty="0">
                <a:solidFill>
                  <a:schemeClr val="bg1"/>
                </a:solidFill>
                <a:latin typeface="Alibaba PuHuiTi Medium" pitchFamily="18" charset="-122"/>
                <a:ea typeface="Alibaba PuHuiTi Medium" pitchFamily="18" charset="-122"/>
                <a:cs typeface="Alibaba PuHuiTi Medium" pitchFamily="18" charset="-122"/>
              </a:rPr>
              <a:t> </a:t>
            </a:r>
            <a:r>
              <a:rPr kumimoji="1" lang="en-US" altLang="zh-CN" sz="2000" dirty="0">
                <a:solidFill>
                  <a:schemeClr val="bg1"/>
                </a:solidFill>
                <a:latin typeface="Alibaba PuHuiTi Medium" pitchFamily="18" charset="-122"/>
                <a:ea typeface="Alibaba PuHuiTi Medium" pitchFamily="18" charset="-122"/>
                <a:cs typeface="Alibaba PuHuiTi Medium" pitchFamily="18" charset="-122"/>
              </a:rPr>
              <a:t>L</a:t>
            </a:r>
            <a:endParaRPr kumimoji="1" lang="zh-CN" altLang="en-US" sz="20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4" name="文本框 43">
            <a:extLst>
              <a:ext uri="{FF2B5EF4-FFF2-40B4-BE49-F238E27FC236}">
                <a16:creationId xmlns:a16="http://schemas.microsoft.com/office/drawing/2014/main" id="{E60FB861-FB6C-B69E-924E-A4C02CABDD0E}"/>
              </a:ext>
            </a:extLst>
          </p:cNvPr>
          <p:cNvSpPr txBox="1"/>
          <p:nvPr/>
        </p:nvSpPr>
        <p:spPr>
          <a:xfrm>
            <a:off x="1203767" y="995424"/>
            <a:ext cx="104547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All items</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71FD0F8C-D89F-3E71-D8E2-F556DF2F1806}"/>
              </a:ext>
            </a:extLst>
          </p:cNvPr>
          <p:cNvSpPr txBox="1"/>
          <p:nvPr/>
        </p:nvSpPr>
        <p:spPr>
          <a:xfrm>
            <a:off x="2855640" y="983849"/>
            <a:ext cx="1346844"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First project</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4C82C952-D865-E361-739A-7A23287E3455}"/>
              </a:ext>
            </a:extLst>
          </p:cNvPr>
          <p:cNvSpPr txBox="1"/>
          <p:nvPr/>
        </p:nvSpPr>
        <p:spPr>
          <a:xfrm>
            <a:off x="4785722" y="983849"/>
            <a:ext cx="1388522"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Second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7" name="文本框 46">
            <a:extLst>
              <a:ext uri="{FF2B5EF4-FFF2-40B4-BE49-F238E27FC236}">
                <a16:creationId xmlns:a16="http://schemas.microsoft.com/office/drawing/2014/main" id="{282529E1-5693-3A25-F5B2-9B54A04A8E50}"/>
              </a:ext>
            </a:extLst>
          </p:cNvPr>
          <p:cNvSpPr txBox="1"/>
          <p:nvPr/>
        </p:nvSpPr>
        <p:spPr>
          <a:xfrm>
            <a:off x="6629661" y="983849"/>
            <a:ext cx="1167307"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Third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8" name="文本框 47">
            <a:extLst>
              <a:ext uri="{FF2B5EF4-FFF2-40B4-BE49-F238E27FC236}">
                <a16:creationId xmlns:a16="http://schemas.microsoft.com/office/drawing/2014/main" id="{B0C75F25-BE3F-E831-361A-7488DF5BA061}"/>
              </a:ext>
            </a:extLst>
          </p:cNvPr>
          <p:cNvSpPr txBox="1"/>
          <p:nvPr/>
        </p:nvSpPr>
        <p:spPr>
          <a:xfrm>
            <a:off x="8530138" y="983849"/>
            <a:ext cx="1301959"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Fourth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49" name="文本框 48">
            <a:extLst>
              <a:ext uri="{FF2B5EF4-FFF2-40B4-BE49-F238E27FC236}">
                <a16:creationId xmlns:a16="http://schemas.microsoft.com/office/drawing/2014/main" id="{6FDEACF7-10FA-8F13-DBC9-09AB3FE6575F}"/>
              </a:ext>
            </a:extLst>
          </p:cNvPr>
          <p:cNvSpPr txBox="1"/>
          <p:nvPr/>
        </p:nvSpPr>
        <p:spPr>
          <a:xfrm>
            <a:off x="10552817" y="983849"/>
            <a:ext cx="1098378" cy="338554"/>
          </a:xfrm>
          <a:prstGeom prst="rect">
            <a:avLst/>
          </a:prstGeom>
          <a:noFill/>
        </p:spPr>
        <p:txBody>
          <a:bodyPr wrap="none" rtlCol="0">
            <a:spAutoFit/>
          </a:bodyPr>
          <a:lstStyle/>
          <a:p>
            <a:pPr algn="l"/>
            <a:r>
              <a:rPr kumimoji="1" lang="en" altLang="zh-CN" sz="1600" dirty="0">
                <a:solidFill>
                  <a:schemeClr val="bg1"/>
                </a:solidFill>
                <a:latin typeface="Alibaba PuHuiTi" pitchFamily="18" charset="-122"/>
                <a:ea typeface="Alibaba PuHuiTi" pitchFamily="18" charset="-122"/>
                <a:cs typeface="Alibaba PuHuiTi" pitchFamily="18" charset="-122"/>
              </a:rPr>
              <a:t>Fifth item</a:t>
            </a:r>
            <a:endParaRPr kumimoji="1" lang="zh-CN" altLang="en-US" sz="1600" dirty="0">
              <a:solidFill>
                <a:schemeClr val="bg1"/>
              </a:solidFill>
              <a:latin typeface="Alibaba PuHuiTi" pitchFamily="18" charset="-122"/>
              <a:ea typeface="Alibaba PuHuiTi" pitchFamily="18" charset="-122"/>
              <a:cs typeface="Alibaba PuHuiTi" pitchFamily="18" charset="-122"/>
            </a:endParaRPr>
          </a:p>
        </p:txBody>
      </p:sp>
      <p:sp>
        <p:nvSpPr>
          <p:cNvPr id="50" name="文本框 49">
            <a:extLst>
              <a:ext uri="{FF2B5EF4-FFF2-40B4-BE49-F238E27FC236}">
                <a16:creationId xmlns:a16="http://schemas.microsoft.com/office/drawing/2014/main" id="{B32C0B55-3C67-504D-D81D-E3CF42E5E34E}"/>
              </a:ext>
            </a:extLst>
          </p:cNvPr>
          <p:cNvSpPr txBox="1"/>
          <p:nvPr/>
        </p:nvSpPr>
        <p:spPr>
          <a:xfrm>
            <a:off x="300943" y="2021532"/>
            <a:ext cx="2063385" cy="400110"/>
          </a:xfrm>
          <a:prstGeom prst="rect">
            <a:avLst/>
          </a:prstGeom>
          <a:noFill/>
        </p:spPr>
        <p:txBody>
          <a:bodyPr wrap="none" rtlCol="0">
            <a:spAutoFit/>
          </a:bodyPr>
          <a:lstStyle/>
          <a:p>
            <a:pPr algn="l"/>
            <a:r>
              <a:rPr kumimoji="1" lang="en" altLang="zh-CN" sz="2000" dirty="0">
                <a:solidFill>
                  <a:srgbClr val="1E344D"/>
                </a:solidFill>
                <a:latin typeface="FagoNoLf Med" pitchFamily="2" charset="0"/>
                <a:ea typeface="Alibaba PuHuiTi Medium" pitchFamily="18" charset="-122"/>
                <a:cs typeface="Alibaba PuHuiTi Medium" pitchFamily="18" charset="-122"/>
              </a:rPr>
              <a:t>Project Engineer</a:t>
            </a:r>
            <a:endParaRPr kumimoji="1" lang="zh-CN" altLang="en-US" sz="2000" dirty="0">
              <a:solidFill>
                <a:srgbClr val="1E344D"/>
              </a:solidFill>
              <a:latin typeface="FagoNoLf Med" pitchFamily="2" charset="0"/>
              <a:ea typeface="Alibaba PuHuiTi Medium" pitchFamily="18" charset="-122"/>
              <a:cs typeface="Alibaba PuHuiTi Medium" pitchFamily="18" charset="-122"/>
            </a:endParaRPr>
          </a:p>
        </p:txBody>
      </p:sp>
      <p:sp>
        <p:nvSpPr>
          <p:cNvPr id="51" name="矩形 50">
            <a:extLst>
              <a:ext uri="{FF2B5EF4-FFF2-40B4-BE49-F238E27FC236}">
                <a16:creationId xmlns:a16="http://schemas.microsoft.com/office/drawing/2014/main" id="{51C4EB91-E8EA-0F49-330A-B31632087E48}"/>
              </a:ext>
            </a:extLst>
          </p:cNvPr>
          <p:cNvSpPr/>
          <p:nvPr/>
        </p:nvSpPr>
        <p:spPr>
          <a:xfrm flipV="1">
            <a:off x="365267" y="2427725"/>
            <a:ext cx="1943100"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cxnSp>
        <p:nvCxnSpPr>
          <p:cNvPr id="52" name="直线箭头连接符 51">
            <a:extLst>
              <a:ext uri="{FF2B5EF4-FFF2-40B4-BE49-F238E27FC236}">
                <a16:creationId xmlns:a16="http://schemas.microsoft.com/office/drawing/2014/main" id="{78345D3A-BC7F-9D7F-9C54-34327E1642D7}"/>
              </a:ext>
            </a:extLst>
          </p:cNvPr>
          <p:cNvCxnSpPr>
            <a:cxnSpLocks/>
          </p:cNvCxnSpPr>
          <p:nvPr/>
        </p:nvCxnSpPr>
        <p:spPr>
          <a:xfrm>
            <a:off x="2629786" y="2245832"/>
            <a:ext cx="9214884" cy="0"/>
          </a:xfrm>
          <a:prstGeom prst="straightConnector1">
            <a:avLst/>
          </a:prstGeom>
          <a:ln w="3175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54" name="矩形 53">
            <a:extLst>
              <a:ext uri="{FF2B5EF4-FFF2-40B4-BE49-F238E27FC236}">
                <a16:creationId xmlns:a16="http://schemas.microsoft.com/office/drawing/2014/main" id="{368CBDB0-ECE6-51D2-9CD2-5FDE3F4CB60F}"/>
              </a:ext>
            </a:extLst>
          </p:cNvPr>
          <p:cNvSpPr/>
          <p:nvPr/>
        </p:nvSpPr>
        <p:spPr>
          <a:xfrm flipV="1">
            <a:off x="2639616"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5" name="矩形 54">
            <a:extLst>
              <a:ext uri="{FF2B5EF4-FFF2-40B4-BE49-F238E27FC236}">
                <a16:creationId xmlns:a16="http://schemas.microsoft.com/office/drawing/2014/main" id="{DA68C591-B90B-7FE3-C146-475F7F905E9A}"/>
              </a:ext>
            </a:extLst>
          </p:cNvPr>
          <p:cNvSpPr/>
          <p:nvPr/>
        </p:nvSpPr>
        <p:spPr>
          <a:xfrm flipV="1">
            <a:off x="4551934"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6" name="矩形 55">
            <a:extLst>
              <a:ext uri="{FF2B5EF4-FFF2-40B4-BE49-F238E27FC236}">
                <a16:creationId xmlns:a16="http://schemas.microsoft.com/office/drawing/2014/main" id="{FDB82EEC-390F-72B0-C28B-94CE14B75444}"/>
              </a:ext>
            </a:extLst>
          </p:cNvPr>
          <p:cNvSpPr/>
          <p:nvPr/>
        </p:nvSpPr>
        <p:spPr>
          <a:xfrm flipV="1">
            <a:off x="6456040"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7" name="矩形 56">
            <a:extLst>
              <a:ext uri="{FF2B5EF4-FFF2-40B4-BE49-F238E27FC236}">
                <a16:creationId xmlns:a16="http://schemas.microsoft.com/office/drawing/2014/main" id="{B03B7E9E-487B-40B1-5D6A-0A5482E916D4}"/>
              </a:ext>
            </a:extLst>
          </p:cNvPr>
          <p:cNvSpPr/>
          <p:nvPr/>
        </p:nvSpPr>
        <p:spPr>
          <a:xfrm flipV="1">
            <a:off x="8304563" y="2427724"/>
            <a:ext cx="1730365"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58" name="矩形 57">
            <a:extLst>
              <a:ext uri="{FF2B5EF4-FFF2-40B4-BE49-F238E27FC236}">
                <a16:creationId xmlns:a16="http://schemas.microsoft.com/office/drawing/2014/main" id="{0CF00812-C2E1-16F7-E682-B3B8C768B809}"/>
              </a:ext>
            </a:extLst>
          </p:cNvPr>
          <p:cNvSpPr/>
          <p:nvPr/>
        </p:nvSpPr>
        <p:spPr>
          <a:xfrm flipV="1">
            <a:off x="10187404" y="2427723"/>
            <a:ext cx="1678531" cy="11022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aphicFrame>
        <p:nvGraphicFramePr>
          <p:cNvPr id="451" name="图表 450">
            <a:extLst>
              <a:ext uri="{FF2B5EF4-FFF2-40B4-BE49-F238E27FC236}">
                <a16:creationId xmlns:a16="http://schemas.microsoft.com/office/drawing/2014/main" id="{5E83D469-5A35-1392-4609-397CEB57F7DA}"/>
              </a:ext>
            </a:extLst>
          </p:cNvPr>
          <p:cNvGraphicFramePr/>
          <p:nvPr/>
        </p:nvGraphicFramePr>
        <p:xfrm>
          <a:off x="2567608" y="3708400"/>
          <a:ext cx="1690067" cy="3017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57" name="图表 456">
            <a:extLst>
              <a:ext uri="{FF2B5EF4-FFF2-40B4-BE49-F238E27FC236}">
                <a16:creationId xmlns:a16="http://schemas.microsoft.com/office/drawing/2014/main" id="{6E65009D-F718-08B2-4EC7-099720F66425}"/>
              </a:ext>
            </a:extLst>
          </p:cNvPr>
          <p:cNvGraphicFramePr/>
          <p:nvPr/>
        </p:nvGraphicFramePr>
        <p:xfrm>
          <a:off x="6498332" y="3708400"/>
          <a:ext cx="1702693" cy="3017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8" name="图表 457">
            <a:extLst>
              <a:ext uri="{FF2B5EF4-FFF2-40B4-BE49-F238E27FC236}">
                <a16:creationId xmlns:a16="http://schemas.microsoft.com/office/drawing/2014/main" id="{D97393D8-E056-08EF-132A-1AB304EBB03D}"/>
              </a:ext>
            </a:extLst>
          </p:cNvPr>
          <p:cNvGraphicFramePr/>
          <p:nvPr/>
        </p:nvGraphicFramePr>
        <p:xfrm>
          <a:off x="4539828" y="3708400"/>
          <a:ext cx="1703809" cy="3017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9" name="图表 458">
            <a:extLst>
              <a:ext uri="{FF2B5EF4-FFF2-40B4-BE49-F238E27FC236}">
                <a16:creationId xmlns:a16="http://schemas.microsoft.com/office/drawing/2014/main" id="{D8E6946F-468F-25EA-6487-8EF84BD46471}"/>
              </a:ext>
            </a:extLst>
          </p:cNvPr>
          <p:cNvGraphicFramePr/>
          <p:nvPr/>
        </p:nvGraphicFramePr>
        <p:xfrm>
          <a:off x="10171336" y="3708400"/>
          <a:ext cx="1687290" cy="301751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60" name="图表 459">
            <a:extLst>
              <a:ext uri="{FF2B5EF4-FFF2-40B4-BE49-F238E27FC236}">
                <a16:creationId xmlns:a16="http://schemas.microsoft.com/office/drawing/2014/main" id="{21DEBA34-99BC-A0E8-1A99-78A17B07D51B}"/>
              </a:ext>
            </a:extLst>
          </p:cNvPr>
          <p:cNvGraphicFramePr/>
          <p:nvPr/>
        </p:nvGraphicFramePr>
        <p:xfrm>
          <a:off x="8228211" y="3708400"/>
          <a:ext cx="1687290" cy="3017519"/>
        </p:xfrm>
        <a:graphic>
          <a:graphicData uri="http://schemas.openxmlformats.org/drawingml/2006/chart">
            <c:chart xmlns:c="http://schemas.openxmlformats.org/drawingml/2006/chart" xmlns:r="http://schemas.openxmlformats.org/officeDocument/2006/relationships" r:id="rId8"/>
          </a:graphicData>
        </a:graphic>
      </p:graphicFrame>
      <p:sp>
        <p:nvSpPr>
          <p:cNvPr id="472" name="文本框 471">
            <a:extLst>
              <a:ext uri="{FF2B5EF4-FFF2-40B4-BE49-F238E27FC236}">
                <a16:creationId xmlns:a16="http://schemas.microsoft.com/office/drawing/2014/main" id="{F0C9C89A-F62F-E2AB-FDED-D700105BB1D9}"/>
              </a:ext>
            </a:extLst>
          </p:cNvPr>
          <p:cNvSpPr txBox="1"/>
          <p:nvPr/>
        </p:nvSpPr>
        <p:spPr>
          <a:xfrm>
            <a:off x="2947021"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7" name="文本框 476">
            <a:extLst>
              <a:ext uri="{FF2B5EF4-FFF2-40B4-BE49-F238E27FC236}">
                <a16:creationId xmlns:a16="http://schemas.microsoft.com/office/drawing/2014/main" id="{B90AC988-E554-6D3F-A145-EB4823DB293D}"/>
              </a:ext>
            </a:extLst>
          </p:cNvPr>
          <p:cNvSpPr txBox="1"/>
          <p:nvPr/>
        </p:nvSpPr>
        <p:spPr>
          <a:xfrm>
            <a:off x="2712195"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A</a:t>
            </a:r>
            <a:endParaRPr lang="zh-CN" altLang="en-US" sz="1600" dirty="0">
              <a:solidFill>
                <a:srgbClr val="1E344D"/>
              </a:solidFill>
            </a:endParaRPr>
          </a:p>
        </p:txBody>
      </p:sp>
      <p:sp>
        <p:nvSpPr>
          <p:cNvPr id="478" name="文本框 477">
            <a:extLst>
              <a:ext uri="{FF2B5EF4-FFF2-40B4-BE49-F238E27FC236}">
                <a16:creationId xmlns:a16="http://schemas.microsoft.com/office/drawing/2014/main" id="{25426B11-8601-ACDC-87BB-62A7E7E9DA34}"/>
              </a:ext>
            </a:extLst>
          </p:cNvPr>
          <p:cNvSpPr txBox="1"/>
          <p:nvPr/>
        </p:nvSpPr>
        <p:spPr>
          <a:xfrm>
            <a:off x="4871864"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79" name="文本框 478">
            <a:extLst>
              <a:ext uri="{FF2B5EF4-FFF2-40B4-BE49-F238E27FC236}">
                <a16:creationId xmlns:a16="http://schemas.microsoft.com/office/drawing/2014/main" id="{E31A3DBB-C94A-7771-445C-7B430762E000}"/>
              </a:ext>
            </a:extLst>
          </p:cNvPr>
          <p:cNvSpPr txBox="1"/>
          <p:nvPr/>
        </p:nvSpPr>
        <p:spPr>
          <a:xfrm>
            <a:off x="4637038"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B</a:t>
            </a:r>
            <a:endParaRPr lang="zh-CN" altLang="en-US" sz="1600" dirty="0">
              <a:solidFill>
                <a:srgbClr val="1E344D"/>
              </a:solidFill>
            </a:endParaRPr>
          </a:p>
        </p:txBody>
      </p:sp>
      <p:sp>
        <p:nvSpPr>
          <p:cNvPr id="480" name="文本框 479">
            <a:extLst>
              <a:ext uri="{FF2B5EF4-FFF2-40B4-BE49-F238E27FC236}">
                <a16:creationId xmlns:a16="http://schemas.microsoft.com/office/drawing/2014/main" id="{EC1C9654-57EA-9BC8-2558-3ADFF1577714}"/>
              </a:ext>
            </a:extLst>
          </p:cNvPr>
          <p:cNvSpPr txBox="1"/>
          <p:nvPr/>
        </p:nvSpPr>
        <p:spPr>
          <a:xfrm>
            <a:off x="6762926"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1" name="文本框 480">
            <a:extLst>
              <a:ext uri="{FF2B5EF4-FFF2-40B4-BE49-F238E27FC236}">
                <a16:creationId xmlns:a16="http://schemas.microsoft.com/office/drawing/2014/main" id="{B3E1CF3D-E324-A5FB-73C0-14FAB393D485}"/>
              </a:ext>
            </a:extLst>
          </p:cNvPr>
          <p:cNvSpPr txBox="1"/>
          <p:nvPr/>
        </p:nvSpPr>
        <p:spPr>
          <a:xfrm>
            <a:off x="6528100"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C</a:t>
            </a:r>
            <a:endParaRPr lang="zh-CN" altLang="en-US" sz="1600" dirty="0">
              <a:solidFill>
                <a:srgbClr val="1E344D"/>
              </a:solidFill>
            </a:endParaRPr>
          </a:p>
        </p:txBody>
      </p:sp>
      <p:sp>
        <p:nvSpPr>
          <p:cNvPr id="482" name="文本框 481">
            <a:extLst>
              <a:ext uri="{FF2B5EF4-FFF2-40B4-BE49-F238E27FC236}">
                <a16:creationId xmlns:a16="http://schemas.microsoft.com/office/drawing/2014/main" id="{4275706B-A76F-C139-EB04-2921754BA813}"/>
              </a:ext>
            </a:extLst>
          </p:cNvPr>
          <p:cNvSpPr txBox="1"/>
          <p:nvPr/>
        </p:nvSpPr>
        <p:spPr>
          <a:xfrm>
            <a:off x="8616280" y="2543765"/>
            <a:ext cx="1342175"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3" name="文本框 482">
            <a:extLst>
              <a:ext uri="{FF2B5EF4-FFF2-40B4-BE49-F238E27FC236}">
                <a16:creationId xmlns:a16="http://schemas.microsoft.com/office/drawing/2014/main" id="{4CFBBC08-DC31-0D40-58E7-00619BFA63D7}"/>
              </a:ext>
            </a:extLst>
          </p:cNvPr>
          <p:cNvSpPr txBox="1"/>
          <p:nvPr/>
        </p:nvSpPr>
        <p:spPr>
          <a:xfrm>
            <a:off x="8381454"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D</a:t>
            </a:r>
            <a:endParaRPr lang="zh-CN" altLang="en-US" sz="1600" dirty="0">
              <a:solidFill>
                <a:srgbClr val="1E344D"/>
              </a:solidFill>
            </a:endParaRPr>
          </a:p>
        </p:txBody>
      </p:sp>
      <p:sp>
        <p:nvSpPr>
          <p:cNvPr id="484" name="文本框 483">
            <a:extLst>
              <a:ext uri="{FF2B5EF4-FFF2-40B4-BE49-F238E27FC236}">
                <a16:creationId xmlns:a16="http://schemas.microsoft.com/office/drawing/2014/main" id="{7933BE6E-4601-E2EC-1F53-17F24AF748CF}"/>
              </a:ext>
            </a:extLst>
          </p:cNvPr>
          <p:cNvSpPr txBox="1"/>
          <p:nvPr/>
        </p:nvSpPr>
        <p:spPr>
          <a:xfrm>
            <a:off x="10416481" y="2543765"/>
            <a:ext cx="970658" cy="830997"/>
          </a:xfrm>
          <a:prstGeom prst="rect">
            <a:avLst/>
          </a:prstGeom>
          <a:noFill/>
        </p:spPr>
        <p:txBody>
          <a:bodyPr wrap="square" rtlCol="0">
            <a:spAutoFit/>
          </a:bodyPr>
          <a:lstStyle/>
          <a:p>
            <a:r>
              <a:rPr kumimoji="1" lang="en" altLang="zh-CN" sz="1200" dirty="0">
                <a:solidFill>
                  <a:srgbClr val="1E344D"/>
                </a:solidFill>
                <a:latin typeface="Alibaba PuHuiTi Medium" pitchFamily="18" charset="-122"/>
                <a:ea typeface="Alibaba PuHuiTi Medium" pitchFamily="18" charset="-122"/>
                <a:cs typeface="Alibaba PuHuiTi Medium" pitchFamily="18" charset="-122"/>
              </a:rPr>
              <a:t>Here you can write the case that</a:t>
            </a:r>
            <a:endParaRPr kumimoji="1" lang="zh-CN" altLang="en-US" sz="1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85" name="文本框 484">
            <a:extLst>
              <a:ext uri="{FF2B5EF4-FFF2-40B4-BE49-F238E27FC236}">
                <a16:creationId xmlns:a16="http://schemas.microsoft.com/office/drawing/2014/main" id="{DEF8E306-B640-EC7F-7F24-557F79AA4194}"/>
              </a:ext>
            </a:extLst>
          </p:cNvPr>
          <p:cNvSpPr txBox="1"/>
          <p:nvPr/>
        </p:nvSpPr>
        <p:spPr>
          <a:xfrm>
            <a:off x="10181654" y="2528888"/>
            <a:ext cx="288181" cy="338554"/>
          </a:xfrm>
          <a:prstGeom prst="rect">
            <a:avLst/>
          </a:prstGeom>
          <a:noFill/>
        </p:spPr>
        <p:txBody>
          <a:bodyPr wrap="square">
            <a:spAutoFit/>
          </a:bodyPr>
          <a:lstStyle/>
          <a:p>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E</a:t>
            </a:r>
            <a:endParaRPr lang="zh-CN" altLang="en-US" sz="1600" dirty="0">
              <a:solidFill>
                <a:srgbClr val="1E344D"/>
              </a:solidFill>
            </a:endParaRPr>
          </a:p>
        </p:txBody>
      </p:sp>
      <p:sp>
        <p:nvSpPr>
          <p:cNvPr id="492" name="文本框 491">
            <a:extLst>
              <a:ext uri="{FF2B5EF4-FFF2-40B4-BE49-F238E27FC236}">
                <a16:creationId xmlns:a16="http://schemas.microsoft.com/office/drawing/2014/main" id="{2F86BA2A-F451-BD08-908E-E88EE2FB806F}"/>
              </a:ext>
            </a:extLst>
          </p:cNvPr>
          <p:cNvSpPr txBox="1"/>
          <p:nvPr/>
        </p:nvSpPr>
        <p:spPr>
          <a:xfrm>
            <a:off x="490954" y="2876485"/>
            <a:ext cx="1133644" cy="646331"/>
          </a:xfrm>
          <a:prstGeom prst="rect">
            <a:avLst/>
          </a:prstGeom>
          <a:noFill/>
        </p:spPr>
        <p:txBody>
          <a:bodyPr wrap="none" rtlCol="0">
            <a:spAutoFit/>
          </a:bodyPr>
          <a:lstStyle/>
          <a:p>
            <a:r>
              <a:rPr kumimoji="1" lang="en-US" altLang="zh-CN" sz="3600" dirty="0">
                <a:solidFill>
                  <a:srgbClr val="1E344D"/>
                </a:solidFill>
                <a:latin typeface="Alibaba PuHuiTi Medium" pitchFamily="18" charset="-122"/>
                <a:ea typeface="Alibaba PuHuiTi Medium" pitchFamily="18" charset="-122"/>
                <a:cs typeface="Alibaba PuHuiTi Medium" pitchFamily="18" charset="-122"/>
              </a:rPr>
              <a:t>+7.5</a:t>
            </a:r>
            <a:endParaRPr kumimoji="1" lang="zh-CN" altLang="en-US" sz="3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3" name="文本框 492">
            <a:extLst>
              <a:ext uri="{FF2B5EF4-FFF2-40B4-BE49-F238E27FC236}">
                <a16:creationId xmlns:a16="http://schemas.microsoft.com/office/drawing/2014/main" id="{4AC7B39C-E8C1-5676-C27F-A941F015CDC4}"/>
              </a:ext>
            </a:extLst>
          </p:cNvPr>
          <p:cNvSpPr txBox="1"/>
          <p:nvPr/>
        </p:nvSpPr>
        <p:spPr>
          <a:xfrm>
            <a:off x="1424115" y="3041377"/>
            <a:ext cx="375424" cy="369332"/>
          </a:xfrm>
          <a:prstGeom prst="rect">
            <a:avLst/>
          </a:prstGeom>
          <a:noFill/>
        </p:spPr>
        <p:txBody>
          <a:bodyPr wrap="none" rtlCol="0">
            <a:spAutoFit/>
          </a:bodyPr>
          <a:lstStyle/>
          <a:p>
            <a:r>
              <a:rPr kumimoji="1" lang="en-US" altLang="zh-CN" dirty="0">
                <a:solidFill>
                  <a:srgbClr val="1E344D"/>
                </a:solidFill>
                <a:latin typeface="Alibaba PuHuiTi Medium" pitchFamily="18" charset="-122"/>
                <a:ea typeface="Alibaba PuHuiTi Medium" pitchFamily="18" charset="-122"/>
                <a:cs typeface="Alibaba PuHuiTi Medium" pitchFamily="18" charset="-122"/>
              </a:rPr>
              <a:t>%</a:t>
            </a:r>
            <a:endParaRPr kumimoji="1" lang="zh-CN" altLang="en-US"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94" name="矩形 493">
            <a:extLst>
              <a:ext uri="{FF2B5EF4-FFF2-40B4-BE49-F238E27FC236}">
                <a16:creationId xmlns:a16="http://schemas.microsoft.com/office/drawing/2014/main" id="{5798775A-3D6B-7DB2-4BF6-BD007BE9696E}"/>
              </a:ext>
            </a:extLst>
          </p:cNvPr>
          <p:cNvSpPr/>
          <p:nvPr/>
        </p:nvSpPr>
        <p:spPr>
          <a:xfrm>
            <a:off x="1755722" y="2965944"/>
            <a:ext cx="412230" cy="41223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sp>
        <p:nvSpPr>
          <p:cNvPr id="495" name="上箭头 494">
            <a:extLst>
              <a:ext uri="{FF2B5EF4-FFF2-40B4-BE49-F238E27FC236}">
                <a16:creationId xmlns:a16="http://schemas.microsoft.com/office/drawing/2014/main" id="{5FE213D6-1648-BDDC-7ED3-A56001C091D3}"/>
              </a:ext>
            </a:extLst>
          </p:cNvPr>
          <p:cNvSpPr/>
          <p:nvPr/>
        </p:nvSpPr>
        <p:spPr>
          <a:xfrm rot="3296920">
            <a:off x="1847110" y="2988138"/>
            <a:ext cx="267596" cy="324091"/>
          </a:xfrm>
          <a:prstGeom prst="upArrow">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96" name="文本框 495">
            <a:extLst>
              <a:ext uri="{FF2B5EF4-FFF2-40B4-BE49-F238E27FC236}">
                <a16:creationId xmlns:a16="http://schemas.microsoft.com/office/drawing/2014/main" id="{D0C55204-57A6-285D-C66F-767EEFABEB63}"/>
              </a:ext>
            </a:extLst>
          </p:cNvPr>
          <p:cNvSpPr txBox="1"/>
          <p:nvPr/>
        </p:nvSpPr>
        <p:spPr>
          <a:xfrm>
            <a:off x="504670" y="2521405"/>
            <a:ext cx="1223412"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PROFIT</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任意形状 4">
            <a:extLst>
              <a:ext uri="{FF2B5EF4-FFF2-40B4-BE49-F238E27FC236}">
                <a16:creationId xmlns:a16="http://schemas.microsoft.com/office/drawing/2014/main" id="{2F81A4D8-A409-5CF9-7795-A2EF79905339}"/>
              </a:ext>
            </a:extLst>
          </p:cNvPr>
          <p:cNvSpPr/>
          <p:nvPr/>
        </p:nvSpPr>
        <p:spPr>
          <a:xfrm rot="5400000">
            <a:off x="-5015" y="4129476"/>
            <a:ext cx="2804160" cy="2063607"/>
          </a:xfrm>
          <a:custGeom>
            <a:avLst/>
            <a:gdLst>
              <a:gd name="connsiteX0" fmla="*/ 0 w 2940945"/>
              <a:gd name="connsiteY0" fmla="*/ 2138831 h 2138831"/>
              <a:gd name="connsiteX1" fmla="*/ 0 w 2940945"/>
              <a:gd name="connsiteY1" fmla="*/ 195731 h 2138831"/>
              <a:gd name="connsiteX2" fmla="*/ 1076474 w 2940945"/>
              <a:gd name="connsiteY2" fmla="*/ 195732 h 2138831"/>
              <a:gd name="connsiteX3" fmla="*/ 1419804 w 2940945"/>
              <a:gd name="connsiteY3" fmla="*/ 0 h 2138831"/>
              <a:gd name="connsiteX4" fmla="*/ 1763135 w 2940945"/>
              <a:gd name="connsiteY4" fmla="*/ 195732 h 2138831"/>
              <a:gd name="connsiteX5" fmla="*/ 2940945 w 2940945"/>
              <a:gd name="connsiteY5" fmla="*/ 195732 h 2138831"/>
              <a:gd name="connsiteX6" fmla="*/ 2940945 w 2940945"/>
              <a:gd name="connsiteY6" fmla="*/ 2138831 h 2138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945" h="2138831">
                <a:moveTo>
                  <a:pt x="0" y="2138831"/>
                </a:moveTo>
                <a:lnTo>
                  <a:pt x="0" y="195731"/>
                </a:lnTo>
                <a:lnTo>
                  <a:pt x="1076474" y="195732"/>
                </a:lnTo>
                <a:lnTo>
                  <a:pt x="1419804" y="0"/>
                </a:lnTo>
                <a:lnTo>
                  <a:pt x="1763135" y="195732"/>
                </a:lnTo>
                <a:lnTo>
                  <a:pt x="2940945" y="195732"/>
                </a:lnTo>
                <a:lnTo>
                  <a:pt x="2940945" y="2138831"/>
                </a:lnTo>
                <a:close/>
              </a:path>
            </a:pathLst>
          </a:custGeom>
          <a:solidFill>
            <a:srgbClr val="BB3023"/>
          </a:solidFill>
          <a:ln w="34925">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p>
        </p:txBody>
      </p:sp>
      <p:pic>
        <p:nvPicPr>
          <p:cNvPr id="9" name="图片 8">
            <a:extLst>
              <a:ext uri="{FF2B5EF4-FFF2-40B4-BE49-F238E27FC236}">
                <a16:creationId xmlns:a16="http://schemas.microsoft.com/office/drawing/2014/main" id="{3EC7A36E-61DA-6F1C-5340-20A983AC0573}"/>
              </a:ext>
            </a:extLst>
          </p:cNvPr>
          <p:cNvPicPr>
            <a:picLocks noChangeAspect="1"/>
          </p:cNvPicPr>
          <p:nvPr/>
        </p:nvPicPr>
        <p:blipFill>
          <a:blip r:embed="rId9"/>
          <a:stretch>
            <a:fillRect/>
          </a:stretch>
        </p:blipFill>
        <p:spPr>
          <a:xfrm>
            <a:off x="11384023" y="2825011"/>
            <a:ext cx="433729" cy="591449"/>
          </a:xfrm>
          <a:prstGeom prst="rect">
            <a:avLst/>
          </a:prstGeom>
        </p:spPr>
      </p:pic>
      <p:sp>
        <p:nvSpPr>
          <p:cNvPr id="2" name="文本框 1">
            <a:extLst>
              <a:ext uri="{FF2B5EF4-FFF2-40B4-BE49-F238E27FC236}">
                <a16:creationId xmlns:a16="http://schemas.microsoft.com/office/drawing/2014/main" id="{6B27011F-35E8-F0FB-503F-C25021ABF0E1}"/>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F7013908-C110-D229-B152-C5382FF12BCA}"/>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F15D4803-BD38-780C-8A33-D58F28B19129}"/>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6" name="直线连接符 5">
            <a:extLst>
              <a:ext uri="{FF2B5EF4-FFF2-40B4-BE49-F238E27FC236}">
                <a16:creationId xmlns:a16="http://schemas.microsoft.com/office/drawing/2014/main" id="{345CC4E6-FF57-6D28-E785-F2B3D658C613}"/>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719193BC-7A11-14E0-070D-BB725A522EEA}"/>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0CB6799F-C5ED-44EF-14B1-9AD7C31C27BB}"/>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303D56D6-5E70-80C5-62DA-68C29633963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7167;p80">
              <a:extLst>
                <a:ext uri="{FF2B5EF4-FFF2-40B4-BE49-F238E27FC236}">
                  <a16:creationId xmlns:a16="http://schemas.microsoft.com/office/drawing/2014/main" id="{BC5AB77B-04B7-5486-6ED8-175F856119A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168;p80">
              <a:extLst>
                <a:ext uri="{FF2B5EF4-FFF2-40B4-BE49-F238E27FC236}">
                  <a16:creationId xmlns:a16="http://schemas.microsoft.com/office/drawing/2014/main" id="{361D9656-A0B4-0E67-2EAF-B6FCFEA99B6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7169;p80">
              <a:extLst>
                <a:ext uri="{FF2B5EF4-FFF2-40B4-BE49-F238E27FC236}">
                  <a16:creationId xmlns:a16="http://schemas.microsoft.com/office/drawing/2014/main" id="{CB99C940-0C5D-AE58-3D04-87381610F8C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 name="图片 22">
            <a:extLst>
              <a:ext uri="{FF2B5EF4-FFF2-40B4-BE49-F238E27FC236}">
                <a16:creationId xmlns:a16="http://schemas.microsoft.com/office/drawing/2014/main" id="{34EB8A17-F9B9-00E7-D911-50F865F82430}"/>
              </a:ext>
            </a:extLst>
          </p:cNvPr>
          <p:cNvPicPr>
            <a:picLocks noChangeAspect="1"/>
          </p:cNvPicPr>
          <p:nvPr/>
        </p:nvPicPr>
        <p:blipFill>
          <a:blip r:embed="rId10"/>
          <a:stretch>
            <a:fillRect/>
          </a:stretch>
        </p:blipFill>
        <p:spPr>
          <a:xfrm>
            <a:off x="517526" y="3838575"/>
            <a:ext cx="468311" cy="468311"/>
          </a:xfrm>
          <a:prstGeom prst="rect">
            <a:avLst/>
          </a:prstGeom>
        </p:spPr>
      </p:pic>
      <p:pic>
        <p:nvPicPr>
          <p:cNvPr id="24" name="图片 23">
            <a:extLst>
              <a:ext uri="{FF2B5EF4-FFF2-40B4-BE49-F238E27FC236}">
                <a16:creationId xmlns:a16="http://schemas.microsoft.com/office/drawing/2014/main" id="{5F78B075-82AC-6F3F-D71F-2F138A193C11}"/>
              </a:ext>
            </a:extLst>
          </p:cNvPr>
          <p:cNvPicPr>
            <a:picLocks noChangeAspect="1"/>
          </p:cNvPicPr>
          <p:nvPr/>
        </p:nvPicPr>
        <p:blipFill>
          <a:blip r:embed="rId11"/>
          <a:stretch>
            <a:fillRect/>
          </a:stretch>
        </p:blipFill>
        <p:spPr>
          <a:xfrm>
            <a:off x="502559" y="4757411"/>
            <a:ext cx="468311" cy="468311"/>
          </a:xfrm>
          <a:prstGeom prst="rect">
            <a:avLst/>
          </a:prstGeom>
        </p:spPr>
      </p:pic>
      <p:pic>
        <p:nvPicPr>
          <p:cNvPr id="25" name="图片 24">
            <a:extLst>
              <a:ext uri="{FF2B5EF4-FFF2-40B4-BE49-F238E27FC236}">
                <a16:creationId xmlns:a16="http://schemas.microsoft.com/office/drawing/2014/main" id="{181B36DA-E1C1-79FF-F5A9-CE230CC693ED}"/>
              </a:ext>
            </a:extLst>
          </p:cNvPr>
          <p:cNvPicPr>
            <a:picLocks noChangeAspect="1"/>
          </p:cNvPicPr>
          <p:nvPr/>
        </p:nvPicPr>
        <p:blipFill>
          <a:blip r:embed="rId10"/>
          <a:stretch>
            <a:fillRect/>
          </a:stretch>
        </p:blipFill>
        <p:spPr>
          <a:xfrm>
            <a:off x="531814" y="5645110"/>
            <a:ext cx="468311" cy="468311"/>
          </a:xfrm>
          <a:prstGeom prst="rect">
            <a:avLst/>
          </a:prstGeom>
        </p:spPr>
      </p:pic>
      <p:sp>
        <p:nvSpPr>
          <p:cNvPr id="26" name="文本框 25">
            <a:extLst>
              <a:ext uri="{FF2B5EF4-FFF2-40B4-BE49-F238E27FC236}">
                <a16:creationId xmlns:a16="http://schemas.microsoft.com/office/drawing/2014/main" id="{BC909C18-6CF8-735E-AA46-17BC4C115EA1}"/>
              </a:ext>
            </a:extLst>
          </p:cNvPr>
          <p:cNvSpPr txBox="1"/>
          <p:nvPr/>
        </p:nvSpPr>
        <p:spPr>
          <a:xfrm>
            <a:off x="398785" y="5183777"/>
            <a:ext cx="2201540" cy="415498"/>
          </a:xfrm>
          <a:prstGeom prst="rect">
            <a:avLst/>
          </a:prstGeom>
          <a:noFill/>
        </p:spPr>
        <p:txBody>
          <a:bodyPr wrap="square" rtlCol="0">
            <a:spAutoFit/>
          </a:bodyPr>
          <a:lstStyle/>
          <a:p>
            <a:r>
              <a:rPr kumimoji="1" lang="en" altLang="zh-CN" sz="105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68EC2AB2-9937-EAFE-9522-E3B780E8A972}"/>
              </a:ext>
            </a:extLst>
          </p:cNvPr>
          <p:cNvSpPr txBox="1"/>
          <p:nvPr/>
        </p:nvSpPr>
        <p:spPr>
          <a:xfrm>
            <a:off x="398785" y="6105734"/>
            <a:ext cx="1844685" cy="369332"/>
          </a:xfrm>
          <a:prstGeom prst="rect">
            <a:avLst/>
          </a:prstGeom>
          <a:noFill/>
        </p:spPr>
        <p:txBody>
          <a:bodyPr wrap="square" rtlCol="0">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8" name="文本框 27">
            <a:extLst>
              <a:ext uri="{FF2B5EF4-FFF2-40B4-BE49-F238E27FC236}">
                <a16:creationId xmlns:a16="http://schemas.microsoft.com/office/drawing/2014/main" id="{C32EF90E-6B2D-09F4-8FDC-F2FD4B257AF4}"/>
              </a:ext>
            </a:extLst>
          </p:cNvPr>
          <p:cNvSpPr txBox="1"/>
          <p:nvPr/>
        </p:nvSpPr>
        <p:spPr>
          <a:xfrm>
            <a:off x="983432" y="3789040"/>
            <a:ext cx="1133644" cy="646331"/>
          </a:xfrm>
          <a:prstGeom prst="rect">
            <a:avLst/>
          </a:prstGeom>
          <a:noFill/>
        </p:spPr>
        <p:txBody>
          <a:bodyPr wrap="none" rtlCol="0">
            <a:spAutoFit/>
          </a:bodyPr>
          <a:lstStyle/>
          <a:p>
            <a:r>
              <a:rPr kumimoji="1" lang="en-US" altLang="zh-CN" sz="3600" dirty="0">
                <a:solidFill>
                  <a:schemeClr val="bg1"/>
                </a:solidFill>
                <a:latin typeface="Alibaba PuHuiTi Medium" pitchFamily="18" charset="-122"/>
                <a:ea typeface="Alibaba PuHuiTi Medium" pitchFamily="18" charset="-122"/>
                <a:cs typeface="Alibaba PuHuiTi Medium" pitchFamily="18" charset="-122"/>
              </a:rPr>
              <a:t>+1.4</a:t>
            </a:r>
            <a:endParaRPr kumimoji="1" lang="zh-CN" altLang="en-US" sz="3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29" name="文本框 28">
            <a:extLst>
              <a:ext uri="{FF2B5EF4-FFF2-40B4-BE49-F238E27FC236}">
                <a16:creationId xmlns:a16="http://schemas.microsoft.com/office/drawing/2014/main" id="{773C1F36-8747-881B-9BE5-3106E656EDF9}"/>
              </a:ext>
            </a:extLst>
          </p:cNvPr>
          <p:cNvSpPr txBox="1"/>
          <p:nvPr/>
        </p:nvSpPr>
        <p:spPr>
          <a:xfrm>
            <a:off x="983432" y="4678010"/>
            <a:ext cx="1074333" cy="646331"/>
          </a:xfrm>
          <a:prstGeom prst="rect">
            <a:avLst/>
          </a:prstGeom>
          <a:noFill/>
        </p:spPr>
        <p:txBody>
          <a:bodyPr wrap="none" rtlCol="0">
            <a:spAutoFit/>
          </a:bodyPr>
          <a:lstStyle/>
          <a:p>
            <a:r>
              <a:rPr kumimoji="1" lang="en-US" altLang="zh-CN" sz="3600" dirty="0">
                <a:solidFill>
                  <a:schemeClr val="bg1"/>
                </a:solidFill>
                <a:latin typeface="Alibaba PuHuiTi Medium" pitchFamily="18" charset="-122"/>
                <a:ea typeface="Alibaba PuHuiTi Medium" pitchFamily="18" charset="-122"/>
                <a:cs typeface="Alibaba PuHuiTi Medium" pitchFamily="18" charset="-122"/>
              </a:rPr>
              <a:t>-3.1</a:t>
            </a:r>
            <a:endParaRPr kumimoji="1" lang="zh-CN" altLang="en-US" sz="3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0" name="文本框 29">
            <a:extLst>
              <a:ext uri="{FF2B5EF4-FFF2-40B4-BE49-F238E27FC236}">
                <a16:creationId xmlns:a16="http://schemas.microsoft.com/office/drawing/2014/main" id="{2E03FF00-023B-D1F9-4E68-1D2DD387838E}"/>
              </a:ext>
            </a:extLst>
          </p:cNvPr>
          <p:cNvSpPr txBox="1"/>
          <p:nvPr/>
        </p:nvSpPr>
        <p:spPr>
          <a:xfrm>
            <a:off x="954857" y="5550829"/>
            <a:ext cx="1133644" cy="646331"/>
          </a:xfrm>
          <a:prstGeom prst="rect">
            <a:avLst/>
          </a:prstGeom>
          <a:noFill/>
        </p:spPr>
        <p:txBody>
          <a:bodyPr wrap="none" rtlCol="0">
            <a:spAutoFit/>
          </a:bodyPr>
          <a:lstStyle/>
          <a:p>
            <a:r>
              <a:rPr kumimoji="1" lang="en-US" altLang="zh-CN" sz="3600" dirty="0">
                <a:solidFill>
                  <a:schemeClr val="bg1"/>
                </a:solidFill>
                <a:latin typeface="Alibaba PuHuiTi Medium" pitchFamily="18" charset="-122"/>
                <a:ea typeface="Alibaba PuHuiTi Medium" pitchFamily="18" charset="-122"/>
                <a:cs typeface="Alibaba PuHuiTi Medium" pitchFamily="18" charset="-122"/>
              </a:rPr>
              <a:t>+2.7</a:t>
            </a:r>
            <a:endParaRPr kumimoji="1" lang="zh-CN" altLang="en-US" sz="36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6" name="文本框 35">
            <a:extLst>
              <a:ext uri="{FF2B5EF4-FFF2-40B4-BE49-F238E27FC236}">
                <a16:creationId xmlns:a16="http://schemas.microsoft.com/office/drawing/2014/main" id="{07CEF47C-A69A-EF75-F033-C210CD836A6C}"/>
              </a:ext>
            </a:extLst>
          </p:cNvPr>
          <p:cNvSpPr txBox="1"/>
          <p:nvPr/>
        </p:nvSpPr>
        <p:spPr>
          <a:xfrm>
            <a:off x="1947817" y="4008470"/>
            <a:ext cx="375424"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38" name="文本框 37">
            <a:extLst>
              <a:ext uri="{FF2B5EF4-FFF2-40B4-BE49-F238E27FC236}">
                <a16:creationId xmlns:a16="http://schemas.microsoft.com/office/drawing/2014/main" id="{841E232A-CFDE-3040-C977-086298D4A776}"/>
              </a:ext>
            </a:extLst>
          </p:cNvPr>
          <p:cNvSpPr txBox="1"/>
          <p:nvPr/>
        </p:nvSpPr>
        <p:spPr>
          <a:xfrm>
            <a:off x="1847528" y="4894034"/>
            <a:ext cx="375424"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0" name="文本框 39">
            <a:extLst>
              <a:ext uri="{FF2B5EF4-FFF2-40B4-BE49-F238E27FC236}">
                <a16:creationId xmlns:a16="http://schemas.microsoft.com/office/drawing/2014/main" id="{47BDDE3E-1727-FE2C-2F65-C6A58CC768D0}"/>
              </a:ext>
            </a:extLst>
          </p:cNvPr>
          <p:cNvSpPr txBox="1"/>
          <p:nvPr/>
        </p:nvSpPr>
        <p:spPr>
          <a:xfrm>
            <a:off x="1888642" y="5730836"/>
            <a:ext cx="375424" cy="369332"/>
          </a:xfrm>
          <a:prstGeom prst="rect">
            <a:avLst/>
          </a:prstGeom>
          <a:noFill/>
        </p:spPr>
        <p:txBody>
          <a:bodyPr wrap="none" rtlCol="0">
            <a:spAutoFit/>
          </a:bodyPr>
          <a:lstStyle/>
          <a:p>
            <a:r>
              <a:rPr kumimoji="1" lang="en-US" altLang="zh-CN" dirty="0">
                <a:solidFill>
                  <a:schemeClr val="bg1"/>
                </a:solidFill>
                <a:latin typeface="Alibaba PuHuiTi Medium" pitchFamily="18" charset="-122"/>
                <a:ea typeface="Alibaba PuHuiTi Medium" pitchFamily="18" charset="-122"/>
                <a:cs typeface="Alibaba PuHuiTi Medium" pitchFamily="18" charset="-122"/>
              </a:rPr>
              <a:t>%</a:t>
            </a:r>
            <a:endParaRPr kumimoji="1" lang="zh-CN" altLang="en-US"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203749DC-99B1-C970-01F4-6E602C34F596}"/>
              </a:ext>
            </a:extLst>
          </p:cNvPr>
          <p:cNvSpPr txBox="1"/>
          <p:nvPr/>
        </p:nvSpPr>
        <p:spPr>
          <a:xfrm>
            <a:off x="398785" y="4311941"/>
            <a:ext cx="1844685" cy="369332"/>
          </a:xfrm>
          <a:prstGeom prst="rect">
            <a:avLst/>
          </a:prstGeom>
          <a:noFill/>
        </p:spPr>
        <p:txBody>
          <a:bodyPr wrap="square" rtlCol="0">
            <a:spAutoFit/>
          </a:bodyPr>
          <a:lstStyle/>
          <a:p>
            <a:r>
              <a:rPr kumimoji="1" lang="en" altLang="zh-CN" sz="900" dirty="0">
                <a:solidFill>
                  <a:schemeClr val="bg1"/>
                </a:solidFill>
                <a:latin typeface="Alibaba PuHuiTi Medium" pitchFamily="18" charset="-122"/>
                <a:ea typeface="Alibaba PuHuiTi Medium" pitchFamily="18" charset="-122"/>
                <a:cs typeface="Alibaba PuHuiTi Medium" pitchFamily="18" charset="-122"/>
              </a:rPr>
              <a:t>Here you can write the case that you think is correct</a:t>
            </a:r>
            <a:endParaRPr kumimoji="1" lang="zh-CN" altLang="en-US" sz="900" dirty="0">
              <a:solidFill>
                <a:schemeClr val="bg1"/>
              </a:solidFill>
              <a:latin typeface="Alibaba PuHuiTi Medium" pitchFamily="18" charset="-122"/>
              <a:ea typeface="Alibaba PuHuiTi Medium" pitchFamily="18" charset="-122"/>
              <a:cs typeface="Alibaba PuHuiTi Medium" pitchFamily="18" charset="-122"/>
            </a:endParaRPr>
          </a:p>
        </p:txBody>
      </p:sp>
    </p:spTree>
    <p:extLst>
      <p:ext uri="{BB962C8B-B14F-4D97-AF65-F5344CB8AC3E}">
        <p14:creationId xmlns:p14="http://schemas.microsoft.com/office/powerpoint/2010/main" val="3538955093"/>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图片 24">
            <a:extLst>
              <a:ext uri="{FF2B5EF4-FFF2-40B4-BE49-F238E27FC236}">
                <a16:creationId xmlns:a16="http://schemas.microsoft.com/office/drawing/2014/main" id="{2EDC4F88-679D-E7C9-2E11-15D3F9F92A70}"/>
              </a:ext>
            </a:extLst>
          </p:cNvPr>
          <p:cNvPicPr>
            <a:picLocks noChangeAspect="1"/>
          </p:cNvPicPr>
          <p:nvPr/>
        </p:nvPicPr>
        <p:blipFill>
          <a:blip r:embed="rId3"/>
          <a:stretch>
            <a:fillRect/>
          </a:stretch>
        </p:blipFill>
        <p:spPr>
          <a:xfrm>
            <a:off x="10827731" y="4336440"/>
            <a:ext cx="1193800" cy="1905000"/>
          </a:xfrm>
          <a:prstGeom prst="rect">
            <a:avLst/>
          </a:prstGeom>
        </p:spPr>
      </p:pic>
      <p:graphicFrame>
        <p:nvGraphicFramePr>
          <p:cNvPr id="4" name="图表 3">
            <a:extLst>
              <a:ext uri="{FF2B5EF4-FFF2-40B4-BE49-F238E27FC236}">
                <a16:creationId xmlns:a16="http://schemas.microsoft.com/office/drawing/2014/main" id="{1A60B490-C46E-E15E-1E37-8B186305A07C}"/>
              </a:ext>
            </a:extLst>
          </p:cNvPr>
          <p:cNvGraphicFramePr/>
          <p:nvPr>
            <p:extLst>
              <p:ext uri="{D42A27DB-BD31-4B8C-83A1-F6EECF244321}">
                <p14:modId xmlns:p14="http://schemas.microsoft.com/office/powerpoint/2010/main" val="1103270576"/>
              </p:ext>
            </p:extLst>
          </p:nvPr>
        </p:nvGraphicFramePr>
        <p:xfrm>
          <a:off x="3391382" y="196770"/>
          <a:ext cx="5486400" cy="6529151"/>
        </p:xfrm>
        <a:graphic>
          <a:graphicData uri="http://schemas.openxmlformats.org/drawingml/2006/chart">
            <c:chart xmlns:c="http://schemas.openxmlformats.org/drawingml/2006/chart" xmlns:r="http://schemas.openxmlformats.org/officeDocument/2006/relationships" r:id="rId4"/>
          </a:graphicData>
        </a:graphic>
      </p:graphicFrame>
      <p:sp>
        <p:nvSpPr>
          <p:cNvPr id="36" name="矩形 35">
            <a:extLst>
              <a:ext uri="{FF2B5EF4-FFF2-40B4-BE49-F238E27FC236}">
                <a16:creationId xmlns:a16="http://schemas.microsoft.com/office/drawing/2014/main" id="{E397B027-4CD6-AEF7-E71D-13306B2B0CEB}"/>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文本框 5">
            <a:extLst>
              <a:ext uri="{FF2B5EF4-FFF2-40B4-BE49-F238E27FC236}">
                <a16:creationId xmlns:a16="http://schemas.microsoft.com/office/drawing/2014/main" id="{71D9F6C4-266B-C70B-2F4D-816648F8571F}"/>
              </a:ext>
            </a:extLst>
          </p:cNvPr>
          <p:cNvSpPr txBox="1"/>
          <p:nvPr/>
        </p:nvSpPr>
        <p:spPr>
          <a:xfrm>
            <a:off x="3807428" y="5405376"/>
            <a:ext cx="1134962" cy="307777"/>
          </a:xfrm>
          <a:prstGeom prst="rect">
            <a:avLst/>
          </a:prstGeom>
          <a:noFill/>
          <a:ln>
            <a:noFill/>
          </a:ln>
        </p:spPr>
        <p:txBody>
          <a:bodyPr wrap="square">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PROJECT</a:t>
            </a:r>
            <a:r>
              <a:rPr kumimoji="1" lang="en-US" altLang="zh-CN" sz="1400" dirty="0">
                <a:solidFill>
                  <a:srgbClr val="C5C8CC"/>
                </a:solidFill>
                <a:latin typeface="Alibaba PuHuiTi Medium" pitchFamily="18" charset="-122"/>
                <a:ea typeface="Alibaba PuHuiTi Medium" pitchFamily="18" charset="-122"/>
                <a:cs typeface="Alibaba PuHuiTi Medium" pitchFamily="18" charset="-122"/>
              </a:rPr>
              <a:t>-A</a:t>
            </a:r>
            <a:endParaRPr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2CC0FA26-7061-ED2D-FD6C-1F371542E162}"/>
              </a:ext>
            </a:extLst>
          </p:cNvPr>
          <p:cNvSpPr txBox="1"/>
          <p:nvPr/>
        </p:nvSpPr>
        <p:spPr>
          <a:xfrm>
            <a:off x="5069858" y="3776129"/>
            <a:ext cx="1134962" cy="307777"/>
          </a:xfrm>
          <a:prstGeom prst="rect">
            <a:avLst/>
          </a:prstGeom>
          <a:noFill/>
          <a:ln>
            <a:noFill/>
          </a:ln>
        </p:spPr>
        <p:txBody>
          <a:bodyPr wrap="square">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PROJECT</a:t>
            </a:r>
            <a:r>
              <a:rPr kumimoji="1" lang="en-US" altLang="zh-CN" sz="1400" dirty="0">
                <a:solidFill>
                  <a:srgbClr val="C5C8CC"/>
                </a:solidFill>
                <a:latin typeface="Alibaba PuHuiTi Medium" pitchFamily="18" charset="-122"/>
                <a:ea typeface="Alibaba PuHuiTi Medium" pitchFamily="18" charset="-122"/>
                <a:cs typeface="Alibaba PuHuiTi Medium" pitchFamily="18" charset="-122"/>
              </a:rPr>
              <a:t>-B</a:t>
            </a:r>
            <a:endParaRPr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3321F40F-8A96-57DA-D12B-5DE5D7F9E2D3}"/>
              </a:ext>
            </a:extLst>
          </p:cNvPr>
          <p:cNvSpPr txBox="1"/>
          <p:nvPr/>
        </p:nvSpPr>
        <p:spPr>
          <a:xfrm>
            <a:off x="6305569" y="2951878"/>
            <a:ext cx="1134962" cy="307777"/>
          </a:xfrm>
          <a:prstGeom prst="rect">
            <a:avLst/>
          </a:prstGeom>
          <a:noFill/>
          <a:ln>
            <a:noFill/>
          </a:ln>
        </p:spPr>
        <p:txBody>
          <a:bodyPr wrap="square">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PROJECT</a:t>
            </a:r>
            <a:r>
              <a:rPr kumimoji="1" lang="en-US" altLang="zh-CN" sz="1400" dirty="0">
                <a:solidFill>
                  <a:srgbClr val="C5C8CC"/>
                </a:solidFill>
                <a:latin typeface="Alibaba PuHuiTi Medium" pitchFamily="18" charset="-122"/>
                <a:ea typeface="Alibaba PuHuiTi Medium" pitchFamily="18" charset="-122"/>
                <a:cs typeface="Alibaba PuHuiTi Medium" pitchFamily="18" charset="-122"/>
              </a:rPr>
              <a:t>-C</a:t>
            </a:r>
            <a:endParaRPr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6F344680-A005-AF39-4A95-BA75F69D988A}"/>
              </a:ext>
            </a:extLst>
          </p:cNvPr>
          <p:cNvSpPr txBox="1"/>
          <p:nvPr/>
        </p:nvSpPr>
        <p:spPr>
          <a:xfrm>
            <a:off x="7576003" y="1289239"/>
            <a:ext cx="1134962" cy="307777"/>
          </a:xfrm>
          <a:prstGeom prst="rect">
            <a:avLst/>
          </a:prstGeom>
          <a:noFill/>
          <a:ln>
            <a:noFill/>
          </a:ln>
        </p:spPr>
        <p:txBody>
          <a:bodyPr wrap="square">
            <a:spAutoFit/>
          </a:bodyPr>
          <a:lstStyle/>
          <a:p>
            <a:r>
              <a:rPr kumimoji="1" lang="en" altLang="zh-CN" sz="1400" dirty="0">
                <a:solidFill>
                  <a:srgbClr val="C5C8CC"/>
                </a:solidFill>
                <a:latin typeface="Alibaba PuHuiTi Medium" pitchFamily="18" charset="-122"/>
                <a:ea typeface="Alibaba PuHuiTi Medium" pitchFamily="18" charset="-122"/>
                <a:cs typeface="Alibaba PuHuiTi Medium" pitchFamily="18" charset="-122"/>
              </a:rPr>
              <a:t>PROJECT</a:t>
            </a:r>
            <a:r>
              <a:rPr kumimoji="1" lang="en-US" altLang="zh-CN" sz="1400" dirty="0">
                <a:solidFill>
                  <a:srgbClr val="C5C8CC"/>
                </a:solidFill>
                <a:latin typeface="Alibaba PuHuiTi Medium" pitchFamily="18" charset="-122"/>
                <a:ea typeface="Alibaba PuHuiTi Medium" pitchFamily="18" charset="-122"/>
                <a:cs typeface="Alibaba PuHuiTi Medium" pitchFamily="18" charset="-122"/>
              </a:rPr>
              <a:t>-D</a:t>
            </a:r>
            <a:endParaRPr lang="zh-CN" altLang="en-US" sz="1400" dirty="0">
              <a:solidFill>
                <a:srgbClr val="C5C8CC"/>
              </a:solidFill>
              <a:latin typeface="Alibaba PuHuiTi Medium" pitchFamily="18" charset="-122"/>
              <a:ea typeface="Alibaba PuHuiTi Medium" pitchFamily="18" charset="-122"/>
              <a:cs typeface="Alibaba PuHuiTi Medium" pitchFamily="18" charset="-122"/>
            </a:endParaRPr>
          </a:p>
        </p:txBody>
      </p:sp>
      <p:sp>
        <p:nvSpPr>
          <p:cNvPr id="11" name="矩形 10">
            <a:extLst>
              <a:ext uri="{FF2B5EF4-FFF2-40B4-BE49-F238E27FC236}">
                <a16:creationId xmlns:a16="http://schemas.microsoft.com/office/drawing/2014/main" id="{358D9520-9603-F7E7-9DC3-9C6BBB0672D8}"/>
              </a:ext>
            </a:extLst>
          </p:cNvPr>
          <p:cNvSpPr/>
          <p:nvPr/>
        </p:nvSpPr>
        <p:spPr>
          <a:xfrm>
            <a:off x="8946086" y="2486526"/>
            <a:ext cx="1772071" cy="3902700"/>
          </a:xfrm>
          <a:prstGeom prst="rect">
            <a:avLst/>
          </a:prstGeom>
          <a:noFill/>
        </p:spPr>
        <p:txBody>
          <a:bodyPr wrap="none" lIns="91440" tIns="45720" rIns="91440" bIns="45720">
            <a:prstTxWarp prst="textPlain">
              <a:avLst/>
            </a:prstTxWarp>
            <a:spAutoFit/>
          </a:bodyPr>
          <a:lstStyle/>
          <a:p>
            <a:pPr algn="ctr"/>
            <a:r>
              <a:rPr lang="en-US" altLang="zh-CN" sz="5400" b="1" dirty="0">
                <a:ln w="0"/>
                <a:solidFill>
                  <a:srgbClr val="1E344D"/>
                </a:solidFill>
                <a:latin typeface="DIN Condensed" pitchFamily="2" charset="0"/>
              </a:rPr>
              <a:t>8</a:t>
            </a:r>
            <a:endParaRPr lang="zh-CN" altLang="en-US" sz="5400" b="1" cap="none" spc="0" dirty="0">
              <a:ln w="0"/>
              <a:solidFill>
                <a:srgbClr val="1E344D"/>
              </a:solidFill>
              <a:effectLst/>
              <a:latin typeface="DIN Condensed" pitchFamily="2" charset="0"/>
            </a:endParaRPr>
          </a:p>
        </p:txBody>
      </p:sp>
      <p:sp>
        <p:nvSpPr>
          <p:cNvPr id="12" name="矩形 11">
            <a:extLst>
              <a:ext uri="{FF2B5EF4-FFF2-40B4-BE49-F238E27FC236}">
                <a16:creationId xmlns:a16="http://schemas.microsoft.com/office/drawing/2014/main" id="{C41DF6B2-0A7D-BEB8-BA8B-B855DF973254}"/>
              </a:ext>
            </a:extLst>
          </p:cNvPr>
          <p:cNvSpPr/>
          <p:nvPr/>
        </p:nvSpPr>
        <p:spPr>
          <a:xfrm>
            <a:off x="10891777" y="2502568"/>
            <a:ext cx="972274" cy="1618020"/>
          </a:xfrm>
          <a:prstGeom prst="rect">
            <a:avLst/>
          </a:prstGeom>
          <a:noFill/>
        </p:spPr>
        <p:txBody>
          <a:bodyPr wrap="none" lIns="91440" tIns="45720" rIns="91440" bIns="45720">
            <a:prstTxWarp prst="textPlain">
              <a:avLst/>
            </a:prstTxWarp>
            <a:spAutoFit/>
          </a:bodyPr>
          <a:lstStyle/>
          <a:p>
            <a:pPr algn="ctr"/>
            <a:r>
              <a:rPr lang="en-US" altLang="zh-CN" sz="5400" b="1" dirty="0">
                <a:ln w="0"/>
                <a:solidFill>
                  <a:srgbClr val="1E344D"/>
                </a:solidFill>
                <a:latin typeface="DIN" pitchFamily="2" charset="0"/>
              </a:rPr>
              <a:t>%</a:t>
            </a:r>
            <a:endParaRPr lang="zh-CN" altLang="en-US" sz="5400" b="1" cap="none" spc="0" dirty="0">
              <a:ln w="0"/>
              <a:solidFill>
                <a:srgbClr val="1E344D"/>
              </a:solidFill>
              <a:effectLst/>
              <a:latin typeface="DIN" pitchFamily="2" charset="0"/>
            </a:endParaRPr>
          </a:p>
        </p:txBody>
      </p:sp>
      <p:sp>
        <p:nvSpPr>
          <p:cNvPr id="28" name="矩形 27">
            <a:extLst>
              <a:ext uri="{FF2B5EF4-FFF2-40B4-BE49-F238E27FC236}">
                <a16:creationId xmlns:a16="http://schemas.microsoft.com/office/drawing/2014/main" id="{40C0F591-8D0A-B904-1DE9-7D48BAAC5A5B}"/>
              </a:ext>
            </a:extLst>
          </p:cNvPr>
          <p:cNvSpPr/>
          <p:nvPr/>
        </p:nvSpPr>
        <p:spPr>
          <a:xfrm>
            <a:off x="11829327" y="4502552"/>
            <a:ext cx="578734" cy="8449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9" name="矩形 28">
            <a:extLst>
              <a:ext uri="{FF2B5EF4-FFF2-40B4-BE49-F238E27FC236}">
                <a16:creationId xmlns:a16="http://schemas.microsoft.com/office/drawing/2014/main" id="{48215574-6F60-6AF6-6CFA-1DD414ABC80E}"/>
              </a:ext>
            </a:extLst>
          </p:cNvPr>
          <p:cNvSpPr/>
          <p:nvPr/>
        </p:nvSpPr>
        <p:spPr>
          <a:xfrm>
            <a:off x="10842170" y="4509120"/>
            <a:ext cx="153043" cy="8449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dirty="0"/>
              <a:t>=</a:t>
            </a:r>
            <a:endParaRPr kumimoji="1" lang="zh-CN" altLang="en-US" dirty="0"/>
          </a:p>
        </p:txBody>
      </p:sp>
      <p:sp>
        <p:nvSpPr>
          <p:cNvPr id="31" name="矩形 30">
            <a:extLst>
              <a:ext uri="{FF2B5EF4-FFF2-40B4-BE49-F238E27FC236}">
                <a16:creationId xmlns:a16="http://schemas.microsoft.com/office/drawing/2014/main" id="{5D6D9CB2-A643-C0B6-8770-38C71C5A1BDB}"/>
              </a:ext>
            </a:extLst>
          </p:cNvPr>
          <p:cNvSpPr/>
          <p:nvPr/>
        </p:nvSpPr>
        <p:spPr>
          <a:xfrm>
            <a:off x="11239995" y="4346368"/>
            <a:ext cx="71252" cy="55814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矩形 33">
            <a:extLst>
              <a:ext uri="{FF2B5EF4-FFF2-40B4-BE49-F238E27FC236}">
                <a16:creationId xmlns:a16="http://schemas.microsoft.com/office/drawing/2014/main" id="{951DDED7-7D4E-2C58-7255-9D8573EFF9AB}"/>
              </a:ext>
            </a:extLst>
          </p:cNvPr>
          <p:cNvSpPr/>
          <p:nvPr/>
        </p:nvSpPr>
        <p:spPr>
          <a:xfrm>
            <a:off x="8961366" y="1155030"/>
            <a:ext cx="2893750" cy="469291"/>
          </a:xfrm>
          <a:prstGeom prst="rect">
            <a:avLst/>
          </a:prstGeom>
          <a:noFill/>
        </p:spPr>
        <p:txBody>
          <a:bodyPr wrap="none" lIns="91440" tIns="45720" rIns="91440" bIns="45720">
            <a:prstTxWarp prst="textPlain">
              <a:avLst/>
            </a:prstTxWarp>
            <a:spAutoFit/>
          </a:bodyPr>
          <a:lstStyle/>
          <a:p>
            <a:pPr algn="ctr"/>
            <a:r>
              <a:rPr lang="en-US" altLang="zh-CN" sz="5400" b="1" dirty="0">
                <a:ln w="0"/>
                <a:solidFill>
                  <a:srgbClr val="1E344D"/>
                </a:solidFill>
                <a:latin typeface="DIN Condensed" pitchFamily="2" charset="0"/>
              </a:rPr>
              <a:t>2023</a:t>
            </a:r>
            <a:r>
              <a:rPr lang="zh-CN" altLang="en-US" sz="5400" b="1" dirty="0">
                <a:ln w="0"/>
                <a:solidFill>
                  <a:srgbClr val="1E344D"/>
                </a:solidFill>
                <a:latin typeface="DIN Condensed" pitchFamily="2" charset="0"/>
              </a:rPr>
              <a:t> </a:t>
            </a:r>
            <a:r>
              <a:rPr lang="en-US" altLang="zh-CN" sz="5400" b="1" dirty="0">
                <a:ln w="0"/>
                <a:solidFill>
                  <a:srgbClr val="1E344D"/>
                </a:solidFill>
                <a:latin typeface="DIN Condensed" pitchFamily="2" charset="0"/>
              </a:rPr>
              <a:t>ANNUAL</a:t>
            </a:r>
            <a:endParaRPr lang="zh-CN" altLang="en-US" sz="5400" b="1" cap="none" dirty="0">
              <a:ln w="0"/>
              <a:solidFill>
                <a:srgbClr val="1E344D"/>
              </a:solidFill>
              <a:effectLst/>
              <a:latin typeface="DIN Condensed" pitchFamily="2" charset="0"/>
            </a:endParaRPr>
          </a:p>
        </p:txBody>
      </p:sp>
      <p:sp>
        <p:nvSpPr>
          <p:cNvPr id="35" name="矩形 34">
            <a:extLst>
              <a:ext uri="{FF2B5EF4-FFF2-40B4-BE49-F238E27FC236}">
                <a16:creationId xmlns:a16="http://schemas.microsoft.com/office/drawing/2014/main" id="{43D40603-129F-096E-DAF1-30674E1BFAB0}"/>
              </a:ext>
            </a:extLst>
          </p:cNvPr>
          <p:cNvSpPr/>
          <p:nvPr/>
        </p:nvSpPr>
        <p:spPr>
          <a:xfrm>
            <a:off x="8961366" y="1797423"/>
            <a:ext cx="1610381" cy="469291"/>
          </a:xfrm>
          <a:prstGeom prst="rect">
            <a:avLst/>
          </a:prstGeom>
          <a:noFill/>
        </p:spPr>
        <p:txBody>
          <a:bodyPr wrap="none" lIns="91440" tIns="45720" rIns="91440" bIns="45720">
            <a:prstTxWarp prst="textPlain">
              <a:avLst/>
            </a:prstTxWarp>
            <a:spAutoFit/>
          </a:bodyPr>
          <a:lstStyle/>
          <a:p>
            <a:pPr algn="ctr"/>
            <a:r>
              <a:rPr lang="en-US" altLang="zh-CN" sz="5400" b="1" cap="none" dirty="0">
                <a:ln w="0"/>
                <a:solidFill>
                  <a:srgbClr val="1E344D"/>
                </a:solidFill>
                <a:effectLst/>
                <a:latin typeface="DIN Condensed" pitchFamily="2" charset="0"/>
              </a:rPr>
              <a:t>REPORT</a:t>
            </a:r>
            <a:endParaRPr lang="zh-CN" altLang="en-US" sz="5400" b="1" cap="none" dirty="0">
              <a:ln w="0"/>
              <a:solidFill>
                <a:srgbClr val="1E344D"/>
              </a:solidFill>
              <a:effectLst/>
              <a:latin typeface="DIN Condensed" pitchFamily="2" charset="0"/>
            </a:endParaRPr>
          </a:p>
        </p:txBody>
      </p:sp>
      <p:grpSp>
        <p:nvGrpSpPr>
          <p:cNvPr id="37" name="组合 36">
            <a:extLst>
              <a:ext uri="{FF2B5EF4-FFF2-40B4-BE49-F238E27FC236}">
                <a16:creationId xmlns:a16="http://schemas.microsoft.com/office/drawing/2014/main" id="{DB41519B-58AC-2079-2FC8-E83FFAC6AD92}"/>
              </a:ext>
            </a:extLst>
          </p:cNvPr>
          <p:cNvGrpSpPr/>
          <p:nvPr/>
        </p:nvGrpSpPr>
        <p:grpSpPr>
          <a:xfrm>
            <a:off x="3714725" y="2229687"/>
            <a:ext cx="1076445" cy="803395"/>
            <a:chOff x="5145991" y="1377387"/>
            <a:chExt cx="1076445" cy="803395"/>
          </a:xfrm>
        </p:grpSpPr>
        <p:sp>
          <p:nvSpPr>
            <p:cNvPr id="38" name="矩形 37">
              <a:extLst>
                <a:ext uri="{FF2B5EF4-FFF2-40B4-BE49-F238E27FC236}">
                  <a16:creationId xmlns:a16="http://schemas.microsoft.com/office/drawing/2014/main" id="{8B280C4B-C488-D3B1-D563-27D74BA0F47D}"/>
                </a:ext>
              </a:extLst>
            </p:cNvPr>
            <p:cNvSpPr/>
            <p:nvPr/>
          </p:nvSpPr>
          <p:spPr>
            <a:xfrm>
              <a:off x="5145991" y="1377387"/>
              <a:ext cx="1076445" cy="671332"/>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9" name="三角形 38">
              <a:extLst>
                <a:ext uri="{FF2B5EF4-FFF2-40B4-BE49-F238E27FC236}">
                  <a16:creationId xmlns:a16="http://schemas.microsoft.com/office/drawing/2014/main" id="{6248AA01-50F2-9227-6646-4A2DC612FF42}"/>
                </a:ext>
              </a:extLst>
            </p:cNvPr>
            <p:cNvSpPr/>
            <p:nvPr/>
          </p:nvSpPr>
          <p:spPr>
            <a:xfrm rot="10800000">
              <a:off x="5509667" y="2038662"/>
              <a:ext cx="349092" cy="142120"/>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0" name="文本框 39">
            <a:extLst>
              <a:ext uri="{FF2B5EF4-FFF2-40B4-BE49-F238E27FC236}">
                <a16:creationId xmlns:a16="http://schemas.microsoft.com/office/drawing/2014/main" id="{329C54D5-6ED4-8AF3-0C57-CF9BD05BA969}"/>
              </a:ext>
            </a:extLst>
          </p:cNvPr>
          <p:cNvSpPr txBox="1"/>
          <p:nvPr/>
        </p:nvSpPr>
        <p:spPr>
          <a:xfrm>
            <a:off x="3662449" y="2268545"/>
            <a:ext cx="1180131" cy="461665"/>
          </a:xfrm>
          <a:prstGeom prst="rect">
            <a:avLst/>
          </a:prstGeom>
          <a:noFill/>
        </p:spPr>
        <p:txBody>
          <a:bodyPr wrap="none" rtlCol="0">
            <a:spAutoFit/>
          </a:bodyPr>
          <a:lstStyle/>
          <a:p>
            <a:r>
              <a:rPr kumimoji="1" lang="en-US" altLang="zh-CN" sz="2400" dirty="0">
                <a:solidFill>
                  <a:schemeClr val="bg1"/>
                </a:solidFill>
                <a:latin typeface="Alibaba PuHuiTi Medium" pitchFamily="18" charset="-122"/>
                <a:ea typeface="Alibaba PuHuiTi Medium" pitchFamily="18" charset="-122"/>
                <a:cs typeface="Alibaba PuHuiTi Medium" pitchFamily="18" charset="-122"/>
              </a:rPr>
              <a:t>¥2.290</a:t>
            </a:r>
            <a:endParaRPr kumimoji="1" lang="zh-CN" altLang="en-US" sz="240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82D52360-842C-FC97-8192-EAF5A9FC2E07}"/>
              </a:ext>
            </a:extLst>
          </p:cNvPr>
          <p:cNvSpPr txBox="1"/>
          <p:nvPr/>
        </p:nvSpPr>
        <p:spPr>
          <a:xfrm>
            <a:off x="3853498" y="2593985"/>
            <a:ext cx="878767" cy="261610"/>
          </a:xfrm>
          <a:prstGeom prst="rect">
            <a:avLst/>
          </a:prstGeom>
          <a:noFill/>
        </p:spPr>
        <p:txBody>
          <a:bodyPr wrap="none" rtlCol="0">
            <a:spAutoFit/>
          </a:bodyPr>
          <a:lstStyle/>
          <a:p>
            <a:r>
              <a:rPr kumimoji="1" lang="en" altLang="zh-CN" sz="1100" dirty="0">
                <a:solidFill>
                  <a:schemeClr val="bg1"/>
                </a:solidFill>
                <a:latin typeface="Alibaba PuHuiTi" pitchFamily="18" charset="-122"/>
                <a:ea typeface="Alibaba PuHuiTi" pitchFamily="18" charset="-122"/>
                <a:cs typeface="Alibaba PuHuiTi" pitchFamily="18" charset="-122"/>
              </a:rPr>
              <a:t>write here</a:t>
            </a:r>
            <a:endParaRPr kumimoji="1" lang="zh-CN" altLang="en-US" sz="1100" dirty="0">
              <a:solidFill>
                <a:schemeClr val="bg1"/>
              </a:solidFill>
              <a:latin typeface="Alibaba PuHuiTi" pitchFamily="18" charset="-122"/>
              <a:ea typeface="Alibaba PuHuiTi" pitchFamily="18" charset="-122"/>
              <a:cs typeface="Alibaba PuHuiTi" pitchFamily="18" charset="-122"/>
            </a:endParaRPr>
          </a:p>
        </p:txBody>
      </p:sp>
      <p:sp>
        <p:nvSpPr>
          <p:cNvPr id="605" name="文本框 604">
            <a:extLst>
              <a:ext uri="{FF2B5EF4-FFF2-40B4-BE49-F238E27FC236}">
                <a16:creationId xmlns:a16="http://schemas.microsoft.com/office/drawing/2014/main" id="{C6E0DCA6-C136-F0CF-F468-3227CE96B70B}"/>
              </a:ext>
            </a:extLst>
          </p:cNvPr>
          <p:cNvSpPr txBox="1"/>
          <p:nvPr/>
        </p:nvSpPr>
        <p:spPr>
          <a:xfrm>
            <a:off x="414837" y="4449702"/>
            <a:ext cx="2685351"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Contents·2023</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6" name="双中括号 625">
            <a:extLst>
              <a:ext uri="{FF2B5EF4-FFF2-40B4-BE49-F238E27FC236}">
                <a16:creationId xmlns:a16="http://schemas.microsoft.com/office/drawing/2014/main" id="{8D8A27F7-F7A1-163D-D14B-2F7ACDDC7608}"/>
              </a:ext>
            </a:extLst>
          </p:cNvPr>
          <p:cNvSpPr/>
          <p:nvPr/>
        </p:nvSpPr>
        <p:spPr>
          <a:xfrm>
            <a:off x="476341" y="5062066"/>
            <a:ext cx="2591979" cy="571500"/>
          </a:xfrm>
          <a:prstGeom prst="bracketPair">
            <a:avLst>
              <a:gd name="adj" fmla="val 15311"/>
            </a:avLst>
          </a:prstGeom>
          <a:ln w="349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627" name="文本框 626">
            <a:extLst>
              <a:ext uri="{FF2B5EF4-FFF2-40B4-BE49-F238E27FC236}">
                <a16:creationId xmlns:a16="http://schemas.microsoft.com/office/drawing/2014/main" id="{1D5154E4-FF4E-507C-82D2-34D46D70BC83}"/>
              </a:ext>
            </a:extLst>
          </p:cNvPr>
          <p:cNvSpPr txBox="1"/>
          <p:nvPr/>
        </p:nvSpPr>
        <p:spPr>
          <a:xfrm>
            <a:off x="695798" y="5009483"/>
            <a:ext cx="2410009" cy="738664"/>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74" name="圆角矩形 673">
            <a:extLst>
              <a:ext uri="{FF2B5EF4-FFF2-40B4-BE49-F238E27FC236}">
                <a16:creationId xmlns:a16="http://schemas.microsoft.com/office/drawing/2014/main" id="{EF41588E-26F9-59AF-360D-9EAD9B66CCA9}"/>
              </a:ext>
            </a:extLst>
          </p:cNvPr>
          <p:cNvSpPr/>
          <p:nvPr/>
        </p:nvSpPr>
        <p:spPr>
          <a:xfrm>
            <a:off x="461837" y="1120994"/>
            <a:ext cx="1563147" cy="374503"/>
          </a:xfrm>
          <a:prstGeom prst="roundRect">
            <a:avLst>
              <a:gd name="adj" fmla="val 0"/>
            </a:avLst>
          </a:prstGeom>
          <a:solidFill>
            <a:srgbClr val="1E344D"/>
          </a:solidFill>
          <a:ln w="317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5" name="文本框 674">
            <a:extLst>
              <a:ext uri="{FF2B5EF4-FFF2-40B4-BE49-F238E27FC236}">
                <a16:creationId xmlns:a16="http://schemas.microsoft.com/office/drawing/2014/main" id="{B603C35B-973A-18EF-B5F4-D72F8CB7F6B8}"/>
              </a:ext>
            </a:extLst>
          </p:cNvPr>
          <p:cNvSpPr txBox="1"/>
          <p:nvPr/>
        </p:nvSpPr>
        <p:spPr>
          <a:xfrm>
            <a:off x="496756" y="1135198"/>
            <a:ext cx="1550750" cy="369332"/>
          </a:xfrm>
          <a:prstGeom prst="rect">
            <a:avLst/>
          </a:prstGeom>
          <a:noFill/>
        </p:spPr>
        <p:txBody>
          <a:bodyPr wrap="square" rtlCol="0">
            <a:spAutoFit/>
          </a:bodyPr>
          <a:lstStyle/>
          <a:p>
            <a:r>
              <a:rPr kumimoji="1" lang="en" altLang="zh-CN" dirty="0">
                <a:solidFill>
                  <a:schemeClr val="bg1"/>
                </a:solidFill>
                <a:latin typeface="Alibaba PuHuiTi" pitchFamily="18" charset="-122"/>
                <a:ea typeface="Alibaba PuHuiTi" pitchFamily="18" charset="-122"/>
                <a:cs typeface="Alibaba PuHuiTi" pitchFamily="18" charset="-122"/>
              </a:rPr>
              <a:t>WRITE HERE</a:t>
            </a:r>
            <a:endParaRPr kumimoji="1" lang="zh-CN" altLang="en-US" dirty="0">
              <a:solidFill>
                <a:schemeClr val="bg1"/>
              </a:solidFill>
              <a:latin typeface="Alibaba PuHuiTi" pitchFamily="18" charset="-122"/>
              <a:ea typeface="Alibaba PuHuiTi" pitchFamily="18" charset="-122"/>
              <a:cs typeface="Alibaba PuHuiTi" pitchFamily="18" charset="-122"/>
            </a:endParaRPr>
          </a:p>
        </p:txBody>
      </p:sp>
      <p:sp>
        <p:nvSpPr>
          <p:cNvPr id="676" name="文本框 675">
            <a:extLst>
              <a:ext uri="{FF2B5EF4-FFF2-40B4-BE49-F238E27FC236}">
                <a16:creationId xmlns:a16="http://schemas.microsoft.com/office/drawing/2014/main" id="{FD8A0263-16B6-503E-D8F4-285B2F32CA95}"/>
              </a:ext>
            </a:extLst>
          </p:cNvPr>
          <p:cNvSpPr txBox="1"/>
          <p:nvPr/>
        </p:nvSpPr>
        <p:spPr>
          <a:xfrm>
            <a:off x="364009" y="1625569"/>
            <a:ext cx="2795623" cy="1223412"/>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1.</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77" name="文本框 676">
            <a:extLst>
              <a:ext uri="{FF2B5EF4-FFF2-40B4-BE49-F238E27FC236}">
                <a16:creationId xmlns:a16="http://schemas.microsoft.com/office/drawing/2014/main" id="{8C83C5EB-45C0-CE48-BE67-F552E7369054}"/>
              </a:ext>
            </a:extLst>
          </p:cNvPr>
          <p:cNvSpPr txBox="1"/>
          <p:nvPr/>
        </p:nvSpPr>
        <p:spPr>
          <a:xfrm>
            <a:off x="375920" y="3062945"/>
            <a:ext cx="2784724" cy="1223412"/>
          </a:xfrm>
          <a:prstGeom prst="rect">
            <a:avLst/>
          </a:prstGeom>
          <a:noFill/>
        </p:spPr>
        <p:txBody>
          <a:bodyPr wrap="square" rtlCol="0">
            <a:spAutoFit/>
          </a:bodyPr>
          <a:lstStyle/>
          <a:p>
            <a:pPr algn="just"/>
            <a:r>
              <a:rPr kumimoji="1" lang="en-US" altLang="zh-CN" sz="1050" dirty="0">
                <a:solidFill>
                  <a:srgbClr val="1E344D"/>
                </a:solidFill>
                <a:latin typeface="Alibaba PuHuiTi Medium" pitchFamily="18" charset="-122"/>
                <a:ea typeface="Alibaba PuHuiTi Medium" pitchFamily="18" charset="-122"/>
                <a:cs typeface="Alibaba PuHuiTi Medium" pitchFamily="18" charset="-122"/>
              </a:rPr>
              <a:t>2.</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r>
              <a:rPr kumimoji="1" lang="en" altLang="zh-CN" sz="1050" dirty="0">
                <a:solidFill>
                  <a:srgbClr val="1E344D"/>
                </a:solidFill>
                <a:latin typeface="Alibaba PuHuiTi Medium" pitchFamily="18" charset="-122"/>
                <a:ea typeface="Alibaba PuHuiTi Medium" pitchFamily="18" charset="-122"/>
                <a:cs typeface="Alibaba PuHuiTi Medium" pitchFamily="18" charset="-122"/>
              </a:rPr>
              <a:t> Here you can write the case that you think is correct Here you can write the case that you think is correct Here you can write the case that you think is correct Here you can write the case that you think is correct</a:t>
            </a:r>
            <a:r>
              <a:rPr kumimoji="1" lang="zh-CN" altLang="en-US" sz="1050" dirty="0">
                <a:solidFill>
                  <a:srgbClr val="1E344D"/>
                </a:solidFill>
                <a:latin typeface="Alibaba PuHuiTi Medium" pitchFamily="18" charset="-122"/>
                <a:ea typeface="Alibaba PuHuiTi Medium" pitchFamily="18" charset="-122"/>
                <a:cs typeface="Alibaba PuHuiTi Medium" pitchFamily="18" charset="-122"/>
              </a:rPr>
              <a:t>。</a:t>
            </a:r>
          </a:p>
        </p:txBody>
      </p:sp>
      <p:sp>
        <p:nvSpPr>
          <p:cNvPr id="679" name="Google Shape;1671;p70">
            <a:extLst>
              <a:ext uri="{FF2B5EF4-FFF2-40B4-BE49-F238E27FC236}">
                <a16:creationId xmlns:a16="http://schemas.microsoft.com/office/drawing/2014/main" id="{9E98F0FF-D884-D6B5-2898-CD898BC31F7D}"/>
              </a:ext>
            </a:extLst>
          </p:cNvPr>
          <p:cNvSpPr/>
          <p:nvPr/>
        </p:nvSpPr>
        <p:spPr>
          <a:xfrm>
            <a:off x="2134346" y="1133789"/>
            <a:ext cx="324374" cy="324374"/>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1E344D"/>
          </a:solidFill>
          <a:ln>
            <a:noFill/>
          </a:ln>
        </p:spPr>
        <p:txBody>
          <a:bodyPr spcFirstLastPara="1" wrap="square" lIns="121900" tIns="121900" rIns="121900" bIns="121900" anchor="ctr" anchorCtr="0">
            <a:noAutofit/>
          </a:bodyPr>
          <a:lstStyle/>
          <a:p>
            <a:endParaRPr sz="2400"/>
          </a:p>
        </p:txBody>
      </p:sp>
      <p:sp>
        <p:nvSpPr>
          <p:cNvPr id="687" name="双中括号 686">
            <a:extLst>
              <a:ext uri="{FF2B5EF4-FFF2-40B4-BE49-F238E27FC236}">
                <a16:creationId xmlns:a16="http://schemas.microsoft.com/office/drawing/2014/main" id="{CE2A57B5-B08F-586C-3FDE-AB5716E0C9C7}"/>
              </a:ext>
            </a:extLst>
          </p:cNvPr>
          <p:cNvSpPr/>
          <p:nvPr/>
        </p:nvSpPr>
        <p:spPr>
          <a:xfrm>
            <a:off x="476341" y="5829136"/>
            <a:ext cx="2591979" cy="571500"/>
          </a:xfrm>
          <a:prstGeom prst="bracketPair">
            <a:avLst>
              <a:gd name="adj" fmla="val 15311"/>
            </a:avLst>
          </a:prstGeom>
          <a:ln w="34925">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688" name="文本框 687">
            <a:extLst>
              <a:ext uri="{FF2B5EF4-FFF2-40B4-BE49-F238E27FC236}">
                <a16:creationId xmlns:a16="http://schemas.microsoft.com/office/drawing/2014/main" id="{AE7C3E2C-40A4-4AEF-AE27-9ACCA1B4CB68}"/>
              </a:ext>
            </a:extLst>
          </p:cNvPr>
          <p:cNvSpPr txBox="1"/>
          <p:nvPr/>
        </p:nvSpPr>
        <p:spPr>
          <a:xfrm>
            <a:off x="695798" y="5776553"/>
            <a:ext cx="2410009" cy="738664"/>
          </a:xfrm>
          <a:prstGeom prst="rect">
            <a:avLst/>
          </a:prstGeom>
          <a:noFill/>
        </p:spPr>
        <p:txBody>
          <a:bodyPr wrap="squar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3" name="文本框 12">
            <a:extLst>
              <a:ext uri="{FF2B5EF4-FFF2-40B4-BE49-F238E27FC236}">
                <a16:creationId xmlns:a16="http://schemas.microsoft.com/office/drawing/2014/main" id="{7791CE0E-E8C4-03FC-F349-2368C623BD84}"/>
              </a:ext>
            </a:extLst>
          </p:cNvPr>
          <p:cNvSpPr txBox="1"/>
          <p:nvPr/>
        </p:nvSpPr>
        <p:spPr>
          <a:xfrm>
            <a:off x="4445000" y="-4546600"/>
            <a:ext cx="184731" cy="369332"/>
          </a:xfrm>
          <a:prstGeom prst="rect">
            <a:avLst/>
          </a:prstGeom>
          <a:noFill/>
        </p:spPr>
        <p:txBody>
          <a:bodyPr wrap="none" rtlCol="0">
            <a:spAutoFit/>
          </a:bodyPr>
          <a:lstStyle/>
          <a:p>
            <a:endParaRPr kumimoji="1" lang="zh-CN" altLang="en-US" dirty="0"/>
          </a:p>
        </p:txBody>
      </p:sp>
      <p:sp>
        <p:nvSpPr>
          <p:cNvPr id="14" name="文本框 13">
            <a:extLst>
              <a:ext uri="{FF2B5EF4-FFF2-40B4-BE49-F238E27FC236}">
                <a16:creationId xmlns:a16="http://schemas.microsoft.com/office/drawing/2014/main" id="{B03465BD-08DE-7D19-7CB5-17E9D8A9DB76}"/>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794B2476-AE52-D427-AA5B-69A7DD45A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6" name="直线连接符 15">
            <a:extLst>
              <a:ext uri="{FF2B5EF4-FFF2-40B4-BE49-F238E27FC236}">
                <a16:creationId xmlns:a16="http://schemas.microsoft.com/office/drawing/2014/main" id="{0AB80036-2C3A-7843-1779-5FB1754556B9}"/>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BF82C6EE-21E9-7488-E650-DE7608FF8D89}"/>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86A04F63-C5E0-752D-257D-5D9627D10676}"/>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4F372AA6-52E7-8CFB-A6E4-E959E4C21FCE}"/>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3987FE5A-F14B-5A33-89A1-9AE93C370B99}"/>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ADF91669-8E32-3D19-EB4D-C5F178CF0AF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0B7E28E2-4B86-524E-61EA-30CA704B9AB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9;p80">
              <a:extLst>
                <a:ext uri="{FF2B5EF4-FFF2-40B4-BE49-F238E27FC236}">
                  <a16:creationId xmlns:a16="http://schemas.microsoft.com/office/drawing/2014/main" id="{4C64C204-96D7-2711-3C81-36FDEF1368D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4013252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矩形 57">
            <a:extLst>
              <a:ext uri="{FF2B5EF4-FFF2-40B4-BE49-F238E27FC236}">
                <a16:creationId xmlns:a16="http://schemas.microsoft.com/office/drawing/2014/main" id="{A74BD16C-F1B8-E67D-2851-041464C6CE89}"/>
              </a:ext>
            </a:extLst>
          </p:cNvPr>
          <p:cNvSpPr/>
          <p:nvPr/>
        </p:nvSpPr>
        <p:spPr>
          <a:xfrm>
            <a:off x="1499335" y="3460829"/>
            <a:ext cx="4224760" cy="3229337"/>
          </a:xfrm>
          <a:prstGeom prst="rect">
            <a:avLst/>
          </a:prstGeom>
          <a:solidFill>
            <a:srgbClr val="F0F0F0"/>
          </a:solidFill>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 name="矩形 27">
            <a:extLst>
              <a:ext uri="{FF2B5EF4-FFF2-40B4-BE49-F238E27FC236}">
                <a16:creationId xmlns:a16="http://schemas.microsoft.com/office/drawing/2014/main" id="{E2100F1B-4965-05FE-AD84-87361E70348C}"/>
              </a:ext>
            </a:extLst>
          </p:cNvPr>
          <p:cNvSpPr/>
          <p:nvPr/>
        </p:nvSpPr>
        <p:spPr>
          <a:xfrm>
            <a:off x="1661379" y="3611300"/>
            <a:ext cx="2488557" cy="1018572"/>
          </a:xfrm>
          <a:prstGeom prst="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41" name="椭圆 40">
            <a:extLst>
              <a:ext uri="{FF2B5EF4-FFF2-40B4-BE49-F238E27FC236}">
                <a16:creationId xmlns:a16="http://schemas.microsoft.com/office/drawing/2014/main" id="{CDEBD86D-D016-B949-FCBA-4D170047C84F}"/>
              </a:ext>
            </a:extLst>
          </p:cNvPr>
          <p:cNvSpPr/>
          <p:nvPr/>
        </p:nvSpPr>
        <p:spPr>
          <a:xfrm>
            <a:off x="4531902" y="3611300"/>
            <a:ext cx="775504" cy="601884"/>
          </a:xfrm>
          <a:prstGeom prst="ellipse">
            <a:avLst/>
          </a:prstGeom>
          <a:solidFill>
            <a:srgbClr val="BB3023"/>
          </a:solid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矩形 41">
            <a:extLst>
              <a:ext uri="{FF2B5EF4-FFF2-40B4-BE49-F238E27FC236}">
                <a16:creationId xmlns:a16="http://schemas.microsoft.com/office/drawing/2014/main" id="{61359B07-E715-23FD-F58C-64D44F448726}"/>
              </a:ext>
            </a:extLst>
          </p:cNvPr>
          <p:cNvSpPr/>
          <p:nvPr/>
        </p:nvSpPr>
        <p:spPr>
          <a:xfrm>
            <a:off x="4242535" y="4282631"/>
            <a:ext cx="1365812" cy="289368"/>
          </a:xfrm>
          <a:prstGeom prst="rect">
            <a:avLst/>
          </a:prstGeom>
          <a:noFill/>
          <a:ln w="254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3" name="左中括号 42">
            <a:extLst>
              <a:ext uri="{FF2B5EF4-FFF2-40B4-BE49-F238E27FC236}">
                <a16:creationId xmlns:a16="http://schemas.microsoft.com/office/drawing/2014/main" id="{69BDC1C7-8B8B-1EB4-A49A-0C031097C5C2}"/>
              </a:ext>
            </a:extLst>
          </p:cNvPr>
          <p:cNvSpPr/>
          <p:nvPr/>
        </p:nvSpPr>
        <p:spPr>
          <a:xfrm>
            <a:off x="1372012" y="3622875"/>
            <a:ext cx="185196" cy="1006998"/>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4" name="文本框 43">
            <a:extLst>
              <a:ext uri="{FF2B5EF4-FFF2-40B4-BE49-F238E27FC236}">
                <a16:creationId xmlns:a16="http://schemas.microsoft.com/office/drawing/2014/main" id="{CDC5B401-3BFD-4259-8782-5F12FCD1E81F}"/>
              </a:ext>
            </a:extLst>
          </p:cNvPr>
          <p:cNvSpPr txBox="1"/>
          <p:nvPr/>
        </p:nvSpPr>
        <p:spPr>
          <a:xfrm>
            <a:off x="237694" y="3935391"/>
            <a:ext cx="1132041"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1.Context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B90C4A95-0A41-3B06-D333-31C0DF0EF528}"/>
              </a:ext>
            </a:extLst>
          </p:cNvPr>
          <p:cNvSpPr txBox="1"/>
          <p:nvPr/>
        </p:nvSpPr>
        <p:spPr>
          <a:xfrm>
            <a:off x="4583577" y="3738735"/>
            <a:ext cx="702436" cy="338554"/>
          </a:xfrm>
          <a:prstGeom prst="rect">
            <a:avLst/>
          </a:prstGeom>
          <a:noFill/>
        </p:spPr>
        <p:txBody>
          <a:bodyPr wrap="none" rtlCol="0">
            <a:spAutoFit/>
          </a:bodyPr>
          <a:lstStyle/>
          <a:p>
            <a:pPr algn="l"/>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Logo</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6" name="文本框 45">
            <a:extLst>
              <a:ext uri="{FF2B5EF4-FFF2-40B4-BE49-F238E27FC236}">
                <a16:creationId xmlns:a16="http://schemas.microsoft.com/office/drawing/2014/main" id="{03D332EE-D2B8-E13C-3C26-5D2A7F7D7255}"/>
              </a:ext>
            </a:extLst>
          </p:cNvPr>
          <p:cNvSpPr txBox="1"/>
          <p:nvPr/>
        </p:nvSpPr>
        <p:spPr>
          <a:xfrm>
            <a:off x="4271060" y="4271171"/>
            <a:ext cx="1350050" cy="307777"/>
          </a:xfrm>
          <a:prstGeom prst="rect">
            <a:avLst/>
          </a:prstGeom>
          <a:noFill/>
        </p:spPr>
        <p:txBody>
          <a:bodyPr wrap="none" rtlCol="0">
            <a:spAutoFit/>
          </a:bodyPr>
          <a:lstStyle/>
          <a:p>
            <a:pPr algn="l"/>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Service name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9" name="任意形状 48">
            <a:extLst>
              <a:ext uri="{FF2B5EF4-FFF2-40B4-BE49-F238E27FC236}">
                <a16:creationId xmlns:a16="http://schemas.microsoft.com/office/drawing/2014/main" id="{5B47D569-C04E-B42E-B2DE-489E3434EB84}"/>
              </a:ext>
            </a:extLst>
          </p:cNvPr>
          <p:cNvSpPr/>
          <p:nvPr/>
        </p:nvSpPr>
        <p:spPr>
          <a:xfrm rot="16200000">
            <a:off x="5558656" y="3469013"/>
            <a:ext cx="1250066" cy="1279999"/>
          </a:xfrm>
          <a:custGeom>
            <a:avLst/>
            <a:gdLst>
              <a:gd name="connsiteX0" fmla="*/ 1250066 w 1250066"/>
              <a:gd name="connsiteY0" fmla="*/ 284578 h 1256851"/>
              <a:gd name="connsiteX1" fmla="*/ 1250066 w 1250066"/>
              <a:gd name="connsiteY1" fmla="*/ 1256851 h 1256851"/>
              <a:gd name="connsiteX2" fmla="*/ 0 w 1250066"/>
              <a:gd name="connsiteY2" fmla="*/ 1256851 h 1256851"/>
              <a:gd name="connsiteX3" fmla="*/ 0 w 1250066"/>
              <a:gd name="connsiteY3" fmla="*/ 284578 h 1256851"/>
              <a:gd name="connsiteX4" fmla="*/ 702049 w 1250066"/>
              <a:gd name="connsiteY4" fmla="*/ 284578 h 1256851"/>
              <a:gd name="connsiteX5" fmla="*/ 867104 w 1250066"/>
              <a:gd name="connsiteY5" fmla="*/ 0 h 1256851"/>
              <a:gd name="connsiteX6" fmla="*/ 1032160 w 1250066"/>
              <a:gd name="connsiteY6" fmla="*/ 284578 h 1256851"/>
              <a:gd name="connsiteX0" fmla="*/ 1250066 w 1250066"/>
              <a:gd name="connsiteY0" fmla="*/ 307726 h 1279999"/>
              <a:gd name="connsiteX1" fmla="*/ 1250066 w 1250066"/>
              <a:gd name="connsiteY1" fmla="*/ 1279999 h 1279999"/>
              <a:gd name="connsiteX2" fmla="*/ 0 w 1250066"/>
              <a:gd name="connsiteY2" fmla="*/ 1279999 h 1279999"/>
              <a:gd name="connsiteX3" fmla="*/ 0 w 1250066"/>
              <a:gd name="connsiteY3" fmla="*/ 307726 h 1279999"/>
              <a:gd name="connsiteX4" fmla="*/ 702049 w 1250066"/>
              <a:gd name="connsiteY4" fmla="*/ 307726 h 1279999"/>
              <a:gd name="connsiteX5" fmla="*/ 913402 w 1250066"/>
              <a:gd name="connsiteY5" fmla="*/ 0 h 1279999"/>
              <a:gd name="connsiteX6" fmla="*/ 1032160 w 1250066"/>
              <a:gd name="connsiteY6" fmla="*/ 307726 h 1279999"/>
              <a:gd name="connsiteX7" fmla="*/ 1250066 w 1250066"/>
              <a:gd name="connsiteY7" fmla="*/ 307726 h 12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0066" h="1279999">
                <a:moveTo>
                  <a:pt x="1250066" y="307726"/>
                </a:moveTo>
                <a:lnTo>
                  <a:pt x="1250066" y="1279999"/>
                </a:lnTo>
                <a:lnTo>
                  <a:pt x="0" y="1279999"/>
                </a:lnTo>
                <a:lnTo>
                  <a:pt x="0" y="307726"/>
                </a:lnTo>
                <a:lnTo>
                  <a:pt x="702049" y="307726"/>
                </a:lnTo>
                <a:lnTo>
                  <a:pt x="913402" y="0"/>
                </a:lnTo>
                <a:lnTo>
                  <a:pt x="1032160" y="307726"/>
                </a:lnTo>
                <a:lnTo>
                  <a:pt x="1250066" y="307726"/>
                </a:lnTo>
                <a:close/>
              </a:path>
            </a:pathLst>
          </a:custGeom>
          <a:ln w="25400">
            <a:solidFill>
              <a:schemeClr val="tx1"/>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60" name="圆角矩形 59">
            <a:extLst>
              <a:ext uri="{FF2B5EF4-FFF2-40B4-BE49-F238E27FC236}">
                <a16:creationId xmlns:a16="http://schemas.microsoft.com/office/drawing/2014/main" id="{40195C84-D2B5-7B44-3AB3-F4DE151065E3}"/>
              </a:ext>
            </a:extLst>
          </p:cNvPr>
          <p:cNvSpPr/>
          <p:nvPr/>
        </p:nvSpPr>
        <p:spPr>
          <a:xfrm>
            <a:off x="1672956" y="4815068"/>
            <a:ext cx="3865944" cy="1759352"/>
          </a:xfrm>
          <a:prstGeom prst="roundRect">
            <a:avLst>
              <a:gd name="adj" fmla="val 14035"/>
            </a:avLst>
          </a:prstGeom>
          <a:solidFill>
            <a:srgbClr val="1E344D">
              <a:alpha val="35000"/>
            </a:srgbClr>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1" name="左中括号 60">
            <a:extLst>
              <a:ext uri="{FF2B5EF4-FFF2-40B4-BE49-F238E27FC236}">
                <a16:creationId xmlns:a16="http://schemas.microsoft.com/office/drawing/2014/main" id="{F62DD416-AA85-3770-EF6A-FEEFC8F46902}"/>
              </a:ext>
            </a:extLst>
          </p:cNvPr>
          <p:cNvSpPr/>
          <p:nvPr/>
        </p:nvSpPr>
        <p:spPr>
          <a:xfrm>
            <a:off x="1372011" y="4869160"/>
            <a:ext cx="219921" cy="1670536"/>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92" name="文本框 591">
            <a:extLst>
              <a:ext uri="{FF2B5EF4-FFF2-40B4-BE49-F238E27FC236}">
                <a16:creationId xmlns:a16="http://schemas.microsoft.com/office/drawing/2014/main" id="{202F78DA-5714-BD3B-90BD-CB424A6D28BC}"/>
              </a:ext>
            </a:extLst>
          </p:cNvPr>
          <p:cNvSpPr txBox="1"/>
          <p:nvPr/>
        </p:nvSpPr>
        <p:spPr>
          <a:xfrm>
            <a:off x="237694" y="5445224"/>
            <a:ext cx="944489"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2.Value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3" name="任意形状 592">
            <a:extLst>
              <a:ext uri="{FF2B5EF4-FFF2-40B4-BE49-F238E27FC236}">
                <a16:creationId xmlns:a16="http://schemas.microsoft.com/office/drawing/2014/main" id="{080BEFE2-A055-2056-31EF-4BB50F8FBACE}"/>
              </a:ext>
            </a:extLst>
          </p:cNvPr>
          <p:cNvSpPr/>
          <p:nvPr/>
        </p:nvSpPr>
        <p:spPr>
          <a:xfrm rot="16200000" flipH="1">
            <a:off x="5332341" y="5152518"/>
            <a:ext cx="1702700" cy="1279999"/>
          </a:xfrm>
          <a:custGeom>
            <a:avLst/>
            <a:gdLst>
              <a:gd name="connsiteX0" fmla="*/ 1250066 w 1250066"/>
              <a:gd name="connsiteY0" fmla="*/ 284578 h 1256851"/>
              <a:gd name="connsiteX1" fmla="*/ 1250066 w 1250066"/>
              <a:gd name="connsiteY1" fmla="*/ 1256851 h 1256851"/>
              <a:gd name="connsiteX2" fmla="*/ 0 w 1250066"/>
              <a:gd name="connsiteY2" fmla="*/ 1256851 h 1256851"/>
              <a:gd name="connsiteX3" fmla="*/ 0 w 1250066"/>
              <a:gd name="connsiteY3" fmla="*/ 284578 h 1256851"/>
              <a:gd name="connsiteX4" fmla="*/ 702049 w 1250066"/>
              <a:gd name="connsiteY4" fmla="*/ 284578 h 1256851"/>
              <a:gd name="connsiteX5" fmla="*/ 867104 w 1250066"/>
              <a:gd name="connsiteY5" fmla="*/ 0 h 1256851"/>
              <a:gd name="connsiteX6" fmla="*/ 1032160 w 1250066"/>
              <a:gd name="connsiteY6" fmla="*/ 284578 h 1256851"/>
              <a:gd name="connsiteX0" fmla="*/ 1250066 w 1250066"/>
              <a:gd name="connsiteY0" fmla="*/ 307726 h 1279999"/>
              <a:gd name="connsiteX1" fmla="*/ 1250066 w 1250066"/>
              <a:gd name="connsiteY1" fmla="*/ 1279999 h 1279999"/>
              <a:gd name="connsiteX2" fmla="*/ 0 w 1250066"/>
              <a:gd name="connsiteY2" fmla="*/ 1279999 h 1279999"/>
              <a:gd name="connsiteX3" fmla="*/ 0 w 1250066"/>
              <a:gd name="connsiteY3" fmla="*/ 307726 h 1279999"/>
              <a:gd name="connsiteX4" fmla="*/ 702049 w 1250066"/>
              <a:gd name="connsiteY4" fmla="*/ 307726 h 1279999"/>
              <a:gd name="connsiteX5" fmla="*/ 913402 w 1250066"/>
              <a:gd name="connsiteY5" fmla="*/ 0 h 1279999"/>
              <a:gd name="connsiteX6" fmla="*/ 1032160 w 1250066"/>
              <a:gd name="connsiteY6" fmla="*/ 307726 h 1279999"/>
              <a:gd name="connsiteX7" fmla="*/ 1250066 w 1250066"/>
              <a:gd name="connsiteY7" fmla="*/ 307726 h 1279999"/>
              <a:gd name="connsiteX0" fmla="*/ 1250066 w 1250066"/>
              <a:gd name="connsiteY0" fmla="*/ 307726 h 1279999"/>
              <a:gd name="connsiteX1" fmla="*/ 1250066 w 1250066"/>
              <a:gd name="connsiteY1" fmla="*/ 1279999 h 1279999"/>
              <a:gd name="connsiteX2" fmla="*/ 0 w 1250066"/>
              <a:gd name="connsiteY2" fmla="*/ 1279999 h 1279999"/>
              <a:gd name="connsiteX3" fmla="*/ 0 w 1250066"/>
              <a:gd name="connsiteY3" fmla="*/ 307726 h 1279999"/>
              <a:gd name="connsiteX4" fmla="*/ 797952 w 1250066"/>
              <a:gd name="connsiteY4" fmla="*/ 307729 h 1279999"/>
              <a:gd name="connsiteX5" fmla="*/ 913402 w 1250066"/>
              <a:gd name="connsiteY5" fmla="*/ 0 h 1279999"/>
              <a:gd name="connsiteX6" fmla="*/ 1032160 w 1250066"/>
              <a:gd name="connsiteY6" fmla="*/ 307726 h 1279999"/>
              <a:gd name="connsiteX7" fmla="*/ 1250066 w 1250066"/>
              <a:gd name="connsiteY7" fmla="*/ 307726 h 12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0066" h="1279999">
                <a:moveTo>
                  <a:pt x="1250066" y="307726"/>
                </a:moveTo>
                <a:lnTo>
                  <a:pt x="1250066" y="1279999"/>
                </a:lnTo>
                <a:lnTo>
                  <a:pt x="0" y="1279999"/>
                </a:lnTo>
                <a:lnTo>
                  <a:pt x="0" y="307726"/>
                </a:lnTo>
                <a:lnTo>
                  <a:pt x="797952" y="307729"/>
                </a:lnTo>
                <a:lnTo>
                  <a:pt x="913402" y="0"/>
                </a:lnTo>
                <a:lnTo>
                  <a:pt x="1032160" y="307726"/>
                </a:lnTo>
                <a:lnTo>
                  <a:pt x="1250066" y="307726"/>
                </a:lnTo>
                <a:close/>
              </a:path>
            </a:pathLst>
          </a:custGeom>
          <a:ln w="25400">
            <a:solidFill>
              <a:schemeClr val="tx1"/>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594" name="文本框 593">
            <a:extLst>
              <a:ext uri="{FF2B5EF4-FFF2-40B4-BE49-F238E27FC236}">
                <a16:creationId xmlns:a16="http://schemas.microsoft.com/office/drawing/2014/main" id="{D7E24796-E8E8-C0C8-1C66-09F6FA8AAE2B}"/>
              </a:ext>
            </a:extLst>
          </p:cNvPr>
          <p:cNvSpPr txBox="1"/>
          <p:nvPr/>
        </p:nvSpPr>
        <p:spPr>
          <a:xfrm>
            <a:off x="7133828" y="4193502"/>
            <a:ext cx="1172116"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3.delivery</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8DA496B1-79A0-ADE2-71DC-F3ED88674D1D}"/>
              </a:ext>
            </a:extLst>
          </p:cNvPr>
          <p:cNvSpPr txBox="1"/>
          <p:nvPr/>
        </p:nvSpPr>
        <p:spPr>
          <a:xfrm>
            <a:off x="6986872" y="5752321"/>
            <a:ext cx="1463862"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4.confidence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2" name="矩形 601">
            <a:extLst>
              <a:ext uri="{FF2B5EF4-FFF2-40B4-BE49-F238E27FC236}">
                <a16:creationId xmlns:a16="http://schemas.microsoft.com/office/drawing/2014/main" id="{B9A6544F-B704-1EF1-3858-94C486DBE0E3}"/>
              </a:ext>
            </a:extLst>
          </p:cNvPr>
          <p:cNvSpPr/>
          <p:nvPr/>
        </p:nvSpPr>
        <p:spPr>
          <a:xfrm>
            <a:off x="8429973" y="3460829"/>
            <a:ext cx="3489885" cy="3229337"/>
          </a:xfrm>
          <a:prstGeom prst="rect">
            <a:avLst/>
          </a:prstGeom>
          <a:solidFill>
            <a:srgbClr val="F0F0F0"/>
          </a:solidFill>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3" name="左中括号 602">
            <a:extLst>
              <a:ext uri="{FF2B5EF4-FFF2-40B4-BE49-F238E27FC236}">
                <a16:creationId xmlns:a16="http://schemas.microsoft.com/office/drawing/2014/main" id="{5AF6BD37-1214-8934-1D33-17AB2E666F52}"/>
              </a:ext>
            </a:extLst>
          </p:cNvPr>
          <p:cNvSpPr/>
          <p:nvPr/>
        </p:nvSpPr>
        <p:spPr>
          <a:xfrm>
            <a:off x="8318977" y="3622874"/>
            <a:ext cx="269851" cy="1634925"/>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4" name="圆角矩形 603">
            <a:extLst>
              <a:ext uri="{FF2B5EF4-FFF2-40B4-BE49-F238E27FC236}">
                <a16:creationId xmlns:a16="http://schemas.microsoft.com/office/drawing/2014/main" id="{37A3222E-EC3D-0ECF-17FA-1B88C0BA488A}"/>
              </a:ext>
            </a:extLst>
          </p:cNvPr>
          <p:cNvSpPr/>
          <p:nvPr/>
        </p:nvSpPr>
        <p:spPr>
          <a:xfrm>
            <a:off x="8662325" y="3573016"/>
            <a:ext cx="3175890" cy="1759352"/>
          </a:xfrm>
          <a:prstGeom prst="roundRect">
            <a:avLst>
              <a:gd name="adj" fmla="val 14035"/>
            </a:avLst>
          </a:prstGeom>
          <a:solidFill>
            <a:srgbClr val="1E344D">
              <a:alpha val="35000"/>
            </a:srgbClr>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6" name="左中括号 605">
            <a:extLst>
              <a:ext uri="{FF2B5EF4-FFF2-40B4-BE49-F238E27FC236}">
                <a16:creationId xmlns:a16="http://schemas.microsoft.com/office/drawing/2014/main" id="{65A60761-C203-41A3-A116-412DB4807E98}"/>
              </a:ext>
            </a:extLst>
          </p:cNvPr>
          <p:cNvSpPr/>
          <p:nvPr/>
        </p:nvSpPr>
        <p:spPr>
          <a:xfrm>
            <a:off x="8446301" y="5445224"/>
            <a:ext cx="273157" cy="808619"/>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23" name="任意形状 622">
            <a:extLst>
              <a:ext uri="{FF2B5EF4-FFF2-40B4-BE49-F238E27FC236}">
                <a16:creationId xmlns:a16="http://schemas.microsoft.com/office/drawing/2014/main" id="{66E98924-EC32-2678-3814-0F312506157C}"/>
              </a:ext>
            </a:extLst>
          </p:cNvPr>
          <p:cNvSpPr/>
          <p:nvPr/>
        </p:nvSpPr>
        <p:spPr>
          <a:xfrm>
            <a:off x="8703129" y="5568043"/>
            <a:ext cx="3037114" cy="555171"/>
          </a:xfrm>
          <a:custGeom>
            <a:avLst/>
            <a:gdLst>
              <a:gd name="connsiteX0" fmla="*/ 0 w 3037114"/>
              <a:gd name="connsiteY0" fmla="*/ 0 h 555171"/>
              <a:gd name="connsiteX1" fmla="*/ 89513 w 3037114"/>
              <a:gd name="connsiteY1" fmla="*/ 0 h 555171"/>
              <a:gd name="connsiteX2" fmla="*/ 3037114 w 3037114"/>
              <a:gd name="connsiteY2" fmla="*/ 554880 h 555171"/>
              <a:gd name="connsiteX3" fmla="*/ 3037114 w 3037114"/>
              <a:gd name="connsiteY3" fmla="*/ 555171 h 555171"/>
              <a:gd name="connsiteX4" fmla="*/ 0 w 3037114"/>
              <a:gd name="connsiteY4" fmla="*/ 555171 h 555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114" h="555171">
                <a:moveTo>
                  <a:pt x="0" y="0"/>
                </a:moveTo>
                <a:lnTo>
                  <a:pt x="89513" y="0"/>
                </a:lnTo>
                <a:lnTo>
                  <a:pt x="3037114" y="554880"/>
                </a:lnTo>
                <a:lnTo>
                  <a:pt x="3037114" y="555171"/>
                </a:lnTo>
                <a:lnTo>
                  <a:pt x="0" y="555171"/>
                </a:lnTo>
                <a:close/>
              </a:path>
            </a:pathLst>
          </a:custGeom>
          <a:solidFill>
            <a:srgbClr val="BB3023"/>
          </a:solidFill>
          <a:ln w="25400">
            <a:solidFill>
              <a:schemeClr val="tx1"/>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624" name="矩形 623">
            <a:extLst>
              <a:ext uri="{FF2B5EF4-FFF2-40B4-BE49-F238E27FC236}">
                <a16:creationId xmlns:a16="http://schemas.microsoft.com/office/drawing/2014/main" id="{E00CD8ED-EA11-3D2E-CAD0-DF7D3CABDF5B}"/>
              </a:ext>
            </a:extLst>
          </p:cNvPr>
          <p:cNvSpPr/>
          <p:nvPr/>
        </p:nvSpPr>
        <p:spPr>
          <a:xfrm>
            <a:off x="9666515" y="6319157"/>
            <a:ext cx="2069254" cy="261257"/>
          </a:xfrm>
          <a:prstGeom prst="rect">
            <a:avLst/>
          </a:prstGeom>
          <a:noFill/>
          <a:ln w="158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625" name="文本框 624">
            <a:extLst>
              <a:ext uri="{FF2B5EF4-FFF2-40B4-BE49-F238E27FC236}">
                <a16:creationId xmlns:a16="http://schemas.microsoft.com/office/drawing/2014/main" id="{A3DCA95B-E2A7-F925-6E1F-49C4259D66CC}"/>
              </a:ext>
            </a:extLst>
          </p:cNvPr>
          <p:cNvSpPr txBox="1"/>
          <p:nvPr/>
        </p:nvSpPr>
        <p:spPr>
          <a:xfrm>
            <a:off x="1739922" y="3710340"/>
            <a:ext cx="949299"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VISION: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6" name="文本框 625">
            <a:extLst>
              <a:ext uri="{FF2B5EF4-FFF2-40B4-BE49-F238E27FC236}">
                <a16:creationId xmlns:a16="http://schemas.microsoft.com/office/drawing/2014/main" id="{08243352-A715-6ADA-9C24-5AD934F6A63F}"/>
              </a:ext>
            </a:extLst>
          </p:cNvPr>
          <p:cNvSpPr txBox="1"/>
          <p:nvPr/>
        </p:nvSpPr>
        <p:spPr>
          <a:xfrm>
            <a:off x="1730094" y="4239872"/>
            <a:ext cx="2272536"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7" name="文本框 626">
            <a:extLst>
              <a:ext uri="{FF2B5EF4-FFF2-40B4-BE49-F238E27FC236}">
                <a16:creationId xmlns:a16="http://schemas.microsoft.com/office/drawing/2014/main" id="{03E770A9-22DF-A799-785F-531610F0AF27}"/>
              </a:ext>
            </a:extLst>
          </p:cNvPr>
          <p:cNvSpPr txBox="1"/>
          <p:nvPr/>
        </p:nvSpPr>
        <p:spPr>
          <a:xfrm>
            <a:off x="1746447" y="4001920"/>
            <a:ext cx="2090768" cy="261610"/>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100" dirty="0">
                <a:solidFill>
                  <a:srgbClr val="1E344D"/>
                </a:solidFill>
                <a:latin typeface="Alibaba PuHuiTi" pitchFamily="18" charset="-122"/>
                <a:ea typeface="Alibaba PuHuiTi" pitchFamily="18" charset="-122"/>
                <a:cs typeface="Alibaba PuHuiTi" pitchFamily="18" charset="-122"/>
              </a:rPr>
              <a:t>:</a:t>
            </a:r>
            <a:endParaRPr lang="zh-CN" altLang="en-US" sz="1100" dirty="0">
              <a:solidFill>
                <a:srgbClr val="1E344D"/>
              </a:solidFill>
              <a:latin typeface="Alibaba PuHuiTi" pitchFamily="18" charset="-122"/>
              <a:ea typeface="Alibaba PuHuiTi" pitchFamily="18" charset="-122"/>
              <a:cs typeface="Alibaba PuHuiTi" pitchFamily="18" charset="-122"/>
            </a:endParaRPr>
          </a:p>
        </p:txBody>
      </p:sp>
      <p:sp>
        <p:nvSpPr>
          <p:cNvPr id="628" name="文本框 627">
            <a:extLst>
              <a:ext uri="{FF2B5EF4-FFF2-40B4-BE49-F238E27FC236}">
                <a16:creationId xmlns:a16="http://schemas.microsoft.com/office/drawing/2014/main" id="{6BD146E3-48BF-1A82-562B-E7EEFEE63FE3}"/>
              </a:ext>
            </a:extLst>
          </p:cNvPr>
          <p:cNvSpPr txBox="1"/>
          <p:nvPr/>
        </p:nvSpPr>
        <p:spPr>
          <a:xfrm>
            <a:off x="1795601" y="4931533"/>
            <a:ext cx="2988670"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29" name="文本框 628">
            <a:extLst>
              <a:ext uri="{FF2B5EF4-FFF2-40B4-BE49-F238E27FC236}">
                <a16:creationId xmlns:a16="http://schemas.microsoft.com/office/drawing/2014/main" id="{928A7EFD-B38D-B7FB-ABAA-6367C3BAECD7}"/>
              </a:ext>
            </a:extLst>
          </p:cNvPr>
          <p:cNvSpPr txBox="1"/>
          <p:nvPr/>
        </p:nvSpPr>
        <p:spPr>
          <a:xfrm>
            <a:off x="1808925" y="5303563"/>
            <a:ext cx="3628490"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0" name="文本框 629">
            <a:extLst>
              <a:ext uri="{FF2B5EF4-FFF2-40B4-BE49-F238E27FC236}">
                <a16:creationId xmlns:a16="http://schemas.microsoft.com/office/drawing/2014/main" id="{571BC9DB-9D02-A1F8-4CC3-D0FCD290D322}"/>
              </a:ext>
            </a:extLst>
          </p:cNvPr>
          <p:cNvSpPr txBox="1"/>
          <p:nvPr/>
        </p:nvSpPr>
        <p:spPr>
          <a:xfrm>
            <a:off x="1808925" y="5930427"/>
            <a:ext cx="3628490"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2" name="文本框 631">
            <a:extLst>
              <a:ext uri="{FF2B5EF4-FFF2-40B4-BE49-F238E27FC236}">
                <a16:creationId xmlns:a16="http://schemas.microsoft.com/office/drawing/2014/main" id="{E22CA9EF-2274-B260-7C70-81AA56182147}"/>
              </a:ext>
            </a:extLst>
          </p:cNvPr>
          <p:cNvSpPr txBox="1"/>
          <p:nvPr/>
        </p:nvSpPr>
        <p:spPr>
          <a:xfrm>
            <a:off x="8721009" y="3705042"/>
            <a:ext cx="2988670"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33" name="文本框 632">
            <a:extLst>
              <a:ext uri="{FF2B5EF4-FFF2-40B4-BE49-F238E27FC236}">
                <a16:creationId xmlns:a16="http://schemas.microsoft.com/office/drawing/2014/main" id="{957E6DA4-246B-444B-1592-2ECCA09C42B9}"/>
              </a:ext>
            </a:extLst>
          </p:cNvPr>
          <p:cNvSpPr txBox="1"/>
          <p:nvPr/>
        </p:nvSpPr>
        <p:spPr>
          <a:xfrm>
            <a:off x="8734333" y="4077072"/>
            <a:ext cx="3022239"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4" name="文本框 633">
            <a:extLst>
              <a:ext uri="{FF2B5EF4-FFF2-40B4-BE49-F238E27FC236}">
                <a16:creationId xmlns:a16="http://schemas.microsoft.com/office/drawing/2014/main" id="{21493B7F-9D2F-F8D2-1C70-20ABD60C5E00}"/>
              </a:ext>
            </a:extLst>
          </p:cNvPr>
          <p:cNvSpPr txBox="1"/>
          <p:nvPr/>
        </p:nvSpPr>
        <p:spPr>
          <a:xfrm>
            <a:off x="8766990" y="4573308"/>
            <a:ext cx="3022239"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5" name="文本框 634">
            <a:extLst>
              <a:ext uri="{FF2B5EF4-FFF2-40B4-BE49-F238E27FC236}">
                <a16:creationId xmlns:a16="http://schemas.microsoft.com/office/drawing/2014/main" id="{9AFCD270-E6BC-129A-5655-FE56E26ACA02}"/>
              </a:ext>
            </a:extLst>
          </p:cNvPr>
          <p:cNvSpPr txBox="1"/>
          <p:nvPr/>
        </p:nvSpPr>
        <p:spPr>
          <a:xfrm>
            <a:off x="8688289" y="5318348"/>
            <a:ext cx="2988670" cy="338554"/>
          </a:xfrm>
          <a:prstGeom prst="rect">
            <a:avLst/>
          </a:prstGeom>
          <a:noFill/>
        </p:spPr>
        <p:txBody>
          <a:bodyPr wrap="square">
            <a:spAutoFit/>
          </a:bodyPr>
          <a:lstStyle/>
          <a:p>
            <a:r>
              <a:rPr kumimoji="1" lang="en-US" altLang="zh-CN" sz="1600" dirty="0">
                <a:solidFill>
                  <a:srgbClr val="1E344D"/>
                </a:solidFill>
                <a:latin typeface="Alibaba PuHuiTi" pitchFamily="18" charset="-122"/>
                <a:ea typeface="Alibaba PuHuiTi" pitchFamily="18" charset="-122"/>
                <a:cs typeface="Alibaba PuHuiTi" pitchFamily="18" charset="-122"/>
              </a:rPr>
              <a:t>100%</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36" name="文本框 635">
            <a:extLst>
              <a:ext uri="{FF2B5EF4-FFF2-40B4-BE49-F238E27FC236}">
                <a16:creationId xmlns:a16="http://schemas.microsoft.com/office/drawing/2014/main" id="{6B3E5D07-E1C5-BA69-1D26-9F272C2F26DB}"/>
              </a:ext>
            </a:extLst>
          </p:cNvPr>
          <p:cNvSpPr txBox="1"/>
          <p:nvPr/>
        </p:nvSpPr>
        <p:spPr>
          <a:xfrm>
            <a:off x="8671960" y="6148975"/>
            <a:ext cx="2988670" cy="338554"/>
          </a:xfrm>
          <a:prstGeom prst="rect">
            <a:avLst/>
          </a:prstGeom>
          <a:noFill/>
        </p:spPr>
        <p:txBody>
          <a:bodyPr wrap="square">
            <a:spAutoFit/>
          </a:bodyPr>
          <a:lstStyle/>
          <a:p>
            <a:r>
              <a:rPr kumimoji="1" lang="en-US" altLang="zh-CN" sz="1600" dirty="0">
                <a:solidFill>
                  <a:srgbClr val="1E344D"/>
                </a:solidFill>
                <a:latin typeface="Alibaba PuHuiTi" pitchFamily="18" charset="-122"/>
                <a:ea typeface="Alibaba PuHuiTi" pitchFamily="18" charset="-122"/>
                <a:cs typeface="Alibaba PuHuiTi" pitchFamily="18" charset="-122"/>
              </a:rPr>
              <a:t>0%</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37" name="文本框 636">
            <a:extLst>
              <a:ext uri="{FF2B5EF4-FFF2-40B4-BE49-F238E27FC236}">
                <a16:creationId xmlns:a16="http://schemas.microsoft.com/office/drawing/2014/main" id="{4718C9A3-0A8A-62C5-8675-9FCE70A093D1}"/>
              </a:ext>
            </a:extLst>
          </p:cNvPr>
          <p:cNvSpPr txBox="1"/>
          <p:nvPr/>
        </p:nvSpPr>
        <p:spPr>
          <a:xfrm>
            <a:off x="8685347" y="5749585"/>
            <a:ext cx="1099981" cy="261610"/>
          </a:xfrm>
          <a:prstGeom prst="rect">
            <a:avLst/>
          </a:prstGeom>
          <a:noFill/>
        </p:spPr>
        <p:txBody>
          <a:bodyPr wrap="none" rtlCol="0">
            <a:spAutoFit/>
          </a:bodyPr>
          <a:lstStyle/>
          <a:p>
            <a:pPr algn="l"/>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Service name</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8" name="文本框 637">
            <a:extLst>
              <a:ext uri="{FF2B5EF4-FFF2-40B4-BE49-F238E27FC236}">
                <a16:creationId xmlns:a16="http://schemas.microsoft.com/office/drawing/2014/main" id="{06CDFCA8-A21E-7253-7A49-5B668A289A42}"/>
              </a:ext>
            </a:extLst>
          </p:cNvPr>
          <p:cNvSpPr txBox="1"/>
          <p:nvPr/>
        </p:nvSpPr>
        <p:spPr>
          <a:xfrm>
            <a:off x="9742445" y="6309320"/>
            <a:ext cx="2090768" cy="261610"/>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100" dirty="0">
                <a:solidFill>
                  <a:srgbClr val="1E344D"/>
                </a:solidFill>
                <a:latin typeface="Alibaba PuHuiTi" pitchFamily="18" charset="-122"/>
                <a:ea typeface="Alibaba PuHuiTi" pitchFamily="18" charset="-122"/>
                <a:cs typeface="Alibaba PuHuiTi" pitchFamily="18" charset="-122"/>
              </a:rPr>
              <a:t>:</a:t>
            </a:r>
            <a:endParaRPr lang="zh-CN" altLang="en-US" sz="1100" dirty="0">
              <a:solidFill>
                <a:srgbClr val="1E344D"/>
              </a:solidFill>
              <a:latin typeface="Alibaba PuHuiTi" pitchFamily="18" charset="-122"/>
              <a:ea typeface="Alibaba PuHuiTi" pitchFamily="18" charset="-122"/>
              <a:cs typeface="Alibaba PuHuiTi" pitchFamily="18" charset="-122"/>
            </a:endParaRPr>
          </a:p>
        </p:txBody>
      </p:sp>
      <p:sp>
        <p:nvSpPr>
          <p:cNvPr id="639" name="文本框 638">
            <a:extLst>
              <a:ext uri="{FF2B5EF4-FFF2-40B4-BE49-F238E27FC236}">
                <a16:creationId xmlns:a16="http://schemas.microsoft.com/office/drawing/2014/main" id="{B7315C39-AC78-DE2B-0496-BFD14003CE95}"/>
              </a:ext>
            </a:extLst>
          </p:cNvPr>
          <p:cNvSpPr txBox="1"/>
          <p:nvPr/>
        </p:nvSpPr>
        <p:spPr>
          <a:xfrm>
            <a:off x="5854013" y="3573016"/>
            <a:ext cx="922345" cy="1200329"/>
          </a:xfrm>
          <a:prstGeom prst="rect">
            <a:avLst/>
          </a:prstGeom>
          <a:noFill/>
        </p:spPr>
        <p:txBody>
          <a:bodyPr wrap="square" rtlCol="0">
            <a:spAutoFit/>
          </a:bodyPr>
          <a:lstStyle/>
          <a:p>
            <a:pPr algn="just"/>
            <a:r>
              <a:rPr kumimoji="1" lang="en-US" altLang="zh-CN" sz="1200" dirty="0">
                <a:solidFill>
                  <a:srgbClr val="1E344D"/>
                </a:solidFill>
                <a:latin typeface="Alibaba PuHuiTi" pitchFamily="18" charset="-122"/>
                <a:ea typeface="Alibaba PuHuiTi" pitchFamily="18" charset="-122"/>
                <a:cs typeface="Alibaba PuHuiTi" pitchFamily="18" charset="-122"/>
              </a:rPr>
              <a:t>-</a:t>
            </a:r>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640" name="文本框 639">
            <a:extLst>
              <a:ext uri="{FF2B5EF4-FFF2-40B4-BE49-F238E27FC236}">
                <a16:creationId xmlns:a16="http://schemas.microsoft.com/office/drawing/2014/main" id="{33441546-0E6E-5D99-63E4-072A062F48A7}"/>
              </a:ext>
            </a:extLst>
          </p:cNvPr>
          <p:cNvSpPr txBox="1"/>
          <p:nvPr/>
        </p:nvSpPr>
        <p:spPr>
          <a:xfrm>
            <a:off x="5854013" y="5013176"/>
            <a:ext cx="922345" cy="1600438"/>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grpSp>
        <p:nvGrpSpPr>
          <p:cNvPr id="653" name="组合 652">
            <a:extLst>
              <a:ext uri="{FF2B5EF4-FFF2-40B4-BE49-F238E27FC236}">
                <a16:creationId xmlns:a16="http://schemas.microsoft.com/office/drawing/2014/main" id="{06919EAE-F849-B1FA-CEAE-C9A3FCDDF68D}"/>
              </a:ext>
            </a:extLst>
          </p:cNvPr>
          <p:cNvGrpSpPr/>
          <p:nvPr/>
        </p:nvGrpSpPr>
        <p:grpSpPr>
          <a:xfrm>
            <a:off x="326571" y="961264"/>
            <a:ext cx="11642272" cy="2239136"/>
            <a:chOff x="558800" y="2113280"/>
            <a:chExt cx="5750560" cy="4206240"/>
          </a:xfrm>
        </p:grpSpPr>
        <p:sp>
          <p:nvSpPr>
            <p:cNvPr id="654" name="矩形 653">
              <a:extLst>
                <a:ext uri="{FF2B5EF4-FFF2-40B4-BE49-F238E27FC236}">
                  <a16:creationId xmlns:a16="http://schemas.microsoft.com/office/drawing/2014/main" id="{AAE28E38-39E9-03FB-4FC5-1A61DEA266D5}"/>
                </a:ext>
              </a:extLst>
            </p:cNvPr>
            <p:cNvSpPr/>
            <p:nvPr/>
          </p:nvSpPr>
          <p:spPr>
            <a:xfrm>
              <a:off x="558800" y="2113280"/>
              <a:ext cx="5750560" cy="4206240"/>
            </a:xfrm>
            <a:prstGeom prst="rect">
              <a:avLst/>
            </a:prstGeom>
            <a:noFill/>
            <a:ln>
              <a:solidFill>
                <a:schemeClr val="tx1">
                  <a:lumMod val="95000"/>
                  <a:lumOff val="5000"/>
                  <a:alpha val="11766"/>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655" name="直线连接符 654">
              <a:extLst>
                <a:ext uri="{FF2B5EF4-FFF2-40B4-BE49-F238E27FC236}">
                  <a16:creationId xmlns:a16="http://schemas.microsoft.com/office/drawing/2014/main" id="{8E6AFF13-A412-4BD3-6B5B-4304F645AC15}"/>
                </a:ext>
              </a:extLst>
            </p:cNvPr>
            <p:cNvCxnSpPr>
              <a:cxnSpLocks/>
            </p:cNvCxnSpPr>
            <p:nvPr/>
          </p:nvCxnSpPr>
          <p:spPr>
            <a:xfrm>
              <a:off x="1072567"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6" name="直线连接符 655">
              <a:extLst>
                <a:ext uri="{FF2B5EF4-FFF2-40B4-BE49-F238E27FC236}">
                  <a16:creationId xmlns:a16="http://schemas.microsoft.com/office/drawing/2014/main" id="{7E640F1A-FDEC-AFB8-86E4-9A6EF9BBAD6D}"/>
                </a:ext>
              </a:extLst>
            </p:cNvPr>
            <p:cNvCxnSpPr>
              <a:cxnSpLocks/>
            </p:cNvCxnSpPr>
            <p:nvPr/>
          </p:nvCxnSpPr>
          <p:spPr>
            <a:xfrm>
              <a:off x="1616006"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7" name="直线连接符 656">
              <a:extLst>
                <a:ext uri="{FF2B5EF4-FFF2-40B4-BE49-F238E27FC236}">
                  <a16:creationId xmlns:a16="http://schemas.microsoft.com/office/drawing/2014/main" id="{824F36F9-BD2A-40F8-BD00-133842368FF4}"/>
                </a:ext>
              </a:extLst>
            </p:cNvPr>
            <p:cNvCxnSpPr>
              <a:cxnSpLocks/>
            </p:cNvCxnSpPr>
            <p:nvPr/>
          </p:nvCxnSpPr>
          <p:spPr>
            <a:xfrm>
              <a:off x="2135560"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8" name="直线连接符 657">
              <a:extLst>
                <a:ext uri="{FF2B5EF4-FFF2-40B4-BE49-F238E27FC236}">
                  <a16:creationId xmlns:a16="http://schemas.microsoft.com/office/drawing/2014/main" id="{4F9C49BB-8C15-5D61-FAB0-BE4811FFE91C}"/>
                </a:ext>
              </a:extLst>
            </p:cNvPr>
            <p:cNvCxnSpPr>
              <a:cxnSpLocks/>
            </p:cNvCxnSpPr>
            <p:nvPr/>
          </p:nvCxnSpPr>
          <p:spPr>
            <a:xfrm>
              <a:off x="2639616"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9" name="直线连接符 658">
              <a:extLst>
                <a:ext uri="{FF2B5EF4-FFF2-40B4-BE49-F238E27FC236}">
                  <a16:creationId xmlns:a16="http://schemas.microsoft.com/office/drawing/2014/main" id="{08EDD9D1-394F-B3A1-6073-1343C1EB6CB8}"/>
                </a:ext>
              </a:extLst>
            </p:cNvPr>
            <p:cNvCxnSpPr>
              <a:cxnSpLocks/>
            </p:cNvCxnSpPr>
            <p:nvPr/>
          </p:nvCxnSpPr>
          <p:spPr>
            <a:xfrm>
              <a:off x="3166919"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0" name="直线连接符 659">
              <a:extLst>
                <a:ext uri="{FF2B5EF4-FFF2-40B4-BE49-F238E27FC236}">
                  <a16:creationId xmlns:a16="http://schemas.microsoft.com/office/drawing/2014/main" id="{E2B73D09-2DCA-98CD-CBB4-7831DA1EE1C1}"/>
                </a:ext>
              </a:extLst>
            </p:cNvPr>
            <p:cNvCxnSpPr>
              <a:cxnSpLocks/>
            </p:cNvCxnSpPr>
            <p:nvPr/>
          </p:nvCxnSpPr>
          <p:spPr>
            <a:xfrm>
              <a:off x="3711987"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1" name="直线连接符 660">
              <a:extLst>
                <a:ext uri="{FF2B5EF4-FFF2-40B4-BE49-F238E27FC236}">
                  <a16:creationId xmlns:a16="http://schemas.microsoft.com/office/drawing/2014/main" id="{D1C419A6-26BF-3B94-781E-3F4512899F1F}"/>
                </a:ext>
              </a:extLst>
            </p:cNvPr>
            <p:cNvCxnSpPr>
              <a:cxnSpLocks/>
            </p:cNvCxnSpPr>
            <p:nvPr/>
          </p:nvCxnSpPr>
          <p:spPr>
            <a:xfrm>
              <a:off x="4223792"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2" name="直线连接符 661">
              <a:extLst>
                <a:ext uri="{FF2B5EF4-FFF2-40B4-BE49-F238E27FC236}">
                  <a16:creationId xmlns:a16="http://schemas.microsoft.com/office/drawing/2014/main" id="{9D22AC34-4C27-CE25-BD62-C218FD0CA993}"/>
                </a:ext>
              </a:extLst>
            </p:cNvPr>
            <p:cNvCxnSpPr>
              <a:cxnSpLocks/>
            </p:cNvCxnSpPr>
            <p:nvPr/>
          </p:nvCxnSpPr>
          <p:spPr>
            <a:xfrm>
              <a:off x="4727848"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3" name="直线连接符 662">
              <a:extLst>
                <a:ext uri="{FF2B5EF4-FFF2-40B4-BE49-F238E27FC236}">
                  <a16:creationId xmlns:a16="http://schemas.microsoft.com/office/drawing/2014/main" id="{BB3FC65E-C7A6-5FC4-7129-9655BD5D3A34}"/>
                </a:ext>
              </a:extLst>
            </p:cNvPr>
            <p:cNvCxnSpPr>
              <a:cxnSpLocks/>
            </p:cNvCxnSpPr>
            <p:nvPr/>
          </p:nvCxnSpPr>
          <p:spPr>
            <a:xfrm>
              <a:off x="5231904"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4" name="直线连接符 663">
              <a:extLst>
                <a:ext uri="{FF2B5EF4-FFF2-40B4-BE49-F238E27FC236}">
                  <a16:creationId xmlns:a16="http://schemas.microsoft.com/office/drawing/2014/main" id="{F350E198-A3DB-25FA-4A1F-8D9382B2B2E9}"/>
                </a:ext>
              </a:extLst>
            </p:cNvPr>
            <p:cNvCxnSpPr>
              <a:cxnSpLocks/>
            </p:cNvCxnSpPr>
            <p:nvPr/>
          </p:nvCxnSpPr>
          <p:spPr>
            <a:xfrm>
              <a:off x="5807968"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5" name="直线连接符 664">
              <a:extLst>
                <a:ext uri="{FF2B5EF4-FFF2-40B4-BE49-F238E27FC236}">
                  <a16:creationId xmlns:a16="http://schemas.microsoft.com/office/drawing/2014/main" id="{672988FB-FC0E-542B-11A2-887B2CF8D81A}"/>
                </a:ext>
              </a:extLst>
            </p:cNvPr>
            <p:cNvCxnSpPr>
              <a:cxnSpLocks/>
            </p:cNvCxnSpPr>
            <p:nvPr/>
          </p:nvCxnSpPr>
          <p:spPr>
            <a:xfrm>
              <a:off x="566906" y="2719953"/>
              <a:ext cx="5742454"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6" name="直线连接符 665">
              <a:extLst>
                <a:ext uri="{FF2B5EF4-FFF2-40B4-BE49-F238E27FC236}">
                  <a16:creationId xmlns:a16="http://schemas.microsoft.com/office/drawing/2014/main" id="{6722AD92-32CA-8051-ECAF-DBE24E1EC9E4}"/>
                </a:ext>
              </a:extLst>
            </p:cNvPr>
            <p:cNvCxnSpPr>
              <a:cxnSpLocks/>
            </p:cNvCxnSpPr>
            <p:nvPr/>
          </p:nvCxnSpPr>
          <p:spPr>
            <a:xfrm>
              <a:off x="566906" y="3333745"/>
              <a:ext cx="5729391"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7" name="直线连接符 666">
              <a:extLst>
                <a:ext uri="{FF2B5EF4-FFF2-40B4-BE49-F238E27FC236}">
                  <a16:creationId xmlns:a16="http://schemas.microsoft.com/office/drawing/2014/main" id="{D5004B8C-A238-6468-DD43-232E7A1907F1}"/>
                </a:ext>
              </a:extLst>
            </p:cNvPr>
            <p:cNvCxnSpPr>
              <a:cxnSpLocks/>
            </p:cNvCxnSpPr>
            <p:nvPr/>
          </p:nvCxnSpPr>
          <p:spPr>
            <a:xfrm>
              <a:off x="566906" y="3933056"/>
              <a:ext cx="5742454"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8" name="直线连接符 667">
              <a:extLst>
                <a:ext uri="{FF2B5EF4-FFF2-40B4-BE49-F238E27FC236}">
                  <a16:creationId xmlns:a16="http://schemas.microsoft.com/office/drawing/2014/main" id="{B211886F-4895-88CB-51C2-B6AD556B2982}"/>
                </a:ext>
              </a:extLst>
            </p:cNvPr>
            <p:cNvCxnSpPr>
              <a:cxnSpLocks/>
            </p:cNvCxnSpPr>
            <p:nvPr/>
          </p:nvCxnSpPr>
          <p:spPr>
            <a:xfrm>
              <a:off x="566906" y="4509120"/>
              <a:ext cx="5735923"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9" name="直线连接符 668">
              <a:extLst>
                <a:ext uri="{FF2B5EF4-FFF2-40B4-BE49-F238E27FC236}">
                  <a16:creationId xmlns:a16="http://schemas.microsoft.com/office/drawing/2014/main" id="{A7EE09FA-18A8-2784-FF2F-3746798CA136}"/>
                </a:ext>
              </a:extLst>
            </p:cNvPr>
            <p:cNvCxnSpPr>
              <a:cxnSpLocks/>
            </p:cNvCxnSpPr>
            <p:nvPr/>
          </p:nvCxnSpPr>
          <p:spPr>
            <a:xfrm>
              <a:off x="566906" y="5133945"/>
              <a:ext cx="5735923"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70" name="直线连接符 669">
              <a:extLst>
                <a:ext uri="{FF2B5EF4-FFF2-40B4-BE49-F238E27FC236}">
                  <a16:creationId xmlns:a16="http://schemas.microsoft.com/office/drawing/2014/main" id="{5631339F-B4E0-6680-74FC-0FB29B1F726F}"/>
                </a:ext>
              </a:extLst>
            </p:cNvPr>
            <p:cNvCxnSpPr>
              <a:cxnSpLocks/>
            </p:cNvCxnSpPr>
            <p:nvPr/>
          </p:nvCxnSpPr>
          <p:spPr>
            <a:xfrm>
              <a:off x="566906" y="5733256"/>
              <a:ext cx="5735923"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grpSp>
      <p:sp>
        <p:nvSpPr>
          <p:cNvPr id="709" name="任意形状 708">
            <a:extLst>
              <a:ext uri="{FF2B5EF4-FFF2-40B4-BE49-F238E27FC236}">
                <a16:creationId xmlns:a16="http://schemas.microsoft.com/office/drawing/2014/main" id="{9684A0DA-175C-E16D-2D47-F7459191461D}"/>
              </a:ext>
            </a:extLst>
          </p:cNvPr>
          <p:cNvSpPr/>
          <p:nvPr/>
        </p:nvSpPr>
        <p:spPr>
          <a:xfrm>
            <a:off x="841248" y="2218944"/>
            <a:ext cx="9875520" cy="829056"/>
          </a:xfrm>
          <a:custGeom>
            <a:avLst/>
            <a:gdLst>
              <a:gd name="connsiteX0" fmla="*/ 0 w 9875520"/>
              <a:gd name="connsiteY0" fmla="*/ 0 h 685867"/>
              <a:gd name="connsiteX1" fmla="*/ 829056 w 9875520"/>
              <a:gd name="connsiteY1" fmla="*/ 475488 h 685867"/>
              <a:gd name="connsiteX2" fmla="*/ 1633728 w 9875520"/>
              <a:gd name="connsiteY2" fmla="*/ 170688 h 685867"/>
              <a:gd name="connsiteX3" fmla="*/ 2218944 w 9875520"/>
              <a:gd name="connsiteY3" fmla="*/ 426720 h 685867"/>
              <a:gd name="connsiteX4" fmla="*/ 3511296 w 9875520"/>
              <a:gd name="connsiteY4" fmla="*/ 414528 h 685867"/>
              <a:gd name="connsiteX5" fmla="*/ 4047744 w 9875520"/>
              <a:gd name="connsiteY5" fmla="*/ 268224 h 685867"/>
              <a:gd name="connsiteX6" fmla="*/ 4828032 w 9875520"/>
              <a:gd name="connsiteY6" fmla="*/ 316992 h 685867"/>
              <a:gd name="connsiteX7" fmla="*/ 5766816 w 9875520"/>
              <a:gd name="connsiteY7" fmla="*/ 85344 h 685867"/>
              <a:gd name="connsiteX8" fmla="*/ 6169152 w 9875520"/>
              <a:gd name="connsiteY8" fmla="*/ 268224 h 685867"/>
              <a:gd name="connsiteX9" fmla="*/ 7083552 w 9875520"/>
              <a:gd name="connsiteY9" fmla="*/ 329184 h 685867"/>
              <a:gd name="connsiteX10" fmla="*/ 7997952 w 9875520"/>
              <a:gd name="connsiteY10" fmla="*/ 682752 h 685867"/>
              <a:gd name="connsiteX11" fmla="*/ 8461248 w 9875520"/>
              <a:gd name="connsiteY11" fmla="*/ 499872 h 685867"/>
              <a:gd name="connsiteX12" fmla="*/ 9009888 w 9875520"/>
              <a:gd name="connsiteY12" fmla="*/ 463296 h 685867"/>
              <a:gd name="connsiteX13" fmla="*/ 9656064 w 9875520"/>
              <a:gd name="connsiteY13" fmla="*/ 97536 h 685867"/>
              <a:gd name="connsiteX14" fmla="*/ 9875520 w 9875520"/>
              <a:gd name="connsiteY14" fmla="*/ 48768 h 68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5520" h="685867">
                <a:moveTo>
                  <a:pt x="0" y="0"/>
                </a:moveTo>
                <a:cubicBezTo>
                  <a:pt x="278384" y="223520"/>
                  <a:pt x="556768" y="447040"/>
                  <a:pt x="829056" y="475488"/>
                </a:cubicBezTo>
                <a:cubicBezTo>
                  <a:pt x="1101344" y="503936"/>
                  <a:pt x="1402080" y="178816"/>
                  <a:pt x="1633728" y="170688"/>
                </a:cubicBezTo>
                <a:cubicBezTo>
                  <a:pt x="1865376" y="162560"/>
                  <a:pt x="1906016" y="386080"/>
                  <a:pt x="2218944" y="426720"/>
                </a:cubicBezTo>
                <a:cubicBezTo>
                  <a:pt x="2531872" y="467360"/>
                  <a:pt x="3206496" y="440944"/>
                  <a:pt x="3511296" y="414528"/>
                </a:cubicBezTo>
                <a:cubicBezTo>
                  <a:pt x="3816096" y="388112"/>
                  <a:pt x="3828288" y="284480"/>
                  <a:pt x="4047744" y="268224"/>
                </a:cubicBezTo>
                <a:cubicBezTo>
                  <a:pt x="4267200" y="251968"/>
                  <a:pt x="4541520" y="347472"/>
                  <a:pt x="4828032" y="316992"/>
                </a:cubicBezTo>
                <a:cubicBezTo>
                  <a:pt x="5114544" y="286512"/>
                  <a:pt x="5543296" y="93472"/>
                  <a:pt x="5766816" y="85344"/>
                </a:cubicBezTo>
                <a:cubicBezTo>
                  <a:pt x="5990336" y="77216"/>
                  <a:pt x="5949696" y="227584"/>
                  <a:pt x="6169152" y="268224"/>
                </a:cubicBezTo>
                <a:cubicBezTo>
                  <a:pt x="6388608" y="308864"/>
                  <a:pt x="6778752" y="260096"/>
                  <a:pt x="7083552" y="329184"/>
                </a:cubicBezTo>
                <a:cubicBezTo>
                  <a:pt x="7388352" y="398272"/>
                  <a:pt x="7768336" y="654304"/>
                  <a:pt x="7997952" y="682752"/>
                </a:cubicBezTo>
                <a:cubicBezTo>
                  <a:pt x="8227568" y="711200"/>
                  <a:pt x="8292592" y="536448"/>
                  <a:pt x="8461248" y="499872"/>
                </a:cubicBezTo>
                <a:cubicBezTo>
                  <a:pt x="8629904" y="463296"/>
                  <a:pt x="8810752" y="530352"/>
                  <a:pt x="9009888" y="463296"/>
                </a:cubicBezTo>
                <a:cubicBezTo>
                  <a:pt x="9209024" y="396240"/>
                  <a:pt x="9511792" y="166624"/>
                  <a:pt x="9656064" y="97536"/>
                </a:cubicBezTo>
                <a:cubicBezTo>
                  <a:pt x="9800336" y="28448"/>
                  <a:pt x="9837928" y="38608"/>
                  <a:pt x="9875520" y="48768"/>
                </a:cubicBezTo>
              </a:path>
            </a:pathLst>
          </a:custGeom>
          <a:solidFill>
            <a:srgbClr val="1E344D"/>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10" name="文本框 709">
            <a:extLst>
              <a:ext uri="{FF2B5EF4-FFF2-40B4-BE49-F238E27FC236}">
                <a16:creationId xmlns:a16="http://schemas.microsoft.com/office/drawing/2014/main" id="{0D01E787-AA59-3077-9631-F79A4728309E}"/>
              </a:ext>
            </a:extLst>
          </p:cNvPr>
          <p:cNvSpPr txBox="1"/>
          <p:nvPr/>
        </p:nvSpPr>
        <p:spPr>
          <a:xfrm>
            <a:off x="8510016" y="-548640"/>
            <a:ext cx="184731" cy="461665"/>
          </a:xfrm>
          <a:prstGeom prst="rect">
            <a:avLst/>
          </a:prstGeom>
          <a:noFill/>
        </p:spPr>
        <p:txBody>
          <a:bodyPr wrap="none" rtlCol="0">
            <a:spAutoFit/>
          </a:bodyPr>
          <a:lstStyle/>
          <a:p>
            <a:pPr algn="l"/>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706" name="任意形状 705">
            <a:extLst>
              <a:ext uri="{FF2B5EF4-FFF2-40B4-BE49-F238E27FC236}">
                <a16:creationId xmlns:a16="http://schemas.microsoft.com/office/drawing/2014/main" id="{21F94C2A-01AB-9D2F-F5F1-C58E75C62EE5}"/>
              </a:ext>
            </a:extLst>
          </p:cNvPr>
          <p:cNvSpPr/>
          <p:nvPr/>
        </p:nvSpPr>
        <p:spPr>
          <a:xfrm>
            <a:off x="894757" y="1126408"/>
            <a:ext cx="10399776" cy="1109472"/>
          </a:xfrm>
          <a:custGeom>
            <a:avLst/>
            <a:gdLst>
              <a:gd name="connsiteX0" fmla="*/ 0 w 10399776"/>
              <a:gd name="connsiteY0" fmla="*/ 862531 h 874723"/>
              <a:gd name="connsiteX1" fmla="*/ 707136 w 10399776"/>
              <a:gd name="connsiteY1" fmla="*/ 704035 h 874723"/>
              <a:gd name="connsiteX2" fmla="*/ 1597152 w 10399776"/>
              <a:gd name="connsiteY2" fmla="*/ 801571 h 874723"/>
              <a:gd name="connsiteX3" fmla="*/ 2292096 w 10399776"/>
              <a:gd name="connsiteY3" fmla="*/ 472387 h 874723"/>
              <a:gd name="connsiteX4" fmla="*/ 3243072 w 10399776"/>
              <a:gd name="connsiteY4" fmla="*/ 594307 h 874723"/>
              <a:gd name="connsiteX5" fmla="*/ 4693920 w 10399776"/>
              <a:gd name="connsiteY5" fmla="*/ 411427 h 874723"/>
              <a:gd name="connsiteX6" fmla="*/ 6144768 w 10399776"/>
              <a:gd name="connsiteY6" fmla="*/ 569923 h 874723"/>
              <a:gd name="connsiteX7" fmla="*/ 6949440 w 10399776"/>
              <a:gd name="connsiteY7" fmla="*/ 569923 h 874723"/>
              <a:gd name="connsiteX8" fmla="*/ 7339584 w 10399776"/>
              <a:gd name="connsiteY8" fmla="*/ 655267 h 874723"/>
              <a:gd name="connsiteX9" fmla="*/ 7961376 w 10399776"/>
              <a:gd name="connsiteY9" fmla="*/ 143203 h 874723"/>
              <a:gd name="connsiteX10" fmla="*/ 8875776 w 10399776"/>
              <a:gd name="connsiteY10" fmla="*/ 289507 h 874723"/>
              <a:gd name="connsiteX11" fmla="*/ 9595104 w 10399776"/>
              <a:gd name="connsiteY11" fmla="*/ 9091 h 874723"/>
              <a:gd name="connsiteX12" fmla="*/ 10131552 w 10399776"/>
              <a:gd name="connsiteY12" fmla="*/ 691843 h 874723"/>
              <a:gd name="connsiteX13" fmla="*/ 10399776 w 10399776"/>
              <a:gd name="connsiteY13" fmla="*/ 874723 h 87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399776" h="874723">
                <a:moveTo>
                  <a:pt x="0" y="862531"/>
                </a:moveTo>
                <a:cubicBezTo>
                  <a:pt x="220472" y="788363"/>
                  <a:pt x="440944" y="714195"/>
                  <a:pt x="707136" y="704035"/>
                </a:cubicBezTo>
                <a:cubicBezTo>
                  <a:pt x="973328" y="693875"/>
                  <a:pt x="1332992" y="840179"/>
                  <a:pt x="1597152" y="801571"/>
                </a:cubicBezTo>
                <a:cubicBezTo>
                  <a:pt x="1861312" y="762963"/>
                  <a:pt x="2017776" y="506931"/>
                  <a:pt x="2292096" y="472387"/>
                </a:cubicBezTo>
                <a:cubicBezTo>
                  <a:pt x="2566416" y="437843"/>
                  <a:pt x="2842768" y="604467"/>
                  <a:pt x="3243072" y="594307"/>
                </a:cubicBezTo>
                <a:cubicBezTo>
                  <a:pt x="3643376" y="584147"/>
                  <a:pt x="4210304" y="415491"/>
                  <a:pt x="4693920" y="411427"/>
                </a:cubicBezTo>
                <a:cubicBezTo>
                  <a:pt x="5177536" y="407363"/>
                  <a:pt x="5768848" y="543507"/>
                  <a:pt x="6144768" y="569923"/>
                </a:cubicBezTo>
                <a:cubicBezTo>
                  <a:pt x="6520688" y="596339"/>
                  <a:pt x="6750304" y="555699"/>
                  <a:pt x="6949440" y="569923"/>
                </a:cubicBezTo>
                <a:cubicBezTo>
                  <a:pt x="7148576" y="584147"/>
                  <a:pt x="7170928" y="726387"/>
                  <a:pt x="7339584" y="655267"/>
                </a:cubicBezTo>
                <a:cubicBezTo>
                  <a:pt x="7508240" y="584147"/>
                  <a:pt x="7705344" y="204163"/>
                  <a:pt x="7961376" y="143203"/>
                </a:cubicBezTo>
                <a:cubicBezTo>
                  <a:pt x="8217408" y="82243"/>
                  <a:pt x="8603488" y="311859"/>
                  <a:pt x="8875776" y="289507"/>
                </a:cubicBezTo>
                <a:cubicBezTo>
                  <a:pt x="9148064" y="267155"/>
                  <a:pt x="9385808" y="-57965"/>
                  <a:pt x="9595104" y="9091"/>
                </a:cubicBezTo>
                <a:cubicBezTo>
                  <a:pt x="9804400" y="76147"/>
                  <a:pt x="9997440" y="547571"/>
                  <a:pt x="10131552" y="691843"/>
                </a:cubicBezTo>
                <a:cubicBezTo>
                  <a:pt x="10265664" y="836115"/>
                  <a:pt x="10367264" y="832051"/>
                  <a:pt x="10399776" y="874723"/>
                </a:cubicBezTo>
              </a:path>
            </a:pathLst>
          </a:custGeom>
          <a:pattFill prst="lgGrid">
            <a:fgClr>
              <a:schemeClr val="tx1"/>
            </a:fgClr>
            <a:bgClr>
              <a:schemeClr val="bg1"/>
            </a:bgClr>
          </a:pattFill>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7" name="任意形状 706">
            <a:extLst>
              <a:ext uri="{FF2B5EF4-FFF2-40B4-BE49-F238E27FC236}">
                <a16:creationId xmlns:a16="http://schemas.microsoft.com/office/drawing/2014/main" id="{338BC70D-C5C9-F9FD-CE01-01C0F921BCC9}"/>
              </a:ext>
            </a:extLst>
          </p:cNvPr>
          <p:cNvSpPr/>
          <p:nvPr/>
        </p:nvSpPr>
        <p:spPr>
          <a:xfrm>
            <a:off x="843957" y="2231136"/>
            <a:ext cx="10399776" cy="317413"/>
          </a:xfrm>
          <a:custGeom>
            <a:avLst/>
            <a:gdLst>
              <a:gd name="connsiteX0" fmla="*/ 0 w 10399776"/>
              <a:gd name="connsiteY0" fmla="*/ 0 h 317413"/>
              <a:gd name="connsiteX1" fmla="*/ 755904 w 10399776"/>
              <a:gd name="connsiteY1" fmla="*/ 256032 h 317413"/>
              <a:gd name="connsiteX2" fmla="*/ 1524000 w 10399776"/>
              <a:gd name="connsiteY2" fmla="*/ 12192 h 317413"/>
              <a:gd name="connsiteX3" fmla="*/ 2621280 w 10399776"/>
              <a:gd name="connsiteY3" fmla="*/ 97536 h 317413"/>
              <a:gd name="connsiteX4" fmla="*/ 3182112 w 10399776"/>
              <a:gd name="connsiteY4" fmla="*/ 207264 h 317413"/>
              <a:gd name="connsiteX5" fmla="*/ 4035552 w 10399776"/>
              <a:gd name="connsiteY5" fmla="*/ 97536 h 317413"/>
              <a:gd name="connsiteX6" fmla="*/ 4962144 w 10399776"/>
              <a:gd name="connsiteY6" fmla="*/ 195072 h 317413"/>
              <a:gd name="connsiteX7" fmla="*/ 5681472 w 10399776"/>
              <a:gd name="connsiteY7" fmla="*/ 219456 h 317413"/>
              <a:gd name="connsiteX8" fmla="*/ 6388608 w 10399776"/>
              <a:gd name="connsiteY8" fmla="*/ 121920 h 317413"/>
              <a:gd name="connsiteX9" fmla="*/ 7961376 w 10399776"/>
              <a:gd name="connsiteY9" fmla="*/ 219456 h 317413"/>
              <a:gd name="connsiteX10" fmla="*/ 8814816 w 10399776"/>
              <a:gd name="connsiteY10" fmla="*/ 134112 h 317413"/>
              <a:gd name="connsiteX11" fmla="*/ 9680448 w 10399776"/>
              <a:gd name="connsiteY11" fmla="*/ 316992 h 317413"/>
              <a:gd name="connsiteX12" fmla="*/ 10168128 w 10399776"/>
              <a:gd name="connsiteY12" fmla="*/ 73152 h 317413"/>
              <a:gd name="connsiteX13" fmla="*/ 10399776 w 10399776"/>
              <a:gd name="connsiteY13" fmla="*/ 0 h 31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399776" h="317413">
                <a:moveTo>
                  <a:pt x="0" y="0"/>
                </a:moveTo>
                <a:cubicBezTo>
                  <a:pt x="250952" y="127000"/>
                  <a:pt x="501904" y="254000"/>
                  <a:pt x="755904" y="256032"/>
                </a:cubicBezTo>
                <a:cubicBezTo>
                  <a:pt x="1009904" y="258064"/>
                  <a:pt x="1213104" y="38608"/>
                  <a:pt x="1524000" y="12192"/>
                </a:cubicBezTo>
                <a:cubicBezTo>
                  <a:pt x="1834896" y="-14224"/>
                  <a:pt x="2344928" y="65024"/>
                  <a:pt x="2621280" y="97536"/>
                </a:cubicBezTo>
                <a:cubicBezTo>
                  <a:pt x="2897632" y="130048"/>
                  <a:pt x="2946400" y="207264"/>
                  <a:pt x="3182112" y="207264"/>
                </a:cubicBezTo>
                <a:cubicBezTo>
                  <a:pt x="3417824" y="207264"/>
                  <a:pt x="3738880" y="99568"/>
                  <a:pt x="4035552" y="97536"/>
                </a:cubicBezTo>
                <a:cubicBezTo>
                  <a:pt x="4332224" y="95504"/>
                  <a:pt x="4687824" y="174752"/>
                  <a:pt x="4962144" y="195072"/>
                </a:cubicBezTo>
                <a:cubicBezTo>
                  <a:pt x="5236464" y="215392"/>
                  <a:pt x="5443728" y="231648"/>
                  <a:pt x="5681472" y="219456"/>
                </a:cubicBezTo>
                <a:cubicBezTo>
                  <a:pt x="5919216" y="207264"/>
                  <a:pt x="6008624" y="121920"/>
                  <a:pt x="6388608" y="121920"/>
                </a:cubicBezTo>
                <a:cubicBezTo>
                  <a:pt x="6768592" y="121920"/>
                  <a:pt x="7557008" y="217424"/>
                  <a:pt x="7961376" y="219456"/>
                </a:cubicBezTo>
                <a:cubicBezTo>
                  <a:pt x="8365744" y="221488"/>
                  <a:pt x="8528304" y="117856"/>
                  <a:pt x="8814816" y="134112"/>
                </a:cubicBezTo>
                <a:cubicBezTo>
                  <a:pt x="9101328" y="150368"/>
                  <a:pt x="9454896" y="327152"/>
                  <a:pt x="9680448" y="316992"/>
                </a:cubicBezTo>
                <a:cubicBezTo>
                  <a:pt x="9906000" y="306832"/>
                  <a:pt x="10048240" y="125984"/>
                  <a:pt x="10168128" y="73152"/>
                </a:cubicBezTo>
                <a:cubicBezTo>
                  <a:pt x="10288016" y="20320"/>
                  <a:pt x="10343896" y="10160"/>
                  <a:pt x="10399776" y="0"/>
                </a:cubicBezTo>
              </a:path>
            </a:pathLst>
          </a:custGeom>
          <a:noFill/>
          <a:ln w="15875">
            <a:solidFill>
              <a:srgbClr val="BB302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702" name="直线箭头连接符 701">
            <a:extLst>
              <a:ext uri="{FF2B5EF4-FFF2-40B4-BE49-F238E27FC236}">
                <a16:creationId xmlns:a16="http://schemas.microsoft.com/office/drawing/2014/main" id="{91397F73-6FA7-E7AD-56F2-D1750496A427}"/>
              </a:ext>
            </a:extLst>
          </p:cNvPr>
          <p:cNvCxnSpPr>
            <a:cxnSpLocks/>
          </p:cNvCxnSpPr>
          <p:nvPr/>
        </p:nvCxnSpPr>
        <p:spPr>
          <a:xfrm>
            <a:off x="326764" y="2228238"/>
            <a:ext cx="11658407" cy="0"/>
          </a:xfrm>
          <a:prstGeom prst="straightConnector1">
            <a:avLst/>
          </a:prstGeom>
          <a:ln w="22225">
            <a:solidFill>
              <a:srgbClr val="21212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540300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矩形 57">
            <a:extLst>
              <a:ext uri="{FF2B5EF4-FFF2-40B4-BE49-F238E27FC236}">
                <a16:creationId xmlns:a16="http://schemas.microsoft.com/office/drawing/2014/main" id="{A74BD16C-F1B8-E67D-2851-041464C6CE89}"/>
              </a:ext>
            </a:extLst>
          </p:cNvPr>
          <p:cNvSpPr/>
          <p:nvPr/>
        </p:nvSpPr>
        <p:spPr>
          <a:xfrm>
            <a:off x="1499335" y="1058288"/>
            <a:ext cx="4224760" cy="3229337"/>
          </a:xfrm>
          <a:prstGeom prst="rect">
            <a:avLst/>
          </a:prstGeom>
          <a:solidFill>
            <a:srgbClr val="F0F0F0"/>
          </a:solidFill>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10" name="文本框 609">
            <a:extLst>
              <a:ext uri="{FF2B5EF4-FFF2-40B4-BE49-F238E27FC236}">
                <a16:creationId xmlns:a16="http://schemas.microsoft.com/office/drawing/2014/main" id="{62BCF185-3639-5C1D-196C-9D547D713FB7}"/>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11" name="文本框 610">
            <a:extLst>
              <a:ext uri="{FF2B5EF4-FFF2-40B4-BE49-F238E27FC236}">
                <a16:creationId xmlns:a16="http://schemas.microsoft.com/office/drawing/2014/main" id="{A601F43A-FE1C-9750-D7C9-DAEED2E14514}"/>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612" name="直线连接符 611">
            <a:extLst>
              <a:ext uri="{FF2B5EF4-FFF2-40B4-BE49-F238E27FC236}">
                <a16:creationId xmlns:a16="http://schemas.microsoft.com/office/drawing/2014/main" id="{049213A6-3E07-273C-123E-312ABF769B10}"/>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直线连接符 612">
            <a:extLst>
              <a:ext uri="{FF2B5EF4-FFF2-40B4-BE49-F238E27FC236}">
                <a16:creationId xmlns:a16="http://schemas.microsoft.com/office/drawing/2014/main" id="{376AAC7D-C10F-ECE3-E097-F8F1063DB850}"/>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614" name="文本框 613">
            <a:extLst>
              <a:ext uri="{FF2B5EF4-FFF2-40B4-BE49-F238E27FC236}">
                <a16:creationId xmlns:a16="http://schemas.microsoft.com/office/drawing/2014/main" id="{425F0BF4-738B-A26C-5E53-B57A03E82201}"/>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 name="组合 1">
            <a:extLst>
              <a:ext uri="{FF2B5EF4-FFF2-40B4-BE49-F238E27FC236}">
                <a16:creationId xmlns:a16="http://schemas.microsoft.com/office/drawing/2014/main" id="{427CA0E3-4DD5-21E4-3B6C-36BB798DBD2A}"/>
              </a:ext>
            </a:extLst>
          </p:cNvPr>
          <p:cNvGrpSpPr/>
          <p:nvPr/>
        </p:nvGrpSpPr>
        <p:grpSpPr>
          <a:xfrm>
            <a:off x="2323294" y="287981"/>
            <a:ext cx="356205" cy="355288"/>
            <a:chOff x="416151" y="286059"/>
            <a:chExt cx="356205" cy="355288"/>
          </a:xfrm>
        </p:grpSpPr>
        <p:sp>
          <p:nvSpPr>
            <p:cNvPr id="615" name="Google Shape;7166;p80">
              <a:extLst>
                <a:ext uri="{FF2B5EF4-FFF2-40B4-BE49-F238E27FC236}">
                  <a16:creationId xmlns:a16="http://schemas.microsoft.com/office/drawing/2014/main" id="{B5C8979B-35FD-FD8E-CCD3-5EE2F9205783}"/>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7167;p80">
              <a:extLst>
                <a:ext uri="{FF2B5EF4-FFF2-40B4-BE49-F238E27FC236}">
                  <a16:creationId xmlns:a16="http://schemas.microsoft.com/office/drawing/2014/main" id="{002BF571-25A4-9920-F705-DFF757B2FE2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7168;p80">
              <a:extLst>
                <a:ext uri="{FF2B5EF4-FFF2-40B4-BE49-F238E27FC236}">
                  <a16:creationId xmlns:a16="http://schemas.microsoft.com/office/drawing/2014/main" id="{2AEB0F3F-4EC7-5EAD-1E07-C72429C6213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7169;p80">
              <a:extLst>
                <a:ext uri="{FF2B5EF4-FFF2-40B4-BE49-F238E27FC236}">
                  <a16:creationId xmlns:a16="http://schemas.microsoft.com/office/drawing/2014/main" id="{F4397F4B-7683-7662-0E91-775EEAECF74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 name="矩形 27">
            <a:extLst>
              <a:ext uri="{FF2B5EF4-FFF2-40B4-BE49-F238E27FC236}">
                <a16:creationId xmlns:a16="http://schemas.microsoft.com/office/drawing/2014/main" id="{E2100F1B-4965-05FE-AD84-87361E70348C}"/>
              </a:ext>
            </a:extLst>
          </p:cNvPr>
          <p:cNvSpPr/>
          <p:nvPr/>
        </p:nvSpPr>
        <p:spPr>
          <a:xfrm>
            <a:off x="1661379" y="1208759"/>
            <a:ext cx="2488557" cy="1018572"/>
          </a:xfrm>
          <a:prstGeom prst="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41" name="椭圆 40">
            <a:extLst>
              <a:ext uri="{FF2B5EF4-FFF2-40B4-BE49-F238E27FC236}">
                <a16:creationId xmlns:a16="http://schemas.microsoft.com/office/drawing/2014/main" id="{CDEBD86D-D016-B949-FCBA-4D170047C84F}"/>
              </a:ext>
            </a:extLst>
          </p:cNvPr>
          <p:cNvSpPr/>
          <p:nvPr/>
        </p:nvSpPr>
        <p:spPr>
          <a:xfrm>
            <a:off x="4531902" y="1208759"/>
            <a:ext cx="775504" cy="601884"/>
          </a:xfrm>
          <a:prstGeom prst="ellipse">
            <a:avLst/>
          </a:prstGeom>
          <a:solidFill>
            <a:srgbClr val="BB3023"/>
          </a:solidFill>
          <a:ln w="28575">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2" name="矩形 41">
            <a:extLst>
              <a:ext uri="{FF2B5EF4-FFF2-40B4-BE49-F238E27FC236}">
                <a16:creationId xmlns:a16="http://schemas.microsoft.com/office/drawing/2014/main" id="{61359B07-E715-23FD-F58C-64D44F448726}"/>
              </a:ext>
            </a:extLst>
          </p:cNvPr>
          <p:cNvSpPr/>
          <p:nvPr/>
        </p:nvSpPr>
        <p:spPr>
          <a:xfrm>
            <a:off x="4242535" y="1880090"/>
            <a:ext cx="1365812" cy="289368"/>
          </a:xfrm>
          <a:prstGeom prst="rect">
            <a:avLst/>
          </a:prstGeom>
          <a:noFill/>
          <a:ln w="254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43" name="左中括号 42">
            <a:extLst>
              <a:ext uri="{FF2B5EF4-FFF2-40B4-BE49-F238E27FC236}">
                <a16:creationId xmlns:a16="http://schemas.microsoft.com/office/drawing/2014/main" id="{69BDC1C7-8B8B-1EB4-A49A-0C031097C5C2}"/>
              </a:ext>
            </a:extLst>
          </p:cNvPr>
          <p:cNvSpPr/>
          <p:nvPr/>
        </p:nvSpPr>
        <p:spPr>
          <a:xfrm>
            <a:off x="1372012" y="1220334"/>
            <a:ext cx="185196" cy="1006998"/>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44" name="文本框 43">
            <a:extLst>
              <a:ext uri="{FF2B5EF4-FFF2-40B4-BE49-F238E27FC236}">
                <a16:creationId xmlns:a16="http://schemas.microsoft.com/office/drawing/2014/main" id="{CDC5B401-3BFD-4259-8782-5F12FCD1E81F}"/>
              </a:ext>
            </a:extLst>
          </p:cNvPr>
          <p:cNvSpPr txBox="1"/>
          <p:nvPr/>
        </p:nvSpPr>
        <p:spPr>
          <a:xfrm>
            <a:off x="237694" y="1532850"/>
            <a:ext cx="1132041"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1.Context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5" name="文本框 44">
            <a:extLst>
              <a:ext uri="{FF2B5EF4-FFF2-40B4-BE49-F238E27FC236}">
                <a16:creationId xmlns:a16="http://schemas.microsoft.com/office/drawing/2014/main" id="{B90C4A95-0A41-3B06-D333-31C0DF0EF528}"/>
              </a:ext>
            </a:extLst>
          </p:cNvPr>
          <p:cNvSpPr txBox="1"/>
          <p:nvPr/>
        </p:nvSpPr>
        <p:spPr>
          <a:xfrm>
            <a:off x="4583577" y="1336194"/>
            <a:ext cx="702436" cy="338554"/>
          </a:xfrm>
          <a:prstGeom prst="rect">
            <a:avLst/>
          </a:prstGeom>
          <a:noFill/>
        </p:spPr>
        <p:txBody>
          <a:bodyPr wrap="none" rtlCol="0">
            <a:spAutoFit/>
          </a:bodyPr>
          <a:lstStyle/>
          <a:p>
            <a:pPr algn="l"/>
            <a:r>
              <a:rPr kumimoji="1" lang="en-US" altLang="zh-CN" sz="1600" dirty="0">
                <a:solidFill>
                  <a:srgbClr val="212121"/>
                </a:solidFill>
                <a:latin typeface="Alibaba PuHuiTi Medium" pitchFamily="18" charset="-122"/>
                <a:ea typeface="Alibaba PuHuiTi Medium" pitchFamily="18" charset="-122"/>
                <a:cs typeface="Alibaba PuHuiTi Medium" pitchFamily="18" charset="-122"/>
              </a:rPr>
              <a:t>Logo</a:t>
            </a:r>
            <a:endParaRPr kumimoji="1" lang="zh-CN" altLang="en-US" sz="16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6" name="文本框 45">
            <a:extLst>
              <a:ext uri="{FF2B5EF4-FFF2-40B4-BE49-F238E27FC236}">
                <a16:creationId xmlns:a16="http://schemas.microsoft.com/office/drawing/2014/main" id="{03D332EE-D2B8-E13C-3C26-5D2A7F7D7255}"/>
              </a:ext>
            </a:extLst>
          </p:cNvPr>
          <p:cNvSpPr txBox="1"/>
          <p:nvPr/>
        </p:nvSpPr>
        <p:spPr>
          <a:xfrm>
            <a:off x="4271060" y="1868630"/>
            <a:ext cx="1350050" cy="307777"/>
          </a:xfrm>
          <a:prstGeom prst="rect">
            <a:avLst/>
          </a:prstGeom>
          <a:noFill/>
        </p:spPr>
        <p:txBody>
          <a:bodyPr wrap="none" rtlCol="0">
            <a:spAutoFit/>
          </a:bodyPr>
          <a:lstStyle/>
          <a:p>
            <a:pPr algn="l"/>
            <a:r>
              <a:rPr kumimoji="1" lang="en-US" altLang="zh-CN" sz="1400" dirty="0">
                <a:solidFill>
                  <a:srgbClr val="212121"/>
                </a:solidFill>
                <a:latin typeface="Alibaba PuHuiTi Medium" pitchFamily="18" charset="-122"/>
                <a:ea typeface="Alibaba PuHuiTi Medium" pitchFamily="18" charset="-122"/>
                <a:cs typeface="Alibaba PuHuiTi Medium" pitchFamily="18" charset="-122"/>
              </a:rPr>
              <a:t>Service name</a:t>
            </a:r>
            <a:endParaRPr kumimoji="1" lang="zh-CN" altLang="en-US" sz="1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49" name="任意形状 48">
            <a:extLst>
              <a:ext uri="{FF2B5EF4-FFF2-40B4-BE49-F238E27FC236}">
                <a16:creationId xmlns:a16="http://schemas.microsoft.com/office/drawing/2014/main" id="{5B47D569-C04E-B42E-B2DE-489E3434EB84}"/>
              </a:ext>
            </a:extLst>
          </p:cNvPr>
          <p:cNvSpPr/>
          <p:nvPr/>
        </p:nvSpPr>
        <p:spPr>
          <a:xfrm rot="16200000">
            <a:off x="5558656" y="1066472"/>
            <a:ext cx="1250066" cy="1279999"/>
          </a:xfrm>
          <a:custGeom>
            <a:avLst/>
            <a:gdLst>
              <a:gd name="connsiteX0" fmla="*/ 1250066 w 1250066"/>
              <a:gd name="connsiteY0" fmla="*/ 284578 h 1256851"/>
              <a:gd name="connsiteX1" fmla="*/ 1250066 w 1250066"/>
              <a:gd name="connsiteY1" fmla="*/ 1256851 h 1256851"/>
              <a:gd name="connsiteX2" fmla="*/ 0 w 1250066"/>
              <a:gd name="connsiteY2" fmla="*/ 1256851 h 1256851"/>
              <a:gd name="connsiteX3" fmla="*/ 0 w 1250066"/>
              <a:gd name="connsiteY3" fmla="*/ 284578 h 1256851"/>
              <a:gd name="connsiteX4" fmla="*/ 702049 w 1250066"/>
              <a:gd name="connsiteY4" fmla="*/ 284578 h 1256851"/>
              <a:gd name="connsiteX5" fmla="*/ 867104 w 1250066"/>
              <a:gd name="connsiteY5" fmla="*/ 0 h 1256851"/>
              <a:gd name="connsiteX6" fmla="*/ 1032160 w 1250066"/>
              <a:gd name="connsiteY6" fmla="*/ 284578 h 1256851"/>
              <a:gd name="connsiteX0" fmla="*/ 1250066 w 1250066"/>
              <a:gd name="connsiteY0" fmla="*/ 307726 h 1279999"/>
              <a:gd name="connsiteX1" fmla="*/ 1250066 w 1250066"/>
              <a:gd name="connsiteY1" fmla="*/ 1279999 h 1279999"/>
              <a:gd name="connsiteX2" fmla="*/ 0 w 1250066"/>
              <a:gd name="connsiteY2" fmla="*/ 1279999 h 1279999"/>
              <a:gd name="connsiteX3" fmla="*/ 0 w 1250066"/>
              <a:gd name="connsiteY3" fmla="*/ 307726 h 1279999"/>
              <a:gd name="connsiteX4" fmla="*/ 702049 w 1250066"/>
              <a:gd name="connsiteY4" fmla="*/ 307726 h 1279999"/>
              <a:gd name="connsiteX5" fmla="*/ 913402 w 1250066"/>
              <a:gd name="connsiteY5" fmla="*/ 0 h 1279999"/>
              <a:gd name="connsiteX6" fmla="*/ 1032160 w 1250066"/>
              <a:gd name="connsiteY6" fmla="*/ 307726 h 1279999"/>
              <a:gd name="connsiteX7" fmla="*/ 1250066 w 1250066"/>
              <a:gd name="connsiteY7" fmla="*/ 307726 h 12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0066" h="1279999">
                <a:moveTo>
                  <a:pt x="1250066" y="307726"/>
                </a:moveTo>
                <a:lnTo>
                  <a:pt x="1250066" y="1279999"/>
                </a:lnTo>
                <a:lnTo>
                  <a:pt x="0" y="1279999"/>
                </a:lnTo>
                <a:lnTo>
                  <a:pt x="0" y="307726"/>
                </a:lnTo>
                <a:lnTo>
                  <a:pt x="702049" y="307726"/>
                </a:lnTo>
                <a:lnTo>
                  <a:pt x="913402" y="0"/>
                </a:lnTo>
                <a:lnTo>
                  <a:pt x="1032160" y="307726"/>
                </a:lnTo>
                <a:lnTo>
                  <a:pt x="1250066" y="307726"/>
                </a:lnTo>
                <a:close/>
              </a:path>
            </a:pathLst>
          </a:custGeom>
          <a:ln w="25400">
            <a:solidFill>
              <a:schemeClr val="tx1"/>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60" name="圆角矩形 59">
            <a:extLst>
              <a:ext uri="{FF2B5EF4-FFF2-40B4-BE49-F238E27FC236}">
                <a16:creationId xmlns:a16="http://schemas.microsoft.com/office/drawing/2014/main" id="{40195C84-D2B5-7B44-3AB3-F4DE151065E3}"/>
              </a:ext>
            </a:extLst>
          </p:cNvPr>
          <p:cNvSpPr/>
          <p:nvPr/>
        </p:nvSpPr>
        <p:spPr>
          <a:xfrm>
            <a:off x="1672956" y="2412527"/>
            <a:ext cx="3865944" cy="1759352"/>
          </a:xfrm>
          <a:prstGeom prst="roundRect">
            <a:avLst>
              <a:gd name="adj" fmla="val 14035"/>
            </a:avLst>
          </a:prstGeom>
          <a:solidFill>
            <a:srgbClr val="1E344D">
              <a:alpha val="35000"/>
            </a:srgbClr>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1" name="左中括号 60">
            <a:extLst>
              <a:ext uri="{FF2B5EF4-FFF2-40B4-BE49-F238E27FC236}">
                <a16:creationId xmlns:a16="http://schemas.microsoft.com/office/drawing/2014/main" id="{F62DD416-AA85-3770-EF6A-FEEFC8F46902}"/>
              </a:ext>
            </a:extLst>
          </p:cNvPr>
          <p:cNvSpPr/>
          <p:nvPr/>
        </p:nvSpPr>
        <p:spPr>
          <a:xfrm>
            <a:off x="1372011" y="2466619"/>
            <a:ext cx="219921" cy="1670536"/>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592" name="文本框 591">
            <a:extLst>
              <a:ext uri="{FF2B5EF4-FFF2-40B4-BE49-F238E27FC236}">
                <a16:creationId xmlns:a16="http://schemas.microsoft.com/office/drawing/2014/main" id="{202F78DA-5714-BD3B-90BD-CB424A6D28BC}"/>
              </a:ext>
            </a:extLst>
          </p:cNvPr>
          <p:cNvSpPr txBox="1"/>
          <p:nvPr/>
        </p:nvSpPr>
        <p:spPr>
          <a:xfrm>
            <a:off x="237694" y="3042683"/>
            <a:ext cx="944489"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2.Value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93" name="任意形状 592">
            <a:extLst>
              <a:ext uri="{FF2B5EF4-FFF2-40B4-BE49-F238E27FC236}">
                <a16:creationId xmlns:a16="http://schemas.microsoft.com/office/drawing/2014/main" id="{080BEFE2-A055-2056-31EF-4BB50F8FBACE}"/>
              </a:ext>
            </a:extLst>
          </p:cNvPr>
          <p:cNvSpPr/>
          <p:nvPr/>
        </p:nvSpPr>
        <p:spPr>
          <a:xfrm rot="16200000" flipH="1">
            <a:off x="5332341" y="2749977"/>
            <a:ext cx="1702700" cy="1279999"/>
          </a:xfrm>
          <a:custGeom>
            <a:avLst/>
            <a:gdLst>
              <a:gd name="connsiteX0" fmla="*/ 1250066 w 1250066"/>
              <a:gd name="connsiteY0" fmla="*/ 284578 h 1256851"/>
              <a:gd name="connsiteX1" fmla="*/ 1250066 w 1250066"/>
              <a:gd name="connsiteY1" fmla="*/ 1256851 h 1256851"/>
              <a:gd name="connsiteX2" fmla="*/ 0 w 1250066"/>
              <a:gd name="connsiteY2" fmla="*/ 1256851 h 1256851"/>
              <a:gd name="connsiteX3" fmla="*/ 0 w 1250066"/>
              <a:gd name="connsiteY3" fmla="*/ 284578 h 1256851"/>
              <a:gd name="connsiteX4" fmla="*/ 702049 w 1250066"/>
              <a:gd name="connsiteY4" fmla="*/ 284578 h 1256851"/>
              <a:gd name="connsiteX5" fmla="*/ 867104 w 1250066"/>
              <a:gd name="connsiteY5" fmla="*/ 0 h 1256851"/>
              <a:gd name="connsiteX6" fmla="*/ 1032160 w 1250066"/>
              <a:gd name="connsiteY6" fmla="*/ 284578 h 1256851"/>
              <a:gd name="connsiteX0" fmla="*/ 1250066 w 1250066"/>
              <a:gd name="connsiteY0" fmla="*/ 307726 h 1279999"/>
              <a:gd name="connsiteX1" fmla="*/ 1250066 w 1250066"/>
              <a:gd name="connsiteY1" fmla="*/ 1279999 h 1279999"/>
              <a:gd name="connsiteX2" fmla="*/ 0 w 1250066"/>
              <a:gd name="connsiteY2" fmla="*/ 1279999 h 1279999"/>
              <a:gd name="connsiteX3" fmla="*/ 0 w 1250066"/>
              <a:gd name="connsiteY3" fmla="*/ 307726 h 1279999"/>
              <a:gd name="connsiteX4" fmla="*/ 702049 w 1250066"/>
              <a:gd name="connsiteY4" fmla="*/ 307726 h 1279999"/>
              <a:gd name="connsiteX5" fmla="*/ 913402 w 1250066"/>
              <a:gd name="connsiteY5" fmla="*/ 0 h 1279999"/>
              <a:gd name="connsiteX6" fmla="*/ 1032160 w 1250066"/>
              <a:gd name="connsiteY6" fmla="*/ 307726 h 1279999"/>
              <a:gd name="connsiteX7" fmla="*/ 1250066 w 1250066"/>
              <a:gd name="connsiteY7" fmla="*/ 307726 h 1279999"/>
              <a:gd name="connsiteX0" fmla="*/ 1250066 w 1250066"/>
              <a:gd name="connsiteY0" fmla="*/ 307726 h 1279999"/>
              <a:gd name="connsiteX1" fmla="*/ 1250066 w 1250066"/>
              <a:gd name="connsiteY1" fmla="*/ 1279999 h 1279999"/>
              <a:gd name="connsiteX2" fmla="*/ 0 w 1250066"/>
              <a:gd name="connsiteY2" fmla="*/ 1279999 h 1279999"/>
              <a:gd name="connsiteX3" fmla="*/ 0 w 1250066"/>
              <a:gd name="connsiteY3" fmla="*/ 307726 h 1279999"/>
              <a:gd name="connsiteX4" fmla="*/ 797952 w 1250066"/>
              <a:gd name="connsiteY4" fmla="*/ 307729 h 1279999"/>
              <a:gd name="connsiteX5" fmla="*/ 913402 w 1250066"/>
              <a:gd name="connsiteY5" fmla="*/ 0 h 1279999"/>
              <a:gd name="connsiteX6" fmla="*/ 1032160 w 1250066"/>
              <a:gd name="connsiteY6" fmla="*/ 307726 h 1279999"/>
              <a:gd name="connsiteX7" fmla="*/ 1250066 w 1250066"/>
              <a:gd name="connsiteY7" fmla="*/ 307726 h 12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0066" h="1279999">
                <a:moveTo>
                  <a:pt x="1250066" y="307726"/>
                </a:moveTo>
                <a:lnTo>
                  <a:pt x="1250066" y="1279999"/>
                </a:lnTo>
                <a:lnTo>
                  <a:pt x="0" y="1279999"/>
                </a:lnTo>
                <a:lnTo>
                  <a:pt x="0" y="307726"/>
                </a:lnTo>
                <a:lnTo>
                  <a:pt x="797952" y="307729"/>
                </a:lnTo>
                <a:lnTo>
                  <a:pt x="913402" y="0"/>
                </a:lnTo>
                <a:lnTo>
                  <a:pt x="1032160" y="307726"/>
                </a:lnTo>
                <a:lnTo>
                  <a:pt x="1250066" y="307726"/>
                </a:lnTo>
                <a:close/>
              </a:path>
            </a:pathLst>
          </a:custGeom>
          <a:ln w="25400">
            <a:solidFill>
              <a:schemeClr val="tx1"/>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594" name="文本框 593">
            <a:extLst>
              <a:ext uri="{FF2B5EF4-FFF2-40B4-BE49-F238E27FC236}">
                <a16:creationId xmlns:a16="http://schemas.microsoft.com/office/drawing/2014/main" id="{D7E24796-E8E8-C0C8-1C66-09F6FA8AAE2B}"/>
              </a:ext>
            </a:extLst>
          </p:cNvPr>
          <p:cNvSpPr txBox="1"/>
          <p:nvPr/>
        </p:nvSpPr>
        <p:spPr>
          <a:xfrm>
            <a:off x="7133828" y="1790961"/>
            <a:ext cx="1172116"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3.delivery</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1" name="文本框 600">
            <a:extLst>
              <a:ext uri="{FF2B5EF4-FFF2-40B4-BE49-F238E27FC236}">
                <a16:creationId xmlns:a16="http://schemas.microsoft.com/office/drawing/2014/main" id="{8DA496B1-79A0-ADE2-71DC-F3ED88674D1D}"/>
              </a:ext>
            </a:extLst>
          </p:cNvPr>
          <p:cNvSpPr txBox="1"/>
          <p:nvPr/>
        </p:nvSpPr>
        <p:spPr>
          <a:xfrm>
            <a:off x="6986872" y="3349780"/>
            <a:ext cx="1463862"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4.confidence</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02" name="矩形 601">
            <a:extLst>
              <a:ext uri="{FF2B5EF4-FFF2-40B4-BE49-F238E27FC236}">
                <a16:creationId xmlns:a16="http://schemas.microsoft.com/office/drawing/2014/main" id="{B9A6544F-B704-1EF1-3858-94C486DBE0E3}"/>
              </a:ext>
            </a:extLst>
          </p:cNvPr>
          <p:cNvSpPr/>
          <p:nvPr/>
        </p:nvSpPr>
        <p:spPr>
          <a:xfrm>
            <a:off x="8429973" y="1058288"/>
            <a:ext cx="3489885" cy="3229337"/>
          </a:xfrm>
          <a:prstGeom prst="rect">
            <a:avLst/>
          </a:prstGeom>
          <a:solidFill>
            <a:srgbClr val="F0F0F0"/>
          </a:solidFill>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3" name="左中括号 602">
            <a:extLst>
              <a:ext uri="{FF2B5EF4-FFF2-40B4-BE49-F238E27FC236}">
                <a16:creationId xmlns:a16="http://schemas.microsoft.com/office/drawing/2014/main" id="{5AF6BD37-1214-8934-1D33-17AB2E666F52}"/>
              </a:ext>
            </a:extLst>
          </p:cNvPr>
          <p:cNvSpPr/>
          <p:nvPr/>
        </p:nvSpPr>
        <p:spPr>
          <a:xfrm>
            <a:off x="8318977" y="1220333"/>
            <a:ext cx="269851" cy="1634925"/>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4" name="圆角矩形 603">
            <a:extLst>
              <a:ext uri="{FF2B5EF4-FFF2-40B4-BE49-F238E27FC236}">
                <a16:creationId xmlns:a16="http://schemas.microsoft.com/office/drawing/2014/main" id="{37A3222E-EC3D-0ECF-17FA-1B88C0BA488A}"/>
              </a:ext>
            </a:extLst>
          </p:cNvPr>
          <p:cNvSpPr/>
          <p:nvPr/>
        </p:nvSpPr>
        <p:spPr>
          <a:xfrm>
            <a:off x="8662325" y="1170475"/>
            <a:ext cx="3175890" cy="1759352"/>
          </a:xfrm>
          <a:prstGeom prst="roundRect">
            <a:avLst>
              <a:gd name="adj" fmla="val 14035"/>
            </a:avLst>
          </a:prstGeom>
          <a:solidFill>
            <a:srgbClr val="1E344D">
              <a:alpha val="35000"/>
            </a:srgbClr>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06" name="左中括号 605">
            <a:extLst>
              <a:ext uri="{FF2B5EF4-FFF2-40B4-BE49-F238E27FC236}">
                <a16:creationId xmlns:a16="http://schemas.microsoft.com/office/drawing/2014/main" id="{65A60761-C203-41A3-A116-412DB4807E98}"/>
              </a:ext>
            </a:extLst>
          </p:cNvPr>
          <p:cNvSpPr/>
          <p:nvPr/>
        </p:nvSpPr>
        <p:spPr>
          <a:xfrm>
            <a:off x="8446301" y="3042683"/>
            <a:ext cx="273157" cy="808619"/>
          </a:xfrm>
          <a:prstGeom prst="leftBracket">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623" name="任意形状 622">
            <a:extLst>
              <a:ext uri="{FF2B5EF4-FFF2-40B4-BE49-F238E27FC236}">
                <a16:creationId xmlns:a16="http://schemas.microsoft.com/office/drawing/2014/main" id="{66E98924-EC32-2678-3814-0F312506157C}"/>
              </a:ext>
            </a:extLst>
          </p:cNvPr>
          <p:cNvSpPr/>
          <p:nvPr/>
        </p:nvSpPr>
        <p:spPr>
          <a:xfrm>
            <a:off x="8703129" y="3165502"/>
            <a:ext cx="3037114" cy="555171"/>
          </a:xfrm>
          <a:custGeom>
            <a:avLst/>
            <a:gdLst>
              <a:gd name="connsiteX0" fmla="*/ 0 w 3037114"/>
              <a:gd name="connsiteY0" fmla="*/ 0 h 555171"/>
              <a:gd name="connsiteX1" fmla="*/ 89513 w 3037114"/>
              <a:gd name="connsiteY1" fmla="*/ 0 h 555171"/>
              <a:gd name="connsiteX2" fmla="*/ 3037114 w 3037114"/>
              <a:gd name="connsiteY2" fmla="*/ 554880 h 555171"/>
              <a:gd name="connsiteX3" fmla="*/ 3037114 w 3037114"/>
              <a:gd name="connsiteY3" fmla="*/ 555171 h 555171"/>
              <a:gd name="connsiteX4" fmla="*/ 0 w 3037114"/>
              <a:gd name="connsiteY4" fmla="*/ 555171 h 555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114" h="555171">
                <a:moveTo>
                  <a:pt x="0" y="0"/>
                </a:moveTo>
                <a:lnTo>
                  <a:pt x="89513" y="0"/>
                </a:lnTo>
                <a:lnTo>
                  <a:pt x="3037114" y="554880"/>
                </a:lnTo>
                <a:lnTo>
                  <a:pt x="3037114" y="555171"/>
                </a:lnTo>
                <a:lnTo>
                  <a:pt x="0" y="555171"/>
                </a:lnTo>
                <a:close/>
              </a:path>
            </a:pathLst>
          </a:custGeom>
          <a:solidFill>
            <a:srgbClr val="BB3023"/>
          </a:solidFill>
          <a:ln w="25400">
            <a:solidFill>
              <a:schemeClr val="tx1"/>
            </a:solidFill>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a:endParaRPr kumimoji="1" lang="zh-CN" altLang="en-US"/>
          </a:p>
        </p:txBody>
      </p:sp>
      <p:sp>
        <p:nvSpPr>
          <p:cNvPr id="624" name="矩形 623">
            <a:extLst>
              <a:ext uri="{FF2B5EF4-FFF2-40B4-BE49-F238E27FC236}">
                <a16:creationId xmlns:a16="http://schemas.microsoft.com/office/drawing/2014/main" id="{E00CD8ED-EA11-3D2E-CAD0-DF7D3CABDF5B}"/>
              </a:ext>
            </a:extLst>
          </p:cNvPr>
          <p:cNvSpPr/>
          <p:nvPr/>
        </p:nvSpPr>
        <p:spPr>
          <a:xfrm>
            <a:off x="9666515" y="3916616"/>
            <a:ext cx="2069254" cy="261257"/>
          </a:xfrm>
          <a:prstGeom prst="rect">
            <a:avLst/>
          </a:prstGeom>
          <a:noFill/>
          <a:ln w="158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tx1"/>
              </a:solidFill>
            </a:endParaRPr>
          </a:p>
        </p:txBody>
      </p:sp>
      <p:sp>
        <p:nvSpPr>
          <p:cNvPr id="625" name="文本框 624">
            <a:extLst>
              <a:ext uri="{FF2B5EF4-FFF2-40B4-BE49-F238E27FC236}">
                <a16:creationId xmlns:a16="http://schemas.microsoft.com/office/drawing/2014/main" id="{A3DCA95B-E2A7-F925-6E1F-49C4259D66CC}"/>
              </a:ext>
            </a:extLst>
          </p:cNvPr>
          <p:cNvSpPr txBox="1"/>
          <p:nvPr/>
        </p:nvSpPr>
        <p:spPr>
          <a:xfrm>
            <a:off x="1739922" y="1307799"/>
            <a:ext cx="949299" cy="338554"/>
          </a:xfrm>
          <a:prstGeom prst="rect">
            <a:avLst/>
          </a:prstGeom>
          <a:noFill/>
        </p:spPr>
        <p:txBody>
          <a:bodyPr wrap="none" rtlCol="0">
            <a:spAutoFit/>
          </a:bodyPr>
          <a:lstStyle/>
          <a:p>
            <a:pPr algn="l"/>
            <a:r>
              <a:rPr kumimoji="1" lang="en-US" altLang="zh-CN" sz="1600" dirty="0">
                <a:solidFill>
                  <a:srgbClr val="1E344D"/>
                </a:solidFill>
                <a:latin typeface="Alibaba PuHuiTi Medium" pitchFamily="18" charset="-122"/>
                <a:ea typeface="Alibaba PuHuiTi Medium" pitchFamily="18" charset="-122"/>
                <a:cs typeface="Alibaba PuHuiTi Medium" pitchFamily="18" charset="-122"/>
              </a:rPr>
              <a:t>VISION:</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6" name="文本框 625">
            <a:extLst>
              <a:ext uri="{FF2B5EF4-FFF2-40B4-BE49-F238E27FC236}">
                <a16:creationId xmlns:a16="http://schemas.microsoft.com/office/drawing/2014/main" id="{08243352-A715-6ADA-9C24-5AD934F6A63F}"/>
              </a:ext>
            </a:extLst>
          </p:cNvPr>
          <p:cNvSpPr txBox="1"/>
          <p:nvPr/>
        </p:nvSpPr>
        <p:spPr>
          <a:xfrm>
            <a:off x="1730094" y="1837331"/>
            <a:ext cx="2272536" cy="307777"/>
          </a:xfrm>
          <a:prstGeom prst="rect">
            <a:avLst/>
          </a:prstGeom>
          <a:noFill/>
        </p:spPr>
        <p:txBody>
          <a:bodyPr wrap="square" rtlCol="0">
            <a:spAutoFit/>
          </a:bodyPr>
          <a:lstStyle/>
          <a:p>
            <a:r>
              <a:rPr kumimoji="1" lang="en" altLang="zh-CN" sz="1400" dirty="0">
                <a:solidFill>
                  <a:srgbClr val="1E344D"/>
                </a:solidFill>
                <a:latin typeface="Alibaba PuHuiTi Medium" pitchFamily="18" charset="-122"/>
                <a:ea typeface="Alibaba PuHuiTi Medium" pitchFamily="18" charset="-122"/>
                <a:cs typeface="Alibaba PuHuiTi Medium" pitchFamily="18" charset="-122"/>
              </a:rPr>
              <a:t>Write Here:</a:t>
            </a:r>
            <a:endParaRPr kumimoji="1" lang="zh-CN" altLang="en-US" sz="1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27" name="文本框 626">
            <a:extLst>
              <a:ext uri="{FF2B5EF4-FFF2-40B4-BE49-F238E27FC236}">
                <a16:creationId xmlns:a16="http://schemas.microsoft.com/office/drawing/2014/main" id="{03E770A9-22DF-A799-785F-531610F0AF27}"/>
              </a:ext>
            </a:extLst>
          </p:cNvPr>
          <p:cNvSpPr txBox="1"/>
          <p:nvPr/>
        </p:nvSpPr>
        <p:spPr>
          <a:xfrm>
            <a:off x="1746447" y="1599379"/>
            <a:ext cx="2090768" cy="261610"/>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100" dirty="0">
                <a:solidFill>
                  <a:srgbClr val="1E344D"/>
                </a:solidFill>
                <a:latin typeface="Alibaba PuHuiTi" pitchFamily="18" charset="-122"/>
                <a:ea typeface="Alibaba PuHuiTi" pitchFamily="18" charset="-122"/>
                <a:cs typeface="Alibaba PuHuiTi" pitchFamily="18" charset="-122"/>
              </a:rPr>
              <a:t>:</a:t>
            </a:r>
            <a:endParaRPr lang="zh-CN" altLang="en-US" sz="1100" dirty="0">
              <a:solidFill>
                <a:srgbClr val="1E344D"/>
              </a:solidFill>
              <a:latin typeface="Alibaba PuHuiTi" pitchFamily="18" charset="-122"/>
              <a:ea typeface="Alibaba PuHuiTi" pitchFamily="18" charset="-122"/>
              <a:cs typeface="Alibaba PuHuiTi" pitchFamily="18" charset="-122"/>
            </a:endParaRPr>
          </a:p>
        </p:txBody>
      </p:sp>
      <p:sp>
        <p:nvSpPr>
          <p:cNvPr id="628" name="文本框 627">
            <a:extLst>
              <a:ext uri="{FF2B5EF4-FFF2-40B4-BE49-F238E27FC236}">
                <a16:creationId xmlns:a16="http://schemas.microsoft.com/office/drawing/2014/main" id="{6BD146E3-48BF-1A82-562B-E7EEFEE63FE3}"/>
              </a:ext>
            </a:extLst>
          </p:cNvPr>
          <p:cNvSpPr txBox="1"/>
          <p:nvPr/>
        </p:nvSpPr>
        <p:spPr>
          <a:xfrm>
            <a:off x="1795601" y="2528992"/>
            <a:ext cx="2988670"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29" name="文本框 628">
            <a:extLst>
              <a:ext uri="{FF2B5EF4-FFF2-40B4-BE49-F238E27FC236}">
                <a16:creationId xmlns:a16="http://schemas.microsoft.com/office/drawing/2014/main" id="{928A7EFD-B38D-B7FB-ABAA-6367C3BAECD7}"/>
              </a:ext>
            </a:extLst>
          </p:cNvPr>
          <p:cNvSpPr txBox="1"/>
          <p:nvPr/>
        </p:nvSpPr>
        <p:spPr>
          <a:xfrm>
            <a:off x="1808925" y="2901022"/>
            <a:ext cx="3628490"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0" name="文本框 629">
            <a:extLst>
              <a:ext uri="{FF2B5EF4-FFF2-40B4-BE49-F238E27FC236}">
                <a16:creationId xmlns:a16="http://schemas.microsoft.com/office/drawing/2014/main" id="{571BC9DB-9D02-A1F8-4CC3-D0FCD290D322}"/>
              </a:ext>
            </a:extLst>
          </p:cNvPr>
          <p:cNvSpPr txBox="1"/>
          <p:nvPr/>
        </p:nvSpPr>
        <p:spPr>
          <a:xfrm>
            <a:off x="1808925" y="3527886"/>
            <a:ext cx="3628490"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2" name="文本框 631">
            <a:extLst>
              <a:ext uri="{FF2B5EF4-FFF2-40B4-BE49-F238E27FC236}">
                <a16:creationId xmlns:a16="http://schemas.microsoft.com/office/drawing/2014/main" id="{E22CA9EF-2274-B260-7C70-81AA56182147}"/>
              </a:ext>
            </a:extLst>
          </p:cNvPr>
          <p:cNvSpPr txBox="1"/>
          <p:nvPr/>
        </p:nvSpPr>
        <p:spPr>
          <a:xfrm>
            <a:off x="8721009" y="1302501"/>
            <a:ext cx="2988670" cy="338554"/>
          </a:xfrm>
          <a:prstGeom prst="rect">
            <a:avLst/>
          </a:prstGeom>
          <a:noFill/>
        </p:spPr>
        <p:txBody>
          <a:bodyPr wrap="square">
            <a:spAutoFit/>
          </a:bodyPr>
          <a:lstStyle/>
          <a:p>
            <a:r>
              <a:rPr kumimoji="1" lang="en" altLang="zh-CN" sz="16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600" dirty="0">
                <a:solidFill>
                  <a:srgbClr val="1E344D"/>
                </a:solidFill>
                <a:latin typeface="Alibaba PuHuiTi" pitchFamily="18" charset="-122"/>
                <a:ea typeface="Alibaba PuHuiTi" pitchFamily="18" charset="-122"/>
                <a:cs typeface="Alibaba PuHuiTi" pitchFamily="18" charset="-122"/>
              </a:rPr>
              <a:t>:</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33" name="文本框 632">
            <a:extLst>
              <a:ext uri="{FF2B5EF4-FFF2-40B4-BE49-F238E27FC236}">
                <a16:creationId xmlns:a16="http://schemas.microsoft.com/office/drawing/2014/main" id="{957E6DA4-246B-444B-1592-2ECCA09C42B9}"/>
              </a:ext>
            </a:extLst>
          </p:cNvPr>
          <p:cNvSpPr txBox="1"/>
          <p:nvPr/>
        </p:nvSpPr>
        <p:spPr>
          <a:xfrm>
            <a:off x="8734333" y="1674531"/>
            <a:ext cx="3022239"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4" name="文本框 633">
            <a:extLst>
              <a:ext uri="{FF2B5EF4-FFF2-40B4-BE49-F238E27FC236}">
                <a16:creationId xmlns:a16="http://schemas.microsoft.com/office/drawing/2014/main" id="{21493B7F-9D2F-F8D2-1C70-20ABD60C5E00}"/>
              </a:ext>
            </a:extLst>
          </p:cNvPr>
          <p:cNvSpPr txBox="1"/>
          <p:nvPr/>
        </p:nvSpPr>
        <p:spPr>
          <a:xfrm>
            <a:off x="8766990" y="2170767"/>
            <a:ext cx="3022239" cy="523220"/>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635" name="文本框 634">
            <a:extLst>
              <a:ext uri="{FF2B5EF4-FFF2-40B4-BE49-F238E27FC236}">
                <a16:creationId xmlns:a16="http://schemas.microsoft.com/office/drawing/2014/main" id="{9AFCD270-E6BC-129A-5655-FE56E26ACA02}"/>
              </a:ext>
            </a:extLst>
          </p:cNvPr>
          <p:cNvSpPr txBox="1"/>
          <p:nvPr/>
        </p:nvSpPr>
        <p:spPr>
          <a:xfrm>
            <a:off x="8688289" y="2915807"/>
            <a:ext cx="2988670" cy="338554"/>
          </a:xfrm>
          <a:prstGeom prst="rect">
            <a:avLst/>
          </a:prstGeom>
          <a:noFill/>
        </p:spPr>
        <p:txBody>
          <a:bodyPr wrap="square">
            <a:spAutoFit/>
          </a:bodyPr>
          <a:lstStyle/>
          <a:p>
            <a:r>
              <a:rPr kumimoji="1" lang="en-US" altLang="zh-CN" sz="1600" dirty="0">
                <a:solidFill>
                  <a:srgbClr val="1E344D"/>
                </a:solidFill>
                <a:latin typeface="Alibaba PuHuiTi" pitchFamily="18" charset="-122"/>
                <a:ea typeface="Alibaba PuHuiTi" pitchFamily="18" charset="-122"/>
                <a:cs typeface="Alibaba PuHuiTi" pitchFamily="18" charset="-122"/>
              </a:rPr>
              <a:t>100%</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36" name="文本框 635">
            <a:extLst>
              <a:ext uri="{FF2B5EF4-FFF2-40B4-BE49-F238E27FC236}">
                <a16:creationId xmlns:a16="http://schemas.microsoft.com/office/drawing/2014/main" id="{6B3E5D07-E1C5-BA69-1D26-9F272C2F26DB}"/>
              </a:ext>
            </a:extLst>
          </p:cNvPr>
          <p:cNvSpPr txBox="1"/>
          <p:nvPr/>
        </p:nvSpPr>
        <p:spPr>
          <a:xfrm>
            <a:off x="8671960" y="3746434"/>
            <a:ext cx="2988670" cy="338554"/>
          </a:xfrm>
          <a:prstGeom prst="rect">
            <a:avLst/>
          </a:prstGeom>
          <a:noFill/>
        </p:spPr>
        <p:txBody>
          <a:bodyPr wrap="square">
            <a:spAutoFit/>
          </a:bodyPr>
          <a:lstStyle/>
          <a:p>
            <a:r>
              <a:rPr kumimoji="1" lang="en-US" altLang="zh-CN" sz="1600" dirty="0">
                <a:solidFill>
                  <a:srgbClr val="1E344D"/>
                </a:solidFill>
                <a:latin typeface="Alibaba PuHuiTi" pitchFamily="18" charset="-122"/>
                <a:ea typeface="Alibaba PuHuiTi" pitchFamily="18" charset="-122"/>
                <a:cs typeface="Alibaba PuHuiTi" pitchFamily="18" charset="-122"/>
              </a:rPr>
              <a:t>0%</a:t>
            </a:r>
            <a:endParaRPr lang="zh-CN" altLang="en-US" sz="1600" dirty="0">
              <a:solidFill>
                <a:srgbClr val="1E344D"/>
              </a:solidFill>
              <a:latin typeface="Alibaba PuHuiTi" pitchFamily="18" charset="-122"/>
              <a:ea typeface="Alibaba PuHuiTi" pitchFamily="18" charset="-122"/>
              <a:cs typeface="Alibaba PuHuiTi" pitchFamily="18" charset="-122"/>
            </a:endParaRPr>
          </a:p>
        </p:txBody>
      </p:sp>
      <p:sp>
        <p:nvSpPr>
          <p:cNvPr id="637" name="文本框 636">
            <a:extLst>
              <a:ext uri="{FF2B5EF4-FFF2-40B4-BE49-F238E27FC236}">
                <a16:creationId xmlns:a16="http://schemas.microsoft.com/office/drawing/2014/main" id="{4718C9A3-0A8A-62C5-8675-9FCE70A093D1}"/>
              </a:ext>
            </a:extLst>
          </p:cNvPr>
          <p:cNvSpPr txBox="1"/>
          <p:nvPr/>
        </p:nvSpPr>
        <p:spPr>
          <a:xfrm>
            <a:off x="8685347" y="3347044"/>
            <a:ext cx="1099981" cy="261610"/>
          </a:xfrm>
          <a:prstGeom prst="rect">
            <a:avLst/>
          </a:prstGeom>
          <a:noFill/>
        </p:spPr>
        <p:txBody>
          <a:bodyPr wrap="none" rtlCol="0">
            <a:spAutoFit/>
          </a:bodyPr>
          <a:lstStyle/>
          <a:p>
            <a:pPr algn="l"/>
            <a:r>
              <a:rPr kumimoji="1" lang="en-US" altLang="zh-CN" sz="1050" dirty="0">
                <a:solidFill>
                  <a:schemeClr val="bg1"/>
                </a:solidFill>
                <a:latin typeface="Alibaba PuHuiTi Medium" pitchFamily="18" charset="-122"/>
                <a:ea typeface="Alibaba PuHuiTi Medium" pitchFamily="18" charset="-122"/>
                <a:cs typeface="Alibaba PuHuiTi Medium" pitchFamily="18" charset="-122"/>
              </a:rPr>
              <a:t>Service name</a:t>
            </a:r>
            <a:endParaRPr kumimoji="1" lang="zh-CN" altLang="en-US" sz="1050" dirty="0">
              <a:solidFill>
                <a:schemeClr val="bg1"/>
              </a:solidFill>
              <a:latin typeface="Alibaba PuHuiTi Medium" pitchFamily="18" charset="-122"/>
              <a:ea typeface="Alibaba PuHuiTi Medium" pitchFamily="18" charset="-122"/>
              <a:cs typeface="Alibaba PuHuiTi Medium" pitchFamily="18" charset="-122"/>
            </a:endParaRPr>
          </a:p>
        </p:txBody>
      </p:sp>
      <p:sp>
        <p:nvSpPr>
          <p:cNvPr id="638" name="文本框 637">
            <a:extLst>
              <a:ext uri="{FF2B5EF4-FFF2-40B4-BE49-F238E27FC236}">
                <a16:creationId xmlns:a16="http://schemas.microsoft.com/office/drawing/2014/main" id="{06CDFCA8-A21E-7253-7A49-5B668A289A42}"/>
              </a:ext>
            </a:extLst>
          </p:cNvPr>
          <p:cNvSpPr txBox="1"/>
          <p:nvPr/>
        </p:nvSpPr>
        <p:spPr>
          <a:xfrm>
            <a:off x="9742445" y="3906779"/>
            <a:ext cx="2090768" cy="261610"/>
          </a:xfrm>
          <a:prstGeom prst="rect">
            <a:avLst/>
          </a:prstGeom>
          <a:noFill/>
        </p:spPr>
        <p:txBody>
          <a:bodyPr wrap="square">
            <a:spAutoFit/>
          </a:bodyPr>
          <a:lstStyle/>
          <a:p>
            <a:r>
              <a:rPr kumimoji="1" lang="en" altLang="zh-CN" sz="1100" dirty="0">
                <a:solidFill>
                  <a:srgbClr val="1E344D"/>
                </a:solidFill>
                <a:latin typeface="Alibaba PuHuiTi" pitchFamily="18" charset="-122"/>
                <a:ea typeface="Alibaba PuHuiTi" pitchFamily="18" charset="-122"/>
                <a:cs typeface="Alibaba PuHuiTi" pitchFamily="18" charset="-122"/>
              </a:rPr>
              <a:t>main title main title</a:t>
            </a:r>
            <a:r>
              <a:rPr kumimoji="1" lang="en-US" altLang="zh-CN" sz="1100" dirty="0">
                <a:solidFill>
                  <a:srgbClr val="1E344D"/>
                </a:solidFill>
                <a:latin typeface="Alibaba PuHuiTi" pitchFamily="18" charset="-122"/>
                <a:ea typeface="Alibaba PuHuiTi" pitchFamily="18" charset="-122"/>
                <a:cs typeface="Alibaba PuHuiTi" pitchFamily="18" charset="-122"/>
              </a:rPr>
              <a:t>:</a:t>
            </a:r>
            <a:endParaRPr lang="zh-CN" altLang="en-US" sz="1100" dirty="0">
              <a:solidFill>
                <a:srgbClr val="1E344D"/>
              </a:solidFill>
              <a:latin typeface="Alibaba PuHuiTi" pitchFamily="18" charset="-122"/>
              <a:ea typeface="Alibaba PuHuiTi" pitchFamily="18" charset="-122"/>
              <a:cs typeface="Alibaba PuHuiTi" pitchFamily="18" charset="-122"/>
            </a:endParaRPr>
          </a:p>
        </p:txBody>
      </p:sp>
      <p:sp>
        <p:nvSpPr>
          <p:cNvPr id="639" name="文本框 638">
            <a:extLst>
              <a:ext uri="{FF2B5EF4-FFF2-40B4-BE49-F238E27FC236}">
                <a16:creationId xmlns:a16="http://schemas.microsoft.com/office/drawing/2014/main" id="{B7315C39-AC78-DE2B-0496-BFD14003CE95}"/>
              </a:ext>
            </a:extLst>
          </p:cNvPr>
          <p:cNvSpPr txBox="1"/>
          <p:nvPr/>
        </p:nvSpPr>
        <p:spPr>
          <a:xfrm>
            <a:off x="5854013" y="1170475"/>
            <a:ext cx="922345" cy="1200329"/>
          </a:xfrm>
          <a:prstGeom prst="rect">
            <a:avLst/>
          </a:prstGeom>
          <a:noFill/>
        </p:spPr>
        <p:txBody>
          <a:bodyPr wrap="square" rtlCol="0">
            <a:spAutoFit/>
          </a:bodyPr>
          <a:lstStyle/>
          <a:p>
            <a:pPr algn="just"/>
            <a:r>
              <a:rPr kumimoji="1" lang="en-US" altLang="zh-CN" sz="1200" dirty="0">
                <a:solidFill>
                  <a:srgbClr val="1E344D"/>
                </a:solidFill>
                <a:latin typeface="Alibaba PuHuiTi" pitchFamily="18" charset="-122"/>
                <a:ea typeface="Alibaba PuHuiTi" pitchFamily="18" charset="-122"/>
                <a:cs typeface="Alibaba PuHuiTi" pitchFamily="18" charset="-122"/>
              </a:rPr>
              <a:t>-</a:t>
            </a:r>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640" name="文本框 639">
            <a:extLst>
              <a:ext uri="{FF2B5EF4-FFF2-40B4-BE49-F238E27FC236}">
                <a16:creationId xmlns:a16="http://schemas.microsoft.com/office/drawing/2014/main" id="{33441546-0E6E-5D99-63E4-072A062F48A7}"/>
              </a:ext>
            </a:extLst>
          </p:cNvPr>
          <p:cNvSpPr txBox="1"/>
          <p:nvPr/>
        </p:nvSpPr>
        <p:spPr>
          <a:xfrm>
            <a:off x="5854013" y="2610635"/>
            <a:ext cx="922345" cy="1600438"/>
          </a:xfrm>
          <a:prstGeom prst="rect">
            <a:avLst/>
          </a:prstGeom>
          <a:noFill/>
        </p:spPr>
        <p:txBody>
          <a:bodyPr wrap="square" rtlCol="0">
            <a:spAutoFit/>
          </a:bodyPr>
          <a:lstStyle/>
          <a:p>
            <a:pPr algn="just"/>
            <a:r>
              <a:rPr kumimoji="1" lang="en-US" altLang="zh-CN" sz="1400" dirty="0">
                <a:solidFill>
                  <a:srgbClr val="1E344D"/>
                </a:solidFill>
                <a:latin typeface="Alibaba PuHuiTi" pitchFamily="18" charset="-122"/>
                <a:ea typeface="Alibaba PuHuiTi" pitchFamily="18" charset="-122"/>
                <a:cs typeface="Alibaba PuHuiTi" pitchFamily="18" charset="-122"/>
              </a:rPr>
              <a:t>-</a:t>
            </a:r>
            <a:r>
              <a:rPr kumimoji="1" lang="en" altLang="zh-CN" sz="14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grpSp>
        <p:nvGrpSpPr>
          <p:cNvPr id="653" name="组合 652">
            <a:extLst>
              <a:ext uri="{FF2B5EF4-FFF2-40B4-BE49-F238E27FC236}">
                <a16:creationId xmlns:a16="http://schemas.microsoft.com/office/drawing/2014/main" id="{06919EAE-F849-B1FA-CEAE-C9A3FCDDF68D}"/>
              </a:ext>
            </a:extLst>
          </p:cNvPr>
          <p:cNvGrpSpPr/>
          <p:nvPr/>
        </p:nvGrpSpPr>
        <p:grpSpPr>
          <a:xfrm>
            <a:off x="326571" y="4457499"/>
            <a:ext cx="11642272" cy="2239136"/>
            <a:chOff x="558800" y="2113280"/>
            <a:chExt cx="5750560" cy="4206240"/>
          </a:xfrm>
        </p:grpSpPr>
        <p:sp>
          <p:nvSpPr>
            <p:cNvPr id="654" name="矩形 653">
              <a:extLst>
                <a:ext uri="{FF2B5EF4-FFF2-40B4-BE49-F238E27FC236}">
                  <a16:creationId xmlns:a16="http://schemas.microsoft.com/office/drawing/2014/main" id="{AAE28E38-39E9-03FB-4FC5-1A61DEA266D5}"/>
                </a:ext>
              </a:extLst>
            </p:cNvPr>
            <p:cNvSpPr/>
            <p:nvPr/>
          </p:nvSpPr>
          <p:spPr>
            <a:xfrm>
              <a:off x="558800" y="2113280"/>
              <a:ext cx="5750560" cy="4206240"/>
            </a:xfrm>
            <a:prstGeom prst="rect">
              <a:avLst/>
            </a:prstGeom>
            <a:noFill/>
            <a:ln>
              <a:solidFill>
                <a:schemeClr val="tx1">
                  <a:lumMod val="95000"/>
                  <a:lumOff val="5000"/>
                  <a:alpha val="11766"/>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655" name="直线连接符 654">
              <a:extLst>
                <a:ext uri="{FF2B5EF4-FFF2-40B4-BE49-F238E27FC236}">
                  <a16:creationId xmlns:a16="http://schemas.microsoft.com/office/drawing/2014/main" id="{8E6AFF13-A412-4BD3-6B5B-4304F645AC15}"/>
                </a:ext>
              </a:extLst>
            </p:cNvPr>
            <p:cNvCxnSpPr>
              <a:cxnSpLocks/>
            </p:cNvCxnSpPr>
            <p:nvPr/>
          </p:nvCxnSpPr>
          <p:spPr>
            <a:xfrm>
              <a:off x="1072567"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6" name="直线连接符 655">
              <a:extLst>
                <a:ext uri="{FF2B5EF4-FFF2-40B4-BE49-F238E27FC236}">
                  <a16:creationId xmlns:a16="http://schemas.microsoft.com/office/drawing/2014/main" id="{7E640F1A-FDEC-AFB8-86E4-9A6EF9BBAD6D}"/>
                </a:ext>
              </a:extLst>
            </p:cNvPr>
            <p:cNvCxnSpPr>
              <a:cxnSpLocks/>
            </p:cNvCxnSpPr>
            <p:nvPr/>
          </p:nvCxnSpPr>
          <p:spPr>
            <a:xfrm>
              <a:off x="1616006"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7" name="直线连接符 656">
              <a:extLst>
                <a:ext uri="{FF2B5EF4-FFF2-40B4-BE49-F238E27FC236}">
                  <a16:creationId xmlns:a16="http://schemas.microsoft.com/office/drawing/2014/main" id="{824F36F9-BD2A-40F8-BD00-133842368FF4}"/>
                </a:ext>
              </a:extLst>
            </p:cNvPr>
            <p:cNvCxnSpPr>
              <a:cxnSpLocks/>
            </p:cNvCxnSpPr>
            <p:nvPr/>
          </p:nvCxnSpPr>
          <p:spPr>
            <a:xfrm>
              <a:off x="2135560"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8" name="直线连接符 657">
              <a:extLst>
                <a:ext uri="{FF2B5EF4-FFF2-40B4-BE49-F238E27FC236}">
                  <a16:creationId xmlns:a16="http://schemas.microsoft.com/office/drawing/2014/main" id="{4F9C49BB-8C15-5D61-FAB0-BE4811FFE91C}"/>
                </a:ext>
              </a:extLst>
            </p:cNvPr>
            <p:cNvCxnSpPr>
              <a:cxnSpLocks/>
            </p:cNvCxnSpPr>
            <p:nvPr/>
          </p:nvCxnSpPr>
          <p:spPr>
            <a:xfrm>
              <a:off x="2639616"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59" name="直线连接符 658">
              <a:extLst>
                <a:ext uri="{FF2B5EF4-FFF2-40B4-BE49-F238E27FC236}">
                  <a16:creationId xmlns:a16="http://schemas.microsoft.com/office/drawing/2014/main" id="{08EDD9D1-394F-B3A1-6073-1343C1EB6CB8}"/>
                </a:ext>
              </a:extLst>
            </p:cNvPr>
            <p:cNvCxnSpPr>
              <a:cxnSpLocks/>
            </p:cNvCxnSpPr>
            <p:nvPr/>
          </p:nvCxnSpPr>
          <p:spPr>
            <a:xfrm>
              <a:off x="3166919"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0" name="直线连接符 659">
              <a:extLst>
                <a:ext uri="{FF2B5EF4-FFF2-40B4-BE49-F238E27FC236}">
                  <a16:creationId xmlns:a16="http://schemas.microsoft.com/office/drawing/2014/main" id="{E2B73D09-2DCA-98CD-CBB4-7831DA1EE1C1}"/>
                </a:ext>
              </a:extLst>
            </p:cNvPr>
            <p:cNvCxnSpPr>
              <a:cxnSpLocks/>
            </p:cNvCxnSpPr>
            <p:nvPr/>
          </p:nvCxnSpPr>
          <p:spPr>
            <a:xfrm>
              <a:off x="3711987"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1" name="直线连接符 660">
              <a:extLst>
                <a:ext uri="{FF2B5EF4-FFF2-40B4-BE49-F238E27FC236}">
                  <a16:creationId xmlns:a16="http://schemas.microsoft.com/office/drawing/2014/main" id="{D1C419A6-26BF-3B94-781E-3F4512899F1F}"/>
                </a:ext>
              </a:extLst>
            </p:cNvPr>
            <p:cNvCxnSpPr>
              <a:cxnSpLocks/>
            </p:cNvCxnSpPr>
            <p:nvPr/>
          </p:nvCxnSpPr>
          <p:spPr>
            <a:xfrm>
              <a:off x="4223792"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2" name="直线连接符 661">
              <a:extLst>
                <a:ext uri="{FF2B5EF4-FFF2-40B4-BE49-F238E27FC236}">
                  <a16:creationId xmlns:a16="http://schemas.microsoft.com/office/drawing/2014/main" id="{9D22AC34-4C27-CE25-BD62-C218FD0CA993}"/>
                </a:ext>
              </a:extLst>
            </p:cNvPr>
            <p:cNvCxnSpPr>
              <a:cxnSpLocks/>
            </p:cNvCxnSpPr>
            <p:nvPr/>
          </p:nvCxnSpPr>
          <p:spPr>
            <a:xfrm>
              <a:off x="4727848"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3" name="直线连接符 662">
              <a:extLst>
                <a:ext uri="{FF2B5EF4-FFF2-40B4-BE49-F238E27FC236}">
                  <a16:creationId xmlns:a16="http://schemas.microsoft.com/office/drawing/2014/main" id="{BB3FC65E-C7A6-5FC4-7129-9655BD5D3A34}"/>
                </a:ext>
              </a:extLst>
            </p:cNvPr>
            <p:cNvCxnSpPr>
              <a:cxnSpLocks/>
            </p:cNvCxnSpPr>
            <p:nvPr/>
          </p:nvCxnSpPr>
          <p:spPr>
            <a:xfrm>
              <a:off x="5231904"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4" name="直线连接符 663">
              <a:extLst>
                <a:ext uri="{FF2B5EF4-FFF2-40B4-BE49-F238E27FC236}">
                  <a16:creationId xmlns:a16="http://schemas.microsoft.com/office/drawing/2014/main" id="{F350E198-A3DB-25FA-4A1F-8D9382B2B2E9}"/>
                </a:ext>
              </a:extLst>
            </p:cNvPr>
            <p:cNvCxnSpPr>
              <a:cxnSpLocks/>
            </p:cNvCxnSpPr>
            <p:nvPr/>
          </p:nvCxnSpPr>
          <p:spPr>
            <a:xfrm>
              <a:off x="5807968" y="2113280"/>
              <a:ext cx="0" cy="419831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5" name="直线连接符 664">
              <a:extLst>
                <a:ext uri="{FF2B5EF4-FFF2-40B4-BE49-F238E27FC236}">
                  <a16:creationId xmlns:a16="http://schemas.microsoft.com/office/drawing/2014/main" id="{672988FB-FC0E-542B-11A2-887B2CF8D81A}"/>
                </a:ext>
              </a:extLst>
            </p:cNvPr>
            <p:cNvCxnSpPr>
              <a:cxnSpLocks/>
            </p:cNvCxnSpPr>
            <p:nvPr/>
          </p:nvCxnSpPr>
          <p:spPr>
            <a:xfrm>
              <a:off x="566906" y="2719953"/>
              <a:ext cx="5742454"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6" name="直线连接符 665">
              <a:extLst>
                <a:ext uri="{FF2B5EF4-FFF2-40B4-BE49-F238E27FC236}">
                  <a16:creationId xmlns:a16="http://schemas.microsoft.com/office/drawing/2014/main" id="{6722AD92-32CA-8051-ECAF-DBE24E1EC9E4}"/>
                </a:ext>
              </a:extLst>
            </p:cNvPr>
            <p:cNvCxnSpPr>
              <a:cxnSpLocks/>
            </p:cNvCxnSpPr>
            <p:nvPr/>
          </p:nvCxnSpPr>
          <p:spPr>
            <a:xfrm>
              <a:off x="566906" y="3333745"/>
              <a:ext cx="5729391"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7" name="直线连接符 666">
              <a:extLst>
                <a:ext uri="{FF2B5EF4-FFF2-40B4-BE49-F238E27FC236}">
                  <a16:creationId xmlns:a16="http://schemas.microsoft.com/office/drawing/2014/main" id="{D5004B8C-A238-6468-DD43-232E7A1907F1}"/>
                </a:ext>
              </a:extLst>
            </p:cNvPr>
            <p:cNvCxnSpPr>
              <a:cxnSpLocks/>
            </p:cNvCxnSpPr>
            <p:nvPr/>
          </p:nvCxnSpPr>
          <p:spPr>
            <a:xfrm>
              <a:off x="566906" y="3933056"/>
              <a:ext cx="5742454"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8" name="直线连接符 667">
              <a:extLst>
                <a:ext uri="{FF2B5EF4-FFF2-40B4-BE49-F238E27FC236}">
                  <a16:creationId xmlns:a16="http://schemas.microsoft.com/office/drawing/2014/main" id="{B211886F-4895-88CB-51C2-B6AD556B2982}"/>
                </a:ext>
              </a:extLst>
            </p:cNvPr>
            <p:cNvCxnSpPr>
              <a:cxnSpLocks/>
            </p:cNvCxnSpPr>
            <p:nvPr/>
          </p:nvCxnSpPr>
          <p:spPr>
            <a:xfrm>
              <a:off x="566906" y="4509120"/>
              <a:ext cx="5735923"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69" name="直线连接符 668">
              <a:extLst>
                <a:ext uri="{FF2B5EF4-FFF2-40B4-BE49-F238E27FC236}">
                  <a16:creationId xmlns:a16="http://schemas.microsoft.com/office/drawing/2014/main" id="{A7EE09FA-18A8-2784-FF2F-3746798CA136}"/>
                </a:ext>
              </a:extLst>
            </p:cNvPr>
            <p:cNvCxnSpPr>
              <a:cxnSpLocks/>
            </p:cNvCxnSpPr>
            <p:nvPr/>
          </p:nvCxnSpPr>
          <p:spPr>
            <a:xfrm>
              <a:off x="566906" y="5133945"/>
              <a:ext cx="5735923"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cxnSp>
          <p:nvCxnSpPr>
            <p:cNvPr id="670" name="直线连接符 669">
              <a:extLst>
                <a:ext uri="{FF2B5EF4-FFF2-40B4-BE49-F238E27FC236}">
                  <a16:creationId xmlns:a16="http://schemas.microsoft.com/office/drawing/2014/main" id="{5631339F-B4E0-6680-74FC-0FB29B1F726F}"/>
                </a:ext>
              </a:extLst>
            </p:cNvPr>
            <p:cNvCxnSpPr>
              <a:cxnSpLocks/>
            </p:cNvCxnSpPr>
            <p:nvPr/>
          </p:nvCxnSpPr>
          <p:spPr>
            <a:xfrm>
              <a:off x="566906" y="5733256"/>
              <a:ext cx="5735923" cy="0"/>
            </a:xfrm>
            <a:prstGeom prst="line">
              <a:avLst/>
            </a:prstGeom>
            <a:ln w="12700">
              <a:solidFill>
                <a:schemeClr val="tx1">
                  <a:lumMod val="95000"/>
                  <a:lumOff val="5000"/>
                  <a:alpha val="11766"/>
                </a:schemeClr>
              </a:solidFill>
            </a:ln>
          </p:spPr>
          <p:style>
            <a:lnRef idx="1">
              <a:schemeClr val="accent1"/>
            </a:lnRef>
            <a:fillRef idx="0">
              <a:schemeClr val="accent1"/>
            </a:fillRef>
            <a:effectRef idx="0">
              <a:schemeClr val="accent1"/>
            </a:effectRef>
            <a:fontRef idx="minor">
              <a:schemeClr val="tx1"/>
            </a:fontRef>
          </p:style>
        </p:cxnSp>
      </p:grpSp>
      <p:sp>
        <p:nvSpPr>
          <p:cNvPr id="709" name="任意形状 708">
            <a:extLst>
              <a:ext uri="{FF2B5EF4-FFF2-40B4-BE49-F238E27FC236}">
                <a16:creationId xmlns:a16="http://schemas.microsoft.com/office/drawing/2014/main" id="{9684A0DA-175C-E16D-2D47-F7459191461D}"/>
              </a:ext>
            </a:extLst>
          </p:cNvPr>
          <p:cNvSpPr/>
          <p:nvPr/>
        </p:nvSpPr>
        <p:spPr>
          <a:xfrm>
            <a:off x="841248" y="5715179"/>
            <a:ext cx="9875520" cy="829056"/>
          </a:xfrm>
          <a:custGeom>
            <a:avLst/>
            <a:gdLst>
              <a:gd name="connsiteX0" fmla="*/ 0 w 9875520"/>
              <a:gd name="connsiteY0" fmla="*/ 0 h 685867"/>
              <a:gd name="connsiteX1" fmla="*/ 829056 w 9875520"/>
              <a:gd name="connsiteY1" fmla="*/ 475488 h 685867"/>
              <a:gd name="connsiteX2" fmla="*/ 1633728 w 9875520"/>
              <a:gd name="connsiteY2" fmla="*/ 170688 h 685867"/>
              <a:gd name="connsiteX3" fmla="*/ 2218944 w 9875520"/>
              <a:gd name="connsiteY3" fmla="*/ 426720 h 685867"/>
              <a:gd name="connsiteX4" fmla="*/ 3511296 w 9875520"/>
              <a:gd name="connsiteY4" fmla="*/ 414528 h 685867"/>
              <a:gd name="connsiteX5" fmla="*/ 4047744 w 9875520"/>
              <a:gd name="connsiteY5" fmla="*/ 268224 h 685867"/>
              <a:gd name="connsiteX6" fmla="*/ 4828032 w 9875520"/>
              <a:gd name="connsiteY6" fmla="*/ 316992 h 685867"/>
              <a:gd name="connsiteX7" fmla="*/ 5766816 w 9875520"/>
              <a:gd name="connsiteY7" fmla="*/ 85344 h 685867"/>
              <a:gd name="connsiteX8" fmla="*/ 6169152 w 9875520"/>
              <a:gd name="connsiteY8" fmla="*/ 268224 h 685867"/>
              <a:gd name="connsiteX9" fmla="*/ 7083552 w 9875520"/>
              <a:gd name="connsiteY9" fmla="*/ 329184 h 685867"/>
              <a:gd name="connsiteX10" fmla="*/ 7997952 w 9875520"/>
              <a:gd name="connsiteY10" fmla="*/ 682752 h 685867"/>
              <a:gd name="connsiteX11" fmla="*/ 8461248 w 9875520"/>
              <a:gd name="connsiteY11" fmla="*/ 499872 h 685867"/>
              <a:gd name="connsiteX12" fmla="*/ 9009888 w 9875520"/>
              <a:gd name="connsiteY12" fmla="*/ 463296 h 685867"/>
              <a:gd name="connsiteX13" fmla="*/ 9656064 w 9875520"/>
              <a:gd name="connsiteY13" fmla="*/ 97536 h 685867"/>
              <a:gd name="connsiteX14" fmla="*/ 9875520 w 9875520"/>
              <a:gd name="connsiteY14" fmla="*/ 48768 h 68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5520" h="685867">
                <a:moveTo>
                  <a:pt x="0" y="0"/>
                </a:moveTo>
                <a:cubicBezTo>
                  <a:pt x="278384" y="223520"/>
                  <a:pt x="556768" y="447040"/>
                  <a:pt x="829056" y="475488"/>
                </a:cubicBezTo>
                <a:cubicBezTo>
                  <a:pt x="1101344" y="503936"/>
                  <a:pt x="1402080" y="178816"/>
                  <a:pt x="1633728" y="170688"/>
                </a:cubicBezTo>
                <a:cubicBezTo>
                  <a:pt x="1865376" y="162560"/>
                  <a:pt x="1906016" y="386080"/>
                  <a:pt x="2218944" y="426720"/>
                </a:cubicBezTo>
                <a:cubicBezTo>
                  <a:pt x="2531872" y="467360"/>
                  <a:pt x="3206496" y="440944"/>
                  <a:pt x="3511296" y="414528"/>
                </a:cubicBezTo>
                <a:cubicBezTo>
                  <a:pt x="3816096" y="388112"/>
                  <a:pt x="3828288" y="284480"/>
                  <a:pt x="4047744" y="268224"/>
                </a:cubicBezTo>
                <a:cubicBezTo>
                  <a:pt x="4267200" y="251968"/>
                  <a:pt x="4541520" y="347472"/>
                  <a:pt x="4828032" y="316992"/>
                </a:cubicBezTo>
                <a:cubicBezTo>
                  <a:pt x="5114544" y="286512"/>
                  <a:pt x="5543296" y="93472"/>
                  <a:pt x="5766816" y="85344"/>
                </a:cubicBezTo>
                <a:cubicBezTo>
                  <a:pt x="5990336" y="77216"/>
                  <a:pt x="5949696" y="227584"/>
                  <a:pt x="6169152" y="268224"/>
                </a:cubicBezTo>
                <a:cubicBezTo>
                  <a:pt x="6388608" y="308864"/>
                  <a:pt x="6778752" y="260096"/>
                  <a:pt x="7083552" y="329184"/>
                </a:cubicBezTo>
                <a:cubicBezTo>
                  <a:pt x="7388352" y="398272"/>
                  <a:pt x="7768336" y="654304"/>
                  <a:pt x="7997952" y="682752"/>
                </a:cubicBezTo>
                <a:cubicBezTo>
                  <a:pt x="8227568" y="711200"/>
                  <a:pt x="8292592" y="536448"/>
                  <a:pt x="8461248" y="499872"/>
                </a:cubicBezTo>
                <a:cubicBezTo>
                  <a:pt x="8629904" y="463296"/>
                  <a:pt x="8810752" y="530352"/>
                  <a:pt x="9009888" y="463296"/>
                </a:cubicBezTo>
                <a:cubicBezTo>
                  <a:pt x="9209024" y="396240"/>
                  <a:pt x="9511792" y="166624"/>
                  <a:pt x="9656064" y="97536"/>
                </a:cubicBezTo>
                <a:cubicBezTo>
                  <a:pt x="9800336" y="28448"/>
                  <a:pt x="9837928" y="38608"/>
                  <a:pt x="9875520" y="48768"/>
                </a:cubicBezTo>
              </a:path>
            </a:pathLst>
          </a:custGeom>
          <a:solidFill>
            <a:srgbClr val="BB3023"/>
          </a:solidFill>
          <a:ln w="254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10" name="文本框 709">
            <a:extLst>
              <a:ext uri="{FF2B5EF4-FFF2-40B4-BE49-F238E27FC236}">
                <a16:creationId xmlns:a16="http://schemas.microsoft.com/office/drawing/2014/main" id="{0D01E787-AA59-3077-9631-F79A4728309E}"/>
              </a:ext>
            </a:extLst>
          </p:cNvPr>
          <p:cNvSpPr txBox="1"/>
          <p:nvPr/>
        </p:nvSpPr>
        <p:spPr>
          <a:xfrm>
            <a:off x="8510016" y="-548640"/>
            <a:ext cx="184731" cy="461665"/>
          </a:xfrm>
          <a:prstGeom prst="rect">
            <a:avLst/>
          </a:prstGeom>
          <a:noFill/>
        </p:spPr>
        <p:txBody>
          <a:bodyPr wrap="none" rtlCol="0">
            <a:spAutoFit/>
          </a:bodyPr>
          <a:lstStyle/>
          <a:p>
            <a:pPr algn="l"/>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706" name="任意形状 705">
            <a:extLst>
              <a:ext uri="{FF2B5EF4-FFF2-40B4-BE49-F238E27FC236}">
                <a16:creationId xmlns:a16="http://schemas.microsoft.com/office/drawing/2014/main" id="{21F94C2A-01AB-9D2F-F5F1-C58E75C62EE5}"/>
              </a:ext>
            </a:extLst>
          </p:cNvPr>
          <p:cNvSpPr/>
          <p:nvPr/>
        </p:nvSpPr>
        <p:spPr>
          <a:xfrm>
            <a:off x="894757" y="4622643"/>
            <a:ext cx="10399776" cy="1109472"/>
          </a:xfrm>
          <a:custGeom>
            <a:avLst/>
            <a:gdLst>
              <a:gd name="connsiteX0" fmla="*/ 0 w 10399776"/>
              <a:gd name="connsiteY0" fmla="*/ 862531 h 874723"/>
              <a:gd name="connsiteX1" fmla="*/ 707136 w 10399776"/>
              <a:gd name="connsiteY1" fmla="*/ 704035 h 874723"/>
              <a:gd name="connsiteX2" fmla="*/ 1597152 w 10399776"/>
              <a:gd name="connsiteY2" fmla="*/ 801571 h 874723"/>
              <a:gd name="connsiteX3" fmla="*/ 2292096 w 10399776"/>
              <a:gd name="connsiteY3" fmla="*/ 472387 h 874723"/>
              <a:gd name="connsiteX4" fmla="*/ 3243072 w 10399776"/>
              <a:gd name="connsiteY4" fmla="*/ 594307 h 874723"/>
              <a:gd name="connsiteX5" fmla="*/ 4693920 w 10399776"/>
              <a:gd name="connsiteY5" fmla="*/ 411427 h 874723"/>
              <a:gd name="connsiteX6" fmla="*/ 6144768 w 10399776"/>
              <a:gd name="connsiteY6" fmla="*/ 569923 h 874723"/>
              <a:gd name="connsiteX7" fmla="*/ 6949440 w 10399776"/>
              <a:gd name="connsiteY7" fmla="*/ 569923 h 874723"/>
              <a:gd name="connsiteX8" fmla="*/ 7339584 w 10399776"/>
              <a:gd name="connsiteY8" fmla="*/ 655267 h 874723"/>
              <a:gd name="connsiteX9" fmla="*/ 7961376 w 10399776"/>
              <a:gd name="connsiteY9" fmla="*/ 143203 h 874723"/>
              <a:gd name="connsiteX10" fmla="*/ 8875776 w 10399776"/>
              <a:gd name="connsiteY10" fmla="*/ 289507 h 874723"/>
              <a:gd name="connsiteX11" fmla="*/ 9595104 w 10399776"/>
              <a:gd name="connsiteY11" fmla="*/ 9091 h 874723"/>
              <a:gd name="connsiteX12" fmla="*/ 10131552 w 10399776"/>
              <a:gd name="connsiteY12" fmla="*/ 691843 h 874723"/>
              <a:gd name="connsiteX13" fmla="*/ 10399776 w 10399776"/>
              <a:gd name="connsiteY13" fmla="*/ 874723 h 87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399776" h="874723">
                <a:moveTo>
                  <a:pt x="0" y="862531"/>
                </a:moveTo>
                <a:cubicBezTo>
                  <a:pt x="220472" y="788363"/>
                  <a:pt x="440944" y="714195"/>
                  <a:pt x="707136" y="704035"/>
                </a:cubicBezTo>
                <a:cubicBezTo>
                  <a:pt x="973328" y="693875"/>
                  <a:pt x="1332992" y="840179"/>
                  <a:pt x="1597152" y="801571"/>
                </a:cubicBezTo>
                <a:cubicBezTo>
                  <a:pt x="1861312" y="762963"/>
                  <a:pt x="2017776" y="506931"/>
                  <a:pt x="2292096" y="472387"/>
                </a:cubicBezTo>
                <a:cubicBezTo>
                  <a:pt x="2566416" y="437843"/>
                  <a:pt x="2842768" y="604467"/>
                  <a:pt x="3243072" y="594307"/>
                </a:cubicBezTo>
                <a:cubicBezTo>
                  <a:pt x="3643376" y="584147"/>
                  <a:pt x="4210304" y="415491"/>
                  <a:pt x="4693920" y="411427"/>
                </a:cubicBezTo>
                <a:cubicBezTo>
                  <a:pt x="5177536" y="407363"/>
                  <a:pt x="5768848" y="543507"/>
                  <a:pt x="6144768" y="569923"/>
                </a:cubicBezTo>
                <a:cubicBezTo>
                  <a:pt x="6520688" y="596339"/>
                  <a:pt x="6750304" y="555699"/>
                  <a:pt x="6949440" y="569923"/>
                </a:cubicBezTo>
                <a:cubicBezTo>
                  <a:pt x="7148576" y="584147"/>
                  <a:pt x="7170928" y="726387"/>
                  <a:pt x="7339584" y="655267"/>
                </a:cubicBezTo>
                <a:cubicBezTo>
                  <a:pt x="7508240" y="584147"/>
                  <a:pt x="7705344" y="204163"/>
                  <a:pt x="7961376" y="143203"/>
                </a:cubicBezTo>
                <a:cubicBezTo>
                  <a:pt x="8217408" y="82243"/>
                  <a:pt x="8603488" y="311859"/>
                  <a:pt x="8875776" y="289507"/>
                </a:cubicBezTo>
                <a:cubicBezTo>
                  <a:pt x="9148064" y="267155"/>
                  <a:pt x="9385808" y="-57965"/>
                  <a:pt x="9595104" y="9091"/>
                </a:cubicBezTo>
                <a:cubicBezTo>
                  <a:pt x="9804400" y="76147"/>
                  <a:pt x="9997440" y="547571"/>
                  <a:pt x="10131552" y="691843"/>
                </a:cubicBezTo>
                <a:cubicBezTo>
                  <a:pt x="10265664" y="836115"/>
                  <a:pt x="10367264" y="832051"/>
                  <a:pt x="10399776" y="874723"/>
                </a:cubicBezTo>
              </a:path>
            </a:pathLst>
          </a:custGeom>
          <a:pattFill prst="lgGrid">
            <a:fgClr>
              <a:schemeClr val="tx1"/>
            </a:fgClr>
            <a:bgClr>
              <a:schemeClr val="bg1"/>
            </a:bgClr>
          </a:pattFill>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707" name="任意形状 706">
            <a:extLst>
              <a:ext uri="{FF2B5EF4-FFF2-40B4-BE49-F238E27FC236}">
                <a16:creationId xmlns:a16="http://schemas.microsoft.com/office/drawing/2014/main" id="{338BC70D-C5C9-F9FD-CE01-01C0F921BCC9}"/>
              </a:ext>
            </a:extLst>
          </p:cNvPr>
          <p:cNvSpPr/>
          <p:nvPr/>
        </p:nvSpPr>
        <p:spPr>
          <a:xfrm>
            <a:off x="843957" y="5727371"/>
            <a:ext cx="10399776" cy="317413"/>
          </a:xfrm>
          <a:custGeom>
            <a:avLst/>
            <a:gdLst>
              <a:gd name="connsiteX0" fmla="*/ 0 w 10399776"/>
              <a:gd name="connsiteY0" fmla="*/ 0 h 317413"/>
              <a:gd name="connsiteX1" fmla="*/ 755904 w 10399776"/>
              <a:gd name="connsiteY1" fmla="*/ 256032 h 317413"/>
              <a:gd name="connsiteX2" fmla="*/ 1524000 w 10399776"/>
              <a:gd name="connsiteY2" fmla="*/ 12192 h 317413"/>
              <a:gd name="connsiteX3" fmla="*/ 2621280 w 10399776"/>
              <a:gd name="connsiteY3" fmla="*/ 97536 h 317413"/>
              <a:gd name="connsiteX4" fmla="*/ 3182112 w 10399776"/>
              <a:gd name="connsiteY4" fmla="*/ 207264 h 317413"/>
              <a:gd name="connsiteX5" fmla="*/ 4035552 w 10399776"/>
              <a:gd name="connsiteY5" fmla="*/ 97536 h 317413"/>
              <a:gd name="connsiteX6" fmla="*/ 4962144 w 10399776"/>
              <a:gd name="connsiteY6" fmla="*/ 195072 h 317413"/>
              <a:gd name="connsiteX7" fmla="*/ 5681472 w 10399776"/>
              <a:gd name="connsiteY7" fmla="*/ 219456 h 317413"/>
              <a:gd name="connsiteX8" fmla="*/ 6388608 w 10399776"/>
              <a:gd name="connsiteY8" fmla="*/ 121920 h 317413"/>
              <a:gd name="connsiteX9" fmla="*/ 7961376 w 10399776"/>
              <a:gd name="connsiteY9" fmla="*/ 219456 h 317413"/>
              <a:gd name="connsiteX10" fmla="*/ 8814816 w 10399776"/>
              <a:gd name="connsiteY10" fmla="*/ 134112 h 317413"/>
              <a:gd name="connsiteX11" fmla="*/ 9680448 w 10399776"/>
              <a:gd name="connsiteY11" fmla="*/ 316992 h 317413"/>
              <a:gd name="connsiteX12" fmla="*/ 10168128 w 10399776"/>
              <a:gd name="connsiteY12" fmla="*/ 73152 h 317413"/>
              <a:gd name="connsiteX13" fmla="*/ 10399776 w 10399776"/>
              <a:gd name="connsiteY13" fmla="*/ 0 h 31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399776" h="317413">
                <a:moveTo>
                  <a:pt x="0" y="0"/>
                </a:moveTo>
                <a:cubicBezTo>
                  <a:pt x="250952" y="127000"/>
                  <a:pt x="501904" y="254000"/>
                  <a:pt x="755904" y="256032"/>
                </a:cubicBezTo>
                <a:cubicBezTo>
                  <a:pt x="1009904" y="258064"/>
                  <a:pt x="1213104" y="38608"/>
                  <a:pt x="1524000" y="12192"/>
                </a:cubicBezTo>
                <a:cubicBezTo>
                  <a:pt x="1834896" y="-14224"/>
                  <a:pt x="2344928" y="65024"/>
                  <a:pt x="2621280" y="97536"/>
                </a:cubicBezTo>
                <a:cubicBezTo>
                  <a:pt x="2897632" y="130048"/>
                  <a:pt x="2946400" y="207264"/>
                  <a:pt x="3182112" y="207264"/>
                </a:cubicBezTo>
                <a:cubicBezTo>
                  <a:pt x="3417824" y="207264"/>
                  <a:pt x="3738880" y="99568"/>
                  <a:pt x="4035552" y="97536"/>
                </a:cubicBezTo>
                <a:cubicBezTo>
                  <a:pt x="4332224" y="95504"/>
                  <a:pt x="4687824" y="174752"/>
                  <a:pt x="4962144" y="195072"/>
                </a:cubicBezTo>
                <a:cubicBezTo>
                  <a:pt x="5236464" y="215392"/>
                  <a:pt x="5443728" y="231648"/>
                  <a:pt x="5681472" y="219456"/>
                </a:cubicBezTo>
                <a:cubicBezTo>
                  <a:pt x="5919216" y="207264"/>
                  <a:pt x="6008624" y="121920"/>
                  <a:pt x="6388608" y="121920"/>
                </a:cubicBezTo>
                <a:cubicBezTo>
                  <a:pt x="6768592" y="121920"/>
                  <a:pt x="7557008" y="217424"/>
                  <a:pt x="7961376" y="219456"/>
                </a:cubicBezTo>
                <a:cubicBezTo>
                  <a:pt x="8365744" y="221488"/>
                  <a:pt x="8528304" y="117856"/>
                  <a:pt x="8814816" y="134112"/>
                </a:cubicBezTo>
                <a:cubicBezTo>
                  <a:pt x="9101328" y="150368"/>
                  <a:pt x="9454896" y="327152"/>
                  <a:pt x="9680448" y="316992"/>
                </a:cubicBezTo>
                <a:cubicBezTo>
                  <a:pt x="9906000" y="306832"/>
                  <a:pt x="10048240" y="125984"/>
                  <a:pt x="10168128" y="73152"/>
                </a:cubicBezTo>
                <a:cubicBezTo>
                  <a:pt x="10288016" y="20320"/>
                  <a:pt x="10343896" y="10160"/>
                  <a:pt x="10399776" y="0"/>
                </a:cubicBezTo>
              </a:path>
            </a:pathLst>
          </a:custGeom>
          <a:noFill/>
          <a:ln w="3175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cxnSp>
        <p:nvCxnSpPr>
          <p:cNvPr id="702" name="直线箭头连接符 701">
            <a:extLst>
              <a:ext uri="{FF2B5EF4-FFF2-40B4-BE49-F238E27FC236}">
                <a16:creationId xmlns:a16="http://schemas.microsoft.com/office/drawing/2014/main" id="{91397F73-6FA7-E7AD-56F2-D1750496A427}"/>
              </a:ext>
            </a:extLst>
          </p:cNvPr>
          <p:cNvCxnSpPr>
            <a:cxnSpLocks/>
          </p:cNvCxnSpPr>
          <p:nvPr/>
        </p:nvCxnSpPr>
        <p:spPr>
          <a:xfrm>
            <a:off x="326764" y="5724473"/>
            <a:ext cx="11658407" cy="0"/>
          </a:xfrm>
          <a:prstGeom prst="straightConnector1">
            <a:avLst/>
          </a:prstGeom>
          <a:ln w="22225">
            <a:solidFill>
              <a:srgbClr val="21212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296520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组合 68">
            <a:extLst>
              <a:ext uri="{FF2B5EF4-FFF2-40B4-BE49-F238E27FC236}">
                <a16:creationId xmlns:a16="http://schemas.microsoft.com/office/drawing/2014/main" id="{9AEDE681-1B3E-71EE-94D8-DC3DCA498281}"/>
              </a:ext>
            </a:extLst>
          </p:cNvPr>
          <p:cNvGrpSpPr/>
          <p:nvPr/>
        </p:nvGrpSpPr>
        <p:grpSpPr>
          <a:xfrm>
            <a:off x="6554022" y="1948688"/>
            <a:ext cx="4705098" cy="3407089"/>
            <a:chOff x="6596886" y="2029968"/>
            <a:chExt cx="4705098" cy="3407089"/>
          </a:xfrm>
          <a:solidFill>
            <a:srgbClr val="1E344D"/>
          </a:solidFill>
        </p:grpSpPr>
        <p:sp>
          <p:nvSpPr>
            <p:cNvPr id="68" name="任意形状 67">
              <a:extLst>
                <a:ext uri="{FF2B5EF4-FFF2-40B4-BE49-F238E27FC236}">
                  <a16:creationId xmlns:a16="http://schemas.microsoft.com/office/drawing/2014/main" id="{471AA20F-ECF3-6F4F-CB1E-316E62C4C14F}"/>
                </a:ext>
              </a:extLst>
            </p:cNvPr>
            <p:cNvSpPr/>
            <p:nvPr/>
          </p:nvSpPr>
          <p:spPr>
            <a:xfrm>
              <a:off x="9431787" y="4570822"/>
              <a:ext cx="1843120" cy="799121"/>
            </a:xfrm>
            <a:custGeom>
              <a:avLst/>
              <a:gdLst>
                <a:gd name="connsiteX0" fmla="*/ 73152 w 1929384"/>
                <a:gd name="connsiteY0" fmla="*/ 1444752 h 1627632"/>
                <a:gd name="connsiteX1" fmla="*/ 1929384 w 1929384"/>
                <a:gd name="connsiteY1" fmla="*/ 1627632 h 1627632"/>
                <a:gd name="connsiteX2" fmla="*/ 1929384 w 1929384"/>
                <a:gd name="connsiteY2" fmla="*/ 0 h 1627632"/>
                <a:gd name="connsiteX3" fmla="*/ 0 w 1929384"/>
                <a:gd name="connsiteY3" fmla="*/ 182880 h 1627632"/>
                <a:gd name="connsiteX4" fmla="*/ 73152 w 1929384"/>
                <a:gd name="connsiteY4" fmla="*/ 1444752 h 1627632"/>
                <a:gd name="connsiteX0" fmla="*/ 73152 w 1929384"/>
                <a:gd name="connsiteY0" fmla="*/ 2811723 h 2994603"/>
                <a:gd name="connsiteX1" fmla="*/ 1929384 w 1929384"/>
                <a:gd name="connsiteY1" fmla="*/ 2994603 h 2994603"/>
                <a:gd name="connsiteX2" fmla="*/ 1825867 w 1929384"/>
                <a:gd name="connsiteY2" fmla="*/ 0 h 2994603"/>
                <a:gd name="connsiteX3" fmla="*/ 0 w 1929384"/>
                <a:gd name="connsiteY3" fmla="*/ 1549851 h 2994603"/>
                <a:gd name="connsiteX4" fmla="*/ 73152 w 1929384"/>
                <a:gd name="connsiteY4" fmla="*/ 2811723 h 2994603"/>
                <a:gd name="connsiteX0" fmla="*/ 73152 w 1825867"/>
                <a:gd name="connsiteY0" fmla="*/ 2811723 h 4249221"/>
                <a:gd name="connsiteX1" fmla="*/ 1825867 w 1825867"/>
                <a:gd name="connsiteY1" fmla="*/ 4249221 h 4249221"/>
                <a:gd name="connsiteX2" fmla="*/ 1825867 w 1825867"/>
                <a:gd name="connsiteY2" fmla="*/ 0 h 4249221"/>
                <a:gd name="connsiteX3" fmla="*/ 0 w 1825867"/>
                <a:gd name="connsiteY3" fmla="*/ 1549851 h 4249221"/>
                <a:gd name="connsiteX4" fmla="*/ 73152 w 1825867"/>
                <a:gd name="connsiteY4" fmla="*/ 2811723 h 4249221"/>
                <a:gd name="connsiteX0" fmla="*/ 0 w 1752715"/>
                <a:gd name="connsiteY0" fmla="*/ 2811723 h 4249221"/>
                <a:gd name="connsiteX1" fmla="*/ 1752715 w 1752715"/>
                <a:gd name="connsiteY1" fmla="*/ 4249221 h 4249221"/>
                <a:gd name="connsiteX2" fmla="*/ 1752715 w 1752715"/>
                <a:gd name="connsiteY2" fmla="*/ 0 h 4249221"/>
                <a:gd name="connsiteX3" fmla="*/ 173 w 1752715"/>
                <a:gd name="connsiteY3" fmla="*/ 1512397 h 4249221"/>
                <a:gd name="connsiteX4" fmla="*/ 0 w 1752715"/>
                <a:gd name="connsiteY4" fmla="*/ 2811723 h 4249221"/>
                <a:gd name="connsiteX0" fmla="*/ 0 w 1757028"/>
                <a:gd name="connsiteY0" fmla="*/ 2774274 h 4249221"/>
                <a:gd name="connsiteX1" fmla="*/ 1757028 w 1757028"/>
                <a:gd name="connsiteY1" fmla="*/ 4249221 h 4249221"/>
                <a:gd name="connsiteX2" fmla="*/ 1757028 w 1757028"/>
                <a:gd name="connsiteY2" fmla="*/ 0 h 4249221"/>
                <a:gd name="connsiteX3" fmla="*/ 4486 w 1757028"/>
                <a:gd name="connsiteY3" fmla="*/ 1512397 h 4249221"/>
                <a:gd name="connsiteX4" fmla="*/ 0 w 1757028"/>
                <a:gd name="connsiteY4" fmla="*/ 2774274 h 4249221"/>
                <a:gd name="connsiteX0" fmla="*/ 0 w 1757028"/>
                <a:gd name="connsiteY0" fmla="*/ 2774274 h 4249221"/>
                <a:gd name="connsiteX1" fmla="*/ 1757028 w 1757028"/>
                <a:gd name="connsiteY1" fmla="*/ 4249221 h 4249221"/>
                <a:gd name="connsiteX2" fmla="*/ 1757028 w 1757028"/>
                <a:gd name="connsiteY2" fmla="*/ 0 h 4249221"/>
                <a:gd name="connsiteX3" fmla="*/ 4486 w 1757028"/>
                <a:gd name="connsiteY3" fmla="*/ 1531122 h 4249221"/>
                <a:gd name="connsiteX4" fmla="*/ 0 w 1757028"/>
                <a:gd name="connsiteY4" fmla="*/ 2774274 h 4249221"/>
                <a:gd name="connsiteX0" fmla="*/ 0 w 1757028"/>
                <a:gd name="connsiteY0" fmla="*/ 2718095 h 4249221"/>
                <a:gd name="connsiteX1" fmla="*/ 1757028 w 1757028"/>
                <a:gd name="connsiteY1" fmla="*/ 4249221 h 4249221"/>
                <a:gd name="connsiteX2" fmla="*/ 1757028 w 1757028"/>
                <a:gd name="connsiteY2" fmla="*/ 0 h 4249221"/>
                <a:gd name="connsiteX3" fmla="*/ 4486 w 1757028"/>
                <a:gd name="connsiteY3" fmla="*/ 1531122 h 4249221"/>
                <a:gd name="connsiteX4" fmla="*/ 0 w 1757028"/>
                <a:gd name="connsiteY4" fmla="*/ 2718095 h 4249221"/>
                <a:gd name="connsiteX0" fmla="*/ 0 w 1838978"/>
                <a:gd name="connsiteY0" fmla="*/ 3291473 h 4249221"/>
                <a:gd name="connsiteX1" fmla="*/ 1838978 w 1838978"/>
                <a:gd name="connsiteY1" fmla="*/ 4249221 h 4249221"/>
                <a:gd name="connsiteX2" fmla="*/ 1838978 w 1838978"/>
                <a:gd name="connsiteY2" fmla="*/ 0 h 4249221"/>
                <a:gd name="connsiteX3" fmla="*/ 86436 w 1838978"/>
                <a:gd name="connsiteY3" fmla="*/ 1531122 h 4249221"/>
                <a:gd name="connsiteX4" fmla="*/ 0 w 1838978"/>
                <a:gd name="connsiteY4" fmla="*/ 3291473 h 4249221"/>
                <a:gd name="connsiteX0" fmla="*/ 25707 w 1864685"/>
                <a:gd name="connsiteY0" fmla="*/ 3291473 h 4249221"/>
                <a:gd name="connsiteX1" fmla="*/ 1864685 w 1864685"/>
                <a:gd name="connsiteY1" fmla="*/ 4249221 h 4249221"/>
                <a:gd name="connsiteX2" fmla="*/ 1864685 w 1864685"/>
                <a:gd name="connsiteY2" fmla="*/ 0 h 4249221"/>
                <a:gd name="connsiteX3" fmla="*/ 0 w 1864685"/>
                <a:gd name="connsiteY3" fmla="*/ 888947 h 4249221"/>
                <a:gd name="connsiteX4" fmla="*/ 25707 w 1864685"/>
                <a:gd name="connsiteY4" fmla="*/ 3291473 h 4249221"/>
                <a:gd name="connsiteX0" fmla="*/ 4142 w 1843120"/>
                <a:gd name="connsiteY0" fmla="*/ 3291473 h 4249221"/>
                <a:gd name="connsiteX1" fmla="*/ 1843120 w 1843120"/>
                <a:gd name="connsiteY1" fmla="*/ 4249221 h 4249221"/>
                <a:gd name="connsiteX2" fmla="*/ 1843120 w 1843120"/>
                <a:gd name="connsiteY2" fmla="*/ 0 h 4249221"/>
                <a:gd name="connsiteX3" fmla="*/ 1 w 1843120"/>
                <a:gd name="connsiteY3" fmla="*/ 888947 h 4249221"/>
                <a:gd name="connsiteX4" fmla="*/ 4142 w 1843120"/>
                <a:gd name="connsiteY4" fmla="*/ 3291473 h 424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3120" h="4249221">
                  <a:moveTo>
                    <a:pt x="4142" y="3291473"/>
                  </a:moveTo>
                  <a:lnTo>
                    <a:pt x="1843120" y="4249221"/>
                  </a:lnTo>
                  <a:lnTo>
                    <a:pt x="1843120" y="0"/>
                  </a:lnTo>
                  <a:lnTo>
                    <a:pt x="1" y="888947"/>
                  </a:lnTo>
                  <a:cubicBezTo>
                    <a:pt x="-57" y="1322056"/>
                    <a:pt x="4200" y="2858364"/>
                    <a:pt x="4142" y="3291473"/>
                  </a:cubicBezTo>
                  <a:close/>
                </a:path>
              </a:pathLst>
            </a:cu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7" name="任意形状 66">
              <a:extLst>
                <a:ext uri="{FF2B5EF4-FFF2-40B4-BE49-F238E27FC236}">
                  <a16:creationId xmlns:a16="http://schemas.microsoft.com/office/drawing/2014/main" id="{6966DD6E-45F1-08C6-0ECF-FF9629BA696D}"/>
                </a:ext>
              </a:extLst>
            </p:cNvPr>
            <p:cNvSpPr/>
            <p:nvPr/>
          </p:nvSpPr>
          <p:spPr>
            <a:xfrm>
              <a:off x="6596886" y="4458304"/>
              <a:ext cx="1757028" cy="978753"/>
            </a:xfrm>
            <a:custGeom>
              <a:avLst/>
              <a:gdLst>
                <a:gd name="connsiteX0" fmla="*/ 73152 w 1929384"/>
                <a:gd name="connsiteY0" fmla="*/ 1444752 h 1627632"/>
                <a:gd name="connsiteX1" fmla="*/ 1929384 w 1929384"/>
                <a:gd name="connsiteY1" fmla="*/ 1627632 h 1627632"/>
                <a:gd name="connsiteX2" fmla="*/ 1929384 w 1929384"/>
                <a:gd name="connsiteY2" fmla="*/ 0 h 1627632"/>
                <a:gd name="connsiteX3" fmla="*/ 0 w 1929384"/>
                <a:gd name="connsiteY3" fmla="*/ 182880 h 1627632"/>
                <a:gd name="connsiteX4" fmla="*/ 73152 w 1929384"/>
                <a:gd name="connsiteY4" fmla="*/ 1444752 h 1627632"/>
                <a:gd name="connsiteX0" fmla="*/ 73152 w 1929384"/>
                <a:gd name="connsiteY0" fmla="*/ 2811723 h 2994603"/>
                <a:gd name="connsiteX1" fmla="*/ 1929384 w 1929384"/>
                <a:gd name="connsiteY1" fmla="*/ 2994603 h 2994603"/>
                <a:gd name="connsiteX2" fmla="*/ 1825867 w 1929384"/>
                <a:gd name="connsiteY2" fmla="*/ 0 h 2994603"/>
                <a:gd name="connsiteX3" fmla="*/ 0 w 1929384"/>
                <a:gd name="connsiteY3" fmla="*/ 1549851 h 2994603"/>
                <a:gd name="connsiteX4" fmla="*/ 73152 w 1929384"/>
                <a:gd name="connsiteY4" fmla="*/ 2811723 h 2994603"/>
                <a:gd name="connsiteX0" fmla="*/ 73152 w 1825867"/>
                <a:gd name="connsiteY0" fmla="*/ 2811723 h 4249221"/>
                <a:gd name="connsiteX1" fmla="*/ 1825867 w 1825867"/>
                <a:gd name="connsiteY1" fmla="*/ 4249221 h 4249221"/>
                <a:gd name="connsiteX2" fmla="*/ 1825867 w 1825867"/>
                <a:gd name="connsiteY2" fmla="*/ 0 h 4249221"/>
                <a:gd name="connsiteX3" fmla="*/ 0 w 1825867"/>
                <a:gd name="connsiteY3" fmla="*/ 1549851 h 4249221"/>
                <a:gd name="connsiteX4" fmla="*/ 73152 w 1825867"/>
                <a:gd name="connsiteY4" fmla="*/ 2811723 h 4249221"/>
                <a:gd name="connsiteX0" fmla="*/ 0 w 1752715"/>
                <a:gd name="connsiteY0" fmla="*/ 2811723 h 4249221"/>
                <a:gd name="connsiteX1" fmla="*/ 1752715 w 1752715"/>
                <a:gd name="connsiteY1" fmla="*/ 4249221 h 4249221"/>
                <a:gd name="connsiteX2" fmla="*/ 1752715 w 1752715"/>
                <a:gd name="connsiteY2" fmla="*/ 0 h 4249221"/>
                <a:gd name="connsiteX3" fmla="*/ 173 w 1752715"/>
                <a:gd name="connsiteY3" fmla="*/ 1512397 h 4249221"/>
                <a:gd name="connsiteX4" fmla="*/ 0 w 1752715"/>
                <a:gd name="connsiteY4" fmla="*/ 2811723 h 4249221"/>
                <a:gd name="connsiteX0" fmla="*/ 0 w 1757028"/>
                <a:gd name="connsiteY0" fmla="*/ 2774274 h 4249221"/>
                <a:gd name="connsiteX1" fmla="*/ 1757028 w 1757028"/>
                <a:gd name="connsiteY1" fmla="*/ 4249221 h 4249221"/>
                <a:gd name="connsiteX2" fmla="*/ 1757028 w 1757028"/>
                <a:gd name="connsiteY2" fmla="*/ 0 h 4249221"/>
                <a:gd name="connsiteX3" fmla="*/ 4486 w 1757028"/>
                <a:gd name="connsiteY3" fmla="*/ 1512397 h 4249221"/>
                <a:gd name="connsiteX4" fmla="*/ 0 w 1757028"/>
                <a:gd name="connsiteY4" fmla="*/ 2774274 h 4249221"/>
                <a:gd name="connsiteX0" fmla="*/ 0 w 1757028"/>
                <a:gd name="connsiteY0" fmla="*/ 2774274 h 4249221"/>
                <a:gd name="connsiteX1" fmla="*/ 1757028 w 1757028"/>
                <a:gd name="connsiteY1" fmla="*/ 4249221 h 4249221"/>
                <a:gd name="connsiteX2" fmla="*/ 1757028 w 1757028"/>
                <a:gd name="connsiteY2" fmla="*/ 0 h 4249221"/>
                <a:gd name="connsiteX3" fmla="*/ 4486 w 1757028"/>
                <a:gd name="connsiteY3" fmla="*/ 1531122 h 4249221"/>
                <a:gd name="connsiteX4" fmla="*/ 0 w 1757028"/>
                <a:gd name="connsiteY4" fmla="*/ 2774274 h 4249221"/>
                <a:gd name="connsiteX0" fmla="*/ 0 w 1757028"/>
                <a:gd name="connsiteY0" fmla="*/ 2718095 h 4249221"/>
                <a:gd name="connsiteX1" fmla="*/ 1757028 w 1757028"/>
                <a:gd name="connsiteY1" fmla="*/ 4249221 h 4249221"/>
                <a:gd name="connsiteX2" fmla="*/ 1757028 w 1757028"/>
                <a:gd name="connsiteY2" fmla="*/ 0 h 4249221"/>
                <a:gd name="connsiteX3" fmla="*/ 4486 w 1757028"/>
                <a:gd name="connsiteY3" fmla="*/ 1531122 h 4249221"/>
                <a:gd name="connsiteX4" fmla="*/ 0 w 1757028"/>
                <a:gd name="connsiteY4" fmla="*/ 2718095 h 424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28" h="4249221">
                  <a:moveTo>
                    <a:pt x="0" y="2718095"/>
                  </a:moveTo>
                  <a:lnTo>
                    <a:pt x="1757028" y="4249221"/>
                  </a:lnTo>
                  <a:lnTo>
                    <a:pt x="1757028" y="0"/>
                  </a:lnTo>
                  <a:lnTo>
                    <a:pt x="4486" y="1531122"/>
                  </a:lnTo>
                  <a:cubicBezTo>
                    <a:pt x="4428" y="1964231"/>
                    <a:pt x="58" y="2284986"/>
                    <a:pt x="0" y="2718095"/>
                  </a:cubicBezTo>
                  <a:close/>
                </a:path>
              </a:pathLst>
            </a:cu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6" name="任意形状 65">
              <a:extLst>
                <a:ext uri="{FF2B5EF4-FFF2-40B4-BE49-F238E27FC236}">
                  <a16:creationId xmlns:a16="http://schemas.microsoft.com/office/drawing/2014/main" id="{FC41F0BB-ED30-9E93-5C02-7D15E94468E4}"/>
                </a:ext>
              </a:extLst>
            </p:cNvPr>
            <p:cNvSpPr/>
            <p:nvPr/>
          </p:nvSpPr>
          <p:spPr>
            <a:xfrm>
              <a:off x="9372600" y="2029968"/>
              <a:ext cx="1929384" cy="1627632"/>
            </a:xfrm>
            <a:custGeom>
              <a:avLst/>
              <a:gdLst>
                <a:gd name="connsiteX0" fmla="*/ 73152 w 1929384"/>
                <a:gd name="connsiteY0" fmla="*/ 1444752 h 1627632"/>
                <a:gd name="connsiteX1" fmla="*/ 1929384 w 1929384"/>
                <a:gd name="connsiteY1" fmla="*/ 1627632 h 1627632"/>
                <a:gd name="connsiteX2" fmla="*/ 1929384 w 1929384"/>
                <a:gd name="connsiteY2" fmla="*/ 0 h 1627632"/>
                <a:gd name="connsiteX3" fmla="*/ 0 w 1929384"/>
                <a:gd name="connsiteY3" fmla="*/ 182880 h 1627632"/>
                <a:gd name="connsiteX4" fmla="*/ 73152 w 1929384"/>
                <a:gd name="connsiteY4" fmla="*/ 1444752 h 1627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384" h="1627632">
                  <a:moveTo>
                    <a:pt x="73152" y="1444752"/>
                  </a:moveTo>
                  <a:lnTo>
                    <a:pt x="1929384" y="1627632"/>
                  </a:lnTo>
                  <a:lnTo>
                    <a:pt x="1929384" y="0"/>
                  </a:lnTo>
                  <a:lnTo>
                    <a:pt x="0" y="182880"/>
                  </a:lnTo>
                  <a:lnTo>
                    <a:pt x="73152" y="1444752"/>
                  </a:lnTo>
                  <a:close/>
                </a:path>
              </a:pathLst>
            </a:cu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grpSp>
      <p:sp>
        <p:nvSpPr>
          <p:cNvPr id="41" name="矩形 40">
            <a:extLst>
              <a:ext uri="{FF2B5EF4-FFF2-40B4-BE49-F238E27FC236}">
                <a16:creationId xmlns:a16="http://schemas.microsoft.com/office/drawing/2014/main" id="{BE9A4815-632C-1ABA-6239-FADC5CC0111E}"/>
              </a:ext>
            </a:extLst>
          </p:cNvPr>
          <p:cNvSpPr/>
          <p:nvPr/>
        </p:nvSpPr>
        <p:spPr>
          <a:xfrm>
            <a:off x="3105392" y="4427840"/>
            <a:ext cx="1158240" cy="115824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grpSp>
        <p:nvGrpSpPr>
          <p:cNvPr id="70" name="组合 69">
            <a:extLst>
              <a:ext uri="{FF2B5EF4-FFF2-40B4-BE49-F238E27FC236}">
                <a16:creationId xmlns:a16="http://schemas.microsoft.com/office/drawing/2014/main" id="{BA6FDEE1-6E30-B707-C9CE-6ABFC8C296DF}"/>
              </a:ext>
            </a:extLst>
          </p:cNvPr>
          <p:cNvGrpSpPr/>
          <p:nvPr/>
        </p:nvGrpSpPr>
        <p:grpSpPr>
          <a:xfrm>
            <a:off x="234238" y="1571515"/>
            <a:ext cx="5464970" cy="4014565"/>
            <a:chOff x="277102" y="1652795"/>
            <a:chExt cx="5464970" cy="4014565"/>
          </a:xfrm>
          <a:solidFill>
            <a:srgbClr val="1E344D">
              <a:alpha val="32120"/>
            </a:srgbClr>
          </a:solidFill>
        </p:grpSpPr>
        <p:sp>
          <p:nvSpPr>
            <p:cNvPr id="2" name="矩形 1">
              <a:extLst>
                <a:ext uri="{FF2B5EF4-FFF2-40B4-BE49-F238E27FC236}">
                  <a16:creationId xmlns:a16="http://schemas.microsoft.com/office/drawing/2014/main" id="{2899B618-3044-21A4-7BA2-C6BE4BA14CCC}"/>
                </a:ext>
              </a:extLst>
            </p:cNvPr>
            <p:cNvSpPr/>
            <p:nvPr/>
          </p:nvSpPr>
          <p:spPr>
            <a:xfrm>
              <a:off x="1712679" y="1652795"/>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8" name="矩形 7">
              <a:extLst>
                <a:ext uri="{FF2B5EF4-FFF2-40B4-BE49-F238E27FC236}">
                  <a16:creationId xmlns:a16="http://schemas.microsoft.com/office/drawing/2014/main" id="{DA4BAD29-F03F-3548-7BBD-403F412AEE4C}"/>
                </a:ext>
              </a:extLst>
            </p:cNvPr>
            <p:cNvSpPr/>
            <p:nvPr/>
          </p:nvSpPr>
          <p:spPr>
            <a:xfrm>
              <a:off x="3148256" y="1652795"/>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11" name="矩形 10">
              <a:extLst>
                <a:ext uri="{FF2B5EF4-FFF2-40B4-BE49-F238E27FC236}">
                  <a16:creationId xmlns:a16="http://schemas.microsoft.com/office/drawing/2014/main" id="{B6906CCE-64C2-7E4B-8416-75ACE4EB28A9}"/>
                </a:ext>
              </a:extLst>
            </p:cNvPr>
            <p:cNvSpPr/>
            <p:nvPr/>
          </p:nvSpPr>
          <p:spPr>
            <a:xfrm>
              <a:off x="4583832" y="1652795"/>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15" name="矩形 14">
              <a:extLst>
                <a:ext uri="{FF2B5EF4-FFF2-40B4-BE49-F238E27FC236}">
                  <a16:creationId xmlns:a16="http://schemas.microsoft.com/office/drawing/2014/main" id="{887A00DB-E0B1-42C1-7636-49BED6980FF6}"/>
                </a:ext>
              </a:extLst>
            </p:cNvPr>
            <p:cNvSpPr/>
            <p:nvPr/>
          </p:nvSpPr>
          <p:spPr>
            <a:xfrm>
              <a:off x="1712679" y="3068960"/>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25" name="矩形 24">
              <a:extLst>
                <a:ext uri="{FF2B5EF4-FFF2-40B4-BE49-F238E27FC236}">
                  <a16:creationId xmlns:a16="http://schemas.microsoft.com/office/drawing/2014/main" id="{2681316C-96F7-A5A6-EFA7-AC916CDC07DE}"/>
                </a:ext>
              </a:extLst>
            </p:cNvPr>
            <p:cNvSpPr/>
            <p:nvPr/>
          </p:nvSpPr>
          <p:spPr>
            <a:xfrm>
              <a:off x="3148256" y="3068960"/>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8" name="矩形 37">
              <a:extLst>
                <a:ext uri="{FF2B5EF4-FFF2-40B4-BE49-F238E27FC236}">
                  <a16:creationId xmlns:a16="http://schemas.microsoft.com/office/drawing/2014/main" id="{347E0BB3-F048-CBF0-4784-42EEA7DC4BE7}"/>
                </a:ext>
              </a:extLst>
            </p:cNvPr>
            <p:cNvSpPr/>
            <p:nvPr/>
          </p:nvSpPr>
          <p:spPr>
            <a:xfrm>
              <a:off x="4583832" y="3068960"/>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9" name="矩形 38">
              <a:extLst>
                <a:ext uri="{FF2B5EF4-FFF2-40B4-BE49-F238E27FC236}">
                  <a16:creationId xmlns:a16="http://schemas.microsoft.com/office/drawing/2014/main" id="{9703094A-6DF2-AA9C-2F57-04CA63217DD6}"/>
                </a:ext>
              </a:extLst>
            </p:cNvPr>
            <p:cNvSpPr/>
            <p:nvPr/>
          </p:nvSpPr>
          <p:spPr>
            <a:xfrm>
              <a:off x="277102" y="3068960"/>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42" name="矩形 41">
              <a:extLst>
                <a:ext uri="{FF2B5EF4-FFF2-40B4-BE49-F238E27FC236}">
                  <a16:creationId xmlns:a16="http://schemas.microsoft.com/office/drawing/2014/main" id="{C985477F-62EF-0642-05A7-4EA33C593564}"/>
                </a:ext>
              </a:extLst>
            </p:cNvPr>
            <p:cNvSpPr/>
            <p:nvPr/>
          </p:nvSpPr>
          <p:spPr>
            <a:xfrm>
              <a:off x="4583832" y="4509120"/>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43" name="矩形 42">
              <a:extLst>
                <a:ext uri="{FF2B5EF4-FFF2-40B4-BE49-F238E27FC236}">
                  <a16:creationId xmlns:a16="http://schemas.microsoft.com/office/drawing/2014/main" id="{7F625976-342A-F6C7-3BA4-4A4C498425B3}"/>
                </a:ext>
              </a:extLst>
            </p:cNvPr>
            <p:cNvSpPr/>
            <p:nvPr/>
          </p:nvSpPr>
          <p:spPr>
            <a:xfrm>
              <a:off x="277102" y="4509120"/>
              <a:ext cx="1158240" cy="1158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grpSp>
      <p:sp>
        <p:nvSpPr>
          <p:cNvPr id="45" name="矩形 44">
            <a:extLst>
              <a:ext uri="{FF2B5EF4-FFF2-40B4-BE49-F238E27FC236}">
                <a16:creationId xmlns:a16="http://schemas.microsoft.com/office/drawing/2014/main" id="{2652AB7B-F8E5-2D1D-FCA8-2D415ED317C3}"/>
              </a:ext>
            </a:extLst>
          </p:cNvPr>
          <p:cNvSpPr/>
          <p:nvPr/>
        </p:nvSpPr>
        <p:spPr>
          <a:xfrm>
            <a:off x="1673510" y="2459552"/>
            <a:ext cx="269823" cy="269823"/>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46" name="矩形 45">
            <a:extLst>
              <a:ext uri="{FF2B5EF4-FFF2-40B4-BE49-F238E27FC236}">
                <a16:creationId xmlns:a16="http://schemas.microsoft.com/office/drawing/2014/main" id="{8ECED607-B809-16E8-9131-53F0DBF15C6B}"/>
              </a:ext>
            </a:extLst>
          </p:cNvPr>
          <p:cNvSpPr/>
          <p:nvPr/>
        </p:nvSpPr>
        <p:spPr>
          <a:xfrm>
            <a:off x="3112662" y="2346971"/>
            <a:ext cx="379017" cy="379017"/>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47" name="矩形 46">
            <a:extLst>
              <a:ext uri="{FF2B5EF4-FFF2-40B4-BE49-F238E27FC236}">
                <a16:creationId xmlns:a16="http://schemas.microsoft.com/office/drawing/2014/main" id="{3DD68F0A-0BE1-4FD7-0C6F-D4D2C2CFAA30}"/>
              </a:ext>
            </a:extLst>
          </p:cNvPr>
          <p:cNvSpPr/>
          <p:nvPr/>
        </p:nvSpPr>
        <p:spPr>
          <a:xfrm>
            <a:off x="4550628" y="2345216"/>
            <a:ext cx="379017" cy="379017"/>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48" name="矩形 47">
            <a:extLst>
              <a:ext uri="{FF2B5EF4-FFF2-40B4-BE49-F238E27FC236}">
                <a16:creationId xmlns:a16="http://schemas.microsoft.com/office/drawing/2014/main" id="{191AB17E-6916-A28D-C887-34E0E6B8B454}"/>
              </a:ext>
            </a:extLst>
          </p:cNvPr>
          <p:cNvSpPr/>
          <p:nvPr/>
        </p:nvSpPr>
        <p:spPr>
          <a:xfrm>
            <a:off x="4551128" y="3690432"/>
            <a:ext cx="437873" cy="437873"/>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49" name="矩形 48">
            <a:extLst>
              <a:ext uri="{FF2B5EF4-FFF2-40B4-BE49-F238E27FC236}">
                <a16:creationId xmlns:a16="http://schemas.microsoft.com/office/drawing/2014/main" id="{122D39B2-F95B-AC00-B443-12693F7D191C}"/>
              </a:ext>
            </a:extLst>
          </p:cNvPr>
          <p:cNvSpPr/>
          <p:nvPr/>
        </p:nvSpPr>
        <p:spPr>
          <a:xfrm>
            <a:off x="3123294" y="3811587"/>
            <a:ext cx="334046" cy="334046"/>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50" name="矩形 49">
            <a:extLst>
              <a:ext uri="{FF2B5EF4-FFF2-40B4-BE49-F238E27FC236}">
                <a16:creationId xmlns:a16="http://schemas.microsoft.com/office/drawing/2014/main" id="{459C6F6D-9A6A-0BB8-2C1B-935B0D4524F8}"/>
              </a:ext>
            </a:extLst>
          </p:cNvPr>
          <p:cNvSpPr/>
          <p:nvPr/>
        </p:nvSpPr>
        <p:spPr>
          <a:xfrm>
            <a:off x="1672695" y="4000572"/>
            <a:ext cx="143221" cy="14322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51" name="矩形 50">
            <a:extLst>
              <a:ext uri="{FF2B5EF4-FFF2-40B4-BE49-F238E27FC236}">
                <a16:creationId xmlns:a16="http://schemas.microsoft.com/office/drawing/2014/main" id="{95B8E9DE-5FF6-AA34-E439-6789D267CADE}"/>
              </a:ext>
            </a:extLst>
          </p:cNvPr>
          <p:cNvSpPr/>
          <p:nvPr/>
        </p:nvSpPr>
        <p:spPr>
          <a:xfrm>
            <a:off x="235478" y="3892700"/>
            <a:ext cx="261304" cy="26130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52" name="矩形 51">
            <a:extLst>
              <a:ext uri="{FF2B5EF4-FFF2-40B4-BE49-F238E27FC236}">
                <a16:creationId xmlns:a16="http://schemas.microsoft.com/office/drawing/2014/main" id="{7A185490-91B6-4866-0288-673F88477568}"/>
              </a:ext>
            </a:extLst>
          </p:cNvPr>
          <p:cNvSpPr/>
          <p:nvPr/>
        </p:nvSpPr>
        <p:spPr>
          <a:xfrm>
            <a:off x="242973" y="5214043"/>
            <a:ext cx="373730" cy="37373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53" name="矩形 52">
            <a:extLst>
              <a:ext uri="{FF2B5EF4-FFF2-40B4-BE49-F238E27FC236}">
                <a16:creationId xmlns:a16="http://schemas.microsoft.com/office/drawing/2014/main" id="{6F16D167-58E6-1AFA-1BD2-EE386DEE76F5}"/>
              </a:ext>
            </a:extLst>
          </p:cNvPr>
          <p:cNvSpPr/>
          <p:nvPr/>
        </p:nvSpPr>
        <p:spPr>
          <a:xfrm>
            <a:off x="4544692" y="5279987"/>
            <a:ext cx="291742" cy="291742"/>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54" name="椭圆 53">
            <a:extLst>
              <a:ext uri="{FF2B5EF4-FFF2-40B4-BE49-F238E27FC236}">
                <a16:creationId xmlns:a16="http://schemas.microsoft.com/office/drawing/2014/main" id="{632D6B0F-AC2C-3624-18E9-91D38234944D}"/>
              </a:ext>
            </a:extLst>
          </p:cNvPr>
          <p:cNvSpPr/>
          <p:nvPr/>
        </p:nvSpPr>
        <p:spPr>
          <a:xfrm>
            <a:off x="6439464" y="4727696"/>
            <a:ext cx="284232" cy="28423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56" name="椭圆 55">
            <a:extLst>
              <a:ext uri="{FF2B5EF4-FFF2-40B4-BE49-F238E27FC236}">
                <a16:creationId xmlns:a16="http://schemas.microsoft.com/office/drawing/2014/main" id="{3E130D52-A4E3-FFF7-3107-ABEE957AE99A}"/>
              </a:ext>
            </a:extLst>
          </p:cNvPr>
          <p:cNvSpPr/>
          <p:nvPr/>
        </p:nvSpPr>
        <p:spPr>
          <a:xfrm>
            <a:off x="7844302" y="4376886"/>
            <a:ext cx="977434" cy="977434"/>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2" name="椭圆 61">
            <a:extLst>
              <a:ext uri="{FF2B5EF4-FFF2-40B4-BE49-F238E27FC236}">
                <a16:creationId xmlns:a16="http://schemas.microsoft.com/office/drawing/2014/main" id="{6FD4DF37-E7A2-AF1A-37DF-A3DC464F47FE}"/>
              </a:ext>
            </a:extLst>
          </p:cNvPr>
          <p:cNvSpPr/>
          <p:nvPr/>
        </p:nvSpPr>
        <p:spPr>
          <a:xfrm>
            <a:off x="9198412" y="4651496"/>
            <a:ext cx="461524" cy="461524"/>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3" name="椭圆 62">
            <a:extLst>
              <a:ext uri="{FF2B5EF4-FFF2-40B4-BE49-F238E27FC236}">
                <a16:creationId xmlns:a16="http://schemas.microsoft.com/office/drawing/2014/main" id="{9CDDE960-7696-7904-FE34-3BA3F132F59E}"/>
              </a:ext>
            </a:extLst>
          </p:cNvPr>
          <p:cNvSpPr/>
          <p:nvPr/>
        </p:nvSpPr>
        <p:spPr>
          <a:xfrm>
            <a:off x="10822452" y="4491186"/>
            <a:ext cx="793284" cy="793284"/>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4" name="椭圆 63">
            <a:extLst>
              <a:ext uri="{FF2B5EF4-FFF2-40B4-BE49-F238E27FC236}">
                <a16:creationId xmlns:a16="http://schemas.microsoft.com/office/drawing/2014/main" id="{CA734D6B-4E1B-3E9C-469F-810A7F4F71FD}"/>
              </a:ext>
            </a:extLst>
          </p:cNvPr>
          <p:cNvSpPr/>
          <p:nvPr/>
        </p:nvSpPr>
        <p:spPr>
          <a:xfrm>
            <a:off x="10408720" y="1937504"/>
            <a:ext cx="1638816" cy="1638816"/>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65" name="椭圆 64">
            <a:extLst>
              <a:ext uri="{FF2B5EF4-FFF2-40B4-BE49-F238E27FC236}">
                <a16:creationId xmlns:a16="http://schemas.microsoft.com/office/drawing/2014/main" id="{C6D96A8B-D908-1F14-07AF-76DE9E1ED424}"/>
              </a:ext>
            </a:extLst>
          </p:cNvPr>
          <p:cNvSpPr/>
          <p:nvPr/>
        </p:nvSpPr>
        <p:spPr>
          <a:xfrm>
            <a:off x="8821190" y="2114922"/>
            <a:ext cx="1283598" cy="1283598"/>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71" name="文本框 70">
            <a:extLst>
              <a:ext uri="{FF2B5EF4-FFF2-40B4-BE49-F238E27FC236}">
                <a16:creationId xmlns:a16="http://schemas.microsoft.com/office/drawing/2014/main" id="{A358BE1A-A577-8AAB-2436-D120EDA18EB8}"/>
              </a:ext>
            </a:extLst>
          </p:cNvPr>
          <p:cNvSpPr txBox="1"/>
          <p:nvPr/>
        </p:nvSpPr>
        <p:spPr>
          <a:xfrm>
            <a:off x="159266" y="1551335"/>
            <a:ext cx="1305828" cy="1077218"/>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72" name="文本框 71">
            <a:extLst>
              <a:ext uri="{FF2B5EF4-FFF2-40B4-BE49-F238E27FC236}">
                <a16:creationId xmlns:a16="http://schemas.microsoft.com/office/drawing/2014/main" id="{50B8B3D9-19E6-6D5F-D7A9-ABC6384F9B41}"/>
              </a:ext>
            </a:extLst>
          </p:cNvPr>
          <p:cNvSpPr txBox="1"/>
          <p:nvPr/>
        </p:nvSpPr>
        <p:spPr>
          <a:xfrm>
            <a:off x="1660648" y="4499848"/>
            <a:ext cx="1305828" cy="1077218"/>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73" name="文本框 72">
            <a:extLst>
              <a:ext uri="{FF2B5EF4-FFF2-40B4-BE49-F238E27FC236}">
                <a16:creationId xmlns:a16="http://schemas.microsoft.com/office/drawing/2014/main" id="{7673D9CB-F063-9C50-5A60-10DA3AB31FED}"/>
              </a:ext>
            </a:extLst>
          </p:cNvPr>
          <p:cNvSpPr txBox="1"/>
          <p:nvPr/>
        </p:nvSpPr>
        <p:spPr>
          <a:xfrm>
            <a:off x="1660953" y="1637335"/>
            <a:ext cx="596638"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p>
          <a:p>
            <a:r>
              <a:rPr kumimoji="1" lang="en-US" altLang="zh-CN" sz="1000" dirty="0">
                <a:solidFill>
                  <a:srgbClr val="1E344D"/>
                </a:solidFill>
                <a:latin typeface="Alibaba PuHuiTi" pitchFamily="18" charset="-122"/>
                <a:ea typeface="Alibaba PuHuiTi" pitchFamily="18" charset="-122"/>
                <a:cs typeface="Alibaba PuHuiTi" pitchFamily="18" charset="-122"/>
              </a:rPr>
              <a:t>2</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480</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4" name="文本框 73">
            <a:extLst>
              <a:ext uri="{FF2B5EF4-FFF2-40B4-BE49-F238E27FC236}">
                <a16:creationId xmlns:a16="http://schemas.microsoft.com/office/drawing/2014/main" id="{F2FF5737-86A1-9260-F0BB-D4B2524F091C}"/>
              </a:ext>
            </a:extLst>
          </p:cNvPr>
          <p:cNvSpPr txBox="1"/>
          <p:nvPr/>
        </p:nvSpPr>
        <p:spPr>
          <a:xfrm>
            <a:off x="3097033" y="1637335"/>
            <a:ext cx="513282"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PPT</a:t>
            </a:r>
          </a:p>
          <a:p>
            <a:r>
              <a:rPr kumimoji="1" lang="en-US" altLang="zh-CN" sz="1000" dirty="0">
                <a:solidFill>
                  <a:srgbClr val="1E344D"/>
                </a:solidFill>
                <a:latin typeface="Alibaba PuHuiTi" pitchFamily="18" charset="-122"/>
                <a:ea typeface="Alibaba PuHuiTi" pitchFamily="18" charset="-122"/>
                <a:cs typeface="Alibaba PuHuiTi" pitchFamily="18" charset="-122"/>
              </a:rPr>
              <a:t>2</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352</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5" name="文本框 74">
            <a:extLst>
              <a:ext uri="{FF2B5EF4-FFF2-40B4-BE49-F238E27FC236}">
                <a16:creationId xmlns:a16="http://schemas.microsoft.com/office/drawing/2014/main" id="{936566EA-F0C5-BBC5-09EC-0FEAB2531B21}"/>
              </a:ext>
            </a:extLst>
          </p:cNvPr>
          <p:cNvSpPr txBox="1"/>
          <p:nvPr/>
        </p:nvSpPr>
        <p:spPr>
          <a:xfrm>
            <a:off x="4527209" y="1653377"/>
            <a:ext cx="660758"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MOU</a:t>
            </a:r>
          </a:p>
          <a:p>
            <a:r>
              <a:rPr kumimoji="1" lang="en-US" altLang="zh-CN" sz="1000" dirty="0">
                <a:solidFill>
                  <a:srgbClr val="1E344D"/>
                </a:solidFill>
                <a:latin typeface="Alibaba PuHuiTi" pitchFamily="18" charset="-122"/>
                <a:ea typeface="Alibaba PuHuiTi" pitchFamily="18" charset="-122"/>
                <a:cs typeface="Alibaba PuHuiTi" pitchFamily="18" charset="-122"/>
              </a:rPr>
              <a:t>14</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6657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6" name="文本框 75">
            <a:extLst>
              <a:ext uri="{FF2B5EF4-FFF2-40B4-BE49-F238E27FC236}">
                <a16:creationId xmlns:a16="http://schemas.microsoft.com/office/drawing/2014/main" id="{69053798-3162-BCB4-9C0E-00FB2B5EE59C}"/>
              </a:ext>
            </a:extLst>
          </p:cNvPr>
          <p:cNvSpPr txBox="1"/>
          <p:nvPr/>
        </p:nvSpPr>
        <p:spPr>
          <a:xfrm>
            <a:off x="262437" y="3049041"/>
            <a:ext cx="439544"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BBQ</a:t>
            </a:r>
          </a:p>
          <a:p>
            <a:r>
              <a:rPr kumimoji="1" lang="en-US" altLang="zh-CN" sz="1000" dirty="0">
                <a:solidFill>
                  <a:srgbClr val="1E344D"/>
                </a:solidFill>
                <a:latin typeface="Alibaba PuHuiTi" pitchFamily="18" charset="-122"/>
                <a:ea typeface="Alibaba PuHuiTi" pitchFamily="18" charset="-122"/>
                <a:cs typeface="Alibaba PuHuiTi" pitchFamily="18" charset="-122"/>
              </a:rPr>
              <a:t>2</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11</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7" name="文本框 76">
            <a:extLst>
              <a:ext uri="{FF2B5EF4-FFF2-40B4-BE49-F238E27FC236}">
                <a16:creationId xmlns:a16="http://schemas.microsoft.com/office/drawing/2014/main" id="{9F090DD5-2FCB-A934-6C40-89884258DADD}"/>
              </a:ext>
            </a:extLst>
          </p:cNvPr>
          <p:cNvSpPr txBox="1"/>
          <p:nvPr/>
        </p:nvSpPr>
        <p:spPr>
          <a:xfrm>
            <a:off x="1660953" y="3058571"/>
            <a:ext cx="678391"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Wowing</a:t>
            </a:r>
          </a:p>
          <a:p>
            <a:r>
              <a:rPr kumimoji="1" lang="en-US" altLang="zh-CN" sz="1000" dirty="0">
                <a:solidFill>
                  <a:srgbClr val="1E344D"/>
                </a:solidFill>
                <a:latin typeface="Alibaba PuHuiTi" pitchFamily="18" charset="-122"/>
                <a:ea typeface="Alibaba PuHuiTi" pitchFamily="18" charset="-122"/>
                <a:cs typeface="Alibaba PuHuiTi" pitchFamily="18" charset="-122"/>
              </a:rPr>
              <a:t>9</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0</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88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8" name="文本框 77">
            <a:extLst>
              <a:ext uri="{FF2B5EF4-FFF2-40B4-BE49-F238E27FC236}">
                <a16:creationId xmlns:a16="http://schemas.microsoft.com/office/drawing/2014/main" id="{9189AAD4-C25B-E54B-85B6-8550DD1E01B2}"/>
              </a:ext>
            </a:extLst>
          </p:cNvPr>
          <p:cNvSpPr txBox="1"/>
          <p:nvPr/>
        </p:nvSpPr>
        <p:spPr>
          <a:xfrm>
            <a:off x="3113076" y="3058571"/>
            <a:ext cx="513282"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TENX</a:t>
            </a:r>
          </a:p>
          <a:p>
            <a:r>
              <a:rPr kumimoji="1" lang="en-US" altLang="zh-CN" sz="1000" dirty="0">
                <a:solidFill>
                  <a:srgbClr val="1E344D"/>
                </a:solidFill>
                <a:latin typeface="Alibaba PuHuiTi" pitchFamily="18" charset="-122"/>
                <a:ea typeface="Alibaba PuHuiTi" pitchFamily="18" charset="-122"/>
                <a:cs typeface="Alibaba PuHuiTi" pitchFamily="18" charset="-122"/>
              </a:rPr>
              <a:t>8</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789</a:t>
            </a:r>
          </a:p>
        </p:txBody>
      </p:sp>
      <p:sp>
        <p:nvSpPr>
          <p:cNvPr id="79" name="文本框 78">
            <a:extLst>
              <a:ext uri="{FF2B5EF4-FFF2-40B4-BE49-F238E27FC236}">
                <a16:creationId xmlns:a16="http://schemas.microsoft.com/office/drawing/2014/main" id="{AF868971-4C15-BE4A-DB09-D92EF70CFD63}"/>
              </a:ext>
            </a:extLst>
          </p:cNvPr>
          <p:cNvSpPr txBox="1"/>
          <p:nvPr/>
        </p:nvSpPr>
        <p:spPr>
          <a:xfrm>
            <a:off x="4527210" y="3058571"/>
            <a:ext cx="660758"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p>
          <a:p>
            <a:r>
              <a:rPr kumimoji="1" lang="en-US" altLang="zh-CN" sz="1000" dirty="0">
                <a:solidFill>
                  <a:srgbClr val="1E344D"/>
                </a:solidFill>
                <a:latin typeface="Alibaba PuHuiTi" pitchFamily="18" charset="-122"/>
                <a:ea typeface="Alibaba PuHuiTi" pitchFamily="18" charset="-122"/>
                <a:cs typeface="Alibaba PuHuiTi" pitchFamily="18" charset="-122"/>
              </a:rPr>
              <a:t>123</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556</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2" name="文本框 81">
            <a:extLst>
              <a:ext uri="{FF2B5EF4-FFF2-40B4-BE49-F238E27FC236}">
                <a16:creationId xmlns:a16="http://schemas.microsoft.com/office/drawing/2014/main" id="{1AD80EBE-96BC-A485-5160-4DBB2BD157DD}"/>
              </a:ext>
            </a:extLst>
          </p:cNvPr>
          <p:cNvSpPr txBox="1"/>
          <p:nvPr/>
        </p:nvSpPr>
        <p:spPr>
          <a:xfrm>
            <a:off x="4545680" y="4438191"/>
            <a:ext cx="513282"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XPR</a:t>
            </a:r>
          </a:p>
          <a:p>
            <a:r>
              <a:rPr kumimoji="1" lang="en-US" altLang="zh-CN" sz="1000" dirty="0">
                <a:solidFill>
                  <a:srgbClr val="1E344D"/>
                </a:solidFill>
                <a:latin typeface="Alibaba PuHuiTi" pitchFamily="18" charset="-122"/>
                <a:ea typeface="Alibaba PuHuiTi" pitchFamily="18" charset="-122"/>
                <a:cs typeface="Alibaba PuHuiTi" pitchFamily="18" charset="-122"/>
              </a:rPr>
              <a:t>234</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5</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3" name="文本框 82">
            <a:extLst>
              <a:ext uri="{FF2B5EF4-FFF2-40B4-BE49-F238E27FC236}">
                <a16:creationId xmlns:a16="http://schemas.microsoft.com/office/drawing/2014/main" id="{FA828DA8-7776-F58C-AA9F-930107FEF522}"/>
              </a:ext>
            </a:extLst>
          </p:cNvPr>
          <p:cNvSpPr txBox="1"/>
          <p:nvPr/>
        </p:nvSpPr>
        <p:spPr>
          <a:xfrm>
            <a:off x="220488" y="4427840"/>
            <a:ext cx="660758"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p>
          <a:p>
            <a:r>
              <a:rPr kumimoji="1" lang="en-US" altLang="zh-CN" sz="1000" dirty="0">
                <a:solidFill>
                  <a:srgbClr val="1E344D"/>
                </a:solidFill>
                <a:latin typeface="Alibaba PuHuiTi" pitchFamily="18" charset="-122"/>
                <a:ea typeface="Alibaba PuHuiTi" pitchFamily="18" charset="-122"/>
                <a:cs typeface="Alibaba PuHuiTi" pitchFamily="18" charset="-122"/>
              </a:rPr>
              <a:t>123</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556</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4" name="文本框 83">
            <a:extLst>
              <a:ext uri="{FF2B5EF4-FFF2-40B4-BE49-F238E27FC236}">
                <a16:creationId xmlns:a16="http://schemas.microsoft.com/office/drawing/2014/main" id="{6816D0AB-0F22-CD95-CFAC-B04DDB6244D8}"/>
              </a:ext>
            </a:extLst>
          </p:cNvPr>
          <p:cNvSpPr txBox="1"/>
          <p:nvPr/>
        </p:nvSpPr>
        <p:spPr>
          <a:xfrm>
            <a:off x="4527321" y="1930207"/>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5" name="文本框 84">
            <a:extLst>
              <a:ext uri="{FF2B5EF4-FFF2-40B4-BE49-F238E27FC236}">
                <a16:creationId xmlns:a16="http://schemas.microsoft.com/office/drawing/2014/main" id="{BDDB8AE4-E861-0DFA-6EC6-F0C0EE419BD7}"/>
              </a:ext>
            </a:extLst>
          </p:cNvPr>
          <p:cNvSpPr txBox="1"/>
          <p:nvPr/>
        </p:nvSpPr>
        <p:spPr>
          <a:xfrm>
            <a:off x="3100808" y="1930207"/>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6" name="文本框 85">
            <a:extLst>
              <a:ext uri="{FF2B5EF4-FFF2-40B4-BE49-F238E27FC236}">
                <a16:creationId xmlns:a16="http://schemas.microsoft.com/office/drawing/2014/main" id="{CA1E816B-4A26-ECFC-8F5E-239A6638158A}"/>
              </a:ext>
            </a:extLst>
          </p:cNvPr>
          <p:cNvSpPr txBox="1"/>
          <p:nvPr/>
        </p:nvSpPr>
        <p:spPr>
          <a:xfrm>
            <a:off x="1660648" y="1930207"/>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7" name="文本框 86">
            <a:extLst>
              <a:ext uri="{FF2B5EF4-FFF2-40B4-BE49-F238E27FC236}">
                <a16:creationId xmlns:a16="http://schemas.microsoft.com/office/drawing/2014/main" id="{DD4E060E-2BDE-57ED-8122-3C171D1BA17C}"/>
              </a:ext>
            </a:extLst>
          </p:cNvPr>
          <p:cNvSpPr txBox="1"/>
          <p:nvPr/>
        </p:nvSpPr>
        <p:spPr>
          <a:xfrm>
            <a:off x="1660648" y="3347720"/>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8" name="文本框 87">
            <a:extLst>
              <a:ext uri="{FF2B5EF4-FFF2-40B4-BE49-F238E27FC236}">
                <a16:creationId xmlns:a16="http://schemas.microsoft.com/office/drawing/2014/main" id="{FB29F878-8025-F5FF-8843-E23DEC01914F}"/>
              </a:ext>
            </a:extLst>
          </p:cNvPr>
          <p:cNvSpPr txBox="1"/>
          <p:nvPr/>
        </p:nvSpPr>
        <p:spPr>
          <a:xfrm>
            <a:off x="3100808" y="3347720"/>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9" name="文本框 88">
            <a:extLst>
              <a:ext uri="{FF2B5EF4-FFF2-40B4-BE49-F238E27FC236}">
                <a16:creationId xmlns:a16="http://schemas.microsoft.com/office/drawing/2014/main" id="{4F8C073C-D5F3-90B5-05D1-E284010EDF34}"/>
              </a:ext>
            </a:extLst>
          </p:cNvPr>
          <p:cNvSpPr txBox="1"/>
          <p:nvPr/>
        </p:nvSpPr>
        <p:spPr>
          <a:xfrm>
            <a:off x="4540968" y="3347720"/>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0" name="文本框 89">
            <a:extLst>
              <a:ext uri="{FF2B5EF4-FFF2-40B4-BE49-F238E27FC236}">
                <a16:creationId xmlns:a16="http://schemas.microsoft.com/office/drawing/2014/main" id="{A086CE92-7FFD-25F0-2102-08BFA5CE7D4C}"/>
              </a:ext>
            </a:extLst>
          </p:cNvPr>
          <p:cNvSpPr txBox="1"/>
          <p:nvPr/>
        </p:nvSpPr>
        <p:spPr>
          <a:xfrm>
            <a:off x="4540968" y="4715872"/>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1" name="文本框 90">
            <a:extLst>
              <a:ext uri="{FF2B5EF4-FFF2-40B4-BE49-F238E27FC236}">
                <a16:creationId xmlns:a16="http://schemas.microsoft.com/office/drawing/2014/main" id="{934D41C1-771E-5FCB-FAA0-857D981AB8B0}"/>
              </a:ext>
            </a:extLst>
          </p:cNvPr>
          <p:cNvSpPr txBox="1"/>
          <p:nvPr/>
        </p:nvSpPr>
        <p:spPr>
          <a:xfrm>
            <a:off x="220488" y="4715872"/>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2" name="文本框 91">
            <a:extLst>
              <a:ext uri="{FF2B5EF4-FFF2-40B4-BE49-F238E27FC236}">
                <a16:creationId xmlns:a16="http://schemas.microsoft.com/office/drawing/2014/main" id="{3C90C6E8-C3CD-26F0-41EE-F1518E58AFD3}"/>
              </a:ext>
            </a:extLst>
          </p:cNvPr>
          <p:cNvSpPr txBox="1"/>
          <p:nvPr/>
        </p:nvSpPr>
        <p:spPr>
          <a:xfrm>
            <a:off x="220488" y="3347720"/>
            <a:ext cx="995055" cy="25968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WWW. PPT</a:t>
            </a:r>
            <a:r>
              <a:rPr kumimoji="1" lang="en-US" altLang="zh-CN" sz="800" dirty="0">
                <a:solidFill>
                  <a:srgbClr val="1E344D"/>
                </a:solidFill>
                <a:latin typeface="Alibaba PuHuiTi" pitchFamily="18" charset="-122"/>
                <a:ea typeface="Alibaba PuHuiTi" pitchFamily="18" charset="-122"/>
                <a:cs typeface="Alibaba PuHuiTi" pitchFamily="18" charset="-122"/>
              </a:rPr>
              <a: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3" name="文本框 92">
            <a:extLst>
              <a:ext uri="{FF2B5EF4-FFF2-40B4-BE49-F238E27FC236}">
                <a16:creationId xmlns:a16="http://schemas.microsoft.com/office/drawing/2014/main" id="{A3FF2E59-3018-08B8-E271-599088C7CD94}"/>
              </a:ext>
            </a:extLst>
          </p:cNvPr>
          <p:cNvSpPr txBox="1"/>
          <p:nvPr/>
        </p:nvSpPr>
        <p:spPr>
          <a:xfrm>
            <a:off x="3172816" y="4499848"/>
            <a:ext cx="596638"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Bitcoin</a:t>
            </a:r>
          </a:p>
          <a:p>
            <a:r>
              <a:rPr kumimoji="1" lang="en-US" altLang="zh-CN" sz="1000" dirty="0">
                <a:solidFill>
                  <a:srgbClr val="BB3023"/>
                </a:solidFill>
                <a:latin typeface="Alibaba PuHuiTi" pitchFamily="18" charset="-122"/>
                <a:ea typeface="Alibaba PuHuiTi" pitchFamily="18" charset="-122"/>
                <a:cs typeface="Alibaba PuHuiTi" pitchFamily="18" charset="-122"/>
              </a:rPr>
              <a:t>2</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480</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94" name="文本框 93">
            <a:extLst>
              <a:ext uri="{FF2B5EF4-FFF2-40B4-BE49-F238E27FC236}">
                <a16:creationId xmlns:a16="http://schemas.microsoft.com/office/drawing/2014/main" id="{EBE36BAB-2E84-EB22-7D0A-EC6743F74491}"/>
              </a:ext>
            </a:extLst>
          </p:cNvPr>
          <p:cNvSpPr txBox="1"/>
          <p:nvPr/>
        </p:nvSpPr>
        <p:spPr>
          <a:xfrm>
            <a:off x="3172511" y="4792720"/>
            <a:ext cx="995055" cy="259686"/>
          </a:xfrm>
          <a:prstGeom prst="rect">
            <a:avLst/>
          </a:prstGeom>
          <a:noFill/>
        </p:spPr>
        <p:txBody>
          <a:bodyPr wrap="square" rtlCol="0">
            <a:spAutoFit/>
          </a:bodyPr>
          <a:lstStyle/>
          <a:p>
            <a:pPr>
              <a:lnSpc>
                <a:spcPct val="150000"/>
              </a:lnSpc>
            </a:pPr>
            <a:r>
              <a:rPr kumimoji="1" lang="en" altLang="zh-CN" sz="800" dirty="0">
                <a:solidFill>
                  <a:srgbClr val="BB3023"/>
                </a:solidFill>
                <a:latin typeface="Alibaba PuHuiTi" pitchFamily="18" charset="-122"/>
                <a:ea typeface="Alibaba PuHuiTi" pitchFamily="18" charset="-122"/>
                <a:cs typeface="Alibaba PuHuiTi" pitchFamily="18" charset="-122"/>
              </a:rPr>
              <a:t>WWW. PPT</a:t>
            </a:r>
            <a:r>
              <a:rPr kumimoji="1" lang="en-US" altLang="zh-CN" sz="800" dirty="0">
                <a:solidFill>
                  <a:srgbClr val="BB3023"/>
                </a:solidFill>
                <a:latin typeface="Alibaba PuHuiTi" pitchFamily="18" charset="-122"/>
                <a:ea typeface="Alibaba PuHuiTi" pitchFamily="18" charset="-122"/>
                <a:cs typeface="Alibaba PuHuiTi" pitchFamily="18" charset="-122"/>
              </a:rPr>
              <a:t>.</a:t>
            </a:r>
            <a:endParaRPr kumimoji="1" lang="zh-CN" altLang="en-US" sz="800" dirty="0">
              <a:solidFill>
                <a:srgbClr val="BB3023"/>
              </a:solidFill>
              <a:latin typeface="Alibaba PuHuiTi" pitchFamily="18" charset="-122"/>
              <a:ea typeface="Alibaba PuHuiTi" pitchFamily="18" charset="-122"/>
              <a:cs typeface="Alibaba PuHuiTi" pitchFamily="18" charset="-122"/>
            </a:endParaRPr>
          </a:p>
        </p:txBody>
      </p:sp>
      <p:sp>
        <p:nvSpPr>
          <p:cNvPr id="101" name="文本框 100">
            <a:extLst>
              <a:ext uri="{FF2B5EF4-FFF2-40B4-BE49-F238E27FC236}">
                <a16:creationId xmlns:a16="http://schemas.microsoft.com/office/drawing/2014/main" id="{5F6E6AA1-D28B-438D-AE19-1C84B3A0DE2C}"/>
              </a:ext>
            </a:extLst>
          </p:cNvPr>
          <p:cNvSpPr txBox="1"/>
          <p:nvPr/>
        </p:nvSpPr>
        <p:spPr>
          <a:xfrm>
            <a:off x="5964722" y="1532366"/>
            <a:ext cx="2590981" cy="1224887"/>
          </a:xfrm>
          <a:prstGeom prst="rect">
            <a:avLst/>
          </a:prstGeom>
          <a:noFill/>
        </p:spPr>
        <p:txBody>
          <a:bodyPr wrap="square" rtlCol="0">
            <a:spAutoFit/>
          </a:bodyPr>
          <a:lstStyle/>
          <a:p>
            <a:pPr>
              <a:lnSpc>
                <a:spcPct val="150000"/>
              </a:lnSpc>
            </a:pP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000" dirty="0">
                <a:solidFill>
                  <a:srgbClr val="1E344D"/>
                </a:solidFill>
                <a:latin typeface="Alibaba PuHuiTi" pitchFamily="18" charset="-122"/>
                <a:ea typeface="Alibaba PuHuiTi" pitchFamily="18" charset="-122"/>
                <a:cs typeface="Alibaba PuHuiTi" pitchFamily="18" charset="-122"/>
              </a:rPr>
              <a:t>，</a:t>
            </a: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000" dirty="0">
                <a:solidFill>
                  <a:srgbClr val="1E344D"/>
                </a:solidFill>
                <a:latin typeface="Alibaba PuHuiTi" pitchFamily="18" charset="-122"/>
                <a:ea typeface="Alibaba PuHuiTi" pitchFamily="18" charset="-122"/>
                <a:cs typeface="Alibaba PuHuiTi" pitchFamily="18" charset="-122"/>
              </a:rPr>
              <a:t>，</a:t>
            </a: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02" name="文本框 101">
            <a:extLst>
              <a:ext uri="{FF2B5EF4-FFF2-40B4-BE49-F238E27FC236}">
                <a16:creationId xmlns:a16="http://schemas.microsoft.com/office/drawing/2014/main" id="{1D43C994-0312-62D4-6E85-280831E81049}"/>
              </a:ext>
            </a:extLst>
          </p:cNvPr>
          <p:cNvSpPr txBox="1"/>
          <p:nvPr/>
        </p:nvSpPr>
        <p:spPr>
          <a:xfrm>
            <a:off x="5966509" y="3035380"/>
            <a:ext cx="2492943" cy="646331"/>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a:t>
            </a:r>
          </a:p>
          <a:p>
            <a:r>
              <a:rPr kumimoji="1" lang="en" altLang="zh-CN" sz="1200" dirty="0">
                <a:solidFill>
                  <a:srgbClr val="1E344D"/>
                </a:solidFill>
                <a:latin typeface="Alibaba PuHuiTi" pitchFamily="18" charset="-122"/>
                <a:ea typeface="Alibaba PuHuiTi" pitchFamily="18" charset="-122"/>
                <a:cs typeface="Alibaba PuHuiTi" pitchFamily="18" charset="-122"/>
              </a:rPr>
              <a:t> that you think is correct</a:t>
            </a:r>
            <a:r>
              <a:rPr kumimoji="1" lang="zh-CN" altLang="en-US" sz="1200" dirty="0">
                <a:solidFill>
                  <a:srgbClr val="1E344D"/>
                </a:solidFill>
                <a:latin typeface="Alibaba PuHuiTi" pitchFamily="18" charset="-122"/>
                <a:ea typeface="Alibaba PuHuiTi" pitchFamily="18" charset="-122"/>
                <a:cs typeface="Alibaba PuHuiTi" pitchFamily="18" charset="-122"/>
              </a:rPr>
              <a:t>。（</a:t>
            </a:r>
            <a:r>
              <a:rPr kumimoji="1" lang="en-US" altLang="zh-CN" sz="1200" dirty="0">
                <a:solidFill>
                  <a:srgbClr val="1E344D"/>
                </a:solidFill>
                <a:latin typeface="Alibaba PuHuiTi" pitchFamily="18" charset="-122"/>
                <a:ea typeface="Alibaba PuHuiTi" pitchFamily="18" charset="-122"/>
                <a:cs typeface="Alibaba PuHuiTi" pitchFamily="18" charset="-122"/>
              </a:rPr>
              <a:t>100%</a:t>
            </a:r>
            <a:r>
              <a:rPr kumimoji="1" lang="zh-CN" altLang="en-US" sz="1200" dirty="0">
                <a:solidFill>
                  <a:srgbClr val="1E344D"/>
                </a:solidFill>
                <a:latin typeface="Alibaba PuHuiTi" pitchFamily="18" charset="-122"/>
                <a:ea typeface="Alibaba PuHuiTi" pitchFamily="18" charset="-122"/>
                <a:cs typeface="Alibaba PuHuiTi" pitchFamily="18" charset="-122"/>
              </a:rPr>
              <a:t>）</a:t>
            </a:r>
          </a:p>
        </p:txBody>
      </p:sp>
      <p:cxnSp>
        <p:nvCxnSpPr>
          <p:cNvPr id="104" name="直线箭头连接符 103">
            <a:extLst>
              <a:ext uri="{FF2B5EF4-FFF2-40B4-BE49-F238E27FC236}">
                <a16:creationId xmlns:a16="http://schemas.microsoft.com/office/drawing/2014/main" id="{4D765A31-113E-E6E4-8288-3E1040BC03AF}"/>
              </a:ext>
            </a:extLst>
          </p:cNvPr>
          <p:cNvCxnSpPr>
            <a:cxnSpLocks/>
          </p:cNvCxnSpPr>
          <p:nvPr/>
        </p:nvCxnSpPr>
        <p:spPr>
          <a:xfrm>
            <a:off x="9210758" y="1613301"/>
            <a:ext cx="2037347" cy="0"/>
          </a:xfrm>
          <a:prstGeom prst="straightConnector1">
            <a:avLst/>
          </a:prstGeom>
          <a:ln>
            <a:solidFill>
              <a:srgbClr val="0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5" name="直线箭头连接符 104">
            <a:extLst>
              <a:ext uri="{FF2B5EF4-FFF2-40B4-BE49-F238E27FC236}">
                <a16:creationId xmlns:a16="http://schemas.microsoft.com/office/drawing/2014/main" id="{06E1BE9C-0867-5F0A-978C-33A02C653528}"/>
              </a:ext>
            </a:extLst>
          </p:cNvPr>
          <p:cNvCxnSpPr>
            <a:cxnSpLocks/>
          </p:cNvCxnSpPr>
          <p:nvPr/>
        </p:nvCxnSpPr>
        <p:spPr>
          <a:xfrm>
            <a:off x="9538016" y="4108440"/>
            <a:ext cx="1483360" cy="0"/>
          </a:xfrm>
          <a:prstGeom prst="straightConnector1">
            <a:avLst/>
          </a:prstGeom>
          <a:ln>
            <a:solidFill>
              <a:srgbClr val="0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直线箭头连接符 105">
            <a:extLst>
              <a:ext uri="{FF2B5EF4-FFF2-40B4-BE49-F238E27FC236}">
                <a16:creationId xmlns:a16="http://schemas.microsoft.com/office/drawing/2014/main" id="{1E7F608F-78D7-F72F-902C-057F5C29D64A}"/>
              </a:ext>
            </a:extLst>
          </p:cNvPr>
          <p:cNvCxnSpPr>
            <a:cxnSpLocks/>
          </p:cNvCxnSpPr>
          <p:nvPr/>
        </p:nvCxnSpPr>
        <p:spPr>
          <a:xfrm>
            <a:off x="6815136" y="4098280"/>
            <a:ext cx="1056640" cy="0"/>
          </a:xfrm>
          <a:prstGeom prst="straightConnector1">
            <a:avLst/>
          </a:prstGeom>
          <a:ln>
            <a:solidFill>
              <a:srgbClr val="0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文本框 107">
            <a:extLst>
              <a:ext uri="{FF2B5EF4-FFF2-40B4-BE49-F238E27FC236}">
                <a16:creationId xmlns:a16="http://schemas.microsoft.com/office/drawing/2014/main" id="{37E917AD-F475-5CAE-567A-D53C75C4D193}"/>
              </a:ext>
            </a:extLst>
          </p:cNvPr>
          <p:cNvSpPr txBox="1"/>
          <p:nvPr/>
        </p:nvSpPr>
        <p:spPr>
          <a:xfrm>
            <a:off x="8730629" y="1505639"/>
            <a:ext cx="474810"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MOU</a:t>
            </a:r>
          </a:p>
        </p:txBody>
      </p:sp>
      <p:sp>
        <p:nvSpPr>
          <p:cNvPr id="109" name="文本框 108">
            <a:extLst>
              <a:ext uri="{FF2B5EF4-FFF2-40B4-BE49-F238E27FC236}">
                <a16:creationId xmlns:a16="http://schemas.microsoft.com/office/drawing/2014/main" id="{8972728F-A4C5-DE7D-8562-341A7FE78C7F}"/>
              </a:ext>
            </a:extLst>
          </p:cNvPr>
          <p:cNvSpPr txBox="1"/>
          <p:nvPr/>
        </p:nvSpPr>
        <p:spPr>
          <a:xfrm>
            <a:off x="11269968" y="1495832"/>
            <a:ext cx="620683"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+21.6%</a:t>
            </a:r>
          </a:p>
        </p:txBody>
      </p:sp>
      <p:sp>
        <p:nvSpPr>
          <p:cNvPr id="110" name="文本框 109">
            <a:extLst>
              <a:ext uri="{FF2B5EF4-FFF2-40B4-BE49-F238E27FC236}">
                <a16:creationId xmlns:a16="http://schemas.microsoft.com/office/drawing/2014/main" id="{8F8AD042-9F0E-A718-B339-C0907F0180DD}"/>
              </a:ext>
            </a:extLst>
          </p:cNvPr>
          <p:cNvSpPr txBox="1"/>
          <p:nvPr/>
        </p:nvSpPr>
        <p:spPr>
          <a:xfrm>
            <a:off x="6176317" y="3995439"/>
            <a:ext cx="606256"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WAVES</a:t>
            </a:r>
          </a:p>
        </p:txBody>
      </p:sp>
      <p:sp>
        <p:nvSpPr>
          <p:cNvPr id="111" name="文本框 110">
            <a:extLst>
              <a:ext uri="{FF2B5EF4-FFF2-40B4-BE49-F238E27FC236}">
                <a16:creationId xmlns:a16="http://schemas.microsoft.com/office/drawing/2014/main" id="{980368E6-4F8F-E994-DDD2-E00DFB591C04}"/>
              </a:ext>
            </a:extLst>
          </p:cNvPr>
          <p:cNvSpPr txBox="1"/>
          <p:nvPr/>
        </p:nvSpPr>
        <p:spPr>
          <a:xfrm>
            <a:off x="7913016" y="3995792"/>
            <a:ext cx="620683"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+27.6%</a:t>
            </a:r>
          </a:p>
        </p:txBody>
      </p:sp>
      <p:sp>
        <p:nvSpPr>
          <p:cNvPr id="118" name="文本框 117">
            <a:extLst>
              <a:ext uri="{FF2B5EF4-FFF2-40B4-BE49-F238E27FC236}">
                <a16:creationId xmlns:a16="http://schemas.microsoft.com/office/drawing/2014/main" id="{A26FC946-A8CD-866C-C25E-A9377A26766A}"/>
              </a:ext>
            </a:extLst>
          </p:cNvPr>
          <p:cNvSpPr txBox="1"/>
          <p:nvPr/>
        </p:nvSpPr>
        <p:spPr>
          <a:xfrm>
            <a:off x="11002256" y="3995792"/>
            <a:ext cx="623889"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41.79%</a:t>
            </a:r>
          </a:p>
        </p:txBody>
      </p:sp>
      <p:sp>
        <p:nvSpPr>
          <p:cNvPr id="119" name="文本框 118">
            <a:extLst>
              <a:ext uri="{FF2B5EF4-FFF2-40B4-BE49-F238E27FC236}">
                <a16:creationId xmlns:a16="http://schemas.microsoft.com/office/drawing/2014/main" id="{0466A0DD-4D81-727B-537A-F662668FB2E3}"/>
              </a:ext>
            </a:extLst>
          </p:cNvPr>
          <p:cNvSpPr txBox="1"/>
          <p:nvPr/>
        </p:nvSpPr>
        <p:spPr>
          <a:xfrm>
            <a:off x="9085856" y="3995439"/>
            <a:ext cx="481222"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DYIN</a:t>
            </a:r>
          </a:p>
        </p:txBody>
      </p:sp>
      <p:sp>
        <p:nvSpPr>
          <p:cNvPr id="120" name="文本框 119">
            <a:extLst>
              <a:ext uri="{FF2B5EF4-FFF2-40B4-BE49-F238E27FC236}">
                <a16:creationId xmlns:a16="http://schemas.microsoft.com/office/drawing/2014/main" id="{B53A0015-9EB2-D150-95A1-32BB46A9563D}"/>
              </a:ext>
            </a:extLst>
          </p:cNvPr>
          <p:cNvSpPr txBox="1"/>
          <p:nvPr/>
        </p:nvSpPr>
        <p:spPr>
          <a:xfrm>
            <a:off x="5352096" y="5588000"/>
            <a:ext cx="421527" cy="215444"/>
          </a:xfrm>
          <a:prstGeom prst="rect">
            <a:avLst/>
          </a:prstGeom>
          <a:noFill/>
        </p:spPr>
        <p:txBody>
          <a:bodyPr wrap="square" rtlCol="0">
            <a:spAutoFit/>
          </a:bodyPr>
          <a:lstStyle/>
          <a:p>
            <a:r>
              <a:rPr kumimoji="1" lang="en-US" altLang="zh-CN" sz="800" dirty="0">
                <a:solidFill>
                  <a:srgbClr val="000000"/>
                </a:solidFill>
                <a:latin typeface="Alibaba PuHuiTi" pitchFamily="18" charset="-122"/>
                <a:ea typeface="Alibaba PuHuiTi" pitchFamily="18" charset="-122"/>
                <a:cs typeface="Alibaba PuHuiTi" pitchFamily="18" charset="-122"/>
              </a:rPr>
              <a:t>DEC</a:t>
            </a:r>
            <a:endParaRPr kumimoji="1" lang="zh-CN" altLang="en-US" sz="800" dirty="0">
              <a:solidFill>
                <a:srgbClr val="000000"/>
              </a:solidFill>
              <a:latin typeface="Alibaba PuHuiTi" pitchFamily="18" charset="-122"/>
              <a:ea typeface="Alibaba PuHuiTi" pitchFamily="18" charset="-122"/>
              <a:cs typeface="Alibaba PuHuiTi" pitchFamily="18" charset="-122"/>
            </a:endParaRPr>
          </a:p>
        </p:txBody>
      </p:sp>
      <p:sp>
        <p:nvSpPr>
          <p:cNvPr id="121" name="文本框 120">
            <a:extLst>
              <a:ext uri="{FF2B5EF4-FFF2-40B4-BE49-F238E27FC236}">
                <a16:creationId xmlns:a16="http://schemas.microsoft.com/office/drawing/2014/main" id="{17009F2B-E407-ABBE-E571-B6364737F492}"/>
              </a:ext>
            </a:extLst>
          </p:cNvPr>
          <p:cNvSpPr txBox="1"/>
          <p:nvPr/>
        </p:nvSpPr>
        <p:spPr>
          <a:xfrm>
            <a:off x="191052" y="957323"/>
            <a:ext cx="12115921" cy="2308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r>
              <a:rPr lang="zh-CN" altLang="en-US" sz="900" dirty="0">
                <a:solidFill>
                  <a:srgbClr val="1E344D"/>
                </a:solidFill>
              </a:rPr>
              <a:t> </a:t>
            </a:r>
            <a:r>
              <a:rPr lang="en-US" altLang="zh-CN" sz="900" dirty="0">
                <a:solidFill>
                  <a:srgbClr val="1E344D"/>
                </a:solidFill>
              </a:rPr>
              <a:t>dc</a:t>
            </a:r>
            <a:endParaRPr lang="zh-CN" altLang="en-US" sz="900" dirty="0">
              <a:solidFill>
                <a:srgbClr val="1E344D"/>
              </a:solidFill>
            </a:endParaRPr>
          </a:p>
        </p:txBody>
      </p:sp>
      <p:sp>
        <p:nvSpPr>
          <p:cNvPr id="122" name="文本框 121">
            <a:extLst>
              <a:ext uri="{FF2B5EF4-FFF2-40B4-BE49-F238E27FC236}">
                <a16:creationId xmlns:a16="http://schemas.microsoft.com/office/drawing/2014/main" id="{589053B5-E83C-8FD3-F038-2072CE5F554C}"/>
              </a:ext>
            </a:extLst>
          </p:cNvPr>
          <p:cNvSpPr txBox="1"/>
          <p:nvPr/>
        </p:nvSpPr>
        <p:spPr>
          <a:xfrm>
            <a:off x="2539086" y="5872301"/>
            <a:ext cx="4940968" cy="830997"/>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23" name="文本框 122">
            <a:extLst>
              <a:ext uri="{FF2B5EF4-FFF2-40B4-BE49-F238E27FC236}">
                <a16:creationId xmlns:a16="http://schemas.microsoft.com/office/drawing/2014/main" id="{47CA6059-AEEC-DC98-A94A-874F0090D4F8}"/>
              </a:ext>
            </a:extLst>
          </p:cNvPr>
          <p:cNvSpPr txBox="1"/>
          <p:nvPr/>
        </p:nvSpPr>
        <p:spPr>
          <a:xfrm>
            <a:off x="6849619" y="6253124"/>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 projects by the number of</a:t>
            </a:r>
          </a:p>
        </p:txBody>
      </p:sp>
      <p:sp>
        <p:nvSpPr>
          <p:cNvPr id="124" name="文本框 123">
            <a:extLst>
              <a:ext uri="{FF2B5EF4-FFF2-40B4-BE49-F238E27FC236}">
                <a16:creationId xmlns:a16="http://schemas.microsoft.com/office/drawing/2014/main" id="{8E7DC4AA-65DD-A3D8-0ED7-7164399DDB17}"/>
              </a:ext>
            </a:extLst>
          </p:cNvPr>
          <p:cNvSpPr txBox="1"/>
          <p:nvPr/>
        </p:nvSpPr>
        <p:spPr>
          <a:xfrm>
            <a:off x="121399" y="6079923"/>
            <a:ext cx="2743418"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a:t>
            </a:r>
            <a:r>
              <a:rPr lang="zh-CN" altLang="en-US" dirty="0">
                <a:solidFill>
                  <a:srgbClr val="1E344D"/>
                </a:solidFill>
              </a:rPr>
              <a:t> </a:t>
            </a:r>
            <a:r>
              <a:rPr lang="en-US" altLang="zh-CN" dirty="0">
                <a:solidFill>
                  <a:srgbClr val="1E344D"/>
                </a:solidFill>
              </a:rPr>
              <a:t>YNZ PPT</a:t>
            </a:r>
            <a:endParaRPr lang="zh-CN" altLang="en-US" dirty="0">
              <a:solidFill>
                <a:srgbClr val="1E344D"/>
              </a:solidFill>
            </a:endParaRPr>
          </a:p>
        </p:txBody>
      </p:sp>
      <p:sp>
        <p:nvSpPr>
          <p:cNvPr id="125" name="文本框 124">
            <a:extLst>
              <a:ext uri="{FF2B5EF4-FFF2-40B4-BE49-F238E27FC236}">
                <a16:creationId xmlns:a16="http://schemas.microsoft.com/office/drawing/2014/main" id="{C0EDAC69-D7E4-43E9-7F99-8619074584D4}"/>
              </a:ext>
            </a:extLst>
          </p:cNvPr>
          <p:cNvSpPr txBox="1"/>
          <p:nvPr/>
        </p:nvSpPr>
        <p:spPr>
          <a:xfrm>
            <a:off x="5634825" y="5919537"/>
            <a:ext cx="6385973"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128" name="右大括号 127">
            <a:extLst>
              <a:ext uri="{FF2B5EF4-FFF2-40B4-BE49-F238E27FC236}">
                <a16:creationId xmlns:a16="http://schemas.microsoft.com/office/drawing/2014/main" id="{3D4A00B2-E526-9C56-DA7C-48BC1CA396FD}"/>
              </a:ext>
            </a:extLst>
          </p:cNvPr>
          <p:cNvSpPr/>
          <p:nvPr/>
        </p:nvSpPr>
        <p:spPr>
          <a:xfrm rot="16200000">
            <a:off x="1232789" y="4832429"/>
            <a:ext cx="214133" cy="2239703"/>
          </a:xfrm>
          <a:prstGeom prst="rightBrace">
            <a:avLst>
              <a:gd name="adj1" fmla="val 111149"/>
              <a:gd name="adj2" fmla="val 48425"/>
            </a:avLst>
          </a:prstGeom>
          <a:ln w="12700">
            <a:solidFill>
              <a:srgbClr val="0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129" name="右大括号 128">
            <a:extLst>
              <a:ext uri="{FF2B5EF4-FFF2-40B4-BE49-F238E27FC236}">
                <a16:creationId xmlns:a16="http://schemas.microsoft.com/office/drawing/2014/main" id="{64C79838-BEA7-710B-C4A3-EFAE308785D4}"/>
              </a:ext>
            </a:extLst>
          </p:cNvPr>
          <p:cNvSpPr/>
          <p:nvPr/>
        </p:nvSpPr>
        <p:spPr>
          <a:xfrm rot="5400000">
            <a:off x="1244364" y="5506104"/>
            <a:ext cx="214133" cy="2239703"/>
          </a:xfrm>
          <a:prstGeom prst="rightBrace">
            <a:avLst>
              <a:gd name="adj1" fmla="val 111149"/>
              <a:gd name="adj2" fmla="val 48425"/>
            </a:avLst>
          </a:prstGeom>
          <a:ln w="12700">
            <a:solidFill>
              <a:srgbClr val="0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000000"/>
              </a:solidFill>
            </a:endParaRPr>
          </a:p>
        </p:txBody>
      </p:sp>
      <p:sp>
        <p:nvSpPr>
          <p:cNvPr id="130" name="文本框 129">
            <a:extLst>
              <a:ext uri="{FF2B5EF4-FFF2-40B4-BE49-F238E27FC236}">
                <a16:creationId xmlns:a16="http://schemas.microsoft.com/office/drawing/2014/main" id="{6833152A-1B4C-7EA2-2E4D-D7A23CEC2E7C}"/>
              </a:ext>
            </a:extLst>
          </p:cNvPr>
          <p:cNvSpPr txBox="1"/>
          <p:nvPr/>
        </p:nvSpPr>
        <p:spPr>
          <a:xfrm>
            <a:off x="191052" y="1196752"/>
            <a:ext cx="12115921" cy="2308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r>
              <a:rPr lang="zh-CN" altLang="en-US" sz="900" dirty="0">
                <a:solidFill>
                  <a:srgbClr val="1E344D"/>
                </a:solidFill>
              </a:rPr>
              <a:t> </a:t>
            </a:r>
            <a:r>
              <a:rPr lang="en-US" altLang="zh-CN" sz="900" dirty="0">
                <a:solidFill>
                  <a:srgbClr val="1E344D"/>
                </a:solidFill>
              </a:rPr>
              <a:t>dc</a:t>
            </a:r>
            <a:endParaRPr lang="zh-CN" altLang="en-US" sz="900" dirty="0">
              <a:solidFill>
                <a:srgbClr val="1E344D"/>
              </a:solidFill>
            </a:endParaRPr>
          </a:p>
        </p:txBody>
      </p:sp>
      <p:sp>
        <p:nvSpPr>
          <p:cNvPr id="5" name="文本框 4">
            <a:extLst>
              <a:ext uri="{FF2B5EF4-FFF2-40B4-BE49-F238E27FC236}">
                <a16:creationId xmlns:a16="http://schemas.microsoft.com/office/drawing/2014/main" id="{3D6501B7-1A00-23F7-DBF6-26BEDE4BEE3B}"/>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212121"/>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212121"/>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262D7E18-1EA0-342B-0D1D-EAC0C703E471}"/>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212121"/>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FEDC79A7-AB66-3F90-2F55-1043DC8433EC}"/>
              </a:ext>
            </a:extLst>
          </p:cNvPr>
          <p:cNvCxnSpPr>
            <a:cxnSpLocks/>
          </p:cNvCxnSpPr>
          <p:nvPr/>
        </p:nvCxnSpPr>
        <p:spPr>
          <a:xfrm>
            <a:off x="304801" y="820056"/>
            <a:ext cx="11683999"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线连接符 8">
            <a:extLst>
              <a:ext uri="{FF2B5EF4-FFF2-40B4-BE49-F238E27FC236}">
                <a16:creationId xmlns:a16="http://schemas.microsoft.com/office/drawing/2014/main" id="{40E744E2-763C-E224-5606-E2F6C1044D4B}"/>
              </a:ext>
            </a:extLst>
          </p:cNvPr>
          <p:cNvCxnSpPr>
            <a:cxnSpLocks/>
          </p:cNvCxnSpPr>
          <p:nvPr/>
        </p:nvCxnSpPr>
        <p:spPr>
          <a:xfrm>
            <a:off x="2098070" y="245327"/>
            <a:ext cx="0" cy="423746"/>
          </a:xfrm>
          <a:prstGeom prst="line">
            <a:avLst/>
          </a:prstGeom>
          <a:ln w="28575">
            <a:solidFill>
              <a:srgbClr val="212121"/>
            </a:solidFill>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610284C5-9B80-60D8-4426-B11DDEBA8A23}"/>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212121"/>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212121"/>
              </a:solidFill>
              <a:latin typeface="Alibaba PuHuiTi" pitchFamily="18" charset="-122"/>
              <a:ea typeface="Alibaba PuHuiTi" pitchFamily="18" charset="-122"/>
              <a:cs typeface="Alibaba PuHuiTi" pitchFamily="18" charset="-122"/>
            </a:endParaRPr>
          </a:p>
        </p:txBody>
      </p:sp>
      <p:grpSp>
        <p:nvGrpSpPr>
          <p:cNvPr id="20" name="组合 19">
            <a:extLst>
              <a:ext uri="{FF2B5EF4-FFF2-40B4-BE49-F238E27FC236}">
                <a16:creationId xmlns:a16="http://schemas.microsoft.com/office/drawing/2014/main" id="{3255A2D4-E7F2-BCC8-4450-A6C9420878C6}"/>
              </a:ext>
            </a:extLst>
          </p:cNvPr>
          <p:cNvGrpSpPr/>
          <p:nvPr/>
        </p:nvGrpSpPr>
        <p:grpSpPr>
          <a:xfrm>
            <a:off x="2323294" y="287981"/>
            <a:ext cx="356205" cy="355288"/>
            <a:chOff x="416151" y="286059"/>
            <a:chExt cx="356205" cy="355288"/>
          </a:xfrm>
        </p:grpSpPr>
        <p:sp>
          <p:nvSpPr>
            <p:cNvPr id="21" name="Google Shape;7166;p80">
              <a:extLst>
                <a:ext uri="{FF2B5EF4-FFF2-40B4-BE49-F238E27FC236}">
                  <a16:creationId xmlns:a16="http://schemas.microsoft.com/office/drawing/2014/main" id="{B65DEAEB-55A7-DDC8-502B-A653BDE3765C}"/>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7;p80">
              <a:extLst>
                <a:ext uri="{FF2B5EF4-FFF2-40B4-BE49-F238E27FC236}">
                  <a16:creationId xmlns:a16="http://schemas.microsoft.com/office/drawing/2014/main" id="{5A71F727-BABF-C27A-0379-2EABE9075AE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8;p80">
              <a:extLst>
                <a:ext uri="{FF2B5EF4-FFF2-40B4-BE49-F238E27FC236}">
                  <a16:creationId xmlns:a16="http://schemas.microsoft.com/office/drawing/2014/main" id="{A24464C1-A52A-D545-33AA-60E9A947C09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9;p80">
              <a:extLst>
                <a:ext uri="{FF2B5EF4-FFF2-40B4-BE49-F238E27FC236}">
                  <a16:creationId xmlns:a16="http://schemas.microsoft.com/office/drawing/2014/main" id="{8F06A965-C09C-6C66-F1E8-E4EA2ED4569F}"/>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7283917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a:extLst>
              <a:ext uri="{FF2B5EF4-FFF2-40B4-BE49-F238E27FC236}">
                <a16:creationId xmlns:a16="http://schemas.microsoft.com/office/drawing/2014/main" id="{97CB8281-34C5-A3CD-D47A-67EFD6E1C68D}"/>
              </a:ext>
            </a:extLst>
          </p:cNvPr>
          <p:cNvSpPr/>
          <p:nvPr/>
        </p:nvSpPr>
        <p:spPr>
          <a:xfrm>
            <a:off x="9857844" y="5963005"/>
            <a:ext cx="2076881" cy="623002"/>
          </a:xfrm>
          <a:prstGeom prst="roundRect">
            <a:avLst/>
          </a:prstGeom>
          <a:solidFill>
            <a:srgbClr val="1E344D"/>
          </a:solidFill>
          <a:ln w="444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4" name="椭圆 13">
            <a:extLst>
              <a:ext uri="{FF2B5EF4-FFF2-40B4-BE49-F238E27FC236}">
                <a16:creationId xmlns:a16="http://schemas.microsoft.com/office/drawing/2014/main" id="{55750F8A-6153-BCD7-F90F-4D2B7A1F7764}"/>
              </a:ext>
            </a:extLst>
          </p:cNvPr>
          <p:cNvSpPr/>
          <p:nvPr/>
        </p:nvSpPr>
        <p:spPr>
          <a:xfrm>
            <a:off x="620648" y="1543937"/>
            <a:ext cx="1536192" cy="1536192"/>
          </a:xfrm>
          <a:prstGeom prst="ellipse">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5" name="椭圆 14">
            <a:extLst>
              <a:ext uri="{FF2B5EF4-FFF2-40B4-BE49-F238E27FC236}">
                <a16:creationId xmlns:a16="http://schemas.microsoft.com/office/drawing/2014/main" id="{0E6C91B9-4BE6-7843-95ED-3112FFF01180}"/>
              </a:ext>
            </a:extLst>
          </p:cNvPr>
          <p:cNvSpPr/>
          <p:nvPr/>
        </p:nvSpPr>
        <p:spPr>
          <a:xfrm>
            <a:off x="620648" y="3964777"/>
            <a:ext cx="1536192" cy="1536192"/>
          </a:xfrm>
          <a:prstGeom prst="ellipse">
            <a:avLst/>
          </a:prstGeom>
          <a:noFill/>
          <a:ln w="190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05" name="任意形状 104">
            <a:extLst>
              <a:ext uri="{FF2B5EF4-FFF2-40B4-BE49-F238E27FC236}">
                <a16:creationId xmlns:a16="http://schemas.microsoft.com/office/drawing/2014/main" id="{C13CF916-4C4A-4521-D765-6F5531CBFF99}"/>
              </a:ext>
            </a:extLst>
          </p:cNvPr>
          <p:cNvSpPr/>
          <p:nvPr/>
        </p:nvSpPr>
        <p:spPr>
          <a:xfrm>
            <a:off x="6123410" y="1426705"/>
            <a:ext cx="5750560" cy="4165600"/>
          </a:xfrm>
          <a:custGeom>
            <a:avLst/>
            <a:gdLst>
              <a:gd name="connsiteX0" fmla="*/ 0 w 5750560"/>
              <a:gd name="connsiteY0" fmla="*/ 2367280 h 4165600"/>
              <a:gd name="connsiteX1" fmla="*/ 1056640 w 5750560"/>
              <a:gd name="connsiteY1" fmla="*/ 2113280 h 4165600"/>
              <a:gd name="connsiteX2" fmla="*/ 1574800 w 5750560"/>
              <a:gd name="connsiteY2" fmla="*/ 2296160 h 4165600"/>
              <a:gd name="connsiteX3" fmla="*/ 2092960 w 5750560"/>
              <a:gd name="connsiteY3" fmla="*/ 2174240 h 4165600"/>
              <a:gd name="connsiteX4" fmla="*/ 2631440 w 5750560"/>
              <a:gd name="connsiteY4" fmla="*/ 1757680 h 4165600"/>
              <a:gd name="connsiteX5" fmla="*/ 3169920 w 5750560"/>
              <a:gd name="connsiteY5" fmla="*/ 1656080 h 4165600"/>
              <a:gd name="connsiteX6" fmla="*/ 3677920 w 5750560"/>
              <a:gd name="connsiteY6" fmla="*/ 1351280 h 4165600"/>
              <a:gd name="connsiteX7" fmla="*/ 4206240 w 5750560"/>
              <a:gd name="connsiteY7" fmla="*/ 1229360 h 4165600"/>
              <a:gd name="connsiteX8" fmla="*/ 4693920 w 5750560"/>
              <a:gd name="connsiteY8" fmla="*/ 1249680 h 4165600"/>
              <a:gd name="connsiteX9" fmla="*/ 5262880 w 5750560"/>
              <a:gd name="connsiteY9" fmla="*/ 1087120 h 4165600"/>
              <a:gd name="connsiteX10" fmla="*/ 5750560 w 5750560"/>
              <a:gd name="connsiteY10" fmla="*/ 0 h 4165600"/>
              <a:gd name="connsiteX11" fmla="*/ 5750560 w 5750560"/>
              <a:gd name="connsiteY11" fmla="*/ 4165600 h 4165600"/>
              <a:gd name="connsiteX12" fmla="*/ 5588000 w 5750560"/>
              <a:gd name="connsiteY12" fmla="*/ 4165600 h 4165600"/>
              <a:gd name="connsiteX13" fmla="*/ 10160 w 5750560"/>
              <a:gd name="connsiteY13" fmla="*/ 4165600 h 4165600"/>
              <a:gd name="connsiteX14" fmla="*/ 10160 w 5750560"/>
              <a:gd name="connsiteY14" fmla="*/ 2367280 h 4165600"/>
              <a:gd name="connsiteX15" fmla="*/ 0 w 5750560"/>
              <a:gd name="connsiteY15" fmla="*/ 2367280 h 416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50560" h="4165600">
                <a:moveTo>
                  <a:pt x="0" y="2367280"/>
                </a:moveTo>
                <a:lnTo>
                  <a:pt x="1056640" y="2113280"/>
                </a:lnTo>
                <a:lnTo>
                  <a:pt x="1574800" y="2296160"/>
                </a:lnTo>
                <a:lnTo>
                  <a:pt x="2092960" y="2174240"/>
                </a:lnTo>
                <a:lnTo>
                  <a:pt x="2631440" y="1757680"/>
                </a:lnTo>
                <a:lnTo>
                  <a:pt x="3169920" y="1656080"/>
                </a:lnTo>
                <a:lnTo>
                  <a:pt x="3677920" y="1351280"/>
                </a:lnTo>
                <a:lnTo>
                  <a:pt x="4206240" y="1229360"/>
                </a:lnTo>
                <a:lnTo>
                  <a:pt x="4693920" y="1249680"/>
                </a:lnTo>
                <a:lnTo>
                  <a:pt x="5262880" y="1087120"/>
                </a:lnTo>
                <a:lnTo>
                  <a:pt x="5750560" y="0"/>
                </a:lnTo>
                <a:lnTo>
                  <a:pt x="5750560" y="4165600"/>
                </a:lnTo>
                <a:lnTo>
                  <a:pt x="5588000" y="4165600"/>
                </a:lnTo>
                <a:lnTo>
                  <a:pt x="10160" y="4165600"/>
                </a:lnTo>
                <a:lnTo>
                  <a:pt x="10160" y="2367280"/>
                </a:lnTo>
                <a:lnTo>
                  <a:pt x="0" y="2367280"/>
                </a:lnTo>
                <a:close/>
              </a:path>
            </a:pathLst>
          </a:custGeom>
          <a:solidFill>
            <a:srgbClr val="1E344D">
              <a:alpha val="27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06" name="任意形状 105">
            <a:extLst>
              <a:ext uri="{FF2B5EF4-FFF2-40B4-BE49-F238E27FC236}">
                <a16:creationId xmlns:a16="http://schemas.microsoft.com/office/drawing/2014/main" id="{4407F163-EC9D-2405-1262-B005AC75910B}"/>
              </a:ext>
            </a:extLst>
          </p:cNvPr>
          <p:cNvSpPr/>
          <p:nvPr/>
        </p:nvSpPr>
        <p:spPr>
          <a:xfrm>
            <a:off x="6132289" y="3703804"/>
            <a:ext cx="5753904" cy="1896315"/>
          </a:xfrm>
          <a:custGeom>
            <a:avLst/>
            <a:gdLst>
              <a:gd name="connsiteX0" fmla="*/ 0 w 5760720"/>
              <a:gd name="connsiteY0" fmla="*/ 660400 h 944880"/>
              <a:gd name="connsiteX1" fmla="*/ 0 w 5760720"/>
              <a:gd name="connsiteY1" fmla="*/ 660400 h 944880"/>
              <a:gd name="connsiteX2" fmla="*/ 518160 w 5760720"/>
              <a:gd name="connsiteY2" fmla="*/ 568960 h 944880"/>
              <a:gd name="connsiteX3" fmla="*/ 1066800 w 5760720"/>
              <a:gd name="connsiteY3" fmla="*/ 934720 h 944880"/>
              <a:gd name="connsiteX4" fmla="*/ 1615440 w 5760720"/>
              <a:gd name="connsiteY4" fmla="*/ 873760 h 944880"/>
              <a:gd name="connsiteX5" fmla="*/ 2113280 w 5760720"/>
              <a:gd name="connsiteY5" fmla="*/ 782320 h 944880"/>
              <a:gd name="connsiteX6" fmla="*/ 2621280 w 5760720"/>
              <a:gd name="connsiteY6" fmla="*/ 894080 h 944880"/>
              <a:gd name="connsiteX7" fmla="*/ 3159760 w 5760720"/>
              <a:gd name="connsiteY7" fmla="*/ 355600 h 944880"/>
              <a:gd name="connsiteX8" fmla="*/ 3677920 w 5760720"/>
              <a:gd name="connsiteY8" fmla="*/ 558800 h 944880"/>
              <a:gd name="connsiteX9" fmla="*/ 4185920 w 5760720"/>
              <a:gd name="connsiteY9" fmla="*/ 243840 h 944880"/>
              <a:gd name="connsiteX10" fmla="*/ 4683760 w 5760720"/>
              <a:gd name="connsiteY10" fmla="*/ 802640 h 944880"/>
              <a:gd name="connsiteX11" fmla="*/ 5262880 w 5760720"/>
              <a:gd name="connsiteY11" fmla="*/ 843280 h 944880"/>
              <a:gd name="connsiteX12" fmla="*/ 5760720 w 5760720"/>
              <a:gd name="connsiteY12" fmla="*/ 0 h 944880"/>
              <a:gd name="connsiteX13" fmla="*/ 5760720 w 5760720"/>
              <a:gd name="connsiteY13" fmla="*/ 944880 h 944880"/>
              <a:gd name="connsiteX14" fmla="*/ 30480 w 5760720"/>
              <a:gd name="connsiteY14" fmla="*/ 944880 h 944880"/>
              <a:gd name="connsiteX15" fmla="*/ 0 w 5760720"/>
              <a:gd name="connsiteY15" fmla="*/ 660400 h 944880"/>
              <a:gd name="connsiteX0" fmla="*/ 2524 w 5763244"/>
              <a:gd name="connsiteY0" fmla="*/ 660400 h 953118"/>
              <a:gd name="connsiteX1" fmla="*/ 2524 w 5763244"/>
              <a:gd name="connsiteY1" fmla="*/ 660400 h 953118"/>
              <a:gd name="connsiteX2" fmla="*/ 520684 w 5763244"/>
              <a:gd name="connsiteY2" fmla="*/ 568960 h 953118"/>
              <a:gd name="connsiteX3" fmla="*/ 1069324 w 5763244"/>
              <a:gd name="connsiteY3" fmla="*/ 934720 h 953118"/>
              <a:gd name="connsiteX4" fmla="*/ 1617964 w 5763244"/>
              <a:gd name="connsiteY4" fmla="*/ 873760 h 953118"/>
              <a:gd name="connsiteX5" fmla="*/ 2115804 w 5763244"/>
              <a:gd name="connsiteY5" fmla="*/ 782320 h 953118"/>
              <a:gd name="connsiteX6" fmla="*/ 2623804 w 5763244"/>
              <a:gd name="connsiteY6" fmla="*/ 894080 h 953118"/>
              <a:gd name="connsiteX7" fmla="*/ 3162284 w 5763244"/>
              <a:gd name="connsiteY7" fmla="*/ 355600 h 953118"/>
              <a:gd name="connsiteX8" fmla="*/ 3680444 w 5763244"/>
              <a:gd name="connsiteY8" fmla="*/ 558800 h 953118"/>
              <a:gd name="connsiteX9" fmla="*/ 4188444 w 5763244"/>
              <a:gd name="connsiteY9" fmla="*/ 243840 h 953118"/>
              <a:gd name="connsiteX10" fmla="*/ 4686284 w 5763244"/>
              <a:gd name="connsiteY10" fmla="*/ 802640 h 953118"/>
              <a:gd name="connsiteX11" fmla="*/ 5265404 w 5763244"/>
              <a:gd name="connsiteY11" fmla="*/ 843280 h 953118"/>
              <a:gd name="connsiteX12" fmla="*/ 5763244 w 5763244"/>
              <a:gd name="connsiteY12" fmla="*/ 0 h 953118"/>
              <a:gd name="connsiteX13" fmla="*/ 5763244 w 5763244"/>
              <a:gd name="connsiteY13" fmla="*/ 944880 h 953118"/>
              <a:gd name="connsiteX14" fmla="*/ 0 w 5763244"/>
              <a:gd name="connsiteY14" fmla="*/ 953118 h 953118"/>
              <a:gd name="connsiteX15" fmla="*/ 2524 w 5763244"/>
              <a:gd name="connsiteY15" fmla="*/ 660400 h 953118"/>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617964 w 5763244"/>
              <a:gd name="connsiteY4" fmla="*/ 1816957 h 1896315"/>
              <a:gd name="connsiteX5" fmla="*/ 2115804 w 5763244"/>
              <a:gd name="connsiteY5" fmla="*/ 1725517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8444 w 5763244"/>
              <a:gd name="connsiteY9" fmla="*/ 1187037 h 1896315"/>
              <a:gd name="connsiteX10" fmla="*/ 4686284 w 5763244"/>
              <a:gd name="connsiteY10" fmla="*/ 1745837 h 1896315"/>
              <a:gd name="connsiteX11" fmla="*/ 5265404 w 5763244"/>
              <a:gd name="connsiteY11" fmla="*/ 1786477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 name="connsiteX0" fmla="*/ 2524 w 5763244"/>
              <a:gd name="connsiteY0" fmla="*/ 2728769 h 3021487"/>
              <a:gd name="connsiteX1" fmla="*/ 2524 w 5763244"/>
              <a:gd name="connsiteY1" fmla="*/ 2728769 h 3021487"/>
              <a:gd name="connsiteX2" fmla="*/ 520684 w 5763244"/>
              <a:gd name="connsiteY2" fmla="*/ 2637329 h 3021487"/>
              <a:gd name="connsiteX3" fmla="*/ 1069324 w 5763244"/>
              <a:gd name="connsiteY3" fmla="*/ 3003089 h 3021487"/>
              <a:gd name="connsiteX4" fmla="*/ 1617964 w 5763244"/>
              <a:gd name="connsiteY4" fmla="*/ 2942129 h 3021487"/>
              <a:gd name="connsiteX5" fmla="*/ 2115804 w 5763244"/>
              <a:gd name="connsiteY5" fmla="*/ 2850689 h 3021487"/>
              <a:gd name="connsiteX6" fmla="*/ 2623804 w 5763244"/>
              <a:gd name="connsiteY6" fmla="*/ 2962449 h 3021487"/>
              <a:gd name="connsiteX7" fmla="*/ 3162284 w 5763244"/>
              <a:gd name="connsiteY7" fmla="*/ 1125172 h 3021487"/>
              <a:gd name="connsiteX8" fmla="*/ 3680444 w 5763244"/>
              <a:gd name="connsiteY8" fmla="*/ 2627169 h 3021487"/>
              <a:gd name="connsiteX9" fmla="*/ 4170942 w 5763244"/>
              <a:gd name="connsiteY9" fmla="*/ 0 h 3021487"/>
              <a:gd name="connsiteX10" fmla="*/ 4686284 w 5763244"/>
              <a:gd name="connsiteY10" fmla="*/ 2871009 h 3021487"/>
              <a:gd name="connsiteX11" fmla="*/ 5265404 w 5763244"/>
              <a:gd name="connsiteY11" fmla="*/ 2911649 h 3021487"/>
              <a:gd name="connsiteX12" fmla="*/ 5763244 w 5763244"/>
              <a:gd name="connsiteY12" fmla="*/ 2068369 h 3021487"/>
              <a:gd name="connsiteX13" fmla="*/ 5763244 w 5763244"/>
              <a:gd name="connsiteY13" fmla="*/ 3013249 h 3021487"/>
              <a:gd name="connsiteX14" fmla="*/ 0 w 5763244"/>
              <a:gd name="connsiteY14" fmla="*/ 3021487 h 3021487"/>
              <a:gd name="connsiteX15" fmla="*/ 2524 w 5763244"/>
              <a:gd name="connsiteY15" fmla="*/ 2728769 h 3021487"/>
              <a:gd name="connsiteX0" fmla="*/ 2524 w 5763244"/>
              <a:gd name="connsiteY0" fmla="*/ 2728769 h 3021487"/>
              <a:gd name="connsiteX1" fmla="*/ 2524 w 5763244"/>
              <a:gd name="connsiteY1" fmla="*/ 2728769 h 3021487"/>
              <a:gd name="connsiteX2" fmla="*/ 520684 w 5763244"/>
              <a:gd name="connsiteY2" fmla="*/ 2637329 h 3021487"/>
              <a:gd name="connsiteX3" fmla="*/ 1069324 w 5763244"/>
              <a:gd name="connsiteY3" fmla="*/ 3003089 h 3021487"/>
              <a:gd name="connsiteX4" fmla="*/ 1617964 w 5763244"/>
              <a:gd name="connsiteY4" fmla="*/ 2942129 h 3021487"/>
              <a:gd name="connsiteX5" fmla="*/ 2115804 w 5763244"/>
              <a:gd name="connsiteY5" fmla="*/ 2850689 h 3021487"/>
              <a:gd name="connsiteX6" fmla="*/ 2623804 w 5763244"/>
              <a:gd name="connsiteY6" fmla="*/ 2962449 h 3021487"/>
              <a:gd name="connsiteX7" fmla="*/ 3162284 w 5763244"/>
              <a:gd name="connsiteY7" fmla="*/ 1125172 h 3021487"/>
              <a:gd name="connsiteX8" fmla="*/ 3680444 w 5763244"/>
              <a:gd name="connsiteY8" fmla="*/ 2627169 h 3021487"/>
              <a:gd name="connsiteX9" fmla="*/ 4170942 w 5763244"/>
              <a:gd name="connsiteY9" fmla="*/ 0 h 3021487"/>
              <a:gd name="connsiteX10" fmla="*/ 4686284 w 5763244"/>
              <a:gd name="connsiteY10" fmla="*/ 2871009 h 3021487"/>
              <a:gd name="connsiteX11" fmla="*/ 5253736 w 5763244"/>
              <a:gd name="connsiteY11" fmla="*/ 1537137 h 3021487"/>
              <a:gd name="connsiteX12" fmla="*/ 5763244 w 5763244"/>
              <a:gd name="connsiteY12" fmla="*/ 2068369 h 3021487"/>
              <a:gd name="connsiteX13" fmla="*/ 5763244 w 5763244"/>
              <a:gd name="connsiteY13" fmla="*/ 3013249 h 3021487"/>
              <a:gd name="connsiteX14" fmla="*/ 0 w 5763244"/>
              <a:gd name="connsiteY14" fmla="*/ 3021487 h 3021487"/>
              <a:gd name="connsiteX15" fmla="*/ 2524 w 5763244"/>
              <a:gd name="connsiteY15" fmla="*/ 2728769 h 3021487"/>
              <a:gd name="connsiteX0" fmla="*/ 2524 w 5763244"/>
              <a:gd name="connsiteY0" fmla="*/ 2728769 h 3021487"/>
              <a:gd name="connsiteX1" fmla="*/ 2524 w 5763244"/>
              <a:gd name="connsiteY1" fmla="*/ 2728769 h 3021487"/>
              <a:gd name="connsiteX2" fmla="*/ 520684 w 5763244"/>
              <a:gd name="connsiteY2" fmla="*/ 2637329 h 3021487"/>
              <a:gd name="connsiteX3" fmla="*/ 1069324 w 5763244"/>
              <a:gd name="connsiteY3" fmla="*/ 3003089 h 3021487"/>
              <a:gd name="connsiteX4" fmla="*/ 1617964 w 5763244"/>
              <a:gd name="connsiteY4" fmla="*/ 2942129 h 3021487"/>
              <a:gd name="connsiteX5" fmla="*/ 2115804 w 5763244"/>
              <a:gd name="connsiteY5" fmla="*/ 2850689 h 3021487"/>
              <a:gd name="connsiteX6" fmla="*/ 2623804 w 5763244"/>
              <a:gd name="connsiteY6" fmla="*/ 2962449 h 3021487"/>
              <a:gd name="connsiteX7" fmla="*/ 3162284 w 5763244"/>
              <a:gd name="connsiteY7" fmla="*/ 1125172 h 3021487"/>
              <a:gd name="connsiteX8" fmla="*/ 3680444 w 5763244"/>
              <a:gd name="connsiteY8" fmla="*/ 2627169 h 3021487"/>
              <a:gd name="connsiteX9" fmla="*/ 4170942 w 5763244"/>
              <a:gd name="connsiteY9" fmla="*/ 0 h 3021487"/>
              <a:gd name="connsiteX10" fmla="*/ 4692118 w 5763244"/>
              <a:gd name="connsiteY10" fmla="*/ 2422545 h 3021487"/>
              <a:gd name="connsiteX11" fmla="*/ 5253736 w 5763244"/>
              <a:gd name="connsiteY11" fmla="*/ 1537137 h 3021487"/>
              <a:gd name="connsiteX12" fmla="*/ 5763244 w 5763244"/>
              <a:gd name="connsiteY12" fmla="*/ 2068369 h 3021487"/>
              <a:gd name="connsiteX13" fmla="*/ 5763244 w 5763244"/>
              <a:gd name="connsiteY13" fmla="*/ 3013249 h 3021487"/>
              <a:gd name="connsiteX14" fmla="*/ 0 w 5763244"/>
              <a:gd name="connsiteY14" fmla="*/ 3021487 h 3021487"/>
              <a:gd name="connsiteX15" fmla="*/ 2524 w 5763244"/>
              <a:gd name="connsiteY15" fmla="*/ 2728769 h 3021487"/>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617964 w 5763244"/>
              <a:gd name="connsiteY4" fmla="*/ 1816957 h 1896315"/>
              <a:gd name="connsiteX5" fmla="*/ 2115804 w 5763244"/>
              <a:gd name="connsiteY5" fmla="*/ 1725517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2610 w 5763244"/>
              <a:gd name="connsiteY9" fmla="*/ 1274400 h 1896315"/>
              <a:gd name="connsiteX10" fmla="*/ 4692118 w 5763244"/>
              <a:gd name="connsiteY10" fmla="*/ 1297373 h 1896315"/>
              <a:gd name="connsiteX11" fmla="*/ 5253736 w 5763244"/>
              <a:gd name="connsiteY11" fmla="*/ 411965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617964 w 5763244"/>
              <a:gd name="connsiteY4" fmla="*/ 1816957 h 1896315"/>
              <a:gd name="connsiteX5" fmla="*/ 2092469 w 5763244"/>
              <a:gd name="connsiteY5" fmla="*/ 1271229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2610 w 5763244"/>
              <a:gd name="connsiteY9" fmla="*/ 1274400 h 1896315"/>
              <a:gd name="connsiteX10" fmla="*/ 4692118 w 5763244"/>
              <a:gd name="connsiteY10" fmla="*/ 1297373 h 1896315"/>
              <a:gd name="connsiteX11" fmla="*/ 5253736 w 5763244"/>
              <a:gd name="connsiteY11" fmla="*/ 411965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559628 w 5763244"/>
              <a:gd name="connsiteY4" fmla="*/ 687061 h 1896315"/>
              <a:gd name="connsiteX5" fmla="*/ 2092469 w 5763244"/>
              <a:gd name="connsiteY5" fmla="*/ 1271229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2610 w 5763244"/>
              <a:gd name="connsiteY9" fmla="*/ 1274400 h 1896315"/>
              <a:gd name="connsiteX10" fmla="*/ 4692118 w 5763244"/>
              <a:gd name="connsiteY10" fmla="*/ 1297373 h 1896315"/>
              <a:gd name="connsiteX11" fmla="*/ 5253736 w 5763244"/>
              <a:gd name="connsiteY11" fmla="*/ 411965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63244" h="1896315">
                <a:moveTo>
                  <a:pt x="2524" y="1603597"/>
                </a:moveTo>
                <a:lnTo>
                  <a:pt x="2524" y="1603597"/>
                </a:lnTo>
                <a:lnTo>
                  <a:pt x="520684" y="1512157"/>
                </a:lnTo>
                <a:lnTo>
                  <a:pt x="1069324" y="1877917"/>
                </a:lnTo>
                <a:lnTo>
                  <a:pt x="1559628" y="687061"/>
                </a:lnTo>
                <a:lnTo>
                  <a:pt x="2092469" y="1271229"/>
                </a:lnTo>
                <a:lnTo>
                  <a:pt x="2623804" y="1837277"/>
                </a:lnTo>
                <a:lnTo>
                  <a:pt x="3162284" y="0"/>
                </a:lnTo>
                <a:lnTo>
                  <a:pt x="3680444" y="1501997"/>
                </a:lnTo>
                <a:lnTo>
                  <a:pt x="4182610" y="1274400"/>
                </a:lnTo>
                <a:lnTo>
                  <a:pt x="4692118" y="1297373"/>
                </a:lnTo>
                <a:lnTo>
                  <a:pt x="5253736" y="411965"/>
                </a:lnTo>
                <a:lnTo>
                  <a:pt x="5763244" y="943197"/>
                </a:lnTo>
                <a:lnTo>
                  <a:pt x="5763244" y="1888077"/>
                </a:lnTo>
                <a:lnTo>
                  <a:pt x="0" y="1896315"/>
                </a:lnTo>
                <a:cubicBezTo>
                  <a:pt x="841" y="1798742"/>
                  <a:pt x="1683" y="1701170"/>
                  <a:pt x="2524" y="1603597"/>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grpSp>
        <p:nvGrpSpPr>
          <p:cNvPr id="107" name="组合 106">
            <a:extLst>
              <a:ext uri="{FF2B5EF4-FFF2-40B4-BE49-F238E27FC236}">
                <a16:creationId xmlns:a16="http://schemas.microsoft.com/office/drawing/2014/main" id="{1265C3D1-103B-C9D0-34C3-13665B865113}"/>
              </a:ext>
            </a:extLst>
          </p:cNvPr>
          <p:cNvGrpSpPr/>
          <p:nvPr/>
        </p:nvGrpSpPr>
        <p:grpSpPr>
          <a:xfrm>
            <a:off x="6126571" y="1373560"/>
            <a:ext cx="5750560" cy="4206240"/>
            <a:chOff x="558800" y="2113280"/>
            <a:chExt cx="5750560" cy="4206240"/>
          </a:xfrm>
        </p:grpSpPr>
        <p:sp>
          <p:nvSpPr>
            <p:cNvPr id="33" name="矩形 32">
              <a:extLst>
                <a:ext uri="{FF2B5EF4-FFF2-40B4-BE49-F238E27FC236}">
                  <a16:creationId xmlns:a16="http://schemas.microsoft.com/office/drawing/2014/main" id="{2DD41C28-E9F7-9D67-05E1-3A792C6512BB}"/>
                </a:ext>
              </a:extLst>
            </p:cNvPr>
            <p:cNvSpPr/>
            <p:nvPr/>
          </p:nvSpPr>
          <p:spPr>
            <a:xfrm>
              <a:off x="558800" y="2113280"/>
              <a:ext cx="5750560" cy="4206240"/>
            </a:xfrm>
            <a:prstGeom prst="rect">
              <a:avLst/>
            </a:prstGeom>
            <a:noFill/>
            <a:ln>
              <a:solidFill>
                <a:schemeClr val="tx1">
                  <a:lumMod val="50000"/>
                  <a:lumOff val="50000"/>
                  <a:alpha val="33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cxnSp>
          <p:nvCxnSpPr>
            <p:cNvPr id="35" name="直线连接符 34">
              <a:extLst>
                <a:ext uri="{FF2B5EF4-FFF2-40B4-BE49-F238E27FC236}">
                  <a16:creationId xmlns:a16="http://schemas.microsoft.com/office/drawing/2014/main" id="{297ACDCB-ADBB-FC46-180F-6401DADFC957}"/>
                </a:ext>
              </a:extLst>
            </p:cNvPr>
            <p:cNvCxnSpPr>
              <a:cxnSpLocks/>
            </p:cNvCxnSpPr>
            <p:nvPr/>
          </p:nvCxnSpPr>
          <p:spPr>
            <a:xfrm>
              <a:off x="1072567"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1" name="直线连接符 40">
              <a:extLst>
                <a:ext uri="{FF2B5EF4-FFF2-40B4-BE49-F238E27FC236}">
                  <a16:creationId xmlns:a16="http://schemas.microsoft.com/office/drawing/2014/main" id="{0506FB8B-B546-99E0-E5C0-50A032B30224}"/>
                </a:ext>
              </a:extLst>
            </p:cNvPr>
            <p:cNvCxnSpPr>
              <a:cxnSpLocks/>
            </p:cNvCxnSpPr>
            <p:nvPr/>
          </p:nvCxnSpPr>
          <p:spPr>
            <a:xfrm>
              <a:off x="1616006"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2" name="直线连接符 41">
              <a:extLst>
                <a:ext uri="{FF2B5EF4-FFF2-40B4-BE49-F238E27FC236}">
                  <a16:creationId xmlns:a16="http://schemas.microsoft.com/office/drawing/2014/main" id="{BD1984F8-8D1A-2D04-2985-1086201F7A85}"/>
                </a:ext>
              </a:extLst>
            </p:cNvPr>
            <p:cNvCxnSpPr>
              <a:cxnSpLocks/>
            </p:cNvCxnSpPr>
            <p:nvPr/>
          </p:nvCxnSpPr>
          <p:spPr>
            <a:xfrm>
              <a:off x="2135560"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3" name="直线连接符 42">
              <a:extLst>
                <a:ext uri="{FF2B5EF4-FFF2-40B4-BE49-F238E27FC236}">
                  <a16:creationId xmlns:a16="http://schemas.microsoft.com/office/drawing/2014/main" id="{2DB1C5CC-0458-CD7E-974A-D64D133FA614}"/>
                </a:ext>
              </a:extLst>
            </p:cNvPr>
            <p:cNvCxnSpPr>
              <a:cxnSpLocks/>
            </p:cNvCxnSpPr>
            <p:nvPr/>
          </p:nvCxnSpPr>
          <p:spPr>
            <a:xfrm>
              <a:off x="2639616"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4" name="直线连接符 43">
              <a:extLst>
                <a:ext uri="{FF2B5EF4-FFF2-40B4-BE49-F238E27FC236}">
                  <a16:creationId xmlns:a16="http://schemas.microsoft.com/office/drawing/2014/main" id="{EADF5D76-4A26-EF45-A621-B5FA35C6A7A0}"/>
                </a:ext>
              </a:extLst>
            </p:cNvPr>
            <p:cNvCxnSpPr>
              <a:cxnSpLocks/>
            </p:cNvCxnSpPr>
            <p:nvPr/>
          </p:nvCxnSpPr>
          <p:spPr>
            <a:xfrm>
              <a:off x="3166919"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5" name="直线连接符 44">
              <a:extLst>
                <a:ext uri="{FF2B5EF4-FFF2-40B4-BE49-F238E27FC236}">
                  <a16:creationId xmlns:a16="http://schemas.microsoft.com/office/drawing/2014/main" id="{89CE2C6D-A206-B5C0-28DE-40F899DB0C25}"/>
                </a:ext>
              </a:extLst>
            </p:cNvPr>
            <p:cNvCxnSpPr>
              <a:cxnSpLocks/>
            </p:cNvCxnSpPr>
            <p:nvPr/>
          </p:nvCxnSpPr>
          <p:spPr>
            <a:xfrm>
              <a:off x="3711987"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6" name="直线连接符 45">
              <a:extLst>
                <a:ext uri="{FF2B5EF4-FFF2-40B4-BE49-F238E27FC236}">
                  <a16:creationId xmlns:a16="http://schemas.microsoft.com/office/drawing/2014/main" id="{591673B5-534B-8273-6EB6-6DCA1AF1619B}"/>
                </a:ext>
              </a:extLst>
            </p:cNvPr>
            <p:cNvCxnSpPr>
              <a:cxnSpLocks/>
            </p:cNvCxnSpPr>
            <p:nvPr/>
          </p:nvCxnSpPr>
          <p:spPr>
            <a:xfrm>
              <a:off x="4223792"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7" name="直线连接符 46">
              <a:extLst>
                <a:ext uri="{FF2B5EF4-FFF2-40B4-BE49-F238E27FC236}">
                  <a16:creationId xmlns:a16="http://schemas.microsoft.com/office/drawing/2014/main" id="{6297C16C-A28D-3EFC-0AC7-24EEC1BDBEA0}"/>
                </a:ext>
              </a:extLst>
            </p:cNvPr>
            <p:cNvCxnSpPr>
              <a:cxnSpLocks/>
            </p:cNvCxnSpPr>
            <p:nvPr/>
          </p:nvCxnSpPr>
          <p:spPr>
            <a:xfrm>
              <a:off x="4727848"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8" name="直线连接符 47">
              <a:extLst>
                <a:ext uri="{FF2B5EF4-FFF2-40B4-BE49-F238E27FC236}">
                  <a16:creationId xmlns:a16="http://schemas.microsoft.com/office/drawing/2014/main" id="{7C7EBBF4-2BC3-8736-DCB6-1BACEB1BF709}"/>
                </a:ext>
              </a:extLst>
            </p:cNvPr>
            <p:cNvCxnSpPr>
              <a:cxnSpLocks/>
            </p:cNvCxnSpPr>
            <p:nvPr/>
          </p:nvCxnSpPr>
          <p:spPr>
            <a:xfrm>
              <a:off x="5231904"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9" name="直线连接符 48">
              <a:extLst>
                <a:ext uri="{FF2B5EF4-FFF2-40B4-BE49-F238E27FC236}">
                  <a16:creationId xmlns:a16="http://schemas.microsoft.com/office/drawing/2014/main" id="{0AA996D9-EF07-C489-4048-2B09819E55B9}"/>
                </a:ext>
              </a:extLst>
            </p:cNvPr>
            <p:cNvCxnSpPr>
              <a:cxnSpLocks/>
            </p:cNvCxnSpPr>
            <p:nvPr/>
          </p:nvCxnSpPr>
          <p:spPr>
            <a:xfrm>
              <a:off x="5807968"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1" name="直线连接符 50">
              <a:extLst>
                <a:ext uri="{FF2B5EF4-FFF2-40B4-BE49-F238E27FC236}">
                  <a16:creationId xmlns:a16="http://schemas.microsoft.com/office/drawing/2014/main" id="{4F83A9C9-60E6-ABC8-CC4A-EC983AEC59A3}"/>
                </a:ext>
              </a:extLst>
            </p:cNvPr>
            <p:cNvCxnSpPr>
              <a:cxnSpLocks/>
            </p:cNvCxnSpPr>
            <p:nvPr/>
          </p:nvCxnSpPr>
          <p:spPr>
            <a:xfrm>
              <a:off x="566906" y="2719953"/>
              <a:ext cx="5742454"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6" name="直线连接符 55">
              <a:extLst>
                <a:ext uri="{FF2B5EF4-FFF2-40B4-BE49-F238E27FC236}">
                  <a16:creationId xmlns:a16="http://schemas.microsoft.com/office/drawing/2014/main" id="{2A2353CC-E5DC-CF05-7046-162A2943E902}"/>
                </a:ext>
              </a:extLst>
            </p:cNvPr>
            <p:cNvCxnSpPr>
              <a:cxnSpLocks/>
            </p:cNvCxnSpPr>
            <p:nvPr/>
          </p:nvCxnSpPr>
          <p:spPr>
            <a:xfrm>
              <a:off x="566906" y="3333745"/>
              <a:ext cx="5729391"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7" name="直线连接符 56">
              <a:extLst>
                <a:ext uri="{FF2B5EF4-FFF2-40B4-BE49-F238E27FC236}">
                  <a16:creationId xmlns:a16="http://schemas.microsoft.com/office/drawing/2014/main" id="{CFC7C073-1C9B-441F-F501-2BCEA061E5BB}"/>
                </a:ext>
              </a:extLst>
            </p:cNvPr>
            <p:cNvCxnSpPr>
              <a:cxnSpLocks/>
            </p:cNvCxnSpPr>
            <p:nvPr/>
          </p:nvCxnSpPr>
          <p:spPr>
            <a:xfrm>
              <a:off x="566906" y="3933056"/>
              <a:ext cx="5742454"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8" name="直线连接符 57">
              <a:extLst>
                <a:ext uri="{FF2B5EF4-FFF2-40B4-BE49-F238E27FC236}">
                  <a16:creationId xmlns:a16="http://schemas.microsoft.com/office/drawing/2014/main" id="{AA9635AA-FBDB-A546-8E47-833A65361EDF}"/>
                </a:ext>
              </a:extLst>
            </p:cNvPr>
            <p:cNvCxnSpPr>
              <a:cxnSpLocks/>
            </p:cNvCxnSpPr>
            <p:nvPr/>
          </p:nvCxnSpPr>
          <p:spPr>
            <a:xfrm>
              <a:off x="566906" y="4509120"/>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28C4F26A-5504-AD78-3B0B-331E367168D5}"/>
                </a:ext>
              </a:extLst>
            </p:cNvPr>
            <p:cNvCxnSpPr>
              <a:cxnSpLocks/>
            </p:cNvCxnSpPr>
            <p:nvPr/>
          </p:nvCxnSpPr>
          <p:spPr>
            <a:xfrm>
              <a:off x="566906" y="5133945"/>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60" name="直线连接符 59">
              <a:extLst>
                <a:ext uri="{FF2B5EF4-FFF2-40B4-BE49-F238E27FC236}">
                  <a16:creationId xmlns:a16="http://schemas.microsoft.com/office/drawing/2014/main" id="{36AA33F2-47FE-65F1-90AC-6C4B8B7B25F0}"/>
                </a:ext>
              </a:extLst>
            </p:cNvPr>
            <p:cNvCxnSpPr>
              <a:cxnSpLocks/>
            </p:cNvCxnSpPr>
            <p:nvPr/>
          </p:nvCxnSpPr>
          <p:spPr>
            <a:xfrm>
              <a:off x="566906" y="5733256"/>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grpSp>
      <p:sp>
        <p:nvSpPr>
          <p:cNvPr id="67" name="文本框 66">
            <a:extLst>
              <a:ext uri="{FF2B5EF4-FFF2-40B4-BE49-F238E27FC236}">
                <a16:creationId xmlns:a16="http://schemas.microsoft.com/office/drawing/2014/main" id="{46FDB397-DB64-6B15-52D3-858C4B80E128}"/>
              </a:ext>
            </a:extLst>
          </p:cNvPr>
          <p:cNvSpPr txBox="1"/>
          <p:nvPr/>
        </p:nvSpPr>
        <p:spPr>
          <a:xfrm>
            <a:off x="6031503" y="5595766"/>
            <a:ext cx="258404"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68" name="文本框 67">
            <a:extLst>
              <a:ext uri="{FF2B5EF4-FFF2-40B4-BE49-F238E27FC236}">
                <a16:creationId xmlns:a16="http://schemas.microsoft.com/office/drawing/2014/main" id="{EDBF0022-F376-FE29-6C35-79C71CBB1219}"/>
              </a:ext>
            </a:extLst>
          </p:cNvPr>
          <p:cNvSpPr txBox="1"/>
          <p:nvPr/>
        </p:nvSpPr>
        <p:spPr>
          <a:xfrm>
            <a:off x="6551203" y="5595766"/>
            <a:ext cx="258404"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69" name="文本框 68">
            <a:extLst>
              <a:ext uri="{FF2B5EF4-FFF2-40B4-BE49-F238E27FC236}">
                <a16:creationId xmlns:a16="http://schemas.microsoft.com/office/drawing/2014/main" id="{40CF686B-0F9F-26D8-2F21-17CF0CFD9178}"/>
              </a:ext>
            </a:extLst>
          </p:cNvPr>
          <p:cNvSpPr txBox="1"/>
          <p:nvPr/>
        </p:nvSpPr>
        <p:spPr>
          <a:xfrm>
            <a:off x="7055259" y="5595766"/>
            <a:ext cx="258404"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9</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0" name="文本框 69">
            <a:extLst>
              <a:ext uri="{FF2B5EF4-FFF2-40B4-BE49-F238E27FC236}">
                <a16:creationId xmlns:a16="http://schemas.microsoft.com/office/drawing/2014/main" id="{A01E66E7-7D45-C895-F02C-B8C6EA1D6F18}"/>
              </a:ext>
            </a:extLst>
          </p:cNvPr>
          <p:cNvSpPr txBox="1"/>
          <p:nvPr/>
        </p:nvSpPr>
        <p:spPr>
          <a:xfrm>
            <a:off x="7605199"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10</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2" name="文本框 71">
            <a:extLst>
              <a:ext uri="{FF2B5EF4-FFF2-40B4-BE49-F238E27FC236}">
                <a16:creationId xmlns:a16="http://schemas.microsoft.com/office/drawing/2014/main" id="{3D3784C4-D939-03B9-794A-048D127A1D68}"/>
              </a:ext>
            </a:extLst>
          </p:cNvPr>
          <p:cNvSpPr txBox="1"/>
          <p:nvPr/>
        </p:nvSpPr>
        <p:spPr>
          <a:xfrm>
            <a:off x="809602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11</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3" name="文本框 72">
            <a:extLst>
              <a:ext uri="{FF2B5EF4-FFF2-40B4-BE49-F238E27FC236}">
                <a16:creationId xmlns:a16="http://schemas.microsoft.com/office/drawing/2014/main" id="{E82CBBA9-27D4-2FE6-B5D7-D322DA2BEB73}"/>
              </a:ext>
            </a:extLst>
          </p:cNvPr>
          <p:cNvSpPr txBox="1"/>
          <p:nvPr/>
        </p:nvSpPr>
        <p:spPr>
          <a:xfrm>
            <a:off x="8626373"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12</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4" name="文本框 73">
            <a:extLst>
              <a:ext uri="{FF2B5EF4-FFF2-40B4-BE49-F238E27FC236}">
                <a16:creationId xmlns:a16="http://schemas.microsoft.com/office/drawing/2014/main" id="{B3242ACC-0EBE-6F75-BCA8-3B586A5869EF}"/>
              </a:ext>
            </a:extLst>
          </p:cNvPr>
          <p:cNvSpPr txBox="1"/>
          <p:nvPr/>
        </p:nvSpPr>
        <p:spPr>
          <a:xfrm>
            <a:off x="915671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13</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5" name="文本框 74">
            <a:extLst>
              <a:ext uri="{FF2B5EF4-FFF2-40B4-BE49-F238E27FC236}">
                <a16:creationId xmlns:a16="http://schemas.microsoft.com/office/drawing/2014/main" id="{63C9C5CC-CB00-420A-F1D5-753A30A6E783}"/>
              </a:ext>
            </a:extLst>
          </p:cNvPr>
          <p:cNvSpPr txBox="1"/>
          <p:nvPr/>
        </p:nvSpPr>
        <p:spPr>
          <a:xfrm>
            <a:off x="968036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14</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7" name="文本框 76">
            <a:extLst>
              <a:ext uri="{FF2B5EF4-FFF2-40B4-BE49-F238E27FC236}">
                <a16:creationId xmlns:a16="http://schemas.microsoft.com/office/drawing/2014/main" id="{FD0E5197-0B3D-BB40-70C0-E7DE0A74AA34}"/>
              </a:ext>
            </a:extLst>
          </p:cNvPr>
          <p:cNvSpPr txBox="1"/>
          <p:nvPr/>
        </p:nvSpPr>
        <p:spPr>
          <a:xfrm>
            <a:off x="1020401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15</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8" name="文本框 77">
            <a:extLst>
              <a:ext uri="{FF2B5EF4-FFF2-40B4-BE49-F238E27FC236}">
                <a16:creationId xmlns:a16="http://schemas.microsoft.com/office/drawing/2014/main" id="{697BEC6E-5A0C-6319-68D1-81BBA4574F39}"/>
              </a:ext>
            </a:extLst>
          </p:cNvPr>
          <p:cNvSpPr txBox="1"/>
          <p:nvPr/>
        </p:nvSpPr>
        <p:spPr>
          <a:xfrm>
            <a:off x="10727667"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16</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9" name="文本框 78">
            <a:extLst>
              <a:ext uri="{FF2B5EF4-FFF2-40B4-BE49-F238E27FC236}">
                <a16:creationId xmlns:a16="http://schemas.microsoft.com/office/drawing/2014/main" id="{2ADAC7F1-A20A-2108-2D9F-505E1B9A333B}"/>
              </a:ext>
            </a:extLst>
          </p:cNvPr>
          <p:cNvSpPr txBox="1"/>
          <p:nvPr/>
        </p:nvSpPr>
        <p:spPr>
          <a:xfrm>
            <a:off x="11238417"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0" name="文本框 79">
            <a:extLst>
              <a:ext uri="{FF2B5EF4-FFF2-40B4-BE49-F238E27FC236}">
                <a16:creationId xmlns:a16="http://schemas.microsoft.com/office/drawing/2014/main" id="{327762DF-05F4-0F7C-2232-4F25B8B97846}"/>
              </a:ext>
            </a:extLst>
          </p:cNvPr>
          <p:cNvSpPr txBox="1"/>
          <p:nvPr/>
        </p:nvSpPr>
        <p:spPr>
          <a:xfrm>
            <a:off x="11644339"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1" name="文本框 80">
            <a:extLst>
              <a:ext uri="{FF2B5EF4-FFF2-40B4-BE49-F238E27FC236}">
                <a16:creationId xmlns:a16="http://schemas.microsoft.com/office/drawing/2014/main" id="{2E8A9D33-19C5-3805-21E0-DD6C03D3A1B1}"/>
              </a:ext>
            </a:extLst>
          </p:cNvPr>
          <p:cNvSpPr txBox="1"/>
          <p:nvPr/>
        </p:nvSpPr>
        <p:spPr>
          <a:xfrm>
            <a:off x="6031503" y="5737916"/>
            <a:ext cx="375424"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DEC</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2" name="文本框 81">
            <a:extLst>
              <a:ext uri="{FF2B5EF4-FFF2-40B4-BE49-F238E27FC236}">
                <a16:creationId xmlns:a16="http://schemas.microsoft.com/office/drawing/2014/main" id="{7807C349-2A4C-7610-6323-B66CABB3E620}"/>
              </a:ext>
            </a:extLst>
          </p:cNvPr>
          <p:cNvSpPr txBox="1"/>
          <p:nvPr/>
        </p:nvSpPr>
        <p:spPr>
          <a:xfrm>
            <a:off x="6078952" y="5417633"/>
            <a:ext cx="243978" cy="215444"/>
          </a:xfrm>
          <a:prstGeom prst="rect">
            <a:avLst/>
          </a:prstGeom>
          <a:noFill/>
        </p:spPr>
        <p:txBody>
          <a:bodyPr wrap="none" rtlCol="0">
            <a:spAutoFit/>
          </a:bodyPr>
          <a:lstStyle/>
          <a:p>
            <a:r>
              <a:rPr kumimoji="1" lang="en-US" altLang="zh-CN" sz="800" dirty="0">
                <a:solidFill>
                  <a:srgbClr val="01329F"/>
                </a:solidFill>
                <a:latin typeface="Alibaba PuHuiTi" pitchFamily="18" charset="-122"/>
                <a:ea typeface="Alibaba PuHuiTi" pitchFamily="18" charset="-122"/>
                <a:cs typeface="Alibaba PuHuiTi" pitchFamily="18" charset="-122"/>
              </a:rPr>
              <a:t>0</a:t>
            </a:r>
            <a:endParaRPr kumimoji="1" lang="zh-CN" altLang="en-US" sz="800" dirty="0">
              <a:solidFill>
                <a:srgbClr val="01329F"/>
              </a:solidFill>
              <a:latin typeface="Alibaba PuHuiTi" pitchFamily="18" charset="-122"/>
              <a:ea typeface="Alibaba PuHuiTi" pitchFamily="18" charset="-122"/>
              <a:cs typeface="Alibaba PuHuiTi" pitchFamily="18" charset="-122"/>
            </a:endParaRPr>
          </a:p>
        </p:txBody>
      </p:sp>
      <p:sp>
        <p:nvSpPr>
          <p:cNvPr id="83" name="文本框 82">
            <a:extLst>
              <a:ext uri="{FF2B5EF4-FFF2-40B4-BE49-F238E27FC236}">
                <a16:creationId xmlns:a16="http://schemas.microsoft.com/office/drawing/2014/main" id="{6D27D57F-F3A9-A216-C952-C911D4A4BBC4}"/>
              </a:ext>
            </a:extLst>
          </p:cNvPr>
          <p:cNvSpPr txBox="1"/>
          <p:nvPr/>
        </p:nvSpPr>
        <p:spPr>
          <a:xfrm>
            <a:off x="6079399" y="4817267"/>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28</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4" name="文本框 83">
            <a:extLst>
              <a:ext uri="{FF2B5EF4-FFF2-40B4-BE49-F238E27FC236}">
                <a16:creationId xmlns:a16="http://schemas.microsoft.com/office/drawing/2014/main" id="{65DA03B4-6DD9-DDEB-BA83-E90AE44F9048}"/>
              </a:ext>
            </a:extLst>
          </p:cNvPr>
          <p:cNvSpPr txBox="1"/>
          <p:nvPr/>
        </p:nvSpPr>
        <p:spPr>
          <a:xfrm>
            <a:off x="6071448" y="4217351"/>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40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5" name="文本框 84">
            <a:extLst>
              <a:ext uri="{FF2B5EF4-FFF2-40B4-BE49-F238E27FC236}">
                <a16:creationId xmlns:a16="http://schemas.microsoft.com/office/drawing/2014/main" id="{52F16DE7-2700-CDA9-67BF-7444AB609446}"/>
              </a:ext>
            </a:extLst>
          </p:cNvPr>
          <p:cNvSpPr txBox="1"/>
          <p:nvPr/>
        </p:nvSpPr>
        <p:spPr>
          <a:xfrm>
            <a:off x="6079399" y="3617433"/>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60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6" name="文本框 85">
            <a:extLst>
              <a:ext uri="{FF2B5EF4-FFF2-40B4-BE49-F238E27FC236}">
                <a16:creationId xmlns:a16="http://schemas.microsoft.com/office/drawing/2014/main" id="{476B120F-BD26-D3D7-135D-8F71EF288300}"/>
              </a:ext>
            </a:extLst>
          </p:cNvPr>
          <p:cNvSpPr txBox="1"/>
          <p:nvPr/>
        </p:nvSpPr>
        <p:spPr>
          <a:xfrm>
            <a:off x="6071447" y="3017068"/>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80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7" name="文本框 86">
            <a:extLst>
              <a:ext uri="{FF2B5EF4-FFF2-40B4-BE49-F238E27FC236}">
                <a16:creationId xmlns:a16="http://schemas.microsoft.com/office/drawing/2014/main" id="{CCF72C6E-EFDC-4D4A-514B-342CDC7F75B4}"/>
              </a:ext>
            </a:extLst>
          </p:cNvPr>
          <p:cNvSpPr txBox="1"/>
          <p:nvPr/>
        </p:nvSpPr>
        <p:spPr>
          <a:xfrm>
            <a:off x="6079399" y="2409199"/>
            <a:ext cx="362600"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100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8" name="文本框 87">
            <a:extLst>
              <a:ext uri="{FF2B5EF4-FFF2-40B4-BE49-F238E27FC236}">
                <a16:creationId xmlns:a16="http://schemas.microsoft.com/office/drawing/2014/main" id="{31B1A795-A794-451C-4EC3-82298C2B06A0}"/>
              </a:ext>
            </a:extLst>
          </p:cNvPr>
          <p:cNvSpPr txBox="1"/>
          <p:nvPr/>
        </p:nvSpPr>
        <p:spPr>
          <a:xfrm>
            <a:off x="6071447" y="1801330"/>
            <a:ext cx="362600"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120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9" name="椭圆 88">
            <a:extLst>
              <a:ext uri="{FF2B5EF4-FFF2-40B4-BE49-F238E27FC236}">
                <a16:creationId xmlns:a16="http://schemas.microsoft.com/office/drawing/2014/main" id="{58ABC4BE-1A52-9133-264B-2AC08D626088}"/>
              </a:ext>
            </a:extLst>
          </p:cNvPr>
          <p:cNvSpPr/>
          <p:nvPr/>
        </p:nvSpPr>
        <p:spPr>
          <a:xfrm>
            <a:off x="6195925" y="1438937"/>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91" name="文本框 90">
            <a:extLst>
              <a:ext uri="{FF2B5EF4-FFF2-40B4-BE49-F238E27FC236}">
                <a16:creationId xmlns:a16="http://schemas.microsoft.com/office/drawing/2014/main" id="{29D9F5D7-D816-62AB-7B30-202A058B247C}"/>
              </a:ext>
            </a:extLst>
          </p:cNvPr>
          <p:cNvSpPr txBox="1"/>
          <p:nvPr/>
        </p:nvSpPr>
        <p:spPr>
          <a:xfrm>
            <a:off x="6281750" y="1410824"/>
            <a:ext cx="1013419"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PPT Template</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92" name="椭圆 91">
            <a:extLst>
              <a:ext uri="{FF2B5EF4-FFF2-40B4-BE49-F238E27FC236}">
                <a16:creationId xmlns:a16="http://schemas.microsoft.com/office/drawing/2014/main" id="{2F8BB836-8FD3-FF2F-D8EF-582B492E3AF4}"/>
              </a:ext>
            </a:extLst>
          </p:cNvPr>
          <p:cNvSpPr/>
          <p:nvPr/>
        </p:nvSpPr>
        <p:spPr>
          <a:xfrm>
            <a:off x="11665857" y="1445102"/>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93" name="文本框 92">
            <a:extLst>
              <a:ext uri="{FF2B5EF4-FFF2-40B4-BE49-F238E27FC236}">
                <a16:creationId xmlns:a16="http://schemas.microsoft.com/office/drawing/2014/main" id="{632B22EF-75BE-83C6-68B6-B8777744DB5D}"/>
              </a:ext>
            </a:extLst>
          </p:cNvPr>
          <p:cNvSpPr txBox="1"/>
          <p:nvPr/>
        </p:nvSpPr>
        <p:spPr>
          <a:xfrm>
            <a:off x="10614644" y="1393136"/>
            <a:ext cx="1072730"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ARCHITECTURE</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94" name="文本框 93">
            <a:extLst>
              <a:ext uri="{FF2B5EF4-FFF2-40B4-BE49-F238E27FC236}">
                <a16:creationId xmlns:a16="http://schemas.microsoft.com/office/drawing/2014/main" id="{E7233C8C-1E34-108A-3B55-F10EEEAC9134}"/>
              </a:ext>
            </a:extLst>
          </p:cNvPr>
          <p:cNvSpPr txBox="1"/>
          <p:nvPr/>
        </p:nvSpPr>
        <p:spPr>
          <a:xfrm>
            <a:off x="11615617" y="1809281"/>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¥3</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21284C9B-87F7-730E-0D3D-10819D843575}"/>
              </a:ext>
            </a:extLst>
          </p:cNvPr>
          <p:cNvSpPr txBox="1"/>
          <p:nvPr/>
        </p:nvSpPr>
        <p:spPr>
          <a:xfrm>
            <a:off x="11525849" y="2401248"/>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7" name="文本框 96">
            <a:extLst>
              <a:ext uri="{FF2B5EF4-FFF2-40B4-BE49-F238E27FC236}">
                <a16:creationId xmlns:a16="http://schemas.microsoft.com/office/drawing/2014/main" id="{87C46861-BA78-2AA7-6899-E077D6C50566}"/>
              </a:ext>
            </a:extLst>
          </p:cNvPr>
          <p:cNvSpPr txBox="1"/>
          <p:nvPr/>
        </p:nvSpPr>
        <p:spPr>
          <a:xfrm>
            <a:off x="11525849" y="2977312"/>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8" name="文本框 97">
            <a:extLst>
              <a:ext uri="{FF2B5EF4-FFF2-40B4-BE49-F238E27FC236}">
                <a16:creationId xmlns:a16="http://schemas.microsoft.com/office/drawing/2014/main" id="{C92A5AD3-20E4-46C0-244C-B30E6E0B5770}"/>
              </a:ext>
            </a:extLst>
          </p:cNvPr>
          <p:cNvSpPr txBox="1"/>
          <p:nvPr/>
        </p:nvSpPr>
        <p:spPr>
          <a:xfrm>
            <a:off x="11525849" y="3553376"/>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9" name="文本框 98">
            <a:extLst>
              <a:ext uri="{FF2B5EF4-FFF2-40B4-BE49-F238E27FC236}">
                <a16:creationId xmlns:a16="http://schemas.microsoft.com/office/drawing/2014/main" id="{00B9E03B-49F6-4775-6AF7-7F24E350653E}"/>
              </a:ext>
            </a:extLst>
          </p:cNvPr>
          <p:cNvSpPr txBox="1"/>
          <p:nvPr/>
        </p:nvSpPr>
        <p:spPr>
          <a:xfrm>
            <a:off x="11615617" y="4201448"/>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00" name="文本框 99">
            <a:extLst>
              <a:ext uri="{FF2B5EF4-FFF2-40B4-BE49-F238E27FC236}">
                <a16:creationId xmlns:a16="http://schemas.microsoft.com/office/drawing/2014/main" id="{BE62F2E2-D075-FAB4-4755-F19BD0DCD778}"/>
              </a:ext>
            </a:extLst>
          </p:cNvPr>
          <p:cNvSpPr txBox="1"/>
          <p:nvPr/>
        </p:nvSpPr>
        <p:spPr>
          <a:xfrm>
            <a:off x="11525849" y="4777512"/>
            <a:ext cx="393056" cy="215444"/>
          </a:xfrm>
          <a:prstGeom prst="rect">
            <a:avLst/>
          </a:prstGeom>
          <a:noFill/>
        </p:spPr>
        <p:txBody>
          <a:bodyPr wrap="none" rtlCol="0">
            <a:spAutoFit/>
          </a:bodyPr>
          <a:lstStyle/>
          <a:p>
            <a:r>
              <a:rPr kumimoji="1" lang="en-US" altLang="zh-CN" sz="800" dirty="0">
                <a:solidFill>
                  <a:srgbClr val="01329F"/>
                </a:solidFill>
                <a:latin typeface="Alibaba PuHuiTi" pitchFamily="18" charset="-122"/>
                <a:ea typeface="Alibaba PuHuiTi" pitchFamily="18" charset="-122"/>
                <a:cs typeface="Alibaba PuHuiTi" pitchFamily="18" charset="-122"/>
              </a:rPr>
              <a:t>¥0.5</a:t>
            </a:r>
            <a:endParaRPr kumimoji="1" lang="zh-CN" altLang="en-US" sz="800" dirty="0">
              <a:solidFill>
                <a:srgbClr val="01329F"/>
              </a:solidFill>
              <a:latin typeface="Alibaba PuHuiTi" pitchFamily="18" charset="-122"/>
              <a:ea typeface="Alibaba PuHuiTi" pitchFamily="18" charset="-122"/>
              <a:cs typeface="Alibaba PuHuiTi" pitchFamily="18" charset="-122"/>
            </a:endParaRPr>
          </a:p>
        </p:txBody>
      </p:sp>
      <p:sp>
        <p:nvSpPr>
          <p:cNvPr id="101" name="文本框 100">
            <a:extLst>
              <a:ext uri="{FF2B5EF4-FFF2-40B4-BE49-F238E27FC236}">
                <a16:creationId xmlns:a16="http://schemas.microsoft.com/office/drawing/2014/main" id="{EC3040E6-8100-0EDD-9E24-B603D2073511}"/>
              </a:ext>
            </a:extLst>
          </p:cNvPr>
          <p:cNvSpPr txBox="1"/>
          <p:nvPr/>
        </p:nvSpPr>
        <p:spPr>
          <a:xfrm>
            <a:off x="11615617" y="5417187"/>
            <a:ext cx="303288" cy="215444"/>
          </a:xfrm>
          <a:prstGeom prst="rect">
            <a:avLst/>
          </a:prstGeom>
          <a:noFill/>
        </p:spPr>
        <p:txBody>
          <a:bodyPr wrap="none" rtlCol="0">
            <a:spAutoFit/>
          </a:bodyPr>
          <a:lstStyle/>
          <a:p>
            <a:r>
              <a:rPr kumimoji="1" lang="en-US" altLang="zh-CN" sz="800" dirty="0">
                <a:solidFill>
                  <a:srgbClr val="01329F"/>
                </a:solidFill>
                <a:latin typeface="Alibaba PuHuiTi" pitchFamily="18" charset="-122"/>
                <a:ea typeface="Alibaba PuHuiTi" pitchFamily="18" charset="-122"/>
                <a:cs typeface="Alibaba PuHuiTi" pitchFamily="18" charset="-122"/>
              </a:rPr>
              <a:t>¥0</a:t>
            </a:r>
            <a:endParaRPr kumimoji="1" lang="zh-CN" altLang="en-US" sz="800" dirty="0">
              <a:solidFill>
                <a:srgbClr val="01329F"/>
              </a:solidFill>
              <a:latin typeface="Alibaba PuHuiTi" pitchFamily="18" charset="-122"/>
              <a:ea typeface="Alibaba PuHuiTi" pitchFamily="18" charset="-122"/>
              <a:cs typeface="Alibaba PuHuiTi" pitchFamily="18" charset="-122"/>
            </a:endParaRPr>
          </a:p>
        </p:txBody>
      </p:sp>
      <p:sp>
        <p:nvSpPr>
          <p:cNvPr id="103" name="文本框 102">
            <a:extLst>
              <a:ext uri="{FF2B5EF4-FFF2-40B4-BE49-F238E27FC236}">
                <a16:creationId xmlns:a16="http://schemas.microsoft.com/office/drawing/2014/main" id="{229FED01-A574-3372-F1C8-1B1BCCCAAC2C}"/>
              </a:ext>
            </a:extLst>
          </p:cNvPr>
          <p:cNvSpPr txBox="1"/>
          <p:nvPr/>
        </p:nvSpPr>
        <p:spPr>
          <a:xfrm>
            <a:off x="7093443" y="1737906"/>
            <a:ext cx="2468880" cy="1162562"/>
          </a:xfrm>
          <a:prstGeom prst="rect">
            <a:avLst/>
          </a:prstGeom>
          <a:noFill/>
        </p:spPr>
        <p:txBody>
          <a:bodyPr wrap="square" rtlCol="0">
            <a:spAutoFit/>
          </a:bodyPr>
          <a:lstStyle/>
          <a:p>
            <a:pPr>
              <a:lnSpc>
                <a:spcPts val="1360"/>
              </a:lnSpc>
            </a:pPr>
            <a:r>
              <a:rPr kumimoji="1" lang="en" altLang="zh-CN" sz="1050" dirty="0">
                <a:solidFill>
                  <a:srgbClr val="1E344D"/>
                </a:solidFill>
                <a:latin typeface="Alibaba PuHuiTi" pitchFamily="18" charset="-122"/>
                <a:ea typeface="Alibaba PuHuiTi" pitchFamily="18" charset="-122"/>
                <a:cs typeface="Alibaba PuHuiTi" pitchFamily="18" charset="-122"/>
              </a:rPr>
              <a:t>Yesterday there was anannouncement that Waves coin will be listed on Huobi and thecommunity reacted very positivelyto the news.As a result, thecoin gained 30% per day.</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cxnSp>
        <p:nvCxnSpPr>
          <p:cNvPr id="109" name="直线箭头连接符 108">
            <a:extLst>
              <a:ext uri="{FF2B5EF4-FFF2-40B4-BE49-F238E27FC236}">
                <a16:creationId xmlns:a16="http://schemas.microsoft.com/office/drawing/2014/main" id="{941D8BF7-801A-9F8C-A66A-B35044C69D68}"/>
              </a:ext>
            </a:extLst>
          </p:cNvPr>
          <p:cNvCxnSpPr/>
          <p:nvPr/>
        </p:nvCxnSpPr>
        <p:spPr>
          <a:xfrm>
            <a:off x="8660595" y="1869009"/>
            <a:ext cx="2837329" cy="0"/>
          </a:xfrm>
          <a:prstGeom prst="straightConnector1">
            <a:avLst/>
          </a:prstGeom>
          <a:ln w="12700">
            <a:solidFill>
              <a:srgbClr val="212121"/>
            </a:solidFill>
            <a:tailEnd type="triangle"/>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4EF4D1CD-5160-C486-D8DC-D83717EEFF93}"/>
              </a:ext>
            </a:extLst>
          </p:cNvPr>
          <p:cNvSpPr txBox="1"/>
          <p:nvPr/>
        </p:nvSpPr>
        <p:spPr>
          <a:xfrm>
            <a:off x="205341" y="970155"/>
            <a:ext cx="11831704" cy="2308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000000"/>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000000"/>
              </a:solidFill>
            </a:endParaRPr>
          </a:p>
        </p:txBody>
      </p:sp>
      <p:sp>
        <p:nvSpPr>
          <p:cNvPr id="2" name="文本框 1">
            <a:extLst>
              <a:ext uri="{FF2B5EF4-FFF2-40B4-BE49-F238E27FC236}">
                <a16:creationId xmlns:a16="http://schemas.microsoft.com/office/drawing/2014/main" id="{8F73DF25-3B99-09BE-D809-F72716A623D6}"/>
              </a:ext>
            </a:extLst>
          </p:cNvPr>
          <p:cNvSpPr txBox="1"/>
          <p:nvPr/>
        </p:nvSpPr>
        <p:spPr>
          <a:xfrm>
            <a:off x="142541" y="5872301"/>
            <a:ext cx="4940968" cy="830997"/>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DDF6B87E-3855-0CD9-CD47-87617BC801A4}"/>
              </a:ext>
            </a:extLst>
          </p:cNvPr>
          <p:cNvSpPr txBox="1"/>
          <p:nvPr/>
        </p:nvSpPr>
        <p:spPr>
          <a:xfrm>
            <a:off x="4453074" y="6253124"/>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 projects by the number of</a:t>
            </a:r>
          </a:p>
        </p:txBody>
      </p:sp>
      <p:sp>
        <p:nvSpPr>
          <p:cNvPr id="8" name="文本框 7">
            <a:extLst>
              <a:ext uri="{FF2B5EF4-FFF2-40B4-BE49-F238E27FC236}">
                <a16:creationId xmlns:a16="http://schemas.microsoft.com/office/drawing/2014/main" id="{AF621A51-CFF8-1385-DDB2-DC4431D97179}"/>
              </a:ext>
            </a:extLst>
          </p:cNvPr>
          <p:cNvSpPr txBox="1"/>
          <p:nvPr/>
        </p:nvSpPr>
        <p:spPr>
          <a:xfrm>
            <a:off x="10003186" y="6045199"/>
            <a:ext cx="18385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chemeClr val="bg1"/>
                </a:solidFill>
              </a:rPr>
              <a:t>Top 10</a:t>
            </a:r>
            <a:r>
              <a:rPr lang="zh-CN" altLang="en-US" dirty="0">
                <a:solidFill>
                  <a:schemeClr val="bg1"/>
                </a:solidFill>
              </a:rPr>
              <a:t> </a:t>
            </a:r>
            <a:r>
              <a:rPr lang="en-US" altLang="zh-CN" dirty="0">
                <a:solidFill>
                  <a:schemeClr val="bg1"/>
                </a:solidFill>
              </a:rPr>
              <a:t>PPT</a:t>
            </a:r>
            <a:endParaRPr lang="zh-CN" altLang="en-US" dirty="0">
              <a:solidFill>
                <a:schemeClr val="bg1"/>
              </a:solidFill>
            </a:endParaRPr>
          </a:p>
        </p:txBody>
      </p:sp>
      <p:sp>
        <p:nvSpPr>
          <p:cNvPr id="10" name="文本框 9">
            <a:extLst>
              <a:ext uri="{FF2B5EF4-FFF2-40B4-BE49-F238E27FC236}">
                <a16:creationId xmlns:a16="http://schemas.microsoft.com/office/drawing/2014/main" id="{6578A191-176D-FA88-1311-73F13AC90D82}"/>
              </a:ext>
            </a:extLst>
          </p:cNvPr>
          <p:cNvSpPr txBox="1"/>
          <p:nvPr/>
        </p:nvSpPr>
        <p:spPr>
          <a:xfrm>
            <a:off x="3238281" y="5912095"/>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13" name="椭圆 12">
            <a:extLst>
              <a:ext uri="{FF2B5EF4-FFF2-40B4-BE49-F238E27FC236}">
                <a16:creationId xmlns:a16="http://schemas.microsoft.com/office/drawing/2014/main" id="{6B787743-81BE-A29C-BF03-FD1AFA411886}"/>
              </a:ext>
            </a:extLst>
          </p:cNvPr>
          <p:cNvSpPr/>
          <p:nvPr/>
        </p:nvSpPr>
        <p:spPr>
          <a:xfrm>
            <a:off x="620648" y="2749777"/>
            <a:ext cx="1536192" cy="1536192"/>
          </a:xfrm>
          <a:prstGeom prst="ellips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000" dirty="0">
              <a:solidFill>
                <a:srgbClr val="01329F"/>
              </a:solidFill>
              <a:latin typeface="Alibaba PuHuiTi" pitchFamily="18" charset="-122"/>
              <a:ea typeface="Alibaba PuHuiTi" pitchFamily="18" charset="-122"/>
              <a:cs typeface="Alibaba PuHuiTi" pitchFamily="18" charset="-122"/>
            </a:endParaRPr>
          </a:p>
        </p:txBody>
      </p:sp>
      <p:sp>
        <p:nvSpPr>
          <p:cNvPr id="16" name="文本框 15">
            <a:extLst>
              <a:ext uri="{FF2B5EF4-FFF2-40B4-BE49-F238E27FC236}">
                <a16:creationId xmlns:a16="http://schemas.microsoft.com/office/drawing/2014/main" id="{93B708AF-9EC9-4E58-4733-B369E0418795}"/>
              </a:ext>
            </a:extLst>
          </p:cNvPr>
          <p:cNvSpPr txBox="1"/>
          <p:nvPr/>
        </p:nvSpPr>
        <p:spPr>
          <a:xfrm>
            <a:off x="818590" y="1824082"/>
            <a:ext cx="1143000"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Advanced PPT</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40F81B5C-EA4F-D2ED-3ABE-E6C8720EB913}"/>
              </a:ext>
            </a:extLst>
          </p:cNvPr>
          <p:cNvSpPr txBox="1"/>
          <p:nvPr/>
        </p:nvSpPr>
        <p:spPr>
          <a:xfrm>
            <a:off x="818590" y="4468833"/>
            <a:ext cx="1143000" cy="584775"/>
          </a:xfrm>
          <a:prstGeom prst="rect">
            <a:avLst/>
          </a:prstGeom>
          <a:noFill/>
        </p:spPr>
        <p:txBody>
          <a:bodyPr wrap="square" rtlCol="0">
            <a:spAutoFit/>
          </a:bodyPr>
          <a:lstStyle/>
          <a:p>
            <a:r>
              <a:rPr kumimoji="1" lang="en" altLang="zh-CN" sz="1600" dirty="0">
                <a:solidFill>
                  <a:srgbClr val="1E344D"/>
                </a:solidFill>
                <a:latin typeface="Alibaba PuHuiTi Medium" pitchFamily="18" charset="-122"/>
                <a:ea typeface="Alibaba PuHuiTi Medium" pitchFamily="18" charset="-122"/>
                <a:cs typeface="Alibaba PuHuiTi Medium" pitchFamily="18" charset="-122"/>
              </a:rPr>
              <a:t>logical analysis</a:t>
            </a:r>
            <a:endParaRPr kumimoji="1" lang="zh-CN" altLang="en-US" sz="1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82E2F0C3-7545-9AC0-1CCF-9F0269261E62}"/>
              </a:ext>
            </a:extLst>
          </p:cNvPr>
          <p:cNvSpPr txBox="1"/>
          <p:nvPr/>
        </p:nvSpPr>
        <p:spPr>
          <a:xfrm>
            <a:off x="697567" y="3190908"/>
            <a:ext cx="1465728"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clear copywriting</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20" name="直线连接符 19">
            <a:extLst>
              <a:ext uri="{FF2B5EF4-FFF2-40B4-BE49-F238E27FC236}">
                <a16:creationId xmlns:a16="http://schemas.microsoft.com/office/drawing/2014/main" id="{D9807C1D-E2F2-87F0-BE3A-B403A4C5148D}"/>
              </a:ext>
            </a:extLst>
          </p:cNvPr>
          <p:cNvCxnSpPr>
            <a:cxnSpLocks/>
          </p:cNvCxnSpPr>
          <p:nvPr/>
        </p:nvCxnSpPr>
        <p:spPr>
          <a:xfrm>
            <a:off x="2580154" y="2267834"/>
            <a:ext cx="806823" cy="0"/>
          </a:xfrm>
          <a:prstGeom prst="line">
            <a:avLst/>
          </a:prstGeom>
          <a:ln w="9525">
            <a:solidFill>
              <a:srgbClr val="212121">
                <a:alpha val="57000"/>
              </a:srgbClr>
            </a:solidFill>
          </a:ln>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id="{25832D4A-7DFF-2D17-CE9B-016B0ECAC67C}"/>
              </a:ext>
            </a:extLst>
          </p:cNvPr>
          <p:cNvCxnSpPr>
            <a:cxnSpLocks/>
          </p:cNvCxnSpPr>
          <p:nvPr/>
        </p:nvCxnSpPr>
        <p:spPr>
          <a:xfrm>
            <a:off x="2580154" y="3460721"/>
            <a:ext cx="806823" cy="0"/>
          </a:xfrm>
          <a:prstGeom prst="line">
            <a:avLst/>
          </a:prstGeom>
          <a:ln w="9525">
            <a:solidFill>
              <a:srgbClr val="212121">
                <a:alpha val="57000"/>
              </a:srgbClr>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2DD6A523-1457-CC6E-6B84-027D2EC2D528}"/>
              </a:ext>
            </a:extLst>
          </p:cNvPr>
          <p:cNvCxnSpPr>
            <a:cxnSpLocks/>
          </p:cNvCxnSpPr>
          <p:nvPr/>
        </p:nvCxnSpPr>
        <p:spPr>
          <a:xfrm>
            <a:off x="2580154" y="4756865"/>
            <a:ext cx="806823" cy="0"/>
          </a:xfrm>
          <a:prstGeom prst="line">
            <a:avLst/>
          </a:prstGeom>
          <a:ln w="9525">
            <a:solidFill>
              <a:srgbClr val="212121">
                <a:alpha val="57000"/>
              </a:srgbClr>
            </a:solidFill>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8D8E243A-C69F-D50C-57A2-C099E8AC91D7}"/>
              </a:ext>
            </a:extLst>
          </p:cNvPr>
          <p:cNvSpPr txBox="1"/>
          <p:nvPr/>
        </p:nvSpPr>
        <p:spPr>
          <a:xfrm>
            <a:off x="3733013" y="1640782"/>
            <a:ext cx="1657575" cy="118301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p>
        </p:txBody>
      </p:sp>
      <p:sp>
        <p:nvSpPr>
          <p:cNvPr id="25" name="文本框 24">
            <a:extLst>
              <a:ext uri="{FF2B5EF4-FFF2-40B4-BE49-F238E27FC236}">
                <a16:creationId xmlns:a16="http://schemas.microsoft.com/office/drawing/2014/main" id="{F2CEDF2A-8A55-1BD1-6460-1042AD5A0117}"/>
              </a:ext>
            </a:extLst>
          </p:cNvPr>
          <p:cNvSpPr txBox="1"/>
          <p:nvPr/>
        </p:nvSpPr>
        <p:spPr>
          <a:xfrm>
            <a:off x="3733013" y="3005656"/>
            <a:ext cx="1657575" cy="118301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p>
        </p:txBody>
      </p:sp>
      <p:sp>
        <p:nvSpPr>
          <p:cNvPr id="26" name="文本框 25">
            <a:extLst>
              <a:ext uri="{FF2B5EF4-FFF2-40B4-BE49-F238E27FC236}">
                <a16:creationId xmlns:a16="http://schemas.microsoft.com/office/drawing/2014/main" id="{D55EB11E-8498-EFA1-8E6A-05DB3E2CF4D9}"/>
              </a:ext>
            </a:extLst>
          </p:cNvPr>
          <p:cNvSpPr txBox="1"/>
          <p:nvPr/>
        </p:nvSpPr>
        <p:spPr>
          <a:xfrm>
            <a:off x="3733013" y="4334752"/>
            <a:ext cx="1657575" cy="1183016"/>
          </a:xfrm>
          <a:prstGeom prst="rect">
            <a:avLst/>
          </a:prstGeom>
          <a:noFill/>
        </p:spPr>
        <p:txBody>
          <a:bodyPr wrap="square" rtlCol="0">
            <a:spAutoFit/>
          </a:bodyPr>
          <a:lstStyle/>
          <a:p>
            <a:pPr>
              <a:lnSpc>
                <a:spcPct val="150000"/>
              </a:lnSpc>
            </a:pP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p>
        </p:txBody>
      </p:sp>
      <p:sp>
        <p:nvSpPr>
          <p:cNvPr id="28" name="矩形 27">
            <a:extLst>
              <a:ext uri="{FF2B5EF4-FFF2-40B4-BE49-F238E27FC236}">
                <a16:creationId xmlns:a16="http://schemas.microsoft.com/office/drawing/2014/main" id="{BBD41F28-E63E-F092-65E3-93445D32F6A0}"/>
              </a:ext>
            </a:extLst>
          </p:cNvPr>
          <p:cNvSpPr/>
          <p:nvPr/>
        </p:nvSpPr>
        <p:spPr>
          <a:xfrm>
            <a:off x="2891114" y="2217660"/>
            <a:ext cx="115071" cy="115071"/>
          </a:xfrm>
          <a:prstGeom prst="rect">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34" name="矩形 33">
            <a:extLst>
              <a:ext uri="{FF2B5EF4-FFF2-40B4-BE49-F238E27FC236}">
                <a16:creationId xmlns:a16="http://schemas.microsoft.com/office/drawing/2014/main" id="{9F881D34-B1BA-C13D-003C-90EEEAD8A991}"/>
              </a:ext>
            </a:extLst>
          </p:cNvPr>
          <p:cNvSpPr/>
          <p:nvPr/>
        </p:nvSpPr>
        <p:spPr>
          <a:xfrm>
            <a:off x="2891114" y="3413472"/>
            <a:ext cx="115071" cy="115071"/>
          </a:xfrm>
          <a:prstGeom prst="rect">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36" name="矩形 35">
            <a:extLst>
              <a:ext uri="{FF2B5EF4-FFF2-40B4-BE49-F238E27FC236}">
                <a16:creationId xmlns:a16="http://schemas.microsoft.com/office/drawing/2014/main" id="{C5451100-3E71-A3DA-E404-62D14F48D795}"/>
              </a:ext>
            </a:extLst>
          </p:cNvPr>
          <p:cNvSpPr/>
          <p:nvPr/>
        </p:nvSpPr>
        <p:spPr>
          <a:xfrm>
            <a:off x="2891114" y="4701529"/>
            <a:ext cx="115071" cy="115071"/>
          </a:xfrm>
          <a:prstGeom prst="rect">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4" name="矩形 3">
            <a:extLst>
              <a:ext uri="{FF2B5EF4-FFF2-40B4-BE49-F238E27FC236}">
                <a16:creationId xmlns:a16="http://schemas.microsoft.com/office/drawing/2014/main" id="{87B47C8C-6A4C-5325-7A5D-2C820B19AD9E}"/>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4EA95CDC-8125-0DB4-F568-029913D5A9FF}"/>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4F693422-7A54-10C2-F259-ADD43AA07E40}"/>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2" name="直线连接符 11">
            <a:extLst>
              <a:ext uri="{FF2B5EF4-FFF2-40B4-BE49-F238E27FC236}">
                <a16:creationId xmlns:a16="http://schemas.microsoft.com/office/drawing/2014/main" id="{C6A3496D-D113-6CCB-AC22-2D826090A208}"/>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7274FC1E-9F4F-2748-8648-1E987FA70A0F}"/>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A7FD3998-E46B-21A1-D17C-7A49FC5AAF12}"/>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1" name="组合 30">
            <a:extLst>
              <a:ext uri="{FF2B5EF4-FFF2-40B4-BE49-F238E27FC236}">
                <a16:creationId xmlns:a16="http://schemas.microsoft.com/office/drawing/2014/main" id="{9BACD1C2-0E81-A67E-9663-7C9108303146}"/>
              </a:ext>
            </a:extLst>
          </p:cNvPr>
          <p:cNvGrpSpPr/>
          <p:nvPr/>
        </p:nvGrpSpPr>
        <p:grpSpPr>
          <a:xfrm>
            <a:off x="2323294" y="287981"/>
            <a:ext cx="356205" cy="355288"/>
            <a:chOff x="2323294" y="287981"/>
            <a:chExt cx="356205" cy="355288"/>
          </a:xfrm>
        </p:grpSpPr>
        <p:sp>
          <p:nvSpPr>
            <p:cNvPr id="32" name="Google Shape;7166;p80">
              <a:extLst>
                <a:ext uri="{FF2B5EF4-FFF2-40B4-BE49-F238E27FC236}">
                  <a16:creationId xmlns:a16="http://schemas.microsoft.com/office/drawing/2014/main" id="{E4488340-9C5D-F66D-3DCC-DB77A01947D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167;p80">
              <a:extLst>
                <a:ext uri="{FF2B5EF4-FFF2-40B4-BE49-F238E27FC236}">
                  <a16:creationId xmlns:a16="http://schemas.microsoft.com/office/drawing/2014/main" id="{90919C1D-AD6E-1802-6C1C-CD899726695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7168;p80">
              <a:extLst>
                <a:ext uri="{FF2B5EF4-FFF2-40B4-BE49-F238E27FC236}">
                  <a16:creationId xmlns:a16="http://schemas.microsoft.com/office/drawing/2014/main" id="{3531AD24-8E90-FAC9-175F-5ECD3F3C09D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7169;p80">
              <a:extLst>
                <a:ext uri="{FF2B5EF4-FFF2-40B4-BE49-F238E27FC236}">
                  <a16:creationId xmlns:a16="http://schemas.microsoft.com/office/drawing/2014/main" id="{1A0957BC-4290-3C68-77E5-95F21673C52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16587263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a:extLst>
              <a:ext uri="{FF2B5EF4-FFF2-40B4-BE49-F238E27FC236}">
                <a16:creationId xmlns:a16="http://schemas.microsoft.com/office/drawing/2014/main" id="{97CB8281-34C5-A3CD-D47A-67EFD6E1C68D}"/>
              </a:ext>
            </a:extLst>
          </p:cNvPr>
          <p:cNvSpPr/>
          <p:nvPr/>
        </p:nvSpPr>
        <p:spPr>
          <a:xfrm>
            <a:off x="9857844" y="5963005"/>
            <a:ext cx="2076881" cy="623002"/>
          </a:xfrm>
          <a:prstGeom prst="roundRect">
            <a:avLst/>
          </a:prstGeom>
          <a:solidFill>
            <a:srgbClr val="1E344D"/>
          </a:solidFill>
          <a:ln w="444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4" name="椭圆 13">
            <a:extLst>
              <a:ext uri="{FF2B5EF4-FFF2-40B4-BE49-F238E27FC236}">
                <a16:creationId xmlns:a16="http://schemas.microsoft.com/office/drawing/2014/main" id="{55750F8A-6153-BCD7-F90F-4D2B7A1F7764}"/>
              </a:ext>
            </a:extLst>
          </p:cNvPr>
          <p:cNvSpPr/>
          <p:nvPr/>
        </p:nvSpPr>
        <p:spPr>
          <a:xfrm>
            <a:off x="620648" y="1543937"/>
            <a:ext cx="1536192" cy="1536192"/>
          </a:xfrm>
          <a:prstGeom prst="ellipse">
            <a:avLst/>
          </a:prstGeom>
          <a:noFill/>
          <a:ln w="1905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5" name="椭圆 14">
            <a:extLst>
              <a:ext uri="{FF2B5EF4-FFF2-40B4-BE49-F238E27FC236}">
                <a16:creationId xmlns:a16="http://schemas.microsoft.com/office/drawing/2014/main" id="{0E6C91B9-4BE6-7843-95ED-3112FFF01180}"/>
              </a:ext>
            </a:extLst>
          </p:cNvPr>
          <p:cNvSpPr/>
          <p:nvPr/>
        </p:nvSpPr>
        <p:spPr>
          <a:xfrm>
            <a:off x="620648" y="3964777"/>
            <a:ext cx="1536192" cy="1536192"/>
          </a:xfrm>
          <a:prstGeom prst="ellipse">
            <a:avLst/>
          </a:prstGeom>
          <a:noFill/>
          <a:ln w="19050">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05" name="任意形状 104">
            <a:extLst>
              <a:ext uri="{FF2B5EF4-FFF2-40B4-BE49-F238E27FC236}">
                <a16:creationId xmlns:a16="http://schemas.microsoft.com/office/drawing/2014/main" id="{C13CF916-4C4A-4521-D765-6F5531CBFF99}"/>
              </a:ext>
            </a:extLst>
          </p:cNvPr>
          <p:cNvSpPr/>
          <p:nvPr/>
        </p:nvSpPr>
        <p:spPr>
          <a:xfrm>
            <a:off x="6123410" y="1426705"/>
            <a:ext cx="5750560" cy="4165600"/>
          </a:xfrm>
          <a:custGeom>
            <a:avLst/>
            <a:gdLst>
              <a:gd name="connsiteX0" fmla="*/ 0 w 5750560"/>
              <a:gd name="connsiteY0" fmla="*/ 2367280 h 4165600"/>
              <a:gd name="connsiteX1" fmla="*/ 1056640 w 5750560"/>
              <a:gd name="connsiteY1" fmla="*/ 2113280 h 4165600"/>
              <a:gd name="connsiteX2" fmla="*/ 1574800 w 5750560"/>
              <a:gd name="connsiteY2" fmla="*/ 2296160 h 4165600"/>
              <a:gd name="connsiteX3" fmla="*/ 2092960 w 5750560"/>
              <a:gd name="connsiteY3" fmla="*/ 2174240 h 4165600"/>
              <a:gd name="connsiteX4" fmla="*/ 2631440 w 5750560"/>
              <a:gd name="connsiteY4" fmla="*/ 1757680 h 4165600"/>
              <a:gd name="connsiteX5" fmla="*/ 3169920 w 5750560"/>
              <a:gd name="connsiteY5" fmla="*/ 1656080 h 4165600"/>
              <a:gd name="connsiteX6" fmla="*/ 3677920 w 5750560"/>
              <a:gd name="connsiteY6" fmla="*/ 1351280 h 4165600"/>
              <a:gd name="connsiteX7" fmla="*/ 4206240 w 5750560"/>
              <a:gd name="connsiteY7" fmla="*/ 1229360 h 4165600"/>
              <a:gd name="connsiteX8" fmla="*/ 4693920 w 5750560"/>
              <a:gd name="connsiteY8" fmla="*/ 1249680 h 4165600"/>
              <a:gd name="connsiteX9" fmla="*/ 5262880 w 5750560"/>
              <a:gd name="connsiteY9" fmla="*/ 1087120 h 4165600"/>
              <a:gd name="connsiteX10" fmla="*/ 5750560 w 5750560"/>
              <a:gd name="connsiteY10" fmla="*/ 0 h 4165600"/>
              <a:gd name="connsiteX11" fmla="*/ 5750560 w 5750560"/>
              <a:gd name="connsiteY11" fmla="*/ 4165600 h 4165600"/>
              <a:gd name="connsiteX12" fmla="*/ 5588000 w 5750560"/>
              <a:gd name="connsiteY12" fmla="*/ 4165600 h 4165600"/>
              <a:gd name="connsiteX13" fmla="*/ 10160 w 5750560"/>
              <a:gd name="connsiteY13" fmla="*/ 4165600 h 4165600"/>
              <a:gd name="connsiteX14" fmla="*/ 10160 w 5750560"/>
              <a:gd name="connsiteY14" fmla="*/ 2367280 h 4165600"/>
              <a:gd name="connsiteX15" fmla="*/ 0 w 5750560"/>
              <a:gd name="connsiteY15" fmla="*/ 2367280 h 416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50560" h="4165600">
                <a:moveTo>
                  <a:pt x="0" y="2367280"/>
                </a:moveTo>
                <a:lnTo>
                  <a:pt x="1056640" y="2113280"/>
                </a:lnTo>
                <a:lnTo>
                  <a:pt x="1574800" y="2296160"/>
                </a:lnTo>
                <a:lnTo>
                  <a:pt x="2092960" y="2174240"/>
                </a:lnTo>
                <a:lnTo>
                  <a:pt x="2631440" y="1757680"/>
                </a:lnTo>
                <a:lnTo>
                  <a:pt x="3169920" y="1656080"/>
                </a:lnTo>
                <a:lnTo>
                  <a:pt x="3677920" y="1351280"/>
                </a:lnTo>
                <a:lnTo>
                  <a:pt x="4206240" y="1229360"/>
                </a:lnTo>
                <a:lnTo>
                  <a:pt x="4693920" y="1249680"/>
                </a:lnTo>
                <a:lnTo>
                  <a:pt x="5262880" y="1087120"/>
                </a:lnTo>
                <a:lnTo>
                  <a:pt x="5750560" y="0"/>
                </a:lnTo>
                <a:lnTo>
                  <a:pt x="5750560" y="4165600"/>
                </a:lnTo>
                <a:lnTo>
                  <a:pt x="5588000" y="4165600"/>
                </a:lnTo>
                <a:lnTo>
                  <a:pt x="10160" y="4165600"/>
                </a:lnTo>
                <a:lnTo>
                  <a:pt x="10160" y="2367280"/>
                </a:lnTo>
                <a:lnTo>
                  <a:pt x="0" y="2367280"/>
                </a:lnTo>
                <a:close/>
              </a:path>
            </a:pathLst>
          </a:custGeom>
          <a:solidFill>
            <a:srgbClr val="1E344D">
              <a:alpha val="27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106" name="任意形状 105">
            <a:extLst>
              <a:ext uri="{FF2B5EF4-FFF2-40B4-BE49-F238E27FC236}">
                <a16:creationId xmlns:a16="http://schemas.microsoft.com/office/drawing/2014/main" id="{4407F163-EC9D-2405-1262-B005AC75910B}"/>
              </a:ext>
            </a:extLst>
          </p:cNvPr>
          <p:cNvSpPr/>
          <p:nvPr/>
        </p:nvSpPr>
        <p:spPr>
          <a:xfrm>
            <a:off x="6132289" y="3703804"/>
            <a:ext cx="5753904" cy="1896315"/>
          </a:xfrm>
          <a:custGeom>
            <a:avLst/>
            <a:gdLst>
              <a:gd name="connsiteX0" fmla="*/ 0 w 5760720"/>
              <a:gd name="connsiteY0" fmla="*/ 660400 h 944880"/>
              <a:gd name="connsiteX1" fmla="*/ 0 w 5760720"/>
              <a:gd name="connsiteY1" fmla="*/ 660400 h 944880"/>
              <a:gd name="connsiteX2" fmla="*/ 518160 w 5760720"/>
              <a:gd name="connsiteY2" fmla="*/ 568960 h 944880"/>
              <a:gd name="connsiteX3" fmla="*/ 1066800 w 5760720"/>
              <a:gd name="connsiteY3" fmla="*/ 934720 h 944880"/>
              <a:gd name="connsiteX4" fmla="*/ 1615440 w 5760720"/>
              <a:gd name="connsiteY4" fmla="*/ 873760 h 944880"/>
              <a:gd name="connsiteX5" fmla="*/ 2113280 w 5760720"/>
              <a:gd name="connsiteY5" fmla="*/ 782320 h 944880"/>
              <a:gd name="connsiteX6" fmla="*/ 2621280 w 5760720"/>
              <a:gd name="connsiteY6" fmla="*/ 894080 h 944880"/>
              <a:gd name="connsiteX7" fmla="*/ 3159760 w 5760720"/>
              <a:gd name="connsiteY7" fmla="*/ 355600 h 944880"/>
              <a:gd name="connsiteX8" fmla="*/ 3677920 w 5760720"/>
              <a:gd name="connsiteY8" fmla="*/ 558800 h 944880"/>
              <a:gd name="connsiteX9" fmla="*/ 4185920 w 5760720"/>
              <a:gd name="connsiteY9" fmla="*/ 243840 h 944880"/>
              <a:gd name="connsiteX10" fmla="*/ 4683760 w 5760720"/>
              <a:gd name="connsiteY10" fmla="*/ 802640 h 944880"/>
              <a:gd name="connsiteX11" fmla="*/ 5262880 w 5760720"/>
              <a:gd name="connsiteY11" fmla="*/ 843280 h 944880"/>
              <a:gd name="connsiteX12" fmla="*/ 5760720 w 5760720"/>
              <a:gd name="connsiteY12" fmla="*/ 0 h 944880"/>
              <a:gd name="connsiteX13" fmla="*/ 5760720 w 5760720"/>
              <a:gd name="connsiteY13" fmla="*/ 944880 h 944880"/>
              <a:gd name="connsiteX14" fmla="*/ 30480 w 5760720"/>
              <a:gd name="connsiteY14" fmla="*/ 944880 h 944880"/>
              <a:gd name="connsiteX15" fmla="*/ 0 w 5760720"/>
              <a:gd name="connsiteY15" fmla="*/ 660400 h 944880"/>
              <a:gd name="connsiteX0" fmla="*/ 2524 w 5763244"/>
              <a:gd name="connsiteY0" fmla="*/ 660400 h 953118"/>
              <a:gd name="connsiteX1" fmla="*/ 2524 w 5763244"/>
              <a:gd name="connsiteY1" fmla="*/ 660400 h 953118"/>
              <a:gd name="connsiteX2" fmla="*/ 520684 w 5763244"/>
              <a:gd name="connsiteY2" fmla="*/ 568960 h 953118"/>
              <a:gd name="connsiteX3" fmla="*/ 1069324 w 5763244"/>
              <a:gd name="connsiteY3" fmla="*/ 934720 h 953118"/>
              <a:gd name="connsiteX4" fmla="*/ 1617964 w 5763244"/>
              <a:gd name="connsiteY4" fmla="*/ 873760 h 953118"/>
              <a:gd name="connsiteX5" fmla="*/ 2115804 w 5763244"/>
              <a:gd name="connsiteY5" fmla="*/ 782320 h 953118"/>
              <a:gd name="connsiteX6" fmla="*/ 2623804 w 5763244"/>
              <a:gd name="connsiteY6" fmla="*/ 894080 h 953118"/>
              <a:gd name="connsiteX7" fmla="*/ 3162284 w 5763244"/>
              <a:gd name="connsiteY7" fmla="*/ 355600 h 953118"/>
              <a:gd name="connsiteX8" fmla="*/ 3680444 w 5763244"/>
              <a:gd name="connsiteY8" fmla="*/ 558800 h 953118"/>
              <a:gd name="connsiteX9" fmla="*/ 4188444 w 5763244"/>
              <a:gd name="connsiteY9" fmla="*/ 243840 h 953118"/>
              <a:gd name="connsiteX10" fmla="*/ 4686284 w 5763244"/>
              <a:gd name="connsiteY10" fmla="*/ 802640 h 953118"/>
              <a:gd name="connsiteX11" fmla="*/ 5265404 w 5763244"/>
              <a:gd name="connsiteY11" fmla="*/ 843280 h 953118"/>
              <a:gd name="connsiteX12" fmla="*/ 5763244 w 5763244"/>
              <a:gd name="connsiteY12" fmla="*/ 0 h 953118"/>
              <a:gd name="connsiteX13" fmla="*/ 5763244 w 5763244"/>
              <a:gd name="connsiteY13" fmla="*/ 944880 h 953118"/>
              <a:gd name="connsiteX14" fmla="*/ 0 w 5763244"/>
              <a:gd name="connsiteY14" fmla="*/ 953118 h 953118"/>
              <a:gd name="connsiteX15" fmla="*/ 2524 w 5763244"/>
              <a:gd name="connsiteY15" fmla="*/ 660400 h 953118"/>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617964 w 5763244"/>
              <a:gd name="connsiteY4" fmla="*/ 1816957 h 1896315"/>
              <a:gd name="connsiteX5" fmla="*/ 2115804 w 5763244"/>
              <a:gd name="connsiteY5" fmla="*/ 1725517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8444 w 5763244"/>
              <a:gd name="connsiteY9" fmla="*/ 1187037 h 1896315"/>
              <a:gd name="connsiteX10" fmla="*/ 4686284 w 5763244"/>
              <a:gd name="connsiteY10" fmla="*/ 1745837 h 1896315"/>
              <a:gd name="connsiteX11" fmla="*/ 5265404 w 5763244"/>
              <a:gd name="connsiteY11" fmla="*/ 1786477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 name="connsiteX0" fmla="*/ 2524 w 5763244"/>
              <a:gd name="connsiteY0" fmla="*/ 2728769 h 3021487"/>
              <a:gd name="connsiteX1" fmla="*/ 2524 w 5763244"/>
              <a:gd name="connsiteY1" fmla="*/ 2728769 h 3021487"/>
              <a:gd name="connsiteX2" fmla="*/ 520684 w 5763244"/>
              <a:gd name="connsiteY2" fmla="*/ 2637329 h 3021487"/>
              <a:gd name="connsiteX3" fmla="*/ 1069324 w 5763244"/>
              <a:gd name="connsiteY3" fmla="*/ 3003089 h 3021487"/>
              <a:gd name="connsiteX4" fmla="*/ 1617964 w 5763244"/>
              <a:gd name="connsiteY4" fmla="*/ 2942129 h 3021487"/>
              <a:gd name="connsiteX5" fmla="*/ 2115804 w 5763244"/>
              <a:gd name="connsiteY5" fmla="*/ 2850689 h 3021487"/>
              <a:gd name="connsiteX6" fmla="*/ 2623804 w 5763244"/>
              <a:gd name="connsiteY6" fmla="*/ 2962449 h 3021487"/>
              <a:gd name="connsiteX7" fmla="*/ 3162284 w 5763244"/>
              <a:gd name="connsiteY7" fmla="*/ 1125172 h 3021487"/>
              <a:gd name="connsiteX8" fmla="*/ 3680444 w 5763244"/>
              <a:gd name="connsiteY8" fmla="*/ 2627169 h 3021487"/>
              <a:gd name="connsiteX9" fmla="*/ 4170942 w 5763244"/>
              <a:gd name="connsiteY9" fmla="*/ 0 h 3021487"/>
              <a:gd name="connsiteX10" fmla="*/ 4686284 w 5763244"/>
              <a:gd name="connsiteY10" fmla="*/ 2871009 h 3021487"/>
              <a:gd name="connsiteX11" fmla="*/ 5265404 w 5763244"/>
              <a:gd name="connsiteY11" fmla="*/ 2911649 h 3021487"/>
              <a:gd name="connsiteX12" fmla="*/ 5763244 w 5763244"/>
              <a:gd name="connsiteY12" fmla="*/ 2068369 h 3021487"/>
              <a:gd name="connsiteX13" fmla="*/ 5763244 w 5763244"/>
              <a:gd name="connsiteY13" fmla="*/ 3013249 h 3021487"/>
              <a:gd name="connsiteX14" fmla="*/ 0 w 5763244"/>
              <a:gd name="connsiteY14" fmla="*/ 3021487 h 3021487"/>
              <a:gd name="connsiteX15" fmla="*/ 2524 w 5763244"/>
              <a:gd name="connsiteY15" fmla="*/ 2728769 h 3021487"/>
              <a:gd name="connsiteX0" fmla="*/ 2524 w 5763244"/>
              <a:gd name="connsiteY0" fmla="*/ 2728769 h 3021487"/>
              <a:gd name="connsiteX1" fmla="*/ 2524 w 5763244"/>
              <a:gd name="connsiteY1" fmla="*/ 2728769 h 3021487"/>
              <a:gd name="connsiteX2" fmla="*/ 520684 w 5763244"/>
              <a:gd name="connsiteY2" fmla="*/ 2637329 h 3021487"/>
              <a:gd name="connsiteX3" fmla="*/ 1069324 w 5763244"/>
              <a:gd name="connsiteY3" fmla="*/ 3003089 h 3021487"/>
              <a:gd name="connsiteX4" fmla="*/ 1617964 w 5763244"/>
              <a:gd name="connsiteY4" fmla="*/ 2942129 h 3021487"/>
              <a:gd name="connsiteX5" fmla="*/ 2115804 w 5763244"/>
              <a:gd name="connsiteY5" fmla="*/ 2850689 h 3021487"/>
              <a:gd name="connsiteX6" fmla="*/ 2623804 w 5763244"/>
              <a:gd name="connsiteY6" fmla="*/ 2962449 h 3021487"/>
              <a:gd name="connsiteX7" fmla="*/ 3162284 w 5763244"/>
              <a:gd name="connsiteY7" fmla="*/ 1125172 h 3021487"/>
              <a:gd name="connsiteX8" fmla="*/ 3680444 w 5763244"/>
              <a:gd name="connsiteY8" fmla="*/ 2627169 h 3021487"/>
              <a:gd name="connsiteX9" fmla="*/ 4170942 w 5763244"/>
              <a:gd name="connsiteY9" fmla="*/ 0 h 3021487"/>
              <a:gd name="connsiteX10" fmla="*/ 4686284 w 5763244"/>
              <a:gd name="connsiteY10" fmla="*/ 2871009 h 3021487"/>
              <a:gd name="connsiteX11" fmla="*/ 5253736 w 5763244"/>
              <a:gd name="connsiteY11" fmla="*/ 1537137 h 3021487"/>
              <a:gd name="connsiteX12" fmla="*/ 5763244 w 5763244"/>
              <a:gd name="connsiteY12" fmla="*/ 2068369 h 3021487"/>
              <a:gd name="connsiteX13" fmla="*/ 5763244 w 5763244"/>
              <a:gd name="connsiteY13" fmla="*/ 3013249 h 3021487"/>
              <a:gd name="connsiteX14" fmla="*/ 0 w 5763244"/>
              <a:gd name="connsiteY14" fmla="*/ 3021487 h 3021487"/>
              <a:gd name="connsiteX15" fmla="*/ 2524 w 5763244"/>
              <a:gd name="connsiteY15" fmla="*/ 2728769 h 3021487"/>
              <a:gd name="connsiteX0" fmla="*/ 2524 w 5763244"/>
              <a:gd name="connsiteY0" fmla="*/ 2728769 h 3021487"/>
              <a:gd name="connsiteX1" fmla="*/ 2524 w 5763244"/>
              <a:gd name="connsiteY1" fmla="*/ 2728769 h 3021487"/>
              <a:gd name="connsiteX2" fmla="*/ 520684 w 5763244"/>
              <a:gd name="connsiteY2" fmla="*/ 2637329 h 3021487"/>
              <a:gd name="connsiteX3" fmla="*/ 1069324 w 5763244"/>
              <a:gd name="connsiteY3" fmla="*/ 3003089 h 3021487"/>
              <a:gd name="connsiteX4" fmla="*/ 1617964 w 5763244"/>
              <a:gd name="connsiteY4" fmla="*/ 2942129 h 3021487"/>
              <a:gd name="connsiteX5" fmla="*/ 2115804 w 5763244"/>
              <a:gd name="connsiteY5" fmla="*/ 2850689 h 3021487"/>
              <a:gd name="connsiteX6" fmla="*/ 2623804 w 5763244"/>
              <a:gd name="connsiteY6" fmla="*/ 2962449 h 3021487"/>
              <a:gd name="connsiteX7" fmla="*/ 3162284 w 5763244"/>
              <a:gd name="connsiteY7" fmla="*/ 1125172 h 3021487"/>
              <a:gd name="connsiteX8" fmla="*/ 3680444 w 5763244"/>
              <a:gd name="connsiteY8" fmla="*/ 2627169 h 3021487"/>
              <a:gd name="connsiteX9" fmla="*/ 4170942 w 5763244"/>
              <a:gd name="connsiteY9" fmla="*/ 0 h 3021487"/>
              <a:gd name="connsiteX10" fmla="*/ 4692118 w 5763244"/>
              <a:gd name="connsiteY10" fmla="*/ 2422545 h 3021487"/>
              <a:gd name="connsiteX11" fmla="*/ 5253736 w 5763244"/>
              <a:gd name="connsiteY11" fmla="*/ 1537137 h 3021487"/>
              <a:gd name="connsiteX12" fmla="*/ 5763244 w 5763244"/>
              <a:gd name="connsiteY12" fmla="*/ 2068369 h 3021487"/>
              <a:gd name="connsiteX13" fmla="*/ 5763244 w 5763244"/>
              <a:gd name="connsiteY13" fmla="*/ 3013249 h 3021487"/>
              <a:gd name="connsiteX14" fmla="*/ 0 w 5763244"/>
              <a:gd name="connsiteY14" fmla="*/ 3021487 h 3021487"/>
              <a:gd name="connsiteX15" fmla="*/ 2524 w 5763244"/>
              <a:gd name="connsiteY15" fmla="*/ 2728769 h 3021487"/>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617964 w 5763244"/>
              <a:gd name="connsiteY4" fmla="*/ 1816957 h 1896315"/>
              <a:gd name="connsiteX5" fmla="*/ 2115804 w 5763244"/>
              <a:gd name="connsiteY5" fmla="*/ 1725517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2610 w 5763244"/>
              <a:gd name="connsiteY9" fmla="*/ 1274400 h 1896315"/>
              <a:gd name="connsiteX10" fmla="*/ 4692118 w 5763244"/>
              <a:gd name="connsiteY10" fmla="*/ 1297373 h 1896315"/>
              <a:gd name="connsiteX11" fmla="*/ 5253736 w 5763244"/>
              <a:gd name="connsiteY11" fmla="*/ 411965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617964 w 5763244"/>
              <a:gd name="connsiteY4" fmla="*/ 1816957 h 1896315"/>
              <a:gd name="connsiteX5" fmla="*/ 2092469 w 5763244"/>
              <a:gd name="connsiteY5" fmla="*/ 1271229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2610 w 5763244"/>
              <a:gd name="connsiteY9" fmla="*/ 1274400 h 1896315"/>
              <a:gd name="connsiteX10" fmla="*/ 4692118 w 5763244"/>
              <a:gd name="connsiteY10" fmla="*/ 1297373 h 1896315"/>
              <a:gd name="connsiteX11" fmla="*/ 5253736 w 5763244"/>
              <a:gd name="connsiteY11" fmla="*/ 411965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 name="connsiteX0" fmla="*/ 2524 w 5763244"/>
              <a:gd name="connsiteY0" fmla="*/ 1603597 h 1896315"/>
              <a:gd name="connsiteX1" fmla="*/ 2524 w 5763244"/>
              <a:gd name="connsiteY1" fmla="*/ 1603597 h 1896315"/>
              <a:gd name="connsiteX2" fmla="*/ 520684 w 5763244"/>
              <a:gd name="connsiteY2" fmla="*/ 1512157 h 1896315"/>
              <a:gd name="connsiteX3" fmla="*/ 1069324 w 5763244"/>
              <a:gd name="connsiteY3" fmla="*/ 1877917 h 1896315"/>
              <a:gd name="connsiteX4" fmla="*/ 1559628 w 5763244"/>
              <a:gd name="connsiteY4" fmla="*/ 687061 h 1896315"/>
              <a:gd name="connsiteX5" fmla="*/ 2092469 w 5763244"/>
              <a:gd name="connsiteY5" fmla="*/ 1271229 h 1896315"/>
              <a:gd name="connsiteX6" fmla="*/ 2623804 w 5763244"/>
              <a:gd name="connsiteY6" fmla="*/ 1837277 h 1896315"/>
              <a:gd name="connsiteX7" fmla="*/ 3162284 w 5763244"/>
              <a:gd name="connsiteY7" fmla="*/ 0 h 1896315"/>
              <a:gd name="connsiteX8" fmla="*/ 3680444 w 5763244"/>
              <a:gd name="connsiteY8" fmla="*/ 1501997 h 1896315"/>
              <a:gd name="connsiteX9" fmla="*/ 4182610 w 5763244"/>
              <a:gd name="connsiteY9" fmla="*/ 1274400 h 1896315"/>
              <a:gd name="connsiteX10" fmla="*/ 4692118 w 5763244"/>
              <a:gd name="connsiteY10" fmla="*/ 1297373 h 1896315"/>
              <a:gd name="connsiteX11" fmla="*/ 5253736 w 5763244"/>
              <a:gd name="connsiteY11" fmla="*/ 411965 h 1896315"/>
              <a:gd name="connsiteX12" fmla="*/ 5763244 w 5763244"/>
              <a:gd name="connsiteY12" fmla="*/ 943197 h 1896315"/>
              <a:gd name="connsiteX13" fmla="*/ 5763244 w 5763244"/>
              <a:gd name="connsiteY13" fmla="*/ 1888077 h 1896315"/>
              <a:gd name="connsiteX14" fmla="*/ 0 w 5763244"/>
              <a:gd name="connsiteY14" fmla="*/ 1896315 h 1896315"/>
              <a:gd name="connsiteX15" fmla="*/ 2524 w 5763244"/>
              <a:gd name="connsiteY15" fmla="*/ 1603597 h 189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63244" h="1896315">
                <a:moveTo>
                  <a:pt x="2524" y="1603597"/>
                </a:moveTo>
                <a:lnTo>
                  <a:pt x="2524" y="1603597"/>
                </a:lnTo>
                <a:lnTo>
                  <a:pt x="520684" y="1512157"/>
                </a:lnTo>
                <a:lnTo>
                  <a:pt x="1069324" y="1877917"/>
                </a:lnTo>
                <a:lnTo>
                  <a:pt x="1559628" y="687061"/>
                </a:lnTo>
                <a:lnTo>
                  <a:pt x="2092469" y="1271229"/>
                </a:lnTo>
                <a:lnTo>
                  <a:pt x="2623804" y="1837277"/>
                </a:lnTo>
                <a:lnTo>
                  <a:pt x="3162284" y="0"/>
                </a:lnTo>
                <a:lnTo>
                  <a:pt x="3680444" y="1501997"/>
                </a:lnTo>
                <a:lnTo>
                  <a:pt x="4182610" y="1274400"/>
                </a:lnTo>
                <a:lnTo>
                  <a:pt x="4692118" y="1297373"/>
                </a:lnTo>
                <a:lnTo>
                  <a:pt x="5253736" y="411965"/>
                </a:lnTo>
                <a:lnTo>
                  <a:pt x="5763244" y="943197"/>
                </a:lnTo>
                <a:lnTo>
                  <a:pt x="5763244" y="1888077"/>
                </a:lnTo>
                <a:lnTo>
                  <a:pt x="0" y="1896315"/>
                </a:lnTo>
                <a:cubicBezTo>
                  <a:pt x="841" y="1798742"/>
                  <a:pt x="1683" y="1701170"/>
                  <a:pt x="2524" y="1603597"/>
                </a:cubicBezTo>
                <a:close/>
              </a:path>
            </a:pathLst>
          </a:cu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grpSp>
        <p:nvGrpSpPr>
          <p:cNvPr id="107" name="组合 106">
            <a:extLst>
              <a:ext uri="{FF2B5EF4-FFF2-40B4-BE49-F238E27FC236}">
                <a16:creationId xmlns:a16="http://schemas.microsoft.com/office/drawing/2014/main" id="{1265C3D1-103B-C9D0-34C3-13665B865113}"/>
              </a:ext>
            </a:extLst>
          </p:cNvPr>
          <p:cNvGrpSpPr/>
          <p:nvPr/>
        </p:nvGrpSpPr>
        <p:grpSpPr>
          <a:xfrm>
            <a:off x="6126571" y="1373560"/>
            <a:ext cx="5750560" cy="4206240"/>
            <a:chOff x="558800" y="2113280"/>
            <a:chExt cx="5750560" cy="4206240"/>
          </a:xfrm>
        </p:grpSpPr>
        <p:sp>
          <p:nvSpPr>
            <p:cNvPr id="33" name="矩形 32">
              <a:extLst>
                <a:ext uri="{FF2B5EF4-FFF2-40B4-BE49-F238E27FC236}">
                  <a16:creationId xmlns:a16="http://schemas.microsoft.com/office/drawing/2014/main" id="{2DD41C28-E9F7-9D67-05E1-3A792C6512BB}"/>
                </a:ext>
              </a:extLst>
            </p:cNvPr>
            <p:cNvSpPr/>
            <p:nvPr/>
          </p:nvSpPr>
          <p:spPr>
            <a:xfrm>
              <a:off x="558800" y="2113280"/>
              <a:ext cx="5750560" cy="4206240"/>
            </a:xfrm>
            <a:prstGeom prst="rect">
              <a:avLst/>
            </a:prstGeom>
            <a:noFill/>
            <a:ln>
              <a:solidFill>
                <a:schemeClr val="tx1">
                  <a:lumMod val="50000"/>
                  <a:lumOff val="50000"/>
                  <a:alpha val="33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cxnSp>
          <p:nvCxnSpPr>
            <p:cNvPr id="35" name="直线连接符 34">
              <a:extLst>
                <a:ext uri="{FF2B5EF4-FFF2-40B4-BE49-F238E27FC236}">
                  <a16:creationId xmlns:a16="http://schemas.microsoft.com/office/drawing/2014/main" id="{297ACDCB-ADBB-FC46-180F-6401DADFC957}"/>
                </a:ext>
              </a:extLst>
            </p:cNvPr>
            <p:cNvCxnSpPr>
              <a:cxnSpLocks/>
            </p:cNvCxnSpPr>
            <p:nvPr/>
          </p:nvCxnSpPr>
          <p:spPr>
            <a:xfrm>
              <a:off x="1072567"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1" name="直线连接符 40">
              <a:extLst>
                <a:ext uri="{FF2B5EF4-FFF2-40B4-BE49-F238E27FC236}">
                  <a16:creationId xmlns:a16="http://schemas.microsoft.com/office/drawing/2014/main" id="{0506FB8B-B546-99E0-E5C0-50A032B30224}"/>
                </a:ext>
              </a:extLst>
            </p:cNvPr>
            <p:cNvCxnSpPr>
              <a:cxnSpLocks/>
            </p:cNvCxnSpPr>
            <p:nvPr/>
          </p:nvCxnSpPr>
          <p:spPr>
            <a:xfrm>
              <a:off x="1616006"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2" name="直线连接符 41">
              <a:extLst>
                <a:ext uri="{FF2B5EF4-FFF2-40B4-BE49-F238E27FC236}">
                  <a16:creationId xmlns:a16="http://schemas.microsoft.com/office/drawing/2014/main" id="{BD1984F8-8D1A-2D04-2985-1086201F7A85}"/>
                </a:ext>
              </a:extLst>
            </p:cNvPr>
            <p:cNvCxnSpPr>
              <a:cxnSpLocks/>
            </p:cNvCxnSpPr>
            <p:nvPr/>
          </p:nvCxnSpPr>
          <p:spPr>
            <a:xfrm>
              <a:off x="2135560"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3" name="直线连接符 42">
              <a:extLst>
                <a:ext uri="{FF2B5EF4-FFF2-40B4-BE49-F238E27FC236}">
                  <a16:creationId xmlns:a16="http://schemas.microsoft.com/office/drawing/2014/main" id="{2DB1C5CC-0458-CD7E-974A-D64D133FA614}"/>
                </a:ext>
              </a:extLst>
            </p:cNvPr>
            <p:cNvCxnSpPr>
              <a:cxnSpLocks/>
            </p:cNvCxnSpPr>
            <p:nvPr/>
          </p:nvCxnSpPr>
          <p:spPr>
            <a:xfrm>
              <a:off x="2639616"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4" name="直线连接符 43">
              <a:extLst>
                <a:ext uri="{FF2B5EF4-FFF2-40B4-BE49-F238E27FC236}">
                  <a16:creationId xmlns:a16="http://schemas.microsoft.com/office/drawing/2014/main" id="{EADF5D76-4A26-EF45-A621-B5FA35C6A7A0}"/>
                </a:ext>
              </a:extLst>
            </p:cNvPr>
            <p:cNvCxnSpPr>
              <a:cxnSpLocks/>
            </p:cNvCxnSpPr>
            <p:nvPr/>
          </p:nvCxnSpPr>
          <p:spPr>
            <a:xfrm>
              <a:off x="3166919"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5" name="直线连接符 44">
              <a:extLst>
                <a:ext uri="{FF2B5EF4-FFF2-40B4-BE49-F238E27FC236}">
                  <a16:creationId xmlns:a16="http://schemas.microsoft.com/office/drawing/2014/main" id="{89CE2C6D-A206-B5C0-28DE-40F899DB0C25}"/>
                </a:ext>
              </a:extLst>
            </p:cNvPr>
            <p:cNvCxnSpPr>
              <a:cxnSpLocks/>
            </p:cNvCxnSpPr>
            <p:nvPr/>
          </p:nvCxnSpPr>
          <p:spPr>
            <a:xfrm>
              <a:off x="3711987"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6" name="直线连接符 45">
              <a:extLst>
                <a:ext uri="{FF2B5EF4-FFF2-40B4-BE49-F238E27FC236}">
                  <a16:creationId xmlns:a16="http://schemas.microsoft.com/office/drawing/2014/main" id="{591673B5-534B-8273-6EB6-6DCA1AF1619B}"/>
                </a:ext>
              </a:extLst>
            </p:cNvPr>
            <p:cNvCxnSpPr>
              <a:cxnSpLocks/>
            </p:cNvCxnSpPr>
            <p:nvPr/>
          </p:nvCxnSpPr>
          <p:spPr>
            <a:xfrm>
              <a:off x="4223792"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7" name="直线连接符 46">
              <a:extLst>
                <a:ext uri="{FF2B5EF4-FFF2-40B4-BE49-F238E27FC236}">
                  <a16:creationId xmlns:a16="http://schemas.microsoft.com/office/drawing/2014/main" id="{6297C16C-A28D-3EFC-0AC7-24EEC1BDBEA0}"/>
                </a:ext>
              </a:extLst>
            </p:cNvPr>
            <p:cNvCxnSpPr>
              <a:cxnSpLocks/>
            </p:cNvCxnSpPr>
            <p:nvPr/>
          </p:nvCxnSpPr>
          <p:spPr>
            <a:xfrm>
              <a:off x="4727848"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8" name="直线连接符 47">
              <a:extLst>
                <a:ext uri="{FF2B5EF4-FFF2-40B4-BE49-F238E27FC236}">
                  <a16:creationId xmlns:a16="http://schemas.microsoft.com/office/drawing/2014/main" id="{7C7EBBF4-2BC3-8736-DCB6-1BACEB1BF709}"/>
                </a:ext>
              </a:extLst>
            </p:cNvPr>
            <p:cNvCxnSpPr>
              <a:cxnSpLocks/>
            </p:cNvCxnSpPr>
            <p:nvPr/>
          </p:nvCxnSpPr>
          <p:spPr>
            <a:xfrm>
              <a:off x="5231904"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49" name="直线连接符 48">
              <a:extLst>
                <a:ext uri="{FF2B5EF4-FFF2-40B4-BE49-F238E27FC236}">
                  <a16:creationId xmlns:a16="http://schemas.microsoft.com/office/drawing/2014/main" id="{0AA996D9-EF07-C489-4048-2B09819E55B9}"/>
                </a:ext>
              </a:extLst>
            </p:cNvPr>
            <p:cNvCxnSpPr>
              <a:cxnSpLocks/>
            </p:cNvCxnSpPr>
            <p:nvPr/>
          </p:nvCxnSpPr>
          <p:spPr>
            <a:xfrm>
              <a:off x="5807968" y="2113280"/>
              <a:ext cx="0" cy="419831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1" name="直线连接符 50">
              <a:extLst>
                <a:ext uri="{FF2B5EF4-FFF2-40B4-BE49-F238E27FC236}">
                  <a16:creationId xmlns:a16="http://schemas.microsoft.com/office/drawing/2014/main" id="{4F83A9C9-60E6-ABC8-CC4A-EC983AEC59A3}"/>
                </a:ext>
              </a:extLst>
            </p:cNvPr>
            <p:cNvCxnSpPr>
              <a:cxnSpLocks/>
            </p:cNvCxnSpPr>
            <p:nvPr/>
          </p:nvCxnSpPr>
          <p:spPr>
            <a:xfrm>
              <a:off x="566906" y="2719953"/>
              <a:ext cx="5742454"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6" name="直线连接符 55">
              <a:extLst>
                <a:ext uri="{FF2B5EF4-FFF2-40B4-BE49-F238E27FC236}">
                  <a16:creationId xmlns:a16="http://schemas.microsoft.com/office/drawing/2014/main" id="{2A2353CC-E5DC-CF05-7046-162A2943E902}"/>
                </a:ext>
              </a:extLst>
            </p:cNvPr>
            <p:cNvCxnSpPr>
              <a:cxnSpLocks/>
            </p:cNvCxnSpPr>
            <p:nvPr/>
          </p:nvCxnSpPr>
          <p:spPr>
            <a:xfrm>
              <a:off x="566906" y="3333745"/>
              <a:ext cx="5729391"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7" name="直线连接符 56">
              <a:extLst>
                <a:ext uri="{FF2B5EF4-FFF2-40B4-BE49-F238E27FC236}">
                  <a16:creationId xmlns:a16="http://schemas.microsoft.com/office/drawing/2014/main" id="{CFC7C073-1C9B-441F-F501-2BCEA061E5BB}"/>
                </a:ext>
              </a:extLst>
            </p:cNvPr>
            <p:cNvCxnSpPr>
              <a:cxnSpLocks/>
            </p:cNvCxnSpPr>
            <p:nvPr/>
          </p:nvCxnSpPr>
          <p:spPr>
            <a:xfrm>
              <a:off x="566906" y="3933056"/>
              <a:ext cx="5742454"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8" name="直线连接符 57">
              <a:extLst>
                <a:ext uri="{FF2B5EF4-FFF2-40B4-BE49-F238E27FC236}">
                  <a16:creationId xmlns:a16="http://schemas.microsoft.com/office/drawing/2014/main" id="{AA9635AA-FBDB-A546-8E47-833A65361EDF}"/>
                </a:ext>
              </a:extLst>
            </p:cNvPr>
            <p:cNvCxnSpPr>
              <a:cxnSpLocks/>
            </p:cNvCxnSpPr>
            <p:nvPr/>
          </p:nvCxnSpPr>
          <p:spPr>
            <a:xfrm>
              <a:off x="566906" y="4509120"/>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28C4F26A-5504-AD78-3B0B-331E367168D5}"/>
                </a:ext>
              </a:extLst>
            </p:cNvPr>
            <p:cNvCxnSpPr>
              <a:cxnSpLocks/>
            </p:cNvCxnSpPr>
            <p:nvPr/>
          </p:nvCxnSpPr>
          <p:spPr>
            <a:xfrm>
              <a:off x="566906" y="5133945"/>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cxnSp>
          <p:nvCxnSpPr>
            <p:cNvPr id="60" name="直线连接符 59">
              <a:extLst>
                <a:ext uri="{FF2B5EF4-FFF2-40B4-BE49-F238E27FC236}">
                  <a16:creationId xmlns:a16="http://schemas.microsoft.com/office/drawing/2014/main" id="{36AA33F2-47FE-65F1-90AC-6C4B8B7B25F0}"/>
                </a:ext>
              </a:extLst>
            </p:cNvPr>
            <p:cNvCxnSpPr>
              <a:cxnSpLocks/>
            </p:cNvCxnSpPr>
            <p:nvPr/>
          </p:nvCxnSpPr>
          <p:spPr>
            <a:xfrm>
              <a:off x="566906" y="5733256"/>
              <a:ext cx="5735923" cy="0"/>
            </a:xfrm>
            <a:prstGeom prst="line">
              <a:avLst/>
            </a:prstGeom>
            <a:ln w="12700">
              <a:solidFill>
                <a:schemeClr val="tx1">
                  <a:lumMod val="50000"/>
                  <a:lumOff val="50000"/>
                  <a:alpha val="33000"/>
                </a:schemeClr>
              </a:solidFill>
            </a:ln>
          </p:spPr>
          <p:style>
            <a:lnRef idx="1">
              <a:schemeClr val="accent1"/>
            </a:lnRef>
            <a:fillRef idx="0">
              <a:schemeClr val="accent1"/>
            </a:fillRef>
            <a:effectRef idx="0">
              <a:schemeClr val="accent1"/>
            </a:effectRef>
            <a:fontRef idx="minor">
              <a:schemeClr val="tx1"/>
            </a:fontRef>
          </p:style>
        </p:cxnSp>
      </p:grpSp>
      <p:sp>
        <p:nvSpPr>
          <p:cNvPr id="67" name="文本框 66">
            <a:extLst>
              <a:ext uri="{FF2B5EF4-FFF2-40B4-BE49-F238E27FC236}">
                <a16:creationId xmlns:a16="http://schemas.microsoft.com/office/drawing/2014/main" id="{46FDB397-DB64-6B15-52D3-858C4B80E128}"/>
              </a:ext>
            </a:extLst>
          </p:cNvPr>
          <p:cNvSpPr txBox="1"/>
          <p:nvPr/>
        </p:nvSpPr>
        <p:spPr>
          <a:xfrm>
            <a:off x="6031503" y="5595766"/>
            <a:ext cx="258404"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68" name="文本框 67">
            <a:extLst>
              <a:ext uri="{FF2B5EF4-FFF2-40B4-BE49-F238E27FC236}">
                <a16:creationId xmlns:a16="http://schemas.microsoft.com/office/drawing/2014/main" id="{EDBF0022-F376-FE29-6C35-79C71CBB1219}"/>
              </a:ext>
            </a:extLst>
          </p:cNvPr>
          <p:cNvSpPr txBox="1"/>
          <p:nvPr/>
        </p:nvSpPr>
        <p:spPr>
          <a:xfrm>
            <a:off x="6551203" y="5595766"/>
            <a:ext cx="258404"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69" name="文本框 68">
            <a:extLst>
              <a:ext uri="{FF2B5EF4-FFF2-40B4-BE49-F238E27FC236}">
                <a16:creationId xmlns:a16="http://schemas.microsoft.com/office/drawing/2014/main" id="{40CF686B-0F9F-26D8-2F21-17CF0CFD9178}"/>
              </a:ext>
            </a:extLst>
          </p:cNvPr>
          <p:cNvSpPr txBox="1"/>
          <p:nvPr/>
        </p:nvSpPr>
        <p:spPr>
          <a:xfrm>
            <a:off x="7055259" y="5595766"/>
            <a:ext cx="258404"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9</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0" name="文本框 69">
            <a:extLst>
              <a:ext uri="{FF2B5EF4-FFF2-40B4-BE49-F238E27FC236}">
                <a16:creationId xmlns:a16="http://schemas.microsoft.com/office/drawing/2014/main" id="{A01E66E7-7D45-C895-F02C-B8C6EA1D6F18}"/>
              </a:ext>
            </a:extLst>
          </p:cNvPr>
          <p:cNvSpPr txBox="1"/>
          <p:nvPr/>
        </p:nvSpPr>
        <p:spPr>
          <a:xfrm>
            <a:off x="7605199"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10</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2" name="文本框 71">
            <a:extLst>
              <a:ext uri="{FF2B5EF4-FFF2-40B4-BE49-F238E27FC236}">
                <a16:creationId xmlns:a16="http://schemas.microsoft.com/office/drawing/2014/main" id="{3D3784C4-D939-03B9-794A-048D127A1D68}"/>
              </a:ext>
            </a:extLst>
          </p:cNvPr>
          <p:cNvSpPr txBox="1"/>
          <p:nvPr/>
        </p:nvSpPr>
        <p:spPr>
          <a:xfrm>
            <a:off x="809602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11</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3" name="文本框 72">
            <a:extLst>
              <a:ext uri="{FF2B5EF4-FFF2-40B4-BE49-F238E27FC236}">
                <a16:creationId xmlns:a16="http://schemas.microsoft.com/office/drawing/2014/main" id="{E82CBBA9-27D4-2FE6-B5D7-D322DA2BEB73}"/>
              </a:ext>
            </a:extLst>
          </p:cNvPr>
          <p:cNvSpPr txBox="1"/>
          <p:nvPr/>
        </p:nvSpPr>
        <p:spPr>
          <a:xfrm>
            <a:off x="8626373"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12</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4" name="文本框 73">
            <a:extLst>
              <a:ext uri="{FF2B5EF4-FFF2-40B4-BE49-F238E27FC236}">
                <a16:creationId xmlns:a16="http://schemas.microsoft.com/office/drawing/2014/main" id="{B3242ACC-0EBE-6F75-BCA8-3B586A5869EF}"/>
              </a:ext>
            </a:extLst>
          </p:cNvPr>
          <p:cNvSpPr txBox="1"/>
          <p:nvPr/>
        </p:nvSpPr>
        <p:spPr>
          <a:xfrm>
            <a:off x="915671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13</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5" name="文本框 74">
            <a:extLst>
              <a:ext uri="{FF2B5EF4-FFF2-40B4-BE49-F238E27FC236}">
                <a16:creationId xmlns:a16="http://schemas.microsoft.com/office/drawing/2014/main" id="{63C9C5CC-CB00-420A-F1D5-753A30A6E783}"/>
              </a:ext>
            </a:extLst>
          </p:cNvPr>
          <p:cNvSpPr txBox="1"/>
          <p:nvPr/>
        </p:nvSpPr>
        <p:spPr>
          <a:xfrm>
            <a:off x="968036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14</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7" name="文本框 76">
            <a:extLst>
              <a:ext uri="{FF2B5EF4-FFF2-40B4-BE49-F238E27FC236}">
                <a16:creationId xmlns:a16="http://schemas.microsoft.com/office/drawing/2014/main" id="{FD0E5197-0B3D-BB40-70C0-E7DE0A74AA34}"/>
              </a:ext>
            </a:extLst>
          </p:cNvPr>
          <p:cNvSpPr txBox="1"/>
          <p:nvPr/>
        </p:nvSpPr>
        <p:spPr>
          <a:xfrm>
            <a:off x="10204016"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15</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8" name="文本框 77">
            <a:extLst>
              <a:ext uri="{FF2B5EF4-FFF2-40B4-BE49-F238E27FC236}">
                <a16:creationId xmlns:a16="http://schemas.microsoft.com/office/drawing/2014/main" id="{697BEC6E-5A0C-6319-68D1-81BBA4574F39}"/>
              </a:ext>
            </a:extLst>
          </p:cNvPr>
          <p:cNvSpPr txBox="1"/>
          <p:nvPr/>
        </p:nvSpPr>
        <p:spPr>
          <a:xfrm>
            <a:off x="10727667"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16</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79" name="文本框 78">
            <a:extLst>
              <a:ext uri="{FF2B5EF4-FFF2-40B4-BE49-F238E27FC236}">
                <a16:creationId xmlns:a16="http://schemas.microsoft.com/office/drawing/2014/main" id="{2ADAC7F1-A20A-2108-2D9F-505E1B9A333B}"/>
              </a:ext>
            </a:extLst>
          </p:cNvPr>
          <p:cNvSpPr txBox="1"/>
          <p:nvPr/>
        </p:nvSpPr>
        <p:spPr>
          <a:xfrm>
            <a:off x="11238417"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17</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0" name="文本框 79">
            <a:extLst>
              <a:ext uri="{FF2B5EF4-FFF2-40B4-BE49-F238E27FC236}">
                <a16:creationId xmlns:a16="http://schemas.microsoft.com/office/drawing/2014/main" id="{327762DF-05F4-0F7C-2232-4F25B8B97846}"/>
              </a:ext>
            </a:extLst>
          </p:cNvPr>
          <p:cNvSpPr txBox="1"/>
          <p:nvPr/>
        </p:nvSpPr>
        <p:spPr>
          <a:xfrm>
            <a:off x="11644339" y="5595766"/>
            <a:ext cx="338554" cy="253916"/>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18</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81" name="文本框 80">
            <a:extLst>
              <a:ext uri="{FF2B5EF4-FFF2-40B4-BE49-F238E27FC236}">
                <a16:creationId xmlns:a16="http://schemas.microsoft.com/office/drawing/2014/main" id="{2E8A9D33-19C5-3805-21E0-DD6C03D3A1B1}"/>
              </a:ext>
            </a:extLst>
          </p:cNvPr>
          <p:cNvSpPr txBox="1"/>
          <p:nvPr/>
        </p:nvSpPr>
        <p:spPr>
          <a:xfrm>
            <a:off x="6031503" y="5737916"/>
            <a:ext cx="375424"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DEC</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2" name="文本框 81">
            <a:extLst>
              <a:ext uri="{FF2B5EF4-FFF2-40B4-BE49-F238E27FC236}">
                <a16:creationId xmlns:a16="http://schemas.microsoft.com/office/drawing/2014/main" id="{7807C349-2A4C-7610-6323-B66CABB3E620}"/>
              </a:ext>
            </a:extLst>
          </p:cNvPr>
          <p:cNvSpPr txBox="1"/>
          <p:nvPr/>
        </p:nvSpPr>
        <p:spPr>
          <a:xfrm>
            <a:off x="6078952" y="5417633"/>
            <a:ext cx="243978" cy="215444"/>
          </a:xfrm>
          <a:prstGeom prst="rect">
            <a:avLst/>
          </a:prstGeom>
          <a:noFill/>
        </p:spPr>
        <p:txBody>
          <a:bodyPr wrap="none" rtlCol="0">
            <a:spAutoFit/>
          </a:bodyPr>
          <a:lstStyle/>
          <a:p>
            <a:r>
              <a:rPr kumimoji="1" lang="en-US" altLang="zh-CN" sz="800" dirty="0">
                <a:solidFill>
                  <a:srgbClr val="01329F"/>
                </a:solidFill>
                <a:latin typeface="Alibaba PuHuiTi" pitchFamily="18" charset="-122"/>
                <a:ea typeface="Alibaba PuHuiTi" pitchFamily="18" charset="-122"/>
                <a:cs typeface="Alibaba PuHuiTi" pitchFamily="18" charset="-122"/>
              </a:rPr>
              <a:t>0</a:t>
            </a:r>
            <a:endParaRPr kumimoji="1" lang="zh-CN" altLang="en-US" sz="800" dirty="0">
              <a:solidFill>
                <a:srgbClr val="01329F"/>
              </a:solidFill>
              <a:latin typeface="Alibaba PuHuiTi" pitchFamily="18" charset="-122"/>
              <a:ea typeface="Alibaba PuHuiTi" pitchFamily="18" charset="-122"/>
              <a:cs typeface="Alibaba PuHuiTi" pitchFamily="18" charset="-122"/>
            </a:endParaRPr>
          </a:p>
        </p:txBody>
      </p:sp>
      <p:sp>
        <p:nvSpPr>
          <p:cNvPr id="83" name="文本框 82">
            <a:extLst>
              <a:ext uri="{FF2B5EF4-FFF2-40B4-BE49-F238E27FC236}">
                <a16:creationId xmlns:a16="http://schemas.microsoft.com/office/drawing/2014/main" id="{6D27D57F-F3A9-A216-C952-C911D4A4BBC4}"/>
              </a:ext>
            </a:extLst>
          </p:cNvPr>
          <p:cNvSpPr txBox="1"/>
          <p:nvPr/>
        </p:nvSpPr>
        <p:spPr>
          <a:xfrm>
            <a:off x="6079399" y="4817267"/>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28</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4" name="文本框 83">
            <a:extLst>
              <a:ext uri="{FF2B5EF4-FFF2-40B4-BE49-F238E27FC236}">
                <a16:creationId xmlns:a16="http://schemas.microsoft.com/office/drawing/2014/main" id="{65DA03B4-6DD9-DDEB-BA83-E90AE44F9048}"/>
              </a:ext>
            </a:extLst>
          </p:cNvPr>
          <p:cNvSpPr txBox="1"/>
          <p:nvPr/>
        </p:nvSpPr>
        <p:spPr>
          <a:xfrm>
            <a:off x="6071448" y="4217351"/>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40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5" name="文本框 84">
            <a:extLst>
              <a:ext uri="{FF2B5EF4-FFF2-40B4-BE49-F238E27FC236}">
                <a16:creationId xmlns:a16="http://schemas.microsoft.com/office/drawing/2014/main" id="{52F16DE7-2700-CDA9-67BF-7444AB609446}"/>
              </a:ext>
            </a:extLst>
          </p:cNvPr>
          <p:cNvSpPr txBox="1"/>
          <p:nvPr/>
        </p:nvSpPr>
        <p:spPr>
          <a:xfrm>
            <a:off x="6079399" y="3617433"/>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60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6" name="文本框 85">
            <a:extLst>
              <a:ext uri="{FF2B5EF4-FFF2-40B4-BE49-F238E27FC236}">
                <a16:creationId xmlns:a16="http://schemas.microsoft.com/office/drawing/2014/main" id="{476B120F-BD26-D3D7-135D-8F71EF288300}"/>
              </a:ext>
            </a:extLst>
          </p:cNvPr>
          <p:cNvSpPr txBox="1"/>
          <p:nvPr/>
        </p:nvSpPr>
        <p:spPr>
          <a:xfrm>
            <a:off x="6071447" y="3017068"/>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80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7" name="文本框 86">
            <a:extLst>
              <a:ext uri="{FF2B5EF4-FFF2-40B4-BE49-F238E27FC236}">
                <a16:creationId xmlns:a16="http://schemas.microsoft.com/office/drawing/2014/main" id="{CCF72C6E-EFDC-4D4A-514B-342CDC7F75B4}"/>
              </a:ext>
            </a:extLst>
          </p:cNvPr>
          <p:cNvSpPr txBox="1"/>
          <p:nvPr/>
        </p:nvSpPr>
        <p:spPr>
          <a:xfrm>
            <a:off x="6079399" y="2409199"/>
            <a:ext cx="362600"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100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8" name="文本框 87">
            <a:extLst>
              <a:ext uri="{FF2B5EF4-FFF2-40B4-BE49-F238E27FC236}">
                <a16:creationId xmlns:a16="http://schemas.microsoft.com/office/drawing/2014/main" id="{31B1A795-A794-451C-4EC3-82298C2B06A0}"/>
              </a:ext>
            </a:extLst>
          </p:cNvPr>
          <p:cNvSpPr txBox="1"/>
          <p:nvPr/>
        </p:nvSpPr>
        <p:spPr>
          <a:xfrm>
            <a:off x="6071447" y="1801330"/>
            <a:ext cx="362600"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120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9" name="椭圆 88">
            <a:extLst>
              <a:ext uri="{FF2B5EF4-FFF2-40B4-BE49-F238E27FC236}">
                <a16:creationId xmlns:a16="http://schemas.microsoft.com/office/drawing/2014/main" id="{58ABC4BE-1A52-9133-264B-2AC08D626088}"/>
              </a:ext>
            </a:extLst>
          </p:cNvPr>
          <p:cNvSpPr/>
          <p:nvPr/>
        </p:nvSpPr>
        <p:spPr>
          <a:xfrm>
            <a:off x="6195925" y="1438937"/>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91" name="文本框 90">
            <a:extLst>
              <a:ext uri="{FF2B5EF4-FFF2-40B4-BE49-F238E27FC236}">
                <a16:creationId xmlns:a16="http://schemas.microsoft.com/office/drawing/2014/main" id="{29D9F5D7-D816-62AB-7B30-202A058B247C}"/>
              </a:ext>
            </a:extLst>
          </p:cNvPr>
          <p:cNvSpPr txBox="1"/>
          <p:nvPr/>
        </p:nvSpPr>
        <p:spPr>
          <a:xfrm>
            <a:off x="6281750" y="1410824"/>
            <a:ext cx="1013419"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PPT Template</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92" name="椭圆 91">
            <a:extLst>
              <a:ext uri="{FF2B5EF4-FFF2-40B4-BE49-F238E27FC236}">
                <a16:creationId xmlns:a16="http://schemas.microsoft.com/office/drawing/2014/main" id="{2F8BB836-8FD3-FF2F-D8EF-582B492E3AF4}"/>
              </a:ext>
            </a:extLst>
          </p:cNvPr>
          <p:cNvSpPr/>
          <p:nvPr/>
        </p:nvSpPr>
        <p:spPr>
          <a:xfrm>
            <a:off x="11665857" y="1445102"/>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93" name="文本框 92">
            <a:extLst>
              <a:ext uri="{FF2B5EF4-FFF2-40B4-BE49-F238E27FC236}">
                <a16:creationId xmlns:a16="http://schemas.microsoft.com/office/drawing/2014/main" id="{632B22EF-75BE-83C6-68B6-B8777744DB5D}"/>
              </a:ext>
            </a:extLst>
          </p:cNvPr>
          <p:cNvSpPr txBox="1"/>
          <p:nvPr/>
        </p:nvSpPr>
        <p:spPr>
          <a:xfrm>
            <a:off x="10614644" y="1393136"/>
            <a:ext cx="1072730"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ARCHITECTURE</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94" name="文本框 93">
            <a:extLst>
              <a:ext uri="{FF2B5EF4-FFF2-40B4-BE49-F238E27FC236}">
                <a16:creationId xmlns:a16="http://schemas.microsoft.com/office/drawing/2014/main" id="{E7233C8C-1E34-108A-3B55-F10EEEAC9134}"/>
              </a:ext>
            </a:extLst>
          </p:cNvPr>
          <p:cNvSpPr txBox="1"/>
          <p:nvPr/>
        </p:nvSpPr>
        <p:spPr>
          <a:xfrm>
            <a:off x="11615617" y="1809281"/>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¥3</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21284C9B-87F7-730E-0D3D-10819D843575}"/>
              </a:ext>
            </a:extLst>
          </p:cNvPr>
          <p:cNvSpPr txBox="1"/>
          <p:nvPr/>
        </p:nvSpPr>
        <p:spPr>
          <a:xfrm>
            <a:off x="11525849" y="2401248"/>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7" name="文本框 96">
            <a:extLst>
              <a:ext uri="{FF2B5EF4-FFF2-40B4-BE49-F238E27FC236}">
                <a16:creationId xmlns:a16="http://schemas.microsoft.com/office/drawing/2014/main" id="{87C46861-BA78-2AA7-6899-E077D6C50566}"/>
              </a:ext>
            </a:extLst>
          </p:cNvPr>
          <p:cNvSpPr txBox="1"/>
          <p:nvPr/>
        </p:nvSpPr>
        <p:spPr>
          <a:xfrm>
            <a:off x="11525849" y="2977312"/>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8" name="文本框 97">
            <a:extLst>
              <a:ext uri="{FF2B5EF4-FFF2-40B4-BE49-F238E27FC236}">
                <a16:creationId xmlns:a16="http://schemas.microsoft.com/office/drawing/2014/main" id="{C92A5AD3-20E4-46C0-244C-B30E6E0B5770}"/>
              </a:ext>
            </a:extLst>
          </p:cNvPr>
          <p:cNvSpPr txBox="1"/>
          <p:nvPr/>
        </p:nvSpPr>
        <p:spPr>
          <a:xfrm>
            <a:off x="11525849" y="3553376"/>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9" name="文本框 98">
            <a:extLst>
              <a:ext uri="{FF2B5EF4-FFF2-40B4-BE49-F238E27FC236}">
                <a16:creationId xmlns:a16="http://schemas.microsoft.com/office/drawing/2014/main" id="{00B9E03B-49F6-4775-6AF7-7F24E350653E}"/>
              </a:ext>
            </a:extLst>
          </p:cNvPr>
          <p:cNvSpPr txBox="1"/>
          <p:nvPr/>
        </p:nvSpPr>
        <p:spPr>
          <a:xfrm>
            <a:off x="11615617" y="4201448"/>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00" name="文本框 99">
            <a:extLst>
              <a:ext uri="{FF2B5EF4-FFF2-40B4-BE49-F238E27FC236}">
                <a16:creationId xmlns:a16="http://schemas.microsoft.com/office/drawing/2014/main" id="{BE62F2E2-D075-FAB4-4755-F19BD0DCD778}"/>
              </a:ext>
            </a:extLst>
          </p:cNvPr>
          <p:cNvSpPr txBox="1"/>
          <p:nvPr/>
        </p:nvSpPr>
        <p:spPr>
          <a:xfrm>
            <a:off x="11525849" y="4777512"/>
            <a:ext cx="393056" cy="215444"/>
          </a:xfrm>
          <a:prstGeom prst="rect">
            <a:avLst/>
          </a:prstGeom>
          <a:noFill/>
        </p:spPr>
        <p:txBody>
          <a:bodyPr wrap="none" rtlCol="0">
            <a:spAutoFit/>
          </a:bodyPr>
          <a:lstStyle/>
          <a:p>
            <a:r>
              <a:rPr kumimoji="1" lang="en-US" altLang="zh-CN" sz="800" dirty="0">
                <a:solidFill>
                  <a:srgbClr val="01329F"/>
                </a:solidFill>
                <a:latin typeface="Alibaba PuHuiTi" pitchFamily="18" charset="-122"/>
                <a:ea typeface="Alibaba PuHuiTi" pitchFamily="18" charset="-122"/>
                <a:cs typeface="Alibaba PuHuiTi" pitchFamily="18" charset="-122"/>
              </a:rPr>
              <a:t>¥0.5</a:t>
            </a:r>
            <a:endParaRPr kumimoji="1" lang="zh-CN" altLang="en-US" sz="800" dirty="0">
              <a:solidFill>
                <a:srgbClr val="01329F"/>
              </a:solidFill>
              <a:latin typeface="Alibaba PuHuiTi" pitchFamily="18" charset="-122"/>
              <a:ea typeface="Alibaba PuHuiTi" pitchFamily="18" charset="-122"/>
              <a:cs typeface="Alibaba PuHuiTi" pitchFamily="18" charset="-122"/>
            </a:endParaRPr>
          </a:p>
        </p:txBody>
      </p:sp>
      <p:sp>
        <p:nvSpPr>
          <p:cNvPr id="101" name="文本框 100">
            <a:extLst>
              <a:ext uri="{FF2B5EF4-FFF2-40B4-BE49-F238E27FC236}">
                <a16:creationId xmlns:a16="http://schemas.microsoft.com/office/drawing/2014/main" id="{EC3040E6-8100-0EDD-9E24-B603D2073511}"/>
              </a:ext>
            </a:extLst>
          </p:cNvPr>
          <p:cNvSpPr txBox="1"/>
          <p:nvPr/>
        </p:nvSpPr>
        <p:spPr>
          <a:xfrm>
            <a:off x="11615617" y="5417187"/>
            <a:ext cx="303288" cy="215444"/>
          </a:xfrm>
          <a:prstGeom prst="rect">
            <a:avLst/>
          </a:prstGeom>
          <a:noFill/>
        </p:spPr>
        <p:txBody>
          <a:bodyPr wrap="none" rtlCol="0">
            <a:spAutoFit/>
          </a:bodyPr>
          <a:lstStyle/>
          <a:p>
            <a:r>
              <a:rPr kumimoji="1" lang="en-US" altLang="zh-CN" sz="800" dirty="0">
                <a:solidFill>
                  <a:srgbClr val="01329F"/>
                </a:solidFill>
                <a:latin typeface="Alibaba PuHuiTi" pitchFamily="18" charset="-122"/>
                <a:ea typeface="Alibaba PuHuiTi" pitchFamily="18" charset="-122"/>
                <a:cs typeface="Alibaba PuHuiTi" pitchFamily="18" charset="-122"/>
              </a:rPr>
              <a:t>¥0</a:t>
            </a:r>
            <a:endParaRPr kumimoji="1" lang="zh-CN" altLang="en-US" sz="800" dirty="0">
              <a:solidFill>
                <a:srgbClr val="01329F"/>
              </a:solidFill>
              <a:latin typeface="Alibaba PuHuiTi" pitchFamily="18" charset="-122"/>
              <a:ea typeface="Alibaba PuHuiTi" pitchFamily="18" charset="-122"/>
              <a:cs typeface="Alibaba PuHuiTi" pitchFamily="18" charset="-122"/>
            </a:endParaRPr>
          </a:p>
        </p:txBody>
      </p:sp>
      <p:sp>
        <p:nvSpPr>
          <p:cNvPr id="103" name="文本框 102">
            <a:extLst>
              <a:ext uri="{FF2B5EF4-FFF2-40B4-BE49-F238E27FC236}">
                <a16:creationId xmlns:a16="http://schemas.microsoft.com/office/drawing/2014/main" id="{229FED01-A574-3372-F1C8-1B1BCCCAAC2C}"/>
              </a:ext>
            </a:extLst>
          </p:cNvPr>
          <p:cNvSpPr txBox="1"/>
          <p:nvPr/>
        </p:nvSpPr>
        <p:spPr>
          <a:xfrm>
            <a:off x="7093443" y="1737906"/>
            <a:ext cx="2468880" cy="1162562"/>
          </a:xfrm>
          <a:prstGeom prst="rect">
            <a:avLst/>
          </a:prstGeom>
          <a:noFill/>
        </p:spPr>
        <p:txBody>
          <a:bodyPr wrap="square" rtlCol="0">
            <a:spAutoFit/>
          </a:bodyPr>
          <a:lstStyle/>
          <a:p>
            <a:pPr>
              <a:lnSpc>
                <a:spcPts val="1360"/>
              </a:lnSpc>
            </a:pPr>
            <a:r>
              <a:rPr kumimoji="1" lang="en" altLang="zh-CN" sz="1050" dirty="0">
                <a:solidFill>
                  <a:srgbClr val="1E344D"/>
                </a:solidFill>
                <a:latin typeface="Alibaba PuHuiTi" pitchFamily="18" charset="-122"/>
                <a:ea typeface="Alibaba PuHuiTi" pitchFamily="18" charset="-122"/>
                <a:cs typeface="Alibaba PuHuiTi" pitchFamily="18" charset="-122"/>
              </a:rPr>
              <a:t>Yesterday there was anannouncement that Waves coin will be listed on Huobi and thecommunity reacted very positivelyto the news.As a result, thecoin gained 30% per day.</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cxnSp>
        <p:nvCxnSpPr>
          <p:cNvPr id="109" name="直线箭头连接符 108">
            <a:extLst>
              <a:ext uri="{FF2B5EF4-FFF2-40B4-BE49-F238E27FC236}">
                <a16:creationId xmlns:a16="http://schemas.microsoft.com/office/drawing/2014/main" id="{941D8BF7-801A-9F8C-A66A-B35044C69D68}"/>
              </a:ext>
            </a:extLst>
          </p:cNvPr>
          <p:cNvCxnSpPr/>
          <p:nvPr/>
        </p:nvCxnSpPr>
        <p:spPr>
          <a:xfrm>
            <a:off x="8660595" y="1869009"/>
            <a:ext cx="2837329" cy="0"/>
          </a:xfrm>
          <a:prstGeom prst="straightConnector1">
            <a:avLst/>
          </a:prstGeom>
          <a:ln w="12700">
            <a:solidFill>
              <a:srgbClr val="212121"/>
            </a:solidFill>
            <a:tailEnd type="triangle"/>
          </a:ln>
        </p:spPr>
        <p:style>
          <a:lnRef idx="1">
            <a:schemeClr val="accent1"/>
          </a:lnRef>
          <a:fillRef idx="0">
            <a:schemeClr val="accent1"/>
          </a:fillRef>
          <a:effectRef idx="0">
            <a:schemeClr val="accent1"/>
          </a:effectRef>
          <a:fontRef idx="minor">
            <a:schemeClr val="tx1"/>
          </a:fontRef>
        </p:style>
      </p:cxnSp>
      <p:sp>
        <p:nvSpPr>
          <p:cNvPr id="170" name="文本框 169">
            <a:extLst>
              <a:ext uri="{FF2B5EF4-FFF2-40B4-BE49-F238E27FC236}">
                <a16:creationId xmlns:a16="http://schemas.microsoft.com/office/drawing/2014/main" id="{4EF4D1CD-5160-C486-D8DC-D83717EEFF93}"/>
              </a:ext>
            </a:extLst>
          </p:cNvPr>
          <p:cNvSpPr txBox="1"/>
          <p:nvPr/>
        </p:nvSpPr>
        <p:spPr>
          <a:xfrm>
            <a:off x="205341" y="970155"/>
            <a:ext cx="11831704" cy="2308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000000"/>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000000"/>
              </a:solidFill>
            </a:endParaRPr>
          </a:p>
        </p:txBody>
      </p:sp>
      <p:sp>
        <p:nvSpPr>
          <p:cNvPr id="2" name="文本框 1">
            <a:extLst>
              <a:ext uri="{FF2B5EF4-FFF2-40B4-BE49-F238E27FC236}">
                <a16:creationId xmlns:a16="http://schemas.microsoft.com/office/drawing/2014/main" id="{8F73DF25-3B99-09BE-D809-F72716A623D6}"/>
              </a:ext>
            </a:extLst>
          </p:cNvPr>
          <p:cNvSpPr txBox="1"/>
          <p:nvPr/>
        </p:nvSpPr>
        <p:spPr>
          <a:xfrm>
            <a:off x="142541" y="5872301"/>
            <a:ext cx="4940968" cy="830997"/>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DDF6B87E-3855-0CD9-CD47-87617BC801A4}"/>
              </a:ext>
            </a:extLst>
          </p:cNvPr>
          <p:cNvSpPr txBox="1"/>
          <p:nvPr/>
        </p:nvSpPr>
        <p:spPr>
          <a:xfrm>
            <a:off x="4453074" y="6253124"/>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 projects by the number of</a:t>
            </a:r>
          </a:p>
        </p:txBody>
      </p:sp>
      <p:sp>
        <p:nvSpPr>
          <p:cNvPr id="8" name="文本框 7">
            <a:extLst>
              <a:ext uri="{FF2B5EF4-FFF2-40B4-BE49-F238E27FC236}">
                <a16:creationId xmlns:a16="http://schemas.microsoft.com/office/drawing/2014/main" id="{AF621A51-CFF8-1385-DDB2-DC4431D97179}"/>
              </a:ext>
            </a:extLst>
          </p:cNvPr>
          <p:cNvSpPr txBox="1"/>
          <p:nvPr/>
        </p:nvSpPr>
        <p:spPr>
          <a:xfrm>
            <a:off x="10003186" y="6045199"/>
            <a:ext cx="18385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chemeClr val="bg1"/>
                </a:solidFill>
              </a:rPr>
              <a:t>Top 10</a:t>
            </a:r>
            <a:r>
              <a:rPr lang="zh-CN" altLang="en-US" dirty="0">
                <a:solidFill>
                  <a:schemeClr val="bg1"/>
                </a:solidFill>
              </a:rPr>
              <a:t> </a:t>
            </a:r>
            <a:r>
              <a:rPr lang="en-US" altLang="zh-CN" dirty="0">
                <a:solidFill>
                  <a:schemeClr val="bg1"/>
                </a:solidFill>
              </a:rPr>
              <a:t>PPT</a:t>
            </a:r>
            <a:endParaRPr lang="zh-CN" altLang="en-US" dirty="0">
              <a:solidFill>
                <a:schemeClr val="bg1"/>
              </a:solidFill>
            </a:endParaRPr>
          </a:p>
        </p:txBody>
      </p:sp>
      <p:sp>
        <p:nvSpPr>
          <p:cNvPr id="10" name="文本框 9">
            <a:extLst>
              <a:ext uri="{FF2B5EF4-FFF2-40B4-BE49-F238E27FC236}">
                <a16:creationId xmlns:a16="http://schemas.microsoft.com/office/drawing/2014/main" id="{6578A191-176D-FA88-1311-73F13AC90D82}"/>
              </a:ext>
            </a:extLst>
          </p:cNvPr>
          <p:cNvSpPr txBox="1"/>
          <p:nvPr/>
        </p:nvSpPr>
        <p:spPr>
          <a:xfrm>
            <a:off x="3238281" y="5912095"/>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13" name="椭圆 12">
            <a:extLst>
              <a:ext uri="{FF2B5EF4-FFF2-40B4-BE49-F238E27FC236}">
                <a16:creationId xmlns:a16="http://schemas.microsoft.com/office/drawing/2014/main" id="{6B787743-81BE-A29C-BF03-FD1AFA411886}"/>
              </a:ext>
            </a:extLst>
          </p:cNvPr>
          <p:cNvSpPr/>
          <p:nvPr/>
        </p:nvSpPr>
        <p:spPr>
          <a:xfrm>
            <a:off x="620648" y="2749777"/>
            <a:ext cx="1536192" cy="153619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000" dirty="0">
              <a:solidFill>
                <a:srgbClr val="01329F"/>
              </a:solidFill>
              <a:latin typeface="Alibaba PuHuiTi" pitchFamily="18" charset="-122"/>
              <a:ea typeface="Alibaba PuHuiTi" pitchFamily="18" charset="-122"/>
              <a:cs typeface="Alibaba PuHuiTi" pitchFamily="18" charset="-122"/>
            </a:endParaRPr>
          </a:p>
        </p:txBody>
      </p:sp>
      <p:sp>
        <p:nvSpPr>
          <p:cNvPr id="16" name="文本框 15">
            <a:extLst>
              <a:ext uri="{FF2B5EF4-FFF2-40B4-BE49-F238E27FC236}">
                <a16:creationId xmlns:a16="http://schemas.microsoft.com/office/drawing/2014/main" id="{93B708AF-9EC9-4E58-4733-B369E0418795}"/>
              </a:ext>
            </a:extLst>
          </p:cNvPr>
          <p:cNvSpPr txBox="1"/>
          <p:nvPr/>
        </p:nvSpPr>
        <p:spPr>
          <a:xfrm>
            <a:off x="818590" y="1824082"/>
            <a:ext cx="1143000" cy="584775"/>
          </a:xfrm>
          <a:prstGeom prst="rect">
            <a:avLst/>
          </a:prstGeom>
          <a:noFill/>
        </p:spPr>
        <p:txBody>
          <a:bodyPr wrap="square" rtlCol="0">
            <a:spAutoFit/>
          </a:bodyPr>
          <a:lstStyle/>
          <a:p>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Advanced PPT</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7" name="文本框 16">
            <a:extLst>
              <a:ext uri="{FF2B5EF4-FFF2-40B4-BE49-F238E27FC236}">
                <a16:creationId xmlns:a16="http://schemas.microsoft.com/office/drawing/2014/main" id="{40F81B5C-EA4F-D2ED-3ABE-E6C8720EB913}"/>
              </a:ext>
            </a:extLst>
          </p:cNvPr>
          <p:cNvSpPr txBox="1"/>
          <p:nvPr/>
        </p:nvSpPr>
        <p:spPr>
          <a:xfrm>
            <a:off x="818590" y="4468833"/>
            <a:ext cx="1143000" cy="584775"/>
          </a:xfrm>
          <a:prstGeom prst="rect">
            <a:avLst/>
          </a:prstGeom>
          <a:noFill/>
        </p:spPr>
        <p:txBody>
          <a:bodyPr wrap="square" rtlCol="0">
            <a:spAutoFit/>
          </a:bodyPr>
          <a:lstStyle/>
          <a:p>
            <a:r>
              <a:rPr kumimoji="1" lang="en" altLang="zh-CN" sz="1600" dirty="0">
                <a:solidFill>
                  <a:srgbClr val="BB3023"/>
                </a:solidFill>
                <a:latin typeface="Alibaba PuHuiTi Medium" pitchFamily="18" charset="-122"/>
                <a:ea typeface="Alibaba PuHuiTi Medium" pitchFamily="18" charset="-122"/>
                <a:cs typeface="Alibaba PuHuiTi Medium" pitchFamily="18" charset="-122"/>
              </a:rPr>
              <a:t>logical analysis</a:t>
            </a:r>
            <a:endParaRPr kumimoji="1" lang="zh-CN" altLang="en-US" sz="16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18" name="文本框 17">
            <a:extLst>
              <a:ext uri="{FF2B5EF4-FFF2-40B4-BE49-F238E27FC236}">
                <a16:creationId xmlns:a16="http://schemas.microsoft.com/office/drawing/2014/main" id="{82E2F0C3-7545-9AC0-1CCF-9F0269261E62}"/>
              </a:ext>
            </a:extLst>
          </p:cNvPr>
          <p:cNvSpPr txBox="1"/>
          <p:nvPr/>
        </p:nvSpPr>
        <p:spPr>
          <a:xfrm>
            <a:off x="697567" y="3190908"/>
            <a:ext cx="1465728" cy="584775"/>
          </a:xfrm>
          <a:prstGeom prst="rect">
            <a:avLst/>
          </a:prstGeom>
          <a:noFill/>
        </p:spPr>
        <p:txBody>
          <a:bodyPr wrap="square" rtlCol="0">
            <a:spAutoFit/>
          </a:bodyPr>
          <a:lstStyle/>
          <a:p>
            <a:r>
              <a:rPr kumimoji="1" lang="en" altLang="zh-CN" sz="1600" dirty="0">
                <a:solidFill>
                  <a:schemeClr val="bg1"/>
                </a:solidFill>
                <a:latin typeface="Alibaba PuHuiTi Medium" pitchFamily="18" charset="-122"/>
                <a:ea typeface="Alibaba PuHuiTi Medium" pitchFamily="18" charset="-122"/>
                <a:cs typeface="Alibaba PuHuiTi Medium" pitchFamily="18" charset="-122"/>
              </a:rPr>
              <a:t>clear copywriting</a:t>
            </a:r>
            <a:endParaRPr kumimoji="1" lang="zh-CN" altLang="en-US" sz="1600" dirty="0">
              <a:solidFill>
                <a:schemeClr val="bg1"/>
              </a:solidFill>
              <a:latin typeface="Alibaba PuHuiTi Medium" pitchFamily="18" charset="-122"/>
              <a:ea typeface="Alibaba PuHuiTi Medium" pitchFamily="18" charset="-122"/>
              <a:cs typeface="Alibaba PuHuiTi Medium" pitchFamily="18" charset="-122"/>
            </a:endParaRPr>
          </a:p>
        </p:txBody>
      </p:sp>
      <p:cxnSp>
        <p:nvCxnSpPr>
          <p:cNvPr id="20" name="直线连接符 19">
            <a:extLst>
              <a:ext uri="{FF2B5EF4-FFF2-40B4-BE49-F238E27FC236}">
                <a16:creationId xmlns:a16="http://schemas.microsoft.com/office/drawing/2014/main" id="{D9807C1D-E2F2-87F0-BE3A-B403A4C5148D}"/>
              </a:ext>
            </a:extLst>
          </p:cNvPr>
          <p:cNvCxnSpPr>
            <a:cxnSpLocks/>
          </p:cNvCxnSpPr>
          <p:nvPr/>
        </p:nvCxnSpPr>
        <p:spPr>
          <a:xfrm>
            <a:off x="2580154" y="2267834"/>
            <a:ext cx="806823" cy="0"/>
          </a:xfrm>
          <a:prstGeom prst="line">
            <a:avLst/>
          </a:prstGeom>
          <a:ln w="15875">
            <a:solidFill>
              <a:srgbClr val="BB3023">
                <a:alpha val="57000"/>
              </a:srgbClr>
            </a:solidFill>
          </a:ln>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id="{25832D4A-7DFF-2D17-CE9B-016B0ECAC67C}"/>
              </a:ext>
            </a:extLst>
          </p:cNvPr>
          <p:cNvCxnSpPr>
            <a:cxnSpLocks/>
          </p:cNvCxnSpPr>
          <p:nvPr/>
        </p:nvCxnSpPr>
        <p:spPr>
          <a:xfrm>
            <a:off x="2580154" y="3460721"/>
            <a:ext cx="806823" cy="0"/>
          </a:xfrm>
          <a:prstGeom prst="line">
            <a:avLst/>
          </a:prstGeom>
          <a:ln w="15875">
            <a:solidFill>
              <a:srgbClr val="BB3023">
                <a:alpha val="57000"/>
              </a:srgbClr>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2DD6A523-1457-CC6E-6B84-027D2EC2D528}"/>
              </a:ext>
            </a:extLst>
          </p:cNvPr>
          <p:cNvCxnSpPr>
            <a:cxnSpLocks/>
          </p:cNvCxnSpPr>
          <p:nvPr/>
        </p:nvCxnSpPr>
        <p:spPr>
          <a:xfrm>
            <a:off x="2580154" y="4756865"/>
            <a:ext cx="806823" cy="0"/>
          </a:xfrm>
          <a:prstGeom prst="line">
            <a:avLst/>
          </a:prstGeom>
          <a:ln w="15875">
            <a:solidFill>
              <a:srgbClr val="BB3023">
                <a:alpha val="57000"/>
              </a:srgbClr>
            </a:solidFill>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id="{8D8E243A-C69F-D50C-57A2-C099E8AC91D7}"/>
              </a:ext>
            </a:extLst>
          </p:cNvPr>
          <p:cNvSpPr txBox="1"/>
          <p:nvPr/>
        </p:nvSpPr>
        <p:spPr>
          <a:xfrm>
            <a:off x="3733013" y="1640782"/>
            <a:ext cx="1657575" cy="1183016"/>
          </a:xfrm>
          <a:prstGeom prst="rect">
            <a:avLst/>
          </a:prstGeom>
          <a:noFill/>
        </p:spPr>
        <p:txBody>
          <a:bodyPr wrap="square" rtlCol="0">
            <a:spAutoFit/>
          </a:bodyPr>
          <a:lstStyle/>
          <a:p>
            <a:pPr>
              <a:lnSpc>
                <a:spcPct val="150000"/>
              </a:lnSpc>
            </a:pP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p>
        </p:txBody>
      </p:sp>
      <p:sp>
        <p:nvSpPr>
          <p:cNvPr id="25" name="文本框 24">
            <a:extLst>
              <a:ext uri="{FF2B5EF4-FFF2-40B4-BE49-F238E27FC236}">
                <a16:creationId xmlns:a16="http://schemas.microsoft.com/office/drawing/2014/main" id="{F2CEDF2A-8A55-1BD1-6460-1042AD5A0117}"/>
              </a:ext>
            </a:extLst>
          </p:cNvPr>
          <p:cNvSpPr txBox="1"/>
          <p:nvPr/>
        </p:nvSpPr>
        <p:spPr>
          <a:xfrm>
            <a:off x="3733013" y="3005656"/>
            <a:ext cx="1657575" cy="1183016"/>
          </a:xfrm>
          <a:prstGeom prst="rect">
            <a:avLst/>
          </a:prstGeom>
          <a:noFill/>
        </p:spPr>
        <p:txBody>
          <a:bodyPr wrap="square" rtlCol="0">
            <a:spAutoFit/>
          </a:bodyPr>
          <a:lstStyle/>
          <a:p>
            <a:pPr>
              <a:lnSpc>
                <a:spcPct val="150000"/>
              </a:lnSpc>
            </a:pP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p>
        </p:txBody>
      </p:sp>
      <p:sp>
        <p:nvSpPr>
          <p:cNvPr id="26" name="文本框 25">
            <a:extLst>
              <a:ext uri="{FF2B5EF4-FFF2-40B4-BE49-F238E27FC236}">
                <a16:creationId xmlns:a16="http://schemas.microsoft.com/office/drawing/2014/main" id="{D55EB11E-8498-EFA1-8E6A-05DB3E2CF4D9}"/>
              </a:ext>
            </a:extLst>
          </p:cNvPr>
          <p:cNvSpPr txBox="1"/>
          <p:nvPr/>
        </p:nvSpPr>
        <p:spPr>
          <a:xfrm>
            <a:off x="3733013" y="4334752"/>
            <a:ext cx="1657575" cy="1183016"/>
          </a:xfrm>
          <a:prstGeom prst="rect">
            <a:avLst/>
          </a:prstGeom>
          <a:noFill/>
        </p:spPr>
        <p:txBody>
          <a:bodyPr wrap="square" rtlCol="0">
            <a:spAutoFit/>
          </a:bodyPr>
          <a:lstStyle/>
          <a:p>
            <a:pPr>
              <a:lnSpc>
                <a:spcPct val="150000"/>
              </a:lnSpc>
            </a:pP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r>
              <a:rPr kumimoji="1" lang="en" altLang="zh-CN" sz="800" dirty="0">
                <a:solidFill>
                  <a:srgbClr val="BB3023"/>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BB3023"/>
                </a:solidFill>
                <a:latin typeface="Alibaba PuHuiTi" pitchFamily="18" charset="-122"/>
                <a:ea typeface="Alibaba PuHuiTi" pitchFamily="18" charset="-122"/>
                <a:cs typeface="Alibaba PuHuiTi" pitchFamily="18" charset="-122"/>
              </a:rPr>
              <a:t>，</a:t>
            </a:r>
          </a:p>
        </p:txBody>
      </p:sp>
      <p:sp>
        <p:nvSpPr>
          <p:cNvPr id="28" name="矩形 27">
            <a:extLst>
              <a:ext uri="{FF2B5EF4-FFF2-40B4-BE49-F238E27FC236}">
                <a16:creationId xmlns:a16="http://schemas.microsoft.com/office/drawing/2014/main" id="{BBD41F28-E63E-F092-65E3-93445D32F6A0}"/>
              </a:ext>
            </a:extLst>
          </p:cNvPr>
          <p:cNvSpPr/>
          <p:nvPr/>
        </p:nvSpPr>
        <p:spPr>
          <a:xfrm>
            <a:off x="2891114" y="2217660"/>
            <a:ext cx="115071" cy="11507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34" name="矩形 33">
            <a:extLst>
              <a:ext uri="{FF2B5EF4-FFF2-40B4-BE49-F238E27FC236}">
                <a16:creationId xmlns:a16="http://schemas.microsoft.com/office/drawing/2014/main" id="{9F881D34-B1BA-C13D-003C-90EEEAD8A991}"/>
              </a:ext>
            </a:extLst>
          </p:cNvPr>
          <p:cNvSpPr/>
          <p:nvPr/>
        </p:nvSpPr>
        <p:spPr>
          <a:xfrm>
            <a:off x="2891114" y="3413472"/>
            <a:ext cx="115071" cy="11507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36" name="矩形 35">
            <a:extLst>
              <a:ext uri="{FF2B5EF4-FFF2-40B4-BE49-F238E27FC236}">
                <a16:creationId xmlns:a16="http://schemas.microsoft.com/office/drawing/2014/main" id="{C5451100-3E71-A3DA-E404-62D14F48D795}"/>
              </a:ext>
            </a:extLst>
          </p:cNvPr>
          <p:cNvSpPr/>
          <p:nvPr/>
        </p:nvSpPr>
        <p:spPr>
          <a:xfrm>
            <a:off x="2891114" y="4701529"/>
            <a:ext cx="115071" cy="115071"/>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1329F"/>
              </a:solidFill>
            </a:endParaRPr>
          </a:p>
        </p:txBody>
      </p:sp>
      <p:sp>
        <p:nvSpPr>
          <p:cNvPr id="4" name="矩形 3">
            <a:extLst>
              <a:ext uri="{FF2B5EF4-FFF2-40B4-BE49-F238E27FC236}">
                <a16:creationId xmlns:a16="http://schemas.microsoft.com/office/drawing/2014/main" id="{87B47C8C-6A4C-5325-7A5D-2C820B19AD9E}"/>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4EA95CDC-8125-0DB4-F568-029913D5A9FF}"/>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4F693422-7A54-10C2-F259-ADD43AA07E40}"/>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2" name="直线连接符 11">
            <a:extLst>
              <a:ext uri="{FF2B5EF4-FFF2-40B4-BE49-F238E27FC236}">
                <a16:creationId xmlns:a16="http://schemas.microsoft.com/office/drawing/2014/main" id="{C6A3496D-D113-6CCB-AC22-2D826090A208}"/>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7274FC1E-9F4F-2748-8648-1E987FA70A0F}"/>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0" name="文本框 29">
            <a:extLst>
              <a:ext uri="{FF2B5EF4-FFF2-40B4-BE49-F238E27FC236}">
                <a16:creationId xmlns:a16="http://schemas.microsoft.com/office/drawing/2014/main" id="{A7FD3998-E46B-21A1-D17C-7A49FC5AAF12}"/>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1" name="组合 30">
            <a:extLst>
              <a:ext uri="{FF2B5EF4-FFF2-40B4-BE49-F238E27FC236}">
                <a16:creationId xmlns:a16="http://schemas.microsoft.com/office/drawing/2014/main" id="{9BACD1C2-0E81-A67E-9663-7C9108303146}"/>
              </a:ext>
            </a:extLst>
          </p:cNvPr>
          <p:cNvGrpSpPr/>
          <p:nvPr/>
        </p:nvGrpSpPr>
        <p:grpSpPr>
          <a:xfrm>
            <a:off x="2323294" y="287981"/>
            <a:ext cx="356205" cy="355288"/>
            <a:chOff x="2323294" y="287981"/>
            <a:chExt cx="356205" cy="355288"/>
          </a:xfrm>
        </p:grpSpPr>
        <p:sp>
          <p:nvSpPr>
            <p:cNvPr id="32" name="Google Shape;7166;p80">
              <a:extLst>
                <a:ext uri="{FF2B5EF4-FFF2-40B4-BE49-F238E27FC236}">
                  <a16:creationId xmlns:a16="http://schemas.microsoft.com/office/drawing/2014/main" id="{E4488340-9C5D-F66D-3DCC-DB77A01947D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167;p80">
              <a:extLst>
                <a:ext uri="{FF2B5EF4-FFF2-40B4-BE49-F238E27FC236}">
                  <a16:creationId xmlns:a16="http://schemas.microsoft.com/office/drawing/2014/main" id="{90919C1D-AD6E-1802-6C1C-CD8997266951}"/>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7168;p80">
              <a:extLst>
                <a:ext uri="{FF2B5EF4-FFF2-40B4-BE49-F238E27FC236}">
                  <a16:creationId xmlns:a16="http://schemas.microsoft.com/office/drawing/2014/main" id="{3531AD24-8E90-FAC9-175F-5ECD3F3C09D4}"/>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7169;p80">
              <a:extLst>
                <a:ext uri="{FF2B5EF4-FFF2-40B4-BE49-F238E27FC236}">
                  <a16:creationId xmlns:a16="http://schemas.microsoft.com/office/drawing/2014/main" id="{1A0957BC-4290-3C68-77E5-95F21673C528}"/>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75063014"/>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任意形状 11">
            <a:extLst>
              <a:ext uri="{FF2B5EF4-FFF2-40B4-BE49-F238E27FC236}">
                <a16:creationId xmlns:a16="http://schemas.microsoft.com/office/drawing/2014/main" id="{F1B40486-76A6-2A2A-002B-AB2585A151D0}"/>
              </a:ext>
            </a:extLst>
          </p:cNvPr>
          <p:cNvSpPr/>
          <p:nvPr/>
        </p:nvSpPr>
        <p:spPr>
          <a:xfrm>
            <a:off x="306350" y="1486720"/>
            <a:ext cx="5746898" cy="4119295"/>
          </a:xfrm>
          <a:custGeom>
            <a:avLst/>
            <a:gdLst>
              <a:gd name="connsiteX0" fmla="*/ 21265 w 6347637"/>
              <a:gd name="connsiteY0" fmla="*/ 2041451 h 4529469"/>
              <a:gd name="connsiteX1" fmla="*/ 308344 w 6347637"/>
              <a:gd name="connsiteY1" fmla="*/ 2052083 h 4529469"/>
              <a:gd name="connsiteX2" fmla="*/ 425302 w 6347637"/>
              <a:gd name="connsiteY2" fmla="*/ 2115879 h 4529469"/>
              <a:gd name="connsiteX3" fmla="*/ 531628 w 6347637"/>
              <a:gd name="connsiteY3" fmla="*/ 2126511 h 4529469"/>
              <a:gd name="connsiteX4" fmla="*/ 531628 w 6347637"/>
              <a:gd name="connsiteY4" fmla="*/ 2126511 h 4529469"/>
              <a:gd name="connsiteX5" fmla="*/ 723014 w 6347637"/>
              <a:gd name="connsiteY5" fmla="*/ 2073348 h 4529469"/>
              <a:gd name="connsiteX6" fmla="*/ 871870 w 6347637"/>
              <a:gd name="connsiteY6" fmla="*/ 2115879 h 4529469"/>
              <a:gd name="connsiteX7" fmla="*/ 988828 w 6347637"/>
              <a:gd name="connsiteY7" fmla="*/ 2115879 h 4529469"/>
              <a:gd name="connsiteX8" fmla="*/ 1116419 w 6347637"/>
              <a:gd name="connsiteY8" fmla="*/ 2179674 h 4529469"/>
              <a:gd name="connsiteX9" fmla="*/ 1233377 w 6347637"/>
              <a:gd name="connsiteY9" fmla="*/ 2211572 h 4529469"/>
              <a:gd name="connsiteX10" fmla="*/ 1329070 w 6347637"/>
              <a:gd name="connsiteY10" fmla="*/ 2169041 h 4529469"/>
              <a:gd name="connsiteX11" fmla="*/ 1616149 w 6347637"/>
              <a:gd name="connsiteY11" fmla="*/ 2307265 h 4529469"/>
              <a:gd name="connsiteX12" fmla="*/ 1701209 w 6347637"/>
              <a:gd name="connsiteY12" fmla="*/ 2222204 h 4529469"/>
              <a:gd name="connsiteX13" fmla="*/ 1786270 w 6347637"/>
              <a:gd name="connsiteY13" fmla="*/ 2488018 h 4529469"/>
              <a:gd name="connsiteX14" fmla="*/ 2190307 w 6347637"/>
              <a:gd name="connsiteY14" fmla="*/ 2488018 h 4529469"/>
              <a:gd name="connsiteX15" fmla="*/ 2137144 w 6347637"/>
              <a:gd name="connsiteY15" fmla="*/ 2551813 h 4529469"/>
              <a:gd name="connsiteX16" fmla="*/ 2317898 w 6347637"/>
              <a:gd name="connsiteY16" fmla="*/ 2551813 h 4529469"/>
              <a:gd name="connsiteX17" fmla="*/ 2530549 w 6347637"/>
              <a:gd name="connsiteY17" fmla="*/ 2488018 h 4529469"/>
              <a:gd name="connsiteX18" fmla="*/ 2647507 w 6347637"/>
              <a:gd name="connsiteY18" fmla="*/ 3094074 h 4529469"/>
              <a:gd name="connsiteX19" fmla="*/ 2806995 w 6347637"/>
              <a:gd name="connsiteY19" fmla="*/ 2987748 h 4529469"/>
              <a:gd name="connsiteX20" fmla="*/ 2977116 w 6347637"/>
              <a:gd name="connsiteY20" fmla="*/ 3094074 h 4529469"/>
              <a:gd name="connsiteX21" fmla="*/ 3062177 w 6347637"/>
              <a:gd name="connsiteY21" fmla="*/ 3104707 h 4529469"/>
              <a:gd name="connsiteX22" fmla="*/ 3125972 w 6347637"/>
              <a:gd name="connsiteY22" fmla="*/ 3189767 h 4529469"/>
              <a:gd name="connsiteX23" fmla="*/ 3296093 w 6347637"/>
              <a:gd name="connsiteY23" fmla="*/ 3104707 h 4529469"/>
              <a:gd name="connsiteX24" fmla="*/ 3391786 w 6347637"/>
              <a:gd name="connsiteY24" fmla="*/ 3221665 h 4529469"/>
              <a:gd name="connsiteX25" fmla="*/ 3498112 w 6347637"/>
              <a:gd name="connsiteY25" fmla="*/ 3221665 h 4529469"/>
              <a:gd name="connsiteX26" fmla="*/ 3551274 w 6347637"/>
              <a:gd name="connsiteY26" fmla="*/ 3168502 h 4529469"/>
              <a:gd name="connsiteX27" fmla="*/ 3646967 w 6347637"/>
              <a:gd name="connsiteY27" fmla="*/ 3019646 h 4529469"/>
              <a:gd name="connsiteX28" fmla="*/ 3763926 w 6347637"/>
              <a:gd name="connsiteY28" fmla="*/ 2934586 h 4529469"/>
              <a:gd name="connsiteX29" fmla="*/ 3902149 w 6347637"/>
              <a:gd name="connsiteY29" fmla="*/ 2892055 h 4529469"/>
              <a:gd name="connsiteX30" fmla="*/ 4199860 w 6347637"/>
              <a:gd name="connsiteY30" fmla="*/ 2424223 h 4529469"/>
              <a:gd name="connsiteX31" fmla="*/ 4327451 w 6347637"/>
              <a:gd name="connsiteY31" fmla="*/ 2562446 h 4529469"/>
              <a:gd name="connsiteX32" fmla="*/ 4455042 w 6347637"/>
              <a:gd name="connsiteY32" fmla="*/ 1658679 h 4529469"/>
              <a:gd name="connsiteX33" fmla="*/ 4774019 w 6347637"/>
              <a:gd name="connsiteY33" fmla="*/ 2541181 h 4529469"/>
              <a:gd name="connsiteX34" fmla="*/ 5007935 w 6347637"/>
              <a:gd name="connsiteY34" fmla="*/ 2456120 h 4529469"/>
              <a:gd name="connsiteX35" fmla="*/ 5178056 w 6347637"/>
              <a:gd name="connsiteY35" fmla="*/ 2254102 h 4529469"/>
              <a:gd name="connsiteX36" fmla="*/ 5241851 w 6347637"/>
              <a:gd name="connsiteY36" fmla="*/ 2402958 h 4529469"/>
              <a:gd name="connsiteX37" fmla="*/ 5369442 w 6347637"/>
              <a:gd name="connsiteY37" fmla="*/ 2381693 h 4529469"/>
              <a:gd name="connsiteX38" fmla="*/ 5539563 w 6347637"/>
              <a:gd name="connsiteY38" fmla="*/ 1892595 h 4529469"/>
              <a:gd name="connsiteX39" fmla="*/ 5709684 w 6347637"/>
              <a:gd name="connsiteY39" fmla="*/ 1743739 h 4529469"/>
              <a:gd name="connsiteX40" fmla="*/ 5816009 w 6347637"/>
              <a:gd name="connsiteY40" fmla="*/ 1392865 h 4529469"/>
              <a:gd name="connsiteX41" fmla="*/ 5964865 w 6347637"/>
              <a:gd name="connsiteY41" fmla="*/ 1265274 h 4529469"/>
              <a:gd name="connsiteX42" fmla="*/ 6081823 w 6347637"/>
              <a:gd name="connsiteY42" fmla="*/ 1307804 h 4529469"/>
              <a:gd name="connsiteX43" fmla="*/ 6177516 w 6347637"/>
              <a:gd name="connsiteY43" fmla="*/ 1116418 h 4529469"/>
              <a:gd name="connsiteX44" fmla="*/ 6347637 w 6347637"/>
              <a:gd name="connsiteY44" fmla="*/ 0 h 4529469"/>
              <a:gd name="connsiteX45" fmla="*/ 6347637 w 6347637"/>
              <a:gd name="connsiteY45" fmla="*/ 4529469 h 4529469"/>
              <a:gd name="connsiteX46" fmla="*/ 0 w 6347637"/>
              <a:gd name="connsiteY46" fmla="*/ 4529469 h 4529469"/>
              <a:gd name="connsiteX47" fmla="*/ 21265 w 6347637"/>
              <a:gd name="connsiteY47" fmla="*/ 2041451 h 4529469"/>
              <a:gd name="connsiteX0" fmla="*/ 21265 w 6347637"/>
              <a:gd name="connsiteY0" fmla="*/ 2041451 h 4529469"/>
              <a:gd name="connsiteX1" fmla="*/ 308344 w 6347637"/>
              <a:gd name="connsiteY1" fmla="*/ 2052083 h 4529469"/>
              <a:gd name="connsiteX2" fmla="*/ 425302 w 6347637"/>
              <a:gd name="connsiteY2" fmla="*/ 2115879 h 4529469"/>
              <a:gd name="connsiteX3" fmla="*/ 531628 w 6347637"/>
              <a:gd name="connsiteY3" fmla="*/ 2126511 h 4529469"/>
              <a:gd name="connsiteX4" fmla="*/ 531628 w 6347637"/>
              <a:gd name="connsiteY4" fmla="*/ 2126511 h 4529469"/>
              <a:gd name="connsiteX5" fmla="*/ 723014 w 6347637"/>
              <a:gd name="connsiteY5" fmla="*/ 2073348 h 4529469"/>
              <a:gd name="connsiteX6" fmla="*/ 871870 w 6347637"/>
              <a:gd name="connsiteY6" fmla="*/ 2115879 h 4529469"/>
              <a:gd name="connsiteX7" fmla="*/ 988828 w 6347637"/>
              <a:gd name="connsiteY7" fmla="*/ 2115879 h 4529469"/>
              <a:gd name="connsiteX8" fmla="*/ 1116419 w 6347637"/>
              <a:gd name="connsiteY8" fmla="*/ 2179674 h 4529469"/>
              <a:gd name="connsiteX9" fmla="*/ 1233377 w 6347637"/>
              <a:gd name="connsiteY9" fmla="*/ 2211572 h 4529469"/>
              <a:gd name="connsiteX10" fmla="*/ 1329070 w 6347637"/>
              <a:gd name="connsiteY10" fmla="*/ 2169041 h 4529469"/>
              <a:gd name="connsiteX11" fmla="*/ 1616149 w 6347637"/>
              <a:gd name="connsiteY11" fmla="*/ 2307265 h 4529469"/>
              <a:gd name="connsiteX12" fmla="*/ 1701209 w 6347637"/>
              <a:gd name="connsiteY12" fmla="*/ 2222204 h 4529469"/>
              <a:gd name="connsiteX13" fmla="*/ 1786270 w 6347637"/>
              <a:gd name="connsiteY13" fmla="*/ 2488018 h 4529469"/>
              <a:gd name="connsiteX14" fmla="*/ 2190307 w 6347637"/>
              <a:gd name="connsiteY14" fmla="*/ 2488018 h 4529469"/>
              <a:gd name="connsiteX15" fmla="*/ 2137144 w 6347637"/>
              <a:gd name="connsiteY15" fmla="*/ 2551813 h 4529469"/>
              <a:gd name="connsiteX16" fmla="*/ 2432198 w 6347637"/>
              <a:gd name="connsiteY16" fmla="*/ 2166051 h 4529469"/>
              <a:gd name="connsiteX17" fmla="*/ 2530549 w 6347637"/>
              <a:gd name="connsiteY17" fmla="*/ 2488018 h 4529469"/>
              <a:gd name="connsiteX18" fmla="*/ 2647507 w 6347637"/>
              <a:gd name="connsiteY18" fmla="*/ 3094074 h 4529469"/>
              <a:gd name="connsiteX19" fmla="*/ 2806995 w 6347637"/>
              <a:gd name="connsiteY19" fmla="*/ 2987748 h 4529469"/>
              <a:gd name="connsiteX20" fmla="*/ 2977116 w 6347637"/>
              <a:gd name="connsiteY20" fmla="*/ 3094074 h 4529469"/>
              <a:gd name="connsiteX21" fmla="*/ 3062177 w 6347637"/>
              <a:gd name="connsiteY21" fmla="*/ 3104707 h 4529469"/>
              <a:gd name="connsiteX22" fmla="*/ 3125972 w 6347637"/>
              <a:gd name="connsiteY22" fmla="*/ 3189767 h 4529469"/>
              <a:gd name="connsiteX23" fmla="*/ 3296093 w 6347637"/>
              <a:gd name="connsiteY23" fmla="*/ 3104707 h 4529469"/>
              <a:gd name="connsiteX24" fmla="*/ 3391786 w 6347637"/>
              <a:gd name="connsiteY24" fmla="*/ 3221665 h 4529469"/>
              <a:gd name="connsiteX25" fmla="*/ 3498112 w 6347637"/>
              <a:gd name="connsiteY25" fmla="*/ 3221665 h 4529469"/>
              <a:gd name="connsiteX26" fmla="*/ 3551274 w 6347637"/>
              <a:gd name="connsiteY26" fmla="*/ 3168502 h 4529469"/>
              <a:gd name="connsiteX27" fmla="*/ 3646967 w 6347637"/>
              <a:gd name="connsiteY27" fmla="*/ 3019646 h 4529469"/>
              <a:gd name="connsiteX28" fmla="*/ 3763926 w 6347637"/>
              <a:gd name="connsiteY28" fmla="*/ 2934586 h 4529469"/>
              <a:gd name="connsiteX29" fmla="*/ 3902149 w 6347637"/>
              <a:gd name="connsiteY29" fmla="*/ 2892055 h 4529469"/>
              <a:gd name="connsiteX30" fmla="*/ 4199860 w 6347637"/>
              <a:gd name="connsiteY30" fmla="*/ 2424223 h 4529469"/>
              <a:gd name="connsiteX31" fmla="*/ 4327451 w 6347637"/>
              <a:gd name="connsiteY31" fmla="*/ 2562446 h 4529469"/>
              <a:gd name="connsiteX32" fmla="*/ 4455042 w 6347637"/>
              <a:gd name="connsiteY32" fmla="*/ 1658679 h 4529469"/>
              <a:gd name="connsiteX33" fmla="*/ 4774019 w 6347637"/>
              <a:gd name="connsiteY33" fmla="*/ 2541181 h 4529469"/>
              <a:gd name="connsiteX34" fmla="*/ 5007935 w 6347637"/>
              <a:gd name="connsiteY34" fmla="*/ 2456120 h 4529469"/>
              <a:gd name="connsiteX35" fmla="*/ 5178056 w 6347637"/>
              <a:gd name="connsiteY35" fmla="*/ 2254102 h 4529469"/>
              <a:gd name="connsiteX36" fmla="*/ 5241851 w 6347637"/>
              <a:gd name="connsiteY36" fmla="*/ 2402958 h 4529469"/>
              <a:gd name="connsiteX37" fmla="*/ 5369442 w 6347637"/>
              <a:gd name="connsiteY37" fmla="*/ 2381693 h 4529469"/>
              <a:gd name="connsiteX38" fmla="*/ 5539563 w 6347637"/>
              <a:gd name="connsiteY38" fmla="*/ 1892595 h 4529469"/>
              <a:gd name="connsiteX39" fmla="*/ 5709684 w 6347637"/>
              <a:gd name="connsiteY39" fmla="*/ 1743739 h 4529469"/>
              <a:gd name="connsiteX40" fmla="*/ 5816009 w 6347637"/>
              <a:gd name="connsiteY40" fmla="*/ 1392865 h 4529469"/>
              <a:gd name="connsiteX41" fmla="*/ 5964865 w 6347637"/>
              <a:gd name="connsiteY41" fmla="*/ 1265274 h 4529469"/>
              <a:gd name="connsiteX42" fmla="*/ 6081823 w 6347637"/>
              <a:gd name="connsiteY42" fmla="*/ 1307804 h 4529469"/>
              <a:gd name="connsiteX43" fmla="*/ 6177516 w 6347637"/>
              <a:gd name="connsiteY43" fmla="*/ 1116418 h 4529469"/>
              <a:gd name="connsiteX44" fmla="*/ 6347637 w 6347637"/>
              <a:gd name="connsiteY44" fmla="*/ 0 h 4529469"/>
              <a:gd name="connsiteX45" fmla="*/ 6347637 w 6347637"/>
              <a:gd name="connsiteY45" fmla="*/ 4529469 h 4529469"/>
              <a:gd name="connsiteX46" fmla="*/ 0 w 6347637"/>
              <a:gd name="connsiteY46" fmla="*/ 4529469 h 4529469"/>
              <a:gd name="connsiteX47" fmla="*/ 21265 w 6347637"/>
              <a:gd name="connsiteY47" fmla="*/ 2041451 h 452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347637" h="4529469">
                <a:moveTo>
                  <a:pt x="21265" y="2041451"/>
                </a:moveTo>
                <a:lnTo>
                  <a:pt x="308344" y="2052083"/>
                </a:lnTo>
                <a:lnTo>
                  <a:pt x="425302" y="2115879"/>
                </a:lnTo>
                <a:lnTo>
                  <a:pt x="531628" y="2126511"/>
                </a:lnTo>
                <a:lnTo>
                  <a:pt x="531628" y="2126511"/>
                </a:lnTo>
                <a:lnTo>
                  <a:pt x="723014" y="2073348"/>
                </a:lnTo>
                <a:lnTo>
                  <a:pt x="871870" y="2115879"/>
                </a:lnTo>
                <a:lnTo>
                  <a:pt x="988828" y="2115879"/>
                </a:lnTo>
                <a:lnTo>
                  <a:pt x="1116419" y="2179674"/>
                </a:lnTo>
                <a:lnTo>
                  <a:pt x="1233377" y="2211572"/>
                </a:lnTo>
                <a:lnTo>
                  <a:pt x="1329070" y="2169041"/>
                </a:lnTo>
                <a:lnTo>
                  <a:pt x="1616149" y="2307265"/>
                </a:lnTo>
                <a:lnTo>
                  <a:pt x="1701209" y="2222204"/>
                </a:lnTo>
                <a:lnTo>
                  <a:pt x="1786270" y="2488018"/>
                </a:lnTo>
                <a:lnTo>
                  <a:pt x="2190307" y="2488018"/>
                </a:lnTo>
                <a:lnTo>
                  <a:pt x="2137144" y="2551813"/>
                </a:lnTo>
                <a:lnTo>
                  <a:pt x="2432198" y="2166051"/>
                </a:lnTo>
                <a:lnTo>
                  <a:pt x="2530549" y="2488018"/>
                </a:lnTo>
                <a:lnTo>
                  <a:pt x="2647507" y="3094074"/>
                </a:lnTo>
                <a:lnTo>
                  <a:pt x="2806995" y="2987748"/>
                </a:lnTo>
                <a:lnTo>
                  <a:pt x="2977116" y="3094074"/>
                </a:lnTo>
                <a:lnTo>
                  <a:pt x="3062177" y="3104707"/>
                </a:lnTo>
                <a:lnTo>
                  <a:pt x="3125972" y="3189767"/>
                </a:lnTo>
                <a:lnTo>
                  <a:pt x="3296093" y="3104707"/>
                </a:lnTo>
                <a:lnTo>
                  <a:pt x="3391786" y="3221665"/>
                </a:lnTo>
                <a:lnTo>
                  <a:pt x="3498112" y="3221665"/>
                </a:lnTo>
                <a:lnTo>
                  <a:pt x="3551274" y="3168502"/>
                </a:lnTo>
                <a:lnTo>
                  <a:pt x="3646967" y="3019646"/>
                </a:lnTo>
                <a:lnTo>
                  <a:pt x="3763926" y="2934586"/>
                </a:lnTo>
                <a:lnTo>
                  <a:pt x="3902149" y="2892055"/>
                </a:lnTo>
                <a:lnTo>
                  <a:pt x="4199860" y="2424223"/>
                </a:lnTo>
                <a:lnTo>
                  <a:pt x="4327451" y="2562446"/>
                </a:lnTo>
                <a:lnTo>
                  <a:pt x="4455042" y="1658679"/>
                </a:lnTo>
                <a:lnTo>
                  <a:pt x="4774019" y="2541181"/>
                </a:lnTo>
                <a:lnTo>
                  <a:pt x="5007935" y="2456120"/>
                </a:lnTo>
                <a:lnTo>
                  <a:pt x="5178056" y="2254102"/>
                </a:lnTo>
                <a:lnTo>
                  <a:pt x="5241851" y="2402958"/>
                </a:lnTo>
                <a:lnTo>
                  <a:pt x="5369442" y="2381693"/>
                </a:lnTo>
                <a:lnTo>
                  <a:pt x="5539563" y="1892595"/>
                </a:lnTo>
                <a:lnTo>
                  <a:pt x="5709684" y="1743739"/>
                </a:lnTo>
                <a:lnTo>
                  <a:pt x="5816009" y="1392865"/>
                </a:lnTo>
                <a:lnTo>
                  <a:pt x="5964865" y="1265274"/>
                </a:lnTo>
                <a:lnTo>
                  <a:pt x="6081823" y="1307804"/>
                </a:lnTo>
                <a:lnTo>
                  <a:pt x="6177516" y="1116418"/>
                </a:lnTo>
                <a:lnTo>
                  <a:pt x="6347637" y="0"/>
                </a:lnTo>
                <a:lnTo>
                  <a:pt x="6347637" y="4529469"/>
                </a:lnTo>
                <a:lnTo>
                  <a:pt x="0" y="4529469"/>
                </a:lnTo>
                <a:lnTo>
                  <a:pt x="21265" y="2041451"/>
                </a:lnTo>
                <a:close/>
              </a:path>
            </a:pathLst>
          </a:custGeom>
          <a:solidFill>
            <a:srgbClr val="BB3023">
              <a:alpha val="2534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sp>
        <p:nvSpPr>
          <p:cNvPr id="13" name="任意形状 12">
            <a:extLst>
              <a:ext uri="{FF2B5EF4-FFF2-40B4-BE49-F238E27FC236}">
                <a16:creationId xmlns:a16="http://schemas.microsoft.com/office/drawing/2014/main" id="{EB4C6BFD-927F-969A-A2B3-89CA558593F6}"/>
              </a:ext>
            </a:extLst>
          </p:cNvPr>
          <p:cNvSpPr/>
          <p:nvPr/>
        </p:nvSpPr>
        <p:spPr>
          <a:xfrm>
            <a:off x="311665" y="1684434"/>
            <a:ext cx="5736565" cy="3925902"/>
          </a:xfrm>
          <a:custGeom>
            <a:avLst/>
            <a:gdLst>
              <a:gd name="connsiteX0" fmla="*/ 0 w 6337005"/>
              <a:gd name="connsiteY0" fmla="*/ 4146698 h 4316819"/>
              <a:gd name="connsiteX1" fmla="*/ 0 w 6337005"/>
              <a:gd name="connsiteY1" fmla="*/ 4146698 h 4316819"/>
              <a:gd name="connsiteX2" fmla="*/ 170121 w 6337005"/>
              <a:gd name="connsiteY2" fmla="*/ 4253023 h 4316819"/>
              <a:gd name="connsiteX3" fmla="*/ 287080 w 6337005"/>
              <a:gd name="connsiteY3" fmla="*/ 4242391 h 4316819"/>
              <a:gd name="connsiteX4" fmla="*/ 404038 w 6337005"/>
              <a:gd name="connsiteY4" fmla="*/ 4146698 h 4316819"/>
              <a:gd name="connsiteX5" fmla="*/ 552894 w 6337005"/>
              <a:gd name="connsiteY5" fmla="*/ 4029740 h 4316819"/>
              <a:gd name="connsiteX6" fmla="*/ 733647 w 6337005"/>
              <a:gd name="connsiteY6" fmla="*/ 4082902 h 4316819"/>
              <a:gd name="connsiteX7" fmla="*/ 839973 w 6337005"/>
              <a:gd name="connsiteY7" fmla="*/ 4263656 h 4316819"/>
              <a:gd name="connsiteX8" fmla="*/ 1073889 w 6337005"/>
              <a:gd name="connsiteY8" fmla="*/ 4210493 h 4316819"/>
              <a:gd name="connsiteX9" fmla="*/ 1275907 w 6337005"/>
              <a:gd name="connsiteY9" fmla="*/ 4221126 h 4316819"/>
              <a:gd name="connsiteX10" fmla="*/ 1350335 w 6337005"/>
              <a:gd name="connsiteY10" fmla="*/ 4274289 h 4316819"/>
              <a:gd name="connsiteX11" fmla="*/ 1488559 w 6337005"/>
              <a:gd name="connsiteY11" fmla="*/ 4263656 h 4316819"/>
              <a:gd name="connsiteX12" fmla="*/ 1669312 w 6337005"/>
              <a:gd name="connsiteY12" fmla="*/ 4284921 h 4316819"/>
              <a:gd name="connsiteX13" fmla="*/ 1765005 w 6337005"/>
              <a:gd name="connsiteY13" fmla="*/ 4242391 h 4316819"/>
              <a:gd name="connsiteX14" fmla="*/ 1871331 w 6337005"/>
              <a:gd name="connsiteY14" fmla="*/ 4284921 h 4316819"/>
              <a:gd name="connsiteX15" fmla="*/ 2041452 w 6337005"/>
              <a:gd name="connsiteY15" fmla="*/ 4242391 h 4316819"/>
              <a:gd name="connsiteX16" fmla="*/ 2190307 w 6337005"/>
              <a:gd name="connsiteY16" fmla="*/ 4306186 h 4316819"/>
              <a:gd name="connsiteX17" fmla="*/ 2424224 w 6337005"/>
              <a:gd name="connsiteY17" fmla="*/ 4284921 h 4316819"/>
              <a:gd name="connsiteX18" fmla="*/ 2583712 w 6337005"/>
              <a:gd name="connsiteY18" fmla="*/ 4136065 h 4316819"/>
              <a:gd name="connsiteX19" fmla="*/ 2690038 w 6337005"/>
              <a:gd name="connsiteY19" fmla="*/ 4104168 h 4316819"/>
              <a:gd name="connsiteX20" fmla="*/ 2977117 w 6337005"/>
              <a:gd name="connsiteY20" fmla="*/ 4242391 h 4316819"/>
              <a:gd name="connsiteX21" fmla="*/ 3136605 w 6337005"/>
              <a:gd name="connsiteY21" fmla="*/ 3870251 h 4316819"/>
              <a:gd name="connsiteX22" fmla="*/ 3413052 w 6337005"/>
              <a:gd name="connsiteY22" fmla="*/ 4231758 h 4316819"/>
              <a:gd name="connsiteX23" fmla="*/ 3530010 w 6337005"/>
              <a:gd name="connsiteY23" fmla="*/ 4019107 h 4316819"/>
              <a:gd name="connsiteX24" fmla="*/ 3615070 w 6337005"/>
              <a:gd name="connsiteY24" fmla="*/ 4189228 h 4316819"/>
              <a:gd name="connsiteX25" fmla="*/ 3710763 w 6337005"/>
              <a:gd name="connsiteY25" fmla="*/ 4221126 h 4316819"/>
              <a:gd name="connsiteX26" fmla="*/ 3912782 w 6337005"/>
              <a:gd name="connsiteY26" fmla="*/ 3785191 h 4316819"/>
              <a:gd name="connsiteX27" fmla="*/ 4072270 w 6337005"/>
              <a:gd name="connsiteY27" fmla="*/ 3997842 h 4316819"/>
              <a:gd name="connsiteX28" fmla="*/ 4189228 w 6337005"/>
              <a:gd name="connsiteY28" fmla="*/ 3721395 h 4316819"/>
              <a:gd name="connsiteX29" fmla="*/ 4348717 w 6337005"/>
              <a:gd name="connsiteY29" fmla="*/ 3785191 h 4316819"/>
              <a:gd name="connsiteX30" fmla="*/ 4465675 w 6337005"/>
              <a:gd name="connsiteY30" fmla="*/ 0 h 4316819"/>
              <a:gd name="connsiteX31" fmla="*/ 4603898 w 6337005"/>
              <a:gd name="connsiteY31" fmla="*/ 3530009 h 4316819"/>
              <a:gd name="connsiteX32" fmla="*/ 4699591 w 6337005"/>
              <a:gd name="connsiteY32" fmla="*/ 3806456 h 4316819"/>
              <a:gd name="connsiteX33" fmla="*/ 4837814 w 6337005"/>
              <a:gd name="connsiteY33" fmla="*/ 3987209 h 4316819"/>
              <a:gd name="connsiteX34" fmla="*/ 5018568 w 6337005"/>
              <a:gd name="connsiteY34" fmla="*/ 3934047 h 4316819"/>
              <a:gd name="connsiteX35" fmla="*/ 5146159 w 6337005"/>
              <a:gd name="connsiteY35" fmla="*/ 4274289 h 4316819"/>
              <a:gd name="connsiteX36" fmla="*/ 5380075 w 6337005"/>
              <a:gd name="connsiteY36" fmla="*/ 4231758 h 4316819"/>
              <a:gd name="connsiteX37" fmla="*/ 5433238 w 6337005"/>
              <a:gd name="connsiteY37" fmla="*/ 4146698 h 4316819"/>
              <a:gd name="connsiteX38" fmla="*/ 5571461 w 6337005"/>
              <a:gd name="connsiteY38" fmla="*/ 4253023 h 4316819"/>
              <a:gd name="connsiteX39" fmla="*/ 5667154 w 6337005"/>
              <a:gd name="connsiteY39" fmla="*/ 3689498 h 4316819"/>
              <a:gd name="connsiteX40" fmla="*/ 5816010 w 6337005"/>
              <a:gd name="connsiteY40" fmla="*/ 3912782 h 4316819"/>
              <a:gd name="connsiteX41" fmla="*/ 5986131 w 6337005"/>
              <a:gd name="connsiteY41" fmla="*/ 3498112 h 4316819"/>
              <a:gd name="connsiteX42" fmla="*/ 6049926 w 6337005"/>
              <a:gd name="connsiteY42" fmla="*/ 4157330 h 4316819"/>
              <a:gd name="connsiteX43" fmla="*/ 6273210 w 6337005"/>
              <a:gd name="connsiteY43" fmla="*/ 4253023 h 4316819"/>
              <a:gd name="connsiteX44" fmla="*/ 6326373 w 6337005"/>
              <a:gd name="connsiteY44" fmla="*/ 3423684 h 4316819"/>
              <a:gd name="connsiteX45" fmla="*/ 6337005 w 6337005"/>
              <a:gd name="connsiteY45" fmla="*/ 4316819 h 4316819"/>
              <a:gd name="connsiteX46" fmla="*/ 10633 w 6337005"/>
              <a:gd name="connsiteY46" fmla="*/ 4316819 h 4316819"/>
              <a:gd name="connsiteX47" fmla="*/ 0 w 6337005"/>
              <a:gd name="connsiteY47" fmla="*/ 4146698 h 431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337005" h="4316819">
                <a:moveTo>
                  <a:pt x="0" y="4146698"/>
                </a:moveTo>
                <a:lnTo>
                  <a:pt x="0" y="4146698"/>
                </a:lnTo>
                <a:lnTo>
                  <a:pt x="170121" y="4253023"/>
                </a:lnTo>
                <a:lnTo>
                  <a:pt x="287080" y="4242391"/>
                </a:lnTo>
                <a:lnTo>
                  <a:pt x="404038" y="4146698"/>
                </a:lnTo>
                <a:lnTo>
                  <a:pt x="552894" y="4029740"/>
                </a:lnTo>
                <a:lnTo>
                  <a:pt x="733647" y="4082902"/>
                </a:lnTo>
                <a:lnTo>
                  <a:pt x="839973" y="4263656"/>
                </a:lnTo>
                <a:lnTo>
                  <a:pt x="1073889" y="4210493"/>
                </a:lnTo>
                <a:lnTo>
                  <a:pt x="1275907" y="4221126"/>
                </a:lnTo>
                <a:lnTo>
                  <a:pt x="1350335" y="4274289"/>
                </a:lnTo>
                <a:lnTo>
                  <a:pt x="1488559" y="4263656"/>
                </a:lnTo>
                <a:lnTo>
                  <a:pt x="1669312" y="4284921"/>
                </a:lnTo>
                <a:lnTo>
                  <a:pt x="1765005" y="4242391"/>
                </a:lnTo>
                <a:lnTo>
                  <a:pt x="1871331" y="4284921"/>
                </a:lnTo>
                <a:lnTo>
                  <a:pt x="2041452" y="4242391"/>
                </a:lnTo>
                <a:lnTo>
                  <a:pt x="2190307" y="4306186"/>
                </a:lnTo>
                <a:lnTo>
                  <a:pt x="2424224" y="4284921"/>
                </a:lnTo>
                <a:lnTo>
                  <a:pt x="2583712" y="4136065"/>
                </a:lnTo>
                <a:lnTo>
                  <a:pt x="2690038" y="4104168"/>
                </a:lnTo>
                <a:lnTo>
                  <a:pt x="2977117" y="4242391"/>
                </a:lnTo>
                <a:lnTo>
                  <a:pt x="3136605" y="3870251"/>
                </a:lnTo>
                <a:lnTo>
                  <a:pt x="3413052" y="4231758"/>
                </a:lnTo>
                <a:lnTo>
                  <a:pt x="3530010" y="4019107"/>
                </a:lnTo>
                <a:lnTo>
                  <a:pt x="3615070" y="4189228"/>
                </a:lnTo>
                <a:lnTo>
                  <a:pt x="3710763" y="4221126"/>
                </a:lnTo>
                <a:lnTo>
                  <a:pt x="3912782" y="3785191"/>
                </a:lnTo>
                <a:lnTo>
                  <a:pt x="4072270" y="3997842"/>
                </a:lnTo>
                <a:lnTo>
                  <a:pt x="4189228" y="3721395"/>
                </a:lnTo>
                <a:lnTo>
                  <a:pt x="4348717" y="3785191"/>
                </a:lnTo>
                <a:lnTo>
                  <a:pt x="4465675" y="0"/>
                </a:lnTo>
                <a:lnTo>
                  <a:pt x="4603898" y="3530009"/>
                </a:lnTo>
                <a:lnTo>
                  <a:pt x="4699591" y="3806456"/>
                </a:lnTo>
                <a:lnTo>
                  <a:pt x="4837814" y="3987209"/>
                </a:lnTo>
                <a:lnTo>
                  <a:pt x="5018568" y="3934047"/>
                </a:lnTo>
                <a:lnTo>
                  <a:pt x="5146159" y="4274289"/>
                </a:lnTo>
                <a:lnTo>
                  <a:pt x="5380075" y="4231758"/>
                </a:lnTo>
                <a:lnTo>
                  <a:pt x="5433238" y="4146698"/>
                </a:lnTo>
                <a:lnTo>
                  <a:pt x="5571461" y="4253023"/>
                </a:lnTo>
                <a:lnTo>
                  <a:pt x="5667154" y="3689498"/>
                </a:lnTo>
                <a:lnTo>
                  <a:pt x="5816010" y="3912782"/>
                </a:lnTo>
                <a:lnTo>
                  <a:pt x="5986131" y="3498112"/>
                </a:lnTo>
                <a:lnTo>
                  <a:pt x="6049926" y="4157330"/>
                </a:lnTo>
                <a:lnTo>
                  <a:pt x="6273210" y="4253023"/>
                </a:lnTo>
                <a:lnTo>
                  <a:pt x="6326373" y="3423684"/>
                </a:lnTo>
                <a:lnTo>
                  <a:pt x="6337005" y="4316819"/>
                </a:lnTo>
                <a:lnTo>
                  <a:pt x="10633" y="4316819"/>
                </a:lnTo>
                <a:lnTo>
                  <a:pt x="0" y="4146698"/>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p>
        </p:txBody>
      </p:sp>
      <p:grpSp>
        <p:nvGrpSpPr>
          <p:cNvPr id="107" name="组合 106">
            <a:extLst>
              <a:ext uri="{FF2B5EF4-FFF2-40B4-BE49-F238E27FC236}">
                <a16:creationId xmlns:a16="http://schemas.microsoft.com/office/drawing/2014/main" id="{1265C3D1-103B-C9D0-34C3-13665B865113}"/>
              </a:ext>
            </a:extLst>
          </p:cNvPr>
          <p:cNvGrpSpPr/>
          <p:nvPr/>
        </p:nvGrpSpPr>
        <p:grpSpPr>
          <a:xfrm>
            <a:off x="305635" y="1402135"/>
            <a:ext cx="5750560" cy="4206240"/>
            <a:chOff x="558800" y="2113280"/>
            <a:chExt cx="5750560" cy="4206240"/>
          </a:xfrm>
        </p:grpSpPr>
        <p:sp>
          <p:nvSpPr>
            <p:cNvPr id="33" name="矩形 32">
              <a:extLst>
                <a:ext uri="{FF2B5EF4-FFF2-40B4-BE49-F238E27FC236}">
                  <a16:creationId xmlns:a16="http://schemas.microsoft.com/office/drawing/2014/main" id="{2DD41C28-E9F7-9D67-05E1-3A792C6512BB}"/>
                </a:ext>
              </a:extLst>
            </p:cNvPr>
            <p:cNvSpPr/>
            <p:nvPr/>
          </p:nvSpPr>
          <p:spPr>
            <a:xfrm>
              <a:off x="558800" y="2113280"/>
              <a:ext cx="5750560" cy="4206240"/>
            </a:xfrm>
            <a:prstGeom prst="rect">
              <a:avLst/>
            </a:prstGeom>
            <a:noFill/>
            <a:ln>
              <a:solidFill>
                <a:srgbClr val="BB3023">
                  <a:alpha val="35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1E344D"/>
                </a:solidFill>
              </a:endParaRPr>
            </a:p>
          </p:txBody>
        </p:sp>
        <p:cxnSp>
          <p:nvCxnSpPr>
            <p:cNvPr id="35" name="直线连接符 34">
              <a:extLst>
                <a:ext uri="{FF2B5EF4-FFF2-40B4-BE49-F238E27FC236}">
                  <a16:creationId xmlns:a16="http://schemas.microsoft.com/office/drawing/2014/main" id="{297ACDCB-ADBB-FC46-180F-6401DADFC957}"/>
                </a:ext>
              </a:extLst>
            </p:cNvPr>
            <p:cNvCxnSpPr>
              <a:cxnSpLocks/>
            </p:cNvCxnSpPr>
            <p:nvPr/>
          </p:nvCxnSpPr>
          <p:spPr>
            <a:xfrm>
              <a:off x="1072567"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1" name="直线连接符 40">
              <a:extLst>
                <a:ext uri="{FF2B5EF4-FFF2-40B4-BE49-F238E27FC236}">
                  <a16:creationId xmlns:a16="http://schemas.microsoft.com/office/drawing/2014/main" id="{0506FB8B-B546-99E0-E5C0-50A032B30224}"/>
                </a:ext>
              </a:extLst>
            </p:cNvPr>
            <p:cNvCxnSpPr>
              <a:cxnSpLocks/>
            </p:cNvCxnSpPr>
            <p:nvPr/>
          </p:nvCxnSpPr>
          <p:spPr>
            <a:xfrm>
              <a:off x="1616006"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2" name="直线连接符 41">
              <a:extLst>
                <a:ext uri="{FF2B5EF4-FFF2-40B4-BE49-F238E27FC236}">
                  <a16:creationId xmlns:a16="http://schemas.microsoft.com/office/drawing/2014/main" id="{BD1984F8-8D1A-2D04-2985-1086201F7A85}"/>
                </a:ext>
              </a:extLst>
            </p:cNvPr>
            <p:cNvCxnSpPr>
              <a:cxnSpLocks/>
            </p:cNvCxnSpPr>
            <p:nvPr/>
          </p:nvCxnSpPr>
          <p:spPr>
            <a:xfrm>
              <a:off x="2135560"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3" name="直线连接符 42">
              <a:extLst>
                <a:ext uri="{FF2B5EF4-FFF2-40B4-BE49-F238E27FC236}">
                  <a16:creationId xmlns:a16="http://schemas.microsoft.com/office/drawing/2014/main" id="{2DB1C5CC-0458-CD7E-974A-D64D133FA614}"/>
                </a:ext>
              </a:extLst>
            </p:cNvPr>
            <p:cNvCxnSpPr>
              <a:cxnSpLocks/>
            </p:cNvCxnSpPr>
            <p:nvPr/>
          </p:nvCxnSpPr>
          <p:spPr>
            <a:xfrm>
              <a:off x="2639616"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4" name="直线连接符 43">
              <a:extLst>
                <a:ext uri="{FF2B5EF4-FFF2-40B4-BE49-F238E27FC236}">
                  <a16:creationId xmlns:a16="http://schemas.microsoft.com/office/drawing/2014/main" id="{EADF5D76-4A26-EF45-A621-B5FA35C6A7A0}"/>
                </a:ext>
              </a:extLst>
            </p:cNvPr>
            <p:cNvCxnSpPr>
              <a:cxnSpLocks/>
            </p:cNvCxnSpPr>
            <p:nvPr/>
          </p:nvCxnSpPr>
          <p:spPr>
            <a:xfrm>
              <a:off x="3166919"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5" name="直线连接符 44">
              <a:extLst>
                <a:ext uri="{FF2B5EF4-FFF2-40B4-BE49-F238E27FC236}">
                  <a16:creationId xmlns:a16="http://schemas.microsoft.com/office/drawing/2014/main" id="{89CE2C6D-A206-B5C0-28DE-40F899DB0C25}"/>
                </a:ext>
              </a:extLst>
            </p:cNvPr>
            <p:cNvCxnSpPr>
              <a:cxnSpLocks/>
            </p:cNvCxnSpPr>
            <p:nvPr/>
          </p:nvCxnSpPr>
          <p:spPr>
            <a:xfrm>
              <a:off x="3711987"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6" name="直线连接符 45">
              <a:extLst>
                <a:ext uri="{FF2B5EF4-FFF2-40B4-BE49-F238E27FC236}">
                  <a16:creationId xmlns:a16="http://schemas.microsoft.com/office/drawing/2014/main" id="{591673B5-534B-8273-6EB6-6DCA1AF1619B}"/>
                </a:ext>
              </a:extLst>
            </p:cNvPr>
            <p:cNvCxnSpPr>
              <a:cxnSpLocks/>
            </p:cNvCxnSpPr>
            <p:nvPr/>
          </p:nvCxnSpPr>
          <p:spPr>
            <a:xfrm>
              <a:off x="4223792"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7" name="直线连接符 46">
              <a:extLst>
                <a:ext uri="{FF2B5EF4-FFF2-40B4-BE49-F238E27FC236}">
                  <a16:creationId xmlns:a16="http://schemas.microsoft.com/office/drawing/2014/main" id="{6297C16C-A28D-3EFC-0AC7-24EEC1BDBEA0}"/>
                </a:ext>
              </a:extLst>
            </p:cNvPr>
            <p:cNvCxnSpPr>
              <a:cxnSpLocks/>
            </p:cNvCxnSpPr>
            <p:nvPr/>
          </p:nvCxnSpPr>
          <p:spPr>
            <a:xfrm>
              <a:off x="4727848"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8" name="直线连接符 47">
              <a:extLst>
                <a:ext uri="{FF2B5EF4-FFF2-40B4-BE49-F238E27FC236}">
                  <a16:creationId xmlns:a16="http://schemas.microsoft.com/office/drawing/2014/main" id="{7C7EBBF4-2BC3-8736-DCB6-1BACEB1BF709}"/>
                </a:ext>
              </a:extLst>
            </p:cNvPr>
            <p:cNvCxnSpPr>
              <a:cxnSpLocks/>
            </p:cNvCxnSpPr>
            <p:nvPr/>
          </p:nvCxnSpPr>
          <p:spPr>
            <a:xfrm>
              <a:off x="5231904"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49" name="直线连接符 48">
              <a:extLst>
                <a:ext uri="{FF2B5EF4-FFF2-40B4-BE49-F238E27FC236}">
                  <a16:creationId xmlns:a16="http://schemas.microsoft.com/office/drawing/2014/main" id="{0AA996D9-EF07-C489-4048-2B09819E55B9}"/>
                </a:ext>
              </a:extLst>
            </p:cNvPr>
            <p:cNvCxnSpPr>
              <a:cxnSpLocks/>
            </p:cNvCxnSpPr>
            <p:nvPr/>
          </p:nvCxnSpPr>
          <p:spPr>
            <a:xfrm>
              <a:off x="5807968" y="2113280"/>
              <a:ext cx="0" cy="419831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51" name="直线连接符 50">
              <a:extLst>
                <a:ext uri="{FF2B5EF4-FFF2-40B4-BE49-F238E27FC236}">
                  <a16:creationId xmlns:a16="http://schemas.microsoft.com/office/drawing/2014/main" id="{4F83A9C9-60E6-ABC8-CC4A-EC983AEC59A3}"/>
                </a:ext>
              </a:extLst>
            </p:cNvPr>
            <p:cNvCxnSpPr>
              <a:cxnSpLocks/>
            </p:cNvCxnSpPr>
            <p:nvPr/>
          </p:nvCxnSpPr>
          <p:spPr>
            <a:xfrm>
              <a:off x="566906" y="2719953"/>
              <a:ext cx="5742454" cy="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56" name="直线连接符 55">
              <a:extLst>
                <a:ext uri="{FF2B5EF4-FFF2-40B4-BE49-F238E27FC236}">
                  <a16:creationId xmlns:a16="http://schemas.microsoft.com/office/drawing/2014/main" id="{2A2353CC-E5DC-CF05-7046-162A2943E902}"/>
                </a:ext>
              </a:extLst>
            </p:cNvPr>
            <p:cNvCxnSpPr>
              <a:cxnSpLocks/>
            </p:cNvCxnSpPr>
            <p:nvPr/>
          </p:nvCxnSpPr>
          <p:spPr>
            <a:xfrm>
              <a:off x="566906" y="3333745"/>
              <a:ext cx="5729391" cy="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57" name="直线连接符 56">
              <a:extLst>
                <a:ext uri="{FF2B5EF4-FFF2-40B4-BE49-F238E27FC236}">
                  <a16:creationId xmlns:a16="http://schemas.microsoft.com/office/drawing/2014/main" id="{CFC7C073-1C9B-441F-F501-2BCEA061E5BB}"/>
                </a:ext>
              </a:extLst>
            </p:cNvPr>
            <p:cNvCxnSpPr>
              <a:cxnSpLocks/>
            </p:cNvCxnSpPr>
            <p:nvPr/>
          </p:nvCxnSpPr>
          <p:spPr>
            <a:xfrm>
              <a:off x="566906" y="3933056"/>
              <a:ext cx="5742454" cy="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58" name="直线连接符 57">
              <a:extLst>
                <a:ext uri="{FF2B5EF4-FFF2-40B4-BE49-F238E27FC236}">
                  <a16:creationId xmlns:a16="http://schemas.microsoft.com/office/drawing/2014/main" id="{AA9635AA-FBDB-A546-8E47-833A65361EDF}"/>
                </a:ext>
              </a:extLst>
            </p:cNvPr>
            <p:cNvCxnSpPr>
              <a:cxnSpLocks/>
            </p:cNvCxnSpPr>
            <p:nvPr/>
          </p:nvCxnSpPr>
          <p:spPr>
            <a:xfrm>
              <a:off x="566906" y="4509120"/>
              <a:ext cx="5735923" cy="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59" name="直线连接符 58">
              <a:extLst>
                <a:ext uri="{FF2B5EF4-FFF2-40B4-BE49-F238E27FC236}">
                  <a16:creationId xmlns:a16="http://schemas.microsoft.com/office/drawing/2014/main" id="{28C4F26A-5504-AD78-3B0B-331E367168D5}"/>
                </a:ext>
              </a:extLst>
            </p:cNvPr>
            <p:cNvCxnSpPr>
              <a:cxnSpLocks/>
            </p:cNvCxnSpPr>
            <p:nvPr/>
          </p:nvCxnSpPr>
          <p:spPr>
            <a:xfrm>
              <a:off x="566906" y="5133945"/>
              <a:ext cx="5735923" cy="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cxnSp>
          <p:nvCxnSpPr>
            <p:cNvPr id="60" name="直线连接符 59">
              <a:extLst>
                <a:ext uri="{FF2B5EF4-FFF2-40B4-BE49-F238E27FC236}">
                  <a16:creationId xmlns:a16="http://schemas.microsoft.com/office/drawing/2014/main" id="{36AA33F2-47FE-65F1-90AC-6C4B8B7B25F0}"/>
                </a:ext>
              </a:extLst>
            </p:cNvPr>
            <p:cNvCxnSpPr>
              <a:cxnSpLocks/>
            </p:cNvCxnSpPr>
            <p:nvPr/>
          </p:nvCxnSpPr>
          <p:spPr>
            <a:xfrm>
              <a:off x="566906" y="5733256"/>
              <a:ext cx="5735923" cy="0"/>
            </a:xfrm>
            <a:prstGeom prst="line">
              <a:avLst/>
            </a:prstGeom>
            <a:ln w="12700">
              <a:solidFill>
                <a:srgbClr val="BB3023">
                  <a:alpha val="35000"/>
                </a:srgbClr>
              </a:solidFill>
            </a:ln>
          </p:spPr>
          <p:style>
            <a:lnRef idx="1">
              <a:schemeClr val="accent1"/>
            </a:lnRef>
            <a:fillRef idx="0">
              <a:schemeClr val="accent1"/>
            </a:fillRef>
            <a:effectRef idx="0">
              <a:schemeClr val="accent1"/>
            </a:effectRef>
            <a:fontRef idx="minor">
              <a:schemeClr val="tx1"/>
            </a:fontRef>
          </p:style>
        </p:cxnSp>
      </p:grpSp>
      <p:sp>
        <p:nvSpPr>
          <p:cNvPr id="67" name="文本框 66">
            <a:extLst>
              <a:ext uri="{FF2B5EF4-FFF2-40B4-BE49-F238E27FC236}">
                <a16:creationId xmlns:a16="http://schemas.microsoft.com/office/drawing/2014/main" id="{46FDB397-DB64-6B15-52D3-858C4B80E128}"/>
              </a:ext>
            </a:extLst>
          </p:cNvPr>
          <p:cNvSpPr txBox="1"/>
          <p:nvPr/>
        </p:nvSpPr>
        <p:spPr>
          <a:xfrm>
            <a:off x="210567" y="5595766"/>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68" name="文本框 67">
            <a:extLst>
              <a:ext uri="{FF2B5EF4-FFF2-40B4-BE49-F238E27FC236}">
                <a16:creationId xmlns:a16="http://schemas.microsoft.com/office/drawing/2014/main" id="{EDBF0022-F376-FE29-6C35-79C71CBB1219}"/>
              </a:ext>
            </a:extLst>
          </p:cNvPr>
          <p:cNvSpPr txBox="1"/>
          <p:nvPr/>
        </p:nvSpPr>
        <p:spPr>
          <a:xfrm>
            <a:off x="730267" y="5595766"/>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69" name="文本框 68">
            <a:extLst>
              <a:ext uri="{FF2B5EF4-FFF2-40B4-BE49-F238E27FC236}">
                <a16:creationId xmlns:a16="http://schemas.microsoft.com/office/drawing/2014/main" id="{40CF686B-0F9F-26D8-2F21-17CF0CFD9178}"/>
              </a:ext>
            </a:extLst>
          </p:cNvPr>
          <p:cNvSpPr txBox="1"/>
          <p:nvPr/>
        </p:nvSpPr>
        <p:spPr>
          <a:xfrm>
            <a:off x="1234323" y="5595766"/>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9</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0" name="文本框 69">
            <a:extLst>
              <a:ext uri="{FF2B5EF4-FFF2-40B4-BE49-F238E27FC236}">
                <a16:creationId xmlns:a16="http://schemas.microsoft.com/office/drawing/2014/main" id="{A01E66E7-7D45-C895-F02C-B8C6EA1D6F18}"/>
              </a:ext>
            </a:extLst>
          </p:cNvPr>
          <p:cNvSpPr txBox="1"/>
          <p:nvPr/>
        </p:nvSpPr>
        <p:spPr>
          <a:xfrm>
            <a:off x="1784263"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10</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2" name="文本框 71">
            <a:extLst>
              <a:ext uri="{FF2B5EF4-FFF2-40B4-BE49-F238E27FC236}">
                <a16:creationId xmlns:a16="http://schemas.microsoft.com/office/drawing/2014/main" id="{3D3784C4-D939-03B9-794A-048D127A1D68}"/>
              </a:ext>
            </a:extLst>
          </p:cNvPr>
          <p:cNvSpPr txBox="1"/>
          <p:nvPr/>
        </p:nvSpPr>
        <p:spPr>
          <a:xfrm>
            <a:off x="2275090"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3" name="文本框 72">
            <a:extLst>
              <a:ext uri="{FF2B5EF4-FFF2-40B4-BE49-F238E27FC236}">
                <a16:creationId xmlns:a16="http://schemas.microsoft.com/office/drawing/2014/main" id="{E82CBBA9-27D4-2FE6-B5D7-D322DA2BEB73}"/>
              </a:ext>
            </a:extLst>
          </p:cNvPr>
          <p:cNvSpPr txBox="1"/>
          <p:nvPr/>
        </p:nvSpPr>
        <p:spPr>
          <a:xfrm>
            <a:off x="2805437"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4" name="文本框 73">
            <a:extLst>
              <a:ext uri="{FF2B5EF4-FFF2-40B4-BE49-F238E27FC236}">
                <a16:creationId xmlns:a16="http://schemas.microsoft.com/office/drawing/2014/main" id="{B3242ACC-0EBE-6F75-BCA8-3B586A5869EF}"/>
              </a:ext>
            </a:extLst>
          </p:cNvPr>
          <p:cNvSpPr txBox="1"/>
          <p:nvPr/>
        </p:nvSpPr>
        <p:spPr>
          <a:xfrm>
            <a:off x="3335780"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5" name="文本框 74">
            <a:extLst>
              <a:ext uri="{FF2B5EF4-FFF2-40B4-BE49-F238E27FC236}">
                <a16:creationId xmlns:a16="http://schemas.microsoft.com/office/drawing/2014/main" id="{63C9C5CC-CB00-420A-F1D5-753A30A6E783}"/>
              </a:ext>
            </a:extLst>
          </p:cNvPr>
          <p:cNvSpPr txBox="1"/>
          <p:nvPr/>
        </p:nvSpPr>
        <p:spPr>
          <a:xfrm>
            <a:off x="3859430"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7" name="文本框 76">
            <a:extLst>
              <a:ext uri="{FF2B5EF4-FFF2-40B4-BE49-F238E27FC236}">
                <a16:creationId xmlns:a16="http://schemas.microsoft.com/office/drawing/2014/main" id="{FD0E5197-0B3D-BB40-70C0-E7DE0A74AA34}"/>
              </a:ext>
            </a:extLst>
          </p:cNvPr>
          <p:cNvSpPr txBox="1"/>
          <p:nvPr/>
        </p:nvSpPr>
        <p:spPr>
          <a:xfrm>
            <a:off x="4383080"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8" name="文本框 77">
            <a:extLst>
              <a:ext uri="{FF2B5EF4-FFF2-40B4-BE49-F238E27FC236}">
                <a16:creationId xmlns:a16="http://schemas.microsoft.com/office/drawing/2014/main" id="{697BEC6E-5A0C-6319-68D1-81BBA4574F39}"/>
              </a:ext>
            </a:extLst>
          </p:cNvPr>
          <p:cNvSpPr txBox="1"/>
          <p:nvPr/>
        </p:nvSpPr>
        <p:spPr>
          <a:xfrm>
            <a:off x="4906731"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79" name="文本框 78">
            <a:extLst>
              <a:ext uri="{FF2B5EF4-FFF2-40B4-BE49-F238E27FC236}">
                <a16:creationId xmlns:a16="http://schemas.microsoft.com/office/drawing/2014/main" id="{2ADAC7F1-A20A-2108-2D9F-505E1B9A333B}"/>
              </a:ext>
            </a:extLst>
          </p:cNvPr>
          <p:cNvSpPr txBox="1"/>
          <p:nvPr/>
        </p:nvSpPr>
        <p:spPr>
          <a:xfrm>
            <a:off x="5417481" y="5595766"/>
            <a:ext cx="338554" cy="253916"/>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80" name="文本框 79">
            <a:extLst>
              <a:ext uri="{FF2B5EF4-FFF2-40B4-BE49-F238E27FC236}">
                <a16:creationId xmlns:a16="http://schemas.microsoft.com/office/drawing/2014/main" id="{327762DF-05F4-0F7C-2232-4F25B8B97846}"/>
              </a:ext>
            </a:extLst>
          </p:cNvPr>
          <p:cNvSpPr txBox="1"/>
          <p:nvPr/>
        </p:nvSpPr>
        <p:spPr>
          <a:xfrm>
            <a:off x="5823403" y="5595766"/>
            <a:ext cx="338554" cy="253916"/>
          </a:xfrm>
          <a:prstGeom prst="rect">
            <a:avLst/>
          </a:prstGeom>
          <a:noFill/>
        </p:spPr>
        <p:txBody>
          <a:bodyPr wrap="none" rtlCol="0">
            <a:spAutoFit/>
          </a:bodyPr>
          <a:lstStyle/>
          <a:p>
            <a:r>
              <a:rPr kumimoji="1" lang="en-US" altLang="zh-CN" sz="1000" dirty="0">
                <a:solidFill>
                  <a:schemeClr val="bg1"/>
                </a:solidFill>
                <a:latin typeface="Alibaba PuHuiTi" pitchFamily="18" charset="-122"/>
                <a:ea typeface="Alibaba PuHuiTi" pitchFamily="18" charset="-122"/>
                <a:cs typeface="Alibaba PuHuiTi" pitchFamily="18" charset="-122"/>
              </a:rPr>
              <a:t>18</a:t>
            </a:r>
            <a:endParaRPr kumimoji="1" lang="zh-CN" altLang="en-US" sz="1000" dirty="0">
              <a:solidFill>
                <a:schemeClr val="bg1"/>
              </a:solidFill>
              <a:latin typeface="Alibaba PuHuiTi" pitchFamily="18" charset="-122"/>
              <a:ea typeface="Alibaba PuHuiTi" pitchFamily="18" charset="-122"/>
              <a:cs typeface="Alibaba PuHuiTi" pitchFamily="18" charset="-122"/>
            </a:endParaRPr>
          </a:p>
        </p:txBody>
      </p:sp>
      <p:sp>
        <p:nvSpPr>
          <p:cNvPr id="81" name="文本框 80">
            <a:extLst>
              <a:ext uri="{FF2B5EF4-FFF2-40B4-BE49-F238E27FC236}">
                <a16:creationId xmlns:a16="http://schemas.microsoft.com/office/drawing/2014/main" id="{2E8A9D33-19C5-3805-21E0-DD6C03D3A1B1}"/>
              </a:ext>
            </a:extLst>
          </p:cNvPr>
          <p:cNvSpPr txBox="1"/>
          <p:nvPr/>
        </p:nvSpPr>
        <p:spPr>
          <a:xfrm>
            <a:off x="210567" y="5737916"/>
            <a:ext cx="375424" cy="215444"/>
          </a:xfrm>
          <a:prstGeom prst="rect">
            <a:avLst/>
          </a:prstGeom>
          <a:noFill/>
        </p:spPr>
        <p:txBody>
          <a:bodyPr wrap="none" rtlCol="0">
            <a:spAutoFit/>
          </a:bodyPr>
          <a:lstStyle/>
          <a:p>
            <a:r>
              <a:rPr kumimoji="1" lang="en-US" altLang="zh-CN" sz="800" dirty="0">
                <a:solidFill>
                  <a:schemeClr val="bg1"/>
                </a:solidFill>
                <a:latin typeface="Alibaba PuHuiTi" pitchFamily="18" charset="-122"/>
                <a:ea typeface="Alibaba PuHuiTi" pitchFamily="18" charset="-122"/>
                <a:cs typeface="Alibaba PuHuiTi" pitchFamily="18" charset="-122"/>
              </a:rPr>
              <a:t>DEC</a:t>
            </a:r>
            <a:endParaRPr kumimoji="1" lang="zh-CN" altLang="en-US" sz="800" dirty="0">
              <a:solidFill>
                <a:schemeClr val="bg1"/>
              </a:solidFill>
              <a:latin typeface="Alibaba PuHuiTi" pitchFamily="18" charset="-122"/>
              <a:ea typeface="Alibaba PuHuiTi" pitchFamily="18" charset="-122"/>
              <a:cs typeface="Alibaba PuHuiTi" pitchFamily="18" charset="-122"/>
            </a:endParaRPr>
          </a:p>
        </p:txBody>
      </p:sp>
      <p:sp>
        <p:nvSpPr>
          <p:cNvPr id="82" name="文本框 81">
            <a:extLst>
              <a:ext uri="{FF2B5EF4-FFF2-40B4-BE49-F238E27FC236}">
                <a16:creationId xmlns:a16="http://schemas.microsoft.com/office/drawing/2014/main" id="{7807C349-2A4C-7610-6323-B66CABB3E620}"/>
              </a:ext>
            </a:extLst>
          </p:cNvPr>
          <p:cNvSpPr txBox="1"/>
          <p:nvPr/>
        </p:nvSpPr>
        <p:spPr>
          <a:xfrm>
            <a:off x="258016" y="5417633"/>
            <a:ext cx="243978" cy="215444"/>
          </a:xfrm>
          <a:prstGeom prst="rect">
            <a:avLst/>
          </a:prstGeom>
          <a:noFill/>
        </p:spPr>
        <p:txBody>
          <a:bodyPr wrap="none" rtlCol="0">
            <a:spAutoFit/>
          </a:bodyPr>
          <a:lstStyle/>
          <a:p>
            <a:r>
              <a:rPr kumimoji="1" lang="en-US" altLang="zh-CN" sz="800" dirty="0">
                <a:solidFill>
                  <a:srgbClr val="BFD5C3"/>
                </a:solidFill>
                <a:latin typeface="Alibaba PuHuiTi" pitchFamily="18" charset="-122"/>
                <a:ea typeface="Alibaba PuHuiTi" pitchFamily="18" charset="-122"/>
                <a:cs typeface="Alibaba PuHuiTi" pitchFamily="18" charset="-122"/>
              </a:rPr>
              <a:t>0</a:t>
            </a:r>
            <a:endParaRPr kumimoji="1" lang="zh-CN" altLang="en-US" sz="800" dirty="0">
              <a:solidFill>
                <a:srgbClr val="BFD5C3"/>
              </a:solidFill>
              <a:latin typeface="Alibaba PuHuiTi" pitchFamily="18" charset="-122"/>
              <a:ea typeface="Alibaba PuHuiTi" pitchFamily="18" charset="-122"/>
              <a:cs typeface="Alibaba PuHuiTi" pitchFamily="18" charset="-122"/>
            </a:endParaRPr>
          </a:p>
        </p:txBody>
      </p:sp>
      <p:sp>
        <p:nvSpPr>
          <p:cNvPr id="83" name="文本框 82">
            <a:extLst>
              <a:ext uri="{FF2B5EF4-FFF2-40B4-BE49-F238E27FC236}">
                <a16:creationId xmlns:a16="http://schemas.microsoft.com/office/drawing/2014/main" id="{6D27D57F-F3A9-A216-C952-C911D4A4BBC4}"/>
              </a:ext>
            </a:extLst>
          </p:cNvPr>
          <p:cNvSpPr txBox="1"/>
          <p:nvPr/>
        </p:nvSpPr>
        <p:spPr>
          <a:xfrm>
            <a:off x="258463" y="4817267"/>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28</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4" name="文本框 83">
            <a:extLst>
              <a:ext uri="{FF2B5EF4-FFF2-40B4-BE49-F238E27FC236}">
                <a16:creationId xmlns:a16="http://schemas.microsoft.com/office/drawing/2014/main" id="{65DA03B4-6DD9-DDEB-BA83-E90AE44F9048}"/>
              </a:ext>
            </a:extLst>
          </p:cNvPr>
          <p:cNvSpPr txBox="1"/>
          <p:nvPr/>
        </p:nvSpPr>
        <p:spPr>
          <a:xfrm>
            <a:off x="250512" y="4217351"/>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40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5" name="文本框 84">
            <a:extLst>
              <a:ext uri="{FF2B5EF4-FFF2-40B4-BE49-F238E27FC236}">
                <a16:creationId xmlns:a16="http://schemas.microsoft.com/office/drawing/2014/main" id="{52F16DE7-2700-CDA9-67BF-7444AB609446}"/>
              </a:ext>
            </a:extLst>
          </p:cNvPr>
          <p:cNvSpPr txBox="1"/>
          <p:nvPr/>
        </p:nvSpPr>
        <p:spPr>
          <a:xfrm>
            <a:off x="258463" y="3617433"/>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60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86" name="文本框 85">
            <a:extLst>
              <a:ext uri="{FF2B5EF4-FFF2-40B4-BE49-F238E27FC236}">
                <a16:creationId xmlns:a16="http://schemas.microsoft.com/office/drawing/2014/main" id="{476B120F-BD26-D3D7-135D-8F71EF288300}"/>
              </a:ext>
            </a:extLst>
          </p:cNvPr>
          <p:cNvSpPr txBox="1"/>
          <p:nvPr/>
        </p:nvSpPr>
        <p:spPr>
          <a:xfrm>
            <a:off x="250511" y="3017068"/>
            <a:ext cx="30328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80</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87" name="文本框 86">
            <a:extLst>
              <a:ext uri="{FF2B5EF4-FFF2-40B4-BE49-F238E27FC236}">
                <a16:creationId xmlns:a16="http://schemas.microsoft.com/office/drawing/2014/main" id="{CCF72C6E-EFDC-4D4A-514B-342CDC7F75B4}"/>
              </a:ext>
            </a:extLst>
          </p:cNvPr>
          <p:cNvSpPr txBox="1"/>
          <p:nvPr/>
        </p:nvSpPr>
        <p:spPr>
          <a:xfrm>
            <a:off x="258463" y="2409199"/>
            <a:ext cx="36260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100</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88" name="文本框 87">
            <a:extLst>
              <a:ext uri="{FF2B5EF4-FFF2-40B4-BE49-F238E27FC236}">
                <a16:creationId xmlns:a16="http://schemas.microsoft.com/office/drawing/2014/main" id="{31B1A795-A794-451C-4EC3-82298C2B06A0}"/>
              </a:ext>
            </a:extLst>
          </p:cNvPr>
          <p:cNvSpPr txBox="1"/>
          <p:nvPr/>
        </p:nvSpPr>
        <p:spPr>
          <a:xfrm>
            <a:off x="250511" y="1801330"/>
            <a:ext cx="36260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120</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89" name="椭圆 88">
            <a:extLst>
              <a:ext uri="{FF2B5EF4-FFF2-40B4-BE49-F238E27FC236}">
                <a16:creationId xmlns:a16="http://schemas.microsoft.com/office/drawing/2014/main" id="{58ABC4BE-1A52-9133-264B-2AC08D626088}"/>
              </a:ext>
            </a:extLst>
          </p:cNvPr>
          <p:cNvSpPr/>
          <p:nvPr/>
        </p:nvSpPr>
        <p:spPr>
          <a:xfrm>
            <a:off x="374989" y="1438937"/>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1" name="文本框 90">
            <a:extLst>
              <a:ext uri="{FF2B5EF4-FFF2-40B4-BE49-F238E27FC236}">
                <a16:creationId xmlns:a16="http://schemas.microsoft.com/office/drawing/2014/main" id="{29D9F5D7-D816-62AB-7B30-202A058B247C}"/>
              </a:ext>
            </a:extLst>
          </p:cNvPr>
          <p:cNvSpPr txBox="1"/>
          <p:nvPr/>
        </p:nvSpPr>
        <p:spPr>
          <a:xfrm>
            <a:off x="460814" y="1410824"/>
            <a:ext cx="1013419"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PPT Template</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92" name="椭圆 91">
            <a:extLst>
              <a:ext uri="{FF2B5EF4-FFF2-40B4-BE49-F238E27FC236}">
                <a16:creationId xmlns:a16="http://schemas.microsoft.com/office/drawing/2014/main" id="{2F8BB836-8FD3-FF2F-D8EF-582B492E3AF4}"/>
              </a:ext>
            </a:extLst>
          </p:cNvPr>
          <p:cNvSpPr/>
          <p:nvPr/>
        </p:nvSpPr>
        <p:spPr>
          <a:xfrm>
            <a:off x="5844921" y="1445102"/>
            <a:ext cx="127221" cy="127221"/>
          </a:xfrm>
          <a:prstGeom prst="ellipse">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F300A8"/>
              </a:solidFill>
            </a:endParaRPr>
          </a:p>
        </p:txBody>
      </p:sp>
      <p:sp>
        <p:nvSpPr>
          <p:cNvPr id="93" name="文本框 92">
            <a:extLst>
              <a:ext uri="{FF2B5EF4-FFF2-40B4-BE49-F238E27FC236}">
                <a16:creationId xmlns:a16="http://schemas.microsoft.com/office/drawing/2014/main" id="{632B22EF-75BE-83C6-68B6-B8777744DB5D}"/>
              </a:ext>
            </a:extLst>
          </p:cNvPr>
          <p:cNvSpPr txBox="1"/>
          <p:nvPr/>
        </p:nvSpPr>
        <p:spPr>
          <a:xfrm>
            <a:off x="4793708" y="1393136"/>
            <a:ext cx="1072730"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ARCHITECTURE</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94" name="文本框 93">
            <a:extLst>
              <a:ext uri="{FF2B5EF4-FFF2-40B4-BE49-F238E27FC236}">
                <a16:creationId xmlns:a16="http://schemas.microsoft.com/office/drawing/2014/main" id="{E7233C8C-1E34-108A-3B55-F10EEEAC9134}"/>
              </a:ext>
            </a:extLst>
          </p:cNvPr>
          <p:cNvSpPr txBox="1"/>
          <p:nvPr/>
        </p:nvSpPr>
        <p:spPr>
          <a:xfrm>
            <a:off x="5794681" y="1809281"/>
            <a:ext cx="30328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¥3</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21284C9B-87F7-730E-0D3D-10819D843575}"/>
              </a:ext>
            </a:extLst>
          </p:cNvPr>
          <p:cNvSpPr txBox="1"/>
          <p:nvPr/>
        </p:nvSpPr>
        <p:spPr>
          <a:xfrm>
            <a:off x="5704913" y="2401248"/>
            <a:ext cx="39305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¥2.5</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97" name="文本框 96">
            <a:extLst>
              <a:ext uri="{FF2B5EF4-FFF2-40B4-BE49-F238E27FC236}">
                <a16:creationId xmlns:a16="http://schemas.microsoft.com/office/drawing/2014/main" id="{87C46861-BA78-2AA7-6899-E077D6C50566}"/>
              </a:ext>
            </a:extLst>
          </p:cNvPr>
          <p:cNvSpPr txBox="1"/>
          <p:nvPr/>
        </p:nvSpPr>
        <p:spPr>
          <a:xfrm>
            <a:off x="5704913" y="2977312"/>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¥2.0</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8" name="文本框 97">
            <a:extLst>
              <a:ext uri="{FF2B5EF4-FFF2-40B4-BE49-F238E27FC236}">
                <a16:creationId xmlns:a16="http://schemas.microsoft.com/office/drawing/2014/main" id="{C92A5AD3-20E4-46C0-244C-B30E6E0B5770}"/>
              </a:ext>
            </a:extLst>
          </p:cNvPr>
          <p:cNvSpPr txBox="1"/>
          <p:nvPr/>
        </p:nvSpPr>
        <p:spPr>
          <a:xfrm>
            <a:off x="5704913" y="3553376"/>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99" name="文本框 98">
            <a:extLst>
              <a:ext uri="{FF2B5EF4-FFF2-40B4-BE49-F238E27FC236}">
                <a16:creationId xmlns:a16="http://schemas.microsoft.com/office/drawing/2014/main" id="{00B9E03B-49F6-4775-6AF7-7F24E350653E}"/>
              </a:ext>
            </a:extLst>
          </p:cNvPr>
          <p:cNvSpPr txBox="1"/>
          <p:nvPr/>
        </p:nvSpPr>
        <p:spPr>
          <a:xfrm>
            <a:off x="5794681" y="4201448"/>
            <a:ext cx="30328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00" name="文本框 99">
            <a:extLst>
              <a:ext uri="{FF2B5EF4-FFF2-40B4-BE49-F238E27FC236}">
                <a16:creationId xmlns:a16="http://schemas.microsoft.com/office/drawing/2014/main" id="{BE62F2E2-D075-FAB4-4755-F19BD0DCD778}"/>
              </a:ext>
            </a:extLst>
          </p:cNvPr>
          <p:cNvSpPr txBox="1"/>
          <p:nvPr/>
        </p:nvSpPr>
        <p:spPr>
          <a:xfrm>
            <a:off x="5704913" y="4777512"/>
            <a:ext cx="393056"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¥0.5</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01" name="文本框 100">
            <a:extLst>
              <a:ext uri="{FF2B5EF4-FFF2-40B4-BE49-F238E27FC236}">
                <a16:creationId xmlns:a16="http://schemas.microsoft.com/office/drawing/2014/main" id="{EC3040E6-8100-0EDD-9E24-B603D2073511}"/>
              </a:ext>
            </a:extLst>
          </p:cNvPr>
          <p:cNvSpPr txBox="1"/>
          <p:nvPr/>
        </p:nvSpPr>
        <p:spPr>
          <a:xfrm>
            <a:off x="5794681" y="5417187"/>
            <a:ext cx="30328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¥0</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103" name="文本框 102">
            <a:extLst>
              <a:ext uri="{FF2B5EF4-FFF2-40B4-BE49-F238E27FC236}">
                <a16:creationId xmlns:a16="http://schemas.microsoft.com/office/drawing/2014/main" id="{229FED01-A574-3372-F1C8-1B1BCCCAAC2C}"/>
              </a:ext>
            </a:extLst>
          </p:cNvPr>
          <p:cNvSpPr txBox="1"/>
          <p:nvPr/>
        </p:nvSpPr>
        <p:spPr>
          <a:xfrm>
            <a:off x="1272507" y="1737906"/>
            <a:ext cx="2468880" cy="1162562"/>
          </a:xfrm>
          <a:prstGeom prst="rect">
            <a:avLst/>
          </a:prstGeom>
          <a:noFill/>
        </p:spPr>
        <p:txBody>
          <a:bodyPr wrap="square" rtlCol="0">
            <a:spAutoFit/>
          </a:bodyPr>
          <a:lstStyle/>
          <a:p>
            <a:pPr>
              <a:lnSpc>
                <a:spcPts val="1360"/>
              </a:lnSpc>
            </a:pPr>
            <a:r>
              <a:rPr kumimoji="1" lang="en" altLang="zh-CN" sz="1050" dirty="0">
                <a:solidFill>
                  <a:srgbClr val="212121"/>
                </a:solidFill>
                <a:latin typeface="Alibaba PuHuiTi" pitchFamily="18" charset="-122"/>
                <a:ea typeface="Alibaba PuHuiTi" pitchFamily="18" charset="-122"/>
                <a:cs typeface="Alibaba PuHuiTi" pitchFamily="18" charset="-122"/>
              </a:rPr>
              <a:t>Yesterday there was anannouncement that Waves coin will be listed on Huobi and thecommunity reacted very positivelyto the news.As a result, thecoin gained 30% per day.</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cxnSp>
        <p:nvCxnSpPr>
          <p:cNvPr id="109" name="直线箭头连接符 108">
            <a:extLst>
              <a:ext uri="{FF2B5EF4-FFF2-40B4-BE49-F238E27FC236}">
                <a16:creationId xmlns:a16="http://schemas.microsoft.com/office/drawing/2014/main" id="{941D8BF7-801A-9F8C-A66A-B35044C69D68}"/>
              </a:ext>
            </a:extLst>
          </p:cNvPr>
          <p:cNvCxnSpPr>
            <a:cxnSpLocks/>
          </p:cNvCxnSpPr>
          <p:nvPr/>
        </p:nvCxnSpPr>
        <p:spPr>
          <a:xfrm>
            <a:off x="2839659" y="1869009"/>
            <a:ext cx="1360865" cy="0"/>
          </a:xfrm>
          <a:prstGeom prst="straightConnector1">
            <a:avLst/>
          </a:prstGeom>
          <a:ln w="9525">
            <a:solidFill>
              <a:srgbClr val="212121"/>
            </a:solidFill>
            <a:tailEnd type="triangle"/>
          </a:ln>
        </p:spPr>
        <p:style>
          <a:lnRef idx="1">
            <a:schemeClr val="accent1"/>
          </a:lnRef>
          <a:fillRef idx="0">
            <a:schemeClr val="accent1"/>
          </a:fillRef>
          <a:effectRef idx="0">
            <a:schemeClr val="accent1"/>
          </a:effectRef>
          <a:fontRef idx="minor">
            <a:schemeClr val="tx1"/>
          </a:fontRef>
        </p:style>
      </p:cxnSp>
      <p:grpSp>
        <p:nvGrpSpPr>
          <p:cNvPr id="22" name="组合 21">
            <a:extLst>
              <a:ext uri="{FF2B5EF4-FFF2-40B4-BE49-F238E27FC236}">
                <a16:creationId xmlns:a16="http://schemas.microsoft.com/office/drawing/2014/main" id="{1EC9E527-521D-1641-0D43-64006C2E2C17}"/>
              </a:ext>
            </a:extLst>
          </p:cNvPr>
          <p:cNvGrpSpPr/>
          <p:nvPr/>
        </p:nvGrpSpPr>
        <p:grpSpPr>
          <a:xfrm>
            <a:off x="6276363" y="1355453"/>
            <a:ext cx="5714184" cy="4268839"/>
            <a:chOff x="6304939" y="1355453"/>
            <a:chExt cx="5714184" cy="4268839"/>
          </a:xfrm>
          <a:solidFill>
            <a:srgbClr val="1E344D">
              <a:alpha val="65000"/>
            </a:srgbClr>
          </a:solidFill>
        </p:grpSpPr>
        <p:sp>
          <p:nvSpPr>
            <p:cNvPr id="114" name="矩形 113">
              <a:extLst>
                <a:ext uri="{FF2B5EF4-FFF2-40B4-BE49-F238E27FC236}">
                  <a16:creationId xmlns:a16="http://schemas.microsoft.com/office/drawing/2014/main" id="{F55EC542-55C4-FD1B-440B-48EDF067950E}"/>
                </a:ext>
              </a:extLst>
            </p:cNvPr>
            <p:cNvSpPr/>
            <p:nvPr/>
          </p:nvSpPr>
          <p:spPr>
            <a:xfrm>
              <a:off x="6304939" y="1355453"/>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5" name="矩形 114">
              <a:extLst>
                <a:ext uri="{FF2B5EF4-FFF2-40B4-BE49-F238E27FC236}">
                  <a16:creationId xmlns:a16="http://schemas.microsoft.com/office/drawing/2014/main" id="{3AD9F29B-EE83-830B-1064-DD372DA354FB}"/>
                </a:ext>
              </a:extLst>
            </p:cNvPr>
            <p:cNvSpPr/>
            <p:nvPr/>
          </p:nvSpPr>
          <p:spPr>
            <a:xfrm>
              <a:off x="7827026" y="1355453"/>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6" name="矩形 115">
              <a:extLst>
                <a:ext uri="{FF2B5EF4-FFF2-40B4-BE49-F238E27FC236}">
                  <a16:creationId xmlns:a16="http://schemas.microsoft.com/office/drawing/2014/main" id="{E3ED94A0-91D2-0B24-4ED2-F68A243684ED}"/>
                </a:ext>
              </a:extLst>
            </p:cNvPr>
            <p:cNvSpPr/>
            <p:nvPr/>
          </p:nvSpPr>
          <p:spPr>
            <a:xfrm>
              <a:off x="9315247" y="1355453"/>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7" name="矩形 116">
              <a:extLst>
                <a:ext uri="{FF2B5EF4-FFF2-40B4-BE49-F238E27FC236}">
                  <a16:creationId xmlns:a16="http://schemas.microsoft.com/office/drawing/2014/main" id="{B85EA862-C48F-8285-F8C1-69DF0B8029AB}"/>
                </a:ext>
              </a:extLst>
            </p:cNvPr>
            <p:cNvSpPr/>
            <p:nvPr/>
          </p:nvSpPr>
          <p:spPr>
            <a:xfrm>
              <a:off x="10803468" y="1355453"/>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2" name="矩形 121">
              <a:extLst>
                <a:ext uri="{FF2B5EF4-FFF2-40B4-BE49-F238E27FC236}">
                  <a16:creationId xmlns:a16="http://schemas.microsoft.com/office/drawing/2014/main" id="{D74C0F84-EE96-C80C-6A88-97154C7D8FE6}"/>
                </a:ext>
              </a:extLst>
            </p:cNvPr>
            <p:cNvSpPr/>
            <p:nvPr/>
          </p:nvSpPr>
          <p:spPr>
            <a:xfrm>
              <a:off x="6304939" y="2849862"/>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3" name="矩形 122">
              <a:extLst>
                <a:ext uri="{FF2B5EF4-FFF2-40B4-BE49-F238E27FC236}">
                  <a16:creationId xmlns:a16="http://schemas.microsoft.com/office/drawing/2014/main" id="{90A62ACA-DE6A-AF6C-E1EE-2A1B0FF3E95C}"/>
                </a:ext>
              </a:extLst>
            </p:cNvPr>
            <p:cNvSpPr/>
            <p:nvPr/>
          </p:nvSpPr>
          <p:spPr>
            <a:xfrm>
              <a:off x="7827026" y="2849862"/>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4" name="矩形 123">
              <a:extLst>
                <a:ext uri="{FF2B5EF4-FFF2-40B4-BE49-F238E27FC236}">
                  <a16:creationId xmlns:a16="http://schemas.microsoft.com/office/drawing/2014/main" id="{8C882779-6ABB-1ECF-9BE5-003D90A4F10C}"/>
                </a:ext>
              </a:extLst>
            </p:cNvPr>
            <p:cNvSpPr/>
            <p:nvPr/>
          </p:nvSpPr>
          <p:spPr>
            <a:xfrm>
              <a:off x="9315247" y="2849862"/>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5" name="矩形 124">
              <a:extLst>
                <a:ext uri="{FF2B5EF4-FFF2-40B4-BE49-F238E27FC236}">
                  <a16:creationId xmlns:a16="http://schemas.microsoft.com/office/drawing/2014/main" id="{6C1A70C5-D96E-A564-C1A1-E5B4976BDB53}"/>
                </a:ext>
              </a:extLst>
            </p:cNvPr>
            <p:cNvSpPr/>
            <p:nvPr/>
          </p:nvSpPr>
          <p:spPr>
            <a:xfrm>
              <a:off x="10803468" y="2849862"/>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8" name="矩形 127">
              <a:extLst>
                <a:ext uri="{FF2B5EF4-FFF2-40B4-BE49-F238E27FC236}">
                  <a16:creationId xmlns:a16="http://schemas.microsoft.com/office/drawing/2014/main" id="{946D90DE-E40F-6C41-CF9F-BC9D151201EF}"/>
                </a:ext>
              </a:extLst>
            </p:cNvPr>
            <p:cNvSpPr/>
            <p:nvPr/>
          </p:nvSpPr>
          <p:spPr>
            <a:xfrm>
              <a:off x="9315247" y="4408637"/>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9" name="矩形 128">
              <a:extLst>
                <a:ext uri="{FF2B5EF4-FFF2-40B4-BE49-F238E27FC236}">
                  <a16:creationId xmlns:a16="http://schemas.microsoft.com/office/drawing/2014/main" id="{4299E3DC-D301-0B8A-D584-C57723A0A7FB}"/>
                </a:ext>
              </a:extLst>
            </p:cNvPr>
            <p:cNvSpPr/>
            <p:nvPr/>
          </p:nvSpPr>
          <p:spPr>
            <a:xfrm>
              <a:off x="10803468" y="4408637"/>
              <a:ext cx="1215655" cy="121565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1" name="组合 20">
            <a:extLst>
              <a:ext uri="{FF2B5EF4-FFF2-40B4-BE49-F238E27FC236}">
                <a16:creationId xmlns:a16="http://schemas.microsoft.com/office/drawing/2014/main" id="{95591A93-924A-A6DA-5D3A-83B7EEFDB32B}"/>
              </a:ext>
            </a:extLst>
          </p:cNvPr>
          <p:cNvGrpSpPr/>
          <p:nvPr/>
        </p:nvGrpSpPr>
        <p:grpSpPr>
          <a:xfrm>
            <a:off x="6276364" y="1711676"/>
            <a:ext cx="4960649" cy="3916966"/>
            <a:chOff x="6304940" y="1711676"/>
            <a:chExt cx="4960649" cy="3916966"/>
          </a:xfrm>
          <a:solidFill>
            <a:srgbClr val="1E344D"/>
          </a:solidFill>
        </p:grpSpPr>
        <p:sp>
          <p:nvSpPr>
            <p:cNvPr id="132" name="矩形 131">
              <a:extLst>
                <a:ext uri="{FF2B5EF4-FFF2-40B4-BE49-F238E27FC236}">
                  <a16:creationId xmlns:a16="http://schemas.microsoft.com/office/drawing/2014/main" id="{40F3E0F6-200B-C23B-8DD9-AACBBF8ACE50}"/>
                </a:ext>
              </a:extLst>
            </p:cNvPr>
            <p:cNvSpPr/>
            <p:nvPr/>
          </p:nvSpPr>
          <p:spPr>
            <a:xfrm>
              <a:off x="6304940" y="1711676"/>
              <a:ext cx="859431" cy="859431"/>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3" name="矩形 132">
              <a:extLst>
                <a:ext uri="{FF2B5EF4-FFF2-40B4-BE49-F238E27FC236}">
                  <a16:creationId xmlns:a16="http://schemas.microsoft.com/office/drawing/2014/main" id="{593324D8-DB30-7057-CD6F-713E0C3235C5}"/>
                </a:ext>
              </a:extLst>
            </p:cNvPr>
            <p:cNvSpPr/>
            <p:nvPr/>
          </p:nvSpPr>
          <p:spPr>
            <a:xfrm>
              <a:off x="7834320" y="1900758"/>
              <a:ext cx="680983" cy="68098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4" name="矩形 133">
              <a:extLst>
                <a:ext uri="{FF2B5EF4-FFF2-40B4-BE49-F238E27FC236}">
                  <a16:creationId xmlns:a16="http://schemas.microsoft.com/office/drawing/2014/main" id="{E83B9709-1529-F363-062B-1B6543374B61}"/>
                </a:ext>
              </a:extLst>
            </p:cNvPr>
            <p:cNvSpPr/>
            <p:nvPr/>
          </p:nvSpPr>
          <p:spPr>
            <a:xfrm>
              <a:off x="9312623" y="2037929"/>
              <a:ext cx="543812" cy="54381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5" name="矩形 134">
              <a:extLst>
                <a:ext uri="{FF2B5EF4-FFF2-40B4-BE49-F238E27FC236}">
                  <a16:creationId xmlns:a16="http://schemas.microsoft.com/office/drawing/2014/main" id="{DDD20E4F-9A33-6474-B156-2E3EB0B806BD}"/>
                </a:ext>
              </a:extLst>
            </p:cNvPr>
            <p:cNvSpPr/>
            <p:nvPr/>
          </p:nvSpPr>
          <p:spPr>
            <a:xfrm>
              <a:off x="10812191" y="2128342"/>
              <a:ext cx="453398" cy="453398"/>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6" name="矩形 135">
              <a:extLst>
                <a:ext uri="{FF2B5EF4-FFF2-40B4-BE49-F238E27FC236}">
                  <a16:creationId xmlns:a16="http://schemas.microsoft.com/office/drawing/2014/main" id="{F23161E4-51BA-D8EC-9161-82063DB5BF76}"/>
                </a:ext>
              </a:extLst>
            </p:cNvPr>
            <p:cNvSpPr/>
            <p:nvPr/>
          </p:nvSpPr>
          <p:spPr>
            <a:xfrm>
              <a:off x="6311519" y="3634034"/>
              <a:ext cx="420727" cy="420727"/>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7" name="矩形 136">
              <a:extLst>
                <a:ext uri="{FF2B5EF4-FFF2-40B4-BE49-F238E27FC236}">
                  <a16:creationId xmlns:a16="http://schemas.microsoft.com/office/drawing/2014/main" id="{C00F170F-3489-C99D-7C64-DB42F10A07B6}"/>
                </a:ext>
              </a:extLst>
            </p:cNvPr>
            <p:cNvSpPr/>
            <p:nvPr/>
          </p:nvSpPr>
          <p:spPr>
            <a:xfrm>
              <a:off x="7823687" y="3644667"/>
              <a:ext cx="420727" cy="420727"/>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8" name="矩形 137">
              <a:extLst>
                <a:ext uri="{FF2B5EF4-FFF2-40B4-BE49-F238E27FC236}">
                  <a16:creationId xmlns:a16="http://schemas.microsoft.com/office/drawing/2014/main" id="{6F3FCC85-5DF4-88A2-A31C-C75F2FB7A250}"/>
                </a:ext>
              </a:extLst>
            </p:cNvPr>
            <p:cNvSpPr/>
            <p:nvPr/>
          </p:nvSpPr>
          <p:spPr>
            <a:xfrm>
              <a:off x="9323058" y="3752521"/>
              <a:ext cx="302240" cy="3022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9" name="矩形 138">
              <a:extLst>
                <a:ext uri="{FF2B5EF4-FFF2-40B4-BE49-F238E27FC236}">
                  <a16:creationId xmlns:a16="http://schemas.microsoft.com/office/drawing/2014/main" id="{2B58E959-5329-EEC7-3C39-D33FF044637F}"/>
                </a:ext>
              </a:extLst>
            </p:cNvPr>
            <p:cNvSpPr/>
            <p:nvPr/>
          </p:nvSpPr>
          <p:spPr>
            <a:xfrm>
              <a:off x="10799137" y="3802954"/>
              <a:ext cx="262440" cy="2624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0" name="矩形 139">
              <a:extLst>
                <a:ext uri="{FF2B5EF4-FFF2-40B4-BE49-F238E27FC236}">
                  <a16:creationId xmlns:a16="http://schemas.microsoft.com/office/drawing/2014/main" id="{EA99BA95-FE91-6233-3556-92B0594BB53B}"/>
                </a:ext>
              </a:extLst>
            </p:cNvPr>
            <p:cNvSpPr/>
            <p:nvPr/>
          </p:nvSpPr>
          <p:spPr>
            <a:xfrm>
              <a:off x="9312623" y="5366202"/>
              <a:ext cx="262440" cy="26244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1" name="矩形 140">
              <a:extLst>
                <a:ext uri="{FF2B5EF4-FFF2-40B4-BE49-F238E27FC236}">
                  <a16:creationId xmlns:a16="http://schemas.microsoft.com/office/drawing/2014/main" id="{AC096769-4EEB-BD27-ADFB-5870636FB054}"/>
                </a:ext>
              </a:extLst>
            </p:cNvPr>
            <p:cNvSpPr/>
            <p:nvPr/>
          </p:nvSpPr>
          <p:spPr>
            <a:xfrm>
              <a:off x="10799138" y="5386740"/>
              <a:ext cx="231269" cy="231269"/>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142" name="文本框 141">
            <a:extLst>
              <a:ext uri="{FF2B5EF4-FFF2-40B4-BE49-F238E27FC236}">
                <a16:creationId xmlns:a16="http://schemas.microsoft.com/office/drawing/2014/main" id="{B7DC7E7A-44FA-78C5-A7F5-88ECF3A4A438}"/>
              </a:ext>
            </a:extLst>
          </p:cNvPr>
          <p:cNvSpPr txBox="1"/>
          <p:nvPr/>
        </p:nvSpPr>
        <p:spPr>
          <a:xfrm>
            <a:off x="6263283" y="1349647"/>
            <a:ext cx="596638"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p>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480</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43" name="文本框 142">
            <a:extLst>
              <a:ext uri="{FF2B5EF4-FFF2-40B4-BE49-F238E27FC236}">
                <a16:creationId xmlns:a16="http://schemas.microsoft.com/office/drawing/2014/main" id="{ECBC77B7-984D-FBA6-4408-EB661425E825}"/>
              </a:ext>
            </a:extLst>
          </p:cNvPr>
          <p:cNvSpPr txBox="1"/>
          <p:nvPr/>
        </p:nvSpPr>
        <p:spPr>
          <a:xfrm>
            <a:off x="7230974" y="1382414"/>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1</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4" name="文本框 143">
            <a:extLst>
              <a:ext uri="{FF2B5EF4-FFF2-40B4-BE49-F238E27FC236}">
                <a16:creationId xmlns:a16="http://schemas.microsoft.com/office/drawing/2014/main" id="{D3A9B1A5-6332-2020-7C4E-F92A54AC2D35}"/>
              </a:ext>
            </a:extLst>
          </p:cNvPr>
          <p:cNvSpPr txBox="1"/>
          <p:nvPr/>
        </p:nvSpPr>
        <p:spPr>
          <a:xfrm>
            <a:off x="8731720" y="1382414"/>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2</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5" name="文本框 144">
            <a:extLst>
              <a:ext uri="{FF2B5EF4-FFF2-40B4-BE49-F238E27FC236}">
                <a16:creationId xmlns:a16="http://schemas.microsoft.com/office/drawing/2014/main" id="{527CB562-4606-59F5-7440-2C625E81A238}"/>
              </a:ext>
            </a:extLst>
          </p:cNvPr>
          <p:cNvSpPr txBox="1"/>
          <p:nvPr/>
        </p:nvSpPr>
        <p:spPr>
          <a:xfrm>
            <a:off x="10210022" y="1382414"/>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3</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6" name="文本框 145">
            <a:extLst>
              <a:ext uri="{FF2B5EF4-FFF2-40B4-BE49-F238E27FC236}">
                <a16:creationId xmlns:a16="http://schemas.microsoft.com/office/drawing/2014/main" id="{38AE19AF-F63D-219A-4C60-F3E9F767D4A7}"/>
              </a:ext>
            </a:extLst>
          </p:cNvPr>
          <p:cNvSpPr txBox="1"/>
          <p:nvPr/>
        </p:nvSpPr>
        <p:spPr>
          <a:xfrm>
            <a:off x="11688324" y="1382414"/>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4</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7" name="文本框 146">
            <a:extLst>
              <a:ext uri="{FF2B5EF4-FFF2-40B4-BE49-F238E27FC236}">
                <a16:creationId xmlns:a16="http://schemas.microsoft.com/office/drawing/2014/main" id="{92DA6025-0B78-1CE1-9C4D-9CB9C8C62476}"/>
              </a:ext>
            </a:extLst>
          </p:cNvPr>
          <p:cNvSpPr txBox="1"/>
          <p:nvPr/>
        </p:nvSpPr>
        <p:spPr>
          <a:xfrm>
            <a:off x="11688324" y="2857541"/>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8</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8" name="文本框 147">
            <a:extLst>
              <a:ext uri="{FF2B5EF4-FFF2-40B4-BE49-F238E27FC236}">
                <a16:creationId xmlns:a16="http://schemas.microsoft.com/office/drawing/2014/main" id="{8F15DE68-7FAC-7E14-2250-6F6C179CB1B6}"/>
              </a:ext>
            </a:extLst>
          </p:cNvPr>
          <p:cNvSpPr txBox="1"/>
          <p:nvPr/>
        </p:nvSpPr>
        <p:spPr>
          <a:xfrm>
            <a:off x="10210022" y="2857541"/>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7</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9" name="文本框 148">
            <a:extLst>
              <a:ext uri="{FF2B5EF4-FFF2-40B4-BE49-F238E27FC236}">
                <a16:creationId xmlns:a16="http://schemas.microsoft.com/office/drawing/2014/main" id="{F8989DEC-92E6-48B4-C7B3-3F8692CE6650}"/>
              </a:ext>
            </a:extLst>
          </p:cNvPr>
          <p:cNvSpPr txBox="1"/>
          <p:nvPr/>
        </p:nvSpPr>
        <p:spPr>
          <a:xfrm>
            <a:off x="8731720" y="2857541"/>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6</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0" name="文本框 149">
            <a:extLst>
              <a:ext uri="{FF2B5EF4-FFF2-40B4-BE49-F238E27FC236}">
                <a16:creationId xmlns:a16="http://schemas.microsoft.com/office/drawing/2014/main" id="{D29FE1A0-A328-6242-7521-1A38EA73DD64}"/>
              </a:ext>
            </a:extLst>
          </p:cNvPr>
          <p:cNvSpPr txBox="1"/>
          <p:nvPr/>
        </p:nvSpPr>
        <p:spPr>
          <a:xfrm>
            <a:off x="7219552" y="2857541"/>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5</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1" name="文本框 150">
            <a:extLst>
              <a:ext uri="{FF2B5EF4-FFF2-40B4-BE49-F238E27FC236}">
                <a16:creationId xmlns:a16="http://schemas.microsoft.com/office/drawing/2014/main" id="{7D90B204-DC50-6552-9CCF-96653BF44B75}"/>
              </a:ext>
            </a:extLst>
          </p:cNvPr>
          <p:cNvSpPr txBox="1"/>
          <p:nvPr/>
        </p:nvSpPr>
        <p:spPr>
          <a:xfrm>
            <a:off x="10218489" y="4424783"/>
            <a:ext cx="266420"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9</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2" name="文本框 151">
            <a:extLst>
              <a:ext uri="{FF2B5EF4-FFF2-40B4-BE49-F238E27FC236}">
                <a16:creationId xmlns:a16="http://schemas.microsoft.com/office/drawing/2014/main" id="{51226FF3-0FAF-4795-2A90-B9BD90235E82}"/>
              </a:ext>
            </a:extLst>
          </p:cNvPr>
          <p:cNvSpPr txBox="1"/>
          <p:nvPr/>
        </p:nvSpPr>
        <p:spPr>
          <a:xfrm>
            <a:off x="11696791" y="4424783"/>
            <a:ext cx="348172"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10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3" name="文本框 152">
            <a:extLst>
              <a:ext uri="{FF2B5EF4-FFF2-40B4-BE49-F238E27FC236}">
                <a16:creationId xmlns:a16="http://schemas.microsoft.com/office/drawing/2014/main" id="{108C020E-BF30-7C05-6855-80297600CB14}"/>
              </a:ext>
            </a:extLst>
          </p:cNvPr>
          <p:cNvSpPr txBox="1"/>
          <p:nvPr/>
        </p:nvSpPr>
        <p:spPr>
          <a:xfrm>
            <a:off x="7795616" y="1349647"/>
            <a:ext cx="51328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PPT</a:t>
            </a:r>
          </a:p>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352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54" name="文本框 153">
            <a:extLst>
              <a:ext uri="{FF2B5EF4-FFF2-40B4-BE49-F238E27FC236}">
                <a16:creationId xmlns:a16="http://schemas.microsoft.com/office/drawing/2014/main" id="{45A97AAA-E2D9-9324-A07F-8B9F2D4A13EF}"/>
              </a:ext>
            </a:extLst>
          </p:cNvPr>
          <p:cNvSpPr txBox="1"/>
          <p:nvPr/>
        </p:nvSpPr>
        <p:spPr>
          <a:xfrm>
            <a:off x="9273918" y="1349647"/>
            <a:ext cx="660758"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MOU</a:t>
            </a:r>
          </a:p>
          <a:p>
            <a:r>
              <a:rPr kumimoji="1" lang="en-US" altLang="zh-CN" sz="1000" dirty="0">
                <a:solidFill>
                  <a:srgbClr val="212121"/>
                </a:solidFill>
                <a:latin typeface="Alibaba PuHuiTi" pitchFamily="18" charset="-122"/>
                <a:ea typeface="Alibaba PuHuiTi" pitchFamily="18" charset="-122"/>
                <a:cs typeface="Alibaba PuHuiTi" pitchFamily="18" charset="-122"/>
              </a:rPr>
              <a:t>14</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6657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55" name="文本框 154">
            <a:extLst>
              <a:ext uri="{FF2B5EF4-FFF2-40B4-BE49-F238E27FC236}">
                <a16:creationId xmlns:a16="http://schemas.microsoft.com/office/drawing/2014/main" id="{FD3260BC-3551-C36E-F606-9FB354C08759}"/>
              </a:ext>
            </a:extLst>
          </p:cNvPr>
          <p:cNvSpPr txBox="1"/>
          <p:nvPr/>
        </p:nvSpPr>
        <p:spPr>
          <a:xfrm>
            <a:off x="10752220" y="1349647"/>
            <a:ext cx="439544"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BBQ</a:t>
            </a:r>
          </a:p>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11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56" name="文本框 155">
            <a:extLst>
              <a:ext uri="{FF2B5EF4-FFF2-40B4-BE49-F238E27FC236}">
                <a16:creationId xmlns:a16="http://schemas.microsoft.com/office/drawing/2014/main" id="{3648F6F9-2B9B-B630-7F79-C38C73B84E52}"/>
              </a:ext>
            </a:extLst>
          </p:cNvPr>
          <p:cNvSpPr txBox="1"/>
          <p:nvPr/>
        </p:nvSpPr>
        <p:spPr>
          <a:xfrm>
            <a:off x="6263283" y="2915261"/>
            <a:ext cx="678391"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Wowing</a:t>
            </a:r>
          </a:p>
          <a:p>
            <a:r>
              <a:rPr kumimoji="1" lang="en-US" altLang="zh-CN" sz="1000" dirty="0">
                <a:solidFill>
                  <a:srgbClr val="212121"/>
                </a:solidFill>
                <a:latin typeface="Alibaba PuHuiTi" pitchFamily="18" charset="-122"/>
                <a:ea typeface="Alibaba PuHuiTi" pitchFamily="18" charset="-122"/>
                <a:cs typeface="Alibaba PuHuiTi" pitchFamily="18" charset="-122"/>
              </a:rPr>
              <a:t>9</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0</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88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57" name="文本框 156">
            <a:extLst>
              <a:ext uri="{FF2B5EF4-FFF2-40B4-BE49-F238E27FC236}">
                <a16:creationId xmlns:a16="http://schemas.microsoft.com/office/drawing/2014/main" id="{8A48F035-8E92-2CD3-255A-7853C663F0AF}"/>
              </a:ext>
            </a:extLst>
          </p:cNvPr>
          <p:cNvSpPr txBox="1"/>
          <p:nvPr/>
        </p:nvSpPr>
        <p:spPr>
          <a:xfrm>
            <a:off x="7795616" y="2915261"/>
            <a:ext cx="51328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TENX</a:t>
            </a:r>
          </a:p>
          <a:p>
            <a:r>
              <a:rPr kumimoji="1" lang="en-US" altLang="zh-CN" sz="1000" dirty="0">
                <a:solidFill>
                  <a:srgbClr val="212121"/>
                </a:solidFill>
                <a:latin typeface="Alibaba PuHuiTi" pitchFamily="18" charset="-122"/>
                <a:ea typeface="Alibaba PuHuiTi" pitchFamily="18" charset="-122"/>
                <a:cs typeface="Alibaba PuHuiTi" pitchFamily="18" charset="-122"/>
              </a:rPr>
              <a:t>8</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789</a:t>
            </a:r>
          </a:p>
        </p:txBody>
      </p:sp>
      <p:sp>
        <p:nvSpPr>
          <p:cNvPr id="158" name="文本框 157">
            <a:extLst>
              <a:ext uri="{FF2B5EF4-FFF2-40B4-BE49-F238E27FC236}">
                <a16:creationId xmlns:a16="http://schemas.microsoft.com/office/drawing/2014/main" id="{33C53724-2446-E72C-6EA0-64A9143E4BAD}"/>
              </a:ext>
            </a:extLst>
          </p:cNvPr>
          <p:cNvSpPr txBox="1"/>
          <p:nvPr/>
        </p:nvSpPr>
        <p:spPr>
          <a:xfrm>
            <a:off x="9273918" y="2915261"/>
            <a:ext cx="660758"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p>
          <a:p>
            <a:r>
              <a:rPr kumimoji="1" lang="en-US" altLang="zh-CN" sz="1000" dirty="0">
                <a:solidFill>
                  <a:srgbClr val="212121"/>
                </a:solidFill>
                <a:latin typeface="Alibaba PuHuiTi" pitchFamily="18" charset="-122"/>
                <a:ea typeface="Alibaba PuHuiTi" pitchFamily="18" charset="-122"/>
                <a:cs typeface="Alibaba PuHuiTi" pitchFamily="18" charset="-122"/>
              </a:rPr>
              <a:t>123</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556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59" name="文本框 158">
            <a:extLst>
              <a:ext uri="{FF2B5EF4-FFF2-40B4-BE49-F238E27FC236}">
                <a16:creationId xmlns:a16="http://schemas.microsoft.com/office/drawing/2014/main" id="{495EB77D-2997-075D-EF10-6797FBF05077}"/>
              </a:ext>
            </a:extLst>
          </p:cNvPr>
          <p:cNvSpPr txBox="1"/>
          <p:nvPr/>
        </p:nvSpPr>
        <p:spPr>
          <a:xfrm>
            <a:off x="10752220" y="2915261"/>
            <a:ext cx="51328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XPR</a:t>
            </a:r>
          </a:p>
          <a:p>
            <a:r>
              <a:rPr kumimoji="1" lang="en-US" altLang="zh-CN" sz="1000" dirty="0">
                <a:solidFill>
                  <a:srgbClr val="212121"/>
                </a:solidFill>
                <a:latin typeface="Alibaba PuHuiTi" pitchFamily="18" charset="-122"/>
                <a:ea typeface="Alibaba PuHuiTi" pitchFamily="18" charset="-122"/>
                <a:cs typeface="Alibaba PuHuiTi" pitchFamily="18" charset="-122"/>
              </a:rPr>
              <a:t>234</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0" name="文本框 159">
            <a:extLst>
              <a:ext uri="{FF2B5EF4-FFF2-40B4-BE49-F238E27FC236}">
                <a16:creationId xmlns:a16="http://schemas.microsoft.com/office/drawing/2014/main" id="{E620F026-1FA9-3015-22FD-49C542AAF42C}"/>
              </a:ext>
            </a:extLst>
          </p:cNvPr>
          <p:cNvSpPr txBox="1"/>
          <p:nvPr/>
        </p:nvSpPr>
        <p:spPr>
          <a:xfrm>
            <a:off x="9273918" y="4441717"/>
            <a:ext cx="409086"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CCII</a:t>
            </a:r>
          </a:p>
          <a:p>
            <a:r>
              <a:rPr kumimoji="1" lang="en-US" altLang="zh-CN" sz="1000" dirty="0">
                <a:solidFill>
                  <a:srgbClr val="212121"/>
                </a:solidFill>
                <a:latin typeface="Alibaba PuHuiTi" pitchFamily="18" charset="-122"/>
                <a:ea typeface="Alibaba PuHuiTi" pitchFamily="18" charset="-122"/>
                <a:cs typeface="Alibaba PuHuiTi" pitchFamily="18" charset="-122"/>
              </a:rPr>
              <a:t>4</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1" name="文本框 160">
            <a:extLst>
              <a:ext uri="{FF2B5EF4-FFF2-40B4-BE49-F238E27FC236}">
                <a16:creationId xmlns:a16="http://schemas.microsoft.com/office/drawing/2014/main" id="{9899ED1A-9423-22B1-8730-DF83451642DB}"/>
              </a:ext>
            </a:extLst>
          </p:cNvPr>
          <p:cNvSpPr txBox="1"/>
          <p:nvPr/>
        </p:nvSpPr>
        <p:spPr>
          <a:xfrm>
            <a:off x="10752220" y="4441717"/>
            <a:ext cx="44916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AIRL</a:t>
            </a:r>
          </a:p>
          <a:p>
            <a:r>
              <a:rPr kumimoji="1" lang="en-US" altLang="zh-CN" sz="1000" dirty="0">
                <a:solidFill>
                  <a:srgbClr val="212121"/>
                </a:solidFill>
                <a:latin typeface="Alibaba PuHuiTi" pitchFamily="18" charset="-122"/>
                <a:ea typeface="Alibaba PuHuiTi" pitchFamily="18" charset="-122"/>
                <a:cs typeface="Alibaba PuHuiTi" pitchFamily="18" charset="-122"/>
              </a:rPr>
              <a:t>187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3" name="文本框 162">
            <a:extLst>
              <a:ext uri="{FF2B5EF4-FFF2-40B4-BE49-F238E27FC236}">
                <a16:creationId xmlns:a16="http://schemas.microsoft.com/office/drawing/2014/main" id="{BCB7F47D-9908-5A19-A47C-62BC8FE81DD7}"/>
              </a:ext>
            </a:extLst>
          </p:cNvPr>
          <p:cNvSpPr txBox="1"/>
          <p:nvPr/>
        </p:nvSpPr>
        <p:spPr>
          <a:xfrm>
            <a:off x="6308429" y="4396366"/>
            <a:ext cx="2785730" cy="1319400"/>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50000"/>
              </a:lnSpc>
            </a:pPr>
            <a:r>
              <a:rPr lang="en" altLang="zh-CN" sz="900" dirty="0">
                <a:solidFill>
                  <a:srgbClr val="212121"/>
                </a:solidFill>
              </a:rPr>
              <a:t>Suddenly we see Ten among the top ten projects. This is a promising project integrating cryptocurrency in the real world. Expr is significantly ahead of Ethereum in this nomination, so it can be said that the struggle continues</a:t>
            </a:r>
            <a:endParaRPr lang="zh-CN" altLang="en-US" sz="900" dirty="0">
              <a:solidFill>
                <a:srgbClr val="212121"/>
              </a:solidFill>
            </a:endParaRPr>
          </a:p>
        </p:txBody>
      </p:sp>
      <p:sp>
        <p:nvSpPr>
          <p:cNvPr id="170" name="文本框 169">
            <a:extLst>
              <a:ext uri="{FF2B5EF4-FFF2-40B4-BE49-F238E27FC236}">
                <a16:creationId xmlns:a16="http://schemas.microsoft.com/office/drawing/2014/main" id="{4EF4D1CD-5160-C486-D8DC-D83717EEFF93}"/>
              </a:ext>
            </a:extLst>
          </p:cNvPr>
          <p:cNvSpPr txBox="1"/>
          <p:nvPr/>
        </p:nvSpPr>
        <p:spPr>
          <a:xfrm>
            <a:off x="205340" y="957323"/>
            <a:ext cx="12115921" cy="2308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212121">
                    <a:alpha val="67726"/>
                  </a:srgbClr>
                </a:solidFill>
              </a:rPr>
              <a:t>Suddenly we see Ten among the top ten projects. This is a promising project integrating cryptocurrency in the real world. Expr is significantly ahead of Ethereum in this nomination, so it can be said that the struggle</a:t>
            </a:r>
            <a:r>
              <a:rPr lang="zh-CN" altLang="en-US" sz="900" dirty="0">
                <a:solidFill>
                  <a:srgbClr val="212121">
                    <a:alpha val="67726"/>
                  </a:srgbClr>
                </a:solidFill>
              </a:rPr>
              <a:t> </a:t>
            </a:r>
            <a:r>
              <a:rPr lang="en-US" altLang="zh-CN" sz="900" dirty="0">
                <a:solidFill>
                  <a:srgbClr val="212121">
                    <a:alpha val="67726"/>
                  </a:srgbClr>
                </a:solidFill>
              </a:rPr>
              <a:t>dc</a:t>
            </a:r>
            <a:endParaRPr lang="zh-CN" altLang="en-US" sz="900" dirty="0">
              <a:solidFill>
                <a:srgbClr val="212121">
                  <a:alpha val="67726"/>
                </a:srgbClr>
              </a:solidFill>
            </a:endParaRPr>
          </a:p>
        </p:txBody>
      </p:sp>
      <p:sp>
        <p:nvSpPr>
          <p:cNvPr id="2" name="文本框 1">
            <a:extLst>
              <a:ext uri="{FF2B5EF4-FFF2-40B4-BE49-F238E27FC236}">
                <a16:creationId xmlns:a16="http://schemas.microsoft.com/office/drawing/2014/main" id="{8F73DF25-3B99-09BE-D809-F72716A623D6}"/>
              </a:ext>
            </a:extLst>
          </p:cNvPr>
          <p:cNvSpPr txBox="1"/>
          <p:nvPr/>
        </p:nvSpPr>
        <p:spPr>
          <a:xfrm>
            <a:off x="142541" y="5872301"/>
            <a:ext cx="4940968" cy="830997"/>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DDF6B87E-3855-0CD9-CD47-87617BC801A4}"/>
              </a:ext>
            </a:extLst>
          </p:cNvPr>
          <p:cNvSpPr txBox="1"/>
          <p:nvPr/>
        </p:nvSpPr>
        <p:spPr>
          <a:xfrm>
            <a:off x="4453074" y="6253124"/>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 projects by the number of</a:t>
            </a:r>
          </a:p>
        </p:txBody>
      </p:sp>
      <p:sp>
        <p:nvSpPr>
          <p:cNvPr id="8" name="文本框 7">
            <a:extLst>
              <a:ext uri="{FF2B5EF4-FFF2-40B4-BE49-F238E27FC236}">
                <a16:creationId xmlns:a16="http://schemas.microsoft.com/office/drawing/2014/main" id="{AF621A51-CFF8-1385-DDB2-DC4431D97179}"/>
              </a:ext>
            </a:extLst>
          </p:cNvPr>
          <p:cNvSpPr txBox="1"/>
          <p:nvPr/>
        </p:nvSpPr>
        <p:spPr>
          <a:xfrm>
            <a:off x="10003186" y="6045199"/>
            <a:ext cx="18385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dirty="0">
                <a:solidFill>
                  <a:srgbClr val="1E344D"/>
                </a:solidFill>
              </a:rPr>
              <a:t>YOUNAOZI</a:t>
            </a:r>
            <a:endParaRPr lang="zh-CN" altLang="en-US" dirty="0">
              <a:solidFill>
                <a:srgbClr val="1E344D"/>
              </a:solidFill>
            </a:endParaRPr>
          </a:p>
        </p:txBody>
      </p:sp>
      <p:sp>
        <p:nvSpPr>
          <p:cNvPr id="10" name="文本框 9">
            <a:extLst>
              <a:ext uri="{FF2B5EF4-FFF2-40B4-BE49-F238E27FC236}">
                <a16:creationId xmlns:a16="http://schemas.microsoft.com/office/drawing/2014/main" id="{6578A191-176D-FA88-1311-73F13AC90D82}"/>
              </a:ext>
            </a:extLst>
          </p:cNvPr>
          <p:cNvSpPr txBox="1"/>
          <p:nvPr/>
        </p:nvSpPr>
        <p:spPr>
          <a:xfrm>
            <a:off x="3238281" y="5912095"/>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11" name="圆角矩形 10">
            <a:extLst>
              <a:ext uri="{FF2B5EF4-FFF2-40B4-BE49-F238E27FC236}">
                <a16:creationId xmlns:a16="http://schemas.microsoft.com/office/drawing/2014/main" id="{97CB8281-34C5-A3CD-D47A-67EFD6E1C68D}"/>
              </a:ext>
            </a:extLst>
          </p:cNvPr>
          <p:cNvSpPr/>
          <p:nvPr/>
        </p:nvSpPr>
        <p:spPr>
          <a:xfrm>
            <a:off x="9843557" y="5948718"/>
            <a:ext cx="2076881" cy="623002"/>
          </a:xfrm>
          <a:prstGeom prst="roundRect">
            <a:avLst/>
          </a:prstGeom>
          <a:noFill/>
          <a:ln w="444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矩形 6">
            <a:extLst>
              <a:ext uri="{FF2B5EF4-FFF2-40B4-BE49-F238E27FC236}">
                <a16:creationId xmlns:a16="http://schemas.microsoft.com/office/drawing/2014/main" id="{BB5DA139-D198-8008-9E6C-B9239F866326}"/>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 name="文本框 8">
            <a:extLst>
              <a:ext uri="{FF2B5EF4-FFF2-40B4-BE49-F238E27FC236}">
                <a16:creationId xmlns:a16="http://schemas.microsoft.com/office/drawing/2014/main" id="{6CEA1936-F947-EF5D-A17B-0473E4B5CBB9}"/>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文本框 13">
            <a:extLst>
              <a:ext uri="{FF2B5EF4-FFF2-40B4-BE49-F238E27FC236}">
                <a16:creationId xmlns:a16="http://schemas.microsoft.com/office/drawing/2014/main" id="{9A29BAD8-4E22-8918-8609-C2248C2CDB73}"/>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3" name="直线连接符 22">
            <a:extLst>
              <a:ext uri="{FF2B5EF4-FFF2-40B4-BE49-F238E27FC236}">
                <a16:creationId xmlns:a16="http://schemas.microsoft.com/office/drawing/2014/main" id="{65CF50B1-FD1B-4638-538A-3733AE44612A}"/>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C641F928-B8CC-492B-D98B-BDC714C9D1C5}"/>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16367D8B-619D-5D9F-1A13-C37A66FB6253}"/>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26" name="组合 25">
            <a:extLst>
              <a:ext uri="{FF2B5EF4-FFF2-40B4-BE49-F238E27FC236}">
                <a16:creationId xmlns:a16="http://schemas.microsoft.com/office/drawing/2014/main" id="{6057457E-B5A9-4BB4-DCF7-582EF99A2036}"/>
              </a:ext>
            </a:extLst>
          </p:cNvPr>
          <p:cNvGrpSpPr/>
          <p:nvPr/>
        </p:nvGrpSpPr>
        <p:grpSpPr>
          <a:xfrm>
            <a:off x="2323294" y="287981"/>
            <a:ext cx="356205" cy="355288"/>
            <a:chOff x="2323294" y="287981"/>
            <a:chExt cx="356205" cy="355288"/>
          </a:xfrm>
        </p:grpSpPr>
        <p:sp>
          <p:nvSpPr>
            <p:cNvPr id="27" name="Google Shape;7166;p80">
              <a:extLst>
                <a:ext uri="{FF2B5EF4-FFF2-40B4-BE49-F238E27FC236}">
                  <a16:creationId xmlns:a16="http://schemas.microsoft.com/office/drawing/2014/main" id="{72CBF475-E2E1-DFB4-2839-6477D5EC7CD3}"/>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7167;p80">
              <a:extLst>
                <a:ext uri="{FF2B5EF4-FFF2-40B4-BE49-F238E27FC236}">
                  <a16:creationId xmlns:a16="http://schemas.microsoft.com/office/drawing/2014/main" id="{ECF69DC6-DF1C-FEEA-C9C6-886DED58F92C}"/>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168;p80">
              <a:extLst>
                <a:ext uri="{FF2B5EF4-FFF2-40B4-BE49-F238E27FC236}">
                  <a16:creationId xmlns:a16="http://schemas.microsoft.com/office/drawing/2014/main" id="{288D0E65-EF1B-17E8-7335-ECC6B771816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169;p80">
              <a:extLst>
                <a:ext uri="{FF2B5EF4-FFF2-40B4-BE49-F238E27FC236}">
                  <a16:creationId xmlns:a16="http://schemas.microsoft.com/office/drawing/2014/main" id="{5FD37C48-2D8A-D87E-84E5-5F6C358E0CB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8623842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2204F794-AE90-48AD-C242-052893AD31D4}"/>
              </a:ext>
            </a:extLst>
          </p:cNvPr>
          <p:cNvPicPr>
            <a:picLocks noChangeAspect="1"/>
          </p:cNvPicPr>
          <p:nvPr/>
        </p:nvPicPr>
        <p:blipFill>
          <a:blip r:embed="rId2"/>
          <a:stretch>
            <a:fillRect/>
          </a:stretch>
        </p:blipFill>
        <p:spPr>
          <a:xfrm>
            <a:off x="6153150" y="971550"/>
            <a:ext cx="2933700" cy="5118100"/>
          </a:xfrm>
          <a:prstGeom prst="rect">
            <a:avLst/>
          </a:prstGeom>
        </p:spPr>
      </p:pic>
      <p:grpSp>
        <p:nvGrpSpPr>
          <p:cNvPr id="14" name="组合 13">
            <a:extLst>
              <a:ext uri="{FF2B5EF4-FFF2-40B4-BE49-F238E27FC236}">
                <a16:creationId xmlns:a16="http://schemas.microsoft.com/office/drawing/2014/main" id="{BFDDF30F-C963-FC54-9B11-2EE48DC23571}"/>
              </a:ext>
            </a:extLst>
          </p:cNvPr>
          <p:cNvGrpSpPr/>
          <p:nvPr/>
        </p:nvGrpSpPr>
        <p:grpSpPr>
          <a:xfrm>
            <a:off x="9085133" y="1284177"/>
            <a:ext cx="2352907" cy="4572001"/>
            <a:chOff x="9113709" y="1284177"/>
            <a:chExt cx="2352907" cy="4572001"/>
          </a:xfrm>
          <a:gradFill flip="none" rotWithShape="1">
            <a:gsLst>
              <a:gs pos="100000">
                <a:srgbClr val="1E344D">
                  <a:alpha val="0"/>
                </a:srgbClr>
              </a:gs>
              <a:gs pos="0">
                <a:srgbClr val="1E344D">
                  <a:alpha val="41131"/>
                </a:srgbClr>
              </a:gs>
            </a:gsLst>
            <a:lin ang="10800000" scaled="1"/>
            <a:tileRect/>
          </a:gradFill>
        </p:grpSpPr>
        <p:sp>
          <p:nvSpPr>
            <p:cNvPr id="209" name="矩形 208">
              <a:extLst>
                <a:ext uri="{FF2B5EF4-FFF2-40B4-BE49-F238E27FC236}">
                  <a16:creationId xmlns:a16="http://schemas.microsoft.com/office/drawing/2014/main" id="{5AE43421-37F6-3E2C-BDB3-1375E92DA4A3}"/>
                </a:ext>
              </a:extLst>
            </p:cNvPr>
            <p:cNvSpPr/>
            <p:nvPr/>
          </p:nvSpPr>
          <p:spPr>
            <a:xfrm>
              <a:off x="9113709" y="1284177"/>
              <a:ext cx="2352907" cy="32848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0" name="矩形 209">
              <a:extLst>
                <a:ext uri="{FF2B5EF4-FFF2-40B4-BE49-F238E27FC236}">
                  <a16:creationId xmlns:a16="http://schemas.microsoft.com/office/drawing/2014/main" id="{EC13EEF2-94BE-E416-34A2-2A38F0D206D4}"/>
                </a:ext>
              </a:extLst>
            </p:cNvPr>
            <p:cNvSpPr/>
            <p:nvPr/>
          </p:nvSpPr>
          <p:spPr>
            <a:xfrm>
              <a:off x="9113709" y="1718073"/>
              <a:ext cx="2352907" cy="18279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1" name="矩形 210">
              <a:extLst>
                <a:ext uri="{FF2B5EF4-FFF2-40B4-BE49-F238E27FC236}">
                  <a16:creationId xmlns:a16="http://schemas.microsoft.com/office/drawing/2014/main" id="{F34170F6-EBE3-4139-3E3B-2116A1770966}"/>
                </a:ext>
              </a:extLst>
            </p:cNvPr>
            <p:cNvSpPr/>
            <p:nvPr/>
          </p:nvSpPr>
          <p:spPr>
            <a:xfrm>
              <a:off x="9113709" y="2006105"/>
              <a:ext cx="2352907" cy="157031"/>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2" name="矩形 211">
              <a:extLst>
                <a:ext uri="{FF2B5EF4-FFF2-40B4-BE49-F238E27FC236}">
                  <a16:creationId xmlns:a16="http://schemas.microsoft.com/office/drawing/2014/main" id="{29C5FC65-9D98-FBED-B3C7-FC758D7F5814}"/>
                </a:ext>
              </a:extLst>
            </p:cNvPr>
            <p:cNvSpPr/>
            <p:nvPr/>
          </p:nvSpPr>
          <p:spPr>
            <a:xfrm>
              <a:off x="9113709" y="2262373"/>
              <a:ext cx="2352907" cy="148856"/>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3" name="矩形 212">
              <a:extLst>
                <a:ext uri="{FF2B5EF4-FFF2-40B4-BE49-F238E27FC236}">
                  <a16:creationId xmlns:a16="http://schemas.microsoft.com/office/drawing/2014/main" id="{0B21E76F-1865-9DF4-8E47-49A72F562C0D}"/>
                </a:ext>
              </a:extLst>
            </p:cNvPr>
            <p:cNvSpPr/>
            <p:nvPr/>
          </p:nvSpPr>
          <p:spPr>
            <a:xfrm>
              <a:off x="9113709" y="2517553"/>
              <a:ext cx="2352907" cy="12050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4" name="矩形 213">
              <a:extLst>
                <a:ext uri="{FF2B5EF4-FFF2-40B4-BE49-F238E27FC236}">
                  <a16:creationId xmlns:a16="http://schemas.microsoft.com/office/drawing/2014/main" id="{62672B06-7C5B-6928-F0A3-F5920CE097E9}"/>
                </a:ext>
              </a:extLst>
            </p:cNvPr>
            <p:cNvSpPr/>
            <p:nvPr/>
          </p:nvSpPr>
          <p:spPr>
            <a:xfrm>
              <a:off x="9113709" y="2744382"/>
              <a:ext cx="2352907" cy="9215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5" name="矩形 214">
              <a:extLst>
                <a:ext uri="{FF2B5EF4-FFF2-40B4-BE49-F238E27FC236}">
                  <a16:creationId xmlns:a16="http://schemas.microsoft.com/office/drawing/2014/main" id="{F9201EE6-6CFB-DC1F-C14C-7B0FCF2B5ADD}"/>
                </a:ext>
              </a:extLst>
            </p:cNvPr>
            <p:cNvSpPr/>
            <p:nvPr/>
          </p:nvSpPr>
          <p:spPr>
            <a:xfrm>
              <a:off x="9113709" y="2935121"/>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6" name="矩形 215">
              <a:extLst>
                <a:ext uri="{FF2B5EF4-FFF2-40B4-BE49-F238E27FC236}">
                  <a16:creationId xmlns:a16="http://schemas.microsoft.com/office/drawing/2014/main" id="{C68942FC-DDF3-7A5B-7ACD-2205E0570BD2}"/>
                </a:ext>
              </a:extLst>
            </p:cNvPr>
            <p:cNvSpPr/>
            <p:nvPr/>
          </p:nvSpPr>
          <p:spPr>
            <a:xfrm>
              <a:off x="9113709" y="3114577"/>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7" name="矩形 216">
              <a:extLst>
                <a:ext uri="{FF2B5EF4-FFF2-40B4-BE49-F238E27FC236}">
                  <a16:creationId xmlns:a16="http://schemas.microsoft.com/office/drawing/2014/main" id="{E9DB3B6F-C5D0-A344-7564-D87820EE4098}"/>
                </a:ext>
              </a:extLst>
            </p:cNvPr>
            <p:cNvSpPr/>
            <p:nvPr/>
          </p:nvSpPr>
          <p:spPr>
            <a:xfrm>
              <a:off x="9113709" y="3288073"/>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8" name="矩形 217">
              <a:extLst>
                <a:ext uri="{FF2B5EF4-FFF2-40B4-BE49-F238E27FC236}">
                  <a16:creationId xmlns:a16="http://schemas.microsoft.com/office/drawing/2014/main" id="{A22F1020-758F-7B7E-4EE3-CF1080F75D59}"/>
                </a:ext>
              </a:extLst>
            </p:cNvPr>
            <p:cNvSpPr/>
            <p:nvPr/>
          </p:nvSpPr>
          <p:spPr>
            <a:xfrm>
              <a:off x="9113709" y="3446265"/>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9" name="矩形 218">
              <a:extLst>
                <a:ext uri="{FF2B5EF4-FFF2-40B4-BE49-F238E27FC236}">
                  <a16:creationId xmlns:a16="http://schemas.microsoft.com/office/drawing/2014/main" id="{BC0E8B29-A300-E92D-6DE0-AB00DF3428A3}"/>
                </a:ext>
              </a:extLst>
            </p:cNvPr>
            <p:cNvSpPr/>
            <p:nvPr/>
          </p:nvSpPr>
          <p:spPr>
            <a:xfrm>
              <a:off x="9113709" y="3630430"/>
              <a:ext cx="2352907" cy="1077431"/>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0" name="矩形 219">
              <a:extLst>
                <a:ext uri="{FF2B5EF4-FFF2-40B4-BE49-F238E27FC236}">
                  <a16:creationId xmlns:a16="http://schemas.microsoft.com/office/drawing/2014/main" id="{FD2D9572-5F1A-8985-09D3-FFD34697876B}"/>
                </a:ext>
              </a:extLst>
            </p:cNvPr>
            <p:cNvSpPr/>
            <p:nvPr/>
          </p:nvSpPr>
          <p:spPr>
            <a:xfrm>
              <a:off x="9113709" y="4821275"/>
              <a:ext cx="2352907" cy="103490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299" name="任意形状 298">
            <a:extLst>
              <a:ext uri="{FF2B5EF4-FFF2-40B4-BE49-F238E27FC236}">
                <a16:creationId xmlns:a16="http://schemas.microsoft.com/office/drawing/2014/main" id="{9B1097B7-54BB-6936-E0F0-44D2E27A30C8}"/>
              </a:ext>
            </a:extLst>
          </p:cNvPr>
          <p:cNvSpPr/>
          <p:nvPr/>
        </p:nvSpPr>
        <p:spPr>
          <a:xfrm>
            <a:off x="267080" y="4334256"/>
            <a:ext cx="5449824" cy="1837944"/>
          </a:xfrm>
          <a:custGeom>
            <a:avLst/>
            <a:gdLst>
              <a:gd name="connsiteX0" fmla="*/ 32230 w 5618766"/>
              <a:gd name="connsiteY0" fmla="*/ 200343 h 1596010"/>
              <a:gd name="connsiteX1" fmla="*/ 162859 w 5618766"/>
              <a:gd name="connsiteY1" fmla="*/ 372223 h 1596010"/>
              <a:gd name="connsiteX2" fmla="*/ 238486 w 5618766"/>
              <a:gd name="connsiteY2" fmla="*/ 358473 h 1596010"/>
              <a:gd name="connsiteX3" fmla="*/ 417241 w 5618766"/>
              <a:gd name="connsiteY3" fmla="*/ 509727 h 1596010"/>
              <a:gd name="connsiteX4" fmla="*/ 589120 w 5618766"/>
              <a:gd name="connsiteY4" fmla="*/ 351598 h 1596010"/>
              <a:gd name="connsiteX5" fmla="*/ 747250 w 5618766"/>
              <a:gd name="connsiteY5" fmla="*/ 516602 h 1596010"/>
              <a:gd name="connsiteX6" fmla="*/ 891629 w 5618766"/>
              <a:gd name="connsiteY6" fmla="*/ 509727 h 1596010"/>
              <a:gd name="connsiteX7" fmla="*/ 987881 w 5618766"/>
              <a:gd name="connsiteY7" fmla="*/ 592229 h 1596010"/>
              <a:gd name="connsiteX8" fmla="*/ 1139135 w 5618766"/>
              <a:gd name="connsiteY8" fmla="*/ 495976 h 1596010"/>
              <a:gd name="connsiteX9" fmla="*/ 1207887 w 5618766"/>
              <a:gd name="connsiteY9" fmla="*/ 523477 h 1596010"/>
              <a:gd name="connsiteX10" fmla="*/ 1297265 w 5618766"/>
              <a:gd name="connsiteY10" fmla="*/ 399724 h 1596010"/>
              <a:gd name="connsiteX11" fmla="*/ 1400393 w 5618766"/>
              <a:gd name="connsiteY11" fmla="*/ 427225 h 1596010"/>
              <a:gd name="connsiteX12" fmla="*/ 1537896 w 5618766"/>
              <a:gd name="connsiteY12" fmla="*/ 124716 h 1596010"/>
              <a:gd name="connsiteX13" fmla="*/ 1723526 w 5618766"/>
              <a:gd name="connsiteY13" fmla="*/ 420349 h 1596010"/>
              <a:gd name="connsiteX14" fmla="*/ 1799153 w 5618766"/>
              <a:gd name="connsiteY14" fmla="*/ 392849 h 1596010"/>
              <a:gd name="connsiteX15" fmla="*/ 1922907 w 5618766"/>
              <a:gd name="connsiteY15" fmla="*/ 495976 h 1596010"/>
              <a:gd name="connsiteX16" fmla="*/ 2101662 w 5618766"/>
              <a:gd name="connsiteY16" fmla="*/ 220969 h 1596010"/>
              <a:gd name="connsiteX17" fmla="*/ 2301042 w 5618766"/>
              <a:gd name="connsiteY17" fmla="*/ 420349 h 1596010"/>
              <a:gd name="connsiteX18" fmla="*/ 2356044 w 5618766"/>
              <a:gd name="connsiteY18" fmla="*/ 379098 h 1596010"/>
              <a:gd name="connsiteX19" fmla="*/ 2472922 w 5618766"/>
              <a:gd name="connsiteY19" fmla="*/ 489101 h 1596010"/>
              <a:gd name="connsiteX20" fmla="*/ 2541674 w 5618766"/>
              <a:gd name="connsiteY20" fmla="*/ 434100 h 1596010"/>
              <a:gd name="connsiteX21" fmla="*/ 2679178 w 5618766"/>
              <a:gd name="connsiteY21" fmla="*/ 564728 h 1596010"/>
              <a:gd name="connsiteX22" fmla="*/ 2885433 w 5618766"/>
              <a:gd name="connsiteY22" fmla="*/ 509727 h 1596010"/>
              <a:gd name="connsiteX23" fmla="*/ 2940435 w 5618766"/>
              <a:gd name="connsiteY23" fmla="*/ 523477 h 1596010"/>
              <a:gd name="connsiteX24" fmla="*/ 3057313 w 5618766"/>
              <a:gd name="connsiteY24" fmla="*/ 351598 h 1596010"/>
              <a:gd name="connsiteX25" fmla="*/ 3277319 w 5618766"/>
              <a:gd name="connsiteY25" fmla="*/ 427225 h 1596010"/>
              <a:gd name="connsiteX26" fmla="*/ 3435448 w 5618766"/>
              <a:gd name="connsiteY26" fmla="*/ 282846 h 1596010"/>
              <a:gd name="connsiteX27" fmla="*/ 3531701 w 5618766"/>
              <a:gd name="connsiteY27" fmla="*/ 310346 h 1596010"/>
              <a:gd name="connsiteX28" fmla="*/ 3662329 w 5618766"/>
              <a:gd name="connsiteY28" fmla="*/ 963 h 1596010"/>
              <a:gd name="connsiteX29" fmla="*/ 3841084 w 5618766"/>
              <a:gd name="connsiteY29" fmla="*/ 427225 h 1596010"/>
              <a:gd name="connsiteX30" fmla="*/ 3916711 w 5618766"/>
              <a:gd name="connsiteY30" fmla="*/ 399724 h 1596010"/>
              <a:gd name="connsiteX31" fmla="*/ 3992338 w 5618766"/>
              <a:gd name="connsiteY31" fmla="*/ 482226 h 1596010"/>
              <a:gd name="connsiteX32" fmla="*/ 4074841 w 5618766"/>
              <a:gd name="connsiteY32" fmla="*/ 447850 h 1596010"/>
              <a:gd name="connsiteX33" fmla="*/ 4226095 w 5618766"/>
              <a:gd name="connsiteY33" fmla="*/ 537228 h 1596010"/>
              <a:gd name="connsiteX34" fmla="*/ 4452976 w 5618766"/>
              <a:gd name="connsiteY34" fmla="*/ 523477 h 1596010"/>
              <a:gd name="connsiteX35" fmla="*/ 4528603 w 5618766"/>
              <a:gd name="connsiteY35" fmla="*/ 296596 h 1596010"/>
              <a:gd name="connsiteX36" fmla="*/ 4693608 w 5618766"/>
              <a:gd name="connsiteY36" fmla="*/ 282846 h 1596010"/>
              <a:gd name="connsiteX37" fmla="*/ 4776110 w 5618766"/>
              <a:gd name="connsiteY37" fmla="*/ 62840 h 1596010"/>
              <a:gd name="connsiteX38" fmla="*/ 4968615 w 5618766"/>
              <a:gd name="connsiteY38" fmla="*/ 337847 h 1596010"/>
              <a:gd name="connsiteX39" fmla="*/ 5092368 w 5618766"/>
              <a:gd name="connsiteY39" fmla="*/ 385973 h 1596010"/>
              <a:gd name="connsiteX40" fmla="*/ 5181746 w 5618766"/>
              <a:gd name="connsiteY40" fmla="*/ 564728 h 1596010"/>
              <a:gd name="connsiteX41" fmla="*/ 5388002 w 5618766"/>
              <a:gd name="connsiteY41" fmla="*/ 454725 h 1596010"/>
              <a:gd name="connsiteX42" fmla="*/ 5594257 w 5618766"/>
              <a:gd name="connsiteY42" fmla="*/ 509727 h 1596010"/>
              <a:gd name="connsiteX43" fmla="*/ 5594257 w 5618766"/>
              <a:gd name="connsiteY43" fmla="*/ 715982 h 1596010"/>
              <a:gd name="connsiteX44" fmla="*/ 5408627 w 5618766"/>
              <a:gd name="connsiteY44" fmla="*/ 647231 h 1596010"/>
              <a:gd name="connsiteX45" fmla="*/ 5229872 w 5618766"/>
              <a:gd name="connsiteY45" fmla="*/ 846611 h 1596010"/>
              <a:gd name="connsiteX46" fmla="*/ 5085493 w 5618766"/>
              <a:gd name="connsiteY46" fmla="*/ 764109 h 1596010"/>
              <a:gd name="connsiteX47" fmla="*/ 4968615 w 5618766"/>
              <a:gd name="connsiteY47" fmla="*/ 791610 h 1596010"/>
              <a:gd name="connsiteX48" fmla="*/ 4872362 w 5618766"/>
              <a:gd name="connsiteY48" fmla="*/ 660981 h 1596010"/>
              <a:gd name="connsiteX49" fmla="*/ 4659232 w 5618766"/>
              <a:gd name="connsiteY49" fmla="*/ 702232 h 1596010"/>
              <a:gd name="connsiteX50" fmla="*/ 4446101 w 5618766"/>
              <a:gd name="connsiteY50" fmla="*/ 1025366 h 1596010"/>
              <a:gd name="connsiteX51" fmla="*/ 4301722 w 5618766"/>
              <a:gd name="connsiteY51" fmla="*/ 832861 h 1596010"/>
              <a:gd name="connsiteX52" fmla="*/ 4157343 w 5618766"/>
              <a:gd name="connsiteY52" fmla="*/ 777859 h 1596010"/>
              <a:gd name="connsiteX53" fmla="*/ 4061090 w 5618766"/>
              <a:gd name="connsiteY53" fmla="*/ 633480 h 1596010"/>
              <a:gd name="connsiteX54" fmla="*/ 3875460 w 5618766"/>
              <a:gd name="connsiteY54" fmla="*/ 839736 h 1596010"/>
              <a:gd name="connsiteX55" fmla="*/ 3737956 w 5618766"/>
              <a:gd name="connsiteY55" fmla="*/ 660981 h 1596010"/>
              <a:gd name="connsiteX56" fmla="*/ 3517950 w 5618766"/>
              <a:gd name="connsiteY56" fmla="*/ 605979 h 1596010"/>
              <a:gd name="connsiteX57" fmla="*/ 3373571 w 5618766"/>
              <a:gd name="connsiteY57" fmla="*/ 791610 h 1596010"/>
              <a:gd name="connsiteX58" fmla="*/ 3297944 w 5618766"/>
              <a:gd name="connsiteY58" fmla="*/ 935988 h 1596010"/>
              <a:gd name="connsiteX59" fmla="*/ 3091689 w 5618766"/>
              <a:gd name="connsiteY59" fmla="*/ 640355 h 1596010"/>
              <a:gd name="connsiteX60" fmla="*/ 2940435 w 5618766"/>
              <a:gd name="connsiteY60" fmla="*/ 1052867 h 1596010"/>
              <a:gd name="connsiteX61" fmla="*/ 2844182 w 5618766"/>
              <a:gd name="connsiteY61" fmla="*/ 1100993 h 1596010"/>
              <a:gd name="connsiteX62" fmla="*/ 2761680 w 5618766"/>
              <a:gd name="connsiteY62" fmla="*/ 757234 h 1596010"/>
              <a:gd name="connsiteX63" fmla="*/ 2651677 w 5618766"/>
              <a:gd name="connsiteY63" fmla="*/ 757234 h 1596010"/>
              <a:gd name="connsiteX64" fmla="*/ 2527923 w 5618766"/>
              <a:gd name="connsiteY64" fmla="*/ 619730 h 1596010"/>
              <a:gd name="connsiteX65" fmla="*/ 2349168 w 5618766"/>
              <a:gd name="connsiteY65" fmla="*/ 729733 h 1596010"/>
              <a:gd name="connsiteX66" fmla="*/ 2156663 w 5618766"/>
              <a:gd name="connsiteY66" fmla="*/ 612855 h 1596010"/>
              <a:gd name="connsiteX67" fmla="*/ 1888531 w 5618766"/>
              <a:gd name="connsiteY67" fmla="*/ 722858 h 1596010"/>
              <a:gd name="connsiteX68" fmla="*/ 1730402 w 5618766"/>
              <a:gd name="connsiteY68" fmla="*/ 612855 h 1596010"/>
              <a:gd name="connsiteX69" fmla="*/ 1537896 w 5618766"/>
              <a:gd name="connsiteY69" fmla="*/ 626605 h 1596010"/>
              <a:gd name="connsiteX70" fmla="*/ 1372892 w 5618766"/>
              <a:gd name="connsiteY70" fmla="*/ 1121619 h 1596010"/>
              <a:gd name="connsiteX71" fmla="*/ 1194137 w 5618766"/>
              <a:gd name="connsiteY71" fmla="*/ 867237 h 1596010"/>
              <a:gd name="connsiteX72" fmla="*/ 1036008 w 5618766"/>
              <a:gd name="connsiteY72" fmla="*/ 1265998 h 1596010"/>
              <a:gd name="connsiteX73" fmla="*/ 967256 w 5618766"/>
              <a:gd name="connsiteY73" fmla="*/ 1265998 h 1596010"/>
              <a:gd name="connsiteX74" fmla="*/ 809126 w 5618766"/>
              <a:gd name="connsiteY74" fmla="*/ 1596007 h 1596010"/>
              <a:gd name="connsiteX75" fmla="*/ 719749 w 5618766"/>
              <a:gd name="connsiteY75" fmla="*/ 1259122 h 1596010"/>
              <a:gd name="connsiteX76" fmla="*/ 630371 w 5618766"/>
              <a:gd name="connsiteY76" fmla="*/ 612855 h 1596010"/>
              <a:gd name="connsiteX77" fmla="*/ 479117 w 5618766"/>
              <a:gd name="connsiteY77" fmla="*/ 702232 h 1596010"/>
              <a:gd name="connsiteX78" fmla="*/ 355364 w 5618766"/>
              <a:gd name="connsiteY78" fmla="*/ 695357 h 1596010"/>
              <a:gd name="connsiteX79" fmla="*/ 169734 w 5618766"/>
              <a:gd name="connsiteY79" fmla="*/ 695357 h 1596010"/>
              <a:gd name="connsiteX80" fmla="*/ 94107 w 5618766"/>
              <a:gd name="connsiteY80" fmla="*/ 619730 h 1596010"/>
              <a:gd name="connsiteX81" fmla="*/ 4729 w 5618766"/>
              <a:gd name="connsiteY81" fmla="*/ 599104 h 1596010"/>
              <a:gd name="connsiteX82" fmla="*/ 32230 w 5618766"/>
              <a:gd name="connsiteY82" fmla="*/ 200343 h 159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618766" h="1596010">
                <a:moveTo>
                  <a:pt x="32230" y="200343"/>
                </a:moveTo>
                <a:cubicBezTo>
                  <a:pt x="58585" y="162530"/>
                  <a:pt x="128483" y="345868"/>
                  <a:pt x="162859" y="372223"/>
                </a:cubicBezTo>
                <a:cubicBezTo>
                  <a:pt x="197235" y="398578"/>
                  <a:pt x="196089" y="335556"/>
                  <a:pt x="238486" y="358473"/>
                </a:cubicBezTo>
                <a:cubicBezTo>
                  <a:pt x="280883" y="381390"/>
                  <a:pt x="358802" y="510873"/>
                  <a:pt x="417241" y="509727"/>
                </a:cubicBezTo>
                <a:cubicBezTo>
                  <a:pt x="475680" y="508581"/>
                  <a:pt x="534119" y="350452"/>
                  <a:pt x="589120" y="351598"/>
                </a:cubicBezTo>
                <a:cubicBezTo>
                  <a:pt x="644121" y="352744"/>
                  <a:pt x="696832" y="490247"/>
                  <a:pt x="747250" y="516602"/>
                </a:cubicBezTo>
                <a:cubicBezTo>
                  <a:pt x="797668" y="542957"/>
                  <a:pt x="851524" y="497123"/>
                  <a:pt x="891629" y="509727"/>
                </a:cubicBezTo>
                <a:cubicBezTo>
                  <a:pt x="931734" y="522331"/>
                  <a:pt x="946630" y="594521"/>
                  <a:pt x="987881" y="592229"/>
                </a:cubicBezTo>
                <a:cubicBezTo>
                  <a:pt x="1029132" y="589937"/>
                  <a:pt x="1102467" y="507435"/>
                  <a:pt x="1139135" y="495976"/>
                </a:cubicBezTo>
                <a:cubicBezTo>
                  <a:pt x="1175803" y="484517"/>
                  <a:pt x="1181532" y="539519"/>
                  <a:pt x="1207887" y="523477"/>
                </a:cubicBezTo>
                <a:cubicBezTo>
                  <a:pt x="1234242" y="507435"/>
                  <a:pt x="1265181" y="415766"/>
                  <a:pt x="1297265" y="399724"/>
                </a:cubicBezTo>
                <a:cubicBezTo>
                  <a:pt x="1329349" y="383682"/>
                  <a:pt x="1360288" y="473060"/>
                  <a:pt x="1400393" y="427225"/>
                </a:cubicBezTo>
                <a:cubicBezTo>
                  <a:pt x="1440498" y="381390"/>
                  <a:pt x="1484041" y="125862"/>
                  <a:pt x="1537896" y="124716"/>
                </a:cubicBezTo>
                <a:cubicBezTo>
                  <a:pt x="1591751" y="123570"/>
                  <a:pt x="1679983" y="375660"/>
                  <a:pt x="1723526" y="420349"/>
                </a:cubicBezTo>
                <a:cubicBezTo>
                  <a:pt x="1767069" y="465038"/>
                  <a:pt x="1765923" y="380245"/>
                  <a:pt x="1799153" y="392849"/>
                </a:cubicBezTo>
                <a:cubicBezTo>
                  <a:pt x="1832383" y="405453"/>
                  <a:pt x="1872489" y="524623"/>
                  <a:pt x="1922907" y="495976"/>
                </a:cubicBezTo>
                <a:cubicBezTo>
                  <a:pt x="1973325" y="467329"/>
                  <a:pt x="2038640" y="233573"/>
                  <a:pt x="2101662" y="220969"/>
                </a:cubicBezTo>
                <a:cubicBezTo>
                  <a:pt x="2164684" y="208365"/>
                  <a:pt x="2258645" y="393994"/>
                  <a:pt x="2301042" y="420349"/>
                </a:cubicBezTo>
                <a:cubicBezTo>
                  <a:pt x="2343439" y="446704"/>
                  <a:pt x="2327397" y="367639"/>
                  <a:pt x="2356044" y="379098"/>
                </a:cubicBezTo>
                <a:cubicBezTo>
                  <a:pt x="2384691" y="390557"/>
                  <a:pt x="2441984" y="479934"/>
                  <a:pt x="2472922" y="489101"/>
                </a:cubicBezTo>
                <a:cubicBezTo>
                  <a:pt x="2503860" y="498268"/>
                  <a:pt x="2507298" y="421496"/>
                  <a:pt x="2541674" y="434100"/>
                </a:cubicBezTo>
                <a:cubicBezTo>
                  <a:pt x="2576050" y="446704"/>
                  <a:pt x="2621885" y="552124"/>
                  <a:pt x="2679178" y="564728"/>
                </a:cubicBezTo>
                <a:cubicBezTo>
                  <a:pt x="2736471" y="577332"/>
                  <a:pt x="2841890" y="516602"/>
                  <a:pt x="2885433" y="509727"/>
                </a:cubicBezTo>
                <a:cubicBezTo>
                  <a:pt x="2928976" y="502852"/>
                  <a:pt x="2911788" y="549832"/>
                  <a:pt x="2940435" y="523477"/>
                </a:cubicBezTo>
                <a:cubicBezTo>
                  <a:pt x="2969082" y="497122"/>
                  <a:pt x="3001166" y="367640"/>
                  <a:pt x="3057313" y="351598"/>
                </a:cubicBezTo>
                <a:cubicBezTo>
                  <a:pt x="3113460" y="335556"/>
                  <a:pt x="3214297" y="438684"/>
                  <a:pt x="3277319" y="427225"/>
                </a:cubicBezTo>
                <a:cubicBezTo>
                  <a:pt x="3340342" y="415766"/>
                  <a:pt x="3393051" y="302326"/>
                  <a:pt x="3435448" y="282846"/>
                </a:cubicBezTo>
                <a:cubicBezTo>
                  <a:pt x="3477845" y="263366"/>
                  <a:pt x="3493888" y="357326"/>
                  <a:pt x="3531701" y="310346"/>
                </a:cubicBezTo>
                <a:cubicBezTo>
                  <a:pt x="3569514" y="263366"/>
                  <a:pt x="3610765" y="-18517"/>
                  <a:pt x="3662329" y="963"/>
                </a:cubicBezTo>
                <a:cubicBezTo>
                  <a:pt x="3713893" y="20443"/>
                  <a:pt x="3798687" y="360765"/>
                  <a:pt x="3841084" y="427225"/>
                </a:cubicBezTo>
                <a:cubicBezTo>
                  <a:pt x="3883481" y="493685"/>
                  <a:pt x="3891502" y="390557"/>
                  <a:pt x="3916711" y="399724"/>
                </a:cubicBezTo>
                <a:cubicBezTo>
                  <a:pt x="3941920" y="408891"/>
                  <a:pt x="3965983" y="474205"/>
                  <a:pt x="3992338" y="482226"/>
                </a:cubicBezTo>
                <a:cubicBezTo>
                  <a:pt x="4018693" y="490247"/>
                  <a:pt x="4035882" y="438683"/>
                  <a:pt x="4074841" y="447850"/>
                </a:cubicBezTo>
                <a:cubicBezTo>
                  <a:pt x="4113800" y="457017"/>
                  <a:pt x="4163073" y="524624"/>
                  <a:pt x="4226095" y="537228"/>
                </a:cubicBezTo>
                <a:cubicBezTo>
                  <a:pt x="4289117" y="549832"/>
                  <a:pt x="4402558" y="563582"/>
                  <a:pt x="4452976" y="523477"/>
                </a:cubicBezTo>
                <a:cubicBezTo>
                  <a:pt x="4503394" y="483372"/>
                  <a:pt x="4488498" y="336701"/>
                  <a:pt x="4528603" y="296596"/>
                </a:cubicBezTo>
                <a:cubicBezTo>
                  <a:pt x="4568708" y="256491"/>
                  <a:pt x="4652357" y="321805"/>
                  <a:pt x="4693608" y="282846"/>
                </a:cubicBezTo>
                <a:cubicBezTo>
                  <a:pt x="4734859" y="243887"/>
                  <a:pt x="4730276" y="53673"/>
                  <a:pt x="4776110" y="62840"/>
                </a:cubicBezTo>
                <a:cubicBezTo>
                  <a:pt x="4821945" y="72007"/>
                  <a:pt x="4915905" y="283992"/>
                  <a:pt x="4968615" y="337847"/>
                </a:cubicBezTo>
                <a:cubicBezTo>
                  <a:pt x="5021325" y="391702"/>
                  <a:pt x="5056846" y="348160"/>
                  <a:pt x="5092368" y="385973"/>
                </a:cubicBezTo>
                <a:cubicBezTo>
                  <a:pt x="5127890" y="423786"/>
                  <a:pt x="5132474" y="553269"/>
                  <a:pt x="5181746" y="564728"/>
                </a:cubicBezTo>
                <a:cubicBezTo>
                  <a:pt x="5231018" y="576187"/>
                  <a:pt x="5319250" y="463892"/>
                  <a:pt x="5388002" y="454725"/>
                </a:cubicBezTo>
                <a:cubicBezTo>
                  <a:pt x="5456754" y="445558"/>
                  <a:pt x="5559881" y="466184"/>
                  <a:pt x="5594257" y="509727"/>
                </a:cubicBezTo>
                <a:cubicBezTo>
                  <a:pt x="5628633" y="553270"/>
                  <a:pt x="5625195" y="693065"/>
                  <a:pt x="5594257" y="715982"/>
                </a:cubicBezTo>
                <a:cubicBezTo>
                  <a:pt x="5563319" y="738899"/>
                  <a:pt x="5469358" y="625459"/>
                  <a:pt x="5408627" y="647231"/>
                </a:cubicBezTo>
                <a:cubicBezTo>
                  <a:pt x="5347896" y="669003"/>
                  <a:pt x="5283728" y="827131"/>
                  <a:pt x="5229872" y="846611"/>
                </a:cubicBezTo>
                <a:cubicBezTo>
                  <a:pt x="5176016" y="866091"/>
                  <a:pt x="5129036" y="773276"/>
                  <a:pt x="5085493" y="764109"/>
                </a:cubicBezTo>
                <a:cubicBezTo>
                  <a:pt x="5041950" y="754942"/>
                  <a:pt x="5004137" y="808798"/>
                  <a:pt x="4968615" y="791610"/>
                </a:cubicBezTo>
                <a:cubicBezTo>
                  <a:pt x="4933093" y="774422"/>
                  <a:pt x="4923926" y="675877"/>
                  <a:pt x="4872362" y="660981"/>
                </a:cubicBezTo>
                <a:cubicBezTo>
                  <a:pt x="4820798" y="646085"/>
                  <a:pt x="4730276" y="641501"/>
                  <a:pt x="4659232" y="702232"/>
                </a:cubicBezTo>
                <a:cubicBezTo>
                  <a:pt x="4588189" y="762963"/>
                  <a:pt x="4505686" y="1003595"/>
                  <a:pt x="4446101" y="1025366"/>
                </a:cubicBezTo>
                <a:cubicBezTo>
                  <a:pt x="4386516" y="1047137"/>
                  <a:pt x="4349848" y="874112"/>
                  <a:pt x="4301722" y="832861"/>
                </a:cubicBezTo>
                <a:cubicBezTo>
                  <a:pt x="4253596" y="791610"/>
                  <a:pt x="4197448" y="811089"/>
                  <a:pt x="4157343" y="777859"/>
                </a:cubicBezTo>
                <a:cubicBezTo>
                  <a:pt x="4117238" y="744629"/>
                  <a:pt x="4108070" y="623167"/>
                  <a:pt x="4061090" y="633480"/>
                </a:cubicBezTo>
                <a:cubicBezTo>
                  <a:pt x="4014110" y="643793"/>
                  <a:pt x="3929316" y="835153"/>
                  <a:pt x="3875460" y="839736"/>
                </a:cubicBezTo>
                <a:cubicBezTo>
                  <a:pt x="3821604" y="844320"/>
                  <a:pt x="3797541" y="699941"/>
                  <a:pt x="3737956" y="660981"/>
                </a:cubicBezTo>
                <a:cubicBezTo>
                  <a:pt x="3678371" y="622022"/>
                  <a:pt x="3578681" y="584207"/>
                  <a:pt x="3517950" y="605979"/>
                </a:cubicBezTo>
                <a:cubicBezTo>
                  <a:pt x="3457219" y="627751"/>
                  <a:pt x="3410239" y="736609"/>
                  <a:pt x="3373571" y="791610"/>
                </a:cubicBezTo>
                <a:cubicBezTo>
                  <a:pt x="3336903" y="846612"/>
                  <a:pt x="3344924" y="961197"/>
                  <a:pt x="3297944" y="935988"/>
                </a:cubicBezTo>
                <a:cubicBezTo>
                  <a:pt x="3250964" y="910779"/>
                  <a:pt x="3151274" y="620875"/>
                  <a:pt x="3091689" y="640355"/>
                </a:cubicBezTo>
                <a:cubicBezTo>
                  <a:pt x="3032104" y="659835"/>
                  <a:pt x="2981686" y="976094"/>
                  <a:pt x="2940435" y="1052867"/>
                </a:cubicBezTo>
                <a:cubicBezTo>
                  <a:pt x="2899184" y="1129640"/>
                  <a:pt x="2873975" y="1150265"/>
                  <a:pt x="2844182" y="1100993"/>
                </a:cubicBezTo>
                <a:cubicBezTo>
                  <a:pt x="2814390" y="1051721"/>
                  <a:pt x="2793764" y="814527"/>
                  <a:pt x="2761680" y="757234"/>
                </a:cubicBezTo>
                <a:cubicBezTo>
                  <a:pt x="2729596" y="699941"/>
                  <a:pt x="2690636" y="780151"/>
                  <a:pt x="2651677" y="757234"/>
                </a:cubicBezTo>
                <a:cubicBezTo>
                  <a:pt x="2612718" y="734317"/>
                  <a:pt x="2578341" y="624313"/>
                  <a:pt x="2527923" y="619730"/>
                </a:cubicBezTo>
                <a:cubicBezTo>
                  <a:pt x="2477505" y="615147"/>
                  <a:pt x="2411045" y="730879"/>
                  <a:pt x="2349168" y="729733"/>
                </a:cubicBezTo>
                <a:cubicBezTo>
                  <a:pt x="2287291" y="728587"/>
                  <a:pt x="2233436" y="614001"/>
                  <a:pt x="2156663" y="612855"/>
                </a:cubicBezTo>
                <a:cubicBezTo>
                  <a:pt x="2079890" y="611709"/>
                  <a:pt x="1959574" y="722858"/>
                  <a:pt x="1888531" y="722858"/>
                </a:cubicBezTo>
                <a:cubicBezTo>
                  <a:pt x="1817488" y="722858"/>
                  <a:pt x="1788841" y="628897"/>
                  <a:pt x="1730402" y="612855"/>
                </a:cubicBezTo>
                <a:cubicBezTo>
                  <a:pt x="1671963" y="596813"/>
                  <a:pt x="1597481" y="541811"/>
                  <a:pt x="1537896" y="626605"/>
                </a:cubicBezTo>
                <a:cubicBezTo>
                  <a:pt x="1478311" y="711399"/>
                  <a:pt x="1430185" y="1081514"/>
                  <a:pt x="1372892" y="1121619"/>
                </a:cubicBezTo>
                <a:cubicBezTo>
                  <a:pt x="1315599" y="1161724"/>
                  <a:pt x="1250284" y="843174"/>
                  <a:pt x="1194137" y="867237"/>
                </a:cubicBezTo>
                <a:cubicBezTo>
                  <a:pt x="1137990" y="891300"/>
                  <a:pt x="1073821" y="1199538"/>
                  <a:pt x="1036008" y="1265998"/>
                </a:cubicBezTo>
                <a:cubicBezTo>
                  <a:pt x="998195" y="1332458"/>
                  <a:pt x="1005070" y="1210997"/>
                  <a:pt x="967256" y="1265998"/>
                </a:cubicBezTo>
                <a:cubicBezTo>
                  <a:pt x="929442" y="1320999"/>
                  <a:pt x="850377" y="1597153"/>
                  <a:pt x="809126" y="1596007"/>
                </a:cubicBezTo>
                <a:cubicBezTo>
                  <a:pt x="767875" y="1594861"/>
                  <a:pt x="749542" y="1422981"/>
                  <a:pt x="719749" y="1259122"/>
                </a:cubicBezTo>
                <a:cubicBezTo>
                  <a:pt x="689956" y="1095263"/>
                  <a:pt x="670476" y="705670"/>
                  <a:pt x="630371" y="612855"/>
                </a:cubicBezTo>
                <a:cubicBezTo>
                  <a:pt x="590266" y="520040"/>
                  <a:pt x="524951" y="688482"/>
                  <a:pt x="479117" y="702232"/>
                </a:cubicBezTo>
                <a:cubicBezTo>
                  <a:pt x="433283" y="715982"/>
                  <a:pt x="406928" y="696503"/>
                  <a:pt x="355364" y="695357"/>
                </a:cubicBezTo>
                <a:cubicBezTo>
                  <a:pt x="303800" y="694211"/>
                  <a:pt x="213277" y="707962"/>
                  <a:pt x="169734" y="695357"/>
                </a:cubicBezTo>
                <a:cubicBezTo>
                  <a:pt x="126191" y="682752"/>
                  <a:pt x="121608" y="635772"/>
                  <a:pt x="94107" y="619730"/>
                </a:cubicBezTo>
                <a:cubicBezTo>
                  <a:pt x="66606" y="603688"/>
                  <a:pt x="17333" y="669002"/>
                  <a:pt x="4729" y="599104"/>
                </a:cubicBezTo>
                <a:cubicBezTo>
                  <a:pt x="-7875" y="529206"/>
                  <a:pt x="5875" y="238156"/>
                  <a:pt x="32230" y="200343"/>
                </a:cubicBez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5" name="任意形状 294">
            <a:extLst>
              <a:ext uri="{FF2B5EF4-FFF2-40B4-BE49-F238E27FC236}">
                <a16:creationId xmlns:a16="http://schemas.microsoft.com/office/drawing/2014/main" id="{46C603BB-10B9-076C-8A17-C90684E29FDE}"/>
              </a:ext>
            </a:extLst>
          </p:cNvPr>
          <p:cNvSpPr/>
          <p:nvPr/>
        </p:nvSpPr>
        <p:spPr>
          <a:xfrm>
            <a:off x="267291" y="2132993"/>
            <a:ext cx="5450713" cy="1627515"/>
          </a:xfrm>
          <a:custGeom>
            <a:avLst/>
            <a:gdLst>
              <a:gd name="connsiteX0" fmla="*/ 406852 w 6431800"/>
              <a:gd name="connsiteY0" fmla="*/ 620117 h 1746681"/>
              <a:gd name="connsiteX1" fmla="*/ 554085 w 6431800"/>
              <a:gd name="connsiteY1" fmla="*/ 581372 h 1746681"/>
              <a:gd name="connsiteX2" fmla="*/ 623828 w 6431800"/>
              <a:gd name="connsiteY2" fmla="*/ 558124 h 1746681"/>
              <a:gd name="connsiteX3" fmla="*/ 786560 w 6431800"/>
              <a:gd name="connsiteY3" fmla="*/ 635616 h 1746681"/>
              <a:gd name="connsiteX4" fmla="*/ 1003536 w 6431800"/>
              <a:gd name="connsiteY4" fmla="*/ 558124 h 1746681"/>
              <a:gd name="connsiteX5" fmla="*/ 1166269 w 6431800"/>
              <a:gd name="connsiteY5" fmla="*/ 186165 h 1746681"/>
              <a:gd name="connsiteX6" fmla="*/ 1313502 w 6431800"/>
              <a:gd name="connsiteY6" fmla="*/ 263656 h 1746681"/>
              <a:gd name="connsiteX7" fmla="*/ 1437489 w 6431800"/>
              <a:gd name="connsiteY7" fmla="*/ 279155 h 1746681"/>
              <a:gd name="connsiteX8" fmla="*/ 1530479 w 6431800"/>
              <a:gd name="connsiteY8" fmla="*/ 565873 h 1746681"/>
              <a:gd name="connsiteX9" fmla="*/ 1631218 w 6431800"/>
              <a:gd name="connsiteY9" fmla="*/ 589121 h 1746681"/>
              <a:gd name="connsiteX10" fmla="*/ 1708709 w 6431800"/>
              <a:gd name="connsiteY10" fmla="*/ 674361 h 1746681"/>
              <a:gd name="connsiteX11" fmla="*/ 1809448 w 6431800"/>
              <a:gd name="connsiteY11" fmla="*/ 682111 h 1746681"/>
              <a:gd name="connsiteX12" fmla="*/ 1933435 w 6431800"/>
              <a:gd name="connsiteY12" fmla="*/ 736355 h 1746681"/>
              <a:gd name="connsiteX13" fmla="*/ 2080669 w 6431800"/>
              <a:gd name="connsiteY13" fmla="*/ 713107 h 1746681"/>
              <a:gd name="connsiteX14" fmla="*/ 2181408 w 6431800"/>
              <a:gd name="connsiteY14" fmla="*/ 728605 h 1746681"/>
              <a:gd name="connsiteX15" fmla="*/ 2305394 w 6431800"/>
              <a:gd name="connsiteY15" fmla="*/ 643365 h 1746681"/>
              <a:gd name="connsiteX16" fmla="*/ 2452628 w 6431800"/>
              <a:gd name="connsiteY16" fmla="*/ 620117 h 1746681"/>
              <a:gd name="connsiteX17" fmla="*/ 2561116 w 6431800"/>
              <a:gd name="connsiteY17" fmla="*/ 573622 h 1746681"/>
              <a:gd name="connsiteX18" fmla="*/ 2723848 w 6431800"/>
              <a:gd name="connsiteY18" fmla="*/ 643365 h 1746681"/>
              <a:gd name="connsiteX19" fmla="*/ 2832336 w 6431800"/>
              <a:gd name="connsiteY19" fmla="*/ 705358 h 1746681"/>
              <a:gd name="connsiteX20" fmla="*/ 2964072 w 6431800"/>
              <a:gd name="connsiteY20" fmla="*/ 860341 h 1746681"/>
              <a:gd name="connsiteX21" fmla="*/ 3219794 w 6431800"/>
              <a:gd name="connsiteY21" fmla="*/ 697609 h 1746681"/>
              <a:gd name="connsiteX22" fmla="*/ 3374777 w 6431800"/>
              <a:gd name="connsiteY22" fmla="*/ 666612 h 1746681"/>
              <a:gd name="connsiteX23" fmla="*/ 3421272 w 6431800"/>
              <a:gd name="connsiteY23" fmla="*/ 534877 h 1746681"/>
              <a:gd name="connsiteX24" fmla="*/ 3576255 w 6431800"/>
              <a:gd name="connsiteY24" fmla="*/ 550375 h 1746681"/>
              <a:gd name="connsiteX25" fmla="*/ 3676994 w 6431800"/>
              <a:gd name="connsiteY25" fmla="*/ 449636 h 1746681"/>
              <a:gd name="connsiteX26" fmla="*/ 3878472 w 6431800"/>
              <a:gd name="connsiteY26" fmla="*/ 565873 h 1746681"/>
              <a:gd name="connsiteX27" fmla="*/ 4048953 w 6431800"/>
              <a:gd name="connsiteY27" fmla="*/ 185 h 1746681"/>
              <a:gd name="connsiteX28" fmla="*/ 4219435 w 6431800"/>
              <a:gd name="connsiteY28" fmla="*/ 503880 h 1746681"/>
              <a:gd name="connsiteX29" fmla="*/ 4351170 w 6431800"/>
              <a:gd name="connsiteY29" fmla="*/ 542626 h 1746681"/>
              <a:gd name="connsiteX30" fmla="*/ 4552648 w 6431800"/>
              <a:gd name="connsiteY30" fmla="*/ 651114 h 1746681"/>
              <a:gd name="connsiteX31" fmla="*/ 4847116 w 6431800"/>
              <a:gd name="connsiteY31" fmla="*/ 441887 h 1746681"/>
              <a:gd name="connsiteX32" fmla="*/ 5071841 w 6431800"/>
              <a:gd name="connsiteY32" fmla="*/ 542626 h 1746681"/>
              <a:gd name="connsiteX33" fmla="*/ 5226824 w 6431800"/>
              <a:gd name="connsiteY33" fmla="*/ 480633 h 1746681"/>
              <a:gd name="connsiteX34" fmla="*/ 5436052 w 6431800"/>
              <a:gd name="connsiteY34" fmla="*/ 372144 h 1746681"/>
              <a:gd name="connsiteX35" fmla="*/ 5567787 w 6431800"/>
              <a:gd name="connsiteY35" fmla="*/ 542626 h 1746681"/>
              <a:gd name="connsiteX36" fmla="*/ 5699523 w 6431800"/>
              <a:gd name="connsiteY36" fmla="*/ 565873 h 1746681"/>
              <a:gd name="connsiteX37" fmla="*/ 5784763 w 6431800"/>
              <a:gd name="connsiteY37" fmla="*/ 643365 h 1746681"/>
              <a:gd name="connsiteX38" fmla="*/ 6009489 w 6431800"/>
              <a:gd name="connsiteY38" fmla="*/ 651114 h 1746681"/>
              <a:gd name="connsiteX39" fmla="*/ 6009489 w 6431800"/>
              <a:gd name="connsiteY39" fmla="*/ 1627507 h 1746681"/>
              <a:gd name="connsiteX40" fmla="*/ 422350 w 6431800"/>
              <a:gd name="connsiteY40" fmla="*/ 1619758 h 1746681"/>
              <a:gd name="connsiteX41" fmla="*/ 406852 w 6431800"/>
              <a:gd name="connsiteY41" fmla="*/ 620117 h 1746681"/>
              <a:gd name="connsiteX0" fmla="*/ 7527 w 6032475"/>
              <a:gd name="connsiteY0" fmla="*/ 620117 h 1698836"/>
              <a:gd name="connsiteX1" fmla="*/ 154760 w 6032475"/>
              <a:gd name="connsiteY1" fmla="*/ 581372 h 1698836"/>
              <a:gd name="connsiteX2" fmla="*/ 224503 w 6032475"/>
              <a:gd name="connsiteY2" fmla="*/ 558124 h 1698836"/>
              <a:gd name="connsiteX3" fmla="*/ 387235 w 6032475"/>
              <a:gd name="connsiteY3" fmla="*/ 635616 h 1698836"/>
              <a:gd name="connsiteX4" fmla="*/ 604211 w 6032475"/>
              <a:gd name="connsiteY4" fmla="*/ 558124 h 1698836"/>
              <a:gd name="connsiteX5" fmla="*/ 766944 w 6032475"/>
              <a:gd name="connsiteY5" fmla="*/ 186165 h 1698836"/>
              <a:gd name="connsiteX6" fmla="*/ 914177 w 6032475"/>
              <a:gd name="connsiteY6" fmla="*/ 263656 h 1698836"/>
              <a:gd name="connsiteX7" fmla="*/ 1038164 w 6032475"/>
              <a:gd name="connsiteY7" fmla="*/ 279155 h 1698836"/>
              <a:gd name="connsiteX8" fmla="*/ 1131154 w 6032475"/>
              <a:gd name="connsiteY8" fmla="*/ 565873 h 1698836"/>
              <a:gd name="connsiteX9" fmla="*/ 1231893 w 6032475"/>
              <a:gd name="connsiteY9" fmla="*/ 589121 h 1698836"/>
              <a:gd name="connsiteX10" fmla="*/ 1309384 w 6032475"/>
              <a:gd name="connsiteY10" fmla="*/ 674361 h 1698836"/>
              <a:gd name="connsiteX11" fmla="*/ 1410123 w 6032475"/>
              <a:gd name="connsiteY11" fmla="*/ 682111 h 1698836"/>
              <a:gd name="connsiteX12" fmla="*/ 1534110 w 6032475"/>
              <a:gd name="connsiteY12" fmla="*/ 736355 h 1698836"/>
              <a:gd name="connsiteX13" fmla="*/ 1681344 w 6032475"/>
              <a:gd name="connsiteY13" fmla="*/ 713107 h 1698836"/>
              <a:gd name="connsiteX14" fmla="*/ 1782083 w 6032475"/>
              <a:gd name="connsiteY14" fmla="*/ 728605 h 1698836"/>
              <a:gd name="connsiteX15" fmla="*/ 1906069 w 6032475"/>
              <a:gd name="connsiteY15" fmla="*/ 643365 h 1698836"/>
              <a:gd name="connsiteX16" fmla="*/ 2053303 w 6032475"/>
              <a:gd name="connsiteY16" fmla="*/ 620117 h 1698836"/>
              <a:gd name="connsiteX17" fmla="*/ 2161791 w 6032475"/>
              <a:gd name="connsiteY17" fmla="*/ 573622 h 1698836"/>
              <a:gd name="connsiteX18" fmla="*/ 2324523 w 6032475"/>
              <a:gd name="connsiteY18" fmla="*/ 643365 h 1698836"/>
              <a:gd name="connsiteX19" fmla="*/ 2433011 w 6032475"/>
              <a:gd name="connsiteY19" fmla="*/ 705358 h 1698836"/>
              <a:gd name="connsiteX20" fmla="*/ 2564747 w 6032475"/>
              <a:gd name="connsiteY20" fmla="*/ 860341 h 1698836"/>
              <a:gd name="connsiteX21" fmla="*/ 2820469 w 6032475"/>
              <a:gd name="connsiteY21" fmla="*/ 697609 h 1698836"/>
              <a:gd name="connsiteX22" fmla="*/ 2975452 w 6032475"/>
              <a:gd name="connsiteY22" fmla="*/ 666612 h 1698836"/>
              <a:gd name="connsiteX23" fmla="*/ 3021947 w 6032475"/>
              <a:gd name="connsiteY23" fmla="*/ 534877 h 1698836"/>
              <a:gd name="connsiteX24" fmla="*/ 3176930 w 6032475"/>
              <a:gd name="connsiteY24" fmla="*/ 550375 h 1698836"/>
              <a:gd name="connsiteX25" fmla="*/ 3277669 w 6032475"/>
              <a:gd name="connsiteY25" fmla="*/ 449636 h 1698836"/>
              <a:gd name="connsiteX26" fmla="*/ 3479147 w 6032475"/>
              <a:gd name="connsiteY26" fmla="*/ 565873 h 1698836"/>
              <a:gd name="connsiteX27" fmla="*/ 3649628 w 6032475"/>
              <a:gd name="connsiteY27" fmla="*/ 185 h 1698836"/>
              <a:gd name="connsiteX28" fmla="*/ 3820110 w 6032475"/>
              <a:gd name="connsiteY28" fmla="*/ 503880 h 1698836"/>
              <a:gd name="connsiteX29" fmla="*/ 3951845 w 6032475"/>
              <a:gd name="connsiteY29" fmla="*/ 542626 h 1698836"/>
              <a:gd name="connsiteX30" fmla="*/ 4153323 w 6032475"/>
              <a:gd name="connsiteY30" fmla="*/ 651114 h 1698836"/>
              <a:gd name="connsiteX31" fmla="*/ 4447791 w 6032475"/>
              <a:gd name="connsiteY31" fmla="*/ 441887 h 1698836"/>
              <a:gd name="connsiteX32" fmla="*/ 4672516 w 6032475"/>
              <a:gd name="connsiteY32" fmla="*/ 542626 h 1698836"/>
              <a:gd name="connsiteX33" fmla="*/ 4827499 w 6032475"/>
              <a:gd name="connsiteY33" fmla="*/ 480633 h 1698836"/>
              <a:gd name="connsiteX34" fmla="*/ 5036727 w 6032475"/>
              <a:gd name="connsiteY34" fmla="*/ 372144 h 1698836"/>
              <a:gd name="connsiteX35" fmla="*/ 5168462 w 6032475"/>
              <a:gd name="connsiteY35" fmla="*/ 542626 h 1698836"/>
              <a:gd name="connsiteX36" fmla="*/ 5300198 w 6032475"/>
              <a:gd name="connsiteY36" fmla="*/ 565873 h 1698836"/>
              <a:gd name="connsiteX37" fmla="*/ 5385438 w 6032475"/>
              <a:gd name="connsiteY37" fmla="*/ 643365 h 1698836"/>
              <a:gd name="connsiteX38" fmla="*/ 5610164 w 6032475"/>
              <a:gd name="connsiteY38" fmla="*/ 651114 h 1698836"/>
              <a:gd name="connsiteX39" fmla="*/ 5610164 w 6032475"/>
              <a:gd name="connsiteY39" fmla="*/ 1627507 h 1698836"/>
              <a:gd name="connsiteX40" fmla="*/ 23025 w 6032475"/>
              <a:gd name="connsiteY40" fmla="*/ 1619758 h 1698836"/>
              <a:gd name="connsiteX41" fmla="*/ 7527 w 6032475"/>
              <a:gd name="connsiteY41" fmla="*/ 620117 h 1698836"/>
              <a:gd name="connsiteX0" fmla="*/ 7527 w 5638480"/>
              <a:gd name="connsiteY0" fmla="*/ 620117 h 1629626"/>
              <a:gd name="connsiteX1" fmla="*/ 154760 w 5638480"/>
              <a:gd name="connsiteY1" fmla="*/ 581372 h 1629626"/>
              <a:gd name="connsiteX2" fmla="*/ 224503 w 5638480"/>
              <a:gd name="connsiteY2" fmla="*/ 558124 h 1629626"/>
              <a:gd name="connsiteX3" fmla="*/ 387235 w 5638480"/>
              <a:gd name="connsiteY3" fmla="*/ 635616 h 1629626"/>
              <a:gd name="connsiteX4" fmla="*/ 604211 w 5638480"/>
              <a:gd name="connsiteY4" fmla="*/ 558124 h 1629626"/>
              <a:gd name="connsiteX5" fmla="*/ 766944 w 5638480"/>
              <a:gd name="connsiteY5" fmla="*/ 186165 h 1629626"/>
              <a:gd name="connsiteX6" fmla="*/ 914177 w 5638480"/>
              <a:gd name="connsiteY6" fmla="*/ 263656 h 1629626"/>
              <a:gd name="connsiteX7" fmla="*/ 1038164 w 5638480"/>
              <a:gd name="connsiteY7" fmla="*/ 279155 h 1629626"/>
              <a:gd name="connsiteX8" fmla="*/ 1131154 w 5638480"/>
              <a:gd name="connsiteY8" fmla="*/ 565873 h 1629626"/>
              <a:gd name="connsiteX9" fmla="*/ 1231893 w 5638480"/>
              <a:gd name="connsiteY9" fmla="*/ 589121 h 1629626"/>
              <a:gd name="connsiteX10" fmla="*/ 1309384 w 5638480"/>
              <a:gd name="connsiteY10" fmla="*/ 674361 h 1629626"/>
              <a:gd name="connsiteX11" fmla="*/ 1410123 w 5638480"/>
              <a:gd name="connsiteY11" fmla="*/ 682111 h 1629626"/>
              <a:gd name="connsiteX12" fmla="*/ 1534110 w 5638480"/>
              <a:gd name="connsiteY12" fmla="*/ 736355 h 1629626"/>
              <a:gd name="connsiteX13" fmla="*/ 1681344 w 5638480"/>
              <a:gd name="connsiteY13" fmla="*/ 713107 h 1629626"/>
              <a:gd name="connsiteX14" fmla="*/ 1782083 w 5638480"/>
              <a:gd name="connsiteY14" fmla="*/ 728605 h 1629626"/>
              <a:gd name="connsiteX15" fmla="*/ 1906069 w 5638480"/>
              <a:gd name="connsiteY15" fmla="*/ 643365 h 1629626"/>
              <a:gd name="connsiteX16" fmla="*/ 2053303 w 5638480"/>
              <a:gd name="connsiteY16" fmla="*/ 620117 h 1629626"/>
              <a:gd name="connsiteX17" fmla="*/ 2161791 w 5638480"/>
              <a:gd name="connsiteY17" fmla="*/ 573622 h 1629626"/>
              <a:gd name="connsiteX18" fmla="*/ 2324523 w 5638480"/>
              <a:gd name="connsiteY18" fmla="*/ 643365 h 1629626"/>
              <a:gd name="connsiteX19" fmla="*/ 2433011 w 5638480"/>
              <a:gd name="connsiteY19" fmla="*/ 705358 h 1629626"/>
              <a:gd name="connsiteX20" fmla="*/ 2564747 w 5638480"/>
              <a:gd name="connsiteY20" fmla="*/ 860341 h 1629626"/>
              <a:gd name="connsiteX21" fmla="*/ 2820469 w 5638480"/>
              <a:gd name="connsiteY21" fmla="*/ 697609 h 1629626"/>
              <a:gd name="connsiteX22" fmla="*/ 2975452 w 5638480"/>
              <a:gd name="connsiteY22" fmla="*/ 666612 h 1629626"/>
              <a:gd name="connsiteX23" fmla="*/ 3021947 w 5638480"/>
              <a:gd name="connsiteY23" fmla="*/ 534877 h 1629626"/>
              <a:gd name="connsiteX24" fmla="*/ 3176930 w 5638480"/>
              <a:gd name="connsiteY24" fmla="*/ 550375 h 1629626"/>
              <a:gd name="connsiteX25" fmla="*/ 3277669 w 5638480"/>
              <a:gd name="connsiteY25" fmla="*/ 449636 h 1629626"/>
              <a:gd name="connsiteX26" fmla="*/ 3479147 w 5638480"/>
              <a:gd name="connsiteY26" fmla="*/ 565873 h 1629626"/>
              <a:gd name="connsiteX27" fmla="*/ 3649628 w 5638480"/>
              <a:gd name="connsiteY27" fmla="*/ 185 h 1629626"/>
              <a:gd name="connsiteX28" fmla="*/ 3820110 w 5638480"/>
              <a:gd name="connsiteY28" fmla="*/ 503880 h 1629626"/>
              <a:gd name="connsiteX29" fmla="*/ 3951845 w 5638480"/>
              <a:gd name="connsiteY29" fmla="*/ 542626 h 1629626"/>
              <a:gd name="connsiteX30" fmla="*/ 4153323 w 5638480"/>
              <a:gd name="connsiteY30" fmla="*/ 651114 h 1629626"/>
              <a:gd name="connsiteX31" fmla="*/ 4447791 w 5638480"/>
              <a:gd name="connsiteY31" fmla="*/ 441887 h 1629626"/>
              <a:gd name="connsiteX32" fmla="*/ 4672516 w 5638480"/>
              <a:gd name="connsiteY32" fmla="*/ 542626 h 1629626"/>
              <a:gd name="connsiteX33" fmla="*/ 4827499 w 5638480"/>
              <a:gd name="connsiteY33" fmla="*/ 480633 h 1629626"/>
              <a:gd name="connsiteX34" fmla="*/ 5036727 w 5638480"/>
              <a:gd name="connsiteY34" fmla="*/ 372144 h 1629626"/>
              <a:gd name="connsiteX35" fmla="*/ 5168462 w 5638480"/>
              <a:gd name="connsiteY35" fmla="*/ 542626 h 1629626"/>
              <a:gd name="connsiteX36" fmla="*/ 5300198 w 5638480"/>
              <a:gd name="connsiteY36" fmla="*/ 565873 h 1629626"/>
              <a:gd name="connsiteX37" fmla="*/ 5385438 w 5638480"/>
              <a:gd name="connsiteY37" fmla="*/ 643365 h 1629626"/>
              <a:gd name="connsiteX38" fmla="*/ 5610164 w 5638480"/>
              <a:gd name="connsiteY38" fmla="*/ 651114 h 1629626"/>
              <a:gd name="connsiteX39" fmla="*/ 5610164 w 5638480"/>
              <a:gd name="connsiteY39" fmla="*/ 1627507 h 1629626"/>
              <a:gd name="connsiteX40" fmla="*/ 23025 w 5638480"/>
              <a:gd name="connsiteY40" fmla="*/ 1619758 h 1629626"/>
              <a:gd name="connsiteX41" fmla="*/ 7527 w 5638480"/>
              <a:gd name="connsiteY41" fmla="*/ 620117 h 1629626"/>
              <a:gd name="connsiteX0" fmla="*/ 7527 w 5622903"/>
              <a:gd name="connsiteY0" fmla="*/ 620117 h 1629626"/>
              <a:gd name="connsiteX1" fmla="*/ 154760 w 5622903"/>
              <a:gd name="connsiteY1" fmla="*/ 581372 h 1629626"/>
              <a:gd name="connsiteX2" fmla="*/ 224503 w 5622903"/>
              <a:gd name="connsiteY2" fmla="*/ 558124 h 1629626"/>
              <a:gd name="connsiteX3" fmla="*/ 387235 w 5622903"/>
              <a:gd name="connsiteY3" fmla="*/ 635616 h 1629626"/>
              <a:gd name="connsiteX4" fmla="*/ 604211 w 5622903"/>
              <a:gd name="connsiteY4" fmla="*/ 558124 h 1629626"/>
              <a:gd name="connsiteX5" fmla="*/ 766944 w 5622903"/>
              <a:gd name="connsiteY5" fmla="*/ 186165 h 1629626"/>
              <a:gd name="connsiteX6" fmla="*/ 914177 w 5622903"/>
              <a:gd name="connsiteY6" fmla="*/ 263656 h 1629626"/>
              <a:gd name="connsiteX7" fmla="*/ 1038164 w 5622903"/>
              <a:gd name="connsiteY7" fmla="*/ 279155 h 1629626"/>
              <a:gd name="connsiteX8" fmla="*/ 1131154 w 5622903"/>
              <a:gd name="connsiteY8" fmla="*/ 565873 h 1629626"/>
              <a:gd name="connsiteX9" fmla="*/ 1231893 w 5622903"/>
              <a:gd name="connsiteY9" fmla="*/ 589121 h 1629626"/>
              <a:gd name="connsiteX10" fmla="*/ 1309384 w 5622903"/>
              <a:gd name="connsiteY10" fmla="*/ 674361 h 1629626"/>
              <a:gd name="connsiteX11" fmla="*/ 1410123 w 5622903"/>
              <a:gd name="connsiteY11" fmla="*/ 682111 h 1629626"/>
              <a:gd name="connsiteX12" fmla="*/ 1534110 w 5622903"/>
              <a:gd name="connsiteY12" fmla="*/ 736355 h 1629626"/>
              <a:gd name="connsiteX13" fmla="*/ 1681344 w 5622903"/>
              <a:gd name="connsiteY13" fmla="*/ 713107 h 1629626"/>
              <a:gd name="connsiteX14" fmla="*/ 1782083 w 5622903"/>
              <a:gd name="connsiteY14" fmla="*/ 728605 h 1629626"/>
              <a:gd name="connsiteX15" fmla="*/ 1906069 w 5622903"/>
              <a:gd name="connsiteY15" fmla="*/ 643365 h 1629626"/>
              <a:gd name="connsiteX16" fmla="*/ 2053303 w 5622903"/>
              <a:gd name="connsiteY16" fmla="*/ 620117 h 1629626"/>
              <a:gd name="connsiteX17" fmla="*/ 2161791 w 5622903"/>
              <a:gd name="connsiteY17" fmla="*/ 573622 h 1629626"/>
              <a:gd name="connsiteX18" fmla="*/ 2324523 w 5622903"/>
              <a:gd name="connsiteY18" fmla="*/ 643365 h 1629626"/>
              <a:gd name="connsiteX19" fmla="*/ 2433011 w 5622903"/>
              <a:gd name="connsiteY19" fmla="*/ 705358 h 1629626"/>
              <a:gd name="connsiteX20" fmla="*/ 2564747 w 5622903"/>
              <a:gd name="connsiteY20" fmla="*/ 860341 h 1629626"/>
              <a:gd name="connsiteX21" fmla="*/ 2820469 w 5622903"/>
              <a:gd name="connsiteY21" fmla="*/ 697609 h 1629626"/>
              <a:gd name="connsiteX22" fmla="*/ 2975452 w 5622903"/>
              <a:gd name="connsiteY22" fmla="*/ 666612 h 1629626"/>
              <a:gd name="connsiteX23" fmla="*/ 3021947 w 5622903"/>
              <a:gd name="connsiteY23" fmla="*/ 534877 h 1629626"/>
              <a:gd name="connsiteX24" fmla="*/ 3176930 w 5622903"/>
              <a:gd name="connsiteY24" fmla="*/ 550375 h 1629626"/>
              <a:gd name="connsiteX25" fmla="*/ 3277669 w 5622903"/>
              <a:gd name="connsiteY25" fmla="*/ 449636 h 1629626"/>
              <a:gd name="connsiteX26" fmla="*/ 3479147 w 5622903"/>
              <a:gd name="connsiteY26" fmla="*/ 565873 h 1629626"/>
              <a:gd name="connsiteX27" fmla="*/ 3649628 w 5622903"/>
              <a:gd name="connsiteY27" fmla="*/ 185 h 1629626"/>
              <a:gd name="connsiteX28" fmla="*/ 3820110 w 5622903"/>
              <a:gd name="connsiteY28" fmla="*/ 503880 h 1629626"/>
              <a:gd name="connsiteX29" fmla="*/ 3951845 w 5622903"/>
              <a:gd name="connsiteY29" fmla="*/ 542626 h 1629626"/>
              <a:gd name="connsiteX30" fmla="*/ 4153323 w 5622903"/>
              <a:gd name="connsiteY30" fmla="*/ 651114 h 1629626"/>
              <a:gd name="connsiteX31" fmla="*/ 4447791 w 5622903"/>
              <a:gd name="connsiteY31" fmla="*/ 441887 h 1629626"/>
              <a:gd name="connsiteX32" fmla="*/ 4672516 w 5622903"/>
              <a:gd name="connsiteY32" fmla="*/ 542626 h 1629626"/>
              <a:gd name="connsiteX33" fmla="*/ 4827499 w 5622903"/>
              <a:gd name="connsiteY33" fmla="*/ 480633 h 1629626"/>
              <a:gd name="connsiteX34" fmla="*/ 5036727 w 5622903"/>
              <a:gd name="connsiteY34" fmla="*/ 372144 h 1629626"/>
              <a:gd name="connsiteX35" fmla="*/ 5168462 w 5622903"/>
              <a:gd name="connsiteY35" fmla="*/ 542626 h 1629626"/>
              <a:gd name="connsiteX36" fmla="*/ 5300198 w 5622903"/>
              <a:gd name="connsiteY36" fmla="*/ 565873 h 1629626"/>
              <a:gd name="connsiteX37" fmla="*/ 5385438 w 5622903"/>
              <a:gd name="connsiteY37" fmla="*/ 643365 h 1629626"/>
              <a:gd name="connsiteX38" fmla="*/ 5610164 w 5622903"/>
              <a:gd name="connsiteY38" fmla="*/ 651114 h 1629626"/>
              <a:gd name="connsiteX39" fmla="*/ 5610164 w 5622903"/>
              <a:gd name="connsiteY39" fmla="*/ 1627507 h 1629626"/>
              <a:gd name="connsiteX40" fmla="*/ 23025 w 5622903"/>
              <a:gd name="connsiteY40" fmla="*/ 1619758 h 1629626"/>
              <a:gd name="connsiteX41" fmla="*/ 7527 w 5622903"/>
              <a:gd name="connsiteY41" fmla="*/ 620117 h 1629626"/>
              <a:gd name="connsiteX0" fmla="*/ 7527 w 5612681"/>
              <a:gd name="connsiteY0" fmla="*/ 620117 h 1627515"/>
              <a:gd name="connsiteX1" fmla="*/ 154760 w 5612681"/>
              <a:gd name="connsiteY1" fmla="*/ 581372 h 1627515"/>
              <a:gd name="connsiteX2" fmla="*/ 224503 w 5612681"/>
              <a:gd name="connsiteY2" fmla="*/ 558124 h 1627515"/>
              <a:gd name="connsiteX3" fmla="*/ 387235 w 5612681"/>
              <a:gd name="connsiteY3" fmla="*/ 635616 h 1627515"/>
              <a:gd name="connsiteX4" fmla="*/ 604211 w 5612681"/>
              <a:gd name="connsiteY4" fmla="*/ 558124 h 1627515"/>
              <a:gd name="connsiteX5" fmla="*/ 766944 w 5612681"/>
              <a:gd name="connsiteY5" fmla="*/ 186165 h 1627515"/>
              <a:gd name="connsiteX6" fmla="*/ 914177 w 5612681"/>
              <a:gd name="connsiteY6" fmla="*/ 263656 h 1627515"/>
              <a:gd name="connsiteX7" fmla="*/ 1038164 w 5612681"/>
              <a:gd name="connsiteY7" fmla="*/ 279155 h 1627515"/>
              <a:gd name="connsiteX8" fmla="*/ 1131154 w 5612681"/>
              <a:gd name="connsiteY8" fmla="*/ 565873 h 1627515"/>
              <a:gd name="connsiteX9" fmla="*/ 1231893 w 5612681"/>
              <a:gd name="connsiteY9" fmla="*/ 589121 h 1627515"/>
              <a:gd name="connsiteX10" fmla="*/ 1309384 w 5612681"/>
              <a:gd name="connsiteY10" fmla="*/ 674361 h 1627515"/>
              <a:gd name="connsiteX11" fmla="*/ 1410123 w 5612681"/>
              <a:gd name="connsiteY11" fmla="*/ 682111 h 1627515"/>
              <a:gd name="connsiteX12" fmla="*/ 1534110 w 5612681"/>
              <a:gd name="connsiteY12" fmla="*/ 736355 h 1627515"/>
              <a:gd name="connsiteX13" fmla="*/ 1681344 w 5612681"/>
              <a:gd name="connsiteY13" fmla="*/ 713107 h 1627515"/>
              <a:gd name="connsiteX14" fmla="*/ 1782083 w 5612681"/>
              <a:gd name="connsiteY14" fmla="*/ 728605 h 1627515"/>
              <a:gd name="connsiteX15" fmla="*/ 1906069 w 5612681"/>
              <a:gd name="connsiteY15" fmla="*/ 643365 h 1627515"/>
              <a:gd name="connsiteX16" fmla="*/ 2053303 w 5612681"/>
              <a:gd name="connsiteY16" fmla="*/ 620117 h 1627515"/>
              <a:gd name="connsiteX17" fmla="*/ 2161791 w 5612681"/>
              <a:gd name="connsiteY17" fmla="*/ 573622 h 1627515"/>
              <a:gd name="connsiteX18" fmla="*/ 2324523 w 5612681"/>
              <a:gd name="connsiteY18" fmla="*/ 643365 h 1627515"/>
              <a:gd name="connsiteX19" fmla="*/ 2433011 w 5612681"/>
              <a:gd name="connsiteY19" fmla="*/ 705358 h 1627515"/>
              <a:gd name="connsiteX20" fmla="*/ 2564747 w 5612681"/>
              <a:gd name="connsiteY20" fmla="*/ 860341 h 1627515"/>
              <a:gd name="connsiteX21" fmla="*/ 2820469 w 5612681"/>
              <a:gd name="connsiteY21" fmla="*/ 697609 h 1627515"/>
              <a:gd name="connsiteX22" fmla="*/ 2975452 w 5612681"/>
              <a:gd name="connsiteY22" fmla="*/ 666612 h 1627515"/>
              <a:gd name="connsiteX23" fmla="*/ 3021947 w 5612681"/>
              <a:gd name="connsiteY23" fmla="*/ 534877 h 1627515"/>
              <a:gd name="connsiteX24" fmla="*/ 3176930 w 5612681"/>
              <a:gd name="connsiteY24" fmla="*/ 550375 h 1627515"/>
              <a:gd name="connsiteX25" fmla="*/ 3277669 w 5612681"/>
              <a:gd name="connsiteY25" fmla="*/ 449636 h 1627515"/>
              <a:gd name="connsiteX26" fmla="*/ 3479147 w 5612681"/>
              <a:gd name="connsiteY26" fmla="*/ 565873 h 1627515"/>
              <a:gd name="connsiteX27" fmla="*/ 3649628 w 5612681"/>
              <a:gd name="connsiteY27" fmla="*/ 185 h 1627515"/>
              <a:gd name="connsiteX28" fmla="*/ 3820110 w 5612681"/>
              <a:gd name="connsiteY28" fmla="*/ 503880 h 1627515"/>
              <a:gd name="connsiteX29" fmla="*/ 3951845 w 5612681"/>
              <a:gd name="connsiteY29" fmla="*/ 542626 h 1627515"/>
              <a:gd name="connsiteX30" fmla="*/ 4153323 w 5612681"/>
              <a:gd name="connsiteY30" fmla="*/ 651114 h 1627515"/>
              <a:gd name="connsiteX31" fmla="*/ 4447791 w 5612681"/>
              <a:gd name="connsiteY31" fmla="*/ 441887 h 1627515"/>
              <a:gd name="connsiteX32" fmla="*/ 4672516 w 5612681"/>
              <a:gd name="connsiteY32" fmla="*/ 542626 h 1627515"/>
              <a:gd name="connsiteX33" fmla="*/ 4827499 w 5612681"/>
              <a:gd name="connsiteY33" fmla="*/ 480633 h 1627515"/>
              <a:gd name="connsiteX34" fmla="*/ 5036727 w 5612681"/>
              <a:gd name="connsiteY34" fmla="*/ 372144 h 1627515"/>
              <a:gd name="connsiteX35" fmla="*/ 5168462 w 5612681"/>
              <a:gd name="connsiteY35" fmla="*/ 542626 h 1627515"/>
              <a:gd name="connsiteX36" fmla="*/ 5300198 w 5612681"/>
              <a:gd name="connsiteY36" fmla="*/ 565873 h 1627515"/>
              <a:gd name="connsiteX37" fmla="*/ 5385438 w 5612681"/>
              <a:gd name="connsiteY37" fmla="*/ 643365 h 1627515"/>
              <a:gd name="connsiteX38" fmla="*/ 5610164 w 5612681"/>
              <a:gd name="connsiteY38" fmla="*/ 651114 h 1627515"/>
              <a:gd name="connsiteX39" fmla="*/ 5610164 w 5612681"/>
              <a:gd name="connsiteY39" fmla="*/ 1627507 h 1627515"/>
              <a:gd name="connsiteX40" fmla="*/ 23025 w 5612681"/>
              <a:gd name="connsiteY40" fmla="*/ 1619758 h 1627515"/>
              <a:gd name="connsiteX41" fmla="*/ 7527 w 5612681"/>
              <a:gd name="connsiteY41" fmla="*/ 620117 h 1627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612681" h="1627515">
                <a:moveTo>
                  <a:pt x="7527" y="620117"/>
                </a:moveTo>
                <a:cubicBezTo>
                  <a:pt x="29483" y="447053"/>
                  <a:pt x="118597" y="591704"/>
                  <a:pt x="154760" y="581372"/>
                </a:cubicBezTo>
                <a:cubicBezTo>
                  <a:pt x="190923" y="571040"/>
                  <a:pt x="185757" y="549083"/>
                  <a:pt x="224503" y="558124"/>
                </a:cubicBezTo>
                <a:cubicBezTo>
                  <a:pt x="263249" y="567165"/>
                  <a:pt x="323950" y="635616"/>
                  <a:pt x="387235" y="635616"/>
                </a:cubicBezTo>
                <a:cubicBezTo>
                  <a:pt x="450520" y="635616"/>
                  <a:pt x="540926" y="633032"/>
                  <a:pt x="604211" y="558124"/>
                </a:cubicBezTo>
                <a:cubicBezTo>
                  <a:pt x="667496" y="483216"/>
                  <a:pt x="715283" y="235243"/>
                  <a:pt x="766944" y="186165"/>
                </a:cubicBezTo>
                <a:cubicBezTo>
                  <a:pt x="818605" y="137087"/>
                  <a:pt x="868974" y="248158"/>
                  <a:pt x="914177" y="263656"/>
                </a:cubicBezTo>
                <a:cubicBezTo>
                  <a:pt x="959380" y="279154"/>
                  <a:pt x="1002001" y="228786"/>
                  <a:pt x="1038164" y="279155"/>
                </a:cubicBezTo>
                <a:cubicBezTo>
                  <a:pt x="1074327" y="329524"/>
                  <a:pt x="1098866" y="514212"/>
                  <a:pt x="1131154" y="565873"/>
                </a:cubicBezTo>
                <a:cubicBezTo>
                  <a:pt x="1163442" y="617534"/>
                  <a:pt x="1202188" y="571040"/>
                  <a:pt x="1231893" y="589121"/>
                </a:cubicBezTo>
                <a:cubicBezTo>
                  <a:pt x="1261598" y="607202"/>
                  <a:pt x="1279679" y="658863"/>
                  <a:pt x="1309384" y="674361"/>
                </a:cubicBezTo>
                <a:cubicBezTo>
                  <a:pt x="1339089" y="689859"/>
                  <a:pt x="1372669" y="671779"/>
                  <a:pt x="1410123" y="682111"/>
                </a:cubicBezTo>
                <a:cubicBezTo>
                  <a:pt x="1447577" y="692443"/>
                  <a:pt x="1488907" y="731189"/>
                  <a:pt x="1534110" y="736355"/>
                </a:cubicBezTo>
                <a:cubicBezTo>
                  <a:pt x="1579313" y="741521"/>
                  <a:pt x="1640015" y="714399"/>
                  <a:pt x="1681344" y="713107"/>
                </a:cubicBezTo>
                <a:cubicBezTo>
                  <a:pt x="1722673" y="711815"/>
                  <a:pt x="1744629" y="740229"/>
                  <a:pt x="1782083" y="728605"/>
                </a:cubicBezTo>
                <a:cubicBezTo>
                  <a:pt x="1819537" y="716981"/>
                  <a:pt x="1860866" y="661446"/>
                  <a:pt x="1906069" y="643365"/>
                </a:cubicBezTo>
                <a:cubicBezTo>
                  <a:pt x="1951272" y="625284"/>
                  <a:pt x="2010683" y="631741"/>
                  <a:pt x="2053303" y="620117"/>
                </a:cubicBezTo>
                <a:cubicBezTo>
                  <a:pt x="2095923" y="608493"/>
                  <a:pt x="2116588" y="569747"/>
                  <a:pt x="2161791" y="573622"/>
                </a:cubicBezTo>
                <a:cubicBezTo>
                  <a:pt x="2206994" y="577497"/>
                  <a:pt x="2279320" y="621409"/>
                  <a:pt x="2324523" y="643365"/>
                </a:cubicBezTo>
                <a:cubicBezTo>
                  <a:pt x="2369726" y="665321"/>
                  <a:pt x="2392974" y="669195"/>
                  <a:pt x="2433011" y="705358"/>
                </a:cubicBezTo>
                <a:cubicBezTo>
                  <a:pt x="2473048" y="741521"/>
                  <a:pt x="2500171" y="861632"/>
                  <a:pt x="2564747" y="860341"/>
                </a:cubicBezTo>
                <a:cubicBezTo>
                  <a:pt x="2629323" y="859050"/>
                  <a:pt x="2752018" y="729897"/>
                  <a:pt x="2820469" y="697609"/>
                </a:cubicBezTo>
                <a:cubicBezTo>
                  <a:pt x="2888920" y="665321"/>
                  <a:pt x="2941872" y="693734"/>
                  <a:pt x="2975452" y="666612"/>
                </a:cubicBezTo>
                <a:cubicBezTo>
                  <a:pt x="3009032" y="639490"/>
                  <a:pt x="2988367" y="554250"/>
                  <a:pt x="3021947" y="534877"/>
                </a:cubicBezTo>
                <a:cubicBezTo>
                  <a:pt x="3055527" y="515504"/>
                  <a:pt x="3134310" y="564582"/>
                  <a:pt x="3176930" y="550375"/>
                </a:cubicBezTo>
                <a:cubicBezTo>
                  <a:pt x="3219550" y="536168"/>
                  <a:pt x="3227299" y="447053"/>
                  <a:pt x="3277669" y="449636"/>
                </a:cubicBezTo>
                <a:cubicBezTo>
                  <a:pt x="3328039" y="452219"/>
                  <a:pt x="3417154" y="640782"/>
                  <a:pt x="3479147" y="565873"/>
                </a:cubicBezTo>
                <a:cubicBezTo>
                  <a:pt x="3541140" y="490964"/>
                  <a:pt x="3592801" y="10517"/>
                  <a:pt x="3649628" y="185"/>
                </a:cubicBezTo>
                <a:cubicBezTo>
                  <a:pt x="3706455" y="-10147"/>
                  <a:pt x="3769741" y="413473"/>
                  <a:pt x="3820110" y="503880"/>
                </a:cubicBezTo>
                <a:cubicBezTo>
                  <a:pt x="3870479" y="594287"/>
                  <a:pt x="3896310" y="518087"/>
                  <a:pt x="3951845" y="542626"/>
                </a:cubicBezTo>
                <a:cubicBezTo>
                  <a:pt x="4007380" y="567165"/>
                  <a:pt x="4070665" y="667904"/>
                  <a:pt x="4153323" y="651114"/>
                </a:cubicBezTo>
                <a:cubicBezTo>
                  <a:pt x="4235981" y="634324"/>
                  <a:pt x="4361259" y="459968"/>
                  <a:pt x="4447791" y="441887"/>
                </a:cubicBezTo>
                <a:cubicBezTo>
                  <a:pt x="4534323" y="423806"/>
                  <a:pt x="4609231" y="536168"/>
                  <a:pt x="4672516" y="542626"/>
                </a:cubicBezTo>
                <a:cubicBezTo>
                  <a:pt x="4735801" y="549084"/>
                  <a:pt x="4766797" y="509047"/>
                  <a:pt x="4827499" y="480633"/>
                </a:cubicBezTo>
                <a:cubicBezTo>
                  <a:pt x="4888201" y="452219"/>
                  <a:pt x="4979900" y="361812"/>
                  <a:pt x="5036727" y="372144"/>
                </a:cubicBezTo>
                <a:cubicBezTo>
                  <a:pt x="5093554" y="382476"/>
                  <a:pt x="5124550" y="510338"/>
                  <a:pt x="5168462" y="542626"/>
                </a:cubicBezTo>
                <a:cubicBezTo>
                  <a:pt x="5212374" y="574914"/>
                  <a:pt x="5264035" y="549083"/>
                  <a:pt x="5300198" y="565873"/>
                </a:cubicBezTo>
                <a:cubicBezTo>
                  <a:pt x="5336361" y="582663"/>
                  <a:pt x="5333777" y="629158"/>
                  <a:pt x="5385438" y="643365"/>
                </a:cubicBezTo>
                <a:cubicBezTo>
                  <a:pt x="5437099" y="657572"/>
                  <a:pt x="5633736" y="419356"/>
                  <a:pt x="5610164" y="651114"/>
                </a:cubicBezTo>
                <a:cubicBezTo>
                  <a:pt x="5586592" y="882872"/>
                  <a:pt x="5622065" y="1630477"/>
                  <a:pt x="5610164" y="1627507"/>
                </a:cubicBezTo>
                <a:cubicBezTo>
                  <a:pt x="5598263" y="1624537"/>
                  <a:pt x="27891" y="1626877"/>
                  <a:pt x="23025" y="1619758"/>
                </a:cubicBezTo>
                <a:cubicBezTo>
                  <a:pt x="18159" y="1612639"/>
                  <a:pt x="-14429" y="793181"/>
                  <a:pt x="7527" y="620117"/>
                </a:cubicBezTo>
                <a:close/>
              </a:path>
            </a:pathLst>
          </a:custGeom>
          <a:solidFill>
            <a:srgbClr val="BB3023">
              <a:alpha val="33060"/>
            </a:srgbClr>
          </a:solidFill>
          <a:ln>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21" name="文本框 220">
            <a:extLst>
              <a:ext uri="{FF2B5EF4-FFF2-40B4-BE49-F238E27FC236}">
                <a16:creationId xmlns:a16="http://schemas.microsoft.com/office/drawing/2014/main" id="{14684B18-4930-C6DA-1FA9-B8CB29942B07}"/>
              </a:ext>
            </a:extLst>
          </p:cNvPr>
          <p:cNvSpPr txBox="1"/>
          <p:nvPr/>
        </p:nvSpPr>
        <p:spPr>
          <a:xfrm>
            <a:off x="9070875" y="1323885"/>
            <a:ext cx="93006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9,84%---1st</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2" name="文本框 221">
            <a:extLst>
              <a:ext uri="{FF2B5EF4-FFF2-40B4-BE49-F238E27FC236}">
                <a16:creationId xmlns:a16="http://schemas.microsoft.com/office/drawing/2014/main" id="{96AFE850-B904-756E-A5F3-1A24A5AC5B58}"/>
              </a:ext>
            </a:extLst>
          </p:cNvPr>
          <p:cNvSpPr txBox="1"/>
          <p:nvPr/>
        </p:nvSpPr>
        <p:spPr>
          <a:xfrm>
            <a:off x="9070875" y="1689792"/>
            <a:ext cx="98937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5,24%---2nd</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3" name="文本框 222">
            <a:extLst>
              <a:ext uri="{FF2B5EF4-FFF2-40B4-BE49-F238E27FC236}">
                <a16:creationId xmlns:a16="http://schemas.microsoft.com/office/drawing/2014/main" id="{4DF6DE78-6D33-F1A5-044C-82C0C9DFA601}"/>
              </a:ext>
            </a:extLst>
          </p:cNvPr>
          <p:cNvSpPr txBox="1"/>
          <p:nvPr/>
        </p:nvSpPr>
        <p:spPr>
          <a:xfrm>
            <a:off x="9070875" y="1958970"/>
            <a:ext cx="95731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4,54%---3rd</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4" name="文本框 223">
            <a:extLst>
              <a:ext uri="{FF2B5EF4-FFF2-40B4-BE49-F238E27FC236}">
                <a16:creationId xmlns:a16="http://schemas.microsoft.com/office/drawing/2014/main" id="{52981608-3074-C4CA-7F86-9FB878E0BFE4}"/>
              </a:ext>
            </a:extLst>
          </p:cNvPr>
          <p:cNvSpPr txBox="1"/>
          <p:nvPr/>
        </p:nvSpPr>
        <p:spPr>
          <a:xfrm>
            <a:off x="9070875" y="2222129"/>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4,84%---4th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5" name="文本框 224">
            <a:extLst>
              <a:ext uri="{FF2B5EF4-FFF2-40B4-BE49-F238E27FC236}">
                <a16:creationId xmlns:a16="http://schemas.microsoft.com/office/drawing/2014/main" id="{6A6D9DC1-DD1F-1F7E-0B3B-0FB5CD9DACFF}"/>
              </a:ext>
            </a:extLst>
          </p:cNvPr>
          <p:cNvSpPr txBox="1"/>
          <p:nvPr/>
        </p:nvSpPr>
        <p:spPr>
          <a:xfrm>
            <a:off x="9070875" y="2457007"/>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3,34%---5th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6" name="文本框 225">
            <a:extLst>
              <a:ext uri="{FF2B5EF4-FFF2-40B4-BE49-F238E27FC236}">
                <a16:creationId xmlns:a16="http://schemas.microsoft.com/office/drawing/2014/main" id="{674008D3-73B6-B1DE-606C-0BFABE784D74}"/>
              </a:ext>
            </a:extLst>
          </p:cNvPr>
          <p:cNvSpPr txBox="1"/>
          <p:nvPr/>
        </p:nvSpPr>
        <p:spPr>
          <a:xfrm>
            <a:off x="9070875" y="2663604"/>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3,84%---6th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7" name="文本框 226">
            <a:extLst>
              <a:ext uri="{FF2B5EF4-FFF2-40B4-BE49-F238E27FC236}">
                <a16:creationId xmlns:a16="http://schemas.microsoft.com/office/drawing/2014/main" id="{961F9380-3BA8-1763-A517-28A50A630648}"/>
              </a:ext>
            </a:extLst>
          </p:cNvPr>
          <p:cNvSpPr txBox="1"/>
          <p:nvPr/>
        </p:nvSpPr>
        <p:spPr>
          <a:xfrm>
            <a:off x="9070875" y="2851347"/>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3,84%---7th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8" name="文本框 227">
            <a:extLst>
              <a:ext uri="{FF2B5EF4-FFF2-40B4-BE49-F238E27FC236}">
                <a16:creationId xmlns:a16="http://schemas.microsoft.com/office/drawing/2014/main" id="{A33ADD35-41E4-0237-F9EF-204D25BA3C06}"/>
              </a:ext>
            </a:extLst>
          </p:cNvPr>
          <p:cNvSpPr txBox="1"/>
          <p:nvPr/>
        </p:nvSpPr>
        <p:spPr>
          <a:xfrm>
            <a:off x="9070875" y="3039090"/>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2,84%---8th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9" name="文本框 228">
            <a:extLst>
              <a:ext uri="{FF2B5EF4-FFF2-40B4-BE49-F238E27FC236}">
                <a16:creationId xmlns:a16="http://schemas.microsoft.com/office/drawing/2014/main" id="{F793D806-8F76-AB29-FD56-B2B46455A43D}"/>
              </a:ext>
            </a:extLst>
          </p:cNvPr>
          <p:cNvSpPr txBox="1"/>
          <p:nvPr/>
        </p:nvSpPr>
        <p:spPr>
          <a:xfrm>
            <a:off x="9070875" y="3201960"/>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1,44%---9th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0" name="文本框 229">
            <a:extLst>
              <a:ext uri="{FF2B5EF4-FFF2-40B4-BE49-F238E27FC236}">
                <a16:creationId xmlns:a16="http://schemas.microsoft.com/office/drawing/2014/main" id="{9976FD12-D111-31BE-DC93-A393F986AC39}"/>
              </a:ext>
            </a:extLst>
          </p:cNvPr>
          <p:cNvSpPr txBox="1"/>
          <p:nvPr/>
        </p:nvSpPr>
        <p:spPr>
          <a:xfrm>
            <a:off x="9070875" y="3345976"/>
            <a:ext cx="102624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1,84%---10th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1" name="文本框 230">
            <a:extLst>
              <a:ext uri="{FF2B5EF4-FFF2-40B4-BE49-F238E27FC236}">
                <a16:creationId xmlns:a16="http://schemas.microsoft.com/office/drawing/2014/main" id="{ACBBB394-682B-1027-72A3-EA0270AD5511}"/>
              </a:ext>
            </a:extLst>
          </p:cNvPr>
          <p:cNvSpPr txBox="1"/>
          <p:nvPr/>
        </p:nvSpPr>
        <p:spPr>
          <a:xfrm>
            <a:off x="9070875" y="4022329"/>
            <a:ext cx="1107996" cy="415498"/>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32.48%-11th</a:t>
            </a:r>
          </a:p>
          <a:p>
            <a:r>
              <a:rPr kumimoji="1" lang="en-US" altLang="zh-CN" sz="1050" dirty="0">
                <a:solidFill>
                  <a:srgbClr val="212121"/>
                </a:solidFill>
                <a:latin typeface="Alibaba PuHuiTi" pitchFamily="18" charset="-122"/>
                <a:ea typeface="Alibaba PuHuiTi" pitchFamily="18" charset="-122"/>
                <a:cs typeface="Alibaba PuHuiTi" pitchFamily="18" charset="-122"/>
              </a:rPr>
              <a:t>               100th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2" name="文本框 231">
            <a:extLst>
              <a:ext uri="{FF2B5EF4-FFF2-40B4-BE49-F238E27FC236}">
                <a16:creationId xmlns:a16="http://schemas.microsoft.com/office/drawing/2014/main" id="{4655F8A2-AA78-8E23-550B-4B15B11AE5DE}"/>
              </a:ext>
            </a:extLst>
          </p:cNvPr>
          <p:cNvSpPr txBox="1"/>
          <p:nvPr/>
        </p:nvSpPr>
        <p:spPr>
          <a:xfrm>
            <a:off x="9070875" y="5174457"/>
            <a:ext cx="1059906" cy="415498"/>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30.98%-Other</a:t>
            </a:r>
          </a:p>
          <a:p>
            <a:r>
              <a:rPr kumimoji="1" lang="en-US" altLang="zh-CN" sz="1050" dirty="0">
                <a:solidFill>
                  <a:srgbClr val="212121"/>
                </a:solidFill>
                <a:latin typeface="Alibaba PuHuiTi" pitchFamily="18" charset="-122"/>
                <a:ea typeface="Alibaba PuHuiTi" pitchFamily="18" charset="-122"/>
                <a:cs typeface="Alibaba PuHuiTi" pitchFamily="18" charset="-122"/>
              </a:rPr>
              <a:t>               </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3" name="右大括号 232">
            <a:extLst>
              <a:ext uri="{FF2B5EF4-FFF2-40B4-BE49-F238E27FC236}">
                <a16:creationId xmlns:a16="http://schemas.microsoft.com/office/drawing/2014/main" id="{44924677-FC7A-5E3E-2561-782A116F3075}"/>
              </a:ext>
            </a:extLst>
          </p:cNvPr>
          <p:cNvSpPr/>
          <p:nvPr/>
        </p:nvSpPr>
        <p:spPr>
          <a:xfrm>
            <a:off x="10094589" y="1392550"/>
            <a:ext cx="510968" cy="2874651"/>
          </a:xfrm>
          <a:prstGeom prst="rightBrace">
            <a:avLst>
              <a:gd name="adj1" fmla="val 85077"/>
              <a:gd name="adj2" fmla="val 50000"/>
            </a:avLst>
          </a:prstGeom>
          <a:ln w="9525" cap="rnd">
            <a:solidFill>
              <a:srgbClr val="21212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5" name="文本框 234">
            <a:extLst>
              <a:ext uri="{FF2B5EF4-FFF2-40B4-BE49-F238E27FC236}">
                <a16:creationId xmlns:a16="http://schemas.microsoft.com/office/drawing/2014/main" id="{445DFCF0-9837-7A71-6B1B-440E7E2A4AAD}"/>
              </a:ext>
            </a:extLst>
          </p:cNvPr>
          <p:cNvSpPr txBox="1"/>
          <p:nvPr/>
        </p:nvSpPr>
        <p:spPr>
          <a:xfrm>
            <a:off x="10627266" y="2042964"/>
            <a:ext cx="1297059" cy="1527149"/>
          </a:xfrm>
          <a:prstGeom prst="rect">
            <a:avLst/>
          </a:prstGeom>
          <a:noFill/>
        </p:spPr>
        <p:txBody>
          <a:bodyPr wrap="square" rtlCol="0">
            <a:spAutoFit/>
          </a:bodyPr>
          <a:lstStyle/>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69% of Ensnare </a:t>
            </a:r>
          </a:p>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contained at 10 </a:t>
            </a:r>
          </a:p>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addresses. Which at the moment shows astrongcentralizationof the network, </a:t>
            </a:r>
          </a:p>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similar to Ethereum.</a:t>
            </a:r>
            <a:endParaRPr kumimoji="1" lang="zh-CN" altLang="en-US" sz="900" dirty="0">
              <a:solidFill>
                <a:srgbClr val="212121"/>
              </a:solidFill>
              <a:latin typeface="Alibaba PuHuiTi" pitchFamily="18" charset="-122"/>
              <a:ea typeface="Alibaba PuHuiTi" pitchFamily="18" charset="-122"/>
              <a:cs typeface="Alibaba PuHuiTi" pitchFamily="18" charset="-122"/>
            </a:endParaRPr>
          </a:p>
        </p:txBody>
      </p:sp>
      <p:grpSp>
        <p:nvGrpSpPr>
          <p:cNvPr id="258" name="组合 257">
            <a:extLst>
              <a:ext uri="{FF2B5EF4-FFF2-40B4-BE49-F238E27FC236}">
                <a16:creationId xmlns:a16="http://schemas.microsoft.com/office/drawing/2014/main" id="{4CCD3A32-F17F-FBC0-32EA-20A17EA94476}"/>
              </a:ext>
            </a:extLst>
          </p:cNvPr>
          <p:cNvGrpSpPr/>
          <p:nvPr/>
        </p:nvGrpSpPr>
        <p:grpSpPr>
          <a:xfrm>
            <a:off x="271894" y="1913467"/>
            <a:ext cx="5427061" cy="4286689"/>
            <a:chOff x="558800" y="2113279"/>
            <a:chExt cx="5750560" cy="4208751"/>
          </a:xfrm>
        </p:grpSpPr>
        <p:sp>
          <p:nvSpPr>
            <p:cNvPr id="259" name="矩形 258">
              <a:extLst>
                <a:ext uri="{FF2B5EF4-FFF2-40B4-BE49-F238E27FC236}">
                  <a16:creationId xmlns:a16="http://schemas.microsoft.com/office/drawing/2014/main" id="{932AA4B8-9BF6-02B8-AB24-FCFE94713B1C}"/>
                </a:ext>
              </a:extLst>
            </p:cNvPr>
            <p:cNvSpPr/>
            <p:nvPr/>
          </p:nvSpPr>
          <p:spPr>
            <a:xfrm>
              <a:off x="558800" y="2113280"/>
              <a:ext cx="5750560" cy="4206240"/>
            </a:xfrm>
            <a:prstGeom prst="rect">
              <a:avLst/>
            </a:prstGeom>
            <a:noFill/>
            <a:ln>
              <a:solidFill>
                <a:srgbClr val="1E344D">
                  <a:alpha val="44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260" name="直线连接符 259">
              <a:extLst>
                <a:ext uri="{FF2B5EF4-FFF2-40B4-BE49-F238E27FC236}">
                  <a16:creationId xmlns:a16="http://schemas.microsoft.com/office/drawing/2014/main" id="{9266F25A-7A10-5CCD-E79E-886932F9B887}"/>
                </a:ext>
              </a:extLst>
            </p:cNvPr>
            <p:cNvCxnSpPr>
              <a:cxnSpLocks/>
            </p:cNvCxnSpPr>
            <p:nvPr/>
          </p:nvCxnSpPr>
          <p:spPr>
            <a:xfrm>
              <a:off x="1072567"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1" name="直线连接符 260">
              <a:extLst>
                <a:ext uri="{FF2B5EF4-FFF2-40B4-BE49-F238E27FC236}">
                  <a16:creationId xmlns:a16="http://schemas.microsoft.com/office/drawing/2014/main" id="{7A2FE233-3A8F-34A0-C3A4-DE5DC6F0EAF4}"/>
                </a:ext>
              </a:extLst>
            </p:cNvPr>
            <p:cNvCxnSpPr>
              <a:cxnSpLocks/>
            </p:cNvCxnSpPr>
            <p:nvPr/>
          </p:nvCxnSpPr>
          <p:spPr>
            <a:xfrm>
              <a:off x="1616006"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2" name="直线连接符 261">
              <a:extLst>
                <a:ext uri="{FF2B5EF4-FFF2-40B4-BE49-F238E27FC236}">
                  <a16:creationId xmlns:a16="http://schemas.microsoft.com/office/drawing/2014/main" id="{A63CB9F3-3DAC-9A97-56E4-92833F691C69}"/>
                </a:ext>
              </a:extLst>
            </p:cNvPr>
            <p:cNvCxnSpPr>
              <a:cxnSpLocks/>
            </p:cNvCxnSpPr>
            <p:nvPr/>
          </p:nvCxnSpPr>
          <p:spPr>
            <a:xfrm>
              <a:off x="2135560"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3" name="直线连接符 262">
              <a:extLst>
                <a:ext uri="{FF2B5EF4-FFF2-40B4-BE49-F238E27FC236}">
                  <a16:creationId xmlns:a16="http://schemas.microsoft.com/office/drawing/2014/main" id="{198A4AE2-D688-DE79-98D1-504FB23F931E}"/>
                </a:ext>
              </a:extLst>
            </p:cNvPr>
            <p:cNvCxnSpPr>
              <a:cxnSpLocks/>
            </p:cNvCxnSpPr>
            <p:nvPr/>
          </p:nvCxnSpPr>
          <p:spPr>
            <a:xfrm>
              <a:off x="2639616"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4" name="直线连接符 263">
              <a:extLst>
                <a:ext uri="{FF2B5EF4-FFF2-40B4-BE49-F238E27FC236}">
                  <a16:creationId xmlns:a16="http://schemas.microsoft.com/office/drawing/2014/main" id="{BA3B6BFF-0ED0-3572-58CA-DBAFB8F8A6CE}"/>
                </a:ext>
              </a:extLst>
            </p:cNvPr>
            <p:cNvCxnSpPr>
              <a:cxnSpLocks/>
            </p:cNvCxnSpPr>
            <p:nvPr/>
          </p:nvCxnSpPr>
          <p:spPr>
            <a:xfrm>
              <a:off x="3166919"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5" name="直线连接符 264">
              <a:extLst>
                <a:ext uri="{FF2B5EF4-FFF2-40B4-BE49-F238E27FC236}">
                  <a16:creationId xmlns:a16="http://schemas.microsoft.com/office/drawing/2014/main" id="{FCBB7FA9-F580-8D4A-7AD6-05802B4536D1}"/>
                </a:ext>
              </a:extLst>
            </p:cNvPr>
            <p:cNvCxnSpPr>
              <a:cxnSpLocks/>
            </p:cNvCxnSpPr>
            <p:nvPr/>
          </p:nvCxnSpPr>
          <p:spPr>
            <a:xfrm>
              <a:off x="3711987"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6" name="直线连接符 265">
              <a:extLst>
                <a:ext uri="{FF2B5EF4-FFF2-40B4-BE49-F238E27FC236}">
                  <a16:creationId xmlns:a16="http://schemas.microsoft.com/office/drawing/2014/main" id="{C6F798E4-3D88-5641-B7B9-3CFC819C0115}"/>
                </a:ext>
              </a:extLst>
            </p:cNvPr>
            <p:cNvCxnSpPr>
              <a:cxnSpLocks/>
            </p:cNvCxnSpPr>
            <p:nvPr/>
          </p:nvCxnSpPr>
          <p:spPr>
            <a:xfrm>
              <a:off x="4223792" y="2113279"/>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7" name="直线连接符 266">
              <a:extLst>
                <a:ext uri="{FF2B5EF4-FFF2-40B4-BE49-F238E27FC236}">
                  <a16:creationId xmlns:a16="http://schemas.microsoft.com/office/drawing/2014/main" id="{A1BAF371-D026-C54E-261D-874E3B47DD3C}"/>
                </a:ext>
              </a:extLst>
            </p:cNvPr>
            <p:cNvCxnSpPr>
              <a:cxnSpLocks/>
            </p:cNvCxnSpPr>
            <p:nvPr/>
          </p:nvCxnSpPr>
          <p:spPr>
            <a:xfrm>
              <a:off x="4727848"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8" name="直线连接符 267">
              <a:extLst>
                <a:ext uri="{FF2B5EF4-FFF2-40B4-BE49-F238E27FC236}">
                  <a16:creationId xmlns:a16="http://schemas.microsoft.com/office/drawing/2014/main" id="{2CB78170-CD2E-839D-74B6-F9EE09257465}"/>
                </a:ext>
              </a:extLst>
            </p:cNvPr>
            <p:cNvCxnSpPr>
              <a:cxnSpLocks/>
            </p:cNvCxnSpPr>
            <p:nvPr/>
          </p:nvCxnSpPr>
          <p:spPr>
            <a:xfrm>
              <a:off x="5231904"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9" name="直线连接符 268">
              <a:extLst>
                <a:ext uri="{FF2B5EF4-FFF2-40B4-BE49-F238E27FC236}">
                  <a16:creationId xmlns:a16="http://schemas.microsoft.com/office/drawing/2014/main" id="{B0BF56C5-52B2-28BF-C1DB-9CB5560334CB}"/>
                </a:ext>
              </a:extLst>
            </p:cNvPr>
            <p:cNvCxnSpPr>
              <a:cxnSpLocks/>
            </p:cNvCxnSpPr>
            <p:nvPr/>
          </p:nvCxnSpPr>
          <p:spPr>
            <a:xfrm>
              <a:off x="5807968"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0" name="直线连接符 269">
              <a:extLst>
                <a:ext uri="{FF2B5EF4-FFF2-40B4-BE49-F238E27FC236}">
                  <a16:creationId xmlns:a16="http://schemas.microsoft.com/office/drawing/2014/main" id="{8FFF2201-59F1-CED9-CE60-82F8A8D5F46C}"/>
                </a:ext>
              </a:extLst>
            </p:cNvPr>
            <p:cNvCxnSpPr>
              <a:cxnSpLocks/>
            </p:cNvCxnSpPr>
            <p:nvPr/>
          </p:nvCxnSpPr>
          <p:spPr>
            <a:xfrm>
              <a:off x="566906" y="2719953"/>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1" name="直线连接符 270">
              <a:extLst>
                <a:ext uri="{FF2B5EF4-FFF2-40B4-BE49-F238E27FC236}">
                  <a16:creationId xmlns:a16="http://schemas.microsoft.com/office/drawing/2014/main" id="{EB10797C-7422-0666-8DDE-F06E543CF7E7}"/>
                </a:ext>
              </a:extLst>
            </p:cNvPr>
            <p:cNvCxnSpPr>
              <a:cxnSpLocks/>
            </p:cNvCxnSpPr>
            <p:nvPr/>
          </p:nvCxnSpPr>
          <p:spPr>
            <a:xfrm>
              <a:off x="566906" y="3333745"/>
              <a:ext cx="5729391"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2" name="直线连接符 271">
              <a:extLst>
                <a:ext uri="{FF2B5EF4-FFF2-40B4-BE49-F238E27FC236}">
                  <a16:creationId xmlns:a16="http://schemas.microsoft.com/office/drawing/2014/main" id="{FC069FC7-D06B-A50D-A778-ED3537F423EC}"/>
                </a:ext>
              </a:extLst>
            </p:cNvPr>
            <p:cNvCxnSpPr>
              <a:cxnSpLocks/>
            </p:cNvCxnSpPr>
            <p:nvPr/>
          </p:nvCxnSpPr>
          <p:spPr>
            <a:xfrm>
              <a:off x="566906" y="393305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3" name="直线连接符 272">
              <a:extLst>
                <a:ext uri="{FF2B5EF4-FFF2-40B4-BE49-F238E27FC236}">
                  <a16:creationId xmlns:a16="http://schemas.microsoft.com/office/drawing/2014/main" id="{758261ED-4E84-FF60-0841-D6226E38B3F9}"/>
                </a:ext>
              </a:extLst>
            </p:cNvPr>
            <p:cNvCxnSpPr>
              <a:cxnSpLocks/>
            </p:cNvCxnSpPr>
            <p:nvPr/>
          </p:nvCxnSpPr>
          <p:spPr>
            <a:xfrm>
              <a:off x="566906" y="4509120"/>
              <a:ext cx="5735923"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4" name="直线连接符 273">
              <a:extLst>
                <a:ext uri="{FF2B5EF4-FFF2-40B4-BE49-F238E27FC236}">
                  <a16:creationId xmlns:a16="http://schemas.microsoft.com/office/drawing/2014/main" id="{839B72A6-3489-A7F8-03EB-70904EC08F8C}"/>
                </a:ext>
              </a:extLst>
            </p:cNvPr>
            <p:cNvCxnSpPr>
              <a:cxnSpLocks/>
            </p:cNvCxnSpPr>
            <p:nvPr/>
          </p:nvCxnSpPr>
          <p:spPr>
            <a:xfrm>
              <a:off x="566906" y="5133945"/>
              <a:ext cx="5735923" cy="0"/>
            </a:xfrm>
            <a:prstGeom prst="line">
              <a:avLst/>
            </a:prstGeom>
            <a:ln w="15875">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5" name="直线连接符 274">
              <a:extLst>
                <a:ext uri="{FF2B5EF4-FFF2-40B4-BE49-F238E27FC236}">
                  <a16:creationId xmlns:a16="http://schemas.microsoft.com/office/drawing/2014/main" id="{F29D46BC-5A4E-BA8B-9120-3D4A6FE9E666}"/>
                </a:ext>
              </a:extLst>
            </p:cNvPr>
            <p:cNvCxnSpPr>
              <a:cxnSpLocks/>
            </p:cNvCxnSpPr>
            <p:nvPr/>
          </p:nvCxnSpPr>
          <p:spPr>
            <a:xfrm>
              <a:off x="566906" y="5733256"/>
              <a:ext cx="5735923"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6" name="直线连接符 275">
              <a:extLst>
                <a:ext uri="{FF2B5EF4-FFF2-40B4-BE49-F238E27FC236}">
                  <a16:creationId xmlns:a16="http://schemas.microsoft.com/office/drawing/2014/main" id="{8C56C86C-DE67-00FD-A989-BCA04C8257AC}"/>
                </a:ext>
              </a:extLst>
            </p:cNvPr>
            <p:cNvCxnSpPr>
              <a:cxnSpLocks/>
            </p:cNvCxnSpPr>
            <p:nvPr/>
          </p:nvCxnSpPr>
          <p:spPr>
            <a:xfrm>
              <a:off x="566906" y="2407441"/>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7" name="直线连接符 276">
              <a:extLst>
                <a:ext uri="{FF2B5EF4-FFF2-40B4-BE49-F238E27FC236}">
                  <a16:creationId xmlns:a16="http://schemas.microsoft.com/office/drawing/2014/main" id="{B5051FFB-6D8D-6AFA-9609-7019742B911F}"/>
                </a:ext>
              </a:extLst>
            </p:cNvPr>
            <p:cNvCxnSpPr>
              <a:cxnSpLocks/>
            </p:cNvCxnSpPr>
            <p:nvPr/>
          </p:nvCxnSpPr>
          <p:spPr>
            <a:xfrm>
              <a:off x="566906" y="3035667"/>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8" name="直线连接符 277">
              <a:extLst>
                <a:ext uri="{FF2B5EF4-FFF2-40B4-BE49-F238E27FC236}">
                  <a16:creationId xmlns:a16="http://schemas.microsoft.com/office/drawing/2014/main" id="{AE60067A-FF88-FB2E-ABA6-289FEE1B3F95}"/>
                </a:ext>
              </a:extLst>
            </p:cNvPr>
            <p:cNvCxnSpPr>
              <a:cxnSpLocks/>
            </p:cNvCxnSpPr>
            <p:nvPr/>
          </p:nvCxnSpPr>
          <p:spPr>
            <a:xfrm>
              <a:off x="566906" y="3619760"/>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9" name="直线连接符 278">
              <a:extLst>
                <a:ext uri="{FF2B5EF4-FFF2-40B4-BE49-F238E27FC236}">
                  <a16:creationId xmlns:a16="http://schemas.microsoft.com/office/drawing/2014/main" id="{915E0E56-583C-DA49-6295-F412D49A1452}"/>
                </a:ext>
              </a:extLst>
            </p:cNvPr>
            <p:cNvCxnSpPr>
              <a:cxnSpLocks/>
            </p:cNvCxnSpPr>
            <p:nvPr/>
          </p:nvCxnSpPr>
          <p:spPr>
            <a:xfrm>
              <a:off x="566906" y="423754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0" name="直线连接符 279">
              <a:extLst>
                <a:ext uri="{FF2B5EF4-FFF2-40B4-BE49-F238E27FC236}">
                  <a16:creationId xmlns:a16="http://schemas.microsoft.com/office/drawing/2014/main" id="{1F60FD3E-DDA3-F1E8-0FC8-D2BF9B545134}"/>
                </a:ext>
              </a:extLst>
            </p:cNvPr>
            <p:cNvCxnSpPr>
              <a:cxnSpLocks/>
            </p:cNvCxnSpPr>
            <p:nvPr/>
          </p:nvCxnSpPr>
          <p:spPr>
            <a:xfrm>
              <a:off x="566906" y="4803137"/>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1" name="直线连接符 280">
              <a:extLst>
                <a:ext uri="{FF2B5EF4-FFF2-40B4-BE49-F238E27FC236}">
                  <a16:creationId xmlns:a16="http://schemas.microsoft.com/office/drawing/2014/main" id="{DF4DD5D5-BA94-F2B9-2615-A9207FCB1AA3}"/>
                </a:ext>
              </a:extLst>
            </p:cNvPr>
            <p:cNvCxnSpPr>
              <a:cxnSpLocks/>
            </p:cNvCxnSpPr>
            <p:nvPr/>
          </p:nvCxnSpPr>
          <p:spPr>
            <a:xfrm>
              <a:off x="566906" y="543942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2" name="直线连接符 281">
              <a:extLst>
                <a:ext uri="{FF2B5EF4-FFF2-40B4-BE49-F238E27FC236}">
                  <a16:creationId xmlns:a16="http://schemas.microsoft.com/office/drawing/2014/main" id="{7DA2DBCB-FEB7-722A-A0AB-8424C2F78110}"/>
                </a:ext>
              </a:extLst>
            </p:cNvPr>
            <p:cNvCxnSpPr>
              <a:cxnSpLocks/>
            </p:cNvCxnSpPr>
            <p:nvPr/>
          </p:nvCxnSpPr>
          <p:spPr>
            <a:xfrm>
              <a:off x="566906" y="600501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3" name="直线连接符 282">
              <a:extLst>
                <a:ext uri="{FF2B5EF4-FFF2-40B4-BE49-F238E27FC236}">
                  <a16:creationId xmlns:a16="http://schemas.microsoft.com/office/drawing/2014/main" id="{322E47BA-F6CD-98CD-3D81-20F3D4562D89}"/>
                </a:ext>
              </a:extLst>
            </p:cNvPr>
            <p:cNvCxnSpPr>
              <a:cxnSpLocks/>
            </p:cNvCxnSpPr>
            <p:nvPr/>
          </p:nvCxnSpPr>
          <p:spPr>
            <a:xfrm>
              <a:off x="797621"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4" name="直线连接符 283">
              <a:extLst>
                <a:ext uri="{FF2B5EF4-FFF2-40B4-BE49-F238E27FC236}">
                  <a16:creationId xmlns:a16="http://schemas.microsoft.com/office/drawing/2014/main" id="{BC91F409-F316-872D-3DEF-4EC6C38E903B}"/>
                </a:ext>
              </a:extLst>
            </p:cNvPr>
            <p:cNvCxnSpPr>
              <a:cxnSpLocks/>
            </p:cNvCxnSpPr>
            <p:nvPr/>
          </p:nvCxnSpPr>
          <p:spPr>
            <a:xfrm>
              <a:off x="1331723" y="2113279"/>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5" name="直线连接符 284">
              <a:extLst>
                <a:ext uri="{FF2B5EF4-FFF2-40B4-BE49-F238E27FC236}">
                  <a16:creationId xmlns:a16="http://schemas.microsoft.com/office/drawing/2014/main" id="{491112BA-556C-297F-E112-DF337CC7C9C8}"/>
                </a:ext>
              </a:extLst>
            </p:cNvPr>
            <p:cNvCxnSpPr>
              <a:cxnSpLocks/>
            </p:cNvCxnSpPr>
            <p:nvPr/>
          </p:nvCxnSpPr>
          <p:spPr>
            <a:xfrm>
              <a:off x="1865825"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6" name="直线连接符 285">
              <a:extLst>
                <a:ext uri="{FF2B5EF4-FFF2-40B4-BE49-F238E27FC236}">
                  <a16:creationId xmlns:a16="http://schemas.microsoft.com/office/drawing/2014/main" id="{DF06083D-D8A8-21EE-6992-C77CD029B9AB}"/>
                </a:ext>
              </a:extLst>
            </p:cNvPr>
            <p:cNvCxnSpPr>
              <a:cxnSpLocks/>
            </p:cNvCxnSpPr>
            <p:nvPr/>
          </p:nvCxnSpPr>
          <p:spPr>
            <a:xfrm>
              <a:off x="2399927"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7" name="直线连接符 286">
              <a:extLst>
                <a:ext uri="{FF2B5EF4-FFF2-40B4-BE49-F238E27FC236}">
                  <a16:creationId xmlns:a16="http://schemas.microsoft.com/office/drawing/2014/main" id="{9873CEE9-BA62-72D2-33A7-F07991BBF81F}"/>
                </a:ext>
              </a:extLst>
            </p:cNvPr>
            <p:cNvCxnSpPr>
              <a:cxnSpLocks/>
            </p:cNvCxnSpPr>
            <p:nvPr/>
          </p:nvCxnSpPr>
          <p:spPr>
            <a:xfrm>
              <a:off x="2877697"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9" name="直线连接符 288">
              <a:extLst>
                <a:ext uri="{FF2B5EF4-FFF2-40B4-BE49-F238E27FC236}">
                  <a16:creationId xmlns:a16="http://schemas.microsoft.com/office/drawing/2014/main" id="{98394646-87B0-33D8-1198-B3F2651507B7}"/>
                </a:ext>
              </a:extLst>
            </p:cNvPr>
            <p:cNvCxnSpPr>
              <a:cxnSpLocks/>
            </p:cNvCxnSpPr>
            <p:nvPr/>
          </p:nvCxnSpPr>
          <p:spPr>
            <a:xfrm>
              <a:off x="3468131"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0" name="直线连接符 289">
              <a:extLst>
                <a:ext uri="{FF2B5EF4-FFF2-40B4-BE49-F238E27FC236}">
                  <a16:creationId xmlns:a16="http://schemas.microsoft.com/office/drawing/2014/main" id="{CC0EF041-A942-DF9D-D3C2-C3331DF72A01}"/>
                </a:ext>
              </a:extLst>
            </p:cNvPr>
            <p:cNvCxnSpPr>
              <a:cxnSpLocks/>
            </p:cNvCxnSpPr>
            <p:nvPr/>
          </p:nvCxnSpPr>
          <p:spPr>
            <a:xfrm>
              <a:off x="3979699"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1" name="直线连接符 290">
              <a:extLst>
                <a:ext uri="{FF2B5EF4-FFF2-40B4-BE49-F238E27FC236}">
                  <a16:creationId xmlns:a16="http://schemas.microsoft.com/office/drawing/2014/main" id="{AA3C3620-7815-092B-A47C-5FF18C771556}"/>
                </a:ext>
              </a:extLst>
            </p:cNvPr>
            <p:cNvCxnSpPr>
              <a:cxnSpLocks/>
            </p:cNvCxnSpPr>
            <p:nvPr/>
          </p:nvCxnSpPr>
          <p:spPr>
            <a:xfrm>
              <a:off x="4460035"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2" name="直线连接符 291">
              <a:extLst>
                <a:ext uri="{FF2B5EF4-FFF2-40B4-BE49-F238E27FC236}">
                  <a16:creationId xmlns:a16="http://schemas.microsoft.com/office/drawing/2014/main" id="{29557586-06A2-BF9F-3AB0-645BEDFC6ECD}"/>
                </a:ext>
              </a:extLst>
            </p:cNvPr>
            <p:cNvCxnSpPr>
              <a:cxnSpLocks/>
            </p:cNvCxnSpPr>
            <p:nvPr/>
          </p:nvCxnSpPr>
          <p:spPr>
            <a:xfrm>
              <a:off x="4994137"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3" name="直线连接符 292">
              <a:extLst>
                <a:ext uri="{FF2B5EF4-FFF2-40B4-BE49-F238E27FC236}">
                  <a16:creationId xmlns:a16="http://schemas.microsoft.com/office/drawing/2014/main" id="{403DAE29-B2DA-714D-FA55-9AA15C81C44B}"/>
                </a:ext>
              </a:extLst>
            </p:cNvPr>
            <p:cNvCxnSpPr>
              <a:cxnSpLocks/>
            </p:cNvCxnSpPr>
            <p:nvPr/>
          </p:nvCxnSpPr>
          <p:spPr>
            <a:xfrm>
              <a:off x="5528239"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4" name="直线连接符 293">
              <a:extLst>
                <a:ext uri="{FF2B5EF4-FFF2-40B4-BE49-F238E27FC236}">
                  <a16:creationId xmlns:a16="http://schemas.microsoft.com/office/drawing/2014/main" id="{BF02ECE7-8B28-4973-6037-9FB75CEBDF91}"/>
                </a:ext>
              </a:extLst>
            </p:cNvPr>
            <p:cNvCxnSpPr>
              <a:cxnSpLocks/>
            </p:cNvCxnSpPr>
            <p:nvPr/>
          </p:nvCxnSpPr>
          <p:spPr>
            <a:xfrm>
              <a:off x="6062341"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grpSp>
      <p:sp>
        <p:nvSpPr>
          <p:cNvPr id="300" name="文本框 299">
            <a:extLst>
              <a:ext uri="{FF2B5EF4-FFF2-40B4-BE49-F238E27FC236}">
                <a16:creationId xmlns:a16="http://schemas.microsoft.com/office/drawing/2014/main" id="{F631562C-C526-E275-C6CA-8DF37EE3E6C4}"/>
              </a:ext>
            </a:extLst>
          </p:cNvPr>
          <p:cNvSpPr txBox="1"/>
          <p:nvPr/>
        </p:nvSpPr>
        <p:spPr>
          <a:xfrm>
            <a:off x="202602" y="1597153"/>
            <a:ext cx="2561920" cy="307777"/>
          </a:xfrm>
          <a:prstGeom prst="rect">
            <a:avLst/>
          </a:prstGeom>
          <a:noFill/>
        </p:spPr>
        <p:txBody>
          <a:bodyPr wrap="non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Bitcoin trading volume(24h)</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01" name="文本框 300">
            <a:extLst>
              <a:ext uri="{FF2B5EF4-FFF2-40B4-BE49-F238E27FC236}">
                <a16:creationId xmlns:a16="http://schemas.microsoft.com/office/drawing/2014/main" id="{D78D1F43-F0A9-8B6D-3ADA-8FC2B67B4795}"/>
              </a:ext>
            </a:extLst>
          </p:cNvPr>
          <p:cNvSpPr txBox="1"/>
          <p:nvPr/>
        </p:nvSpPr>
        <p:spPr>
          <a:xfrm>
            <a:off x="190410" y="4077072"/>
            <a:ext cx="2704587" cy="307777"/>
          </a:xfrm>
          <a:prstGeom prst="rect">
            <a:avLst/>
          </a:prstGeom>
          <a:noFill/>
        </p:spPr>
        <p:txBody>
          <a:bodyPr wrap="non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Daily change of bitcoin prices</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05" name="Google Shape;1430;p70">
            <a:extLst>
              <a:ext uri="{FF2B5EF4-FFF2-40B4-BE49-F238E27FC236}">
                <a16:creationId xmlns:a16="http://schemas.microsoft.com/office/drawing/2014/main" id="{311FE577-7FD7-F17D-DA38-C299CEBAF753}"/>
              </a:ext>
            </a:extLst>
          </p:cNvPr>
          <p:cNvSpPr/>
          <p:nvPr/>
        </p:nvSpPr>
        <p:spPr>
          <a:xfrm>
            <a:off x="10275095" y="5225201"/>
            <a:ext cx="197678" cy="125529"/>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306" name="Google Shape;1431;p70">
            <a:extLst>
              <a:ext uri="{FF2B5EF4-FFF2-40B4-BE49-F238E27FC236}">
                <a16:creationId xmlns:a16="http://schemas.microsoft.com/office/drawing/2014/main" id="{F9FD269D-F4BC-FC0D-9E1C-EDCDE9EECD04}"/>
              </a:ext>
            </a:extLst>
          </p:cNvPr>
          <p:cNvSpPr/>
          <p:nvPr/>
        </p:nvSpPr>
        <p:spPr>
          <a:xfrm>
            <a:off x="10194727" y="5276440"/>
            <a:ext cx="52233" cy="22963"/>
          </a:xfrm>
          <a:custGeom>
            <a:avLst/>
            <a:gdLst/>
            <a:ahLst/>
            <a:cxnLst/>
            <a:rect l="l" t="t" r="r" b="b"/>
            <a:pathLst>
              <a:path w="427" h="268" extrusionOk="0">
                <a:moveTo>
                  <a:pt x="1" y="1"/>
                </a:moveTo>
                <a:lnTo>
                  <a:pt x="1" y="268"/>
                </a:lnTo>
                <a:lnTo>
                  <a:pt x="426" y="268"/>
                </a:lnTo>
                <a:lnTo>
                  <a:pt x="426"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307" name="Google Shape;1432;p70">
            <a:extLst>
              <a:ext uri="{FF2B5EF4-FFF2-40B4-BE49-F238E27FC236}">
                <a16:creationId xmlns:a16="http://schemas.microsoft.com/office/drawing/2014/main" id="{E06AB149-34E1-FE05-C55E-EDD39F8AF49F}"/>
              </a:ext>
            </a:extLst>
          </p:cNvPr>
          <p:cNvSpPr/>
          <p:nvPr/>
        </p:nvSpPr>
        <p:spPr>
          <a:xfrm>
            <a:off x="10136499" y="5276440"/>
            <a:ext cx="27523" cy="22963"/>
          </a:xfrm>
          <a:custGeom>
            <a:avLst/>
            <a:gdLst/>
            <a:ahLst/>
            <a:cxnLst/>
            <a:rect l="l" t="t" r="r" b="b"/>
            <a:pathLst>
              <a:path w="225" h="268" extrusionOk="0">
                <a:moveTo>
                  <a:pt x="1" y="1"/>
                </a:moveTo>
                <a:lnTo>
                  <a:pt x="1" y="268"/>
                </a:lnTo>
                <a:lnTo>
                  <a:pt x="224" y="268"/>
                </a:lnTo>
                <a:lnTo>
                  <a:pt x="224"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310" name="文本框 309">
            <a:extLst>
              <a:ext uri="{FF2B5EF4-FFF2-40B4-BE49-F238E27FC236}">
                <a16:creationId xmlns:a16="http://schemas.microsoft.com/office/drawing/2014/main" id="{006773CF-A5B7-E3D3-360C-D211669E3888}"/>
              </a:ext>
            </a:extLst>
          </p:cNvPr>
          <p:cNvSpPr txBox="1"/>
          <p:nvPr/>
        </p:nvSpPr>
        <p:spPr>
          <a:xfrm>
            <a:off x="150131"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1" name="文本框 310">
            <a:extLst>
              <a:ext uri="{FF2B5EF4-FFF2-40B4-BE49-F238E27FC236}">
                <a16:creationId xmlns:a16="http://schemas.microsoft.com/office/drawing/2014/main" id="{F8DDA0AF-7947-AD07-620E-787554D6D537}"/>
              </a:ext>
            </a:extLst>
          </p:cNvPr>
          <p:cNvSpPr txBox="1"/>
          <p:nvPr/>
        </p:nvSpPr>
        <p:spPr>
          <a:xfrm>
            <a:off x="353264"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2" name="文本框 311">
            <a:extLst>
              <a:ext uri="{FF2B5EF4-FFF2-40B4-BE49-F238E27FC236}">
                <a16:creationId xmlns:a16="http://schemas.microsoft.com/office/drawing/2014/main" id="{E62D190D-990F-A3CA-2132-66DEA33F0E41}"/>
              </a:ext>
            </a:extLst>
          </p:cNvPr>
          <p:cNvSpPr txBox="1"/>
          <p:nvPr/>
        </p:nvSpPr>
        <p:spPr>
          <a:xfrm>
            <a:off x="641295" y="6213833"/>
            <a:ext cx="485659" cy="246221"/>
          </a:xfrm>
          <a:prstGeom prst="rect">
            <a:avLst/>
          </a:prstGeom>
          <a:noFill/>
        </p:spPr>
        <p:txBody>
          <a:bodyPr wrap="squar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3" name="文本框 312">
            <a:extLst>
              <a:ext uri="{FF2B5EF4-FFF2-40B4-BE49-F238E27FC236}">
                <a16:creationId xmlns:a16="http://schemas.microsoft.com/office/drawing/2014/main" id="{59B54688-6793-ED47-9F03-72158DF4266D}"/>
              </a:ext>
            </a:extLst>
          </p:cNvPr>
          <p:cNvSpPr txBox="1"/>
          <p:nvPr/>
        </p:nvSpPr>
        <p:spPr>
          <a:xfrm>
            <a:off x="857320"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4" name="文本框 313">
            <a:extLst>
              <a:ext uri="{FF2B5EF4-FFF2-40B4-BE49-F238E27FC236}">
                <a16:creationId xmlns:a16="http://schemas.microsoft.com/office/drawing/2014/main" id="{EEC364B5-04F0-7A79-7C3C-EEC770758839}"/>
              </a:ext>
            </a:extLst>
          </p:cNvPr>
          <p:cNvSpPr txBox="1"/>
          <p:nvPr/>
        </p:nvSpPr>
        <p:spPr>
          <a:xfrm>
            <a:off x="1145352"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5" name="文本框 314">
            <a:extLst>
              <a:ext uri="{FF2B5EF4-FFF2-40B4-BE49-F238E27FC236}">
                <a16:creationId xmlns:a16="http://schemas.microsoft.com/office/drawing/2014/main" id="{15C42BA6-4367-8552-F9AE-82091B757BEF}"/>
              </a:ext>
            </a:extLst>
          </p:cNvPr>
          <p:cNvSpPr txBox="1"/>
          <p:nvPr/>
        </p:nvSpPr>
        <p:spPr>
          <a:xfrm>
            <a:off x="1433384"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6" name="文本框 315">
            <a:extLst>
              <a:ext uri="{FF2B5EF4-FFF2-40B4-BE49-F238E27FC236}">
                <a16:creationId xmlns:a16="http://schemas.microsoft.com/office/drawing/2014/main" id="{3B34185D-39B0-B7EA-52C5-4F0E10D1B5FE}"/>
              </a:ext>
            </a:extLst>
          </p:cNvPr>
          <p:cNvSpPr txBox="1"/>
          <p:nvPr/>
        </p:nvSpPr>
        <p:spPr>
          <a:xfrm>
            <a:off x="1649408"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7" name="文本框 316">
            <a:extLst>
              <a:ext uri="{FF2B5EF4-FFF2-40B4-BE49-F238E27FC236}">
                <a16:creationId xmlns:a16="http://schemas.microsoft.com/office/drawing/2014/main" id="{AB2FB7F5-C08E-FF21-780D-7E9D197F1ACD}"/>
              </a:ext>
            </a:extLst>
          </p:cNvPr>
          <p:cNvSpPr txBox="1"/>
          <p:nvPr/>
        </p:nvSpPr>
        <p:spPr>
          <a:xfrm>
            <a:off x="1937440"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8" name="文本框 317">
            <a:extLst>
              <a:ext uri="{FF2B5EF4-FFF2-40B4-BE49-F238E27FC236}">
                <a16:creationId xmlns:a16="http://schemas.microsoft.com/office/drawing/2014/main" id="{88C1B0F5-5661-F277-71FB-AC82E6350EBF}"/>
              </a:ext>
            </a:extLst>
          </p:cNvPr>
          <p:cNvSpPr txBox="1"/>
          <p:nvPr/>
        </p:nvSpPr>
        <p:spPr>
          <a:xfrm>
            <a:off x="2153464"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9</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9" name="文本框 318">
            <a:extLst>
              <a:ext uri="{FF2B5EF4-FFF2-40B4-BE49-F238E27FC236}">
                <a16:creationId xmlns:a16="http://schemas.microsoft.com/office/drawing/2014/main" id="{E04B28BC-5C61-28A2-283E-A3D2E8C30B1C}"/>
              </a:ext>
            </a:extLst>
          </p:cNvPr>
          <p:cNvSpPr txBox="1"/>
          <p:nvPr/>
        </p:nvSpPr>
        <p:spPr>
          <a:xfrm>
            <a:off x="2369488"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10</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0" name="文本框 319">
            <a:extLst>
              <a:ext uri="{FF2B5EF4-FFF2-40B4-BE49-F238E27FC236}">
                <a16:creationId xmlns:a16="http://schemas.microsoft.com/office/drawing/2014/main" id="{75E1FFF4-D9A9-DC7E-08AC-95001E7AED05}"/>
              </a:ext>
            </a:extLst>
          </p:cNvPr>
          <p:cNvSpPr txBox="1"/>
          <p:nvPr/>
        </p:nvSpPr>
        <p:spPr>
          <a:xfrm>
            <a:off x="2610913"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1" name="文本框 320">
            <a:extLst>
              <a:ext uri="{FF2B5EF4-FFF2-40B4-BE49-F238E27FC236}">
                <a16:creationId xmlns:a16="http://schemas.microsoft.com/office/drawing/2014/main" id="{35511FCE-0B9D-0770-601C-208AA537B97E}"/>
              </a:ext>
            </a:extLst>
          </p:cNvPr>
          <p:cNvSpPr txBox="1"/>
          <p:nvPr/>
        </p:nvSpPr>
        <p:spPr>
          <a:xfrm>
            <a:off x="2898945"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2" name="文本框 321">
            <a:extLst>
              <a:ext uri="{FF2B5EF4-FFF2-40B4-BE49-F238E27FC236}">
                <a16:creationId xmlns:a16="http://schemas.microsoft.com/office/drawing/2014/main" id="{548FC8EF-1494-0E2C-22C1-0D04D9873B99}"/>
              </a:ext>
            </a:extLst>
          </p:cNvPr>
          <p:cNvSpPr txBox="1"/>
          <p:nvPr/>
        </p:nvSpPr>
        <p:spPr>
          <a:xfrm>
            <a:off x="3161576"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3" name="文本框 322">
            <a:extLst>
              <a:ext uri="{FF2B5EF4-FFF2-40B4-BE49-F238E27FC236}">
                <a16:creationId xmlns:a16="http://schemas.microsoft.com/office/drawing/2014/main" id="{0BD0EC57-A2C7-3883-695D-28E8A7EA131D}"/>
              </a:ext>
            </a:extLst>
          </p:cNvPr>
          <p:cNvSpPr txBox="1"/>
          <p:nvPr/>
        </p:nvSpPr>
        <p:spPr>
          <a:xfrm>
            <a:off x="3364709"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4" name="文本框 323">
            <a:extLst>
              <a:ext uri="{FF2B5EF4-FFF2-40B4-BE49-F238E27FC236}">
                <a16:creationId xmlns:a16="http://schemas.microsoft.com/office/drawing/2014/main" id="{6FC123CC-1981-9B6C-62BE-5BC30E4DBDBE}"/>
              </a:ext>
            </a:extLst>
          </p:cNvPr>
          <p:cNvSpPr txBox="1"/>
          <p:nvPr/>
        </p:nvSpPr>
        <p:spPr>
          <a:xfrm>
            <a:off x="3652741"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5" name="文本框 324">
            <a:extLst>
              <a:ext uri="{FF2B5EF4-FFF2-40B4-BE49-F238E27FC236}">
                <a16:creationId xmlns:a16="http://schemas.microsoft.com/office/drawing/2014/main" id="{62883C15-875C-5811-2FEF-41ACE14473EF}"/>
              </a:ext>
            </a:extLst>
          </p:cNvPr>
          <p:cNvSpPr txBox="1"/>
          <p:nvPr/>
        </p:nvSpPr>
        <p:spPr>
          <a:xfrm>
            <a:off x="3868765"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6" name="文本框 325">
            <a:extLst>
              <a:ext uri="{FF2B5EF4-FFF2-40B4-BE49-F238E27FC236}">
                <a16:creationId xmlns:a16="http://schemas.microsoft.com/office/drawing/2014/main" id="{79EBC75A-DA17-A3FF-15B6-05BD56E2EF8B}"/>
              </a:ext>
            </a:extLst>
          </p:cNvPr>
          <p:cNvSpPr txBox="1"/>
          <p:nvPr/>
        </p:nvSpPr>
        <p:spPr>
          <a:xfrm>
            <a:off x="4156797"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7" name="文本框 326">
            <a:extLst>
              <a:ext uri="{FF2B5EF4-FFF2-40B4-BE49-F238E27FC236}">
                <a16:creationId xmlns:a16="http://schemas.microsoft.com/office/drawing/2014/main" id="{747CB1C4-C09E-6A11-5D7C-3EEF0D923505}"/>
              </a:ext>
            </a:extLst>
          </p:cNvPr>
          <p:cNvSpPr txBox="1"/>
          <p:nvPr/>
        </p:nvSpPr>
        <p:spPr>
          <a:xfrm>
            <a:off x="4444829"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8" name="文本框 327">
            <a:extLst>
              <a:ext uri="{FF2B5EF4-FFF2-40B4-BE49-F238E27FC236}">
                <a16:creationId xmlns:a16="http://schemas.microsoft.com/office/drawing/2014/main" id="{790FED2A-C493-05E2-913B-EC29B37A6D35}"/>
              </a:ext>
            </a:extLst>
          </p:cNvPr>
          <p:cNvSpPr txBox="1"/>
          <p:nvPr/>
        </p:nvSpPr>
        <p:spPr>
          <a:xfrm>
            <a:off x="4660853"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19</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9" name="文本框 328">
            <a:extLst>
              <a:ext uri="{FF2B5EF4-FFF2-40B4-BE49-F238E27FC236}">
                <a16:creationId xmlns:a16="http://schemas.microsoft.com/office/drawing/2014/main" id="{D2505B47-A9B4-9804-6417-56CF6573A743}"/>
              </a:ext>
            </a:extLst>
          </p:cNvPr>
          <p:cNvSpPr txBox="1"/>
          <p:nvPr/>
        </p:nvSpPr>
        <p:spPr>
          <a:xfrm>
            <a:off x="4879612" y="6223069"/>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20</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0" name="文本框 329">
            <a:extLst>
              <a:ext uri="{FF2B5EF4-FFF2-40B4-BE49-F238E27FC236}">
                <a16:creationId xmlns:a16="http://schemas.microsoft.com/office/drawing/2014/main" id="{DA1BAE55-2D4D-60B1-66B1-72D7BFFACFBB}"/>
              </a:ext>
            </a:extLst>
          </p:cNvPr>
          <p:cNvSpPr txBox="1"/>
          <p:nvPr/>
        </p:nvSpPr>
        <p:spPr>
          <a:xfrm>
            <a:off x="5123346" y="6227688"/>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1" name="文本框 330">
            <a:extLst>
              <a:ext uri="{FF2B5EF4-FFF2-40B4-BE49-F238E27FC236}">
                <a16:creationId xmlns:a16="http://schemas.microsoft.com/office/drawing/2014/main" id="{D2039BC0-21C8-F4FA-4F47-CDFCEC0D849A}"/>
              </a:ext>
            </a:extLst>
          </p:cNvPr>
          <p:cNvSpPr txBox="1"/>
          <p:nvPr/>
        </p:nvSpPr>
        <p:spPr>
          <a:xfrm>
            <a:off x="5380933"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2" name="文本框 331">
            <a:extLst>
              <a:ext uri="{FF2B5EF4-FFF2-40B4-BE49-F238E27FC236}">
                <a16:creationId xmlns:a16="http://schemas.microsoft.com/office/drawing/2014/main" id="{C74FFDFE-0D1B-799F-9340-403B0CF9E6FD}"/>
              </a:ext>
            </a:extLst>
          </p:cNvPr>
          <p:cNvSpPr txBox="1"/>
          <p:nvPr/>
        </p:nvSpPr>
        <p:spPr>
          <a:xfrm>
            <a:off x="5585413" y="6218451"/>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4" name="文本框 333">
            <a:extLst>
              <a:ext uri="{FF2B5EF4-FFF2-40B4-BE49-F238E27FC236}">
                <a16:creationId xmlns:a16="http://schemas.microsoft.com/office/drawing/2014/main" id="{8D4EB62C-DC69-3DC2-1F01-3DBC2F46E221}"/>
              </a:ext>
            </a:extLst>
          </p:cNvPr>
          <p:cNvSpPr txBox="1"/>
          <p:nvPr/>
        </p:nvSpPr>
        <p:spPr>
          <a:xfrm>
            <a:off x="207365" y="5935425"/>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-8%</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5" name="文本框 334">
            <a:extLst>
              <a:ext uri="{FF2B5EF4-FFF2-40B4-BE49-F238E27FC236}">
                <a16:creationId xmlns:a16="http://schemas.microsoft.com/office/drawing/2014/main" id="{2109244F-5BDD-0940-C14B-37898342D427}"/>
              </a:ext>
            </a:extLst>
          </p:cNvPr>
          <p:cNvSpPr txBox="1"/>
          <p:nvPr/>
        </p:nvSpPr>
        <p:spPr>
          <a:xfrm>
            <a:off x="207365" y="5661248"/>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6" name="文本框 335">
            <a:extLst>
              <a:ext uri="{FF2B5EF4-FFF2-40B4-BE49-F238E27FC236}">
                <a16:creationId xmlns:a16="http://schemas.microsoft.com/office/drawing/2014/main" id="{10B0BE72-A025-28E0-C13A-AA0D6A0E64FC}"/>
              </a:ext>
            </a:extLst>
          </p:cNvPr>
          <p:cNvSpPr txBox="1"/>
          <p:nvPr/>
        </p:nvSpPr>
        <p:spPr>
          <a:xfrm>
            <a:off x="207365" y="5373216"/>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-3%</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7" name="文本框 336">
            <a:extLst>
              <a:ext uri="{FF2B5EF4-FFF2-40B4-BE49-F238E27FC236}">
                <a16:creationId xmlns:a16="http://schemas.microsoft.com/office/drawing/2014/main" id="{3CD1C0EB-6DE9-9F03-0E65-4AC70A7CE2B1}"/>
              </a:ext>
            </a:extLst>
          </p:cNvPr>
          <p:cNvSpPr txBox="1"/>
          <p:nvPr/>
        </p:nvSpPr>
        <p:spPr>
          <a:xfrm>
            <a:off x="207365" y="5085184"/>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8" name="文本框 337">
            <a:extLst>
              <a:ext uri="{FF2B5EF4-FFF2-40B4-BE49-F238E27FC236}">
                <a16:creationId xmlns:a16="http://schemas.microsoft.com/office/drawing/2014/main" id="{0C554D7A-686A-6F35-B832-FBBB46C7FDAC}"/>
              </a:ext>
            </a:extLst>
          </p:cNvPr>
          <p:cNvSpPr txBox="1"/>
          <p:nvPr/>
        </p:nvSpPr>
        <p:spPr>
          <a:xfrm>
            <a:off x="207365" y="4725144"/>
            <a:ext cx="32893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9" name="文本框 338">
            <a:extLst>
              <a:ext uri="{FF2B5EF4-FFF2-40B4-BE49-F238E27FC236}">
                <a16:creationId xmlns:a16="http://schemas.microsoft.com/office/drawing/2014/main" id="{809102FB-A46E-F9D6-258A-37CB8C424017}"/>
              </a:ext>
            </a:extLst>
          </p:cNvPr>
          <p:cNvSpPr txBox="1"/>
          <p:nvPr/>
        </p:nvSpPr>
        <p:spPr>
          <a:xfrm>
            <a:off x="207365" y="4437112"/>
            <a:ext cx="32893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0" name="文本框 339">
            <a:extLst>
              <a:ext uri="{FF2B5EF4-FFF2-40B4-BE49-F238E27FC236}">
                <a16:creationId xmlns:a16="http://schemas.microsoft.com/office/drawing/2014/main" id="{B818FC8E-F41A-B6C4-B412-AFB36CB88FC0}"/>
              </a:ext>
            </a:extLst>
          </p:cNvPr>
          <p:cNvSpPr txBox="1"/>
          <p:nvPr/>
        </p:nvSpPr>
        <p:spPr>
          <a:xfrm>
            <a:off x="207365" y="3573016"/>
            <a:ext cx="32893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0%</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1" name="文本框 340">
            <a:extLst>
              <a:ext uri="{FF2B5EF4-FFF2-40B4-BE49-F238E27FC236}">
                <a16:creationId xmlns:a16="http://schemas.microsoft.com/office/drawing/2014/main" id="{751E5734-7021-7185-516F-862C06BC65EB}"/>
              </a:ext>
            </a:extLst>
          </p:cNvPr>
          <p:cNvSpPr txBox="1"/>
          <p:nvPr/>
        </p:nvSpPr>
        <p:spPr>
          <a:xfrm>
            <a:off x="207365" y="3212976"/>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2" name="文本框 341">
            <a:extLst>
              <a:ext uri="{FF2B5EF4-FFF2-40B4-BE49-F238E27FC236}">
                <a16:creationId xmlns:a16="http://schemas.microsoft.com/office/drawing/2014/main" id="{F4439D65-923D-EFE8-97EB-E8ED7201F165}"/>
              </a:ext>
            </a:extLst>
          </p:cNvPr>
          <p:cNvSpPr txBox="1"/>
          <p:nvPr/>
        </p:nvSpPr>
        <p:spPr>
          <a:xfrm>
            <a:off x="207365" y="2918443"/>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4" name="文本框 343">
            <a:extLst>
              <a:ext uri="{FF2B5EF4-FFF2-40B4-BE49-F238E27FC236}">
                <a16:creationId xmlns:a16="http://schemas.microsoft.com/office/drawing/2014/main" id="{3DBD5F0C-A865-1A6D-3173-A02C5F0992DF}"/>
              </a:ext>
            </a:extLst>
          </p:cNvPr>
          <p:cNvSpPr txBox="1"/>
          <p:nvPr/>
        </p:nvSpPr>
        <p:spPr>
          <a:xfrm>
            <a:off x="207365" y="2599966"/>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$3B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5" name="文本框 344">
            <a:extLst>
              <a:ext uri="{FF2B5EF4-FFF2-40B4-BE49-F238E27FC236}">
                <a16:creationId xmlns:a16="http://schemas.microsoft.com/office/drawing/2014/main" id="{4EDCA039-8FB6-8D0D-25AC-8FBB78025BA3}"/>
              </a:ext>
            </a:extLst>
          </p:cNvPr>
          <p:cNvSpPr txBox="1"/>
          <p:nvPr/>
        </p:nvSpPr>
        <p:spPr>
          <a:xfrm>
            <a:off x="207365" y="2276872"/>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$4B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6" name="文本框 345">
            <a:extLst>
              <a:ext uri="{FF2B5EF4-FFF2-40B4-BE49-F238E27FC236}">
                <a16:creationId xmlns:a16="http://schemas.microsoft.com/office/drawing/2014/main" id="{D070C1B5-B353-BA0D-6014-5A55809ABD7E}"/>
              </a:ext>
            </a:extLst>
          </p:cNvPr>
          <p:cNvSpPr txBox="1"/>
          <p:nvPr/>
        </p:nvSpPr>
        <p:spPr>
          <a:xfrm>
            <a:off x="207365" y="1988840"/>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7" name="文本框 346">
            <a:extLst>
              <a:ext uri="{FF2B5EF4-FFF2-40B4-BE49-F238E27FC236}">
                <a16:creationId xmlns:a16="http://schemas.microsoft.com/office/drawing/2014/main" id="{D6A0F623-E34B-E168-444E-FB5329F21E85}"/>
              </a:ext>
            </a:extLst>
          </p:cNvPr>
          <p:cNvSpPr txBox="1"/>
          <p:nvPr/>
        </p:nvSpPr>
        <p:spPr>
          <a:xfrm>
            <a:off x="10805827" y="5167375"/>
            <a:ext cx="1838505" cy="261610"/>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sz="1050" dirty="0">
                <a:solidFill>
                  <a:srgbClr val="212121"/>
                </a:solidFill>
              </a:rPr>
              <a:t>COINS 'one</a:t>
            </a:r>
            <a:endParaRPr lang="zh-CN" altLang="en-US" sz="1050" dirty="0">
              <a:solidFill>
                <a:srgbClr val="212121"/>
              </a:solidFill>
            </a:endParaRPr>
          </a:p>
        </p:txBody>
      </p:sp>
      <p:sp>
        <p:nvSpPr>
          <p:cNvPr id="348" name="文本框 347">
            <a:extLst>
              <a:ext uri="{FF2B5EF4-FFF2-40B4-BE49-F238E27FC236}">
                <a16:creationId xmlns:a16="http://schemas.microsoft.com/office/drawing/2014/main" id="{C67D7151-26A2-74B1-0784-97F050435BE1}"/>
              </a:ext>
            </a:extLst>
          </p:cNvPr>
          <p:cNvSpPr txBox="1"/>
          <p:nvPr/>
        </p:nvSpPr>
        <p:spPr>
          <a:xfrm>
            <a:off x="178688" y="975360"/>
            <a:ext cx="7863840" cy="400110"/>
          </a:xfrm>
          <a:prstGeom prst="rect">
            <a:avLst/>
          </a:prstGeom>
          <a:noFill/>
        </p:spPr>
        <p:txBody>
          <a:bodyPr wrap="square" rtlCol="0">
            <a:spAutoFit/>
          </a:bodyPr>
          <a:lstStyle/>
          <a:p>
            <a:r>
              <a:rPr kumimoji="1" lang="en" altLang="zh-CN" sz="2000" dirty="0">
                <a:solidFill>
                  <a:srgbClr val="1E334D"/>
                </a:solidFill>
                <a:latin typeface="Alibaba PuHuiTi Medium" pitchFamily="18" charset="-122"/>
                <a:ea typeface="Alibaba PuHuiTi Medium" pitchFamily="18" charset="-122"/>
                <a:cs typeface="Alibaba PuHuiTi Medium" pitchFamily="18" charset="-122"/>
              </a:rPr>
              <a:t>Daily change of bitcoin prices depending on trading volume</a:t>
            </a:r>
            <a:endParaRPr kumimoji="1" lang="zh-CN" altLang="en-US" sz="2000" dirty="0">
              <a:solidFill>
                <a:srgbClr val="1E334D"/>
              </a:solidFill>
              <a:latin typeface="Alibaba PuHuiTi Medium" pitchFamily="18" charset="-122"/>
              <a:ea typeface="Alibaba PuHuiTi Medium" pitchFamily="18" charset="-122"/>
              <a:cs typeface="Alibaba PuHuiTi Medium" pitchFamily="18" charset="-122"/>
            </a:endParaRPr>
          </a:p>
        </p:txBody>
      </p:sp>
      <p:sp>
        <p:nvSpPr>
          <p:cNvPr id="349" name="文本框 348">
            <a:extLst>
              <a:ext uri="{FF2B5EF4-FFF2-40B4-BE49-F238E27FC236}">
                <a16:creationId xmlns:a16="http://schemas.microsoft.com/office/drawing/2014/main" id="{EDEE455A-6B39-E3BF-9104-3ECC9A52D61B}"/>
              </a:ext>
            </a:extLst>
          </p:cNvPr>
          <p:cNvSpPr txBox="1"/>
          <p:nvPr/>
        </p:nvSpPr>
        <p:spPr>
          <a:xfrm>
            <a:off x="166924" y="1249680"/>
            <a:ext cx="7046547" cy="430887"/>
          </a:xfrm>
          <a:prstGeom prst="rect">
            <a:avLst/>
          </a:prstGeom>
          <a:noFill/>
        </p:spPr>
        <p:txBody>
          <a:bodyPr wrap="square" rtlCol="0">
            <a:spAutoFit/>
          </a:bodyPr>
          <a:lstStyle/>
          <a:p>
            <a:r>
              <a:rPr kumimoji="1" lang="en" altLang="zh-CN" sz="2200" dirty="0">
                <a:solidFill>
                  <a:srgbClr val="1E344D"/>
                </a:solidFill>
                <a:latin typeface="Alibaba PuHuiTi Medium" pitchFamily="18" charset="-122"/>
                <a:ea typeface="Alibaba PuHuiTi Medium" pitchFamily="18" charset="-122"/>
                <a:cs typeface="Alibaba PuHuiTi Medium" pitchFamily="18" charset="-122"/>
              </a:rPr>
              <a:t>Correlation between Waves' Hype Index and price</a:t>
            </a:r>
            <a:endParaRPr kumimoji="1" lang="zh-CN" altLang="en-US" sz="2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3" name="Google Shape;1423;p70">
            <a:extLst>
              <a:ext uri="{FF2B5EF4-FFF2-40B4-BE49-F238E27FC236}">
                <a16:creationId xmlns:a16="http://schemas.microsoft.com/office/drawing/2014/main" id="{654081B9-D462-F33D-742C-BA864243185E}"/>
              </a:ext>
            </a:extLst>
          </p:cNvPr>
          <p:cNvSpPr/>
          <p:nvPr/>
        </p:nvSpPr>
        <p:spPr>
          <a:xfrm>
            <a:off x="7075900" y="1353312"/>
            <a:ext cx="223960" cy="24384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1424;p70">
            <a:extLst>
              <a:ext uri="{FF2B5EF4-FFF2-40B4-BE49-F238E27FC236}">
                <a16:creationId xmlns:a16="http://schemas.microsoft.com/office/drawing/2014/main" id="{D0196A78-4900-2AF8-7A97-82A2DE98B51F}"/>
              </a:ext>
            </a:extLst>
          </p:cNvPr>
          <p:cNvSpPr/>
          <p:nvPr/>
        </p:nvSpPr>
        <p:spPr>
          <a:xfrm>
            <a:off x="7074692" y="1441007"/>
            <a:ext cx="68671" cy="68076"/>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文本框 356">
            <a:extLst>
              <a:ext uri="{FF2B5EF4-FFF2-40B4-BE49-F238E27FC236}">
                <a16:creationId xmlns:a16="http://schemas.microsoft.com/office/drawing/2014/main" id="{784F8E59-A6FB-0B0E-5FAB-F3397504C48F}"/>
              </a:ext>
            </a:extLst>
          </p:cNvPr>
          <p:cNvSpPr txBox="1"/>
          <p:nvPr/>
        </p:nvSpPr>
        <p:spPr>
          <a:xfrm>
            <a:off x="6083080" y="6046207"/>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358" name="文本框 357">
            <a:extLst>
              <a:ext uri="{FF2B5EF4-FFF2-40B4-BE49-F238E27FC236}">
                <a16:creationId xmlns:a16="http://schemas.microsoft.com/office/drawing/2014/main" id="{83D3900C-F0A3-AC2D-D614-D489040068FB}"/>
              </a:ext>
            </a:extLst>
          </p:cNvPr>
          <p:cNvSpPr txBox="1"/>
          <p:nvPr/>
        </p:nvSpPr>
        <p:spPr>
          <a:xfrm>
            <a:off x="6099715" y="5581903"/>
            <a:ext cx="16502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dirty="0">
                <a:solidFill>
                  <a:srgbClr val="1E344D"/>
                </a:solidFill>
              </a:rPr>
              <a:t>Exquisite</a:t>
            </a:r>
            <a:endParaRPr lang="zh-CN" altLang="en-US" dirty="0">
              <a:solidFill>
                <a:srgbClr val="1E344D"/>
              </a:solidFill>
            </a:endParaRPr>
          </a:p>
        </p:txBody>
      </p:sp>
      <p:sp>
        <p:nvSpPr>
          <p:cNvPr id="6" name="矩形 5">
            <a:extLst>
              <a:ext uri="{FF2B5EF4-FFF2-40B4-BE49-F238E27FC236}">
                <a16:creationId xmlns:a16="http://schemas.microsoft.com/office/drawing/2014/main" id="{F41A6927-8EE0-E5A1-B30E-85FC50A804E2}"/>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a:extLst>
              <a:ext uri="{FF2B5EF4-FFF2-40B4-BE49-F238E27FC236}">
                <a16:creationId xmlns:a16="http://schemas.microsoft.com/office/drawing/2014/main" id="{A5B52C39-7AD0-D09B-6092-88FF443E63DE}"/>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D5C0818F-B166-245D-7EEC-BF18D510FC3A}"/>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5" name="直线连接符 14">
            <a:extLst>
              <a:ext uri="{FF2B5EF4-FFF2-40B4-BE49-F238E27FC236}">
                <a16:creationId xmlns:a16="http://schemas.microsoft.com/office/drawing/2014/main" id="{38156E73-A43D-A35E-F383-524CCC91462F}"/>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5456FA34-49A1-FA34-F777-D2C29E92F89C}"/>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F6129353-78DD-B1B4-3088-A35F649C66CE}"/>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2EB32959-684F-456D-7CBA-A4AB8695F405}"/>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8E0CEDEA-F13F-3248-26D4-41718F21BCB5}"/>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C6C2FE0C-A5B5-AB07-C56C-6D66B72F21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EC55FE44-2A16-578D-0526-2415083827CE}"/>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9;p80">
              <a:extLst>
                <a:ext uri="{FF2B5EF4-FFF2-40B4-BE49-F238E27FC236}">
                  <a16:creationId xmlns:a16="http://schemas.microsoft.com/office/drawing/2014/main" id="{AC14BA63-71C4-BC4B-4880-CD88172BCFB6}"/>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矩形 2">
            <a:extLst>
              <a:ext uri="{FF2B5EF4-FFF2-40B4-BE49-F238E27FC236}">
                <a16:creationId xmlns:a16="http://schemas.microsoft.com/office/drawing/2014/main" id="{640DC6ED-D65E-874A-C5C1-E4F6454ADDF0}"/>
              </a:ext>
            </a:extLst>
          </p:cNvPr>
          <p:cNvSpPr/>
          <p:nvPr/>
        </p:nvSpPr>
        <p:spPr>
          <a:xfrm>
            <a:off x="5086592" y="-1549627"/>
            <a:ext cx="1158240" cy="1158240"/>
          </a:xfrm>
          <a:prstGeom prst="rect">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Tree>
    <p:extLst>
      <p:ext uri="{BB962C8B-B14F-4D97-AF65-F5344CB8AC3E}">
        <p14:creationId xmlns:p14="http://schemas.microsoft.com/office/powerpoint/2010/main" val="24728954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图片 23">
            <a:extLst>
              <a:ext uri="{FF2B5EF4-FFF2-40B4-BE49-F238E27FC236}">
                <a16:creationId xmlns:a16="http://schemas.microsoft.com/office/drawing/2014/main" id="{8BC955D9-5AF5-8B5E-4041-B9A239D3094F}"/>
              </a:ext>
            </a:extLst>
          </p:cNvPr>
          <p:cNvPicPr>
            <a:picLocks noChangeAspect="1"/>
          </p:cNvPicPr>
          <p:nvPr/>
        </p:nvPicPr>
        <p:blipFill>
          <a:blip r:embed="rId2"/>
          <a:stretch>
            <a:fillRect/>
          </a:stretch>
        </p:blipFill>
        <p:spPr>
          <a:xfrm>
            <a:off x="6153150" y="954617"/>
            <a:ext cx="2933700" cy="5118100"/>
          </a:xfrm>
          <a:prstGeom prst="rect">
            <a:avLst/>
          </a:prstGeom>
        </p:spPr>
      </p:pic>
      <p:grpSp>
        <p:nvGrpSpPr>
          <p:cNvPr id="14" name="组合 13">
            <a:extLst>
              <a:ext uri="{FF2B5EF4-FFF2-40B4-BE49-F238E27FC236}">
                <a16:creationId xmlns:a16="http://schemas.microsoft.com/office/drawing/2014/main" id="{BFDDF30F-C963-FC54-9B11-2EE48DC23571}"/>
              </a:ext>
            </a:extLst>
          </p:cNvPr>
          <p:cNvGrpSpPr/>
          <p:nvPr/>
        </p:nvGrpSpPr>
        <p:grpSpPr>
          <a:xfrm>
            <a:off x="9085133" y="1284177"/>
            <a:ext cx="2352907" cy="4572001"/>
            <a:chOff x="9113709" y="1284177"/>
            <a:chExt cx="2352907" cy="4572001"/>
          </a:xfrm>
          <a:gradFill flip="none" rotWithShape="1">
            <a:gsLst>
              <a:gs pos="99000">
                <a:srgbClr val="BB3023">
                  <a:alpha val="0"/>
                </a:srgbClr>
              </a:gs>
              <a:gs pos="0">
                <a:srgbClr val="BB3023">
                  <a:alpha val="38000"/>
                </a:srgbClr>
              </a:gs>
            </a:gsLst>
            <a:lin ang="10800000" scaled="1"/>
            <a:tileRect/>
          </a:gradFill>
        </p:grpSpPr>
        <p:sp>
          <p:nvSpPr>
            <p:cNvPr id="209" name="矩形 208">
              <a:extLst>
                <a:ext uri="{FF2B5EF4-FFF2-40B4-BE49-F238E27FC236}">
                  <a16:creationId xmlns:a16="http://schemas.microsoft.com/office/drawing/2014/main" id="{5AE43421-37F6-3E2C-BDB3-1375E92DA4A3}"/>
                </a:ext>
              </a:extLst>
            </p:cNvPr>
            <p:cNvSpPr/>
            <p:nvPr/>
          </p:nvSpPr>
          <p:spPr>
            <a:xfrm>
              <a:off x="9113709" y="1284177"/>
              <a:ext cx="2352907" cy="328485"/>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0" name="矩形 209">
              <a:extLst>
                <a:ext uri="{FF2B5EF4-FFF2-40B4-BE49-F238E27FC236}">
                  <a16:creationId xmlns:a16="http://schemas.microsoft.com/office/drawing/2014/main" id="{EC13EEF2-94BE-E416-34A2-2A38F0D206D4}"/>
                </a:ext>
              </a:extLst>
            </p:cNvPr>
            <p:cNvSpPr/>
            <p:nvPr/>
          </p:nvSpPr>
          <p:spPr>
            <a:xfrm>
              <a:off x="9113709" y="1718073"/>
              <a:ext cx="2352907" cy="18279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1" name="矩形 210">
              <a:extLst>
                <a:ext uri="{FF2B5EF4-FFF2-40B4-BE49-F238E27FC236}">
                  <a16:creationId xmlns:a16="http://schemas.microsoft.com/office/drawing/2014/main" id="{F34170F6-EBE3-4139-3E3B-2116A1770966}"/>
                </a:ext>
              </a:extLst>
            </p:cNvPr>
            <p:cNvSpPr/>
            <p:nvPr/>
          </p:nvSpPr>
          <p:spPr>
            <a:xfrm>
              <a:off x="9113709" y="2006105"/>
              <a:ext cx="2352907" cy="157031"/>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2" name="矩形 211">
              <a:extLst>
                <a:ext uri="{FF2B5EF4-FFF2-40B4-BE49-F238E27FC236}">
                  <a16:creationId xmlns:a16="http://schemas.microsoft.com/office/drawing/2014/main" id="{29C5FC65-9D98-FBED-B3C7-FC758D7F5814}"/>
                </a:ext>
              </a:extLst>
            </p:cNvPr>
            <p:cNvSpPr/>
            <p:nvPr/>
          </p:nvSpPr>
          <p:spPr>
            <a:xfrm>
              <a:off x="9113709" y="2262373"/>
              <a:ext cx="2352907" cy="148856"/>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3" name="矩形 212">
              <a:extLst>
                <a:ext uri="{FF2B5EF4-FFF2-40B4-BE49-F238E27FC236}">
                  <a16:creationId xmlns:a16="http://schemas.microsoft.com/office/drawing/2014/main" id="{0B21E76F-1865-9DF4-8E47-49A72F562C0D}"/>
                </a:ext>
              </a:extLst>
            </p:cNvPr>
            <p:cNvSpPr/>
            <p:nvPr/>
          </p:nvSpPr>
          <p:spPr>
            <a:xfrm>
              <a:off x="9113709" y="2517553"/>
              <a:ext cx="2352907" cy="12050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4" name="矩形 213">
              <a:extLst>
                <a:ext uri="{FF2B5EF4-FFF2-40B4-BE49-F238E27FC236}">
                  <a16:creationId xmlns:a16="http://schemas.microsoft.com/office/drawing/2014/main" id="{62672B06-7C5B-6928-F0A3-F5920CE097E9}"/>
                </a:ext>
              </a:extLst>
            </p:cNvPr>
            <p:cNvSpPr/>
            <p:nvPr/>
          </p:nvSpPr>
          <p:spPr>
            <a:xfrm>
              <a:off x="9113709" y="2744382"/>
              <a:ext cx="2352907" cy="9215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5" name="矩形 214">
              <a:extLst>
                <a:ext uri="{FF2B5EF4-FFF2-40B4-BE49-F238E27FC236}">
                  <a16:creationId xmlns:a16="http://schemas.microsoft.com/office/drawing/2014/main" id="{F9201EE6-6CFB-DC1F-C14C-7B0FCF2B5ADD}"/>
                </a:ext>
              </a:extLst>
            </p:cNvPr>
            <p:cNvSpPr/>
            <p:nvPr/>
          </p:nvSpPr>
          <p:spPr>
            <a:xfrm>
              <a:off x="9113709" y="2935121"/>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6" name="矩形 215">
              <a:extLst>
                <a:ext uri="{FF2B5EF4-FFF2-40B4-BE49-F238E27FC236}">
                  <a16:creationId xmlns:a16="http://schemas.microsoft.com/office/drawing/2014/main" id="{C68942FC-DDF3-7A5B-7ACD-2205E0570BD2}"/>
                </a:ext>
              </a:extLst>
            </p:cNvPr>
            <p:cNvSpPr/>
            <p:nvPr/>
          </p:nvSpPr>
          <p:spPr>
            <a:xfrm>
              <a:off x="9113709" y="3114577"/>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7" name="矩形 216">
              <a:extLst>
                <a:ext uri="{FF2B5EF4-FFF2-40B4-BE49-F238E27FC236}">
                  <a16:creationId xmlns:a16="http://schemas.microsoft.com/office/drawing/2014/main" id="{E9DB3B6F-C5D0-A344-7564-D87820EE4098}"/>
                </a:ext>
              </a:extLst>
            </p:cNvPr>
            <p:cNvSpPr/>
            <p:nvPr/>
          </p:nvSpPr>
          <p:spPr>
            <a:xfrm>
              <a:off x="9113709" y="3288073"/>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8" name="矩形 217">
              <a:extLst>
                <a:ext uri="{FF2B5EF4-FFF2-40B4-BE49-F238E27FC236}">
                  <a16:creationId xmlns:a16="http://schemas.microsoft.com/office/drawing/2014/main" id="{A22F1020-758F-7B7E-4EE3-CF1080F75D59}"/>
                </a:ext>
              </a:extLst>
            </p:cNvPr>
            <p:cNvSpPr/>
            <p:nvPr/>
          </p:nvSpPr>
          <p:spPr>
            <a:xfrm>
              <a:off x="9113709" y="3446265"/>
              <a:ext cx="2352907" cy="71532"/>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19" name="矩形 218">
              <a:extLst>
                <a:ext uri="{FF2B5EF4-FFF2-40B4-BE49-F238E27FC236}">
                  <a16:creationId xmlns:a16="http://schemas.microsoft.com/office/drawing/2014/main" id="{BC0E8B29-A300-E92D-6DE0-AB00DF3428A3}"/>
                </a:ext>
              </a:extLst>
            </p:cNvPr>
            <p:cNvSpPr/>
            <p:nvPr/>
          </p:nvSpPr>
          <p:spPr>
            <a:xfrm>
              <a:off x="9113709" y="3630430"/>
              <a:ext cx="2352907" cy="1077431"/>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20" name="矩形 219">
              <a:extLst>
                <a:ext uri="{FF2B5EF4-FFF2-40B4-BE49-F238E27FC236}">
                  <a16:creationId xmlns:a16="http://schemas.microsoft.com/office/drawing/2014/main" id="{FD2D9572-5F1A-8985-09D3-FFD34697876B}"/>
                </a:ext>
              </a:extLst>
            </p:cNvPr>
            <p:cNvSpPr/>
            <p:nvPr/>
          </p:nvSpPr>
          <p:spPr>
            <a:xfrm>
              <a:off x="9113709" y="4821275"/>
              <a:ext cx="2352907" cy="1034903"/>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299" name="任意形状 298">
            <a:extLst>
              <a:ext uri="{FF2B5EF4-FFF2-40B4-BE49-F238E27FC236}">
                <a16:creationId xmlns:a16="http://schemas.microsoft.com/office/drawing/2014/main" id="{9B1097B7-54BB-6936-E0F0-44D2E27A30C8}"/>
              </a:ext>
            </a:extLst>
          </p:cNvPr>
          <p:cNvSpPr/>
          <p:nvPr/>
        </p:nvSpPr>
        <p:spPr>
          <a:xfrm>
            <a:off x="267080" y="4334256"/>
            <a:ext cx="5449824" cy="1837944"/>
          </a:xfrm>
          <a:custGeom>
            <a:avLst/>
            <a:gdLst>
              <a:gd name="connsiteX0" fmla="*/ 32230 w 5618766"/>
              <a:gd name="connsiteY0" fmla="*/ 200343 h 1596010"/>
              <a:gd name="connsiteX1" fmla="*/ 162859 w 5618766"/>
              <a:gd name="connsiteY1" fmla="*/ 372223 h 1596010"/>
              <a:gd name="connsiteX2" fmla="*/ 238486 w 5618766"/>
              <a:gd name="connsiteY2" fmla="*/ 358473 h 1596010"/>
              <a:gd name="connsiteX3" fmla="*/ 417241 w 5618766"/>
              <a:gd name="connsiteY3" fmla="*/ 509727 h 1596010"/>
              <a:gd name="connsiteX4" fmla="*/ 589120 w 5618766"/>
              <a:gd name="connsiteY4" fmla="*/ 351598 h 1596010"/>
              <a:gd name="connsiteX5" fmla="*/ 747250 w 5618766"/>
              <a:gd name="connsiteY5" fmla="*/ 516602 h 1596010"/>
              <a:gd name="connsiteX6" fmla="*/ 891629 w 5618766"/>
              <a:gd name="connsiteY6" fmla="*/ 509727 h 1596010"/>
              <a:gd name="connsiteX7" fmla="*/ 987881 w 5618766"/>
              <a:gd name="connsiteY7" fmla="*/ 592229 h 1596010"/>
              <a:gd name="connsiteX8" fmla="*/ 1139135 w 5618766"/>
              <a:gd name="connsiteY8" fmla="*/ 495976 h 1596010"/>
              <a:gd name="connsiteX9" fmla="*/ 1207887 w 5618766"/>
              <a:gd name="connsiteY9" fmla="*/ 523477 h 1596010"/>
              <a:gd name="connsiteX10" fmla="*/ 1297265 w 5618766"/>
              <a:gd name="connsiteY10" fmla="*/ 399724 h 1596010"/>
              <a:gd name="connsiteX11" fmla="*/ 1400393 w 5618766"/>
              <a:gd name="connsiteY11" fmla="*/ 427225 h 1596010"/>
              <a:gd name="connsiteX12" fmla="*/ 1537896 w 5618766"/>
              <a:gd name="connsiteY12" fmla="*/ 124716 h 1596010"/>
              <a:gd name="connsiteX13" fmla="*/ 1723526 w 5618766"/>
              <a:gd name="connsiteY13" fmla="*/ 420349 h 1596010"/>
              <a:gd name="connsiteX14" fmla="*/ 1799153 w 5618766"/>
              <a:gd name="connsiteY14" fmla="*/ 392849 h 1596010"/>
              <a:gd name="connsiteX15" fmla="*/ 1922907 w 5618766"/>
              <a:gd name="connsiteY15" fmla="*/ 495976 h 1596010"/>
              <a:gd name="connsiteX16" fmla="*/ 2101662 w 5618766"/>
              <a:gd name="connsiteY16" fmla="*/ 220969 h 1596010"/>
              <a:gd name="connsiteX17" fmla="*/ 2301042 w 5618766"/>
              <a:gd name="connsiteY17" fmla="*/ 420349 h 1596010"/>
              <a:gd name="connsiteX18" fmla="*/ 2356044 w 5618766"/>
              <a:gd name="connsiteY18" fmla="*/ 379098 h 1596010"/>
              <a:gd name="connsiteX19" fmla="*/ 2472922 w 5618766"/>
              <a:gd name="connsiteY19" fmla="*/ 489101 h 1596010"/>
              <a:gd name="connsiteX20" fmla="*/ 2541674 w 5618766"/>
              <a:gd name="connsiteY20" fmla="*/ 434100 h 1596010"/>
              <a:gd name="connsiteX21" fmla="*/ 2679178 w 5618766"/>
              <a:gd name="connsiteY21" fmla="*/ 564728 h 1596010"/>
              <a:gd name="connsiteX22" fmla="*/ 2885433 w 5618766"/>
              <a:gd name="connsiteY22" fmla="*/ 509727 h 1596010"/>
              <a:gd name="connsiteX23" fmla="*/ 2940435 w 5618766"/>
              <a:gd name="connsiteY23" fmla="*/ 523477 h 1596010"/>
              <a:gd name="connsiteX24" fmla="*/ 3057313 w 5618766"/>
              <a:gd name="connsiteY24" fmla="*/ 351598 h 1596010"/>
              <a:gd name="connsiteX25" fmla="*/ 3277319 w 5618766"/>
              <a:gd name="connsiteY25" fmla="*/ 427225 h 1596010"/>
              <a:gd name="connsiteX26" fmla="*/ 3435448 w 5618766"/>
              <a:gd name="connsiteY26" fmla="*/ 282846 h 1596010"/>
              <a:gd name="connsiteX27" fmla="*/ 3531701 w 5618766"/>
              <a:gd name="connsiteY27" fmla="*/ 310346 h 1596010"/>
              <a:gd name="connsiteX28" fmla="*/ 3662329 w 5618766"/>
              <a:gd name="connsiteY28" fmla="*/ 963 h 1596010"/>
              <a:gd name="connsiteX29" fmla="*/ 3841084 w 5618766"/>
              <a:gd name="connsiteY29" fmla="*/ 427225 h 1596010"/>
              <a:gd name="connsiteX30" fmla="*/ 3916711 w 5618766"/>
              <a:gd name="connsiteY30" fmla="*/ 399724 h 1596010"/>
              <a:gd name="connsiteX31" fmla="*/ 3992338 w 5618766"/>
              <a:gd name="connsiteY31" fmla="*/ 482226 h 1596010"/>
              <a:gd name="connsiteX32" fmla="*/ 4074841 w 5618766"/>
              <a:gd name="connsiteY32" fmla="*/ 447850 h 1596010"/>
              <a:gd name="connsiteX33" fmla="*/ 4226095 w 5618766"/>
              <a:gd name="connsiteY33" fmla="*/ 537228 h 1596010"/>
              <a:gd name="connsiteX34" fmla="*/ 4452976 w 5618766"/>
              <a:gd name="connsiteY34" fmla="*/ 523477 h 1596010"/>
              <a:gd name="connsiteX35" fmla="*/ 4528603 w 5618766"/>
              <a:gd name="connsiteY35" fmla="*/ 296596 h 1596010"/>
              <a:gd name="connsiteX36" fmla="*/ 4693608 w 5618766"/>
              <a:gd name="connsiteY36" fmla="*/ 282846 h 1596010"/>
              <a:gd name="connsiteX37" fmla="*/ 4776110 w 5618766"/>
              <a:gd name="connsiteY37" fmla="*/ 62840 h 1596010"/>
              <a:gd name="connsiteX38" fmla="*/ 4968615 w 5618766"/>
              <a:gd name="connsiteY38" fmla="*/ 337847 h 1596010"/>
              <a:gd name="connsiteX39" fmla="*/ 5092368 w 5618766"/>
              <a:gd name="connsiteY39" fmla="*/ 385973 h 1596010"/>
              <a:gd name="connsiteX40" fmla="*/ 5181746 w 5618766"/>
              <a:gd name="connsiteY40" fmla="*/ 564728 h 1596010"/>
              <a:gd name="connsiteX41" fmla="*/ 5388002 w 5618766"/>
              <a:gd name="connsiteY41" fmla="*/ 454725 h 1596010"/>
              <a:gd name="connsiteX42" fmla="*/ 5594257 w 5618766"/>
              <a:gd name="connsiteY42" fmla="*/ 509727 h 1596010"/>
              <a:gd name="connsiteX43" fmla="*/ 5594257 w 5618766"/>
              <a:gd name="connsiteY43" fmla="*/ 715982 h 1596010"/>
              <a:gd name="connsiteX44" fmla="*/ 5408627 w 5618766"/>
              <a:gd name="connsiteY44" fmla="*/ 647231 h 1596010"/>
              <a:gd name="connsiteX45" fmla="*/ 5229872 w 5618766"/>
              <a:gd name="connsiteY45" fmla="*/ 846611 h 1596010"/>
              <a:gd name="connsiteX46" fmla="*/ 5085493 w 5618766"/>
              <a:gd name="connsiteY46" fmla="*/ 764109 h 1596010"/>
              <a:gd name="connsiteX47" fmla="*/ 4968615 w 5618766"/>
              <a:gd name="connsiteY47" fmla="*/ 791610 h 1596010"/>
              <a:gd name="connsiteX48" fmla="*/ 4872362 w 5618766"/>
              <a:gd name="connsiteY48" fmla="*/ 660981 h 1596010"/>
              <a:gd name="connsiteX49" fmla="*/ 4659232 w 5618766"/>
              <a:gd name="connsiteY49" fmla="*/ 702232 h 1596010"/>
              <a:gd name="connsiteX50" fmla="*/ 4446101 w 5618766"/>
              <a:gd name="connsiteY50" fmla="*/ 1025366 h 1596010"/>
              <a:gd name="connsiteX51" fmla="*/ 4301722 w 5618766"/>
              <a:gd name="connsiteY51" fmla="*/ 832861 h 1596010"/>
              <a:gd name="connsiteX52" fmla="*/ 4157343 w 5618766"/>
              <a:gd name="connsiteY52" fmla="*/ 777859 h 1596010"/>
              <a:gd name="connsiteX53" fmla="*/ 4061090 w 5618766"/>
              <a:gd name="connsiteY53" fmla="*/ 633480 h 1596010"/>
              <a:gd name="connsiteX54" fmla="*/ 3875460 w 5618766"/>
              <a:gd name="connsiteY54" fmla="*/ 839736 h 1596010"/>
              <a:gd name="connsiteX55" fmla="*/ 3737956 w 5618766"/>
              <a:gd name="connsiteY55" fmla="*/ 660981 h 1596010"/>
              <a:gd name="connsiteX56" fmla="*/ 3517950 w 5618766"/>
              <a:gd name="connsiteY56" fmla="*/ 605979 h 1596010"/>
              <a:gd name="connsiteX57" fmla="*/ 3373571 w 5618766"/>
              <a:gd name="connsiteY57" fmla="*/ 791610 h 1596010"/>
              <a:gd name="connsiteX58" fmla="*/ 3297944 w 5618766"/>
              <a:gd name="connsiteY58" fmla="*/ 935988 h 1596010"/>
              <a:gd name="connsiteX59" fmla="*/ 3091689 w 5618766"/>
              <a:gd name="connsiteY59" fmla="*/ 640355 h 1596010"/>
              <a:gd name="connsiteX60" fmla="*/ 2940435 w 5618766"/>
              <a:gd name="connsiteY60" fmla="*/ 1052867 h 1596010"/>
              <a:gd name="connsiteX61" fmla="*/ 2844182 w 5618766"/>
              <a:gd name="connsiteY61" fmla="*/ 1100993 h 1596010"/>
              <a:gd name="connsiteX62" fmla="*/ 2761680 w 5618766"/>
              <a:gd name="connsiteY62" fmla="*/ 757234 h 1596010"/>
              <a:gd name="connsiteX63" fmla="*/ 2651677 w 5618766"/>
              <a:gd name="connsiteY63" fmla="*/ 757234 h 1596010"/>
              <a:gd name="connsiteX64" fmla="*/ 2527923 w 5618766"/>
              <a:gd name="connsiteY64" fmla="*/ 619730 h 1596010"/>
              <a:gd name="connsiteX65" fmla="*/ 2349168 w 5618766"/>
              <a:gd name="connsiteY65" fmla="*/ 729733 h 1596010"/>
              <a:gd name="connsiteX66" fmla="*/ 2156663 w 5618766"/>
              <a:gd name="connsiteY66" fmla="*/ 612855 h 1596010"/>
              <a:gd name="connsiteX67" fmla="*/ 1888531 w 5618766"/>
              <a:gd name="connsiteY67" fmla="*/ 722858 h 1596010"/>
              <a:gd name="connsiteX68" fmla="*/ 1730402 w 5618766"/>
              <a:gd name="connsiteY68" fmla="*/ 612855 h 1596010"/>
              <a:gd name="connsiteX69" fmla="*/ 1537896 w 5618766"/>
              <a:gd name="connsiteY69" fmla="*/ 626605 h 1596010"/>
              <a:gd name="connsiteX70" fmla="*/ 1372892 w 5618766"/>
              <a:gd name="connsiteY70" fmla="*/ 1121619 h 1596010"/>
              <a:gd name="connsiteX71" fmla="*/ 1194137 w 5618766"/>
              <a:gd name="connsiteY71" fmla="*/ 867237 h 1596010"/>
              <a:gd name="connsiteX72" fmla="*/ 1036008 w 5618766"/>
              <a:gd name="connsiteY72" fmla="*/ 1265998 h 1596010"/>
              <a:gd name="connsiteX73" fmla="*/ 967256 w 5618766"/>
              <a:gd name="connsiteY73" fmla="*/ 1265998 h 1596010"/>
              <a:gd name="connsiteX74" fmla="*/ 809126 w 5618766"/>
              <a:gd name="connsiteY74" fmla="*/ 1596007 h 1596010"/>
              <a:gd name="connsiteX75" fmla="*/ 719749 w 5618766"/>
              <a:gd name="connsiteY75" fmla="*/ 1259122 h 1596010"/>
              <a:gd name="connsiteX76" fmla="*/ 630371 w 5618766"/>
              <a:gd name="connsiteY76" fmla="*/ 612855 h 1596010"/>
              <a:gd name="connsiteX77" fmla="*/ 479117 w 5618766"/>
              <a:gd name="connsiteY77" fmla="*/ 702232 h 1596010"/>
              <a:gd name="connsiteX78" fmla="*/ 355364 w 5618766"/>
              <a:gd name="connsiteY78" fmla="*/ 695357 h 1596010"/>
              <a:gd name="connsiteX79" fmla="*/ 169734 w 5618766"/>
              <a:gd name="connsiteY79" fmla="*/ 695357 h 1596010"/>
              <a:gd name="connsiteX80" fmla="*/ 94107 w 5618766"/>
              <a:gd name="connsiteY80" fmla="*/ 619730 h 1596010"/>
              <a:gd name="connsiteX81" fmla="*/ 4729 w 5618766"/>
              <a:gd name="connsiteY81" fmla="*/ 599104 h 1596010"/>
              <a:gd name="connsiteX82" fmla="*/ 32230 w 5618766"/>
              <a:gd name="connsiteY82" fmla="*/ 200343 h 159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618766" h="1596010">
                <a:moveTo>
                  <a:pt x="32230" y="200343"/>
                </a:moveTo>
                <a:cubicBezTo>
                  <a:pt x="58585" y="162530"/>
                  <a:pt x="128483" y="345868"/>
                  <a:pt x="162859" y="372223"/>
                </a:cubicBezTo>
                <a:cubicBezTo>
                  <a:pt x="197235" y="398578"/>
                  <a:pt x="196089" y="335556"/>
                  <a:pt x="238486" y="358473"/>
                </a:cubicBezTo>
                <a:cubicBezTo>
                  <a:pt x="280883" y="381390"/>
                  <a:pt x="358802" y="510873"/>
                  <a:pt x="417241" y="509727"/>
                </a:cubicBezTo>
                <a:cubicBezTo>
                  <a:pt x="475680" y="508581"/>
                  <a:pt x="534119" y="350452"/>
                  <a:pt x="589120" y="351598"/>
                </a:cubicBezTo>
                <a:cubicBezTo>
                  <a:pt x="644121" y="352744"/>
                  <a:pt x="696832" y="490247"/>
                  <a:pt x="747250" y="516602"/>
                </a:cubicBezTo>
                <a:cubicBezTo>
                  <a:pt x="797668" y="542957"/>
                  <a:pt x="851524" y="497123"/>
                  <a:pt x="891629" y="509727"/>
                </a:cubicBezTo>
                <a:cubicBezTo>
                  <a:pt x="931734" y="522331"/>
                  <a:pt x="946630" y="594521"/>
                  <a:pt x="987881" y="592229"/>
                </a:cubicBezTo>
                <a:cubicBezTo>
                  <a:pt x="1029132" y="589937"/>
                  <a:pt x="1102467" y="507435"/>
                  <a:pt x="1139135" y="495976"/>
                </a:cubicBezTo>
                <a:cubicBezTo>
                  <a:pt x="1175803" y="484517"/>
                  <a:pt x="1181532" y="539519"/>
                  <a:pt x="1207887" y="523477"/>
                </a:cubicBezTo>
                <a:cubicBezTo>
                  <a:pt x="1234242" y="507435"/>
                  <a:pt x="1265181" y="415766"/>
                  <a:pt x="1297265" y="399724"/>
                </a:cubicBezTo>
                <a:cubicBezTo>
                  <a:pt x="1329349" y="383682"/>
                  <a:pt x="1360288" y="473060"/>
                  <a:pt x="1400393" y="427225"/>
                </a:cubicBezTo>
                <a:cubicBezTo>
                  <a:pt x="1440498" y="381390"/>
                  <a:pt x="1484041" y="125862"/>
                  <a:pt x="1537896" y="124716"/>
                </a:cubicBezTo>
                <a:cubicBezTo>
                  <a:pt x="1591751" y="123570"/>
                  <a:pt x="1679983" y="375660"/>
                  <a:pt x="1723526" y="420349"/>
                </a:cubicBezTo>
                <a:cubicBezTo>
                  <a:pt x="1767069" y="465038"/>
                  <a:pt x="1765923" y="380245"/>
                  <a:pt x="1799153" y="392849"/>
                </a:cubicBezTo>
                <a:cubicBezTo>
                  <a:pt x="1832383" y="405453"/>
                  <a:pt x="1872489" y="524623"/>
                  <a:pt x="1922907" y="495976"/>
                </a:cubicBezTo>
                <a:cubicBezTo>
                  <a:pt x="1973325" y="467329"/>
                  <a:pt x="2038640" y="233573"/>
                  <a:pt x="2101662" y="220969"/>
                </a:cubicBezTo>
                <a:cubicBezTo>
                  <a:pt x="2164684" y="208365"/>
                  <a:pt x="2258645" y="393994"/>
                  <a:pt x="2301042" y="420349"/>
                </a:cubicBezTo>
                <a:cubicBezTo>
                  <a:pt x="2343439" y="446704"/>
                  <a:pt x="2327397" y="367639"/>
                  <a:pt x="2356044" y="379098"/>
                </a:cubicBezTo>
                <a:cubicBezTo>
                  <a:pt x="2384691" y="390557"/>
                  <a:pt x="2441984" y="479934"/>
                  <a:pt x="2472922" y="489101"/>
                </a:cubicBezTo>
                <a:cubicBezTo>
                  <a:pt x="2503860" y="498268"/>
                  <a:pt x="2507298" y="421496"/>
                  <a:pt x="2541674" y="434100"/>
                </a:cubicBezTo>
                <a:cubicBezTo>
                  <a:pt x="2576050" y="446704"/>
                  <a:pt x="2621885" y="552124"/>
                  <a:pt x="2679178" y="564728"/>
                </a:cubicBezTo>
                <a:cubicBezTo>
                  <a:pt x="2736471" y="577332"/>
                  <a:pt x="2841890" y="516602"/>
                  <a:pt x="2885433" y="509727"/>
                </a:cubicBezTo>
                <a:cubicBezTo>
                  <a:pt x="2928976" y="502852"/>
                  <a:pt x="2911788" y="549832"/>
                  <a:pt x="2940435" y="523477"/>
                </a:cubicBezTo>
                <a:cubicBezTo>
                  <a:pt x="2969082" y="497122"/>
                  <a:pt x="3001166" y="367640"/>
                  <a:pt x="3057313" y="351598"/>
                </a:cubicBezTo>
                <a:cubicBezTo>
                  <a:pt x="3113460" y="335556"/>
                  <a:pt x="3214297" y="438684"/>
                  <a:pt x="3277319" y="427225"/>
                </a:cubicBezTo>
                <a:cubicBezTo>
                  <a:pt x="3340342" y="415766"/>
                  <a:pt x="3393051" y="302326"/>
                  <a:pt x="3435448" y="282846"/>
                </a:cubicBezTo>
                <a:cubicBezTo>
                  <a:pt x="3477845" y="263366"/>
                  <a:pt x="3493888" y="357326"/>
                  <a:pt x="3531701" y="310346"/>
                </a:cubicBezTo>
                <a:cubicBezTo>
                  <a:pt x="3569514" y="263366"/>
                  <a:pt x="3610765" y="-18517"/>
                  <a:pt x="3662329" y="963"/>
                </a:cubicBezTo>
                <a:cubicBezTo>
                  <a:pt x="3713893" y="20443"/>
                  <a:pt x="3798687" y="360765"/>
                  <a:pt x="3841084" y="427225"/>
                </a:cubicBezTo>
                <a:cubicBezTo>
                  <a:pt x="3883481" y="493685"/>
                  <a:pt x="3891502" y="390557"/>
                  <a:pt x="3916711" y="399724"/>
                </a:cubicBezTo>
                <a:cubicBezTo>
                  <a:pt x="3941920" y="408891"/>
                  <a:pt x="3965983" y="474205"/>
                  <a:pt x="3992338" y="482226"/>
                </a:cubicBezTo>
                <a:cubicBezTo>
                  <a:pt x="4018693" y="490247"/>
                  <a:pt x="4035882" y="438683"/>
                  <a:pt x="4074841" y="447850"/>
                </a:cubicBezTo>
                <a:cubicBezTo>
                  <a:pt x="4113800" y="457017"/>
                  <a:pt x="4163073" y="524624"/>
                  <a:pt x="4226095" y="537228"/>
                </a:cubicBezTo>
                <a:cubicBezTo>
                  <a:pt x="4289117" y="549832"/>
                  <a:pt x="4402558" y="563582"/>
                  <a:pt x="4452976" y="523477"/>
                </a:cubicBezTo>
                <a:cubicBezTo>
                  <a:pt x="4503394" y="483372"/>
                  <a:pt x="4488498" y="336701"/>
                  <a:pt x="4528603" y="296596"/>
                </a:cubicBezTo>
                <a:cubicBezTo>
                  <a:pt x="4568708" y="256491"/>
                  <a:pt x="4652357" y="321805"/>
                  <a:pt x="4693608" y="282846"/>
                </a:cubicBezTo>
                <a:cubicBezTo>
                  <a:pt x="4734859" y="243887"/>
                  <a:pt x="4730276" y="53673"/>
                  <a:pt x="4776110" y="62840"/>
                </a:cubicBezTo>
                <a:cubicBezTo>
                  <a:pt x="4821945" y="72007"/>
                  <a:pt x="4915905" y="283992"/>
                  <a:pt x="4968615" y="337847"/>
                </a:cubicBezTo>
                <a:cubicBezTo>
                  <a:pt x="5021325" y="391702"/>
                  <a:pt x="5056846" y="348160"/>
                  <a:pt x="5092368" y="385973"/>
                </a:cubicBezTo>
                <a:cubicBezTo>
                  <a:pt x="5127890" y="423786"/>
                  <a:pt x="5132474" y="553269"/>
                  <a:pt x="5181746" y="564728"/>
                </a:cubicBezTo>
                <a:cubicBezTo>
                  <a:pt x="5231018" y="576187"/>
                  <a:pt x="5319250" y="463892"/>
                  <a:pt x="5388002" y="454725"/>
                </a:cubicBezTo>
                <a:cubicBezTo>
                  <a:pt x="5456754" y="445558"/>
                  <a:pt x="5559881" y="466184"/>
                  <a:pt x="5594257" y="509727"/>
                </a:cubicBezTo>
                <a:cubicBezTo>
                  <a:pt x="5628633" y="553270"/>
                  <a:pt x="5625195" y="693065"/>
                  <a:pt x="5594257" y="715982"/>
                </a:cubicBezTo>
                <a:cubicBezTo>
                  <a:pt x="5563319" y="738899"/>
                  <a:pt x="5469358" y="625459"/>
                  <a:pt x="5408627" y="647231"/>
                </a:cubicBezTo>
                <a:cubicBezTo>
                  <a:pt x="5347896" y="669003"/>
                  <a:pt x="5283728" y="827131"/>
                  <a:pt x="5229872" y="846611"/>
                </a:cubicBezTo>
                <a:cubicBezTo>
                  <a:pt x="5176016" y="866091"/>
                  <a:pt x="5129036" y="773276"/>
                  <a:pt x="5085493" y="764109"/>
                </a:cubicBezTo>
                <a:cubicBezTo>
                  <a:pt x="5041950" y="754942"/>
                  <a:pt x="5004137" y="808798"/>
                  <a:pt x="4968615" y="791610"/>
                </a:cubicBezTo>
                <a:cubicBezTo>
                  <a:pt x="4933093" y="774422"/>
                  <a:pt x="4923926" y="675877"/>
                  <a:pt x="4872362" y="660981"/>
                </a:cubicBezTo>
                <a:cubicBezTo>
                  <a:pt x="4820798" y="646085"/>
                  <a:pt x="4730276" y="641501"/>
                  <a:pt x="4659232" y="702232"/>
                </a:cubicBezTo>
                <a:cubicBezTo>
                  <a:pt x="4588189" y="762963"/>
                  <a:pt x="4505686" y="1003595"/>
                  <a:pt x="4446101" y="1025366"/>
                </a:cubicBezTo>
                <a:cubicBezTo>
                  <a:pt x="4386516" y="1047137"/>
                  <a:pt x="4349848" y="874112"/>
                  <a:pt x="4301722" y="832861"/>
                </a:cubicBezTo>
                <a:cubicBezTo>
                  <a:pt x="4253596" y="791610"/>
                  <a:pt x="4197448" y="811089"/>
                  <a:pt x="4157343" y="777859"/>
                </a:cubicBezTo>
                <a:cubicBezTo>
                  <a:pt x="4117238" y="744629"/>
                  <a:pt x="4108070" y="623167"/>
                  <a:pt x="4061090" y="633480"/>
                </a:cubicBezTo>
                <a:cubicBezTo>
                  <a:pt x="4014110" y="643793"/>
                  <a:pt x="3929316" y="835153"/>
                  <a:pt x="3875460" y="839736"/>
                </a:cubicBezTo>
                <a:cubicBezTo>
                  <a:pt x="3821604" y="844320"/>
                  <a:pt x="3797541" y="699941"/>
                  <a:pt x="3737956" y="660981"/>
                </a:cubicBezTo>
                <a:cubicBezTo>
                  <a:pt x="3678371" y="622022"/>
                  <a:pt x="3578681" y="584207"/>
                  <a:pt x="3517950" y="605979"/>
                </a:cubicBezTo>
                <a:cubicBezTo>
                  <a:pt x="3457219" y="627751"/>
                  <a:pt x="3410239" y="736609"/>
                  <a:pt x="3373571" y="791610"/>
                </a:cubicBezTo>
                <a:cubicBezTo>
                  <a:pt x="3336903" y="846612"/>
                  <a:pt x="3344924" y="961197"/>
                  <a:pt x="3297944" y="935988"/>
                </a:cubicBezTo>
                <a:cubicBezTo>
                  <a:pt x="3250964" y="910779"/>
                  <a:pt x="3151274" y="620875"/>
                  <a:pt x="3091689" y="640355"/>
                </a:cubicBezTo>
                <a:cubicBezTo>
                  <a:pt x="3032104" y="659835"/>
                  <a:pt x="2981686" y="976094"/>
                  <a:pt x="2940435" y="1052867"/>
                </a:cubicBezTo>
                <a:cubicBezTo>
                  <a:pt x="2899184" y="1129640"/>
                  <a:pt x="2873975" y="1150265"/>
                  <a:pt x="2844182" y="1100993"/>
                </a:cubicBezTo>
                <a:cubicBezTo>
                  <a:pt x="2814390" y="1051721"/>
                  <a:pt x="2793764" y="814527"/>
                  <a:pt x="2761680" y="757234"/>
                </a:cubicBezTo>
                <a:cubicBezTo>
                  <a:pt x="2729596" y="699941"/>
                  <a:pt x="2690636" y="780151"/>
                  <a:pt x="2651677" y="757234"/>
                </a:cubicBezTo>
                <a:cubicBezTo>
                  <a:pt x="2612718" y="734317"/>
                  <a:pt x="2578341" y="624313"/>
                  <a:pt x="2527923" y="619730"/>
                </a:cubicBezTo>
                <a:cubicBezTo>
                  <a:pt x="2477505" y="615147"/>
                  <a:pt x="2411045" y="730879"/>
                  <a:pt x="2349168" y="729733"/>
                </a:cubicBezTo>
                <a:cubicBezTo>
                  <a:pt x="2287291" y="728587"/>
                  <a:pt x="2233436" y="614001"/>
                  <a:pt x="2156663" y="612855"/>
                </a:cubicBezTo>
                <a:cubicBezTo>
                  <a:pt x="2079890" y="611709"/>
                  <a:pt x="1959574" y="722858"/>
                  <a:pt x="1888531" y="722858"/>
                </a:cubicBezTo>
                <a:cubicBezTo>
                  <a:pt x="1817488" y="722858"/>
                  <a:pt x="1788841" y="628897"/>
                  <a:pt x="1730402" y="612855"/>
                </a:cubicBezTo>
                <a:cubicBezTo>
                  <a:pt x="1671963" y="596813"/>
                  <a:pt x="1597481" y="541811"/>
                  <a:pt x="1537896" y="626605"/>
                </a:cubicBezTo>
                <a:cubicBezTo>
                  <a:pt x="1478311" y="711399"/>
                  <a:pt x="1430185" y="1081514"/>
                  <a:pt x="1372892" y="1121619"/>
                </a:cubicBezTo>
                <a:cubicBezTo>
                  <a:pt x="1315599" y="1161724"/>
                  <a:pt x="1250284" y="843174"/>
                  <a:pt x="1194137" y="867237"/>
                </a:cubicBezTo>
                <a:cubicBezTo>
                  <a:pt x="1137990" y="891300"/>
                  <a:pt x="1073821" y="1199538"/>
                  <a:pt x="1036008" y="1265998"/>
                </a:cubicBezTo>
                <a:cubicBezTo>
                  <a:pt x="998195" y="1332458"/>
                  <a:pt x="1005070" y="1210997"/>
                  <a:pt x="967256" y="1265998"/>
                </a:cubicBezTo>
                <a:cubicBezTo>
                  <a:pt x="929442" y="1320999"/>
                  <a:pt x="850377" y="1597153"/>
                  <a:pt x="809126" y="1596007"/>
                </a:cubicBezTo>
                <a:cubicBezTo>
                  <a:pt x="767875" y="1594861"/>
                  <a:pt x="749542" y="1422981"/>
                  <a:pt x="719749" y="1259122"/>
                </a:cubicBezTo>
                <a:cubicBezTo>
                  <a:pt x="689956" y="1095263"/>
                  <a:pt x="670476" y="705670"/>
                  <a:pt x="630371" y="612855"/>
                </a:cubicBezTo>
                <a:cubicBezTo>
                  <a:pt x="590266" y="520040"/>
                  <a:pt x="524951" y="688482"/>
                  <a:pt x="479117" y="702232"/>
                </a:cubicBezTo>
                <a:cubicBezTo>
                  <a:pt x="433283" y="715982"/>
                  <a:pt x="406928" y="696503"/>
                  <a:pt x="355364" y="695357"/>
                </a:cubicBezTo>
                <a:cubicBezTo>
                  <a:pt x="303800" y="694211"/>
                  <a:pt x="213277" y="707962"/>
                  <a:pt x="169734" y="695357"/>
                </a:cubicBezTo>
                <a:cubicBezTo>
                  <a:pt x="126191" y="682752"/>
                  <a:pt x="121608" y="635772"/>
                  <a:pt x="94107" y="619730"/>
                </a:cubicBezTo>
                <a:cubicBezTo>
                  <a:pt x="66606" y="603688"/>
                  <a:pt x="17333" y="669002"/>
                  <a:pt x="4729" y="599104"/>
                </a:cubicBezTo>
                <a:cubicBezTo>
                  <a:pt x="-7875" y="529206"/>
                  <a:pt x="5875" y="238156"/>
                  <a:pt x="32230" y="200343"/>
                </a:cubicBez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5" name="任意形状 294">
            <a:extLst>
              <a:ext uri="{FF2B5EF4-FFF2-40B4-BE49-F238E27FC236}">
                <a16:creationId xmlns:a16="http://schemas.microsoft.com/office/drawing/2014/main" id="{46C603BB-10B9-076C-8A17-C90684E29FDE}"/>
              </a:ext>
            </a:extLst>
          </p:cNvPr>
          <p:cNvSpPr/>
          <p:nvPr/>
        </p:nvSpPr>
        <p:spPr>
          <a:xfrm>
            <a:off x="267291" y="2132993"/>
            <a:ext cx="5450713" cy="1627515"/>
          </a:xfrm>
          <a:custGeom>
            <a:avLst/>
            <a:gdLst>
              <a:gd name="connsiteX0" fmla="*/ 406852 w 6431800"/>
              <a:gd name="connsiteY0" fmla="*/ 620117 h 1746681"/>
              <a:gd name="connsiteX1" fmla="*/ 554085 w 6431800"/>
              <a:gd name="connsiteY1" fmla="*/ 581372 h 1746681"/>
              <a:gd name="connsiteX2" fmla="*/ 623828 w 6431800"/>
              <a:gd name="connsiteY2" fmla="*/ 558124 h 1746681"/>
              <a:gd name="connsiteX3" fmla="*/ 786560 w 6431800"/>
              <a:gd name="connsiteY3" fmla="*/ 635616 h 1746681"/>
              <a:gd name="connsiteX4" fmla="*/ 1003536 w 6431800"/>
              <a:gd name="connsiteY4" fmla="*/ 558124 h 1746681"/>
              <a:gd name="connsiteX5" fmla="*/ 1166269 w 6431800"/>
              <a:gd name="connsiteY5" fmla="*/ 186165 h 1746681"/>
              <a:gd name="connsiteX6" fmla="*/ 1313502 w 6431800"/>
              <a:gd name="connsiteY6" fmla="*/ 263656 h 1746681"/>
              <a:gd name="connsiteX7" fmla="*/ 1437489 w 6431800"/>
              <a:gd name="connsiteY7" fmla="*/ 279155 h 1746681"/>
              <a:gd name="connsiteX8" fmla="*/ 1530479 w 6431800"/>
              <a:gd name="connsiteY8" fmla="*/ 565873 h 1746681"/>
              <a:gd name="connsiteX9" fmla="*/ 1631218 w 6431800"/>
              <a:gd name="connsiteY9" fmla="*/ 589121 h 1746681"/>
              <a:gd name="connsiteX10" fmla="*/ 1708709 w 6431800"/>
              <a:gd name="connsiteY10" fmla="*/ 674361 h 1746681"/>
              <a:gd name="connsiteX11" fmla="*/ 1809448 w 6431800"/>
              <a:gd name="connsiteY11" fmla="*/ 682111 h 1746681"/>
              <a:gd name="connsiteX12" fmla="*/ 1933435 w 6431800"/>
              <a:gd name="connsiteY12" fmla="*/ 736355 h 1746681"/>
              <a:gd name="connsiteX13" fmla="*/ 2080669 w 6431800"/>
              <a:gd name="connsiteY13" fmla="*/ 713107 h 1746681"/>
              <a:gd name="connsiteX14" fmla="*/ 2181408 w 6431800"/>
              <a:gd name="connsiteY14" fmla="*/ 728605 h 1746681"/>
              <a:gd name="connsiteX15" fmla="*/ 2305394 w 6431800"/>
              <a:gd name="connsiteY15" fmla="*/ 643365 h 1746681"/>
              <a:gd name="connsiteX16" fmla="*/ 2452628 w 6431800"/>
              <a:gd name="connsiteY16" fmla="*/ 620117 h 1746681"/>
              <a:gd name="connsiteX17" fmla="*/ 2561116 w 6431800"/>
              <a:gd name="connsiteY17" fmla="*/ 573622 h 1746681"/>
              <a:gd name="connsiteX18" fmla="*/ 2723848 w 6431800"/>
              <a:gd name="connsiteY18" fmla="*/ 643365 h 1746681"/>
              <a:gd name="connsiteX19" fmla="*/ 2832336 w 6431800"/>
              <a:gd name="connsiteY19" fmla="*/ 705358 h 1746681"/>
              <a:gd name="connsiteX20" fmla="*/ 2964072 w 6431800"/>
              <a:gd name="connsiteY20" fmla="*/ 860341 h 1746681"/>
              <a:gd name="connsiteX21" fmla="*/ 3219794 w 6431800"/>
              <a:gd name="connsiteY21" fmla="*/ 697609 h 1746681"/>
              <a:gd name="connsiteX22" fmla="*/ 3374777 w 6431800"/>
              <a:gd name="connsiteY22" fmla="*/ 666612 h 1746681"/>
              <a:gd name="connsiteX23" fmla="*/ 3421272 w 6431800"/>
              <a:gd name="connsiteY23" fmla="*/ 534877 h 1746681"/>
              <a:gd name="connsiteX24" fmla="*/ 3576255 w 6431800"/>
              <a:gd name="connsiteY24" fmla="*/ 550375 h 1746681"/>
              <a:gd name="connsiteX25" fmla="*/ 3676994 w 6431800"/>
              <a:gd name="connsiteY25" fmla="*/ 449636 h 1746681"/>
              <a:gd name="connsiteX26" fmla="*/ 3878472 w 6431800"/>
              <a:gd name="connsiteY26" fmla="*/ 565873 h 1746681"/>
              <a:gd name="connsiteX27" fmla="*/ 4048953 w 6431800"/>
              <a:gd name="connsiteY27" fmla="*/ 185 h 1746681"/>
              <a:gd name="connsiteX28" fmla="*/ 4219435 w 6431800"/>
              <a:gd name="connsiteY28" fmla="*/ 503880 h 1746681"/>
              <a:gd name="connsiteX29" fmla="*/ 4351170 w 6431800"/>
              <a:gd name="connsiteY29" fmla="*/ 542626 h 1746681"/>
              <a:gd name="connsiteX30" fmla="*/ 4552648 w 6431800"/>
              <a:gd name="connsiteY30" fmla="*/ 651114 h 1746681"/>
              <a:gd name="connsiteX31" fmla="*/ 4847116 w 6431800"/>
              <a:gd name="connsiteY31" fmla="*/ 441887 h 1746681"/>
              <a:gd name="connsiteX32" fmla="*/ 5071841 w 6431800"/>
              <a:gd name="connsiteY32" fmla="*/ 542626 h 1746681"/>
              <a:gd name="connsiteX33" fmla="*/ 5226824 w 6431800"/>
              <a:gd name="connsiteY33" fmla="*/ 480633 h 1746681"/>
              <a:gd name="connsiteX34" fmla="*/ 5436052 w 6431800"/>
              <a:gd name="connsiteY34" fmla="*/ 372144 h 1746681"/>
              <a:gd name="connsiteX35" fmla="*/ 5567787 w 6431800"/>
              <a:gd name="connsiteY35" fmla="*/ 542626 h 1746681"/>
              <a:gd name="connsiteX36" fmla="*/ 5699523 w 6431800"/>
              <a:gd name="connsiteY36" fmla="*/ 565873 h 1746681"/>
              <a:gd name="connsiteX37" fmla="*/ 5784763 w 6431800"/>
              <a:gd name="connsiteY37" fmla="*/ 643365 h 1746681"/>
              <a:gd name="connsiteX38" fmla="*/ 6009489 w 6431800"/>
              <a:gd name="connsiteY38" fmla="*/ 651114 h 1746681"/>
              <a:gd name="connsiteX39" fmla="*/ 6009489 w 6431800"/>
              <a:gd name="connsiteY39" fmla="*/ 1627507 h 1746681"/>
              <a:gd name="connsiteX40" fmla="*/ 422350 w 6431800"/>
              <a:gd name="connsiteY40" fmla="*/ 1619758 h 1746681"/>
              <a:gd name="connsiteX41" fmla="*/ 406852 w 6431800"/>
              <a:gd name="connsiteY41" fmla="*/ 620117 h 1746681"/>
              <a:gd name="connsiteX0" fmla="*/ 7527 w 6032475"/>
              <a:gd name="connsiteY0" fmla="*/ 620117 h 1698836"/>
              <a:gd name="connsiteX1" fmla="*/ 154760 w 6032475"/>
              <a:gd name="connsiteY1" fmla="*/ 581372 h 1698836"/>
              <a:gd name="connsiteX2" fmla="*/ 224503 w 6032475"/>
              <a:gd name="connsiteY2" fmla="*/ 558124 h 1698836"/>
              <a:gd name="connsiteX3" fmla="*/ 387235 w 6032475"/>
              <a:gd name="connsiteY3" fmla="*/ 635616 h 1698836"/>
              <a:gd name="connsiteX4" fmla="*/ 604211 w 6032475"/>
              <a:gd name="connsiteY4" fmla="*/ 558124 h 1698836"/>
              <a:gd name="connsiteX5" fmla="*/ 766944 w 6032475"/>
              <a:gd name="connsiteY5" fmla="*/ 186165 h 1698836"/>
              <a:gd name="connsiteX6" fmla="*/ 914177 w 6032475"/>
              <a:gd name="connsiteY6" fmla="*/ 263656 h 1698836"/>
              <a:gd name="connsiteX7" fmla="*/ 1038164 w 6032475"/>
              <a:gd name="connsiteY7" fmla="*/ 279155 h 1698836"/>
              <a:gd name="connsiteX8" fmla="*/ 1131154 w 6032475"/>
              <a:gd name="connsiteY8" fmla="*/ 565873 h 1698836"/>
              <a:gd name="connsiteX9" fmla="*/ 1231893 w 6032475"/>
              <a:gd name="connsiteY9" fmla="*/ 589121 h 1698836"/>
              <a:gd name="connsiteX10" fmla="*/ 1309384 w 6032475"/>
              <a:gd name="connsiteY10" fmla="*/ 674361 h 1698836"/>
              <a:gd name="connsiteX11" fmla="*/ 1410123 w 6032475"/>
              <a:gd name="connsiteY11" fmla="*/ 682111 h 1698836"/>
              <a:gd name="connsiteX12" fmla="*/ 1534110 w 6032475"/>
              <a:gd name="connsiteY12" fmla="*/ 736355 h 1698836"/>
              <a:gd name="connsiteX13" fmla="*/ 1681344 w 6032475"/>
              <a:gd name="connsiteY13" fmla="*/ 713107 h 1698836"/>
              <a:gd name="connsiteX14" fmla="*/ 1782083 w 6032475"/>
              <a:gd name="connsiteY14" fmla="*/ 728605 h 1698836"/>
              <a:gd name="connsiteX15" fmla="*/ 1906069 w 6032475"/>
              <a:gd name="connsiteY15" fmla="*/ 643365 h 1698836"/>
              <a:gd name="connsiteX16" fmla="*/ 2053303 w 6032475"/>
              <a:gd name="connsiteY16" fmla="*/ 620117 h 1698836"/>
              <a:gd name="connsiteX17" fmla="*/ 2161791 w 6032475"/>
              <a:gd name="connsiteY17" fmla="*/ 573622 h 1698836"/>
              <a:gd name="connsiteX18" fmla="*/ 2324523 w 6032475"/>
              <a:gd name="connsiteY18" fmla="*/ 643365 h 1698836"/>
              <a:gd name="connsiteX19" fmla="*/ 2433011 w 6032475"/>
              <a:gd name="connsiteY19" fmla="*/ 705358 h 1698836"/>
              <a:gd name="connsiteX20" fmla="*/ 2564747 w 6032475"/>
              <a:gd name="connsiteY20" fmla="*/ 860341 h 1698836"/>
              <a:gd name="connsiteX21" fmla="*/ 2820469 w 6032475"/>
              <a:gd name="connsiteY21" fmla="*/ 697609 h 1698836"/>
              <a:gd name="connsiteX22" fmla="*/ 2975452 w 6032475"/>
              <a:gd name="connsiteY22" fmla="*/ 666612 h 1698836"/>
              <a:gd name="connsiteX23" fmla="*/ 3021947 w 6032475"/>
              <a:gd name="connsiteY23" fmla="*/ 534877 h 1698836"/>
              <a:gd name="connsiteX24" fmla="*/ 3176930 w 6032475"/>
              <a:gd name="connsiteY24" fmla="*/ 550375 h 1698836"/>
              <a:gd name="connsiteX25" fmla="*/ 3277669 w 6032475"/>
              <a:gd name="connsiteY25" fmla="*/ 449636 h 1698836"/>
              <a:gd name="connsiteX26" fmla="*/ 3479147 w 6032475"/>
              <a:gd name="connsiteY26" fmla="*/ 565873 h 1698836"/>
              <a:gd name="connsiteX27" fmla="*/ 3649628 w 6032475"/>
              <a:gd name="connsiteY27" fmla="*/ 185 h 1698836"/>
              <a:gd name="connsiteX28" fmla="*/ 3820110 w 6032475"/>
              <a:gd name="connsiteY28" fmla="*/ 503880 h 1698836"/>
              <a:gd name="connsiteX29" fmla="*/ 3951845 w 6032475"/>
              <a:gd name="connsiteY29" fmla="*/ 542626 h 1698836"/>
              <a:gd name="connsiteX30" fmla="*/ 4153323 w 6032475"/>
              <a:gd name="connsiteY30" fmla="*/ 651114 h 1698836"/>
              <a:gd name="connsiteX31" fmla="*/ 4447791 w 6032475"/>
              <a:gd name="connsiteY31" fmla="*/ 441887 h 1698836"/>
              <a:gd name="connsiteX32" fmla="*/ 4672516 w 6032475"/>
              <a:gd name="connsiteY32" fmla="*/ 542626 h 1698836"/>
              <a:gd name="connsiteX33" fmla="*/ 4827499 w 6032475"/>
              <a:gd name="connsiteY33" fmla="*/ 480633 h 1698836"/>
              <a:gd name="connsiteX34" fmla="*/ 5036727 w 6032475"/>
              <a:gd name="connsiteY34" fmla="*/ 372144 h 1698836"/>
              <a:gd name="connsiteX35" fmla="*/ 5168462 w 6032475"/>
              <a:gd name="connsiteY35" fmla="*/ 542626 h 1698836"/>
              <a:gd name="connsiteX36" fmla="*/ 5300198 w 6032475"/>
              <a:gd name="connsiteY36" fmla="*/ 565873 h 1698836"/>
              <a:gd name="connsiteX37" fmla="*/ 5385438 w 6032475"/>
              <a:gd name="connsiteY37" fmla="*/ 643365 h 1698836"/>
              <a:gd name="connsiteX38" fmla="*/ 5610164 w 6032475"/>
              <a:gd name="connsiteY38" fmla="*/ 651114 h 1698836"/>
              <a:gd name="connsiteX39" fmla="*/ 5610164 w 6032475"/>
              <a:gd name="connsiteY39" fmla="*/ 1627507 h 1698836"/>
              <a:gd name="connsiteX40" fmla="*/ 23025 w 6032475"/>
              <a:gd name="connsiteY40" fmla="*/ 1619758 h 1698836"/>
              <a:gd name="connsiteX41" fmla="*/ 7527 w 6032475"/>
              <a:gd name="connsiteY41" fmla="*/ 620117 h 1698836"/>
              <a:gd name="connsiteX0" fmla="*/ 7527 w 5638480"/>
              <a:gd name="connsiteY0" fmla="*/ 620117 h 1629626"/>
              <a:gd name="connsiteX1" fmla="*/ 154760 w 5638480"/>
              <a:gd name="connsiteY1" fmla="*/ 581372 h 1629626"/>
              <a:gd name="connsiteX2" fmla="*/ 224503 w 5638480"/>
              <a:gd name="connsiteY2" fmla="*/ 558124 h 1629626"/>
              <a:gd name="connsiteX3" fmla="*/ 387235 w 5638480"/>
              <a:gd name="connsiteY3" fmla="*/ 635616 h 1629626"/>
              <a:gd name="connsiteX4" fmla="*/ 604211 w 5638480"/>
              <a:gd name="connsiteY4" fmla="*/ 558124 h 1629626"/>
              <a:gd name="connsiteX5" fmla="*/ 766944 w 5638480"/>
              <a:gd name="connsiteY5" fmla="*/ 186165 h 1629626"/>
              <a:gd name="connsiteX6" fmla="*/ 914177 w 5638480"/>
              <a:gd name="connsiteY6" fmla="*/ 263656 h 1629626"/>
              <a:gd name="connsiteX7" fmla="*/ 1038164 w 5638480"/>
              <a:gd name="connsiteY7" fmla="*/ 279155 h 1629626"/>
              <a:gd name="connsiteX8" fmla="*/ 1131154 w 5638480"/>
              <a:gd name="connsiteY8" fmla="*/ 565873 h 1629626"/>
              <a:gd name="connsiteX9" fmla="*/ 1231893 w 5638480"/>
              <a:gd name="connsiteY9" fmla="*/ 589121 h 1629626"/>
              <a:gd name="connsiteX10" fmla="*/ 1309384 w 5638480"/>
              <a:gd name="connsiteY10" fmla="*/ 674361 h 1629626"/>
              <a:gd name="connsiteX11" fmla="*/ 1410123 w 5638480"/>
              <a:gd name="connsiteY11" fmla="*/ 682111 h 1629626"/>
              <a:gd name="connsiteX12" fmla="*/ 1534110 w 5638480"/>
              <a:gd name="connsiteY12" fmla="*/ 736355 h 1629626"/>
              <a:gd name="connsiteX13" fmla="*/ 1681344 w 5638480"/>
              <a:gd name="connsiteY13" fmla="*/ 713107 h 1629626"/>
              <a:gd name="connsiteX14" fmla="*/ 1782083 w 5638480"/>
              <a:gd name="connsiteY14" fmla="*/ 728605 h 1629626"/>
              <a:gd name="connsiteX15" fmla="*/ 1906069 w 5638480"/>
              <a:gd name="connsiteY15" fmla="*/ 643365 h 1629626"/>
              <a:gd name="connsiteX16" fmla="*/ 2053303 w 5638480"/>
              <a:gd name="connsiteY16" fmla="*/ 620117 h 1629626"/>
              <a:gd name="connsiteX17" fmla="*/ 2161791 w 5638480"/>
              <a:gd name="connsiteY17" fmla="*/ 573622 h 1629626"/>
              <a:gd name="connsiteX18" fmla="*/ 2324523 w 5638480"/>
              <a:gd name="connsiteY18" fmla="*/ 643365 h 1629626"/>
              <a:gd name="connsiteX19" fmla="*/ 2433011 w 5638480"/>
              <a:gd name="connsiteY19" fmla="*/ 705358 h 1629626"/>
              <a:gd name="connsiteX20" fmla="*/ 2564747 w 5638480"/>
              <a:gd name="connsiteY20" fmla="*/ 860341 h 1629626"/>
              <a:gd name="connsiteX21" fmla="*/ 2820469 w 5638480"/>
              <a:gd name="connsiteY21" fmla="*/ 697609 h 1629626"/>
              <a:gd name="connsiteX22" fmla="*/ 2975452 w 5638480"/>
              <a:gd name="connsiteY22" fmla="*/ 666612 h 1629626"/>
              <a:gd name="connsiteX23" fmla="*/ 3021947 w 5638480"/>
              <a:gd name="connsiteY23" fmla="*/ 534877 h 1629626"/>
              <a:gd name="connsiteX24" fmla="*/ 3176930 w 5638480"/>
              <a:gd name="connsiteY24" fmla="*/ 550375 h 1629626"/>
              <a:gd name="connsiteX25" fmla="*/ 3277669 w 5638480"/>
              <a:gd name="connsiteY25" fmla="*/ 449636 h 1629626"/>
              <a:gd name="connsiteX26" fmla="*/ 3479147 w 5638480"/>
              <a:gd name="connsiteY26" fmla="*/ 565873 h 1629626"/>
              <a:gd name="connsiteX27" fmla="*/ 3649628 w 5638480"/>
              <a:gd name="connsiteY27" fmla="*/ 185 h 1629626"/>
              <a:gd name="connsiteX28" fmla="*/ 3820110 w 5638480"/>
              <a:gd name="connsiteY28" fmla="*/ 503880 h 1629626"/>
              <a:gd name="connsiteX29" fmla="*/ 3951845 w 5638480"/>
              <a:gd name="connsiteY29" fmla="*/ 542626 h 1629626"/>
              <a:gd name="connsiteX30" fmla="*/ 4153323 w 5638480"/>
              <a:gd name="connsiteY30" fmla="*/ 651114 h 1629626"/>
              <a:gd name="connsiteX31" fmla="*/ 4447791 w 5638480"/>
              <a:gd name="connsiteY31" fmla="*/ 441887 h 1629626"/>
              <a:gd name="connsiteX32" fmla="*/ 4672516 w 5638480"/>
              <a:gd name="connsiteY32" fmla="*/ 542626 h 1629626"/>
              <a:gd name="connsiteX33" fmla="*/ 4827499 w 5638480"/>
              <a:gd name="connsiteY33" fmla="*/ 480633 h 1629626"/>
              <a:gd name="connsiteX34" fmla="*/ 5036727 w 5638480"/>
              <a:gd name="connsiteY34" fmla="*/ 372144 h 1629626"/>
              <a:gd name="connsiteX35" fmla="*/ 5168462 w 5638480"/>
              <a:gd name="connsiteY35" fmla="*/ 542626 h 1629626"/>
              <a:gd name="connsiteX36" fmla="*/ 5300198 w 5638480"/>
              <a:gd name="connsiteY36" fmla="*/ 565873 h 1629626"/>
              <a:gd name="connsiteX37" fmla="*/ 5385438 w 5638480"/>
              <a:gd name="connsiteY37" fmla="*/ 643365 h 1629626"/>
              <a:gd name="connsiteX38" fmla="*/ 5610164 w 5638480"/>
              <a:gd name="connsiteY38" fmla="*/ 651114 h 1629626"/>
              <a:gd name="connsiteX39" fmla="*/ 5610164 w 5638480"/>
              <a:gd name="connsiteY39" fmla="*/ 1627507 h 1629626"/>
              <a:gd name="connsiteX40" fmla="*/ 23025 w 5638480"/>
              <a:gd name="connsiteY40" fmla="*/ 1619758 h 1629626"/>
              <a:gd name="connsiteX41" fmla="*/ 7527 w 5638480"/>
              <a:gd name="connsiteY41" fmla="*/ 620117 h 1629626"/>
              <a:gd name="connsiteX0" fmla="*/ 7527 w 5622903"/>
              <a:gd name="connsiteY0" fmla="*/ 620117 h 1629626"/>
              <a:gd name="connsiteX1" fmla="*/ 154760 w 5622903"/>
              <a:gd name="connsiteY1" fmla="*/ 581372 h 1629626"/>
              <a:gd name="connsiteX2" fmla="*/ 224503 w 5622903"/>
              <a:gd name="connsiteY2" fmla="*/ 558124 h 1629626"/>
              <a:gd name="connsiteX3" fmla="*/ 387235 w 5622903"/>
              <a:gd name="connsiteY3" fmla="*/ 635616 h 1629626"/>
              <a:gd name="connsiteX4" fmla="*/ 604211 w 5622903"/>
              <a:gd name="connsiteY4" fmla="*/ 558124 h 1629626"/>
              <a:gd name="connsiteX5" fmla="*/ 766944 w 5622903"/>
              <a:gd name="connsiteY5" fmla="*/ 186165 h 1629626"/>
              <a:gd name="connsiteX6" fmla="*/ 914177 w 5622903"/>
              <a:gd name="connsiteY6" fmla="*/ 263656 h 1629626"/>
              <a:gd name="connsiteX7" fmla="*/ 1038164 w 5622903"/>
              <a:gd name="connsiteY7" fmla="*/ 279155 h 1629626"/>
              <a:gd name="connsiteX8" fmla="*/ 1131154 w 5622903"/>
              <a:gd name="connsiteY8" fmla="*/ 565873 h 1629626"/>
              <a:gd name="connsiteX9" fmla="*/ 1231893 w 5622903"/>
              <a:gd name="connsiteY9" fmla="*/ 589121 h 1629626"/>
              <a:gd name="connsiteX10" fmla="*/ 1309384 w 5622903"/>
              <a:gd name="connsiteY10" fmla="*/ 674361 h 1629626"/>
              <a:gd name="connsiteX11" fmla="*/ 1410123 w 5622903"/>
              <a:gd name="connsiteY11" fmla="*/ 682111 h 1629626"/>
              <a:gd name="connsiteX12" fmla="*/ 1534110 w 5622903"/>
              <a:gd name="connsiteY12" fmla="*/ 736355 h 1629626"/>
              <a:gd name="connsiteX13" fmla="*/ 1681344 w 5622903"/>
              <a:gd name="connsiteY13" fmla="*/ 713107 h 1629626"/>
              <a:gd name="connsiteX14" fmla="*/ 1782083 w 5622903"/>
              <a:gd name="connsiteY14" fmla="*/ 728605 h 1629626"/>
              <a:gd name="connsiteX15" fmla="*/ 1906069 w 5622903"/>
              <a:gd name="connsiteY15" fmla="*/ 643365 h 1629626"/>
              <a:gd name="connsiteX16" fmla="*/ 2053303 w 5622903"/>
              <a:gd name="connsiteY16" fmla="*/ 620117 h 1629626"/>
              <a:gd name="connsiteX17" fmla="*/ 2161791 w 5622903"/>
              <a:gd name="connsiteY17" fmla="*/ 573622 h 1629626"/>
              <a:gd name="connsiteX18" fmla="*/ 2324523 w 5622903"/>
              <a:gd name="connsiteY18" fmla="*/ 643365 h 1629626"/>
              <a:gd name="connsiteX19" fmla="*/ 2433011 w 5622903"/>
              <a:gd name="connsiteY19" fmla="*/ 705358 h 1629626"/>
              <a:gd name="connsiteX20" fmla="*/ 2564747 w 5622903"/>
              <a:gd name="connsiteY20" fmla="*/ 860341 h 1629626"/>
              <a:gd name="connsiteX21" fmla="*/ 2820469 w 5622903"/>
              <a:gd name="connsiteY21" fmla="*/ 697609 h 1629626"/>
              <a:gd name="connsiteX22" fmla="*/ 2975452 w 5622903"/>
              <a:gd name="connsiteY22" fmla="*/ 666612 h 1629626"/>
              <a:gd name="connsiteX23" fmla="*/ 3021947 w 5622903"/>
              <a:gd name="connsiteY23" fmla="*/ 534877 h 1629626"/>
              <a:gd name="connsiteX24" fmla="*/ 3176930 w 5622903"/>
              <a:gd name="connsiteY24" fmla="*/ 550375 h 1629626"/>
              <a:gd name="connsiteX25" fmla="*/ 3277669 w 5622903"/>
              <a:gd name="connsiteY25" fmla="*/ 449636 h 1629626"/>
              <a:gd name="connsiteX26" fmla="*/ 3479147 w 5622903"/>
              <a:gd name="connsiteY26" fmla="*/ 565873 h 1629626"/>
              <a:gd name="connsiteX27" fmla="*/ 3649628 w 5622903"/>
              <a:gd name="connsiteY27" fmla="*/ 185 h 1629626"/>
              <a:gd name="connsiteX28" fmla="*/ 3820110 w 5622903"/>
              <a:gd name="connsiteY28" fmla="*/ 503880 h 1629626"/>
              <a:gd name="connsiteX29" fmla="*/ 3951845 w 5622903"/>
              <a:gd name="connsiteY29" fmla="*/ 542626 h 1629626"/>
              <a:gd name="connsiteX30" fmla="*/ 4153323 w 5622903"/>
              <a:gd name="connsiteY30" fmla="*/ 651114 h 1629626"/>
              <a:gd name="connsiteX31" fmla="*/ 4447791 w 5622903"/>
              <a:gd name="connsiteY31" fmla="*/ 441887 h 1629626"/>
              <a:gd name="connsiteX32" fmla="*/ 4672516 w 5622903"/>
              <a:gd name="connsiteY32" fmla="*/ 542626 h 1629626"/>
              <a:gd name="connsiteX33" fmla="*/ 4827499 w 5622903"/>
              <a:gd name="connsiteY33" fmla="*/ 480633 h 1629626"/>
              <a:gd name="connsiteX34" fmla="*/ 5036727 w 5622903"/>
              <a:gd name="connsiteY34" fmla="*/ 372144 h 1629626"/>
              <a:gd name="connsiteX35" fmla="*/ 5168462 w 5622903"/>
              <a:gd name="connsiteY35" fmla="*/ 542626 h 1629626"/>
              <a:gd name="connsiteX36" fmla="*/ 5300198 w 5622903"/>
              <a:gd name="connsiteY36" fmla="*/ 565873 h 1629626"/>
              <a:gd name="connsiteX37" fmla="*/ 5385438 w 5622903"/>
              <a:gd name="connsiteY37" fmla="*/ 643365 h 1629626"/>
              <a:gd name="connsiteX38" fmla="*/ 5610164 w 5622903"/>
              <a:gd name="connsiteY38" fmla="*/ 651114 h 1629626"/>
              <a:gd name="connsiteX39" fmla="*/ 5610164 w 5622903"/>
              <a:gd name="connsiteY39" fmla="*/ 1627507 h 1629626"/>
              <a:gd name="connsiteX40" fmla="*/ 23025 w 5622903"/>
              <a:gd name="connsiteY40" fmla="*/ 1619758 h 1629626"/>
              <a:gd name="connsiteX41" fmla="*/ 7527 w 5622903"/>
              <a:gd name="connsiteY41" fmla="*/ 620117 h 1629626"/>
              <a:gd name="connsiteX0" fmla="*/ 7527 w 5612681"/>
              <a:gd name="connsiteY0" fmla="*/ 620117 h 1627515"/>
              <a:gd name="connsiteX1" fmla="*/ 154760 w 5612681"/>
              <a:gd name="connsiteY1" fmla="*/ 581372 h 1627515"/>
              <a:gd name="connsiteX2" fmla="*/ 224503 w 5612681"/>
              <a:gd name="connsiteY2" fmla="*/ 558124 h 1627515"/>
              <a:gd name="connsiteX3" fmla="*/ 387235 w 5612681"/>
              <a:gd name="connsiteY3" fmla="*/ 635616 h 1627515"/>
              <a:gd name="connsiteX4" fmla="*/ 604211 w 5612681"/>
              <a:gd name="connsiteY4" fmla="*/ 558124 h 1627515"/>
              <a:gd name="connsiteX5" fmla="*/ 766944 w 5612681"/>
              <a:gd name="connsiteY5" fmla="*/ 186165 h 1627515"/>
              <a:gd name="connsiteX6" fmla="*/ 914177 w 5612681"/>
              <a:gd name="connsiteY6" fmla="*/ 263656 h 1627515"/>
              <a:gd name="connsiteX7" fmla="*/ 1038164 w 5612681"/>
              <a:gd name="connsiteY7" fmla="*/ 279155 h 1627515"/>
              <a:gd name="connsiteX8" fmla="*/ 1131154 w 5612681"/>
              <a:gd name="connsiteY8" fmla="*/ 565873 h 1627515"/>
              <a:gd name="connsiteX9" fmla="*/ 1231893 w 5612681"/>
              <a:gd name="connsiteY9" fmla="*/ 589121 h 1627515"/>
              <a:gd name="connsiteX10" fmla="*/ 1309384 w 5612681"/>
              <a:gd name="connsiteY10" fmla="*/ 674361 h 1627515"/>
              <a:gd name="connsiteX11" fmla="*/ 1410123 w 5612681"/>
              <a:gd name="connsiteY11" fmla="*/ 682111 h 1627515"/>
              <a:gd name="connsiteX12" fmla="*/ 1534110 w 5612681"/>
              <a:gd name="connsiteY12" fmla="*/ 736355 h 1627515"/>
              <a:gd name="connsiteX13" fmla="*/ 1681344 w 5612681"/>
              <a:gd name="connsiteY13" fmla="*/ 713107 h 1627515"/>
              <a:gd name="connsiteX14" fmla="*/ 1782083 w 5612681"/>
              <a:gd name="connsiteY14" fmla="*/ 728605 h 1627515"/>
              <a:gd name="connsiteX15" fmla="*/ 1906069 w 5612681"/>
              <a:gd name="connsiteY15" fmla="*/ 643365 h 1627515"/>
              <a:gd name="connsiteX16" fmla="*/ 2053303 w 5612681"/>
              <a:gd name="connsiteY16" fmla="*/ 620117 h 1627515"/>
              <a:gd name="connsiteX17" fmla="*/ 2161791 w 5612681"/>
              <a:gd name="connsiteY17" fmla="*/ 573622 h 1627515"/>
              <a:gd name="connsiteX18" fmla="*/ 2324523 w 5612681"/>
              <a:gd name="connsiteY18" fmla="*/ 643365 h 1627515"/>
              <a:gd name="connsiteX19" fmla="*/ 2433011 w 5612681"/>
              <a:gd name="connsiteY19" fmla="*/ 705358 h 1627515"/>
              <a:gd name="connsiteX20" fmla="*/ 2564747 w 5612681"/>
              <a:gd name="connsiteY20" fmla="*/ 860341 h 1627515"/>
              <a:gd name="connsiteX21" fmla="*/ 2820469 w 5612681"/>
              <a:gd name="connsiteY21" fmla="*/ 697609 h 1627515"/>
              <a:gd name="connsiteX22" fmla="*/ 2975452 w 5612681"/>
              <a:gd name="connsiteY22" fmla="*/ 666612 h 1627515"/>
              <a:gd name="connsiteX23" fmla="*/ 3021947 w 5612681"/>
              <a:gd name="connsiteY23" fmla="*/ 534877 h 1627515"/>
              <a:gd name="connsiteX24" fmla="*/ 3176930 w 5612681"/>
              <a:gd name="connsiteY24" fmla="*/ 550375 h 1627515"/>
              <a:gd name="connsiteX25" fmla="*/ 3277669 w 5612681"/>
              <a:gd name="connsiteY25" fmla="*/ 449636 h 1627515"/>
              <a:gd name="connsiteX26" fmla="*/ 3479147 w 5612681"/>
              <a:gd name="connsiteY26" fmla="*/ 565873 h 1627515"/>
              <a:gd name="connsiteX27" fmla="*/ 3649628 w 5612681"/>
              <a:gd name="connsiteY27" fmla="*/ 185 h 1627515"/>
              <a:gd name="connsiteX28" fmla="*/ 3820110 w 5612681"/>
              <a:gd name="connsiteY28" fmla="*/ 503880 h 1627515"/>
              <a:gd name="connsiteX29" fmla="*/ 3951845 w 5612681"/>
              <a:gd name="connsiteY29" fmla="*/ 542626 h 1627515"/>
              <a:gd name="connsiteX30" fmla="*/ 4153323 w 5612681"/>
              <a:gd name="connsiteY30" fmla="*/ 651114 h 1627515"/>
              <a:gd name="connsiteX31" fmla="*/ 4447791 w 5612681"/>
              <a:gd name="connsiteY31" fmla="*/ 441887 h 1627515"/>
              <a:gd name="connsiteX32" fmla="*/ 4672516 w 5612681"/>
              <a:gd name="connsiteY32" fmla="*/ 542626 h 1627515"/>
              <a:gd name="connsiteX33" fmla="*/ 4827499 w 5612681"/>
              <a:gd name="connsiteY33" fmla="*/ 480633 h 1627515"/>
              <a:gd name="connsiteX34" fmla="*/ 5036727 w 5612681"/>
              <a:gd name="connsiteY34" fmla="*/ 372144 h 1627515"/>
              <a:gd name="connsiteX35" fmla="*/ 5168462 w 5612681"/>
              <a:gd name="connsiteY35" fmla="*/ 542626 h 1627515"/>
              <a:gd name="connsiteX36" fmla="*/ 5300198 w 5612681"/>
              <a:gd name="connsiteY36" fmla="*/ 565873 h 1627515"/>
              <a:gd name="connsiteX37" fmla="*/ 5385438 w 5612681"/>
              <a:gd name="connsiteY37" fmla="*/ 643365 h 1627515"/>
              <a:gd name="connsiteX38" fmla="*/ 5610164 w 5612681"/>
              <a:gd name="connsiteY38" fmla="*/ 651114 h 1627515"/>
              <a:gd name="connsiteX39" fmla="*/ 5610164 w 5612681"/>
              <a:gd name="connsiteY39" fmla="*/ 1627507 h 1627515"/>
              <a:gd name="connsiteX40" fmla="*/ 23025 w 5612681"/>
              <a:gd name="connsiteY40" fmla="*/ 1619758 h 1627515"/>
              <a:gd name="connsiteX41" fmla="*/ 7527 w 5612681"/>
              <a:gd name="connsiteY41" fmla="*/ 620117 h 1627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612681" h="1627515">
                <a:moveTo>
                  <a:pt x="7527" y="620117"/>
                </a:moveTo>
                <a:cubicBezTo>
                  <a:pt x="29483" y="447053"/>
                  <a:pt x="118597" y="591704"/>
                  <a:pt x="154760" y="581372"/>
                </a:cubicBezTo>
                <a:cubicBezTo>
                  <a:pt x="190923" y="571040"/>
                  <a:pt x="185757" y="549083"/>
                  <a:pt x="224503" y="558124"/>
                </a:cubicBezTo>
                <a:cubicBezTo>
                  <a:pt x="263249" y="567165"/>
                  <a:pt x="323950" y="635616"/>
                  <a:pt x="387235" y="635616"/>
                </a:cubicBezTo>
                <a:cubicBezTo>
                  <a:pt x="450520" y="635616"/>
                  <a:pt x="540926" y="633032"/>
                  <a:pt x="604211" y="558124"/>
                </a:cubicBezTo>
                <a:cubicBezTo>
                  <a:pt x="667496" y="483216"/>
                  <a:pt x="715283" y="235243"/>
                  <a:pt x="766944" y="186165"/>
                </a:cubicBezTo>
                <a:cubicBezTo>
                  <a:pt x="818605" y="137087"/>
                  <a:pt x="868974" y="248158"/>
                  <a:pt x="914177" y="263656"/>
                </a:cubicBezTo>
                <a:cubicBezTo>
                  <a:pt x="959380" y="279154"/>
                  <a:pt x="1002001" y="228786"/>
                  <a:pt x="1038164" y="279155"/>
                </a:cubicBezTo>
                <a:cubicBezTo>
                  <a:pt x="1074327" y="329524"/>
                  <a:pt x="1098866" y="514212"/>
                  <a:pt x="1131154" y="565873"/>
                </a:cubicBezTo>
                <a:cubicBezTo>
                  <a:pt x="1163442" y="617534"/>
                  <a:pt x="1202188" y="571040"/>
                  <a:pt x="1231893" y="589121"/>
                </a:cubicBezTo>
                <a:cubicBezTo>
                  <a:pt x="1261598" y="607202"/>
                  <a:pt x="1279679" y="658863"/>
                  <a:pt x="1309384" y="674361"/>
                </a:cubicBezTo>
                <a:cubicBezTo>
                  <a:pt x="1339089" y="689859"/>
                  <a:pt x="1372669" y="671779"/>
                  <a:pt x="1410123" y="682111"/>
                </a:cubicBezTo>
                <a:cubicBezTo>
                  <a:pt x="1447577" y="692443"/>
                  <a:pt x="1488907" y="731189"/>
                  <a:pt x="1534110" y="736355"/>
                </a:cubicBezTo>
                <a:cubicBezTo>
                  <a:pt x="1579313" y="741521"/>
                  <a:pt x="1640015" y="714399"/>
                  <a:pt x="1681344" y="713107"/>
                </a:cubicBezTo>
                <a:cubicBezTo>
                  <a:pt x="1722673" y="711815"/>
                  <a:pt x="1744629" y="740229"/>
                  <a:pt x="1782083" y="728605"/>
                </a:cubicBezTo>
                <a:cubicBezTo>
                  <a:pt x="1819537" y="716981"/>
                  <a:pt x="1860866" y="661446"/>
                  <a:pt x="1906069" y="643365"/>
                </a:cubicBezTo>
                <a:cubicBezTo>
                  <a:pt x="1951272" y="625284"/>
                  <a:pt x="2010683" y="631741"/>
                  <a:pt x="2053303" y="620117"/>
                </a:cubicBezTo>
                <a:cubicBezTo>
                  <a:pt x="2095923" y="608493"/>
                  <a:pt x="2116588" y="569747"/>
                  <a:pt x="2161791" y="573622"/>
                </a:cubicBezTo>
                <a:cubicBezTo>
                  <a:pt x="2206994" y="577497"/>
                  <a:pt x="2279320" y="621409"/>
                  <a:pt x="2324523" y="643365"/>
                </a:cubicBezTo>
                <a:cubicBezTo>
                  <a:pt x="2369726" y="665321"/>
                  <a:pt x="2392974" y="669195"/>
                  <a:pt x="2433011" y="705358"/>
                </a:cubicBezTo>
                <a:cubicBezTo>
                  <a:pt x="2473048" y="741521"/>
                  <a:pt x="2500171" y="861632"/>
                  <a:pt x="2564747" y="860341"/>
                </a:cubicBezTo>
                <a:cubicBezTo>
                  <a:pt x="2629323" y="859050"/>
                  <a:pt x="2752018" y="729897"/>
                  <a:pt x="2820469" y="697609"/>
                </a:cubicBezTo>
                <a:cubicBezTo>
                  <a:pt x="2888920" y="665321"/>
                  <a:pt x="2941872" y="693734"/>
                  <a:pt x="2975452" y="666612"/>
                </a:cubicBezTo>
                <a:cubicBezTo>
                  <a:pt x="3009032" y="639490"/>
                  <a:pt x="2988367" y="554250"/>
                  <a:pt x="3021947" y="534877"/>
                </a:cubicBezTo>
                <a:cubicBezTo>
                  <a:pt x="3055527" y="515504"/>
                  <a:pt x="3134310" y="564582"/>
                  <a:pt x="3176930" y="550375"/>
                </a:cubicBezTo>
                <a:cubicBezTo>
                  <a:pt x="3219550" y="536168"/>
                  <a:pt x="3227299" y="447053"/>
                  <a:pt x="3277669" y="449636"/>
                </a:cubicBezTo>
                <a:cubicBezTo>
                  <a:pt x="3328039" y="452219"/>
                  <a:pt x="3417154" y="640782"/>
                  <a:pt x="3479147" y="565873"/>
                </a:cubicBezTo>
                <a:cubicBezTo>
                  <a:pt x="3541140" y="490964"/>
                  <a:pt x="3592801" y="10517"/>
                  <a:pt x="3649628" y="185"/>
                </a:cubicBezTo>
                <a:cubicBezTo>
                  <a:pt x="3706455" y="-10147"/>
                  <a:pt x="3769741" y="413473"/>
                  <a:pt x="3820110" y="503880"/>
                </a:cubicBezTo>
                <a:cubicBezTo>
                  <a:pt x="3870479" y="594287"/>
                  <a:pt x="3896310" y="518087"/>
                  <a:pt x="3951845" y="542626"/>
                </a:cubicBezTo>
                <a:cubicBezTo>
                  <a:pt x="4007380" y="567165"/>
                  <a:pt x="4070665" y="667904"/>
                  <a:pt x="4153323" y="651114"/>
                </a:cubicBezTo>
                <a:cubicBezTo>
                  <a:pt x="4235981" y="634324"/>
                  <a:pt x="4361259" y="459968"/>
                  <a:pt x="4447791" y="441887"/>
                </a:cubicBezTo>
                <a:cubicBezTo>
                  <a:pt x="4534323" y="423806"/>
                  <a:pt x="4609231" y="536168"/>
                  <a:pt x="4672516" y="542626"/>
                </a:cubicBezTo>
                <a:cubicBezTo>
                  <a:pt x="4735801" y="549084"/>
                  <a:pt x="4766797" y="509047"/>
                  <a:pt x="4827499" y="480633"/>
                </a:cubicBezTo>
                <a:cubicBezTo>
                  <a:pt x="4888201" y="452219"/>
                  <a:pt x="4979900" y="361812"/>
                  <a:pt x="5036727" y="372144"/>
                </a:cubicBezTo>
                <a:cubicBezTo>
                  <a:pt x="5093554" y="382476"/>
                  <a:pt x="5124550" y="510338"/>
                  <a:pt x="5168462" y="542626"/>
                </a:cubicBezTo>
                <a:cubicBezTo>
                  <a:pt x="5212374" y="574914"/>
                  <a:pt x="5264035" y="549083"/>
                  <a:pt x="5300198" y="565873"/>
                </a:cubicBezTo>
                <a:cubicBezTo>
                  <a:pt x="5336361" y="582663"/>
                  <a:pt x="5333777" y="629158"/>
                  <a:pt x="5385438" y="643365"/>
                </a:cubicBezTo>
                <a:cubicBezTo>
                  <a:pt x="5437099" y="657572"/>
                  <a:pt x="5633736" y="419356"/>
                  <a:pt x="5610164" y="651114"/>
                </a:cubicBezTo>
                <a:cubicBezTo>
                  <a:pt x="5586592" y="882872"/>
                  <a:pt x="5622065" y="1630477"/>
                  <a:pt x="5610164" y="1627507"/>
                </a:cubicBezTo>
                <a:cubicBezTo>
                  <a:pt x="5598263" y="1624537"/>
                  <a:pt x="27891" y="1626877"/>
                  <a:pt x="23025" y="1619758"/>
                </a:cubicBezTo>
                <a:cubicBezTo>
                  <a:pt x="18159" y="1612639"/>
                  <a:pt x="-14429" y="793181"/>
                  <a:pt x="7527" y="620117"/>
                </a:cubicBezTo>
                <a:close/>
              </a:path>
            </a:pathLst>
          </a:custGeom>
          <a:solidFill>
            <a:srgbClr val="BB3023">
              <a:alpha val="33060"/>
            </a:srgbClr>
          </a:solidFill>
          <a:ln>
            <a:solidFill>
              <a:srgbClr val="BB302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21" name="文本框 220">
            <a:extLst>
              <a:ext uri="{FF2B5EF4-FFF2-40B4-BE49-F238E27FC236}">
                <a16:creationId xmlns:a16="http://schemas.microsoft.com/office/drawing/2014/main" id="{14684B18-4930-C6DA-1FA9-B8CB29942B07}"/>
              </a:ext>
            </a:extLst>
          </p:cNvPr>
          <p:cNvSpPr txBox="1"/>
          <p:nvPr/>
        </p:nvSpPr>
        <p:spPr>
          <a:xfrm>
            <a:off x="9070875" y="1323885"/>
            <a:ext cx="93006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9,84%---1st</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2" name="文本框 221">
            <a:extLst>
              <a:ext uri="{FF2B5EF4-FFF2-40B4-BE49-F238E27FC236}">
                <a16:creationId xmlns:a16="http://schemas.microsoft.com/office/drawing/2014/main" id="{96AFE850-B904-756E-A5F3-1A24A5AC5B58}"/>
              </a:ext>
            </a:extLst>
          </p:cNvPr>
          <p:cNvSpPr txBox="1"/>
          <p:nvPr/>
        </p:nvSpPr>
        <p:spPr>
          <a:xfrm>
            <a:off x="9070875" y="1689792"/>
            <a:ext cx="98937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5,24%---2nd</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3" name="文本框 222">
            <a:extLst>
              <a:ext uri="{FF2B5EF4-FFF2-40B4-BE49-F238E27FC236}">
                <a16:creationId xmlns:a16="http://schemas.microsoft.com/office/drawing/2014/main" id="{4DF6DE78-6D33-F1A5-044C-82C0C9DFA601}"/>
              </a:ext>
            </a:extLst>
          </p:cNvPr>
          <p:cNvSpPr txBox="1"/>
          <p:nvPr/>
        </p:nvSpPr>
        <p:spPr>
          <a:xfrm>
            <a:off x="9070875" y="1958970"/>
            <a:ext cx="95731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4,54%---3rd</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4" name="文本框 223">
            <a:extLst>
              <a:ext uri="{FF2B5EF4-FFF2-40B4-BE49-F238E27FC236}">
                <a16:creationId xmlns:a16="http://schemas.microsoft.com/office/drawing/2014/main" id="{52981608-3074-C4CA-7F86-9FB878E0BFE4}"/>
              </a:ext>
            </a:extLst>
          </p:cNvPr>
          <p:cNvSpPr txBox="1"/>
          <p:nvPr/>
        </p:nvSpPr>
        <p:spPr>
          <a:xfrm>
            <a:off x="9070875" y="2222129"/>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4,84%---4th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5" name="文本框 224">
            <a:extLst>
              <a:ext uri="{FF2B5EF4-FFF2-40B4-BE49-F238E27FC236}">
                <a16:creationId xmlns:a16="http://schemas.microsoft.com/office/drawing/2014/main" id="{6A6D9DC1-DD1F-1F7E-0B3B-0FB5CD9DACFF}"/>
              </a:ext>
            </a:extLst>
          </p:cNvPr>
          <p:cNvSpPr txBox="1"/>
          <p:nvPr/>
        </p:nvSpPr>
        <p:spPr>
          <a:xfrm>
            <a:off x="9070875" y="2457007"/>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3,34%---5th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6" name="文本框 225">
            <a:extLst>
              <a:ext uri="{FF2B5EF4-FFF2-40B4-BE49-F238E27FC236}">
                <a16:creationId xmlns:a16="http://schemas.microsoft.com/office/drawing/2014/main" id="{674008D3-73B6-B1DE-606C-0BFABE784D74}"/>
              </a:ext>
            </a:extLst>
          </p:cNvPr>
          <p:cNvSpPr txBox="1"/>
          <p:nvPr/>
        </p:nvSpPr>
        <p:spPr>
          <a:xfrm>
            <a:off x="9070875" y="2663604"/>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3,84%---6th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7" name="文本框 226">
            <a:extLst>
              <a:ext uri="{FF2B5EF4-FFF2-40B4-BE49-F238E27FC236}">
                <a16:creationId xmlns:a16="http://schemas.microsoft.com/office/drawing/2014/main" id="{961F9380-3BA8-1763-A517-28A50A630648}"/>
              </a:ext>
            </a:extLst>
          </p:cNvPr>
          <p:cNvSpPr txBox="1"/>
          <p:nvPr/>
        </p:nvSpPr>
        <p:spPr>
          <a:xfrm>
            <a:off x="9070875" y="2851347"/>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3,84%---7th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8" name="文本框 227">
            <a:extLst>
              <a:ext uri="{FF2B5EF4-FFF2-40B4-BE49-F238E27FC236}">
                <a16:creationId xmlns:a16="http://schemas.microsoft.com/office/drawing/2014/main" id="{A33ADD35-41E4-0237-F9EF-204D25BA3C06}"/>
              </a:ext>
            </a:extLst>
          </p:cNvPr>
          <p:cNvSpPr txBox="1"/>
          <p:nvPr/>
        </p:nvSpPr>
        <p:spPr>
          <a:xfrm>
            <a:off x="9070875" y="3039090"/>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2,84%---8th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29" name="文本框 228">
            <a:extLst>
              <a:ext uri="{FF2B5EF4-FFF2-40B4-BE49-F238E27FC236}">
                <a16:creationId xmlns:a16="http://schemas.microsoft.com/office/drawing/2014/main" id="{F793D806-8F76-AB29-FD56-B2B46455A43D}"/>
              </a:ext>
            </a:extLst>
          </p:cNvPr>
          <p:cNvSpPr txBox="1"/>
          <p:nvPr/>
        </p:nvSpPr>
        <p:spPr>
          <a:xfrm>
            <a:off x="9070875" y="3201960"/>
            <a:ext cx="949299"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1,44%---9th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0" name="文本框 229">
            <a:extLst>
              <a:ext uri="{FF2B5EF4-FFF2-40B4-BE49-F238E27FC236}">
                <a16:creationId xmlns:a16="http://schemas.microsoft.com/office/drawing/2014/main" id="{9976FD12-D111-31BE-DC93-A393F986AC39}"/>
              </a:ext>
            </a:extLst>
          </p:cNvPr>
          <p:cNvSpPr txBox="1"/>
          <p:nvPr/>
        </p:nvSpPr>
        <p:spPr>
          <a:xfrm>
            <a:off x="9070875" y="3345976"/>
            <a:ext cx="1026243" cy="253916"/>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1,84%---10th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1" name="文本框 230">
            <a:extLst>
              <a:ext uri="{FF2B5EF4-FFF2-40B4-BE49-F238E27FC236}">
                <a16:creationId xmlns:a16="http://schemas.microsoft.com/office/drawing/2014/main" id="{ACBBB394-682B-1027-72A3-EA0270AD5511}"/>
              </a:ext>
            </a:extLst>
          </p:cNvPr>
          <p:cNvSpPr txBox="1"/>
          <p:nvPr/>
        </p:nvSpPr>
        <p:spPr>
          <a:xfrm>
            <a:off x="9070875" y="4022329"/>
            <a:ext cx="1107996" cy="415498"/>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32.48%-11th</a:t>
            </a:r>
          </a:p>
          <a:p>
            <a:r>
              <a:rPr kumimoji="1" lang="en-US" altLang="zh-CN" sz="1050" dirty="0">
                <a:solidFill>
                  <a:srgbClr val="212121"/>
                </a:solidFill>
                <a:latin typeface="Alibaba PuHuiTi" pitchFamily="18" charset="-122"/>
                <a:ea typeface="Alibaba PuHuiTi" pitchFamily="18" charset="-122"/>
                <a:cs typeface="Alibaba PuHuiTi" pitchFamily="18" charset="-122"/>
              </a:rPr>
              <a:t>               100th</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2" name="文本框 231">
            <a:extLst>
              <a:ext uri="{FF2B5EF4-FFF2-40B4-BE49-F238E27FC236}">
                <a16:creationId xmlns:a16="http://schemas.microsoft.com/office/drawing/2014/main" id="{4655F8A2-AA78-8E23-550B-4B15B11AE5DE}"/>
              </a:ext>
            </a:extLst>
          </p:cNvPr>
          <p:cNvSpPr txBox="1"/>
          <p:nvPr/>
        </p:nvSpPr>
        <p:spPr>
          <a:xfrm>
            <a:off x="9070875" y="5174457"/>
            <a:ext cx="1059906" cy="415498"/>
          </a:xfrm>
          <a:prstGeom prst="rect">
            <a:avLst/>
          </a:prstGeom>
          <a:noFill/>
        </p:spPr>
        <p:txBody>
          <a:bodyPr wrap="squar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30.98%-Other</a:t>
            </a:r>
          </a:p>
          <a:p>
            <a:r>
              <a:rPr kumimoji="1" lang="en-US" altLang="zh-CN" sz="1050" dirty="0">
                <a:solidFill>
                  <a:srgbClr val="212121"/>
                </a:solidFill>
                <a:latin typeface="Alibaba PuHuiTi" pitchFamily="18" charset="-122"/>
                <a:ea typeface="Alibaba PuHuiTi" pitchFamily="18" charset="-122"/>
                <a:cs typeface="Alibaba PuHuiTi" pitchFamily="18" charset="-122"/>
              </a:rPr>
              <a:t>               </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233" name="右大括号 232">
            <a:extLst>
              <a:ext uri="{FF2B5EF4-FFF2-40B4-BE49-F238E27FC236}">
                <a16:creationId xmlns:a16="http://schemas.microsoft.com/office/drawing/2014/main" id="{44924677-FC7A-5E3E-2561-782A116F3075}"/>
              </a:ext>
            </a:extLst>
          </p:cNvPr>
          <p:cNvSpPr/>
          <p:nvPr/>
        </p:nvSpPr>
        <p:spPr>
          <a:xfrm>
            <a:off x="10094589" y="1392550"/>
            <a:ext cx="510968" cy="2874651"/>
          </a:xfrm>
          <a:prstGeom prst="rightBrace">
            <a:avLst>
              <a:gd name="adj1" fmla="val 85077"/>
              <a:gd name="adj2" fmla="val 50000"/>
            </a:avLst>
          </a:prstGeom>
          <a:ln w="9525" cap="rnd">
            <a:solidFill>
              <a:srgbClr val="21212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p>
        </p:txBody>
      </p:sp>
      <p:sp>
        <p:nvSpPr>
          <p:cNvPr id="235" name="文本框 234">
            <a:extLst>
              <a:ext uri="{FF2B5EF4-FFF2-40B4-BE49-F238E27FC236}">
                <a16:creationId xmlns:a16="http://schemas.microsoft.com/office/drawing/2014/main" id="{445DFCF0-9837-7A71-6B1B-440E7E2A4AAD}"/>
              </a:ext>
            </a:extLst>
          </p:cNvPr>
          <p:cNvSpPr txBox="1"/>
          <p:nvPr/>
        </p:nvSpPr>
        <p:spPr>
          <a:xfrm>
            <a:off x="10627266" y="2042964"/>
            <a:ext cx="1297059" cy="1527149"/>
          </a:xfrm>
          <a:prstGeom prst="rect">
            <a:avLst/>
          </a:prstGeom>
          <a:noFill/>
        </p:spPr>
        <p:txBody>
          <a:bodyPr wrap="square" rtlCol="0">
            <a:spAutoFit/>
          </a:bodyPr>
          <a:lstStyle/>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69% of Ensnare </a:t>
            </a:r>
          </a:p>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contained at 10 </a:t>
            </a:r>
          </a:p>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addresses. Which at the moment shows astrongcentralizationof the network, </a:t>
            </a:r>
          </a:p>
          <a:p>
            <a:pPr>
              <a:lnSpc>
                <a:spcPct val="150000"/>
              </a:lnSpc>
            </a:pPr>
            <a:r>
              <a:rPr kumimoji="1" lang="en" altLang="zh-CN" sz="900" dirty="0">
                <a:solidFill>
                  <a:srgbClr val="212121"/>
                </a:solidFill>
                <a:latin typeface="Alibaba PuHuiTi" pitchFamily="18" charset="-122"/>
                <a:ea typeface="Alibaba PuHuiTi" pitchFamily="18" charset="-122"/>
                <a:cs typeface="Alibaba PuHuiTi" pitchFamily="18" charset="-122"/>
              </a:rPr>
              <a:t>similar to Ethereum.</a:t>
            </a:r>
            <a:endParaRPr kumimoji="1" lang="zh-CN" altLang="en-US" sz="900" dirty="0">
              <a:solidFill>
                <a:srgbClr val="212121"/>
              </a:solidFill>
              <a:latin typeface="Alibaba PuHuiTi" pitchFamily="18" charset="-122"/>
              <a:ea typeface="Alibaba PuHuiTi" pitchFamily="18" charset="-122"/>
              <a:cs typeface="Alibaba PuHuiTi" pitchFamily="18" charset="-122"/>
            </a:endParaRPr>
          </a:p>
        </p:txBody>
      </p:sp>
      <p:grpSp>
        <p:nvGrpSpPr>
          <p:cNvPr id="258" name="组合 257">
            <a:extLst>
              <a:ext uri="{FF2B5EF4-FFF2-40B4-BE49-F238E27FC236}">
                <a16:creationId xmlns:a16="http://schemas.microsoft.com/office/drawing/2014/main" id="{4CCD3A32-F17F-FBC0-32EA-20A17EA94476}"/>
              </a:ext>
            </a:extLst>
          </p:cNvPr>
          <p:cNvGrpSpPr/>
          <p:nvPr/>
        </p:nvGrpSpPr>
        <p:grpSpPr>
          <a:xfrm>
            <a:off x="271894" y="1913467"/>
            <a:ext cx="5427061" cy="4286689"/>
            <a:chOff x="558800" y="2113279"/>
            <a:chExt cx="5750560" cy="4208751"/>
          </a:xfrm>
        </p:grpSpPr>
        <p:sp>
          <p:nvSpPr>
            <p:cNvPr id="259" name="矩形 258">
              <a:extLst>
                <a:ext uri="{FF2B5EF4-FFF2-40B4-BE49-F238E27FC236}">
                  <a16:creationId xmlns:a16="http://schemas.microsoft.com/office/drawing/2014/main" id="{932AA4B8-9BF6-02B8-AB24-FCFE94713B1C}"/>
                </a:ext>
              </a:extLst>
            </p:cNvPr>
            <p:cNvSpPr/>
            <p:nvPr/>
          </p:nvSpPr>
          <p:spPr>
            <a:xfrm>
              <a:off x="558800" y="2113280"/>
              <a:ext cx="5750560" cy="4206240"/>
            </a:xfrm>
            <a:prstGeom prst="rect">
              <a:avLst/>
            </a:prstGeom>
            <a:noFill/>
            <a:ln>
              <a:solidFill>
                <a:srgbClr val="1E344D">
                  <a:alpha val="44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260" name="直线连接符 259">
              <a:extLst>
                <a:ext uri="{FF2B5EF4-FFF2-40B4-BE49-F238E27FC236}">
                  <a16:creationId xmlns:a16="http://schemas.microsoft.com/office/drawing/2014/main" id="{9266F25A-7A10-5CCD-E79E-886932F9B887}"/>
                </a:ext>
              </a:extLst>
            </p:cNvPr>
            <p:cNvCxnSpPr>
              <a:cxnSpLocks/>
            </p:cNvCxnSpPr>
            <p:nvPr/>
          </p:nvCxnSpPr>
          <p:spPr>
            <a:xfrm>
              <a:off x="1072567"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1" name="直线连接符 260">
              <a:extLst>
                <a:ext uri="{FF2B5EF4-FFF2-40B4-BE49-F238E27FC236}">
                  <a16:creationId xmlns:a16="http://schemas.microsoft.com/office/drawing/2014/main" id="{7A2FE233-3A8F-34A0-C3A4-DE5DC6F0EAF4}"/>
                </a:ext>
              </a:extLst>
            </p:cNvPr>
            <p:cNvCxnSpPr>
              <a:cxnSpLocks/>
            </p:cNvCxnSpPr>
            <p:nvPr/>
          </p:nvCxnSpPr>
          <p:spPr>
            <a:xfrm>
              <a:off x="1616006"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2" name="直线连接符 261">
              <a:extLst>
                <a:ext uri="{FF2B5EF4-FFF2-40B4-BE49-F238E27FC236}">
                  <a16:creationId xmlns:a16="http://schemas.microsoft.com/office/drawing/2014/main" id="{A63CB9F3-3DAC-9A97-56E4-92833F691C69}"/>
                </a:ext>
              </a:extLst>
            </p:cNvPr>
            <p:cNvCxnSpPr>
              <a:cxnSpLocks/>
            </p:cNvCxnSpPr>
            <p:nvPr/>
          </p:nvCxnSpPr>
          <p:spPr>
            <a:xfrm>
              <a:off x="2135560"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3" name="直线连接符 262">
              <a:extLst>
                <a:ext uri="{FF2B5EF4-FFF2-40B4-BE49-F238E27FC236}">
                  <a16:creationId xmlns:a16="http://schemas.microsoft.com/office/drawing/2014/main" id="{198A4AE2-D688-DE79-98D1-504FB23F931E}"/>
                </a:ext>
              </a:extLst>
            </p:cNvPr>
            <p:cNvCxnSpPr>
              <a:cxnSpLocks/>
            </p:cNvCxnSpPr>
            <p:nvPr/>
          </p:nvCxnSpPr>
          <p:spPr>
            <a:xfrm>
              <a:off x="2639616"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4" name="直线连接符 263">
              <a:extLst>
                <a:ext uri="{FF2B5EF4-FFF2-40B4-BE49-F238E27FC236}">
                  <a16:creationId xmlns:a16="http://schemas.microsoft.com/office/drawing/2014/main" id="{BA3B6BFF-0ED0-3572-58CA-DBAFB8F8A6CE}"/>
                </a:ext>
              </a:extLst>
            </p:cNvPr>
            <p:cNvCxnSpPr>
              <a:cxnSpLocks/>
            </p:cNvCxnSpPr>
            <p:nvPr/>
          </p:nvCxnSpPr>
          <p:spPr>
            <a:xfrm>
              <a:off x="3166919"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5" name="直线连接符 264">
              <a:extLst>
                <a:ext uri="{FF2B5EF4-FFF2-40B4-BE49-F238E27FC236}">
                  <a16:creationId xmlns:a16="http://schemas.microsoft.com/office/drawing/2014/main" id="{FCBB7FA9-F580-8D4A-7AD6-05802B4536D1}"/>
                </a:ext>
              </a:extLst>
            </p:cNvPr>
            <p:cNvCxnSpPr>
              <a:cxnSpLocks/>
            </p:cNvCxnSpPr>
            <p:nvPr/>
          </p:nvCxnSpPr>
          <p:spPr>
            <a:xfrm>
              <a:off x="3711987"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6" name="直线连接符 265">
              <a:extLst>
                <a:ext uri="{FF2B5EF4-FFF2-40B4-BE49-F238E27FC236}">
                  <a16:creationId xmlns:a16="http://schemas.microsoft.com/office/drawing/2014/main" id="{C6F798E4-3D88-5641-B7B9-3CFC819C0115}"/>
                </a:ext>
              </a:extLst>
            </p:cNvPr>
            <p:cNvCxnSpPr>
              <a:cxnSpLocks/>
            </p:cNvCxnSpPr>
            <p:nvPr/>
          </p:nvCxnSpPr>
          <p:spPr>
            <a:xfrm>
              <a:off x="4223792" y="2113279"/>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7" name="直线连接符 266">
              <a:extLst>
                <a:ext uri="{FF2B5EF4-FFF2-40B4-BE49-F238E27FC236}">
                  <a16:creationId xmlns:a16="http://schemas.microsoft.com/office/drawing/2014/main" id="{A1BAF371-D026-C54E-261D-874E3B47DD3C}"/>
                </a:ext>
              </a:extLst>
            </p:cNvPr>
            <p:cNvCxnSpPr>
              <a:cxnSpLocks/>
            </p:cNvCxnSpPr>
            <p:nvPr/>
          </p:nvCxnSpPr>
          <p:spPr>
            <a:xfrm>
              <a:off x="4727848"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8" name="直线连接符 267">
              <a:extLst>
                <a:ext uri="{FF2B5EF4-FFF2-40B4-BE49-F238E27FC236}">
                  <a16:creationId xmlns:a16="http://schemas.microsoft.com/office/drawing/2014/main" id="{2CB78170-CD2E-839D-74B6-F9EE09257465}"/>
                </a:ext>
              </a:extLst>
            </p:cNvPr>
            <p:cNvCxnSpPr>
              <a:cxnSpLocks/>
            </p:cNvCxnSpPr>
            <p:nvPr/>
          </p:nvCxnSpPr>
          <p:spPr>
            <a:xfrm>
              <a:off x="5231904"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69" name="直线连接符 268">
              <a:extLst>
                <a:ext uri="{FF2B5EF4-FFF2-40B4-BE49-F238E27FC236}">
                  <a16:creationId xmlns:a16="http://schemas.microsoft.com/office/drawing/2014/main" id="{B0BF56C5-52B2-28BF-C1DB-9CB5560334CB}"/>
                </a:ext>
              </a:extLst>
            </p:cNvPr>
            <p:cNvCxnSpPr>
              <a:cxnSpLocks/>
            </p:cNvCxnSpPr>
            <p:nvPr/>
          </p:nvCxnSpPr>
          <p:spPr>
            <a:xfrm>
              <a:off x="5807968"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0" name="直线连接符 269">
              <a:extLst>
                <a:ext uri="{FF2B5EF4-FFF2-40B4-BE49-F238E27FC236}">
                  <a16:creationId xmlns:a16="http://schemas.microsoft.com/office/drawing/2014/main" id="{8FFF2201-59F1-CED9-CE60-82F8A8D5F46C}"/>
                </a:ext>
              </a:extLst>
            </p:cNvPr>
            <p:cNvCxnSpPr>
              <a:cxnSpLocks/>
            </p:cNvCxnSpPr>
            <p:nvPr/>
          </p:nvCxnSpPr>
          <p:spPr>
            <a:xfrm>
              <a:off x="566906" y="2719953"/>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1" name="直线连接符 270">
              <a:extLst>
                <a:ext uri="{FF2B5EF4-FFF2-40B4-BE49-F238E27FC236}">
                  <a16:creationId xmlns:a16="http://schemas.microsoft.com/office/drawing/2014/main" id="{EB10797C-7422-0666-8DDE-F06E543CF7E7}"/>
                </a:ext>
              </a:extLst>
            </p:cNvPr>
            <p:cNvCxnSpPr>
              <a:cxnSpLocks/>
            </p:cNvCxnSpPr>
            <p:nvPr/>
          </p:nvCxnSpPr>
          <p:spPr>
            <a:xfrm>
              <a:off x="566906" y="3333745"/>
              <a:ext cx="5729391"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2" name="直线连接符 271">
              <a:extLst>
                <a:ext uri="{FF2B5EF4-FFF2-40B4-BE49-F238E27FC236}">
                  <a16:creationId xmlns:a16="http://schemas.microsoft.com/office/drawing/2014/main" id="{FC069FC7-D06B-A50D-A778-ED3537F423EC}"/>
                </a:ext>
              </a:extLst>
            </p:cNvPr>
            <p:cNvCxnSpPr>
              <a:cxnSpLocks/>
            </p:cNvCxnSpPr>
            <p:nvPr/>
          </p:nvCxnSpPr>
          <p:spPr>
            <a:xfrm>
              <a:off x="566906" y="393305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3" name="直线连接符 272">
              <a:extLst>
                <a:ext uri="{FF2B5EF4-FFF2-40B4-BE49-F238E27FC236}">
                  <a16:creationId xmlns:a16="http://schemas.microsoft.com/office/drawing/2014/main" id="{758261ED-4E84-FF60-0841-D6226E38B3F9}"/>
                </a:ext>
              </a:extLst>
            </p:cNvPr>
            <p:cNvCxnSpPr>
              <a:cxnSpLocks/>
            </p:cNvCxnSpPr>
            <p:nvPr/>
          </p:nvCxnSpPr>
          <p:spPr>
            <a:xfrm>
              <a:off x="566906" y="4509120"/>
              <a:ext cx="5735923"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4" name="直线连接符 273">
              <a:extLst>
                <a:ext uri="{FF2B5EF4-FFF2-40B4-BE49-F238E27FC236}">
                  <a16:creationId xmlns:a16="http://schemas.microsoft.com/office/drawing/2014/main" id="{839B72A6-3489-A7F8-03EB-70904EC08F8C}"/>
                </a:ext>
              </a:extLst>
            </p:cNvPr>
            <p:cNvCxnSpPr>
              <a:cxnSpLocks/>
            </p:cNvCxnSpPr>
            <p:nvPr/>
          </p:nvCxnSpPr>
          <p:spPr>
            <a:xfrm>
              <a:off x="566906" y="5133945"/>
              <a:ext cx="5735923" cy="0"/>
            </a:xfrm>
            <a:prstGeom prst="line">
              <a:avLst/>
            </a:prstGeom>
            <a:ln w="15875">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5" name="直线连接符 274">
              <a:extLst>
                <a:ext uri="{FF2B5EF4-FFF2-40B4-BE49-F238E27FC236}">
                  <a16:creationId xmlns:a16="http://schemas.microsoft.com/office/drawing/2014/main" id="{F29D46BC-5A4E-BA8B-9120-3D4A6FE9E666}"/>
                </a:ext>
              </a:extLst>
            </p:cNvPr>
            <p:cNvCxnSpPr>
              <a:cxnSpLocks/>
            </p:cNvCxnSpPr>
            <p:nvPr/>
          </p:nvCxnSpPr>
          <p:spPr>
            <a:xfrm>
              <a:off x="566906" y="5733256"/>
              <a:ext cx="5735923"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6" name="直线连接符 275">
              <a:extLst>
                <a:ext uri="{FF2B5EF4-FFF2-40B4-BE49-F238E27FC236}">
                  <a16:creationId xmlns:a16="http://schemas.microsoft.com/office/drawing/2014/main" id="{8C56C86C-DE67-00FD-A989-BCA04C8257AC}"/>
                </a:ext>
              </a:extLst>
            </p:cNvPr>
            <p:cNvCxnSpPr>
              <a:cxnSpLocks/>
            </p:cNvCxnSpPr>
            <p:nvPr/>
          </p:nvCxnSpPr>
          <p:spPr>
            <a:xfrm>
              <a:off x="566906" y="2407441"/>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7" name="直线连接符 276">
              <a:extLst>
                <a:ext uri="{FF2B5EF4-FFF2-40B4-BE49-F238E27FC236}">
                  <a16:creationId xmlns:a16="http://schemas.microsoft.com/office/drawing/2014/main" id="{B5051FFB-6D8D-6AFA-9609-7019742B911F}"/>
                </a:ext>
              </a:extLst>
            </p:cNvPr>
            <p:cNvCxnSpPr>
              <a:cxnSpLocks/>
            </p:cNvCxnSpPr>
            <p:nvPr/>
          </p:nvCxnSpPr>
          <p:spPr>
            <a:xfrm>
              <a:off x="566906" y="3035667"/>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8" name="直线连接符 277">
              <a:extLst>
                <a:ext uri="{FF2B5EF4-FFF2-40B4-BE49-F238E27FC236}">
                  <a16:creationId xmlns:a16="http://schemas.microsoft.com/office/drawing/2014/main" id="{AE60067A-FF88-FB2E-ABA6-289FEE1B3F95}"/>
                </a:ext>
              </a:extLst>
            </p:cNvPr>
            <p:cNvCxnSpPr>
              <a:cxnSpLocks/>
            </p:cNvCxnSpPr>
            <p:nvPr/>
          </p:nvCxnSpPr>
          <p:spPr>
            <a:xfrm>
              <a:off x="566906" y="3619760"/>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79" name="直线连接符 278">
              <a:extLst>
                <a:ext uri="{FF2B5EF4-FFF2-40B4-BE49-F238E27FC236}">
                  <a16:creationId xmlns:a16="http://schemas.microsoft.com/office/drawing/2014/main" id="{915E0E56-583C-DA49-6295-F412D49A1452}"/>
                </a:ext>
              </a:extLst>
            </p:cNvPr>
            <p:cNvCxnSpPr>
              <a:cxnSpLocks/>
            </p:cNvCxnSpPr>
            <p:nvPr/>
          </p:nvCxnSpPr>
          <p:spPr>
            <a:xfrm>
              <a:off x="566906" y="423754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0" name="直线连接符 279">
              <a:extLst>
                <a:ext uri="{FF2B5EF4-FFF2-40B4-BE49-F238E27FC236}">
                  <a16:creationId xmlns:a16="http://schemas.microsoft.com/office/drawing/2014/main" id="{1F60FD3E-DDA3-F1E8-0FC8-D2BF9B545134}"/>
                </a:ext>
              </a:extLst>
            </p:cNvPr>
            <p:cNvCxnSpPr>
              <a:cxnSpLocks/>
            </p:cNvCxnSpPr>
            <p:nvPr/>
          </p:nvCxnSpPr>
          <p:spPr>
            <a:xfrm>
              <a:off x="566906" y="4803137"/>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1" name="直线连接符 280">
              <a:extLst>
                <a:ext uri="{FF2B5EF4-FFF2-40B4-BE49-F238E27FC236}">
                  <a16:creationId xmlns:a16="http://schemas.microsoft.com/office/drawing/2014/main" id="{DF4DD5D5-BA94-F2B9-2615-A9207FCB1AA3}"/>
                </a:ext>
              </a:extLst>
            </p:cNvPr>
            <p:cNvCxnSpPr>
              <a:cxnSpLocks/>
            </p:cNvCxnSpPr>
            <p:nvPr/>
          </p:nvCxnSpPr>
          <p:spPr>
            <a:xfrm>
              <a:off x="566906" y="543942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2" name="直线连接符 281">
              <a:extLst>
                <a:ext uri="{FF2B5EF4-FFF2-40B4-BE49-F238E27FC236}">
                  <a16:creationId xmlns:a16="http://schemas.microsoft.com/office/drawing/2014/main" id="{7DA2DBCB-FEB7-722A-A0AB-8424C2F78110}"/>
                </a:ext>
              </a:extLst>
            </p:cNvPr>
            <p:cNvCxnSpPr>
              <a:cxnSpLocks/>
            </p:cNvCxnSpPr>
            <p:nvPr/>
          </p:nvCxnSpPr>
          <p:spPr>
            <a:xfrm>
              <a:off x="566906" y="6005016"/>
              <a:ext cx="5742454" cy="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3" name="直线连接符 282">
              <a:extLst>
                <a:ext uri="{FF2B5EF4-FFF2-40B4-BE49-F238E27FC236}">
                  <a16:creationId xmlns:a16="http://schemas.microsoft.com/office/drawing/2014/main" id="{322E47BA-F6CD-98CD-3D81-20F3D4562D89}"/>
                </a:ext>
              </a:extLst>
            </p:cNvPr>
            <p:cNvCxnSpPr>
              <a:cxnSpLocks/>
            </p:cNvCxnSpPr>
            <p:nvPr/>
          </p:nvCxnSpPr>
          <p:spPr>
            <a:xfrm>
              <a:off x="797621"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4" name="直线连接符 283">
              <a:extLst>
                <a:ext uri="{FF2B5EF4-FFF2-40B4-BE49-F238E27FC236}">
                  <a16:creationId xmlns:a16="http://schemas.microsoft.com/office/drawing/2014/main" id="{BC91F409-F316-872D-3DEF-4EC6C38E903B}"/>
                </a:ext>
              </a:extLst>
            </p:cNvPr>
            <p:cNvCxnSpPr>
              <a:cxnSpLocks/>
            </p:cNvCxnSpPr>
            <p:nvPr/>
          </p:nvCxnSpPr>
          <p:spPr>
            <a:xfrm>
              <a:off x="1331723" y="2113279"/>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5" name="直线连接符 284">
              <a:extLst>
                <a:ext uri="{FF2B5EF4-FFF2-40B4-BE49-F238E27FC236}">
                  <a16:creationId xmlns:a16="http://schemas.microsoft.com/office/drawing/2014/main" id="{491112BA-556C-297F-E112-DF337CC7C9C8}"/>
                </a:ext>
              </a:extLst>
            </p:cNvPr>
            <p:cNvCxnSpPr>
              <a:cxnSpLocks/>
            </p:cNvCxnSpPr>
            <p:nvPr/>
          </p:nvCxnSpPr>
          <p:spPr>
            <a:xfrm>
              <a:off x="1865825"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6" name="直线连接符 285">
              <a:extLst>
                <a:ext uri="{FF2B5EF4-FFF2-40B4-BE49-F238E27FC236}">
                  <a16:creationId xmlns:a16="http://schemas.microsoft.com/office/drawing/2014/main" id="{DF06083D-D8A8-21EE-6992-C77CD029B9AB}"/>
                </a:ext>
              </a:extLst>
            </p:cNvPr>
            <p:cNvCxnSpPr>
              <a:cxnSpLocks/>
            </p:cNvCxnSpPr>
            <p:nvPr/>
          </p:nvCxnSpPr>
          <p:spPr>
            <a:xfrm>
              <a:off x="2399927" y="211328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7" name="直线连接符 286">
              <a:extLst>
                <a:ext uri="{FF2B5EF4-FFF2-40B4-BE49-F238E27FC236}">
                  <a16:creationId xmlns:a16="http://schemas.microsoft.com/office/drawing/2014/main" id="{9873CEE9-BA62-72D2-33A7-F07991BBF81F}"/>
                </a:ext>
              </a:extLst>
            </p:cNvPr>
            <p:cNvCxnSpPr>
              <a:cxnSpLocks/>
            </p:cNvCxnSpPr>
            <p:nvPr/>
          </p:nvCxnSpPr>
          <p:spPr>
            <a:xfrm>
              <a:off x="2877697"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89" name="直线连接符 288">
              <a:extLst>
                <a:ext uri="{FF2B5EF4-FFF2-40B4-BE49-F238E27FC236}">
                  <a16:creationId xmlns:a16="http://schemas.microsoft.com/office/drawing/2014/main" id="{98394646-87B0-33D8-1198-B3F2651507B7}"/>
                </a:ext>
              </a:extLst>
            </p:cNvPr>
            <p:cNvCxnSpPr>
              <a:cxnSpLocks/>
            </p:cNvCxnSpPr>
            <p:nvPr/>
          </p:nvCxnSpPr>
          <p:spPr>
            <a:xfrm>
              <a:off x="3468131"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0" name="直线连接符 289">
              <a:extLst>
                <a:ext uri="{FF2B5EF4-FFF2-40B4-BE49-F238E27FC236}">
                  <a16:creationId xmlns:a16="http://schemas.microsoft.com/office/drawing/2014/main" id="{CC0EF041-A942-DF9D-D3C2-C3331DF72A01}"/>
                </a:ext>
              </a:extLst>
            </p:cNvPr>
            <p:cNvCxnSpPr>
              <a:cxnSpLocks/>
            </p:cNvCxnSpPr>
            <p:nvPr/>
          </p:nvCxnSpPr>
          <p:spPr>
            <a:xfrm>
              <a:off x="3979699"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1" name="直线连接符 290">
              <a:extLst>
                <a:ext uri="{FF2B5EF4-FFF2-40B4-BE49-F238E27FC236}">
                  <a16:creationId xmlns:a16="http://schemas.microsoft.com/office/drawing/2014/main" id="{AA3C3620-7815-092B-A47C-5FF18C771556}"/>
                </a:ext>
              </a:extLst>
            </p:cNvPr>
            <p:cNvCxnSpPr>
              <a:cxnSpLocks/>
            </p:cNvCxnSpPr>
            <p:nvPr/>
          </p:nvCxnSpPr>
          <p:spPr>
            <a:xfrm>
              <a:off x="4460035"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2" name="直线连接符 291">
              <a:extLst>
                <a:ext uri="{FF2B5EF4-FFF2-40B4-BE49-F238E27FC236}">
                  <a16:creationId xmlns:a16="http://schemas.microsoft.com/office/drawing/2014/main" id="{29557586-06A2-BF9F-3AB0-645BEDFC6ECD}"/>
                </a:ext>
              </a:extLst>
            </p:cNvPr>
            <p:cNvCxnSpPr>
              <a:cxnSpLocks/>
            </p:cNvCxnSpPr>
            <p:nvPr/>
          </p:nvCxnSpPr>
          <p:spPr>
            <a:xfrm>
              <a:off x="4994137"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3" name="直线连接符 292">
              <a:extLst>
                <a:ext uri="{FF2B5EF4-FFF2-40B4-BE49-F238E27FC236}">
                  <a16:creationId xmlns:a16="http://schemas.microsoft.com/office/drawing/2014/main" id="{403DAE29-B2DA-714D-FA55-9AA15C81C44B}"/>
                </a:ext>
              </a:extLst>
            </p:cNvPr>
            <p:cNvCxnSpPr>
              <a:cxnSpLocks/>
            </p:cNvCxnSpPr>
            <p:nvPr/>
          </p:nvCxnSpPr>
          <p:spPr>
            <a:xfrm>
              <a:off x="5528239"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cxnSp>
          <p:nvCxnSpPr>
            <p:cNvPr id="294" name="直线连接符 293">
              <a:extLst>
                <a:ext uri="{FF2B5EF4-FFF2-40B4-BE49-F238E27FC236}">
                  <a16:creationId xmlns:a16="http://schemas.microsoft.com/office/drawing/2014/main" id="{BF02ECE7-8B28-4973-6037-9FB75CEBDF91}"/>
                </a:ext>
              </a:extLst>
            </p:cNvPr>
            <p:cNvCxnSpPr>
              <a:cxnSpLocks/>
            </p:cNvCxnSpPr>
            <p:nvPr/>
          </p:nvCxnSpPr>
          <p:spPr>
            <a:xfrm>
              <a:off x="6062341" y="2123720"/>
              <a:ext cx="0" cy="4198310"/>
            </a:xfrm>
            <a:prstGeom prst="line">
              <a:avLst/>
            </a:prstGeom>
            <a:ln w="12700">
              <a:solidFill>
                <a:srgbClr val="1E344D">
                  <a:alpha val="44000"/>
                </a:srgbClr>
              </a:solidFill>
            </a:ln>
          </p:spPr>
          <p:style>
            <a:lnRef idx="1">
              <a:schemeClr val="accent1"/>
            </a:lnRef>
            <a:fillRef idx="0">
              <a:schemeClr val="accent1"/>
            </a:fillRef>
            <a:effectRef idx="0">
              <a:schemeClr val="accent1"/>
            </a:effectRef>
            <a:fontRef idx="minor">
              <a:schemeClr val="tx1"/>
            </a:fontRef>
          </p:style>
        </p:cxnSp>
      </p:grpSp>
      <p:sp>
        <p:nvSpPr>
          <p:cNvPr id="300" name="文本框 299">
            <a:extLst>
              <a:ext uri="{FF2B5EF4-FFF2-40B4-BE49-F238E27FC236}">
                <a16:creationId xmlns:a16="http://schemas.microsoft.com/office/drawing/2014/main" id="{F631562C-C526-E275-C6CA-8DF37EE3E6C4}"/>
              </a:ext>
            </a:extLst>
          </p:cNvPr>
          <p:cNvSpPr txBox="1"/>
          <p:nvPr/>
        </p:nvSpPr>
        <p:spPr>
          <a:xfrm>
            <a:off x="202602" y="1597153"/>
            <a:ext cx="2561920" cy="307777"/>
          </a:xfrm>
          <a:prstGeom prst="rect">
            <a:avLst/>
          </a:prstGeom>
          <a:noFill/>
        </p:spPr>
        <p:txBody>
          <a:bodyPr wrap="non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Bitcoin trading volume(24h)</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01" name="文本框 300">
            <a:extLst>
              <a:ext uri="{FF2B5EF4-FFF2-40B4-BE49-F238E27FC236}">
                <a16:creationId xmlns:a16="http://schemas.microsoft.com/office/drawing/2014/main" id="{D78D1F43-F0A9-8B6D-3ADA-8FC2B67B4795}"/>
              </a:ext>
            </a:extLst>
          </p:cNvPr>
          <p:cNvSpPr txBox="1"/>
          <p:nvPr/>
        </p:nvSpPr>
        <p:spPr>
          <a:xfrm>
            <a:off x="190410" y="4077072"/>
            <a:ext cx="2704587" cy="307777"/>
          </a:xfrm>
          <a:prstGeom prst="rect">
            <a:avLst/>
          </a:prstGeom>
          <a:noFill/>
        </p:spPr>
        <p:txBody>
          <a:bodyPr wrap="none" rtlCol="0">
            <a:spAutoFit/>
          </a:bodyPr>
          <a:lstStyle/>
          <a:p>
            <a:r>
              <a:rPr kumimoji="1" lang="en" altLang="zh-CN" sz="1400" dirty="0">
                <a:solidFill>
                  <a:srgbClr val="1E344D"/>
                </a:solidFill>
                <a:latin typeface="Alibaba PuHuiTi" pitchFamily="18" charset="-122"/>
                <a:ea typeface="Alibaba PuHuiTi" pitchFamily="18" charset="-122"/>
                <a:cs typeface="Alibaba PuHuiTi" pitchFamily="18" charset="-122"/>
              </a:rPr>
              <a:t>Daily change of bitcoin prices</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305" name="Google Shape;1430;p70">
            <a:extLst>
              <a:ext uri="{FF2B5EF4-FFF2-40B4-BE49-F238E27FC236}">
                <a16:creationId xmlns:a16="http://schemas.microsoft.com/office/drawing/2014/main" id="{311FE577-7FD7-F17D-DA38-C299CEBAF753}"/>
              </a:ext>
            </a:extLst>
          </p:cNvPr>
          <p:cNvSpPr/>
          <p:nvPr/>
        </p:nvSpPr>
        <p:spPr>
          <a:xfrm>
            <a:off x="10275095" y="5225201"/>
            <a:ext cx="197678" cy="125529"/>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306" name="Google Shape;1431;p70">
            <a:extLst>
              <a:ext uri="{FF2B5EF4-FFF2-40B4-BE49-F238E27FC236}">
                <a16:creationId xmlns:a16="http://schemas.microsoft.com/office/drawing/2014/main" id="{F9FD269D-F4BC-FC0D-9E1C-EDCDE9EECD04}"/>
              </a:ext>
            </a:extLst>
          </p:cNvPr>
          <p:cNvSpPr/>
          <p:nvPr/>
        </p:nvSpPr>
        <p:spPr>
          <a:xfrm>
            <a:off x="10194727" y="5276440"/>
            <a:ext cx="52233" cy="22963"/>
          </a:xfrm>
          <a:custGeom>
            <a:avLst/>
            <a:gdLst/>
            <a:ahLst/>
            <a:cxnLst/>
            <a:rect l="l" t="t" r="r" b="b"/>
            <a:pathLst>
              <a:path w="427" h="268" extrusionOk="0">
                <a:moveTo>
                  <a:pt x="1" y="1"/>
                </a:moveTo>
                <a:lnTo>
                  <a:pt x="1" y="268"/>
                </a:lnTo>
                <a:lnTo>
                  <a:pt x="426" y="268"/>
                </a:lnTo>
                <a:lnTo>
                  <a:pt x="426"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307" name="Google Shape;1432;p70">
            <a:extLst>
              <a:ext uri="{FF2B5EF4-FFF2-40B4-BE49-F238E27FC236}">
                <a16:creationId xmlns:a16="http://schemas.microsoft.com/office/drawing/2014/main" id="{E06AB149-34E1-FE05-C55E-EDD39F8AF49F}"/>
              </a:ext>
            </a:extLst>
          </p:cNvPr>
          <p:cNvSpPr/>
          <p:nvPr/>
        </p:nvSpPr>
        <p:spPr>
          <a:xfrm>
            <a:off x="10136499" y="5276440"/>
            <a:ext cx="27523" cy="22963"/>
          </a:xfrm>
          <a:custGeom>
            <a:avLst/>
            <a:gdLst/>
            <a:ahLst/>
            <a:cxnLst/>
            <a:rect l="l" t="t" r="r" b="b"/>
            <a:pathLst>
              <a:path w="225" h="268" extrusionOk="0">
                <a:moveTo>
                  <a:pt x="1" y="1"/>
                </a:moveTo>
                <a:lnTo>
                  <a:pt x="1" y="268"/>
                </a:lnTo>
                <a:lnTo>
                  <a:pt x="224" y="268"/>
                </a:lnTo>
                <a:lnTo>
                  <a:pt x="224"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310" name="文本框 309">
            <a:extLst>
              <a:ext uri="{FF2B5EF4-FFF2-40B4-BE49-F238E27FC236}">
                <a16:creationId xmlns:a16="http://schemas.microsoft.com/office/drawing/2014/main" id="{006773CF-A5B7-E3D3-360C-D211669E3888}"/>
              </a:ext>
            </a:extLst>
          </p:cNvPr>
          <p:cNvSpPr txBox="1"/>
          <p:nvPr/>
        </p:nvSpPr>
        <p:spPr>
          <a:xfrm>
            <a:off x="150131"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1" name="文本框 310">
            <a:extLst>
              <a:ext uri="{FF2B5EF4-FFF2-40B4-BE49-F238E27FC236}">
                <a16:creationId xmlns:a16="http://schemas.microsoft.com/office/drawing/2014/main" id="{F8DDA0AF-7947-AD07-620E-787554D6D537}"/>
              </a:ext>
            </a:extLst>
          </p:cNvPr>
          <p:cNvSpPr txBox="1"/>
          <p:nvPr/>
        </p:nvSpPr>
        <p:spPr>
          <a:xfrm>
            <a:off x="353264"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2" name="文本框 311">
            <a:extLst>
              <a:ext uri="{FF2B5EF4-FFF2-40B4-BE49-F238E27FC236}">
                <a16:creationId xmlns:a16="http://schemas.microsoft.com/office/drawing/2014/main" id="{E62D190D-990F-A3CA-2132-66DEA33F0E41}"/>
              </a:ext>
            </a:extLst>
          </p:cNvPr>
          <p:cNvSpPr txBox="1"/>
          <p:nvPr/>
        </p:nvSpPr>
        <p:spPr>
          <a:xfrm>
            <a:off x="641295" y="6213833"/>
            <a:ext cx="485659" cy="246221"/>
          </a:xfrm>
          <a:prstGeom prst="rect">
            <a:avLst/>
          </a:prstGeom>
          <a:noFill/>
        </p:spPr>
        <p:txBody>
          <a:bodyPr wrap="squar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3" name="文本框 312">
            <a:extLst>
              <a:ext uri="{FF2B5EF4-FFF2-40B4-BE49-F238E27FC236}">
                <a16:creationId xmlns:a16="http://schemas.microsoft.com/office/drawing/2014/main" id="{59B54688-6793-ED47-9F03-72158DF4266D}"/>
              </a:ext>
            </a:extLst>
          </p:cNvPr>
          <p:cNvSpPr txBox="1"/>
          <p:nvPr/>
        </p:nvSpPr>
        <p:spPr>
          <a:xfrm>
            <a:off x="857320"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4" name="文本框 313">
            <a:extLst>
              <a:ext uri="{FF2B5EF4-FFF2-40B4-BE49-F238E27FC236}">
                <a16:creationId xmlns:a16="http://schemas.microsoft.com/office/drawing/2014/main" id="{EEC364B5-04F0-7A79-7C3C-EEC770758839}"/>
              </a:ext>
            </a:extLst>
          </p:cNvPr>
          <p:cNvSpPr txBox="1"/>
          <p:nvPr/>
        </p:nvSpPr>
        <p:spPr>
          <a:xfrm>
            <a:off x="1145352"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5" name="文本框 314">
            <a:extLst>
              <a:ext uri="{FF2B5EF4-FFF2-40B4-BE49-F238E27FC236}">
                <a16:creationId xmlns:a16="http://schemas.microsoft.com/office/drawing/2014/main" id="{15C42BA6-4367-8552-F9AE-82091B757BEF}"/>
              </a:ext>
            </a:extLst>
          </p:cNvPr>
          <p:cNvSpPr txBox="1"/>
          <p:nvPr/>
        </p:nvSpPr>
        <p:spPr>
          <a:xfrm>
            <a:off x="1433384"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6" name="文本框 315">
            <a:extLst>
              <a:ext uri="{FF2B5EF4-FFF2-40B4-BE49-F238E27FC236}">
                <a16:creationId xmlns:a16="http://schemas.microsoft.com/office/drawing/2014/main" id="{3B34185D-39B0-B7EA-52C5-4F0E10D1B5FE}"/>
              </a:ext>
            </a:extLst>
          </p:cNvPr>
          <p:cNvSpPr txBox="1"/>
          <p:nvPr/>
        </p:nvSpPr>
        <p:spPr>
          <a:xfrm>
            <a:off x="1649408"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7" name="文本框 316">
            <a:extLst>
              <a:ext uri="{FF2B5EF4-FFF2-40B4-BE49-F238E27FC236}">
                <a16:creationId xmlns:a16="http://schemas.microsoft.com/office/drawing/2014/main" id="{AB2FB7F5-C08E-FF21-780D-7E9D197F1ACD}"/>
              </a:ext>
            </a:extLst>
          </p:cNvPr>
          <p:cNvSpPr txBox="1"/>
          <p:nvPr/>
        </p:nvSpPr>
        <p:spPr>
          <a:xfrm>
            <a:off x="1937440"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8" name="文本框 317">
            <a:extLst>
              <a:ext uri="{FF2B5EF4-FFF2-40B4-BE49-F238E27FC236}">
                <a16:creationId xmlns:a16="http://schemas.microsoft.com/office/drawing/2014/main" id="{88C1B0F5-5661-F277-71FB-AC82E6350EBF}"/>
              </a:ext>
            </a:extLst>
          </p:cNvPr>
          <p:cNvSpPr txBox="1"/>
          <p:nvPr/>
        </p:nvSpPr>
        <p:spPr>
          <a:xfrm>
            <a:off x="2153464" y="6213833"/>
            <a:ext cx="25840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9</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19" name="文本框 318">
            <a:extLst>
              <a:ext uri="{FF2B5EF4-FFF2-40B4-BE49-F238E27FC236}">
                <a16:creationId xmlns:a16="http://schemas.microsoft.com/office/drawing/2014/main" id="{E04B28BC-5C61-28A2-283E-A3D2E8C30B1C}"/>
              </a:ext>
            </a:extLst>
          </p:cNvPr>
          <p:cNvSpPr txBox="1"/>
          <p:nvPr/>
        </p:nvSpPr>
        <p:spPr>
          <a:xfrm>
            <a:off x="2369488"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10</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0" name="文本框 319">
            <a:extLst>
              <a:ext uri="{FF2B5EF4-FFF2-40B4-BE49-F238E27FC236}">
                <a16:creationId xmlns:a16="http://schemas.microsoft.com/office/drawing/2014/main" id="{75E1FFF4-D9A9-DC7E-08AC-95001E7AED05}"/>
              </a:ext>
            </a:extLst>
          </p:cNvPr>
          <p:cNvSpPr txBox="1"/>
          <p:nvPr/>
        </p:nvSpPr>
        <p:spPr>
          <a:xfrm>
            <a:off x="2610913"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1" name="文本框 320">
            <a:extLst>
              <a:ext uri="{FF2B5EF4-FFF2-40B4-BE49-F238E27FC236}">
                <a16:creationId xmlns:a16="http://schemas.microsoft.com/office/drawing/2014/main" id="{35511FCE-0B9D-0770-601C-208AA537B97E}"/>
              </a:ext>
            </a:extLst>
          </p:cNvPr>
          <p:cNvSpPr txBox="1"/>
          <p:nvPr/>
        </p:nvSpPr>
        <p:spPr>
          <a:xfrm>
            <a:off x="2898945"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2" name="文本框 321">
            <a:extLst>
              <a:ext uri="{FF2B5EF4-FFF2-40B4-BE49-F238E27FC236}">
                <a16:creationId xmlns:a16="http://schemas.microsoft.com/office/drawing/2014/main" id="{548FC8EF-1494-0E2C-22C1-0D04D9873B99}"/>
              </a:ext>
            </a:extLst>
          </p:cNvPr>
          <p:cNvSpPr txBox="1"/>
          <p:nvPr/>
        </p:nvSpPr>
        <p:spPr>
          <a:xfrm>
            <a:off x="3161576"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3" name="文本框 322">
            <a:extLst>
              <a:ext uri="{FF2B5EF4-FFF2-40B4-BE49-F238E27FC236}">
                <a16:creationId xmlns:a16="http://schemas.microsoft.com/office/drawing/2014/main" id="{0BD0EC57-A2C7-3883-695D-28E8A7EA131D}"/>
              </a:ext>
            </a:extLst>
          </p:cNvPr>
          <p:cNvSpPr txBox="1"/>
          <p:nvPr/>
        </p:nvSpPr>
        <p:spPr>
          <a:xfrm>
            <a:off x="3364709"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4" name="文本框 323">
            <a:extLst>
              <a:ext uri="{FF2B5EF4-FFF2-40B4-BE49-F238E27FC236}">
                <a16:creationId xmlns:a16="http://schemas.microsoft.com/office/drawing/2014/main" id="{6FC123CC-1981-9B6C-62BE-5BC30E4DBDBE}"/>
              </a:ext>
            </a:extLst>
          </p:cNvPr>
          <p:cNvSpPr txBox="1"/>
          <p:nvPr/>
        </p:nvSpPr>
        <p:spPr>
          <a:xfrm>
            <a:off x="3652741"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5" name="文本框 324">
            <a:extLst>
              <a:ext uri="{FF2B5EF4-FFF2-40B4-BE49-F238E27FC236}">
                <a16:creationId xmlns:a16="http://schemas.microsoft.com/office/drawing/2014/main" id="{62883C15-875C-5811-2FEF-41ACE14473EF}"/>
              </a:ext>
            </a:extLst>
          </p:cNvPr>
          <p:cNvSpPr txBox="1"/>
          <p:nvPr/>
        </p:nvSpPr>
        <p:spPr>
          <a:xfrm>
            <a:off x="3868765"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6" name="文本框 325">
            <a:extLst>
              <a:ext uri="{FF2B5EF4-FFF2-40B4-BE49-F238E27FC236}">
                <a16:creationId xmlns:a16="http://schemas.microsoft.com/office/drawing/2014/main" id="{79EBC75A-DA17-A3FF-15B6-05BD56E2EF8B}"/>
              </a:ext>
            </a:extLst>
          </p:cNvPr>
          <p:cNvSpPr txBox="1"/>
          <p:nvPr/>
        </p:nvSpPr>
        <p:spPr>
          <a:xfrm>
            <a:off x="4156797"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7" name="文本框 326">
            <a:extLst>
              <a:ext uri="{FF2B5EF4-FFF2-40B4-BE49-F238E27FC236}">
                <a16:creationId xmlns:a16="http://schemas.microsoft.com/office/drawing/2014/main" id="{747CB1C4-C09E-6A11-5D7C-3EEF0D923505}"/>
              </a:ext>
            </a:extLst>
          </p:cNvPr>
          <p:cNvSpPr txBox="1"/>
          <p:nvPr/>
        </p:nvSpPr>
        <p:spPr>
          <a:xfrm>
            <a:off x="4444829"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8" name="文本框 327">
            <a:extLst>
              <a:ext uri="{FF2B5EF4-FFF2-40B4-BE49-F238E27FC236}">
                <a16:creationId xmlns:a16="http://schemas.microsoft.com/office/drawing/2014/main" id="{790FED2A-C493-05E2-913B-EC29B37A6D35}"/>
              </a:ext>
            </a:extLst>
          </p:cNvPr>
          <p:cNvSpPr txBox="1"/>
          <p:nvPr/>
        </p:nvSpPr>
        <p:spPr>
          <a:xfrm>
            <a:off x="4660853"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19</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29" name="文本框 328">
            <a:extLst>
              <a:ext uri="{FF2B5EF4-FFF2-40B4-BE49-F238E27FC236}">
                <a16:creationId xmlns:a16="http://schemas.microsoft.com/office/drawing/2014/main" id="{D2505B47-A9B4-9804-6417-56CF6573A743}"/>
              </a:ext>
            </a:extLst>
          </p:cNvPr>
          <p:cNvSpPr txBox="1"/>
          <p:nvPr/>
        </p:nvSpPr>
        <p:spPr>
          <a:xfrm>
            <a:off x="4879612" y="6223069"/>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20</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0" name="文本框 329">
            <a:extLst>
              <a:ext uri="{FF2B5EF4-FFF2-40B4-BE49-F238E27FC236}">
                <a16:creationId xmlns:a16="http://schemas.microsoft.com/office/drawing/2014/main" id="{DA1BAE55-2D4D-60B1-66B1-72D7BFFACFBB}"/>
              </a:ext>
            </a:extLst>
          </p:cNvPr>
          <p:cNvSpPr txBox="1"/>
          <p:nvPr/>
        </p:nvSpPr>
        <p:spPr>
          <a:xfrm>
            <a:off x="5123346" y="6227688"/>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1" name="文本框 330">
            <a:extLst>
              <a:ext uri="{FF2B5EF4-FFF2-40B4-BE49-F238E27FC236}">
                <a16:creationId xmlns:a16="http://schemas.microsoft.com/office/drawing/2014/main" id="{D2039BC0-21C8-F4FA-4F47-CDFCEC0D849A}"/>
              </a:ext>
            </a:extLst>
          </p:cNvPr>
          <p:cNvSpPr txBox="1"/>
          <p:nvPr/>
        </p:nvSpPr>
        <p:spPr>
          <a:xfrm>
            <a:off x="5380933" y="6213833"/>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2" name="文本框 331">
            <a:extLst>
              <a:ext uri="{FF2B5EF4-FFF2-40B4-BE49-F238E27FC236}">
                <a16:creationId xmlns:a16="http://schemas.microsoft.com/office/drawing/2014/main" id="{C74FFDFE-0D1B-799F-9340-403B0CF9E6FD}"/>
              </a:ext>
            </a:extLst>
          </p:cNvPr>
          <p:cNvSpPr txBox="1"/>
          <p:nvPr/>
        </p:nvSpPr>
        <p:spPr>
          <a:xfrm>
            <a:off x="5585413" y="6218451"/>
            <a:ext cx="33214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34" name="文本框 333">
            <a:extLst>
              <a:ext uri="{FF2B5EF4-FFF2-40B4-BE49-F238E27FC236}">
                <a16:creationId xmlns:a16="http://schemas.microsoft.com/office/drawing/2014/main" id="{8D4EB62C-DC69-3DC2-1F01-3DBC2F46E221}"/>
              </a:ext>
            </a:extLst>
          </p:cNvPr>
          <p:cNvSpPr txBox="1"/>
          <p:nvPr/>
        </p:nvSpPr>
        <p:spPr>
          <a:xfrm>
            <a:off x="207365" y="5935425"/>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-8%</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5" name="文本框 334">
            <a:extLst>
              <a:ext uri="{FF2B5EF4-FFF2-40B4-BE49-F238E27FC236}">
                <a16:creationId xmlns:a16="http://schemas.microsoft.com/office/drawing/2014/main" id="{2109244F-5BDD-0940-C14B-37898342D427}"/>
              </a:ext>
            </a:extLst>
          </p:cNvPr>
          <p:cNvSpPr txBox="1"/>
          <p:nvPr/>
        </p:nvSpPr>
        <p:spPr>
          <a:xfrm>
            <a:off x="207365" y="5661248"/>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6" name="文本框 335">
            <a:extLst>
              <a:ext uri="{FF2B5EF4-FFF2-40B4-BE49-F238E27FC236}">
                <a16:creationId xmlns:a16="http://schemas.microsoft.com/office/drawing/2014/main" id="{10B0BE72-A025-28E0-C13A-AA0D6A0E64FC}"/>
              </a:ext>
            </a:extLst>
          </p:cNvPr>
          <p:cNvSpPr txBox="1"/>
          <p:nvPr/>
        </p:nvSpPr>
        <p:spPr>
          <a:xfrm>
            <a:off x="207365" y="5373216"/>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-3%</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7" name="文本框 336">
            <a:extLst>
              <a:ext uri="{FF2B5EF4-FFF2-40B4-BE49-F238E27FC236}">
                <a16:creationId xmlns:a16="http://schemas.microsoft.com/office/drawing/2014/main" id="{3CD1C0EB-6DE9-9F03-0E65-4AC70A7CE2B1}"/>
              </a:ext>
            </a:extLst>
          </p:cNvPr>
          <p:cNvSpPr txBox="1"/>
          <p:nvPr/>
        </p:nvSpPr>
        <p:spPr>
          <a:xfrm>
            <a:off x="207365" y="5085184"/>
            <a:ext cx="373820"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8" name="文本框 337">
            <a:extLst>
              <a:ext uri="{FF2B5EF4-FFF2-40B4-BE49-F238E27FC236}">
                <a16:creationId xmlns:a16="http://schemas.microsoft.com/office/drawing/2014/main" id="{0C554D7A-686A-6F35-B832-FBBB46C7FDAC}"/>
              </a:ext>
            </a:extLst>
          </p:cNvPr>
          <p:cNvSpPr txBox="1"/>
          <p:nvPr/>
        </p:nvSpPr>
        <p:spPr>
          <a:xfrm>
            <a:off x="207365" y="4725144"/>
            <a:ext cx="32893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9" name="文本框 338">
            <a:extLst>
              <a:ext uri="{FF2B5EF4-FFF2-40B4-BE49-F238E27FC236}">
                <a16:creationId xmlns:a16="http://schemas.microsoft.com/office/drawing/2014/main" id="{809102FB-A46E-F9D6-258A-37CB8C424017}"/>
              </a:ext>
            </a:extLst>
          </p:cNvPr>
          <p:cNvSpPr txBox="1"/>
          <p:nvPr/>
        </p:nvSpPr>
        <p:spPr>
          <a:xfrm>
            <a:off x="207365" y="4437112"/>
            <a:ext cx="32893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0" name="文本框 339">
            <a:extLst>
              <a:ext uri="{FF2B5EF4-FFF2-40B4-BE49-F238E27FC236}">
                <a16:creationId xmlns:a16="http://schemas.microsoft.com/office/drawing/2014/main" id="{B818FC8E-F41A-B6C4-B412-AFB36CB88FC0}"/>
              </a:ext>
            </a:extLst>
          </p:cNvPr>
          <p:cNvSpPr txBox="1"/>
          <p:nvPr/>
        </p:nvSpPr>
        <p:spPr>
          <a:xfrm>
            <a:off x="207365" y="3573016"/>
            <a:ext cx="32893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0%</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1" name="文本框 340">
            <a:extLst>
              <a:ext uri="{FF2B5EF4-FFF2-40B4-BE49-F238E27FC236}">
                <a16:creationId xmlns:a16="http://schemas.microsoft.com/office/drawing/2014/main" id="{751E5734-7021-7185-516F-862C06BC65EB}"/>
              </a:ext>
            </a:extLst>
          </p:cNvPr>
          <p:cNvSpPr txBox="1"/>
          <p:nvPr/>
        </p:nvSpPr>
        <p:spPr>
          <a:xfrm>
            <a:off x="207365" y="3212976"/>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$1B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2" name="文本框 341">
            <a:extLst>
              <a:ext uri="{FF2B5EF4-FFF2-40B4-BE49-F238E27FC236}">
                <a16:creationId xmlns:a16="http://schemas.microsoft.com/office/drawing/2014/main" id="{F4439D65-923D-EFE8-97EB-E8ED7201F165}"/>
              </a:ext>
            </a:extLst>
          </p:cNvPr>
          <p:cNvSpPr txBox="1"/>
          <p:nvPr/>
        </p:nvSpPr>
        <p:spPr>
          <a:xfrm>
            <a:off x="207365" y="2918443"/>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$2B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4" name="文本框 343">
            <a:extLst>
              <a:ext uri="{FF2B5EF4-FFF2-40B4-BE49-F238E27FC236}">
                <a16:creationId xmlns:a16="http://schemas.microsoft.com/office/drawing/2014/main" id="{3DBD5F0C-A865-1A6D-3173-A02C5F0992DF}"/>
              </a:ext>
            </a:extLst>
          </p:cNvPr>
          <p:cNvSpPr txBox="1"/>
          <p:nvPr/>
        </p:nvSpPr>
        <p:spPr>
          <a:xfrm>
            <a:off x="207365" y="2599966"/>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$3B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5" name="文本框 344">
            <a:extLst>
              <a:ext uri="{FF2B5EF4-FFF2-40B4-BE49-F238E27FC236}">
                <a16:creationId xmlns:a16="http://schemas.microsoft.com/office/drawing/2014/main" id="{4EDCA039-8FB6-8D0D-25AC-8FBB78025BA3}"/>
              </a:ext>
            </a:extLst>
          </p:cNvPr>
          <p:cNvSpPr txBox="1"/>
          <p:nvPr/>
        </p:nvSpPr>
        <p:spPr>
          <a:xfrm>
            <a:off x="207365" y="2276872"/>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$4B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6" name="文本框 345">
            <a:extLst>
              <a:ext uri="{FF2B5EF4-FFF2-40B4-BE49-F238E27FC236}">
                <a16:creationId xmlns:a16="http://schemas.microsoft.com/office/drawing/2014/main" id="{D070C1B5-B353-BA0D-6014-5A55809ABD7E}"/>
              </a:ext>
            </a:extLst>
          </p:cNvPr>
          <p:cNvSpPr txBox="1"/>
          <p:nvPr/>
        </p:nvSpPr>
        <p:spPr>
          <a:xfrm>
            <a:off x="207365" y="1988840"/>
            <a:ext cx="367408"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$5B</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7" name="文本框 346">
            <a:extLst>
              <a:ext uri="{FF2B5EF4-FFF2-40B4-BE49-F238E27FC236}">
                <a16:creationId xmlns:a16="http://schemas.microsoft.com/office/drawing/2014/main" id="{D6A0F623-E34B-E168-444E-FB5329F21E85}"/>
              </a:ext>
            </a:extLst>
          </p:cNvPr>
          <p:cNvSpPr txBox="1"/>
          <p:nvPr/>
        </p:nvSpPr>
        <p:spPr>
          <a:xfrm>
            <a:off x="10805827" y="5167375"/>
            <a:ext cx="1838505" cy="261610"/>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sz="1050" dirty="0">
                <a:solidFill>
                  <a:srgbClr val="212121"/>
                </a:solidFill>
              </a:rPr>
              <a:t>COINS 'one</a:t>
            </a:r>
            <a:endParaRPr lang="zh-CN" altLang="en-US" sz="1050" dirty="0">
              <a:solidFill>
                <a:srgbClr val="212121"/>
              </a:solidFill>
            </a:endParaRPr>
          </a:p>
        </p:txBody>
      </p:sp>
      <p:sp>
        <p:nvSpPr>
          <p:cNvPr id="348" name="文本框 347">
            <a:extLst>
              <a:ext uri="{FF2B5EF4-FFF2-40B4-BE49-F238E27FC236}">
                <a16:creationId xmlns:a16="http://schemas.microsoft.com/office/drawing/2014/main" id="{C67D7151-26A2-74B1-0784-97F050435BE1}"/>
              </a:ext>
            </a:extLst>
          </p:cNvPr>
          <p:cNvSpPr txBox="1"/>
          <p:nvPr/>
        </p:nvSpPr>
        <p:spPr>
          <a:xfrm>
            <a:off x="178688" y="975360"/>
            <a:ext cx="7863840" cy="400110"/>
          </a:xfrm>
          <a:prstGeom prst="rect">
            <a:avLst/>
          </a:prstGeom>
          <a:noFill/>
        </p:spPr>
        <p:txBody>
          <a:bodyPr wrap="square" rtlCol="0">
            <a:spAutoFit/>
          </a:bodyPr>
          <a:lstStyle/>
          <a:p>
            <a:r>
              <a:rPr kumimoji="1" lang="en" altLang="zh-CN" sz="2000" dirty="0">
                <a:solidFill>
                  <a:srgbClr val="BB3023"/>
                </a:solidFill>
                <a:latin typeface="Alibaba PuHuiTi Medium" pitchFamily="18" charset="-122"/>
                <a:ea typeface="Alibaba PuHuiTi Medium" pitchFamily="18" charset="-122"/>
                <a:cs typeface="Alibaba PuHuiTi Medium" pitchFamily="18" charset="-122"/>
              </a:rPr>
              <a:t>Daily change of bitcoin prices depending on trading volume</a:t>
            </a:r>
            <a:endParaRPr kumimoji="1" lang="zh-CN" altLang="en-US" sz="2000"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349" name="文本框 348">
            <a:extLst>
              <a:ext uri="{FF2B5EF4-FFF2-40B4-BE49-F238E27FC236}">
                <a16:creationId xmlns:a16="http://schemas.microsoft.com/office/drawing/2014/main" id="{EDEE455A-6B39-E3BF-9104-3ECC9A52D61B}"/>
              </a:ext>
            </a:extLst>
          </p:cNvPr>
          <p:cNvSpPr txBox="1"/>
          <p:nvPr/>
        </p:nvSpPr>
        <p:spPr>
          <a:xfrm>
            <a:off x="166924" y="1249680"/>
            <a:ext cx="7046547" cy="430887"/>
          </a:xfrm>
          <a:prstGeom prst="rect">
            <a:avLst/>
          </a:prstGeom>
          <a:noFill/>
        </p:spPr>
        <p:txBody>
          <a:bodyPr wrap="square" rtlCol="0">
            <a:spAutoFit/>
          </a:bodyPr>
          <a:lstStyle/>
          <a:p>
            <a:r>
              <a:rPr kumimoji="1" lang="en" altLang="zh-CN" sz="2200" dirty="0">
                <a:solidFill>
                  <a:srgbClr val="1E344D"/>
                </a:solidFill>
                <a:latin typeface="Alibaba PuHuiTi Medium" pitchFamily="18" charset="-122"/>
                <a:ea typeface="Alibaba PuHuiTi Medium" pitchFamily="18" charset="-122"/>
                <a:cs typeface="Alibaba PuHuiTi Medium" pitchFamily="18" charset="-122"/>
              </a:rPr>
              <a:t>Correlation between Waves' Hype Index and price</a:t>
            </a:r>
            <a:endParaRPr kumimoji="1" lang="zh-CN" altLang="en-US" sz="22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53" name="Google Shape;1423;p70">
            <a:extLst>
              <a:ext uri="{FF2B5EF4-FFF2-40B4-BE49-F238E27FC236}">
                <a16:creationId xmlns:a16="http://schemas.microsoft.com/office/drawing/2014/main" id="{654081B9-D462-F33D-742C-BA864243185E}"/>
              </a:ext>
            </a:extLst>
          </p:cNvPr>
          <p:cNvSpPr/>
          <p:nvPr/>
        </p:nvSpPr>
        <p:spPr>
          <a:xfrm>
            <a:off x="7075900" y="1353312"/>
            <a:ext cx="223960" cy="24384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1424;p70">
            <a:extLst>
              <a:ext uri="{FF2B5EF4-FFF2-40B4-BE49-F238E27FC236}">
                <a16:creationId xmlns:a16="http://schemas.microsoft.com/office/drawing/2014/main" id="{D0196A78-4900-2AF8-7A97-82A2DE98B51F}"/>
              </a:ext>
            </a:extLst>
          </p:cNvPr>
          <p:cNvSpPr/>
          <p:nvPr/>
        </p:nvSpPr>
        <p:spPr>
          <a:xfrm>
            <a:off x="7074692" y="1441007"/>
            <a:ext cx="68671" cy="68076"/>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文本框 356">
            <a:extLst>
              <a:ext uri="{FF2B5EF4-FFF2-40B4-BE49-F238E27FC236}">
                <a16:creationId xmlns:a16="http://schemas.microsoft.com/office/drawing/2014/main" id="{784F8E59-A6FB-0B0E-5FAB-F3397504C48F}"/>
              </a:ext>
            </a:extLst>
          </p:cNvPr>
          <p:cNvSpPr txBox="1"/>
          <p:nvPr/>
        </p:nvSpPr>
        <p:spPr>
          <a:xfrm>
            <a:off x="6083080" y="6046207"/>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358" name="文本框 357">
            <a:extLst>
              <a:ext uri="{FF2B5EF4-FFF2-40B4-BE49-F238E27FC236}">
                <a16:creationId xmlns:a16="http://schemas.microsoft.com/office/drawing/2014/main" id="{83D3900C-F0A3-AC2D-D614-D489040068FB}"/>
              </a:ext>
            </a:extLst>
          </p:cNvPr>
          <p:cNvSpPr txBox="1"/>
          <p:nvPr/>
        </p:nvSpPr>
        <p:spPr>
          <a:xfrm>
            <a:off x="6099715" y="5581903"/>
            <a:ext cx="16502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US" altLang="zh-CN" dirty="0">
                <a:solidFill>
                  <a:srgbClr val="1E344D"/>
                </a:solidFill>
              </a:rPr>
              <a:t>Exquisite</a:t>
            </a:r>
            <a:endParaRPr lang="zh-CN" altLang="en-US" dirty="0">
              <a:solidFill>
                <a:srgbClr val="1E344D"/>
              </a:solidFill>
            </a:endParaRPr>
          </a:p>
        </p:txBody>
      </p:sp>
      <p:sp>
        <p:nvSpPr>
          <p:cNvPr id="6" name="矩形 5">
            <a:extLst>
              <a:ext uri="{FF2B5EF4-FFF2-40B4-BE49-F238E27FC236}">
                <a16:creationId xmlns:a16="http://schemas.microsoft.com/office/drawing/2014/main" id="{F41A6927-8EE0-E5A1-B30E-85FC50A804E2}"/>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a:extLst>
              <a:ext uri="{FF2B5EF4-FFF2-40B4-BE49-F238E27FC236}">
                <a16:creationId xmlns:a16="http://schemas.microsoft.com/office/drawing/2014/main" id="{A5B52C39-7AD0-D09B-6092-88FF443E63DE}"/>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9" name="文本框 8">
            <a:extLst>
              <a:ext uri="{FF2B5EF4-FFF2-40B4-BE49-F238E27FC236}">
                <a16:creationId xmlns:a16="http://schemas.microsoft.com/office/drawing/2014/main" id="{D5C0818F-B166-245D-7EEC-BF18D510FC3A}"/>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5" name="直线连接符 14">
            <a:extLst>
              <a:ext uri="{FF2B5EF4-FFF2-40B4-BE49-F238E27FC236}">
                <a16:creationId xmlns:a16="http://schemas.microsoft.com/office/drawing/2014/main" id="{38156E73-A43D-A35E-F383-524CCC91462F}"/>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5456FA34-49A1-FA34-F777-D2C29E92F89C}"/>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F6129353-78DD-B1B4-3088-A35F649C66CE}"/>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2EB32959-684F-456D-7CBA-A4AB8695F405}"/>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8E0CEDEA-F13F-3248-26D4-41718F21BCB5}"/>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C6C2FE0C-A5B5-AB07-C56C-6D66B72F216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EC55FE44-2A16-578D-0526-2415083827CE}"/>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9;p80">
              <a:extLst>
                <a:ext uri="{FF2B5EF4-FFF2-40B4-BE49-F238E27FC236}">
                  <a16:creationId xmlns:a16="http://schemas.microsoft.com/office/drawing/2014/main" id="{AC14BA63-71C4-BC4B-4880-CD88172BCFB6}"/>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94367850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矩形 134">
            <a:extLst>
              <a:ext uri="{FF2B5EF4-FFF2-40B4-BE49-F238E27FC236}">
                <a16:creationId xmlns:a16="http://schemas.microsoft.com/office/drawing/2014/main" id="{DDD20E4F-9A33-6474-B156-2E3EB0B806BD}"/>
              </a:ext>
            </a:extLst>
          </p:cNvPr>
          <p:cNvSpPr/>
          <p:nvPr/>
        </p:nvSpPr>
        <p:spPr>
          <a:xfrm>
            <a:off x="5678215" y="1397000"/>
            <a:ext cx="349494" cy="349494"/>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70" name="文本框 169">
            <a:extLst>
              <a:ext uri="{FF2B5EF4-FFF2-40B4-BE49-F238E27FC236}">
                <a16:creationId xmlns:a16="http://schemas.microsoft.com/office/drawing/2014/main" id="{4EF4D1CD-5160-C486-D8DC-D83717EEFF93}"/>
              </a:ext>
            </a:extLst>
          </p:cNvPr>
          <p:cNvSpPr txBox="1"/>
          <p:nvPr/>
        </p:nvSpPr>
        <p:spPr>
          <a:xfrm>
            <a:off x="154541" y="957323"/>
            <a:ext cx="12115921" cy="2308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a:t>
            </a:r>
            <a:endParaRPr lang="zh-CN" altLang="en-US" sz="900" dirty="0">
              <a:solidFill>
                <a:srgbClr val="1E344D"/>
              </a:solidFill>
            </a:endParaRPr>
          </a:p>
        </p:txBody>
      </p:sp>
      <p:sp>
        <p:nvSpPr>
          <p:cNvPr id="22" name="椭圆 21">
            <a:extLst>
              <a:ext uri="{FF2B5EF4-FFF2-40B4-BE49-F238E27FC236}">
                <a16:creationId xmlns:a16="http://schemas.microsoft.com/office/drawing/2014/main" id="{60F0B9E1-CDC4-DBE1-D983-A318DB6F2E43}"/>
              </a:ext>
            </a:extLst>
          </p:cNvPr>
          <p:cNvSpPr/>
          <p:nvPr/>
        </p:nvSpPr>
        <p:spPr>
          <a:xfrm>
            <a:off x="7208863" y="2402043"/>
            <a:ext cx="1478841" cy="147884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RGY</a:t>
            </a:r>
            <a:endParaRPr kumimoji="1" lang="zh-CN" altLang="en-US" sz="1000" dirty="0">
              <a:latin typeface="Alibaba PuHuiTi" pitchFamily="18" charset="-122"/>
              <a:ea typeface="Alibaba PuHuiTi" pitchFamily="18" charset="-122"/>
              <a:cs typeface="Alibaba PuHuiTi" pitchFamily="18" charset="-122"/>
            </a:endParaRPr>
          </a:p>
        </p:txBody>
      </p:sp>
      <p:sp>
        <p:nvSpPr>
          <p:cNvPr id="20" name="椭圆 19">
            <a:extLst>
              <a:ext uri="{FF2B5EF4-FFF2-40B4-BE49-F238E27FC236}">
                <a16:creationId xmlns:a16="http://schemas.microsoft.com/office/drawing/2014/main" id="{74219C00-0917-7B70-13DA-C01B294E8CA1}"/>
              </a:ext>
            </a:extLst>
          </p:cNvPr>
          <p:cNvSpPr/>
          <p:nvPr/>
        </p:nvSpPr>
        <p:spPr>
          <a:xfrm>
            <a:off x="8320880" y="2708919"/>
            <a:ext cx="1618531" cy="1618531"/>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23" name="椭圆 22">
            <a:extLst>
              <a:ext uri="{FF2B5EF4-FFF2-40B4-BE49-F238E27FC236}">
                <a16:creationId xmlns:a16="http://schemas.microsoft.com/office/drawing/2014/main" id="{C1C2DC92-BC05-2BD0-0132-CCD7B9ED3D67}"/>
              </a:ext>
            </a:extLst>
          </p:cNvPr>
          <p:cNvSpPr/>
          <p:nvPr/>
        </p:nvSpPr>
        <p:spPr>
          <a:xfrm>
            <a:off x="8603121" y="4210953"/>
            <a:ext cx="1216416" cy="1216416"/>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YYI</a:t>
            </a:r>
            <a:endParaRPr kumimoji="1" lang="zh-CN" altLang="en-US" sz="1000" dirty="0">
              <a:latin typeface="Alibaba PuHuiTi" pitchFamily="18" charset="-122"/>
              <a:ea typeface="Alibaba PuHuiTi" pitchFamily="18" charset="-122"/>
              <a:cs typeface="Alibaba PuHuiTi" pitchFamily="18" charset="-122"/>
            </a:endParaRPr>
          </a:p>
        </p:txBody>
      </p:sp>
      <p:sp>
        <p:nvSpPr>
          <p:cNvPr id="25" name="椭圆 24">
            <a:extLst>
              <a:ext uri="{FF2B5EF4-FFF2-40B4-BE49-F238E27FC236}">
                <a16:creationId xmlns:a16="http://schemas.microsoft.com/office/drawing/2014/main" id="{C4C648B4-C8B6-8592-DF86-3A55D0835EB3}"/>
              </a:ext>
            </a:extLst>
          </p:cNvPr>
          <p:cNvSpPr/>
          <p:nvPr/>
        </p:nvSpPr>
        <p:spPr>
          <a:xfrm>
            <a:off x="6775289" y="4005064"/>
            <a:ext cx="1321848" cy="1321848"/>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VV</a:t>
            </a:r>
            <a:endParaRPr kumimoji="1" lang="zh-CN" altLang="en-US" sz="1000" dirty="0">
              <a:latin typeface="Alibaba PuHuiTi" pitchFamily="18" charset="-122"/>
              <a:ea typeface="Alibaba PuHuiTi" pitchFamily="18" charset="-122"/>
              <a:cs typeface="Alibaba PuHuiTi" pitchFamily="18" charset="-122"/>
            </a:endParaRPr>
          </a:p>
        </p:txBody>
      </p:sp>
      <p:sp>
        <p:nvSpPr>
          <p:cNvPr id="26" name="椭圆 25">
            <a:extLst>
              <a:ext uri="{FF2B5EF4-FFF2-40B4-BE49-F238E27FC236}">
                <a16:creationId xmlns:a16="http://schemas.microsoft.com/office/drawing/2014/main" id="{8BD85EE9-6616-A858-C612-ACEE2DE6485F}"/>
              </a:ext>
            </a:extLst>
          </p:cNvPr>
          <p:cNvSpPr/>
          <p:nvPr/>
        </p:nvSpPr>
        <p:spPr>
          <a:xfrm>
            <a:off x="7888833" y="4132655"/>
            <a:ext cx="683894" cy="683894"/>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28" name="椭圆 27">
            <a:extLst>
              <a:ext uri="{FF2B5EF4-FFF2-40B4-BE49-F238E27FC236}">
                <a16:creationId xmlns:a16="http://schemas.microsoft.com/office/drawing/2014/main" id="{EC475C6D-7E5C-2D8E-78D1-54AC89D9C400}"/>
              </a:ext>
            </a:extLst>
          </p:cNvPr>
          <p:cNvSpPr/>
          <p:nvPr/>
        </p:nvSpPr>
        <p:spPr>
          <a:xfrm>
            <a:off x="8261925" y="4973637"/>
            <a:ext cx="558151" cy="558151"/>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OM</a:t>
            </a:r>
            <a:endParaRPr kumimoji="1" lang="zh-CN" altLang="en-US" sz="1000" dirty="0">
              <a:latin typeface="Alibaba PuHuiTi" pitchFamily="18" charset="-122"/>
              <a:ea typeface="Alibaba PuHuiTi" pitchFamily="18" charset="-122"/>
              <a:cs typeface="Alibaba PuHuiTi" pitchFamily="18" charset="-122"/>
            </a:endParaRPr>
          </a:p>
        </p:txBody>
      </p:sp>
      <p:sp>
        <p:nvSpPr>
          <p:cNvPr id="30" name="椭圆 29">
            <a:extLst>
              <a:ext uri="{FF2B5EF4-FFF2-40B4-BE49-F238E27FC236}">
                <a16:creationId xmlns:a16="http://schemas.microsoft.com/office/drawing/2014/main" id="{C347510C-3F50-39CE-BDBC-9AA3C8519881}"/>
              </a:ext>
            </a:extLst>
          </p:cNvPr>
          <p:cNvSpPr/>
          <p:nvPr/>
        </p:nvSpPr>
        <p:spPr>
          <a:xfrm>
            <a:off x="9862527" y="4850315"/>
            <a:ext cx="616228" cy="616228"/>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IG</a:t>
            </a:r>
            <a:endParaRPr kumimoji="1" lang="zh-CN" altLang="en-US" sz="1000" dirty="0">
              <a:latin typeface="Alibaba PuHuiTi" pitchFamily="18" charset="-122"/>
              <a:ea typeface="Alibaba PuHuiTi" pitchFamily="18" charset="-122"/>
              <a:cs typeface="Alibaba PuHuiTi" pitchFamily="18" charset="-122"/>
            </a:endParaRPr>
          </a:p>
        </p:txBody>
      </p:sp>
      <p:sp>
        <p:nvSpPr>
          <p:cNvPr id="34" name="椭圆 33">
            <a:extLst>
              <a:ext uri="{FF2B5EF4-FFF2-40B4-BE49-F238E27FC236}">
                <a16:creationId xmlns:a16="http://schemas.microsoft.com/office/drawing/2014/main" id="{43DB6E03-10F5-09EB-D0F3-CA9EAA08F022}"/>
              </a:ext>
            </a:extLst>
          </p:cNvPr>
          <p:cNvSpPr/>
          <p:nvPr/>
        </p:nvSpPr>
        <p:spPr>
          <a:xfrm>
            <a:off x="11377115" y="4812549"/>
            <a:ext cx="537036" cy="537036"/>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36" name="椭圆 35">
            <a:extLst>
              <a:ext uri="{FF2B5EF4-FFF2-40B4-BE49-F238E27FC236}">
                <a16:creationId xmlns:a16="http://schemas.microsoft.com/office/drawing/2014/main" id="{54667C40-FD18-F13F-41E2-6935C3FEF20E}"/>
              </a:ext>
            </a:extLst>
          </p:cNvPr>
          <p:cNvSpPr/>
          <p:nvPr/>
        </p:nvSpPr>
        <p:spPr>
          <a:xfrm>
            <a:off x="9905057" y="3861048"/>
            <a:ext cx="537036" cy="537036"/>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37" name="椭圆 36">
            <a:extLst>
              <a:ext uri="{FF2B5EF4-FFF2-40B4-BE49-F238E27FC236}">
                <a16:creationId xmlns:a16="http://schemas.microsoft.com/office/drawing/2014/main" id="{7EFDD1F3-3983-B1C2-EB3D-4B6A61CC8535}"/>
              </a:ext>
            </a:extLst>
          </p:cNvPr>
          <p:cNvSpPr/>
          <p:nvPr/>
        </p:nvSpPr>
        <p:spPr>
          <a:xfrm>
            <a:off x="6880721" y="2060848"/>
            <a:ext cx="537036" cy="537036"/>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Q</a:t>
            </a:r>
            <a:endParaRPr kumimoji="1" lang="zh-CN" altLang="en-US" sz="1000" dirty="0">
              <a:latin typeface="Alibaba PuHuiTi" pitchFamily="18" charset="-122"/>
              <a:ea typeface="Alibaba PuHuiTi" pitchFamily="18" charset="-122"/>
              <a:cs typeface="Alibaba PuHuiTi" pitchFamily="18" charset="-122"/>
            </a:endParaRPr>
          </a:p>
        </p:txBody>
      </p:sp>
      <p:sp>
        <p:nvSpPr>
          <p:cNvPr id="38" name="椭圆 37">
            <a:extLst>
              <a:ext uri="{FF2B5EF4-FFF2-40B4-BE49-F238E27FC236}">
                <a16:creationId xmlns:a16="http://schemas.microsoft.com/office/drawing/2014/main" id="{E2DD857B-CC5C-0BB6-2C9A-EAD22E1C5183}"/>
              </a:ext>
            </a:extLst>
          </p:cNvPr>
          <p:cNvSpPr/>
          <p:nvPr/>
        </p:nvSpPr>
        <p:spPr>
          <a:xfrm>
            <a:off x="6322640" y="3068959"/>
            <a:ext cx="865087" cy="865087"/>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OJH</a:t>
            </a:r>
            <a:endParaRPr kumimoji="1" lang="zh-CN" altLang="en-US" sz="1000" dirty="0">
              <a:latin typeface="Alibaba PuHuiTi" pitchFamily="18" charset="-122"/>
              <a:ea typeface="Alibaba PuHuiTi" pitchFamily="18" charset="-122"/>
              <a:cs typeface="Alibaba PuHuiTi" pitchFamily="18" charset="-122"/>
            </a:endParaRPr>
          </a:p>
        </p:txBody>
      </p:sp>
      <p:sp>
        <p:nvSpPr>
          <p:cNvPr id="39" name="椭圆 38">
            <a:extLst>
              <a:ext uri="{FF2B5EF4-FFF2-40B4-BE49-F238E27FC236}">
                <a16:creationId xmlns:a16="http://schemas.microsoft.com/office/drawing/2014/main" id="{EBBB98E2-15AB-47B6-B7F7-CAB0EC5DC21C}"/>
              </a:ext>
            </a:extLst>
          </p:cNvPr>
          <p:cNvSpPr/>
          <p:nvPr/>
        </p:nvSpPr>
        <p:spPr>
          <a:xfrm>
            <a:off x="9089284" y="1556793"/>
            <a:ext cx="1080082" cy="1080082"/>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BBQ</a:t>
            </a:r>
            <a:endParaRPr kumimoji="1" lang="zh-CN" altLang="en-US" sz="1000" dirty="0">
              <a:latin typeface="Alibaba PuHuiTi" pitchFamily="18" charset="-122"/>
              <a:ea typeface="Alibaba PuHuiTi" pitchFamily="18" charset="-122"/>
              <a:cs typeface="Alibaba PuHuiTi" pitchFamily="18" charset="-122"/>
            </a:endParaRPr>
          </a:p>
        </p:txBody>
      </p:sp>
      <p:sp>
        <p:nvSpPr>
          <p:cNvPr id="40" name="椭圆 39">
            <a:extLst>
              <a:ext uri="{FF2B5EF4-FFF2-40B4-BE49-F238E27FC236}">
                <a16:creationId xmlns:a16="http://schemas.microsoft.com/office/drawing/2014/main" id="{EE8CF676-1436-BCAB-4665-3B5AF16C52C8}"/>
              </a:ext>
            </a:extLst>
          </p:cNvPr>
          <p:cNvSpPr/>
          <p:nvPr/>
        </p:nvSpPr>
        <p:spPr>
          <a:xfrm>
            <a:off x="10648839" y="1700808"/>
            <a:ext cx="819108" cy="819108"/>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ich</a:t>
            </a:r>
            <a:endParaRPr kumimoji="1" lang="zh-CN" altLang="en-US" sz="1000" dirty="0">
              <a:latin typeface="Alibaba PuHuiTi" pitchFamily="18" charset="-122"/>
              <a:ea typeface="Alibaba PuHuiTi" pitchFamily="18" charset="-122"/>
              <a:cs typeface="Alibaba PuHuiTi" pitchFamily="18" charset="-122"/>
            </a:endParaRPr>
          </a:p>
        </p:txBody>
      </p:sp>
      <p:sp>
        <p:nvSpPr>
          <p:cNvPr id="50" name="椭圆 49">
            <a:extLst>
              <a:ext uri="{FF2B5EF4-FFF2-40B4-BE49-F238E27FC236}">
                <a16:creationId xmlns:a16="http://schemas.microsoft.com/office/drawing/2014/main" id="{699AE021-CC1C-D8ED-DB27-A78730A2C150}"/>
              </a:ext>
            </a:extLst>
          </p:cNvPr>
          <p:cNvSpPr/>
          <p:nvPr/>
        </p:nvSpPr>
        <p:spPr>
          <a:xfrm>
            <a:off x="10121081" y="2204864"/>
            <a:ext cx="819108" cy="819108"/>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52" name="椭圆 51">
            <a:extLst>
              <a:ext uri="{FF2B5EF4-FFF2-40B4-BE49-F238E27FC236}">
                <a16:creationId xmlns:a16="http://schemas.microsoft.com/office/drawing/2014/main" id="{31AF680A-A73C-5A8E-9992-DB1F04159B62}"/>
              </a:ext>
            </a:extLst>
          </p:cNvPr>
          <p:cNvSpPr/>
          <p:nvPr/>
        </p:nvSpPr>
        <p:spPr>
          <a:xfrm>
            <a:off x="11554474" y="2382747"/>
            <a:ext cx="558151" cy="558151"/>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qi</a:t>
            </a:r>
            <a:endParaRPr kumimoji="1" lang="zh-CN" altLang="en-US" sz="1000" dirty="0">
              <a:latin typeface="Alibaba PuHuiTi" pitchFamily="18" charset="-122"/>
              <a:ea typeface="Alibaba PuHuiTi" pitchFamily="18" charset="-122"/>
              <a:cs typeface="Alibaba PuHuiTi" pitchFamily="18" charset="-122"/>
            </a:endParaRPr>
          </a:p>
        </p:txBody>
      </p:sp>
      <p:sp>
        <p:nvSpPr>
          <p:cNvPr id="53" name="椭圆 52">
            <a:extLst>
              <a:ext uri="{FF2B5EF4-FFF2-40B4-BE49-F238E27FC236}">
                <a16:creationId xmlns:a16="http://schemas.microsoft.com/office/drawing/2014/main" id="{072BCF22-9F9E-0FC5-3546-0E8704076CF6}"/>
              </a:ext>
            </a:extLst>
          </p:cNvPr>
          <p:cNvSpPr/>
          <p:nvPr/>
        </p:nvSpPr>
        <p:spPr>
          <a:xfrm>
            <a:off x="11345217" y="3356992"/>
            <a:ext cx="558151" cy="55815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54" name="椭圆 53">
            <a:extLst>
              <a:ext uri="{FF2B5EF4-FFF2-40B4-BE49-F238E27FC236}">
                <a16:creationId xmlns:a16="http://schemas.microsoft.com/office/drawing/2014/main" id="{83B8D9C9-F183-3DC3-D528-3DF41BEF1D49}"/>
              </a:ext>
            </a:extLst>
          </p:cNvPr>
          <p:cNvSpPr/>
          <p:nvPr/>
        </p:nvSpPr>
        <p:spPr>
          <a:xfrm>
            <a:off x="11057185" y="2924944"/>
            <a:ext cx="558151" cy="558151"/>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Q</a:t>
            </a:r>
            <a:endParaRPr kumimoji="1" lang="zh-CN" altLang="en-US" sz="1000" dirty="0">
              <a:latin typeface="Alibaba PuHuiTi" pitchFamily="18" charset="-122"/>
              <a:ea typeface="Alibaba PuHuiTi" pitchFamily="18" charset="-122"/>
              <a:cs typeface="Alibaba PuHuiTi" pitchFamily="18" charset="-122"/>
            </a:endParaRPr>
          </a:p>
        </p:txBody>
      </p:sp>
      <p:sp>
        <p:nvSpPr>
          <p:cNvPr id="55" name="椭圆 54">
            <a:extLst>
              <a:ext uri="{FF2B5EF4-FFF2-40B4-BE49-F238E27FC236}">
                <a16:creationId xmlns:a16="http://schemas.microsoft.com/office/drawing/2014/main" id="{4AF8A936-39FA-0330-81CF-8AC52DB176B5}"/>
              </a:ext>
            </a:extLst>
          </p:cNvPr>
          <p:cNvSpPr/>
          <p:nvPr/>
        </p:nvSpPr>
        <p:spPr>
          <a:xfrm>
            <a:off x="8536905" y="1988840"/>
            <a:ext cx="558151" cy="558151"/>
          </a:xfrm>
          <a:prstGeom prst="ellipse">
            <a:avLst/>
          </a:prstGeom>
          <a:gradFill>
            <a:gsLst>
              <a:gs pos="58000">
                <a:srgbClr val="212121"/>
              </a:gs>
              <a:gs pos="48000">
                <a:srgbClr val="212121"/>
              </a:gs>
              <a:gs pos="0">
                <a:schemeClr val="tx1">
                  <a:lumMod val="50000"/>
                  <a:lumOff val="50000"/>
                </a:schemeClr>
              </a:gs>
              <a:gs pos="100000">
                <a:schemeClr val="tx1">
                  <a:lumMod val="65000"/>
                  <a:lumOff val="35000"/>
                </a:schemeClr>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61" name="椭圆 60">
            <a:extLst>
              <a:ext uri="{FF2B5EF4-FFF2-40B4-BE49-F238E27FC236}">
                <a16:creationId xmlns:a16="http://schemas.microsoft.com/office/drawing/2014/main" id="{A47043FF-0376-E0CC-85E1-07C1100840DE}"/>
              </a:ext>
            </a:extLst>
          </p:cNvPr>
          <p:cNvSpPr/>
          <p:nvPr/>
        </p:nvSpPr>
        <p:spPr>
          <a:xfrm>
            <a:off x="10121081" y="3140968"/>
            <a:ext cx="793609" cy="793609"/>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VIU</a:t>
            </a:r>
            <a:endParaRPr kumimoji="1" lang="zh-CN" altLang="en-US" sz="1000" dirty="0">
              <a:latin typeface="Alibaba PuHuiTi" pitchFamily="18" charset="-122"/>
              <a:ea typeface="Alibaba PuHuiTi" pitchFamily="18" charset="-122"/>
              <a:cs typeface="Alibaba PuHuiTi" pitchFamily="18" charset="-122"/>
            </a:endParaRPr>
          </a:p>
        </p:txBody>
      </p:sp>
      <p:sp>
        <p:nvSpPr>
          <p:cNvPr id="62" name="椭圆 61">
            <a:extLst>
              <a:ext uri="{FF2B5EF4-FFF2-40B4-BE49-F238E27FC236}">
                <a16:creationId xmlns:a16="http://schemas.microsoft.com/office/drawing/2014/main" id="{DCBC72D0-173C-51D0-F9AD-E253441CF440}"/>
              </a:ext>
            </a:extLst>
          </p:cNvPr>
          <p:cNvSpPr/>
          <p:nvPr/>
        </p:nvSpPr>
        <p:spPr>
          <a:xfrm>
            <a:off x="10582721" y="3941301"/>
            <a:ext cx="1038837" cy="1038837"/>
          </a:xfrm>
          <a:prstGeom prst="ellipse">
            <a:avLst/>
          </a:prstGeom>
          <a:gradFill>
            <a:gsLst>
              <a:gs pos="58000">
                <a:srgbClr val="1E344D"/>
              </a:gs>
              <a:gs pos="47000">
                <a:srgbClr val="1E344D"/>
              </a:gs>
              <a:gs pos="100000">
                <a:srgbClr val="264262"/>
              </a:gs>
              <a:gs pos="0">
                <a:srgbClr val="264262"/>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zh-CN" sz="1000" dirty="0">
                <a:latin typeface="Alibaba PuHuiTi" pitchFamily="18" charset="-122"/>
                <a:ea typeface="Alibaba PuHuiTi" pitchFamily="18" charset="-122"/>
                <a:cs typeface="Alibaba PuHuiTi" pitchFamily="18" charset="-122"/>
              </a:rPr>
              <a:t>OOO</a:t>
            </a:r>
            <a:endParaRPr kumimoji="1" lang="zh-CN" altLang="en-US" sz="1000" dirty="0">
              <a:latin typeface="Alibaba PuHuiTi" pitchFamily="18" charset="-122"/>
              <a:ea typeface="Alibaba PuHuiTi" pitchFamily="18" charset="-122"/>
              <a:cs typeface="Alibaba PuHuiTi" pitchFamily="18" charset="-122"/>
            </a:endParaRPr>
          </a:p>
        </p:txBody>
      </p:sp>
      <p:cxnSp>
        <p:nvCxnSpPr>
          <p:cNvPr id="63" name="直线箭头连接符 62">
            <a:extLst>
              <a:ext uri="{FF2B5EF4-FFF2-40B4-BE49-F238E27FC236}">
                <a16:creationId xmlns:a16="http://schemas.microsoft.com/office/drawing/2014/main" id="{11027589-853B-2C67-2827-079F16AD98A0}"/>
              </a:ext>
            </a:extLst>
          </p:cNvPr>
          <p:cNvCxnSpPr>
            <a:cxnSpLocks/>
          </p:cNvCxnSpPr>
          <p:nvPr/>
        </p:nvCxnSpPr>
        <p:spPr>
          <a:xfrm>
            <a:off x="7540625" y="1879600"/>
            <a:ext cx="880533" cy="948267"/>
          </a:xfrm>
          <a:prstGeom prst="straightConnector1">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95" name="文本框 94">
            <a:extLst>
              <a:ext uri="{FF2B5EF4-FFF2-40B4-BE49-F238E27FC236}">
                <a16:creationId xmlns:a16="http://schemas.microsoft.com/office/drawing/2014/main" id="{F3AE6DDE-183C-1F7A-23CD-9769121A7ED2}"/>
              </a:ext>
            </a:extLst>
          </p:cNvPr>
          <p:cNvSpPr txBox="1"/>
          <p:nvPr/>
        </p:nvSpPr>
        <p:spPr>
          <a:xfrm>
            <a:off x="6283785" y="982133"/>
            <a:ext cx="2285835" cy="923330"/>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spc="300" dirty="0">
                <a:solidFill>
                  <a:srgbClr val="1E344D"/>
                </a:solidFill>
              </a:rPr>
              <a:t>Suddenly we see Ten among the top ten projects. This is a promising project integratingptocurrency in the real</a:t>
            </a:r>
            <a:endParaRPr lang="zh-CN" altLang="en-US" sz="900" spc="300" dirty="0">
              <a:solidFill>
                <a:srgbClr val="1E344D"/>
              </a:solidFill>
            </a:endParaRPr>
          </a:p>
        </p:txBody>
      </p:sp>
      <p:sp>
        <p:nvSpPr>
          <p:cNvPr id="106" name="文本框 105">
            <a:extLst>
              <a:ext uri="{FF2B5EF4-FFF2-40B4-BE49-F238E27FC236}">
                <a16:creationId xmlns:a16="http://schemas.microsoft.com/office/drawing/2014/main" id="{C8E0A0BB-1311-3E52-D09E-3A9123C25F78}"/>
              </a:ext>
            </a:extLst>
          </p:cNvPr>
          <p:cNvSpPr txBox="1"/>
          <p:nvPr/>
        </p:nvSpPr>
        <p:spPr>
          <a:xfrm>
            <a:off x="8748489" y="914400"/>
            <a:ext cx="3228669"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TOP -20 cions by the </a:t>
            </a:r>
          </a:p>
        </p:txBody>
      </p:sp>
      <p:grpSp>
        <p:nvGrpSpPr>
          <p:cNvPr id="107" name="组合 106">
            <a:extLst>
              <a:ext uri="{FF2B5EF4-FFF2-40B4-BE49-F238E27FC236}">
                <a16:creationId xmlns:a16="http://schemas.microsoft.com/office/drawing/2014/main" id="{1265C3D1-103B-C9D0-34C3-13665B865113}"/>
              </a:ext>
            </a:extLst>
          </p:cNvPr>
          <p:cNvGrpSpPr/>
          <p:nvPr/>
        </p:nvGrpSpPr>
        <p:grpSpPr>
          <a:xfrm>
            <a:off x="236666" y="1247105"/>
            <a:ext cx="6002950" cy="4578072"/>
            <a:chOff x="558800" y="2113280"/>
            <a:chExt cx="5756396" cy="4206240"/>
          </a:xfrm>
        </p:grpSpPr>
        <p:sp>
          <p:nvSpPr>
            <p:cNvPr id="33" name="矩形 32">
              <a:extLst>
                <a:ext uri="{FF2B5EF4-FFF2-40B4-BE49-F238E27FC236}">
                  <a16:creationId xmlns:a16="http://schemas.microsoft.com/office/drawing/2014/main" id="{2DD41C28-E9F7-9D67-05E1-3A792C6512BB}"/>
                </a:ext>
              </a:extLst>
            </p:cNvPr>
            <p:cNvSpPr/>
            <p:nvPr/>
          </p:nvSpPr>
          <p:spPr>
            <a:xfrm>
              <a:off x="558800" y="2113280"/>
              <a:ext cx="5750560" cy="4206240"/>
            </a:xfrm>
            <a:prstGeom prst="rect">
              <a:avLst/>
            </a:prstGeom>
            <a:noFill/>
            <a:ln>
              <a:solidFill>
                <a:srgbClr val="212121">
                  <a:alpha val="64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47" name="直线连接符 46">
              <a:extLst>
                <a:ext uri="{FF2B5EF4-FFF2-40B4-BE49-F238E27FC236}">
                  <a16:creationId xmlns:a16="http://schemas.microsoft.com/office/drawing/2014/main" id="{6297C16C-A28D-3EFC-0AC7-24EEC1BDBEA0}"/>
                </a:ext>
              </a:extLst>
            </p:cNvPr>
            <p:cNvCxnSpPr>
              <a:cxnSpLocks/>
            </p:cNvCxnSpPr>
            <p:nvPr/>
          </p:nvCxnSpPr>
          <p:spPr>
            <a:xfrm>
              <a:off x="4987653" y="3936183"/>
              <a:ext cx="0" cy="1792031"/>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cxnSp>
          <p:nvCxnSpPr>
            <p:cNvPr id="57" name="直线连接符 56">
              <a:extLst>
                <a:ext uri="{FF2B5EF4-FFF2-40B4-BE49-F238E27FC236}">
                  <a16:creationId xmlns:a16="http://schemas.microsoft.com/office/drawing/2014/main" id="{CFC7C073-1C9B-441F-F501-2BCEA061E5BB}"/>
                </a:ext>
              </a:extLst>
            </p:cNvPr>
            <p:cNvCxnSpPr>
              <a:cxnSpLocks/>
            </p:cNvCxnSpPr>
            <p:nvPr/>
          </p:nvCxnSpPr>
          <p:spPr>
            <a:xfrm>
              <a:off x="566906" y="3933056"/>
              <a:ext cx="5742454" cy="0"/>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cxnSp>
          <p:nvCxnSpPr>
            <p:cNvPr id="58" name="直线连接符 57">
              <a:extLst>
                <a:ext uri="{FF2B5EF4-FFF2-40B4-BE49-F238E27FC236}">
                  <a16:creationId xmlns:a16="http://schemas.microsoft.com/office/drawing/2014/main" id="{AA9635AA-FBDB-A546-8E47-833A65361EDF}"/>
                </a:ext>
              </a:extLst>
            </p:cNvPr>
            <p:cNvCxnSpPr>
              <a:cxnSpLocks/>
            </p:cNvCxnSpPr>
            <p:nvPr/>
          </p:nvCxnSpPr>
          <p:spPr>
            <a:xfrm>
              <a:off x="566906" y="4898070"/>
              <a:ext cx="5735923" cy="0"/>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cxnSp>
          <p:nvCxnSpPr>
            <p:cNvPr id="60" name="直线连接符 59">
              <a:extLst>
                <a:ext uri="{FF2B5EF4-FFF2-40B4-BE49-F238E27FC236}">
                  <a16:creationId xmlns:a16="http://schemas.microsoft.com/office/drawing/2014/main" id="{36AA33F2-47FE-65F1-90AC-6C4B8B7B25F0}"/>
                </a:ext>
              </a:extLst>
            </p:cNvPr>
            <p:cNvCxnSpPr>
              <a:cxnSpLocks/>
            </p:cNvCxnSpPr>
            <p:nvPr/>
          </p:nvCxnSpPr>
          <p:spPr>
            <a:xfrm>
              <a:off x="566906" y="5733256"/>
              <a:ext cx="5735923" cy="0"/>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cxnSp>
          <p:nvCxnSpPr>
            <p:cNvPr id="126" name="直线连接符 125">
              <a:extLst>
                <a:ext uri="{FF2B5EF4-FFF2-40B4-BE49-F238E27FC236}">
                  <a16:creationId xmlns:a16="http://schemas.microsoft.com/office/drawing/2014/main" id="{DC89F93F-D5BF-5B50-B7BB-22A4F450F522}"/>
                </a:ext>
              </a:extLst>
            </p:cNvPr>
            <p:cNvCxnSpPr>
              <a:cxnSpLocks/>
            </p:cNvCxnSpPr>
            <p:nvPr/>
          </p:nvCxnSpPr>
          <p:spPr>
            <a:xfrm>
              <a:off x="579273" y="6036586"/>
              <a:ext cx="5735923" cy="0"/>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cxnSp>
          <p:nvCxnSpPr>
            <p:cNvPr id="176" name="直线连接符 175">
              <a:extLst>
                <a:ext uri="{FF2B5EF4-FFF2-40B4-BE49-F238E27FC236}">
                  <a16:creationId xmlns:a16="http://schemas.microsoft.com/office/drawing/2014/main" id="{CA01BC3A-0A71-A135-9F4C-7D40AF86F571}"/>
                </a:ext>
              </a:extLst>
            </p:cNvPr>
            <p:cNvCxnSpPr>
              <a:cxnSpLocks/>
            </p:cNvCxnSpPr>
            <p:nvPr/>
          </p:nvCxnSpPr>
          <p:spPr>
            <a:xfrm>
              <a:off x="4561915" y="5728214"/>
              <a:ext cx="0" cy="578735"/>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cxnSp>
          <p:nvCxnSpPr>
            <p:cNvPr id="178" name="直线连接符 177">
              <a:extLst>
                <a:ext uri="{FF2B5EF4-FFF2-40B4-BE49-F238E27FC236}">
                  <a16:creationId xmlns:a16="http://schemas.microsoft.com/office/drawing/2014/main" id="{2C51B0B8-1369-B33E-C85D-DAD32A648D38}"/>
                </a:ext>
              </a:extLst>
            </p:cNvPr>
            <p:cNvCxnSpPr>
              <a:cxnSpLocks/>
            </p:cNvCxnSpPr>
            <p:nvPr/>
          </p:nvCxnSpPr>
          <p:spPr>
            <a:xfrm>
              <a:off x="5458720" y="5728214"/>
              <a:ext cx="0" cy="578735"/>
            </a:xfrm>
            <a:prstGeom prst="line">
              <a:avLst/>
            </a:prstGeom>
            <a:ln w="12700">
              <a:solidFill>
                <a:srgbClr val="212121">
                  <a:alpha val="64000"/>
                </a:srgbClr>
              </a:solidFill>
            </a:ln>
          </p:spPr>
          <p:style>
            <a:lnRef idx="1">
              <a:schemeClr val="accent1"/>
            </a:lnRef>
            <a:fillRef idx="0">
              <a:schemeClr val="accent1"/>
            </a:fillRef>
            <a:effectRef idx="0">
              <a:schemeClr val="accent1"/>
            </a:effectRef>
            <a:fontRef idx="minor">
              <a:schemeClr val="tx1"/>
            </a:fontRef>
          </p:style>
        </p:cxnSp>
      </p:grpSp>
      <p:sp>
        <p:nvSpPr>
          <p:cNvPr id="108" name="矩形 107">
            <a:extLst>
              <a:ext uri="{FF2B5EF4-FFF2-40B4-BE49-F238E27FC236}">
                <a16:creationId xmlns:a16="http://schemas.microsoft.com/office/drawing/2014/main" id="{CCF48B0F-4E50-0BE5-82F4-38D6F531F018}"/>
              </a:ext>
            </a:extLst>
          </p:cNvPr>
          <p:cNvSpPr/>
          <p:nvPr/>
        </p:nvSpPr>
        <p:spPr>
          <a:xfrm>
            <a:off x="245768" y="3236444"/>
            <a:ext cx="3274255" cy="2576960"/>
          </a:xfrm>
          <a:prstGeom prst="rect">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0" name="文本框 109">
            <a:extLst>
              <a:ext uri="{FF2B5EF4-FFF2-40B4-BE49-F238E27FC236}">
                <a16:creationId xmlns:a16="http://schemas.microsoft.com/office/drawing/2014/main" id="{26BA316F-4BD6-CB95-AE15-5F98403AED65}"/>
              </a:ext>
            </a:extLst>
          </p:cNvPr>
          <p:cNvSpPr txBox="1"/>
          <p:nvPr/>
        </p:nvSpPr>
        <p:spPr>
          <a:xfrm>
            <a:off x="310091" y="3302000"/>
            <a:ext cx="827471" cy="253916"/>
          </a:xfrm>
          <a:prstGeom prst="rect">
            <a:avLst/>
          </a:prstGeom>
          <a:noFill/>
        </p:spPr>
        <p:txBody>
          <a:bodyPr wrap="none" rtlCol="0">
            <a:spAutoFit/>
          </a:bodyPr>
          <a:lstStyle/>
          <a:p>
            <a:r>
              <a:rPr kumimoji="1" lang="en-US" altLang="zh-CN" sz="1050" dirty="0">
                <a:solidFill>
                  <a:schemeClr val="bg1"/>
                </a:solidFill>
                <a:latin typeface="Alibaba PuHuiTi" pitchFamily="18" charset="-122"/>
                <a:ea typeface="Alibaba PuHuiTi" pitchFamily="18" charset="-122"/>
                <a:cs typeface="Alibaba PuHuiTi" pitchFamily="18" charset="-122"/>
              </a:rPr>
              <a:t>XBP (33%)</a:t>
            </a:r>
            <a:endParaRPr kumimoji="1" lang="zh-CN" altLang="en-US" sz="1050" dirty="0">
              <a:solidFill>
                <a:schemeClr val="bg1"/>
              </a:solidFill>
              <a:latin typeface="Alibaba PuHuiTi" pitchFamily="18" charset="-122"/>
              <a:ea typeface="Alibaba PuHuiTi" pitchFamily="18" charset="-122"/>
              <a:cs typeface="Alibaba PuHuiTi" pitchFamily="18" charset="-122"/>
            </a:endParaRPr>
          </a:p>
        </p:txBody>
      </p:sp>
      <p:sp>
        <p:nvSpPr>
          <p:cNvPr id="113" name="文本框 112">
            <a:extLst>
              <a:ext uri="{FF2B5EF4-FFF2-40B4-BE49-F238E27FC236}">
                <a16:creationId xmlns:a16="http://schemas.microsoft.com/office/drawing/2014/main" id="{2AC85CC5-5093-E427-4EF9-4AA9B4DF6153}"/>
              </a:ext>
            </a:extLst>
          </p:cNvPr>
          <p:cNvSpPr txBox="1"/>
          <p:nvPr/>
        </p:nvSpPr>
        <p:spPr>
          <a:xfrm>
            <a:off x="294125" y="3607544"/>
            <a:ext cx="2285835" cy="696153"/>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50000"/>
              </a:lnSpc>
            </a:pPr>
            <a:r>
              <a:rPr lang="en" altLang="zh-CN" sz="900" dirty="0"/>
              <a:t>Suddenly  we  see  Ten among ten projects.  This is  a promising  project integratingpt. currency I n  the  real</a:t>
            </a:r>
            <a:endParaRPr lang="zh-CN" altLang="en-US" sz="900" dirty="0"/>
          </a:p>
        </p:txBody>
      </p:sp>
      <p:sp>
        <p:nvSpPr>
          <p:cNvPr id="164" name="文本框 163">
            <a:extLst>
              <a:ext uri="{FF2B5EF4-FFF2-40B4-BE49-F238E27FC236}">
                <a16:creationId xmlns:a16="http://schemas.microsoft.com/office/drawing/2014/main" id="{7010622B-68D4-6F34-58A9-7F6504879917}"/>
              </a:ext>
            </a:extLst>
          </p:cNvPr>
          <p:cNvSpPr txBox="1"/>
          <p:nvPr/>
        </p:nvSpPr>
        <p:spPr>
          <a:xfrm>
            <a:off x="3547144" y="3302000"/>
            <a:ext cx="821059"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ETH (33%)</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65" name="文本框 164">
            <a:extLst>
              <a:ext uri="{FF2B5EF4-FFF2-40B4-BE49-F238E27FC236}">
                <a16:creationId xmlns:a16="http://schemas.microsoft.com/office/drawing/2014/main" id="{14344FDB-A9A6-D45F-7A0D-1E0605495A77}"/>
              </a:ext>
            </a:extLst>
          </p:cNvPr>
          <p:cNvSpPr txBox="1"/>
          <p:nvPr/>
        </p:nvSpPr>
        <p:spPr>
          <a:xfrm>
            <a:off x="4915296" y="3302000"/>
            <a:ext cx="761747"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BCH (5%)</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66" name="文本框 165">
            <a:extLst>
              <a:ext uri="{FF2B5EF4-FFF2-40B4-BE49-F238E27FC236}">
                <a16:creationId xmlns:a16="http://schemas.microsoft.com/office/drawing/2014/main" id="{3B53686A-C81A-6B4B-6D16-BDC92916A259}"/>
              </a:ext>
            </a:extLst>
          </p:cNvPr>
          <p:cNvSpPr txBox="1"/>
          <p:nvPr/>
        </p:nvSpPr>
        <p:spPr>
          <a:xfrm>
            <a:off x="3547144" y="4365104"/>
            <a:ext cx="768159"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XLM (5%)</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67" name="文本框 166">
            <a:extLst>
              <a:ext uri="{FF2B5EF4-FFF2-40B4-BE49-F238E27FC236}">
                <a16:creationId xmlns:a16="http://schemas.microsoft.com/office/drawing/2014/main" id="{4EE2E083-8399-3997-9942-EFE0D9EA404E}"/>
              </a:ext>
            </a:extLst>
          </p:cNvPr>
          <p:cNvSpPr txBox="1"/>
          <p:nvPr/>
        </p:nvSpPr>
        <p:spPr>
          <a:xfrm>
            <a:off x="4915296" y="4365104"/>
            <a:ext cx="744114"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ETH (4%)</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68" name="文本框 167">
            <a:extLst>
              <a:ext uri="{FF2B5EF4-FFF2-40B4-BE49-F238E27FC236}">
                <a16:creationId xmlns:a16="http://schemas.microsoft.com/office/drawing/2014/main" id="{4931879B-30E3-9F66-8C73-78EC0FCED50F}"/>
              </a:ext>
            </a:extLst>
          </p:cNvPr>
          <p:cNvSpPr txBox="1"/>
          <p:nvPr/>
        </p:nvSpPr>
        <p:spPr>
          <a:xfrm>
            <a:off x="3547144" y="5229200"/>
            <a:ext cx="830677"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EEQS (2%)</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69" name="文本框 168">
            <a:extLst>
              <a:ext uri="{FF2B5EF4-FFF2-40B4-BE49-F238E27FC236}">
                <a16:creationId xmlns:a16="http://schemas.microsoft.com/office/drawing/2014/main" id="{1F655E20-5810-64B2-D650-E1F624D5C4CC}"/>
              </a:ext>
            </a:extLst>
          </p:cNvPr>
          <p:cNvSpPr txBox="1"/>
          <p:nvPr/>
        </p:nvSpPr>
        <p:spPr>
          <a:xfrm>
            <a:off x="5301376" y="5229200"/>
            <a:ext cx="732893"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VET (2%)</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79" name="文本框 178">
            <a:extLst>
              <a:ext uri="{FF2B5EF4-FFF2-40B4-BE49-F238E27FC236}">
                <a16:creationId xmlns:a16="http://schemas.microsoft.com/office/drawing/2014/main" id="{1558F0A1-CB4B-BD71-7561-80F456E72A72}"/>
              </a:ext>
            </a:extLst>
          </p:cNvPr>
          <p:cNvSpPr txBox="1"/>
          <p:nvPr/>
        </p:nvSpPr>
        <p:spPr>
          <a:xfrm>
            <a:off x="4434650" y="5248291"/>
            <a:ext cx="744114"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ETH (2%)</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80" name="文本框 179">
            <a:extLst>
              <a:ext uri="{FF2B5EF4-FFF2-40B4-BE49-F238E27FC236}">
                <a16:creationId xmlns:a16="http://schemas.microsoft.com/office/drawing/2014/main" id="{DBAF4C8E-2903-323E-A879-FDACDB3FD38A}"/>
              </a:ext>
            </a:extLst>
          </p:cNvPr>
          <p:cNvSpPr txBox="1"/>
          <p:nvPr/>
        </p:nvSpPr>
        <p:spPr>
          <a:xfrm>
            <a:off x="4440764" y="5544126"/>
            <a:ext cx="768159" cy="253916"/>
          </a:xfrm>
          <a:prstGeom prst="rect">
            <a:avLst/>
          </a:prstGeom>
          <a:noFill/>
        </p:spPr>
        <p:txBody>
          <a:bodyPr wrap="none" rtlCol="0">
            <a:spAutoFit/>
          </a:bodyPr>
          <a:lstStyle/>
          <a:p>
            <a:r>
              <a:rPr kumimoji="1" lang="en-US" altLang="zh-CN" sz="1050" dirty="0">
                <a:solidFill>
                  <a:srgbClr val="1E344D"/>
                </a:solidFill>
                <a:latin typeface="Alibaba PuHuiTi" pitchFamily="18" charset="-122"/>
                <a:ea typeface="Alibaba PuHuiTi" pitchFamily="18" charset="-122"/>
                <a:cs typeface="Alibaba PuHuiTi" pitchFamily="18" charset="-122"/>
              </a:rPr>
              <a:t>fqih (2%)</a:t>
            </a:r>
            <a:endParaRPr kumimoji="1" lang="zh-CN" altLang="en-US" sz="1050" dirty="0">
              <a:solidFill>
                <a:srgbClr val="1E344D"/>
              </a:solidFill>
              <a:latin typeface="Alibaba PuHuiTi" pitchFamily="18" charset="-122"/>
              <a:ea typeface="Alibaba PuHuiTi" pitchFamily="18" charset="-122"/>
              <a:cs typeface="Alibaba PuHuiTi" pitchFamily="18" charset="-122"/>
            </a:endParaRPr>
          </a:p>
        </p:txBody>
      </p:sp>
      <p:sp>
        <p:nvSpPr>
          <p:cNvPr id="181" name="文本框 180">
            <a:extLst>
              <a:ext uri="{FF2B5EF4-FFF2-40B4-BE49-F238E27FC236}">
                <a16:creationId xmlns:a16="http://schemas.microsoft.com/office/drawing/2014/main" id="{112DB1BA-B892-F4F3-6131-1E75777E2451}"/>
              </a:ext>
            </a:extLst>
          </p:cNvPr>
          <p:cNvSpPr txBox="1"/>
          <p:nvPr/>
        </p:nvSpPr>
        <p:spPr>
          <a:xfrm>
            <a:off x="310091" y="1340768"/>
            <a:ext cx="814647" cy="253916"/>
          </a:xfrm>
          <a:prstGeom prst="rect">
            <a:avLst/>
          </a:prstGeom>
          <a:noFill/>
        </p:spPr>
        <p:txBody>
          <a:bodyPr wrap="none" rtlCol="0">
            <a:spAutoFit/>
          </a:bodyPr>
          <a:lstStyle/>
          <a:p>
            <a:r>
              <a:rPr kumimoji="1" lang="en-US" altLang="zh-CN" sz="1050" dirty="0">
                <a:solidFill>
                  <a:srgbClr val="212121"/>
                </a:solidFill>
                <a:latin typeface="Alibaba PuHuiTi" pitchFamily="18" charset="-122"/>
                <a:ea typeface="Alibaba PuHuiTi" pitchFamily="18" charset="-122"/>
                <a:cs typeface="Alibaba PuHuiTi" pitchFamily="18" charset="-122"/>
              </a:rPr>
              <a:t>BTC (</a:t>
            </a:r>
            <a:r>
              <a:rPr kumimoji="1" lang="en-US" altLang="zh-CN" sz="1050" dirty="0">
                <a:solidFill>
                  <a:srgbClr val="1E344D"/>
                </a:solidFill>
                <a:latin typeface="Alibaba PuHuiTi" pitchFamily="18" charset="-122"/>
                <a:ea typeface="Alibaba PuHuiTi" pitchFamily="18" charset="-122"/>
                <a:cs typeface="Alibaba PuHuiTi" pitchFamily="18" charset="-122"/>
              </a:rPr>
              <a:t>42</a:t>
            </a:r>
            <a:r>
              <a:rPr kumimoji="1" lang="en-US" altLang="zh-CN" sz="1050" dirty="0">
                <a:solidFill>
                  <a:srgbClr val="212121"/>
                </a:solidFill>
                <a:latin typeface="Alibaba PuHuiTi" pitchFamily="18" charset="-122"/>
                <a:ea typeface="Alibaba PuHuiTi" pitchFamily="18" charset="-122"/>
                <a:cs typeface="Alibaba PuHuiTi" pitchFamily="18" charset="-122"/>
              </a:rPr>
              <a:t>%)</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35" name="文本框 34">
            <a:extLst>
              <a:ext uri="{FF2B5EF4-FFF2-40B4-BE49-F238E27FC236}">
                <a16:creationId xmlns:a16="http://schemas.microsoft.com/office/drawing/2014/main" id="{E5439327-433F-600E-B6D0-D333C841FDCB}"/>
              </a:ext>
            </a:extLst>
          </p:cNvPr>
          <p:cNvSpPr txBox="1"/>
          <p:nvPr/>
        </p:nvSpPr>
        <p:spPr>
          <a:xfrm>
            <a:off x="142541" y="5872301"/>
            <a:ext cx="4940968" cy="830997"/>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41" name="文本框 40">
            <a:extLst>
              <a:ext uri="{FF2B5EF4-FFF2-40B4-BE49-F238E27FC236}">
                <a16:creationId xmlns:a16="http://schemas.microsoft.com/office/drawing/2014/main" id="{0C75FBDB-5DD9-20CF-CEE8-AA3C32C2451D}"/>
              </a:ext>
            </a:extLst>
          </p:cNvPr>
          <p:cNvSpPr txBox="1"/>
          <p:nvPr/>
        </p:nvSpPr>
        <p:spPr>
          <a:xfrm>
            <a:off x="4453074" y="6253124"/>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 projects by the number of</a:t>
            </a:r>
          </a:p>
        </p:txBody>
      </p:sp>
      <p:sp>
        <p:nvSpPr>
          <p:cNvPr id="42" name="文本框 41">
            <a:extLst>
              <a:ext uri="{FF2B5EF4-FFF2-40B4-BE49-F238E27FC236}">
                <a16:creationId xmlns:a16="http://schemas.microsoft.com/office/drawing/2014/main" id="{D1DB88EB-9589-BD7A-3522-F4DC444A5455}"/>
              </a:ext>
            </a:extLst>
          </p:cNvPr>
          <p:cNvSpPr txBox="1"/>
          <p:nvPr/>
        </p:nvSpPr>
        <p:spPr>
          <a:xfrm>
            <a:off x="10003186" y="6045199"/>
            <a:ext cx="1838505" cy="461665"/>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a:t>
            </a:r>
            <a:r>
              <a:rPr lang="zh-CN" altLang="en-US" dirty="0">
                <a:solidFill>
                  <a:srgbClr val="1E344D"/>
                </a:solidFill>
              </a:rPr>
              <a:t> </a:t>
            </a:r>
            <a:r>
              <a:rPr lang="en-US" altLang="zh-CN" dirty="0">
                <a:solidFill>
                  <a:srgbClr val="1E344D"/>
                </a:solidFill>
              </a:rPr>
              <a:t>PPT</a:t>
            </a:r>
            <a:endParaRPr lang="zh-CN" altLang="en-US" dirty="0">
              <a:solidFill>
                <a:srgbClr val="1E344D"/>
              </a:solidFill>
            </a:endParaRPr>
          </a:p>
        </p:txBody>
      </p:sp>
      <p:sp>
        <p:nvSpPr>
          <p:cNvPr id="43" name="文本框 42">
            <a:extLst>
              <a:ext uri="{FF2B5EF4-FFF2-40B4-BE49-F238E27FC236}">
                <a16:creationId xmlns:a16="http://schemas.microsoft.com/office/drawing/2014/main" id="{4AEABF2E-DB45-1527-E03C-7FC29676287A}"/>
              </a:ext>
            </a:extLst>
          </p:cNvPr>
          <p:cNvSpPr txBox="1"/>
          <p:nvPr/>
        </p:nvSpPr>
        <p:spPr>
          <a:xfrm>
            <a:off x="3238281" y="5912095"/>
            <a:ext cx="6080344" cy="369332"/>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44" name="圆角矩形 43">
            <a:extLst>
              <a:ext uri="{FF2B5EF4-FFF2-40B4-BE49-F238E27FC236}">
                <a16:creationId xmlns:a16="http://schemas.microsoft.com/office/drawing/2014/main" id="{FC5B5525-03B1-1CE9-A868-13E8E35DFF59}"/>
              </a:ext>
            </a:extLst>
          </p:cNvPr>
          <p:cNvSpPr/>
          <p:nvPr/>
        </p:nvSpPr>
        <p:spPr>
          <a:xfrm>
            <a:off x="9843557" y="5948718"/>
            <a:ext cx="2076881" cy="623002"/>
          </a:xfrm>
          <a:prstGeom prst="roundRect">
            <a:avLst/>
          </a:prstGeom>
          <a:noFill/>
          <a:ln w="4445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 name="矩形 2">
            <a:extLst>
              <a:ext uri="{FF2B5EF4-FFF2-40B4-BE49-F238E27FC236}">
                <a16:creationId xmlns:a16="http://schemas.microsoft.com/office/drawing/2014/main" id="{C3EF81C8-AB42-BDAD-3A39-1F05E344AE4A}"/>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a:extLst>
              <a:ext uri="{FF2B5EF4-FFF2-40B4-BE49-F238E27FC236}">
                <a16:creationId xmlns:a16="http://schemas.microsoft.com/office/drawing/2014/main" id="{1C037354-8F96-242E-6487-4D9D3D3F7A65}"/>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43123323-64A9-6DC2-3F4A-0626F8494917}"/>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7" name="直线连接符 6">
            <a:extLst>
              <a:ext uri="{FF2B5EF4-FFF2-40B4-BE49-F238E27FC236}">
                <a16:creationId xmlns:a16="http://schemas.microsoft.com/office/drawing/2014/main" id="{CF9DADE8-84AB-B4DD-2BC0-9837ADCFFA62}"/>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8" name="直线连接符 7">
            <a:extLst>
              <a:ext uri="{FF2B5EF4-FFF2-40B4-BE49-F238E27FC236}">
                <a16:creationId xmlns:a16="http://schemas.microsoft.com/office/drawing/2014/main" id="{142B9259-3315-A6D7-4E78-0602F645DB1A}"/>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94C1D588-C27B-20C2-6D8E-4B3ECCDEA36C}"/>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0C1AA184-1ADA-0A1C-BABA-49FB46383B65}"/>
              </a:ext>
            </a:extLst>
          </p:cNvPr>
          <p:cNvGrpSpPr/>
          <p:nvPr/>
        </p:nvGrpSpPr>
        <p:grpSpPr>
          <a:xfrm>
            <a:off x="2323294" y="287981"/>
            <a:ext cx="356205" cy="355288"/>
            <a:chOff x="2323294" y="287981"/>
            <a:chExt cx="356205" cy="355288"/>
          </a:xfrm>
        </p:grpSpPr>
        <p:sp>
          <p:nvSpPr>
            <p:cNvPr id="11" name="Google Shape;7166;p80">
              <a:extLst>
                <a:ext uri="{FF2B5EF4-FFF2-40B4-BE49-F238E27FC236}">
                  <a16:creationId xmlns:a16="http://schemas.microsoft.com/office/drawing/2014/main" id="{FE44FFC5-44BE-8E6D-252D-EAFD98E6666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7;p80">
              <a:extLst>
                <a:ext uri="{FF2B5EF4-FFF2-40B4-BE49-F238E27FC236}">
                  <a16:creationId xmlns:a16="http://schemas.microsoft.com/office/drawing/2014/main" id="{154A3B47-F9DE-2514-5A6F-1EE622C79CE6}"/>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8;p80">
              <a:extLst>
                <a:ext uri="{FF2B5EF4-FFF2-40B4-BE49-F238E27FC236}">
                  <a16:creationId xmlns:a16="http://schemas.microsoft.com/office/drawing/2014/main" id="{44D357BE-0E99-526E-2BE0-5882920E4C85}"/>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69;p80">
              <a:extLst>
                <a:ext uri="{FF2B5EF4-FFF2-40B4-BE49-F238E27FC236}">
                  <a16:creationId xmlns:a16="http://schemas.microsoft.com/office/drawing/2014/main" id="{FD78E6FB-1D3D-4E29-57C3-F70648907992}"/>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13901084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组合 18">
            <a:extLst>
              <a:ext uri="{FF2B5EF4-FFF2-40B4-BE49-F238E27FC236}">
                <a16:creationId xmlns:a16="http://schemas.microsoft.com/office/drawing/2014/main" id="{919A3870-2A1B-108C-72A7-2C788EEAAB2F}"/>
              </a:ext>
            </a:extLst>
          </p:cNvPr>
          <p:cNvGrpSpPr/>
          <p:nvPr/>
        </p:nvGrpSpPr>
        <p:grpSpPr>
          <a:xfrm>
            <a:off x="1197935" y="1208142"/>
            <a:ext cx="4418108" cy="3833038"/>
            <a:chOff x="1197935" y="1208142"/>
            <a:chExt cx="4418108" cy="3833038"/>
          </a:xfrm>
          <a:solidFill>
            <a:srgbClr val="1E344D"/>
          </a:solidFill>
        </p:grpSpPr>
        <p:sp>
          <p:nvSpPr>
            <p:cNvPr id="8" name="椭圆 7">
              <a:extLst>
                <a:ext uri="{FF2B5EF4-FFF2-40B4-BE49-F238E27FC236}">
                  <a16:creationId xmlns:a16="http://schemas.microsoft.com/office/drawing/2014/main" id="{12C5172C-1AE5-1FCF-2357-C4273B3E1FCD}"/>
                </a:ext>
              </a:extLst>
            </p:cNvPr>
            <p:cNvSpPr/>
            <p:nvPr/>
          </p:nvSpPr>
          <p:spPr>
            <a:xfrm>
              <a:off x="1197935" y="1218774"/>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1" name="椭圆 40">
              <a:extLst>
                <a:ext uri="{FF2B5EF4-FFF2-40B4-BE49-F238E27FC236}">
                  <a16:creationId xmlns:a16="http://schemas.microsoft.com/office/drawing/2014/main" id="{142B9C35-6D06-F760-6188-AA1D8EC90F01}"/>
                </a:ext>
              </a:extLst>
            </p:cNvPr>
            <p:cNvSpPr/>
            <p:nvPr/>
          </p:nvSpPr>
          <p:spPr>
            <a:xfrm>
              <a:off x="2108878" y="120814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4" name="椭圆 43">
              <a:extLst>
                <a:ext uri="{FF2B5EF4-FFF2-40B4-BE49-F238E27FC236}">
                  <a16:creationId xmlns:a16="http://schemas.microsoft.com/office/drawing/2014/main" id="{D527D770-976E-8E2D-3377-B9A4FDAB8964}"/>
                </a:ext>
              </a:extLst>
            </p:cNvPr>
            <p:cNvSpPr/>
            <p:nvPr/>
          </p:nvSpPr>
          <p:spPr>
            <a:xfrm>
              <a:off x="3029033" y="122409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7" name="椭圆 46">
              <a:extLst>
                <a:ext uri="{FF2B5EF4-FFF2-40B4-BE49-F238E27FC236}">
                  <a16:creationId xmlns:a16="http://schemas.microsoft.com/office/drawing/2014/main" id="{A14285D5-53A5-38E3-C0C5-4FFC78DAD0E3}"/>
                </a:ext>
              </a:extLst>
            </p:cNvPr>
            <p:cNvSpPr/>
            <p:nvPr/>
          </p:nvSpPr>
          <p:spPr>
            <a:xfrm>
              <a:off x="3951608" y="122409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50" name="椭圆 49">
              <a:extLst>
                <a:ext uri="{FF2B5EF4-FFF2-40B4-BE49-F238E27FC236}">
                  <a16:creationId xmlns:a16="http://schemas.microsoft.com/office/drawing/2014/main" id="{1205A1A3-D81D-19AD-4E05-9B478B9A04AF}"/>
                </a:ext>
              </a:extLst>
            </p:cNvPr>
            <p:cNvSpPr/>
            <p:nvPr/>
          </p:nvSpPr>
          <p:spPr>
            <a:xfrm>
              <a:off x="4871764" y="122409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4" name="椭圆 53">
              <a:extLst>
                <a:ext uri="{FF2B5EF4-FFF2-40B4-BE49-F238E27FC236}">
                  <a16:creationId xmlns:a16="http://schemas.microsoft.com/office/drawing/2014/main" id="{0520D0BE-2358-2AEC-4175-204656312E50}"/>
                </a:ext>
              </a:extLst>
            </p:cNvPr>
            <p:cNvSpPr/>
            <p:nvPr/>
          </p:nvSpPr>
          <p:spPr>
            <a:xfrm>
              <a:off x="1197935" y="2239500"/>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2" name="椭圆 61">
              <a:extLst>
                <a:ext uri="{FF2B5EF4-FFF2-40B4-BE49-F238E27FC236}">
                  <a16:creationId xmlns:a16="http://schemas.microsoft.com/office/drawing/2014/main" id="{EEDE3CE1-CA7F-8881-772B-11BEF8C3234C}"/>
                </a:ext>
              </a:extLst>
            </p:cNvPr>
            <p:cNvSpPr/>
            <p:nvPr/>
          </p:nvSpPr>
          <p:spPr>
            <a:xfrm>
              <a:off x="2108878" y="2228868"/>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5" name="椭圆 64">
              <a:extLst>
                <a:ext uri="{FF2B5EF4-FFF2-40B4-BE49-F238E27FC236}">
                  <a16:creationId xmlns:a16="http://schemas.microsoft.com/office/drawing/2014/main" id="{BD79E6B2-052D-0D7A-18BF-89DDEC9A6685}"/>
                </a:ext>
              </a:extLst>
            </p:cNvPr>
            <p:cNvSpPr/>
            <p:nvPr/>
          </p:nvSpPr>
          <p:spPr>
            <a:xfrm>
              <a:off x="3029033" y="2244818"/>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8" name="椭圆 67">
              <a:extLst>
                <a:ext uri="{FF2B5EF4-FFF2-40B4-BE49-F238E27FC236}">
                  <a16:creationId xmlns:a16="http://schemas.microsoft.com/office/drawing/2014/main" id="{85133C83-ED89-EE9C-2B00-2E535A11E5ED}"/>
                </a:ext>
              </a:extLst>
            </p:cNvPr>
            <p:cNvSpPr/>
            <p:nvPr/>
          </p:nvSpPr>
          <p:spPr>
            <a:xfrm>
              <a:off x="3951608" y="2244818"/>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71" name="椭圆 70">
              <a:extLst>
                <a:ext uri="{FF2B5EF4-FFF2-40B4-BE49-F238E27FC236}">
                  <a16:creationId xmlns:a16="http://schemas.microsoft.com/office/drawing/2014/main" id="{25CE5AD0-2575-F88C-D889-330657962232}"/>
                </a:ext>
              </a:extLst>
            </p:cNvPr>
            <p:cNvSpPr/>
            <p:nvPr/>
          </p:nvSpPr>
          <p:spPr>
            <a:xfrm>
              <a:off x="4871764" y="2244818"/>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5" name="椭圆 74">
              <a:extLst>
                <a:ext uri="{FF2B5EF4-FFF2-40B4-BE49-F238E27FC236}">
                  <a16:creationId xmlns:a16="http://schemas.microsoft.com/office/drawing/2014/main" id="{9EA40098-8835-06F2-F8F4-FCCB31843751}"/>
                </a:ext>
              </a:extLst>
            </p:cNvPr>
            <p:cNvSpPr/>
            <p:nvPr/>
          </p:nvSpPr>
          <p:spPr>
            <a:xfrm>
              <a:off x="1197935" y="3276174"/>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78" name="椭圆 77">
              <a:extLst>
                <a:ext uri="{FF2B5EF4-FFF2-40B4-BE49-F238E27FC236}">
                  <a16:creationId xmlns:a16="http://schemas.microsoft.com/office/drawing/2014/main" id="{7D319153-A696-30F6-77A6-E8AEB68C0527}"/>
                </a:ext>
              </a:extLst>
            </p:cNvPr>
            <p:cNvSpPr/>
            <p:nvPr/>
          </p:nvSpPr>
          <p:spPr>
            <a:xfrm>
              <a:off x="2108878" y="326554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1" name="椭圆 80">
              <a:extLst>
                <a:ext uri="{FF2B5EF4-FFF2-40B4-BE49-F238E27FC236}">
                  <a16:creationId xmlns:a16="http://schemas.microsoft.com/office/drawing/2014/main" id="{D7E419D5-911D-E46D-225C-DA8EE846517B}"/>
                </a:ext>
              </a:extLst>
            </p:cNvPr>
            <p:cNvSpPr/>
            <p:nvPr/>
          </p:nvSpPr>
          <p:spPr>
            <a:xfrm>
              <a:off x="3029033" y="328149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4" name="椭圆 83">
              <a:extLst>
                <a:ext uri="{FF2B5EF4-FFF2-40B4-BE49-F238E27FC236}">
                  <a16:creationId xmlns:a16="http://schemas.microsoft.com/office/drawing/2014/main" id="{0CE852F4-529C-6FB2-C58A-AD328623F745}"/>
                </a:ext>
              </a:extLst>
            </p:cNvPr>
            <p:cNvSpPr/>
            <p:nvPr/>
          </p:nvSpPr>
          <p:spPr>
            <a:xfrm>
              <a:off x="3951608" y="328149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7" name="椭圆 86">
              <a:extLst>
                <a:ext uri="{FF2B5EF4-FFF2-40B4-BE49-F238E27FC236}">
                  <a16:creationId xmlns:a16="http://schemas.microsoft.com/office/drawing/2014/main" id="{E641B7E3-38BC-B8F4-D7A8-3F83E79D86DF}"/>
                </a:ext>
              </a:extLst>
            </p:cNvPr>
            <p:cNvSpPr/>
            <p:nvPr/>
          </p:nvSpPr>
          <p:spPr>
            <a:xfrm>
              <a:off x="4871764" y="3281492"/>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1" name="椭圆 90">
              <a:extLst>
                <a:ext uri="{FF2B5EF4-FFF2-40B4-BE49-F238E27FC236}">
                  <a16:creationId xmlns:a16="http://schemas.microsoft.com/office/drawing/2014/main" id="{15BCEE8F-84EC-D171-800C-B6253A728A28}"/>
                </a:ext>
              </a:extLst>
            </p:cNvPr>
            <p:cNvSpPr/>
            <p:nvPr/>
          </p:nvSpPr>
          <p:spPr>
            <a:xfrm>
              <a:off x="1197935" y="4291583"/>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4" name="椭圆 93">
              <a:extLst>
                <a:ext uri="{FF2B5EF4-FFF2-40B4-BE49-F238E27FC236}">
                  <a16:creationId xmlns:a16="http://schemas.microsoft.com/office/drawing/2014/main" id="{6B723ECA-B3B0-079E-DDA2-3341FAD3C000}"/>
                </a:ext>
              </a:extLst>
            </p:cNvPr>
            <p:cNvSpPr/>
            <p:nvPr/>
          </p:nvSpPr>
          <p:spPr>
            <a:xfrm>
              <a:off x="2108878" y="4280951"/>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97" name="椭圆 96">
              <a:extLst>
                <a:ext uri="{FF2B5EF4-FFF2-40B4-BE49-F238E27FC236}">
                  <a16:creationId xmlns:a16="http://schemas.microsoft.com/office/drawing/2014/main" id="{99EEF8CF-EEA6-FBF7-D24A-1FD8656EA473}"/>
                </a:ext>
              </a:extLst>
            </p:cNvPr>
            <p:cNvSpPr/>
            <p:nvPr/>
          </p:nvSpPr>
          <p:spPr>
            <a:xfrm>
              <a:off x="3029033" y="4296901"/>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0" name="椭圆 99">
              <a:extLst>
                <a:ext uri="{FF2B5EF4-FFF2-40B4-BE49-F238E27FC236}">
                  <a16:creationId xmlns:a16="http://schemas.microsoft.com/office/drawing/2014/main" id="{F6AC19BC-2BFA-35D6-6906-5F3548C9C9B8}"/>
                </a:ext>
              </a:extLst>
            </p:cNvPr>
            <p:cNvSpPr/>
            <p:nvPr/>
          </p:nvSpPr>
          <p:spPr>
            <a:xfrm>
              <a:off x="3951608" y="4296901"/>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3" name="椭圆 102">
              <a:extLst>
                <a:ext uri="{FF2B5EF4-FFF2-40B4-BE49-F238E27FC236}">
                  <a16:creationId xmlns:a16="http://schemas.microsoft.com/office/drawing/2014/main" id="{36A14897-859A-B130-A0B6-0869138513CE}"/>
                </a:ext>
              </a:extLst>
            </p:cNvPr>
            <p:cNvSpPr/>
            <p:nvPr/>
          </p:nvSpPr>
          <p:spPr>
            <a:xfrm>
              <a:off x="4871764" y="4296901"/>
              <a:ext cx="744279" cy="74427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grpSp>
        <p:nvGrpSpPr>
          <p:cNvPr id="20" name="组合 19">
            <a:extLst>
              <a:ext uri="{FF2B5EF4-FFF2-40B4-BE49-F238E27FC236}">
                <a16:creationId xmlns:a16="http://schemas.microsoft.com/office/drawing/2014/main" id="{C831383A-BFEE-F2D5-9B24-25690D7458E3}"/>
              </a:ext>
            </a:extLst>
          </p:cNvPr>
          <p:cNvGrpSpPr/>
          <p:nvPr/>
        </p:nvGrpSpPr>
        <p:grpSpPr>
          <a:xfrm>
            <a:off x="1232710" y="1250056"/>
            <a:ext cx="4270623" cy="3484268"/>
            <a:chOff x="1232710" y="1250056"/>
            <a:chExt cx="4270623" cy="3484268"/>
          </a:xfrm>
          <a:solidFill>
            <a:srgbClr val="B2C5DC"/>
          </a:solidFill>
        </p:grpSpPr>
        <p:sp>
          <p:nvSpPr>
            <p:cNvPr id="25" name="椭圆 24">
              <a:extLst>
                <a:ext uri="{FF2B5EF4-FFF2-40B4-BE49-F238E27FC236}">
                  <a16:creationId xmlns:a16="http://schemas.microsoft.com/office/drawing/2014/main" id="{BA4ED0C1-ED59-D294-BBDA-FAD428414582}"/>
                </a:ext>
              </a:extLst>
            </p:cNvPr>
            <p:cNvSpPr/>
            <p:nvPr/>
          </p:nvSpPr>
          <p:spPr>
            <a:xfrm>
              <a:off x="1232710" y="1250056"/>
              <a:ext cx="677263" cy="677263"/>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55" name="椭圆 54">
              <a:extLst>
                <a:ext uri="{FF2B5EF4-FFF2-40B4-BE49-F238E27FC236}">
                  <a16:creationId xmlns:a16="http://schemas.microsoft.com/office/drawing/2014/main" id="{DE3CDD11-D7BD-76BF-71CD-3F3562677738}"/>
                </a:ext>
              </a:extLst>
            </p:cNvPr>
            <p:cNvSpPr/>
            <p:nvPr/>
          </p:nvSpPr>
          <p:spPr>
            <a:xfrm>
              <a:off x="1346791" y="2388356"/>
              <a:ext cx="446567" cy="446567"/>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3" name="椭圆 62">
              <a:extLst>
                <a:ext uri="{FF2B5EF4-FFF2-40B4-BE49-F238E27FC236}">
                  <a16:creationId xmlns:a16="http://schemas.microsoft.com/office/drawing/2014/main" id="{7D2690A3-FE51-B70C-A648-C4BEA74B87B1}"/>
                </a:ext>
              </a:extLst>
            </p:cNvPr>
            <p:cNvSpPr/>
            <p:nvPr/>
          </p:nvSpPr>
          <p:spPr>
            <a:xfrm>
              <a:off x="2274667" y="2402773"/>
              <a:ext cx="417733" cy="417733"/>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6" name="椭圆 65">
              <a:extLst>
                <a:ext uri="{FF2B5EF4-FFF2-40B4-BE49-F238E27FC236}">
                  <a16:creationId xmlns:a16="http://schemas.microsoft.com/office/drawing/2014/main" id="{E3FF306A-F2C5-986A-9B4F-C9F042D3E648}"/>
                </a:ext>
              </a:extLst>
            </p:cNvPr>
            <p:cNvSpPr/>
            <p:nvPr/>
          </p:nvSpPr>
          <p:spPr>
            <a:xfrm>
              <a:off x="3211756" y="2422584"/>
              <a:ext cx="378111" cy="378111"/>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9" name="椭圆 68">
              <a:extLst>
                <a:ext uri="{FF2B5EF4-FFF2-40B4-BE49-F238E27FC236}">
                  <a16:creationId xmlns:a16="http://schemas.microsoft.com/office/drawing/2014/main" id="{160FD48E-F382-88D6-A840-4A3082240475}"/>
                </a:ext>
              </a:extLst>
            </p:cNvPr>
            <p:cNvSpPr/>
            <p:nvPr/>
          </p:nvSpPr>
          <p:spPr>
            <a:xfrm>
              <a:off x="4159731" y="2443604"/>
              <a:ext cx="336070" cy="33607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72" name="椭圆 71">
              <a:extLst>
                <a:ext uri="{FF2B5EF4-FFF2-40B4-BE49-F238E27FC236}">
                  <a16:creationId xmlns:a16="http://schemas.microsoft.com/office/drawing/2014/main" id="{2AEE837C-CAB7-A06D-CDFE-58827AA8A84D}"/>
                </a:ext>
              </a:extLst>
            </p:cNvPr>
            <p:cNvSpPr/>
            <p:nvPr/>
          </p:nvSpPr>
          <p:spPr>
            <a:xfrm>
              <a:off x="5105287" y="2471883"/>
              <a:ext cx="279513" cy="279513"/>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76" name="椭圆 75">
              <a:extLst>
                <a:ext uri="{FF2B5EF4-FFF2-40B4-BE49-F238E27FC236}">
                  <a16:creationId xmlns:a16="http://schemas.microsoft.com/office/drawing/2014/main" id="{ABF0CB9A-4981-1DF2-0BA5-7E1DF7407E0C}"/>
                </a:ext>
              </a:extLst>
            </p:cNvPr>
            <p:cNvSpPr/>
            <p:nvPr/>
          </p:nvSpPr>
          <p:spPr>
            <a:xfrm>
              <a:off x="1439925" y="3512148"/>
              <a:ext cx="261876" cy="261876"/>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79" name="椭圆 78">
              <a:extLst>
                <a:ext uri="{FF2B5EF4-FFF2-40B4-BE49-F238E27FC236}">
                  <a16:creationId xmlns:a16="http://schemas.microsoft.com/office/drawing/2014/main" id="{C514B923-91CC-82D6-AB89-A3B17739D922}"/>
                </a:ext>
              </a:extLst>
            </p:cNvPr>
            <p:cNvSpPr/>
            <p:nvPr/>
          </p:nvSpPr>
          <p:spPr>
            <a:xfrm>
              <a:off x="2359334" y="3523120"/>
              <a:ext cx="239933" cy="239933"/>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2" name="椭圆 81">
              <a:extLst>
                <a:ext uri="{FF2B5EF4-FFF2-40B4-BE49-F238E27FC236}">
                  <a16:creationId xmlns:a16="http://schemas.microsoft.com/office/drawing/2014/main" id="{EAF6B000-678C-2C9F-8891-D91502E62C3E}"/>
                </a:ext>
              </a:extLst>
            </p:cNvPr>
            <p:cNvSpPr/>
            <p:nvPr/>
          </p:nvSpPr>
          <p:spPr>
            <a:xfrm>
              <a:off x="3304889" y="3545621"/>
              <a:ext cx="194931" cy="194931"/>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5" name="椭圆 84">
              <a:extLst>
                <a:ext uri="{FF2B5EF4-FFF2-40B4-BE49-F238E27FC236}">
                  <a16:creationId xmlns:a16="http://schemas.microsoft.com/office/drawing/2014/main" id="{4E654565-1214-5975-EDE5-0F257FB794BF}"/>
                </a:ext>
              </a:extLst>
            </p:cNvPr>
            <p:cNvSpPr/>
            <p:nvPr/>
          </p:nvSpPr>
          <p:spPr>
            <a:xfrm>
              <a:off x="4227465" y="3551252"/>
              <a:ext cx="183668" cy="183668"/>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8" name="椭圆 87">
              <a:extLst>
                <a:ext uri="{FF2B5EF4-FFF2-40B4-BE49-F238E27FC236}">
                  <a16:creationId xmlns:a16="http://schemas.microsoft.com/office/drawing/2014/main" id="{87D4AAAE-6493-C65B-2BD5-C8EED0193366}"/>
                </a:ext>
              </a:extLst>
            </p:cNvPr>
            <p:cNvSpPr/>
            <p:nvPr/>
          </p:nvSpPr>
          <p:spPr>
            <a:xfrm>
              <a:off x="5147620" y="3554130"/>
              <a:ext cx="177913" cy="177913"/>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2" name="椭圆 91">
              <a:extLst>
                <a:ext uri="{FF2B5EF4-FFF2-40B4-BE49-F238E27FC236}">
                  <a16:creationId xmlns:a16="http://schemas.microsoft.com/office/drawing/2014/main" id="{5BDCC32A-E55F-9D12-F122-F18EBB236A27}"/>
                </a:ext>
              </a:extLst>
            </p:cNvPr>
            <p:cNvSpPr/>
            <p:nvPr/>
          </p:nvSpPr>
          <p:spPr>
            <a:xfrm>
              <a:off x="1490724" y="4599450"/>
              <a:ext cx="134874" cy="134874"/>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07" name="椭圆 106">
              <a:extLst>
                <a:ext uri="{FF2B5EF4-FFF2-40B4-BE49-F238E27FC236}">
                  <a16:creationId xmlns:a16="http://schemas.microsoft.com/office/drawing/2014/main" id="{0692C814-88A6-F5BA-83FA-CF37284CE8EF}"/>
                </a:ext>
              </a:extLst>
            </p:cNvPr>
            <p:cNvSpPr/>
            <p:nvPr/>
          </p:nvSpPr>
          <p:spPr>
            <a:xfrm>
              <a:off x="2156248" y="1265578"/>
              <a:ext cx="646219" cy="646219"/>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8" name="椭圆 107">
              <a:extLst>
                <a:ext uri="{FF2B5EF4-FFF2-40B4-BE49-F238E27FC236}">
                  <a16:creationId xmlns:a16="http://schemas.microsoft.com/office/drawing/2014/main" id="{4CC04C21-E365-173B-6558-6051F65A9D9F}"/>
                </a:ext>
              </a:extLst>
            </p:cNvPr>
            <p:cNvSpPr/>
            <p:nvPr/>
          </p:nvSpPr>
          <p:spPr>
            <a:xfrm>
              <a:off x="3092352" y="1276430"/>
              <a:ext cx="624515" cy="624515"/>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9" name="椭圆 108">
              <a:extLst>
                <a:ext uri="{FF2B5EF4-FFF2-40B4-BE49-F238E27FC236}">
                  <a16:creationId xmlns:a16="http://schemas.microsoft.com/office/drawing/2014/main" id="{FD556C09-0D28-9734-20A5-207B7A0466A9}"/>
                </a:ext>
              </a:extLst>
            </p:cNvPr>
            <p:cNvSpPr/>
            <p:nvPr/>
          </p:nvSpPr>
          <p:spPr>
            <a:xfrm>
              <a:off x="4045389" y="1312682"/>
              <a:ext cx="552011" cy="552011"/>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10" name="椭圆 109">
              <a:extLst>
                <a:ext uri="{FF2B5EF4-FFF2-40B4-BE49-F238E27FC236}">
                  <a16:creationId xmlns:a16="http://schemas.microsoft.com/office/drawing/2014/main" id="{F1790D54-BF42-97E9-282D-F44C741DCEC6}"/>
                </a:ext>
              </a:extLst>
            </p:cNvPr>
            <p:cNvSpPr/>
            <p:nvPr/>
          </p:nvSpPr>
          <p:spPr>
            <a:xfrm>
              <a:off x="4989960" y="1332001"/>
              <a:ext cx="513373" cy="513373"/>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12" name="椭圆 111">
              <a:extLst>
                <a:ext uri="{FF2B5EF4-FFF2-40B4-BE49-F238E27FC236}">
                  <a16:creationId xmlns:a16="http://schemas.microsoft.com/office/drawing/2014/main" id="{7489E96B-6FA6-746A-BCAD-BB8050A1B096}"/>
                </a:ext>
              </a:extLst>
            </p:cNvPr>
            <p:cNvSpPr/>
            <p:nvPr/>
          </p:nvSpPr>
          <p:spPr>
            <a:xfrm>
              <a:off x="2423073" y="4599450"/>
              <a:ext cx="134874" cy="134874"/>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3" name="椭圆 112">
              <a:extLst>
                <a:ext uri="{FF2B5EF4-FFF2-40B4-BE49-F238E27FC236}">
                  <a16:creationId xmlns:a16="http://schemas.microsoft.com/office/drawing/2014/main" id="{9B02C779-1662-94FD-FDB9-AAE00349CA98}"/>
                </a:ext>
              </a:extLst>
            </p:cNvPr>
            <p:cNvSpPr/>
            <p:nvPr/>
          </p:nvSpPr>
          <p:spPr>
            <a:xfrm>
              <a:off x="3333777" y="4599450"/>
              <a:ext cx="134874" cy="134874"/>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4" name="椭圆 113">
              <a:extLst>
                <a:ext uri="{FF2B5EF4-FFF2-40B4-BE49-F238E27FC236}">
                  <a16:creationId xmlns:a16="http://schemas.microsoft.com/office/drawing/2014/main" id="{9F5CB205-8126-E485-65EB-64D22FAA8524}"/>
                </a:ext>
              </a:extLst>
            </p:cNvPr>
            <p:cNvSpPr/>
            <p:nvPr/>
          </p:nvSpPr>
          <p:spPr>
            <a:xfrm>
              <a:off x="4244480" y="4599450"/>
              <a:ext cx="134874" cy="134874"/>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15" name="椭圆 114">
              <a:extLst>
                <a:ext uri="{FF2B5EF4-FFF2-40B4-BE49-F238E27FC236}">
                  <a16:creationId xmlns:a16="http://schemas.microsoft.com/office/drawing/2014/main" id="{5D402BE6-6387-AB08-5D88-25513913C074}"/>
                </a:ext>
              </a:extLst>
            </p:cNvPr>
            <p:cNvSpPr/>
            <p:nvPr/>
          </p:nvSpPr>
          <p:spPr>
            <a:xfrm>
              <a:off x="5180584" y="4599450"/>
              <a:ext cx="134874" cy="134874"/>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40" name="文本框 39">
            <a:extLst>
              <a:ext uri="{FF2B5EF4-FFF2-40B4-BE49-F238E27FC236}">
                <a16:creationId xmlns:a16="http://schemas.microsoft.com/office/drawing/2014/main" id="{F3EF6DB7-7F9B-E46B-332F-D0BE7F394302}"/>
              </a:ext>
            </a:extLst>
          </p:cNvPr>
          <p:cNvSpPr txBox="1"/>
          <p:nvPr/>
        </p:nvSpPr>
        <p:spPr>
          <a:xfrm>
            <a:off x="1020726" y="1059287"/>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43" name="文本框 42">
            <a:extLst>
              <a:ext uri="{FF2B5EF4-FFF2-40B4-BE49-F238E27FC236}">
                <a16:creationId xmlns:a16="http://schemas.microsoft.com/office/drawing/2014/main" id="{D1C28882-213C-8433-F0AA-FA7E4FECB08D}"/>
              </a:ext>
            </a:extLst>
          </p:cNvPr>
          <p:cNvSpPr txBox="1"/>
          <p:nvPr/>
        </p:nvSpPr>
        <p:spPr>
          <a:xfrm>
            <a:off x="1931669" y="104865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46" name="文本框 45">
            <a:extLst>
              <a:ext uri="{FF2B5EF4-FFF2-40B4-BE49-F238E27FC236}">
                <a16:creationId xmlns:a16="http://schemas.microsoft.com/office/drawing/2014/main" id="{DCBDCFC9-D72B-72BB-12ED-6BCC5523D0A6}"/>
              </a:ext>
            </a:extLst>
          </p:cNvPr>
          <p:cNvSpPr txBox="1"/>
          <p:nvPr/>
        </p:nvSpPr>
        <p:spPr>
          <a:xfrm>
            <a:off x="2851824" y="106460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49" name="文本框 48">
            <a:extLst>
              <a:ext uri="{FF2B5EF4-FFF2-40B4-BE49-F238E27FC236}">
                <a16:creationId xmlns:a16="http://schemas.microsoft.com/office/drawing/2014/main" id="{ADEF1925-6E4A-12ED-6C6B-32949C17959A}"/>
              </a:ext>
            </a:extLst>
          </p:cNvPr>
          <p:cNvSpPr txBox="1"/>
          <p:nvPr/>
        </p:nvSpPr>
        <p:spPr>
          <a:xfrm>
            <a:off x="3774399" y="106460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52" name="文本框 51">
            <a:extLst>
              <a:ext uri="{FF2B5EF4-FFF2-40B4-BE49-F238E27FC236}">
                <a16:creationId xmlns:a16="http://schemas.microsoft.com/office/drawing/2014/main" id="{1610639E-0C10-EA96-AB9F-4F7826B72AA3}"/>
              </a:ext>
            </a:extLst>
          </p:cNvPr>
          <p:cNvSpPr txBox="1"/>
          <p:nvPr/>
        </p:nvSpPr>
        <p:spPr>
          <a:xfrm>
            <a:off x="4694555" y="106460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53" name="文本框 52">
            <a:extLst>
              <a:ext uri="{FF2B5EF4-FFF2-40B4-BE49-F238E27FC236}">
                <a16:creationId xmlns:a16="http://schemas.microsoft.com/office/drawing/2014/main" id="{0CF7D874-C495-5EE8-4FAB-F5D095BC589F}"/>
              </a:ext>
            </a:extLst>
          </p:cNvPr>
          <p:cNvSpPr txBox="1"/>
          <p:nvPr/>
        </p:nvSpPr>
        <p:spPr>
          <a:xfrm>
            <a:off x="284040" y="1059287"/>
            <a:ext cx="598241" cy="246221"/>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Bianca</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56" name="文本框 55">
            <a:extLst>
              <a:ext uri="{FF2B5EF4-FFF2-40B4-BE49-F238E27FC236}">
                <a16:creationId xmlns:a16="http://schemas.microsoft.com/office/drawing/2014/main" id="{ADD75D31-9764-0269-AD5A-B0E054DEFB97}"/>
              </a:ext>
            </a:extLst>
          </p:cNvPr>
          <p:cNvSpPr txBox="1"/>
          <p:nvPr/>
        </p:nvSpPr>
        <p:spPr>
          <a:xfrm>
            <a:off x="1020726" y="2080013"/>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64" name="文本框 63">
            <a:extLst>
              <a:ext uri="{FF2B5EF4-FFF2-40B4-BE49-F238E27FC236}">
                <a16:creationId xmlns:a16="http://schemas.microsoft.com/office/drawing/2014/main" id="{B30C5D98-C079-59D1-FFEC-75BE2D5EDEC6}"/>
              </a:ext>
            </a:extLst>
          </p:cNvPr>
          <p:cNvSpPr txBox="1"/>
          <p:nvPr/>
        </p:nvSpPr>
        <p:spPr>
          <a:xfrm>
            <a:off x="1931669" y="2069381"/>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67" name="文本框 66">
            <a:extLst>
              <a:ext uri="{FF2B5EF4-FFF2-40B4-BE49-F238E27FC236}">
                <a16:creationId xmlns:a16="http://schemas.microsoft.com/office/drawing/2014/main" id="{01303930-DE25-3B9E-F096-F8E2937BC0EC}"/>
              </a:ext>
            </a:extLst>
          </p:cNvPr>
          <p:cNvSpPr txBox="1"/>
          <p:nvPr/>
        </p:nvSpPr>
        <p:spPr>
          <a:xfrm>
            <a:off x="2851824" y="2085331"/>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70" name="文本框 69">
            <a:extLst>
              <a:ext uri="{FF2B5EF4-FFF2-40B4-BE49-F238E27FC236}">
                <a16:creationId xmlns:a16="http://schemas.microsoft.com/office/drawing/2014/main" id="{312D80ED-B9F8-0664-C5A9-2A77DB82F1BF}"/>
              </a:ext>
            </a:extLst>
          </p:cNvPr>
          <p:cNvSpPr txBox="1"/>
          <p:nvPr/>
        </p:nvSpPr>
        <p:spPr>
          <a:xfrm>
            <a:off x="3774399" y="2085331"/>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73" name="文本框 72">
            <a:extLst>
              <a:ext uri="{FF2B5EF4-FFF2-40B4-BE49-F238E27FC236}">
                <a16:creationId xmlns:a16="http://schemas.microsoft.com/office/drawing/2014/main" id="{1A24AC2F-AD2F-9C15-C3F2-700FB66FCEF0}"/>
              </a:ext>
            </a:extLst>
          </p:cNvPr>
          <p:cNvSpPr txBox="1"/>
          <p:nvPr/>
        </p:nvSpPr>
        <p:spPr>
          <a:xfrm>
            <a:off x="4694555" y="2085331"/>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77" name="文本框 76">
            <a:extLst>
              <a:ext uri="{FF2B5EF4-FFF2-40B4-BE49-F238E27FC236}">
                <a16:creationId xmlns:a16="http://schemas.microsoft.com/office/drawing/2014/main" id="{CF839DD1-D5D9-3AA5-1341-638B1105E30E}"/>
              </a:ext>
            </a:extLst>
          </p:cNvPr>
          <p:cNvSpPr txBox="1"/>
          <p:nvPr/>
        </p:nvSpPr>
        <p:spPr>
          <a:xfrm>
            <a:off x="1020726" y="3116687"/>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80" name="文本框 79">
            <a:extLst>
              <a:ext uri="{FF2B5EF4-FFF2-40B4-BE49-F238E27FC236}">
                <a16:creationId xmlns:a16="http://schemas.microsoft.com/office/drawing/2014/main" id="{10636456-FE7F-D485-BB60-859C84F17F7E}"/>
              </a:ext>
            </a:extLst>
          </p:cNvPr>
          <p:cNvSpPr txBox="1"/>
          <p:nvPr/>
        </p:nvSpPr>
        <p:spPr>
          <a:xfrm>
            <a:off x="1931669" y="310605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83" name="文本框 82">
            <a:extLst>
              <a:ext uri="{FF2B5EF4-FFF2-40B4-BE49-F238E27FC236}">
                <a16:creationId xmlns:a16="http://schemas.microsoft.com/office/drawing/2014/main" id="{9F0AB634-3514-B58C-613E-AA688A16CEDF}"/>
              </a:ext>
            </a:extLst>
          </p:cNvPr>
          <p:cNvSpPr txBox="1"/>
          <p:nvPr/>
        </p:nvSpPr>
        <p:spPr>
          <a:xfrm>
            <a:off x="2851824" y="312200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86" name="文本框 85">
            <a:extLst>
              <a:ext uri="{FF2B5EF4-FFF2-40B4-BE49-F238E27FC236}">
                <a16:creationId xmlns:a16="http://schemas.microsoft.com/office/drawing/2014/main" id="{DC88D762-6B78-E51A-8BCD-57A8804131B2}"/>
              </a:ext>
            </a:extLst>
          </p:cNvPr>
          <p:cNvSpPr txBox="1"/>
          <p:nvPr/>
        </p:nvSpPr>
        <p:spPr>
          <a:xfrm>
            <a:off x="3774399" y="312200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89" name="文本框 88">
            <a:extLst>
              <a:ext uri="{FF2B5EF4-FFF2-40B4-BE49-F238E27FC236}">
                <a16:creationId xmlns:a16="http://schemas.microsoft.com/office/drawing/2014/main" id="{F367E2CD-07DB-EB8B-A2AF-03CDCAF622EC}"/>
              </a:ext>
            </a:extLst>
          </p:cNvPr>
          <p:cNvSpPr txBox="1"/>
          <p:nvPr/>
        </p:nvSpPr>
        <p:spPr>
          <a:xfrm>
            <a:off x="4694555" y="3122005"/>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90" name="文本框 89">
            <a:extLst>
              <a:ext uri="{FF2B5EF4-FFF2-40B4-BE49-F238E27FC236}">
                <a16:creationId xmlns:a16="http://schemas.microsoft.com/office/drawing/2014/main" id="{14D38615-4CF1-D6DD-3BB7-ACFE3D4CF11A}"/>
              </a:ext>
            </a:extLst>
          </p:cNvPr>
          <p:cNvSpPr txBox="1"/>
          <p:nvPr/>
        </p:nvSpPr>
        <p:spPr>
          <a:xfrm>
            <a:off x="284040" y="3116687"/>
            <a:ext cx="598241" cy="246221"/>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Bianca</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93" name="文本框 92">
            <a:extLst>
              <a:ext uri="{FF2B5EF4-FFF2-40B4-BE49-F238E27FC236}">
                <a16:creationId xmlns:a16="http://schemas.microsoft.com/office/drawing/2014/main" id="{7DC5A86D-9C46-A26F-89F7-D7F6996A995E}"/>
              </a:ext>
            </a:extLst>
          </p:cNvPr>
          <p:cNvSpPr txBox="1"/>
          <p:nvPr/>
        </p:nvSpPr>
        <p:spPr>
          <a:xfrm>
            <a:off x="1020726" y="4132096"/>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DEABAED0-7788-895C-6608-2A56A6ED5B39}"/>
              </a:ext>
            </a:extLst>
          </p:cNvPr>
          <p:cNvSpPr txBox="1"/>
          <p:nvPr/>
        </p:nvSpPr>
        <p:spPr>
          <a:xfrm>
            <a:off x="1931669" y="4121464"/>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99" name="文本框 98">
            <a:extLst>
              <a:ext uri="{FF2B5EF4-FFF2-40B4-BE49-F238E27FC236}">
                <a16:creationId xmlns:a16="http://schemas.microsoft.com/office/drawing/2014/main" id="{37DCE172-7E22-C270-6E20-384F9145B918}"/>
              </a:ext>
            </a:extLst>
          </p:cNvPr>
          <p:cNvSpPr txBox="1"/>
          <p:nvPr/>
        </p:nvSpPr>
        <p:spPr>
          <a:xfrm>
            <a:off x="2851824" y="4137414"/>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102" name="文本框 101">
            <a:extLst>
              <a:ext uri="{FF2B5EF4-FFF2-40B4-BE49-F238E27FC236}">
                <a16:creationId xmlns:a16="http://schemas.microsoft.com/office/drawing/2014/main" id="{5D062152-F83A-C8FD-DB69-F1BB4F1F4664}"/>
              </a:ext>
            </a:extLst>
          </p:cNvPr>
          <p:cNvSpPr txBox="1"/>
          <p:nvPr/>
        </p:nvSpPr>
        <p:spPr>
          <a:xfrm>
            <a:off x="3774399" y="4137414"/>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105" name="文本框 104">
            <a:extLst>
              <a:ext uri="{FF2B5EF4-FFF2-40B4-BE49-F238E27FC236}">
                <a16:creationId xmlns:a16="http://schemas.microsoft.com/office/drawing/2014/main" id="{5FE4C506-ADCC-750E-3B17-B8EF280FB86D}"/>
              </a:ext>
            </a:extLst>
          </p:cNvPr>
          <p:cNvSpPr txBox="1"/>
          <p:nvPr/>
        </p:nvSpPr>
        <p:spPr>
          <a:xfrm>
            <a:off x="4694555" y="4137414"/>
            <a:ext cx="792205" cy="400110"/>
          </a:xfrm>
          <a:prstGeom prst="rect">
            <a:avLst/>
          </a:prstGeom>
          <a:noFill/>
        </p:spPr>
        <p:txBody>
          <a:bodyPr wrap="none" rtlCol="0">
            <a:spAutoFit/>
          </a:bodyPr>
          <a:lstStyle/>
          <a:p>
            <a:r>
              <a:rPr kumimoji="1" lang="en-US" altLang="zh-CN" sz="1000" dirty="0">
                <a:solidFill>
                  <a:srgbClr val="BB3023"/>
                </a:solidFill>
                <a:latin typeface="Alibaba PuHuiTi" pitchFamily="18" charset="-122"/>
                <a:ea typeface="Alibaba PuHuiTi" pitchFamily="18" charset="-122"/>
                <a:cs typeface="Alibaba PuHuiTi" pitchFamily="18" charset="-122"/>
              </a:rPr>
              <a:t>BTC/USDT</a:t>
            </a:r>
          </a:p>
          <a:p>
            <a:r>
              <a:rPr kumimoji="1" lang="en-US" altLang="zh-CN" sz="1000" dirty="0">
                <a:solidFill>
                  <a:srgbClr val="BB3023"/>
                </a:solidFill>
                <a:latin typeface="Alibaba PuHuiTi" pitchFamily="18" charset="-122"/>
                <a:ea typeface="Alibaba PuHuiTi" pitchFamily="18" charset="-122"/>
                <a:cs typeface="Alibaba PuHuiTi" pitchFamily="18" charset="-122"/>
              </a:rPr>
              <a:t>206</a:t>
            </a:r>
            <a:r>
              <a:rPr kumimoji="1" lang="zh-CN" altLang="en-US" sz="1000" dirty="0">
                <a:solidFill>
                  <a:srgbClr val="BB3023"/>
                </a:solidFill>
                <a:latin typeface="Alibaba PuHuiTi" pitchFamily="18" charset="-122"/>
                <a:ea typeface="Alibaba PuHuiTi" pitchFamily="18" charset="-122"/>
                <a:cs typeface="Alibaba PuHuiTi" pitchFamily="18" charset="-122"/>
              </a:rPr>
              <a:t> </a:t>
            </a:r>
            <a:r>
              <a:rPr kumimoji="1" lang="en-US" altLang="zh-CN" sz="1000" dirty="0">
                <a:solidFill>
                  <a:srgbClr val="BB3023"/>
                </a:solidFill>
                <a:latin typeface="Alibaba PuHuiTi" pitchFamily="18" charset="-122"/>
                <a:ea typeface="Alibaba PuHuiTi" pitchFamily="18" charset="-122"/>
                <a:cs typeface="Alibaba PuHuiTi" pitchFamily="18" charset="-122"/>
              </a:rPr>
              <a:t>762</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116" name="双中括号 115">
            <a:extLst>
              <a:ext uri="{FF2B5EF4-FFF2-40B4-BE49-F238E27FC236}">
                <a16:creationId xmlns:a16="http://schemas.microsoft.com/office/drawing/2014/main" id="{456B508A-864D-24F4-2A5E-71AE753A7B64}"/>
              </a:ext>
            </a:extLst>
          </p:cNvPr>
          <p:cNvSpPr/>
          <p:nvPr/>
        </p:nvSpPr>
        <p:spPr>
          <a:xfrm>
            <a:off x="1121664" y="5273299"/>
            <a:ext cx="4389120" cy="571500"/>
          </a:xfrm>
          <a:prstGeom prst="bracketPair">
            <a:avLst>
              <a:gd name="adj" fmla="val 15311"/>
            </a:avLst>
          </a:prstGeom>
          <a:ln w="15875">
            <a:solidFill>
              <a:srgbClr val="01329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117" name="文本框 116">
            <a:extLst>
              <a:ext uri="{FF2B5EF4-FFF2-40B4-BE49-F238E27FC236}">
                <a16:creationId xmlns:a16="http://schemas.microsoft.com/office/drawing/2014/main" id="{EDC3F887-4D97-215F-576C-A755B599BECE}"/>
              </a:ext>
            </a:extLst>
          </p:cNvPr>
          <p:cNvSpPr txBox="1"/>
          <p:nvPr/>
        </p:nvSpPr>
        <p:spPr>
          <a:xfrm>
            <a:off x="1341120" y="5218176"/>
            <a:ext cx="4011168" cy="276999"/>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118" name="文本框 117">
            <a:extLst>
              <a:ext uri="{FF2B5EF4-FFF2-40B4-BE49-F238E27FC236}">
                <a16:creationId xmlns:a16="http://schemas.microsoft.com/office/drawing/2014/main" id="{24D1B2DE-5D50-BE1A-87A6-4AFB96FCF14F}"/>
              </a:ext>
            </a:extLst>
          </p:cNvPr>
          <p:cNvSpPr txBox="1"/>
          <p:nvPr/>
        </p:nvSpPr>
        <p:spPr>
          <a:xfrm>
            <a:off x="1341120" y="5418552"/>
            <a:ext cx="4011168" cy="461665"/>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20" name="文本框 119">
            <a:extLst>
              <a:ext uri="{FF2B5EF4-FFF2-40B4-BE49-F238E27FC236}">
                <a16:creationId xmlns:a16="http://schemas.microsoft.com/office/drawing/2014/main" id="{2F772095-92E6-8A1E-BBCC-17337665E976}"/>
              </a:ext>
            </a:extLst>
          </p:cNvPr>
          <p:cNvSpPr txBox="1"/>
          <p:nvPr/>
        </p:nvSpPr>
        <p:spPr>
          <a:xfrm>
            <a:off x="1341120" y="5972520"/>
            <a:ext cx="4011168" cy="276999"/>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124" name="文本框 123">
            <a:extLst>
              <a:ext uri="{FF2B5EF4-FFF2-40B4-BE49-F238E27FC236}">
                <a16:creationId xmlns:a16="http://schemas.microsoft.com/office/drawing/2014/main" id="{C45AE603-ECE6-BAC5-14ED-EA97D1369FDF}"/>
              </a:ext>
            </a:extLst>
          </p:cNvPr>
          <p:cNvSpPr txBox="1"/>
          <p:nvPr/>
        </p:nvSpPr>
        <p:spPr>
          <a:xfrm>
            <a:off x="1341120" y="6188544"/>
            <a:ext cx="4011168" cy="461665"/>
          </a:xfrm>
          <a:prstGeom prst="rect">
            <a:avLst/>
          </a:prstGeom>
          <a:noFill/>
        </p:spPr>
        <p:txBody>
          <a:bodyPr wrap="square" rtlCol="0">
            <a:spAutoFit/>
          </a:bodyPr>
          <a:lstStyle/>
          <a:p>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 altLang="zh-CN" sz="8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125" name="双大括号 124">
            <a:extLst>
              <a:ext uri="{FF2B5EF4-FFF2-40B4-BE49-F238E27FC236}">
                <a16:creationId xmlns:a16="http://schemas.microsoft.com/office/drawing/2014/main" id="{F1AF0F0C-E4F2-3001-CAF7-BBF4AB9A3A99}"/>
              </a:ext>
            </a:extLst>
          </p:cNvPr>
          <p:cNvSpPr/>
          <p:nvPr/>
        </p:nvSpPr>
        <p:spPr>
          <a:xfrm>
            <a:off x="1060704" y="6022848"/>
            <a:ext cx="4474464" cy="646176"/>
          </a:xfrm>
          <a:prstGeom prst="bracePair">
            <a:avLst/>
          </a:prstGeom>
          <a:ln w="15875">
            <a:solidFill>
              <a:srgbClr val="01329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grpSp>
        <p:nvGrpSpPr>
          <p:cNvPr id="126" name="组合 125">
            <a:extLst>
              <a:ext uri="{FF2B5EF4-FFF2-40B4-BE49-F238E27FC236}">
                <a16:creationId xmlns:a16="http://schemas.microsoft.com/office/drawing/2014/main" id="{55CE25B2-FF60-24FA-3F84-DA0F7D12E2C4}"/>
              </a:ext>
            </a:extLst>
          </p:cNvPr>
          <p:cNvGrpSpPr/>
          <p:nvPr/>
        </p:nvGrpSpPr>
        <p:grpSpPr>
          <a:xfrm>
            <a:off x="5904990" y="1170629"/>
            <a:ext cx="5750560" cy="5455865"/>
            <a:chOff x="558800" y="2113280"/>
            <a:chExt cx="5750560" cy="4206240"/>
          </a:xfrm>
        </p:grpSpPr>
        <p:sp>
          <p:nvSpPr>
            <p:cNvPr id="127" name="矩形 126">
              <a:extLst>
                <a:ext uri="{FF2B5EF4-FFF2-40B4-BE49-F238E27FC236}">
                  <a16:creationId xmlns:a16="http://schemas.microsoft.com/office/drawing/2014/main" id="{61003F40-55B8-FE60-D98A-60C29060581E}"/>
                </a:ext>
              </a:extLst>
            </p:cNvPr>
            <p:cNvSpPr/>
            <p:nvPr/>
          </p:nvSpPr>
          <p:spPr>
            <a:xfrm>
              <a:off x="558800" y="2113280"/>
              <a:ext cx="5750560" cy="4206240"/>
            </a:xfrm>
            <a:prstGeom prst="rect">
              <a:avLst/>
            </a:prstGeom>
            <a:noFill/>
            <a:ln>
              <a:solidFill>
                <a:srgbClr val="01329F">
                  <a:alpha val="5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28" name="直线连接符 127">
              <a:extLst>
                <a:ext uri="{FF2B5EF4-FFF2-40B4-BE49-F238E27FC236}">
                  <a16:creationId xmlns:a16="http://schemas.microsoft.com/office/drawing/2014/main" id="{86F22775-AA46-4E3E-6EC6-30DC61BA8C77}"/>
                </a:ext>
              </a:extLst>
            </p:cNvPr>
            <p:cNvCxnSpPr>
              <a:cxnSpLocks/>
            </p:cNvCxnSpPr>
            <p:nvPr/>
          </p:nvCxnSpPr>
          <p:spPr>
            <a:xfrm>
              <a:off x="1072567"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29" name="直线连接符 128">
              <a:extLst>
                <a:ext uri="{FF2B5EF4-FFF2-40B4-BE49-F238E27FC236}">
                  <a16:creationId xmlns:a16="http://schemas.microsoft.com/office/drawing/2014/main" id="{6B573E05-CD09-A69A-4236-67E511E2870F}"/>
                </a:ext>
              </a:extLst>
            </p:cNvPr>
            <p:cNvCxnSpPr>
              <a:cxnSpLocks/>
            </p:cNvCxnSpPr>
            <p:nvPr/>
          </p:nvCxnSpPr>
          <p:spPr>
            <a:xfrm>
              <a:off x="1616006"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0" name="直线连接符 129">
              <a:extLst>
                <a:ext uri="{FF2B5EF4-FFF2-40B4-BE49-F238E27FC236}">
                  <a16:creationId xmlns:a16="http://schemas.microsoft.com/office/drawing/2014/main" id="{0135BFCF-F3F1-0F5B-CFE3-2734850C81CB}"/>
                </a:ext>
              </a:extLst>
            </p:cNvPr>
            <p:cNvCxnSpPr>
              <a:cxnSpLocks/>
            </p:cNvCxnSpPr>
            <p:nvPr/>
          </p:nvCxnSpPr>
          <p:spPr>
            <a:xfrm>
              <a:off x="2135560"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1" name="直线连接符 130">
              <a:extLst>
                <a:ext uri="{FF2B5EF4-FFF2-40B4-BE49-F238E27FC236}">
                  <a16:creationId xmlns:a16="http://schemas.microsoft.com/office/drawing/2014/main" id="{354DBE96-F430-C316-E71D-D5FC7A5431A1}"/>
                </a:ext>
              </a:extLst>
            </p:cNvPr>
            <p:cNvCxnSpPr>
              <a:cxnSpLocks/>
            </p:cNvCxnSpPr>
            <p:nvPr/>
          </p:nvCxnSpPr>
          <p:spPr>
            <a:xfrm>
              <a:off x="2639616"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2" name="直线连接符 131">
              <a:extLst>
                <a:ext uri="{FF2B5EF4-FFF2-40B4-BE49-F238E27FC236}">
                  <a16:creationId xmlns:a16="http://schemas.microsoft.com/office/drawing/2014/main" id="{017FE63D-4C7D-E4ED-401B-6DB1D56BEDCD}"/>
                </a:ext>
              </a:extLst>
            </p:cNvPr>
            <p:cNvCxnSpPr>
              <a:cxnSpLocks/>
            </p:cNvCxnSpPr>
            <p:nvPr/>
          </p:nvCxnSpPr>
          <p:spPr>
            <a:xfrm>
              <a:off x="3166919"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3" name="直线连接符 132">
              <a:extLst>
                <a:ext uri="{FF2B5EF4-FFF2-40B4-BE49-F238E27FC236}">
                  <a16:creationId xmlns:a16="http://schemas.microsoft.com/office/drawing/2014/main" id="{F3BACFE3-06CD-BDC5-4DC2-C8F67A3B5EA1}"/>
                </a:ext>
              </a:extLst>
            </p:cNvPr>
            <p:cNvCxnSpPr>
              <a:cxnSpLocks/>
            </p:cNvCxnSpPr>
            <p:nvPr/>
          </p:nvCxnSpPr>
          <p:spPr>
            <a:xfrm>
              <a:off x="3711987"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4" name="直线连接符 133">
              <a:extLst>
                <a:ext uri="{FF2B5EF4-FFF2-40B4-BE49-F238E27FC236}">
                  <a16:creationId xmlns:a16="http://schemas.microsoft.com/office/drawing/2014/main" id="{04AB4623-0091-8607-93B7-D1352B5C7AAD}"/>
                </a:ext>
              </a:extLst>
            </p:cNvPr>
            <p:cNvCxnSpPr>
              <a:cxnSpLocks/>
            </p:cNvCxnSpPr>
            <p:nvPr/>
          </p:nvCxnSpPr>
          <p:spPr>
            <a:xfrm>
              <a:off x="4223792"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5" name="直线连接符 134">
              <a:extLst>
                <a:ext uri="{FF2B5EF4-FFF2-40B4-BE49-F238E27FC236}">
                  <a16:creationId xmlns:a16="http://schemas.microsoft.com/office/drawing/2014/main" id="{34A33E72-6C75-C5E1-5CD6-D1C0B48DB7A0}"/>
                </a:ext>
              </a:extLst>
            </p:cNvPr>
            <p:cNvCxnSpPr>
              <a:cxnSpLocks/>
            </p:cNvCxnSpPr>
            <p:nvPr/>
          </p:nvCxnSpPr>
          <p:spPr>
            <a:xfrm>
              <a:off x="4727848"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6" name="直线连接符 135">
              <a:extLst>
                <a:ext uri="{FF2B5EF4-FFF2-40B4-BE49-F238E27FC236}">
                  <a16:creationId xmlns:a16="http://schemas.microsoft.com/office/drawing/2014/main" id="{685AB0FF-15A6-772D-3B19-E1F25F9BCB77}"/>
                </a:ext>
              </a:extLst>
            </p:cNvPr>
            <p:cNvCxnSpPr>
              <a:cxnSpLocks/>
            </p:cNvCxnSpPr>
            <p:nvPr/>
          </p:nvCxnSpPr>
          <p:spPr>
            <a:xfrm>
              <a:off x="5231904"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cxnSp>
          <p:nvCxnSpPr>
            <p:cNvPr id="137" name="直线连接符 136">
              <a:extLst>
                <a:ext uri="{FF2B5EF4-FFF2-40B4-BE49-F238E27FC236}">
                  <a16:creationId xmlns:a16="http://schemas.microsoft.com/office/drawing/2014/main" id="{2AA51B46-DC83-0287-ED92-4E740B6BC131}"/>
                </a:ext>
              </a:extLst>
            </p:cNvPr>
            <p:cNvCxnSpPr>
              <a:cxnSpLocks/>
            </p:cNvCxnSpPr>
            <p:nvPr/>
          </p:nvCxnSpPr>
          <p:spPr>
            <a:xfrm>
              <a:off x="5807968" y="2113280"/>
              <a:ext cx="0" cy="4198310"/>
            </a:xfrm>
            <a:prstGeom prst="line">
              <a:avLst/>
            </a:prstGeom>
            <a:ln w="12700">
              <a:solidFill>
                <a:srgbClr val="01329F">
                  <a:alpha val="56000"/>
                </a:srgbClr>
              </a:solidFill>
            </a:ln>
          </p:spPr>
          <p:style>
            <a:lnRef idx="1">
              <a:schemeClr val="accent1"/>
            </a:lnRef>
            <a:fillRef idx="0">
              <a:schemeClr val="accent1"/>
            </a:fillRef>
            <a:effectRef idx="0">
              <a:schemeClr val="accent1"/>
            </a:effectRef>
            <a:fontRef idx="minor">
              <a:schemeClr val="tx1"/>
            </a:fontRef>
          </p:style>
        </p:cxnSp>
      </p:grpSp>
      <p:sp>
        <p:nvSpPr>
          <p:cNvPr id="145" name="三角形 144">
            <a:extLst>
              <a:ext uri="{FF2B5EF4-FFF2-40B4-BE49-F238E27FC236}">
                <a16:creationId xmlns:a16="http://schemas.microsoft.com/office/drawing/2014/main" id="{0CFB0348-6823-E0A6-A459-3A4FE9FF8CB2}"/>
              </a:ext>
            </a:extLst>
          </p:cNvPr>
          <p:cNvSpPr/>
          <p:nvPr/>
        </p:nvSpPr>
        <p:spPr>
          <a:xfrm rot="16200000">
            <a:off x="7051627" y="824844"/>
            <a:ext cx="1447015" cy="2597086"/>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6" name="三角形 145">
            <a:extLst>
              <a:ext uri="{FF2B5EF4-FFF2-40B4-BE49-F238E27FC236}">
                <a16:creationId xmlns:a16="http://schemas.microsoft.com/office/drawing/2014/main" id="{D0F5529C-D41E-6492-89EE-D837D536806F}"/>
              </a:ext>
            </a:extLst>
          </p:cNvPr>
          <p:cNvSpPr/>
          <p:nvPr/>
        </p:nvSpPr>
        <p:spPr>
          <a:xfrm rot="16200000">
            <a:off x="8247910" y="3762214"/>
            <a:ext cx="1392299" cy="259237"/>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47" name="三角形 146">
            <a:extLst>
              <a:ext uri="{FF2B5EF4-FFF2-40B4-BE49-F238E27FC236}">
                <a16:creationId xmlns:a16="http://schemas.microsoft.com/office/drawing/2014/main" id="{C27D70D0-E5CF-5094-BCFE-37036A5E4039}"/>
              </a:ext>
            </a:extLst>
          </p:cNvPr>
          <p:cNvSpPr/>
          <p:nvPr/>
        </p:nvSpPr>
        <p:spPr>
          <a:xfrm rot="16200000">
            <a:off x="7992713" y="5263273"/>
            <a:ext cx="1403071" cy="758860"/>
          </a:xfrm>
          <a:prstGeom prst="triangl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48" name="三角形 147">
            <a:extLst>
              <a:ext uri="{FF2B5EF4-FFF2-40B4-BE49-F238E27FC236}">
                <a16:creationId xmlns:a16="http://schemas.microsoft.com/office/drawing/2014/main" id="{311279B4-AE94-BE9D-5C07-8BD1B7D827A0}"/>
              </a:ext>
            </a:extLst>
          </p:cNvPr>
          <p:cNvSpPr/>
          <p:nvPr/>
        </p:nvSpPr>
        <p:spPr>
          <a:xfrm rot="16200000" flipV="1">
            <a:off x="8468430" y="2001265"/>
            <a:ext cx="1427307" cy="207390"/>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9" name="三角形 148">
            <a:extLst>
              <a:ext uri="{FF2B5EF4-FFF2-40B4-BE49-F238E27FC236}">
                <a16:creationId xmlns:a16="http://schemas.microsoft.com/office/drawing/2014/main" id="{7AD00D3C-BBF6-29D1-32C4-9294541EF3A7}"/>
              </a:ext>
            </a:extLst>
          </p:cNvPr>
          <p:cNvSpPr/>
          <p:nvPr/>
        </p:nvSpPr>
        <p:spPr>
          <a:xfrm rot="16200000" flipV="1">
            <a:off x="8704100" y="3515256"/>
            <a:ext cx="1427307" cy="678730"/>
          </a:xfrm>
          <a:prstGeom prst="triangle">
            <a:avLst>
              <a:gd name="adj" fmla="val 52172"/>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50" name="三角形 149">
            <a:extLst>
              <a:ext uri="{FF2B5EF4-FFF2-40B4-BE49-F238E27FC236}">
                <a16:creationId xmlns:a16="http://schemas.microsoft.com/office/drawing/2014/main" id="{A944858C-B3B6-9BE8-B616-E8E8340FFB4C}"/>
              </a:ext>
            </a:extLst>
          </p:cNvPr>
          <p:cNvSpPr/>
          <p:nvPr/>
        </p:nvSpPr>
        <p:spPr>
          <a:xfrm rot="16200000" flipV="1">
            <a:off x="9710746" y="4308810"/>
            <a:ext cx="1374791" cy="2639506"/>
          </a:xfrm>
          <a:prstGeom prst="triangle">
            <a:avLst/>
          </a:prstGeom>
          <a:solidFill>
            <a:srgbClr val="1E344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53" name="文本框 152">
            <a:extLst>
              <a:ext uri="{FF2B5EF4-FFF2-40B4-BE49-F238E27FC236}">
                <a16:creationId xmlns:a16="http://schemas.microsoft.com/office/drawing/2014/main" id="{35BC4DCA-E80A-EF05-263B-A392614D4861}"/>
              </a:ext>
            </a:extLst>
          </p:cNvPr>
          <p:cNvSpPr txBox="1"/>
          <p:nvPr/>
        </p:nvSpPr>
        <p:spPr>
          <a:xfrm>
            <a:off x="9696400" y="4005064"/>
            <a:ext cx="734496"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788823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54" name="文本框 153">
            <a:extLst>
              <a:ext uri="{FF2B5EF4-FFF2-40B4-BE49-F238E27FC236}">
                <a16:creationId xmlns:a16="http://schemas.microsoft.com/office/drawing/2014/main" id="{6674636C-480D-61E3-0F33-5C552521770D}"/>
              </a:ext>
            </a:extLst>
          </p:cNvPr>
          <p:cNvSpPr txBox="1"/>
          <p:nvPr/>
        </p:nvSpPr>
        <p:spPr>
          <a:xfrm>
            <a:off x="9120336" y="2996952"/>
            <a:ext cx="553357"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TRON</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5" name="文本框 154">
            <a:extLst>
              <a:ext uri="{FF2B5EF4-FFF2-40B4-BE49-F238E27FC236}">
                <a16:creationId xmlns:a16="http://schemas.microsoft.com/office/drawing/2014/main" id="{D2148C6F-AFA3-D5A7-DCF1-6DCA6F0535A5}"/>
              </a:ext>
            </a:extLst>
          </p:cNvPr>
          <p:cNvSpPr txBox="1"/>
          <p:nvPr/>
        </p:nvSpPr>
        <p:spPr>
          <a:xfrm>
            <a:off x="9120336" y="4725144"/>
            <a:ext cx="772969"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EESOINO</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6" name="文本框 155">
            <a:extLst>
              <a:ext uri="{FF2B5EF4-FFF2-40B4-BE49-F238E27FC236}">
                <a16:creationId xmlns:a16="http://schemas.microsoft.com/office/drawing/2014/main" id="{B2A07B60-72C4-B862-6E01-7C3561272579}"/>
              </a:ext>
            </a:extLst>
          </p:cNvPr>
          <p:cNvSpPr txBox="1"/>
          <p:nvPr/>
        </p:nvSpPr>
        <p:spPr>
          <a:xfrm>
            <a:off x="9120336" y="1268760"/>
            <a:ext cx="896399"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ETHEREUM</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9" name="文本框 158">
            <a:extLst>
              <a:ext uri="{FF2B5EF4-FFF2-40B4-BE49-F238E27FC236}">
                <a16:creationId xmlns:a16="http://schemas.microsoft.com/office/drawing/2014/main" id="{E4139EE8-CFA3-EC3C-CF9E-4B4C0D791D75}"/>
              </a:ext>
            </a:extLst>
          </p:cNvPr>
          <p:cNvSpPr txBox="1"/>
          <p:nvPr/>
        </p:nvSpPr>
        <p:spPr>
          <a:xfrm>
            <a:off x="9696400" y="2996952"/>
            <a:ext cx="47961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1302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0" name="文本框 159">
            <a:extLst>
              <a:ext uri="{FF2B5EF4-FFF2-40B4-BE49-F238E27FC236}">
                <a16:creationId xmlns:a16="http://schemas.microsoft.com/office/drawing/2014/main" id="{7E109FB9-3484-ACC7-FF9E-4B5935B2277C}"/>
              </a:ext>
            </a:extLst>
          </p:cNvPr>
          <p:cNvSpPr txBox="1"/>
          <p:nvPr/>
        </p:nvSpPr>
        <p:spPr>
          <a:xfrm>
            <a:off x="8328248" y="3861048"/>
            <a:ext cx="51328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455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1" name="文本框 160">
            <a:extLst>
              <a:ext uri="{FF2B5EF4-FFF2-40B4-BE49-F238E27FC236}">
                <a16:creationId xmlns:a16="http://schemas.microsoft.com/office/drawing/2014/main" id="{0AD30E02-4A3B-1637-7863-FA580B6FCE62}"/>
              </a:ext>
            </a:extLst>
          </p:cNvPr>
          <p:cNvSpPr txBox="1"/>
          <p:nvPr/>
        </p:nvSpPr>
        <p:spPr>
          <a:xfrm>
            <a:off x="6168008" y="2204864"/>
            <a:ext cx="587020"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2248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2" name="文本框 161">
            <a:extLst>
              <a:ext uri="{FF2B5EF4-FFF2-40B4-BE49-F238E27FC236}">
                <a16:creationId xmlns:a16="http://schemas.microsoft.com/office/drawing/2014/main" id="{2A6141F3-5895-2085-CBEE-750EE5EEFF72}"/>
              </a:ext>
            </a:extLst>
          </p:cNvPr>
          <p:cNvSpPr txBox="1"/>
          <p:nvPr/>
        </p:nvSpPr>
        <p:spPr>
          <a:xfrm>
            <a:off x="7968208" y="5733256"/>
            <a:ext cx="553357"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24976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3" name="文本框 162">
            <a:extLst>
              <a:ext uri="{FF2B5EF4-FFF2-40B4-BE49-F238E27FC236}">
                <a16:creationId xmlns:a16="http://schemas.microsoft.com/office/drawing/2014/main" id="{36E845F7-2D05-3A1B-BE64-6CD376099990}"/>
              </a:ext>
            </a:extLst>
          </p:cNvPr>
          <p:cNvSpPr txBox="1"/>
          <p:nvPr/>
        </p:nvSpPr>
        <p:spPr>
          <a:xfrm>
            <a:off x="5879976" y="6381328"/>
            <a:ext cx="48442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300K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4" name="文本框 163">
            <a:extLst>
              <a:ext uri="{FF2B5EF4-FFF2-40B4-BE49-F238E27FC236}">
                <a16:creationId xmlns:a16="http://schemas.microsoft.com/office/drawing/2014/main" id="{14DAC4B3-D304-4E63-4C25-3E711450DF72}"/>
              </a:ext>
            </a:extLst>
          </p:cNvPr>
          <p:cNvSpPr txBox="1"/>
          <p:nvPr/>
        </p:nvSpPr>
        <p:spPr>
          <a:xfrm>
            <a:off x="6384032" y="6381328"/>
            <a:ext cx="48442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250K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5" name="文本框 164">
            <a:extLst>
              <a:ext uri="{FF2B5EF4-FFF2-40B4-BE49-F238E27FC236}">
                <a16:creationId xmlns:a16="http://schemas.microsoft.com/office/drawing/2014/main" id="{019FC929-1D78-D24C-59B5-00335B896BF6}"/>
              </a:ext>
            </a:extLst>
          </p:cNvPr>
          <p:cNvSpPr txBox="1"/>
          <p:nvPr/>
        </p:nvSpPr>
        <p:spPr>
          <a:xfrm>
            <a:off x="6960096" y="6381328"/>
            <a:ext cx="48442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200K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6" name="文本框 165">
            <a:extLst>
              <a:ext uri="{FF2B5EF4-FFF2-40B4-BE49-F238E27FC236}">
                <a16:creationId xmlns:a16="http://schemas.microsoft.com/office/drawing/2014/main" id="{B2556A7D-6EDE-04EB-B9AF-14036288EB07}"/>
              </a:ext>
            </a:extLst>
          </p:cNvPr>
          <p:cNvSpPr txBox="1"/>
          <p:nvPr/>
        </p:nvSpPr>
        <p:spPr>
          <a:xfrm>
            <a:off x="7464152" y="6381328"/>
            <a:ext cx="48442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150K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7" name="文本框 166">
            <a:extLst>
              <a:ext uri="{FF2B5EF4-FFF2-40B4-BE49-F238E27FC236}">
                <a16:creationId xmlns:a16="http://schemas.microsoft.com/office/drawing/2014/main" id="{24266230-D002-1434-20AC-C79787E6E31F}"/>
              </a:ext>
            </a:extLst>
          </p:cNvPr>
          <p:cNvSpPr txBox="1"/>
          <p:nvPr/>
        </p:nvSpPr>
        <p:spPr>
          <a:xfrm>
            <a:off x="7968208" y="6381328"/>
            <a:ext cx="484428"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100K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8" name="文本框 167">
            <a:extLst>
              <a:ext uri="{FF2B5EF4-FFF2-40B4-BE49-F238E27FC236}">
                <a16:creationId xmlns:a16="http://schemas.microsoft.com/office/drawing/2014/main" id="{7B3525A1-B794-3147-4095-7A8B342C0736}"/>
              </a:ext>
            </a:extLst>
          </p:cNvPr>
          <p:cNvSpPr txBox="1"/>
          <p:nvPr/>
        </p:nvSpPr>
        <p:spPr>
          <a:xfrm>
            <a:off x="8544272" y="6381328"/>
            <a:ext cx="410690"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50K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69" name="文本框 168">
            <a:extLst>
              <a:ext uri="{FF2B5EF4-FFF2-40B4-BE49-F238E27FC236}">
                <a16:creationId xmlns:a16="http://schemas.microsoft.com/office/drawing/2014/main" id="{20A0A4C7-47B8-92C5-B86A-EC9D4B75CF58}"/>
              </a:ext>
            </a:extLst>
          </p:cNvPr>
          <p:cNvSpPr txBox="1"/>
          <p:nvPr/>
        </p:nvSpPr>
        <p:spPr>
          <a:xfrm>
            <a:off x="9192344" y="6381328"/>
            <a:ext cx="36420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1M</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70" name="文本框 169">
            <a:extLst>
              <a:ext uri="{FF2B5EF4-FFF2-40B4-BE49-F238E27FC236}">
                <a16:creationId xmlns:a16="http://schemas.microsoft.com/office/drawing/2014/main" id="{7D50ADB2-3422-885A-C2CA-697653440341}"/>
              </a:ext>
            </a:extLst>
          </p:cNvPr>
          <p:cNvSpPr txBox="1"/>
          <p:nvPr/>
        </p:nvSpPr>
        <p:spPr>
          <a:xfrm>
            <a:off x="9696400" y="6381328"/>
            <a:ext cx="36420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2M</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71" name="文本框 170">
            <a:extLst>
              <a:ext uri="{FF2B5EF4-FFF2-40B4-BE49-F238E27FC236}">
                <a16:creationId xmlns:a16="http://schemas.microsoft.com/office/drawing/2014/main" id="{C5B2966C-C40E-495B-DC80-6DE9285BF91D}"/>
              </a:ext>
            </a:extLst>
          </p:cNvPr>
          <p:cNvSpPr txBox="1"/>
          <p:nvPr/>
        </p:nvSpPr>
        <p:spPr>
          <a:xfrm>
            <a:off x="10128448" y="6381328"/>
            <a:ext cx="36420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3M</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76" name="文本框 175">
            <a:extLst>
              <a:ext uri="{FF2B5EF4-FFF2-40B4-BE49-F238E27FC236}">
                <a16:creationId xmlns:a16="http://schemas.microsoft.com/office/drawing/2014/main" id="{D3DA71BB-A0CF-10AD-A77A-6832C894F087}"/>
              </a:ext>
            </a:extLst>
          </p:cNvPr>
          <p:cNvSpPr txBox="1"/>
          <p:nvPr/>
        </p:nvSpPr>
        <p:spPr>
          <a:xfrm>
            <a:off x="10704512" y="6381328"/>
            <a:ext cx="36420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4M</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77" name="文本框 176">
            <a:extLst>
              <a:ext uri="{FF2B5EF4-FFF2-40B4-BE49-F238E27FC236}">
                <a16:creationId xmlns:a16="http://schemas.microsoft.com/office/drawing/2014/main" id="{24401F96-CE1A-C009-7876-9E954CB1D218}"/>
              </a:ext>
            </a:extLst>
          </p:cNvPr>
          <p:cNvSpPr txBox="1"/>
          <p:nvPr/>
        </p:nvSpPr>
        <p:spPr>
          <a:xfrm>
            <a:off x="11280576" y="6381328"/>
            <a:ext cx="36420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5M</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78" name="矩形 177">
            <a:extLst>
              <a:ext uri="{FF2B5EF4-FFF2-40B4-BE49-F238E27FC236}">
                <a16:creationId xmlns:a16="http://schemas.microsoft.com/office/drawing/2014/main" id="{B91E3C25-3FD8-36BD-9DD4-6A51C41E3029}"/>
              </a:ext>
            </a:extLst>
          </p:cNvPr>
          <p:cNvSpPr/>
          <p:nvPr/>
        </p:nvSpPr>
        <p:spPr>
          <a:xfrm>
            <a:off x="6595872" y="3511296"/>
            <a:ext cx="1231392" cy="1353312"/>
          </a:xfrm>
          <a:prstGeom prst="rect">
            <a:avLst/>
          </a:prstGeom>
          <a:solidFill>
            <a:srgbClr val="BB3023"/>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150000"/>
              </a:lnSpc>
            </a:pPr>
            <a:r>
              <a:rPr kumimoji="1" lang="en" altLang="zh-CN" sz="12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chemeClr val="bg1"/>
              </a:solidFill>
              <a:latin typeface="Alibaba PuHuiTi" pitchFamily="18" charset="-122"/>
              <a:ea typeface="Alibaba PuHuiTi" pitchFamily="18" charset="-122"/>
              <a:cs typeface="Alibaba PuHuiTi" pitchFamily="18" charset="-122"/>
            </a:endParaRPr>
          </a:p>
        </p:txBody>
      </p:sp>
      <p:sp>
        <p:nvSpPr>
          <p:cNvPr id="179" name="矩形 178">
            <a:extLst>
              <a:ext uri="{FF2B5EF4-FFF2-40B4-BE49-F238E27FC236}">
                <a16:creationId xmlns:a16="http://schemas.microsoft.com/office/drawing/2014/main" id="{0F664D3E-C44B-0F8A-B5CC-530308A62CBB}"/>
              </a:ext>
            </a:extLst>
          </p:cNvPr>
          <p:cNvSpPr/>
          <p:nvPr/>
        </p:nvSpPr>
        <p:spPr>
          <a:xfrm>
            <a:off x="10079680" y="1412776"/>
            <a:ext cx="1575872" cy="1353312"/>
          </a:xfrm>
          <a:prstGeom prst="rect">
            <a:avLst/>
          </a:prstGeom>
          <a:solidFill>
            <a:srgbClr val="BB3023"/>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150000"/>
              </a:lnSpc>
            </a:pPr>
            <a:r>
              <a:rPr kumimoji="1" lang="en" altLang="zh-CN" sz="1200" dirty="0">
                <a:solidFill>
                  <a:schemeClr val="bg1"/>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chemeClr val="bg1"/>
              </a:solidFill>
              <a:latin typeface="Alibaba PuHuiTi" pitchFamily="18" charset="-122"/>
              <a:ea typeface="Alibaba PuHuiTi" pitchFamily="18" charset="-122"/>
              <a:cs typeface="Alibaba PuHuiTi" pitchFamily="18" charset="-122"/>
            </a:endParaRPr>
          </a:p>
        </p:txBody>
      </p:sp>
      <p:sp>
        <p:nvSpPr>
          <p:cNvPr id="3" name="矩形 2">
            <a:extLst>
              <a:ext uri="{FF2B5EF4-FFF2-40B4-BE49-F238E27FC236}">
                <a16:creationId xmlns:a16="http://schemas.microsoft.com/office/drawing/2014/main" id="{F99F1E82-5B12-7065-4552-EA6ADE62F29D}"/>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文本框 5">
            <a:extLst>
              <a:ext uri="{FF2B5EF4-FFF2-40B4-BE49-F238E27FC236}">
                <a16:creationId xmlns:a16="http://schemas.microsoft.com/office/drawing/2014/main" id="{B3213AF1-93D4-6CAB-E81D-03D8E37DCEC6}"/>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61251FF4-C55F-658D-1CFF-1210B9877CAB}"/>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9" name="直线连接符 8">
            <a:extLst>
              <a:ext uri="{FF2B5EF4-FFF2-40B4-BE49-F238E27FC236}">
                <a16:creationId xmlns:a16="http://schemas.microsoft.com/office/drawing/2014/main" id="{65B310B0-9EA3-8050-E3BF-21B151DF94A3}"/>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0" name="直线连接符 9">
            <a:extLst>
              <a:ext uri="{FF2B5EF4-FFF2-40B4-BE49-F238E27FC236}">
                <a16:creationId xmlns:a16="http://schemas.microsoft.com/office/drawing/2014/main" id="{4EB1EEF8-87FD-43C4-B529-8E4B44ECC26F}"/>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79BBB9DC-3DF3-392A-51BD-CD3FB2E4E7E6}"/>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8" name="组合 17">
            <a:extLst>
              <a:ext uri="{FF2B5EF4-FFF2-40B4-BE49-F238E27FC236}">
                <a16:creationId xmlns:a16="http://schemas.microsoft.com/office/drawing/2014/main" id="{29299E42-C303-6D25-B779-AC0AE181FD88}"/>
              </a:ext>
            </a:extLst>
          </p:cNvPr>
          <p:cNvGrpSpPr/>
          <p:nvPr/>
        </p:nvGrpSpPr>
        <p:grpSpPr>
          <a:xfrm>
            <a:off x="2323294" y="287981"/>
            <a:ext cx="356205" cy="355288"/>
            <a:chOff x="2323294" y="287981"/>
            <a:chExt cx="356205" cy="355288"/>
          </a:xfrm>
        </p:grpSpPr>
        <p:sp>
          <p:nvSpPr>
            <p:cNvPr id="21" name="Google Shape;7166;p80">
              <a:extLst>
                <a:ext uri="{FF2B5EF4-FFF2-40B4-BE49-F238E27FC236}">
                  <a16:creationId xmlns:a16="http://schemas.microsoft.com/office/drawing/2014/main" id="{3F3E6508-C62B-4EBC-81BC-56A6A4181101}"/>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7;p80">
              <a:extLst>
                <a:ext uri="{FF2B5EF4-FFF2-40B4-BE49-F238E27FC236}">
                  <a16:creationId xmlns:a16="http://schemas.microsoft.com/office/drawing/2014/main" id="{B06E4375-23DD-8070-FA50-CBC462B27FC0}"/>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8;p80">
              <a:extLst>
                <a:ext uri="{FF2B5EF4-FFF2-40B4-BE49-F238E27FC236}">
                  <a16:creationId xmlns:a16="http://schemas.microsoft.com/office/drawing/2014/main" id="{BBB24E83-4FB3-5CF3-A6B9-AD9541D9E06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9;p80">
              <a:extLst>
                <a:ext uri="{FF2B5EF4-FFF2-40B4-BE49-F238E27FC236}">
                  <a16:creationId xmlns:a16="http://schemas.microsoft.com/office/drawing/2014/main" id="{943BE7B4-FCBD-B005-79BA-3DBC393D875B}"/>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2165473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a:extLst>
              <a:ext uri="{FF2B5EF4-FFF2-40B4-BE49-F238E27FC236}">
                <a16:creationId xmlns:a16="http://schemas.microsoft.com/office/drawing/2014/main" id="{58F19CAD-5C9C-A09D-CF41-CE5306D7E390}"/>
              </a:ext>
            </a:extLst>
          </p:cNvPr>
          <p:cNvGrpSpPr/>
          <p:nvPr/>
        </p:nvGrpSpPr>
        <p:grpSpPr>
          <a:xfrm>
            <a:off x="8019082" y="1093197"/>
            <a:ext cx="3888724" cy="5465705"/>
            <a:chOff x="558800" y="2113280"/>
            <a:chExt cx="5750560" cy="4206240"/>
          </a:xfrm>
        </p:grpSpPr>
        <p:sp>
          <p:nvSpPr>
            <p:cNvPr id="220" name="矩形 219">
              <a:extLst>
                <a:ext uri="{FF2B5EF4-FFF2-40B4-BE49-F238E27FC236}">
                  <a16:creationId xmlns:a16="http://schemas.microsoft.com/office/drawing/2014/main" id="{3939FED3-912A-0571-33BF-AB151CAE3847}"/>
                </a:ext>
              </a:extLst>
            </p:cNvPr>
            <p:cNvSpPr/>
            <p:nvPr/>
          </p:nvSpPr>
          <p:spPr>
            <a:xfrm>
              <a:off x="558800" y="2113280"/>
              <a:ext cx="5750560" cy="4206240"/>
            </a:xfrm>
            <a:prstGeom prst="rect">
              <a:avLst/>
            </a:prstGeom>
            <a:noFill/>
            <a:ln>
              <a:solidFill>
                <a:srgbClr val="212121">
                  <a:alpha val="43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221" name="直线连接符 220">
              <a:extLst>
                <a:ext uri="{FF2B5EF4-FFF2-40B4-BE49-F238E27FC236}">
                  <a16:creationId xmlns:a16="http://schemas.microsoft.com/office/drawing/2014/main" id="{600AEC88-CAD0-0F29-F812-15C675EF112B}"/>
                </a:ext>
              </a:extLst>
            </p:cNvPr>
            <p:cNvCxnSpPr>
              <a:cxnSpLocks/>
            </p:cNvCxnSpPr>
            <p:nvPr/>
          </p:nvCxnSpPr>
          <p:spPr>
            <a:xfrm>
              <a:off x="1072567"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2" name="直线连接符 221">
              <a:extLst>
                <a:ext uri="{FF2B5EF4-FFF2-40B4-BE49-F238E27FC236}">
                  <a16:creationId xmlns:a16="http://schemas.microsoft.com/office/drawing/2014/main" id="{D45F4DFD-AD50-B06D-73A9-380F1E0889F3}"/>
                </a:ext>
              </a:extLst>
            </p:cNvPr>
            <p:cNvCxnSpPr>
              <a:cxnSpLocks/>
            </p:cNvCxnSpPr>
            <p:nvPr/>
          </p:nvCxnSpPr>
          <p:spPr>
            <a:xfrm>
              <a:off x="1616006"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3" name="直线连接符 222">
              <a:extLst>
                <a:ext uri="{FF2B5EF4-FFF2-40B4-BE49-F238E27FC236}">
                  <a16:creationId xmlns:a16="http://schemas.microsoft.com/office/drawing/2014/main" id="{A5CB4917-01B6-7199-1239-C7423AB2BC5F}"/>
                </a:ext>
              </a:extLst>
            </p:cNvPr>
            <p:cNvCxnSpPr>
              <a:cxnSpLocks/>
            </p:cNvCxnSpPr>
            <p:nvPr/>
          </p:nvCxnSpPr>
          <p:spPr>
            <a:xfrm>
              <a:off x="2135560"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4" name="直线连接符 223">
              <a:extLst>
                <a:ext uri="{FF2B5EF4-FFF2-40B4-BE49-F238E27FC236}">
                  <a16:creationId xmlns:a16="http://schemas.microsoft.com/office/drawing/2014/main" id="{C5524295-ADE3-3D8A-E409-0BE3A2704BDB}"/>
                </a:ext>
              </a:extLst>
            </p:cNvPr>
            <p:cNvCxnSpPr>
              <a:cxnSpLocks/>
            </p:cNvCxnSpPr>
            <p:nvPr/>
          </p:nvCxnSpPr>
          <p:spPr>
            <a:xfrm>
              <a:off x="2639616"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5" name="直线连接符 224">
              <a:extLst>
                <a:ext uri="{FF2B5EF4-FFF2-40B4-BE49-F238E27FC236}">
                  <a16:creationId xmlns:a16="http://schemas.microsoft.com/office/drawing/2014/main" id="{C5DF0BBE-EEAE-61F4-AC39-4D2FF8732135}"/>
                </a:ext>
              </a:extLst>
            </p:cNvPr>
            <p:cNvCxnSpPr>
              <a:cxnSpLocks/>
            </p:cNvCxnSpPr>
            <p:nvPr/>
          </p:nvCxnSpPr>
          <p:spPr>
            <a:xfrm>
              <a:off x="3166919"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6" name="直线连接符 225">
              <a:extLst>
                <a:ext uri="{FF2B5EF4-FFF2-40B4-BE49-F238E27FC236}">
                  <a16:creationId xmlns:a16="http://schemas.microsoft.com/office/drawing/2014/main" id="{1B94703D-6069-A818-2AA9-B930190160DF}"/>
                </a:ext>
              </a:extLst>
            </p:cNvPr>
            <p:cNvCxnSpPr>
              <a:cxnSpLocks/>
            </p:cNvCxnSpPr>
            <p:nvPr/>
          </p:nvCxnSpPr>
          <p:spPr>
            <a:xfrm>
              <a:off x="3711987"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7" name="直线连接符 226">
              <a:extLst>
                <a:ext uri="{FF2B5EF4-FFF2-40B4-BE49-F238E27FC236}">
                  <a16:creationId xmlns:a16="http://schemas.microsoft.com/office/drawing/2014/main" id="{058F0801-E614-818B-F2B4-B2973D4922BE}"/>
                </a:ext>
              </a:extLst>
            </p:cNvPr>
            <p:cNvCxnSpPr>
              <a:cxnSpLocks/>
            </p:cNvCxnSpPr>
            <p:nvPr/>
          </p:nvCxnSpPr>
          <p:spPr>
            <a:xfrm>
              <a:off x="4223792"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8" name="直线连接符 227">
              <a:extLst>
                <a:ext uri="{FF2B5EF4-FFF2-40B4-BE49-F238E27FC236}">
                  <a16:creationId xmlns:a16="http://schemas.microsoft.com/office/drawing/2014/main" id="{F93B381D-C391-E2DD-E9B1-3DC8E521F760}"/>
                </a:ext>
              </a:extLst>
            </p:cNvPr>
            <p:cNvCxnSpPr>
              <a:cxnSpLocks/>
            </p:cNvCxnSpPr>
            <p:nvPr/>
          </p:nvCxnSpPr>
          <p:spPr>
            <a:xfrm>
              <a:off x="4727848"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29" name="直线连接符 228">
              <a:extLst>
                <a:ext uri="{FF2B5EF4-FFF2-40B4-BE49-F238E27FC236}">
                  <a16:creationId xmlns:a16="http://schemas.microsoft.com/office/drawing/2014/main" id="{4A85098A-B7AA-CB86-54BD-CE9340D2A44B}"/>
                </a:ext>
              </a:extLst>
            </p:cNvPr>
            <p:cNvCxnSpPr>
              <a:cxnSpLocks/>
            </p:cNvCxnSpPr>
            <p:nvPr/>
          </p:nvCxnSpPr>
          <p:spPr>
            <a:xfrm>
              <a:off x="5231904"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0" name="直线连接符 229">
              <a:extLst>
                <a:ext uri="{FF2B5EF4-FFF2-40B4-BE49-F238E27FC236}">
                  <a16:creationId xmlns:a16="http://schemas.microsoft.com/office/drawing/2014/main" id="{44BCCCD8-EB2A-4E27-EDD0-0EA7C7515BFE}"/>
                </a:ext>
              </a:extLst>
            </p:cNvPr>
            <p:cNvCxnSpPr>
              <a:cxnSpLocks/>
            </p:cNvCxnSpPr>
            <p:nvPr/>
          </p:nvCxnSpPr>
          <p:spPr>
            <a:xfrm>
              <a:off x="5807968" y="2113280"/>
              <a:ext cx="0" cy="419831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1" name="直线连接符 230">
              <a:extLst>
                <a:ext uri="{FF2B5EF4-FFF2-40B4-BE49-F238E27FC236}">
                  <a16:creationId xmlns:a16="http://schemas.microsoft.com/office/drawing/2014/main" id="{A63BF73A-F5A4-0C73-DD94-5F73699F9625}"/>
                </a:ext>
              </a:extLst>
            </p:cNvPr>
            <p:cNvCxnSpPr>
              <a:cxnSpLocks/>
            </p:cNvCxnSpPr>
            <p:nvPr/>
          </p:nvCxnSpPr>
          <p:spPr>
            <a:xfrm>
              <a:off x="566906" y="2719953"/>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2" name="直线连接符 231">
              <a:extLst>
                <a:ext uri="{FF2B5EF4-FFF2-40B4-BE49-F238E27FC236}">
                  <a16:creationId xmlns:a16="http://schemas.microsoft.com/office/drawing/2014/main" id="{8F85F215-8B9A-4BE6-E9E1-8D26BF897EA6}"/>
                </a:ext>
              </a:extLst>
            </p:cNvPr>
            <p:cNvCxnSpPr>
              <a:cxnSpLocks/>
            </p:cNvCxnSpPr>
            <p:nvPr/>
          </p:nvCxnSpPr>
          <p:spPr>
            <a:xfrm>
              <a:off x="566906" y="3333745"/>
              <a:ext cx="5729391"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3" name="直线连接符 232">
              <a:extLst>
                <a:ext uri="{FF2B5EF4-FFF2-40B4-BE49-F238E27FC236}">
                  <a16:creationId xmlns:a16="http://schemas.microsoft.com/office/drawing/2014/main" id="{51FF96DC-F21C-AC72-86A5-55999D8C414B}"/>
                </a:ext>
              </a:extLst>
            </p:cNvPr>
            <p:cNvCxnSpPr>
              <a:cxnSpLocks/>
            </p:cNvCxnSpPr>
            <p:nvPr/>
          </p:nvCxnSpPr>
          <p:spPr>
            <a:xfrm>
              <a:off x="566906" y="3933056"/>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4" name="直线连接符 233">
              <a:extLst>
                <a:ext uri="{FF2B5EF4-FFF2-40B4-BE49-F238E27FC236}">
                  <a16:creationId xmlns:a16="http://schemas.microsoft.com/office/drawing/2014/main" id="{441851E1-32D7-1622-57A1-F71C3041DB2B}"/>
                </a:ext>
              </a:extLst>
            </p:cNvPr>
            <p:cNvCxnSpPr>
              <a:cxnSpLocks/>
            </p:cNvCxnSpPr>
            <p:nvPr/>
          </p:nvCxnSpPr>
          <p:spPr>
            <a:xfrm>
              <a:off x="566906" y="4509120"/>
              <a:ext cx="5735923"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5" name="直线连接符 234">
              <a:extLst>
                <a:ext uri="{FF2B5EF4-FFF2-40B4-BE49-F238E27FC236}">
                  <a16:creationId xmlns:a16="http://schemas.microsoft.com/office/drawing/2014/main" id="{691F13D1-F276-C8FB-7FFE-CCB88D706D33}"/>
                </a:ext>
              </a:extLst>
            </p:cNvPr>
            <p:cNvCxnSpPr>
              <a:cxnSpLocks/>
            </p:cNvCxnSpPr>
            <p:nvPr/>
          </p:nvCxnSpPr>
          <p:spPr>
            <a:xfrm>
              <a:off x="566906" y="4792446"/>
              <a:ext cx="5735924" cy="0"/>
            </a:xfrm>
            <a:prstGeom prst="line">
              <a:avLst/>
            </a:prstGeom>
            <a:ln w="15875">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6" name="直线连接符 235">
              <a:extLst>
                <a:ext uri="{FF2B5EF4-FFF2-40B4-BE49-F238E27FC236}">
                  <a16:creationId xmlns:a16="http://schemas.microsoft.com/office/drawing/2014/main" id="{97251FC8-A859-40E2-B754-5E9D133A3FAC}"/>
                </a:ext>
              </a:extLst>
            </p:cNvPr>
            <p:cNvCxnSpPr>
              <a:cxnSpLocks/>
            </p:cNvCxnSpPr>
            <p:nvPr/>
          </p:nvCxnSpPr>
          <p:spPr>
            <a:xfrm>
              <a:off x="566906" y="5733256"/>
              <a:ext cx="5735923"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7" name="直线连接符 236">
              <a:extLst>
                <a:ext uri="{FF2B5EF4-FFF2-40B4-BE49-F238E27FC236}">
                  <a16:creationId xmlns:a16="http://schemas.microsoft.com/office/drawing/2014/main" id="{613FD7FF-F217-2759-5281-470160FE2904}"/>
                </a:ext>
              </a:extLst>
            </p:cNvPr>
            <p:cNvCxnSpPr>
              <a:cxnSpLocks/>
            </p:cNvCxnSpPr>
            <p:nvPr/>
          </p:nvCxnSpPr>
          <p:spPr>
            <a:xfrm>
              <a:off x="566906" y="2407441"/>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8" name="直线连接符 237">
              <a:extLst>
                <a:ext uri="{FF2B5EF4-FFF2-40B4-BE49-F238E27FC236}">
                  <a16:creationId xmlns:a16="http://schemas.microsoft.com/office/drawing/2014/main" id="{E985EF74-78B8-1EA1-753A-A84218CBDAEA}"/>
                </a:ext>
              </a:extLst>
            </p:cNvPr>
            <p:cNvCxnSpPr>
              <a:cxnSpLocks/>
            </p:cNvCxnSpPr>
            <p:nvPr/>
          </p:nvCxnSpPr>
          <p:spPr>
            <a:xfrm>
              <a:off x="566906" y="3035667"/>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39" name="直线连接符 238">
              <a:extLst>
                <a:ext uri="{FF2B5EF4-FFF2-40B4-BE49-F238E27FC236}">
                  <a16:creationId xmlns:a16="http://schemas.microsoft.com/office/drawing/2014/main" id="{B327BF17-9D24-E159-485C-F319B4A200FC}"/>
                </a:ext>
              </a:extLst>
            </p:cNvPr>
            <p:cNvCxnSpPr>
              <a:cxnSpLocks/>
            </p:cNvCxnSpPr>
            <p:nvPr/>
          </p:nvCxnSpPr>
          <p:spPr>
            <a:xfrm>
              <a:off x="566906" y="3619760"/>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40" name="直线连接符 239">
              <a:extLst>
                <a:ext uri="{FF2B5EF4-FFF2-40B4-BE49-F238E27FC236}">
                  <a16:creationId xmlns:a16="http://schemas.microsoft.com/office/drawing/2014/main" id="{6B28B614-A3BA-E7CB-F17B-4F0AD821FE80}"/>
                </a:ext>
              </a:extLst>
            </p:cNvPr>
            <p:cNvCxnSpPr>
              <a:cxnSpLocks/>
            </p:cNvCxnSpPr>
            <p:nvPr/>
          </p:nvCxnSpPr>
          <p:spPr>
            <a:xfrm>
              <a:off x="566906" y="4237546"/>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41" name="直线连接符 240">
              <a:extLst>
                <a:ext uri="{FF2B5EF4-FFF2-40B4-BE49-F238E27FC236}">
                  <a16:creationId xmlns:a16="http://schemas.microsoft.com/office/drawing/2014/main" id="{B0683EEE-F839-6957-EE3A-A62F1F69CDA9}"/>
                </a:ext>
              </a:extLst>
            </p:cNvPr>
            <p:cNvCxnSpPr>
              <a:cxnSpLocks/>
            </p:cNvCxnSpPr>
            <p:nvPr/>
          </p:nvCxnSpPr>
          <p:spPr>
            <a:xfrm>
              <a:off x="566906" y="4803137"/>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42" name="直线连接符 241">
              <a:extLst>
                <a:ext uri="{FF2B5EF4-FFF2-40B4-BE49-F238E27FC236}">
                  <a16:creationId xmlns:a16="http://schemas.microsoft.com/office/drawing/2014/main" id="{4781CA8A-D094-CBD4-6BAB-C27CD5BB712F}"/>
                </a:ext>
              </a:extLst>
            </p:cNvPr>
            <p:cNvCxnSpPr>
              <a:cxnSpLocks/>
            </p:cNvCxnSpPr>
            <p:nvPr/>
          </p:nvCxnSpPr>
          <p:spPr>
            <a:xfrm>
              <a:off x="566906" y="5439426"/>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43" name="直线连接符 242">
              <a:extLst>
                <a:ext uri="{FF2B5EF4-FFF2-40B4-BE49-F238E27FC236}">
                  <a16:creationId xmlns:a16="http://schemas.microsoft.com/office/drawing/2014/main" id="{275FB47E-1A58-832C-FA51-764E7C76958A}"/>
                </a:ext>
              </a:extLst>
            </p:cNvPr>
            <p:cNvCxnSpPr>
              <a:cxnSpLocks/>
            </p:cNvCxnSpPr>
            <p:nvPr/>
          </p:nvCxnSpPr>
          <p:spPr>
            <a:xfrm>
              <a:off x="566906" y="6005016"/>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cxnSp>
          <p:nvCxnSpPr>
            <p:cNvPr id="255" name="直线连接符 254">
              <a:extLst>
                <a:ext uri="{FF2B5EF4-FFF2-40B4-BE49-F238E27FC236}">
                  <a16:creationId xmlns:a16="http://schemas.microsoft.com/office/drawing/2014/main" id="{8C2E96A2-17AC-1FCE-6DD3-CFFCAF9F606A}"/>
                </a:ext>
              </a:extLst>
            </p:cNvPr>
            <p:cNvCxnSpPr>
              <a:cxnSpLocks/>
            </p:cNvCxnSpPr>
            <p:nvPr/>
          </p:nvCxnSpPr>
          <p:spPr>
            <a:xfrm>
              <a:off x="566906" y="5129976"/>
              <a:ext cx="5742454" cy="0"/>
            </a:xfrm>
            <a:prstGeom prst="line">
              <a:avLst/>
            </a:prstGeom>
            <a:ln w="12700">
              <a:solidFill>
                <a:srgbClr val="212121">
                  <a:alpha val="43000"/>
                </a:srgbClr>
              </a:solidFill>
            </a:ln>
          </p:spPr>
          <p:style>
            <a:lnRef idx="1">
              <a:schemeClr val="accent1"/>
            </a:lnRef>
            <a:fillRef idx="0">
              <a:schemeClr val="accent1"/>
            </a:fillRef>
            <a:effectRef idx="0">
              <a:schemeClr val="accent1"/>
            </a:effectRef>
            <a:fontRef idx="minor">
              <a:schemeClr val="tx1"/>
            </a:fontRef>
          </p:style>
        </p:cxnSp>
      </p:grpSp>
      <p:grpSp>
        <p:nvGrpSpPr>
          <p:cNvPr id="4" name="组合 3">
            <a:extLst>
              <a:ext uri="{FF2B5EF4-FFF2-40B4-BE49-F238E27FC236}">
                <a16:creationId xmlns:a16="http://schemas.microsoft.com/office/drawing/2014/main" id="{655BFA08-AB78-87D0-8667-7E1A754D8B98}"/>
              </a:ext>
            </a:extLst>
          </p:cNvPr>
          <p:cNvGrpSpPr/>
          <p:nvPr/>
        </p:nvGrpSpPr>
        <p:grpSpPr>
          <a:xfrm>
            <a:off x="296503" y="1034489"/>
            <a:ext cx="7471183" cy="5545419"/>
            <a:chOff x="558800" y="2113280"/>
            <a:chExt cx="5750560" cy="4206240"/>
          </a:xfrm>
          <a:solidFill>
            <a:srgbClr val="BB3023">
              <a:alpha val="20000"/>
            </a:srgbClr>
          </a:solidFill>
        </p:grpSpPr>
        <p:sp>
          <p:nvSpPr>
            <p:cNvPr id="5" name="矩形 4">
              <a:extLst>
                <a:ext uri="{FF2B5EF4-FFF2-40B4-BE49-F238E27FC236}">
                  <a16:creationId xmlns:a16="http://schemas.microsoft.com/office/drawing/2014/main" id="{D8985379-283D-36C2-D0C4-31D323AC9CC6}"/>
                </a:ext>
              </a:extLst>
            </p:cNvPr>
            <p:cNvSpPr/>
            <p:nvPr/>
          </p:nvSpPr>
          <p:spPr>
            <a:xfrm>
              <a:off x="558800" y="2113280"/>
              <a:ext cx="5750560" cy="4206240"/>
            </a:xfrm>
            <a:prstGeom prst="rect">
              <a:avLst/>
            </a:prstGeom>
            <a:grpFill/>
            <a:ln w="12700">
              <a:solidFill>
                <a:srgbClr val="1E344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cxnSp>
          <p:nvCxnSpPr>
            <p:cNvPr id="11" name="直线连接符 10">
              <a:extLst>
                <a:ext uri="{FF2B5EF4-FFF2-40B4-BE49-F238E27FC236}">
                  <a16:creationId xmlns:a16="http://schemas.microsoft.com/office/drawing/2014/main" id="{448C5B3C-CC14-7DD6-9155-93CB7856BB81}"/>
                </a:ext>
              </a:extLst>
            </p:cNvPr>
            <p:cNvCxnSpPr>
              <a:cxnSpLocks/>
            </p:cNvCxnSpPr>
            <p:nvPr/>
          </p:nvCxnSpPr>
          <p:spPr>
            <a:xfrm>
              <a:off x="1521680" y="2113280"/>
              <a:ext cx="0" cy="419831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3" name="直线连接符 12">
              <a:extLst>
                <a:ext uri="{FF2B5EF4-FFF2-40B4-BE49-F238E27FC236}">
                  <a16:creationId xmlns:a16="http://schemas.microsoft.com/office/drawing/2014/main" id="{CE58DAB8-2B27-E377-6853-1929BAF92704}"/>
                </a:ext>
              </a:extLst>
            </p:cNvPr>
            <p:cNvCxnSpPr>
              <a:cxnSpLocks/>
            </p:cNvCxnSpPr>
            <p:nvPr/>
          </p:nvCxnSpPr>
          <p:spPr>
            <a:xfrm>
              <a:off x="2479988" y="2113280"/>
              <a:ext cx="0" cy="419831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51496047-C974-4DBE-65EB-B23330AB890D}"/>
                </a:ext>
              </a:extLst>
            </p:cNvPr>
            <p:cNvCxnSpPr>
              <a:cxnSpLocks/>
            </p:cNvCxnSpPr>
            <p:nvPr/>
          </p:nvCxnSpPr>
          <p:spPr>
            <a:xfrm>
              <a:off x="3442639" y="2113280"/>
              <a:ext cx="0" cy="419831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2A27D7DD-48ED-6CDB-D222-FBB8B13B01D1}"/>
                </a:ext>
              </a:extLst>
            </p:cNvPr>
            <p:cNvCxnSpPr>
              <a:cxnSpLocks/>
            </p:cNvCxnSpPr>
            <p:nvPr/>
          </p:nvCxnSpPr>
          <p:spPr>
            <a:xfrm>
              <a:off x="4397931" y="2113280"/>
              <a:ext cx="0" cy="419831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EF1DC142-34BE-F421-AE0D-9C74F64E02B8}"/>
                </a:ext>
              </a:extLst>
            </p:cNvPr>
            <p:cNvCxnSpPr>
              <a:cxnSpLocks/>
            </p:cNvCxnSpPr>
            <p:nvPr/>
          </p:nvCxnSpPr>
          <p:spPr>
            <a:xfrm>
              <a:off x="5362508" y="2113280"/>
              <a:ext cx="0" cy="419831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4CCB762A-2064-E776-69C4-32BFE4089784}"/>
                </a:ext>
              </a:extLst>
            </p:cNvPr>
            <p:cNvCxnSpPr>
              <a:cxnSpLocks/>
            </p:cNvCxnSpPr>
            <p:nvPr/>
          </p:nvCxnSpPr>
          <p:spPr>
            <a:xfrm>
              <a:off x="566906" y="2698502"/>
              <a:ext cx="5742454" cy="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id="{634A345D-DDFF-5C97-8914-41C17661B259}"/>
                </a:ext>
              </a:extLst>
            </p:cNvPr>
            <p:cNvCxnSpPr>
              <a:cxnSpLocks/>
            </p:cNvCxnSpPr>
            <p:nvPr/>
          </p:nvCxnSpPr>
          <p:spPr>
            <a:xfrm>
              <a:off x="566906" y="3305144"/>
              <a:ext cx="5729391" cy="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id="{D7873788-7160-5BEB-A358-FA98B6B3D947}"/>
                </a:ext>
              </a:extLst>
            </p:cNvPr>
            <p:cNvCxnSpPr>
              <a:cxnSpLocks/>
            </p:cNvCxnSpPr>
            <p:nvPr/>
          </p:nvCxnSpPr>
          <p:spPr>
            <a:xfrm>
              <a:off x="566906" y="3933056"/>
              <a:ext cx="5742454" cy="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id="{FC0DFF10-408A-E8C5-20FA-D25476F9A066}"/>
                </a:ext>
              </a:extLst>
            </p:cNvPr>
            <p:cNvCxnSpPr>
              <a:cxnSpLocks/>
            </p:cNvCxnSpPr>
            <p:nvPr/>
          </p:nvCxnSpPr>
          <p:spPr>
            <a:xfrm>
              <a:off x="559650" y="4516270"/>
              <a:ext cx="5735923" cy="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6" name="直线连接符 25">
              <a:extLst>
                <a:ext uri="{FF2B5EF4-FFF2-40B4-BE49-F238E27FC236}">
                  <a16:creationId xmlns:a16="http://schemas.microsoft.com/office/drawing/2014/main" id="{6AC7C0E9-7D03-5A77-DF76-3F5179C76B34}"/>
                </a:ext>
              </a:extLst>
            </p:cNvPr>
            <p:cNvCxnSpPr>
              <a:cxnSpLocks/>
            </p:cNvCxnSpPr>
            <p:nvPr/>
          </p:nvCxnSpPr>
          <p:spPr>
            <a:xfrm>
              <a:off x="566906" y="5133945"/>
              <a:ext cx="5735923" cy="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8" name="直线连接符 27">
              <a:extLst>
                <a:ext uri="{FF2B5EF4-FFF2-40B4-BE49-F238E27FC236}">
                  <a16:creationId xmlns:a16="http://schemas.microsoft.com/office/drawing/2014/main" id="{B35C6674-F2BD-55B2-F8FA-0B2C98E01D06}"/>
                </a:ext>
              </a:extLst>
            </p:cNvPr>
            <p:cNvCxnSpPr>
              <a:cxnSpLocks/>
            </p:cNvCxnSpPr>
            <p:nvPr/>
          </p:nvCxnSpPr>
          <p:spPr>
            <a:xfrm>
              <a:off x="566906" y="5733256"/>
              <a:ext cx="5735923" cy="0"/>
            </a:xfrm>
            <a:prstGeom prst="line">
              <a:avLst/>
            </a:prstGeom>
            <a:grpFill/>
            <a:ln w="12700">
              <a:solidFill>
                <a:srgbClr val="1E344D"/>
              </a:solidFill>
            </a:ln>
          </p:spPr>
          <p:style>
            <a:lnRef idx="1">
              <a:schemeClr val="accent1"/>
            </a:lnRef>
            <a:fillRef idx="0">
              <a:schemeClr val="accent1"/>
            </a:fillRef>
            <a:effectRef idx="0">
              <a:schemeClr val="accent1"/>
            </a:effectRef>
            <a:fontRef idx="minor">
              <a:schemeClr val="tx1"/>
            </a:fontRef>
          </p:style>
        </p:cxnSp>
      </p:grpSp>
      <p:sp>
        <p:nvSpPr>
          <p:cNvPr id="30" name="椭圆 29">
            <a:extLst>
              <a:ext uri="{FF2B5EF4-FFF2-40B4-BE49-F238E27FC236}">
                <a16:creationId xmlns:a16="http://schemas.microsoft.com/office/drawing/2014/main" id="{24E51216-D4E0-A92D-796B-B7F9C19A6EA6}"/>
              </a:ext>
            </a:extLst>
          </p:cNvPr>
          <p:cNvSpPr/>
          <p:nvPr/>
        </p:nvSpPr>
        <p:spPr>
          <a:xfrm>
            <a:off x="4732867" y="1354668"/>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 name="椭圆 30">
            <a:extLst>
              <a:ext uri="{FF2B5EF4-FFF2-40B4-BE49-F238E27FC236}">
                <a16:creationId xmlns:a16="http://schemas.microsoft.com/office/drawing/2014/main" id="{FE45CB76-42D1-FDE9-C404-5236A78E1DA0}"/>
              </a:ext>
            </a:extLst>
          </p:cNvPr>
          <p:cNvSpPr/>
          <p:nvPr/>
        </p:nvSpPr>
        <p:spPr>
          <a:xfrm>
            <a:off x="3567253" y="3068960"/>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2" name="椭圆 31">
            <a:extLst>
              <a:ext uri="{FF2B5EF4-FFF2-40B4-BE49-F238E27FC236}">
                <a16:creationId xmlns:a16="http://schemas.microsoft.com/office/drawing/2014/main" id="{1EA56EE1-AB42-BD40-1931-6EDAFF2C75D4}"/>
              </a:ext>
            </a:extLst>
          </p:cNvPr>
          <p:cNvSpPr/>
          <p:nvPr/>
        </p:nvSpPr>
        <p:spPr>
          <a:xfrm rot="5249795">
            <a:off x="7413352" y="3835648"/>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3" name="椭圆 32">
            <a:extLst>
              <a:ext uri="{FF2B5EF4-FFF2-40B4-BE49-F238E27FC236}">
                <a16:creationId xmlns:a16="http://schemas.microsoft.com/office/drawing/2014/main" id="{A11E8B43-2D9C-3494-2E82-BFD0ADDD198B}"/>
              </a:ext>
            </a:extLst>
          </p:cNvPr>
          <p:cNvSpPr/>
          <p:nvPr/>
        </p:nvSpPr>
        <p:spPr>
          <a:xfrm>
            <a:off x="4833722" y="5021643"/>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4" name="椭圆 33">
            <a:extLst>
              <a:ext uri="{FF2B5EF4-FFF2-40B4-BE49-F238E27FC236}">
                <a16:creationId xmlns:a16="http://schemas.microsoft.com/office/drawing/2014/main" id="{21A15AAE-353A-B56A-BB76-4FBC214C7452}"/>
              </a:ext>
            </a:extLst>
          </p:cNvPr>
          <p:cNvSpPr/>
          <p:nvPr/>
        </p:nvSpPr>
        <p:spPr>
          <a:xfrm>
            <a:off x="4583832" y="5589240"/>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5" name="椭圆 34">
            <a:extLst>
              <a:ext uri="{FF2B5EF4-FFF2-40B4-BE49-F238E27FC236}">
                <a16:creationId xmlns:a16="http://schemas.microsoft.com/office/drawing/2014/main" id="{2214F674-6C9F-40E2-E06C-FE61449565BE}"/>
              </a:ext>
            </a:extLst>
          </p:cNvPr>
          <p:cNvSpPr/>
          <p:nvPr/>
        </p:nvSpPr>
        <p:spPr>
          <a:xfrm>
            <a:off x="4727848" y="5517232"/>
            <a:ext cx="457199" cy="457199"/>
          </a:xfrm>
          <a:prstGeom prst="ellipse">
            <a:avLst/>
          </a:prstGeom>
          <a:solidFill>
            <a:srgbClr val="BB3023"/>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6" name="椭圆 35">
            <a:extLst>
              <a:ext uri="{FF2B5EF4-FFF2-40B4-BE49-F238E27FC236}">
                <a16:creationId xmlns:a16="http://schemas.microsoft.com/office/drawing/2014/main" id="{19669FEB-D803-A199-6432-4541C7B4295E}"/>
              </a:ext>
            </a:extLst>
          </p:cNvPr>
          <p:cNvSpPr/>
          <p:nvPr/>
        </p:nvSpPr>
        <p:spPr>
          <a:xfrm>
            <a:off x="5375920" y="5373216"/>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7" name="椭圆 36">
            <a:extLst>
              <a:ext uri="{FF2B5EF4-FFF2-40B4-BE49-F238E27FC236}">
                <a16:creationId xmlns:a16="http://schemas.microsoft.com/office/drawing/2014/main" id="{9C83C8A5-F19E-585B-5B54-0FDDDAB1281F}"/>
              </a:ext>
            </a:extLst>
          </p:cNvPr>
          <p:cNvSpPr/>
          <p:nvPr/>
        </p:nvSpPr>
        <p:spPr>
          <a:xfrm>
            <a:off x="6384032" y="4941168"/>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 name="椭圆 37">
            <a:extLst>
              <a:ext uri="{FF2B5EF4-FFF2-40B4-BE49-F238E27FC236}">
                <a16:creationId xmlns:a16="http://schemas.microsoft.com/office/drawing/2014/main" id="{A07E11DE-6DEA-8E37-7CD1-605B3B6B8D2F}"/>
              </a:ext>
            </a:extLst>
          </p:cNvPr>
          <p:cNvSpPr/>
          <p:nvPr/>
        </p:nvSpPr>
        <p:spPr>
          <a:xfrm>
            <a:off x="6888088" y="5229200"/>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 name="椭圆 38">
            <a:extLst>
              <a:ext uri="{FF2B5EF4-FFF2-40B4-BE49-F238E27FC236}">
                <a16:creationId xmlns:a16="http://schemas.microsoft.com/office/drawing/2014/main" id="{1EA2239A-2AF1-E422-E15D-6B7776ECE207}"/>
              </a:ext>
            </a:extLst>
          </p:cNvPr>
          <p:cNvSpPr/>
          <p:nvPr/>
        </p:nvSpPr>
        <p:spPr>
          <a:xfrm>
            <a:off x="2381259" y="5385958"/>
            <a:ext cx="457199" cy="45719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cxnSp>
        <p:nvCxnSpPr>
          <p:cNvPr id="45" name="肘形连接符 44">
            <a:extLst>
              <a:ext uri="{FF2B5EF4-FFF2-40B4-BE49-F238E27FC236}">
                <a16:creationId xmlns:a16="http://schemas.microsoft.com/office/drawing/2014/main" id="{75A4D02D-DDE3-58D7-8A4B-4DB13FB6E33E}"/>
              </a:ext>
            </a:extLst>
          </p:cNvPr>
          <p:cNvCxnSpPr>
            <a:cxnSpLocks/>
          </p:cNvCxnSpPr>
          <p:nvPr/>
        </p:nvCxnSpPr>
        <p:spPr>
          <a:xfrm flipV="1">
            <a:off x="2498651" y="1573619"/>
            <a:ext cx="2126512" cy="138223"/>
          </a:xfrm>
          <a:prstGeom prst="bentConnector3">
            <a:avLst>
              <a:gd name="adj1" fmla="val 0"/>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cxnSp>
        <p:nvCxnSpPr>
          <p:cNvPr id="58" name="肘形连接符 57">
            <a:extLst>
              <a:ext uri="{FF2B5EF4-FFF2-40B4-BE49-F238E27FC236}">
                <a16:creationId xmlns:a16="http://schemas.microsoft.com/office/drawing/2014/main" id="{B9A50C98-E0C3-AA6D-BEB7-5BD97921346B}"/>
              </a:ext>
            </a:extLst>
          </p:cNvPr>
          <p:cNvCxnSpPr>
            <a:cxnSpLocks/>
          </p:cNvCxnSpPr>
          <p:nvPr/>
        </p:nvCxnSpPr>
        <p:spPr>
          <a:xfrm>
            <a:off x="2491991" y="2647741"/>
            <a:ext cx="889279" cy="653143"/>
          </a:xfrm>
          <a:prstGeom prst="bentConnector3">
            <a:avLst>
              <a:gd name="adj1" fmla="val 282"/>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肘形连接符 103">
            <a:extLst>
              <a:ext uri="{FF2B5EF4-FFF2-40B4-BE49-F238E27FC236}">
                <a16:creationId xmlns:a16="http://schemas.microsoft.com/office/drawing/2014/main" id="{20C8462F-CDA5-259F-FD7E-E72821C74068}"/>
              </a:ext>
            </a:extLst>
          </p:cNvPr>
          <p:cNvCxnSpPr>
            <a:cxnSpLocks/>
          </p:cNvCxnSpPr>
          <p:nvPr/>
        </p:nvCxnSpPr>
        <p:spPr>
          <a:xfrm>
            <a:off x="5735960" y="3212976"/>
            <a:ext cx="1614409" cy="630519"/>
          </a:xfrm>
          <a:prstGeom prst="bentConnector3">
            <a:avLst>
              <a:gd name="adj1" fmla="val 518"/>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肘形连接符 118">
            <a:extLst>
              <a:ext uri="{FF2B5EF4-FFF2-40B4-BE49-F238E27FC236}">
                <a16:creationId xmlns:a16="http://schemas.microsoft.com/office/drawing/2014/main" id="{6B9A9B16-B099-9D16-933E-E1A76BBD4E5E}"/>
              </a:ext>
            </a:extLst>
          </p:cNvPr>
          <p:cNvCxnSpPr>
            <a:cxnSpLocks/>
          </p:cNvCxnSpPr>
          <p:nvPr/>
        </p:nvCxnSpPr>
        <p:spPr>
          <a:xfrm>
            <a:off x="4451420" y="5355771"/>
            <a:ext cx="333426" cy="178265"/>
          </a:xfrm>
          <a:prstGeom prst="bentConnector3">
            <a:avLst>
              <a:gd name="adj1" fmla="val 98218"/>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肘形连接符 137">
            <a:extLst>
              <a:ext uri="{FF2B5EF4-FFF2-40B4-BE49-F238E27FC236}">
                <a16:creationId xmlns:a16="http://schemas.microsoft.com/office/drawing/2014/main" id="{8C80D8C8-1A5A-A4AB-32E7-F684221268C8}"/>
              </a:ext>
            </a:extLst>
          </p:cNvPr>
          <p:cNvCxnSpPr>
            <a:cxnSpLocks/>
          </p:cNvCxnSpPr>
          <p:nvPr/>
        </p:nvCxnSpPr>
        <p:spPr>
          <a:xfrm>
            <a:off x="3994220" y="4325815"/>
            <a:ext cx="2612571" cy="276330"/>
          </a:xfrm>
          <a:prstGeom prst="bentConnector3">
            <a:avLst>
              <a:gd name="adj1" fmla="val 100192"/>
            </a:avLst>
          </a:prstGeom>
          <a:ln w="25400">
            <a:solidFill>
              <a:srgbClr val="1E344D"/>
            </a:solidFill>
            <a:tailEnd type="triangle"/>
          </a:ln>
        </p:spPr>
        <p:style>
          <a:lnRef idx="1">
            <a:schemeClr val="accent1"/>
          </a:lnRef>
          <a:fillRef idx="0">
            <a:schemeClr val="accent1"/>
          </a:fillRef>
          <a:effectRef idx="0">
            <a:schemeClr val="accent1"/>
          </a:effectRef>
          <a:fontRef idx="minor">
            <a:schemeClr val="tx1"/>
          </a:fontRef>
        </p:style>
      </p:cxnSp>
      <p:sp>
        <p:nvSpPr>
          <p:cNvPr id="143" name="文本框 142">
            <a:extLst>
              <a:ext uri="{FF2B5EF4-FFF2-40B4-BE49-F238E27FC236}">
                <a16:creationId xmlns:a16="http://schemas.microsoft.com/office/drawing/2014/main" id="{5A9933F7-E39E-B004-1D9B-812B05701F18}"/>
              </a:ext>
            </a:extLst>
          </p:cNvPr>
          <p:cNvSpPr txBox="1"/>
          <p:nvPr/>
        </p:nvSpPr>
        <p:spPr>
          <a:xfrm>
            <a:off x="303943" y="1097699"/>
            <a:ext cx="2824812" cy="338554"/>
          </a:xfrm>
          <a:prstGeom prst="rect">
            <a:avLst/>
          </a:prstGeom>
          <a:noFill/>
        </p:spPr>
        <p:txBody>
          <a:bodyPr wrap="none" rtlCol="0">
            <a:spAutoFit/>
          </a:bodyPr>
          <a:lstStyle/>
          <a:p>
            <a:r>
              <a:rPr kumimoji="1" lang="en-US" altLang="zh-CN" sz="1600" dirty="0">
                <a:solidFill>
                  <a:srgbClr val="212121"/>
                </a:solidFill>
                <a:latin typeface="Alibaba PuHuiTi" pitchFamily="18" charset="-122"/>
                <a:ea typeface="Alibaba PuHuiTi" pitchFamily="18" charset="-122"/>
                <a:cs typeface="Alibaba PuHuiTi" pitchFamily="18" charset="-122"/>
              </a:rPr>
              <a:t>Average</a:t>
            </a:r>
            <a:r>
              <a:rPr kumimoji="1" lang="zh-CN" altLang="en-US" sz="1600" dirty="0">
                <a:solidFill>
                  <a:srgbClr val="212121"/>
                </a:solidFill>
                <a:latin typeface="Alibaba PuHuiTi" pitchFamily="18" charset="-122"/>
                <a:ea typeface="Alibaba PuHuiTi" pitchFamily="18" charset="-122"/>
                <a:cs typeface="Alibaba PuHuiTi" pitchFamily="18" charset="-122"/>
              </a:rPr>
              <a:t> </a:t>
            </a:r>
            <a:r>
              <a:rPr kumimoji="1" lang="en-US" altLang="zh-CN" sz="1600" dirty="0">
                <a:solidFill>
                  <a:srgbClr val="212121"/>
                </a:solidFill>
                <a:latin typeface="Alibaba PuHuiTi" pitchFamily="18" charset="-122"/>
                <a:ea typeface="Alibaba PuHuiTi" pitchFamily="18" charset="-122"/>
                <a:cs typeface="Alibaba PuHuiTi" pitchFamily="18" charset="-122"/>
              </a:rPr>
              <a:t> visits </a:t>
            </a:r>
            <a:r>
              <a:rPr kumimoji="1" lang="zh-CN" altLang="en-US" sz="1600" dirty="0">
                <a:solidFill>
                  <a:srgbClr val="212121"/>
                </a:solidFill>
                <a:latin typeface="Alibaba PuHuiTi" pitchFamily="18" charset="-122"/>
                <a:ea typeface="Alibaba PuHuiTi" pitchFamily="18" charset="-122"/>
                <a:cs typeface="Alibaba PuHuiTi" pitchFamily="18" charset="-122"/>
              </a:rPr>
              <a:t> </a:t>
            </a:r>
            <a:r>
              <a:rPr kumimoji="1" lang="en-US" altLang="zh-CN" sz="1600" dirty="0">
                <a:solidFill>
                  <a:srgbClr val="212121"/>
                </a:solidFill>
                <a:latin typeface="Alibaba PuHuiTi" pitchFamily="18" charset="-122"/>
                <a:ea typeface="Alibaba PuHuiTi" pitchFamily="18" charset="-122"/>
                <a:cs typeface="Alibaba PuHuiTi" pitchFamily="18" charset="-122"/>
              </a:rPr>
              <a:t>per </a:t>
            </a:r>
            <a:r>
              <a:rPr kumimoji="1" lang="zh-CN" altLang="en-US" sz="1600" dirty="0">
                <a:solidFill>
                  <a:srgbClr val="212121"/>
                </a:solidFill>
                <a:latin typeface="Alibaba PuHuiTi" pitchFamily="18" charset="-122"/>
                <a:ea typeface="Alibaba PuHuiTi" pitchFamily="18" charset="-122"/>
                <a:cs typeface="Alibaba PuHuiTi" pitchFamily="18" charset="-122"/>
              </a:rPr>
              <a:t> </a:t>
            </a:r>
            <a:r>
              <a:rPr kumimoji="1" lang="en-US" altLang="zh-CN" sz="1600" dirty="0">
                <a:solidFill>
                  <a:srgbClr val="212121"/>
                </a:solidFill>
                <a:latin typeface="Alibaba PuHuiTi" pitchFamily="18" charset="-122"/>
                <a:ea typeface="Alibaba PuHuiTi" pitchFamily="18" charset="-122"/>
                <a:cs typeface="Alibaba PuHuiTi" pitchFamily="18" charset="-122"/>
              </a:rPr>
              <a:t>month</a:t>
            </a:r>
            <a:endParaRPr kumimoji="1" lang="zh-CN" altLang="en-US" sz="1600" dirty="0">
              <a:solidFill>
                <a:srgbClr val="212121"/>
              </a:solidFill>
              <a:latin typeface="Alibaba PuHuiTi" pitchFamily="18" charset="-122"/>
              <a:ea typeface="Alibaba PuHuiTi" pitchFamily="18" charset="-122"/>
              <a:cs typeface="Alibaba PuHuiTi" pitchFamily="18" charset="-122"/>
            </a:endParaRPr>
          </a:p>
        </p:txBody>
      </p:sp>
      <p:sp>
        <p:nvSpPr>
          <p:cNvPr id="144" name="文本框 143">
            <a:extLst>
              <a:ext uri="{FF2B5EF4-FFF2-40B4-BE49-F238E27FC236}">
                <a16:creationId xmlns:a16="http://schemas.microsoft.com/office/drawing/2014/main" id="{FD8358F6-D4D5-C817-1B86-ABA6F5F0660F}"/>
              </a:ext>
            </a:extLst>
          </p:cNvPr>
          <p:cNvSpPr txBox="1"/>
          <p:nvPr/>
        </p:nvSpPr>
        <p:spPr>
          <a:xfrm>
            <a:off x="295614" y="2248586"/>
            <a:ext cx="471604" cy="276999"/>
          </a:xfrm>
          <a:prstGeom prst="rect">
            <a:avLst/>
          </a:prstGeom>
          <a:noFill/>
        </p:spPr>
        <p:txBody>
          <a:bodyPr wrap="none" rtlCol="0">
            <a:spAutoFit/>
          </a:bodyPr>
          <a:lstStyle/>
          <a:p>
            <a:r>
              <a:rPr kumimoji="1" lang="en-US" altLang="zh-CN" sz="1200" dirty="0">
                <a:solidFill>
                  <a:srgbClr val="212121"/>
                </a:solidFill>
                <a:latin typeface="Alibaba PuHuiTi Light" pitchFamily="18" charset="-122"/>
                <a:ea typeface="Alibaba PuHuiTi Light" pitchFamily="18" charset="-122"/>
                <a:cs typeface="Alibaba PuHuiTi Light" pitchFamily="18" charset="-122"/>
              </a:rPr>
              <a:t>30M</a:t>
            </a:r>
            <a:endParaRPr kumimoji="1" lang="zh-CN" altLang="en-US" sz="1200" dirty="0">
              <a:solidFill>
                <a:srgbClr val="212121"/>
              </a:solidFill>
              <a:latin typeface="Alibaba PuHuiTi Light" pitchFamily="18" charset="-122"/>
              <a:ea typeface="Alibaba PuHuiTi Light" pitchFamily="18" charset="-122"/>
              <a:cs typeface="Alibaba PuHuiTi Light" pitchFamily="18" charset="-122"/>
            </a:endParaRPr>
          </a:p>
        </p:txBody>
      </p:sp>
      <p:sp>
        <p:nvSpPr>
          <p:cNvPr id="151" name="文本框 150">
            <a:extLst>
              <a:ext uri="{FF2B5EF4-FFF2-40B4-BE49-F238E27FC236}">
                <a16:creationId xmlns:a16="http://schemas.microsoft.com/office/drawing/2014/main" id="{60D5212E-9BDD-AE0F-4F6D-BEE40AADD592}"/>
              </a:ext>
            </a:extLst>
          </p:cNvPr>
          <p:cNvSpPr txBox="1"/>
          <p:nvPr/>
        </p:nvSpPr>
        <p:spPr>
          <a:xfrm>
            <a:off x="295614" y="3140968"/>
            <a:ext cx="471604" cy="276999"/>
          </a:xfrm>
          <a:prstGeom prst="rect">
            <a:avLst/>
          </a:prstGeom>
          <a:noFill/>
        </p:spPr>
        <p:txBody>
          <a:bodyPr wrap="none" rtlCol="0">
            <a:spAutoFit/>
          </a:bodyPr>
          <a:lstStyle/>
          <a:p>
            <a:r>
              <a:rPr kumimoji="1" lang="en-US" altLang="zh-CN" sz="1200" dirty="0">
                <a:solidFill>
                  <a:srgbClr val="212121"/>
                </a:solidFill>
                <a:latin typeface="Alibaba PuHuiTi Light" pitchFamily="18" charset="-122"/>
                <a:ea typeface="Alibaba PuHuiTi Light" pitchFamily="18" charset="-122"/>
                <a:cs typeface="Alibaba PuHuiTi Light" pitchFamily="18" charset="-122"/>
              </a:rPr>
              <a:t>25M</a:t>
            </a:r>
            <a:endParaRPr kumimoji="1" lang="zh-CN" altLang="en-US" sz="1200" dirty="0">
              <a:solidFill>
                <a:srgbClr val="212121"/>
              </a:solidFill>
              <a:latin typeface="Alibaba PuHuiTi Light" pitchFamily="18" charset="-122"/>
              <a:ea typeface="Alibaba PuHuiTi Light" pitchFamily="18" charset="-122"/>
              <a:cs typeface="Alibaba PuHuiTi Light" pitchFamily="18" charset="-122"/>
            </a:endParaRPr>
          </a:p>
        </p:txBody>
      </p:sp>
      <p:sp>
        <p:nvSpPr>
          <p:cNvPr id="157" name="文本框 156">
            <a:extLst>
              <a:ext uri="{FF2B5EF4-FFF2-40B4-BE49-F238E27FC236}">
                <a16:creationId xmlns:a16="http://schemas.microsoft.com/office/drawing/2014/main" id="{9E4C9C18-2EB7-AA28-9DFC-99EDDAC106BD}"/>
              </a:ext>
            </a:extLst>
          </p:cNvPr>
          <p:cNvSpPr txBox="1"/>
          <p:nvPr/>
        </p:nvSpPr>
        <p:spPr>
          <a:xfrm>
            <a:off x="295614" y="3861048"/>
            <a:ext cx="471604" cy="276999"/>
          </a:xfrm>
          <a:prstGeom prst="rect">
            <a:avLst/>
          </a:prstGeom>
          <a:noFill/>
        </p:spPr>
        <p:txBody>
          <a:bodyPr wrap="none" rtlCol="0">
            <a:spAutoFit/>
          </a:bodyPr>
          <a:lstStyle/>
          <a:p>
            <a:r>
              <a:rPr kumimoji="1" lang="en-US" altLang="zh-CN" sz="1200" dirty="0">
                <a:solidFill>
                  <a:srgbClr val="212121"/>
                </a:solidFill>
                <a:latin typeface="Alibaba PuHuiTi Light" pitchFamily="18" charset="-122"/>
                <a:ea typeface="Alibaba PuHuiTi Light" pitchFamily="18" charset="-122"/>
                <a:cs typeface="Alibaba PuHuiTi Light" pitchFamily="18" charset="-122"/>
              </a:rPr>
              <a:t>20M</a:t>
            </a:r>
            <a:endParaRPr kumimoji="1" lang="zh-CN" altLang="en-US" sz="1200" dirty="0">
              <a:solidFill>
                <a:srgbClr val="212121"/>
              </a:solidFill>
              <a:latin typeface="Alibaba PuHuiTi Light" pitchFamily="18" charset="-122"/>
              <a:ea typeface="Alibaba PuHuiTi Light" pitchFamily="18" charset="-122"/>
              <a:cs typeface="Alibaba PuHuiTi Light" pitchFamily="18" charset="-122"/>
            </a:endParaRPr>
          </a:p>
        </p:txBody>
      </p:sp>
      <p:sp>
        <p:nvSpPr>
          <p:cNvPr id="158" name="文本框 157">
            <a:extLst>
              <a:ext uri="{FF2B5EF4-FFF2-40B4-BE49-F238E27FC236}">
                <a16:creationId xmlns:a16="http://schemas.microsoft.com/office/drawing/2014/main" id="{ECE8E63E-F453-C2C7-1884-2AA6488A45E9}"/>
              </a:ext>
            </a:extLst>
          </p:cNvPr>
          <p:cNvSpPr txBox="1"/>
          <p:nvPr/>
        </p:nvSpPr>
        <p:spPr>
          <a:xfrm>
            <a:off x="295614" y="4725144"/>
            <a:ext cx="471604" cy="276999"/>
          </a:xfrm>
          <a:prstGeom prst="rect">
            <a:avLst/>
          </a:prstGeom>
          <a:noFill/>
        </p:spPr>
        <p:txBody>
          <a:bodyPr wrap="none" rtlCol="0">
            <a:spAutoFit/>
          </a:bodyPr>
          <a:lstStyle/>
          <a:p>
            <a:r>
              <a:rPr kumimoji="1" lang="en-US" altLang="zh-CN" sz="1200" dirty="0">
                <a:solidFill>
                  <a:srgbClr val="212121"/>
                </a:solidFill>
                <a:latin typeface="Alibaba PuHuiTi Light" pitchFamily="18" charset="-122"/>
                <a:ea typeface="Alibaba PuHuiTi Light" pitchFamily="18" charset="-122"/>
                <a:cs typeface="Alibaba PuHuiTi Light" pitchFamily="18" charset="-122"/>
              </a:rPr>
              <a:t>15M</a:t>
            </a:r>
            <a:endParaRPr kumimoji="1" lang="zh-CN" altLang="en-US" sz="1200" dirty="0">
              <a:solidFill>
                <a:srgbClr val="212121"/>
              </a:solidFill>
              <a:latin typeface="Alibaba PuHuiTi Light" pitchFamily="18" charset="-122"/>
              <a:ea typeface="Alibaba PuHuiTi Light" pitchFamily="18" charset="-122"/>
              <a:cs typeface="Alibaba PuHuiTi Light" pitchFamily="18" charset="-122"/>
            </a:endParaRPr>
          </a:p>
        </p:txBody>
      </p:sp>
      <p:sp>
        <p:nvSpPr>
          <p:cNvPr id="180" name="文本框 179">
            <a:extLst>
              <a:ext uri="{FF2B5EF4-FFF2-40B4-BE49-F238E27FC236}">
                <a16:creationId xmlns:a16="http://schemas.microsoft.com/office/drawing/2014/main" id="{9535411F-E0E5-6806-495A-E2912EC98450}"/>
              </a:ext>
            </a:extLst>
          </p:cNvPr>
          <p:cNvSpPr txBox="1"/>
          <p:nvPr/>
        </p:nvSpPr>
        <p:spPr>
          <a:xfrm>
            <a:off x="295614" y="5517232"/>
            <a:ext cx="471604" cy="276999"/>
          </a:xfrm>
          <a:prstGeom prst="rect">
            <a:avLst/>
          </a:prstGeom>
          <a:noFill/>
        </p:spPr>
        <p:txBody>
          <a:bodyPr wrap="none" rtlCol="0">
            <a:spAutoFit/>
          </a:bodyPr>
          <a:lstStyle/>
          <a:p>
            <a:r>
              <a:rPr kumimoji="1" lang="en-US" altLang="zh-CN" sz="1200" dirty="0">
                <a:solidFill>
                  <a:srgbClr val="212121"/>
                </a:solidFill>
                <a:latin typeface="Alibaba PuHuiTi Light" pitchFamily="18" charset="-122"/>
                <a:ea typeface="Alibaba PuHuiTi Light" pitchFamily="18" charset="-122"/>
                <a:cs typeface="Alibaba PuHuiTi Light" pitchFamily="18" charset="-122"/>
              </a:rPr>
              <a:t>10M</a:t>
            </a:r>
            <a:endParaRPr kumimoji="1" lang="zh-CN" altLang="en-US" sz="1200" dirty="0">
              <a:solidFill>
                <a:srgbClr val="212121"/>
              </a:solidFill>
              <a:latin typeface="Alibaba PuHuiTi Light" pitchFamily="18" charset="-122"/>
              <a:ea typeface="Alibaba PuHuiTi Light" pitchFamily="18" charset="-122"/>
              <a:cs typeface="Alibaba PuHuiTi Light" pitchFamily="18" charset="-122"/>
            </a:endParaRPr>
          </a:p>
        </p:txBody>
      </p:sp>
      <p:sp>
        <p:nvSpPr>
          <p:cNvPr id="181" name="文本框 180">
            <a:extLst>
              <a:ext uri="{FF2B5EF4-FFF2-40B4-BE49-F238E27FC236}">
                <a16:creationId xmlns:a16="http://schemas.microsoft.com/office/drawing/2014/main" id="{331DDE6E-DD77-D039-2A94-ACEAE2A4A2FF}"/>
              </a:ext>
            </a:extLst>
          </p:cNvPr>
          <p:cNvSpPr txBox="1"/>
          <p:nvPr/>
        </p:nvSpPr>
        <p:spPr>
          <a:xfrm>
            <a:off x="295614" y="6309320"/>
            <a:ext cx="388248" cy="276999"/>
          </a:xfrm>
          <a:prstGeom prst="rect">
            <a:avLst/>
          </a:prstGeom>
          <a:noFill/>
        </p:spPr>
        <p:txBody>
          <a:bodyPr wrap="none" rtlCol="0">
            <a:spAutoFit/>
          </a:bodyPr>
          <a:lstStyle/>
          <a:p>
            <a:r>
              <a:rPr kumimoji="1" lang="en-US" altLang="zh-CN" sz="1200" dirty="0">
                <a:solidFill>
                  <a:srgbClr val="212121"/>
                </a:solidFill>
                <a:latin typeface="Alibaba PuHuiTi Light" pitchFamily="18" charset="-122"/>
                <a:ea typeface="Alibaba PuHuiTi Light" pitchFamily="18" charset="-122"/>
                <a:cs typeface="Alibaba PuHuiTi Light" pitchFamily="18" charset="-122"/>
              </a:rPr>
              <a:t>5M</a:t>
            </a:r>
            <a:endParaRPr kumimoji="1" lang="zh-CN" altLang="en-US" sz="1200" dirty="0">
              <a:solidFill>
                <a:srgbClr val="212121"/>
              </a:solidFill>
              <a:latin typeface="Alibaba PuHuiTi Light" pitchFamily="18" charset="-122"/>
              <a:ea typeface="Alibaba PuHuiTi Light" pitchFamily="18" charset="-122"/>
              <a:cs typeface="Alibaba PuHuiTi Light" pitchFamily="18" charset="-122"/>
            </a:endParaRPr>
          </a:p>
        </p:txBody>
      </p:sp>
      <p:sp>
        <p:nvSpPr>
          <p:cNvPr id="182" name="文本框 181">
            <a:extLst>
              <a:ext uri="{FF2B5EF4-FFF2-40B4-BE49-F238E27FC236}">
                <a16:creationId xmlns:a16="http://schemas.microsoft.com/office/drawing/2014/main" id="{3072B31E-FD6A-E487-40A6-FF586D6BE157}"/>
              </a:ext>
            </a:extLst>
          </p:cNvPr>
          <p:cNvSpPr txBox="1"/>
          <p:nvPr/>
        </p:nvSpPr>
        <p:spPr>
          <a:xfrm>
            <a:off x="1169042" y="1828801"/>
            <a:ext cx="2581155" cy="708399"/>
          </a:xfrm>
          <a:prstGeom prst="rect">
            <a:avLst/>
          </a:prstGeom>
          <a:noFill/>
        </p:spPr>
        <p:txBody>
          <a:bodyPr wrap="square" rtlCol="0">
            <a:spAutoFit/>
          </a:bodyPr>
          <a:lstStyle/>
          <a:p>
            <a:pPr>
              <a:lnSpc>
                <a:spcPct val="150000"/>
              </a:lnSpc>
            </a:pPr>
            <a:r>
              <a:rPr kumimoji="1" lang="en" altLang="zh-CN" sz="1400" dirty="0">
                <a:solidFill>
                  <a:srgbClr val="21212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212121"/>
                </a:solidFill>
                <a:latin typeface="Alibaba PuHuiTi" pitchFamily="18" charset="-122"/>
                <a:ea typeface="Alibaba PuHuiTi" pitchFamily="18" charset="-122"/>
                <a:cs typeface="Alibaba PuHuiTi" pitchFamily="18" charset="-122"/>
              </a:rPr>
              <a:t>.</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83" name="文本框 182">
            <a:extLst>
              <a:ext uri="{FF2B5EF4-FFF2-40B4-BE49-F238E27FC236}">
                <a16:creationId xmlns:a16="http://schemas.microsoft.com/office/drawing/2014/main" id="{6FB26EC8-F094-31A9-10CF-A14E5AD95F0A}"/>
              </a:ext>
            </a:extLst>
          </p:cNvPr>
          <p:cNvSpPr txBox="1"/>
          <p:nvPr/>
        </p:nvSpPr>
        <p:spPr>
          <a:xfrm>
            <a:off x="4511824" y="2492896"/>
            <a:ext cx="2581155" cy="708399"/>
          </a:xfrm>
          <a:prstGeom prst="rect">
            <a:avLst/>
          </a:prstGeom>
          <a:noFill/>
        </p:spPr>
        <p:txBody>
          <a:bodyPr wrap="square" rtlCol="0">
            <a:spAutoFit/>
          </a:bodyPr>
          <a:lstStyle/>
          <a:p>
            <a:pPr>
              <a:lnSpc>
                <a:spcPct val="150000"/>
              </a:lnSpc>
            </a:pPr>
            <a:r>
              <a:rPr kumimoji="1" lang="en" altLang="zh-CN" sz="1400" dirty="0">
                <a:solidFill>
                  <a:srgbClr val="21212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212121"/>
                </a:solidFill>
                <a:latin typeface="Alibaba PuHuiTi" pitchFamily="18" charset="-122"/>
                <a:ea typeface="Alibaba PuHuiTi" pitchFamily="18" charset="-122"/>
                <a:cs typeface="Alibaba PuHuiTi" pitchFamily="18" charset="-122"/>
              </a:rPr>
              <a:t>.</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84" name="文本框 183">
            <a:extLst>
              <a:ext uri="{FF2B5EF4-FFF2-40B4-BE49-F238E27FC236}">
                <a16:creationId xmlns:a16="http://schemas.microsoft.com/office/drawing/2014/main" id="{973D02B4-36FE-393E-5E8F-A5F4D590E11B}"/>
              </a:ext>
            </a:extLst>
          </p:cNvPr>
          <p:cNvSpPr txBox="1"/>
          <p:nvPr/>
        </p:nvSpPr>
        <p:spPr>
          <a:xfrm>
            <a:off x="1487488" y="4149080"/>
            <a:ext cx="2581155" cy="708399"/>
          </a:xfrm>
          <a:prstGeom prst="rect">
            <a:avLst/>
          </a:prstGeom>
          <a:noFill/>
        </p:spPr>
        <p:txBody>
          <a:bodyPr wrap="square" rtlCol="0">
            <a:spAutoFit/>
          </a:bodyPr>
          <a:lstStyle/>
          <a:p>
            <a:pPr>
              <a:lnSpc>
                <a:spcPct val="150000"/>
              </a:lnSpc>
            </a:pPr>
            <a:r>
              <a:rPr kumimoji="1" lang="en" altLang="zh-CN" sz="1400" dirty="0">
                <a:solidFill>
                  <a:srgbClr val="212121"/>
                </a:solidFill>
                <a:latin typeface="Alibaba PuHuiTi" pitchFamily="18" charset="-122"/>
                <a:ea typeface="Alibaba PuHuiTi" pitchFamily="18" charset="-122"/>
                <a:cs typeface="Alibaba PuHuiTi" pitchFamily="18" charset="-122"/>
              </a:rPr>
              <a:t>Here you can write the case that you think is correct</a:t>
            </a:r>
            <a:r>
              <a:rPr kumimoji="1" lang="en-US" altLang="zh-CN" sz="1400" dirty="0">
                <a:solidFill>
                  <a:srgbClr val="212121"/>
                </a:solidFill>
                <a:latin typeface="Alibaba PuHuiTi" pitchFamily="18" charset="-122"/>
                <a:ea typeface="Alibaba PuHuiTi" pitchFamily="18" charset="-122"/>
                <a:cs typeface="Alibaba PuHuiTi" pitchFamily="18" charset="-122"/>
              </a:rPr>
              <a:t>.</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85" name="文本框 184">
            <a:extLst>
              <a:ext uri="{FF2B5EF4-FFF2-40B4-BE49-F238E27FC236}">
                <a16:creationId xmlns:a16="http://schemas.microsoft.com/office/drawing/2014/main" id="{9F951C4F-68F2-3DA7-050C-A65FBDB28E67}"/>
              </a:ext>
            </a:extLst>
          </p:cNvPr>
          <p:cNvSpPr txBox="1"/>
          <p:nvPr/>
        </p:nvSpPr>
        <p:spPr>
          <a:xfrm>
            <a:off x="2998542" y="5094199"/>
            <a:ext cx="1677631" cy="385234"/>
          </a:xfrm>
          <a:prstGeom prst="rect">
            <a:avLst/>
          </a:prstGeom>
          <a:noFill/>
        </p:spPr>
        <p:txBody>
          <a:bodyPr wrap="square" rtlCol="0">
            <a:spAutoFit/>
          </a:bodyPr>
          <a:lstStyle/>
          <a:p>
            <a:pPr>
              <a:lnSpc>
                <a:spcPct val="150000"/>
              </a:lnSpc>
            </a:pPr>
            <a:r>
              <a:rPr kumimoji="1" lang="en" altLang="zh-CN" sz="1400" dirty="0">
                <a:solidFill>
                  <a:srgbClr val="212121"/>
                </a:solidFill>
                <a:latin typeface="Alibaba PuHuiTi" pitchFamily="18" charset="-122"/>
                <a:ea typeface="Alibaba PuHuiTi" pitchFamily="18" charset="-122"/>
                <a:cs typeface="Alibaba PuHuiTi" pitchFamily="18" charset="-122"/>
              </a:rPr>
              <a:t>YOUNAOZIPPT</a:t>
            </a:r>
            <a:r>
              <a:rPr kumimoji="1" lang="en-US" altLang="zh-CN" sz="1400" dirty="0">
                <a:solidFill>
                  <a:srgbClr val="212121"/>
                </a:solidFill>
                <a:latin typeface="Alibaba PuHuiTi" pitchFamily="18" charset="-122"/>
                <a:ea typeface="Alibaba PuHuiTi" pitchFamily="18" charset="-122"/>
                <a:cs typeface="Alibaba PuHuiTi" pitchFamily="18" charset="-122"/>
              </a:rPr>
              <a:t>.</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86" name="文本框 185">
            <a:extLst>
              <a:ext uri="{FF2B5EF4-FFF2-40B4-BE49-F238E27FC236}">
                <a16:creationId xmlns:a16="http://schemas.microsoft.com/office/drawing/2014/main" id="{57123860-8B7C-AE67-914A-C8DA4ADA27DC}"/>
              </a:ext>
            </a:extLst>
          </p:cNvPr>
          <p:cNvSpPr txBox="1"/>
          <p:nvPr/>
        </p:nvSpPr>
        <p:spPr>
          <a:xfrm>
            <a:off x="5683169" y="3826324"/>
            <a:ext cx="2453172"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WWW.YOUNAOZIPPT</a:t>
            </a:r>
            <a:r>
              <a:rPr kumimoji="1" lang="en-US" altLang="zh-CN" sz="1100" dirty="0">
                <a:solidFill>
                  <a:srgbClr val="212121"/>
                </a:solidFill>
                <a:latin typeface="Alibaba PuHuiTi" pitchFamily="18" charset="-122"/>
                <a:ea typeface="Alibaba PuHuiTi" pitchFamily="18" charset="-122"/>
                <a:cs typeface="Alibaba PuHuiTi" pitchFamily="18" charset="-122"/>
              </a:rPr>
              <a:t>.</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87" name="文本框 186">
            <a:extLst>
              <a:ext uri="{FF2B5EF4-FFF2-40B4-BE49-F238E27FC236}">
                <a16:creationId xmlns:a16="http://schemas.microsoft.com/office/drawing/2014/main" id="{4B5037B7-25EB-C1B6-C79C-CAD5130859AC}"/>
              </a:ext>
            </a:extLst>
          </p:cNvPr>
          <p:cNvSpPr txBox="1"/>
          <p:nvPr/>
        </p:nvSpPr>
        <p:spPr>
          <a:xfrm>
            <a:off x="4406537" y="1812660"/>
            <a:ext cx="2453172"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YOUNAOZIPPT</a:t>
            </a:r>
            <a:r>
              <a:rPr kumimoji="1" lang="en-US" altLang="zh-CN" sz="1100" dirty="0">
                <a:solidFill>
                  <a:srgbClr val="212121"/>
                </a:solidFill>
                <a:latin typeface="Alibaba PuHuiTi" pitchFamily="18" charset="-122"/>
                <a:ea typeface="Alibaba PuHuiTi" pitchFamily="18" charset="-122"/>
                <a:cs typeface="Alibaba PuHuiTi" pitchFamily="18" charset="-122"/>
              </a:rPr>
              <a:t>.COM</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88" name="文本框 187">
            <a:extLst>
              <a:ext uri="{FF2B5EF4-FFF2-40B4-BE49-F238E27FC236}">
                <a16:creationId xmlns:a16="http://schemas.microsoft.com/office/drawing/2014/main" id="{B5584BE3-378D-F060-7ED3-C2143C044F4F}"/>
              </a:ext>
            </a:extLst>
          </p:cNvPr>
          <p:cNvSpPr txBox="1"/>
          <p:nvPr/>
        </p:nvSpPr>
        <p:spPr>
          <a:xfrm>
            <a:off x="3071664" y="3573016"/>
            <a:ext cx="2453172"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YOUNAOZIPPT</a:t>
            </a:r>
            <a:r>
              <a:rPr kumimoji="1" lang="en-US" altLang="zh-CN" sz="1100" dirty="0">
                <a:solidFill>
                  <a:srgbClr val="212121"/>
                </a:solidFill>
                <a:latin typeface="Alibaba PuHuiTi" pitchFamily="18" charset="-122"/>
                <a:ea typeface="Alibaba PuHuiTi" pitchFamily="18" charset="-122"/>
                <a:cs typeface="Alibaba PuHuiTi" pitchFamily="18" charset="-122"/>
              </a:rPr>
              <a:t>.COM</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89" name="文本框 188">
            <a:extLst>
              <a:ext uri="{FF2B5EF4-FFF2-40B4-BE49-F238E27FC236}">
                <a16:creationId xmlns:a16="http://schemas.microsoft.com/office/drawing/2014/main" id="{9B665C55-3956-E224-5C05-F8E6BA112217}"/>
              </a:ext>
            </a:extLst>
          </p:cNvPr>
          <p:cNvSpPr txBox="1"/>
          <p:nvPr/>
        </p:nvSpPr>
        <p:spPr>
          <a:xfrm>
            <a:off x="1847528" y="5877272"/>
            <a:ext cx="2453172"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WWW.YOUNAOZIPPT</a:t>
            </a:r>
            <a:r>
              <a:rPr kumimoji="1" lang="en-US" altLang="zh-CN" sz="1100" dirty="0">
                <a:solidFill>
                  <a:srgbClr val="212121"/>
                </a:solidFill>
                <a:latin typeface="Alibaba PuHuiTi" pitchFamily="18" charset="-122"/>
                <a:ea typeface="Alibaba PuHuiTi" pitchFamily="18" charset="-122"/>
                <a:cs typeface="Alibaba PuHuiTi" pitchFamily="18" charset="-122"/>
              </a:rPr>
              <a:t>.</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90" name="文本框 189">
            <a:extLst>
              <a:ext uri="{FF2B5EF4-FFF2-40B4-BE49-F238E27FC236}">
                <a16:creationId xmlns:a16="http://schemas.microsoft.com/office/drawing/2014/main" id="{5D0C634B-7522-FF07-596F-F4A3DAB58417}"/>
              </a:ext>
            </a:extLst>
          </p:cNvPr>
          <p:cNvSpPr txBox="1"/>
          <p:nvPr/>
        </p:nvSpPr>
        <p:spPr>
          <a:xfrm>
            <a:off x="4201978" y="6081721"/>
            <a:ext cx="995055"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WWW. PPT</a:t>
            </a:r>
            <a:r>
              <a:rPr kumimoji="1" lang="en-US" altLang="zh-CN" sz="1100" dirty="0">
                <a:solidFill>
                  <a:srgbClr val="212121"/>
                </a:solidFill>
                <a:latin typeface="Alibaba PuHuiTi" pitchFamily="18" charset="-122"/>
                <a:ea typeface="Alibaba PuHuiTi" pitchFamily="18" charset="-122"/>
                <a:cs typeface="Alibaba PuHuiTi" pitchFamily="18" charset="-122"/>
              </a:rPr>
              <a:t>.</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91" name="文本框 190">
            <a:extLst>
              <a:ext uri="{FF2B5EF4-FFF2-40B4-BE49-F238E27FC236}">
                <a16:creationId xmlns:a16="http://schemas.microsoft.com/office/drawing/2014/main" id="{A11685AD-46B3-6ABB-6CA7-625FC3C3BAD3}"/>
              </a:ext>
            </a:extLst>
          </p:cNvPr>
          <p:cNvSpPr txBox="1"/>
          <p:nvPr/>
        </p:nvSpPr>
        <p:spPr>
          <a:xfrm>
            <a:off x="5303912" y="5805264"/>
            <a:ext cx="995055"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NET. PPT</a:t>
            </a:r>
            <a:r>
              <a:rPr kumimoji="1" lang="en-US" altLang="zh-CN" sz="1100" dirty="0">
                <a:solidFill>
                  <a:srgbClr val="212121"/>
                </a:solidFill>
                <a:latin typeface="Alibaba PuHuiTi" pitchFamily="18" charset="-122"/>
                <a:ea typeface="Alibaba PuHuiTi" pitchFamily="18" charset="-122"/>
                <a:cs typeface="Alibaba PuHuiTi" pitchFamily="18" charset="-122"/>
              </a:rPr>
              <a:t>.</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92" name="文本框 191">
            <a:extLst>
              <a:ext uri="{FF2B5EF4-FFF2-40B4-BE49-F238E27FC236}">
                <a16:creationId xmlns:a16="http://schemas.microsoft.com/office/drawing/2014/main" id="{20580C41-75D9-D7CF-F8AE-2F8808CC5CD0}"/>
              </a:ext>
            </a:extLst>
          </p:cNvPr>
          <p:cNvSpPr txBox="1"/>
          <p:nvPr/>
        </p:nvSpPr>
        <p:spPr>
          <a:xfrm>
            <a:off x="4583832" y="4725144"/>
            <a:ext cx="995055"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NET. PPT</a:t>
            </a:r>
            <a:r>
              <a:rPr kumimoji="1" lang="en-US" altLang="zh-CN" sz="1100" dirty="0">
                <a:solidFill>
                  <a:srgbClr val="212121"/>
                </a:solidFill>
                <a:latin typeface="Alibaba PuHuiTi" pitchFamily="18" charset="-122"/>
                <a:ea typeface="Alibaba PuHuiTi" pitchFamily="18" charset="-122"/>
                <a:cs typeface="Alibaba PuHuiTi" pitchFamily="18" charset="-122"/>
              </a:rPr>
              <a:t>.</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93" name="文本框 192">
            <a:extLst>
              <a:ext uri="{FF2B5EF4-FFF2-40B4-BE49-F238E27FC236}">
                <a16:creationId xmlns:a16="http://schemas.microsoft.com/office/drawing/2014/main" id="{5BFFADC4-4AD2-BB60-D888-500E150A2948}"/>
              </a:ext>
            </a:extLst>
          </p:cNvPr>
          <p:cNvSpPr txBox="1"/>
          <p:nvPr/>
        </p:nvSpPr>
        <p:spPr>
          <a:xfrm>
            <a:off x="5807968" y="4581128"/>
            <a:ext cx="2453172"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YOUNAOZIPPT</a:t>
            </a:r>
            <a:r>
              <a:rPr kumimoji="1" lang="en-US" altLang="zh-CN" sz="1100" dirty="0">
                <a:solidFill>
                  <a:srgbClr val="212121"/>
                </a:solidFill>
                <a:latin typeface="Alibaba PuHuiTi" pitchFamily="18" charset="-122"/>
                <a:ea typeface="Alibaba PuHuiTi" pitchFamily="18" charset="-122"/>
                <a:cs typeface="Alibaba PuHuiTi" pitchFamily="18" charset="-122"/>
              </a:rPr>
              <a:t>.COM</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94" name="文本框 193">
            <a:extLst>
              <a:ext uri="{FF2B5EF4-FFF2-40B4-BE49-F238E27FC236}">
                <a16:creationId xmlns:a16="http://schemas.microsoft.com/office/drawing/2014/main" id="{60529843-4698-97EE-62B1-55A9FB83EEF2}"/>
              </a:ext>
            </a:extLst>
          </p:cNvPr>
          <p:cNvSpPr txBox="1"/>
          <p:nvPr/>
        </p:nvSpPr>
        <p:spPr>
          <a:xfrm>
            <a:off x="6816080" y="5733256"/>
            <a:ext cx="995055" cy="322461"/>
          </a:xfrm>
          <a:prstGeom prst="rect">
            <a:avLst/>
          </a:prstGeom>
          <a:noFill/>
        </p:spPr>
        <p:txBody>
          <a:bodyPr wrap="square" rtlCol="0">
            <a:spAutoFit/>
          </a:bodyPr>
          <a:lstStyle/>
          <a:p>
            <a:pPr>
              <a:lnSpc>
                <a:spcPct val="150000"/>
              </a:lnSpc>
            </a:pPr>
            <a:r>
              <a:rPr kumimoji="1" lang="en" altLang="zh-CN" sz="1100" dirty="0">
                <a:solidFill>
                  <a:srgbClr val="212121"/>
                </a:solidFill>
                <a:latin typeface="Alibaba PuHuiTi" pitchFamily="18" charset="-122"/>
                <a:ea typeface="Alibaba PuHuiTi" pitchFamily="18" charset="-122"/>
                <a:cs typeface="Alibaba PuHuiTi" pitchFamily="18" charset="-122"/>
              </a:rPr>
              <a:t>WWW. PPT</a:t>
            </a:r>
            <a:r>
              <a:rPr kumimoji="1" lang="en-US" altLang="zh-CN" sz="1100" dirty="0">
                <a:solidFill>
                  <a:srgbClr val="212121"/>
                </a:solidFill>
                <a:latin typeface="Alibaba PuHuiTi" pitchFamily="18" charset="-122"/>
                <a:ea typeface="Alibaba PuHuiTi" pitchFamily="18" charset="-122"/>
                <a:cs typeface="Alibaba PuHuiTi" pitchFamily="18" charset="-122"/>
              </a:rPr>
              <a:t>.</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cxnSp>
        <p:nvCxnSpPr>
          <p:cNvPr id="197" name="直线连接符 196">
            <a:extLst>
              <a:ext uri="{FF2B5EF4-FFF2-40B4-BE49-F238E27FC236}">
                <a16:creationId xmlns:a16="http://schemas.microsoft.com/office/drawing/2014/main" id="{FA577737-D532-6330-150F-63564420EE47}"/>
              </a:ext>
            </a:extLst>
          </p:cNvPr>
          <p:cNvCxnSpPr>
            <a:cxnSpLocks/>
          </p:cNvCxnSpPr>
          <p:nvPr/>
        </p:nvCxnSpPr>
        <p:spPr>
          <a:xfrm>
            <a:off x="13491780" y="3625288"/>
            <a:ext cx="0" cy="5534964"/>
          </a:xfrm>
          <a:prstGeom prst="line">
            <a:avLst/>
          </a:prstGeom>
          <a:ln w="63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nvGrpSpPr>
          <p:cNvPr id="209" name="Google Shape;5081;p75">
            <a:extLst>
              <a:ext uri="{FF2B5EF4-FFF2-40B4-BE49-F238E27FC236}">
                <a16:creationId xmlns:a16="http://schemas.microsoft.com/office/drawing/2014/main" id="{4EABE40A-D805-BD21-82F0-B495D9BC5520}"/>
              </a:ext>
            </a:extLst>
          </p:cNvPr>
          <p:cNvGrpSpPr/>
          <p:nvPr/>
        </p:nvGrpSpPr>
        <p:grpSpPr>
          <a:xfrm>
            <a:off x="8021051" y="1115567"/>
            <a:ext cx="3906789" cy="5462078"/>
            <a:chOff x="5159450" y="1926318"/>
            <a:chExt cx="1592078" cy="853684"/>
          </a:xfrm>
        </p:grpSpPr>
        <p:sp>
          <p:nvSpPr>
            <p:cNvPr id="210" name="Google Shape;5082;p75">
              <a:extLst>
                <a:ext uri="{FF2B5EF4-FFF2-40B4-BE49-F238E27FC236}">
                  <a16:creationId xmlns:a16="http://schemas.microsoft.com/office/drawing/2014/main" id="{60B28BFD-8631-E43C-3943-CE498A27D8C2}"/>
                </a:ext>
              </a:extLst>
            </p:cNvPr>
            <p:cNvSpPr/>
            <p:nvPr/>
          </p:nvSpPr>
          <p:spPr>
            <a:xfrm>
              <a:off x="5216414" y="2060033"/>
              <a:ext cx="150327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28575" cap="flat" cmpd="sng">
              <a:solidFill>
                <a:srgbClr val="BB3023"/>
              </a:solidFill>
              <a:prstDash val="solid"/>
              <a:round/>
              <a:headEnd type="oval" w="med" len="med"/>
              <a:tailEnd type="oval" w="med" len="med"/>
            </a:ln>
          </p:spPr>
        </p:sp>
        <p:grpSp>
          <p:nvGrpSpPr>
            <p:cNvPr id="211" name="Google Shape;5083;p75">
              <a:extLst>
                <a:ext uri="{FF2B5EF4-FFF2-40B4-BE49-F238E27FC236}">
                  <a16:creationId xmlns:a16="http://schemas.microsoft.com/office/drawing/2014/main" id="{5D5CD94B-2AD4-C5C7-8D28-B2225E6C0F39}"/>
                </a:ext>
              </a:extLst>
            </p:cNvPr>
            <p:cNvGrpSpPr/>
            <p:nvPr/>
          </p:nvGrpSpPr>
          <p:grpSpPr>
            <a:xfrm>
              <a:off x="5159450" y="1926318"/>
              <a:ext cx="1592078" cy="853684"/>
              <a:chOff x="5159450" y="1926318"/>
              <a:chExt cx="1592078" cy="853684"/>
            </a:xfrm>
          </p:grpSpPr>
          <p:cxnSp>
            <p:nvCxnSpPr>
              <p:cNvPr id="212" name="Google Shape;5084;p75">
                <a:extLst>
                  <a:ext uri="{FF2B5EF4-FFF2-40B4-BE49-F238E27FC236}">
                    <a16:creationId xmlns:a16="http://schemas.microsoft.com/office/drawing/2014/main" id="{F5AEC223-EF58-7712-EC11-A51A82DF813F}"/>
                  </a:ext>
                </a:extLst>
              </p:cNvPr>
              <p:cNvCxnSpPr>
                <a:cxnSpLocks/>
              </p:cNvCxnSpPr>
              <p:nvPr/>
            </p:nvCxnSpPr>
            <p:spPr>
              <a:xfrm>
                <a:off x="5159450" y="1926318"/>
                <a:ext cx="0" cy="853684"/>
              </a:xfrm>
              <a:prstGeom prst="straightConnector1">
                <a:avLst/>
              </a:prstGeom>
              <a:noFill/>
              <a:ln w="22225" cap="flat" cmpd="sng">
                <a:solidFill>
                  <a:srgbClr val="212121"/>
                </a:solidFill>
                <a:prstDash val="solid"/>
                <a:round/>
                <a:headEnd type="none" w="med" len="med"/>
                <a:tailEnd type="none" w="med" len="med"/>
              </a:ln>
            </p:spPr>
          </p:cxnSp>
          <p:cxnSp>
            <p:nvCxnSpPr>
              <p:cNvPr id="213" name="Google Shape;5085;p75">
                <a:extLst>
                  <a:ext uri="{FF2B5EF4-FFF2-40B4-BE49-F238E27FC236}">
                    <a16:creationId xmlns:a16="http://schemas.microsoft.com/office/drawing/2014/main" id="{39B61170-4D92-E5DE-9DF5-E10034DDE168}"/>
                  </a:ext>
                </a:extLst>
              </p:cNvPr>
              <p:cNvCxnSpPr>
                <a:cxnSpLocks/>
              </p:cNvCxnSpPr>
              <p:nvPr/>
            </p:nvCxnSpPr>
            <p:spPr>
              <a:xfrm>
                <a:off x="5165669" y="2778975"/>
                <a:ext cx="1585859" cy="0"/>
              </a:xfrm>
              <a:prstGeom prst="straightConnector1">
                <a:avLst/>
              </a:prstGeom>
              <a:noFill/>
              <a:ln w="22225" cap="flat" cmpd="sng">
                <a:solidFill>
                  <a:srgbClr val="212121"/>
                </a:solidFill>
                <a:prstDash val="solid"/>
                <a:round/>
                <a:headEnd type="none" w="med" len="med"/>
                <a:tailEnd type="none" w="med" len="med"/>
              </a:ln>
            </p:spPr>
          </p:cxnSp>
        </p:grpSp>
      </p:grpSp>
      <p:sp>
        <p:nvSpPr>
          <p:cNvPr id="264" name="文本框 263">
            <a:extLst>
              <a:ext uri="{FF2B5EF4-FFF2-40B4-BE49-F238E27FC236}">
                <a16:creationId xmlns:a16="http://schemas.microsoft.com/office/drawing/2014/main" id="{D5F4CE0A-6A10-7985-9934-3D888FD33410}"/>
              </a:ext>
            </a:extLst>
          </p:cNvPr>
          <p:cNvSpPr txBox="1"/>
          <p:nvPr/>
        </p:nvSpPr>
        <p:spPr>
          <a:xfrm>
            <a:off x="8528280" y="4101991"/>
            <a:ext cx="51328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PPT</a:t>
            </a:r>
          </a:p>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352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65" name="文本框 264">
            <a:extLst>
              <a:ext uri="{FF2B5EF4-FFF2-40B4-BE49-F238E27FC236}">
                <a16:creationId xmlns:a16="http://schemas.microsoft.com/office/drawing/2014/main" id="{46E909DA-6E39-726F-BD2B-73DF59EA314E}"/>
              </a:ext>
            </a:extLst>
          </p:cNvPr>
          <p:cNvSpPr txBox="1"/>
          <p:nvPr/>
        </p:nvSpPr>
        <p:spPr>
          <a:xfrm>
            <a:off x="8479534" y="3059575"/>
            <a:ext cx="660758"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MOU</a:t>
            </a:r>
          </a:p>
          <a:p>
            <a:r>
              <a:rPr kumimoji="1" lang="en-US" altLang="zh-CN" sz="1000" dirty="0">
                <a:solidFill>
                  <a:srgbClr val="212121"/>
                </a:solidFill>
                <a:latin typeface="Alibaba PuHuiTi" pitchFamily="18" charset="-122"/>
                <a:ea typeface="Alibaba PuHuiTi" pitchFamily="18" charset="-122"/>
                <a:cs typeface="Alibaba PuHuiTi" pitchFamily="18" charset="-122"/>
              </a:rPr>
              <a:t>14</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6657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66" name="文本框 265">
            <a:extLst>
              <a:ext uri="{FF2B5EF4-FFF2-40B4-BE49-F238E27FC236}">
                <a16:creationId xmlns:a16="http://schemas.microsoft.com/office/drawing/2014/main" id="{95C9454B-EC53-CD98-EF4C-AAD0EDA66FEC}"/>
              </a:ext>
            </a:extLst>
          </p:cNvPr>
          <p:cNvSpPr txBox="1"/>
          <p:nvPr/>
        </p:nvSpPr>
        <p:spPr>
          <a:xfrm>
            <a:off x="10314452" y="2273191"/>
            <a:ext cx="439544"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BBQ</a:t>
            </a:r>
          </a:p>
          <a:p>
            <a:r>
              <a:rPr kumimoji="1" lang="en-US" altLang="zh-CN" sz="1000" dirty="0">
                <a:solidFill>
                  <a:srgbClr val="212121"/>
                </a:solidFill>
                <a:latin typeface="Alibaba PuHuiTi" pitchFamily="18" charset="-122"/>
                <a:ea typeface="Alibaba PuHuiTi" pitchFamily="18" charset="-122"/>
                <a:cs typeface="Alibaba PuHuiTi" pitchFamily="18" charset="-122"/>
              </a:rPr>
              <a:t>2</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11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67" name="文本框 266">
            <a:extLst>
              <a:ext uri="{FF2B5EF4-FFF2-40B4-BE49-F238E27FC236}">
                <a16:creationId xmlns:a16="http://schemas.microsoft.com/office/drawing/2014/main" id="{9A8DFED3-3C1F-A7B9-9682-9CB645AC4E98}"/>
              </a:ext>
            </a:extLst>
          </p:cNvPr>
          <p:cNvSpPr txBox="1"/>
          <p:nvPr/>
        </p:nvSpPr>
        <p:spPr>
          <a:xfrm>
            <a:off x="9357358" y="1479653"/>
            <a:ext cx="660758"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Bitcoin</a:t>
            </a:r>
          </a:p>
          <a:p>
            <a:r>
              <a:rPr kumimoji="1" lang="en-US" altLang="zh-CN" sz="1000" dirty="0">
                <a:solidFill>
                  <a:srgbClr val="212121"/>
                </a:solidFill>
                <a:latin typeface="Alibaba PuHuiTi" pitchFamily="18" charset="-122"/>
                <a:ea typeface="Alibaba PuHuiTi" pitchFamily="18" charset="-122"/>
                <a:cs typeface="Alibaba PuHuiTi" pitchFamily="18" charset="-122"/>
              </a:rPr>
              <a:t>123</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556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68" name="文本框 267">
            <a:extLst>
              <a:ext uri="{FF2B5EF4-FFF2-40B4-BE49-F238E27FC236}">
                <a16:creationId xmlns:a16="http://schemas.microsoft.com/office/drawing/2014/main" id="{70D0C445-FCF0-B2B7-9FC9-6AEF52675AAF}"/>
              </a:ext>
            </a:extLst>
          </p:cNvPr>
          <p:cNvSpPr txBox="1"/>
          <p:nvPr/>
        </p:nvSpPr>
        <p:spPr>
          <a:xfrm>
            <a:off x="10652780" y="3838805"/>
            <a:ext cx="51328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XPR</a:t>
            </a:r>
          </a:p>
          <a:p>
            <a:r>
              <a:rPr kumimoji="1" lang="en-US" altLang="zh-CN" sz="1000" dirty="0">
                <a:solidFill>
                  <a:srgbClr val="212121"/>
                </a:solidFill>
                <a:latin typeface="Alibaba PuHuiTi" pitchFamily="18" charset="-122"/>
                <a:ea typeface="Alibaba PuHuiTi" pitchFamily="18" charset="-122"/>
                <a:cs typeface="Alibaba PuHuiTi" pitchFamily="18" charset="-122"/>
              </a:rPr>
              <a:t>234</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69" name="文本框 268">
            <a:extLst>
              <a:ext uri="{FF2B5EF4-FFF2-40B4-BE49-F238E27FC236}">
                <a16:creationId xmlns:a16="http://schemas.microsoft.com/office/drawing/2014/main" id="{16647012-244E-0B71-B1EF-BA238677EAFD}"/>
              </a:ext>
            </a:extLst>
          </p:cNvPr>
          <p:cNvSpPr txBox="1"/>
          <p:nvPr/>
        </p:nvSpPr>
        <p:spPr>
          <a:xfrm>
            <a:off x="9113496" y="5393285"/>
            <a:ext cx="513282"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TENX</a:t>
            </a:r>
          </a:p>
          <a:p>
            <a:r>
              <a:rPr kumimoji="1" lang="en-US" altLang="zh-CN" sz="1000" dirty="0">
                <a:solidFill>
                  <a:srgbClr val="212121"/>
                </a:solidFill>
                <a:latin typeface="Alibaba PuHuiTi" pitchFamily="18" charset="-122"/>
                <a:ea typeface="Alibaba PuHuiTi" pitchFamily="18" charset="-122"/>
                <a:cs typeface="Alibaba PuHuiTi" pitchFamily="18" charset="-122"/>
              </a:rPr>
              <a:t>8</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789</a:t>
            </a:r>
          </a:p>
        </p:txBody>
      </p:sp>
      <p:sp>
        <p:nvSpPr>
          <p:cNvPr id="270" name="文本框 269">
            <a:extLst>
              <a:ext uri="{FF2B5EF4-FFF2-40B4-BE49-F238E27FC236}">
                <a16:creationId xmlns:a16="http://schemas.microsoft.com/office/drawing/2014/main" id="{EF442B52-3770-C4D7-136B-455B840338E3}"/>
              </a:ext>
            </a:extLst>
          </p:cNvPr>
          <p:cNvSpPr txBox="1"/>
          <p:nvPr/>
        </p:nvSpPr>
        <p:spPr>
          <a:xfrm>
            <a:off x="10875262" y="5173237"/>
            <a:ext cx="409086" cy="400110"/>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CCII</a:t>
            </a:r>
          </a:p>
          <a:p>
            <a:r>
              <a:rPr kumimoji="1" lang="en-US" altLang="zh-CN" sz="1000" dirty="0">
                <a:solidFill>
                  <a:srgbClr val="212121"/>
                </a:solidFill>
                <a:latin typeface="Alibaba PuHuiTi" pitchFamily="18" charset="-122"/>
                <a:ea typeface="Alibaba PuHuiTi" pitchFamily="18" charset="-122"/>
                <a:cs typeface="Alibaba PuHuiTi" pitchFamily="18" charset="-122"/>
              </a:rPr>
              <a:t>4</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271" name="文本框 270">
            <a:extLst>
              <a:ext uri="{FF2B5EF4-FFF2-40B4-BE49-F238E27FC236}">
                <a16:creationId xmlns:a16="http://schemas.microsoft.com/office/drawing/2014/main" id="{4EBCB0F2-61C3-2D6D-0ABE-DBFFB3A174A9}"/>
              </a:ext>
            </a:extLst>
          </p:cNvPr>
          <p:cNvSpPr txBox="1"/>
          <p:nvPr/>
        </p:nvSpPr>
        <p:spPr>
          <a:xfrm>
            <a:off x="11548892" y="1149877"/>
            <a:ext cx="405880"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PPT</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6" name="矩形 5">
            <a:extLst>
              <a:ext uri="{FF2B5EF4-FFF2-40B4-BE49-F238E27FC236}">
                <a16:creationId xmlns:a16="http://schemas.microsoft.com/office/drawing/2014/main" id="{6575A4FE-AC99-075D-BBD4-F7C914F5F808}"/>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a:extLst>
              <a:ext uri="{FF2B5EF4-FFF2-40B4-BE49-F238E27FC236}">
                <a16:creationId xmlns:a16="http://schemas.microsoft.com/office/drawing/2014/main" id="{C00148D5-62ED-716E-BA37-A4239849BAEB}"/>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8" name="文本框 7">
            <a:extLst>
              <a:ext uri="{FF2B5EF4-FFF2-40B4-BE49-F238E27FC236}">
                <a16:creationId xmlns:a16="http://schemas.microsoft.com/office/drawing/2014/main" id="{ABC37791-5F7C-4D5B-63E2-F896E54CC57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9" name="直线连接符 8">
            <a:extLst>
              <a:ext uri="{FF2B5EF4-FFF2-40B4-BE49-F238E27FC236}">
                <a16:creationId xmlns:a16="http://schemas.microsoft.com/office/drawing/2014/main" id="{ABC66DCA-5E6B-FCBB-FA49-B9550F1519EA}"/>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27" name="直线连接符 26">
            <a:extLst>
              <a:ext uri="{FF2B5EF4-FFF2-40B4-BE49-F238E27FC236}">
                <a16:creationId xmlns:a16="http://schemas.microsoft.com/office/drawing/2014/main" id="{FAB5BC55-5811-6888-273C-E4D0A1E4EC10}"/>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29" name="文本框 28">
            <a:extLst>
              <a:ext uri="{FF2B5EF4-FFF2-40B4-BE49-F238E27FC236}">
                <a16:creationId xmlns:a16="http://schemas.microsoft.com/office/drawing/2014/main" id="{84E6B129-A3AE-5DE7-4600-864B22BD4FE8}"/>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40" name="组合 39">
            <a:extLst>
              <a:ext uri="{FF2B5EF4-FFF2-40B4-BE49-F238E27FC236}">
                <a16:creationId xmlns:a16="http://schemas.microsoft.com/office/drawing/2014/main" id="{1D71C1D8-39A3-3ABD-E91A-AC6B22EBD7CD}"/>
              </a:ext>
            </a:extLst>
          </p:cNvPr>
          <p:cNvGrpSpPr/>
          <p:nvPr/>
        </p:nvGrpSpPr>
        <p:grpSpPr>
          <a:xfrm>
            <a:off x="2323294" y="287981"/>
            <a:ext cx="356205" cy="355288"/>
            <a:chOff x="2323294" y="287981"/>
            <a:chExt cx="356205" cy="355288"/>
          </a:xfrm>
        </p:grpSpPr>
        <p:sp>
          <p:nvSpPr>
            <p:cNvPr id="41" name="Google Shape;7166;p80">
              <a:extLst>
                <a:ext uri="{FF2B5EF4-FFF2-40B4-BE49-F238E27FC236}">
                  <a16:creationId xmlns:a16="http://schemas.microsoft.com/office/drawing/2014/main" id="{A634A685-3CFD-01B6-72B9-F7DDFC5C3F23}"/>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7167;p80">
              <a:extLst>
                <a:ext uri="{FF2B5EF4-FFF2-40B4-BE49-F238E27FC236}">
                  <a16:creationId xmlns:a16="http://schemas.microsoft.com/office/drawing/2014/main" id="{CAFC22A6-3D73-D628-A130-1EA9C27471D9}"/>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7168;p80">
              <a:extLst>
                <a:ext uri="{FF2B5EF4-FFF2-40B4-BE49-F238E27FC236}">
                  <a16:creationId xmlns:a16="http://schemas.microsoft.com/office/drawing/2014/main" id="{C1DBAC67-B9AC-9E0E-68DF-52CD52BB8AE6}"/>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7169;p80">
              <a:extLst>
                <a:ext uri="{FF2B5EF4-FFF2-40B4-BE49-F238E27FC236}">
                  <a16:creationId xmlns:a16="http://schemas.microsoft.com/office/drawing/2014/main" id="{11B4D7EC-9CB5-FC9C-D273-2153774B9469}"/>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6407096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组合 87">
            <a:extLst>
              <a:ext uri="{FF2B5EF4-FFF2-40B4-BE49-F238E27FC236}">
                <a16:creationId xmlns:a16="http://schemas.microsoft.com/office/drawing/2014/main" id="{16912AE7-BC5C-F0BE-2800-6B5DCDE335A6}"/>
              </a:ext>
            </a:extLst>
          </p:cNvPr>
          <p:cNvGrpSpPr/>
          <p:nvPr/>
        </p:nvGrpSpPr>
        <p:grpSpPr>
          <a:xfrm>
            <a:off x="-459577" y="1309092"/>
            <a:ext cx="9808605" cy="5225402"/>
            <a:chOff x="439234" y="1293106"/>
            <a:chExt cx="9808605" cy="5225402"/>
          </a:xfrm>
          <a:solidFill>
            <a:srgbClr val="1E344D">
              <a:alpha val="89664"/>
            </a:srgbClr>
          </a:solidFill>
        </p:grpSpPr>
        <p:sp>
          <p:nvSpPr>
            <p:cNvPr id="12" name="Google Shape;3513;p71">
              <a:extLst>
                <a:ext uri="{FF2B5EF4-FFF2-40B4-BE49-F238E27FC236}">
                  <a16:creationId xmlns:a16="http://schemas.microsoft.com/office/drawing/2014/main" id="{4AC35B35-14B3-62D2-B366-246F59BEC4BA}"/>
                </a:ext>
              </a:extLst>
            </p:cNvPr>
            <p:cNvSpPr/>
            <p:nvPr/>
          </p:nvSpPr>
          <p:spPr>
            <a:xfrm>
              <a:off x="6204450" y="3848465"/>
              <a:ext cx="2032414" cy="453648"/>
            </a:xfrm>
            <a:custGeom>
              <a:avLst/>
              <a:gdLst/>
              <a:ahLst/>
              <a:cxnLst/>
              <a:rect l="l" t="t" r="r" b="b"/>
              <a:pathLst>
                <a:path w="59156" h="13204" extrusionOk="0">
                  <a:moveTo>
                    <a:pt x="1" y="0"/>
                  </a:moveTo>
                  <a:lnTo>
                    <a:pt x="1" y="0"/>
                  </a:lnTo>
                  <a:close/>
                  <a:moveTo>
                    <a:pt x="59155" y="13203"/>
                  </a:move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6" name="Google Shape;3514;p71">
              <a:extLst>
                <a:ext uri="{FF2B5EF4-FFF2-40B4-BE49-F238E27FC236}">
                  <a16:creationId xmlns:a16="http://schemas.microsoft.com/office/drawing/2014/main" id="{F3681F56-0C7F-B709-DCDC-182F6B5FFFF1}"/>
                </a:ext>
              </a:extLst>
            </p:cNvPr>
            <p:cNvSpPr/>
            <p:nvPr/>
          </p:nvSpPr>
          <p:spPr>
            <a:xfrm>
              <a:off x="4116860" y="1467467"/>
              <a:ext cx="5660153" cy="4272927"/>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rgbClr val="212121"/>
                </a:solidFill>
              </a:endParaRPr>
            </a:p>
          </p:txBody>
        </p:sp>
        <p:sp>
          <p:nvSpPr>
            <p:cNvPr id="18" name="Google Shape;3515;p71">
              <a:extLst>
                <a:ext uri="{FF2B5EF4-FFF2-40B4-BE49-F238E27FC236}">
                  <a16:creationId xmlns:a16="http://schemas.microsoft.com/office/drawing/2014/main" id="{D9DAD7FE-7628-6C2C-E0B1-60484F8D2DD9}"/>
                </a:ext>
              </a:extLst>
            </p:cNvPr>
            <p:cNvSpPr/>
            <p:nvPr/>
          </p:nvSpPr>
          <p:spPr>
            <a:xfrm>
              <a:off x="8245728" y="4830212"/>
              <a:ext cx="1524173" cy="1118487"/>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20" name="Google Shape;3516;p71">
              <a:extLst>
                <a:ext uri="{FF2B5EF4-FFF2-40B4-BE49-F238E27FC236}">
                  <a16:creationId xmlns:a16="http://schemas.microsoft.com/office/drawing/2014/main" id="{4B723DF3-5DF4-4637-8BDA-21BB1CB64B0C}"/>
                </a:ext>
              </a:extLst>
            </p:cNvPr>
            <p:cNvSpPr/>
            <p:nvPr/>
          </p:nvSpPr>
          <p:spPr>
            <a:xfrm>
              <a:off x="8971860" y="4439438"/>
              <a:ext cx="785569" cy="4284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25" name="Google Shape;3517;p71">
              <a:extLst>
                <a:ext uri="{FF2B5EF4-FFF2-40B4-BE49-F238E27FC236}">
                  <a16:creationId xmlns:a16="http://schemas.microsoft.com/office/drawing/2014/main" id="{785F6B05-C7D9-F0BA-D177-8891BBA788BA}"/>
                </a:ext>
              </a:extLst>
            </p:cNvPr>
            <p:cNvSpPr/>
            <p:nvPr/>
          </p:nvSpPr>
          <p:spPr>
            <a:xfrm>
              <a:off x="8224942" y="4151562"/>
              <a:ext cx="387751" cy="437638"/>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0" name="Google Shape;3518;p71">
              <a:extLst>
                <a:ext uri="{FF2B5EF4-FFF2-40B4-BE49-F238E27FC236}">
                  <a16:creationId xmlns:a16="http://schemas.microsoft.com/office/drawing/2014/main" id="{3E94B97D-7B34-9A0F-A7CC-87C62BDB875E}"/>
                </a:ext>
              </a:extLst>
            </p:cNvPr>
            <p:cNvSpPr/>
            <p:nvPr/>
          </p:nvSpPr>
          <p:spPr>
            <a:xfrm>
              <a:off x="7738071" y="4201035"/>
              <a:ext cx="744582" cy="5919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1" name="Google Shape;3519;p71">
              <a:extLst>
                <a:ext uri="{FF2B5EF4-FFF2-40B4-BE49-F238E27FC236}">
                  <a16:creationId xmlns:a16="http://schemas.microsoft.com/office/drawing/2014/main" id="{F782A0EA-ACCF-6190-A447-F8E46E958378}"/>
                </a:ext>
              </a:extLst>
            </p:cNvPr>
            <p:cNvSpPr/>
            <p:nvPr/>
          </p:nvSpPr>
          <p:spPr>
            <a:xfrm>
              <a:off x="6149823" y="4840588"/>
              <a:ext cx="312338" cy="543422"/>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2" name="Google Shape;3520;p71">
              <a:extLst>
                <a:ext uri="{FF2B5EF4-FFF2-40B4-BE49-F238E27FC236}">
                  <a16:creationId xmlns:a16="http://schemas.microsoft.com/office/drawing/2014/main" id="{AD21ABD6-3FE6-EF21-D800-EF2DDE017353}"/>
                </a:ext>
              </a:extLst>
            </p:cNvPr>
            <p:cNvSpPr/>
            <p:nvPr/>
          </p:nvSpPr>
          <p:spPr>
            <a:xfrm>
              <a:off x="8966535" y="2591245"/>
              <a:ext cx="367550" cy="57482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3" name="Google Shape;3521;p71">
              <a:extLst>
                <a:ext uri="{FF2B5EF4-FFF2-40B4-BE49-F238E27FC236}">
                  <a16:creationId xmlns:a16="http://schemas.microsoft.com/office/drawing/2014/main" id="{E4BA3BB6-D0A8-DD39-66AF-13413701F79F}"/>
                </a:ext>
              </a:extLst>
            </p:cNvPr>
            <p:cNvSpPr/>
            <p:nvPr/>
          </p:nvSpPr>
          <p:spPr>
            <a:xfrm>
              <a:off x="9603614" y="5789009"/>
              <a:ext cx="644225" cy="487249"/>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4" name="Google Shape;3522;p71">
              <a:extLst>
                <a:ext uri="{FF2B5EF4-FFF2-40B4-BE49-F238E27FC236}">
                  <a16:creationId xmlns:a16="http://schemas.microsoft.com/office/drawing/2014/main" id="{3B4A6672-122B-4E28-0966-DA0B2B46759B}"/>
                </a:ext>
              </a:extLst>
            </p:cNvPr>
            <p:cNvSpPr/>
            <p:nvPr/>
          </p:nvSpPr>
          <p:spPr>
            <a:xfrm>
              <a:off x="8784856" y="3637033"/>
              <a:ext cx="320034" cy="529680"/>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6" name="Google Shape;3523;p71">
              <a:extLst>
                <a:ext uri="{FF2B5EF4-FFF2-40B4-BE49-F238E27FC236}">
                  <a16:creationId xmlns:a16="http://schemas.microsoft.com/office/drawing/2014/main" id="{E590D67E-5AA7-3E8B-2D01-4C3E2EF00F03}"/>
                </a:ext>
              </a:extLst>
            </p:cNvPr>
            <p:cNvSpPr/>
            <p:nvPr/>
          </p:nvSpPr>
          <p:spPr>
            <a:xfrm>
              <a:off x="8556245" y="4356775"/>
              <a:ext cx="254756" cy="312544"/>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7" name="Google Shape;3524;p71">
              <a:extLst>
                <a:ext uri="{FF2B5EF4-FFF2-40B4-BE49-F238E27FC236}">
                  <a16:creationId xmlns:a16="http://schemas.microsoft.com/office/drawing/2014/main" id="{BD01B84C-4122-C1EB-D588-2721EA50F48A}"/>
                </a:ext>
              </a:extLst>
            </p:cNvPr>
            <p:cNvSpPr/>
            <p:nvPr/>
          </p:nvSpPr>
          <p:spPr>
            <a:xfrm>
              <a:off x="6055410" y="1471727"/>
              <a:ext cx="357483" cy="224007"/>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8" name="Google Shape;3525;p71">
              <a:extLst>
                <a:ext uri="{FF2B5EF4-FFF2-40B4-BE49-F238E27FC236}">
                  <a16:creationId xmlns:a16="http://schemas.microsoft.com/office/drawing/2014/main" id="{12FF5236-AABD-AB34-7806-E166400FE2E5}"/>
                </a:ext>
              </a:extLst>
            </p:cNvPr>
            <p:cNvSpPr/>
            <p:nvPr/>
          </p:nvSpPr>
          <p:spPr>
            <a:xfrm>
              <a:off x="5073973" y="1386522"/>
              <a:ext cx="338449" cy="122001"/>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49" name="Google Shape;3526;p71">
              <a:extLst>
                <a:ext uri="{FF2B5EF4-FFF2-40B4-BE49-F238E27FC236}">
                  <a16:creationId xmlns:a16="http://schemas.microsoft.com/office/drawing/2014/main" id="{AFE5B67C-DACD-6363-62E0-7135CEDF078A}"/>
                </a:ext>
              </a:extLst>
            </p:cNvPr>
            <p:cNvSpPr/>
            <p:nvPr/>
          </p:nvSpPr>
          <p:spPr>
            <a:xfrm>
              <a:off x="4463005" y="2204971"/>
              <a:ext cx="159175" cy="15917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0" name="Google Shape;3527;p71">
              <a:extLst>
                <a:ext uri="{FF2B5EF4-FFF2-40B4-BE49-F238E27FC236}">
                  <a16:creationId xmlns:a16="http://schemas.microsoft.com/office/drawing/2014/main" id="{145995C7-ADE3-6C3F-F068-18F2F58429F0}"/>
                </a:ext>
              </a:extLst>
            </p:cNvPr>
            <p:cNvSpPr/>
            <p:nvPr/>
          </p:nvSpPr>
          <p:spPr>
            <a:xfrm>
              <a:off x="8478049" y="4741297"/>
              <a:ext cx="295950" cy="113206"/>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1" name="Google Shape;3528;p71">
              <a:extLst>
                <a:ext uri="{FF2B5EF4-FFF2-40B4-BE49-F238E27FC236}">
                  <a16:creationId xmlns:a16="http://schemas.microsoft.com/office/drawing/2014/main" id="{26FC4671-F774-75CD-E114-C29579CB4E84}"/>
                </a:ext>
              </a:extLst>
            </p:cNvPr>
            <p:cNvSpPr/>
            <p:nvPr/>
          </p:nvSpPr>
          <p:spPr>
            <a:xfrm>
              <a:off x="7988773" y="1505569"/>
              <a:ext cx="360300" cy="7534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2" name="Google Shape;3529;p71">
              <a:extLst>
                <a:ext uri="{FF2B5EF4-FFF2-40B4-BE49-F238E27FC236}">
                  <a16:creationId xmlns:a16="http://schemas.microsoft.com/office/drawing/2014/main" id="{339D96A4-2AB6-0DE5-718F-289F7BE05BE1}"/>
                </a:ext>
              </a:extLst>
            </p:cNvPr>
            <p:cNvSpPr/>
            <p:nvPr/>
          </p:nvSpPr>
          <p:spPr>
            <a:xfrm>
              <a:off x="9048476" y="6023735"/>
              <a:ext cx="172781" cy="133820"/>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3" name="Google Shape;3530;p71">
              <a:extLst>
                <a:ext uri="{FF2B5EF4-FFF2-40B4-BE49-F238E27FC236}">
                  <a16:creationId xmlns:a16="http://schemas.microsoft.com/office/drawing/2014/main" id="{AA91C50B-E602-5EDB-DA44-FF2B97FE7692}"/>
                </a:ext>
              </a:extLst>
            </p:cNvPr>
            <p:cNvSpPr/>
            <p:nvPr/>
          </p:nvSpPr>
          <p:spPr>
            <a:xfrm>
              <a:off x="7450127" y="3982629"/>
              <a:ext cx="112828" cy="175976"/>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4" name="Google Shape;3531;p71">
              <a:extLst>
                <a:ext uri="{FF2B5EF4-FFF2-40B4-BE49-F238E27FC236}">
                  <a16:creationId xmlns:a16="http://schemas.microsoft.com/office/drawing/2014/main" id="{5CE7211E-2254-7605-CB21-60F942F5DD1F}"/>
                </a:ext>
              </a:extLst>
            </p:cNvPr>
            <p:cNvSpPr/>
            <p:nvPr/>
          </p:nvSpPr>
          <p:spPr>
            <a:xfrm>
              <a:off x="6810059" y="1359483"/>
              <a:ext cx="220915" cy="90908"/>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5" name="Google Shape;3532;p71">
              <a:extLst>
                <a:ext uri="{FF2B5EF4-FFF2-40B4-BE49-F238E27FC236}">
                  <a16:creationId xmlns:a16="http://schemas.microsoft.com/office/drawing/2014/main" id="{EF584EE0-D0AF-D3AF-E1DD-2EB9C82E5A71}"/>
                </a:ext>
              </a:extLst>
            </p:cNvPr>
            <p:cNvSpPr/>
            <p:nvPr/>
          </p:nvSpPr>
          <p:spPr>
            <a:xfrm>
              <a:off x="5290696" y="1360755"/>
              <a:ext cx="162130" cy="76581"/>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6" name="Google Shape;3533;p71">
              <a:extLst>
                <a:ext uri="{FF2B5EF4-FFF2-40B4-BE49-F238E27FC236}">
                  <a16:creationId xmlns:a16="http://schemas.microsoft.com/office/drawing/2014/main" id="{56344897-E4D8-634E-8434-4CCBD5BFF8C2}"/>
                </a:ext>
              </a:extLst>
            </p:cNvPr>
            <p:cNvSpPr/>
            <p:nvPr/>
          </p:nvSpPr>
          <p:spPr>
            <a:xfrm>
              <a:off x="8700544" y="4747928"/>
              <a:ext cx="175770" cy="10533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7" name="Google Shape;3534;p71">
              <a:extLst>
                <a:ext uri="{FF2B5EF4-FFF2-40B4-BE49-F238E27FC236}">
                  <a16:creationId xmlns:a16="http://schemas.microsoft.com/office/drawing/2014/main" id="{F7F9C60D-866C-E812-7013-0D059BAD686E}"/>
                </a:ext>
              </a:extLst>
            </p:cNvPr>
            <p:cNvSpPr/>
            <p:nvPr/>
          </p:nvSpPr>
          <p:spPr>
            <a:xfrm>
              <a:off x="8758229" y="3375234"/>
              <a:ext cx="93141" cy="128976"/>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59" name="Google Shape;3535;p71">
              <a:extLst>
                <a:ext uri="{FF2B5EF4-FFF2-40B4-BE49-F238E27FC236}">
                  <a16:creationId xmlns:a16="http://schemas.microsoft.com/office/drawing/2014/main" id="{A5DBD43B-F223-295B-5A19-CA8831B2DF35}"/>
                </a:ext>
              </a:extLst>
            </p:cNvPr>
            <p:cNvSpPr/>
            <p:nvPr/>
          </p:nvSpPr>
          <p:spPr>
            <a:xfrm>
              <a:off x="8748025" y="3920890"/>
              <a:ext cx="103929" cy="133683"/>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0" name="Google Shape;3536;p71">
              <a:extLst>
                <a:ext uri="{FF2B5EF4-FFF2-40B4-BE49-F238E27FC236}">
                  <a16:creationId xmlns:a16="http://schemas.microsoft.com/office/drawing/2014/main" id="{AEC04036-4906-F22F-DC7A-86457B4120F4}"/>
                </a:ext>
              </a:extLst>
            </p:cNvPr>
            <p:cNvSpPr/>
            <p:nvPr/>
          </p:nvSpPr>
          <p:spPr>
            <a:xfrm>
              <a:off x="5814947" y="1355945"/>
              <a:ext cx="153232" cy="65038"/>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1" name="Google Shape;3537;p71">
              <a:extLst>
                <a:ext uri="{FF2B5EF4-FFF2-40B4-BE49-F238E27FC236}">
                  <a16:creationId xmlns:a16="http://schemas.microsoft.com/office/drawing/2014/main" id="{409FEB90-BAFA-58FD-4A6B-B8DEB90CCEA1}"/>
                </a:ext>
              </a:extLst>
            </p:cNvPr>
            <p:cNvSpPr/>
            <p:nvPr/>
          </p:nvSpPr>
          <p:spPr>
            <a:xfrm>
              <a:off x="10032044" y="5215421"/>
              <a:ext cx="101799" cy="110011"/>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2" name="Google Shape;3538;p71">
              <a:extLst>
                <a:ext uri="{FF2B5EF4-FFF2-40B4-BE49-F238E27FC236}">
                  <a16:creationId xmlns:a16="http://schemas.microsoft.com/office/drawing/2014/main" id="{335CF061-322E-6D27-420C-F5F576922F48}"/>
                </a:ext>
              </a:extLst>
            </p:cNvPr>
            <p:cNvSpPr/>
            <p:nvPr/>
          </p:nvSpPr>
          <p:spPr>
            <a:xfrm>
              <a:off x="9109081" y="4274044"/>
              <a:ext cx="90805" cy="109667"/>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3" name="Google Shape;3539;p71">
              <a:extLst>
                <a:ext uri="{FF2B5EF4-FFF2-40B4-BE49-F238E27FC236}">
                  <a16:creationId xmlns:a16="http://schemas.microsoft.com/office/drawing/2014/main" id="{51165C65-AD6D-A657-CC17-74E853C45EF1}"/>
                </a:ext>
              </a:extLst>
            </p:cNvPr>
            <p:cNvSpPr/>
            <p:nvPr/>
          </p:nvSpPr>
          <p:spPr>
            <a:xfrm>
              <a:off x="5997828" y="1345260"/>
              <a:ext cx="119871" cy="6892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4" name="Google Shape;3540;p71">
              <a:extLst>
                <a:ext uri="{FF2B5EF4-FFF2-40B4-BE49-F238E27FC236}">
                  <a16:creationId xmlns:a16="http://schemas.microsoft.com/office/drawing/2014/main" id="{6E49A264-CB94-CB44-7F98-D138C4EA95F7}"/>
                </a:ext>
              </a:extLst>
            </p:cNvPr>
            <p:cNvSpPr/>
            <p:nvPr/>
          </p:nvSpPr>
          <p:spPr>
            <a:xfrm>
              <a:off x="9182777" y="1643340"/>
              <a:ext cx="111419" cy="57445"/>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5" name="Google Shape;3541;p71">
              <a:extLst>
                <a:ext uri="{FF2B5EF4-FFF2-40B4-BE49-F238E27FC236}">
                  <a16:creationId xmlns:a16="http://schemas.microsoft.com/office/drawing/2014/main" id="{71805A74-2E2D-5BC8-0B85-F6C196B200AD}"/>
                </a:ext>
              </a:extLst>
            </p:cNvPr>
            <p:cNvSpPr/>
            <p:nvPr/>
          </p:nvSpPr>
          <p:spPr>
            <a:xfrm>
              <a:off x="7045369" y="1410435"/>
              <a:ext cx="112072" cy="64557"/>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6" name="Google Shape;3542;p71">
              <a:extLst>
                <a:ext uri="{FF2B5EF4-FFF2-40B4-BE49-F238E27FC236}">
                  <a16:creationId xmlns:a16="http://schemas.microsoft.com/office/drawing/2014/main" id="{7A4177E8-3206-D37B-5A6D-0920B1ACAFA7}"/>
                </a:ext>
              </a:extLst>
            </p:cNvPr>
            <p:cNvSpPr/>
            <p:nvPr/>
          </p:nvSpPr>
          <p:spPr>
            <a:xfrm>
              <a:off x="8887720" y="4527082"/>
              <a:ext cx="106919" cy="55280"/>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7" name="Google Shape;3543;p71">
              <a:extLst>
                <a:ext uri="{FF2B5EF4-FFF2-40B4-BE49-F238E27FC236}">
                  <a16:creationId xmlns:a16="http://schemas.microsoft.com/office/drawing/2014/main" id="{E813FAFC-628D-5543-C372-7EA69C9C71F3}"/>
                </a:ext>
              </a:extLst>
            </p:cNvPr>
            <p:cNvSpPr/>
            <p:nvPr/>
          </p:nvSpPr>
          <p:spPr>
            <a:xfrm>
              <a:off x="6144498" y="1358315"/>
              <a:ext cx="85239" cy="54662"/>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8" name="Google Shape;3544;p71">
              <a:extLst>
                <a:ext uri="{FF2B5EF4-FFF2-40B4-BE49-F238E27FC236}">
                  <a16:creationId xmlns:a16="http://schemas.microsoft.com/office/drawing/2014/main" id="{D399EB18-C44B-A264-DC56-18A783AD4CB0}"/>
                </a:ext>
              </a:extLst>
            </p:cNvPr>
            <p:cNvSpPr/>
            <p:nvPr/>
          </p:nvSpPr>
          <p:spPr>
            <a:xfrm>
              <a:off x="3005381" y="1369035"/>
              <a:ext cx="714897" cy="130625"/>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69" name="Google Shape;3545;p71">
              <a:extLst>
                <a:ext uri="{FF2B5EF4-FFF2-40B4-BE49-F238E27FC236}">
                  <a16:creationId xmlns:a16="http://schemas.microsoft.com/office/drawing/2014/main" id="{C803214E-7ADC-B824-1775-F36FD66996D3}"/>
                </a:ext>
              </a:extLst>
            </p:cNvPr>
            <p:cNvSpPr/>
            <p:nvPr/>
          </p:nvSpPr>
          <p:spPr>
            <a:xfrm>
              <a:off x="439234" y="1293106"/>
              <a:ext cx="4442409" cy="5225402"/>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rgbClr val="212121"/>
                </a:solidFill>
              </a:endParaRPr>
            </a:p>
          </p:txBody>
        </p:sp>
        <p:sp>
          <p:nvSpPr>
            <p:cNvPr id="70" name="Google Shape;3546;p71">
              <a:extLst>
                <a:ext uri="{FF2B5EF4-FFF2-40B4-BE49-F238E27FC236}">
                  <a16:creationId xmlns:a16="http://schemas.microsoft.com/office/drawing/2014/main" id="{9E97122E-74F5-152E-A52C-91DBE9EF5F36}"/>
                </a:ext>
              </a:extLst>
            </p:cNvPr>
            <p:cNvSpPr/>
            <p:nvPr/>
          </p:nvSpPr>
          <p:spPr>
            <a:xfrm>
              <a:off x="2291721" y="1433110"/>
              <a:ext cx="388920" cy="125987"/>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1" name="Google Shape;3547;p71">
              <a:extLst>
                <a:ext uri="{FF2B5EF4-FFF2-40B4-BE49-F238E27FC236}">
                  <a16:creationId xmlns:a16="http://schemas.microsoft.com/office/drawing/2014/main" id="{2CE55B38-BDC5-2669-288A-C4490F7472D4}"/>
                </a:ext>
              </a:extLst>
            </p:cNvPr>
            <p:cNvSpPr/>
            <p:nvPr/>
          </p:nvSpPr>
          <p:spPr>
            <a:xfrm>
              <a:off x="4439848" y="1801759"/>
              <a:ext cx="293339" cy="131346"/>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2" name="Google Shape;3548;p71">
              <a:extLst>
                <a:ext uri="{FF2B5EF4-FFF2-40B4-BE49-F238E27FC236}">
                  <a16:creationId xmlns:a16="http://schemas.microsoft.com/office/drawing/2014/main" id="{EBE06708-D5AA-63A2-9DDE-5B7974586DEE}"/>
                </a:ext>
              </a:extLst>
            </p:cNvPr>
            <p:cNvSpPr/>
            <p:nvPr/>
          </p:nvSpPr>
          <p:spPr>
            <a:xfrm>
              <a:off x="2115367" y="3436630"/>
              <a:ext cx="362224" cy="15543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3" name="Google Shape;3549;p71">
              <a:extLst>
                <a:ext uri="{FF2B5EF4-FFF2-40B4-BE49-F238E27FC236}">
                  <a16:creationId xmlns:a16="http://schemas.microsoft.com/office/drawing/2014/main" id="{16B2256F-33CC-33AA-994C-DBDC6077C986}"/>
                </a:ext>
              </a:extLst>
            </p:cNvPr>
            <p:cNvSpPr/>
            <p:nvPr/>
          </p:nvSpPr>
          <p:spPr>
            <a:xfrm>
              <a:off x="2703178" y="1390817"/>
              <a:ext cx="222667" cy="153953"/>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4" name="Google Shape;3550;p71">
              <a:extLst>
                <a:ext uri="{FF2B5EF4-FFF2-40B4-BE49-F238E27FC236}">
                  <a16:creationId xmlns:a16="http://schemas.microsoft.com/office/drawing/2014/main" id="{CAAAAA2A-02E1-11E4-21F8-DDE8C6A9C4C8}"/>
                </a:ext>
              </a:extLst>
            </p:cNvPr>
            <p:cNvSpPr/>
            <p:nvPr/>
          </p:nvSpPr>
          <p:spPr>
            <a:xfrm>
              <a:off x="2439558" y="3566430"/>
              <a:ext cx="226824" cy="101628"/>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5" name="Google Shape;3551;p71">
              <a:extLst>
                <a:ext uri="{FF2B5EF4-FFF2-40B4-BE49-F238E27FC236}">
                  <a16:creationId xmlns:a16="http://schemas.microsoft.com/office/drawing/2014/main" id="{39E166ED-0F53-9AB8-0729-19865AC99EC0}"/>
                </a:ext>
              </a:extLst>
            </p:cNvPr>
            <p:cNvSpPr/>
            <p:nvPr/>
          </p:nvSpPr>
          <p:spPr>
            <a:xfrm>
              <a:off x="2760176" y="1836872"/>
              <a:ext cx="178140" cy="8867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6" name="Google Shape;3552;p71">
              <a:extLst>
                <a:ext uri="{FF2B5EF4-FFF2-40B4-BE49-F238E27FC236}">
                  <a16:creationId xmlns:a16="http://schemas.microsoft.com/office/drawing/2014/main" id="{195EFFF4-E339-2DAE-B260-5DCFB4E70966}"/>
                </a:ext>
              </a:extLst>
            </p:cNvPr>
            <p:cNvSpPr/>
            <p:nvPr/>
          </p:nvSpPr>
          <p:spPr>
            <a:xfrm>
              <a:off x="2575508" y="1404834"/>
              <a:ext cx="129525" cy="61602"/>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7" name="Google Shape;3553;p71">
              <a:extLst>
                <a:ext uri="{FF2B5EF4-FFF2-40B4-BE49-F238E27FC236}">
                  <a16:creationId xmlns:a16="http://schemas.microsoft.com/office/drawing/2014/main" id="{615367A8-44B8-D9F7-6ABF-D85AB9FBF29A}"/>
                </a:ext>
              </a:extLst>
            </p:cNvPr>
            <p:cNvSpPr/>
            <p:nvPr/>
          </p:nvSpPr>
          <p:spPr>
            <a:xfrm>
              <a:off x="2688920" y="3615663"/>
              <a:ext cx="81391" cy="6091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8" name="Google Shape;3554;p71">
              <a:extLst>
                <a:ext uri="{FF2B5EF4-FFF2-40B4-BE49-F238E27FC236}">
                  <a16:creationId xmlns:a16="http://schemas.microsoft.com/office/drawing/2014/main" id="{4842298B-72EF-9D74-BE8A-9F0E1D9F3191}"/>
                </a:ext>
              </a:extLst>
            </p:cNvPr>
            <p:cNvSpPr/>
            <p:nvPr/>
          </p:nvSpPr>
          <p:spPr>
            <a:xfrm>
              <a:off x="3231003" y="6351637"/>
              <a:ext cx="86133" cy="53906"/>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79" name="Google Shape;3555;p71">
              <a:extLst>
                <a:ext uri="{FF2B5EF4-FFF2-40B4-BE49-F238E27FC236}">
                  <a16:creationId xmlns:a16="http://schemas.microsoft.com/office/drawing/2014/main" id="{4CF2ACD2-B7A5-D568-5C4A-D486DD721C15}"/>
                </a:ext>
              </a:extLst>
            </p:cNvPr>
            <p:cNvSpPr/>
            <p:nvPr/>
          </p:nvSpPr>
          <p:spPr>
            <a:xfrm>
              <a:off x="2323192" y="3624012"/>
              <a:ext cx="77200" cy="52600"/>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0" name="Google Shape;3556;p71">
              <a:extLst>
                <a:ext uri="{FF2B5EF4-FFF2-40B4-BE49-F238E27FC236}">
                  <a16:creationId xmlns:a16="http://schemas.microsoft.com/office/drawing/2014/main" id="{21B3A92E-D2AD-45AB-9111-9F018B273E66}"/>
                </a:ext>
              </a:extLst>
            </p:cNvPr>
            <p:cNvSpPr/>
            <p:nvPr/>
          </p:nvSpPr>
          <p:spPr>
            <a:xfrm>
              <a:off x="9800959" y="4639463"/>
              <a:ext cx="65106" cy="73592"/>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1" name="Google Shape;3557;p71">
              <a:extLst>
                <a:ext uri="{FF2B5EF4-FFF2-40B4-BE49-F238E27FC236}">
                  <a16:creationId xmlns:a16="http://schemas.microsoft.com/office/drawing/2014/main" id="{F17AF218-4E7D-DE6C-76BE-9809B1A2F862}"/>
                </a:ext>
              </a:extLst>
            </p:cNvPr>
            <p:cNvSpPr/>
            <p:nvPr/>
          </p:nvSpPr>
          <p:spPr>
            <a:xfrm>
              <a:off x="6016244" y="1706969"/>
              <a:ext cx="75448" cy="52085"/>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2" name="Google Shape;3558;p71">
              <a:extLst>
                <a:ext uri="{FF2B5EF4-FFF2-40B4-BE49-F238E27FC236}">
                  <a16:creationId xmlns:a16="http://schemas.microsoft.com/office/drawing/2014/main" id="{7E801781-B2B4-C0FB-A9F2-56AAA75B1384}"/>
                </a:ext>
              </a:extLst>
            </p:cNvPr>
            <p:cNvSpPr/>
            <p:nvPr/>
          </p:nvSpPr>
          <p:spPr>
            <a:xfrm>
              <a:off x="8808596" y="4544123"/>
              <a:ext cx="68885" cy="5129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3" name="Google Shape;3559;p71">
              <a:extLst>
                <a:ext uri="{FF2B5EF4-FFF2-40B4-BE49-F238E27FC236}">
                  <a16:creationId xmlns:a16="http://schemas.microsoft.com/office/drawing/2014/main" id="{E5AD0236-6C2C-2401-D755-BCE88A435C18}"/>
                </a:ext>
              </a:extLst>
            </p:cNvPr>
            <p:cNvSpPr/>
            <p:nvPr/>
          </p:nvSpPr>
          <p:spPr>
            <a:xfrm>
              <a:off x="9299006" y="2586985"/>
              <a:ext cx="63320" cy="57994"/>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4" name="Google Shape;3560;p71">
              <a:extLst>
                <a:ext uri="{FF2B5EF4-FFF2-40B4-BE49-F238E27FC236}">
                  <a16:creationId xmlns:a16="http://schemas.microsoft.com/office/drawing/2014/main" id="{80560DF0-88A2-153C-16C3-78BCB49D4FBA}"/>
                </a:ext>
              </a:extLst>
            </p:cNvPr>
            <p:cNvSpPr/>
            <p:nvPr/>
          </p:nvSpPr>
          <p:spPr>
            <a:xfrm>
              <a:off x="4998559" y="2675832"/>
              <a:ext cx="73661" cy="173399"/>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5" name="Google Shape;3561;p71">
              <a:extLst>
                <a:ext uri="{FF2B5EF4-FFF2-40B4-BE49-F238E27FC236}">
                  <a16:creationId xmlns:a16="http://schemas.microsoft.com/office/drawing/2014/main" id="{47FE7763-6712-2658-9929-A0CE77CA02EB}"/>
                </a:ext>
              </a:extLst>
            </p:cNvPr>
            <p:cNvSpPr/>
            <p:nvPr/>
          </p:nvSpPr>
          <p:spPr>
            <a:xfrm>
              <a:off x="5491958" y="2959035"/>
              <a:ext cx="128873" cy="6239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6" name="Google Shape;3562;p71">
              <a:extLst>
                <a:ext uri="{FF2B5EF4-FFF2-40B4-BE49-F238E27FC236}">
                  <a16:creationId xmlns:a16="http://schemas.microsoft.com/office/drawing/2014/main" id="{4387ED40-088E-F0D2-270B-DFCE7C825D71}"/>
                </a:ext>
              </a:extLst>
            </p:cNvPr>
            <p:cNvSpPr/>
            <p:nvPr/>
          </p:nvSpPr>
          <p:spPr>
            <a:xfrm>
              <a:off x="5788252" y="2976076"/>
              <a:ext cx="69504" cy="51673"/>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87" name="Google Shape;3563;p71">
              <a:extLst>
                <a:ext uri="{FF2B5EF4-FFF2-40B4-BE49-F238E27FC236}">
                  <a16:creationId xmlns:a16="http://schemas.microsoft.com/office/drawing/2014/main" id="{AE224446-D4C7-186D-BAE5-ADC3259D45EC}"/>
                </a:ext>
              </a:extLst>
            </p:cNvPr>
            <p:cNvSpPr/>
            <p:nvPr/>
          </p:nvSpPr>
          <p:spPr>
            <a:xfrm>
              <a:off x="4812758" y="2789793"/>
              <a:ext cx="61739" cy="52463"/>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grpSp>
      <p:sp>
        <p:nvSpPr>
          <p:cNvPr id="89" name="椭圆 88">
            <a:extLst>
              <a:ext uri="{FF2B5EF4-FFF2-40B4-BE49-F238E27FC236}">
                <a16:creationId xmlns:a16="http://schemas.microsoft.com/office/drawing/2014/main" id="{9BB86F64-039E-1823-4178-D0AA8376BC81}"/>
              </a:ext>
            </a:extLst>
          </p:cNvPr>
          <p:cNvSpPr/>
          <p:nvPr/>
        </p:nvSpPr>
        <p:spPr>
          <a:xfrm>
            <a:off x="1165945" y="2293495"/>
            <a:ext cx="1746354" cy="1746354"/>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1" name="椭圆 90">
            <a:extLst>
              <a:ext uri="{FF2B5EF4-FFF2-40B4-BE49-F238E27FC236}">
                <a16:creationId xmlns:a16="http://schemas.microsoft.com/office/drawing/2014/main" id="{2B16E530-5A9A-9DF3-CFB0-B99D914A7A20}"/>
              </a:ext>
            </a:extLst>
          </p:cNvPr>
          <p:cNvSpPr/>
          <p:nvPr/>
        </p:nvSpPr>
        <p:spPr>
          <a:xfrm>
            <a:off x="3491524" y="2261674"/>
            <a:ext cx="209862" cy="20986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2" name="椭圆 91">
            <a:extLst>
              <a:ext uri="{FF2B5EF4-FFF2-40B4-BE49-F238E27FC236}">
                <a16:creationId xmlns:a16="http://schemas.microsoft.com/office/drawing/2014/main" id="{3BE8C0E3-F480-D29B-454E-0CBF81C60D24}"/>
              </a:ext>
            </a:extLst>
          </p:cNvPr>
          <p:cNvSpPr/>
          <p:nvPr/>
        </p:nvSpPr>
        <p:spPr>
          <a:xfrm>
            <a:off x="3753851" y="2194218"/>
            <a:ext cx="209862" cy="20986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3" name="椭圆 92">
            <a:extLst>
              <a:ext uri="{FF2B5EF4-FFF2-40B4-BE49-F238E27FC236}">
                <a16:creationId xmlns:a16="http://schemas.microsoft.com/office/drawing/2014/main" id="{893479F9-747D-ECC1-3FFA-A005797B5A92}"/>
              </a:ext>
            </a:extLst>
          </p:cNvPr>
          <p:cNvSpPr/>
          <p:nvPr/>
        </p:nvSpPr>
        <p:spPr>
          <a:xfrm>
            <a:off x="4197731" y="2236221"/>
            <a:ext cx="422691" cy="42269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4" name="椭圆 93">
            <a:extLst>
              <a:ext uri="{FF2B5EF4-FFF2-40B4-BE49-F238E27FC236}">
                <a16:creationId xmlns:a16="http://schemas.microsoft.com/office/drawing/2014/main" id="{78AD1FF6-9515-E1AB-6CCE-34CFE0C63686}"/>
              </a:ext>
            </a:extLst>
          </p:cNvPr>
          <p:cNvSpPr/>
          <p:nvPr/>
        </p:nvSpPr>
        <p:spPr>
          <a:xfrm>
            <a:off x="3833140" y="2501577"/>
            <a:ext cx="243001" cy="24300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5" name="椭圆 94">
            <a:extLst>
              <a:ext uri="{FF2B5EF4-FFF2-40B4-BE49-F238E27FC236}">
                <a16:creationId xmlns:a16="http://schemas.microsoft.com/office/drawing/2014/main" id="{F2119F8F-2B71-D078-588F-7D23094E220C}"/>
              </a:ext>
            </a:extLst>
          </p:cNvPr>
          <p:cNvSpPr/>
          <p:nvPr/>
        </p:nvSpPr>
        <p:spPr>
          <a:xfrm>
            <a:off x="3981708" y="2308230"/>
            <a:ext cx="243001" cy="24300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6" name="椭圆 95">
            <a:extLst>
              <a:ext uri="{FF2B5EF4-FFF2-40B4-BE49-F238E27FC236}">
                <a16:creationId xmlns:a16="http://schemas.microsoft.com/office/drawing/2014/main" id="{D50B7583-9483-463E-4EFD-DA0E12506EBE}"/>
              </a:ext>
            </a:extLst>
          </p:cNvPr>
          <p:cNvSpPr/>
          <p:nvPr/>
        </p:nvSpPr>
        <p:spPr>
          <a:xfrm>
            <a:off x="4076203" y="2572444"/>
            <a:ext cx="172326" cy="172326"/>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7" name="椭圆 96">
            <a:extLst>
              <a:ext uri="{FF2B5EF4-FFF2-40B4-BE49-F238E27FC236}">
                <a16:creationId xmlns:a16="http://schemas.microsoft.com/office/drawing/2014/main" id="{716655A8-4EE0-1E35-AE08-03D7C7D2CB26}"/>
              </a:ext>
            </a:extLst>
          </p:cNvPr>
          <p:cNvSpPr/>
          <p:nvPr/>
        </p:nvSpPr>
        <p:spPr>
          <a:xfrm>
            <a:off x="6457742" y="2680315"/>
            <a:ext cx="668143" cy="668143"/>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8" name="椭圆 97">
            <a:extLst>
              <a:ext uri="{FF2B5EF4-FFF2-40B4-BE49-F238E27FC236}">
                <a16:creationId xmlns:a16="http://schemas.microsoft.com/office/drawing/2014/main" id="{F9841F12-6B66-1F72-5BE6-BA5D0E9DDF76}"/>
              </a:ext>
            </a:extLst>
          </p:cNvPr>
          <p:cNvSpPr/>
          <p:nvPr/>
        </p:nvSpPr>
        <p:spPr>
          <a:xfrm>
            <a:off x="8151259" y="2625729"/>
            <a:ext cx="459614" cy="459614"/>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9" name="椭圆 98">
            <a:extLst>
              <a:ext uri="{FF2B5EF4-FFF2-40B4-BE49-F238E27FC236}">
                <a16:creationId xmlns:a16="http://schemas.microsoft.com/office/drawing/2014/main" id="{72DB9449-7255-0AD0-9336-86E44A69E0E4}"/>
              </a:ext>
            </a:extLst>
          </p:cNvPr>
          <p:cNvSpPr/>
          <p:nvPr/>
        </p:nvSpPr>
        <p:spPr>
          <a:xfrm>
            <a:off x="7467421" y="3461690"/>
            <a:ext cx="279601" cy="27960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0" name="椭圆 99">
            <a:extLst>
              <a:ext uri="{FF2B5EF4-FFF2-40B4-BE49-F238E27FC236}">
                <a16:creationId xmlns:a16="http://schemas.microsoft.com/office/drawing/2014/main" id="{5539FCA8-86CE-13C4-926C-8E88275D7698}"/>
              </a:ext>
            </a:extLst>
          </p:cNvPr>
          <p:cNvSpPr/>
          <p:nvPr/>
        </p:nvSpPr>
        <p:spPr>
          <a:xfrm>
            <a:off x="6254969" y="3468561"/>
            <a:ext cx="279601" cy="279601"/>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1" name="椭圆 100">
            <a:extLst>
              <a:ext uri="{FF2B5EF4-FFF2-40B4-BE49-F238E27FC236}">
                <a16:creationId xmlns:a16="http://schemas.microsoft.com/office/drawing/2014/main" id="{F1BC6971-37ED-C9E7-4F35-B77F22AE4740}"/>
              </a:ext>
            </a:extLst>
          </p:cNvPr>
          <p:cNvSpPr/>
          <p:nvPr/>
        </p:nvSpPr>
        <p:spPr>
          <a:xfrm>
            <a:off x="7083713" y="4119350"/>
            <a:ext cx="492008" cy="492008"/>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3" name="椭圆 102">
            <a:extLst>
              <a:ext uri="{FF2B5EF4-FFF2-40B4-BE49-F238E27FC236}">
                <a16:creationId xmlns:a16="http://schemas.microsoft.com/office/drawing/2014/main" id="{C98677D3-4049-54DD-54E9-68821B4F9B23}"/>
              </a:ext>
            </a:extLst>
          </p:cNvPr>
          <p:cNvSpPr/>
          <p:nvPr/>
        </p:nvSpPr>
        <p:spPr>
          <a:xfrm>
            <a:off x="8050292" y="5212521"/>
            <a:ext cx="244792" cy="244792"/>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5" name="椭圆 104">
            <a:extLst>
              <a:ext uri="{FF2B5EF4-FFF2-40B4-BE49-F238E27FC236}">
                <a16:creationId xmlns:a16="http://schemas.microsoft.com/office/drawing/2014/main" id="{8B9CA1F9-0455-C52E-60A8-AE20316BDB25}"/>
              </a:ext>
            </a:extLst>
          </p:cNvPr>
          <p:cNvSpPr/>
          <p:nvPr/>
        </p:nvSpPr>
        <p:spPr>
          <a:xfrm>
            <a:off x="6164320" y="5284618"/>
            <a:ext cx="346276" cy="346276"/>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6" name="椭圆 105">
            <a:extLst>
              <a:ext uri="{FF2B5EF4-FFF2-40B4-BE49-F238E27FC236}">
                <a16:creationId xmlns:a16="http://schemas.microsoft.com/office/drawing/2014/main" id="{3188C252-D461-4A99-CA31-A026046FAA04}"/>
              </a:ext>
            </a:extLst>
          </p:cNvPr>
          <p:cNvSpPr/>
          <p:nvPr/>
        </p:nvSpPr>
        <p:spPr>
          <a:xfrm>
            <a:off x="2482426" y="4714888"/>
            <a:ext cx="212515" cy="212515"/>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7" name="椭圆 106">
            <a:extLst>
              <a:ext uri="{FF2B5EF4-FFF2-40B4-BE49-F238E27FC236}">
                <a16:creationId xmlns:a16="http://schemas.microsoft.com/office/drawing/2014/main" id="{449AFB27-80A0-E632-0925-B9EFB49CD917}"/>
              </a:ext>
            </a:extLst>
          </p:cNvPr>
          <p:cNvSpPr/>
          <p:nvPr/>
        </p:nvSpPr>
        <p:spPr>
          <a:xfrm>
            <a:off x="1069304" y="2276872"/>
            <a:ext cx="212515" cy="212515"/>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8" name="椭圆 107">
            <a:extLst>
              <a:ext uri="{FF2B5EF4-FFF2-40B4-BE49-F238E27FC236}">
                <a16:creationId xmlns:a16="http://schemas.microsoft.com/office/drawing/2014/main" id="{BCD61839-4F31-0078-0606-450B28EF11E4}"/>
              </a:ext>
            </a:extLst>
          </p:cNvPr>
          <p:cNvSpPr/>
          <p:nvPr/>
        </p:nvSpPr>
        <p:spPr>
          <a:xfrm>
            <a:off x="5229726" y="1943052"/>
            <a:ext cx="169889" cy="169889"/>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9" name="文本框 108">
            <a:extLst>
              <a:ext uri="{FF2B5EF4-FFF2-40B4-BE49-F238E27FC236}">
                <a16:creationId xmlns:a16="http://schemas.microsoft.com/office/drawing/2014/main" id="{55B8E1D7-C2E3-7B31-FF70-1827BC7096B3}"/>
              </a:ext>
            </a:extLst>
          </p:cNvPr>
          <p:cNvSpPr txBox="1"/>
          <p:nvPr/>
        </p:nvSpPr>
        <p:spPr>
          <a:xfrm>
            <a:off x="217357" y="899410"/>
            <a:ext cx="955711" cy="369332"/>
          </a:xfrm>
          <a:prstGeom prst="rect">
            <a:avLst/>
          </a:prstGeom>
          <a:noFill/>
        </p:spPr>
        <p:txBody>
          <a:bodyPr wrap="none" rtlCol="0">
            <a:spAutoFit/>
          </a:bodyPr>
          <a:lstStyle/>
          <a:p>
            <a:r>
              <a:rPr kumimoji="1" lang="en" altLang="zh-CN" dirty="0">
                <a:solidFill>
                  <a:srgbClr val="212121"/>
                </a:solidFill>
                <a:latin typeface="Alibaba PuHuiTi Light" pitchFamily="18" charset="-122"/>
                <a:ea typeface="Alibaba PuHuiTi Light" pitchFamily="18" charset="-122"/>
                <a:cs typeface="Alibaba PuHuiTi Light" pitchFamily="18" charset="-122"/>
              </a:rPr>
              <a:t>country</a:t>
            </a:r>
            <a:endParaRPr kumimoji="1" lang="zh-CN" altLang="en-US" dirty="0">
              <a:solidFill>
                <a:srgbClr val="212121"/>
              </a:solidFill>
              <a:latin typeface="Alibaba PuHuiTi Light" pitchFamily="18" charset="-122"/>
              <a:ea typeface="Alibaba PuHuiTi Light" pitchFamily="18" charset="-122"/>
              <a:cs typeface="Alibaba PuHuiTi Light" pitchFamily="18" charset="-122"/>
            </a:endParaRPr>
          </a:p>
        </p:txBody>
      </p:sp>
      <p:sp>
        <p:nvSpPr>
          <p:cNvPr id="110" name="文本框 109">
            <a:extLst>
              <a:ext uri="{FF2B5EF4-FFF2-40B4-BE49-F238E27FC236}">
                <a16:creationId xmlns:a16="http://schemas.microsoft.com/office/drawing/2014/main" id="{5F53DFFB-7864-F85F-FFC0-D701C0FE8C65}"/>
              </a:ext>
            </a:extLst>
          </p:cNvPr>
          <p:cNvSpPr txBox="1"/>
          <p:nvPr/>
        </p:nvSpPr>
        <p:spPr>
          <a:xfrm>
            <a:off x="2513936" y="3884634"/>
            <a:ext cx="431528"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USA</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73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1" name="文本框 110">
            <a:extLst>
              <a:ext uri="{FF2B5EF4-FFF2-40B4-BE49-F238E27FC236}">
                <a16:creationId xmlns:a16="http://schemas.microsoft.com/office/drawing/2014/main" id="{2AD3B09B-7502-96A0-5FC7-4A0A11B69F93}"/>
              </a:ext>
            </a:extLst>
          </p:cNvPr>
          <p:cNvSpPr txBox="1"/>
          <p:nvPr/>
        </p:nvSpPr>
        <p:spPr>
          <a:xfrm>
            <a:off x="5391346" y="1870851"/>
            <a:ext cx="617477"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RUSSIA</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33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2" name="文本框 111">
            <a:extLst>
              <a:ext uri="{FF2B5EF4-FFF2-40B4-BE49-F238E27FC236}">
                <a16:creationId xmlns:a16="http://schemas.microsoft.com/office/drawing/2014/main" id="{C19ABBAD-2B28-21FB-8A7C-395CDC472F92}"/>
              </a:ext>
            </a:extLst>
          </p:cNvPr>
          <p:cNvSpPr txBox="1"/>
          <p:nvPr/>
        </p:nvSpPr>
        <p:spPr>
          <a:xfrm>
            <a:off x="872555" y="1916289"/>
            <a:ext cx="657552"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Canada</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44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3" name="文本框 112">
            <a:extLst>
              <a:ext uri="{FF2B5EF4-FFF2-40B4-BE49-F238E27FC236}">
                <a16:creationId xmlns:a16="http://schemas.microsoft.com/office/drawing/2014/main" id="{88CA805B-6A01-6DD3-BB60-01784FE7948C}"/>
              </a:ext>
            </a:extLst>
          </p:cNvPr>
          <p:cNvSpPr txBox="1"/>
          <p:nvPr/>
        </p:nvSpPr>
        <p:spPr>
          <a:xfrm>
            <a:off x="5998448" y="3054293"/>
            <a:ext cx="530915"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China</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108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4" name="文本框 113">
            <a:extLst>
              <a:ext uri="{FF2B5EF4-FFF2-40B4-BE49-F238E27FC236}">
                <a16:creationId xmlns:a16="http://schemas.microsoft.com/office/drawing/2014/main" id="{5E3FC332-97A5-1BC6-76E5-9E2F4C5E2094}"/>
              </a:ext>
            </a:extLst>
          </p:cNvPr>
          <p:cNvSpPr txBox="1"/>
          <p:nvPr/>
        </p:nvSpPr>
        <p:spPr>
          <a:xfrm>
            <a:off x="8241639" y="3126577"/>
            <a:ext cx="53572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Japan</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5" name="文本框 114">
            <a:extLst>
              <a:ext uri="{FF2B5EF4-FFF2-40B4-BE49-F238E27FC236}">
                <a16:creationId xmlns:a16="http://schemas.microsoft.com/office/drawing/2014/main" id="{7101F620-A3BB-2954-F3CB-7DA1A226ADA8}"/>
              </a:ext>
            </a:extLst>
          </p:cNvPr>
          <p:cNvSpPr txBox="1"/>
          <p:nvPr/>
        </p:nvSpPr>
        <p:spPr>
          <a:xfrm>
            <a:off x="7631523" y="3645024"/>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12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6" name="文本框 115">
            <a:extLst>
              <a:ext uri="{FF2B5EF4-FFF2-40B4-BE49-F238E27FC236}">
                <a16:creationId xmlns:a16="http://schemas.microsoft.com/office/drawing/2014/main" id="{6001C2D1-FC1C-930F-5C3F-13B698AE10BA}"/>
              </a:ext>
            </a:extLst>
          </p:cNvPr>
          <p:cNvSpPr txBox="1"/>
          <p:nvPr/>
        </p:nvSpPr>
        <p:spPr>
          <a:xfrm>
            <a:off x="6973960" y="4581128"/>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34</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7" name="文本框 116">
            <a:extLst>
              <a:ext uri="{FF2B5EF4-FFF2-40B4-BE49-F238E27FC236}">
                <a16:creationId xmlns:a16="http://schemas.microsoft.com/office/drawing/2014/main" id="{BFB76752-B78E-20DB-2A8F-7237DF3334C6}"/>
              </a:ext>
            </a:extLst>
          </p:cNvPr>
          <p:cNvSpPr txBox="1"/>
          <p:nvPr/>
        </p:nvSpPr>
        <p:spPr>
          <a:xfrm>
            <a:off x="6037856" y="5589240"/>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78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18" name="文本框 117">
            <a:extLst>
              <a:ext uri="{FF2B5EF4-FFF2-40B4-BE49-F238E27FC236}">
                <a16:creationId xmlns:a16="http://schemas.microsoft.com/office/drawing/2014/main" id="{174DFF48-AEC4-F49F-18C7-129A481F16DE}"/>
              </a:ext>
            </a:extLst>
          </p:cNvPr>
          <p:cNvSpPr txBox="1"/>
          <p:nvPr/>
        </p:nvSpPr>
        <p:spPr>
          <a:xfrm>
            <a:off x="7874632" y="5471512"/>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0" name="文本框 119">
            <a:extLst>
              <a:ext uri="{FF2B5EF4-FFF2-40B4-BE49-F238E27FC236}">
                <a16:creationId xmlns:a16="http://schemas.microsoft.com/office/drawing/2014/main" id="{140CF86E-5B93-D32B-3A21-8F19E36A9B43}"/>
              </a:ext>
            </a:extLst>
          </p:cNvPr>
          <p:cNvSpPr txBox="1"/>
          <p:nvPr/>
        </p:nvSpPr>
        <p:spPr>
          <a:xfrm>
            <a:off x="2725488" y="4653136"/>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11</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1" name="文本框 120">
            <a:extLst>
              <a:ext uri="{FF2B5EF4-FFF2-40B4-BE49-F238E27FC236}">
                <a16:creationId xmlns:a16="http://schemas.microsoft.com/office/drawing/2014/main" id="{C841C990-55F0-ACC9-40CB-DACF71CB2CD8}"/>
              </a:ext>
            </a:extLst>
          </p:cNvPr>
          <p:cNvSpPr txBox="1"/>
          <p:nvPr/>
        </p:nvSpPr>
        <p:spPr>
          <a:xfrm>
            <a:off x="3013520" y="1844824"/>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12</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2" name="文本框 121">
            <a:extLst>
              <a:ext uri="{FF2B5EF4-FFF2-40B4-BE49-F238E27FC236}">
                <a16:creationId xmlns:a16="http://schemas.microsoft.com/office/drawing/2014/main" id="{5550BE07-D469-3216-8050-94C714E1330A}"/>
              </a:ext>
            </a:extLst>
          </p:cNvPr>
          <p:cNvSpPr txBox="1"/>
          <p:nvPr/>
        </p:nvSpPr>
        <p:spPr>
          <a:xfrm>
            <a:off x="3301552" y="2924944"/>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13</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3" name="文本框 122">
            <a:extLst>
              <a:ext uri="{FF2B5EF4-FFF2-40B4-BE49-F238E27FC236}">
                <a16:creationId xmlns:a16="http://schemas.microsoft.com/office/drawing/2014/main" id="{03001ECD-C6EA-342D-9DCE-4617DB80B0EC}"/>
              </a:ext>
            </a:extLst>
          </p:cNvPr>
          <p:cNvSpPr txBox="1"/>
          <p:nvPr/>
        </p:nvSpPr>
        <p:spPr>
          <a:xfrm>
            <a:off x="4309664" y="2996952"/>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15</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4" name="文本框 123">
            <a:extLst>
              <a:ext uri="{FF2B5EF4-FFF2-40B4-BE49-F238E27FC236}">
                <a16:creationId xmlns:a16="http://schemas.microsoft.com/office/drawing/2014/main" id="{B71DDEA3-01B6-40D7-B2A0-C8A571739907}"/>
              </a:ext>
            </a:extLst>
          </p:cNvPr>
          <p:cNvSpPr txBox="1"/>
          <p:nvPr/>
        </p:nvSpPr>
        <p:spPr>
          <a:xfrm>
            <a:off x="4597696" y="2492896"/>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66</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5" name="文本框 124">
            <a:extLst>
              <a:ext uri="{FF2B5EF4-FFF2-40B4-BE49-F238E27FC236}">
                <a16:creationId xmlns:a16="http://schemas.microsoft.com/office/drawing/2014/main" id="{E41F9037-843A-07B0-83DD-8470D526611A}"/>
              </a:ext>
            </a:extLst>
          </p:cNvPr>
          <p:cNvSpPr txBox="1"/>
          <p:nvPr/>
        </p:nvSpPr>
        <p:spPr>
          <a:xfrm>
            <a:off x="3949624" y="1628800"/>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77</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6" name="文本框 125">
            <a:extLst>
              <a:ext uri="{FF2B5EF4-FFF2-40B4-BE49-F238E27FC236}">
                <a16:creationId xmlns:a16="http://schemas.microsoft.com/office/drawing/2014/main" id="{729DE5DA-D2D4-7CA4-FA55-83EAC4E77DEE}"/>
              </a:ext>
            </a:extLst>
          </p:cNvPr>
          <p:cNvSpPr txBox="1"/>
          <p:nvPr/>
        </p:nvSpPr>
        <p:spPr>
          <a:xfrm>
            <a:off x="3733600" y="3429000"/>
            <a:ext cx="655949" cy="400110"/>
          </a:xfrm>
          <a:prstGeom prst="rect">
            <a:avLst/>
          </a:prstGeom>
          <a:noFill/>
        </p:spPr>
        <p:txBody>
          <a:bodyPr wrap="none" rtlCol="0">
            <a:spAutoFit/>
          </a:bodyPr>
          <a:lstStyle/>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Country</a:t>
            </a:r>
          </a:p>
          <a:p>
            <a:pPr algn="ctr"/>
            <a:r>
              <a:rPr kumimoji="1" lang="en-US" altLang="zh-CN" sz="1000" dirty="0">
                <a:solidFill>
                  <a:srgbClr val="212121"/>
                </a:solidFill>
                <a:latin typeface="Alibaba PuHuiTi" pitchFamily="18" charset="-122"/>
                <a:ea typeface="Alibaba PuHuiTi" pitchFamily="18" charset="-122"/>
                <a:cs typeface="Alibaba PuHuiTi" pitchFamily="18" charset="-122"/>
              </a:rPr>
              <a:t>78</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cxnSp>
        <p:nvCxnSpPr>
          <p:cNvPr id="128" name="直线连接符 127">
            <a:extLst>
              <a:ext uri="{FF2B5EF4-FFF2-40B4-BE49-F238E27FC236}">
                <a16:creationId xmlns:a16="http://schemas.microsoft.com/office/drawing/2014/main" id="{24784E40-F6B7-AE8C-BC82-89D4D3C95A19}"/>
              </a:ext>
            </a:extLst>
          </p:cNvPr>
          <p:cNvCxnSpPr>
            <a:endCxn id="123" idx="0"/>
          </p:cNvCxnSpPr>
          <p:nvPr/>
        </p:nvCxnSpPr>
        <p:spPr>
          <a:xfrm>
            <a:off x="4233832" y="2770632"/>
            <a:ext cx="403807" cy="226320"/>
          </a:xfrm>
          <a:prstGeom prst="line">
            <a:avLst/>
          </a:prstGeom>
          <a:ln w="12700">
            <a:solidFill>
              <a:srgbClr val="212121"/>
            </a:solidFill>
          </a:ln>
        </p:spPr>
        <p:style>
          <a:lnRef idx="1">
            <a:schemeClr val="accent1"/>
          </a:lnRef>
          <a:fillRef idx="0">
            <a:schemeClr val="accent1"/>
          </a:fillRef>
          <a:effectRef idx="0">
            <a:schemeClr val="accent1"/>
          </a:effectRef>
          <a:fontRef idx="minor">
            <a:schemeClr val="tx1"/>
          </a:fontRef>
        </p:style>
      </p:cxnSp>
      <p:sp>
        <p:nvSpPr>
          <p:cNvPr id="134" name="任意形状 133">
            <a:extLst>
              <a:ext uri="{FF2B5EF4-FFF2-40B4-BE49-F238E27FC236}">
                <a16:creationId xmlns:a16="http://schemas.microsoft.com/office/drawing/2014/main" id="{69CBD156-70A9-F337-D950-9C5D1567A813}"/>
              </a:ext>
            </a:extLst>
          </p:cNvPr>
          <p:cNvSpPr/>
          <p:nvPr/>
        </p:nvSpPr>
        <p:spPr>
          <a:xfrm>
            <a:off x="4627024" y="2020824"/>
            <a:ext cx="566928" cy="228600"/>
          </a:xfrm>
          <a:custGeom>
            <a:avLst/>
            <a:gdLst>
              <a:gd name="connsiteX0" fmla="*/ 0 w 566928"/>
              <a:gd name="connsiteY0" fmla="*/ 228600 h 228600"/>
              <a:gd name="connsiteX1" fmla="*/ 128016 w 566928"/>
              <a:gd name="connsiteY1" fmla="*/ 73152 h 228600"/>
              <a:gd name="connsiteX2" fmla="*/ 566928 w 566928"/>
              <a:gd name="connsiteY2" fmla="*/ 0 h 228600"/>
            </a:gdLst>
            <a:ahLst/>
            <a:cxnLst>
              <a:cxn ang="0">
                <a:pos x="connsiteX0" y="connsiteY0"/>
              </a:cxn>
              <a:cxn ang="0">
                <a:pos x="connsiteX1" y="connsiteY1"/>
              </a:cxn>
              <a:cxn ang="0">
                <a:pos x="connsiteX2" y="connsiteY2"/>
              </a:cxn>
            </a:cxnLst>
            <a:rect l="l" t="t" r="r" b="b"/>
            <a:pathLst>
              <a:path w="566928" h="228600">
                <a:moveTo>
                  <a:pt x="0" y="228600"/>
                </a:moveTo>
                <a:lnTo>
                  <a:pt x="128016" y="73152"/>
                </a:lnTo>
                <a:lnTo>
                  <a:pt x="566928" y="0"/>
                </a:lnTo>
              </a:path>
            </a:pathLst>
          </a:custGeom>
          <a:noFill/>
          <a:ln w="9525">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35" name="任意形状 134">
            <a:extLst>
              <a:ext uri="{FF2B5EF4-FFF2-40B4-BE49-F238E27FC236}">
                <a16:creationId xmlns:a16="http://schemas.microsoft.com/office/drawing/2014/main" id="{46134C9A-91C8-26D5-F7E5-B222DCD13FD4}"/>
              </a:ext>
            </a:extLst>
          </p:cNvPr>
          <p:cNvSpPr/>
          <p:nvPr/>
        </p:nvSpPr>
        <p:spPr>
          <a:xfrm>
            <a:off x="4050952" y="1901952"/>
            <a:ext cx="118872" cy="365760"/>
          </a:xfrm>
          <a:custGeom>
            <a:avLst/>
            <a:gdLst>
              <a:gd name="connsiteX0" fmla="*/ 118872 w 118872"/>
              <a:gd name="connsiteY0" fmla="*/ 0 h 365760"/>
              <a:gd name="connsiteX1" fmla="*/ 0 w 118872"/>
              <a:gd name="connsiteY1" fmla="*/ 164592 h 365760"/>
              <a:gd name="connsiteX2" fmla="*/ 36576 w 118872"/>
              <a:gd name="connsiteY2" fmla="*/ 365760 h 365760"/>
            </a:gdLst>
            <a:ahLst/>
            <a:cxnLst>
              <a:cxn ang="0">
                <a:pos x="connsiteX0" y="connsiteY0"/>
              </a:cxn>
              <a:cxn ang="0">
                <a:pos x="connsiteX1" y="connsiteY1"/>
              </a:cxn>
              <a:cxn ang="0">
                <a:pos x="connsiteX2" y="connsiteY2"/>
              </a:cxn>
            </a:cxnLst>
            <a:rect l="l" t="t" r="r" b="b"/>
            <a:pathLst>
              <a:path w="118872" h="365760">
                <a:moveTo>
                  <a:pt x="118872" y="0"/>
                </a:moveTo>
                <a:lnTo>
                  <a:pt x="0" y="164592"/>
                </a:lnTo>
                <a:lnTo>
                  <a:pt x="36576" y="365760"/>
                </a:lnTo>
              </a:path>
            </a:pathLst>
          </a:custGeom>
          <a:noFill/>
          <a:ln w="9525">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45" name="圆角右箭头 144">
            <a:extLst>
              <a:ext uri="{FF2B5EF4-FFF2-40B4-BE49-F238E27FC236}">
                <a16:creationId xmlns:a16="http://schemas.microsoft.com/office/drawing/2014/main" id="{995FFD9C-B88A-E766-7D02-0879B32434B1}"/>
              </a:ext>
            </a:extLst>
          </p:cNvPr>
          <p:cNvSpPr/>
          <p:nvPr/>
        </p:nvSpPr>
        <p:spPr>
          <a:xfrm rot="417325" flipH="1">
            <a:off x="3096734" y="3831220"/>
            <a:ext cx="813816" cy="868680"/>
          </a:xfrm>
          <a:prstGeom prst="bentArrow">
            <a:avLst>
              <a:gd name="adj1" fmla="val 2244"/>
              <a:gd name="adj2" fmla="val 7221"/>
              <a:gd name="adj3" fmla="val 22155"/>
              <a:gd name="adj4" fmla="val 77845"/>
            </a:avLst>
          </a:prstGeom>
          <a:solidFill>
            <a:srgbClr val="2121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212121"/>
              </a:solidFill>
            </a:endParaRPr>
          </a:p>
        </p:txBody>
      </p:sp>
      <p:sp>
        <p:nvSpPr>
          <p:cNvPr id="146" name="文本框 145">
            <a:extLst>
              <a:ext uri="{FF2B5EF4-FFF2-40B4-BE49-F238E27FC236}">
                <a16:creationId xmlns:a16="http://schemas.microsoft.com/office/drawing/2014/main" id="{DD7B6CAF-E260-59C5-2AA4-F9AEF0EFDD93}"/>
              </a:ext>
            </a:extLst>
          </p:cNvPr>
          <p:cNvSpPr txBox="1"/>
          <p:nvPr/>
        </p:nvSpPr>
        <p:spPr>
          <a:xfrm>
            <a:off x="3980569" y="4269343"/>
            <a:ext cx="2285835" cy="923330"/>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spc="300" dirty="0">
                <a:solidFill>
                  <a:srgbClr val="212121"/>
                </a:solidFill>
              </a:rPr>
              <a:t>Suddenly we see Ten among the top ten projects. This is a promising project integratingptocurrency in the real</a:t>
            </a:r>
            <a:endParaRPr lang="zh-CN" altLang="en-US" sz="900" spc="300" dirty="0">
              <a:solidFill>
                <a:srgbClr val="212121"/>
              </a:solidFill>
            </a:endParaRPr>
          </a:p>
        </p:txBody>
      </p:sp>
      <p:sp>
        <p:nvSpPr>
          <p:cNvPr id="147" name="文本框 146">
            <a:extLst>
              <a:ext uri="{FF2B5EF4-FFF2-40B4-BE49-F238E27FC236}">
                <a16:creationId xmlns:a16="http://schemas.microsoft.com/office/drawing/2014/main" id="{DCBF506F-641D-FC85-8AC1-6E38BBA13218}"/>
              </a:ext>
            </a:extLst>
          </p:cNvPr>
          <p:cNvSpPr txBox="1"/>
          <p:nvPr/>
        </p:nvSpPr>
        <p:spPr>
          <a:xfrm>
            <a:off x="3980569" y="5229200"/>
            <a:ext cx="2285835" cy="923330"/>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spc="300" dirty="0">
                <a:solidFill>
                  <a:srgbClr val="212121"/>
                </a:solidFill>
              </a:rPr>
              <a:t>Suddenly we see Ten among the top ten projects. This is a promising project integratingptocurrency in the real</a:t>
            </a:r>
            <a:endParaRPr lang="zh-CN" altLang="en-US" sz="900" spc="300" dirty="0">
              <a:solidFill>
                <a:srgbClr val="212121"/>
              </a:solidFill>
            </a:endParaRPr>
          </a:p>
        </p:txBody>
      </p:sp>
      <p:sp>
        <p:nvSpPr>
          <p:cNvPr id="148" name="Google Shape;729;p51">
            <a:extLst>
              <a:ext uri="{FF2B5EF4-FFF2-40B4-BE49-F238E27FC236}">
                <a16:creationId xmlns:a16="http://schemas.microsoft.com/office/drawing/2014/main" id="{57F1751E-F568-D0AC-6A12-0C57CA3A8E64}"/>
              </a:ext>
            </a:extLst>
          </p:cNvPr>
          <p:cNvSpPr txBox="1"/>
          <p:nvPr/>
        </p:nvSpPr>
        <p:spPr>
          <a:xfrm>
            <a:off x="9631505" y="1051971"/>
            <a:ext cx="1941300" cy="53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BB3023"/>
                </a:solidFill>
                <a:latin typeface="Alibaba PuHuiTi Medium" pitchFamily="18" charset="-122"/>
                <a:ea typeface="Alibaba PuHuiTi Medium" pitchFamily="18" charset="-122"/>
                <a:cs typeface="Alibaba PuHuiTi Medium" pitchFamily="18" charset="-122"/>
                <a:sym typeface="Archivo"/>
              </a:rPr>
              <a:t>People</a:t>
            </a:r>
            <a:endParaRPr sz="2000">
              <a:solidFill>
                <a:srgbClr val="BB3023"/>
              </a:solidFill>
              <a:latin typeface="Alibaba PuHuiTi Medium" pitchFamily="18" charset="-122"/>
              <a:ea typeface="Alibaba PuHuiTi Medium" pitchFamily="18" charset="-122"/>
              <a:cs typeface="Alibaba PuHuiTi Medium" pitchFamily="18" charset="-122"/>
              <a:sym typeface="Archivo"/>
            </a:endParaRPr>
          </a:p>
        </p:txBody>
      </p:sp>
      <p:sp>
        <p:nvSpPr>
          <p:cNvPr id="149" name="Google Shape;730;p51">
            <a:extLst>
              <a:ext uri="{FF2B5EF4-FFF2-40B4-BE49-F238E27FC236}">
                <a16:creationId xmlns:a16="http://schemas.microsoft.com/office/drawing/2014/main" id="{602B8D47-7BD7-758D-A893-42465DEBD994}"/>
              </a:ext>
            </a:extLst>
          </p:cNvPr>
          <p:cNvSpPr txBox="1"/>
          <p:nvPr/>
        </p:nvSpPr>
        <p:spPr>
          <a:xfrm>
            <a:off x="9631506" y="1422850"/>
            <a:ext cx="1941300" cy="66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solidFill>
                  <a:srgbClr val="BB3023"/>
                </a:solidFill>
                <a:latin typeface="Alibaba PuHuiTi Medium" pitchFamily="18" charset="-122"/>
                <a:ea typeface="Alibaba PuHuiTi Medium" pitchFamily="18" charset="-122"/>
                <a:cs typeface="Alibaba PuHuiTi Medium" pitchFamily="18" charset="-122"/>
                <a:sym typeface="Archivo ExtraBold"/>
              </a:rPr>
              <a:t>80%</a:t>
            </a:r>
            <a:endParaRPr sz="4000" dirty="0">
              <a:solidFill>
                <a:srgbClr val="BB3023"/>
              </a:solidFill>
              <a:latin typeface="Alibaba PuHuiTi Medium" pitchFamily="18" charset="-122"/>
              <a:ea typeface="Alibaba PuHuiTi Medium" pitchFamily="18" charset="-122"/>
              <a:cs typeface="Alibaba PuHuiTi Medium" pitchFamily="18" charset="-122"/>
              <a:sym typeface="Archivo ExtraBold"/>
            </a:endParaRPr>
          </a:p>
        </p:txBody>
      </p:sp>
      <p:sp>
        <p:nvSpPr>
          <p:cNvPr id="150" name="Google Shape;731;p51">
            <a:extLst>
              <a:ext uri="{FF2B5EF4-FFF2-40B4-BE49-F238E27FC236}">
                <a16:creationId xmlns:a16="http://schemas.microsoft.com/office/drawing/2014/main" id="{C30EF9F1-3822-D8EE-C282-0D8B62909EAB}"/>
              </a:ext>
            </a:extLst>
          </p:cNvPr>
          <p:cNvSpPr txBox="1"/>
          <p:nvPr/>
        </p:nvSpPr>
        <p:spPr>
          <a:xfrm>
            <a:off x="9627432" y="2848686"/>
            <a:ext cx="1941300" cy="53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BB3023"/>
                </a:solidFill>
                <a:latin typeface="Alibaba PuHuiTi Medium" pitchFamily="18" charset="-122"/>
                <a:ea typeface="Alibaba PuHuiTi Medium" pitchFamily="18" charset="-122"/>
                <a:cs typeface="Alibaba PuHuiTi Medium" pitchFamily="18" charset="-122"/>
                <a:sym typeface="Archivo"/>
              </a:rPr>
              <a:t>Sales</a:t>
            </a:r>
            <a:endParaRPr sz="2000">
              <a:solidFill>
                <a:srgbClr val="BB3023"/>
              </a:solidFill>
              <a:latin typeface="Alibaba PuHuiTi Medium" pitchFamily="18" charset="-122"/>
              <a:ea typeface="Alibaba PuHuiTi Medium" pitchFamily="18" charset="-122"/>
              <a:cs typeface="Alibaba PuHuiTi Medium" pitchFamily="18" charset="-122"/>
              <a:sym typeface="Archivo"/>
            </a:endParaRPr>
          </a:p>
        </p:txBody>
      </p:sp>
      <p:sp>
        <p:nvSpPr>
          <p:cNvPr id="153" name="Google Shape;733;p51">
            <a:extLst>
              <a:ext uri="{FF2B5EF4-FFF2-40B4-BE49-F238E27FC236}">
                <a16:creationId xmlns:a16="http://schemas.microsoft.com/office/drawing/2014/main" id="{A67890ED-8B5C-0AD3-7610-9768E583A53F}"/>
              </a:ext>
            </a:extLst>
          </p:cNvPr>
          <p:cNvSpPr txBox="1"/>
          <p:nvPr/>
        </p:nvSpPr>
        <p:spPr>
          <a:xfrm>
            <a:off x="9687565" y="4693528"/>
            <a:ext cx="1941300" cy="538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BB3023"/>
                </a:solidFill>
                <a:latin typeface="Alibaba PuHuiTi Medium" pitchFamily="18" charset="-122"/>
                <a:ea typeface="Alibaba PuHuiTi Medium" pitchFamily="18" charset="-122"/>
                <a:cs typeface="Alibaba PuHuiTi Medium" pitchFamily="18" charset="-122"/>
                <a:sym typeface="Archivo"/>
              </a:rPr>
              <a:t>Market</a:t>
            </a:r>
            <a:endParaRPr sz="2000">
              <a:solidFill>
                <a:srgbClr val="BB3023"/>
              </a:solidFill>
              <a:latin typeface="Alibaba PuHuiTi Medium" pitchFamily="18" charset="-122"/>
              <a:ea typeface="Alibaba PuHuiTi Medium" pitchFamily="18" charset="-122"/>
              <a:cs typeface="Alibaba PuHuiTi Medium" pitchFamily="18" charset="-122"/>
              <a:sym typeface="Archivo"/>
            </a:endParaRPr>
          </a:p>
        </p:txBody>
      </p:sp>
      <p:sp>
        <p:nvSpPr>
          <p:cNvPr id="155" name="Google Shape;735;p51">
            <a:extLst>
              <a:ext uri="{FF2B5EF4-FFF2-40B4-BE49-F238E27FC236}">
                <a16:creationId xmlns:a16="http://schemas.microsoft.com/office/drawing/2014/main" id="{766EF61E-FA66-4B59-5613-CB773E0F724D}"/>
              </a:ext>
            </a:extLst>
          </p:cNvPr>
          <p:cNvSpPr txBox="1">
            <a:spLocks/>
          </p:cNvSpPr>
          <p:nvPr/>
        </p:nvSpPr>
        <p:spPr>
          <a:xfrm>
            <a:off x="9619120" y="2232023"/>
            <a:ext cx="1941300" cy="349200"/>
          </a:xfrm>
          <a:prstGeom prst="rect">
            <a:avLst/>
          </a:prstGeom>
        </p:spPr>
        <p:txBody>
          <a:bodyPr spcFirstLastPara="1" vert="horz" wrap="square" lIns="91425" tIns="91425" rIns="91425" bIns="91425"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Font typeface="Arial" panose="020B0604020202020204" pitchFamily="34" charset="0"/>
              <a:buNone/>
            </a:pPr>
            <a:r>
              <a:rPr lang="en" sz="1800" dirty="0">
                <a:solidFill>
                  <a:srgbClr val="BB3023"/>
                </a:solidFill>
                <a:latin typeface="Alibaba PuHuiTi Medium" pitchFamily="18" charset="-122"/>
                <a:ea typeface="Alibaba PuHuiTi Medium" pitchFamily="18" charset="-122"/>
                <a:cs typeface="Alibaba PuHuiTi Medium" pitchFamily="18" charset="-122"/>
              </a:rPr>
              <a:t>Avg. price per unit</a:t>
            </a:r>
          </a:p>
        </p:txBody>
      </p:sp>
      <p:sp>
        <p:nvSpPr>
          <p:cNvPr id="163" name="Google Shape;741;p51">
            <a:extLst>
              <a:ext uri="{FF2B5EF4-FFF2-40B4-BE49-F238E27FC236}">
                <a16:creationId xmlns:a16="http://schemas.microsoft.com/office/drawing/2014/main" id="{564B1EC7-6C68-8BB5-88F2-F30F33B876F6}"/>
              </a:ext>
            </a:extLst>
          </p:cNvPr>
          <p:cNvSpPr/>
          <p:nvPr/>
        </p:nvSpPr>
        <p:spPr>
          <a:xfrm>
            <a:off x="9725531" y="2069122"/>
            <a:ext cx="2128718" cy="197525"/>
          </a:xfrm>
          <a:prstGeom prst="rect">
            <a:avLst/>
          </a:prstGeom>
          <a:noFill/>
          <a:ln w="19050" cap="flat" cmpd="sng">
            <a:solidFill>
              <a:srgbClr val="BB3023"/>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1329F"/>
              </a:solidFill>
              <a:latin typeface="Alibaba PuHuiTi Medium" pitchFamily="18" charset="-122"/>
              <a:ea typeface="Alibaba PuHuiTi Medium" pitchFamily="18" charset="-122"/>
              <a:cs typeface="Alibaba PuHuiTi Medium" pitchFamily="18" charset="-122"/>
            </a:endParaRPr>
          </a:p>
        </p:txBody>
      </p:sp>
      <p:sp>
        <p:nvSpPr>
          <p:cNvPr id="164" name="Google Shape;742;p51">
            <a:extLst>
              <a:ext uri="{FF2B5EF4-FFF2-40B4-BE49-F238E27FC236}">
                <a16:creationId xmlns:a16="http://schemas.microsoft.com/office/drawing/2014/main" id="{BF7670CD-7BE5-A2B9-00ED-D245C1E9D6F9}"/>
              </a:ext>
            </a:extLst>
          </p:cNvPr>
          <p:cNvSpPr/>
          <p:nvPr/>
        </p:nvSpPr>
        <p:spPr>
          <a:xfrm>
            <a:off x="9725530" y="2071303"/>
            <a:ext cx="1774212" cy="195344"/>
          </a:xfrm>
          <a:prstGeom prst="rect">
            <a:avLst/>
          </a:pr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1329F"/>
              </a:solidFill>
              <a:latin typeface="Alibaba PuHuiTi Medium" pitchFamily="18" charset="-122"/>
              <a:ea typeface="Alibaba PuHuiTi Medium" pitchFamily="18" charset="-122"/>
              <a:cs typeface="Alibaba PuHuiTi Medium" pitchFamily="18" charset="-122"/>
            </a:endParaRPr>
          </a:p>
        </p:txBody>
      </p:sp>
      <p:cxnSp>
        <p:nvCxnSpPr>
          <p:cNvPr id="169" name="Google Shape;747;p51">
            <a:extLst>
              <a:ext uri="{FF2B5EF4-FFF2-40B4-BE49-F238E27FC236}">
                <a16:creationId xmlns:a16="http://schemas.microsoft.com/office/drawing/2014/main" id="{3F610440-A6F2-8156-9057-F09413854573}"/>
              </a:ext>
            </a:extLst>
          </p:cNvPr>
          <p:cNvCxnSpPr>
            <a:cxnSpLocks/>
          </p:cNvCxnSpPr>
          <p:nvPr/>
        </p:nvCxnSpPr>
        <p:spPr>
          <a:xfrm>
            <a:off x="9728886" y="2610402"/>
            <a:ext cx="2117903" cy="0"/>
          </a:xfrm>
          <a:prstGeom prst="straightConnector1">
            <a:avLst/>
          </a:prstGeom>
          <a:noFill/>
          <a:ln w="28575" cap="flat" cmpd="sng">
            <a:solidFill>
              <a:srgbClr val="BB3023"/>
            </a:solidFill>
            <a:prstDash val="solid"/>
            <a:round/>
            <a:headEnd type="none" w="med" len="med"/>
            <a:tailEnd type="none" w="med" len="med"/>
          </a:ln>
        </p:spPr>
      </p:cxnSp>
      <p:sp>
        <p:nvSpPr>
          <p:cNvPr id="176" name="Google Shape;730;p51">
            <a:extLst>
              <a:ext uri="{FF2B5EF4-FFF2-40B4-BE49-F238E27FC236}">
                <a16:creationId xmlns:a16="http://schemas.microsoft.com/office/drawing/2014/main" id="{46FD1FF5-6381-5A92-7898-AC850B146E83}"/>
              </a:ext>
            </a:extLst>
          </p:cNvPr>
          <p:cNvSpPr txBox="1"/>
          <p:nvPr/>
        </p:nvSpPr>
        <p:spPr>
          <a:xfrm>
            <a:off x="9631506" y="3187836"/>
            <a:ext cx="1941300" cy="66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altLang="zh-CN" sz="4000" dirty="0">
                <a:solidFill>
                  <a:srgbClr val="BB3023"/>
                </a:solidFill>
                <a:latin typeface="Alibaba PuHuiTi Medium" pitchFamily="18" charset="-122"/>
                <a:ea typeface="Alibaba PuHuiTi Medium" pitchFamily="18" charset="-122"/>
                <a:cs typeface="Alibaba PuHuiTi Medium" pitchFamily="18" charset="-122"/>
                <a:sym typeface="Archivo ExtraBold"/>
              </a:rPr>
              <a:t>5</a:t>
            </a:r>
            <a:r>
              <a:rPr lang="en" sz="4000" dirty="0">
                <a:solidFill>
                  <a:srgbClr val="BB3023"/>
                </a:solidFill>
                <a:latin typeface="Alibaba PuHuiTi Medium" pitchFamily="18" charset="-122"/>
                <a:ea typeface="Alibaba PuHuiTi Medium" pitchFamily="18" charset="-122"/>
                <a:cs typeface="Alibaba PuHuiTi Medium" pitchFamily="18" charset="-122"/>
                <a:sym typeface="Archivo ExtraBold"/>
              </a:rPr>
              <a:t>0%</a:t>
            </a:r>
            <a:endParaRPr sz="4000" dirty="0">
              <a:solidFill>
                <a:srgbClr val="BB3023"/>
              </a:solidFill>
              <a:latin typeface="Alibaba PuHuiTi Medium" pitchFamily="18" charset="-122"/>
              <a:ea typeface="Alibaba PuHuiTi Medium" pitchFamily="18" charset="-122"/>
              <a:cs typeface="Alibaba PuHuiTi Medium" pitchFamily="18" charset="-122"/>
              <a:sym typeface="Archivo ExtraBold"/>
            </a:endParaRPr>
          </a:p>
        </p:txBody>
      </p:sp>
      <p:sp>
        <p:nvSpPr>
          <p:cNvPr id="177" name="Google Shape;741;p51">
            <a:extLst>
              <a:ext uri="{FF2B5EF4-FFF2-40B4-BE49-F238E27FC236}">
                <a16:creationId xmlns:a16="http://schemas.microsoft.com/office/drawing/2014/main" id="{8D60F43D-937E-B45B-251E-F73386954314}"/>
              </a:ext>
            </a:extLst>
          </p:cNvPr>
          <p:cNvSpPr/>
          <p:nvPr/>
        </p:nvSpPr>
        <p:spPr>
          <a:xfrm>
            <a:off x="9725531" y="3834108"/>
            <a:ext cx="2128718" cy="197525"/>
          </a:xfrm>
          <a:prstGeom prst="rect">
            <a:avLst/>
          </a:prstGeom>
          <a:noFill/>
          <a:ln w="19050" cap="flat" cmpd="sng">
            <a:solidFill>
              <a:srgbClr val="BB3023"/>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1329F"/>
              </a:solidFill>
              <a:latin typeface="Alibaba PuHuiTi Medium" pitchFamily="18" charset="-122"/>
              <a:ea typeface="Alibaba PuHuiTi Medium" pitchFamily="18" charset="-122"/>
              <a:cs typeface="Alibaba PuHuiTi Medium" pitchFamily="18" charset="-122"/>
            </a:endParaRPr>
          </a:p>
        </p:txBody>
      </p:sp>
      <p:sp>
        <p:nvSpPr>
          <p:cNvPr id="178" name="Google Shape;742;p51">
            <a:extLst>
              <a:ext uri="{FF2B5EF4-FFF2-40B4-BE49-F238E27FC236}">
                <a16:creationId xmlns:a16="http://schemas.microsoft.com/office/drawing/2014/main" id="{B5B34BB4-2CB9-3455-A7F0-A2512F407259}"/>
              </a:ext>
            </a:extLst>
          </p:cNvPr>
          <p:cNvSpPr/>
          <p:nvPr/>
        </p:nvSpPr>
        <p:spPr>
          <a:xfrm>
            <a:off x="9725531" y="3840804"/>
            <a:ext cx="1073901" cy="190828"/>
          </a:xfrm>
          <a:prstGeom prst="rect">
            <a:avLst/>
          </a:pr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1329F"/>
              </a:solidFill>
              <a:latin typeface="Alibaba PuHuiTi Medium" pitchFamily="18" charset="-122"/>
              <a:ea typeface="Alibaba PuHuiTi Medium" pitchFamily="18" charset="-122"/>
              <a:cs typeface="Alibaba PuHuiTi Medium" pitchFamily="18" charset="-122"/>
            </a:endParaRPr>
          </a:p>
        </p:txBody>
      </p:sp>
      <p:sp>
        <p:nvSpPr>
          <p:cNvPr id="179" name="Google Shape;730;p51">
            <a:extLst>
              <a:ext uri="{FF2B5EF4-FFF2-40B4-BE49-F238E27FC236}">
                <a16:creationId xmlns:a16="http://schemas.microsoft.com/office/drawing/2014/main" id="{3196C672-AF44-3110-63B9-FE9F62160D27}"/>
              </a:ext>
            </a:extLst>
          </p:cNvPr>
          <p:cNvSpPr txBox="1"/>
          <p:nvPr/>
        </p:nvSpPr>
        <p:spPr>
          <a:xfrm>
            <a:off x="9631506" y="5132052"/>
            <a:ext cx="1941300" cy="66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altLang="zh-CN" sz="4000" dirty="0">
                <a:solidFill>
                  <a:srgbClr val="BB3023"/>
                </a:solidFill>
                <a:latin typeface="Alibaba PuHuiTi Medium" pitchFamily="18" charset="-122"/>
                <a:ea typeface="Alibaba PuHuiTi Medium" pitchFamily="18" charset="-122"/>
                <a:cs typeface="Alibaba PuHuiTi Medium" pitchFamily="18" charset="-122"/>
                <a:sym typeface="Archivo ExtraBold"/>
              </a:rPr>
              <a:t>7</a:t>
            </a:r>
            <a:r>
              <a:rPr lang="en" sz="4000" dirty="0">
                <a:solidFill>
                  <a:srgbClr val="BB3023"/>
                </a:solidFill>
                <a:latin typeface="Alibaba PuHuiTi Medium" pitchFamily="18" charset="-122"/>
                <a:ea typeface="Alibaba PuHuiTi Medium" pitchFamily="18" charset="-122"/>
                <a:cs typeface="Alibaba PuHuiTi Medium" pitchFamily="18" charset="-122"/>
                <a:sym typeface="Archivo ExtraBold"/>
              </a:rPr>
              <a:t>0%</a:t>
            </a:r>
            <a:endParaRPr sz="4000" dirty="0">
              <a:solidFill>
                <a:srgbClr val="BB3023"/>
              </a:solidFill>
              <a:latin typeface="Alibaba PuHuiTi Medium" pitchFamily="18" charset="-122"/>
              <a:ea typeface="Alibaba PuHuiTi Medium" pitchFamily="18" charset="-122"/>
              <a:cs typeface="Alibaba PuHuiTi Medium" pitchFamily="18" charset="-122"/>
              <a:sym typeface="Archivo ExtraBold"/>
            </a:endParaRPr>
          </a:p>
        </p:txBody>
      </p:sp>
      <p:sp>
        <p:nvSpPr>
          <p:cNvPr id="196" name="Google Shape;742;p51">
            <a:extLst>
              <a:ext uri="{FF2B5EF4-FFF2-40B4-BE49-F238E27FC236}">
                <a16:creationId xmlns:a16="http://schemas.microsoft.com/office/drawing/2014/main" id="{5F41FE47-902E-3C4C-5F09-365A15C77A82}"/>
              </a:ext>
            </a:extLst>
          </p:cNvPr>
          <p:cNvSpPr/>
          <p:nvPr/>
        </p:nvSpPr>
        <p:spPr>
          <a:xfrm>
            <a:off x="9725531" y="5785350"/>
            <a:ext cx="1533988" cy="190497"/>
          </a:xfrm>
          <a:prstGeom prst="rect">
            <a:avLst/>
          </a:pr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1329F"/>
              </a:solidFill>
              <a:latin typeface="Alibaba PuHuiTi Medium" pitchFamily="18" charset="-122"/>
              <a:ea typeface="Alibaba PuHuiTi Medium" pitchFamily="18" charset="-122"/>
              <a:cs typeface="Alibaba PuHuiTi Medium" pitchFamily="18" charset="-122"/>
            </a:endParaRPr>
          </a:p>
        </p:txBody>
      </p:sp>
      <p:sp>
        <p:nvSpPr>
          <p:cNvPr id="198" name="Google Shape;741;p51">
            <a:extLst>
              <a:ext uri="{FF2B5EF4-FFF2-40B4-BE49-F238E27FC236}">
                <a16:creationId xmlns:a16="http://schemas.microsoft.com/office/drawing/2014/main" id="{620FB5AA-DBCF-F449-8C05-3DD043966A4D}"/>
              </a:ext>
            </a:extLst>
          </p:cNvPr>
          <p:cNvSpPr/>
          <p:nvPr/>
        </p:nvSpPr>
        <p:spPr>
          <a:xfrm>
            <a:off x="9725531" y="5777943"/>
            <a:ext cx="2128718" cy="197525"/>
          </a:xfrm>
          <a:prstGeom prst="rect">
            <a:avLst/>
          </a:prstGeom>
          <a:noFill/>
          <a:ln w="19050" cap="flat" cmpd="sng">
            <a:solidFill>
              <a:srgbClr val="BB3023"/>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1329F"/>
              </a:solidFill>
              <a:latin typeface="Alibaba PuHuiTi Medium" pitchFamily="18" charset="-122"/>
              <a:ea typeface="Alibaba PuHuiTi Medium" pitchFamily="18" charset="-122"/>
              <a:cs typeface="Alibaba PuHuiTi Medium" pitchFamily="18" charset="-122"/>
            </a:endParaRPr>
          </a:p>
        </p:txBody>
      </p:sp>
      <p:sp>
        <p:nvSpPr>
          <p:cNvPr id="199" name="Google Shape;735;p51">
            <a:extLst>
              <a:ext uri="{FF2B5EF4-FFF2-40B4-BE49-F238E27FC236}">
                <a16:creationId xmlns:a16="http://schemas.microsoft.com/office/drawing/2014/main" id="{6BA8A2A4-9052-2196-A40E-90AF8BDD2F31}"/>
              </a:ext>
            </a:extLst>
          </p:cNvPr>
          <p:cNvSpPr txBox="1">
            <a:spLocks/>
          </p:cNvSpPr>
          <p:nvPr/>
        </p:nvSpPr>
        <p:spPr>
          <a:xfrm>
            <a:off x="9619120" y="4123940"/>
            <a:ext cx="1941300" cy="349200"/>
          </a:xfrm>
          <a:prstGeom prst="rect">
            <a:avLst/>
          </a:prstGeom>
        </p:spPr>
        <p:txBody>
          <a:bodyPr spcFirstLastPara="1" vert="horz" wrap="square" lIns="91425" tIns="91425" rIns="91425" bIns="91425"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Font typeface="Arial" panose="020B0604020202020204" pitchFamily="34" charset="0"/>
              <a:buNone/>
            </a:pPr>
            <a:r>
              <a:rPr lang="en" sz="1800" dirty="0">
                <a:solidFill>
                  <a:srgbClr val="BB3023"/>
                </a:solidFill>
                <a:latin typeface="Alibaba PuHuiTi Medium" pitchFamily="18" charset="-122"/>
                <a:ea typeface="Alibaba PuHuiTi Medium" pitchFamily="18" charset="-122"/>
                <a:cs typeface="Alibaba PuHuiTi Medium" pitchFamily="18" charset="-122"/>
              </a:rPr>
              <a:t>Avg. price per unit</a:t>
            </a:r>
          </a:p>
        </p:txBody>
      </p:sp>
      <p:cxnSp>
        <p:nvCxnSpPr>
          <p:cNvPr id="200" name="Google Shape;747;p51">
            <a:extLst>
              <a:ext uri="{FF2B5EF4-FFF2-40B4-BE49-F238E27FC236}">
                <a16:creationId xmlns:a16="http://schemas.microsoft.com/office/drawing/2014/main" id="{4AE47E3B-1A3D-8E40-12C1-5384A5DEF7A7}"/>
              </a:ext>
            </a:extLst>
          </p:cNvPr>
          <p:cNvCxnSpPr>
            <a:cxnSpLocks/>
          </p:cNvCxnSpPr>
          <p:nvPr/>
        </p:nvCxnSpPr>
        <p:spPr>
          <a:xfrm>
            <a:off x="9728886" y="4502319"/>
            <a:ext cx="2117903" cy="0"/>
          </a:xfrm>
          <a:prstGeom prst="straightConnector1">
            <a:avLst/>
          </a:prstGeom>
          <a:noFill/>
          <a:ln w="28575" cap="flat" cmpd="sng">
            <a:solidFill>
              <a:srgbClr val="BB3023"/>
            </a:solidFill>
            <a:prstDash val="solid"/>
            <a:round/>
            <a:headEnd type="none" w="med" len="med"/>
            <a:tailEnd type="none" w="med" len="med"/>
          </a:ln>
        </p:spPr>
      </p:cxnSp>
      <p:sp>
        <p:nvSpPr>
          <p:cNvPr id="201" name="Google Shape;735;p51">
            <a:extLst>
              <a:ext uri="{FF2B5EF4-FFF2-40B4-BE49-F238E27FC236}">
                <a16:creationId xmlns:a16="http://schemas.microsoft.com/office/drawing/2014/main" id="{73B95141-53A0-DDEA-80B8-F51F2A56A700}"/>
              </a:ext>
            </a:extLst>
          </p:cNvPr>
          <p:cNvSpPr txBox="1">
            <a:spLocks/>
          </p:cNvSpPr>
          <p:nvPr/>
        </p:nvSpPr>
        <p:spPr>
          <a:xfrm>
            <a:off x="9619120" y="5996148"/>
            <a:ext cx="1941300" cy="349200"/>
          </a:xfrm>
          <a:prstGeom prst="rect">
            <a:avLst/>
          </a:prstGeom>
        </p:spPr>
        <p:txBody>
          <a:bodyPr spcFirstLastPara="1" vert="horz" wrap="square" lIns="91425" tIns="91425" rIns="91425" bIns="91425"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ts val="0"/>
              </a:spcBef>
              <a:buFont typeface="Arial" panose="020B0604020202020204" pitchFamily="34" charset="0"/>
              <a:buNone/>
            </a:pPr>
            <a:r>
              <a:rPr lang="en" sz="1800" dirty="0">
                <a:solidFill>
                  <a:srgbClr val="BB3023"/>
                </a:solidFill>
                <a:latin typeface="Alibaba PuHuiTi Medium" pitchFamily="18" charset="-122"/>
                <a:ea typeface="Alibaba PuHuiTi Medium" pitchFamily="18" charset="-122"/>
                <a:cs typeface="Alibaba PuHuiTi Medium" pitchFamily="18" charset="-122"/>
              </a:rPr>
              <a:t>Avg. price per unit</a:t>
            </a:r>
          </a:p>
        </p:txBody>
      </p:sp>
      <p:cxnSp>
        <p:nvCxnSpPr>
          <p:cNvPr id="202" name="Google Shape;747;p51">
            <a:extLst>
              <a:ext uri="{FF2B5EF4-FFF2-40B4-BE49-F238E27FC236}">
                <a16:creationId xmlns:a16="http://schemas.microsoft.com/office/drawing/2014/main" id="{F75A3D0D-C625-B7F5-49DF-E6D0BA1FEA0E}"/>
              </a:ext>
            </a:extLst>
          </p:cNvPr>
          <p:cNvCxnSpPr>
            <a:cxnSpLocks/>
          </p:cNvCxnSpPr>
          <p:nvPr/>
        </p:nvCxnSpPr>
        <p:spPr>
          <a:xfrm>
            <a:off x="9720649" y="6374527"/>
            <a:ext cx="2126140" cy="0"/>
          </a:xfrm>
          <a:prstGeom prst="straightConnector1">
            <a:avLst/>
          </a:prstGeom>
          <a:noFill/>
          <a:ln w="28575" cap="flat" cmpd="sng">
            <a:solidFill>
              <a:srgbClr val="BB3023"/>
            </a:solidFill>
            <a:prstDash val="solid"/>
            <a:round/>
            <a:headEnd type="none" w="med" len="med"/>
            <a:tailEnd type="none" w="med" len="med"/>
          </a:ln>
        </p:spPr>
      </p:cxnSp>
      <p:sp>
        <p:nvSpPr>
          <p:cNvPr id="279" name="文本框 278">
            <a:extLst>
              <a:ext uri="{FF2B5EF4-FFF2-40B4-BE49-F238E27FC236}">
                <a16:creationId xmlns:a16="http://schemas.microsoft.com/office/drawing/2014/main" id="{9F6B3D12-C653-3E8D-9D4D-1164B690F506}"/>
              </a:ext>
            </a:extLst>
          </p:cNvPr>
          <p:cNvSpPr txBox="1"/>
          <p:nvPr/>
        </p:nvSpPr>
        <p:spPr>
          <a:xfrm>
            <a:off x="250045" y="5035661"/>
            <a:ext cx="4940968" cy="461665"/>
          </a:xfrm>
          <a:prstGeom prst="rect">
            <a:avLst/>
          </a:prstGeom>
          <a:noFill/>
        </p:spPr>
        <p:txBody>
          <a:bodyPr wrap="square" rtlCol="0">
            <a:spAutoFit/>
          </a:bodyPr>
          <a:lstStyle/>
          <a:p>
            <a:r>
              <a:rPr kumimoji="1" lang="en" altLang="zh-CN" sz="2400" dirty="0">
                <a:solidFill>
                  <a:srgbClr val="BB3023"/>
                </a:solidFill>
                <a:latin typeface="Alibaba PuHuiTi Medium" pitchFamily="18" charset="-122"/>
                <a:ea typeface="Alibaba PuHuiTi Medium" pitchFamily="18" charset="-122"/>
                <a:cs typeface="Alibaba PuHuiTi Medium" pitchFamily="18" charset="-122"/>
              </a:rPr>
              <a:t>Correlation between </a:t>
            </a:r>
          </a:p>
        </p:txBody>
      </p:sp>
      <p:sp>
        <p:nvSpPr>
          <p:cNvPr id="280" name="文本框 279">
            <a:extLst>
              <a:ext uri="{FF2B5EF4-FFF2-40B4-BE49-F238E27FC236}">
                <a16:creationId xmlns:a16="http://schemas.microsoft.com/office/drawing/2014/main" id="{8A0986D9-5962-B756-277E-A291ED7D5153}"/>
              </a:ext>
            </a:extLst>
          </p:cNvPr>
          <p:cNvSpPr txBox="1"/>
          <p:nvPr/>
        </p:nvSpPr>
        <p:spPr>
          <a:xfrm>
            <a:off x="4600919" y="6214537"/>
            <a:ext cx="5299517" cy="472297"/>
          </a:xfrm>
          <a:prstGeom prst="rect">
            <a:avLst/>
          </a:prstGeom>
          <a:noFill/>
        </p:spPr>
        <p:txBody>
          <a:bodyPr wrap="square" rtlCol="0">
            <a:spAutoFit/>
          </a:bodyPr>
          <a:lstStyle>
            <a:defPPr>
              <a:defRPr lang="zh-CN"/>
            </a:defPPr>
            <a:lvl1pPr>
              <a:defRPr kumimoji="1" sz="2400">
                <a:solidFill>
                  <a:srgbClr val="5E78F1"/>
                </a:solidFill>
                <a:latin typeface="Alibaba PuHuiTi Medium" pitchFamily="18" charset="-122"/>
                <a:ea typeface="Alibaba PuHuiTi Medium" pitchFamily="18" charset="-122"/>
                <a:cs typeface="Alibaba PuHuiTi Medium" pitchFamily="18" charset="-122"/>
              </a:defRPr>
            </a:lvl1pPr>
          </a:lstStyle>
          <a:p>
            <a:r>
              <a:rPr lang="en" altLang="zh-CN" dirty="0">
                <a:solidFill>
                  <a:srgbClr val="1E344D"/>
                </a:solidFill>
              </a:rPr>
              <a:t>Top 10 projects by the number of</a:t>
            </a:r>
          </a:p>
        </p:txBody>
      </p:sp>
      <p:sp>
        <p:nvSpPr>
          <p:cNvPr id="281" name="文本框 280">
            <a:extLst>
              <a:ext uri="{FF2B5EF4-FFF2-40B4-BE49-F238E27FC236}">
                <a16:creationId xmlns:a16="http://schemas.microsoft.com/office/drawing/2014/main" id="{42766422-94CD-1C1A-A6F6-FC3039D55190}"/>
              </a:ext>
            </a:extLst>
          </p:cNvPr>
          <p:cNvSpPr txBox="1"/>
          <p:nvPr/>
        </p:nvSpPr>
        <p:spPr>
          <a:xfrm>
            <a:off x="250038" y="5404549"/>
            <a:ext cx="3114066" cy="784830"/>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BB3023"/>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BB3023"/>
              </a:solidFill>
            </a:endParaRPr>
          </a:p>
        </p:txBody>
      </p:sp>
      <p:sp>
        <p:nvSpPr>
          <p:cNvPr id="282" name="文本框 281">
            <a:extLst>
              <a:ext uri="{FF2B5EF4-FFF2-40B4-BE49-F238E27FC236}">
                <a16:creationId xmlns:a16="http://schemas.microsoft.com/office/drawing/2014/main" id="{AD1CD6AF-2FAD-5D6D-E0D9-2CDB66498046}"/>
              </a:ext>
            </a:extLst>
          </p:cNvPr>
          <p:cNvSpPr txBox="1"/>
          <p:nvPr/>
        </p:nvSpPr>
        <p:spPr>
          <a:xfrm>
            <a:off x="283231" y="6206230"/>
            <a:ext cx="4940968"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Waves' Hype Index and price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 name="矩形 13">
            <a:extLst>
              <a:ext uri="{FF2B5EF4-FFF2-40B4-BE49-F238E27FC236}">
                <a16:creationId xmlns:a16="http://schemas.microsoft.com/office/drawing/2014/main" id="{1B56E5FC-A093-730F-CC73-31E76FD1C417}"/>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9" name="文本框 18">
            <a:extLst>
              <a:ext uri="{FF2B5EF4-FFF2-40B4-BE49-F238E27FC236}">
                <a16:creationId xmlns:a16="http://schemas.microsoft.com/office/drawing/2014/main" id="{62A5305B-A397-0599-435D-CF1DCEC65E8E}"/>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27" name="文本框 26">
            <a:extLst>
              <a:ext uri="{FF2B5EF4-FFF2-40B4-BE49-F238E27FC236}">
                <a16:creationId xmlns:a16="http://schemas.microsoft.com/office/drawing/2014/main" id="{705CC9BC-425F-BC58-D3AE-833A16A08CC9}"/>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29" name="直线连接符 28">
            <a:extLst>
              <a:ext uri="{FF2B5EF4-FFF2-40B4-BE49-F238E27FC236}">
                <a16:creationId xmlns:a16="http://schemas.microsoft.com/office/drawing/2014/main" id="{CE9298D8-583D-B109-9C0C-49F683530308}"/>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30" name="直线连接符 29">
            <a:extLst>
              <a:ext uri="{FF2B5EF4-FFF2-40B4-BE49-F238E27FC236}">
                <a16:creationId xmlns:a16="http://schemas.microsoft.com/office/drawing/2014/main" id="{839B343F-11A9-4572-7354-6E078D4E678C}"/>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32" name="文本框 31">
            <a:extLst>
              <a:ext uri="{FF2B5EF4-FFF2-40B4-BE49-F238E27FC236}">
                <a16:creationId xmlns:a16="http://schemas.microsoft.com/office/drawing/2014/main" id="{DD5CF045-F633-998D-4DC3-96224AB2F544}"/>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33" name="组合 32">
            <a:extLst>
              <a:ext uri="{FF2B5EF4-FFF2-40B4-BE49-F238E27FC236}">
                <a16:creationId xmlns:a16="http://schemas.microsoft.com/office/drawing/2014/main" id="{CD980DF9-D705-3250-FABA-E1678010E0E2}"/>
              </a:ext>
            </a:extLst>
          </p:cNvPr>
          <p:cNvGrpSpPr/>
          <p:nvPr/>
        </p:nvGrpSpPr>
        <p:grpSpPr>
          <a:xfrm>
            <a:off x="2323294" y="287981"/>
            <a:ext cx="356205" cy="355288"/>
            <a:chOff x="2323294" y="287981"/>
            <a:chExt cx="356205" cy="355288"/>
          </a:xfrm>
        </p:grpSpPr>
        <p:sp>
          <p:nvSpPr>
            <p:cNvPr id="34" name="Google Shape;7166;p80">
              <a:extLst>
                <a:ext uri="{FF2B5EF4-FFF2-40B4-BE49-F238E27FC236}">
                  <a16:creationId xmlns:a16="http://schemas.microsoft.com/office/drawing/2014/main" id="{15865D71-DCEC-B572-6CF2-1CA652B86E22}"/>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7167;p80">
              <a:extLst>
                <a:ext uri="{FF2B5EF4-FFF2-40B4-BE49-F238E27FC236}">
                  <a16:creationId xmlns:a16="http://schemas.microsoft.com/office/drawing/2014/main" id="{E02E41F6-D361-9182-3512-D71704C68E60}"/>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7168;p80">
              <a:extLst>
                <a:ext uri="{FF2B5EF4-FFF2-40B4-BE49-F238E27FC236}">
                  <a16:creationId xmlns:a16="http://schemas.microsoft.com/office/drawing/2014/main" id="{4993E03F-313D-B640-87ED-9482AF066C1B}"/>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7169;p80">
              <a:extLst>
                <a:ext uri="{FF2B5EF4-FFF2-40B4-BE49-F238E27FC236}">
                  <a16:creationId xmlns:a16="http://schemas.microsoft.com/office/drawing/2014/main" id="{9F3B8D40-5C9C-916A-0D4D-CD88365C3694}"/>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50767567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任意形状 23">
            <a:extLst>
              <a:ext uri="{FF2B5EF4-FFF2-40B4-BE49-F238E27FC236}">
                <a16:creationId xmlns:a16="http://schemas.microsoft.com/office/drawing/2014/main" id="{FF0964D9-E7D8-DBBC-31ED-20B0315F5189}"/>
              </a:ext>
            </a:extLst>
          </p:cNvPr>
          <p:cNvSpPr/>
          <p:nvPr/>
        </p:nvSpPr>
        <p:spPr>
          <a:xfrm>
            <a:off x="493070" y="2197652"/>
            <a:ext cx="6644640" cy="4145280"/>
          </a:xfrm>
          <a:custGeom>
            <a:avLst/>
            <a:gdLst>
              <a:gd name="connsiteX0" fmla="*/ 0 w 6644640"/>
              <a:gd name="connsiteY0" fmla="*/ 711200 h 4145280"/>
              <a:gd name="connsiteX1" fmla="*/ 101600 w 6644640"/>
              <a:gd name="connsiteY1" fmla="*/ 782320 h 4145280"/>
              <a:gd name="connsiteX2" fmla="*/ 172720 w 6644640"/>
              <a:gd name="connsiteY2" fmla="*/ 670560 h 4145280"/>
              <a:gd name="connsiteX3" fmla="*/ 264160 w 6644640"/>
              <a:gd name="connsiteY3" fmla="*/ 833120 h 4145280"/>
              <a:gd name="connsiteX4" fmla="*/ 365760 w 6644640"/>
              <a:gd name="connsiteY4" fmla="*/ 477520 h 4145280"/>
              <a:gd name="connsiteX5" fmla="*/ 518160 w 6644640"/>
              <a:gd name="connsiteY5" fmla="*/ 589280 h 4145280"/>
              <a:gd name="connsiteX6" fmla="*/ 609600 w 6644640"/>
              <a:gd name="connsiteY6" fmla="*/ 467360 h 4145280"/>
              <a:gd name="connsiteX7" fmla="*/ 792480 w 6644640"/>
              <a:gd name="connsiteY7" fmla="*/ 741680 h 4145280"/>
              <a:gd name="connsiteX8" fmla="*/ 863600 w 6644640"/>
              <a:gd name="connsiteY8" fmla="*/ 416560 h 4145280"/>
              <a:gd name="connsiteX9" fmla="*/ 995680 w 6644640"/>
              <a:gd name="connsiteY9" fmla="*/ 680720 h 4145280"/>
              <a:gd name="connsiteX10" fmla="*/ 995680 w 6644640"/>
              <a:gd name="connsiteY10" fmla="*/ 680720 h 4145280"/>
              <a:gd name="connsiteX11" fmla="*/ 1158240 w 6644640"/>
              <a:gd name="connsiteY11" fmla="*/ 477520 h 4145280"/>
              <a:gd name="connsiteX12" fmla="*/ 1219200 w 6644640"/>
              <a:gd name="connsiteY12" fmla="*/ 629920 h 4145280"/>
              <a:gd name="connsiteX13" fmla="*/ 1402080 w 6644640"/>
              <a:gd name="connsiteY13" fmla="*/ 416560 h 4145280"/>
              <a:gd name="connsiteX14" fmla="*/ 1463040 w 6644640"/>
              <a:gd name="connsiteY14" fmla="*/ 640080 h 4145280"/>
              <a:gd name="connsiteX15" fmla="*/ 1574800 w 6644640"/>
              <a:gd name="connsiteY15" fmla="*/ 640080 h 4145280"/>
              <a:gd name="connsiteX16" fmla="*/ 1645920 w 6644640"/>
              <a:gd name="connsiteY16" fmla="*/ 508000 h 4145280"/>
              <a:gd name="connsiteX17" fmla="*/ 1788160 w 6644640"/>
              <a:gd name="connsiteY17" fmla="*/ 518160 h 4145280"/>
              <a:gd name="connsiteX18" fmla="*/ 1808480 w 6644640"/>
              <a:gd name="connsiteY18" fmla="*/ 680720 h 4145280"/>
              <a:gd name="connsiteX19" fmla="*/ 1930400 w 6644640"/>
              <a:gd name="connsiteY19" fmla="*/ 670560 h 4145280"/>
              <a:gd name="connsiteX20" fmla="*/ 1981200 w 6644640"/>
              <a:gd name="connsiteY20" fmla="*/ 426720 h 4145280"/>
              <a:gd name="connsiteX21" fmla="*/ 2164080 w 6644640"/>
              <a:gd name="connsiteY21" fmla="*/ 416560 h 4145280"/>
              <a:gd name="connsiteX22" fmla="*/ 2275840 w 6644640"/>
              <a:gd name="connsiteY22" fmla="*/ 314960 h 4145280"/>
              <a:gd name="connsiteX23" fmla="*/ 2407920 w 6644640"/>
              <a:gd name="connsiteY23" fmla="*/ 447040 h 4145280"/>
              <a:gd name="connsiteX24" fmla="*/ 2397760 w 6644640"/>
              <a:gd name="connsiteY24" fmla="*/ 680720 h 4145280"/>
              <a:gd name="connsiteX25" fmla="*/ 2529840 w 6644640"/>
              <a:gd name="connsiteY25" fmla="*/ 528320 h 4145280"/>
              <a:gd name="connsiteX26" fmla="*/ 2600960 w 6644640"/>
              <a:gd name="connsiteY26" fmla="*/ 609600 h 4145280"/>
              <a:gd name="connsiteX27" fmla="*/ 2682240 w 6644640"/>
              <a:gd name="connsiteY27" fmla="*/ 497840 h 4145280"/>
              <a:gd name="connsiteX28" fmla="*/ 2763520 w 6644640"/>
              <a:gd name="connsiteY28" fmla="*/ 629920 h 4145280"/>
              <a:gd name="connsiteX29" fmla="*/ 2987040 w 6644640"/>
              <a:gd name="connsiteY29" fmla="*/ 528320 h 4145280"/>
              <a:gd name="connsiteX30" fmla="*/ 3078480 w 6644640"/>
              <a:gd name="connsiteY30" fmla="*/ 629920 h 4145280"/>
              <a:gd name="connsiteX31" fmla="*/ 3108960 w 6644640"/>
              <a:gd name="connsiteY31" fmla="*/ 345440 h 4145280"/>
              <a:gd name="connsiteX32" fmla="*/ 3302000 w 6644640"/>
              <a:gd name="connsiteY32" fmla="*/ 508000 h 4145280"/>
              <a:gd name="connsiteX33" fmla="*/ 3454400 w 6644640"/>
              <a:gd name="connsiteY33" fmla="*/ 132080 h 4145280"/>
              <a:gd name="connsiteX34" fmla="*/ 3515360 w 6644640"/>
              <a:gd name="connsiteY34" fmla="*/ 386080 h 4145280"/>
              <a:gd name="connsiteX35" fmla="*/ 3637280 w 6644640"/>
              <a:gd name="connsiteY35" fmla="*/ 91440 h 4145280"/>
              <a:gd name="connsiteX36" fmla="*/ 3688080 w 6644640"/>
              <a:gd name="connsiteY36" fmla="*/ 589280 h 4145280"/>
              <a:gd name="connsiteX37" fmla="*/ 3820160 w 6644640"/>
              <a:gd name="connsiteY37" fmla="*/ 782320 h 4145280"/>
              <a:gd name="connsiteX38" fmla="*/ 3901440 w 6644640"/>
              <a:gd name="connsiteY38" fmla="*/ 121920 h 4145280"/>
              <a:gd name="connsiteX39" fmla="*/ 4064000 w 6644640"/>
              <a:gd name="connsiteY39" fmla="*/ 264160 h 4145280"/>
              <a:gd name="connsiteX40" fmla="*/ 4257040 w 6644640"/>
              <a:gd name="connsiteY40" fmla="*/ 0 h 4145280"/>
              <a:gd name="connsiteX41" fmla="*/ 4246880 w 6644640"/>
              <a:gd name="connsiteY41" fmla="*/ 640080 h 4145280"/>
              <a:gd name="connsiteX42" fmla="*/ 4399280 w 6644640"/>
              <a:gd name="connsiteY42" fmla="*/ 91440 h 4145280"/>
              <a:gd name="connsiteX43" fmla="*/ 4561840 w 6644640"/>
              <a:gd name="connsiteY43" fmla="*/ 1158240 h 4145280"/>
              <a:gd name="connsiteX44" fmla="*/ 4663440 w 6644640"/>
              <a:gd name="connsiteY44" fmla="*/ 1117600 h 4145280"/>
              <a:gd name="connsiteX45" fmla="*/ 4724400 w 6644640"/>
              <a:gd name="connsiteY45" fmla="*/ 772160 h 4145280"/>
              <a:gd name="connsiteX46" fmla="*/ 4836160 w 6644640"/>
              <a:gd name="connsiteY46" fmla="*/ 762000 h 4145280"/>
              <a:gd name="connsiteX47" fmla="*/ 4947920 w 6644640"/>
              <a:gd name="connsiteY47" fmla="*/ 1076960 h 4145280"/>
              <a:gd name="connsiteX48" fmla="*/ 5120640 w 6644640"/>
              <a:gd name="connsiteY48" fmla="*/ 883920 h 4145280"/>
              <a:gd name="connsiteX49" fmla="*/ 5252720 w 6644640"/>
              <a:gd name="connsiteY49" fmla="*/ 883920 h 4145280"/>
              <a:gd name="connsiteX50" fmla="*/ 5262880 w 6644640"/>
              <a:gd name="connsiteY50" fmla="*/ 1005840 h 4145280"/>
              <a:gd name="connsiteX51" fmla="*/ 5364480 w 6644640"/>
              <a:gd name="connsiteY51" fmla="*/ 904240 h 4145280"/>
              <a:gd name="connsiteX52" fmla="*/ 5496560 w 6644640"/>
              <a:gd name="connsiteY52" fmla="*/ 1005840 h 4145280"/>
              <a:gd name="connsiteX53" fmla="*/ 5527040 w 6644640"/>
              <a:gd name="connsiteY53" fmla="*/ 1137920 h 4145280"/>
              <a:gd name="connsiteX54" fmla="*/ 5618480 w 6644640"/>
              <a:gd name="connsiteY54" fmla="*/ 955040 h 4145280"/>
              <a:gd name="connsiteX55" fmla="*/ 5740400 w 6644640"/>
              <a:gd name="connsiteY55" fmla="*/ 1016000 h 4145280"/>
              <a:gd name="connsiteX56" fmla="*/ 5811520 w 6644640"/>
              <a:gd name="connsiteY56" fmla="*/ 934720 h 4145280"/>
              <a:gd name="connsiteX57" fmla="*/ 5892800 w 6644640"/>
              <a:gd name="connsiteY57" fmla="*/ 1036320 h 4145280"/>
              <a:gd name="connsiteX58" fmla="*/ 5974080 w 6644640"/>
              <a:gd name="connsiteY58" fmla="*/ 1838960 h 4145280"/>
              <a:gd name="connsiteX59" fmla="*/ 6065520 w 6644640"/>
              <a:gd name="connsiteY59" fmla="*/ 1737360 h 4145280"/>
              <a:gd name="connsiteX60" fmla="*/ 6207760 w 6644640"/>
              <a:gd name="connsiteY60" fmla="*/ 2316480 h 4145280"/>
              <a:gd name="connsiteX61" fmla="*/ 6339840 w 6644640"/>
              <a:gd name="connsiteY61" fmla="*/ 2540000 h 4145280"/>
              <a:gd name="connsiteX62" fmla="*/ 6390640 w 6644640"/>
              <a:gd name="connsiteY62" fmla="*/ 2275840 h 4145280"/>
              <a:gd name="connsiteX63" fmla="*/ 6482080 w 6644640"/>
              <a:gd name="connsiteY63" fmla="*/ 2336800 h 4145280"/>
              <a:gd name="connsiteX64" fmla="*/ 6573520 w 6644640"/>
              <a:gd name="connsiteY64" fmla="*/ 2052320 h 4145280"/>
              <a:gd name="connsiteX65" fmla="*/ 6644640 w 6644640"/>
              <a:gd name="connsiteY65" fmla="*/ 2275840 h 4145280"/>
              <a:gd name="connsiteX66" fmla="*/ 6644640 w 6644640"/>
              <a:gd name="connsiteY66" fmla="*/ 4145280 h 4145280"/>
              <a:gd name="connsiteX67" fmla="*/ 10160 w 6644640"/>
              <a:gd name="connsiteY67" fmla="*/ 4145280 h 4145280"/>
              <a:gd name="connsiteX68" fmla="*/ 0 w 6644640"/>
              <a:gd name="connsiteY68" fmla="*/ 711200 h 414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644640" h="4145280">
                <a:moveTo>
                  <a:pt x="0" y="711200"/>
                </a:moveTo>
                <a:lnTo>
                  <a:pt x="101600" y="782320"/>
                </a:lnTo>
                <a:lnTo>
                  <a:pt x="172720" y="670560"/>
                </a:lnTo>
                <a:lnTo>
                  <a:pt x="264160" y="833120"/>
                </a:lnTo>
                <a:lnTo>
                  <a:pt x="365760" y="477520"/>
                </a:lnTo>
                <a:lnTo>
                  <a:pt x="518160" y="589280"/>
                </a:lnTo>
                <a:lnTo>
                  <a:pt x="609600" y="467360"/>
                </a:lnTo>
                <a:lnTo>
                  <a:pt x="792480" y="741680"/>
                </a:lnTo>
                <a:lnTo>
                  <a:pt x="863600" y="416560"/>
                </a:lnTo>
                <a:lnTo>
                  <a:pt x="995680" y="680720"/>
                </a:lnTo>
                <a:lnTo>
                  <a:pt x="995680" y="680720"/>
                </a:lnTo>
                <a:lnTo>
                  <a:pt x="1158240" y="477520"/>
                </a:lnTo>
                <a:lnTo>
                  <a:pt x="1219200" y="629920"/>
                </a:lnTo>
                <a:lnTo>
                  <a:pt x="1402080" y="416560"/>
                </a:lnTo>
                <a:lnTo>
                  <a:pt x="1463040" y="640080"/>
                </a:lnTo>
                <a:lnTo>
                  <a:pt x="1574800" y="640080"/>
                </a:lnTo>
                <a:lnTo>
                  <a:pt x="1645920" y="508000"/>
                </a:lnTo>
                <a:lnTo>
                  <a:pt x="1788160" y="518160"/>
                </a:lnTo>
                <a:lnTo>
                  <a:pt x="1808480" y="680720"/>
                </a:lnTo>
                <a:lnTo>
                  <a:pt x="1930400" y="670560"/>
                </a:lnTo>
                <a:lnTo>
                  <a:pt x="1981200" y="426720"/>
                </a:lnTo>
                <a:lnTo>
                  <a:pt x="2164080" y="416560"/>
                </a:lnTo>
                <a:lnTo>
                  <a:pt x="2275840" y="314960"/>
                </a:lnTo>
                <a:lnTo>
                  <a:pt x="2407920" y="447040"/>
                </a:lnTo>
                <a:lnTo>
                  <a:pt x="2397760" y="680720"/>
                </a:lnTo>
                <a:lnTo>
                  <a:pt x="2529840" y="528320"/>
                </a:lnTo>
                <a:lnTo>
                  <a:pt x="2600960" y="609600"/>
                </a:lnTo>
                <a:lnTo>
                  <a:pt x="2682240" y="497840"/>
                </a:lnTo>
                <a:lnTo>
                  <a:pt x="2763520" y="629920"/>
                </a:lnTo>
                <a:lnTo>
                  <a:pt x="2987040" y="528320"/>
                </a:lnTo>
                <a:lnTo>
                  <a:pt x="3078480" y="629920"/>
                </a:lnTo>
                <a:lnTo>
                  <a:pt x="3108960" y="345440"/>
                </a:lnTo>
                <a:lnTo>
                  <a:pt x="3302000" y="508000"/>
                </a:lnTo>
                <a:lnTo>
                  <a:pt x="3454400" y="132080"/>
                </a:lnTo>
                <a:lnTo>
                  <a:pt x="3515360" y="386080"/>
                </a:lnTo>
                <a:lnTo>
                  <a:pt x="3637280" y="91440"/>
                </a:lnTo>
                <a:lnTo>
                  <a:pt x="3688080" y="589280"/>
                </a:lnTo>
                <a:lnTo>
                  <a:pt x="3820160" y="782320"/>
                </a:lnTo>
                <a:lnTo>
                  <a:pt x="3901440" y="121920"/>
                </a:lnTo>
                <a:lnTo>
                  <a:pt x="4064000" y="264160"/>
                </a:lnTo>
                <a:lnTo>
                  <a:pt x="4257040" y="0"/>
                </a:lnTo>
                <a:lnTo>
                  <a:pt x="4246880" y="640080"/>
                </a:lnTo>
                <a:lnTo>
                  <a:pt x="4399280" y="91440"/>
                </a:lnTo>
                <a:lnTo>
                  <a:pt x="4561840" y="1158240"/>
                </a:lnTo>
                <a:lnTo>
                  <a:pt x="4663440" y="1117600"/>
                </a:lnTo>
                <a:lnTo>
                  <a:pt x="4724400" y="772160"/>
                </a:lnTo>
                <a:lnTo>
                  <a:pt x="4836160" y="762000"/>
                </a:lnTo>
                <a:lnTo>
                  <a:pt x="4947920" y="1076960"/>
                </a:lnTo>
                <a:lnTo>
                  <a:pt x="5120640" y="883920"/>
                </a:lnTo>
                <a:lnTo>
                  <a:pt x="5252720" y="883920"/>
                </a:lnTo>
                <a:lnTo>
                  <a:pt x="5262880" y="1005840"/>
                </a:lnTo>
                <a:lnTo>
                  <a:pt x="5364480" y="904240"/>
                </a:lnTo>
                <a:lnTo>
                  <a:pt x="5496560" y="1005840"/>
                </a:lnTo>
                <a:lnTo>
                  <a:pt x="5527040" y="1137920"/>
                </a:lnTo>
                <a:lnTo>
                  <a:pt x="5618480" y="955040"/>
                </a:lnTo>
                <a:lnTo>
                  <a:pt x="5740400" y="1016000"/>
                </a:lnTo>
                <a:lnTo>
                  <a:pt x="5811520" y="934720"/>
                </a:lnTo>
                <a:lnTo>
                  <a:pt x="5892800" y="1036320"/>
                </a:lnTo>
                <a:lnTo>
                  <a:pt x="5974080" y="1838960"/>
                </a:lnTo>
                <a:lnTo>
                  <a:pt x="6065520" y="1737360"/>
                </a:lnTo>
                <a:lnTo>
                  <a:pt x="6207760" y="2316480"/>
                </a:lnTo>
                <a:lnTo>
                  <a:pt x="6339840" y="2540000"/>
                </a:lnTo>
                <a:lnTo>
                  <a:pt x="6390640" y="2275840"/>
                </a:lnTo>
                <a:lnTo>
                  <a:pt x="6482080" y="2336800"/>
                </a:lnTo>
                <a:lnTo>
                  <a:pt x="6573520" y="2052320"/>
                </a:lnTo>
                <a:lnTo>
                  <a:pt x="6644640" y="2275840"/>
                </a:lnTo>
                <a:lnTo>
                  <a:pt x="6644640" y="4145280"/>
                </a:lnTo>
                <a:lnTo>
                  <a:pt x="10160" y="4145280"/>
                </a:lnTo>
                <a:cubicBezTo>
                  <a:pt x="6773" y="3000587"/>
                  <a:pt x="3387" y="1855893"/>
                  <a:pt x="0" y="711200"/>
                </a:cubicBezTo>
                <a:close/>
              </a:path>
            </a:pathLst>
          </a:custGeom>
          <a:solidFill>
            <a:srgbClr val="1E344D">
              <a:alpha val="67419"/>
            </a:srgbClr>
          </a:solidFill>
          <a:ln>
            <a:solidFill>
              <a:srgbClr val="DBE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 name="任意形状 30">
            <a:extLst>
              <a:ext uri="{FF2B5EF4-FFF2-40B4-BE49-F238E27FC236}">
                <a16:creationId xmlns:a16="http://schemas.microsoft.com/office/drawing/2014/main" id="{E5D3BD51-1BB2-769C-C8D6-B91F96B46A82}"/>
              </a:ext>
            </a:extLst>
          </p:cNvPr>
          <p:cNvSpPr/>
          <p:nvPr/>
        </p:nvSpPr>
        <p:spPr>
          <a:xfrm>
            <a:off x="524874" y="2633207"/>
            <a:ext cx="6654800" cy="3718560"/>
          </a:xfrm>
          <a:custGeom>
            <a:avLst/>
            <a:gdLst>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389120 w 6654800"/>
              <a:gd name="connsiteY20" fmla="*/ 174752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325120 w 6654800"/>
              <a:gd name="connsiteY43" fmla="*/ 1767840 h 3718560"/>
              <a:gd name="connsiteX44" fmla="*/ 172720 w 6654800"/>
              <a:gd name="connsiteY44" fmla="*/ 1798320 h 3718560"/>
              <a:gd name="connsiteX45" fmla="*/ 152400 w 6654800"/>
              <a:gd name="connsiteY45" fmla="*/ 2001520 h 3718560"/>
              <a:gd name="connsiteX46" fmla="*/ 0 w 6654800"/>
              <a:gd name="connsiteY46" fmla="*/ 1625600 h 3718560"/>
              <a:gd name="connsiteX47" fmla="*/ 10160 w 6654800"/>
              <a:gd name="connsiteY47" fmla="*/ 3718560 h 3718560"/>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622800 w 6654800"/>
              <a:gd name="connsiteY20" fmla="*/ 168656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325120 w 6654800"/>
              <a:gd name="connsiteY43" fmla="*/ 1767840 h 3718560"/>
              <a:gd name="connsiteX44" fmla="*/ 172720 w 6654800"/>
              <a:gd name="connsiteY44" fmla="*/ 1798320 h 3718560"/>
              <a:gd name="connsiteX45" fmla="*/ 152400 w 6654800"/>
              <a:gd name="connsiteY45" fmla="*/ 2001520 h 3718560"/>
              <a:gd name="connsiteX46" fmla="*/ 0 w 6654800"/>
              <a:gd name="connsiteY46" fmla="*/ 1625600 h 3718560"/>
              <a:gd name="connsiteX47" fmla="*/ 10160 w 6654800"/>
              <a:gd name="connsiteY47" fmla="*/ 3718560 h 3718560"/>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622800 w 6654800"/>
              <a:gd name="connsiteY20" fmla="*/ 168656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284480 w 6654800"/>
              <a:gd name="connsiteY43" fmla="*/ 1960880 h 3718560"/>
              <a:gd name="connsiteX44" fmla="*/ 172720 w 6654800"/>
              <a:gd name="connsiteY44" fmla="*/ 1798320 h 3718560"/>
              <a:gd name="connsiteX45" fmla="*/ 152400 w 6654800"/>
              <a:gd name="connsiteY45" fmla="*/ 2001520 h 3718560"/>
              <a:gd name="connsiteX46" fmla="*/ 0 w 6654800"/>
              <a:gd name="connsiteY46" fmla="*/ 1625600 h 3718560"/>
              <a:gd name="connsiteX47" fmla="*/ 10160 w 6654800"/>
              <a:gd name="connsiteY47" fmla="*/ 3718560 h 371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654800" h="3718560">
                <a:moveTo>
                  <a:pt x="10160" y="3718560"/>
                </a:moveTo>
                <a:lnTo>
                  <a:pt x="6654800" y="3718560"/>
                </a:lnTo>
                <a:lnTo>
                  <a:pt x="6654800" y="934720"/>
                </a:lnTo>
                <a:lnTo>
                  <a:pt x="6532880" y="965200"/>
                </a:lnTo>
                <a:lnTo>
                  <a:pt x="6471920" y="843280"/>
                </a:lnTo>
                <a:lnTo>
                  <a:pt x="6350000" y="812800"/>
                </a:lnTo>
                <a:lnTo>
                  <a:pt x="6217920" y="0"/>
                </a:lnTo>
                <a:lnTo>
                  <a:pt x="6024880" y="894080"/>
                </a:lnTo>
                <a:lnTo>
                  <a:pt x="6014720" y="1270000"/>
                </a:lnTo>
                <a:lnTo>
                  <a:pt x="5963920" y="1026160"/>
                </a:lnTo>
                <a:lnTo>
                  <a:pt x="5902960" y="1473200"/>
                </a:lnTo>
                <a:lnTo>
                  <a:pt x="5821680" y="2062480"/>
                </a:lnTo>
                <a:lnTo>
                  <a:pt x="5679440" y="2001520"/>
                </a:lnTo>
                <a:lnTo>
                  <a:pt x="5628640" y="1859280"/>
                </a:lnTo>
                <a:lnTo>
                  <a:pt x="5527040" y="2011680"/>
                </a:lnTo>
                <a:lnTo>
                  <a:pt x="5293360" y="2316480"/>
                </a:lnTo>
                <a:lnTo>
                  <a:pt x="5151120" y="2286000"/>
                </a:lnTo>
                <a:lnTo>
                  <a:pt x="5069840" y="2174240"/>
                </a:lnTo>
                <a:lnTo>
                  <a:pt x="4958080" y="2397760"/>
                </a:lnTo>
                <a:lnTo>
                  <a:pt x="4826000" y="2265680"/>
                </a:lnTo>
                <a:lnTo>
                  <a:pt x="4622800" y="1686560"/>
                </a:lnTo>
                <a:lnTo>
                  <a:pt x="4480560" y="2357120"/>
                </a:lnTo>
                <a:lnTo>
                  <a:pt x="4124960" y="2580640"/>
                </a:lnTo>
                <a:lnTo>
                  <a:pt x="3718560" y="2540000"/>
                </a:lnTo>
                <a:lnTo>
                  <a:pt x="3566160" y="2458720"/>
                </a:lnTo>
                <a:lnTo>
                  <a:pt x="3281680" y="2529840"/>
                </a:lnTo>
                <a:lnTo>
                  <a:pt x="3190240" y="2438400"/>
                </a:lnTo>
                <a:lnTo>
                  <a:pt x="2926080" y="2519680"/>
                </a:lnTo>
                <a:lnTo>
                  <a:pt x="2865120" y="2397760"/>
                </a:lnTo>
                <a:lnTo>
                  <a:pt x="2641600" y="2590800"/>
                </a:lnTo>
                <a:lnTo>
                  <a:pt x="2428240" y="2611120"/>
                </a:lnTo>
                <a:lnTo>
                  <a:pt x="2387600" y="2509520"/>
                </a:lnTo>
                <a:lnTo>
                  <a:pt x="2245360" y="2519680"/>
                </a:lnTo>
                <a:lnTo>
                  <a:pt x="2072640" y="2611120"/>
                </a:lnTo>
                <a:lnTo>
                  <a:pt x="1879600" y="2143760"/>
                </a:lnTo>
                <a:lnTo>
                  <a:pt x="1605280" y="2499360"/>
                </a:lnTo>
                <a:lnTo>
                  <a:pt x="1391920" y="2265680"/>
                </a:lnTo>
                <a:lnTo>
                  <a:pt x="1117600" y="2407920"/>
                </a:lnTo>
                <a:lnTo>
                  <a:pt x="914400" y="2143760"/>
                </a:lnTo>
                <a:lnTo>
                  <a:pt x="670560" y="2286000"/>
                </a:lnTo>
                <a:lnTo>
                  <a:pt x="599440" y="2418080"/>
                </a:lnTo>
                <a:lnTo>
                  <a:pt x="477520" y="2357120"/>
                </a:lnTo>
                <a:lnTo>
                  <a:pt x="335280" y="2113280"/>
                </a:lnTo>
                <a:lnTo>
                  <a:pt x="284480" y="1960880"/>
                </a:lnTo>
                <a:lnTo>
                  <a:pt x="172720" y="1798320"/>
                </a:lnTo>
                <a:lnTo>
                  <a:pt x="152400" y="2001520"/>
                </a:lnTo>
                <a:lnTo>
                  <a:pt x="0" y="1625600"/>
                </a:lnTo>
                <a:cubicBezTo>
                  <a:pt x="3387" y="2323253"/>
                  <a:pt x="6773" y="3020907"/>
                  <a:pt x="10160" y="3718560"/>
                </a:cubicBezTo>
                <a:close/>
              </a:path>
            </a:pathLst>
          </a:custGeom>
          <a:solidFill>
            <a:srgbClr val="1E344D"/>
          </a:solidFill>
          <a:ln>
            <a:solidFill>
              <a:srgbClr val="01329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8" name="任意形状 27">
            <a:extLst>
              <a:ext uri="{FF2B5EF4-FFF2-40B4-BE49-F238E27FC236}">
                <a16:creationId xmlns:a16="http://schemas.microsoft.com/office/drawing/2014/main" id="{7FEAE020-5ED0-7581-A926-EA2DF7797CE8}"/>
              </a:ext>
            </a:extLst>
          </p:cNvPr>
          <p:cNvSpPr/>
          <p:nvPr/>
        </p:nvSpPr>
        <p:spPr>
          <a:xfrm>
            <a:off x="498812" y="1881808"/>
            <a:ext cx="6705600" cy="4429760"/>
          </a:xfrm>
          <a:custGeom>
            <a:avLst/>
            <a:gdLst>
              <a:gd name="connsiteX0" fmla="*/ 0 w 6705600"/>
              <a:gd name="connsiteY0" fmla="*/ 2458720 h 4429760"/>
              <a:gd name="connsiteX1" fmla="*/ 81280 w 6705600"/>
              <a:gd name="connsiteY1" fmla="*/ 2692400 h 4429760"/>
              <a:gd name="connsiteX2" fmla="*/ 172720 w 6705600"/>
              <a:gd name="connsiteY2" fmla="*/ 2499360 h 4429760"/>
              <a:gd name="connsiteX3" fmla="*/ 304800 w 6705600"/>
              <a:gd name="connsiteY3" fmla="*/ 2946400 h 4429760"/>
              <a:gd name="connsiteX4" fmla="*/ 487680 w 6705600"/>
              <a:gd name="connsiteY4" fmla="*/ 3017520 h 4429760"/>
              <a:gd name="connsiteX5" fmla="*/ 487680 w 6705600"/>
              <a:gd name="connsiteY5" fmla="*/ 3017520 h 4429760"/>
              <a:gd name="connsiteX6" fmla="*/ 609600 w 6705600"/>
              <a:gd name="connsiteY6" fmla="*/ 3048000 h 4429760"/>
              <a:gd name="connsiteX7" fmla="*/ 731520 w 6705600"/>
              <a:gd name="connsiteY7" fmla="*/ 3241040 h 4429760"/>
              <a:gd name="connsiteX8" fmla="*/ 782320 w 6705600"/>
              <a:gd name="connsiteY8" fmla="*/ 3129280 h 4429760"/>
              <a:gd name="connsiteX9" fmla="*/ 965200 w 6705600"/>
              <a:gd name="connsiteY9" fmla="*/ 3291840 h 4429760"/>
              <a:gd name="connsiteX10" fmla="*/ 1036320 w 6705600"/>
              <a:gd name="connsiteY10" fmla="*/ 3027680 h 4429760"/>
              <a:gd name="connsiteX11" fmla="*/ 1259840 w 6705600"/>
              <a:gd name="connsiteY11" fmla="*/ 3180080 h 4429760"/>
              <a:gd name="connsiteX12" fmla="*/ 1402080 w 6705600"/>
              <a:gd name="connsiteY12" fmla="*/ 3098800 h 4429760"/>
              <a:gd name="connsiteX13" fmla="*/ 1513840 w 6705600"/>
              <a:gd name="connsiteY13" fmla="*/ 3251200 h 4429760"/>
              <a:gd name="connsiteX14" fmla="*/ 1595120 w 6705600"/>
              <a:gd name="connsiteY14" fmla="*/ 3119120 h 4429760"/>
              <a:gd name="connsiteX15" fmla="*/ 1727200 w 6705600"/>
              <a:gd name="connsiteY15" fmla="*/ 3302000 h 4429760"/>
              <a:gd name="connsiteX16" fmla="*/ 1788160 w 6705600"/>
              <a:gd name="connsiteY16" fmla="*/ 3210560 h 4429760"/>
              <a:gd name="connsiteX17" fmla="*/ 1899920 w 6705600"/>
              <a:gd name="connsiteY17" fmla="*/ 3342640 h 4429760"/>
              <a:gd name="connsiteX18" fmla="*/ 2001520 w 6705600"/>
              <a:gd name="connsiteY18" fmla="*/ 3241040 h 4429760"/>
              <a:gd name="connsiteX19" fmla="*/ 2214880 w 6705600"/>
              <a:gd name="connsiteY19" fmla="*/ 3312160 h 4429760"/>
              <a:gd name="connsiteX20" fmla="*/ 2245360 w 6705600"/>
              <a:gd name="connsiteY20" fmla="*/ 3403600 h 4429760"/>
              <a:gd name="connsiteX21" fmla="*/ 2509520 w 6705600"/>
              <a:gd name="connsiteY21" fmla="*/ 3423920 h 4429760"/>
              <a:gd name="connsiteX22" fmla="*/ 2661920 w 6705600"/>
              <a:gd name="connsiteY22" fmla="*/ 3393440 h 4429760"/>
              <a:gd name="connsiteX23" fmla="*/ 2661920 w 6705600"/>
              <a:gd name="connsiteY23" fmla="*/ 3241040 h 4429760"/>
              <a:gd name="connsiteX24" fmla="*/ 2854960 w 6705600"/>
              <a:gd name="connsiteY24" fmla="*/ 3241040 h 4429760"/>
              <a:gd name="connsiteX25" fmla="*/ 2875280 w 6705600"/>
              <a:gd name="connsiteY25" fmla="*/ 3352800 h 4429760"/>
              <a:gd name="connsiteX26" fmla="*/ 2976880 w 6705600"/>
              <a:gd name="connsiteY26" fmla="*/ 3098800 h 4429760"/>
              <a:gd name="connsiteX27" fmla="*/ 3058160 w 6705600"/>
              <a:gd name="connsiteY27" fmla="*/ 3230880 h 4429760"/>
              <a:gd name="connsiteX28" fmla="*/ 3088640 w 6705600"/>
              <a:gd name="connsiteY28" fmla="*/ 3129280 h 4429760"/>
              <a:gd name="connsiteX29" fmla="*/ 3332480 w 6705600"/>
              <a:gd name="connsiteY29" fmla="*/ 3210560 h 4429760"/>
              <a:gd name="connsiteX30" fmla="*/ 3373120 w 6705600"/>
              <a:gd name="connsiteY30" fmla="*/ 3332480 h 4429760"/>
              <a:gd name="connsiteX31" fmla="*/ 3454400 w 6705600"/>
              <a:gd name="connsiteY31" fmla="*/ 3190240 h 4429760"/>
              <a:gd name="connsiteX32" fmla="*/ 3525520 w 6705600"/>
              <a:gd name="connsiteY32" fmla="*/ 3352800 h 4429760"/>
              <a:gd name="connsiteX33" fmla="*/ 3606800 w 6705600"/>
              <a:gd name="connsiteY33" fmla="*/ 3180080 h 4429760"/>
              <a:gd name="connsiteX34" fmla="*/ 3738880 w 6705600"/>
              <a:gd name="connsiteY34" fmla="*/ 3271520 h 4429760"/>
              <a:gd name="connsiteX35" fmla="*/ 3830320 w 6705600"/>
              <a:gd name="connsiteY35" fmla="*/ 3230880 h 4429760"/>
              <a:gd name="connsiteX36" fmla="*/ 3931920 w 6705600"/>
              <a:gd name="connsiteY36" fmla="*/ 3291840 h 4429760"/>
              <a:gd name="connsiteX37" fmla="*/ 4145280 w 6705600"/>
              <a:gd name="connsiteY37" fmla="*/ 3230880 h 4429760"/>
              <a:gd name="connsiteX38" fmla="*/ 4257040 w 6705600"/>
              <a:gd name="connsiteY38" fmla="*/ 3383280 h 4429760"/>
              <a:gd name="connsiteX39" fmla="*/ 4409440 w 6705600"/>
              <a:gd name="connsiteY39" fmla="*/ 3078480 h 4429760"/>
              <a:gd name="connsiteX40" fmla="*/ 4561840 w 6705600"/>
              <a:gd name="connsiteY40" fmla="*/ 3048000 h 4429760"/>
              <a:gd name="connsiteX41" fmla="*/ 4592320 w 6705600"/>
              <a:gd name="connsiteY41" fmla="*/ 2733040 h 4429760"/>
              <a:gd name="connsiteX42" fmla="*/ 4805680 w 6705600"/>
              <a:gd name="connsiteY42" fmla="*/ 3017520 h 4429760"/>
              <a:gd name="connsiteX43" fmla="*/ 4876800 w 6705600"/>
              <a:gd name="connsiteY43" fmla="*/ 2926080 h 4429760"/>
              <a:gd name="connsiteX44" fmla="*/ 4876800 w 6705600"/>
              <a:gd name="connsiteY44" fmla="*/ 2926080 h 4429760"/>
              <a:gd name="connsiteX45" fmla="*/ 5039360 w 6705600"/>
              <a:gd name="connsiteY45" fmla="*/ 3098800 h 4429760"/>
              <a:gd name="connsiteX46" fmla="*/ 5100320 w 6705600"/>
              <a:gd name="connsiteY46" fmla="*/ 2783840 h 4429760"/>
              <a:gd name="connsiteX47" fmla="*/ 5181600 w 6705600"/>
              <a:gd name="connsiteY47" fmla="*/ 2956560 h 4429760"/>
              <a:gd name="connsiteX48" fmla="*/ 5273040 w 6705600"/>
              <a:gd name="connsiteY48" fmla="*/ 2946400 h 4429760"/>
              <a:gd name="connsiteX49" fmla="*/ 5445760 w 6705600"/>
              <a:gd name="connsiteY49" fmla="*/ 2987040 h 4429760"/>
              <a:gd name="connsiteX50" fmla="*/ 5577840 w 6705600"/>
              <a:gd name="connsiteY50" fmla="*/ 2600960 h 4429760"/>
              <a:gd name="connsiteX51" fmla="*/ 5577840 w 6705600"/>
              <a:gd name="connsiteY51" fmla="*/ 2600960 h 4429760"/>
              <a:gd name="connsiteX52" fmla="*/ 5770880 w 6705600"/>
              <a:gd name="connsiteY52" fmla="*/ 2753360 h 4429760"/>
              <a:gd name="connsiteX53" fmla="*/ 5882640 w 6705600"/>
              <a:gd name="connsiteY53" fmla="*/ 2651760 h 4429760"/>
              <a:gd name="connsiteX54" fmla="*/ 5943600 w 6705600"/>
              <a:gd name="connsiteY54" fmla="*/ 1757680 h 4429760"/>
              <a:gd name="connsiteX55" fmla="*/ 5984240 w 6705600"/>
              <a:gd name="connsiteY55" fmla="*/ 1808480 h 4429760"/>
              <a:gd name="connsiteX56" fmla="*/ 5943600 w 6705600"/>
              <a:gd name="connsiteY56" fmla="*/ 1239520 h 4429760"/>
              <a:gd name="connsiteX57" fmla="*/ 6035040 w 6705600"/>
              <a:gd name="connsiteY57" fmla="*/ 1798320 h 4429760"/>
              <a:gd name="connsiteX58" fmla="*/ 6217920 w 6705600"/>
              <a:gd name="connsiteY58" fmla="*/ 0 h 4429760"/>
              <a:gd name="connsiteX59" fmla="*/ 6319520 w 6705600"/>
              <a:gd name="connsiteY59" fmla="*/ 741680 h 4429760"/>
              <a:gd name="connsiteX60" fmla="*/ 6350000 w 6705600"/>
              <a:gd name="connsiteY60" fmla="*/ 1402080 h 4429760"/>
              <a:gd name="connsiteX61" fmla="*/ 6502400 w 6705600"/>
              <a:gd name="connsiteY61" fmla="*/ 1574800 h 4429760"/>
              <a:gd name="connsiteX62" fmla="*/ 6624320 w 6705600"/>
              <a:gd name="connsiteY62" fmla="*/ 1767840 h 4429760"/>
              <a:gd name="connsiteX63" fmla="*/ 6705600 w 6705600"/>
              <a:gd name="connsiteY63" fmla="*/ 1656080 h 4429760"/>
              <a:gd name="connsiteX64" fmla="*/ 6705600 w 6705600"/>
              <a:gd name="connsiteY64" fmla="*/ 4429760 h 4429760"/>
              <a:gd name="connsiteX65" fmla="*/ 40640 w 6705600"/>
              <a:gd name="connsiteY65" fmla="*/ 4429760 h 4429760"/>
              <a:gd name="connsiteX66" fmla="*/ 20320 w 6705600"/>
              <a:gd name="connsiteY66" fmla="*/ 2519680 h 4429760"/>
              <a:gd name="connsiteX67" fmla="*/ 20320 w 6705600"/>
              <a:gd name="connsiteY67" fmla="*/ 2519680 h 4429760"/>
              <a:gd name="connsiteX68" fmla="*/ 20320 w 6705600"/>
              <a:gd name="connsiteY68" fmla="*/ 2519680 h 4429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705600" h="4429760">
                <a:moveTo>
                  <a:pt x="0" y="2458720"/>
                </a:moveTo>
                <a:lnTo>
                  <a:pt x="81280" y="2692400"/>
                </a:lnTo>
                <a:lnTo>
                  <a:pt x="172720" y="2499360"/>
                </a:lnTo>
                <a:lnTo>
                  <a:pt x="304800" y="2946400"/>
                </a:lnTo>
                <a:lnTo>
                  <a:pt x="487680" y="3017520"/>
                </a:lnTo>
                <a:lnTo>
                  <a:pt x="487680" y="3017520"/>
                </a:lnTo>
                <a:lnTo>
                  <a:pt x="609600" y="3048000"/>
                </a:lnTo>
                <a:lnTo>
                  <a:pt x="731520" y="3241040"/>
                </a:lnTo>
                <a:lnTo>
                  <a:pt x="782320" y="3129280"/>
                </a:lnTo>
                <a:lnTo>
                  <a:pt x="965200" y="3291840"/>
                </a:lnTo>
                <a:lnTo>
                  <a:pt x="1036320" y="3027680"/>
                </a:lnTo>
                <a:lnTo>
                  <a:pt x="1259840" y="3180080"/>
                </a:lnTo>
                <a:lnTo>
                  <a:pt x="1402080" y="3098800"/>
                </a:lnTo>
                <a:lnTo>
                  <a:pt x="1513840" y="3251200"/>
                </a:lnTo>
                <a:lnTo>
                  <a:pt x="1595120" y="3119120"/>
                </a:lnTo>
                <a:lnTo>
                  <a:pt x="1727200" y="3302000"/>
                </a:lnTo>
                <a:lnTo>
                  <a:pt x="1788160" y="3210560"/>
                </a:lnTo>
                <a:lnTo>
                  <a:pt x="1899920" y="3342640"/>
                </a:lnTo>
                <a:lnTo>
                  <a:pt x="2001520" y="3241040"/>
                </a:lnTo>
                <a:lnTo>
                  <a:pt x="2214880" y="3312160"/>
                </a:lnTo>
                <a:lnTo>
                  <a:pt x="2245360" y="3403600"/>
                </a:lnTo>
                <a:lnTo>
                  <a:pt x="2509520" y="3423920"/>
                </a:lnTo>
                <a:lnTo>
                  <a:pt x="2661920" y="3393440"/>
                </a:lnTo>
                <a:lnTo>
                  <a:pt x="2661920" y="3241040"/>
                </a:lnTo>
                <a:lnTo>
                  <a:pt x="2854960" y="3241040"/>
                </a:lnTo>
                <a:lnTo>
                  <a:pt x="2875280" y="3352800"/>
                </a:lnTo>
                <a:lnTo>
                  <a:pt x="2976880" y="3098800"/>
                </a:lnTo>
                <a:lnTo>
                  <a:pt x="3058160" y="3230880"/>
                </a:lnTo>
                <a:lnTo>
                  <a:pt x="3088640" y="3129280"/>
                </a:lnTo>
                <a:lnTo>
                  <a:pt x="3332480" y="3210560"/>
                </a:lnTo>
                <a:lnTo>
                  <a:pt x="3373120" y="3332480"/>
                </a:lnTo>
                <a:lnTo>
                  <a:pt x="3454400" y="3190240"/>
                </a:lnTo>
                <a:lnTo>
                  <a:pt x="3525520" y="3352800"/>
                </a:lnTo>
                <a:lnTo>
                  <a:pt x="3606800" y="3180080"/>
                </a:lnTo>
                <a:lnTo>
                  <a:pt x="3738880" y="3271520"/>
                </a:lnTo>
                <a:lnTo>
                  <a:pt x="3830320" y="3230880"/>
                </a:lnTo>
                <a:lnTo>
                  <a:pt x="3931920" y="3291840"/>
                </a:lnTo>
                <a:lnTo>
                  <a:pt x="4145280" y="3230880"/>
                </a:lnTo>
                <a:lnTo>
                  <a:pt x="4257040" y="3383280"/>
                </a:lnTo>
                <a:lnTo>
                  <a:pt x="4409440" y="3078480"/>
                </a:lnTo>
                <a:lnTo>
                  <a:pt x="4561840" y="3048000"/>
                </a:lnTo>
                <a:lnTo>
                  <a:pt x="4592320" y="2733040"/>
                </a:lnTo>
                <a:lnTo>
                  <a:pt x="4805680" y="3017520"/>
                </a:lnTo>
                <a:lnTo>
                  <a:pt x="4876800" y="2926080"/>
                </a:lnTo>
                <a:lnTo>
                  <a:pt x="4876800" y="2926080"/>
                </a:lnTo>
                <a:lnTo>
                  <a:pt x="5039360" y="3098800"/>
                </a:lnTo>
                <a:lnTo>
                  <a:pt x="5100320" y="2783840"/>
                </a:lnTo>
                <a:lnTo>
                  <a:pt x="5181600" y="2956560"/>
                </a:lnTo>
                <a:lnTo>
                  <a:pt x="5273040" y="2946400"/>
                </a:lnTo>
                <a:lnTo>
                  <a:pt x="5445760" y="2987040"/>
                </a:lnTo>
                <a:lnTo>
                  <a:pt x="5577840" y="2600960"/>
                </a:lnTo>
                <a:lnTo>
                  <a:pt x="5577840" y="2600960"/>
                </a:lnTo>
                <a:lnTo>
                  <a:pt x="5770880" y="2753360"/>
                </a:lnTo>
                <a:lnTo>
                  <a:pt x="5882640" y="2651760"/>
                </a:lnTo>
                <a:lnTo>
                  <a:pt x="5943600" y="1757680"/>
                </a:lnTo>
                <a:lnTo>
                  <a:pt x="5984240" y="1808480"/>
                </a:lnTo>
                <a:lnTo>
                  <a:pt x="5943600" y="1239520"/>
                </a:lnTo>
                <a:lnTo>
                  <a:pt x="6035040" y="1798320"/>
                </a:lnTo>
                <a:lnTo>
                  <a:pt x="6217920" y="0"/>
                </a:lnTo>
                <a:lnTo>
                  <a:pt x="6319520" y="741680"/>
                </a:lnTo>
                <a:lnTo>
                  <a:pt x="6350000" y="1402080"/>
                </a:lnTo>
                <a:lnTo>
                  <a:pt x="6502400" y="1574800"/>
                </a:lnTo>
                <a:lnTo>
                  <a:pt x="6624320" y="1767840"/>
                </a:lnTo>
                <a:lnTo>
                  <a:pt x="6705600" y="1656080"/>
                </a:lnTo>
                <a:lnTo>
                  <a:pt x="6705600" y="4429760"/>
                </a:lnTo>
                <a:lnTo>
                  <a:pt x="40640" y="4429760"/>
                </a:lnTo>
                <a:lnTo>
                  <a:pt x="20320" y="2519680"/>
                </a:lnTo>
                <a:lnTo>
                  <a:pt x="20320" y="2519680"/>
                </a:lnTo>
                <a:lnTo>
                  <a:pt x="20320" y="251968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2" name="任意形状 31">
            <a:extLst>
              <a:ext uri="{FF2B5EF4-FFF2-40B4-BE49-F238E27FC236}">
                <a16:creationId xmlns:a16="http://schemas.microsoft.com/office/drawing/2014/main" id="{A33E0A5A-227F-64D9-B6D9-5713F1108B82}"/>
              </a:ext>
            </a:extLst>
          </p:cNvPr>
          <p:cNvSpPr/>
          <p:nvPr/>
        </p:nvSpPr>
        <p:spPr>
          <a:xfrm>
            <a:off x="523991" y="1929958"/>
            <a:ext cx="6604000" cy="4419600"/>
          </a:xfrm>
          <a:custGeom>
            <a:avLst/>
            <a:gdLst>
              <a:gd name="connsiteX0" fmla="*/ 10160 w 6604000"/>
              <a:gd name="connsiteY0" fmla="*/ 3779520 h 4419600"/>
              <a:gd name="connsiteX1" fmla="*/ 91440 w 6604000"/>
              <a:gd name="connsiteY1" fmla="*/ 4185920 h 4419600"/>
              <a:gd name="connsiteX2" fmla="*/ 355600 w 6604000"/>
              <a:gd name="connsiteY2" fmla="*/ 2966720 h 4419600"/>
              <a:gd name="connsiteX3" fmla="*/ 416560 w 6604000"/>
              <a:gd name="connsiteY3" fmla="*/ 3616960 h 4419600"/>
              <a:gd name="connsiteX4" fmla="*/ 558800 w 6604000"/>
              <a:gd name="connsiteY4" fmla="*/ 3291840 h 4419600"/>
              <a:gd name="connsiteX5" fmla="*/ 690880 w 6604000"/>
              <a:gd name="connsiteY5" fmla="*/ 3647440 h 4419600"/>
              <a:gd name="connsiteX6" fmla="*/ 802640 w 6604000"/>
              <a:gd name="connsiteY6" fmla="*/ 2976880 h 4419600"/>
              <a:gd name="connsiteX7" fmla="*/ 924560 w 6604000"/>
              <a:gd name="connsiteY7" fmla="*/ 2966720 h 4419600"/>
              <a:gd name="connsiteX8" fmla="*/ 934720 w 6604000"/>
              <a:gd name="connsiteY8" fmla="*/ 3271520 h 4419600"/>
              <a:gd name="connsiteX9" fmla="*/ 1036320 w 6604000"/>
              <a:gd name="connsiteY9" fmla="*/ 3261360 h 4419600"/>
              <a:gd name="connsiteX10" fmla="*/ 1127760 w 6604000"/>
              <a:gd name="connsiteY10" fmla="*/ 3698240 h 4419600"/>
              <a:gd name="connsiteX11" fmla="*/ 1239520 w 6604000"/>
              <a:gd name="connsiteY11" fmla="*/ 3495040 h 4419600"/>
              <a:gd name="connsiteX12" fmla="*/ 1310640 w 6604000"/>
              <a:gd name="connsiteY12" fmla="*/ 3728720 h 4419600"/>
              <a:gd name="connsiteX13" fmla="*/ 1381760 w 6604000"/>
              <a:gd name="connsiteY13" fmla="*/ 3799840 h 4419600"/>
              <a:gd name="connsiteX14" fmla="*/ 1473200 w 6604000"/>
              <a:gd name="connsiteY14" fmla="*/ 3952240 h 4419600"/>
              <a:gd name="connsiteX15" fmla="*/ 1605280 w 6604000"/>
              <a:gd name="connsiteY15" fmla="*/ 3230880 h 4419600"/>
              <a:gd name="connsiteX16" fmla="*/ 1717040 w 6604000"/>
              <a:gd name="connsiteY16" fmla="*/ 3891280 h 4419600"/>
              <a:gd name="connsiteX17" fmla="*/ 1828800 w 6604000"/>
              <a:gd name="connsiteY17" fmla="*/ 3606800 h 4419600"/>
              <a:gd name="connsiteX18" fmla="*/ 1960880 w 6604000"/>
              <a:gd name="connsiteY18" fmla="*/ 3860800 h 4419600"/>
              <a:gd name="connsiteX19" fmla="*/ 2103120 w 6604000"/>
              <a:gd name="connsiteY19" fmla="*/ 3484880 h 4419600"/>
              <a:gd name="connsiteX20" fmla="*/ 2265680 w 6604000"/>
              <a:gd name="connsiteY20" fmla="*/ 3434080 h 4419600"/>
              <a:gd name="connsiteX21" fmla="*/ 2235200 w 6604000"/>
              <a:gd name="connsiteY21" fmla="*/ 3850640 h 4419600"/>
              <a:gd name="connsiteX22" fmla="*/ 2357120 w 6604000"/>
              <a:gd name="connsiteY22" fmla="*/ 3637280 h 4419600"/>
              <a:gd name="connsiteX23" fmla="*/ 2519680 w 6604000"/>
              <a:gd name="connsiteY23" fmla="*/ 3992880 h 4419600"/>
              <a:gd name="connsiteX24" fmla="*/ 2600960 w 6604000"/>
              <a:gd name="connsiteY24" fmla="*/ 3759200 h 4419600"/>
              <a:gd name="connsiteX25" fmla="*/ 2682240 w 6604000"/>
              <a:gd name="connsiteY25" fmla="*/ 3840480 h 4419600"/>
              <a:gd name="connsiteX26" fmla="*/ 2753360 w 6604000"/>
              <a:gd name="connsiteY26" fmla="*/ 3657600 h 4419600"/>
              <a:gd name="connsiteX27" fmla="*/ 2976880 w 6604000"/>
              <a:gd name="connsiteY27" fmla="*/ 3789680 h 4419600"/>
              <a:gd name="connsiteX28" fmla="*/ 3078480 w 6604000"/>
              <a:gd name="connsiteY28" fmla="*/ 3220720 h 4419600"/>
              <a:gd name="connsiteX29" fmla="*/ 3169920 w 6604000"/>
              <a:gd name="connsiteY29" fmla="*/ 3749040 h 4419600"/>
              <a:gd name="connsiteX30" fmla="*/ 3332480 w 6604000"/>
              <a:gd name="connsiteY30" fmla="*/ 3637280 h 4419600"/>
              <a:gd name="connsiteX31" fmla="*/ 3383280 w 6604000"/>
              <a:gd name="connsiteY31" fmla="*/ 3972560 h 4419600"/>
              <a:gd name="connsiteX32" fmla="*/ 3525520 w 6604000"/>
              <a:gd name="connsiteY32" fmla="*/ 3667760 h 4419600"/>
              <a:gd name="connsiteX33" fmla="*/ 3637280 w 6604000"/>
              <a:gd name="connsiteY33" fmla="*/ 3576320 h 4419600"/>
              <a:gd name="connsiteX34" fmla="*/ 3667760 w 6604000"/>
              <a:gd name="connsiteY34" fmla="*/ 3169920 h 4419600"/>
              <a:gd name="connsiteX35" fmla="*/ 3749040 w 6604000"/>
              <a:gd name="connsiteY35" fmla="*/ 3901440 h 4419600"/>
              <a:gd name="connsiteX36" fmla="*/ 3850640 w 6604000"/>
              <a:gd name="connsiteY36" fmla="*/ 3820160 h 4419600"/>
              <a:gd name="connsiteX37" fmla="*/ 3911600 w 6604000"/>
              <a:gd name="connsiteY37" fmla="*/ 3596640 h 4419600"/>
              <a:gd name="connsiteX38" fmla="*/ 4033520 w 6604000"/>
              <a:gd name="connsiteY38" fmla="*/ 3627120 h 4419600"/>
              <a:gd name="connsiteX39" fmla="*/ 4104640 w 6604000"/>
              <a:gd name="connsiteY39" fmla="*/ 3464560 h 4419600"/>
              <a:gd name="connsiteX40" fmla="*/ 4124960 w 6604000"/>
              <a:gd name="connsiteY40" fmla="*/ 3921760 h 4419600"/>
              <a:gd name="connsiteX41" fmla="*/ 4297680 w 6604000"/>
              <a:gd name="connsiteY41" fmla="*/ 3840480 h 4419600"/>
              <a:gd name="connsiteX42" fmla="*/ 4419600 w 6604000"/>
              <a:gd name="connsiteY42" fmla="*/ 3921760 h 4419600"/>
              <a:gd name="connsiteX43" fmla="*/ 4612640 w 6604000"/>
              <a:gd name="connsiteY43" fmla="*/ 1930400 h 4419600"/>
              <a:gd name="connsiteX44" fmla="*/ 4765040 w 6604000"/>
              <a:gd name="connsiteY44" fmla="*/ 3108960 h 4419600"/>
              <a:gd name="connsiteX45" fmla="*/ 4907280 w 6604000"/>
              <a:gd name="connsiteY45" fmla="*/ 3007360 h 4419600"/>
              <a:gd name="connsiteX46" fmla="*/ 4907280 w 6604000"/>
              <a:gd name="connsiteY46" fmla="*/ 3444240 h 4419600"/>
              <a:gd name="connsiteX47" fmla="*/ 5029200 w 6604000"/>
              <a:gd name="connsiteY47" fmla="*/ 3708400 h 4419600"/>
              <a:gd name="connsiteX48" fmla="*/ 5140960 w 6604000"/>
              <a:gd name="connsiteY48" fmla="*/ 3332480 h 4419600"/>
              <a:gd name="connsiteX49" fmla="*/ 5252720 w 6604000"/>
              <a:gd name="connsiteY49" fmla="*/ 3413760 h 4419600"/>
              <a:gd name="connsiteX50" fmla="*/ 5303520 w 6604000"/>
              <a:gd name="connsiteY50" fmla="*/ 3769360 h 4419600"/>
              <a:gd name="connsiteX51" fmla="*/ 5384800 w 6604000"/>
              <a:gd name="connsiteY51" fmla="*/ 3576320 h 4419600"/>
              <a:gd name="connsiteX52" fmla="*/ 5516880 w 6604000"/>
              <a:gd name="connsiteY52" fmla="*/ 3586480 h 4419600"/>
              <a:gd name="connsiteX53" fmla="*/ 5648960 w 6604000"/>
              <a:gd name="connsiteY53" fmla="*/ 2560320 h 4419600"/>
              <a:gd name="connsiteX54" fmla="*/ 5699760 w 6604000"/>
              <a:gd name="connsiteY54" fmla="*/ 3495040 h 4419600"/>
              <a:gd name="connsiteX55" fmla="*/ 5811520 w 6604000"/>
              <a:gd name="connsiteY55" fmla="*/ 3220720 h 4419600"/>
              <a:gd name="connsiteX56" fmla="*/ 5872480 w 6604000"/>
              <a:gd name="connsiteY56" fmla="*/ 3078480 h 4419600"/>
              <a:gd name="connsiteX57" fmla="*/ 5984240 w 6604000"/>
              <a:gd name="connsiteY57" fmla="*/ 1209040 h 4419600"/>
              <a:gd name="connsiteX58" fmla="*/ 6075680 w 6604000"/>
              <a:gd name="connsiteY58" fmla="*/ 2712720 h 4419600"/>
              <a:gd name="connsiteX59" fmla="*/ 6238240 w 6604000"/>
              <a:gd name="connsiteY59" fmla="*/ 0 h 4419600"/>
              <a:gd name="connsiteX60" fmla="*/ 6400800 w 6604000"/>
              <a:gd name="connsiteY60" fmla="*/ 1991360 h 4419600"/>
              <a:gd name="connsiteX61" fmla="*/ 6543040 w 6604000"/>
              <a:gd name="connsiteY61" fmla="*/ 2082800 h 4419600"/>
              <a:gd name="connsiteX62" fmla="*/ 6604000 w 6604000"/>
              <a:gd name="connsiteY62" fmla="*/ 2753360 h 4419600"/>
              <a:gd name="connsiteX63" fmla="*/ 6583680 w 6604000"/>
              <a:gd name="connsiteY63" fmla="*/ 4409440 h 4419600"/>
              <a:gd name="connsiteX64" fmla="*/ 0 w 6604000"/>
              <a:gd name="connsiteY64" fmla="*/ 4419600 h 4419600"/>
              <a:gd name="connsiteX65" fmla="*/ 10160 w 6604000"/>
              <a:gd name="connsiteY65" fmla="*/ 377952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604000" h="4419600">
                <a:moveTo>
                  <a:pt x="10160" y="3779520"/>
                </a:moveTo>
                <a:lnTo>
                  <a:pt x="91440" y="4185920"/>
                </a:lnTo>
                <a:lnTo>
                  <a:pt x="355600" y="2966720"/>
                </a:lnTo>
                <a:lnTo>
                  <a:pt x="416560" y="3616960"/>
                </a:lnTo>
                <a:lnTo>
                  <a:pt x="558800" y="3291840"/>
                </a:lnTo>
                <a:lnTo>
                  <a:pt x="690880" y="3647440"/>
                </a:lnTo>
                <a:lnTo>
                  <a:pt x="802640" y="2976880"/>
                </a:lnTo>
                <a:lnTo>
                  <a:pt x="924560" y="2966720"/>
                </a:lnTo>
                <a:lnTo>
                  <a:pt x="934720" y="3271520"/>
                </a:lnTo>
                <a:lnTo>
                  <a:pt x="1036320" y="3261360"/>
                </a:lnTo>
                <a:lnTo>
                  <a:pt x="1127760" y="3698240"/>
                </a:lnTo>
                <a:lnTo>
                  <a:pt x="1239520" y="3495040"/>
                </a:lnTo>
                <a:lnTo>
                  <a:pt x="1310640" y="3728720"/>
                </a:lnTo>
                <a:lnTo>
                  <a:pt x="1381760" y="3799840"/>
                </a:lnTo>
                <a:lnTo>
                  <a:pt x="1473200" y="3952240"/>
                </a:lnTo>
                <a:lnTo>
                  <a:pt x="1605280" y="3230880"/>
                </a:lnTo>
                <a:lnTo>
                  <a:pt x="1717040" y="3891280"/>
                </a:lnTo>
                <a:lnTo>
                  <a:pt x="1828800" y="3606800"/>
                </a:lnTo>
                <a:lnTo>
                  <a:pt x="1960880" y="3860800"/>
                </a:lnTo>
                <a:lnTo>
                  <a:pt x="2103120" y="3484880"/>
                </a:lnTo>
                <a:lnTo>
                  <a:pt x="2265680" y="3434080"/>
                </a:lnTo>
                <a:lnTo>
                  <a:pt x="2235200" y="3850640"/>
                </a:lnTo>
                <a:lnTo>
                  <a:pt x="2357120" y="3637280"/>
                </a:lnTo>
                <a:lnTo>
                  <a:pt x="2519680" y="3992880"/>
                </a:lnTo>
                <a:lnTo>
                  <a:pt x="2600960" y="3759200"/>
                </a:lnTo>
                <a:lnTo>
                  <a:pt x="2682240" y="3840480"/>
                </a:lnTo>
                <a:lnTo>
                  <a:pt x="2753360" y="3657600"/>
                </a:lnTo>
                <a:lnTo>
                  <a:pt x="2976880" y="3789680"/>
                </a:lnTo>
                <a:lnTo>
                  <a:pt x="3078480" y="3220720"/>
                </a:lnTo>
                <a:lnTo>
                  <a:pt x="3169920" y="3749040"/>
                </a:lnTo>
                <a:lnTo>
                  <a:pt x="3332480" y="3637280"/>
                </a:lnTo>
                <a:lnTo>
                  <a:pt x="3383280" y="3972560"/>
                </a:lnTo>
                <a:lnTo>
                  <a:pt x="3525520" y="3667760"/>
                </a:lnTo>
                <a:lnTo>
                  <a:pt x="3637280" y="3576320"/>
                </a:lnTo>
                <a:lnTo>
                  <a:pt x="3667760" y="3169920"/>
                </a:lnTo>
                <a:lnTo>
                  <a:pt x="3749040" y="3901440"/>
                </a:lnTo>
                <a:lnTo>
                  <a:pt x="3850640" y="3820160"/>
                </a:lnTo>
                <a:lnTo>
                  <a:pt x="3911600" y="3596640"/>
                </a:lnTo>
                <a:lnTo>
                  <a:pt x="4033520" y="3627120"/>
                </a:lnTo>
                <a:lnTo>
                  <a:pt x="4104640" y="3464560"/>
                </a:lnTo>
                <a:lnTo>
                  <a:pt x="4124960" y="3921760"/>
                </a:lnTo>
                <a:lnTo>
                  <a:pt x="4297680" y="3840480"/>
                </a:lnTo>
                <a:lnTo>
                  <a:pt x="4419600" y="3921760"/>
                </a:lnTo>
                <a:lnTo>
                  <a:pt x="4612640" y="1930400"/>
                </a:lnTo>
                <a:lnTo>
                  <a:pt x="4765040" y="3108960"/>
                </a:lnTo>
                <a:lnTo>
                  <a:pt x="4907280" y="3007360"/>
                </a:lnTo>
                <a:lnTo>
                  <a:pt x="4907280" y="3444240"/>
                </a:lnTo>
                <a:lnTo>
                  <a:pt x="5029200" y="3708400"/>
                </a:lnTo>
                <a:lnTo>
                  <a:pt x="5140960" y="3332480"/>
                </a:lnTo>
                <a:lnTo>
                  <a:pt x="5252720" y="3413760"/>
                </a:lnTo>
                <a:lnTo>
                  <a:pt x="5303520" y="3769360"/>
                </a:lnTo>
                <a:lnTo>
                  <a:pt x="5384800" y="3576320"/>
                </a:lnTo>
                <a:lnTo>
                  <a:pt x="5516880" y="3586480"/>
                </a:lnTo>
                <a:lnTo>
                  <a:pt x="5648960" y="2560320"/>
                </a:lnTo>
                <a:lnTo>
                  <a:pt x="5699760" y="3495040"/>
                </a:lnTo>
                <a:lnTo>
                  <a:pt x="5811520" y="3220720"/>
                </a:lnTo>
                <a:lnTo>
                  <a:pt x="5872480" y="3078480"/>
                </a:lnTo>
                <a:lnTo>
                  <a:pt x="5984240" y="1209040"/>
                </a:lnTo>
                <a:lnTo>
                  <a:pt x="6075680" y="2712720"/>
                </a:lnTo>
                <a:lnTo>
                  <a:pt x="6238240" y="0"/>
                </a:lnTo>
                <a:lnTo>
                  <a:pt x="6400800" y="1991360"/>
                </a:lnTo>
                <a:lnTo>
                  <a:pt x="6543040" y="2082800"/>
                </a:lnTo>
                <a:lnTo>
                  <a:pt x="6604000" y="2753360"/>
                </a:lnTo>
                <a:lnTo>
                  <a:pt x="6583680" y="4409440"/>
                </a:lnTo>
                <a:lnTo>
                  <a:pt x="0" y="4419600"/>
                </a:lnTo>
                <a:lnTo>
                  <a:pt x="10160" y="3779520"/>
                </a:lnTo>
                <a:close/>
              </a:path>
            </a:pathLst>
          </a:cu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grpSp>
        <p:nvGrpSpPr>
          <p:cNvPr id="2" name="组合 1">
            <a:extLst>
              <a:ext uri="{FF2B5EF4-FFF2-40B4-BE49-F238E27FC236}">
                <a16:creationId xmlns:a16="http://schemas.microsoft.com/office/drawing/2014/main" id="{B38FC24C-89B8-491C-96D3-D725127C5FBF}"/>
              </a:ext>
            </a:extLst>
          </p:cNvPr>
          <p:cNvGrpSpPr/>
          <p:nvPr/>
        </p:nvGrpSpPr>
        <p:grpSpPr>
          <a:xfrm>
            <a:off x="514052" y="1406679"/>
            <a:ext cx="6669742" cy="4921623"/>
            <a:chOff x="558800" y="2113280"/>
            <a:chExt cx="5750560" cy="4206240"/>
          </a:xfrm>
        </p:grpSpPr>
        <p:sp>
          <p:nvSpPr>
            <p:cNvPr id="3" name="矩形 2">
              <a:extLst>
                <a:ext uri="{FF2B5EF4-FFF2-40B4-BE49-F238E27FC236}">
                  <a16:creationId xmlns:a16="http://schemas.microsoft.com/office/drawing/2014/main" id="{A144509B-F24A-696A-1D81-D6A42643DB4E}"/>
                </a:ext>
              </a:extLst>
            </p:cNvPr>
            <p:cNvSpPr/>
            <p:nvPr/>
          </p:nvSpPr>
          <p:spPr>
            <a:xfrm>
              <a:off x="558800" y="2113280"/>
              <a:ext cx="5750560" cy="4206240"/>
            </a:xfrm>
            <a:prstGeom prst="rect">
              <a:avLst/>
            </a:prstGeom>
            <a:noFill/>
            <a:ln w="6350">
              <a:solidFill>
                <a:srgbClr val="01329F">
                  <a:alpha val="53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cxnSp>
          <p:nvCxnSpPr>
            <p:cNvPr id="4" name="直线连接符 3">
              <a:extLst>
                <a:ext uri="{FF2B5EF4-FFF2-40B4-BE49-F238E27FC236}">
                  <a16:creationId xmlns:a16="http://schemas.microsoft.com/office/drawing/2014/main" id="{165B5CAC-A14A-CFA1-932F-C4D38ABC0521}"/>
                </a:ext>
              </a:extLst>
            </p:cNvPr>
            <p:cNvCxnSpPr>
              <a:cxnSpLocks/>
            </p:cNvCxnSpPr>
            <p:nvPr/>
          </p:nvCxnSpPr>
          <p:spPr>
            <a:xfrm>
              <a:off x="1670597" y="2113280"/>
              <a:ext cx="0" cy="4198310"/>
            </a:xfrm>
            <a:prstGeom prst="line">
              <a:avLst/>
            </a:prstGeom>
            <a:ln w="6350">
              <a:solidFill>
                <a:srgbClr val="01329F">
                  <a:alpha val="53000"/>
                </a:srgbClr>
              </a:solidFill>
            </a:ln>
          </p:spPr>
          <p:style>
            <a:lnRef idx="1">
              <a:schemeClr val="accent1"/>
            </a:lnRef>
            <a:fillRef idx="0">
              <a:schemeClr val="accent1"/>
            </a:fillRef>
            <a:effectRef idx="0">
              <a:schemeClr val="accent1"/>
            </a:effectRef>
            <a:fontRef idx="minor">
              <a:schemeClr val="tx1"/>
            </a:fontRef>
          </p:style>
        </p:cxnSp>
        <p:cxnSp>
          <p:nvCxnSpPr>
            <p:cNvPr id="10" name="直线连接符 9">
              <a:extLst>
                <a:ext uri="{FF2B5EF4-FFF2-40B4-BE49-F238E27FC236}">
                  <a16:creationId xmlns:a16="http://schemas.microsoft.com/office/drawing/2014/main" id="{EA3D6AAB-C307-22FD-A868-CB7A11C76833}"/>
                </a:ext>
              </a:extLst>
            </p:cNvPr>
            <p:cNvCxnSpPr>
              <a:cxnSpLocks/>
            </p:cNvCxnSpPr>
            <p:nvPr/>
          </p:nvCxnSpPr>
          <p:spPr>
            <a:xfrm>
              <a:off x="3976987" y="2113280"/>
              <a:ext cx="0" cy="4198310"/>
            </a:xfrm>
            <a:prstGeom prst="line">
              <a:avLst/>
            </a:prstGeom>
            <a:ln w="6350">
              <a:solidFill>
                <a:srgbClr val="01329F">
                  <a:alpha val="53000"/>
                </a:srgbClr>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1BEA13EF-F0FD-6474-AF7B-F98235D7680F}"/>
                </a:ext>
              </a:extLst>
            </p:cNvPr>
            <p:cNvCxnSpPr>
              <a:cxnSpLocks/>
            </p:cNvCxnSpPr>
            <p:nvPr/>
          </p:nvCxnSpPr>
          <p:spPr>
            <a:xfrm>
              <a:off x="566906" y="2958998"/>
              <a:ext cx="5742454" cy="0"/>
            </a:xfrm>
            <a:prstGeom prst="line">
              <a:avLst/>
            </a:prstGeom>
            <a:ln w="6350">
              <a:solidFill>
                <a:srgbClr val="01329F">
                  <a:alpha val="53000"/>
                </a:srgbClr>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362CA069-3F02-B05B-0F1F-A9ABF14FD989}"/>
                </a:ext>
              </a:extLst>
            </p:cNvPr>
            <p:cNvCxnSpPr>
              <a:cxnSpLocks/>
            </p:cNvCxnSpPr>
            <p:nvPr/>
          </p:nvCxnSpPr>
          <p:spPr>
            <a:xfrm>
              <a:off x="566906" y="3782719"/>
              <a:ext cx="5729391" cy="0"/>
            </a:xfrm>
            <a:prstGeom prst="line">
              <a:avLst/>
            </a:prstGeom>
            <a:ln w="6350">
              <a:solidFill>
                <a:srgbClr val="01329F">
                  <a:alpha val="53000"/>
                </a:srgbClr>
              </a:solidFill>
            </a:ln>
          </p:spPr>
          <p:style>
            <a:lnRef idx="1">
              <a:schemeClr val="accent1"/>
            </a:lnRef>
            <a:fillRef idx="0">
              <a:schemeClr val="accent1"/>
            </a:fillRef>
            <a:effectRef idx="0">
              <a:schemeClr val="accent1"/>
            </a:effectRef>
            <a:fontRef idx="minor">
              <a:schemeClr val="tx1"/>
            </a:fontRef>
          </p:style>
        </p:cxnSp>
        <p:cxnSp>
          <p:nvCxnSpPr>
            <p:cNvPr id="19" name="直线连接符 18">
              <a:extLst>
                <a:ext uri="{FF2B5EF4-FFF2-40B4-BE49-F238E27FC236}">
                  <a16:creationId xmlns:a16="http://schemas.microsoft.com/office/drawing/2014/main" id="{3B4ADE3E-D629-C0AE-579D-1C5E18F202C9}"/>
                </a:ext>
              </a:extLst>
            </p:cNvPr>
            <p:cNvCxnSpPr>
              <a:cxnSpLocks/>
            </p:cNvCxnSpPr>
            <p:nvPr/>
          </p:nvCxnSpPr>
          <p:spPr>
            <a:xfrm>
              <a:off x="559650" y="4629151"/>
              <a:ext cx="5735923" cy="0"/>
            </a:xfrm>
            <a:prstGeom prst="line">
              <a:avLst/>
            </a:prstGeom>
            <a:ln w="6350">
              <a:solidFill>
                <a:srgbClr val="01329F">
                  <a:alpha val="53000"/>
                </a:srgbClr>
              </a:solidFill>
            </a:ln>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id="{1A502F35-B939-2ABA-06ED-602EF3D0AEB1}"/>
                </a:ext>
              </a:extLst>
            </p:cNvPr>
            <p:cNvCxnSpPr>
              <a:cxnSpLocks/>
            </p:cNvCxnSpPr>
            <p:nvPr/>
          </p:nvCxnSpPr>
          <p:spPr>
            <a:xfrm>
              <a:off x="566906" y="5463906"/>
              <a:ext cx="5735923" cy="0"/>
            </a:xfrm>
            <a:prstGeom prst="line">
              <a:avLst/>
            </a:prstGeom>
            <a:ln w="6350">
              <a:solidFill>
                <a:srgbClr val="01329F">
                  <a:alpha val="53000"/>
                </a:srgbClr>
              </a:solidFill>
            </a:ln>
          </p:spPr>
          <p:style>
            <a:lnRef idx="1">
              <a:schemeClr val="accent1"/>
            </a:lnRef>
            <a:fillRef idx="0">
              <a:schemeClr val="accent1"/>
            </a:fillRef>
            <a:effectRef idx="0">
              <a:schemeClr val="accent1"/>
            </a:effectRef>
            <a:fontRef idx="minor">
              <a:schemeClr val="tx1"/>
            </a:fontRef>
          </p:style>
        </p:cxnSp>
      </p:grpSp>
      <p:sp>
        <p:nvSpPr>
          <p:cNvPr id="33" name="任意形状 32">
            <a:extLst>
              <a:ext uri="{FF2B5EF4-FFF2-40B4-BE49-F238E27FC236}">
                <a16:creationId xmlns:a16="http://schemas.microsoft.com/office/drawing/2014/main" id="{CAB0EEE8-FBAA-7FCD-898D-F69EBF4B658A}"/>
              </a:ext>
            </a:extLst>
          </p:cNvPr>
          <p:cNvSpPr/>
          <p:nvPr/>
        </p:nvSpPr>
        <p:spPr>
          <a:xfrm>
            <a:off x="480269" y="2253931"/>
            <a:ext cx="6644640" cy="2501349"/>
          </a:xfrm>
          <a:custGeom>
            <a:avLst/>
            <a:gdLst>
              <a:gd name="connsiteX0" fmla="*/ 0 w 6644640"/>
              <a:gd name="connsiteY0" fmla="*/ 711200 h 4145280"/>
              <a:gd name="connsiteX1" fmla="*/ 101600 w 6644640"/>
              <a:gd name="connsiteY1" fmla="*/ 782320 h 4145280"/>
              <a:gd name="connsiteX2" fmla="*/ 172720 w 6644640"/>
              <a:gd name="connsiteY2" fmla="*/ 670560 h 4145280"/>
              <a:gd name="connsiteX3" fmla="*/ 264160 w 6644640"/>
              <a:gd name="connsiteY3" fmla="*/ 833120 h 4145280"/>
              <a:gd name="connsiteX4" fmla="*/ 365760 w 6644640"/>
              <a:gd name="connsiteY4" fmla="*/ 477520 h 4145280"/>
              <a:gd name="connsiteX5" fmla="*/ 518160 w 6644640"/>
              <a:gd name="connsiteY5" fmla="*/ 589280 h 4145280"/>
              <a:gd name="connsiteX6" fmla="*/ 609600 w 6644640"/>
              <a:gd name="connsiteY6" fmla="*/ 467360 h 4145280"/>
              <a:gd name="connsiteX7" fmla="*/ 792480 w 6644640"/>
              <a:gd name="connsiteY7" fmla="*/ 741680 h 4145280"/>
              <a:gd name="connsiteX8" fmla="*/ 863600 w 6644640"/>
              <a:gd name="connsiteY8" fmla="*/ 416560 h 4145280"/>
              <a:gd name="connsiteX9" fmla="*/ 995680 w 6644640"/>
              <a:gd name="connsiteY9" fmla="*/ 680720 h 4145280"/>
              <a:gd name="connsiteX10" fmla="*/ 995680 w 6644640"/>
              <a:gd name="connsiteY10" fmla="*/ 680720 h 4145280"/>
              <a:gd name="connsiteX11" fmla="*/ 1158240 w 6644640"/>
              <a:gd name="connsiteY11" fmla="*/ 477520 h 4145280"/>
              <a:gd name="connsiteX12" fmla="*/ 1219200 w 6644640"/>
              <a:gd name="connsiteY12" fmla="*/ 629920 h 4145280"/>
              <a:gd name="connsiteX13" fmla="*/ 1402080 w 6644640"/>
              <a:gd name="connsiteY13" fmla="*/ 416560 h 4145280"/>
              <a:gd name="connsiteX14" fmla="*/ 1463040 w 6644640"/>
              <a:gd name="connsiteY14" fmla="*/ 640080 h 4145280"/>
              <a:gd name="connsiteX15" fmla="*/ 1574800 w 6644640"/>
              <a:gd name="connsiteY15" fmla="*/ 640080 h 4145280"/>
              <a:gd name="connsiteX16" fmla="*/ 1645920 w 6644640"/>
              <a:gd name="connsiteY16" fmla="*/ 508000 h 4145280"/>
              <a:gd name="connsiteX17" fmla="*/ 1788160 w 6644640"/>
              <a:gd name="connsiteY17" fmla="*/ 518160 h 4145280"/>
              <a:gd name="connsiteX18" fmla="*/ 1808480 w 6644640"/>
              <a:gd name="connsiteY18" fmla="*/ 680720 h 4145280"/>
              <a:gd name="connsiteX19" fmla="*/ 1930400 w 6644640"/>
              <a:gd name="connsiteY19" fmla="*/ 670560 h 4145280"/>
              <a:gd name="connsiteX20" fmla="*/ 1981200 w 6644640"/>
              <a:gd name="connsiteY20" fmla="*/ 426720 h 4145280"/>
              <a:gd name="connsiteX21" fmla="*/ 2164080 w 6644640"/>
              <a:gd name="connsiteY21" fmla="*/ 416560 h 4145280"/>
              <a:gd name="connsiteX22" fmla="*/ 2275840 w 6644640"/>
              <a:gd name="connsiteY22" fmla="*/ 314960 h 4145280"/>
              <a:gd name="connsiteX23" fmla="*/ 2407920 w 6644640"/>
              <a:gd name="connsiteY23" fmla="*/ 447040 h 4145280"/>
              <a:gd name="connsiteX24" fmla="*/ 2397760 w 6644640"/>
              <a:gd name="connsiteY24" fmla="*/ 680720 h 4145280"/>
              <a:gd name="connsiteX25" fmla="*/ 2529840 w 6644640"/>
              <a:gd name="connsiteY25" fmla="*/ 528320 h 4145280"/>
              <a:gd name="connsiteX26" fmla="*/ 2600960 w 6644640"/>
              <a:gd name="connsiteY26" fmla="*/ 609600 h 4145280"/>
              <a:gd name="connsiteX27" fmla="*/ 2682240 w 6644640"/>
              <a:gd name="connsiteY27" fmla="*/ 497840 h 4145280"/>
              <a:gd name="connsiteX28" fmla="*/ 2763520 w 6644640"/>
              <a:gd name="connsiteY28" fmla="*/ 629920 h 4145280"/>
              <a:gd name="connsiteX29" fmla="*/ 2987040 w 6644640"/>
              <a:gd name="connsiteY29" fmla="*/ 528320 h 4145280"/>
              <a:gd name="connsiteX30" fmla="*/ 3078480 w 6644640"/>
              <a:gd name="connsiteY30" fmla="*/ 629920 h 4145280"/>
              <a:gd name="connsiteX31" fmla="*/ 3108960 w 6644640"/>
              <a:gd name="connsiteY31" fmla="*/ 345440 h 4145280"/>
              <a:gd name="connsiteX32" fmla="*/ 3302000 w 6644640"/>
              <a:gd name="connsiteY32" fmla="*/ 508000 h 4145280"/>
              <a:gd name="connsiteX33" fmla="*/ 3454400 w 6644640"/>
              <a:gd name="connsiteY33" fmla="*/ 132080 h 4145280"/>
              <a:gd name="connsiteX34" fmla="*/ 3515360 w 6644640"/>
              <a:gd name="connsiteY34" fmla="*/ 386080 h 4145280"/>
              <a:gd name="connsiteX35" fmla="*/ 3637280 w 6644640"/>
              <a:gd name="connsiteY35" fmla="*/ 91440 h 4145280"/>
              <a:gd name="connsiteX36" fmla="*/ 3688080 w 6644640"/>
              <a:gd name="connsiteY36" fmla="*/ 589280 h 4145280"/>
              <a:gd name="connsiteX37" fmla="*/ 3820160 w 6644640"/>
              <a:gd name="connsiteY37" fmla="*/ 782320 h 4145280"/>
              <a:gd name="connsiteX38" fmla="*/ 3901440 w 6644640"/>
              <a:gd name="connsiteY38" fmla="*/ 121920 h 4145280"/>
              <a:gd name="connsiteX39" fmla="*/ 4064000 w 6644640"/>
              <a:gd name="connsiteY39" fmla="*/ 264160 h 4145280"/>
              <a:gd name="connsiteX40" fmla="*/ 4257040 w 6644640"/>
              <a:gd name="connsiteY40" fmla="*/ 0 h 4145280"/>
              <a:gd name="connsiteX41" fmla="*/ 4246880 w 6644640"/>
              <a:gd name="connsiteY41" fmla="*/ 640080 h 4145280"/>
              <a:gd name="connsiteX42" fmla="*/ 4399280 w 6644640"/>
              <a:gd name="connsiteY42" fmla="*/ 91440 h 4145280"/>
              <a:gd name="connsiteX43" fmla="*/ 4561840 w 6644640"/>
              <a:gd name="connsiteY43" fmla="*/ 1158240 h 4145280"/>
              <a:gd name="connsiteX44" fmla="*/ 4663440 w 6644640"/>
              <a:gd name="connsiteY44" fmla="*/ 1117600 h 4145280"/>
              <a:gd name="connsiteX45" fmla="*/ 4724400 w 6644640"/>
              <a:gd name="connsiteY45" fmla="*/ 772160 h 4145280"/>
              <a:gd name="connsiteX46" fmla="*/ 4836160 w 6644640"/>
              <a:gd name="connsiteY46" fmla="*/ 762000 h 4145280"/>
              <a:gd name="connsiteX47" fmla="*/ 4947920 w 6644640"/>
              <a:gd name="connsiteY47" fmla="*/ 1076960 h 4145280"/>
              <a:gd name="connsiteX48" fmla="*/ 5120640 w 6644640"/>
              <a:gd name="connsiteY48" fmla="*/ 883920 h 4145280"/>
              <a:gd name="connsiteX49" fmla="*/ 5252720 w 6644640"/>
              <a:gd name="connsiteY49" fmla="*/ 883920 h 4145280"/>
              <a:gd name="connsiteX50" fmla="*/ 5262880 w 6644640"/>
              <a:gd name="connsiteY50" fmla="*/ 1005840 h 4145280"/>
              <a:gd name="connsiteX51" fmla="*/ 5364480 w 6644640"/>
              <a:gd name="connsiteY51" fmla="*/ 904240 h 4145280"/>
              <a:gd name="connsiteX52" fmla="*/ 5496560 w 6644640"/>
              <a:gd name="connsiteY52" fmla="*/ 1005840 h 4145280"/>
              <a:gd name="connsiteX53" fmla="*/ 5527040 w 6644640"/>
              <a:gd name="connsiteY53" fmla="*/ 1137920 h 4145280"/>
              <a:gd name="connsiteX54" fmla="*/ 5618480 w 6644640"/>
              <a:gd name="connsiteY54" fmla="*/ 955040 h 4145280"/>
              <a:gd name="connsiteX55" fmla="*/ 5740400 w 6644640"/>
              <a:gd name="connsiteY55" fmla="*/ 1016000 h 4145280"/>
              <a:gd name="connsiteX56" fmla="*/ 5811520 w 6644640"/>
              <a:gd name="connsiteY56" fmla="*/ 934720 h 4145280"/>
              <a:gd name="connsiteX57" fmla="*/ 5892800 w 6644640"/>
              <a:gd name="connsiteY57" fmla="*/ 1036320 h 4145280"/>
              <a:gd name="connsiteX58" fmla="*/ 5974080 w 6644640"/>
              <a:gd name="connsiteY58" fmla="*/ 1838960 h 4145280"/>
              <a:gd name="connsiteX59" fmla="*/ 6065520 w 6644640"/>
              <a:gd name="connsiteY59" fmla="*/ 1737360 h 4145280"/>
              <a:gd name="connsiteX60" fmla="*/ 6207760 w 6644640"/>
              <a:gd name="connsiteY60" fmla="*/ 2316480 h 4145280"/>
              <a:gd name="connsiteX61" fmla="*/ 6339840 w 6644640"/>
              <a:gd name="connsiteY61" fmla="*/ 2540000 h 4145280"/>
              <a:gd name="connsiteX62" fmla="*/ 6390640 w 6644640"/>
              <a:gd name="connsiteY62" fmla="*/ 2275840 h 4145280"/>
              <a:gd name="connsiteX63" fmla="*/ 6482080 w 6644640"/>
              <a:gd name="connsiteY63" fmla="*/ 2336800 h 4145280"/>
              <a:gd name="connsiteX64" fmla="*/ 6573520 w 6644640"/>
              <a:gd name="connsiteY64" fmla="*/ 2052320 h 4145280"/>
              <a:gd name="connsiteX65" fmla="*/ 6644640 w 6644640"/>
              <a:gd name="connsiteY65" fmla="*/ 2275840 h 4145280"/>
              <a:gd name="connsiteX66" fmla="*/ 6644640 w 6644640"/>
              <a:gd name="connsiteY66" fmla="*/ 4145280 h 4145280"/>
              <a:gd name="connsiteX67" fmla="*/ 10160 w 6644640"/>
              <a:gd name="connsiteY67" fmla="*/ 4145280 h 4145280"/>
              <a:gd name="connsiteX68" fmla="*/ 0 w 6644640"/>
              <a:gd name="connsiteY68" fmla="*/ 711200 h 4145280"/>
              <a:gd name="connsiteX0" fmla="*/ 0 w 6644640"/>
              <a:gd name="connsiteY0" fmla="*/ 711200 h 4145280"/>
              <a:gd name="connsiteX1" fmla="*/ 101600 w 6644640"/>
              <a:gd name="connsiteY1" fmla="*/ 782320 h 4145280"/>
              <a:gd name="connsiteX2" fmla="*/ 172720 w 6644640"/>
              <a:gd name="connsiteY2" fmla="*/ 670560 h 4145280"/>
              <a:gd name="connsiteX3" fmla="*/ 264160 w 6644640"/>
              <a:gd name="connsiteY3" fmla="*/ 833120 h 4145280"/>
              <a:gd name="connsiteX4" fmla="*/ 365760 w 6644640"/>
              <a:gd name="connsiteY4" fmla="*/ 477520 h 4145280"/>
              <a:gd name="connsiteX5" fmla="*/ 518160 w 6644640"/>
              <a:gd name="connsiteY5" fmla="*/ 589280 h 4145280"/>
              <a:gd name="connsiteX6" fmla="*/ 609600 w 6644640"/>
              <a:gd name="connsiteY6" fmla="*/ 467360 h 4145280"/>
              <a:gd name="connsiteX7" fmla="*/ 792480 w 6644640"/>
              <a:gd name="connsiteY7" fmla="*/ 741680 h 4145280"/>
              <a:gd name="connsiteX8" fmla="*/ 863600 w 6644640"/>
              <a:gd name="connsiteY8" fmla="*/ 416560 h 4145280"/>
              <a:gd name="connsiteX9" fmla="*/ 995680 w 6644640"/>
              <a:gd name="connsiteY9" fmla="*/ 680720 h 4145280"/>
              <a:gd name="connsiteX10" fmla="*/ 995680 w 6644640"/>
              <a:gd name="connsiteY10" fmla="*/ 680720 h 4145280"/>
              <a:gd name="connsiteX11" fmla="*/ 1158240 w 6644640"/>
              <a:gd name="connsiteY11" fmla="*/ 477520 h 4145280"/>
              <a:gd name="connsiteX12" fmla="*/ 1219200 w 6644640"/>
              <a:gd name="connsiteY12" fmla="*/ 629920 h 4145280"/>
              <a:gd name="connsiteX13" fmla="*/ 1402080 w 6644640"/>
              <a:gd name="connsiteY13" fmla="*/ 416560 h 4145280"/>
              <a:gd name="connsiteX14" fmla="*/ 1463040 w 6644640"/>
              <a:gd name="connsiteY14" fmla="*/ 640080 h 4145280"/>
              <a:gd name="connsiteX15" fmla="*/ 1574800 w 6644640"/>
              <a:gd name="connsiteY15" fmla="*/ 640080 h 4145280"/>
              <a:gd name="connsiteX16" fmla="*/ 1645920 w 6644640"/>
              <a:gd name="connsiteY16" fmla="*/ 508000 h 4145280"/>
              <a:gd name="connsiteX17" fmla="*/ 1788160 w 6644640"/>
              <a:gd name="connsiteY17" fmla="*/ 518160 h 4145280"/>
              <a:gd name="connsiteX18" fmla="*/ 1808480 w 6644640"/>
              <a:gd name="connsiteY18" fmla="*/ 680720 h 4145280"/>
              <a:gd name="connsiteX19" fmla="*/ 1930400 w 6644640"/>
              <a:gd name="connsiteY19" fmla="*/ 670560 h 4145280"/>
              <a:gd name="connsiteX20" fmla="*/ 1981200 w 6644640"/>
              <a:gd name="connsiteY20" fmla="*/ 426720 h 4145280"/>
              <a:gd name="connsiteX21" fmla="*/ 2164080 w 6644640"/>
              <a:gd name="connsiteY21" fmla="*/ 416560 h 4145280"/>
              <a:gd name="connsiteX22" fmla="*/ 2275840 w 6644640"/>
              <a:gd name="connsiteY22" fmla="*/ 314960 h 4145280"/>
              <a:gd name="connsiteX23" fmla="*/ 2407920 w 6644640"/>
              <a:gd name="connsiteY23" fmla="*/ 447040 h 4145280"/>
              <a:gd name="connsiteX24" fmla="*/ 2397760 w 6644640"/>
              <a:gd name="connsiteY24" fmla="*/ 680720 h 4145280"/>
              <a:gd name="connsiteX25" fmla="*/ 2529840 w 6644640"/>
              <a:gd name="connsiteY25" fmla="*/ 528320 h 4145280"/>
              <a:gd name="connsiteX26" fmla="*/ 2600960 w 6644640"/>
              <a:gd name="connsiteY26" fmla="*/ 609600 h 4145280"/>
              <a:gd name="connsiteX27" fmla="*/ 2682240 w 6644640"/>
              <a:gd name="connsiteY27" fmla="*/ 497840 h 4145280"/>
              <a:gd name="connsiteX28" fmla="*/ 2763520 w 6644640"/>
              <a:gd name="connsiteY28" fmla="*/ 629920 h 4145280"/>
              <a:gd name="connsiteX29" fmla="*/ 2987040 w 6644640"/>
              <a:gd name="connsiteY29" fmla="*/ 528320 h 4145280"/>
              <a:gd name="connsiteX30" fmla="*/ 3078480 w 6644640"/>
              <a:gd name="connsiteY30" fmla="*/ 629920 h 4145280"/>
              <a:gd name="connsiteX31" fmla="*/ 3108960 w 6644640"/>
              <a:gd name="connsiteY31" fmla="*/ 345440 h 4145280"/>
              <a:gd name="connsiteX32" fmla="*/ 3302000 w 6644640"/>
              <a:gd name="connsiteY32" fmla="*/ 508000 h 4145280"/>
              <a:gd name="connsiteX33" fmla="*/ 3454400 w 6644640"/>
              <a:gd name="connsiteY33" fmla="*/ 132080 h 4145280"/>
              <a:gd name="connsiteX34" fmla="*/ 3515360 w 6644640"/>
              <a:gd name="connsiteY34" fmla="*/ 386080 h 4145280"/>
              <a:gd name="connsiteX35" fmla="*/ 3637280 w 6644640"/>
              <a:gd name="connsiteY35" fmla="*/ 91440 h 4145280"/>
              <a:gd name="connsiteX36" fmla="*/ 3688080 w 6644640"/>
              <a:gd name="connsiteY36" fmla="*/ 589280 h 4145280"/>
              <a:gd name="connsiteX37" fmla="*/ 3820160 w 6644640"/>
              <a:gd name="connsiteY37" fmla="*/ 782320 h 4145280"/>
              <a:gd name="connsiteX38" fmla="*/ 3901440 w 6644640"/>
              <a:gd name="connsiteY38" fmla="*/ 121920 h 4145280"/>
              <a:gd name="connsiteX39" fmla="*/ 4064000 w 6644640"/>
              <a:gd name="connsiteY39" fmla="*/ 264160 h 4145280"/>
              <a:gd name="connsiteX40" fmla="*/ 4257040 w 6644640"/>
              <a:gd name="connsiteY40" fmla="*/ 0 h 4145280"/>
              <a:gd name="connsiteX41" fmla="*/ 4246880 w 6644640"/>
              <a:gd name="connsiteY41" fmla="*/ 640080 h 4145280"/>
              <a:gd name="connsiteX42" fmla="*/ 4399280 w 6644640"/>
              <a:gd name="connsiteY42" fmla="*/ 91440 h 4145280"/>
              <a:gd name="connsiteX43" fmla="*/ 4561840 w 6644640"/>
              <a:gd name="connsiteY43" fmla="*/ 1158240 h 4145280"/>
              <a:gd name="connsiteX44" fmla="*/ 4663440 w 6644640"/>
              <a:gd name="connsiteY44" fmla="*/ 1117600 h 4145280"/>
              <a:gd name="connsiteX45" fmla="*/ 4724400 w 6644640"/>
              <a:gd name="connsiteY45" fmla="*/ 772160 h 4145280"/>
              <a:gd name="connsiteX46" fmla="*/ 4836160 w 6644640"/>
              <a:gd name="connsiteY46" fmla="*/ 762000 h 4145280"/>
              <a:gd name="connsiteX47" fmla="*/ 4947920 w 6644640"/>
              <a:gd name="connsiteY47" fmla="*/ 1076960 h 4145280"/>
              <a:gd name="connsiteX48" fmla="*/ 5120640 w 6644640"/>
              <a:gd name="connsiteY48" fmla="*/ 883920 h 4145280"/>
              <a:gd name="connsiteX49" fmla="*/ 5252720 w 6644640"/>
              <a:gd name="connsiteY49" fmla="*/ 883920 h 4145280"/>
              <a:gd name="connsiteX50" fmla="*/ 5262880 w 6644640"/>
              <a:gd name="connsiteY50" fmla="*/ 1005840 h 4145280"/>
              <a:gd name="connsiteX51" fmla="*/ 5364480 w 6644640"/>
              <a:gd name="connsiteY51" fmla="*/ 904240 h 4145280"/>
              <a:gd name="connsiteX52" fmla="*/ 5496560 w 6644640"/>
              <a:gd name="connsiteY52" fmla="*/ 1005840 h 4145280"/>
              <a:gd name="connsiteX53" fmla="*/ 5527040 w 6644640"/>
              <a:gd name="connsiteY53" fmla="*/ 1137920 h 4145280"/>
              <a:gd name="connsiteX54" fmla="*/ 5618480 w 6644640"/>
              <a:gd name="connsiteY54" fmla="*/ 955040 h 4145280"/>
              <a:gd name="connsiteX55" fmla="*/ 5740400 w 6644640"/>
              <a:gd name="connsiteY55" fmla="*/ 1016000 h 4145280"/>
              <a:gd name="connsiteX56" fmla="*/ 5811520 w 6644640"/>
              <a:gd name="connsiteY56" fmla="*/ 934720 h 4145280"/>
              <a:gd name="connsiteX57" fmla="*/ 5892800 w 6644640"/>
              <a:gd name="connsiteY57" fmla="*/ 1036320 h 4145280"/>
              <a:gd name="connsiteX58" fmla="*/ 5974080 w 6644640"/>
              <a:gd name="connsiteY58" fmla="*/ 1838960 h 4145280"/>
              <a:gd name="connsiteX59" fmla="*/ 6065520 w 6644640"/>
              <a:gd name="connsiteY59" fmla="*/ 1737360 h 4145280"/>
              <a:gd name="connsiteX60" fmla="*/ 6207760 w 6644640"/>
              <a:gd name="connsiteY60" fmla="*/ 2316480 h 4145280"/>
              <a:gd name="connsiteX61" fmla="*/ 6339840 w 6644640"/>
              <a:gd name="connsiteY61" fmla="*/ 2540000 h 4145280"/>
              <a:gd name="connsiteX62" fmla="*/ 6390640 w 6644640"/>
              <a:gd name="connsiteY62" fmla="*/ 2275840 h 4145280"/>
              <a:gd name="connsiteX63" fmla="*/ 6482080 w 6644640"/>
              <a:gd name="connsiteY63" fmla="*/ 2336800 h 4145280"/>
              <a:gd name="connsiteX64" fmla="*/ 6573520 w 6644640"/>
              <a:gd name="connsiteY64" fmla="*/ 2052320 h 4145280"/>
              <a:gd name="connsiteX65" fmla="*/ 6644640 w 6644640"/>
              <a:gd name="connsiteY65" fmla="*/ 2275840 h 4145280"/>
              <a:gd name="connsiteX66" fmla="*/ 6644640 w 6644640"/>
              <a:gd name="connsiteY66" fmla="*/ 4145280 h 4145280"/>
              <a:gd name="connsiteX67" fmla="*/ 0 w 6644640"/>
              <a:gd name="connsiteY67" fmla="*/ 711200 h 4145280"/>
              <a:gd name="connsiteX0" fmla="*/ 6644640 w 6736080"/>
              <a:gd name="connsiteY0" fmla="*/ 4145280 h 4238133"/>
              <a:gd name="connsiteX1" fmla="*/ 0 w 6736080"/>
              <a:gd name="connsiteY1" fmla="*/ 711200 h 4238133"/>
              <a:gd name="connsiteX2" fmla="*/ 101600 w 6736080"/>
              <a:gd name="connsiteY2" fmla="*/ 782320 h 4238133"/>
              <a:gd name="connsiteX3" fmla="*/ 172720 w 6736080"/>
              <a:gd name="connsiteY3" fmla="*/ 670560 h 4238133"/>
              <a:gd name="connsiteX4" fmla="*/ 264160 w 6736080"/>
              <a:gd name="connsiteY4" fmla="*/ 833120 h 4238133"/>
              <a:gd name="connsiteX5" fmla="*/ 365760 w 6736080"/>
              <a:gd name="connsiteY5" fmla="*/ 477520 h 4238133"/>
              <a:gd name="connsiteX6" fmla="*/ 518160 w 6736080"/>
              <a:gd name="connsiteY6" fmla="*/ 589280 h 4238133"/>
              <a:gd name="connsiteX7" fmla="*/ 609600 w 6736080"/>
              <a:gd name="connsiteY7" fmla="*/ 467360 h 4238133"/>
              <a:gd name="connsiteX8" fmla="*/ 792480 w 6736080"/>
              <a:gd name="connsiteY8" fmla="*/ 741680 h 4238133"/>
              <a:gd name="connsiteX9" fmla="*/ 863600 w 6736080"/>
              <a:gd name="connsiteY9" fmla="*/ 416560 h 4238133"/>
              <a:gd name="connsiteX10" fmla="*/ 995680 w 6736080"/>
              <a:gd name="connsiteY10" fmla="*/ 680720 h 4238133"/>
              <a:gd name="connsiteX11" fmla="*/ 995680 w 6736080"/>
              <a:gd name="connsiteY11" fmla="*/ 680720 h 4238133"/>
              <a:gd name="connsiteX12" fmla="*/ 1158240 w 6736080"/>
              <a:gd name="connsiteY12" fmla="*/ 477520 h 4238133"/>
              <a:gd name="connsiteX13" fmla="*/ 1219200 w 6736080"/>
              <a:gd name="connsiteY13" fmla="*/ 629920 h 4238133"/>
              <a:gd name="connsiteX14" fmla="*/ 1402080 w 6736080"/>
              <a:gd name="connsiteY14" fmla="*/ 416560 h 4238133"/>
              <a:gd name="connsiteX15" fmla="*/ 1463040 w 6736080"/>
              <a:gd name="connsiteY15" fmla="*/ 640080 h 4238133"/>
              <a:gd name="connsiteX16" fmla="*/ 1574800 w 6736080"/>
              <a:gd name="connsiteY16" fmla="*/ 640080 h 4238133"/>
              <a:gd name="connsiteX17" fmla="*/ 1645920 w 6736080"/>
              <a:gd name="connsiteY17" fmla="*/ 508000 h 4238133"/>
              <a:gd name="connsiteX18" fmla="*/ 1788160 w 6736080"/>
              <a:gd name="connsiteY18" fmla="*/ 518160 h 4238133"/>
              <a:gd name="connsiteX19" fmla="*/ 1808480 w 6736080"/>
              <a:gd name="connsiteY19" fmla="*/ 680720 h 4238133"/>
              <a:gd name="connsiteX20" fmla="*/ 1930400 w 6736080"/>
              <a:gd name="connsiteY20" fmla="*/ 670560 h 4238133"/>
              <a:gd name="connsiteX21" fmla="*/ 1981200 w 6736080"/>
              <a:gd name="connsiteY21" fmla="*/ 426720 h 4238133"/>
              <a:gd name="connsiteX22" fmla="*/ 2164080 w 6736080"/>
              <a:gd name="connsiteY22" fmla="*/ 416560 h 4238133"/>
              <a:gd name="connsiteX23" fmla="*/ 2275840 w 6736080"/>
              <a:gd name="connsiteY23" fmla="*/ 314960 h 4238133"/>
              <a:gd name="connsiteX24" fmla="*/ 2407920 w 6736080"/>
              <a:gd name="connsiteY24" fmla="*/ 447040 h 4238133"/>
              <a:gd name="connsiteX25" fmla="*/ 2397760 w 6736080"/>
              <a:gd name="connsiteY25" fmla="*/ 680720 h 4238133"/>
              <a:gd name="connsiteX26" fmla="*/ 2529840 w 6736080"/>
              <a:gd name="connsiteY26" fmla="*/ 528320 h 4238133"/>
              <a:gd name="connsiteX27" fmla="*/ 2600960 w 6736080"/>
              <a:gd name="connsiteY27" fmla="*/ 609600 h 4238133"/>
              <a:gd name="connsiteX28" fmla="*/ 2682240 w 6736080"/>
              <a:gd name="connsiteY28" fmla="*/ 497840 h 4238133"/>
              <a:gd name="connsiteX29" fmla="*/ 2763520 w 6736080"/>
              <a:gd name="connsiteY29" fmla="*/ 629920 h 4238133"/>
              <a:gd name="connsiteX30" fmla="*/ 2987040 w 6736080"/>
              <a:gd name="connsiteY30" fmla="*/ 528320 h 4238133"/>
              <a:gd name="connsiteX31" fmla="*/ 3078480 w 6736080"/>
              <a:gd name="connsiteY31" fmla="*/ 629920 h 4238133"/>
              <a:gd name="connsiteX32" fmla="*/ 3108960 w 6736080"/>
              <a:gd name="connsiteY32" fmla="*/ 345440 h 4238133"/>
              <a:gd name="connsiteX33" fmla="*/ 3302000 w 6736080"/>
              <a:gd name="connsiteY33" fmla="*/ 508000 h 4238133"/>
              <a:gd name="connsiteX34" fmla="*/ 3454400 w 6736080"/>
              <a:gd name="connsiteY34" fmla="*/ 132080 h 4238133"/>
              <a:gd name="connsiteX35" fmla="*/ 3515360 w 6736080"/>
              <a:gd name="connsiteY35" fmla="*/ 386080 h 4238133"/>
              <a:gd name="connsiteX36" fmla="*/ 3637280 w 6736080"/>
              <a:gd name="connsiteY36" fmla="*/ 91440 h 4238133"/>
              <a:gd name="connsiteX37" fmla="*/ 3688080 w 6736080"/>
              <a:gd name="connsiteY37" fmla="*/ 589280 h 4238133"/>
              <a:gd name="connsiteX38" fmla="*/ 3820160 w 6736080"/>
              <a:gd name="connsiteY38" fmla="*/ 782320 h 4238133"/>
              <a:gd name="connsiteX39" fmla="*/ 3901440 w 6736080"/>
              <a:gd name="connsiteY39" fmla="*/ 121920 h 4238133"/>
              <a:gd name="connsiteX40" fmla="*/ 4064000 w 6736080"/>
              <a:gd name="connsiteY40" fmla="*/ 264160 h 4238133"/>
              <a:gd name="connsiteX41" fmla="*/ 4257040 w 6736080"/>
              <a:gd name="connsiteY41" fmla="*/ 0 h 4238133"/>
              <a:gd name="connsiteX42" fmla="*/ 4246880 w 6736080"/>
              <a:gd name="connsiteY42" fmla="*/ 640080 h 4238133"/>
              <a:gd name="connsiteX43" fmla="*/ 4399280 w 6736080"/>
              <a:gd name="connsiteY43" fmla="*/ 91440 h 4238133"/>
              <a:gd name="connsiteX44" fmla="*/ 4561840 w 6736080"/>
              <a:gd name="connsiteY44" fmla="*/ 1158240 h 4238133"/>
              <a:gd name="connsiteX45" fmla="*/ 4663440 w 6736080"/>
              <a:gd name="connsiteY45" fmla="*/ 1117600 h 4238133"/>
              <a:gd name="connsiteX46" fmla="*/ 4724400 w 6736080"/>
              <a:gd name="connsiteY46" fmla="*/ 772160 h 4238133"/>
              <a:gd name="connsiteX47" fmla="*/ 4836160 w 6736080"/>
              <a:gd name="connsiteY47" fmla="*/ 762000 h 4238133"/>
              <a:gd name="connsiteX48" fmla="*/ 4947920 w 6736080"/>
              <a:gd name="connsiteY48" fmla="*/ 1076960 h 4238133"/>
              <a:gd name="connsiteX49" fmla="*/ 5120640 w 6736080"/>
              <a:gd name="connsiteY49" fmla="*/ 883920 h 4238133"/>
              <a:gd name="connsiteX50" fmla="*/ 5252720 w 6736080"/>
              <a:gd name="connsiteY50" fmla="*/ 883920 h 4238133"/>
              <a:gd name="connsiteX51" fmla="*/ 5262880 w 6736080"/>
              <a:gd name="connsiteY51" fmla="*/ 1005840 h 4238133"/>
              <a:gd name="connsiteX52" fmla="*/ 5364480 w 6736080"/>
              <a:gd name="connsiteY52" fmla="*/ 904240 h 4238133"/>
              <a:gd name="connsiteX53" fmla="*/ 5496560 w 6736080"/>
              <a:gd name="connsiteY53" fmla="*/ 1005840 h 4238133"/>
              <a:gd name="connsiteX54" fmla="*/ 5527040 w 6736080"/>
              <a:gd name="connsiteY54" fmla="*/ 1137920 h 4238133"/>
              <a:gd name="connsiteX55" fmla="*/ 5618480 w 6736080"/>
              <a:gd name="connsiteY55" fmla="*/ 955040 h 4238133"/>
              <a:gd name="connsiteX56" fmla="*/ 5740400 w 6736080"/>
              <a:gd name="connsiteY56" fmla="*/ 1016000 h 4238133"/>
              <a:gd name="connsiteX57" fmla="*/ 5811520 w 6736080"/>
              <a:gd name="connsiteY57" fmla="*/ 934720 h 4238133"/>
              <a:gd name="connsiteX58" fmla="*/ 5892800 w 6736080"/>
              <a:gd name="connsiteY58" fmla="*/ 1036320 h 4238133"/>
              <a:gd name="connsiteX59" fmla="*/ 5974080 w 6736080"/>
              <a:gd name="connsiteY59" fmla="*/ 1838960 h 4238133"/>
              <a:gd name="connsiteX60" fmla="*/ 6065520 w 6736080"/>
              <a:gd name="connsiteY60" fmla="*/ 1737360 h 4238133"/>
              <a:gd name="connsiteX61" fmla="*/ 6207760 w 6736080"/>
              <a:gd name="connsiteY61" fmla="*/ 2316480 h 4238133"/>
              <a:gd name="connsiteX62" fmla="*/ 6339840 w 6736080"/>
              <a:gd name="connsiteY62" fmla="*/ 2540000 h 4238133"/>
              <a:gd name="connsiteX63" fmla="*/ 6390640 w 6736080"/>
              <a:gd name="connsiteY63" fmla="*/ 2275840 h 4238133"/>
              <a:gd name="connsiteX64" fmla="*/ 6482080 w 6736080"/>
              <a:gd name="connsiteY64" fmla="*/ 2336800 h 4238133"/>
              <a:gd name="connsiteX65" fmla="*/ 6573520 w 6736080"/>
              <a:gd name="connsiteY65" fmla="*/ 2052320 h 4238133"/>
              <a:gd name="connsiteX66" fmla="*/ 6644640 w 6736080"/>
              <a:gd name="connsiteY66" fmla="*/ 2275840 h 4238133"/>
              <a:gd name="connsiteX67" fmla="*/ 6736080 w 6736080"/>
              <a:gd name="connsiteY67" fmla="*/ 4238133 h 4238133"/>
              <a:gd name="connsiteX0" fmla="*/ 0 w 6736080"/>
              <a:gd name="connsiteY0" fmla="*/ 711200 h 4238133"/>
              <a:gd name="connsiteX1" fmla="*/ 101600 w 6736080"/>
              <a:gd name="connsiteY1" fmla="*/ 782320 h 4238133"/>
              <a:gd name="connsiteX2" fmla="*/ 172720 w 6736080"/>
              <a:gd name="connsiteY2" fmla="*/ 670560 h 4238133"/>
              <a:gd name="connsiteX3" fmla="*/ 264160 w 6736080"/>
              <a:gd name="connsiteY3" fmla="*/ 833120 h 4238133"/>
              <a:gd name="connsiteX4" fmla="*/ 365760 w 6736080"/>
              <a:gd name="connsiteY4" fmla="*/ 477520 h 4238133"/>
              <a:gd name="connsiteX5" fmla="*/ 518160 w 6736080"/>
              <a:gd name="connsiteY5" fmla="*/ 589280 h 4238133"/>
              <a:gd name="connsiteX6" fmla="*/ 609600 w 6736080"/>
              <a:gd name="connsiteY6" fmla="*/ 467360 h 4238133"/>
              <a:gd name="connsiteX7" fmla="*/ 792480 w 6736080"/>
              <a:gd name="connsiteY7" fmla="*/ 741680 h 4238133"/>
              <a:gd name="connsiteX8" fmla="*/ 863600 w 6736080"/>
              <a:gd name="connsiteY8" fmla="*/ 416560 h 4238133"/>
              <a:gd name="connsiteX9" fmla="*/ 995680 w 6736080"/>
              <a:gd name="connsiteY9" fmla="*/ 680720 h 4238133"/>
              <a:gd name="connsiteX10" fmla="*/ 995680 w 6736080"/>
              <a:gd name="connsiteY10" fmla="*/ 680720 h 4238133"/>
              <a:gd name="connsiteX11" fmla="*/ 1158240 w 6736080"/>
              <a:gd name="connsiteY11" fmla="*/ 477520 h 4238133"/>
              <a:gd name="connsiteX12" fmla="*/ 1219200 w 6736080"/>
              <a:gd name="connsiteY12" fmla="*/ 629920 h 4238133"/>
              <a:gd name="connsiteX13" fmla="*/ 1402080 w 6736080"/>
              <a:gd name="connsiteY13" fmla="*/ 416560 h 4238133"/>
              <a:gd name="connsiteX14" fmla="*/ 1463040 w 6736080"/>
              <a:gd name="connsiteY14" fmla="*/ 640080 h 4238133"/>
              <a:gd name="connsiteX15" fmla="*/ 1574800 w 6736080"/>
              <a:gd name="connsiteY15" fmla="*/ 640080 h 4238133"/>
              <a:gd name="connsiteX16" fmla="*/ 1645920 w 6736080"/>
              <a:gd name="connsiteY16" fmla="*/ 508000 h 4238133"/>
              <a:gd name="connsiteX17" fmla="*/ 1788160 w 6736080"/>
              <a:gd name="connsiteY17" fmla="*/ 518160 h 4238133"/>
              <a:gd name="connsiteX18" fmla="*/ 1808480 w 6736080"/>
              <a:gd name="connsiteY18" fmla="*/ 680720 h 4238133"/>
              <a:gd name="connsiteX19" fmla="*/ 1930400 w 6736080"/>
              <a:gd name="connsiteY19" fmla="*/ 670560 h 4238133"/>
              <a:gd name="connsiteX20" fmla="*/ 1981200 w 6736080"/>
              <a:gd name="connsiteY20" fmla="*/ 426720 h 4238133"/>
              <a:gd name="connsiteX21" fmla="*/ 2164080 w 6736080"/>
              <a:gd name="connsiteY21" fmla="*/ 416560 h 4238133"/>
              <a:gd name="connsiteX22" fmla="*/ 2275840 w 6736080"/>
              <a:gd name="connsiteY22" fmla="*/ 314960 h 4238133"/>
              <a:gd name="connsiteX23" fmla="*/ 2407920 w 6736080"/>
              <a:gd name="connsiteY23" fmla="*/ 447040 h 4238133"/>
              <a:gd name="connsiteX24" fmla="*/ 2397760 w 6736080"/>
              <a:gd name="connsiteY24" fmla="*/ 680720 h 4238133"/>
              <a:gd name="connsiteX25" fmla="*/ 2529840 w 6736080"/>
              <a:gd name="connsiteY25" fmla="*/ 528320 h 4238133"/>
              <a:gd name="connsiteX26" fmla="*/ 2600960 w 6736080"/>
              <a:gd name="connsiteY26" fmla="*/ 609600 h 4238133"/>
              <a:gd name="connsiteX27" fmla="*/ 2682240 w 6736080"/>
              <a:gd name="connsiteY27" fmla="*/ 497840 h 4238133"/>
              <a:gd name="connsiteX28" fmla="*/ 2763520 w 6736080"/>
              <a:gd name="connsiteY28" fmla="*/ 629920 h 4238133"/>
              <a:gd name="connsiteX29" fmla="*/ 2987040 w 6736080"/>
              <a:gd name="connsiteY29" fmla="*/ 528320 h 4238133"/>
              <a:gd name="connsiteX30" fmla="*/ 3078480 w 6736080"/>
              <a:gd name="connsiteY30" fmla="*/ 629920 h 4238133"/>
              <a:gd name="connsiteX31" fmla="*/ 3108960 w 6736080"/>
              <a:gd name="connsiteY31" fmla="*/ 345440 h 4238133"/>
              <a:gd name="connsiteX32" fmla="*/ 3302000 w 6736080"/>
              <a:gd name="connsiteY32" fmla="*/ 508000 h 4238133"/>
              <a:gd name="connsiteX33" fmla="*/ 3454400 w 6736080"/>
              <a:gd name="connsiteY33" fmla="*/ 132080 h 4238133"/>
              <a:gd name="connsiteX34" fmla="*/ 3515360 w 6736080"/>
              <a:gd name="connsiteY34" fmla="*/ 386080 h 4238133"/>
              <a:gd name="connsiteX35" fmla="*/ 3637280 w 6736080"/>
              <a:gd name="connsiteY35" fmla="*/ 91440 h 4238133"/>
              <a:gd name="connsiteX36" fmla="*/ 3688080 w 6736080"/>
              <a:gd name="connsiteY36" fmla="*/ 589280 h 4238133"/>
              <a:gd name="connsiteX37" fmla="*/ 3820160 w 6736080"/>
              <a:gd name="connsiteY37" fmla="*/ 782320 h 4238133"/>
              <a:gd name="connsiteX38" fmla="*/ 3901440 w 6736080"/>
              <a:gd name="connsiteY38" fmla="*/ 121920 h 4238133"/>
              <a:gd name="connsiteX39" fmla="*/ 4064000 w 6736080"/>
              <a:gd name="connsiteY39" fmla="*/ 264160 h 4238133"/>
              <a:gd name="connsiteX40" fmla="*/ 4257040 w 6736080"/>
              <a:gd name="connsiteY40" fmla="*/ 0 h 4238133"/>
              <a:gd name="connsiteX41" fmla="*/ 4246880 w 6736080"/>
              <a:gd name="connsiteY41" fmla="*/ 640080 h 4238133"/>
              <a:gd name="connsiteX42" fmla="*/ 4399280 w 6736080"/>
              <a:gd name="connsiteY42" fmla="*/ 91440 h 4238133"/>
              <a:gd name="connsiteX43" fmla="*/ 4561840 w 6736080"/>
              <a:gd name="connsiteY43" fmla="*/ 1158240 h 4238133"/>
              <a:gd name="connsiteX44" fmla="*/ 4663440 w 6736080"/>
              <a:gd name="connsiteY44" fmla="*/ 1117600 h 4238133"/>
              <a:gd name="connsiteX45" fmla="*/ 4724400 w 6736080"/>
              <a:gd name="connsiteY45" fmla="*/ 772160 h 4238133"/>
              <a:gd name="connsiteX46" fmla="*/ 4836160 w 6736080"/>
              <a:gd name="connsiteY46" fmla="*/ 762000 h 4238133"/>
              <a:gd name="connsiteX47" fmla="*/ 4947920 w 6736080"/>
              <a:gd name="connsiteY47" fmla="*/ 1076960 h 4238133"/>
              <a:gd name="connsiteX48" fmla="*/ 5120640 w 6736080"/>
              <a:gd name="connsiteY48" fmla="*/ 883920 h 4238133"/>
              <a:gd name="connsiteX49" fmla="*/ 5252720 w 6736080"/>
              <a:gd name="connsiteY49" fmla="*/ 883920 h 4238133"/>
              <a:gd name="connsiteX50" fmla="*/ 5262880 w 6736080"/>
              <a:gd name="connsiteY50" fmla="*/ 1005840 h 4238133"/>
              <a:gd name="connsiteX51" fmla="*/ 5364480 w 6736080"/>
              <a:gd name="connsiteY51" fmla="*/ 904240 h 4238133"/>
              <a:gd name="connsiteX52" fmla="*/ 5496560 w 6736080"/>
              <a:gd name="connsiteY52" fmla="*/ 1005840 h 4238133"/>
              <a:gd name="connsiteX53" fmla="*/ 5527040 w 6736080"/>
              <a:gd name="connsiteY53" fmla="*/ 1137920 h 4238133"/>
              <a:gd name="connsiteX54" fmla="*/ 5618480 w 6736080"/>
              <a:gd name="connsiteY54" fmla="*/ 955040 h 4238133"/>
              <a:gd name="connsiteX55" fmla="*/ 5740400 w 6736080"/>
              <a:gd name="connsiteY55" fmla="*/ 1016000 h 4238133"/>
              <a:gd name="connsiteX56" fmla="*/ 5811520 w 6736080"/>
              <a:gd name="connsiteY56" fmla="*/ 934720 h 4238133"/>
              <a:gd name="connsiteX57" fmla="*/ 5892800 w 6736080"/>
              <a:gd name="connsiteY57" fmla="*/ 1036320 h 4238133"/>
              <a:gd name="connsiteX58" fmla="*/ 5974080 w 6736080"/>
              <a:gd name="connsiteY58" fmla="*/ 1838960 h 4238133"/>
              <a:gd name="connsiteX59" fmla="*/ 6065520 w 6736080"/>
              <a:gd name="connsiteY59" fmla="*/ 1737360 h 4238133"/>
              <a:gd name="connsiteX60" fmla="*/ 6207760 w 6736080"/>
              <a:gd name="connsiteY60" fmla="*/ 2316480 h 4238133"/>
              <a:gd name="connsiteX61" fmla="*/ 6339840 w 6736080"/>
              <a:gd name="connsiteY61" fmla="*/ 2540000 h 4238133"/>
              <a:gd name="connsiteX62" fmla="*/ 6390640 w 6736080"/>
              <a:gd name="connsiteY62" fmla="*/ 2275840 h 4238133"/>
              <a:gd name="connsiteX63" fmla="*/ 6482080 w 6736080"/>
              <a:gd name="connsiteY63" fmla="*/ 2336800 h 4238133"/>
              <a:gd name="connsiteX64" fmla="*/ 6573520 w 6736080"/>
              <a:gd name="connsiteY64" fmla="*/ 2052320 h 4238133"/>
              <a:gd name="connsiteX65" fmla="*/ 6644640 w 6736080"/>
              <a:gd name="connsiteY65" fmla="*/ 2275840 h 4238133"/>
              <a:gd name="connsiteX66" fmla="*/ 6736080 w 6736080"/>
              <a:gd name="connsiteY66" fmla="*/ 4238133 h 4238133"/>
              <a:gd name="connsiteX0" fmla="*/ 0 w 6644640"/>
              <a:gd name="connsiteY0" fmla="*/ 711200 h 2540000"/>
              <a:gd name="connsiteX1" fmla="*/ 101600 w 6644640"/>
              <a:gd name="connsiteY1" fmla="*/ 782320 h 2540000"/>
              <a:gd name="connsiteX2" fmla="*/ 172720 w 6644640"/>
              <a:gd name="connsiteY2" fmla="*/ 670560 h 2540000"/>
              <a:gd name="connsiteX3" fmla="*/ 264160 w 6644640"/>
              <a:gd name="connsiteY3" fmla="*/ 833120 h 2540000"/>
              <a:gd name="connsiteX4" fmla="*/ 365760 w 6644640"/>
              <a:gd name="connsiteY4" fmla="*/ 477520 h 2540000"/>
              <a:gd name="connsiteX5" fmla="*/ 518160 w 6644640"/>
              <a:gd name="connsiteY5" fmla="*/ 589280 h 2540000"/>
              <a:gd name="connsiteX6" fmla="*/ 609600 w 6644640"/>
              <a:gd name="connsiteY6" fmla="*/ 467360 h 2540000"/>
              <a:gd name="connsiteX7" fmla="*/ 792480 w 6644640"/>
              <a:gd name="connsiteY7" fmla="*/ 741680 h 2540000"/>
              <a:gd name="connsiteX8" fmla="*/ 863600 w 6644640"/>
              <a:gd name="connsiteY8" fmla="*/ 416560 h 2540000"/>
              <a:gd name="connsiteX9" fmla="*/ 995680 w 6644640"/>
              <a:gd name="connsiteY9" fmla="*/ 680720 h 2540000"/>
              <a:gd name="connsiteX10" fmla="*/ 995680 w 6644640"/>
              <a:gd name="connsiteY10" fmla="*/ 680720 h 2540000"/>
              <a:gd name="connsiteX11" fmla="*/ 1158240 w 6644640"/>
              <a:gd name="connsiteY11" fmla="*/ 477520 h 2540000"/>
              <a:gd name="connsiteX12" fmla="*/ 1219200 w 6644640"/>
              <a:gd name="connsiteY12" fmla="*/ 629920 h 2540000"/>
              <a:gd name="connsiteX13" fmla="*/ 1402080 w 6644640"/>
              <a:gd name="connsiteY13" fmla="*/ 416560 h 2540000"/>
              <a:gd name="connsiteX14" fmla="*/ 1463040 w 6644640"/>
              <a:gd name="connsiteY14" fmla="*/ 640080 h 2540000"/>
              <a:gd name="connsiteX15" fmla="*/ 1574800 w 6644640"/>
              <a:gd name="connsiteY15" fmla="*/ 640080 h 2540000"/>
              <a:gd name="connsiteX16" fmla="*/ 1645920 w 6644640"/>
              <a:gd name="connsiteY16" fmla="*/ 508000 h 2540000"/>
              <a:gd name="connsiteX17" fmla="*/ 1788160 w 6644640"/>
              <a:gd name="connsiteY17" fmla="*/ 518160 h 2540000"/>
              <a:gd name="connsiteX18" fmla="*/ 1808480 w 6644640"/>
              <a:gd name="connsiteY18" fmla="*/ 680720 h 2540000"/>
              <a:gd name="connsiteX19" fmla="*/ 1930400 w 6644640"/>
              <a:gd name="connsiteY19" fmla="*/ 670560 h 2540000"/>
              <a:gd name="connsiteX20" fmla="*/ 1981200 w 6644640"/>
              <a:gd name="connsiteY20" fmla="*/ 426720 h 2540000"/>
              <a:gd name="connsiteX21" fmla="*/ 2164080 w 6644640"/>
              <a:gd name="connsiteY21" fmla="*/ 416560 h 2540000"/>
              <a:gd name="connsiteX22" fmla="*/ 2275840 w 6644640"/>
              <a:gd name="connsiteY22" fmla="*/ 314960 h 2540000"/>
              <a:gd name="connsiteX23" fmla="*/ 2407920 w 6644640"/>
              <a:gd name="connsiteY23" fmla="*/ 447040 h 2540000"/>
              <a:gd name="connsiteX24" fmla="*/ 2397760 w 6644640"/>
              <a:gd name="connsiteY24" fmla="*/ 680720 h 2540000"/>
              <a:gd name="connsiteX25" fmla="*/ 2529840 w 6644640"/>
              <a:gd name="connsiteY25" fmla="*/ 528320 h 2540000"/>
              <a:gd name="connsiteX26" fmla="*/ 2600960 w 6644640"/>
              <a:gd name="connsiteY26" fmla="*/ 609600 h 2540000"/>
              <a:gd name="connsiteX27" fmla="*/ 2682240 w 6644640"/>
              <a:gd name="connsiteY27" fmla="*/ 497840 h 2540000"/>
              <a:gd name="connsiteX28" fmla="*/ 2763520 w 6644640"/>
              <a:gd name="connsiteY28" fmla="*/ 629920 h 2540000"/>
              <a:gd name="connsiteX29" fmla="*/ 2987040 w 6644640"/>
              <a:gd name="connsiteY29" fmla="*/ 528320 h 2540000"/>
              <a:gd name="connsiteX30" fmla="*/ 3078480 w 6644640"/>
              <a:gd name="connsiteY30" fmla="*/ 629920 h 2540000"/>
              <a:gd name="connsiteX31" fmla="*/ 3108960 w 6644640"/>
              <a:gd name="connsiteY31" fmla="*/ 345440 h 2540000"/>
              <a:gd name="connsiteX32" fmla="*/ 3302000 w 6644640"/>
              <a:gd name="connsiteY32" fmla="*/ 508000 h 2540000"/>
              <a:gd name="connsiteX33" fmla="*/ 3454400 w 6644640"/>
              <a:gd name="connsiteY33" fmla="*/ 132080 h 2540000"/>
              <a:gd name="connsiteX34" fmla="*/ 3515360 w 6644640"/>
              <a:gd name="connsiteY34" fmla="*/ 386080 h 2540000"/>
              <a:gd name="connsiteX35" fmla="*/ 3637280 w 6644640"/>
              <a:gd name="connsiteY35" fmla="*/ 91440 h 2540000"/>
              <a:gd name="connsiteX36" fmla="*/ 3688080 w 6644640"/>
              <a:gd name="connsiteY36" fmla="*/ 589280 h 2540000"/>
              <a:gd name="connsiteX37" fmla="*/ 3820160 w 6644640"/>
              <a:gd name="connsiteY37" fmla="*/ 782320 h 2540000"/>
              <a:gd name="connsiteX38" fmla="*/ 3901440 w 6644640"/>
              <a:gd name="connsiteY38" fmla="*/ 121920 h 2540000"/>
              <a:gd name="connsiteX39" fmla="*/ 4064000 w 6644640"/>
              <a:gd name="connsiteY39" fmla="*/ 264160 h 2540000"/>
              <a:gd name="connsiteX40" fmla="*/ 4257040 w 6644640"/>
              <a:gd name="connsiteY40" fmla="*/ 0 h 2540000"/>
              <a:gd name="connsiteX41" fmla="*/ 4246880 w 6644640"/>
              <a:gd name="connsiteY41" fmla="*/ 640080 h 2540000"/>
              <a:gd name="connsiteX42" fmla="*/ 4399280 w 6644640"/>
              <a:gd name="connsiteY42" fmla="*/ 91440 h 2540000"/>
              <a:gd name="connsiteX43" fmla="*/ 4561840 w 6644640"/>
              <a:gd name="connsiteY43" fmla="*/ 1158240 h 2540000"/>
              <a:gd name="connsiteX44" fmla="*/ 4663440 w 6644640"/>
              <a:gd name="connsiteY44" fmla="*/ 1117600 h 2540000"/>
              <a:gd name="connsiteX45" fmla="*/ 4724400 w 6644640"/>
              <a:gd name="connsiteY45" fmla="*/ 772160 h 2540000"/>
              <a:gd name="connsiteX46" fmla="*/ 4836160 w 6644640"/>
              <a:gd name="connsiteY46" fmla="*/ 762000 h 2540000"/>
              <a:gd name="connsiteX47" fmla="*/ 4947920 w 6644640"/>
              <a:gd name="connsiteY47" fmla="*/ 1076960 h 2540000"/>
              <a:gd name="connsiteX48" fmla="*/ 5120640 w 6644640"/>
              <a:gd name="connsiteY48" fmla="*/ 883920 h 2540000"/>
              <a:gd name="connsiteX49" fmla="*/ 5252720 w 6644640"/>
              <a:gd name="connsiteY49" fmla="*/ 883920 h 2540000"/>
              <a:gd name="connsiteX50" fmla="*/ 5262880 w 6644640"/>
              <a:gd name="connsiteY50" fmla="*/ 1005840 h 2540000"/>
              <a:gd name="connsiteX51" fmla="*/ 5364480 w 6644640"/>
              <a:gd name="connsiteY51" fmla="*/ 904240 h 2540000"/>
              <a:gd name="connsiteX52" fmla="*/ 5496560 w 6644640"/>
              <a:gd name="connsiteY52" fmla="*/ 1005840 h 2540000"/>
              <a:gd name="connsiteX53" fmla="*/ 5527040 w 6644640"/>
              <a:gd name="connsiteY53" fmla="*/ 1137920 h 2540000"/>
              <a:gd name="connsiteX54" fmla="*/ 5618480 w 6644640"/>
              <a:gd name="connsiteY54" fmla="*/ 955040 h 2540000"/>
              <a:gd name="connsiteX55" fmla="*/ 5740400 w 6644640"/>
              <a:gd name="connsiteY55" fmla="*/ 1016000 h 2540000"/>
              <a:gd name="connsiteX56" fmla="*/ 5811520 w 6644640"/>
              <a:gd name="connsiteY56" fmla="*/ 934720 h 2540000"/>
              <a:gd name="connsiteX57" fmla="*/ 5892800 w 6644640"/>
              <a:gd name="connsiteY57" fmla="*/ 1036320 h 2540000"/>
              <a:gd name="connsiteX58" fmla="*/ 5974080 w 6644640"/>
              <a:gd name="connsiteY58" fmla="*/ 1838960 h 2540000"/>
              <a:gd name="connsiteX59" fmla="*/ 6065520 w 6644640"/>
              <a:gd name="connsiteY59" fmla="*/ 1737360 h 2540000"/>
              <a:gd name="connsiteX60" fmla="*/ 6207760 w 6644640"/>
              <a:gd name="connsiteY60" fmla="*/ 2316480 h 2540000"/>
              <a:gd name="connsiteX61" fmla="*/ 6339840 w 6644640"/>
              <a:gd name="connsiteY61" fmla="*/ 2540000 h 2540000"/>
              <a:gd name="connsiteX62" fmla="*/ 6390640 w 6644640"/>
              <a:gd name="connsiteY62" fmla="*/ 2275840 h 2540000"/>
              <a:gd name="connsiteX63" fmla="*/ 6482080 w 6644640"/>
              <a:gd name="connsiteY63" fmla="*/ 2336800 h 2540000"/>
              <a:gd name="connsiteX64" fmla="*/ 6573520 w 6644640"/>
              <a:gd name="connsiteY64" fmla="*/ 2052320 h 2540000"/>
              <a:gd name="connsiteX65" fmla="*/ 6644640 w 6644640"/>
              <a:gd name="connsiteY65" fmla="*/ 227584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644640" h="2540000">
                <a:moveTo>
                  <a:pt x="0" y="711200"/>
                </a:moveTo>
                <a:lnTo>
                  <a:pt x="101600" y="782320"/>
                </a:lnTo>
                <a:lnTo>
                  <a:pt x="172720" y="670560"/>
                </a:lnTo>
                <a:lnTo>
                  <a:pt x="264160" y="833120"/>
                </a:lnTo>
                <a:lnTo>
                  <a:pt x="365760" y="477520"/>
                </a:lnTo>
                <a:lnTo>
                  <a:pt x="518160" y="589280"/>
                </a:lnTo>
                <a:lnTo>
                  <a:pt x="609600" y="467360"/>
                </a:lnTo>
                <a:lnTo>
                  <a:pt x="792480" y="741680"/>
                </a:lnTo>
                <a:lnTo>
                  <a:pt x="863600" y="416560"/>
                </a:lnTo>
                <a:lnTo>
                  <a:pt x="995680" y="680720"/>
                </a:lnTo>
                <a:lnTo>
                  <a:pt x="995680" y="680720"/>
                </a:lnTo>
                <a:lnTo>
                  <a:pt x="1158240" y="477520"/>
                </a:lnTo>
                <a:lnTo>
                  <a:pt x="1219200" y="629920"/>
                </a:lnTo>
                <a:lnTo>
                  <a:pt x="1402080" y="416560"/>
                </a:lnTo>
                <a:lnTo>
                  <a:pt x="1463040" y="640080"/>
                </a:lnTo>
                <a:lnTo>
                  <a:pt x="1574800" y="640080"/>
                </a:lnTo>
                <a:lnTo>
                  <a:pt x="1645920" y="508000"/>
                </a:lnTo>
                <a:lnTo>
                  <a:pt x="1788160" y="518160"/>
                </a:lnTo>
                <a:lnTo>
                  <a:pt x="1808480" y="680720"/>
                </a:lnTo>
                <a:lnTo>
                  <a:pt x="1930400" y="670560"/>
                </a:lnTo>
                <a:lnTo>
                  <a:pt x="1981200" y="426720"/>
                </a:lnTo>
                <a:lnTo>
                  <a:pt x="2164080" y="416560"/>
                </a:lnTo>
                <a:lnTo>
                  <a:pt x="2275840" y="314960"/>
                </a:lnTo>
                <a:lnTo>
                  <a:pt x="2407920" y="447040"/>
                </a:lnTo>
                <a:lnTo>
                  <a:pt x="2397760" y="680720"/>
                </a:lnTo>
                <a:lnTo>
                  <a:pt x="2529840" y="528320"/>
                </a:lnTo>
                <a:lnTo>
                  <a:pt x="2600960" y="609600"/>
                </a:lnTo>
                <a:lnTo>
                  <a:pt x="2682240" y="497840"/>
                </a:lnTo>
                <a:lnTo>
                  <a:pt x="2763520" y="629920"/>
                </a:lnTo>
                <a:lnTo>
                  <a:pt x="2987040" y="528320"/>
                </a:lnTo>
                <a:lnTo>
                  <a:pt x="3078480" y="629920"/>
                </a:lnTo>
                <a:lnTo>
                  <a:pt x="3108960" y="345440"/>
                </a:lnTo>
                <a:lnTo>
                  <a:pt x="3302000" y="508000"/>
                </a:lnTo>
                <a:lnTo>
                  <a:pt x="3454400" y="132080"/>
                </a:lnTo>
                <a:lnTo>
                  <a:pt x="3515360" y="386080"/>
                </a:lnTo>
                <a:lnTo>
                  <a:pt x="3637280" y="91440"/>
                </a:lnTo>
                <a:lnTo>
                  <a:pt x="3688080" y="589280"/>
                </a:lnTo>
                <a:lnTo>
                  <a:pt x="3820160" y="782320"/>
                </a:lnTo>
                <a:lnTo>
                  <a:pt x="3901440" y="121920"/>
                </a:lnTo>
                <a:lnTo>
                  <a:pt x="4064000" y="264160"/>
                </a:lnTo>
                <a:lnTo>
                  <a:pt x="4257040" y="0"/>
                </a:lnTo>
                <a:lnTo>
                  <a:pt x="4246880" y="640080"/>
                </a:lnTo>
                <a:lnTo>
                  <a:pt x="4399280" y="91440"/>
                </a:lnTo>
                <a:lnTo>
                  <a:pt x="4561840" y="1158240"/>
                </a:lnTo>
                <a:lnTo>
                  <a:pt x="4663440" y="1117600"/>
                </a:lnTo>
                <a:lnTo>
                  <a:pt x="4724400" y="772160"/>
                </a:lnTo>
                <a:lnTo>
                  <a:pt x="4836160" y="762000"/>
                </a:lnTo>
                <a:lnTo>
                  <a:pt x="4947920" y="1076960"/>
                </a:lnTo>
                <a:lnTo>
                  <a:pt x="5120640" y="883920"/>
                </a:lnTo>
                <a:lnTo>
                  <a:pt x="5252720" y="883920"/>
                </a:lnTo>
                <a:lnTo>
                  <a:pt x="5262880" y="1005840"/>
                </a:lnTo>
                <a:lnTo>
                  <a:pt x="5364480" y="904240"/>
                </a:lnTo>
                <a:lnTo>
                  <a:pt x="5496560" y="1005840"/>
                </a:lnTo>
                <a:lnTo>
                  <a:pt x="5527040" y="1137920"/>
                </a:lnTo>
                <a:lnTo>
                  <a:pt x="5618480" y="955040"/>
                </a:lnTo>
                <a:lnTo>
                  <a:pt x="5740400" y="1016000"/>
                </a:lnTo>
                <a:lnTo>
                  <a:pt x="5811520" y="934720"/>
                </a:lnTo>
                <a:lnTo>
                  <a:pt x="5892800" y="1036320"/>
                </a:lnTo>
                <a:lnTo>
                  <a:pt x="5974080" y="1838960"/>
                </a:lnTo>
                <a:lnTo>
                  <a:pt x="6065520" y="1737360"/>
                </a:lnTo>
                <a:lnTo>
                  <a:pt x="6207760" y="2316480"/>
                </a:lnTo>
                <a:lnTo>
                  <a:pt x="6339840" y="2540000"/>
                </a:lnTo>
                <a:lnTo>
                  <a:pt x="6390640" y="2275840"/>
                </a:lnTo>
                <a:lnTo>
                  <a:pt x="6482080" y="2336800"/>
                </a:lnTo>
                <a:lnTo>
                  <a:pt x="6573520" y="2052320"/>
                </a:lnTo>
                <a:lnTo>
                  <a:pt x="6644640" y="2275840"/>
                </a:lnTo>
              </a:path>
            </a:pathLst>
          </a:custGeom>
          <a:noFill/>
          <a:ln w="25400">
            <a:solidFill>
              <a:srgbClr val="DBE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4" name="任意形状 33">
            <a:extLst>
              <a:ext uri="{FF2B5EF4-FFF2-40B4-BE49-F238E27FC236}">
                <a16:creationId xmlns:a16="http://schemas.microsoft.com/office/drawing/2014/main" id="{B847C5DE-3B3F-5009-77F3-4021DE221887}"/>
              </a:ext>
            </a:extLst>
          </p:cNvPr>
          <p:cNvSpPr/>
          <p:nvPr/>
        </p:nvSpPr>
        <p:spPr>
          <a:xfrm>
            <a:off x="526804" y="3537961"/>
            <a:ext cx="6654800" cy="2611120"/>
          </a:xfrm>
          <a:custGeom>
            <a:avLst/>
            <a:gdLst>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389120 w 6654800"/>
              <a:gd name="connsiteY20" fmla="*/ 174752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325120 w 6654800"/>
              <a:gd name="connsiteY43" fmla="*/ 1767840 h 3718560"/>
              <a:gd name="connsiteX44" fmla="*/ 172720 w 6654800"/>
              <a:gd name="connsiteY44" fmla="*/ 1798320 h 3718560"/>
              <a:gd name="connsiteX45" fmla="*/ 152400 w 6654800"/>
              <a:gd name="connsiteY45" fmla="*/ 2001520 h 3718560"/>
              <a:gd name="connsiteX46" fmla="*/ 0 w 6654800"/>
              <a:gd name="connsiteY46" fmla="*/ 1625600 h 3718560"/>
              <a:gd name="connsiteX47" fmla="*/ 10160 w 6654800"/>
              <a:gd name="connsiteY47" fmla="*/ 3718560 h 3718560"/>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622800 w 6654800"/>
              <a:gd name="connsiteY20" fmla="*/ 168656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325120 w 6654800"/>
              <a:gd name="connsiteY43" fmla="*/ 1767840 h 3718560"/>
              <a:gd name="connsiteX44" fmla="*/ 172720 w 6654800"/>
              <a:gd name="connsiteY44" fmla="*/ 1798320 h 3718560"/>
              <a:gd name="connsiteX45" fmla="*/ 152400 w 6654800"/>
              <a:gd name="connsiteY45" fmla="*/ 2001520 h 3718560"/>
              <a:gd name="connsiteX46" fmla="*/ 0 w 6654800"/>
              <a:gd name="connsiteY46" fmla="*/ 1625600 h 3718560"/>
              <a:gd name="connsiteX47" fmla="*/ 10160 w 6654800"/>
              <a:gd name="connsiteY47" fmla="*/ 3718560 h 3718560"/>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622800 w 6654800"/>
              <a:gd name="connsiteY20" fmla="*/ 168656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284480 w 6654800"/>
              <a:gd name="connsiteY43" fmla="*/ 1960880 h 3718560"/>
              <a:gd name="connsiteX44" fmla="*/ 172720 w 6654800"/>
              <a:gd name="connsiteY44" fmla="*/ 1798320 h 3718560"/>
              <a:gd name="connsiteX45" fmla="*/ 152400 w 6654800"/>
              <a:gd name="connsiteY45" fmla="*/ 2001520 h 3718560"/>
              <a:gd name="connsiteX46" fmla="*/ 0 w 6654800"/>
              <a:gd name="connsiteY46" fmla="*/ 1625600 h 3718560"/>
              <a:gd name="connsiteX47" fmla="*/ 10160 w 6654800"/>
              <a:gd name="connsiteY47" fmla="*/ 3718560 h 3718560"/>
              <a:gd name="connsiteX0" fmla="*/ 10160 w 6654800"/>
              <a:gd name="connsiteY0" fmla="*/ 3718560 h 3810000"/>
              <a:gd name="connsiteX1" fmla="*/ 6654800 w 6654800"/>
              <a:gd name="connsiteY1" fmla="*/ 3718560 h 3810000"/>
              <a:gd name="connsiteX2" fmla="*/ 6654800 w 6654800"/>
              <a:gd name="connsiteY2" fmla="*/ 934720 h 3810000"/>
              <a:gd name="connsiteX3" fmla="*/ 6532880 w 6654800"/>
              <a:gd name="connsiteY3" fmla="*/ 965200 h 3810000"/>
              <a:gd name="connsiteX4" fmla="*/ 6471920 w 6654800"/>
              <a:gd name="connsiteY4" fmla="*/ 843280 h 3810000"/>
              <a:gd name="connsiteX5" fmla="*/ 6350000 w 6654800"/>
              <a:gd name="connsiteY5" fmla="*/ 812800 h 3810000"/>
              <a:gd name="connsiteX6" fmla="*/ 6217920 w 6654800"/>
              <a:gd name="connsiteY6" fmla="*/ 0 h 3810000"/>
              <a:gd name="connsiteX7" fmla="*/ 6024880 w 6654800"/>
              <a:gd name="connsiteY7" fmla="*/ 894080 h 3810000"/>
              <a:gd name="connsiteX8" fmla="*/ 6014720 w 6654800"/>
              <a:gd name="connsiteY8" fmla="*/ 1270000 h 3810000"/>
              <a:gd name="connsiteX9" fmla="*/ 5963920 w 6654800"/>
              <a:gd name="connsiteY9" fmla="*/ 1026160 h 3810000"/>
              <a:gd name="connsiteX10" fmla="*/ 5902960 w 6654800"/>
              <a:gd name="connsiteY10" fmla="*/ 1473200 h 3810000"/>
              <a:gd name="connsiteX11" fmla="*/ 5821680 w 6654800"/>
              <a:gd name="connsiteY11" fmla="*/ 2062480 h 3810000"/>
              <a:gd name="connsiteX12" fmla="*/ 5679440 w 6654800"/>
              <a:gd name="connsiteY12" fmla="*/ 2001520 h 3810000"/>
              <a:gd name="connsiteX13" fmla="*/ 5628640 w 6654800"/>
              <a:gd name="connsiteY13" fmla="*/ 1859280 h 3810000"/>
              <a:gd name="connsiteX14" fmla="*/ 5527040 w 6654800"/>
              <a:gd name="connsiteY14" fmla="*/ 2011680 h 3810000"/>
              <a:gd name="connsiteX15" fmla="*/ 5293360 w 6654800"/>
              <a:gd name="connsiteY15" fmla="*/ 2316480 h 3810000"/>
              <a:gd name="connsiteX16" fmla="*/ 5151120 w 6654800"/>
              <a:gd name="connsiteY16" fmla="*/ 2286000 h 3810000"/>
              <a:gd name="connsiteX17" fmla="*/ 5069840 w 6654800"/>
              <a:gd name="connsiteY17" fmla="*/ 2174240 h 3810000"/>
              <a:gd name="connsiteX18" fmla="*/ 4958080 w 6654800"/>
              <a:gd name="connsiteY18" fmla="*/ 2397760 h 3810000"/>
              <a:gd name="connsiteX19" fmla="*/ 4826000 w 6654800"/>
              <a:gd name="connsiteY19" fmla="*/ 2265680 h 3810000"/>
              <a:gd name="connsiteX20" fmla="*/ 4622800 w 6654800"/>
              <a:gd name="connsiteY20" fmla="*/ 1686560 h 3810000"/>
              <a:gd name="connsiteX21" fmla="*/ 4480560 w 6654800"/>
              <a:gd name="connsiteY21" fmla="*/ 2357120 h 3810000"/>
              <a:gd name="connsiteX22" fmla="*/ 4124960 w 6654800"/>
              <a:gd name="connsiteY22" fmla="*/ 2580640 h 3810000"/>
              <a:gd name="connsiteX23" fmla="*/ 3718560 w 6654800"/>
              <a:gd name="connsiteY23" fmla="*/ 2540000 h 3810000"/>
              <a:gd name="connsiteX24" fmla="*/ 3566160 w 6654800"/>
              <a:gd name="connsiteY24" fmla="*/ 2458720 h 3810000"/>
              <a:gd name="connsiteX25" fmla="*/ 3281680 w 6654800"/>
              <a:gd name="connsiteY25" fmla="*/ 2529840 h 3810000"/>
              <a:gd name="connsiteX26" fmla="*/ 3190240 w 6654800"/>
              <a:gd name="connsiteY26" fmla="*/ 2438400 h 3810000"/>
              <a:gd name="connsiteX27" fmla="*/ 2926080 w 6654800"/>
              <a:gd name="connsiteY27" fmla="*/ 2519680 h 3810000"/>
              <a:gd name="connsiteX28" fmla="*/ 2865120 w 6654800"/>
              <a:gd name="connsiteY28" fmla="*/ 2397760 h 3810000"/>
              <a:gd name="connsiteX29" fmla="*/ 2641600 w 6654800"/>
              <a:gd name="connsiteY29" fmla="*/ 2590800 h 3810000"/>
              <a:gd name="connsiteX30" fmla="*/ 2428240 w 6654800"/>
              <a:gd name="connsiteY30" fmla="*/ 2611120 h 3810000"/>
              <a:gd name="connsiteX31" fmla="*/ 2387600 w 6654800"/>
              <a:gd name="connsiteY31" fmla="*/ 2509520 h 3810000"/>
              <a:gd name="connsiteX32" fmla="*/ 2245360 w 6654800"/>
              <a:gd name="connsiteY32" fmla="*/ 2519680 h 3810000"/>
              <a:gd name="connsiteX33" fmla="*/ 2072640 w 6654800"/>
              <a:gd name="connsiteY33" fmla="*/ 2611120 h 3810000"/>
              <a:gd name="connsiteX34" fmla="*/ 1879600 w 6654800"/>
              <a:gd name="connsiteY34" fmla="*/ 2143760 h 3810000"/>
              <a:gd name="connsiteX35" fmla="*/ 1605280 w 6654800"/>
              <a:gd name="connsiteY35" fmla="*/ 2499360 h 3810000"/>
              <a:gd name="connsiteX36" fmla="*/ 1391920 w 6654800"/>
              <a:gd name="connsiteY36" fmla="*/ 2265680 h 3810000"/>
              <a:gd name="connsiteX37" fmla="*/ 1117600 w 6654800"/>
              <a:gd name="connsiteY37" fmla="*/ 2407920 h 3810000"/>
              <a:gd name="connsiteX38" fmla="*/ 914400 w 6654800"/>
              <a:gd name="connsiteY38" fmla="*/ 2143760 h 3810000"/>
              <a:gd name="connsiteX39" fmla="*/ 670560 w 6654800"/>
              <a:gd name="connsiteY39" fmla="*/ 2286000 h 3810000"/>
              <a:gd name="connsiteX40" fmla="*/ 599440 w 6654800"/>
              <a:gd name="connsiteY40" fmla="*/ 2418080 h 3810000"/>
              <a:gd name="connsiteX41" fmla="*/ 477520 w 6654800"/>
              <a:gd name="connsiteY41" fmla="*/ 2357120 h 3810000"/>
              <a:gd name="connsiteX42" fmla="*/ 335280 w 6654800"/>
              <a:gd name="connsiteY42" fmla="*/ 2113280 h 3810000"/>
              <a:gd name="connsiteX43" fmla="*/ 284480 w 6654800"/>
              <a:gd name="connsiteY43" fmla="*/ 1960880 h 3810000"/>
              <a:gd name="connsiteX44" fmla="*/ 172720 w 6654800"/>
              <a:gd name="connsiteY44" fmla="*/ 1798320 h 3810000"/>
              <a:gd name="connsiteX45" fmla="*/ 152400 w 6654800"/>
              <a:gd name="connsiteY45" fmla="*/ 2001520 h 3810000"/>
              <a:gd name="connsiteX46" fmla="*/ 0 w 6654800"/>
              <a:gd name="connsiteY46" fmla="*/ 1625600 h 3810000"/>
              <a:gd name="connsiteX47" fmla="*/ 101600 w 6654800"/>
              <a:gd name="connsiteY47" fmla="*/ 3810000 h 3810000"/>
              <a:gd name="connsiteX0" fmla="*/ 10160 w 6654800"/>
              <a:gd name="connsiteY0" fmla="*/ 3718560 h 3718560"/>
              <a:gd name="connsiteX1" fmla="*/ 6654800 w 6654800"/>
              <a:gd name="connsiteY1" fmla="*/ 3718560 h 3718560"/>
              <a:gd name="connsiteX2" fmla="*/ 6654800 w 6654800"/>
              <a:gd name="connsiteY2" fmla="*/ 934720 h 3718560"/>
              <a:gd name="connsiteX3" fmla="*/ 6532880 w 6654800"/>
              <a:gd name="connsiteY3" fmla="*/ 965200 h 3718560"/>
              <a:gd name="connsiteX4" fmla="*/ 6471920 w 6654800"/>
              <a:gd name="connsiteY4" fmla="*/ 843280 h 3718560"/>
              <a:gd name="connsiteX5" fmla="*/ 6350000 w 6654800"/>
              <a:gd name="connsiteY5" fmla="*/ 812800 h 3718560"/>
              <a:gd name="connsiteX6" fmla="*/ 6217920 w 6654800"/>
              <a:gd name="connsiteY6" fmla="*/ 0 h 3718560"/>
              <a:gd name="connsiteX7" fmla="*/ 6024880 w 6654800"/>
              <a:gd name="connsiteY7" fmla="*/ 894080 h 3718560"/>
              <a:gd name="connsiteX8" fmla="*/ 6014720 w 6654800"/>
              <a:gd name="connsiteY8" fmla="*/ 1270000 h 3718560"/>
              <a:gd name="connsiteX9" fmla="*/ 5963920 w 6654800"/>
              <a:gd name="connsiteY9" fmla="*/ 1026160 h 3718560"/>
              <a:gd name="connsiteX10" fmla="*/ 5902960 w 6654800"/>
              <a:gd name="connsiteY10" fmla="*/ 1473200 h 3718560"/>
              <a:gd name="connsiteX11" fmla="*/ 5821680 w 6654800"/>
              <a:gd name="connsiteY11" fmla="*/ 2062480 h 3718560"/>
              <a:gd name="connsiteX12" fmla="*/ 5679440 w 6654800"/>
              <a:gd name="connsiteY12" fmla="*/ 2001520 h 3718560"/>
              <a:gd name="connsiteX13" fmla="*/ 5628640 w 6654800"/>
              <a:gd name="connsiteY13" fmla="*/ 1859280 h 3718560"/>
              <a:gd name="connsiteX14" fmla="*/ 5527040 w 6654800"/>
              <a:gd name="connsiteY14" fmla="*/ 2011680 h 3718560"/>
              <a:gd name="connsiteX15" fmla="*/ 5293360 w 6654800"/>
              <a:gd name="connsiteY15" fmla="*/ 2316480 h 3718560"/>
              <a:gd name="connsiteX16" fmla="*/ 5151120 w 6654800"/>
              <a:gd name="connsiteY16" fmla="*/ 2286000 h 3718560"/>
              <a:gd name="connsiteX17" fmla="*/ 5069840 w 6654800"/>
              <a:gd name="connsiteY17" fmla="*/ 2174240 h 3718560"/>
              <a:gd name="connsiteX18" fmla="*/ 4958080 w 6654800"/>
              <a:gd name="connsiteY18" fmla="*/ 2397760 h 3718560"/>
              <a:gd name="connsiteX19" fmla="*/ 4826000 w 6654800"/>
              <a:gd name="connsiteY19" fmla="*/ 2265680 h 3718560"/>
              <a:gd name="connsiteX20" fmla="*/ 4622800 w 6654800"/>
              <a:gd name="connsiteY20" fmla="*/ 1686560 h 3718560"/>
              <a:gd name="connsiteX21" fmla="*/ 4480560 w 6654800"/>
              <a:gd name="connsiteY21" fmla="*/ 2357120 h 3718560"/>
              <a:gd name="connsiteX22" fmla="*/ 4124960 w 6654800"/>
              <a:gd name="connsiteY22" fmla="*/ 2580640 h 3718560"/>
              <a:gd name="connsiteX23" fmla="*/ 3718560 w 6654800"/>
              <a:gd name="connsiteY23" fmla="*/ 2540000 h 3718560"/>
              <a:gd name="connsiteX24" fmla="*/ 3566160 w 6654800"/>
              <a:gd name="connsiteY24" fmla="*/ 2458720 h 3718560"/>
              <a:gd name="connsiteX25" fmla="*/ 3281680 w 6654800"/>
              <a:gd name="connsiteY25" fmla="*/ 2529840 h 3718560"/>
              <a:gd name="connsiteX26" fmla="*/ 3190240 w 6654800"/>
              <a:gd name="connsiteY26" fmla="*/ 2438400 h 3718560"/>
              <a:gd name="connsiteX27" fmla="*/ 2926080 w 6654800"/>
              <a:gd name="connsiteY27" fmla="*/ 2519680 h 3718560"/>
              <a:gd name="connsiteX28" fmla="*/ 2865120 w 6654800"/>
              <a:gd name="connsiteY28" fmla="*/ 2397760 h 3718560"/>
              <a:gd name="connsiteX29" fmla="*/ 2641600 w 6654800"/>
              <a:gd name="connsiteY29" fmla="*/ 2590800 h 3718560"/>
              <a:gd name="connsiteX30" fmla="*/ 2428240 w 6654800"/>
              <a:gd name="connsiteY30" fmla="*/ 2611120 h 3718560"/>
              <a:gd name="connsiteX31" fmla="*/ 2387600 w 6654800"/>
              <a:gd name="connsiteY31" fmla="*/ 2509520 h 3718560"/>
              <a:gd name="connsiteX32" fmla="*/ 2245360 w 6654800"/>
              <a:gd name="connsiteY32" fmla="*/ 2519680 h 3718560"/>
              <a:gd name="connsiteX33" fmla="*/ 2072640 w 6654800"/>
              <a:gd name="connsiteY33" fmla="*/ 2611120 h 3718560"/>
              <a:gd name="connsiteX34" fmla="*/ 1879600 w 6654800"/>
              <a:gd name="connsiteY34" fmla="*/ 2143760 h 3718560"/>
              <a:gd name="connsiteX35" fmla="*/ 1605280 w 6654800"/>
              <a:gd name="connsiteY35" fmla="*/ 2499360 h 3718560"/>
              <a:gd name="connsiteX36" fmla="*/ 1391920 w 6654800"/>
              <a:gd name="connsiteY36" fmla="*/ 2265680 h 3718560"/>
              <a:gd name="connsiteX37" fmla="*/ 1117600 w 6654800"/>
              <a:gd name="connsiteY37" fmla="*/ 2407920 h 3718560"/>
              <a:gd name="connsiteX38" fmla="*/ 914400 w 6654800"/>
              <a:gd name="connsiteY38" fmla="*/ 2143760 h 3718560"/>
              <a:gd name="connsiteX39" fmla="*/ 670560 w 6654800"/>
              <a:gd name="connsiteY39" fmla="*/ 2286000 h 3718560"/>
              <a:gd name="connsiteX40" fmla="*/ 599440 w 6654800"/>
              <a:gd name="connsiteY40" fmla="*/ 2418080 h 3718560"/>
              <a:gd name="connsiteX41" fmla="*/ 477520 w 6654800"/>
              <a:gd name="connsiteY41" fmla="*/ 2357120 h 3718560"/>
              <a:gd name="connsiteX42" fmla="*/ 335280 w 6654800"/>
              <a:gd name="connsiteY42" fmla="*/ 2113280 h 3718560"/>
              <a:gd name="connsiteX43" fmla="*/ 284480 w 6654800"/>
              <a:gd name="connsiteY43" fmla="*/ 1960880 h 3718560"/>
              <a:gd name="connsiteX44" fmla="*/ 172720 w 6654800"/>
              <a:gd name="connsiteY44" fmla="*/ 1798320 h 3718560"/>
              <a:gd name="connsiteX45" fmla="*/ 152400 w 6654800"/>
              <a:gd name="connsiteY45" fmla="*/ 2001520 h 3718560"/>
              <a:gd name="connsiteX46" fmla="*/ 0 w 6654800"/>
              <a:gd name="connsiteY46" fmla="*/ 1625600 h 3718560"/>
              <a:gd name="connsiteX0" fmla="*/ 6654800 w 6654800"/>
              <a:gd name="connsiteY0" fmla="*/ 3718560 h 3718560"/>
              <a:gd name="connsiteX1" fmla="*/ 6654800 w 6654800"/>
              <a:gd name="connsiteY1" fmla="*/ 934720 h 3718560"/>
              <a:gd name="connsiteX2" fmla="*/ 6532880 w 6654800"/>
              <a:gd name="connsiteY2" fmla="*/ 965200 h 3718560"/>
              <a:gd name="connsiteX3" fmla="*/ 6471920 w 6654800"/>
              <a:gd name="connsiteY3" fmla="*/ 843280 h 3718560"/>
              <a:gd name="connsiteX4" fmla="*/ 6350000 w 6654800"/>
              <a:gd name="connsiteY4" fmla="*/ 812800 h 3718560"/>
              <a:gd name="connsiteX5" fmla="*/ 6217920 w 6654800"/>
              <a:gd name="connsiteY5" fmla="*/ 0 h 3718560"/>
              <a:gd name="connsiteX6" fmla="*/ 6024880 w 6654800"/>
              <a:gd name="connsiteY6" fmla="*/ 894080 h 3718560"/>
              <a:gd name="connsiteX7" fmla="*/ 6014720 w 6654800"/>
              <a:gd name="connsiteY7" fmla="*/ 1270000 h 3718560"/>
              <a:gd name="connsiteX8" fmla="*/ 5963920 w 6654800"/>
              <a:gd name="connsiteY8" fmla="*/ 1026160 h 3718560"/>
              <a:gd name="connsiteX9" fmla="*/ 5902960 w 6654800"/>
              <a:gd name="connsiteY9" fmla="*/ 1473200 h 3718560"/>
              <a:gd name="connsiteX10" fmla="*/ 5821680 w 6654800"/>
              <a:gd name="connsiteY10" fmla="*/ 2062480 h 3718560"/>
              <a:gd name="connsiteX11" fmla="*/ 5679440 w 6654800"/>
              <a:gd name="connsiteY11" fmla="*/ 2001520 h 3718560"/>
              <a:gd name="connsiteX12" fmla="*/ 5628640 w 6654800"/>
              <a:gd name="connsiteY12" fmla="*/ 1859280 h 3718560"/>
              <a:gd name="connsiteX13" fmla="*/ 5527040 w 6654800"/>
              <a:gd name="connsiteY13" fmla="*/ 2011680 h 3718560"/>
              <a:gd name="connsiteX14" fmla="*/ 5293360 w 6654800"/>
              <a:gd name="connsiteY14" fmla="*/ 2316480 h 3718560"/>
              <a:gd name="connsiteX15" fmla="*/ 5151120 w 6654800"/>
              <a:gd name="connsiteY15" fmla="*/ 2286000 h 3718560"/>
              <a:gd name="connsiteX16" fmla="*/ 5069840 w 6654800"/>
              <a:gd name="connsiteY16" fmla="*/ 2174240 h 3718560"/>
              <a:gd name="connsiteX17" fmla="*/ 4958080 w 6654800"/>
              <a:gd name="connsiteY17" fmla="*/ 2397760 h 3718560"/>
              <a:gd name="connsiteX18" fmla="*/ 4826000 w 6654800"/>
              <a:gd name="connsiteY18" fmla="*/ 2265680 h 3718560"/>
              <a:gd name="connsiteX19" fmla="*/ 4622800 w 6654800"/>
              <a:gd name="connsiteY19" fmla="*/ 1686560 h 3718560"/>
              <a:gd name="connsiteX20" fmla="*/ 4480560 w 6654800"/>
              <a:gd name="connsiteY20" fmla="*/ 2357120 h 3718560"/>
              <a:gd name="connsiteX21" fmla="*/ 4124960 w 6654800"/>
              <a:gd name="connsiteY21" fmla="*/ 2580640 h 3718560"/>
              <a:gd name="connsiteX22" fmla="*/ 3718560 w 6654800"/>
              <a:gd name="connsiteY22" fmla="*/ 2540000 h 3718560"/>
              <a:gd name="connsiteX23" fmla="*/ 3566160 w 6654800"/>
              <a:gd name="connsiteY23" fmla="*/ 2458720 h 3718560"/>
              <a:gd name="connsiteX24" fmla="*/ 3281680 w 6654800"/>
              <a:gd name="connsiteY24" fmla="*/ 2529840 h 3718560"/>
              <a:gd name="connsiteX25" fmla="*/ 3190240 w 6654800"/>
              <a:gd name="connsiteY25" fmla="*/ 2438400 h 3718560"/>
              <a:gd name="connsiteX26" fmla="*/ 2926080 w 6654800"/>
              <a:gd name="connsiteY26" fmla="*/ 2519680 h 3718560"/>
              <a:gd name="connsiteX27" fmla="*/ 2865120 w 6654800"/>
              <a:gd name="connsiteY27" fmla="*/ 2397760 h 3718560"/>
              <a:gd name="connsiteX28" fmla="*/ 2641600 w 6654800"/>
              <a:gd name="connsiteY28" fmla="*/ 2590800 h 3718560"/>
              <a:gd name="connsiteX29" fmla="*/ 2428240 w 6654800"/>
              <a:gd name="connsiteY29" fmla="*/ 2611120 h 3718560"/>
              <a:gd name="connsiteX30" fmla="*/ 2387600 w 6654800"/>
              <a:gd name="connsiteY30" fmla="*/ 2509520 h 3718560"/>
              <a:gd name="connsiteX31" fmla="*/ 2245360 w 6654800"/>
              <a:gd name="connsiteY31" fmla="*/ 2519680 h 3718560"/>
              <a:gd name="connsiteX32" fmla="*/ 2072640 w 6654800"/>
              <a:gd name="connsiteY32" fmla="*/ 2611120 h 3718560"/>
              <a:gd name="connsiteX33" fmla="*/ 1879600 w 6654800"/>
              <a:gd name="connsiteY33" fmla="*/ 2143760 h 3718560"/>
              <a:gd name="connsiteX34" fmla="*/ 1605280 w 6654800"/>
              <a:gd name="connsiteY34" fmla="*/ 2499360 h 3718560"/>
              <a:gd name="connsiteX35" fmla="*/ 1391920 w 6654800"/>
              <a:gd name="connsiteY35" fmla="*/ 2265680 h 3718560"/>
              <a:gd name="connsiteX36" fmla="*/ 1117600 w 6654800"/>
              <a:gd name="connsiteY36" fmla="*/ 2407920 h 3718560"/>
              <a:gd name="connsiteX37" fmla="*/ 914400 w 6654800"/>
              <a:gd name="connsiteY37" fmla="*/ 2143760 h 3718560"/>
              <a:gd name="connsiteX38" fmla="*/ 670560 w 6654800"/>
              <a:gd name="connsiteY38" fmla="*/ 2286000 h 3718560"/>
              <a:gd name="connsiteX39" fmla="*/ 599440 w 6654800"/>
              <a:gd name="connsiteY39" fmla="*/ 2418080 h 3718560"/>
              <a:gd name="connsiteX40" fmla="*/ 477520 w 6654800"/>
              <a:gd name="connsiteY40" fmla="*/ 2357120 h 3718560"/>
              <a:gd name="connsiteX41" fmla="*/ 335280 w 6654800"/>
              <a:gd name="connsiteY41" fmla="*/ 2113280 h 3718560"/>
              <a:gd name="connsiteX42" fmla="*/ 284480 w 6654800"/>
              <a:gd name="connsiteY42" fmla="*/ 1960880 h 3718560"/>
              <a:gd name="connsiteX43" fmla="*/ 172720 w 6654800"/>
              <a:gd name="connsiteY43" fmla="*/ 1798320 h 3718560"/>
              <a:gd name="connsiteX44" fmla="*/ 152400 w 6654800"/>
              <a:gd name="connsiteY44" fmla="*/ 2001520 h 3718560"/>
              <a:gd name="connsiteX45" fmla="*/ 0 w 6654800"/>
              <a:gd name="connsiteY45" fmla="*/ 1625600 h 3718560"/>
              <a:gd name="connsiteX0" fmla="*/ 6654800 w 6654800"/>
              <a:gd name="connsiteY0" fmla="*/ 934720 h 2611120"/>
              <a:gd name="connsiteX1" fmla="*/ 6532880 w 6654800"/>
              <a:gd name="connsiteY1" fmla="*/ 965200 h 2611120"/>
              <a:gd name="connsiteX2" fmla="*/ 6471920 w 6654800"/>
              <a:gd name="connsiteY2" fmla="*/ 843280 h 2611120"/>
              <a:gd name="connsiteX3" fmla="*/ 6350000 w 6654800"/>
              <a:gd name="connsiteY3" fmla="*/ 812800 h 2611120"/>
              <a:gd name="connsiteX4" fmla="*/ 6217920 w 6654800"/>
              <a:gd name="connsiteY4" fmla="*/ 0 h 2611120"/>
              <a:gd name="connsiteX5" fmla="*/ 6024880 w 6654800"/>
              <a:gd name="connsiteY5" fmla="*/ 894080 h 2611120"/>
              <a:gd name="connsiteX6" fmla="*/ 6014720 w 6654800"/>
              <a:gd name="connsiteY6" fmla="*/ 1270000 h 2611120"/>
              <a:gd name="connsiteX7" fmla="*/ 5963920 w 6654800"/>
              <a:gd name="connsiteY7" fmla="*/ 1026160 h 2611120"/>
              <a:gd name="connsiteX8" fmla="*/ 5902960 w 6654800"/>
              <a:gd name="connsiteY8" fmla="*/ 1473200 h 2611120"/>
              <a:gd name="connsiteX9" fmla="*/ 5821680 w 6654800"/>
              <a:gd name="connsiteY9" fmla="*/ 2062480 h 2611120"/>
              <a:gd name="connsiteX10" fmla="*/ 5679440 w 6654800"/>
              <a:gd name="connsiteY10" fmla="*/ 2001520 h 2611120"/>
              <a:gd name="connsiteX11" fmla="*/ 5628640 w 6654800"/>
              <a:gd name="connsiteY11" fmla="*/ 1859280 h 2611120"/>
              <a:gd name="connsiteX12" fmla="*/ 5527040 w 6654800"/>
              <a:gd name="connsiteY12" fmla="*/ 2011680 h 2611120"/>
              <a:gd name="connsiteX13" fmla="*/ 5293360 w 6654800"/>
              <a:gd name="connsiteY13" fmla="*/ 2316480 h 2611120"/>
              <a:gd name="connsiteX14" fmla="*/ 5151120 w 6654800"/>
              <a:gd name="connsiteY14" fmla="*/ 2286000 h 2611120"/>
              <a:gd name="connsiteX15" fmla="*/ 5069840 w 6654800"/>
              <a:gd name="connsiteY15" fmla="*/ 2174240 h 2611120"/>
              <a:gd name="connsiteX16" fmla="*/ 4958080 w 6654800"/>
              <a:gd name="connsiteY16" fmla="*/ 2397760 h 2611120"/>
              <a:gd name="connsiteX17" fmla="*/ 4826000 w 6654800"/>
              <a:gd name="connsiteY17" fmla="*/ 2265680 h 2611120"/>
              <a:gd name="connsiteX18" fmla="*/ 4622800 w 6654800"/>
              <a:gd name="connsiteY18" fmla="*/ 1686560 h 2611120"/>
              <a:gd name="connsiteX19" fmla="*/ 4480560 w 6654800"/>
              <a:gd name="connsiteY19" fmla="*/ 2357120 h 2611120"/>
              <a:gd name="connsiteX20" fmla="*/ 4124960 w 6654800"/>
              <a:gd name="connsiteY20" fmla="*/ 2580640 h 2611120"/>
              <a:gd name="connsiteX21" fmla="*/ 3718560 w 6654800"/>
              <a:gd name="connsiteY21" fmla="*/ 2540000 h 2611120"/>
              <a:gd name="connsiteX22" fmla="*/ 3566160 w 6654800"/>
              <a:gd name="connsiteY22" fmla="*/ 2458720 h 2611120"/>
              <a:gd name="connsiteX23" fmla="*/ 3281680 w 6654800"/>
              <a:gd name="connsiteY23" fmla="*/ 2529840 h 2611120"/>
              <a:gd name="connsiteX24" fmla="*/ 3190240 w 6654800"/>
              <a:gd name="connsiteY24" fmla="*/ 2438400 h 2611120"/>
              <a:gd name="connsiteX25" fmla="*/ 2926080 w 6654800"/>
              <a:gd name="connsiteY25" fmla="*/ 2519680 h 2611120"/>
              <a:gd name="connsiteX26" fmla="*/ 2865120 w 6654800"/>
              <a:gd name="connsiteY26" fmla="*/ 2397760 h 2611120"/>
              <a:gd name="connsiteX27" fmla="*/ 2641600 w 6654800"/>
              <a:gd name="connsiteY27" fmla="*/ 2590800 h 2611120"/>
              <a:gd name="connsiteX28" fmla="*/ 2428240 w 6654800"/>
              <a:gd name="connsiteY28" fmla="*/ 2611120 h 2611120"/>
              <a:gd name="connsiteX29" fmla="*/ 2387600 w 6654800"/>
              <a:gd name="connsiteY29" fmla="*/ 2509520 h 2611120"/>
              <a:gd name="connsiteX30" fmla="*/ 2245360 w 6654800"/>
              <a:gd name="connsiteY30" fmla="*/ 2519680 h 2611120"/>
              <a:gd name="connsiteX31" fmla="*/ 2072640 w 6654800"/>
              <a:gd name="connsiteY31" fmla="*/ 2611120 h 2611120"/>
              <a:gd name="connsiteX32" fmla="*/ 1879600 w 6654800"/>
              <a:gd name="connsiteY32" fmla="*/ 2143760 h 2611120"/>
              <a:gd name="connsiteX33" fmla="*/ 1605280 w 6654800"/>
              <a:gd name="connsiteY33" fmla="*/ 2499360 h 2611120"/>
              <a:gd name="connsiteX34" fmla="*/ 1391920 w 6654800"/>
              <a:gd name="connsiteY34" fmla="*/ 2265680 h 2611120"/>
              <a:gd name="connsiteX35" fmla="*/ 1117600 w 6654800"/>
              <a:gd name="connsiteY35" fmla="*/ 2407920 h 2611120"/>
              <a:gd name="connsiteX36" fmla="*/ 914400 w 6654800"/>
              <a:gd name="connsiteY36" fmla="*/ 2143760 h 2611120"/>
              <a:gd name="connsiteX37" fmla="*/ 670560 w 6654800"/>
              <a:gd name="connsiteY37" fmla="*/ 2286000 h 2611120"/>
              <a:gd name="connsiteX38" fmla="*/ 599440 w 6654800"/>
              <a:gd name="connsiteY38" fmla="*/ 2418080 h 2611120"/>
              <a:gd name="connsiteX39" fmla="*/ 477520 w 6654800"/>
              <a:gd name="connsiteY39" fmla="*/ 2357120 h 2611120"/>
              <a:gd name="connsiteX40" fmla="*/ 335280 w 6654800"/>
              <a:gd name="connsiteY40" fmla="*/ 2113280 h 2611120"/>
              <a:gd name="connsiteX41" fmla="*/ 284480 w 6654800"/>
              <a:gd name="connsiteY41" fmla="*/ 1960880 h 2611120"/>
              <a:gd name="connsiteX42" fmla="*/ 172720 w 6654800"/>
              <a:gd name="connsiteY42" fmla="*/ 1798320 h 2611120"/>
              <a:gd name="connsiteX43" fmla="*/ 152400 w 6654800"/>
              <a:gd name="connsiteY43" fmla="*/ 2001520 h 2611120"/>
              <a:gd name="connsiteX44" fmla="*/ 0 w 6654800"/>
              <a:gd name="connsiteY44" fmla="*/ 1625600 h 26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654800" h="2611120">
                <a:moveTo>
                  <a:pt x="6654800" y="934720"/>
                </a:moveTo>
                <a:lnTo>
                  <a:pt x="6532880" y="965200"/>
                </a:lnTo>
                <a:lnTo>
                  <a:pt x="6471920" y="843280"/>
                </a:lnTo>
                <a:lnTo>
                  <a:pt x="6350000" y="812800"/>
                </a:lnTo>
                <a:lnTo>
                  <a:pt x="6217920" y="0"/>
                </a:lnTo>
                <a:lnTo>
                  <a:pt x="6024880" y="894080"/>
                </a:lnTo>
                <a:lnTo>
                  <a:pt x="6014720" y="1270000"/>
                </a:lnTo>
                <a:lnTo>
                  <a:pt x="5963920" y="1026160"/>
                </a:lnTo>
                <a:lnTo>
                  <a:pt x="5902960" y="1473200"/>
                </a:lnTo>
                <a:lnTo>
                  <a:pt x="5821680" y="2062480"/>
                </a:lnTo>
                <a:lnTo>
                  <a:pt x="5679440" y="2001520"/>
                </a:lnTo>
                <a:lnTo>
                  <a:pt x="5628640" y="1859280"/>
                </a:lnTo>
                <a:lnTo>
                  <a:pt x="5527040" y="2011680"/>
                </a:lnTo>
                <a:lnTo>
                  <a:pt x="5293360" y="2316480"/>
                </a:lnTo>
                <a:lnTo>
                  <a:pt x="5151120" y="2286000"/>
                </a:lnTo>
                <a:lnTo>
                  <a:pt x="5069840" y="2174240"/>
                </a:lnTo>
                <a:lnTo>
                  <a:pt x="4958080" y="2397760"/>
                </a:lnTo>
                <a:lnTo>
                  <a:pt x="4826000" y="2265680"/>
                </a:lnTo>
                <a:lnTo>
                  <a:pt x="4622800" y="1686560"/>
                </a:lnTo>
                <a:lnTo>
                  <a:pt x="4480560" y="2357120"/>
                </a:lnTo>
                <a:lnTo>
                  <a:pt x="4124960" y="2580640"/>
                </a:lnTo>
                <a:lnTo>
                  <a:pt x="3718560" y="2540000"/>
                </a:lnTo>
                <a:lnTo>
                  <a:pt x="3566160" y="2458720"/>
                </a:lnTo>
                <a:lnTo>
                  <a:pt x="3281680" y="2529840"/>
                </a:lnTo>
                <a:lnTo>
                  <a:pt x="3190240" y="2438400"/>
                </a:lnTo>
                <a:lnTo>
                  <a:pt x="2926080" y="2519680"/>
                </a:lnTo>
                <a:lnTo>
                  <a:pt x="2865120" y="2397760"/>
                </a:lnTo>
                <a:lnTo>
                  <a:pt x="2641600" y="2590800"/>
                </a:lnTo>
                <a:lnTo>
                  <a:pt x="2428240" y="2611120"/>
                </a:lnTo>
                <a:lnTo>
                  <a:pt x="2387600" y="2509520"/>
                </a:lnTo>
                <a:lnTo>
                  <a:pt x="2245360" y="2519680"/>
                </a:lnTo>
                <a:lnTo>
                  <a:pt x="2072640" y="2611120"/>
                </a:lnTo>
                <a:lnTo>
                  <a:pt x="1879600" y="2143760"/>
                </a:lnTo>
                <a:lnTo>
                  <a:pt x="1605280" y="2499360"/>
                </a:lnTo>
                <a:lnTo>
                  <a:pt x="1391920" y="2265680"/>
                </a:lnTo>
                <a:lnTo>
                  <a:pt x="1117600" y="2407920"/>
                </a:lnTo>
                <a:lnTo>
                  <a:pt x="914400" y="2143760"/>
                </a:lnTo>
                <a:lnTo>
                  <a:pt x="670560" y="2286000"/>
                </a:lnTo>
                <a:lnTo>
                  <a:pt x="599440" y="2418080"/>
                </a:lnTo>
                <a:lnTo>
                  <a:pt x="477520" y="2357120"/>
                </a:lnTo>
                <a:lnTo>
                  <a:pt x="335280" y="2113280"/>
                </a:lnTo>
                <a:lnTo>
                  <a:pt x="284480" y="1960880"/>
                </a:lnTo>
                <a:lnTo>
                  <a:pt x="172720" y="1798320"/>
                </a:lnTo>
                <a:lnTo>
                  <a:pt x="152400" y="2001520"/>
                </a:lnTo>
                <a:lnTo>
                  <a:pt x="0" y="1625600"/>
                </a:lnTo>
              </a:path>
            </a:pathLst>
          </a:custGeom>
          <a:noFill/>
          <a:ln w="2222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212121"/>
              </a:solidFill>
            </a:endParaRPr>
          </a:p>
        </p:txBody>
      </p:sp>
      <p:sp>
        <p:nvSpPr>
          <p:cNvPr id="38" name="文本框 37">
            <a:extLst>
              <a:ext uri="{FF2B5EF4-FFF2-40B4-BE49-F238E27FC236}">
                <a16:creationId xmlns:a16="http://schemas.microsoft.com/office/drawing/2014/main" id="{D522E4DD-64CD-D0AA-637A-22C94F5FD533}"/>
              </a:ext>
            </a:extLst>
          </p:cNvPr>
          <p:cNvSpPr txBox="1"/>
          <p:nvPr/>
        </p:nvSpPr>
        <p:spPr>
          <a:xfrm>
            <a:off x="1244187" y="1444621"/>
            <a:ext cx="2949184" cy="1039131"/>
          </a:xfrm>
          <a:prstGeom prst="rect">
            <a:avLst/>
          </a:prstGeom>
          <a:noFill/>
        </p:spPr>
        <p:txBody>
          <a:bodyPr wrap="square" rtlCol="0">
            <a:spAutoFit/>
          </a:bodyPr>
          <a:lstStyle/>
          <a:p>
            <a:pPr>
              <a:lnSpc>
                <a:spcPct val="150000"/>
              </a:lnSpc>
            </a:pPr>
            <a:r>
              <a:rPr kumimoji="1" lang="en" altLang="zh-CN" sz="1050" dirty="0">
                <a:solidFill>
                  <a:srgbClr val="212121"/>
                </a:solidFill>
                <a:latin typeface="Alibaba PuHuiTi" pitchFamily="18" charset="-122"/>
                <a:ea typeface="Alibaba PuHuiTi" pitchFamily="18" charset="-122"/>
                <a:cs typeface="Alibaba PuHuiTi" pitchFamily="18" charset="-122"/>
              </a:rPr>
              <a:t>YESTERDAY THERE WAS ANANNOUNCEMENT THAT WAVES COIN WILL BE LISTED ON HUOBI AND THECOMMUNITY REACTED VERY</a:t>
            </a:r>
            <a:endParaRPr kumimoji="1" lang="zh-CN" altLang="en-US" sz="1050" dirty="0">
              <a:solidFill>
                <a:srgbClr val="212121"/>
              </a:solidFill>
              <a:latin typeface="Alibaba PuHuiTi" pitchFamily="18" charset="-122"/>
              <a:ea typeface="Alibaba PuHuiTi" pitchFamily="18" charset="-122"/>
              <a:cs typeface="Alibaba PuHuiTi" pitchFamily="18" charset="-122"/>
            </a:endParaRPr>
          </a:p>
        </p:txBody>
      </p:sp>
      <p:sp>
        <p:nvSpPr>
          <p:cNvPr id="45" name="文本框 44">
            <a:extLst>
              <a:ext uri="{FF2B5EF4-FFF2-40B4-BE49-F238E27FC236}">
                <a16:creationId xmlns:a16="http://schemas.microsoft.com/office/drawing/2014/main" id="{814E7B9A-DC0C-14B3-4544-82FFDB26934C}"/>
              </a:ext>
            </a:extLst>
          </p:cNvPr>
          <p:cNvSpPr txBox="1"/>
          <p:nvPr/>
        </p:nvSpPr>
        <p:spPr>
          <a:xfrm>
            <a:off x="1311317" y="2864443"/>
            <a:ext cx="3119120" cy="2005357"/>
          </a:xfrm>
          <a:prstGeom prst="rect">
            <a:avLst/>
          </a:prstGeom>
          <a:noFill/>
        </p:spPr>
        <p:txBody>
          <a:bodyPr wrap="square" rtlCol="0">
            <a:spAutoFit/>
          </a:bodyPr>
          <a:lstStyle/>
          <a:p>
            <a:pPr>
              <a:lnSpc>
                <a:spcPct val="150000"/>
              </a:lnSpc>
            </a:pPr>
            <a:r>
              <a:rPr kumimoji="1" lang="en" altLang="zh-CN" sz="1200" dirty="0">
                <a:solidFill>
                  <a:srgbClr val="212121"/>
                </a:solidFill>
                <a:latin typeface="Alibaba PuHuiTi" pitchFamily="18" charset="-122"/>
                <a:ea typeface="Alibaba PuHuiTi" pitchFamily="18" charset="-122"/>
                <a:cs typeface="Alibaba PuHuiTi" pitchFamily="18" charset="-122"/>
              </a:rPr>
              <a:t>Here you can write the case that you think is correct</a:t>
            </a:r>
            <a:endParaRPr kumimoji="1" lang="en-US" altLang="zh-CN" sz="1200" dirty="0">
              <a:solidFill>
                <a:srgbClr val="212121"/>
              </a:solidFill>
              <a:latin typeface="Alibaba PuHuiTi" pitchFamily="18" charset="-122"/>
              <a:ea typeface="Alibaba PuHuiTi" pitchFamily="18" charset="-122"/>
              <a:cs typeface="Alibaba PuHuiTi" pitchFamily="18" charset="-122"/>
            </a:endParaRPr>
          </a:p>
          <a:p>
            <a:pPr>
              <a:lnSpc>
                <a:spcPct val="150000"/>
              </a:lnSpc>
            </a:pPr>
            <a:r>
              <a:rPr kumimoji="1" lang="en" altLang="zh-CN" sz="1200" dirty="0">
                <a:solidFill>
                  <a:srgbClr val="212121"/>
                </a:solidFill>
                <a:latin typeface="Alibaba PuHuiTi" pitchFamily="18" charset="-122"/>
                <a:ea typeface="Alibaba PuHuiTi" pitchFamily="18" charset="-122"/>
                <a:cs typeface="Alibaba PuHuiTi" pitchFamily="18" charset="-122"/>
              </a:rPr>
              <a:t>Here you can write the case that you think is correctHere you can write the case that you think is correct</a:t>
            </a:r>
            <a:endParaRPr kumimoji="1" lang="zh-CN" altLang="en-US" sz="1200" dirty="0">
              <a:solidFill>
                <a:srgbClr val="212121"/>
              </a:solidFill>
              <a:latin typeface="Alibaba PuHuiTi" pitchFamily="18" charset="-122"/>
              <a:ea typeface="Alibaba PuHuiTi" pitchFamily="18" charset="-122"/>
              <a:cs typeface="Alibaba PuHuiTi" pitchFamily="18" charset="-122"/>
            </a:endParaRPr>
          </a:p>
          <a:p>
            <a:pPr>
              <a:lnSpc>
                <a:spcPct val="150000"/>
              </a:lnSpc>
            </a:pPr>
            <a:endParaRPr kumimoji="1" lang="zh-CN" altLang="en-US" sz="1200" dirty="0">
              <a:solidFill>
                <a:srgbClr val="212121"/>
              </a:solidFill>
              <a:latin typeface="Alibaba PuHuiTi" pitchFamily="18" charset="-122"/>
              <a:ea typeface="Alibaba PuHuiTi" pitchFamily="18" charset="-122"/>
              <a:cs typeface="Alibaba PuHuiTi" pitchFamily="18" charset="-122"/>
            </a:endParaRPr>
          </a:p>
          <a:p>
            <a:pPr>
              <a:lnSpc>
                <a:spcPct val="150000"/>
              </a:lnSpc>
            </a:pPr>
            <a:endParaRPr kumimoji="1" lang="zh-CN" altLang="en-US" sz="1200" dirty="0">
              <a:solidFill>
                <a:srgbClr val="212121"/>
              </a:solidFill>
              <a:latin typeface="Alibaba PuHuiTi" pitchFamily="18" charset="-122"/>
              <a:ea typeface="Alibaba PuHuiTi" pitchFamily="18" charset="-122"/>
              <a:cs typeface="Alibaba PuHuiTi" pitchFamily="18" charset="-122"/>
            </a:endParaRPr>
          </a:p>
        </p:txBody>
      </p:sp>
      <p:sp>
        <p:nvSpPr>
          <p:cNvPr id="119" name="文本框 118">
            <a:extLst>
              <a:ext uri="{FF2B5EF4-FFF2-40B4-BE49-F238E27FC236}">
                <a16:creationId xmlns:a16="http://schemas.microsoft.com/office/drawing/2014/main" id="{FC5F04F6-06AE-26D5-ABFE-8F24E928D8F8}"/>
              </a:ext>
            </a:extLst>
          </p:cNvPr>
          <p:cNvSpPr txBox="1"/>
          <p:nvPr/>
        </p:nvSpPr>
        <p:spPr>
          <a:xfrm>
            <a:off x="146304" y="1425958"/>
            <a:ext cx="410690"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27" name="文本框 126">
            <a:extLst>
              <a:ext uri="{FF2B5EF4-FFF2-40B4-BE49-F238E27FC236}">
                <a16:creationId xmlns:a16="http://schemas.microsoft.com/office/drawing/2014/main" id="{7A85A465-B34B-D672-5971-17D47DECE729}"/>
              </a:ext>
            </a:extLst>
          </p:cNvPr>
          <p:cNvSpPr txBox="1"/>
          <p:nvPr/>
        </p:nvSpPr>
        <p:spPr>
          <a:xfrm>
            <a:off x="525098" y="1474726"/>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31" name="文本框 130">
            <a:extLst>
              <a:ext uri="{FF2B5EF4-FFF2-40B4-BE49-F238E27FC236}">
                <a16:creationId xmlns:a16="http://schemas.microsoft.com/office/drawing/2014/main" id="{11FE1BDB-7F1A-BF1D-F718-7DEBFDBAA317}"/>
              </a:ext>
            </a:extLst>
          </p:cNvPr>
          <p:cNvSpPr txBox="1"/>
          <p:nvPr/>
        </p:nvSpPr>
        <p:spPr>
          <a:xfrm>
            <a:off x="525098" y="2420888"/>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32" name="文本框 131">
            <a:extLst>
              <a:ext uri="{FF2B5EF4-FFF2-40B4-BE49-F238E27FC236}">
                <a16:creationId xmlns:a16="http://schemas.microsoft.com/office/drawing/2014/main" id="{B6565A2F-5843-6978-E695-2684A85745D2}"/>
              </a:ext>
            </a:extLst>
          </p:cNvPr>
          <p:cNvSpPr txBox="1"/>
          <p:nvPr/>
        </p:nvSpPr>
        <p:spPr>
          <a:xfrm>
            <a:off x="525098" y="3140968"/>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33" name="文本框 132">
            <a:extLst>
              <a:ext uri="{FF2B5EF4-FFF2-40B4-BE49-F238E27FC236}">
                <a16:creationId xmlns:a16="http://schemas.microsoft.com/office/drawing/2014/main" id="{FA54E0B4-9737-33BD-2CAA-7172249596BD}"/>
              </a:ext>
            </a:extLst>
          </p:cNvPr>
          <p:cNvSpPr txBox="1"/>
          <p:nvPr/>
        </p:nvSpPr>
        <p:spPr>
          <a:xfrm>
            <a:off x="525098" y="4077072"/>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36" name="文本框 135">
            <a:extLst>
              <a:ext uri="{FF2B5EF4-FFF2-40B4-BE49-F238E27FC236}">
                <a16:creationId xmlns:a16="http://schemas.microsoft.com/office/drawing/2014/main" id="{43312B1A-D9B2-5BF0-A0EB-792E76F9D873}"/>
              </a:ext>
            </a:extLst>
          </p:cNvPr>
          <p:cNvSpPr txBox="1"/>
          <p:nvPr/>
        </p:nvSpPr>
        <p:spPr>
          <a:xfrm>
            <a:off x="525098" y="5074136"/>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37" name="文本框 136">
            <a:extLst>
              <a:ext uri="{FF2B5EF4-FFF2-40B4-BE49-F238E27FC236}">
                <a16:creationId xmlns:a16="http://schemas.microsoft.com/office/drawing/2014/main" id="{3548B5D2-2058-D331-B137-5D9BBEF5D761}"/>
              </a:ext>
            </a:extLst>
          </p:cNvPr>
          <p:cNvSpPr txBox="1"/>
          <p:nvPr/>
        </p:nvSpPr>
        <p:spPr>
          <a:xfrm>
            <a:off x="146304" y="2204864"/>
            <a:ext cx="410690"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10K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38" name="文本框 137">
            <a:extLst>
              <a:ext uri="{FF2B5EF4-FFF2-40B4-BE49-F238E27FC236}">
                <a16:creationId xmlns:a16="http://schemas.microsoft.com/office/drawing/2014/main" id="{4A82898C-5C97-EC32-47A4-E28F2740433E}"/>
              </a:ext>
            </a:extLst>
          </p:cNvPr>
          <p:cNvSpPr txBox="1"/>
          <p:nvPr/>
        </p:nvSpPr>
        <p:spPr>
          <a:xfrm>
            <a:off x="146304" y="3140968"/>
            <a:ext cx="33695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6K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39" name="文本框 138">
            <a:extLst>
              <a:ext uri="{FF2B5EF4-FFF2-40B4-BE49-F238E27FC236}">
                <a16:creationId xmlns:a16="http://schemas.microsoft.com/office/drawing/2014/main" id="{94A9156A-96C8-8FC4-1EE3-D8A1AA368EE5}"/>
              </a:ext>
            </a:extLst>
          </p:cNvPr>
          <p:cNvSpPr txBox="1"/>
          <p:nvPr/>
        </p:nvSpPr>
        <p:spPr>
          <a:xfrm>
            <a:off x="146304" y="4077072"/>
            <a:ext cx="33695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4K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40" name="文本框 139">
            <a:extLst>
              <a:ext uri="{FF2B5EF4-FFF2-40B4-BE49-F238E27FC236}">
                <a16:creationId xmlns:a16="http://schemas.microsoft.com/office/drawing/2014/main" id="{5E7F909C-4F9D-3F4C-0543-275723800074}"/>
              </a:ext>
            </a:extLst>
          </p:cNvPr>
          <p:cNvSpPr txBox="1"/>
          <p:nvPr/>
        </p:nvSpPr>
        <p:spPr>
          <a:xfrm>
            <a:off x="146304" y="5085184"/>
            <a:ext cx="33695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2K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41" name="文本框 140">
            <a:extLst>
              <a:ext uri="{FF2B5EF4-FFF2-40B4-BE49-F238E27FC236}">
                <a16:creationId xmlns:a16="http://schemas.microsoft.com/office/drawing/2014/main" id="{8F627548-5BDD-291A-9D9A-1CF48123F94E}"/>
              </a:ext>
            </a:extLst>
          </p:cNvPr>
          <p:cNvSpPr txBox="1"/>
          <p:nvPr/>
        </p:nvSpPr>
        <p:spPr>
          <a:xfrm>
            <a:off x="146304" y="6165304"/>
            <a:ext cx="33695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0K</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142" name="文本框 141">
            <a:extLst>
              <a:ext uri="{FF2B5EF4-FFF2-40B4-BE49-F238E27FC236}">
                <a16:creationId xmlns:a16="http://schemas.microsoft.com/office/drawing/2014/main" id="{E7D52F4B-FE71-4E9B-7781-428303478CB5}"/>
              </a:ext>
            </a:extLst>
          </p:cNvPr>
          <p:cNvSpPr txBox="1"/>
          <p:nvPr/>
        </p:nvSpPr>
        <p:spPr>
          <a:xfrm>
            <a:off x="405893" y="881380"/>
            <a:ext cx="1882247" cy="461665"/>
          </a:xfrm>
          <a:prstGeom prst="rect">
            <a:avLst/>
          </a:prstGeom>
          <a:noFill/>
        </p:spPr>
        <p:txBody>
          <a:bodyPr wrap="none" rtlCol="0">
            <a:spAutoFit/>
          </a:bodyPr>
          <a:lstStyle/>
          <a:p>
            <a:r>
              <a:rPr kumimoji="1" lang="en-US" altLang="zh-CN" sz="2400" dirty="0">
                <a:solidFill>
                  <a:srgbClr val="1E344D"/>
                </a:solidFill>
                <a:latin typeface="Alibaba PuHuiTi Medium" pitchFamily="18" charset="-122"/>
                <a:ea typeface="Alibaba PuHuiTi Medium" pitchFamily="18" charset="-122"/>
                <a:cs typeface="Alibaba PuHuiTi Medium" pitchFamily="18" charset="-122"/>
              </a:rPr>
              <a:t>Hype Study</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43" name="文本框 142">
            <a:extLst>
              <a:ext uri="{FF2B5EF4-FFF2-40B4-BE49-F238E27FC236}">
                <a16:creationId xmlns:a16="http://schemas.microsoft.com/office/drawing/2014/main" id="{65C5C2F9-6077-B301-DC56-0513DF51D4B9}"/>
              </a:ext>
            </a:extLst>
          </p:cNvPr>
          <p:cNvSpPr txBox="1"/>
          <p:nvPr/>
        </p:nvSpPr>
        <p:spPr>
          <a:xfrm>
            <a:off x="525098" y="6093296"/>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44" name="文本框 143">
            <a:extLst>
              <a:ext uri="{FF2B5EF4-FFF2-40B4-BE49-F238E27FC236}">
                <a16:creationId xmlns:a16="http://schemas.microsoft.com/office/drawing/2014/main" id="{45C9CF33-2140-1714-C155-1B009CB8E666}"/>
              </a:ext>
            </a:extLst>
          </p:cNvPr>
          <p:cNvSpPr txBox="1"/>
          <p:nvPr/>
        </p:nvSpPr>
        <p:spPr>
          <a:xfrm>
            <a:off x="525098" y="6453336"/>
            <a:ext cx="843501"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2018 NOV</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1" name="文本框 150">
            <a:extLst>
              <a:ext uri="{FF2B5EF4-FFF2-40B4-BE49-F238E27FC236}">
                <a16:creationId xmlns:a16="http://schemas.microsoft.com/office/drawing/2014/main" id="{7E8385B1-741C-8E01-42A9-5FDF3DF71470}"/>
              </a:ext>
            </a:extLst>
          </p:cNvPr>
          <p:cNvSpPr txBox="1"/>
          <p:nvPr/>
        </p:nvSpPr>
        <p:spPr>
          <a:xfrm>
            <a:off x="1775520" y="6453336"/>
            <a:ext cx="811441"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2018 DEC</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2" name="文本框 151">
            <a:extLst>
              <a:ext uri="{FF2B5EF4-FFF2-40B4-BE49-F238E27FC236}">
                <a16:creationId xmlns:a16="http://schemas.microsoft.com/office/drawing/2014/main" id="{5941B65F-0282-772F-5291-26457219607C}"/>
              </a:ext>
            </a:extLst>
          </p:cNvPr>
          <p:cNvSpPr txBox="1"/>
          <p:nvPr/>
        </p:nvSpPr>
        <p:spPr>
          <a:xfrm>
            <a:off x="4511824" y="6453336"/>
            <a:ext cx="811441"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2019 DEC</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154" name="椭圆 153">
            <a:extLst>
              <a:ext uri="{FF2B5EF4-FFF2-40B4-BE49-F238E27FC236}">
                <a16:creationId xmlns:a16="http://schemas.microsoft.com/office/drawing/2014/main" id="{BCAD4E5F-467B-E1CB-CB76-E61BCEC24E95}"/>
              </a:ext>
            </a:extLst>
          </p:cNvPr>
          <p:cNvSpPr/>
          <p:nvPr/>
        </p:nvSpPr>
        <p:spPr>
          <a:xfrm>
            <a:off x="4498848" y="1036320"/>
            <a:ext cx="158496" cy="158496"/>
          </a:xfrm>
          <a:prstGeom prst="ellipse">
            <a:avLst/>
          </a:prstGeom>
          <a:solidFill>
            <a:srgbClr val="DBE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56" name="文本框 155">
            <a:extLst>
              <a:ext uri="{FF2B5EF4-FFF2-40B4-BE49-F238E27FC236}">
                <a16:creationId xmlns:a16="http://schemas.microsoft.com/office/drawing/2014/main" id="{C16AF334-AB9A-7CE2-3832-0A074FCB40AF}"/>
              </a:ext>
            </a:extLst>
          </p:cNvPr>
          <p:cNvSpPr txBox="1"/>
          <p:nvPr/>
        </p:nvSpPr>
        <p:spPr>
          <a:xfrm>
            <a:off x="4628808" y="981872"/>
            <a:ext cx="659155"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RANK</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57" name="椭圆 156">
            <a:extLst>
              <a:ext uri="{FF2B5EF4-FFF2-40B4-BE49-F238E27FC236}">
                <a16:creationId xmlns:a16="http://schemas.microsoft.com/office/drawing/2014/main" id="{024A017A-A078-0003-B6D4-68A8096B356D}"/>
              </a:ext>
            </a:extLst>
          </p:cNvPr>
          <p:cNvSpPr/>
          <p:nvPr/>
        </p:nvSpPr>
        <p:spPr>
          <a:xfrm>
            <a:off x="5495912" y="1036320"/>
            <a:ext cx="158496" cy="158496"/>
          </a:xfrm>
          <a:prstGeom prst="ellipse">
            <a:avLst/>
          </a:prstGeom>
          <a:solidFill>
            <a:srgbClr val="1E344D">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58" name="文本框 157">
            <a:extLst>
              <a:ext uri="{FF2B5EF4-FFF2-40B4-BE49-F238E27FC236}">
                <a16:creationId xmlns:a16="http://schemas.microsoft.com/office/drawing/2014/main" id="{33D2DA36-BC0D-4DFA-DE03-6BA3D27224F4}"/>
              </a:ext>
            </a:extLst>
          </p:cNvPr>
          <p:cNvSpPr txBox="1"/>
          <p:nvPr/>
        </p:nvSpPr>
        <p:spPr>
          <a:xfrm>
            <a:off x="5625872" y="981872"/>
            <a:ext cx="659155"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RANK</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59" name="椭圆 158">
            <a:extLst>
              <a:ext uri="{FF2B5EF4-FFF2-40B4-BE49-F238E27FC236}">
                <a16:creationId xmlns:a16="http://schemas.microsoft.com/office/drawing/2014/main" id="{ADE1B78F-D1A3-32A2-B72D-9F9EE7E6F4F5}"/>
              </a:ext>
            </a:extLst>
          </p:cNvPr>
          <p:cNvSpPr/>
          <p:nvPr/>
        </p:nvSpPr>
        <p:spPr>
          <a:xfrm>
            <a:off x="6432016" y="1036320"/>
            <a:ext cx="158496" cy="158496"/>
          </a:xfrm>
          <a:prstGeom prst="ellipse">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60" name="文本框 159">
            <a:extLst>
              <a:ext uri="{FF2B5EF4-FFF2-40B4-BE49-F238E27FC236}">
                <a16:creationId xmlns:a16="http://schemas.microsoft.com/office/drawing/2014/main" id="{317A4031-11F6-F89A-A7AD-1094CC882241}"/>
              </a:ext>
            </a:extLst>
          </p:cNvPr>
          <p:cNvSpPr txBox="1"/>
          <p:nvPr/>
        </p:nvSpPr>
        <p:spPr>
          <a:xfrm>
            <a:off x="6561976" y="981872"/>
            <a:ext cx="659155"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RANK</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162" name="文本框 161">
            <a:extLst>
              <a:ext uri="{FF2B5EF4-FFF2-40B4-BE49-F238E27FC236}">
                <a16:creationId xmlns:a16="http://schemas.microsoft.com/office/drawing/2014/main" id="{BFF29AFA-70DA-AC34-E89B-27BCAEC52A29}"/>
              </a:ext>
            </a:extLst>
          </p:cNvPr>
          <p:cNvSpPr txBox="1"/>
          <p:nvPr/>
        </p:nvSpPr>
        <p:spPr>
          <a:xfrm>
            <a:off x="7502996" y="908720"/>
            <a:ext cx="2685351" cy="523220"/>
          </a:xfrm>
          <a:prstGeom prst="rect">
            <a:avLst/>
          </a:prstGeom>
          <a:noFill/>
        </p:spPr>
        <p:txBody>
          <a:bodyPr wrap="none" rtlCol="0">
            <a:spAutoFit/>
          </a:bodyPr>
          <a:lstStyle/>
          <a:p>
            <a:r>
              <a:rPr kumimoji="1" lang="en-US" altLang="zh-CN" sz="2800" dirty="0">
                <a:solidFill>
                  <a:srgbClr val="1E344D"/>
                </a:solidFill>
                <a:latin typeface="Alibaba PuHuiTi Medium" pitchFamily="18" charset="-122"/>
                <a:ea typeface="Alibaba PuHuiTi Medium" pitchFamily="18" charset="-122"/>
                <a:cs typeface="Alibaba PuHuiTi Medium" pitchFamily="18" charset="-122"/>
              </a:rPr>
              <a:t>Contents·2023</a:t>
            </a:r>
            <a:endParaRPr kumimoji="1" lang="zh-CN" altLang="en-US" sz="2800" dirty="0">
              <a:solidFill>
                <a:srgbClr val="1E344D"/>
              </a:solidFill>
              <a:latin typeface="Alibaba PuHuiTi Medium" pitchFamily="18" charset="-122"/>
              <a:ea typeface="Alibaba PuHuiTi Medium" pitchFamily="18" charset="-122"/>
              <a:cs typeface="Alibaba PuHuiTi Medium" pitchFamily="18" charset="-122"/>
            </a:endParaRPr>
          </a:p>
        </p:txBody>
      </p:sp>
      <p:grpSp>
        <p:nvGrpSpPr>
          <p:cNvPr id="165" name="Google Shape;5181;p75">
            <a:extLst>
              <a:ext uri="{FF2B5EF4-FFF2-40B4-BE49-F238E27FC236}">
                <a16:creationId xmlns:a16="http://schemas.microsoft.com/office/drawing/2014/main" id="{EC0472FB-6635-1B83-DEFE-9812CADF870D}"/>
              </a:ext>
            </a:extLst>
          </p:cNvPr>
          <p:cNvGrpSpPr/>
          <p:nvPr/>
        </p:nvGrpSpPr>
        <p:grpSpPr>
          <a:xfrm rot="5400000">
            <a:off x="8531986" y="2945577"/>
            <a:ext cx="4663102" cy="2075903"/>
            <a:chOff x="238124" y="1725700"/>
            <a:chExt cx="7139024" cy="2260325"/>
          </a:xfrm>
        </p:grpSpPr>
        <p:sp>
          <p:nvSpPr>
            <p:cNvPr id="166" name="Google Shape;5182;p75">
              <a:extLst>
                <a:ext uri="{FF2B5EF4-FFF2-40B4-BE49-F238E27FC236}">
                  <a16:creationId xmlns:a16="http://schemas.microsoft.com/office/drawing/2014/main" id="{E48C1B2C-3F3F-0255-F449-483371808AE5}"/>
                </a:ext>
              </a:extLst>
            </p:cNvPr>
            <p:cNvSpPr/>
            <p:nvPr/>
          </p:nvSpPr>
          <p:spPr>
            <a:xfrm>
              <a:off x="238124"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1A49E">
                <a:alpha val="44743"/>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67" name="Google Shape;5183;p75">
              <a:extLst>
                <a:ext uri="{FF2B5EF4-FFF2-40B4-BE49-F238E27FC236}">
                  <a16:creationId xmlns:a16="http://schemas.microsoft.com/office/drawing/2014/main" id="{1B09EBD8-8B16-C1AF-9D12-9ABFC30B5F95}"/>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68" name="Google Shape;5184;p75">
              <a:extLst>
                <a:ext uri="{FF2B5EF4-FFF2-40B4-BE49-F238E27FC236}">
                  <a16:creationId xmlns:a16="http://schemas.microsoft.com/office/drawing/2014/main" id="{8E058430-08FA-D057-A134-B74BD058B6A9}"/>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70" name="Google Shape;5185;p75">
              <a:extLst>
                <a:ext uri="{FF2B5EF4-FFF2-40B4-BE49-F238E27FC236}">
                  <a16:creationId xmlns:a16="http://schemas.microsoft.com/office/drawing/2014/main" id="{6BAFB5B7-B71D-FD45-0C0A-2AF4FE136173}"/>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71" name="Google Shape;5186;p75">
              <a:extLst>
                <a:ext uri="{FF2B5EF4-FFF2-40B4-BE49-F238E27FC236}">
                  <a16:creationId xmlns:a16="http://schemas.microsoft.com/office/drawing/2014/main" id="{9CBC827F-483F-747D-D7B2-90E005F99111}"/>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80" name="Google Shape;5187;p75">
              <a:extLst>
                <a:ext uri="{FF2B5EF4-FFF2-40B4-BE49-F238E27FC236}">
                  <a16:creationId xmlns:a16="http://schemas.microsoft.com/office/drawing/2014/main" id="{A4EE1070-873F-E823-E4D9-DF6EEF2A0138}"/>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81" name="Google Shape;5188;p75">
              <a:extLst>
                <a:ext uri="{FF2B5EF4-FFF2-40B4-BE49-F238E27FC236}">
                  <a16:creationId xmlns:a16="http://schemas.microsoft.com/office/drawing/2014/main" id="{DD2F07CC-0C6E-73A7-A986-A1A393E1D5E8}"/>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82" name="Google Shape;5189;p75">
              <a:extLst>
                <a:ext uri="{FF2B5EF4-FFF2-40B4-BE49-F238E27FC236}">
                  <a16:creationId xmlns:a16="http://schemas.microsoft.com/office/drawing/2014/main" id="{D7F74660-EC24-6E4D-026A-C8CF9EA91B4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83" name="Google Shape;5190;p75">
              <a:extLst>
                <a:ext uri="{FF2B5EF4-FFF2-40B4-BE49-F238E27FC236}">
                  <a16:creationId xmlns:a16="http://schemas.microsoft.com/office/drawing/2014/main" id="{990777E5-E933-0FE6-6892-3FCB6A10FE91}"/>
                </a:ext>
              </a:extLst>
            </p:cNvPr>
            <p:cNvSpPr/>
            <p:nvPr/>
          </p:nvSpPr>
          <p:spPr>
            <a:xfrm>
              <a:off x="6294574" y="1725700"/>
              <a:ext cx="1082574"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sp>
          <p:nvSpPr>
            <p:cNvPr id="184" name="Google Shape;5191;p75">
              <a:extLst>
                <a:ext uri="{FF2B5EF4-FFF2-40B4-BE49-F238E27FC236}">
                  <a16:creationId xmlns:a16="http://schemas.microsoft.com/office/drawing/2014/main" id="{D2908974-02CB-9ED2-ACFB-DB971A948F69}"/>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B3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212121"/>
                </a:solidFill>
              </a:endParaRPr>
            </a:p>
          </p:txBody>
        </p:sp>
      </p:grpSp>
      <p:sp>
        <p:nvSpPr>
          <p:cNvPr id="185" name="双中括号 184">
            <a:extLst>
              <a:ext uri="{FF2B5EF4-FFF2-40B4-BE49-F238E27FC236}">
                <a16:creationId xmlns:a16="http://schemas.microsoft.com/office/drawing/2014/main" id="{833CB319-95F8-74A8-852F-18EA81539847}"/>
              </a:ext>
            </a:extLst>
          </p:cNvPr>
          <p:cNvSpPr/>
          <p:nvPr/>
        </p:nvSpPr>
        <p:spPr>
          <a:xfrm>
            <a:off x="7635620" y="1815724"/>
            <a:ext cx="2822829" cy="571500"/>
          </a:xfrm>
          <a:prstGeom prst="bracketPair">
            <a:avLst>
              <a:gd name="adj" fmla="val 15311"/>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186" name="文本框 185">
            <a:extLst>
              <a:ext uri="{FF2B5EF4-FFF2-40B4-BE49-F238E27FC236}">
                <a16:creationId xmlns:a16="http://schemas.microsoft.com/office/drawing/2014/main" id="{5119E187-1D93-B053-9BE0-15E1ABCC1E84}"/>
              </a:ext>
            </a:extLst>
          </p:cNvPr>
          <p:cNvSpPr txBox="1"/>
          <p:nvPr/>
        </p:nvSpPr>
        <p:spPr>
          <a:xfrm>
            <a:off x="7855077" y="1874901"/>
            <a:ext cx="2410009" cy="461665"/>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195" name="双中括号 194">
            <a:extLst>
              <a:ext uri="{FF2B5EF4-FFF2-40B4-BE49-F238E27FC236}">
                <a16:creationId xmlns:a16="http://schemas.microsoft.com/office/drawing/2014/main" id="{9A4D8AAC-EC40-68FC-939F-0B1B68E789F2}"/>
              </a:ext>
            </a:extLst>
          </p:cNvPr>
          <p:cNvSpPr/>
          <p:nvPr/>
        </p:nvSpPr>
        <p:spPr>
          <a:xfrm>
            <a:off x="7635620" y="2721751"/>
            <a:ext cx="2665667" cy="571500"/>
          </a:xfrm>
          <a:prstGeom prst="bracketPair">
            <a:avLst>
              <a:gd name="adj" fmla="val 15311"/>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197" name="文本框 196">
            <a:extLst>
              <a:ext uri="{FF2B5EF4-FFF2-40B4-BE49-F238E27FC236}">
                <a16:creationId xmlns:a16="http://schemas.microsoft.com/office/drawing/2014/main" id="{CDB23C8A-8140-A584-3DB3-A7FAACF9299C}"/>
              </a:ext>
            </a:extLst>
          </p:cNvPr>
          <p:cNvSpPr txBox="1"/>
          <p:nvPr/>
        </p:nvSpPr>
        <p:spPr>
          <a:xfrm>
            <a:off x="7855077" y="2780928"/>
            <a:ext cx="2246186" cy="461665"/>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203" name="双中括号 202">
            <a:extLst>
              <a:ext uri="{FF2B5EF4-FFF2-40B4-BE49-F238E27FC236}">
                <a16:creationId xmlns:a16="http://schemas.microsoft.com/office/drawing/2014/main" id="{8C8FC10D-604F-D690-5C07-5C6961A1FAD3}"/>
              </a:ext>
            </a:extLst>
          </p:cNvPr>
          <p:cNvSpPr/>
          <p:nvPr/>
        </p:nvSpPr>
        <p:spPr>
          <a:xfrm>
            <a:off x="7635621" y="3657855"/>
            <a:ext cx="2494217" cy="571500"/>
          </a:xfrm>
          <a:prstGeom prst="bracketPair">
            <a:avLst>
              <a:gd name="adj" fmla="val 15311"/>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204" name="文本框 203">
            <a:extLst>
              <a:ext uri="{FF2B5EF4-FFF2-40B4-BE49-F238E27FC236}">
                <a16:creationId xmlns:a16="http://schemas.microsoft.com/office/drawing/2014/main" id="{9BA68E27-DAA9-3484-2951-D4DE68E2D924}"/>
              </a:ext>
            </a:extLst>
          </p:cNvPr>
          <p:cNvSpPr txBox="1"/>
          <p:nvPr/>
        </p:nvSpPr>
        <p:spPr>
          <a:xfrm>
            <a:off x="7855077" y="3717032"/>
            <a:ext cx="2410009" cy="461665"/>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209" name="双中括号 208">
            <a:extLst>
              <a:ext uri="{FF2B5EF4-FFF2-40B4-BE49-F238E27FC236}">
                <a16:creationId xmlns:a16="http://schemas.microsoft.com/office/drawing/2014/main" id="{DAFFDACA-2ECE-2291-984C-B38D40EB12AD}"/>
              </a:ext>
            </a:extLst>
          </p:cNvPr>
          <p:cNvSpPr/>
          <p:nvPr/>
        </p:nvSpPr>
        <p:spPr>
          <a:xfrm>
            <a:off x="7635621" y="4725144"/>
            <a:ext cx="2179892" cy="571500"/>
          </a:xfrm>
          <a:prstGeom prst="bracketPair">
            <a:avLst>
              <a:gd name="adj" fmla="val 15311"/>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210" name="文本框 209">
            <a:extLst>
              <a:ext uri="{FF2B5EF4-FFF2-40B4-BE49-F238E27FC236}">
                <a16:creationId xmlns:a16="http://schemas.microsoft.com/office/drawing/2014/main" id="{87FB2780-73D8-17E2-54FC-176BDC3B9608}"/>
              </a:ext>
            </a:extLst>
          </p:cNvPr>
          <p:cNvSpPr txBox="1"/>
          <p:nvPr/>
        </p:nvSpPr>
        <p:spPr>
          <a:xfrm>
            <a:off x="7855078" y="4698596"/>
            <a:ext cx="2003298" cy="646331"/>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211" name="双中括号 210">
            <a:extLst>
              <a:ext uri="{FF2B5EF4-FFF2-40B4-BE49-F238E27FC236}">
                <a16:creationId xmlns:a16="http://schemas.microsoft.com/office/drawing/2014/main" id="{453704DB-FE34-BF5B-9DB0-056915248981}"/>
              </a:ext>
            </a:extLst>
          </p:cNvPr>
          <p:cNvSpPr/>
          <p:nvPr/>
        </p:nvSpPr>
        <p:spPr>
          <a:xfrm>
            <a:off x="7635621" y="5674079"/>
            <a:ext cx="2008442" cy="571500"/>
          </a:xfrm>
          <a:prstGeom prst="bracketPair">
            <a:avLst>
              <a:gd name="adj" fmla="val 15311"/>
            </a:avLst>
          </a:prstGeom>
          <a:ln w="25400">
            <a:solidFill>
              <a:srgbClr val="1E344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solidFill>
                <a:srgbClr val="212121"/>
              </a:solidFill>
            </a:endParaRPr>
          </a:p>
        </p:txBody>
      </p:sp>
      <p:sp>
        <p:nvSpPr>
          <p:cNvPr id="212" name="文本框 211">
            <a:extLst>
              <a:ext uri="{FF2B5EF4-FFF2-40B4-BE49-F238E27FC236}">
                <a16:creationId xmlns:a16="http://schemas.microsoft.com/office/drawing/2014/main" id="{36BB589D-8C65-AA39-B32B-3A29D2C01C4C}"/>
              </a:ext>
            </a:extLst>
          </p:cNvPr>
          <p:cNvSpPr txBox="1"/>
          <p:nvPr/>
        </p:nvSpPr>
        <p:spPr>
          <a:xfrm>
            <a:off x="7855077" y="5733256"/>
            <a:ext cx="1703261" cy="646331"/>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sp>
        <p:nvSpPr>
          <p:cNvPr id="213" name="文本框 212">
            <a:extLst>
              <a:ext uri="{FF2B5EF4-FFF2-40B4-BE49-F238E27FC236}">
                <a16:creationId xmlns:a16="http://schemas.microsoft.com/office/drawing/2014/main" id="{FEE4A17F-077C-DEA3-F07E-9D09BDA44F06}"/>
              </a:ext>
            </a:extLst>
          </p:cNvPr>
          <p:cNvSpPr txBox="1"/>
          <p:nvPr/>
        </p:nvSpPr>
        <p:spPr>
          <a:xfrm>
            <a:off x="10718229" y="2262014"/>
            <a:ext cx="287258"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1</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214" name="文本框 213">
            <a:extLst>
              <a:ext uri="{FF2B5EF4-FFF2-40B4-BE49-F238E27FC236}">
                <a16:creationId xmlns:a16="http://schemas.microsoft.com/office/drawing/2014/main" id="{FA164B3A-D109-4D29-F36B-14A2C562188D}"/>
              </a:ext>
            </a:extLst>
          </p:cNvPr>
          <p:cNvSpPr txBox="1"/>
          <p:nvPr/>
        </p:nvSpPr>
        <p:spPr>
          <a:xfrm>
            <a:off x="10718229" y="2843664"/>
            <a:ext cx="287258"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2</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215" name="文本框 214">
            <a:extLst>
              <a:ext uri="{FF2B5EF4-FFF2-40B4-BE49-F238E27FC236}">
                <a16:creationId xmlns:a16="http://schemas.microsoft.com/office/drawing/2014/main" id="{292D7F6A-5632-95B5-8450-C53E45E313A0}"/>
              </a:ext>
            </a:extLst>
          </p:cNvPr>
          <p:cNvSpPr txBox="1"/>
          <p:nvPr/>
        </p:nvSpPr>
        <p:spPr>
          <a:xfrm>
            <a:off x="10718229" y="3636640"/>
            <a:ext cx="287258"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3</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216" name="文本框 215">
            <a:extLst>
              <a:ext uri="{FF2B5EF4-FFF2-40B4-BE49-F238E27FC236}">
                <a16:creationId xmlns:a16="http://schemas.microsoft.com/office/drawing/2014/main" id="{154BECC0-B426-DCAB-FB56-DAE0B8E1C26E}"/>
              </a:ext>
            </a:extLst>
          </p:cNvPr>
          <p:cNvSpPr txBox="1"/>
          <p:nvPr/>
        </p:nvSpPr>
        <p:spPr>
          <a:xfrm>
            <a:off x="10718229" y="4500736"/>
            <a:ext cx="287258"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4</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217" name="文本框 216">
            <a:extLst>
              <a:ext uri="{FF2B5EF4-FFF2-40B4-BE49-F238E27FC236}">
                <a16:creationId xmlns:a16="http://schemas.microsoft.com/office/drawing/2014/main" id="{D09E84E7-DE6E-180C-1125-B9A1148A2611}"/>
              </a:ext>
            </a:extLst>
          </p:cNvPr>
          <p:cNvSpPr txBox="1"/>
          <p:nvPr/>
        </p:nvSpPr>
        <p:spPr>
          <a:xfrm>
            <a:off x="10718229" y="5355560"/>
            <a:ext cx="287258" cy="307777"/>
          </a:xfrm>
          <a:prstGeom prst="rect">
            <a:avLst/>
          </a:prstGeom>
          <a:noFill/>
        </p:spPr>
        <p:txBody>
          <a:bodyPr wrap="none" rtlCol="0">
            <a:spAutoFit/>
          </a:bodyPr>
          <a:lstStyle/>
          <a:p>
            <a:r>
              <a:rPr kumimoji="1" lang="en-US" altLang="zh-CN" sz="1400" dirty="0">
                <a:solidFill>
                  <a:srgbClr val="212121"/>
                </a:solidFill>
                <a:latin typeface="Alibaba PuHuiTi" pitchFamily="18" charset="-122"/>
                <a:ea typeface="Alibaba PuHuiTi" pitchFamily="18" charset="-122"/>
                <a:cs typeface="Alibaba PuHuiTi" pitchFamily="18" charset="-122"/>
              </a:rPr>
              <a:t>5</a:t>
            </a:r>
            <a:endParaRPr kumimoji="1" lang="zh-CN" altLang="en-US" sz="1400" dirty="0">
              <a:solidFill>
                <a:srgbClr val="212121"/>
              </a:solidFill>
              <a:latin typeface="Alibaba PuHuiTi" pitchFamily="18" charset="-122"/>
              <a:ea typeface="Alibaba PuHuiTi" pitchFamily="18" charset="-122"/>
              <a:cs typeface="Alibaba PuHuiTi" pitchFamily="18" charset="-122"/>
            </a:endParaRPr>
          </a:p>
        </p:txBody>
      </p:sp>
      <p:sp>
        <p:nvSpPr>
          <p:cNvPr id="5" name="矩形 4">
            <a:extLst>
              <a:ext uri="{FF2B5EF4-FFF2-40B4-BE49-F238E27FC236}">
                <a16:creationId xmlns:a16="http://schemas.microsoft.com/office/drawing/2014/main" id="{B53670A4-77C2-EAD3-7C18-40185BD4D39D}"/>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文本框 5">
            <a:extLst>
              <a:ext uri="{FF2B5EF4-FFF2-40B4-BE49-F238E27FC236}">
                <a16:creationId xmlns:a16="http://schemas.microsoft.com/office/drawing/2014/main" id="{0C3C508D-2083-FBBA-AC21-F915556F1BD2}"/>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3E0AD68B-9C4A-34D2-A9B4-6BCDFF98466D}"/>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8" name="直线连接符 7">
            <a:extLst>
              <a:ext uri="{FF2B5EF4-FFF2-40B4-BE49-F238E27FC236}">
                <a16:creationId xmlns:a16="http://schemas.microsoft.com/office/drawing/2014/main" id="{7E64CB5E-9EFE-64F8-F421-6AF035EF0CD6}"/>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9" name="直线连接符 8">
            <a:extLst>
              <a:ext uri="{FF2B5EF4-FFF2-40B4-BE49-F238E27FC236}">
                <a16:creationId xmlns:a16="http://schemas.microsoft.com/office/drawing/2014/main" id="{57142EE8-305A-2376-4369-A07FE7944AC9}"/>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5733B0B1-BF78-1F20-3617-1BA9178DAF5B}"/>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2" name="组合 11">
            <a:extLst>
              <a:ext uri="{FF2B5EF4-FFF2-40B4-BE49-F238E27FC236}">
                <a16:creationId xmlns:a16="http://schemas.microsoft.com/office/drawing/2014/main" id="{87DF84A7-35A5-CF90-C70D-1958BEF8E3FF}"/>
              </a:ext>
            </a:extLst>
          </p:cNvPr>
          <p:cNvGrpSpPr/>
          <p:nvPr/>
        </p:nvGrpSpPr>
        <p:grpSpPr>
          <a:xfrm>
            <a:off x="2323294" y="287981"/>
            <a:ext cx="356205" cy="355288"/>
            <a:chOff x="2323294" y="287981"/>
            <a:chExt cx="356205" cy="355288"/>
          </a:xfrm>
        </p:grpSpPr>
        <p:sp>
          <p:nvSpPr>
            <p:cNvPr id="13" name="Google Shape;7166;p80">
              <a:extLst>
                <a:ext uri="{FF2B5EF4-FFF2-40B4-BE49-F238E27FC236}">
                  <a16:creationId xmlns:a16="http://schemas.microsoft.com/office/drawing/2014/main" id="{78EFD493-7CEB-E779-A24E-F449F91710D8}"/>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167;p80">
              <a:extLst>
                <a:ext uri="{FF2B5EF4-FFF2-40B4-BE49-F238E27FC236}">
                  <a16:creationId xmlns:a16="http://schemas.microsoft.com/office/drawing/2014/main" id="{340BEBD0-6BFB-1380-7B71-404A144192D6}"/>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168;p80">
              <a:extLst>
                <a:ext uri="{FF2B5EF4-FFF2-40B4-BE49-F238E27FC236}">
                  <a16:creationId xmlns:a16="http://schemas.microsoft.com/office/drawing/2014/main" id="{8C74FE19-33A6-9A69-D57C-C2C7F0797C41}"/>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169;p80">
              <a:extLst>
                <a:ext uri="{FF2B5EF4-FFF2-40B4-BE49-F238E27FC236}">
                  <a16:creationId xmlns:a16="http://schemas.microsoft.com/office/drawing/2014/main" id="{6888B26B-6F8D-F986-B407-5BF482C4E05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129814520"/>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 name="组合 81">
            <a:extLst>
              <a:ext uri="{FF2B5EF4-FFF2-40B4-BE49-F238E27FC236}">
                <a16:creationId xmlns:a16="http://schemas.microsoft.com/office/drawing/2014/main" id="{A0152293-C3DC-5027-3AC1-8E371F8C26A2}"/>
              </a:ext>
            </a:extLst>
          </p:cNvPr>
          <p:cNvGrpSpPr/>
          <p:nvPr/>
        </p:nvGrpSpPr>
        <p:grpSpPr>
          <a:xfrm>
            <a:off x="200566" y="760784"/>
            <a:ext cx="6387353" cy="6333565"/>
            <a:chOff x="476692" y="1192617"/>
            <a:chExt cx="5936512" cy="5936512"/>
          </a:xfrm>
        </p:grpSpPr>
        <p:sp>
          <p:nvSpPr>
            <p:cNvPr id="69" name="任意形状 68">
              <a:extLst>
                <a:ext uri="{FF2B5EF4-FFF2-40B4-BE49-F238E27FC236}">
                  <a16:creationId xmlns:a16="http://schemas.microsoft.com/office/drawing/2014/main" id="{423D9BFB-B4B8-9507-B083-DC4B3352BAA4}"/>
                </a:ext>
              </a:extLst>
            </p:cNvPr>
            <p:cNvSpPr/>
            <p:nvPr/>
          </p:nvSpPr>
          <p:spPr>
            <a:xfrm>
              <a:off x="1372096" y="3534182"/>
              <a:ext cx="1791663" cy="2252830"/>
            </a:xfrm>
            <a:custGeom>
              <a:avLst/>
              <a:gdLst>
                <a:gd name="connsiteX0" fmla="*/ 942841 w 1791663"/>
                <a:gd name="connsiteY0" fmla="*/ 42395 h 2252830"/>
                <a:gd name="connsiteX1" fmla="*/ 5291 w 1791663"/>
                <a:gd name="connsiteY1" fmla="*/ 702152 h 2252830"/>
                <a:gd name="connsiteX2" fmla="*/ 618750 w 1791663"/>
                <a:gd name="connsiteY2" fmla="*/ 2172137 h 2252830"/>
                <a:gd name="connsiteX3" fmla="*/ 1787793 w 1791663"/>
                <a:gd name="connsiteY3" fmla="*/ 1848046 h 2252830"/>
                <a:gd name="connsiteX4" fmla="*/ 942841 w 1791663"/>
                <a:gd name="connsiteY4" fmla="*/ 42395 h 2252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663" h="2252830">
                  <a:moveTo>
                    <a:pt x="942841" y="42395"/>
                  </a:moveTo>
                  <a:cubicBezTo>
                    <a:pt x="645758" y="-148587"/>
                    <a:pt x="59306" y="347195"/>
                    <a:pt x="5291" y="702152"/>
                  </a:cubicBezTo>
                  <a:cubicBezTo>
                    <a:pt x="-48724" y="1057109"/>
                    <a:pt x="321667" y="1981155"/>
                    <a:pt x="618750" y="2172137"/>
                  </a:cubicBezTo>
                  <a:cubicBezTo>
                    <a:pt x="915833" y="2363119"/>
                    <a:pt x="1729920" y="2199145"/>
                    <a:pt x="1787793" y="1848046"/>
                  </a:cubicBezTo>
                  <a:cubicBezTo>
                    <a:pt x="1845666" y="1496947"/>
                    <a:pt x="1239924" y="233377"/>
                    <a:pt x="942841" y="42395"/>
                  </a:cubicBezTo>
                  <a:close/>
                </a:path>
              </a:pathLst>
            </a:custGeom>
            <a:solidFill>
              <a:srgbClr val="1E344D"/>
            </a:solidFill>
            <a:ln>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67" name="任意形状 66">
              <a:extLst>
                <a:ext uri="{FF2B5EF4-FFF2-40B4-BE49-F238E27FC236}">
                  <a16:creationId xmlns:a16="http://schemas.microsoft.com/office/drawing/2014/main" id="{E381FDF6-92FE-BE6C-C907-0168EF565142}"/>
                </a:ext>
              </a:extLst>
            </p:cNvPr>
            <p:cNvSpPr/>
            <p:nvPr/>
          </p:nvSpPr>
          <p:spPr>
            <a:xfrm>
              <a:off x="1835381" y="2071859"/>
              <a:ext cx="3721019" cy="4201702"/>
            </a:xfrm>
            <a:custGeom>
              <a:avLst/>
              <a:gdLst>
                <a:gd name="connsiteX0" fmla="*/ 62867 w 3721019"/>
                <a:gd name="connsiteY0" fmla="*/ 659766 h 4201702"/>
                <a:gd name="connsiteX1" fmla="*/ 1579151 w 3721019"/>
                <a:gd name="connsiteY1" fmla="*/ 9 h 4201702"/>
                <a:gd name="connsiteX2" fmla="*/ 3141733 w 3721019"/>
                <a:gd name="connsiteY2" fmla="*/ 648192 h 4201702"/>
                <a:gd name="connsiteX3" fmla="*/ 3720467 w 3721019"/>
                <a:gd name="connsiteY3" fmla="*/ 2176050 h 4201702"/>
                <a:gd name="connsiteX4" fmla="*/ 3060710 w 3721019"/>
                <a:gd name="connsiteY4" fmla="*/ 3646035 h 4201702"/>
                <a:gd name="connsiteX5" fmla="*/ 1579151 w 3721019"/>
                <a:gd name="connsiteY5" fmla="*/ 4201619 h 4201702"/>
                <a:gd name="connsiteX6" fmla="*/ 1023566 w 3721019"/>
                <a:gd name="connsiteY6" fmla="*/ 3680759 h 4201702"/>
                <a:gd name="connsiteX7" fmla="*/ 954118 w 3721019"/>
                <a:gd name="connsiteY7" fmla="*/ 2812657 h 4201702"/>
                <a:gd name="connsiteX8" fmla="*/ 352234 w 3721019"/>
                <a:gd name="connsiteY8" fmla="*/ 1481569 h 4201702"/>
                <a:gd name="connsiteX9" fmla="*/ 62867 w 3721019"/>
                <a:gd name="connsiteY9" fmla="*/ 659766 h 4201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21019" h="4201702">
                  <a:moveTo>
                    <a:pt x="62867" y="659766"/>
                  </a:moveTo>
                  <a:cubicBezTo>
                    <a:pt x="267353" y="412839"/>
                    <a:pt x="1066007" y="1938"/>
                    <a:pt x="1579151" y="9"/>
                  </a:cubicBezTo>
                  <a:cubicBezTo>
                    <a:pt x="2092295" y="-1920"/>
                    <a:pt x="2784847" y="285518"/>
                    <a:pt x="3141733" y="648192"/>
                  </a:cubicBezTo>
                  <a:cubicBezTo>
                    <a:pt x="3498619" y="1010866"/>
                    <a:pt x="3733971" y="1676410"/>
                    <a:pt x="3720467" y="2176050"/>
                  </a:cubicBezTo>
                  <a:cubicBezTo>
                    <a:pt x="3706963" y="2675690"/>
                    <a:pt x="3417596" y="3308440"/>
                    <a:pt x="3060710" y="3646035"/>
                  </a:cubicBezTo>
                  <a:cubicBezTo>
                    <a:pt x="2703824" y="3983630"/>
                    <a:pt x="1918675" y="4195832"/>
                    <a:pt x="1579151" y="4201619"/>
                  </a:cubicBezTo>
                  <a:cubicBezTo>
                    <a:pt x="1239627" y="4207406"/>
                    <a:pt x="1127738" y="3912253"/>
                    <a:pt x="1023566" y="3680759"/>
                  </a:cubicBezTo>
                  <a:cubicBezTo>
                    <a:pt x="919394" y="3449265"/>
                    <a:pt x="1066007" y="3179189"/>
                    <a:pt x="954118" y="2812657"/>
                  </a:cubicBezTo>
                  <a:cubicBezTo>
                    <a:pt x="842229" y="2446125"/>
                    <a:pt x="498847" y="1838455"/>
                    <a:pt x="352234" y="1481569"/>
                  </a:cubicBezTo>
                  <a:cubicBezTo>
                    <a:pt x="205621" y="1124683"/>
                    <a:pt x="-141619" y="906693"/>
                    <a:pt x="62867" y="659766"/>
                  </a:cubicBezTo>
                  <a:close/>
                </a:path>
              </a:pathLst>
            </a:custGeom>
            <a:solidFill>
              <a:srgbClr val="4F6682">
                <a:alpha val="50243"/>
              </a:srgbClr>
            </a:solidFill>
            <a:ln>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4F6682"/>
                </a:solidFill>
              </a:endParaRPr>
            </a:p>
          </p:txBody>
        </p:sp>
        <p:sp>
          <p:nvSpPr>
            <p:cNvPr id="66" name="任意形状 65">
              <a:extLst>
                <a:ext uri="{FF2B5EF4-FFF2-40B4-BE49-F238E27FC236}">
                  <a16:creationId xmlns:a16="http://schemas.microsoft.com/office/drawing/2014/main" id="{42EF5733-03AA-1D87-5581-569DDD400641}"/>
                </a:ext>
              </a:extLst>
            </p:cNvPr>
            <p:cNvSpPr/>
            <p:nvPr/>
          </p:nvSpPr>
          <p:spPr>
            <a:xfrm>
              <a:off x="2277182" y="2972020"/>
              <a:ext cx="2677427" cy="2884896"/>
            </a:xfrm>
            <a:custGeom>
              <a:avLst/>
              <a:gdLst>
                <a:gd name="connsiteX0" fmla="*/ 3031 w 2677427"/>
                <a:gd name="connsiteY0" fmla="*/ 639281 h 2884896"/>
                <a:gd name="connsiteX1" fmla="*/ 222950 w 2677427"/>
                <a:gd name="connsiteY1" fmla="*/ 1264314 h 2884896"/>
                <a:gd name="connsiteX2" fmla="*/ 222950 w 2677427"/>
                <a:gd name="connsiteY2" fmla="*/ 2225013 h 2884896"/>
                <a:gd name="connsiteX3" fmla="*/ 1183648 w 2677427"/>
                <a:gd name="connsiteY3" fmla="*/ 2884770 h 2884896"/>
                <a:gd name="connsiteX4" fmla="*/ 2179071 w 2677427"/>
                <a:gd name="connsiteY4" fmla="*/ 2271312 h 2884896"/>
                <a:gd name="connsiteX5" fmla="*/ 2676783 w 2677427"/>
                <a:gd name="connsiteY5" fmla="*/ 1241165 h 2884896"/>
                <a:gd name="connsiteX6" fmla="*/ 2086474 w 2677427"/>
                <a:gd name="connsiteY6" fmla="*/ 338339 h 2884896"/>
                <a:gd name="connsiteX7" fmla="*/ 1172074 w 2677427"/>
                <a:gd name="connsiteY7" fmla="*/ 2674 h 2884896"/>
                <a:gd name="connsiteX8" fmla="*/ 408145 w 2677427"/>
                <a:gd name="connsiteY8" fmla="*/ 488810 h 2884896"/>
                <a:gd name="connsiteX9" fmla="*/ 3031 w 2677427"/>
                <a:gd name="connsiteY9" fmla="*/ 639281 h 288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77427" h="2884896">
                  <a:moveTo>
                    <a:pt x="3031" y="639281"/>
                  </a:moveTo>
                  <a:cubicBezTo>
                    <a:pt x="-27835" y="768532"/>
                    <a:pt x="186297" y="1000025"/>
                    <a:pt x="222950" y="1264314"/>
                  </a:cubicBezTo>
                  <a:cubicBezTo>
                    <a:pt x="259603" y="1528603"/>
                    <a:pt x="62834" y="1954937"/>
                    <a:pt x="222950" y="2225013"/>
                  </a:cubicBezTo>
                  <a:cubicBezTo>
                    <a:pt x="383066" y="2495089"/>
                    <a:pt x="857628" y="2877054"/>
                    <a:pt x="1183648" y="2884770"/>
                  </a:cubicBezTo>
                  <a:cubicBezTo>
                    <a:pt x="1509668" y="2892486"/>
                    <a:pt x="1930215" y="2545246"/>
                    <a:pt x="2179071" y="2271312"/>
                  </a:cubicBezTo>
                  <a:cubicBezTo>
                    <a:pt x="2427927" y="1997378"/>
                    <a:pt x="2692216" y="1563327"/>
                    <a:pt x="2676783" y="1241165"/>
                  </a:cubicBezTo>
                  <a:cubicBezTo>
                    <a:pt x="2661350" y="919003"/>
                    <a:pt x="2337259" y="544754"/>
                    <a:pt x="2086474" y="338339"/>
                  </a:cubicBezTo>
                  <a:cubicBezTo>
                    <a:pt x="1835689" y="131924"/>
                    <a:pt x="1451795" y="-22404"/>
                    <a:pt x="1172074" y="2674"/>
                  </a:cubicBezTo>
                  <a:cubicBezTo>
                    <a:pt x="892353" y="27752"/>
                    <a:pt x="597198" y="382709"/>
                    <a:pt x="408145" y="488810"/>
                  </a:cubicBezTo>
                  <a:cubicBezTo>
                    <a:pt x="219092" y="594911"/>
                    <a:pt x="33897" y="510030"/>
                    <a:pt x="3031" y="639281"/>
                  </a:cubicBezTo>
                  <a:close/>
                </a:path>
              </a:pathLst>
            </a:custGeom>
            <a:solidFill>
              <a:srgbClr val="BB3023"/>
            </a:solid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5" name="椭圆 14">
              <a:extLst>
                <a:ext uri="{FF2B5EF4-FFF2-40B4-BE49-F238E27FC236}">
                  <a16:creationId xmlns:a16="http://schemas.microsoft.com/office/drawing/2014/main" id="{CB2805CC-9902-425E-E342-E503F86D3CE8}"/>
                </a:ext>
              </a:extLst>
            </p:cNvPr>
            <p:cNvSpPr/>
            <p:nvPr/>
          </p:nvSpPr>
          <p:spPr>
            <a:xfrm>
              <a:off x="3025571" y="3741496"/>
              <a:ext cx="838754" cy="838754"/>
            </a:xfrm>
            <a:prstGeom prst="ellipse">
              <a:avLst/>
            </a:prstGeom>
            <a:noFill/>
            <a:ln w="6350">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6" name="椭圆 15">
              <a:extLst>
                <a:ext uri="{FF2B5EF4-FFF2-40B4-BE49-F238E27FC236}">
                  <a16:creationId xmlns:a16="http://schemas.microsoft.com/office/drawing/2014/main" id="{BBE68865-BB38-817F-269D-196E88C6F4D5}"/>
                </a:ext>
              </a:extLst>
            </p:cNvPr>
            <p:cNvSpPr/>
            <p:nvPr/>
          </p:nvSpPr>
          <p:spPr>
            <a:xfrm>
              <a:off x="2612673" y="3328598"/>
              <a:ext cx="1664551" cy="1664551"/>
            </a:xfrm>
            <a:prstGeom prst="ellipse">
              <a:avLst/>
            </a:prstGeom>
            <a:noFill/>
            <a:ln w="6350">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7" name="椭圆 16">
              <a:extLst>
                <a:ext uri="{FF2B5EF4-FFF2-40B4-BE49-F238E27FC236}">
                  <a16:creationId xmlns:a16="http://schemas.microsoft.com/office/drawing/2014/main" id="{AC669009-522B-4893-007E-8E28C0DCC5BA}"/>
                </a:ext>
              </a:extLst>
            </p:cNvPr>
            <p:cNvSpPr/>
            <p:nvPr/>
          </p:nvSpPr>
          <p:spPr>
            <a:xfrm>
              <a:off x="2180571" y="2896496"/>
              <a:ext cx="2528755" cy="2528755"/>
            </a:xfrm>
            <a:prstGeom prst="ellipse">
              <a:avLst/>
            </a:prstGeom>
            <a:noFill/>
            <a:ln w="6350">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8" name="椭圆 17">
              <a:extLst>
                <a:ext uri="{FF2B5EF4-FFF2-40B4-BE49-F238E27FC236}">
                  <a16:creationId xmlns:a16="http://schemas.microsoft.com/office/drawing/2014/main" id="{08FDF0A3-F04E-1226-AB3E-38EC65BB72C9}"/>
                </a:ext>
              </a:extLst>
            </p:cNvPr>
            <p:cNvSpPr/>
            <p:nvPr/>
          </p:nvSpPr>
          <p:spPr>
            <a:xfrm>
              <a:off x="1768865" y="2484790"/>
              <a:ext cx="3352167" cy="3352167"/>
            </a:xfrm>
            <a:prstGeom prst="ellipse">
              <a:avLst/>
            </a:prstGeom>
            <a:noFill/>
            <a:ln w="6350">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9" name="椭圆 18">
              <a:extLst>
                <a:ext uri="{FF2B5EF4-FFF2-40B4-BE49-F238E27FC236}">
                  <a16:creationId xmlns:a16="http://schemas.microsoft.com/office/drawing/2014/main" id="{52113B07-3116-F353-5D12-C439A0CC921B}"/>
                </a:ext>
              </a:extLst>
            </p:cNvPr>
            <p:cNvSpPr/>
            <p:nvPr/>
          </p:nvSpPr>
          <p:spPr>
            <a:xfrm>
              <a:off x="1350334" y="2066259"/>
              <a:ext cx="4189228" cy="4189228"/>
            </a:xfrm>
            <a:prstGeom prst="ellipse">
              <a:avLst/>
            </a:prstGeom>
            <a:noFill/>
            <a:ln w="6350">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0" name="椭圆 19">
              <a:extLst>
                <a:ext uri="{FF2B5EF4-FFF2-40B4-BE49-F238E27FC236}">
                  <a16:creationId xmlns:a16="http://schemas.microsoft.com/office/drawing/2014/main" id="{91FED9CB-6B15-CFE5-2C5C-3B3C870D2483}"/>
                </a:ext>
              </a:extLst>
            </p:cNvPr>
            <p:cNvSpPr/>
            <p:nvPr/>
          </p:nvSpPr>
          <p:spPr>
            <a:xfrm>
              <a:off x="931804" y="1647729"/>
              <a:ext cx="5026288" cy="5026288"/>
            </a:xfrm>
            <a:prstGeom prst="ellipse">
              <a:avLst/>
            </a:prstGeom>
            <a:noFill/>
            <a:ln w="6350">
              <a:solidFill>
                <a:srgbClr val="212121">
                  <a:alpha val="76000"/>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2" name="椭圆 21">
              <a:extLst>
                <a:ext uri="{FF2B5EF4-FFF2-40B4-BE49-F238E27FC236}">
                  <a16:creationId xmlns:a16="http://schemas.microsoft.com/office/drawing/2014/main" id="{C8D84245-63FE-FA3B-0073-63CC4A02DA31}"/>
                </a:ext>
              </a:extLst>
            </p:cNvPr>
            <p:cNvSpPr/>
            <p:nvPr/>
          </p:nvSpPr>
          <p:spPr>
            <a:xfrm>
              <a:off x="476692" y="1192617"/>
              <a:ext cx="5936512" cy="5936512"/>
            </a:xfrm>
            <a:prstGeom prst="ellipse">
              <a:avLst/>
            </a:prstGeom>
            <a:noFill/>
            <a:ln w="6350">
              <a:solidFill>
                <a:srgbClr val="212121">
                  <a:alpha val="21735"/>
                </a:srgb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grpSp>
          <p:nvGrpSpPr>
            <p:cNvPr id="62" name="组合 61">
              <a:extLst>
                <a:ext uri="{FF2B5EF4-FFF2-40B4-BE49-F238E27FC236}">
                  <a16:creationId xmlns:a16="http://schemas.microsoft.com/office/drawing/2014/main" id="{FA92722A-00F4-7DB1-3EF1-4F0C33EEAEA6}"/>
                </a:ext>
              </a:extLst>
            </p:cNvPr>
            <p:cNvGrpSpPr/>
            <p:nvPr/>
          </p:nvGrpSpPr>
          <p:grpSpPr>
            <a:xfrm>
              <a:off x="1481415" y="2069264"/>
              <a:ext cx="4039660" cy="4184204"/>
              <a:chOff x="1499902" y="2071283"/>
              <a:chExt cx="4039660" cy="4184204"/>
            </a:xfrm>
          </p:grpSpPr>
          <p:cxnSp>
            <p:nvCxnSpPr>
              <p:cNvPr id="25" name="直线箭头连接符 24">
                <a:extLst>
                  <a:ext uri="{FF2B5EF4-FFF2-40B4-BE49-F238E27FC236}">
                    <a16:creationId xmlns:a16="http://schemas.microsoft.com/office/drawing/2014/main" id="{BDD3E1CD-5765-4A46-F979-75528590CDE0}"/>
                  </a:ext>
                </a:extLst>
              </p:cNvPr>
              <p:cNvCxnSpPr>
                <a:cxnSpLocks/>
              </p:cNvCxnSpPr>
              <p:nvPr/>
            </p:nvCxnSpPr>
            <p:spPr>
              <a:xfrm flipH="1" flipV="1">
                <a:off x="3419827" y="2071283"/>
                <a:ext cx="29792" cy="2106270"/>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线箭头连接符 26">
                <a:extLst>
                  <a:ext uri="{FF2B5EF4-FFF2-40B4-BE49-F238E27FC236}">
                    <a16:creationId xmlns:a16="http://schemas.microsoft.com/office/drawing/2014/main" id="{D7C71812-B18A-FFDB-58FF-14F9711C3237}"/>
                  </a:ext>
                </a:extLst>
              </p:cNvPr>
              <p:cNvCxnSpPr>
                <a:cxnSpLocks/>
                <a:endCxn id="19" idx="7"/>
              </p:cNvCxnSpPr>
              <p:nvPr/>
            </p:nvCxnSpPr>
            <p:spPr>
              <a:xfrm flipV="1">
                <a:off x="3442447" y="2679757"/>
                <a:ext cx="1483617" cy="1497796"/>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线箭头连接符 29">
                <a:extLst>
                  <a:ext uri="{FF2B5EF4-FFF2-40B4-BE49-F238E27FC236}">
                    <a16:creationId xmlns:a16="http://schemas.microsoft.com/office/drawing/2014/main" id="{57AC1DC2-D384-FE2D-E4A1-A999C2D4AF9E}"/>
                  </a:ext>
                </a:extLst>
              </p:cNvPr>
              <p:cNvCxnSpPr>
                <a:cxnSpLocks/>
                <a:endCxn id="19" idx="6"/>
              </p:cNvCxnSpPr>
              <p:nvPr/>
            </p:nvCxnSpPr>
            <p:spPr>
              <a:xfrm flipV="1">
                <a:off x="3460257" y="4160873"/>
                <a:ext cx="2079305" cy="10048"/>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直线箭头连接符 32">
                <a:extLst>
                  <a:ext uri="{FF2B5EF4-FFF2-40B4-BE49-F238E27FC236}">
                    <a16:creationId xmlns:a16="http://schemas.microsoft.com/office/drawing/2014/main" id="{04CB4509-4A90-CCC4-60C6-3898C1DD3C84}"/>
                  </a:ext>
                </a:extLst>
              </p:cNvPr>
              <p:cNvCxnSpPr>
                <a:cxnSpLocks/>
                <a:endCxn id="19" idx="5"/>
              </p:cNvCxnSpPr>
              <p:nvPr/>
            </p:nvCxnSpPr>
            <p:spPr>
              <a:xfrm>
                <a:off x="3449619" y="4177553"/>
                <a:ext cx="1476445" cy="1464436"/>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36" name="直线箭头连接符 35">
                <a:extLst>
                  <a:ext uri="{FF2B5EF4-FFF2-40B4-BE49-F238E27FC236}">
                    <a16:creationId xmlns:a16="http://schemas.microsoft.com/office/drawing/2014/main" id="{AC7A6F41-A707-3113-D261-E44B46C1DA41}"/>
                  </a:ext>
                </a:extLst>
              </p:cNvPr>
              <p:cNvCxnSpPr>
                <a:cxnSpLocks/>
                <a:endCxn id="19" idx="3"/>
              </p:cNvCxnSpPr>
              <p:nvPr/>
            </p:nvCxnSpPr>
            <p:spPr>
              <a:xfrm flipH="1">
                <a:off x="1963832" y="4102100"/>
                <a:ext cx="1554068" cy="1539889"/>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39" name="直线箭头连接符 38">
                <a:extLst>
                  <a:ext uri="{FF2B5EF4-FFF2-40B4-BE49-F238E27FC236}">
                    <a16:creationId xmlns:a16="http://schemas.microsoft.com/office/drawing/2014/main" id="{B5D786D9-C7BF-77DC-9FC9-D2278AE785BA}"/>
                  </a:ext>
                </a:extLst>
              </p:cNvPr>
              <p:cNvCxnSpPr>
                <a:cxnSpLocks/>
              </p:cNvCxnSpPr>
              <p:nvPr/>
            </p:nvCxnSpPr>
            <p:spPr>
              <a:xfrm rot="19607203" flipH="1" flipV="1">
                <a:off x="1499902" y="3606678"/>
                <a:ext cx="1787789" cy="1155185"/>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直线箭头连接符 40">
                <a:extLst>
                  <a:ext uri="{FF2B5EF4-FFF2-40B4-BE49-F238E27FC236}">
                    <a16:creationId xmlns:a16="http://schemas.microsoft.com/office/drawing/2014/main" id="{E57F40E6-8F98-239C-8327-FBFA4CB3D3DD}"/>
                  </a:ext>
                </a:extLst>
              </p:cNvPr>
              <p:cNvCxnSpPr>
                <a:cxnSpLocks/>
                <a:endCxn id="19" idx="1"/>
              </p:cNvCxnSpPr>
              <p:nvPr/>
            </p:nvCxnSpPr>
            <p:spPr>
              <a:xfrm flipH="1" flipV="1">
                <a:off x="1963832" y="2679757"/>
                <a:ext cx="1478615" cy="1487038"/>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47" name="直线箭头连接符 46">
                <a:extLst>
                  <a:ext uri="{FF2B5EF4-FFF2-40B4-BE49-F238E27FC236}">
                    <a16:creationId xmlns:a16="http://schemas.microsoft.com/office/drawing/2014/main" id="{7303830F-7DC5-DE69-6535-629790965203}"/>
                  </a:ext>
                </a:extLst>
              </p:cNvPr>
              <p:cNvCxnSpPr>
                <a:cxnSpLocks/>
                <a:endCxn id="19" idx="4"/>
              </p:cNvCxnSpPr>
              <p:nvPr/>
            </p:nvCxnSpPr>
            <p:spPr>
              <a:xfrm>
                <a:off x="3444948" y="4159770"/>
                <a:ext cx="0" cy="2095717"/>
              </a:xfrm>
              <a:prstGeom prst="straightConnector1">
                <a:avLst/>
              </a:prstGeom>
              <a:ln>
                <a:solidFill>
                  <a:srgbClr val="212121">
                    <a:alpha val="76000"/>
                  </a:srgbClr>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83" name="椭圆 82">
            <a:extLst>
              <a:ext uri="{FF2B5EF4-FFF2-40B4-BE49-F238E27FC236}">
                <a16:creationId xmlns:a16="http://schemas.microsoft.com/office/drawing/2014/main" id="{2E6256B6-19B2-4033-12F4-7C93D9ECD7B1}"/>
              </a:ext>
            </a:extLst>
          </p:cNvPr>
          <p:cNvSpPr/>
          <p:nvPr/>
        </p:nvSpPr>
        <p:spPr>
          <a:xfrm>
            <a:off x="3188085" y="2058118"/>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4" name="椭圆 83">
            <a:extLst>
              <a:ext uri="{FF2B5EF4-FFF2-40B4-BE49-F238E27FC236}">
                <a16:creationId xmlns:a16="http://schemas.microsoft.com/office/drawing/2014/main" id="{9389E1C4-81EF-CE90-DD7D-52AF3725285D}"/>
              </a:ext>
            </a:extLst>
          </p:cNvPr>
          <p:cNvSpPr/>
          <p:nvPr/>
        </p:nvSpPr>
        <p:spPr>
          <a:xfrm>
            <a:off x="4182541" y="2904318"/>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5" name="椭圆 84">
            <a:extLst>
              <a:ext uri="{FF2B5EF4-FFF2-40B4-BE49-F238E27FC236}">
                <a16:creationId xmlns:a16="http://schemas.microsoft.com/office/drawing/2014/main" id="{3B8932EE-54F4-7B3A-7255-8D7F8B9C1CDF}"/>
              </a:ext>
            </a:extLst>
          </p:cNvPr>
          <p:cNvSpPr/>
          <p:nvPr/>
        </p:nvSpPr>
        <p:spPr>
          <a:xfrm>
            <a:off x="4831702" y="3845131"/>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6" name="椭圆 85">
            <a:extLst>
              <a:ext uri="{FF2B5EF4-FFF2-40B4-BE49-F238E27FC236}">
                <a16:creationId xmlns:a16="http://schemas.microsoft.com/office/drawing/2014/main" id="{183491BE-AEF7-5EC1-ABE4-B6D6E781D448}"/>
              </a:ext>
            </a:extLst>
          </p:cNvPr>
          <p:cNvSpPr/>
          <p:nvPr/>
        </p:nvSpPr>
        <p:spPr>
          <a:xfrm>
            <a:off x="2475679" y="3098628"/>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7" name="椭圆 86">
            <a:extLst>
              <a:ext uri="{FF2B5EF4-FFF2-40B4-BE49-F238E27FC236}">
                <a16:creationId xmlns:a16="http://schemas.microsoft.com/office/drawing/2014/main" id="{4F7193F5-EBAC-A166-3D3F-139442C55B4D}"/>
              </a:ext>
            </a:extLst>
          </p:cNvPr>
          <p:cNvSpPr/>
          <p:nvPr/>
        </p:nvSpPr>
        <p:spPr>
          <a:xfrm>
            <a:off x="3215680" y="5643878"/>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8" name="椭圆 87">
            <a:extLst>
              <a:ext uri="{FF2B5EF4-FFF2-40B4-BE49-F238E27FC236}">
                <a16:creationId xmlns:a16="http://schemas.microsoft.com/office/drawing/2014/main" id="{1F8C6DFC-94E9-73CD-78AB-C2C49DBF5D14}"/>
              </a:ext>
            </a:extLst>
          </p:cNvPr>
          <p:cNvSpPr/>
          <p:nvPr/>
        </p:nvSpPr>
        <p:spPr>
          <a:xfrm>
            <a:off x="1652129" y="2290623"/>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89" name="椭圆 88">
            <a:extLst>
              <a:ext uri="{FF2B5EF4-FFF2-40B4-BE49-F238E27FC236}">
                <a16:creationId xmlns:a16="http://schemas.microsoft.com/office/drawing/2014/main" id="{6064A4E7-35E3-B2BC-AF42-602F6A0ED82F}"/>
              </a:ext>
            </a:extLst>
          </p:cNvPr>
          <p:cNvSpPr/>
          <p:nvPr/>
        </p:nvSpPr>
        <p:spPr>
          <a:xfrm>
            <a:off x="1415480" y="3861048"/>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0" name="椭圆 89">
            <a:extLst>
              <a:ext uri="{FF2B5EF4-FFF2-40B4-BE49-F238E27FC236}">
                <a16:creationId xmlns:a16="http://schemas.microsoft.com/office/drawing/2014/main" id="{F2F5837A-3CC9-A9A8-91D2-2B5AB330EFBC}"/>
              </a:ext>
            </a:extLst>
          </p:cNvPr>
          <p:cNvSpPr/>
          <p:nvPr/>
        </p:nvSpPr>
        <p:spPr>
          <a:xfrm>
            <a:off x="4799856" y="5445224"/>
            <a:ext cx="128192" cy="128192"/>
          </a:xfrm>
          <a:prstGeom prst="ellipse">
            <a:avLst/>
          </a:prstGeom>
          <a:solidFill>
            <a:srgbClr val="212121"/>
          </a:solidFill>
          <a:ln>
            <a:solidFill>
              <a:srgbClr val="BFD5C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92" name="文本框 91">
            <a:extLst>
              <a:ext uri="{FF2B5EF4-FFF2-40B4-BE49-F238E27FC236}">
                <a16:creationId xmlns:a16="http://schemas.microsoft.com/office/drawing/2014/main" id="{E8D38379-EC06-E954-5E4B-92044F204B88}"/>
              </a:ext>
            </a:extLst>
          </p:cNvPr>
          <p:cNvSpPr txBox="1"/>
          <p:nvPr/>
        </p:nvSpPr>
        <p:spPr>
          <a:xfrm>
            <a:off x="3304874" y="1900800"/>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93" name="文本框 92">
            <a:extLst>
              <a:ext uri="{FF2B5EF4-FFF2-40B4-BE49-F238E27FC236}">
                <a16:creationId xmlns:a16="http://schemas.microsoft.com/office/drawing/2014/main" id="{03294B55-9442-976B-7C52-1667BFF690D8}"/>
              </a:ext>
            </a:extLst>
          </p:cNvPr>
          <p:cNvSpPr txBox="1"/>
          <p:nvPr/>
        </p:nvSpPr>
        <p:spPr>
          <a:xfrm>
            <a:off x="4223792" y="3068960"/>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94" name="文本框 93">
            <a:extLst>
              <a:ext uri="{FF2B5EF4-FFF2-40B4-BE49-F238E27FC236}">
                <a16:creationId xmlns:a16="http://schemas.microsoft.com/office/drawing/2014/main" id="{BABC737F-13C3-5072-77F6-EF4E02F5E787}"/>
              </a:ext>
            </a:extLst>
          </p:cNvPr>
          <p:cNvSpPr txBox="1"/>
          <p:nvPr/>
        </p:nvSpPr>
        <p:spPr>
          <a:xfrm>
            <a:off x="4799856" y="4005064"/>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95" name="文本框 94">
            <a:extLst>
              <a:ext uri="{FF2B5EF4-FFF2-40B4-BE49-F238E27FC236}">
                <a16:creationId xmlns:a16="http://schemas.microsoft.com/office/drawing/2014/main" id="{ABE21C66-2CDB-CB4F-6915-AF267599C232}"/>
              </a:ext>
            </a:extLst>
          </p:cNvPr>
          <p:cNvSpPr txBox="1"/>
          <p:nvPr/>
        </p:nvSpPr>
        <p:spPr>
          <a:xfrm>
            <a:off x="3287688" y="5373216"/>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96" name="文本框 95">
            <a:extLst>
              <a:ext uri="{FF2B5EF4-FFF2-40B4-BE49-F238E27FC236}">
                <a16:creationId xmlns:a16="http://schemas.microsoft.com/office/drawing/2014/main" id="{9BF93A38-41D1-3D62-66A5-F9585422F710}"/>
              </a:ext>
            </a:extLst>
          </p:cNvPr>
          <p:cNvSpPr txBox="1"/>
          <p:nvPr/>
        </p:nvSpPr>
        <p:spPr>
          <a:xfrm>
            <a:off x="1487488" y="4005064"/>
            <a:ext cx="718466" cy="261610"/>
          </a:xfrm>
          <a:prstGeom prst="rect">
            <a:avLst/>
          </a:prstGeom>
          <a:noFill/>
        </p:spPr>
        <p:txBody>
          <a:bodyPr wrap="none" rtlCol="0">
            <a:spAutoFit/>
          </a:bodyPr>
          <a:lstStyle/>
          <a:p>
            <a:r>
              <a:rPr kumimoji="1" lang="en-US" altLang="zh-CN" sz="1100" dirty="0">
                <a:solidFill>
                  <a:schemeClr val="bg1"/>
                </a:solidFill>
                <a:latin typeface="Alibaba PuHuiTi" pitchFamily="18" charset="-122"/>
                <a:ea typeface="Alibaba PuHuiTi" pitchFamily="18" charset="-122"/>
                <a:cs typeface="Alibaba PuHuiTi" pitchFamily="18" charset="-122"/>
              </a:rPr>
              <a:t>$0.0020</a:t>
            </a:r>
            <a:endParaRPr kumimoji="1" lang="zh-CN" altLang="en-US" sz="1100" dirty="0">
              <a:solidFill>
                <a:schemeClr val="bg1"/>
              </a:solidFill>
              <a:latin typeface="Alibaba PuHuiTi" pitchFamily="18" charset="-122"/>
              <a:ea typeface="Alibaba PuHuiTi" pitchFamily="18" charset="-122"/>
              <a:cs typeface="Alibaba PuHuiTi" pitchFamily="18" charset="-122"/>
            </a:endParaRPr>
          </a:p>
        </p:txBody>
      </p:sp>
      <p:sp>
        <p:nvSpPr>
          <p:cNvPr id="97" name="文本框 96">
            <a:extLst>
              <a:ext uri="{FF2B5EF4-FFF2-40B4-BE49-F238E27FC236}">
                <a16:creationId xmlns:a16="http://schemas.microsoft.com/office/drawing/2014/main" id="{FFF29A87-37FB-F946-F955-275156AC22E7}"/>
              </a:ext>
            </a:extLst>
          </p:cNvPr>
          <p:cNvSpPr txBox="1"/>
          <p:nvPr/>
        </p:nvSpPr>
        <p:spPr>
          <a:xfrm>
            <a:off x="1703512" y="1988840"/>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98" name="文本框 97">
            <a:extLst>
              <a:ext uri="{FF2B5EF4-FFF2-40B4-BE49-F238E27FC236}">
                <a16:creationId xmlns:a16="http://schemas.microsoft.com/office/drawing/2014/main" id="{DAD2F1D4-A68B-9FEF-76E3-60CCAAACA8B8}"/>
              </a:ext>
            </a:extLst>
          </p:cNvPr>
          <p:cNvSpPr txBox="1"/>
          <p:nvPr/>
        </p:nvSpPr>
        <p:spPr>
          <a:xfrm>
            <a:off x="4799856" y="5157192"/>
            <a:ext cx="718466" cy="261610"/>
          </a:xfrm>
          <a:prstGeom prst="rect">
            <a:avLst/>
          </a:prstGeom>
          <a:noFill/>
        </p:spPr>
        <p:txBody>
          <a:bodyPr wrap="none" rtlCol="0">
            <a:spAutoFit/>
          </a:bodyPr>
          <a:lstStyle/>
          <a:p>
            <a:r>
              <a:rPr kumimoji="1" lang="en-US" altLang="zh-CN" sz="1100" dirty="0">
                <a:solidFill>
                  <a:srgbClr val="212121"/>
                </a:solidFill>
                <a:latin typeface="Alibaba PuHuiTi" pitchFamily="18" charset="-122"/>
                <a:ea typeface="Alibaba PuHuiTi" pitchFamily="18" charset="-122"/>
                <a:cs typeface="Alibaba PuHuiTi" pitchFamily="18" charset="-122"/>
              </a:rPr>
              <a:t>$0.0020</a:t>
            </a:r>
            <a:endParaRPr kumimoji="1" lang="zh-CN" altLang="en-US" sz="1100" dirty="0">
              <a:solidFill>
                <a:srgbClr val="212121"/>
              </a:solidFill>
              <a:latin typeface="Alibaba PuHuiTi" pitchFamily="18" charset="-122"/>
              <a:ea typeface="Alibaba PuHuiTi" pitchFamily="18" charset="-122"/>
              <a:cs typeface="Alibaba PuHuiTi" pitchFamily="18" charset="-122"/>
            </a:endParaRPr>
          </a:p>
        </p:txBody>
      </p:sp>
      <p:sp>
        <p:nvSpPr>
          <p:cNvPr id="99" name="椭圆 98">
            <a:extLst>
              <a:ext uri="{FF2B5EF4-FFF2-40B4-BE49-F238E27FC236}">
                <a16:creationId xmlns:a16="http://schemas.microsoft.com/office/drawing/2014/main" id="{F5E1A3B3-5DDC-C7D0-A5A1-99777651E52F}"/>
              </a:ext>
            </a:extLst>
          </p:cNvPr>
          <p:cNvSpPr/>
          <p:nvPr/>
        </p:nvSpPr>
        <p:spPr>
          <a:xfrm>
            <a:off x="408111" y="1148615"/>
            <a:ext cx="158496" cy="158496"/>
          </a:xfrm>
          <a:prstGeom prst="ellipse">
            <a:avLst/>
          </a:prstGeom>
          <a:solidFill>
            <a:schemeClr val="tx1">
              <a:lumMod val="50000"/>
              <a:lumOff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0" name="文本框 99">
            <a:extLst>
              <a:ext uri="{FF2B5EF4-FFF2-40B4-BE49-F238E27FC236}">
                <a16:creationId xmlns:a16="http://schemas.microsoft.com/office/drawing/2014/main" id="{87359AF8-7B9C-3584-078F-4C8113F62E3F}"/>
              </a:ext>
            </a:extLst>
          </p:cNvPr>
          <p:cNvSpPr txBox="1"/>
          <p:nvPr/>
        </p:nvSpPr>
        <p:spPr>
          <a:xfrm>
            <a:off x="538071" y="1094167"/>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01" name="椭圆 100">
            <a:extLst>
              <a:ext uri="{FF2B5EF4-FFF2-40B4-BE49-F238E27FC236}">
                <a16:creationId xmlns:a16="http://schemas.microsoft.com/office/drawing/2014/main" id="{9FD33DBF-FE33-2042-472A-003ADCA7B983}"/>
              </a:ext>
            </a:extLst>
          </p:cNvPr>
          <p:cNvSpPr/>
          <p:nvPr/>
        </p:nvSpPr>
        <p:spPr>
          <a:xfrm>
            <a:off x="398177" y="1553729"/>
            <a:ext cx="158496" cy="158496"/>
          </a:xfrm>
          <a:prstGeom prst="ellipse">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2" name="文本框 101">
            <a:extLst>
              <a:ext uri="{FF2B5EF4-FFF2-40B4-BE49-F238E27FC236}">
                <a16:creationId xmlns:a16="http://schemas.microsoft.com/office/drawing/2014/main" id="{0446F419-C0D8-F26A-BF0B-A6C6EA0368E5}"/>
              </a:ext>
            </a:extLst>
          </p:cNvPr>
          <p:cNvSpPr txBox="1"/>
          <p:nvPr/>
        </p:nvSpPr>
        <p:spPr>
          <a:xfrm>
            <a:off x="528137" y="1499281"/>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103" name="椭圆 102">
            <a:extLst>
              <a:ext uri="{FF2B5EF4-FFF2-40B4-BE49-F238E27FC236}">
                <a16:creationId xmlns:a16="http://schemas.microsoft.com/office/drawing/2014/main" id="{B016BECA-20A1-7CEC-4595-7EE66149F9A4}"/>
              </a:ext>
            </a:extLst>
          </p:cNvPr>
          <p:cNvSpPr/>
          <p:nvPr/>
        </p:nvSpPr>
        <p:spPr>
          <a:xfrm>
            <a:off x="396731" y="1935693"/>
            <a:ext cx="158496" cy="158496"/>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104" name="文本框 103">
            <a:extLst>
              <a:ext uri="{FF2B5EF4-FFF2-40B4-BE49-F238E27FC236}">
                <a16:creationId xmlns:a16="http://schemas.microsoft.com/office/drawing/2014/main" id="{62377E4A-0382-683B-F0B2-7C137AE5130C}"/>
              </a:ext>
            </a:extLst>
          </p:cNvPr>
          <p:cNvSpPr txBox="1"/>
          <p:nvPr/>
        </p:nvSpPr>
        <p:spPr>
          <a:xfrm>
            <a:off x="526691" y="1881245"/>
            <a:ext cx="659155" cy="307777"/>
          </a:xfrm>
          <a:prstGeom prst="rect">
            <a:avLst/>
          </a:prstGeom>
          <a:noFill/>
        </p:spPr>
        <p:txBody>
          <a:bodyPr wrap="none" rtlCol="0">
            <a:spAutoFit/>
          </a:bodyPr>
          <a:lstStyle/>
          <a:p>
            <a:r>
              <a:rPr kumimoji="1" lang="en-US" altLang="zh-CN" sz="1400" dirty="0">
                <a:solidFill>
                  <a:srgbClr val="1E344D"/>
                </a:solidFill>
                <a:latin typeface="Alibaba PuHuiTi" pitchFamily="18" charset="-122"/>
                <a:ea typeface="Alibaba PuHuiTi" pitchFamily="18" charset="-122"/>
                <a:cs typeface="Alibaba PuHuiTi" pitchFamily="18" charset="-122"/>
              </a:rPr>
              <a:t>RANK</a:t>
            </a:r>
            <a:endParaRPr kumimoji="1" lang="zh-CN" altLang="en-US" sz="1400" dirty="0">
              <a:solidFill>
                <a:srgbClr val="1E344D"/>
              </a:solidFill>
              <a:latin typeface="Alibaba PuHuiTi" pitchFamily="18" charset="-122"/>
              <a:ea typeface="Alibaba PuHuiTi" pitchFamily="18" charset="-122"/>
              <a:cs typeface="Alibaba PuHuiTi" pitchFamily="18" charset="-122"/>
            </a:endParaRPr>
          </a:p>
        </p:txBody>
      </p:sp>
      <p:sp>
        <p:nvSpPr>
          <p:cNvPr id="276" name="文本框 275">
            <a:extLst>
              <a:ext uri="{FF2B5EF4-FFF2-40B4-BE49-F238E27FC236}">
                <a16:creationId xmlns:a16="http://schemas.microsoft.com/office/drawing/2014/main" id="{3F9E7F44-A033-B793-DCF9-50B0B61C04B7}"/>
              </a:ext>
            </a:extLst>
          </p:cNvPr>
          <p:cNvSpPr txBox="1"/>
          <p:nvPr/>
        </p:nvSpPr>
        <p:spPr>
          <a:xfrm>
            <a:off x="6823802" y="1874898"/>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277" name="直线连接符 276">
            <a:extLst>
              <a:ext uri="{FF2B5EF4-FFF2-40B4-BE49-F238E27FC236}">
                <a16:creationId xmlns:a16="http://schemas.microsoft.com/office/drawing/2014/main" id="{C4790103-4BC8-F36D-FF03-EA2D53F27AC7}"/>
              </a:ext>
            </a:extLst>
          </p:cNvPr>
          <p:cNvCxnSpPr/>
          <p:nvPr/>
        </p:nvCxnSpPr>
        <p:spPr>
          <a:xfrm>
            <a:off x="7414558" y="1985484"/>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78" name="圆角矩形 277">
            <a:extLst>
              <a:ext uri="{FF2B5EF4-FFF2-40B4-BE49-F238E27FC236}">
                <a16:creationId xmlns:a16="http://schemas.microsoft.com/office/drawing/2014/main" id="{1B291758-73DE-30CB-71A1-B6EA86C9CC5E}"/>
              </a:ext>
            </a:extLst>
          </p:cNvPr>
          <p:cNvSpPr/>
          <p:nvPr/>
        </p:nvSpPr>
        <p:spPr>
          <a:xfrm>
            <a:off x="8688288" y="1939478"/>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79" name="文本框 278">
            <a:extLst>
              <a:ext uri="{FF2B5EF4-FFF2-40B4-BE49-F238E27FC236}">
                <a16:creationId xmlns:a16="http://schemas.microsoft.com/office/drawing/2014/main" id="{AE6E9676-BE10-69A3-6E05-8444ED801F07}"/>
              </a:ext>
            </a:extLst>
          </p:cNvPr>
          <p:cNvSpPr txBox="1"/>
          <p:nvPr/>
        </p:nvSpPr>
        <p:spPr>
          <a:xfrm>
            <a:off x="8198636" y="1883296"/>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80" name="文本框 279">
            <a:extLst>
              <a:ext uri="{FF2B5EF4-FFF2-40B4-BE49-F238E27FC236}">
                <a16:creationId xmlns:a16="http://schemas.microsoft.com/office/drawing/2014/main" id="{7F7F0267-7AB8-6A07-FBBC-6E1A1981AA57}"/>
              </a:ext>
            </a:extLst>
          </p:cNvPr>
          <p:cNvSpPr txBox="1"/>
          <p:nvPr/>
        </p:nvSpPr>
        <p:spPr>
          <a:xfrm>
            <a:off x="11309418" y="1878483"/>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282" name="文本框 281">
            <a:extLst>
              <a:ext uri="{FF2B5EF4-FFF2-40B4-BE49-F238E27FC236}">
                <a16:creationId xmlns:a16="http://schemas.microsoft.com/office/drawing/2014/main" id="{677EBD21-738D-2FD4-6344-45BED4FB9404}"/>
              </a:ext>
            </a:extLst>
          </p:cNvPr>
          <p:cNvSpPr txBox="1"/>
          <p:nvPr/>
        </p:nvSpPr>
        <p:spPr>
          <a:xfrm>
            <a:off x="6823802" y="2124240"/>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283" name="直线连接符 282">
            <a:extLst>
              <a:ext uri="{FF2B5EF4-FFF2-40B4-BE49-F238E27FC236}">
                <a16:creationId xmlns:a16="http://schemas.microsoft.com/office/drawing/2014/main" id="{BB36AB47-4A7E-EA7E-BEAF-B1D4749885C1}"/>
              </a:ext>
            </a:extLst>
          </p:cNvPr>
          <p:cNvCxnSpPr/>
          <p:nvPr/>
        </p:nvCxnSpPr>
        <p:spPr>
          <a:xfrm>
            <a:off x="7414558" y="2234826"/>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84" name="圆角矩形 283">
            <a:extLst>
              <a:ext uri="{FF2B5EF4-FFF2-40B4-BE49-F238E27FC236}">
                <a16:creationId xmlns:a16="http://schemas.microsoft.com/office/drawing/2014/main" id="{C1C262FD-AF9C-EF16-7D88-49BBA03A6E0C}"/>
              </a:ext>
            </a:extLst>
          </p:cNvPr>
          <p:cNvSpPr/>
          <p:nvPr/>
        </p:nvSpPr>
        <p:spPr>
          <a:xfrm>
            <a:off x="8688288" y="2188820"/>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85" name="文本框 284">
            <a:extLst>
              <a:ext uri="{FF2B5EF4-FFF2-40B4-BE49-F238E27FC236}">
                <a16:creationId xmlns:a16="http://schemas.microsoft.com/office/drawing/2014/main" id="{C8677EBC-D6A6-EFB8-4457-A3DA53FF4535}"/>
              </a:ext>
            </a:extLst>
          </p:cNvPr>
          <p:cNvSpPr txBox="1"/>
          <p:nvPr/>
        </p:nvSpPr>
        <p:spPr>
          <a:xfrm>
            <a:off x="8198636" y="2132638"/>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86" name="文本框 285">
            <a:extLst>
              <a:ext uri="{FF2B5EF4-FFF2-40B4-BE49-F238E27FC236}">
                <a16:creationId xmlns:a16="http://schemas.microsoft.com/office/drawing/2014/main" id="{E2140EEF-4F29-39B4-9F2B-281FF61FE012}"/>
              </a:ext>
            </a:extLst>
          </p:cNvPr>
          <p:cNvSpPr txBox="1"/>
          <p:nvPr/>
        </p:nvSpPr>
        <p:spPr>
          <a:xfrm>
            <a:off x="11309418" y="2127825"/>
            <a:ext cx="54854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288" name="文本框 287">
            <a:extLst>
              <a:ext uri="{FF2B5EF4-FFF2-40B4-BE49-F238E27FC236}">
                <a16:creationId xmlns:a16="http://schemas.microsoft.com/office/drawing/2014/main" id="{F0A5CAD0-4D58-C79D-7A6D-BFED7FA89D2C}"/>
              </a:ext>
            </a:extLst>
          </p:cNvPr>
          <p:cNvSpPr txBox="1"/>
          <p:nvPr/>
        </p:nvSpPr>
        <p:spPr>
          <a:xfrm>
            <a:off x="6823802" y="2373582"/>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289" name="直线连接符 288">
            <a:extLst>
              <a:ext uri="{FF2B5EF4-FFF2-40B4-BE49-F238E27FC236}">
                <a16:creationId xmlns:a16="http://schemas.microsoft.com/office/drawing/2014/main" id="{22070A55-FA6B-AF3C-CC6A-305B29CAB6DD}"/>
              </a:ext>
            </a:extLst>
          </p:cNvPr>
          <p:cNvCxnSpPr/>
          <p:nvPr/>
        </p:nvCxnSpPr>
        <p:spPr>
          <a:xfrm>
            <a:off x="7414558" y="2484168"/>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90" name="圆角矩形 289">
            <a:extLst>
              <a:ext uri="{FF2B5EF4-FFF2-40B4-BE49-F238E27FC236}">
                <a16:creationId xmlns:a16="http://schemas.microsoft.com/office/drawing/2014/main" id="{CCE42274-0E2C-6E0A-22C1-184E1C0838A0}"/>
              </a:ext>
            </a:extLst>
          </p:cNvPr>
          <p:cNvSpPr/>
          <p:nvPr/>
        </p:nvSpPr>
        <p:spPr>
          <a:xfrm>
            <a:off x="8688288" y="2438162"/>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1" name="文本框 290">
            <a:extLst>
              <a:ext uri="{FF2B5EF4-FFF2-40B4-BE49-F238E27FC236}">
                <a16:creationId xmlns:a16="http://schemas.microsoft.com/office/drawing/2014/main" id="{8AEBCF43-731E-421D-4879-920A62350707}"/>
              </a:ext>
            </a:extLst>
          </p:cNvPr>
          <p:cNvSpPr txBox="1"/>
          <p:nvPr/>
        </p:nvSpPr>
        <p:spPr>
          <a:xfrm>
            <a:off x="8198636" y="2381980"/>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92" name="文本框 291">
            <a:extLst>
              <a:ext uri="{FF2B5EF4-FFF2-40B4-BE49-F238E27FC236}">
                <a16:creationId xmlns:a16="http://schemas.microsoft.com/office/drawing/2014/main" id="{FA78E8CA-71EB-80FE-8BAA-E3940099C352}"/>
              </a:ext>
            </a:extLst>
          </p:cNvPr>
          <p:cNvSpPr txBox="1"/>
          <p:nvPr/>
        </p:nvSpPr>
        <p:spPr>
          <a:xfrm>
            <a:off x="11309418" y="2377167"/>
            <a:ext cx="54854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60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294" name="文本框 293">
            <a:extLst>
              <a:ext uri="{FF2B5EF4-FFF2-40B4-BE49-F238E27FC236}">
                <a16:creationId xmlns:a16="http://schemas.microsoft.com/office/drawing/2014/main" id="{561A874D-F94F-2013-CDC0-27BA84E306CB}"/>
              </a:ext>
            </a:extLst>
          </p:cNvPr>
          <p:cNvSpPr txBox="1"/>
          <p:nvPr/>
        </p:nvSpPr>
        <p:spPr>
          <a:xfrm>
            <a:off x="6823802" y="2622924"/>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295" name="直线连接符 294">
            <a:extLst>
              <a:ext uri="{FF2B5EF4-FFF2-40B4-BE49-F238E27FC236}">
                <a16:creationId xmlns:a16="http://schemas.microsoft.com/office/drawing/2014/main" id="{06EC4C4E-8BD8-AD14-C96A-9C1048673426}"/>
              </a:ext>
            </a:extLst>
          </p:cNvPr>
          <p:cNvCxnSpPr/>
          <p:nvPr/>
        </p:nvCxnSpPr>
        <p:spPr>
          <a:xfrm>
            <a:off x="7414558" y="2733510"/>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296" name="圆角矩形 295">
            <a:extLst>
              <a:ext uri="{FF2B5EF4-FFF2-40B4-BE49-F238E27FC236}">
                <a16:creationId xmlns:a16="http://schemas.microsoft.com/office/drawing/2014/main" id="{3EA70ECD-8C68-620E-FE95-9D1F25FBBED5}"/>
              </a:ext>
            </a:extLst>
          </p:cNvPr>
          <p:cNvSpPr/>
          <p:nvPr/>
        </p:nvSpPr>
        <p:spPr>
          <a:xfrm>
            <a:off x="8688288" y="2687504"/>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297" name="文本框 296">
            <a:extLst>
              <a:ext uri="{FF2B5EF4-FFF2-40B4-BE49-F238E27FC236}">
                <a16:creationId xmlns:a16="http://schemas.microsoft.com/office/drawing/2014/main" id="{819D2C94-F82B-F463-D659-FA02760E4C11}"/>
              </a:ext>
            </a:extLst>
          </p:cNvPr>
          <p:cNvSpPr txBox="1"/>
          <p:nvPr/>
        </p:nvSpPr>
        <p:spPr>
          <a:xfrm>
            <a:off x="8198636" y="2631322"/>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298" name="文本框 297">
            <a:extLst>
              <a:ext uri="{FF2B5EF4-FFF2-40B4-BE49-F238E27FC236}">
                <a16:creationId xmlns:a16="http://schemas.microsoft.com/office/drawing/2014/main" id="{67E8DB44-7814-29E3-7040-A0C37F456140}"/>
              </a:ext>
            </a:extLst>
          </p:cNvPr>
          <p:cNvSpPr txBox="1"/>
          <p:nvPr/>
        </p:nvSpPr>
        <p:spPr>
          <a:xfrm>
            <a:off x="11309418" y="2626509"/>
            <a:ext cx="54854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70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00" name="文本框 299">
            <a:extLst>
              <a:ext uri="{FF2B5EF4-FFF2-40B4-BE49-F238E27FC236}">
                <a16:creationId xmlns:a16="http://schemas.microsoft.com/office/drawing/2014/main" id="{89DFB5BA-342A-B104-8EE2-F32EBB58F89A}"/>
              </a:ext>
            </a:extLst>
          </p:cNvPr>
          <p:cNvSpPr txBox="1"/>
          <p:nvPr/>
        </p:nvSpPr>
        <p:spPr>
          <a:xfrm>
            <a:off x="6823802" y="2872266"/>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01" name="直线连接符 300">
            <a:extLst>
              <a:ext uri="{FF2B5EF4-FFF2-40B4-BE49-F238E27FC236}">
                <a16:creationId xmlns:a16="http://schemas.microsoft.com/office/drawing/2014/main" id="{66C1A526-7679-848D-5DFA-BB4AD4CB0914}"/>
              </a:ext>
            </a:extLst>
          </p:cNvPr>
          <p:cNvCxnSpPr/>
          <p:nvPr/>
        </p:nvCxnSpPr>
        <p:spPr>
          <a:xfrm>
            <a:off x="7414558" y="2982852"/>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02" name="圆角矩形 301">
            <a:extLst>
              <a:ext uri="{FF2B5EF4-FFF2-40B4-BE49-F238E27FC236}">
                <a16:creationId xmlns:a16="http://schemas.microsoft.com/office/drawing/2014/main" id="{9CC3EE72-C9AF-81E9-36B6-90236FC46E1C}"/>
              </a:ext>
            </a:extLst>
          </p:cNvPr>
          <p:cNvSpPr/>
          <p:nvPr/>
        </p:nvSpPr>
        <p:spPr>
          <a:xfrm>
            <a:off x="8688288" y="2936846"/>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3" name="文本框 302">
            <a:extLst>
              <a:ext uri="{FF2B5EF4-FFF2-40B4-BE49-F238E27FC236}">
                <a16:creationId xmlns:a16="http://schemas.microsoft.com/office/drawing/2014/main" id="{C0CD3240-FAA1-5465-8377-FF8447F998DB}"/>
              </a:ext>
            </a:extLst>
          </p:cNvPr>
          <p:cNvSpPr txBox="1"/>
          <p:nvPr/>
        </p:nvSpPr>
        <p:spPr>
          <a:xfrm>
            <a:off x="8198636" y="2880664"/>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04" name="文本框 303">
            <a:extLst>
              <a:ext uri="{FF2B5EF4-FFF2-40B4-BE49-F238E27FC236}">
                <a16:creationId xmlns:a16="http://schemas.microsoft.com/office/drawing/2014/main" id="{11946BEF-BA90-3BB1-3D26-E2F6165DAA92}"/>
              </a:ext>
            </a:extLst>
          </p:cNvPr>
          <p:cNvSpPr txBox="1"/>
          <p:nvPr/>
        </p:nvSpPr>
        <p:spPr>
          <a:xfrm>
            <a:off x="11309418" y="2875851"/>
            <a:ext cx="54854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90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06" name="文本框 305">
            <a:extLst>
              <a:ext uri="{FF2B5EF4-FFF2-40B4-BE49-F238E27FC236}">
                <a16:creationId xmlns:a16="http://schemas.microsoft.com/office/drawing/2014/main" id="{BBF9772E-C617-0980-FE6A-23961660E177}"/>
              </a:ext>
            </a:extLst>
          </p:cNvPr>
          <p:cNvSpPr txBox="1"/>
          <p:nvPr/>
        </p:nvSpPr>
        <p:spPr>
          <a:xfrm>
            <a:off x="6823802" y="3121608"/>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07" name="直线连接符 306">
            <a:extLst>
              <a:ext uri="{FF2B5EF4-FFF2-40B4-BE49-F238E27FC236}">
                <a16:creationId xmlns:a16="http://schemas.microsoft.com/office/drawing/2014/main" id="{039BE5AD-EE74-8F53-03E1-198D4D218483}"/>
              </a:ext>
            </a:extLst>
          </p:cNvPr>
          <p:cNvCxnSpPr/>
          <p:nvPr/>
        </p:nvCxnSpPr>
        <p:spPr>
          <a:xfrm>
            <a:off x="7414558" y="3232194"/>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08" name="圆角矩形 307">
            <a:extLst>
              <a:ext uri="{FF2B5EF4-FFF2-40B4-BE49-F238E27FC236}">
                <a16:creationId xmlns:a16="http://schemas.microsoft.com/office/drawing/2014/main" id="{BE96ED1F-75F1-05B2-3BF2-A70F26E4246E}"/>
              </a:ext>
            </a:extLst>
          </p:cNvPr>
          <p:cNvSpPr/>
          <p:nvPr/>
        </p:nvSpPr>
        <p:spPr>
          <a:xfrm>
            <a:off x="8688288" y="3186188"/>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09" name="文本框 308">
            <a:extLst>
              <a:ext uri="{FF2B5EF4-FFF2-40B4-BE49-F238E27FC236}">
                <a16:creationId xmlns:a16="http://schemas.microsoft.com/office/drawing/2014/main" id="{137E057A-DC3A-71C0-A24A-CE0EFD8C614A}"/>
              </a:ext>
            </a:extLst>
          </p:cNvPr>
          <p:cNvSpPr txBox="1"/>
          <p:nvPr/>
        </p:nvSpPr>
        <p:spPr>
          <a:xfrm>
            <a:off x="8198636" y="3130006"/>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10" name="文本框 309">
            <a:extLst>
              <a:ext uri="{FF2B5EF4-FFF2-40B4-BE49-F238E27FC236}">
                <a16:creationId xmlns:a16="http://schemas.microsoft.com/office/drawing/2014/main" id="{23684C34-F372-A50C-56A4-D22B98FB1820}"/>
              </a:ext>
            </a:extLst>
          </p:cNvPr>
          <p:cNvSpPr txBox="1"/>
          <p:nvPr/>
        </p:nvSpPr>
        <p:spPr>
          <a:xfrm>
            <a:off x="11309418" y="3125193"/>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12" name="文本框 311">
            <a:extLst>
              <a:ext uri="{FF2B5EF4-FFF2-40B4-BE49-F238E27FC236}">
                <a16:creationId xmlns:a16="http://schemas.microsoft.com/office/drawing/2014/main" id="{E3D2CFFC-1ECF-830A-A3A4-B40140F45E20}"/>
              </a:ext>
            </a:extLst>
          </p:cNvPr>
          <p:cNvSpPr txBox="1"/>
          <p:nvPr/>
        </p:nvSpPr>
        <p:spPr>
          <a:xfrm>
            <a:off x="6823802" y="3620292"/>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13" name="直线连接符 312">
            <a:extLst>
              <a:ext uri="{FF2B5EF4-FFF2-40B4-BE49-F238E27FC236}">
                <a16:creationId xmlns:a16="http://schemas.microsoft.com/office/drawing/2014/main" id="{A0944621-2A03-A9C1-E3C6-E82371FB5C4C}"/>
              </a:ext>
            </a:extLst>
          </p:cNvPr>
          <p:cNvCxnSpPr/>
          <p:nvPr/>
        </p:nvCxnSpPr>
        <p:spPr>
          <a:xfrm>
            <a:off x="7414558" y="3730878"/>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14" name="圆角矩形 313">
            <a:extLst>
              <a:ext uri="{FF2B5EF4-FFF2-40B4-BE49-F238E27FC236}">
                <a16:creationId xmlns:a16="http://schemas.microsoft.com/office/drawing/2014/main" id="{93318363-A81C-D3EF-95AC-CF2907D148F3}"/>
              </a:ext>
            </a:extLst>
          </p:cNvPr>
          <p:cNvSpPr/>
          <p:nvPr/>
        </p:nvSpPr>
        <p:spPr>
          <a:xfrm>
            <a:off x="8688288" y="3684872"/>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15" name="文本框 314">
            <a:extLst>
              <a:ext uri="{FF2B5EF4-FFF2-40B4-BE49-F238E27FC236}">
                <a16:creationId xmlns:a16="http://schemas.microsoft.com/office/drawing/2014/main" id="{266C4495-30F4-3C39-F342-E2CA90C31667}"/>
              </a:ext>
            </a:extLst>
          </p:cNvPr>
          <p:cNvSpPr txBox="1"/>
          <p:nvPr/>
        </p:nvSpPr>
        <p:spPr>
          <a:xfrm>
            <a:off x="8198636" y="3628690"/>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16" name="文本框 315">
            <a:extLst>
              <a:ext uri="{FF2B5EF4-FFF2-40B4-BE49-F238E27FC236}">
                <a16:creationId xmlns:a16="http://schemas.microsoft.com/office/drawing/2014/main" id="{AFCE5076-3D49-1DB8-7F65-BDC22CB1110A}"/>
              </a:ext>
            </a:extLst>
          </p:cNvPr>
          <p:cNvSpPr txBox="1"/>
          <p:nvPr/>
        </p:nvSpPr>
        <p:spPr>
          <a:xfrm>
            <a:off x="11309418" y="3623877"/>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223</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18" name="文本框 317">
            <a:extLst>
              <a:ext uri="{FF2B5EF4-FFF2-40B4-BE49-F238E27FC236}">
                <a16:creationId xmlns:a16="http://schemas.microsoft.com/office/drawing/2014/main" id="{68795A6A-17B1-9F56-0B1F-D5C5E3976496}"/>
              </a:ext>
            </a:extLst>
          </p:cNvPr>
          <p:cNvSpPr txBox="1"/>
          <p:nvPr/>
        </p:nvSpPr>
        <p:spPr>
          <a:xfrm>
            <a:off x="6823802" y="4118976"/>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19" name="直线连接符 318">
            <a:extLst>
              <a:ext uri="{FF2B5EF4-FFF2-40B4-BE49-F238E27FC236}">
                <a16:creationId xmlns:a16="http://schemas.microsoft.com/office/drawing/2014/main" id="{BA28CD67-FD7A-F164-FCF4-00020395DA38}"/>
              </a:ext>
            </a:extLst>
          </p:cNvPr>
          <p:cNvCxnSpPr/>
          <p:nvPr/>
        </p:nvCxnSpPr>
        <p:spPr>
          <a:xfrm>
            <a:off x="7414558" y="4229562"/>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20" name="圆角矩形 319">
            <a:extLst>
              <a:ext uri="{FF2B5EF4-FFF2-40B4-BE49-F238E27FC236}">
                <a16:creationId xmlns:a16="http://schemas.microsoft.com/office/drawing/2014/main" id="{4EDCB82F-F4A9-EC2D-1F3B-974EB7987343}"/>
              </a:ext>
            </a:extLst>
          </p:cNvPr>
          <p:cNvSpPr/>
          <p:nvPr/>
        </p:nvSpPr>
        <p:spPr>
          <a:xfrm>
            <a:off x="8688288" y="4183556"/>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21" name="文本框 320">
            <a:extLst>
              <a:ext uri="{FF2B5EF4-FFF2-40B4-BE49-F238E27FC236}">
                <a16:creationId xmlns:a16="http://schemas.microsoft.com/office/drawing/2014/main" id="{2BDA3E9F-5F97-4C7A-E8BF-D3445CC042D5}"/>
              </a:ext>
            </a:extLst>
          </p:cNvPr>
          <p:cNvSpPr txBox="1"/>
          <p:nvPr/>
        </p:nvSpPr>
        <p:spPr>
          <a:xfrm>
            <a:off x="8198636" y="4127374"/>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22" name="文本框 321">
            <a:extLst>
              <a:ext uri="{FF2B5EF4-FFF2-40B4-BE49-F238E27FC236}">
                <a16:creationId xmlns:a16="http://schemas.microsoft.com/office/drawing/2014/main" id="{EB3EBE3A-70EB-38B8-923B-B7A6157AE531}"/>
              </a:ext>
            </a:extLst>
          </p:cNvPr>
          <p:cNvSpPr txBox="1"/>
          <p:nvPr/>
        </p:nvSpPr>
        <p:spPr>
          <a:xfrm>
            <a:off x="11309418" y="4122561"/>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24" name="文本框 323">
            <a:extLst>
              <a:ext uri="{FF2B5EF4-FFF2-40B4-BE49-F238E27FC236}">
                <a16:creationId xmlns:a16="http://schemas.microsoft.com/office/drawing/2014/main" id="{FB0D7CD6-C631-DBAE-36D3-0305B830AA2F}"/>
              </a:ext>
            </a:extLst>
          </p:cNvPr>
          <p:cNvSpPr txBox="1"/>
          <p:nvPr/>
        </p:nvSpPr>
        <p:spPr>
          <a:xfrm>
            <a:off x="6823802" y="3370950"/>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25" name="直线连接符 324">
            <a:extLst>
              <a:ext uri="{FF2B5EF4-FFF2-40B4-BE49-F238E27FC236}">
                <a16:creationId xmlns:a16="http://schemas.microsoft.com/office/drawing/2014/main" id="{CA21D36F-9ACD-A073-9471-7840101600CF}"/>
              </a:ext>
            </a:extLst>
          </p:cNvPr>
          <p:cNvCxnSpPr/>
          <p:nvPr/>
        </p:nvCxnSpPr>
        <p:spPr>
          <a:xfrm>
            <a:off x="7414558" y="3481536"/>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26" name="圆角矩形 325">
            <a:extLst>
              <a:ext uri="{FF2B5EF4-FFF2-40B4-BE49-F238E27FC236}">
                <a16:creationId xmlns:a16="http://schemas.microsoft.com/office/drawing/2014/main" id="{882C3B95-615A-89E0-7EF3-93B54DDFD4BC}"/>
              </a:ext>
            </a:extLst>
          </p:cNvPr>
          <p:cNvSpPr/>
          <p:nvPr/>
        </p:nvSpPr>
        <p:spPr>
          <a:xfrm>
            <a:off x="8688288" y="3435530"/>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27" name="文本框 326">
            <a:extLst>
              <a:ext uri="{FF2B5EF4-FFF2-40B4-BE49-F238E27FC236}">
                <a16:creationId xmlns:a16="http://schemas.microsoft.com/office/drawing/2014/main" id="{0EE62ACF-F670-CBA0-7CF0-4BA39D6BE1DC}"/>
              </a:ext>
            </a:extLst>
          </p:cNvPr>
          <p:cNvSpPr txBox="1"/>
          <p:nvPr/>
        </p:nvSpPr>
        <p:spPr>
          <a:xfrm>
            <a:off x="8198636" y="3379348"/>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28" name="文本框 327">
            <a:extLst>
              <a:ext uri="{FF2B5EF4-FFF2-40B4-BE49-F238E27FC236}">
                <a16:creationId xmlns:a16="http://schemas.microsoft.com/office/drawing/2014/main" id="{FA67DE0D-8F8B-5DD0-A016-E86763126701}"/>
              </a:ext>
            </a:extLst>
          </p:cNvPr>
          <p:cNvSpPr txBox="1"/>
          <p:nvPr/>
        </p:nvSpPr>
        <p:spPr>
          <a:xfrm>
            <a:off x="11309418" y="3374535"/>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378</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2%</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30" name="文本框 329">
            <a:extLst>
              <a:ext uri="{FF2B5EF4-FFF2-40B4-BE49-F238E27FC236}">
                <a16:creationId xmlns:a16="http://schemas.microsoft.com/office/drawing/2014/main" id="{3F8011D6-91AE-5C80-B769-8745F3788FB2}"/>
              </a:ext>
            </a:extLst>
          </p:cNvPr>
          <p:cNvSpPr txBox="1"/>
          <p:nvPr/>
        </p:nvSpPr>
        <p:spPr>
          <a:xfrm>
            <a:off x="6823802" y="3869634"/>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31" name="直线连接符 330">
            <a:extLst>
              <a:ext uri="{FF2B5EF4-FFF2-40B4-BE49-F238E27FC236}">
                <a16:creationId xmlns:a16="http://schemas.microsoft.com/office/drawing/2014/main" id="{5A0B34CA-7B8B-0BF3-3CAC-A0087E4BF7C6}"/>
              </a:ext>
            </a:extLst>
          </p:cNvPr>
          <p:cNvCxnSpPr/>
          <p:nvPr/>
        </p:nvCxnSpPr>
        <p:spPr>
          <a:xfrm>
            <a:off x="7414558" y="3980220"/>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32" name="圆角矩形 331">
            <a:extLst>
              <a:ext uri="{FF2B5EF4-FFF2-40B4-BE49-F238E27FC236}">
                <a16:creationId xmlns:a16="http://schemas.microsoft.com/office/drawing/2014/main" id="{B46113AC-D8F1-1F68-3D54-AB5ADBF94762}"/>
              </a:ext>
            </a:extLst>
          </p:cNvPr>
          <p:cNvSpPr/>
          <p:nvPr/>
        </p:nvSpPr>
        <p:spPr>
          <a:xfrm>
            <a:off x="8688288" y="3934214"/>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33" name="文本框 332">
            <a:extLst>
              <a:ext uri="{FF2B5EF4-FFF2-40B4-BE49-F238E27FC236}">
                <a16:creationId xmlns:a16="http://schemas.microsoft.com/office/drawing/2014/main" id="{FCA33C41-00B1-3EEC-8D1E-2B7CBEB59BE8}"/>
              </a:ext>
            </a:extLst>
          </p:cNvPr>
          <p:cNvSpPr txBox="1"/>
          <p:nvPr/>
        </p:nvSpPr>
        <p:spPr>
          <a:xfrm>
            <a:off x="8198636" y="3878032"/>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34" name="文本框 333">
            <a:extLst>
              <a:ext uri="{FF2B5EF4-FFF2-40B4-BE49-F238E27FC236}">
                <a16:creationId xmlns:a16="http://schemas.microsoft.com/office/drawing/2014/main" id="{92680D93-E513-D41A-0C9C-964B504EE146}"/>
              </a:ext>
            </a:extLst>
          </p:cNvPr>
          <p:cNvSpPr txBox="1"/>
          <p:nvPr/>
        </p:nvSpPr>
        <p:spPr>
          <a:xfrm>
            <a:off x="11309418" y="3873219"/>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36" name="文本框 335">
            <a:extLst>
              <a:ext uri="{FF2B5EF4-FFF2-40B4-BE49-F238E27FC236}">
                <a16:creationId xmlns:a16="http://schemas.microsoft.com/office/drawing/2014/main" id="{7D93087B-5935-2086-8368-FAA4E3FA0816}"/>
              </a:ext>
            </a:extLst>
          </p:cNvPr>
          <p:cNvSpPr txBox="1"/>
          <p:nvPr/>
        </p:nvSpPr>
        <p:spPr>
          <a:xfrm>
            <a:off x="6823802" y="4368318"/>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37" name="直线连接符 336">
            <a:extLst>
              <a:ext uri="{FF2B5EF4-FFF2-40B4-BE49-F238E27FC236}">
                <a16:creationId xmlns:a16="http://schemas.microsoft.com/office/drawing/2014/main" id="{2FCED3F0-5640-0F7D-7DA9-192090BA435A}"/>
              </a:ext>
            </a:extLst>
          </p:cNvPr>
          <p:cNvCxnSpPr/>
          <p:nvPr/>
        </p:nvCxnSpPr>
        <p:spPr>
          <a:xfrm>
            <a:off x="7414558" y="4478904"/>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38" name="圆角矩形 337">
            <a:extLst>
              <a:ext uri="{FF2B5EF4-FFF2-40B4-BE49-F238E27FC236}">
                <a16:creationId xmlns:a16="http://schemas.microsoft.com/office/drawing/2014/main" id="{D2FD846F-4679-E0FC-BD25-CD789F6F301D}"/>
              </a:ext>
            </a:extLst>
          </p:cNvPr>
          <p:cNvSpPr/>
          <p:nvPr/>
        </p:nvSpPr>
        <p:spPr>
          <a:xfrm>
            <a:off x="8688288" y="4432898"/>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39" name="文本框 338">
            <a:extLst>
              <a:ext uri="{FF2B5EF4-FFF2-40B4-BE49-F238E27FC236}">
                <a16:creationId xmlns:a16="http://schemas.microsoft.com/office/drawing/2014/main" id="{270BF610-3A6C-770C-8570-372CE118C20D}"/>
              </a:ext>
            </a:extLst>
          </p:cNvPr>
          <p:cNvSpPr txBox="1"/>
          <p:nvPr/>
        </p:nvSpPr>
        <p:spPr>
          <a:xfrm>
            <a:off x="8198636" y="4376716"/>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0" name="文本框 339">
            <a:extLst>
              <a:ext uri="{FF2B5EF4-FFF2-40B4-BE49-F238E27FC236}">
                <a16:creationId xmlns:a16="http://schemas.microsoft.com/office/drawing/2014/main" id="{AFACB0E3-D288-54E5-4C71-B80740EEE265}"/>
              </a:ext>
            </a:extLst>
          </p:cNvPr>
          <p:cNvSpPr txBox="1"/>
          <p:nvPr/>
        </p:nvSpPr>
        <p:spPr>
          <a:xfrm>
            <a:off x="11309418" y="4371903"/>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444</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42" name="文本框 341">
            <a:extLst>
              <a:ext uri="{FF2B5EF4-FFF2-40B4-BE49-F238E27FC236}">
                <a16:creationId xmlns:a16="http://schemas.microsoft.com/office/drawing/2014/main" id="{78B8095D-41B6-117D-5C41-DB67E08EA5DC}"/>
              </a:ext>
            </a:extLst>
          </p:cNvPr>
          <p:cNvSpPr txBox="1"/>
          <p:nvPr/>
        </p:nvSpPr>
        <p:spPr>
          <a:xfrm>
            <a:off x="6823802" y="4617660"/>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43" name="直线连接符 342">
            <a:extLst>
              <a:ext uri="{FF2B5EF4-FFF2-40B4-BE49-F238E27FC236}">
                <a16:creationId xmlns:a16="http://schemas.microsoft.com/office/drawing/2014/main" id="{89D661E5-BD09-CDA8-FCDF-6294B4F132A0}"/>
              </a:ext>
            </a:extLst>
          </p:cNvPr>
          <p:cNvCxnSpPr/>
          <p:nvPr/>
        </p:nvCxnSpPr>
        <p:spPr>
          <a:xfrm>
            <a:off x="7414558" y="4728246"/>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44" name="圆角矩形 343">
            <a:extLst>
              <a:ext uri="{FF2B5EF4-FFF2-40B4-BE49-F238E27FC236}">
                <a16:creationId xmlns:a16="http://schemas.microsoft.com/office/drawing/2014/main" id="{D00F36CF-6295-AE14-76AA-01063B07FF3E}"/>
              </a:ext>
            </a:extLst>
          </p:cNvPr>
          <p:cNvSpPr/>
          <p:nvPr/>
        </p:nvSpPr>
        <p:spPr>
          <a:xfrm>
            <a:off x="8688288" y="4682240"/>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45" name="文本框 344">
            <a:extLst>
              <a:ext uri="{FF2B5EF4-FFF2-40B4-BE49-F238E27FC236}">
                <a16:creationId xmlns:a16="http://schemas.microsoft.com/office/drawing/2014/main" id="{755A09FF-C203-ACEC-E258-C247D5DC182D}"/>
              </a:ext>
            </a:extLst>
          </p:cNvPr>
          <p:cNvSpPr txBox="1"/>
          <p:nvPr/>
        </p:nvSpPr>
        <p:spPr>
          <a:xfrm>
            <a:off x="8198636" y="4626058"/>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46" name="文本框 345">
            <a:extLst>
              <a:ext uri="{FF2B5EF4-FFF2-40B4-BE49-F238E27FC236}">
                <a16:creationId xmlns:a16="http://schemas.microsoft.com/office/drawing/2014/main" id="{1DCCD130-F78A-7773-9132-8A5B11598D50}"/>
              </a:ext>
            </a:extLst>
          </p:cNvPr>
          <p:cNvSpPr txBox="1"/>
          <p:nvPr/>
        </p:nvSpPr>
        <p:spPr>
          <a:xfrm>
            <a:off x="11309418" y="4621245"/>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48" name="文本框 347">
            <a:extLst>
              <a:ext uri="{FF2B5EF4-FFF2-40B4-BE49-F238E27FC236}">
                <a16:creationId xmlns:a16="http://schemas.microsoft.com/office/drawing/2014/main" id="{683B4B09-A9AD-5703-BBD9-9D6476E03D1D}"/>
              </a:ext>
            </a:extLst>
          </p:cNvPr>
          <p:cNvSpPr txBox="1"/>
          <p:nvPr/>
        </p:nvSpPr>
        <p:spPr>
          <a:xfrm>
            <a:off x="6823802" y="4867002"/>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49" name="直线连接符 348">
            <a:extLst>
              <a:ext uri="{FF2B5EF4-FFF2-40B4-BE49-F238E27FC236}">
                <a16:creationId xmlns:a16="http://schemas.microsoft.com/office/drawing/2014/main" id="{E3253735-5123-96AE-1DF6-195E63B6F90C}"/>
              </a:ext>
            </a:extLst>
          </p:cNvPr>
          <p:cNvCxnSpPr/>
          <p:nvPr/>
        </p:nvCxnSpPr>
        <p:spPr>
          <a:xfrm>
            <a:off x="7414558" y="4977588"/>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50" name="圆角矩形 349">
            <a:extLst>
              <a:ext uri="{FF2B5EF4-FFF2-40B4-BE49-F238E27FC236}">
                <a16:creationId xmlns:a16="http://schemas.microsoft.com/office/drawing/2014/main" id="{11916C5F-F1A6-C728-BAF8-61090C19EE31}"/>
              </a:ext>
            </a:extLst>
          </p:cNvPr>
          <p:cNvSpPr/>
          <p:nvPr/>
        </p:nvSpPr>
        <p:spPr>
          <a:xfrm>
            <a:off x="8688288" y="4931582"/>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51" name="文本框 350">
            <a:extLst>
              <a:ext uri="{FF2B5EF4-FFF2-40B4-BE49-F238E27FC236}">
                <a16:creationId xmlns:a16="http://schemas.microsoft.com/office/drawing/2014/main" id="{BCAE7BAC-DC4F-8CF5-42AF-5AB9779D2848}"/>
              </a:ext>
            </a:extLst>
          </p:cNvPr>
          <p:cNvSpPr txBox="1"/>
          <p:nvPr/>
        </p:nvSpPr>
        <p:spPr>
          <a:xfrm>
            <a:off x="8198636" y="4875400"/>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52" name="文本框 351">
            <a:extLst>
              <a:ext uri="{FF2B5EF4-FFF2-40B4-BE49-F238E27FC236}">
                <a16:creationId xmlns:a16="http://schemas.microsoft.com/office/drawing/2014/main" id="{D39EEE4E-D196-E733-B6C7-9A7848B022EB}"/>
              </a:ext>
            </a:extLst>
          </p:cNvPr>
          <p:cNvSpPr txBox="1"/>
          <p:nvPr/>
        </p:nvSpPr>
        <p:spPr>
          <a:xfrm>
            <a:off x="11309418" y="4870587"/>
            <a:ext cx="54854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88</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54" name="文本框 353">
            <a:extLst>
              <a:ext uri="{FF2B5EF4-FFF2-40B4-BE49-F238E27FC236}">
                <a16:creationId xmlns:a16="http://schemas.microsoft.com/office/drawing/2014/main" id="{E7F7A66F-9B27-ECA5-5EBF-9AA3E988EE38}"/>
              </a:ext>
            </a:extLst>
          </p:cNvPr>
          <p:cNvSpPr txBox="1"/>
          <p:nvPr/>
        </p:nvSpPr>
        <p:spPr>
          <a:xfrm>
            <a:off x="6816080" y="5116343"/>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55" name="直线连接符 354">
            <a:extLst>
              <a:ext uri="{FF2B5EF4-FFF2-40B4-BE49-F238E27FC236}">
                <a16:creationId xmlns:a16="http://schemas.microsoft.com/office/drawing/2014/main" id="{4371ABD1-7BE4-7397-FA96-E3293EF46B24}"/>
              </a:ext>
            </a:extLst>
          </p:cNvPr>
          <p:cNvCxnSpPr/>
          <p:nvPr/>
        </p:nvCxnSpPr>
        <p:spPr>
          <a:xfrm>
            <a:off x="7406836" y="5226929"/>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56" name="圆角矩形 355">
            <a:extLst>
              <a:ext uri="{FF2B5EF4-FFF2-40B4-BE49-F238E27FC236}">
                <a16:creationId xmlns:a16="http://schemas.microsoft.com/office/drawing/2014/main" id="{CAB9BB2C-71D3-5D17-D276-B527F5783B66}"/>
              </a:ext>
            </a:extLst>
          </p:cNvPr>
          <p:cNvSpPr/>
          <p:nvPr/>
        </p:nvSpPr>
        <p:spPr>
          <a:xfrm>
            <a:off x="8680566" y="5180923"/>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57" name="文本框 356">
            <a:extLst>
              <a:ext uri="{FF2B5EF4-FFF2-40B4-BE49-F238E27FC236}">
                <a16:creationId xmlns:a16="http://schemas.microsoft.com/office/drawing/2014/main" id="{205ADF5B-6F3E-C19F-9680-4DC0AC634165}"/>
              </a:ext>
            </a:extLst>
          </p:cNvPr>
          <p:cNvSpPr txBox="1"/>
          <p:nvPr/>
        </p:nvSpPr>
        <p:spPr>
          <a:xfrm>
            <a:off x="8190914" y="5124741"/>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58" name="文本框 357">
            <a:extLst>
              <a:ext uri="{FF2B5EF4-FFF2-40B4-BE49-F238E27FC236}">
                <a16:creationId xmlns:a16="http://schemas.microsoft.com/office/drawing/2014/main" id="{8050A52D-33E7-96CF-1CDE-11BEB319F9FA}"/>
              </a:ext>
            </a:extLst>
          </p:cNvPr>
          <p:cNvSpPr txBox="1"/>
          <p:nvPr/>
        </p:nvSpPr>
        <p:spPr>
          <a:xfrm>
            <a:off x="11301696" y="5119928"/>
            <a:ext cx="548548"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11</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60" name="文本框 359">
            <a:extLst>
              <a:ext uri="{FF2B5EF4-FFF2-40B4-BE49-F238E27FC236}">
                <a16:creationId xmlns:a16="http://schemas.microsoft.com/office/drawing/2014/main" id="{0B4F7942-19CA-64E9-D3E5-6975C1DB11FF}"/>
              </a:ext>
            </a:extLst>
          </p:cNvPr>
          <p:cNvSpPr txBox="1"/>
          <p:nvPr/>
        </p:nvSpPr>
        <p:spPr>
          <a:xfrm>
            <a:off x="6816080" y="5365685"/>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61" name="直线连接符 360">
            <a:extLst>
              <a:ext uri="{FF2B5EF4-FFF2-40B4-BE49-F238E27FC236}">
                <a16:creationId xmlns:a16="http://schemas.microsoft.com/office/drawing/2014/main" id="{3E44D9E0-5675-CA5E-6A7A-415ACBA2DB7B}"/>
              </a:ext>
            </a:extLst>
          </p:cNvPr>
          <p:cNvCxnSpPr/>
          <p:nvPr/>
        </p:nvCxnSpPr>
        <p:spPr>
          <a:xfrm>
            <a:off x="7406836" y="5476271"/>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62" name="圆角矩形 361">
            <a:extLst>
              <a:ext uri="{FF2B5EF4-FFF2-40B4-BE49-F238E27FC236}">
                <a16:creationId xmlns:a16="http://schemas.microsoft.com/office/drawing/2014/main" id="{8463489E-BE81-35CA-29EF-6A70D7E78A3D}"/>
              </a:ext>
            </a:extLst>
          </p:cNvPr>
          <p:cNvSpPr/>
          <p:nvPr/>
        </p:nvSpPr>
        <p:spPr>
          <a:xfrm>
            <a:off x="8680566" y="5430265"/>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63" name="文本框 362">
            <a:extLst>
              <a:ext uri="{FF2B5EF4-FFF2-40B4-BE49-F238E27FC236}">
                <a16:creationId xmlns:a16="http://schemas.microsoft.com/office/drawing/2014/main" id="{1AA5A1D8-EA30-EFE5-1509-35FA49B51DA3}"/>
              </a:ext>
            </a:extLst>
          </p:cNvPr>
          <p:cNvSpPr txBox="1"/>
          <p:nvPr/>
        </p:nvSpPr>
        <p:spPr>
          <a:xfrm>
            <a:off x="8190914" y="5374083"/>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64" name="文本框 363">
            <a:extLst>
              <a:ext uri="{FF2B5EF4-FFF2-40B4-BE49-F238E27FC236}">
                <a16:creationId xmlns:a16="http://schemas.microsoft.com/office/drawing/2014/main" id="{5A3A0768-EC70-08F0-E9DD-C6E1DCD873CE}"/>
              </a:ext>
            </a:extLst>
          </p:cNvPr>
          <p:cNvSpPr txBox="1"/>
          <p:nvPr/>
        </p:nvSpPr>
        <p:spPr>
          <a:xfrm>
            <a:off x="11301696" y="5369270"/>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120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66" name="文本框 365">
            <a:extLst>
              <a:ext uri="{FF2B5EF4-FFF2-40B4-BE49-F238E27FC236}">
                <a16:creationId xmlns:a16="http://schemas.microsoft.com/office/drawing/2014/main" id="{D73B8E39-E72B-310F-434B-90BE29FC2901}"/>
              </a:ext>
            </a:extLst>
          </p:cNvPr>
          <p:cNvSpPr txBox="1"/>
          <p:nvPr/>
        </p:nvSpPr>
        <p:spPr>
          <a:xfrm>
            <a:off x="6816080" y="5615027"/>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67" name="直线连接符 366">
            <a:extLst>
              <a:ext uri="{FF2B5EF4-FFF2-40B4-BE49-F238E27FC236}">
                <a16:creationId xmlns:a16="http://schemas.microsoft.com/office/drawing/2014/main" id="{03AA3BDD-1E22-5D77-92C3-00FC138D9167}"/>
              </a:ext>
            </a:extLst>
          </p:cNvPr>
          <p:cNvCxnSpPr/>
          <p:nvPr/>
        </p:nvCxnSpPr>
        <p:spPr>
          <a:xfrm>
            <a:off x="7406836" y="5725613"/>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68" name="圆角矩形 367">
            <a:extLst>
              <a:ext uri="{FF2B5EF4-FFF2-40B4-BE49-F238E27FC236}">
                <a16:creationId xmlns:a16="http://schemas.microsoft.com/office/drawing/2014/main" id="{1773362E-0604-2100-7F4C-8012A046FA4C}"/>
              </a:ext>
            </a:extLst>
          </p:cNvPr>
          <p:cNvSpPr/>
          <p:nvPr/>
        </p:nvSpPr>
        <p:spPr>
          <a:xfrm>
            <a:off x="8680566" y="5679607"/>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69" name="文本框 368">
            <a:extLst>
              <a:ext uri="{FF2B5EF4-FFF2-40B4-BE49-F238E27FC236}">
                <a16:creationId xmlns:a16="http://schemas.microsoft.com/office/drawing/2014/main" id="{84E30EC4-56FC-96AE-CD98-E4C2BB1E2E60}"/>
              </a:ext>
            </a:extLst>
          </p:cNvPr>
          <p:cNvSpPr txBox="1"/>
          <p:nvPr/>
        </p:nvSpPr>
        <p:spPr>
          <a:xfrm>
            <a:off x="8190914" y="5623425"/>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70" name="文本框 369">
            <a:extLst>
              <a:ext uri="{FF2B5EF4-FFF2-40B4-BE49-F238E27FC236}">
                <a16:creationId xmlns:a16="http://schemas.microsoft.com/office/drawing/2014/main" id="{CAD1178B-0668-123E-EE56-37D80EF37F21}"/>
              </a:ext>
            </a:extLst>
          </p:cNvPr>
          <p:cNvSpPr txBox="1"/>
          <p:nvPr/>
        </p:nvSpPr>
        <p:spPr>
          <a:xfrm>
            <a:off x="11301696" y="5618612"/>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450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72" name="文本框 371">
            <a:extLst>
              <a:ext uri="{FF2B5EF4-FFF2-40B4-BE49-F238E27FC236}">
                <a16:creationId xmlns:a16="http://schemas.microsoft.com/office/drawing/2014/main" id="{5103703F-634A-C93F-FBBA-686AD88298E7}"/>
              </a:ext>
            </a:extLst>
          </p:cNvPr>
          <p:cNvSpPr txBox="1"/>
          <p:nvPr/>
        </p:nvSpPr>
        <p:spPr>
          <a:xfrm>
            <a:off x="6816080" y="5864362"/>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373" name="直线连接符 372">
            <a:extLst>
              <a:ext uri="{FF2B5EF4-FFF2-40B4-BE49-F238E27FC236}">
                <a16:creationId xmlns:a16="http://schemas.microsoft.com/office/drawing/2014/main" id="{FE41FA33-5B63-0065-5625-DF50FD818A5C}"/>
              </a:ext>
            </a:extLst>
          </p:cNvPr>
          <p:cNvCxnSpPr/>
          <p:nvPr/>
        </p:nvCxnSpPr>
        <p:spPr>
          <a:xfrm>
            <a:off x="7406836" y="5974948"/>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374" name="圆角矩形 373">
            <a:extLst>
              <a:ext uri="{FF2B5EF4-FFF2-40B4-BE49-F238E27FC236}">
                <a16:creationId xmlns:a16="http://schemas.microsoft.com/office/drawing/2014/main" id="{93121274-9549-24E0-F8C0-FF8A57F0FB72}"/>
              </a:ext>
            </a:extLst>
          </p:cNvPr>
          <p:cNvSpPr/>
          <p:nvPr/>
        </p:nvSpPr>
        <p:spPr>
          <a:xfrm>
            <a:off x="8680566" y="5928942"/>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75" name="文本框 374">
            <a:extLst>
              <a:ext uri="{FF2B5EF4-FFF2-40B4-BE49-F238E27FC236}">
                <a16:creationId xmlns:a16="http://schemas.microsoft.com/office/drawing/2014/main" id="{A786979C-7CF5-05C4-4DD4-071EF973C961}"/>
              </a:ext>
            </a:extLst>
          </p:cNvPr>
          <p:cNvSpPr txBox="1"/>
          <p:nvPr/>
        </p:nvSpPr>
        <p:spPr>
          <a:xfrm>
            <a:off x="8190914" y="5872760"/>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376" name="文本框 375">
            <a:extLst>
              <a:ext uri="{FF2B5EF4-FFF2-40B4-BE49-F238E27FC236}">
                <a16:creationId xmlns:a16="http://schemas.microsoft.com/office/drawing/2014/main" id="{E1D67732-08A8-CF05-43A2-E9DA33554ED1}"/>
              </a:ext>
            </a:extLst>
          </p:cNvPr>
          <p:cNvSpPr txBox="1"/>
          <p:nvPr/>
        </p:nvSpPr>
        <p:spPr>
          <a:xfrm>
            <a:off x="11301696" y="5867947"/>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377" name="右大括号 376">
            <a:extLst>
              <a:ext uri="{FF2B5EF4-FFF2-40B4-BE49-F238E27FC236}">
                <a16:creationId xmlns:a16="http://schemas.microsoft.com/office/drawing/2014/main" id="{A193E558-A9AD-4B5C-D03C-569011255CD4}"/>
              </a:ext>
            </a:extLst>
          </p:cNvPr>
          <p:cNvSpPr/>
          <p:nvPr/>
        </p:nvSpPr>
        <p:spPr>
          <a:xfrm flipH="1">
            <a:off x="6005487" y="1802312"/>
            <a:ext cx="983848" cy="4815271"/>
          </a:xfrm>
          <a:prstGeom prst="rightBrace">
            <a:avLst>
              <a:gd name="adj1" fmla="val 135869"/>
              <a:gd name="adj2" fmla="val 50000"/>
            </a:avLst>
          </a:prstGeom>
          <a:ln cap="rnd">
            <a:solidFill>
              <a:srgbClr val="21212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dirty="0">
              <a:solidFill>
                <a:srgbClr val="212121"/>
              </a:solidFill>
            </a:endParaRPr>
          </a:p>
        </p:txBody>
      </p:sp>
      <p:sp>
        <p:nvSpPr>
          <p:cNvPr id="378" name="文本框 377">
            <a:extLst>
              <a:ext uri="{FF2B5EF4-FFF2-40B4-BE49-F238E27FC236}">
                <a16:creationId xmlns:a16="http://schemas.microsoft.com/office/drawing/2014/main" id="{11C48101-144D-9DDE-7DE8-BA7B5DF2D43E}"/>
              </a:ext>
            </a:extLst>
          </p:cNvPr>
          <p:cNvSpPr txBox="1"/>
          <p:nvPr/>
        </p:nvSpPr>
        <p:spPr>
          <a:xfrm>
            <a:off x="6847840" y="965200"/>
            <a:ext cx="5140960" cy="707886"/>
          </a:xfrm>
          <a:prstGeom prst="rect">
            <a:avLst/>
          </a:prstGeom>
          <a:noFill/>
        </p:spPr>
        <p:txBody>
          <a:bodyPr wrap="square" rtlCol="0">
            <a:spAutoFit/>
          </a:bodyPr>
          <a:lstStyle/>
          <a:p>
            <a:r>
              <a:rPr kumimoji="1" lang="en" altLang="zh-CN" sz="2000" dirty="0">
                <a:solidFill>
                  <a:srgbClr val="1E344D"/>
                </a:solidFill>
                <a:latin typeface="Alibaba PuHuiTi Medium" pitchFamily="18" charset="-122"/>
                <a:ea typeface="Alibaba PuHuiTi Medium" pitchFamily="18" charset="-122"/>
                <a:cs typeface="Alibaba PuHuiTi Medium" pitchFamily="18" charset="-122"/>
              </a:rPr>
              <a:t>How far are the Top-20coins from the ATH?</a:t>
            </a:r>
            <a:endParaRPr kumimoji="1" lang="zh-CN" altLang="en-US" sz="20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379" name="文本框 378">
            <a:extLst>
              <a:ext uri="{FF2B5EF4-FFF2-40B4-BE49-F238E27FC236}">
                <a16:creationId xmlns:a16="http://schemas.microsoft.com/office/drawing/2014/main" id="{B9A92EDA-F4B8-D9B5-F2D0-67C48522D359}"/>
              </a:ext>
            </a:extLst>
          </p:cNvPr>
          <p:cNvSpPr txBox="1"/>
          <p:nvPr/>
        </p:nvSpPr>
        <p:spPr>
          <a:xfrm>
            <a:off x="8622122" y="1661538"/>
            <a:ext cx="402674"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ATL</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80" name="文本框 379">
            <a:extLst>
              <a:ext uri="{FF2B5EF4-FFF2-40B4-BE49-F238E27FC236}">
                <a16:creationId xmlns:a16="http://schemas.microsoft.com/office/drawing/2014/main" id="{BEA604BB-7E17-9720-7737-9F9A8D00F46D}"/>
              </a:ext>
            </a:extLst>
          </p:cNvPr>
          <p:cNvSpPr txBox="1"/>
          <p:nvPr/>
        </p:nvSpPr>
        <p:spPr>
          <a:xfrm>
            <a:off x="10848528" y="1661538"/>
            <a:ext cx="428322"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ATH</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81" name="文本框 380">
            <a:extLst>
              <a:ext uri="{FF2B5EF4-FFF2-40B4-BE49-F238E27FC236}">
                <a16:creationId xmlns:a16="http://schemas.microsoft.com/office/drawing/2014/main" id="{72A7691B-C1C3-A7FC-83D4-42D2996D6D0D}"/>
              </a:ext>
            </a:extLst>
          </p:cNvPr>
          <p:cNvSpPr txBox="1"/>
          <p:nvPr/>
        </p:nvSpPr>
        <p:spPr>
          <a:xfrm>
            <a:off x="9544888" y="1661538"/>
            <a:ext cx="960519" cy="246221"/>
          </a:xfrm>
          <a:prstGeom prst="rect">
            <a:avLst/>
          </a:prstGeom>
          <a:noFill/>
        </p:spPr>
        <p:txBody>
          <a:bodyPr wrap="none" rtlCol="0">
            <a:spAutoFit/>
          </a:bodyPr>
          <a:lstStyle/>
          <a:p>
            <a:r>
              <a:rPr kumimoji="1" lang="en-US" altLang="zh-CN" sz="1000" dirty="0">
                <a:solidFill>
                  <a:srgbClr val="212121"/>
                </a:solidFill>
                <a:latin typeface="Alibaba PuHuiTi" pitchFamily="18" charset="-122"/>
                <a:ea typeface="Alibaba PuHuiTi" pitchFamily="18" charset="-122"/>
                <a:cs typeface="Alibaba PuHuiTi" pitchFamily="18" charset="-122"/>
              </a:rPr>
              <a:t>Current</a:t>
            </a:r>
            <a:r>
              <a:rPr kumimoji="1" lang="zh-CN" altLang="en-US" sz="1000" dirty="0">
                <a:solidFill>
                  <a:srgbClr val="212121"/>
                </a:solidFill>
                <a:latin typeface="Alibaba PuHuiTi" pitchFamily="18" charset="-122"/>
                <a:ea typeface="Alibaba PuHuiTi" pitchFamily="18" charset="-122"/>
                <a:cs typeface="Alibaba PuHuiTi" pitchFamily="18" charset="-122"/>
              </a:rPr>
              <a:t> </a:t>
            </a:r>
            <a:r>
              <a:rPr kumimoji="1" lang="en-US" altLang="zh-CN" sz="1000" dirty="0">
                <a:solidFill>
                  <a:srgbClr val="212121"/>
                </a:solidFill>
                <a:latin typeface="Alibaba PuHuiTi" pitchFamily="18" charset="-122"/>
                <a:ea typeface="Alibaba PuHuiTi" pitchFamily="18" charset="-122"/>
                <a:cs typeface="Alibaba PuHuiTi" pitchFamily="18" charset="-122"/>
              </a:rPr>
              <a:t>price</a:t>
            </a:r>
            <a:endParaRPr kumimoji="1" lang="zh-CN" altLang="en-US" sz="1000" dirty="0">
              <a:solidFill>
                <a:srgbClr val="212121"/>
              </a:solidFill>
              <a:latin typeface="Alibaba PuHuiTi" pitchFamily="18" charset="-122"/>
              <a:ea typeface="Alibaba PuHuiTi" pitchFamily="18" charset="-122"/>
              <a:cs typeface="Alibaba PuHuiTi" pitchFamily="18" charset="-122"/>
            </a:endParaRPr>
          </a:p>
        </p:txBody>
      </p:sp>
      <p:sp>
        <p:nvSpPr>
          <p:cNvPr id="382" name="椭圆 381">
            <a:extLst>
              <a:ext uri="{FF2B5EF4-FFF2-40B4-BE49-F238E27FC236}">
                <a16:creationId xmlns:a16="http://schemas.microsoft.com/office/drawing/2014/main" id="{EA172647-F845-5D6C-8C78-362633E9310E}"/>
              </a:ext>
            </a:extLst>
          </p:cNvPr>
          <p:cNvSpPr/>
          <p:nvPr/>
        </p:nvSpPr>
        <p:spPr>
          <a:xfrm>
            <a:off x="10464800" y="1930400"/>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4" name="椭圆 383">
            <a:extLst>
              <a:ext uri="{FF2B5EF4-FFF2-40B4-BE49-F238E27FC236}">
                <a16:creationId xmlns:a16="http://schemas.microsoft.com/office/drawing/2014/main" id="{6B4AF2E1-378D-8D46-A78E-04EC6F88D421}"/>
              </a:ext>
            </a:extLst>
          </p:cNvPr>
          <p:cNvSpPr/>
          <p:nvPr/>
        </p:nvSpPr>
        <p:spPr>
          <a:xfrm>
            <a:off x="9035628" y="2179464"/>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5" name="椭圆 384">
            <a:extLst>
              <a:ext uri="{FF2B5EF4-FFF2-40B4-BE49-F238E27FC236}">
                <a16:creationId xmlns:a16="http://schemas.microsoft.com/office/drawing/2014/main" id="{A3C361F3-B77B-B849-40E1-2FD6B24B2BEA}"/>
              </a:ext>
            </a:extLst>
          </p:cNvPr>
          <p:cNvSpPr/>
          <p:nvPr/>
        </p:nvSpPr>
        <p:spPr>
          <a:xfrm>
            <a:off x="9925124" y="2435746"/>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6" name="椭圆 385">
            <a:extLst>
              <a:ext uri="{FF2B5EF4-FFF2-40B4-BE49-F238E27FC236}">
                <a16:creationId xmlns:a16="http://schemas.microsoft.com/office/drawing/2014/main" id="{EE24B482-AC94-8633-0FC5-1A0F8A66252A}"/>
              </a:ext>
            </a:extLst>
          </p:cNvPr>
          <p:cNvSpPr/>
          <p:nvPr/>
        </p:nvSpPr>
        <p:spPr>
          <a:xfrm>
            <a:off x="10206806" y="2933452"/>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7" name="椭圆 386">
            <a:extLst>
              <a:ext uri="{FF2B5EF4-FFF2-40B4-BE49-F238E27FC236}">
                <a16:creationId xmlns:a16="http://schemas.microsoft.com/office/drawing/2014/main" id="{1DC566DA-8EF1-DC33-8006-423465F4835B}"/>
              </a:ext>
            </a:extLst>
          </p:cNvPr>
          <p:cNvSpPr/>
          <p:nvPr/>
        </p:nvSpPr>
        <p:spPr>
          <a:xfrm>
            <a:off x="9696400" y="3429000"/>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8" name="椭圆 387">
            <a:extLst>
              <a:ext uri="{FF2B5EF4-FFF2-40B4-BE49-F238E27FC236}">
                <a16:creationId xmlns:a16="http://schemas.microsoft.com/office/drawing/2014/main" id="{256F5700-B526-878F-8E75-5BBAF9D2D396}"/>
              </a:ext>
            </a:extLst>
          </p:cNvPr>
          <p:cNvSpPr/>
          <p:nvPr/>
        </p:nvSpPr>
        <p:spPr>
          <a:xfrm>
            <a:off x="10717212" y="3187576"/>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89" name="椭圆 388">
            <a:extLst>
              <a:ext uri="{FF2B5EF4-FFF2-40B4-BE49-F238E27FC236}">
                <a16:creationId xmlns:a16="http://schemas.microsoft.com/office/drawing/2014/main" id="{198EE129-A83A-8504-5645-19BEE35E57A1}"/>
              </a:ext>
            </a:extLst>
          </p:cNvPr>
          <p:cNvSpPr/>
          <p:nvPr/>
        </p:nvSpPr>
        <p:spPr>
          <a:xfrm>
            <a:off x="10086032" y="3924548"/>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0" name="椭圆 389">
            <a:extLst>
              <a:ext uri="{FF2B5EF4-FFF2-40B4-BE49-F238E27FC236}">
                <a16:creationId xmlns:a16="http://schemas.microsoft.com/office/drawing/2014/main" id="{37A6D416-1151-45F9-48B8-BD3D9081760B}"/>
              </a:ext>
            </a:extLst>
          </p:cNvPr>
          <p:cNvSpPr/>
          <p:nvPr/>
        </p:nvSpPr>
        <p:spPr>
          <a:xfrm>
            <a:off x="9402018" y="3685282"/>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1" name="椭圆 390">
            <a:extLst>
              <a:ext uri="{FF2B5EF4-FFF2-40B4-BE49-F238E27FC236}">
                <a16:creationId xmlns:a16="http://schemas.microsoft.com/office/drawing/2014/main" id="{CD0F6E60-35CF-E2F7-6BE7-73B407B05C6C}"/>
              </a:ext>
            </a:extLst>
          </p:cNvPr>
          <p:cNvSpPr/>
          <p:nvPr/>
        </p:nvSpPr>
        <p:spPr>
          <a:xfrm>
            <a:off x="9984432" y="4221088"/>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2" name="椭圆 391">
            <a:extLst>
              <a:ext uri="{FF2B5EF4-FFF2-40B4-BE49-F238E27FC236}">
                <a16:creationId xmlns:a16="http://schemas.microsoft.com/office/drawing/2014/main" id="{03188F5E-1EA8-1809-AFDE-A5B217EFF39C}"/>
              </a:ext>
            </a:extLst>
          </p:cNvPr>
          <p:cNvSpPr/>
          <p:nvPr/>
        </p:nvSpPr>
        <p:spPr>
          <a:xfrm>
            <a:off x="10920536" y="4437112"/>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3" name="椭圆 392">
            <a:extLst>
              <a:ext uri="{FF2B5EF4-FFF2-40B4-BE49-F238E27FC236}">
                <a16:creationId xmlns:a16="http://schemas.microsoft.com/office/drawing/2014/main" id="{B79D5FDD-9277-94D4-BE9F-514FE247444B}"/>
              </a:ext>
            </a:extLst>
          </p:cNvPr>
          <p:cNvSpPr/>
          <p:nvPr/>
        </p:nvSpPr>
        <p:spPr>
          <a:xfrm>
            <a:off x="10560496" y="4678536"/>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4" name="椭圆 393">
            <a:extLst>
              <a:ext uri="{FF2B5EF4-FFF2-40B4-BE49-F238E27FC236}">
                <a16:creationId xmlns:a16="http://schemas.microsoft.com/office/drawing/2014/main" id="{B243B74F-7A70-C64F-E1C2-63A0CB13BAC7}"/>
              </a:ext>
            </a:extLst>
          </p:cNvPr>
          <p:cNvSpPr/>
          <p:nvPr/>
        </p:nvSpPr>
        <p:spPr>
          <a:xfrm>
            <a:off x="10952286" y="4922118"/>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5" name="椭圆 394">
            <a:extLst>
              <a:ext uri="{FF2B5EF4-FFF2-40B4-BE49-F238E27FC236}">
                <a16:creationId xmlns:a16="http://schemas.microsoft.com/office/drawing/2014/main" id="{ADC5F92E-0287-F21F-DBF3-6F55F2BE85A8}"/>
              </a:ext>
            </a:extLst>
          </p:cNvPr>
          <p:cNvSpPr/>
          <p:nvPr/>
        </p:nvSpPr>
        <p:spPr>
          <a:xfrm>
            <a:off x="8950920" y="5182592"/>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6" name="椭圆 395">
            <a:extLst>
              <a:ext uri="{FF2B5EF4-FFF2-40B4-BE49-F238E27FC236}">
                <a16:creationId xmlns:a16="http://schemas.microsoft.com/office/drawing/2014/main" id="{AB4CF771-9BDC-1D75-F415-7E4DF0593AE8}"/>
              </a:ext>
            </a:extLst>
          </p:cNvPr>
          <p:cNvSpPr/>
          <p:nvPr/>
        </p:nvSpPr>
        <p:spPr>
          <a:xfrm>
            <a:off x="9209236" y="5424016"/>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8" name="椭圆 397">
            <a:extLst>
              <a:ext uri="{FF2B5EF4-FFF2-40B4-BE49-F238E27FC236}">
                <a16:creationId xmlns:a16="http://schemas.microsoft.com/office/drawing/2014/main" id="{8956AF94-7624-D305-E1A6-5A5B8F123116}"/>
              </a:ext>
            </a:extLst>
          </p:cNvPr>
          <p:cNvSpPr/>
          <p:nvPr/>
        </p:nvSpPr>
        <p:spPr>
          <a:xfrm>
            <a:off x="10056440" y="5661248"/>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399" name="椭圆 398">
            <a:extLst>
              <a:ext uri="{FF2B5EF4-FFF2-40B4-BE49-F238E27FC236}">
                <a16:creationId xmlns:a16="http://schemas.microsoft.com/office/drawing/2014/main" id="{BDB4F337-C9A5-49A5-A313-497C26E4B8BD}"/>
              </a:ext>
            </a:extLst>
          </p:cNvPr>
          <p:cNvSpPr/>
          <p:nvPr/>
        </p:nvSpPr>
        <p:spPr>
          <a:xfrm>
            <a:off x="10835828" y="5909022"/>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00" name="椭圆 399">
            <a:extLst>
              <a:ext uri="{FF2B5EF4-FFF2-40B4-BE49-F238E27FC236}">
                <a16:creationId xmlns:a16="http://schemas.microsoft.com/office/drawing/2014/main" id="{A37FB75A-4FA1-3112-D102-EF38411CD56C}"/>
              </a:ext>
            </a:extLst>
          </p:cNvPr>
          <p:cNvSpPr/>
          <p:nvPr/>
        </p:nvSpPr>
        <p:spPr>
          <a:xfrm>
            <a:off x="10128448" y="2677170"/>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01" name="文本框 400">
            <a:extLst>
              <a:ext uri="{FF2B5EF4-FFF2-40B4-BE49-F238E27FC236}">
                <a16:creationId xmlns:a16="http://schemas.microsoft.com/office/drawing/2014/main" id="{19F1C46B-DFC2-7B25-B699-1BF5B061C3D7}"/>
              </a:ext>
            </a:extLst>
          </p:cNvPr>
          <p:cNvSpPr txBox="1"/>
          <p:nvPr/>
        </p:nvSpPr>
        <p:spPr>
          <a:xfrm>
            <a:off x="3653645" y="946261"/>
            <a:ext cx="4940968"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Correlation between </a:t>
            </a:r>
          </a:p>
        </p:txBody>
      </p:sp>
      <p:sp>
        <p:nvSpPr>
          <p:cNvPr id="402" name="文本框 401">
            <a:extLst>
              <a:ext uri="{FF2B5EF4-FFF2-40B4-BE49-F238E27FC236}">
                <a16:creationId xmlns:a16="http://schemas.microsoft.com/office/drawing/2014/main" id="{9B675E1D-2CB8-01E1-2C8D-E5C8464E32DF}"/>
              </a:ext>
            </a:extLst>
          </p:cNvPr>
          <p:cNvSpPr txBox="1"/>
          <p:nvPr/>
        </p:nvSpPr>
        <p:spPr>
          <a:xfrm>
            <a:off x="275438" y="5836349"/>
            <a:ext cx="3114066" cy="784830"/>
          </a:xfrm>
          <a:prstGeom prst="rect">
            <a:avLst/>
          </a:prstGeom>
          <a:noFill/>
        </p:spPr>
        <p:txBody>
          <a:bodyPr wrap="square" rtlCol="0">
            <a:spAutoFit/>
          </a:bodyPr>
          <a:lstStyle>
            <a:defPPr>
              <a:defRPr lang="zh-CN"/>
            </a:defPPr>
            <a:lvl1pPr>
              <a:lnSpc>
                <a:spcPts val="1360"/>
              </a:lnSpc>
              <a:defRPr kumimoji="1" sz="1050">
                <a:solidFill>
                  <a:schemeClr val="bg1"/>
                </a:solidFill>
                <a:latin typeface="Alibaba PuHuiTi" pitchFamily="18" charset="-122"/>
                <a:ea typeface="Alibaba PuHuiTi" pitchFamily="18" charset="-122"/>
                <a:cs typeface="Alibaba PuHuiTi" pitchFamily="18" charset="-122"/>
              </a:defRPr>
            </a:lvl1pPr>
          </a:lstStyle>
          <a:p>
            <a:pPr>
              <a:lnSpc>
                <a:spcPct val="100000"/>
              </a:lnSpc>
            </a:pPr>
            <a:r>
              <a:rPr lang="en" altLang="zh-CN" sz="900" dirty="0">
                <a:solidFill>
                  <a:srgbClr val="1E344D"/>
                </a:solidFill>
              </a:rPr>
              <a:t>Suddenly we see Ten among the top ten projects. This is a promising project integrating cryptocurrency in the real world. Expr is significantly ahead of Ethereum in this nomination, so it can be said that the struggle</a:t>
            </a:r>
            <a:endParaRPr lang="zh-CN" altLang="en-US" sz="900" dirty="0">
              <a:solidFill>
                <a:srgbClr val="1E344D"/>
              </a:solidFill>
            </a:endParaRPr>
          </a:p>
        </p:txBody>
      </p:sp>
      <p:sp>
        <p:nvSpPr>
          <p:cNvPr id="406" name="文本框 405">
            <a:extLst>
              <a:ext uri="{FF2B5EF4-FFF2-40B4-BE49-F238E27FC236}">
                <a16:creationId xmlns:a16="http://schemas.microsoft.com/office/drawing/2014/main" id="{F1C37937-63E6-A5F9-0E80-417CD7A7EDA6}"/>
              </a:ext>
            </a:extLst>
          </p:cNvPr>
          <p:cNvSpPr txBox="1"/>
          <p:nvPr/>
        </p:nvSpPr>
        <p:spPr>
          <a:xfrm>
            <a:off x="6816080" y="6107640"/>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407" name="直线连接符 406">
            <a:extLst>
              <a:ext uri="{FF2B5EF4-FFF2-40B4-BE49-F238E27FC236}">
                <a16:creationId xmlns:a16="http://schemas.microsoft.com/office/drawing/2014/main" id="{603A9B0A-2022-B104-4A26-FF418FE61B18}"/>
              </a:ext>
            </a:extLst>
          </p:cNvPr>
          <p:cNvCxnSpPr/>
          <p:nvPr/>
        </p:nvCxnSpPr>
        <p:spPr>
          <a:xfrm>
            <a:off x="7406836" y="6218226"/>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408" name="圆角矩形 407">
            <a:extLst>
              <a:ext uri="{FF2B5EF4-FFF2-40B4-BE49-F238E27FC236}">
                <a16:creationId xmlns:a16="http://schemas.microsoft.com/office/drawing/2014/main" id="{B3731F12-CD42-1AD6-0374-4905CA670E18}"/>
              </a:ext>
            </a:extLst>
          </p:cNvPr>
          <p:cNvSpPr/>
          <p:nvPr/>
        </p:nvSpPr>
        <p:spPr>
          <a:xfrm>
            <a:off x="8680566" y="6172220"/>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09" name="文本框 408">
            <a:extLst>
              <a:ext uri="{FF2B5EF4-FFF2-40B4-BE49-F238E27FC236}">
                <a16:creationId xmlns:a16="http://schemas.microsoft.com/office/drawing/2014/main" id="{261B3CA1-CC7A-A151-30D4-532E2DE31AE3}"/>
              </a:ext>
            </a:extLst>
          </p:cNvPr>
          <p:cNvSpPr txBox="1"/>
          <p:nvPr/>
        </p:nvSpPr>
        <p:spPr>
          <a:xfrm>
            <a:off x="8190914" y="6116038"/>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410" name="文本框 409">
            <a:extLst>
              <a:ext uri="{FF2B5EF4-FFF2-40B4-BE49-F238E27FC236}">
                <a16:creationId xmlns:a16="http://schemas.microsoft.com/office/drawing/2014/main" id="{AC2716C3-1624-F0DA-E9D0-BC007E9A403B}"/>
              </a:ext>
            </a:extLst>
          </p:cNvPr>
          <p:cNvSpPr txBox="1"/>
          <p:nvPr/>
        </p:nvSpPr>
        <p:spPr>
          <a:xfrm>
            <a:off x="11301696" y="6111225"/>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411" name="椭圆 410">
            <a:extLst>
              <a:ext uri="{FF2B5EF4-FFF2-40B4-BE49-F238E27FC236}">
                <a16:creationId xmlns:a16="http://schemas.microsoft.com/office/drawing/2014/main" id="{14AE8E06-1743-6B5C-281E-A931B5A3096B}"/>
              </a:ext>
            </a:extLst>
          </p:cNvPr>
          <p:cNvSpPr/>
          <p:nvPr/>
        </p:nvSpPr>
        <p:spPr>
          <a:xfrm>
            <a:off x="9975216" y="6152300"/>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20" name="文本框 419">
            <a:extLst>
              <a:ext uri="{FF2B5EF4-FFF2-40B4-BE49-F238E27FC236}">
                <a16:creationId xmlns:a16="http://schemas.microsoft.com/office/drawing/2014/main" id="{F896B4E4-C696-EAC6-0A70-A2273E2F4824}"/>
              </a:ext>
            </a:extLst>
          </p:cNvPr>
          <p:cNvSpPr txBox="1"/>
          <p:nvPr/>
        </p:nvSpPr>
        <p:spPr>
          <a:xfrm>
            <a:off x="6816080" y="6342272"/>
            <a:ext cx="596638" cy="246221"/>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Bitcoin</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cxnSp>
        <p:nvCxnSpPr>
          <p:cNvPr id="421" name="直线连接符 420">
            <a:extLst>
              <a:ext uri="{FF2B5EF4-FFF2-40B4-BE49-F238E27FC236}">
                <a16:creationId xmlns:a16="http://schemas.microsoft.com/office/drawing/2014/main" id="{E09EE1B9-E502-7E3E-A476-9CBD57F099CD}"/>
              </a:ext>
            </a:extLst>
          </p:cNvPr>
          <p:cNvCxnSpPr/>
          <p:nvPr/>
        </p:nvCxnSpPr>
        <p:spPr>
          <a:xfrm>
            <a:off x="7406836" y="6452858"/>
            <a:ext cx="748145" cy="0"/>
          </a:xfrm>
          <a:prstGeom prst="line">
            <a:avLst/>
          </a:prstGeom>
          <a:ln w="9525">
            <a:solidFill>
              <a:srgbClr val="000000">
                <a:alpha val="39000"/>
              </a:srgbClr>
            </a:solidFill>
          </a:ln>
        </p:spPr>
        <p:style>
          <a:lnRef idx="1">
            <a:schemeClr val="accent1"/>
          </a:lnRef>
          <a:fillRef idx="0">
            <a:schemeClr val="accent1"/>
          </a:fillRef>
          <a:effectRef idx="0">
            <a:schemeClr val="accent1"/>
          </a:effectRef>
          <a:fontRef idx="minor">
            <a:schemeClr val="tx1"/>
          </a:fontRef>
        </p:style>
      </p:cxnSp>
      <p:sp>
        <p:nvSpPr>
          <p:cNvPr id="422" name="圆角矩形 421">
            <a:extLst>
              <a:ext uri="{FF2B5EF4-FFF2-40B4-BE49-F238E27FC236}">
                <a16:creationId xmlns:a16="http://schemas.microsoft.com/office/drawing/2014/main" id="{499307A1-34DA-E69F-320C-99FF5401C4CB}"/>
              </a:ext>
            </a:extLst>
          </p:cNvPr>
          <p:cNvSpPr/>
          <p:nvPr/>
        </p:nvSpPr>
        <p:spPr>
          <a:xfrm>
            <a:off x="8680566" y="6406852"/>
            <a:ext cx="2657231" cy="85970"/>
          </a:xfrm>
          <a:prstGeom prst="roundRect">
            <a:avLst>
              <a:gd name="adj" fmla="val 50000"/>
            </a:avLst>
          </a:prstGeom>
          <a:gradFill>
            <a:gsLst>
              <a:gs pos="100000">
                <a:srgbClr val="BB3023"/>
              </a:gs>
              <a:gs pos="0">
                <a:srgbClr val="1E344D"/>
              </a:gs>
            </a:gsLst>
            <a:lin ang="19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423" name="文本框 422">
            <a:extLst>
              <a:ext uri="{FF2B5EF4-FFF2-40B4-BE49-F238E27FC236}">
                <a16:creationId xmlns:a16="http://schemas.microsoft.com/office/drawing/2014/main" id="{A92D2D21-49BC-A09A-B050-6FA4E6298F05}"/>
              </a:ext>
            </a:extLst>
          </p:cNvPr>
          <p:cNvSpPr txBox="1"/>
          <p:nvPr/>
        </p:nvSpPr>
        <p:spPr>
          <a:xfrm>
            <a:off x="8190914" y="6350670"/>
            <a:ext cx="478016" cy="215444"/>
          </a:xfrm>
          <a:prstGeom prst="rect">
            <a:avLst/>
          </a:prstGeom>
          <a:noFill/>
        </p:spPr>
        <p:txBody>
          <a:bodyPr wrap="none" rtlCol="0">
            <a:spAutoFit/>
          </a:bodyPr>
          <a:lstStyle/>
          <a:p>
            <a:r>
              <a:rPr kumimoji="1" lang="en-US" altLang="zh-CN" sz="800" dirty="0">
                <a:solidFill>
                  <a:srgbClr val="212121"/>
                </a:solidFill>
                <a:latin typeface="Alibaba PuHuiTi" pitchFamily="18" charset="-122"/>
                <a:ea typeface="Alibaba PuHuiTi" pitchFamily="18" charset="-122"/>
                <a:cs typeface="Alibaba PuHuiTi" pitchFamily="18" charset="-122"/>
              </a:rPr>
              <a:t>99.2%</a:t>
            </a:r>
            <a:endParaRPr kumimoji="1" lang="zh-CN" altLang="en-US" sz="800" dirty="0">
              <a:solidFill>
                <a:srgbClr val="212121"/>
              </a:solidFill>
              <a:latin typeface="Alibaba PuHuiTi" pitchFamily="18" charset="-122"/>
              <a:ea typeface="Alibaba PuHuiTi" pitchFamily="18" charset="-122"/>
              <a:cs typeface="Alibaba PuHuiTi" pitchFamily="18" charset="-122"/>
            </a:endParaRPr>
          </a:p>
        </p:txBody>
      </p:sp>
      <p:sp>
        <p:nvSpPr>
          <p:cNvPr id="424" name="文本框 423">
            <a:extLst>
              <a:ext uri="{FF2B5EF4-FFF2-40B4-BE49-F238E27FC236}">
                <a16:creationId xmlns:a16="http://schemas.microsoft.com/office/drawing/2014/main" id="{2425AC04-F763-AEFE-E086-4AB93CC02C57}"/>
              </a:ext>
            </a:extLst>
          </p:cNvPr>
          <p:cNvSpPr txBox="1"/>
          <p:nvPr/>
        </p:nvSpPr>
        <p:spPr>
          <a:xfrm>
            <a:off x="11301696" y="6345857"/>
            <a:ext cx="607859" cy="215444"/>
          </a:xfrm>
          <a:prstGeom prst="rect">
            <a:avLst/>
          </a:prstGeom>
          <a:noFill/>
        </p:spPr>
        <p:txBody>
          <a:bodyPr wrap="none" rtlCol="0">
            <a:spAutoFit/>
          </a:bodyPr>
          <a:lstStyle/>
          <a:p>
            <a:r>
              <a:rPr kumimoji="1" lang="en-US" altLang="zh-CN" sz="800" dirty="0">
                <a:solidFill>
                  <a:srgbClr val="1E344D"/>
                </a:solidFill>
                <a:latin typeface="Alibaba PuHuiTi" pitchFamily="18" charset="-122"/>
                <a:ea typeface="Alibaba PuHuiTi" pitchFamily="18" charset="-122"/>
                <a:cs typeface="Alibaba PuHuiTi" pitchFamily="18" charset="-122"/>
              </a:rPr>
              <a:t>510</a:t>
            </a:r>
            <a:r>
              <a:rPr kumimoji="1" lang="zh-CN" altLang="en-US" sz="800" dirty="0">
                <a:solidFill>
                  <a:srgbClr val="1E344D"/>
                </a:solidFill>
                <a:latin typeface="Alibaba PuHuiTi" pitchFamily="18" charset="-122"/>
                <a:ea typeface="Alibaba PuHuiTi" pitchFamily="18" charset="-122"/>
                <a:cs typeface="Alibaba PuHuiTi" pitchFamily="18" charset="-122"/>
              </a:rPr>
              <a:t>，</a:t>
            </a:r>
            <a:r>
              <a:rPr kumimoji="1" lang="en-US" altLang="zh-CN" sz="800" dirty="0">
                <a:solidFill>
                  <a:srgbClr val="1E344D"/>
                </a:solidFill>
                <a:latin typeface="Alibaba PuHuiTi" pitchFamily="18" charset="-122"/>
                <a:ea typeface="Alibaba PuHuiTi" pitchFamily="18" charset="-122"/>
                <a:cs typeface="Alibaba PuHuiTi" pitchFamily="18" charset="-122"/>
              </a:rPr>
              <a:t>6%</a:t>
            </a:r>
            <a:endParaRPr kumimoji="1" lang="zh-CN" altLang="en-US" sz="800" dirty="0">
              <a:solidFill>
                <a:srgbClr val="1E344D"/>
              </a:solidFill>
              <a:latin typeface="Alibaba PuHuiTi" pitchFamily="18" charset="-122"/>
              <a:ea typeface="Alibaba PuHuiTi" pitchFamily="18" charset="-122"/>
              <a:cs typeface="Alibaba PuHuiTi" pitchFamily="18" charset="-122"/>
            </a:endParaRPr>
          </a:p>
        </p:txBody>
      </p:sp>
      <p:sp>
        <p:nvSpPr>
          <p:cNvPr id="425" name="椭圆 424">
            <a:extLst>
              <a:ext uri="{FF2B5EF4-FFF2-40B4-BE49-F238E27FC236}">
                <a16:creationId xmlns:a16="http://schemas.microsoft.com/office/drawing/2014/main" id="{B4B7C4DF-167F-3153-0FAF-5F6D82DC6AB9}"/>
              </a:ext>
            </a:extLst>
          </p:cNvPr>
          <p:cNvSpPr/>
          <p:nvPr/>
        </p:nvSpPr>
        <p:spPr>
          <a:xfrm>
            <a:off x="10835828" y="6386932"/>
            <a:ext cx="101600" cy="101600"/>
          </a:xfrm>
          <a:prstGeom prst="ellipse">
            <a:avLst/>
          </a:prstGeom>
          <a:solidFill>
            <a:schemeClr val="bg1"/>
          </a:solidFill>
          <a:ln>
            <a:solidFill>
              <a:srgbClr val="21212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212121"/>
              </a:solidFill>
            </a:endParaRPr>
          </a:p>
        </p:txBody>
      </p:sp>
      <p:sp>
        <p:nvSpPr>
          <p:cNvPr id="5" name="矩形 4">
            <a:extLst>
              <a:ext uri="{FF2B5EF4-FFF2-40B4-BE49-F238E27FC236}">
                <a16:creationId xmlns:a16="http://schemas.microsoft.com/office/drawing/2014/main" id="{D123CDE2-58D5-A79C-9B2E-ECCF7B031484}"/>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文本框 5">
            <a:extLst>
              <a:ext uri="{FF2B5EF4-FFF2-40B4-BE49-F238E27FC236}">
                <a16:creationId xmlns:a16="http://schemas.microsoft.com/office/drawing/2014/main" id="{70AD845C-1B29-C1E0-C36D-08B5D171466B}"/>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7" name="文本框 6">
            <a:extLst>
              <a:ext uri="{FF2B5EF4-FFF2-40B4-BE49-F238E27FC236}">
                <a16:creationId xmlns:a16="http://schemas.microsoft.com/office/drawing/2014/main" id="{549AF128-C40D-4EDC-717B-86345B7AC209}"/>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8" name="直线连接符 7">
            <a:extLst>
              <a:ext uri="{FF2B5EF4-FFF2-40B4-BE49-F238E27FC236}">
                <a16:creationId xmlns:a16="http://schemas.microsoft.com/office/drawing/2014/main" id="{FD68B727-3D6B-BD61-DEE2-F44DAEA6FBBD}"/>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9" name="直线连接符 8">
            <a:extLst>
              <a:ext uri="{FF2B5EF4-FFF2-40B4-BE49-F238E27FC236}">
                <a16:creationId xmlns:a16="http://schemas.microsoft.com/office/drawing/2014/main" id="{039D8C3B-D36F-43FE-44BA-E6D3C0A8E67F}"/>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0" name="文本框 9">
            <a:extLst>
              <a:ext uri="{FF2B5EF4-FFF2-40B4-BE49-F238E27FC236}">
                <a16:creationId xmlns:a16="http://schemas.microsoft.com/office/drawing/2014/main" id="{A66A16E3-057D-66F6-9837-F9021636A0C0}"/>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1" name="组合 10">
            <a:extLst>
              <a:ext uri="{FF2B5EF4-FFF2-40B4-BE49-F238E27FC236}">
                <a16:creationId xmlns:a16="http://schemas.microsoft.com/office/drawing/2014/main" id="{D729227D-AA11-26B3-3D41-291C4D3F1B38}"/>
              </a:ext>
            </a:extLst>
          </p:cNvPr>
          <p:cNvGrpSpPr/>
          <p:nvPr/>
        </p:nvGrpSpPr>
        <p:grpSpPr>
          <a:xfrm>
            <a:off x="2323294" y="287981"/>
            <a:ext cx="356205" cy="355288"/>
            <a:chOff x="2323294" y="287981"/>
            <a:chExt cx="356205" cy="355288"/>
          </a:xfrm>
        </p:grpSpPr>
        <p:sp>
          <p:nvSpPr>
            <p:cNvPr id="12" name="Google Shape;7166;p80">
              <a:extLst>
                <a:ext uri="{FF2B5EF4-FFF2-40B4-BE49-F238E27FC236}">
                  <a16:creationId xmlns:a16="http://schemas.microsoft.com/office/drawing/2014/main" id="{05B9F708-48E2-2E32-C203-A426644D0DED}"/>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7167;p80">
              <a:extLst>
                <a:ext uri="{FF2B5EF4-FFF2-40B4-BE49-F238E27FC236}">
                  <a16:creationId xmlns:a16="http://schemas.microsoft.com/office/drawing/2014/main" id="{8676447B-72B3-D9F1-6D4D-1BC7BC7A0475}"/>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8;p80">
              <a:extLst>
                <a:ext uri="{FF2B5EF4-FFF2-40B4-BE49-F238E27FC236}">
                  <a16:creationId xmlns:a16="http://schemas.microsoft.com/office/drawing/2014/main" id="{AAC8E928-0283-530D-DBC9-268189C46BC6}"/>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7169;p80">
              <a:extLst>
                <a:ext uri="{FF2B5EF4-FFF2-40B4-BE49-F238E27FC236}">
                  <a16:creationId xmlns:a16="http://schemas.microsoft.com/office/drawing/2014/main" id="{CCB5AAED-8C34-2030-5147-B1933855A53A}"/>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44259206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矩形 27">
            <a:extLst>
              <a:ext uri="{FF2B5EF4-FFF2-40B4-BE49-F238E27FC236}">
                <a16:creationId xmlns:a16="http://schemas.microsoft.com/office/drawing/2014/main" id="{BC59FA4B-33E4-92B5-7939-A96101C43881}"/>
              </a:ext>
            </a:extLst>
          </p:cNvPr>
          <p:cNvSpPr/>
          <p:nvPr/>
        </p:nvSpPr>
        <p:spPr>
          <a:xfrm>
            <a:off x="10824119" y="2053377"/>
            <a:ext cx="983848" cy="3941939"/>
          </a:xfrm>
          <a:prstGeom prst="rect">
            <a:avLst/>
          </a:prstGeom>
          <a:pattFill prst="pct40">
            <a:fgClr>
              <a:schemeClr val="bg1"/>
            </a:fgClr>
            <a:bgClr>
              <a:srgbClr val="1E344D"/>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rgbClr val="000000"/>
              </a:solidFill>
            </a:endParaRPr>
          </a:p>
        </p:txBody>
      </p:sp>
      <p:sp>
        <p:nvSpPr>
          <p:cNvPr id="30" name="矩形 29">
            <a:extLst>
              <a:ext uri="{FF2B5EF4-FFF2-40B4-BE49-F238E27FC236}">
                <a16:creationId xmlns:a16="http://schemas.microsoft.com/office/drawing/2014/main" id="{1A729854-5EE8-5564-1B9B-25FF86531105}"/>
              </a:ext>
            </a:extLst>
          </p:cNvPr>
          <p:cNvSpPr/>
          <p:nvPr/>
        </p:nvSpPr>
        <p:spPr>
          <a:xfrm>
            <a:off x="6489482" y="2044337"/>
            <a:ext cx="2481943" cy="3947886"/>
          </a:xfrm>
          <a:prstGeom prst="rect">
            <a:avLst/>
          </a:prstGeom>
          <a:pattFill prst="lgCheck">
            <a:fgClr>
              <a:schemeClr val="bg1"/>
            </a:fgClr>
            <a:bgClr>
              <a:srgbClr val="1E344D"/>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1" name="矩形 30">
            <a:extLst>
              <a:ext uri="{FF2B5EF4-FFF2-40B4-BE49-F238E27FC236}">
                <a16:creationId xmlns:a16="http://schemas.microsoft.com/office/drawing/2014/main" id="{77F1D25B-38C5-B0A1-DD6D-DA7AC788A768}"/>
              </a:ext>
            </a:extLst>
          </p:cNvPr>
          <p:cNvSpPr/>
          <p:nvPr/>
        </p:nvSpPr>
        <p:spPr>
          <a:xfrm>
            <a:off x="8993465" y="2044337"/>
            <a:ext cx="1229528" cy="3947886"/>
          </a:xfrm>
          <a:prstGeom prst="rect">
            <a:avLst/>
          </a:prstGeom>
          <a:pattFill prst="dotGrid">
            <a:fgClr>
              <a:schemeClr val="bg1"/>
            </a:fgClr>
            <a:bgClr>
              <a:srgbClr val="1E344D"/>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3" name="矩形 32">
            <a:extLst>
              <a:ext uri="{FF2B5EF4-FFF2-40B4-BE49-F238E27FC236}">
                <a16:creationId xmlns:a16="http://schemas.microsoft.com/office/drawing/2014/main" id="{D39289FF-A62E-0FA4-05FC-0C6BB9898FB7}"/>
              </a:ext>
            </a:extLst>
          </p:cNvPr>
          <p:cNvSpPr/>
          <p:nvPr/>
        </p:nvSpPr>
        <p:spPr>
          <a:xfrm>
            <a:off x="10245032" y="2044337"/>
            <a:ext cx="544888" cy="3947886"/>
          </a:xfrm>
          <a:prstGeom prst="rect">
            <a:avLst/>
          </a:prstGeom>
          <a:pattFill prst="wdDnDiag">
            <a:fgClr>
              <a:schemeClr val="bg1"/>
            </a:fgClr>
            <a:bgClr>
              <a:srgbClr val="1E344D"/>
            </a:bgClr>
          </a:patt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2" name="同心圆 11">
            <a:extLst>
              <a:ext uri="{FF2B5EF4-FFF2-40B4-BE49-F238E27FC236}">
                <a16:creationId xmlns:a16="http://schemas.microsoft.com/office/drawing/2014/main" id="{89C7B647-59E4-89C9-A65E-05C3952CC6D7}"/>
              </a:ext>
            </a:extLst>
          </p:cNvPr>
          <p:cNvSpPr/>
          <p:nvPr/>
        </p:nvSpPr>
        <p:spPr>
          <a:xfrm>
            <a:off x="1331089" y="1962823"/>
            <a:ext cx="3680749" cy="3680749"/>
          </a:xfrm>
          <a:prstGeom prst="donut">
            <a:avLst>
              <a:gd name="adj" fmla="val 28450"/>
            </a:avLst>
          </a:prstGeom>
          <a:solidFill>
            <a:srgbClr val="BB302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sz="1000" dirty="0">
              <a:solidFill>
                <a:srgbClr val="000000"/>
              </a:solidFill>
              <a:latin typeface="Alibaba PuHuiTi" pitchFamily="18" charset="-122"/>
              <a:ea typeface="Alibaba PuHuiTi" pitchFamily="18" charset="-122"/>
              <a:cs typeface="Alibaba PuHuiTi" pitchFamily="18" charset="-122"/>
            </a:endParaRPr>
          </a:p>
        </p:txBody>
      </p:sp>
      <p:grpSp>
        <p:nvGrpSpPr>
          <p:cNvPr id="23" name="组合 22">
            <a:extLst>
              <a:ext uri="{FF2B5EF4-FFF2-40B4-BE49-F238E27FC236}">
                <a16:creationId xmlns:a16="http://schemas.microsoft.com/office/drawing/2014/main" id="{D1E1764B-C712-E975-D7D4-E6041D1FC210}"/>
              </a:ext>
            </a:extLst>
          </p:cNvPr>
          <p:cNvGrpSpPr/>
          <p:nvPr/>
        </p:nvGrpSpPr>
        <p:grpSpPr>
          <a:xfrm>
            <a:off x="532435" y="1486671"/>
            <a:ext cx="3183038" cy="4515716"/>
            <a:chOff x="532435" y="1486671"/>
            <a:chExt cx="3183038" cy="4515716"/>
          </a:xfrm>
        </p:grpSpPr>
        <p:cxnSp>
          <p:nvCxnSpPr>
            <p:cNvPr id="16" name="直线箭头连接符 15">
              <a:extLst>
                <a:ext uri="{FF2B5EF4-FFF2-40B4-BE49-F238E27FC236}">
                  <a16:creationId xmlns:a16="http://schemas.microsoft.com/office/drawing/2014/main" id="{C36DB308-7DF4-B2B6-AEDE-EDF5A46DF79A}"/>
                </a:ext>
              </a:extLst>
            </p:cNvPr>
            <p:cNvCxnSpPr>
              <a:cxnSpLocks/>
            </p:cNvCxnSpPr>
            <p:nvPr/>
          </p:nvCxnSpPr>
          <p:spPr>
            <a:xfrm flipH="1" flipV="1">
              <a:off x="3034413" y="1486671"/>
              <a:ext cx="32055" cy="2247144"/>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线箭头连接符 16">
              <a:extLst>
                <a:ext uri="{FF2B5EF4-FFF2-40B4-BE49-F238E27FC236}">
                  <a16:creationId xmlns:a16="http://schemas.microsoft.com/office/drawing/2014/main" id="{D9BF56F1-97AA-85DA-9497-1586C40106CB}"/>
                </a:ext>
              </a:extLst>
            </p:cNvPr>
            <p:cNvCxnSpPr>
              <a:cxnSpLocks/>
            </p:cNvCxnSpPr>
            <p:nvPr/>
          </p:nvCxnSpPr>
          <p:spPr>
            <a:xfrm>
              <a:off x="532435" y="3351785"/>
              <a:ext cx="2155241" cy="364234"/>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线箭头连接符 19">
              <a:extLst>
                <a:ext uri="{FF2B5EF4-FFF2-40B4-BE49-F238E27FC236}">
                  <a16:creationId xmlns:a16="http://schemas.microsoft.com/office/drawing/2014/main" id="{8F35E8E4-74BC-74D0-ECD9-5A15E214CDB5}"/>
                </a:ext>
              </a:extLst>
            </p:cNvPr>
            <p:cNvCxnSpPr>
              <a:cxnSpLocks/>
            </p:cNvCxnSpPr>
            <p:nvPr/>
          </p:nvCxnSpPr>
          <p:spPr>
            <a:xfrm>
              <a:off x="1701478" y="2333212"/>
              <a:ext cx="1516284" cy="1539433"/>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直线箭头连接符 31">
              <a:extLst>
                <a:ext uri="{FF2B5EF4-FFF2-40B4-BE49-F238E27FC236}">
                  <a16:creationId xmlns:a16="http://schemas.microsoft.com/office/drawing/2014/main" id="{4660E9DA-8958-21F7-9E64-D0FE51718BC8}"/>
                </a:ext>
              </a:extLst>
            </p:cNvPr>
            <p:cNvCxnSpPr>
              <a:cxnSpLocks/>
            </p:cNvCxnSpPr>
            <p:nvPr/>
          </p:nvCxnSpPr>
          <p:spPr>
            <a:xfrm>
              <a:off x="2083443" y="1580858"/>
              <a:ext cx="1192192" cy="2176040"/>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直线箭头连接符 34">
              <a:extLst>
                <a:ext uri="{FF2B5EF4-FFF2-40B4-BE49-F238E27FC236}">
                  <a16:creationId xmlns:a16="http://schemas.microsoft.com/office/drawing/2014/main" id="{A315C7DE-356E-8ED8-C476-C3302D46CED5}"/>
                </a:ext>
              </a:extLst>
            </p:cNvPr>
            <p:cNvCxnSpPr>
              <a:cxnSpLocks/>
            </p:cNvCxnSpPr>
            <p:nvPr/>
          </p:nvCxnSpPr>
          <p:spPr>
            <a:xfrm>
              <a:off x="1956122" y="1904948"/>
              <a:ext cx="1307939" cy="1863525"/>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直线箭头连接符 39">
              <a:extLst>
                <a:ext uri="{FF2B5EF4-FFF2-40B4-BE49-F238E27FC236}">
                  <a16:creationId xmlns:a16="http://schemas.microsoft.com/office/drawing/2014/main" id="{9DF38D2E-464D-9D86-AAC4-411DE5B3FEE1}"/>
                </a:ext>
              </a:extLst>
            </p:cNvPr>
            <p:cNvCxnSpPr>
              <a:cxnSpLocks/>
            </p:cNvCxnSpPr>
            <p:nvPr/>
          </p:nvCxnSpPr>
          <p:spPr>
            <a:xfrm>
              <a:off x="1273215" y="2692028"/>
              <a:ext cx="1851950" cy="1111169"/>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61" name="直线箭头连接符 60">
              <a:extLst>
                <a:ext uri="{FF2B5EF4-FFF2-40B4-BE49-F238E27FC236}">
                  <a16:creationId xmlns:a16="http://schemas.microsoft.com/office/drawing/2014/main" id="{19FC1EFF-847A-1579-6038-5AD2551DF0AD}"/>
                </a:ext>
              </a:extLst>
            </p:cNvPr>
            <p:cNvCxnSpPr>
              <a:cxnSpLocks/>
            </p:cNvCxnSpPr>
            <p:nvPr/>
          </p:nvCxnSpPr>
          <p:spPr>
            <a:xfrm flipV="1">
              <a:off x="729205" y="3722174"/>
              <a:ext cx="2639028" cy="1088021"/>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直线箭头连接符 94">
              <a:extLst>
                <a:ext uri="{FF2B5EF4-FFF2-40B4-BE49-F238E27FC236}">
                  <a16:creationId xmlns:a16="http://schemas.microsoft.com/office/drawing/2014/main" id="{495D032E-85FD-D9B6-E2B8-3F0AD6E0161C}"/>
                </a:ext>
              </a:extLst>
            </p:cNvPr>
            <p:cNvCxnSpPr>
              <a:cxnSpLocks/>
            </p:cNvCxnSpPr>
            <p:nvPr/>
          </p:nvCxnSpPr>
          <p:spPr>
            <a:xfrm flipV="1">
              <a:off x="2303362" y="3583278"/>
              <a:ext cx="868101" cy="2419109"/>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直线箭头连接符 97">
              <a:extLst>
                <a:ext uri="{FF2B5EF4-FFF2-40B4-BE49-F238E27FC236}">
                  <a16:creationId xmlns:a16="http://schemas.microsoft.com/office/drawing/2014/main" id="{A2EC50B8-1E99-4144-9BEA-3C965EC037F4}"/>
                </a:ext>
              </a:extLst>
            </p:cNvPr>
            <p:cNvCxnSpPr>
              <a:cxnSpLocks/>
            </p:cNvCxnSpPr>
            <p:nvPr/>
          </p:nvCxnSpPr>
          <p:spPr>
            <a:xfrm flipH="1" flipV="1">
              <a:off x="3125165" y="3641152"/>
              <a:ext cx="590308" cy="2338086"/>
            </a:xfrm>
            <a:prstGeom prst="straightConnector1">
              <a:avLst/>
            </a:prstGeom>
            <a:ln w="9525">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sp>
        <p:nvSpPr>
          <p:cNvPr id="103" name="文本框 102">
            <a:extLst>
              <a:ext uri="{FF2B5EF4-FFF2-40B4-BE49-F238E27FC236}">
                <a16:creationId xmlns:a16="http://schemas.microsoft.com/office/drawing/2014/main" id="{2635B8C2-0AE9-A502-B3BB-230852531ACB}"/>
              </a:ext>
            </a:extLst>
          </p:cNvPr>
          <p:cNvSpPr txBox="1"/>
          <p:nvPr/>
        </p:nvSpPr>
        <p:spPr>
          <a:xfrm>
            <a:off x="6598150" y="4699321"/>
            <a:ext cx="1597306" cy="1224887"/>
          </a:xfrm>
          <a:prstGeom prst="rect">
            <a:avLst/>
          </a:prstGeom>
          <a:solidFill>
            <a:schemeClr val="bg1"/>
          </a:solidFill>
        </p:spPr>
        <p:txBody>
          <a:bodyPr wrap="square" rtlCol="0">
            <a:spAutoFit/>
          </a:bodyPr>
          <a:lstStyle/>
          <a:p>
            <a:pPr>
              <a:lnSpc>
                <a:spcPct val="150000"/>
              </a:lnSpc>
            </a:pPr>
            <a:r>
              <a:rPr kumimoji="1" lang="en" altLang="zh-CN" sz="1000" dirty="0">
                <a:solidFill>
                  <a:srgbClr val="BB3023"/>
                </a:solidFill>
                <a:latin typeface="Alibaba PuHuiTi" pitchFamily="18" charset="-122"/>
                <a:ea typeface="Alibaba PuHuiTi" pitchFamily="18" charset="-122"/>
                <a:cs typeface="Alibaba PuHuiTi" pitchFamily="18" charset="-122"/>
              </a:rPr>
              <a:t>Chinese blockchainprojects attracted almosthalf of all venturecapital investments.</a:t>
            </a:r>
            <a:endParaRPr kumimoji="1" lang="zh-CN" altLang="en-US" sz="1000" dirty="0">
              <a:solidFill>
                <a:srgbClr val="BB3023"/>
              </a:solidFill>
              <a:latin typeface="Alibaba PuHuiTi" pitchFamily="18" charset="-122"/>
              <a:ea typeface="Alibaba PuHuiTi" pitchFamily="18" charset="-122"/>
              <a:cs typeface="Alibaba PuHuiTi" pitchFamily="18" charset="-122"/>
            </a:endParaRPr>
          </a:p>
        </p:txBody>
      </p:sp>
      <p:sp>
        <p:nvSpPr>
          <p:cNvPr id="107" name="文本框 106">
            <a:extLst>
              <a:ext uri="{FF2B5EF4-FFF2-40B4-BE49-F238E27FC236}">
                <a16:creationId xmlns:a16="http://schemas.microsoft.com/office/drawing/2014/main" id="{A4F0F1AE-73B4-542D-1358-C77FD4EB9EFE}"/>
              </a:ext>
            </a:extLst>
          </p:cNvPr>
          <p:cNvSpPr txBox="1"/>
          <p:nvPr/>
        </p:nvSpPr>
        <p:spPr>
          <a:xfrm>
            <a:off x="6415952" y="1634203"/>
            <a:ext cx="1178528"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Chinese</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projects</a:t>
            </a:r>
          </a:p>
          <a:p>
            <a:r>
              <a:rPr kumimoji="1" lang="en-US" altLang="zh-CN" sz="1000" dirty="0">
                <a:solidFill>
                  <a:srgbClr val="1E344D"/>
                </a:solidFill>
                <a:latin typeface="Alibaba PuHuiTi" pitchFamily="18" charset="-122"/>
                <a:ea typeface="Alibaba PuHuiTi" pitchFamily="18" charset="-122"/>
                <a:cs typeface="Alibaba PuHuiTi" pitchFamily="18" charset="-122"/>
              </a:rPr>
              <a:t>47%</a:t>
            </a:r>
          </a:p>
        </p:txBody>
      </p:sp>
      <p:sp>
        <p:nvSpPr>
          <p:cNvPr id="112" name="文本框 111">
            <a:extLst>
              <a:ext uri="{FF2B5EF4-FFF2-40B4-BE49-F238E27FC236}">
                <a16:creationId xmlns:a16="http://schemas.microsoft.com/office/drawing/2014/main" id="{5BCDFEF4-37CA-403E-58C7-EA64B255D783}"/>
              </a:ext>
            </a:extLst>
          </p:cNvPr>
          <p:cNvSpPr txBox="1"/>
          <p:nvPr/>
        </p:nvSpPr>
        <p:spPr>
          <a:xfrm>
            <a:off x="8976320" y="1628800"/>
            <a:ext cx="864339"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US</a:t>
            </a:r>
            <a:r>
              <a:rPr kumimoji="1" lang="zh-CN" altLang="en-US" sz="1000" dirty="0">
                <a:solidFill>
                  <a:srgbClr val="1E344D"/>
                </a:solidFill>
                <a:latin typeface="Alibaba PuHuiTi" pitchFamily="18" charset="-122"/>
                <a:ea typeface="Alibaba PuHuiTi" pitchFamily="18" charset="-122"/>
                <a:cs typeface="Alibaba PuHuiTi" pitchFamily="18" charset="-122"/>
              </a:rPr>
              <a:t> </a:t>
            </a:r>
            <a:r>
              <a:rPr kumimoji="1" lang="en-US" altLang="zh-CN" sz="1000" dirty="0">
                <a:solidFill>
                  <a:srgbClr val="1E344D"/>
                </a:solidFill>
                <a:latin typeface="Alibaba PuHuiTi" pitchFamily="18" charset="-122"/>
                <a:ea typeface="Alibaba PuHuiTi" pitchFamily="18" charset="-122"/>
                <a:cs typeface="Alibaba PuHuiTi" pitchFamily="18" charset="-122"/>
              </a:rPr>
              <a:t>projects</a:t>
            </a:r>
          </a:p>
          <a:p>
            <a:r>
              <a:rPr kumimoji="1" lang="en-US" altLang="zh-CN" sz="1000" dirty="0">
                <a:solidFill>
                  <a:srgbClr val="1E344D"/>
                </a:solidFill>
                <a:latin typeface="Alibaba PuHuiTi" pitchFamily="18" charset="-122"/>
                <a:ea typeface="Alibaba PuHuiTi" pitchFamily="18" charset="-122"/>
                <a:cs typeface="Alibaba PuHuiTi" pitchFamily="18" charset="-122"/>
              </a:rPr>
              <a:t>24%</a:t>
            </a:r>
          </a:p>
        </p:txBody>
      </p:sp>
      <p:sp>
        <p:nvSpPr>
          <p:cNvPr id="113" name="文本框 112">
            <a:extLst>
              <a:ext uri="{FF2B5EF4-FFF2-40B4-BE49-F238E27FC236}">
                <a16:creationId xmlns:a16="http://schemas.microsoft.com/office/drawing/2014/main" id="{0F914A22-B612-76CD-5BB8-38D90E00D167}"/>
              </a:ext>
            </a:extLst>
          </p:cNvPr>
          <p:cNvSpPr txBox="1"/>
          <p:nvPr/>
        </p:nvSpPr>
        <p:spPr>
          <a:xfrm>
            <a:off x="10200456" y="1628800"/>
            <a:ext cx="803425"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Canadian</a:t>
            </a:r>
            <a:r>
              <a:rPr kumimoji="1" lang="zh-CN" altLang="en-US" sz="1000" dirty="0">
                <a:solidFill>
                  <a:srgbClr val="1E344D"/>
                </a:solidFill>
                <a:latin typeface="Alibaba PuHuiTi" pitchFamily="18" charset="-122"/>
                <a:ea typeface="Alibaba PuHuiTi" pitchFamily="18" charset="-122"/>
                <a:cs typeface="Alibaba PuHuiTi" pitchFamily="18" charset="-122"/>
              </a:rPr>
              <a:t> </a:t>
            </a:r>
            <a:endParaRPr kumimoji="1" lang="en-US" altLang="zh-CN" sz="1000" dirty="0">
              <a:solidFill>
                <a:srgbClr val="1E344D"/>
              </a:solidFill>
              <a:latin typeface="Alibaba PuHuiTi" pitchFamily="18" charset="-122"/>
              <a:ea typeface="Alibaba PuHuiTi" pitchFamily="18" charset="-122"/>
              <a:cs typeface="Alibaba PuHuiTi" pitchFamily="18" charset="-122"/>
            </a:endParaRPr>
          </a:p>
          <a:p>
            <a:r>
              <a:rPr kumimoji="1" lang="en-US" altLang="zh-CN" sz="1000" dirty="0">
                <a:solidFill>
                  <a:srgbClr val="1E344D"/>
                </a:solidFill>
                <a:latin typeface="Alibaba PuHuiTi" pitchFamily="18" charset="-122"/>
                <a:ea typeface="Alibaba PuHuiTi" pitchFamily="18" charset="-122"/>
                <a:cs typeface="Alibaba PuHuiTi" pitchFamily="18" charset="-122"/>
              </a:rPr>
              <a:t>11%</a:t>
            </a:r>
          </a:p>
        </p:txBody>
      </p:sp>
      <p:sp>
        <p:nvSpPr>
          <p:cNvPr id="114" name="文本框 113">
            <a:extLst>
              <a:ext uri="{FF2B5EF4-FFF2-40B4-BE49-F238E27FC236}">
                <a16:creationId xmlns:a16="http://schemas.microsoft.com/office/drawing/2014/main" id="{FCBF6A85-5C24-8A64-5036-47EFF3674542}"/>
              </a:ext>
            </a:extLst>
          </p:cNvPr>
          <p:cNvSpPr txBox="1"/>
          <p:nvPr/>
        </p:nvSpPr>
        <p:spPr>
          <a:xfrm>
            <a:off x="10827938" y="1640374"/>
            <a:ext cx="556563" cy="400110"/>
          </a:xfrm>
          <a:prstGeom prst="rect">
            <a:avLst/>
          </a:prstGeom>
          <a:noFill/>
        </p:spPr>
        <p:txBody>
          <a:bodyPr wrap="none" rtlCol="0">
            <a:spAutoFit/>
          </a:bodyPr>
          <a:lstStyle/>
          <a:p>
            <a:r>
              <a:rPr kumimoji="1" lang="en-US" altLang="zh-CN" sz="1000" dirty="0">
                <a:solidFill>
                  <a:srgbClr val="1E344D"/>
                </a:solidFill>
                <a:latin typeface="Alibaba PuHuiTi" pitchFamily="18" charset="-122"/>
                <a:ea typeface="Alibaba PuHuiTi" pitchFamily="18" charset="-122"/>
                <a:cs typeface="Alibaba PuHuiTi" pitchFamily="18" charset="-122"/>
              </a:rPr>
              <a:t>Other </a:t>
            </a:r>
          </a:p>
          <a:p>
            <a:r>
              <a:rPr kumimoji="1" lang="en-US" altLang="zh-CN" sz="1000" dirty="0">
                <a:solidFill>
                  <a:srgbClr val="1E344D"/>
                </a:solidFill>
                <a:latin typeface="Alibaba PuHuiTi" pitchFamily="18" charset="-122"/>
                <a:ea typeface="Alibaba PuHuiTi" pitchFamily="18" charset="-122"/>
                <a:cs typeface="Alibaba PuHuiTi" pitchFamily="18" charset="-122"/>
              </a:rPr>
              <a:t>18%</a:t>
            </a:r>
          </a:p>
        </p:txBody>
      </p:sp>
      <p:sp>
        <p:nvSpPr>
          <p:cNvPr id="115" name="文本框 114">
            <a:extLst>
              <a:ext uri="{FF2B5EF4-FFF2-40B4-BE49-F238E27FC236}">
                <a16:creationId xmlns:a16="http://schemas.microsoft.com/office/drawing/2014/main" id="{BB6EC8A9-75D5-45B8-78C3-15E3540CACF3}"/>
              </a:ext>
            </a:extLst>
          </p:cNvPr>
          <p:cNvSpPr txBox="1"/>
          <p:nvPr/>
        </p:nvSpPr>
        <p:spPr>
          <a:xfrm>
            <a:off x="6366076" y="1111170"/>
            <a:ext cx="6377651" cy="492443"/>
          </a:xfrm>
          <a:prstGeom prst="rect">
            <a:avLst/>
          </a:prstGeom>
          <a:noFill/>
        </p:spPr>
        <p:txBody>
          <a:bodyPr wrap="square" rtlCol="0">
            <a:spAutoFit/>
          </a:bodyPr>
          <a:lstStyle/>
          <a:p>
            <a:r>
              <a:rPr kumimoji="1" lang="en" altLang="zh-CN" sz="2600" dirty="0">
                <a:solidFill>
                  <a:srgbClr val="1E344D"/>
                </a:solidFill>
                <a:latin typeface="Alibaba PuHuiTi Medium" pitchFamily="18" charset="-122"/>
                <a:ea typeface="Alibaba PuHuiTi Medium" pitchFamily="18" charset="-122"/>
                <a:cs typeface="Alibaba PuHuiTi Medium" pitchFamily="18" charset="-122"/>
              </a:rPr>
              <a:t>Venture capital attracted in 2023</a:t>
            </a:r>
            <a:endParaRPr kumimoji="1" lang="zh-CN" altLang="en-US" sz="26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16" name="文本框 115">
            <a:extLst>
              <a:ext uri="{FF2B5EF4-FFF2-40B4-BE49-F238E27FC236}">
                <a16:creationId xmlns:a16="http://schemas.microsoft.com/office/drawing/2014/main" id="{7154D6FD-3BC9-2C0E-537D-5E094808D0DE}"/>
              </a:ext>
            </a:extLst>
          </p:cNvPr>
          <p:cNvSpPr txBox="1"/>
          <p:nvPr/>
        </p:nvSpPr>
        <p:spPr>
          <a:xfrm>
            <a:off x="3456891" y="1163397"/>
            <a:ext cx="2590981" cy="1224887"/>
          </a:xfrm>
          <a:prstGeom prst="rect">
            <a:avLst/>
          </a:prstGeom>
          <a:noFill/>
        </p:spPr>
        <p:txBody>
          <a:bodyPr wrap="square" rtlCol="0">
            <a:spAutoFit/>
          </a:bodyPr>
          <a:lstStyle/>
          <a:p>
            <a:pPr>
              <a:lnSpc>
                <a:spcPct val="150000"/>
              </a:lnSpc>
            </a:pP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000" dirty="0">
                <a:solidFill>
                  <a:srgbClr val="1E344D"/>
                </a:solidFill>
                <a:latin typeface="Alibaba PuHuiTi" pitchFamily="18" charset="-122"/>
                <a:ea typeface="Alibaba PuHuiTi" pitchFamily="18" charset="-122"/>
                <a:cs typeface="Alibaba PuHuiTi" pitchFamily="18" charset="-122"/>
              </a:rPr>
              <a:t>，</a:t>
            </a: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r>
              <a:rPr kumimoji="1" lang="zh-CN" altLang="en-US" sz="1000" dirty="0">
                <a:solidFill>
                  <a:srgbClr val="1E344D"/>
                </a:solidFill>
                <a:latin typeface="Alibaba PuHuiTi" pitchFamily="18" charset="-122"/>
                <a:ea typeface="Alibaba PuHuiTi" pitchFamily="18" charset="-122"/>
                <a:cs typeface="Alibaba PuHuiTi" pitchFamily="18" charset="-122"/>
              </a:rPr>
              <a:t>，</a:t>
            </a:r>
            <a:r>
              <a:rPr kumimoji="1" lang="en" altLang="zh-CN" sz="10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000" dirty="0">
              <a:solidFill>
                <a:srgbClr val="1E344D"/>
              </a:solidFill>
              <a:latin typeface="Alibaba PuHuiTi" pitchFamily="18" charset="-122"/>
              <a:ea typeface="Alibaba PuHuiTi" pitchFamily="18" charset="-122"/>
              <a:cs typeface="Alibaba PuHuiTi" pitchFamily="18" charset="-122"/>
            </a:endParaRPr>
          </a:p>
        </p:txBody>
      </p:sp>
      <p:sp>
        <p:nvSpPr>
          <p:cNvPr id="117" name="圆角右箭头 116">
            <a:extLst>
              <a:ext uri="{FF2B5EF4-FFF2-40B4-BE49-F238E27FC236}">
                <a16:creationId xmlns:a16="http://schemas.microsoft.com/office/drawing/2014/main" id="{2B17A692-6AFB-AF4C-F21F-50C0018F68F4}"/>
              </a:ext>
            </a:extLst>
          </p:cNvPr>
          <p:cNvSpPr/>
          <p:nvPr/>
        </p:nvSpPr>
        <p:spPr>
          <a:xfrm rot="10192023">
            <a:off x="5041335" y="2348890"/>
            <a:ext cx="738823" cy="810062"/>
          </a:xfrm>
          <a:prstGeom prst="bentArrow">
            <a:avLst>
              <a:gd name="adj1" fmla="val 2244"/>
              <a:gd name="adj2" fmla="val 7221"/>
              <a:gd name="adj3" fmla="val 22155"/>
              <a:gd name="adj4" fmla="val 77845"/>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000000"/>
              </a:solidFill>
            </a:endParaRPr>
          </a:p>
        </p:txBody>
      </p:sp>
      <p:sp>
        <p:nvSpPr>
          <p:cNvPr id="126" name="文本框 125">
            <a:extLst>
              <a:ext uri="{FF2B5EF4-FFF2-40B4-BE49-F238E27FC236}">
                <a16:creationId xmlns:a16="http://schemas.microsoft.com/office/drawing/2014/main" id="{6135817C-02FF-8DCC-6000-DBFBD6EFAB3C}"/>
              </a:ext>
            </a:extLst>
          </p:cNvPr>
          <p:cNvSpPr txBox="1"/>
          <p:nvPr/>
        </p:nvSpPr>
        <p:spPr>
          <a:xfrm>
            <a:off x="5040125" y="3939807"/>
            <a:ext cx="772969" cy="600164"/>
          </a:xfrm>
          <a:prstGeom prst="rect">
            <a:avLst/>
          </a:prstGeom>
          <a:noFill/>
        </p:spPr>
        <p:txBody>
          <a:bodyPr wrap="none" rtlCol="0">
            <a:spAutoFit/>
          </a:bodyPr>
          <a:lstStyle/>
          <a:p>
            <a:r>
              <a:rPr kumimoji="1" lang="en-US" altLang="zh-CN" sz="1100" dirty="0">
                <a:solidFill>
                  <a:srgbClr val="000000"/>
                </a:solidFill>
                <a:latin typeface="Alibaba PuHuiTi" pitchFamily="18" charset="-122"/>
                <a:ea typeface="Alibaba PuHuiTi" pitchFamily="18" charset="-122"/>
                <a:cs typeface="Alibaba PuHuiTi" pitchFamily="18" charset="-122"/>
              </a:rPr>
              <a:t>IDEX </a:t>
            </a:r>
          </a:p>
          <a:p>
            <a:r>
              <a:rPr kumimoji="1" lang="en-US" altLang="zh-CN" sz="1100" dirty="0">
                <a:solidFill>
                  <a:srgbClr val="000000"/>
                </a:solidFill>
                <a:latin typeface="Alibaba PuHuiTi" pitchFamily="18" charset="-122"/>
                <a:ea typeface="Alibaba PuHuiTi" pitchFamily="18" charset="-122"/>
                <a:cs typeface="Alibaba PuHuiTi" pitchFamily="18" charset="-122"/>
              </a:rPr>
              <a:t>49 181</a:t>
            </a:r>
          </a:p>
          <a:p>
            <a:r>
              <a:rPr kumimoji="1" lang="en-US" altLang="zh-CN" sz="1100" dirty="0">
                <a:solidFill>
                  <a:srgbClr val="000000"/>
                </a:solidFill>
                <a:latin typeface="Alibaba PuHuiTi" pitchFamily="18" charset="-122"/>
                <a:ea typeface="Alibaba PuHuiTi" pitchFamily="18" charset="-122"/>
                <a:cs typeface="Alibaba PuHuiTi" pitchFamily="18" charset="-122"/>
              </a:rPr>
              <a:t>(53.04%)</a:t>
            </a:r>
          </a:p>
        </p:txBody>
      </p:sp>
      <p:sp>
        <p:nvSpPr>
          <p:cNvPr id="127" name="文本框 126">
            <a:extLst>
              <a:ext uri="{FF2B5EF4-FFF2-40B4-BE49-F238E27FC236}">
                <a16:creationId xmlns:a16="http://schemas.microsoft.com/office/drawing/2014/main" id="{EEEE03B9-CB56-2D9A-10E6-DE512609732F}"/>
              </a:ext>
            </a:extLst>
          </p:cNvPr>
          <p:cNvSpPr txBox="1"/>
          <p:nvPr/>
        </p:nvSpPr>
        <p:spPr>
          <a:xfrm>
            <a:off x="1959097" y="5749298"/>
            <a:ext cx="1345577" cy="430887"/>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a:t>
            </a:r>
          </a:p>
          <a:p>
            <a:r>
              <a:rPr kumimoji="1" lang="en-US" altLang="zh-CN" sz="1100" dirty="0">
                <a:solidFill>
                  <a:srgbClr val="1E344D"/>
                </a:solidFill>
                <a:latin typeface="Alibaba PuHuiTi" pitchFamily="18" charset="-122"/>
                <a:ea typeface="Alibaba PuHuiTi" pitchFamily="18" charset="-122"/>
                <a:cs typeface="Alibaba PuHuiTi" pitchFamily="18" charset="-122"/>
              </a:rPr>
              <a:t>(9.04%)</a:t>
            </a:r>
          </a:p>
        </p:txBody>
      </p:sp>
      <p:sp>
        <p:nvSpPr>
          <p:cNvPr id="130" name="文本框 129">
            <a:extLst>
              <a:ext uri="{FF2B5EF4-FFF2-40B4-BE49-F238E27FC236}">
                <a16:creationId xmlns:a16="http://schemas.microsoft.com/office/drawing/2014/main" id="{692F446D-7E9B-4C2E-AF5F-80111A932150}"/>
              </a:ext>
            </a:extLst>
          </p:cNvPr>
          <p:cNvSpPr txBox="1"/>
          <p:nvPr/>
        </p:nvSpPr>
        <p:spPr>
          <a:xfrm>
            <a:off x="767408" y="5157192"/>
            <a:ext cx="1345577" cy="430887"/>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a:t>
            </a:r>
          </a:p>
          <a:p>
            <a:r>
              <a:rPr kumimoji="1" lang="en-US" altLang="zh-CN" sz="1100" dirty="0">
                <a:solidFill>
                  <a:srgbClr val="1E344D"/>
                </a:solidFill>
                <a:latin typeface="Alibaba PuHuiTi" pitchFamily="18" charset="-122"/>
                <a:ea typeface="Alibaba PuHuiTi" pitchFamily="18" charset="-122"/>
                <a:cs typeface="Alibaba PuHuiTi" pitchFamily="18" charset="-122"/>
              </a:rPr>
              <a:t>(7.34%)</a:t>
            </a:r>
          </a:p>
        </p:txBody>
      </p:sp>
      <p:sp>
        <p:nvSpPr>
          <p:cNvPr id="131" name="文本框 130">
            <a:extLst>
              <a:ext uri="{FF2B5EF4-FFF2-40B4-BE49-F238E27FC236}">
                <a16:creationId xmlns:a16="http://schemas.microsoft.com/office/drawing/2014/main" id="{0B14656E-E76D-3D9C-29AE-04E8F2A0A58B}"/>
              </a:ext>
            </a:extLst>
          </p:cNvPr>
          <p:cNvSpPr txBox="1"/>
          <p:nvPr/>
        </p:nvSpPr>
        <p:spPr>
          <a:xfrm>
            <a:off x="334271" y="4050287"/>
            <a:ext cx="1345577" cy="430887"/>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a:t>
            </a:r>
          </a:p>
          <a:p>
            <a:r>
              <a:rPr kumimoji="1" lang="en-US" altLang="zh-CN" sz="1100" dirty="0">
                <a:solidFill>
                  <a:srgbClr val="1E344D"/>
                </a:solidFill>
                <a:latin typeface="Alibaba PuHuiTi" pitchFamily="18" charset="-122"/>
                <a:ea typeface="Alibaba PuHuiTi" pitchFamily="18" charset="-122"/>
                <a:cs typeface="Alibaba PuHuiTi" pitchFamily="18" charset="-122"/>
              </a:rPr>
              <a:t>(6.34%)</a:t>
            </a:r>
          </a:p>
        </p:txBody>
      </p:sp>
      <p:sp>
        <p:nvSpPr>
          <p:cNvPr id="132" name="文本框 131">
            <a:extLst>
              <a:ext uri="{FF2B5EF4-FFF2-40B4-BE49-F238E27FC236}">
                <a16:creationId xmlns:a16="http://schemas.microsoft.com/office/drawing/2014/main" id="{34040ECB-CDE1-84E2-2D3D-5C9006E7FCFE}"/>
              </a:ext>
            </a:extLst>
          </p:cNvPr>
          <p:cNvSpPr txBox="1"/>
          <p:nvPr/>
        </p:nvSpPr>
        <p:spPr>
          <a:xfrm>
            <a:off x="318228" y="3007550"/>
            <a:ext cx="1345577" cy="430887"/>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a:t>
            </a:r>
          </a:p>
          <a:p>
            <a:r>
              <a:rPr kumimoji="1" lang="en-US" altLang="zh-CN" sz="1100" dirty="0">
                <a:solidFill>
                  <a:srgbClr val="1E344D"/>
                </a:solidFill>
                <a:latin typeface="Alibaba PuHuiTi" pitchFamily="18" charset="-122"/>
                <a:ea typeface="Alibaba PuHuiTi" pitchFamily="18" charset="-122"/>
                <a:cs typeface="Alibaba PuHuiTi" pitchFamily="18" charset="-122"/>
              </a:rPr>
              <a:t>(4.34%)</a:t>
            </a:r>
          </a:p>
        </p:txBody>
      </p:sp>
      <p:sp>
        <p:nvSpPr>
          <p:cNvPr id="133" name="文本框 132">
            <a:extLst>
              <a:ext uri="{FF2B5EF4-FFF2-40B4-BE49-F238E27FC236}">
                <a16:creationId xmlns:a16="http://schemas.microsoft.com/office/drawing/2014/main" id="{18D7F401-049C-2EA9-02E9-D86AA68CCA8B}"/>
              </a:ext>
            </a:extLst>
          </p:cNvPr>
          <p:cNvSpPr txBox="1"/>
          <p:nvPr/>
        </p:nvSpPr>
        <p:spPr>
          <a:xfrm>
            <a:off x="302186" y="2381908"/>
            <a:ext cx="1345577" cy="430887"/>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a:t>
            </a:r>
          </a:p>
          <a:p>
            <a:r>
              <a:rPr kumimoji="1" lang="en-US" altLang="zh-CN" sz="1100" dirty="0">
                <a:solidFill>
                  <a:srgbClr val="1E344D"/>
                </a:solidFill>
                <a:latin typeface="Alibaba PuHuiTi" pitchFamily="18" charset="-122"/>
                <a:ea typeface="Alibaba PuHuiTi" pitchFamily="18" charset="-122"/>
                <a:cs typeface="Alibaba PuHuiTi" pitchFamily="18" charset="-122"/>
              </a:rPr>
              <a:t>(2.34%)</a:t>
            </a:r>
          </a:p>
        </p:txBody>
      </p:sp>
      <p:sp>
        <p:nvSpPr>
          <p:cNvPr id="134" name="文本框 133">
            <a:extLst>
              <a:ext uri="{FF2B5EF4-FFF2-40B4-BE49-F238E27FC236}">
                <a16:creationId xmlns:a16="http://schemas.microsoft.com/office/drawing/2014/main" id="{85F8A9E0-714D-B120-7D04-4DCA725F6315}"/>
              </a:ext>
            </a:extLst>
          </p:cNvPr>
          <p:cNvSpPr txBox="1"/>
          <p:nvPr/>
        </p:nvSpPr>
        <p:spPr>
          <a:xfrm>
            <a:off x="462608" y="2028982"/>
            <a:ext cx="2136214" cy="261610"/>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49 181(2.34%)</a:t>
            </a:r>
          </a:p>
        </p:txBody>
      </p:sp>
      <p:sp>
        <p:nvSpPr>
          <p:cNvPr id="135" name="文本框 134">
            <a:extLst>
              <a:ext uri="{FF2B5EF4-FFF2-40B4-BE49-F238E27FC236}">
                <a16:creationId xmlns:a16="http://schemas.microsoft.com/office/drawing/2014/main" id="{6AD564A5-0805-3AB1-7B43-E922A92C239E}"/>
              </a:ext>
            </a:extLst>
          </p:cNvPr>
          <p:cNvSpPr txBox="1"/>
          <p:nvPr/>
        </p:nvSpPr>
        <p:spPr>
          <a:xfrm>
            <a:off x="938388" y="1844396"/>
            <a:ext cx="1548334" cy="261610"/>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49 181(2.34%)</a:t>
            </a:r>
          </a:p>
        </p:txBody>
      </p:sp>
      <p:sp>
        <p:nvSpPr>
          <p:cNvPr id="136" name="文本框 135">
            <a:extLst>
              <a:ext uri="{FF2B5EF4-FFF2-40B4-BE49-F238E27FC236}">
                <a16:creationId xmlns:a16="http://schemas.microsoft.com/office/drawing/2014/main" id="{8A53D380-5C86-C590-8F4B-D58C82903720}"/>
              </a:ext>
            </a:extLst>
          </p:cNvPr>
          <p:cNvSpPr txBox="1"/>
          <p:nvPr/>
        </p:nvSpPr>
        <p:spPr>
          <a:xfrm>
            <a:off x="1360965" y="1499592"/>
            <a:ext cx="1443567" cy="261610"/>
          </a:xfrm>
          <a:prstGeom prst="rect">
            <a:avLst/>
          </a:prstGeom>
          <a:noFill/>
          <a:ln>
            <a:noFill/>
          </a:ln>
        </p:spPr>
        <p:txBody>
          <a:bodyPr wrap="square" rtlCol="0">
            <a:spAutoFit/>
          </a:bodyPr>
          <a:lstStyle/>
          <a:p>
            <a:r>
              <a:rPr kumimoji="1" lang="en-US" altLang="zh-CN" sz="1100" dirty="0">
                <a:solidFill>
                  <a:srgbClr val="1E344D"/>
                </a:solidFill>
                <a:latin typeface="Alibaba PuHuiTi" pitchFamily="18" charset="-122"/>
                <a:ea typeface="Alibaba PuHuiTi" pitchFamily="18" charset="-122"/>
                <a:cs typeface="Alibaba PuHuiTi" pitchFamily="18" charset="-122"/>
              </a:rPr>
              <a:t>IDEX 49 181(2.34%)</a:t>
            </a:r>
          </a:p>
        </p:txBody>
      </p:sp>
      <p:sp>
        <p:nvSpPr>
          <p:cNvPr id="156" name="文本框 155">
            <a:extLst>
              <a:ext uri="{FF2B5EF4-FFF2-40B4-BE49-F238E27FC236}">
                <a16:creationId xmlns:a16="http://schemas.microsoft.com/office/drawing/2014/main" id="{6D3D3F46-4534-20F4-1AB3-6E9883BEFCA7}"/>
              </a:ext>
            </a:extLst>
          </p:cNvPr>
          <p:cNvSpPr txBox="1"/>
          <p:nvPr/>
        </p:nvSpPr>
        <p:spPr>
          <a:xfrm>
            <a:off x="-555587" y="6277965"/>
            <a:ext cx="11690432" cy="492443"/>
          </a:xfrm>
          <a:prstGeom prst="rect">
            <a:avLst/>
          </a:prstGeom>
          <a:noFill/>
        </p:spPr>
        <p:txBody>
          <a:bodyPr wrap="square" rtlCol="0">
            <a:spAutoFit/>
          </a:bodyPr>
          <a:lstStyle>
            <a:defPPr>
              <a:defRPr lang="zh-CN"/>
            </a:defPPr>
            <a:lvl1pPr>
              <a:defRPr kumimoji="1" sz="2600">
                <a:solidFill>
                  <a:schemeClr val="bg1"/>
                </a:solidFill>
                <a:latin typeface="Alibaba PuHuiTi Medium" pitchFamily="18" charset="-122"/>
                <a:ea typeface="Alibaba PuHuiTi Medium" pitchFamily="18" charset="-122"/>
                <a:cs typeface="Alibaba PuHuiTi Medium" pitchFamily="18" charset="-122"/>
              </a:defRPr>
            </a:lvl1pPr>
          </a:lstStyle>
          <a:p>
            <a:pPr algn="r"/>
            <a:r>
              <a:rPr lang="en" altLang="zh-CN" dirty="0">
                <a:solidFill>
                  <a:srgbClr val="1E344D"/>
                </a:solidFill>
              </a:rPr>
              <a:t>Top-10 DEXs on Ethereum by number of transactions (19.10-26 .10)</a:t>
            </a:r>
            <a:endParaRPr lang="zh-CN" altLang="en-US" dirty="0">
              <a:solidFill>
                <a:srgbClr val="1E344D"/>
              </a:solidFill>
            </a:endParaRPr>
          </a:p>
        </p:txBody>
      </p:sp>
      <p:sp>
        <p:nvSpPr>
          <p:cNvPr id="158" name="Google Shape;7177;p80">
            <a:extLst>
              <a:ext uri="{FF2B5EF4-FFF2-40B4-BE49-F238E27FC236}">
                <a16:creationId xmlns:a16="http://schemas.microsoft.com/office/drawing/2014/main" id="{592F36AD-88ED-F3E1-D4D8-1402168548ED}"/>
              </a:ext>
            </a:extLst>
          </p:cNvPr>
          <p:cNvSpPr/>
          <p:nvPr/>
        </p:nvSpPr>
        <p:spPr>
          <a:xfrm>
            <a:off x="11441272" y="6267778"/>
            <a:ext cx="355258" cy="356205"/>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159" name="Google Shape;7178;p80">
            <a:extLst>
              <a:ext uri="{FF2B5EF4-FFF2-40B4-BE49-F238E27FC236}">
                <a16:creationId xmlns:a16="http://schemas.microsoft.com/office/drawing/2014/main" id="{A2DEDC3A-8BD5-9B7A-CC68-6413A8901145}"/>
              </a:ext>
            </a:extLst>
          </p:cNvPr>
          <p:cNvSpPr/>
          <p:nvPr/>
        </p:nvSpPr>
        <p:spPr>
          <a:xfrm>
            <a:off x="11566222" y="6393645"/>
            <a:ext cx="104441" cy="105417"/>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160" name="Google Shape;7179;p80">
            <a:extLst>
              <a:ext uri="{FF2B5EF4-FFF2-40B4-BE49-F238E27FC236}">
                <a16:creationId xmlns:a16="http://schemas.microsoft.com/office/drawing/2014/main" id="{4C5433FE-70AF-DC00-A313-45F9F2CF926E}"/>
              </a:ext>
            </a:extLst>
          </p:cNvPr>
          <p:cNvSpPr/>
          <p:nvPr/>
        </p:nvSpPr>
        <p:spPr>
          <a:xfrm>
            <a:off x="11608188" y="6435611"/>
            <a:ext cx="20539" cy="21486"/>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164" name="Google Shape;8098;p82">
            <a:extLst>
              <a:ext uri="{FF2B5EF4-FFF2-40B4-BE49-F238E27FC236}">
                <a16:creationId xmlns:a16="http://schemas.microsoft.com/office/drawing/2014/main" id="{E177F973-6B3D-FF84-BF26-4F04F1A8D237}"/>
              </a:ext>
            </a:extLst>
          </p:cNvPr>
          <p:cNvSpPr/>
          <p:nvPr/>
        </p:nvSpPr>
        <p:spPr>
          <a:xfrm>
            <a:off x="339668" y="983143"/>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0000"/>
              </a:solidFill>
            </a:endParaRPr>
          </a:p>
        </p:txBody>
      </p:sp>
      <p:sp>
        <p:nvSpPr>
          <p:cNvPr id="165" name="文本框 164">
            <a:extLst>
              <a:ext uri="{FF2B5EF4-FFF2-40B4-BE49-F238E27FC236}">
                <a16:creationId xmlns:a16="http://schemas.microsoft.com/office/drawing/2014/main" id="{D2ADC089-E1D0-72C5-A08C-E2D6E144745B}"/>
              </a:ext>
            </a:extLst>
          </p:cNvPr>
          <p:cNvSpPr txBox="1"/>
          <p:nvPr/>
        </p:nvSpPr>
        <p:spPr>
          <a:xfrm>
            <a:off x="4278500" y="5567225"/>
            <a:ext cx="2410009" cy="461665"/>
          </a:xfrm>
          <a:prstGeom prst="rect">
            <a:avLst/>
          </a:prstGeom>
          <a:noFill/>
        </p:spPr>
        <p:txBody>
          <a:bodyPr wrap="square" rtlCol="0">
            <a:spAutoFit/>
          </a:bodyPr>
          <a:lstStyle/>
          <a:p>
            <a:r>
              <a:rPr kumimoji="1" lang="en" altLang="zh-CN" sz="1200" dirty="0">
                <a:solidFill>
                  <a:srgbClr val="1E344D"/>
                </a:solidFill>
                <a:latin typeface="Alibaba PuHuiTi" pitchFamily="18" charset="-122"/>
                <a:ea typeface="Alibaba PuHuiTi" pitchFamily="18" charset="-122"/>
                <a:cs typeface="Alibaba PuHuiTi" pitchFamily="18" charset="-122"/>
              </a:rPr>
              <a:t>Here you can write the case that you think is correct</a:t>
            </a:r>
            <a:endParaRPr kumimoji="1" lang="zh-CN" altLang="en-US" sz="1200" dirty="0">
              <a:solidFill>
                <a:srgbClr val="1E344D"/>
              </a:solidFill>
              <a:latin typeface="Alibaba PuHuiTi" pitchFamily="18" charset="-122"/>
              <a:ea typeface="Alibaba PuHuiTi" pitchFamily="18" charset="-122"/>
              <a:cs typeface="Alibaba PuHuiTi" pitchFamily="18" charset="-122"/>
            </a:endParaRPr>
          </a:p>
        </p:txBody>
      </p:sp>
      <p:cxnSp>
        <p:nvCxnSpPr>
          <p:cNvPr id="34" name="肘形连接符 33">
            <a:extLst>
              <a:ext uri="{FF2B5EF4-FFF2-40B4-BE49-F238E27FC236}">
                <a16:creationId xmlns:a16="http://schemas.microsoft.com/office/drawing/2014/main" id="{3EB6DB7B-9D3E-21E7-F914-EC6F02963DB1}"/>
              </a:ext>
            </a:extLst>
          </p:cNvPr>
          <p:cNvCxnSpPr>
            <a:cxnSpLocks/>
          </p:cNvCxnSpPr>
          <p:nvPr/>
        </p:nvCxnSpPr>
        <p:spPr>
          <a:xfrm>
            <a:off x="1843854" y="1479554"/>
            <a:ext cx="1015093" cy="441843"/>
          </a:xfrm>
          <a:prstGeom prst="bentConnector3">
            <a:avLst>
              <a:gd name="adj1" fmla="val 100171"/>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肘形连接符 35">
            <a:extLst>
              <a:ext uri="{FF2B5EF4-FFF2-40B4-BE49-F238E27FC236}">
                <a16:creationId xmlns:a16="http://schemas.microsoft.com/office/drawing/2014/main" id="{DD142CA3-9671-C5A1-7A38-ED9248A01E01}"/>
              </a:ext>
            </a:extLst>
          </p:cNvPr>
          <p:cNvCxnSpPr>
            <a:cxnSpLocks/>
          </p:cNvCxnSpPr>
          <p:nvPr/>
        </p:nvCxnSpPr>
        <p:spPr>
          <a:xfrm>
            <a:off x="554104" y="2313725"/>
            <a:ext cx="1413593" cy="12700"/>
          </a:xfrm>
          <a:prstGeom prst="bentConnector3">
            <a:avLst>
              <a:gd name="adj1" fmla="val -1585"/>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矩形 2">
            <a:extLst>
              <a:ext uri="{FF2B5EF4-FFF2-40B4-BE49-F238E27FC236}">
                <a16:creationId xmlns:a16="http://schemas.microsoft.com/office/drawing/2014/main" id="{62099E38-74D0-D91D-F75A-77F4D09A09F8}"/>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 name="文本框 3">
            <a:extLst>
              <a:ext uri="{FF2B5EF4-FFF2-40B4-BE49-F238E27FC236}">
                <a16:creationId xmlns:a16="http://schemas.microsoft.com/office/drawing/2014/main" id="{25E7624E-B9F9-B026-A720-2F4851C7F98B}"/>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5" name="文本框 4">
            <a:extLst>
              <a:ext uri="{FF2B5EF4-FFF2-40B4-BE49-F238E27FC236}">
                <a16:creationId xmlns:a16="http://schemas.microsoft.com/office/drawing/2014/main" id="{50436E0D-0E0B-BB4E-49B4-FC359D2D6A81}"/>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6" name="直线连接符 5">
            <a:extLst>
              <a:ext uri="{FF2B5EF4-FFF2-40B4-BE49-F238E27FC236}">
                <a16:creationId xmlns:a16="http://schemas.microsoft.com/office/drawing/2014/main" id="{5A194AB2-911F-871B-3EA6-F59E16087EE3}"/>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7" name="直线连接符 6">
            <a:extLst>
              <a:ext uri="{FF2B5EF4-FFF2-40B4-BE49-F238E27FC236}">
                <a16:creationId xmlns:a16="http://schemas.microsoft.com/office/drawing/2014/main" id="{40194902-27BA-2187-D78A-715ADEA68903}"/>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9" name="文本框 8">
            <a:extLst>
              <a:ext uri="{FF2B5EF4-FFF2-40B4-BE49-F238E27FC236}">
                <a16:creationId xmlns:a16="http://schemas.microsoft.com/office/drawing/2014/main" id="{8C1A1008-CA13-E87C-A7BE-39A7AFD87C68}"/>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0" name="组合 9">
            <a:extLst>
              <a:ext uri="{FF2B5EF4-FFF2-40B4-BE49-F238E27FC236}">
                <a16:creationId xmlns:a16="http://schemas.microsoft.com/office/drawing/2014/main" id="{E0A8F20E-3E22-7224-DBC5-D18314A5C3FB}"/>
              </a:ext>
            </a:extLst>
          </p:cNvPr>
          <p:cNvGrpSpPr/>
          <p:nvPr/>
        </p:nvGrpSpPr>
        <p:grpSpPr>
          <a:xfrm>
            <a:off x="2323294" y="287981"/>
            <a:ext cx="356205" cy="355288"/>
            <a:chOff x="2323294" y="287981"/>
            <a:chExt cx="356205" cy="355288"/>
          </a:xfrm>
        </p:grpSpPr>
        <p:sp>
          <p:nvSpPr>
            <p:cNvPr id="11" name="Google Shape;7166;p80">
              <a:extLst>
                <a:ext uri="{FF2B5EF4-FFF2-40B4-BE49-F238E27FC236}">
                  <a16:creationId xmlns:a16="http://schemas.microsoft.com/office/drawing/2014/main" id="{974CDB7F-C139-B27F-05AB-87331D5C0647}"/>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167;p80">
              <a:extLst>
                <a:ext uri="{FF2B5EF4-FFF2-40B4-BE49-F238E27FC236}">
                  <a16:creationId xmlns:a16="http://schemas.microsoft.com/office/drawing/2014/main" id="{3D8813BD-5651-1A6D-FC78-08CF10590AF8}"/>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168;p80">
              <a:extLst>
                <a:ext uri="{FF2B5EF4-FFF2-40B4-BE49-F238E27FC236}">
                  <a16:creationId xmlns:a16="http://schemas.microsoft.com/office/drawing/2014/main" id="{A1BB8A69-9956-D688-65A6-E9EA6E12024A}"/>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169;p80">
              <a:extLst>
                <a:ext uri="{FF2B5EF4-FFF2-40B4-BE49-F238E27FC236}">
                  <a16:creationId xmlns:a16="http://schemas.microsoft.com/office/drawing/2014/main" id="{C7E724F8-ABC2-517D-455F-F7AE86EEBA6F}"/>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10584612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99C10147-46C4-33F1-C4D4-BCA760954B9B}"/>
              </a:ext>
            </a:extLst>
          </p:cNvPr>
          <p:cNvSpPr txBox="1"/>
          <p:nvPr/>
        </p:nvSpPr>
        <p:spPr>
          <a:xfrm>
            <a:off x="1089212" y="1000847"/>
            <a:ext cx="10434917" cy="4623958"/>
          </a:xfrm>
          <a:prstGeom prst="rect">
            <a:avLst/>
          </a:prstGeom>
          <a:noFill/>
        </p:spPr>
        <p:txBody>
          <a:bodyPr wrap="square" lIns="91440" tIns="45720" rIns="91440" bIns="45720" rtlCol="0">
            <a:spAutoFit/>
          </a:bodyPr>
          <a:lstStyle/>
          <a:p>
            <a:pPr algn="ctr">
              <a:lnSpc>
                <a:spcPct val="150000"/>
              </a:lnSpc>
            </a:pPr>
            <a:r>
              <a:rPr lang="zh-CN" altLang="en-US" dirty="0">
                <a:solidFill>
                  <a:srgbClr val="BB3023"/>
                </a:solidFill>
                <a:latin typeface="Alibaba PuHuiTi Medium" pitchFamily="18" charset="-122"/>
                <a:ea typeface="Alibaba PuHuiTi Medium" pitchFamily="18" charset="-122"/>
                <a:cs typeface="Alibaba PuHuiTi Medium" pitchFamily="18" charset="-122"/>
              </a:rPr>
              <a:t>版权声明</a:t>
            </a:r>
          </a:p>
          <a:p>
            <a:pPr algn="ctr">
              <a:lnSpc>
                <a:spcPct val="150000"/>
              </a:lnSpc>
            </a:pPr>
            <a:r>
              <a:rPr lang="zh-CN" altLang="en-US" dirty="0">
                <a:solidFill>
                  <a:srgbClr val="BB3023"/>
                </a:solidFill>
                <a:latin typeface="Alibaba PuHuiTi Medium" pitchFamily="18" charset="-122"/>
                <a:ea typeface="Alibaba PuHuiTi Medium" pitchFamily="18" charset="-122"/>
                <a:cs typeface="Alibaba PuHuiTi Medium" pitchFamily="18" charset="-122"/>
              </a:rPr>
              <a:t>感谢您购买有脑子皮皮踢提供的</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作品，为了保护作品版权利益，请勿复制、传播、销售，否则将承担法律责任！有脑子皮皮踢将对作品进行维权，按照传播下载次数进行十倍的索取赔偿！</a:t>
            </a:r>
            <a:endParaRPr lang="en-US" altLang="zh-CN" dirty="0">
              <a:solidFill>
                <a:srgbClr val="BB3023"/>
              </a:solidFill>
              <a:latin typeface="Alibaba PuHuiTi Medium" pitchFamily="18" charset="-122"/>
              <a:ea typeface="Alibaba PuHuiTi Medium" pitchFamily="18" charset="-122"/>
              <a:cs typeface="Alibaba PuHuiTi Medium" pitchFamily="18" charset="-122"/>
            </a:endParaRPr>
          </a:p>
          <a:p>
            <a:pPr algn="ctr">
              <a:lnSpc>
                <a:spcPct val="150000"/>
              </a:lnSpc>
            </a:pPr>
            <a:endParaRPr lang="zh-CN" altLang="en-US" dirty="0">
              <a:solidFill>
                <a:srgbClr val="BB3023"/>
              </a:solidFill>
              <a:latin typeface="Alibaba PuHuiTi Medium" pitchFamily="18" charset="-122"/>
              <a:ea typeface="Alibaba PuHuiTi Medium" pitchFamily="18" charset="-122"/>
              <a:cs typeface="Alibaba PuHuiTi Medium" pitchFamily="18" charset="-122"/>
            </a:endParaRPr>
          </a:p>
          <a:p>
            <a:pPr algn="ctr">
              <a:lnSpc>
                <a:spcPct val="150000"/>
              </a:lnSpc>
            </a:pPr>
            <a:r>
              <a:rPr lang="en-US" altLang="zh-CN" dirty="0">
                <a:solidFill>
                  <a:srgbClr val="BB3023"/>
                </a:solidFill>
                <a:latin typeface="Alibaba PuHuiTi Medium" pitchFamily="18" charset="-122"/>
                <a:ea typeface="Alibaba PuHuiTi Medium" pitchFamily="18" charset="-122"/>
                <a:cs typeface="Alibaba PuHuiTi Medium" pitchFamily="18" charset="-122"/>
              </a:rPr>
              <a:t>1.</a:t>
            </a:r>
            <a:r>
              <a:rPr lang="zh-CN" altLang="en-US" dirty="0">
                <a:solidFill>
                  <a:srgbClr val="BB3023"/>
                </a:solidFill>
                <a:latin typeface="Alibaba PuHuiTi Medium" pitchFamily="18" charset="-122"/>
                <a:ea typeface="Alibaba PuHuiTi Medium" pitchFamily="18" charset="-122"/>
                <a:cs typeface="Alibaba PuHuiTi Medium" pitchFamily="18" charset="-122"/>
              </a:rPr>
              <a:t>有脑子皮皮踢登记的</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模板是免版税类（</a:t>
            </a:r>
            <a:r>
              <a:rPr lang="en-US" altLang="zh-CN" dirty="0">
                <a:solidFill>
                  <a:srgbClr val="BB3023"/>
                </a:solidFill>
                <a:latin typeface="Alibaba PuHuiTi Medium" pitchFamily="18" charset="-122"/>
                <a:ea typeface="Alibaba PuHuiTi Medium" pitchFamily="18" charset="-122"/>
                <a:cs typeface="Alibaba PuHuiTi Medium" pitchFamily="18" charset="-122"/>
              </a:rPr>
              <a:t>RF</a:t>
            </a:r>
            <a:r>
              <a:rPr lang="zh-CN" altLang="en-US" dirty="0">
                <a:solidFill>
                  <a:srgbClr val="BB3023"/>
                </a:solidFill>
                <a:latin typeface="Alibaba PuHuiTi Medium" pitchFamily="18" charset="-122"/>
                <a:ea typeface="Alibaba PuHuiTi Medium" pitchFamily="18" charset="-122"/>
                <a:cs typeface="Alibaba PuHuiTi Medium" pitchFamily="18" charset="-122"/>
              </a:rPr>
              <a:t>：</a:t>
            </a:r>
            <a:r>
              <a:rPr lang="en-US" altLang="zh-CN" dirty="0">
                <a:solidFill>
                  <a:srgbClr val="BB3023"/>
                </a:solidFill>
                <a:latin typeface="Alibaba PuHuiTi Medium" pitchFamily="18" charset="-122"/>
                <a:ea typeface="Alibaba PuHuiTi Medium" pitchFamily="18" charset="-122"/>
                <a:cs typeface="Alibaba PuHuiTi Medium" pitchFamily="18" charset="-122"/>
              </a:rPr>
              <a:t>Royalty-Free</a:t>
            </a:r>
            <a:r>
              <a:rPr lang="zh-CN" altLang="en-US" dirty="0">
                <a:solidFill>
                  <a:srgbClr val="BB3023"/>
                </a:solidFill>
                <a:latin typeface="Alibaba PuHuiTi Medium" pitchFamily="18" charset="-122"/>
                <a:ea typeface="Alibaba PuHuiTi Medium" pitchFamily="18" charset="-122"/>
                <a:cs typeface="Alibaba PuHuiTi Medium" pitchFamily="18" charset="-122"/>
              </a:rPr>
              <a:t>）正版受</a:t>
            </a:r>
            <a:r>
              <a:rPr lang="en-US" altLang="zh-CN" dirty="0">
                <a:solidFill>
                  <a:srgbClr val="BB3023"/>
                </a:solidFill>
                <a:latin typeface="Alibaba PuHuiTi Medium" pitchFamily="18" charset="-122"/>
                <a:ea typeface="Alibaba PuHuiTi Medium" pitchFamily="18" charset="-122"/>
                <a:cs typeface="Alibaba PuHuiTi Medium" pitchFamily="18" charset="-122"/>
              </a:rPr>
              <a:t>《</a:t>
            </a:r>
            <a:r>
              <a:rPr lang="zh-CN" altLang="en-US" dirty="0">
                <a:solidFill>
                  <a:srgbClr val="BB3023"/>
                </a:solidFill>
                <a:latin typeface="Alibaba PuHuiTi Medium" pitchFamily="18" charset="-122"/>
                <a:ea typeface="Alibaba PuHuiTi Medium" pitchFamily="18" charset="-122"/>
                <a:cs typeface="Alibaba PuHuiTi Medium" pitchFamily="18" charset="-122"/>
              </a:rPr>
              <a:t>中国人民共和国著作法</a:t>
            </a:r>
            <a:r>
              <a:rPr lang="en-US" altLang="zh-CN" dirty="0">
                <a:solidFill>
                  <a:srgbClr val="BB3023"/>
                </a:solidFill>
                <a:latin typeface="Alibaba PuHuiTi Medium" pitchFamily="18" charset="-122"/>
                <a:ea typeface="Alibaba PuHuiTi Medium" pitchFamily="18" charset="-122"/>
                <a:cs typeface="Alibaba PuHuiTi Medium" pitchFamily="18" charset="-122"/>
              </a:rPr>
              <a:t>》</a:t>
            </a:r>
            <a:r>
              <a:rPr lang="zh-CN" altLang="en-US" dirty="0">
                <a:solidFill>
                  <a:srgbClr val="BB3023"/>
                </a:solidFill>
                <a:latin typeface="Alibaba PuHuiTi Medium" pitchFamily="18" charset="-122"/>
                <a:ea typeface="Alibaba PuHuiTi Medium" pitchFamily="18" charset="-122"/>
                <a:cs typeface="Alibaba PuHuiTi Medium" pitchFamily="18" charset="-122"/>
              </a:rPr>
              <a:t>和</a:t>
            </a:r>
            <a:r>
              <a:rPr lang="en-US" altLang="zh-CN" dirty="0">
                <a:solidFill>
                  <a:srgbClr val="BB3023"/>
                </a:solidFill>
                <a:latin typeface="Alibaba PuHuiTi Medium" pitchFamily="18" charset="-122"/>
                <a:ea typeface="Alibaba PuHuiTi Medium" pitchFamily="18" charset="-122"/>
                <a:cs typeface="Alibaba PuHuiTi Medium" pitchFamily="18" charset="-122"/>
              </a:rPr>
              <a:t>《</a:t>
            </a:r>
            <a:r>
              <a:rPr lang="zh-CN" altLang="en-US" dirty="0">
                <a:solidFill>
                  <a:srgbClr val="BB3023"/>
                </a:solidFill>
                <a:latin typeface="Alibaba PuHuiTi Medium" pitchFamily="18" charset="-122"/>
                <a:ea typeface="Alibaba PuHuiTi Medium" pitchFamily="18" charset="-122"/>
                <a:cs typeface="Alibaba PuHuiTi Medium" pitchFamily="18" charset="-122"/>
              </a:rPr>
              <a:t>世界版权公约</a:t>
            </a:r>
            <a:r>
              <a:rPr lang="en-US" altLang="zh-CN" dirty="0">
                <a:solidFill>
                  <a:srgbClr val="BB3023"/>
                </a:solidFill>
                <a:latin typeface="Alibaba PuHuiTi Medium" pitchFamily="18" charset="-122"/>
                <a:ea typeface="Alibaba PuHuiTi Medium" pitchFamily="18" charset="-122"/>
                <a:cs typeface="Alibaba PuHuiTi Medium" pitchFamily="18" charset="-122"/>
              </a:rPr>
              <a:t>》</a:t>
            </a:r>
            <a:r>
              <a:rPr lang="zh-CN" altLang="en-US" dirty="0">
                <a:solidFill>
                  <a:srgbClr val="BB3023"/>
                </a:solidFill>
                <a:latin typeface="Alibaba PuHuiTi Medium" pitchFamily="18" charset="-122"/>
                <a:ea typeface="Alibaba PuHuiTi Medium" pitchFamily="18" charset="-122"/>
                <a:cs typeface="Alibaba PuHuiTi Medium" pitchFamily="18" charset="-122"/>
              </a:rPr>
              <a:t>的保护，作品的所有权、版权和著作权归有脑子皮皮踢所有，您下载的是</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模板素材的使用权。</a:t>
            </a:r>
          </a:p>
          <a:p>
            <a:pPr algn="ctr">
              <a:lnSpc>
                <a:spcPct val="150000"/>
              </a:lnSpc>
            </a:pPr>
            <a:r>
              <a:rPr lang="en-US" altLang="zh-CN" dirty="0">
                <a:solidFill>
                  <a:srgbClr val="BB3023"/>
                </a:solidFill>
                <a:latin typeface="Alibaba PuHuiTi Medium" pitchFamily="18" charset="-122"/>
                <a:ea typeface="Alibaba PuHuiTi Medium" pitchFamily="18" charset="-122"/>
                <a:cs typeface="Alibaba PuHuiTi Medium" pitchFamily="18" charset="-122"/>
              </a:rPr>
              <a:t>2.</a:t>
            </a:r>
            <a:r>
              <a:rPr lang="zh-CN" altLang="en-US" dirty="0">
                <a:solidFill>
                  <a:srgbClr val="BB3023"/>
                </a:solidFill>
                <a:latin typeface="Alibaba PuHuiTi Medium" pitchFamily="18" charset="-122"/>
                <a:ea typeface="Alibaba PuHuiTi Medium" pitchFamily="18" charset="-122"/>
                <a:cs typeface="Alibaba PuHuiTi Medium" pitchFamily="18" charset="-122"/>
              </a:rPr>
              <a:t>不得将有脑子皮皮踢的</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模板、</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素材，本身用于再出售，或者出租、出借、转让、分销、发布或者作为礼物供他人使用，不得转授权、出卖、转让本协议或者本协议中的权利。</a:t>
            </a:r>
            <a:endParaRPr lang="en-US" altLang="zh-CN" dirty="0">
              <a:solidFill>
                <a:srgbClr val="BB3023"/>
              </a:solidFill>
              <a:latin typeface="Alibaba PuHuiTi Medium" pitchFamily="18" charset="-122"/>
              <a:ea typeface="Alibaba PuHuiTi Medium" pitchFamily="18" charset="-122"/>
              <a:cs typeface="Alibaba PuHuiTi Medium" pitchFamily="18" charset="-122"/>
            </a:endParaRPr>
          </a:p>
          <a:p>
            <a:pPr algn="ctr">
              <a:lnSpc>
                <a:spcPct val="150000"/>
              </a:lnSpc>
            </a:pPr>
            <a:endParaRPr lang="en-US" altLang="zh-CN" dirty="0">
              <a:solidFill>
                <a:srgbClr val="BB3023"/>
              </a:solidFill>
              <a:latin typeface="Alibaba PuHuiTi Medium" pitchFamily="18" charset="-122"/>
              <a:ea typeface="Alibaba PuHuiTi Medium" pitchFamily="18" charset="-122"/>
              <a:cs typeface="Alibaba PuHuiTi Medium" pitchFamily="18" charset="-122"/>
            </a:endParaRPr>
          </a:p>
          <a:p>
            <a:pPr algn="ctr">
              <a:lnSpc>
                <a:spcPct val="150000"/>
              </a:lnSpc>
            </a:pPr>
            <a:endParaRPr lang="zh-CN" altLang="en-US"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6" name="文本框 5">
            <a:extLst>
              <a:ext uri="{FF2B5EF4-FFF2-40B4-BE49-F238E27FC236}">
                <a16:creationId xmlns:a16="http://schemas.microsoft.com/office/drawing/2014/main" id="{49610B5F-C8CF-F089-66E3-714130ADDFCC}"/>
              </a:ext>
            </a:extLst>
          </p:cNvPr>
          <p:cNvSpPr txBox="1"/>
          <p:nvPr/>
        </p:nvSpPr>
        <p:spPr>
          <a:xfrm>
            <a:off x="1220321" y="5118690"/>
            <a:ext cx="9133915" cy="884473"/>
          </a:xfrm>
          <a:prstGeom prst="rect">
            <a:avLst/>
          </a:prstGeom>
          <a:noFill/>
        </p:spPr>
        <p:txBody>
          <a:bodyPr wrap="square">
            <a:spAutoFit/>
          </a:bodyPr>
          <a:lstStyle/>
          <a:p>
            <a:pPr marL="285750" indent="-285750">
              <a:lnSpc>
                <a:spcPct val="150000"/>
              </a:lnSpc>
              <a:buFont typeface="Wingdings" pitchFamily="2" charset="2"/>
              <a:buChar char="l"/>
            </a:pPr>
            <a:r>
              <a:rPr lang="zh-CN" altLang="en-US" dirty="0">
                <a:solidFill>
                  <a:srgbClr val="BB3023"/>
                </a:solidFill>
                <a:latin typeface="Alibaba PuHuiTi Medium" pitchFamily="18" charset="-122"/>
                <a:ea typeface="Alibaba PuHuiTi Medium" pitchFamily="18" charset="-122"/>
                <a:cs typeface="Alibaba PuHuiTi Medium" pitchFamily="18" charset="-122"/>
              </a:rPr>
              <a:t>更多高级</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模板：抖音或小红书搜索关注</a:t>
            </a:r>
            <a:r>
              <a:rPr lang="en-US" altLang="zh-CN" dirty="0">
                <a:solidFill>
                  <a:srgbClr val="BB3023"/>
                </a:solidFill>
                <a:latin typeface="Alibaba PuHuiTi Medium" pitchFamily="18" charset="-122"/>
                <a:ea typeface="Alibaba PuHuiTi Medium" pitchFamily="18" charset="-122"/>
                <a:cs typeface="Alibaba PuHuiTi Medium" pitchFamily="18" charset="-122"/>
              </a:rPr>
              <a:t>“</a:t>
            </a:r>
            <a:r>
              <a:rPr lang="zh-CN" altLang="en-US" dirty="0">
                <a:solidFill>
                  <a:srgbClr val="BB3023"/>
                </a:solidFill>
                <a:latin typeface="Alibaba PuHuiTi Medium" pitchFamily="18" charset="-122"/>
                <a:ea typeface="Alibaba PuHuiTi Medium" pitchFamily="18" charset="-122"/>
                <a:cs typeface="Alibaba PuHuiTi Medium" pitchFamily="18" charset="-122"/>
              </a:rPr>
              <a:t>有脑子皮皮踢</a:t>
            </a:r>
            <a:r>
              <a:rPr lang="en-US" altLang="zh-CN" dirty="0">
                <a:solidFill>
                  <a:srgbClr val="BB3023"/>
                </a:solidFill>
                <a:latin typeface="Alibaba PuHuiTi Medium" pitchFamily="18" charset="-122"/>
                <a:ea typeface="Alibaba PuHuiTi Medium" pitchFamily="18" charset="-122"/>
                <a:cs typeface="Alibaba PuHuiTi Medium" pitchFamily="18" charset="-122"/>
              </a:rPr>
              <a:t>”</a:t>
            </a:r>
          </a:p>
          <a:p>
            <a:pPr marL="285750" indent="-285750">
              <a:lnSpc>
                <a:spcPct val="150000"/>
              </a:lnSpc>
              <a:buFont typeface="Wingdings" pitchFamily="2" charset="2"/>
              <a:buChar char="l"/>
            </a:pPr>
            <a:r>
              <a:rPr lang="zh-CN" altLang="en-US" dirty="0">
                <a:solidFill>
                  <a:srgbClr val="BB3023"/>
                </a:solidFill>
                <a:latin typeface="Alibaba PuHuiTi Medium" pitchFamily="18" charset="-122"/>
                <a:ea typeface="Alibaba PuHuiTi Medium" pitchFamily="18" charset="-122"/>
                <a:cs typeface="Alibaba PuHuiTi Medium" pitchFamily="18" charset="-122"/>
              </a:rPr>
              <a:t>想要学习</a:t>
            </a:r>
            <a:r>
              <a:rPr lang="en-US" altLang="zh-CN" dirty="0">
                <a:solidFill>
                  <a:srgbClr val="BB3023"/>
                </a:solidFill>
                <a:latin typeface="Alibaba PuHuiTi Medium" pitchFamily="18" charset="-122"/>
                <a:ea typeface="Alibaba PuHuiTi Medium" pitchFamily="18" charset="-122"/>
                <a:cs typeface="Alibaba PuHuiTi Medium" pitchFamily="18" charset="-122"/>
              </a:rPr>
              <a:t>PPT</a:t>
            </a:r>
            <a:r>
              <a:rPr lang="zh-CN" altLang="en-US" dirty="0">
                <a:solidFill>
                  <a:srgbClr val="BB3023"/>
                </a:solidFill>
                <a:latin typeface="Alibaba PuHuiTi Medium" pitchFamily="18" charset="-122"/>
                <a:ea typeface="Alibaba PuHuiTi Medium" pitchFamily="18" charset="-122"/>
                <a:cs typeface="Alibaba PuHuiTi Medium" pitchFamily="18" charset="-122"/>
              </a:rPr>
              <a:t>的宝子可以在抖音</a:t>
            </a:r>
            <a:r>
              <a:rPr lang="en-US" altLang="zh-CN" dirty="0">
                <a:solidFill>
                  <a:srgbClr val="BB3023"/>
                </a:solidFill>
                <a:latin typeface="Alibaba PuHuiTi Medium" pitchFamily="18" charset="-122"/>
                <a:ea typeface="Alibaba PuHuiTi Medium" pitchFamily="18" charset="-122"/>
                <a:cs typeface="Alibaba PuHuiTi Medium" pitchFamily="18" charset="-122"/>
              </a:rPr>
              <a:t>APP</a:t>
            </a:r>
            <a:r>
              <a:rPr lang="zh-CN" altLang="en-US" dirty="0">
                <a:solidFill>
                  <a:srgbClr val="BB3023"/>
                </a:solidFill>
                <a:latin typeface="Alibaba PuHuiTi Medium" pitchFamily="18" charset="-122"/>
                <a:ea typeface="Alibaba PuHuiTi Medium" pitchFamily="18" charset="-122"/>
                <a:cs typeface="Alibaba PuHuiTi Medium" pitchFamily="18" charset="-122"/>
              </a:rPr>
              <a:t>搜索：有脑子皮皮踢（进入橱窗后 有学习课程）</a:t>
            </a:r>
            <a:endParaRPr lang="en-US" altLang="zh-CN" dirty="0">
              <a:solidFill>
                <a:srgbClr val="BB3023"/>
              </a:solidFill>
              <a:latin typeface="Alibaba PuHuiTi Medium" pitchFamily="18" charset="-122"/>
              <a:ea typeface="Alibaba PuHuiTi Medium" pitchFamily="18" charset="-122"/>
              <a:cs typeface="Alibaba PuHuiTi Medium" pitchFamily="18" charset="-122"/>
            </a:endParaRPr>
          </a:p>
        </p:txBody>
      </p:sp>
      <p:sp>
        <p:nvSpPr>
          <p:cNvPr id="5" name="矩形 4">
            <a:extLst>
              <a:ext uri="{FF2B5EF4-FFF2-40B4-BE49-F238E27FC236}">
                <a16:creationId xmlns:a16="http://schemas.microsoft.com/office/drawing/2014/main" id="{D34BFB41-EF13-59E2-E185-9BB44E23FE1A}"/>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文本框 12">
            <a:extLst>
              <a:ext uri="{FF2B5EF4-FFF2-40B4-BE49-F238E27FC236}">
                <a16:creationId xmlns:a16="http://schemas.microsoft.com/office/drawing/2014/main" id="{219ECBEF-4B75-7988-0A1B-A29FAFA3B85A}"/>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50236578-346E-1D7D-B8B7-EE1340ACE051}"/>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6" name="直线连接符 15">
            <a:extLst>
              <a:ext uri="{FF2B5EF4-FFF2-40B4-BE49-F238E27FC236}">
                <a16:creationId xmlns:a16="http://schemas.microsoft.com/office/drawing/2014/main" id="{435964B4-EA37-F8FB-6080-F12824FAB039}"/>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2D3C7819-10A3-CCAF-B157-90BCB6C10BA3}"/>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9F3784DF-A86D-1723-2803-AD5E0AEE54DC}"/>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AA0615D4-874D-E155-FA03-5D56AF08D234}"/>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9E02467B-B27C-7C4E-1237-2004D8A0792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041CA065-E2C0-B18D-1C55-BDEEA8C276F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48876EBC-BE91-C2EC-054B-C1DB93047B6F}"/>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9;p80">
              <a:extLst>
                <a:ext uri="{FF2B5EF4-FFF2-40B4-BE49-F238E27FC236}">
                  <a16:creationId xmlns:a16="http://schemas.microsoft.com/office/drawing/2014/main" id="{77F21A17-2111-D04D-37E0-A10487777FE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16866178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D34BFB41-EF13-59E2-E185-9BB44E23FE1A}"/>
              </a:ext>
            </a:extLst>
          </p:cNvPr>
          <p:cNvSpPr/>
          <p:nvPr/>
        </p:nvSpPr>
        <p:spPr>
          <a:xfrm>
            <a:off x="3160294" y="0"/>
            <a:ext cx="7315200" cy="818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3" name="文本框 12">
            <a:extLst>
              <a:ext uri="{FF2B5EF4-FFF2-40B4-BE49-F238E27FC236}">
                <a16:creationId xmlns:a16="http://schemas.microsoft.com/office/drawing/2014/main" id="{219ECBEF-4B75-7988-0A1B-A29FAFA3B85A}"/>
              </a:ext>
            </a:extLst>
          </p:cNvPr>
          <p:cNvSpPr txBox="1"/>
          <p:nvPr/>
        </p:nvSpPr>
        <p:spPr>
          <a:xfrm>
            <a:off x="3008407" y="241300"/>
            <a:ext cx="9080500" cy="461665"/>
          </a:xfrm>
          <a:prstGeom prst="rect">
            <a:avLst/>
          </a:prstGeom>
          <a:noFill/>
        </p:spPr>
        <p:txBody>
          <a:bodyPr wrap="square" rtlCol="0">
            <a:spAutoFit/>
          </a:bodyPr>
          <a:lstStyle/>
          <a:p>
            <a:r>
              <a:rPr kumimoji="1" lang="en" altLang="zh-CN" sz="2400" dirty="0">
                <a:solidFill>
                  <a:srgbClr val="1E344D"/>
                </a:solidFill>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dirty="0">
              <a:solidFill>
                <a:srgbClr val="1E344D"/>
              </a:solidFill>
              <a:latin typeface="Alibaba PuHuiTi Medium" pitchFamily="18" charset="-122"/>
              <a:ea typeface="Alibaba PuHuiTi Medium" pitchFamily="18" charset="-122"/>
              <a:cs typeface="Alibaba PuHuiTi Medium" pitchFamily="18" charset="-122"/>
            </a:endParaRPr>
          </a:p>
        </p:txBody>
      </p:sp>
      <p:sp>
        <p:nvSpPr>
          <p:cNvPr id="15" name="文本框 14">
            <a:extLst>
              <a:ext uri="{FF2B5EF4-FFF2-40B4-BE49-F238E27FC236}">
                <a16:creationId xmlns:a16="http://schemas.microsoft.com/office/drawing/2014/main" id="{50236578-346E-1D7D-B8B7-EE1340ACE051}"/>
              </a:ext>
            </a:extLst>
          </p:cNvPr>
          <p:cNvSpPr txBox="1"/>
          <p:nvPr/>
        </p:nvSpPr>
        <p:spPr>
          <a:xfrm>
            <a:off x="409867" y="195506"/>
            <a:ext cx="1569660" cy="369332"/>
          </a:xfrm>
          <a:prstGeom prst="rect">
            <a:avLst/>
          </a:prstGeom>
          <a:noFill/>
        </p:spPr>
        <p:txBody>
          <a:bodyPr wrap="none" rtlCol="0">
            <a:spAutoFit/>
          </a:bodyPr>
          <a:lstStyle/>
          <a:p>
            <a:r>
              <a:rPr kumimoji="1" lang="zh-CN" altLang="en-US" dirty="0">
                <a:solidFill>
                  <a:srgbClr val="1E344D"/>
                </a:solidFill>
                <a:latin typeface="Alibaba PuHuiTi Medium" pitchFamily="18" charset="-122"/>
                <a:ea typeface="Alibaba PuHuiTi Medium" pitchFamily="18" charset="-122"/>
                <a:cs typeface="Alibaba PuHuiTi Medium" pitchFamily="18" charset="-122"/>
              </a:rPr>
              <a:t>有脑子皮皮踢</a:t>
            </a:r>
          </a:p>
        </p:txBody>
      </p:sp>
      <p:cxnSp>
        <p:nvCxnSpPr>
          <p:cNvPr id="16" name="直线连接符 15">
            <a:extLst>
              <a:ext uri="{FF2B5EF4-FFF2-40B4-BE49-F238E27FC236}">
                <a16:creationId xmlns:a16="http://schemas.microsoft.com/office/drawing/2014/main" id="{435964B4-EA37-F8FB-6080-F12824FAB039}"/>
              </a:ext>
            </a:extLst>
          </p:cNvPr>
          <p:cNvCxnSpPr>
            <a:cxnSpLocks/>
          </p:cNvCxnSpPr>
          <p:nvPr/>
        </p:nvCxnSpPr>
        <p:spPr>
          <a:xfrm>
            <a:off x="304801" y="820056"/>
            <a:ext cx="11683999" cy="0"/>
          </a:xfrm>
          <a:prstGeom prst="line">
            <a:avLst/>
          </a:prstGeom>
          <a:ln w="41275">
            <a:solidFill>
              <a:srgbClr val="1E344D"/>
            </a:solidFill>
          </a:ln>
        </p:spPr>
        <p:style>
          <a:lnRef idx="1">
            <a:schemeClr val="accent1"/>
          </a:lnRef>
          <a:fillRef idx="0">
            <a:schemeClr val="accent1"/>
          </a:fillRef>
          <a:effectRef idx="0">
            <a:schemeClr val="accent1"/>
          </a:effectRef>
          <a:fontRef idx="minor">
            <a:schemeClr val="tx1"/>
          </a:fontRef>
        </p:style>
      </p:cxnSp>
      <p:cxnSp>
        <p:nvCxnSpPr>
          <p:cNvPr id="17" name="直线连接符 16">
            <a:extLst>
              <a:ext uri="{FF2B5EF4-FFF2-40B4-BE49-F238E27FC236}">
                <a16:creationId xmlns:a16="http://schemas.microsoft.com/office/drawing/2014/main" id="{2D3C7819-10A3-CCAF-B157-90BCB6C10BA3}"/>
              </a:ext>
            </a:extLst>
          </p:cNvPr>
          <p:cNvCxnSpPr>
            <a:cxnSpLocks/>
          </p:cNvCxnSpPr>
          <p:nvPr/>
        </p:nvCxnSpPr>
        <p:spPr>
          <a:xfrm>
            <a:off x="2098070" y="245327"/>
            <a:ext cx="0" cy="423746"/>
          </a:xfrm>
          <a:prstGeom prst="line">
            <a:avLst/>
          </a:prstGeom>
          <a:ln w="28575">
            <a:solidFill>
              <a:srgbClr val="1E344D"/>
            </a:solidFill>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9F3784DF-A86D-1723-2803-AD5E0AEE54DC}"/>
              </a:ext>
            </a:extLst>
          </p:cNvPr>
          <p:cNvSpPr txBox="1"/>
          <p:nvPr/>
        </p:nvSpPr>
        <p:spPr>
          <a:xfrm>
            <a:off x="420495" y="447248"/>
            <a:ext cx="1568058" cy="261610"/>
          </a:xfrm>
          <a:prstGeom prst="rect">
            <a:avLst/>
          </a:prstGeom>
          <a:noFill/>
        </p:spPr>
        <p:txBody>
          <a:bodyPr wrap="none" rtlCol="0">
            <a:spAutoFit/>
          </a:bodyPr>
          <a:lstStyle/>
          <a:p>
            <a:r>
              <a:rPr kumimoji="1" lang="en-US" altLang="zh-CN" sz="1100" spc="300" dirty="0">
                <a:solidFill>
                  <a:srgbClr val="1E344D"/>
                </a:solidFill>
                <a:latin typeface="Alibaba PuHuiTi" pitchFamily="18" charset="-122"/>
                <a:ea typeface="Alibaba PuHuiTi" pitchFamily="18" charset="-122"/>
                <a:cs typeface="Alibaba PuHuiTi" pitchFamily="18" charset="-122"/>
              </a:rPr>
              <a:t>YOUNAOZIPPT</a:t>
            </a:r>
            <a:endParaRPr kumimoji="1" lang="zh-CN" altLang="en-US" sz="1100" spc="300" dirty="0">
              <a:solidFill>
                <a:srgbClr val="1E344D"/>
              </a:solidFill>
              <a:latin typeface="Alibaba PuHuiTi" pitchFamily="18" charset="-122"/>
              <a:ea typeface="Alibaba PuHuiTi" pitchFamily="18" charset="-122"/>
              <a:cs typeface="Alibaba PuHuiTi" pitchFamily="18" charset="-122"/>
            </a:endParaRPr>
          </a:p>
        </p:txBody>
      </p:sp>
      <p:grpSp>
        <p:nvGrpSpPr>
          <p:cNvPr id="19" name="组合 18">
            <a:extLst>
              <a:ext uri="{FF2B5EF4-FFF2-40B4-BE49-F238E27FC236}">
                <a16:creationId xmlns:a16="http://schemas.microsoft.com/office/drawing/2014/main" id="{AA0615D4-874D-E155-FA03-5D56AF08D234}"/>
              </a:ext>
            </a:extLst>
          </p:cNvPr>
          <p:cNvGrpSpPr/>
          <p:nvPr/>
        </p:nvGrpSpPr>
        <p:grpSpPr>
          <a:xfrm>
            <a:off x="2323294" y="287981"/>
            <a:ext cx="356205" cy="355288"/>
            <a:chOff x="2323294" y="287981"/>
            <a:chExt cx="356205" cy="355288"/>
          </a:xfrm>
        </p:grpSpPr>
        <p:sp>
          <p:nvSpPr>
            <p:cNvPr id="20" name="Google Shape;7166;p80">
              <a:extLst>
                <a:ext uri="{FF2B5EF4-FFF2-40B4-BE49-F238E27FC236}">
                  <a16:creationId xmlns:a16="http://schemas.microsoft.com/office/drawing/2014/main" id="{9E02467B-B27C-7C4E-1237-2004D8A0792F}"/>
                </a:ext>
              </a:extLst>
            </p:cNvPr>
            <p:cNvSpPr/>
            <p:nvPr/>
          </p:nvSpPr>
          <p:spPr>
            <a:xfrm>
              <a:off x="2323294" y="287981"/>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167;p80">
              <a:extLst>
                <a:ext uri="{FF2B5EF4-FFF2-40B4-BE49-F238E27FC236}">
                  <a16:creationId xmlns:a16="http://schemas.microsoft.com/office/drawing/2014/main" id="{041CA065-E2C0-B18D-1C55-BDEEA8C276FE}"/>
                </a:ext>
              </a:extLst>
            </p:cNvPr>
            <p:cNvSpPr/>
            <p:nvPr/>
          </p:nvSpPr>
          <p:spPr>
            <a:xfrm>
              <a:off x="2409090" y="372830"/>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168;p80">
              <a:extLst>
                <a:ext uri="{FF2B5EF4-FFF2-40B4-BE49-F238E27FC236}">
                  <a16:creationId xmlns:a16="http://schemas.microsoft.com/office/drawing/2014/main" id="{48876EBC-BE91-C2EC-054B-C1DB93047B6F}"/>
                </a:ext>
              </a:extLst>
            </p:cNvPr>
            <p:cNvSpPr/>
            <p:nvPr/>
          </p:nvSpPr>
          <p:spPr>
            <a:xfrm>
              <a:off x="2429599" y="601274"/>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169;p80">
              <a:extLst>
                <a:ext uri="{FF2B5EF4-FFF2-40B4-BE49-F238E27FC236}">
                  <a16:creationId xmlns:a16="http://schemas.microsoft.com/office/drawing/2014/main" id="{77F21A17-2111-D04D-37E0-A10487777FE7}"/>
                </a:ext>
              </a:extLst>
            </p:cNvPr>
            <p:cNvSpPr/>
            <p:nvPr/>
          </p:nvSpPr>
          <p:spPr>
            <a:xfrm>
              <a:off x="2492074" y="496863"/>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1E34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图片 1">
            <a:extLst>
              <a:ext uri="{FF2B5EF4-FFF2-40B4-BE49-F238E27FC236}">
                <a16:creationId xmlns:a16="http://schemas.microsoft.com/office/drawing/2014/main" id="{E93F41BE-16D0-1982-ED70-9CDE040742E3}"/>
              </a:ext>
            </a:extLst>
          </p:cNvPr>
          <p:cNvPicPr>
            <a:picLocks noChangeAspect="1"/>
          </p:cNvPicPr>
          <p:nvPr/>
        </p:nvPicPr>
        <p:blipFill>
          <a:blip r:embed="rId2"/>
          <a:stretch>
            <a:fillRect/>
          </a:stretch>
        </p:blipFill>
        <p:spPr>
          <a:xfrm>
            <a:off x="2936708" y="1796408"/>
            <a:ext cx="2902618" cy="3646879"/>
          </a:xfrm>
          <a:prstGeom prst="rect">
            <a:avLst/>
          </a:prstGeom>
        </p:spPr>
      </p:pic>
      <p:pic>
        <p:nvPicPr>
          <p:cNvPr id="3" name="图片 2">
            <a:extLst>
              <a:ext uri="{FF2B5EF4-FFF2-40B4-BE49-F238E27FC236}">
                <a16:creationId xmlns:a16="http://schemas.microsoft.com/office/drawing/2014/main" id="{6D601091-A7E9-D6AD-FAE7-679D53BE0FCA}"/>
              </a:ext>
            </a:extLst>
          </p:cNvPr>
          <p:cNvPicPr>
            <a:picLocks noChangeAspect="1"/>
          </p:cNvPicPr>
          <p:nvPr/>
        </p:nvPicPr>
        <p:blipFill>
          <a:blip r:embed="rId3"/>
          <a:stretch>
            <a:fillRect/>
          </a:stretch>
        </p:blipFill>
        <p:spPr>
          <a:xfrm>
            <a:off x="6047874" y="1804738"/>
            <a:ext cx="2791326" cy="3605463"/>
          </a:xfrm>
          <a:prstGeom prst="rect">
            <a:avLst/>
          </a:prstGeom>
        </p:spPr>
      </p:pic>
      <p:sp>
        <p:nvSpPr>
          <p:cNvPr id="7" name="文本框 6">
            <a:extLst>
              <a:ext uri="{FF2B5EF4-FFF2-40B4-BE49-F238E27FC236}">
                <a16:creationId xmlns:a16="http://schemas.microsoft.com/office/drawing/2014/main" id="{BA8C4E20-4FFE-985E-2D04-8A4643C12B4C}"/>
              </a:ext>
            </a:extLst>
          </p:cNvPr>
          <p:cNvSpPr txBox="1"/>
          <p:nvPr/>
        </p:nvSpPr>
        <p:spPr>
          <a:xfrm>
            <a:off x="753979" y="2695074"/>
            <a:ext cx="2108269" cy="1299971"/>
          </a:xfrm>
          <a:prstGeom prst="rect">
            <a:avLst/>
          </a:prstGeom>
          <a:noFill/>
        </p:spPr>
        <p:txBody>
          <a:bodyPr wrap="square">
            <a:spAutoFit/>
          </a:bodyPr>
          <a:lstStyle>
            <a:defPPr>
              <a:defRPr lang="en-US"/>
            </a:defPPr>
            <a:lvl1pPr marL="285750" indent="-285750">
              <a:lnSpc>
                <a:spcPct val="150000"/>
              </a:lnSpc>
              <a:buFont typeface="Wingdings" pitchFamily="2" charset="2"/>
              <a:buChar char="l"/>
              <a:defRPr>
                <a:solidFill>
                  <a:srgbClr val="BB3023"/>
                </a:solidFill>
                <a:latin typeface="Alibaba PuHuiTi Medium" pitchFamily="18" charset="-122"/>
                <a:ea typeface="Alibaba PuHuiTi Medium" pitchFamily="18" charset="-122"/>
                <a:cs typeface="Alibaba PuHuiTi Medium" pitchFamily="18" charset="-122"/>
              </a:defRPr>
            </a:lvl1pPr>
          </a:lstStyle>
          <a:p>
            <a:r>
              <a:rPr lang="zh-CN" altLang="en-US" dirty="0"/>
              <a:t>抖音</a:t>
            </a:r>
            <a:r>
              <a:rPr lang="en-US" altLang="zh-CN" dirty="0"/>
              <a:t>30</a:t>
            </a:r>
            <a:r>
              <a:rPr lang="zh-CN" altLang="en-US" dirty="0"/>
              <a:t>多万粉丝</a:t>
            </a:r>
            <a:endParaRPr lang="en-US" altLang="zh-CN" dirty="0"/>
          </a:p>
          <a:p>
            <a:r>
              <a:rPr lang="zh-CN" altLang="en-US" dirty="0"/>
              <a:t>专注</a:t>
            </a:r>
            <a:r>
              <a:rPr lang="en-US" altLang="zh-CN" dirty="0"/>
              <a:t>PPT</a:t>
            </a:r>
            <a:r>
              <a:rPr lang="zh-CN" altLang="en-US" dirty="0"/>
              <a:t>教学</a:t>
            </a:r>
            <a:endParaRPr lang="en-US" altLang="zh-CN" dirty="0"/>
          </a:p>
          <a:p>
            <a:r>
              <a:rPr lang="zh-CN" altLang="en-US" dirty="0"/>
              <a:t>动态模版</a:t>
            </a:r>
          </a:p>
        </p:txBody>
      </p:sp>
      <p:sp>
        <p:nvSpPr>
          <p:cNvPr id="8" name="文本框 7">
            <a:extLst>
              <a:ext uri="{FF2B5EF4-FFF2-40B4-BE49-F238E27FC236}">
                <a16:creationId xmlns:a16="http://schemas.microsoft.com/office/drawing/2014/main" id="{A3B156A4-0099-A90B-CD8E-CC352D668E24}"/>
              </a:ext>
            </a:extLst>
          </p:cNvPr>
          <p:cNvSpPr txBox="1"/>
          <p:nvPr/>
        </p:nvSpPr>
        <p:spPr>
          <a:xfrm>
            <a:off x="9024447" y="2695074"/>
            <a:ext cx="2749471" cy="1299971"/>
          </a:xfrm>
          <a:prstGeom prst="rect">
            <a:avLst/>
          </a:prstGeom>
          <a:noFill/>
        </p:spPr>
        <p:txBody>
          <a:bodyPr wrap="square">
            <a:spAutoFit/>
          </a:bodyPr>
          <a:lstStyle>
            <a:defPPr>
              <a:defRPr lang="en-US"/>
            </a:defPPr>
            <a:lvl1pPr marL="285750" indent="-285750">
              <a:lnSpc>
                <a:spcPct val="150000"/>
              </a:lnSpc>
              <a:buFont typeface="Wingdings" pitchFamily="2" charset="2"/>
              <a:buChar char="l"/>
              <a:defRPr>
                <a:solidFill>
                  <a:srgbClr val="BB3023"/>
                </a:solidFill>
                <a:latin typeface="Alibaba PuHuiTi Medium" pitchFamily="18" charset="-122"/>
                <a:ea typeface="Alibaba PuHuiTi Medium" pitchFamily="18" charset="-122"/>
                <a:cs typeface="Alibaba PuHuiTi Medium" pitchFamily="18" charset="-122"/>
              </a:defRPr>
            </a:lvl1pPr>
          </a:lstStyle>
          <a:p>
            <a:r>
              <a:rPr lang="zh-CN" altLang="en-US" dirty="0"/>
              <a:t>小红书</a:t>
            </a:r>
            <a:r>
              <a:rPr lang="en-US" altLang="zh-CN" dirty="0"/>
              <a:t>2</a:t>
            </a:r>
            <a:r>
              <a:rPr lang="zh-CN" altLang="en-US" dirty="0"/>
              <a:t>万粉丝</a:t>
            </a:r>
            <a:endParaRPr lang="en-US" altLang="zh-CN" dirty="0"/>
          </a:p>
          <a:p>
            <a:r>
              <a:rPr lang="zh-CN" altLang="en-US" dirty="0"/>
              <a:t>有更多高质量模版链接</a:t>
            </a:r>
            <a:endParaRPr lang="en-US" altLang="zh-CN" dirty="0"/>
          </a:p>
          <a:p>
            <a:pPr marL="0" indent="0">
              <a:buNone/>
            </a:pPr>
            <a:r>
              <a:rPr lang="zh-CN" altLang="en-US" dirty="0"/>
              <a:t>     和套餐组合价格</a:t>
            </a:r>
          </a:p>
        </p:txBody>
      </p:sp>
    </p:spTree>
    <p:extLst>
      <p:ext uri="{BB962C8B-B14F-4D97-AF65-F5344CB8AC3E}">
        <p14:creationId xmlns:p14="http://schemas.microsoft.com/office/powerpoint/2010/main" val="200217835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1325"/>
        <p:cNvGrpSpPr/>
        <p:nvPr/>
      </p:nvGrpSpPr>
      <p:grpSpPr>
        <a:xfrm>
          <a:off x="0" y="0"/>
          <a:ext cx="0" cy="0"/>
          <a:chOff x="0" y="0"/>
          <a:chExt cx="0" cy="0"/>
        </a:xfrm>
      </p:grpSpPr>
      <p:pic>
        <p:nvPicPr>
          <p:cNvPr id="1328" name="Google Shape;1328;p69"/>
          <p:cNvPicPr preferRelativeResize="0"/>
          <p:nvPr/>
        </p:nvPicPr>
        <p:blipFill rotWithShape="1">
          <a:blip r:embed="rId3">
            <a:alphaModFix/>
          </a:blip>
          <a:srcRect t="16547" b="16540"/>
          <a:stretch/>
        </p:blipFill>
        <p:spPr>
          <a:xfrm>
            <a:off x="681094" y="2952841"/>
            <a:ext cx="2142293" cy="1433433"/>
          </a:xfrm>
          <a:prstGeom prst="rect">
            <a:avLst/>
          </a:prstGeom>
          <a:noFill/>
          <a:ln>
            <a:noFill/>
          </a:ln>
        </p:spPr>
      </p:pic>
      <p:sp>
        <p:nvSpPr>
          <p:cNvPr id="1329" name="Google Shape;1329;p69">
            <a:hlinkClick r:id="rId4"/>
          </p:cNvPr>
          <p:cNvSpPr txBox="1"/>
          <p:nvPr/>
        </p:nvSpPr>
        <p:spPr>
          <a:xfrm>
            <a:off x="904055" y="4669821"/>
            <a:ext cx="1696400" cy="4244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 sz="2400" b="0" i="0" u="none" strike="noStrike" kern="1200" cap="none" spc="0" normalizeH="0" baseline="0" noProof="0">
                <a:ln>
                  <a:noFill/>
                </a:ln>
                <a:solidFill>
                  <a:prstClr val="white"/>
                </a:solidFill>
                <a:effectLst/>
                <a:uLnTx/>
                <a:uFill>
                  <a:noFill/>
                </a:uFill>
                <a:latin typeface="等线" panose="020F0502020204030204"/>
                <a:ea typeface="+mn-ea"/>
                <a:cs typeface="+mn-cs"/>
                <a:hlinkClick r:id="rId4">
                  <a:extLst>
                    <a:ext uri="{A12FA001-AC4F-418D-AE19-62706E023703}">
                      <ahyp:hlinkClr xmlns:ahyp="http://schemas.microsoft.com/office/drawing/2018/hyperlinkcolor" val="tx"/>
                    </a:ext>
                  </a:extLst>
                </a:hlinkClick>
              </a:rPr>
              <a:t>Pana</a:t>
            </a:r>
            <a:endParaRPr kumimoji="0" sz="24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330" name="Google Shape;1330;p69">
            <a:hlinkClick r:id="rId5"/>
          </p:cNvPr>
          <p:cNvSpPr txBox="1"/>
          <p:nvPr/>
        </p:nvSpPr>
        <p:spPr>
          <a:xfrm>
            <a:off x="3052292" y="4669821"/>
            <a:ext cx="1696400" cy="4244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 sz="2400" b="0" i="0" u="none" strike="noStrike" kern="1200" cap="none" spc="0" normalizeH="0" baseline="0" noProof="0">
                <a:ln>
                  <a:noFill/>
                </a:ln>
                <a:solidFill>
                  <a:prstClr val="white"/>
                </a:solidFill>
                <a:effectLst/>
                <a:uLnTx/>
                <a:uFill>
                  <a:noFill/>
                </a:uFill>
                <a:latin typeface="等线" panose="020F0502020204030204"/>
                <a:ea typeface="+mn-ea"/>
                <a:cs typeface="+mn-cs"/>
                <a:hlinkClick r:id="rId5">
                  <a:extLst>
                    <a:ext uri="{A12FA001-AC4F-418D-AE19-62706E023703}">
                      <ahyp:hlinkClr xmlns:ahyp="http://schemas.microsoft.com/office/drawing/2018/hyperlinkcolor" val="tx"/>
                    </a:ext>
                  </a:extLst>
                </a:hlinkClick>
              </a:rPr>
              <a:t>Amico</a:t>
            </a:r>
            <a:endParaRPr kumimoji="0" sz="24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331" name="Google Shape;1331;p69">
            <a:hlinkClick r:id="rId6"/>
          </p:cNvPr>
          <p:cNvSpPr txBox="1"/>
          <p:nvPr/>
        </p:nvSpPr>
        <p:spPr>
          <a:xfrm>
            <a:off x="5200539" y="4669821"/>
            <a:ext cx="1696400" cy="4244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 sz="2400" b="0" i="0" u="none" strike="noStrike" kern="1200" cap="none" spc="0" normalizeH="0" baseline="0" noProof="0">
                <a:ln>
                  <a:noFill/>
                </a:ln>
                <a:solidFill>
                  <a:prstClr val="white"/>
                </a:solidFill>
                <a:effectLst/>
                <a:uLnTx/>
                <a:uFill>
                  <a:noFill/>
                </a:uFill>
                <a:latin typeface="等线" panose="020F0502020204030204"/>
                <a:ea typeface="+mn-ea"/>
                <a:cs typeface="+mn-cs"/>
                <a:hlinkClick r:id="rId6">
                  <a:extLst>
                    <a:ext uri="{A12FA001-AC4F-418D-AE19-62706E023703}">
                      <ahyp:hlinkClr xmlns:ahyp="http://schemas.microsoft.com/office/drawing/2018/hyperlinkcolor" val="tx"/>
                    </a:ext>
                  </a:extLst>
                </a:hlinkClick>
              </a:rPr>
              <a:t>Bro</a:t>
            </a:r>
            <a:endParaRPr kumimoji="0" sz="24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332" name="Google Shape;1332;p69">
            <a:hlinkClick r:id="rId7"/>
          </p:cNvPr>
          <p:cNvSpPr txBox="1"/>
          <p:nvPr/>
        </p:nvSpPr>
        <p:spPr>
          <a:xfrm>
            <a:off x="7348751" y="4669821"/>
            <a:ext cx="1696400" cy="4244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 sz="2400" b="0" i="0" u="none" strike="noStrike" kern="1200" cap="none" spc="0" normalizeH="0" baseline="0" noProof="0">
                <a:ln>
                  <a:noFill/>
                </a:ln>
                <a:solidFill>
                  <a:prstClr val="white"/>
                </a:solidFill>
                <a:effectLst/>
                <a:uLnTx/>
                <a:uFill>
                  <a:noFill/>
                </a:uFill>
                <a:latin typeface="等线" panose="020F0502020204030204"/>
                <a:ea typeface="+mn-ea"/>
                <a:cs typeface="+mn-cs"/>
                <a:hlinkClick r:id="rId7">
                  <a:extLst>
                    <a:ext uri="{A12FA001-AC4F-418D-AE19-62706E023703}">
                      <ahyp:hlinkClr xmlns:ahyp="http://schemas.microsoft.com/office/drawing/2018/hyperlinkcolor" val="tx"/>
                    </a:ext>
                  </a:extLst>
                </a:hlinkClick>
              </a:rPr>
              <a:t>Rafiki</a:t>
            </a:r>
            <a:endParaRPr kumimoji="0" sz="2400" b="0" i="0" u="none" strike="noStrike" kern="1200" cap="none" spc="0" normalizeH="0" baseline="0" noProof="0">
              <a:ln>
                <a:noFill/>
              </a:ln>
              <a:solidFill>
                <a:prstClr val="white"/>
              </a:solidFill>
              <a:effectLst/>
              <a:uLnTx/>
              <a:uFillTx/>
              <a:latin typeface="等线" panose="020F0502020204030204"/>
              <a:ea typeface="+mn-ea"/>
              <a:cs typeface="+mn-cs"/>
            </a:endParaRPr>
          </a:p>
        </p:txBody>
      </p:sp>
      <p:pic>
        <p:nvPicPr>
          <p:cNvPr id="1333" name="Google Shape;1333;p69"/>
          <p:cNvPicPr preferRelativeResize="0"/>
          <p:nvPr/>
        </p:nvPicPr>
        <p:blipFill rotWithShape="1">
          <a:blip r:embed="rId8">
            <a:alphaModFix/>
          </a:blip>
          <a:srcRect/>
          <a:stretch/>
        </p:blipFill>
        <p:spPr>
          <a:xfrm>
            <a:off x="3006770" y="2582456"/>
            <a:ext cx="1787460" cy="1787473"/>
          </a:xfrm>
          <a:prstGeom prst="rect">
            <a:avLst/>
          </a:prstGeom>
          <a:noFill/>
          <a:ln>
            <a:noFill/>
          </a:ln>
        </p:spPr>
      </p:pic>
      <p:pic>
        <p:nvPicPr>
          <p:cNvPr id="1334" name="Google Shape;1334;p69"/>
          <p:cNvPicPr preferRelativeResize="0"/>
          <p:nvPr/>
        </p:nvPicPr>
        <p:blipFill rotWithShape="1">
          <a:blip r:embed="rId9">
            <a:alphaModFix/>
          </a:blip>
          <a:srcRect t="6377" b="6377"/>
          <a:stretch/>
        </p:blipFill>
        <p:spPr>
          <a:xfrm>
            <a:off x="5032368" y="2744671"/>
            <a:ext cx="1931073" cy="1684787"/>
          </a:xfrm>
          <a:prstGeom prst="rect">
            <a:avLst/>
          </a:prstGeom>
          <a:noFill/>
          <a:ln>
            <a:noFill/>
          </a:ln>
        </p:spPr>
      </p:pic>
      <p:pic>
        <p:nvPicPr>
          <p:cNvPr id="1335" name="Google Shape;1335;p69"/>
          <p:cNvPicPr preferRelativeResize="0"/>
          <p:nvPr/>
        </p:nvPicPr>
        <p:blipFill rotWithShape="1">
          <a:blip r:embed="rId10">
            <a:alphaModFix/>
          </a:blip>
          <a:srcRect t="9256" b="9256"/>
          <a:stretch/>
        </p:blipFill>
        <p:spPr>
          <a:xfrm>
            <a:off x="7129783" y="2810025"/>
            <a:ext cx="1931047" cy="1573553"/>
          </a:xfrm>
          <a:prstGeom prst="rect">
            <a:avLst/>
          </a:prstGeom>
          <a:noFill/>
          <a:ln>
            <a:noFill/>
          </a:ln>
        </p:spPr>
      </p:pic>
      <p:pic>
        <p:nvPicPr>
          <p:cNvPr id="1336" name="Google Shape;1336;p69"/>
          <p:cNvPicPr preferRelativeResize="0"/>
          <p:nvPr/>
        </p:nvPicPr>
        <p:blipFill rotWithShape="1">
          <a:blip r:embed="rId11">
            <a:alphaModFix/>
          </a:blip>
          <a:srcRect t="14837" b="14844"/>
          <a:stretch/>
        </p:blipFill>
        <p:spPr>
          <a:xfrm>
            <a:off x="9115010" y="2733192"/>
            <a:ext cx="2395900" cy="1684800"/>
          </a:xfrm>
          <a:prstGeom prst="rect">
            <a:avLst/>
          </a:prstGeom>
          <a:noFill/>
          <a:ln>
            <a:noFill/>
          </a:ln>
        </p:spPr>
      </p:pic>
      <p:sp>
        <p:nvSpPr>
          <p:cNvPr id="1337" name="Google Shape;1337;p69">
            <a:hlinkClick r:id="rId12"/>
          </p:cNvPr>
          <p:cNvSpPr txBox="1"/>
          <p:nvPr/>
        </p:nvSpPr>
        <p:spPr>
          <a:xfrm>
            <a:off x="9496984" y="4669821"/>
            <a:ext cx="1696400" cy="4244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 sz="2400" b="0" i="0" u="none" strike="noStrike" kern="1200" cap="none" spc="0" normalizeH="0" baseline="0" noProof="0">
                <a:ln>
                  <a:noFill/>
                </a:ln>
                <a:solidFill>
                  <a:prstClr val="white"/>
                </a:solidFill>
                <a:effectLst/>
                <a:uLnTx/>
                <a:uFill>
                  <a:noFill/>
                </a:uFill>
                <a:latin typeface="等线" panose="020F0502020204030204"/>
                <a:ea typeface="+mn-ea"/>
                <a:cs typeface="+mn-cs"/>
                <a:hlinkClick r:id="rId12">
                  <a:extLst>
                    <a:ext uri="{A12FA001-AC4F-418D-AE19-62706E023703}">
                      <ahyp:hlinkClr xmlns:ahyp="http://schemas.microsoft.com/office/drawing/2018/hyperlinkcolor" val="tx"/>
                    </a:ext>
                  </a:extLst>
                </a:hlinkClick>
              </a:rPr>
              <a:t>Cuate</a:t>
            </a:r>
            <a:endParaRPr kumimoji="0" sz="24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CEACA1EE-9485-F9C2-C909-74E47AFC0A3E}"/>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F01B4094-48ED-18EB-8D8F-D41C4BE53641}"/>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3EF8FBCB-14D7-1AD4-FE3F-99F0DDFAECAD}"/>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E7FC243D-6CA6-4322-0F33-92FB210593C9}"/>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701E9C3E-05B0-AF56-7FB0-34D8B58A27D5}"/>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BD0A05A3-9911-7E1C-563B-6395008ED3CD}"/>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B6B001A0-7A6B-61B6-03E7-B89F876EAE0A}"/>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B304A53E-441B-CD37-C083-72BFBCCB6B83}"/>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A0FC4EBA-19A4-9904-A295-1CC164F8E948}"/>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B1944106-F337-7AA8-D906-9AB8C99B1433}"/>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1341"/>
        <p:cNvGrpSpPr/>
        <p:nvPr/>
      </p:nvGrpSpPr>
      <p:grpSpPr>
        <a:xfrm>
          <a:off x="0" y="0"/>
          <a:ext cx="0" cy="0"/>
          <a:chOff x="0" y="0"/>
          <a:chExt cx="0" cy="0"/>
        </a:xfrm>
      </p:grpSpPr>
      <p:grpSp>
        <p:nvGrpSpPr>
          <p:cNvPr id="1342" name="Google Shape;1342;p70"/>
          <p:cNvGrpSpPr/>
          <p:nvPr/>
        </p:nvGrpSpPr>
        <p:grpSpPr>
          <a:xfrm>
            <a:off x="6776945" y="3536042"/>
            <a:ext cx="590455" cy="685695"/>
            <a:chOff x="4727025" y="1332775"/>
            <a:chExt cx="59900" cy="69625"/>
          </a:xfrm>
          <a:solidFill>
            <a:schemeClr val="bg1"/>
          </a:solidFill>
        </p:grpSpPr>
        <p:sp>
          <p:nvSpPr>
            <p:cNvPr id="1343" name="Google Shape;1343;p7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44" name="Google Shape;1344;p7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45" name="Google Shape;1345;p70"/>
          <p:cNvGrpSpPr/>
          <p:nvPr/>
        </p:nvGrpSpPr>
        <p:grpSpPr>
          <a:xfrm>
            <a:off x="7677367" y="2532693"/>
            <a:ext cx="667879" cy="667865"/>
            <a:chOff x="4820425" y="1329900"/>
            <a:chExt cx="70175" cy="70350"/>
          </a:xfrm>
          <a:solidFill>
            <a:schemeClr val="bg1"/>
          </a:solidFill>
        </p:grpSpPr>
        <p:sp>
          <p:nvSpPr>
            <p:cNvPr id="1346" name="Google Shape;1346;p7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47" name="Google Shape;1347;p7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48" name="Google Shape;1348;p7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49" name="Google Shape;1349;p7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50" name="Google Shape;1350;p70"/>
          <p:cNvGrpSpPr/>
          <p:nvPr/>
        </p:nvGrpSpPr>
        <p:grpSpPr>
          <a:xfrm>
            <a:off x="8547532" y="2548412"/>
            <a:ext cx="717513" cy="657492"/>
            <a:chOff x="4903200" y="1331525"/>
            <a:chExt cx="73575" cy="67425"/>
          </a:xfrm>
          <a:solidFill>
            <a:schemeClr val="bg1"/>
          </a:solidFill>
        </p:grpSpPr>
        <p:sp>
          <p:nvSpPr>
            <p:cNvPr id="1351" name="Google Shape;1351;p7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grp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52" name="Google Shape;1352;p7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53" name="Google Shape;1353;p70"/>
          <p:cNvGrpSpPr/>
          <p:nvPr/>
        </p:nvGrpSpPr>
        <p:grpSpPr>
          <a:xfrm>
            <a:off x="7560799" y="3537716"/>
            <a:ext cx="726084" cy="682527"/>
            <a:chOff x="4815575" y="1416800"/>
            <a:chExt cx="73750" cy="71400"/>
          </a:xfrm>
          <a:solidFill>
            <a:schemeClr val="bg1"/>
          </a:solidFill>
        </p:grpSpPr>
        <p:sp>
          <p:nvSpPr>
            <p:cNvPr id="1354" name="Google Shape;1354;p7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55" name="Google Shape;1355;p7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56" name="Google Shape;1356;p7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57" name="Google Shape;1357;p70"/>
          <p:cNvGrpSpPr/>
          <p:nvPr/>
        </p:nvGrpSpPr>
        <p:grpSpPr>
          <a:xfrm>
            <a:off x="8489632" y="3537324"/>
            <a:ext cx="803885" cy="683303"/>
            <a:chOff x="4902475" y="1418875"/>
            <a:chExt cx="74500" cy="63775"/>
          </a:xfrm>
          <a:solidFill>
            <a:schemeClr val="bg1"/>
          </a:solidFill>
        </p:grpSpPr>
        <p:sp>
          <p:nvSpPr>
            <p:cNvPr id="1358" name="Google Shape;1358;p7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59" name="Google Shape;1359;p70"/>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60" name="Google Shape;1360;p70"/>
          <p:cNvGrpSpPr/>
          <p:nvPr/>
        </p:nvGrpSpPr>
        <p:grpSpPr>
          <a:xfrm>
            <a:off x="7710795" y="4522976"/>
            <a:ext cx="687188" cy="700932"/>
            <a:chOff x="4818100" y="1507675"/>
            <a:chExt cx="71225" cy="71625"/>
          </a:xfrm>
          <a:solidFill>
            <a:schemeClr val="bg1"/>
          </a:solidFill>
        </p:grpSpPr>
        <p:sp>
          <p:nvSpPr>
            <p:cNvPr id="1361" name="Google Shape;1361;p7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62" name="Google Shape;1362;p7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63" name="Google Shape;1363;p7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64" name="Google Shape;1364;p7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65" name="Google Shape;1365;p70"/>
          <p:cNvGrpSpPr/>
          <p:nvPr/>
        </p:nvGrpSpPr>
        <p:grpSpPr>
          <a:xfrm>
            <a:off x="6828265" y="4551686"/>
            <a:ext cx="697275" cy="653159"/>
            <a:chOff x="4721450" y="1509475"/>
            <a:chExt cx="79350" cy="74325"/>
          </a:xfrm>
          <a:solidFill>
            <a:schemeClr val="bg1"/>
          </a:solidFill>
        </p:grpSpPr>
        <p:sp>
          <p:nvSpPr>
            <p:cNvPr id="1366" name="Google Shape;1366;p7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67" name="Google Shape;1367;p7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68" name="Google Shape;1368;p7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69" name="Google Shape;1369;p7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70" name="Google Shape;1370;p70"/>
          <p:cNvGrpSpPr/>
          <p:nvPr/>
        </p:nvGrpSpPr>
        <p:grpSpPr>
          <a:xfrm>
            <a:off x="8592588" y="4524688"/>
            <a:ext cx="700939" cy="713915"/>
            <a:chOff x="4906800" y="1507500"/>
            <a:chExt cx="70350" cy="71075"/>
          </a:xfrm>
          <a:solidFill>
            <a:schemeClr val="bg1"/>
          </a:solidFill>
        </p:grpSpPr>
        <p:sp>
          <p:nvSpPr>
            <p:cNvPr id="1371" name="Google Shape;1371;p7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72" name="Google Shape;1372;p7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73" name="Google Shape;1373;p7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74" name="Google Shape;1374;p7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75" name="Google Shape;1375;p7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76" name="Google Shape;1376;p70"/>
          <p:cNvGrpSpPr/>
          <p:nvPr/>
        </p:nvGrpSpPr>
        <p:grpSpPr>
          <a:xfrm>
            <a:off x="5969684" y="2532663"/>
            <a:ext cx="677405" cy="677460"/>
            <a:chOff x="3736598" y="2170606"/>
            <a:chExt cx="404889" cy="404889"/>
          </a:xfrm>
          <a:solidFill>
            <a:schemeClr val="bg1"/>
          </a:solidFill>
        </p:grpSpPr>
        <p:sp>
          <p:nvSpPr>
            <p:cNvPr id="1377" name="Google Shape;1377;p7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78" name="Google Shape;1378;p7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79" name="Google Shape;1379;p7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80" name="Google Shape;1380;p7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81" name="Google Shape;1381;p70"/>
          <p:cNvGrpSpPr/>
          <p:nvPr/>
        </p:nvGrpSpPr>
        <p:grpSpPr>
          <a:xfrm>
            <a:off x="5020404" y="2532789"/>
            <a:ext cx="767720" cy="677205"/>
            <a:chOff x="3161917" y="2170682"/>
            <a:chExt cx="458870" cy="404737"/>
          </a:xfrm>
          <a:solidFill>
            <a:schemeClr val="bg1"/>
          </a:solidFill>
        </p:grpSpPr>
        <p:sp>
          <p:nvSpPr>
            <p:cNvPr id="1382" name="Google Shape;1382;p7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grp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83" name="Google Shape;1383;p7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84" name="Google Shape;1384;p7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85" name="Google Shape;1385;p70"/>
          <p:cNvGrpSpPr/>
          <p:nvPr/>
        </p:nvGrpSpPr>
        <p:grpSpPr>
          <a:xfrm>
            <a:off x="5057111" y="3546619"/>
            <a:ext cx="694307" cy="664756"/>
            <a:chOff x="3179914" y="2889488"/>
            <a:chExt cx="422876" cy="404911"/>
          </a:xfrm>
          <a:solidFill>
            <a:schemeClr val="bg1"/>
          </a:solidFill>
        </p:grpSpPr>
        <p:sp>
          <p:nvSpPr>
            <p:cNvPr id="1386" name="Google Shape;1386;p7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87" name="Google Shape;1387;p7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88" name="Google Shape;1388;p7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89" name="Google Shape;1389;p7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0" name="Google Shape;1390;p7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1" name="Google Shape;1391;p7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392" name="Google Shape;1392;p70"/>
          <p:cNvGrpSpPr/>
          <p:nvPr/>
        </p:nvGrpSpPr>
        <p:grpSpPr>
          <a:xfrm>
            <a:off x="5895352" y="3546565"/>
            <a:ext cx="688193" cy="664864"/>
            <a:chOff x="3729467" y="2889422"/>
            <a:chExt cx="419153" cy="404977"/>
          </a:xfrm>
          <a:solidFill>
            <a:schemeClr val="bg1"/>
          </a:solidFill>
        </p:grpSpPr>
        <p:sp>
          <p:nvSpPr>
            <p:cNvPr id="1393" name="Google Shape;1393;p7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4" name="Google Shape;1394;p7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5" name="Google Shape;1395;p7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6" name="Google Shape;1396;p7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7" name="Google Shape;1397;p7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8" name="Google Shape;1398;p7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399" name="Google Shape;1399;p7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400" name="Google Shape;1400;p70"/>
          <p:cNvSpPr/>
          <p:nvPr/>
        </p:nvSpPr>
        <p:spPr>
          <a:xfrm>
            <a:off x="9919651" y="2542559"/>
            <a:ext cx="247213" cy="125341"/>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01" name="Google Shape;1401;p70"/>
          <p:cNvSpPr/>
          <p:nvPr/>
        </p:nvSpPr>
        <p:spPr>
          <a:xfrm>
            <a:off x="9518925" y="2519096"/>
            <a:ext cx="229028" cy="172264"/>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02" name="Google Shape;1402;p70"/>
          <p:cNvSpPr/>
          <p:nvPr/>
        </p:nvSpPr>
        <p:spPr>
          <a:xfrm>
            <a:off x="10348643" y="2527702"/>
            <a:ext cx="223751" cy="15570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03" name="Google Shape;1403;p70"/>
          <p:cNvSpPr/>
          <p:nvPr/>
        </p:nvSpPr>
        <p:spPr>
          <a:xfrm>
            <a:off x="10741584" y="2519096"/>
            <a:ext cx="218473" cy="172264"/>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404" name="Google Shape;1404;p70"/>
          <p:cNvGrpSpPr/>
          <p:nvPr/>
        </p:nvGrpSpPr>
        <p:grpSpPr>
          <a:xfrm>
            <a:off x="9522455" y="2809079"/>
            <a:ext cx="221964" cy="188663"/>
            <a:chOff x="4660325" y="1866850"/>
            <a:chExt cx="68350" cy="58100"/>
          </a:xfrm>
          <a:solidFill>
            <a:schemeClr val="bg1"/>
          </a:solidFill>
        </p:grpSpPr>
        <p:sp>
          <p:nvSpPr>
            <p:cNvPr id="1405" name="Google Shape;1405;p7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06" name="Google Shape;1406;p7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07" name="Google Shape;1407;p70"/>
          <p:cNvGrpSpPr/>
          <p:nvPr/>
        </p:nvGrpSpPr>
        <p:grpSpPr>
          <a:xfrm>
            <a:off x="9934915" y="2843378"/>
            <a:ext cx="216687" cy="120065"/>
            <a:chOff x="4791775" y="1877500"/>
            <a:chExt cx="66725" cy="36975"/>
          </a:xfrm>
          <a:solidFill>
            <a:schemeClr val="bg1"/>
          </a:solidFill>
        </p:grpSpPr>
        <p:sp>
          <p:nvSpPr>
            <p:cNvPr id="1408" name="Google Shape;1408;p7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09" name="Google Shape;1409;p7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10" name="Google Shape;1410;p70"/>
          <p:cNvGrpSpPr/>
          <p:nvPr/>
        </p:nvGrpSpPr>
        <p:grpSpPr>
          <a:xfrm>
            <a:off x="10363866" y="2843378"/>
            <a:ext cx="193305" cy="120065"/>
            <a:chOff x="4923925" y="1877500"/>
            <a:chExt cx="59525" cy="36975"/>
          </a:xfrm>
          <a:solidFill>
            <a:schemeClr val="bg1"/>
          </a:solidFill>
        </p:grpSpPr>
        <p:sp>
          <p:nvSpPr>
            <p:cNvPr id="1411" name="Google Shape;1411;p7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12" name="Google Shape;1412;p7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13" name="Google Shape;1413;p70"/>
          <p:cNvGrpSpPr/>
          <p:nvPr/>
        </p:nvGrpSpPr>
        <p:grpSpPr>
          <a:xfrm>
            <a:off x="10756521" y="2819632"/>
            <a:ext cx="188596" cy="167556"/>
            <a:chOff x="5058450" y="1870100"/>
            <a:chExt cx="58075" cy="51600"/>
          </a:xfrm>
          <a:solidFill>
            <a:schemeClr val="bg1"/>
          </a:solidFill>
        </p:grpSpPr>
        <p:sp>
          <p:nvSpPr>
            <p:cNvPr id="1414" name="Google Shape;1414;p7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15" name="Google Shape;1415;p7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16" name="Google Shape;1416;p70"/>
          <p:cNvGrpSpPr/>
          <p:nvPr/>
        </p:nvGrpSpPr>
        <p:grpSpPr>
          <a:xfrm>
            <a:off x="9975874" y="3382843"/>
            <a:ext cx="134769" cy="143527"/>
            <a:chOff x="4811425" y="2065025"/>
            <a:chExt cx="41500" cy="44200"/>
          </a:xfrm>
          <a:solidFill>
            <a:schemeClr val="bg1"/>
          </a:solidFill>
        </p:grpSpPr>
        <p:sp>
          <p:nvSpPr>
            <p:cNvPr id="1417" name="Google Shape;1417;p7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18" name="Google Shape;1418;p7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19" name="Google Shape;1419;p70"/>
          <p:cNvGrpSpPr/>
          <p:nvPr/>
        </p:nvGrpSpPr>
        <p:grpSpPr>
          <a:xfrm>
            <a:off x="10365790" y="3383127"/>
            <a:ext cx="161156" cy="142957"/>
            <a:chOff x="4929875" y="2065025"/>
            <a:chExt cx="49625" cy="44025"/>
          </a:xfrm>
          <a:solidFill>
            <a:schemeClr val="bg1"/>
          </a:solidFill>
        </p:grpSpPr>
        <p:sp>
          <p:nvSpPr>
            <p:cNvPr id="1420" name="Google Shape;1420;p7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21" name="Google Shape;1421;p7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22" name="Google Shape;1422;p70"/>
          <p:cNvGrpSpPr/>
          <p:nvPr/>
        </p:nvGrpSpPr>
        <p:grpSpPr>
          <a:xfrm>
            <a:off x="10804015" y="3387146"/>
            <a:ext cx="93608" cy="134921"/>
            <a:chOff x="5083925" y="2066350"/>
            <a:chExt cx="28825" cy="41550"/>
          </a:xfrm>
          <a:solidFill>
            <a:schemeClr val="bg1"/>
          </a:solidFill>
        </p:grpSpPr>
        <p:sp>
          <p:nvSpPr>
            <p:cNvPr id="1423" name="Google Shape;1423;p7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24" name="Google Shape;1424;p7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25" name="Google Shape;1425;p70"/>
          <p:cNvGrpSpPr/>
          <p:nvPr/>
        </p:nvGrpSpPr>
        <p:grpSpPr>
          <a:xfrm>
            <a:off x="9512753" y="3408008"/>
            <a:ext cx="241368" cy="93195"/>
            <a:chOff x="4659775" y="2072775"/>
            <a:chExt cx="74325" cy="28700"/>
          </a:xfrm>
          <a:solidFill>
            <a:schemeClr val="bg1"/>
          </a:solidFill>
        </p:grpSpPr>
        <p:sp>
          <p:nvSpPr>
            <p:cNvPr id="1426" name="Google Shape;1426;p7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27" name="Google Shape;1427;p7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28" name="Google Shape;1428;p7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29" name="Google Shape;1429;p70"/>
          <p:cNvGrpSpPr/>
          <p:nvPr/>
        </p:nvGrpSpPr>
        <p:grpSpPr>
          <a:xfrm>
            <a:off x="10739229" y="3128762"/>
            <a:ext cx="223183" cy="118929"/>
            <a:chOff x="4662475" y="1976500"/>
            <a:chExt cx="68725" cy="36625"/>
          </a:xfrm>
          <a:solidFill>
            <a:schemeClr val="bg1"/>
          </a:solidFill>
        </p:grpSpPr>
        <p:sp>
          <p:nvSpPr>
            <p:cNvPr id="1430" name="Google Shape;1430;p7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31" name="Google Shape;1431;p7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32" name="Google Shape;1432;p7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33" name="Google Shape;1433;p70"/>
          <p:cNvGrpSpPr/>
          <p:nvPr/>
        </p:nvGrpSpPr>
        <p:grpSpPr>
          <a:xfrm>
            <a:off x="10335102" y="3133348"/>
            <a:ext cx="222532" cy="109756"/>
            <a:chOff x="4920150" y="1977875"/>
            <a:chExt cx="68525" cy="33800"/>
          </a:xfrm>
          <a:solidFill>
            <a:schemeClr val="bg1"/>
          </a:solidFill>
        </p:grpSpPr>
        <p:sp>
          <p:nvSpPr>
            <p:cNvPr id="1434" name="Google Shape;1434;p7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35" name="Google Shape;1435;p7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36" name="Google Shape;1436;p7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37" name="Google Shape;1437;p70"/>
          <p:cNvGrpSpPr/>
          <p:nvPr/>
        </p:nvGrpSpPr>
        <p:grpSpPr>
          <a:xfrm>
            <a:off x="9549977" y="3671906"/>
            <a:ext cx="166920" cy="170479"/>
            <a:chOff x="4676550" y="2160575"/>
            <a:chExt cx="51400" cy="52500"/>
          </a:xfrm>
          <a:solidFill>
            <a:schemeClr val="bg1"/>
          </a:solidFill>
        </p:grpSpPr>
        <p:sp>
          <p:nvSpPr>
            <p:cNvPr id="1438" name="Google Shape;1438;p7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39" name="Google Shape;1439;p7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0" name="Google Shape;1440;p7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41" name="Google Shape;1441;p70"/>
          <p:cNvGrpSpPr/>
          <p:nvPr/>
        </p:nvGrpSpPr>
        <p:grpSpPr>
          <a:xfrm>
            <a:off x="9946322" y="3681281"/>
            <a:ext cx="193873" cy="151725"/>
            <a:chOff x="4768325" y="2163475"/>
            <a:chExt cx="59700" cy="46725"/>
          </a:xfrm>
          <a:solidFill>
            <a:schemeClr val="bg1"/>
          </a:solidFill>
        </p:grpSpPr>
        <p:sp>
          <p:nvSpPr>
            <p:cNvPr id="1442" name="Google Shape;1442;p7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3" name="Google Shape;1443;p7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444" name="Google Shape;1444;p70"/>
          <p:cNvSpPr/>
          <p:nvPr/>
        </p:nvSpPr>
        <p:spPr>
          <a:xfrm>
            <a:off x="10388929" y="3669958"/>
            <a:ext cx="114879" cy="17437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5" name="Google Shape;1445;p70"/>
          <p:cNvSpPr/>
          <p:nvPr/>
        </p:nvSpPr>
        <p:spPr>
          <a:xfrm>
            <a:off x="10752096" y="5012738"/>
            <a:ext cx="197445" cy="21731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6" name="Google Shape;1446;p70"/>
          <p:cNvSpPr/>
          <p:nvPr/>
        </p:nvSpPr>
        <p:spPr>
          <a:xfrm>
            <a:off x="9554038" y="3983699"/>
            <a:ext cx="158801" cy="217887"/>
          </a:xfrm>
          <a:custGeom>
            <a:avLst/>
            <a:gdLst/>
            <a:ahLst/>
            <a:cxnLst/>
            <a:rect l="l" t="t" r="r" b="b"/>
            <a:pathLst>
              <a:path w="1956" h="2684" extrusionOk="0">
                <a:moveTo>
                  <a:pt x="1" y="0"/>
                </a:moveTo>
                <a:lnTo>
                  <a:pt x="787" y="1342"/>
                </a:lnTo>
                <a:lnTo>
                  <a:pt x="1" y="2683"/>
                </a:lnTo>
                <a:lnTo>
                  <a:pt x="1955" y="1342"/>
                </a:lnTo>
                <a:lnTo>
                  <a:pt x="1"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7" name="Google Shape;1447;p70"/>
          <p:cNvSpPr/>
          <p:nvPr/>
        </p:nvSpPr>
        <p:spPr>
          <a:xfrm>
            <a:off x="9511333" y="5033845"/>
            <a:ext cx="244209" cy="17510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8" name="Google Shape;1448;p70"/>
          <p:cNvSpPr/>
          <p:nvPr/>
        </p:nvSpPr>
        <p:spPr>
          <a:xfrm>
            <a:off x="9534431" y="4342703"/>
            <a:ext cx="198015" cy="15002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49" name="Google Shape;1449;p70"/>
          <p:cNvSpPr/>
          <p:nvPr/>
        </p:nvSpPr>
        <p:spPr>
          <a:xfrm>
            <a:off x="10379430" y="4318593"/>
            <a:ext cx="133877" cy="19824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450" name="Google Shape;1450;p70"/>
          <p:cNvGrpSpPr/>
          <p:nvPr/>
        </p:nvGrpSpPr>
        <p:grpSpPr>
          <a:xfrm>
            <a:off x="9968079" y="4021407"/>
            <a:ext cx="150357" cy="142471"/>
            <a:chOff x="4768575" y="2253950"/>
            <a:chExt cx="46300" cy="43875"/>
          </a:xfrm>
          <a:solidFill>
            <a:schemeClr val="bg1"/>
          </a:solidFill>
        </p:grpSpPr>
        <p:sp>
          <p:nvSpPr>
            <p:cNvPr id="1451" name="Google Shape;1451;p7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52" name="Google Shape;1452;p7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53" name="Google Shape;1453;p70"/>
          <p:cNvGrpSpPr/>
          <p:nvPr/>
        </p:nvGrpSpPr>
        <p:grpSpPr>
          <a:xfrm>
            <a:off x="10367577" y="4673441"/>
            <a:ext cx="157583" cy="194995"/>
            <a:chOff x="4960900" y="2433225"/>
            <a:chExt cx="48525" cy="60050"/>
          </a:xfrm>
          <a:solidFill>
            <a:schemeClr val="bg1"/>
          </a:solidFill>
        </p:grpSpPr>
        <p:sp>
          <p:nvSpPr>
            <p:cNvPr id="1454" name="Google Shape;1454;p7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55" name="Google Shape;1455;p7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56" name="Google Shape;1456;p70"/>
          <p:cNvGrpSpPr/>
          <p:nvPr/>
        </p:nvGrpSpPr>
        <p:grpSpPr>
          <a:xfrm>
            <a:off x="9952329" y="5025522"/>
            <a:ext cx="181859" cy="191747"/>
            <a:chOff x="4854075" y="2527625"/>
            <a:chExt cx="56000" cy="59050"/>
          </a:xfrm>
          <a:solidFill>
            <a:schemeClr val="bg1"/>
          </a:solidFill>
        </p:grpSpPr>
        <p:sp>
          <p:nvSpPr>
            <p:cNvPr id="1457" name="Google Shape;1457;p7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58" name="Google Shape;1458;p7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459" name="Google Shape;1459;p70"/>
          <p:cNvSpPr/>
          <p:nvPr/>
        </p:nvSpPr>
        <p:spPr>
          <a:xfrm>
            <a:off x="9972667" y="4682493"/>
            <a:ext cx="141184" cy="176891"/>
          </a:xfrm>
          <a:custGeom>
            <a:avLst/>
            <a:gdLst/>
            <a:ahLst/>
            <a:cxnLst/>
            <a:rect l="l" t="t" r="r" b="b"/>
            <a:pathLst>
              <a:path w="1739" h="2179" extrusionOk="0">
                <a:moveTo>
                  <a:pt x="1" y="1"/>
                </a:moveTo>
                <a:lnTo>
                  <a:pt x="1" y="2179"/>
                </a:lnTo>
                <a:lnTo>
                  <a:pt x="758" y="2179"/>
                </a:lnTo>
                <a:lnTo>
                  <a:pt x="1739" y="1090"/>
                </a:lnTo>
                <a:lnTo>
                  <a:pt x="758"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0" name="Google Shape;1460;p70"/>
          <p:cNvSpPr/>
          <p:nvPr/>
        </p:nvSpPr>
        <p:spPr>
          <a:xfrm>
            <a:off x="10744222" y="3668698"/>
            <a:ext cx="213196" cy="176891"/>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1" name="Google Shape;1461;p70"/>
          <p:cNvSpPr/>
          <p:nvPr/>
        </p:nvSpPr>
        <p:spPr>
          <a:xfrm>
            <a:off x="9543239" y="4682493"/>
            <a:ext cx="180397" cy="176891"/>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462" name="Google Shape;1462;p70"/>
          <p:cNvGrpSpPr/>
          <p:nvPr/>
        </p:nvGrpSpPr>
        <p:grpSpPr>
          <a:xfrm>
            <a:off x="10784611" y="4310515"/>
            <a:ext cx="132416" cy="214396"/>
            <a:chOff x="5059700" y="2334775"/>
            <a:chExt cx="40775" cy="66025"/>
          </a:xfrm>
          <a:solidFill>
            <a:schemeClr val="bg1"/>
          </a:solidFill>
        </p:grpSpPr>
        <p:sp>
          <p:nvSpPr>
            <p:cNvPr id="1463" name="Google Shape;1463;p7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4" name="Google Shape;1464;p7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5" name="Google Shape;1465;p7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6" name="Google Shape;1466;p7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7" name="Google Shape;1467;p7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8" name="Google Shape;1468;p7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69" name="Google Shape;1469;p7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70" name="Google Shape;1470;p7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71" name="Google Shape;1471;p7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72" name="Google Shape;1472;p70"/>
          <p:cNvGrpSpPr/>
          <p:nvPr/>
        </p:nvGrpSpPr>
        <p:grpSpPr>
          <a:xfrm>
            <a:off x="10727496" y="4664024"/>
            <a:ext cx="246645" cy="213828"/>
            <a:chOff x="5037700" y="2430325"/>
            <a:chExt cx="75950" cy="65850"/>
          </a:xfrm>
          <a:solidFill>
            <a:schemeClr val="bg1"/>
          </a:solidFill>
        </p:grpSpPr>
        <p:sp>
          <p:nvSpPr>
            <p:cNvPr id="1473" name="Google Shape;1473;p7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74" name="Google Shape;1474;p7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75" name="Google Shape;1475;p70"/>
          <p:cNvGrpSpPr/>
          <p:nvPr/>
        </p:nvGrpSpPr>
        <p:grpSpPr>
          <a:xfrm>
            <a:off x="9953504" y="4352627"/>
            <a:ext cx="230685" cy="130172"/>
            <a:chOff x="4756975" y="2341800"/>
            <a:chExt cx="91975" cy="51925"/>
          </a:xfrm>
          <a:solidFill>
            <a:schemeClr val="bg1"/>
          </a:solidFill>
        </p:grpSpPr>
        <p:sp>
          <p:nvSpPr>
            <p:cNvPr id="1476" name="Google Shape;1476;p7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77" name="Google Shape;1477;p7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78" name="Google Shape;1478;p7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79" name="Google Shape;1479;p7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0" name="Google Shape;1480;p7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1" name="Google Shape;1481;p7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2" name="Google Shape;1482;p7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3" name="Google Shape;1483;p7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4" name="Google Shape;1484;p7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5" name="Google Shape;1485;p7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6" name="Google Shape;1486;p7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7" name="Google Shape;1487;p7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8" name="Google Shape;1488;p7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89" name="Google Shape;1489;p7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0" name="Google Shape;1490;p7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1" name="Google Shape;1491;p7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2" name="Google Shape;1492;p7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3" name="Google Shape;1493;p7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4" name="Google Shape;1494;p7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5" name="Google Shape;1495;p7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496" name="Google Shape;1496;p70"/>
          <p:cNvGrpSpPr/>
          <p:nvPr/>
        </p:nvGrpSpPr>
        <p:grpSpPr>
          <a:xfrm>
            <a:off x="10309421" y="5004223"/>
            <a:ext cx="283329" cy="234348"/>
            <a:chOff x="4943575" y="2516350"/>
            <a:chExt cx="98675" cy="81700"/>
          </a:xfrm>
          <a:solidFill>
            <a:schemeClr val="bg1"/>
          </a:solidFill>
        </p:grpSpPr>
        <p:sp>
          <p:nvSpPr>
            <p:cNvPr id="1497" name="Google Shape;1497;p7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8" name="Google Shape;1498;p7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499" name="Google Shape;1499;p7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0" name="Google Shape;1500;p7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1" name="Google Shape;1501;p7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2" name="Google Shape;1502;p7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3" name="Google Shape;1503;p7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4" name="Google Shape;1504;p7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5" name="Google Shape;1505;p7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6" name="Google Shape;1506;p7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7" name="Google Shape;1507;p7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8" name="Google Shape;1508;p7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09" name="Google Shape;1509;p7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0" name="Google Shape;1510;p7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1" name="Google Shape;1511;p7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2" name="Google Shape;1512;p7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3" name="Google Shape;1513;p7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4" name="Google Shape;1514;p7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5" name="Google Shape;1515;p7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6" name="Google Shape;1516;p7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7" name="Google Shape;1517;p7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8" name="Google Shape;1518;p7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19" name="Google Shape;1519;p7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0" name="Google Shape;1520;p7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1" name="Google Shape;1521;p7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2" name="Google Shape;1522;p7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3" name="Google Shape;1523;p7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4" name="Google Shape;1524;p7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5" name="Google Shape;1525;p7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6" name="Google Shape;1526;p7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7" name="Google Shape;1527;p7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8" name="Google Shape;1528;p7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29" name="Google Shape;1529;p7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0" name="Google Shape;1530;p7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1" name="Google Shape;1531;p7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2" name="Google Shape;1532;p7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3" name="Google Shape;1533;p7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4" name="Google Shape;1534;p7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5" name="Google Shape;1535;p7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6" name="Google Shape;1536;p7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7" name="Google Shape;1537;p7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8" name="Google Shape;1538;p7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39" name="Google Shape;1539;p7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0" name="Google Shape;1540;p7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1" name="Google Shape;1541;p7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2" name="Google Shape;1542;p7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3" name="Google Shape;1543;p7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4" name="Google Shape;1544;p7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5" name="Google Shape;1545;p7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6" name="Google Shape;1546;p7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7" name="Google Shape;1547;p7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8" name="Google Shape;1548;p7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49" name="Google Shape;1549;p7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0" name="Google Shape;1550;p7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1" name="Google Shape;1551;p7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2" name="Google Shape;1552;p7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3" name="Google Shape;1553;p7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4" name="Google Shape;1554;p7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5" name="Google Shape;1555;p7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6" name="Google Shape;1556;p7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7" name="Google Shape;1557;p7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8" name="Google Shape;1558;p7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59" name="Google Shape;1559;p7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0" name="Google Shape;1560;p7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1" name="Google Shape;1561;p7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2" name="Google Shape;1562;p7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3" name="Google Shape;1563;p7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4" name="Google Shape;1564;p7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5" name="Google Shape;1565;p7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6" name="Google Shape;1566;p7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7" name="Google Shape;1567;p7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8" name="Google Shape;1568;p7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69" name="Google Shape;1569;p7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0" name="Google Shape;1570;p7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1" name="Google Shape;1571;p7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2" name="Google Shape;1572;p7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3" name="Google Shape;1573;p7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4" name="Google Shape;1574;p7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575" name="Google Shape;1575;p70"/>
          <p:cNvGrpSpPr/>
          <p:nvPr/>
        </p:nvGrpSpPr>
        <p:grpSpPr>
          <a:xfrm>
            <a:off x="2653502" y="3972547"/>
            <a:ext cx="1287135" cy="179481"/>
            <a:chOff x="4411970" y="2962952"/>
            <a:chExt cx="706544" cy="104212"/>
          </a:xfrm>
          <a:solidFill>
            <a:schemeClr val="bg1"/>
          </a:solidFill>
        </p:grpSpPr>
        <p:sp>
          <p:nvSpPr>
            <p:cNvPr id="1576" name="Google Shape;1576;p7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7" name="Google Shape;1577;p7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8" name="Google Shape;1578;p7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79" name="Google Shape;1579;p7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580" name="Google Shape;1580;p70"/>
          <p:cNvGrpSpPr/>
          <p:nvPr/>
        </p:nvGrpSpPr>
        <p:grpSpPr>
          <a:xfrm>
            <a:off x="2653501" y="3424432"/>
            <a:ext cx="1280211" cy="385563"/>
            <a:chOff x="4411970" y="2726085"/>
            <a:chExt cx="643107" cy="193659"/>
          </a:xfrm>
          <a:solidFill>
            <a:schemeClr val="bg1"/>
          </a:solidFill>
        </p:grpSpPr>
        <p:sp>
          <p:nvSpPr>
            <p:cNvPr id="1581" name="Google Shape;1581;p7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82" name="Google Shape;1582;p7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83" name="Google Shape;1583;p7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584" name="Google Shape;1584;p70"/>
          <p:cNvGrpSpPr/>
          <p:nvPr/>
        </p:nvGrpSpPr>
        <p:grpSpPr>
          <a:xfrm>
            <a:off x="1324025" y="3779246"/>
            <a:ext cx="1110897" cy="345612"/>
            <a:chOff x="4411970" y="4340222"/>
            <a:chExt cx="779467" cy="242683"/>
          </a:xfrm>
          <a:solidFill>
            <a:schemeClr val="bg1"/>
          </a:solidFill>
        </p:grpSpPr>
        <p:sp>
          <p:nvSpPr>
            <p:cNvPr id="1585" name="Google Shape;1585;p7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86" name="Google Shape;1586;p7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87" name="Google Shape;1587;p7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588" name="Google Shape;1588;p70"/>
          <p:cNvGrpSpPr/>
          <p:nvPr/>
        </p:nvGrpSpPr>
        <p:grpSpPr>
          <a:xfrm>
            <a:off x="2653501" y="2973573"/>
            <a:ext cx="1286880" cy="288307"/>
            <a:chOff x="4411970" y="2468674"/>
            <a:chExt cx="747317" cy="167425"/>
          </a:xfrm>
          <a:solidFill>
            <a:schemeClr val="bg1"/>
          </a:solidFill>
        </p:grpSpPr>
        <p:sp>
          <p:nvSpPr>
            <p:cNvPr id="1589" name="Google Shape;1589;p7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90" name="Google Shape;1590;p7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591" name="Google Shape;1591;p70"/>
          <p:cNvGrpSpPr/>
          <p:nvPr/>
        </p:nvGrpSpPr>
        <p:grpSpPr>
          <a:xfrm>
            <a:off x="1318498" y="2846529"/>
            <a:ext cx="1080601" cy="425531"/>
            <a:chOff x="4411970" y="3686602"/>
            <a:chExt cx="797845" cy="314215"/>
          </a:xfrm>
          <a:solidFill>
            <a:schemeClr val="bg1"/>
          </a:solidFill>
        </p:grpSpPr>
        <p:sp>
          <p:nvSpPr>
            <p:cNvPr id="1592" name="Google Shape;1592;p70"/>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93" name="Google Shape;1593;p70"/>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94" name="Google Shape;1594;p70"/>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95" name="Google Shape;1595;p70"/>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596" name="Google Shape;1596;p70"/>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597" name="Google Shape;1597;p70"/>
          <p:cNvSpPr/>
          <p:nvPr/>
        </p:nvSpPr>
        <p:spPr>
          <a:xfrm>
            <a:off x="1308963" y="3391312"/>
            <a:ext cx="1096727" cy="261111"/>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598" name="Google Shape;1598;p70"/>
          <p:cNvGrpSpPr/>
          <p:nvPr/>
        </p:nvGrpSpPr>
        <p:grpSpPr>
          <a:xfrm>
            <a:off x="1318627" y="2519228"/>
            <a:ext cx="2627111" cy="278379"/>
            <a:chOff x="6336019" y="3733725"/>
            <a:chExt cx="2566206" cy="351310"/>
          </a:xfrm>
          <a:solidFill>
            <a:schemeClr val="bg1"/>
          </a:solidFill>
        </p:grpSpPr>
        <p:sp>
          <p:nvSpPr>
            <p:cNvPr id="1599" name="Google Shape;1599;p70"/>
            <p:cNvSpPr/>
            <p:nvPr/>
          </p:nvSpPr>
          <p:spPr>
            <a:xfrm>
              <a:off x="6336019" y="3733735"/>
              <a:ext cx="1881300" cy="351300"/>
            </a:xfrm>
            <a:prstGeom prst="homePlate">
              <a:avLst>
                <a:gd name="adj"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00" name="Google Shape;1600;p70"/>
            <p:cNvSpPr/>
            <p:nvPr/>
          </p:nvSpPr>
          <p:spPr>
            <a:xfrm>
              <a:off x="8098525" y="3733725"/>
              <a:ext cx="346500" cy="351300"/>
            </a:xfrm>
            <a:prstGeom prst="chevron">
              <a:avLst>
                <a:gd name="adj"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01" name="Google Shape;1601;p70"/>
            <p:cNvSpPr/>
            <p:nvPr/>
          </p:nvSpPr>
          <p:spPr>
            <a:xfrm>
              <a:off x="8327125" y="3733725"/>
              <a:ext cx="346500" cy="351300"/>
            </a:xfrm>
            <a:prstGeom prst="chevron">
              <a:avLst>
                <a:gd name="adj"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02" name="Google Shape;1602;p70"/>
            <p:cNvSpPr/>
            <p:nvPr/>
          </p:nvSpPr>
          <p:spPr>
            <a:xfrm>
              <a:off x="8555725" y="3733725"/>
              <a:ext cx="346500" cy="351300"/>
            </a:xfrm>
            <a:prstGeom prst="chevron">
              <a:avLst>
                <a:gd name="adj"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03" name="Google Shape;1603;p70"/>
          <p:cNvGrpSpPr/>
          <p:nvPr/>
        </p:nvGrpSpPr>
        <p:grpSpPr>
          <a:xfrm>
            <a:off x="2653502" y="4662634"/>
            <a:ext cx="1262068" cy="204267"/>
            <a:chOff x="4404545" y="3301592"/>
            <a:chExt cx="782403" cy="129272"/>
          </a:xfrm>
          <a:solidFill>
            <a:schemeClr val="bg1"/>
          </a:solidFill>
        </p:grpSpPr>
        <p:sp>
          <p:nvSpPr>
            <p:cNvPr id="1604" name="Google Shape;1604;p7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05" name="Google Shape;1605;p70"/>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06" name="Google Shape;1606;p70"/>
          <p:cNvGrpSpPr/>
          <p:nvPr/>
        </p:nvGrpSpPr>
        <p:grpSpPr>
          <a:xfrm>
            <a:off x="2653502" y="4314580"/>
            <a:ext cx="1283009" cy="185503"/>
            <a:chOff x="4411970" y="3131459"/>
            <a:chExt cx="710520" cy="117397"/>
          </a:xfrm>
          <a:solidFill>
            <a:schemeClr val="bg1"/>
          </a:solidFill>
        </p:grpSpPr>
        <p:sp>
          <p:nvSpPr>
            <p:cNvPr id="1607" name="Google Shape;1607;p7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08" name="Google Shape;1608;p7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609" name="Google Shape;1609;p70" descr="Timeline background shape"/>
          <p:cNvSpPr/>
          <p:nvPr/>
        </p:nvSpPr>
        <p:spPr>
          <a:xfrm>
            <a:off x="2653501" y="5029453"/>
            <a:ext cx="1280400" cy="204000"/>
          </a:xfrm>
          <a:prstGeom prst="homePlate">
            <a:avLst>
              <a:gd name="adj" fmla="val 50000"/>
            </a:avLst>
          </a:pr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610" name="Google Shape;1610;p70"/>
          <p:cNvGrpSpPr/>
          <p:nvPr/>
        </p:nvGrpSpPr>
        <p:grpSpPr>
          <a:xfrm>
            <a:off x="1320361" y="4227638"/>
            <a:ext cx="1098451" cy="611984"/>
            <a:chOff x="4411970" y="1801825"/>
            <a:chExt cx="734586" cy="409262"/>
          </a:xfrm>
          <a:solidFill>
            <a:schemeClr val="bg1"/>
          </a:solidFill>
        </p:grpSpPr>
        <p:sp>
          <p:nvSpPr>
            <p:cNvPr id="1611" name="Google Shape;1611;p7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12" name="Google Shape;1612;p7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13" name="Google Shape;1613;p70"/>
          <p:cNvGrpSpPr/>
          <p:nvPr/>
        </p:nvGrpSpPr>
        <p:grpSpPr>
          <a:xfrm>
            <a:off x="1320362" y="4958874"/>
            <a:ext cx="1141797" cy="282719"/>
            <a:chOff x="4411970" y="2233974"/>
            <a:chExt cx="763574" cy="189068"/>
          </a:xfrm>
          <a:solidFill>
            <a:schemeClr val="bg1"/>
          </a:solidFill>
        </p:grpSpPr>
        <p:sp>
          <p:nvSpPr>
            <p:cNvPr id="1614" name="Google Shape;1614;p70"/>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15" name="Google Shape;1615;p70"/>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16" name="Google Shape;1616;p70"/>
          <p:cNvGrpSpPr/>
          <p:nvPr/>
        </p:nvGrpSpPr>
        <p:grpSpPr>
          <a:xfrm>
            <a:off x="4133956" y="2525988"/>
            <a:ext cx="682137" cy="682136"/>
            <a:chOff x="5681299" y="2527788"/>
            <a:chExt cx="805801" cy="805800"/>
          </a:xfrm>
          <a:solidFill>
            <a:schemeClr val="bg1"/>
          </a:solidFill>
        </p:grpSpPr>
        <p:sp>
          <p:nvSpPr>
            <p:cNvPr id="1617" name="Google Shape;1617;p70"/>
            <p:cNvSpPr/>
            <p:nvPr/>
          </p:nvSpPr>
          <p:spPr>
            <a:xfrm>
              <a:off x="5681300" y="2527788"/>
              <a:ext cx="805800" cy="8058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18" name="Google Shape;1618;p70"/>
            <p:cNvSpPr/>
            <p:nvPr/>
          </p:nvSpPr>
          <p:spPr>
            <a:xfrm>
              <a:off x="5681299" y="2527788"/>
              <a:ext cx="805800" cy="805800"/>
            </a:xfrm>
            <a:prstGeom prst="pie">
              <a:avLst>
                <a:gd name="adj1" fmla="val 0"/>
                <a:gd name="adj2" fmla="val 16200000"/>
              </a:avLst>
            </a:prstGeom>
            <a:solidFill>
              <a:srgbClr val="00329F">
                <a:alpha val="77706"/>
              </a:srgbClr>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grpSp>
      <p:grpSp>
        <p:nvGrpSpPr>
          <p:cNvPr id="1619" name="Google Shape;1619;p70"/>
          <p:cNvGrpSpPr/>
          <p:nvPr/>
        </p:nvGrpSpPr>
        <p:grpSpPr>
          <a:xfrm>
            <a:off x="4130217" y="3548099"/>
            <a:ext cx="684028" cy="683913"/>
            <a:chOff x="4049800" y="640400"/>
            <a:chExt cx="858900" cy="858900"/>
          </a:xfrm>
          <a:solidFill>
            <a:schemeClr val="bg1"/>
          </a:solidFill>
        </p:grpSpPr>
        <p:sp>
          <p:nvSpPr>
            <p:cNvPr id="1620" name="Google Shape;1620;p70"/>
            <p:cNvSpPr/>
            <p:nvPr/>
          </p:nvSpPr>
          <p:spPr>
            <a:xfrm>
              <a:off x="4049800" y="640400"/>
              <a:ext cx="858900" cy="858900"/>
            </a:xfrm>
            <a:prstGeom prst="donut">
              <a:avLst>
                <a:gd name="adj" fmla="val 25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1" name="Google Shape;1621;p70"/>
            <p:cNvSpPr/>
            <p:nvPr/>
          </p:nvSpPr>
          <p:spPr>
            <a:xfrm>
              <a:off x="4049800" y="640400"/>
              <a:ext cx="858900" cy="858900"/>
            </a:xfrm>
            <a:prstGeom prst="blockArc">
              <a:avLst>
                <a:gd name="adj1" fmla="val 7914150"/>
                <a:gd name="adj2" fmla="val 0"/>
                <a:gd name="adj3" fmla="val 25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22" name="Google Shape;1622;p70"/>
          <p:cNvGrpSpPr/>
          <p:nvPr/>
        </p:nvGrpSpPr>
        <p:grpSpPr>
          <a:xfrm>
            <a:off x="4019815" y="4417288"/>
            <a:ext cx="915319" cy="915447"/>
            <a:chOff x="5080188" y="927900"/>
            <a:chExt cx="961200" cy="961200"/>
          </a:xfrm>
          <a:solidFill>
            <a:schemeClr val="bg1"/>
          </a:solidFill>
        </p:grpSpPr>
        <p:sp>
          <p:nvSpPr>
            <p:cNvPr id="1623" name="Google Shape;1623;p70"/>
            <p:cNvSpPr/>
            <p:nvPr/>
          </p:nvSpPr>
          <p:spPr>
            <a:xfrm>
              <a:off x="5201900" y="1050116"/>
              <a:ext cx="716700" cy="716700"/>
            </a:xfrm>
            <a:prstGeom prst="donut">
              <a:avLst>
                <a:gd name="adj" fmla="val 4716"/>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4" name="Google Shape;1624;p70"/>
            <p:cNvSpPr/>
            <p:nvPr/>
          </p:nvSpPr>
          <p:spPr>
            <a:xfrm>
              <a:off x="5269594" y="1117818"/>
              <a:ext cx="581100" cy="581100"/>
            </a:xfrm>
            <a:prstGeom prst="donut">
              <a:avLst>
                <a:gd name="adj" fmla="val 5814"/>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5" name="Google Shape;1625;p70"/>
            <p:cNvSpPr/>
            <p:nvPr/>
          </p:nvSpPr>
          <p:spPr>
            <a:xfrm>
              <a:off x="5339279" y="1187526"/>
              <a:ext cx="441900" cy="441600"/>
            </a:xfrm>
            <a:prstGeom prst="donut">
              <a:avLst>
                <a:gd name="adj" fmla="val 7648"/>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6" name="Google Shape;1626;p70"/>
            <p:cNvSpPr/>
            <p:nvPr/>
          </p:nvSpPr>
          <p:spPr>
            <a:xfrm>
              <a:off x="5414892" y="1263155"/>
              <a:ext cx="290700" cy="290700"/>
            </a:xfrm>
            <a:prstGeom prst="donut">
              <a:avLst>
                <a:gd name="adj" fmla="val 10182"/>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7" name="Google Shape;1627;p70"/>
            <p:cNvSpPr/>
            <p:nvPr/>
          </p:nvSpPr>
          <p:spPr>
            <a:xfrm rot="-3809958">
              <a:off x="5202435" y="1050148"/>
              <a:ext cx="716705" cy="716705"/>
            </a:xfrm>
            <a:prstGeom prst="blockArc">
              <a:avLst>
                <a:gd name="adj1" fmla="val 5266439"/>
                <a:gd name="adj2" fmla="val 19995741"/>
                <a:gd name="adj3" fmla="val 4692"/>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8" name="Google Shape;1628;p70"/>
            <p:cNvSpPr/>
            <p:nvPr/>
          </p:nvSpPr>
          <p:spPr>
            <a:xfrm rot="-3906059">
              <a:off x="5269616" y="1117617"/>
              <a:ext cx="581445" cy="581445"/>
            </a:xfrm>
            <a:prstGeom prst="blockArc">
              <a:avLst>
                <a:gd name="adj1" fmla="val 3085776"/>
                <a:gd name="adj2" fmla="val 20100839"/>
                <a:gd name="adj3" fmla="val 5564"/>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29" name="Google Shape;1629;p70"/>
            <p:cNvSpPr/>
            <p:nvPr/>
          </p:nvSpPr>
          <p:spPr>
            <a:xfrm rot="-4222340">
              <a:off x="5339825" y="1187386"/>
              <a:ext cx="442087" cy="442087"/>
            </a:xfrm>
            <a:prstGeom prst="blockArc">
              <a:avLst>
                <a:gd name="adj1" fmla="val 8884448"/>
                <a:gd name="adj2" fmla="val 20414899"/>
                <a:gd name="adj3" fmla="val 7688"/>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0" name="Google Shape;1630;p70"/>
            <p:cNvSpPr/>
            <p:nvPr/>
          </p:nvSpPr>
          <p:spPr>
            <a:xfrm rot="-4538880">
              <a:off x="5414922" y="1262925"/>
              <a:ext cx="290465" cy="290465"/>
            </a:xfrm>
            <a:prstGeom prst="blockArc">
              <a:avLst>
                <a:gd name="adj1" fmla="val 6490304"/>
                <a:gd name="adj2" fmla="val 20700625"/>
                <a:gd name="adj3" fmla="val 10156"/>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31" name="Google Shape;1631;p70"/>
          <p:cNvGrpSpPr/>
          <p:nvPr/>
        </p:nvGrpSpPr>
        <p:grpSpPr>
          <a:xfrm>
            <a:off x="5064017" y="4540927"/>
            <a:ext cx="680497" cy="681249"/>
            <a:chOff x="7508249" y="1522825"/>
            <a:chExt cx="1326332" cy="1322987"/>
          </a:xfrm>
          <a:solidFill>
            <a:schemeClr val="bg1"/>
          </a:solidFill>
        </p:grpSpPr>
        <p:sp>
          <p:nvSpPr>
            <p:cNvPr id="1632" name="Google Shape;1632;p70"/>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3" name="Google Shape;1633;p70"/>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4" name="Google Shape;1634;p70"/>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5" name="Google Shape;1635;p70"/>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6" name="Google Shape;1636;p70"/>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7" name="Google Shape;1637;p70"/>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8" name="Google Shape;1638;p70"/>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39" name="Google Shape;1639;p70"/>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0" name="Google Shape;1640;p70"/>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1" name="Google Shape;1641;p70"/>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42" name="Google Shape;1642;p70"/>
          <p:cNvGrpSpPr/>
          <p:nvPr/>
        </p:nvGrpSpPr>
        <p:grpSpPr>
          <a:xfrm>
            <a:off x="5986140" y="4542800"/>
            <a:ext cx="656869" cy="671131"/>
            <a:chOff x="6039282" y="1042577"/>
            <a:chExt cx="734315" cy="731929"/>
          </a:xfrm>
          <a:solidFill>
            <a:schemeClr val="bg1"/>
          </a:solidFill>
        </p:grpSpPr>
        <p:sp>
          <p:nvSpPr>
            <p:cNvPr id="1643" name="Google Shape;1643;p7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4" name="Google Shape;1644;p7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5" name="Google Shape;1645;p7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6" name="Google Shape;1646;p7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7" name="Google Shape;1647;p7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8" name="Google Shape;1648;p7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49" name="Google Shape;1649;p7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0" name="Google Shape;1650;p7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1" name="Google Shape;1651;p7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2" name="Google Shape;1652;p7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3" name="Google Shape;1653;p7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4" name="Google Shape;1654;p7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5" name="Google Shape;1655;p7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6" name="Google Shape;1656;p7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7" name="Google Shape;1657;p7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8" name="Google Shape;1658;p7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59" name="Google Shape;1659;p7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0" name="Google Shape;1660;p7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1" name="Google Shape;1661;p7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2" name="Google Shape;1662;p7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grp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3" name="Google Shape;1663;p7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64" name="Google Shape;1664;p70"/>
          <p:cNvGrpSpPr/>
          <p:nvPr/>
        </p:nvGrpSpPr>
        <p:grpSpPr>
          <a:xfrm>
            <a:off x="6840026" y="2537521"/>
            <a:ext cx="644405" cy="673203"/>
            <a:chOff x="1825800" y="1651625"/>
            <a:chExt cx="568125" cy="591775"/>
          </a:xfrm>
          <a:solidFill>
            <a:schemeClr val="bg1"/>
          </a:solidFill>
        </p:grpSpPr>
        <p:sp>
          <p:nvSpPr>
            <p:cNvPr id="1665" name="Google Shape;1665;p70"/>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6" name="Google Shape;1666;p70"/>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7" name="Google Shape;1667;p70"/>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8" name="Google Shape;1668;p70"/>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69" name="Google Shape;1669;p7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70" name="Google Shape;1670;p70"/>
            <p:cNvSpPr/>
            <p:nvPr/>
          </p:nvSpPr>
          <p:spPr>
            <a:xfrm>
              <a:off x="1956875" y="1835224"/>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00329F">
                <a:alpha val="75741"/>
              </a:srgbClr>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671" name="Google Shape;1671;p70"/>
          <p:cNvSpPr/>
          <p:nvPr/>
        </p:nvSpPr>
        <p:spPr>
          <a:xfrm>
            <a:off x="10330144" y="3976418"/>
            <a:ext cx="232449" cy="232449"/>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72" name="Google Shape;1672;p70"/>
          <p:cNvSpPr/>
          <p:nvPr/>
        </p:nvSpPr>
        <p:spPr>
          <a:xfrm>
            <a:off x="10751819" y="4014842"/>
            <a:ext cx="198000" cy="155600"/>
          </a:xfrm>
          <a:prstGeom prst="stripedRightArrow">
            <a:avLst>
              <a:gd name="adj1" fmla="val 50000"/>
              <a:gd name="adj2" fmla="val 50000"/>
            </a:avLst>
          </a:pr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73" name="Google Shape;1673;p70"/>
          <p:cNvSpPr/>
          <p:nvPr/>
        </p:nvSpPr>
        <p:spPr>
          <a:xfrm>
            <a:off x="9554637" y="3109425"/>
            <a:ext cx="157600" cy="157600"/>
          </a:xfrm>
          <a:prstGeom prst="curvedRightArrow">
            <a:avLst>
              <a:gd name="adj1" fmla="val 25000"/>
              <a:gd name="adj2" fmla="val 50000"/>
              <a:gd name="adj3" fmla="val 25000"/>
            </a:avLst>
          </a:pr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74" name="Google Shape;1674;p70"/>
          <p:cNvSpPr/>
          <p:nvPr/>
        </p:nvSpPr>
        <p:spPr>
          <a:xfrm flipH="1">
            <a:off x="9964459" y="3109425"/>
            <a:ext cx="157600" cy="157600"/>
          </a:xfrm>
          <a:prstGeom prst="curvedRightArrow">
            <a:avLst>
              <a:gd name="adj1" fmla="val 25000"/>
              <a:gd name="adj2" fmla="val 50000"/>
              <a:gd name="adj3" fmla="val 25000"/>
            </a:avLst>
          </a:pr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 name="文本框 1">
            <a:extLst>
              <a:ext uri="{FF2B5EF4-FFF2-40B4-BE49-F238E27FC236}">
                <a16:creationId xmlns:a16="http://schemas.microsoft.com/office/drawing/2014/main" id="{3508C283-BB30-41C1-EB06-D27F893B7604}"/>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03DF0BE1-A816-D186-6B65-2ADE5A8A3B30}"/>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88123E04-291D-036A-97BE-49341DBFE85B}"/>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B2A3C87A-CCE3-749A-551E-0DF4D65E6170}"/>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E1C8A87B-A741-B3F0-81FD-FC95E10247B9}"/>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690858E3-3E24-A297-90EF-F86FA406026F}"/>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5B5D7DCB-C4D9-0CB0-A912-440052D64EA2}"/>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F29CFEA7-2E07-15ED-1AB3-6E56A2D03966}"/>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8AB68E1B-58FD-20EB-7FAC-EB1D8D9DDD90}"/>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5C3ABA91-DC90-67B3-D674-B916FC790ECB}"/>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1680"/>
        <p:cNvGrpSpPr/>
        <p:nvPr/>
      </p:nvGrpSpPr>
      <p:grpSpPr>
        <a:xfrm>
          <a:off x="0" y="0"/>
          <a:ext cx="0" cy="0"/>
          <a:chOff x="0" y="0"/>
          <a:chExt cx="0" cy="0"/>
        </a:xfrm>
      </p:grpSpPr>
      <p:grpSp>
        <p:nvGrpSpPr>
          <p:cNvPr id="1681" name="Google Shape;1681;p71"/>
          <p:cNvGrpSpPr/>
          <p:nvPr/>
        </p:nvGrpSpPr>
        <p:grpSpPr>
          <a:xfrm>
            <a:off x="962744" y="1276121"/>
            <a:ext cx="3323824" cy="1839835"/>
            <a:chOff x="2654821" y="2311071"/>
            <a:chExt cx="2279715" cy="1262120"/>
          </a:xfrm>
          <a:solidFill>
            <a:schemeClr val="bg1"/>
          </a:solidFill>
        </p:grpSpPr>
        <p:grpSp>
          <p:nvGrpSpPr>
            <p:cNvPr id="1682" name="Google Shape;1682;p71"/>
            <p:cNvGrpSpPr/>
            <p:nvPr/>
          </p:nvGrpSpPr>
          <p:grpSpPr>
            <a:xfrm>
              <a:off x="4034269" y="2840745"/>
              <a:ext cx="40212" cy="36437"/>
              <a:chOff x="4293400" y="2574725"/>
              <a:chExt cx="84425" cy="80100"/>
            </a:xfrm>
            <a:grpFill/>
          </p:grpSpPr>
          <p:sp>
            <p:nvSpPr>
              <p:cNvPr id="1683" name="Google Shape;1683;p7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grpFill/>
              <a:ln>
                <a:noFill/>
              </a:ln>
            </p:spPr>
          </p:sp>
          <p:sp>
            <p:nvSpPr>
              <p:cNvPr id="1684" name="Google Shape;1684;p7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85" name="Google Shape;1685;p71"/>
            <p:cNvGrpSpPr/>
            <p:nvPr/>
          </p:nvGrpSpPr>
          <p:grpSpPr>
            <a:xfrm>
              <a:off x="3894606" y="2334874"/>
              <a:ext cx="913198" cy="518984"/>
              <a:chOff x="4000175" y="1462675"/>
              <a:chExt cx="1917275" cy="1140875"/>
            </a:xfrm>
            <a:grpFill/>
          </p:grpSpPr>
          <p:sp>
            <p:nvSpPr>
              <p:cNvPr id="1686" name="Google Shape;1686;p7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grpFill/>
              <a:ln>
                <a:noFill/>
              </a:ln>
            </p:spPr>
          </p:sp>
          <p:grpSp>
            <p:nvGrpSpPr>
              <p:cNvPr id="1687" name="Google Shape;1687;p71"/>
              <p:cNvGrpSpPr/>
              <p:nvPr/>
            </p:nvGrpSpPr>
            <p:grpSpPr>
              <a:xfrm>
                <a:off x="4000175" y="1462675"/>
                <a:ext cx="1917275" cy="1140875"/>
                <a:chOff x="4000175" y="1462675"/>
                <a:chExt cx="1917275" cy="1140875"/>
              </a:xfrm>
              <a:grpFill/>
            </p:grpSpPr>
            <p:sp>
              <p:nvSpPr>
                <p:cNvPr id="1688" name="Google Shape;1688;p7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grpFill/>
                <a:ln>
                  <a:noFill/>
                </a:ln>
              </p:spPr>
            </p:sp>
            <p:sp>
              <p:nvSpPr>
                <p:cNvPr id="1689" name="Google Shape;1689;p7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90" name="Google Shape;1690;p7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91" name="Google Shape;1691;p7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692" name="Google Shape;1692;p7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A6CBC2"/>
                    </a:solidFill>
                    <a:effectLst/>
                    <a:uLnTx/>
                    <a:uFillTx/>
                    <a:latin typeface="等线" panose="020F0502020204030204"/>
                    <a:ea typeface="+mn-ea"/>
                    <a:cs typeface="+mn-cs"/>
                  </a:endParaRPr>
                </a:p>
              </p:txBody>
            </p:sp>
            <p:sp>
              <p:nvSpPr>
                <p:cNvPr id="1693" name="Google Shape;1693;p7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1694" name="Google Shape;1694;p71"/>
            <p:cNvGrpSpPr/>
            <p:nvPr/>
          </p:nvGrpSpPr>
          <p:grpSpPr>
            <a:xfrm>
              <a:off x="3875768" y="2846704"/>
              <a:ext cx="44796" cy="47366"/>
              <a:chOff x="3960625" y="2587825"/>
              <a:chExt cx="94050" cy="104125"/>
            </a:xfrm>
            <a:grpFill/>
          </p:grpSpPr>
          <p:sp>
            <p:nvSpPr>
              <p:cNvPr id="1695" name="Google Shape;1695;p7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grpFill/>
              <a:ln>
                <a:noFill/>
              </a:ln>
            </p:spPr>
          </p:sp>
          <p:sp>
            <p:nvSpPr>
              <p:cNvPr id="1696" name="Google Shape;1696;p7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697" name="Google Shape;1697;p71"/>
            <p:cNvGrpSpPr/>
            <p:nvPr/>
          </p:nvGrpSpPr>
          <p:grpSpPr>
            <a:xfrm>
              <a:off x="3782759" y="2807162"/>
              <a:ext cx="82686" cy="85487"/>
              <a:chOff x="3765350" y="2500900"/>
              <a:chExt cx="173600" cy="187925"/>
            </a:xfrm>
            <a:grpFill/>
          </p:grpSpPr>
          <p:sp>
            <p:nvSpPr>
              <p:cNvPr id="1698" name="Google Shape;1698;p7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grpFill/>
              <a:ln>
                <a:noFill/>
              </a:ln>
            </p:spPr>
          </p:sp>
          <p:sp>
            <p:nvSpPr>
              <p:cNvPr id="1699" name="Google Shape;1699;p7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00" name="Google Shape;1700;p7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01" name="Google Shape;1701;p7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02" name="Google Shape;1702;p7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03" name="Google Shape;1703;p7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704" name="Google Shape;1704;p71"/>
            <p:cNvGrpSpPr/>
            <p:nvPr/>
          </p:nvGrpSpPr>
          <p:grpSpPr>
            <a:xfrm>
              <a:off x="3775674" y="2798496"/>
              <a:ext cx="40545" cy="23564"/>
              <a:chOff x="3750475" y="2481850"/>
              <a:chExt cx="85125" cy="51800"/>
            </a:xfrm>
            <a:grpFill/>
          </p:grpSpPr>
          <p:sp>
            <p:nvSpPr>
              <p:cNvPr id="1705" name="Google Shape;1705;p7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06" name="Google Shape;1706;p7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grpFill/>
              <a:ln>
                <a:noFill/>
              </a:ln>
            </p:spPr>
          </p:sp>
        </p:grpSp>
        <p:grpSp>
          <p:nvGrpSpPr>
            <p:cNvPr id="1707" name="Google Shape;1707;p71"/>
            <p:cNvGrpSpPr/>
            <p:nvPr/>
          </p:nvGrpSpPr>
          <p:grpSpPr>
            <a:xfrm>
              <a:off x="3716946" y="2776024"/>
              <a:ext cx="81971" cy="76912"/>
              <a:chOff x="3627175" y="2432450"/>
              <a:chExt cx="172100" cy="169075"/>
            </a:xfrm>
            <a:grpFill/>
          </p:grpSpPr>
          <p:sp>
            <p:nvSpPr>
              <p:cNvPr id="1708" name="Google Shape;1708;p7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09" name="Google Shape;1709;p7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grpFill/>
              <a:ln>
                <a:noFill/>
              </a:ln>
            </p:spPr>
          </p:sp>
          <p:sp>
            <p:nvSpPr>
              <p:cNvPr id="1710" name="Google Shape;1710;p7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grpFill/>
              <a:ln>
                <a:noFill/>
              </a:ln>
            </p:spPr>
          </p:sp>
        </p:grpSp>
        <p:grpSp>
          <p:nvGrpSpPr>
            <p:cNvPr id="1711" name="Google Shape;1711;p71"/>
            <p:cNvGrpSpPr/>
            <p:nvPr/>
          </p:nvGrpSpPr>
          <p:grpSpPr>
            <a:xfrm>
              <a:off x="3685682" y="2845624"/>
              <a:ext cx="29311" cy="45055"/>
              <a:chOff x="3561536" y="2585450"/>
              <a:chExt cx="61539" cy="99045"/>
            </a:xfrm>
            <a:grpFill/>
          </p:grpSpPr>
          <p:sp>
            <p:nvSpPr>
              <p:cNvPr id="1712" name="Google Shape;1712;p7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13" name="Google Shape;1713;p7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grpFill/>
              <a:ln>
                <a:noFill/>
              </a:ln>
            </p:spPr>
          </p:sp>
        </p:grpSp>
        <p:grpSp>
          <p:nvGrpSpPr>
            <p:cNvPr id="1714" name="Google Shape;1714;p71"/>
            <p:cNvGrpSpPr/>
            <p:nvPr/>
          </p:nvGrpSpPr>
          <p:grpSpPr>
            <a:xfrm>
              <a:off x="3849905" y="2572252"/>
              <a:ext cx="74339" cy="119559"/>
              <a:chOff x="3906325" y="1984500"/>
              <a:chExt cx="156075" cy="262825"/>
            </a:xfrm>
            <a:grpFill/>
          </p:grpSpPr>
          <p:sp>
            <p:nvSpPr>
              <p:cNvPr id="1715" name="Google Shape;1715;p7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grpFill/>
              <a:ln>
                <a:noFill/>
              </a:ln>
            </p:spPr>
          </p:sp>
          <p:sp>
            <p:nvSpPr>
              <p:cNvPr id="1716" name="Google Shape;1716;p7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717" name="Google Shape;1717;p71"/>
            <p:cNvGrpSpPr/>
            <p:nvPr/>
          </p:nvGrpSpPr>
          <p:grpSpPr>
            <a:xfrm>
              <a:off x="2654821" y="2414345"/>
              <a:ext cx="667570" cy="558731"/>
              <a:chOff x="1397225" y="1637375"/>
              <a:chExt cx="1401575" cy="1228250"/>
            </a:xfrm>
            <a:grpFill/>
          </p:grpSpPr>
          <p:sp>
            <p:nvSpPr>
              <p:cNvPr id="1718" name="Google Shape;1718;p7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grpFill/>
              <a:ln>
                <a:noFill/>
              </a:ln>
            </p:spPr>
          </p:sp>
          <p:grpSp>
            <p:nvGrpSpPr>
              <p:cNvPr id="1719" name="Google Shape;1719;p71"/>
              <p:cNvGrpSpPr/>
              <p:nvPr/>
            </p:nvGrpSpPr>
            <p:grpSpPr>
              <a:xfrm>
                <a:off x="1397225" y="1637375"/>
                <a:ext cx="1398775" cy="1228250"/>
                <a:chOff x="1397225" y="1637375"/>
                <a:chExt cx="1398775" cy="1228250"/>
              </a:xfrm>
              <a:grpFill/>
            </p:grpSpPr>
            <p:sp>
              <p:nvSpPr>
                <p:cNvPr id="1720" name="Google Shape;1720;p7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21" name="Google Shape;1721;p7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1722" name="Google Shape;1722;p71"/>
            <p:cNvGrpSpPr/>
            <p:nvPr/>
          </p:nvGrpSpPr>
          <p:grpSpPr>
            <a:xfrm>
              <a:off x="3230417" y="3103734"/>
              <a:ext cx="282982" cy="280332"/>
              <a:chOff x="2605700" y="3152850"/>
              <a:chExt cx="594125" cy="616250"/>
            </a:xfrm>
            <a:grpFill/>
          </p:grpSpPr>
          <p:sp>
            <p:nvSpPr>
              <p:cNvPr id="1723" name="Google Shape;1723;p7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grpFill/>
              <a:ln>
                <a:noFill/>
              </a:ln>
            </p:spPr>
          </p:sp>
          <p:sp>
            <p:nvSpPr>
              <p:cNvPr id="1724" name="Google Shape;1724;p7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6B65"/>
                  </a:solidFill>
                  <a:effectLst/>
                  <a:uLnTx/>
                  <a:uFillTx/>
                  <a:latin typeface="等线" panose="020F0502020204030204"/>
                  <a:ea typeface="+mn-ea"/>
                  <a:cs typeface="+mn-cs"/>
                </a:endParaRPr>
              </a:p>
            </p:txBody>
          </p:sp>
        </p:grpSp>
        <p:grpSp>
          <p:nvGrpSpPr>
            <p:cNvPr id="1725" name="Google Shape;1725;p71"/>
            <p:cNvGrpSpPr/>
            <p:nvPr/>
          </p:nvGrpSpPr>
          <p:grpSpPr>
            <a:xfrm>
              <a:off x="3265985" y="3226989"/>
              <a:ext cx="87151" cy="346202"/>
              <a:chOff x="2680375" y="3423800"/>
              <a:chExt cx="182975" cy="761050"/>
            </a:xfrm>
            <a:grpFill/>
          </p:grpSpPr>
          <p:sp>
            <p:nvSpPr>
              <p:cNvPr id="1726" name="Google Shape;1726;p7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grpFill/>
              <a:ln>
                <a:noFill/>
              </a:ln>
            </p:spPr>
          </p:sp>
          <p:sp>
            <p:nvSpPr>
              <p:cNvPr id="1727" name="Google Shape;1727;p7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728" name="Google Shape;1728;p71"/>
            <p:cNvGrpSpPr/>
            <p:nvPr/>
          </p:nvGrpSpPr>
          <p:grpSpPr>
            <a:xfrm>
              <a:off x="3855466" y="3289811"/>
              <a:ext cx="112514" cy="94210"/>
              <a:chOff x="3918000" y="3561900"/>
              <a:chExt cx="236225" cy="207100"/>
            </a:xfrm>
            <a:grpFill/>
          </p:grpSpPr>
          <p:sp>
            <p:nvSpPr>
              <p:cNvPr id="1729" name="Google Shape;1729;p7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grpFill/>
              <a:ln>
                <a:noFill/>
              </a:ln>
            </p:spPr>
          </p:sp>
          <p:sp>
            <p:nvSpPr>
              <p:cNvPr id="1730" name="Google Shape;1730;p7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731" name="Google Shape;1731;p7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32" name="Google Shape;1732;p7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33" name="Google Shape;1733;p7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6B65"/>
                </a:solidFill>
                <a:effectLst/>
                <a:uLnTx/>
                <a:uFillTx/>
                <a:latin typeface="等线" panose="020F0502020204030204"/>
                <a:ea typeface="+mn-ea"/>
                <a:cs typeface="+mn-cs"/>
              </a:endParaRPr>
            </a:p>
          </p:txBody>
        </p:sp>
        <p:grpSp>
          <p:nvGrpSpPr>
            <p:cNvPr id="1734" name="Google Shape;1734;p71"/>
            <p:cNvGrpSpPr/>
            <p:nvPr/>
          </p:nvGrpSpPr>
          <p:grpSpPr>
            <a:xfrm>
              <a:off x="2905224" y="2311071"/>
              <a:ext cx="596721" cy="528992"/>
              <a:chOff x="1922950" y="1410350"/>
              <a:chExt cx="1252825" cy="1162875"/>
            </a:xfrm>
            <a:grpFill/>
          </p:grpSpPr>
          <p:sp>
            <p:nvSpPr>
              <p:cNvPr id="1735" name="Google Shape;1735;p7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36" name="Google Shape;1736;p7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37" name="Google Shape;1737;p7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38" name="Google Shape;1738;p7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39" name="Google Shape;1739;p7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0" name="Google Shape;1740;p7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1" name="Google Shape;1741;p7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2" name="Google Shape;1742;p7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3" name="Google Shape;1743;p7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4" name="Google Shape;1744;p7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5" name="Google Shape;1745;p7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6" name="Google Shape;1746;p7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7" name="Google Shape;1747;p7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8" name="Google Shape;1748;p7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49" name="Google Shape;1749;p7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0" name="Google Shape;1750;p7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A6CBC2"/>
                  </a:solidFill>
                  <a:effectLst/>
                  <a:uLnTx/>
                  <a:uFillTx/>
                  <a:latin typeface="等线" panose="020F0502020204030204"/>
                  <a:ea typeface="+mn-ea"/>
                  <a:cs typeface="+mn-cs"/>
                </a:endParaRPr>
              </a:p>
            </p:txBody>
          </p:sp>
        </p:grpSp>
        <p:sp>
          <p:nvSpPr>
            <p:cNvPr id="1751" name="Google Shape;1751;p7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2" name="Google Shape;1752;p7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3" name="Google Shape;1753;p7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4" name="Google Shape;1754;p7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5" name="Google Shape;1755;p7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6" name="Google Shape;1756;p7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7" name="Google Shape;1757;p7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8" name="Google Shape;1758;p7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59" name="Google Shape;1759;p7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0" name="Google Shape;1760;p7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1" name="Google Shape;1761;p7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2" name="Google Shape;1762;p7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3" name="Google Shape;1763;p7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4" name="Google Shape;1764;p7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5" name="Google Shape;1765;p7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6" name="Google Shape;1766;p7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7" name="Google Shape;1767;p7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8" name="Google Shape;1768;p7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69" name="Google Shape;1769;p7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70" name="Google Shape;1770;p7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6B65"/>
                </a:solidFill>
                <a:effectLst/>
                <a:uLnTx/>
                <a:uFillTx/>
                <a:latin typeface="等线" panose="020F0502020204030204"/>
                <a:ea typeface="+mn-ea"/>
                <a:cs typeface="+mn-cs"/>
              </a:endParaRPr>
            </a:p>
          </p:txBody>
        </p:sp>
        <p:sp>
          <p:nvSpPr>
            <p:cNvPr id="1771" name="Google Shape;1771;p7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A6CBC2"/>
                </a:solidFill>
                <a:effectLst/>
                <a:uLnTx/>
                <a:uFillTx/>
                <a:latin typeface="等线" panose="020F0502020204030204"/>
                <a:ea typeface="+mn-ea"/>
                <a:cs typeface="+mn-cs"/>
              </a:endParaRPr>
            </a:p>
          </p:txBody>
        </p:sp>
        <p:sp>
          <p:nvSpPr>
            <p:cNvPr id="1772" name="Google Shape;1772;p7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773" name="Google Shape;1773;p71"/>
            <p:cNvGrpSpPr/>
            <p:nvPr/>
          </p:nvGrpSpPr>
          <p:grpSpPr>
            <a:xfrm>
              <a:off x="3280929" y="3294542"/>
              <a:ext cx="109894" cy="272224"/>
              <a:chOff x="2711750" y="3572300"/>
              <a:chExt cx="230725" cy="598425"/>
            </a:xfrm>
            <a:grpFill/>
          </p:grpSpPr>
          <p:sp>
            <p:nvSpPr>
              <p:cNvPr id="1774" name="Google Shape;1774;p7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75" name="Google Shape;1775;p7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776" name="Google Shape;1776;p7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777" name="Google Shape;1777;p71"/>
            <p:cNvGrpSpPr/>
            <p:nvPr/>
          </p:nvGrpSpPr>
          <p:grpSpPr>
            <a:xfrm>
              <a:off x="3790439" y="2408636"/>
              <a:ext cx="73017" cy="75684"/>
              <a:chOff x="3781475" y="1624825"/>
              <a:chExt cx="153300" cy="166375"/>
            </a:xfrm>
            <a:grpFill/>
          </p:grpSpPr>
          <p:sp>
            <p:nvSpPr>
              <p:cNvPr id="1778" name="Google Shape;1778;p7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79" name="Google Shape;1779;p7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0" name="Google Shape;1780;p7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1" name="Google Shape;1781;p7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782" name="Google Shape;1782;p7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3" name="Google Shape;1783;p7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4" name="Google Shape;1784;p7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5" name="Google Shape;1785;p7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6" name="Google Shape;1786;p7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7" name="Google Shape;1787;p7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88" name="Google Shape;1788;p7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789" name="Google Shape;1789;p71"/>
            <p:cNvGrpSpPr/>
            <p:nvPr/>
          </p:nvGrpSpPr>
          <p:grpSpPr>
            <a:xfrm>
              <a:off x="4403342" y="3107749"/>
              <a:ext cx="316680" cy="101374"/>
              <a:chOff x="5068275" y="3161675"/>
              <a:chExt cx="664875" cy="222850"/>
            </a:xfrm>
            <a:grpFill/>
          </p:grpSpPr>
          <p:sp>
            <p:nvSpPr>
              <p:cNvPr id="1790" name="Google Shape;1790;p7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1" name="Google Shape;1791;p7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2" name="Google Shape;1792;p7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3" name="Google Shape;1793;p7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794" name="Google Shape;1794;p7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5" name="Google Shape;1795;p7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6" name="Google Shape;1796;p7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7" name="Google Shape;1797;p7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8" name="Google Shape;1798;p7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799" name="Google Shape;1799;p7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0" name="Google Shape;1800;p7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1" name="Google Shape;1801;p7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2" name="Google Shape;1802;p7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3" name="Google Shape;1803;p7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4" name="Google Shape;1804;p7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5" name="Google Shape;1805;p7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6" name="Google Shape;1806;p7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7" name="Google Shape;1807;p7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8" name="Google Shape;1808;p7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09" name="Google Shape;1809;p7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0" name="Google Shape;1810;p7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1" name="Google Shape;1811;p7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2" name="Google Shape;1812;p7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3" name="Google Shape;1813;p7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4" name="Google Shape;1814;p7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5" name="Google Shape;1815;p7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6" name="Google Shape;1816;p7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7" name="Google Shape;1817;p7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8" name="Google Shape;1818;p7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19" name="Google Shape;1819;p7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20" name="Google Shape;1820;p7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21" name="Google Shape;1821;p7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22" name="Google Shape;1822;p7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823" name="Google Shape;1823;p71"/>
            <p:cNvGrpSpPr/>
            <p:nvPr/>
          </p:nvGrpSpPr>
          <p:grpSpPr>
            <a:xfrm>
              <a:off x="3697513" y="2707266"/>
              <a:ext cx="59549" cy="79733"/>
              <a:chOff x="3586375" y="2281300"/>
              <a:chExt cx="125025" cy="175275"/>
            </a:xfrm>
            <a:grpFill/>
          </p:grpSpPr>
          <p:sp>
            <p:nvSpPr>
              <p:cNvPr id="1824" name="Google Shape;1824;p7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25" name="Google Shape;1825;p7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826" name="Google Shape;1826;p7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827" name="Google Shape;1827;p71"/>
            <p:cNvGrpSpPr/>
            <p:nvPr/>
          </p:nvGrpSpPr>
          <p:grpSpPr>
            <a:xfrm>
              <a:off x="4513224" y="3221724"/>
              <a:ext cx="274563" cy="280321"/>
              <a:chOff x="5298975" y="3412225"/>
              <a:chExt cx="576450" cy="616225"/>
            </a:xfrm>
            <a:grpFill/>
          </p:grpSpPr>
          <p:sp>
            <p:nvSpPr>
              <p:cNvPr id="1828" name="Google Shape;1828;p7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A6CBC2"/>
                  </a:solidFill>
                  <a:effectLst/>
                  <a:uLnTx/>
                  <a:uFillTx/>
                  <a:latin typeface="等线" panose="020F0502020204030204"/>
                  <a:ea typeface="+mn-ea"/>
                  <a:cs typeface="+mn-cs"/>
                </a:endParaRPr>
              </a:p>
            </p:txBody>
          </p:sp>
          <p:sp>
            <p:nvSpPr>
              <p:cNvPr id="1829" name="Google Shape;1829;p7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830" name="Google Shape;1830;p71"/>
            <p:cNvGrpSpPr/>
            <p:nvPr/>
          </p:nvGrpSpPr>
          <p:grpSpPr>
            <a:xfrm>
              <a:off x="4824403" y="3421846"/>
              <a:ext cx="110132" cy="130647"/>
              <a:chOff x="5952300" y="3852150"/>
              <a:chExt cx="231225" cy="287200"/>
            </a:xfrm>
            <a:grpFill/>
          </p:grpSpPr>
          <p:sp>
            <p:nvSpPr>
              <p:cNvPr id="1831" name="Google Shape;1831;p7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2" name="Google Shape;1832;p7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833" name="Google Shape;1833;p7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4" name="Google Shape;1834;p7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5" name="Google Shape;1835;p7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6" name="Google Shape;1836;p7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7" name="Google Shape;1837;p7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8" name="Google Shape;1838;p7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39" name="Google Shape;1839;p7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0" name="Google Shape;1840;p7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841" name="Google Shape;1841;p71"/>
            <p:cNvGrpSpPr/>
            <p:nvPr/>
          </p:nvGrpSpPr>
          <p:grpSpPr>
            <a:xfrm>
              <a:off x="4295710" y="3079670"/>
              <a:ext cx="14968" cy="27135"/>
              <a:chOff x="4842300" y="3099950"/>
              <a:chExt cx="31425" cy="59650"/>
            </a:xfrm>
            <a:grpFill/>
          </p:grpSpPr>
          <p:sp>
            <p:nvSpPr>
              <p:cNvPr id="1842" name="Google Shape;1842;p7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3" name="Google Shape;1843;p7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4" name="Google Shape;1844;p7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5" name="Google Shape;1845;p7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846" name="Google Shape;1846;p7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7" name="Google Shape;1847;p7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8" name="Google Shape;1848;p7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49" name="Google Shape;1849;p7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0" name="Google Shape;1850;p7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1" name="Google Shape;1851;p7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2" name="Google Shape;1852;p7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3" name="Google Shape;1853;p7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854" name="Google Shape;1854;p71"/>
            <p:cNvGrpSpPr/>
            <p:nvPr/>
          </p:nvGrpSpPr>
          <p:grpSpPr>
            <a:xfrm>
              <a:off x="3831056" y="2816010"/>
              <a:ext cx="37378" cy="27612"/>
              <a:chOff x="3866750" y="2520350"/>
              <a:chExt cx="78475" cy="60700"/>
            </a:xfrm>
            <a:grpFill/>
          </p:grpSpPr>
          <p:sp>
            <p:nvSpPr>
              <p:cNvPr id="1855" name="Google Shape;1855;p7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6" name="Google Shape;1856;p7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7" name="Google Shape;1857;p7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58" name="Google Shape;1858;p7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859" name="Google Shape;1859;p7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0" name="Google Shape;1860;p7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1" name="Google Shape;1861;p7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2" name="Google Shape;1862;p7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3" name="Google Shape;1863;p7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4" name="Google Shape;1864;p7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5" name="Google Shape;1865;p7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6" name="Google Shape;1866;p7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7" name="Google Shape;1867;p7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8" name="Google Shape;1868;p7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69" name="Google Shape;1869;p7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0" name="Google Shape;1870;p7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1" name="Google Shape;1871;p7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2" name="Google Shape;1872;p7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3" name="Google Shape;1873;p7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4" name="Google Shape;1874;p7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5" name="Google Shape;1875;p7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6B65"/>
                </a:solidFill>
                <a:effectLst/>
                <a:uLnTx/>
                <a:uFillTx/>
                <a:latin typeface="等线" panose="020F0502020204030204"/>
                <a:ea typeface="+mn-ea"/>
                <a:cs typeface="+mn-cs"/>
              </a:endParaRPr>
            </a:p>
          </p:txBody>
        </p:sp>
        <p:sp>
          <p:nvSpPr>
            <p:cNvPr id="1876" name="Google Shape;1876;p7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7" name="Google Shape;1877;p7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8" name="Google Shape;1878;p7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79" name="Google Shape;1879;p7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0" name="Google Shape;1880;p7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1" name="Google Shape;1881;p7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2" name="Google Shape;1882;p7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3" name="Google Shape;1883;p7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4" name="Google Shape;1884;p7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5" name="Google Shape;1885;p7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6" name="Google Shape;1886;p7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7" name="Google Shape;1887;p7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6B65"/>
                </a:solidFill>
                <a:effectLst/>
                <a:uLnTx/>
                <a:uFillTx/>
                <a:latin typeface="等线" panose="020F0502020204030204"/>
                <a:ea typeface="+mn-ea"/>
                <a:cs typeface="+mn-cs"/>
              </a:endParaRPr>
            </a:p>
          </p:txBody>
        </p:sp>
        <p:sp>
          <p:nvSpPr>
            <p:cNvPr id="1888" name="Google Shape;1888;p7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89" name="Google Shape;1889;p7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0" name="Google Shape;1890;p7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1" name="Google Shape;1891;p7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2" name="Google Shape;1892;p7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3" name="Google Shape;1893;p7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4" name="Google Shape;1894;p7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5" name="Google Shape;1895;p7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6" name="Google Shape;1896;p7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7" name="Google Shape;1897;p7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8" name="Google Shape;1898;p7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899" name="Google Shape;1899;p7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0" name="Google Shape;1900;p7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1901" name="Google Shape;1901;p71"/>
            <p:cNvGrpSpPr/>
            <p:nvPr/>
          </p:nvGrpSpPr>
          <p:grpSpPr>
            <a:xfrm>
              <a:off x="3632736" y="3051591"/>
              <a:ext cx="63288" cy="45217"/>
              <a:chOff x="3450375" y="3038225"/>
              <a:chExt cx="132875" cy="99400"/>
            </a:xfrm>
            <a:grpFill/>
          </p:grpSpPr>
          <p:sp>
            <p:nvSpPr>
              <p:cNvPr id="1902" name="Google Shape;1902;p7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3" name="Google Shape;1903;p7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904" name="Google Shape;1904;p7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5" name="Google Shape;1905;p7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6" name="Google Shape;1906;p7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7" name="Google Shape;1907;p7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8" name="Google Shape;1908;p7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09" name="Google Shape;1909;p7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0" name="Google Shape;1910;p7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1" name="Google Shape;1911;p7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2" name="Google Shape;1912;p7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A6CBC2"/>
                </a:solidFill>
                <a:effectLst/>
                <a:uLnTx/>
                <a:uFillTx/>
                <a:latin typeface="等线" panose="020F0502020204030204"/>
                <a:ea typeface="+mn-ea"/>
                <a:cs typeface="+mn-cs"/>
              </a:endParaRPr>
            </a:p>
          </p:txBody>
        </p:sp>
        <p:sp>
          <p:nvSpPr>
            <p:cNvPr id="1913" name="Google Shape;1913;p7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4" name="Google Shape;1914;p7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5" name="Google Shape;1915;p7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6" name="Google Shape;1916;p7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7" name="Google Shape;1917;p7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8" name="Google Shape;1918;p7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19" name="Google Shape;1919;p7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0" name="Google Shape;1920;p7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1" name="Google Shape;1921;p7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2" name="Google Shape;1922;p7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A6CBC2"/>
                </a:solidFill>
                <a:effectLst/>
                <a:uLnTx/>
                <a:uFillTx/>
                <a:latin typeface="等线" panose="020F0502020204030204"/>
                <a:ea typeface="+mn-ea"/>
                <a:cs typeface="+mn-cs"/>
              </a:endParaRPr>
            </a:p>
          </p:txBody>
        </p:sp>
        <p:sp>
          <p:nvSpPr>
            <p:cNvPr id="1923" name="Google Shape;1923;p7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4" name="Google Shape;1924;p7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5" name="Google Shape;1925;p7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6" name="Google Shape;1926;p7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7" name="Google Shape;1927;p7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28" name="Google Shape;1928;p7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6B65"/>
                </a:solidFill>
                <a:effectLst/>
                <a:uLnTx/>
                <a:uFillTx/>
                <a:latin typeface="等线" panose="020F0502020204030204"/>
                <a:ea typeface="+mn-ea"/>
                <a:cs typeface="+mn-cs"/>
              </a:endParaRPr>
            </a:p>
          </p:txBody>
        </p:sp>
        <p:sp>
          <p:nvSpPr>
            <p:cNvPr id="1929" name="Google Shape;1929;p7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0" name="Google Shape;1930;p7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1" name="Google Shape;1931;p7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2" name="Google Shape;1932;p7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3" name="Google Shape;1933;p7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4" name="Google Shape;1934;p7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5" name="Google Shape;1935;p71"/>
            <p:cNvSpPr/>
            <p:nvPr/>
          </p:nvSpPr>
          <p:spPr>
            <a:xfrm>
              <a:off x="4036853" y="2853608"/>
              <a:ext cx="1250" cy="1205"/>
            </a:xfrm>
            <a:custGeom>
              <a:avLst/>
              <a:gdLst/>
              <a:ahLst/>
              <a:cxnLst/>
              <a:rect l="l" t="t" r="r" b="b"/>
              <a:pathLst>
                <a:path w="105" h="106" fill="none" extrusionOk="0">
                  <a:moveTo>
                    <a:pt x="105" y="105"/>
                  </a:moveTo>
                  <a:lnTo>
                    <a:pt x="0" y="1"/>
                  </a:lnTo>
                </a:path>
              </a:pathLst>
            </a:custGeom>
            <a:grpFill/>
            <a:ln w="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6" name="Google Shape;1936;p7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7" name="Google Shape;1937;p7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38" name="Google Shape;1938;p7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939" name="Google Shape;1939;p71"/>
          <p:cNvGrpSpPr/>
          <p:nvPr/>
        </p:nvGrpSpPr>
        <p:grpSpPr>
          <a:xfrm>
            <a:off x="958820" y="3803823"/>
            <a:ext cx="3497168" cy="1778053"/>
            <a:chOff x="238125" y="1038125"/>
            <a:chExt cx="7146800" cy="3633625"/>
          </a:xfrm>
          <a:solidFill>
            <a:schemeClr val="bg1"/>
          </a:solidFill>
        </p:grpSpPr>
        <p:sp>
          <p:nvSpPr>
            <p:cNvPr id="1940" name="Google Shape;1940;p7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1" name="Google Shape;1941;p7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2" name="Google Shape;1942;p7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3" name="Google Shape;1943;p7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4" name="Google Shape;1944;p7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5" name="Google Shape;1945;p7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6" name="Google Shape;1946;p7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7" name="Google Shape;1947;p7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8" name="Google Shape;1948;p7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49" name="Google Shape;1949;p7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0" name="Google Shape;1950;p7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1" name="Google Shape;1951;p7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2" name="Google Shape;1952;p7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3" name="Google Shape;1953;p7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4" name="Google Shape;1954;p7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5" name="Google Shape;1955;p7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6" name="Google Shape;1956;p7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7" name="Google Shape;1957;p7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8" name="Google Shape;1958;p7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59" name="Google Shape;1959;p7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0" name="Google Shape;1960;p7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1" name="Google Shape;1961;p7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2" name="Google Shape;1962;p7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3" name="Google Shape;1963;p7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4" name="Google Shape;1964;p7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5" name="Google Shape;1965;p7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6" name="Google Shape;1966;p7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7" name="Google Shape;1967;p7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8" name="Google Shape;1968;p7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69" name="Google Shape;1969;p7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0" name="Google Shape;1970;p7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1" name="Google Shape;1971;p7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2" name="Google Shape;1972;p7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3" name="Google Shape;1973;p7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4" name="Google Shape;1974;p7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5" name="Google Shape;1975;p7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6" name="Google Shape;1976;p7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7" name="Google Shape;1977;p7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8" name="Google Shape;1978;p7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79" name="Google Shape;1979;p7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0" name="Google Shape;1980;p7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1" name="Google Shape;1981;p7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2" name="Google Shape;1982;p7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3" name="Google Shape;1983;p7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4" name="Google Shape;1984;p7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5" name="Google Shape;1985;p7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6" name="Google Shape;1986;p7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7" name="Google Shape;1987;p7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8" name="Google Shape;1988;p7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89" name="Google Shape;1989;p7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0" name="Google Shape;1990;p7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1" name="Google Shape;1991;p7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2" name="Google Shape;1992;p7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3" name="Google Shape;1993;p7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4" name="Google Shape;1994;p7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5" name="Google Shape;1995;p7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6" name="Google Shape;1996;p7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7" name="Google Shape;1997;p7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8" name="Google Shape;1998;p7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999" name="Google Shape;1999;p7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0" name="Google Shape;2000;p7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1" name="Google Shape;2001;p7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2" name="Google Shape;2002;p7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3" name="Google Shape;2003;p7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4" name="Google Shape;2004;p7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5" name="Google Shape;2005;p7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6" name="Google Shape;2006;p7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7" name="Google Shape;2007;p7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8" name="Google Shape;2008;p7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09" name="Google Shape;2009;p7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0" name="Google Shape;2010;p7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1" name="Google Shape;2011;p7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2" name="Google Shape;2012;p7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3" name="Google Shape;2013;p7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4" name="Google Shape;2014;p7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5" name="Google Shape;2015;p7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6" name="Google Shape;2016;p7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7" name="Google Shape;2017;p7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8" name="Google Shape;2018;p7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19" name="Google Shape;2019;p7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0" name="Google Shape;2020;p7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1" name="Google Shape;2021;p7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2" name="Google Shape;2022;p7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3" name="Google Shape;2023;p7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4" name="Google Shape;2024;p7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5" name="Google Shape;2025;p7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6" name="Google Shape;2026;p7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7" name="Google Shape;2027;p7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8" name="Google Shape;2028;p7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29" name="Google Shape;2029;p7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0" name="Google Shape;2030;p7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1" name="Google Shape;2031;p7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2" name="Google Shape;2032;p7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3" name="Google Shape;2033;p7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4" name="Google Shape;2034;p7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5" name="Google Shape;2035;p7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6" name="Google Shape;2036;p7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7" name="Google Shape;2037;p7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8" name="Google Shape;2038;p7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39" name="Google Shape;2039;p7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0" name="Google Shape;2040;p7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1" name="Google Shape;2041;p7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2" name="Google Shape;2042;p7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3" name="Google Shape;2043;p7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4" name="Google Shape;2044;p7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5" name="Google Shape;2045;p7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6" name="Google Shape;2046;p7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7" name="Google Shape;2047;p7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8" name="Google Shape;2048;p7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49" name="Google Shape;2049;p7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0" name="Google Shape;2050;p7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1" name="Google Shape;2051;p7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2" name="Google Shape;2052;p7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3" name="Google Shape;2053;p7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4" name="Google Shape;2054;p7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5" name="Google Shape;2055;p7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6" name="Google Shape;2056;p7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7" name="Google Shape;2057;p7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8" name="Google Shape;2058;p7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59" name="Google Shape;2059;p7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0" name="Google Shape;2060;p7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1" name="Google Shape;2061;p7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2" name="Google Shape;2062;p7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3" name="Google Shape;2063;p7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4" name="Google Shape;2064;p7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5" name="Google Shape;2065;p7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6" name="Google Shape;2066;p7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7" name="Google Shape;2067;p7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8" name="Google Shape;2068;p7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69" name="Google Shape;2069;p7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0" name="Google Shape;2070;p7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1" name="Google Shape;2071;p7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2" name="Google Shape;2072;p7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3" name="Google Shape;2073;p7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4" name="Google Shape;2074;p7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5" name="Google Shape;2075;p7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6" name="Google Shape;2076;p7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7" name="Google Shape;2077;p7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8" name="Google Shape;2078;p7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79" name="Google Shape;2079;p7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0" name="Google Shape;2080;p7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1" name="Google Shape;2081;p7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2" name="Google Shape;2082;p7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3" name="Google Shape;2083;p7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4" name="Google Shape;2084;p7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5" name="Google Shape;2085;p7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6" name="Google Shape;2086;p7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7" name="Google Shape;2087;p7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8" name="Google Shape;2088;p7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89" name="Google Shape;2089;p7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0" name="Google Shape;2090;p7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1" name="Google Shape;2091;p7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2" name="Google Shape;2092;p7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3" name="Google Shape;2093;p7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4" name="Google Shape;2094;p7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5" name="Google Shape;2095;p7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6" name="Google Shape;2096;p7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7" name="Google Shape;2097;p7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8" name="Google Shape;2098;p7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099" name="Google Shape;2099;p7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0" name="Google Shape;2100;p7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1" name="Google Shape;2101;p7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2" name="Google Shape;2102;p7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3" name="Google Shape;2103;p7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4" name="Google Shape;2104;p7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5" name="Google Shape;2105;p7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6" name="Google Shape;2106;p7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7" name="Google Shape;2107;p7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8" name="Google Shape;2108;p7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09" name="Google Shape;2109;p7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0" name="Google Shape;2110;p7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1" name="Google Shape;2111;p7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2" name="Google Shape;2112;p7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3" name="Google Shape;2113;p7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4" name="Google Shape;2114;p7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5" name="Google Shape;2115;p7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6" name="Google Shape;2116;p7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7" name="Google Shape;2117;p7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8" name="Google Shape;2118;p7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19" name="Google Shape;2119;p7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0" name="Google Shape;2120;p7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1" name="Google Shape;2121;p7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2" name="Google Shape;2122;p7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3" name="Google Shape;2123;p7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4" name="Google Shape;2124;p7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5" name="Google Shape;2125;p7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6" name="Google Shape;2126;p7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7" name="Google Shape;2127;p7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8" name="Google Shape;2128;p7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29" name="Google Shape;2129;p7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0" name="Google Shape;2130;p7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1" name="Google Shape;2131;p7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2" name="Google Shape;2132;p7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3" name="Google Shape;2133;p7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4" name="Google Shape;2134;p7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5" name="Google Shape;2135;p7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6" name="Google Shape;2136;p7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7" name="Google Shape;2137;p7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8" name="Google Shape;2138;p7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39" name="Google Shape;2139;p7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0" name="Google Shape;2140;p7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1" name="Google Shape;2141;p7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2" name="Google Shape;2142;p7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3" name="Google Shape;2143;p7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4" name="Google Shape;2144;p7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5" name="Google Shape;2145;p7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6" name="Google Shape;2146;p7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7" name="Google Shape;2147;p7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8" name="Google Shape;2148;p7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49" name="Google Shape;2149;p7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0" name="Google Shape;2150;p7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1" name="Google Shape;2151;p7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2" name="Google Shape;2152;p7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3" name="Google Shape;2153;p7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4" name="Google Shape;2154;p7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5" name="Google Shape;2155;p7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6" name="Google Shape;2156;p7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7" name="Google Shape;2157;p7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8" name="Google Shape;2158;p7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59" name="Google Shape;2159;p7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0" name="Google Shape;2160;p7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1" name="Google Shape;2161;p7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2" name="Google Shape;2162;p7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3" name="Google Shape;2163;p7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4" name="Google Shape;2164;p7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5" name="Google Shape;2165;p7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6" name="Google Shape;2166;p7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7" name="Google Shape;2167;p7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8" name="Google Shape;2168;p7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69" name="Google Shape;2169;p7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0" name="Google Shape;2170;p7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1" name="Google Shape;2171;p7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2" name="Google Shape;2172;p7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3" name="Google Shape;2173;p7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4" name="Google Shape;2174;p7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5" name="Google Shape;2175;p7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6" name="Google Shape;2176;p7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7" name="Google Shape;2177;p7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8" name="Google Shape;2178;p7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79" name="Google Shape;2179;p7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0" name="Google Shape;2180;p7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1" name="Google Shape;2181;p7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2" name="Google Shape;2182;p7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3" name="Google Shape;2183;p7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4" name="Google Shape;2184;p7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5" name="Google Shape;2185;p7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6" name="Google Shape;2186;p7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7" name="Google Shape;2187;p7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8" name="Google Shape;2188;p7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89" name="Google Shape;2189;p7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0" name="Google Shape;2190;p7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1" name="Google Shape;2191;p7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2" name="Google Shape;2192;p7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3" name="Google Shape;2193;p7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4" name="Google Shape;2194;p7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5" name="Google Shape;2195;p7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6" name="Google Shape;2196;p7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7" name="Google Shape;2197;p7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8" name="Google Shape;2198;p7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199" name="Google Shape;2199;p7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0" name="Google Shape;2200;p7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1" name="Google Shape;2201;p7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2" name="Google Shape;2202;p7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3" name="Google Shape;2203;p7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4" name="Google Shape;2204;p7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5" name="Google Shape;2205;p7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6" name="Google Shape;2206;p7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7" name="Google Shape;2207;p7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8" name="Google Shape;2208;p7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09" name="Google Shape;2209;p7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0" name="Google Shape;2210;p7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1" name="Google Shape;2211;p7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2" name="Google Shape;2212;p7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3" name="Google Shape;2213;p7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4" name="Google Shape;2214;p7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5" name="Google Shape;2215;p7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6" name="Google Shape;2216;p7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7" name="Google Shape;2217;p7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8" name="Google Shape;2218;p7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19" name="Google Shape;2219;p7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0" name="Google Shape;2220;p7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1" name="Google Shape;2221;p7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2" name="Google Shape;2222;p7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3" name="Google Shape;2223;p7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4" name="Google Shape;2224;p7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5" name="Google Shape;2225;p7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6" name="Google Shape;2226;p7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7" name="Google Shape;2227;p7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8" name="Google Shape;2228;p7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29" name="Google Shape;2229;p7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0" name="Google Shape;2230;p7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1" name="Google Shape;2231;p7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2" name="Google Shape;2232;p7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3" name="Google Shape;2233;p7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4" name="Google Shape;2234;p7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5" name="Google Shape;2235;p7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6" name="Google Shape;2236;p7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7" name="Google Shape;2237;p7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8" name="Google Shape;2238;p7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39" name="Google Shape;2239;p7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0" name="Google Shape;2240;p7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1" name="Google Shape;2241;p7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2" name="Google Shape;2242;p7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3" name="Google Shape;2243;p7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4" name="Google Shape;2244;p7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5" name="Google Shape;2245;p7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6" name="Google Shape;2246;p7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7" name="Google Shape;2247;p7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8" name="Google Shape;2248;p7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49" name="Google Shape;2249;p7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0" name="Google Shape;2250;p7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1" name="Google Shape;2251;p7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2" name="Google Shape;2252;p7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3" name="Google Shape;2253;p7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4" name="Google Shape;2254;p7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5" name="Google Shape;2255;p7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6" name="Google Shape;2256;p7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7" name="Google Shape;2257;p7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8" name="Google Shape;2258;p7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59" name="Google Shape;2259;p7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0" name="Google Shape;2260;p7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1" name="Google Shape;2261;p7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2" name="Google Shape;2262;p7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3" name="Google Shape;2263;p7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4" name="Google Shape;2264;p7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5" name="Google Shape;2265;p7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6" name="Google Shape;2266;p7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7" name="Google Shape;2267;p7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8" name="Google Shape;2268;p7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69" name="Google Shape;2269;p7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0" name="Google Shape;2270;p7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1" name="Google Shape;2271;p7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2" name="Google Shape;2272;p7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3" name="Google Shape;2273;p7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4" name="Google Shape;2274;p7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5" name="Google Shape;2275;p7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6" name="Google Shape;2276;p7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7" name="Google Shape;2277;p7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8" name="Google Shape;2278;p7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79" name="Google Shape;2279;p7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0" name="Google Shape;2280;p7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1" name="Google Shape;2281;p7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2" name="Google Shape;2282;p7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3" name="Google Shape;2283;p7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4" name="Google Shape;2284;p7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5" name="Google Shape;2285;p7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6" name="Google Shape;2286;p7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7" name="Google Shape;2287;p7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8" name="Google Shape;2288;p7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89" name="Google Shape;2289;p7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0" name="Google Shape;2290;p7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1" name="Google Shape;2291;p7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2" name="Google Shape;2292;p7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3" name="Google Shape;2293;p7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4" name="Google Shape;2294;p7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5" name="Google Shape;2295;p7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6" name="Google Shape;2296;p7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7" name="Google Shape;2297;p7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8" name="Google Shape;2298;p7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299" name="Google Shape;2299;p7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0" name="Google Shape;2300;p7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1" name="Google Shape;2301;p7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2" name="Google Shape;2302;p7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3" name="Google Shape;2303;p7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4" name="Google Shape;2304;p7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5" name="Google Shape;2305;p7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6" name="Google Shape;2306;p7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7" name="Google Shape;2307;p7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8" name="Google Shape;2308;p7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09" name="Google Shape;2309;p7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0" name="Google Shape;2310;p7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1" name="Google Shape;2311;p7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2" name="Google Shape;2312;p7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3" name="Google Shape;2313;p7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4" name="Google Shape;2314;p7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5" name="Google Shape;2315;p7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6" name="Google Shape;2316;p7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7" name="Google Shape;2317;p7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8" name="Google Shape;2318;p7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19" name="Google Shape;2319;p7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0" name="Google Shape;2320;p7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1" name="Google Shape;2321;p7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2" name="Google Shape;2322;p7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3" name="Google Shape;2323;p7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4" name="Google Shape;2324;p7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5" name="Google Shape;2325;p7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6" name="Google Shape;2326;p7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7" name="Google Shape;2327;p7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8" name="Google Shape;2328;p7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29" name="Google Shape;2329;p7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0" name="Google Shape;2330;p7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1" name="Google Shape;2331;p7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2" name="Google Shape;2332;p7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3" name="Google Shape;2333;p7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4" name="Google Shape;2334;p7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5" name="Google Shape;2335;p7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6" name="Google Shape;2336;p7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7" name="Google Shape;2337;p7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8" name="Google Shape;2338;p7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39" name="Google Shape;2339;p7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0" name="Google Shape;2340;p7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1" name="Google Shape;2341;p7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2" name="Google Shape;2342;p7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3" name="Google Shape;2343;p7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4" name="Google Shape;2344;p7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5" name="Google Shape;2345;p7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6" name="Google Shape;2346;p7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7" name="Google Shape;2347;p7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8" name="Google Shape;2348;p7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49" name="Google Shape;2349;p7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0" name="Google Shape;2350;p7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1" name="Google Shape;2351;p7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2" name="Google Shape;2352;p7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3" name="Google Shape;2353;p7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4" name="Google Shape;2354;p7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5" name="Google Shape;2355;p7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6" name="Google Shape;2356;p7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7" name="Google Shape;2357;p7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8" name="Google Shape;2358;p7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59" name="Google Shape;2359;p7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0" name="Google Shape;2360;p7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1" name="Google Shape;2361;p7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2" name="Google Shape;2362;p7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3" name="Google Shape;2363;p7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4" name="Google Shape;2364;p7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5" name="Google Shape;2365;p7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6" name="Google Shape;2366;p7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7" name="Google Shape;2367;p7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8" name="Google Shape;2368;p7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69" name="Google Shape;2369;p7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0" name="Google Shape;2370;p7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1" name="Google Shape;2371;p7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2" name="Google Shape;2372;p7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3" name="Google Shape;2373;p7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4" name="Google Shape;2374;p7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5" name="Google Shape;2375;p7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6" name="Google Shape;2376;p7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7" name="Google Shape;2377;p7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8" name="Google Shape;2378;p7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79" name="Google Shape;2379;p7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0" name="Google Shape;2380;p7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1" name="Google Shape;2381;p7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2" name="Google Shape;2382;p7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3" name="Google Shape;2383;p7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4" name="Google Shape;2384;p7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5" name="Google Shape;2385;p7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6" name="Google Shape;2386;p7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7" name="Google Shape;2387;p7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8" name="Google Shape;2388;p7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89" name="Google Shape;2389;p7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0" name="Google Shape;2390;p7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1" name="Google Shape;2391;p7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2" name="Google Shape;2392;p7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3" name="Google Shape;2393;p7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4" name="Google Shape;2394;p7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5" name="Google Shape;2395;p7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6" name="Google Shape;2396;p7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7" name="Google Shape;2397;p7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8" name="Google Shape;2398;p7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399" name="Google Shape;2399;p7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0" name="Google Shape;2400;p7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1" name="Google Shape;2401;p7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2" name="Google Shape;2402;p7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3" name="Google Shape;2403;p7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4" name="Google Shape;2404;p7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5" name="Google Shape;2405;p7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6" name="Google Shape;2406;p7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7" name="Google Shape;2407;p7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8" name="Google Shape;2408;p7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09" name="Google Shape;2409;p7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0" name="Google Shape;2410;p7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1" name="Google Shape;2411;p7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2" name="Google Shape;2412;p7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3" name="Google Shape;2413;p7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4" name="Google Shape;2414;p7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5" name="Google Shape;2415;p7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6" name="Google Shape;2416;p7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7" name="Google Shape;2417;p7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8" name="Google Shape;2418;p7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19" name="Google Shape;2419;p7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0" name="Google Shape;2420;p7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1" name="Google Shape;2421;p7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2" name="Google Shape;2422;p7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3" name="Google Shape;2423;p7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4" name="Google Shape;2424;p7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5" name="Google Shape;2425;p7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6" name="Google Shape;2426;p7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7" name="Google Shape;2427;p7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8" name="Google Shape;2428;p7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29" name="Google Shape;2429;p7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0" name="Google Shape;2430;p7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1" name="Google Shape;2431;p7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2" name="Google Shape;2432;p7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3" name="Google Shape;2433;p7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4" name="Google Shape;2434;p7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5" name="Google Shape;2435;p7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6" name="Google Shape;2436;p7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7" name="Google Shape;2437;p7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8" name="Google Shape;2438;p7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39" name="Google Shape;2439;p7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0" name="Google Shape;2440;p7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1" name="Google Shape;2441;p7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2" name="Google Shape;2442;p7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3" name="Google Shape;2443;p7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4" name="Google Shape;2444;p7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5" name="Google Shape;2445;p7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6" name="Google Shape;2446;p7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7" name="Google Shape;2447;p7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8" name="Google Shape;2448;p7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49" name="Google Shape;2449;p7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0" name="Google Shape;2450;p7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1" name="Google Shape;2451;p7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2" name="Google Shape;2452;p7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3" name="Google Shape;2453;p7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4" name="Google Shape;2454;p7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5" name="Google Shape;2455;p7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6" name="Google Shape;2456;p7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7" name="Google Shape;2457;p7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8" name="Google Shape;2458;p7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59" name="Google Shape;2459;p7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0" name="Google Shape;2460;p7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1" name="Google Shape;2461;p7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2" name="Google Shape;2462;p7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3" name="Google Shape;2463;p7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4" name="Google Shape;2464;p7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5" name="Google Shape;2465;p7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6" name="Google Shape;2466;p7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7" name="Google Shape;2467;p7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8" name="Google Shape;2468;p7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69" name="Google Shape;2469;p7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0" name="Google Shape;2470;p7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1" name="Google Shape;2471;p7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2" name="Google Shape;2472;p7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3" name="Google Shape;2473;p7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4" name="Google Shape;2474;p7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5" name="Google Shape;2475;p7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6" name="Google Shape;2476;p7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7" name="Google Shape;2477;p7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8" name="Google Shape;2478;p7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79" name="Google Shape;2479;p7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0" name="Google Shape;2480;p7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1" name="Google Shape;2481;p7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2" name="Google Shape;2482;p7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3" name="Google Shape;2483;p7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4" name="Google Shape;2484;p7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5" name="Google Shape;2485;p7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6" name="Google Shape;2486;p7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7" name="Google Shape;2487;p7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8" name="Google Shape;2488;p7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89" name="Google Shape;2489;p7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0" name="Google Shape;2490;p7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1" name="Google Shape;2491;p7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2" name="Google Shape;2492;p7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3" name="Google Shape;2493;p7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4" name="Google Shape;2494;p7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5" name="Google Shape;2495;p7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6" name="Google Shape;2496;p7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7" name="Google Shape;2497;p7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8" name="Google Shape;2498;p7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499" name="Google Shape;2499;p7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0" name="Google Shape;2500;p7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1" name="Google Shape;2501;p7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2" name="Google Shape;2502;p7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3" name="Google Shape;2503;p7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4" name="Google Shape;2504;p7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5" name="Google Shape;2505;p7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6" name="Google Shape;2506;p7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7" name="Google Shape;2507;p7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8" name="Google Shape;2508;p7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09" name="Google Shape;2509;p7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0" name="Google Shape;2510;p7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1" name="Google Shape;2511;p7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2" name="Google Shape;2512;p7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3" name="Google Shape;2513;p7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4" name="Google Shape;2514;p7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5" name="Google Shape;2515;p7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6" name="Google Shape;2516;p7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7" name="Google Shape;2517;p7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8" name="Google Shape;2518;p7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19" name="Google Shape;2519;p7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0" name="Google Shape;2520;p7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1" name="Google Shape;2521;p7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2" name="Google Shape;2522;p7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3" name="Google Shape;2523;p7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4" name="Google Shape;2524;p7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5" name="Google Shape;2525;p7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6" name="Google Shape;2526;p7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7" name="Google Shape;2527;p7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8" name="Google Shape;2528;p7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29" name="Google Shape;2529;p7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0" name="Google Shape;2530;p7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1" name="Google Shape;2531;p7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2" name="Google Shape;2532;p7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3" name="Google Shape;2533;p7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4" name="Google Shape;2534;p7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5" name="Google Shape;2535;p7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6" name="Google Shape;2536;p7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7" name="Google Shape;2537;p7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8" name="Google Shape;2538;p7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39" name="Google Shape;2539;p7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0" name="Google Shape;2540;p7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1" name="Google Shape;2541;p7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2" name="Google Shape;2542;p7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3" name="Google Shape;2543;p7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4" name="Google Shape;2544;p7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5" name="Google Shape;2545;p7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6" name="Google Shape;2546;p7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7" name="Google Shape;2547;p7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8" name="Google Shape;2548;p7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49" name="Google Shape;2549;p7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0" name="Google Shape;2550;p7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1" name="Google Shape;2551;p7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2" name="Google Shape;2552;p7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3" name="Google Shape;2553;p7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4" name="Google Shape;2554;p7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5" name="Google Shape;2555;p7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6" name="Google Shape;2556;p7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7" name="Google Shape;2557;p7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8" name="Google Shape;2558;p7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59" name="Google Shape;2559;p7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0" name="Google Shape;2560;p7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1" name="Google Shape;2561;p7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2" name="Google Shape;2562;p7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3" name="Google Shape;2563;p7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4" name="Google Shape;2564;p7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5" name="Google Shape;2565;p7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6" name="Google Shape;2566;p7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7" name="Google Shape;2567;p7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8" name="Google Shape;2568;p7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69" name="Google Shape;2569;p7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0" name="Google Shape;2570;p7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1" name="Google Shape;2571;p7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2" name="Google Shape;2572;p7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3" name="Google Shape;2573;p7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4" name="Google Shape;2574;p7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5" name="Google Shape;2575;p7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6" name="Google Shape;2576;p7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7" name="Google Shape;2577;p7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8" name="Google Shape;2578;p7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79" name="Google Shape;2579;p7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0" name="Google Shape;2580;p7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1" name="Google Shape;2581;p7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2" name="Google Shape;2582;p7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3" name="Google Shape;2583;p7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4" name="Google Shape;2584;p7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5" name="Google Shape;2585;p7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6" name="Google Shape;2586;p7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7" name="Google Shape;2587;p7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8" name="Google Shape;2588;p7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89" name="Google Shape;2589;p7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0" name="Google Shape;2590;p7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1" name="Google Shape;2591;p7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2" name="Google Shape;2592;p7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3" name="Google Shape;2593;p7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4" name="Google Shape;2594;p7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5" name="Google Shape;2595;p7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6" name="Google Shape;2596;p7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7" name="Google Shape;2597;p7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8" name="Google Shape;2598;p7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599" name="Google Shape;2599;p7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0" name="Google Shape;2600;p7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1" name="Google Shape;2601;p7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2" name="Google Shape;2602;p7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3" name="Google Shape;2603;p7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4" name="Google Shape;2604;p7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5" name="Google Shape;2605;p7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6" name="Google Shape;2606;p7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7" name="Google Shape;2607;p7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8" name="Google Shape;2608;p7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09" name="Google Shape;2609;p7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0" name="Google Shape;2610;p7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1" name="Google Shape;2611;p7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2" name="Google Shape;2612;p7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3" name="Google Shape;2613;p7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4" name="Google Shape;2614;p7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5" name="Google Shape;2615;p7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6" name="Google Shape;2616;p7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7" name="Google Shape;2617;p7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8" name="Google Shape;2618;p7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19" name="Google Shape;2619;p7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0" name="Google Shape;2620;p7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1" name="Google Shape;2621;p7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2" name="Google Shape;2622;p7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3" name="Google Shape;2623;p7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4" name="Google Shape;2624;p7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5" name="Google Shape;2625;p7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6" name="Google Shape;2626;p7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7" name="Google Shape;2627;p7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8" name="Google Shape;2628;p7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29" name="Google Shape;2629;p7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0" name="Google Shape;2630;p7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1" name="Google Shape;2631;p7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2" name="Google Shape;2632;p7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3" name="Google Shape;2633;p7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4" name="Google Shape;2634;p7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5" name="Google Shape;2635;p7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6" name="Google Shape;2636;p7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7" name="Google Shape;2637;p7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8" name="Google Shape;2638;p7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39" name="Google Shape;2639;p7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0" name="Google Shape;2640;p7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1" name="Google Shape;2641;p7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2" name="Google Shape;2642;p7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3" name="Google Shape;2643;p7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4" name="Google Shape;2644;p7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5" name="Google Shape;2645;p7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6" name="Google Shape;2646;p7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7" name="Google Shape;2647;p7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8" name="Google Shape;2648;p7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49" name="Google Shape;2649;p7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0" name="Google Shape;2650;p7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1" name="Google Shape;2651;p7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2" name="Google Shape;2652;p7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3" name="Google Shape;2653;p7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4" name="Google Shape;2654;p7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5" name="Google Shape;2655;p7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6" name="Google Shape;2656;p7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7" name="Google Shape;2657;p7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8" name="Google Shape;2658;p7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59" name="Google Shape;2659;p7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0" name="Google Shape;2660;p7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1" name="Google Shape;2661;p7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2" name="Google Shape;2662;p7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3" name="Google Shape;2663;p7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4" name="Google Shape;2664;p7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5" name="Google Shape;2665;p7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6" name="Google Shape;2666;p7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7" name="Google Shape;2667;p7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8" name="Google Shape;2668;p7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69" name="Google Shape;2669;p7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0" name="Google Shape;2670;p7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1" name="Google Shape;2671;p7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2" name="Google Shape;2672;p7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3" name="Google Shape;2673;p7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4" name="Google Shape;2674;p7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5" name="Google Shape;2675;p7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6" name="Google Shape;2676;p7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7" name="Google Shape;2677;p7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8" name="Google Shape;2678;p7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79" name="Google Shape;2679;p7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0" name="Google Shape;2680;p7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1" name="Google Shape;2681;p7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2" name="Google Shape;2682;p7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3" name="Google Shape;2683;p7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4" name="Google Shape;2684;p7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5" name="Google Shape;2685;p7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6" name="Google Shape;2686;p7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7" name="Google Shape;2687;p7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8" name="Google Shape;2688;p7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89" name="Google Shape;2689;p7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0" name="Google Shape;2690;p7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1" name="Google Shape;2691;p7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2" name="Google Shape;2692;p7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3" name="Google Shape;2693;p7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4" name="Google Shape;2694;p7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5" name="Google Shape;2695;p7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6" name="Google Shape;2696;p7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7" name="Google Shape;2697;p7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8" name="Google Shape;2698;p7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699" name="Google Shape;2699;p7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0" name="Google Shape;2700;p7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1" name="Google Shape;2701;p7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2" name="Google Shape;2702;p7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3" name="Google Shape;2703;p7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4" name="Google Shape;2704;p7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5" name="Google Shape;2705;p7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6" name="Google Shape;2706;p7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7" name="Google Shape;2707;p7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8" name="Google Shape;2708;p7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09" name="Google Shape;2709;p7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0" name="Google Shape;2710;p7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1" name="Google Shape;2711;p7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2" name="Google Shape;2712;p7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3" name="Google Shape;2713;p7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4" name="Google Shape;2714;p7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5" name="Google Shape;2715;p7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6" name="Google Shape;2716;p7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7" name="Google Shape;2717;p7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8" name="Google Shape;2718;p7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19" name="Google Shape;2719;p7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0" name="Google Shape;2720;p7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1" name="Google Shape;2721;p7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2" name="Google Shape;2722;p7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3" name="Google Shape;2723;p7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4" name="Google Shape;2724;p7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5" name="Google Shape;2725;p7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6" name="Google Shape;2726;p7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7" name="Google Shape;2727;p7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8" name="Google Shape;2728;p7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29" name="Google Shape;2729;p7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0" name="Google Shape;2730;p7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1" name="Google Shape;2731;p7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2" name="Google Shape;2732;p7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3" name="Google Shape;2733;p7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4" name="Google Shape;2734;p7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5" name="Google Shape;2735;p7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6" name="Google Shape;2736;p7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7" name="Google Shape;2737;p7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8" name="Google Shape;2738;p7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39" name="Google Shape;2739;p7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0" name="Google Shape;2740;p7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1" name="Google Shape;2741;p7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2" name="Google Shape;2742;p7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3" name="Google Shape;2743;p7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4" name="Google Shape;2744;p7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5" name="Google Shape;2745;p7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6" name="Google Shape;2746;p7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7" name="Google Shape;2747;p7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8" name="Google Shape;2748;p7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49" name="Google Shape;2749;p7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0" name="Google Shape;2750;p7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1" name="Google Shape;2751;p7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2" name="Google Shape;2752;p7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3" name="Google Shape;2753;p7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4" name="Google Shape;2754;p7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5" name="Google Shape;2755;p7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6" name="Google Shape;2756;p7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7" name="Google Shape;2757;p7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8" name="Google Shape;2758;p7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59" name="Google Shape;2759;p7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0" name="Google Shape;2760;p7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1" name="Google Shape;2761;p7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2" name="Google Shape;2762;p7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3" name="Google Shape;2763;p7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4" name="Google Shape;2764;p7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5" name="Google Shape;2765;p7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6" name="Google Shape;2766;p7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7" name="Google Shape;2767;p7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8" name="Google Shape;2768;p7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69" name="Google Shape;2769;p7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0" name="Google Shape;2770;p7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1" name="Google Shape;2771;p7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2" name="Google Shape;2772;p7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3" name="Google Shape;2773;p7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4" name="Google Shape;2774;p7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5" name="Google Shape;2775;p7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6" name="Google Shape;2776;p7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7" name="Google Shape;2777;p7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8" name="Google Shape;2778;p7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79" name="Google Shape;2779;p7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0" name="Google Shape;2780;p7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1" name="Google Shape;2781;p7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2" name="Google Shape;2782;p7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3" name="Google Shape;2783;p7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4" name="Google Shape;2784;p7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5" name="Google Shape;2785;p7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6" name="Google Shape;2786;p7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7" name="Google Shape;2787;p7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8" name="Google Shape;2788;p7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89" name="Google Shape;2789;p7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0" name="Google Shape;2790;p7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1" name="Google Shape;2791;p7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2" name="Google Shape;2792;p7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3" name="Google Shape;2793;p7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4" name="Google Shape;2794;p7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5" name="Google Shape;2795;p7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6" name="Google Shape;2796;p7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7" name="Google Shape;2797;p7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8" name="Google Shape;2798;p7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799" name="Google Shape;2799;p7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0" name="Google Shape;2800;p7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1" name="Google Shape;2801;p7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2" name="Google Shape;2802;p7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3" name="Google Shape;2803;p7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4" name="Google Shape;2804;p7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5" name="Google Shape;2805;p7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6" name="Google Shape;2806;p7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7" name="Google Shape;2807;p7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8" name="Google Shape;2808;p7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09" name="Google Shape;2809;p7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0" name="Google Shape;2810;p7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1" name="Google Shape;2811;p7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2" name="Google Shape;2812;p7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3" name="Google Shape;2813;p7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4" name="Google Shape;2814;p7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5" name="Google Shape;2815;p7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6" name="Google Shape;2816;p7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7" name="Google Shape;2817;p7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8" name="Google Shape;2818;p7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19" name="Google Shape;2819;p7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0" name="Google Shape;2820;p7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1" name="Google Shape;2821;p7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2" name="Google Shape;2822;p7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3" name="Google Shape;2823;p7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4" name="Google Shape;2824;p7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5" name="Google Shape;2825;p7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6" name="Google Shape;2826;p7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7" name="Google Shape;2827;p7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8" name="Google Shape;2828;p7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29" name="Google Shape;2829;p7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0" name="Google Shape;2830;p7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1" name="Google Shape;2831;p7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2" name="Google Shape;2832;p7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3" name="Google Shape;2833;p7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4" name="Google Shape;2834;p7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5" name="Google Shape;2835;p7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6" name="Google Shape;2836;p7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7" name="Google Shape;2837;p7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8" name="Google Shape;2838;p7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39" name="Google Shape;2839;p7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0" name="Google Shape;2840;p7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1" name="Google Shape;2841;p7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2" name="Google Shape;2842;p7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3" name="Google Shape;2843;p7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4" name="Google Shape;2844;p7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5" name="Google Shape;2845;p7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6" name="Google Shape;2846;p7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7" name="Google Shape;2847;p7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8" name="Google Shape;2848;p7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49" name="Google Shape;2849;p7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0" name="Google Shape;2850;p7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1" name="Google Shape;2851;p7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2" name="Google Shape;2852;p7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3" name="Google Shape;2853;p7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4" name="Google Shape;2854;p7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5" name="Google Shape;2855;p7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6" name="Google Shape;2856;p7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7" name="Google Shape;2857;p7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8" name="Google Shape;2858;p7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59" name="Google Shape;2859;p7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0" name="Google Shape;2860;p7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1" name="Google Shape;2861;p7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2" name="Google Shape;2862;p7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3" name="Google Shape;2863;p7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4" name="Google Shape;2864;p7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5" name="Google Shape;2865;p7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6" name="Google Shape;2866;p7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7" name="Google Shape;2867;p7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8" name="Google Shape;2868;p7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69" name="Google Shape;2869;p7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0" name="Google Shape;2870;p7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1" name="Google Shape;2871;p7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2" name="Google Shape;2872;p7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3" name="Google Shape;2873;p7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4" name="Google Shape;2874;p7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5" name="Google Shape;2875;p7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6" name="Google Shape;2876;p7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7" name="Google Shape;2877;p7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8" name="Google Shape;2878;p7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79" name="Google Shape;2879;p7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0" name="Google Shape;2880;p7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1" name="Google Shape;2881;p7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2" name="Google Shape;2882;p7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3" name="Google Shape;2883;p7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4" name="Google Shape;2884;p7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5" name="Google Shape;2885;p7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6" name="Google Shape;2886;p7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7" name="Google Shape;2887;p7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8" name="Google Shape;2888;p7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89" name="Google Shape;2889;p7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0" name="Google Shape;2890;p7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1" name="Google Shape;2891;p7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2" name="Google Shape;2892;p7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3" name="Google Shape;2893;p7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4" name="Google Shape;2894;p7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5" name="Google Shape;2895;p7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6" name="Google Shape;2896;p7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7" name="Google Shape;2897;p7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8" name="Google Shape;2898;p7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899" name="Google Shape;2899;p7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0" name="Google Shape;2900;p7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1" name="Google Shape;2901;p7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2" name="Google Shape;2902;p7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3" name="Google Shape;2903;p7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4" name="Google Shape;2904;p7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5" name="Google Shape;2905;p7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6" name="Google Shape;2906;p7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7" name="Google Shape;2907;p7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8" name="Google Shape;2908;p7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09" name="Google Shape;2909;p7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0" name="Google Shape;2910;p7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1" name="Google Shape;2911;p7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2" name="Google Shape;2912;p7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3" name="Google Shape;2913;p7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4" name="Google Shape;2914;p7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5" name="Google Shape;2915;p7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6" name="Google Shape;2916;p7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7" name="Google Shape;2917;p7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8" name="Google Shape;2918;p7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19" name="Google Shape;2919;p7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0" name="Google Shape;2920;p7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1" name="Google Shape;2921;p7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2" name="Google Shape;2922;p7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3" name="Google Shape;2923;p7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4" name="Google Shape;2924;p7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5" name="Google Shape;2925;p7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6" name="Google Shape;2926;p7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7" name="Google Shape;2927;p7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8" name="Google Shape;2928;p7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29" name="Google Shape;2929;p7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0" name="Google Shape;2930;p7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1" name="Google Shape;2931;p7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2" name="Google Shape;2932;p7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3" name="Google Shape;2933;p7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4" name="Google Shape;2934;p7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5" name="Google Shape;2935;p7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6" name="Google Shape;2936;p7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7" name="Google Shape;2937;p7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8" name="Google Shape;2938;p7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39" name="Google Shape;2939;p7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0" name="Google Shape;2940;p7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1" name="Google Shape;2941;p7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2" name="Google Shape;2942;p7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3" name="Google Shape;2943;p7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4" name="Google Shape;2944;p7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5" name="Google Shape;2945;p7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6" name="Google Shape;2946;p7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7" name="Google Shape;2947;p7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8" name="Google Shape;2948;p7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49" name="Google Shape;2949;p7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0" name="Google Shape;2950;p7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1" name="Google Shape;2951;p7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2" name="Google Shape;2952;p7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3" name="Google Shape;2953;p7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4" name="Google Shape;2954;p7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5" name="Google Shape;2955;p7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6" name="Google Shape;2956;p7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7" name="Google Shape;2957;p7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8" name="Google Shape;2958;p7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59" name="Google Shape;2959;p7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0" name="Google Shape;2960;p7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1" name="Google Shape;2961;p7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2" name="Google Shape;2962;p7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3" name="Google Shape;2963;p7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4" name="Google Shape;2964;p7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5" name="Google Shape;2965;p7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6" name="Google Shape;2966;p7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7" name="Google Shape;2967;p7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8" name="Google Shape;2968;p7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69" name="Google Shape;2969;p7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0" name="Google Shape;2970;p7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1" name="Google Shape;2971;p7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2" name="Google Shape;2972;p7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3" name="Google Shape;2973;p7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4" name="Google Shape;2974;p7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5" name="Google Shape;2975;p7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6" name="Google Shape;2976;p7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7" name="Google Shape;2977;p7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8" name="Google Shape;2978;p7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79" name="Google Shape;2979;p7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0" name="Google Shape;2980;p7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1" name="Google Shape;2981;p7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2" name="Google Shape;2982;p7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3" name="Google Shape;2983;p7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4" name="Google Shape;2984;p7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5" name="Google Shape;2985;p7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6" name="Google Shape;2986;p7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7" name="Google Shape;2987;p7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8" name="Google Shape;2988;p7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89" name="Google Shape;2989;p7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0" name="Google Shape;2990;p7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1" name="Google Shape;2991;p7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2" name="Google Shape;2992;p7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3" name="Google Shape;2993;p7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4" name="Google Shape;2994;p7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5" name="Google Shape;2995;p7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6" name="Google Shape;2996;p7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7" name="Google Shape;2997;p7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8" name="Google Shape;2998;p7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2999" name="Google Shape;2999;p7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0" name="Google Shape;3000;p7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1" name="Google Shape;3001;p7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2" name="Google Shape;3002;p7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3" name="Google Shape;3003;p7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4" name="Google Shape;3004;p7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5" name="Google Shape;3005;p7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6" name="Google Shape;3006;p7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7" name="Google Shape;3007;p7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8" name="Google Shape;3008;p7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09" name="Google Shape;3009;p7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0" name="Google Shape;3010;p7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1" name="Google Shape;3011;p7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2" name="Google Shape;3012;p7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3" name="Google Shape;3013;p7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4" name="Google Shape;3014;p7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5" name="Google Shape;3015;p7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6" name="Google Shape;3016;p7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7" name="Google Shape;3017;p7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8" name="Google Shape;3018;p7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19" name="Google Shape;3019;p7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0" name="Google Shape;3020;p7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1" name="Google Shape;3021;p7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2" name="Google Shape;3022;p7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3" name="Google Shape;3023;p7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4" name="Google Shape;3024;p7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5" name="Google Shape;3025;p7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6" name="Google Shape;3026;p7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7" name="Google Shape;3027;p7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8" name="Google Shape;3028;p7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29" name="Google Shape;3029;p7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0" name="Google Shape;3030;p7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1" name="Google Shape;3031;p7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2" name="Google Shape;3032;p7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3" name="Google Shape;3033;p7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4" name="Google Shape;3034;p7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5" name="Google Shape;3035;p7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6" name="Google Shape;3036;p7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7" name="Google Shape;3037;p7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8" name="Google Shape;3038;p7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39" name="Google Shape;3039;p7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0" name="Google Shape;3040;p7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1" name="Google Shape;3041;p7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2" name="Google Shape;3042;p7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3" name="Google Shape;3043;p7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4" name="Google Shape;3044;p7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5" name="Google Shape;3045;p7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6" name="Google Shape;3046;p7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7" name="Google Shape;3047;p7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8" name="Google Shape;3048;p7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49" name="Google Shape;3049;p7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0" name="Google Shape;3050;p7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1" name="Google Shape;3051;p7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2" name="Google Shape;3052;p7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3" name="Google Shape;3053;p7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4" name="Google Shape;3054;p7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5" name="Google Shape;3055;p7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6" name="Google Shape;3056;p7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7" name="Google Shape;3057;p7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8" name="Google Shape;3058;p7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59" name="Google Shape;3059;p7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0" name="Google Shape;3060;p7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1" name="Google Shape;3061;p7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2" name="Google Shape;3062;p7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3" name="Google Shape;3063;p7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4" name="Google Shape;3064;p7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5" name="Google Shape;3065;p7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6" name="Google Shape;3066;p7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7" name="Google Shape;3067;p7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8" name="Google Shape;3068;p7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69" name="Google Shape;3069;p7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0" name="Google Shape;3070;p7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1" name="Google Shape;3071;p7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2" name="Google Shape;3072;p7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3" name="Google Shape;3073;p7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4" name="Google Shape;3074;p7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5" name="Google Shape;3075;p7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6" name="Google Shape;3076;p7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7" name="Google Shape;3077;p7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8" name="Google Shape;3078;p7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79" name="Google Shape;3079;p7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0" name="Google Shape;3080;p7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1" name="Google Shape;3081;p7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2" name="Google Shape;3082;p7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3" name="Google Shape;3083;p7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4" name="Google Shape;3084;p7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5" name="Google Shape;3085;p7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6" name="Google Shape;3086;p7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7" name="Google Shape;3087;p7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8" name="Google Shape;3088;p7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89" name="Google Shape;3089;p7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0" name="Google Shape;3090;p7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1" name="Google Shape;3091;p7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2" name="Google Shape;3092;p7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3" name="Google Shape;3093;p7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4" name="Google Shape;3094;p7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5" name="Google Shape;3095;p7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6" name="Google Shape;3096;p7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7" name="Google Shape;3097;p7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8" name="Google Shape;3098;p7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099" name="Google Shape;3099;p7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0" name="Google Shape;3100;p7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1" name="Google Shape;3101;p7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2" name="Google Shape;3102;p7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3" name="Google Shape;3103;p7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4" name="Google Shape;3104;p7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5" name="Google Shape;3105;p7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6" name="Google Shape;3106;p7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7" name="Google Shape;3107;p7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8" name="Google Shape;3108;p7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09" name="Google Shape;3109;p7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0" name="Google Shape;3110;p7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1" name="Google Shape;3111;p7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2" name="Google Shape;3112;p7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3" name="Google Shape;3113;p7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4" name="Google Shape;3114;p7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5" name="Google Shape;3115;p7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6" name="Google Shape;3116;p7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7" name="Google Shape;3117;p7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8" name="Google Shape;3118;p7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19" name="Google Shape;3119;p7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0" name="Google Shape;3120;p7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1" name="Google Shape;3121;p7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2" name="Google Shape;3122;p7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3" name="Google Shape;3123;p7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4" name="Google Shape;3124;p7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5" name="Google Shape;3125;p7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6" name="Google Shape;3126;p7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7" name="Google Shape;3127;p7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8" name="Google Shape;3128;p7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29" name="Google Shape;3129;p7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0" name="Google Shape;3130;p7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1" name="Google Shape;3131;p7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2" name="Google Shape;3132;p7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3" name="Google Shape;3133;p7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4" name="Google Shape;3134;p7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5" name="Google Shape;3135;p7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6" name="Google Shape;3136;p7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7" name="Google Shape;3137;p7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8" name="Google Shape;3138;p7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39" name="Google Shape;3139;p7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0" name="Google Shape;3140;p7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1" name="Google Shape;3141;p7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2" name="Google Shape;3142;p7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3" name="Google Shape;3143;p7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4" name="Google Shape;3144;p7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5" name="Google Shape;3145;p7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6" name="Google Shape;3146;p7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7" name="Google Shape;3147;p7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8" name="Google Shape;3148;p7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49" name="Google Shape;3149;p7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0" name="Google Shape;3150;p7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1" name="Google Shape;3151;p7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2" name="Google Shape;3152;p7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3" name="Google Shape;3153;p7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4" name="Google Shape;3154;p7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5" name="Google Shape;3155;p7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6" name="Google Shape;3156;p7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7" name="Google Shape;3157;p7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8" name="Google Shape;3158;p7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59" name="Google Shape;3159;p7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0" name="Google Shape;3160;p7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1" name="Google Shape;3161;p7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2" name="Google Shape;3162;p7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3" name="Google Shape;3163;p7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4" name="Google Shape;3164;p7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5" name="Google Shape;3165;p7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6" name="Google Shape;3166;p7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7" name="Google Shape;3167;p7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8" name="Google Shape;3168;p7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69" name="Google Shape;3169;p7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0" name="Google Shape;3170;p7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1" name="Google Shape;3171;p7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2" name="Google Shape;3172;p7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3" name="Google Shape;3173;p7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4" name="Google Shape;3174;p7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5" name="Google Shape;3175;p7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6" name="Google Shape;3176;p7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7" name="Google Shape;3177;p7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8" name="Google Shape;3178;p7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79" name="Google Shape;3179;p7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0" name="Google Shape;3180;p7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1" name="Google Shape;3181;p7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2" name="Google Shape;3182;p7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3" name="Google Shape;3183;p7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4" name="Google Shape;3184;p7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5" name="Google Shape;3185;p7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6" name="Google Shape;3186;p7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7" name="Google Shape;3187;p7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8" name="Google Shape;3188;p7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89" name="Google Shape;3189;p7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0" name="Google Shape;3190;p7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1" name="Google Shape;3191;p7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2" name="Google Shape;3192;p7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3" name="Google Shape;3193;p7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4" name="Google Shape;3194;p7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5" name="Google Shape;3195;p7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6" name="Google Shape;3196;p7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7" name="Google Shape;3197;p7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8" name="Google Shape;3198;p7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199" name="Google Shape;3199;p7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0" name="Google Shape;3200;p7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1" name="Google Shape;3201;p7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2" name="Google Shape;3202;p7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3" name="Google Shape;3203;p7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4" name="Google Shape;3204;p7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5" name="Google Shape;3205;p7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6" name="Google Shape;3206;p7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7" name="Google Shape;3207;p7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8" name="Google Shape;3208;p7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09" name="Google Shape;3209;p7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0" name="Google Shape;3210;p7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1" name="Google Shape;3211;p7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2" name="Google Shape;3212;p7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3" name="Google Shape;3213;p7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4" name="Google Shape;3214;p7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5" name="Google Shape;3215;p7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6" name="Google Shape;3216;p7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7" name="Google Shape;3217;p7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8" name="Google Shape;3218;p7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19" name="Google Shape;3219;p7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0" name="Google Shape;3220;p7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1" name="Google Shape;3221;p7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2" name="Google Shape;3222;p7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3" name="Google Shape;3223;p7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4" name="Google Shape;3224;p7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5" name="Google Shape;3225;p7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6" name="Google Shape;3226;p7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7" name="Google Shape;3227;p7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8" name="Google Shape;3228;p7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29" name="Google Shape;3229;p7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0" name="Google Shape;3230;p7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1" name="Google Shape;3231;p7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2" name="Google Shape;3232;p7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3" name="Google Shape;3233;p7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4" name="Google Shape;3234;p7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5" name="Google Shape;3235;p7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6" name="Google Shape;3236;p7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7" name="Google Shape;3237;p7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8" name="Google Shape;3238;p7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39" name="Google Shape;3239;p7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0" name="Google Shape;3240;p7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1" name="Google Shape;3241;p7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2" name="Google Shape;3242;p7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3" name="Google Shape;3243;p7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4" name="Google Shape;3244;p7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5" name="Google Shape;3245;p7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6" name="Google Shape;3246;p7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7" name="Google Shape;3247;p7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8" name="Google Shape;3248;p7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49" name="Google Shape;3249;p7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0" name="Google Shape;3250;p7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1" name="Google Shape;3251;p7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2" name="Google Shape;3252;p7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3" name="Google Shape;3253;p7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4" name="Google Shape;3254;p7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5" name="Google Shape;3255;p7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6" name="Google Shape;3256;p7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7" name="Google Shape;3257;p7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8" name="Google Shape;3258;p7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59" name="Google Shape;3259;p7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0" name="Google Shape;3260;p7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1" name="Google Shape;3261;p7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2" name="Google Shape;3262;p7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3" name="Google Shape;3263;p7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4" name="Google Shape;3264;p7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5" name="Google Shape;3265;p7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6" name="Google Shape;3266;p7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7" name="Google Shape;3267;p7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8" name="Google Shape;3268;p7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69" name="Google Shape;3269;p7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0" name="Google Shape;3270;p7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1" name="Google Shape;3271;p7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2" name="Google Shape;3272;p7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3" name="Google Shape;3273;p7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4" name="Google Shape;3274;p7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5" name="Google Shape;3275;p7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6" name="Google Shape;3276;p7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7" name="Google Shape;3277;p7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8" name="Google Shape;3278;p7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79" name="Google Shape;3279;p7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0" name="Google Shape;3280;p7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1" name="Google Shape;3281;p7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2" name="Google Shape;3282;p7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3" name="Google Shape;3283;p7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4" name="Google Shape;3284;p7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5" name="Google Shape;3285;p7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6" name="Google Shape;3286;p7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7" name="Google Shape;3287;p7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8" name="Google Shape;3288;p7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89" name="Google Shape;3289;p7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0" name="Google Shape;3290;p7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1" name="Google Shape;3291;p7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2" name="Google Shape;3292;p7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3" name="Google Shape;3293;p7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4" name="Google Shape;3294;p7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5" name="Google Shape;3295;p7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6" name="Google Shape;3296;p7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7" name="Google Shape;3297;p7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8" name="Google Shape;3298;p7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299" name="Google Shape;3299;p7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0" name="Google Shape;3300;p7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1" name="Google Shape;3301;p7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2" name="Google Shape;3302;p7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3" name="Google Shape;3303;p7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4" name="Google Shape;3304;p7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5" name="Google Shape;3305;p7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6" name="Google Shape;3306;p7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7" name="Google Shape;3307;p7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8" name="Google Shape;3308;p7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09" name="Google Shape;3309;p7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0" name="Google Shape;3310;p7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1" name="Google Shape;3311;p7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2" name="Google Shape;3312;p7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3" name="Google Shape;3313;p7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4" name="Google Shape;3314;p7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5" name="Google Shape;3315;p7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6" name="Google Shape;3316;p7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7" name="Google Shape;3317;p7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8" name="Google Shape;3318;p7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19" name="Google Shape;3319;p7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0" name="Google Shape;3320;p7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1" name="Google Shape;3321;p7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2" name="Google Shape;3322;p7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3" name="Google Shape;3323;p7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4" name="Google Shape;3324;p7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5" name="Google Shape;3325;p7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6" name="Google Shape;3326;p7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7" name="Google Shape;3327;p7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8" name="Google Shape;3328;p7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29" name="Google Shape;3329;p7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0" name="Google Shape;3330;p7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1" name="Google Shape;3331;p7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2" name="Google Shape;3332;p7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3" name="Google Shape;3333;p7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4" name="Google Shape;3334;p7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5" name="Google Shape;3335;p7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6" name="Google Shape;3336;p7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7" name="Google Shape;3337;p7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8" name="Google Shape;3338;p7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39" name="Google Shape;3339;p7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0" name="Google Shape;3340;p7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1" name="Google Shape;3341;p7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2" name="Google Shape;3342;p7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3" name="Google Shape;3343;p7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4" name="Google Shape;3344;p7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5" name="Google Shape;3345;p7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6" name="Google Shape;3346;p7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7" name="Google Shape;3347;p7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8" name="Google Shape;3348;p7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49" name="Google Shape;3349;p7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0" name="Google Shape;3350;p7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1" name="Google Shape;3351;p7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2" name="Google Shape;3352;p7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3" name="Google Shape;3353;p7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4" name="Google Shape;3354;p7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5" name="Google Shape;3355;p7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6" name="Google Shape;3356;p7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7" name="Google Shape;3357;p7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8" name="Google Shape;3358;p7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59" name="Google Shape;3359;p7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0" name="Google Shape;3360;p7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1" name="Google Shape;3361;p7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2" name="Google Shape;3362;p7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3" name="Google Shape;3363;p7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4" name="Google Shape;3364;p7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5" name="Google Shape;3365;p7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6" name="Google Shape;3366;p7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7" name="Google Shape;3367;p7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8" name="Google Shape;3368;p7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69" name="Google Shape;3369;p7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0" name="Google Shape;3370;p7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1" name="Google Shape;3371;p7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2" name="Google Shape;3372;p7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3" name="Google Shape;3373;p7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4" name="Google Shape;3374;p7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5" name="Google Shape;3375;p7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6" name="Google Shape;3376;p7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7" name="Google Shape;3377;p7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8" name="Google Shape;3378;p7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79" name="Google Shape;3379;p7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0" name="Google Shape;3380;p7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1" name="Google Shape;3381;p7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2" name="Google Shape;3382;p7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3" name="Google Shape;3383;p7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4" name="Google Shape;3384;p7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5" name="Google Shape;3385;p7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6" name="Google Shape;3386;p7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7" name="Google Shape;3387;p7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8" name="Google Shape;3388;p7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89" name="Google Shape;3389;p7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0" name="Google Shape;3390;p7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1" name="Google Shape;3391;p7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2" name="Google Shape;3392;p7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3" name="Google Shape;3393;p7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4" name="Google Shape;3394;p7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5" name="Google Shape;3395;p7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6" name="Google Shape;3396;p7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7" name="Google Shape;3397;p7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8" name="Google Shape;3398;p7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399" name="Google Shape;3399;p7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0" name="Google Shape;3400;p7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1" name="Google Shape;3401;p7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2" name="Google Shape;3402;p7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3" name="Google Shape;3403;p7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4" name="Google Shape;3404;p7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5" name="Google Shape;3405;p7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6" name="Google Shape;3406;p7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7" name="Google Shape;3407;p7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8" name="Google Shape;3408;p7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09" name="Google Shape;3409;p7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0" name="Google Shape;3410;p7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1" name="Google Shape;3411;p7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2" name="Google Shape;3412;p7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3" name="Google Shape;3413;p7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4" name="Google Shape;3414;p7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5" name="Google Shape;3415;p7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6" name="Google Shape;3416;p7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7" name="Google Shape;3417;p7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8" name="Google Shape;3418;p7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19" name="Google Shape;3419;p7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0" name="Google Shape;3420;p7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1" name="Google Shape;3421;p7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2" name="Google Shape;3422;p7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3" name="Google Shape;3423;p7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4" name="Google Shape;3424;p7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5" name="Google Shape;3425;p7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6" name="Google Shape;3426;p7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7" name="Google Shape;3427;p7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8" name="Google Shape;3428;p7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29" name="Google Shape;3429;p7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0" name="Google Shape;3430;p7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1" name="Google Shape;3431;p7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2" name="Google Shape;3432;p7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3" name="Google Shape;3433;p7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4" name="Google Shape;3434;p7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5" name="Google Shape;3435;p7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6" name="Google Shape;3436;p7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7" name="Google Shape;3437;p7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8" name="Google Shape;3438;p7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39" name="Google Shape;3439;p7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0" name="Google Shape;3440;p7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1" name="Google Shape;3441;p7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2" name="Google Shape;3442;p7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3" name="Google Shape;3443;p7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4" name="Google Shape;3444;p7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5" name="Google Shape;3445;p7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6" name="Google Shape;3446;p7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7" name="Google Shape;3447;p7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8" name="Google Shape;3448;p7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49" name="Google Shape;3449;p7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0" name="Google Shape;3450;p7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1" name="Google Shape;3451;p7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2" name="Google Shape;3452;p7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3" name="Google Shape;3453;p7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4" name="Google Shape;3454;p7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5" name="Google Shape;3455;p7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6" name="Google Shape;3456;p7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7" name="Google Shape;3457;p7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8" name="Google Shape;3458;p7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59" name="Google Shape;3459;p7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0" name="Google Shape;3460;p7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1" name="Google Shape;3461;p7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2" name="Google Shape;3462;p7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3" name="Google Shape;3463;p7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4" name="Google Shape;3464;p7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5" name="Google Shape;3465;p7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6" name="Google Shape;3466;p7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7" name="Google Shape;3467;p7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8" name="Google Shape;3468;p7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69" name="Google Shape;3469;p7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0" name="Google Shape;3470;p7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1" name="Google Shape;3471;p7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2" name="Google Shape;3472;p7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3" name="Google Shape;3473;p7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4" name="Google Shape;3474;p7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5" name="Google Shape;3475;p7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6" name="Google Shape;3476;p7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7" name="Google Shape;3477;p7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8" name="Google Shape;3478;p7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79" name="Google Shape;3479;p7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0" name="Google Shape;3480;p7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1" name="Google Shape;3481;p7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2" name="Google Shape;3482;p7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3" name="Google Shape;3483;p7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4" name="Google Shape;3484;p7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5" name="Google Shape;3485;p7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6" name="Google Shape;3486;p7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7" name="Google Shape;3487;p7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8" name="Google Shape;3488;p7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89" name="Google Shape;3489;p7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0" name="Google Shape;3490;p7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1" name="Google Shape;3491;p7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2" name="Google Shape;3492;p7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3" name="Google Shape;3493;p7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4" name="Google Shape;3494;p7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5" name="Google Shape;3495;p7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6" name="Google Shape;3496;p7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7" name="Google Shape;3497;p7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8" name="Google Shape;3498;p7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499" name="Google Shape;3499;p7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0" name="Google Shape;3500;p7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1" name="Google Shape;3501;p7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2" name="Google Shape;3502;p7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3" name="Google Shape;3503;p7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4" name="Google Shape;3504;p7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5" name="Google Shape;3505;p7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6" name="Google Shape;3506;p7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7" name="Google Shape;3507;p7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8" name="Google Shape;3508;p7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09" name="Google Shape;3509;p7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0" name="Google Shape;3510;p7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1" name="Google Shape;3511;p7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12" name="Google Shape;3512;p71"/>
          <p:cNvGrpSpPr/>
          <p:nvPr/>
        </p:nvGrpSpPr>
        <p:grpSpPr>
          <a:xfrm>
            <a:off x="7778724" y="1326637"/>
            <a:ext cx="3454453" cy="1840313"/>
            <a:chOff x="233350" y="949250"/>
            <a:chExt cx="7137300" cy="3802300"/>
          </a:xfrm>
          <a:solidFill>
            <a:schemeClr val="bg1"/>
          </a:solidFill>
        </p:grpSpPr>
        <p:sp>
          <p:nvSpPr>
            <p:cNvPr id="3513" name="Google Shape;3513;p7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4" name="Google Shape;3514;p7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5" name="Google Shape;3515;p7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6" name="Google Shape;3516;p7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7" name="Google Shape;3517;p7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8" name="Google Shape;3518;p7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19" name="Google Shape;3519;p7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0" name="Google Shape;3520;p7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1" name="Google Shape;3521;p7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2" name="Google Shape;3522;p7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3" name="Google Shape;3523;p7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4" name="Google Shape;3524;p7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5" name="Google Shape;3525;p7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6" name="Google Shape;3526;p7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7" name="Google Shape;3527;p7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8" name="Google Shape;3528;p7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29" name="Google Shape;3529;p7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0" name="Google Shape;3530;p7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1" name="Google Shape;3531;p7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2" name="Google Shape;3532;p7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3" name="Google Shape;3533;p7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4" name="Google Shape;3534;p7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5" name="Google Shape;3535;p7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6" name="Google Shape;3536;p7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7" name="Google Shape;3537;p7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8" name="Google Shape;3538;p7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39" name="Google Shape;3539;p7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0" name="Google Shape;3540;p7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1" name="Google Shape;3541;p7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2" name="Google Shape;3542;p7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3" name="Google Shape;3543;p7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4" name="Google Shape;3544;p7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5" name="Google Shape;3545;p7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6" name="Google Shape;3546;p7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7" name="Google Shape;3547;p7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8" name="Google Shape;3548;p7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49" name="Google Shape;3549;p7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0" name="Google Shape;3550;p7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1" name="Google Shape;3551;p7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2" name="Google Shape;3552;p7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3" name="Google Shape;3553;p7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4" name="Google Shape;3554;p7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5" name="Google Shape;3555;p7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6" name="Google Shape;3556;p7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7" name="Google Shape;3557;p7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8" name="Google Shape;3558;p7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59" name="Google Shape;3559;p7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60" name="Google Shape;3560;p7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61" name="Google Shape;3561;p7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62" name="Google Shape;3562;p7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63" name="Google Shape;3563;p7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64" name="Google Shape;3564;p71"/>
          <p:cNvGrpSpPr/>
          <p:nvPr/>
        </p:nvGrpSpPr>
        <p:grpSpPr>
          <a:xfrm>
            <a:off x="10197963" y="4053000"/>
            <a:ext cx="138975" cy="427120"/>
            <a:chOff x="7564426" y="3224343"/>
            <a:chExt cx="119985" cy="368801"/>
          </a:xfrm>
        </p:grpSpPr>
        <p:sp>
          <p:nvSpPr>
            <p:cNvPr id="3565" name="Google Shape;3565;p7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66" name="Google Shape;3566;p7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67" name="Google Shape;3567;p71"/>
          <p:cNvGrpSpPr/>
          <p:nvPr/>
        </p:nvGrpSpPr>
        <p:grpSpPr>
          <a:xfrm>
            <a:off x="9797282" y="4045136"/>
            <a:ext cx="252652" cy="442843"/>
            <a:chOff x="8370831" y="3202002"/>
            <a:chExt cx="218129" cy="382376"/>
          </a:xfrm>
        </p:grpSpPr>
        <p:sp>
          <p:nvSpPr>
            <p:cNvPr id="3568" name="Google Shape;3568;p7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69" name="Google Shape;3569;p7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70" name="Google Shape;3570;p71"/>
          <p:cNvGrpSpPr/>
          <p:nvPr/>
        </p:nvGrpSpPr>
        <p:grpSpPr>
          <a:xfrm>
            <a:off x="10761801" y="4593312"/>
            <a:ext cx="412572" cy="356000"/>
            <a:chOff x="6742064" y="3750480"/>
            <a:chExt cx="399315" cy="344560"/>
          </a:xfrm>
        </p:grpSpPr>
        <p:sp>
          <p:nvSpPr>
            <p:cNvPr id="3571" name="Google Shape;3571;p7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72" name="Google Shape;3572;p7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73" name="Google Shape;3573;p71"/>
          <p:cNvGrpSpPr/>
          <p:nvPr/>
        </p:nvGrpSpPr>
        <p:grpSpPr>
          <a:xfrm>
            <a:off x="10147159" y="5061375"/>
            <a:ext cx="240583" cy="375477"/>
            <a:chOff x="7248525" y="3739696"/>
            <a:chExt cx="230531" cy="359790"/>
          </a:xfrm>
        </p:grpSpPr>
        <p:sp>
          <p:nvSpPr>
            <p:cNvPr id="3574" name="Google Shape;3574;p7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75" name="Google Shape;3575;p7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76" name="Google Shape;3576;p71"/>
          <p:cNvGrpSpPr/>
          <p:nvPr/>
        </p:nvGrpSpPr>
        <p:grpSpPr>
          <a:xfrm>
            <a:off x="10475051" y="4585674"/>
            <a:ext cx="217195" cy="371613"/>
            <a:chOff x="7601242" y="3729267"/>
            <a:chExt cx="222566" cy="380803"/>
          </a:xfrm>
        </p:grpSpPr>
        <p:sp>
          <p:nvSpPr>
            <p:cNvPr id="3577" name="Google Shape;3577;p7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78" name="Google Shape;3578;p7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579" name="Google Shape;3579;p71"/>
          <p:cNvSpPr/>
          <p:nvPr/>
        </p:nvSpPr>
        <p:spPr>
          <a:xfrm>
            <a:off x="10429752" y="4068817"/>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580" name="Google Shape;3580;p71"/>
          <p:cNvGrpSpPr/>
          <p:nvPr/>
        </p:nvGrpSpPr>
        <p:grpSpPr>
          <a:xfrm>
            <a:off x="9794580" y="4587195"/>
            <a:ext cx="258057" cy="367987"/>
            <a:chOff x="8304647" y="3738687"/>
            <a:chExt cx="225076" cy="320956"/>
          </a:xfrm>
        </p:grpSpPr>
        <p:sp>
          <p:nvSpPr>
            <p:cNvPr id="3581" name="Google Shape;3581;p7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82" name="Google Shape;3582;p7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83" name="Google Shape;3583;p7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584" name="Google Shape;3584;p71"/>
          <p:cNvGrpSpPr/>
          <p:nvPr/>
        </p:nvGrpSpPr>
        <p:grpSpPr>
          <a:xfrm>
            <a:off x="10157902" y="4587195"/>
            <a:ext cx="237989" cy="367987"/>
            <a:chOff x="8615101" y="3738687"/>
            <a:chExt cx="207573" cy="320956"/>
          </a:xfrm>
        </p:grpSpPr>
        <p:sp>
          <p:nvSpPr>
            <p:cNvPr id="3585" name="Google Shape;3585;p7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86" name="Google Shape;3586;p7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87" name="Google Shape;3587;p7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588" name="Google Shape;3588;p71"/>
          <p:cNvSpPr/>
          <p:nvPr/>
        </p:nvSpPr>
        <p:spPr>
          <a:xfrm>
            <a:off x="10819822" y="4040372"/>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589" name="Google Shape;3589;p71"/>
          <p:cNvGrpSpPr/>
          <p:nvPr/>
        </p:nvGrpSpPr>
        <p:grpSpPr>
          <a:xfrm>
            <a:off x="8017508" y="4749179"/>
            <a:ext cx="743560" cy="681711"/>
            <a:chOff x="6015419" y="3716859"/>
            <a:chExt cx="557671" cy="511283"/>
          </a:xfrm>
        </p:grpSpPr>
        <p:sp>
          <p:nvSpPr>
            <p:cNvPr id="3590" name="Google Shape;3590;p7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591" name="Google Shape;3591;p71"/>
            <p:cNvGrpSpPr/>
            <p:nvPr/>
          </p:nvGrpSpPr>
          <p:grpSpPr>
            <a:xfrm>
              <a:off x="6036094" y="3716980"/>
              <a:ext cx="529860" cy="510468"/>
              <a:chOff x="6036094" y="3716980"/>
              <a:chExt cx="529860" cy="510468"/>
            </a:xfrm>
          </p:grpSpPr>
          <p:sp>
            <p:nvSpPr>
              <p:cNvPr id="3592" name="Google Shape;3592;p7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3" name="Google Shape;3593;p7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4" name="Google Shape;3594;p7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5" name="Google Shape;3595;p7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6" name="Google Shape;3596;p7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7" name="Google Shape;3597;p7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8" name="Google Shape;3598;p7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599" name="Google Shape;3599;p7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0" name="Google Shape;3600;p7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1" name="Google Shape;3601;p7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602" name="Google Shape;3602;p71"/>
          <p:cNvGrpSpPr/>
          <p:nvPr/>
        </p:nvGrpSpPr>
        <p:grpSpPr>
          <a:xfrm>
            <a:off x="8856021" y="3891538"/>
            <a:ext cx="768403" cy="682495"/>
            <a:chOff x="6644304" y="3073628"/>
            <a:chExt cx="576302" cy="511871"/>
          </a:xfrm>
        </p:grpSpPr>
        <p:sp>
          <p:nvSpPr>
            <p:cNvPr id="3603" name="Google Shape;3603;p7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604" name="Google Shape;3604;p71"/>
            <p:cNvGrpSpPr/>
            <p:nvPr/>
          </p:nvGrpSpPr>
          <p:grpSpPr>
            <a:xfrm>
              <a:off x="6712169" y="3085440"/>
              <a:ext cx="481622" cy="494913"/>
              <a:chOff x="6712169" y="3085440"/>
              <a:chExt cx="481622" cy="494913"/>
            </a:xfrm>
          </p:grpSpPr>
          <p:sp>
            <p:nvSpPr>
              <p:cNvPr id="3605" name="Google Shape;3605;p7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6" name="Google Shape;3606;p7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7" name="Google Shape;3607;p7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8" name="Google Shape;3608;p7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09" name="Google Shape;3609;p7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610" name="Google Shape;3610;p7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11" name="Google Shape;3611;p7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12" name="Google Shape;3612;p7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613" name="Google Shape;3613;p71"/>
          <p:cNvSpPr/>
          <p:nvPr/>
        </p:nvSpPr>
        <p:spPr>
          <a:xfrm>
            <a:off x="9314735" y="3913708"/>
            <a:ext cx="32359" cy="1467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614" name="Google Shape;3614;p71"/>
          <p:cNvGrpSpPr/>
          <p:nvPr/>
        </p:nvGrpSpPr>
        <p:grpSpPr>
          <a:xfrm>
            <a:off x="8866490" y="4748864"/>
            <a:ext cx="747508" cy="681803"/>
            <a:chOff x="6652154" y="3716623"/>
            <a:chExt cx="560631" cy="511352"/>
          </a:xfrm>
        </p:grpSpPr>
        <p:sp>
          <p:nvSpPr>
            <p:cNvPr id="3615" name="Google Shape;3615;p7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616" name="Google Shape;3616;p71"/>
            <p:cNvGrpSpPr/>
            <p:nvPr/>
          </p:nvGrpSpPr>
          <p:grpSpPr>
            <a:xfrm>
              <a:off x="6669657" y="3716715"/>
              <a:ext cx="466779" cy="464290"/>
              <a:chOff x="6669657" y="3716715"/>
              <a:chExt cx="466779" cy="464290"/>
            </a:xfrm>
          </p:grpSpPr>
          <p:sp>
            <p:nvSpPr>
              <p:cNvPr id="3617" name="Google Shape;3617;p7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18" name="Google Shape;3618;p7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19" name="Google Shape;3619;p7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0" name="Google Shape;3620;p7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1" name="Google Shape;3621;p7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2" name="Google Shape;3622;p7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3" name="Google Shape;3623;p7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4" name="Google Shape;3624;p7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5" name="Google Shape;3625;p7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6" name="Google Shape;3626;p7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7" name="Google Shape;3627;p7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8" name="Google Shape;3628;p7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29" name="Google Shape;3629;p7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630" name="Google Shape;3630;p71"/>
          <p:cNvGrpSpPr/>
          <p:nvPr/>
        </p:nvGrpSpPr>
        <p:grpSpPr>
          <a:xfrm>
            <a:off x="10458611" y="5124075"/>
            <a:ext cx="250076" cy="250076"/>
            <a:chOff x="8565775" y="671075"/>
            <a:chExt cx="441000" cy="441000"/>
          </a:xfrm>
        </p:grpSpPr>
        <p:sp>
          <p:nvSpPr>
            <p:cNvPr id="3631" name="Google Shape;3631;p7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32" name="Google Shape;3632;p71"/>
            <p:cNvSpPr/>
            <p:nvPr/>
          </p:nvSpPr>
          <p:spPr>
            <a:xfrm>
              <a:off x="8706625" y="811925"/>
              <a:ext cx="159300" cy="159300"/>
            </a:xfrm>
            <a:prstGeom prst="ellipse">
              <a:avLst/>
            </a:prstGeom>
            <a:solidFill>
              <a:srgbClr val="D7DFE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633" name="Google Shape;3633;p71"/>
          <p:cNvSpPr/>
          <p:nvPr/>
        </p:nvSpPr>
        <p:spPr>
          <a:xfrm>
            <a:off x="10860230" y="5118636"/>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34" name="Google Shape;3634;p71"/>
          <p:cNvSpPr/>
          <p:nvPr/>
        </p:nvSpPr>
        <p:spPr>
          <a:xfrm flipH="1">
            <a:off x="9804549" y="5073910"/>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635" name="Google Shape;3635;p71"/>
          <p:cNvGrpSpPr/>
          <p:nvPr/>
        </p:nvGrpSpPr>
        <p:grpSpPr>
          <a:xfrm>
            <a:off x="7997085" y="3895034"/>
            <a:ext cx="783828" cy="683164"/>
            <a:chOff x="6000100" y="3076250"/>
            <a:chExt cx="587871" cy="512373"/>
          </a:xfrm>
        </p:grpSpPr>
        <p:sp>
          <p:nvSpPr>
            <p:cNvPr id="3636" name="Google Shape;3636;p7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637" name="Google Shape;3637;p71"/>
            <p:cNvGrpSpPr/>
            <p:nvPr/>
          </p:nvGrpSpPr>
          <p:grpSpPr>
            <a:xfrm>
              <a:off x="6031360" y="3076713"/>
              <a:ext cx="539107" cy="480965"/>
              <a:chOff x="6031360" y="3076713"/>
              <a:chExt cx="539107" cy="480965"/>
            </a:xfrm>
          </p:grpSpPr>
          <p:sp>
            <p:nvSpPr>
              <p:cNvPr id="3638" name="Google Shape;3638;p7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39" name="Google Shape;3639;p7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0" name="Google Shape;3640;p7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1" name="Google Shape;3641;p7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2" name="Google Shape;3642;p7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3" name="Google Shape;3643;p7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4" name="Google Shape;3644;p7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645" name="Google Shape;3645;p71"/>
          <p:cNvGrpSpPr/>
          <p:nvPr/>
        </p:nvGrpSpPr>
        <p:grpSpPr>
          <a:xfrm>
            <a:off x="4492406" y="1254184"/>
            <a:ext cx="3080508" cy="1985184"/>
            <a:chOff x="229225" y="549050"/>
            <a:chExt cx="7161750" cy="4615275"/>
          </a:xfrm>
          <a:solidFill>
            <a:schemeClr val="bg1"/>
          </a:solidFill>
        </p:grpSpPr>
        <p:sp>
          <p:nvSpPr>
            <p:cNvPr id="3646" name="Google Shape;3646;p7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7" name="Google Shape;3647;p7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8" name="Google Shape;3648;p7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49" name="Google Shape;3649;p7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0" name="Google Shape;3650;p7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1" name="Google Shape;3651;p7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2" name="Google Shape;3652;p7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3" name="Google Shape;3653;p7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4" name="Google Shape;3654;p7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5" name="Google Shape;3655;p7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6" name="Google Shape;3656;p7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7" name="Google Shape;3657;p7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8" name="Google Shape;3658;p7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59" name="Google Shape;3659;p7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0" name="Google Shape;3660;p7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1" name="Google Shape;3661;p7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2" name="Google Shape;3662;p7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3" name="Google Shape;3663;p7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4" name="Google Shape;3664;p7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5" name="Google Shape;3665;p7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6" name="Google Shape;3666;p7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7" name="Google Shape;3667;p7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8" name="Google Shape;3668;p7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69" name="Google Shape;3669;p7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0" name="Google Shape;3670;p7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1" name="Google Shape;3671;p7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2" name="Google Shape;3672;p7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3" name="Google Shape;3673;p7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4" name="Google Shape;3674;p7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5" name="Google Shape;3675;p7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6" name="Google Shape;3676;p7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7" name="Google Shape;3677;p7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8" name="Google Shape;3678;p7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79" name="Google Shape;3679;p7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0" name="Google Shape;3680;p7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1" name="Google Shape;3681;p7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2" name="Google Shape;3682;p7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3" name="Google Shape;3683;p7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4" name="Google Shape;3684;p7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5" name="Google Shape;3685;p7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6" name="Google Shape;3686;p7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7" name="Google Shape;3687;p7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8" name="Google Shape;3688;p7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89" name="Google Shape;3689;p7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0" name="Google Shape;3690;p7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1" name="Google Shape;3691;p7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2" name="Google Shape;3692;p7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3" name="Google Shape;3693;p7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4" name="Google Shape;3694;p7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5" name="Google Shape;3695;p7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6" name="Google Shape;3696;p7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7" name="Google Shape;3697;p7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8" name="Google Shape;3698;p7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699" name="Google Shape;3699;p7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0" name="Google Shape;3700;p7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1" name="Google Shape;3701;p7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2" name="Google Shape;3702;p7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3" name="Google Shape;3703;p7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4" name="Google Shape;3704;p7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5" name="Google Shape;3705;p7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6" name="Google Shape;3706;p7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7" name="Google Shape;3707;p7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8" name="Google Shape;3708;p7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09" name="Google Shape;3709;p7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0" name="Google Shape;3710;p7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1" name="Google Shape;3711;p7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2" name="Google Shape;3712;p7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3" name="Google Shape;3713;p7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4" name="Google Shape;3714;p7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5" name="Google Shape;3715;p7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6" name="Google Shape;3716;p7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7" name="Google Shape;3717;p7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8" name="Google Shape;3718;p7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19" name="Google Shape;3719;p7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0" name="Google Shape;3720;p7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1" name="Google Shape;3721;p7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2" name="Google Shape;3722;p7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3" name="Google Shape;3723;p7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4" name="Google Shape;3724;p7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5" name="Google Shape;3725;p7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6" name="Google Shape;3726;p7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7" name="Google Shape;3727;p7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8" name="Google Shape;3728;p7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29" name="Google Shape;3729;p7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0" name="Google Shape;3730;p7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1" name="Google Shape;3731;p7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2" name="Google Shape;3732;p7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3" name="Google Shape;3733;p7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4" name="Google Shape;3734;p7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5" name="Google Shape;3735;p7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6" name="Google Shape;3736;p7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7" name="Google Shape;3737;p7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8" name="Google Shape;3738;p7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39" name="Google Shape;3739;p7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0" name="Google Shape;3740;p7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1" name="Google Shape;3741;p7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2" name="Google Shape;3742;p7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3" name="Google Shape;3743;p7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4" name="Google Shape;3744;p7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5" name="Google Shape;3745;p7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6" name="Google Shape;3746;p7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7" name="Google Shape;3747;p7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8" name="Google Shape;3748;p7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49" name="Google Shape;3749;p7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0" name="Google Shape;3750;p7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1" name="Google Shape;3751;p7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2" name="Google Shape;3752;p7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3" name="Google Shape;3753;p7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4" name="Google Shape;3754;p7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5" name="Google Shape;3755;p7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6" name="Google Shape;3756;p7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7" name="Google Shape;3757;p7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8" name="Google Shape;3758;p7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59" name="Google Shape;3759;p7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0" name="Google Shape;3760;p7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1" name="Google Shape;3761;p7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2" name="Google Shape;3762;p7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763" name="Google Shape;3763;p71"/>
          <p:cNvGrpSpPr/>
          <p:nvPr/>
        </p:nvGrpSpPr>
        <p:grpSpPr>
          <a:xfrm>
            <a:off x="4686296" y="3776647"/>
            <a:ext cx="3080376" cy="1832296"/>
            <a:chOff x="238125" y="732525"/>
            <a:chExt cx="7130500" cy="4241425"/>
          </a:xfrm>
          <a:solidFill>
            <a:schemeClr val="bg1"/>
          </a:solidFill>
        </p:grpSpPr>
        <p:sp>
          <p:nvSpPr>
            <p:cNvPr id="3764" name="Google Shape;3764;p71"/>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5" name="Google Shape;3765;p71"/>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6" name="Google Shape;3766;p71"/>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7" name="Google Shape;3767;p71"/>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8" name="Google Shape;3768;p71"/>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69" name="Google Shape;3769;p71"/>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0" name="Google Shape;3770;p71"/>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1" name="Google Shape;3771;p71"/>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2" name="Google Shape;3772;p71"/>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3" name="Google Shape;3773;p71"/>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4" name="Google Shape;3774;p71"/>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5" name="Google Shape;3775;p71"/>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6" name="Google Shape;3776;p71"/>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7" name="Google Shape;3777;p71"/>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8" name="Google Shape;3778;p71"/>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79" name="Google Shape;3779;p71"/>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0" name="Google Shape;3780;p71"/>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1" name="Google Shape;3781;p71"/>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2" name="Google Shape;3782;p71"/>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3" name="Google Shape;3783;p71"/>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4" name="Google Shape;3784;p71"/>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5" name="Google Shape;3785;p71"/>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6" name="Google Shape;3786;p71"/>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7" name="Google Shape;3787;p71"/>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8" name="Google Shape;3788;p71"/>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89" name="Google Shape;3789;p71"/>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0" name="Google Shape;3790;p71"/>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1" name="Google Shape;3791;p71"/>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2" name="Google Shape;3792;p71"/>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3" name="Google Shape;3793;p71"/>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4" name="Google Shape;3794;p71"/>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5" name="Google Shape;3795;p71"/>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6" name="Google Shape;3796;p71"/>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7" name="Google Shape;3797;p71"/>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8" name="Google Shape;3798;p71"/>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799" name="Google Shape;3799;p71"/>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0" name="Google Shape;3800;p71"/>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1" name="Google Shape;3801;p71"/>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2" name="Google Shape;3802;p71"/>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3" name="Google Shape;3803;p71"/>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4" name="Google Shape;3804;p71"/>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5" name="Google Shape;3805;p71"/>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6" name="Google Shape;3806;p71"/>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7" name="Google Shape;3807;p71"/>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8" name="Google Shape;3808;p71"/>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09" name="Google Shape;3809;p71"/>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0" name="Google Shape;3810;p71"/>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1" name="Google Shape;3811;p71"/>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2" name="Google Shape;3812;p71"/>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3" name="Google Shape;3813;p71"/>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4" name="Google Shape;3814;p71"/>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5" name="Google Shape;3815;p71"/>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6" name="Google Shape;3816;p71"/>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7" name="Google Shape;3817;p71"/>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8" name="Google Shape;3818;p71"/>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19" name="Google Shape;3819;p71"/>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0" name="Google Shape;3820;p71"/>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1" name="Google Shape;3821;p71"/>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2" name="Google Shape;3822;p71"/>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3" name="Google Shape;3823;p71"/>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4" name="Google Shape;3824;p71"/>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5" name="Google Shape;3825;p71"/>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6" name="Google Shape;3826;p71"/>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7" name="Google Shape;3827;p71"/>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8" name="Google Shape;3828;p71"/>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29" name="Google Shape;3829;p71"/>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0" name="Google Shape;3830;p71"/>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1" name="Google Shape;3831;p71"/>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2" name="Google Shape;3832;p71"/>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3" name="Google Shape;3833;p71"/>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4" name="Google Shape;3834;p71"/>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5" name="Google Shape;3835;p71"/>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6" name="Google Shape;3836;p71"/>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7" name="Google Shape;3837;p71"/>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8" name="Google Shape;3838;p71"/>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39" name="Google Shape;3839;p71"/>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0" name="Google Shape;3840;p71"/>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1" name="Google Shape;3841;p71"/>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2" name="Google Shape;3842;p71"/>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3" name="Google Shape;3843;p71"/>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4" name="Google Shape;3844;p71"/>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5" name="Google Shape;3845;p71"/>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6" name="Google Shape;3846;p71"/>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7" name="Google Shape;3847;p71"/>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8" name="Google Shape;3848;p71"/>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49" name="Google Shape;3849;p71"/>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0" name="Google Shape;3850;p71"/>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1" name="Google Shape;3851;p71"/>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2" name="Google Shape;3852;p71"/>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3" name="Google Shape;3853;p71"/>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4" name="Google Shape;3854;p71"/>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5" name="Google Shape;3855;p71"/>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6" name="Google Shape;3856;p71"/>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7" name="Google Shape;3857;p71"/>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8" name="Google Shape;3858;p71"/>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59" name="Google Shape;3859;p71"/>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0" name="Google Shape;3860;p71"/>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1" name="Google Shape;3861;p71"/>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2" name="Google Shape;3862;p71"/>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3" name="Google Shape;3863;p71"/>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4" name="Google Shape;3864;p71"/>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5" name="Google Shape;3865;p71"/>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6" name="Google Shape;3866;p71"/>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7" name="Google Shape;3867;p71"/>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8" name="Google Shape;3868;p71"/>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69" name="Google Shape;3869;p71"/>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0" name="Google Shape;3870;p71"/>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1" name="Google Shape;3871;p71"/>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2" name="Google Shape;3872;p71"/>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3" name="Google Shape;3873;p71"/>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4" name="Google Shape;3874;p71"/>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5" name="Google Shape;3875;p71"/>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6" name="Google Shape;3876;p71"/>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877" name="Google Shape;3877;p71"/>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1" name="文本框 10">
            <a:extLst>
              <a:ext uri="{FF2B5EF4-FFF2-40B4-BE49-F238E27FC236}">
                <a16:creationId xmlns:a16="http://schemas.microsoft.com/office/drawing/2014/main" id="{B5F4754B-DD21-D91C-7D03-E789CBD9681D}"/>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4A975131-4C1B-E25A-F615-C79BD2D664F7}"/>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C90775E6-5B9C-A588-636F-248526B63FF9}"/>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5CB6352B-AA9B-DF3D-C1B8-1A89EC98B4CA}"/>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9A725E8C-6CA0-1F4B-47F1-B8371EA795C3}"/>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66B36C35-2EAA-0DFF-C93D-A9C5567D706B}"/>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96B5BE87-3B0F-755F-A219-09379C5172B0}"/>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A04C7138-D774-C610-D797-0CFA592F5176}"/>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0D0F3181-3CC7-9D0A-D5A0-E37BF490137C}"/>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C667F528-F46D-2112-6E54-FEC036887D0D}"/>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3881"/>
        <p:cNvGrpSpPr/>
        <p:nvPr/>
      </p:nvGrpSpPr>
      <p:grpSpPr>
        <a:xfrm>
          <a:off x="0" y="0"/>
          <a:ext cx="0" cy="0"/>
          <a:chOff x="0" y="0"/>
          <a:chExt cx="0" cy="0"/>
        </a:xfrm>
      </p:grpSpPr>
      <p:grpSp>
        <p:nvGrpSpPr>
          <p:cNvPr id="3882" name="Google Shape;3882;p72"/>
          <p:cNvGrpSpPr/>
          <p:nvPr/>
        </p:nvGrpSpPr>
        <p:grpSpPr>
          <a:xfrm>
            <a:off x="972366" y="1293029"/>
            <a:ext cx="3343732" cy="274985"/>
            <a:chOff x="106648" y="895722"/>
            <a:chExt cx="4481413" cy="374300"/>
          </a:xfrm>
          <a:solidFill>
            <a:schemeClr val="bg1"/>
          </a:solidFill>
        </p:grpSpPr>
        <p:grpSp>
          <p:nvGrpSpPr>
            <p:cNvPr id="3883" name="Google Shape;3883;p72"/>
            <p:cNvGrpSpPr/>
            <p:nvPr/>
          </p:nvGrpSpPr>
          <p:grpSpPr>
            <a:xfrm>
              <a:off x="2233276" y="895722"/>
              <a:ext cx="1082667" cy="223591"/>
              <a:chOff x="4808316" y="2800065"/>
              <a:chExt cx="1999386" cy="412910"/>
            </a:xfrm>
            <a:grpFill/>
          </p:grpSpPr>
          <p:sp>
            <p:nvSpPr>
              <p:cNvPr id="3884" name="Google Shape;3884;p72"/>
              <p:cNvSpPr/>
              <p:nvPr/>
            </p:nvSpPr>
            <p:spPr>
              <a:xfrm>
                <a:off x="4849302" y="3079475"/>
                <a:ext cx="1958400" cy="1335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885" name="Google Shape;3885;p72"/>
              <p:cNvGrpSpPr/>
              <p:nvPr/>
            </p:nvGrpSpPr>
            <p:grpSpPr>
              <a:xfrm>
                <a:off x="4808316" y="2800065"/>
                <a:ext cx="92400" cy="411825"/>
                <a:chOff x="845575" y="2563700"/>
                <a:chExt cx="92400" cy="411825"/>
              </a:xfrm>
              <a:grpFill/>
            </p:grpSpPr>
            <p:cxnSp>
              <p:nvCxnSpPr>
                <p:cNvPr id="3886" name="Google Shape;3886;p72"/>
                <p:cNvCxnSpPr/>
                <p:nvPr/>
              </p:nvCxnSpPr>
              <p:spPr>
                <a:xfrm>
                  <a:off x="891775" y="2616125"/>
                  <a:ext cx="0" cy="359400"/>
                </a:xfrm>
                <a:prstGeom prst="straightConnector1">
                  <a:avLst/>
                </a:prstGeom>
                <a:grpFill/>
                <a:ln w="9525" cap="flat" cmpd="sng">
                  <a:solidFill>
                    <a:srgbClr val="667E92"/>
                  </a:solidFill>
                  <a:prstDash val="solid"/>
                  <a:round/>
                  <a:headEnd type="none" w="sm" len="sm"/>
                  <a:tailEnd type="none" w="sm" len="sm"/>
                </a:ln>
              </p:spPr>
            </p:cxnSp>
            <p:sp>
              <p:nvSpPr>
                <p:cNvPr id="3887" name="Google Shape;3887;p72"/>
                <p:cNvSpPr/>
                <p:nvPr/>
              </p:nvSpPr>
              <p:spPr>
                <a:xfrm>
                  <a:off x="845575" y="2563700"/>
                  <a:ext cx="92400" cy="924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888" name="Google Shape;3888;p72"/>
            <p:cNvGrpSpPr/>
            <p:nvPr/>
          </p:nvGrpSpPr>
          <p:grpSpPr>
            <a:xfrm>
              <a:off x="106648" y="895722"/>
              <a:ext cx="1088401" cy="223591"/>
              <a:chOff x="881025" y="2800065"/>
              <a:chExt cx="2009975" cy="412910"/>
            </a:xfrm>
            <a:grpFill/>
          </p:grpSpPr>
          <p:sp>
            <p:nvSpPr>
              <p:cNvPr id="3889" name="Google Shape;3889;p72"/>
              <p:cNvSpPr/>
              <p:nvPr/>
            </p:nvSpPr>
            <p:spPr>
              <a:xfrm>
                <a:off x="932600" y="3079475"/>
                <a:ext cx="1958400" cy="1335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890" name="Google Shape;3890;p72"/>
              <p:cNvGrpSpPr/>
              <p:nvPr/>
            </p:nvGrpSpPr>
            <p:grpSpPr>
              <a:xfrm>
                <a:off x="881025" y="2800065"/>
                <a:ext cx="92400" cy="411825"/>
                <a:chOff x="845575" y="2563700"/>
                <a:chExt cx="92400" cy="411825"/>
              </a:xfrm>
              <a:grpFill/>
            </p:grpSpPr>
            <p:cxnSp>
              <p:nvCxnSpPr>
                <p:cNvPr id="3891" name="Google Shape;3891;p72"/>
                <p:cNvCxnSpPr/>
                <p:nvPr/>
              </p:nvCxnSpPr>
              <p:spPr>
                <a:xfrm>
                  <a:off x="891775" y="2616125"/>
                  <a:ext cx="0" cy="359400"/>
                </a:xfrm>
                <a:prstGeom prst="straightConnector1">
                  <a:avLst/>
                </a:prstGeom>
                <a:grpFill/>
                <a:ln w="9525" cap="flat" cmpd="sng">
                  <a:solidFill>
                    <a:srgbClr val="667E92"/>
                  </a:solidFill>
                  <a:prstDash val="solid"/>
                  <a:round/>
                  <a:headEnd type="none" w="sm" len="sm"/>
                  <a:tailEnd type="none" w="sm" len="sm"/>
                </a:ln>
              </p:spPr>
            </p:cxnSp>
            <p:sp>
              <p:nvSpPr>
                <p:cNvPr id="3892" name="Google Shape;3892;p72"/>
                <p:cNvSpPr/>
                <p:nvPr/>
              </p:nvSpPr>
              <p:spPr>
                <a:xfrm>
                  <a:off x="845575" y="2563700"/>
                  <a:ext cx="92400" cy="924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893" name="Google Shape;3893;p72"/>
            <p:cNvGrpSpPr/>
            <p:nvPr/>
          </p:nvGrpSpPr>
          <p:grpSpPr>
            <a:xfrm>
              <a:off x="1172346" y="1047018"/>
              <a:ext cx="1083151" cy="223003"/>
              <a:chOff x="2849073" y="3079467"/>
              <a:chExt cx="2000279" cy="411825"/>
            </a:xfrm>
            <a:grpFill/>
          </p:grpSpPr>
          <p:sp>
            <p:nvSpPr>
              <p:cNvPr id="3894" name="Google Shape;3894;p72"/>
              <p:cNvSpPr/>
              <p:nvPr/>
            </p:nvSpPr>
            <p:spPr>
              <a:xfrm>
                <a:off x="2890952" y="3079475"/>
                <a:ext cx="1958400" cy="1335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895" name="Google Shape;3895;p72"/>
              <p:cNvGrpSpPr/>
              <p:nvPr/>
            </p:nvGrpSpPr>
            <p:grpSpPr>
              <a:xfrm rot="10800000">
                <a:off x="2849073" y="3079467"/>
                <a:ext cx="92400" cy="411825"/>
                <a:chOff x="2070100" y="2563700"/>
                <a:chExt cx="92400" cy="411825"/>
              </a:xfrm>
              <a:grpFill/>
            </p:grpSpPr>
            <p:cxnSp>
              <p:nvCxnSpPr>
                <p:cNvPr id="3896" name="Google Shape;3896;p72"/>
                <p:cNvCxnSpPr/>
                <p:nvPr/>
              </p:nvCxnSpPr>
              <p:spPr>
                <a:xfrm>
                  <a:off x="2116300" y="2616125"/>
                  <a:ext cx="0" cy="359400"/>
                </a:xfrm>
                <a:prstGeom prst="straightConnector1">
                  <a:avLst/>
                </a:prstGeom>
                <a:grpFill/>
                <a:ln w="9525" cap="flat" cmpd="sng">
                  <a:solidFill>
                    <a:srgbClr val="667E92"/>
                  </a:solidFill>
                  <a:prstDash val="solid"/>
                  <a:round/>
                  <a:headEnd type="none" w="sm" len="sm"/>
                  <a:tailEnd type="none" w="sm" len="sm"/>
                </a:ln>
              </p:spPr>
            </p:cxnSp>
            <p:sp>
              <p:nvSpPr>
                <p:cNvPr id="3897" name="Google Shape;3897;p72"/>
                <p:cNvSpPr/>
                <p:nvPr/>
              </p:nvSpPr>
              <p:spPr>
                <a:xfrm>
                  <a:off x="2070100" y="2563700"/>
                  <a:ext cx="92400" cy="924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898" name="Google Shape;3898;p72"/>
            <p:cNvGrpSpPr/>
            <p:nvPr/>
          </p:nvGrpSpPr>
          <p:grpSpPr>
            <a:xfrm>
              <a:off x="3290132" y="1047018"/>
              <a:ext cx="1297929" cy="223003"/>
              <a:chOff x="6760035" y="3079467"/>
              <a:chExt cx="2396914" cy="411825"/>
            </a:xfrm>
            <a:grpFill/>
          </p:grpSpPr>
          <p:sp>
            <p:nvSpPr>
              <p:cNvPr id="3899" name="Google Shape;3899;p72"/>
              <p:cNvSpPr/>
              <p:nvPr/>
            </p:nvSpPr>
            <p:spPr>
              <a:xfrm>
                <a:off x="6807650" y="3079475"/>
                <a:ext cx="2349300" cy="1335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900" name="Google Shape;3900;p72"/>
              <p:cNvGrpSpPr/>
              <p:nvPr/>
            </p:nvGrpSpPr>
            <p:grpSpPr>
              <a:xfrm rot="10800000">
                <a:off x="6760035" y="3079467"/>
                <a:ext cx="92400" cy="411825"/>
                <a:chOff x="2070100" y="2563700"/>
                <a:chExt cx="92400" cy="411825"/>
              </a:xfrm>
              <a:grpFill/>
            </p:grpSpPr>
            <p:cxnSp>
              <p:nvCxnSpPr>
                <p:cNvPr id="3901" name="Google Shape;3901;p72"/>
                <p:cNvCxnSpPr/>
                <p:nvPr/>
              </p:nvCxnSpPr>
              <p:spPr>
                <a:xfrm>
                  <a:off x="2116300" y="2616125"/>
                  <a:ext cx="0" cy="359400"/>
                </a:xfrm>
                <a:prstGeom prst="straightConnector1">
                  <a:avLst/>
                </a:prstGeom>
                <a:grpFill/>
                <a:ln w="9525" cap="flat" cmpd="sng">
                  <a:solidFill>
                    <a:srgbClr val="667E92"/>
                  </a:solidFill>
                  <a:prstDash val="solid"/>
                  <a:round/>
                  <a:headEnd type="none" w="sm" len="sm"/>
                  <a:tailEnd type="none" w="sm" len="sm"/>
                </a:ln>
              </p:spPr>
            </p:cxnSp>
            <p:sp>
              <p:nvSpPr>
                <p:cNvPr id="3902" name="Google Shape;3902;p72"/>
                <p:cNvSpPr/>
                <p:nvPr/>
              </p:nvSpPr>
              <p:spPr>
                <a:xfrm>
                  <a:off x="2070100" y="2563700"/>
                  <a:ext cx="92400" cy="924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3903" name="Google Shape;3903;p72"/>
          <p:cNvGrpSpPr/>
          <p:nvPr/>
        </p:nvGrpSpPr>
        <p:grpSpPr>
          <a:xfrm>
            <a:off x="2862715" y="4492190"/>
            <a:ext cx="1448935" cy="1065905"/>
            <a:chOff x="2183288" y="3555572"/>
            <a:chExt cx="1136241" cy="835873"/>
          </a:xfrm>
          <a:solidFill>
            <a:schemeClr val="bg1"/>
          </a:solidFill>
        </p:grpSpPr>
        <p:sp>
          <p:nvSpPr>
            <p:cNvPr id="3904" name="Google Shape;3904;p7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3905" name="Google Shape;3905;p72"/>
            <p:cNvGrpSpPr/>
            <p:nvPr/>
          </p:nvGrpSpPr>
          <p:grpSpPr>
            <a:xfrm>
              <a:off x="2205895" y="3637269"/>
              <a:ext cx="1089848" cy="724993"/>
              <a:chOff x="2205895" y="3637269"/>
              <a:chExt cx="1089848" cy="724993"/>
            </a:xfrm>
            <a:grpFill/>
          </p:grpSpPr>
          <p:sp>
            <p:nvSpPr>
              <p:cNvPr id="3906" name="Google Shape;3906;p7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07" name="Google Shape;3907;p7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08" name="Google Shape;3908;p7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09" name="Google Shape;3909;p7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10" name="Google Shape;3910;p7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11" name="Google Shape;3911;p7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912" name="Google Shape;3912;p7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grp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3913" name="Google Shape;3913;p72"/>
            <p:cNvCxnSpPr/>
            <p:nvPr/>
          </p:nvCxnSpPr>
          <p:spPr>
            <a:xfrm>
              <a:off x="2887992" y="3555572"/>
              <a:ext cx="0" cy="52500"/>
            </a:xfrm>
            <a:prstGeom prst="straightConnector1">
              <a:avLst/>
            </a:prstGeom>
            <a:grpFill/>
            <a:ln w="9525" cap="flat" cmpd="sng">
              <a:solidFill>
                <a:srgbClr val="BAC8D3"/>
              </a:solidFill>
              <a:prstDash val="solid"/>
              <a:round/>
              <a:headEnd type="diamond" w="med" len="med"/>
              <a:tailEnd type="none" w="med" len="med"/>
            </a:ln>
          </p:spPr>
        </p:cxnSp>
        <p:grpSp>
          <p:nvGrpSpPr>
            <p:cNvPr id="3914" name="Google Shape;3914;p72"/>
            <p:cNvGrpSpPr/>
            <p:nvPr/>
          </p:nvGrpSpPr>
          <p:grpSpPr>
            <a:xfrm>
              <a:off x="3173850" y="3779426"/>
              <a:ext cx="145679" cy="70048"/>
              <a:chOff x="3173850" y="3779426"/>
              <a:chExt cx="145679" cy="70048"/>
            </a:xfrm>
            <a:grpFill/>
          </p:grpSpPr>
          <p:cxnSp>
            <p:nvCxnSpPr>
              <p:cNvPr id="3915" name="Google Shape;3915;p72"/>
              <p:cNvCxnSpPr/>
              <p:nvPr/>
            </p:nvCxnSpPr>
            <p:spPr>
              <a:xfrm rot="10800000">
                <a:off x="3173850" y="3817250"/>
                <a:ext cx="94500" cy="0"/>
              </a:xfrm>
              <a:prstGeom prst="straightConnector1">
                <a:avLst/>
              </a:prstGeom>
              <a:grpFill/>
              <a:ln w="9525" cap="flat" cmpd="sng">
                <a:solidFill>
                  <a:srgbClr val="BAC8D3"/>
                </a:solidFill>
                <a:prstDash val="solid"/>
                <a:round/>
                <a:headEnd type="none" w="med" len="med"/>
                <a:tailEnd type="diamond" w="med" len="med"/>
              </a:ln>
            </p:spPr>
          </p:cxnSp>
          <p:sp>
            <p:nvSpPr>
              <p:cNvPr id="3916" name="Google Shape;3916;p7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grp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17" name="Google Shape;3917;p72"/>
            <p:cNvGrpSpPr/>
            <p:nvPr/>
          </p:nvGrpSpPr>
          <p:grpSpPr>
            <a:xfrm>
              <a:off x="2183288" y="4139483"/>
              <a:ext cx="145133" cy="70048"/>
              <a:chOff x="2183288" y="4139483"/>
              <a:chExt cx="145133" cy="70048"/>
            </a:xfrm>
            <a:grpFill/>
          </p:grpSpPr>
          <p:cxnSp>
            <p:nvCxnSpPr>
              <p:cNvPr id="3918" name="Google Shape;3918;p72"/>
              <p:cNvCxnSpPr/>
              <p:nvPr/>
            </p:nvCxnSpPr>
            <p:spPr>
              <a:xfrm rot="10800000">
                <a:off x="2239021" y="4174494"/>
                <a:ext cx="89400" cy="0"/>
              </a:xfrm>
              <a:prstGeom prst="straightConnector1">
                <a:avLst/>
              </a:prstGeom>
              <a:grpFill/>
              <a:ln w="9525" cap="flat" cmpd="sng">
                <a:solidFill>
                  <a:srgbClr val="BAC8D3"/>
                </a:solidFill>
                <a:prstDash val="solid"/>
                <a:round/>
                <a:headEnd type="diamond" w="med" len="med"/>
                <a:tailEnd type="none" w="med" len="med"/>
              </a:ln>
            </p:spPr>
          </p:cxnSp>
          <p:sp>
            <p:nvSpPr>
              <p:cNvPr id="3919" name="Google Shape;3919;p7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grp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920" name="Google Shape;3920;p7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grp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3921" name="Google Shape;3921;p72"/>
            <p:cNvCxnSpPr/>
            <p:nvPr/>
          </p:nvCxnSpPr>
          <p:spPr>
            <a:xfrm>
              <a:off x="2455973" y="3911736"/>
              <a:ext cx="0" cy="52500"/>
            </a:xfrm>
            <a:prstGeom prst="straightConnector1">
              <a:avLst/>
            </a:prstGeom>
            <a:grpFill/>
            <a:ln w="9525" cap="flat" cmpd="sng">
              <a:solidFill>
                <a:srgbClr val="BAC8D3"/>
              </a:solidFill>
              <a:prstDash val="solid"/>
              <a:round/>
              <a:headEnd type="diamond" w="med" len="med"/>
              <a:tailEnd type="none" w="med" len="med"/>
            </a:ln>
          </p:spPr>
        </p:cxnSp>
        <p:grpSp>
          <p:nvGrpSpPr>
            <p:cNvPr id="3922" name="Google Shape;3922;p72"/>
            <p:cNvGrpSpPr/>
            <p:nvPr/>
          </p:nvGrpSpPr>
          <p:grpSpPr>
            <a:xfrm>
              <a:off x="2943836" y="4268886"/>
              <a:ext cx="60717" cy="122559"/>
              <a:chOff x="2943836" y="4268886"/>
              <a:chExt cx="60717" cy="122559"/>
            </a:xfrm>
            <a:grpFill/>
          </p:grpSpPr>
          <p:sp>
            <p:nvSpPr>
              <p:cNvPr id="3923" name="Google Shape;3923;p7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grp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3924" name="Google Shape;3924;p72"/>
              <p:cNvCxnSpPr/>
              <p:nvPr/>
            </p:nvCxnSpPr>
            <p:spPr>
              <a:xfrm>
                <a:off x="2974204" y="4268886"/>
                <a:ext cx="0" cy="52500"/>
              </a:xfrm>
              <a:prstGeom prst="straightConnector1">
                <a:avLst/>
              </a:prstGeom>
              <a:grpFill/>
              <a:ln w="9525" cap="flat" cmpd="sng">
                <a:solidFill>
                  <a:srgbClr val="BAC8D3"/>
                </a:solidFill>
                <a:prstDash val="solid"/>
                <a:round/>
                <a:headEnd type="diamond" w="med" len="med"/>
                <a:tailEnd type="none" w="med" len="med"/>
              </a:ln>
            </p:spPr>
          </p:cxnSp>
        </p:grpSp>
      </p:grpSp>
      <p:grpSp>
        <p:nvGrpSpPr>
          <p:cNvPr id="3925" name="Google Shape;3925;p72"/>
          <p:cNvGrpSpPr/>
          <p:nvPr/>
        </p:nvGrpSpPr>
        <p:grpSpPr>
          <a:xfrm>
            <a:off x="4546642" y="1720190"/>
            <a:ext cx="2234493" cy="1011001"/>
            <a:chOff x="3530532" y="1496185"/>
            <a:chExt cx="1562000" cy="706730"/>
          </a:xfrm>
          <a:solidFill>
            <a:schemeClr val="bg1"/>
          </a:solidFill>
        </p:grpSpPr>
        <p:cxnSp>
          <p:nvCxnSpPr>
            <p:cNvPr id="3926" name="Google Shape;3926;p72"/>
            <p:cNvCxnSpPr/>
            <p:nvPr/>
          </p:nvCxnSpPr>
          <p:spPr>
            <a:xfrm>
              <a:off x="3583832" y="1857562"/>
              <a:ext cx="1508700" cy="0"/>
            </a:xfrm>
            <a:prstGeom prst="straightConnector1">
              <a:avLst/>
            </a:prstGeom>
            <a:grpFill/>
            <a:ln w="28575" cap="flat" cmpd="sng">
              <a:solidFill>
                <a:srgbClr val="A5B7C6"/>
              </a:solidFill>
              <a:prstDash val="solid"/>
              <a:round/>
              <a:headEnd type="none" w="med" len="med"/>
              <a:tailEnd type="triangle" w="med" len="med"/>
            </a:ln>
          </p:spPr>
        </p:cxnSp>
        <p:grpSp>
          <p:nvGrpSpPr>
            <p:cNvPr id="3927" name="Google Shape;3927;p72"/>
            <p:cNvGrpSpPr/>
            <p:nvPr/>
          </p:nvGrpSpPr>
          <p:grpSpPr>
            <a:xfrm>
              <a:off x="3530532" y="1496185"/>
              <a:ext cx="323430" cy="463587"/>
              <a:chOff x="3530532" y="1496185"/>
              <a:chExt cx="323430" cy="463587"/>
            </a:xfrm>
            <a:grpFill/>
          </p:grpSpPr>
          <p:grpSp>
            <p:nvGrpSpPr>
              <p:cNvPr id="3928" name="Google Shape;3928;p72"/>
              <p:cNvGrpSpPr/>
              <p:nvPr/>
            </p:nvGrpSpPr>
            <p:grpSpPr>
              <a:xfrm>
                <a:off x="3567462" y="1496185"/>
                <a:ext cx="286500" cy="361376"/>
                <a:chOff x="3567462" y="1496185"/>
                <a:chExt cx="286500" cy="361376"/>
              </a:xfrm>
              <a:grpFill/>
            </p:grpSpPr>
            <p:cxnSp>
              <p:nvCxnSpPr>
                <p:cNvPr id="3929" name="Google Shape;3929;p72"/>
                <p:cNvCxnSpPr/>
                <p:nvPr/>
              </p:nvCxnSpPr>
              <p:spPr>
                <a:xfrm rot="10800000">
                  <a:off x="3626630" y="1565661"/>
                  <a:ext cx="0" cy="291900"/>
                </a:xfrm>
                <a:prstGeom prst="straightConnector1">
                  <a:avLst/>
                </a:prstGeom>
                <a:grpFill/>
                <a:ln w="28575" cap="flat" cmpd="sng">
                  <a:solidFill>
                    <a:srgbClr val="A5B7C6"/>
                  </a:solidFill>
                  <a:prstDash val="solid"/>
                  <a:round/>
                  <a:headEnd type="none" w="med" len="med"/>
                  <a:tailEnd type="none" w="med" len="med"/>
                </a:ln>
              </p:spPr>
            </p:cxnSp>
            <p:sp>
              <p:nvSpPr>
                <p:cNvPr id="3930" name="Google Shape;3930;p72"/>
                <p:cNvSpPr/>
                <p:nvPr/>
              </p:nvSpPr>
              <p:spPr>
                <a:xfrm>
                  <a:off x="3567462" y="1496185"/>
                  <a:ext cx="286500" cy="999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931" name="Google Shape;3931;p72"/>
              <p:cNvSpPr/>
              <p:nvPr/>
            </p:nvSpPr>
            <p:spPr>
              <a:xfrm>
                <a:off x="3530532" y="1771972"/>
                <a:ext cx="187800" cy="1878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32" name="Google Shape;3932;p72"/>
            <p:cNvGrpSpPr/>
            <p:nvPr/>
          </p:nvGrpSpPr>
          <p:grpSpPr>
            <a:xfrm>
              <a:off x="3891569" y="1779209"/>
              <a:ext cx="323945" cy="423706"/>
              <a:chOff x="3891569" y="1779209"/>
              <a:chExt cx="323945" cy="423706"/>
            </a:xfrm>
            <a:grpFill/>
          </p:grpSpPr>
          <p:grpSp>
            <p:nvGrpSpPr>
              <p:cNvPr id="3933" name="Google Shape;3933;p72"/>
              <p:cNvGrpSpPr/>
              <p:nvPr/>
            </p:nvGrpSpPr>
            <p:grpSpPr>
              <a:xfrm>
                <a:off x="3929014" y="1881638"/>
                <a:ext cx="286500" cy="321278"/>
                <a:chOff x="3929014" y="1881638"/>
                <a:chExt cx="286500" cy="321278"/>
              </a:xfrm>
              <a:grpFill/>
            </p:grpSpPr>
            <p:cxnSp>
              <p:nvCxnSpPr>
                <p:cNvPr id="3934" name="Google Shape;3934;p72"/>
                <p:cNvCxnSpPr/>
                <p:nvPr/>
              </p:nvCxnSpPr>
              <p:spPr>
                <a:xfrm rot="10800000">
                  <a:off x="3988388" y="1881638"/>
                  <a:ext cx="0" cy="291900"/>
                </a:xfrm>
                <a:prstGeom prst="straightConnector1">
                  <a:avLst/>
                </a:prstGeom>
                <a:grpFill/>
                <a:ln w="28575" cap="flat" cmpd="sng">
                  <a:solidFill>
                    <a:srgbClr val="A5B7C6"/>
                  </a:solidFill>
                  <a:prstDash val="solid"/>
                  <a:round/>
                  <a:headEnd type="none" w="med" len="med"/>
                  <a:tailEnd type="none" w="med" len="med"/>
                </a:ln>
              </p:spPr>
            </p:cxnSp>
            <p:sp>
              <p:nvSpPr>
                <p:cNvPr id="3935" name="Google Shape;3935;p72"/>
                <p:cNvSpPr/>
                <p:nvPr/>
              </p:nvSpPr>
              <p:spPr>
                <a:xfrm>
                  <a:off x="3929014" y="2103016"/>
                  <a:ext cx="286500" cy="999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936" name="Google Shape;3936;p72"/>
              <p:cNvSpPr/>
              <p:nvPr/>
            </p:nvSpPr>
            <p:spPr>
              <a:xfrm>
                <a:off x="3891569" y="1779209"/>
                <a:ext cx="187800" cy="1878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37" name="Google Shape;3937;p72"/>
            <p:cNvGrpSpPr/>
            <p:nvPr/>
          </p:nvGrpSpPr>
          <p:grpSpPr>
            <a:xfrm>
              <a:off x="4252606" y="1496185"/>
              <a:ext cx="324721" cy="463587"/>
              <a:chOff x="4252606" y="1496185"/>
              <a:chExt cx="324721" cy="463587"/>
            </a:xfrm>
            <a:grpFill/>
          </p:grpSpPr>
          <p:grpSp>
            <p:nvGrpSpPr>
              <p:cNvPr id="3938" name="Google Shape;3938;p72"/>
              <p:cNvGrpSpPr/>
              <p:nvPr/>
            </p:nvGrpSpPr>
            <p:grpSpPr>
              <a:xfrm>
                <a:off x="4290828" y="1496185"/>
                <a:ext cx="286500" cy="361376"/>
                <a:chOff x="4290828" y="1496185"/>
                <a:chExt cx="286500" cy="361376"/>
              </a:xfrm>
              <a:grpFill/>
            </p:grpSpPr>
            <p:cxnSp>
              <p:nvCxnSpPr>
                <p:cNvPr id="3939" name="Google Shape;3939;p72"/>
                <p:cNvCxnSpPr/>
                <p:nvPr/>
              </p:nvCxnSpPr>
              <p:spPr>
                <a:xfrm rot="10800000">
                  <a:off x="4349995" y="1565661"/>
                  <a:ext cx="0" cy="291900"/>
                </a:xfrm>
                <a:prstGeom prst="straightConnector1">
                  <a:avLst/>
                </a:prstGeom>
                <a:grpFill/>
                <a:ln w="28575" cap="flat" cmpd="sng">
                  <a:solidFill>
                    <a:srgbClr val="A5B7C6"/>
                  </a:solidFill>
                  <a:prstDash val="solid"/>
                  <a:round/>
                  <a:headEnd type="none" w="med" len="med"/>
                  <a:tailEnd type="none" w="med" len="med"/>
                </a:ln>
              </p:spPr>
            </p:cxnSp>
            <p:sp>
              <p:nvSpPr>
                <p:cNvPr id="3940" name="Google Shape;3940;p72"/>
                <p:cNvSpPr/>
                <p:nvPr/>
              </p:nvSpPr>
              <p:spPr>
                <a:xfrm>
                  <a:off x="4290828" y="1496185"/>
                  <a:ext cx="286500" cy="999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941" name="Google Shape;3941;p72"/>
              <p:cNvSpPr/>
              <p:nvPr/>
            </p:nvSpPr>
            <p:spPr>
              <a:xfrm>
                <a:off x="4252606" y="1771972"/>
                <a:ext cx="187800" cy="1878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42" name="Google Shape;3942;p72"/>
            <p:cNvGrpSpPr/>
            <p:nvPr/>
          </p:nvGrpSpPr>
          <p:grpSpPr>
            <a:xfrm>
              <a:off x="4613643" y="1763716"/>
              <a:ext cx="325308" cy="439200"/>
              <a:chOff x="4613643" y="1763716"/>
              <a:chExt cx="325308" cy="439200"/>
            </a:xfrm>
            <a:grpFill/>
          </p:grpSpPr>
          <p:grpSp>
            <p:nvGrpSpPr>
              <p:cNvPr id="3943" name="Google Shape;3943;p72"/>
              <p:cNvGrpSpPr/>
              <p:nvPr/>
            </p:nvGrpSpPr>
            <p:grpSpPr>
              <a:xfrm>
                <a:off x="4652451" y="1879538"/>
                <a:ext cx="286500" cy="323378"/>
                <a:chOff x="4652451" y="1879538"/>
                <a:chExt cx="286500" cy="323378"/>
              </a:xfrm>
              <a:grpFill/>
            </p:grpSpPr>
            <p:cxnSp>
              <p:nvCxnSpPr>
                <p:cNvPr id="3944" name="Google Shape;3944;p72"/>
                <p:cNvCxnSpPr/>
                <p:nvPr/>
              </p:nvCxnSpPr>
              <p:spPr>
                <a:xfrm rot="10800000">
                  <a:off x="4707486" y="1879538"/>
                  <a:ext cx="0" cy="294000"/>
                </a:xfrm>
                <a:prstGeom prst="straightConnector1">
                  <a:avLst/>
                </a:prstGeom>
                <a:grpFill/>
                <a:ln w="28575" cap="flat" cmpd="sng">
                  <a:solidFill>
                    <a:srgbClr val="A5B7C6"/>
                  </a:solidFill>
                  <a:prstDash val="solid"/>
                  <a:round/>
                  <a:headEnd type="none" w="med" len="med"/>
                  <a:tailEnd type="none" w="med" len="med"/>
                </a:ln>
              </p:spPr>
            </p:cxnSp>
            <p:sp>
              <p:nvSpPr>
                <p:cNvPr id="3945" name="Google Shape;3945;p72"/>
                <p:cNvSpPr/>
                <p:nvPr/>
              </p:nvSpPr>
              <p:spPr>
                <a:xfrm>
                  <a:off x="4652451" y="2103016"/>
                  <a:ext cx="286500" cy="999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3946" name="Google Shape;3946;p72"/>
              <p:cNvSpPr/>
              <p:nvPr/>
            </p:nvSpPr>
            <p:spPr>
              <a:xfrm>
                <a:off x="4613643" y="1763716"/>
                <a:ext cx="187800" cy="1878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947" name="Google Shape;3947;p72"/>
          <p:cNvGrpSpPr/>
          <p:nvPr/>
        </p:nvGrpSpPr>
        <p:grpSpPr>
          <a:xfrm>
            <a:off x="4562456" y="2858358"/>
            <a:ext cx="2202897" cy="522023"/>
            <a:chOff x="3512551" y="2358270"/>
            <a:chExt cx="1597383" cy="378533"/>
          </a:xfrm>
          <a:solidFill>
            <a:schemeClr val="bg1"/>
          </a:solidFill>
        </p:grpSpPr>
        <p:cxnSp>
          <p:nvCxnSpPr>
            <p:cNvPr id="3948" name="Google Shape;3948;p72"/>
            <p:cNvCxnSpPr>
              <a:stCxn id="3949" idx="6"/>
              <a:endCxn id="3950" idx="2"/>
            </p:cNvCxnSpPr>
            <p:nvPr/>
          </p:nvCxnSpPr>
          <p:spPr>
            <a:xfrm>
              <a:off x="3738198" y="2553118"/>
              <a:ext cx="1146000" cy="0"/>
            </a:xfrm>
            <a:prstGeom prst="straightConnector1">
              <a:avLst/>
            </a:prstGeom>
            <a:grpFill/>
            <a:ln w="19050" cap="flat" cmpd="sng">
              <a:solidFill>
                <a:srgbClr val="435D74"/>
              </a:solidFill>
              <a:prstDash val="solid"/>
              <a:round/>
              <a:headEnd type="none" w="med" len="med"/>
              <a:tailEnd type="none" w="med" len="med"/>
            </a:ln>
          </p:spPr>
        </p:cxnSp>
        <p:grpSp>
          <p:nvGrpSpPr>
            <p:cNvPr id="3951" name="Google Shape;3951;p72"/>
            <p:cNvGrpSpPr/>
            <p:nvPr/>
          </p:nvGrpSpPr>
          <p:grpSpPr>
            <a:xfrm>
              <a:off x="3512551" y="2358270"/>
              <a:ext cx="225647" cy="307714"/>
              <a:chOff x="2182679" y="2004714"/>
              <a:chExt cx="792300" cy="1080458"/>
            </a:xfrm>
            <a:grpFill/>
          </p:grpSpPr>
          <p:cxnSp>
            <p:nvCxnSpPr>
              <p:cNvPr id="3952" name="Google Shape;3952;p72"/>
              <p:cNvCxnSpPr>
                <a:stCxn id="3953" idx="0"/>
              </p:cNvCxnSpPr>
              <p:nvPr/>
            </p:nvCxnSpPr>
            <p:spPr>
              <a:xfrm rot="10800000">
                <a:off x="2578961" y="2004714"/>
                <a:ext cx="0" cy="389100"/>
              </a:xfrm>
              <a:prstGeom prst="straightConnector1">
                <a:avLst/>
              </a:prstGeom>
              <a:grpFill/>
              <a:ln w="9525" cap="flat" cmpd="sng">
                <a:solidFill>
                  <a:srgbClr val="435D74"/>
                </a:solidFill>
                <a:prstDash val="solid"/>
                <a:round/>
                <a:headEnd type="none" w="med" len="med"/>
                <a:tailEnd type="none" w="med" len="med"/>
              </a:ln>
            </p:spPr>
          </p:cxnSp>
          <p:sp>
            <p:nvSpPr>
              <p:cNvPr id="3949" name="Google Shape;3949;p72"/>
              <p:cNvSpPr/>
              <p:nvPr/>
            </p:nvSpPr>
            <p:spPr>
              <a:xfrm>
                <a:off x="2182679" y="2292572"/>
                <a:ext cx="792300" cy="792600"/>
              </a:xfrm>
              <a:prstGeom prst="ellipse">
                <a:avLst/>
              </a:prstGeom>
              <a:grp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53" name="Google Shape;3953;p72"/>
              <p:cNvSpPr/>
              <p:nvPr/>
            </p:nvSpPr>
            <p:spPr>
              <a:xfrm>
                <a:off x="2283911" y="2393814"/>
                <a:ext cx="590100" cy="5901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54" name="Google Shape;3954;p72"/>
            <p:cNvGrpSpPr/>
            <p:nvPr/>
          </p:nvGrpSpPr>
          <p:grpSpPr>
            <a:xfrm>
              <a:off x="3969644" y="2440153"/>
              <a:ext cx="225853" cy="296651"/>
              <a:chOff x="3775710" y="1729289"/>
              <a:chExt cx="136500" cy="179289"/>
            </a:xfrm>
            <a:grpFill/>
          </p:grpSpPr>
          <p:cxnSp>
            <p:nvCxnSpPr>
              <p:cNvPr id="3955" name="Google Shape;3955;p72"/>
              <p:cNvCxnSpPr/>
              <p:nvPr/>
            </p:nvCxnSpPr>
            <p:spPr>
              <a:xfrm>
                <a:off x="3843851" y="1848278"/>
                <a:ext cx="0" cy="60300"/>
              </a:xfrm>
              <a:prstGeom prst="straightConnector1">
                <a:avLst/>
              </a:prstGeom>
              <a:grpFill/>
              <a:ln w="9525" cap="flat" cmpd="sng">
                <a:solidFill>
                  <a:srgbClr val="435D74"/>
                </a:solidFill>
                <a:prstDash val="solid"/>
                <a:round/>
                <a:headEnd type="none" w="med" len="med"/>
                <a:tailEnd type="none" w="med" len="med"/>
              </a:ln>
            </p:spPr>
          </p:cxnSp>
          <p:sp>
            <p:nvSpPr>
              <p:cNvPr id="3956" name="Google Shape;3956;p72"/>
              <p:cNvSpPr/>
              <p:nvPr/>
            </p:nvSpPr>
            <p:spPr>
              <a:xfrm>
                <a:off x="3775710" y="1729289"/>
                <a:ext cx="136500" cy="136500"/>
              </a:xfrm>
              <a:prstGeom prst="ellipse">
                <a:avLst/>
              </a:prstGeom>
              <a:grp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57" name="Google Shape;3957;p72"/>
              <p:cNvSpPr/>
              <p:nvPr/>
            </p:nvSpPr>
            <p:spPr>
              <a:xfrm>
                <a:off x="3793133" y="1746713"/>
                <a:ext cx="101700" cy="1017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58" name="Google Shape;3958;p72"/>
            <p:cNvGrpSpPr/>
            <p:nvPr/>
          </p:nvGrpSpPr>
          <p:grpSpPr>
            <a:xfrm>
              <a:off x="4427051" y="2358270"/>
              <a:ext cx="225647" cy="307714"/>
              <a:chOff x="5393704" y="2004714"/>
              <a:chExt cx="792300" cy="1080458"/>
            </a:xfrm>
            <a:grpFill/>
          </p:grpSpPr>
          <p:cxnSp>
            <p:nvCxnSpPr>
              <p:cNvPr id="3959" name="Google Shape;3959;p72"/>
              <p:cNvCxnSpPr>
                <a:stCxn id="3960" idx="0"/>
              </p:cNvCxnSpPr>
              <p:nvPr/>
            </p:nvCxnSpPr>
            <p:spPr>
              <a:xfrm rot="10800000">
                <a:off x="5789986" y="2004714"/>
                <a:ext cx="0" cy="389100"/>
              </a:xfrm>
              <a:prstGeom prst="straightConnector1">
                <a:avLst/>
              </a:prstGeom>
              <a:grpFill/>
              <a:ln w="9525" cap="flat" cmpd="sng">
                <a:solidFill>
                  <a:srgbClr val="435D74"/>
                </a:solidFill>
                <a:prstDash val="solid"/>
                <a:round/>
                <a:headEnd type="none" w="med" len="med"/>
                <a:tailEnd type="none" w="med" len="med"/>
              </a:ln>
            </p:spPr>
          </p:cxnSp>
          <p:sp>
            <p:nvSpPr>
              <p:cNvPr id="3961" name="Google Shape;3961;p72"/>
              <p:cNvSpPr/>
              <p:nvPr/>
            </p:nvSpPr>
            <p:spPr>
              <a:xfrm>
                <a:off x="5393704" y="2292572"/>
                <a:ext cx="792300" cy="792600"/>
              </a:xfrm>
              <a:prstGeom prst="ellipse">
                <a:avLst/>
              </a:prstGeom>
              <a:grp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60" name="Google Shape;3960;p72"/>
              <p:cNvSpPr/>
              <p:nvPr/>
            </p:nvSpPr>
            <p:spPr>
              <a:xfrm>
                <a:off x="5494936" y="2393814"/>
                <a:ext cx="590100" cy="5901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62" name="Google Shape;3962;p72"/>
            <p:cNvGrpSpPr/>
            <p:nvPr/>
          </p:nvGrpSpPr>
          <p:grpSpPr>
            <a:xfrm>
              <a:off x="4884287" y="2440252"/>
              <a:ext cx="225647" cy="296532"/>
              <a:chOff x="6999166" y="2292572"/>
              <a:chExt cx="792300" cy="1041192"/>
            </a:xfrm>
            <a:grpFill/>
          </p:grpSpPr>
          <p:cxnSp>
            <p:nvCxnSpPr>
              <p:cNvPr id="3963" name="Google Shape;3963;p72"/>
              <p:cNvCxnSpPr/>
              <p:nvPr/>
            </p:nvCxnSpPr>
            <p:spPr>
              <a:xfrm>
                <a:off x="7395553" y="2983964"/>
                <a:ext cx="0" cy="349800"/>
              </a:xfrm>
              <a:prstGeom prst="straightConnector1">
                <a:avLst/>
              </a:prstGeom>
              <a:grpFill/>
              <a:ln w="9525" cap="flat" cmpd="sng">
                <a:solidFill>
                  <a:srgbClr val="435D74"/>
                </a:solidFill>
                <a:prstDash val="solid"/>
                <a:round/>
                <a:headEnd type="none" w="med" len="med"/>
                <a:tailEnd type="none" w="med" len="med"/>
              </a:ln>
            </p:spPr>
          </p:cxnSp>
          <p:sp>
            <p:nvSpPr>
              <p:cNvPr id="3950" name="Google Shape;3950;p72"/>
              <p:cNvSpPr/>
              <p:nvPr/>
            </p:nvSpPr>
            <p:spPr>
              <a:xfrm>
                <a:off x="6999166" y="2292572"/>
                <a:ext cx="792300" cy="792600"/>
              </a:xfrm>
              <a:prstGeom prst="ellipse">
                <a:avLst/>
              </a:prstGeom>
              <a:grp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64" name="Google Shape;3964;p72"/>
              <p:cNvSpPr/>
              <p:nvPr/>
            </p:nvSpPr>
            <p:spPr>
              <a:xfrm>
                <a:off x="7100398" y="2393814"/>
                <a:ext cx="590100" cy="590100"/>
              </a:xfrm>
              <a:prstGeom prst="ellipse">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965" name="Google Shape;3965;p72"/>
          <p:cNvGrpSpPr/>
          <p:nvPr/>
        </p:nvGrpSpPr>
        <p:grpSpPr>
          <a:xfrm>
            <a:off x="9123532" y="1306623"/>
            <a:ext cx="2109125" cy="977091"/>
            <a:chOff x="634175" y="2986275"/>
            <a:chExt cx="3147949" cy="1458344"/>
          </a:xfrm>
          <a:solidFill>
            <a:schemeClr val="bg1"/>
          </a:solidFill>
        </p:grpSpPr>
        <p:cxnSp>
          <p:nvCxnSpPr>
            <p:cNvPr id="3966" name="Google Shape;3966;p72"/>
            <p:cNvCxnSpPr>
              <a:stCxn id="3967" idx="4"/>
              <a:endCxn id="3968" idx="0"/>
            </p:cNvCxnSpPr>
            <p:nvPr/>
          </p:nvCxnSpPr>
          <p:spPr>
            <a:xfrm>
              <a:off x="929975" y="3577875"/>
              <a:ext cx="591300" cy="275100"/>
            </a:xfrm>
            <a:prstGeom prst="straightConnector1">
              <a:avLst/>
            </a:prstGeom>
            <a:grpFill/>
            <a:ln w="19050" cap="flat" cmpd="sng">
              <a:solidFill>
                <a:srgbClr val="435D74"/>
              </a:solidFill>
              <a:prstDash val="solid"/>
              <a:round/>
              <a:headEnd type="none" w="med" len="med"/>
              <a:tailEnd type="none" w="med" len="med"/>
            </a:ln>
          </p:spPr>
        </p:cxnSp>
        <p:cxnSp>
          <p:nvCxnSpPr>
            <p:cNvPr id="3969" name="Google Shape;3969;p72"/>
            <p:cNvCxnSpPr>
              <a:stCxn id="3968" idx="0"/>
              <a:endCxn id="3970" idx="4"/>
            </p:cNvCxnSpPr>
            <p:nvPr/>
          </p:nvCxnSpPr>
          <p:spPr>
            <a:xfrm rot="10800000" flipH="1">
              <a:off x="1521366" y="3577919"/>
              <a:ext cx="686700" cy="275100"/>
            </a:xfrm>
            <a:prstGeom prst="straightConnector1">
              <a:avLst/>
            </a:prstGeom>
            <a:grpFill/>
            <a:ln w="19050" cap="flat" cmpd="sng">
              <a:solidFill>
                <a:srgbClr val="435D74"/>
              </a:solidFill>
              <a:prstDash val="solid"/>
              <a:round/>
              <a:headEnd type="none" w="med" len="med"/>
              <a:tailEnd type="none" w="med" len="med"/>
            </a:ln>
          </p:spPr>
        </p:cxnSp>
        <p:cxnSp>
          <p:nvCxnSpPr>
            <p:cNvPr id="3971" name="Google Shape;3971;p72"/>
            <p:cNvCxnSpPr>
              <a:stCxn id="3970" idx="4"/>
              <a:endCxn id="3972" idx="0"/>
            </p:cNvCxnSpPr>
            <p:nvPr/>
          </p:nvCxnSpPr>
          <p:spPr>
            <a:xfrm>
              <a:off x="2208152" y="3577875"/>
              <a:ext cx="686700" cy="275100"/>
            </a:xfrm>
            <a:prstGeom prst="straightConnector1">
              <a:avLst/>
            </a:prstGeom>
            <a:grpFill/>
            <a:ln w="19050" cap="flat" cmpd="sng">
              <a:solidFill>
                <a:srgbClr val="435D74"/>
              </a:solidFill>
              <a:prstDash val="solid"/>
              <a:round/>
              <a:headEnd type="none" w="med" len="med"/>
              <a:tailEnd type="none" w="med" len="med"/>
            </a:ln>
          </p:spPr>
        </p:cxnSp>
        <p:cxnSp>
          <p:nvCxnSpPr>
            <p:cNvPr id="3973" name="Google Shape;3973;p72"/>
            <p:cNvCxnSpPr>
              <a:stCxn id="3972" idx="0"/>
              <a:endCxn id="3974" idx="4"/>
            </p:cNvCxnSpPr>
            <p:nvPr/>
          </p:nvCxnSpPr>
          <p:spPr>
            <a:xfrm rot="10800000" flipH="1">
              <a:off x="2894933" y="3577918"/>
              <a:ext cx="591300" cy="275100"/>
            </a:xfrm>
            <a:prstGeom prst="straightConnector1">
              <a:avLst/>
            </a:prstGeom>
            <a:grpFill/>
            <a:ln w="19050" cap="flat" cmpd="sng">
              <a:solidFill>
                <a:srgbClr val="435D74"/>
              </a:solidFill>
              <a:prstDash val="solid"/>
              <a:round/>
              <a:headEnd type="none" w="med" len="med"/>
              <a:tailEnd type="none" w="med" len="med"/>
            </a:ln>
          </p:spPr>
        </p:cxnSp>
        <p:sp>
          <p:nvSpPr>
            <p:cNvPr id="3974" name="Google Shape;3974;p72"/>
            <p:cNvSpPr/>
            <p:nvPr/>
          </p:nvSpPr>
          <p:spPr>
            <a:xfrm>
              <a:off x="3190524" y="2986275"/>
              <a:ext cx="591600" cy="591600"/>
            </a:xfrm>
            <a:prstGeom prst="ellipse">
              <a:avLst/>
            </a:prstGeom>
            <a:grp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sp>
          <p:nvSpPr>
            <p:cNvPr id="3970" name="Google Shape;3970;p72"/>
            <p:cNvSpPr/>
            <p:nvPr/>
          </p:nvSpPr>
          <p:spPr>
            <a:xfrm>
              <a:off x="1912352" y="2986275"/>
              <a:ext cx="591600" cy="591600"/>
            </a:xfrm>
            <a:prstGeom prst="ellipse">
              <a:avLst/>
            </a:prstGeom>
            <a:grp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sp>
          <p:nvSpPr>
            <p:cNvPr id="3967" name="Google Shape;3967;p72"/>
            <p:cNvSpPr/>
            <p:nvPr/>
          </p:nvSpPr>
          <p:spPr>
            <a:xfrm>
              <a:off x="634175" y="2986275"/>
              <a:ext cx="591600" cy="591600"/>
            </a:xfrm>
            <a:prstGeom prst="ellipse">
              <a:avLst/>
            </a:prstGeom>
            <a:grp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sp>
          <p:nvSpPr>
            <p:cNvPr id="3972" name="Google Shape;3972;p72"/>
            <p:cNvSpPr/>
            <p:nvPr/>
          </p:nvSpPr>
          <p:spPr>
            <a:xfrm>
              <a:off x="2599133" y="3853018"/>
              <a:ext cx="591600" cy="591600"/>
            </a:xfrm>
            <a:prstGeom prst="ellipse">
              <a:avLst/>
            </a:prstGeom>
            <a:grp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sp>
          <p:nvSpPr>
            <p:cNvPr id="3968" name="Google Shape;3968;p72"/>
            <p:cNvSpPr/>
            <p:nvPr/>
          </p:nvSpPr>
          <p:spPr>
            <a:xfrm>
              <a:off x="1225566" y="3853019"/>
              <a:ext cx="591600" cy="591600"/>
            </a:xfrm>
            <a:prstGeom prst="ellipse">
              <a:avLst/>
            </a:prstGeom>
            <a:grp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Calibri"/>
              </a:endParaRPr>
            </a:p>
          </p:txBody>
        </p:sp>
      </p:grpSp>
      <p:grpSp>
        <p:nvGrpSpPr>
          <p:cNvPr id="3975" name="Google Shape;3975;p72"/>
          <p:cNvGrpSpPr/>
          <p:nvPr/>
        </p:nvGrpSpPr>
        <p:grpSpPr>
          <a:xfrm>
            <a:off x="4547152" y="3565703"/>
            <a:ext cx="2233504" cy="418232"/>
            <a:chOff x="998425" y="1182125"/>
            <a:chExt cx="1065400" cy="199500"/>
          </a:xfrm>
          <a:solidFill>
            <a:schemeClr val="bg1"/>
          </a:solidFill>
        </p:grpSpPr>
        <p:sp>
          <p:nvSpPr>
            <p:cNvPr id="3976" name="Google Shape;3976;p7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77" name="Google Shape;3977;p7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78" name="Google Shape;3978;p7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79" name="Google Shape;3979;p7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80" name="Google Shape;3980;p7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81" name="Google Shape;3981;p72"/>
          <p:cNvGrpSpPr/>
          <p:nvPr/>
        </p:nvGrpSpPr>
        <p:grpSpPr>
          <a:xfrm>
            <a:off x="4547152" y="4840326"/>
            <a:ext cx="2233505" cy="700460"/>
            <a:chOff x="5194708" y="3484366"/>
            <a:chExt cx="3148148" cy="987304"/>
          </a:xfrm>
          <a:solidFill>
            <a:schemeClr val="bg1"/>
          </a:solidFill>
        </p:grpSpPr>
        <p:grpSp>
          <p:nvGrpSpPr>
            <p:cNvPr id="3982" name="Google Shape;3982;p72"/>
            <p:cNvGrpSpPr/>
            <p:nvPr/>
          </p:nvGrpSpPr>
          <p:grpSpPr>
            <a:xfrm>
              <a:off x="7531521" y="3484366"/>
              <a:ext cx="811335" cy="987304"/>
              <a:chOff x="3379425" y="1617275"/>
              <a:chExt cx="1090650" cy="1327200"/>
            </a:xfrm>
            <a:grpFill/>
          </p:grpSpPr>
          <p:sp>
            <p:nvSpPr>
              <p:cNvPr id="3983" name="Google Shape;3983;p7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84" name="Google Shape;3984;p7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85" name="Google Shape;3985;p7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86" name="Google Shape;3986;p72"/>
            <p:cNvGrpSpPr/>
            <p:nvPr/>
          </p:nvGrpSpPr>
          <p:grpSpPr>
            <a:xfrm>
              <a:off x="6752546" y="3484366"/>
              <a:ext cx="811428" cy="987304"/>
              <a:chOff x="2332275" y="1617275"/>
              <a:chExt cx="1090775" cy="1327200"/>
            </a:xfrm>
            <a:grpFill/>
          </p:grpSpPr>
          <p:sp>
            <p:nvSpPr>
              <p:cNvPr id="3987" name="Google Shape;3987;p7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88" name="Google Shape;3988;p7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89" name="Google Shape;3989;p7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90" name="Google Shape;3990;p72"/>
            <p:cNvGrpSpPr/>
            <p:nvPr/>
          </p:nvGrpSpPr>
          <p:grpSpPr>
            <a:xfrm>
              <a:off x="5973664" y="3484366"/>
              <a:ext cx="811335" cy="987304"/>
              <a:chOff x="1285250" y="1617275"/>
              <a:chExt cx="1090650" cy="1327200"/>
            </a:xfrm>
            <a:grpFill/>
          </p:grpSpPr>
          <p:sp>
            <p:nvSpPr>
              <p:cNvPr id="3991" name="Google Shape;3991;p7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92" name="Google Shape;3992;p7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93" name="Google Shape;3993;p7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3994" name="Google Shape;3994;p72"/>
            <p:cNvGrpSpPr/>
            <p:nvPr/>
          </p:nvGrpSpPr>
          <p:grpSpPr>
            <a:xfrm>
              <a:off x="5194708" y="3484366"/>
              <a:ext cx="811409" cy="987304"/>
              <a:chOff x="238125" y="1617275"/>
              <a:chExt cx="1090750" cy="1327200"/>
            </a:xfrm>
            <a:grpFill/>
          </p:grpSpPr>
          <p:sp>
            <p:nvSpPr>
              <p:cNvPr id="3995" name="Google Shape;3995;p7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96" name="Google Shape;3996;p7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997" name="Google Shape;3997;p7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3998" name="Google Shape;3998;p72"/>
          <p:cNvGrpSpPr/>
          <p:nvPr/>
        </p:nvGrpSpPr>
        <p:grpSpPr>
          <a:xfrm>
            <a:off x="9125397" y="3034844"/>
            <a:ext cx="2105395" cy="696307"/>
            <a:chOff x="6853641" y="2534077"/>
            <a:chExt cx="1515545" cy="501229"/>
          </a:xfrm>
          <a:solidFill>
            <a:schemeClr val="bg1"/>
          </a:solidFill>
        </p:grpSpPr>
        <p:grpSp>
          <p:nvGrpSpPr>
            <p:cNvPr id="3999" name="Google Shape;3999;p72"/>
            <p:cNvGrpSpPr/>
            <p:nvPr/>
          </p:nvGrpSpPr>
          <p:grpSpPr>
            <a:xfrm>
              <a:off x="6853641" y="2618923"/>
              <a:ext cx="1515545" cy="324556"/>
              <a:chOff x="6853641" y="2618923"/>
              <a:chExt cx="1515545" cy="324556"/>
            </a:xfrm>
            <a:grpFill/>
          </p:grpSpPr>
          <p:sp>
            <p:nvSpPr>
              <p:cNvPr id="4000" name="Google Shape;4000;p7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1" name="Google Shape;4001;p7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2" name="Google Shape;4002;p7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3" name="Google Shape;4003;p7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4" name="Google Shape;4004;p7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005" name="Google Shape;4005;p7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6" name="Google Shape;4006;p7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7" name="Google Shape;4007;p7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8" name="Google Shape;4008;p7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09" name="Google Shape;4009;p7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010" name="Google Shape;4010;p72"/>
          <p:cNvGrpSpPr/>
          <p:nvPr/>
        </p:nvGrpSpPr>
        <p:grpSpPr>
          <a:xfrm>
            <a:off x="4585254" y="4201564"/>
            <a:ext cx="2157301" cy="462155"/>
            <a:chOff x="1808063" y="4294338"/>
            <a:chExt cx="3370782" cy="721817"/>
          </a:xfrm>
          <a:solidFill>
            <a:schemeClr val="bg1"/>
          </a:solidFill>
        </p:grpSpPr>
        <p:sp>
          <p:nvSpPr>
            <p:cNvPr id="4011" name="Google Shape;4011;p7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2" name="Google Shape;4012;p7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3" name="Google Shape;4013;p7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4" name="Google Shape;4014;p7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5" name="Google Shape;4015;p7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6" name="Google Shape;4016;p7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7" name="Google Shape;4017;p7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8" name="Google Shape;4018;p7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19" name="Google Shape;4019;p7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0" name="Google Shape;4020;p7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021" name="Google Shape;4021;p72"/>
          <p:cNvGrpSpPr/>
          <p:nvPr/>
        </p:nvGrpSpPr>
        <p:grpSpPr>
          <a:xfrm>
            <a:off x="7019915" y="5090565"/>
            <a:ext cx="1889423" cy="467473"/>
            <a:chOff x="4234950" y="2101012"/>
            <a:chExt cx="4219974" cy="1044090"/>
          </a:xfrm>
          <a:solidFill>
            <a:schemeClr val="bg1"/>
          </a:solidFill>
        </p:grpSpPr>
        <p:sp>
          <p:nvSpPr>
            <p:cNvPr id="4022" name="Google Shape;4022;p7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3" name="Google Shape;4023;p7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4" name="Google Shape;4024;p7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5" name="Google Shape;4025;p7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6" name="Google Shape;4026;p7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grpFill/>
            <a:ln w="20850"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7" name="Google Shape;4027;p7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grpFill/>
            <a:ln w="20850"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8" name="Google Shape;4028;p7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grpFill/>
            <a:ln w="20850" cap="rnd" cmpd="sng">
              <a:solidFill>
                <a:srgbClr val="869FB2"/>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29" name="Google Shape;4029;p7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grpFill/>
            <a:ln w="20850" cap="rnd" cmpd="sng">
              <a:solidFill>
                <a:srgbClr val="BAC8D3"/>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0" name="Google Shape;4030;p7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1" name="Google Shape;4031;p7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2" name="Google Shape;4032;p7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3" name="Google Shape;4033;p7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4" name="Google Shape;4034;p7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5" name="Google Shape;4035;p7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6" name="Google Shape;4036;p7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37" name="Google Shape;4037;p7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038" name="Google Shape;4038;p72"/>
          <p:cNvGrpSpPr/>
          <p:nvPr/>
        </p:nvGrpSpPr>
        <p:grpSpPr>
          <a:xfrm>
            <a:off x="9120545" y="2411576"/>
            <a:ext cx="2115103" cy="495409"/>
            <a:chOff x="1247650" y="2075423"/>
            <a:chExt cx="6648477" cy="1557238"/>
          </a:xfrm>
          <a:solidFill>
            <a:schemeClr val="bg1"/>
          </a:solidFill>
        </p:grpSpPr>
        <p:sp>
          <p:nvSpPr>
            <p:cNvPr id="4039" name="Google Shape;4039;p7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0" name="Google Shape;4040;p7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1" name="Google Shape;4041;p7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2" name="Google Shape;4042;p7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3" name="Google Shape;4043;p7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4" name="Google Shape;4044;p7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grpFill/>
            <a:ln w="19050"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045" name="Google Shape;4045;p72"/>
          <p:cNvGrpSpPr/>
          <p:nvPr/>
        </p:nvGrpSpPr>
        <p:grpSpPr>
          <a:xfrm>
            <a:off x="7028905" y="1282494"/>
            <a:ext cx="1887468" cy="2198044"/>
            <a:chOff x="1839112" y="2209163"/>
            <a:chExt cx="1918159" cy="2233784"/>
          </a:xfrm>
          <a:solidFill>
            <a:schemeClr val="bg1"/>
          </a:solidFill>
        </p:grpSpPr>
        <p:sp>
          <p:nvSpPr>
            <p:cNvPr id="4046" name="Google Shape;4046;p72"/>
            <p:cNvSpPr/>
            <p:nvPr/>
          </p:nvSpPr>
          <p:spPr>
            <a:xfrm>
              <a:off x="1839112" y="2209163"/>
              <a:ext cx="575100" cy="575100"/>
            </a:xfrm>
            <a:prstGeom prst="flowChartConnector">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7" name="Google Shape;4047;p72"/>
            <p:cNvSpPr/>
            <p:nvPr/>
          </p:nvSpPr>
          <p:spPr>
            <a:xfrm>
              <a:off x="3182171" y="2209163"/>
              <a:ext cx="575100" cy="575100"/>
            </a:xfrm>
            <a:prstGeom prst="flowChartConnector">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48" name="Google Shape;4048;p72"/>
            <p:cNvSpPr/>
            <p:nvPr/>
          </p:nvSpPr>
          <p:spPr>
            <a:xfrm>
              <a:off x="3182171" y="3040766"/>
              <a:ext cx="575100" cy="575100"/>
            </a:xfrm>
            <a:prstGeom prst="flowChartConnector">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4049" name="Google Shape;4049;p72"/>
            <p:cNvCxnSpPr>
              <a:stCxn id="4046" idx="6"/>
              <a:endCxn id="4047" idx="2"/>
            </p:cNvCxnSpPr>
            <p:nvPr/>
          </p:nvCxnSpPr>
          <p:spPr>
            <a:xfrm>
              <a:off x="2414212" y="2496713"/>
              <a:ext cx="768000" cy="600"/>
            </a:xfrm>
            <a:prstGeom prst="bentConnector3">
              <a:avLst>
                <a:gd name="adj1" fmla="val 49997"/>
              </a:avLst>
            </a:prstGeom>
            <a:grpFill/>
            <a:ln w="19050" cap="flat" cmpd="sng">
              <a:solidFill>
                <a:srgbClr val="374957"/>
              </a:solidFill>
              <a:prstDash val="solid"/>
              <a:round/>
              <a:headEnd type="none" w="med" len="med"/>
              <a:tailEnd type="none" w="med" len="med"/>
            </a:ln>
          </p:spPr>
        </p:cxnSp>
        <p:cxnSp>
          <p:nvCxnSpPr>
            <p:cNvPr id="4050" name="Google Shape;4050;p72"/>
            <p:cNvCxnSpPr>
              <a:stCxn id="4047" idx="4"/>
              <a:endCxn id="4051" idx="0"/>
            </p:cNvCxnSpPr>
            <p:nvPr/>
          </p:nvCxnSpPr>
          <p:spPr>
            <a:xfrm rot="5400000">
              <a:off x="2669921" y="2240963"/>
              <a:ext cx="256500" cy="1343100"/>
            </a:xfrm>
            <a:prstGeom prst="bentConnector3">
              <a:avLst>
                <a:gd name="adj1" fmla="val 50000"/>
              </a:avLst>
            </a:prstGeom>
            <a:grpFill/>
            <a:ln w="19050" cap="flat" cmpd="sng">
              <a:solidFill>
                <a:srgbClr val="374957"/>
              </a:solidFill>
              <a:prstDash val="solid"/>
              <a:round/>
              <a:headEnd type="none" w="med" len="med"/>
              <a:tailEnd type="none" w="med" len="med"/>
            </a:ln>
          </p:spPr>
        </p:cxnSp>
        <p:cxnSp>
          <p:nvCxnSpPr>
            <p:cNvPr id="4052" name="Google Shape;4052;p72"/>
            <p:cNvCxnSpPr>
              <a:stCxn id="4051" idx="6"/>
              <a:endCxn id="4048" idx="2"/>
            </p:cNvCxnSpPr>
            <p:nvPr/>
          </p:nvCxnSpPr>
          <p:spPr>
            <a:xfrm>
              <a:off x="2414212" y="3328316"/>
              <a:ext cx="768000" cy="600"/>
            </a:xfrm>
            <a:prstGeom prst="bentConnector3">
              <a:avLst>
                <a:gd name="adj1" fmla="val 49997"/>
              </a:avLst>
            </a:prstGeom>
            <a:grpFill/>
            <a:ln w="19050" cap="flat" cmpd="sng">
              <a:solidFill>
                <a:srgbClr val="374957"/>
              </a:solidFill>
              <a:prstDash val="solid"/>
              <a:round/>
              <a:headEnd type="none" w="med" len="med"/>
              <a:tailEnd type="none" w="med" len="med"/>
            </a:ln>
          </p:spPr>
        </p:cxnSp>
        <p:cxnSp>
          <p:nvCxnSpPr>
            <p:cNvPr id="4053" name="Google Shape;4053;p72"/>
            <p:cNvCxnSpPr>
              <a:stCxn id="4048" idx="4"/>
              <a:endCxn id="4054" idx="0"/>
            </p:cNvCxnSpPr>
            <p:nvPr/>
          </p:nvCxnSpPr>
          <p:spPr>
            <a:xfrm rot="5400000">
              <a:off x="2672171" y="3070316"/>
              <a:ext cx="252000" cy="1343100"/>
            </a:xfrm>
            <a:prstGeom prst="bentConnector3">
              <a:avLst>
                <a:gd name="adj1" fmla="val 49996"/>
              </a:avLst>
            </a:prstGeom>
            <a:grpFill/>
            <a:ln w="19050" cap="flat" cmpd="sng">
              <a:solidFill>
                <a:srgbClr val="374957"/>
              </a:solidFill>
              <a:prstDash val="solid"/>
              <a:round/>
              <a:headEnd type="none" w="med" len="med"/>
              <a:tailEnd type="none" w="med" len="med"/>
            </a:ln>
          </p:spPr>
        </p:cxnSp>
        <p:sp>
          <p:nvSpPr>
            <p:cNvPr id="4051" name="Google Shape;4051;p72"/>
            <p:cNvSpPr/>
            <p:nvPr/>
          </p:nvSpPr>
          <p:spPr>
            <a:xfrm>
              <a:off x="1839112" y="3040766"/>
              <a:ext cx="575100" cy="575100"/>
            </a:xfrm>
            <a:prstGeom prst="flowChartConnector">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54" name="Google Shape;4054;p72"/>
            <p:cNvSpPr/>
            <p:nvPr/>
          </p:nvSpPr>
          <p:spPr>
            <a:xfrm>
              <a:off x="1839112" y="3867848"/>
              <a:ext cx="575100" cy="575100"/>
            </a:xfrm>
            <a:prstGeom prst="flowChartConnector">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55" name="Google Shape;4055;p72"/>
            <p:cNvSpPr/>
            <p:nvPr/>
          </p:nvSpPr>
          <p:spPr>
            <a:xfrm>
              <a:off x="3182171" y="3867848"/>
              <a:ext cx="575100" cy="575100"/>
            </a:xfrm>
            <a:prstGeom prst="flowChartConnector">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4056" name="Google Shape;4056;p72"/>
            <p:cNvCxnSpPr>
              <a:endCxn id="4055" idx="2"/>
            </p:cNvCxnSpPr>
            <p:nvPr/>
          </p:nvCxnSpPr>
          <p:spPr>
            <a:xfrm>
              <a:off x="2413871" y="4154498"/>
              <a:ext cx="768300" cy="900"/>
            </a:xfrm>
            <a:prstGeom prst="bentConnector3">
              <a:avLst>
                <a:gd name="adj1" fmla="val 50000"/>
              </a:avLst>
            </a:prstGeom>
            <a:grpFill/>
            <a:ln w="19050" cap="flat" cmpd="sng">
              <a:solidFill>
                <a:srgbClr val="374957"/>
              </a:solidFill>
              <a:prstDash val="solid"/>
              <a:round/>
              <a:headEnd type="none" w="med" len="med"/>
              <a:tailEnd type="none" w="med" len="med"/>
            </a:ln>
          </p:spPr>
        </p:cxnSp>
      </p:grpSp>
      <p:grpSp>
        <p:nvGrpSpPr>
          <p:cNvPr id="4057" name="Google Shape;4057;p72"/>
          <p:cNvGrpSpPr/>
          <p:nvPr/>
        </p:nvGrpSpPr>
        <p:grpSpPr>
          <a:xfrm>
            <a:off x="4571926" y="1306606"/>
            <a:ext cx="2183957" cy="206589"/>
            <a:chOff x="238125" y="2506075"/>
            <a:chExt cx="7115411" cy="673075"/>
          </a:xfrm>
          <a:solidFill>
            <a:schemeClr val="bg1"/>
          </a:solidFill>
        </p:grpSpPr>
        <p:sp>
          <p:nvSpPr>
            <p:cNvPr id="4058" name="Google Shape;4058;p7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59" name="Google Shape;4059;p7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60" name="Google Shape;4060;p7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61" name="Google Shape;4061;p7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62" name="Google Shape;4062;p7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063" name="Google Shape;4063;p72"/>
          <p:cNvGrpSpPr/>
          <p:nvPr/>
        </p:nvGrpSpPr>
        <p:grpSpPr>
          <a:xfrm>
            <a:off x="2626240" y="1726229"/>
            <a:ext cx="1683909" cy="1047211"/>
            <a:chOff x="548861" y="389676"/>
            <a:chExt cx="3843371" cy="2390163"/>
          </a:xfrm>
          <a:solidFill>
            <a:schemeClr val="bg1"/>
          </a:solidFill>
        </p:grpSpPr>
        <p:cxnSp>
          <p:nvCxnSpPr>
            <p:cNvPr id="4064" name="Google Shape;4064;p72"/>
            <p:cNvCxnSpPr/>
            <p:nvPr/>
          </p:nvCxnSpPr>
          <p:spPr>
            <a:xfrm rot="10800000" flipH="1">
              <a:off x="3486925" y="1918250"/>
              <a:ext cx="742200" cy="690300"/>
            </a:xfrm>
            <a:prstGeom prst="bentConnector3">
              <a:avLst>
                <a:gd name="adj1" fmla="val 50000"/>
              </a:avLst>
            </a:prstGeom>
            <a:grpFill/>
            <a:ln w="9525" cap="flat" cmpd="sng">
              <a:solidFill>
                <a:srgbClr val="869FB2"/>
              </a:solidFill>
              <a:prstDash val="solid"/>
              <a:round/>
              <a:headEnd type="none" w="med" len="med"/>
              <a:tailEnd type="none" w="med" len="med"/>
            </a:ln>
          </p:spPr>
        </p:cxnSp>
        <p:cxnSp>
          <p:nvCxnSpPr>
            <p:cNvPr id="4065" name="Google Shape;4065;p72"/>
            <p:cNvCxnSpPr/>
            <p:nvPr/>
          </p:nvCxnSpPr>
          <p:spPr>
            <a:xfrm rot="-5400000" flipH="1">
              <a:off x="3486925" y="577350"/>
              <a:ext cx="650100" cy="650100"/>
            </a:xfrm>
            <a:prstGeom prst="bentConnector3">
              <a:avLst>
                <a:gd name="adj1" fmla="val 50000"/>
              </a:avLst>
            </a:prstGeom>
            <a:grpFill/>
            <a:ln w="9525" cap="flat" cmpd="sng">
              <a:solidFill>
                <a:srgbClr val="869FB2"/>
              </a:solidFill>
              <a:prstDash val="solid"/>
              <a:round/>
              <a:headEnd type="none" w="med" len="med"/>
              <a:tailEnd type="none" w="med" len="med"/>
            </a:ln>
          </p:spPr>
        </p:cxnSp>
        <p:cxnSp>
          <p:nvCxnSpPr>
            <p:cNvPr id="4066" name="Google Shape;4066;p72"/>
            <p:cNvCxnSpPr/>
            <p:nvPr/>
          </p:nvCxnSpPr>
          <p:spPr>
            <a:xfrm>
              <a:off x="2725450" y="576000"/>
              <a:ext cx="1410600" cy="1800"/>
            </a:xfrm>
            <a:prstGeom prst="bentConnector3">
              <a:avLst>
                <a:gd name="adj1" fmla="val 50000"/>
              </a:avLst>
            </a:prstGeom>
            <a:grpFill/>
            <a:ln w="9525" cap="flat" cmpd="sng">
              <a:solidFill>
                <a:srgbClr val="869FB2"/>
              </a:solidFill>
              <a:prstDash val="solid"/>
              <a:round/>
              <a:headEnd type="none" w="med" len="med"/>
              <a:tailEnd type="none" w="med" len="med"/>
            </a:ln>
          </p:spPr>
        </p:cxnSp>
        <p:cxnSp>
          <p:nvCxnSpPr>
            <p:cNvPr id="4067" name="Google Shape;4067;p72"/>
            <p:cNvCxnSpPr/>
            <p:nvPr/>
          </p:nvCxnSpPr>
          <p:spPr>
            <a:xfrm rot="10800000" flipH="1">
              <a:off x="756500" y="577975"/>
              <a:ext cx="1705500" cy="1049100"/>
            </a:xfrm>
            <a:prstGeom prst="bentConnector3">
              <a:avLst>
                <a:gd name="adj1" fmla="val 50000"/>
              </a:avLst>
            </a:prstGeom>
            <a:grpFill/>
            <a:ln w="9525" cap="flat" cmpd="sng">
              <a:solidFill>
                <a:srgbClr val="BAC8D3"/>
              </a:solidFill>
              <a:prstDash val="solid"/>
              <a:round/>
              <a:headEnd type="none" w="med" len="med"/>
              <a:tailEnd type="none" w="med" len="med"/>
            </a:ln>
          </p:spPr>
        </p:cxnSp>
        <p:cxnSp>
          <p:nvCxnSpPr>
            <p:cNvPr id="4068" name="Google Shape;4068;p72"/>
            <p:cNvCxnSpPr/>
            <p:nvPr/>
          </p:nvCxnSpPr>
          <p:spPr>
            <a:xfrm>
              <a:off x="760067" y="1625791"/>
              <a:ext cx="1689000" cy="974100"/>
            </a:xfrm>
            <a:prstGeom prst="bentConnector3">
              <a:avLst>
                <a:gd name="adj1" fmla="val 50000"/>
              </a:avLst>
            </a:prstGeom>
            <a:grpFill/>
            <a:ln w="9525" cap="flat" cmpd="sng">
              <a:solidFill>
                <a:srgbClr val="BAC8D3"/>
              </a:solidFill>
              <a:prstDash val="solid"/>
              <a:round/>
              <a:headEnd type="none" w="med" len="med"/>
              <a:tailEnd type="none" w="med" len="med"/>
            </a:ln>
          </p:spPr>
        </p:cxnSp>
        <p:sp>
          <p:nvSpPr>
            <p:cNvPr id="4069" name="Google Shape;4069;p7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4070" name="Google Shape;4070;p72"/>
            <p:cNvCxnSpPr/>
            <p:nvPr/>
          </p:nvCxnSpPr>
          <p:spPr>
            <a:xfrm>
              <a:off x="2725450" y="2609025"/>
              <a:ext cx="1416000" cy="1800"/>
            </a:xfrm>
            <a:prstGeom prst="bentConnector3">
              <a:avLst>
                <a:gd name="adj1" fmla="val 50000"/>
              </a:avLst>
            </a:prstGeom>
            <a:grpFill/>
            <a:ln w="9525" cap="flat" cmpd="sng">
              <a:solidFill>
                <a:srgbClr val="869FB2"/>
              </a:solidFill>
              <a:prstDash val="solid"/>
              <a:round/>
              <a:headEnd type="none" w="med" len="med"/>
              <a:tailEnd type="none" w="med" len="med"/>
            </a:ln>
          </p:spPr>
        </p:cxnSp>
        <p:sp>
          <p:nvSpPr>
            <p:cNvPr id="4071" name="Google Shape;4071;p7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72" name="Google Shape;4072;p7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73" name="Google Shape;4073;p7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74" name="Google Shape;4074;p7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75" name="Google Shape;4075;p7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76" name="Google Shape;4076;p7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077" name="Google Shape;4077;p72"/>
          <p:cNvGrpSpPr/>
          <p:nvPr/>
        </p:nvGrpSpPr>
        <p:grpSpPr>
          <a:xfrm>
            <a:off x="1010416" y="3202067"/>
            <a:ext cx="1882739" cy="844749"/>
            <a:chOff x="1187400" y="2529299"/>
            <a:chExt cx="6769193" cy="2241903"/>
          </a:xfrm>
          <a:solidFill>
            <a:schemeClr val="bg1"/>
          </a:solidFill>
        </p:grpSpPr>
        <p:sp>
          <p:nvSpPr>
            <p:cNvPr id="4078" name="Google Shape;4078;p72"/>
            <p:cNvSpPr/>
            <p:nvPr/>
          </p:nvSpPr>
          <p:spPr>
            <a:xfrm>
              <a:off x="3802943" y="2529299"/>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079" name="Google Shape;4079;p72"/>
            <p:cNvSpPr/>
            <p:nvPr/>
          </p:nvSpPr>
          <p:spPr>
            <a:xfrm>
              <a:off x="5573240" y="3429000"/>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080" name="Google Shape;4080;p72"/>
            <p:cNvSpPr/>
            <p:nvPr/>
          </p:nvSpPr>
          <p:spPr>
            <a:xfrm>
              <a:off x="2032647" y="3429000"/>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081" name="Google Shape;4081;p72"/>
            <p:cNvSpPr/>
            <p:nvPr/>
          </p:nvSpPr>
          <p:spPr>
            <a:xfrm>
              <a:off x="1187400" y="4328701"/>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082" name="Google Shape;4082;p72"/>
            <p:cNvSpPr/>
            <p:nvPr/>
          </p:nvSpPr>
          <p:spPr>
            <a:xfrm>
              <a:off x="2877893" y="4328701"/>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083" name="Google Shape;4083;p72"/>
            <p:cNvSpPr/>
            <p:nvPr/>
          </p:nvSpPr>
          <p:spPr>
            <a:xfrm>
              <a:off x="4728000" y="4328701"/>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084" name="Google Shape;4084;p72"/>
            <p:cNvSpPr/>
            <p:nvPr/>
          </p:nvSpPr>
          <p:spPr>
            <a:xfrm>
              <a:off x="6418493" y="4328701"/>
              <a:ext cx="1538100" cy="442500"/>
            </a:xfrm>
            <a:prstGeom prst="roundRect">
              <a:avLst>
                <a:gd name="adj" fmla="val 50000"/>
              </a:avLst>
            </a:prstGeom>
            <a:grp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等线" panose="020F0502020204030204"/>
                <a:ea typeface="+mn-ea"/>
                <a:cs typeface="+mn-cs"/>
              </a:endParaRPr>
            </a:p>
          </p:txBody>
        </p:sp>
        <p:cxnSp>
          <p:nvCxnSpPr>
            <p:cNvPr id="4085" name="Google Shape;4085;p72"/>
            <p:cNvCxnSpPr>
              <a:stCxn id="4078" idx="2"/>
              <a:endCxn id="4079" idx="0"/>
            </p:cNvCxnSpPr>
            <p:nvPr/>
          </p:nvCxnSpPr>
          <p:spPr>
            <a:xfrm rot="-5400000" flipH="1">
              <a:off x="5228543" y="2315249"/>
              <a:ext cx="457200" cy="1770300"/>
            </a:xfrm>
            <a:prstGeom prst="bentConnector3">
              <a:avLst>
                <a:gd name="adj1" fmla="val 49967"/>
              </a:avLst>
            </a:prstGeom>
            <a:grpFill/>
            <a:ln w="9525" cap="flat" cmpd="sng">
              <a:solidFill>
                <a:srgbClr val="C2C2C2"/>
              </a:solidFill>
              <a:prstDash val="solid"/>
              <a:round/>
              <a:headEnd type="none" w="sm" len="sm"/>
              <a:tailEnd type="none" w="sm" len="sm"/>
            </a:ln>
          </p:spPr>
        </p:cxnSp>
        <p:cxnSp>
          <p:nvCxnSpPr>
            <p:cNvPr id="4086" name="Google Shape;4086;p72"/>
            <p:cNvCxnSpPr>
              <a:stCxn id="4080" idx="0"/>
              <a:endCxn id="4078" idx="2"/>
            </p:cNvCxnSpPr>
            <p:nvPr/>
          </p:nvCxnSpPr>
          <p:spPr>
            <a:xfrm rot="-5400000">
              <a:off x="3458247" y="2315250"/>
              <a:ext cx="457200" cy="1770300"/>
            </a:xfrm>
            <a:prstGeom prst="bentConnector3">
              <a:avLst>
                <a:gd name="adj1" fmla="val 49967"/>
              </a:avLst>
            </a:prstGeom>
            <a:grpFill/>
            <a:ln w="9525" cap="flat" cmpd="sng">
              <a:solidFill>
                <a:srgbClr val="C2C2C2"/>
              </a:solidFill>
              <a:prstDash val="solid"/>
              <a:round/>
              <a:headEnd type="none" w="sm" len="sm"/>
              <a:tailEnd type="none" w="sm" len="sm"/>
            </a:ln>
          </p:spPr>
        </p:cxnSp>
        <p:cxnSp>
          <p:nvCxnSpPr>
            <p:cNvPr id="4087" name="Google Shape;4087;p72"/>
            <p:cNvCxnSpPr>
              <a:stCxn id="4080" idx="2"/>
              <a:endCxn id="4082" idx="0"/>
            </p:cNvCxnSpPr>
            <p:nvPr/>
          </p:nvCxnSpPr>
          <p:spPr>
            <a:xfrm rot="-5400000" flipH="1">
              <a:off x="2995647" y="3677550"/>
              <a:ext cx="457200" cy="845100"/>
            </a:xfrm>
            <a:prstGeom prst="bentConnector3">
              <a:avLst>
                <a:gd name="adj1" fmla="val 49967"/>
              </a:avLst>
            </a:prstGeom>
            <a:grpFill/>
            <a:ln w="9525" cap="flat" cmpd="sng">
              <a:solidFill>
                <a:srgbClr val="C2C2C2"/>
              </a:solidFill>
              <a:prstDash val="solid"/>
              <a:round/>
              <a:headEnd type="none" w="sm" len="sm"/>
              <a:tailEnd type="none" w="sm" len="sm"/>
            </a:ln>
          </p:spPr>
        </p:cxnSp>
        <p:cxnSp>
          <p:nvCxnSpPr>
            <p:cNvPr id="4088" name="Google Shape;4088;p72"/>
            <p:cNvCxnSpPr>
              <a:stCxn id="4081" idx="0"/>
              <a:endCxn id="4080" idx="2"/>
            </p:cNvCxnSpPr>
            <p:nvPr/>
          </p:nvCxnSpPr>
          <p:spPr>
            <a:xfrm rot="-5400000">
              <a:off x="2150400" y="3677551"/>
              <a:ext cx="457200" cy="845100"/>
            </a:xfrm>
            <a:prstGeom prst="bentConnector3">
              <a:avLst>
                <a:gd name="adj1" fmla="val 49967"/>
              </a:avLst>
            </a:prstGeom>
            <a:grpFill/>
            <a:ln w="9525" cap="flat" cmpd="sng">
              <a:solidFill>
                <a:srgbClr val="C2C2C2"/>
              </a:solidFill>
              <a:prstDash val="solid"/>
              <a:round/>
              <a:headEnd type="none" w="sm" len="sm"/>
              <a:tailEnd type="none" w="sm" len="sm"/>
            </a:ln>
          </p:spPr>
        </p:cxnSp>
        <p:cxnSp>
          <p:nvCxnSpPr>
            <p:cNvPr id="4089" name="Google Shape;4089;p72"/>
            <p:cNvCxnSpPr>
              <a:stCxn id="4079" idx="2"/>
              <a:endCxn id="4084" idx="0"/>
            </p:cNvCxnSpPr>
            <p:nvPr/>
          </p:nvCxnSpPr>
          <p:spPr>
            <a:xfrm rot="-5400000" flipH="1">
              <a:off x="6536390" y="3677400"/>
              <a:ext cx="457200" cy="845400"/>
            </a:xfrm>
            <a:prstGeom prst="bentConnector3">
              <a:avLst>
                <a:gd name="adj1" fmla="val 49967"/>
              </a:avLst>
            </a:prstGeom>
            <a:grpFill/>
            <a:ln w="9525" cap="flat" cmpd="sng">
              <a:solidFill>
                <a:srgbClr val="C2C2C2"/>
              </a:solidFill>
              <a:prstDash val="solid"/>
              <a:round/>
              <a:headEnd type="none" w="sm" len="sm"/>
              <a:tailEnd type="none" w="sm" len="sm"/>
            </a:ln>
          </p:spPr>
        </p:cxnSp>
        <p:cxnSp>
          <p:nvCxnSpPr>
            <p:cNvPr id="4090" name="Google Shape;4090;p72"/>
            <p:cNvCxnSpPr>
              <a:stCxn id="4083" idx="0"/>
              <a:endCxn id="4079" idx="2"/>
            </p:cNvCxnSpPr>
            <p:nvPr/>
          </p:nvCxnSpPr>
          <p:spPr>
            <a:xfrm rot="-5400000">
              <a:off x="5691000" y="3677551"/>
              <a:ext cx="457200" cy="845100"/>
            </a:xfrm>
            <a:prstGeom prst="bentConnector3">
              <a:avLst>
                <a:gd name="adj1" fmla="val 49967"/>
              </a:avLst>
            </a:prstGeom>
            <a:grpFill/>
            <a:ln w="9525" cap="flat" cmpd="sng">
              <a:solidFill>
                <a:srgbClr val="C2C2C2"/>
              </a:solidFill>
              <a:prstDash val="solid"/>
              <a:round/>
              <a:headEnd type="none" w="sm" len="sm"/>
              <a:tailEnd type="none" w="sm" len="sm"/>
            </a:ln>
          </p:spPr>
        </p:cxnSp>
      </p:grpSp>
      <p:grpSp>
        <p:nvGrpSpPr>
          <p:cNvPr id="4091" name="Google Shape;4091;p72"/>
          <p:cNvGrpSpPr/>
          <p:nvPr/>
        </p:nvGrpSpPr>
        <p:grpSpPr>
          <a:xfrm>
            <a:off x="9125411" y="3859011"/>
            <a:ext cx="2105380" cy="721164"/>
            <a:chOff x="6895650" y="3126697"/>
            <a:chExt cx="1436662" cy="492105"/>
          </a:xfrm>
          <a:solidFill>
            <a:schemeClr val="bg1"/>
          </a:solidFill>
        </p:grpSpPr>
        <p:sp>
          <p:nvSpPr>
            <p:cNvPr id="4092" name="Google Shape;4092;p7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93" name="Google Shape;4093;p7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94" name="Google Shape;4094;p7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95" name="Google Shape;4095;p7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96" name="Google Shape;4096;p7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097" name="Google Shape;4097;p72"/>
            <p:cNvGrpSpPr/>
            <p:nvPr/>
          </p:nvGrpSpPr>
          <p:grpSpPr>
            <a:xfrm>
              <a:off x="6995957" y="3335810"/>
              <a:ext cx="1230393" cy="71754"/>
              <a:chOff x="6995957" y="3287964"/>
              <a:chExt cx="1230393" cy="71754"/>
            </a:xfrm>
            <a:grpFill/>
          </p:grpSpPr>
          <p:sp>
            <p:nvSpPr>
              <p:cNvPr id="4098" name="Google Shape;4098;p7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099" name="Google Shape;4099;p7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00" name="Google Shape;4100;p7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01" name="Google Shape;4101;p7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02" name="Google Shape;4102;p7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103" name="Google Shape;4103;p72"/>
          <p:cNvGrpSpPr/>
          <p:nvPr/>
        </p:nvGrpSpPr>
        <p:grpSpPr>
          <a:xfrm>
            <a:off x="9123520" y="4708029"/>
            <a:ext cx="2109149" cy="867500"/>
            <a:chOff x="6777990" y="3710194"/>
            <a:chExt cx="1646915" cy="677382"/>
          </a:xfrm>
          <a:solidFill>
            <a:schemeClr val="bg1"/>
          </a:solidFill>
        </p:grpSpPr>
        <p:grpSp>
          <p:nvGrpSpPr>
            <p:cNvPr id="4104" name="Google Shape;4104;p72"/>
            <p:cNvGrpSpPr/>
            <p:nvPr/>
          </p:nvGrpSpPr>
          <p:grpSpPr>
            <a:xfrm>
              <a:off x="6777990" y="3874492"/>
              <a:ext cx="411129" cy="513083"/>
              <a:chOff x="6777990" y="3874492"/>
              <a:chExt cx="411129" cy="513083"/>
            </a:xfrm>
            <a:grpFill/>
          </p:grpSpPr>
          <p:cxnSp>
            <p:nvCxnSpPr>
              <p:cNvPr id="4105" name="Google Shape;4105;p72"/>
              <p:cNvCxnSpPr/>
              <p:nvPr/>
            </p:nvCxnSpPr>
            <p:spPr>
              <a:xfrm>
                <a:off x="6977019" y="4216875"/>
                <a:ext cx="0" cy="170700"/>
              </a:xfrm>
              <a:prstGeom prst="straightConnector1">
                <a:avLst/>
              </a:prstGeom>
              <a:grpFill/>
              <a:ln w="19050" cap="flat" cmpd="sng">
                <a:solidFill>
                  <a:srgbClr val="A5B7C6"/>
                </a:solidFill>
                <a:prstDash val="solid"/>
                <a:round/>
                <a:headEnd type="none" w="med" len="med"/>
                <a:tailEnd type="diamond" w="med" len="med"/>
              </a:ln>
            </p:spPr>
          </p:cxnSp>
          <p:sp>
            <p:nvSpPr>
              <p:cNvPr id="4106" name="Google Shape;4106;p7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grp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107" name="Google Shape;4107;p72"/>
            <p:cNvGrpSpPr/>
            <p:nvPr/>
          </p:nvGrpSpPr>
          <p:grpSpPr>
            <a:xfrm>
              <a:off x="7188425" y="3710194"/>
              <a:ext cx="411123" cy="520535"/>
              <a:chOff x="7188425" y="3710194"/>
              <a:chExt cx="411123" cy="520535"/>
            </a:xfrm>
            <a:grpFill/>
          </p:grpSpPr>
          <p:cxnSp>
            <p:nvCxnSpPr>
              <p:cNvPr id="4108" name="Google Shape;4108;p72"/>
              <p:cNvCxnSpPr/>
              <p:nvPr/>
            </p:nvCxnSpPr>
            <p:spPr>
              <a:xfrm rot="10800000">
                <a:off x="7393988" y="3710194"/>
                <a:ext cx="0" cy="170700"/>
              </a:xfrm>
              <a:prstGeom prst="straightConnector1">
                <a:avLst/>
              </a:prstGeom>
              <a:grpFill/>
              <a:ln w="19050" cap="flat" cmpd="sng">
                <a:solidFill>
                  <a:srgbClr val="A5B7C6"/>
                </a:solidFill>
                <a:prstDash val="solid"/>
                <a:round/>
                <a:headEnd type="none" w="med" len="med"/>
                <a:tailEnd type="diamond" w="med" len="med"/>
              </a:ln>
            </p:spPr>
          </p:cxnSp>
          <p:sp>
            <p:nvSpPr>
              <p:cNvPr id="4109" name="Google Shape;4109;p7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grp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110" name="Google Shape;4110;p72"/>
            <p:cNvGrpSpPr/>
            <p:nvPr/>
          </p:nvGrpSpPr>
          <p:grpSpPr>
            <a:xfrm>
              <a:off x="7603341" y="3874492"/>
              <a:ext cx="411474" cy="513083"/>
              <a:chOff x="7603341" y="3874492"/>
              <a:chExt cx="411474" cy="513083"/>
            </a:xfrm>
            <a:grpFill/>
          </p:grpSpPr>
          <p:cxnSp>
            <p:nvCxnSpPr>
              <p:cNvPr id="4111" name="Google Shape;4111;p72"/>
              <p:cNvCxnSpPr/>
              <p:nvPr/>
            </p:nvCxnSpPr>
            <p:spPr>
              <a:xfrm>
                <a:off x="7809095" y="4216875"/>
                <a:ext cx="0" cy="170700"/>
              </a:xfrm>
              <a:prstGeom prst="straightConnector1">
                <a:avLst/>
              </a:prstGeom>
              <a:grpFill/>
              <a:ln w="19050" cap="flat" cmpd="sng">
                <a:solidFill>
                  <a:srgbClr val="A5B7C6"/>
                </a:solidFill>
                <a:prstDash val="solid"/>
                <a:round/>
                <a:headEnd type="none" w="med" len="med"/>
                <a:tailEnd type="diamond" w="med" len="med"/>
              </a:ln>
            </p:spPr>
          </p:cxnSp>
          <p:sp>
            <p:nvSpPr>
              <p:cNvPr id="4112" name="Google Shape;4112;p7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grp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113" name="Google Shape;4113;p72"/>
            <p:cNvGrpSpPr/>
            <p:nvPr/>
          </p:nvGrpSpPr>
          <p:grpSpPr>
            <a:xfrm>
              <a:off x="8013776" y="3722847"/>
              <a:ext cx="411129" cy="507881"/>
              <a:chOff x="8013776" y="3722847"/>
              <a:chExt cx="411129" cy="507881"/>
            </a:xfrm>
            <a:grpFill/>
          </p:grpSpPr>
          <p:cxnSp>
            <p:nvCxnSpPr>
              <p:cNvPr id="4114" name="Google Shape;4114;p72"/>
              <p:cNvCxnSpPr/>
              <p:nvPr/>
            </p:nvCxnSpPr>
            <p:spPr>
              <a:xfrm rot="10800000">
                <a:off x="8219339" y="3722847"/>
                <a:ext cx="0" cy="169800"/>
              </a:xfrm>
              <a:prstGeom prst="straightConnector1">
                <a:avLst/>
              </a:prstGeom>
              <a:grpFill/>
              <a:ln w="19050" cap="flat" cmpd="sng">
                <a:solidFill>
                  <a:srgbClr val="A5B7C6"/>
                </a:solidFill>
                <a:prstDash val="solid"/>
                <a:round/>
                <a:headEnd type="none" w="med" len="med"/>
                <a:tailEnd type="diamond" w="med" len="med"/>
              </a:ln>
            </p:spPr>
          </p:cxnSp>
          <p:sp>
            <p:nvSpPr>
              <p:cNvPr id="4115" name="Google Shape;4115;p7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grp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116" name="Google Shape;4116;p72"/>
          <p:cNvGrpSpPr/>
          <p:nvPr/>
        </p:nvGrpSpPr>
        <p:grpSpPr>
          <a:xfrm>
            <a:off x="7016207" y="3605149"/>
            <a:ext cx="1895852" cy="1360804"/>
            <a:chOff x="5190863" y="2824811"/>
            <a:chExt cx="1544860" cy="1108869"/>
          </a:xfrm>
          <a:solidFill>
            <a:schemeClr val="bg1"/>
          </a:solidFill>
        </p:grpSpPr>
        <p:grpSp>
          <p:nvGrpSpPr>
            <p:cNvPr id="4117" name="Google Shape;4117;p72"/>
            <p:cNvGrpSpPr/>
            <p:nvPr/>
          </p:nvGrpSpPr>
          <p:grpSpPr>
            <a:xfrm>
              <a:off x="5938695" y="3176919"/>
              <a:ext cx="685761" cy="404739"/>
              <a:chOff x="5938695" y="3176919"/>
              <a:chExt cx="685761" cy="404739"/>
            </a:xfrm>
            <a:grpFill/>
          </p:grpSpPr>
          <p:grpSp>
            <p:nvGrpSpPr>
              <p:cNvPr id="4118" name="Google Shape;4118;p72"/>
              <p:cNvGrpSpPr/>
              <p:nvPr/>
            </p:nvGrpSpPr>
            <p:grpSpPr>
              <a:xfrm>
                <a:off x="5938695" y="3176919"/>
                <a:ext cx="685761" cy="404739"/>
                <a:chOff x="5938695" y="3176919"/>
                <a:chExt cx="685761" cy="404739"/>
              </a:xfrm>
              <a:grpFill/>
            </p:grpSpPr>
            <p:sp>
              <p:nvSpPr>
                <p:cNvPr id="4119" name="Google Shape;4119;p7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20" name="Google Shape;4120;p7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121" name="Google Shape;4121;p7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122" name="Google Shape;4122;p72"/>
            <p:cNvGrpSpPr/>
            <p:nvPr/>
          </p:nvGrpSpPr>
          <p:grpSpPr>
            <a:xfrm>
              <a:off x="5305233" y="3176835"/>
              <a:ext cx="685971" cy="404655"/>
              <a:chOff x="5305233" y="3176835"/>
              <a:chExt cx="685971" cy="404655"/>
            </a:xfrm>
            <a:grpFill/>
          </p:grpSpPr>
          <p:grpSp>
            <p:nvGrpSpPr>
              <p:cNvPr id="4123" name="Google Shape;4123;p72"/>
              <p:cNvGrpSpPr/>
              <p:nvPr/>
            </p:nvGrpSpPr>
            <p:grpSpPr>
              <a:xfrm>
                <a:off x="5305233" y="3176835"/>
                <a:ext cx="685971" cy="404655"/>
                <a:chOff x="5305233" y="3176835"/>
                <a:chExt cx="685971" cy="404655"/>
              </a:xfrm>
              <a:grpFill/>
            </p:grpSpPr>
            <p:sp>
              <p:nvSpPr>
                <p:cNvPr id="4124" name="Google Shape;4124;p7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25" name="Google Shape;4125;p7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126" name="Google Shape;4126;p7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127" name="Google Shape;4127;p7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28" name="Google Shape;4128;p72"/>
            <p:cNvGrpSpPr/>
            <p:nvPr/>
          </p:nvGrpSpPr>
          <p:grpSpPr>
            <a:xfrm>
              <a:off x="5657361" y="2824811"/>
              <a:ext cx="1078361" cy="404655"/>
              <a:chOff x="5657361" y="2824811"/>
              <a:chExt cx="1078361" cy="404655"/>
            </a:xfrm>
            <a:grpFill/>
          </p:grpSpPr>
          <p:grpSp>
            <p:nvGrpSpPr>
              <p:cNvPr id="4129" name="Google Shape;4129;p72"/>
              <p:cNvGrpSpPr/>
              <p:nvPr/>
            </p:nvGrpSpPr>
            <p:grpSpPr>
              <a:xfrm>
                <a:off x="5657361" y="2824811"/>
                <a:ext cx="1078361" cy="404655"/>
                <a:chOff x="5657361" y="2824811"/>
                <a:chExt cx="1078361" cy="404655"/>
              </a:xfrm>
              <a:grpFill/>
            </p:grpSpPr>
            <p:grpSp>
              <p:nvGrpSpPr>
                <p:cNvPr id="4130" name="Google Shape;4130;p72"/>
                <p:cNvGrpSpPr/>
                <p:nvPr/>
              </p:nvGrpSpPr>
              <p:grpSpPr>
                <a:xfrm>
                  <a:off x="5938485" y="2824811"/>
                  <a:ext cx="797237" cy="404655"/>
                  <a:chOff x="5938485" y="2824811"/>
                  <a:chExt cx="797237" cy="404655"/>
                </a:xfrm>
                <a:grpFill/>
              </p:grpSpPr>
              <p:sp>
                <p:nvSpPr>
                  <p:cNvPr id="4131" name="Google Shape;4131;p7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32" name="Google Shape;4132;p7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133" name="Google Shape;4133;p7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134" name="Google Shape;4134;p7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135" name="Google Shape;4135;p72"/>
            <p:cNvGrpSpPr/>
            <p:nvPr/>
          </p:nvGrpSpPr>
          <p:grpSpPr>
            <a:xfrm>
              <a:off x="5190863" y="3528942"/>
              <a:ext cx="1078026" cy="404739"/>
              <a:chOff x="5190863" y="3528942"/>
              <a:chExt cx="1078026" cy="404739"/>
            </a:xfrm>
            <a:grpFill/>
          </p:grpSpPr>
          <p:sp>
            <p:nvSpPr>
              <p:cNvPr id="4136" name="Google Shape;4136;p7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37" name="Google Shape;4137;p72"/>
              <p:cNvGrpSpPr/>
              <p:nvPr/>
            </p:nvGrpSpPr>
            <p:grpSpPr>
              <a:xfrm>
                <a:off x="5190863" y="3528942"/>
                <a:ext cx="1078026" cy="404739"/>
                <a:chOff x="5190863" y="3528942"/>
                <a:chExt cx="1078026" cy="404739"/>
              </a:xfrm>
              <a:grpFill/>
            </p:grpSpPr>
            <p:sp>
              <p:nvSpPr>
                <p:cNvPr id="4138" name="Google Shape;4138;p7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39" name="Google Shape;4139;p7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4140" name="Google Shape;4140;p72"/>
          <p:cNvGrpSpPr/>
          <p:nvPr/>
        </p:nvGrpSpPr>
        <p:grpSpPr>
          <a:xfrm>
            <a:off x="970883" y="1691106"/>
            <a:ext cx="1448959" cy="1172649"/>
            <a:chOff x="803162" y="1474292"/>
            <a:chExt cx="1086719" cy="879487"/>
          </a:xfrm>
          <a:solidFill>
            <a:schemeClr val="bg1"/>
          </a:solidFill>
        </p:grpSpPr>
        <p:grpSp>
          <p:nvGrpSpPr>
            <p:cNvPr id="4141" name="Google Shape;4141;p72"/>
            <p:cNvGrpSpPr/>
            <p:nvPr/>
          </p:nvGrpSpPr>
          <p:grpSpPr>
            <a:xfrm>
              <a:off x="803162" y="1625948"/>
              <a:ext cx="445856" cy="576579"/>
              <a:chOff x="803162" y="1625948"/>
              <a:chExt cx="445856" cy="576579"/>
            </a:xfrm>
            <a:grpFill/>
          </p:grpSpPr>
          <p:sp>
            <p:nvSpPr>
              <p:cNvPr id="4142" name="Google Shape;4142;p7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43" name="Google Shape;4143;p72"/>
              <p:cNvGrpSpPr/>
              <p:nvPr/>
            </p:nvGrpSpPr>
            <p:grpSpPr>
              <a:xfrm>
                <a:off x="1056023" y="1625948"/>
                <a:ext cx="192995" cy="576579"/>
                <a:chOff x="1056023" y="1625948"/>
                <a:chExt cx="192995" cy="576579"/>
              </a:xfrm>
              <a:grpFill/>
            </p:grpSpPr>
            <p:sp>
              <p:nvSpPr>
                <p:cNvPr id="4144" name="Google Shape;4144;p7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grp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45" name="Google Shape;4145;p7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grp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46" name="Google Shape;4146;p7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47" name="Google Shape;4147;p7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48" name="Google Shape;4148;p7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149" name="Google Shape;4149;p72"/>
            <p:cNvGrpSpPr/>
            <p:nvPr/>
          </p:nvGrpSpPr>
          <p:grpSpPr>
            <a:xfrm>
              <a:off x="1371406" y="1474292"/>
              <a:ext cx="518475" cy="879487"/>
              <a:chOff x="1398231" y="1474292"/>
              <a:chExt cx="518475" cy="879487"/>
            </a:xfrm>
            <a:grpFill/>
          </p:grpSpPr>
          <p:grpSp>
            <p:nvGrpSpPr>
              <p:cNvPr id="4150" name="Google Shape;4150;p72"/>
              <p:cNvGrpSpPr/>
              <p:nvPr/>
            </p:nvGrpSpPr>
            <p:grpSpPr>
              <a:xfrm>
                <a:off x="1398231" y="1474292"/>
                <a:ext cx="518475" cy="341643"/>
                <a:chOff x="1398231" y="1474292"/>
                <a:chExt cx="518475" cy="341643"/>
              </a:xfrm>
              <a:grpFill/>
            </p:grpSpPr>
            <p:sp>
              <p:nvSpPr>
                <p:cNvPr id="4151" name="Google Shape;4151;p7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52" name="Google Shape;4152;p72"/>
                <p:cNvGrpSpPr/>
                <p:nvPr/>
              </p:nvGrpSpPr>
              <p:grpSpPr>
                <a:xfrm>
                  <a:off x="1616453" y="1474292"/>
                  <a:ext cx="300253" cy="341643"/>
                  <a:chOff x="1616453" y="1475379"/>
                  <a:chExt cx="300253" cy="341643"/>
                </a:xfrm>
                <a:grpFill/>
              </p:grpSpPr>
              <p:sp>
                <p:nvSpPr>
                  <p:cNvPr id="4153" name="Google Shape;4153;p7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54" name="Google Shape;4154;p7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55" name="Google Shape;4155;p7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56" name="Google Shape;4156;p7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57" name="Google Shape;4157;p7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58" name="Google Shape;4158;p7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59" name="Google Shape;4159;p7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60" name="Google Shape;4160;p72"/>
                  <p:cNvGrpSpPr/>
                  <p:nvPr/>
                </p:nvGrpSpPr>
                <p:grpSpPr>
                  <a:xfrm>
                    <a:off x="1839639" y="1475379"/>
                    <a:ext cx="77067" cy="341643"/>
                    <a:chOff x="1839639" y="1475379"/>
                    <a:chExt cx="77067" cy="341643"/>
                  </a:xfrm>
                  <a:grpFill/>
                </p:grpSpPr>
                <p:sp>
                  <p:nvSpPr>
                    <p:cNvPr id="4161" name="Google Shape;4161;p7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62" name="Google Shape;4162;p7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4163" name="Google Shape;4163;p72"/>
              <p:cNvGrpSpPr/>
              <p:nvPr/>
            </p:nvGrpSpPr>
            <p:grpSpPr>
              <a:xfrm>
                <a:off x="1398451" y="2012951"/>
                <a:ext cx="518255" cy="340828"/>
                <a:chOff x="1398451" y="2012951"/>
                <a:chExt cx="518255" cy="340828"/>
              </a:xfrm>
              <a:grpFill/>
            </p:grpSpPr>
            <p:sp>
              <p:nvSpPr>
                <p:cNvPr id="4164" name="Google Shape;4164;p7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65" name="Google Shape;4165;p72"/>
                <p:cNvGrpSpPr/>
                <p:nvPr/>
              </p:nvGrpSpPr>
              <p:grpSpPr>
                <a:xfrm>
                  <a:off x="1616453" y="2012951"/>
                  <a:ext cx="300253" cy="340828"/>
                  <a:chOff x="1616453" y="2013538"/>
                  <a:chExt cx="300253" cy="340828"/>
                </a:xfrm>
                <a:grpFill/>
              </p:grpSpPr>
              <p:sp>
                <p:nvSpPr>
                  <p:cNvPr id="4166" name="Google Shape;4166;p7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67" name="Google Shape;4167;p7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68" name="Google Shape;4168;p7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69" name="Google Shape;4169;p7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grp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70" name="Google Shape;4170;p7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71" name="Google Shape;4171;p7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72" name="Google Shape;4172;p7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173" name="Google Shape;4173;p72"/>
                  <p:cNvGrpSpPr/>
                  <p:nvPr/>
                </p:nvGrpSpPr>
                <p:grpSpPr>
                  <a:xfrm>
                    <a:off x="1839639" y="2013538"/>
                    <a:ext cx="77067" cy="340828"/>
                    <a:chOff x="1839639" y="2013538"/>
                    <a:chExt cx="77067" cy="340828"/>
                  </a:xfrm>
                  <a:grpFill/>
                </p:grpSpPr>
                <p:sp>
                  <p:nvSpPr>
                    <p:cNvPr id="4174" name="Google Shape;4174;p7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75" name="Google Shape;4175;p7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grpSp>
      <p:grpSp>
        <p:nvGrpSpPr>
          <p:cNvPr id="4176" name="Google Shape;4176;p72"/>
          <p:cNvGrpSpPr/>
          <p:nvPr/>
        </p:nvGrpSpPr>
        <p:grpSpPr>
          <a:xfrm>
            <a:off x="966649" y="4532688"/>
            <a:ext cx="1824908" cy="910557"/>
            <a:chOff x="724986" y="3605478"/>
            <a:chExt cx="1368681" cy="682918"/>
          </a:xfrm>
          <a:solidFill>
            <a:schemeClr val="bg1"/>
          </a:solidFill>
        </p:grpSpPr>
        <p:grpSp>
          <p:nvGrpSpPr>
            <p:cNvPr id="4177" name="Google Shape;4177;p72"/>
            <p:cNvGrpSpPr/>
            <p:nvPr/>
          </p:nvGrpSpPr>
          <p:grpSpPr>
            <a:xfrm>
              <a:off x="1289102" y="3823629"/>
              <a:ext cx="240442" cy="250435"/>
              <a:chOff x="-165066" y="3843615"/>
              <a:chExt cx="221259" cy="230455"/>
            </a:xfrm>
            <a:grpFill/>
          </p:grpSpPr>
          <p:sp>
            <p:nvSpPr>
              <p:cNvPr id="4178" name="Google Shape;4178;p7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79" name="Google Shape;4179;p7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0" name="Google Shape;4180;p7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1" name="Google Shape;4181;p7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2" name="Google Shape;4182;p7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3" name="Google Shape;4183;p7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4" name="Google Shape;4184;p7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5" name="Google Shape;4185;p7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6" name="Google Shape;4186;p7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7" name="Google Shape;4187;p7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8" name="Google Shape;4188;p7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89" name="Google Shape;4189;p7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0" name="Google Shape;4190;p7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1" name="Google Shape;4191;p7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2" name="Google Shape;4192;p7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3" name="Google Shape;4193;p7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4" name="Google Shape;4194;p7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5" name="Google Shape;4195;p7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6" name="Google Shape;4196;p7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197" name="Google Shape;4197;p7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grp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198" name="Google Shape;4198;p72"/>
            <p:cNvGrpSpPr/>
            <p:nvPr/>
          </p:nvGrpSpPr>
          <p:grpSpPr>
            <a:xfrm>
              <a:off x="724986" y="3605478"/>
              <a:ext cx="1368681" cy="682918"/>
              <a:chOff x="724986" y="3605478"/>
              <a:chExt cx="1368681" cy="682918"/>
            </a:xfrm>
            <a:grpFill/>
          </p:grpSpPr>
          <p:grpSp>
            <p:nvGrpSpPr>
              <p:cNvPr id="4199" name="Google Shape;4199;p72"/>
              <p:cNvGrpSpPr/>
              <p:nvPr/>
            </p:nvGrpSpPr>
            <p:grpSpPr>
              <a:xfrm>
                <a:off x="1498221" y="4047614"/>
                <a:ext cx="529172" cy="240783"/>
                <a:chOff x="1498221" y="4047614"/>
                <a:chExt cx="529172" cy="240783"/>
              </a:xfrm>
              <a:grpFill/>
            </p:grpSpPr>
            <p:grpSp>
              <p:nvGrpSpPr>
                <p:cNvPr id="4200" name="Google Shape;4200;p72"/>
                <p:cNvGrpSpPr/>
                <p:nvPr/>
              </p:nvGrpSpPr>
              <p:grpSpPr>
                <a:xfrm>
                  <a:off x="1826655" y="4224370"/>
                  <a:ext cx="200738" cy="25631"/>
                  <a:chOff x="1826655" y="4224370"/>
                  <a:chExt cx="200738" cy="25631"/>
                </a:xfrm>
                <a:grpFill/>
              </p:grpSpPr>
              <p:sp>
                <p:nvSpPr>
                  <p:cNvPr id="4201" name="Google Shape;4201;p72"/>
                  <p:cNvSpPr/>
                  <p:nvPr/>
                </p:nvSpPr>
                <p:spPr>
                  <a:xfrm>
                    <a:off x="1826655" y="4238011"/>
                    <a:ext cx="175094" cy="5"/>
                  </a:xfrm>
                  <a:custGeom>
                    <a:avLst/>
                    <a:gdLst/>
                    <a:ahLst/>
                    <a:cxnLst/>
                    <a:rect l="l" t="t" r="r" b="b"/>
                    <a:pathLst>
                      <a:path w="36535" h="1" fill="none" extrusionOk="0">
                        <a:moveTo>
                          <a:pt x="1" y="0"/>
                        </a:moveTo>
                        <a:lnTo>
                          <a:pt x="36535" y="0"/>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02" name="Google Shape;4202;p7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03" name="Google Shape;4203;p72"/>
                <p:cNvGrpSpPr/>
                <p:nvPr/>
              </p:nvGrpSpPr>
              <p:grpSpPr>
                <a:xfrm>
                  <a:off x="1498221" y="4047614"/>
                  <a:ext cx="328444" cy="240783"/>
                  <a:chOff x="1498221" y="4047614"/>
                  <a:chExt cx="328444" cy="240783"/>
                </a:xfrm>
                <a:grpFill/>
              </p:grpSpPr>
              <p:sp>
                <p:nvSpPr>
                  <p:cNvPr id="4204" name="Google Shape;4204;p7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205" name="Google Shape;4205;p72"/>
                  <p:cNvGrpSpPr/>
                  <p:nvPr/>
                </p:nvGrpSpPr>
                <p:grpSpPr>
                  <a:xfrm>
                    <a:off x="1498221" y="4047614"/>
                    <a:ext cx="150566" cy="190416"/>
                    <a:chOff x="1498221" y="4047614"/>
                    <a:chExt cx="150566" cy="190416"/>
                  </a:xfrm>
                  <a:grpFill/>
                </p:grpSpPr>
                <p:sp>
                  <p:nvSpPr>
                    <p:cNvPr id="4206" name="Google Shape;4206;p7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07" name="Google Shape;4207;p7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4208" name="Google Shape;4208;p72"/>
              <p:cNvGrpSpPr/>
              <p:nvPr/>
            </p:nvGrpSpPr>
            <p:grpSpPr>
              <a:xfrm>
                <a:off x="1560718" y="3800594"/>
                <a:ext cx="532948" cy="302090"/>
                <a:chOff x="1560718" y="3800594"/>
                <a:chExt cx="532948" cy="302090"/>
              </a:xfrm>
              <a:grpFill/>
            </p:grpSpPr>
            <p:grpSp>
              <p:nvGrpSpPr>
                <p:cNvPr id="4209" name="Google Shape;4209;p72"/>
                <p:cNvGrpSpPr/>
                <p:nvPr/>
              </p:nvGrpSpPr>
              <p:grpSpPr>
                <a:xfrm>
                  <a:off x="1912179" y="3827344"/>
                  <a:ext cx="181487" cy="25631"/>
                  <a:chOff x="1912179" y="3827344"/>
                  <a:chExt cx="181487" cy="25631"/>
                </a:xfrm>
                <a:grpFill/>
              </p:grpSpPr>
              <p:sp>
                <p:nvSpPr>
                  <p:cNvPr id="4210" name="Google Shape;4210;p7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11" name="Google Shape;4211;p72"/>
                  <p:cNvSpPr/>
                  <p:nvPr/>
                </p:nvSpPr>
                <p:spPr>
                  <a:xfrm>
                    <a:off x="1912179" y="3842838"/>
                    <a:ext cx="156825" cy="5"/>
                  </a:xfrm>
                  <a:custGeom>
                    <a:avLst/>
                    <a:gdLst/>
                    <a:ahLst/>
                    <a:cxnLst/>
                    <a:rect l="l" t="t" r="r" b="b"/>
                    <a:pathLst>
                      <a:path w="32723" h="1" fill="none" extrusionOk="0">
                        <a:moveTo>
                          <a:pt x="1" y="1"/>
                        </a:moveTo>
                        <a:lnTo>
                          <a:pt x="32723"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12" name="Google Shape;4212;p72"/>
                <p:cNvGrpSpPr/>
                <p:nvPr/>
              </p:nvGrpSpPr>
              <p:grpSpPr>
                <a:xfrm>
                  <a:off x="1912179" y="4044505"/>
                  <a:ext cx="181487" cy="25622"/>
                  <a:chOff x="1912179" y="4044506"/>
                  <a:chExt cx="181487" cy="25622"/>
                </a:xfrm>
                <a:grpFill/>
              </p:grpSpPr>
              <p:sp>
                <p:nvSpPr>
                  <p:cNvPr id="4213" name="Google Shape;4213;p7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14" name="Google Shape;4214;p72"/>
                  <p:cNvSpPr/>
                  <p:nvPr/>
                </p:nvSpPr>
                <p:spPr>
                  <a:xfrm>
                    <a:off x="1912179" y="4059966"/>
                    <a:ext cx="156825" cy="5"/>
                  </a:xfrm>
                  <a:custGeom>
                    <a:avLst/>
                    <a:gdLst/>
                    <a:ahLst/>
                    <a:cxnLst/>
                    <a:rect l="l" t="t" r="r" b="b"/>
                    <a:pathLst>
                      <a:path w="32723" h="1" fill="none" extrusionOk="0">
                        <a:moveTo>
                          <a:pt x="32723" y="1"/>
                        </a:moveTo>
                        <a:lnTo>
                          <a:pt x="1"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15" name="Google Shape;4215;p72"/>
                <p:cNvGrpSpPr/>
                <p:nvPr/>
              </p:nvGrpSpPr>
              <p:grpSpPr>
                <a:xfrm>
                  <a:off x="1560718" y="3800594"/>
                  <a:ext cx="351472" cy="302090"/>
                  <a:chOff x="1560718" y="3800594"/>
                  <a:chExt cx="351472" cy="302090"/>
                </a:xfrm>
                <a:grpFill/>
              </p:grpSpPr>
              <p:grpSp>
                <p:nvGrpSpPr>
                  <p:cNvPr id="4216" name="Google Shape;4216;p72"/>
                  <p:cNvGrpSpPr/>
                  <p:nvPr/>
                </p:nvGrpSpPr>
                <p:grpSpPr>
                  <a:xfrm>
                    <a:off x="1560718" y="3842857"/>
                    <a:ext cx="173586" cy="217131"/>
                    <a:chOff x="1560718" y="3842857"/>
                    <a:chExt cx="173586" cy="217131"/>
                  </a:xfrm>
                  <a:grpFill/>
                </p:grpSpPr>
                <p:sp>
                  <p:nvSpPr>
                    <p:cNvPr id="4217" name="Google Shape;4217;p72"/>
                    <p:cNvSpPr/>
                    <p:nvPr/>
                  </p:nvSpPr>
                  <p:spPr>
                    <a:xfrm>
                      <a:off x="1560718" y="3951414"/>
                      <a:ext cx="84343" cy="5"/>
                    </a:xfrm>
                    <a:custGeom>
                      <a:avLst/>
                      <a:gdLst/>
                      <a:ahLst/>
                      <a:cxnLst/>
                      <a:rect l="l" t="t" r="r" b="b"/>
                      <a:pathLst>
                        <a:path w="17599" h="1" fill="none" extrusionOk="0">
                          <a:moveTo>
                            <a:pt x="1" y="0"/>
                          </a:moveTo>
                          <a:lnTo>
                            <a:pt x="17598" y="0"/>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18" name="Google Shape;4218;p7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19" name="Google Shape;4219;p7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220" name="Google Shape;4220;p7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21" name="Google Shape;4221;p7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sp>
            <p:nvSpPr>
              <p:cNvPr id="4222" name="Google Shape;4222;p7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223" name="Google Shape;4223;p72"/>
              <p:cNvGrpSpPr/>
              <p:nvPr/>
            </p:nvGrpSpPr>
            <p:grpSpPr>
              <a:xfrm>
                <a:off x="785350" y="3605478"/>
                <a:ext cx="535311" cy="249245"/>
                <a:chOff x="785350" y="3605478"/>
                <a:chExt cx="535311" cy="249245"/>
              </a:xfrm>
              <a:grpFill/>
            </p:grpSpPr>
            <p:grpSp>
              <p:nvGrpSpPr>
                <p:cNvPr id="4224" name="Google Shape;4224;p72"/>
                <p:cNvGrpSpPr/>
                <p:nvPr/>
              </p:nvGrpSpPr>
              <p:grpSpPr>
                <a:xfrm>
                  <a:off x="785350" y="3605478"/>
                  <a:ext cx="376191" cy="102736"/>
                  <a:chOff x="785350" y="3605478"/>
                  <a:chExt cx="376191" cy="102736"/>
                </a:xfrm>
                <a:grpFill/>
              </p:grpSpPr>
              <p:sp>
                <p:nvSpPr>
                  <p:cNvPr id="4225" name="Google Shape;4225;p72"/>
                  <p:cNvSpPr/>
                  <p:nvPr/>
                </p:nvSpPr>
                <p:spPr>
                  <a:xfrm>
                    <a:off x="808023" y="3655851"/>
                    <a:ext cx="175636" cy="5"/>
                  </a:xfrm>
                  <a:custGeom>
                    <a:avLst/>
                    <a:gdLst/>
                    <a:ahLst/>
                    <a:cxnLst/>
                    <a:rect l="l" t="t" r="r" b="b"/>
                    <a:pathLst>
                      <a:path w="36648" h="1" fill="none" extrusionOk="0">
                        <a:moveTo>
                          <a:pt x="36648" y="1"/>
                        </a:moveTo>
                        <a:lnTo>
                          <a:pt x="1"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26" name="Google Shape;4226;p7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27" name="Google Shape;4227;p7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28" name="Google Shape;4228;p72"/>
                <p:cNvGrpSpPr/>
                <p:nvPr/>
              </p:nvGrpSpPr>
              <p:grpSpPr>
                <a:xfrm>
                  <a:off x="1161530" y="3655851"/>
                  <a:ext cx="159131" cy="198872"/>
                  <a:chOff x="1161530" y="3655851"/>
                  <a:chExt cx="159131" cy="198872"/>
                </a:xfrm>
                <a:grpFill/>
              </p:grpSpPr>
              <p:sp>
                <p:nvSpPr>
                  <p:cNvPr id="4229" name="Google Shape;4229;p7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30" name="Google Shape;4230;p7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231" name="Google Shape;4231;p72"/>
              <p:cNvGrpSpPr/>
              <p:nvPr/>
            </p:nvGrpSpPr>
            <p:grpSpPr>
              <a:xfrm>
                <a:off x="785350" y="4047614"/>
                <a:ext cx="535311" cy="240783"/>
                <a:chOff x="785350" y="4047614"/>
                <a:chExt cx="535311" cy="240783"/>
              </a:xfrm>
              <a:grpFill/>
            </p:grpSpPr>
            <p:grpSp>
              <p:nvGrpSpPr>
                <p:cNvPr id="4232" name="Google Shape;4232;p72"/>
                <p:cNvGrpSpPr/>
                <p:nvPr/>
              </p:nvGrpSpPr>
              <p:grpSpPr>
                <a:xfrm>
                  <a:off x="1161636" y="4047614"/>
                  <a:ext cx="159025" cy="190415"/>
                  <a:chOff x="1161636" y="4047614"/>
                  <a:chExt cx="159025" cy="190415"/>
                </a:xfrm>
                <a:grpFill/>
              </p:grpSpPr>
              <p:sp>
                <p:nvSpPr>
                  <p:cNvPr id="4233" name="Google Shape;4233;p7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34" name="Google Shape;4234;p7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35" name="Google Shape;4235;p72"/>
                <p:cNvGrpSpPr/>
                <p:nvPr/>
              </p:nvGrpSpPr>
              <p:grpSpPr>
                <a:xfrm>
                  <a:off x="785350" y="4185661"/>
                  <a:ext cx="376191" cy="102736"/>
                  <a:chOff x="785350" y="4185661"/>
                  <a:chExt cx="376191" cy="102736"/>
                </a:xfrm>
                <a:grpFill/>
              </p:grpSpPr>
              <p:sp>
                <p:nvSpPr>
                  <p:cNvPr id="4236" name="Google Shape;4236;p72"/>
                  <p:cNvSpPr/>
                  <p:nvPr/>
                </p:nvSpPr>
                <p:spPr>
                  <a:xfrm>
                    <a:off x="808023" y="4238011"/>
                    <a:ext cx="175636" cy="5"/>
                  </a:xfrm>
                  <a:custGeom>
                    <a:avLst/>
                    <a:gdLst/>
                    <a:ahLst/>
                    <a:cxnLst/>
                    <a:rect l="l" t="t" r="r" b="b"/>
                    <a:pathLst>
                      <a:path w="36648" h="1" fill="none" extrusionOk="0">
                        <a:moveTo>
                          <a:pt x="36648" y="0"/>
                        </a:moveTo>
                        <a:lnTo>
                          <a:pt x="1" y="0"/>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37" name="Google Shape;4237;p7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38" name="Google Shape;4238;p7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239" name="Google Shape;4239;p72"/>
              <p:cNvGrpSpPr/>
              <p:nvPr/>
            </p:nvGrpSpPr>
            <p:grpSpPr>
              <a:xfrm>
                <a:off x="1501054" y="3605478"/>
                <a:ext cx="526340" cy="249240"/>
                <a:chOff x="1501054" y="3605478"/>
                <a:chExt cx="526340" cy="249240"/>
              </a:xfrm>
              <a:grpFill/>
            </p:grpSpPr>
            <p:grpSp>
              <p:nvGrpSpPr>
                <p:cNvPr id="4240" name="Google Shape;4240;p72"/>
                <p:cNvGrpSpPr/>
                <p:nvPr/>
              </p:nvGrpSpPr>
              <p:grpSpPr>
                <a:xfrm>
                  <a:off x="1834208" y="3643867"/>
                  <a:ext cx="193185" cy="25622"/>
                  <a:chOff x="1834208" y="3643867"/>
                  <a:chExt cx="193185" cy="25622"/>
                </a:xfrm>
                <a:grpFill/>
              </p:grpSpPr>
              <p:sp>
                <p:nvSpPr>
                  <p:cNvPr id="4241" name="Google Shape;4241;p72"/>
                  <p:cNvSpPr/>
                  <p:nvPr/>
                </p:nvSpPr>
                <p:spPr>
                  <a:xfrm>
                    <a:off x="1834208" y="3655851"/>
                    <a:ext cx="167541" cy="5"/>
                  </a:xfrm>
                  <a:custGeom>
                    <a:avLst/>
                    <a:gdLst/>
                    <a:ahLst/>
                    <a:cxnLst/>
                    <a:rect l="l" t="t" r="r" b="b"/>
                    <a:pathLst>
                      <a:path w="34959" h="1" fill="none" extrusionOk="0">
                        <a:moveTo>
                          <a:pt x="1" y="1"/>
                        </a:moveTo>
                        <a:lnTo>
                          <a:pt x="34959"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42" name="Google Shape;4242;p7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43" name="Google Shape;4243;p72"/>
                <p:cNvGrpSpPr/>
                <p:nvPr/>
              </p:nvGrpSpPr>
              <p:grpSpPr>
                <a:xfrm>
                  <a:off x="1501054" y="3605478"/>
                  <a:ext cx="333165" cy="249240"/>
                  <a:chOff x="1501054" y="3605478"/>
                  <a:chExt cx="333165" cy="249240"/>
                </a:xfrm>
                <a:grpFill/>
              </p:grpSpPr>
              <p:sp>
                <p:nvSpPr>
                  <p:cNvPr id="4244" name="Google Shape;4244;p7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245" name="Google Shape;4245;p72"/>
                  <p:cNvGrpSpPr/>
                  <p:nvPr/>
                </p:nvGrpSpPr>
                <p:grpSpPr>
                  <a:xfrm>
                    <a:off x="1501054" y="3655851"/>
                    <a:ext cx="155286" cy="198867"/>
                    <a:chOff x="1501054" y="3655851"/>
                    <a:chExt cx="155286" cy="198867"/>
                  </a:xfrm>
                  <a:grpFill/>
                </p:grpSpPr>
                <p:sp>
                  <p:nvSpPr>
                    <p:cNvPr id="4246" name="Google Shape;4246;p7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47" name="Google Shape;4247;p7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4248" name="Google Shape;4248;p72"/>
              <p:cNvGrpSpPr/>
              <p:nvPr/>
            </p:nvGrpSpPr>
            <p:grpSpPr>
              <a:xfrm>
                <a:off x="724986" y="3800594"/>
                <a:ext cx="532950" cy="302090"/>
                <a:chOff x="724986" y="3800594"/>
                <a:chExt cx="532950" cy="302090"/>
              </a:xfrm>
              <a:grpFill/>
            </p:grpSpPr>
            <p:grpSp>
              <p:nvGrpSpPr>
                <p:cNvPr id="4249" name="Google Shape;4249;p72"/>
                <p:cNvGrpSpPr/>
                <p:nvPr/>
              </p:nvGrpSpPr>
              <p:grpSpPr>
                <a:xfrm>
                  <a:off x="724986" y="4044367"/>
                  <a:ext cx="181314" cy="25626"/>
                  <a:chOff x="724986" y="4044367"/>
                  <a:chExt cx="181314" cy="25626"/>
                </a:xfrm>
                <a:grpFill/>
              </p:grpSpPr>
              <p:sp>
                <p:nvSpPr>
                  <p:cNvPr id="4250" name="Google Shape;4250;p72"/>
                  <p:cNvSpPr/>
                  <p:nvPr/>
                </p:nvSpPr>
                <p:spPr>
                  <a:xfrm>
                    <a:off x="746695" y="4059966"/>
                    <a:ext cx="159605" cy="5"/>
                  </a:xfrm>
                  <a:custGeom>
                    <a:avLst/>
                    <a:gdLst/>
                    <a:ahLst/>
                    <a:cxnLst/>
                    <a:rect l="l" t="t" r="r" b="b"/>
                    <a:pathLst>
                      <a:path w="33303" h="1" fill="none" extrusionOk="0">
                        <a:moveTo>
                          <a:pt x="1" y="1"/>
                        </a:moveTo>
                        <a:lnTo>
                          <a:pt x="33303"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51" name="Google Shape;4251;p7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52" name="Google Shape;4252;p72"/>
                <p:cNvGrpSpPr/>
                <p:nvPr/>
              </p:nvGrpSpPr>
              <p:grpSpPr>
                <a:xfrm>
                  <a:off x="906290" y="3800594"/>
                  <a:ext cx="351646" cy="302090"/>
                  <a:chOff x="906290" y="3800594"/>
                  <a:chExt cx="351646" cy="302090"/>
                </a:xfrm>
                <a:grpFill/>
              </p:grpSpPr>
              <p:grpSp>
                <p:nvGrpSpPr>
                  <p:cNvPr id="4253" name="Google Shape;4253;p72"/>
                  <p:cNvGrpSpPr/>
                  <p:nvPr/>
                </p:nvGrpSpPr>
                <p:grpSpPr>
                  <a:xfrm>
                    <a:off x="1084172" y="3842857"/>
                    <a:ext cx="173764" cy="217131"/>
                    <a:chOff x="1084172" y="3842857"/>
                    <a:chExt cx="173764" cy="217131"/>
                  </a:xfrm>
                  <a:grpFill/>
                </p:grpSpPr>
                <p:grpSp>
                  <p:nvGrpSpPr>
                    <p:cNvPr id="4254" name="Google Shape;4254;p72"/>
                    <p:cNvGrpSpPr/>
                    <p:nvPr/>
                  </p:nvGrpSpPr>
                  <p:grpSpPr>
                    <a:xfrm>
                      <a:off x="1156862" y="3936509"/>
                      <a:ext cx="101073" cy="25622"/>
                      <a:chOff x="1156862" y="3936509"/>
                      <a:chExt cx="101073" cy="25622"/>
                    </a:xfrm>
                    <a:grpFill/>
                  </p:grpSpPr>
                  <p:sp>
                    <p:nvSpPr>
                      <p:cNvPr id="4255" name="Google Shape;4255;p7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56" name="Google Shape;4256;p72"/>
                      <p:cNvSpPr/>
                      <p:nvPr/>
                    </p:nvSpPr>
                    <p:spPr>
                      <a:xfrm>
                        <a:off x="1173592" y="3951414"/>
                        <a:ext cx="84343" cy="5"/>
                      </a:xfrm>
                      <a:custGeom>
                        <a:avLst/>
                        <a:gdLst/>
                        <a:ahLst/>
                        <a:cxnLst/>
                        <a:rect l="l" t="t" r="r" b="b"/>
                        <a:pathLst>
                          <a:path w="17599" h="1" fill="none" extrusionOk="0">
                            <a:moveTo>
                              <a:pt x="17598" y="0"/>
                            </a:moveTo>
                            <a:lnTo>
                              <a:pt x="1" y="0"/>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257" name="Google Shape;4257;p7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258" name="Google Shape;4258;p7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59" name="Google Shape;4259;p7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grp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260" name="Google Shape;4260;p72"/>
                <p:cNvGrpSpPr/>
                <p:nvPr/>
              </p:nvGrpSpPr>
              <p:grpSpPr>
                <a:xfrm>
                  <a:off x="724986" y="3830189"/>
                  <a:ext cx="189533" cy="25626"/>
                  <a:chOff x="724986" y="3830189"/>
                  <a:chExt cx="189533" cy="25626"/>
                </a:xfrm>
                <a:grpFill/>
              </p:grpSpPr>
              <p:sp>
                <p:nvSpPr>
                  <p:cNvPr id="4261" name="Google Shape;4261;p7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62" name="Google Shape;4262;p72"/>
                  <p:cNvSpPr/>
                  <p:nvPr/>
                </p:nvSpPr>
                <p:spPr>
                  <a:xfrm>
                    <a:off x="746695" y="3842838"/>
                    <a:ext cx="167824" cy="5"/>
                  </a:xfrm>
                  <a:custGeom>
                    <a:avLst/>
                    <a:gdLst/>
                    <a:ahLst/>
                    <a:cxnLst/>
                    <a:rect l="l" t="t" r="r" b="b"/>
                    <a:pathLst>
                      <a:path w="35018" h="1" fill="none" extrusionOk="0">
                        <a:moveTo>
                          <a:pt x="35017" y="1"/>
                        </a:moveTo>
                        <a:lnTo>
                          <a:pt x="1" y="1"/>
                        </a:lnTo>
                      </a:path>
                    </a:pathLst>
                  </a:custGeom>
                  <a:grp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grpSp>
        <p:nvGrpSpPr>
          <p:cNvPr id="4263" name="Google Shape;4263;p72"/>
          <p:cNvGrpSpPr/>
          <p:nvPr/>
        </p:nvGrpSpPr>
        <p:grpSpPr>
          <a:xfrm>
            <a:off x="3004398" y="2999569"/>
            <a:ext cx="1264935" cy="1247171"/>
            <a:chOff x="2253298" y="2428317"/>
            <a:chExt cx="948701" cy="935378"/>
          </a:xfrm>
          <a:solidFill>
            <a:schemeClr val="bg1"/>
          </a:solidFill>
        </p:grpSpPr>
        <p:sp>
          <p:nvSpPr>
            <p:cNvPr id="4264" name="Google Shape;4264;p7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65" name="Google Shape;4265;p7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66" name="Google Shape;4266;p7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67" name="Google Shape;4267;p7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68" name="Google Shape;4268;p7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69" name="Google Shape;4269;p7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0" name="Google Shape;4270;p7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1" name="Google Shape;4271;p7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2" name="Google Shape;4272;p7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3" name="Google Shape;4273;p7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4" name="Google Shape;4274;p7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5" name="Google Shape;4275;p7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6" name="Google Shape;4276;p7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7" name="Google Shape;4277;p7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8" name="Google Shape;4278;p7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79" name="Google Shape;4279;p7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0" name="Google Shape;4280;p7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1" name="Google Shape;4281;p7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2" name="Google Shape;4282;p7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3" name="Google Shape;4283;p7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4" name="Google Shape;4284;p7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5" name="Google Shape;4285;p7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6" name="Google Shape;4286;p7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7" name="Google Shape;4287;p7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8" name="Google Shape;4288;p7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89" name="Google Shape;4289;p7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0" name="Google Shape;4290;p7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1" name="Google Shape;4291;p7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2" name="Google Shape;4292;p7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3" name="Google Shape;4293;p7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4" name="Google Shape;4294;p7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5" name="Google Shape;4295;p7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296" name="Google Shape;4296;p7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1" name="文本框 10">
            <a:extLst>
              <a:ext uri="{FF2B5EF4-FFF2-40B4-BE49-F238E27FC236}">
                <a16:creationId xmlns:a16="http://schemas.microsoft.com/office/drawing/2014/main" id="{48392E2F-561A-4457-947E-3E0EF83F41D8}"/>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4DA1130E-C80D-4707-7C7A-18FE37404806}"/>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D6E4FDE1-E239-4874-46F3-6C7D0960FC00}"/>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F099E3EB-AD05-8D5D-1F1B-503E4C8160E1}"/>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FBBF4C95-79E8-D5B0-FD60-FE3762773B9A}"/>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B2C7D9AC-2158-F039-E2B9-9887A00FE5F8}"/>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3332D991-A9D3-E13B-767A-136E1121CBB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4EA59F82-8FC9-1323-48F3-5508CD2486A4}"/>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0E7F59E3-28C6-FA4D-9336-864D3C2A1B17}"/>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330C84A8-1FDF-BA48-A99E-45962BB97A50}"/>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4300"/>
        <p:cNvGrpSpPr/>
        <p:nvPr/>
      </p:nvGrpSpPr>
      <p:grpSpPr>
        <a:xfrm>
          <a:off x="0" y="0"/>
          <a:ext cx="0" cy="0"/>
          <a:chOff x="0" y="0"/>
          <a:chExt cx="0" cy="0"/>
        </a:xfrm>
      </p:grpSpPr>
      <p:grpSp>
        <p:nvGrpSpPr>
          <p:cNvPr id="4301" name="Google Shape;4301;p73"/>
          <p:cNvGrpSpPr/>
          <p:nvPr/>
        </p:nvGrpSpPr>
        <p:grpSpPr>
          <a:xfrm>
            <a:off x="4452993" y="1270637"/>
            <a:ext cx="3151191" cy="1357156"/>
            <a:chOff x="3292400" y="1219146"/>
            <a:chExt cx="2615240" cy="1110239"/>
          </a:xfrm>
          <a:solidFill>
            <a:schemeClr val="bg1"/>
          </a:solidFill>
        </p:grpSpPr>
        <p:sp>
          <p:nvSpPr>
            <p:cNvPr id="4302" name="Google Shape;4302;p73"/>
            <p:cNvSpPr/>
            <p:nvPr/>
          </p:nvSpPr>
          <p:spPr>
            <a:xfrm>
              <a:off x="3292400" y="1845763"/>
              <a:ext cx="370500" cy="478500"/>
            </a:xfrm>
            <a:prstGeom prst="round2DiagRect">
              <a:avLst>
                <a:gd name="adj1" fmla="val 16667"/>
                <a:gd name="adj2" fmla="val 0"/>
              </a:avLst>
            </a:prstGeom>
            <a:grp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3" name="Google Shape;4303;p73"/>
            <p:cNvSpPr/>
            <p:nvPr/>
          </p:nvSpPr>
          <p:spPr>
            <a:xfrm>
              <a:off x="3292400" y="1314860"/>
              <a:ext cx="370500" cy="478500"/>
            </a:xfrm>
            <a:prstGeom prst="round2DiagRect">
              <a:avLst>
                <a:gd name="adj1" fmla="val 16667"/>
                <a:gd name="adj2" fmla="val 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4" name="Google Shape;4304;p73"/>
            <p:cNvSpPr txBox="1"/>
            <p:nvPr/>
          </p:nvSpPr>
          <p:spPr>
            <a:xfrm flipH="1">
              <a:off x="3678794" y="1219157"/>
              <a:ext cx="370500" cy="84300"/>
            </a:xfrm>
            <a:prstGeom prst="rect">
              <a:avLst/>
            </a:prstGeom>
            <a:grp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JANUARY</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5" name="Google Shape;4305;p73"/>
            <p:cNvSpPr txBox="1"/>
            <p:nvPr/>
          </p:nvSpPr>
          <p:spPr>
            <a:xfrm flipH="1">
              <a:off x="4051671" y="1219146"/>
              <a:ext cx="401400" cy="84300"/>
            </a:xfrm>
            <a:prstGeom prst="rect">
              <a:avLst/>
            </a:prstGeom>
            <a:grp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FEBRUARY</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6" name="Google Shape;4306;p73"/>
            <p:cNvSpPr txBox="1"/>
            <p:nvPr/>
          </p:nvSpPr>
          <p:spPr>
            <a:xfrm flipH="1">
              <a:off x="4453057" y="1219146"/>
              <a:ext cx="348000" cy="84300"/>
            </a:xfrm>
            <a:prstGeom prst="rect">
              <a:avLst/>
            </a:prstGeom>
            <a:grp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MARCH</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7" name="Google Shape;4307;p73"/>
            <p:cNvSpPr txBox="1"/>
            <p:nvPr/>
          </p:nvSpPr>
          <p:spPr>
            <a:xfrm flipH="1">
              <a:off x="4831790" y="1219155"/>
              <a:ext cx="313200" cy="84300"/>
            </a:xfrm>
            <a:prstGeom prst="rect">
              <a:avLst/>
            </a:prstGeom>
            <a:grp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APRIL</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8" name="Google Shape;4308;p73"/>
            <p:cNvSpPr txBox="1"/>
            <p:nvPr/>
          </p:nvSpPr>
          <p:spPr>
            <a:xfrm flipH="1">
              <a:off x="5186134" y="1219155"/>
              <a:ext cx="313200" cy="84300"/>
            </a:xfrm>
            <a:prstGeom prst="rect">
              <a:avLst/>
            </a:prstGeom>
            <a:grp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MAY</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09" name="Google Shape;4309;p73"/>
            <p:cNvSpPr txBox="1"/>
            <p:nvPr/>
          </p:nvSpPr>
          <p:spPr>
            <a:xfrm flipH="1">
              <a:off x="5562148" y="1219155"/>
              <a:ext cx="313200" cy="84300"/>
            </a:xfrm>
            <a:prstGeom prst="rect">
              <a:avLst/>
            </a:prstGeom>
            <a:grp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JUNE</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0" name="Google Shape;4310;p73"/>
            <p:cNvSpPr txBox="1"/>
            <p:nvPr/>
          </p:nvSpPr>
          <p:spPr>
            <a:xfrm flipH="1">
              <a:off x="3338153" y="1379250"/>
              <a:ext cx="279000" cy="96600"/>
            </a:xfrm>
            <a:prstGeom prst="rect">
              <a:avLst/>
            </a:prstGeom>
            <a:grpFill/>
            <a:ln>
              <a:noFill/>
            </a:ln>
          </p:spPr>
          <p:txBody>
            <a:bodyPr spcFirstLastPara="1" wrap="square" lIns="0" tIns="0" rIns="0" bIns="0" anchor="t" anchorCtr="0">
              <a:noAutofit/>
            </a:bodyPr>
            <a:lstStyle/>
            <a:p>
              <a:pPr marL="0" marR="0" lvl="0" indent="0" algn="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PHASE 1</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1" name="Google Shape;4311;p73"/>
            <p:cNvSpPr txBox="1"/>
            <p:nvPr/>
          </p:nvSpPr>
          <p:spPr>
            <a:xfrm flipH="1">
              <a:off x="3338156" y="1902299"/>
              <a:ext cx="279000" cy="96600"/>
            </a:xfrm>
            <a:prstGeom prst="rect">
              <a:avLst/>
            </a:prstGeom>
            <a:grpFill/>
            <a:ln>
              <a:noFill/>
            </a:ln>
          </p:spPr>
          <p:txBody>
            <a:bodyPr spcFirstLastPara="1" wrap="square" lIns="0" tIns="0" rIns="0" bIns="0" anchor="t" anchorCtr="0">
              <a:noAutofit/>
            </a:bodyPr>
            <a:lstStyle/>
            <a:p>
              <a:pPr marL="0" marR="0" lvl="0" indent="0" algn="r" defTabSz="914400" rtl="0" eaLnBrk="1" fontAlgn="auto" latinLnBrk="0" hangingPunct="1">
                <a:lnSpc>
                  <a:spcPct val="100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PHASE 2</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2" name="Google Shape;4312;p73"/>
            <p:cNvSpPr txBox="1"/>
            <p:nvPr/>
          </p:nvSpPr>
          <p:spPr>
            <a:xfrm flipH="1">
              <a:off x="3344522" y="1537172"/>
              <a:ext cx="262200" cy="96600"/>
            </a:xfrm>
            <a:prstGeom prst="rect">
              <a:avLst/>
            </a:prstGeom>
            <a:grpFill/>
            <a:ln>
              <a:noFill/>
            </a:ln>
          </p:spPr>
          <p:txBody>
            <a:bodyPr spcFirstLastPara="1" wrap="square" lIns="0" tIns="0" rIns="0" bIns="0" anchor="t" anchorCtr="0">
              <a:noAutofit/>
            </a:bodyPr>
            <a:lstStyle/>
            <a:p>
              <a:pPr marL="0" marR="0" lvl="0" indent="0" algn="r" defTabSz="914400" rtl="0" eaLnBrk="1" fontAlgn="auto" latinLnBrk="0" hangingPunct="1">
                <a:lnSpc>
                  <a:spcPct val="115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Task 1</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3" name="Google Shape;4313;p73"/>
            <p:cNvSpPr txBox="1"/>
            <p:nvPr/>
          </p:nvSpPr>
          <p:spPr>
            <a:xfrm flipH="1">
              <a:off x="3344522" y="1713877"/>
              <a:ext cx="262200" cy="96600"/>
            </a:xfrm>
            <a:prstGeom prst="rect">
              <a:avLst/>
            </a:prstGeom>
            <a:grpFill/>
            <a:ln>
              <a:noFill/>
            </a:ln>
          </p:spPr>
          <p:txBody>
            <a:bodyPr spcFirstLastPara="1" wrap="square" lIns="0" tIns="0" rIns="0" bIns="0" anchor="t" anchorCtr="0">
              <a:noAutofit/>
            </a:bodyPr>
            <a:lstStyle/>
            <a:p>
              <a:pPr marL="0" marR="0" lvl="0" indent="0" algn="r" defTabSz="914400" rtl="0" eaLnBrk="1" fontAlgn="auto" latinLnBrk="0" hangingPunct="1">
                <a:lnSpc>
                  <a:spcPct val="115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Task 2</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4" name="Google Shape;4314;p73"/>
            <p:cNvSpPr txBox="1"/>
            <p:nvPr/>
          </p:nvSpPr>
          <p:spPr>
            <a:xfrm flipH="1">
              <a:off x="3344522" y="2079003"/>
              <a:ext cx="262200" cy="96600"/>
            </a:xfrm>
            <a:prstGeom prst="rect">
              <a:avLst/>
            </a:prstGeom>
            <a:grpFill/>
            <a:ln>
              <a:noFill/>
            </a:ln>
          </p:spPr>
          <p:txBody>
            <a:bodyPr spcFirstLastPara="1" wrap="square" lIns="0" tIns="0" rIns="0" bIns="0" anchor="t" anchorCtr="0">
              <a:noAutofit/>
            </a:bodyPr>
            <a:lstStyle/>
            <a:p>
              <a:pPr marL="0" marR="0" lvl="0" indent="0" algn="r" defTabSz="914400" rtl="0" eaLnBrk="1" fontAlgn="auto" latinLnBrk="0" hangingPunct="1">
                <a:lnSpc>
                  <a:spcPct val="115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Task 1</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5" name="Google Shape;4315;p73"/>
            <p:cNvSpPr txBox="1"/>
            <p:nvPr/>
          </p:nvSpPr>
          <p:spPr>
            <a:xfrm flipH="1">
              <a:off x="3344527" y="2246885"/>
              <a:ext cx="262200" cy="82500"/>
            </a:xfrm>
            <a:prstGeom prst="rect">
              <a:avLst/>
            </a:prstGeom>
            <a:grpFill/>
            <a:ln>
              <a:noFill/>
            </a:ln>
          </p:spPr>
          <p:txBody>
            <a:bodyPr spcFirstLastPara="1" wrap="square" lIns="0" tIns="0" rIns="0" bIns="0" anchor="t" anchorCtr="0">
              <a:noAutofit/>
            </a:bodyPr>
            <a:lstStyle/>
            <a:p>
              <a:pPr marL="0" marR="0" lvl="0" indent="0" algn="r" defTabSz="914400" rtl="0" eaLnBrk="1" fontAlgn="auto" latinLnBrk="0" hangingPunct="1">
                <a:lnSpc>
                  <a:spcPct val="115000"/>
                </a:lnSpc>
                <a:spcBef>
                  <a:spcPts val="0"/>
                </a:spcBef>
                <a:spcAft>
                  <a:spcPts val="2133"/>
                </a:spcAft>
                <a:buClrTx/>
                <a:buSzTx/>
                <a:buFontTx/>
                <a:buNone/>
                <a:tabLst/>
                <a:defRPr/>
              </a:pPr>
              <a:r>
                <a:rPr kumimoji="0" lang="en" sz="267" b="0" i="0" u="none" strike="noStrike" kern="1200" cap="none" spc="0" normalizeH="0" baseline="0" noProof="0">
                  <a:ln>
                    <a:noFill/>
                  </a:ln>
                  <a:solidFill>
                    <a:srgbClr val="FFFFFF"/>
                  </a:solidFill>
                  <a:effectLst/>
                  <a:uLnTx/>
                  <a:uFillTx/>
                  <a:latin typeface="等线" panose="020F0502020204030204"/>
                  <a:ea typeface="+mn-ea"/>
                  <a:cs typeface="+mn-cs"/>
                </a:rPr>
                <a:t>Task 2</a:t>
              </a: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grpSp>
          <p:nvGrpSpPr>
            <p:cNvPr id="4316" name="Google Shape;4316;p73"/>
            <p:cNvGrpSpPr/>
            <p:nvPr/>
          </p:nvGrpSpPr>
          <p:grpSpPr>
            <a:xfrm>
              <a:off x="3748438" y="1378608"/>
              <a:ext cx="2159202" cy="903971"/>
              <a:chOff x="1683525" y="2179850"/>
              <a:chExt cx="4519050" cy="2134525"/>
            </a:xfrm>
            <a:grpFill/>
          </p:grpSpPr>
          <p:sp>
            <p:nvSpPr>
              <p:cNvPr id="4317" name="Google Shape;4317;p7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8" name="Google Shape;4318;p7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19" name="Google Shape;4319;p7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0" name="Google Shape;4320;p7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1" name="Google Shape;4321;p7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2" name="Google Shape;4322;p7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3" name="Google Shape;4323;p7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4" name="Google Shape;4324;p7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5" name="Google Shape;4325;p7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6" name="Google Shape;4326;p7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7" name="Google Shape;4327;p7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4328" name="Google Shape;4328;p7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srgbClr val="FFFFFF"/>
                  </a:solidFill>
                  <a:effectLst/>
                  <a:uLnTx/>
                  <a:uFillTx/>
                  <a:latin typeface="等线" panose="020F0502020204030204"/>
                  <a:ea typeface="+mn-ea"/>
                  <a:cs typeface="+mn-cs"/>
                </a:endParaRPr>
              </a:p>
            </p:txBody>
          </p:sp>
        </p:grpSp>
      </p:grpSp>
      <p:graphicFrame>
        <p:nvGraphicFramePr>
          <p:cNvPr id="4329" name="Google Shape;4329;p73"/>
          <p:cNvGraphicFramePr/>
          <p:nvPr/>
        </p:nvGraphicFramePr>
        <p:xfrm>
          <a:off x="7914451" y="2840600"/>
          <a:ext cx="3321732" cy="1158132"/>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0" i="0" dirty="0">
                        <a:latin typeface="Alibaba PuHuiTi" pitchFamily="18" charset="-122"/>
                        <a:ea typeface="Alibaba PuHuiTi" pitchFamily="18" charset="-122"/>
                        <a:cs typeface="Alibaba PuHuiTi" pitchFamily="18" charset="-122"/>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330" name="Google Shape;4330;p73"/>
          <p:cNvGrpSpPr/>
          <p:nvPr/>
        </p:nvGrpSpPr>
        <p:grpSpPr>
          <a:xfrm>
            <a:off x="7884117" y="4252063"/>
            <a:ext cx="3359767" cy="1335272"/>
            <a:chOff x="1906114" y="789980"/>
            <a:chExt cx="1487676" cy="606868"/>
          </a:xfrm>
          <a:solidFill>
            <a:schemeClr val="bg1"/>
          </a:solidFill>
        </p:grpSpPr>
        <p:cxnSp>
          <p:nvCxnSpPr>
            <p:cNvPr id="4331" name="Google Shape;4331;p73"/>
            <p:cNvCxnSpPr/>
            <p:nvPr/>
          </p:nvCxnSpPr>
          <p:spPr>
            <a:xfrm rot="10800000">
              <a:off x="2109981" y="1180903"/>
              <a:ext cx="1280400" cy="0"/>
            </a:xfrm>
            <a:prstGeom prst="straightConnector1">
              <a:avLst/>
            </a:prstGeom>
            <a:grpFill/>
            <a:ln w="9525" cap="flat" cmpd="sng">
              <a:solidFill>
                <a:srgbClr val="B3C3CE"/>
              </a:solidFill>
              <a:prstDash val="solid"/>
              <a:round/>
              <a:headEnd type="none" w="med" len="med"/>
              <a:tailEnd type="none" w="med" len="med"/>
            </a:ln>
          </p:spPr>
        </p:cxnSp>
        <p:cxnSp>
          <p:nvCxnSpPr>
            <p:cNvPr id="4332" name="Google Shape;4332;p73"/>
            <p:cNvCxnSpPr/>
            <p:nvPr/>
          </p:nvCxnSpPr>
          <p:spPr>
            <a:xfrm rot="10800000">
              <a:off x="2109981" y="985080"/>
              <a:ext cx="1280400" cy="0"/>
            </a:xfrm>
            <a:prstGeom prst="straightConnector1">
              <a:avLst/>
            </a:prstGeom>
            <a:grpFill/>
            <a:ln w="9525" cap="flat" cmpd="sng">
              <a:solidFill>
                <a:srgbClr val="B3C3CE"/>
              </a:solidFill>
              <a:prstDash val="solid"/>
              <a:round/>
              <a:headEnd type="none" w="med" len="med"/>
              <a:tailEnd type="none" w="med" len="med"/>
            </a:ln>
          </p:spPr>
        </p:cxnSp>
        <p:cxnSp>
          <p:nvCxnSpPr>
            <p:cNvPr id="4333" name="Google Shape;4333;p73"/>
            <p:cNvCxnSpPr/>
            <p:nvPr/>
          </p:nvCxnSpPr>
          <p:spPr>
            <a:xfrm rot="10800000">
              <a:off x="2109981" y="1376729"/>
              <a:ext cx="1280400" cy="0"/>
            </a:xfrm>
            <a:prstGeom prst="straightConnector1">
              <a:avLst/>
            </a:prstGeom>
            <a:grpFill/>
            <a:ln w="9525" cap="flat" cmpd="sng">
              <a:solidFill>
                <a:srgbClr val="B3C3CE"/>
              </a:solidFill>
              <a:prstDash val="solid"/>
              <a:round/>
              <a:headEnd type="none" w="med" len="med"/>
              <a:tailEnd type="none" w="med" len="med"/>
            </a:ln>
          </p:spPr>
        </p:cxnSp>
        <p:sp>
          <p:nvSpPr>
            <p:cNvPr id="4334" name="Google Shape;4334;p73"/>
            <p:cNvSpPr txBox="1"/>
            <p:nvPr/>
          </p:nvSpPr>
          <p:spPr>
            <a:xfrm flipH="1">
              <a:off x="2109710" y="789981"/>
              <a:ext cx="281100" cy="107400"/>
            </a:xfrm>
            <a:prstGeom prst="rect">
              <a:avLst/>
            </a:prstGeom>
            <a:grp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JANUARY</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35" name="Google Shape;4335;p73"/>
            <p:cNvSpPr txBox="1"/>
            <p:nvPr/>
          </p:nvSpPr>
          <p:spPr>
            <a:xfrm flipH="1">
              <a:off x="2434275" y="789980"/>
              <a:ext cx="289200" cy="107400"/>
            </a:xfrm>
            <a:prstGeom prst="rect">
              <a:avLst/>
            </a:prstGeom>
            <a:grp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FEBRUARY</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36" name="Google Shape;4336;p73"/>
            <p:cNvSpPr txBox="1"/>
            <p:nvPr/>
          </p:nvSpPr>
          <p:spPr>
            <a:xfrm flipH="1">
              <a:off x="2781049" y="789981"/>
              <a:ext cx="281100" cy="107400"/>
            </a:xfrm>
            <a:prstGeom prst="rect">
              <a:avLst/>
            </a:prstGeom>
            <a:grp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MARCH</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37" name="Google Shape;4337;p73"/>
            <p:cNvSpPr txBox="1"/>
            <p:nvPr/>
          </p:nvSpPr>
          <p:spPr>
            <a:xfrm flipH="1">
              <a:off x="3112690" y="789981"/>
              <a:ext cx="281100" cy="107400"/>
            </a:xfrm>
            <a:prstGeom prst="rect">
              <a:avLst/>
            </a:prstGeom>
            <a:grp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APRIL</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38" name="Google Shape;4338;p73"/>
            <p:cNvSpPr/>
            <p:nvPr/>
          </p:nvSpPr>
          <p:spPr>
            <a:xfrm>
              <a:off x="2105681" y="964326"/>
              <a:ext cx="2892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39" name="Google Shape;4339;p73"/>
            <p:cNvSpPr/>
            <p:nvPr/>
          </p:nvSpPr>
          <p:spPr>
            <a:xfrm>
              <a:off x="2109515" y="1159286"/>
              <a:ext cx="2802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40" name="Google Shape;4340;p73"/>
            <p:cNvSpPr/>
            <p:nvPr/>
          </p:nvSpPr>
          <p:spPr>
            <a:xfrm>
              <a:off x="2753389" y="1353677"/>
              <a:ext cx="3255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41" name="Google Shape;4341;p73"/>
            <p:cNvSpPr/>
            <p:nvPr/>
          </p:nvSpPr>
          <p:spPr>
            <a:xfrm>
              <a:off x="2105681" y="1159287"/>
              <a:ext cx="2892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42" name="Google Shape;4342;p73"/>
            <p:cNvSpPr/>
            <p:nvPr/>
          </p:nvSpPr>
          <p:spPr>
            <a:xfrm>
              <a:off x="2412005" y="1354248"/>
              <a:ext cx="3255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43" name="Google Shape;4343;p73"/>
            <p:cNvSpPr/>
            <p:nvPr/>
          </p:nvSpPr>
          <p:spPr>
            <a:xfrm>
              <a:off x="2410087" y="964961"/>
              <a:ext cx="3255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44" name="Google Shape;4344;p73"/>
            <p:cNvSpPr txBox="1"/>
            <p:nvPr/>
          </p:nvSpPr>
          <p:spPr>
            <a:xfrm flipH="1">
              <a:off x="1906114" y="918164"/>
              <a:ext cx="203400" cy="106500"/>
            </a:xfrm>
            <a:prstGeom prst="rect">
              <a:avLst/>
            </a:prstGeom>
            <a:grpFill/>
            <a:ln>
              <a:noFill/>
            </a:ln>
          </p:spPr>
          <p:txBody>
            <a:bodyPr spcFirstLastPara="1" wrap="square" lIns="121900" tIns="121900" rIns="121900" bIns="121900" anchor="t" anchorCtr="0">
              <a:noAutofit/>
            </a:bodyPr>
            <a:lstStyle/>
            <a:p>
              <a:pPr marL="0" marR="0" lvl="0" indent="0" algn="r" defTabSz="914400" rtl="0" eaLnBrk="1" fontAlgn="auto" latinLnBrk="0" hangingPunct="1">
                <a:lnSpc>
                  <a:spcPct val="100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PHASE 1</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45" name="Google Shape;4345;p73"/>
            <p:cNvSpPr txBox="1"/>
            <p:nvPr/>
          </p:nvSpPr>
          <p:spPr>
            <a:xfrm flipH="1">
              <a:off x="1919618" y="1113390"/>
              <a:ext cx="189900" cy="91200"/>
            </a:xfrm>
            <a:prstGeom prst="rect">
              <a:avLst/>
            </a:prstGeom>
            <a:grpFill/>
            <a:ln>
              <a:noFill/>
            </a:ln>
          </p:spPr>
          <p:txBody>
            <a:bodyPr spcFirstLastPara="1" wrap="square" lIns="121900" tIns="121900" rIns="121900" bIns="121900" anchor="t" anchorCtr="0">
              <a:noAutofit/>
            </a:bodyPr>
            <a:lstStyle/>
            <a:p>
              <a:pPr marL="0" marR="0" lvl="0" indent="0" algn="r" defTabSz="914400" rtl="0" eaLnBrk="1" fontAlgn="auto" latinLnBrk="0" hangingPunct="1">
                <a:lnSpc>
                  <a:spcPct val="115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Task 1</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46" name="Google Shape;4346;p73"/>
            <p:cNvSpPr txBox="1"/>
            <p:nvPr/>
          </p:nvSpPr>
          <p:spPr>
            <a:xfrm flipH="1">
              <a:off x="1906118" y="1304527"/>
              <a:ext cx="203400" cy="91200"/>
            </a:xfrm>
            <a:prstGeom prst="rect">
              <a:avLst/>
            </a:prstGeom>
            <a:grpFill/>
            <a:ln>
              <a:noFill/>
            </a:ln>
          </p:spPr>
          <p:txBody>
            <a:bodyPr spcFirstLastPara="1" wrap="square" lIns="121900" tIns="121900" rIns="121900" bIns="121900" anchor="t" anchorCtr="0">
              <a:noAutofit/>
            </a:bodyPr>
            <a:lstStyle/>
            <a:p>
              <a:pPr marL="0" marR="0" lvl="0" indent="0" algn="r" defTabSz="914400" rtl="0" eaLnBrk="1" fontAlgn="auto" latinLnBrk="0" hangingPunct="1">
                <a:lnSpc>
                  <a:spcPct val="115000"/>
                </a:lnSpc>
                <a:spcBef>
                  <a:spcPts val="0"/>
                </a:spcBef>
                <a:spcAft>
                  <a:spcPts val="2133"/>
                </a:spcAft>
                <a:buClrTx/>
                <a:buSzTx/>
                <a:buFontTx/>
                <a:buNone/>
                <a:tabLst/>
                <a:defRPr/>
              </a:pPr>
              <a:r>
                <a:rPr kumimoji="0" lang="en" sz="400" b="0" i="0" u="none" strike="noStrike" kern="1200" cap="none" spc="0" normalizeH="0" baseline="0" noProof="0">
                  <a:ln>
                    <a:noFill/>
                  </a:ln>
                  <a:solidFill>
                    <a:srgbClr val="E3E9ED"/>
                  </a:solidFill>
                  <a:effectLst/>
                  <a:uLnTx/>
                  <a:uFillTx/>
                  <a:latin typeface="等线" panose="020F0502020204030204"/>
                  <a:ea typeface="+mn-ea"/>
                  <a:cs typeface="+mn-cs"/>
                </a:rPr>
                <a:t>Task 2</a:t>
              </a:r>
              <a:endParaRPr kumimoji="0" sz="400" b="0" i="0" u="none" strike="noStrike" kern="1200" cap="none" spc="0" normalizeH="0" baseline="0" noProof="0">
                <a:ln>
                  <a:noFill/>
                </a:ln>
                <a:solidFill>
                  <a:srgbClr val="E3E9ED"/>
                </a:solidFill>
                <a:effectLst/>
                <a:uLnTx/>
                <a:uFillTx/>
                <a:latin typeface="等线" panose="020F0502020204030204"/>
                <a:ea typeface="+mn-ea"/>
                <a:cs typeface="+mn-cs"/>
              </a:endParaRPr>
            </a:p>
          </p:txBody>
        </p:sp>
        <p:sp>
          <p:nvSpPr>
            <p:cNvPr id="4347" name="Google Shape;4347;p73"/>
            <p:cNvSpPr/>
            <p:nvPr/>
          </p:nvSpPr>
          <p:spPr>
            <a:xfrm>
              <a:off x="2750975" y="964961"/>
              <a:ext cx="325500" cy="42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348" name="Google Shape;4348;p73"/>
          <p:cNvGrpSpPr/>
          <p:nvPr/>
        </p:nvGrpSpPr>
        <p:grpSpPr>
          <a:xfrm>
            <a:off x="950083" y="1330673"/>
            <a:ext cx="3192493" cy="1302003"/>
            <a:chOff x="749309" y="1112739"/>
            <a:chExt cx="2371603" cy="976502"/>
          </a:xfrm>
          <a:solidFill>
            <a:schemeClr val="bg1"/>
          </a:solidFill>
        </p:grpSpPr>
        <p:sp>
          <p:nvSpPr>
            <p:cNvPr id="4349" name="Google Shape;4349;p73"/>
            <p:cNvSpPr/>
            <p:nvPr/>
          </p:nvSpPr>
          <p:spPr>
            <a:xfrm>
              <a:off x="1092126"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0" name="Google Shape;4350;p73"/>
            <p:cNvSpPr/>
            <p:nvPr/>
          </p:nvSpPr>
          <p:spPr>
            <a:xfrm>
              <a:off x="1434943"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1" name="Google Shape;4351;p73"/>
            <p:cNvSpPr/>
            <p:nvPr/>
          </p:nvSpPr>
          <p:spPr>
            <a:xfrm>
              <a:off x="1777760"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2" name="Google Shape;4352;p73"/>
            <p:cNvSpPr/>
            <p:nvPr/>
          </p:nvSpPr>
          <p:spPr>
            <a:xfrm>
              <a:off x="2120578"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3" name="Google Shape;4353;p73"/>
            <p:cNvSpPr/>
            <p:nvPr/>
          </p:nvSpPr>
          <p:spPr>
            <a:xfrm>
              <a:off x="2463395"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4" name="Google Shape;4354;p73"/>
            <p:cNvSpPr/>
            <p:nvPr/>
          </p:nvSpPr>
          <p:spPr>
            <a:xfrm>
              <a:off x="2806212"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5" name="Google Shape;4355;p73"/>
            <p:cNvSpPr/>
            <p:nvPr/>
          </p:nvSpPr>
          <p:spPr>
            <a:xfrm>
              <a:off x="749309"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6" name="Google Shape;4356;p73"/>
            <p:cNvSpPr/>
            <p:nvPr/>
          </p:nvSpPr>
          <p:spPr>
            <a:xfrm>
              <a:off x="1092126"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7" name="Google Shape;4357;p73"/>
            <p:cNvSpPr/>
            <p:nvPr/>
          </p:nvSpPr>
          <p:spPr>
            <a:xfrm>
              <a:off x="1434943"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8" name="Google Shape;4358;p73"/>
            <p:cNvSpPr/>
            <p:nvPr/>
          </p:nvSpPr>
          <p:spPr>
            <a:xfrm>
              <a:off x="1777760"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59" name="Google Shape;4359;p73"/>
            <p:cNvSpPr/>
            <p:nvPr/>
          </p:nvSpPr>
          <p:spPr>
            <a:xfrm>
              <a:off x="2120578"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0" name="Google Shape;4360;p73"/>
            <p:cNvSpPr/>
            <p:nvPr/>
          </p:nvSpPr>
          <p:spPr>
            <a:xfrm>
              <a:off x="2463395"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1" name="Google Shape;4361;p73"/>
            <p:cNvSpPr/>
            <p:nvPr/>
          </p:nvSpPr>
          <p:spPr>
            <a:xfrm>
              <a:off x="2806212" y="136229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2" name="Google Shape;4362;p73"/>
            <p:cNvSpPr/>
            <p:nvPr/>
          </p:nvSpPr>
          <p:spPr>
            <a:xfrm>
              <a:off x="749309"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3" name="Google Shape;4363;p73"/>
            <p:cNvSpPr/>
            <p:nvPr/>
          </p:nvSpPr>
          <p:spPr>
            <a:xfrm>
              <a:off x="1092126"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4" name="Google Shape;4364;p73"/>
            <p:cNvSpPr/>
            <p:nvPr/>
          </p:nvSpPr>
          <p:spPr>
            <a:xfrm>
              <a:off x="1434943"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5" name="Google Shape;4365;p73"/>
            <p:cNvSpPr/>
            <p:nvPr/>
          </p:nvSpPr>
          <p:spPr>
            <a:xfrm>
              <a:off x="1777760"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6" name="Google Shape;4366;p73"/>
            <p:cNvSpPr/>
            <p:nvPr/>
          </p:nvSpPr>
          <p:spPr>
            <a:xfrm>
              <a:off x="2120578"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7" name="Google Shape;4367;p73"/>
            <p:cNvSpPr/>
            <p:nvPr/>
          </p:nvSpPr>
          <p:spPr>
            <a:xfrm>
              <a:off x="2463395"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8" name="Google Shape;4368;p73"/>
            <p:cNvSpPr/>
            <p:nvPr/>
          </p:nvSpPr>
          <p:spPr>
            <a:xfrm>
              <a:off x="2806212" y="161184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69" name="Google Shape;4369;p73"/>
            <p:cNvSpPr/>
            <p:nvPr/>
          </p:nvSpPr>
          <p:spPr>
            <a:xfrm>
              <a:off x="749309"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0" name="Google Shape;4370;p73"/>
            <p:cNvSpPr/>
            <p:nvPr/>
          </p:nvSpPr>
          <p:spPr>
            <a:xfrm>
              <a:off x="1092126"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1" name="Google Shape;4371;p73"/>
            <p:cNvSpPr/>
            <p:nvPr/>
          </p:nvSpPr>
          <p:spPr>
            <a:xfrm>
              <a:off x="1434943"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2" name="Google Shape;4372;p73"/>
            <p:cNvSpPr/>
            <p:nvPr/>
          </p:nvSpPr>
          <p:spPr>
            <a:xfrm>
              <a:off x="1777760"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3" name="Google Shape;4373;p73"/>
            <p:cNvSpPr/>
            <p:nvPr/>
          </p:nvSpPr>
          <p:spPr>
            <a:xfrm>
              <a:off x="2120578"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4" name="Google Shape;4374;p73"/>
            <p:cNvSpPr/>
            <p:nvPr/>
          </p:nvSpPr>
          <p:spPr>
            <a:xfrm>
              <a:off x="2463395"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5" name="Google Shape;4375;p73"/>
            <p:cNvSpPr/>
            <p:nvPr/>
          </p:nvSpPr>
          <p:spPr>
            <a:xfrm>
              <a:off x="2806212" y="1861404"/>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6" name="Google Shape;4376;p73"/>
            <p:cNvSpPr/>
            <p:nvPr/>
          </p:nvSpPr>
          <p:spPr>
            <a:xfrm>
              <a:off x="749309" y="1112739"/>
              <a:ext cx="314700" cy="2268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7" name="Google Shape;4377;p73"/>
            <p:cNvSpPr/>
            <p:nvPr/>
          </p:nvSpPr>
          <p:spPr>
            <a:xfrm>
              <a:off x="1434877" y="1258345"/>
              <a:ext cx="1685700" cy="78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8" name="Google Shape;4378;p73"/>
            <p:cNvSpPr/>
            <p:nvPr/>
          </p:nvSpPr>
          <p:spPr>
            <a:xfrm>
              <a:off x="1777683" y="2010641"/>
              <a:ext cx="1000200" cy="78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79" name="Google Shape;4379;p73"/>
            <p:cNvSpPr/>
            <p:nvPr/>
          </p:nvSpPr>
          <p:spPr>
            <a:xfrm>
              <a:off x="1092070" y="1759876"/>
              <a:ext cx="657600" cy="78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80" name="Google Shape;4380;p73"/>
            <p:cNvSpPr/>
            <p:nvPr/>
          </p:nvSpPr>
          <p:spPr>
            <a:xfrm>
              <a:off x="2463277" y="1759876"/>
              <a:ext cx="657600" cy="786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aphicFrame>
        <p:nvGraphicFramePr>
          <p:cNvPr id="4381" name="Google Shape;4381;p73"/>
          <p:cNvGraphicFramePr/>
          <p:nvPr/>
        </p:nvGraphicFramePr>
        <p:xfrm>
          <a:off x="7914484" y="1328400"/>
          <a:ext cx="3321732" cy="1301901"/>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382" name="Google Shape;4382;p73"/>
          <p:cNvGraphicFramePr/>
          <p:nvPr/>
        </p:nvGraphicFramePr>
        <p:xfrm>
          <a:off x="4456767" y="2840600"/>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383" name="Google Shape;4383;p73"/>
          <p:cNvGrpSpPr/>
          <p:nvPr/>
        </p:nvGrpSpPr>
        <p:grpSpPr>
          <a:xfrm>
            <a:off x="5448672" y="3356124"/>
            <a:ext cx="2023248" cy="99280"/>
            <a:chOff x="3980086" y="2804397"/>
            <a:chExt cx="1227600" cy="66900"/>
          </a:xfrm>
          <a:solidFill>
            <a:schemeClr val="bg1"/>
          </a:solidFill>
        </p:grpSpPr>
        <p:sp>
          <p:nvSpPr>
            <p:cNvPr id="4384" name="Google Shape;4384;p73"/>
            <p:cNvSpPr/>
            <p:nvPr/>
          </p:nvSpPr>
          <p:spPr>
            <a:xfrm rot="5400000" flipH="1">
              <a:off x="4560736" y="2223904"/>
              <a:ext cx="66300" cy="1227600"/>
            </a:xfrm>
            <a:prstGeom prst="round2SameRect">
              <a:avLst>
                <a:gd name="adj1" fmla="val 50000"/>
                <a:gd name="adj2"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85" name="Google Shape;4385;p73"/>
            <p:cNvSpPr/>
            <p:nvPr/>
          </p:nvSpPr>
          <p:spPr>
            <a:xfrm rot="5400000" flipH="1">
              <a:off x="4086125" y="2698647"/>
              <a:ext cx="66900" cy="278400"/>
            </a:xfrm>
            <a:prstGeom prst="round2SameRect">
              <a:avLst>
                <a:gd name="adj1" fmla="val 50000"/>
                <a:gd name="adj2"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386" name="Google Shape;4386;p73"/>
          <p:cNvGrpSpPr/>
          <p:nvPr/>
        </p:nvGrpSpPr>
        <p:grpSpPr>
          <a:xfrm>
            <a:off x="6282092" y="3746240"/>
            <a:ext cx="1190608" cy="99280"/>
            <a:chOff x="3980086" y="2804397"/>
            <a:chExt cx="1227600" cy="66900"/>
          </a:xfrm>
          <a:solidFill>
            <a:schemeClr val="bg1"/>
          </a:solidFill>
        </p:grpSpPr>
        <p:sp>
          <p:nvSpPr>
            <p:cNvPr id="4387" name="Google Shape;4387;p73"/>
            <p:cNvSpPr/>
            <p:nvPr/>
          </p:nvSpPr>
          <p:spPr>
            <a:xfrm rot="5400000" flipH="1">
              <a:off x="4560736" y="2223904"/>
              <a:ext cx="66300" cy="1227600"/>
            </a:xfrm>
            <a:prstGeom prst="round2SameRect">
              <a:avLst>
                <a:gd name="adj1" fmla="val 50000"/>
                <a:gd name="adj2"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88" name="Google Shape;4388;p73"/>
            <p:cNvSpPr/>
            <p:nvPr/>
          </p:nvSpPr>
          <p:spPr>
            <a:xfrm rot="5400000" flipH="1">
              <a:off x="4086125" y="2698647"/>
              <a:ext cx="66900" cy="278400"/>
            </a:xfrm>
            <a:prstGeom prst="round2SameRect">
              <a:avLst>
                <a:gd name="adj1" fmla="val 50000"/>
                <a:gd name="adj2" fmla="val 50000"/>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389" name="Google Shape;4389;p73"/>
          <p:cNvGrpSpPr/>
          <p:nvPr/>
        </p:nvGrpSpPr>
        <p:grpSpPr>
          <a:xfrm>
            <a:off x="4459548" y="4224752"/>
            <a:ext cx="3150992" cy="1341257"/>
            <a:chOff x="3358415" y="3361302"/>
            <a:chExt cx="2363244" cy="1024695"/>
          </a:xfrm>
          <a:solidFill>
            <a:schemeClr val="bg1"/>
          </a:solidFill>
        </p:grpSpPr>
        <p:grpSp>
          <p:nvGrpSpPr>
            <p:cNvPr id="4390" name="Google Shape;4390;p73"/>
            <p:cNvGrpSpPr/>
            <p:nvPr/>
          </p:nvGrpSpPr>
          <p:grpSpPr>
            <a:xfrm>
              <a:off x="3358415" y="3361302"/>
              <a:ext cx="441300" cy="1024695"/>
              <a:chOff x="3358415" y="3361302"/>
              <a:chExt cx="441300" cy="1024695"/>
            </a:xfrm>
            <a:grpFill/>
          </p:grpSpPr>
          <p:sp>
            <p:nvSpPr>
              <p:cNvPr id="4391" name="Google Shape;4391;p73"/>
              <p:cNvSpPr/>
              <p:nvPr/>
            </p:nvSpPr>
            <p:spPr>
              <a:xfrm>
                <a:off x="3358415" y="3361302"/>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92" name="Google Shape;4392;p73"/>
              <p:cNvSpPr/>
              <p:nvPr/>
            </p:nvSpPr>
            <p:spPr>
              <a:xfrm>
                <a:off x="3358415" y="353894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93" name="Google Shape;4393;p73"/>
              <p:cNvSpPr/>
              <p:nvPr/>
            </p:nvSpPr>
            <p:spPr>
              <a:xfrm>
                <a:off x="3358415" y="3716591"/>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94" name="Google Shape;4394;p73"/>
              <p:cNvSpPr/>
              <p:nvPr/>
            </p:nvSpPr>
            <p:spPr>
              <a:xfrm>
                <a:off x="3358415" y="389423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95" name="Google Shape;4395;p73"/>
              <p:cNvSpPr/>
              <p:nvPr/>
            </p:nvSpPr>
            <p:spPr>
              <a:xfrm>
                <a:off x="3358415" y="407186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96" name="Google Shape;4396;p73"/>
              <p:cNvSpPr/>
              <p:nvPr/>
            </p:nvSpPr>
            <p:spPr>
              <a:xfrm>
                <a:off x="3358415" y="424949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397" name="Google Shape;4397;p73"/>
            <p:cNvGrpSpPr/>
            <p:nvPr/>
          </p:nvGrpSpPr>
          <p:grpSpPr>
            <a:xfrm>
              <a:off x="3838901" y="3361302"/>
              <a:ext cx="441300" cy="1024695"/>
              <a:chOff x="3838901" y="3361302"/>
              <a:chExt cx="441300" cy="1024695"/>
            </a:xfrm>
            <a:grpFill/>
          </p:grpSpPr>
          <p:sp>
            <p:nvSpPr>
              <p:cNvPr id="4398" name="Google Shape;4398;p73"/>
              <p:cNvSpPr/>
              <p:nvPr/>
            </p:nvSpPr>
            <p:spPr>
              <a:xfrm>
                <a:off x="3838901" y="3361302"/>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399" name="Google Shape;4399;p73"/>
              <p:cNvSpPr/>
              <p:nvPr/>
            </p:nvSpPr>
            <p:spPr>
              <a:xfrm>
                <a:off x="3838901" y="353894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0" name="Google Shape;4400;p73"/>
              <p:cNvSpPr/>
              <p:nvPr/>
            </p:nvSpPr>
            <p:spPr>
              <a:xfrm>
                <a:off x="3838901" y="3716591"/>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1" name="Google Shape;4401;p73"/>
              <p:cNvSpPr/>
              <p:nvPr/>
            </p:nvSpPr>
            <p:spPr>
              <a:xfrm>
                <a:off x="3838901" y="389423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2" name="Google Shape;4402;p73"/>
              <p:cNvSpPr/>
              <p:nvPr/>
            </p:nvSpPr>
            <p:spPr>
              <a:xfrm>
                <a:off x="3838901" y="407186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3" name="Google Shape;4403;p73"/>
              <p:cNvSpPr/>
              <p:nvPr/>
            </p:nvSpPr>
            <p:spPr>
              <a:xfrm>
                <a:off x="3838901" y="424949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04" name="Google Shape;4404;p73"/>
            <p:cNvGrpSpPr/>
            <p:nvPr/>
          </p:nvGrpSpPr>
          <p:grpSpPr>
            <a:xfrm>
              <a:off x="4319387" y="3361302"/>
              <a:ext cx="441300" cy="1024695"/>
              <a:chOff x="4319387" y="3361302"/>
              <a:chExt cx="441300" cy="1024695"/>
            </a:xfrm>
            <a:grpFill/>
          </p:grpSpPr>
          <p:sp>
            <p:nvSpPr>
              <p:cNvPr id="4405" name="Google Shape;4405;p73"/>
              <p:cNvSpPr/>
              <p:nvPr/>
            </p:nvSpPr>
            <p:spPr>
              <a:xfrm>
                <a:off x="4319387" y="3361302"/>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6" name="Google Shape;4406;p73"/>
              <p:cNvSpPr/>
              <p:nvPr/>
            </p:nvSpPr>
            <p:spPr>
              <a:xfrm>
                <a:off x="4319387" y="353894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7" name="Google Shape;4407;p73"/>
              <p:cNvSpPr/>
              <p:nvPr/>
            </p:nvSpPr>
            <p:spPr>
              <a:xfrm>
                <a:off x="4319387" y="3716591"/>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8" name="Google Shape;4408;p73"/>
              <p:cNvSpPr/>
              <p:nvPr/>
            </p:nvSpPr>
            <p:spPr>
              <a:xfrm>
                <a:off x="4319387" y="389423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09" name="Google Shape;4409;p73"/>
              <p:cNvSpPr/>
              <p:nvPr/>
            </p:nvSpPr>
            <p:spPr>
              <a:xfrm>
                <a:off x="4319387" y="407186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10" name="Google Shape;4410;p73"/>
              <p:cNvSpPr/>
              <p:nvPr/>
            </p:nvSpPr>
            <p:spPr>
              <a:xfrm>
                <a:off x="4319387" y="424949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11" name="Google Shape;4411;p73"/>
            <p:cNvGrpSpPr/>
            <p:nvPr/>
          </p:nvGrpSpPr>
          <p:grpSpPr>
            <a:xfrm>
              <a:off x="4799873" y="3361302"/>
              <a:ext cx="441300" cy="1024695"/>
              <a:chOff x="4799873" y="3361302"/>
              <a:chExt cx="441300" cy="1024695"/>
            </a:xfrm>
            <a:grpFill/>
          </p:grpSpPr>
          <p:sp>
            <p:nvSpPr>
              <p:cNvPr id="4412" name="Google Shape;4412;p73"/>
              <p:cNvSpPr/>
              <p:nvPr/>
            </p:nvSpPr>
            <p:spPr>
              <a:xfrm>
                <a:off x="4799873" y="3361302"/>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13" name="Google Shape;4413;p73"/>
              <p:cNvSpPr/>
              <p:nvPr/>
            </p:nvSpPr>
            <p:spPr>
              <a:xfrm>
                <a:off x="4799873" y="353894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14" name="Google Shape;4414;p73"/>
              <p:cNvSpPr/>
              <p:nvPr/>
            </p:nvSpPr>
            <p:spPr>
              <a:xfrm>
                <a:off x="4799873" y="3716591"/>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15" name="Google Shape;4415;p73"/>
              <p:cNvSpPr/>
              <p:nvPr/>
            </p:nvSpPr>
            <p:spPr>
              <a:xfrm>
                <a:off x="4799873" y="389423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16" name="Google Shape;4416;p73"/>
              <p:cNvSpPr/>
              <p:nvPr/>
            </p:nvSpPr>
            <p:spPr>
              <a:xfrm>
                <a:off x="4799873" y="407186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17" name="Google Shape;4417;p73"/>
              <p:cNvSpPr/>
              <p:nvPr/>
            </p:nvSpPr>
            <p:spPr>
              <a:xfrm>
                <a:off x="4799873" y="424949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18" name="Google Shape;4418;p73"/>
            <p:cNvGrpSpPr/>
            <p:nvPr/>
          </p:nvGrpSpPr>
          <p:grpSpPr>
            <a:xfrm>
              <a:off x="5280360" y="3361302"/>
              <a:ext cx="441300" cy="1024695"/>
              <a:chOff x="5280360" y="3361302"/>
              <a:chExt cx="441300" cy="1024695"/>
            </a:xfrm>
            <a:grpFill/>
          </p:grpSpPr>
          <p:sp>
            <p:nvSpPr>
              <p:cNvPr id="4419" name="Google Shape;4419;p73"/>
              <p:cNvSpPr/>
              <p:nvPr/>
            </p:nvSpPr>
            <p:spPr>
              <a:xfrm>
                <a:off x="5280360" y="3361302"/>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20" name="Google Shape;4420;p73"/>
              <p:cNvSpPr/>
              <p:nvPr/>
            </p:nvSpPr>
            <p:spPr>
              <a:xfrm>
                <a:off x="5280360" y="353894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21" name="Google Shape;4421;p73"/>
              <p:cNvSpPr/>
              <p:nvPr/>
            </p:nvSpPr>
            <p:spPr>
              <a:xfrm>
                <a:off x="5280360" y="3716591"/>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22" name="Google Shape;4422;p73"/>
              <p:cNvSpPr/>
              <p:nvPr/>
            </p:nvSpPr>
            <p:spPr>
              <a:xfrm>
                <a:off x="5280360" y="389423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23" name="Google Shape;4423;p73"/>
              <p:cNvSpPr/>
              <p:nvPr/>
            </p:nvSpPr>
            <p:spPr>
              <a:xfrm>
                <a:off x="5280360" y="4071866"/>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24" name="Google Shape;4424;p73"/>
              <p:cNvSpPr/>
              <p:nvPr/>
            </p:nvSpPr>
            <p:spPr>
              <a:xfrm>
                <a:off x="5280360" y="4249497"/>
                <a:ext cx="441300" cy="136500"/>
              </a:xfrm>
              <a:prstGeom prst="flowChartAlternateProcess">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aphicFrame>
        <p:nvGraphicFramePr>
          <p:cNvPr id="4425" name="Google Shape;4425;p73"/>
          <p:cNvGraphicFramePr/>
          <p:nvPr/>
        </p:nvGraphicFramePr>
        <p:xfrm>
          <a:off x="948117" y="2840600"/>
          <a:ext cx="3204800" cy="1175199"/>
        </p:xfrm>
        <a:graphic>
          <a:graphicData uri="http://schemas.openxmlformats.org/drawingml/2006/table">
            <a:tbl>
              <a:tblPr>
                <a:noFill/>
              </a:tblPr>
              <a:tblGrid>
                <a:gridCol w="801200">
                  <a:extLst>
                    <a:ext uri="{9D8B030D-6E8A-4147-A177-3AD203B41FA5}">
                      <a16:colId xmlns:a16="http://schemas.microsoft.com/office/drawing/2014/main" val="20000"/>
                    </a:ext>
                  </a:extLst>
                </a:gridCol>
                <a:gridCol w="801200">
                  <a:extLst>
                    <a:ext uri="{9D8B030D-6E8A-4147-A177-3AD203B41FA5}">
                      <a16:colId xmlns:a16="http://schemas.microsoft.com/office/drawing/2014/main" val="20001"/>
                    </a:ext>
                  </a:extLst>
                </a:gridCol>
                <a:gridCol w="801200">
                  <a:extLst>
                    <a:ext uri="{9D8B030D-6E8A-4147-A177-3AD203B41FA5}">
                      <a16:colId xmlns:a16="http://schemas.microsoft.com/office/drawing/2014/main" val="20002"/>
                    </a:ext>
                  </a:extLst>
                </a:gridCol>
                <a:gridCol w="801200">
                  <a:extLst>
                    <a:ext uri="{9D8B030D-6E8A-4147-A177-3AD203B41FA5}">
                      <a16:colId xmlns:a16="http://schemas.microsoft.com/office/drawing/2014/main" val="20003"/>
                    </a:ext>
                  </a:extLst>
                </a:gridCol>
              </a:tblGrid>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426" name="Google Shape;4426;p73"/>
          <p:cNvGrpSpPr/>
          <p:nvPr/>
        </p:nvGrpSpPr>
        <p:grpSpPr>
          <a:xfrm>
            <a:off x="950151" y="4240233"/>
            <a:ext cx="3204819" cy="1341200"/>
            <a:chOff x="726450" y="3372825"/>
            <a:chExt cx="2403614" cy="1005900"/>
          </a:xfrm>
          <a:solidFill>
            <a:schemeClr val="bg1"/>
          </a:solidFill>
        </p:grpSpPr>
        <p:grpSp>
          <p:nvGrpSpPr>
            <p:cNvPr id="4427" name="Google Shape;4427;p73"/>
            <p:cNvGrpSpPr/>
            <p:nvPr/>
          </p:nvGrpSpPr>
          <p:grpSpPr>
            <a:xfrm>
              <a:off x="726450" y="3696000"/>
              <a:ext cx="2403614" cy="500898"/>
              <a:chOff x="726450" y="3696000"/>
              <a:chExt cx="2403614" cy="500898"/>
            </a:xfrm>
            <a:grpFill/>
          </p:grpSpPr>
          <p:sp>
            <p:nvSpPr>
              <p:cNvPr id="4428" name="Google Shape;4428;p73"/>
              <p:cNvSpPr/>
              <p:nvPr/>
            </p:nvSpPr>
            <p:spPr>
              <a:xfrm>
                <a:off x="726450" y="3696000"/>
                <a:ext cx="2403600" cy="1671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29" name="Google Shape;4429;p73"/>
              <p:cNvSpPr/>
              <p:nvPr/>
            </p:nvSpPr>
            <p:spPr>
              <a:xfrm>
                <a:off x="726464" y="4029798"/>
                <a:ext cx="2403600" cy="167100"/>
              </a:xfrm>
              <a:prstGeom prst="rect">
                <a:avLst/>
              </a:pr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30" name="Google Shape;4430;p73"/>
            <p:cNvGrpSpPr/>
            <p:nvPr/>
          </p:nvGrpSpPr>
          <p:grpSpPr>
            <a:xfrm>
              <a:off x="1348050" y="3372825"/>
              <a:ext cx="1720425" cy="1005900"/>
              <a:chOff x="1348050" y="3372825"/>
              <a:chExt cx="1720425" cy="1005900"/>
            </a:xfrm>
            <a:grpFill/>
          </p:grpSpPr>
          <p:sp>
            <p:nvSpPr>
              <p:cNvPr id="4431" name="Google Shape;4431;p73"/>
              <p:cNvSpPr/>
              <p:nvPr/>
            </p:nvSpPr>
            <p:spPr>
              <a:xfrm>
                <a:off x="1348050" y="3372825"/>
                <a:ext cx="307200" cy="1005900"/>
              </a:xfrm>
              <a:prstGeom prst="rect">
                <a:avLst/>
              </a:prstGeom>
              <a:grp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32" name="Google Shape;4432;p73"/>
              <p:cNvSpPr/>
              <p:nvPr/>
            </p:nvSpPr>
            <p:spPr>
              <a:xfrm>
                <a:off x="1701356" y="3372825"/>
                <a:ext cx="307200" cy="1005900"/>
              </a:xfrm>
              <a:prstGeom prst="rect">
                <a:avLst/>
              </a:prstGeom>
              <a:grp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33" name="Google Shape;4433;p73"/>
              <p:cNvSpPr/>
              <p:nvPr/>
            </p:nvSpPr>
            <p:spPr>
              <a:xfrm>
                <a:off x="2054663" y="3372825"/>
                <a:ext cx="307200" cy="1005900"/>
              </a:xfrm>
              <a:prstGeom prst="rect">
                <a:avLst/>
              </a:prstGeom>
              <a:grp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34" name="Google Shape;4434;p73"/>
              <p:cNvSpPr/>
              <p:nvPr/>
            </p:nvSpPr>
            <p:spPr>
              <a:xfrm>
                <a:off x="2407969" y="3372825"/>
                <a:ext cx="307200" cy="1005900"/>
              </a:xfrm>
              <a:prstGeom prst="rect">
                <a:avLst/>
              </a:prstGeom>
              <a:grp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35" name="Google Shape;4435;p73"/>
              <p:cNvSpPr/>
              <p:nvPr/>
            </p:nvSpPr>
            <p:spPr>
              <a:xfrm>
                <a:off x="2761275" y="3372825"/>
                <a:ext cx="307200" cy="1005900"/>
              </a:xfrm>
              <a:prstGeom prst="rect">
                <a:avLst/>
              </a:prstGeom>
              <a:grp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67"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36" name="Google Shape;4436;p73"/>
            <p:cNvGrpSpPr/>
            <p:nvPr/>
          </p:nvGrpSpPr>
          <p:grpSpPr>
            <a:xfrm>
              <a:off x="1455707" y="3731058"/>
              <a:ext cx="1491150" cy="417657"/>
              <a:chOff x="1455707" y="3731058"/>
              <a:chExt cx="1491150" cy="417657"/>
            </a:xfrm>
            <a:grpFill/>
          </p:grpSpPr>
          <p:grpSp>
            <p:nvGrpSpPr>
              <p:cNvPr id="4437" name="Google Shape;4437;p73"/>
              <p:cNvGrpSpPr/>
              <p:nvPr/>
            </p:nvGrpSpPr>
            <p:grpSpPr>
              <a:xfrm>
                <a:off x="1472938" y="3745828"/>
                <a:ext cx="72126" cy="53788"/>
                <a:chOff x="1472938" y="3745828"/>
                <a:chExt cx="72126" cy="53788"/>
              </a:xfrm>
              <a:grpFill/>
            </p:grpSpPr>
            <p:sp>
              <p:nvSpPr>
                <p:cNvPr id="4438" name="Google Shape;4438;p7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39" name="Google Shape;4439;p7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40" name="Google Shape;4440;p73"/>
              <p:cNvGrpSpPr/>
              <p:nvPr/>
            </p:nvGrpSpPr>
            <p:grpSpPr>
              <a:xfrm>
                <a:off x="1819181" y="4089633"/>
                <a:ext cx="72126" cy="53788"/>
                <a:chOff x="1819181" y="4089633"/>
                <a:chExt cx="72126" cy="53788"/>
              </a:xfrm>
              <a:grpFill/>
            </p:grpSpPr>
            <p:sp>
              <p:nvSpPr>
                <p:cNvPr id="4441" name="Google Shape;4441;p7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42" name="Google Shape;4442;p7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43" name="Google Shape;4443;p73"/>
              <p:cNvGrpSpPr/>
              <p:nvPr/>
            </p:nvGrpSpPr>
            <p:grpSpPr>
              <a:xfrm>
                <a:off x="1455707" y="4084171"/>
                <a:ext cx="64321" cy="64544"/>
                <a:chOff x="1455707" y="4084171"/>
                <a:chExt cx="64321" cy="64544"/>
              </a:xfrm>
              <a:grpFill/>
            </p:grpSpPr>
            <p:sp>
              <p:nvSpPr>
                <p:cNvPr id="4444" name="Google Shape;4444;p7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45" name="Google Shape;4445;p7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46" name="Google Shape;4446;p73"/>
              <p:cNvGrpSpPr/>
              <p:nvPr/>
            </p:nvGrpSpPr>
            <p:grpSpPr>
              <a:xfrm>
                <a:off x="1818610" y="3731058"/>
                <a:ext cx="64321" cy="64544"/>
                <a:chOff x="1818610" y="3731058"/>
                <a:chExt cx="64321" cy="64544"/>
              </a:xfrm>
              <a:grpFill/>
            </p:grpSpPr>
            <p:sp>
              <p:nvSpPr>
                <p:cNvPr id="4447" name="Google Shape;4447;p7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48" name="Google Shape;4448;p7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49" name="Google Shape;4449;p73"/>
              <p:cNvGrpSpPr/>
              <p:nvPr/>
            </p:nvGrpSpPr>
            <p:grpSpPr>
              <a:xfrm>
                <a:off x="2172491" y="4089633"/>
                <a:ext cx="72126" cy="53788"/>
                <a:chOff x="2172491" y="4089633"/>
                <a:chExt cx="72126" cy="53788"/>
              </a:xfrm>
              <a:grpFill/>
            </p:grpSpPr>
            <p:sp>
              <p:nvSpPr>
                <p:cNvPr id="4450" name="Google Shape;4450;p7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51" name="Google Shape;4451;p7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52" name="Google Shape;4452;p73"/>
              <p:cNvGrpSpPr/>
              <p:nvPr/>
            </p:nvGrpSpPr>
            <p:grpSpPr>
              <a:xfrm>
                <a:off x="2171920" y="3731058"/>
                <a:ext cx="64321" cy="64544"/>
                <a:chOff x="2171920" y="3731058"/>
                <a:chExt cx="64321" cy="64544"/>
              </a:xfrm>
              <a:grpFill/>
            </p:grpSpPr>
            <p:sp>
              <p:nvSpPr>
                <p:cNvPr id="4453" name="Google Shape;4453;p7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54" name="Google Shape;4454;p7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55" name="Google Shape;4455;p73"/>
              <p:cNvGrpSpPr/>
              <p:nvPr/>
            </p:nvGrpSpPr>
            <p:grpSpPr>
              <a:xfrm>
                <a:off x="2874730" y="3745828"/>
                <a:ext cx="72126" cy="53788"/>
                <a:chOff x="2874730" y="3745828"/>
                <a:chExt cx="72126" cy="53788"/>
              </a:xfrm>
              <a:grpFill/>
            </p:grpSpPr>
            <p:sp>
              <p:nvSpPr>
                <p:cNvPr id="4456" name="Google Shape;4456;p7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57" name="Google Shape;4457;p7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58" name="Google Shape;4458;p73"/>
              <p:cNvGrpSpPr/>
              <p:nvPr/>
            </p:nvGrpSpPr>
            <p:grpSpPr>
              <a:xfrm>
                <a:off x="2878589" y="4081481"/>
                <a:ext cx="64321" cy="64544"/>
                <a:chOff x="2878589" y="4081481"/>
                <a:chExt cx="64321" cy="64544"/>
              </a:xfrm>
              <a:grpFill/>
            </p:grpSpPr>
            <p:sp>
              <p:nvSpPr>
                <p:cNvPr id="4459" name="Google Shape;4459;p7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60" name="Google Shape;4460;p7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61" name="Google Shape;4461;p73"/>
              <p:cNvGrpSpPr/>
              <p:nvPr/>
            </p:nvGrpSpPr>
            <p:grpSpPr>
              <a:xfrm>
                <a:off x="2525796" y="4089633"/>
                <a:ext cx="72126" cy="53788"/>
                <a:chOff x="2525796" y="4089633"/>
                <a:chExt cx="72126" cy="53788"/>
              </a:xfrm>
              <a:grpFill/>
            </p:grpSpPr>
            <p:sp>
              <p:nvSpPr>
                <p:cNvPr id="4462" name="Google Shape;4462;p7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63" name="Google Shape;4463;p7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64" name="Google Shape;4464;p73"/>
              <p:cNvGrpSpPr/>
              <p:nvPr/>
            </p:nvGrpSpPr>
            <p:grpSpPr>
              <a:xfrm>
                <a:off x="2525225" y="3731058"/>
                <a:ext cx="64321" cy="64544"/>
                <a:chOff x="2525225" y="3731058"/>
                <a:chExt cx="64321" cy="64544"/>
              </a:xfrm>
              <a:grpFill/>
            </p:grpSpPr>
            <p:sp>
              <p:nvSpPr>
                <p:cNvPr id="4465" name="Google Shape;4465;p7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66" name="Google Shape;4466;p7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sp>
        <p:nvSpPr>
          <p:cNvPr id="11" name="文本框 10">
            <a:extLst>
              <a:ext uri="{FF2B5EF4-FFF2-40B4-BE49-F238E27FC236}">
                <a16:creationId xmlns:a16="http://schemas.microsoft.com/office/drawing/2014/main" id="{9E768EB1-46B2-2E99-A051-141CD9219B30}"/>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49C26CE2-97A2-AF01-1437-E51D00686510}"/>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8E8C8ECC-FE57-1A4A-81B4-84AA02F09B78}"/>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1542F7A5-9D4F-8D01-33F5-FB996B669E99}"/>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64CE38C2-E4D2-B92E-C024-5E1D1C34DC97}"/>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0B795ADD-BE19-49EE-1905-5458EF297A01}"/>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3AF0CA43-1D97-1EFC-578D-2571C2CD9E8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7C9D6FB9-A7BA-871C-18AA-41A7010410AF}"/>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893C29A1-C8D1-ADB1-EDD6-48792833FB0A}"/>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CAE13E34-C371-744C-0B86-02EBD6A0EC2D}"/>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4470"/>
        <p:cNvGrpSpPr/>
        <p:nvPr/>
      </p:nvGrpSpPr>
      <p:grpSpPr>
        <a:xfrm>
          <a:off x="0" y="0"/>
          <a:ext cx="0" cy="0"/>
          <a:chOff x="0" y="0"/>
          <a:chExt cx="0" cy="0"/>
        </a:xfrm>
      </p:grpSpPr>
      <p:grpSp>
        <p:nvGrpSpPr>
          <p:cNvPr id="4471" name="Google Shape;4471;p74"/>
          <p:cNvGrpSpPr/>
          <p:nvPr/>
        </p:nvGrpSpPr>
        <p:grpSpPr>
          <a:xfrm>
            <a:off x="7706864" y="2479473"/>
            <a:ext cx="895200" cy="899808"/>
            <a:chOff x="5780148" y="1859605"/>
            <a:chExt cx="671400" cy="674856"/>
          </a:xfrm>
        </p:grpSpPr>
        <p:sp>
          <p:nvSpPr>
            <p:cNvPr id="4472" name="Google Shape;4472;p74"/>
            <p:cNvSpPr/>
            <p:nvPr/>
          </p:nvSpPr>
          <p:spPr>
            <a:xfrm>
              <a:off x="5780148" y="1859605"/>
              <a:ext cx="671400" cy="6714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73" name="Google Shape;4473;p74"/>
            <p:cNvSpPr/>
            <p:nvPr/>
          </p:nvSpPr>
          <p:spPr>
            <a:xfrm>
              <a:off x="5851927" y="2006476"/>
              <a:ext cx="527700" cy="5277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74" name="Google Shape;4474;p74"/>
            <p:cNvSpPr/>
            <p:nvPr/>
          </p:nvSpPr>
          <p:spPr>
            <a:xfrm>
              <a:off x="5899320" y="2101262"/>
              <a:ext cx="433200" cy="4332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75" name="Google Shape;4475;p74"/>
            <p:cNvSpPr/>
            <p:nvPr/>
          </p:nvSpPr>
          <p:spPr>
            <a:xfrm>
              <a:off x="5944113" y="2190849"/>
              <a:ext cx="343500" cy="343500"/>
            </a:xfrm>
            <a:prstGeom prst="ellipse">
              <a:avLst/>
            </a:pr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76" name="Google Shape;4476;p74"/>
          <p:cNvGrpSpPr/>
          <p:nvPr/>
        </p:nvGrpSpPr>
        <p:grpSpPr>
          <a:xfrm>
            <a:off x="955989" y="1295075"/>
            <a:ext cx="1127895" cy="921003"/>
            <a:chOff x="732428" y="1198513"/>
            <a:chExt cx="845921" cy="690752"/>
          </a:xfrm>
        </p:grpSpPr>
        <p:grpSp>
          <p:nvGrpSpPr>
            <p:cNvPr id="4477" name="Google Shape;4477;p74"/>
            <p:cNvGrpSpPr/>
            <p:nvPr/>
          </p:nvGrpSpPr>
          <p:grpSpPr>
            <a:xfrm>
              <a:off x="823030" y="1198513"/>
              <a:ext cx="755319" cy="690752"/>
              <a:chOff x="823030" y="1198513"/>
              <a:chExt cx="755319" cy="690752"/>
            </a:xfrm>
          </p:grpSpPr>
          <p:sp>
            <p:nvSpPr>
              <p:cNvPr id="4478" name="Google Shape;4478;p7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79" name="Google Shape;4479;p7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80" name="Google Shape;4480;p74"/>
            <p:cNvGrpSpPr/>
            <p:nvPr/>
          </p:nvGrpSpPr>
          <p:grpSpPr>
            <a:xfrm>
              <a:off x="732428" y="1239937"/>
              <a:ext cx="739912" cy="607886"/>
              <a:chOff x="732428" y="1239937"/>
              <a:chExt cx="739912" cy="607886"/>
            </a:xfrm>
          </p:grpSpPr>
          <p:sp>
            <p:nvSpPr>
              <p:cNvPr id="4481" name="Google Shape;4481;p7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82" name="Google Shape;4482;p7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83" name="Google Shape;4483;p74"/>
            <p:cNvGrpSpPr/>
            <p:nvPr/>
          </p:nvGrpSpPr>
          <p:grpSpPr>
            <a:xfrm>
              <a:off x="732428" y="1277018"/>
              <a:ext cx="702832" cy="533758"/>
              <a:chOff x="732428" y="1277018"/>
              <a:chExt cx="702832" cy="533758"/>
            </a:xfrm>
          </p:grpSpPr>
          <p:sp>
            <p:nvSpPr>
              <p:cNvPr id="4484" name="Google Shape;4484;p7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85" name="Google Shape;4485;p7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86" name="Google Shape;4486;p74"/>
            <p:cNvGrpSpPr/>
            <p:nvPr/>
          </p:nvGrpSpPr>
          <p:grpSpPr>
            <a:xfrm>
              <a:off x="931170" y="1306653"/>
              <a:ext cx="647179" cy="474455"/>
              <a:chOff x="931170" y="1306653"/>
              <a:chExt cx="647179" cy="474455"/>
            </a:xfrm>
          </p:grpSpPr>
          <p:sp>
            <p:nvSpPr>
              <p:cNvPr id="4487" name="Google Shape;4487;p7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88" name="Google Shape;4488;p7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489" name="Google Shape;4489;p7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490" name="Google Shape;4490;p74"/>
          <p:cNvGrpSpPr/>
          <p:nvPr/>
        </p:nvGrpSpPr>
        <p:grpSpPr>
          <a:xfrm>
            <a:off x="5264800" y="1295084"/>
            <a:ext cx="846208" cy="933309"/>
            <a:chOff x="5985650" y="2860025"/>
            <a:chExt cx="1396075" cy="1539775"/>
          </a:xfrm>
        </p:grpSpPr>
        <p:sp>
          <p:nvSpPr>
            <p:cNvPr id="4491" name="Google Shape;4491;p7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2" name="Google Shape;4492;p7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3" name="Google Shape;4493;p7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4" name="Google Shape;4494;p7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5" name="Google Shape;4495;p7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6" name="Google Shape;4496;p7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7" name="Google Shape;4497;p7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8" name="Google Shape;4498;p7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499" name="Google Shape;4499;p7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0" name="Google Shape;4500;p7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1" name="Google Shape;4501;p7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2" name="Google Shape;4502;p7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3" name="Google Shape;4503;p7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4" name="Google Shape;4504;p7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5" name="Google Shape;4505;p7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6" name="Google Shape;4506;p7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7" name="Google Shape;4507;p7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8" name="Google Shape;4508;p7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09" name="Google Shape;4509;p7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0" name="Google Shape;4510;p7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1" name="Google Shape;4511;p7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2" name="Google Shape;4512;p7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3" name="Google Shape;4513;p7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4" name="Google Shape;4514;p7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5" name="Google Shape;4515;p7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6" name="Google Shape;4516;p7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7" name="Google Shape;4517;p7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8" name="Google Shape;4518;p7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19" name="Google Shape;4519;p7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20" name="Google Shape;4520;p7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21" name="Google Shape;4521;p7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22" name="Google Shape;4522;p7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23" name="Google Shape;4523;p74"/>
          <p:cNvGrpSpPr/>
          <p:nvPr/>
        </p:nvGrpSpPr>
        <p:grpSpPr>
          <a:xfrm>
            <a:off x="6272334" y="1295075"/>
            <a:ext cx="967793" cy="933300"/>
            <a:chOff x="4249973" y="1201875"/>
            <a:chExt cx="1958568" cy="1888762"/>
          </a:xfrm>
        </p:grpSpPr>
        <p:sp>
          <p:nvSpPr>
            <p:cNvPr id="4524" name="Google Shape;4524;p7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525" name="Google Shape;4525;p74"/>
            <p:cNvGrpSpPr/>
            <p:nvPr/>
          </p:nvGrpSpPr>
          <p:grpSpPr>
            <a:xfrm>
              <a:off x="5853086" y="1789142"/>
              <a:ext cx="355454" cy="1048099"/>
              <a:chOff x="5576108" y="2016725"/>
              <a:chExt cx="565200" cy="1666560"/>
            </a:xfrm>
          </p:grpSpPr>
          <p:sp>
            <p:nvSpPr>
              <p:cNvPr id="4526" name="Google Shape;4526;p74"/>
              <p:cNvSpPr/>
              <p:nvPr/>
            </p:nvSpPr>
            <p:spPr>
              <a:xfrm>
                <a:off x="5576108"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Roboto Medium"/>
                </a:endParaRPr>
              </a:p>
            </p:txBody>
          </p:sp>
          <p:sp>
            <p:nvSpPr>
              <p:cNvPr id="4527" name="Google Shape;4527;p7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28" name="Google Shape;4528;p74"/>
            <p:cNvGrpSpPr/>
            <p:nvPr/>
          </p:nvGrpSpPr>
          <p:grpSpPr>
            <a:xfrm>
              <a:off x="4869455" y="2691676"/>
              <a:ext cx="1013897" cy="398961"/>
              <a:chOff x="4012057" y="3451825"/>
              <a:chExt cx="1612175" cy="634379"/>
            </a:xfrm>
          </p:grpSpPr>
          <p:sp>
            <p:nvSpPr>
              <p:cNvPr id="4529" name="Google Shape;4529;p74"/>
              <p:cNvSpPr/>
              <p:nvPr/>
            </p:nvSpPr>
            <p:spPr>
              <a:xfrm>
                <a:off x="505903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Roboto Medium"/>
                </a:endParaRPr>
              </a:p>
            </p:txBody>
          </p:sp>
          <p:sp>
            <p:nvSpPr>
              <p:cNvPr id="4530" name="Google Shape;4530;p7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31" name="Google Shape;4531;p74"/>
            <p:cNvGrpSpPr/>
            <p:nvPr/>
          </p:nvGrpSpPr>
          <p:grpSpPr>
            <a:xfrm>
              <a:off x="4276937" y="2155961"/>
              <a:ext cx="651965" cy="891358"/>
              <a:chOff x="3069908" y="2599997"/>
              <a:chExt cx="1036675" cy="1417328"/>
            </a:xfrm>
          </p:grpSpPr>
          <p:sp>
            <p:nvSpPr>
              <p:cNvPr id="4532" name="Google Shape;4532;p74"/>
              <p:cNvSpPr/>
              <p:nvPr/>
            </p:nvSpPr>
            <p:spPr>
              <a:xfrm>
                <a:off x="354138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Roboto Medium"/>
                </a:endParaRPr>
              </a:p>
            </p:txBody>
          </p:sp>
          <p:sp>
            <p:nvSpPr>
              <p:cNvPr id="4533" name="Google Shape;4533;p7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34" name="Google Shape;4534;p74"/>
            <p:cNvGrpSpPr/>
            <p:nvPr/>
          </p:nvGrpSpPr>
          <p:grpSpPr>
            <a:xfrm>
              <a:off x="5054918" y="1201875"/>
              <a:ext cx="999548" cy="602711"/>
              <a:chOff x="4306958" y="1082925"/>
              <a:chExt cx="1589359" cy="958358"/>
            </a:xfrm>
          </p:grpSpPr>
          <p:sp>
            <p:nvSpPr>
              <p:cNvPr id="4535" name="Google Shape;4535;p74"/>
              <p:cNvSpPr/>
              <p:nvPr/>
            </p:nvSpPr>
            <p:spPr>
              <a:xfrm>
                <a:off x="4306958" y="1082925"/>
                <a:ext cx="565200" cy="5655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Roboto Medium"/>
                </a:endParaRPr>
              </a:p>
            </p:txBody>
          </p:sp>
          <p:sp>
            <p:nvSpPr>
              <p:cNvPr id="4536" name="Google Shape;4536;p7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37" name="Google Shape;4537;p74"/>
            <p:cNvGrpSpPr/>
            <p:nvPr/>
          </p:nvGrpSpPr>
          <p:grpSpPr>
            <a:xfrm>
              <a:off x="4249973" y="1303451"/>
              <a:ext cx="799317" cy="841334"/>
              <a:chOff x="3027033" y="1244439"/>
              <a:chExt cx="1270977" cy="1337786"/>
            </a:xfrm>
          </p:grpSpPr>
          <p:sp>
            <p:nvSpPr>
              <p:cNvPr id="4538" name="Google Shape;4538;p74"/>
              <p:cNvSpPr/>
              <p:nvPr/>
            </p:nvSpPr>
            <p:spPr>
              <a:xfrm>
                <a:off x="3027033"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6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Roboto Medium"/>
                </a:endParaRPr>
              </a:p>
            </p:txBody>
          </p:sp>
          <p:sp>
            <p:nvSpPr>
              <p:cNvPr id="4539" name="Google Shape;4539;p7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540" name="Google Shape;4540;p74"/>
          <p:cNvGrpSpPr/>
          <p:nvPr/>
        </p:nvGrpSpPr>
        <p:grpSpPr>
          <a:xfrm>
            <a:off x="5409486" y="2477449"/>
            <a:ext cx="1001025" cy="911712"/>
            <a:chOff x="4204684" y="2104422"/>
            <a:chExt cx="699822" cy="637382"/>
          </a:xfrm>
        </p:grpSpPr>
        <p:grpSp>
          <p:nvGrpSpPr>
            <p:cNvPr id="4541" name="Google Shape;4541;p74"/>
            <p:cNvGrpSpPr/>
            <p:nvPr/>
          </p:nvGrpSpPr>
          <p:grpSpPr>
            <a:xfrm>
              <a:off x="4204684" y="2430067"/>
              <a:ext cx="342957" cy="311738"/>
              <a:chOff x="4204684" y="2430067"/>
              <a:chExt cx="342957" cy="311738"/>
            </a:xfrm>
          </p:grpSpPr>
          <p:sp>
            <p:nvSpPr>
              <p:cNvPr id="4542" name="Google Shape;4542;p7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43" name="Google Shape;4543;p7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44" name="Google Shape;4544;p74"/>
            <p:cNvGrpSpPr/>
            <p:nvPr/>
          </p:nvGrpSpPr>
          <p:grpSpPr>
            <a:xfrm>
              <a:off x="4561586" y="2430067"/>
              <a:ext cx="342920" cy="311738"/>
              <a:chOff x="4561586" y="2430067"/>
              <a:chExt cx="342920" cy="311738"/>
            </a:xfrm>
          </p:grpSpPr>
          <p:sp>
            <p:nvSpPr>
              <p:cNvPr id="4545" name="Google Shape;4545;p7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46" name="Google Shape;4546;p7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47" name="Google Shape;4547;p74"/>
            <p:cNvGrpSpPr/>
            <p:nvPr/>
          </p:nvGrpSpPr>
          <p:grpSpPr>
            <a:xfrm>
              <a:off x="4561586" y="2104422"/>
              <a:ext cx="342920" cy="311738"/>
              <a:chOff x="4561586" y="2104422"/>
              <a:chExt cx="342920" cy="311738"/>
            </a:xfrm>
          </p:grpSpPr>
          <p:sp>
            <p:nvSpPr>
              <p:cNvPr id="4548" name="Google Shape;4548;p7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49" name="Google Shape;4549;p7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50" name="Google Shape;4550;p74"/>
            <p:cNvGrpSpPr/>
            <p:nvPr/>
          </p:nvGrpSpPr>
          <p:grpSpPr>
            <a:xfrm>
              <a:off x="4204684" y="2104422"/>
              <a:ext cx="342957" cy="311664"/>
              <a:chOff x="4204684" y="2104422"/>
              <a:chExt cx="342957" cy="311664"/>
            </a:xfrm>
          </p:grpSpPr>
          <p:sp>
            <p:nvSpPr>
              <p:cNvPr id="4551" name="Google Shape;4551;p7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52" name="Google Shape;4552;p7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553" name="Google Shape;4553;p74"/>
          <p:cNvGrpSpPr/>
          <p:nvPr/>
        </p:nvGrpSpPr>
        <p:grpSpPr>
          <a:xfrm>
            <a:off x="7362063" y="1295069"/>
            <a:ext cx="880788" cy="918489"/>
            <a:chOff x="5830645" y="1267368"/>
            <a:chExt cx="530340" cy="553040"/>
          </a:xfrm>
        </p:grpSpPr>
        <p:sp>
          <p:nvSpPr>
            <p:cNvPr id="4554" name="Google Shape;4554;p7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555" name="Google Shape;4555;p74"/>
            <p:cNvGrpSpPr/>
            <p:nvPr/>
          </p:nvGrpSpPr>
          <p:grpSpPr>
            <a:xfrm>
              <a:off x="5830645" y="1267368"/>
              <a:ext cx="259743" cy="269909"/>
              <a:chOff x="5830645" y="1267368"/>
              <a:chExt cx="259743" cy="269909"/>
            </a:xfrm>
          </p:grpSpPr>
          <p:sp>
            <p:nvSpPr>
              <p:cNvPr id="4556" name="Google Shape;4556;p7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57" name="Google Shape;4557;p7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58" name="Google Shape;4558;p74"/>
            <p:cNvGrpSpPr/>
            <p:nvPr/>
          </p:nvGrpSpPr>
          <p:grpSpPr>
            <a:xfrm>
              <a:off x="6101293" y="1267368"/>
              <a:ext cx="259692" cy="269909"/>
              <a:chOff x="6101293" y="1267368"/>
              <a:chExt cx="259692" cy="269909"/>
            </a:xfrm>
          </p:grpSpPr>
          <p:sp>
            <p:nvSpPr>
              <p:cNvPr id="4559" name="Google Shape;4559;p7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60" name="Google Shape;4560;p7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61" name="Google Shape;4561;p74"/>
            <p:cNvGrpSpPr/>
            <p:nvPr/>
          </p:nvGrpSpPr>
          <p:grpSpPr>
            <a:xfrm>
              <a:off x="5830645" y="1550500"/>
              <a:ext cx="259692" cy="269909"/>
              <a:chOff x="5830645" y="1550500"/>
              <a:chExt cx="259692" cy="269909"/>
            </a:xfrm>
          </p:grpSpPr>
          <p:sp>
            <p:nvSpPr>
              <p:cNvPr id="4562" name="Google Shape;4562;p7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63" name="Google Shape;4563;p7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64" name="Google Shape;4564;p74"/>
            <p:cNvGrpSpPr/>
            <p:nvPr/>
          </p:nvGrpSpPr>
          <p:grpSpPr>
            <a:xfrm>
              <a:off x="6101293" y="1550500"/>
              <a:ext cx="259692" cy="269909"/>
              <a:chOff x="6101293" y="1550500"/>
              <a:chExt cx="259692" cy="269909"/>
            </a:xfrm>
          </p:grpSpPr>
          <p:sp>
            <p:nvSpPr>
              <p:cNvPr id="4565" name="Google Shape;4565;p7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66" name="Google Shape;4566;p7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567" name="Google Shape;4567;p74"/>
          <p:cNvGrpSpPr/>
          <p:nvPr/>
        </p:nvGrpSpPr>
        <p:grpSpPr>
          <a:xfrm>
            <a:off x="964933" y="2482347"/>
            <a:ext cx="929539" cy="906099"/>
            <a:chOff x="2679875" y="2361475"/>
            <a:chExt cx="780425" cy="760575"/>
          </a:xfrm>
        </p:grpSpPr>
        <p:sp>
          <p:nvSpPr>
            <p:cNvPr id="4568" name="Google Shape;4568;p7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69" name="Google Shape;4569;p7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70" name="Google Shape;4570;p7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71" name="Google Shape;4571;p7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72" name="Google Shape;4572;p7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73" name="Google Shape;4573;p7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74" name="Google Shape;4574;p74"/>
          <p:cNvGrpSpPr/>
          <p:nvPr/>
        </p:nvGrpSpPr>
        <p:grpSpPr>
          <a:xfrm>
            <a:off x="4163813" y="1295137"/>
            <a:ext cx="981105" cy="912729"/>
            <a:chOff x="3351965" y="1148808"/>
            <a:chExt cx="750770" cy="698375"/>
          </a:xfrm>
        </p:grpSpPr>
        <p:grpSp>
          <p:nvGrpSpPr>
            <p:cNvPr id="4575" name="Google Shape;4575;p74"/>
            <p:cNvGrpSpPr/>
            <p:nvPr/>
          </p:nvGrpSpPr>
          <p:grpSpPr>
            <a:xfrm>
              <a:off x="3586796" y="1148808"/>
              <a:ext cx="294857" cy="286830"/>
              <a:chOff x="3750225" y="1774000"/>
              <a:chExt cx="149575" cy="145525"/>
            </a:xfrm>
          </p:grpSpPr>
          <p:sp>
            <p:nvSpPr>
              <p:cNvPr id="4576" name="Google Shape;4576;p7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77" name="Google Shape;4577;p7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78" name="Google Shape;4578;p74"/>
            <p:cNvGrpSpPr/>
            <p:nvPr/>
          </p:nvGrpSpPr>
          <p:grpSpPr>
            <a:xfrm>
              <a:off x="3779245" y="1375768"/>
              <a:ext cx="323490" cy="286978"/>
              <a:chOff x="3847850" y="1889150"/>
              <a:chExt cx="164100" cy="145600"/>
            </a:xfrm>
          </p:grpSpPr>
          <p:sp>
            <p:nvSpPr>
              <p:cNvPr id="4579" name="Google Shape;4579;p7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80" name="Google Shape;4580;p7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81" name="Google Shape;4581;p74"/>
            <p:cNvGrpSpPr/>
            <p:nvPr/>
          </p:nvGrpSpPr>
          <p:grpSpPr>
            <a:xfrm>
              <a:off x="3351965" y="1330435"/>
              <a:ext cx="295449" cy="285401"/>
              <a:chOff x="3631100" y="1866150"/>
              <a:chExt cx="149875" cy="144800"/>
            </a:xfrm>
          </p:grpSpPr>
          <p:sp>
            <p:nvSpPr>
              <p:cNvPr id="4582" name="Google Shape;4582;p7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83" name="Google Shape;4583;p7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84" name="Google Shape;4584;p74"/>
            <p:cNvGrpSpPr/>
            <p:nvPr/>
          </p:nvGrpSpPr>
          <p:grpSpPr>
            <a:xfrm>
              <a:off x="3548208" y="1560352"/>
              <a:ext cx="294808" cy="286830"/>
              <a:chOff x="3730650" y="1982800"/>
              <a:chExt cx="149550" cy="145525"/>
            </a:xfrm>
          </p:grpSpPr>
          <p:sp>
            <p:nvSpPr>
              <p:cNvPr id="4585" name="Google Shape;4585;p7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86" name="Google Shape;4586;p7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587" name="Google Shape;4587;p74"/>
          <p:cNvGrpSpPr/>
          <p:nvPr/>
        </p:nvGrpSpPr>
        <p:grpSpPr>
          <a:xfrm>
            <a:off x="10166017" y="1295075"/>
            <a:ext cx="1072753" cy="903727"/>
            <a:chOff x="7636443" y="1204988"/>
            <a:chExt cx="804565" cy="677795"/>
          </a:xfrm>
        </p:grpSpPr>
        <p:grpSp>
          <p:nvGrpSpPr>
            <p:cNvPr id="4588" name="Google Shape;4588;p74"/>
            <p:cNvGrpSpPr/>
            <p:nvPr/>
          </p:nvGrpSpPr>
          <p:grpSpPr>
            <a:xfrm>
              <a:off x="7636443" y="1509705"/>
              <a:ext cx="804565" cy="373078"/>
              <a:chOff x="7636443" y="1509705"/>
              <a:chExt cx="804565" cy="373078"/>
            </a:xfrm>
          </p:grpSpPr>
          <p:sp>
            <p:nvSpPr>
              <p:cNvPr id="4589" name="Google Shape;4589;p7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90" name="Google Shape;4590;p7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91" name="Google Shape;4591;p74"/>
            <p:cNvGrpSpPr/>
            <p:nvPr/>
          </p:nvGrpSpPr>
          <p:grpSpPr>
            <a:xfrm>
              <a:off x="7636443" y="1408133"/>
              <a:ext cx="804565" cy="373078"/>
              <a:chOff x="7636443" y="1408133"/>
              <a:chExt cx="804565" cy="373078"/>
            </a:xfrm>
          </p:grpSpPr>
          <p:sp>
            <p:nvSpPr>
              <p:cNvPr id="4592" name="Google Shape;4592;p7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93" name="Google Shape;4593;p7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94" name="Google Shape;4594;p74"/>
            <p:cNvGrpSpPr/>
            <p:nvPr/>
          </p:nvGrpSpPr>
          <p:grpSpPr>
            <a:xfrm>
              <a:off x="7636443" y="1306560"/>
              <a:ext cx="804565" cy="373078"/>
              <a:chOff x="7636443" y="1306560"/>
              <a:chExt cx="804565" cy="373078"/>
            </a:xfrm>
          </p:grpSpPr>
          <p:sp>
            <p:nvSpPr>
              <p:cNvPr id="4595" name="Google Shape;4595;p7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96" name="Google Shape;4596;p7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597" name="Google Shape;4597;p74"/>
            <p:cNvGrpSpPr/>
            <p:nvPr/>
          </p:nvGrpSpPr>
          <p:grpSpPr>
            <a:xfrm>
              <a:off x="7636443" y="1204988"/>
              <a:ext cx="804565" cy="373078"/>
              <a:chOff x="7636443" y="1204988"/>
              <a:chExt cx="804565" cy="373078"/>
            </a:xfrm>
          </p:grpSpPr>
          <p:sp>
            <p:nvSpPr>
              <p:cNvPr id="4598" name="Google Shape;4598;p7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599" name="Google Shape;4599;p7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600" name="Google Shape;4600;p74"/>
          <p:cNvGrpSpPr/>
          <p:nvPr/>
        </p:nvGrpSpPr>
        <p:grpSpPr>
          <a:xfrm>
            <a:off x="6617812" y="2504961"/>
            <a:ext cx="881785" cy="881584"/>
            <a:chOff x="3990000" y="975400"/>
            <a:chExt cx="3934200" cy="3933300"/>
          </a:xfrm>
        </p:grpSpPr>
        <p:sp>
          <p:nvSpPr>
            <p:cNvPr id="4601" name="Google Shape;4601;p74"/>
            <p:cNvSpPr/>
            <p:nvPr/>
          </p:nvSpPr>
          <p:spPr>
            <a:xfrm>
              <a:off x="3990000" y="975400"/>
              <a:ext cx="3934200" cy="3933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02" name="Google Shape;4602;p74"/>
            <p:cNvSpPr/>
            <p:nvPr/>
          </p:nvSpPr>
          <p:spPr>
            <a:xfrm>
              <a:off x="4346550" y="1331800"/>
              <a:ext cx="3221100" cy="32205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03" name="Google Shape;4603;p74"/>
            <p:cNvSpPr/>
            <p:nvPr/>
          </p:nvSpPr>
          <p:spPr>
            <a:xfrm>
              <a:off x="4786800" y="1771750"/>
              <a:ext cx="2340600" cy="2340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04" name="Google Shape;4604;p74"/>
            <p:cNvSpPr/>
            <p:nvPr/>
          </p:nvSpPr>
          <p:spPr>
            <a:xfrm>
              <a:off x="5218650" y="2203450"/>
              <a:ext cx="1476900" cy="14772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05" name="Google Shape;4605;p74"/>
          <p:cNvGrpSpPr/>
          <p:nvPr/>
        </p:nvGrpSpPr>
        <p:grpSpPr>
          <a:xfrm>
            <a:off x="8809342" y="2476480"/>
            <a:ext cx="1158508" cy="912321"/>
            <a:chOff x="6598259" y="2078634"/>
            <a:chExt cx="868881" cy="684241"/>
          </a:xfrm>
        </p:grpSpPr>
        <p:sp>
          <p:nvSpPr>
            <p:cNvPr id="4606" name="Google Shape;4606;p7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07" name="Google Shape;4607;p7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08" name="Google Shape;4608;p7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09" name="Google Shape;4609;p7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0" name="Google Shape;4610;p7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1" name="Google Shape;4611;p7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612" name="Google Shape;4612;p74"/>
            <p:cNvGrpSpPr/>
            <p:nvPr/>
          </p:nvGrpSpPr>
          <p:grpSpPr>
            <a:xfrm>
              <a:off x="6808175" y="2078634"/>
              <a:ext cx="452229" cy="684241"/>
              <a:chOff x="6808175" y="2078634"/>
              <a:chExt cx="452229" cy="684241"/>
            </a:xfrm>
          </p:grpSpPr>
          <p:sp>
            <p:nvSpPr>
              <p:cNvPr id="4613" name="Google Shape;4613;p7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4" name="Google Shape;4614;p7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5" name="Google Shape;4615;p7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6" name="Google Shape;4616;p7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7" name="Google Shape;4617;p7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18" name="Google Shape;4618;p7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619" name="Google Shape;4619;p74"/>
              <p:cNvGrpSpPr/>
              <p:nvPr/>
            </p:nvGrpSpPr>
            <p:grpSpPr>
              <a:xfrm>
                <a:off x="6821586" y="2078634"/>
                <a:ext cx="426871" cy="684241"/>
                <a:chOff x="6821586" y="2078634"/>
                <a:chExt cx="426871" cy="684241"/>
              </a:xfrm>
            </p:grpSpPr>
            <p:grpSp>
              <p:nvGrpSpPr>
                <p:cNvPr id="4620" name="Google Shape;4620;p74"/>
                <p:cNvGrpSpPr/>
                <p:nvPr/>
              </p:nvGrpSpPr>
              <p:grpSpPr>
                <a:xfrm>
                  <a:off x="6821586" y="2078634"/>
                  <a:ext cx="426871" cy="684241"/>
                  <a:chOff x="6821586" y="2078634"/>
                  <a:chExt cx="426871" cy="684241"/>
                </a:xfrm>
              </p:grpSpPr>
              <p:sp>
                <p:nvSpPr>
                  <p:cNvPr id="4621" name="Google Shape;4621;p7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2" name="Google Shape;4622;p7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3" name="Google Shape;4623;p7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4" name="Google Shape;4624;p7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5" name="Google Shape;4625;p7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6" name="Google Shape;4626;p7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7" name="Google Shape;4627;p7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8" name="Google Shape;4628;p7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29" name="Google Shape;4629;p7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0" name="Google Shape;4630;p7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1" name="Google Shape;4631;p7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2" name="Google Shape;4632;p7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3" name="Google Shape;4633;p7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4" name="Google Shape;4634;p7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5" name="Google Shape;4635;p7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6" name="Google Shape;4636;p7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7" name="Google Shape;4637;p7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8" name="Google Shape;4638;p7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39" name="Google Shape;4639;p7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640" name="Google Shape;4640;p7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1" name="Google Shape;4641;p7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2" name="Google Shape;4642;p7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3" name="Google Shape;4643;p7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4" name="Google Shape;4644;p7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5" name="Google Shape;4645;p7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4646" name="Google Shape;4646;p74"/>
          <p:cNvGrpSpPr/>
          <p:nvPr/>
        </p:nvGrpSpPr>
        <p:grpSpPr>
          <a:xfrm>
            <a:off x="955986" y="4708491"/>
            <a:ext cx="1787719" cy="854440"/>
            <a:chOff x="238125" y="1151100"/>
            <a:chExt cx="7139450" cy="3412300"/>
          </a:xfrm>
        </p:grpSpPr>
        <p:sp>
          <p:nvSpPr>
            <p:cNvPr id="4647" name="Google Shape;4647;p7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8" name="Google Shape;4648;p7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49" name="Google Shape;4649;p7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0" name="Google Shape;4650;p7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1" name="Google Shape;4651;p7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2" name="Google Shape;4652;p7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3" name="Google Shape;4653;p7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4" name="Google Shape;4654;p7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5" name="Google Shape;4655;p7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6" name="Google Shape;4656;p7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7" name="Google Shape;4657;p7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58" name="Google Shape;4658;p7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59" name="Google Shape;4659;p74"/>
          <p:cNvGrpSpPr/>
          <p:nvPr/>
        </p:nvGrpSpPr>
        <p:grpSpPr>
          <a:xfrm>
            <a:off x="7445617" y="3646199"/>
            <a:ext cx="1313809" cy="781019"/>
            <a:chOff x="5145061" y="2881789"/>
            <a:chExt cx="1107641" cy="658458"/>
          </a:xfrm>
        </p:grpSpPr>
        <p:grpSp>
          <p:nvGrpSpPr>
            <p:cNvPr id="4660" name="Google Shape;4660;p74"/>
            <p:cNvGrpSpPr/>
            <p:nvPr/>
          </p:nvGrpSpPr>
          <p:grpSpPr>
            <a:xfrm>
              <a:off x="5722989" y="3244587"/>
              <a:ext cx="529713" cy="295659"/>
              <a:chOff x="5722989" y="3244587"/>
              <a:chExt cx="529713" cy="295659"/>
            </a:xfrm>
          </p:grpSpPr>
          <p:sp>
            <p:nvSpPr>
              <p:cNvPr id="4661" name="Google Shape;4661;p7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62" name="Google Shape;4662;p7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63" name="Google Shape;4663;p74"/>
            <p:cNvGrpSpPr/>
            <p:nvPr/>
          </p:nvGrpSpPr>
          <p:grpSpPr>
            <a:xfrm>
              <a:off x="5145061" y="3244587"/>
              <a:ext cx="536807" cy="295659"/>
              <a:chOff x="5145061" y="3244587"/>
              <a:chExt cx="536807" cy="295659"/>
            </a:xfrm>
          </p:grpSpPr>
          <p:sp>
            <p:nvSpPr>
              <p:cNvPr id="4664" name="Google Shape;4664;p7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65" name="Google Shape;4665;p7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66" name="Google Shape;4666;p74"/>
            <p:cNvGrpSpPr/>
            <p:nvPr/>
          </p:nvGrpSpPr>
          <p:grpSpPr>
            <a:xfrm>
              <a:off x="5341327" y="2898245"/>
              <a:ext cx="532309" cy="614891"/>
              <a:chOff x="5341327" y="2898245"/>
              <a:chExt cx="532309" cy="614891"/>
            </a:xfrm>
          </p:grpSpPr>
          <p:sp>
            <p:nvSpPr>
              <p:cNvPr id="4667" name="Google Shape;4667;p7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68" name="Google Shape;4668;p7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69" name="Google Shape;4669;p74"/>
            <p:cNvGrpSpPr/>
            <p:nvPr/>
          </p:nvGrpSpPr>
          <p:grpSpPr>
            <a:xfrm>
              <a:off x="5532290" y="2881789"/>
              <a:ext cx="620516" cy="305456"/>
              <a:chOff x="5532290" y="2881789"/>
              <a:chExt cx="620516" cy="305456"/>
            </a:xfrm>
          </p:grpSpPr>
          <p:sp>
            <p:nvSpPr>
              <p:cNvPr id="4670" name="Google Shape;4670;p7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71" name="Google Shape;4671;p7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672" name="Google Shape;4672;p74"/>
          <p:cNvGrpSpPr/>
          <p:nvPr/>
        </p:nvGrpSpPr>
        <p:grpSpPr>
          <a:xfrm>
            <a:off x="10884180" y="4702277"/>
            <a:ext cx="358757" cy="860655"/>
            <a:chOff x="7026852" y="3311869"/>
            <a:chExt cx="434331" cy="1041954"/>
          </a:xfrm>
        </p:grpSpPr>
        <p:sp>
          <p:nvSpPr>
            <p:cNvPr id="4673" name="Google Shape;4673;p7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74" name="Google Shape;4674;p7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75" name="Google Shape;4675;p7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76" name="Google Shape;4676;p74"/>
          <p:cNvGrpSpPr/>
          <p:nvPr/>
        </p:nvGrpSpPr>
        <p:grpSpPr>
          <a:xfrm>
            <a:off x="8239621" y="4754594"/>
            <a:ext cx="391843" cy="391781"/>
            <a:chOff x="4873519" y="3311869"/>
            <a:chExt cx="499374" cy="499296"/>
          </a:xfrm>
        </p:grpSpPr>
        <p:sp>
          <p:nvSpPr>
            <p:cNvPr id="4677" name="Google Shape;4677;p7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78" name="Google Shape;4678;p7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79" name="Google Shape;4679;p74"/>
          <p:cNvGrpSpPr/>
          <p:nvPr/>
        </p:nvGrpSpPr>
        <p:grpSpPr>
          <a:xfrm>
            <a:off x="8239621" y="5171088"/>
            <a:ext cx="391843" cy="391843"/>
            <a:chOff x="4873519" y="3875839"/>
            <a:chExt cx="499374" cy="499374"/>
          </a:xfrm>
        </p:grpSpPr>
        <p:sp>
          <p:nvSpPr>
            <p:cNvPr id="4680" name="Google Shape;4680;p7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81" name="Google Shape;4681;p7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82" name="Google Shape;4682;p74"/>
          <p:cNvGrpSpPr/>
          <p:nvPr/>
        </p:nvGrpSpPr>
        <p:grpSpPr>
          <a:xfrm>
            <a:off x="3213659" y="2467025"/>
            <a:ext cx="930805" cy="930944"/>
            <a:chOff x="2565073" y="2075876"/>
            <a:chExt cx="672482" cy="672518"/>
          </a:xfrm>
        </p:grpSpPr>
        <p:sp>
          <p:nvSpPr>
            <p:cNvPr id="4683" name="Google Shape;4683;p7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84" name="Google Shape;4684;p7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85" name="Google Shape;4685;p7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86" name="Google Shape;4686;p7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87" name="Google Shape;4687;p7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88" name="Google Shape;4688;p7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689" name="Google Shape;4689;p74"/>
          <p:cNvGrpSpPr/>
          <p:nvPr/>
        </p:nvGrpSpPr>
        <p:grpSpPr>
          <a:xfrm>
            <a:off x="7511540" y="4713159"/>
            <a:ext cx="584472" cy="849772"/>
            <a:chOff x="1697726" y="3244179"/>
            <a:chExt cx="788124" cy="1146069"/>
          </a:xfrm>
        </p:grpSpPr>
        <p:sp>
          <p:nvSpPr>
            <p:cNvPr id="4690" name="Google Shape;4690;p7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691" name="Google Shape;4691;p7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4692" name="Google Shape;4692;p74"/>
          <p:cNvSpPr/>
          <p:nvPr/>
        </p:nvSpPr>
        <p:spPr>
          <a:xfrm>
            <a:off x="10841219" y="4563538"/>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693" name="Google Shape;4693;p74"/>
          <p:cNvGrpSpPr/>
          <p:nvPr/>
        </p:nvGrpSpPr>
        <p:grpSpPr>
          <a:xfrm>
            <a:off x="10179826" y="2484310"/>
            <a:ext cx="1066087" cy="893709"/>
            <a:chOff x="7617850" y="2063282"/>
            <a:chExt cx="799565" cy="670282"/>
          </a:xfrm>
        </p:grpSpPr>
        <p:cxnSp>
          <p:nvCxnSpPr>
            <p:cNvPr id="4694" name="Google Shape;4694;p7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95" name="Google Shape;4695;p7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96" name="Google Shape;4696;p7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97" name="Google Shape;4697;p7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98" name="Google Shape;4698;p74"/>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699" name="Google Shape;4699;p74"/>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700" name="Google Shape;4700;p74"/>
            <p:cNvGrpSpPr/>
            <p:nvPr/>
          </p:nvGrpSpPr>
          <p:grpSpPr>
            <a:xfrm>
              <a:off x="7734309" y="2063282"/>
              <a:ext cx="570957" cy="620095"/>
              <a:chOff x="7734309" y="2063282"/>
              <a:chExt cx="570957" cy="620095"/>
            </a:xfrm>
          </p:grpSpPr>
          <p:grpSp>
            <p:nvGrpSpPr>
              <p:cNvPr id="4701" name="Google Shape;4701;p74"/>
              <p:cNvGrpSpPr/>
              <p:nvPr/>
            </p:nvGrpSpPr>
            <p:grpSpPr>
              <a:xfrm>
                <a:off x="8031573" y="2063282"/>
                <a:ext cx="273693" cy="620095"/>
                <a:chOff x="8031573" y="2063282"/>
                <a:chExt cx="273693" cy="620095"/>
              </a:xfrm>
            </p:grpSpPr>
            <p:sp>
              <p:nvSpPr>
                <p:cNvPr id="4702" name="Google Shape;4702;p7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03" name="Google Shape;4703;p7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04" name="Google Shape;4704;p7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05" name="Google Shape;4705;p7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06" name="Google Shape;4706;p74"/>
              <p:cNvGrpSpPr/>
              <p:nvPr/>
            </p:nvGrpSpPr>
            <p:grpSpPr>
              <a:xfrm flipH="1">
                <a:off x="7734309" y="2063282"/>
                <a:ext cx="273693" cy="620095"/>
                <a:chOff x="8031573" y="2063282"/>
                <a:chExt cx="273693" cy="620095"/>
              </a:xfrm>
            </p:grpSpPr>
            <p:sp>
              <p:nvSpPr>
                <p:cNvPr id="4707" name="Google Shape;4707;p7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08" name="Google Shape;4708;p7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09" name="Google Shape;4709;p7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10" name="Google Shape;4710;p7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sp>
        <p:nvSpPr>
          <p:cNvPr id="4711" name="Google Shape;4711;p74"/>
          <p:cNvSpPr/>
          <p:nvPr/>
        </p:nvSpPr>
        <p:spPr>
          <a:xfrm>
            <a:off x="9460164" y="4740430"/>
            <a:ext cx="744989" cy="82250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12" name="Google Shape;4712;p74"/>
          <p:cNvSpPr/>
          <p:nvPr/>
        </p:nvSpPr>
        <p:spPr>
          <a:xfrm rot="10800000">
            <a:off x="8775074" y="4736982"/>
            <a:ext cx="541481" cy="825949"/>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713" name="Google Shape;4713;p74"/>
          <p:cNvGrpSpPr/>
          <p:nvPr/>
        </p:nvGrpSpPr>
        <p:grpSpPr>
          <a:xfrm>
            <a:off x="10428634" y="3622287"/>
            <a:ext cx="803423" cy="802512"/>
            <a:chOff x="1186975" y="238125"/>
            <a:chExt cx="5244275" cy="5238325"/>
          </a:xfrm>
        </p:grpSpPr>
        <p:sp>
          <p:nvSpPr>
            <p:cNvPr id="4714" name="Google Shape;4714;p7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15" name="Google Shape;4715;p7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16" name="Google Shape;4716;p7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17" name="Google Shape;4717;p7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18" name="Google Shape;4718;p74"/>
          <p:cNvGrpSpPr/>
          <p:nvPr/>
        </p:nvGrpSpPr>
        <p:grpSpPr>
          <a:xfrm>
            <a:off x="4352284" y="2474932"/>
            <a:ext cx="869131" cy="916451"/>
            <a:chOff x="3400515" y="2056248"/>
            <a:chExt cx="698134" cy="735987"/>
          </a:xfrm>
        </p:grpSpPr>
        <p:grpSp>
          <p:nvGrpSpPr>
            <p:cNvPr id="4719" name="Google Shape;4719;p74"/>
            <p:cNvGrpSpPr/>
            <p:nvPr/>
          </p:nvGrpSpPr>
          <p:grpSpPr>
            <a:xfrm>
              <a:off x="3400515" y="2283913"/>
              <a:ext cx="312919" cy="219900"/>
              <a:chOff x="3400515" y="2283913"/>
              <a:chExt cx="312919" cy="219900"/>
            </a:xfrm>
          </p:grpSpPr>
          <p:sp>
            <p:nvSpPr>
              <p:cNvPr id="4720" name="Google Shape;4720;p74"/>
              <p:cNvSpPr/>
              <p:nvPr/>
            </p:nvSpPr>
            <p:spPr>
              <a:xfrm>
                <a:off x="3493534" y="2283913"/>
                <a:ext cx="219900" cy="219900"/>
              </a:xfrm>
              <a:prstGeom prst="ellipse">
                <a:avLst/>
              </a:prstGeom>
              <a:solidFill>
                <a:srgbClr val="435D74"/>
              </a:solidFill>
              <a:ln>
                <a:noFill/>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cxnSp>
            <p:nvCxnSpPr>
              <p:cNvPr id="4721" name="Google Shape;4721;p74"/>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722" name="Google Shape;4722;p74"/>
            <p:cNvGrpSpPr/>
            <p:nvPr/>
          </p:nvGrpSpPr>
          <p:grpSpPr>
            <a:xfrm>
              <a:off x="3547823" y="2461089"/>
              <a:ext cx="219900" cy="331146"/>
              <a:chOff x="3547823" y="2461089"/>
              <a:chExt cx="219900" cy="331146"/>
            </a:xfrm>
          </p:grpSpPr>
          <p:sp>
            <p:nvSpPr>
              <p:cNvPr id="4723" name="Google Shape;4723;p74"/>
              <p:cNvSpPr/>
              <p:nvPr/>
            </p:nvSpPr>
            <p:spPr>
              <a:xfrm>
                <a:off x="3547823" y="2461089"/>
                <a:ext cx="219900" cy="219900"/>
              </a:xfrm>
              <a:prstGeom prst="ellipse">
                <a:avLst/>
              </a:prstGeom>
              <a:solidFill>
                <a:srgbClr val="5F7D95"/>
              </a:solidFill>
              <a:ln>
                <a:noFill/>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cxnSp>
            <p:nvCxnSpPr>
              <p:cNvPr id="4724" name="Google Shape;4724;p74"/>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725" name="Google Shape;4725;p74"/>
            <p:cNvGrpSpPr/>
            <p:nvPr/>
          </p:nvGrpSpPr>
          <p:grpSpPr>
            <a:xfrm>
              <a:off x="3734138" y="2461089"/>
              <a:ext cx="219900" cy="331146"/>
              <a:chOff x="3734138" y="2461089"/>
              <a:chExt cx="219900" cy="331146"/>
            </a:xfrm>
          </p:grpSpPr>
          <p:sp>
            <p:nvSpPr>
              <p:cNvPr id="4726" name="Google Shape;4726;p74"/>
              <p:cNvSpPr/>
              <p:nvPr/>
            </p:nvSpPr>
            <p:spPr>
              <a:xfrm>
                <a:off x="3734138" y="2461089"/>
                <a:ext cx="219900" cy="219900"/>
              </a:xfrm>
              <a:prstGeom prst="ellipse">
                <a:avLst/>
              </a:prstGeom>
              <a:solidFill>
                <a:srgbClr val="869FB2"/>
              </a:solidFill>
              <a:ln>
                <a:noFill/>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cxnSp>
            <p:nvCxnSpPr>
              <p:cNvPr id="4727" name="Google Shape;4727;p74"/>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728" name="Google Shape;4728;p74"/>
            <p:cNvGrpSpPr/>
            <p:nvPr/>
          </p:nvGrpSpPr>
          <p:grpSpPr>
            <a:xfrm>
              <a:off x="3787560" y="2281742"/>
              <a:ext cx="311089" cy="219900"/>
              <a:chOff x="3787560" y="2281742"/>
              <a:chExt cx="311089" cy="219900"/>
            </a:xfrm>
          </p:grpSpPr>
          <p:sp>
            <p:nvSpPr>
              <p:cNvPr id="4729" name="Google Shape;4729;p74"/>
              <p:cNvSpPr/>
              <p:nvPr/>
            </p:nvSpPr>
            <p:spPr>
              <a:xfrm>
                <a:off x="3787560" y="2281742"/>
                <a:ext cx="219900" cy="219900"/>
              </a:xfrm>
              <a:prstGeom prst="ellipse">
                <a:avLst/>
              </a:prstGeom>
              <a:solidFill>
                <a:srgbClr val="A5B7C6"/>
              </a:solidFill>
              <a:ln>
                <a:noFill/>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00C3B1"/>
                  </a:solidFill>
                  <a:effectLst/>
                  <a:uLnTx/>
                  <a:uFillTx/>
                  <a:latin typeface="Alibaba PuHuiTi" pitchFamily="18" charset="-122"/>
                  <a:ea typeface="Alibaba PuHuiTi" pitchFamily="18" charset="-122"/>
                  <a:cs typeface="Alibaba PuHuiTi" pitchFamily="18" charset="-122"/>
                  <a:sym typeface="Calibri"/>
                </a:endParaRPr>
              </a:p>
            </p:txBody>
          </p:sp>
          <p:cxnSp>
            <p:nvCxnSpPr>
              <p:cNvPr id="4730" name="Google Shape;4730;p74"/>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731" name="Google Shape;4731;p74"/>
            <p:cNvGrpSpPr/>
            <p:nvPr/>
          </p:nvGrpSpPr>
          <p:grpSpPr>
            <a:xfrm>
              <a:off x="3637290" y="2056248"/>
              <a:ext cx="219900" cy="330736"/>
              <a:chOff x="3637290" y="2056248"/>
              <a:chExt cx="219900" cy="330736"/>
            </a:xfrm>
          </p:grpSpPr>
          <p:sp>
            <p:nvSpPr>
              <p:cNvPr id="4732" name="Google Shape;4732;p74"/>
              <p:cNvSpPr/>
              <p:nvPr/>
            </p:nvSpPr>
            <p:spPr>
              <a:xfrm>
                <a:off x="3637290" y="2167085"/>
                <a:ext cx="219900" cy="219900"/>
              </a:xfrm>
              <a:prstGeom prst="ellipse">
                <a:avLst/>
              </a:prstGeom>
              <a:solidFill>
                <a:srgbClr val="BAC8D3"/>
              </a:solidFill>
              <a:ln>
                <a:noFill/>
              </a:ln>
            </p:spPr>
            <p:txBody>
              <a:bodyPr spcFirstLastPara="1" wrap="square" lIns="91433" tIns="45700" rIns="91433"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67"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sym typeface="Calibri"/>
                </a:endParaRPr>
              </a:p>
            </p:txBody>
          </p:sp>
          <p:cxnSp>
            <p:nvCxnSpPr>
              <p:cNvPr id="4733" name="Google Shape;4733;p74"/>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734" name="Google Shape;4734;p74"/>
          <p:cNvGrpSpPr/>
          <p:nvPr/>
        </p:nvGrpSpPr>
        <p:grpSpPr>
          <a:xfrm>
            <a:off x="3407892" y="3634940"/>
            <a:ext cx="1690859" cy="789859"/>
            <a:chOff x="238125" y="1188750"/>
            <a:chExt cx="7140450" cy="3335550"/>
          </a:xfrm>
        </p:grpSpPr>
        <p:sp>
          <p:nvSpPr>
            <p:cNvPr id="4735" name="Google Shape;4735;p7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36" name="Google Shape;4736;p7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37" name="Google Shape;4737;p7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38" name="Google Shape;4738;p7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39" name="Google Shape;4739;p7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40" name="Google Shape;4740;p74"/>
          <p:cNvGrpSpPr/>
          <p:nvPr/>
        </p:nvGrpSpPr>
        <p:grpSpPr>
          <a:xfrm>
            <a:off x="8885092" y="3637814"/>
            <a:ext cx="1405259" cy="786863"/>
            <a:chOff x="238125" y="1335475"/>
            <a:chExt cx="5418735" cy="3034175"/>
          </a:xfrm>
        </p:grpSpPr>
        <p:sp>
          <p:nvSpPr>
            <p:cNvPr id="4741" name="Google Shape;4741;p7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42" name="Google Shape;4742;p7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43" name="Google Shape;4743;p7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44" name="Google Shape;4744;p74"/>
          <p:cNvGrpSpPr/>
          <p:nvPr/>
        </p:nvGrpSpPr>
        <p:grpSpPr>
          <a:xfrm>
            <a:off x="5459505" y="4711013"/>
            <a:ext cx="1690943" cy="851919"/>
            <a:chOff x="3967651" y="3645904"/>
            <a:chExt cx="1479304" cy="745292"/>
          </a:xfrm>
        </p:grpSpPr>
        <p:grpSp>
          <p:nvGrpSpPr>
            <p:cNvPr id="4745" name="Google Shape;4745;p74"/>
            <p:cNvGrpSpPr/>
            <p:nvPr/>
          </p:nvGrpSpPr>
          <p:grpSpPr>
            <a:xfrm>
              <a:off x="3967651" y="4009026"/>
              <a:ext cx="1479304" cy="382170"/>
              <a:chOff x="3967651" y="4009026"/>
              <a:chExt cx="1479304" cy="382170"/>
            </a:xfrm>
          </p:grpSpPr>
          <p:grpSp>
            <p:nvGrpSpPr>
              <p:cNvPr id="4746" name="Google Shape;4746;p74"/>
              <p:cNvGrpSpPr/>
              <p:nvPr/>
            </p:nvGrpSpPr>
            <p:grpSpPr>
              <a:xfrm>
                <a:off x="4892216" y="4195630"/>
                <a:ext cx="554739" cy="195566"/>
                <a:chOff x="3604375" y="4892160"/>
                <a:chExt cx="1651500" cy="582215"/>
              </a:xfrm>
            </p:grpSpPr>
            <p:sp>
              <p:nvSpPr>
                <p:cNvPr id="4747" name="Google Shape;4747;p7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48" name="Google Shape;4748;p7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49" name="Google Shape;4749;p74"/>
              <p:cNvGrpSpPr/>
              <p:nvPr/>
            </p:nvGrpSpPr>
            <p:grpSpPr>
              <a:xfrm>
                <a:off x="3967651" y="4146303"/>
                <a:ext cx="579402" cy="244893"/>
                <a:chOff x="851875" y="4745310"/>
                <a:chExt cx="1724925" cy="729065"/>
              </a:xfrm>
            </p:grpSpPr>
            <p:sp>
              <p:nvSpPr>
                <p:cNvPr id="4750" name="Google Shape;4750;p7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51" name="Google Shape;4751;p7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52" name="Google Shape;4752;p74"/>
              <p:cNvGrpSpPr/>
              <p:nvPr/>
            </p:nvGrpSpPr>
            <p:grpSpPr>
              <a:xfrm>
                <a:off x="4460753" y="4009026"/>
                <a:ext cx="493110" cy="382170"/>
                <a:chOff x="2319875" y="4336625"/>
                <a:chExt cx="1468025" cy="1137750"/>
              </a:xfrm>
            </p:grpSpPr>
            <p:sp>
              <p:nvSpPr>
                <p:cNvPr id="4753" name="Google Shape;4753;p7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54" name="Google Shape;4754;p7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755" name="Google Shape;4755;p74"/>
            <p:cNvGrpSpPr/>
            <p:nvPr/>
          </p:nvGrpSpPr>
          <p:grpSpPr>
            <a:xfrm>
              <a:off x="4479443" y="3645904"/>
              <a:ext cx="455965" cy="388789"/>
              <a:chOff x="2957425" y="238100"/>
              <a:chExt cx="1910200" cy="1628775"/>
            </a:xfrm>
          </p:grpSpPr>
          <p:sp>
            <p:nvSpPr>
              <p:cNvPr id="4756" name="Google Shape;4756;p7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57" name="Google Shape;4757;p7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58" name="Google Shape;4758;p7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59" name="Google Shape;4759;p7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0" name="Google Shape;4760;p7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1" name="Google Shape;4761;p7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2" name="Google Shape;4762;p7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3" name="Google Shape;4763;p7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4" name="Google Shape;4764;p7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5" name="Google Shape;4765;p7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766" name="Google Shape;4766;p74"/>
          <p:cNvGrpSpPr/>
          <p:nvPr/>
        </p:nvGrpSpPr>
        <p:grpSpPr>
          <a:xfrm>
            <a:off x="3307656" y="4712614"/>
            <a:ext cx="1657504" cy="850319"/>
            <a:chOff x="2496310" y="3693351"/>
            <a:chExt cx="1342906" cy="688926"/>
          </a:xfrm>
        </p:grpSpPr>
        <p:grpSp>
          <p:nvGrpSpPr>
            <p:cNvPr id="4767" name="Google Shape;4767;p74"/>
            <p:cNvGrpSpPr/>
            <p:nvPr/>
          </p:nvGrpSpPr>
          <p:grpSpPr>
            <a:xfrm>
              <a:off x="2496310" y="3693351"/>
              <a:ext cx="1342906" cy="688875"/>
              <a:chOff x="2496310" y="3693351"/>
              <a:chExt cx="1342906" cy="688875"/>
            </a:xfrm>
          </p:grpSpPr>
          <p:sp>
            <p:nvSpPr>
              <p:cNvPr id="4768" name="Google Shape;4768;p7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69" name="Google Shape;4769;p74"/>
              <p:cNvSpPr/>
              <p:nvPr/>
            </p:nvSpPr>
            <p:spPr>
              <a:xfrm>
                <a:off x="342068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70" name="Google Shape;4770;p74"/>
              <p:cNvSpPr/>
              <p:nvPr/>
            </p:nvSpPr>
            <p:spPr>
              <a:xfrm>
                <a:off x="3135700" y="3791751"/>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71" name="Google Shape;4771;p74"/>
              <p:cNvSpPr/>
              <p:nvPr/>
            </p:nvSpPr>
            <p:spPr>
              <a:xfrm>
                <a:off x="3620515"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72" name="Google Shape;4772;p74"/>
              <p:cNvSpPr/>
              <p:nvPr/>
            </p:nvSpPr>
            <p:spPr>
              <a:xfrm>
                <a:off x="284380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73" name="Google Shape;4773;p74"/>
              <p:cNvSpPr/>
              <p:nvPr/>
            </p:nvSpPr>
            <p:spPr>
              <a:xfrm>
                <a:off x="2652010"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4774" name="Google Shape;4774;p74"/>
              <p:cNvCxnSpPr>
                <a:stCxn id="4772"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775" name="Google Shape;4775;p74"/>
              <p:cNvCxnSpPr>
                <a:stCxn id="4769"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776" name="Google Shape;4776;p74"/>
              <p:cNvCxnSpPr>
                <a:stCxn id="4770"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777" name="Google Shape;4777;p74"/>
              <p:cNvCxnSpPr>
                <a:stCxn id="4773"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778" name="Google Shape;4778;p74"/>
              <p:cNvCxnSpPr>
                <a:stCxn id="4771"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779" name="Google Shape;4779;p74"/>
            <p:cNvGrpSpPr/>
            <p:nvPr/>
          </p:nvGrpSpPr>
          <p:grpSpPr>
            <a:xfrm>
              <a:off x="2675275" y="3930557"/>
              <a:ext cx="1003306" cy="451719"/>
              <a:chOff x="2675275" y="4174282"/>
              <a:chExt cx="1003306" cy="451719"/>
            </a:xfrm>
          </p:grpSpPr>
          <p:sp>
            <p:nvSpPr>
              <p:cNvPr id="4780" name="Google Shape;4780;p7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81" name="Google Shape;4781;p7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82" name="Google Shape;4782;p7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783" name="Google Shape;4783;p74"/>
          <p:cNvGrpSpPr/>
          <p:nvPr/>
        </p:nvGrpSpPr>
        <p:grpSpPr>
          <a:xfrm>
            <a:off x="2205883" y="1295075"/>
            <a:ext cx="766015" cy="1166279"/>
            <a:chOff x="1715404" y="1112080"/>
            <a:chExt cx="642270" cy="977984"/>
          </a:xfrm>
        </p:grpSpPr>
        <p:grpSp>
          <p:nvGrpSpPr>
            <p:cNvPr id="4784" name="Google Shape;4784;p74"/>
            <p:cNvGrpSpPr/>
            <p:nvPr/>
          </p:nvGrpSpPr>
          <p:grpSpPr>
            <a:xfrm>
              <a:off x="1715404" y="1112080"/>
              <a:ext cx="642270" cy="977984"/>
              <a:chOff x="1715404" y="1112080"/>
              <a:chExt cx="642270" cy="977984"/>
            </a:xfrm>
          </p:grpSpPr>
          <p:sp>
            <p:nvSpPr>
              <p:cNvPr id="4785" name="Google Shape;4785;p7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86" name="Google Shape;4786;p7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87" name="Google Shape;4787;p74"/>
            <p:cNvGrpSpPr/>
            <p:nvPr/>
          </p:nvGrpSpPr>
          <p:grpSpPr>
            <a:xfrm>
              <a:off x="1768927" y="1165603"/>
              <a:ext cx="535225" cy="851367"/>
              <a:chOff x="1768927" y="1165603"/>
              <a:chExt cx="535225" cy="851367"/>
            </a:xfrm>
          </p:grpSpPr>
          <p:sp>
            <p:nvSpPr>
              <p:cNvPr id="4788" name="Google Shape;4788;p7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89" name="Google Shape;4789;p7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90" name="Google Shape;4790;p74"/>
            <p:cNvGrpSpPr/>
            <p:nvPr/>
          </p:nvGrpSpPr>
          <p:grpSpPr>
            <a:xfrm>
              <a:off x="1822449" y="1219125"/>
              <a:ext cx="428180" cy="718859"/>
              <a:chOff x="1822449" y="1219125"/>
              <a:chExt cx="428180" cy="718859"/>
            </a:xfrm>
          </p:grpSpPr>
          <p:sp>
            <p:nvSpPr>
              <p:cNvPr id="4791" name="Google Shape;4791;p7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92" name="Google Shape;4792;p7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93" name="Google Shape;4793;p74"/>
            <p:cNvGrpSpPr/>
            <p:nvPr/>
          </p:nvGrpSpPr>
          <p:grpSpPr>
            <a:xfrm>
              <a:off x="1875972" y="1272648"/>
              <a:ext cx="321135" cy="586939"/>
              <a:chOff x="1875972" y="1272648"/>
              <a:chExt cx="321135" cy="586939"/>
            </a:xfrm>
          </p:grpSpPr>
          <p:sp>
            <p:nvSpPr>
              <p:cNvPr id="4794" name="Google Shape;4794;p7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95" name="Google Shape;4795;p7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796" name="Google Shape;4796;p74"/>
          <p:cNvGrpSpPr/>
          <p:nvPr/>
        </p:nvGrpSpPr>
        <p:grpSpPr>
          <a:xfrm>
            <a:off x="10348765" y="4704038"/>
            <a:ext cx="391807" cy="858893"/>
            <a:chOff x="241025" y="3151575"/>
            <a:chExt cx="293855" cy="644170"/>
          </a:xfrm>
        </p:grpSpPr>
        <p:sp>
          <p:nvSpPr>
            <p:cNvPr id="4797" name="Google Shape;4797;p7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798" name="Google Shape;4798;p7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799" name="Google Shape;4799;p74"/>
          <p:cNvGrpSpPr/>
          <p:nvPr/>
        </p:nvGrpSpPr>
        <p:grpSpPr>
          <a:xfrm>
            <a:off x="946077" y="3637371"/>
            <a:ext cx="2372865" cy="788827"/>
            <a:chOff x="246070" y="1983375"/>
            <a:chExt cx="1855347" cy="616849"/>
          </a:xfrm>
        </p:grpSpPr>
        <p:sp>
          <p:nvSpPr>
            <p:cNvPr id="4800" name="Google Shape;4800;p7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1" name="Google Shape;4801;p7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2" name="Google Shape;4802;p7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3" name="Google Shape;4803;p7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4" name="Google Shape;4804;p7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5" name="Google Shape;4805;p7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6" name="Google Shape;4806;p7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7" name="Google Shape;4807;p7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08" name="Google Shape;4808;p7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09" name="Google Shape;4809;p74"/>
          <p:cNvGrpSpPr/>
          <p:nvPr/>
        </p:nvGrpSpPr>
        <p:grpSpPr>
          <a:xfrm>
            <a:off x="3093900" y="1295076"/>
            <a:ext cx="948073" cy="994657"/>
            <a:chOff x="2496269" y="1171698"/>
            <a:chExt cx="761953" cy="799392"/>
          </a:xfrm>
        </p:grpSpPr>
        <p:grpSp>
          <p:nvGrpSpPr>
            <p:cNvPr id="4810" name="Google Shape;4810;p74"/>
            <p:cNvGrpSpPr/>
            <p:nvPr/>
          </p:nvGrpSpPr>
          <p:grpSpPr>
            <a:xfrm>
              <a:off x="2496269" y="1171698"/>
              <a:ext cx="761953" cy="723022"/>
              <a:chOff x="2496269" y="1171698"/>
              <a:chExt cx="761953" cy="723022"/>
            </a:xfrm>
          </p:grpSpPr>
          <p:sp>
            <p:nvSpPr>
              <p:cNvPr id="4811" name="Google Shape;4811;p7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12" name="Google Shape;4812;p7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813" name="Google Shape;4813;p74"/>
              <p:cNvGrpSpPr/>
              <p:nvPr/>
            </p:nvGrpSpPr>
            <p:grpSpPr>
              <a:xfrm>
                <a:off x="2496269" y="1171698"/>
                <a:ext cx="761953" cy="723022"/>
                <a:chOff x="2496269" y="1120652"/>
                <a:chExt cx="761953" cy="723022"/>
              </a:xfrm>
            </p:grpSpPr>
            <p:grpSp>
              <p:nvGrpSpPr>
                <p:cNvPr id="4814" name="Google Shape;4814;p74"/>
                <p:cNvGrpSpPr/>
                <p:nvPr/>
              </p:nvGrpSpPr>
              <p:grpSpPr>
                <a:xfrm>
                  <a:off x="2496269" y="1120652"/>
                  <a:ext cx="761953" cy="723022"/>
                  <a:chOff x="2496269" y="1120652"/>
                  <a:chExt cx="761953" cy="723022"/>
                </a:xfrm>
              </p:grpSpPr>
              <p:grpSp>
                <p:nvGrpSpPr>
                  <p:cNvPr id="4815" name="Google Shape;4815;p74"/>
                  <p:cNvGrpSpPr/>
                  <p:nvPr/>
                </p:nvGrpSpPr>
                <p:grpSpPr>
                  <a:xfrm>
                    <a:off x="2496269" y="1304589"/>
                    <a:ext cx="407089" cy="305057"/>
                    <a:chOff x="2496269" y="1304589"/>
                    <a:chExt cx="407089" cy="305057"/>
                  </a:xfrm>
                </p:grpSpPr>
                <p:sp>
                  <p:nvSpPr>
                    <p:cNvPr id="4816" name="Google Shape;4816;p7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17" name="Google Shape;4817;p7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18" name="Google Shape;4818;p74"/>
                  <p:cNvGrpSpPr/>
                  <p:nvPr/>
                </p:nvGrpSpPr>
                <p:grpSpPr>
                  <a:xfrm>
                    <a:off x="2586468" y="1493376"/>
                    <a:ext cx="358850" cy="349656"/>
                    <a:chOff x="2586468" y="1493376"/>
                    <a:chExt cx="358850" cy="349656"/>
                  </a:xfrm>
                </p:grpSpPr>
                <p:sp>
                  <p:nvSpPr>
                    <p:cNvPr id="4819" name="Google Shape;4819;p7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20" name="Google Shape;4820;p7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21" name="Google Shape;4821;p74"/>
                  <p:cNvGrpSpPr/>
                  <p:nvPr/>
                </p:nvGrpSpPr>
                <p:grpSpPr>
                  <a:xfrm>
                    <a:off x="2807939" y="1494024"/>
                    <a:ext cx="358857" cy="349650"/>
                    <a:chOff x="2807939" y="1494024"/>
                    <a:chExt cx="358857" cy="349650"/>
                  </a:xfrm>
                </p:grpSpPr>
                <p:sp>
                  <p:nvSpPr>
                    <p:cNvPr id="4822" name="Google Shape;4822;p7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23" name="Google Shape;4823;p7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24" name="Google Shape;4824;p74"/>
                  <p:cNvGrpSpPr/>
                  <p:nvPr/>
                </p:nvGrpSpPr>
                <p:grpSpPr>
                  <a:xfrm>
                    <a:off x="2851133" y="1305635"/>
                    <a:ext cx="407089" cy="305057"/>
                    <a:chOff x="2851133" y="1305635"/>
                    <a:chExt cx="407089" cy="305057"/>
                  </a:xfrm>
                </p:grpSpPr>
                <p:sp>
                  <p:nvSpPr>
                    <p:cNvPr id="4825" name="Google Shape;4825;p7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26" name="Google Shape;4826;p7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27" name="Google Shape;4827;p74"/>
                  <p:cNvGrpSpPr/>
                  <p:nvPr/>
                </p:nvGrpSpPr>
                <p:grpSpPr>
                  <a:xfrm>
                    <a:off x="2727495" y="1120652"/>
                    <a:ext cx="300271" cy="396358"/>
                    <a:chOff x="2727495" y="1120652"/>
                    <a:chExt cx="300271" cy="396358"/>
                  </a:xfrm>
                </p:grpSpPr>
                <p:sp>
                  <p:nvSpPr>
                    <p:cNvPr id="4828" name="Google Shape;4828;p7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29" name="Google Shape;4829;p7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830" name="Google Shape;4830;p74"/>
                <p:cNvGrpSpPr/>
                <p:nvPr/>
              </p:nvGrpSpPr>
              <p:grpSpPr>
                <a:xfrm>
                  <a:off x="2722305" y="1350460"/>
                  <a:ext cx="308357" cy="308344"/>
                  <a:chOff x="2722305" y="1350460"/>
                  <a:chExt cx="308357" cy="308344"/>
                </a:xfrm>
              </p:grpSpPr>
              <p:sp>
                <p:nvSpPr>
                  <p:cNvPr id="4831" name="Google Shape;4831;p7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832" name="Google Shape;4832;p74"/>
                  <p:cNvGrpSpPr/>
                  <p:nvPr/>
                </p:nvGrpSpPr>
                <p:grpSpPr>
                  <a:xfrm>
                    <a:off x="2725064" y="1364529"/>
                    <a:ext cx="297954" cy="280182"/>
                    <a:chOff x="2725064" y="1364529"/>
                    <a:chExt cx="297954" cy="280182"/>
                  </a:xfrm>
                </p:grpSpPr>
                <p:sp>
                  <p:nvSpPr>
                    <p:cNvPr id="4833" name="Google Shape;4833;p7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34" name="Google Shape;4834;p7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35" name="Google Shape;4835;p7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36" name="Google Shape;4836;p7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37" name="Google Shape;4837;p7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sp>
          <p:nvSpPr>
            <p:cNvPr id="4838" name="Google Shape;4838;p7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39" name="Google Shape;4839;p7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40" name="Google Shape;4840;p7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41" name="Google Shape;4841;p7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42" name="Google Shape;4842;p7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43" name="Google Shape;4843;p74"/>
          <p:cNvGrpSpPr/>
          <p:nvPr/>
        </p:nvGrpSpPr>
        <p:grpSpPr>
          <a:xfrm>
            <a:off x="5212165" y="3636550"/>
            <a:ext cx="2092192" cy="788020"/>
            <a:chOff x="3820100" y="3023049"/>
            <a:chExt cx="1303926" cy="491162"/>
          </a:xfrm>
        </p:grpSpPr>
        <p:grpSp>
          <p:nvGrpSpPr>
            <p:cNvPr id="4844" name="Google Shape;4844;p74"/>
            <p:cNvGrpSpPr/>
            <p:nvPr/>
          </p:nvGrpSpPr>
          <p:grpSpPr>
            <a:xfrm>
              <a:off x="3820100" y="3023072"/>
              <a:ext cx="1303926" cy="491139"/>
              <a:chOff x="3820100" y="3023072"/>
              <a:chExt cx="1303926" cy="491139"/>
            </a:xfrm>
          </p:grpSpPr>
          <p:sp>
            <p:nvSpPr>
              <p:cNvPr id="4845" name="Google Shape;4845;p7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46" name="Google Shape;4846;p7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47" name="Google Shape;4847;p74"/>
            <p:cNvGrpSpPr/>
            <p:nvPr/>
          </p:nvGrpSpPr>
          <p:grpSpPr>
            <a:xfrm>
              <a:off x="4132439" y="3023645"/>
              <a:ext cx="393633" cy="177096"/>
              <a:chOff x="4132439" y="3023645"/>
              <a:chExt cx="393633" cy="177096"/>
            </a:xfrm>
          </p:grpSpPr>
          <p:sp>
            <p:nvSpPr>
              <p:cNvPr id="4848" name="Google Shape;4848;p7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49" name="Google Shape;4849;p7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50" name="Google Shape;4850;p74"/>
            <p:cNvGrpSpPr/>
            <p:nvPr/>
          </p:nvGrpSpPr>
          <p:grpSpPr>
            <a:xfrm>
              <a:off x="3921811" y="3023049"/>
              <a:ext cx="1002397" cy="388943"/>
              <a:chOff x="3921811" y="3023049"/>
              <a:chExt cx="1002397" cy="388943"/>
            </a:xfrm>
          </p:grpSpPr>
          <p:sp>
            <p:nvSpPr>
              <p:cNvPr id="4851" name="Google Shape;4851;p7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52" name="Google Shape;4852;p7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53" name="Google Shape;4853;p74"/>
            <p:cNvGrpSpPr/>
            <p:nvPr/>
          </p:nvGrpSpPr>
          <p:grpSpPr>
            <a:xfrm>
              <a:off x="4023645" y="3023049"/>
              <a:ext cx="683032" cy="286722"/>
              <a:chOff x="4023645" y="3023049"/>
              <a:chExt cx="683032" cy="286722"/>
            </a:xfrm>
          </p:grpSpPr>
          <p:sp>
            <p:nvSpPr>
              <p:cNvPr id="4854" name="Google Shape;4854;p7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55" name="Google Shape;4855;p7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856" name="Google Shape;4856;p74"/>
          <p:cNvGrpSpPr/>
          <p:nvPr/>
        </p:nvGrpSpPr>
        <p:grpSpPr>
          <a:xfrm>
            <a:off x="2054995" y="2472343"/>
            <a:ext cx="951363" cy="917367"/>
            <a:chOff x="1706078" y="2092648"/>
            <a:chExt cx="660913" cy="637296"/>
          </a:xfrm>
        </p:grpSpPr>
        <p:sp>
          <p:nvSpPr>
            <p:cNvPr id="4857" name="Google Shape;4857;p7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4858" name="Google Shape;4858;p74"/>
            <p:cNvGrpSpPr/>
            <p:nvPr/>
          </p:nvGrpSpPr>
          <p:grpSpPr>
            <a:xfrm>
              <a:off x="1706078" y="2092648"/>
              <a:ext cx="660913" cy="575241"/>
              <a:chOff x="1706078" y="2092648"/>
              <a:chExt cx="660913" cy="575241"/>
            </a:xfrm>
          </p:grpSpPr>
          <p:sp>
            <p:nvSpPr>
              <p:cNvPr id="4859" name="Google Shape;4859;p7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0" name="Google Shape;4860;p7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1" name="Google Shape;4861;p7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862" name="Google Shape;4862;p74"/>
          <p:cNvGrpSpPr/>
          <p:nvPr/>
        </p:nvGrpSpPr>
        <p:grpSpPr>
          <a:xfrm>
            <a:off x="8404139" y="1295741"/>
            <a:ext cx="1756612" cy="912224"/>
            <a:chOff x="238125" y="999450"/>
            <a:chExt cx="7140700" cy="3708225"/>
          </a:xfrm>
        </p:grpSpPr>
        <p:sp>
          <p:nvSpPr>
            <p:cNvPr id="4863" name="Google Shape;4863;p7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4" name="Google Shape;4864;p7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5" name="Google Shape;4865;p7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6" name="Google Shape;4866;p7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7" name="Google Shape;4867;p7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8" name="Google Shape;4868;p7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69" name="Google Shape;4869;p7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70" name="Google Shape;4870;p7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71" name="Google Shape;4871;p7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1" name="文本框 10">
            <a:extLst>
              <a:ext uri="{FF2B5EF4-FFF2-40B4-BE49-F238E27FC236}">
                <a16:creationId xmlns:a16="http://schemas.microsoft.com/office/drawing/2014/main" id="{60B12DFB-5F69-7627-2A79-E72E25356BF1}"/>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217FA86D-928B-67A6-31B9-7E2FE602CADF}"/>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731EFE58-CA83-2F9D-FE9E-30A9BC7CEC4C}"/>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EAB59FF5-B332-D0B3-659F-AE20BE27B5CC}"/>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FA070B05-9201-8D58-8A5B-35B101D741D2}"/>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0D375FAA-2A54-5CFA-9644-7E2DE9DF458C}"/>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1B1097AE-6CF3-B781-8F27-A88DBB959AE2}"/>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54D6420A-3DD0-1964-DA2C-38A1FDA446AA}"/>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38E1C78C-15FB-8A66-C71A-C7170CE4F061}"/>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FEC85D17-A240-5F50-3992-49A3A1957AE2}"/>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4875"/>
        <p:cNvGrpSpPr/>
        <p:nvPr/>
      </p:nvGrpSpPr>
      <p:grpSpPr>
        <a:xfrm>
          <a:off x="0" y="0"/>
          <a:ext cx="0" cy="0"/>
          <a:chOff x="0" y="0"/>
          <a:chExt cx="0" cy="0"/>
        </a:xfrm>
      </p:grpSpPr>
      <p:grpSp>
        <p:nvGrpSpPr>
          <p:cNvPr id="4876" name="Google Shape;4876;p75"/>
          <p:cNvGrpSpPr/>
          <p:nvPr/>
        </p:nvGrpSpPr>
        <p:grpSpPr>
          <a:xfrm>
            <a:off x="956034" y="1290153"/>
            <a:ext cx="2181489" cy="2034859"/>
            <a:chOff x="729238" y="1179665"/>
            <a:chExt cx="1636117" cy="1526144"/>
          </a:xfrm>
        </p:grpSpPr>
        <p:grpSp>
          <p:nvGrpSpPr>
            <p:cNvPr id="4877" name="Google Shape;4877;p75"/>
            <p:cNvGrpSpPr/>
            <p:nvPr/>
          </p:nvGrpSpPr>
          <p:grpSpPr>
            <a:xfrm>
              <a:off x="729238" y="1179665"/>
              <a:ext cx="80700" cy="1526144"/>
              <a:chOff x="729238" y="1179665"/>
              <a:chExt cx="80700" cy="1526144"/>
            </a:xfrm>
          </p:grpSpPr>
          <p:sp>
            <p:nvSpPr>
              <p:cNvPr id="4878" name="Google Shape;4878;p75"/>
              <p:cNvSpPr/>
              <p:nvPr/>
            </p:nvSpPr>
            <p:spPr>
              <a:xfrm>
                <a:off x="72923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79" name="Google Shape;4879;p75"/>
              <p:cNvSpPr/>
              <p:nvPr/>
            </p:nvSpPr>
            <p:spPr>
              <a:xfrm>
                <a:off x="72923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0" name="Google Shape;4880;p75"/>
              <p:cNvSpPr/>
              <p:nvPr/>
            </p:nvSpPr>
            <p:spPr>
              <a:xfrm>
                <a:off x="72923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1" name="Google Shape;4881;p75"/>
              <p:cNvSpPr/>
              <p:nvPr/>
            </p:nvSpPr>
            <p:spPr>
              <a:xfrm>
                <a:off x="72923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2" name="Google Shape;4882;p75"/>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3" name="Google Shape;4883;p75"/>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4" name="Google Shape;4884;p75"/>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5" name="Google Shape;4885;p75"/>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6" name="Google Shape;4886;p75"/>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87" name="Google Shape;4887;p75"/>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88" name="Google Shape;4888;p75"/>
            <p:cNvGrpSpPr/>
            <p:nvPr/>
          </p:nvGrpSpPr>
          <p:grpSpPr>
            <a:xfrm>
              <a:off x="903098" y="1179665"/>
              <a:ext cx="80700" cy="1526144"/>
              <a:chOff x="903098" y="1179665"/>
              <a:chExt cx="80700" cy="1526144"/>
            </a:xfrm>
          </p:grpSpPr>
          <p:sp>
            <p:nvSpPr>
              <p:cNvPr id="4889" name="Google Shape;4889;p75"/>
              <p:cNvSpPr/>
              <p:nvPr/>
            </p:nvSpPr>
            <p:spPr>
              <a:xfrm>
                <a:off x="90309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0" name="Google Shape;4890;p75"/>
              <p:cNvSpPr/>
              <p:nvPr/>
            </p:nvSpPr>
            <p:spPr>
              <a:xfrm>
                <a:off x="90309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1" name="Google Shape;4891;p75"/>
              <p:cNvSpPr/>
              <p:nvPr/>
            </p:nvSpPr>
            <p:spPr>
              <a:xfrm>
                <a:off x="90309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2" name="Google Shape;4892;p75"/>
              <p:cNvSpPr/>
              <p:nvPr/>
            </p:nvSpPr>
            <p:spPr>
              <a:xfrm>
                <a:off x="90309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3" name="Google Shape;4893;p75"/>
              <p:cNvSpPr/>
              <p:nvPr/>
            </p:nvSpPr>
            <p:spPr>
              <a:xfrm>
                <a:off x="90309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4" name="Google Shape;4894;p75"/>
              <p:cNvSpPr/>
              <p:nvPr/>
            </p:nvSpPr>
            <p:spPr>
              <a:xfrm>
                <a:off x="90309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5" name="Google Shape;4895;p75"/>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6" name="Google Shape;4896;p75"/>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7" name="Google Shape;4897;p75"/>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898" name="Google Shape;4898;p75"/>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899" name="Google Shape;4899;p75"/>
            <p:cNvGrpSpPr/>
            <p:nvPr/>
          </p:nvGrpSpPr>
          <p:grpSpPr>
            <a:xfrm>
              <a:off x="1076958" y="1179665"/>
              <a:ext cx="80700" cy="1526144"/>
              <a:chOff x="1076958" y="1179665"/>
              <a:chExt cx="80700" cy="1526144"/>
            </a:xfrm>
          </p:grpSpPr>
          <p:sp>
            <p:nvSpPr>
              <p:cNvPr id="4900" name="Google Shape;4900;p75"/>
              <p:cNvSpPr/>
              <p:nvPr/>
            </p:nvSpPr>
            <p:spPr>
              <a:xfrm>
                <a:off x="107695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1" name="Google Shape;4901;p75"/>
              <p:cNvSpPr/>
              <p:nvPr/>
            </p:nvSpPr>
            <p:spPr>
              <a:xfrm>
                <a:off x="107695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2" name="Google Shape;4902;p75"/>
              <p:cNvSpPr/>
              <p:nvPr/>
            </p:nvSpPr>
            <p:spPr>
              <a:xfrm>
                <a:off x="107695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3" name="Google Shape;4903;p75"/>
              <p:cNvSpPr/>
              <p:nvPr/>
            </p:nvSpPr>
            <p:spPr>
              <a:xfrm>
                <a:off x="107695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4" name="Google Shape;4904;p75"/>
              <p:cNvSpPr/>
              <p:nvPr/>
            </p:nvSpPr>
            <p:spPr>
              <a:xfrm>
                <a:off x="107695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5" name="Google Shape;4905;p75"/>
              <p:cNvSpPr/>
              <p:nvPr/>
            </p:nvSpPr>
            <p:spPr>
              <a:xfrm>
                <a:off x="107695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6" name="Google Shape;4906;p75"/>
              <p:cNvSpPr/>
              <p:nvPr/>
            </p:nvSpPr>
            <p:spPr>
              <a:xfrm>
                <a:off x="1076958"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7" name="Google Shape;4907;p75"/>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8" name="Google Shape;4908;p75"/>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09" name="Google Shape;4909;p75"/>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10" name="Google Shape;4910;p75"/>
            <p:cNvGrpSpPr/>
            <p:nvPr/>
          </p:nvGrpSpPr>
          <p:grpSpPr>
            <a:xfrm>
              <a:off x="1247707" y="1179665"/>
              <a:ext cx="80700" cy="1526144"/>
              <a:chOff x="1247707" y="1179665"/>
              <a:chExt cx="80700" cy="1526144"/>
            </a:xfrm>
          </p:grpSpPr>
          <p:sp>
            <p:nvSpPr>
              <p:cNvPr id="4911" name="Google Shape;4911;p75"/>
              <p:cNvSpPr/>
              <p:nvPr/>
            </p:nvSpPr>
            <p:spPr>
              <a:xfrm>
                <a:off x="124770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2" name="Google Shape;4912;p75"/>
              <p:cNvSpPr/>
              <p:nvPr/>
            </p:nvSpPr>
            <p:spPr>
              <a:xfrm>
                <a:off x="124770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3" name="Google Shape;4913;p75"/>
              <p:cNvSpPr/>
              <p:nvPr/>
            </p:nvSpPr>
            <p:spPr>
              <a:xfrm>
                <a:off x="124770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4" name="Google Shape;4914;p75"/>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5" name="Google Shape;4915;p75"/>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6" name="Google Shape;4916;p75"/>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7" name="Google Shape;4917;p75"/>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8" name="Google Shape;4918;p75"/>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19" name="Google Shape;4919;p75"/>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0" name="Google Shape;4920;p75"/>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21" name="Google Shape;4921;p75"/>
            <p:cNvGrpSpPr/>
            <p:nvPr/>
          </p:nvGrpSpPr>
          <p:grpSpPr>
            <a:xfrm>
              <a:off x="1421567" y="1179665"/>
              <a:ext cx="80700" cy="1526144"/>
              <a:chOff x="1421567" y="1179665"/>
              <a:chExt cx="80700" cy="1526144"/>
            </a:xfrm>
          </p:grpSpPr>
          <p:sp>
            <p:nvSpPr>
              <p:cNvPr id="4922" name="Google Shape;4922;p75"/>
              <p:cNvSpPr/>
              <p:nvPr/>
            </p:nvSpPr>
            <p:spPr>
              <a:xfrm>
                <a:off x="142156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3" name="Google Shape;4923;p75"/>
              <p:cNvSpPr/>
              <p:nvPr/>
            </p:nvSpPr>
            <p:spPr>
              <a:xfrm>
                <a:off x="142156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4" name="Google Shape;4924;p75"/>
              <p:cNvSpPr/>
              <p:nvPr/>
            </p:nvSpPr>
            <p:spPr>
              <a:xfrm>
                <a:off x="142156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5" name="Google Shape;4925;p75"/>
              <p:cNvSpPr/>
              <p:nvPr/>
            </p:nvSpPr>
            <p:spPr>
              <a:xfrm>
                <a:off x="142156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6" name="Google Shape;4926;p75"/>
              <p:cNvSpPr/>
              <p:nvPr/>
            </p:nvSpPr>
            <p:spPr>
              <a:xfrm>
                <a:off x="142156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7" name="Google Shape;4927;p75"/>
              <p:cNvSpPr/>
              <p:nvPr/>
            </p:nvSpPr>
            <p:spPr>
              <a:xfrm>
                <a:off x="142156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8" name="Google Shape;4928;p75"/>
              <p:cNvSpPr/>
              <p:nvPr/>
            </p:nvSpPr>
            <p:spPr>
              <a:xfrm>
                <a:off x="142156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29" name="Google Shape;4929;p75"/>
              <p:cNvSpPr/>
              <p:nvPr/>
            </p:nvSpPr>
            <p:spPr>
              <a:xfrm>
                <a:off x="142156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0" name="Google Shape;4930;p75"/>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1" name="Google Shape;4931;p75"/>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32" name="Google Shape;4932;p75"/>
            <p:cNvGrpSpPr/>
            <p:nvPr/>
          </p:nvGrpSpPr>
          <p:grpSpPr>
            <a:xfrm>
              <a:off x="1592327" y="1179665"/>
              <a:ext cx="80700" cy="1526144"/>
              <a:chOff x="1592327" y="1179665"/>
              <a:chExt cx="80700" cy="1526144"/>
            </a:xfrm>
          </p:grpSpPr>
          <p:sp>
            <p:nvSpPr>
              <p:cNvPr id="4933" name="Google Shape;4933;p75"/>
              <p:cNvSpPr/>
              <p:nvPr/>
            </p:nvSpPr>
            <p:spPr>
              <a:xfrm>
                <a:off x="159232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4" name="Google Shape;4934;p75"/>
              <p:cNvSpPr/>
              <p:nvPr/>
            </p:nvSpPr>
            <p:spPr>
              <a:xfrm>
                <a:off x="159232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5" name="Google Shape;4935;p75"/>
              <p:cNvSpPr/>
              <p:nvPr/>
            </p:nvSpPr>
            <p:spPr>
              <a:xfrm>
                <a:off x="159232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6" name="Google Shape;4936;p75"/>
              <p:cNvSpPr/>
              <p:nvPr/>
            </p:nvSpPr>
            <p:spPr>
              <a:xfrm>
                <a:off x="159232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7" name="Google Shape;4937;p75"/>
              <p:cNvSpPr/>
              <p:nvPr/>
            </p:nvSpPr>
            <p:spPr>
              <a:xfrm>
                <a:off x="159232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8" name="Google Shape;4938;p75"/>
              <p:cNvSpPr/>
              <p:nvPr/>
            </p:nvSpPr>
            <p:spPr>
              <a:xfrm>
                <a:off x="159232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39" name="Google Shape;4939;p75"/>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0" name="Google Shape;4940;p75"/>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1" name="Google Shape;4941;p75"/>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2" name="Google Shape;4942;p75"/>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43" name="Google Shape;4943;p75"/>
            <p:cNvGrpSpPr/>
            <p:nvPr/>
          </p:nvGrpSpPr>
          <p:grpSpPr>
            <a:xfrm>
              <a:off x="1766187" y="1179665"/>
              <a:ext cx="80700" cy="1526144"/>
              <a:chOff x="1766187" y="1179665"/>
              <a:chExt cx="80700" cy="1526144"/>
            </a:xfrm>
          </p:grpSpPr>
          <p:sp>
            <p:nvSpPr>
              <p:cNvPr id="4944" name="Google Shape;4944;p75"/>
              <p:cNvSpPr/>
              <p:nvPr/>
            </p:nvSpPr>
            <p:spPr>
              <a:xfrm>
                <a:off x="176618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5" name="Google Shape;4945;p75"/>
              <p:cNvSpPr/>
              <p:nvPr/>
            </p:nvSpPr>
            <p:spPr>
              <a:xfrm>
                <a:off x="176618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6" name="Google Shape;4946;p75"/>
              <p:cNvSpPr/>
              <p:nvPr/>
            </p:nvSpPr>
            <p:spPr>
              <a:xfrm>
                <a:off x="176618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7" name="Google Shape;4947;p75"/>
              <p:cNvSpPr/>
              <p:nvPr/>
            </p:nvSpPr>
            <p:spPr>
              <a:xfrm>
                <a:off x="176618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8" name="Google Shape;4948;p75"/>
              <p:cNvSpPr/>
              <p:nvPr/>
            </p:nvSpPr>
            <p:spPr>
              <a:xfrm>
                <a:off x="176618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49" name="Google Shape;4949;p75"/>
              <p:cNvSpPr/>
              <p:nvPr/>
            </p:nvSpPr>
            <p:spPr>
              <a:xfrm>
                <a:off x="176618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0" name="Google Shape;4950;p75"/>
              <p:cNvSpPr/>
              <p:nvPr/>
            </p:nvSpPr>
            <p:spPr>
              <a:xfrm>
                <a:off x="176618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1" name="Google Shape;4951;p75"/>
              <p:cNvSpPr/>
              <p:nvPr/>
            </p:nvSpPr>
            <p:spPr>
              <a:xfrm>
                <a:off x="176618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2" name="Google Shape;4952;p75"/>
              <p:cNvSpPr/>
              <p:nvPr/>
            </p:nvSpPr>
            <p:spPr>
              <a:xfrm>
                <a:off x="1766187" y="2464413"/>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3" name="Google Shape;4953;p75"/>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54" name="Google Shape;4954;p75"/>
            <p:cNvGrpSpPr/>
            <p:nvPr/>
          </p:nvGrpSpPr>
          <p:grpSpPr>
            <a:xfrm>
              <a:off x="1936935" y="1179665"/>
              <a:ext cx="80700" cy="1526144"/>
              <a:chOff x="1936935" y="1179665"/>
              <a:chExt cx="80700" cy="1526144"/>
            </a:xfrm>
          </p:grpSpPr>
          <p:sp>
            <p:nvSpPr>
              <p:cNvPr id="4955" name="Google Shape;4955;p75"/>
              <p:cNvSpPr/>
              <p:nvPr/>
            </p:nvSpPr>
            <p:spPr>
              <a:xfrm>
                <a:off x="193693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6" name="Google Shape;4956;p75"/>
              <p:cNvSpPr/>
              <p:nvPr/>
            </p:nvSpPr>
            <p:spPr>
              <a:xfrm>
                <a:off x="193693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7" name="Google Shape;4957;p75"/>
              <p:cNvSpPr/>
              <p:nvPr/>
            </p:nvSpPr>
            <p:spPr>
              <a:xfrm>
                <a:off x="193693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8" name="Google Shape;4958;p75"/>
              <p:cNvSpPr/>
              <p:nvPr/>
            </p:nvSpPr>
            <p:spPr>
              <a:xfrm>
                <a:off x="193693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59" name="Google Shape;4959;p75"/>
              <p:cNvSpPr/>
              <p:nvPr/>
            </p:nvSpPr>
            <p:spPr>
              <a:xfrm>
                <a:off x="193693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0" name="Google Shape;4960;p75"/>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1" name="Google Shape;4961;p75"/>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2" name="Google Shape;4962;p75"/>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3" name="Google Shape;4963;p75"/>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4" name="Google Shape;4964;p75"/>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65" name="Google Shape;4965;p75"/>
            <p:cNvGrpSpPr/>
            <p:nvPr/>
          </p:nvGrpSpPr>
          <p:grpSpPr>
            <a:xfrm>
              <a:off x="2110795" y="1179665"/>
              <a:ext cx="80700" cy="1526144"/>
              <a:chOff x="2110795" y="1179665"/>
              <a:chExt cx="80700" cy="1526144"/>
            </a:xfrm>
          </p:grpSpPr>
          <p:sp>
            <p:nvSpPr>
              <p:cNvPr id="4966" name="Google Shape;4966;p75"/>
              <p:cNvSpPr/>
              <p:nvPr/>
            </p:nvSpPr>
            <p:spPr>
              <a:xfrm>
                <a:off x="211079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7" name="Google Shape;4967;p75"/>
              <p:cNvSpPr/>
              <p:nvPr/>
            </p:nvSpPr>
            <p:spPr>
              <a:xfrm>
                <a:off x="211079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8" name="Google Shape;4968;p75"/>
              <p:cNvSpPr/>
              <p:nvPr/>
            </p:nvSpPr>
            <p:spPr>
              <a:xfrm>
                <a:off x="211079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69" name="Google Shape;4969;p75"/>
              <p:cNvSpPr/>
              <p:nvPr/>
            </p:nvSpPr>
            <p:spPr>
              <a:xfrm>
                <a:off x="211079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0" name="Google Shape;4970;p75"/>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1" name="Google Shape;4971;p75"/>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2" name="Google Shape;4972;p75"/>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3" name="Google Shape;4973;p75"/>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4" name="Google Shape;4974;p75"/>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5" name="Google Shape;4975;p75"/>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76" name="Google Shape;4976;p75"/>
            <p:cNvGrpSpPr/>
            <p:nvPr/>
          </p:nvGrpSpPr>
          <p:grpSpPr>
            <a:xfrm>
              <a:off x="2284655" y="1179665"/>
              <a:ext cx="80700" cy="1526144"/>
              <a:chOff x="2284655" y="1179665"/>
              <a:chExt cx="80700" cy="1526144"/>
            </a:xfrm>
          </p:grpSpPr>
          <p:sp>
            <p:nvSpPr>
              <p:cNvPr id="4977" name="Google Shape;4977;p75"/>
              <p:cNvSpPr/>
              <p:nvPr/>
            </p:nvSpPr>
            <p:spPr>
              <a:xfrm>
                <a:off x="228465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8" name="Google Shape;4978;p75"/>
              <p:cNvSpPr/>
              <p:nvPr/>
            </p:nvSpPr>
            <p:spPr>
              <a:xfrm>
                <a:off x="228465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79" name="Google Shape;4979;p75"/>
              <p:cNvSpPr/>
              <p:nvPr/>
            </p:nvSpPr>
            <p:spPr>
              <a:xfrm>
                <a:off x="228465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0" name="Google Shape;4980;p75"/>
              <p:cNvSpPr/>
              <p:nvPr/>
            </p:nvSpPr>
            <p:spPr>
              <a:xfrm>
                <a:off x="228465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1" name="Google Shape;4981;p75"/>
              <p:cNvSpPr/>
              <p:nvPr/>
            </p:nvSpPr>
            <p:spPr>
              <a:xfrm>
                <a:off x="228465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2" name="Google Shape;4982;p75"/>
              <p:cNvSpPr/>
              <p:nvPr/>
            </p:nvSpPr>
            <p:spPr>
              <a:xfrm>
                <a:off x="2284655"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3" name="Google Shape;4983;p75"/>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4" name="Google Shape;4984;p75"/>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5" name="Google Shape;4985;p75"/>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86" name="Google Shape;4986;p75"/>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4987" name="Google Shape;4987;p75"/>
          <p:cNvGrpSpPr/>
          <p:nvPr/>
        </p:nvGrpSpPr>
        <p:grpSpPr>
          <a:xfrm>
            <a:off x="3482256" y="1315671"/>
            <a:ext cx="1818997" cy="1469511"/>
            <a:chOff x="2623904" y="1198803"/>
            <a:chExt cx="1364248" cy="1102133"/>
          </a:xfrm>
        </p:grpSpPr>
        <p:grpSp>
          <p:nvGrpSpPr>
            <p:cNvPr id="4988" name="Google Shape;4988;p75"/>
            <p:cNvGrpSpPr/>
            <p:nvPr/>
          </p:nvGrpSpPr>
          <p:grpSpPr>
            <a:xfrm>
              <a:off x="2623907" y="1198803"/>
              <a:ext cx="1364245" cy="273000"/>
              <a:chOff x="2623907" y="1198803"/>
              <a:chExt cx="1364245" cy="273000"/>
            </a:xfrm>
          </p:grpSpPr>
          <p:sp>
            <p:nvSpPr>
              <p:cNvPr id="4989" name="Google Shape;4989;p75"/>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0" name="Google Shape;4990;p75"/>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1" name="Google Shape;4991;p75"/>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2" name="Google Shape;4992;p75"/>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3" name="Google Shape;4993;p75"/>
              <p:cNvSpPr/>
              <p:nvPr/>
            </p:nvSpPr>
            <p:spPr>
              <a:xfrm>
                <a:off x="3715152" y="1198803"/>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4994" name="Google Shape;4994;p75"/>
            <p:cNvGrpSpPr/>
            <p:nvPr/>
          </p:nvGrpSpPr>
          <p:grpSpPr>
            <a:xfrm>
              <a:off x="2623904" y="1476964"/>
              <a:ext cx="1364245" cy="273000"/>
              <a:chOff x="2623904" y="1476964"/>
              <a:chExt cx="1364245" cy="273000"/>
            </a:xfrm>
          </p:grpSpPr>
          <p:sp>
            <p:nvSpPr>
              <p:cNvPr id="4995" name="Google Shape;4995;p75"/>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6" name="Google Shape;4996;p75"/>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7" name="Google Shape;4997;p75"/>
              <p:cNvSpPr/>
              <p:nvPr/>
            </p:nvSpPr>
            <p:spPr>
              <a:xfrm>
                <a:off x="3169527"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8" name="Google Shape;4998;p75"/>
              <p:cNvSpPr/>
              <p:nvPr/>
            </p:nvSpPr>
            <p:spPr>
              <a:xfrm>
                <a:off x="3442338"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4999" name="Google Shape;4999;p75"/>
              <p:cNvSpPr/>
              <p:nvPr/>
            </p:nvSpPr>
            <p:spPr>
              <a:xfrm>
                <a:off x="3715149"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00" name="Google Shape;5000;p75"/>
            <p:cNvGrpSpPr/>
            <p:nvPr/>
          </p:nvGrpSpPr>
          <p:grpSpPr>
            <a:xfrm>
              <a:off x="2623907" y="1749775"/>
              <a:ext cx="1364245" cy="273000"/>
              <a:chOff x="2623907" y="1749775"/>
              <a:chExt cx="1364245" cy="273000"/>
            </a:xfrm>
          </p:grpSpPr>
          <p:sp>
            <p:nvSpPr>
              <p:cNvPr id="5001" name="Google Shape;5001;p75"/>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02" name="Google Shape;5002;p75"/>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03" name="Google Shape;5003;p75"/>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04" name="Google Shape;5004;p75"/>
              <p:cNvSpPr/>
              <p:nvPr/>
            </p:nvSpPr>
            <p:spPr>
              <a:xfrm>
                <a:off x="3442341"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05" name="Google Shape;5005;p75"/>
              <p:cNvSpPr/>
              <p:nvPr/>
            </p:nvSpPr>
            <p:spPr>
              <a:xfrm>
                <a:off x="3715152"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06" name="Google Shape;5006;p75"/>
            <p:cNvGrpSpPr/>
            <p:nvPr/>
          </p:nvGrpSpPr>
          <p:grpSpPr>
            <a:xfrm>
              <a:off x="2623904" y="2027936"/>
              <a:ext cx="1364245" cy="273000"/>
              <a:chOff x="2623904" y="2027936"/>
              <a:chExt cx="1364245" cy="273000"/>
            </a:xfrm>
          </p:grpSpPr>
          <p:sp>
            <p:nvSpPr>
              <p:cNvPr id="5007" name="Google Shape;5007;p75"/>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08" name="Google Shape;5008;p75"/>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09" name="Google Shape;5009;p75"/>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0" name="Google Shape;5010;p75"/>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1" name="Google Shape;5011;p75"/>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5012" name="Google Shape;5012;p75"/>
          <p:cNvGrpSpPr/>
          <p:nvPr/>
        </p:nvGrpSpPr>
        <p:grpSpPr>
          <a:xfrm>
            <a:off x="3468205" y="3261102"/>
            <a:ext cx="1850055" cy="212165"/>
            <a:chOff x="3200660" y="2180272"/>
            <a:chExt cx="2563824" cy="378237"/>
          </a:xfrm>
        </p:grpSpPr>
        <p:sp>
          <p:nvSpPr>
            <p:cNvPr id="5013" name="Google Shape;5013;p7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4" name="Google Shape;5014;p7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5" name="Google Shape;5015;p7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6" name="Google Shape;5016;p7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7" name="Google Shape;5017;p7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8" name="Google Shape;5018;p7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19" name="Google Shape;5019;p7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0" name="Google Shape;5020;p7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1" name="Google Shape;5021;p7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2" name="Google Shape;5022;p7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3" name="Google Shape;5023;p7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4" name="Google Shape;5024;p7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5" name="Google Shape;5025;p7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6" name="Google Shape;5026;p7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7" name="Google Shape;5027;p7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8" name="Google Shape;5028;p7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29" name="Google Shape;5029;p7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30" name="Google Shape;5030;p7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31" name="Google Shape;5031;p75"/>
          <p:cNvGrpSpPr/>
          <p:nvPr/>
        </p:nvGrpSpPr>
        <p:grpSpPr>
          <a:xfrm>
            <a:off x="3463569" y="3631454"/>
            <a:ext cx="1854003" cy="212833"/>
            <a:chOff x="3530150" y="2790075"/>
            <a:chExt cx="1962600" cy="225300"/>
          </a:xfrm>
        </p:grpSpPr>
        <p:sp>
          <p:nvSpPr>
            <p:cNvPr id="5032" name="Google Shape;5032;p75"/>
            <p:cNvSpPr/>
            <p:nvPr/>
          </p:nvSpPr>
          <p:spPr>
            <a:xfrm>
              <a:off x="3530150" y="2790075"/>
              <a:ext cx="1962600" cy="2253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33" name="Google Shape;5033;p75"/>
            <p:cNvSpPr/>
            <p:nvPr/>
          </p:nvSpPr>
          <p:spPr>
            <a:xfrm>
              <a:off x="3530150" y="2790075"/>
              <a:ext cx="1110000" cy="2253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34" name="Google Shape;5034;p75"/>
          <p:cNvGrpSpPr/>
          <p:nvPr/>
        </p:nvGrpSpPr>
        <p:grpSpPr>
          <a:xfrm>
            <a:off x="3463647" y="4002474"/>
            <a:ext cx="1882172" cy="205567"/>
            <a:chOff x="3558802" y="4011244"/>
            <a:chExt cx="1866000" cy="111600"/>
          </a:xfrm>
        </p:grpSpPr>
        <p:sp>
          <p:nvSpPr>
            <p:cNvPr id="5035" name="Google Shape;5035;p7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36" name="Google Shape;5036;p7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37" name="Google Shape;5037;p75"/>
          <p:cNvGrpSpPr/>
          <p:nvPr/>
        </p:nvGrpSpPr>
        <p:grpSpPr>
          <a:xfrm>
            <a:off x="3464031" y="2943234"/>
            <a:ext cx="1844671" cy="159681"/>
            <a:chOff x="3465975" y="2270258"/>
            <a:chExt cx="1986364" cy="171947"/>
          </a:xfrm>
        </p:grpSpPr>
        <p:sp>
          <p:nvSpPr>
            <p:cNvPr id="5038" name="Google Shape;5038;p7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39" name="Google Shape;5039;p7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0" name="Google Shape;5040;p75"/>
            <p:cNvSpPr/>
            <p:nvPr/>
          </p:nvSpPr>
          <p:spPr>
            <a:xfrm rot="-5400000">
              <a:off x="4243603"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1" name="Google Shape;5041;p75"/>
            <p:cNvSpPr/>
            <p:nvPr/>
          </p:nvSpPr>
          <p:spPr>
            <a:xfrm rot="-5400000">
              <a:off x="4502812"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2" name="Google Shape;5042;p75"/>
            <p:cNvSpPr/>
            <p:nvPr/>
          </p:nvSpPr>
          <p:spPr>
            <a:xfrm rot="-5400000">
              <a:off x="4762021"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3" name="Google Shape;5043;p7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4" name="Google Shape;5044;p75"/>
            <p:cNvSpPr/>
            <p:nvPr/>
          </p:nvSpPr>
          <p:spPr>
            <a:xfrm rot="-5400000">
              <a:off x="502123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5" name="Google Shape;5045;p75"/>
            <p:cNvSpPr/>
            <p:nvPr/>
          </p:nvSpPr>
          <p:spPr>
            <a:xfrm rot="-5400000">
              <a:off x="528044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46" name="Google Shape;5046;p75"/>
          <p:cNvGrpSpPr/>
          <p:nvPr/>
        </p:nvGrpSpPr>
        <p:grpSpPr>
          <a:xfrm>
            <a:off x="3478708" y="4761598"/>
            <a:ext cx="1826041" cy="260613"/>
            <a:chOff x="723300" y="4253549"/>
            <a:chExt cx="2276482" cy="324900"/>
          </a:xfrm>
        </p:grpSpPr>
        <p:sp>
          <p:nvSpPr>
            <p:cNvPr id="5047" name="Google Shape;5047;p7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8" name="Google Shape;5048;p7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49" name="Google Shape;5049;p7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50" name="Google Shape;5050;p7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51" name="Google Shape;5051;p7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52" name="Google Shape;5052;p75"/>
          <p:cNvGrpSpPr/>
          <p:nvPr/>
        </p:nvGrpSpPr>
        <p:grpSpPr>
          <a:xfrm>
            <a:off x="3464788" y="4363253"/>
            <a:ext cx="1852088" cy="240159"/>
            <a:chOff x="705948" y="3788465"/>
            <a:chExt cx="2308953" cy="299400"/>
          </a:xfrm>
        </p:grpSpPr>
        <p:sp>
          <p:nvSpPr>
            <p:cNvPr id="5053" name="Google Shape;5053;p75"/>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54" name="Google Shape;5054;p75"/>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55" name="Google Shape;5055;p75"/>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56" name="Google Shape;5056;p75"/>
            <p:cNvSpPr/>
            <p:nvPr/>
          </p:nvSpPr>
          <p:spPr>
            <a:xfrm>
              <a:off x="2189639"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57" name="Google Shape;5057;p75"/>
            <p:cNvSpPr/>
            <p:nvPr/>
          </p:nvSpPr>
          <p:spPr>
            <a:xfrm>
              <a:off x="2679500"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58" name="Google Shape;5058;p75"/>
          <p:cNvGrpSpPr/>
          <p:nvPr/>
        </p:nvGrpSpPr>
        <p:grpSpPr>
          <a:xfrm>
            <a:off x="5594109" y="2501858"/>
            <a:ext cx="1911761" cy="255335"/>
            <a:chOff x="4273350" y="2088443"/>
            <a:chExt cx="1433821" cy="191501"/>
          </a:xfrm>
        </p:grpSpPr>
        <p:grpSp>
          <p:nvGrpSpPr>
            <p:cNvPr id="5059" name="Google Shape;5059;p75"/>
            <p:cNvGrpSpPr/>
            <p:nvPr/>
          </p:nvGrpSpPr>
          <p:grpSpPr>
            <a:xfrm>
              <a:off x="4273350" y="2088443"/>
              <a:ext cx="1433821" cy="0"/>
              <a:chOff x="5224975" y="2962250"/>
              <a:chExt cx="1544400" cy="0"/>
            </a:xfrm>
          </p:grpSpPr>
          <p:cxnSp>
            <p:nvCxnSpPr>
              <p:cNvPr id="5060" name="Google Shape;5060;p7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061" name="Google Shape;5061;p75"/>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062" name="Google Shape;5062;p75"/>
            <p:cNvGrpSpPr/>
            <p:nvPr/>
          </p:nvGrpSpPr>
          <p:grpSpPr>
            <a:xfrm>
              <a:off x="4273350" y="2279944"/>
              <a:ext cx="1433821" cy="0"/>
              <a:chOff x="5224975" y="2962250"/>
              <a:chExt cx="1544400" cy="0"/>
            </a:xfrm>
          </p:grpSpPr>
          <p:cxnSp>
            <p:nvCxnSpPr>
              <p:cNvPr id="5063" name="Google Shape;5063;p7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064" name="Google Shape;5064;p75"/>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065" name="Google Shape;5065;p75"/>
          <p:cNvGrpSpPr/>
          <p:nvPr/>
        </p:nvGrpSpPr>
        <p:grpSpPr>
          <a:xfrm>
            <a:off x="3528705" y="5180396"/>
            <a:ext cx="1739479" cy="392099"/>
            <a:chOff x="2658741" y="4097347"/>
            <a:chExt cx="1304609" cy="294074"/>
          </a:xfrm>
        </p:grpSpPr>
        <p:grpSp>
          <p:nvGrpSpPr>
            <p:cNvPr id="5066" name="Google Shape;5066;p75"/>
            <p:cNvGrpSpPr/>
            <p:nvPr/>
          </p:nvGrpSpPr>
          <p:grpSpPr>
            <a:xfrm>
              <a:off x="2658741" y="4097347"/>
              <a:ext cx="118572" cy="294074"/>
              <a:chOff x="3343310" y="4475555"/>
              <a:chExt cx="127717" cy="316753"/>
            </a:xfrm>
          </p:grpSpPr>
          <p:sp>
            <p:nvSpPr>
              <p:cNvPr id="5067" name="Google Shape;5067;p7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68" name="Google Shape;5068;p7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69" name="Google Shape;5069;p75"/>
            <p:cNvGrpSpPr/>
            <p:nvPr/>
          </p:nvGrpSpPr>
          <p:grpSpPr>
            <a:xfrm>
              <a:off x="3815519" y="4098388"/>
              <a:ext cx="147831" cy="291991"/>
              <a:chOff x="3527539" y="4476677"/>
              <a:chExt cx="159232" cy="314510"/>
            </a:xfrm>
          </p:grpSpPr>
          <p:sp>
            <p:nvSpPr>
              <p:cNvPr id="5070" name="Google Shape;5070;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71" name="Google Shape;5071;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72" name="Google Shape;5072;p75"/>
            <p:cNvGrpSpPr/>
            <p:nvPr/>
          </p:nvGrpSpPr>
          <p:grpSpPr>
            <a:xfrm>
              <a:off x="3511696" y="4098388"/>
              <a:ext cx="147831" cy="291991"/>
              <a:chOff x="3527539" y="4476677"/>
              <a:chExt cx="159232" cy="314510"/>
            </a:xfrm>
          </p:grpSpPr>
          <p:sp>
            <p:nvSpPr>
              <p:cNvPr id="5073" name="Google Shape;5073;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74" name="Google Shape;5074;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75" name="Google Shape;5075;p75"/>
            <p:cNvGrpSpPr/>
            <p:nvPr/>
          </p:nvGrpSpPr>
          <p:grpSpPr>
            <a:xfrm>
              <a:off x="3207874" y="4098388"/>
              <a:ext cx="147831" cy="291991"/>
              <a:chOff x="3527539" y="4476677"/>
              <a:chExt cx="159232" cy="314510"/>
            </a:xfrm>
          </p:grpSpPr>
          <p:sp>
            <p:nvSpPr>
              <p:cNvPr id="5076" name="Google Shape;5076;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77" name="Google Shape;5077;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78" name="Google Shape;5078;p75"/>
            <p:cNvGrpSpPr/>
            <p:nvPr/>
          </p:nvGrpSpPr>
          <p:grpSpPr>
            <a:xfrm>
              <a:off x="2933305" y="4097347"/>
              <a:ext cx="118572" cy="294074"/>
              <a:chOff x="3343310" y="4475555"/>
              <a:chExt cx="127717" cy="316753"/>
            </a:xfrm>
          </p:grpSpPr>
          <p:sp>
            <p:nvSpPr>
              <p:cNvPr id="5079" name="Google Shape;5079;p7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80" name="Google Shape;5080;p7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5081" name="Google Shape;5081;p75"/>
          <p:cNvGrpSpPr/>
          <p:nvPr/>
        </p:nvGrpSpPr>
        <p:grpSpPr>
          <a:xfrm>
            <a:off x="5596182" y="1285322"/>
            <a:ext cx="1907615" cy="1001649"/>
            <a:chOff x="5159450" y="1919950"/>
            <a:chExt cx="1541050" cy="862500"/>
          </a:xfrm>
        </p:grpSpPr>
        <p:sp>
          <p:nvSpPr>
            <p:cNvPr id="5082" name="Google Shape;5082;p7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5083" name="Google Shape;5083;p75"/>
            <p:cNvGrpSpPr/>
            <p:nvPr/>
          </p:nvGrpSpPr>
          <p:grpSpPr>
            <a:xfrm>
              <a:off x="5159450" y="1919950"/>
              <a:ext cx="1541050" cy="862500"/>
              <a:chOff x="5159450" y="1919950"/>
              <a:chExt cx="1541050" cy="862500"/>
            </a:xfrm>
          </p:grpSpPr>
          <p:cxnSp>
            <p:nvCxnSpPr>
              <p:cNvPr id="5084" name="Google Shape;5084;p7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085" name="Google Shape;5085;p7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086" name="Google Shape;5086;p75"/>
          <p:cNvGrpSpPr/>
          <p:nvPr/>
        </p:nvGrpSpPr>
        <p:grpSpPr>
          <a:xfrm>
            <a:off x="5660365" y="2970348"/>
            <a:ext cx="1779248" cy="1290552"/>
            <a:chOff x="4294923" y="2439811"/>
            <a:chExt cx="1334436" cy="967914"/>
          </a:xfrm>
        </p:grpSpPr>
        <p:grpSp>
          <p:nvGrpSpPr>
            <p:cNvPr id="5087" name="Google Shape;5087;p75"/>
            <p:cNvGrpSpPr/>
            <p:nvPr/>
          </p:nvGrpSpPr>
          <p:grpSpPr>
            <a:xfrm>
              <a:off x="4960455" y="2469658"/>
              <a:ext cx="668904" cy="885524"/>
              <a:chOff x="4960455" y="2469658"/>
              <a:chExt cx="668904" cy="885524"/>
            </a:xfrm>
          </p:grpSpPr>
          <p:sp>
            <p:nvSpPr>
              <p:cNvPr id="5088" name="Google Shape;5088;p7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89" name="Google Shape;5089;p7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0" name="Google Shape;5090;p7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1" name="Google Shape;5091;p7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2" name="Google Shape;5092;p7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3" name="Google Shape;5093;p7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094" name="Google Shape;5094;p75"/>
            <p:cNvGrpSpPr/>
            <p:nvPr/>
          </p:nvGrpSpPr>
          <p:grpSpPr>
            <a:xfrm>
              <a:off x="4294923" y="2469658"/>
              <a:ext cx="668951" cy="885524"/>
              <a:chOff x="4294923" y="2469658"/>
              <a:chExt cx="668951" cy="885524"/>
            </a:xfrm>
          </p:grpSpPr>
          <p:sp>
            <p:nvSpPr>
              <p:cNvPr id="5095" name="Google Shape;5095;p7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6" name="Google Shape;5096;p7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7" name="Google Shape;5097;p7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8" name="Google Shape;5098;p7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099" name="Google Shape;5099;p7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00" name="Google Shape;5100;p7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101" name="Google Shape;5101;p7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02" name="Google Shape;5102;p75"/>
          <p:cNvGrpSpPr/>
          <p:nvPr/>
        </p:nvGrpSpPr>
        <p:grpSpPr>
          <a:xfrm>
            <a:off x="5641970" y="4376276"/>
            <a:ext cx="1907932" cy="1196385"/>
            <a:chOff x="4351371" y="3547942"/>
            <a:chExt cx="1345130" cy="843475"/>
          </a:xfrm>
        </p:grpSpPr>
        <p:grpSp>
          <p:nvGrpSpPr>
            <p:cNvPr id="5103" name="Google Shape;5103;p75"/>
            <p:cNvGrpSpPr/>
            <p:nvPr/>
          </p:nvGrpSpPr>
          <p:grpSpPr>
            <a:xfrm>
              <a:off x="4351371" y="4209917"/>
              <a:ext cx="1345130" cy="181500"/>
              <a:chOff x="4351371" y="4209917"/>
              <a:chExt cx="1345130" cy="181500"/>
            </a:xfrm>
          </p:grpSpPr>
          <p:sp>
            <p:nvSpPr>
              <p:cNvPr id="5104" name="Google Shape;5104;p75"/>
              <p:cNvSpPr/>
              <p:nvPr/>
            </p:nvSpPr>
            <p:spPr>
              <a:xfrm rot="10800000">
                <a:off x="4351371" y="4209917"/>
                <a:ext cx="1281600" cy="181500"/>
              </a:xfrm>
              <a:prstGeom prst="rect">
                <a:avLst/>
              </a:prstGeom>
              <a:solidFill>
                <a:srgbClr val="435D7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105" name="Google Shape;5105;p75"/>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106" name="Google Shape;5106;p75"/>
            <p:cNvGrpSpPr/>
            <p:nvPr/>
          </p:nvGrpSpPr>
          <p:grpSpPr>
            <a:xfrm>
              <a:off x="4403010" y="3985221"/>
              <a:ext cx="1109518" cy="181500"/>
              <a:chOff x="4403010" y="3985221"/>
              <a:chExt cx="1109518" cy="181500"/>
            </a:xfrm>
          </p:grpSpPr>
          <p:sp>
            <p:nvSpPr>
              <p:cNvPr id="5107" name="Google Shape;5107;p75"/>
              <p:cNvSpPr/>
              <p:nvPr/>
            </p:nvSpPr>
            <p:spPr>
              <a:xfrm rot="10800000">
                <a:off x="4471829" y="3985221"/>
                <a:ext cx="1040700" cy="1815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108" name="Google Shape;5108;p75"/>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109" name="Google Shape;5109;p75"/>
            <p:cNvGrpSpPr/>
            <p:nvPr/>
          </p:nvGrpSpPr>
          <p:grpSpPr>
            <a:xfrm>
              <a:off x="4618704" y="3766582"/>
              <a:ext cx="807858" cy="181500"/>
              <a:chOff x="4618704" y="3766582"/>
              <a:chExt cx="807858" cy="181500"/>
            </a:xfrm>
          </p:grpSpPr>
          <p:sp>
            <p:nvSpPr>
              <p:cNvPr id="5110" name="Google Shape;5110;p75"/>
              <p:cNvSpPr/>
              <p:nvPr/>
            </p:nvSpPr>
            <p:spPr>
              <a:xfrm rot="10800000">
                <a:off x="4618704" y="3766582"/>
                <a:ext cx="747000" cy="181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111" name="Google Shape;5111;p75"/>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112" name="Google Shape;5112;p75"/>
            <p:cNvGrpSpPr/>
            <p:nvPr/>
          </p:nvGrpSpPr>
          <p:grpSpPr>
            <a:xfrm>
              <a:off x="4735238" y="3547942"/>
              <a:ext cx="462839" cy="181500"/>
              <a:chOff x="4735238" y="3547942"/>
              <a:chExt cx="462839" cy="181500"/>
            </a:xfrm>
          </p:grpSpPr>
          <p:sp>
            <p:nvSpPr>
              <p:cNvPr id="5113" name="Google Shape;5113;p75"/>
              <p:cNvSpPr/>
              <p:nvPr/>
            </p:nvSpPr>
            <p:spPr>
              <a:xfrm rot="10800000">
                <a:off x="4786477" y="3547942"/>
                <a:ext cx="411600" cy="181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114" name="Google Shape;5114;p75"/>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115" name="Google Shape;5115;p75"/>
          <p:cNvGrpSpPr/>
          <p:nvPr/>
        </p:nvGrpSpPr>
        <p:grpSpPr>
          <a:xfrm>
            <a:off x="9877114" y="2956707"/>
            <a:ext cx="1361273" cy="1238471"/>
            <a:chOff x="926675" y="238125"/>
            <a:chExt cx="5755100" cy="5232975"/>
          </a:xfrm>
        </p:grpSpPr>
        <p:sp>
          <p:nvSpPr>
            <p:cNvPr id="5116" name="Google Shape;5116;p7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17" name="Google Shape;5117;p7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18" name="Google Shape;5118;p7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19" name="Google Shape;5119;p7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20" name="Google Shape;5120;p75"/>
          <p:cNvGrpSpPr/>
          <p:nvPr/>
        </p:nvGrpSpPr>
        <p:grpSpPr>
          <a:xfrm>
            <a:off x="953611" y="3488354"/>
            <a:ext cx="2260499" cy="2081116"/>
            <a:chOff x="727421" y="2828315"/>
            <a:chExt cx="1695374" cy="1560837"/>
          </a:xfrm>
        </p:grpSpPr>
        <p:grpSp>
          <p:nvGrpSpPr>
            <p:cNvPr id="5121" name="Google Shape;5121;p75"/>
            <p:cNvGrpSpPr/>
            <p:nvPr/>
          </p:nvGrpSpPr>
          <p:grpSpPr>
            <a:xfrm>
              <a:off x="727421" y="2828315"/>
              <a:ext cx="1695374" cy="1560837"/>
              <a:chOff x="734799" y="2782450"/>
              <a:chExt cx="1571100" cy="1577400"/>
            </a:xfrm>
          </p:grpSpPr>
          <p:cxnSp>
            <p:nvCxnSpPr>
              <p:cNvPr id="5122" name="Google Shape;5122;p7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123" name="Google Shape;5123;p7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124" name="Google Shape;5124;p75"/>
            <p:cNvGrpSpPr/>
            <p:nvPr/>
          </p:nvGrpSpPr>
          <p:grpSpPr>
            <a:xfrm>
              <a:off x="819108" y="2882501"/>
              <a:ext cx="1556791" cy="1426186"/>
              <a:chOff x="819108" y="2882501"/>
              <a:chExt cx="1556791" cy="1426186"/>
            </a:xfrm>
          </p:grpSpPr>
          <p:grpSp>
            <p:nvGrpSpPr>
              <p:cNvPr id="5125" name="Google Shape;5125;p75"/>
              <p:cNvGrpSpPr/>
              <p:nvPr/>
            </p:nvGrpSpPr>
            <p:grpSpPr>
              <a:xfrm>
                <a:off x="819108" y="2882501"/>
                <a:ext cx="103104" cy="1426186"/>
                <a:chOff x="4674013" y="3100904"/>
                <a:chExt cx="122758" cy="1698043"/>
              </a:xfrm>
            </p:grpSpPr>
            <p:sp>
              <p:nvSpPr>
                <p:cNvPr id="5126" name="Google Shape;5126;p7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27" name="Google Shape;5127;p7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28" name="Google Shape;5128;p7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29" name="Google Shape;5129;p7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0" name="Google Shape;5130;p7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1" name="Google Shape;5131;p7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2" name="Google Shape;5132;p7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33" name="Google Shape;5133;p75"/>
              <p:cNvGrpSpPr/>
              <p:nvPr/>
            </p:nvGrpSpPr>
            <p:grpSpPr>
              <a:xfrm>
                <a:off x="1062475" y="2882501"/>
                <a:ext cx="103104" cy="1426186"/>
                <a:chOff x="4940438" y="3100904"/>
                <a:chExt cx="122758" cy="1698043"/>
              </a:xfrm>
            </p:grpSpPr>
            <p:sp>
              <p:nvSpPr>
                <p:cNvPr id="5134" name="Google Shape;5134;p7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5" name="Google Shape;5135;p7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6" name="Google Shape;5136;p7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7" name="Google Shape;5137;p7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8" name="Google Shape;5138;p7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39" name="Google Shape;5139;p7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0" name="Google Shape;5140;p7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41" name="Google Shape;5141;p75"/>
              <p:cNvGrpSpPr/>
              <p:nvPr/>
            </p:nvGrpSpPr>
            <p:grpSpPr>
              <a:xfrm>
                <a:off x="1299324" y="2882501"/>
                <a:ext cx="103104" cy="1426186"/>
                <a:chOff x="5206863" y="3100904"/>
                <a:chExt cx="122758" cy="1698043"/>
              </a:xfrm>
            </p:grpSpPr>
            <p:sp>
              <p:nvSpPr>
                <p:cNvPr id="5142" name="Google Shape;5142;p7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3" name="Google Shape;5143;p7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4" name="Google Shape;5144;p7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5" name="Google Shape;5145;p7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6" name="Google Shape;5146;p7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7" name="Google Shape;5147;p7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48" name="Google Shape;5148;p7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49" name="Google Shape;5149;p75"/>
              <p:cNvGrpSpPr/>
              <p:nvPr/>
            </p:nvGrpSpPr>
            <p:grpSpPr>
              <a:xfrm>
                <a:off x="1786057" y="2882501"/>
                <a:ext cx="103104" cy="1426186"/>
                <a:chOff x="6006138" y="3143629"/>
                <a:chExt cx="122758" cy="1698043"/>
              </a:xfrm>
            </p:grpSpPr>
            <p:sp>
              <p:nvSpPr>
                <p:cNvPr id="5150" name="Google Shape;5150;p7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1" name="Google Shape;5151;p7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2" name="Google Shape;5152;p7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3" name="Google Shape;5153;p7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4" name="Google Shape;5154;p7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5" name="Google Shape;5155;p7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6" name="Google Shape;5156;p7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57" name="Google Shape;5157;p75"/>
              <p:cNvGrpSpPr/>
              <p:nvPr/>
            </p:nvGrpSpPr>
            <p:grpSpPr>
              <a:xfrm>
                <a:off x="2029422" y="2882501"/>
                <a:ext cx="103104" cy="1426186"/>
                <a:chOff x="6805413" y="3100904"/>
                <a:chExt cx="122758" cy="1698043"/>
              </a:xfrm>
            </p:grpSpPr>
            <p:sp>
              <p:nvSpPr>
                <p:cNvPr id="5158" name="Google Shape;5158;p7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59" name="Google Shape;5159;p7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0" name="Google Shape;5160;p7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1" name="Google Shape;5161;p7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2" name="Google Shape;5162;p7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3" name="Google Shape;5163;p7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4" name="Google Shape;5164;p7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65" name="Google Shape;5165;p75"/>
              <p:cNvGrpSpPr/>
              <p:nvPr/>
            </p:nvGrpSpPr>
            <p:grpSpPr>
              <a:xfrm>
                <a:off x="2272795" y="2882501"/>
                <a:ext cx="103104" cy="1426186"/>
                <a:chOff x="5206863" y="3100904"/>
                <a:chExt cx="122758" cy="1698043"/>
              </a:xfrm>
            </p:grpSpPr>
            <p:sp>
              <p:nvSpPr>
                <p:cNvPr id="5166" name="Google Shape;5166;p7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7" name="Google Shape;5167;p7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8" name="Google Shape;5168;p7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69" name="Google Shape;5169;p7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0" name="Google Shape;5170;p7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1" name="Google Shape;5171;p7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2" name="Google Shape;5172;p7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73" name="Google Shape;5173;p75"/>
              <p:cNvGrpSpPr/>
              <p:nvPr/>
            </p:nvGrpSpPr>
            <p:grpSpPr>
              <a:xfrm>
                <a:off x="1542694" y="2882501"/>
                <a:ext cx="103104" cy="1426186"/>
                <a:chOff x="6006138" y="3143629"/>
                <a:chExt cx="122758" cy="1698043"/>
              </a:xfrm>
            </p:grpSpPr>
            <p:sp>
              <p:nvSpPr>
                <p:cNvPr id="5174" name="Google Shape;5174;p7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5" name="Google Shape;5175;p7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6" name="Google Shape;5176;p7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7" name="Google Shape;5177;p7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8" name="Google Shape;5178;p7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79" name="Google Shape;5179;p7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0" name="Google Shape;5180;p7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grpSp>
        <p:nvGrpSpPr>
          <p:cNvPr id="5181" name="Google Shape;5181;p75"/>
          <p:cNvGrpSpPr/>
          <p:nvPr/>
        </p:nvGrpSpPr>
        <p:grpSpPr>
          <a:xfrm>
            <a:off x="7561679" y="4407983"/>
            <a:ext cx="3666603" cy="1160903"/>
            <a:chOff x="238125" y="1725700"/>
            <a:chExt cx="7139025" cy="2260325"/>
          </a:xfrm>
        </p:grpSpPr>
        <p:sp>
          <p:nvSpPr>
            <p:cNvPr id="5182" name="Google Shape;5182;p7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5183" name="Google Shape;5183;p7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4" name="Google Shape;5184;p7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5" name="Google Shape;5185;p7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6" name="Google Shape;5186;p75"/>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7" name="Google Shape;5187;p7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8" name="Google Shape;5188;p7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89" name="Google Shape;5189;p7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90" name="Google Shape;5190;p7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91" name="Google Shape;5191;p7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192" name="Google Shape;5192;p75"/>
          <p:cNvGrpSpPr/>
          <p:nvPr/>
        </p:nvGrpSpPr>
        <p:grpSpPr>
          <a:xfrm>
            <a:off x="7921897" y="2996978"/>
            <a:ext cx="1473936" cy="1222329"/>
            <a:chOff x="5249100" y="1210600"/>
            <a:chExt cx="3502700" cy="2904775"/>
          </a:xfrm>
        </p:grpSpPr>
        <p:sp>
          <p:nvSpPr>
            <p:cNvPr id="5193" name="Google Shape;5193;p7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94" name="Google Shape;5194;p7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95" name="Google Shape;5195;p7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196" name="Google Shape;5196;p7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197" name="Google Shape;5197;p7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198" name="Google Shape;5198;p7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199" name="Google Shape;5199;p7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200" name="Google Shape;5200;p7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201" name="Google Shape;5201;p7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202" name="Google Shape;5202;p75"/>
          <p:cNvGrpSpPr/>
          <p:nvPr/>
        </p:nvGrpSpPr>
        <p:grpSpPr>
          <a:xfrm>
            <a:off x="9498628" y="1289535"/>
            <a:ext cx="1739533" cy="1499808"/>
            <a:chOff x="7287122" y="1165658"/>
            <a:chExt cx="1219413" cy="1051365"/>
          </a:xfrm>
        </p:grpSpPr>
        <p:grpSp>
          <p:nvGrpSpPr>
            <p:cNvPr id="5203" name="Google Shape;5203;p75"/>
            <p:cNvGrpSpPr/>
            <p:nvPr/>
          </p:nvGrpSpPr>
          <p:grpSpPr>
            <a:xfrm>
              <a:off x="7287122" y="1969723"/>
              <a:ext cx="1219413" cy="247300"/>
              <a:chOff x="7287122" y="1969723"/>
              <a:chExt cx="1219413" cy="247300"/>
            </a:xfrm>
          </p:grpSpPr>
          <p:sp>
            <p:nvSpPr>
              <p:cNvPr id="5204" name="Google Shape;5204;p7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205" name="Google Shape;5205;p75"/>
              <p:cNvGrpSpPr/>
              <p:nvPr/>
            </p:nvGrpSpPr>
            <p:grpSpPr>
              <a:xfrm>
                <a:off x="7287122" y="2063892"/>
                <a:ext cx="1151753" cy="73428"/>
                <a:chOff x="7287122" y="2063892"/>
                <a:chExt cx="1151753" cy="73428"/>
              </a:xfrm>
            </p:grpSpPr>
            <p:sp>
              <p:nvSpPr>
                <p:cNvPr id="5206" name="Google Shape;5206;p7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07" name="Google Shape;5207;p7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208" name="Google Shape;5208;p75"/>
            <p:cNvGrpSpPr/>
            <p:nvPr/>
          </p:nvGrpSpPr>
          <p:grpSpPr>
            <a:xfrm>
              <a:off x="7287122" y="1712201"/>
              <a:ext cx="1219403" cy="246767"/>
              <a:chOff x="7287122" y="1712201"/>
              <a:chExt cx="1219403" cy="246767"/>
            </a:xfrm>
          </p:grpSpPr>
          <p:sp>
            <p:nvSpPr>
              <p:cNvPr id="5209" name="Google Shape;5209;p7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210" name="Google Shape;5210;p75"/>
              <p:cNvGrpSpPr/>
              <p:nvPr/>
            </p:nvGrpSpPr>
            <p:grpSpPr>
              <a:xfrm>
                <a:off x="7287122" y="1842861"/>
                <a:ext cx="1005303" cy="73419"/>
                <a:chOff x="7287122" y="1842861"/>
                <a:chExt cx="1005303" cy="73419"/>
              </a:xfrm>
            </p:grpSpPr>
            <p:sp>
              <p:nvSpPr>
                <p:cNvPr id="5211" name="Google Shape;5211;p7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12" name="Google Shape;5212;p7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213" name="Google Shape;5213;p75"/>
            <p:cNvGrpSpPr/>
            <p:nvPr/>
          </p:nvGrpSpPr>
          <p:grpSpPr>
            <a:xfrm>
              <a:off x="7287122" y="1447520"/>
              <a:ext cx="1219403" cy="286667"/>
              <a:chOff x="7287122" y="1447520"/>
              <a:chExt cx="1219403" cy="286667"/>
            </a:xfrm>
          </p:grpSpPr>
          <p:sp>
            <p:nvSpPr>
              <p:cNvPr id="5214" name="Google Shape;5214;p7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215" name="Google Shape;5215;p75"/>
              <p:cNvGrpSpPr/>
              <p:nvPr/>
            </p:nvGrpSpPr>
            <p:grpSpPr>
              <a:xfrm>
                <a:off x="7287122" y="1581977"/>
                <a:ext cx="852803" cy="73428"/>
                <a:chOff x="7287122" y="1581977"/>
                <a:chExt cx="852803" cy="73428"/>
              </a:xfrm>
            </p:grpSpPr>
            <p:sp>
              <p:nvSpPr>
                <p:cNvPr id="5216" name="Google Shape;5216;p7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17" name="Google Shape;5217;p7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218" name="Google Shape;5218;p75"/>
            <p:cNvGrpSpPr/>
            <p:nvPr/>
          </p:nvGrpSpPr>
          <p:grpSpPr>
            <a:xfrm>
              <a:off x="7287122" y="1165658"/>
              <a:ext cx="1219403" cy="344253"/>
              <a:chOff x="7287122" y="1165658"/>
              <a:chExt cx="1219403" cy="344253"/>
            </a:xfrm>
          </p:grpSpPr>
          <p:sp>
            <p:nvSpPr>
              <p:cNvPr id="5219" name="Google Shape;5219;p7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220" name="Google Shape;5220;p75"/>
              <p:cNvGrpSpPr/>
              <p:nvPr/>
            </p:nvGrpSpPr>
            <p:grpSpPr>
              <a:xfrm>
                <a:off x="7287122" y="1341025"/>
                <a:ext cx="695703" cy="73419"/>
                <a:chOff x="7287122" y="1341025"/>
                <a:chExt cx="695703" cy="73419"/>
              </a:xfrm>
            </p:grpSpPr>
            <p:sp>
              <p:nvSpPr>
                <p:cNvPr id="5221" name="Google Shape;5221;p7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22" name="Google Shape;5222;p7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223" name="Google Shape;5223;p75"/>
          <p:cNvGrpSpPr/>
          <p:nvPr/>
        </p:nvGrpSpPr>
        <p:grpSpPr>
          <a:xfrm>
            <a:off x="7720618" y="1297565"/>
            <a:ext cx="1863639" cy="1464720"/>
            <a:chOff x="5900602" y="1193063"/>
            <a:chExt cx="1299851" cy="1021707"/>
          </a:xfrm>
        </p:grpSpPr>
        <p:grpSp>
          <p:nvGrpSpPr>
            <p:cNvPr id="5224" name="Google Shape;5224;p75"/>
            <p:cNvGrpSpPr/>
            <p:nvPr/>
          </p:nvGrpSpPr>
          <p:grpSpPr>
            <a:xfrm>
              <a:off x="6520337" y="1193063"/>
              <a:ext cx="341815" cy="799959"/>
              <a:chOff x="6520337" y="1193063"/>
              <a:chExt cx="341815" cy="799959"/>
            </a:xfrm>
          </p:grpSpPr>
          <p:grpSp>
            <p:nvGrpSpPr>
              <p:cNvPr id="5225" name="Google Shape;5225;p75"/>
              <p:cNvGrpSpPr/>
              <p:nvPr/>
            </p:nvGrpSpPr>
            <p:grpSpPr>
              <a:xfrm>
                <a:off x="6520337" y="1589527"/>
                <a:ext cx="213950" cy="403494"/>
                <a:chOff x="6520337" y="1589527"/>
                <a:chExt cx="213950" cy="403494"/>
              </a:xfrm>
            </p:grpSpPr>
            <p:sp>
              <p:nvSpPr>
                <p:cNvPr id="5226" name="Google Shape;5226;p7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27" name="Google Shape;5227;p7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228" name="Google Shape;5228;p75"/>
              <p:cNvGrpSpPr/>
              <p:nvPr/>
            </p:nvGrpSpPr>
            <p:grpSpPr>
              <a:xfrm>
                <a:off x="6577204" y="1193063"/>
                <a:ext cx="284947" cy="464512"/>
                <a:chOff x="6577204" y="1193063"/>
                <a:chExt cx="284947" cy="464512"/>
              </a:xfrm>
            </p:grpSpPr>
            <p:sp>
              <p:nvSpPr>
                <p:cNvPr id="5229" name="Google Shape;5229;p7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30" name="Google Shape;5230;p75"/>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231" name="Google Shape;5231;p75"/>
            <p:cNvGrpSpPr/>
            <p:nvPr/>
          </p:nvGrpSpPr>
          <p:grpSpPr>
            <a:xfrm>
              <a:off x="6238903" y="1193063"/>
              <a:ext cx="300475" cy="900152"/>
              <a:chOff x="6238903" y="1193063"/>
              <a:chExt cx="300475" cy="900152"/>
            </a:xfrm>
          </p:grpSpPr>
          <p:grpSp>
            <p:nvGrpSpPr>
              <p:cNvPr id="5232" name="Google Shape;5232;p75"/>
              <p:cNvGrpSpPr/>
              <p:nvPr/>
            </p:nvGrpSpPr>
            <p:grpSpPr>
              <a:xfrm>
                <a:off x="6290865" y="1489315"/>
                <a:ext cx="248514" cy="603900"/>
                <a:chOff x="6290865" y="1489315"/>
                <a:chExt cx="248514" cy="603900"/>
              </a:xfrm>
            </p:grpSpPr>
            <p:sp>
              <p:nvSpPr>
                <p:cNvPr id="5233" name="Google Shape;5233;p7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34" name="Google Shape;5234;p7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235" name="Google Shape;5235;p75"/>
              <p:cNvGrpSpPr/>
              <p:nvPr/>
            </p:nvGrpSpPr>
            <p:grpSpPr>
              <a:xfrm>
                <a:off x="6238903" y="1193063"/>
                <a:ext cx="284947" cy="333087"/>
                <a:chOff x="6238903" y="1193063"/>
                <a:chExt cx="284947" cy="333087"/>
              </a:xfrm>
            </p:grpSpPr>
            <p:sp>
              <p:nvSpPr>
                <p:cNvPr id="5236" name="Google Shape;5236;p7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37" name="Google Shape;5237;p75"/>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238" name="Google Shape;5238;p75"/>
            <p:cNvGrpSpPr/>
            <p:nvPr/>
          </p:nvGrpSpPr>
          <p:grpSpPr>
            <a:xfrm>
              <a:off x="5900602" y="1193063"/>
              <a:ext cx="444345" cy="1021707"/>
              <a:chOff x="5900602" y="1193063"/>
              <a:chExt cx="444345" cy="1021707"/>
            </a:xfrm>
          </p:grpSpPr>
          <p:grpSp>
            <p:nvGrpSpPr>
              <p:cNvPr id="5239" name="Google Shape;5239;p75"/>
              <p:cNvGrpSpPr/>
              <p:nvPr/>
            </p:nvGrpSpPr>
            <p:grpSpPr>
              <a:xfrm>
                <a:off x="6046501" y="1367785"/>
                <a:ext cx="298446" cy="846986"/>
                <a:chOff x="6046501" y="1367785"/>
                <a:chExt cx="298446" cy="846986"/>
              </a:xfrm>
            </p:grpSpPr>
            <p:sp>
              <p:nvSpPr>
                <p:cNvPr id="5240" name="Google Shape;5240;p7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41" name="Google Shape;5241;p7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242" name="Google Shape;5242;p75"/>
              <p:cNvGrpSpPr/>
              <p:nvPr/>
            </p:nvGrpSpPr>
            <p:grpSpPr>
              <a:xfrm>
                <a:off x="5900602" y="1193063"/>
                <a:ext cx="284947" cy="182312"/>
                <a:chOff x="5900602" y="1193063"/>
                <a:chExt cx="284947" cy="182312"/>
              </a:xfrm>
            </p:grpSpPr>
            <p:sp>
              <p:nvSpPr>
                <p:cNvPr id="5243" name="Google Shape;5243;p7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44" name="Google Shape;5244;p7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245" name="Google Shape;5245;p75"/>
            <p:cNvGrpSpPr/>
            <p:nvPr/>
          </p:nvGrpSpPr>
          <p:grpSpPr>
            <a:xfrm>
              <a:off x="6738300" y="1193063"/>
              <a:ext cx="462153" cy="707634"/>
              <a:chOff x="6738300" y="1193063"/>
              <a:chExt cx="462153" cy="707634"/>
            </a:xfrm>
          </p:grpSpPr>
          <p:grpSp>
            <p:nvGrpSpPr>
              <p:cNvPr id="5246" name="Google Shape;5246;p75"/>
              <p:cNvGrpSpPr/>
              <p:nvPr/>
            </p:nvGrpSpPr>
            <p:grpSpPr>
              <a:xfrm>
                <a:off x="6915505" y="1193063"/>
                <a:ext cx="284947" cy="597387"/>
                <a:chOff x="6915505" y="1193063"/>
                <a:chExt cx="284947" cy="597387"/>
              </a:xfrm>
            </p:grpSpPr>
            <p:sp>
              <p:nvSpPr>
                <p:cNvPr id="5247" name="Google Shape;5247;p7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5248" name="Google Shape;5248;p75"/>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249" name="Google Shape;5249;p75"/>
              <p:cNvGrpSpPr/>
              <p:nvPr/>
            </p:nvGrpSpPr>
            <p:grpSpPr>
              <a:xfrm>
                <a:off x="6738300" y="1684725"/>
                <a:ext cx="230066" cy="215971"/>
                <a:chOff x="6738300" y="1684725"/>
                <a:chExt cx="230066" cy="215971"/>
              </a:xfrm>
            </p:grpSpPr>
            <p:sp>
              <p:nvSpPr>
                <p:cNvPr id="5250" name="Google Shape;5250;p7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251" name="Google Shape;5251;p7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sp>
        <p:nvSpPr>
          <p:cNvPr id="11" name="文本框 10">
            <a:extLst>
              <a:ext uri="{FF2B5EF4-FFF2-40B4-BE49-F238E27FC236}">
                <a16:creationId xmlns:a16="http://schemas.microsoft.com/office/drawing/2014/main" id="{D30DA751-5FA4-AC6A-AB18-397E5FA0994E}"/>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7226E956-6019-2FB7-9DE4-6A63369E1253}"/>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F6851708-3D9C-F78D-6A87-91CADA41F78C}"/>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7190F200-DF05-44D8-DE81-278D7D963191}"/>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3A1A875F-91EC-D34B-B50A-A9CCF71AF0A9}"/>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F17A2E97-9A66-F6A2-C55D-5783E6461B5C}"/>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671B4505-B2DE-4D1A-9DA4-2563E7ACAFA8}"/>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1A8B555B-81BC-F8AA-BEEC-4A057F9CAEE3}"/>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C450CB51-7EE6-B370-4CE7-95258D4D2B78}"/>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CBB1FE5A-82B9-DA6F-F208-7E6DAF54E922}"/>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5255"/>
        <p:cNvGrpSpPr/>
        <p:nvPr/>
      </p:nvGrpSpPr>
      <p:grpSpPr>
        <a:xfrm>
          <a:off x="0" y="0"/>
          <a:ext cx="0" cy="0"/>
          <a:chOff x="0" y="0"/>
          <a:chExt cx="0" cy="0"/>
        </a:xfrm>
      </p:grpSpPr>
      <p:grpSp>
        <p:nvGrpSpPr>
          <p:cNvPr id="5256" name="Google Shape;5256;p76"/>
          <p:cNvGrpSpPr/>
          <p:nvPr/>
        </p:nvGrpSpPr>
        <p:grpSpPr>
          <a:xfrm>
            <a:off x="1105813" y="2485177"/>
            <a:ext cx="452313" cy="397581"/>
            <a:chOff x="898875" y="244725"/>
            <a:chExt cx="481800" cy="423500"/>
          </a:xfrm>
          <a:solidFill>
            <a:schemeClr val="bg1"/>
          </a:solidFill>
        </p:grpSpPr>
        <p:sp>
          <p:nvSpPr>
            <p:cNvPr id="5257" name="Google Shape;5257;p76"/>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58" name="Google Shape;5258;p76"/>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59" name="Google Shape;5259;p76"/>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60" name="Google Shape;5260;p76"/>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61" name="Google Shape;5261;p76"/>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62" name="Google Shape;5262;p76"/>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63" name="Google Shape;5263;p76"/>
          <p:cNvGrpSpPr/>
          <p:nvPr/>
        </p:nvGrpSpPr>
        <p:grpSpPr>
          <a:xfrm>
            <a:off x="1690322" y="2457802"/>
            <a:ext cx="397559" cy="452337"/>
            <a:chOff x="1529350" y="258825"/>
            <a:chExt cx="423475" cy="481825"/>
          </a:xfrm>
          <a:solidFill>
            <a:schemeClr val="bg1"/>
          </a:solidFill>
        </p:grpSpPr>
        <p:sp>
          <p:nvSpPr>
            <p:cNvPr id="5264" name="Google Shape;5264;p76"/>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65" name="Google Shape;5265;p76"/>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66" name="Google Shape;5266;p76"/>
          <p:cNvGrpSpPr/>
          <p:nvPr/>
        </p:nvGrpSpPr>
        <p:grpSpPr>
          <a:xfrm>
            <a:off x="2214288" y="2564694"/>
            <a:ext cx="454520" cy="238549"/>
            <a:chOff x="2084325" y="363300"/>
            <a:chExt cx="484150" cy="254100"/>
          </a:xfrm>
          <a:solidFill>
            <a:schemeClr val="bg1"/>
          </a:solidFill>
        </p:grpSpPr>
        <p:sp>
          <p:nvSpPr>
            <p:cNvPr id="5267" name="Google Shape;5267;p7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68" name="Google Shape;5268;p7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69" name="Google Shape;5269;p76"/>
          <p:cNvGrpSpPr/>
          <p:nvPr/>
        </p:nvGrpSpPr>
        <p:grpSpPr>
          <a:xfrm>
            <a:off x="2813349" y="2457800"/>
            <a:ext cx="397559" cy="452337"/>
            <a:chOff x="2707500" y="249400"/>
            <a:chExt cx="423475" cy="481825"/>
          </a:xfrm>
          <a:solidFill>
            <a:schemeClr val="bg1"/>
          </a:solidFill>
        </p:grpSpPr>
        <p:sp>
          <p:nvSpPr>
            <p:cNvPr id="5270" name="Google Shape;5270;p7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71" name="Google Shape;5271;p7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72" name="Google Shape;5272;p76"/>
          <p:cNvGrpSpPr/>
          <p:nvPr/>
        </p:nvGrpSpPr>
        <p:grpSpPr>
          <a:xfrm>
            <a:off x="3364835" y="2458234"/>
            <a:ext cx="407181" cy="451469"/>
            <a:chOff x="3300325" y="249875"/>
            <a:chExt cx="433725" cy="480900"/>
          </a:xfrm>
          <a:solidFill>
            <a:schemeClr val="bg1"/>
          </a:solidFill>
        </p:grpSpPr>
        <p:sp>
          <p:nvSpPr>
            <p:cNvPr id="5273" name="Google Shape;5273;p7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74" name="Google Shape;5274;p7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75" name="Google Shape;5275;p7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76" name="Google Shape;5276;p7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77" name="Google Shape;5277;p7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78" name="Google Shape;5278;p7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79" name="Google Shape;5279;p76"/>
          <p:cNvGrpSpPr/>
          <p:nvPr/>
        </p:nvGrpSpPr>
        <p:grpSpPr>
          <a:xfrm>
            <a:off x="3883617" y="2458129"/>
            <a:ext cx="469799" cy="451680"/>
            <a:chOff x="3854700" y="249750"/>
            <a:chExt cx="500425" cy="481125"/>
          </a:xfrm>
          <a:solidFill>
            <a:schemeClr val="bg1"/>
          </a:solidFill>
        </p:grpSpPr>
        <p:sp>
          <p:nvSpPr>
            <p:cNvPr id="5280" name="Google Shape;5280;p76"/>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1" name="Google Shape;5281;p76"/>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2" name="Google Shape;5282;p76"/>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3" name="Google Shape;5283;p76"/>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4" name="Google Shape;5284;p76"/>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5" name="Google Shape;5285;p76"/>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6" name="Google Shape;5286;p76"/>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87" name="Google Shape;5287;p76"/>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88" name="Google Shape;5288;p76"/>
          <p:cNvGrpSpPr/>
          <p:nvPr/>
        </p:nvGrpSpPr>
        <p:grpSpPr>
          <a:xfrm>
            <a:off x="4440935" y="2458129"/>
            <a:ext cx="469799" cy="451680"/>
            <a:chOff x="4447550" y="249750"/>
            <a:chExt cx="500425" cy="481125"/>
          </a:xfrm>
          <a:solidFill>
            <a:schemeClr val="bg1"/>
          </a:solidFill>
        </p:grpSpPr>
        <p:sp>
          <p:nvSpPr>
            <p:cNvPr id="5289" name="Google Shape;5289;p76"/>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90" name="Google Shape;5290;p76"/>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91" name="Google Shape;5291;p76"/>
          <p:cNvGrpSpPr/>
          <p:nvPr/>
        </p:nvGrpSpPr>
        <p:grpSpPr>
          <a:xfrm>
            <a:off x="5013204" y="2457800"/>
            <a:ext cx="452337" cy="452337"/>
            <a:chOff x="5049725" y="249400"/>
            <a:chExt cx="481825" cy="481825"/>
          </a:xfrm>
          <a:solidFill>
            <a:schemeClr val="bg1"/>
          </a:solidFill>
        </p:grpSpPr>
        <p:sp>
          <p:nvSpPr>
            <p:cNvPr id="5292" name="Google Shape;5292;p76"/>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93" name="Google Shape;5293;p7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94" name="Google Shape;5294;p76"/>
          <p:cNvGrpSpPr/>
          <p:nvPr/>
        </p:nvGrpSpPr>
        <p:grpSpPr>
          <a:xfrm>
            <a:off x="5565125" y="2457800"/>
            <a:ext cx="452337" cy="452337"/>
            <a:chOff x="5660400" y="238125"/>
            <a:chExt cx="481825" cy="481825"/>
          </a:xfrm>
          <a:solidFill>
            <a:schemeClr val="bg1"/>
          </a:solidFill>
        </p:grpSpPr>
        <p:sp>
          <p:nvSpPr>
            <p:cNvPr id="5295" name="Google Shape;5295;p7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96" name="Google Shape;5296;p7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297" name="Google Shape;5297;p76"/>
          <p:cNvGrpSpPr/>
          <p:nvPr/>
        </p:nvGrpSpPr>
        <p:grpSpPr>
          <a:xfrm>
            <a:off x="6120706" y="2457800"/>
            <a:ext cx="452337" cy="452337"/>
            <a:chOff x="6235400" y="249400"/>
            <a:chExt cx="481825" cy="481825"/>
          </a:xfrm>
          <a:solidFill>
            <a:schemeClr val="bg1"/>
          </a:solidFill>
        </p:grpSpPr>
        <p:sp>
          <p:nvSpPr>
            <p:cNvPr id="5298" name="Google Shape;5298;p76"/>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299" name="Google Shape;5299;p76"/>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00" name="Google Shape;5300;p76"/>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01" name="Google Shape;5301;p76"/>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02" name="Google Shape;5302;p76"/>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03" name="Google Shape;5303;p76"/>
          <p:cNvGrpSpPr/>
          <p:nvPr/>
        </p:nvGrpSpPr>
        <p:grpSpPr>
          <a:xfrm>
            <a:off x="1105167" y="3050743"/>
            <a:ext cx="453605" cy="397488"/>
            <a:chOff x="899850" y="871450"/>
            <a:chExt cx="483175" cy="423400"/>
          </a:xfrm>
          <a:solidFill>
            <a:schemeClr val="bg1"/>
          </a:solidFill>
        </p:grpSpPr>
        <p:sp>
          <p:nvSpPr>
            <p:cNvPr id="5304" name="Google Shape;5304;p7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05" name="Google Shape;5305;p7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06" name="Google Shape;5306;p7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07" name="Google Shape;5307;p7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308" name="Google Shape;5308;p76"/>
          <p:cNvSpPr/>
          <p:nvPr/>
        </p:nvSpPr>
        <p:spPr>
          <a:xfrm>
            <a:off x="1687566" y="3023283"/>
            <a:ext cx="402933" cy="452337"/>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309" name="Google Shape;5309;p76"/>
          <p:cNvGrpSpPr/>
          <p:nvPr/>
        </p:nvGrpSpPr>
        <p:grpSpPr>
          <a:xfrm>
            <a:off x="2214501" y="3023307"/>
            <a:ext cx="454097" cy="452361"/>
            <a:chOff x="2085450" y="842250"/>
            <a:chExt cx="483700" cy="481850"/>
          </a:xfrm>
          <a:solidFill>
            <a:schemeClr val="bg1"/>
          </a:solidFill>
        </p:grpSpPr>
        <p:sp>
          <p:nvSpPr>
            <p:cNvPr id="5310" name="Google Shape;5310;p7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11" name="Google Shape;5311;p7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12" name="Google Shape;5312;p7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13" name="Google Shape;5313;p76"/>
          <p:cNvGrpSpPr/>
          <p:nvPr/>
        </p:nvGrpSpPr>
        <p:grpSpPr>
          <a:xfrm>
            <a:off x="2785924" y="3023319"/>
            <a:ext cx="452408" cy="452337"/>
            <a:chOff x="2685825" y="840375"/>
            <a:chExt cx="481900" cy="481825"/>
          </a:xfrm>
          <a:solidFill>
            <a:schemeClr val="bg1"/>
          </a:solidFill>
        </p:grpSpPr>
        <p:sp>
          <p:nvSpPr>
            <p:cNvPr id="5314" name="Google Shape;5314;p76"/>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15" name="Google Shape;5315;p76"/>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16" name="Google Shape;5316;p76"/>
          <p:cNvGrpSpPr/>
          <p:nvPr/>
        </p:nvGrpSpPr>
        <p:grpSpPr>
          <a:xfrm>
            <a:off x="3334806" y="3022896"/>
            <a:ext cx="467241" cy="453183"/>
            <a:chOff x="3270675" y="841800"/>
            <a:chExt cx="497700" cy="482725"/>
          </a:xfrm>
          <a:solidFill>
            <a:schemeClr val="bg1"/>
          </a:solidFill>
        </p:grpSpPr>
        <p:sp>
          <p:nvSpPr>
            <p:cNvPr id="5317" name="Google Shape;5317;p76"/>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18" name="Google Shape;5318;p76"/>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19" name="Google Shape;5319;p76"/>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320" name="Google Shape;5320;p76"/>
          <p:cNvSpPr/>
          <p:nvPr/>
        </p:nvSpPr>
        <p:spPr>
          <a:xfrm>
            <a:off x="3892173" y="3037411"/>
            <a:ext cx="452337" cy="42408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321" name="Google Shape;5321;p76"/>
          <p:cNvGrpSpPr/>
          <p:nvPr/>
        </p:nvGrpSpPr>
        <p:grpSpPr>
          <a:xfrm>
            <a:off x="4449666" y="3050708"/>
            <a:ext cx="452337" cy="397559"/>
            <a:chOff x="4467200" y="877100"/>
            <a:chExt cx="481825" cy="423475"/>
          </a:xfrm>
          <a:solidFill>
            <a:schemeClr val="bg1"/>
          </a:solidFill>
        </p:grpSpPr>
        <p:sp>
          <p:nvSpPr>
            <p:cNvPr id="5322" name="Google Shape;5322;p76"/>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23" name="Google Shape;5323;p76"/>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24" name="Google Shape;5324;p76"/>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25" name="Google Shape;5325;p76"/>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26" name="Google Shape;5326;p76"/>
          <p:cNvGrpSpPr/>
          <p:nvPr/>
        </p:nvGrpSpPr>
        <p:grpSpPr>
          <a:xfrm>
            <a:off x="5002854" y="3023307"/>
            <a:ext cx="473037" cy="452361"/>
            <a:chOff x="5045500" y="842250"/>
            <a:chExt cx="503875" cy="481850"/>
          </a:xfrm>
          <a:solidFill>
            <a:schemeClr val="bg1"/>
          </a:solidFill>
        </p:grpSpPr>
        <p:sp>
          <p:nvSpPr>
            <p:cNvPr id="5327" name="Google Shape;5327;p76"/>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28" name="Google Shape;5328;p76"/>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29" name="Google Shape;5329;p76"/>
          <p:cNvGrpSpPr/>
          <p:nvPr/>
        </p:nvGrpSpPr>
        <p:grpSpPr>
          <a:xfrm>
            <a:off x="5566650" y="3058265"/>
            <a:ext cx="449287" cy="382444"/>
            <a:chOff x="5645200" y="879425"/>
            <a:chExt cx="478575" cy="407375"/>
          </a:xfrm>
          <a:solidFill>
            <a:schemeClr val="bg1"/>
          </a:solidFill>
        </p:grpSpPr>
        <p:sp>
          <p:nvSpPr>
            <p:cNvPr id="5330" name="Google Shape;5330;p76"/>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1" name="Google Shape;5331;p76"/>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2" name="Google Shape;5332;p76"/>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3" name="Google Shape;5333;p76"/>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4" name="Google Shape;5334;p76"/>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5" name="Google Shape;5335;p76"/>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36" name="Google Shape;5336;p76"/>
          <p:cNvGrpSpPr/>
          <p:nvPr/>
        </p:nvGrpSpPr>
        <p:grpSpPr>
          <a:xfrm>
            <a:off x="6148083" y="3023319"/>
            <a:ext cx="397581" cy="452337"/>
            <a:chOff x="6264525" y="842250"/>
            <a:chExt cx="423500" cy="481825"/>
          </a:xfrm>
          <a:solidFill>
            <a:schemeClr val="bg1"/>
          </a:solidFill>
        </p:grpSpPr>
        <p:sp>
          <p:nvSpPr>
            <p:cNvPr id="5337" name="Google Shape;5337;p76"/>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8" name="Google Shape;5338;p76"/>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39" name="Google Shape;5339;p76"/>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0" name="Google Shape;5340;p76"/>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1" name="Google Shape;5341;p76"/>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2" name="Google Shape;5342;p76"/>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3" name="Google Shape;5343;p76"/>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44" name="Google Shape;5344;p76"/>
          <p:cNvGrpSpPr/>
          <p:nvPr/>
        </p:nvGrpSpPr>
        <p:grpSpPr>
          <a:xfrm>
            <a:off x="1105801" y="3576191"/>
            <a:ext cx="452337" cy="452337"/>
            <a:chOff x="900750" y="1436075"/>
            <a:chExt cx="481825" cy="481825"/>
          </a:xfrm>
          <a:solidFill>
            <a:schemeClr val="bg1"/>
          </a:solidFill>
        </p:grpSpPr>
        <p:sp>
          <p:nvSpPr>
            <p:cNvPr id="5345" name="Google Shape;5345;p76"/>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6" name="Google Shape;5346;p76"/>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7" name="Google Shape;5347;p76"/>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48" name="Google Shape;5348;p76"/>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49" name="Google Shape;5349;p76"/>
          <p:cNvGrpSpPr/>
          <p:nvPr/>
        </p:nvGrpSpPr>
        <p:grpSpPr>
          <a:xfrm>
            <a:off x="1662932" y="3656574"/>
            <a:ext cx="452337" cy="291568"/>
            <a:chOff x="1492675" y="1520750"/>
            <a:chExt cx="481825" cy="310575"/>
          </a:xfrm>
          <a:solidFill>
            <a:schemeClr val="bg1"/>
          </a:solidFill>
        </p:grpSpPr>
        <p:sp>
          <p:nvSpPr>
            <p:cNvPr id="5350" name="Google Shape;5350;p7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51" name="Google Shape;5351;p7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52" name="Google Shape;5352;p76"/>
          <p:cNvGrpSpPr/>
          <p:nvPr/>
        </p:nvGrpSpPr>
        <p:grpSpPr>
          <a:xfrm>
            <a:off x="2206660" y="3576166"/>
            <a:ext cx="469776" cy="452384"/>
            <a:chOff x="2071000" y="1435025"/>
            <a:chExt cx="500400" cy="481875"/>
          </a:xfrm>
          <a:solidFill>
            <a:schemeClr val="bg1"/>
          </a:solidFill>
        </p:grpSpPr>
        <p:sp>
          <p:nvSpPr>
            <p:cNvPr id="5353" name="Google Shape;5353;p76"/>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54" name="Google Shape;5354;p76"/>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55" name="Google Shape;5355;p76"/>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56" name="Google Shape;5356;p76"/>
          <p:cNvGrpSpPr/>
          <p:nvPr/>
        </p:nvGrpSpPr>
        <p:grpSpPr>
          <a:xfrm>
            <a:off x="2777546" y="3603943"/>
            <a:ext cx="469165" cy="396831"/>
            <a:chOff x="2678350" y="1464650"/>
            <a:chExt cx="499750" cy="422700"/>
          </a:xfrm>
          <a:solidFill>
            <a:schemeClr val="bg1"/>
          </a:solidFill>
        </p:grpSpPr>
        <p:sp>
          <p:nvSpPr>
            <p:cNvPr id="5357" name="Google Shape;5357;p76"/>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58" name="Google Shape;5358;p76"/>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59" name="Google Shape;5359;p76"/>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60" name="Google Shape;5360;p76"/>
          <p:cNvGrpSpPr/>
          <p:nvPr/>
        </p:nvGrpSpPr>
        <p:grpSpPr>
          <a:xfrm>
            <a:off x="3342257" y="3576191"/>
            <a:ext cx="452337" cy="452337"/>
            <a:chOff x="3271200" y="1435075"/>
            <a:chExt cx="481825" cy="481825"/>
          </a:xfrm>
          <a:solidFill>
            <a:schemeClr val="bg1"/>
          </a:solidFill>
        </p:grpSpPr>
        <p:sp>
          <p:nvSpPr>
            <p:cNvPr id="5361" name="Google Shape;5361;p76"/>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62" name="Google Shape;5362;p76"/>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63" name="Google Shape;5363;p76"/>
          <p:cNvGrpSpPr/>
          <p:nvPr/>
        </p:nvGrpSpPr>
        <p:grpSpPr>
          <a:xfrm>
            <a:off x="3889553" y="3576166"/>
            <a:ext cx="457923" cy="452384"/>
            <a:chOff x="3858100" y="1435075"/>
            <a:chExt cx="487775" cy="481875"/>
          </a:xfrm>
          <a:solidFill>
            <a:schemeClr val="bg1"/>
          </a:solidFill>
        </p:grpSpPr>
        <p:sp>
          <p:nvSpPr>
            <p:cNvPr id="5364" name="Google Shape;5364;p76"/>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65" name="Google Shape;5365;p76"/>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66" name="Google Shape;5366;p76"/>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67" name="Google Shape;5367;p76"/>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68" name="Google Shape;5368;p76"/>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69" name="Google Shape;5369;p76"/>
          <p:cNvGrpSpPr/>
          <p:nvPr/>
        </p:nvGrpSpPr>
        <p:grpSpPr>
          <a:xfrm>
            <a:off x="4449666" y="3576191"/>
            <a:ext cx="452337" cy="452337"/>
            <a:chOff x="4456875" y="1435075"/>
            <a:chExt cx="481825" cy="481825"/>
          </a:xfrm>
          <a:solidFill>
            <a:schemeClr val="bg1"/>
          </a:solidFill>
        </p:grpSpPr>
        <p:sp>
          <p:nvSpPr>
            <p:cNvPr id="5370" name="Google Shape;5370;p76"/>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1" name="Google Shape;5371;p76"/>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2" name="Google Shape;5372;p76"/>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3" name="Google Shape;5373;p76"/>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4" name="Google Shape;5374;p76"/>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5" name="Google Shape;5375;p76"/>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6" name="Google Shape;5376;p76"/>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7" name="Google Shape;5377;p76"/>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8" name="Google Shape;5378;p76"/>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79" name="Google Shape;5379;p76"/>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0" name="Google Shape;5380;p76"/>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1" name="Google Shape;5381;p76"/>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2" name="Google Shape;5382;p76"/>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3" name="Google Shape;5383;p76"/>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4" name="Google Shape;5384;p76"/>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5" name="Google Shape;5385;p76"/>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6" name="Google Shape;5386;p76"/>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7" name="Google Shape;5387;p76"/>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88" name="Google Shape;5388;p76"/>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89" name="Google Shape;5389;p76"/>
          <p:cNvGrpSpPr/>
          <p:nvPr/>
        </p:nvGrpSpPr>
        <p:grpSpPr>
          <a:xfrm>
            <a:off x="5010986" y="3576179"/>
            <a:ext cx="456773" cy="452361"/>
            <a:chOff x="5049725" y="1435050"/>
            <a:chExt cx="486550" cy="481850"/>
          </a:xfrm>
          <a:solidFill>
            <a:schemeClr val="bg1"/>
          </a:solidFill>
        </p:grpSpPr>
        <p:sp>
          <p:nvSpPr>
            <p:cNvPr id="5390" name="Google Shape;5390;p7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91" name="Google Shape;5391;p7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92" name="Google Shape;5392;p7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93" name="Google Shape;5393;p7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94" name="Google Shape;5394;p76"/>
          <p:cNvGrpSpPr/>
          <p:nvPr/>
        </p:nvGrpSpPr>
        <p:grpSpPr>
          <a:xfrm>
            <a:off x="5565054" y="3576191"/>
            <a:ext cx="452479" cy="452337"/>
            <a:chOff x="5642475" y="1435075"/>
            <a:chExt cx="481975" cy="481825"/>
          </a:xfrm>
          <a:solidFill>
            <a:schemeClr val="bg1"/>
          </a:solidFill>
        </p:grpSpPr>
        <p:sp>
          <p:nvSpPr>
            <p:cNvPr id="5395" name="Google Shape;5395;p7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96" name="Google Shape;5396;p7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397" name="Google Shape;5397;p7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398" name="Google Shape;5398;p76"/>
          <p:cNvGrpSpPr/>
          <p:nvPr/>
        </p:nvGrpSpPr>
        <p:grpSpPr>
          <a:xfrm>
            <a:off x="6117702" y="3576179"/>
            <a:ext cx="458345" cy="452361"/>
            <a:chOff x="6232000" y="1435050"/>
            <a:chExt cx="488225" cy="481850"/>
          </a:xfrm>
          <a:solidFill>
            <a:schemeClr val="bg1"/>
          </a:solidFill>
        </p:grpSpPr>
        <p:sp>
          <p:nvSpPr>
            <p:cNvPr id="5399" name="Google Shape;5399;p76"/>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00" name="Google Shape;5400;p76"/>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01" name="Google Shape;5401;p76"/>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02" name="Google Shape;5402;p76"/>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03" name="Google Shape;5403;p76"/>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04" name="Google Shape;5404;p76"/>
          <p:cNvGrpSpPr/>
          <p:nvPr/>
        </p:nvGrpSpPr>
        <p:grpSpPr>
          <a:xfrm>
            <a:off x="1132017" y="4127724"/>
            <a:ext cx="399905" cy="450389"/>
            <a:chOff x="924450" y="2028975"/>
            <a:chExt cx="425975" cy="479750"/>
          </a:xfrm>
          <a:solidFill>
            <a:schemeClr val="bg1"/>
          </a:solidFill>
        </p:grpSpPr>
        <p:sp>
          <p:nvSpPr>
            <p:cNvPr id="5405" name="Google Shape;5405;p76"/>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06" name="Google Shape;5406;p76"/>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07" name="Google Shape;5407;p76"/>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08" name="Google Shape;5408;p76"/>
          <p:cNvGrpSpPr/>
          <p:nvPr/>
        </p:nvGrpSpPr>
        <p:grpSpPr>
          <a:xfrm>
            <a:off x="2215345" y="4154126"/>
            <a:ext cx="452408" cy="397581"/>
            <a:chOff x="2085450" y="2057100"/>
            <a:chExt cx="481900" cy="423500"/>
          </a:xfrm>
          <a:solidFill>
            <a:schemeClr val="bg1"/>
          </a:solidFill>
        </p:grpSpPr>
        <p:sp>
          <p:nvSpPr>
            <p:cNvPr id="5409" name="Google Shape;5409;p76"/>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10" name="Google Shape;5410;p76"/>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11" name="Google Shape;5411;p76"/>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12" name="Google Shape;5412;p76"/>
          <p:cNvGrpSpPr/>
          <p:nvPr/>
        </p:nvGrpSpPr>
        <p:grpSpPr>
          <a:xfrm>
            <a:off x="2785923" y="4185120"/>
            <a:ext cx="452408" cy="335597"/>
            <a:chOff x="2678275" y="2090100"/>
            <a:chExt cx="481900" cy="357475"/>
          </a:xfrm>
          <a:solidFill>
            <a:schemeClr val="bg1"/>
          </a:solidFill>
        </p:grpSpPr>
        <p:sp>
          <p:nvSpPr>
            <p:cNvPr id="5413" name="Google Shape;5413;p76"/>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14" name="Google Shape;5414;p76"/>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15" name="Google Shape;5415;p76"/>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16" name="Google Shape;5416;p76"/>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17" name="Google Shape;5417;p76"/>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18" name="Google Shape;5418;p76"/>
          <p:cNvGrpSpPr/>
          <p:nvPr/>
        </p:nvGrpSpPr>
        <p:grpSpPr>
          <a:xfrm>
            <a:off x="3422195" y="4201384"/>
            <a:ext cx="292460" cy="303068"/>
            <a:chOff x="3357325" y="2093500"/>
            <a:chExt cx="311525" cy="322825"/>
          </a:xfrm>
          <a:solidFill>
            <a:schemeClr val="bg1"/>
          </a:solidFill>
        </p:grpSpPr>
        <p:sp>
          <p:nvSpPr>
            <p:cNvPr id="5419" name="Google Shape;5419;p76"/>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20" name="Google Shape;5420;p76"/>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21" name="Google Shape;5421;p76"/>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422" name="Google Shape;5422;p76"/>
          <p:cNvSpPr/>
          <p:nvPr/>
        </p:nvSpPr>
        <p:spPr>
          <a:xfrm>
            <a:off x="3895893" y="4142282"/>
            <a:ext cx="444897" cy="421099"/>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423" name="Google Shape;5423;p76"/>
          <p:cNvGrpSpPr/>
          <p:nvPr/>
        </p:nvGrpSpPr>
        <p:grpSpPr>
          <a:xfrm>
            <a:off x="4481115" y="4126750"/>
            <a:ext cx="389437" cy="452337"/>
            <a:chOff x="4492800" y="2027925"/>
            <a:chExt cx="414825" cy="481825"/>
          </a:xfrm>
          <a:solidFill>
            <a:schemeClr val="bg1"/>
          </a:solidFill>
        </p:grpSpPr>
        <p:sp>
          <p:nvSpPr>
            <p:cNvPr id="5424" name="Google Shape;5424;p76"/>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25" name="Google Shape;5425;p76"/>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26" name="Google Shape;5426;p76"/>
          <p:cNvGrpSpPr/>
          <p:nvPr/>
        </p:nvGrpSpPr>
        <p:grpSpPr>
          <a:xfrm>
            <a:off x="5013237" y="4126738"/>
            <a:ext cx="452267" cy="452361"/>
            <a:chOff x="5049725" y="2027900"/>
            <a:chExt cx="481750" cy="481850"/>
          </a:xfrm>
          <a:solidFill>
            <a:schemeClr val="bg1"/>
          </a:solidFill>
        </p:grpSpPr>
        <p:sp>
          <p:nvSpPr>
            <p:cNvPr id="5427" name="Google Shape;5427;p76"/>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28" name="Google Shape;5428;p76"/>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29" name="Google Shape;5429;p76"/>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0" name="Google Shape;5430;p76"/>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1" name="Google Shape;5431;p76"/>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2" name="Google Shape;5432;p76"/>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3" name="Google Shape;5433;p76"/>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4" name="Google Shape;5434;p76"/>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35" name="Google Shape;5435;p76"/>
          <p:cNvGrpSpPr/>
          <p:nvPr/>
        </p:nvGrpSpPr>
        <p:grpSpPr>
          <a:xfrm>
            <a:off x="5644699" y="4126855"/>
            <a:ext cx="293187" cy="452127"/>
            <a:chOff x="5726350" y="2028150"/>
            <a:chExt cx="312300" cy="481600"/>
          </a:xfrm>
          <a:solidFill>
            <a:schemeClr val="bg1"/>
          </a:solidFill>
        </p:grpSpPr>
        <p:sp>
          <p:nvSpPr>
            <p:cNvPr id="5436" name="Google Shape;5436;p76"/>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7" name="Google Shape;5437;p76"/>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38" name="Google Shape;5438;p76"/>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39" name="Google Shape;5439;p76"/>
          <p:cNvGrpSpPr/>
          <p:nvPr/>
        </p:nvGrpSpPr>
        <p:grpSpPr>
          <a:xfrm>
            <a:off x="6124954" y="4130998"/>
            <a:ext cx="443841" cy="443841"/>
            <a:chOff x="6239925" y="2032450"/>
            <a:chExt cx="472775" cy="472775"/>
          </a:xfrm>
          <a:solidFill>
            <a:schemeClr val="bg1"/>
          </a:solidFill>
        </p:grpSpPr>
        <p:sp>
          <p:nvSpPr>
            <p:cNvPr id="5440" name="Google Shape;5440;p76"/>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41" name="Google Shape;5441;p76"/>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42" name="Google Shape;5442;p76"/>
          <p:cNvGrpSpPr/>
          <p:nvPr/>
        </p:nvGrpSpPr>
        <p:grpSpPr>
          <a:xfrm>
            <a:off x="6723743" y="2560454"/>
            <a:ext cx="446188" cy="247233"/>
            <a:chOff x="903075" y="2730000"/>
            <a:chExt cx="475275" cy="263350"/>
          </a:xfrm>
          <a:solidFill>
            <a:schemeClr val="bg1"/>
          </a:solidFill>
        </p:grpSpPr>
        <p:sp>
          <p:nvSpPr>
            <p:cNvPr id="5443" name="Google Shape;5443;p76"/>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44" name="Google Shape;5444;p76"/>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45" name="Google Shape;5445;p76"/>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46" name="Google Shape;5446;p76"/>
          <p:cNvGrpSpPr/>
          <p:nvPr/>
        </p:nvGrpSpPr>
        <p:grpSpPr>
          <a:xfrm>
            <a:off x="1662932" y="4126750"/>
            <a:ext cx="452337" cy="452337"/>
            <a:chOff x="1492675" y="2027925"/>
            <a:chExt cx="481825" cy="481825"/>
          </a:xfrm>
          <a:solidFill>
            <a:schemeClr val="bg1"/>
          </a:solidFill>
        </p:grpSpPr>
        <p:sp>
          <p:nvSpPr>
            <p:cNvPr id="5447" name="Google Shape;5447;p76"/>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48" name="Google Shape;5448;p76"/>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49" name="Google Shape;5449;p76"/>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50" name="Google Shape;5450;p76"/>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51" name="Google Shape;5451;p76"/>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52" name="Google Shape;5452;p76"/>
          <p:cNvGrpSpPr/>
          <p:nvPr/>
        </p:nvGrpSpPr>
        <p:grpSpPr>
          <a:xfrm>
            <a:off x="7298101" y="2457902"/>
            <a:ext cx="452337" cy="452337"/>
            <a:chOff x="1492675" y="2620775"/>
            <a:chExt cx="481825" cy="481825"/>
          </a:xfrm>
          <a:solidFill>
            <a:schemeClr val="bg1"/>
          </a:solidFill>
        </p:grpSpPr>
        <p:sp>
          <p:nvSpPr>
            <p:cNvPr id="5453" name="Google Shape;5453;p76"/>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54" name="Google Shape;5454;p76"/>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455" name="Google Shape;5455;p76"/>
          <p:cNvSpPr/>
          <p:nvPr/>
        </p:nvSpPr>
        <p:spPr>
          <a:xfrm>
            <a:off x="7831363" y="2457790"/>
            <a:ext cx="470011" cy="452337"/>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456" name="Google Shape;5456;p76"/>
          <p:cNvGrpSpPr/>
          <p:nvPr/>
        </p:nvGrpSpPr>
        <p:grpSpPr>
          <a:xfrm>
            <a:off x="8396438" y="2479212"/>
            <a:ext cx="444780" cy="409716"/>
            <a:chOff x="2682350" y="2643425"/>
            <a:chExt cx="473775" cy="436425"/>
          </a:xfrm>
          <a:solidFill>
            <a:schemeClr val="bg1"/>
          </a:solidFill>
        </p:grpSpPr>
        <p:sp>
          <p:nvSpPr>
            <p:cNvPr id="5457" name="Google Shape;5457;p76"/>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58" name="Google Shape;5458;p76"/>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59" name="Google Shape;5459;p76"/>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60" name="Google Shape;5460;p76"/>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61" name="Google Shape;5461;p76"/>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62" name="Google Shape;5462;p76"/>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63" name="Google Shape;5463;p76"/>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64" name="Google Shape;5464;p76"/>
          <p:cNvGrpSpPr/>
          <p:nvPr/>
        </p:nvGrpSpPr>
        <p:grpSpPr>
          <a:xfrm>
            <a:off x="9017092" y="2457902"/>
            <a:ext cx="318041" cy="452337"/>
            <a:chOff x="3342725" y="2620775"/>
            <a:chExt cx="338775" cy="481825"/>
          </a:xfrm>
          <a:solidFill>
            <a:schemeClr val="bg1"/>
          </a:solidFill>
        </p:grpSpPr>
        <p:sp>
          <p:nvSpPr>
            <p:cNvPr id="5465" name="Google Shape;5465;p76"/>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66" name="Google Shape;5466;p76"/>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67" name="Google Shape;5467;p76"/>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68" name="Google Shape;5468;p76"/>
          <p:cNvGrpSpPr/>
          <p:nvPr/>
        </p:nvGrpSpPr>
        <p:grpSpPr>
          <a:xfrm>
            <a:off x="9542091" y="2457902"/>
            <a:ext cx="371061" cy="452337"/>
            <a:chOff x="3907325" y="2620775"/>
            <a:chExt cx="395250" cy="481825"/>
          </a:xfrm>
          <a:solidFill>
            <a:schemeClr val="bg1"/>
          </a:solidFill>
        </p:grpSpPr>
        <p:sp>
          <p:nvSpPr>
            <p:cNvPr id="5469" name="Google Shape;5469;p76"/>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0" name="Google Shape;5470;p76"/>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1" name="Google Shape;5471;p76"/>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2" name="Google Shape;5472;p76"/>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73" name="Google Shape;5473;p76"/>
          <p:cNvGrpSpPr/>
          <p:nvPr/>
        </p:nvGrpSpPr>
        <p:grpSpPr>
          <a:xfrm>
            <a:off x="10066341" y="2472041"/>
            <a:ext cx="452337" cy="424056"/>
            <a:chOff x="4456875" y="2635825"/>
            <a:chExt cx="481825" cy="451700"/>
          </a:xfrm>
          <a:solidFill>
            <a:schemeClr val="bg1"/>
          </a:solidFill>
        </p:grpSpPr>
        <p:sp>
          <p:nvSpPr>
            <p:cNvPr id="5474" name="Google Shape;5474;p7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5" name="Google Shape;5475;p7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6" name="Google Shape;5476;p76"/>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7" name="Google Shape;5477;p76"/>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8" name="Google Shape;5478;p7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79" name="Google Shape;5479;p76"/>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80" name="Google Shape;5480;p76"/>
          <p:cNvGrpSpPr/>
          <p:nvPr/>
        </p:nvGrpSpPr>
        <p:grpSpPr>
          <a:xfrm>
            <a:off x="10632906" y="2472041"/>
            <a:ext cx="452337" cy="424056"/>
            <a:chOff x="5049725" y="2635825"/>
            <a:chExt cx="481825" cy="451700"/>
          </a:xfrm>
          <a:solidFill>
            <a:schemeClr val="bg1"/>
          </a:solidFill>
        </p:grpSpPr>
        <p:sp>
          <p:nvSpPr>
            <p:cNvPr id="5481" name="Google Shape;5481;p76"/>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82" name="Google Shape;5482;p76"/>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83" name="Google Shape;5483;p76"/>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84" name="Google Shape;5484;p76"/>
          <p:cNvGrpSpPr/>
          <p:nvPr/>
        </p:nvGrpSpPr>
        <p:grpSpPr>
          <a:xfrm>
            <a:off x="3167182" y="4677988"/>
            <a:ext cx="451421" cy="451164"/>
            <a:chOff x="5643000" y="2621375"/>
            <a:chExt cx="480850" cy="480575"/>
          </a:xfrm>
          <a:solidFill>
            <a:schemeClr val="bg1"/>
          </a:solidFill>
        </p:grpSpPr>
        <p:sp>
          <p:nvSpPr>
            <p:cNvPr id="5485" name="Google Shape;5485;p76"/>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86" name="Google Shape;5486;p76"/>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87" name="Google Shape;5487;p76"/>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88" name="Google Shape;5488;p76"/>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89" name="Google Shape;5489;p76"/>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90" name="Google Shape;5490;p76"/>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91" name="Google Shape;5491;p76"/>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492" name="Google Shape;5492;p76"/>
          <p:cNvGrpSpPr/>
          <p:nvPr/>
        </p:nvGrpSpPr>
        <p:grpSpPr>
          <a:xfrm>
            <a:off x="5590377" y="4677402"/>
            <a:ext cx="452479" cy="452337"/>
            <a:chOff x="6235250" y="2620775"/>
            <a:chExt cx="481975" cy="481825"/>
          </a:xfrm>
          <a:solidFill>
            <a:schemeClr val="bg1"/>
          </a:solidFill>
        </p:grpSpPr>
        <p:sp>
          <p:nvSpPr>
            <p:cNvPr id="5493" name="Google Shape;5493;p76"/>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94" name="Google Shape;5494;p76"/>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95" name="Google Shape;5495;p76"/>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96" name="Google Shape;5496;p76"/>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497" name="Google Shape;5497;p76"/>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498" name="Google Shape;5498;p76"/>
          <p:cNvSpPr/>
          <p:nvPr/>
        </p:nvSpPr>
        <p:spPr>
          <a:xfrm>
            <a:off x="6716779" y="3035921"/>
            <a:ext cx="460036" cy="427060"/>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499" name="Google Shape;5499;p76"/>
          <p:cNvGrpSpPr/>
          <p:nvPr/>
        </p:nvGrpSpPr>
        <p:grpSpPr>
          <a:xfrm>
            <a:off x="7296870" y="3023420"/>
            <a:ext cx="454801" cy="452337"/>
            <a:chOff x="1535000" y="3223325"/>
            <a:chExt cx="484450" cy="481825"/>
          </a:xfrm>
          <a:solidFill>
            <a:schemeClr val="bg1"/>
          </a:solidFill>
        </p:grpSpPr>
        <p:sp>
          <p:nvSpPr>
            <p:cNvPr id="5500" name="Google Shape;5500;p76"/>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01" name="Google Shape;5501;p76"/>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02" name="Google Shape;5502;p76"/>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03" name="Google Shape;5503;p76"/>
          <p:cNvGrpSpPr/>
          <p:nvPr/>
        </p:nvGrpSpPr>
        <p:grpSpPr>
          <a:xfrm>
            <a:off x="7840293" y="3070488"/>
            <a:ext cx="452337" cy="358199"/>
            <a:chOff x="2085525" y="3263750"/>
            <a:chExt cx="481825" cy="381550"/>
          </a:xfrm>
          <a:solidFill>
            <a:schemeClr val="bg1"/>
          </a:solidFill>
        </p:grpSpPr>
        <p:sp>
          <p:nvSpPr>
            <p:cNvPr id="5504" name="Google Shape;5504;p76"/>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05" name="Google Shape;5505;p76"/>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506" name="Google Shape;5506;p76"/>
          <p:cNvSpPr/>
          <p:nvPr/>
        </p:nvSpPr>
        <p:spPr>
          <a:xfrm>
            <a:off x="8392540" y="3113251"/>
            <a:ext cx="452337" cy="272393"/>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507" name="Google Shape;5507;p76"/>
          <p:cNvGrpSpPr/>
          <p:nvPr/>
        </p:nvGrpSpPr>
        <p:grpSpPr>
          <a:xfrm>
            <a:off x="8949310" y="3023408"/>
            <a:ext cx="453605" cy="452361"/>
            <a:chOff x="3270450" y="3213625"/>
            <a:chExt cx="483175" cy="481850"/>
          </a:xfrm>
          <a:solidFill>
            <a:schemeClr val="bg1"/>
          </a:solidFill>
        </p:grpSpPr>
        <p:sp>
          <p:nvSpPr>
            <p:cNvPr id="5508" name="Google Shape;5508;p76"/>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09" name="Google Shape;5509;p76"/>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10" name="Google Shape;5510;p76"/>
          <p:cNvGrpSpPr/>
          <p:nvPr/>
        </p:nvGrpSpPr>
        <p:grpSpPr>
          <a:xfrm>
            <a:off x="9615001" y="3023420"/>
            <a:ext cx="225241" cy="452337"/>
            <a:chOff x="3984950" y="3213600"/>
            <a:chExt cx="239925" cy="481825"/>
          </a:xfrm>
          <a:solidFill>
            <a:schemeClr val="bg1"/>
          </a:solidFill>
        </p:grpSpPr>
        <p:sp>
          <p:nvSpPr>
            <p:cNvPr id="5511" name="Google Shape;5511;p76"/>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12" name="Google Shape;5512;p76"/>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513" name="Google Shape;5513;p76"/>
          <p:cNvSpPr/>
          <p:nvPr/>
        </p:nvSpPr>
        <p:spPr>
          <a:xfrm>
            <a:off x="10066104" y="3023283"/>
            <a:ext cx="452408" cy="452337"/>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14" name="Google Shape;5514;p76"/>
          <p:cNvSpPr/>
          <p:nvPr/>
        </p:nvSpPr>
        <p:spPr>
          <a:xfrm>
            <a:off x="10632678" y="3049756"/>
            <a:ext cx="452337" cy="399389"/>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515" name="Google Shape;5515;p76"/>
          <p:cNvGrpSpPr/>
          <p:nvPr/>
        </p:nvGrpSpPr>
        <p:grpSpPr>
          <a:xfrm>
            <a:off x="2499041" y="4716980"/>
            <a:ext cx="473624" cy="373173"/>
            <a:chOff x="5629975" y="3255775"/>
            <a:chExt cx="504500" cy="397500"/>
          </a:xfrm>
          <a:solidFill>
            <a:schemeClr val="bg1"/>
          </a:solidFill>
        </p:grpSpPr>
        <p:sp>
          <p:nvSpPr>
            <p:cNvPr id="5516" name="Google Shape;5516;p76"/>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17" name="Google Shape;5517;p76"/>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18" name="Google Shape;5518;p76"/>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19" name="Google Shape;5519;p76"/>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20" name="Google Shape;5520;p76"/>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21" name="Google Shape;5521;p76"/>
          <p:cNvGrpSpPr/>
          <p:nvPr/>
        </p:nvGrpSpPr>
        <p:grpSpPr>
          <a:xfrm>
            <a:off x="5007785" y="4717121"/>
            <a:ext cx="453675" cy="372892"/>
            <a:chOff x="6234950" y="3255925"/>
            <a:chExt cx="483250" cy="397200"/>
          </a:xfrm>
          <a:solidFill>
            <a:schemeClr val="bg1"/>
          </a:solidFill>
        </p:grpSpPr>
        <p:sp>
          <p:nvSpPr>
            <p:cNvPr id="5522" name="Google Shape;5522;p7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23" name="Google Shape;5523;p7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24" name="Google Shape;5524;p7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25" name="Google Shape;5525;p7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26" name="Google Shape;5526;p7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27" name="Google Shape;5527;p7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28" name="Google Shape;5528;p76"/>
          <p:cNvGrpSpPr/>
          <p:nvPr/>
        </p:nvGrpSpPr>
        <p:grpSpPr>
          <a:xfrm>
            <a:off x="6734809" y="3576291"/>
            <a:ext cx="424056" cy="452337"/>
            <a:chOff x="914900" y="3806450"/>
            <a:chExt cx="451700" cy="481825"/>
          </a:xfrm>
          <a:solidFill>
            <a:schemeClr val="bg1"/>
          </a:solidFill>
        </p:grpSpPr>
        <p:sp>
          <p:nvSpPr>
            <p:cNvPr id="5529" name="Google Shape;5529;p76"/>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0" name="Google Shape;5530;p76"/>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1" name="Google Shape;5531;p76"/>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2" name="Google Shape;5532;p76"/>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3" name="Google Shape;5533;p76"/>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34" name="Google Shape;5534;p76"/>
          <p:cNvGrpSpPr/>
          <p:nvPr/>
        </p:nvGrpSpPr>
        <p:grpSpPr>
          <a:xfrm>
            <a:off x="7293371" y="3576044"/>
            <a:ext cx="461796" cy="452831"/>
            <a:chOff x="1490050" y="3805975"/>
            <a:chExt cx="491900" cy="482350"/>
          </a:xfrm>
          <a:solidFill>
            <a:schemeClr val="bg1"/>
          </a:solidFill>
        </p:grpSpPr>
        <p:sp>
          <p:nvSpPr>
            <p:cNvPr id="5535" name="Google Shape;5535;p7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6" name="Google Shape;5536;p7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7" name="Google Shape;5537;p7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38" name="Google Shape;5538;p7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39" name="Google Shape;5539;p76"/>
          <p:cNvGrpSpPr/>
          <p:nvPr/>
        </p:nvGrpSpPr>
        <p:grpSpPr>
          <a:xfrm>
            <a:off x="7858529" y="3576291"/>
            <a:ext cx="415865" cy="452337"/>
            <a:chOff x="2104275" y="3806450"/>
            <a:chExt cx="442975" cy="481825"/>
          </a:xfrm>
          <a:solidFill>
            <a:schemeClr val="bg1"/>
          </a:solidFill>
        </p:grpSpPr>
        <p:sp>
          <p:nvSpPr>
            <p:cNvPr id="5540" name="Google Shape;5540;p76"/>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41" name="Google Shape;5541;p76"/>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42" name="Google Shape;5542;p76"/>
          <p:cNvGrpSpPr/>
          <p:nvPr/>
        </p:nvGrpSpPr>
        <p:grpSpPr>
          <a:xfrm>
            <a:off x="8423218" y="3576291"/>
            <a:ext cx="391221" cy="452337"/>
            <a:chOff x="2710875" y="3806450"/>
            <a:chExt cx="416725" cy="481825"/>
          </a:xfrm>
          <a:solidFill>
            <a:schemeClr val="bg1"/>
          </a:solidFill>
        </p:grpSpPr>
        <p:sp>
          <p:nvSpPr>
            <p:cNvPr id="5543" name="Google Shape;5543;p76"/>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44" name="Google Shape;5544;p76"/>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45" name="Google Shape;5545;p76"/>
          <p:cNvGrpSpPr/>
          <p:nvPr/>
        </p:nvGrpSpPr>
        <p:grpSpPr>
          <a:xfrm>
            <a:off x="8949944" y="3630213"/>
            <a:ext cx="452337" cy="344492"/>
            <a:chOff x="3271200" y="3863875"/>
            <a:chExt cx="481825" cy="366950"/>
          </a:xfrm>
          <a:solidFill>
            <a:schemeClr val="bg1"/>
          </a:solidFill>
        </p:grpSpPr>
        <p:sp>
          <p:nvSpPr>
            <p:cNvPr id="5546" name="Google Shape;5546;p7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47" name="Google Shape;5547;p7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48" name="Google Shape;5548;p76"/>
          <p:cNvGrpSpPr/>
          <p:nvPr/>
        </p:nvGrpSpPr>
        <p:grpSpPr>
          <a:xfrm>
            <a:off x="9530603" y="3576596"/>
            <a:ext cx="394037" cy="451727"/>
            <a:chOff x="3895050" y="3806775"/>
            <a:chExt cx="419725" cy="481175"/>
          </a:xfrm>
          <a:solidFill>
            <a:schemeClr val="bg1"/>
          </a:solidFill>
        </p:grpSpPr>
        <p:sp>
          <p:nvSpPr>
            <p:cNvPr id="5549" name="Google Shape;5549;p76"/>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50" name="Google Shape;5550;p76"/>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51" name="Google Shape;5551;p76"/>
          <p:cNvGrpSpPr/>
          <p:nvPr/>
        </p:nvGrpSpPr>
        <p:grpSpPr>
          <a:xfrm>
            <a:off x="10068312" y="3576303"/>
            <a:ext cx="448395" cy="452313"/>
            <a:chOff x="4464775" y="3806475"/>
            <a:chExt cx="477625" cy="481800"/>
          </a:xfrm>
          <a:solidFill>
            <a:schemeClr val="bg1"/>
          </a:solidFill>
        </p:grpSpPr>
        <p:sp>
          <p:nvSpPr>
            <p:cNvPr id="5552" name="Google Shape;5552;p76"/>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53" name="Google Shape;5553;p76"/>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54" name="Google Shape;5554;p76"/>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55" name="Google Shape;5555;p7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56" name="Google Shape;5556;p76"/>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57" name="Google Shape;5557;p76"/>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58" name="Google Shape;5558;p76"/>
          <p:cNvGrpSpPr/>
          <p:nvPr/>
        </p:nvGrpSpPr>
        <p:grpSpPr>
          <a:xfrm>
            <a:off x="10632906" y="3576291"/>
            <a:ext cx="452337" cy="452337"/>
            <a:chOff x="5049725" y="3806450"/>
            <a:chExt cx="481825" cy="481825"/>
          </a:xfrm>
          <a:solidFill>
            <a:schemeClr val="bg1"/>
          </a:solidFill>
        </p:grpSpPr>
        <p:sp>
          <p:nvSpPr>
            <p:cNvPr id="5559" name="Google Shape;5559;p76"/>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60" name="Google Shape;5560;p76"/>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61" name="Google Shape;5561;p76"/>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62" name="Google Shape;5562;p76"/>
          <p:cNvGrpSpPr/>
          <p:nvPr/>
        </p:nvGrpSpPr>
        <p:grpSpPr>
          <a:xfrm>
            <a:off x="1949312" y="4677395"/>
            <a:ext cx="452337" cy="452337"/>
            <a:chOff x="5651375" y="3806450"/>
            <a:chExt cx="481825" cy="481825"/>
          </a:xfrm>
          <a:solidFill>
            <a:schemeClr val="bg1"/>
          </a:solidFill>
        </p:grpSpPr>
        <p:sp>
          <p:nvSpPr>
            <p:cNvPr id="5563" name="Google Shape;5563;p76"/>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64" name="Google Shape;5564;p76"/>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65" name="Google Shape;5565;p76"/>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66" name="Google Shape;5566;p76"/>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67" name="Google Shape;5567;p76"/>
          <p:cNvGrpSpPr/>
          <p:nvPr/>
        </p:nvGrpSpPr>
        <p:grpSpPr>
          <a:xfrm>
            <a:off x="4480885" y="4680047"/>
            <a:ext cx="398004" cy="447033"/>
            <a:chOff x="6264300" y="3809300"/>
            <a:chExt cx="423950" cy="476175"/>
          </a:xfrm>
          <a:solidFill>
            <a:schemeClr val="bg1"/>
          </a:solidFill>
        </p:grpSpPr>
        <p:sp>
          <p:nvSpPr>
            <p:cNvPr id="5568" name="Google Shape;5568;p76"/>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69" name="Google Shape;5569;p76"/>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0" name="Google Shape;5570;p76"/>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71" name="Google Shape;5571;p76"/>
          <p:cNvGrpSpPr/>
          <p:nvPr/>
        </p:nvGrpSpPr>
        <p:grpSpPr>
          <a:xfrm>
            <a:off x="6719789" y="4126839"/>
            <a:ext cx="454097" cy="452361"/>
            <a:chOff x="898875" y="4399275"/>
            <a:chExt cx="483700" cy="481850"/>
          </a:xfrm>
          <a:solidFill>
            <a:schemeClr val="bg1"/>
          </a:solidFill>
        </p:grpSpPr>
        <p:sp>
          <p:nvSpPr>
            <p:cNvPr id="5572" name="Google Shape;5572;p7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3" name="Google Shape;5573;p76"/>
            <p:cNvSpPr/>
            <p:nvPr/>
          </p:nvSpPr>
          <p:spPr>
            <a:xfrm>
              <a:off x="1138025" y="4763350"/>
              <a:ext cx="25" cy="25"/>
            </a:xfrm>
            <a:custGeom>
              <a:avLst/>
              <a:gdLst/>
              <a:ahLst/>
              <a:cxnLst/>
              <a:rect l="l" t="t" r="r" b="b"/>
              <a:pathLst>
                <a:path w="1" h="1" extrusionOk="0">
                  <a:moveTo>
                    <a:pt x="1" y="0"/>
                  </a:move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4" name="Google Shape;5574;p7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5" name="Google Shape;5575;p7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6" name="Google Shape;5576;p7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7" name="Google Shape;5577;p7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8" name="Google Shape;5578;p7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79" name="Google Shape;5579;p7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80" name="Google Shape;5580;p76"/>
          <p:cNvGrpSpPr/>
          <p:nvPr/>
        </p:nvGrpSpPr>
        <p:grpSpPr>
          <a:xfrm>
            <a:off x="7298101" y="4147175"/>
            <a:ext cx="452337" cy="411687"/>
            <a:chOff x="1492675" y="4420975"/>
            <a:chExt cx="481825" cy="438525"/>
          </a:xfrm>
          <a:solidFill>
            <a:schemeClr val="bg1"/>
          </a:solidFill>
        </p:grpSpPr>
        <p:sp>
          <p:nvSpPr>
            <p:cNvPr id="5581" name="Google Shape;5581;p76"/>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82" name="Google Shape;5582;p76"/>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83" name="Google Shape;5583;p76"/>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84" name="Google Shape;5584;p76"/>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85" name="Google Shape;5585;p76"/>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86" name="Google Shape;5586;p76"/>
          <p:cNvGrpSpPr/>
          <p:nvPr/>
        </p:nvGrpSpPr>
        <p:grpSpPr>
          <a:xfrm>
            <a:off x="7838075" y="4127742"/>
            <a:ext cx="456773" cy="450553"/>
            <a:chOff x="2084100" y="4400250"/>
            <a:chExt cx="486550" cy="479925"/>
          </a:xfrm>
          <a:solidFill>
            <a:schemeClr val="bg1"/>
          </a:solidFill>
        </p:grpSpPr>
        <p:sp>
          <p:nvSpPr>
            <p:cNvPr id="5587" name="Google Shape;5587;p7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88" name="Google Shape;5588;p7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89" name="Google Shape;5589;p7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0" name="Google Shape;5590;p7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1" name="Google Shape;5591;p7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2" name="Google Shape;5592;p7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593" name="Google Shape;5593;p76"/>
          <p:cNvGrpSpPr/>
          <p:nvPr/>
        </p:nvGrpSpPr>
        <p:grpSpPr>
          <a:xfrm>
            <a:off x="8420049" y="4126873"/>
            <a:ext cx="397559" cy="452291"/>
            <a:chOff x="2707950" y="4399325"/>
            <a:chExt cx="423475" cy="481775"/>
          </a:xfrm>
          <a:solidFill>
            <a:schemeClr val="bg1"/>
          </a:solidFill>
        </p:grpSpPr>
        <p:sp>
          <p:nvSpPr>
            <p:cNvPr id="5594" name="Google Shape;5594;p76"/>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5" name="Google Shape;5595;p76"/>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6" name="Google Shape;5596;p76"/>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7" name="Google Shape;5597;p76"/>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8" name="Google Shape;5598;p76"/>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599" name="Google Shape;5599;p76"/>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0" name="Google Shape;5600;p76"/>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1" name="Google Shape;5601;p76"/>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2" name="Google Shape;5602;p76"/>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3" name="Google Shape;5603;p76"/>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4" name="Google Shape;5604;p76"/>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5" name="Google Shape;5605;p76"/>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06" name="Google Shape;5606;p76"/>
          <p:cNvGrpSpPr/>
          <p:nvPr/>
        </p:nvGrpSpPr>
        <p:grpSpPr>
          <a:xfrm>
            <a:off x="8992741" y="4126839"/>
            <a:ext cx="366743" cy="452361"/>
            <a:chOff x="3330525" y="4399275"/>
            <a:chExt cx="390650" cy="481850"/>
          </a:xfrm>
          <a:solidFill>
            <a:schemeClr val="bg1"/>
          </a:solidFill>
        </p:grpSpPr>
        <p:sp>
          <p:nvSpPr>
            <p:cNvPr id="5607" name="Google Shape;5607;p7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8" name="Google Shape;5608;p7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09" name="Google Shape;5609;p7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0" name="Google Shape;5610;p7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1" name="Google Shape;5611;p7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2" name="Google Shape;5612;p7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3" name="Google Shape;5613;p7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14" name="Google Shape;5614;p76"/>
          <p:cNvGrpSpPr/>
          <p:nvPr/>
        </p:nvGrpSpPr>
        <p:grpSpPr>
          <a:xfrm>
            <a:off x="9558779" y="4126851"/>
            <a:ext cx="337687" cy="452337"/>
            <a:chOff x="3938800" y="4399275"/>
            <a:chExt cx="359700" cy="481825"/>
          </a:xfrm>
          <a:solidFill>
            <a:schemeClr val="bg1"/>
          </a:solidFill>
        </p:grpSpPr>
        <p:sp>
          <p:nvSpPr>
            <p:cNvPr id="5615" name="Google Shape;5615;p7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6" name="Google Shape;5616;p7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7" name="Google Shape;5617;p7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8" name="Google Shape;5618;p7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19" name="Google Shape;5619;p7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20" name="Google Shape;5620;p76"/>
          <p:cNvGrpSpPr/>
          <p:nvPr/>
        </p:nvGrpSpPr>
        <p:grpSpPr>
          <a:xfrm>
            <a:off x="10186483" y="4126851"/>
            <a:ext cx="212052" cy="452337"/>
            <a:chOff x="4584850" y="4399275"/>
            <a:chExt cx="225875" cy="481825"/>
          </a:xfrm>
          <a:solidFill>
            <a:schemeClr val="bg1"/>
          </a:solidFill>
        </p:grpSpPr>
        <p:sp>
          <p:nvSpPr>
            <p:cNvPr id="5621" name="Google Shape;5621;p76"/>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22" name="Google Shape;5622;p76"/>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5623" name="Google Shape;5623;p76"/>
          <p:cNvSpPr/>
          <p:nvPr/>
        </p:nvSpPr>
        <p:spPr>
          <a:xfrm>
            <a:off x="10610665" y="4126757"/>
            <a:ext cx="496367" cy="452149"/>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nvGrpSpPr>
          <p:cNvPr id="5624" name="Google Shape;5624;p76"/>
          <p:cNvGrpSpPr/>
          <p:nvPr/>
        </p:nvGrpSpPr>
        <p:grpSpPr>
          <a:xfrm>
            <a:off x="1399574" y="4677391"/>
            <a:ext cx="452337" cy="452337"/>
            <a:chOff x="5642550" y="4399275"/>
            <a:chExt cx="481825" cy="481825"/>
          </a:xfrm>
          <a:solidFill>
            <a:schemeClr val="bg1"/>
          </a:solidFill>
        </p:grpSpPr>
        <p:sp>
          <p:nvSpPr>
            <p:cNvPr id="5625" name="Google Shape;5625;p76"/>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26" name="Google Shape;5626;p76"/>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27" name="Google Shape;5627;p76"/>
          <p:cNvGrpSpPr/>
          <p:nvPr/>
        </p:nvGrpSpPr>
        <p:grpSpPr>
          <a:xfrm>
            <a:off x="3813087" y="4693268"/>
            <a:ext cx="484421" cy="420583"/>
            <a:chOff x="6218300" y="4416175"/>
            <a:chExt cx="516000" cy="448000"/>
          </a:xfrm>
          <a:solidFill>
            <a:schemeClr val="bg1"/>
          </a:solidFill>
        </p:grpSpPr>
        <p:sp>
          <p:nvSpPr>
            <p:cNvPr id="5628" name="Google Shape;5628;p7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29" name="Google Shape;5629;p7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30" name="Google Shape;5630;p7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31" name="Google Shape;5631;p76"/>
          <p:cNvGrpSpPr/>
          <p:nvPr/>
        </p:nvGrpSpPr>
        <p:grpSpPr>
          <a:xfrm>
            <a:off x="7891840" y="4677387"/>
            <a:ext cx="452337" cy="452337"/>
            <a:chOff x="899850" y="4992125"/>
            <a:chExt cx="481825" cy="481825"/>
          </a:xfrm>
          <a:solidFill>
            <a:schemeClr val="bg1"/>
          </a:solidFill>
        </p:grpSpPr>
        <p:sp>
          <p:nvSpPr>
            <p:cNvPr id="5632" name="Google Shape;5632;p76"/>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33" name="Google Shape;5633;p76"/>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34" name="Google Shape;5634;p76"/>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35" name="Google Shape;5635;p76"/>
          <p:cNvGrpSpPr/>
          <p:nvPr/>
        </p:nvGrpSpPr>
        <p:grpSpPr>
          <a:xfrm>
            <a:off x="7282278" y="4677387"/>
            <a:ext cx="452337" cy="452337"/>
            <a:chOff x="1492675" y="4992125"/>
            <a:chExt cx="481825" cy="481825"/>
          </a:xfrm>
          <a:solidFill>
            <a:schemeClr val="bg1"/>
          </a:solidFill>
        </p:grpSpPr>
        <p:sp>
          <p:nvSpPr>
            <p:cNvPr id="5636" name="Google Shape;5636;p7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37" name="Google Shape;5637;p7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38" name="Google Shape;5638;p76"/>
          <p:cNvGrpSpPr/>
          <p:nvPr/>
        </p:nvGrpSpPr>
        <p:grpSpPr>
          <a:xfrm>
            <a:off x="6672617" y="4677387"/>
            <a:ext cx="452337" cy="452337"/>
            <a:chOff x="2085525" y="4992125"/>
            <a:chExt cx="481825" cy="481825"/>
          </a:xfrm>
          <a:solidFill>
            <a:schemeClr val="bg1"/>
          </a:solidFill>
        </p:grpSpPr>
        <p:sp>
          <p:nvSpPr>
            <p:cNvPr id="5639" name="Google Shape;5639;p7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40" name="Google Shape;5640;p7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41" name="Google Shape;5641;p76"/>
          <p:cNvGrpSpPr/>
          <p:nvPr/>
        </p:nvGrpSpPr>
        <p:grpSpPr>
          <a:xfrm>
            <a:off x="9110962" y="4677387"/>
            <a:ext cx="452337" cy="452337"/>
            <a:chOff x="2678350" y="4992125"/>
            <a:chExt cx="481825" cy="481825"/>
          </a:xfrm>
          <a:solidFill>
            <a:schemeClr val="bg1"/>
          </a:solidFill>
        </p:grpSpPr>
        <p:sp>
          <p:nvSpPr>
            <p:cNvPr id="5642" name="Google Shape;5642;p76"/>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43" name="Google Shape;5643;p76"/>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44" name="Google Shape;5644;p76"/>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45" name="Google Shape;5645;p76"/>
          <p:cNvGrpSpPr/>
          <p:nvPr/>
        </p:nvGrpSpPr>
        <p:grpSpPr>
          <a:xfrm>
            <a:off x="6171756" y="4677387"/>
            <a:ext cx="452337" cy="452337"/>
            <a:chOff x="3271200" y="4992125"/>
            <a:chExt cx="481825" cy="481825"/>
          </a:xfrm>
          <a:solidFill>
            <a:schemeClr val="bg1"/>
          </a:solidFill>
        </p:grpSpPr>
        <p:sp>
          <p:nvSpPr>
            <p:cNvPr id="5646" name="Google Shape;5646;p76"/>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47" name="Google Shape;5647;p76"/>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48" name="Google Shape;5648;p76"/>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49" name="Google Shape;5649;p76"/>
          <p:cNvGrpSpPr/>
          <p:nvPr/>
        </p:nvGrpSpPr>
        <p:grpSpPr>
          <a:xfrm>
            <a:off x="9720351" y="4678760"/>
            <a:ext cx="452548" cy="449591"/>
            <a:chOff x="3863900" y="4993625"/>
            <a:chExt cx="482050" cy="478900"/>
          </a:xfrm>
          <a:solidFill>
            <a:schemeClr val="bg1"/>
          </a:solidFill>
        </p:grpSpPr>
        <p:sp>
          <p:nvSpPr>
            <p:cNvPr id="5650" name="Google Shape;5650;p76"/>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51" name="Google Shape;5651;p76"/>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52" name="Google Shape;5652;p76"/>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53" name="Google Shape;5653;p76"/>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54" name="Google Shape;5654;p76"/>
          <p:cNvGrpSpPr/>
          <p:nvPr/>
        </p:nvGrpSpPr>
        <p:grpSpPr>
          <a:xfrm>
            <a:off x="10329917" y="4678760"/>
            <a:ext cx="452548" cy="449591"/>
            <a:chOff x="4456725" y="4993625"/>
            <a:chExt cx="482050" cy="478900"/>
          </a:xfrm>
          <a:solidFill>
            <a:schemeClr val="bg1"/>
          </a:solidFill>
        </p:grpSpPr>
        <p:sp>
          <p:nvSpPr>
            <p:cNvPr id="5655" name="Google Shape;5655;p76"/>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56" name="Google Shape;5656;p76"/>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57" name="Google Shape;5657;p76"/>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58" name="Google Shape;5658;p76"/>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5659" name="Google Shape;5659;p76"/>
          <p:cNvGrpSpPr/>
          <p:nvPr/>
        </p:nvGrpSpPr>
        <p:grpSpPr>
          <a:xfrm>
            <a:off x="8501374" y="4678748"/>
            <a:ext cx="452548" cy="449615"/>
            <a:chOff x="5049575" y="4993600"/>
            <a:chExt cx="482050" cy="478925"/>
          </a:xfrm>
          <a:solidFill>
            <a:schemeClr val="bg1"/>
          </a:solidFill>
        </p:grpSpPr>
        <p:sp>
          <p:nvSpPr>
            <p:cNvPr id="5660" name="Google Shape;5660;p76"/>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61" name="Google Shape;5661;p76"/>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62" name="Google Shape;5662;p76"/>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5663" name="Google Shape;5663;p76"/>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2" name="文本框 1">
            <a:extLst>
              <a:ext uri="{FF2B5EF4-FFF2-40B4-BE49-F238E27FC236}">
                <a16:creationId xmlns:a16="http://schemas.microsoft.com/office/drawing/2014/main" id="{6F880F94-BCAC-F347-5B16-A3F17EC1E4C2}"/>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708668C1-B8BA-9342-D0DB-2FC458BE7FAD}"/>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5FF100E8-A83D-4CAF-700C-416A1167EC6C}"/>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FADFC5A4-55F5-575F-0320-38D00782C1EB}"/>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6A287F65-6C7E-D67C-A7AD-5CCC1276E7A7}"/>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0CEE5C02-ABDA-2F92-EC91-835F87FFC8AA}"/>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983F7CE8-04A0-C7F9-7D15-6E311A546BAC}"/>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3BA00D8F-AA19-D798-AF9B-E7093D55B549}"/>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DAD0735E-00B2-1085-6745-D59D5D306C87}"/>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7636F94C-8776-59B6-5522-841D59EC5472}"/>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5669"/>
        <p:cNvGrpSpPr/>
        <p:nvPr/>
      </p:nvGrpSpPr>
      <p:grpSpPr>
        <a:xfrm>
          <a:off x="0" y="0"/>
          <a:ext cx="0" cy="0"/>
          <a:chOff x="0" y="0"/>
          <a:chExt cx="0" cy="0"/>
        </a:xfrm>
      </p:grpSpPr>
      <p:grpSp>
        <p:nvGrpSpPr>
          <p:cNvPr id="5670" name="Google Shape;5670;p77"/>
          <p:cNvGrpSpPr/>
          <p:nvPr/>
        </p:nvGrpSpPr>
        <p:grpSpPr>
          <a:xfrm>
            <a:off x="1168482" y="1744073"/>
            <a:ext cx="429465" cy="494039"/>
            <a:chOff x="-42971725" y="3217825"/>
            <a:chExt cx="275675" cy="317125"/>
          </a:xfrm>
          <a:solidFill>
            <a:schemeClr val="bg1"/>
          </a:solidFill>
        </p:grpSpPr>
        <p:sp>
          <p:nvSpPr>
            <p:cNvPr id="5671" name="Google Shape;5671;p77"/>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72" name="Google Shape;5672;p77"/>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73" name="Google Shape;5673;p77"/>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674" name="Google Shape;5674;p77"/>
          <p:cNvGrpSpPr/>
          <p:nvPr/>
        </p:nvGrpSpPr>
        <p:grpSpPr>
          <a:xfrm>
            <a:off x="1131035" y="2368947"/>
            <a:ext cx="504360" cy="450068"/>
            <a:chOff x="-42996150" y="3612600"/>
            <a:chExt cx="323750" cy="288900"/>
          </a:xfrm>
          <a:solidFill>
            <a:schemeClr val="bg1"/>
          </a:solidFill>
        </p:grpSpPr>
        <p:sp>
          <p:nvSpPr>
            <p:cNvPr id="5675" name="Google Shape;5675;p77"/>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76" name="Google Shape;5676;p77"/>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77" name="Google Shape;5677;p77"/>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678" name="Google Shape;5678;p77"/>
          <p:cNvGrpSpPr/>
          <p:nvPr/>
        </p:nvGrpSpPr>
        <p:grpSpPr>
          <a:xfrm>
            <a:off x="1134715" y="2914774"/>
            <a:ext cx="496999" cy="494545"/>
            <a:chOff x="-42994575" y="3950300"/>
            <a:chExt cx="319025" cy="317450"/>
          </a:xfrm>
          <a:solidFill>
            <a:schemeClr val="bg1"/>
          </a:solidFill>
        </p:grpSpPr>
        <p:sp>
          <p:nvSpPr>
            <p:cNvPr id="5679" name="Google Shape;5679;p77"/>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80" name="Google Shape;5680;p77"/>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81" name="Google Shape;5681;p77"/>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682" name="Google Shape;5682;p77"/>
          <p:cNvGrpSpPr/>
          <p:nvPr/>
        </p:nvGrpSpPr>
        <p:grpSpPr>
          <a:xfrm>
            <a:off x="4005909" y="1777217"/>
            <a:ext cx="495713" cy="494505"/>
            <a:chOff x="-41111350" y="3239100"/>
            <a:chExt cx="318200" cy="317425"/>
          </a:xfrm>
          <a:solidFill>
            <a:schemeClr val="bg1"/>
          </a:solidFill>
        </p:grpSpPr>
        <p:sp>
          <p:nvSpPr>
            <p:cNvPr id="5683" name="Google Shape;5683;p77"/>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84" name="Google Shape;5684;p77"/>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85" name="Google Shape;5685;p7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86" name="Google Shape;5686;p7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687" name="Google Shape;5687;p77"/>
          <p:cNvGrpSpPr/>
          <p:nvPr/>
        </p:nvGrpSpPr>
        <p:grpSpPr>
          <a:xfrm>
            <a:off x="4001001" y="2357926"/>
            <a:ext cx="505528" cy="494623"/>
            <a:chOff x="-41117650" y="3605525"/>
            <a:chExt cx="324500" cy="317500"/>
          </a:xfrm>
          <a:solidFill>
            <a:schemeClr val="bg1"/>
          </a:solidFill>
        </p:grpSpPr>
        <p:sp>
          <p:nvSpPr>
            <p:cNvPr id="5688" name="Google Shape;5688;p77"/>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89" name="Google Shape;5689;p77"/>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90" name="Google Shape;5690;p77"/>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691" name="Google Shape;5691;p77"/>
          <p:cNvSpPr/>
          <p:nvPr/>
        </p:nvSpPr>
        <p:spPr>
          <a:xfrm>
            <a:off x="4009175" y="2957372"/>
            <a:ext cx="496960" cy="482237"/>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692" name="Google Shape;5692;p77"/>
          <p:cNvGrpSpPr/>
          <p:nvPr/>
        </p:nvGrpSpPr>
        <p:grpSpPr>
          <a:xfrm>
            <a:off x="2436008" y="3546623"/>
            <a:ext cx="288361" cy="495752"/>
            <a:chOff x="-39205300" y="3220175"/>
            <a:chExt cx="185100" cy="318225"/>
          </a:xfrm>
          <a:solidFill>
            <a:schemeClr val="bg1"/>
          </a:solidFill>
        </p:grpSpPr>
        <p:sp>
          <p:nvSpPr>
            <p:cNvPr id="5693" name="Google Shape;5693;p77"/>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94" name="Google Shape;5694;p77"/>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695" name="Google Shape;5695;p77"/>
          <p:cNvGrpSpPr/>
          <p:nvPr/>
        </p:nvGrpSpPr>
        <p:grpSpPr>
          <a:xfrm>
            <a:off x="2390044" y="4160051"/>
            <a:ext cx="400021" cy="492364"/>
            <a:chOff x="-39248625" y="3588600"/>
            <a:chExt cx="256775" cy="316050"/>
          </a:xfrm>
          <a:solidFill>
            <a:schemeClr val="bg1"/>
          </a:solidFill>
        </p:grpSpPr>
        <p:sp>
          <p:nvSpPr>
            <p:cNvPr id="5696" name="Google Shape;5696;p77"/>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97" name="Google Shape;5697;p77"/>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698" name="Google Shape;5698;p77"/>
          <p:cNvSpPr/>
          <p:nvPr/>
        </p:nvSpPr>
        <p:spPr>
          <a:xfrm>
            <a:off x="2351405" y="4767553"/>
            <a:ext cx="484731" cy="494545"/>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699" name="Google Shape;5699;p77"/>
          <p:cNvSpPr/>
          <p:nvPr/>
        </p:nvSpPr>
        <p:spPr>
          <a:xfrm>
            <a:off x="5270801" y="3529470"/>
            <a:ext cx="493299" cy="491468"/>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700" name="Google Shape;5700;p77"/>
          <p:cNvGrpSpPr/>
          <p:nvPr/>
        </p:nvGrpSpPr>
        <p:grpSpPr>
          <a:xfrm>
            <a:off x="1657661" y="1744073"/>
            <a:ext cx="572672" cy="494505"/>
            <a:chOff x="-42651700" y="3217825"/>
            <a:chExt cx="367600" cy="317425"/>
          </a:xfrm>
          <a:solidFill>
            <a:schemeClr val="bg1"/>
          </a:solidFill>
        </p:grpSpPr>
        <p:sp>
          <p:nvSpPr>
            <p:cNvPr id="5701" name="Google Shape;5701;p7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02" name="Google Shape;5702;p7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03" name="Google Shape;5703;p7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04" name="Google Shape;5704;p77"/>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05" name="Google Shape;5705;p77"/>
          <p:cNvGrpSpPr/>
          <p:nvPr/>
        </p:nvGrpSpPr>
        <p:grpSpPr>
          <a:xfrm>
            <a:off x="1704904" y="2330272"/>
            <a:ext cx="478187" cy="484301"/>
            <a:chOff x="-42617300" y="3587775"/>
            <a:chExt cx="306950" cy="310875"/>
          </a:xfrm>
          <a:solidFill>
            <a:schemeClr val="bg1"/>
          </a:solidFill>
        </p:grpSpPr>
        <p:sp>
          <p:nvSpPr>
            <p:cNvPr id="5706" name="Google Shape;5706;p77"/>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07" name="Google Shape;5707;p77"/>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708" name="Google Shape;5708;p77"/>
          <p:cNvSpPr/>
          <p:nvPr/>
        </p:nvSpPr>
        <p:spPr>
          <a:xfrm>
            <a:off x="1700176" y="2915663"/>
            <a:ext cx="495713" cy="493299"/>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709" name="Google Shape;5709;p77"/>
          <p:cNvGrpSpPr/>
          <p:nvPr/>
        </p:nvGrpSpPr>
        <p:grpSpPr>
          <a:xfrm>
            <a:off x="4600675" y="1776594"/>
            <a:ext cx="502568" cy="493765"/>
            <a:chOff x="-40748275" y="3238700"/>
            <a:chExt cx="322600" cy="316950"/>
          </a:xfrm>
          <a:solidFill>
            <a:schemeClr val="bg1"/>
          </a:solidFill>
        </p:grpSpPr>
        <p:sp>
          <p:nvSpPr>
            <p:cNvPr id="5710" name="Google Shape;5710;p77"/>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1" name="Google Shape;5711;p7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2" name="Google Shape;5712;p77"/>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3" name="Google Shape;5713;p77"/>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4" name="Google Shape;5714;p7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5" name="Google Shape;5715;p77"/>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16" name="Google Shape;5716;p77"/>
          <p:cNvGrpSpPr/>
          <p:nvPr/>
        </p:nvGrpSpPr>
        <p:grpSpPr>
          <a:xfrm>
            <a:off x="4604083" y="2400572"/>
            <a:ext cx="495752" cy="451587"/>
            <a:chOff x="-40745125" y="3632900"/>
            <a:chExt cx="318225" cy="289875"/>
          </a:xfrm>
          <a:solidFill>
            <a:schemeClr val="bg1"/>
          </a:solidFill>
        </p:grpSpPr>
        <p:sp>
          <p:nvSpPr>
            <p:cNvPr id="5717" name="Google Shape;5717;p7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8" name="Google Shape;5718;p77"/>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19" name="Google Shape;5719;p77"/>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20" name="Google Shape;5720;p77"/>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21" name="Google Shape;5721;p7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22" name="Google Shape;5722;p7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23" name="Google Shape;5723;p77"/>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24" name="Google Shape;5724;p77"/>
          <p:cNvGrpSpPr/>
          <p:nvPr/>
        </p:nvGrpSpPr>
        <p:grpSpPr>
          <a:xfrm>
            <a:off x="4609612" y="2948852"/>
            <a:ext cx="484691" cy="493571"/>
            <a:chOff x="-40742750" y="3972175"/>
            <a:chExt cx="311125" cy="316825"/>
          </a:xfrm>
          <a:solidFill>
            <a:schemeClr val="bg1"/>
          </a:solidFill>
        </p:grpSpPr>
        <p:sp>
          <p:nvSpPr>
            <p:cNvPr id="5725" name="Google Shape;5725;p77"/>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26" name="Google Shape;5726;p77"/>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27" name="Google Shape;5727;p77"/>
          <p:cNvGrpSpPr/>
          <p:nvPr/>
        </p:nvGrpSpPr>
        <p:grpSpPr>
          <a:xfrm>
            <a:off x="2986495" y="3549076"/>
            <a:ext cx="355856" cy="493299"/>
            <a:chOff x="-38860325" y="3221750"/>
            <a:chExt cx="228425" cy="316650"/>
          </a:xfrm>
          <a:solidFill>
            <a:schemeClr val="bg1"/>
          </a:solidFill>
        </p:grpSpPr>
        <p:sp>
          <p:nvSpPr>
            <p:cNvPr id="5728" name="Google Shape;5728;p77"/>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29" name="Google Shape;5729;p7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30" name="Google Shape;5730;p77"/>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31" name="Google Shape;5731;p77"/>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32" name="Google Shape;5732;p77"/>
          <p:cNvGrpSpPr/>
          <p:nvPr/>
        </p:nvGrpSpPr>
        <p:grpSpPr>
          <a:xfrm>
            <a:off x="2920905" y="4165153"/>
            <a:ext cx="506775" cy="489481"/>
            <a:chOff x="-38905225" y="3591875"/>
            <a:chExt cx="325300" cy="314200"/>
          </a:xfrm>
          <a:solidFill>
            <a:schemeClr val="bg1"/>
          </a:solidFill>
        </p:grpSpPr>
        <p:sp>
          <p:nvSpPr>
            <p:cNvPr id="5733" name="Google Shape;5733;p77"/>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34" name="Google Shape;5734;p77"/>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35" name="Google Shape;5735;p77"/>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736" name="Google Shape;5736;p77"/>
          <p:cNvSpPr/>
          <p:nvPr/>
        </p:nvSpPr>
        <p:spPr>
          <a:xfrm>
            <a:off x="2931321" y="4844857"/>
            <a:ext cx="493299" cy="417236"/>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737" name="Google Shape;5737;p77"/>
          <p:cNvGrpSpPr/>
          <p:nvPr/>
        </p:nvGrpSpPr>
        <p:grpSpPr>
          <a:xfrm>
            <a:off x="5329904" y="4145259"/>
            <a:ext cx="387753" cy="492987"/>
            <a:chOff x="-37370925" y="3579105"/>
            <a:chExt cx="248900" cy="316450"/>
          </a:xfrm>
          <a:solidFill>
            <a:schemeClr val="bg1"/>
          </a:solidFill>
        </p:grpSpPr>
        <p:sp>
          <p:nvSpPr>
            <p:cNvPr id="5738" name="Google Shape;5738;p77"/>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39" name="Google Shape;5739;p77"/>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740" name="Google Shape;5740;p77"/>
          <p:cNvSpPr/>
          <p:nvPr/>
        </p:nvSpPr>
        <p:spPr>
          <a:xfrm>
            <a:off x="2263309" y="1744990"/>
            <a:ext cx="485937" cy="49255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41" name="Google Shape;5741;p77"/>
          <p:cNvSpPr/>
          <p:nvPr/>
        </p:nvSpPr>
        <p:spPr>
          <a:xfrm>
            <a:off x="2296432" y="2325392"/>
            <a:ext cx="419689" cy="495752"/>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742" name="Google Shape;5742;p77"/>
          <p:cNvGrpSpPr/>
          <p:nvPr/>
        </p:nvGrpSpPr>
        <p:grpSpPr>
          <a:xfrm>
            <a:off x="2254404" y="2916020"/>
            <a:ext cx="495752" cy="493299"/>
            <a:chOff x="-42259725" y="3951100"/>
            <a:chExt cx="318225" cy="316650"/>
          </a:xfrm>
          <a:solidFill>
            <a:schemeClr val="bg1"/>
          </a:solidFill>
        </p:grpSpPr>
        <p:sp>
          <p:nvSpPr>
            <p:cNvPr id="5743" name="Google Shape;5743;p77"/>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44" name="Google Shape;5744;p77"/>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45" name="Google Shape;5745;p77"/>
          <p:cNvGrpSpPr/>
          <p:nvPr/>
        </p:nvGrpSpPr>
        <p:grpSpPr>
          <a:xfrm>
            <a:off x="5185553" y="1821382"/>
            <a:ext cx="494505" cy="450340"/>
            <a:chOff x="-40378075" y="3267450"/>
            <a:chExt cx="317425" cy="289075"/>
          </a:xfrm>
          <a:solidFill>
            <a:schemeClr val="bg1"/>
          </a:solidFill>
        </p:grpSpPr>
        <p:sp>
          <p:nvSpPr>
            <p:cNvPr id="5746" name="Google Shape;5746;p7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47" name="Google Shape;5747;p77"/>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48" name="Google Shape;5748;p77"/>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49" name="Google Shape;5749;p7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50" name="Google Shape;5750;p77"/>
          <p:cNvGrpSpPr/>
          <p:nvPr/>
        </p:nvGrpSpPr>
        <p:grpSpPr>
          <a:xfrm>
            <a:off x="5190440" y="2356405"/>
            <a:ext cx="484731" cy="493299"/>
            <a:chOff x="-40372575" y="3604550"/>
            <a:chExt cx="311150" cy="316650"/>
          </a:xfrm>
          <a:solidFill>
            <a:schemeClr val="bg1"/>
          </a:solidFill>
        </p:grpSpPr>
        <p:sp>
          <p:nvSpPr>
            <p:cNvPr id="5751" name="Google Shape;5751;p77"/>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52" name="Google Shape;5752;p77"/>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53" name="Google Shape;5753;p77"/>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754" name="Google Shape;5754;p77"/>
          <p:cNvSpPr/>
          <p:nvPr/>
        </p:nvSpPr>
        <p:spPr>
          <a:xfrm>
            <a:off x="5194883" y="2947442"/>
            <a:ext cx="483484" cy="495869"/>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755" name="Google Shape;5755;p77"/>
          <p:cNvGrpSpPr/>
          <p:nvPr/>
        </p:nvGrpSpPr>
        <p:grpSpPr>
          <a:xfrm>
            <a:off x="3489040" y="3546623"/>
            <a:ext cx="532051" cy="496220"/>
            <a:chOff x="-38542250" y="3220175"/>
            <a:chExt cx="341525" cy="318525"/>
          </a:xfrm>
          <a:solidFill>
            <a:schemeClr val="bg1"/>
          </a:solidFill>
        </p:grpSpPr>
        <p:sp>
          <p:nvSpPr>
            <p:cNvPr id="5756" name="Google Shape;5756;p77"/>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57" name="Google Shape;5757;p77"/>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58" name="Google Shape;5758;p77"/>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59" name="Google Shape;5759;p77"/>
          <p:cNvGrpSpPr/>
          <p:nvPr/>
        </p:nvGrpSpPr>
        <p:grpSpPr>
          <a:xfrm>
            <a:off x="3518283" y="4159116"/>
            <a:ext cx="493299" cy="492091"/>
            <a:chOff x="-38537400" y="3588000"/>
            <a:chExt cx="316650" cy="315875"/>
          </a:xfrm>
          <a:solidFill>
            <a:schemeClr val="bg1"/>
          </a:solidFill>
        </p:grpSpPr>
        <p:sp>
          <p:nvSpPr>
            <p:cNvPr id="5760" name="Google Shape;5760;p77"/>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61" name="Google Shape;5761;p77"/>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62" name="Google Shape;5762;p77"/>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63" name="Google Shape;5763;p77"/>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64" name="Google Shape;5764;p77"/>
          <p:cNvGrpSpPr/>
          <p:nvPr/>
        </p:nvGrpSpPr>
        <p:grpSpPr>
          <a:xfrm>
            <a:off x="3517056" y="4769155"/>
            <a:ext cx="495752" cy="493299"/>
            <a:chOff x="-38538975" y="3954250"/>
            <a:chExt cx="318225" cy="316650"/>
          </a:xfrm>
          <a:solidFill>
            <a:schemeClr val="bg1"/>
          </a:solidFill>
        </p:grpSpPr>
        <p:sp>
          <p:nvSpPr>
            <p:cNvPr id="5765" name="Google Shape;5765;p7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66" name="Google Shape;5766;p77"/>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67" name="Google Shape;5767;p77"/>
          <p:cNvGrpSpPr/>
          <p:nvPr/>
        </p:nvGrpSpPr>
        <p:grpSpPr>
          <a:xfrm>
            <a:off x="5273473" y="4762391"/>
            <a:ext cx="500620" cy="495752"/>
            <a:chOff x="-37385100" y="3949908"/>
            <a:chExt cx="321350" cy="318225"/>
          </a:xfrm>
          <a:solidFill>
            <a:schemeClr val="bg1"/>
          </a:solidFill>
        </p:grpSpPr>
        <p:sp>
          <p:nvSpPr>
            <p:cNvPr id="5768" name="Google Shape;5768;p77"/>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69" name="Google Shape;5769;p77"/>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70" name="Google Shape;5770;p77"/>
          <p:cNvGrpSpPr/>
          <p:nvPr/>
        </p:nvGrpSpPr>
        <p:grpSpPr>
          <a:xfrm>
            <a:off x="2841018" y="1743138"/>
            <a:ext cx="494545" cy="494233"/>
            <a:chOff x="-41895050" y="3217225"/>
            <a:chExt cx="317450" cy="317250"/>
          </a:xfrm>
          <a:solidFill>
            <a:schemeClr val="bg1"/>
          </a:solidFill>
        </p:grpSpPr>
        <p:sp>
          <p:nvSpPr>
            <p:cNvPr id="5771" name="Google Shape;5771;p77"/>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72" name="Google Shape;5772;p77"/>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73" name="Google Shape;5773;p77"/>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74" name="Google Shape;5774;p77"/>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75" name="Google Shape;5775;p77"/>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76" name="Google Shape;5776;p77"/>
          <p:cNvGrpSpPr/>
          <p:nvPr/>
        </p:nvGrpSpPr>
        <p:grpSpPr>
          <a:xfrm>
            <a:off x="2840413" y="2325716"/>
            <a:ext cx="495752" cy="493299"/>
            <a:chOff x="-41893475" y="3584850"/>
            <a:chExt cx="318225" cy="316650"/>
          </a:xfrm>
          <a:solidFill>
            <a:schemeClr val="bg1"/>
          </a:solidFill>
        </p:grpSpPr>
        <p:sp>
          <p:nvSpPr>
            <p:cNvPr id="5777" name="Google Shape;5777;p77"/>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78" name="Google Shape;5778;p77"/>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79" name="Google Shape;5779;p7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80" name="Google Shape;5780;p77"/>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781" name="Google Shape;5781;p77"/>
          <p:cNvSpPr/>
          <p:nvPr/>
        </p:nvSpPr>
        <p:spPr>
          <a:xfrm>
            <a:off x="2844377" y="2918116"/>
            <a:ext cx="495752" cy="492403"/>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82" name="Google Shape;5782;p77"/>
          <p:cNvSpPr/>
          <p:nvPr/>
        </p:nvSpPr>
        <p:spPr>
          <a:xfrm>
            <a:off x="1126722" y="3574567"/>
            <a:ext cx="585329" cy="492052"/>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783" name="Google Shape;5783;p77"/>
          <p:cNvGrpSpPr/>
          <p:nvPr/>
        </p:nvGrpSpPr>
        <p:grpSpPr>
          <a:xfrm>
            <a:off x="1200451" y="4186106"/>
            <a:ext cx="450029" cy="494545"/>
            <a:chOff x="-39998250" y="3605325"/>
            <a:chExt cx="288875" cy="317450"/>
          </a:xfrm>
          <a:solidFill>
            <a:schemeClr val="bg1"/>
          </a:solidFill>
        </p:grpSpPr>
        <p:sp>
          <p:nvSpPr>
            <p:cNvPr id="5784" name="Google Shape;5784;p77"/>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85" name="Google Shape;5785;p77"/>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86" name="Google Shape;5786;p77"/>
          <p:cNvGrpSpPr/>
          <p:nvPr/>
        </p:nvGrpSpPr>
        <p:grpSpPr>
          <a:xfrm>
            <a:off x="1178816" y="4797391"/>
            <a:ext cx="493299" cy="493260"/>
            <a:chOff x="-40011050" y="3972375"/>
            <a:chExt cx="316650" cy="316625"/>
          </a:xfrm>
          <a:solidFill>
            <a:schemeClr val="bg1"/>
          </a:solidFill>
        </p:grpSpPr>
        <p:sp>
          <p:nvSpPr>
            <p:cNvPr id="5787" name="Google Shape;5787;p77"/>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88" name="Google Shape;5788;p77"/>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89" name="Google Shape;5789;p77"/>
          <p:cNvGrpSpPr/>
          <p:nvPr/>
        </p:nvGrpSpPr>
        <p:grpSpPr>
          <a:xfrm>
            <a:off x="4154725" y="3550323"/>
            <a:ext cx="355895" cy="492052"/>
            <a:chOff x="-38129425" y="3222550"/>
            <a:chExt cx="228450" cy="315850"/>
          </a:xfrm>
          <a:solidFill>
            <a:schemeClr val="bg1"/>
          </a:solidFill>
        </p:grpSpPr>
        <p:sp>
          <p:nvSpPr>
            <p:cNvPr id="5790" name="Google Shape;5790;p77"/>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1" name="Google Shape;5791;p77"/>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792" name="Google Shape;5792;p77"/>
          <p:cNvGrpSpPr/>
          <p:nvPr/>
        </p:nvGrpSpPr>
        <p:grpSpPr>
          <a:xfrm>
            <a:off x="4094684" y="4159116"/>
            <a:ext cx="495713" cy="493299"/>
            <a:chOff x="-38172725" y="3588000"/>
            <a:chExt cx="318200" cy="316650"/>
          </a:xfrm>
          <a:solidFill>
            <a:schemeClr val="bg1"/>
          </a:solidFill>
        </p:grpSpPr>
        <p:sp>
          <p:nvSpPr>
            <p:cNvPr id="5793" name="Google Shape;5793;p77"/>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4" name="Google Shape;5794;p77"/>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5" name="Google Shape;5795;p77"/>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6" name="Google Shape;5796;p77"/>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7" name="Google Shape;5797;p77"/>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8" name="Google Shape;5798;p77"/>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799" name="Google Shape;5799;p77"/>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00" name="Google Shape;5800;p77"/>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01" name="Google Shape;5801;p77"/>
          <p:cNvGrpSpPr/>
          <p:nvPr/>
        </p:nvGrpSpPr>
        <p:grpSpPr>
          <a:xfrm>
            <a:off x="4195886" y="4770363"/>
            <a:ext cx="293308" cy="493299"/>
            <a:chOff x="-38109725" y="3955025"/>
            <a:chExt cx="188275" cy="316650"/>
          </a:xfrm>
          <a:solidFill>
            <a:schemeClr val="bg1"/>
          </a:solidFill>
        </p:grpSpPr>
        <p:sp>
          <p:nvSpPr>
            <p:cNvPr id="5802" name="Google Shape;5802;p77"/>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03" name="Google Shape;5803;p77"/>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804" name="Google Shape;5804;p77"/>
          <p:cNvSpPr/>
          <p:nvPr/>
        </p:nvSpPr>
        <p:spPr>
          <a:xfrm>
            <a:off x="2998023" y="5383377"/>
            <a:ext cx="511720" cy="493688"/>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805" name="Google Shape;5805;p77"/>
          <p:cNvGrpSpPr/>
          <p:nvPr/>
        </p:nvGrpSpPr>
        <p:grpSpPr>
          <a:xfrm>
            <a:off x="3416418" y="1745591"/>
            <a:ext cx="498205" cy="492091"/>
            <a:chOff x="-41530375" y="3218800"/>
            <a:chExt cx="319800" cy="315875"/>
          </a:xfrm>
          <a:solidFill>
            <a:schemeClr val="bg1"/>
          </a:solidFill>
        </p:grpSpPr>
        <p:sp>
          <p:nvSpPr>
            <p:cNvPr id="5806" name="Google Shape;5806;p77"/>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07" name="Google Shape;5807;p77"/>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08" name="Google Shape;5808;p77"/>
          <p:cNvGrpSpPr/>
          <p:nvPr/>
        </p:nvGrpSpPr>
        <p:grpSpPr>
          <a:xfrm>
            <a:off x="3419476" y="2432468"/>
            <a:ext cx="492091" cy="385339"/>
            <a:chOff x="-41526450" y="3653375"/>
            <a:chExt cx="315875" cy="247350"/>
          </a:xfrm>
          <a:solidFill>
            <a:schemeClr val="bg1"/>
          </a:solidFill>
        </p:grpSpPr>
        <p:sp>
          <p:nvSpPr>
            <p:cNvPr id="5809" name="Google Shape;5809;p77"/>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10" name="Google Shape;5810;p7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11" name="Google Shape;5811;p77"/>
          <p:cNvGrpSpPr/>
          <p:nvPr/>
        </p:nvGrpSpPr>
        <p:grpSpPr>
          <a:xfrm>
            <a:off x="3421326" y="2916020"/>
            <a:ext cx="488391" cy="493299"/>
            <a:chOff x="-41526450" y="3951100"/>
            <a:chExt cx="313500" cy="316650"/>
          </a:xfrm>
          <a:solidFill>
            <a:schemeClr val="bg1"/>
          </a:solidFill>
        </p:grpSpPr>
        <p:sp>
          <p:nvSpPr>
            <p:cNvPr id="5812" name="Google Shape;5812;p77"/>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13" name="Google Shape;5813;p77"/>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14" name="Google Shape;5814;p77"/>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15" name="Google Shape;5815;p77"/>
          <p:cNvGrpSpPr/>
          <p:nvPr/>
        </p:nvGrpSpPr>
        <p:grpSpPr>
          <a:xfrm>
            <a:off x="1775000" y="3574859"/>
            <a:ext cx="452793" cy="495752"/>
            <a:chOff x="-39625900" y="3238300"/>
            <a:chExt cx="290650" cy="318225"/>
          </a:xfrm>
          <a:solidFill>
            <a:schemeClr val="bg1"/>
          </a:solidFill>
        </p:grpSpPr>
        <p:sp>
          <p:nvSpPr>
            <p:cNvPr id="5816" name="Google Shape;5816;p77"/>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17" name="Google Shape;5817;p77"/>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818" name="Google Shape;5818;p77"/>
          <p:cNvSpPr/>
          <p:nvPr/>
        </p:nvSpPr>
        <p:spPr>
          <a:xfrm>
            <a:off x="1804563" y="4187027"/>
            <a:ext cx="420896" cy="493299"/>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819" name="Google Shape;5819;p77"/>
          <p:cNvGrpSpPr/>
          <p:nvPr/>
        </p:nvGrpSpPr>
        <p:grpSpPr>
          <a:xfrm>
            <a:off x="1767067" y="4796808"/>
            <a:ext cx="488391" cy="493921"/>
            <a:chOff x="-39647175" y="3972000"/>
            <a:chExt cx="313500" cy="317050"/>
          </a:xfrm>
          <a:solidFill>
            <a:schemeClr val="bg1"/>
          </a:solidFill>
        </p:grpSpPr>
        <p:sp>
          <p:nvSpPr>
            <p:cNvPr id="5820" name="Google Shape;5820;p77"/>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21" name="Google Shape;5821;p77"/>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22" name="Google Shape;5822;p77"/>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23" name="Google Shape;5823;p77"/>
          <p:cNvGrpSpPr/>
          <p:nvPr/>
        </p:nvGrpSpPr>
        <p:grpSpPr>
          <a:xfrm>
            <a:off x="4659237" y="3548805"/>
            <a:ext cx="500660" cy="494505"/>
            <a:chOff x="-37808850" y="3221575"/>
            <a:chExt cx="321375" cy="317425"/>
          </a:xfrm>
          <a:solidFill>
            <a:schemeClr val="bg1"/>
          </a:solidFill>
        </p:grpSpPr>
        <p:sp>
          <p:nvSpPr>
            <p:cNvPr id="5824" name="Google Shape;5824;p77"/>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25" name="Google Shape;5825;p77"/>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26" name="Google Shape;5826;p77"/>
          <p:cNvGrpSpPr/>
          <p:nvPr/>
        </p:nvGrpSpPr>
        <p:grpSpPr>
          <a:xfrm>
            <a:off x="4670935" y="4244845"/>
            <a:ext cx="496999" cy="321544"/>
            <a:chOff x="-37806500" y="3643030"/>
            <a:chExt cx="319025" cy="206400"/>
          </a:xfrm>
          <a:solidFill>
            <a:schemeClr val="bg1"/>
          </a:solidFill>
        </p:grpSpPr>
        <p:sp>
          <p:nvSpPr>
            <p:cNvPr id="5827" name="Google Shape;5827;p77"/>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28" name="Google Shape;5828;p77"/>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29" name="Google Shape;5829;p77"/>
          <p:cNvGrpSpPr/>
          <p:nvPr/>
        </p:nvGrpSpPr>
        <p:grpSpPr>
          <a:xfrm>
            <a:off x="4674011" y="4767908"/>
            <a:ext cx="490845" cy="495752"/>
            <a:chOff x="-37804925" y="3953450"/>
            <a:chExt cx="315075" cy="318225"/>
          </a:xfrm>
          <a:solidFill>
            <a:schemeClr val="bg1"/>
          </a:solidFill>
        </p:grpSpPr>
        <p:sp>
          <p:nvSpPr>
            <p:cNvPr id="5830" name="Google Shape;5830;p77"/>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31" name="Google Shape;5831;p77"/>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32" name="Google Shape;5832;p77"/>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833" name="Google Shape;5833;p77"/>
          <p:cNvSpPr/>
          <p:nvPr/>
        </p:nvSpPr>
        <p:spPr>
          <a:xfrm>
            <a:off x="3672603" y="5387567"/>
            <a:ext cx="354648" cy="492052"/>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834" name="Google Shape;5834;p77"/>
          <p:cNvGrpSpPr/>
          <p:nvPr/>
        </p:nvGrpSpPr>
        <p:grpSpPr>
          <a:xfrm>
            <a:off x="6481304" y="1771385"/>
            <a:ext cx="474217" cy="411633"/>
            <a:chOff x="-28462125" y="3199700"/>
            <a:chExt cx="298550" cy="259150"/>
          </a:xfrm>
          <a:solidFill>
            <a:schemeClr val="bg1"/>
          </a:solidFill>
        </p:grpSpPr>
        <p:sp>
          <p:nvSpPr>
            <p:cNvPr id="5835" name="Google Shape;5835;p77"/>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36" name="Google Shape;5836;p77"/>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37" name="Google Shape;5837;p77"/>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38" name="Google Shape;5838;p77"/>
          <p:cNvGrpSpPr/>
          <p:nvPr/>
        </p:nvGrpSpPr>
        <p:grpSpPr>
          <a:xfrm>
            <a:off x="6482574" y="2350971"/>
            <a:ext cx="471676" cy="470444"/>
            <a:chOff x="-28461325" y="3545475"/>
            <a:chExt cx="296950" cy="296175"/>
          </a:xfrm>
          <a:solidFill>
            <a:schemeClr val="bg1"/>
          </a:solidFill>
        </p:grpSpPr>
        <p:sp>
          <p:nvSpPr>
            <p:cNvPr id="5839" name="Google Shape;5839;p77"/>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40" name="Google Shape;5840;p77"/>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41" name="Google Shape;5841;p77"/>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42" name="Google Shape;5842;p77"/>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43" name="Google Shape;5843;p77"/>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44" name="Google Shape;5844;p77"/>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45" name="Google Shape;5845;p77"/>
          <p:cNvGrpSpPr/>
          <p:nvPr/>
        </p:nvGrpSpPr>
        <p:grpSpPr>
          <a:xfrm>
            <a:off x="6477549" y="2951030"/>
            <a:ext cx="481723" cy="470404"/>
            <a:chOff x="-28463700" y="3914875"/>
            <a:chExt cx="303275" cy="296150"/>
          </a:xfrm>
          <a:solidFill>
            <a:schemeClr val="bg1"/>
          </a:solidFill>
        </p:grpSpPr>
        <p:sp>
          <p:nvSpPr>
            <p:cNvPr id="5846" name="Google Shape;5846;p77"/>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47" name="Google Shape;5847;p77"/>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48" name="Google Shape;5848;p77"/>
          <p:cNvGrpSpPr/>
          <p:nvPr/>
        </p:nvGrpSpPr>
        <p:grpSpPr>
          <a:xfrm>
            <a:off x="9457263" y="1825807"/>
            <a:ext cx="469173" cy="302789"/>
            <a:chOff x="-26573400" y="3224125"/>
            <a:chExt cx="295375" cy="190625"/>
          </a:xfrm>
          <a:solidFill>
            <a:schemeClr val="bg1"/>
          </a:solidFill>
        </p:grpSpPr>
        <p:sp>
          <p:nvSpPr>
            <p:cNvPr id="5849" name="Google Shape;5849;p77"/>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50" name="Google Shape;5850;p77"/>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51" name="Google Shape;5851;p77"/>
          <p:cNvGrpSpPr/>
          <p:nvPr/>
        </p:nvGrpSpPr>
        <p:grpSpPr>
          <a:xfrm>
            <a:off x="9457263" y="2351587"/>
            <a:ext cx="469173" cy="469213"/>
            <a:chOff x="-26573400" y="3546250"/>
            <a:chExt cx="295375" cy="295400"/>
          </a:xfrm>
          <a:solidFill>
            <a:schemeClr val="bg1"/>
          </a:solidFill>
        </p:grpSpPr>
        <p:sp>
          <p:nvSpPr>
            <p:cNvPr id="5852" name="Google Shape;5852;p77"/>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53" name="Google Shape;5853;p77"/>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54" name="Google Shape;5854;p77"/>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55" name="Google Shape;5855;p77"/>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56" name="Google Shape;5856;p77"/>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57" name="Google Shape;5857;p77"/>
          <p:cNvGrpSpPr/>
          <p:nvPr/>
        </p:nvGrpSpPr>
        <p:grpSpPr>
          <a:xfrm>
            <a:off x="9441638" y="2951465"/>
            <a:ext cx="500425" cy="469531"/>
            <a:chOff x="-26583625" y="3917025"/>
            <a:chExt cx="315050" cy="295600"/>
          </a:xfrm>
          <a:solidFill>
            <a:schemeClr val="bg1"/>
          </a:solidFill>
        </p:grpSpPr>
        <p:sp>
          <p:nvSpPr>
            <p:cNvPr id="5858" name="Google Shape;5858;p77"/>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59" name="Google Shape;5859;p77"/>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60" name="Google Shape;5860;p77"/>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61" name="Google Shape;5861;p77"/>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862" name="Google Shape;5862;p77"/>
          <p:cNvSpPr/>
          <p:nvPr/>
        </p:nvSpPr>
        <p:spPr>
          <a:xfrm>
            <a:off x="7664421" y="3592152"/>
            <a:ext cx="470444" cy="469173"/>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863" name="Google Shape;5863;p77"/>
          <p:cNvGrpSpPr/>
          <p:nvPr/>
        </p:nvGrpSpPr>
        <p:grpSpPr>
          <a:xfrm>
            <a:off x="7706324" y="4230173"/>
            <a:ext cx="385385" cy="470444"/>
            <a:chOff x="-24694925" y="3518700"/>
            <a:chExt cx="242625" cy="296175"/>
          </a:xfrm>
          <a:solidFill>
            <a:schemeClr val="bg1"/>
          </a:solidFill>
        </p:grpSpPr>
        <p:sp>
          <p:nvSpPr>
            <p:cNvPr id="5864" name="Google Shape;5864;p77"/>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65" name="Google Shape;5865;p77"/>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66" name="Google Shape;5866;p77"/>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67" name="Google Shape;5867;p77"/>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68" name="Google Shape;5868;p77"/>
          <p:cNvGrpSpPr/>
          <p:nvPr/>
        </p:nvGrpSpPr>
        <p:grpSpPr>
          <a:xfrm>
            <a:off x="7705707" y="4830210"/>
            <a:ext cx="386616" cy="470444"/>
            <a:chOff x="-24709100" y="3888875"/>
            <a:chExt cx="243400" cy="296175"/>
          </a:xfrm>
          <a:solidFill>
            <a:schemeClr val="bg1"/>
          </a:solidFill>
        </p:grpSpPr>
        <p:sp>
          <p:nvSpPr>
            <p:cNvPr id="5869" name="Google Shape;5869;p77"/>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70" name="Google Shape;5870;p77"/>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71" name="Google Shape;5871;p77"/>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72" name="Google Shape;5872;p77"/>
          <p:cNvGrpSpPr/>
          <p:nvPr/>
        </p:nvGrpSpPr>
        <p:grpSpPr>
          <a:xfrm>
            <a:off x="10639040" y="3593761"/>
            <a:ext cx="475408" cy="466076"/>
            <a:chOff x="-22863675" y="3131775"/>
            <a:chExt cx="299300" cy="293425"/>
          </a:xfrm>
          <a:solidFill>
            <a:schemeClr val="bg1"/>
          </a:solidFill>
        </p:grpSpPr>
        <p:sp>
          <p:nvSpPr>
            <p:cNvPr id="5873" name="Google Shape;5873;p77"/>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74" name="Google Shape;5874;p77"/>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75" name="Google Shape;5875;p77"/>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76" name="Google Shape;5876;p77"/>
          <p:cNvGrpSpPr/>
          <p:nvPr/>
        </p:nvGrpSpPr>
        <p:grpSpPr>
          <a:xfrm>
            <a:off x="7096192" y="1741999"/>
            <a:ext cx="414136" cy="470404"/>
            <a:chOff x="-28069875" y="3175300"/>
            <a:chExt cx="260725" cy="296150"/>
          </a:xfrm>
          <a:solidFill>
            <a:schemeClr val="bg1"/>
          </a:solidFill>
        </p:grpSpPr>
        <p:sp>
          <p:nvSpPr>
            <p:cNvPr id="5877" name="Google Shape;5877;p77"/>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78" name="Google Shape;5878;p77"/>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79" name="Google Shape;5879;p77"/>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0" name="Google Shape;5880;p77"/>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1" name="Google Shape;5881;p77"/>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2" name="Google Shape;5882;p77"/>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3" name="Google Shape;5883;p77"/>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4" name="Google Shape;5884;p77"/>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5" name="Google Shape;5885;p77"/>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886" name="Google Shape;5886;p77"/>
          <p:cNvSpPr/>
          <p:nvPr/>
        </p:nvSpPr>
        <p:spPr>
          <a:xfrm>
            <a:off x="7068771" y="2352314"/>
            <a:ext cx="470404" cy="467625"/>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887" name="Google Shape;5887;p77"/>
          <p:cNvGrpSpPr/>
          <p:nvPr/>
        </p:nvGrpSpPr>
        <p:grpSpPr>
          <a:xfrm>
            <a:off x="7151231" y="2951644"/>
            <a:ext cx="304060" cy="469173"/>
            <a:chOff x="-28032075" y="3916450"/>
            <a:chExt cx="191425" cy="295375"/>
          </a:xfrm>
          <a:solidFill>
            <a:schemeClr val="bg1"/>
          </a:solidFill>
        </p:grpSpPr>
        <p:sp>
          <p:nvSpPr>
            <p:cNvPr id="5888" name="Google Shape;5888;p77"/>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89" name="Google Shape;5889;p77"/>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90" name="Google Shape;5890;p77"/>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91" name="Google Shape;5891;p77"/>
          <p:cNvGrpSpPr/>
          <p:nvPr/>
        </p:nvGrpSpPr>
        <p:grpSpPr>
          <a:xfrm>
            <a:off x="10038359" y="1741979"/>
            <a:ext cx="470444" cy="470444"/>
            <a:chOff x="-26201650" y="3176075"/>
            <a:chExt cx="296175" cy="296175"/>
          </a:xfrm>
          <a:solidFill>
            <a:schemeClr val="bg1"/>
          </a:solidFill>
        </p:grpSpPr>
        <p:sp>
          <p:nvSpPr>
            <p:cNvPr id="5892" name="Google Shape;5892;p77"/>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93" name="Google Shape;5893;p77"/>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894" name="Google Shape;5894;p77"/>
          <p:cNvGrpSpPr/>
          <p:nvPr/>
        </p:nvGrpSpPr>
        <p:grpSpPr>
          <a:xfrm>
            <a:off x="10037724" y="2351607"/>
            <a:ext cx="471715" cy="469173"/>
            <a:chOff x="-26204800" y="3547050"/>
            <a:chExt cx="296975" cy="295375"/>
          </a:xfrm>
          <a:solidFill>
            <a:schemeClr val="bg1"/>
          </a:solidFill>
        </p:grpSpPr>
        <p:sp>
          <p:nvSpPr>
            <p:cNvPr id="5895" name="Google Shape;5895;p77"/>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896" name="Google Shape;5896;p77"/>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897" name="Google Shape;5897;p77"/>
          <p:cNvSpPr/>
          <p:nvPr/>
        </p:nvSpPr>
        <p:spPr>
          <a:xfrm>
            <a:off x="10081573" y="2950934"/>
            <a:ext cx="385345" cy="470444"/>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898" name="Google Shape;5898;p77"/>
          <p:cNvGrpSpPr/>
          <p:nvPr/>
        </p:nvGrpSpPr>
        <p:grpSpPr>
          <a:xfrm>
            <a:off x="8266064" y="3591578"/>
            <a:ext cx="460437" cy="470444"/>
            <a:chOff x="-24353875" y="3147725"/>
            <a:chExt cx="289875" cy="296175"/>
          </a:xfrm>
          <a:solidFill>
            <a:schemeClr val="bg1"/>
          </a:solidFill>
        </p:grpSpPr>
        <p:sp>
          <p:nvSpPr>
            <p:cNvPr id="5899" name="Google Shape;5899;p77"/>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00" name="Google Shape;5900;p77"/>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01" name="Google Shape;5901;p77"/>
          <p:cNvGrpSpPr/>
          <p:nvPr/>
        </p:nvGrpSpPr>
        <p:grpSpPr>
          <a:xfrm>
            <a:off x="8276708" y="4230787"/>
            <a:ext cx="439153" cy="469213"/>
            <a:chOff x="-24344425" y="3519475"/>
            <a:chExt cx="276475" cy="295400"/>
          </a:xfrm>
          <a:solidFill>
            <a:schemeClr val="bg1"/>
          </a:solidFill>
        </p:grpSpPr>
        <p:sp>
          <p:nvSpPr>
            <p:cNvPr id="5902" name="Google Shape;5902;p77"/>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03" name="Google Shape;5903;p77"/>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04" name="Google Shape;5904;p77"/>
          <p:cNvGrpSpPr/>
          <p:nvPr/>
        </p:nvGrpSpPr>
        <p:grpSpPr>
          <a:xfrm>
            <a:off x="8262947" y="4833347"/>
            <a:ext cx="466672" cy="464171"/>
            <a:chOff x="-24353075" y="3891250"/>
            <a:chExt cx="293800" cy="292225"/>
          </a:xfrm>
          <a:solidFill>
            <a:schemeClr val="bg1"/>
          </a:solidFill>
        </p:grpSpPr>
        <p:sp>
          <p:nvSpPr>
            <p:cNvPr id="5905" name="Google Shape;5905;p77"/>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06" name="Google Shape;5906;p77"/>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07" name="Google Shape;5907;p77"/>
          <p:cNvGrpSpPr/>
          <p:nvPr/>
        </p:nvGrpSpPr>
        <p:grpSpPr>
          <a:xfrm>
            <a:off x="10640909" y="4231085"/>
            <a:ext cx="471676" cy="468617"/>
            <a:chOff x="-22845575" y="3504075"/>
            <a:chExt cx="296950" cy="295025"/>
          </a:xfrm>
          <a:solidFill>
            <a:schemeClr val="bg1"/>
          </a:solidFill>
        </p:grpSpPr>
        <p:sp>
          <p:nvSpPr>
            <p:cNvPr id="5908" name="Google Shape;5908;p77"/>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09" name="Google Shape;5909;p77"/>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10" name="Google Shape;5910;p77"/>
          <p:cNvGrpSpPr/>
          <p:nvPr/>
        </p:nvGrpSpPr>
        <p:grpSpPr>
          <a:xfrm>
            <a:off x="7698483" y="1742615"/>
            <a:ext cx="399125" cy="469173"/>
            <a:chOff x="-27691025" y="3175300"/>
            <a:chExt cx="251275" cy="295375"/>
          </a:xfrm>
          <a:solidFill>
            <a:schemeClr val="bg1"/>
          </a:solidFill>
        </p:grpSpPr>
        <p:sp>
          <p:nvSpPr>
            <p:cNvPr id="5911" name="Google Shape;5911;p77"/>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12" name="Google Shape;5912;p77"/>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13" name="Google Shape;5913;p77"/>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14" name="Google Shape;5914;p77"/>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15" name="Google Shape;5915;p77"/>
          <p:cNvGrpSpPr/>
          <p:nvPr/>
        </p:nvGrpSpPr>
        <p:grpSpPr>
          <a:xfrm>
            <a:off x="7661572" y="2434183"/>
            <a:ext cx="472947" cy="304020"/>
            <a:chOff x="-27721750" y="3598250"/>
            <a:chExt cx="297750" cy="191400"/>
          </a:xfrm>
          <a:solidFill>
            <a:schemeClr val="bg1"/>
          </a:solidFill>
        </p:grpSpPr>
        <p:sp>
          <p:nvSpPr>
            <p:cNvPr id="5916" name="Google Shape;5916;p77"/>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17" name="Google Shape;5917;p77"/>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18" name="Google Shape;5918;p77"/>
          <p:cNvGrpSpPr/>
          <p:nvPr/>
        </p:nvGrpSpPr>
        <p:grpSpPr>
          <a:xfrm>
            <a:off x="7663439" y="2958911"/>
            <a:ext cx="469213" cy="454640"/>
            <a:chOff x="-27719400" y="3925600"/>
            <a:chExt cx="295400" cy="286225"/>
          </a:xfrm>
          <a:solidFill>
            <a:schemeClr val="bg1"/>
          </a:solidFill>
        </p:grpSpPr>
        <p:sp>
          <p:nvSpPr>
            <p:cNvPr id="5919" name="Google Shape;5919;p77"/>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20" name="Google Shape;5920;p77"/>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21" name="Google Shape;5921;p77"/>
          <p:cNvGrpSpPr/>
          <p:nvPr/>
        </p:nvGrpSpPr>
        <p:grpSpPr>
          <a:xfrm>
            <a:off x="10625135" y="1741365"/>
            <a:ext cx="471676" cy="471676"/>
            <a:chOff x="-25834600" y="3176875"/>
            <a:chExt cx="296950" cy="296950"/>
          </a:xfrm>
          <a:solidFill>
            <a:schemeClr val="bg1"/>
          </a:solidFill>
        </p:grpSpPr>
        <p:sp>
          <p:nvSpPr>
            <p:cNvPr id="5922" name="Google Shape;5922;p77"/>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23" name="Google Shape;5923;p77"/>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24" name="Google Shape;5924;p77"/>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25" name="Google Shape;5925;p77"/>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26" name="Google Shape;5926;p77"/>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27" name="Google Shape;5927;p77"/>
          <p:cNvGrpSpPr/>
          <p:nvPr/>
        </p:nvGrpSpPr>
        <p:grpSpPr>
          <a:xfrm>
            <a:off x="10625135" y="2365366"/>
            <a:ext cx="471676" cy="441655"/>
            <a:chOff x="-25834600" y="3564375"/>
            <a:chExt cx="296950" cy="278050"/>
          </a:xfrm>
          <a:solidFill>
            <a:schemeClr val="bg1"/>
          </a:solidFill>
        </p:grpSpPr>
        <p:sp>
          <p:nvSpPr>
            <p:cNvPr id="5928" name="Google Shape;5928;p77"/>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29" name="Google Shape;5929;p77"/>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0" name="Google Shape;5930;p77"/>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1" name="Google Shape;5931;p77"/>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2" name="Google Shape;5932;p77"/>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3" name="Google Shape;5933;p77"/>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4" name="Google Shape;5934;p77"/>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5" name="Google Shape;5935;p77"/>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36" name="Google Shape;5936;p77"/>
          <p:cNvGrpSpPr/>
          <p:nvPr/>
        </p:nvGrpSpPr>
        <p:grpSpPr>
          <a:xfrm>
            <a:off x="10622633" y="2951169"/>
            <a:ext cx="476679" cy="470127"/>
            <a:chOff x="-25834600" y="3915850"/>
            <a:chExt cx="300100" cy="295975"/>
          </a:xfrm>
          <a:solidFill>
            <a:schemeClr val="bg1"/>
          </a:solidFill>
        </p:grpSpPr>
        <p:sp>
          <p:nvSpPr>
            <p:cNvPr id="5937" name="Google Shape;5937;p77"/>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8" name="Google Shape;5938;p77"/>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39" name="Google Shape;5939;p77"/>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40" name="Google Shape;5940;p77"/>
          <p:cNvGrpSpPr/>
          <p:nvPr/>
        </p:nvGrpSpPr>
        <p:grpSpPr>
          <a:xfrm>
            <a:off x="8936536" y="3592809"/>
            <a:ext cx="305291" cy="467983"/>
            <a:chOff x="-23930925" y="3149300"/>
            <a:chExt cx="192200" cy="294625"/>
          </a:xfrm>
          <a:solidFill>
            <a:schemeClr val="bg1"/>
          </a:solidFill>
        </p:grpSpPr>
        <p:sp>
          <p:nvSpPr>
            <p:cNvPr id="5941" name="Google Shape;5941;p77"/>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42" name="Google Shape;5942;p77"/>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43" name="Google Shape;5943;p77"/>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44" name="Google Shape;5944;p77"/>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45" name="Google Shape;5945;p77"/>
          <p:cNvGrpSpPr/>
          <p:nvPr/>
        </p:nvGrpSpPr>
        <p:grpSpPr>
          <a:xfrm>
            <a:off x="8878977" y="4230787"/>
            <a:ext cx="420409" cy="469213"/>
            <a:chOff x="-23962425" y="3519475"/>
            <a:chExt cx="264675" cy="295400"/>
          </a:xfrm>
          <a:solidFill>
            <a:schemeClr val="bg1"/>
          </a:solidFill>
        </p:grpSpPr>
        <p:sp>
          <p:nvSpPr>
            <p:cNvPr id="5946" name="Google Shape;5946;p77"/>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47" name="Google Shape;5947;p77"/>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948" name="Google Shape;5948;p77"/>
          <p:cNvSpPr/>
          <p:nvPr/>
        </p:nvSpPr>
        <p:spPr>
          <a:xfrm>
            <a:off x="8839558" y="4835735"/>
            <a:ext cx="500465" cy="459247"/>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949" name="Google Shape;5949;p77"/>
          <p:cNvGrpSpPr/>
          <p:nvPr/>
        </p:nvGrpSpPr>
        <p:grpSpPr>
          <a:xfrm>
            <a:off x="10717211" y="4830846"/>
            <a:ext cx="319069" cy="469173"/>
            <a:chOff x="-22788075" y="3904625"/>
            <a:chExt cx="200875" cy="295375"/>
          </a:xfrm>
          <a:solidFill>
            <a:schemeClr val="bg1"/>
          </a:solidFill>
        </p:grpSpPr>
        <p:sp>
          <p:nvSpPr>
            <p:cNvPr id="5950" name="Google Shape;5950;p77"/>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51" name="Google Shape;5951;p77"/>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52" name="Google Shape;5952;p77"/>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53" name="Google Shape;5953;p77"/>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54" name="Google Shape;5954;p77"/>
          <p:cNvGrpSpPr/>
          <p:nvPr/>
        </p:nvGrpSpPr>
        <p:grpSpPr>
          <a:xfrm>
            <a:off x="8257608" y="1741999"/>
            <a:ext cx="472947" cy="470404"/>
            <a:chOff x="-27351575" y="3175300"/>
            <a:chExt cx="297750" cy="296150"/>
          </a:xfrm>
          <a:solidFill>
            <a:schemeClr val="bg1"/>
          </a:solidFill>
        </p:grpSpPr>
        <p:sp>
          <p:nvSpPr>
            <p:cNvPr id="5955" name="Google Shape;5955;p77"/>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56" name="Google Shape;5956;p77"/>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57" name="Google Shape;5957;p77"/>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58" name="Google Shape;5958;p77"/>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59" name="Google Shape;5959;p77"/>
          <p:cNvGrpSpPr/>
          <p:nvPr/>
        </p:nvGrpSpPr>
        <p:grpSpPr>
          <a:xfrm>
            <a:off x="8314553" y="2350812"/>
            <a:ext cx="359057" cy="470763"/>
            <a:chOff x="-27313750" y="3545275"/>
            <a:chExt cx="226050" cy="296375"/>
          </a:xfrm>
          <a:solidFill>
            <a:schemeClr val="bg1"/>
          </a:solidFill>
        </p:grpSpPr>
        <p:sp>
          <p:nvSpPr>
            <p:cNvPr id="5960" name="Google Shape;5960;p77"/>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61" name="Google Shape;5961;p77"/>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62" name="Google Shape;5962;p77"/>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63" name="Google Shape;5963;p77"/>
          <p:cNvGrpSpPr/>
          <p:nvPr/>
        </p:nvGrpSpPr>
        <p:grpSpPr>
          <a:xfrm>
            <a:off x="8257608" y="2948507"/>
            <a:ext cx="472947" cy="475448"/>
            <a:chOff x="-27351575" y="3915650"/>
            <a:chExt cx="297750" cy="299325"/>
          </a:xfrm>
          <a:solidFill>
            <a:schemeClr val="bg1"/>
          </a:solidFill>
        </p:grpSpPr>
        <p:sp>
          <p:nvSpPr>
            <p:cNvPr id="5964" name="Google Shape;5964;p77"/>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65" name="Google Shape;5965;p77"/>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66" name="Google Shape;5966;p77"/>
          <p:cNvGrpSpPr/>
          <p:nvPr/>
        </p:nvGrpSpPr>
        <p:grpSpPr>
          <a:xfrm>
            <a:off x="6507595" y="3591439"/>
            <a:ext cx="425413" cy="470723"/>
            <a:chOff x="-25445525" y="3175900"/>
            <a:chExt cx="267825" cy="296350"/>
          </a:xfrm>
          <a:solidFill>
            <a:schemeClr val="bg1"/>
          </a:solidFill>
        </p:grpSpPr>
        <p:sp>
          <p:nvSpPr>
            <p:cNvPr id="5967" name="Google Shape;5967;p77"/>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68" name="Google Shape;5968;p77"/>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69" name="Google Shape;5969;p77"/>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70" name="Google Shape;5970;p77"/>
          <p:cNvGrpSpPr/>
          <p:nvPr/>
        </p:nvGrpSpPr>
        <p:grpSpPr>
          <a:xfrm>
            <a:off x="6483214" y="4245203"/>
            <a:ext cx="474177" cy="440384"/>
            <a:chOff x="-25465200" y="3565175"/>
            <a:chExt cx="298525" cy="277250"/>
          </a:xfrm>
          <a:solidFill>
            <a:schemeClr val="bg1"/>
          </a:solidFill>
        </p:grpSpPr>
        <p:sp>
          <p:nvSpPr>
            <p:cNvPr id="5971" name="Google Shape;5971;p77"/>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72" name="Google Shape;5972;p77"/>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73" name="Google Shape;5973;p77"/>
          <p:cNvGrpSpPr/>
          <p:nvPr/>
        </p:nvGrpSpPr>
        <p:grpSpPr>
          <a:xfrm>
            <a:off x="6482597" y="4831243"/>
            <a:ext cx="475408" cy="468380"/>
            <a:chOff x="-25465200" y="3916150"/>
            <a:chExt cx="299300" cy="294875"/>
          </a:xfrm>
          <a:solidFill>
            <a:schemeClr val="bg1"/>
          </a:solidFill>
        </p:grpSpPr>
        <p:sp>
          <p:nvSpPr>
            <p:cNvPr id="5974" name="Google Shape;5974;p77"/>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75" name="Google Shape;5975;p77"/>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76" name="Google Shape;5976;p77"/>
          <p:cNvGrpSpPr/>
          <p:nvPr/>
        </p:nvGrpSpPr>
        <p:grpSpPr>
          <a:xfrm>
            <a:off x="9452518" y="3591598"/>
            <a:ext cx="469173" cy="470404"/>
            <a:chOff x="-23615075" y="3148525"/>
            <a:chExt cx="295375" cy="296150"/>
          </a:xfrm>
          <a:solidFill>
            <a:schemeClr val="bg1"/>
          </a:solidFill>
        </p:grpSpPr>
        <p:sp>
          <p:nvSpPr>
            <p:cNvPr id="5977" name="Google Shape;5977;p77"/>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78" name="Google Shape;5978;p77"/>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79" name="Google Shape;5979;p77"/>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80" name="Google Shape;5980;p77"/>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981" name="Google Shape;5981;p77"/>
          <p:cNvSpPr/>
          <p:nvPr/>
        </p:nvSpPr>
        <p:spPr>
          <a:xfrm>
            <a:off x="9449979" y="4229409"/>
            <a:ext cx="475448" cy="471835"/>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982" name="Google Shape;5982;p77"/>
          <p:cNvGrpSpPr/>
          <p:nvPr/>
        </p:nvGrpSpPr>
        <p:grpSpPr>
          <a:xfrm>
            <a:off x="9451882" y="4843970"/>
            <a:ext cx="470444" cy="442925"/>
            <a:chOff x="-23615075" y="3906200"/>
            <a:chExt cx="296175" cy="278850"/>
          </a:xfrm>
          <a:solidFill>
            <a:schemeClr val="bg1"/>
          </a:solidFill>
        </p:grpSpPr>
        <p:sp>
          <p:nvSpPr>
            <p:cNvPr id="5983" name="Google Shape;5983;p77"/>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84" name="Google Shape;5984;p77"/>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85" name="Google Shape;5985;p77"/>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986" name="Google Shape;5986;p77"/>
          <p:cNvSpPr/>
          <p:nvPr/>
        </p:nvSpPr>
        <p:spPr>
          <a:xfrm>
            <a:off x="8276991" y="5419927"/>
            <a:ext cx="469173" cy="467943"/>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987" name="Google Shape;5987;p77"/>
          <p:cNvGrpSpPr/>
          <p:nvPr/>
        </p:nvGrpSpPr>
        <p:grpSpPr>
          <a:xfrm>
            <a:off x="8850507" y="1742158"/>
            <a:ext cx="471676" cy="470087"/>
            <a:chOff x="-26980600" y="3175500"/>
            <a:chExt cx="296950" cy="295950"/>
          </a:xfrm>
          <a:solidFill>
            <a:schemeClr val="bg1"/>
          </a:solidFill>
        </p:grpSpPr>
        <p:sp>
          <p:nvSpPr>
            <p:cNvPr id="5988" name="Google Shape;5988;p77"/>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89" name="Google Shape;5989;p77"/>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90" name="Google Shape;5990;p77"/>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5991" name="Google Shape;5991;p77"/>
          <p:cNvSpPr/>
          <p:nvPr/>
        </p:nvSpPr>
        <p:spPr>
          <a:xfrm>
            <a:off x="8880597" y="2351519"/>
            <a:ext cx="412865" cy="469213"/>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5992" name="Google Shape;5992;p77"/>
          <p:cNvGrpSpPr/>
          <p:nvPr/>
        </p:nvGrpSpPr>
        <p:grpSpPr>
          <a:xfrm>
            <a:off x="8851143" y="2993540"/>
            <a:ext cx="470404" cy="385385"/>
            <a:chOff x="-26981375" y="3951875"/>
            <a:chExt cx="296150" cy="242625"/>
          </a:xfrm>
          <a:solidFill>
            <a:schemeClr val="bg1"/>
          </a:solidFill>
        </p:grpSpPr>
        <p:sp>
          <p:nvSpPr>
            <p:cNvPr id="5993" name="Google Shape;5993;p77"/>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94" name="Google Shape;5994;p77"/>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95" name="Google Shape;5995;p77"/>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5996" name="Google Shape;5996;p77"/>
          <p:cNvGrpSpPr/>
          <p:nvPr/>
        </p:nvGrpSpPr>
        <p:grpSpPr>
          <a:xfrm>
            <a:off x="7071199" y="3590327"/>
            <a:ext cx="469213" cy="472947"/>
            <a:chOff x="-25094250" y="3176075"/>
            <a:chExt cx="295400" cy="297750"/>
          </a:xfrm>
          <a:solidFill>
            <a:schemeClr val="bg1"/>
          </a:solidFill>
        </p:grpSpPr>
        <p:sp>
          <p:nvSpPr>
            <p:cNvPr id="5997" name="Google Shape;5997;p77"/>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98" name="Google Shape;5998;p77"/>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5999" name="Google Shape;5999;p77"/>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00" name="Google Shape;6000;p77"/>
          <p:cNvGrpSpPr/>
          <p:nvPr/>
        </p:nvGrpSpPr>
        <p:grpSpPr>
          <a:xfrm>
            <a:off x="7071199" y="4230808"/>
            <a:ext cx="469213" cy="469173"/>
            <a:chOff x="-25094250" y="3547050"/>
            <a:chExt cx="295400" cy="295375"/>
          </a:xfrm>
          <a:solidFill>
            <a:schemeClr val="bg1"/>
          </a:solidFill>
        </p:grpSpPr>
        <p:sp>
          <p:nvSpPr>
            <p:cNvPr id="6001" name="Google Shape;6001;p77"/>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02" name="Google Shape;6002;p77"/>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03" name="Google Shape;6003;p77"/>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04" name="Google Shape;6004;p77"/>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05" name="Google Shape;6005;p77"/>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006" name="Google Shape;6006;p77"/>
          <p:cNvSpPr/>
          <p:nvPr/>
        </p:nvSpPr>
        <p:spPr>
          <a:xfrm>
            <a:off x="7071221" y="4904115"/>
            <a:ext cx="470444" cy="322485"/>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007" name="Google Shape;6007;p77"/>
          <p:cNvGrpSpPr/>
          <p:nvPr/>
        </p:nvGrpSpPr>
        <p:grpSpPr>
          <a:xfrm>
            <a:off x="10047302" y="3591598"/>
            <a:ext cx="470404" cy="470404"/>
            <a:chOff x="-23245675" y="3148525"/>
            <a:chExt cx="296150" cy="296150"/>
          </a:xfrm>
          <a:solidFill>
            <a:schemeClr val="bg1"/>
          </a:solidFill>
        </p:grpSpPr>
        <p:sp>
          <p:nvSpPr>
            <p:cNvPr id="6008" name="Google Shape;6008;p77"/>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09" name="Google Shape;6009;p77"/>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0" name="Google Shape;6010;p77"/>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011" name="Google Shape;6011;p77"/>
          <p:cNvSpPr/>
          <p:nvPr/>
        </p:nvSpPr>
        <p:spPr>
          <a:xfrm>
            <a:off x="10103545" y="4230720"/>
            <a:ext cx="359097" cy="469213"/>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012" name="Google Shape;6012;p77"/>
          <p:cNvGrpSpPr/>
          <p:nvPr/>
        </p:nvGrpSpPr>
        <p:grpSpPr>
          <a:xfrm>
            <a:off x="10047918" y="4830230"/>
            <a:ext cx="469173" cy="470404"/>
            <a:chOff x="-23244900" y="3888100"/>
            <a:chExt cx="295375" cy="296150"/>
          </a:xfrm>
          <a:solidFill>
            <a:schemeClr val="bg1"/>
          </a:solidFill>
        </p:grpSpPr>
        <p:sp>
          <p:nvSpPr>
            <p:cNvPr id="6013" name="Google Shape;6013;p77"/>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4" name="Google Shape;6014;p77"/>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5" name="Google Shape;6015;p77"/>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6" name="Google Shape;6016;p77"/>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7" name="Google Shape;6017;p77"/>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8" name="Google Shape;6018;p77"/>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19" name="Google Shape;6019;p77"/>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20" name="Google Shape;6020;p77"/>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21" name="Google Shape;6021;p77"/>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22" name="Google Shape;6022;p77"/>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23" name="Google Shape;6023;p77"/>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024" name="Google Shape;6024;p77"/>
          <p:cNvSpPr/>
          <p:nvPr/>
        </p:nvSpPr>
        <p:spPr>
          <a:xfrm>
            <a:off x="8816269" y="5418051"/>
            <a:ext cx="471715" cy="471676"/>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25" name="Google Shape;6025;p77"/>
          <p:cNvSpPr txBox="1"/>
          <p:nvPr/>
        </p:nvSpPr>
        <p:spPr>
          <a:xfrm>
            <a:off x="1132900" y="962789"/>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dirty="0">
                <a:ln>
                  <a:noFill/>
                </a:ln>
                <a:solidFill>
                  <a:srgbClr val="FFFFFF"/>
                </a:solidFill>
                <a:effectLst/>
                <a:uLnTx/>
                <a:uFillTx/>
                <a:latin typeface="等线" panose="020F0502020204030204"/>
                <a:ea typeface="+mn-ea"/>
                <a:cs typeface="+mn-cs"/>
              </a:rPr>
              <a:t>Educational Icons</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6026" name="Google Shape;6026;p77"/>
          <p:cNvSpPr txBox="1"/>
          <p:nvPr/>
        </p:nvSpPr>
        <p:spPr>
          <a:xfrm>
            <a:off x="6477867" y="962789"/>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a:ln>
                  <a:noFill/>
                </a:ln>
                <a:solidFill>
                  <a:srgbClr val="FFFFFF"/>
                </a:solidFill>
                <a:effectLst/>
                <a:uLnTx/>
                <a:uFillTx/>
                <a:latin typeface="等线" panose="020F0502020204030204"/>
                <a:ea typeface="+mn-ea"/>
                <a:cs typeface="+mn-cs"/>
              </a:rPr>
              <a:t>Medical Icons</a:t>
            </a:r>
            <a:endParaRPr kumimoji="0" sz="3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62FF1F24-24CC-4E6C-1DCA-A358859B362B}"/>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DA147A69-B68A-B48E-EC93-742F0E389735}"/>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7DA1E615-52CC-C235-A640-B1AFB8284511}"/>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93A4EDDF-B001-ECDB-C1BD-050A08AFDFBE}"/>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66D0174F-0BB7-2F30-2875-F56E4F3D5CF6}"/>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71A6C0F6-DB24-EA4C-8BE7-D6B754D77EAC}"/>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FCF40E03-5409-F763-56F4-BCAC63A09CFF}"/>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DE12B009-A67D-9824-6FAE-FAAA20E4D7CD}"/>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3C008D19-9073-4DB9-877B-4F20250E55ED}"/>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B3E95646-9D1D-8AE5-A9C1-05F5B99AC195}"/>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6030"/>
        <p:cNvGrpSpPr/>
        <p:nvPr/>
      </p:nvGrpSpPr>
      <p:grpSpPr>
        <a:xfrm>
          <a:off x="0" y="0"/>
          <a:ext cx="0" cy="0"/>
          <a:chOff x="0" y="0"/>
          <a:chExt cx="0" cy="0"/>
        </a:xfrm>
      </p:grpSpPr>
      <p:sp>
        <p:nvSpPr>
          <p:cNvPr id="6031" name="Google Shape;6031;p78"/>
          <p:cNvSpPr/>
          <p:nvPr/>
        </p:nvSpPr>
        <p:spPr>
          <a:xfrm>
            <a:off x="1133173" y="1840599"/>
            <a:ext cx="489681" cy="488485"/>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032" name="Google Shape;6032;p78"/>
          <p:cNvGrpSpPr/>
          <p:nvPr/>
        </p:nvGrpSpPr>
        <p:grpSpPr>
          <a:xfrm>
            <a:off x="1133340" y="2430692"/>
            <a:ext cx="489681" cy="489681"/>
            <a:chOff x="-65145700" y="3727425"/>
            <a:chExt cx="317425" cy="317425"/>
          </a:xfrm>
          <a:solidFill>
            <a:schemeClr val="bg1"/>
          </a:solidFill>
        </p:grpSpPr>
        <p:sp>
          <p:nvSpPr>
            <p:cNvPr id="6033" name="Google Shape;6033;p78"/>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34" name="Google Shape;6034;p78"/>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35" name="Google Shape;6035;p78"/>
          <p:cNvGrpSpPr/>
          <p:nvPr/>
        </p:nvGrpSpPr>
        <p:grpSpPr>
          <a:xfrm>
            <a:off x="1137602" y="3002578"/>
            <a:ext cx="481157" cy="489681"/>
            <a:chOff x="-65144125" y="4094450"/>
            <a:chExt cx="311900" cy="317425"/>
          </a:xfrm>
          <a:solidFill>
            <a:schemeClr val="bg1"/>
          </a:solidFill>
        </p:grpSpPr>
        <p:sp>
          <p:nvSpPr>
            <p:cNvPr id="6036" name="Google Shape;6036;p78"/>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37" name="Google Shape;6037;p78"/>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38" name="Google Shape;6038;p78"/>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039" name="Google Shape;6039;p78"/>
          <p:cNvSpPr/>
          <p:nvPr/>
        </p:nvSpPr>
        <p:spPr>
          <a:xfrm>
            <a:off x="4076573" y="1838768"/>
            <a:ext cx="492111" cy="492149"/>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040" name="Google Shape;6040;p78"/>
          <p:cNvGrpSpPr/>
          <p:nvPr/>
        </p:nvGrpSpPr>
        <p:grpSpPr>
          <a:xfrm>
            <a:off x="4075694" y="2430171"/>
            <a:ext cx="494193" cy="490723"/>
            <a:chOff x="-63250675" y="3744075"/>
            <a:chExt cx="320350" cy="318100"/>
          </a:xfrm>
          <a:solidFill>
            <a:schemeClr val="bg1"/>
          </a:solidFill>
        </p:grpSpPr>
        <p:sp>
          <p:nvSpPr>
            <p:cNvPr id="6041" name="Google Shape;6041;p78"/>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42" name="Google Shape;6042;p78"/>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43" name="Google Shape;6043;p78"/>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44" name="Google Shape;6044;p78"/>
          <p:cNvGrpSpPr/>
          <p:nvPr/>
        </p:nvGrpSpPr>
        <p:grpSpPr>
          <a:xfrm>
            <a:off x="4077950" y="3002578"/>
            <a:ext cx="489681" cy="489681"/>
            <a:chOff x="-63250675" y="4110200"/>
            <a:chExt cx="317425" cy="317425"/>
          </a:xfrm>
          <a:solidFill>
            <a:schemeClr val="bg1"/>
          </a:solidFill>
        </p:grpSpPr>
        <p:sp>
          <p:nvSpPr>
            <p:cNvPr id="6045" name="Google Shape;6045;p78"/>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46" name="Google Shape;6046;p78"/>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47" name="Google Shape;6047;p78"/>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48" name="Google Shape;6048;p78"/>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49" name="Google Shape;6049;p78"/>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50" name="Google Shape;6050;p78"/>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51" name="Google Shape;6051;p78"/>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52" name="Google Shape;6052;p78"/>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53" name="Google Shape;6053;p78"/>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54" name="Google Shape;6054;p78"/>
          <p:cNvGrpSpPr/>
          <p:nvPr/>
        </p:nvGrpSpPr>
        <p:grpSpPr>
          <a:xfrm>
            <a:off x="2316679" y="3665371"/>
            <a:ext cx="478767" cy="478459"/>
            <a:chOff x="-61351725" y="3372400"/>
            <a:chExt cx="310350" cy="310150"/>
          </a:xfrm>
          <a:solidFill>
            <a:schemeClr val="bg1"/>
          </a:solidFill>
        </p:grpSpPr>
        <p:sp>
          <p:nvSpPr>
            <p:cNvPr id="6055" name="Google Shape;6055;p78"/>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56" name="Google Shape;6056;p78"/>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57" name="Google Shape;6057;p78"/>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58" name="Google Shape;6058;p78"/>
          <p:cNvGrpSpPr/>
          <p:nvPr/>
        </p:nvGrpSpPr>
        <p:grpSpPr>
          <a:xfrm>
            <a:off x="2311819" y="4282779"/>
            <a:ext cx="488485" cy="444712"/>
            <a:chOff x="-61354875" y="3751050"/>
            <a:chExt cx="316650" cy="288275"/>
          </a:xfrm>
          <a:solidFill>
            <a:schemeClr val="bg1"/>
          </a:solidFill>
        </p:grpSpPr>
        <p:sp>
          <p:nvSpPr>
            <p:cNvPr id="6059" name="Google Shape;6059;p78"/>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60" name="Google Shape;6060;p78"/>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61" name="Google Shape;6061;p78"/>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62" name="Google Shape;6062;p78"/>
          <p:cNvGrpSpPr/>
          <p:nvPr/>
        </p:nvGrpSpPr>
        <p:grpSpPr>
          <a:xfrm>
            <a:off x="2311819" y="4871632"/>
            <a:ext cx="488485" cy="489720"/>
            <a:chOff x="-61354875" y="4101525"/>
            <a:chExt cx="316650" cy="317450"/>
          </a:xfrm>
          <a:solidFill>
            <a:schemeClr val="bg1"/>
          </a:solidFill>
        </p:grpSpPr>
        <p:sp>
          <p:nvSpPr>
            <p:cNvPr id="6063" name="Google Shape;6063;p78"/>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64" name="Google Shape;6064;p78"/>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65" name="Google Shape;6065;p78"/>
          <p:cNvGrpSpPr/>
          <p:nvPr/>
        </p:nvGrpSpPr>
        <p:grpSpPr>
          <a:xfrm>
            <a:off x="5267066" y="3660801"/>
            <a:ext cx="490876" cy="487599"/>
            <a:chOff x="-59470075" y="3308975"/>
            <a:chExt cx="318200" cy="316075"/>
          </a:xfrm>
          <a:solidFill>
            <a:schemeClr val="bg1"/>
          </a:solidFill>
        </p:grpSpPr>
        <p:sp>
          <p:nvSpPr>
            <p:cNvPr id="6066" name="Google Shape;6066;p78"/>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67" name="Google Shape;6067;p78"/>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68" name="Google Shape;6068;p78"/>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69" name="Google Shape;6069;p78"/>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0" name="Google Shape;6070;p78"/>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1" name="Google Shape;6071;p78"/>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2" name="Google Shape;6072;p78"/>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3" name="Google Shape;6073;p78"/>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4" name="Google Shape;6074;p78"/>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75" name="Google Shape;6075;p78"/>
          <p:cNvGrpSpPr/>
          <p:nvPr/>
        </p:nvGrpSpPr>
        <p:grpSpPr>
          <a:xfrm>
            <a:off x="1727640" y="1841740"/>
            <a:ext cx="489681" cy="486248"/>
            <a:chOff x="-64781025" y="3361050"/>
            <a:chExt cx="317425" cy="315200"/>
          </a:xfrm>
          <a:solidFill>
            <a:schemeClr val="bg1"/>
          </a:solidFill>
        </p:grpSpPr>
        <p:sp>
          <p:nvSpPr>
            <p:cNvPr id="6076" name="Google Shape;6076;p78"/>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7" name="Google Shape;6077;p78"/>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8" name="Google Shape;6078;p78"/>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79" name="Google Shape;6079;p78"/>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080" name="Google Shape;6080;p78"/>
          <p:cNvSpPr/>
          <p:nvPr/>
        </p:nvSpPr>
        <p:spPr>
          <a:xfrm>
            <a:off x="1727473" y="2431881"/>
            <a:ext cx="489681" cy="487251"/>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1" name="Google Shape;6081;p78"/>
          <p:cNvSpPr/>
          <p:nvPr/>
        </p:nvSpPr>
        <p:spPr>
          <a:xfrm>
            <a:off x="1763918" y="3002552"/>
            <a:ext cx="416789" cy="48968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2" name="Google Shape;6082;p78"/>
          <p:cNvSpPr/>
          <p:nvPr/>
        </p:nvSpPr>
        <p:spPr>
          <a:xfrm>
            <a:off x="4677631" y="1894073"/>
            <a:ext cx="488447" cy="381540"/>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083" name="Google Shape;6083;p78"/>
          <p:cNvGrpSpPr/>
          <p:nvPr/>
        </p:nvGrpSpPr>
        <p:grpSpPr>
          <a:xfrm>
            <a:off x="4666840" y="2430326"/>
            <a:ext cx="510353" cy="490413"/>
            <a:chOff x="-62890750" y="3747425"/>
            <a:chExt cx="330825" cy="317900"/>
          </a:xfrm>
          <a:solidFill>
            <a:schemeClr val="bg1"/>
          </a:solidFill>
        </p:grpSpPr>
        <p:sp>
          <p:nvSpPr>
            <p:cNvPr id="6084" name="Google Shape;6084;p78"/>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5" name="Google Shape;6085;p78"/>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6" name="Google Shape;6086;p78"/>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7" name="Google Shape;6087;p78"/>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8" name="Google Shape;6088;p78"/>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89" name="Google Shape;6089;p78"/>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0" name="Google Shape;6090;p78"/>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1" name="Google Shape;6091;p78"/>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2" name="Google Shape;6092;p78"/>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3" name="Google Shape;6093;p78"/>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4" name="Google Shape;6094;p78"/>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5" name="Google Shape;6095;p78"/>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6" name="Google Shape;6096;p78"/>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097" name="Google Shape;6097;p78"/>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098" name="Google Shape;6098;p78"/>
          <p:cNvGrpSpPr/>
          <p:nvPr/>
        </p:nvGrpSpPr>
        <p:grpSpPr>
          <a:xfrm>
            <a:off x="4677176" y="3003175"/>
            <a:ext cx="489681" cy="488485"/>
            <a:chOff x="-62884425" y="4111775"/>
            <a:chExt cx="317425" cy="316650"/>
          </a:xfrm>
          <a:solidFill>
            <a:schemeClr val="bg1"/>
          </a:solidFill>
        </p:grpSpPr>
        <p:sp>
          <p:nvSpPr>
            <p:cNvPr id="6099" name="Google Shape;6099;p78"/>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00" name="Google Shape;6100;p78"/>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01" name="Google Shape;6101;p78"/>
          <p:cNvGrpSpPr/>
          <p:nvPr/>
        </p:nvGrpSpPr>
        <p:grpSpPr>
          <a:xfrm>
            <a:off x="2907353" y="3664601"/>
            <a:ext cx="487251" cy="480001"/>
            <a:chOff x="-60991775" y="3376900"/>
            <a:chExt cx="315850" cy="311150"/>
          </a:xfrm>
          <a:solidFill>
            <a:schemeClr val="bg1"/>
          </a:solidFill>
        </p:grpSpPr>
        <p:sp>
          <p:nvSpPr>
            <p:cNvPr id="6102" name="Google Shape;6102;p78"/>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03" name="Google Shape;6103;p78"/>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04" name="Google Shape;6104;p78"/>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05" name="Google Shape;6105;p78"/>
          <p:cNvGrpSpPr/>
          <p:nvPr/>
        </p:nvGrpSpPr>
        <p:grpSpPr>
          <a:xfrm>
            <a:off x="2906736" y="4265753"/>
            <a:ext cx="488485" cy="478767"/>
            <a:chOff x="-60988625" y="3740800"/>
            <a:chExt cx="316650" cy="310350"/>
          </a:xfrm>
          <a:solidFill>
            <a:schemeClr val="bg1"/>
          </a:solidFill>
        </p:grpSpPr>
        <p:sp>
          <p:nvSpPr>
            <p:cNvPr id="6106" name="Google Shape;6106;p78"/>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07" name="Google Shape;6107;p78"/>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08" name="Google Shape;6108;p78"/>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09" name="Google Shape;6109;p78"/>
          <p:cNvGrpSpPr/>
          <p:nvPr/>
        </p:nvGrpSpPr>
        <p:grpSpPr>
          <a:xfrm>
            <a:off x="2906736" y="4873021"/>
            <a:ext cx="488485" cy="486943"/>
            <a:chOff x="-60987850" y="4100950"/>
            <a:chExt cx="316650" cy="315650"/>
          </a:xfrm>
          <a:solidFill>
            <a:schemeClr val="bg1"/>
          </a:solidFill>
        </p:grpSpPr>
        <p:sp>
          <p:nvSpPr>
            <p:cNvPr id="6110" name="Google Shape;6110;p78"/>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1" name="Google Shape;6111;p78"/>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2" name="Google Shape;6112;p78"/>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3" name="Google Shape;6113;p78"/>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4" name="Google Shape;6114;p78"/>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15" name="Google Shape;6115;p78"/>
          <p:cNvGrpSpPr/>
          <p:nvPr/>
        </p:nvGrpSpPr>
        <p:grpSpPr>
          <a:xfrm>
            <a:off x="5266449" y="4266968"/>
            <a:ext cx="492111" cy="476337"/>
            <a:chOff x="-59447250" y="3706150"/>
            <a:chExt cx="319000" cy="308775"/>
          </a:xfrm>
          <a:solidFill>
            <a:schemeClr val="bg1"/>
          </a:solidFill>
        </p:grpSpPr>
        <p:sp>
          <p:nvSpPr>
            <p:cNvPr id="6116" name="Google Shape;6116;p78"/>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7" name="Google Shape;6117;p78"/>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8" name="Google Shape;6118;p78"/>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19" name="Google Shape;6119;p78"/>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20" name="Google Shape;6120;p78"/>
          <p:cNvGrpSpPr/>
          <p:nvPr/>
        </p:nvGrpSpPr>
        <p:grpSpPr>
          <a:xfrm>
            <a:off x="2318085" y="1842048"/>
            <a:ext cx="490915" cy="485632"/>
            <a:chOff x="-64406125" y="3362225"/>
            <a:chExt cx="318225" cy="314800"/>
          </a:xfrm>
          <a:solidFill>
            <a:schemeClr val="bg1"/>
          </a:solidFill>
        </p:grpSpPr>
        <p:sp>
          <p:nvSpPr>
            <p:cNvPr id="6121" name="Google Shape;6121;p78"/>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22" name="Google Shape;6122;p78"/>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123" name="Google Shape;6123;p78"/>
          <p:cNvSpPr/>
          <p:nvPr/>
        </p:nvSpPr>
        <p:spPr>
          <a:xfrm>
            <a:off x="2402361" y="2430668"/>
            <a:ext cx="322032" cy="48968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124" name="Google Shape;6124;p78"/>
          <p:cNvGrpSpPr/>
          <p:nvPr/>
        </p:nvGrpSpPr>
        <p:grpSpPr>
          <a:xfrm>
            <a:off x="2318704" y="3003175"/>
            <a:ext cx="489681" cy="488485"/>
            <a:chOff x="-64410850" y="4094450"/>
            <a:chExt cx="317425" cy="316650"/>
          </a:xfrm>
          <a:solidFill>
            <a:schemeClr val="bg1"/>
          </a:solidFill>
        </p:grpSpPr>
        <p:sp>
          <p:nvSpPr>
            <p:cNvPr id="6125" name="Google Shape;6125;p78"/>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26" name="Google Shape;6126;p78"/>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27" name="Google Shape;6127;p78"/>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128" name="Google Shape;6128;p78"/>
          <p:cNvSpPr/>
          <p:nvPr/>
        </p:nvSpPr>
        <p:spPr>
          <a:xfrm>
            <a:off x="5310996" y="1839867"/>
            <a:ext cx="426509" cy="489951"/>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129" name="Google Shape;6129;p78"/>
          <p:cNvGrpSpPr/>
          <p:nvPr/>
        </p:nvGrpSpPr>
        <p:grpSpPr>
          <a:xfrm>
            <a:off x="5280768" y="2429940"/>
            <a:ext cx="487289" cy="491185"/>
            <a:chOff x="-62516625" y="3743175"/>
            <a:chExt cx="315875" cy="318400"/>
          </a:xfrm>
          <a:solidFill>
            <a:schemeClr val="bg1"/>
          </a:solidFill>
        </p:grpSpPr>
        <p:sp>
          <p:nvSpPr>
            <p:cNvPr id="6130" name="Google Shape;6130;p78"/>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31" name="Google Shape;6131;p78"/>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32" name="Google Shape;6132;p78"/>
          <p:cNvGrpSpPr/>
          <p:nvPr/>
        </p:nvGrpSpPr>
        <p:grpSpPr>
          <a:xfrm>
            <a:off x="5289887" y="3029901"/>
            <a:ext cx="469048" cy="435032"/>
            <a:chOff x="-62511900" y="4129100"/>
            <a:chExt cx="304050" cy="282000"/>
          </a:xfrm>
          <a:solidFill>
            <a:schemeClr val="bg1"/>
          </a:solidFill>
        </p:grpSpPr>
        <p:sp>
          <p:nvSpPr>
            <p:cNvPr id="6133" name="Google Shape;6133;p78"/>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34" name="Google Shape;6134;p78"/>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35" name="Google Shape;6135;p78"/>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36" name="Google Shape;6136;p78"/>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37" name="Google Shape;6137;p78"/>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38" name="Google Shape;6138;p78"/>
          <p:cNvGrpSpPr/>
          <p:nvPr/>
        </p:nvGrpSpPr>
        <p:grpSpPr>
          <a:xfrm>
            <a:off x="3527383" y="3659761"/>
            <a:ext cx="414360" cy="489681"/>
            <a:chOff x="-60597975" y="3367475"/>
            <a:chExt cx="268600" cy="317425"/>
          </a:xfrm>
          <a:solidFill>
            <a:schemeClr val="bg1"/>
          </a:solidFill>
        </p:grpSpPr>
        <p:sp>
          <p:nvSpPr>
            <p:cNvPr id="6139" name="Google Shape;6139;p78"/>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40" name="Google Shape;6140;p78"/>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41" name="Google Shape;6141;p78"/>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42" name="Google Shape;6142;p78"/>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43" name="Google Shape;6143;p78"/>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144" name="Google Shape;6144;p78"/>
          <p:cNvSpPr/>
          <p:nvPr/>
        </p:nvSpPr>
        <p:spPr>
          <a:xfrm>
            <a:off x="3488353" y="4261776"/>
            <a:ext cx="492111" cy="486673"/>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145" name="Google Shape;6145;p78"/>
          <p:cNvGrpSpPr/>
          <p:nvPr/>
        </p:nvGrpSpPr>
        <p:grpSpPr>
          <a:xfrm>
            <a:off x="3490320" y="4941516"/>
            <a:ext cx="488485" cy="349953"/>
            <a:chOff x="-60621600" y="4145650"/>
            <a:chExt cx="316650" cy="226850"/>
          </a:xfrm>
          <a:solidFill>
            <a:schemeClr val="bg1"/>
          </a:solidFill>
        </p:grpSpPr>
        <p:sp>
          <p:nvSpPr>
            <p:cNvPr id="6146" name="Google Shape;6146;p78"/>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47" name="Google Shape;6147;p78"/>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48" name="Google Shape;6148;p78"/>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49" name="Google Shape;6149;p78"/>
          <p:cNvGrpSpPr/>
          <p:nvPr/>
        </p:nvGrpSpPr>
        <p:grpSpPr>
          <a:xfrm>
            <a:off x="5272523" y="4872848"/>
            <a:ext cx="479963" cy="487289"/>
            <a:chOff x="-59400775" y="4084200"/>
            <a:chExt cx="311125" cy="315875"/>
          </a:xfrm>
          <a:solidFill>
            <a:schemeClr val="bg1"/>
          </a:solidFill>
        </p:grpSpPr>
        <p:sp>
          <p:nvSpPr>
            <p:cNvPr id="6150" name="Google Shape;6150;p78"/>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1" name="Google Shape;6151;p78"/>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2" name="Google Shape;6152;p78"/>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3" name="Google Shape;6153;p78"/>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4" name="Google Shape;6154;p78"/>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5" name="Google Shape;6155;p78"/>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56" name="Google Shape;6156;p78"/>
          <p:cNvGrpSpPr/>
          <p:nvPr/>
        </p:nvGrpSpPr>
        <p:grpSpPr>
          <a:xfrm>
            <a:off x="2904648" y="1840622"/>
            <a:ext cx="487251" cy="488485"/>
            <a:chOff x="-64044600" y="3360375"/>
            <a:chExt cx="315850" cy="316650"/>
          </a:xfrm>
          <a:solidFill>
            <a:schemeClr val="bg1"/>
          </a:solidFill>
        </p:grpSpPr>
        <p:sp>
          <p:nvSpPr>
            <p:cNvPr id="6157" name="Google Shape;6157;p78"/>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8" name="Google Shape;6158;p78"/>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59" name="Google Shape;6159;p78"/>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60" name="Google Shape;6160;p78"/>
          <p:cNvGrpSpPr/>
          <p:nvPr/>
        </p:nvGrpSpPr>
        <p:grpSpPr>
          <a:xfrm>
            <a:off x="2939879" y="2430692"/>
            <a:ext cx="416789" cy="489681"/>
            <a:chOff x="-64022550" y="3727425"/>
            <a:chExt cx="270175" cy="317425"/>
          </a:xfrm>
          <a:solidFill>
            <a:schemeClr val="bg1"/>
          </a:solidFill>
        </p:grpSpPr>
        <p:sp>
          <p:nvSpPr>
            <p:cNvPr id="6161" name="Google Shape;6161;p78"/>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62" name="Google Shape;6162;p78"/>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63" name="Google Shape;6163;p78"/>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64" name="Google Shape;6164;p78"/>
          <p:cNvGrpSpPr/>
          <p:nvPr/>
        </p:nvGrpSpPr>
        <p:grpSpPr>
          <a:xfrm>
            <a:off x="2972063" y="3002557"/>
            <a:ext cx="352423" cy="489720"/>
            <a:chOff x="-64001300" y="4093650"/>
            <a:chExt cx="228450" cy="317450"/>
          </a:xfrm>
          <a:solidFill>
            <a:schemeClr val="bg1"/>
          </a:solidFill>
        </p:grpSpPr>
        <p:sp>
          <p:nvSpPr>
            <p:cNvPr id="6165" name="Google Shape;6165;p78"/>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66" name="Google Shape;6166;p78"/>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67" name="Google Shape;6167;p78"/>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68" name="Google Shape;6168;p78"/>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69" name="Google Shape;6169;p78"/>
          <p:cNvGrpSpPr/>
          <p:nvPr/>
        </p:nvGrpSpPr>
        <p:grpSpPr>
          <a:xfrm>
            <a:off x="1130735" y="3660280"/>
            <a:ext cx="479963" cy="488640"/>
            <a:chOff x="-62148800" y="3377700"/>
            <a:chExt cx="311125" cy="316750"/>
          </a:xfrm>
          <a:solidFill>
            <a:schemeClr val="bg1"/>
          </a:solidFill>
        </p:grpSpPr>
        <p:sp>
          <p:nvSpPr>
            <p:cNvPr id="6170" name="Google Shape;6170;p78"/>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71" name="Google Shape;6171;p78"/>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72" name="Google Shape;6172;p78"/>
          <p:cNvGrpSpPr/>
          <p:nvPr/>
        </p:nvGrpSpPr>
        <p:grpSpPr>
          <a:xfrm>
            <a:off x="1125278" y="4260276"/>
            <a:ext cx="490876" cy="489720"/>
            <a:chOff x="-62154300" y="3743950"/>
            <a:chExt cx="318200" cy="317450"/>
          </a:xfrm>
          <a:solidFill>
            <a:schemeClr val="bg1"/>
          </a:solidFill>
        </p:grpSpPr>
        <p:sp>
          <p:nvSpPr>
            <p:cNvPr id="6173" name="Google Shape;6173;p78"/>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74" name="Google Shape;6174;p78"/>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75" name="Google Shape;6175;p78"/>
          <p:cNvGrpSpPr/>
          <p:nvPr/>
        </p:nvGrpSpPr>
        <p:grpSpPr>
          <a:xfrm>
            <a:off x="1125259" y="4872250"/>
            <a:ext cx="490915" cy="488485"/>
            <a:chOff x="-62151950" y="4111775"/>
            <a:chExt cx="318225" cy="316650"/>
          </a:xfrm>
          <a:solidFill>
            <a:schemeClr val="bg1"/>
          </a:solidFill>
        </p:grpSpPr>
        <p:sp>
          <p:nvSpPr>
            <p:cNvPr id="6176" name="Google Shape;6176;p78"/>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77" name="Google Shape;6177;p78"/>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78" name="Google Shape;6178;p78"/>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79" name="Google Shape;6179;p78"/>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80" name="Google Shape;6180;p78"/>
          <p:cNvGrpSpPr/>
          <p:nvPr/>
        </p:nvGrpSpPr>
        <p:grpSpPr>
          <a:xfrm>
            <a:off x="4083425" y="3659644"/>
            <a:ext cx="490876" cy="489912"/>
            <a:chOff x="-60254550" y="3367325"/>
            <a:chExt cx="318200" cy="317575"/>
          </a:xfrm>
          <a:solidFill>
            <a:schemeClr val="bg1"/>
          </a:solidFill>
        </p:grpSpPr>
        <p:sp>
          <p:nvSpPr>
            <p:cNvPr id="6181" name="Google Shape;6181;p78"/>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82" name="Google Shape;6182;p78"/>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83" name="Google Shape;6183;p78"/>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84" name="Google Shape;6184;p78"/>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85" name="Google Shape;6185;p78"/>
          <p:cNvGrpSpPr/>
          <p:nvPr/>
        </p:nvGrpSpPr>
        <p:grpSpPr>
          <a:xfrm>
            <a:off x="4084620" y="4260969"/>
            <a:ext cx="488485" cy="488331"/>
            <a:chOff x="-60255350" y="3733825"/>
            <a:chExt cx="316650" cy="316550"/>
          </a:xfrm>
          <a:solidFill>
            <a:schemeClr val="bg1"/>
          </a:solidFill>
        </p:grpSpPr>
        <p:sp>
          <p:nvSpPr>
            <p:cNvPr id="6186" name="Google Shape;6186;p78"/>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87" name="Google Shape;6187;p78"/>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88" name="Google Shape;6188;p78"/>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89" name="Google Shape;6189;p78"/>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90" name="Google Shape;6190;p78"/>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91" name="Google Shape;6191;p78"/>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92" name="Google Shape;6192;p78"/>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193" name="Google Shape;6193;p78"/>
          <p:cNvGrpSpPr/>
          <p:nvPr/>
        </p:nvGrpSpPr>
        <p:grpSpPr>
          <a:xfrm>
            <a:off x="4121683" y="4872848"/>
            <a:ext cx="414360" cy="487289"/>
            <a:chOff x="-60232500" y="4101525"/>
            <a:chExt cx="268600" cy="315875"/>
          </a:xfrm>
          <a:solidFill>
            <a:schemeClr val="bg1"/>
          </a:solidFill>
        </p:grpSpPr>
        <p:sp>
          <p:nvSpPr>
            <p:cNvPr id="6194" name="Google Shape;6194;p78"/>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95" name="Google Shape;6195;p78"/>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196" name="Google Shape;6196;p78"/>
          <p:cNvSpPr/>
          <p:nvPr/>
        </p:nvSpPr>
        <p:spPr>
          <a:xfrm>
            <a:off x="2905382" y="5498092"/>
            <a:ext cx="488447" cy="48972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197" name="Google Shape;6197;p78"/>
          <p:cNvGrpSpPr/>
          <p:nvPr/>
        </p:nvGrpSpPr>
        <p:grpSpPr>
          <a:xfrm>
            <a:off x="3499016" y="1840622"/>
            <a:ext cx="490915" cy="488485"/>
            <a:chOff x="-63679950" y="3360375"/>
            <a:chExt cx="318225" cy="316650"/>
          </a:xfrm>
          <a:solidFill>
            <a:schemeClr val="bg1"/>
          </a:solidFill>
        </p:grpSpPr>
        <p:sp>
          <p:nvSpPr>
            <p:cNvPr id="6198" name="Google Shape;6198;p78"/>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199" name="Google Shape;6199;p78"/>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00" name="Google Shape;6200;p78"/>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01" name="Google Shape;6201;p78"/>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202" name="Google Shape;6202;p78"/>
          <p:cNvSpPr/>
          <p:nvPr/>
        </p:nvSpPr>
        <p:spPr>
          <a:xfrm>
            <a:off x="3497640" y="2430359"/>
            <a:ext cx="493345" cy="490299"/>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203" name="Google Shape;6203;p78"/>
          <p:cNvGrpSpPr/>
          <p:nvPr/>
        </p:nvGrpSpPr>
        <p:grpSpPr>
          <a:xfrm>
            <a:off x="3497185" y="3002405"/>
            <a:ext cx="494579" cy="490028"/>
            <a:chOff x="-63679950" y="4093450"/>
            <a:chExt cx="320600" cy="317650"/>
          </a:xfrm>
          <a:solidFill>
            <a:schemeClr val="bg1"/>
          </a:solidFill>
        </p:grpSpPr>
        <p:sp>
          <p:nvSpPr>
            <p:cNvPr id="6204" name="Google Shape;6204;p78"/>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05" name="Google Shape;6205;p78"/>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06" name="Google Shape;6206;p78"/>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07" name="Google Shape;6207;p78"/>
          <p:cNvGrpSpPr/>
          <p:nvPr/>
        </p:nvGrpSpPr>
        <p:grpSpPr>
          <a:xfrm>
            <a:off x="1710675" y="3659740"/>
            <a:ext cx="488485" cy="489720"/>
            <a:chOff x="-61784125" y="3377700"/>
            <a:chExt cx="316650" cy="317450"/>
          </a:xfrm>
          <a:solidFill>
            <a:schemeClr val="bg1"/>
          </a:solidFill>
        </p:grpSpPr>
        <p:sp>
          <p:nvSpPr>
            <p:cNvPr id="6208" name="Google Shape;6208;p78"/>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09" name="Google Shape;6209;p78"/>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0" name="Google Shape;6210;p78"/>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1" name="Google Shape;6211;p78"/>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2" name="Google Shape;6212;p78"/>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3" name="Google Shape;6213;p78"/>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4" name="Google Shape;6214;p78"/>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15" name="Google Shape;6215;p78"/>
          <p:cNvGrpSpPr/>
          <p:nvPr/>
        </p:nvGrpSpPr>
        <p:grpSpPr>
          <a:xfrm>
            <a:off x="1710675" y="4260276"/>
            <a:ext cx="488485" cy="489720"/>
            <a:chOff x="-61783350" y="3743950"/>
            <a:chExt cx="316650" cy="317450"/>
          </a:xfrm>
          <a:solidFill>
            <a:schemeClr val="bg1"/>
          </a:solidFill>
        </p:grpSpPr>
        <p:sp>
          <p:nvSpPr>
            <p:cNvPr id="6216" name="Google Shape;6216;p78"/>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7" name="Google Shape;6217;p78"/>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218" name="Google Shape;6218;p78"/>
          <p:cNvSpPr/>
          <p:nvPr/>
        </p:nvSpPr>
        <p:spPr>
          <a:xfrm>
            <a:off x="1710516" y="4872010"/>
            <a:ext cx="488485" cy="488909"/>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19" name="Google Shape;6219;p78"/>
          <p:cNvSpPr/>
          <p:nvPr/>
        </p:nvSpPr>
        <p:spPr>
          <a:xfrm>
            <a:off x="4674252" y="3672870"/>
            <a:ext cx="488485" cy="463417"/>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20" name="Google Shape;6220;p78"/>
          <p:cNvSpPr/>
          <p:nvPr/>
        </p:nvSpPr>
        <p:spPr>
          <a:xfrm>
            <a:off x="4673037" y="4313725"/>
            <a:ext cx="490915" cy="382775"/>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221" name="Google Shape;6221;p78"/>
          <p:cNvGrpSpPr/>
          <p:nvPr/>
        </p:nvGrpSpPr>
        <p:grpSpPr>
          <a:xfrm>
            <a:off x="4672574" y="4873388"/>
            <a:ext cx="492149" cy="486209"/>
            <a:chOff x="-59869425" y="4102225"/>
            <a:chExt cx="319025" cy="315175"/>
          </a:xfrm>
          <a:solidFill>
            <a:schemeClr val="bg1"/>
          </a:solidFill>
        </p:grpSpPr>
        <p:sp>
          <p:nvSpPr>
            <p:cNvPr id="6222" name="Google Shape;6222;p78"/>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23" name="Google Shape;6223;p78"/>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24" name="Google Shape;6224;p78"/>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25" name="Google Shape;6225;p78"/>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26" name="Google Shape;6226;p78"/>
          <p:cNvGrpSpPr/>
          <p:nvPr/>
        </p:nvGrpSpPr>
        <p:grpSpPr>
          <a:xfrm>
            <a:off x="3497644" y="5498484"/>
            <a:ext cx="488485" cy="487289"/>
            <a:chOff x="-59029025" y="3711650"/>
            <a:chExt cx="316650" cy="315875"/>
          </a:xfrm>
          <a:solidFill>
            <a:schemeClr val="bg1"/>
          </a:solidFill>
        </p:grpSpPr>
        <p:sp>
          <p:nvSpPr>
            <p:cNvPr id="6227" name="Google Shape;6227;p78"/>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28" name="Google Shape;6228;p78"/>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29" name="Google Shape;6229;p78"/>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30" name="Google Shape;6230;p78"/>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31" name="Google Shape;6231;p78"/>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32" name="Google Shape;6232;p78"/>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33" name="Google Shape;6233;p78"/>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34" name="Google Shape;6234;p78"/>
          <p:cNvGrpSpPr/>
          <p:nvPr/>
        </p:nvGrpSpPr>
        <p:grpSpPr>
          <a:xfrm>
            <a:off x="6479082" y="1839889"/>
            <a:ext cx="469253" cy="464251"/>
            <a:chOff x="581525" y="3254850"/>
            <a:chExt cx="297750" cy="294575"/>
          </a:xfrm>
          <a:solidFill>
            <a:schemeClr val="bg1"/>
          </a:solidFill>
        </p:grpSpPr>
        <p:sp>
          <p:nvSpPr>
            <p:cNvPr id="6235" name="Google Shape;6235;p78"/>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36" name="Google Shape;6236;p78"/>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37" name="Google Shape;6237;p78"/>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38" name="Google Shape;6238;p78"/>
          <p:cNvGrpSpPr/>
          <p:nvPr/>
        </p:nvGrpSpPr>
        <p:grpSpPr>
          <a:xfrm>
            <a:off x="6477840" y="2425138"/>
            <a:ext cx="471736" cy="468663"/>
            <a:chOff x="580725" y="3617925"/>
            <a:chExt cx="299325" cy="297375"/>
          </a:xfrm>
          <a:solidFill>
            <a:schemeClr val="bg1"/>
          </a:solidFill>
        </p:grpSpPr>
        <p:sp>
          <p:nvSpPr>
            <p:cNvPr id="6239" name="Google Shape;6239;p78"/>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0" name="Google Shape;6240;p78"/>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1" name="Google Shape;6241;p78"/>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2" name="Google Shape;6242;p78"/>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3" name="Google Shape;6243;p78"/>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44" name="Google Shape;6244;p78"/>
          <p:cNvGrpSpPr/>
          <p:nvPr/>
        </p:nvGrpSpPr>
        <p:grpSpPr>
          <a:xfrm>
            <a:off x="6480323" y="3021391"/>
            <a:ext cx="466772" cy="466772"/>
            <a:chOff x="583100" y="3982600"/>
            <a:chExt cx="296175" cy="296175"/>
          </a:xfrm>
          <a:solidFill>
            <a:schemeClr val="bg1"/>
          </a:solidFill>
        </p:grpSpPr>
        <p:sp>
          <p:nvSpPr>
            <p:cNvPr id="6245" name="Google Shape;6245;p78"/>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6" name="Google Shape;6246;p78"/>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7" name="Google Shape;6247;p78"/>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8" name="Google Shape;6248;p78"/>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49" name="Google Shape;6249;p78"/>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50" name="Google Shape;6250;p78"/>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51" name="Google Shape;6251;p78"/>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52" name="Google Shape;6252;p78"/>
          <p:cNvGrpSpPr/>
          <p:nvPr/>
        </p:nvGrpSpPr>
        <p:grpSpPr>
          <a:xfrm>
            <a:off x="9457142" y="1839556"/>
            <a:ext cx="409641" cy="464920"/>
            <a:chOff x="2423775" y="3226875"/>
            <a:chExt cx="259925" cy="295000"/>
          </a:xfrm>
          <a:solidFill>
            <a:schemeClr val="bg1"/>
          </a:solidFill>
        </p:grpSpPr>
        <p:sp>
          <p:nvSpPr>
            <p:cNvPr id="6253" name="Google Shape;6253;p78"/>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54" name="Google Shape;6254;p78"/>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55" name="Google Shape;6255;p78"/>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56" name="Google Shape;6256;p78"/>
          <p:cNvGrpSpPr/>
          <p:nvPr/>
        </p:nvGrpSpPr>
        <p:grpSpPr>
          <a:xfrm>
            <a:off x="9426725" y="2427937"/>
            <a:ext cx="470476" cy="463068"/>
            <a:chOff x="2404875" y="3592725"/>
            <a:chExt cx="298525" cy="293825"/>
          </a:xfrm>
          <a:solidFill>
            <a:schemeClr val="bg1"/>
          </a:solidFill>
        </p:grpSpPr>
        <p:sp>
          <p:nvSpPr>
            <p:cNvPr id="6257" name="Google Shape;6257;p78"/>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58" name="Google Shape;6258;p78"/>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59" name="Google Shape;6259;p78"/>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60" name="Google Shape;6260;p78"/>
          <p:cNvGrpSpPr/>
          <p:nvPr/>
        </p:nvGrpSpPr>
        <p:grpSpPr>
          <a:xfrm>
            <a:off x="9427966" y="3022023"/>
            <a:ext cx="467993" cy="465511"/>
            <a:chOff x="2404875" y="3955825"/>
            <a:chExt cx="296950" cy="295375"/>
          </a:xfrm>
          <a:solidFill>
            <a:schemeClr val="bg1"/>
          </a:solidFill>
        </p:grpSpPr>
        <p:sp>
          <p:nvSpPr>
            <p:cNvPr id="6261" name="Google Shape;6261;p78"/>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62" name="Google Shape;6262;p78"/>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63" name="Google Shape;6263;p78"/>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64" name="Google Shape;6264;p78"/>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65" name="Google Shape;6265;p78"/>
          <p:cNvGrpSpPr/>
          <p:nvPr/>
        </p:nvGrpSpPr>
        <p:grpSpPr>
          <a:xfrm>
            <a:off x="7686606" y="3640949"/>
            <a:ext cx="465551" cy="466772"/>
            <a:chOff x="4263650" y="3235150"/>
            <a:chExt cx="295400" cy="296175"/>
          </a:xfrm>
          <a:solidFill>
            <a:schemeClr val="bg1"/>
          </a:solidFill>
        </p:grpSpPr>
        <p:sp>
          <p:nvSpPr>
            <p:cNvPr id="6266" name="Google Shape;6266;p78"/>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67" name="Google Shape;6267;p78"/>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68" name="Google Shape;6268;p78"/>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69" name="Google Shape;6269;p78"/>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70" name="Google Shape;6270;p78"/>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71" name="Google Shape;6271;p78"/>
          <p:cNvGrpSpPr/>
          <p:nvPr/>
        </p:nvGrpSpPr>
        <p:grpSpPr>
          <a:xfrm>
            <a:off x="7683512" y="4253164"/>
            <a:ext cx="471736" cy="436985"/>
            <a:chOff x="4266025" y="3609275"/>
            <a:chExt cx="299325" cy="277275"/>
          </a:xfrm>
          <a:solidFill>
            <a:schemeClr val="bg1"/>
          </a:solidFill>
        </p:grpSpPr>
        <p:sp>
          <p:nvSpPr>
            <p:cNvPr id="6272" name="Google Shape;6272;p78"/>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73" name="Google Shape;6273;p78"/>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74" name="Google Shape;6274;p78"/>
          <p:cNvGrpSpPr/>
          <p:nvPr/>
        </p:nvGrpSpPr>
        <p:grpSpPr>
          <a:xfrm>
            <a:off x="7684123" y="4873679"/>
            <a:ext cx="470515" cy="465511"/>
            <a:chOff x="4263650" y="3963700"/>
            <a:chExt cx="298550" cy="295375"/>
          </a:xfrm>
          <a:solidFill>
            <a:schemeClr val="bg1"/>
          </a:solidFill>
        </p:grpSpPr>
        <p:sp>
          <p:nvSpPr>
            <p:cNvPr id="6275" name="Google Shape;6275;p78"/>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76" name="Google Shape;6276;p78"/>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77" name="Google Shape;6277;p78"/>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78" name="Google Shape;6278;p78"/>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79" name="Google Shape;6279;p78"/>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0" name="Google Shape;6280;p78"/>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1" name="Google Shape;6281;p78"/>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82" name="Google Shape;6282;p78"/>
          <p:cNvGrpSpPr/>
          <p:nvPr/>
        </p:nvGrpSpPr>
        <p:grpSpPr>
          <a:xfrm>
            <a:off x="10721906" y="3640949"/>
            <a:ext cx="301685" cy="466772"/>
            <a:chOff x="6164975" y="3211525"/>
            <a:chExt cx="191425" cy="296175"/>
          </a:xfrm>
          <a:solidFill>
            <a:schemeClr val="bg1"/>
          </a:solidFill>
        </p:grpSpPr>
        <p:sp>
          <p:nvSpPr>
            <p:cNvPr id="6283" name="Google Shape;6283;p78"/>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4" name="Google Shape;6284;p78"/>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5" name="Google Shape;6285;p78"/>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6" name="Google Shape;6286;p78"/>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7" name="Google Shape;6287;p78"/>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8" name="Google Shape;6288;p78"/>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89" name="Google Shape;6289;p78"/>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90" name="Google Shape;6290;p78"/>
          <p:cNvGrpSpPr/>
          <p:nvPr/>
        </p:nvGrpSpPr>
        <p:grpSpPr>
          <a:xfrm>
            <a:off x="7071288" y="1838650"/>
            <a:ext cx="470515" cy="466732"/>
            <a:chOff x="946175" y="3253275"/>
            <a:chExt cx="298550" cy="296150"/>
          </a:xfrm>
          <a:solidFill>
            <a:schemeClr val="bg1"/>
          </a:solidFill>
        </p:grpSpPr>
        <p:sp>
          <p:nvSpPr>
            <p:cNvPr id="6291" name="Google Shape;6291;p78"/>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92" name="Google Shape;6292;p78"/>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93" name="Google Shape;6293;p78"/>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94" name="Google Shape;6294;p78"/>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95" name="Google Shape;6295;p78"/>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296" name="Google Shape;6296;p78"/>
          <p:cNvGrpSpPr/>
          <p:nvPr/>
        </p:nvGrpSpPr>
        <p:grpSpPr>
          <a:xfrm>
            <a:off x="7072529" y="2427935"/>
            <a:ext cx="468032" cy="463068"/>
            <a:chOff x="946175" y="3619500"/>
            <a:chExt cx="296975" cy="293825"/>
          </a:xfrm>
          <a:solidFill>
            <a:schemeClr val="bg1"/>
          </a:solidFill>
        </p:grpSpPr>
        <p:sp>
          <p:nvSpPr>
            <p:cNvPr id="6297" name="Google Shape;6297;p78"/>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98" name="Google Shape;6298;p78"/>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299" name="Google Shape;6299;p78"/>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00" name="Google Shape;6300;p78"/>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01" name="Google Shape;6301;p78"/>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02" name="Google Shape;6302;p78"/>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03" name="Google Shape;6303;p78"/>
          <p:cNvGrpSpPr/>
          <p:nvPr/>
        </p:nvGrpSpPr>
        <p:grpSpPr>
          <a:xfrm>
            <a:off x="7071919" y="3020781"/>
            <a:ext cx="469253" cy="467993"/>
            <a:chOff x="944600" y="3981825"/>
            <a:chExt cx="297750" cy="296950"/>
          </a:xfrm>
          <a:solidFill>
            <a:schemeClr val="bg1"/>
          </a:solidFill>
        </p:grpSpPr>
        <p:sp>
          <p:nvSpPr>
            <p:cNvPr id="6304" name="Google Shape;6304;p78"/>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05" name="Google Shape;6305;p78"/>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06" name="Google Shape;6306;p78"/>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07" name="Google Shape;6307;p78"/>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08" name="Google Shape;6308;p78"/>
          <p:cNvGrpSpPr/>
          <p:nvPr/>
        </p:nvGrpSpPr>
        <p:grpSpPr>
          <a:xfrm>
            <a:off x="10027834" y="1839261"/>
            <a:ext cx="466772" cy="465511"/>
            <a:chOff x="2768750" y="3227275"/>
            <a:chExt cx="296175" cy="295375"/>
          </a:xfrm>
          <a:solidFill>
            <a:schemeClr val="bg1"/>
          </a:solidFill>
        </p:grpSpPr>
        <p:sp>
          <p:nvSpPr>
            <p:cNvPr id="6309" name="Google Shape;6309;p78"/>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0" name="Google Shape;6310;p78"/>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1" name="Google Shape;6311;p78"/>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2" name="Google Shape;6312;p78"/>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3" name="Google Shape;6313;p78"/>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4" name="Google Shape;6314;p78"/>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5" name="Google Shape;6315;p78"/>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6" name="Google Shape;6316;p78"/>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17" name="Google Shape;6317;p78"/>
          <p:cNvGrpSpPr/>
          <p:nvPr/>
        </p:nvGrpSpPr>
        <p:grpSpPr>
          <a:xfrm>
            <a:off x="10055769" y="2427089"/>
            <a:ext cx="410903" cy="464763"/>
            <a:chOff x="2786075" y="3591800"/>
            <a:chExt cx="260725" cy="294900"/>
          </a:xfrm>
          <a:solidFill>
            <a:schemeClr val="bg1"/>
          </a:solidFill>
        </p:grpSpPr>
        <p:sp>
          <p:nvSpPr>
            <p:cNvPr id="6318" name="Google Shape;6318;p78"/>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19" name="Google Shape;6319;p78"/>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20" name="Google Shape;6320;p78"/>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21" name="Google Shape;6321;p78"/>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22" name="Google Shape;6322;p78"/>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23" name="Google Shape;6323;p78"/>
          <p:cNvGrpSpPr/>
          <p:nvPr/>
        </p:nvGrpSpPr>
        <p:grpSpPr>
          <a:xfrm>
            <a:off x="10109765" y="3021393"/>
            <a:ext cx="302907" cy="466772"/>
            <a:chOff x="2819150" y="3955025"/>
            <a:chExt cx="192200" cy="296175"/>
          </a:xfrm>
          <a:solidFill>
            <a:schemeClr val="bg1"/>
          </a:solidFill>
        </p:grpSpPr>
        <p:sp>
          <p:nvSpPr>
            <p:cNvPr id="6324" name="Google Shape;6324;p78"/>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25" name="Google Shape;6325;p78"/>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26" name="Google Shape;6326;p78"/>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27" name="Google Shape;6327;p78"/>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28" name="Google Shape;6328;p78"/>
          <p:cNvGrpSpPr/>
          <p:nvPr/>
        </p:nvGrpSpPr>
        <p:grpSpPr>
          <a:xfrm>
            <a:off x="8274797" y="3642190"/>
            <a:ext cx="465511" cy="464289"/>
            <a:chOff x="4629125" y="3235150"/>
            <a:chExt cx="295375" cy="294600"/>
          </a:xfrm>
          <a:solidFill>
            <a:schemeClr val="bg1"/>
          </a:solidFill>
        </p:grpSpPr>
        <p:sp>
          <p:nvSpPr>
            <p:cNvPr id="6329" name="Google Shape;6329;p78"/>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0" name="Google Shape;6330;p78"/>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1" name="Google Shape;6331;p78"/>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2" name="Google Shape;6332;p78"/>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3" name="Google Shape;6333;p78"/>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34" name="Google Shape;6334;p78"/>
          <p:cNvGrpSpPr/>
          <p:nvPr/>
        </p:nvGrpSpPr>
        <p:grpSpPr>
          <a:xfrm>
            <a:off x="8274777" y="4238901"/>
            <a:ext cx="465551" cy="465511"/>
            <a:chOff x="4628325" y="3599825"/>
            <a:chExt cx="295400" cy="295375"/>
          </a:xfrm>
          <a:solidFill>
            <a:schemeClr val="bg1"/>
          </a:solidFill>
        </p:grpSpPr>
        <p:sp>
          <p:nvSpPr>
            <p:cNvPr id="6335" name="Google Shape;6335;p78"/>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6" name="Google Shape;6336;p78"/>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7" name="Google Shape;6337;p78"/>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8" name="Google Shape;6338;p78"/>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39" name="Google Shape;6339;p78"/>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0" name="Google Shape;6340;p78"/>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1" name="Google Shape;6341;p78"/>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2" name="Google Shape;6342;p78"/>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3" name="Google Shape;6343;p78"/>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4" name="Google Shape;6344;p78"/>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5" name="Google Shape;6345;p78"/>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6" name="Google Shape;6346;p78"/>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47" name="Google Shape;6347;p78"/>
          <p:cNvGrpSpPr/>
          <p:nvPr/>
        </p:nvGrpSpPr>
        <p:grpSpPr>
          <a:xfrm>
            <a:off x="8302712" y="4873049"/>
            <a:ext cx="409681" cy="466772"/>
            <a:chOff x="4645650" y="3962900"/>
            <a:chExt cx="259950" cy="296175"/>
          </a:xfrm>
          <a:solidFill>
            <a:schemeClr val="bg1"/>
          </a:solidFill>
        </p:grpSpPr>
        <p:sp>
          <p:nvSpPr>
            <p:cNvPr id="6348" name="Google Shape;6348;p78"/>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49" name="Google Shape;6349;p78"/>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0" name="Google Shape;6350;p78"/>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1" name="Google Shape;6351;p78"/>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2" name="Google Shape;6352;p78"/>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3" name="Google Shape;6353;p78"/>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54" name="Google Shape;6354;p78"/>
          <p:cNvGrpSpPr/>
          <p:nvPr/>
        </p:nvGrpSpPr>
        <p:grpSpPr>
          <a:xfrm>
            <a:off x="10639993" y="4239531"/>
            <a:ext cx="465511" cy="464251"/>
            <a:chOff x="6143725" y="3582500"/>
            <a:chExt cx="295375" cy="294575"/>
          </a:xfrm>
          <a:solidFill>
            <a:schemeClr val="bg1"/>
          </a:solidFill>
        </p:grpSpPr>
        <p:sp>
          <p:nvSpPr>
            <p:cNvPr id="6355" name="Google Shape;6355;p78"/>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6" name="Google Shape;6356;p78"/>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7" name="Google Shape;6357;p78"/>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8" name="Google Shape;6358;p78"/>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59" name="Google Shape;6359;p78"/>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60" name="Google Shape;6360;p78"/>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61" name="Google Shape;6361;p78"/>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62" name="Google Shape;6362;p78"/>
          <p:cNvGrpSpPr/>
          <p:nvPr/>
        </p:nvGrpSpPr>
        <p:grpSpPr>
          <a:xfrm>
            <a:off x="7665094" y="1838650"/>
            <a:ext cx="467993" cy="466732"/>
            <a:chOff x="1310075" y="3253275"/>
            <a:chExt cx="296950" cy="296150"/>
          </a:xfrm>
          <a:solidFill>
            <a:schemeClr val="bg1"/>
          </a:solidFill>
        </p:grpSpPr>
        <p:sp>
          <p:nvSpPr>
            <p:cNvPr id="6363" name="Google Shape;6363;p78"/>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64" name="Google Shape;6364;p78"/>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65" name="Google Shape;6365;p78"/>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366" name="Google Shape;6366;p78"/>
          <p:cNvSpPr/>
          <p:nvPr/>
        </p:nvSpPr>
        <p:spPr>
          <a:xfrm>
            <a:off x="7666989" y="2428100"/>
            <a:ext cx="464289" cy="463029"/>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367" name="Google Shape;6367;p78"/>
          <p:cNvGrpSpPr/>
          <p:nvPr/>
        </p:nvGrpSpPr>
        <p:grpSpPr>
          <a:xfrm>
            <a:off x="7664463" y="3020329"/>
            <a:ext cx="469255" cy="468900"/>
            <a:chOff x="1310075" y="3980250"/>
            <a:chExt cx="297750" cy="297525"/>
          </a:xfrm>
          <a:solidFill>
            <a:schemeClr val="bg1"/>
          </a:solidFill>
        </p:grpSpPr>
        <p:sp>
          <p:nvSpPr>
            <p:cNvPr id="6368" name="Google Shape;6368;p78"/>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69" name="Google Shape;6369;p78"/>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70" name="Google Shape;6370;p78"/>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71" name="Google Shape;6371;p78"/>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72" name="Google Shape;6372;p78"/>
          <p:cNvGrpSpPr/>
          <p:nvPr/>
        </p:nvGrpSpPr>
        <p:grpSpPr>
          <a:xfrm>
            <a:off x="10684182" y="1839261"/>
            <a:ext cx="355073" cy="465511"/>
            <a:chOff x="3167275" y="3227275"/>
            <a:chExt cx="225300" cy="295375"/>
          </a:xfrm>
          <a:solidFill>
            <a:schemeClr val="bg1"/>
          </a:solidFill>
        </p:grpSpPr>
        <p:sp>
          <p:nvSpPr>
            <p:cNvPr id="6373" name="Google Shape;6373;p78"/>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74" name="Google Shape;6374;p78"/>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75" name="Google Shape;6375;p78"/>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76" name="Google Shape;6376;p78"/>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77" name="Google Shape;6377;p78"/>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378" name="Google Shape;6378;p78"/>
          <p:cNvSpPr/>
          <p:nvPr/>
        </p:nvSpPr>
        <p:spPr>
          <a:xfrm>
            <a:off x="10616633" y="2425775"/>
            <a:ext cx="490372" cy="467677"/>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379" name="Google Shape;6379;p78"/>
          <p:cNvGrpSpPr/>
          <p:nvPr/>
        </p:nvGrpSpPr>
        <p:grpSpPr>
          <a:xfrm>
            <a:off x="10627091" y="3022003"/>
            <a:ext cx="469253" cy="465551"/>
            <a:chOff x="3133425" y="3955025"/>
            <a:chExt cx="297750" cy="295400"/>
          </a:xfrm>
          <a:solidFill>
            <a:schemeClr val="bg1"/>
          </a:solidFill>
        </p:grpSpPr>
        <p:sp>
          <p:nvSpPr>
            <p:cNvPr id="6380" name="Google Shape;6380;p78"/>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1" name="Google Shape;6381;p78"/>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2" name="Google Shape;6382;p78"/>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83" name="Google Shape;6383;p78"/>
          <p:cNvGrpSpPr/>
          <p:nvPr/>
        </p:nvGrpSpPr>
        <p:grpSpPr>
          <a:xfrm>
            <a:off x="8867322" y="3640120"/>
            <a:ext cx="466772" cy="468427"/>
            <a:chOff x="4991425" y="3234750"/>
            <a:chExt cx="296175" cy="297225"/>
          </a:xfrm>
          <a:solidFill>
            <a:schemeClr val="bg1"/>
          </a:solidFill>
        </p:grpSpPr>
        <p:sp>
          <p:nvSpPr>
            <p:cNvPr id="6384" name="Google Shape;6384;p78"/>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5" name="Google Shape;6385;p78"/>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6" name="Google Shape;6386;p78"/>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7" name="Google Shape;6387;p78"/>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8" name="Google Shape;6388;p78"/>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89" name="Google Shape;6389;p78"/>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90" name="Google Shape;6390;p78"/>
          <p:cNvGrpSpPr/>
          <p:nvPr/>
        </p:nvGrpSpPr>
        <p:grpSpPr>
          <a:xfrm>
            <a:off x="8867322" y="4266205"/>
            <a:ext cx="466772" cy="410903"/>
            <a:chOff x="4991425" y="3617150"/>
            <a:chExt cx="296175" cy="260725"/>
          </a:xfrm>
          <a:solidFill>
            <a:schemeClr val="bg1"/>
          </a:solidFill>
        </p:grpSpPr>
        <p:sp>
          <p:nvSpPr>
            <p:cNvPr id="6391" name="Google Shape;6391;p78"/>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92" name="Google Shape;6392;p78"/>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93" name="Google Shape;6393;p78"/>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94" name="Google Shape;6394;p78"/>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95" name="Google Shape;6395;p78"/>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96" name="Google Shape;6396;p78"/>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397" name="Google Shape;6397;p78"/>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398" name="Google Shape;6398;p78"/>
          <p:cNvGrpSpPr/>
          <p:nvPr/>
        </p:nvGrpSpPr>
        <p:grpSpPr>
          <a:xfrm>
            <a:off x="8970352" y="4873659"/>
            <a:ext cx="260709" cy="465551"/>
            <a:chOff x="5056800" y="3962900"/>
            <a:chExt cx="165425" cy="295400"/>
          </a:xfrm>
          <a:solidFill>
            <a:schemeClr val="bg1"/>
          </a:solidFill>
        </p:grpSpPr>
        <p:sp>
          <p:nvSpPr>
            <p:cNvPr id="6399" name="Google Shape;6399;p78"/>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0" name="Google Shape;6400;p78"/>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1" name="Google Shape;6401;p78"/>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02" name="Google Shape;6402;p78"/>
          <p:cNvGrpSpPr/>
          <p:nvPr/>
        </p:nvGrpSpPr>
        <p:grpSpPr>
          <a:xfrm>
            <a:off x="10638750" y="4873681"/>
            <a:ext cx="467993" cy="465511"/>
            <a:chOff x="6168925" y="3936925"/>
            <a:chExt cx="296950" cy="295375"/>
          </a:xfrm>
          <a:solidFill>
            <a:schemeClr val="bg1"/>
          </a:solidFill>
        </p:grpSpPr>
        <p:sp>
          <p:nvSpPr>
            <p:cNvPr id="6403" name="Google Shape;6403;p78"/>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4" name="Google Shape;6404;p78"/>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5" name="Google Shape;6405;p78"/>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6" name="Google Shape;6406;p78"/>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7" name="Google Shape;6407;p78"/>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08" name="Google Shape;6408;p78"/>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09" name="Google Shape;6409;p78"/>
          <p:cNvGrpSpPr/>
          <p:nvPr/>
        </p:nvGrpSpPr>
        <p:grpSpPr>
          <a:xfrm>
            <a:off x="8257041" y="1829777"/>
            <a:ext cx="464251" cy="465511"/>
            <a:chOff x="1674750" y="3254050"/>
            <a:chExt cx="294575" cy="295375"/>
          </a:xfrm>
          <a:solidFill>
            <a:schemeClr val="bg1"/>
          </a:solidFill>
        </p:grpSpPr>
        <p:sp>
          <p:nvSpPr>
            <p:cNvPr id="6410" name="Google Shape;6410;p78"/>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11" name="Google Shape;6411;p78"/>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12" name="Google Shape;6412;p78"/>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13" name="Google Shape;6413;p78"/>
          <p:cNvGrpSpPr/>
          <p:nvPr/>
        </p:nvGrpSpPr>
        <p:grpSpPr>
          <a:xfrm>
            <a:off x="8276237" y="2426714"/>
            <a:ext cx="425796" cy="465511"/>
            <a:chOff x="1687350" y="3618725"/>
            <a:chExt cx="270175" cy="295375"/>
          </a:xfrm>
          <a:solidFill>
            <a:schemeClr val="bg1"/>
          </a:solidFill>
        </p:grpSpPr>
        <p:sp>
          <p:nvSpPr>
            <p:cNvPr id="6414" name="Google Shape;6414;p78"/>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15" name="Google Shape;6415;p78"/>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16" name="Google Shape;6416;p78"/>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17" name="Google Shape;6417;p78"/>
          <p:cNvGrpSpPr/>
          <p:nvPr/>
        </p:nvGrpSpPr>
        <p:grpSpPr>
          <a:xfrm>
            <a:off x="8254507" y="3022022"/>
            <a:ext cx="469253" cy="465511"/>
            <a:chOff x="1672375" y="3982600"/>
            <a:chExt cx="297750" cy="295375"/>
          </a:xfrm>
          <a:solidFill>
            <a:schemeClr val="bg1"/>
          </a:solidFill>
        </p:grpSpPr>
        <p:sp>
          <p:nvSpPr>
            <p:cNvPr id="6418" name="Google Shape;6418;p78"/>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19" name="Google Shape;6419;p78"/>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0" name="Google Shape;6420;p78"/>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21" name="Google Shape;6421;p78"/>
          <p:cNvGrpSpPr/>
          <p:nvPr/>
        </p:nvGrpSpPr>
        <p:grpSpPr>
          <a:xfrm>
            <a:off x="6510497" y="3640949"/>
            <a:ext cx="466772" cy="466772"/>
            <a:chOff x="3497300" y="3227275"/>
            <a:chExt cx="296175" cy="296175"/>
          </a:xfrm>
          <a:solidFill>
            <a:schemeClr val="bg1"/>
          </a:solidFill>
        </p:grpSpPr>
        <p:sp>
          <p:nvSpPr>
            <p:cNvPr id="6422" name="Google Shape;6422;p78"/>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3" name="Google Shape;6423;p78"/>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4" name="Google Shape;6424;p78"/>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5" name="Google Shape;6425;p78"/>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6" name="Google Shape;6426;p78"/>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7" name="Google Shape;6427;p78"/>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8" name="Google Shape;6428;p78"/>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29" name="Google Shape;6429;p78"/>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30" name="Google Shape;6430;p78"/>
          <p:cNvGrpSpPr/>
          <p:nvPr/>
        </p:nvGrpSpPr>
        <p:grpSpPr>
          <a:xfrm>
            <a:off x="6511127" y="4240142"/>
            <a:ext cx="465511" cy="463029"/>
            <a:chOff x="3497300" y="3591950"/>
            <a:chExt cx="295375" cy="293800"/>
          </a:xfrm>
          <a:solidFill>
            <a:schemeClr val="bg1"/>
          </a:solidFill>
        </p:grpSpPr>
        <p:sp>
          <p:nvSpPr>
            <p:cNvPr id="6431" name="Google Shape;6431;p78"/>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2" name="Google Shape;6432;p78"/>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3" name="Google Shape;6433;p78"/>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4" name="Google Shape;6434;p78"/>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5" name="Google Shape;6435;p78"/>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6" name="Google Shape;6436;p78"/>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7" name="Google Shape;6437;p78"/>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38" name="Google Shape;6438;p78"/>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39" name="Google Shape;6439;p78"/>
          <p:cNvGrpSpPr/>
          <p:nvPr/>
        </p:nvGrpSpPr>
        <p:grpSpPr>
          <a:xfrm>
            <a:off x="6511127" y="4873659"/>
            <a:ext cx="465511" cy="465551"/>
            <a:chOff x="3497300" y="3955025"/>
            <a:chExt cx="295375" cy="295400"/>
          </a:xfrm>
          <a:solidFill>
            <a:schemeClr val="bg1"/>
          </a:solidFill>
        </p:grpSpPr>
        <p:sp>
          <p:nvSpPr>
            <p:cNvPr id="6440" name="Google Shape;6440;p78"/>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1" name="Google Shape;6441;p78"/>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2" name="Google Shape;6442;p78"/>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43" name="Google Shape;6443;p78"/>
          <p:cNvGrpSpPr/>
          <p:nvPr/>
        </p:nvGrpSpPr>
        <p:grpSpPr>
          <a:xfrm>
            <a:off x="9477224" y="3641914"/>
            <a:ext cx="436985" cy="464841"/>
            <a:chOff x="5364750" y="3235150"/>
            <a:chExt cx="277275" cy="294950"/>
          </a:xfrm>
          <a:solidFill>
            <a:schemeClr val="bg1"/>
          </a:solidFill>
        </p:grpSpPr>
        <p:sp>
          <p:nvSpPr>
            <p:cNvPr id="6444" name="Google Shape;6444;p78"/>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5" name="Google Shape;6445;p78"/>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6" name="Google Shape;6446;p78"/>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7" name="Google Shape;6447;p78"/>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8" name="Google Shape;6448;p78"/>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49" name="Google Shape;6449;p78"/>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0" name="Google Shape;6450;p78"/>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1" name="Google Shape;6451;p78"/>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52" name="Google Shape;6452;p78"/>
          <p:cNvGrpSpPr/>
          <p:nvPr/>
        </p:nvGrpSpPr>
        <p:grpSpPr>
          <a:xfrm>
            <a:off x="9461699" y="4237029"/>
            <a:ext cx="468032" cy="469255"/>
            <a:chOff x="5355300" y="3598250"/>
            <a:chExt cx="296975" cy="297750"/>
          </a:xfrm>
          <a:solidFill>
            <a:schemeClr val="bg1"/>
          </a:solidFill>
        </p:grpSpPr>
        <p:sp>
          <p:nvSpPr>
            <p:cNvPr id="6453" name="Google Shape;6453;p78"/>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4" name="Google Shape;6454;p78"/>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5" name="Google Shape;6455;p78"/>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6" name="Google Shape;6456;p78"/>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7" name="Google Shape;6457;p78"/>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8" name="Google Shape;6458;p78"/>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59" name="Google Shape;6459;p78"/>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60" name="Google Shape;6460;p78"/>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61" name="Google Shape;6461;p78"/>
          <p:cNvGrpSpPr/>
          <p:nvPr/>
        </p:nvGrpSpPr>
        <p:grpSpPr>
          <a:xfrm>
            <a:off x="9467293" y="4955591"/>
            <a:ext cx="456843" cy="301685"/>
            <a:chOff x="5358450" y="4015675"/>
            <a:chExt cx="289875" cy="191425"/>
          </a:xfrm>
          <a:solidFill>
            <a:schemeClr val="bg1"/>
          </a:solidFill>
        </p:grpSpPr>
        <p:sp>
          <p:nvSpPr>
            <p:cNvPr id="6462" name="Google Shape;6462;p78"/>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63" name="Google Shape;6463;p78"/>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64" name="Google Shape;6464;p78"/>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65" name="Google Shape;6465;p78"/>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66" name="Google Shape;6466;p78"/>
          <p:cNvGrpSpPr/>
          <p:nvPr/>
        </p:nvGrpSpPr>
        <p:grpSpPr>
          <a:xfrm>
            <a:off x="8302604" y="5465632"/>
            <a:ext cx="468032" cy="433952"/>
            <a:chOff x="6543825" y="3202075"/>
            <a:chExt cx="296975" cy="275350"/>
          </a:xfrm>
          <a:solidFill>
            <a:schemeClr val="bg1"/>
          </a:solidFill>
        </p:grpSpPr>
        <p:sp>
          <p:nvSpPr>
            <p:cNvPr id="6467" name="Google Shape;6467;p78"/>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68" name="Google Shape;6468;p78"/>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69" name="Google Shape;6469;p78"/>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0" name="Google Shape;6470;p78"/>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1" name="Google Shape;6471;p78"/>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2" name="Google Shape;6472;p78"/>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3" name="Google Shape;6473;p78"/>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74" name="Google Shape;6474;p78"/>
          <p:cNvGrpSpPr/>
          <p:nvPr/>
        </p:nvGrpSpPr>
        <p:grpSpPr>
          <a:xfrm>
            <a:off x="8845246" y="1838630"/>
            <a:ext cx="466772" cy="466772"/>
            <a:chOff x="2037825" y="3254050"/>
            <a:chExt cx="296175" cy="296175"/>
          </a:xfrm>
          <a:solidFill>
            <a:schemeClr val="bg1"/>
          </a:solidFill>
        </p:grpSpPr>
        <p:sp>
          <p:nvSpPr>
            <p:cNvPr id="6475" name="Google Shape;6475;p78"/>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6" name="Google Shape;6476;p78"/>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7" name="Google Shape;6477;p78"/>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8" name="Google Shape;6478;p78"/>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79" name="Google Shape;6479;p78"/>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80" name="Google Shape;6480;p78"/>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81" name="Google Shape;6481;p78"/>
          <p:cNvGrpSpPr/>
          <p:nvPr/>
        </p:nvGrpSpPr>
        <p:grpSpPr>
          <a:xfrm>
            <a:off x="8842763" y="2426852"/>
            <a:ext cx="471736" cy="465235"/>
            <a:chOff x="2034675" y="3617925"/>
            <a:chExt cx="299325" cy="295200"/>
          </a:xfrm>
          <a:solidFill>
            <a:schemeClr val="bg1"/>
          </a:solidFill>
        </p:grpSpPr>
        <p:sp>
          <p:nvSpPr>
            <p:cNvPr id="6482" name="Google Shape;6482;p78"/>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83" name="Google Shape;6483;p78"/>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84" name="Google Shape;6484;p78"/>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85" name="Google Shape;6485;p78"/>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86" name="Google Shape;6486;p78"/>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87" name="Google Shape;6487;p78"/>
          <p:cNvGrpSpPr/>
          <p:nvPr/>
        </p:nvGrpSpPr>
        <p:grpSpPr>
          <a:xfrm>
            <a:off x="8845246" y="3022022"/>
            <a:ext cx="466772" cy="465511"/>
            <a:chOff x="2037825" y="3981825"/>
            <a:chExt cx="296175" cy="295375"/>
          </a:xfrm>
          <a:solidFill>
            <a:schemeClr val="bg1"/>
          </a:solidFill>
        </p:grpSpPr>
        <p:sp>
          <p:nvSpPr>
            <p:cNvPr id="6488" name="Google Shape;6488;p78"/>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89" name="Google Shape;6489;p78"/>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0" name="Google Shape;6490;p78"/>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91" name="Google Shape;6491;p78"/>
          <p:cNvGrpSpPr/>
          <p:nvPr/>
        </p:nvGrpSpPr>
        <p:grpSpPr>
          <a:xfrm>
            <a:off x="7091937" y="3683777"/>
            <a:ext cx="466772" cy="381116"/>
            <a:chOff x="3860400" y="3254050"/>
            <a:chExt cx="296175" cy="241825"/>
          </a:xfrm>
          <a:solidFill>
            <a:schemeClr val="bg1"/>
          </a:solidFill>
        </p:grpSpPr>
        <p:sp>
          <p:nvSpPr>
            <p:cNvPr id="6492" name="Google Shape;6492;p78"/>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3" name="Google Shape;6493;p78"/>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4" name="Google Shape;6494;p78"/>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5" name="Google Shape;6495;p78"/>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6" name="Google Shape;6496;p78"/>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7" name="Google Shape;6497;p78"/>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498" name="Google Shape;6498;p78"/>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499" name="Google Shape;6499;p78"/>
          <p:cNvGrpSpPr/>
          <p:nvPr/>
        </p:nvGrpSpPr>
        <p:grpSpPr>
          <a:xfrm>
            <a:off x="7091305" y="4238270"/>
            <a:ext cx="468032" cy="466772"/>
            <a:chOff x="3859600" y="3591950"/>
            <a:chExt cx="296975" cy="296175"/>
          </a:xfrm>
          <a:solidFill>
            <a:schemeClr val="bg1"/>
          </a:solidFill>
        </p:grpSpPr>
        <p:sp>
          <p:nvSpPr>
            <p:cNvPr id="6500" name="Google Shape;6500;p78"/>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01" name="Google Shape;6501;p78"/>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02" name="Google Shape;6502;p78"/>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03" name="Google Shape;6503;p78"/>
          <p:cNvGrpSpPr/>
          <p:nvPr/>
        </p:nvGrpSpPr>
        <p:grpSpPr>
          <a:xfrm>
            <a:off x="7091937" y="4873049"/>
            <a:ext cx="466772" cy="466772"/>
            <a:chOff x="3860400" y="3955025"/>
            <a:chExt cx="296175" cy="296175"/>
          </a:xfrm>
          <a:solidFill>
            <a:schemeClr val="bg1"/>
          </a:solidFill>
        </p:grpSpPr>
        <p:sp>
          <p:nvSpPr>
            <p:cNvPr id="6504" name="Google Shape;6504;p78"/>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05" name="Google Shape;6505;p78"/>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06" name="Google Shape;6506;p78"/>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07" name="Google Shape;6507;p78"/>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08" name="Google Shape;6508;p78"/>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09" name="Google Shape;6509;p78"/>
          <p:cNvGrpSpPr/>
          <p:nvPr/>
        </p:nvGrpSpPr>
        <p:grpSpPr>
          <a:xfrm>
            <a:off x="10045556" y="3641579"/>
            <a:ext cx="474219" cy="465511"/>
            <a:chOff x="5716825" y="3235950"/>
            <a:chExt cx="300900" cy="295375"/>
          </a:xfrm>
          <a:solidFill>
            <a:schemeClr val="bg1"/>
          </a:solidFill>
        </p:grpSpPr>
        <p:sp>
          <p:nvSpPr>
            <p:cNvPr id="6510" name="Google Shape;6510;p78"/>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1" name="Google Shape;6511;p78"/>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2" name="Google Shape;6512;p78"/>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3" name="Google Shape;6513;p78"/>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14" name="Google Shape;6514;p78"/>
          <p:cNvGrpSpPr/>
          <p:nvPr/>
        </p:nvGrpSpPr>
        <p:grpSpPr>
          <a:xfrm>
            <a:off x="10062933" y="4253164"/>
            <a:ext cx="439468" cy="436985"/>
            <a:chOff x="5727850" y="3609275"/>
            <a:chExt cx="278850" cy="277275"/>
          </a:xfrm>
          <a:solidFill>
            <a:schemeClr val="bg1"/>
          </a:solidFill>
        </p:grpSpPr>
        <p:sp>
          <p:nvSpPr>
            <p:cNvPr id="6515" name="Google Shape;6515;p78"/>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6" name="Google Shape;6516;p78"/>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7" name="Google Shape;6517;p78"/>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8" name="Google Shape;6518;p78"/>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19" name="Google Shape;6519;p78"/>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20" name="Google Shape;6520;p78"/>
          <p:cNvGrpSpPr/>
          <p:nvPr/>
        </p:nvGrpSpPr>
        <p:grpSpPr>
          <a:xfrm>
            <a:off x="10077845" y="4873679"/>
            <a:ext cx="409641" cy="465511"/>
            <a:chOff x="5736525" y="3963700"/>
            <a:chExt cx="259925" cy="295375"/>
          </a:xfrm>
          <a:solidFill>
            <a:schemeClr val="bg1"/>
          </a:solidFill>
        </p:grpSpPr>
        <p:sp>
          <p:nvSpPr>
            <p:cNvPr id="6521" name="Google Shape;6521;p78"/>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22" name="Google Shape;6522;p78"/>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23" name="Google Shape;6523;p78"/>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24" name="Google Shape;6524;p78"/>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25" name="Google Shape;6525;p78"/>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26" name="Google Shape;6526;p78"/>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27" name="Google Shape;6527;p78"/>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28" name="Google Shape;6528;p78"/>
          <p:cNvGrpSpPr/>
          <p:nvPr/>
        </p:nvGrpSpPr>
        <p:grpSpPr>
          <a:xfrm>
            <a:off x="8866617" y="5472781"/>
            <a:ext cx="468032" cy="466772"/>
            <a:chOff x="6553275" y="3604550"/>
            <a:chExt cx="296975" cy="296175"/>
          </a:xfrm>
          <a:solidFill>
            <a:schemeClr val="bg1"/>
          </a:solidFill>
        </p:grpSpPr>
        <p:sp>
          <p:nvSpPr>
            <p:cNvPr id="6529" name="Google Shape;6529;p78"/>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30" name="Google Shape;6530;p78"/>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31" name="Google Shape;6531;p78"/>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32" name="Google Shape;6532;p78"/>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33" name="Google Shape;6533;p78"/>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34" name="Google Shape;6534;p78"/>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535" name="Google Shape;6535;p78"/>
          <p:cNvSpPr txBox="1"/>
          <p:nvPr/>
        </p:nvSpPr>
        <p:spPr>
          <a:xfrm>
            <a:off x="1132900" y="954633"/>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dirty="0">
                <a:ln>
                  <a:noFill/>
                </a:ln>
                <a:solidFill>
                  <a:srgbClr val="FFFFFF"/>
                </a:solidFill>
                <a:effectLst/>
                <a:uLnTx/>
                <a:uFillTx/>
                <a:latin typeface="等线" panose="020F0502020204030204"/>
                <a:ea typeface="+mn-ea"/>
                <a:cs typeface="+mn-cs"/>
              </a:rPr>
              <a:t>Business Icons</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6536" name="Google Shape;6536;p78"/>
          <p:cNvSpPr txBox="1"/>
          <p:nvPr/>
        </p:nvSpPr>
        <p:spPr>
          <a:xfrm>
            <a:off x="6477867" y="954633"/>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a:ln>
                  <a:noFill/>
                </a:ln>
                <a:solidFill>
                  <a:srgbClr val="FFFFFF"/>
                </a:solidFill>
                <a:effectLst/>
                <a:uLnTx/>
                <a:uFillTx/>
                <a:latin typeface="等线" panose="020F0502020204030204"/>
                <a:ea typeface="+mn-ea"/>
                <a:cs typeface="+mn-cs"/>
              </a:rPr>
              <a:t>Teamwork Icons</a:t>
            </a:r>
            <a:endParaRPr kumimoji="0" sz="3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4EF009C2-B315-F913-F353-E961C0B5B7CB}"/>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5252D234-1DEF-A8CD-55D3-BD318B03C1E1}"/>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4F18ECC1-79E9-D3C8-0AF2-D7EBBCD29D15}"/>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ADEA8070-0480-1B26-75AC-3540BAEA0B77}"/>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01DA6507-F6AA-A741-0C83-16C6F95D1950}"/>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EEF81E88-7E69-2A11-AFD2-91E5D326F89E}"/>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69D4CF08-7283-ED83-72EA-5AAAA3801696}"/>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5FAD8965-0229-DA9E-8BA0-31AC50ADA063}"/>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25AFDF2E-B57C-1CF0-3FFE-6DDABAA2068C}"/>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A2E228F9-9E9D-DB67-1949-6F5DA097ADD1}"/>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6540"/>
        <p:cNvGrpSpPr/>
        <p:nvPr/>
      </p:nvGrpSpPr>
      <p:grpSpPr>
        <a:xfrm>
          <a:off x="0" y="0"/>
          <a:ext cx="0" cy="0"/>
          <a:chOff x="0" y="0"/>
          <a:chExt cx="0" cy="0"/>
        </a:xfrm>
      </p:grpSpPr>
      <p:grpSp>
        <p:nvGrpSpPr>
          <p:cNvPr id="6541" name="Google Shape;6541;p79"/>
          <p:cNvGrpSpPr/>
          <p:nvPr/>
        </p:nvGrpSpPr>
        <p:grpSpPr>
          <a:xfrm>
            <a:off x="1169410" y="1840729"/>
            <a:ext cx="392535" cy="471527"/>
            <a:chOff x="-35814600" y="3202075"/>
            <a:chExt cx="242625" cy="291450"/>
          </a:xfrm>
          <a:solidFill>
            <a:schemeClr val="bg1"/>
          </a:solidFill>
        </p:grpSpPr>
        <p:sp>
          <p:nvSpPr>
            <p:cNvPr id="6542" name="Google Shape;6542;p79"/>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43" name="Google Shape;6543;p79"/>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44" name="Google Shape;6544;p79"/>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45" name="Google Shape;6545;p79"/>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46" name="Google Shape;6546;p79"/>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47" name="Google Shape;6547;p79"/>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48" name="Google Shape;6548;p79"/>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49" name="Google Shape;6549;p79"/>
          <p:cNvGrpSpPr/>
          <p:nvPr/>
        </p:nvGrpSpPr>
        <p:grpSpPr>
          <a:xfrm>
            <a:off x="1129914" y="2428621"/>
            <a:ext cx="471527" cy="471851"/>
            <a:chOff x="-35839800" y="3561025"/>
            <a:chExt cx="291450" cy="291650"/>
          </a:xfrm>
          <a:solidFill>
            <a:schemeClr val="bg1"/>
          </a:solidFill>
        </p:grpSpPr>
        <p:sp>
          <p:nvSpPr>
            <p:cNvPr id="6550" name="Google Shape;6550;p79"/>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51" name="Google Shape;6551;p79"/>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52" name="Google Shape;6552;p79"/>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53" name="Google Shape;6553;p79"/>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54" name="Google Shape;6554;p79"/>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55" name="Google Shape;6555;p79"/>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56" name="Google Shape;6556;p79"/>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557" name="Google Shape;6557;p79"/>
          <p:cNvSpPr/>
          <p:nvPr/>
        </p:nvSpPr>
        <p:spPr>
          <a:xfrm>
            <a:off x="1127813" y="3009339"/>
            <a:ext cx="474076" cy="471527"/>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558" name="Google Shape;6558;p79"/>
          <p:cNvGrpSpPr/>
          <p:nvPr/>
        </p:nvGrpSpPr>
        <p:grpSpPr>
          <a:xfrm>
            <a:off x="4113307" y="1840729"/>
            <a:ext cx="471527" cy="471527"/>
            <a:chOff x="-34003850" y="3227275"/>
            <a:chExt cx="291450" cy="291450"/>
          </a:xfrm>
          <a:solidFill>
            <a:schemeClr val="bg1"/>
          </a:solidFill>
        </p:grpSpPr>
        <p:sp>
          <p:nvSpPr>
            <p:cNvPr id="6559" name="Google Shape;6559;p79"/>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0" name="Google Shape;6560;p79"/>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1" name="Google Shape;6561;p79"/>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2" name="Google Shape;6562;p79"/>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3" name="Google Shape;6563;p79"/>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64" name="Google Shape;6564;p79"/>
          <p:cNvGrpSpPr/>
          <p:nvPr/>
        </p:nvGrpSpPr>
        <p:grpSpPr>
          <a:xfrm>
            <a:off x="4112680" y="2428318"/>
            <a:ext cx="472781" cy="472457"/>
            <a:chOff x="-34004625" y="3585850"/>
            <a:chExt cx="292225" cy="292025"/>
          </a:xfrm>
          <a:solidFill>
            <a:schemeClr val="bg1"/>
          </a:solidFill>
        </p:grpSpPr>
        <p:sp>
          <p:nvSpPr>
            <p:cNvPr id="6565" name="Google Shape;6565;p79"/>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6" name="Google Shape;6566;p79"/>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7" name="Google Shape;6567;p79"/>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8" name="Google Shape;6568;p79"/>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69" name="Google Shape;6569;p79"/>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70" name="Google Shape;6570;p79"/>
          <p:cNvGrpSpPr/>
          <p:nvPr/>
        </p:nvGrpSpPr>
        <p:grpSpPr>
          <a:xfrm>
            <a:off x="4112034" y="3008586"/>
            <a:ext cx="474076" cy="472821"/>
            <a:chOff x="-34005425" y="3945575"/>
            <a:chExt cx="293025" cy="292250"/>
          </a:xfrm>
          <a:solidFill>
            <a:schemeClr val="bg1"/>
          </a:solidFill>
        </p:grpSpPr>
        <p:sp>
          <p:nvSpPr>
            <p:cNvPr id="6571" name="Google Shape;6571;p79"/>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72" name="Google Shape;6572;p79"/>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73" name="Google Shape;6573;p79"/>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74" name="Google Shape;6574;p79"/>
          <p:cNvGrpSpPr/>
          <p:nvPr/>
        </p:nvGrpSpPr>
        <p:grpSpPr>
          <a:xfrm>
            <a:off x="2308166" y="3639487"/>
            <a:ext cx="477877" cy="474076"/>
            <a:chOff x="-32174975" y="3192625"/>
            <a:chExt cx="295375" cy="293025"/>
          </a:xfrm>
          <a:solidFill>
            <a:schemeClr val="bg1"/>
          </a:solidFill>
        </p:grpSpPr>
        <p:sp>
          <p:nvSpPr>
            <p:cNvPr id="6575" name="Google Shape;6575;p79"/>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76" name="Google Shape;6576;p79"/>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77" name="Google Shape;6577;p79"/>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78" name="Google Shape;6578;p79"/>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579" name="Google Shape;6579;p79"/>
          <p:cNvSpPr/>
          <p:nvPr/>
        </p:nvSpPr>
        <p:spPr>
          <a:xfrm>
            <a:off x="2304227" y="4267573"/>
            <a:ext cx="484268" cy="473145"/>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80" name="Google Shape;6580;p79"/>
          <p:cNvSpPr/>
          <p:nvPr/>
        </p:nvSpPr>
        <p:spPr>
          <a:xfrm>
            <a:off x="2310598" y="4887686"/>
            <a:ext cx="471527" cy="472781"/>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581" name="Google Shape;6581;p79"/>
          <p:cNvGrpSpPr/>
          <p:nvPr/>
        </p:nvGrpSpPr>
        <p:grpSpPr>
          <a:xfrm>
            <a:off x="5293699" y="3640761"/>
            <a:ext cx="472781" cy="471527"/>
            <a:chOff x="-30345325" y="3184750"/>
            <a:chExt cx="292225" cy="291450"/>
          </a:xfrm>
          <a:solidFill>
            <a:schemeClr val="bg1"/>
          </a:solidFill>
        </p:grpSpPr>
        <p:sp>
          <p:nvSpPr>
            <p:cNvPr id="6582" name="Google Shape;6582;p79"/>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83" name="Google Shape;6583;p79"/>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84" name="Google Shape;6584;p79"/>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85" name="Google Shape;6585;p79"/>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86" name="Google Shape;6586;p79"/>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87" name="Google Shape;6587;p79"/>
          <p:cNvGrpSpPr/>
          <p:nvPr/>
        </p:nvGrpSpPr>
        <p:grpSpPr>
          <a:xfrm>
            <a:off x="1726702" y="1840729"/>
            <a:ext cx="471527" cy="471527"/>
            <a:chOff x="-35481425" y="3202075"/>
            <a:chExt cx="291450" cy="291450"/>
          </a:xfrm>
          <a:solidFill>
            <a:schemeClr val="bg1"/>
          </a:solidFill>
        </p:grpSpPr>
        <p:sp>
          <p:nvSpPr>
            <p:cNvPr id="6588" name="Google Shape;6588;p79"/>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89" name="Google Shape;6589;p79"/>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0" name="Google Shape;6590;p79"/>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1" name="Google Shape;6591;p79"/>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2" name="Google Shape;6592;p79"/>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3" name="Google Shape;6593;p79"/>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4" name="Google Shape;6594;p79"/>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95" name="Google Shape;6595;p79"/>
          <p:cNvGrpSpPr/>
          <p:nvPr/>
        </p:nvGrpSpPr>
        <p:grpSpPr>
          <a:xfrm>
            <a:off x="1726075" y="2429430"/>
            <a:ext cx="472781" cy="470233"/>
            <a:chOff x="-35482200" y="3561225"/>
            <a:chExt cx="292225" cy="290650"/>
          </a:xfrm>
          <a:solidFill>
            <a:schemeClr val="bg1"/>
          </a:solidFill>
        </p:grpSpPr>
        <p:sp>
          <p:nvSpPr>
            <p:cNvPr id="6596" name="Google Shape;6596;p79"/>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7" name="Google Shape;6597;p79"/>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598" name="Google Shape;6598;p79"/>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599" name="Google Shape;6599;p79"/>
          <p:cNvGrpSpPr/>
          <p:nvPr/>
        </p:nvGrpSpPr>
        <p:grpSpPr>
          <a:xfrm>
            <a:off x="1726702" y="3009254"/>
            <a:ext cx="471527" cy="471487"/>
            <a:chOff x="-35481425" y="3919600"/>
            <a:chExt cx="291450" cy="291425"/>
          </a:xfrm>
          <a:solidFill>
            <a:schemeClr val="bg1"/>
          </a:solidFill>
        </p:grpSpPr>
        <p:sp>
          <p:nvSpPr>
            <p:cNvPr id="6600" name="Google Shape;6600;p79"/>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1" name="Google Shape;6601;p79"/>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2" name="Google Shape;6602;p79"/>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3" name="Google Shape;6603;p79"/>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4" name="Google Shape;6604;p79"/>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5" name="Google Shape;6605;p79"/>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6" name="Google Shape;6606;p79"/>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07" name="Google Shape;6607;p79"/>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08" name="Google Shape;6608;p79"/>
          <p:cNvGrpSpPr/>
          <p:nvPr/>
        </p:nvGrpSpPr>
        <p:grpSpPr>
          <a:xfrm>
            <a:off x="4707548" y="1841376"/>
            <a:ext cx="476624" cy="470233"/>
            <a:chOff x="-33645475" y="3228075"/>
            <a:chExt cx="294600" cy="290650"/>
          </a:xfrm>
          <a:solidFill>
            <a:schemeClr val="bg1"/>
          </a:solidFill>
        </p:grpSpPr>
        <p:sp>
          <p:nvSpPr>
            <p:cNvPr id="6609" name="Google Shape;6609;p79"/>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0" name="Google Shape;6610;p79"/>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1" name="Google Shape;6611;p79"/>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2" name="Google Shape;6612;p79"/>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3" name="Google Shape;6613;p79"/>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4" name="Google Shape;6614;p79"/>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5" name="Google Shape;6615;p79"/>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16" name="Google Shape;6616;p79"/>
          <p:cNvGrpSpPr/>
          <p:nvPr/>
        </p:nvGrpSpPr>
        <p:grpSpPr>
          <a:xfrm>
            <a:off x="4708841" y="2428155"/>
            <a:ext cx="474035" cy="472781"/>
            <a:chOff x="-33646250" y="3586425"/>
            <a:chExt cx="293000" cy="292225"/>
          </a:xfrm>
          <a:solidFill>
            <a:schemeClr val="bg1"/>
          </a:solidFill>
        </p:grpSpPr>
        <p:sp>
          <p:nvSpPr>
            <p:cNvPr id="6617" name="Google Shape;6617;p79"/>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18" name="Google Shape;6618;p79"/>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19" name="Google Shape;6619;p79"/>
          <p:cNvGrpSpPr/>
          <p:nvPr/>
        </p:nvGrpSpPr>
        <p:grpSpPr>
          <a:xfrm>
            <a:off x="4709468" y="3007959"/>
            <a:ext cx="472781" cy="474076"/>
            <a:chOff x="-33645475" y="3944800"/>
            <a:chExt cx="292225" cy="293025"/>
          </a:xfrm>
          <a:solidFill>
            <a:schemeClr val="bg1"/>
          </a:solidFill>
        </p:grpSpPr>
        <p:sp>
          <p:nvSpPr>
            <p:cNvPr id="6620" name="Google Shape;6620;p79"/>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1" name="Google Shape;6621;p79"/>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2" name="Google Shape;6622;p79"/>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3" name="Google Shape;6623;p79"/>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4" name="Google Shape;6624;p79"/>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5" name="Google Shape;6625;p79"/>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6" name="Google Shape;6626;p79"/>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7" name="Google Shape;6627;p79"/>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8" name="Google Shape;6628;p79"/>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29" name="Google Shape;6629;p79"/>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30" name="Google Shape;6630;p79"/>
          <p:cNvGrpSpPr/>
          <p:nvPr/>
        </p:nvGrpSpPr>
        <p:grpSpPr>
          <a:xfrm>
            <a:off x="2913761" y="3639609"/>
            <a:ext cx="470233" cy="473833"/>
            <a:chOff x="-31809525" y="3192625"/>
            <a:chExt cx="290650" cy="292875"/>
          </a:xfrm>
          <a:solidFill>
            <a:schemeClr val="bg1"/>
          </a:solidFill>
        </p:grpSpPr>
        <p:sp>
          <p:nvSpPr>
            <p:cNvPr id="6631" name="Google Shape;6631;p79"/>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32" name="Google Shape;6632;p79"/>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33" name="Google Shape;6633;p79"/>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34" name="Google Shape;6634;p79"/>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35" name="Google Shape;6635;p79"/>
          <p:cNvGrpSpPr/>
          <p:nvPr/>
        </p:nvGrpSpPr>
        <p:grpSpPr>
          <a:xfrm>
            <a:off x="2913114" y="4267011"/>
            <a:ext cx="471527" cy="474076"/>
            <a:chOff x="-31811100" y="3550975"/>
            <a:chExt cx="291450" cy="293025"/>
          </a:xfrm>
          <a:solidFill>
            <a:schemeClr val="bg1"/>
          </a:solidFill>
        </p:grpSpPr>
        <p:sp>
          <p:nvSpPr>
            <p:cNvPr id="6636" name="Google Shape;6636;p79"/>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37" name="Google Shape;6637;p79"/>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38" name="Google Shape;6638;p79"/>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39" name="Google Shape;6639;p79"/>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40" name="Google Shape;6640;p79"/>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41" name="Google Shape;6641;p79"/>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42" name="Google Shape;6642;p79"/>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43" name="Google Shape;6643;p79"/>
          <p:cNvGrpSpPr/>
          <p:nvPr/>
        </p:nvGrpSpPr>
        <p:grpSpPr>
          <a:xfrm>
            <a:off x="2904842" y="4886083"/>
            <a:ext cx="488069" cy="475775"/>
            <a:chOff x="-31817400" y="3910025"/>
            <a:chExt cx="301675" cy="294075"/>
          </a:xfrm>
          <a:solidFill>
            <a:schemeClr val="bg1"/>
          </a:solidFill>
        </p:grpSpPr>
        <p:sp>
          <p:nvSpPr>
            <p:cNvPr id="6644" name="Google Shape;6644;p79"/>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45" name="Google Shape;6645;p79"/>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46" name="Google Shape;6646;p79"/>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47" name="Google Shape;6647;p79"/>
          <p:cNvGrpSpPr/>
          <p:nvPr/>
        </p:nvGrpSpPr>
        <p:grpSpPr>
          <a:xfrm>
            <a:off x="5293679" y="4267658"/>
            <a:ext cx="472821" cy="472781"/>
            <a:chOff x="-30354000" y="3569100"/>
            <a:chExt cx="292250" cy="292225"/>
          </a:xfrm>
          <a:solidFill>
            <a:schemeClr val="bg1"/>
          </a:solidFill>
        </p:grpSpPr>
        <p:sp>
          <p:nvSpPr>
            <p:cNvPr id="6648" name="Google Shape;6648;p79"/>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49" name="Google Shape;6649;p79"/>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0" name="Google Shape;6650;p79"/>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1" name="Google Shape;6651;p79"/>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2" name="Google Shape;6652;p79"/>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3" name="Google Shape;6653;p79"/>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54" name="Google Shape;6654;p79"/>
          <p:cNvGrpSpPr/>
          <p:nvPr/>
        </p:nvGrpSpPr>
        <p:grpSpPr>
          <a:xfrm>
            <a:off x="2331783" y="1840729"/>
            <a:ext cx="456197" cy="471527"/>
            <a:chOff x="-35118325" y="3202075"/>
            <a:chExt cx="281975" cy="291450"/>
          </a:xfrm>
          <a:solidFill>
            <a:schemeClr val="bg1"/>
          </a:solidFill>
        </p:grpSpPr>
        <p:sp>
          <p:nvSpPr>
            <p:cNvPr id="6655" name="Google Shape;6655;p79"/>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6" name="Google Shape;6656;p79"/>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7" name="Google Shape;6657;p79"/>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58" name="Google Shape;6658;p79"/>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59" name="Google Shape;6659;p79"/>
          <p:cNvGrpSpPr/>
          <p:nvPr/>
        </p:nvGrpSpPr>
        <p:grpSpPr>
          <a:xfrm>
            <a:off x="2323491" y="2429066"/>
            <a:ext cx="472781" cy="470961"/>
            <a:chOff x="-35123050" y="3561225"/>
            <a:chExt cx="292225" cy="291100"/>
          </a:xfrm>
          <a:solidFill>
            <a:schemeClr val="bg1"/>
          </a:solidFill>
        </p:grpSpPr>
        <p:sp>
          <p:nvSpPr>
            <p:cNvPr id="6660" name="Google Shape;6660;p79"/>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61" name="Google Shape;6661;p79"/>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62" name="Google Shape;6662;p79"/>
          <p:cNvGrpSpPr/>
          <p:nvPr/>
        </p:nvGrpSpPr>
        <p:grpSpPr>
          <a:xfrm>
            <a:off x="2379570" y="3009254"/>
            <a:ext cx="360623" cy="471487"/>
            <a:chOff x="-35089175" y="3919600"/>
            <a:chExt cx="222900" cy="291425"/>
          </a:xfrm>
          <a:solidFill>
            <a:schemeClr val="bg1"/>
          </a:solidFill>
        </p:grpSpPr>
        <p:sp>
          <p:nvSpPr>
            <p:cNvPr id="6663" name="Google Shape;6663;p79"/>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64" name="Google Shape;6664;p79"/>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65" name="Google Shape;6665;p79"/>
          <p:cNvGrpSpPr/>
          <p:nvPr/>
        </p:nvGrpSpPr>
        <p:grpSpPr>
          <a:xfrm>
            <a:off x="5308898" y="1840405"/>
            <a:ext cx="448593" cy="472175"/>
            <a:chOff x="-33277650" y="3226875"/>
            <a:chExt cx="277275" cy="291850"/>
          </a:xfrm>
          <a:solidFill>
            <a:schemeClr val="bg1"/>
          </a:solidFill>
        </p:grpSpPr>
        <p:sp>
          <p:nvSpPr>
            <p:cNvPr id="6666" name="Google Shape;6666;p79"/>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67" name="Google Shape;6667;p79"/>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68" name="Google Shape;6668;p79"/>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69" name="Google Shape;6669;p79"/>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0" name="Google Shape;6670;p79"/>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1" name="Google Shape;6671;p79"/>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2" name="Google Shape;6672;p79"/>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73" name="Google Shape;6673;p79"/>
          <p:cNvGrpSpPr/>
          <p:nvPr/>
        </p:nvGrpSpPr>
        <p:grpSpPr>
          <a:xfrm>
            <a:off x="5297431" y="2428783"/>
            <a:ext cx="471527" cy="471527"/>
            <a:chOff x="-33286325" y="3586425"/>
            <a:chExt cx="291450" cy="291450"/>
          </a:xfrm>
          <a:solidFill>
            <a:schemeClr val="bg1"/>
          </a:solidFill>
        </p:grpSpPr>
        <p:sp>
          <p:nvSpPr>
            <p:cNvPr id="6674" name="Google Shape;6674;p79"/>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5" name="Google Shape;6675;p79"/>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6" name="Google Shape;6676;p79"/>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7" name="Google Shape;6677;p79"/>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78" name="Google Shape;6678;p79"/>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79" name="Google Shape;6679;p79"/>
          <p:cNvGrpSpPr/>
          <p:nvPr/>
        </p:nvGrpSpPr>
        <p:grpSpPr>
          <a:xfrm>
            <a:off x="5297431" y="3007959"/>
            <a:ext cx="471527" cy="474076"/>
            <a:chOff x="-33286325" y="3944800"/>
            <a:chExt cx="291450" cy="293025"/>
          </a:xfrm>
          <a:solidFill>
            <a:schemeClr val="bg1"/>
          </a:solidFill>
        </p:grpSpPr>
        <p:sp>
          <p:nvSpPr>
            <p:cNvPr id="6680" name="Google Shape;6680;p79"/>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81" name="Google Shape;6681;p79"/>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82" name="Google Shape;6682;p79"/>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83" name="Google Shape;6683;p79"/>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84" name="Google Shape;6684;p79"/>
          <p:cNvGrpSpPr/>
          <p:nvPr/>
        </p:nvGrpSpPr>
        <p:grpSpPr>
          <a:xfrm>
            <a:off x="3508627" y="3638840"/>
            <a:ext cx="471527" cy="475369"/>
            <a:chOff x="-31452725" y="3191825"/>
            <a:chExt cx="291450" cy="293825"/>
          </a:xfrm>
          <a:solidFill>
            <a:schemeClr val="bg1"/>
          </a:solidFill>
        </p:grpSpPr>
        <p:sp>
          <p:nvSpPr>
            <p:cNvPr id="6685" name="Google Shape;6685;p79"/>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86" name="Google Shape;6686;p79"/>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87" name="Google Shape;6687;p79"/>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88" name="Google Shape;6688;p79"/>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89" name="Google Shape;6689;p79"/>
          <p:cNvGrpSpPr/>
          <p:nvPr/>
        </p:nvGrpSpPr>
        <p:grpSpPr>
          <a:xfrm>
            <a:off x="3508000" y="4267659"/>
            <a:ext cx="472781" cy="472781"/>
            <a:chOff x="-31452725" y="3551775"/>
            <a:chExt cx="292225" cy="292225"/>
          </a:xfrm>
          <a:solidFill>
            <a:schemeClr val="bg1"/>
          </a:solidFill>
        </p:grpSpPr>
        <p:sp>
          <p:nvSpPr>
            <p:cNvPr id="6690" name="Google Shape;6690;p79"/>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91" name="Google Shape;6691;p79"/>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92" name="Google Shape;6692;p79"/>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93" name="Google Shape;6693;p79"/>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94" name="Google Shape;6694;p79"/>
          <p:cNvGrpSpPr/>
          <p:nvPr/>
        </p:nvGrpSpPr>
        <p:grpSpPr>
          <a:xfrm>
            <a:off x="3506079" y="4886306"/>
            <a:ext cx="476624" cy="475329"/>
            <a:chOff x="-31455100" y="3909350"/>
            <a:chExt cx="294600" cy="293800"/>
          </a:xfrm>
          <a:solidFill>
            <a:schemeClr val="bg1"/>
          </a:solidFill>
        </p:grpSpPr>
        <p:sp>
          <p:nvSpPr>
            <p:cNvPr id="6695" name="Google Shape;6695;p79"/>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96" name="Google Shape;6696;p79"/>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697" name="Google Shape;6697;p79"/>
          <p:cNvGrpSpPr/>
          <p:nvPr/>
        </p:nvGrpSpPr>
        <p:grpSpPr>
          <a:xfrm>
            <a:off x="5294326" y="4887579"/>
            <a:ext cx="471527" cy="472781"/>
            <a:chOff x="-30345325" y="3918800"/>
            <a:chExt cx="291450" cy="292225"/>
          </a:xfrm>
          <a:solidFill>
            <a:schemeClr val="bg1"/>
          </a:solidFill>
        </p:grpSpPr>
        <p:sp>
          <p:nvSpPr>
            <p:cNvPr id="6698" name="Google Shape;6698;p79"/>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699" name="Google Shape;6699;p79"/>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00" name="Google Shape;6700;p79"/>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01" name="Google Shape;6701;p79"/>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02" name="Google Shape;6702;p79"/>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03" name="Google Shape;6703;p79"/>
          <p:cNvGrpSpPr/>
          <p:nvPr/>
        </p:nvGrpSpPr>
        <p:grpSpPr>
          <a:xfrm>
            <a:off x="2920279" y="2428783"/>
            <a:ext cx="471527" cy="471527"/>
            <a:chOff x="-34763900" y="3561225"/>
            <a:chExt cx="291450" cy="291450"/>
          </a:xfrm>
          <a:solidFill>
            <a:schemeClr val="bg1"/>
          </a:solidFill>
        </p:grpSpPr>
        <p:sp>
          <p:nvSpPr>
            <p:cNvPr id="6704" name="Google Shape;6704;p79"/>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05" name="Google Shape;6705;p79"/>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06" name="Google Shape;6706;p79"/>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707" name="Google Shape;6707;p79"/>
          <p:cNvSpPr/>
          <p:nvPr/>
        </p:nvSpPr>
        <p:spPr>
          <a:xfrm>
            <a:off x="2919478" y="3009359"/>
            <a:ext cx="471527" cy="471487"/>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708" name="Google Shape;6708;p79"/>
          <p:cNvGrpSpPr/>
          <p:nvPr/>
        </p:nvGrpSpPr>
        <p:grpSpPr>
          <a:xfrm>
            <a:off x="1126808" y="3640132"/>
            <a:ext cx="472781" cy="472781"/>
            <a:chOff x="-32927950" y="3227275"/>
            <a:chExt cx="292225" cy="292225"/>
          </a:xfrm>
          <a:solidFill>
            <a:schemeClr val="bg1"/>
          </a:solidFill>
        </p:grpSpPr>
        <p:sp>
          <p:nvSpPr>
            <p:cNvPr id="6709" name="Google Shape;6709;p79"/>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0" name="Google Shape;6710;p79"/>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1" name="Google Shape;6711;p79"/>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2" name="Google Shape;6712;p79"/>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3" name="Google Shape;6713;p79"/>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14" name="Google Shape;6714;p79"/>
          <p:cNvGrpSpPr/>
          <p:nvPr/>
        </p:nvGrpSpPr>
        <p:grpSpPr>
          <a:xfrm>
            <a:off x="1126162" y="4268285"/>
            <a:ext cx="474076" cy="471527"/>
            <a:chOff x="-32927950" y="3586425"/>
            <a:chExt cx="293025" cy="291450"/>
          </a:xfrm>
          <a:solidFill>
            <a:schemeClr val="bg1"/>
          </a:solidFill>
        </p:grpSpPr>
        <p:sp>
          <p:nvSpPr>
            <p:cNvPr id="6715" name="Google Shape;6715;p79"/>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6" name="Google Shape;6716;p79"/>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7" name="Google Shape;6717;p79"/>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8" name="Google Shape;6718;p79"/>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19" name="Google Shape;6719;p79"/>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20" name="Google Shape;6720;p79"/>
          <p:cNvGrpSpPr/>
          <p:nvPr/>
        </p:nvGrpSpPr>
        <p:grpSpPr>
          <a:xfrm>
            <a:off x="1126808" y="4886931"/>
            <a:ext cx="472781" cy="474076"/>
            <a:chOff x="-32927950" y="3944800"/>
            <a:chExt cx="292225" cy="293025"/>
          </a:xfrm>
          <a:solidFill>
            <a:schemeClr val="bg1"/>
          </a:solidFill>
        </p:grpSpPr>
        <p:sp>
          <p:nvSpPr>
            <p:cNvPr id="6721" name="Google Shape;6721;p79"/>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2" name="Google Shape;6722;p79"/>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3" name="Google Shape;6723;p79"/>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4" name="Google Shape;6724;p79"/>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5" name="Google Shape;6725;p79"/>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6" name="Google Shape;6726;p79"/>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7" name="Google Shape;6727;p79"/>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8" name="Google Shape;6728;p79"/>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29" name="Google Shape;6729;p79"/>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30" name="Google Shape;6730;p79"/>
          <p:cNvGrpSpPr/>
          <p:nvPr/>
        </p:nvGrpSpPr>
        <p:grpSpPr>
          <a:xfrm>
            <a:off x="4098531" y="3640599"/>
            <a:ext cx="472781" cy="471851"/>
            <a:chOff x="-31094350" y="3194000"/>
            <a:chExt cx="292225" cy="291650"/>
          </a:xfrm>
          <a:solidFill>
            <a:schemeClr val="bg1"/>
          </a:solidFill>
        </p:grpSpPr>
        <p:sp>
          <p:nvSpPr>
            <p:cNvPr id="6731" name="Google Shape;6731;p79"/>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2" name="Google Shape;6732;p79"/>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3" name="Google Shape;6733;p79"/>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4" name="Google Shape;6734;p79"/>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5" name="Google Shape;6735;p79"/>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6" name="Google Shape;6736;p79"/>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7" name="Google Shape;6737;p79"/>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38" name="Google Shape;6738;p79"/>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39" name="Google Shape;6739;p79"/>
          <p:cNvGrpSpPr/>
          <p:nvPr/>
        </p:nvGrpSpPr>
        <p:grpSpPr>
          <a:xfrm>
            <a:off x="4099158" y="4267922"/>
            <a:ext cx="471527" cy="472255"/>
            <a:chOff x="-31093575" y="3552550"/>
            <a:chExt cx="291450" cy="291900"/>
          </a:xfrm>
          <a:solidFill>
            <a:schemeClr val="bg1"/>
          </a:solidFill>
        </p:grpSpPr>
        <p:sp>
          <p:nvSpPr>
            <p:cNvPr id="6740" name="Google Shape;6740;p79"/>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1" name="Google Shape;6741;p79"/>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2" name="Google Shape;6742;p79"/>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3" name="Google Shape;6743;p79"/>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44" name="Google Shape;6744;p79"/>
          <p:cNvGrpSpPr/>
          <p:nvPr/>
        </p:nvGrpSpPr>
        <p:grpSpPr>
          <a:xfrm>
            <a:off x="2934316" y="1840729"/>
            <a:ext cx="443457" cy="471527"/>
            <a:chOff x="-34755225" y="3202075"/>
            <a:chExt cx="274100" cy="291450"/>
          </a:xfrm>
          <a:solidFill>
            <a:schemeClr val="bg1"/>
          </a:solidFill>
        </p:grpSpPr>
        <p:sp>
          <p:nvSpPr>
            <p:cNvPr id="6745" name="Google Shape;6745;p79"/>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6" name="Google Shape;6746;p79"/>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7" name="Google Shape;6747;p79"/>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8" name="Google Shape;6748;p79"/>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49" name="Google Shape;6749;p79"/>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50" name="Google Shape;6750;p79"/>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51" name="Google Shape;6751;p79"/>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52" name="Google Shape;6752;p79"/>
          <p:cNvGrpSpPr/>
          <p:nvPr/>
        </p:nvGrpSpPr>
        <p:grpSpPr>
          <a:xfrm>
            <a:off x="4099158" y="4888226"/>
            <a:ext cx="471527" cy="471487"/>
            <a:chOff x="-31093575" y="3911725"/>
            <a:chExt cx="291450" cy="291425"/>
          </a:xfrm>
          <a:solidFill>
            <a:schemeClr val="bg1"/>
          </a:solidFill>
        </p:grpSpPr>
        <p:sp>
          <p:nvSpPr>
            <p:cNvPr id="6753" name="Google Shape;6753;p79"/>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54" name="Google Shape;6754;p79"/>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55" name="Google Shape;6755;p79"/>
          <p:cNvGrpSpPr/>
          <p:nvPr/>
        </p:nvGrpSpPr>
        <p:grpSpPr>
          <a:xfrm>
            <a:off x="2911732" y="5497515"/>
            <a:ext cx="475329" cy="472781"/>
            <a:chOff x="-29946000" y="3183175"/>
            <a:chExt cx="293800" cy="292225"/>
          </a:xfrm>
          <a:solidFill>
            <a:schemeClr val="bg1"/>
          </a:solidFill>
        </p:grpSpPr>
        <p:sp>
          <p:nvSpPr>
            <p:cNvPr id="6756" name="Google Shape;6756;p79"/>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57" name="Google Shape;6757;p79"/>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58" name="Google Shape;6758;p79"/>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59" name="Google Shape;6759;p79"/>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60" name="Google Shape;6760;p79"/>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61" name="Google Shape;6761;p79"/>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62" name="Google Shape;6762;p79"/>
          <p:cNvGrpSpPr/>
          <p:nvPr/>
        </p:nvGrpSpPr>
        <p:grpSpPr>
          <a:xfrm>
            <a:off x="3504440" y="1840386"/>
            <a:ext cx="477877" cy="472215"/>
            <a:chOff x="-34408675" y="3202075"/>
            <a:chExt cx="295375" cy="291875"/>
          </a:xfrm>
          <a:solidFill>
            <a:schemeClr val="bg1"/>
          </a:solidFill>
        </p:grpSpPr>
        <p:sp>
          <p:nvSpPr>
            <p:cNvPr id="6763" name="Google Shape;6763;p79"/>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64" name="Google Shape;6764;p79"/>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65" name="Google Shape;6765;p79"/>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66" name="Google Shape;6766;p79"/>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67" name="Google Shape;6767;p79"/>
          <p:cNvGrpSpPr/>
          <p:nvPr/>
        </p:nvGrpSpPr>
        <p:grpSpPr>
          <a:xfrm>
            <a:off x="3506988" y="2427044"/>
            <a:ext cx="472781" cy="475005"/>
            <a:chOff x="-34405525" y="3558075"/>
            <a:chExt cx="292225" cy="293600"/>
          </a:xfrm>
          <a:solidFill>
            <a:schemeClr val="bg1"/>
          </a:solidFill>
        </p:grpSpPr>
        <p:sp>
          <p:nvSpPr>
            <p:cNvPr id="6768" name="Google Shape;6768;p79"/>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69" name="Google Shape;6769;p79"/>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0" name="Google Shape;6770;p79"/>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71" name="Google Shape;6771;p79"/>
          <p:cNvGrpSpPr/>
          <p:nvPr/>
        </p:nvGrpSpPr>
        <p:grpSpPr>
          <a:xfrm>
            <a:off x="3506341" y="3009254"/>
            <a:ext cx="474076" cy="471487"/>
            <a:chOff x="-34406325" y="3919600"/>
            <a:chExt cx="293025" cy="291425"/>
          </a:xfrm>
          <a:solidFill>
            <a:schemeClr val="bg1"/>
          </a:solidFill>
        </p:grpSpPr>
        <p:sp>
          <p:nvSpPr>
            <p:cNvPr id="6772" name="Google Shape;6772;p79"/>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3" name="Google Shape;6773;p79"/>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4" name="Google Shape;6774;p79"/>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5" name="Google Shape;6775;p79"/>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6" name="Google Shape;6776;p79"/>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7" name="Google Shape;6777;p79"/>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78" name="Google Shape;6778;p79"/>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79" name="Google Shape;6779;p79"/>
          <p:cNvGrpSpPr/>
          <p:nvPr/>
        </p:nvGrpSpPr>
        <p:grpSpPr>
          <a:xfrm>
            <a:off x="1724871" y="3648405"/>
            <a:ext cx="471527" cy="456239"/>
            <a:chOff x="-32568800" y="3232000"/>
            <a:chExt cx="291450" cy="282000"/>
          </a:xfrm>
          <a:solidFill>
            <a:schemeClr val="bg1"/>
          </a:solidFill>
        </p:grpSpPr>
        <p:sp>
          <p:nvSpPr>
            <p:cNvPr id="6780" name="Google Shape;6780;p79"/>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81" name="Google Shape;6781;p79"/>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82" name="Google Shape;6782;p79"/>
          <p:cNvGrpSpPr/>
          <p:nvPr/>
        </p:nvGrpSpPr>
        <p:grpSpPr>
          <a:xfrm>
            <a:off x="1724244" y="4268285"/>
            <a:ext cx="472781" cy="471527"/>
            <a:chOff x="-32569575" y="3586425"/>
            <a:chExt cx="292225" cy="291450"/>
          </a:xfrm>
          <a:solidFill>
            <a:schemeClr val="bg1"/>
          </a:solidFill>
        </p:grpSpPr>
        <p:sp>
          <p:nvSpPr>
            <p:cNvPr id="6783" name="Google Shape;6783;p79"/>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84" name="Google Shape;6784;p79"/>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85" name="Google Shape;6785;p79"/>
          <p:cNvGrpSpPr/>
          <p:nvPr/>
        </p:nvGrpSpPr>
        <p:grpSpPr>
          <a:xfrm>
            <a:off x="1712131" y="4887741"/>
            <a:ext cx="497008" cy="472457"/>
            <a:chOff x="-32576675" y="3944600"/>
            <a:chExt cx="307200" cy="292025"/>
          </a:xfrm>
          <a:solidFill>
            <a:schemeClr val="bg1"/>
          </a:solidFill>
        </p:grpSpPr>
        <p:sp>
          <p:nvSpPr>
            <p:cNvPr id="6786" name="Google Shape;6786;p79"/>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87" name="Google Shape;6787;p79"/>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88" name="Google Shape;6788;p79"/>
          <p:cNvGrpSpPr/>
          <p:nvPr/>
        </p:nvGrpSpPr>
        <p:grpSpPr>
          <a:xfrm>
            <a:off x="4705420" y="3640134"/>
            <a:ext cx="472781" cy="472781"/>
            <a:chOff x="-30735200" y="3192625"/>
            <a:chExt cx="292225" cy="292225"/>
          </a:xfrm>
          <a:solidFill>
            <a:schemeClr val="bg1"/>
          </a:solidFill>
        </p:grpSpPr>
        <p:sp>
          <p:nvSpPr>
            <p:cNvPr id="6789" name="Google Shape;6789;p79"/>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0" name="Google Shape;6790;p79"/>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1" name="Google Shape;6791;p79"/>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2" name="Google Shape;6792;p79"/>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3" name="Google Shape;6793;p79"/>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4" name="Google Shape;6794;p79"/>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5" name="Google Shape;6795;p79"/>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96" name="Google Shape;6796;p79"/>
          <p:cNvGrpSpPr/>
          <p:nvPr/>
        </p:nvGrpSpPr>
        <p:grpSpPr>
          <a:xfrm>
            <a:off x="4705420" y="4268710"/>
            <a:ext cx="472781" cy="470677"/>
            <a:chOff x="-30735200" y="3552550"/>
            <a:chExt cx="292225" cy="290925"/>
          </a:xfrm>
          <a:solidFill>
            <a:schemeClr val="bg1"/>
          </a:solidFill>
        </p:grpSpPr>
        <p:sp>
          <p:nvSpPr>
            <p:cNvPr id="6797" name="Google Shape;6797;p79"/>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798" name="Google Shape;6798;p79"/>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799" name="Google Shape;6799;p79"/>
          <p:cNvGrpSpPr/>
          <p:nvPr/>
        </p:nvGrpSpPr>
        <p:grpSpPr>
          <a:xfrm>
            <a:off x="4705420" y="4888206"/>
            <a:ext cx="472781" cy="471527"/>
            <a:chOff x="-30735200" y="3910925"/>
            <a:chExt cx="292225" cy="291450"/>
          </a:xfrm>
          <a:solidFill>
            <a:schemeClr val="bg1"/>
          </a:solidFill>
        </p:grpSpPr>
        <p:sp>
          <p:nvSpPr>
            <p:cNvPr id="6800" name="Google Shape;6800;p79"/>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01" name="Google Shape;6801;p79"/>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6802" name="Google Shape;6802;p79"/>
          <p:cNvSpPr/>
          <p:nvPr/>
        </p:nvSpPr>
        <p:spPr>
          <a:xfrm>
            <a:off x="3509574" y="5497657"/>
            <a:ext cx="472781" cy="471527"/>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6803" name="Google Shape;6803;p79"/>
          <p:cNvGrpSpPr/>
          <p:nvPr/>
        </p:nvGrpSpPr>
        <p:grpSpPr>
          <a:xfrm>
            <a:off x="6510547" y="1838695"/>
            <a:ext cx="478628" cy="478965"/>
            <a:chOff x="-57956275" y="3197925"/>
            <a:chExt cx="319000" cy="319225"/>
          </a:xfrm>
          <a:solidFill>
            <a:schemeClr val="bg1"/>
          </a:solidFill>
        </p:grpSpPr>
        <p:sp>
          <p:nvSpPr>
            <p:cNvPr id="6804" name="Google Shape;6804;p79"/>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05" name="Google Shape;6805;p79"/>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06" name="Google Shape;6806;p79"/>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07" name="Google Shape;6807;p79"/>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08" name="Google Shape;6808;p79"/>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09" name="Google Shape;6809;p79"/>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10" name="Google Shape;6810;p79"/>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11" name="Google Shape;6811;p79"/>
          <p:cNvGrpSpPr/>
          <p:nvPr/>
        </p:nvGrpSpPr>
        <p:grpSpPr>
          <a:xfrm>
            <a:off x="6540086" y="2447262"/>
            <a:ext cx="419549" cy="478628"/>
            <a:chOff x="-57940525" y="3590375"/>
            <a:chExt cx="279625" cy="319000"/>
          </a:xfrm>
          <a:solidFill>
            <a:schemeClr val="bg1"/>
          </a:solidFill>
        </p:grpSpPr>
        <p:sp>
          <p:nvSpPr>
            <p:cNvPr id="6812" name="Google Shape;6812;p79"/>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13" name="Google Shape;6813;p79"/>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14" name="Google Shape;6814;p79"/>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15" name="Google Shape;6815;p79"/>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16" name="Google Shape;6816;p79"/>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17" name="Google Shape;6817;p79"/>
          <p:cNvGrpSpPr/>
          <p:nvPr/>
        </p:nvGrpSpPr>
        <p:grpSpPr>
          <a:xfrm>
            <a:off x="6501261" y="3035757"/>
            <a:ext cx="477465" cy="478665"/>
            <a:chOff x="-57959425" y="3982600"/>
            <a:chExt cx="318225" cy="319025"/>
          </a:xfrm>
          <a:solidFill>
            <a:schemeClr val="bg1"/>
          </a:solidFill>
        </p:grpSpPr>
        <p:sp>
          <p:nvSpPr>
            <p:cNvPr id="6818" name="Google Shape;6818;p79"/>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19" name="Google Shape;6819;p79"/>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20" name="Google Shape;6820;p79"/>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21" name="Google Shape;6821;p79"/>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22" name="Google Shape;6822;p79"/>
          <p:cNvGrpSpPr/>
          <p:nvPr/>
        </p:nvGrpSpPr>
        <p:grpSpPr>
          <a:xfrm>
            <a:off x="9434816" y="1840195"/>
            <a:ext cx="476301" cy="476301"/>
            <a:chOff x="-55987225" y="3198925"/>
            <a:chExt cx="317450" cy="317450"/>
          </a:xfrm>
          <a:solidFill>
            <a:schemeClr val="bg1"/>
          </a:solidFill>
        </p:grpSpPr>
        <p:sp>
          <p:nvSpPr>
            <p:cNvPr id="6823" name="Google Shape;6823;p79"/>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24" name="Google Shape;6824;p79"/>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25" name="Google Shape;6825;p79"/>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26" name="Google Shape;6826;p79"/>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27" name="Google Shape;6827;p79"/>
          <p:cNvGrpSpPr/>
          <p:nvPr/>
        </p:nvGrpSpPr>
        <p:grpSpPr>
          <a:xfrm>
            <a:off x="9434816" y="2448238"/>
            <a:ext cx="476301" cy="476489"/>
            <a:chOff x="-55987225" y="3591025"/>
            <a:chExt cx="317450" cy="317575"/>
          </a:xfrm>
          <a:solidFill>
            <a:schemeClr val="bg1"/>
          </a:solidFill>
        </p:grpSpPr>
        <p:sp>
          <p:nvSpPr>
            <p:cNvPr id="6828" name="Google Shape;6828;p79"/>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29" name="Google Shape;6829;p79"/>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0" name="Google Shape;6830;p79"/>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1" name="Google Shape;6831;p79"/>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2" name="Google Shape;6832;p79"/>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33" name="Google Shape;6833;p79"/>
          <p:cNvGrpSpPr/>
          <p:nvPr/>
        </p:nvGrpSpPr>
        <p:grpSpPr>
          <a:xfrm>
            <a:off x="9453370" y="3035757"/>
            <a:ext cx="478665" cy="478665"/>
            <a:chOff x="-55988800" y="3982600"/>
            <a:chExt cx="319025" cy="319025"/>
          </a:xfrm>
          <a:solidFill>
            <a:schemeClr val="bg1"/>
          </a:solidFill>
        </p:grpSpPr>
        <p:sp>
          <p:nvSpPr>
            <p:cNvPr id="6834" name="Google Shape;6834;p79"/>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5" name="Google Shape;6835;p79"/>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6" name="Google Shape;6836;p79"/>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7" name="Google Shape;6837;p79"/>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38" name="Google Shape;6838;p79"/>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39" name="Google Shape;6839;p79"/>
          <p:cNvGrpSpPr/>
          <p:nvPr/>
        </p:nvGrpSpPr>
        <p:grpSpPr>
          <a:xfrm>
            <a:off x="7664728" y="3646366"/>
            <a:ext cx="475101" cy="478628"/>
            <a:chOff x="-54026025" y="3192625"/>
            <a:chExt cx="316650" cy="319000"/>
          </a:xfrm>
          <a:solidFill>
            <a:schemeClr val="bg1"/>
          </a:solidFill>
        </p:grpSpPr>
        <p:sp>
          <p:nvSpPr>
            <p:cNvPr id="6840" name="Google Shape;6840;p79"/>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1" name="Google Shape;6841;p79"/>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2" name="Google Shape;6842;p79"/>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3" name="Google Shape;6843;p79"/>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4" name="Google Shape;6844;p79"/>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5" name="Google Shape;6845;p79"/>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6" name="Google Shape;6846;p79"/>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47" name="Google Shape;6847;p79"/>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48" name="Google Shape;6848;p79"/>
          <p:cNvGrpSpPr/>
          <p:nvPr/>
        </p:nvGrpSpPr>
        <p:grpSpPr>
          <a:xfrm>
            <a:off x="7691323" y="4274332"/>
            <a:ext cx="421912" cy="477465"/>
            <a:chOff x="-54007925" y="3584850"/>
            <a:chExt cx="281200" cy="318225"/>
          </a:xfrm>
          <a:solidFill>
            <a:schemeClr val="bg1"/>
          </a:solidFill>
        </p:grpSpPr>
        <p:sp>
          <p:nvSpPr>
            <p:cNvPr id="6849" name="Google Shape;6849;p79"/>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0" name="Google Shape;6850;p79"/>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1" name="Google Shape;6851;p79"/>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2" name="Google Shape;6852;p79"/>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3" name="Google Shape;6853;p79"/>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4" name="Google Shape;6854;p79"/>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55" name="Google Shape;6855;p79"/>
          <p:cNvGrpSpPr/>
          <p:nvPr/>
        </p:nvGrpSpPr>
        <p:grpSpPr>
          <a:xfrm>
            <a:off x="7691323" y="4890177"/>
            <a:ext cx="421912" cy="478552"/>
            <a:chOff x="-54007925" y="3975575"/>
            <a:chExt cx="281200" cy="318950"/>
          </a:xfrm>
          <a:solidFill>
            <a:schemeClr val="bg1"/>
          </a:solidFill>
        </p:grpSpPr>
        <p:sp>
          <p:nvSpPr>
            <p:cNvPr id="6856" name="Google Shape;6856;p79"/>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7" name="Google Shape;6857;p79"/>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8" name="Google Shape;6858;p79"/>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59" name="Google Shape;6859;p79"/>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60" name="Google Shape;6860;p79"/>
          <p:cNvGrpSpPr/>
          <p:nvPr/>
        </p:nvGrpSpPr>
        <p:grpSpPr>
          <a:xfrm>
            <a:off x="10671145" y="3669472"/>
            <a:ext cx="366360" cy="477989"/>
            <a:chOff x="-52005775" y="3208025"/>
            <a:chExt cx="244175" cy="318575"/>
          </a:xfrm>
          <a:solidFill>
            <a:schemeClr val="bg1"/>
          </a:solidFill>
        </p:grpSpPr>
        <p:sp>
          <p:nvSpPr>
            <p:cNvPr id="6861" name="Google Shape;6861;p79"/>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2" name="Google Shape;6862;p79"/>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3" name="Google Shape;6863;p79"/>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4" name="Google Shape;6864;p79"/>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5" name="Google Shape;6865;p79"/>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6" name="Google Shape;6866;p79"/>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7" name="Google Shape;6867;p79"/>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8" name="Google Shape;6868;p79"/>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69" name="Google Shape;6869;p79"/>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0" name="Google Shape;6870;p79"/>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1" name="Google Shape;6871;p79"/>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72" name="Google Shape;6872;p79"/>
          <p:cNvGrpSpPr/>
          <p:nvPr/>
        </p:nvGrpSpPr>
        <p:grpSpPr>
          <a:xfrm>
            <a:off x="7079768" y="1840196"/>
            <a:ext cx="477465" cy="477465"/>
            <a:chOff x="-57568775" y="3198925"/>
            <a:chExt cx="318225" cy="318225"/>
          </a:xfrm>
          <a:solidFill>
            <a:schemeClr val="bg1"/>
          </a:solidFill>
        </p:grpSpPr>
        <p:sp>
          <p:nvSpPr>
            <p:cNvPr id="6873" name="Google Shape;6873;p79"/>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4" name="Google Shape;6874;p79"/>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5" name="Google Shape;6875;p79"/>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6" name="Google Shape;6876;p79"/>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7" name="Google Shape;6877;p79"/>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78" name="Google Shape;6878;p79"/>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79" name="Google Shape;6879;p79"/>
          <p:cNvGrpSpPr/>
          <p:nvPr/>
        </p:nvGrpSpPr>
        <p:grpSpPr>
          <a:xfrm>
            <a:off x="7108724" y="2447262"/>
            <a:ext cx="419549" cy="477465"/>
            <a:chOff x="-57549075" y="3590375"/>
            <a:chExt cx="279625" cy="318225"/>
          </a:xfrm>
          <a:solidFill>
            <a:schemeClr val="bg1"/>
          </a:solidFill>
        </p:grpSpPr>
        <p:sp>
          <p:nvSpPr>
            <p:cNvPr id="6880" name="Google Shape;6880;p79"/>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81" name="Google Shape;6881;p79"/>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82" name="Google Shape;6882;p79"/>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83" name="Google Shape;6883;p79"/>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84" name="Google Shape;6884;p79"/>
          <p:cNvGrpSpPr/>
          <p:nvPr/>
        </p:nvGrpSpPr>
        <p:grpSpPr>
          <a:xfrm>
            <a:off x="7098321" y="3035757"/>
            <a:ext cx="479828" cy="479828"/>
            <a:chOff x="-57570350" y="3982600"/>
            <a:chExt cx="319800" cy="319800"/>
          </a:xfrm>
          <a:solidFill>
            <a:schemeClr val="bg1"/>
          </a:solidFill>
        </p:grpSpPr>
        <p:sp>
          <p:nvSpPr>
            <p:cNvPr id="6885" name="Google Shape;6885;p79"/>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86" name="Google Shape;6886;p79"/>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87" name="Google Shape;6887;p79"/>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88" name="Google Shape;6888;p79"/>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89" name="Google Shape;6889;p79"/>
          <p:cNvGrpSpPr/>
          <p:nvPr/>
        </p:nvGrpSpPr>
        <p:grpSpPr>
          <a:xfrm>
            <a:off x="10051706" y="1838996"/>
            <a:ext cx="419549" cy="478665"/>
            <a:chOff x="-55576850" y="3198125"/>
            <a:chExt cx="279625" cy="319025"/>
          </a:xfrm>
          <a:solidFill>
            <a:schemeClr val="bg1"/>
          </a:solidFill>
        </p:grpSpPr>
        <p:sp>
          <p:nvSpPr>
            <p:cNvPr id="6890" name="Google Shape;6890;p79"/>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91" name="Google Shape;6891;p79"/>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92" name="Google Shape;6892;p79"/>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93" name="Google Shape;6893;p79"/>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94" name="Google Shape;6894;p79"/>
          <p:cNvGrpSpPr/>
          <p:nvPr/>
        </p:nvGrpSpPr>
        <p:grpSpPr>
          <a:xfrm>
            <a:off x="10021566" y="2446962"/>
            <a:ext cx="479828" cy="477765"/>
            <a:chOff x="-55596550" y="3590175"/>
            <a:chExt cx="319800" cy="318425"/>
          </a:xfrm>
          <a:solidFill>
            <a:schemeClr val="bg1"/>
          </a:solidFill>
        </p:grpSpPr>
        <p:sp>
          <p:nvSpPr>
            <p:cNvPr id="6895" name="Google Shape;6895;p79"/>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96" name="Google Shape;6896;p79"/>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97" name="Google Shape;6897;p79"/>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898" name="Google Shape;6898;p79"/>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899" name="Google Shape;6899;p79"/>
          <p:cNvGrpSpPr/>
          <p:nvPr/>
        </p:nvGrpSpPr>
        <p:grpSpPr>
          <a:xfrm>
            <a:off x="10041884" y="3035419"/>
            <a:ext cx="478665" cy="479003"/>
            <a:chOff x="-55595775" y="3982375"/>
            <a:chExt cx="319025" cy="319250"/>
          </a:xfrm>
          <a:solidFill>
            <a:schemeClr val="bg1"/>
          </a:solidFill>
        </p:grpSpPr>
        <p:sp>
          <p:nvSpPr>
            <p:cNvPr id="6900" name="Google Shape;6900;p79"/>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1" name="Google Shape;6901;p79"/>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2" name="Google Shape;6902;p79"/>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3" name="Google Shape;6903;p79"/>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4" name="Google Shape;6904;p79"/>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5" name="Google Shape;6905;p79"/>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06" name="Google Shape;6906;p79"/>
          <p:cNvGrpSpPr/>
          <p:nvPr/>
        </p:nvGrpSpPr>
        <p:grpSpPr>
          <a:xfrm>
            <a:off x="8251461" y="3646366"/>
            <a:ext cx="478665" cy="477465"/>
            <a:chOff x="-53635375" y="3192625"/>
            <a:chExt cx="319025" cy="318225"/>
          </a:xfrm>
          <a:solidFill>
            <a:schemeClr val="bg1"/>
          </a:solidFill>
        </p:grpSpPr>
        <p:sp>
          <p:nvSpPr>
            <p:cNvPr id="6907" name="Google Shape;6907;p79"/>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8" name="Google Shape;6908;p79"/>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09" name="Google Shape;6909;p79"/>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10" name="Google Shape;6910;p79"/>
          <p:cNvGrpSpPr/>
          <p:nvPr/>
        </p:nvGrpSpPr>
        <p:grpSpPr>
          <a:xfrm>
            <a:off x="8281018" y="4274332"/>
            <a:ext cx="419549" cy="478665"/>
            <a:chOff x="-53615675" y="3584850"/>
            <a:chExt cx="279625" cy="319025"/>
          </a:xfrm>
          <a:solidFill>
            <a:schemeClr val="bg1"/>
          </a:solidFill>
        </p:grpSpPr>
        <p:sp>
          <p:nvSpPr>
            <p:cNvPr id="6911" name="Google Shape;6911;p79"/>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12" name="Google Shape;6912;p79"/>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13" name="Google Shape;6913;p79"/>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14" name="Google Shape;6914;p79"/>
          <p:cNvGrpSpPr/>
          <p:nvPr/>
        </p:nvGrpSpPr>
        <p:grpSpPr>
          <a:xfrm>
            <a:off x="8251479" y="4891566"/>
            <a:ext cx="478628" cy="477165"/>
            <a:chOff x="-53634575" y="3976500"/>
            <a:chExt cx="319000" cy="318025"/>
          </a:xfrm>
          <a:solidFill>
            <a:schemeClr val="bg1"/>
          </a:solidFill>
        </p:grpSpPr>
        <p:sp>
          <p:nvSpPr>
            <p:cNvPr id="6915" name="Google Shape;6915;p79"/>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16" name="Google Shape;6916;p79"/>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17" name="Google Shape;6917;p79"/>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18" name="Google Shape;6918;p79"/>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19" name="Google Shape;6919;p79"/>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0" name="Google Shape;6920;p79"/>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1" name="Google Shape;6921;p79"/>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2" name="Google Shape;6922;p79"/>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23" name="Google Shape;6923;p79"/>
          <p:cNvGrpSpPr/>
          <p:nvPr/>
        </p:nvGrpSpPr>
        <p:grpSpPr>
          <a:xfrm>
            <a:off x="10644551" y="4282171"/>
            <a:ext cx="419549" cy="477915"/>
            <a:chOff x="-52023900" y="3590075"/>
            <a:chExt cx="279625" cy="318525"/>
          </a:xfrm>
          <a:solidFill>
            <a:schemeClr val="bg1"/>
          </a:solidFill>
        </p:grpSpPr>
        <p:sp>
          <p:nvSpPr>
            <p:cNvPr id="6924" name="Google Shape;6924;p79"/>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5" name="Google Shape;6925;p79"/>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6" name="Google Shape;6926;p79"/>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7" name="Google Shape;6927;p79"/>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8" name="Google Shape;6928;p79"/>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29" name="Google Shape;6929;p79"/>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30" name="Google Shape;6930;p79"/>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31" name="Google Shape;6931;p79"/>
          <p:cNvGrpSpPr/>
          <p:nvPr/>
        </p:nvGrpSpPr>
        <p:grpSpPr>
          <a:xfrm>
            <a:off x="7662206" y="1840195"/>
            <a:ext cx="478628" cy="478628"/>
            <a:chOff x="-57173375" y="3198925"/>
            <a:chExt cx="319000" cy="319000"/>
          </a:xfrm>
          <a:solidFill>
            <a:schemeClr val="bg1"/>
          </a:solidFill>
        </p:grpSpPr>
        <p:sp>
          <p:nvSpPr>
            <p:cNvPr id="6932" name="Google Shape;6932;p79"/>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33" name="Google Shape;6933;p79"/>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34" name="Google Shape;6934;p79"/>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35" name="Google Shape;6935;p79"/>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36" name="Google Shape;6936;p79"/>
          <p:cNvGrpSpPr/>
          <p:nvPr/>
        </p:nvGrpSpPr>
        <p:grpSpPr>
          <a:xfrm>
            <a:off x="7663388" y="2476783"/>
            <a:ext cx="476264" cy="419587"/>
            <a:chOff x="-57176525" y="3610050"/>
            <a:chExt cx="317425" cy="279650"/>
          </a:xfrm>
          <a:solidFill>
            <a:schemeClr val="bg1"/>
          </a:solidFill>
        </p:grpSpPr>
        <p:sp>
          <p:nvSpPr>
            <p:cNvPr id="6937" name="Google Shape;6937;p79"/>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38" name="Google Shape;6938;p79"/>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39" name="Google Shape;6939;p79"/>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40" name="Google Shape;6940;p79"/>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41" name="Google Shape;6941;p79"/>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42" name="Google Shape;6942;p79"/>
          <p:cNvGrpSpPr/>
          <p:nvPr/>
        </p:nvGrpSpPr>
        <p:grpSpPr>
          <a:xfrm>
            <a:off x="10610661" y="1840195"/>
            <a:ext cx="477465" cy="475101"/>
            <a:chOff x="-55202750" y="3198925"/>
            <a:chExt cx="318225" cy="316650"/>
          </a:xfrm>
          <a:solidFill>
            <a:schemeClr val="bg1"/>
          </a:solidFill>
        </p:grpSpPr>
        <p:sp>
          <p:nvSpPr>
            <p:cNvPr id="6943" name="Google Shape;6943;p79"/>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44" name="Google Shape;6944;p79"/>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45" name="Google Shape;6945;p79"/>
          <p:cNvGrpSpPr/>
          <p:nvPr/>
        </p:nvGrpSpPr>
        <p:grpSpPr>
          <a:xfrm>
            <a:off x="10624839" y="2447262"/>
            <a:ext cx="449107" cy="477465"/>
            <a:chOff x="-55194875" y="3590375"/>
            <a:chExt cx="299325" cy="318225"/>
          </a:xfrm>
          <a:solidFill>
            <a:schemeClr val="bg1"/>
          </a:solidFill>
        </p:grpSpPr>
        <p:sp>
          <p:nvSpPr>
            <p:cNvPr id="6946" name="Google Shape;6946;p79"/>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47" name="Google Shape;6947;p79"/>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48" name="Google Shape;6948;p79"/>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49" name="Google Shape;6949;p79"/>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50" name="Google Shape;6950;p79"/>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51" name="Google Shape;6951;p79"/>
          <p:cNvGrpSpPr/>
          <p:nvPr/>
        </p:nvGrpSpPr>
        <p:grpSpPr>
          <a:xfrm>
            <a:off x="10630996" y="3036956"/>
            <a:ext cx="476264" cy="476264"/>
            <a:chOff x="-55203525" y="3983400"/>
            <a:chExt cx="317425" cy="317425"/>
          </a:xfrm>
          <a:solidFill>
            <a:schemeClr val="bg1"/>
          </a:solidFill>
        </p:grpSpPr>
        <p:sp>
          <p:nvSpPr>
            <p:cNvPr id="6952" name="Google Shape;6952;p79"/>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53" name="Google Shape;6953;p79"/>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54" name="Google Shape;6954;p79"/>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55" name="Google Shape;6955;p79"/>
          <p:cNvGrpSpPr/>
          <p:nvPr/>
        </p:nvGrpSpPr>
        <p:grpSpPr>
          <a:xfrm>
            <a:off x="8852969" y="3646366"/>
            <a:ext cx="447907" cy="478628"/>
            <a:chOff x="-53232900" y="3192625"/>
            <a:chExt cx="298525" cy="319000"/>
          </a:xfrm>
          <a:solidFill>
            <a:schemeClr val="bg1"/>
          </a:solidFill>
        </p:grpSpPr>
        <p:sp>
          <p:nvSpPr>
            <p:cNvPr id="6956" name="Google Shape;6956;p79"/>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57" name="Google Shape;6957;p79"/>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58" name="Google Shape;6958;p79"/>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59" name="Google Shape;6959;p79"/>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0" name="Google Shape;6960;p79"/>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1" name="Google Shape;6961;p79"/>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2" name="Google Shape;6962;p79"/>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3" name="Google Shape;6963;p79"/>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64" name="Google Shape;6964;p79"/>
          <p:cNvGrpSpPr/>
          <p:nvPr/>
        </p:nvGrpSpPr>
        <p:grpSpPr>
          <a:xfrm>
            <a:off x="8838791" y="4274331"/>
            <a:ext cx="476264" cy="475101"/>
            <a:chOff x="-53242350" y="3584850"/>
            <a:chExt cx="317425" cy="316650"/>
          </a:xfrm>
          <a:solidFill>
            <a:schemeClr val="bg1"/>
          </a:solidFill>
        </p:grpSpPr>
        <p:sp>
          <p:nvSpPr>
            <p:cNvPr id="6965" name="Google Shape;6965;p79"/>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6" name="Google Shape;6966;p79"/>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7" name="Google Shape;6967;p79"/>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8" name="Google Shape;6968;p79"/>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69" name="Google Shape;6969;p79"/>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70" name="Google Shape;6970;p79"/>
          <p:cNvGrpSpPr/>
          <p:nvPr/>
        </p:nvGrpSpPr>
        <p:grpSpPr>
          <a:xfrm>
            <a:off x="8867150" y="4891266"/>
            <a:ext cx="419549" cy="478665"/>
            <a:chOff x="-53224225" y="3976300"/>
            <a:chExt cx="279625" cy="319025"/>
          </a:xfrm>
          <a:solidFill>
            <a:schemeClr val="bg1"/>
          </a:solidFill>
        </p:grpSpPr>
        <p:sp>
          <p:nvSpPr>
            <p:cNvPr id="6971" name="Google Shape;6971;p79"/>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72" name="Google Shape;6972;p79"/>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73" name="Google Shape;6973;p79"/>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74" name="Google Shape;6974;p79"/>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75" name="Google Shape;6975;p79"/>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76" name="Google Shape;6976;p79"/>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77" name="Google Shape;6977;p79"/>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78" name="Google Shape;6978;p79"/>
          <p:cNvGrpSpPr/>
          <p:nvPr/>
        </p:nvGrpSpPr>
        <p:grpSpPr>
          <a:xfrm>
            <a:off x="10615011" y="4901506"/>
            <a:ext cx="478628" cy="477877"/>
            <a:chOff x="-52043575" y="3983125"/>
            <a:chExt cx="319000" cy="318500"/>
          </a:xfrm>
          <a:solidFill>
            <a:schemeClr val="bg1"/>
          </a:solidFill>
        </p:grpSpPr>
        <p:sp>
          <p:nvSpPr>
            <p:cNvPr id="6979" name="Google Shape;6979;p79"/>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0" name="Google Shape;6980;p79"/>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1" name="Google Shape;6981;p79"/>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2" name="Google Shape;6982;p79"/>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3" name="Google Shape;6983;p79"/>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4" name="Google Shape;6984;p79"/>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5" name="Google Shape;6985;p79"/>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6" name="Google Shape;6986;p79"/>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87" name="Google Shape;6987;p79"/>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88" name="Google Shape;6988;p79"/>
          <p:cNvGrpSpPr/>
          <p:nvPr/>
        </p:nvGrpSpPr>
        <p:grpSpPr>
          <a:xfrm>
            <a:off x="8286932" y="1840195"/>
            <a:ext cx="419549" cy="478628"/>
            <a:chOff x="-56766175" y="3198925"/>
            <a:chExt cx="279625" cy="319000"/>
          </a:xfrm>
          <a:solidFill>
            <a:schemeClr val="bg1"/>
          </a:solidFill>
        </p:grpSpPr>
        <p:sp>
          <p:nvSpPr>
            <p:cNvPr id="6989" name="Google Shape;6989;p79"/>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0" name="Google Shape;6990;p79"/>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1" name="Google Shape;6991;p79"/>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2" name="Google Shape;6992;p79"/>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3" name="Google Shape;6993;p79"/>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4" name="Google Shape;6994;p79"/>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5" name="Google Shape;6995;p79"/>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6996" name="Google Shape;6996;p79"/>
          <p:cNvGrpSpPr/>
          <p:nvPr/>
        </p:nvGrpSpPr>
        <p:grpSpPr>
          <a:xfrm>
            <a:off x="8285751" y="2447262"/>
            <a:ext cx="421912" cy="477465"/>
            <a:chOff x="-56766175" y="3590375"/>
            <a:chExt cx="281200" cy="318225"/>
          </a:xfrm>
          <a:solidFill>
            <a:schemeClr val="bg1"/>
          </a:solidFill>
        </p:grpSpPr>
        <p:sp>
          <p:nvSpPr>
            <p:cNvPr id="6997" name="Google Shape;6997;p79"/>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8" name="Google Shape;6998;p79"/>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6999" name="Google Shape;6999;p79"/>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0" name="Google Shape;7000;p79"/>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01" name="Google Shape;7001;p79"/>
          <p:cNvGrpSpPr/>
          <p:nvPr/>
        </p:nvGrpSpPr>
        <p:grpSpPr>
          <a:xfrm>
            <a:off x="8335025" y="3035757"/>
            <a:ext cx="362835" cy="477465"/>
            <a:chOff x="-56747275" y="3982600"/>
            <a:chExt cx="241825" cy="318225"/>
          </a:xfrm>
          <a:solidFill>
            <a:schemeClr val="bg1"/>
          </a:solidFill>
        </p:grpSpPr>
        <p:sp>
          <p:nvSpPr>
            <p:cNvPr id="7002" name="Google Shape;7002;p79"/>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3" name="Google Shape;7003;p79"/>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4" name="Google Shape;7004;p79"/>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5" name="Google Shape;7005;p79"/>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6" name="Google Shape;7006;p79"/>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7" name="Google Shape;7007;p79"/>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08" name="Google Shape;7008;p79"/>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09" name="Google Shape;7009;p79"/>
          <p:cNvGrpSpPr/>
          <p:nvPr/>
        </p:nvGrpSpPr>
        <p:grpSpPr>
          <a:xfrm>
            <a:off x="6478694" y="4292074"/>
            <a:ext cx="478665" cy="457321"/>
            <a:chOff x="-54812875" y="3596675"/>
            <a:chExt cx="319025" cy="304800"/>
          </a:xfrm>
          <a:solidFill>
            <a:schemeClr val="bg1"/>
          </a:solidFill>
        </p:grpSpPr>
        <p:sp>
          <p:nvSpPr>
            <p:cNvPr id="7010" name="Google Shape;7010;p79"/>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1" name="Google Shape;7011;p79"/>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2" name="Google Shape;7012;p79"/>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3" name="Google Shape;7013;p79"/>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4" name="Google Shape;7014;p79"/>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5" name="Google Shape;7015;p79"/>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6" name="Google Shape;7016;p79"/>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017" name="Google Shape;7017;p79"/>
          <p:cNvSpPr/>
          <p:nvPr/>
        </p:nvSpPr>
        <p:spPr>
          <a:xfrm>
            <a:off x="6711880" y="4791100"/>
            <a:ext cx="10691" cy="12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18" name="Google Shape;7018;p79"/>
          <p:cNvSpPr/>
          <p:nvPr/>
        </p:nvSpPr>
        <p:spPr>
          <a:xfrm>
            <a:off x="6712481" y="4792264"/>
            <a:ext cx="9491" cy="1237"/>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7019" name="Google Shape;7019;p79"/>
          <p:cNvGrpSpPr/>
          <p:nvPr/>
        </p:nvGrpSpPr>
        <p:grpSpPr>
          <a:xfrm>
            <a:off x="6508251" y="4900718"/>
            <a:ext cx="419549" cy="477465"/>
            <a:chOff x="-54793175" y="3982600"/>
            <a:chExt cx="279625" cy="318225"/>
          </a:xfrm>
          <a:solidFill>
            <a:schemeClr val="bg1"/>
          </a:solidFill>
        </p:grpSpPr>
        <p:sp>
          <p:nvSpPr>
            <p:cNvPr id="7020" name="Google Shape;7020;p79"/>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1" name="Google Shape;7021;p79"/>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2" name="Google Shape;7022;p79"/>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3" name="Google Shape;7023;p79"/>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4" name="Google Shape;7024;p79"/>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5" name="Google Shape;7025;p79"/>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6" name="Google Shape;7026;p79"/>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27" name="Google Shape;7027;p79"/>
          <p:cNvGrpSpPr/>
          <p:nvPr/>
        </p:nvGrpSpPr>
        <p:grpSpPr>
          <a:xfrm>
            <a:off x="9456863" y="3646366"/>
            <a:ext cx="419549" cy="477465"/>
            <a:chOff x="-52832000" y="3192625"/>
            <a:chExt cx="279625" cy="318225"/>
          </a:xfrm>
          <a:solidFill>
            <a:schemeClr val="bg1"/>
          </a:solidFill>
        </p:grpSpPr>
        <p:sp>
          <p:nvSpPr>
            <p:cNvPr id="7028" name="Google Shape;7028;p79"/>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29" name="Google Shape;7029;p79"/>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0" name="Google Shape;7030;p79"/>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1" name="Google Shape;7031;p79"/>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2" name="Google Shape;7032;p79"/>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3" name="Google Shape;7033;p79"/>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4" name="Google Shape;7034;p79"/>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5" name="Google Shape;7035;p79"/>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36" name="Google Shape;7036;p79"/>
          <p:cNvGrpSpPr/>
          <p:nvPr/>
        </p:nvGrpSpPr>
        <p:grpSpPr>
          <a:xfrm>
            <a:off x="7705572" y="3034856"/>
            <a:ext cx="431365" cy="478365"/>
            <a:chOff x="-57162350" y="3982000"/>
            <a:chExt cx="287500" cy="318825"/>
          </a:xfrm>
          <a:solidFill>
            <a:schemeClr val="bg1"/>
          </a:solidFill>
        </p:grpSpPr>
        <p:sp>
          <p:nvSpPr>
            <p:cNvPr id="7037" name="Google Shape;7037;p79"/>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8" name="Google Shape;7038;p79"/>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39" name="Google Shape;7039;p79"/>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0" name="Google Shape;7040;p79"/>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1" name="Google Shape;7041;p79"/>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2" name="Google Shape;7042;p79"/>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3" name="Google Shape;7043;p79"/>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4" name="Google Shape;7044;p79"/>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45" name="Google Shape;7045;p79"/>
          <p:cNvGrpSpPr/>
          <p:nvPr/>
        </p:nvGrpSpPr>
        <p:grpSpPr>
          <a:xfrm>
            <a:off x="9427323" y="4275531"/>
            <a:ext cx="478628" cy="476264"/>
            <a:chOff x="-52851675" y="3585650"/>
            <a:chExt cx="319000" cy="317425"/>
          </a:xfrm>
          <a:solidFill>
            <a:schemeClr val="bg1"/>
          </a:solidFill>
        </p:grpSpPr>
        <p:sp>
          <p:nvSpPr>
            <p:cNvPr id="7046" name="Google Shape;7046;p79"/>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7" name="Google Shape;7047;p79"/>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8" name="Google Shape;7048;p79"/>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49" name="Google Shape;7049;p79"/>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50" name="Google Shape;7050;p79"/>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51" name="Google Shape;7051;p79"/>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52" name="Google Shape;7052;p79"/>
          <p:cNvGrpSpPr/>
          <p:nvPr/>
        </p:nvGrpSpPr>
        <p:grpSpPr>
          <a:xfrm>
            <a:off x="9456863" y="4891266"/>
            <a:ext cx="419549" cy="478665"/>
            <a:chOff x="-52832000" y="3976300"/>
            <a:chExt cx="279625" cy="319025"/>
          </a:xfrm>
          <a:solidFill>
            <a:schemeClr val="bg1"/>
          </a:solidFill>
        </p:grpSpPr>
        <p:sp>
          <p:nvSpPr>
            <p:cNvPr id="7053" name="Google Shape;7053;p79"/>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54" name="Google Shape;7054;p79"/>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55" name="Google Shape;7055;p79"/>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56" name="Google Shape;7056;p79"/>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57" name="Google Shape;7057;p79"/>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58" name="Google Shape;7058;p79"/>
          <p:cNvGrpSpPr/>
          <p:nvPr/>
        </p:nvGrpSpPr>
        <p:grpSpPr>
          <a:xfrm>
            <a:off x="8279804" y="5497464"/>
            <a:ext cx="421912" cy="477465"/>
            <a:chOff x="-51633225" y="3198925"/>
            <a:chExt cx="281200" cy="318225"/>
          </a:xfrm>
          <a:solidFill>
            <a:schemeClr val="bg1"/>
          </a:solidFill>
        </p:grpSpPr>
        <p:sp>
          <p:nvSpPr>
            <p:cNvPr id="7059" name="Google Shape;7059;p79"/>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0" name="Google Shape;7060;p79"/>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1" name="Google Shape;7061;p79"/>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2" name="Google Shape;7062;p79"/>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3" name="Google Shape;7063;p79"/>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4" name="Google Shape;7064;p79"/>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5" name="Google Shape;7065;p79"/>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66" name="Google Shape;7066;p79"/>
          <p:cNvGrpSpPr/>
          <p:nvPr/>
        </p:nvGrpSpPr>
        <p:grpSpPr>
          <a:xfrm>
            <a:off x="8838235" y="1841358"/>
            <a:ext cx="486917" cy="476301"/>
            <a:chOff x="-56396775" y="3199700"/>
            <a:chExt cx="324525" cy="317450"/>
          </a:xfrm>
          <a:solidFill>
            <a:schemeClr val="bg1"/>
          </a:solidFill>
        </p:grpSpPr>
        <p:sp>
          <p:nvSpPr>
            <p:cNvPr id="7067" name="Google Shape;7067;p79"/>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8" name="Google Shape;7068;p79"/>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69" name="Google Shape;7069;p79"/>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70" name="Google Shape;7070;p79"/>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71" name="Google Shape;7071;p79"/>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72" name="Google Shape;7072;p79"/>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73" name="Google Shape;7073;p79"/>
          <p:cNvGrpSpPr/>
          <p:nvPr/>
        </p:nvGrpSpPr>
        <p:grpSpPr>
          <a:xfrm>
            <a:off x="8842362" y="2462604"/>
            <a:ext cx="478665" cy="447944"/>
            <a:chOff x="-56394425" y="3600600"/>
            <a:chExt cx="319025" cy="298550"/>
          </a:xfrm>
          <a:solidFill>
            <a:schemeClr val="bg1"/>
          </a:solidFill>
        </p:grpSpPr>
        <p:sp>
          <p:nvSpPr>
            <p:cNvPr id="7074" name="Google Shape;7074;p79"/>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75" name="Google Shape;7075;p79"/>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76" name="Google Shape;7076;p79"/>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77" name="Google Shape;7077;p79"/>
          <p:cNvGrpSpPr/>
          <p:nvPr/>
        </p:nvGrpSpPr>
        <p:grpSpPr>
          <a:xfrm>
            <a:off x="8883384" y="3036956"/>
            <a:ext cx="436091" cy="476264"/>
            <a:chOff x="-56379450" y="3983400"/>
            <a:chExt cx="290650" cy="317425"/>
          </a:xfrm>
          <a:solidFill>
            <a:schemeClr val="bg1"/>
          </a:solidFill>
        </p:grpSpPr>
        <p:sp>
          <p:nvSpPr>
            <p:cNvPr id="7078" name="Google Shape;7078;p79"/>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79" name="Google Shape;7079;p79"/>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0" name="Google Shape;7080;p79"/>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1" name="Google Shape;7081;p79"/>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2" name="Google Shape;7082;p79"/>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3" name="Google Shape;7083;p79"/>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4" name="Google Shape;7084;p79"/>
            <p:cNvSpPr/>
            <p:nvPr/>
          </p:nvSpPr>
          <p:spPr>
            <a:xfrm>
              <a:off x="-56181750" y="4039300"/>
              <a:ext cx="0" cy="25"/>
            </a:xfrm>
            <a:custGeom>
              <a:avLst/>
              <a:gdLst/>
              <a:ahLst/>
              <a:cxnLst/>
              <a:rect l="l" t="t" r="r" b="b"/>
              <a:pathLst>
                <a:path h="1" extrusionOk="0">
                  <a:moveTo>
                    <a:pt x="0" y="1"/>
                  </a:move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5" name="Google Shape;7085;p79"/>
            <p:cNvSpPr/>
            <p:nvPr/>
          </p:nvSpPr>
          <p:spPr>
            <a:xfrm>
              <a:off x="-56332200" y="4039300"/>
              <a:ext cx="25" cy="25"/>
            </a:xfrm>
            <a:custGeom>
              <a:avLst/>
              <a:gdLst/>
              <a:ahLst/>
              <a:cxnLst/>
              <a:rect l="l" t="t" r="r" b="b"/>
              <a:pathLst>
                <a:path w="1" h="1" extrusionOk="0">
                  <a:moveTo>
                    <a:pt x="1" y="1"/>
                  </a:move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86" name="Google Shape;7086;p79"/>
          <p:cNvGrpSpPr/>
          <p:nvPr/>
        </p:nvGrpSpPr>
        <p:grpSpPr>
          <a:xfrm>
            <a:off x="7101656" y="3655819"/>
            <a:ext cx="421912" cy="478628"/>
            <a:chOff x="-54401725" y="3198925"/>
            <a:chExt cx="281200" cy="319000"/>
          </a:xfrm>
          <a:solidFill>
            <a:schemeClr val="bg1"/>
          </a:solidFill>
        </p:grpSpPr>
        <p:sp>
          <p:nvSpPr>
            <p:cNvPr id="7087" name="Google Shape;7087;p79"/>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8" name="Google Shape;7088;p79"/>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89" name="Google Shape;7089;p79"/>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0" name="Google Shape;7090;p79"/>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1" name="Google Shape;7091;p79"/>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2" name="Google Shape;7092;p79"/>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3" name="Google Shape;7093;p79"/>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4" name="Google Shape;7094;p79"/>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5" name="Google Shape;7095;p79"/>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6" name="Google Shape;7096;p79"/>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097" name="Google Shape;7097;p79"/>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098" name="Google Shape;7098;p79"/>
          <p:cNvGrpSpPr/>
          <p:nvPr/>
        </p:nvGrpSpPr>
        <p:grpSpPr>
          <a:xfrm>
            <a:off x="7102838" y="4282621"/>
            <a:ext cx="419549" cy="477465"/>
            <a:chOff x="-54401725" y="3590375"/>
            <a:chExt cx="279625" cy="318225"/>
          </a:xfrm>
          <a:solidFill>
            <a:schemeClr val="bg1"/>
          </a:solidFill>
        </p:grpSpPr>
        <p:sp>
          <p:nvSpPr>
            <p:cNvPr id="7099" name="Google Shape;7099;p79"/>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0" name="Google Shape;7100;p79"/>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1" name="Google Shape;7101;p79"/>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2" name="Google Shape;7102;p79"/>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3" name="Google Shape;7103;p79"/>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4" name="Google Shape;7104;p79"/>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05" name="Google Shape;7105;p79"/>
          <p:cNvGrpSpPr/>
          <p:nvPr/>
        </p:nvGrpSpPr>
        <p:grpSpPr>
          <a:xfrm>
            <a:off x="7099894" y="4900718"/>
            <a:ext cx="425439" cy="477465"/>
            <a:chOff x="-54403300" y="3982600"/>
            <a:chExt cx="283550" cy="318225"/>
          </a:xfrm>
          <a:solidFill>
            <a:schemeClr val="bg1"/>
          </a:solidFill>
        </p:grpSpPr>
        <p:sp>
          <p:nvSpPr>
            <p:cNvPr id="7106" name="Google Shape;7106;p79"/>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7" name="Google Shape;7107;p79"/>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8" name="Google Shape;7108;p79"/>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09" name="Google Shape;7109;p79"/>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0" name="Google Shape;7110;p79"/>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11" name="Google Shape;7111;p79"/>
          <p:cNvGrpSpPr/>
          <p:nvPr/>
        </p:nvGrpSpPr>
        <p:grpSpPr>
          <a:xfrm>
            <a:off x="10016417" y="3649030"/>
            <a:ext cx="475064" cy="475964"/>
            <a:chOff x="-52458650" y="3194400"/>
            <a:chExt cx="316625" cy="317225"/>
          </a:xfrm>
          <a:solidFill>
            <a:schemeClr val="bg1"/>
          </a:solidFill>
        </p:grpSpPr>
        <p:sp>
          <p:nvSpPr>
            <p:cNvPr id="7112" name="Google Shape;7112;p79"/>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3" name="Google Shape;7113;p79"/>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4" name="Google Shape;7114;p79"/>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5" name="Google Shape;7115;p79"/>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6" name="Google Shape;7116;p79"/>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7" name="Google Shape;7117;p79"/>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8" name="Google Shape;7118;p79"/>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19" name="Google Shape;7119;p79"/>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20" name="Google Shape;7120;p79"/>
          <p:cNvGrpSpPr/>
          <p:nvPr/>
        </p:nvGrpSpPr>
        <p:grpSpPr>
          <a:xfrm>
            <a:off x="6508251" y="3655819"/>
            <a:ext cx="419549" cy="478628"/>
            <a:chOff x="-54793175" y="3198925"/>
            <a:chExt cx="279625" cy="319000"/>
          </a:xfrm>
          <a:solidFill>
            <a:schemeClr val="bg1"/>
          </a:solidFill>
        </p:grpSpPr>
        <p:sp>
          <p:nvSpPr>
            <p:cNvPr id="7121" name="Google Shape;7121;p79"/>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22" name="Google Shape;7122;p79"/>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23" name="Google Shape;7123;p79"/>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24" name="Google Shape;7124;p79"/>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25" name="Google Shape;7125;p79"/>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26" name="Google Shape;7126;p79"/>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27" name="Google Shape;7127;p79"/>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28" name="Google Shape;7128;p79"/>
          <p:cNvGrpSpPr/>
          <p:nvPr/>
        </p:nvGrpSpPr>
        <p:grpSpPr>
          <a:xfrm>
            <a:off x="10028815" y="4274331"/>
            <a:ext cx="450271" cy="477127"/>
            <a:chOff x="-52450000" y="3584850"/>
            <a:chExt cx="300100" cy="318000"/>
          </a:xfrm>
          <a:solidFill>
            <a:schemeClr val="bg1"/>
          </a:solidFill>
        </p:grpSpPr>
        <p:sp>
          <p:nvSpPr>
            <p:cNvPr id="7129" name="Google Shape;7129;p79"/>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0" name="Google Shape;7130;p79"/>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1" name="Google Shape;7131;p79"/>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2" name="Google Shape;7132;p79"/>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3" name="Google Shape;7133;p79"/>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4" name="Google Shape;7134;p79"/>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5" name="Google Shape;7135;p79"/>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36" name="Google Shape;7136;p79"/>
          <p:cNvGrpSpPr/>
          <p:nvPr/>
        </p:nvGrpSpPr>
        <p:grpSpPr>
          <a:xfrm>
            <a:off x="10044175" y="4893628"/>
            <a:ext cx="419549" cy="476301"/>
            <a:chOff x="-52440550" y="3977875"/>
            <a:chExt cx="279625" cy="317450"/>
          </a:xfrm>
          <a:solidFill>
            <a:schemeClr val="bg1"/>
          </a:solidFill>
        </p:grpSpPr>
        <p:sp>
          <p:nvSpPr>
            <p:cNvPr id="7137" name="Google Shape;7137;p79"/>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8" name="Google Shape;7138;p79"/>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39" name="Google Shape;7139;p79"/>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0" name="Google Shape;7140;p79"/>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1" name="Google Shape;7141;p79"/>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2" name="Google Shape;7142;p79"/>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3" name="Google Shape;7143;p79"/>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4" name="Google Shape;7144;p79"/>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45" name="Google Shape;7145;p79"/>
          <p:cNvGrpSpPr/>
          <p:nvPr/>
        </p:nvGrpSpPr>
        <p:grpSpPr>
          <a:xfrm>
            <a:off x="8860088" y="5501904"/>
            <a:ext cx="419549" cy="478665"/>
            <a:chOff x="-51623775" y="3584850"/>
            <a:chExt cx="279625" cy="319025"/>
          </a:xfrm>
          <a:solidFill>
            <a:schemeClr val="bg1"/>
          </a:solidFill>
        </p:grpSpPr>
        <p:sp>
          <p:nvSpPr>
            <p:cNvPr id="7146" name="Google Shape;7146;p79"/>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7" name="Google Shape;7147;p79"/>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8" name="Google Shape;7148;p79"/>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49" name="Google Shape;7149;p79"/>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50" name="Google Shape;7150;p79"/>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51" name="Google Shape;7151;p79"/>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52" name="Google Shape;7152;p79"/>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53" name="Google Shape;7153;p79"/>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54" name="Google Shape;7154;p79"/>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155" name="Google Shape;7155;p79"/>
          <p:cNvSpPr txBox="1"/>
          <p:nvPr/>
        </p:nvSpPr>
        <p:spPr>
          <a:xfrm>
            <a:off x="1132900" y="954651"/>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dirty="0">
                <a:ln>
                  <a:noFill/>
                </a:ln>
                <a:solidFill>
                  <a:srgbClr val="FFFFFF"/>
                </a:solidFill>
                <a:effectLst/>
                <a:uLnTx/>
                <a:uFillTx/>
                <a:latin typeface="等线" panose="020F0502020204030204"/>
                <a:ea typeface="+mn-ea"/>
                <a:cs typeface="+mn-cs"/>
              </a:rPr>
              <a:t>Help &amp; Support Icons</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7156" name="Google Shape;7156;p79"/>
          <p:cNvSpPr txBox="1"/>
          <p:nvPr/>
        </p:nvSpPr>
        <p:spPr>
          <a:xfrm>
            <a:off x="6477867" y="954651"/>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a:ln>
                  <a:noFill/>
                </a:ln>
                <a:solidFill>
                  <a:srgbClr val="FFFFFF"/>
                </a:solidFill>
                <a:effectLst/>
                <a:uLnTx/>
                <a:uFillTx/>
                <a:latin typeface="等线" panose="020F0502020204030204"/>
                <a:ea typeface="+mn-ea"/>
                <a:cs typeface="+mn-cs"/>
              </a:rPr>
              <a:t>Avatar Icons</a:t>
            </a:r>
            <a:endParaRPr kumimoji="0" sz="3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D053959D-BA63-2EE1-48FB-7C070B7B238D}"/>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FB65ACC5-2E34-A659-BF25-E0ED58D8E330}"/>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2AB26EFC-5E12-68F0-02FA-9F0540632160}"/>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9994AF12-AB22-E901-FF57-5E7B30C34A7D}"/>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569C5C12-5402-1398-3294-CA3C9197514E}"/>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6ACC4886-48CC-DDE3-E26A-ACF6B71960BD}"/>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002FE016-D7D9-8EE5-2863-D9CA16F7E24E}"/>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4DB03AB7-00C1-9D3A-2FE4-300D504EC5B9}"/>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68CA0309-8C83-CF15-20B3-A922ECB6D215}"/>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68DCD6A0-5317-E8C6-2A5B-10EB294EBBFA}"/>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7160"/>
        <p:cNvGrpSpPr/>
        <p:nvPr/>
      </p:nvGrpSpPr>
      <p:grpSpPr>
        <a:xfrm>
          <a:off x="0" y="0"/>
          <a:ext cx="0" cy="0"/>
          <a:chOff x="0" y="0"/>
          <a:chExt cx="0" cy="0"/>
        </a:xfrm>
      </p:grpSpPr>
      <p:grpSp>
        <p:nvGrpSpPr>
          <p:cNvPr id="7161" name="Google Shape;7161;p80"/>
          <p:cNvGrpSpPr/>
          <p:nvPr/>
        </p:nvGrpSpPr>
        <p:grpSpPr>
          <a:xfrm>
            <a:off x="1180901" y="2104626"/>
            <a:ext cx="368004" cy="476400"/>
            <a:chOff x="-50469125" y="3183175"/>
            <a:chExt cx="233150" cy="301825"/>
          </a:xfrm>
          <a:solidFill>
            <a:schemeClr val="bg1"/>
          </a:solidFill>
        </p:grpSpPr>
        <p:sp>
          <p:nvSpPr>
            <p:cNvPr id="7162" name="Google Shape;7162;p80"/>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63" name="Google Shape;7163;p80"/>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64" name="Google Shape;7164;p80"/>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65" name="Google Shape;7165;p80"/>
          <p:cNvGrpSpPr/>
          <p:nvPr/>
        </p:nvGrpSpPr>
        <p:grpSpPr>
          <a:xfrm>
            <a:off x="1127433" y="2685162"/>
            <a:ext cx="474940" cy="473717"/>
            <a:chOff x="-50504575" y="3550975"/>
            <a:chExt cx="300900" cy="300125"/>
          </a:xfrm>
          <a:solidFill>
            <a:schemeClr val="bg1"/>
          </a:solidFill>
        </p:grpSpPr>
        <p:sp>
          <p:nvSpPr>
            <p:cNvPr id="7166" name="Google Shape;7166;p80"/>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67" name="Google Shape;7167;p80"/>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68" name="Google Shape;7168;p80"/>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69" name="Google Shape;7169;p80"/>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70" name="Google Shape;7170;p80"/>
          <p:cNvGrpSpPr/>
          <p:nvPr/>
        </p:nvGrpSpPr>
        <p:grpSpPr>
          <a:xfrm>
            <a:off x="1127433" y="3269485"/>
            <a:ext cx="474940" cy="472455"/>
            <a:chOff x="-50503000" y="3921175"/>
            <a:chExt cx="300900" cy="299325"/>
          </a:xfrm>
          <a:solidFill>
            <a:schemeClr val="bg1"/>
          </a:solidFill>
        </p:grpSpPr>
        <p:sp>
          <p:nvSpPr>
            <p:cNvPr id="7171" name="Google Shape;7171;p80"/>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72" name="Google Shape;7172;p80"/>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73" name="Google Shape;7173;p80"/>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74" name="Google Shape;7174;p80"/>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75" name="Google Shape;7175;p80"/>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76" name="Google Shape;7176;p80"/>
          <p:cNvGrpSpPr/>
          <p:nvPr/>
        </p:nvGrpSpPr>
        <p:grpSpPr>
          <a:xfrm>
            <a:off x="4066170" y="2130709"/>
            <a:ext cx="473677" cy="474940"/>
            <a:chOff x="-48630025" y="3199700"/>
            <a:chExt cx="300100" cy="300900"/>
          </a:xfrm>
          <a:solidFill>
            <a:schemeClr val="bg1"/>
          </a:solidFill>
        </p:grpSpPr>
        <p:sp>
          <p:nvSpPr>
            <p:cNvPr id="7177" name="Google Shape;7177;p80"/>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78" name="Google Shape;7178;p80"/>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79" name="Google Shape;7179;p80"/>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80" name="Google Shape;7180;p80"/>
          <p:cNvGrpSpPr/>
          <p:nvPr/>
        </p:nvGrpSpPr>
        <p:grpSpPr>
          <a:xfrm>
            <a:off x="4066170" y="2713770"/>
            <a:ext cx="473677" cy="473677"/>
            <a:chOff x="-48630025" y="3569100"/>
            <a:chExt cx="300100" cy="300100"/>
          </a:xfrm>
          <a:solidFill>
            <a:schemeClr val="bg1"/>
          </a:solidFill>
        </p:grpSpPr>
        <p:sp>
          <p:nvSpPr>
            <p:cNvPr id="7181" name="Google Shape;7181;p80"/>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2" name="Google Shape;7182;p80"/>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3" name="Google Shape;7183;p80"/>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4" name="Google Shape;7184;p80"/>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5" name="Google Shape;7185;p80"/>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6" name="Google Shape;7186;p80"/>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7" name="Google Shape;7187;p80"/>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8" name="Google Shape;7188;p80"/>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89" name="Google Shape;7189;p80"/>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90" name="Google Shape;7190;p80"/>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91" name="Google Shape;7191;p80"/>
          <p:cNvGrpSpPr/>
          <p:nvPr/>
        </p:nvGrpSpPr>
        <p:grpSpPr>
          <a:xfrm>
            <a:off x="4066802" y="3296831"/>
            <a:ext cx="472415" cy="471192"/>
            <a:chOff x="-48629225" y="3938500"/>
            <a:chExt cx="299300" cy="298525"/>
          </a:xfrm>
          <a:solidFill>
            <a:schemeClr val="bg1"/>
          </a:solidFill>
        </p:grpSpPr>
        <p:sp>
          <p:nvSpPr>
            <p:cNvPr id="7192" name="Google Shape;7192;p80"/>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93" name="Google Shape;7193;p80"/>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94" name="Google Shape;7194;p80"/>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95" name="Google Shape;7195;p80"/>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196" name="Google Shape;7196;p80"/>
          <p:cNvGrpSpPr/>
          <p:nvPr/>
        </p:nvGrpSpPr>
        <p:grpSpPr>
          <a:xfrm>
            <a:off x="2380672" y="3925287"/>
            <a:ext cx="415277" cy="472455"/>
            <a:chOff x="-46762575" y="3200500"/>
            <a:chExt cx="263100" cy="299325"/>
          </a:xfrm>
          <a:solidFill>
            <a:schemeClr val="bg1"/>
          </a:solidFill>
        </p:grpSpPr>
        <p:sp>
          <p:nvSpPr>
            <p:cNvPr id="7197" name="Google Shape;7197;p80"/>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98" name="Google Shape;7198;p80"/>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199" name="Google Shape;7199;p80"/>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00" name="Google Shape;7200;p80"/>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01" name="Google Shape;7201;p80"/>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02" name="Google Shape;7202;p80"/>
          <p:cNvGrpSpPr/>
          <p:nvPr/>
        </p:nvGrpSpPr>
        <p:grpSpPr>
          <a:xfrm>
            <a:off x="2351452" y="4536916"/>
            <a:ext cx="473717" cy="416500"/>
            <a:chOff x="-46779900" y="3588000"/>
            <a:chExt cx="300125" cy="263875"/>
          </a:xfrm>
          <a:solidFill>
            <a:schemeClr val="bg1"/>
          </a:solidFill>
        </p:grpSpPr>
        <p:sp>
          <p:nvSpPr>
            <p:cNvPr id="7203" name="Google Shape;7203;p80"/>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04" name="Google Shape;7204;p80"/>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05" name="Google Shape;7205;p80"/>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06" name="Google Shape;7206;p80"/>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07" name="Google Shape;7207;p80"/>
          <p:cNvGrpSpPr/>
          <p:nvPr/>
        </p:nvGrpSpPr>
        <p:grpSpPr>
          <a:xfrm>
            <a:off x="2352083" y="5090145"/>
            <a:ext cx="472455" cy="471192"/>
            <a:chOff x="-46779100" y="3938500"/>
            <a:chExt cx="299325" cy="298525"/>
          </a:xfrm>
          <a:solidFill>
            <a:schemeClr val="bg1"/>
          </a:solidFill>
        </p:grpSpPr>
        <p:sp>
          <p:nvSpPr>
            <p:cNvPr id="7208" name="Google Shape;7208;p80"/>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09" name="Google Shape;7209;p80"/>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10" name="Google Shape;7210;p80"/>
          <p:cNvGrpSpPr/>
          <p:nvPr/>
        </p:nvGrpSpPr>
        <p:grpSpPr>
          <a:xfrm>
            <a:off x="5295734" y="3933968"/>
            <a:ext cx="473677" cy="473717"/>
            <a:chOff x="-44924250" y="3206000"/>
            <a:chExt cx="300100" cy="300125"/>
          </a:xfrm>
          <a:solidFill>
            <a:schemeClr val="bg1"/>
          </a:solidFill>
        </p:grpSpPr>
        <p:sp>
          <p:nvSpPr>
            <p:cNvPr id="7211" name="Google Shape;7211;p80"/>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12" name="Google Shape;7212;p80"/>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13" name="Google Shape;7213;p80"/>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14" name="Google Shape;7214;p80"/>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15" name="Google Shape;7215;p80"/>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16" name="Google Shape;7216;p80"/>
          <p:cNvGrpSpPr/>
          <p:nvPr/>
        </p:nvGrpSpPr>
        <p:grpSpPr>
          <a:xfrm>
            <a:off x="1715048" y="2104626"/>
            <a:ext cx="473677" cy="473677"/>
            <a:chOff x="-50134375" y="3183175"/>
            <a:chExt cx="300100" cy="300100"/>
          </a:xfrm>
          <a:solidFill>
            <a:schemeClr val="bg1"/>
          </a:solidFill>
        </p:grpSpPr>
        <p:sp>
          <p:nvSpPr>
            <p:cNvPr id="7217" name="Google Shape;7217;p80"/>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18" name="Google Shape;7218;p80"/>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19" name="Google Shape;7219;p80"/>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0" name="Google Shape;7220;p80"/>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1" name="Google Shape;7221;p80"/>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2" name="Google Shape;7222;p80"/>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3" name="Google Shape;7223;p80"/>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4" name="Google Shape;7224;p80"/>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5" name="Google Shape;7225;p80"/>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6" name="Google Shape;7226;p80"/>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27" name="Google Shape;7227;p80"/>
          <p:cNvGrpSpPr/>
          <p:nvPr/>
        </p:nvGrpSpPr>
        <p:grpSpPr>
          <a:xfrm>
            <a:off x="1715048" y="2685162"/>
            <a:ext cx="473677" cy="473717"/>
            <a:chOff x="-50134375" y="3550975"/>
            <a:chExt cx="300100" cy="300125"/>
          </a:xfrm>
          <a:solidFill>
            <a:schemeClr val="bg1"/>
          </a:solidFill>
        </p:grpSpPr>
        <p:sp>
          <p:nvSpPr>
            <p:cNvPr id="7228" name="Google Shape;7228;p80"/>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29" name="Google Shape;7229;p80"/>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30" name="Google Shape;7230;p80"/>
          <p:cNvGrpSpPr/>
          <p:nvPr/>
        </p:nvGrpSpPr>
        <p:grpSpPr>
          <a:xfrm>
            <a:off x="1715048" y="3268539"/>
            <a:ext cx="473677" cy="473401"/>
            <a:chOff x="-50134375" y="3920575"/>
            <a:chExt cx="300100" cy="299925"/>
          </a:xfrm>
          <a:solidFill>
            <a:schemeClr val="bg1"/>
          </a:solidFill>
        </p:grpSpPr>
        <p:sp>
          <p:nvSpPr>
            <p:cNvPr id="7231" name="Google Shape;7231;p80"/>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32" name="Google Shape;7232;p80"/>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33" name="Google Shape;7233;p80"/>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34" name="Google Shape;7234;p80"/>
          <p:cNvGrpSpPr/>
          <p:nvPr/>
        </p:nvGrpSpPr>
        <p:grpSpPr>
          <a:xfrm>
            <a:off x="4662681" y="2131972"/>
            <a:ext cx="476164" cy="473677"/>
            <a:chOff x="-48262200" y="3200500"/>
            <a:chExt cx="301675" cy="300100"/>
          </a:xfrm>
          <a:solidFill>
            <a:schemeClr val="bg1"/>
          </a:solidFill>
        </p:grpSpPr>
        <p:sp>
          <p:nvSpPr>
            <p:cNvPr id="7235" name="Google Shape;7235;p80"/>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36" name="Google Shape;7236;p80"/>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37" name="Google Shape;7237;p80"/>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38" name="Google Shape;7238;p80"/>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39" name="Google Shape;7239;p80"/>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40" name="Google Shape;7240;p80"/>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41" name="Google Shape;7241;p80"/>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42" name="Google Shape;7242;p80"/>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43" name="Google Shape;7243;p80"/>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44" name="Google Shape;7244;p80"/>
          <p:cNvGrpSpPr/>
          <p:nvPr/>
        </p:nvGrpSpPr>
        <p:grpSpPr>
          <a:xfrm>
            <a:off x="4701845" y="2714757"/>
            <a:ext cx="397836" cy="472692"/>
            <a:chOff x="-48233050" y="3569725"/>
            <a:chExt cx="252050" cy="299475"/>
          </a:xfrm>
          <a:solidFill>
            <a:schemeClr val="bg1"/>
          </a:solidFill>
        </p:grpSpPr>
        <p:sp>
          <p:nvSpPr>
            <p:cNvPr id="7245" name="Google Shape;7245;p80"/>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46" name="Google Shape;7246;p80"/>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47" name="Google Shape;7247;p80"/>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48" name="Google Shape;7248;p80"/>
          <p:cNvGrpSpPr/>
          <p:nvPr/>
        </p:nvGrpSpPr>
        <p:grpSpPr>
          <a:xfrm>
            <a:off x="4733531" y="3293082"/>
            <a:ext cx="334463" cy="477427"/>
            <a:chOff x="-48216525" y="3936125"/>
            <a:chExt cx="211900" cy="302475"/>
          </a:xfrm>
          <a:solidFill>
            <a:schemeClr val="bg1"/>
          </a:solidFill>
        </p:grpSpPr>
        <p:sp>
          <p:nvSpPr>
            <p:cNvPr id="7249" name="Google Shape;7249;p80"/>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0" name="Google Shape;7250;p80"/>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1" name="Google Shape;7251;p80"/>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2" name="Google Shape;7252;p80"/>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53" name="Google Shape;7253;p80"/>
          <p:cNvGrpSpPr/>
          <p:nvPr/>
        </p:nvGrpSpPr>
        <p:grpSpPr>
          <a:xfrm>
            <a:off x="2941155" y="3926509"/>
            <a:ext cx="473677" cy="473717"/>
            <a:chOff x="-46410500" y="3201275"/>
            <a:chExt cx="300100" cy="300125"/>
          </a:xfrm>
          <a:solidFill>
            <a:schemeClr val="bg1"/>
          </a:solidFill>
        </p:grpSpPr>
        <p:sp>
          <p:nvSpPr>
            <p:cNvPr id="7254" name="Google Shape;7254;p80"/>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5" name="Google Shape;7255;p80"/>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6" name="Google Shape;7256;p80"/>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7" name="Google Shape;7257;p80"/>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58" name="Google Shape;7258;p80"/>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59" name="Google Shape;7259;p80"/>
          <p:cNvGrpSpPr/>
          <p:nvPr/>
        </p:nvGrpSpPr>
        <p:grpSpPr>
          <a:xfrm>
            <a:off x="2941155" y="4507084"/>
            <a:ext cx="473677" cy="474940"/>
            <a:chOff x="-46409700" y="3569100"/>
            <a:chExt cx="300100" cy="300900"/>
          </a:xfrm>
          <a:solidFill>
            <a:schemeClr val="bg1"/>
          </a:solidFill>
        </p:grpSpPr>
        <p:sp>
          <p:nvSpPr>
            <p:cNvPr id="7260" name="Google Shape;7260;p80"/>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61" name="Google Shape;7261;p80"/>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62" name="Google Shape;7262;p80"/>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63" name="Google Shape;7263;p80"/>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64" name="Google Shape;7264;p80"/>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65" name="Google Shape;7265;p80"/>
          <p:cNvGrpSpPr/>
          <p:nvPr/>
        </p:nvGrpSpPr>
        <p:grpSpPr>
          <a:xfrm>
            <a:off x="2924997" y="5087659"/>
            <a:ext cx="505996" cy="477427"/>
            <a:chOff x="-46422300" y="3936925"/>
            <a:chExt cx="320575" cy="302475"/>
          </a:xfrm>
          <a:solidFill>
            <a:schemeClr val="bg1"/>
          </a:solidFill>
        </p:grpSpPr>
        <p:sp>
          <p:nvSpPr>
            <p:cNvPr id="7266" name="Google Shape;7266;p80"/>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67" name="Google Shape;7267;p80"/>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68" name="Google Shape;7268;p80"/>
          <p:cNvGrpSpPr/>
          <p:nvPr/>
        </p:nvGrpSpPr>
        <p:grpSpPr>
          <a:xfrm>
            <a:off x="5295102" y="4493430"/>
            <a:ext cx="474940" cy="473677"/>
            <a:chOff x="-44914800" y="3560450"/>
            <a:chExt cx="300900" cy="300100"/>
          </a:xfrm>
          <a:solidFill>
            <a:schemeClr val="bg1"/>
          </a:solidFill>
        </p:grpSpPr>
        <p:sp>
          <p:nvSpPr>
            <p:cNvPr id="7269" name="Google Shape;7269;p80"/>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0" name="Google Shape;7270;p80"/>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1" name="Google Shape;7271;p80"/>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2" name="Google Shape;7272;p80"/>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3" name="Google Shape;7273;p80"/>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74" name="Google Shape;7274;p80"/>
          <p:cNvGrpSpPr/>
          <p:nvPr/>
        </p:nvGrpSpPr>
        <p:grpSpPr>
          <a:xfrm>
            <a:off x="2301838" y="2104942"/>
            <a:ext cx="472415" cy="472139"/>
            <a:chOff x="-49764975" y="3183375"/>
            <a:chExt cx="299300" cy="299125"/>
          </a:xfrm>
          <a:solidFill>
            <a:schemeClr val="bg1"/>
          </a:solidFill>
        </p:grpSpPr>
        <p:sp>
          <p:nvSpPr>
            <p:cNvPr id="7275" name="Google Shape;7275;p80"/>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6" name="Google Shape;7276;p80"/>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7" name="Google Shape;7277;p80"/>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8" name="Google Shape;7278;p80"/>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79" name="Google Shape;7279;p80"/>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0" name="Google Shape;7280;p80"/>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1" name="Google Shape;7281;p80"/>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2" name="Google Shape;7282;p80"/>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3" name="Google Shape;7283;p80"/>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84" name="Google Shape;7284;p80"/>
          <p:cNvGrpSpPr/>
          <p:nvPr/>
        </p:nvGrpSpPr>
        <p:grpSpPr>
          <a:xfrm>
            <a:off x="2301838" y="2685558"/>
            <a:ext cx="472415" cy="474545"/>
            <a:chOff x="-49764975" y="3551225"/>
            <a:chExt cx="299300" cy="300650"/>
          </a:xfrm>
          <a:solidFill>
            <a:schemeClr val="bg1"/>
          </a:solidFill>
        </p:grpSpPr>
        <p:sp>
          <p:nvSpPr>
            <p:cNvPr id="7285" name="Google Shape;7285;p80"/>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6" name="Google Shape;7286;p80"/>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7" name="Google Shape;7287;p80"/>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8" name="Google Shape;7288;p80"/>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89" name="Google Shape;7289;p80"/>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0" name="Google Shape;7290;p80"/>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1" name="Google Shape;7291;p80"/>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2" name="Google Shape;7292;p80"/>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3" name="Google Shape;7293;p80"/>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4" name="Google Shape;7294;p80"/>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5" name="Google Shape;7295;p80"/>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296" name="Google Shape;7296;p80"/>
          <p:cNvGrpSpPr/>
          <p:nvPr/>
        </p:nvGrpSpPr>
        <p:grpSpPr>
          <a:xfrm>
            <a:off x="2298721" y="3267908"/>
            <a:ext cx="478649" cy="474033"/>
            <a:chOff x="-49766550" y="3920175"/>
            <a:chExt cx="303250" cy="300325"/>
          </a:xfrm>
          <a:solidFill>
            <a:schemeClr val="bg1"/>
          </a:solidFill>
        </p:grpSpPr>
        <p:sp>
          <p:nvSpPr>
            <p:cNvPr id="7297" name="Google Shape;7297;p80"/>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8" name="Google Shape;7298;p80"/>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299" name="Google Shape;7299;p80"/>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00" name="Google Shape;7300;p80"/>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01" name="Google Shape;7301;p80"/>
          <p:cNvGrpSpPr/>
          <p:nvPr/>
        </p:nvGrpSpPr>
        <p:grpSpPr>
          <a:xfrm>
            <a:off x="5252762" y="2131972"/>
            <a:ext cx="476164" cy="472455"/>
            <a:chOff x="-47892800" y="3200500"/>
            <a:chExt cx="301675" cy="299325"/>
          </a:xfrm>
          <a:solidFill>
            <a:schemeClr val="bg1"/>
          </a:solidFill>
        </p:grpSpPr>
        <p:sp>
          <p:nvSpPr>
            <p:cNvPr id="7302" name="Google Shape;7302;p80"/>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03" name="Google Shape;7303;p80"/>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04" name="Google Shape;7304;p80"/>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05" name="Google Shape;7305;p80"/>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06" name="Google Shape;7306;p80"/>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07" name="Google Shape;7307;p80"/>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08" name="Google Shape;7308;p80"/>
          <p:cNvGrpSpPr/>
          <p:nvPr/>
        </p:nvGrpSpPr>
        <p:grpSpPr>
          <a:xfrm>
            <a:off x="5337917" y="2713770"/>
            <a:ext cx="305855" cy="473677"/>
            <a:chOff x="-47839250" y="3569100"/>
            <a:chExt cx="193775" cy="300100"/>
          </a:xfrm>
          <a:solidFill>
            <a:schemeClr val="bg1"/>
          </a:solidFill>
        </p:grpSpPr>
        <p:sp>
          <p:nvSpPr>
            <p:cNvPr id="7309" name="Google Shape;7309;p80"/>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0" name="Google Shape;7310;p80"/>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1" name="Google Shape;7311;p80"/>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2" name="Google Shape;7312;p80"/>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3" name="Google Shape;7313;p80"/>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4" name="Google Shape;7314;p80"/>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15" name="Google Shape;7315;p80"/>
          <p:cNvGrpSpPr/>
          <p:nvPr/>
        </p:nvGrpSpPr>
        <p:grpSpPr>
          <a:xfrm>
            <a:off x="5254004" y="3295569"/>
            <a:ext cx="473677" cy="474940"/>
            <a:chOff x="-47892800" y="3937700"/>
            <a:chExt cx="300100" cy="300900"/>
          </a:xfrm>
          <a:solidFill>
            <a:schemeClr val="bg1"/>
          </a:solidFill>
        </p:grpSpPr>
        <p:sp>
          <p:nvSpPr>
            <p:cNvPr id="7316" name="Google Shape;7316;p80"/>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7" name="Google Shape;7317;p80"/>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8" name="Google Shape;7318;p80"/>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19" name="Google Shape;7319;p80"/>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0" name="Google Shape;7320;p80"/>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1" name="Google Shape;7321;p80"/>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2" name="Google Shape;7322;p80"/>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3" name="Google Shape;7323;p80"/>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24" name="Google Shape;7324;p80"/>
          <p:cNvGrpSpPr/>
          <p:nvPr/>
        </p:nvGrpSpPr>
        <p:grpSpPr>
          <a:xfrm>
            <a:off x="3527731" y="3953854"/>
            <a:ext cx="473677" cy="415277"/>
            <a:chOff x="-46042675" y="3218600"/>
            <a:chExt cx="300100" cy="263100"/>
          </a:xfrm>
          <a:solidFill>
            <a:schemeClr val="bg1"/>
          </a:solidFill>
        </p:grpSpPr>
        <p:sp>
          <p:nvSpPr>
            <p:cNvPr id="7325" name="Google Shape;7325;p80"/>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6" name="Google Shape;7326;p80"/>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7" name="Google Shape;7327;p80"/>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8" name="Google Shape;7328;p80"/>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29" name="Google Shape;7329;p80"/>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30" name="Google Shape;7330;p80"/>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31" name="Google Shape;7331;p80"/>
          <p:cNvGrpSpPr/>
          <p:nvPr/>
        </p:nvGrpSpPr>
        <p:grpSpPr>
          <a:xfrm>
            <a:off x="3527731" y="4506453"/>
            <a:ext cx="473677" cy="430824"/>
            <a:chOff x="-46042675" y="3568700"/>
            <a:chExt cx="300100" cy="272950"/>
          </a:xfrm>
          <a:solidFill>
            <a:schemeClr val="bg1"/>
          </a:solidFill>
        </p:grpSpPr>
        <p:sp>
          <p:nvSpPr>
            <p:cNvPr id="7332" name="Google Shape;7332;p80"/>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33" name="Google Shape;7333;p80"/>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34" name="Google Shape;7334;p80"/>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35" name="Google Shape;7335;p80"/>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36" name="Google Shape;7336;p80"/>
          <p:cNvGrpSpPr/>
          <p:nvPr/>
        </p:nvGrpSpPr>
        <p:grpSpPr>
          <a:xfrm>
            <a:off x="3583666" y="5089080"/>
            <a:ext cx="361809" cy="474743"/>
            <a:chOff x="-46007225" y="3937825"/>
            <a:chExt cx="229225" cy="300775"/>
          </a:xfrm>
          <a:solidFill>
            <a:schemeClr val="bg1"/>
          </a:solidFill>
        </p:grpSpPr>
        <p:sp>
          <p:nvSpPr>
            <p:cNvPr id="7337" name="Google Shape;7337;p80"/>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38" name="Google Shape;7338;p80"/>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39" name="Google Shape;7339;p80"/>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0" name="Google Shape;7340;p80"/>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1" name="Google Shape;7341;p80"/>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2" name="Google Shape;7342;p80"/>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3" name="Google Shape;7343;p80"/>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4" name="Google Shape;7344;p80"/>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5" name="Google Shape;7345;p80"/>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6" name="Google Shape;7346;p80"/>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47" name="Google Shape;7347;p80"/>
          <p:cNvGrpSpPr/>
          <p:nvPr/>
        </p:nvGrpSpPr>
        <p:grpSpPr>
          <a:xfrm>
            <a:off x="5324322" y="5075861"/>
            <a:ext cx="416500" cy="476795"/>
            <a:chOff x="-44895900" y="3929450"/>
            <a:chExt cx="263875" cy="302075"/>
          </a:xfrm>
          <a:solidFill>
            <a:schemeClr val="bg1"/>
          </a:solidFill>
        </p:grpSpPr>
        <p:sp>
          <p:nvSpPr>
            <p:cNvPr id="7348" name="Google Shape;7348;p80"/>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49" name="Google Shape;7349;p80"/>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0" name="Google Shape;7350;p80"/>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1" name="Google Shape;7351;p80"/>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2" name="Google Shape;7352;p80"/>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3" name="Google Shape;7353;p80"/>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54" name="Google Shape;7354;p80"/>
          <p:cNvGrpSpPr/>
          <p:nvPr/>
        </p:nvGrpSpPr>
        <p:grpSpPr>
          <a:xfrm>
            <a:off x="2889414" y="2119543"/>
            <a:ext cx="474940" cy="443847"/>
            <a:chOff x="-49397175" y="3192625"/>
            <a:chExt cx="300900" cy="281200"/>
          </a:xfrm>
          <a:solidFill>
            <a:schemeClr val="bg1"/>
          </a:solidFill>
        </p:grpSpPr>
        <p:sp>
          <p:nvSpPr>
            <p:cNvPr id="7355" name="Google Shape;7355;p80"/>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6" name="Google Shape;7356;p80"/>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7" name="Google Shape;7357;p80"/>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8" name="Google Shape;7358;p80"/>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59" name="Google Shape;7359;p80"/>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0" name="Google Shape;7360;p80"/>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1" name="Google Shape;7361;p80"/>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62" name="Google Shape;7362;p80"/>
          <p:cNvGrpSpPr/>
          <p:nvPr/>
        </p:nvGrpSpPr>
        <p:grpSpPr>
          <a:xfrm>
            <a:off x="2924218" y="2685163"/>
            <a:ext cx="405333" cy="474940"/>
            <a:chOff x="-49375900" y="3550975"/>
            <a:chExt cx="256800" cy="300900"/>
          </a:xfrm>
          <a:solidFill>
            <a:schemeClr val="bg1"/>
          </a:solidFill>
        </p:grpSpPr>
        <p:sp>
          <p:nvSpPr>
            <p:cNvPr id="7363" name="Google Shape;7363;p80"/>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4" name="Google Shape;7364;p80"/>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5" name="Google Shape;7365;p80"/>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6" name="Google Shape;7366;p80"/>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7" name="Google Shape;7367;p80"/>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8" name="Google Shape;7368;p80"/>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69" name="Google Shape;7369;p80"/>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0" name="Google Shape;7370;p80"/>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1" name="Google Shape;7371;p80"/>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2" name="Google Shape;7372;p80"/>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3" name="Google Shape;7373;p80"/>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74" name="Google Shape;7374;p80"/>
          <p:cNvGrpSpPr/>
          <p:nvPr/>
        </p:nvGrpSpPr>
        <p:grpSpPr>
          <a:xfrm>
            <a:off x="2918022" y="3268223"/>
            <a:ext cx="417724" cy="474940"/>
            <a:chOff x="-49378250" y="3920375"/>
            <a:chExt cx="264650" cy="300900"/>
          </a:xfrm>
          <a:solidFill>
            <a:schemeClr val="bg1"/>
          </a:solidFill>
        </p:grpSpPr>
        <p:sp>
          <p:nvSpPr>
            <p:cNvPr id="7375" name="Google Shape;7375;p80"/>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6" name="Google Shape;7376;p80"/>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7" name="Google Shape;7377;p80"/>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8" name="Google Shape;7378;p80"/>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79" name="Google Shape;7379;p80"/>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0" name="Google Shape;7380;p80"/>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1" name="Google Shape;7381;p80"/>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82" name="Google Shape;7382;p80"/>
          <p:cNvGrpSpPr/>
          <p:nvPr/>
        </p:nvGrpSpPr>
        <p:grpSpPr>
          <a:xfrm>
            <a:off x="1210006" y="3925287"/>
            <a:ext cx="416500" cy="476164"/>
            <a:chOff x="-47505300" y="3200500"/>
            <a:chExt cx="263875" cy="301675"/>
          </a:xfrm>
          <a:solidFill>
            <a:schemeClr val="bg1"/>
          </a:solidFill>
        </p:grpSpPr>
        <p:sp>
          <p:nvSpPr>
            <p:cNvPr id="7383" name="Google Shape;7383;p80"/>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4" name="Google Shape;7384;p80"/>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5" name="Google Shape;7385;p80"/>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6" name="Google Shape;7386;p80"/>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7" name="Google Shape;7387;p80"/>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8" name="Google Shape;7388;p80"/>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89" name="Google Shape;7389;p80"/>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0" name="Google Shape;7390;p80"/>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1" name="Google Shape;7391;p80"/>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2" name="Google Shape;7392;p80"/>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3" name="Google Shape;7393;p80"/>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4" name="Google Shape;7394;p80"/>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5" name="Google Shape;7395;p80"/>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396" name="Google Shape;7396;p80"/>
          <p:cNvGrpSpPr/>
          <p:nvPr/>
        </p:nvGrpSpPr>
        <p:grpSpPr>
          <a:xfrm>
            <a:off x="1180806" y="4507084"/>
            <a:ext cx="474901" cy="473401"/>
            <a:chOff x="-47524975" y="3569100"/>
            <a:chExt cx="300875" cy="299925"/>
          </a:xfrm>
          <a:solidFill>
            <a:schemeClr val="bg1"/>
          </a:solidFill>
        </p:grpSpPr>
        <p:sp>
          <p:nvSpPr>
            <p:cNvPr id="7397" name="Google Shape;7397;p80"/>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8" name="Google Shape;7398;p80"/>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399" name="Google Shape;7399;p80"/>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00" name="Google Shape;7400;p80"/>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01" name="Google Shape;7401;p80"/>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02" name="Google Shape;7402;p80"/>
          <p:cNvGrpSpPr/>
          <p:nvPr/>
        </p:nvGrpSpPr>
        <p:grpSpPr>
          <a:xfrm>
            <a:off x="1181416" y="5146099"/>
            <a:ext cx="473677" cy="360547"/>
            <a:chOff x="-47523400" y="3973950"/>
            <a:chExt cx="300100" cy="228425"/>
          </a:xfrm>
          <a:solidFill>
            <a:schemeClr val="bg1"/>
          </a:solidFill>
        </p:grpSpPr>
        <p:sp>
          <p:nvSpPr>
            <p:cNvPr id="7403" name="Google Shape;7403;p80"/>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04" name="Google Shape;7404;p80"/>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05" name="Google Shape;7405;p80"/>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06" name="Google Shape;7406;p80"/>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07" name="Google Shape;7407;p80"/>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08" name="Google Shape;7408;p80"/>
          <p:cNvGrpSpPr/>
          <p:nvPr/>
        </p:nvGrpSpPr>
        <p:grpSpPr>
          <a:xfrm>
            <a:off x="4121578" y="3923431"/>
            <a:ext cx="472455" cy="476795"/>
            <a:chOff x="-45673275" y="3199325"/>
            <a:chExt cx="299325" cy="302075"/>
          </a:xfrm>
          <a:solidFill>
            <a:schemeClr val="bg1"/>
          </a:solidFill>
        </p:grpSpPr>
        <p:sp>
          <p:nvSpPr>
            <p:cNvPr id="7409" name="Google Shape;7409;p80"/>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10" name="Google Shape;7410;p80"/>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11" name="Google Shape;7411;p80"/>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12" name="Google Shape;7412;p80"/>
          <p:cNvGrpSpPr/>
          <p:nvPr/>
        </p:nvGrpSpPr>
        <p:grpSpPr>
          <a:xfrm>
            <a:off x="4120335" y="4534430"/>
            <a:ext cx="474940" cy="418987"/>
            <a:chOff x="-45674075" y="3586425"/>
            <a:chExt cx="300900" cy="265450"/>
          </a:xfrm>
          <a:solidFill>
            <a:schemeClr val="bg1"/>
          </a:solidFill>
        </p:grpSpPr>
        <p:sp>
          <p:nvSpPr>
            <p:cNvPr id="7413" name="Google Shape;7413;p80"/>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14" name="Google Shape;7414;p80"/>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15" name="Google Shape;7415;p80"/>
          <p:cNvGrpSpPr/>
          <p:nvPr/>
        </p:nvGrpSpPr>
        <p:grpSpPr>
          <a:xfrm>
            <a:off x="4121578" y="5088883"/>
            <a:ext cx="472455" cy="474940"/>
            <a:chOff x="-45673275" y="3937700"/>
            <a:chExt cx="299325" cy="300900"/>
          </a:xfrm>
          <a:solidFill>
            <a:schemeClr val="bg1"/>
          </a:solidFill>
        </p:grpSpPr>
        <p:sp>
          <p:nvSpPr>
            <p:cNvPr id="7416" name="Google Shape;7416;p80"/>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17" name="Google Shape;7417;p80"/>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18" name="Google Shape;7418;p80"/>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19" name="Google Shape;7419;p80"/>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0" name="Google Shape;7420;p80"/>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1" name="Google Shape;7421;p80"/>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22" name="Google Shape;7422;p80"/>
          <p:cNvGrpSpPr/>
          <p:nvPr/>
        </p:nvGrpSpPr>
        <p:grpSpPr>
          <a:xfrm>
            <a:off x="2940466" y="5745928"/>
            <a:ext cx="474940" cy="474940"/>
            <a:chOff x="-44512325" y="3176075"/>
            <a:chExt cx="300900" cy="300900"/>
          </a:xfrm>
          <a:solidFill>
            <a:schemeClr val="bg1"/>
          </a:solidFill>
        </p:grpSpPr>
        <p:sp>
          <p:nvSpPr>
            <p:cNvPr id="7423" name="Google Shape;7423;p80"/>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4" name="Google Shape;7424;p80"/>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5" name="Google Shape;7425;p80"/>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26" name="Google Shape;7426;p80"/>
          <p:cNvGrpSpPr/>
          <p:nvPr/>
        </p:nvGrpSpPr>
        <p:grpSpPr>
          <a:xfrm>
            <a:off x="3478253" y="2104627"/>
            <a:ext cx="472455" cy="472455"/>
            <a:chOff x="-49027775" y="3183175"/>
            <a:chExt cx="299325" cy="299325"/>
          </a:xfrm>
          <a:solidFill>
            <a:schemeClr val="bg1"/>
          </a:solidFill>
        </p:grpSpPr>
        <p:sp>
          <p:nvSpPr>
            <p:cNvPr id="7427" name="Google Shape;7427;p80"/>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8" name="Google Shape;7428;p80"/>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29" name="Google Shape;7429;p80"/>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0" name="Google Shape;7430;p80"/>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31" name="Google Shape;7431;p80"/>
          <p:cNvGrpSpPr/>
          <p:nvPr/>
        </p:nvGrpSpPr>
        <p:grpSpPr>
          <a:xfrm>
            <a:off x="3477640" y="2685162"/>
            <a:ext cx="473677" cy="476203"/>
            <a:chOff x="-49027775" y="3550975"/>
            <a:chExt cx="300100" cy="301700"/>
          </a:xfrm>
          <a:solidFill>
            <a:schemeClr val="bg1"/>
          </a:solidFill>
        </p:grpSpPr>
        <p:sp>
          <p:nvSpPr>
            <p:cNvPr id="7432" name="Google Shape;7432;p80"/>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3" name="Google Shape;7433;p80"/>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4" name="Google Shape;7434;p80"/>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5" name="Google Shape;7435;p80"/>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6" name="Google Shape;7436;p80"/>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7" name="Google Shape;7437;p80"/>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8" name="Google Shape;7438;p80"/>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39" name="Google Shape;7439;p80"/>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0" name="Google Shape;7440;p80"/>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1" name="Google Shape;7441;p80"/>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42" name="Google Shape;7442;p80"/>
          <p:cNvGrpSpPr/>
          <p:nvPr/>
        </p:nvGrpSpPr>
        <p:grpSpPr>
          <a:xfrm>
            <a:off x="3475075" y="3267908"/>
            <a:ext cx="478808" cy="474033"/>
            <a:chOff x="-49031025" y="3920175"/>
            <a:chExt cx="303350" cy="300325"/>
          </a:xfrm>
          <a:solidFill>
            <a:schemeClr val="bg1"/>
          </a:solidFill>
        </p:grpSpPr>
        <p:sp>
          <p:nvSpPr>
            <p:cNvPr id="7443" name="Google Shape;7443;p80"/>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4" name="Google Shape;7444;p80"/>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5" name="Google Shape;7445;p80"/>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6" name="Google Shape;7446;p80"/>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7" name="Google Shape;7447;p80"/>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48" name="Google Shape;7448;p80"/>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49" name="Google Shape;7449;p80"/>
          <p:cNvGrpSpPr/>
          <p:nvPr/>
        </p:nvGrpSpPr>
        <p:grpSpPr>
          <a:xfrm>
            <a:off x="1763215" y="3925287"/>
            <a:ext cx="474901" cy="472455"/>
            <a:chOff x="-47155575" y="3200500"/>
            <a:chExt cx="300875" cy="299325"/>
          </a:xfrm>
          <a:solidFill>
            <a:schemeClr val="bg1"/>
          </a:solidFill>
        </p:grpSpPr>
        <p:sp>
          <p:nvSpPr>
            <p:cNvPr id="7450" name="Google Shape;7450;p80"/>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1" name="Google Shape;7451;p80"/>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2" name="Google Shape;7452;p80"/>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3" name="Google Shape;7453;p80"/>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4" name="Google Shape;7454;p80"/>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5" name="Google Shape;7455;p80"/>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56" name="Google Shape;7456;p80"/>
          <p:cNvGrpSpPr/>
          <p:nvPr/>
        </p:nvGrpSpPr>
        <p:grpSpPr>
          <a:xfrm>
            <a:off x="1763827" y="4507084"/>
            <a:ext cx="473677" cy="473677"/>
            <a:chOff x="-47154800" y="3569100"/>
            <a:chExt cx="300100" cy="300100"/>
          </a:xfrm>
          <a:solidFill>
            <a:schemeClr val="bg1"/>
          </a:solidFill>
        </p:grpSpPr>
        <p:sp>
          <p:nvSpPr>
            <p:cNvPr id="7457" name="Google Shape;7457;p80"/>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8" name="Google Shape;7458;p80"/>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59" name="Google Shape;7459;p80"/>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60" name="Google Shape;7460;p80"/>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61" name="Google Shape;7461;p80"/>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62" name="Google Shape;7462;p80"/>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63" name="Google Shape;7463;p80"/>
          <p:cNvGrpSpPr/>
          <p:nvPr/>
        </p:nvGrpSpPr>
        <p:grpSpPr>
          <a:xfrm>
            <a:off x="1764458" y="5091368"/>
            <a:ext cx="472415" cy="471231"/>
            <a:chOff x="-47154000" y="3939275"/>
            <a:chExt cx="299300" cy="298550"/>
          </a:xfrm>
          <a:solidFill>
            <a:schemeClr val="bg1"/>
          </a:solidFill>
        </p:grpSpPr>
        <p:sp>
          <p:nvSpPr>
            <p:cNvPr id="7464" name="Google Shape;7464;p80"/>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65" name="Google Shape;7465;p80"/>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66" name="Google Shape;7466;p80"/>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67" name="Google Shape;7467;p80"/>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68" name="Google Shape;7468;p80"/>
          <p:cNvGrpSpPr/>
          <p:nvPr/>
        </p:nvGrpSpPr>
        <p:grpSpPr>
          <a:xfrm>
            <a:off x="4731511" y="3925287"/>
            <a:ext cx="416500" cy="472455"/>
            <a:chOff x="-45286550" y="3200500"/>
            <a:chExt cx="263875" cy="299325"/>
          </a:xfrm>
          <a:solidFill>
            <a:schemeClr val="bg1"/>
          </a:solidFill>
        </p:grpSpPr>
        <p:sp>
          <p:nvSpPr>
            <p:cNvPr id="7469" name="Google Shape;7469;p80"/>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0" name="Google Shape;7470;p80"/>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1" name="Google Shape;7471;p80"/>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72" name="Google Shape;7472;p80"/>
          <p:cNvGrpSpPr/>
          <p:nvPr/>
        </p:nvGrpSpPr>
        <p:grpSpPr>
          <a:xfrm>
            <a:off x="4731511" y="4508347"/>
            <a:ext cx="416500" cy="472415"/>
            <a:chOff x="-45286550" y="3569900"/>
            <a:chExt cx="263875" cy="299300"/>
          </a:xfrm>
          <a:solidFill>
            <a:schemeClr val="bg1"/>
          </a:solidFill>
        </p:grpSpPr>
        <p:sp>
          <p:nvSpPr>
            <p:cNvPr id="7473" name="Google Shape;7473;p80"/>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4" name="Google Shape;7474;p80"/>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5" name="Google Shape;7475;p80"/>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6" name="Google Shape;7476;p80"/>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7" name="Google Shape;7477;p80"/>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78" name="Google Shape;7478;p80"/>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79" name="Google Shape;7479;p80"/>
          <p:cNvGrpSpPr/>
          <p:nvPr/>
        </p:nvGrpSpPr>
        <p:grpSpPr>
          <a:xfrm>
            <a:off x="4746427" y="5090145"/>
            <a:ext cx="386668" cy="473677"/>
            <a:chOff x="-45277900" y="3938500"/>
            <a:chExt cx="244975" cy="300100"/>
          </a:xfrm>
          <a:solidFill>
            <a:schemeClr val="bg1"/>
          </a:solidFill>
        </p:grpSpPr>
        <p:sp>
          <p:nvSpPr>
            <p:cNvPr id="7480" name="Google Shape;7480;p80"/>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81" name="Google Shape;7481;p80"/>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82" name="Google Shape;7482;p80"/>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83" name="Google Shape;7483;p80"/>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84" name="Google Shape;7484;p80"/>
          <p:cNvGrpSpPr/>
          <p:nvPr/>
        </p:nvGrpSpPr>
        <p:grpSpPr>
          <a:xfrm>
            <a:off x="3527692" y="5715614"/>
            <a:ext cx="473677" cy="473677"/>
            <a:chOff x="-44502875" y="3576975"/>
            <a:chExt cx="300100" cy="300100"/>
          </a:xfrm>
          <a:solidFill>
            <a:schemeClr val="bg1"/>
          </a:solidFill>
        </p:grpSpPr>
        <p:sp>
          <p:nvSpPr>
            <p:cNvPr id="7485" name="Google Shape;7485;p80"/>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86" name="Google Shape;7486;p80"/>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87" name="Google Shape;7487;p80"/>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88" name="Google Shape;7488;p80"/>
          <p:cNvGrpSpPr/>
          <p:nvPr/>
        </p:nvGrpSpPr>
        <p:grpSpPr>
          <a:xfrm>
            <a:off x="6478641" y="2683154"/>
            <a:ext cx="474928" cy="472893"/>
            <a:chOff x="-13946200" y="3647075"/>
            <a:chExt cx="353650" cy="352100"/>
          </a:xfrm>
          <a:solidFill>
            <a:schemeClr val="bg1"/>
          </a:solidFill>
        </p:grpSpPr>
        <p:sp>
          <p:nvSpPr>
            <p:cNvPr id="7489" name="Google Shape;7489;p80"/>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0" name="Google Shape;7490;p80"/>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1" name="Google Shape;7491;p80"/>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2" name="Google Shape;7492;p80"/>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3" name="Google Shape;7493;p80"/>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4" name="Google Shape;7494;p80"/>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95" name="Google Shape;7495;p80"/>
          <p:cNvGrpSpPr/>
          <p:nvPr/>
        </p:nvGrpSpPr>
        <p:grpSpPr>
          <a:xfrm>
            <a:off x="8856499" y="2095799"/>
            <a:ext cx="476003" cy="472356"/>
            <a:chOff x="-12163025" y="3214275"/>
            <a:chExt cx="354450" cy="351700"/>
          </a:xfrm>
          <a:solidFill>
            <a:schemeClr val="bg1"/>
          </a:solidFill>
        </p:grpSpPr>
        <p:sp>
          <p:nvSpPr>
            <p:cNvPr id="7496" name="Google Shape;7496;p80"/>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7" name="Google Shape;7497;p80"/>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498" name="Google Shape;7498;p80"/>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499" name="Google Shape;7499;p80"/>
          <p:cNvGrpSpPr/>
          <p:nvPr/>
        </p:nvGrpSpPr>
        <p:grpSpPr>
          <a:xfrm>
            <a:off x="8857540" y="2682114"/>
            <a:ext cx="473921" cy="474976"/>
            <a:chOff x="-12160675" y="3647875"/>
            <a:chExt cx="352900" cy="353650"/>
          </a:xfrm>
          <a:solidFill>
            <a:schemeClr val="bg1"/>
          </a:solidFill>
        </p:grpSpPr>
        <p:sp>
          <p:nvSpPr>
            <p:cNvPr id="7500" name="Google Shape;7500;p80"/>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1" name="Google Shape;7501;p80"/>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2" name="Google Shape;7502;p80"/>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3" name="Google Shape;7503;p80"/>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4" name="Google Shape;7504;p80"/>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5" name="Google Shape;7505;p80"/>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6" name="Google Shape;7506;p80"/>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07" name="Google Shape;7507;p80"/>
          <p:cNvGrpSpPr/>
          <p:nvPr/>
        </p:nvGrpSpPr>
        <p:grpSpPr>
          <a:xfrm>
            <a:off x="8871827" y="3274722"/>
            <a:ext cx="472847" cy="474976"/>
            <a:chOff x="-12160675" y="4081850"/>
            <a:chExt cx="352100" cy="353650"/>
          </a:xfrm>
          <a:solidFill>
            <a:schemeClr val="bg1"/>
          </a:solidFill>
        </p:grpSpPr>
        <p:sp>
          <p:nvSpPr>
            <p:cNvPr id="7508" name="Google Shape;7508;p80"/>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09" name="Google Shape;7509;p80"/>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0" name="Google Shape;7510;p80"/>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1" name="Google Shape;7511;p80"/>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2" name="Google Shape;7512;p80"/>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3" name="Google Shape;7513;p80"/>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14" name="Google Shape;7514;p80"/>
          <p:cNvGrpSpPr/>
          <p:nvPr/>
        </p:nvGrpSpPr>
        <p:grpSpPr>
          <a:xfrm>
            <a:off x="6478448" y="3907313"/>
            <a:ext cx="473888" cy="474203"/>
            <a:chOff x="-10391650" y="3180600"/>
            <a:chExt cx="352875" cy="353075"/>
          </a:xfrm>
          <a:solidFill>
            <a:schemeClr val="bg1"/>
          </a:solidFill>
        </p:grpSpPr>
        <p:sp>
          <p:nvSpPr>
            <p:cNvPr id="7515" name="Google Shape;7515;p80"/>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6" name="Google Shape;7516;p80"/>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7" name="Google Shape;7517;p80"/>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8" name="Google Shape;7518;p80"/>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19" name="Google Shape;7519;p80"/>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20" name="Google Shape;7520;p80"/>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21" name="Google Shape;7521;p80"/>
          <p:cNvGrpSpPr/>
          <p:nvPr/>
        </p:nvGrpSpPr>
        <p:grpSpPr>
          <a:xfrm>
            <a:off x="6478447" y="4543044"/>
            <a:ext cx="472847" cy="471853"/>
            <a:chOff x="-10390875" y="3616350"/>
            <a:chExt cx="352100" cy="351325"/>
          </a:xfrm>
          <a:solidFill>
            <a:schemeClr val="bg1"/>
          </a:solidFill>
        </p:grpSpPr>
        <p:sp>
          <p:nvSpPr>
            <p:cNvPr id="7522" name="Google Shape;7522;p80"/>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23" name="Google Shape;7523;p80"/>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24" name="Google Shape;7524;p80"/>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25" name="Google Shape;7525;p80"/>
          <p:cNvGrpSpPr/>
          <p:nvPr/>
        </p:nvGrpSpPr>
        <p:grpSpPr>
          <a:xfrm>
            <a:off x="10034414" y="3909264"/>
            <a:ext cx="416780" cy="472893"/>
            <a:chOff x="-10370400" y="4049550"/>
            <a:chExt cx="310350" cy="352100"/>
          </a:xfrm>
          <a:solidFill>
            <a:schemeClr val="bg1"/>
          </a:solidFill>
        </p:grpSpPr>
        <p:sp>
          <p:nvSpPr>
            <p:cNvPr id="7526" name="Google Shape;7526;p80"/>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27" name="Google Shape;7527;p80"/>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28" name="Google Shape;7528;p80"/>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29" name="Google Shape;7529;p80"/>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30" name="Google Shape;7530;p80"/>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31" name="Google Shape;7531;p80"/>
          <p:cNvGrpSpPr/>
          <p:nvPr/>
        </p:nvGrpSpPr>
        <p:grpSpPr>
          <a:xfrm>
            <a:off x="8840088" y="3907852"/>
            <a:ext cx="505648" cy="473129"/>
            <a:chOff x="-8674650" y="3210975"/>
            <a:chExt cx="376525" cy="352275"/>
          </a:xfrm>
          <a:solidFill>
            <a:schemeClr val="bg1"/>
          </a:solidFill>
        </p:grpSpPr>
        <p:sp>
          <p:nvSpPr>
            <p:cNvPr id="7532" name="Google Shape;7532;p80"/>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33" name="Google Shape;7533;p80"/>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34" name="Google Shape;7534;p80"/>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35" name="Google Shape;7535;p80"/>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36" name="Google Shape;7536;p80"/>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37" name="Google Shape;7537;p80"/>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38" name="Google Shape;7538;p80"/>
          <p:cNvGrpSpPr/>
          <p:nvPr/>
        </p:nvGrpSpPr>
        <p:grpSpPr>
          <a:xfrm>
            <a:off x="7068752" y="2683154"/>
            <a:ext cx="474961" cy="472893"/>
            <a:chOff x="-13512225" y="3647075"/>
            <a:chExt cx="353675" cy="352100"/>
          </a:xfrm>
          <a:solidFill>
            <a:schemeClr val="bg1"/>
          </a:solidFill>
        </p:grpSpPr>
        <p:sp>
          <p:nvSpPr>
            <p:cNvPr id="7539" name="Google Shape;7539;p80"/>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0" name="Google Shape;7540;p80"/>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1" name="Google Shape;7541;p80"/>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2" name="Google Shape;7542;p80"/>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3" name="Google Shape;7543;p80"/>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4" name="Google Shape;7544;p80"/>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5" name="Google Shape;7545;p80"/>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6" name="Google Shape;7546;p80"/>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7" name="Google Shape;7547;p80"/>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48" name="Google Shape;7548;p80"/>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49" name="Google Shape;7549;p80"/>
          <p:cNvGrpSpPr/>
          <p:nvPr/>
        </p:nvGrpSpPr>
        <p:grpSpPr>
          <a:xfrm>
            <a:off x="7082502" y="3275243"/>
            <a:ext cx="474961" cy="473935"/>
            <a:chOff x="-13512225" y="4080275"/>
            <a:chExt cx="353675" cy="352875"/>
          </a:xfrm>
          <a:solidFill>
            <a:schemeClr val="bg1"/>
          </a:solidFill>
        </p:grpSpPr>
        <p:sp>
          <p:nvSpPr>
            <p:cNvPr id="7550" name="Google Shape;7550;p80"/>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1" name="Google Shape;7551;p80"/>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2" name="Google Shape;7552;p80"/>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3" name="Google Shape;7553;p80"/>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4" name="Google Shape;7554;p80"/>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5" name="Google Shape;7555;p80"/>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6" name="Google Shape;7556;p80"/>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7" name="Google Shape;7557;p80"/>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8" name="Google Shape;7558;p80"/>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59" name="Google Shape;7559;p80"/>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60" name="Google Shape;7560;p80"/>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61" name="Google Shape;7561;p80"/>
          <p:cNvGrpSpPr/>
          <p:nvPr/>
        </p:nvGrpSpPr>
        <p:grpSpPr>
          <a:xfrm>
            <a:off x="9446608" y="2138391"/>
            <a:ext cx="474928" cy="387172"/>
            <a:chOff x="-11728250" y="3245400"/>
            <a:chExt cx="353650" cy="288275"/>
          </a:xfrm>
          <a:solidFill>
            <a:schemeClr val="bg1"/>
          </a:solidFill>
        </p:grpSpPr>
        <p:sp>
          <p:nvSpPr>
            <p:cNvPr id="7562" name="Google Shape;7562;p80"/>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63" name="Google Shape;7563;p80"/>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64" name="Google Shape;7564;p80"/>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65" name="Google Shape;7565;p80"/>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66" name="Google Shape;7566;p80"/>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67" name="Google Shape;7567;p80"/>
          <p:cNvGrpSpPr/>
          <p:nvPr/>
        </p:nvGrpSpPr>
        <p:grpSpPr>
          <a:xfrm>
            <a:off x="9489952" y="3275243"/>
            <a:ext cx="415739" cy="473935"/>
            <a:chOff x="-11703850" y="4081850"/>
            <a:chExt cx="309575" cy="352875"/>
          </a:xfrm>
          <a:solidFill>
            <a:schemeClr val="bg1"/>
          </a:solidFill>
        </p:grpSpPr>
        <p:sp>
          <p:nvSpPr>
            <p:cNvPr id="7568" name="Google Shape;7568;p80"/>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69" name="Google Shape;7569;p80"/>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0" name="Google Shape;7570;p80"/>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1" name="Google Shape;7571;p80"/>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2" name="Google Shape;7572;p80"/>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3" name="Google Shape;7573;p80"/>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4" name="Google Shape;7574;p80"/>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5" name="Google Shape;7575;p80"/>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76" name="Google Shape;7576;p80"/>
          <p:cNvGrpSpPr/>
          <p:nvPr/>
        </p:nvGrpSpPr>
        <p:grpSpPr>
          <a:xfrm>
            <a:off x="7074827" y="3907447"/>
            <a:ext cx="476003" cy="473935"/>
            <a:chOff x="-9958475" y="3180025"/>
            <a:chExt cx="354450" cy="352875"/>
          </a:xfrm>
          <a:solidFill>
            <a:schemeClr val="bg1"/>
          </a:solidFill>
        </p:grpSpPr>
        <p:sp>
          <p:nvSpPr>
            <p:cNvPr id="7577" name="Google Shape;7577;p80"/>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8" name="Google Shape;7578;p80"/>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79" name="Google Shape;7579;p80"/>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80" name="Google Shape;7580;p80"/>
          <p:cNvGrpSpPr/>
          <p:nvPr/>
        </p:nvGrpSpPr>
        <p:grpSpPr>
          <a:xfrm>
            <a:off x="7086996" y="4542088"/>
            <a:ext cx="450621" cy="473767"/>
            <a:chOff x="-9949025" y="3615575"/>
            <a:chExt cx="335550" cy="352750"/>
          </a:xfrm>
          <a:solidFill>
            <a:schemeClr val="bg1"/>
          </a:solidFill>
        </p:grpSpPr>
        <p:sp>
          <p:nvSpPr>
            <p:cNvPr id="7581" name="Google Shape;7581;p80"/>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82" name="Google Shape;7582;p80"/>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83" name="Google Shape;7583;p80"/>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84" name="Google Shape;7584;p80"/>
          <p:cNvGrpSpPr/>
          <p:nvPr/>
        </p:nvGrpSpPr>
        <p:grpSpPr>
          <a:xfrm>
            <a:off x="10600125" y="3906763"/>
            <a:ext cx="480233" cy="477897"/>
            <a:chOff x="-9961625" y="4048175"/>
            <a:chExt cx="357600" cy="355825"/>
          </a:xfrm>
          <a:solidFill>
            <a:schemeClr val="bg1"/>
          </a:solidFill>
        </p:grpSpPr>
        <p:sp>
          <p:nvSpPr>
            <p:cNvPr id="7585" name="Google Shape;7585;p80"/>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86" name="Google Shape;7586;p80"/>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87" name="Google Shape;7587;p80"/>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88" name="Google Shape;7588;p80"/>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89" name="Google Shape;7589;p80"/>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90" name="Google Shape;7590;p80"/>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91" name="Google Shape;7591;p80"/>
          <p:cNvGrpSpPr/>
          <p:nvPr/>
        </p:nvGrpSpPr>
        <p:grpSpPr>
          <a:xfrm>
            <a:off x="8849086" y="4540779"/>
            <a:ext cx="486612" cy="476385"/>
            <a:chOff x="-8680950" y="3624225"/>
            <a:chExt cx="362350" cy="354700"/>
          </a:xfrm>
          <a:solidFill>
            <a:schemeClr val="bg1"/>
          </a:solidFill>
        </p:grpSpPr>
        <p:sp>
          <p:nvSpPr>
            <p:cNvPr id="7592" name="Google Shape;7592;p80"/>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93" name="Google Shape;7593;p80"/>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94" name="Google Shape;7594;p80"/>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95" name="Google Shape;7595;p80"/>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96" name="Google Shape;7596;p80"/>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597" name="Google Shape;7597;p80"/>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598" name="Google Shape;7598;p80"/>
          <p:cNvGrpSpPr/>
          <p:nvPr/>
        </p:nvGrpSpPr>
        <p:grpSpPr>
          <a:xfrm>
            <a:off x="7697411" y="2094993"/>
            <a:ext cx="417820" cy="473968"/>
            <a:chOff x="-13056975" y="3212300"/>
            <a:chExt cx="311125" cy="352900"/>
          </a:xfrm>
          <a:solidFill>
            <a:schemeClr val="bg1"/>
          </a:solidFill>
        </p:grpSpPr>
        <p:sp>
          <p:nvSpPr>
            <p:cNvPr id="7599" name="Google Shape;7599;p80"/>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00" name="Google Shape;7600;p80"/>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01" name="Google Shape;7601;p80"/>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02" name="Google Shape;7602;p80"/>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03" name="Google Shape;7603;p80"/>
          <p:cNvGrpSpPr/>
          <p:nvPr/>
        </p:nvGrpSpPr>
        <p:grpSpPr>
          <a:xfrm>
            <a:off x="7667262" y="2682719"/>
            <a:ext cx="478117" cy="473767"/>
            <a:chOff x="-13077450" y="3647075"/>
            <a:chExt cx="356025" cy="352750"/>
          </a:xfrm>
          <a:solidFill>
            <a:schemeClr val="bg1"/>
          </a:solidFill>
        </p:grpSpPr>
        <p:sp>
          <p:nvSpPr>
            <p:cNvPr id="7604" name="Google Shape;7604;p80"/>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05" name="Google Shape;7605;p80"/>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06" name="Google Shape;7606;p80"/>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07" name="Google Shape;7607;p80"/>
          <p:cNvGrpSpPr/>
          <p:nvPr/>
        </p:nvGrpSpPr>
        <p:grpSpPr>
          <a:xfrm>
            <a:off x="7682069" y="3274186"/>
            <a:ext cx="476003" cy="476049"/>
            <a:chOff x="-13079025" y="4079475"/>
            <a:chExt cx="354450" cy="354450"/>
          </a:xfrm>
          <a:solidFill>
            <a:schemeClr val="bg1"/>
          </a:solidFill>
        </p:grpSpPr>
        <p:sp>
          <p:nvSpPr>
            <p:cNvPr id="7608" name="Google Shape;7608;p80"/>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09" name="Google Shape;7609;p80"/>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0" name="Google Shape;7610;p80"/>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1" name="Google Shape;7611;p80"/>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12" name="Google Shape;7612;p80"/>
          <p:cNvGrpSpPr/>
          <p:nvPr/>
        </p:nvGrpSpPr>
        <p:grpSpPr>
          <a:xfrm>
            <a:off x="10046160" y="2095530"/>
            <a:ext cx="474961" cy="472893"/>
            <a:chOff x="-11292700" y="3213875"/>
            <a:chExt cx="353675" cy="352100"/>
          </a:xfrm>
          <a:solidFill>
            <a:schemeClr val="bg1"/>
          </a:solidFill>
        </p:grpSpPr>
        <p:sp>
          <p:nvSpPr>
            <p:cNvPr id="7613" name="Google Shape;7613;p80"/>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4" name="Google Shape;7614;p80"/>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5" name="Google Shape;7615;p80"/>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6" name="Google Shape;7616;p80"/>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7" name="Google Shape;7617;p80"/>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8" name="Google Shape;7618;p80"/>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19" name="Google Shape;7619;p80"/>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20" name="Google Shape;7620;p80"/>
          <p:cNvGrpSpPr/>
          <p:nvPr/>
        </p:nvGrpSpPr>
        <p:grpSpPr>
          <a:xfrm>
            <a:off x="10038236" y="2682114"/>
            <a:ext cx="490808" cy="474976"/>
            <a:chOff x="-11299000" y="3647875"/>
            <a:chExt cx="365475" cy="353650"/>
          </a:xfrm>
          <a:solidFill>
            <a:schemeClr val="bg1"/>
          </a:solidFill>
        </p:grpSpPr>
        <p:sp>
          <p:nvSpPr>
            <p:cNvPr id="7621" name="Google Shape;7621;p80"/>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22" name="Google Shape;7622;p80"/>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23" name="Google Shape;7623;p80"/>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24" name="Google Shape;7624;p80"/>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25" name="Google Shape;7625;p80"/>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26" name="Google Shape;7626;p80"/>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27" name="Google Shape;7627;p80"/>
          <p:cNvGrpSpPr/>
          <p:nvPr/>
        </p:nvGrpSpPr>
        <p:grpSpPr>
          <a:xfrm>
            <a:off x="10058852" y="3290049"/>
            <a:ext cx="477077" cy="444320"/>
            <a:chOff x="-11295075" y="4092875"/>
            <a:chExt cx="355250" cy="330825"/>
          </a:xfrm>
          <a:solidFill>
            <a:schemeClr val="bg1"/>
          </a:solidFill>
        </p:grpSpPr>
        <p:sp>
          <p:nvSpPr>
            <p:cNvPr id="7628" name="Google Shape;7628;p80"/>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29" name="Google Shape;7629;p80"/>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0" name="Google Shape;7630;p80"/>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1" name="Google Shape;7631;p80"/>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2" name="Google Shape;7632;p80"/>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33" name="Google Shape;7633;p80"/>
          <p:cNvGrpSpPr/>
          <p:nvPr/>
        </p:nvGrpSpPr>
        <p:grpSpPr>
          <a:xfrm>
            <a:off x="7692986" y="3907447"/>
            <a:ext cx="416780" cy="473935"/>
            <a:chOff x="-9500075" y="3180800"/>
            <a:chExt cx="310350" cy="352875"/>
          </a:xfrm>
          <a:solidFill>
            <a:schemeClr val="bg1"/>
          </a:solidFill>
        </p:grpSpPr>
        <p:sp>
          <p:nvSpPr>
            <p:cNvPr id="7634" name="Google Shape;7634;p80"/>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5" name="Google Shape;7635;p80"/>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6" name="Google Shape;7636;p80"/>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7" name="Google Shape;7637;p80"/>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8" name="Google Shape;7638;p80"/>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39" name="Google Shape;7639;p80"/>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0" name="Google Shape;7640;p80"/>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1" name="Google Shape;7641;p80"/>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2" name="Google Shape;7642;p80"/>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43" name="Google Shape;7643;p80"/>
          <p:cNvGrpSpPr/>
          <p:nvPr/>
        </p:nvGrpSpPr>
        <p:grpSpPr>
          <a:xfrm>
            <a:off x="7663374" y="4541467"/>
            <a:ext cx="474961" cy="475009"/>
            <a:chOff x="-9523700" y="3614000"/>
            <a:chExt cx="353675" cy="353675"/>
          </a:xfrm>
          <a:solidFill>
            <a:schemeClr val="bg1"/>
          </a:solidFill>
        </p:grpSpPr>
        <p:sp>
          <p:nvSpPr>
            <p:cNvPr id="7644" name="Google Shape;7644;p80"/>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5" name="Google Shape;7645;p80"/>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6" name="Google Shape;7646;p80"/>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7" name="Google Shape;7647;p80"/>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8" name="Google Shape;7648;p80"/>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49" name="Google Shape;7649;p80"/>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0" name="Google Shape;7650;p80"/>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1" name="Google Shape;7651;p80"/>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2" name="Google Shape;7652;p80"/>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53" name="Google Shape;7653;p80"/>
          <p:cNvGrpSpPr/>
          <p:nvPr/>
        </p:nvGrpSpPr>
        <p:grpSpPr>
          <a:xfrm>
            <a:off x="10043309" y="4571656"/>
            <a:ext cx="474961" cy="472893"/>
            <a:chOff x="-9523700" y="4049550"/>
            <a:chExt cx="353675" cy="352100"/>
          </a:xfrm>
          <a:solidFill>
            <a:schemeClr val="bg1"/>
          </a:solidFill>
        </p:grpSpPr>
        <p:sp>
          <p:nvSpPr>
            <p:cNvPr id="7654" name="Google Shape;7654;p80"/>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5" name="Google Shape;7655;p80"/>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6" name="Google Shape;7656;p80"/>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7" name="Google Shape;7657;p80"/>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8" name="Google Shape;7658;p80"/>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59" name="Google Shape;7659;p80"/>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60" name="Google Shape;7660;p80"/>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61" name="Google Shape;7661;p80"/>
          <p:cNvGrpSpPr/>
          <p:nvPr/>
        </p:nvGrpSpPr>
        <p:grpSpPr>
          <a:xfrm>
            <a:off x="9451461" y="4571620"/>
            <a:ext cx="476003" cy="414705"/>
            <a:chOff x="-8209150" y="3659675"/>
            <a:chExt cx="354450" cy="308775"/>
          </a:xfrm>
          <a:solidFill>
            <a:schemeClr val="bg1"/>
          </a:solidFill>
        </p:grpSpPr>
        <p:sp>
          <p:nvSpPr>
            <p:cNvPr id="7662" name="Google Shape;7662;p80"/>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63" name="Google Shape;7663;p80"/>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64" name="Google Shape;7664;p80"/>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65" name="Google Shape;7665;p80"/>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66" name="Google Shape;7666;p80"/>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67" name="Google Shape;7667;p80"/>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68" name="Google Shape;7668;p80"/>
          <p:cNvGrpSpPr/>
          <p:nvPr/>
        </p:nvGrpSpPr>
        <p:grpSpPr>
          <a:xfrm>
            <a:off x="8269544" y="3276838"/>
            <a:ext cx="474961" cy="470745"/>
            <a:chOff x="-12643475" y="4081850"/>
            <a:chExt cx="353675" cy="350500"/>
          </a:xfrm>
          <a:solidFill>
            <a:schemeClr val="bg1"/>
          </a:solidFill>
        </p:grpSpPr>
        <p:sp>
          <p:nvSpPr>
            <p:cNvPr id="7669" name="Google Shape;7669;p80"/>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0" name="Google Shape;7670;p80"/>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1" name="Google Shape;7671;p80"/>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2" name="Google Shape;7672;p80"/>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673" name="Google Shape;7673;p80"/>
          <p:cNvSpPr/>
          <p:nvPr/>
        </p:nvSpPr>
        <p:spPr>
          <a:xfrm>
            <a:off x="10687016" y="2683024"/>
            <a:ext cx="364976" cy="472692"/>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7674" name="Google Shape;7674;p80"/>
          <p:cNvGrpSpPr/>
          <p:nvPr/>
        </p:nvGrpSpPr>
        <p:grpSpPr>
          <a:xfrm>
            <a:off x="10646344" y="3290049"/>
            <a:ext cx="474961" cy="444320"/>
            <a:chOff x="-10858725" y="4092875"/>
            <a:chExt cx="353675" cy="330825"/>
          </a:xfrm>
          <a:solidFill>
            <a:schemeClr val="bg1"/>
          </a:solidFill>
        </p:grpSpPr>
        <p:sp>
          <p:nvSpPr>
            <p:cNvPr id="7675" name="Google Shape;7675;p80"/>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6" name="Google Shape;7676;p80"/>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7" name="Google Shape;7677;p80"/>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8" name="Google Shape;7678;p80"/>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79" name="Google Shape;7679;p80"/>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80" name="Google Shape;7680;p80"/>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81" name="Google Shape;7681;p80"/>
          <p:cNvGrpSpPr/>
          <p:nvPr/>
        </p:nvGrpSpPr>
        <p:grpSpPr>
          <a:xfrm>
            <a:off x="8324373" y="4542004"/>
            <a:ext cx="336371" cy="473935"/>
            <a:chOff x="-9039300" y="3614000"/>
            <a:chExt cx="250475" cy="352875"/>
          </a:xfrm>
          <a:solidFill>
            <a:schemeClr val="bg1"/>
          </a:solidFill>
        </p:grpSpPr>
        <p:sp>
          <p:nvSpPr>
            <p:cNvPr id="7682" name="Google Shape;7682;p80"/>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83" name="Google Shape;7683;p80"/>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84" name="Google Shape;7684;p80"/>
          <p:cNvGrpSpPr/>
          <p:nvPr/>
        </p:nvGrpSpPr>
        <p:grpSpPr>
          <a:xfrm>
            <a:off x="10633662" y="4571656"/>
            <a:ext cx="472847" cy="472893"/>
            <a:chOff x="-9088150" y="4049550"/>
            <a:chExt cx="352100" cy="352100"/>
          </a:xfrm>
          <a:solidFill>
            <a:schemeClr val="bg1"/>
          </a:solidFill>
        </p:grpSpPr>
        <p:sp>
          <p:nvSpPr>
            <p:cNvPr id="7685" name="Google Shape;7685;p80"/>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86" name="Google Shape;7686;p80"/>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87" name="Google Shape;7687;p80"/>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88" name="Google Shape;7688;p80"/>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89" name="Google Shape;7689;p80"/>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90" name="Google Shape;7690;p80"/>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91" name="Google Shape;7691;p80"/>
          <p:cNvGrpSpPr/>
          <p:nvPr/>
        </p:nvGrpSpPr>
        <p:grpSpPr>
          <a:xfrm>
            <a:off x="9479481" y="3907966"/>
            <a:ext cx="421009" cy="472893"/>
            <a:chOff x="-8191825" y="3174500"/>
            <a:chExt cx="313500" cy="352100"/>
          </a:xfrm>
          <a:solidFill>
            <a:schemeClr val="bg1"/>
          </a:solidFill>
        </p:grpSpPr>
        <p:sp>
          <p:nvSpPr>
            <p:cNvPr id="7692" name="Google Shape;7692;p80"/>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93" name="Google Shape;7693;p80"/>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94" name="Google Shape;7694;p80"/>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695" name="Google Shape;7695;p80"/>
          <p:cNvGrpSpPr/>
          <p:nvPr/>
        </p:nvGrpSpPr>
        <p:grpSpPr>
          <a:xfrm>
            <a:off x="6478625" y="2095328"/>
            <a:ext cx="474961" cy="473297"/>
            <a:chOff x="-13947000" y="3212800"/>
            <a:chExt cx="353675" cy="352400"/>
          </a:xfrm>
          <a:solidFill>
            <a:schemeClr val="bg1"/>
          </a:solidFill>
        </p:grpSpPr>
        <p:sp>
          <p:nvSpPr>
            <p:cNvPr id="7696" name="Google Shape;7696;p80"/>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697" name="Google Shape;7697;p80"/>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698" name="Google Shape;7698;p80"/>
          <p:cNvSpPr/>
          <p:nvPr/>
        </p:nvSpPr>
        <p:spPr>
          <a:xfrm>
            <a:off x="6536117" y="3276039"/>
            <a:ext cx="361787" cy="471819"/>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7699" name="Google Shape;7699;p80"/>
          <p:cNvGrpSpPr/>
          <p:nvPr/>
        </p:nvGrpSpPr>
        <p:grpSpPr>
          <a:xfrm>
            <a:off x="7068752" y="2094472"/>
            <a:ext cx="474961" cy="475009"/>
            <a:chOff x="-13512225" y="3211525"/>
            <a:chExt cx="353675" cy="353675"/>
          </a:xfrm>
          <a:solidFill>
            <a:schemeClr val="bg1"/>
          </a:solidFill>
        </p:grpSpPr>
        <p:sp>
          <p:nvSpPr>
            <p:cNvPr id="7700" name="Google Shape;7700;p80"/>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1" name="Google Shape;7701;p80"/>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2" name="Google Shape;7702;p80"/>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3" name="Google Shape;7703;p80"/>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4" name="Google Shape;7704;p80"/>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05" name="Google Shape;7705;p80"/>
          <p:cNvGrpSpPr/>
          <p:nvPr/>
        </p:nvGrpSpPr>
        <p:grpSpPr>
          <a:xfrm>
            <a:off x="8255794" y="2094993"/>
            <a:ext cx="474961" cy="473968"/>
            <a:chOff x="-12643475" y="3212300"/>
            <a:chExt cx="353675" cy="352900"/>
          </a:xfrm>
          <a:solidFill>
            <a:schemeClr val="bg1"/>
          </a:solidFill>
        </p:grpSpPr>
        <p:sp>
          <p:nvSpPr>
            <p:cNvPr id="7706" name="Google Shape;7706;p80"/>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7" name="Google Shape;7707;p80"/>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8" name="Google Shape;7708;p80"/>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09" name="Google Shape;7709;p80"/>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0" name="Google Shape;7710;p80"/>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1" name="Google Shape;7711;p80"/>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2" name="Google Shape;7712;p80"/>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3" name="Google Shape;7713;p80"/>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4" name="Google Shape;7714;p80"/>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15" name="Google Shape;7715;p80"/>
          <p:cNvGrpSpPr/>
          <p:nvPr/>
        </p:nvGrpSpPr>
        <p:grpSpPr>
          <a:xfrm>
            <a:off x="8255794" y="2697358"/>
            <a:ext cx="474961" cy="444488"/>
            <a:chOff x="-12643475" y="3657325"/>
            <a:chExt cx="353675" cy="330950"/>
          </a:xfrm>
          <a:solidFill>
            <a:schemeClr val="bg1"/>
          </a:solidFill>
        </p:grpSpPr>
        <p:sp>
          <p:nvSpPr>
            <p:cNvPr id="7716" name="Google Shape;7716;p80"/>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7" name="Google Shape;7717;p80"/>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8" name="Google Shape;7718;p80"/>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19" name="Google Shape;7719;p80"/>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0" name="Google Shape;7720;p80"/>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1" name="Google Shape;7721;p80"/>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22" name="Google Shape;7722;p80"/>
          <p:cNvGrpSpPr/>
          <p:nvPr/>
        </p:nvGrpSpPr>
        <p:grpSpPr>
          <a:xfrm>
            <a:off x="10633129" y="2095530"/>
            <a:ext cx="473888" cy="472893"/>
            <a:chOff x="-10857925" y="3213875"/>
            <a:chExt cx="352875" cy="352100"/>
          </a:xfrm>
          <a:solidFill>
            <a:schemeClr val="bg1"/>
          </a:solidFill>
        </p:grpSpPr>
        <p:sp>
          <p:nvSpPr>
            <p:cNvPr id="7723" name="Google Shape;7723;p80"/>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4" name="Google Shape;7724;p80"/>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5" name="Google Shape;7725;p80"/>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6" name="Google Shape;7726;p80"/>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7" name="Google Shape;7727;p80"/>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8" name="Google Shape;7728;p80"/>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29" name="Google Shape;7729;p80"/>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30" name="Google Shape;7730;p80"/>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31" name="Google Shape;7731;p80"/>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32" name="Google Shape;7732;p80"/>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33" name="Google Shape;7733;p80"/>
          <p:cNvGrpSpPr/>
          <p:nvPr/>
        </p:nvGrpSpPr>
        <p:grpSpPr>
          <a:xfrm>
            <a:off x="8255683" y="3908102"/>
            <a:ext cx="474795" cy="472625"/>
            <a:chOff x="-9089725" y="3180200"/>
            <a:chExt cx="353550" cy="351900"/>
          </a:xfrm>
          <a:solidFill>
            <a:schemeClr val="bg1"/>
          </a:solidFill>
        </p:grpSpPr>
        <p:sp>
          <p:nvSpPr>
            <p:cNvPr id="7734" name="Google Shape;7734;p80"/>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35" name="Google Shape;7735;p80"/>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36" name="Google Shape;7736;p80"/>
          <p:cNvGrpSpPr/>
          <p:nvPr/>
        </p:nvGrpSpPr>
        <p:grpSpPr>
          <a:xfrm>
            <a:off x="9445014" y="2681174"/>
            <a:ext cx="478117" cy="476856"/>
            <a:chOff x="7083760" y="1971660"/>
            <a:chExt cx="358588" cy="357642"/>
          </a:xfrm>
          <a:solidFill>
            <a:schemeClr val="bg1"/>
          </a:solidFill>
        </p:grpSpPr>
        <p:sp>
          <p:nvSpPr>
            <p:cNvPr id="7737" name="Google Shape;7737;p80"/>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38" name="Google Shape;7738;p80"/>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39" name="Google Shape;7739;p80"/>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0" name="Google Shape;7740;p80"/>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1" name="Google Shape;7741;p80"/>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2" name="Google Shape;7742;p80"/>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3" name="Google Shape;7743;p80"/>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4" name="Google Shape;7744;p80"/>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5" name="Google Shape;7745;p80"/>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6" name="Google Shape;7746;p80"/>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7" name="Google Shape;7747;p80"/>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48" name="Google Shape;7748;p80"/>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749" name="Google Shape;7749;p80"/>
          <p:cNvSpPr txBox="1"/>
          <p:nvPr/>
        </p:nvSpPr>
        <p:spPr>
          <a:xfrm>
            <a:off x="1132900" y="1209094"/>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200"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创意过程图标</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7750" name="Google Shape;7750;p80"/>
          <p:cNvSpPr txBox="1"/>
          <p:nvPr/>
        </p:nvSpPr>
        <p:spPr>
          <a:xfrm>
            <a:off x="6477867" y="1209094"/>
            <a:ext cx="46428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200"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表演艺术图标</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922302E5-490E-C45A-BEE0-660533D55AE9}"/>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4AB61276-2E4D-326C-D84D-F7BF14B8136F}"/>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850203A8-D1B6-00CA-BECB-4C569470DAE2}"/>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4515D6C4-DC29-14B6-DE16-C3403953BE62}"/>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34FCA93C-5145-04AF-058D-8425A20C1786}"/>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ACF195F1-DC65-0076-159D-BF7D5BC9B8A2}"/>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9C809CC3-D08F-8148-7EF0-28AFAAC8CF1B}"/>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8AD16EC4-82F8-6113-91F3-DC8501158B7F}"/>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AFD36937-DD0C-F0C9-AAFB-308D56118530}"/>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B1E7550F-9403-58D2-00BA-DC4AA4D29C73}"/>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7754"/>
        <p:cNvGrpSpPr/>
        <p:nvPr/>
      </p:nvGrpSpPr>
      <p:grpSpPr>
        <a:xfrm>
          <a:off x="0" y="0"/>
          <a:ext cx="0" cy="0"/>
          <a:chOff x="0" y="0"/>
          <a:chExt cx="0" cy="0"/>
        </a:xfrm>
      </p:grpSpPr>
      <p:sp>
        <p:nvSpPr>
          <p:cNvPr id="7755" name="Google Shape;7755;p81"/>
          <p:cNvSpPr/>
          <p:nvPr/>
        </p:nvSpPr>
        <p:spPr>
          <a:xfrm>
            <a:off x="1055806" y="2443019"/>
            <a:ext cx="457872" cy="595997"/>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7756" name="Google Shape;7756;p81"/>
          <p:cNvGrpSpPr/>
          <p:nvPr/>
        </p:nvGrpSpPr>
        <p:grpSpPr>
          <a:xfrm>
            <a:off x="985026" y="3179603"/>
            <a:ext cx="603731" cy="599297"/>
            <a:chOff x="-21322300" y="3693325"/>
            <a:chExt cx="306400" cy="304150"/>
          </a:xfrm>
          <a:solidFill>
            <a:schemeClr val="bg1"/>
          </a:solidFill>
        </p:grpSpPr>
        <p:sp>
          <p:nvSpPr>
            <p:cNvPr id="7757" name="Google Shape;7757;p81"/>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58" name="Google Shape;7758;p81"/>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59" name="Google Shape;7759;p81"/>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0" name="Google Shape;7760;p81"/>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61" name="Google Shape;7761;p81"/>
          <p:cNvGrpSpPr/>
          <p:nvPr/>
        </p:nvGrpSpPr>
        <p:grpSpPr>
          <a:xfrm>
            <a:off x="984237" y="3935251"/>
            <a:ext cx="605307" cy="563387"/>
            <a:chOff x="-21322300" y="4077125"/>
            <a:chExt cx="307200" cy="285925"/>
          </a:xfrm>
          <a:solidFill>
            <a:schemeClr val="bg1"/>
          </a:solidFill>
        </p:grpSpPr>
        <p:sp>
          <p:nvSpPr>
            <p:cNvPr id="7762" name="Google Shape;7762;p81"/>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3" name="Google Shape;7763;p81"/>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4" name="Google Shape;7764;p81"/>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5" name="Google Shape;7765;p81"/>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6" name="Google Shape;7766;p81"/>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7" name="Google Shape;7767;p81"/>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8" name="Google Shape;7768;p81"/>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69" name="Google Shape;7769;p81"/>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0" name="Google Shape;7770;p81"/>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1" name="Google Shape;7771;p81"/>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2" name="Google Shape;7772;p81"/>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3" name="Google Shape;7773;p81"/>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74" name="Google Shape;7774;p81"/>
          <p:cNvGrpSpPr/>
          <p:nvPr/>
        </p:nvGrpSpPr>
        <p:grpSpPr>
          <a:xfrm>
            <a:off x="4687140" y="2440430"/>
            <a:ext cx="602204" cy="600283"/>
            <a:chOff x="-19394200" y="3333800"/>
            <a:chExt cx="305625" cy="304650"/>
          </a:xfrm>
          <a:solidFill>
            <a:schemeClr val="bg1"/>
          </a:solidFill>
        </p:grpSpPr>
        <p:sp>
          <p:nvSpPr>
            <p:cNvPr id="7775" name="Google Shape;7775;p81"/>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6" name="Google Shape;7776;p81"/>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7" name="Google Shape;7777;p81"/>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8" name="Google Shape;7778;p81"/>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79" name="Google Shape;7779;p81"/>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80" name="Google Shape;7780;p81"/>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81" name="Google Shape;7781;p81"/>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82" name="Google Shape;7782;p81"/>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83" name="Google Shape;7783;p81"/>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84" name="Google Shape;7784;p81"/>
          <p:cNvGrpSpPr/>
          <p:nvPr/>
        </p:nvGrpSpPr>
        <p:grpSpPr>
          <a:xfrm>
            <a:off x="4685588" y="3179700"/>
            <a:ext cx="605307" cy="599100"/>
            <a:chOff x="-19396575" y="3708500"/>
            <a:chExt cx="307200" cy="304050"/>
          </a:xfrm>
          <a:solidFill>
            <a:schemeClr val="bg1"/>
          </a:solidFill>
        </p:grpSpPr>
        <p:sp>
          <p:nvSpPr>
            <p:cNvPr id="7785" name="Google Shape;7785;p81"/>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86" name="Google Shape;7786;p81"/>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87" name="Google Shape;7787;p81"/>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88" name="Google Shape;7788;p81"/>
          <p:cNvGrpSpPr/>
          <p:nvPr/>
        </p:nvGrpSpPr>
        <p:grpSpPr>
          <a:xfrm>
            <a:off x="4677829" y="3916874"/>
            <a:ext cx="620824" cy="600135"/>
            <a:chOff x="-19394200" y="4084200"/>
            <a:chExt cx="315075" cy="304575"/>
          </a:xfrm>
          <a:solidFill>
            <a:schemeClr val="bg1"/>
          </a:solidFill>
        </p:grpSpPr>
        <p:sp>
          <p:nvSpPr>
            <p:cNvPr id="7789" name="Google Shape;7789;p81"/>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0" name="Google Shape;7790;p81"/>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1" name="Google Shape;7791;p81"/>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2" name="Google Shape;7792;p81"/>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3" name="Google Shape;7793;p81"/>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4" name="Google Shape;7794;p81"/>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795" name="Google Shape;7795;p81"/>
          <p:cNvGrpSpPr/>
          <p:nvPr/>
        </p:nvGrpSpPr>
        <p:grpSpPr>
          <a:xfrm>
            <a:off x="8418777" y="2440260"/>
            <a:ext cx="533929" cy="600627"/>
            <a:chOff x="-17526750" y="3309200"/>
            <a:chExt cx="270975" cy="304825"/>
          </a:xfrm>
          <a:solidFill>
            <a:schemeClr val="bg1"/>
          </a:solidFill>
        </p:grpSpPr>
        <p:sp>
          <p:nvSpPr>
            <p:cNvPr id="7796" name="Google Shape;7796;p81"/>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7" name="Google Shape;7797;p81"/>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8" name="Google Shape;7798;p81"/>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799" name="Google Shape;7799;p81"/>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0" name="Google Shape;7800;p81"/>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01" name="Google Shape;7801;p81"/>
          <p:cNvGrpSpPr/>
          <p:nvPr/>
        </p:nvGrpSpPr>
        <p:grpSpPr>
          <a:xfrm>
            <a:off x="8386979" y="3180490"/>
            <a:ext cx="597524" cy="597524"/>
            <a:chOff x="-17542500" y="3684100"/>
            <a:chExt cx="303250" cy="303250"/>
          </a:xfrm>
          <a:solidFill>
            <a:schemeClr val="bg1"/>
          </a:solidFill>
        </p:grpSpPr>
        <p:sp>
          <p:nvSpPr>
            <p:cNvPr id="7802" name="Google Shape;7802;p81"/>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3" name="Google Shape;7803;p81"/>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4" name="Google Shape;7804;p81"/>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5" name="Google Shape;7805;p81"/>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6" name="Google Shape;7806;p81"/>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7" name="Google Shape;7807;p81"/>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08" name="Google Shape;7808;p81"/>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09" name="Google Shape;7809;p81"/>
          <p:cNvGrpSpPr/>
          <p:nvPr/>
        </p:nvGrpSpPr>
        <p:grpSpPr>
          <a:xfrm>
            <a:off x="8386191" y="3936016"/>
            <a:ext cx="599100" cy="561860"/>
            <a:chOff x="-17542500" y="4068450"/>
            <a:chExt cx="304050" cy="285150"/>
          </a:xfrm>
          <a:solidFill>
            <a:schemeClr val="bg1"/>
          </a:solidFill>
        </p:grpSpPr>
        <p:sp>
          <p:nvSpPr>
            <p:cNvPr id="7810" name="Google Shape;7810;p81"/>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1" name="Google Shape;7811;p81"/>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2" name="Google Shape;7812;p81"/>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3" name="Google Shape;7813;p81"/>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4" name="Google Shape;7814;p81"/>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5" name="Google Shape;7815;p81"/>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16" name="Google Shape;7816;p81"/>
          <p:cNvGrpSpPr/>
          <p:nvPr/>
        </p:nvGrpSpPr>
        <p:grpSpPr>
          <a:xfrm>
            <a:off x="4693420" y="4644541"/>
            <a:ext cx="457872" cy="599100"/>
            <a:chOff x="-15652200" y="3335975"/>
            <a:chExt cx="232375" cy="304050"/>
          </a:xfrm>
          <a:solidFill>
            <a:schemeClr val="bg1"/>
          </a:solidFill>
        </p:grpSpPr>
        <p:sp>
          <p:nvSpPr>
            <p:cNvPr id="7817" name="Google Shape;7817;p81"/>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8" name="Google Shape;7818;p81"/>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19" name="Google Shape;7819;p81"/>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0" name="Google Shape;7820;p81"/>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1" name="Google Shape;7821;p81"/>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2" name="Google Shape;7822;p81"/>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3" name="Google Shape;7823;p81"/>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4" name="Google Shape;7824;p81"/>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5" name="Google Shape;7825;p81"/>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26" name="Google Shape;7826;p81"/>
          <p:cNvGrpSpPr/>
          <p:nvPr/>
        </p:nvGrpSpPr>
        <p:grpSpPr>
          <a:xfrm>
            <a:off x="1725306" y="3179898"/>
            <a:ext cx="599100" cy="598707"/>
            <a:chOff x="-20945825" y="3692175"/>
            <a:chExt cx="304050" cy="303850"/>
          </a:xfrm>
          <a:solidFill>
            <a:schemeClr val="bg1"/>
          </a:solidFill>
        </p:grpSpPr>
        <p:sp>
          <p:nvSpPr>
            <p:cNvPr id="7827" name="Google Shape;7827;p81"/>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8" name="Google Shape;7828;p81"/>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29" name="Google Shape;7829;p81"/>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30" name="Google Shape;7830;p81"/>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31" name="Google Shape;7831;p81"/>
          <p:cNvGrpSpPr/>
          <p:nvPr/>
        </p:nvGrpSpPr>
        <p:grpSpPr>
          <a:xfrm>
            <a:off x="5467737" y="2441391"/>
            <a:ext cx="496688" cy="598361"/>
            <a:chOff x="-18994100" y="3334775"/>
            <a:chExt cx="252075" cy="303675"/>
          </a:xfrm>
          <a:solidFill>
            <a:schemeClr val="bg1"/>
          </a:solidFill>
        </p:grpSpPr>
        <p:sp>
          <p:nvSpPr>
            <p:cNvPr id="7832" name="Google Shape;7832;p81"/>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33" name="Google Shape;7833;p81"/>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34" name="Google Shape;7834;p81"/>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35" name="Google Shape;7835;p81"/>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36" name="Google Shape;7836;p81"/>
          <p:cNvGrpSpPr/>
          <p:nvPr/>
        </p:nvGrpSpPr>
        <p:grpSpPr>
          <a:xfrm>
            <a:off x="5487146" y="3181250"/>
            <a:ext cx="457872" cy="595997"/>
            <a:chOff x="-18983850" y="3710075"/>
            <a:chExt cx="232375" cy="302475"/>
          </a:xfrm>
          <a:solidFill>
            <a:schemeClr val="bg1"/>
          </a:solidFill>
        </p:grpSpPr>
        <p:sp>
          <p:nvSpPr>
            <p:cNvPr id="7837" name="Google Shape;7837;p81"/>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38" name="Google Shape;7838;p81"/>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39" name="Google Shape;7839;p81"/>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40" name="Google Shape;7840;p81"/>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41" name="Google Shape;7841;p81"/>
          <p:cNvGrpSpPr/>
          <p:nvPr/>
        </p:nvGrpSpPr>
        <p:grpSpPr>
          <a:xfrm>
            <a:off x="1724541" y="2441024"/>
            <a:ext cx="600627" cy="599100"/>
            <a:chOff x="-20946600" y="3317850"/>
            <a:chExt cx="304825" cy="304050"/>
          </a:xfrm>
          <a:solidFill>
            <a:schemeClr val="bg1"/>
          </a:solidFill>
        </p:grpSpPr>
        <p:sp>
          <p:nvSpPr>
            <p:cNvPr id="7842" name="Google Shape;7842;p81"/>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43" name="Google Shape;7843;p81"/>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44" name="Google Shape;7844;p81"/>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45" name="Google Shape;7845;p81"/>
          <p:cNvGrpSpPr/>
          <p:nvPr/>
        </p:nvGrpSpPr>
        <p:grpSpPr>
          <a:xfrm>
            <a:off x="1759443" y="3918182"/>
            <a:ext cx="530825" cy="597524"/>
            <a:chOff x="-20930075" y="4066100"/>
            <a:chExt cx="269400" cy="303250"/>
          </a:xfrm>
          <a:solidFill>
            <a:schemeClr val="bg1"/>
          </a:solidFill>
        </p:grpSpPr>
        <p:sp>
          <p:nvSpPr>
            <p:cNvPr id="7846" name="Google Shape;7846;p81"/>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47" name="Google Shape;7847;p81"/>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48" name="Google Shape;7848;p81"/>
          <p:cNvGrpSpPr/>
          <p:nvPr/>
        </p:nvGrpSpPr>
        <p:grpSpPr>
          <a:xfrm>
            <a:off x="5415768" y="3918155"/>
            <a:ext cx="600627" cy="597573"/>
            <a:chOff x="-19020075" y="4084200"/>
            <a:chExt cx="304825" cy="303275"/>
          </a:xfrm>
          <a:solidFill>
            <a:schemeClr val="bg1"/>
          </a:solidFill>
        </p:grpSpPr>
        <p:sp>
          <p:nvSpPr>
            <p:cNvPr id="7849" name="Google Shape;7849;p81"/>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0" name="Google Shape;7850;p81"/>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1" name="Google Shape;7851;p81"/>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2" name="Google Shape;7852;p81"/>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3" name="Google Shape;7853;p81"/>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4" name="Google Shape;7854;p81"/>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5" name="Google Shape;7855;p81"/>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6" name="Google Shape;7856;p81"/>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57" name="Google Shape;7857;p81"/>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58" name="Google Shape;7858;p81"/>
          <p:cNvGrpSpPr/>
          <p:nvPr/>
        </p:nvGrpSpPr>
        <p:grpSpPr>
          <a:xfrm>
            <a:off x="9172122" y="2440260"/>
            <a:ext cx="529249" cy="600627"/>
            <a:chOff x="-17149475" y="3309200"/>
            <a:chExt cx="268600" cy="304825"/>
          </a:xfrm>
          <a:solidFill>
            <a:schemeClr val="bg1"/>
          </a:solidFill>
        </p:grpSpPr>
        <p:sp>
          <p:nvSpPr>
            <p:cNvPr id="7859" name="Google Shape;7859;p81"/>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0" name="Google Shape;7860;p81"/>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61" name="Google Shape;7861;p81"/>
          <p:cNvGrpSpPr/>
          <p:nvPr/>
        </p:nvGrpSpPr>
        <p:grpSpPr>
          <a:xfrm>
            <a:off x="9137196" y="3199086"/>
            <a:ext cx="599100" cy="560332"/>
            <a:chOff x="-17168375" y="3692750"/>
            <a:chExt cx="304050" cy="284375"/>
          </a:xfrm>
          <a:solidFill>
            <a:schemeClr val="bg1"/>
          </a:solidFill>
        </p:grpSpPr>
        <p:sp>
          <p:nvSpPr>
            <p:cNvPr id="7862" name="Google Shape;7862;p81"/>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3" name="Google Shape;7863;p81"/>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4" name="Google Shape;7864;p81"/>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5" name="Google Shape;7865;p81"/>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6" name="Google Shape;7866;p81"/>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7" name="Google Shape;7867;p81"/>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68" name="Google Shape;7868;p81"/>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69" name="Google Shape;7869;p81"/>
          <p:cNvGrpSpPr/>
          <p:nvPr/>
        </p:nvGrpSpPr>
        <p:grpSpPr>
          <a:xfrm>
            <a:off x="9132541" y="3917396"/>
            <a:ext cx="608411" cy="599100"/>
            <a:chOff x="-17170750" y="4058800"/>
            <a:chExt cx="308775" cy="304050"/>
          </a:xfrm>
          <a:solidFill>
            <a:schemeClr val="bg1"/>
          </a:solidFill>
        </p:grpSpPr>
        <p:sp>
          <p:nvSpPr>
            <p:cNvPr id="7870" name="Google Shape;7870;p81"/>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1" name="Google Shape;7871;p81"/>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2" name="Google Shape;7872;p81"/>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3" name="Google Shape;7873;p81"/>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4" name="Google Shape;7874;p81"/>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5" name="Google Shape;7875;p81"/>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6" name="Google Shape;7876;p81"/>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7" name="Google Shape;7877;p81"/>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8" name="Google Shape;7878;p81"/>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79" name="Google Shape;7879;p81"/>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0" name="Google Shape;7880;p81"/>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1" name="Google Shape;7881;p81"/>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2" name="Google Shape;7882;p81"/>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3" name="Google Shape;7883;p81"/>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4" name="Google Shape;7884;p81"/>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5" name="Google Shape;7885;p81"/>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6" name="Google Shape;7886;p81"/>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87" name="Google Shape;7887;p81"/>
          <p:cNvGrpSpPr/>
          <p:nvPr/>
        </p:nvGrpSpPr>
        <p:grpSpPr>
          <a:xfrm>
            <a:off x="7615070" y="4646070"/>
            <a:ext cx="600627" cy="595997"/>
            <a:chOff x="-15688425" y="3707725"/>
            <a:chExt cx="304825" cy="302475"/>
          </a:xfrm>
          <a:solidFill>
            <a:schemeClr val="bg1"/>
          </a:solidFill>
        </p:grpSpPr>
        <p:sp>
          <p:nvSpPr>
            <p:cNvPr id="7888" name="Google Shape;7888;p81"/>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89" name="Google Shape;7889;p81"/>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90" name="Google Shape;7890;p81"/>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91" name="Google Shape;7891;p81"/>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92" name="Google Shape;7892;p81"/>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93" name="Google Shape;7893;p81"/>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94" name="Google Shape;7894;p81"/>
          <p:cNvGrpSpPr/>
          <p:nvPr/>
        </p:nvGrpSpPr>
        <p:grpSpPr>
          <a:xfrm>
            <a:off x="2473946" y="2442181"/>
            <a:ext cx="602204" cy="596785"/>
            <a:chOff x="-20572500" y="3319025"/>
            <a:chExt cx="305625" cy="302875"/>
          </a:xfrm>
          <a:solidFill>
            <a:schemeClr val="bg1"/>
          </a:solidFill>
        </p:grpSpPr>
        <p:sp>
          <p:nvSpPr>
            <p:cNvPr id="7895" name="Google Shape;7895;p81"/>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96" name="Google Shape;7896;p81"/>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897" name="Google Shape;7897;p81"/>
          <p:cNvGrpSpPr/>
          <p:nvPr/>
        </p:nvGrpSpPr>
        <p:grpSpPr>
          <a:xfrm>
            <a:off x="2475498" y="3262139"/>
            <a:ext cx="599100" cy="434227"/>
            <a:chOff x="-20571700" y="3722875"/>
            <a:chExt cx="304050" cy="220375"/>
          </a:xfrm>
          <a:solidFill>
            <a:schemeClr val="bg1"/>
          </a:solidFill>
        </p:grpSpPr>
        <p:sp>
          <p:nvSpPr>
            <p:cNvPr id="7898" name="Google Shape;7898;p81"/>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899" name="Google Shape;7899;p81"/>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0" name="Google Shape;7900;p81"/>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1" name="Google Shape;7901;p81"/>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2" name="Google Shape;7902;p81"/>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3" name="Google Shape;7903;p81"/>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4" name="Google Shape;7904;p81"/>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05" name="Google Shape;7905;p81"/>
          <p:cNvGrpSpPr/>
          <p:nvPr/>
        </p:nvGrpSpPr>
        <p:grpSpPr>
          <a:xfrm>
            <a:off x="2474733" y="3916630"/>
            <a:ext cx="600627" cy="600627"/>
            <a:chOff x="-20571700" y="4066875"/>
            <a:chExt cx="304825" cy="304825"/>
          </a:xfrm>
          <a:solidFill>
            <a:schemeClr val="bg1"/>
          </a:solidFill>
        </p:grpSpPr>
        <p:sp>
          <p:nvSpPr>
            <p:cNvPr id="7906" name="Google Shape;7906;p81"/>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7" name="Google Shape;7907;p81"/>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8" name="Google Shape;7908;p81"/>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09" name="Google Shape;7909;p81"/>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10" name="Google Shape;7910;p81"/>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11" name="Google Shape;7911;p81"/>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12" name="Google Shape;7912;p81"/>
          <p:cNvGrpSpPr/>
          <p:nvPr/>
        </p:nvGrpSpPr>
        <p:grpSpPr>
          <a:xfrm>
            <a:off x="6163669" y="2439271"/>
            <a:ext cx="605307" cy="602597"/>
            <a:chOff x="-18645175" y="3334200"/>
            <a:chExt cx="307200" cy="305825"/>
          </a:xfrm>
          <a:solidFill>
            <a:schemeClr val="bg1"/>
          </a:solidFill>
        </p:grpSpPr>
        <p:sp>
          <p:nvSpPr>
            <p:cNvPr id="7913" name="Google Shape;7913;p81"/>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14" name="Google Shape;7914;p81"/>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15" name="Google Shape;7915;p81"/>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16" name="Google Shape;7916;p81"/>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17" name="Google Shape;7917;p81"/>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18" name="Google Shape;7918;p81"/>
          <p:cNvGrpSpPr/>
          <p:nvPr/>
        </p:nvGrpSpPr>
        <p:grpSpPr>
          <a:xfrm>
            <a:off x="6164458" y="3178912"/>
            <a:ext cx="603731" cy="600676"/>
            <a:chOff x="-18645175" y="3708500"/>
            <a:chExt cx="306400" cy="304850"/>
          </a:xfrm>
          <a:solidFill>
            <a:schemeClr val="bg1"/>
          </a:solidFill>
        </p:grpSpPr>
        <p:sp>
          <p:nvSpPr>
            <p:cNvPr id="7919" name="Google Shape;7919;p81"/>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0" name="Google Shape;7920;p81"/>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1" name="Google Shape;7921;p81"/>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2" name="Google Shape;7922;p81"/>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3" name="Google Shape;7923;p81"/>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4" name="Google Shape;7924;p81"/>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5" name="Google Shape;7925;p81"/>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26" name="Google Shape;7926;p81"/>
          <p:cNvGrpSpPr/>
          <p:nvPr/>
        </p:nvGrpSpPr>
        <p:grpSpPr>
          <a:xfrm>
            <a:off x="6161355" y="3915766"/>
            <a:ext cx="609937" cy="602351"/>
            <a:chOff x="-18647525" y="4082625"/>
            <a:chExt cx="309550" cy="305700"/>
          </a:xfrm>
          <a:solidFill>
            <a:schemeClr val="bg1"/>
          </a:solidFill>
        </p:grpSpPr>
        <p:sp>
          <p:nvSpPr>
            <p:cNvPr id="7927" name="Google Shape;7927;p81"/>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8" name="Google Shape;7928;p81"/>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29" name="Google Shape;7929;p81"/>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30" name="Google Shape;7930;p81"/>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31" name="Google Shape;7931;p81"/>
          <p:cNvGrpSpPr/>
          <p:nvPr/>
        </p:nvGrpSpPr>
        <p:grpSpPr>
          <a:xfrm>
            <a:off x="9908534" y="2441048"/>
            <a:ext cx="527673" cy="599051"/>
            <a:chOff x="-16775350" y="3309200"/>
            <a:chExt cx="267800" cy="304025"/>
          </a:xfrm>
          <a:solidFill>
            <a:schemeClr val="bg1"/>
          </a:solidFill>
        </p:grpSpPr>
        <p:sp>
          <p:nvSpPr>
            <p:cNvPr id="7932" name="Google Shape;7932;p81"/>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33" name="Google Shape;7933;p81"/>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34" name="Google Shape;7934;p81"/>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35" name="Google Shape;7935;p81"/>
          <p:cNvGrpSpPr/>
          <p:nvPr/>
        </p:nvGrpSpPr>
        <p:grpSpPr>
          <a:xfrm>
            <a:off x="9908534" y="3177362"/>
            <a:ext cx="527673" cy="603780"/>
            <a:chOff x="-16775350" y="3683300"/>
            <a:chExt cx="267800" cy="306425"/>
          </a:xfrm>
          <a:solidFill>
            <a:schemeClr val="bg1"/>
          </a:solidFill>
        </p:grpSpPr>
        <p:sp>
          <p:nvSpPr>
            <p:cNvPr id="7936" name="Google Shape;7936;p81"/>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37" name="Google Shape;7937;p81"/>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38" name="Google Shape;7938;p81"/>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39" name="Google Shape;7939;p81"/>
          <p:cNvGrpSpPr/>
          <p:nvPr/>
        </p:nvGrpSpPr>
        <p:grpSpPr>
          <a:xfrm>
            <a:off x="9871268" y="3917419"/>
            <a:ext cx="602204" cy="599051"/>
            <a:chOff x="-16794250" y="4058225"/>
            <a:chExt cx="305625" cy="304025"/>
          </a:xfrm>
          <a:solidFill>
            <a:schemeClr val="bg1"/>
          </a:solidFill>
        </p:grpSpPr>
        <p:sp>
          <p:nvSpPr>
            <p:cNvPr id="7940" name="Google Shape;7940;p81"/>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1" name="Google Shape;7941;p81"/>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2" name="Google Shape;7942;p81"/>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3" name="Google Shape;7943;p81"/>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4" name="Google Shape;7944;p81"/>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5" name="Google Shape;7945;p81"/>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6" name="Google Shape;7946;p81"/>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7" name="Google Shape;7947;p81"/>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48" name="Google Shape;7948;p81"/>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7949" name="Google Shape;7949;p81"/>
          <p:cNvSpPr/>
          <p:nvPr/>
        </p:nvSpPr>
        <p:spPr>
          <a:xfrm>
            <a:off x="10642826" y="2440371"/>
            <a:ext cx="603731" cy="600627"/>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7950" name="Google Shape;7950;p81"/>
          <p:cNvGrpSpPr/>
          <p:nvPr/>
        </p:nvGrpSpPr>
        <p:grpSpPr>
          <a:xfrm>
            <a:off x="3206491" y="2441024"/>
            <a:ext cx="609937" cy="599100"/>
            <a:chOff x="-20199150" y="3317850"/>
            <a:chExt cx="309550" cy="304050"/>
          </a:xfrm>
          <a:solidFill>
            <a:schemeClr val="bg1"/>
          </a:solidFill>
        </p:grpSpPr>
        <p:sp>
          <p:nvSpPr>
            <p:cNvPr id="7951" name="Google Shape;7951;p81"/>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52" name="Google Shape;7952;p81"/>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53" name="Google Shape;7953;p81"/>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54" name="Google Shape;7954;p81"/>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55" name="Google Shape;7955;p81"/>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56" name="Google Shape;7956;p81"/>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57" name="Google Shape;7957;p81"/>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58" name="Google Shape;7958;p81"/>
          <p:cNvGrpSpPr/>
          <p:nvPr/>
        </p:nvGrpSpPr>
        <p:grpSpPr>
          <a:xfrm>
            <a:off x="3209594" y="3178741"/>
            <a:ext cx="603731" cy="601021"/>
            <a:chOff x="-20199150" y="3693150"/>
            <a:chExt cx="306400" cy="305025"/>
          </a:xfrm>
          <a:solidFill>
            <a:schemeClr val="bg1"/>
          </a:solidFill>
        </p:grpSpPr>
        <p:sp>
          <p:nvSpPr>
            <p:cNvPr id="7959" name="Google Shape;7959;p81"/>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0" name="Google Shape;7960;p81"/>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1" name="Google Shape;7961;p81"/>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2" name="Google Shape;7962;p81"/>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3" name="Google Shape;7963;p81"/>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4" name="Google Shape;7964;p81"/>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65" name="Google Shape;7965;p81"/>
          <p:cNvGrpSpPr/>
          <p:nvPr/>
        </p:nvGrpSpPr>
        <p:grpSpPr>
          <a:xfrm>
            <a:off x="3210359" y="3915842"/>
            <a:ext cx="602204" cy="602204"/>
            <a:chOff x="-20197575" y="4066875"/>
            <a:chExt cx="305625" cy="305625"/>
          </a:xfrm>
          <a:solidFill>
            <a:schemeClr val="bg1"/>
          </a:solidFill>
        </p:grpSpPr>
        <p:sp>
          <p:nvSpPr>
            <p:cNvPr id="7966" name="Google Shape;7966;p81"/>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7" name="Google Shape;7967;p81"/>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8" name="Google Shape;7968;p81"/>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69" name="Google Shape;7969;p81"/>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0" name="Google Shape;7970;p81"/>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1" name="Google Shape;7971;p81"/>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2" name="Google Shape;7972;p81"/>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3" name="Google Shape;7973;p81"/>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74" name="Google Shape;7974;p81"/>
          <p:cNvGrpSpPr/>
          <p:nvPr/>
        </p:nvGrpSpPr>
        <p:grpSpPr>
          <a:xfrm>
            <a:off x="6919982" y="2438286"/>
            <a:ext cx="599100" cy="604568"/>
            <a:chOff x="-18271050" y="3333200"/>
            <a:chExt cx="304050" cy="306825"/>
          </a:xfrm>
          <a:solidFill>
            <a:schemeClr val="bg1"/>
          </a:solidFill>
        </p:grpSpPr>
        <p:sp>
          <p:nvSpPr>
            <p:cNvPr id="7975" name="Google Shape;7975;p81"/>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6" name="Google Shape;7976;p81"/>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7" name="Google Shape;7977;p81"/>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8" name="Google Shape;7978;p81"/>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79" name="Google Shape;7979;p81"/>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80" name="Google Shape;7980;p81"/>
          <p:cNvGrpSpPr/>
          <p:nvPr/>
        </p:nvGrpSpPr>
        <p:grpSpPr>
          <a:xfrm>
            <a:off x="6920745" y="3180488"/>
            <a:ext cx="597573" cy="597524"/>
            <a:chOff x="-18270275" y="3710875"/>
            <a:chExt cx="303275" cy="303250"/>
          </a:xfrm>
          <a:solidFill>
            <a:schemeClr val="bg1"/>
          </a:solidFill>
        </p:grpSpPr>
        <p:sp>
          <p:nvSpPr>
            <p:cNvPr id="7981" name="Google Shape;7981;p81"/>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82" name="Google Shape;7982;p81"/>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83" name="Google Shape;7983;p81"/>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84" name="Google Shape;7984;p81"/>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85" name="Google Shape;7985;p81"/>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86" name="Google Shape;7986;p81"/>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87" name="Google Shape;7987;p81"/>
          <p:cNvGrpSpPr/>
          <p:nvPr/>
        </p:nvGrpSpPr>
        <p:grpSpPr>
          <a:xfrm>
            <a:off x="6992148" y="3918155"/>
            <a:ext cx="454768" cy="597573"/>
            <a:chOff x="-18234025" y="4084200"/>
            <a:chExt cx="230800" cy="303275"/>
          </a:xfrm>
          <a:solidFill>
            <a:schemeClr val="bg1"/>
          </a:solidFill>
        </p:grpSpPr>
        <p:sp>
          <p:nvSpPr>
            <p:cNvPr id="7988" name="Google Shape;7988;p81"/>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89" name="Google Shape;7989;p81"/>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0" name="Google Shape;7990;p81"/>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91" name="Google Shape;7991;p81"/>
          <p:cNvGrpSpPr/>
          <p:nvPr/>
        </p:nvGrpSpPr>
        <p:grpSpPr>
          <a:xfrm>
            <a:off x="3142222" y="4643780"/>
            <a:ext cx="599100" cy="600627"/>
            <a:chOff x="-16419350" y="3308400"/>
            <a:chExt cx="304050" cy="304825"/>
          </a:xfrm>
          <a:solidFill>
            <a:schemeClr val="bg1"/>
          </a:solidFill>
        </p:grpSpPr>
        <p:sp>
          <p:nvSpPr>
            <p:cNvPr id="7992" name="Google Shape;7992;p81"/>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3" name="Google Shape;7993;p81"/>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4" name="Google Shape;7994;p81"/>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5" name="Google Shape;7995;p81"/>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6" name="Google Shape;7996;p81"/>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7" name="Google Shape;7997;p81"/>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7998" name="Google Shape;7998;p81"/>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7999" name="Google Shape;7999;p81"/>
          <p:cNvGrpSpPr/>
          <p:nvPr/>
        </p:nvGrpSpPr>
        <p:grpSpPr>
          <a:xfrm>
            <a:off x="6170962" y="4642157"/>
            <a:ext cx="527673" cy="603829"/>
            <a:chOff x="-16401225" y="3683275"/>
            <a:chExt cx="267800" cy="306450"/>
          </a:xfrm>
          <a:solidFill>
            <a:schemeClr val="bg1"/>
          </a:solidFill>
        </p:grpSpPr>
        <p:sp>
          <p:nvSpPr>
            <p:cNvPr id="8000" name="Google Shape;8000;p81"/>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1" name="Google Shape;8001;p81"/>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2" name="Google Shape;8002;p81"/>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3" name="Google Shape;8003;p81"/>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4" name="Google Shape;8004;p81"/>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5" name="Google Shape;8005;p81"/>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6" name="Google Shape;8006;p81"/>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07" name="Google Shape;8007;p81"/>
          <p:cNvGrpSpPr/>
          <p:nvPr/>
        </p:nvGrpSpPr>
        <p:grpSpPr>
          <a:xfrm>
            <a:off x="10658226" y="3917675"/>
            <a:ext cx="600627" cy="597573"/>
            <a:chOff x="-16419350" y="4058200"/>
            <a:chExt cx="304825" cy="303275"/>
          </a:xfrm>
          <a:solidFill>
            <a:schemeClr val="bg1"/>
          </a:solidFill>
        </p:grpSpPr>
        <p:sp>
          <p:nvSpPr>
            <p:cNvPr id="8008" name="Google Shape;8008;p81"/>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09" name="Google Shape;8009;p81"/>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0" name="Google Shape;8010;p81"/>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1" name="Google Shape;8011;p81"/>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2" name="Google Shape;8012;p81"/>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3" name="Google Shape;8013;p81"/>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4" name="Google Shape;8014;p81"/>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15" name="Google Shape;8015;p81"/>
          <p:cNvGrpSpPr/>
          <p:nvPr/>
        </p:nvGrpSpPr>
        <p:grpSpPr>
          <a:xfrm>
            <a:off x="5360744" y="4645700"/>
            <a:ext cx="600676" cy="596785"/>
            <a:chOff x="-15296200" y="3326900"/>
            <a:chExt cx="304850" cy="302875"/>
          </a:xfrm>
          <a:solidFill>
            <a:schemeClr val="bg1"/>
          </a:solidFill>
        </p:grpSpPr>
        <p:sp>
          <p:nvSpPr>
            <p:cNvPr id="8016" name="Google Shape;8016;p81"/>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7" name="Google Shape;8017;p81"/>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8" name="Google Shape;8018;p81"/>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19" name="Google Shape;8019;p81"/>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20" name="Google Shape;8020;p81"/>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21" name="Google Shape;8021;p81"/>
          <p:cNvGrpSpPr/>
          <p:nvPr/>
        </p:nvGrpSpPr>
        <p:grpSpPr>
          <a:xfrm>
            <a:off x="3914948" y="2464100"/>
            <a:ext cx="648755" cy="552944"/>
            <a:chOff x="-19835275" y="3330250"/>
            <a:chExt cx="329250" cy="280625"/>
          </a:xfrm>
          <a:solidFill>
            <a:schemeClr val="bg1"/>
          </a:solidFill>
        </p:grpSpPr>
        <p:sp>
          <p:nvSpPr>
            <p:cNvPr id="8022" name="Google Shape;8022;p81"/>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23" name="Google Shape;8023;p81"/>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24" name="Google Shape;8024;p81"/>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25" name="Google Shape;8025;p81"/>
          <p:cNvGrpSpPr/>
          <p:nvPr/>
        </p:nvGrpSpPr>
        <p:grpSpPr>
          <a:xfrm>
            <a:off x="3938987" y="3179553"/>
            <a:ext cx="600676" cy="599396"/>
            <a:chOff x="-19822675" y="3692750"/>
            <a:chExt cx="304850" cy="304200"/>
          </a:xfrm>
          <a:solidFill>
            <a:schemeClr val="bg1"/>
          </a:solidFill>
        </p:grpSpPr>
        <p:sp>
          <p:nvSpPr>
            <p:cNvPr id="8026" name="Google Shape;8026;p81"/>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27" name="Google Shape;8027;p81"/>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28" name="Google Shape;8028;p81"/>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29" name="Google Shape;8029;p81"/>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30" name="Google Shape;8030;p81"/>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31" name="Google Shape;8031;p81"/>
          <p:cNvGrpSpPr/>
          <p:nvPr/>
        </p:nvGrpSpPr>
        <p:grpSpPr>
          <a:xfrm>
            <a:off x="3939775" y="3916630"/>
            <a:ext cx="599100" cy="600627"/>
            <a:chOff x="-19822675" y="4066875"/>
            <a:chExt cx="304050" cy="304825"/>
          </a:xfrm>
          <a:solidFill>
            <a:schemeClr val="bg1"/>
          </a:solidFill>
        </p:grpSpPr>
        <p:sp>
          <p:nvSpPr>
            <p:cNvPr id="8032" name="Google Shape;8032;p81"/>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33" name="Google Shape;8033;p81"/>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34" name="Google Shape;8034;p81"/>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35" name="Google Shape;8035;p81"/>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36" name="Google Shape;8036;p81"/>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37" name="Google Shape;8037;p81"/>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38" name="Google Shape;8038;p81"/>
          <p:cNvGrpSpPr/>
          <p:nvPr/>
        </p:nvGrpSpPr>
        <p:grpSpPr>
          <a:xfrm>
            <a:off x="7685200" y="2441021"/>
            <a:ext cx="532403" cy="599100"/>
            <a:chOff x="-17878825" y="3334400"/>
            <a:chExt cx="270200" cy="304050"/>
          </a:xfrm>
          <a:solidFill>
            <a:schemeClr val="bg1"/>
          </a:solidFill>
        </p:grpSpPr>
        <p:sp>
          <p:nvSpPr>
            <p:cNvPr id="8039" name="Google Shape;8039;p81"/>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0" name="Google Shape;8040;p81"/>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1" name="Google Shape;8041;p81"/>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2" name="Google Shape;8042;p81"/>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3" name="Google Shape;8043;p81"/>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4" name="Google Shape;8044;p81"/>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5" name="Google Shape;8045;p81"/>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46" name="Google Shape;8046;p81"/>
          <p:cNvGrpSpPr/>
          <p:nvPr/>
        </p:nvGrpSpPr>
        <p:grpSpPr>
          <a:xfrm>
            <a:off x="7650299" y="3178148"/>
            <a:ext cx="602204" cy="602204"/>
            <a:chOff x="-17896150" y="3709300"/>
            <a:chExt cx="305625" cy="305625"/>
          </a:xfrm>
          <a:solidFill>
            <a:schemeClr val="bg1"/>
          </a:solidFill>
        </p:grpSpPr>
        <p:sp>
          <p:nvSpPr>
            <p:cNvPr id="8047" name="Google Shape;8047;p81"/>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8" name="Google Shape;8048;p81"/>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49" name="Google Shape;8049;p81"/>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0" name="Google Shape;8050;p81"/>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51" name="Google Shape;8051;p81"/>
          <p:cNvGrpSpPr/>
          <p:nvPr/>
        </p:nvGrpSpPr>
        <p:grpSpPr>
          <a:xfrm>
            <a:off x="7687540" y="3915841"/>
            <a:ext cx="527723" cy="602204"/>
            <a:chOff x="-17878025" y="4082625"/>
            <a:chExt cx="267825" cy="305625"/>
          </a:xfrm>
          <a:solidFill>
            <a:schemeClr val="bg1"/>
          </a:solidFill>
        </p:grpSpPr>
        <p:sp>
          <p:nvSpPr>
            <p:cNvPr id="8052" name="Google Shape;8052;p81"/>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3" name="Google Shape;8053;p81"/>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4" name="Google Shape;8054;p81"/>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5" name="Google Shape;8055;p81"/>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6" name="Google Shape;8056;p81"/>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7" name="Google Shape;8057;p81"/>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58" name="Google Shape;8058;p81"/>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59" name="Google Shape;8059;p81"/>
          <p:cNvGrpSpPr/>
          <p:nvPr/>
        </p:nvGrpSpPr>
        <p:grpSpPr>
          <a:xfrm>
            <a:off x="3879396" y="4661612"/>
            <a:ext cx="600676" cy="564963"/>
            <a:chOff x="-16044450" y="3317850"/>
            <a:chExt cx="304850" cy="286725"/>
          </a:xfrm>
          <a:solidFill>
            <a:schemeClr val="bg1"/>
          </a:solidFill>
        </p:grpSpPr>
        <p:sp>
          <p:nvSpPr>
            <p:cNvPr id="8060" name="Google Shape;8060;p81"/>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61" name="Google Shape;8061;p81"/>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62" name="Google Shape;8062;p81"/>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63" name="Google Shape;8063;p81"/>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064" name="Google Shape;8064;p81"/>
          <p:cNvSpPr/>
          <p:nvPr/>
        </p:nvSpPr>
        <p:spPr>
          <a:xfrm>
            <a:off x="6872357" y="4644226"/>
            <a:ext cx="597573" cy="600676"/>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065" name="Google Shape;8065;p81"/>
          <p:cNvGrpSpPr/>
          <p:nvPr/>
        </p:nvGrpSpPr>
        <p:grpSpPr>
          <a:xfrm>
            <a:off x="10709418" y="3179891"/>
            <a:ext cx="498216" cy="598707"/>
            <a:chOff x="-16018450" y="4058400"/>
            <a:chExt cx="252850" cy="303850"/>
          </a:xfrm>
          <a:solidFill>
            <a:schemeClr val="bg1"/>
          </a:solidFill>
        </p:grpSpPr>
        <p:sp>
          <p:nvSpPr>
            <p:cNvPr id="8066" name="Google Shape;8066;p81"/>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67" name="Google Shape;8067;p81"/>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68" name="Google Shape;8068;p81"/>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69" name="Google Shape;8069;p81"/>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070" name="Google Shape;8070;p81"/>
          <p:cNvSpPr/>
          <p:nvPr/>
        </p:nvSpPr>
        <p:spPr>
          <a:xfrm>
            <a:off x="8353040" y="4645802"/>
            <a:ext cx="599051" cy="597524"/>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71" name="Google Shape;8071;p81"/>
          <p:cNvSpPr txBox="1"/>
          <p:nvPr/>
        </p:nvSpPr>
        <p:spPr>
          <a:xfrm>
            <a:off x="1384353" y="1512697"/>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rPr>
              <a:t>动物图标</a:t>
            </a:r>
            <a:endParaRPr kumimoji="0" sz="3200" b="0" i="0" u="none" strike="noStrike" kern="1200" cap="none" spc="0" normalizeH="0" baseline="0" noProof="0" dirty="0">
              <a:ln>
                <a:noFill/>
              </a:ln>
              <a:solidFill>
                <a:srgbClr val="FFFFFF"/>
              </a:solidFill>
              <a:effectLst/>
              <a:uLnTx/>
              <a:uFillTx/>
              <a:latin typeface="Alibaba PuHuiTi" pitchFamily="18" charset="-122"/>
              <a:ea typeface="Alibaba PuHuiTi" pitchFamily="18" charset="-122"/>
              <a:cs typeface="Alibaba PuHuiTi" pitchFamily="18" charset="-122"/>
            </a:endParaRPr>
          </a:p>
        </p:txBody>
      </p:sp>
      <p:sp>
        <p:nvSpPr>
          <p:cNvPr id="11" name="文本框 10">
            <a:extLst>
              <a:ext uri="{FF2B5EF4-FFF2-40B4-BE49-F238E27FC236}">
                <a16:creationId xmlns:a16="http://schemas.microsoft.com/office/drawing/2014/main" id="{9B47BA11-4C8E-6294-9F7F-D0528DA88759}"/>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35BCCF2B-6DBD-4027-31F1-445FA891561A}"/>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CF4D8E4D-794F-12CD-F570-1A285811C5F1}"/>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8A400545-1357-03CF-E059-6A6F203C0E2C}"/>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C16B8673-F046-A8F3-0D46-B1BC3D1CC06B}"/>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B764F359-693B-FB57-2D23-88CBB949317A}"/>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CAC2CADA-F9C9-8219-F703-E0F93EE75CF1}"/>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F4790FB3-F2EE-D19C-EFF3-AFCAD1C1F8F9}"/>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DD20109C-9853-C6D6-C53D-A9A495B23321}"/>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2A70C3E2-1C77-A877-398A-2EC13D184045}"/>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8075"/>
        <p:cNvGrpSpPr/>
        <p:nvPr/>
      </p:nvGrpSpPr>
      <p:grpSpPr>
        <a:xfrm>
          <a:off x="0" y="0"/>
          <a:ext cx="0" cy="0"/>
          <a:chOff x="0" y="0"/>
          <a:chExt cx="0" cy="0"/>
        </a:xfrm>
      </p:grpSpPr>
      <p:grpSp>
        <p:nvGrpSpPr>
          <p:cNvPr id="8076" name="Google Shape;8076;p82"/>
          <p:cNvGrpSpPr/>
          <p:nvPr/>
        </p:nvGrpSpPr>
        <p:grpSpPr>
          <a:xfrm>
            <a:off x="1127869" y="2252322"/>
            <a:ext cx="589783" cy="559497"/>
            <a:chOff x="-6696925" y="3272575"/>
            <a:chExt cx="307200" cy="291425"/>
          </a:xfrm>
          <a:solidFill>
            <a:schemeClr val="bg1"/>
          </a:solidFill>
        </p:grpSpPr>
        <p:sp>
          <p:nvSpPr>
            <p:cNvPr id="8077" name="Google Shape;8077;p82"/>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78" name="Google Shape;8078;p82"/>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79" name="Google Shape;8079;p82"/>
          <p:cNvGrpSpPr/>
          <p:nvPr/>
        </p:nvGrpSpPr>
        <p:grpSpPr>
          <a:xfrm>
            <a:off x="1127846" y="2939516"/>
            <a:ext cx="589831" cy="561033"/>
            <a:chOff x="-6690625" y="3631325"/>
            <a:chExt cx="307225" cy="292225"/>
          </a:xfrm>
          <a:solidFill>
            <a:schemeClr val="bg1"/>
          </a:solidFill>
        </p:grpSpPr>
        <p:sp>
          <p:nvSpPr>
            <p:cNvPr id="8080" name="Google Shape;8080;p82"/>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1" name="Google Shape;8081;p82"/>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2" name="Google Shape;8082;p82"/>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3" name="Google Shape;8083;p82"/>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4" name="Google Shape;8084;p82"/>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085" name="Google Shape;8085;p82"/>
          <p:cNvGrpSpPr/>
          <p:nvPr/>
        </p:nvGrpSpPr>
        <p:grpSpPr>
          <a:xfrm>
            <a:off x="1157341" y="3675964"/>
            <a:ext cx="562569" cy="559161"/>
            <a:chOff x="-6689825" y="3992050"/>
            <a:chExt cx="293025" cy="291250"/>
          </a:xfrm>
          <a:solidFill>
            <a:schemeClr val="bg1"/>
          </a:solidFill>
        </p:grpSpPr>
        <p:sp>
          <p:nvSpPr>
            <p:cNvPr id="8086" name="Google Shape;8086;p82"/>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7" name="Google Shape;8087;p82"/>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8" name="Google Shape;8088;p82"/>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89" name="Google Shape;8089;p82"/>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0" name="Google Shape;8090;p82"/>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1" name="Google Shape;8091;p82"/>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2" name="Google Shape;8092;p82"/>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3" name="Google Shape;8093;p82"/>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4" name="Google Shape;8094;p82"/>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5" name="Google Shape;8095;p82"/>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6" name="Google Shape;8096;p82"/>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097" name="Google Shape;8097;p82"/>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098" name="Google Shape;8098;p82"/>
          <p:cNvSpPr/>
          <p:nvPr/>
        </p:nvSpPr>
        <p:spPr>
          <a:xfrm>
            <a:off x="4727805" y="2252266"/>
            <a:ext cx="579512" cy="558969"/>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099" name="Google Shape;8099;p82"/>
          <p:cNvGrpSpPr/>
          <p:nvPr/>
        </p:nvGrpSpPr>
        <p:grpSpPr>
          <a:xfrm>
            <a:off x="4735090" y="2940257"/>
            <a:ext cx="564057" cy="559545"/>
            <a:chOff x="-4837325" y="3612425"/>
            <a:chExt cx="293800" cy="291450"/>
          </a:xfrm>
          <a:solidFill>
            <a:schemeClr val="bg1"/>
          </a:solidFill>
        </p:grpSpPr>
        <p:sp>
          <p:nvSpPr>
            <p:cNvPr id="8100" name="Google Shape;8100;p82"/>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1" name="Google Shape;8101;p82"/>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2" name="Google Shape;8102;p82"/>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03" name="Google Shape;8103;p82"/>
          <p:cNvGrpSpPr/>
          <p:nvPr/>
        </p:nvGrpSpPr>
        <p:grpSpPr>
          <a:xfrm>
            <a:off x="4752466" y="3675769"/>
            <a:ext cx="561033" cy="559545"/>
            <a:chOff x="-4837325" y="3971575"/>
            <a:chExt cx="292225" cy="291450"/>
          </a:xfrm>
          <a:solidFill>
            <a:schemeClr val="bg1"/>
          </a:solidFill>
        </p:grpSpPr>
        <p:sp>
          <p:nvSpPr>
            <p:cNvPr id="8104" name="Google Shape;8104;p82"/>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5" name="Google Shape;8105;p82"/>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6" name="Google Shape;8106;p82"/>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7" name="Google Shape;8107;p82"/>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8" name="Google Shape;8108;p82"/>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09" name="Google Shape;8109;p82"/>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10" name="Google Shape;8110;p82"/>
          <p:cNvGrpSpPr/>
          <p:nvPr/>
        </p:nvGrpSpPr>
        <p:grpSpPr>
          <a:xfrm>
            <a:off x="8341819" y="2285580"/>
            <a:ext cx="574664" cy="492973"/>
            <a:chOff x="-3037625" y="3254850"/>
            <a:chExt cx="299325" cy="256775"/>
          </a:xfrm>
          <a:solidFill>
            <a:schemeClr val="bg1"/>
          </a:solidFill>
        </p:grpSpPr>
        <p:sp>
          <p:nvSpPr>
            <p:cNvPr id="8111" name="Google Shape;8111;p82"/>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12" name="Google Shape;8112;p82"/>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13" name="Google Shape;8113;p82"/>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14" name="Google Shape;8114;p82"/>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15" name="Google Shape;8115;p82"/>
          <p:cNvGrpSpPr/>
          <p:nvPr/>
        </p:nvGrpSpPr>
        <p:grpSpPr>
          <a:xfrm>
            <a:off x="8347100" y="2939488"/>
            <a:ext cx="564105" cy="561081"/>
            <a:chOff x="-3031325" y="3597450"/>
            <a:chExt cx="293825" cy="292250"/>
          </a:xfrm>
          <a:solidFill>
            <a:schemeClr val="bg1"/>
          </a:solidFill>
        </p:grpSpPr>
        <p:sp>
          <p:nvSpPr>
            <p:cNvPr id="8116" name="Google Shape;8116;p82"/>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17" name="Google Shape;8117;p82"/>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18" name="Google Shape;8118;p82"/>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19" name="Google Shape;8119;p82"/>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20" name="Google Shape;8120;p82"/>
          <p:cNvGrpSpPr/>
          <p:nvPr/>
        </p:nvGrpSpPr>
        <p:grpSpPr>
          <a:xfrm>
            <a:off x="8363732" y="3708286"/>
            <a:ext cx="562569" cy="494509"/>
            <a:chOff x="-3030525" y="3973150"/>
            <a:chExt cx="293025" cy="257575"/>
          </a:xfrm>
          <a:solidFill>
            <a:schemeClr val="bg1"/>
          </a:solidFill>
        </p:grpSpPr>
        <p:sp>
          <p:nvSpPr>
            <p:cNvPr id="8121" name="Google Shape;8121;p82"/>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22" name="Google Shape;8122;p82"/>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23" name="Google Shape;8123;p82"/>
          <p:cNvGrpSpPr/>
          <p:nvPr/>
        </p:nvGrpSpPr>
        <p:grpSpPr>
          <a:xfrm>
            <a:off x="1832522" y="4492569"/>
            <a:ext cx="562569" cy="396260"/>
            <a:chOff x="-1199300" y="3279250"/>
            <a:chExt cx="293025" cy="206400"/>
          </a:xfrm>
          <a:solidFill>
            <a:schemeClr val="bg1"/>
          </a:solidFill>
        </p:grpSpPr>
        <p:sp>
          <p:nvSpPr>
            <p:cNvPr id="8124" name="Google Shape;8124;p82"/>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25" name="Google Shape;8125;p82"/>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26" name="Google Shape;8126;p82"/>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27" name="Google Shape;8127;p82"/>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28" name="Google Shape;8128;p82"/>
          <p:cNvGrpSpPr/>
          <p:nvPr/>
        </p:nvGrpSpPr>
        <p:grpSpPr>
          <a:xfrm>
            <a:off x="1841970" y="2251698"/>
            <a:ext cx="592807" cy="560745"/>
            <a:chOff x="-6338550" y="3272950"/>
            <a:chExt cx="308775" cy="292075"/>
          </a:xfrm>
          <a:solidFill>
            <a:schemeClr val="bg1"/>
          </a:solidFill>
        </p:grpSpPr>
        <p:sp>
          <p:nvSpPr>
            <p:cNvPr id="8129" name="Google Shape;8129;p82"/>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30" name="Google Shape;8130;p82"/>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31" name="Google Shape;8131;p82"/>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32" name="Google Shape;8132;p82"/>
          <p:cNvGrpSpPr/>
          <p:nvPr/>
        </p:nvGrpSpPr>
        <p:grpSpPr>
          <a:xfrm>
            <a:off x="1857090" y="2940260"/>
            <a:ext cx="562569" cy="559545"/>
            <a:chOff x="-6329100" y="3632100"/>
            <a:chExt cx="293025" cy="291450"/>
          </a:xfrm>
          <a:solidFill>
            <a:schemeClr val="bg1"/>
          </a:solidFill>
        </p:grpSpPr>
        <p:sp>
          <p:nvSpPr>
            <p:cNvPr id="8133" name="Google Shape;8133;p8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34" name="Google Shape;8134;p8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35" name="Google Shape;8135;p8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36" name="Google Shape;8136;p82"/>
          <p:cNvGrpSpPr/>
          <p:nvPr/>
        </p:nvGrpSpPr>
        <p:grpSpPr>
          <a:xfrm>
            <a:off x="1874490" y="3675772"/>
            <a:ext cx="559497" cy="559545"/>
            <a:chOff x="-6329875" y="3992050"/>
            <a:chExt cx="291425" cy="291450"/>
          </a:xfrm>
          <a:solidFill>
            <a:schemeClr val="bg1"/>
          </a:solidFill>
        </p:grpSpPr>
        <p:sp>
          <p:nvSpPr>
            <p:cNvPr id="8137" name="Google Shape;8137;p82"/>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38" name="Google Shape;8138;p82"/>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39" name="Google Shape;8139;p82"/>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40" name="Google Shape;8140;p82"/>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41" name="Google Shape;8141;p82"/>
          <p:cNvGrpSpPr/>
          <p:nvPr/>
        </p:nvGrpSpPr>
        <p:grpSpPr>
          <a:xfrm>
            <a:off x="5456006" y="2250041"/>
            <a:ext cx="564105" cy="564057"/>
            <a:chOff x="-4478975" y="3251700"/>
            <a:chExt cx="293825" cy="293800"/>
          </a:xfrm>
          <a:solidFill>
            <a:schemeClr val="bg1"/>
          </a:solidFill>
        </p:grpSpPr>
        <p:sp>
          <p:nvSpPr>
            <p:cNvPr id="8142" name="Google Shape;8142;p82"/>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43" name="Google Shape;8143;p82"/>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44" name="Google Shape;8144;p82"/>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45" name="Google Shape;8145;p82"/>
          <p:cNvGrpSpPr/>
          <p:nvPr/>
        </p:nvGrpSpPr>
        <p:grpSpPr>
          <a:xfrm>
            <a:off x="5456006" y="2940257"/>
            <a:ext cx="564105" cy="559545"/>
            <a:chOff x="-4475825" y="3612425"/>
            <a:chExt cx="293825" cy="291450"/>
          </a:xfrm>
          <a:solidFill>
            <a:schemeClr val="bg1"/>
          </a:solidFill>
        </p:grpSpPr>
        <p:sp>
          <p:nvSpPr>
            <p:cNvPr id="8146" name="Google Shape;8146;p82"/>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47" name="Google Shape;8147;p82"/>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48" name="Google Shape;8148;p82"/>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49" name="Google Shape;8149;p82"/>
          <p:cNvGrpSpPr/>
          <p:nvPr/>
        </p:nvGrpSpPr>
        <p:grpSpPr>
          <a:xfrm>
            <a:off x="5468103" y="3675793"/>
            <a:ext cx="571640" cy="559497"/>
            <a:chOff x="-4480550" y="3970800"/>
            <a:chExt cx="297750" cy="291425"/>
          </a:xfrm>
          <a:solidFill>
            <a:schemeClr val="bg1"/>
          </a:solidFill>
        </p:grpSpPr>
        <p:sp>
          <p:nvSpPr>
            <p:cNvPr id="8150" name="Google Shape;8150;p82"/>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51" name="Google Shape;8151;p82"/>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52" name="Google Shape;8152;p82"/>
          <p:cNvGrpSpPr/>
          <p:nvPr/>
        </p:nvGrpSpPr>
        <p:grpSpPr>
          <a:xfrm>
            <a:off x="9073214" y="2252296"/>
            <a:ext cx="553497" cy="559545"/>
            <a:chOff x="-2668225" y="3239075"/>
            <a:chExt cx="288300" cy="291450"/>
          </a:xfrm>
          <a:solidFill>
            <a:schemeClr val="bg1"/>
          </a:solidFill>
        </p:grpSpPr>
        <p:sp>
          <p:nvSpPr>
            <p:cNvPr id="8153" name="Google Shape;8153;p82"/>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54" name="Google Shape;8154;p82"/>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55" name="Google Shape;8155;p82"/>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56" name="Google Shape;8156;p82"/>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57" name="Google Shape;8157;p82"/>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58" name="Google Shape;8158;p82"/>
          <p:cNvGrpSpPr/>
          <p:nvPr/>
        </p:nvGrpSpPr>
        <p:grpSpPr>
          <a:xfrm>
            <a:off x="9069422" y="2940256"/>
            <a:ext cx="561081" cy="559545"/>
            <a:chOff x="-2671375" y="3597450"/>
            <a:chExt cx="292250" cy="291450"/>
          </a:xfrm>
          <a:solidFill>
            <a:schemeClr val="bg1"/>
          </a:solidFill>
        </p:grpSpPr>
        <p:sp>
          <p:nvSpPr>
            <p:cNvPr id="8159" name="Google Shape;8159;p82"/>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60" name="Google Shape;8160;p82"/>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61" name="Google Shape;8161;p82"/>
          <p:cNvGrpSpPr/>
          <p:nvPr/>
        </p:nvGrpSpPr>
        <p:grpSpPr>
          <a:xfrm>
            <a:off x="9083800" y="3674256"/>
            <a:ext cx="564057" cy="562569"/>
            <a:chOff x="-2670575" y="3956600"/>
            <a:chExt cx="293800" cy="293025"/>
          </a:xfrm>
          <a:solidFill>
            <a:schemeClr val="bg1"/>
          </a:solidFill>
        </p:grpSpPr>
        <p:sp>
          <p:nvSpPr>
            <p:cNvPr id="8162" name="Google Shape;8162;p82"/>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63" name="Google Shape;8163;p82"/>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64" name="Google Shape;8164;p82"/>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65" name="Google Shape;8165;p82"/>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66" name="Google Shape;8166;p82"/>
          <p:cNvGrpSpPr/>
          <p:nvPr/>
        </p:nvGrpSpPr>
        <p:grpSpPr>
          <a:xfrm>
            <a:off x="4093827" y="4415930"/>
            <a:ext cx="568616" cy="557817"/>
            <a:chOff x="-1183550" y="3586525"/>
            <a:chExt cx="296175" cy="290550"/>
          </a:xfrm>
          <a:solidFill>
            <a:schemeClr val="bg1"/>
          </a:solidFill>
        </p:grpSpPr>
        <p:sp>
          <p:nvSpPr>
            <p:cNvPr id="8167" name="Google Shape;8167;p82"/>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68" name="Google Shape;8168;p82"/>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69" name="Google Shape;8169;p82"/>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0" name="Google Shape;8170;p82"/>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1" name="Google Shape;8171;p82"/>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2" name="Google Shape;8172;p82"/>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3" name="Google Shape;8173;p82"/>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4" name="Google Shape;8174;p82"/>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5" name="Google Shape;8175;p82"/>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76" name="Google Shape;8176;p82"/>
          <p:cNvGrpSpPr/>
          <p:nvPr/>
        </p:nvGrpSpPr>
        <p:grpSpPr>
          <a:xfrm>
            <a:off x="2578641" y="2253066"/>
            <a:ext cx="561081" cy="558009"/>
            <a:chOff x="-5971525" y="3273750"/>
            <a:chExt cx="292250" cy="290650"/>
          </a:xfrm>
          <a:solidFill>
            <a:schemeClr val="bg1"/>
          </a:solidFill>
        </p:grpSpPr>
        <p:sp>
          <p:nvSpPr>
            <p:cNvPr id="8177" name="Google Shape;8177;p82"/>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78" name="Google Shape;8178;p82"/>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79" name="Google Shape;8179;p82"/>
          <p:cNvGrpSpPr/>
          <p:nvPr/>
        </p:nvGrpSpPr>
        <p:grpSpPr>
          <a:xfrm>
            <a:off x="2571080" y="2938436"/>
            <a:ext cx="576200" cy="563193"/>
            <a:chOff x="-5974675" y="3632100"/>
            <a:chExt cx="300125" cy="293350"/>
          </a:xfrm>
          <a:solidFill>
            <a:schemeClr val="bg1"/>
          </a:solidFill>
        </p:grpSpPr>
        <p:sp>
          <p:nvSpPr>
            <p:cNvPr id="8180" name="Google Shape;8180;p82"/>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81" name="Google Shape;8181;p82"/>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82" name="Google Shape;8182;p82"/>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83" name="Google Shape;8183;p82"/>
          <p:cNvGrpSpPr/>
          <p:nvPr/>
        </p:nvGrpSpPr>
        <p:grpSpPr>
          <a:xfrm>
            <a:off x="2611135" y="3674260"/>
            <a:ext cx="527820" cy="562569"/>
            <a:chOff x="-5971525" y="3990475"/>
            <a:chExt cx="274925" cy="293025"/>
          </a:xfrm>
          <a:solidFill>
            <a:schemeClr val="bg1"/>
          </a:solidFill>
        </p:grpSpPr>
        <p:sp>
          <p:nvSpPr>
            <p:cNvPr id="8184" name="Google Shape;8184;p82"/>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85" name="Google Shape;8185;p82"/>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86" name="Google Shape;8186;p82"/>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87" name="Google Shape;8187;p82"/>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88" name="Google Shape;8188;p82"/>
          <p:cNvGrpSpPr/>
          <p:nvPr/>
        </p:nvGrpSpPr>
        <p:grpSpPr>
          <a:xfrm>
            <a:off x="6175412" y="2253065"/>
            <a:ext cx="561033" cy="558009"/>
            <a:chOff x="-4118225" y="3253275"/>
            <a:chExt cx="292225" cy="290650"/>
          </a:xfrm>
          <a:solidFill>
            <a:schemeClr val="bg1"/>
          </a:solidFill>
        </p:grpSpPr>
        <p:sp>
          <p:nvSpPr>
            <p:cNvPr id="8189" name="Google Shape;8189;p82"/>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90" name="Google Shape;8190;p82"/>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91" name="Google Shape;8191;p82"/>
          <p:cNvGrpSpPr/>
          <p:nvPr/>
        </p:nvGrpSpPr>
        <p:grpSpPr>
          <a:xfrm>
            <a:off x="6242677" y="2939897"/>
            <a:ext cx="426499" cy="560265"/>
            <a:chOff x="-4082800" y="3612425"/>
            <a:chExt cx="222150" cy="291825"/>
          </a:xfrm>
          <a:solidFill>
            <a:schemeClr val="bg1"/>
          </a:solidFill>
        </p:grpSpPr>
        <p:sp>
          <p:nvSpPr>
            <p:cNvPr id="8192" name="Google Shape;8192;p82"/>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93" name="Google Shape;8193;p82"/>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94" name="Google Shape;8194;p82"/>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195" name="Google Shape;8195;p82"/>
          <p:cNvGrpSpPr/>
          <p:nvPr/>
        </p:nvGrpSpPr>
        <p:grpSpPr>
          <a:xfrm>
            <a:off x="6191276" y="3693169"/>
            <a:ext cx="561033" cy="524748"/>
            <a:chOff x="-4118225" y="3990475"/>
            <a:chExt cx="292225" cy="273325"/>
          </a:xfrm>
          <a:solidFill>
            <a:schemeClr val="bg1"/>
          </a:solidFill>
        </p:grpSpPr>
        <p:sp>
          <p:nvSpPr>
            <p:cNvPr id="8196" name="Google Shape;8196;p82"/>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97" name="Google Shape;8197;p82"/>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98" name="Google Shape;8198;p82"/>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199" name="Google Shape;8199;p82"/>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00" name="Google Shape;8200;p82"/>
          <p:cNvGrpSpPr/>
          <p:nvPr/>
        </p:nvGrpSpPr>
        <p:grpSpPr>
          <a:xfrm>
            <a:off x="9805481" y="2250784"/>
            <a:ext cx="526284" cy="562569"/>
            <a:chOff x="-2312225" y="3238300"/>
            <a:chExt cx="274125" cy="293025"/>
          </a:xfrm>
          <a:solidFill>
            <a:schemeClr val="bg1"/>
          </a:solidFill>
        </p:grpSpPr>
        <p:sp>
          <p:nvSpPr>
            <p:cNvPr id="8201" name="Google Shape;8201;p82"/>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02" name="Google Shape;8202;p82"/>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03" name="Google Shape;8203;p82"/>
          <p:cNvGrpSpPr/>
          <p:nvPr/>
        </p:nvGrpSpPr>
        <p:grpSpPr>
          <a:xfrm>
            <a:off x="9788084" y="2871448"/>
            <a:ext cx="561081" cy="697152"/>
            <a:chOff x="-2310650" y="3525775"/>
            <a:chExt cx="292250" cy="363125"/>
          </a:xfrm>
          <a:solidFill>
            <a:schemeClr val="bg1"/>
          </a:solidFill>
        </p:grpSpPr>
        <p:sp>
          <p:nvSpPr>
            <p:cNvPr id="8204" name="Google Shape;8204;p82"/>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05" name="Google Shape;8205;p82"/>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06" name="Google Shape;8206;p82"/>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07" name="Google Shape;8207;p82"/>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08" name="Google Shape;8208;p82"/>
          <p:cNvGrpSpPr/>
          <p:nvPr/>
        </p:nvGrpSpPr>
        <p:grpSpPr>
          <a:xfrm>
            <a:off x="9802437" y="3675768"/>
            <a:ext cx="564105" cy="559545"/>
            <a:chOff x="-2310650" y="3958175"/>
            <a:chExt cx="293825" cy="291450"/>
          </a:xfrm>
          <a:solidFill>
            <a:schemeClr val="bg1"/>
          </a:solidFill>
        </p:grpSpPr>
        <p:sp>
          <p:nvSpPr>
            <p:cNvPr id="8209" name="Google Shape;8209;p82"/>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0" name="Google Shape;8210;p82"/>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11" name="Google Shape;8211;p82"/>
          <p:cNvGrpSpPr/>
          <p:nvPr/>
        </p:nvGrpSpPr>
        <p:grpSpPr>
          <a:xfrm>
            <a:off x="6291585" y="4411280"/>
            <a:ext cx="565545" cy="559545"/>
            <a:chOff x="-1182750" y="3962900"/>
            <a:chExt cx="294575" cy="291450"/>
          </a:xfrm>
          <a:solidFill>
            <a:schemeClr val="bg1"/>
          </a:solidFill>
        </p:grpSpPr>
        <p:sp>
          <p:nvSpPr>
            <p:cNvPr id="8212" name="Google Shape;8212;p82"/>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3" name="Google Shape;8213;p82"/>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4" name="Google Shape;8214;p82"/>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5" name="Google Shape;8215;p82"/>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6" name="Google Shape;8216;p82"/>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7" name="Google Shape;8217;p82"/>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18" name="Google Shape;8218;p82"/>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19" name="Google Shape;8219;p82"/>
          <p:cNvGrpSpPr/>
          <p:nvPr/>
        </p:nvGrpSpPr>
        <p:grpSpPr>
          <a:xfrm>
            <a:off x="3295766" y="2252298"/>
            <a:ext cx="565593" cy="559545"/>
            <a:chOff x="-5611575" y="3272950"/>
            <a:chExt cx="294600" cy="291450"/>
          </a:xfrm>
          <a:solidFill>
            <a:schemeClr val="bg1"/>
          </a:solidFill>
        </p:grpSpPr>
        <p:sp>
          <p:nvSpPr>
            <p:cNvPr id="8220" name="Google Shape;8220;p82"/>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21" name="Google Shape;8221;p82"/>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22" name="Google Shape;8222;p82"/>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23" name="Google Shape;8223;p82"/>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24" name="Google Shape;8224;p82"/>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25" name="Google Shape;8225;p82"/>
          <p:cNvGrpSpPr/>
          <p:nvPr/>
        </p:nvGrpSpPr>
        <p:grpSpPr>
          <a:xfrm>
            <a:off x="3295766" y="2941028"/>
            <a:ext cx="565593" cy="558009"/>
            <a:chOff x="-5613150" y="3632900"/>
            <a:chExt cx="294600" cy="290650"/>
          </a:xfrm>
          <a:solidFill>
            <a:schemeClr val="bg1"/>
          </a:solidFill>
        </p:grpSpPr>
        <p:sp>
          <p:nvSpPr>
            <p:cNvPr id="8226" name="Google Shape;8226;p82"/>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27" name="Google Shape;8227;p82"/>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28" name="Google Shape;8228;p82"/>
          <p:cNvGrpSpPr/>
          <p:nvPr/>
        </p:nvGrpSpPr>
        <p:grpSpPr>
          <a:xfrm>
            <a:off x="3311630" y="3675028"/>
            <a:ext cx="565593" cy="561033"/>
            <a:chOff x="-5613150" y="3991275"/>
            <a:chExt cx="294600" cy="292225"/>
          </a:xfrm>
          <a:solidFill>
            <a:schemeClr val="bg1"/>
          </a:solidFill>
        </p:grpSpPr>
        <p:sp>
          <p:nvSpPr>
            <p:cNvPr id="8229" name="Google Shape;8229;p82"/>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0" name="Google Shape;8230;p82"/>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1" name="Google Shape;8231;p82"/>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2" name="Google Shape;8232;p82"/>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3" name="Google Shape;8233;p82"/>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4" name="Google Shape;8234;p82"/>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5" name="Google Shape;8235;p82"/>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6" name="Google Shape;8236;p82"/>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37" name="Google Shape;8237;p82"/>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38" name="Google Shape;8238;p82"/>
          <p:cNvGrpSpPr/>
          <p:nvPr/>
        </p:nvGrpSpPr>
        <p:grpSpPr>
          <a:xfrm>
            <a:off x="6873613" y="2252585"/>
            <a:ext cx="579512" cy="558969"/>
            <a:chOff x="-3768700" y="3253275"/>
            <a:chExt cx="301850" cy="291150"/>
          </a:xfrm>
          <a:solidFill>
            <a:schemeClr val="bg1"/>
          </a:solidFill>
        </p:grpSpPr>
        <p:sp>
          <p:nvSpPr>
            <p:cNvPr id="8239" name="Google Shape;8239;p82"/>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40" name="Google Shape;8240;p82"/>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41" name="Google Shape;8241;p82"/>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42" name="Google Shape;8242;p82"/>
          <p:cNvGrpSpPr/>
          <p:nvPr/>
        </p:nvGrpSpPr>
        <p:grpSpPr>
          <a:xfrm>
            <a:off x="6879057" y="2956121"/>
            <a:ext cx="568616" cy="527820"/>
            <a:chOff x="-3808700" y="3628950"/>
            <a:chExt cx="296175" cy="274925"/>
          </a:xfrm>
          <a:solidFill>
            <a:schemeClr val="bg1"/>
          </a:solidFill>
        </p:grpSpPr>
        <p:sp>
          <p:nvSpPr>
            <p:cNvPr id="8243" name="Google Shape;8243;p82"/>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44" name="Google Shape;8244;p82"/>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45" name="Google Shape;8245;p82"/>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46" name="Google Shape;8246;p82"/>
          <p:cNvGrpSpPr/>
          <p:nvPr/>
        </p:nvGrpSpPr>
        <p:grpSpPr>
          <a:xfrm>
            <a:off x="6966006" y="3675217"/>
            <a:ext cx="559257" cy="560649"/>
            <a:chOff x="-3771675" y="3971775"/>
            <a:chExt cx="291300" cy="292025"/>
          </a:xfrm>
          <a:solidFill>
            <a:schemeClr val="bg1"/>
          </a:solidFill>
        </p:grpSpPr>
        <p:sp>
          <p:nvSpPr>
            <p:cNvPr id="8247" name="Google Shape;8247;p82"/>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48" name="Google Shape;8248;p82"/>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49" name="Google Shape;8249;p82"/>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50" name="Google Shape;8250;p82"/>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51" name="Google Shape;8251;p82"/>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52" name="Google Shape;8252;p82"/>
          <p:cNvGrpSpPr/>
          <p:nvPr/>
        </p:nvGrpSpPr>
        <p:grpSpPr>
          <a:xfrm>
            <a:off x="10514598" y="2288615"/>
            <a:ext cx="560361" cy="427699"/>
            <a:chOff x="-1951475" y="3273100"/>
            <a:chExt cx="291875" cy="222775"/>
          </a:xfrm>
          <a:solidFill>
            <a:schemeClr val="bg1"/>
          </a:solidFill>
        </p:grpSpPr>
        <p:sp>
          <p:nvSpPr>
            <p:cNvPr id="8253" name="Google Shape;8253;p82"/>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54" name="Google Shape;8254;p82"/>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55" name="Google Shape;8255;p82"/>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56" name="Google Shape;8256;p82"/>
          <p:cNvGrpSpPr/>
          <p:nvPr/>
        </p:nvGrpSpPr>
        <p:grpSpPr>
          <a:xfrm>
            <a:off x="10511239" y="2940256"/>
            <a:ext cx="567080" cy="559545"/>
            <a:chOff x="-1951475" y="3597450"/>
            <a:chExt cx="295375" cy="291450"/>
          </a:xfrm>
          <a:solidFill>
            <a:schemeClr val="bg1"/>
          </a:solidFill>
        </p:grpSpPr>
        <p:sp>
          <p:nvSpPr>
            <p:cNvPr id="8257" name="Google Shape;8257;p82"/>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58" name="Google Shape;8258;p82"/>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59" name="Google Shape;8259;p82"/>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60" name="Google Shape;8260;p82"/>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61" name="Google Shape;8261;p82"/>
          <p:cNvGrpSpPr/>
          <p:nvPr/>
        </p:nvGrpSpPr>
        <p:grpSpPr>
          <a:xfrm>
            <a:off x="10514241" y="3675768"/>
            <a:ext cx="592807" cy="559545"/>
            <a:chOff x="-1960150" y="3956600"/>
            <a:chExt cx="308775" cy="291450"/>
          </a:xfrm>
          <a:solidFill>
            <a:schemeClr val="bg1"/>
          </a:solidFill>
        </p:grpSpPr>
        <p:sp>
          <p:nvSpPr>
            <p:cNvPr id="8262" name="Google Shape;8262;p82"/>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63" name="Google Shape;8263;p82"/>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64" name="Google Shape;8264;p82"/>
          <p:cNvGrpSpPr/>
          <p:nvPr/>
        </p:nvGrpSpPr>
        <p:grpSpPr>
          <a:xfrm>
            <a:off x="2586292" y="4410182"/>
            <a:ext cx="561033" cy="561033"/>
            <a:chOff x="-804700" y="3226500"/>
            <a:chExt cx="292225" cy="292225"/>
          </a:xfrm>
          <a:solidFill>
            <a:schemeClr val="bg1"/>
          </a:solidFill>
        </p:grpSpPr>
        <p:sp>
          <p:nvSpPr>
            <p:cNvPr id="8265" name="Google Shape;8265;p82"/>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66" name="Google Shape;8266;p82"/>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67" name="Google Shape;8267;p82"/>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68" name="Google Shape;8268;p82"/>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69" name="Google Shape;8269;p82"/>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70" name="Google Shape;8270;p82"/>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71" name="Google Shape;8271;p82"/>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72" name="Google Shape;8272;p82"/>
          <p:cNvGrpSpPr/>
          <p:nvPr/>
        </p:nvGrpSpPr>
        <p:grpSpPr>
          <a:xfrm>
            <a:off x="4026413" y="2251530"/>
            <a:ext cx="561033" cy="561081"/>
            <a:chOff x="-5251625" y="3272950"/>
            <a:chExt cx="292225" cy="292250"/>
          </a:xfrm>
          <a:solidFill>
            <a:schemeClr val="bg1"/>
          </a:solidFill>
        </p:grpSpPr>
        <p:sp>
          <p:nvSpPr>
            <p:cNvPr id="8273" name="Google Shape;8273;p82"/>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74" name="Google Shape;8274;p82"/>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75" name="Google Shape;8275;p82"/>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76" name="Google Shape;8276;p82"/>
          <p:cNvGrpSpPr/>
          <p:nvPr/>
        </p:nvGrpSpPr>
        <p:grpSpPr>
          <a:xfrm>
            <a:off x="4021876" y="2939132"/>
            <a:ext cx="570104" cy="561801"/>
            <a:chOff x="-5254775" y="3631325"/>
            <a:chExt cx="296950" cy="292625"/>
          </a:xfrm>
          <a:solidFill>
            <a:schemeClr val="bg1"/>
          </a:solidFill>
        </p:grpSpPr>
        <p:sp>
          <p:nvSpPr>
            <p:cNvPr id="8277" name="Google Shape;8277;p82"/>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78" name="Google Shape;8278;p82"/>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79" name="Google Shape;8279;p82"/>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0" name="Google Shape;8280;p82"/>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1" name="Google Shape;8281;p82"/>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2" name="Google Shape;8282;p82"/>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3" name="Google Shape;8283;p82"/>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84" name="Google Shape;8284;p82"/>
          <p:cNvGrpSpPr/>
          <p:nvPr/>
        </p:nvGrpSpPr>
        <p:grpSpPr>
          <a:xfrm>
            <a:off x="4043021" y="3675028"/>
            <a:ext cx="559545" cy="561033"/>
            <a:chOff x="-5251625" y="3991275"/>
            <a:chExt cx="291450" cy="292225"/>
          </a:xfrm>
          <a:solidFill>
            <a:schemeClr val="bg1"/>
          </a:solidFill>
        </p:grpSpPr>
        <p:sp>
          <p:nvSpPr>
            <p:cNvPr id="8285" name="Google Shape;8285;p82"/>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6" name="Google Shape;8286;p82"/>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7" name="Google Shape;8287;p82"/>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8" name="Google Shape;8288;p82"/>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89" name="Google Shape;8289;p82"/>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90" name="Google Shape;8290;p82"/>
          <p:cNvGrpSpPr/>
          <p:nvPr/>
        </p:nvGrpSpPr>
        <p:grpSpPr>
          <a:xfrm>
            <a:off x="7697131" y="2252321"/>
            <a:ext cx="426499" cy="559497"/>
            <a:chOff x="-3365275" y="3253275"/>
            <a:chExt cx="222150" cy="291425"/>
          </a:xfrm>
          <a:solidFill>
            <a:schemeClr val="bg1"/>
          </a:solidFill>
        </p:grpSpPr>
        <p:sp>
          <p:nvSpPr>
            <p:cNvPr id="8291" name="Google Shape;8291;p82"/>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92" name="Google Shape;8292;p82"/>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93" name="Google Shape;8293;p82"/>
          <p:cNvGrpSpPr/>
          <p:nvPr/>
        </p:nvGrpSpPr>
        <p:grpSpPr>
          <a:xfrm>
            <a:off x="7662382" y="2938745"/>
            <a:ext cx="495997" cy="562569"/>
            <a:chOff x="-3383375" y="3611625"/>
            <a:chExt cx="258350" cy="293025"/>
          </a:xfrm>
          <a:solidFill>
            <a:schemeClr val="bg1"/>
          </a:solidFill>
        </p:grpSpPr>
        <p:sp>
          <p:nvSpPr>
            <p:cNvPr id="8294" name="Google Shape;8294;p82"/>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95" name="Google Shape;8295;p82"/>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296" name="Google Shape;8296;p82"/>
          <p:cNvGrpSpPr/>
          <p:nvPr/>
        </p:nvGrpSpPr>
        <p:grpSpPr>
          <a:xfrm>
            <a:off x="7745514" y="3675769"/>
            <a:ext cx="361463" cy="559545"/>
            <a:chOff x="-3347950" y="3971575"/>
            <a:chExt cx="188275" cy="291450"/>
          </a:xfrm>
          <a:solidFill>
            <a:schemeClr val="bg1"/>
          </a:solidFill>
        </p:grpSpPr>
        <p:sp>
          <p:nvSpPr>
            <p:cNvPr id="8297" name="Google Shape;8297;p82"/>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98" name="Google Shape;8298;p82"/>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299" name="Google Shape;8299;p82"/>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00" name="Google Shape;8300;p82"/>
          <p:cNvGrpSpPr/>
          <p:nvPr/>
        </p:nvGrpSpPr>
        <p:grpSpPr>
          <a:xfrm>
            <a:off x="1145326" y="4409416"/>
            <a:ext cx="495997" cy="562569"/>
            <a:chOff x="-1575775" y="3238300"/>
            <a:chExt cx="258350" cy="293025"/>
          </a:xfrm>
          <a:solidFill>
            <a:schemeClr val="bg1"/>
          </a:solidFill>
        </p:grpSpPr>
        <p:sp>
          <p:nvSpPr>
            <p:cNvPr id="8301" name="Google Shape;8301;p82"/>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02" name="Google Shape;8302;p82"/>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03" name="Google Shape;8303;p82"/>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04" name="Google Shape;8304;p82"/>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05" name="Google Shape;8305;p82"/>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06" name="Google Shape;8306;p82"/>
          <p:cNvGrpSpPr/>
          <p:nvPr/>
        </p:nvGrpSpPr>
        <p:grpSpPr>
          <a:xfrm>
            <a:off x="3338524" y="4412069"/>
            <a:ext cx="564105" cy="565545"/>
            <a:chOff x="-1591550" y="3597475"/>
            <a:chExt cx="293825" cy="294575"/>
          </a:xfrm>
          <a:solidFill>
            <a:schemeClr val="bg1"/>
          </a:solidFill>
        </p:grpSpPr>
        <p:sp>
          <p:nvSpPr>
            <p:cNvPr id="8307" name="Google Shape;8307;p82"/>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08" name="Google Shape;8308;p82"/>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09" name="Google Shape;8309;p82"/>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10" name="Google Shape;8310;p82"/>
          <p:cNvGrpSpPr/>
          <p:nvPr/>
        </p:nvGrpSpPr>
        <p:grpSpPr>
          <a:xfrm>
            <a:off x="5537817" y="4424884"/>
            <a:ext cx="562569" cy="532331"/>
            <a:chOff x="-1592325" y="3957400"/>
            <a:chExt cx="293025" cy="277275"/>
          </a:xfrm>
          <a:solidFill>
            <a:schemeClr val="bg1"/>
          </a:solidFill>
        </p:grpSpPr>
        <p:sp>
          <p:nvSpPr>
            <p:cNvPr id="8311" name="Google Shape;8311;p82"/>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12" name="Google Shape;8312;p82"/>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13" name="Google Shape;8313;p82"/>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14" name="Google Shape;8314;p82"/>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15" name="Google Shape;8315;p82"/>
          <p:cNvGrpSpPr/>
          <p:nvPr/>
        </p:nvGrpSpPr>
        <p:grpSpPr>
          <a:xfrm>
            <a:off x="4853643" y="4414326"/>
            <a:ext cx="492973" cy="561033"/>
            <a:chOff x="-778700" y="3612425"/>
            <a:chExt cx="256775" cy="292225"/>
          </a:xfrm>
          <a:solidFill>
            <a:schemeClr val="bg1"/>
          </a:solidFill>
        </p:grpSpPr>
        <p:sp>
          <p:nvSpPr>
            <p:cNvPr id="8316" name="Google Shape;8316;p82"/>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17" name="Google Shape;8317;p82"/>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18" name="Google Shape;8318;p82"/>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19" name="Google Shape;8319;p82"/>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20" name="Google Shape;8320;p82"/>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21" name="Google Shape;8321;p82"/>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22" name="Google Shape;8322;p82"/>
          <p:cNvGrpSpPr/>
          <p:nvPr/>
        </p:nvGrpSpPr>
        <p:grpSpPr>
          <a:xfrm>
            <a:off x="8148978" y="5104407"/>
            <a:ext cx="454308" cy="516855"/>
            <a:chOff x="7728464" y="1561258"/>
            <a:chExt cx="349719" cy="397866"/>
          </a:xfrm>
          <a:solidFill>
            <a:schemeClr val="bg1"/>
          </a:solidFill>
        </p:grpSpPr>
        <p:sp>
          <p:nvSpPr>
            <p:cNvPr id="8323" name="Google Shape;8323;p82"/>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24" name="Google Shape;8324;p82"/>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25" name="Google Shape;8325;p82"/>
          <p:cNvGrpSpPr/>
          <p:nvPr/>
        </p:nvGrpSpPr>
        <p:grpSpPr>
          <a:xfrm>
            <a:off x="5379603" y="5104407"/>
            <a:ext cx="516908" cy="516855"/>
            <a:chOff x="5611350" y="1561258"/>
            <a:chExt cx="397907" cy="397866"/>
          </a:xfrm>
          <a:solidFill>
            <a:schemeClr val="bg1"/>
          </a:solidFill>
        </p:grpSpPr>
        <p:sp>
          <p:nvSpPr>
            <p:cNvPr id="8326" name="Google Shape;8326;p82"/>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27" name="Google Shape;8327;p82"/>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28" name="Google Shape;8328;p82"/>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29" name="Google Shape;8329;p82"/>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30" name="Google Shape;8330;p82"/>
          <p:cNvGrpSpPr/>
          <p:nvPr/>
        </p:nvGrpSpPr>
        <p:grpSpPr>
          <a:xfrm>
            <a:off x="6071983" y="5234095"/>
            <a:ext cx="516813" cy="257479"/>
            <a:chOff x="6140660" y="1661097"/>
            <a:chExt cx="397835" cy="198202"/>
          </a:xfrm>
          <a:solidFill>
            <a:schemeClr val="bg1"/>
          </a:solidFill>
        </p:grpSpPr>
        <p:sp>
          <p:nvSpPr>
            <p:cNvPr id="8331" name="Google Shape;8331;p82"/>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32" name="Google Shape;8332;p82"/>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33" name="Google Shape;8333;p82"/>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34" name="Google Shape;8334;p82"/>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35" name="Google Shape;8335;p82"/>
          <p:cNvGrpSpPr/>
          <p:nvPr/>
        </p:nvGrpSpPr>
        <p:grpSpPr>
          <a:xfrm>
            <a:off x="6764270" y="5104407"/>
            <a:ext cx="516908" cy="516855"/>
            <a:chOff x="6669907" y="1561258"/>
            <a:chExt cx="397907" cy="397866"/>
          </a:xfrm>
          <a:solidFill>
            <a:schemeClr val="bg1"/>
          </a:solidFill>
        </p:grpSpPr>
        <p:sp>
          <p:nvSpPr>
            <p:cNvPr id="8336" name="Google Shape;8336;p82"/>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37" name="Google Shape;8337;p82"/>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38" name="Google Shape;8338;p82"/>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39" name="Google Shape;8339;p82"/>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40" name="Google Shape;8340;p82"/>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41" name="Google Shape;8341;p82"/>
          <p:cNvGrpSpPr/>
          <p:nvPr/>
        </p:nvGrpSpPr>
        <p:grpSpPr>
          <a:xfrm>
            <a:off x="2611245" y="5181123"/>
            <a:ext cx="516908" cy="363429"/>
            <a:chOff x="3386036" y="1746339"/>
            <a:chExt cx="397907" cy="279762"/>
          </a:xfrm>
          <a:solidFill>
            <a:schemeClr val="bg1"/>
          </a:solidFill>
        </p:grpSpPr>
        <p:sp>
          <p:nvSpPr>
            <p:cNvPr id="8342" name="Google Shape;8342;p82"/>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43" name="Google Shape;8343;p82"/>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44" name="Google Shape;8344;p82"/>
          <p:cNvGrpSpPr/>
          <p:nvPr/>
        </p:nvGrpSpPr>
        <p:grpSpPr>
          <a:xfrm>
            <a:off x="3994841" y="5104385"/>
            <a:ext cx="516908" cy="516908"/>
            <a:chOff x="4417380" y="1687279"/>
            <a:chExt cx="397907" cy="397907"/>
          </a:xfrm>
          <a:solidFill>
            <a:schemeClr val="bg1"/>
          </a:solidFill>
        </p:grpSpPr>
        <p:sp>
          <p:nvSpPr>
            <p:cNvPr id="8345" name="Google Shape;8345;p82"/>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46" name="Google Shape;8346;p82"/>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47" name="Google Shape;8347;p82"/>
          <p:cNvGrpSpPr/>
          <p:nvPr/>
        </p:nvGrpSpPr>
        <p:grpSpPr>
          <a:xfrm>
            <a:off x="10590149" y="4411384"/>
            <a:ext cx="516881" cy="516881"/>
            <a:chOff x="2869999" y="1687279"/>
            <a:chExt cx="397887" cy="397887"/>
          </a:xfrm>
          <a:solidFill>
            <a:schemeClr val="bg1"/>
          </a:solidFill>
        </p:grpSpPr>
        <p:sp>
          <p:nvSpPr>
            <p:cNvPr id="8348" name="Google Shape;8348;p82"/>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49" name="Google Shape;8349;p82"/>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50" name="Google Shape;8350;p82"/>
          <p:cNvGrpSpPr/>
          <p:nvPr/>
        </p:nvGrpSpPr>
        <p:grpSpPr>
          <a:xfrm>
            <a:off x="3303625" y="5104886"/>
            <a:ext cx="515743" cy="515905"/>
            <a:chOff x="3902887" y="1687655"/>
            <a:chExt cx="397010" cy="397135"/>
          </a:xfrm>
          <a:solidFill>
            <a:schemeClr val="bg1"/>
          </a:solidFill>
        </p:grpSpPr>
        <p:sp>
          <p:nvSpPr>
            <p:cNvPr id="8351" name="Google Shape;8351;p82"/>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52" name="Google Shape;8352;p82"/>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53" name="Google Shape;8353;p82"/>
          <p:cNvGrpSpPr/>
          <p:nvPr/>
        </p:nvGrpSpPr>
        <p:grpSpPr>
          <a:xfrm>
            <a:off x="4687222" y="5104459"/>
            <a:ext cx="516908" cy="516908"/>
            <a:chOff x="4933458" y="1687279"/>
            <a:chExt cx="397907" cy="397907"/>
          </a:xfrm>
          <a:solidFill>
            <a:schemeClr val="bg1"/>
          </a:solidFill>
        </p:grpSpPr>
        <p:sp>
          <p:nvSpPr>
            <p:cNvPr id="8354" name="Google Shape;8354;p82"/>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55" name="Google Shape;8355;p82"/>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56" name="Google Shape;8356;p82"/>
          <p:cNvGrpSpPr/>
          <p:nvPr/>
        </p:nvGrpSpPr>
        <p:grpSpPr>
          <a:xfrm>
            <a:off x="7048329" y="4411384"/>
            <a:ext cx="516908" cy="516881"/>
            <a:chOff x="266768" y="1721375"/>
            <a:chExt cx="397907" cy="397887"/>
          </a:xfrm>
          <a:solidFill>
            <a:schemeClr val="bg1"/>
          </a:solidFill>
        </p:grpSpPr>
        <p:sp>
          <p:nvSpPr>
            <p:cNvPr id="8357" name="Google Shape;8357;p8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58" name="Google Shape;8358;p8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59" name="Google Shape;8359;p82"/>
          <p:cNvGrpSpPr/>
          <p:nvPr/>
        </p:nvGrpSpPr>
        <p:grpSpPr>
          <a:xfrm>
            <a:off x="9882230" y="4411899"/>
            <a:ext cx="516719" cy="515851"/>
            <a:chOff x="2408992" y="1722875"/>
            <a:chExt cx="397761" cy="397093"/>
          </a:xfrm>
          <a:solidFill>
            <a:schemeClr val="bg1"/>
          </a:solidFill>
        </p:grpSpPr>
        <p:sp>
          <p:nvSpPr>
            <p:cNvPr id="8360" name="Google Shape;8360;p82"/>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61" name="Google Shape;8361;p82"/>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62" name="Google Shape;8362;p82"/>
          <p:cNvGrpSpPr/>
          <p:nvPr/>
        </p:nvGrpSpPr>
        <p:grpSpPr>
          <a:xfrm>
            <a:off x="7456651" y="5104407"/>
            <a:ext cx="516855" cy="516855"/>
            <a:chOff x="7199196" y="1561258"/>
            <a:chExt cx="397866" cy="397866"/>
          </a:xfrm>
          <a:solidFill>
            <a:schemeClr val="bg1"/>
          </a:solidFill>
        </p:grpSpPr>
        <p:sp>
          <p:nvSpPr>
            <p:cNvPr id="8363" name="Google Shape;8363;p82"/>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64" name="Google Shape;8364;p82"/>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65" name="Google Shape;8365;p82"/>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366" name="Google Shape;8366;p82"/>
          <p:cNvSpPr txBox="1"/>
          <p:nvPr/>
        </p:nvSpPr>
        <p:spPr>
          <a:xfrm>
            <a:off x="1397800" y="1147795"/>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3200" b="0" i="0" u="none" strike="noStrike" kern="1200" cap="none" spc="0" normalizeH="0" baseline="0" noProof="0" dirty="0">
                <a:ln>
                  <a:noFill/>
                </a:ln>
                <a:solidFill>
                  <a:srgbClr val="FFFFFF"/>
                </a:solidFill>
                <a:effectLst/>
                <a:uLnTx/>
                <a:uFillTx/>
                <a:latin typeface="等线" panose="020F0502020204030204"/>
                <a:ea typeface="+mn-ea"/>
                <a:cs typeface="+mn-cs"/>
              </a:rPr>
              <a:t>SEO </a:t>
            </a:r>
            <a:r>
              <a:rPr kumimoji="0" lang="zh-CN" altLang="en-US" sz="3200"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和营销图标</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grpSp>
        <p:nvGrpSpPr>
          <p:cNvPr id="8367" name="Google Shape;8367;p82"/>
          <p:cNvGrpSpPr/>
          <p:nvPr/>
        </p:nvGrpSpPr>
        <p:grpSpPr>
          <a:xfrm>
            <a:off x="8464490" y="4411384"/>
            <a:ext cx="516881" cy="516881"/>
            <a:chOff x="1379798" y="1723250"/>
            <a:chExt cx="397887" cy="397887"/>
          </a:xfrm>
          <a:solidFill>
            <a:schemeClr val="bg1"/>
          </a:solidFill>
        </p:grpSpPr>
        <p:sp>
          <p:nvSpPr>
            <p:cNvPr id="8368" name="Google Shape;8368;p8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69" name="Google Shape;8369;p8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70" name="Google Shape;8370;p8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71" name="Google Shape;8371;p8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372" name="Google Shape;8372;p82"/>
          <p:cNvGrpSpPr/>
          <p:nvPr/>
        </p:nvGrpSpPr>
        <p:grpSpPr>
          <a:xfrm>
            <a:off x="7756437" y="4411384"/>
            <a:ext cx="516855" cy="516881"/>
            <a:chOff x="864491" y="1723250"/>
            <a:chExt cx="397866" cy="397887"/>
          </a:xfrm>
          <a:solidFill>
            <a:schemeClr val="bg1"/>
          </a:solidFill>
        </p:grpSpPr>
        <p:sp>
          <p:nvSpPr>
            <p:cNvPr id="8373" name="Google Shape;8373;p8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74" name="Google Shape;8374;p8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75" name="Google Shape;8375;p8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376" name="Google Shape;8376;p82"/>
          <p:cNvSpPr/>
          <p:nvPr/>
        </p:nvSpPr>
        <p:spPr>
          <a:xfrm>
            <a:off x="9172570" y="4458354"/>
            <a:ext cx="518461" cy="422860"/>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377" name="Google Shape;8377;p82"/>
          <p:cNvGrpSpPr/>
          <p:nvPr/>
        </p:nvGrpSpPr>
        <p:grpSpPr>
          <a:xfrm>
            <a:off x="8778872" y="5102747"/>
            <a:ext cx="518621" cy="518621"/>
            <a:chOff x="1190625" y="238125"/>
            <a:chExt cx="5235075" cy="5235075"/>
          </a:xfrm>
          <a:solidFill>
            <a:schemeClr val="bg1"/>
          </a:solidFill>
        </p:grpSpPr>
        <p:sp>
          <p:nvSpPr>
            <p:cNvPr id="8378" name="Google Shape;8378;p82"/>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79" name="Google Shape;8379;p82"/>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1" name="文本框 10">
            <a:extLst>
              <a:ext uri="{FF2B5EF4-FFF2-40B4-BE49-F238E27FC236}">
                <a16:creationId xmlns:a16="http://schemas.microsoft.com/office/drawing/2014/main" id="{2B22F2CC-9596-8B40-1FFF-7758348EF3DB}"/>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2BAF71EE-3311-854B-8A26-B5C10167F96F}"/>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538ABDFA-2667-13BB-94AB-CF9F39F6ABFE}"/>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E4FB0CC1-0EF4-3780-6C03-7EA9B2D84ABE}"/>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6D65333E-88E5-1820-9DA8-7C55DC968D2D}"/>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35DB7A75-8ED6-D943-6988-64043030F67F}"/>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FC45A175-5EEF-125D-0C98-4B85B4F6E758}"/>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9B551304-BAA4-E4CA-CDCF-92A3F47F7022}"/>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F36A6505-8A44-5120-C1A7-C25FA104B50F}"/>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38092D2B-ABE3-9C3E-1532-4065B6E4A4F6}"/>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8383"/>
        <p:cNvGrpSpPr/>
        <p:nvPr/>
      </p:nvGrpSpPr>
      <p:grpSpPr>
        <a:xfrm>
          <a:off x="0" y="0"/>
          <a:ext cx="0" cy="0"/>
          <a:chOff x="0" y="0"/>
          <a:chExt cx="0" cy="0"/>
        </a:xfrm>
      </p:grpSpPr>
      <p:sp>
        <p:nvSpPr>
          <p:cNvPr id="8384" name="Google Shape;8384;p83"/>
          <p:cNvSpPr/>
          <p:nvPr/>
        </p:nvSpPr>
        <p:spPr>
          <a:xfrm>
            <a:off x="9061341" y="4877919"/>
            <a:ext cx="457668" cy="515548"/>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385" name="Google Shape;8385;p83"/>
          <p:cNvGrpSpPr/>
          <p:nvPr/>
        </p:nvGrpSpPr>
        <p:grpSpPr>
          <a:xfrm>
            <a:off x="9159606" y="4975120"/>
            <a:ext cx="268295" cy="268256"/>
            <a:chOff x="583100" y="3982600"/>
            <a:chExt cx="296175" cy="296175"/>
          </a:xfrm>
        </p:grpSpPr>
        <p:sp>
          <p:nvSpPr>
            <p:cNvPr id="8386" name="Google Shape;8386;p83"/>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87" name="Google Shape;8387;p83"/>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88" name="Google Shape;8388;p83"/>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89" name="Google Shape;8389;p83"/>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0" name="Google Shape;8390;p83"/>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1" name="Google Shape;8391;p83"/>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2" name="Google Shape;8392;p83"/>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393" name="Google Shape;8393;p83"/>
          <p:cNvSpPr/>
          <p:nvPr/>
        </p:nvSpPr>
        <p:spPr>
          <a:xfrm>
            <a:off x="6992265" y="4877779"/>
            <a:ext cx="457129" cy="515571"/>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4" name="Google Shape;8394;p83"/>
          <p:cNvSpPr/>
          <p:nvPr/>
        </p:nvSpPr>
        <p:spPr>
          <a:xfrm>
            <a:off x="8009681" y="2216467"/>
            <a:ext cx="457153" cy="515407"/>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395" name="Google Shape;8395;p83"/>
          <p:cNvGrpSpPr/>
          <p:nvPr/>
        </p:nvGrpSpPr>
        <p:grpSpPr>
          <a:xfrm>
            <a:off x="8104110" y="2340043"/>
            <a:ext cx="268295" cy="268256"/>
            <a:chOff x="3497300" y="3227275"/>
            <a:chExt cx="296175" cy="296175"/>
          </a:xfrm>
        </p:grpSpPr>
        <p:sp>
          <p:nvSpPr>
            <p:cNvPr id="8396" name="Google Shape;8396;p83"/>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7" name="Google Shape;8397;p83"/>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8" name="Google Shape;8398;p83"/>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399" name="Google Shape;8399;p83"/>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0" name="Google Shape;8400;p83"/>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1" name="Google Shape;8401;p83"/>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2" name="Google Shape;8402;p83"/>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3" name="Google Shape;8403;p83"/>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404" name="Google Shape;8404;p83"/>
          <p:cNvSpPr/>
          <p:nvPr/>
        </p:nvSpPr>
        <p:spPr>
          <a:xfrm>
            <a:off x="10113517" y="2216467"/>
            <a:ext cx="457129" cy="515407"/>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405" name="Google Shape;8405;p83"/>
          <p:cNvGrpSpPr/>
          <p:nvPr/>
        </p:nvGrpSpPr>
        <p:grpSpPr>
          <a:xfrm>
            <a:off x="10207934" y="2339567"/>
            <a:ext cx="268295" cy="269207"/>
            <a:chOff x="4991425" y="3234750"/>
            <a:chExt cx="296175" cy="297225"/>
          </a:xfrm>
        </p:grpSpPr>
        <p:sp>
          <p:nvSpPr>
            <p:cNvPr id="8406" name="Google Shape;8406;p83"/>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7" name="Google Shape;8407;p83"/>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8" name="Google Shape;8408;p83"/>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09" name="Google Shape;8409;p83"/>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10" name="Google Shape;8410;p83"/>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11" name="Google Shape;8411;p83"/>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412" name="Google Shape;8412;p83"/>
          <p:cNvSpPr/>
          <p:nvPr/>
        </p:nvSpPr>
        <p:spPr>
          <a:xfrm>
            <a:off x="2664951" y="4746451"/>
            <a:ext cx="965592" cy="784015"/>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13" name="Google Shape;8413;p83"/>
          <p:cNvSpPr/>
          <p:nvPr/>
        </p:nvSpPr>
        <p:spPr>
          <a:xfrm>
            <a:off x="3932017" y="4746451"/>
            <a:ext cx="966131" cy="784015"/>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14" name="Google Shape;8414;p83"/>
          <p:cNvSpPr/>
          <p:nvPr/>
        </p:nvSpPr>
        <p:spPr>
          <a:xfrm>
            <a:off x="1397937" y="4746451"/>
            <a:ext cx="965592" cy="784015"/>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415" name="Google Shape;8415;p83"/>
          <p:cNvGrpSpPr/>
          <p:nvPr/>
        </p:nvGrpSpPr>
        <p:grpSpPr>
          <a:xfrm>
            <a:off x="4286612" y="4821466"/>
            <a:ext cx="263141" cy="263205"/>
            <a:chOff x="4456875" y="1435075"/>
            <a:chExt cx="481825" cy="481825"/>
          </a:xfrm>
        </p:grpSpPr>
        <p:sp>
          <p:nvSpPr>
            <p:cNvPr id="8416" name="Google Shape;8416;p83"/>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17" name="Google Shape;8417;p83"/>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18" name="Google Shape;8418;p83"/>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19" name="Google Shape;8419;p83"/>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0" name="Google Shape;8420;p83"/>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1" name="Google Shape;8421;p83"/>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2" name="Google Shape;8422;p83"/>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3" name="Google Shape;8423;p83"/>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4" name="Google Shape;8424;p83"/>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5" name="Google Shape;8425;p83"/>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6" name="Google Shape;8426;p83"/>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7" name="Google Shape;8427;p83"/>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8" name="Google Shape;8428;p83"/>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29" name="Google Shape;8429;p83"/>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0" name="Google Shape;8430;p83"/>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1" name="Google Shape;8431;p83"/>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2" name="Google Shape;8432;p83"/>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3" name="Google Shape;8433;p83"/>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4" name="Google Shape;8434;p83"/>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8435" name="Google Shape;8435;p83"/>
          <p:cNvGrpSpPr/>
          <p:nvPr/>
        </p:nvGrpSpPr>
        <p:grpSpPr>
          <a:xfrm>
            <a:off x="1746921" y="4821459"/>
            <a:ext cx="265721" cy="263219"/>
            <a:chOff x="5049725" y="1435050"/>
            <a:chExt cx="486550" cy="481850"/>
          </a:xfrm>
        </p:grpSpPr>
        <p:sp>
          <p:nvSpPr>
            <p:cNvPr id="8436" name="Google Shape;8436;p83"/>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7" name="Google Shape;8437;p83"/>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8" name="Google Shape;8438;p83"/>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39" name="Google Shape;8439;p83"/>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grpSp>
        <p:nvGrpSpPr>
          <p:cNvPr id="8440" name="Google Shape;8440;p83"/>
          <p:cNvGrpSpPr/>
          <p:nvPr/>
        </p:nvGrpSpPr>
        <p:grpSpPr>
          <a:xfrm>
            <a:off x="3018649" y="4823975"/>
            <a:ext cx="258199" cy="258261"/>
            <a:chOff x="6239925" y="2032450"/>
            <a:chExt cx="472775" cy="472775"/>
          </a:xfrm>
        </p:grpSpPr>
        <p:sp>
          <p:nvSpPr>
            <p:cNvPr id="8441" name="Google Shape;8441;p83"/>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42" name="Google Shape;8442;p83"/>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8443" name="Google Shape;8443;p83"/>
          <p:cNvSpPr/>
          <p:nvPr/>
        </p:nvSpPr>
        <p:spPr>
          <a:xfrm>
            <a:off x="1397937" y="2079300"/>
            <a:ext cx="965592" cy="783995"/>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444" name="Google Shape;8444;p83"/>
          <p:cNvGrpSpPr/>
          <p:nvPr/>
        </p:nvGrpSpPr>
        <p:grpSpPr>
          <a:xfrm>
            <a:off x="1750603" y="2161112"/>
            <a:ext cx="263181" cy="263205"/>
            <a:chOff x="2685825" y="840375"/>
            <a:chExt cx="481900" cy="481825"/>
          </a:xfrm>
        </p:grpSpPr>
        <p:sp>
          <p:nvSpPr>
            <p:cNvPr id="8445" name="Google Shape;8445;p83"/>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46" name="Google Shape;8446;p83"/>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8447" name="Google Shape;8447;p83"/>
          <p:cNvSpPr/>
          <p:nvPr/>
        </p:nvSpPr>
        <p:spPr>
          <a:xfrm>
            <a:off x="2664951" y="2079300"/>
            <a:ext cx="965592" cy="783995"/>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448" name="Google Shape;8448;p83"/>
          <p:cNvGrpSpPr/>
          <p:nvPr/>
        </p:nvGrpSpPr>
        <p:grpSpPr>
          <a:xfrm>
            <a:off x="3011841" y="2160867"/>
            <a:ext cx="271811" cy="263696"/>
            <a:chOff x="3270675" y="841800"/>
            <a:chExt cx="497700" cy="482725"/>
          </a:xfrm>
        </p:grpSpPr>
        <p:sp>
          <p:nvSpPr>
            <p:cNvPr id="8449" name="Google Shape;8449;p83"/>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50" name="Google Shape;8450;p83"/>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51" name="Google Shape;8451;p83"/>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8452" name="Google Shape;8452;p83"/>
          <p:cNvSpPr/>
          <p:nvPr/>
        </p:nvSpPr>
        <p:spPr>
          <a:xfrm>
            <a:off x="3932017" y="2079300"/>
            <a:ext cx="966131" cy="783995"/>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453" name="Google Shape;8453;p83"/>
          <p:cNvGrpSpPr/>
          <p:nvPr/>
        </p:nvGrpSpPr>
        <p:grpSpPr>
          <a:xfrm>
            <a:off x="4286611" y="2161150"/>
            <a:ext cx="263141" cy="263205"/>
            <a:chOff x="3271200" y="1435075"/>
            <a:chExt cx="481825" cy="481825"/>
          </a:xfrm>
        </p:grpSpPr>
        <p:sp>
          <p:nvSpPr>
            <p:cNvPr id="8454" name="Google Shape;8454;p83"/>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sp>
          <p:nvSpPr>
            <p:cNvPr id="8455" name="Google Shape;8455;p83"/>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35D74"/>
                </a:solidFill>
                <a:effectLst/>
                <a:uLnTx/>
                <a:uFillTx/>
                <a:latin typeface="等线" panose="020F0502020204030204"/>
                <a:ea typeface="+mn-ea"/>
                <a:cs typeface="+mn-cs"/>
              </a:endParaRPr>
            </a:p>
          </p:txBody>
        </p:sp>
      </p:grpSp>
      <p:sp>
        <p:nvSpPr>
          <p:cNvPr id="8456" name="Google Shape;8456;p83"/>
          <p:cNvSpPr/>
          <p:nvPr/>
        </p:nvSpPr>
        <p:spPr>
          <a:xfrm>
            <a:off x="2005714" y="3448224"/>
            <a:ext cx="2284249" cy="713301"/>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57" name="Google Shape;8457;p83"/>
          <p:cNvSpPr/>
          <p:nvPr/>
        </p:nvSpPr>
        <p:spPr>
          <a:xfrm>
            <a:off x="3538430" y="3310440"/>
            <a:ext cx="917252" cy="988856"/>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58" name="Google Shape;8458;p83"/>
          <p:cNvSpPr/>
          <p:nvPr/>
        </p:nvSpPr>
        <p:spPr>
          <a:xfrm>
            <a:off x="1840379" y="3310440"/>
            <a:ext cx="916733" cy="988856"/>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59" name="Google Shape;8459;p83"/>
          <p:cNvSpPr/>
          <p:nvPr/>
        </p:nvSpPr>
        <p:spPr>
          <a:xfrm>
            <a:off x="1573666" y="2468715"/>
            <a:ext cx="604225" cy="5207"/>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60" name="Google Shape;8460;p83"/>
          <p:cNvSpPr/>
          <p:nvPr/>
        </p:nvSpPr>
        <p:spPr>
          <a:xfrm>
            <a:off x="2845634" y="2468715"/>
            <a:ext cx="604225" cy="5207"/>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61" name="Google Shape;8461;p83"/>
          <p:cNvSpPr/>
          <p:nvPr/>
        </p:nvSpPr>
        <p:spPr>
          <a:xfrm>
            <a:off x="4116064" y="2468715"/>
            <a:ext cx="604225" cy="5207"/>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62" name="Google Shape;8462;p83"/>
          <p:cNvSpPr/>
          <p:nvPr/>
        </p:nvSpPr>
        <p:spPr>
          <a:xfrm>
            <a:off x="4116064" y="5135864"/>
            <a:ext cx="604225" cy="5227"/>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63" name="Google Shape;8463;p83"/>
          <p:cNvSpPr/>
          <p:nvPr/>
        </p:nvSpPr>
        <p:spPr>
          <a:xfrm>
            <a:off x="2845634" y="5135864"/>
            <a:ext cx="604225" cy="5227"/>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64" name="Google Shape;8464;p83"/>
          <p:cNvSpPr/>
          <p:nvPr/>
        </p:nvSpPr>
        <p:spPr>
          <a:xfrm>
            <a:off x="1575222" y="5135864"/>
            <a:ext cx="604225" cy="5227"/>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65" name="Google Shape;8465;p83"/>
          <p:cNvSpPr txBox="1"/>
          <p:nvPr/>
        </p:nvSpPr>
        <p:spPr>
          <a:xfrm>
            <a:off x="2192417" y="3622983"/>
            <a:ext cx="1904800" cy="3640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333" b="0" i="0" u="none" strike="noStrike" kern="1200" cap="none" spc="0" normalizeH="0" baseline="0" noProof="0">
                <a:ln>
                  <a:noFill/>
                </a:ln>
                <a:solidFill>
                  <a:srgbClr val="FFFFFF"/>
                </a:solidFill>
                <a:effectLst/>
                <a:uLnTx/>
                <a:uFillTx/>
                <a:latin typeface="等线" panose="020F0502020204030204"/>
                <a:ea typeface="+mn-ea"/>
                <a:cs typeface="+mn-cs"/>
              </a:rPr>
              <a:t>Add the title here</a:t>
            </a:r>
            <a:endParaRPr kumimoji="0" sz="1333"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66" name="Google Shape;8466;p83"/>
          <p:cNvSpPr txBox="1"/>
          <p:nvPr/>
        </p:nvSpPr>
        <p:spPr>
          <a:xfrm>
            <a:off x="1397937" y="2547719"/>
            <a:ext cx="965600" cy="31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a:ln>
                  <a:noFill/>
                </a:ln>
                <a:solidFill>
                  <a:srgbClr val="FFFFFF"/>
                </a:solidFill>
                <a:effectLst/>
                <a:uLnTx/>
                <a:uFillTx/>
                <a:latin typeface="等线" panose="020F0502020204030204"/>
                <a:ea typeface="+mn-ea"/>
                <a:cs typeface="+mn-cs"/>
              </a:rPr>
              <a:t>Text 1</a:t>
            </a:r>
            <a:endParaRPr kumimoji="0" sz="1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67" name="Google Shape;8467;p83"/>
          <p:cNvSpPr txBox="1"/>
          <p:nvPr/>
        </p:nvSpPr>
        <p:spPr>
          <a:xfrm>
            <a:off x="2664947" y="2546447"/>
            <a:ext cx="965600" cy="31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a:ln>
                  <a:noFill/>
                </a:ln>
                <a:solidFill>
                  <a:srgbClr val="FFFFFF"/>
                </a:solidFill>
                <a:effectLst/>
                <a:uLnTx/>
                <a:uFillTx/>
                <a:latin typeface="等线" panose="020F0502020204030204"/>
                <a:ea typeface="+mn-ea"/>
                <a:cs typeface="+mn-cs"/>
              </a:rPr>
              <a:t>Text 2</a:t>
            </a:r>
            <a:endParaRPr kumimoji="0" sz="1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68" name="Google Shape;8468;p83"/>
          <p:cNvSpPr txBox="1"/>
          <p:nvPr/>
        </p:nvSpPr>
        <p:spPr>
          <a:xfrm>
            <a:off x="3932025" y="2546447"/>
            <a:ext cx="965600" cy="31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a:ln>
                  <a:noFill/>
                </a:ln>
                <a:solidFill>
                  <a:srgbClr val="FFFFFF"/>
                </a:solidFill>
                <a:effectLst/>
                <a:uLnTx/>
                <a:uFillTx/>
                <a:latin typeface="等线" panose="020F0502020204030204"/>
                <a:ea typeface="+mn-ea"/>
                <a:cs typeface="+mn-cs"/>
              </a:rPr>
              <a:t>Text 3</a:t>
            </a:r>
            <a:endParaRPr kumimoji="0" sz="1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69" name="Google Shape;8469;p83"/>
          <p:cNvSpPr txBox="1"/>
          <p:nvPr/>
        </p:nvSpPr>
        <p:spPr>
          <a:xfrm>
            <a:off x="1397800" y="5230877"/>
            <a:ext cx="965600" cy="31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a:ln>
                  <a:noFill/>
                </a:ln>
                <a:solidFill>
                  <a:srgbClr val="FFFFFF"/>
                </a:solidFill>
                <a:effectLst/>
                <a:uLnTx/>
                <a:uFillTx/>
                <a:latin typeface="等线" panose="020F0502020204030204"/>
                <a:ea typeface="+mn-ea"/>
                <a:cs typeface="+mn-cs"/>
              </a:rPr>
              <a:t>Text 4</a:t>
            </a:r>
            <a:endParaRPr kumimoji="0" sz="1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70" name="Google Shape;8470;p83"/>
          <p:cNvSpPr txBox="1"/>
          <p:nvPr/>
        </p:nvSpPr>
        <p:spPr>
          <a:xfrm>
            <a:off x="2664947" y="5230877"/>
            <a:ext cx="965600" cy="31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a:ln>
                  <a:noFill/>
                </a:ln>
                <a:solidFill>
                  <a:srgbClr val="FFFFFF"/>
                </a:solidFill>
                <a:effectLst/>
                <a:uLnTx/>
                <a:uFillTx/>
                <a:latin typeface="等线" panose="020F0502020204030204"/>
                <a:ea typeface="+mn-ea"/>
                <a:cs typeface="+mn-cs"/>
              </a:rPr>
              <a:t>Text 5</a:t>
            </a:r>
            <a:endParaRPr kumimoji="0" sz="1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71" name="Google Shape;8471;p83"/>
          <p:cNvSpPr txBox="1"/>
          <p:nvPr/>
        </p:nvSpPr>
        <p:spPr>
          <a:xfrm>
            <a:off x="3932025" y="5230877"/>
            <a:ext cx="965600" cy="31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0" i="0" u="none" strike="noStrike" kern="1200" cap="none" spc="0" normalizeH="0" baseline="0" noProof="0">
                <a:ln>
                  <a:noFill/>
                </a:ln>
                <a:solidFill>
                  <a:srgbClr val="FFFFFF"/>
                </a:solidFill>
                <a:effectLst/>
                <a:uLnTx/>
                <a:uFillTx/>
                <a:latin typeface="等线" panose="020F0502020204030204"/>
                <a:ea typeface="+mn-ea"/>
                <a:cs typeface="+mn-cs"/>
              </a:rPr>
              <a:t>Text 6</a:t>
            </a:r>
            <a:endParaRPr kumimoji="0" sz="1200" b="0"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472" name="Google Shape;8472;p83"/>
          <p:cNvSpPr/>
          <p:nvPr/>
        </p:nvSpPr>
        <p:spPr>
          <a:xfrm>
            <a:off x="1833049" y="2923235"/>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3" name="Google Shape;8473;p83"/>
          <p:cNvSpPr/>
          <p:nvPr/>
        </p:nvSpPr>
        <p:spPr>
          <a:xfrm>
            <a:off x="3102173" y="2923235"/>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4" name="Google Shape;8474;p83"/>
          <p:cNvSpPr/>
          <p:nvPr/>
        </p:nvSpPr>
        <p:spPr>
          <a:xfrm>
            <a:off x="4371313" y="2923235"/>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5" name="Google Shape;8475;p83"/>
          <p:cNvSpPr/>
          <p:nvPr/>
        </p:nvSpPr>
        <p:spPr>
          <a:xfrm>
            <a:off x="1833032" y="4606047"/>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6" name="Google Shape;8476;p83"/>
          <p:cNvSpPr/>
          <p:nvPr/>
        </p:nvSpPr>
        <p:spPr>
          <a:xfrm>
            <a:off x="3102156" y="4606047"/>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7" name="Google Shape;8477;p83"/>
          <p:cNvSpPr/>
          <p:nvPr/>
        </p:nvSpPr>
        <p:spPr>
          <a:xfrm>
            <a:off x="4371296" y="4606047"/>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8" name="Google Shape;8478;p83"/>
          <p:cNvSpPr/>
          <p:nvPr/>
        </p:nvSpPr>
        <p:spPr>
          <a:xfrm>
            <a:off x="2934305" y="3277607"/>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79" name="Google Shape;8479;p83"/>
          <p:cNvSpPr/>
          <p:nvPr/>
        </p:nvSpPr>
        <p:spPr>
          <a:xfrm>
            <a:off x="3105043" y="3277607"/>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80" name="Google Shape;8480;p83"/>
          <p:cNvSpPr/>
          <p:nvPr/>
        </p:nvSpPr>
        <p:spPr>
          <a:xfrm>
            <a:off x="3275781" y="3277607"/>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81" name="Google Shape;8481;p83"/>
          <p:cNvSpPr/>
          <p:nvPr/>
        </p:nvSpPr>
        <p:spPr>
          <a:xfrm>
            <a:off x="2934305" y="4249224"/>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82" name="Google Shape;8482;p83"/>
          <p:cNvSpPr/>
          <p:nvPr/>
        </p:nvSpPr>
        <p:spPr>
          <a:xfrm>
            <a:off x="3105043" y="4249224"/>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83" name="Google Shape;8483;p83"/>
          <p:cNvSpPr/>
          <p:nvPr/>
        </p:nvSpPr>
        <p:spPr>
          <a:xfrm>
            <a:off x="3275781" y="4249224"/>
            <a:ext cx="85200" cy="852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8484" name="Google Shape;8484;p83"/>
          <p:cNvCxnSpPr>
            <a:stCxn id="8472" idx="4"/>
            <a:endCxn id="8478" idx="0"/>
          </p:cNvCxnSpPr>
          <p:nvPr/>
        </p:nvCxnSpPr>
        <p:spPr>
          <a:xfrm rot="-5400000" flipH="1">
            <a:off x="2291649" y="2592435"/>
            <a:ext cx="269200" cy="11012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8485" name="Google Shape;8485;p83"/>
          <p:cNvCxnSpPr>
            <a:stCxn id="8474" idx="4"/>
            <a:endCxn id="8480" idx="0"/>
          </p:cNvCxnSpPr>
          <p:nvPr/>
        </p:nvCxnSpPr>
        <p:spPr>
          <a:xfrm rot="5400000">
            <a:off x="3731513" y="2595235"/>
            <a:ext cx="269200" cy="10956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8486" name="Google Shape;8486;p83"/>
          <p:cNvCxnSpPr>
            <a:stCxn id="8473" idx="4"/>
            <a:endCxn id="8479" idx="0"/>
          </p:cNvCxnSpPr>
          <p:nvPr/>
        </p:nvCxnSpPr>
        <p:spPr>
          <a:xfrm rot="-5400000" flipH="1">
            <a:off x="3011573" y="3141635"/>
            <a:ext cx="269200" cy="28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8487" name="Google Shape;8487;p83"/>
          <p:cNvCxnSpPr>
            <a:stCxn id="8475" idx="0"/>
            <a:endCxn id="8481" idx="4"/>
          </p:cNvCxnSpPr>
          <p:nvPr/>
        </p:nvCxnSpPr>
        <p:spPr>
          <a:xfrm rot="-5400000">
            <a:off x="2290432" y="3919647"/>
            <a:ext cx="271600" cy="1101200"/>
          </a:xfrm>
          <a:prstGeom prst="curvedConnector3">
            <a:avLst>
              <a:gd name="adj1" fmla="val 50004"/>
            </a:avLst>
          </a:prstGeom>
          <a:noFill/>
          <a:ln w="19050" cap="flat" cmpd="sng">
            <a:solidFill>
              <a:srgbClr val="5F7D95"/>
            </a:solidFill>
            <a:prstDash val="solid"/>
            <a:round/>
            <a:headEnd type="none" w="med" len="med"/>
            <a:tailEnd type="none" w="med" len="med"/>
          </a:ln>
        </p:spPr>
      </p:cxnSp>
      <p:cxnSp>
        <p:nvCxnSpPr>
          <p:cNvPr id="8488" name="Google Shape;8488;p83"/>
          <p:cNvCxnSpPr>
            <a:stCxn id="8477" idx="0"/>
            <a:endCxn id="8483" idx="4"/>
          </p:cNvCxnSpPr>
          <p:nvPr/>
        </p:nvCxnSpPr>
        <p:spPr>
          <a:xfrm rot="5400000" flipH="1">
            <a:off x="3730296" y="3922447"/>
            <a:ext cx="271600" cy="1095600"/>
          </a:xfrm>
          <a:prstGeom prst="curvedConnector3">
            <a:avLst>
              <a:gd name="adj1" fmla="val 50004"/>
            </a:avLst>
          </a:prstGeom>
          <a:noFill/>
          <a:ln w="19050" cap="flat" cmpd="sng">
            <a:solidFill>
              <a:srgbClr val="5F7D95"/>
            </a:solidFill>
            <a:prstDash val="solid"/>
            <a:round/>
            <a:headEnd type="none" w="med" len="med"/>
            <a:tailEnd type="none" w="med" len="med"/>
          </a:ln>
        </p:spPr>
      </p:cxnSp>
      <p:cxnSp>
        <p:nvCxnSpPr>
          <p:cNvPr id="8489" name="Google Shape;8489;p83"/>
          <p:cNvCxnSpPr>
            <a:stCxn id="8476" idx="0"/>
            <a:endCxn id="8482" idx="4"/>
          </p:cNvCxnSpPr>
          <p:nvPr/>
        </p:nvCxnSpPr>
        <p:spPr>
          <a:xfrm rot="-5400000">
            <a:off x="3010356" y="4468847"/>
            <a:ext cx="271600" cy="2800"/>
          </a:xfrm>
          <a:prstGeom prst="curvedConnector3">
            <a:avLst>
              <a:gd name="adj1" fmla="val 50004"/>
            </a:avLst>
          </a:prstGeom>
          <a:noFill/>
          <a:ln w="19050" cap="flat" cmpd="sng">
            <a:solidFill>
              <a:srgbClr val="5F7D95"/>
            </a:solidFill>
            <a:prstDash val="solid"/>
            <a:round/>
            <a:headEnd type="none" w="med" len="med"/>
            <a:tailEnd type="none" w="med" len="med"/>
          </a:ln>
        </p:spPr>
      </p:cxnSp>
      <p:sp>
        <p:nvSpPr>
          <p:cNvPr id="8490" name="Google Shape;8490;p83"/>
          <p:cNvSpPr/>
          <p:nvPr/>
        </p:nvSpPr>
        <p:spPr>
          <a:xfrm>
            <a:off x="5652965" y="3611092"/>
            <a:ext cx="1038848" cy="336312"/>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1" name="Google Shape;8491;p83"/>
          <p:cNvSpPr/>
          <p:nvPr/>
        </p:nvSpPr>
        <p:spPr>
          <a:xfrm>
            <a:off x="6691790" y="3611092"/>
            <a:ext cx="1038825" cy="336312"/>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2" name="Google Shape;8492;p83"/>
          <p:cNvSpPr/>
          <p:nvPr/>
        </p:nvSpPr>
        <p:spPr>
          <a:xfrm>
            <a:off x="7730591" y="3611092"/>
            <a:ext cx="1038309" cy="336312"/>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3" name="Google Shape;8493;p83"/>
          <p:cNvSpPr/>
          <p:nvPr/>
        </p:nvSpPr>
        <p:spPr>
          <a:xfrm>
            <a:off x="8768877" y="3611092"/>
            <a:ext cx="1038848" cy="336312"/>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4" name="Google Shape;8494;p83"/>
          <p:cNvSpPr/>
          <p:nvPr/>
        </p:nvSpPr>
        <p:spPr>
          <a:xfrm>
            <a:off x="9807702" y="3611092"/>
            <a:ext cx="1038825" cy="336312"/>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5" name="Google Shape;8495;p83"/>
          <p:cNvSpPr/>
          <p:nvPr/>
        </p:nvSpPr>
        <p:spPr>
          <a:xfrm>
            <a:off x="5905868" y="2216467"/>
            <a:ext cx="457129" cy="515407"/>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6" name="Google Shape;8496;p83"/>
          <p:cNvSpPr/>
          <p:nvPr/>
        </p:nvSpPr>
        <p:spPr>
          <a:xfrm>
            <a:off x="6093017" y="3439176"/>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7" name="Google Shape;8497;p83"/>
          <p:cNvSpPr/>
          <p:nvPr/>
        </p:nvSpPr>
        <p:spPr>
          <a:xfrm>
            <a:off x="8196833" y="3439176"/>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8" name="Google Shape;8498;p83"/>
          <p:cNvSpPr/>
          <p:nvPr/>
        </p:nvSpPr>
        <p:spPr>
          <a:xfrm>
            <a:off x="10300633" y="3439176"/>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499" name="Google Shape;8499;p83"/>
          <p:cNvSpPr/>
          <p:nvPr/>
        </p:nvSpPr>
        <p:spPr>
          <a:xfrm>
            <a:off x="7179417" y="3999627"/>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00" name="Google Shape;8500;p83"/>
          <p:cNvSpPr/>
          <p:nvPr/>
        </p:nvSpPr>
        <p:spPr>
          <a:xfrm>
            <a:off x="9248751" y="3999693"/>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01" name="Google Shape;8501;p83"/>
          <p:cNvSpPr txBox="1"/>
          <p:nvPr/>
        </p:nvSpPr>
        <p:spPr>
          <a:xfrm>
            <a:off x="5775229" y="3626545"/>
            <a:ext cx="718400" cy="3060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1" i="0" u="none" strike="noStrike" kern="1200" cap="none" spc="0" normalizeH="0" baseline="0" noProof="0">
                <a:ln>
                  <a:noFill/>
                </a:ln>
                <a:solidFill>
                  <a:srgbClr val="FFFFFF"/>
                </a:solidFill>
                <a:effectLst/>
                <a:uLnTx/>
                <a:uFillTx/>
                <a:latin typeface="等线" panose="020F0502020204030204"/>
                <a:ea typeface="+mn-ea"/>
                <a:cs typeface="+mn-cs"/>
              </a:rPr>
              <a:t>2016</a:t>
            </a:r>
            <a:endParaRPr kumimoji="0" sz="1200" b="1"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502" name="Google Shape;8502;p83"/>
          <p:cNvSpPr/>
          <p:nvPr/>
        </p:nvSpPr>
        <p:spPr>
          <a:xfrm>
            <a:off x="6093017" y="2767009"/>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03" name="Google Shape;8503;p83"/>
          <p:cNvSpPr/>
          <p:nvPr/>
        </p:nvSpPr>
        <p:spPr>
          <a:xfrm>
            <a:off x="8204067" y="2767009"/>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04" name="Google Shape;8504;p83"/>
          <p:cNvSpPr/>
          <p:nvPr/>
        </p:nvSpPr>
        <p:spPr>
          <a:xfrm>
            <a:off x="10300633" y="2767009"/>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05" name="Google Shape;8505;p83"/>
          <p:cNvSpPr/>
          <p:nvPr/>
        </p:nvSpPr>
        <p:spPr>
          <a:xfrm>
            <a:off x="7178888" y="4759463"/>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06" name="Google Shape;8506;p83"/>
          <p:cNvSpPr/>
          <p:nvPr/>
        </p:nvSpPr>
        <p:spPr>
          <a:xfrm>
            <a:off x="9248755" y="4759463"/>
            <a:ext cx="82800" cy="82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8507" name="Google Shape;8507;p83"/>
          <p:cNvCxnSpPr>
            <a:stCxn id="8496" idx="0"/>
            <a:endCxn id="8502" idx="4"/>
          </p:cNvCxnSpPr>
          <p:nvPr/>
        </p:nvCxnSpPr>
        <p:spPr>
          <a:xfrm rot="10800000">
            <a:off x="6134417" y="2849976"/>
            <a:ext cx="0" cy="589200"/>
          </a:xfrm>
          <a:prstGeom prst="straightConnector1">
            <a:avLst/>
          </a:prstGeom>
          <a:noFill/>
          <a:ln w="9525" cap="flat" cmpd="sng">
            <a:solidFill>
              <a:srgbClr val="A5B7C6"/>
            </a:solidFill>
            <a:prstDash val="dash"/>
            <a:round/>
            <a:headEnd type="none" w="med" len="med"/>
            <a:tailEnd type="none" w="med" len="med"/>
          </a:ln>
        </p:spPr>
      </p:cxnSp>
      <p:cxnSp>
        <p:nvCxnSpPr>
          <p:cNvPr id="8508" name="Google Shape;8508;p83"/>
          <p:cNvCxnSpPr>
            <a:stCxn id="8497" idx="0"/>
            <a:endCxn id="8503" idx="4"/>
          </p:cNvCxnSpPr>
          <p:nvPr/>
        </p:nvCxnSpPr>
        <p:spPr>
          <a:xfrm rot="10800000" flipH="1">
            <a:off x="8238233" y="2849976"/>
            <a:ext cx="7200" cy="589200"/>
          </a:xfrm>
          <a:prstGeom prst="straightConnector1">
            <a:avLst/>
          </a:prstGeom>
          <a:noFill/>
          <a:ln w="9525" cap="flat" cmpd="sng">
            <a:solidFill>
              <a:srgbClr val="A5B7C6"/>
            </a:solidFill>
            <a:prstDash val="dash"/>
            <a:round/>
            <a:headEnd type="none" w="med" len="med"/>
            <a:tailEnd type="none" w="med" len="med"/>
          </a:ln>
        </p:spPr>
      </p:cxnSp>
      <p:cxnSp>
        <p:nvCxnSpPr>
          <p:cNvPr id="8509" name="Google Shape;8509;p83"/>
          <p:cNvCxnSpPr>
            <a:stCxn id="8498" idx="0"/>
            <a:endCxn id="8504" idx="4"/>
          </p:cNvCxnSpPr>
          <p:nvPr/>
        </p:nvCxnSpPr>
        <p:spPr>
          <a:xfrm rot="10800000">
            <a:off x="10342033" y="2849976"/>
            <a:ext cx="0" cy="589200"/>
          </a:xfrm>
          <a:prstGeom prst="straightConnector1">
            <a:avLst/>
          </a:prstGeom>
          <a:noFill/>
          <a:ln w="9525" cap="flat" cmpd="sng">
            <a:solidFill>
              <a:srgbClr val="A5B7C6"/>
            </a:solidFill>
            <a:prstDash val="dash"/>
            <a:round/>
            <a:headEnd type="none" w="med" len="med"/>
            <a:tailEnd type="none" w="med" len="med"/>
          </a:ln>
        </p:spPr>
      </p:cxnSp>
      <p:cxnSp>
        <p:nvCxnSpPr>
          <p:cNvPr id="8510" name="Google Shape;8510;p83"/>
          <p:cNvCxnSpPr>
            <a:stCxn id="8499" idx="4"/>
            <a:endCxn id="8505" idx="0"/>
          </p:cNvCxnSpPr>
          <p:nvPr/>
        </p:nvCxnSpPr>
        <p:spPr>
          <a:xfrm flipH="1">
            <a:off x="7220417" y="4082427"/>
            <a:ext cx="400" cy="677200"/>
          </a:xfrm>
          <a:prstGeom prst="straightConnector1">
            <a:avLst/>
          </a:prstGeom>
          <a:noFill/>
          <a:ln w="9525" cap="flat" cmpd="sng">
            <a:solidFill>
              <a:srgbClr val="A5B7C6"/>
            </a:solidFill>
            <a:prstDash val="dash"/>
            <a:round/>
            <a:headEnd type="none" w="med" len="med"/>
            <a:tailEnd type="none" w="med" len="med"/>
          </a:ln>
        </p:spPr>
      </p:cxnSp>
      <p:cxnSp>
        <p:nvCxnSpPr>
          <p:cNvPr id="8511" name="Google Shape;8511;p83"/>
          <p:cNvCxnSpPr>
            <a:stCxn id="8500" idx="4"/>
            <a:endCxn id="8506" idx="0"/>
          </p:cNvCxnSpPr>
          <p:nvPr/>
        </p:nvCxnSpPr>
        <p:spPr>
          <a:xfrm>
            <a:off x="9290151" y="4082493"/>
            <a:ext cx="0" cy="676800"/>
          </a:xfrm>
          <a:prstGeom prst="straightConnector1">
            <a:avLst/>
          </a:prstGeom>
          <a:noFill/>
          <a:ln w="9525" cap="flat" cmpd="sng">
            <a:solidFill>
              <a:srgbClr val="A5B7C6"/>
            </a:solidFill>
            <a:prstDash val="dash"/>
            <a:round/>
            <a:headEnd type="none" w="med" len="med"/>
            <a:tailEnd type="none" w="med" len="med"/>
          </a:ln>
        </p:spPr>
      </p:cxnSp>
      <p:sp>
        <p:nvSpPr>
          <p:cNvPr id="8512" name="Google Shape;8512;p83"/>
          <p:cNvSpPr txBox="1"/>
          <p:nvPr/>
        </p:nvSpPr>
        <p:spPr>
          <a:xfrm>
            <a:off x="6851996" y="3626545"/>
            <a:ext cx="718400" cy="3060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1" i="0" u="none" strike="noStrike" kern="1200" cap="none" spc="0" normalizeH="0" baseline="0" noProof="0">
                <a:ln>
                  <a:noFill/>
                </a:ln>
                <a:solidFill>
                  <a:srgbClr val="FFFFFF"/>
                </a:solidFill>
                <a:effectLst/>
                <a:uLnTx/>
                <a:uFillTx/>
                <a:latin typeface="等线" panose="020F0502020204030204"/>
                <a:ea typeface="+mn-ea"/>
                <a:cs typeface="+mn-cs"/>
              </a:rPr>
              <a:t>2017</a:t>
            </a:r>
            <a:endParaRPr kumimoji="0" sz="1200" b="1"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513" name="Google Shape;8513;p83"/>
          <p:cNvSpPr txBox="1"/>
          <p:nvPr/>
        </p:nvSpPr>
        <p:spPr>
          <a:xfrm>
            <a:off x="7872896" y="3626545"/>
            <a:ext cx="718400" cy="3060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1" i="0" u="none" strike="noStrike" kern="1200" cap="none" spc="0" normalizeH="0" baseline="0" noProof="0">
                <a:ln>
                  <a:noFill/>
                </a:ln>
                <a:solidFill>
                  <a:srgbClr val="FFFFFF"/>
                </a:solidFill>
                <a:effectLst/>
                <a:uLnTx/>
                <a:uFillTx/>
                <a:latin typeface="等线" panose="020F0502020204030204"/>
                <a:ea typeface="+mn-ea"/>
                <a:cs typeface="+mn-cs"/>
              </a:rPr>
              <a:t>2018</a:t>
            </a:r>
            <a:endParaRPr kumimoji="0" sz="1200" b="1"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514" name="Google Shape;8514;p83"/>
          <p:cNvSpPr txBox="1"/>
          <p:nvPr/>
        </p:nvSpPr>
        <p:spPr>
          <a:xfrm>
            <a:off x="8929096" y="3626545"/>
            <a:ext cx="718400" cy="3060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1" i="0" u="none" strike="noStrike" kern="1200" cap="none" spc="0" normalizeH="0" baseline="0" noProof="0">
                <a:ln>
                  <a:noFill/>
                </a:ln>
                <a:solidFill>
                  <a:srgbClr val="FFFFFF"/>
                </a:solidFill>
                <a:effectLst/>
                <a:uLnTx/>
                <a:uFillTx/>
                <a:latin typeface="等线" panose="020F0502020204030204"/>
                <a:ea typeface="+mn-ea"/>
                <a:cs typeface="+mn-cs"/>
              </a:rPr>
              <a:t>2019</a:t>
            </a:r>
            <a:endParaRPr kumimoji="0" sz="1200" b="1" i="0" u="none" strike="noStrike" kern="1200" cap="none" spc="0" normalizeH="0" baseline="0" noProof="0">
              <a:ln>
                <a:noFill/>
              </a:ln>
              <a:solidFill>
                <a:srgbClr val="FFFFFF"/>
              </a:solidFill>
              <a:effectLst/>
              <a:uLnTx/>
              <a:uFillTx/>
              <a:latin typeface="等线" panose="020F0502020204030204"/>
              <a:ea typeface="+mn-ea"/>
              <a:cs typeface="+mn-cs"/>
            </a:endParaRPr>
          </a:p>
        </p:txBody>
      </p:sp>
      <p:sp>
        <p:nvSpPr>
          <p:cNvPr id="8515" name="Google Shape;8515;p83"/>
          <p:cNvSpPr txBox="1"/>
          <p:nvPr/>
        </p:nvSpPr>
        <p:spPr>
          <a:xfrm>
            <a:off x="9985296" y="3626545"/>
            <a:ext cx="718400" cy="3060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200" b="1" i="0" u="none" strike="noStrike" kern="1200" cap="none" spc="0" normalizeH="0" baseline="0" noProof="0">
                <a:ln>
                  <a:noFill/>
                </a:ln>
                <a:solidFill>
                  <a:srgbClr val="FFFFFF"/>
                </a:solidFill>
                <a:effectLst/>
                <a:uLnTx/>
                <a:uFillTx/>
                <a:latin typeface="等线" panose="020F0502020204030204"/>
                <a:ea typeface="+mn-ea"/>
                <a:cs typeface="+mn-cs"/>
              </a:rPr>
              <a:t>2020</a:t>
            </a:r>
            <a:endParaRPr kumimoji="0" sz="1200" b="1" i="0" u="none" strike="noStrike" kern="1200" cap="none" spc="0" normalizeH="0" baseline="0" noProof="0">
              <a:ln>
                <a:noFill/>
              </a:ln>
              <a:solidFill>
                <a:srgbClr val="FFFFFF"/>
              </a:solidFill>
              <a:effectLst/>
              <a:uLnTx/>
              <a:uFillTx/>
              <a:latin typeface="等线" panose="020F0502020204030204"/>
              <a:ea typeface="+mn-ea"/>
              <a:cs typeface="+mn-cs"/>
            </a:endParaRPr>
          </a:p>
        </p:txBody>
      </p:sp>
      <p:grpSp>
        <p:nvGrpSpPr>
          <p:cNvPr id="8516" name="Google Shape;8516;p83"/>
          <p:cNvGrpSpPr/>
          <p:nvPr/>
        </p:nvGrpSpPr>
        <p:grpSpPr>
          <a:xfrm>
            <a:off x="7076475" y="4997959"/>
            <a:ext cx="274820" cy="274820"/>
            <a:chOff x="1049375" y="2680675"/>
            <a:chExt cx="297725" cy="297725"/>
          </a:xfrm>
        </p:grpSpPr>
        <p:sp>
          <p:nvSpPr>
            <p:cNvPr id="8517" name="Google Shape;8517;p8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18" name="Google Shape;8518;p8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519" name="Google Shape;8519;p83"/>
          <p:cNvSpPr txBox="1"/>
          <p:nvPr/>
        </p:nvSpPr>
        <p:spPr>
          <a:xfrm>
            <a:off x="8540351" y="2787079"/>
            <a:ext cx="1506800" cy="5892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A5B7C6"/>
                </a:solidFill>
                <a:effectLst/>
                <a:uLnTx/>
                <a:uFillTx/>
                <a:latin typeface="等线" panose="020F0502020204030204"/>
                <a:ea typeface="+mn-ea"/>
                <a:cs typeface="+mn-cs"/>
              </a:rPr>
              <a:t>“Despite being red, Mars is actually a very cold place”</a:t>
            </a:r>
            <a:endParaRPr kumimoji="0" sz="1067" b="0" i="0" u="none" strike="noStrike" kern="1200" cap="none" spc="0" normalizeH="0" baseline="0" noProof="0">
              <a:ln>
                <a:noFill/>
              </a:ln>
              <a:solidFill>
                <a:srgbClr val="A5B7C6"/>
              </a:solidFill>
              <a:effectLst/>
              <a:uLnTx/>
              <a:uFillTx/>
              <a:latin typeface="等线" panose="020F0502020204030204"/>
              <a:ea typeface="+mn-ea"/>
              <a:cs typeface="+mn-cs"/>
            </a:endParaRPr>
          </a:p>
        </p:txBody>
      </p:sp>
      <p:sp>
        <p:nvSpPr>
          <p:cNvPr id="8520" name="Google Shape;8520;p83"/>
          <p:cNvSpPr txBox="1"/>
          <p:nvPr/>
        </p:nvSpPr>
        <p:spPr>
          <a:xfrm>
            <a:off x="6436548" y="2787079"/>
            <a:ext cx="1506800" cy="5892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A5B7C6"/>
                </a:solidFill>
                <a:effectLst/>
                <a:uLnTx/>
                <a:uFillTx/>
                <a:latin typeface="等线" panose="020F0502020204030204"/>
                <a:ea typeface="+mn-ea"/>
                <a:cs typeface="+mn-cs"/>
              </a:rPr>
              <a:t>“Mercury is closest planet to the Sun and the smallest”</a:t>
            </a:r>
            <a:endParaRPr kumimoji="0" sz="1067" b="0" i="0" u="none" strike="noStrike" kern="1200" cap="none" spc="0" normalizeH="0" baseline="0" noProof="0">
              <a:ln>
                <a:noFill/>
              </a:ln>
              <a:solidFill>
                <a:srgbClr val="A5B7C6"/>
              </a:solidFill>
              <a:effectLst/>
              <a:uLnTx/>
              <a:uFillTx/>
              <a:latin typeface="等线" panose="020F0502020204030204"/>
              <a:ea typeface="+mn-ea"/>
              <a:cs typeface="+mn-cs"/>
            </a:endParaRPr>
          </a:p>
        </p:txBody>
      </p:sp>
      <p:sp>
        <p:nvSpPr>
          <p:cNvPr id="8521" name="Google Shape;8521;p83"/>
          <p:cNvSpPr txBox="1"/>
          <p:nvPr/>
        </p:nvSpPr>
        <p:spPr>
          <a:xfrm>
            <a:off x="7501836" y="4199661"/>
            <a:ext cx="1506800" cy="5892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A5B7C6"/>
                </a:solidFill>
                <a:effectLst/>
                <a:uLnTx/>
                <a:uFillTx/>
                <a:latin typeface="等线" panose="020F0502020204030204"/>
                <a:ea typeface="+mn-ea"/>
                <a:cs typeface="+mn-cs"/>
              </a:rPr>
              <a:t>“Neptune is the farthest-known planet from the Sun”</a:t>
            </a:r>
            <a:endParaRPr kumimoji="0" sz="1067" b="0" i="0" u="none" strike="noStrike" kern="1200" cap="none" spc="0" normalizeH="0" baseline="0" noProof="0">
              <a:ln>
                <a:noFill/>
              </a:ln>
              <a:solidFill>
                <a:srgbClr val="A5B7C6"/>
              </a:solidFill>
              <a:effectLst/>
              <a:uLnTx/>
              <a:uFillTx/>
              <a:latin typeface="等线" panose="020F0502020204030204"/>
              <a:ea typeface="+mn-ea"/>
              <a:cs typeface="+mn-cs"/>
            </a:endParaRPr>
          </a:p>
        </p:txBody>
      </p:sp>
      <p:sp>
        <p:nvSpPr>
          <p:cNvPr id="8522" name="Google Shape;8522;p83"/>
          <p:cNvSpPr txBox="1"/>
          <p:nvPr/>
        </p:nvSpPr>
        <p:spPr>
          <a:xfrm>
            <a:off x="9571703" y="4182228"/>
            <a:ext cx="1506800" cy="5892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A5B7C6"/>
                </a:solidFill>
                <a:effectLst/>
                <a:uLnTx/>
                <a:uFillTx/>
                <a:latin typeface="等线" panose="020F0502020204030204"/>
                <a:ea typeface="+mn-ea"/>
                <a:cs typeface="+mn-cs"/>
              </a:rPr>
              <a:t>“Saturn is a gas giant and has several rings”</a:t>
            </a:r>
            <a:endParaRPr kumimoji="0" sz="1067" b="0" i="0" u="none" strike="noStrike" kern="1200" cap="none" spc="0" normalizeH="0" baseline="0" noProof="0">
              <a:ln>
                <a:noFill/>
              </a:ln>
              <a:solidFill>
                <a:srgbClr val="A5B7C6"/>
              </a:solidFill>
              <a:effectLst/>
              <a:uLnTx/>
              <a:uFillTx/>
              <a:latin typeface="等线" panose="020F0502020204030204"/>
              <a:ea typeface="+mn-ea"/>
              <a:cs typeface="+mn-cs"/>
            </a:endParaRPr>
          </a:p>
        </p:txBody>
      </p:sp>
      <p:sp>
        <p:nvSpPr>
          <p:cNvPr id="8523" name="Google Shape;8523;p83"/>
          <p:cNvSpPr txBox="1"/>
          <p:nvPr/>
        </p:nvSpPr>
        <p:spPr>
          <a:xfrm>
            <a:off x="5383169" y="4182228"/>
            <a:ext cx="1506800" cy="5892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A5B7C6"/>
                </a:solidFill>
                <a:effectLst/>
                <a:uLnTx/>
                <a:uFillTx/>
                <a:latin typeface="等线" panose="020F0502020204030204"/>
                <a:ea typeface="+mn-ea"/>
                <a:cs typeface="+mn-cs"/>
              </a:rPr>
              <a:t>“Venus has a beautiful name and is the second planet”</a:t>
            </a:r>
            <a:endParaRPr kumimoji="0" sz="1067" b="0" i="0" u="none" strike="noStrike" kern="1200" cap="none" spc="0" normalizeH="0" baseline="0" noProof="0">
              <a:ln>
                <a:noFill/>
              </a:ln>
              <a:solidFill>
                <a:srgbClr val="A5B7C6"/>
              </a:solidFill>
              <a:effectLst/>
              <a:uLnTx/>
              <a:uFillTx/>
              <a:latin typeface="等线" panose="020F0502020204030204"/>
              <a:ea typeface="+mn-ea"/>
              <a:cs typeface="+mn-cs"/>
            </a:endParaRPr>
          </a:p>
        </p:txBody>
      </p:sp>
      <p:grpSp>
        <p:nvGrpSpPr>
          <p:cNvPr id="8524" name="Google Shape;8524;p83"/>
          <p:cNvGrpSpPr/>
          <p:nvPr/>
        </p:nvGrpSpPr>
        <p:grpSpPr>
          <a:xfrm>
            <a:off x="6000285" y="2364656"/>
            <a:ext cx="268295" cy="219029"/>
            <a:chOff x="3860400" y="3254050"/>
            <a:chExt cx="296175" cy="241825"/>
          </a:xfrm>
        </p:grpSpPr>
        <p:sp>
          <p:nvSpPr>
            <p:cNvPr id="8525" name="Google Shape;8525;p83"/>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26" name="Google Shape;8526;p83"/>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27" name="Google Shape;8527;p83"/>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28" name="Google Shape;8528;p83"/>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29" name="Google Shape;8529;p83"/>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30" name="Google Shape;8530;p83"/>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31" name="Google Shape;8531;p83"/>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3" name="Google Shape;8366;p82">
            <a:extLst>
              <a:ext uri="{FF2B5EF4-FFF2-40B4-BE49-F238E27FC236}">
                <a16:creationId xmlns:a16="http://schemas.microsoft.com/office/drawing/2014/main" id="{19438792-EE62-5050-B59B-70AB891A286D}"/>
              </a:ext>
            </a:extLst>
          </p:cNvPr>
          <p:cNvSpPr txBox="1"/>
          <p:nvPr/>
        </p:nvSpPr>
        <p:spPr>
          <a:xfrm>
            <a:off x="1397800" y="1147795"/>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200"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营销流程</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1882FB24-02B1-49BA-39F7-C42568AEDC17}"/>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CCFDD4A0-A492-388D-01A5-1E5B055FB318}"/>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4" name="直线连接符 13">
            <a:extLst>
              <a:ext uri="{FF2B5EF4-FFF2-40B4-BE49-F238E27FC236}">
                <a16:creationId xmlns:a16="http://schemas.microsoft.com/office/drawing/2014/main" id="{1322FD76-58FC-48FC-AA18-D32D094C6548}"/>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直线连接符 14">
            <a:extLst>
              <a:ext uri="{FF2B5EF4-FFF2-40B4-BE49-F238E27FC236}">
                <a16:creationId xmlns:a16="http://schemas.microsoft.com/office/drawing/2014/main" id="{CD63166F-A11E-CAB0-823C-FC66E63C1505}"/>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文本框 15">
            <a:extLst>
              <a:ext uri="{FF2B5EF4-FFF2-40B4-BE49-F238E27FC236}">
                <a16:creationId xmlns:a16="http://schemas.microsoft.com/office/drawing/2014/main" id="{99715AAB-355F-FBBF-EC18-0FFE6E1F5D72}"/>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7" name="组合 16">
            <a:extLst>
              <a:ext uri="{FF2B5EF4-FFF2-40B4-BE49-F238E27FC236}">
                <a16:creationId xmlns:a16="http://schemas.microsoft.com/office/drawing/2014/main" id="{04244A64-CF6F-6057-4A6E-A6B350758E6A}"/>
              </a:ext>
            </a:extLst>
          </p:cNvPr>
          <p:cNvGrpSpPr/>
          <p:nvPr/>
        </p:nvGrpSpPr>
        <p:grpSpPr>
          <a:xfrm>
            <a:off x="2323294" y="287981"/>
            <a:ext cx="356205" cy="355288"/>
            <a:chOff x="416151" y="286059"/>
            <a:chExt cx="356205" cy="355288"/>
          </a:xfrm>
          <a:solidFill>
            <a:schemeClr val="bg1"/>
          </a:solidFill>
        </p:grpSpPr>
        <p:sp>
          <p:nvSpPr>
            <p:cNvPr id="18" name="Google Shape;7166;p80">
              <a:extLst>
                <a:ext uri="{FF2B5EF4-FFF2-40B4-BE49-F238E27FC236}">
                  <a16:creationId xmlns:a16="http://schemas.microsoft.com/office/drawing/2014/main" id="{4ED29C16-FD35-E744-14BD-C4D2329A0920}"/>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7;p80">
              <a:extLst>
                <a:ext uri="{FF2B5EF4-FFF2-40B4-BE49-F238E27FC236}">
                  <a16:creationId xmlns:a16="http://schemas.microsoft.com/office/drawing/2014/main" id="{A997C8F7-0002-D1B9-016A-550F16EAA386}"/>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8;p80">
              <a:extLst>
                <a:ext uri="{FF2B5EF4-FFF2-40B4-BE49-F238E27FC236}">
                  <a16:creationId xmlns:a16="http://schemas.microsoft.com/office/drawing/2014/main" id="{267ECBF8-8E0E-F413-84E7-B7BCCC1E1700}"/>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Google Shape;7169;p80">
              <a:extLst>
                <a:ext uri="{FF2B5EF4-FFF2-40B4-BE49-F238E27FC236}">
                  <a16:creationId xmlns:a16="http://schemas.microsoft.com/office/drawing/2014/main" id="{85936A7B-B47C-EA7F-19E3-C57EDFFF4F3D}"/>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8536"/>
        <p:cNvGrpSpPr/>
        <p:nvPr/>
      </p:nvGrpSpPr>
      <p:grpSpPr>
        <a:xfrm>
          <a:off x="0" y="0"/>
          <a:ext cx="0" cy="0"/>
          <a:chOff x="0" y="0"/>
          <a:chExt cx="0" cy="0"/>
        </a:xfrm>
      </p:grpSpPr>
      <p:sp>
        <p:nvSpPr>
          <p:cNvPr id="8537" name="Google Shape;8537;p84"/>
          <p:cNvSpPr/>
          <p:nvPr/>
        </p:nvSpPr>
        <p:spPr>
          <a:xfrm>
            <a:off x="8732539" y="2331887"/>
            <a:ext cx="2056400" cy="936000"/>
          </a:xfrm>
          <a:prstGeom prst="roundRect">
            <a:avLst>
              <a:gd name="adj" fmla="val 16667"/>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38" name="Google Shape;8538;p84"/>
          <p:cNvSpPr txBox="1"/>
          <p:nvPr/>
        </p:nvSpPr>
        <p:spPr>
          <a:xfrm>
            <a:off x="9324153" y="2505283"/>
            <a:ext cx="1506800" cy="589200"/>
          </a:xfrm>
          <a:prstGeom prst="rect">
            <a:avLst/>
          </a:prstGeom>
          <a:no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213B55"/>
                </a:solidFill>
                <a:effectLst/>
                <a:uLnTx/>
                <a:uFillTx/>
                <a:latin typeface="等线" panose="020F0502020204030204"/>
                <a:ea typeface="+mn-ea"/>
                <a:cs typeface="+mn-cs"/>
              </a:rPr>
              <a:t>“Mercury is closest planet to the Sun and the smallest”</a:t>
            </a:r>
            <a:endParaRPr kumimoji="0" sz="1067" b="0" i="0" u="none" strike="noStrike" kern="1200" cap="none" spc="0" normalizeH="0" baseline="0" noProof="0">
              <a:ln>
                <a:noFill/>
              </a:ln>
              <a:solidFill>
                <a:srgbClr val="213B55"/>
              </a:solidFill>
              <a:effectLst/>
              <a:uLnTx/>
              <a:uFillTx/>
              <a:latin typeface="等线" panose="020F0502020204030204"/>
              <a:ea typeface="+mn-ea"/>
              <a:cs typeface="+mn-cs"/>
            </a:endParaRPr>
          </a:p>
        </p:txBody>
      </p:sp>
      <p:sp>
        <p:nvSpPr>
          <p:cNvPr id="8539" name="Google Shape;8539;p84"/>
          <p:cNvSpPr/>
          <p:nvPr/>
        </p:nvSpPr>
        <p:spPr>
          <a:xfrm>
            <a:off x="8732539" y="3388020"/>
            <a:ext cx="2056400" cy="936000"/>
          </a:xfrm>
          <a:prstGeom prst="roundRect">
            <a:avLst>
              <a:gd name="adj" fmla="val 16667"/>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40" name="Google Shape;8540;p84"/>
          <p:cNvSpPr txBox="1"/>
          <p:nvPr/>
        </p:nvSpPr>
        <p:spPr>
          <a:xfrm>
            <a:off x="9324153" y="3561416"/>
            <a:ext cx="1506800" cy="589200"/>
          </a:xfrm>
          <a:prstGeom prst="rect">
            <a:avLst/>
          </a:prstGeom>
          <a:no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213B55"/>
                </a:solidFill>
                <a:effectLst/>
                <a:uLnTx/>
                <a:uFillTx/>
                <a:latin typeface="等线" panose="020F0502020204030204"/>
                <a:ea typeface="+mn-ea"/>
                <a:cs typeface="+mn-cs"/>
              </a:rPr>
              <a:t>“Mercury is closest planet to the Sun and the smallest”</a:t>
            </a:r>
            <a:endParaRPr kumimoji="0" sz="1067" b="0" i="0" u="none" strike="noStrike" kern="1200" cap="none" spc="0" normalizeH="0" baseline="0" noProof="0">
              <a:ln>
                <a:noFill/>
              </a:ln>
              <a:solidFill>
                <a:srgbClr val="213B55"/>
              </a:solidFill>
              <a:effectLst/>
              <a:uLnTx/>
              <a:uFillTx/>
              <a:latin typeface="等线" panose="020F0502020204030204"/>
              <a:ea typeface="+mn-ea"/>
              <a:cs typeface="+mn-cs"/>
            </a:endParaRPr>
          </a:p>
        </p:txBody>
      </p:sp>
      <p:sp>
        <p:nvSpPr>
          <p:cNvPr id="8541" name="Google Shape;8541;p84"/>
          <p:cNvSpPr/>
          <p:nvPr/>
        </p:nvSpPr>
        <p:spPr>
          <a:xfrm>
            <a:off x="8732539" y="4444153"/>
            <a:ext cx="2056400" cy="936000"/>
          </a:xfrm>
          <a:prstGeom prst="roundRect">
            <a:avLst>
              <a:gd name="adj" fmla="val 16667"/>
            </a:avLst>
          </a:prstGeom>
          <a:solidFill>
            <a:srgbClr val="CFD9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42" name="Google Shape;8542;p84"/>
          <p:cNvSpPr txBox="1"/>
          <p:nvPr/>
        </p:nvSpPr>
        <p:spPr>
          <a:xfrm>
            <a:off x="9324153" y="4617549"/>
            <a:ext cx="1506800" cy="589200"/>
          </a:xfrm>
          <a:prstGeom prst="rect">
            <a:avLst/>
          </a:prstGeom>
          <a:no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213B55"/>
                </a:solidFill>
                <a:effectLst/>
                <a:uLnTx/>
                <a:uFillTx/>
                <a:latin typeface="等线" panose="020F0502020204030204"/>
                <a:ea typeface="+mn-ea"/>
                <a:cs typeface="+mn-cs"/>
              </a:rPr>
              <a:t>“Mercury is closest planet to the Sun and the smallest”</a:t>
            </a:r>
            <a:endParaRPr kumimoji="0" sz="1067" b="0" i="0" u="none" strike="noStrike" kern="1200" cap="none" spc="0" normalizeH="0" baseline="0" noProof="0">
              <a:ln>
                <a:noFill/>
              </a:ln>
              <a:solidFill>
                <a:srgbClr val="213B55"/>
              </a:solidFill>
              <a:effectLst/>
              <a:uLnTx/>
              <a:uFillTx/>
              <a:latin typeface="等线" panose="020F0502020204030204"/>
              <a:ea typeface="+mn-ea"/>
              <a:cs typeface="+mn-cs"/>
            </a:endParaRPr>
          </a:p>
        </p:txBody>
      </p:sp>
      <p:sp>
        <p:nvSpPr>
          <p:cNvPr id="8543" name="Google Shape;8543;p84"/>
          <p:cNvSpPr/>
          <p:nvPr/>
        </p:nvSpPr>
        <p:spPr>
          <a:xfrm>
            <a:off x="1397800" y="5339815"/>
            <a:ext cx="2207600" cy="98400"/>
          </a:xfrm>
          <a:prstGeom prst="rect">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544" name="Google Shape;8544;p84"/>
          <p:cNvGrpSpPr/>
          <p:nvPr/>
        </p:nvGrpSpPr>
        <p:grpSpPr>
          <a:xfrm>
            <a:off x="1992790" y="2117661"/>
            <a:ext cx="1017625" cy="1017625"/>
            <a:chOff x="4049800" y="640400"/>
            <a:chExt cx="858900" cy="858900"/>
          </a:xfrm>
        </p:grpSpPr>
        <p:sp>
          <p:nvSpPr>
            <p:cNvPr id="8545" name="Google Shape;8545;p84"/>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46" name="Google Shape;8546;p84"/>
            <p:cNvSpPr/>
            <p:nvPr/>
          </p:nvSpPr>
          <p:spPr>
            <a:xfrm>
              <a:off x="4049800" y="640400"/>
              <a:ext cx="858900" cy="858900"/>
            </a:xfrm>
            <a:prstGeom prst="blockArc">
              <a:avLst>
                <a:gd name="adj1" fmla="val 7914150"/>
                <a:gd name="adj2" fmla="val 1926007"/>
                <a:gd name="adj3" fmla="val 12032"/>
              </a:avLst>
            </a:pr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547" name="Google Shape;8547;p84"/>
          <p:cNvSpPr/>
          <p:nvPr/>
        </p:nvSpPr>
        <p:spPr>
          <a:xfrm>
            <a:off x="1613469" y="3429775"/>
            <a:ext cx="1776000" cy="1508800"/>
          </a:xfrm>
          <a:prstGeom prst="roundRect">
            <a:avLst>
              <a:gd name="adj" fmla="val 16667"/>
            </a:avLst>
          </a:prstGeom>
          <a:solidFill>
            <a:srgbClr val="A5B7C6"/>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48" name="Google Shape;8548;p84"/>
          <p:cNvSpPr/>
          <p:nvPr/>
        </p:nvSpPr>
        <p:spPr>
          <a:xfrm>
            <a:off x="2345447" y="5232876"/>
            <a:ext cx="312400" cy="3124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8549" name="Google Shape;8549;p84"/>
          <p:cNvCxnSpPr>
            <a:stCxn id="8545" idx="4"/>
            <a:endCxn id="8547" idx="0"/>
          </p:cNvCxnSpPr>
          <p:nvPr/>
        </p:nvCxnSpPr>
        <p:spPr>
          <a:xfrm>
            <a:off x="2501601" y="3135284"/>
            <a:ext cx="0" cy="294400"/>
          </a:xfrm>
          <a:prstGeom prst="straightConnector1">
            <a:avLst/>
          </a:prstGeom>
          <a:noFill/>
          <a:ln w="9525" cap="flat" cmpd="sng">
            <a:solidFill>
              <a:srgbClr val="D7DFE5"/>
            </a:solidFill>
            <a:prstDash val="solid"/>
            <a:round/>
            <a:headEnd type="none" w="med" len="med"/>
            <a:tailEnd type="none" w="med" len="med"/>
          </a:ln>
        </p:spPr>
      </p:cxnSp>
      <p:cxnSp>
        <p:nvCxnSpPr>
          <p:cNvPr id="8550" name="Google Shape;8550;p84"/>
          <p:cNvCxnSpPr/>
          <p:nvPr/>
        </p:nvCxnSpPr>
        <p:spPr>
          <a:xfrm>
            <a:off x="2501572" y="4938373"/>
            <a:ext cx="0" cy="294400"/>
          </a:xfrm>
          <a:prstGeom prst="straightConnector1">
            <a:avLst/>
          </a:prstGeom>
          <a:noFill/>
          <a:ln w="9525" cap="flat" cmpd="sng">
            <a:solidFill>
              <a:srgbClr val="D7DFE5"/>
            </a:solidFill>
            <a:prstDash val="solid"/>
            <a:round/>
            <a:headEnd type="none" w="med" len="med"/>
            <a:tailEnd type="none" w="med" len="med"/>
          </a:ln>
        </p:spPr>
      </p:cxnSp>
      <p:sp>
        <p:nvSpPr>
          <p:cNvPr id="8551" name="Google Shape;8551;p84"/>
          <p:cNvSpPr txBox="1"/>
          <p:nvPr/>
        </p:nvSpPr>
        <p:spPr>
          <a:xfrm>
            <a:off x="1729864" y="4160532"/>
            <a:ext cx="1543600" cy="603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0" i="0" u="none" strike="noStrike" kern="1200" cap="none" spc="0" normalizeH="0" baseline="0" noProof="0">
                <a:ln>
                  <a:noFill/>
                </a:ln>
                <a:solidFill>
                  <a:srgbClr val="40566D"/>
                </a:solidFill>
                <a:effectLst/>
                <a:uLnTx/>
                <a:uFillTx/>
                <a:latin typeface="等线" panose="020F0502020204030204"/>
                <a:ea typeface="+mn-ea"/>
                <a:cs typeface="+mn-cs"/>
              </a:rPr>
              <a:t>“Mercury is closest planet to the Sun and the smallest”</a:t>
            </a:r>
            <a:endParaRPr kumimoji="0" sz="1067" b="0" i="0" u="none" strike="noStrike" kern="1200" cap="none" spc="0" normalizeH="0" baseline="0" noProof="0">
              <a:ln>
                <a:noFill/>
              </a:ln>
              <a:solidFill>
                <a:srgbClr val="40566D"/>
              </a:solidFill>
              <a:effectLst/>
              <a:uLnTx/>
              <a:uFillTx/>
              <a:latin typeface="等线" panose="020F0502020204030204"/>
              <a:ea typeface="+mn-ea"/>
              <a:cs typeface="+mn-cs"/>
            </a:endParaRPr>
          </a:p>
        </p:txBody>
      </p:sp>
      <p:cxnSp>
        <p:nvCxnSpPr>
          <p:cNvPr id="8552" name="Google Shape;8552;p84"/>
          <p:cNvCxnSpPr/>
          <p:nvPr/>
        </p:nvCxnSpPr>
        <p:spPr>
          <a:xfrm>
            <a:off x="2162316" y="3986183"/>
            <a:ext cx="678400" cy="0"/>
          </a:xfrm>
          <a:prstGeom prst="straightConnector1">
            <a:avLst/>
          </a:prstGeom>
          <a:noFill/>
          <a:ln w="19050" cap="flat" cmpd="sng">
            <a:solidFill>
              <a:srgbClr val="40566D"/>
            </a:solidFill>
            <a:prstDash val="solid"/>
            <a:round/>
            <a:headEnd type="none" w="med" len="med"/>
            <a:tailEnd type="none" w="med" len="med"/>
          </a:ln>
        </p:spPr>
      </p:cxnSp>
      <p:sp>
        <p:nvSpPr>
          <p:cNvPr id="8553" name="Google Shape;8553;p84"/>
          <p:cNvSpPr txBox="1"/>
          <p:nvPr/>
        </p:nvSpPr>
        <p:spPr>
          <a:xfrm>
            <a:off x="1938848" y="3647908"/>
            <a:ext cx="1125600" cy="2944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067" b="1" i="0" u="none" strike="noStrike" kern="1200" cap="none" spc="0" normalizeH="0" baseline="0" noProof="0">
                <a:ln>
                  <a:noFill/>
                </a:ln>
                <a:solidFill>
                  <a:srgbClr val="40566D"/>
                </a:solidFill>
                <a:effectLst/>
                <a:uLnTx/>
                <a:uFillTx/>
                <a:latin typeface="等线" panose="020F0502020204030204"/>
                <a:ea typeface="+mn-ea"/>
                <a:cs typeface="+mn-cs"/>
              </a:rPr>
              <a:t>TITLE 1</a:t>
            </a:r>
            <a:endParaRPr kumimoji="0" sz="1067" b="1" i="0" u="none" strike="noStrike" kern="1200" cap="none" spc="0" normalizeH="0" baseline="0" noProof="0">
              <a:ln>
                <a:noFill/>
              </a:ln>
              <a:solidFill>
                <a:srgbClr val="40566D"/>
              </a:solidFill>
              <a:effectLst/>
              <a:uLnTx/>
              <a:uFillTx/>
              <a:latin typeface="等线" panose="020F0502020204030204"/>
              <a:ea typeface="+mn-ea"/>
              <a:cs typeface="+mn-cs"/>
            </a:endParaRPr>
          </a:p>
        </p:txBody>
      </p:sp>
      <p:sp>
        <p:nvSpPr>
          <p:cNvPr id="8554" name="Google Shape;8554;p84"/>
          <p:cNvSpPr txBox="1"/>
          <p:nvPr/>
        </p:nvSpPr>
        <p:spPr>
          <a:xfrm>
            <a:off x="2114619" y="2382897"/>
            <a:ext cx="774000" cy="4872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733" b="1" i="0" u="none" strike="noStrike" kern="1200" cap="none" spc="0" normalizeH="0" baseline="0" noProof="0">
                <a:ln>
                  <a:noFill/>
                </a:ln>
                <a:solidFill>
                  <a:srgbClr val="A5B7C6"/>
                </a:solidFill>
                <a:effectLst/>
                <a:uLnTx/>
                <a:uFillTx/>
                <a:latin typeface="等线" panose="020F0502020204030204"/>
                <a:ea typeface="+mn-ea"/>
                <a:cs typeface="+mn-cs"/>
              </a:rPr>
              <a:t>75%</a:t>
            </a:r>
            <a:endParaRPr kumimoji="0" sz="1733" b="1" i="0" u="none" strike="noStrike" kern="1200" cap="none" spc="0" normalizeH="0" baseline="0" noProof="0">
              <a:ln>
                <a:noFill/>
              </a:ln>
              <a:solidFill>
                <a:srgbClr val="A5B7C6"/>
              </a:solidFill>
              <a:effectLst/>
              <a:uLnTx/>
              <a:uFillTx/>
              <a:latin typeface="等线" panose="020F0502020204030204"/>
              <a:ea typeface="+mn-ea"/>
              <a:cs typeface="+mn-cs"/>
            </a:endParaRPr>
          </a:p>
        </p:txBody>
      </p:sp>
      <p:sp>
        <p:nvSpPr>
          <p:cNvPr id="8555" name="Google Shape;8555;p84"/>
          <p:cNvSpPr/>
          <p:nvPr/>
        </p:nvSpPr>
        <p:spPr>
          <a:xfrm>
            <a:off x="4585807" y="2663820"/>
            <a:ext cx="2384400" cy="23844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556" name="Google Shape;8556;p84"/>
          <p:cNvGrpSpPr/>
          <p:nvPr/>
        </p:nvGrpSpPr>
        <p:grpSpPr>
          <a:xfrm>
            <a:off x="4768648" y="2894442"/>
            <a:ext cx="1925109" cy="1925109"/>
            <a:chOff x="5681300" y="2527788"/>
            <a:chExt cx="805800" cy="805800"/>
          </a:xfrm>
        </p:grpSpPr>
        <p:sp>
          <p:nvSpPr>
            <p:cNvPr id="8557" name="Google Shape;8557;p84"/>
            <p:cNvSpPr/>
            <p:nvPr/>
          </p:nvSpPr>
          <p:spPr>
            <a:xfrm>
              <a:off x="5681300" y="2527788"/>
              <a:ext cx="805800" cy="805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58" name="Google Shape;8558;p8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59" name="Google Shape;8559;p84"/>
          <p:cNvGrpSpPr/>
          <p:nvPr/>
        </p:nvGrpSpPr>
        <p:grpSpPr>
          <a:xfrm>
            <a:off x="8321183" y="2382139"/>
            <a:ext cx="835453" cy="835453"/>
            <a:chOff x="5681300" y="2527788"/>
            <a:chExt cx="805800" cy="805800"/>
          </a:xfrm>
        </p:grpSpPr>
        <p:sp>
          <p:nvSpPr>
            <p:cNvPr id="8560" name="Google Shape;8560;p84"/>
            <p:cNvSpPr/>
            <p:nvPr/>
          </p:nvSpPr>
          <p:spPr>
            <a:xfrm>
              <a:off x="5681300" y="2527788"/>
              <a:ext cx="805800" cy="805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61" name="Google Shape;8561;p84"/>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62" name="Google Shape;8562;p84"/>
          <p:cNvGrpSpPr/>
          <p:nvPr/>
        </p:nvGrpSpPr>
        <p:grpSpPr>
          <a:xfrm>
            <a:off x="8321183" y="3438272"/>
            <a:ext cx="835453" cy="835453"/>
            <a:chOff x="5681300" y="2527788"/>
            <a:chExt cx="805800" cy="805800"/>
          </a:xfrm>
        </p:grpSpPr>
        <p:sp>
          <p:nvSpPr>
            <p:cNvPr id="8563" name="Google Shape;8563;p84"/>
            <p:cNvSpPr/>
            <p:nvPr/>
          </p:nvSpPr>
          <p:spPr>
            <a:xfrm>
              <a:off x="5681300" y="2527788"/>
              <a:ext cx="805800" cy="805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64" name="Google Shape;8564;p84"/>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65" name="Google Shape;8565;p84"/>
          <p:cNvGrpSpPr/>
          <p:nvPr/>
        </p:nvGrpSpPr>
        <p:grpSpPr>
          <a:xfrm>
            <a:off x="8321183" y="4494406"/>
            <a:ext cx="835453" cy="835453"/>
            <a:chOff x="5681300" y="2527788"/>
            <a:chExt cx="805800" cy="805800"/>
          </a:xfrm>
        </p:grpSpPr>
        <p:sp>
          <p:nvSpPr>
            <p:cNvPr id="8566" name="Google Shape;8566;p84"/>
            <p:cNvSpPr/>
            <p:nvPr/>
          </p:nvSpPr>
          <p:spPr>
            <a:xfrm>
              <a:off x="5681300" y="2527788"/>
              <a:ext cx="805800" cy="805800"/>
            </a:xfrm>
            <a:prstGeom prst="ellipse">
              <a:avLst/>
            </a:prstGeom>
            <a:solidFill>
              <a:srgbClr val="A5B7C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67" name="Google Shape;8567;p84"/>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568" name="Google Shape;8568;p84"/>
          <p:cNvSpPr/>
          <p:nvPr/>
        </p:nvSpPr>
        <p:spPr>
          <a:xfrm>
            <a:off x="5639805" y="2576587"/>
            <a:ext cx="182800" cy="1828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69" name="Google Shape;8569;p84"/>
          <p:cNvSpPr/>
          <p:nvPr/>
        </p:nvSpPr>
        <p:spPr>
          <a:xfrm>
            <a:off x="5639805" y="4954620"/>
            <a:ext cx="182800" cy="1828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70" name="Google Shape;8570;p84"/>
          <p:cNvSpPr/>
          <p:nvPr/>
        </p:nvSpPr>
        <p:spPr>
          <a:xfrm>
            <a:off x="6877205" y="3765604"/>
            <a:ext cx="182800" cy="1828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cxnSp>
        <p:nvCxnSpPr>
          <p:cNvPr id="8571" name="Google Shape;8571;p84"/>
          <p:cNvCxnSpPr>
            <a:stCxn id="8570" idx="6"/>
            <a:endCxn id="8561" idx="2"/>
          </p:cNvCxnSpPr>
          <p:nvPr/>
        </p:nvCxnSpPr>
        <p:spPr>
          <a:xfrm rot="10800000" flipH="1">
            <a:off x="7060005" y="2799804"/>
            <a:ext cx="1261200" cy="10572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8572" name="Google Shape;8572;p84"/>
          <p:cNvCxnSpPr>
            <a:stCxn id="8570" idx="6"/>
            <a:endCxn id="8567" idx="2"/>
          </p:cNvCxnSpPr>
          <p:nvPr/>
        </p:nvCxnSpPr>
        <p:spPr>
          <a:xfrm>
            <a:off x="7060005" y="3857004"/>
            <a:ext cx="1261200" cy="10552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8573" name="Google Shape;8573;p84"/>
          <p:cNvCxnSpPr>
            <a:stCxn id="8570" idx="6"/>
            <a:endCxn id="8564" idx="2"/>
          </p:cNvCxnSpPr>
          <p:nvPr/>
        </p:nvCxnSpPr>
        <p:spPr>
          <a:xfrm rot="10800000" flipH="1">
            <a:off x="7060005" y="3855804"/>
            <a:ext cx="1261200" cy="12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8574" name="Google Shape;8574;p84"/>
          <p:cNvSpPr txBox="1"/>
          <p:nvPr/>
        </p:nvSpPr>
        <p:spPr>
          <a:xfrm>
            <a:off x="5067617" y="3439211"/>
            <a:ext cx="1327200" cy="835600"/>
          </a:xfrm>
          <a:prstGeom prst="rect">
            <a:avLst/>
          </a:prstGeom>
          <a:no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4000" b="1" i="0" u="none" strike="noStrike" kern="1200" cap="none" spc="0" normalizeH="0" baseline="0" noProof="0">
                <a:ln>
                  <a:noFill/>
                </a:ln>
                <a:solidFill>
                  <a:srgbClr val="213B55"/>
                </a:solidFill>
                <a:effectLst/>
                <a:uLnTx/>
                <a:uFillTx/>
                <a:latin typeface="等线" panose="020F0502020204030204"/>
                <a:ea typeface="+mn-ea"/>
                <a:cs typeface="+mn-cs"/>
              </a:rPr>
              <a:t>75%</a:t>
            </a:r>
            <a:endParaRPr kumimoji="0" sz="4000" b="1" i="0" u="none" strike="noStrike" kern="1200" cap="none" spc="0" normalizeH="0" baseline="0" noProof="0">
              <a:ln>
                <a:noFill/>
              </a:ln>
              <a:solidFill>
                <a:srgbClr val="213B55"/>
              </a:solidFill>
              <a:effectLst/>
              <a:uLnTx/>
              <a:uFillTx/>
              <a:latin typeface="等线" panose="020F0502020204030204"/>
              <a:ea typeface="+mn-ea"/>
              <a:cs typeface="+mn-cs"/>
            </a:endParaRPr>
          </a:p>
        </p:txBody>
      </p:sp>
      <p:sp>
        <p:nvSpPr>
          <p:cNvPr id="24" name="Google Shape;8366;p82">
            <a:extLst>
              <a:ext uri="{FF2B5EF4-FFF2-40B4-BE49-F238E27FC236}">
                <a16:creationId xmlns:a16="http://schemas.microsoft.com/office/drawing/2014/main" id="{D08F4B34-E90F-0D6C-CB34-1424BC4FC7C4}"/>
              </a:ext>
            </a:extLst>
          </p:cNvPr>
          <p:cNvSpPr txBox="1"/>
          <p:nvPr/>
        </p:nvSpPr>
        <p:spPr>
          <a:xfrm>
            <a:off x="1397800" y="1147795"/>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200"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营销流程</a:t>
            </a:r>
            <a:endParaRPr kumimoji="0" sz="3200"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2" name="文本框 1">
            <a:extLst>
              <a:ext uri="{FF2B5EF4-FFF2-40B4-BE49-F238E27FC236}">
                <a16:creationId xmlns:a16="http://schemas.microsoft.com/office/drawing/2014/main" id="{C8F0BB0C-174E-A1D9-B0C2-E9A4BA4E5386}"/>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888A3D99-9CAA-67DB-6EC7-800FB8ED9248}"/>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4" name="直线连接符 3">
            <a:extLst>
              <a:ext uri="{FF2B5EF4-FFF2-40B4-BE49-F238E27FC236}">
                <a16:creationId xmlns:a16="http://schemas.microsoft.com/office/drawing/2014/main" id="{DC8E4F54-6275-9CCE-4DC6-A94D67247346}"/>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直线连接符 4">
            <a:extLst>
              <a:ext uri="{FF2B5EF4-FFF2-40B4-BE49-F238E27FC236}">
                <a16:creationId xmlns:a16="http://schemas.microsoft.com/office/drawing/2014/main" id="{A95552FD-51BE-7531-85C1-9C481C27C240}"/>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D45AAA8D-6B7C-C058-87B5-0FCD65C39C39}"/>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7" name="组合 6">
            <a:extLst>
              <a:ext uri="{FF2B5EF4-FFF2-40B4-BE49-F238E27FC236}">
                <a16:creationId xmlns:a16="http://schemas.microsoft.com/office/drawing/2014/main" id="{9A184868-C1E6-707B-D185-5E2DF1CF587A}"/>
              </a:ext>
            </a:extLst>
          </p:cNvPr>
          <p:cNvGrpSpPr/>
          <p:nvPr/>
        </p:nvGrpSpPr>
        <p:grpSpPr>
          <a:xfrm>
            <a:off x="2323294" y="287981"/>
            <a:ext cx="356205" cy="355288"/>
            <a:chOff x="416151" y="286059"/>
            <a:chExt cx="356205" cy="355288"/>
          </a:xfrm>
          <a:solidFill>
            <a:schemeClr val="bg1"/>
          </a:solidFill>
        </p:grpSpPr>
        <p:sp>
          <p:nvSpPr>
            <p:cNvPr id="8" name="Google Shape;7166;p80">
              <a:extLst>
                <a:ext uri="{FF2B5EF4-FFF2-40B4-BE49-F238E27FC236}">
                  <a16:creationId xmlns:a16="http://schemas.microsoft.com/office/drawing/2014/main" id="{1A0681A7-FB7E-2C19-0574-88D88BEC35B0}"/>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9" name="Google Shape;7167;p80">
              <a:extLst>
                <a:ext uri="{FF2B5EF4-FFF2-40B4-BE49-F238E27FC236}">
                  <a16:creationId xmlns:a16="http://schemas.microsoft.com/office/drawing/2014/main" id="{257884B4-0AE3-8956-D97D-E5F68514419C}"/>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0" name="Google Shape;7168;p80">
              <a:extLst>
                <a:ext uri="{FF2B5EF4-FFF2-40B4-BE49-F238E27FC236}">
                  <a16:creationId xmlns:a16="http://schemas.microsoft.com/office/drawing/2014/main" id="{17E767B8-E2E0-9B88-2EB0-0AB6553A6C7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1" name="Google Shape;7169;p80">
              <a:extLst>
                <a:ext uri="{FF2B5EF4-FFF2-40B4-BE49-F238E27FC236}">
                  <a16:creationId xmlns:a16="http://schemas.microsoft.com/office/drawing/2014/main" id="{C4895041-2938-A602-43E5-2C83880CA5B5}"/>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8579"/>
        <p:cNvGrpSpPr/>
        <p:nvPr/>
      </p:nvGrpSpPr>
      <p:grpSpPr>
        <a:xfrm>
          <a:off x="0" y="0"/>
          <a:ext cx="0" cy="0"/>
          <a:chOff x="0" y="0"/>
          <a:chExt cx="0" cy="0"/>
        </a:xfrm>
      </p:grpSpPr>
      <p:grpSp>
        <p:nvGrpSpPr>
          <p:cNvPr id="8580" name="Google Shape;8580;p85"/>
          <p:cNvGrpSpPr/>
          <p:nvPr/>
        </p:nvGrpSpPr>
        <p:grpSpPr>
          <a:xfrm>
            <a:off x="10436117" y="3849237"/>
            <a:ext cx="353528" cy="465148"/>
            <a:chOff x="1713400" y="238125"/>
            <a:chExt cx="3815050" cy="5005175"/>
          </a:xfrm>
          <a:solidFill>
            <a:schemeClr val="bg1"/>
          </a:solidFill>
        </p:grpSpPr>
        <p:sp>
          <p:nvSpPr>
            <p:cNvPr id="8581" name="Google Shape;8581;p85"/>
            <p:cNvSpPr/>
            <p:nvPr/>
          </p:nvSpPr>
          <p:spPr>
            <a:xfrm>
              <a:off x="2158300" y="2473750"/>
              <a:ext cx="2936375" cy="2769550"/>
            </a:xfrm>
            <a:custGeom>
              <a:avLst/>
              <a:gdLst/>
              <a:ahLst/>
              <a:cxnLst/>
              <a:rect l="l" t="t" r="r" b="b"/>
              <a:pathLst>
                <a:path w="117455" h="110782" extrusionOk="0">
                  <a:moveTo>
                    <a:pt x="65279" y="75593"/>
                  </a:moveTo>
                  <a:cubicBezTo>
                    <a:pt x="72708" y="75593"/>
                    <a:pt x="72708" y="87688"/>
                    <a:pt x="65279" y="87688"/>
                  </a:cubicBezTo>
                  <a:cubicBezTo>
                    <a:pt x="65031" y="87688"/>
                    <a:pt x="64775" y="87675"/>
                    <a:pt x="64511" y="87647"/>
                  </a:cubicBezTo>
                  <a:lnTo>
                    <a:pt x="52499" y="87647"/>
                  </a:lnTo>
                  <a:cubicBezTo>
                    <a:pt x="52234" y="87675"/>
                    <a:pt x="51978" y="87688"/>
                    <a:pt x="51730" y="87688"/>
                  </a:cubicBezTo>
                  <a:cubicBezTo>
                    <a:pt x="44302" y="87688"/>
                    <a:pt x="44302" y="75593"/>
                    <a:pt x="51730" y="75593"/>
                  </a:cubicBezTo>
                  <a:cubicBezTo>
                    <a:pt x="51978" y="75593"/>
                    <a:pt x="52234" y="75607"/>
                    <a:pt x="52499" y="75635"/>
                  </a:cubicBezTo>
                  <a:lnTo>
                    <a:pt x="64511" y="75635"/>
                  </a:lnTo>
                  <a:cubicBezTo>
                    <a:pt x="64775" y="75607"/>
                    <a:pt x="65031" y="75593"/>
                    <a:pt x="65279" y="75593"/>
                  </a:cubicBezTo>
                  <a:close/>
                  <a:moveTo>
                    <a:pt x="23135" y="1"/>
                  </a:moveTo>
                  <a:cubicBezTo>
                    <a:pt x="17796" y="3560"/>
                    <a:pt x="12012" y="4895"/>
                    <a:pt x="5784" y="5340"/>
                  </a:cubicBezTo>
                  <a:cubicBezTo>
                    <a:pt x="4004" y="4895"/>
                    <a:pt x="1780" y="4895"/>
                    <a:pt x="0" y="4450"/>
                  </a:cubicBezTo>
                  <a:lnTo>
                    <a:pt x="0" y="93431"/>
                  </a:lnTo>
                  <a:cubicBezTo>
                    <a:pt x="445" y="103219"/>
                    <a:pt x="8008" y="110782"/>
                    <a:pt x="17351" y="110782"/>
                  </a:cubicBezTo>
                  <a:lnTo>
                    <a:pt x="99658" y="110782"/>
                  </a:lnTo>
                  <a:cubicBezTo>
                    <a:pt x="109446" y="110782"/>
                    <a:pt x="117454" y="102774"/>
                    <a:pt x="117454" y="92986"/>
                  </a:cubicBezTo>
                  <a:lnTo>
                    <a:pt x="117454" y="4005"/>
                  </a:lnTo>
                  <a:cubicBezTo>
                    <a:pt x="115881" y="4320"/>
                    <a:pt x="114531" y="4634"/>
                    <a:pt x="113088" y="4634"/>
                  </a:cubicBezTo>
                  <a:cubicBezTo>
                    <a:pt x="112490" y="4634"/>
                    <a:pt x="111877" y="4580"/>
                    <a:pt x="111226" y="4450"/>
                  </a:cubicBezTo>
                  <a:cubicBezTo>
                    <a:pt x="110635" y="4495"/>
                    <a:pt x="110040" y="4517"/>
                    <a:pt x="109442" y="4517"/>
                  </a:cubicBezTo>
                  <a:cubicBezTo>
                    <a:pt x="104179" y="4517"/>
                    <a:pt x="98668" y="2797"/>
                    <a:pt x="93874" y="1"/>
                  </a:cubicBezTo>
                  <a:cubicBezTo>
                    <a:pt x="88313" y="3338"/>
                    <a:pt x="82196" y="5006"/>
                    <a:pt x="76134" y="5006"/>
                  </a:cubicBezTo>
                  <a:cubicBezTo>
                    <a:pt x="70072" y="5006"/>
                    <a:pt x="64066" y="3338"/>
                    <a:pt x="58727" y="1"/>
                  </a:cubicBezTo>
                  <a:cubicBezTo>
                    <a:pt x="53166" y="3338"/>
                    <a:pt x="47048" y="5006"/>
                    <a:pt x="40931" y="5006"/>
                  </a:cubicBezTo>
                  <a:cubicBezTo>
                    <a:pt x="34814" y="5006"/>
                    <a:pt x="28696" y="3338"/>
                    <a:pt x="231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82" name="Google Shape;8582;p85"/>
            <p:cNvSpPr/>
            <p:nvPr/>
          </p:nvSpPr>
          <p:spPr>
            <a:xfrm>
              <a:off x="1713400" y="1272525"/>
              <a:ext cx="3815050" cy="1034425"/>
            </a:xfrm>
            <a:custGeom>
              <a:avLst/>
              <a:gdLst/>
              <a:ahLst/>
              <a:cxnLst/>
              <a:rect l="l" t="t" r="r" b="b"/>
              <a:pathLst>
                <a:path w="152602" h="41377" extrusionOk="0">
                  <a:moveTo>
                    <a:pt x="0" y="0"/>
                  </a:moveTo>
                  <a:lnTo>
                    <a:pt x="0" y="17796"/>
                  </a:lnTo>
                  <a:cubicBezTo>
                    <a:pt x="0" y="32152"/>
                    <a:pt x="11575" y="41298"/>
                    <a:pt x="23545" y="41298"/>
                  </a:cubicBezTo>
                  <a:cubicBezTo>
                    <a:pt x="29754" y="41298"/>
                    <a:pt x="36069" y="38838"/>
                    <a:pt x="40931" y="33368"/>
                  </a:cubicBezTo>
                  <a:cubicBezTo>
                    <a:pt x="45602" y="38707"/>
                    <a:pt x="52054" y="41376"/>
                    <a:pt x="58560" y="41376"/>
                  </a:cubicBezTo>
                  <a:cubicBezTo>
                    <a:pt x="65067" y="41376"/>
                    <a:pt x="71629" y="38707"/>
                    <a:pt x="76523" y="33368"/>
                  </a:cubicBezTo>
                  <a:cubicBezTo>
                    <a:pt x="81195" y="38707"/>
                    <a:pt x="87646" y="41376"/>
                    <a:pt x="94097" y="41376"/>
                  </a:cubicBezTo>
                  <a:cubicBezTo>
                    <a:pt x="100548" y="41376"/>
                    <a:pt x="106999" y="38707"/>
                    <a:pt x="111670" y="33368"/>
                  </a:cubicBezTo>
                  <a:cubicBezTo>
                    <a:pt x="116119" y="38262"/>
                    <a:pt x="122348" y="41376"/>
                    <a:pt x="129022" y="41376"/>
                  </a:cubicBezTo>
                  <a:cubicBezTo>
                    <a:pt x="141479" y="40931"/>
                    <a:pt x="151267" y="32033"/>
                    <a:pt x="152601" y="20021"/>
                  </a:cubicBezTo>
                  <a:lnTo>
                    <a:pt x="1526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83" name="Google Shape;8583;p85"/>
            <p:cNvSpPr/>
            <p:nvPr/>
          </p:nvSpPr>
          <p:spPr>
            <a:xfrm>
              <a:off x="1780125" y="238125"/>
              <a:ext cx="3692700" cy="745225"/>
            </a:xfrm>
            <a:custGeom>
              <a:avLst/>
              <a:gdLst/>
              <a:ahLst/>
              <a:cxnLst/>
              <a:rect l="l" t="t" r="r" b="b"/>
              <a:pathLst>
                <a:path w="147708" h="29809" extrusionOk="0">
                  <a:moveTo>
                    <a:pt x="20911" y="0"/>
                  </a:moveTo>
                  <a:cubicBezTo>
                    <a:pt x="18686" y="0"/>
                    <a:pt x="16907" y="890"/>
                    <a:pt x="16017" y="2669"/>
                  </a:cubicBezTo>
                  <a:lnTo>
                    <a:pt x="0" y="29809"/>
                  </a:lnTo>
                  <a:lnTo>
                    <a:pt x="147708" y="29809"/>
                  </a:lnTo>
                  <a:lnTo>
                    <a:pt x="131691" y="2669"/>
                  </a:lnTo>
                  <a:cubicBezTo>
                    <a:pt x="130357" y="890"/>
                    <a:pt x="128577" y="0"/>
                    <a:pt x="1263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84" name="Google Shape;8584;p85"/>
          <p:cNvGrpSpPr/>
          <p:nvPr/>
        </p:nvGrpSpPr>
        <p:grpSpPr>
          <a:xfrm>
            <a:off x="1357001" y="2390571"/>
            <a:ext cx="467128" cy="409820"/>
            <a:chOff x="1054950" y="2380900"/>
            <a:chExt cx="269725" cy="235800"/>
          </a:xfrm>
          <a:solidFill>
            <a:schemeClr val="bg1"/>
          </a:solidFill>
        </p:grpSpPr>
        <p:sp>
          <p:nvSpPr>
            <p:cNvPr id="8585" name="Google Shape;8585;p85"/>
            <p:cNvSpPr/>
            <p:nvPr/>
          </p:nvSpPr>
          <p:spPr>
            <a:xfrm>
              <a:off x="1166275" y="2380900"/>
              <a:ext cx="126850" cy="219925"/>
            </a:xfrm>
            <a:custGeom>
              <a:avLst/>
              <a:gdLst/>
              <a:ahLst/>
              <a:cxnLst/>
              <a:rect l="l" t="t" r="r" b="b"/>
              <a:pathLst>
                <a:path w="5074" h="8797" extrusionOk="0">
                  <a:moveTo>
                    <a:pt x="4759" y="1"/>
                  </a:moveTo>
                  <a:cubicBezTo>
                    <a:pt x="4676" y="1"/>
                    <a:pt x="4597" y="32"/>
                    <a:pt x="4549" y="96"/>
                  </a:cubicBezTo>
                  <a:cubicBezTo>
                    <a:pt x="4526" y="120"/>
                    <a:pt x="2263" y="2287"/>
                    <a:pt x="1" y="2501"/>
                  </a:cubicBezTo>
                  <a:lnTo>
                    <a:pt x="1" y="6311"/>
                  </a:lnTo>
                  <a:cubicBezTo>
                    <a:pt x="2263" y="6502"/>
                    <a:pt x="4526" y="8669"/>
                    <a:pt x="4549" y="8693"/>
                  </a:cubicBezTo>
                  <a:cubicBezTo>
                    <a:pt x="4613" y="8764"/>
                    <a:pt x="4692" y="8796"/>
                    <a:pt x="4770" y="8796"/>
                  </a:cubicBezTo>
                  <a:cubicBezTo>
                    <a:pt x="4925" y="8796"/>
                    <a:pt x="5073" y="8669"/>
                    <a:pt x="5073" y="8479"/>
                  </a:cubicBezTo>
                  <a:lnTo>
                    <a:pt x="5073" y="310"/>
                  </a:lnTo>
                  <a:cubicBezTo>
                    <a:pt x="5073" y="191"/>
                    <a:pt x="5002" y="72"/>
                    <a:pt x="4883" y="24"/>
                  </a:cubicBezTo>
                  <a:cubicBezTo>
                    <a:pt x="4843" y="9"/>
                    <a:pt x="4801" y="1"/>
                    <a:pt x="47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86" name="Google Shape;8586;p85"/>
            <p:cNvSpPr/>
            <p:nvPr/>
          </p:nvSpPr>
          <p:spPr>
            <a:xfrm>
              <a:off x="1309175" y="2463650"/>
              <a:ext cx="15500" cy="54200"/>
            </a:xfrm>
            <a:custGeom>
              <a:avLst/>
              <a:gdLst/>
              <a:ahLst/>
              <a:cxnLst/>
              <a:rect l="l" t="t" r="r" b="b"/>
              <a:pathLst>
                <a:path w="620" h="2168" extrusionOk="0">
                  <a:moveTo>
                    <a:pt x="0" y="1"/>
                  </a:moveTo>
                  <a:lnTo>
                    <a:pt x="0" y="2168"/>
                  </a:lnTo>
                  <a:cubicBezTo>
                    <a:pt x="381" y="1954"/>
                    <a:pt x="619" y="1525"/>
                    <a:pt x="619" y="1096"/>
                  </a:cubicBezTo>
                  <a:cubicBezTo>
                    <a:pt x="619" y="644"/>
                    <a:pt x="381" y="215"/>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87" name="Google Shape;8587;p85"/>
            <p:cNvSpPr/>
            <p:nvPr/>
          </p:nvSpPr>
          <p:spPr>
            <a:xfrm>
              <a:off x="1097225" y="2552950"/>
              <a:ext cx="83375" cy="63750"/>
            </a:xfrm>
            <a:custGeom>
              <a:avLst/>
              <a:gdLst/>
              <a:ahLst/>
              <a:cxnLst/>
              <a:rect l="l" t="t" r="r" b="b"/>
              <a:pathLst>
                <a:path w="3335" h="2550" extrusionOk="0">
                  <a:moveTo>
                    <a:pt x="0" y="1"/>
                  </a:moveTo>
                  <a:lnTo>
                    <a:pt x="0" y="1"/>
                  </a:lnTo>
                  <a:cubicBezTo>
                    <a:pt x="119" y="811"/>
                    <a:pt x="310" y="1597"/>
                    <a:pt x="596" y="2335"/>
                  </a:cubicBezTo>
                  <a:cubicBezTo>
                    <a:pt x="643" y="2478"/>
                    <a:pt x="762" y="2549"/>
                    <a:pt x="905" y="2549"/>
                  </a:cubicBezTo>
                  <a:lnTo>
                    <a:pt x="2477" y="2549"/>
                  </a:lnTo>
                  <a:cubicBezTo>
                    <a:pt x="2715" y="2549"/>
                    <a:pt x="2858" y="2287"/>
                    <a:pt x="2739" y="2073"/>
                  </a:cubicBezTo>
                  <a:cubicBezTo>
                    <a:pt x="2596" y="1811"/>
                    <a:pt x="2477" y="1549"/>
                    <a:pt x="2358" y="1287"/>
                  </a:cubicBezTo>
                  <a:lnTo>
                    <a:pt x="3001" y="1287"/>
                  </a:lnTo>
                  <a:cubicBezTo>
                    <a:pt x="3096" y="1287"/>
                    <a:pt x="3191" y="1239"/>
                    <a:pt x="3239" y="1168"/>
                  </a:cubicBezTo>
                  <a:cubicBezTo>
                    <a:pt x="3311" y="1073"/>
                    <a:pt x="3334" y="977"/>
                    <a:pt x="3287" y="882"/>
                  </a:cubicBezTo>
                  <a:cubicBezTo>
                    <a:pt x="3215" y="620"/>
                    <a:pt x="3144" y="358"/>
                    <a:pt x="3120" y="96"/>
                  </a:cubicBezTo>
                  <a:cubicBezTo>
                    <a:pt x="2906" y="49"/>
                    <a:pt x="2691" y="25"/>
                    <a:pt x="2477" y="25"/>
                  </a:cubicBezTo>
                  <a:cubicBezTo>
                    <a:pt x="2501" y="239"/>
                    <a:pt x="2525" y="453"/>
                    <a:pt x="2572" y="668"/>
                  </a:cubicBezTo>
                  <a:lnTo>
                    <a:pt x="2120" y="668"/>
                  </a:lnTo>
                  <a:cubicBezTo>
                    <a:pt x="2048" y="453"/>
                    <a:pt x="1977" y="239"/>
                    <a:pt x="1929" y="25"/>
                  </a:cubicBezTo>
                  <a:lnTo>
                    <a:pt x="262" y="25"/>
                  </a:lnTo>
                  <a:cubicBezTo>
                    <a:pt x="167" y="25"/>
                    <a:pt x="96" y="25"/>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88" name="Google Shape;8588;p85"/>
            <p:cNvSpPr/>
            <p:nvPr/>
          </p:nvSpPr>
          <p:spPr>
            <a:xfrm>
              <a:off x="1054950" y="2443400"/>
              <a:ext cx="95875" cy="94750"/>
            </a:xfrm>
            <a:custGeom>
              <a:avLst/>
              <a:gdLst/>
              <a:ahLst/>
              <a:cxnLst/>
              <a:rect l="l" t="t" r="r" b="b"/>
              <a:pathLst>
                <a:path w="3835" h="3790" extrusionOk="0">
                  <a:moveTo>
                    <a:pt x="1910" y="1"/>
                  </a:moveTo>
                  <a:cubicBezTo>
                    <a:pt x="858" y="1"/>
                    <a:pt x="0" y="849"/>
                    <a:pt x="0" y="1906"/>
                  </a:cubicBezTo>
                  <a:cubicBezTo>
                    <a:pt x="0" y="2949"/>
                    <a:pt x="858" y="3789"/>
                    <a:pt x="1892" y="3789"/>
                  </a:cubicBezTo>
                  <a:cubicBezTo>
                    <a:pt x="1920" y="3789"/>
                    <a:pt x="1949" y="3789"/>
                    <a:pt x="1977" y="3788"/>
                  </a:cubicBezTo>
                  <a:lnTo>
                    <a:pt x="3835" y="3788"/>
                  </a:lnTo>
                  <a:lnTo>
                    <a:pt x="3835" y="1"/>
                  </a:lnTo>
                  <a:lnTo>
                    <a:pt x="1953" y="1"/>
                  </a:lnTo>
                  <a:cubicBezTo>
                    <a:pt x="1939" y="1"/>
                    <a:pt x="1924" y="1"/>
                    <a:pt x="19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89" name="Google Shape;8589;p85"/>
          <p:cNvGrpSpPr/>
          <p:nvPr/>
        </p:nvGrpSpPr>
        <p:grpSpPr>
          <a:xfrm>
            <a:off x="2362238" y="2390069"/>
            <a:ext cx="484653" cy="409691"/>
            <a:chOff x="1771678" y="1944952"/>
            <a:chExt cx="363490" cy="307268"/>
          </a:xfrm>
          <a:solidFill>
            <a:schemeClr val="bg1"/>
          </a:solidFill>
        </p:grpSpPr>
        <p:sp>
          <p:nvSpPr>
            <p:cNvPr id="8590" name="Google Shape;8590;p85"/>
            <p:cNvSpPr/>
            <p:nvPr/>
          </p:nvSpPr>
          <p:spPr>
            <a:xfrm>
              <a:off x="2057039" y="1987282"/>
              <a:ext cx="78129" cy="223159"/>
            </a:xfrm>
            <a:custGeom>
              <a:avLst/>
              <a:gdLst/>
              <a:ahLst/>
              <a:cxnLst/>
              <a:rect l="l" t="t" r="r" b="b"/>
              <a:pathLst>
                <a:path w="2406" h="6848" extrusionOk="0">
                  <a:moveTo>
                    <a:pt x="337" y="1"/>
                  </a:moveTo>
                  <a:cubicBezTo>
                    <a:pt x="256" y="1"/>
                    <a:pt x="179" y="30"/>
                    <a:pt x="119" y="90"/>
                  </a:cubicBezTo>
                  <a:cubicBezTo>
                    <a:pt x="0" y="209"/>
                    <a:pt x="0" y="399"/>
                    <a:pt x="119" y="542"/>
                  </a:cubicBezTo>
                  <a:cubicBezTo>
                    <a:pt x="1715" y="2114"/>
                    <a:pt x="1715" y="4710"/>
                    <a:pt x="119" y="6305"/>
                  </a:cubicBezTo>
                  <a:cubicBezTo>
                    <a:pt x="0" y="6424"/>
                    <a:pt x="0" y="6615"/>
                    <a:pt x="119" y="6758"/>
                  </a:cubicBezTo>
                  <a:cubicBezTo>
                    <a:pt x="179" y="6817"/>
                    <a:pt x="262" y="6847"/>
                    <a:pt x="345" y="6847"/>
                  </a:cubicBezTo>
                  <a:cubicBezTo>
                    <a:pt x="429" y="6847"/>
                    <a:pt x="512" y="6817"/>
                    <a:pt x="572" y="6758"/>
                  </a:cubicBezTo>
                  <a:cubicBezTo>
                    <a:pt x="2405" y="4900"/>
                    <a:pt x="2405" y="1924"/>
                    <a:pt x="572" y="90"/>
                  </a:cubicBezTo>
                  <a:cubicBezTo>
                    <a:pt x="500" y="30"/>
                    <a:pt x="417" y="1"/>
                    <a:pt x="3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1" name="Google Shape;8591;p85"/>
            <p:cNvSpPr/>
            <p:nvPr/>
          </p:nvSpPr>
          <p:spPr>
            <a:xfrm>
              <a:off x="2013722" y="2030751"/>
              <a:ext cx="54164" cy="136216"/>
            </a:xfrm>
            <a:custGeom>
              <a:avLst/>
              <a:gdLst/>
              <a:ahLst/>
              <a:cxnLst/>
              <a:rect l="l" t="t" r="r" b="b"/>
              <a:pathLst>
                <a:path w="1668" h="4180" extrusionOk="0">
                  <a:moveTo>
                    <a:pt x="337" y="0"/>
                  </a:moveTo>
                  <a:cubicBezTo>
                    <a:pt x="257" y="0"/>
                    <a:pt x="179" y="30"/>
                    <a:pt x="120" y="89"/>
                  </a:cubicBezTo>
                  <a:cubicBezTo>
                    <a:pt x="1" y="209"/>
                    <a:pt x="1" y="399"/>
                    <a:pt x="120" y="542"/>
                  </a:cubicBezTo>
                  <a:cubicBezTo>
                    <a:pt x="977" y="1375"/>
                    <a:pt x="977" y="2780"/>
                    <a:pt x="120" y="3638"/>
                  </a:cubicBezTo>
                  <a:cubicBezTo>
                    <a:pt x="1" y="3757"/>
                    <a:pt x="1" y="3971"/>
                    <a:pt x="120" y="4090"/>
                  </a:cubicBezTo>
                  <a:cubicBezTo>
                    <a:pt x="179" y="4150"/>
                    <a:pt x="257" y="4180"/>
                    <a:pt x="337" y="4180"/>
                  </a:cubicBezTo>
                  <a:cubicBezTo>
                    <a:pt x="417" y="4180"/>
                    <a:pt x="501" y="4150"/>
                    <a:pt x="572" y="4090"/>
                  </a:cubicBezTo>
                  <a:cubicBezTo>
                    <a:pt x="1668" y="2971"/>
                    <a:pt x="1668" y="1185"/>
                    <a:pt x="572" y="89"/>
                  </a:cubicBezTo>
                  <a:cubicBezTo>
                    <a:pt x="501" y="30"/>
                    <a:pt x="417" y="0"/>
                    <a:pt x="3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2" name="Google Shape;8592;p85"/>
            <p:cNvSpPr/>
            <p:nvPr/>
          </p:nvSpPr>
          <p:spPr>
            <a:xfrm>
              <a:off x="1771678" y="2026678"/>
              <a:ext cx="61113" cy="143678"/>
            </a:xfrm>
            <a:custGeom>
              <a:avLst/>
              <a:gdLst/>
              <a:ahLst/>
              <a:cxnLst/>
              <a:rect l="l" t="t" r="r" b="b"/>
              <a:pathLst>
                <a:path w="1882" h="4409" extrusionOk="0">
                  <a:moveTo>
                    <a:pt x="310" y="0"/>
                  </a:moveTo>
                  <a:cubicBezTo>
                    <a:pt x="143" y="0"/>
                    <a:pt x="1" y="143"/>
                    <a:pt x="1" y="334"/>
                  </a:cubicBezTo>
                  <a:lnTo>
                    <a:pt x="1" y="4096"/>
                  </a:lnTo>
                  <a:cubicBezTo>
                    <a:pt x="1" y="4252"/>
                    <a:pt x="126" y="4408"/>
                    <a:pt x="278" y="4408"/>
                  </a:cubicBezTo>
                  <a:cubicBezTo>
                    <a:pt x="289" y="4408"/>
                    <a:pt x="299" y="4407"/>
                    <a:pt x="310" y="4406"/>
                  </a:cubicBezTo>
                  <a:lnTo>
                    <a:pt x="1882" y="4406"/>
                  </a:ln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3" name="Google Shape;8593;p85"/>
            <p:cNvSpPr/>
            <p:nvPr/>
          </p:nvSpPr>
          <p:spPr>
            <a:xfrm>
              <a:off x="1853636" y="1944952"/>
              <a:ext cx="102905" cy="307268"/>
            </a:xfrm>
            <a:custGeom>
              <a:avLst/>
              <a:gdLst/>
              <a:ahLst/>
              <a:cxnLst/>
              <a:rect l="l" t="t" r="r" b="b"/>
              <a:pathLst>
                <a:path w="3169" h="9429" extrusionOk="0">
                  <a:moveTo>
                    <a:pt x="2859" y="1"/>
                  </a:moveTo>
                  <a:cubicBezTo>
                    <a:pt x="2770" y="1"/>
                    <a:pt x="2681" y="40"/>
                    <a:pt x="2621" y="127"/>
                  </a:cubicBezTo>
                  <a:cubicBezTo>
                    <a:pt x="2001" y="936"/>
                    <a:pt x="811" y="2175"/>
                    <a:pt x="1" y="2460"/>
                  </a:cubicBezTo>
                  <a:lnTo>
                    <a:pt x="1" y="6985"/>
                  </a:lnTo>
                  <a:cubicBezTo>
                    <a:pt x="811" y="7271"/>
                    <a:pt x="2001" y="8486"/>
                    <a:pt x="2621" y="9319"/>
                  </a:cubicBezTo>
                  <a:cubicBezTo>
                    <a:pt x="2679" y="9395"/>
                    <a:pt x="2765" y="9429"/>
                    <a:pt x="2851" y="9429"/>
                  </a:cubicBezTo>
                  <a:cubicBezTo>
                    <a:pt x="3009" y="9429"/>
                    <a:pt x="3168" y="9314"/>
                    <a:pt x="3168" y="9129"/>
                  </a:cubicBezTo>
                  <a:lnTo>
                    <a:pt x="3168" y="317"/>
                  </a:lnTo>
                  <a:cubicBezTo>
                    <a:pt x="3168" y="120"/>
                    <a:pt x="3014" y="1"/>
                    <a:pt x="2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4" name="Google Shape;8594;p85"/>
            <p:cNvSpPr/>
            <p:nvPr/>
          </p:nvSpPr>
          <p:spPr>
            <a:xfrm>
              <a:off x="1977386" y="2063924"/>
              <a:ext cx="20133" cy="70650"/>
            </a:xfrm>
            <a:custGeom>
              <a:avLst/>
              <a:gdLst/>
              <a:ahLst/>
              <a:cxnLst/>
              <a:rect l="l" t="t" r="r" b="b"/>
              <a:pathLst>
                <a:path w="620" h="2168" extrusionOk="0">
                  <a:moveTo>
                    <a:pt x="0" y="0"/>
                  </a:moveTo>
                  <a:lnTo>
                    <a:pt x="0" y="2167"/>
                  </a:lnTo>
                  <a:cubicBezTo>
                    <a:pt x="381" y="1929"/>
                    <a:pt x="619" y="1524"/>
                    <a:pt x="619" y="1072"/>
                  </a:cubicBezTo>
                  <a:cubicBezTo>
                    <a:pt x="619" y="619"/>
                    <a:pt x="381" y="215"/>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595" name="Google Shape;8595;p85"/>
          <p:cNvGrpSpPr/>
          <p:nvPr/>
        </p:nvGrpSpPr>
        <p:grpSpPr>
          <a:xfrm>
            <a:off x="3364539" y="2362372"/>
            <a:ext cx="464011" cy="465957"/>
            <a:chOff x="2214125" y="2364675"/>
            <a:chExt cx="267925" cy="268100"/>
          </a:xfrm>
          <a:solidFill>
            <a:schemeClr val="bg1"/>
          </a:solidFill>
        </p:grpSpPr>
        <p:sp>
          <p:nvSpPr>
            <p:cNvPr id="8596" name="Google Shape;8596;p85"/>
            <p:cNvSpPr/>
            <p:nvPr/>
          </p:nvSpPr>
          <p:spPr>
            <a:xfrm>
              <a:off x="2222450" y="2427925"/>
              <a:ext cx="39925" cy="59575"/>
            </a:xfrm>
            <a:custGeom>
              <a:avLst/>
              <a:gdLst/>
              <a:ahLst/>
              <a:cxnLst/>
              <a:rect l="l" t="t" r="r" b="b"/>
              <a:pathLst>
                <a:path w="1597" h="2383" extrusionOk="0">
                  <a:moveTo>
                    <a:pt x="1596" y="1"/>
                  </a:moveTo>
                  <a:lnTo>
                    <a:pt x="1" y="1192"/>
                  </a:lnTo>
                  <a:lnTo>
                    <a:pt x="1596" y="2382"/>
                  </a:lnTo>
                  <a:lnTo>
                    <a:pt x="15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7" name="Google Shape;8597;p85"/>
            <p:cNvSpPr/>
            <p:nvPr/>
          </p:nvSpPr>
          <p:spPr>
            <a:xfrm>
              <a:off x="2435000" y="2427925"/>
              <a:ext cx="39925" cy="58975"/>
            </a:xfrm>
            <a:custGeom>
              <a:avLst/>
              <a:gdLst/>
              <a:ahLst/>
              <a:cxnLst/>
              <a:rect l="l" t="t" r="r" b="b"/>
              <a:pathLst>
                <a:path w="1597" h="2359" extrusionOk="0">
                  <a:moveTo>
                    <a:pt x="0" y="1"/>
                  </a:moveTo>
                  <a:lnTo>
                    <a:pt x="0" y="2359"/>
                  </a:lnTo>
                  <a:lnTo>
                    <a:pt x="1596" y="1168"/>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8" name="Google Shape;8598;p85"/>
            <p:cNvSpPr/>
            <p:nvPr/>
          </p:nvSpPr>
          <p:spPr>
            <a:xfrm>
              <a:off x="2214125" y="2470800"/>
              <a:ext cx="267925" cy="161975"/>
            </a:xfrm>
            <a:custGeom>
              <a:avLst/>
              <a:gdLst/>
              <a:ahLst/>
              <a:cxnLst/>
              <a:rect l="l" t="t" r="r" b="b"/>
              <a:pathLst>
                <a:path w="10717" h="6479" extrusionOk="0">
                  <a:moveTo>
                    <a:pt x="7268" y="3468"/>
                  </a:moveTo>
                  <a:cubicBezTo>
                    <a:pt x="7332" y="3468"/>
                    <a:pt x="7397" y="3487"/>
                    <a:pt x="7454" y="3525"/>
                  </a:cubicBezTo>
                  <a:lnTo>
                    <a:pt x="8907" y="4644"/>
                  </a:lnTo>
                  <a:cubicBezTo>
                    <a:pt x="9074" y="4740"/>
                    <a:pt x="9097" y="4930"/>
                    <a:pt x="8978" y="5073"/>
                  </a:cubicBezTo>
                  <a:cubicBezTo>
                    <a:pt x="8921" y="5159"/>
                    <a:pt x="8821" y="5202"/>
                    <a:pt x="8725" y="5202"/>
                  </a:cubicBezTo>
                  <a:cubicBezTo>
                    <a:pt x="8660" y="5202"/>
                    <a:pt x="8597" y="5183"/>
                    <a:pt x="8550" y="5144"/>
                  </a:cubicBezTo>
                  <a:lnTo>
                    <a:pt x="7073" y="4049"/>
                  </a:lnTo>
                  <a:cubicBezTo>
                    <a:pt x="6930" y="3930"/>
                    <a:pt x="6906" y="3739"/>
                    <a:pt x="7002" y="3597"/>
                  </a:cubicBezTo>
                  <a:cubicBezTo>
                    <a:pt x="7073" y="3511"/>
                    <a:pt x="7170" y="3468"/>
                    <a:pt x="7268" y="3468"/>
                  </a:cubicBezTo>
                  <a:close/>
                  <a:moveTo>
                    <a:pt x="3485" y="3468"/>
                  </a:moveTo>
                  <a:cubicBezTo>
                    <a:pt x="3582" y="3468"/>
                    <a:pt x="3682" y="3511"/>
                    <a:pt x="3739" y="3597"/>
                  </a:cubicBezTo>
                  <a:cubicBezTo>
                    <a:pt x="3834" y="3739"/>
                    <a:pt x="3811" y="3930"/>
                    <a:pt x="3668" y="4049"/>
                  </a:cubicBezTo>
                  <a:lnTo>
                    <a:pt x="2215" y="5144"/>
                  </a:lnTo>
                  <a:cubicBezTo>
                    <a:pt x="2154" y="5188"/>
                    <a:pt x="2091" y="5207"/>
                    <a:pt x="2031" y="5207"/>
                  </a:cubicBezTo>
                  <a:cubicBezTo>
                    <a:pt x="1765" y="5207"/>
                    <a:pt x="1562" y="4839"/>
                    <a:pt x="1834" y="4644"/>
                  </a:cubicBezTo>
                  <a:lnTo>
                    <a:pt x="3310" y="3525"/>
                  </a:lnTo>
                  <a:cubicBezTo>
                    <a:pt x="3358" y="3487"/>
                    <a:pt x="3421" y="3468"/>
                    <a:pt x="3485" y="3468"/>
                  </a:cubicBezTo>
                  <a:close/>
                  <a:moveTo>
                    <a:pt x="24" y="1"/>
                  </a:moveTo>
                  <a:lnTo>
                    <a:pt x="24" y="6168"/>
                  </a:lnTo>
                  <a:cubicBezTo>
                    <a:pt x="0" y="6335"/>
                    <a:pt x="143" y="6478"/>
                    <a:pt x="334" y="6478"/>
                  </a:cubicBezTo>
                  <a:lnTo>
                    <a:pt x="10431" y="6478"/>
                  </a:lnTo>
                  <a:cubicBezTo>
                    <a:pt x="10598" y="6454"/>
                    <a:pt x="10717" y="6335"/>
                    <a:pt x="10717" y="6168"/>
                  </a:cubicBezTo>
                  <a:lnTo>
                    <a:pt x="10717" y="24"/>
                  </a:lnTo>
                  <a:lnTo>
                    <a:pt x="5549" y="3882"/>
                  </a:lnTo>
                  <a:cubicBezTo>
                    <a:pt x="5506" y="3925"/>
                    <a:pt x="5444" y="3949"/>
                    <a:pt x="5380" y="3953"/>
                  </a:cubicBezTo>
                  <a:lnTo>
                    <a:pt x="5380" y="3953"/>
                  </a:lnTo>
                  <a:cubicBezTo>
                    <a:pt x="5309" y="3930"/>
                    <a:pt x="5239" y="3929"/>
                    <a:pt x="5192" y="3882"/>
                  </a:cubicBezTo>
                  <a:lnTo>
                    <a:pt x="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599" name="Google Shape;8599;p85"/>
            <p:cNvSpPr/>
            <p:nvPr/>
          </p:nvSpPr>
          <p:spPr>
            <a:xfrm>
              <a:off x="2304025" y="2364675"/>
              <a:ext cx="89325" cy="31725"/>
            </a:xfrm>
            <a:custGeom>
              <a:avLst/>
              <a:gdLst/>
              <a:ahLst/>
              <a:cxnLst/>
              <a:rect l="l" t="t" r="r" b="b"/>
              <a:pathLst>
                <a:path w="3573" h="1269" extrusionOk="0">
                  <a:moveTo>
                    <a:pt x="1777" y="1"/>
                  </a:moveTo>
                  <a:cubicBezTo>
                    <a:pt x="1709" y="1"/>
                    <a:pt x="1643" y="19"/>
                    <a:pt x="1596" y="54"/>
                  </a:cubicBezTo>
                  <a:lnTo>
                    <a:pt x="0" y="1269"/>
                  </a:lnTo>
                  <a:lnTo>
                    <a:pt x="3572" y="1269"/>
                  </a:lnTo>
                  <a:lnTo>
                    <a:pt x="1977" y="54"/>
                  </a:lnTo>
                  <a:cubicBezTo>
                    <a:pt x="1917" y="19"/>
                    <a:pt x="1846" y="1"/>
                    <a:pt x="17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00" name="Google Shape;8600;p85"/>
            <p:cNvSpPr/>
            <p:nvPr/>
          </p:nvSpPr>
          <p:spPr>
            <a:xfrm>
              <a:off x="2277825" y="2412450"/>
              <a:ext cx="141725" cy="139350"/>
            </a:xfrm>
            <a:custGeom>
              <a:avLst/>
              <a:gdLst/>
              <a:ahLst/>
              <a:cxnLst/>
              <a:rect l="l" t="t" r="r" b="b"/>
              <a:pathLst>
                <a:path w="5669" h="5574" extrusionOk="0">
                  <a:moveTo>
                    <a:pt x="1572" y="1239"/>
                  </a:moveTo>
                  <a:lnTo>
                    <a:pt x="1572" y="1263"/>
                  </a:lnTo>
                  <a:lnTo>
                    <a:pt x="4073" y="1263"/>
                  </a:lnTo>
                  <a:cubicBezTo>
                    <a:pt x="4239" y="1263"/>
                    <a:pt x="4382" y="1382"/>
                    <a:pt x="4406" y="1525"/>
                  </a:cubicBezTo>
                  <a:cubicBezTo>
                    <a:pt x="4430" y="1715"/>
                    <a:pt x="4263" y="1882"/>
                    <a:pt x="4073" y="1882"/>
                  </a:cubicBezTo>
                  <a:lnTo>
                    <a:pt x="1572" y="1882"/>
                  </a:lnTo>
                  <a:cubicBezTo>
                    <a:pt x="1405" y="1882"/>
                    <a:pt x="1286" y="1763"/>
                    <a:pt x="1263" y="1596"/>
                  </a:cubicBezTo>
                  <a:cubicBezTo>
                    <a:pt x="1239" y="1406"/>
                    <a:pt x="1382" y="1239"/>
                    <a:pt x="1572" y="1239"/>
                  </a:cubicBezTo>
                  <a:close/>
                  <a:moveTo>
                    <a:pt x="4073" y="2501"/>
                  </a:moveTo>
                  <a:cubicBezTo>
                    <a:pt x="4239" y="2501"/>
                    <a:pt x="4358" y="2620"/>
                    <a:pt x="4382" y="2787"/>
                  </a:cubicBezTo>
                  <a:cubicBezTo>
                    <a:pt x="4406" y="2978"/>
                    <a:pt x="4263" y="3144"/>
                    <a:pt x="4073" y="3144"/>
                  </a:cubicBezTo>
                  <a:lnTo>
                    <a:pt x="1548" y="3144"/>
                  </a:lnTo>
                  <a:cubicBezTo>
                    <a:pt x="1382" y="3144"/>
                    <a:pt x="1215" y="2978"/>
                    <a:pt x="1239" y="2787"/>
                  </a:cubicBezTo>
                  <a:cubicBezTo>
                    <a:pt x="1263" y="2620"/>
                    <a:pt x="1405" y="2501"/>
                    <a:pt x="1572" y="2501"/>
                  </a:cubicBezTo>
                  <a:close/>
                  <a:moveTo>
                    <a:pt x="310" y="1"/>
                  </a:moveTo>
                  <a:cubicBezTo>
                    <a:pt x="143" y="1"/>
                    <a:pt x="0" y="144"/>
                    <a:pt x="0" y="310"/>
                  </a:cubicBezTo>
                  <a:lnTo>
                    <a:pt x="0" y="3454"/>
                  </a:lnTo>
                  <a:lnTo>
                    <a:pt x="2834" y="5573"/>
                  </a:lnTo>
                  <a:lnTo>
                    <a:pt x="5668" y="3454"/>
                  </a:lnTo>
                  <a:lnTo>
                    <a:pt x="5668" y="310"/>
                  </a:lnTo>
                  <a:cubicBezTo>
                    <a:pt x="5644" y="144"/>
                    <a:pt x="5502" y="1"/>
                    <a:pt x="53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01" name="Google Shape;8601;p85"/>
          <p:cNvGrpSpPr/>
          <p:nvPr/>
        </p:nvGrpSpPr>
        <p:grpSpPr>
          <a:xfrm>
            <a:off x="4365731" y="2377145"/>
            <a:ext cx="466088" cy="436672"/>
            <a:chOff x="2792225" y="2373175"/>
            <a:chExt cx="269125" cy="251250"/>
          </a:xfrm>
          <a:solidFill>
            <a:schemeClr val="bg1"/>
          </a:solidFill>
        </p:grpSpPr>
        <p:sp>
          <p:nvSpPr>
            <p:cNvPr id="8602" name="Google Shape;8602;p85"/>
            <p:cNvSpPr/>
            <p:nvPr/>
          </p:nvSpPr>
          <p:spPr>
            <a:xfrm>
              <a:off x="2902950" y="2426150"/>
              <a:ext cx="56000" cy="66700"/>
            </a:xfrm>
            <a:custGeom>
              <a:avLst/>
              <a:gdLst/>
              <a:ahLst/>
              <a:cxnLst/>
              <a:rect l="l" t="t" r="r" b="b"/>
              <a:pathLst>
                <a:path w="2240" h="2668" extrusionOk="0">
                  <a:moveTo>
                    <a:pt x="1" y="1"/>
                  </a:moveTo>
                  <a:lnTo>
                    <a:pt x="1" y="2668"/>
                  </a:lnTo>
                  <a:lnTo>
                    <a:pt x="2239" y="1334"/>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03" name="Google Shape;8603;p85"/>
            <p:cNvSpPr/>
            <p:nvPr/>
          </p:nvSpPr>
          <p:spPr>
            <a:xfrm>
              <a:off x="2792225" y="2561300"/>
              <a:ext cx="269125" cy="63125"/>
            </a:xfrm>
            <a:custGeom>
              <a:avLst/>
              <a:gdLst/>
              <a:ahLst/>
              <a:cxnLst/>
              <a:rect l="l" t="t" r="r" b="b"/>
              <a:pathLst>
                <a:path w="10765" h="2525" extrusionOk="0">
                  <a:moveTo>
                    <a:pt x="7895" y="286"/>
                  </a:moveTo>
                  <a:cubicBezTo>
                    <a:pt x="8067" y="286"/>
                    <a:pt x="8240" y="405"/>
                    <a:pt x="8216" y="643"/>
                  </a:cubicBezTo>
                  <a:lnTo>
                    <a:pt x="8216" y="953"/>
                  </a:lnTo>
                  <a:lnTo>
                    <a:pt x="9169" y="953"/>
                  </a:lnTo>
                  <a:cubicBezTo>
                    <a:pt x="9597" y="953"/>
                    <a:pt x="9597" y="1572"/>
                    <a:pt x="9169" y="1572"/>
                  </a:cubicBezTo>
                  <a:lnTo>
                    <a:pt x="8216" y="1572"/>
                  </a:lnTo>
                  <a:lnTo>
                    <a:pt x="8216" y="1882"/>
                  </a:lnTo>
                  <a:cubicBezTo>
                    <a:pt x="8240" y="2108"/>
                    <a:pt x="8073" y="2221"/>
                    <a:pt x="7907" y="2221"/>
                  </a:cubicBezTo>
                  <a:cubicBezTo>
                    <a:pt x="7740" y="2221"/>
                    <a:pt x="7573" y="2108"/>
                    <a:pt x="7597" y="1882"/>
                  </a:cubicBezTo>
                  <a:lnTo>
                    <a:pt x="7597" y="1572"/>
                  </a:lnTo>
                  <a:lnTo>
                    <a:pt x="1596" y="1572"/>
                  </a:lnTo>
                  <a:cubicBezTo>
                    <a:pt x="1167" y="1572"/>
                    <a:pt x="1167" y="953"/>
                    <a:pt x="1596" y="953"/>
                  </a:cubicBezTo>
                  <a:lnTo>
                    <a:pt x="7573" y="953"/>
                  </a:lnTo>
                  <a:lnTo>
                    <a:pt x="7573" y="643"/>
                  </a:lnTo>
                  <a:cubicBezTo>
                    <a:pt x="7549" y="405"/>
                    <a:pt x="7722" y="286"/>
                    <a:pt x="7895" y="286"/>
                  </a:cubicBezTo>
                  <a:close/>
                  <a:moveTo>
                    <a:pt x="24" y="0"/>
                  </a:moveTo>
                  <a:lnTo>
                    <a:pt x="24" y="2215"/>
                  </a:lnTo>
                  <a:cubicBezTo>
                    <a:pt x="0" y="2382"/>
                    <a:pt x="143" y="2525"/>
                    <a:pt x="334" y="2525"/>
                  </a:cubicBezTo>
                  <a:lnTo>
                    <a:pt x="10431" y="2525"/>
                  </a:lnTo>
                  <a:cubicBezTo>
                    <a:pt x="10598" y="2525"/>
                    <a:pt x="10764" y="2382"/>
                    <a:pt x="10740" y="2215"/>
                  </a:cubicBezTo>
                  <a:lnTo>
                    <a:pt x="107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04" name="Google Shape;8604;p85"/>
            <p:cNvSpPr/>
            <p:nvPr/>
          </p:nvSpPr>
          <p:spPr>
            <a:xfrm>
              <a:off x="2792800" y="2373175"/>
              <a:ext cx="267950" cy="172675"/>
            </a:xfrm>
            <a:custGeom>
              <a:avLst/>
              <a:gdLst/>
              <a:ahLst/>
              <a:cxnLst/>
              <a:rect l="l" t="t" r="r" b="b"/>
              <a:pathLst>
                <a:path w="10718" h="6907" extrusionOk="0">
                  <a:moveTo>
                    <a:pt x="4109" y="1250"/>
                  </a:moveTo>
                  <a:cubicBezTo>
                    <a:pt x="4163" y="1250"/>
                    <a:pt x="4216" y="1262"/>
                    <a:pt x="4264" y="1286"/>
                  </a:cubicBezTo>
                  <a:lnTo>
                    <a:pt x="7407" y="3167"/>
                  </a:lnTo>
                  <a:cubicBezTo>
                    <a:pt x="7503" y="3239"/>
                    <a:pt x="7550" y="3334"/>
                    <a:pt x="7550" y="3453"/>
                  </a:cubicBezTo>
                  <a:cubicBezTo>
                    <a:pt x="7550" y="3548"/>
                    <a:pt x="7503" y="3667"/>
                    <a:pt x="7407" y="3715"/>
                  </a:cubicBezTo>
                  <a:lnTo>
                    <a:pt x="4264" y="5596"/>
                  </a:lnTo>
                  <a:cubicBezTo>
                    <a:pt x="4216" y="5632"/>
                    <a:pt x="4163" y="5650"/>
                    <a:pt x="4109" y="5650"/>
                  </a:cubicBezTo>
                  <a:cubicBezTo>
                    <a:pt x="4055" y="5650"/>
                    <a:pt x="4002" y="5632"/>
                    <a:pt x="3954" y="5596"/>
                  </a:cubicBezTo>
                  <a:cubicBezTo>
                    <a:pt x="3835" y="5549"/>
                    <a:pt x="3787" y="5430"/>
                    <a:pt x="3787" y="5334"/>
                  </a:cubicBezTo>
                  <a:lnTo>
                    <a:pt x="3787" y="1572"/>
                  </a:lnTo>
                  <a:cubicBezTo>
                    <a:pt x="3787" y="1453"/>
                    <a:pt x="3859" y="1334"/>
                    <a:pt x="3954" y="1286"/>
                  </a:cubicBezTo>
                  <a:cubicBezTo>
                    <a:pt x="4002" y="1262"/>
                    <a:pt x="4055" y="1250"/>
                    <a:pt x="4109" y="1250"/>
                  </a:cubicBezTo>
                  <a:close/>
                  <a:moveTo>
                    <a:pt x="311" y="0"/>
                  </a:moveTo>
                  <a:cubicBezTo>
                    <a:pt x="144" y="0"/>
                    <a:pt x="1" y="143"/>
                    <a:pt x="1" y="310"/>
                  </a:cubicBezTo>
                  <a:lnTo>
                    <a:pt x="1" y="6906"/>
                  </a:lnTo>
                  <a:lnTo>
                    <a:pt x="10717" y="6906"/>
                  </a:lnTo>
                  <a:lnTo>
                    <a:pt x="10717" y="310"/>
                  </a:lnTo>
                  <a:cubicBezTo>
                    <a:pt x="10717" y="143"/>
                    <a:pt x="10575" y="0"/>
                    <a:pt x="104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05" name="Google Shape;8605;p85"/>
          <p:cNvGrpSpPr/>
          <p:nvPr/>
        </p:nvGrpSpPr>
        <p:grpSpPr>
          <a:xfrm>
            <a:off x="5366923" y="2390484"/>
            <a:ext cx="466088" cy="409907"/>
            <a:chOff x="3370325" y="2380850"/>
            <a:chExt cx="269125" cy="235850"/>
          </a:xfrm>
          <a:solidFill>
            <a:schemeClr val="bg1"/>
          </a:solidFill>
        </p:grpSpPr>
        <p:sp>
          <p:nvSpPr>
            <p:cNvPr id="8606" name="Google Shape;8606;p85"/>
            <p:cNvSpPr/>
            <p:nvPr/>
          </p:nvSpPr>
          <p:spPr>
            <a:xfrm>
              <a:off x="3370325" y="2443425"/>
              <a:ext cx="268525" cy="126225"/>
            </a:xfrm>
            <a:custGeom>
              <a:avLst/>
              <a:gdLst/>
              <a:ahLst/>
              <a:cxnLst/>
              <a:rect l="l" t="t" r="r" b="b"/>
              <a:pathLst>
                <a:path w="10741" h="5049" extrusionOk="0">
                  <a:moveTo>
                    <a:pt x="1929" y="0"/>
                  </a:moveTo>
                  <a:cubicBezTo>
                    <a:pt x="1810" y="3048"/>
                    <a:pt x="143" y="4477"/>
                    <a:pt x="143" y="4477"/>
                  </a:cubicBezTo>
                  <a:cubicBezTo>
                    <a:pt x="24" y="4549"/>
                    <a:pt x="0" y="4692"/>
                    <a:pt x="48" y="4811"/>
                  </a:cubicBezTo>
                  <a:cubicBezTo>
                    <a:pt x="95" y="4954"/>
                    <a:pt x="191" y="5025"/>
                    <a:pt x="333" y="5049"/>
                  </a:cubicBezTo>
                  <a:lnTo>
                    <a:pt x="8549" y="5049"/>
                  </a:lnTo>
                  <a:cubicBezTo>
                    <a:pt x="8621" y="5049"/>
                    <a:pt x="8692" y="5001"/>
                    <a:pt x="8740" y="4954"/>
                  </a:cubicBezTo>
                  <a:cubicBezTo>
                    <a:pt x="8835" y="4906"/>
                    <a:pt x="10621" y="3358"/>
                    <a:pt x="107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07" name="Google Shape;8607;p85"/>
            <p:cNvSpPr/>
            <p:nvPr/>
          </p:nvSpPr>
          <p:spPr>
            <a:xfrm>
              <a:off x="3417950" y="2380850"/>
              <a:ext cx="221500" cy="47100"/>
            </a:xfrm>
            <a:custGeom>
              <a:avLst/>
              <a:gdLst/>
              <a:ahLst/>
              <a:cxnLst/>
              <a:rect l="l" t="t" r="r" b="b"/>
              <a:pathLst>
                <a:path w="8860" h="1884" extrusionOk="0">
                  <a:moveTo>
                    <a:pt x="2197" y="0"/>
                  </a:moveTo>
                  <a:cubicBezTo>
                    <a:pt x="2025" y="0"/>
                    <a:pt x="1882" y="136"/>
                    <a:pt x="1882" y="312"/>
                  </a:cubicBezTo>
                  <a:lnTo>
                    <a:pt x="1882" y="622"/>
                  </a:lnTo>
                  <a:lnTo>
                    <a:pt x="310" y="622"/>
                  </a:lnTo>
                  <a:cubicBezTo>
                    <a:pt x="299" y="620"/>
                    <a:pt x="288" y="620"/>
                    <a:pt x="278" y="620"/>
                  </a:cubicBezTo>
                  <a:cubicBezTo>
                    <a:pt x="125" y="620"/>
                    <a:pt x="0" y="775"/>
                    <a:pt x="0" y="931"/>
                  </a:cubicBezTo>
                  <a:lnTo>
                    <a:pt x="0" y="1884"/>
                  </a:lnTo>
                  <a:lnTo>
                    <a:pt x="8859" y="1884"/>
                  </a:lnTo>
                  <a:lnTo>
                    <a:pt x="8859" y="931"/>
                  </a:lnTo>
                  <a:cubicBezTo>
                    <a:pt x="8835" y="765"/>
                    <a:pt x="8692" y="622"/>
                    <a:pt x="8526" y="622"/>
                  </a:cubicBezTo>
                  <a:lnTo>
                    <a:pt x="6954" y="622"/>
                  </a:lnTo>
                  <a:lnTo>
                    <a:pt x="6954" y="336"/>
                  </a:lnTo>
                  <a:cubicBezTo>
                    <a:pt x="6954" y="169"/>
                    <a:pt x="6835" y="26"/>
                    <a:pt x="6668" y="3"/>
                  </a:cubicBezTo>
                  <a:cubicBezTo>
                    <a:pt x="6654" y="1"/>
                    <a:pt x="6640" y="0"/>
                    <a:pt x="6627" y="0"/>
                  </a:cubicBezTo>
                  <a:cubicBezTo>
                    <a:pt x="6454" y="0"/>
                    <a:pt x="6311" y="136"/>
                    <a:pt x="6311" y="312"/>
                  </a:cubicBezTo>
                  <a:lnTo>
                    <a:pt x="6311" y="622"/>
                  </a:lnTo>
                  <a:lnTo>
                    <a:pt x="4739" y="622"/>
                  </a:lnTo>
                  <a:lnTo>
                    <a:pt x="4739" y="336"/>
                  </a:lnTo>
                  <a:cubicBezTo>
                    <a:pt x="4739" y="169"/>
                    <a:pt x="4620" y="26"/>
                    <a:pt x="4453" y="3"/>
                  </a:cubicBezTo>
                  <a:cubicBezTo>
                    <a:pt x="4440" y="1"/>
                    <a:pt x="4426" y="0"/>
                    <a:pt x="4412" y="0"/>
                  </a:cubicBezTo>
                  <a:cubicBezTo>
                    <a:pt x="4239" y="0"/>
                    <a:pt x="4096" y="136"/>
                    <a:pt x="4096" y="312"/>
                  </a:cubicBezTo>
                  <a:lnTo>
                    <a:pt x="4096" y="622"/>
                  </a:lnTo>
                  <a:lnTo>
                    <a:pt x="2525" y="622"/>
                  </a:lnTo>
                  <a:lnTo>
                    <a:pt x="2525" y="336"/>
                  </a:lnTo>
                  <a:cubicBezTo>
                    <a:pt x="2525" y="145"/>
                    <a:pt x="2405" y="26"/>
                    <a:pt x="2239" y="3"/>
                  </a:cubicBezTo>
                  <a:cubicBezTo>
                    <a:pt x="2225" y="1"/>
                    <a:pt x="2211" y="0"/>
                    <a:pt x="21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08" name="Google Shape;8608;p85"/>
            <p:cNvSpPr/>
            <p:nvPr/>
          </p:nvSpPr>
          <p:spPr>
            <a:xfrm>
              <a:off x="3418525" y="2520800"/>
              <a:ext cx="220925" cy="95900"/>
            </a:xfrm>
            <a:custGeom>
              <a:avLst/>
              <a:gdLst/>
              <a:ahLst/>
              <a:cxnLst/>
              <a:rect l="l" t="t" r="r" b="b"/>
              <a:pathLst>
                <a:path w="8837" h="3836" extrusionOk="0">
                  <a:moveTo>
                    <a:pt x="8836" y="1"/>
                  </a:moveTo>
                  <a:cubicBezTo>
                    <a:pt x="8479" y="882"/>
                    <a:pt x="7931" y="1692"/>
                    <a:pt x="7241" y="2359"/>
                  </a:cubicBezTo>
                  <a:cubicBezTo>
                    <a:pt x="7050" y="2501"/>
                    <a:pt x="6860" y="2573"/>
                    <a:pt x="6645" y="2573"/>
                  </a:cubicBezTo>
                  <a:lnTo>
                    <a:pt x="1" y="2573"/>
                  </a:lnTo>
                  <a:lnTo>
                    <a:pt x="1" y="3526"/>
                  </a:lnTo>
                  <a:cubicBezTo>
                    <a:pt x="1" y="3692"/>
                    <a:pt x="144" y="3835"/>
                    <a:pt x="311" y="3835"/>
                  </a:cubicBezTo>
                  <a:lnTo>
                    <a:pt x="8503" y="3835"/>
                  </a:lnTo>
                  <a:cubicBezTo>
                    <a:pt x="8693" y="3835"/>
                    <a:pt x="8836" y="3692"/>
                    <a:pt x="8836" y="3526"/>
                  </a:cubicBezTo>
                  <a:lnTo>
                    <a:pt x="883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09" name="Google Shape;8609;p85"/>
          <p:cNvGrpSpPr/>
          <p:nvPr/>
        </p:nvGrpSpPr>
        <p:grpSpPr>
          <a:xfrm>
            <a:off x="6372228" y="2404041"/>
            <a:ext cx="464011" cy="381839"/>
            <a:chOff x="3950800" y="2388650"/>
            <a:chExt cx="267925" cy="219700"/>
          </a:xfrm>
          <a:solidFill>
            <a:schemeClr val="bg1"/>
          </a:solidFill>
        </p:grpSpPr>
        <p:sp>
          <p:nvSpPr>
            <p:cNvPr id="8610" name="Google Shape;8610;p85"/>
            <p:cNvSpPr/>
            <p:nvPr/>
          </p:nvSpPr>
          <p:spPr>
            <a:xfrm>
              <a:off x="4138925" y="2482700"/>
              <a:ext cx="79800" cy="63150"/>
            </a:xfrm>
            <a:custGeom>
              <a:avLst/>
              <a:gdLst/>
              <a:ahLst/>
              <a:cxnLst/>
              <a:rect l="l" t="t" r="r" b="b"/>
              <a:pathLst>
                <a:path w="3192" h="2526" extrusionOk="0">
                  <a:moveTo>
                    <a:pt x="1" y="1"/>
                  </a:moveTo>
                  <a:cubicBezTo>
                    <a:pt x="215" y="382"/>
                    <a:pt x="358" y="834"/>
                    <a:pt x="358" y="1263"/>
                  </a:cubicBezTo>
                  <a:cubicBezTo>
                    <a:pt x="358" y="1715"/>
                    <a:pt x="239" y="2144"/>
                    <a:pt x="1" y="2525"/>
                  </a:cubicBezTo>
                  <a:lnTo>
                    <a:pt x="3192" y="2525"/>
                  </a:lnTo>
                  <a:lnTo>
                    <a:pt x="319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1" name="Google Shape;8611;p85"/>
            <p:cNvSpPr/>
            <p:nvPr/>
          </p:nvSpPr>
          <p:spPr>
            <a:xfrm>
              <a:off x="4037725" y="2467050"/>
              <a:ext cx="110150" cy="94275"/>
            </a:xfrm>
            <a:custGeom>
              <a:avLst/>
              <a:gdLst/>
              <a:ahLst/>
              <a:cxnLst/>
              <a:rect l="l" t="t" r="r" b="b"/>
              <a:pathLst>
                <a:path w="4406" h="3771" extrusionOk="0">
                  <a:moveTo>
                    <a:pt x="1881" y="627"/>
                  </a:moveTo>
                  <a:cubicBezTo>
                    <a:pt x="3001" y="627"/>
                    <a:pt x="3572" y="1984"/>
                    <a:pt x="2786" y="2794"/>
                  </a:cubicBezTo>
                  <a:cubicBezTo>
                    <a:pt x="2527" y="3045"/>
                    <a:pt x="2212" y="3158"/>
                    <a:pt x="1903" y="3158"/>
                  </a:cubicBezTo>
                  <a:cubicBezTo>
                    <a:pt x="1247" y="3158"/>
                    <a:pt x="619" y="2650"/>
                    <a:pt x="619" y="1889"/>
                  </a:cubicBezTo>
                  <a:cubicBezTo>
                    <a:pt x="619" y="1198"/>
                    <a:pt x="1191" y="627"/>
                    <a:pt x="1881" y="627"/>
                  </a:cubicBezTo>
                  <a:close/>
                  <a:moveTo>
                    <a:pt x="1901" y="1"/>
                  </a:moveTo>
                  <a:cubicBezTo>
                    <a:pt x="930" y="1"/>
                    <a:pt x="0" y="759"/>
                    <a:pt x="0" y="1889"/>
                  </a:cubicBezTo>
                  <a:cubicBezTo>
                    <a:pt x="0" y="2937"/>
                    <a:pt x="834" y="3770"/>
                    <a:pt x="1881" y="3770"/>
                  </a:cubicBezTo>
                  <a:cubicBezTo>
                    <a:pt x="3572" y="3770"/>
                    <a:pt x="4406" y="1746"/>
                    <a:pt x="3215" y="555"/>
                  </a:cubicBezTo>
                  <a:cubicBezTo>
                    <a:pt x="2832" y="172"/>
                    <a:pt x="2362" y="1"/>
                    <a:pt x="19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2" name="Google Shape;8612;p85"/>
            <p:cNvSpPr/>
            <p:nvPr/>
          </p:nvSpPr>
          <p:spPr>
            <a:xfrm>
              <a:off x="4069275" y="2498775"/>
              <a:ext cx="31575" cy="31000"/>
            </a:xfrm>
            <a:custGeom>
              <a:avLst/>
              <a:gdLst/>
              <a:ahLst/>
              <a:cxnLst/>
              <a:rect l="l" t="t" r="r" b="b"/>
              <a:pathLst>
                <a:path w="1263" h="1240" extrusionOk="0">
                  <a:moveTo>
                    <a:pt x="619" y="1"/>
                  </a:moveTo>
                  <a:cubicBezTo>
                    <a:pt x="286" y="1"/>
                    <a:pt x="0" y="287"/>
                    <a:pt x="0" y="620"/>
                  </a:cubicBezTo>
                  <a:cubicBezTo>
                    <a:pt x="0" y="977"/>
                    <a:pt x="286" y="1239"/>
                    <a:pt x="619" y="1239"/>
                  </a:cubicBezTo>
                  <a:cubicBezTo>
                    <a:pt x="977" y="1239"/>
                    <a:pt x="1262" y="977"/>
                    <a:pt x="1262" y="620"/>
                  </a:cubicBezTo>
                  <a:cubicBezTo>
                    <a:pt x="1262" y="287"/>
                    <a:pt x="977" y="1"/>
                    <a:pt x="6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3" name="Google Shape;8613;p85"/>
            <p:cNvSpPr/>
            <p:nvPr/>
          </p:nvSpPr>
          <p:spPr>
            <a:xfrm>
              <a:off x="3950800" y="2482700"/>
              <a:ext cx="79800" cy="63150"/>
            </a:xfrm>
            <a:custGeom>
              <a:avLst/>
              <a:gdLst/>
              <a:ahLst/>
              <a:cxnLst/>
              <a:rect l="l" t="t" r="r" b="b"/>
              <a:pathLst>
                <a:path w="3192" h="2526" extrusionOk="0">
                  <a:moveTo>
                    <a:pt x="0" y="1"/>
                  </a:moveTo>
                  <a:lnTo>
                    <a:pt x="0" y="2525"/>
                  </a:lnTo>
                  <a:lnTo>
                    <a:pt x="3191" y="2525"/>
                  </a:lnTo>
                  <a:cubicBezTo>
                    <a:pt x="2977" y="2144"/>
                    <a:pt x="2858" y="1715"/>
                    <a:pt x="2858" y="1263"/>
                  </a:cubicBezTo>
                  <a:cubicBezTo>
                    <a:pt x="2858" y="834"/>
                    <a:pt x="2977" y="382"/>
                    <a:pt x="31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4" name="Google Shape;8614;p85"/>
            <p:cNvSpPr/>
            <p:nvPr/>
          </p:nvSpPr>
          <p:spPr>
            <a:xfrm>
              <a:off x="3950800" y="2388650"/>
              <a:ext cx="267925" cy="78600"/>
            </a:xfrm>
            <a:custGeom>
              <a:avLst/>
              <a:gdLst/>
              <a:ahLst/>
              <a:cxnLst/>
              <a:rect l="l" t="t" r="r" b="b"/>
              <a:pathLst>
                <a:path w="10717" h="3144" extrusionOk="0">
                  <a:moveTo>
                    <a:pt x="6001" y="1262"/>
                  </a:moveTo>
                  <a:cubicBezTo>
                    <a:pt x="6406" y="1262"/>
                    <a:pt x="6406" y="1882"/>
                    <a:pt x="6001" y="1882"/>
                  </a:cubicBezTo>
                  <a:lnTo>
                    <a:pt x="4739" y="1882"/>
                  </a:lnTo>
                  <a:cubicBezTo>
                    <a:pt x="4311" y="1882"/>
                    <a:pt x="4311" y="1262"/>
                    <a:pt x="4739" y="1262"/>
                  </a:cubicBezTo>
                  <a:close/>
                  <a:moveTo>
                    <a:pt x="3477" y="0"/>
                  </a:moveTo>
                  <a:cubicBezTo>
                    <a:pt x="3358" y="0"/>
                    <a:pt x="3239" y="72"/>
                    <a:pt x="3191" y="167"/>
                  </a:cubicBezTo>
                  <a:lnTo>
                    <a:pt x="2644" y="1262"/>
                  </a:lnTo>
                  <a:lnTo>
                    <a:pt x="1905" y="1262"/>
                  </a:lnTo>
                  <a:lnTo>
                    <a:pt x="1905" y="953"/>
                  </a:lnTo>
                  <a:cubicBezTo>
                    <a:pt x="1905" y="750"/>
                    <a:pt x="1750" y="649"/>
                    <a:pt x="1596" y="649"/>
                  </a:cubicBezTo>
                  <a:cubicBezTo>
                    <a:pt x="1441" y="649"/>
                    <a:pt x="1286" y="750"/>
                    <a:pt x="1286" y="953"/>
                  </a:cubicBezTo>
                  <a:lnTo>
                    <a:pt x="1286" y="1262"/>
                  </a:lnTo>
                  <a:lnTo>
                    <a:pt x="310" y="1262"/>
                  </a:lnTo>
                  <a:cubicBezTo>
                    <a:pt x="143" y="1262"/>
                    <a:pt x="0" y="1405"/>
                    <a:pt x="0" y="1572"/>
                  </a:cubicBezTo>
                  <a:lnTo>
                    <a:pt x="0" y="3144"/>
                  </a:lnTo>
                  <a:lnTo>
                    <a:pt x="3715" y="3144"/>
                  </a:lnTo>
                  <a:cubicBezTo>
                    <a:pt x="4180" y="2727"/>
                    <a:pt x="4769" y="2519"/>
                    <a:pt x="5358" y="2519"/>
                  </a:cubicBezTo>
                  <a:cubicBezTo>
                    <a:pt x="5948" y="2519"/>
                    <a:pt x="6537" y="2727"/>
                    <a:pt x="7002" y="3144"/>
                  </a:cubicBezTo>
                  <a:lnTo>
                    <a:pt x="10717" y="3144"/>
                  </a:lnTo>
                  <a:lnTo>
                    <a:pt x="10717" y="1572"/>
                  </a:lnTo>
                  <a:cubicBezTo>
                    <a:pt x="10717" y="1405"/>
                    <a:pt x="10574" y="1262"/>
                    <a:pt x="10407" y="1262"/>
                  </a:cubicBezTo>
                  <a:lnTo>
                    <a:pt x="8073" y="1262"/>
                  </a:lnTo>
                  <a:lnTo>
                    <a:pt x="7526" y="167"/>
                  </a:lnTo>
                  <a:cubicBezTo>
                    <a:pt x="7478" y="72"/>
                    <a:pt x="7359" y="0"/>
                    <a:pt x="72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5" name="Google Shape;8615;p85"/>
            <p:cNvSpPr/>
            <p:nvPr/>
          </p:nvSpPr>
          <p:spPr>
            <a:xfrm>
              <a:off x="3950800" y="2561300"/>
              <a:ext cx="267925" cy="47050"/>
            </a:xfrm>
            <a:custGeom>
              <a:avLst/>
              <a:gdLst/>
              <a:ahLst/>
              <a:cxnLst/>
              <a:rect l="l" t="t" r="r" b="b"/>
              <a:pathLst>
                <a:path w="10717" h="1882" extrusionOk="0">
                  <a:moveTo>
                    <a:pt x="0" y="0"/>
                  </a:moveTo>
                  <a:lnTo>
                    <a:pt x="0" y="1572"/>
                  </a:lnTo>
                  <a:cubicBezTo>
                    <a:pt x="0" y="1739"/>
                    <a:pt x="143" y="1882"/>
                    <a:pt x="310" y="1882"/>
                  </a:cubicBezTo>
                  <a:lnTo>
                    <a:pt x="10407" y="1882"/>
                  </a:lnTo>
                  <a:cubicBezTo>
                    <a:pt x="10574" y="1882"/>
                    <a:pt x="10717" y="1739"/>
                    <a:pt x="10717" y="1572"/>
                  </a:cubicBezTo>
                  <a:lnTo>
                    <a:pt x="10717" y="0"/>
                  </a:lnTo>
                  <a:lnTo>
                    <a:pt x="7002" y="0"/>
                  </a:lnTo>
                  <a:cubicBezTo>
                    <a:pt x="6549" y="405"/>
                    <a:pt x="5978" y="643"/>
                    <a:pt x="5358" y="643"/>
                  </a:cubicBezTo>
                  <a:cubicBezTo>
                    <a:pt x="4763" y="643"/>
                    <a:pt x="4168" y="405"/>
                    <a:pt x="37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16" name="Google Shape;8616;p85"/>
          <p:cNvGrpSpPr/>
          <p:nvPr/>
        </p:nvGrpSpPr>
        <p:grpSpPr>
          <a:xfrm>
            <a:off x="7374416" y="2390571"/>
            <a:ext cx="465093" cy="409820"/>
            <a:chOff x="4529475" y="2380900"/>
            <a:chExt cx="268550" cy="235800"/>
          </a:xfrm>
          <a:solidFill>
            <a:schemeClr val="bg1"/>
          </a:solidFill>
        </p:grpSpPr>
        <p:sp>
          <p:nvSpPr>
            <p:cNvPr id="8617" name="Google Shape;8617;p85"/>
            <p:cNvSpPr/>
            <p:nvPr/>
          </p:nvSpPr>
          <p:spPr>
            <a:xfrm>
              <a:off x="4529475" y="2380900"/>
              <a:ext cx="268550" cy="62550"/>
            </a:xfrm>
            <a:custGeom>
              <a:avLst/>
              <a:gdLst/>
              <a:ahLst/>
              <a:cxnLst/>
              <a:rect l="l" t="t" r="r" b="b"/>
              <a:pathLst>
                <a:path w="10742" h="2502" extrusionOk="0">
                  <a:moveTo>
                    <a:pt x="1594" y="938"/>
                  </a:moveTo>
                  <a:cubicBezTo>
                    <a:pt x="1759" y="938"/>
                    <a:pt x="1922" y="1067"/>
                    <a:pt x="1906" y="1263"/>
                  </a:cubicBezTo>
                  <a:cubicBezTo>
                    <a:pt x="1906" y="1429"/>
                    <a:pt x="1763" y="1572"/>
                    <a:pt x="1596" y="1572"/>
                  </a:cubicBezTo>
                  <a:cubicBezTo>
                    <a:pt x="1311" y="1572"/>
                    <a:pt x="1168" y="1215"/>
                    <a:pt x="1382" y="1025"/>
                  </a:cubicBezTo>
                  <a:cubicBezTo>
                    <a:pt x="1442" y="965"/>
                    <a:pt x="1518" y="938"/>
                    <a:pt x="1594" y="938"/>
                  </a:cubicBezTo>
                  <a:close/>
                  <a:moveTo>
                    <a:pt x="2832" y="938"/>
                  </a:moveTo>
                  <a:cubicBezTo>
                    <a:pt x="2998" y="938"/>
                    <a:pt x="3161" y="1067"/>
                    <a:pt x="3144" y="1263"/>
                  </a:cubicBezTo>
                  <a:cubicBezTo>
                    <a:pt x="3144" y="1429"/>
                    <a:pt x="3025" y="1549"/>
                    <a:pt x="2859" y="1572"/>
                  </a:cubicBezTo>
                  <a:cubicBezTo>
                    <a:pt x="2573" y="1572"/>
                    <a:pt x="2406" y="1239"/>
                    <a:pt x="2620" y="1025"/>
                  </a:cubicBezTo>
                  <a:cubicBezTo>
                    <a:pt x="2680" y="965"/>
                    <a:pt x="2756" y="938"/>
                    <a:pt x="2832" y="938"/>
                  </a:cubicBezTo>
                  <a:close/>
                  <a:moveTo>
                    <a:pt x="4162" y="927"/>
                  </a:moveTo>
                  <a:cubicBezTo>
                    <a:pt x="4559" y="927"/>
                    <a:pt x="4559" y="1575"/>
                    <a:pt x="4162" y="1575"/>
                  </a:cubicBezTo>
                  <a:cubicBezTo>
                    <a:pt x="4149" y="1575"/>
                    <a:pt x="4135" y="1574"/>
                    <a:pt x="4121" y="1572"/>
                  </a:cubicBezTo>
                  <a:cubicBezTo>
                    <a:pt x="3740" y="1525"/>
                    <a:pt x="3740" y="977"/>
                    <a:pt x="4121" y="929"/>
                  </a:cubicBezTo>
                  <a:cubicBezTo>
                    <a:pt x="4135" y="928"/>
                    <a:pt x="4149" y="927"/>
                    <a:pt x="4162" y="927"/>
                  </a:cubicBezTo>
                  <a:close/>
                  <a:moveTo>
                    <a:pt x="9187" y="927"/>
                  </a:moveTo>
                  <a:cubicBezTo>
                    <a:pt x="9584" y="927"/>
                    <a:pt x="9584" y="1575"/>
                    <a:pt x="9187" y="1575"/>
                  </a:cubicBezTo>
                  <a:cubicBezTo>
                    <a:pt x="9173" y="1575"/>
                    <a:pt x="9160" y="1574"/>
                    <a:pt x="9146" y="1572"/>
                  </a:cubicBezTo>
                  <a:lnTo>
                    <a:pt x="5359" y="1572"/>
                  </a:lnTo>
                  <a:cubicBezTo>
                    <a:pt x="5002" y="1525"/>
                    <a:pt x="5002" y="977"/>
                    <a:pt x="5359" y="929"/>
                  </a:cubicBezTo>
                  <a:lnTo>
                    <a:pt x="9146" y="929"/>
                  </a:lnTo>
                  <a:cubicBezTo>
                    <a:pt x="9160" y="928"/>
                    <a:pt x="9173" y="927"/>
                    <a:pt x="9187" y="927"/>
                  </a:cubicBezTo>
                  <a:close/>
                  <a:moveTo>
                    <a:pt x="334" y="1"/>
                  </a:moveTo>
                  <a:cubicBezTo>
                    <a:pt x="144" y="1"/>
                    <a:pt x="1" y="120"/>
                    <a:pt x="1" y="286"/>
                  </a:cubicBezTo>
                  <a:lnTo>
                    <a:pt x="1" y="2501"/>
                  </a:lnTo>
                  <a:lnTo>
                    <a:pt x="10717" y="2501"/>
                  </a:lnTo>
                  <a:lnTo>
                    <a:pt x="10717" y="310"/>
                  </a:lnTo>
                  <a:cubicBezTo>
                    <a:pt x="10741" y="143"/>
                    <a:pt x="10598" y="1"/>
                    <a:pt x="104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8" name="Google Shape;8618;p85"/>
            <p:cNvSpPr/>
            <p:nvPr/>
          </p:nvSpPr>
          <p:spPr>
            <a:xfrm>
              <a:off x="4598550" y="2511875"/>
              <a:ext cx="130400" cy="104825"/>
            </a:xfrm>
            <a:custGeom>
              <a:avLst/>
              <a:gdLst/>
              <a:ahLst/>
              <a:cxnLst/>
              <a:rect l="l" t="t" r="r" b="b"/>
              <a:pathLst>
                <a:path w="5216" h="4193" extrusionOk="0">
                  <a:moveTo>
                    <a:pt x="2620" y="1"/>
                  </a:moveTo>
                  <a:cubicBezTo>
                    <a:pt x="1191" y="1"/>
                    <a:pt x="48" y="1191"/>
                    <a:pt x="96" y="2620"/>
                  </a:cubicBezTo>
                  <a:cubicBezTo>
                    <a:pt x="96" y="3192"/>
                    <a:pt x="310" y="3740"/>
                    <a:pt x="667" y="4192"/>
                  </a:cubicBezTo>
                  <a:lnTo>
                    <a:pt x="1572" y="4192"/>
                  </a:lnTo>
                  <a:cubicBezTo>
                    <a:pt x="0" y="3144"/>
                    <a:pt x="739" y="715"/>
                    <a:pt x="2620" y="715"/>
                  </a:cubicBezTo>
                  <a:cubicBezTo>
                    <a:pt x="4477" y="715"/>
                    <a:pt x="5216" y="3144"/>
                    <a:pt x="3644" y="4192"/>
                  </a:cubicBezTo>
                  <a:lnTo>
                    <a:pt x="4573" y="4192"/>
                  </a:lnTo>
                  <a:cubicBezTo>
                    <a:pt x="4930" y="3740"/>
                    <a:pt x="5120" y="3192"/>
                    <a:pt x="5120" y="2620"/>
                  </a:cubicBezTo>
                  <a:cubicBezTo>
                    <a:pt x="5168" y="1191"/>
                    <a:pt x="4025" y="1"/>
                    <a:pt x="2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19" name="Google Shape;8619;p85"/>
            <p:cNvSpPr/>
            <p:nvPr/>
          </p:nvSpPr>
          <p:spPr>
            <a:xfrm>
              <a:off x="4529475" y="2459500"/>
              <a:ext cx="267950" cy="157200"/>
            </a:xfrm>
            <a:custGeom>
              <a:avLst/>
              <a:gdLst/>
              <a:ahLst/>
              <a:cxnLst/>
              <a:rect l="l" t="t" r="r" b="b"/>
              <a:pathLst>
                <a:path w="10718" h="6288" extrusionOk="0">
                  <a:moveTo>
                    <a:pt x="1" y="0"/>
                  </a:moveTo>
                  <a:lnTo>
                    <a:pt x="1" y="5978"/>
                  </a:lnTo>
                  <a:cubicBezTo>
                    <a:pt x="1" y="6144"/>
                    <a:pt x="144" y="6287"/>
                    <a:pt x="310" y="6287"/>
                  </a:cubicBezTo>
                  <a:lnTo>
                    <a:pt x="2668" y="6287"/>
                  </a:lnTo>
                  <a:cubicBezTo>
                    <a:pt x="2454" y="5906"/>
                    <a:pt x="2311" y="5477"/>
                    <a:pt x="2263" y="5025"/>
                  </a:cubicBezTo>
                  <a:lnTo>
                    <a:pt x="1596" y="5025"/>
                  </a:lnTo>
                  <a:cubicBezTo>
                    <a:pt x="1582" y="5026"/>
                    <a:pt x="1568" y="5027"/>
                    <a:pt x="1554" y="5027"/>
                  </a:cubicBezTo>
                  <a:cubicBezTo>
                    <a:pt x="1158" y="5027"/>
                    <a:pt x="1158" y="4403"/>
                    <a:pt x="1554" y="4403"/>
                  </a:cubicBezTo>
                  <a:cubicBezTo>
                    <a:pt x="1568" y="4403"/>
                    <a:pt x="1582" y="4404"/>
                    <a:pt x="1596" y="4406"/>
                  </a:cubicBezTo>
                  <a:lnTo>
                    <a:pt x="2263" y="4406"/>
                  </a:lnTo>
                  <a:cubicBezTo>
                    <a:pt x="2311" y="3787"/>
                    <a:pt x="2549" y="3215"/>
                    <a:pt x="2954" y="2739"/>
                  </a:cubicBezTo>
                  <a:lnTo>
                    <a:pt x="2501" y="2262"/>
                  </a:lnTo>
                  <a:cubicBezTo>
                    <a:pt x="2358" y="2143"/>
                    <a:pt x="2358" y="1953"/>
                    <a:pt x="2501" y="1810"/>
                  </a:cubicBezTo>
                  <a:cubicBezTo>
                    <a:pt x="2561" y="1750"/>
                    <a:pt x="2638" y="1721"/>
                    <a:pt x="2716" y="1721"/>
                  </a:cubicBezTo>
                  <a:cubicBezTo>
                    <a:pt x="2793" y="1721"/>
                    <a:pt x="2870" y="1750"/>
                    <a:pt x="2930" y="1810"/>
                  </a:cubicBezTo>
                  <a:lnTo>
                    <a:pt x="3382" y="2286"/>
                  </a:lnTo>
                  <a:cubicBezTo>
                    <a:pt x="3859" y="1905"/>
                    <a:pt x="4430" y="1667"/>
                    <a:pt x="5049" y="1596"/>
                  </a:cubicBezTo>
                  <a:lnTo>
                    <a:pt x="5049" y="929"/>
                  </a:lnTo>
                  <a:cubicBezTo>
                    <a:pt x="5026" y="703"/>
                    <a:pt x="5192" y="590"/>
                    <a:pt x="5359" y="590"/>
                  </a:cubicBezTo>
                  <a:cubicBezTo>
                    <a:pt x="5526" y="590"/>
                    <a:pt x="5692" y="703"/>
                    <a:pt x="5669" y="929"/>
                  </a:cubicBezTo>
                  <a:lnTo>
                    <a:pt x="5669" y="1596"/>
                  </a:lnTo>
                  <a:cubicBezTo>
                    <a:pt x="6288" y="1667"/>
                    <a:pt x="6859" y="1905"/>
                    <a:pt x="7336" y="2286"/>
                  </a:cubicBezTo>
                  <a:lnTo>
                    <a:pt x="7812" y="1810"/>
                  </a:lnTo>
                  <a:cubicBezTo>
                    <a:pt x="7871" y="1750"/>
                    <a:pt x="7949" y="1721"/>
                    <a:pt x="8026" y="1721"/>
                  </a:cubicBezTo>
                  <a:cubicBezTo>
                    <a:pt x="8104" y="1721"/>
                    <a:pt x="8181" y="1750"/>
                    <a:pt x="8241" y="1810"/>
                  </a:cubicBezTo>
                  <a:cubicBezTo>
                    <a:pt x="8360" y="1953"/>
                    <a:pt x="8360" y="2143"/>
                    <a:pt x="8241" y="2262"/>
                  </a:cubicBezTo>
                  <a:lnTo>
                    <a:pt x="7788" y="2739"/>
                  </a:lnTo>
                  <a:cubicBezTo>
                    <a:pt x="8169" y="3215"/>
                    <a:pt x="8407" y="3787"/>
                    <a:pt x="8479" y="4406"/>
                  </a:cubicBezTo>
                  <a:lnTo>
                    <a:pt x="9122" y="4406"/>
                  </a:lnTo>
                  <a:cubicBezTo>
                    <a:pt x="9137" y="4404"/>
                    <a:pt x="9152" y="4403"/>
                    <a:pt x="9166" y="4403"/>
                  </a:cubicBezTo>
                  <a:cubicBezTo>
                    <a:pt x="9583" y="4403"/>
                    <a:pt x="9583" y="5027"/>
                    <a:pt x="9166" y="5027"/>
                  </a:cubicBezTo>
                  <a:cubicBezTo>
                    <a:pt x="9152" y="5027"/>
                    <a:pt x="9137" y="5026"/>
                    <a:pt x="9122" y="5025"/>
                  </a:cubicBezTo>
                  <a:lnTo>
                    <a:pt x="8479" y="5025"/>
                  </a:lnTo>
                  <a:cubicBezTo>
                    <a:pt x="8431" y="5477"/>
                    <a:pt x="8288" y="5906"/>
                    <a:pt x="8074" y="6287"/>
                  </a:cubicBezTo>
                  <a:lnTo>
                    <a:pt x="10408" y="6287"/>
                  </a:lnTo>
                  <a:cubicBezTo>
                    <a:pt x="10574" y="6287"/>
                    <a:pt x="10717" y="6144"/>
                    <a:pt x="10717" y="5978"/>
                  </a:cubicBez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20" name="Google Shape;8620;p85"/>
            <p:cNvSpPr/>
            <p:nvPr/>
          </p:nvSpPr>
          <p:spPr>
            <a:xfrm>
              <a:off x="4632475" y="2545825"/>
              <a:ext cx="62550" cy="62525"/>
            </a:xfrm>
            <a:custGeom>
              <a:avLst/>
              <a:gdLst/>
              <a:ahLst/>
              <a:cxnLst/>
              <a:rect l="l" t="t" r="r" b="b"/>
              <a:pathLst>
                <a:path w="2502" h="2501" extrusionOk="0">
                  <a:moveTo>
                    <a:pt x="1239" y="0"/>
                  </a:moveTo>
                  <a:cubicBezTo>
                    <a:pt x="548" y="0"/>
                    <a:pt x="1" y="572"/>
                    <a:pt x="1" y="1262"/>
                  </a:cubicBezTo>
                  <a:cubicBezTo>
                    <a:pt x="1" y="1953"/>
                    <a:pt x="548" y="2501"/>
                    <a:pt x="1239" y="2501"/>
                  </a:cubicBezTo>
                  <a:cubicBezTo>
                    <a:pt x="1954" y="2501"/>
                    <a:pt x="2501" y="1953"/>
                    <a:pt x="2501" y="1262"/>
                  </a:cubicBezTo>
                  <a:cubicBezTo>
                    <a:pt x="2501" y="572"/>
                    <a:pt x="1954" y="0"/>
                    <a:pt x="1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21" name="Google Shape;8621;p85"/>
          <p:cNvGrpSpPr/>
          <p:nvPr/>
        </p:nvGrpSpPr>
        <p:grpSpPr>
          <a:xfrm>
            <a:off x="8378725" y="2390571"/>
            <a:ext cx="464011" cy="409820"/>
            <a:chOff x="5109375" y="2380900"/>
            <a:chExt cx="267925" cy="235800"/>
          </a:xfrm>
          <a:solidFill>
            <a:schemeClr val="bg1"/>
          </a:solidFill>
        </p:grpSpPr>
        <p:sp>
          <p:nvSpPr>
            <p:cNvPr id="8622" name="Google Shape;8622;p85"/>
            <p:cNvSpPr/>
            <p:nvPr/>
          </p:nvSpPr>
          <p:spPr>
            <a:xfrm>
              <a:off x="5109375" y="2380900"/>
              <a:ext cx="267925" cy="62550"/>
            </a:xfrm>
            <a:custGeom>
              <a:avLst/>
              <a:gdLst/>
              <a:ahLst/>
              <a:cxnLst/>
              <a:rect l="l" t="t" r="r" b="b"/>
              <a:pathLst>
                <a:path w="10717" h="2502" extrusionOk="0">
                  <a:moveTo>
                    <a:pt x="2831" y="938"/>
                  </a:moveTo>
                  <a:cubicBezTo>
                    <a:pt x="2997" y="938"/>
                    <a:pt x="3160" y="1067"/>
                    <a:pt x="3144" y="1263"/>
                  </a:cubicBezTo>
                  <a:cubicBezTo>
                    <a:pt x="3144" y="1429"/>
                    <a:pt x="3001" y="1549"/>
                    <a:pt x="2858" y="1572"/>
                  </a:cubicBezTo>
                  <a:cubicBezTo>
                    <a:pt x="2548" y="1572"/>
                    <a:pt x="2405" y="1239"/>
                    <a:pt x="2620" y="1025"/>
                  </a:cubicBezTo>
                  <a:cubicBezTo>
                    <a:pt x="2680" y="965"/>
                    <a:pt x="2756" y="938"/>
                    <a:pt x="2831" y="938"/>
                  </a:cubicBezTo>
                  <a:close/>
                  <a:moveTo>
                    <a:pt x="1637" y="927"/>
                  </a:moveTo>
                  <a:cubicBezTo>
                    <a:pt x="2034" y="927"/>
                    <a:pt x="2034" y="1575"/>
                    <a:pt x="1637" y="1575"/>
                  </a:cubicBezTo>
                  <a:cubicBezTo>
                    <a:pt x="1624" y="1575"/>
                    <a:pt x="1610" y="1574"/>
                    <a:pt x="1596" y="1572"/>
                  </a:cubicBezTo>
                  <a:cubicBezTo>
                    <a:pt x="1215" y="1525"/>
                    <a:pt x="1215" y="977"/>
                    <a:pt x="1596" y="929"/>
                  </a:cubicBezTo>
                  <a:cubicBezTo>
                    <a:pt x="1610" y="928"/>
                    <a:pt x="1624" y="927"/>
                    <a:pt x="1637" y="927"/>
                  </a:cubicBezTo>
                  <a:close/>
                  <a:moveTo>
                    <a:pt x="4140" y="927"/>
                  </a:moveTo>
                  <a:cubicBezTo>
                    <a:pt x="4558" y="927"/>
                    <a:pt x="4558" y="1575"/>
                    <a:pt x="4140" y="1575"/>
                  </a:cubicBezTo>
                  <a:cubicBezTo>
                    <a:pt x="4126" y="1575"/>
                    <a:pt x="4111" y="1574"/>
                    <a:pt x="4096" y="1572"/>
                  </a:cubicBezTo>
                  <a:cubicBezTo>
                    <a:pt x="3715" y="1525"/>
                    <a:pt x="3715" y="977"/>
                    <a:pt x="4096" y="929"/>
                  </a:cubicBezTo>
                  <a:cubicBezTo>
                    <a:pt x="4111" y="928"/>
                    <a:pt x="4126" y="927"/>
                    <a:pt x="4140" y="927"/>
                  </a:cubicBezTo>
                  <a:close/>
                  <a:moveTo>
                    <a:pt x="9186" y="927"/>
                  </a:moveTo>
                  <a:cubicBezTo>
                    <a:pt x="9584" y="927"/>
                    <a:pt x="9584" y="1575"/>
                    <a:pt x="9186" y="1575"/>
                  </a:cubicBezTo>
                  <a:cubicBezTo>
                    <a:pt x="9173" y="1575"/>
                    <a:pt x="9159" y="1574"/>
                    <a:pt x="9145" y="1572"/>
                  </a:cubicBezTo>
                  <a:lnTo>
                    <a:pt x="5358" y="1572"/>
                  </a:lnTo>
                  <a:cubicBezTo>
                    <a:pt x="4977" y="1525"/>
                    <a:pt x="4977" y="977"/>
                    <a:pt x="5358" y="929"/>
                  </a:cubicBezTo>
                  <a:lnTo>
                    <a:pt x="9145" y="929"/>
                  </a:lnTo>
                  <a:cubicBezTo>
                    <a:pt x="9159" y="928"/>
                    <a:pt x="9173" y="927"/>
                    <a:pt x="9186" y="927"/>
                  </a:cubicBezTo>
                  <a:close/>
                  <a:moveTo>
                    <a:pt x="310" y="1"/>
                  </a:moveTo>
                  <a:cubicBezTo>
                    <a:pt x="143" y="1"/>
                    <a:pt x="0" y="120"/>
                    <a:pt x="0" y="286"/>
                  </a:cubicBezTo>
                  <a:lnTo>
                    <a:pt x="0" y="2501"/>
                  </a:lnTo>
                  <a:lnTo>
                    <a:pt x="10717" y="2501"/>
                  </a:lnTo>
                  <a:lnTo>
                    <a:pt x="10717" y="310"/>
                  </a:lnTo>
                  <a:cubicBezTo>
                    <a:pt x="10717" y="143"/>
                    <a:pt x="10598" y="1"/>
                    <a:pt x="104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23" name="Google Shape;8623;p85"/>
            <p:cNvSpPr/>
            <p:nvPr/>
          </p:nvSpPr>
          <p:spPr>
            <a:xfrm>
              <a:off x="5172475" y="2525575"/>
              <a:ext cx="141725" cy="51825"/>
            </a:xfrm>
            <a:custGeom>
              <a:avLst/>
              <a:gdLst/>
              <a:ahLst/>
              <a:cxnLst/>
              <a:rect l="l" t="t" r="r" b="b"/>
              <a:pathLst>
                <a:path w="5669" h="2073" extrusionOk="0">
                  <a:moveTo>
                    <a:pt x="3787" y="0"/>
                  </a:moveTo>
                  <a:lnTo>
                    <a:pt x="2120" y="1668"/>
                  </a:lnTo>
                  <a:cubicBezTo>
                    <a:pt x="2060" y="1727"/>
                    <a:pt x="1977" y="1757"/>
                    <a:pt x="1894" y="1757"/>
                  </a:cubicBezTo>
                  <a:cubicBezTo>
                    <a:pt x="1810" y="1757"/>
                    <a:pt x="1727" y="1727"/>
                    <a:pt x="1667" y="1668"/>
                  </a:cubicBezTo>
                  <a:lnTo>
                    <a:pt x="953" y="929"/>
                  </a:lnTo>
                  <a:lnTo>
                    <a:pt x="0" y="1882"/>
                  </a:lnTo>
                  <a:lnTo>
                    <a:pt x="0" y="2072"/>
                  </a:lnTo>
                  <a:lnTo>
                    <a:pt x="5668" y="2072"/>
                  </a:lnTo>
                  <a:lnTo>
                    <a:pt x="5668" y="0"/>
                  </a:lnTo>
                  <a:lnTo>
                    <a:pt x="4954" y="715"/>
                  </a:lnTo>
                  <a:cubicBezTo>
                    <a:pt x="4882" y="774"/>
                    <a:pt x="4799" y="804"/>
                    <a:pt x="4719" y="804"/>
                  </a:cubicBezTo>
                  <a:cubicBezTo>
                    <a:pt x="4638" y="804"/>
                    <a:pt x="4561" y="774"/>
                    <a:pt x="4501" y="715"/>
                  </a:cubicBezTo>
                  <a:lnTo>
                    <a:pt x="37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24" name="Google Shape;8624;p85"/>
            <p:cNvSpPr/>
            <p:nvPr/>
          </p:nvSpPr>
          <p:spPr>
            <a:xfrm>
              <a:off x="5109375" y="2459500"/>
              <a:ext cx="267925" cy="157200"/>
            </a:xfrm>
            <a:custGeom>
              <a:avLst/>
              <a:gdLst/>
              <a:ahLst/>
              <a:cxnLst/>
              <a:rect l="l" t="t" r="r" b="b"/>
              <a:pathLst>
                <a:path w="10717" h="6288" extrusionOk="0">
                  <a:moveTo>
                    <a:pt x="2262" y="929"/>
                  </a:moveTo>
                  <a:cubicBezTo>
                    <a:pt x="2405" y="953"/>
                    <a:pt x="2524" y="1096"/>
                    <a:pt x="2524" y="1262"/>
                  </a:cubicBezTo>
                  <a:lnTo>
                    <a:pt x="2524" y="3644"/>
                  </a:lnTo>
                  <a:lnTo>
                    <a:pt x="3263" y="2929"/>
                  </a:lnTo>
                  <a:cubicBezTo>
                    <a:pt x="3322" y="2870"/>
                    <a:pt x="3400" y="2840"/>
                    <a:pt x="3477" y="2840"/>
                  </a:cubicBezTo>
                  <a:cubicBezTo>
                    <a:pt x="3554" y="2840"/>
                    <a:pt x="3632" y="2870"/>
                    <a:pt x="3691" y="2929"/>
                  </a:cubicBezTo>
                  <a:lnTo>
                    <a:pt x="4430" y="3644"/>
                  </a:lnTo>
                  <a:lnTo>
                    <a:pt x="6073" y="1977"/>
                  </a:lnTo>
                  <a:cubicBezTo>
                    <a:pt x="6144" y="1917"/>
                    <a:pt x="6228" y="1887"/>
                    <a:pt x="6308" y="1887"/>
                  </a:cubicBezTo>
                  <a:cubicBezTo>
                    <a:pt x="6388" y="1887"/>
                    <a:pt x="6466" y="1917"/>
                    <a:pt x="6525" y="1977"/>
                  </a:cubicBezTo>
                  <a:lnTo>
                    <a:pt x="7240" y="2691"/>
                  </a:lnTo>
                  <a:lnTo>
                    <a:pt x="8288" y="1667"/>
                  </a:lnTo>
                  <a:cubicBezTo>
                    <a:pt x="8351" y="1604"/>
                    <a:pt x="8425" y="1572"/>
                    <a:pt x="8503" y="1572"/>
                  </a:cubicBezTo>
                  <a:cubicBezTo>
                    <a:pt x="8542" y="1572"/>
                    <a:pt x="8581" y="1580"/>
                    <a:pt x="8621" y="1596"/>
                  </a:cubicBezTo>
                  <a:cubicBezTo>
                    <a:pt x="8740" y="1643"/>
                    <a:pt x="8811" y="1762"/>
                    <a:pt x="8811" y="1881"/>
                  </a:cubicBezTo>
                  <a:lnTo>
                    <a:pt x="8811" y="5025"/>
                  </a:lnTo>
                  <a:cubicBezTo>
                    <a:pt x="8811" y="5215"/>
                    <a:pt x="8669" y="5358"/>
                    <a:pt x="8502" y="5358"/>
                  </a:cubicBezTo>
                  <a:lnTo>
                    <a:pt x="2215" y="5358"/>
                  </a:lnTo>
                  <a:cubicBezTo>
                    <a:pt x="2048" y="5358"/>
                    <a:pt x="1905" y="5215"/>
                    <a:pt x="1905" y="5025"/>
                  </a:cubicBezTo>
                  <a:lnTo>
                    <a:pt x="1905" y="1262"/>
                  </a:lnTo>
                  <a:cubicBezTo>
                    <a:pt x="1905" y="1072"/>
                    <a:pt x="2072" y="929"/>
                    <a:pt x="2262" y="929"/>
                  </a:cubicBezTo>
                  <a:close/>
                  <a:moveTo>
                    <a:pt x="0" y="0"/>
                  </a:moveTo>
                  <a:lnTo>
                    <a:pt x="0" y="5978"/>
                  </a:lnTo>
                  <a:cubicBezTo>
                    <a:pt x="0" y="6144"/>
                    <a:pt x="143" y="6287"/>
                    <a:pt x="310" y="6287"/>
                  </a:cubicBezTo>
                  <a:lnTo>
                    <a:pt x="10407" y="6287"/>
                  </a:lnTo>
                  <a:cubicBezTo>
                    <a:pt x="10598" y="6287"/>
                    <a:pt x="10717" y="6144"/>
                    <a:pt x="10717" y="5978"/>
                  </a:cubicBez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25" name="Google Shape;8625;p85"/>
          <p:cNvGrpSpPr/>
          <p:nvPr/>
        </p:nvGrpSpPr>
        <p:grpSpPr>
          <a:xfrm>
            <a:off x="9379875" y="2417468"/>
            <a:ext cx="464053" cy="355985"/>
            <a:chOff x="5687450" y="2396375"/>
            <a:chExt cx="267950" cy="204825"/>
          </a:xfrm>
          <a:solidFill>
            <a:schemeClr val="bg1"/>
          </a:solidFill>
        </p:grpSpPr>
        <p:sp>
          <p:nvSpPr>
            <p:cNvPr id="8626" name="Google Shape;8626;p85"/>
            <p:cNvSpPr/>
            <p:nvPr/>
          </p:nvSpPr>
          <p:spPr>
            <a:xfrm>
              <a:off x="5872025" y="2494025"/>
              <a:ext cx="24425" cy="24425"/>
            </a:xfrm>
            <a:custGeom>
              <a:avLst/>
              <a:gdLst/>
              <a:ahLst/>
              <a:cxnLst/>
              <a:rect l="l" t="t" r="r" b="b"/>
              <a:pathLst>
                <a:path w="977" h="977" extrusionOk="0">
                  <a:moveTo>
                    <a:pt x="477" y="0"/>
                  </a:moveTo>
                  <a:lnTo>
                    <a:pt x="0" y="500"/>
                  </a:lnTo>
                  <a:lnTo>
                    <a:pt x="477" y="977"/>
                  </a:lnTo>
                  <a:lnTo>
                    <a:pt x="977" y="500"/>
                  </a:lnTo>
                  <a:lnTo>
                    <a:pt x="4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27" name="Google Shape;8627;p85"/>
            <p:cNvSpPr/>
            <p:nvPr/>
          </p:nvSpPr>
          <p:spPr>
            <a:xfrm>
              <a:off x="5687450" y="2396375"/>
              <a:ext cx="267950" cy="146500"/>
            </a:xfrm>
            <a:custGeom>
              <a:avLst/>
              <a:gdLst/>
              <a:ahLst/>
              <a:cxnLst/>
              <a:rect l="l" t="t" r="r" b="b"/>
              <a:pathLst>
                <a:path w="10718" h="5860" extrusionOk="0">
                  <a:moveTo>
                    <a:pt x="5968" y="1248"/>
                  </a:moveTo>
                  <a:cubicBezTo>
                    <a:pt x="6458" y="1248"/>
                    <a:pt x="6931" y="1633"/>
                    <a:pt x="6931" y="2216"/>
                  </a:cubicBezTo>
                  <a:cubicBezTo>
                    <a:pt x="6931" y="2716"/>
                    <a:pt x="6502" y="3144"/>
                    <a:pt x="5978" y="3144"/>
                  </a:cubicBezTo>
                  <a:cubicBezTo>
                    <a:pt x="5145" y="3144"/>
                    <a:pt x="4716" y="2120"/>
                    <a:pt x="5312" y="1525"/>
                  </a:cubicBezTo>
                  <a:cubicBezTo>
                    <a:pt x="5502" y="1334"/>
                    <a:pt x="5737" y="1248"/>
                    <a:pt x="5968" y="1248"/>
                  </a:cubicBezTo>
                  <a:close/>
                  <a:moveTo>
                    <a:pt x="311" y="1"/>
                  </a:moveTo>
                  <a:cubicBezTo>
                    <a:pt x="144" y="1"/>
                    <a:pt x="1" y="144"/>
                    <a:pt x="1" y="310"/>
                  </a:cubicBezTo>
                  <a:lnTo>
                    <a:pt x="1" y="5216"/>
                  </a:lnTo>
                  <a:lnTo>
                    <a:pt x="2621" y="2620"/>
                  </a:lnTo>
                  <a:cubicBezTo>
                    <a:pt x="2680" y="2561"/>
                    <a:pt x="2763" y="2531"/>
                    <a:pt x="2847" y="2531"/>
                  </a:cubicBezTo>
                  <a:cubicBezTo>
                    <a:pt x="2930" y="2531"/>
                    <a:pt x="3014" y="2561"/>
                    <a:pt x="3073" y="2620"/>
                  </a:cubicBezTo>
                  <a:lnTo>
                    <a:pt x="5669" y="5216"/>
                  </a:lnTo>
                  <a:lnTo>
                    <a:pt x="7645" y="3240"/>
                  </a:lnTo>
                  <a:cubicBezTo>
                    <a:pt x="7705" y="3180"/>
                    <a:pt x="7788" y="3150"/>
                    <a:pt x="7872" y="3150"/>
                  </a:cubicBezTo>
                  <a:cubicBezTo>
                    <a:pt x="7955" y="3150"/>
                    <a:pt x="8038" y="3180"/>
                    <a:pt x="8098" y="3240"/>
                  </a:cubicBezTo>
                  <a:lnTo>
                    <a:pt x="10718" y="5859"/>
                  </a:lnTo>
                  <a:lnTo>
                    <a:pt x="10718" y="310"/>
                  </a:lnTo>
                  <a:cubicBezTo>
                    <a:pt x="10718" y="144"/>
                    <a:pt x="10575" y="1"/>
                    <a:pt x="1040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28" name="Google Shape;8628;p85"/>
            <p:cNvSpPr/>
            <p:nvPr/>
          </p:nvSpPr>
          <p:spPr>
            <a:xfrm>
              <a:off x="5829150" y="2443425"/>
              <a:ext cx="16100" cy="16100"/>
            </a:xfrm>
            <a:custGeom>
              <a:avLst/>
              <a:gdLst/>
              <a:ahLst/>
              <a:cxnLst/>
              <a:rect l="l" t="t" r="r" b="b"/>
              <a:pathLst>
                <a:path w="644" h="644" extrusionOk="0">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29" name="Google Shape;8629;p85"/>
            <p:cNvSpPr/>
            <p:nvPr/>
          </p:nvSpPr>
          <p:spPr>
            <a:xfrm>
              <a:off x="5730325" y="2478550"/>
              <a:ext cx="56575" cy="40500"/>
            </a:xfrm>
            <a:custGeom>
              <a:avLst/>
              <a:gdLst/>
              <a:ahLst/>
              <a:cxnLst/>
              <a:rect l="l" t="t" r="r" b="b"/>
              <a:pathLst>
                <a:path w="2263" h="1620" extrusionOk="0">
                  <a:moveTo>
                    <a:pt x="1120" y="0"/>
                  </a:moveTo>
                  <a:lnTo>
                    <a:pt x="1" y="1119"/>
                  </a:lnTo>
                  <a:lnTo>
                    <a:pt x="501" y="1596"/>
                  </a:lnTo>
                  <a:lnTo>
                    <a:pt x="906" y="1215"/>
                  </a:lnTo>
                  <a:cubicBezTo>
                    <a:pt x="965" y="1143"/>
                    <a:pt x="1048" y="1108"/>
                    <a:pt x="1132" y="1108"/>
                  </a:cubicBezTo>
                  <a:cubicBezTo>
                    <a:pt x="1215" y="1108"/>
                    <a:pt x="1299" y="1143"/>
                    <a:pt x="1358" y="1215"/>
                  </a:cubicBezTo>
                  <a:lnTo>
                    <a:pt x="1763" y="1620"/>
                  </a:lnTo>
                  <a:lnTo>
                    <a:pt x="2263" y="1119"/>
                  </a:lnTo>
                  <a:lnTo>
                    <a:pt x="11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30" name="Google Shape;8630;p85"/>
            <p:cNvSpPr/>
            <p:nvPr/>
          </p:nvSpPr>
          <p:spPr>
            <a:xfrm>
              <a:off x="5687450" y="2517825"/>
              <a:ext cx="267950" cy="83375"/>
            </a:xfrm>
            <a:custGeom>
              <a:avLst/>
              <a:gdLst/>
              <a:ahLst/>
              <a:cxnLst/>
              <a:rect l="l" t="t" r="r" b="b"/>
              <a:pathLst>
                <a:path w="10718" h="3335" extrusionOk="0">
                  <a:moveTo>
                    <a:pt x="1287" y="1"/>
                  </a:moveTo>
                  <a:lnTo>
                    <a:pt x="1" y="1263"/>
                  </a:lnTo>
                  <a:lnTo>
                    <a:pt x="1" y="3025"/>
                  </a:lnTo>
                  <a:cubicBezTo>
                    <a:pt x="1" y="3192"/>
                    <a:pt x="144" y="3335"/>
                    <a:pt x="311" y="3335"/>
                  </a:cubicBezTo>
                  <a:lnTo>
                    <a:pt x="10408" y="3335"/>
                  </a:lnTo>
                  <a:cubicBezTo>
                    <a:pt x="10575" y="3335"/>
                    <a:pt x="10718" y="3192"/>
                    <a:pt x="10718" y="3025"/>
                  </a:cubicBezTo>
                  <a:lnTo>
                    <a:pt x="10718" y="1882"/>
                  </a:lnTo>
                  <a:lnTo>
                    <a:pt x="8812" y="1"/>
                  </a:lnTo>
                  <a:lnTo>
                    <a:pt x="8098" y="739"/>
                  </a:lnTo>
                  <a:cubicBezTo>
                    <a:pt x="8038" y="799"/>
                    <a:pt x="7955" y="828"/>
                    <a:pt x="7872" y="828"/>
                  </a:cubicBezTo>
                  <a:cubicBezTo>
                    <a:pt x="7788" y="828"/>
                    <a:pt x="7705" y="799"/>
                    <a:pt x="7645" y="739"/>
                  </a:cubicBezTo>
                  <a:lnTo>
                    <a:pt x="6931" y="1"/>
                  </a:lnTo>
                  <a:lnTo>
                    <a:pt x="6121" y="811"/>
                  </a:lnTo>
                  <a:lnTo>
                    <a:pt x="6836" y="1549"/>
                  </a:lnTo>
                  <a:cubicBezTo>
                    <a:pt x="6955" y="1668"/>
                    <a:pt x="6955" y="1858"/>
                    <a:pt x="6836" y="1978"/>
                  </a:cubicBezTo>
                  <a:cubicBezTo>
                    <a:pt x="6776" y="2049"/>
                    <a:pt x="6693" y="2085"/>
                    <a:pt x="6610" y="2085"/>
                  </a:cubicBezTo>
                  <a:cubicBezTo>
                    <a:pt x="6526" y="2085"/>
                    <a:pt x="6443" y="2049"/>
                    <a:pt x="6383" y="1978"/>
                  </a:cubicBezTo>
                  <a:lnTo>
                    <a:pt x="4407" y="1"/>
                  </a:lnTo>
                  <a:lnTo>
                    <a:pt x="3692" y="739"/>
                  </a:lnTo>
                  <a:cubicBezTo>
                    <a:pt x="3633" y="799"/>
                    <a:pt x="3555" y="828"/>
                    <a:pt x="3478" y="828"/>
                  </a:cubicBezTo>
                  <a:cubicBezTo>
                    <a:pt x="3401" y="828"/>
                    <a:pt x="3323" y="799"/>
                    <a:pt x="3264" y="739"/>
                  </a:cubicBezTo>
                  <a:lnTo>
                    <a:pt x="2835" y="334"/>
                  </a:lnTo>
                  <a:lnTo>
                    <a:pt x="2430" y="739"/>
                  </a:lnTo>
                  <a:cubicBezTo>
                    <a:pt x="2371" y="799"/>
                    <a:pt x="2293" y="828"/>
                    <a:pt x="2216" y="828"/>
                  </a:cubicBezTo>
                  <a:cubicBezTo>
                    <a:pt x="2138" y="828"/>
                    <a:pt x="2061" y="799"/>
                    <a:pt x="2001" y="739"/>
                  </a:cubicBezTo>
                  <a:lnTo>
                    <a:pt x="12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31" name="Google Shape;8631;p85"/>
          <p:cNvGrpSpPr/>
          <p:nvPr/>
        </p:nvGrpSpPr>
        <p:grpSpPr>
          <a:xfrm>
            <a:off x="10381067" y="2360156"/>
            <a:ext cx="464053" cy="469173"/>
            <a:chOff x="6265550" y="2363400"/>
            <a:chExt cx="267950" cy="269950"/>
          </a:xfrm>
          <a:solidFill>
            <a:schemeClr val="bg1"/>
          </a:solidFill>
        </p:grpSpPr>
        <p:sp>
          <p:nvSpPr>
            <p:cNvPr id="8632" name="Google Shape;8632;p85"/>
            <p:cNvSpPr/>
            <p:nvPr/>
          </p:nvSpPr>
          <p:spPr>
            <a:xfrm>
              <a:off x="6344750" y="2506525"/>
              <a:ext cx="15500" cy="15500"/>
            </a:xfrm>
            <a:custGeom>
              <a:avLst/>
              <a:gdLst/>
              <a:ahLst/>
              <a:cxnLst/>
              <a:rect l="l" t="t" r="r" b="b"/>
              <a:pathLst>
                <a:path w="620" h="620" extrusionOk="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33" name="Google Shape;8633;p85"/>
            <p:cNvSpPr/>
            <p:nvPr/>
          </p:nvSpPr>
          <p:spPr>
            <a:xfrm>
              <a:off x="6265550" y="2363400"/>
              <a:ext cx="267950" cy="269950"/>
            </a:xfrm>
            <a:custGeom>
              <a:avLst/>
              <a:gdLst/>
              <a:ahLst/>
              <a:cxnLst/>
              <a:rect l="l" t="t" r="r" b="b"/>
              <a:pathLst>
                <a:path w="10718" h="10798" extrusionOk="0">
                  <a:moveTo>
                    <a:pt x="9188" y="5722"/>
                  </a:moveTo>
                  <a:cubicBezTo>
                    <a:pt x="9336" y="5722"/>
                    <a:pt x="9455" y="5835"/>
                    <a:pt x="9455" y="5987"/>
                  </a:cubicBezTo>
                  <a:cubicBezTo>
                    <a:pt x="9479" y="6178"/>
                    <a:pt x="9336" y="6345"/>
                    <a:pt x="9146" y="6345"/>
                  </a:cubicBezTo>
                  <a:lnTo>
                    <a:pt x="6621" y="6345"/>
                  </a:lnTo>
                  <a:cubicBezTo>
                    <a:pt x="6455" y="6345"/>
                    <a:pt x="6336" y="6226"/>
                    <a:pt x="6312" y="6059"/>
                  </a:cubicBezTo>
                  <a:cubicBezTo>
                    <a:pt x="6267" y="5881"/>
                    <a:pt x="6410" y="5723"/>
                    <a:pt x="6585" y="5723"/>
                  </a:cubicBezTo>
                  <a:cubicBezTo>
                    <a:pt x="6597" y="5723"/>
                    <a:pt x="6609" y="5724"/>
                    <a:pt x="6621" y="5725"/>
                  </a:cubicBezTo>
                  <a:lnTo>
                    <a:pt x="9146" y="5725"/>
                  </a:lnTo>
                  <a:cubicBezTo>
                    <a:pt x="9160" y="5723"/>
                    <a:pt x="9174" y="5722"/>
                    <a:pt x="9188" y="5722"/>
                  </a:cubicBezTo>
                  <a:close/>
                  <a:moveTo>
                    <a:pt x="9146" y="6964"/>
                  </a:moveTo>
                  <a:cubicBezTo>
                    <a:pt x="9312" y="6964"/>
                    <a:pt x="9455" y="7083"/>
                    <a:pt x="9455" y="7250"/>
                  </a:cubicBezTo>
                  <a:cubicBezTo>
                    <a:pt x="9479" y="7440"/>
                    <a:pt x="9336" y="7607"/>
                    <a:pt x="9146" y="7607"/>
                  </a:cubicBezTo>
                  <a:lnTo>
                    <a:pt x="6621" y="7607"/>
                  </a:lnTo>
                  <a:cubicBezTo>
                    <a:pt x="6455" y="7607"/>
                    <a:pt x="6336" y="7488"/>
                    <a:pt x="6312" y="7321"/>
                  </a:cubicBezTo>
                  <a:cubicBezTo>
                    <a:pt x="6288" y="7130"/>
                    <a:pt x="6431" y="6988"/>
                    <a:pt x="6621" y="6988"/>
                  </a:cubicBezTo>
                  <a:lnTo>
                    <a:pt x="6621" y="6964"/>
                  </a:lnTo>
                  <a:close/>
                  <a:moveTo>
                    <a:pt x="9146" y="8226"/>
                  </a:moveTo>
                  <a:cubicBezTo>
                    <a:pt x="9312" y="8226"/>
                    <a:pt x="9455" y="8345"/>
                    <a:pt x="9455" y="8512"/>
                  </a:cubicBezTo>
                  <a:cubicBezTo>
                    <a:pt x="9479" y="8702"/>
                    <a:pt x="9336" y="8845"/>
                    <a:pt x="9146" y="8869"/>
                  </a:cubicBezTo>
                  <a:lnTo>
                    <a:pt x="6621" y="8869"/>
                  </a:lnTo>
                  <a:cubicBezTo>
                    <a:pt x="6455" y="8869"/>
                    <a:pt x="6336" y="8750"/>
                    <a:pt x="6312" y="8583"/>
                  </a:cubicBezTo>
                  <a:cubicBezTo>
                    <a:pt x="6288" y="8393"/>
                    <a:pt x="6431" y="8250"/>
                    <a:pt x="6621" y="8250"/>
                  </a:cubicBezTo>
                  <a:lnTo>
                    <a:pt x="6621" y="8226"/>
                  </a:lnTo>
                  <a:close/>
                  <a:moveTo>
                    <a:pt x="3481" y="5086"/>
                  </a:moveTo>
                  <a:cubicBezTo>
                    <a:pt x="3966" y="5086"/>
                    <a:pt x="4430" y="5458"/>
                    <a:pt x="4430" y="6035"/>
                  </a:cubicBezTo>
                  <a:cubicBezTo>
                    <a:pt x="4430" y="6559"/>
                    <a:pt x="4002" y="6964"/>
                    <a:pt x="3478" y="6964"/>
                  </a:cubicBezTo>
                  <a:cubicBezTo>
                    <a:pt x="4335" y="6964"/>
                    <a:pt x="5050" y="7678"/>
                    <a:pt x="5050" y="8536"/>
                  </a:cubicBezTo>
                  <a:cubicBezTo>
                    <a:pt x="5073" y="8774"/>
                    <a:pt x="4907" y="8893"/>
                    <a:pt x="4740" y="8893"/>
                  </a:cubicBezTo>
                  <a:cubicBezTo>
                    <a:pt x="4573" y="8893"/>
                    <a:pt x="4407" y="8774"/>
                    <a:pt x="4430" y="8536"/>
                  </a:cubicBezTo>
                  <a:cubicBezTo>
                    <a:pt x="4430" y="7904"/>
                    <a:pt x="3954" y="7589"/>
                    <a:pt x="3478" y="7589"/>
                  </a:cubicBezTo>
                  <a:cubicBezTo>
                    <a:pt x="3001" y="7589"/>
                    <a:pt x="2525" y="7904"/>
                    <a:pt x="2525" y="8536"/>
                  </a:cubicBezTo>
                  <a:cubicBezTo>
                    <a:pt x="2549" y="8774"/>
                    <a:pt x="2382" y="8893"/>
                    <a:pt x="2216" y="8893"/>
                  </a:cubicBezTo>
                  <a:cubicBezTo>
                    <a:pt x="2049" y="8893"/>
                    <a:pt x="1882" y="8774"/>
                    <a:pt x="1906" y="8536"/>
                  </a:cubicBezTo>
                  <a:cubicBezTo>
                    <a:pt x="1906" y="7678"/>
                    <a:pt x="2620" y="6988"/>
                    <a:pt x="3478" y="6988"/>
                  </a:cubicBezTo>
                  <a:lnTo>
                    <a:pt x="3478" y="6964"/>
                  </a:lnTo>
                  <a:cubicBezTo>
                    <a:pt x="2644" y="6964"/>
                    <a:pt x="2216" y="5964"/>
                    <a:pt x="2811" y="5368"/>
                  </a:cubicBezTo>
                  <a:cubicBezTo>
                    <a:pt x="3006" y="5174"/>
                    <a:pt x="3246" y="5086"/>
                    <a:pt x="3481" y="5086"/>
                  </a:cubicBezTo>
                  <a:close/>
                  <a:moveTo>
                    <a:pt x="7254" y="1"/>
                  </a:moveTo>
                  <a:cubicBezTo>
                    <a:pt x="7140" y="1"/>
                    <a:pt x="7029" y="66"/>
                    <a:pt x="6978" y="224"/>
                  </a:cubicBezTo>
                  <a:lnTo>
                    <a:pt x="5407" y="3439"/>
                  </a:lnTo>
                  <a:lnTo>
                    <a:pt x="3764" y="201"/>
                  </a:lnTo>
                  <a:cubicBezTo>
                    <a:pt x="3702" y="86"/>
                    <a:pt x="3601" y="37"/>
                    <a:pt x="3499" y="37"/>
                  </a:cubicBezTo>
                  <a:cubicBezTo>
                    <a:pt x="3284" y="37"/>
                    <a:pt x="3063" y="252"/>
                    <a:pt x="3192" y="510"/>
                  </a:cubicBezTo>
                  <a:lnTo>
                    <a:pt x="4907" y="3844"/>
                  </a:lnTo>
                  <a:lnTo>
                    <a:pt x="930" y="3844"/>
                  </a:lnTo>
                  <a:cubicBezTo>
                    <a:pt x="406" y="3844"/>
                    <a:pt x="1" y="4249"/>
                    <a:pt x="1" y="4773"/>
                  </a:cubicBezTo>
                  <a:lnTo>
                    <a:pt x="1" y="9845"/>
                  </a:lnTo>
                  <a:cubicBezTo>
                    <a:pt x="1" y="10369"/>
                    <a:pt x="430" y="10774"/>
                    <a:pt x="930" y="10798"/>
                  </a:cubicBezTo>
                  <a:lnTo>
                    <a:pt x="930" y="10774"/>
                  </a:lnTo>
                  <a:lnTo>
                    <a:pt x="9789" y="10774"/>
                  </a:lnTo>
                  <a:cubicBezTo>
                    <a:pt x="10313" y="10774"/>
                    <a:pt x="10717" y="10345"/>
                    <a:pt x="10717" y="9822"/>
                  </a:cubicBezTo>
                  <a:lnTo>
                    <a:pt x="10717" y="4773"/>
                  </a:lnTo>
                  <a:cubicBezTo>
                    <a:pt x="10717" y="4249"/>
                    <a:pt x="10313" y="3820"/>
                    <a:pt x="9789" y="3820"/>
                  </a:cubicBezTo>
                  <a:lnTo>
                    <a:pt x="5907" y="3820"/>
                  </a:lnTo>
                  <a:lnTo>
                    <a:pt x="7526" y="486"/>
                  </a:lnTo>
                  <a:cubicBezTo>
                    <a:pt x="7681" y="223"/>
                    <a:pt x="7464" y="1"/>
                    <a:pt x="72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634" name="Google Shape;8634;p85"/>
          <p:cNvSpPr/>
          <p:nvPr/>
        </p:nvSpPr>
        <p:spPr>
          <a:xfrm>
            <a:off x="10302433" y="3105354"/>
            <a:ext cx="542420" cy="466305"/>
          </a:xfrm>
          <a:custGeom>
            <a:avLst/>
            <a:gdLst/>
            <a:ahLst/>
            <a:cxnLst/>
            <a:rect l="l" t="t" r="r" b="b"/>
            <a:pathLst>
              <a:path w="12528" h="10732" extrusionOk="0">
                <a:moveTo>
                  <a:pt x="7169" y="1239"/>
                </a:moveTo>
                <a:cubicBezTo>
                  <a:pt x="7336" y="1239"/>
                  <a:pt x="7503" y="1358"/>
                  <a:pt x="7479" y="1596"/>
                </a:cubicBezTo>
                <a:lnTo>
                  <a:pt x="7479" y="2215"/>
                </a:lnTo>
                <a:cubicBezTo>
                  <a:pt x="7503" y="2453"/>
                  <a:pt x="7336" y="2572"/>
                  <a:pt x="7169" y="2572"/>
                </a:cubicBezTo>
                <a:cubicBezTo>
                  <a:pt x="7002" y="2572"/>
                  <a:pt x="6836" y="2453"/>
                  <a:pt x="6860" y="2215"/>
                </a:cubicBezTo>
                <a:lnTo>
                  <a:pt x="6860" y="1596"/>
                </a:lnTo>
                <a:cubicBezTo>
                  <a:pt x="6836" y="1358"/>
                  <a:pt x="7002" y="1239"/>
                  <a:pt x="7169" y="1239"/>
                </a:cubicBezTo>
                <a:close/>
                <a:moveTo>
                  <a:pt x="9829" y="2390"/>
                </a:moveTo>
                <a:cubicBezTo>
                  <a:pt x="9989" y="2390"/>
                  <a:pt x="10146" y="2519"/>
                  <a:pt x="10146" y="2715"/>
                </a:cubicBezTo>
                <a:cubicBezTo>
                  <a:pt x="10146" y="2894"/>
                  <a:pt x="9991" y="3017"/>
                  <a:pt x="9832" y="3017"/>
                </a:cubicBezTo>
                <a:cubicBezTo>
                  <a:pt x="9758" y="3017"/>
                  <a:pt x="9683" y="2990"/>
                  <a:pt x="9622" y="2929"/>
                </a:cubicBezTo>
                <a:cubicBezTo>
                  <a:pt x="9503" y="2810"/>
                  <a:pt x="9503" y="2596"/>
                  <a:pt x="9622" y="2477"/>
                </a:cubicBezTo>
                <a:cubicBezTo>
                  <a:pt x="9682" y="2417"/>
                  <a:pt x="9756" y="2390"/>
                  <a:pt x="9829" y="2390"/>
                </a:cubicBezTo>
                <a:close/>
                <a:moveTo>
                  <a:pt x="4502" y="2388"/>
                </a:moveTo>
                <a:cubicBezTo>
                  <a:pt x="4579" y="2388"/>
                  <a:pt x="4657" y="2417"/>
                  <a:pt x="4716" y="2477"/>
                </a:cubicBezTo>
                <a:cubicBezTo>
                  <a:pt x="4859" y="2596"/>
                  <a:pt x="4859" y="2810"/>
                  <a:pt x="4716" y="2929"/>
                </a:cubicBezTo>
                <a:cubicBezTo>
                  <a:pt x="4657" y="2989"/>
                  <a:pt x="4579" y="3019"/>
                  <a:pt x="4502" y="3019"/>
                </a:cubicBezTo>
                <a:cubicBezTo>
                  <a:pt x="4424" y="3019"/>
                  <a:pt x="4347" y="2989"/>
                  <a:pt x="4288" y="2929"/>
                </a:cubicBezTo>
                <a:cubicBezTo>
                  <a:pt x="4168" y="2787"/>
                  <a:pt x="4168" y="2596"/>
                  <a:pt x="4288" y="2477"/>
                </a:cubicBezTo>
                <a:cubicBezTo>
                  <a:pt x="4347" y="2417"/>
                  <a:pt x="4424" y="2388"/>
                  <a:pt x="4502" y="2388"/>
                </a:cubicBezTo>
                <a:close/>
                <a:moveTo>
                  <a:pt x="4026" y="5049"/>
                </a:moveTo>
                <a:cubicBezTo>
                  <a:pt x="4407" y="5073"/>
                  <a:pt x="4407" y="5644"/>
                  <a:pt x="4026" y="5668"/>
                </a:cubicBezTo>
                <a:lnTo>
                  <a:pt x="3406" y="5668"/>
                </a:lnTo>
                <a:cubicBezTo>
                  <a:pt x="3025" y="5644"/>
                  <a:pt x="3025" y="5073"/>
                  <a:pt x="3406" y="5049"/>
                </a:cubicBezTo>
                <a:close/>
                <a:moveTo>
                  <a:pt x="10269" y="5047"/>
                </a:moveTo>
                <a:cubicBezTo>
                  <a:pt x="10283" y="5047"/>
                  <a:pt x="10298" y="5047"/>
                  <a:pt x="10313" y="5049"/>
                </a:cubicBezTo>
                <a:lnTo>
                  <a:pt x="10932" y="5049"/>
                </a:lnTo>
                <a:cubicBezTo>
                  <a:pt x="11122" y="5049"/>
                  <a:pt x="11265" y="5192"/>
                  <a:pt x="11265" y="5382"/>
                </a:cubicBezTo>
                <a:lnTo>
                  <a:pt x="11241" y="5382"/>
                </a:lnTo>
                <a:cubicBezTo>
                  <a:pt x="11241" y="5549"/>
                  <a:pt x="11098" y="5692"/>
                  <a:pt x="10932" y="5692"/>
                </a:cubicBezTo>
                <a:lnTo>
                  <a:pt x="10313" y="5692"/>
                </a:lnTo>
                <a:cubicBezTo>
                  <a:pt x="10298" y="5693"/>
                  <a:pt x="10283" y="5694"/>
                  <a:pt x="10269" y="5694"/>
                </a:cubicBezTo>
                <a:cubicBezTo>
                  <a:pt x="9851" y="5694"/>
                  <a:pt x="9851" y="5047"/>
                  <a:pt x="10269" y="5047"/>
                </a:cubicBezTo>
                <a:close/>
                <a:moveTo>
                  <a:pt x="7169" y="3191"/>
                </a:moveTo>
                <a:cubicBezTo>
                  <a:pt x="7318" y="3191"/>
                  <a:pt x="7467" y="3287"/>
                  <a:pt x="7479" y="3477"/>
                </a:cubicBezTo>
                <a:lnTo>
                  <a:pt x="7479" y="5239"/>
                </a:lnTo>
                <a:lnTo>
                  <a:pt x="9265" y="7026"/>
                </a:lnTo>
                <a:cubicBezTo>
                  <a:pt x="9408" y="7145"/>
                  <a:pt x="9408" y="7359"/>
                  <a:pt x="9289" y="7478"/>
                </a:cubicBezTo>
                <a:cubicBezTo>
                  <a:pt x="9217" y="7538"/>
                  <a:pt x="9134" y="7567"/>
                  <a:pt x="9053" y="7567"/>
                </a:cubicBezTo>
                <a:cubicBezTo>
                  <a:pt x="8973" y="7567"/>
                  <a:pt x="8896" y="7538"/>
                  <a:pt x="8836" y="7478"/>
                </a:cubicBezTo>
                <a:lnTo>
                  <a:pt x="6955" y="5597"/>
                </a:lnTo>
                <a:cubicBezTo>
                  <a:pt x="6883" y="5525"/>
                  <a:pt x="6860" y="5454"/>
                  <a:pt x="6860" y="5382"/>
                </a:cubicBezTo>
                <a:lnTo>
                  <a:pt x="6860" y="3477"/>
                </a:lnTo>
                <a:cubicBezTo>
                  <a:pt x="6871" y="3287"/>
                  <a:pt x="7020" y="3191"/>
                  <a:pt x="7169" y="3191"/>
                </a:cubicBezTo>
                <a:close/>
                <a:moveTo>
                  <a:pt x="4502" y="7716"/>
                </a:moveTo>
                <a:cubicBezTo>
                  <a:pt x="4788" y="7716"/>
                  <a:pt x="4931" y="8050"/>
                  <a:pt x="4716" y="8240"/>
                </a:cubicBezTo>
                <a:cubicBezTo>
                  <a:pt x="4657" y="8312"/>
                  <a:pt x="4579" y="8347"/>
                  <a:pt x="4502" y="8347"/>
                </a:cubicBezTo>
                <a:cubicBezTo>
                  <a:pt x="4424" y="8347"/>
                  <a:pt x="4347" y="8312"/>
                  <a:pt x="4288" y="8240"/>
                </a:cubicBezTo>
                <a:cubicBezTo>
                  <a:pt x="4097" y="8050"/>
                  <a:pt x="4216" y="7716"/>
                  <a:pt x="4502" y="7716"/>
                </a:cubicBezTo>
                <a:close/>
                <a:moveTo>
                  <a:pt x="9836" y="7722"/>
                </a:moveTo>
                <a:cubicBezTo>
                  <a:pt x="9914" y="7722"/>
                  <a:pt x="9991" y="7752"/>
                  <a:pt x="10051" y="7811"/>
                </a:cubicBezTo>
                <a:cubicBezTo>
                  <a:pt x="10170" y="7931"/>
                  <a:pt x="10170" y="8145"/>
                  <a:pt x="10051" y="8264"/>
                </a:cubicBezTo>
                <a:cubicBezTo>
                  <a:pt x="9986" y="8323"/>
                  <a:pt x="9916" y="8348"/>
                  <a:pt x="9848" y="8348"/>
                </a:cubicBezTo>
                <a:cubicBezTo>
                  <a:pt x="9616" y="8348"/>
                  <a:pt x="9419" y="8051"/>
                  <a:pt x="9622" y="7811"/>
                </a:cubicBezTo>
                <a:cubicBezTo>
                  <a:pt x="9682" y="7752"/>
                  <a:pt x="9759" y="7722"/>
                  <a:pt x="9836" y="7722"/>
                </a:cubicBezTo>
                <a:close/>
                <a:moveTo>
                  <a:pt x="7172" y="8169"/>
                </a:moveTo>
                <a:cubicBezTo>
                  <a:pt x="7342" y="8169"/>
                  <a:pt x="7514" y="8288"/>
                  <a:pt x="7503" y="8526"/>
                </a:cubicBezTo>
                <a:lnTo>
                  <a:pt x="7503" y="9145"/>
                </a:lnTo>
                <a:cubicBezTo>
                  <a:pt x="7479" y="9336"/>
                  <a:pt x="7330" y="9431"/>
                  <a:pt x="7181" y="9431"/>
                </a:cubicBezTo>
                <a:cubicBezTo>
                  <a:pt x="7032" y="9431"/>
                  <a:pt x="6883" y="9336"/>
                  <a:pt x="6860" y="9145"/>
                </a:cubicBezTo>
                <a:lnTo>
                  <a:pt x="6860" y="8526"/>
                </a:lnTo>
                <a:cubicBezTo>
                  <a:pt x="6836" y="8288"/>
                  <a:pt x="7002" y="8169"/>
                  <a:pt x="7172" y="8169"/>
                </a:cubicBezTo>
                <a:close/>
                <a:moveTo>
                  <a:pt x="7169" y="0"/>
                </a:moveTo>
                <a:cubicBezTo>
                  <a:pt x="2406" y="0"/>
                  <a:pt x="1" y="5787"/>
                  <a:pt x="3383" y="9145"/>
                </a:cubicBezTo>
                <a:cubicBezTo>
                  <a:pt x="4478" y="10241"/>
                  <a:pt x="5824" y="10731"/>
                  <a:pt x="7142" y="10731"/>
                </a:cubicBezTo>
                <a:cubicBezTo>
                  <a:pt x="9893" y="10731"/>
                  <a:pt x="12527" y="8595"/>
                  <a:pt x="12527" y="5359"/>
                </a:cubicBezTo>
                <a:cubicBezTo>
                  <a:pt x="12504" y="2406"/>
                  <a:pt x="10122" y="24"/>
                  <a:pt x="7169"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635" name="Google Shape;8635;p85"/>
          <p:cNvGrpSpPr/>
          <p:nvPr/>
        </p:nvGrpSpPr>
        <p:grpSpPr>
          <a:xfrm>
            <a:off x="9379875" y="3105584"/>
            <a:ext cx="464053" cy="466696"/>
            <a:chOff x="5687450" y="2792300"/>
            <a:chExt cx="267950" cy="268525"/>
          </a:xfrm>
          <a:solidFill>
            <a:schemeClr val="bg1"/>
          </a:solidFill>
        </p:grpSpPr>
        <p:sp>
          <p:nvSpPr>
            <p:cNvPr id="8636" name="Google Shape;8636;p85"/>
            <p:cNvSpPr/>
            <p:nvPr/>
          </p:nvSpPr>
          <p:spPr>
            <a:xfrm>
              <a:off x="5747600" y="2871475"/>
              <a:ext cx="128625" cy="110275"/>
            </a:xfrm>
            <a:custGeom>
              <a:avLst/>
              <a:gdLst/>
              <a:ahLst/>
              <a:cxnLst/>
              <a:rect l="l" t="t" r="r" b="b"/>
              <a:pathLst>
                <a:path w="5145" h="4411" extrusionOk="0">
                  <a:moveTo>
                    <a:pt x="2060" y="989"/>
                  </a:moveTo>
                  <a:cubicBezTo>
                    <a:pt x="2144" y="989"/>
                    <a:pt x="2227" y="1025"/>
                    <a:pt x="2286" y="1096"/>
                  </a:cubicBezTo>
                  <a:lnTo>
                    <a:pt x="2548" y="1358"/>
                  </a:lnTo>
                  <a:cubicBezTo>
                    <a:pt x="2679" y="1299"/>
                    <a:pt x="2816" y="1269"/>
                    <a:pt x="2953" y="1269"/>
                  </a:cubicBezTo>
                  <a:cubicBezTo>
                    <a:pt x="3090" y="1269"/>
                    <a:pt x="3227" y="1299"/>
                    <a:pt x="3358" y="1358"/>
                  </a:cubicBezTo>
                  <a:lnTo>
                    <a:pt x="3620" y="1096"/>
                  </a:lnTo>
                  <a:cubicBezTo>
                    <a:pt x="3686" y="1030"/>
                    <a:pt x="3761" y="1002"/>
                    <a:pt x="3834" y="1002"/>
                  </a:cubicBezTo>
                  <a:cubicBezTo>
                    <a:pt x="4076" y="1002"/>
                    <a:pt x="4292" y="1311"/>
                    <a:pt x="4073" y="1549"/>
                  </a:cubicBezTo>
                  <a:lnTo>
                    <a:pt x="3811" y="1811"/>
                  </a:lnTo>
                  <a:cubicBezTo>
                    <a:pt x="3858" y="1930"/>
                    <a:pt x="3906" y="2072"/>
                    <a:pt x="3906" y="2215"/>
                  </a:cubicBezTo>
                  <a:cubicBezTo>
                    <a:pt x="3906" y="2358"/>
                    <a:pt x="3858" y="2477"/>
                    <a:pt x="3811" y="2620"/>
                  </a:cubicBezTo>
                  <a:lnTo>
                    <a:pt x="4073" y="2882"/>
                  </a:lnTo>
                  <a:cubicBezTo>
                    <a:pt x="4192" y="3001"/>
                    <a:pt x="4192" y="3192"/>
                    <a:pt x="4073" y="3311"/>
                  </a:cubicBezTo>
                  <a:cubicBezTo>
                    <a:pt x="4001" y="3370"/>
                    <a:pt x="3918" y="3400"/>
                    <a:pt x="3837" y="3400"/>
                  </a:cubicBezTo>
                  <a:cubicBezTo>
                    <a:pt x="3757" y="3400"/>
                    <a:pt x="3680" y="3370"/>
                    <a:pt x="3620" y="3311"/>
                  </a:cubicBezTo>
                  <a:lnTo>
                    <a:pt x="3358" y="3049"/>
                  </a:lnTo>
                  <a:cubicBezTo>
                    <a:pt x="3227" y="3120"/>
                    <a:pt x="3090" y="3156"/>
                    <a:pt x="2953" y="3156"/>
                  </a:cubicBezTo>
                  <a:cubicBezTo>
                    <a:pt x="2816" y="3156"/>
                    <a:pt x="2679" y="3120"/>
                    <a:pt x="2548" y="3049"/>
                  </a:cubicBezTo>
                  <a:lnTo>
                    <a:pt x="2286" y="3311"/>
                  </a:lnTo>
                  <a:cubicBezTo>
                    <a:pt x="2219" y="3384"/>
                    <a:pt x="2141" y="3415"/>
                    <a:pt x="2067" y="3415"/>
                  </a:cubicBezTo>
                  <a:cubicBezTo>
                    <a:pt x="1827" y="3415"/>
                    <a:pt x="1616" y="3100"/>
                    <a:pt x="1834" y="2882"/>
                  </a:cubicBezTo>
                  <a:lnTo>
                    <a:pt x="2096" y="2620"/>
                  </a:lnTo>
                  <a:cubicBezTo>
                    <a:pt x="2048" y="2477"/>
                    <a:pt x="2001" y="2358"/>
                    <a:pt x="2001" y="2215"/>
                  </a:cubicBezTo>
                  <a:cubicBezTo>
                    <a:pt x="2001" y="2072"/>
                    <a:pt x="2048" y="1930"/>
                    <a:pt x="2096" y="1811"/>
                  </a:cubicBezTo>
                  <a:lnTo>
                    <a:pt x="1834" y="1549"/>
                  </a:lnTo>
                  <a:cubicBezTo>
                    <a:pt x="1715" y="1406"/>
                    <a:pt x="1715" y="1215"/>
                    <a:pt x="1834" y="1096"/>
                  </a:cubicBezTo>
                  <a:cubicBezTo>
                    <a:pt x="1893" y="1025"/>
                    <a:pt x="1977" y="989"/>
                    <a:pt x="2060" y="989"/>
                  </a:cubicBezTo>
                  <a:close/>
                  <a:moveTo>
                    <a:pt x="2953" y="1"/>
                  </a:moveTo>
                  <a:cubicBezTo>
                    <a:pt x="1000" y="1"/>
                    <a:pt x="0" y="2382"/>
                    <a:pt x="1405" y="3763"/>
                  </a:cubicBezTo>
                  <a:cubicBezTo>
                    <a:pt x="1852" y="4210"/>
                    <a:pt x="2402" y="4410"/>
                    <a:pt x="2940" y="4410"/>
                  </a:cubicBezTo>
                  <a:cubicBezTo>
                    <a:pt x="4066" y="4410"/>
                    <a:pt x="5144" y="3536"/>
                    <a:pt x="5144" y="2215"/>
                  </a:cubicBezTo>
                  <a:cubicBezTo>
                    <a:pt x="5144" y="1001"/>
                    <a:pt x="4168" y="1"/>
                    <a:pt x="2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37" name="Google Shape;8637;p85"/>
            <p:cNvSpPr/>
            <p:nvPr/>
          </p:nvSpPr>
          <p:spPr>
            <a:xfrm>
              <a:off x="5813675" y="2918500"/>
              <a:ext cx="15500" cy="16100"/>
            </a:xfrm>
            <a:custGeom>
              <a:avLst/>
              <a:gdLst/>
              <a:ahLst/>
              <a:cxnLst/>
              <a:rect l="l" t="t" r="r" b="b"/>
              <a:pathLst>
                <a:path w="620" h="644" extrusionOk="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38" name="Google Shape;8638;p85"/>
            <p:cNvSpPr/>
            <p:nvPr/>
          </p:nvSpPr>
          <p:spPr>
            <a:xfrm>
              <a:off x="5726750" y="2839925"/>
              <a:ext cx="181025" cy="173275"/>
            </a:xfrm>
            <a:custGeom>
              <a:avLst/>
              <a:gdLst/>
              <a:ahLst/>
              <a:cxnLst/>
              <a:rect l="l" t="t" r="r" b="b"/>
              <a:pathLst>
                <a:path w="7241" h="6931" extrusionOk="0">
                  <a:moveTo>
                    <a:pt x="3772" y="640"/>
                  </a:moveTo>
                  <a:cubicBezTo>
                    <a:pt x="5227" y="640"/>
                    <a:pt x="6621" y="1770"/>
                    <a:pt x="6621" y="3477"/>
                  </a:cubicBezTo>
                  <a:cubicBezTo>
                    <a:pt x="6621" y="5025"/>
                    <a:pt x="5359" y="6287"/>
                    <a:pt x="3787" y="6311"/>
                  </a:cubicBezTo>
                  <a:cubicBezTo>
                    <a:pt x="1263" y="6311"/>
                    <a:pt x="1" y="3263"/>
                    <a:pt x="1787" y="1477"/>
                  </a:cubicBezTo>
                  <a:cubicBezTo>
                    <a:pt x="2365" y="899"/>
                    <a:pt x="3075" y="640"/>
                    <a:pt x="3772" y="640"/>
                  </a:cubicBezTo>
                  <a:close/>
                  <a:moveTo>
                    <a:pt x="334" y="0"/>
                  </a:moveTo>
                  <a:lnTo>
                    <a:pt x="334" y="6930"/>
                  </a:lnTo>
                  <a:lnTo>
                    <a:pt x="7240" y="6930"/>
                  </a:lnTo>
                  <a:lnTo>
                    <a:pt x="72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39" name="Google Shape;8639;p85"/>
            <p:cNvSpPr/>
            <p:nvPr/>
          </p:nvSpPr>
          <p:spPr>
            <a:xfrm>
              <a:off x="5687450" y="2792300"/>
              <a:ext cx="267950" cy="268525"/>
            </a:xfrm>
            <a:custGeom>
              <a:avLst/>
              <a:gdLst/>
              <a:ahLst/>
              <a:cxnLst/>
              <a:rect l="l" t="t" r="r" b="b"/>
              <a:pathLst>
                <a:path w="10718" h="10741" extrusionOk="0">
                  <a:moveTo>
                    <a:pt x="311" y="0"/>
                  </a:moveTo>
                  <a:cubicBezTo>
                    <a:pt x="144" y="0"/>
                    <a:pt x="1" y="143"/>
                    <a:pt x="1" y="334"/>
                  </a:cubicBezTo>
                  <a:lnTo>
                    <a:pt x="1" y="2548"/>
                  </a:lnTo>
                  <a:lnTo>
                    <a:pt x="1287" y="2548"/>
                  </a:lnTo>
                  <a:lnTo>
                    <a:pt x="1287" y="1596"/>
                  </a:lnTo>
                  <a:cubicBezTo>
                    <a:pt x="1263" y="1429"/>
                    <a:pt x="1406" y="1286"/>
                    <a:pt x="1597" y="1286"/>
                  </a:cubicBezTo>
                  <a:lnTo>
                    <a:pt x="9122" y="1286"/>
                  </a:lnTo>
                  <a:cubicBezTo>
                    <a:pt x="9312" y="1286"/>
                    <a:pt x="9455" y="1429"/>
                    <a:pt x="9455" y="1596"/>
                  </a:cubicBezTo>
                  <a:lnTo>
                    <a:pt x="9455" y="9145"/>
                  </a:lnTo>
                  <a:cubicBezTo>
                    <a:pt x="9432" y="9312"/>
                    <a:pt x="9289" y="9455"/>
                    <a:pt x="9122" y="9455"/>
                  </a:cubicBezTo>
                  <a:lnTo>
                    <a:pt x="1597" y="9455"/>
                  </a:lnTo>
                  <a:cubicBezTo>
                    <a:pt x="1406" y="9455"/>
                    <a:pt x="1263" y="9312"/>
                    <a:pt x="1287" y="9145"/>
                  </a:cubicBezTo>
                  <a:lnTo>
                    <a:pt x="1287" y="8216"/>
                  </a:lnTo>
                  <a:lnTo>
                    <a:pt x="1" y="8216"/>
                  </a:lnTo>
                  <a:lnTo>
                    <a:pt x="1" y="10431"/>
                  </a:lnTo>
                  <a:cubicBezTo>
                    <a:pt x="1" y="10598"/>
                    <a:pt x="144" y="10741"/>
                    <a:pt x="311" y="10741"/>
                  </a:cubicBezTo>
                  <a:lnTo>
                    <a:pt x="10408" y="10741"/>
                  </a:lnTo>
                  <a:cubicBezTo>
                    <a:pt x="10575" y="10741"/>
                    <a:pt x="10718" y="10598"/>
                    <a:pt x="10718" y="10431"/>
                  </a:cubicBezTo>
                  <a:lnTo>
                    <a:pt x="10718" y="334"/>
                  </a:lnTo>
                  <a:cubicBezTo>
                    <a:pt x="10718" y="143"/>
                    <a:pt x="10575" y="0"/>
                    <a:pt x="104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40" name="Google Shape;8640;p85"/>
            <p:cNvSpPr/>
            <p:nvPr/>
          </p:nvSpPr>
          <p:spPr>
            <a:xfrm>
              <a:off x="5687450" y="2871475"/>
              <a:ext cx="32175" cy="110175"/>
            </a:xfrm>
            <a:custGeom>
              <a:avLst/>
              <a:gdLst/>
              <a:ahLst/>
              <a:cxnLst/>
              <a:rect l="l" t="t" r="r" b="b"/>
              <a:pathLst>
                <a:path w="1287" h="4407" extrusionOk="0">
                  <a:moveTo>
                    <a:pt x="1" y="1"/>
                  </a:moveTo>
                  <a:lnTo>
                    <a:pt x="1" y="4406"/>
                  </a:lnTo>
                  <a:lnTo>
                    <a:pt x="1287" y="4406"/>
                  </a:lnTo>
                  <a:lnTo>
                    <a:pt x="12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41" name="Google Shape;8641;p85"/>
          <p:cNvGrpSpPr/>
          <p:nvPr/>
        </p:nvGrpSpPr>
        <p:grpSpPr>
          <a:xfrm>
            <a:off x="8461206" y="3111798"/>
            <a:ext cx="300089" cy="461265"/>
            <a:chOff x="5157000" y="2795875"/>
            <a:chExt cx="173275" cy="265400"/>
          </a:xfrm>
          <a:solidFill>
            <a:schemeClr val="bg1"/>
          </a:solidFill>
        </p:grpSpPr>
        <p:sp>
          <p:nvSpPr>
            <p:cNvPr id="8642" name="Google Shape;8642;p85"/>
            <p:cNvSpPr/>
            <p:nvPr/>
          </p:nvSpPr>
          <p:spPr>
            <a:xfrm>
              <a:off x="5157000" y="2903025"/>
              <a:ext cx="173275" cy="158250"/>
            </a:xfrm>
            <a:custGeom>
              <a:avLst/>
              <a:gdLst/>
              <a:ahLst/>
              <a:cxnLst/>
              <a:rect l="l" t="t" r="r" b="b"/>
              <a:pathLst>
                <a:path w="6931" h="6330" extrusionOk="0">
                  <a:moveTo>
                    <a:pt x="4096" y="1882"/>
                  </a:moveTo>
                  <a:cubicBezTo>
                    <a:pt x="4477" y="1930"/>
                    <a:pt x="4477" y="2477"/>
                    <a:pt x="4096" y="2525"/>
                  </a:cubicBezTo>
                  <a:lnTo>
                    <a:pt x="3787" y="2525"/>
                  </a:lnTo>
                  <a:lnTo>
                    <a:pt x="3787" y="4097"/>
                  </a:lnTo>
                  <a:cubicBezTo>
                    <a:pt x="3763" y="4287"/>
                    <a:pt x="3614" y="4383"/>
                    <a:pt x="3468" y="4383"/>
                  </a:cubicBezTo>
                  <a:cubicBezTo>
                    <a:pt x="3322" y="4383"/>
                    <a:pt x="3180" y="4287"/>
                    <a:pt x="3168" y="4097"/>
                  </a:cubicBezTo>
                  <a:lnTo>
                    <a:pt x="3168" y="2525"/>
                  </a:lnTo>
                  <a:lnTo>
                    <a:pt x="2834" y="2525"/>
                  </a:lnTo>
                  <a:cubicBezTo>
                    <a:pt x="2453" y="2477"/>
                    <a:pt x="2453" y="1930"/>
                    <a:pt x="2834" y="1882"/>
                  </a:cubicBezTo>
                  <a:close/>
                  <a:moveTo>
                    <a:pt x="310" y="1"/>
                  </a:moveTo>
                  <a:cubicBezTo>
                    <a:pt x="143" y="1"/>
                    <a:pt x="0" y="144"/>
                    <a:pt x="24" y="310"/>
                  </a:cubicBezTo>
                  <a:lnTo>
                    <a:pt x="24" y="5383"/>
                  </a:lnTo>
                  <a:cubicBezTo>
                    <a:pt x="24" y="5502"/>
                    <a:pt x="72" y="5597"/>
                    <a:pt x="191" y="5669"/>
                  </a:cubicBezTo>
                  <a:cubicBezTo>
                    <a:pt x="1239" y="6109"/>
                    <a:pt x="2352" y="6329"/>
                    <a:pt x="3468" y="6329"/>
                  </a:cubicBezTo>
                  <a:cubicBezTo>
                    <a:pt x="4585" y="6329"/>
                    <a:pt x="5704" y="6109"/>
                    <a:pt x="6764" y="5669"/>
                  </a:cubicBezTo>
                  <a:cubicBezTo>
                    <a:pt x="6859" y="5597"/>
                    <a:pt x="6930" y="5502"/>
                    <a:pt x="6930" y="5383"/>
                  </a:cubicBezTo>
                  <a:lnTo>
                    <a:pt x="6930" y="310"/>
                  </a:lnTo>
                  <a:cubicBezTo>
                    <a:pt x="6930" y="144"/>
                    <a:pt x="6787" y="1"/>
                    <a:pt x="66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43" name="Google Shape;8643;p85"/>
            <p:cNvSpPr/>
            <p:nvPr/>
          </p:nvSpPr>
          <p:spPr>
            <a:xfrm>
              <a:off x="5173075" y="2795875"/>
              <a:ext cx="141125" cy="91700"/>
            </a:xfrm>
            <a:custGeom>
              <a:avLst/>
              <a:gdLst/>
              <a:ahLst/>
              <a:cxnLst/>
              <a:rect l="l" t="t" r="r" b="b"/>
              <a:pathLst>
                <a:path w="5645" h="3668" extrusionOk="0">
                  <a:moveTo>
                    <a:pt x="2810" y="0"/>
                  </a:moveTo>
                  <a:cubicBezTo>
                    <a:pt x="1310" y="0"/>
                    <a:pt x="48" y="1191"/>
                    <a:pt x="0" y="2715"/>
                  </a:cubicBezTo>
                  <a:lnTo>
                    <a:pt x="0" y="3668"/>
                  </a:lnTo>
                  <a:lnTo>
                    <a:pt x="1239" y="3668"/>
                  </a:lnTo>
                  <a:lnTo>
                    <a:pt x="1239" y="2715"/>
                  </a:lnTo>
                  <a:cubicBezTo>
                    <a:pt x="1215" y="1810"/>
                    <a:pt x="1929" y="1072"/>
                    <a:pt x="2810" y="1072"/>
                  </a:cubicBezTo>
                  <a:cubicBezTo>
                    <a:pt x="3715" y="1072"/>
                    <a:pt x="4430" y="1810"/>
                    <a:pt x="4382" y="2715"/>
                  </a:cubicBezTo>
                  <a:lnTo>
                    <a:pt x="4382" y="3668"/>
                  </a:lnTo>
                  <a:lnTo>
                    <a:pt x="5644" y="3668"/>
                  </a:lnTo>
                  <a:lnTo>
                    <a:pt x="5644" y="2715"/>
                  </a:lnTo>
                  <a:cubicBezTo>
                    <a:pt x="5573" y="1191"/>
                    <a:pt x="4335" y="0"/>
                    <a:pt x="28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44" name="Google Shape;8644;p85"/>
          <p:cNvGrpSpPr/>
          <p:nvPr/>
        </p:nvGrpSpPr>
        <p:grpSpPr>
          <a:xfrm>
            <a:off x="7368701" y="3202826"/>
            <a:ext cx="472843" cy="273213"/>
            <a:chOff x="4526175" y="2848250"/>
            <a:chExt cx="273025" cy="157200"/>
          </a:xfrm>
          <a:solidFill>
            <a:schemeClr val="bg1"/>
          </a:solidFill>
        </p:grpSpPr>
        <p:sp>
          <p:nvSpPr>
            <p:cNvPr id="8645" name="Google Shape;8645;p85"/>
            <p:cNvSpPr/>
            <p:nvPr/>
          </p:nvSpPr>
          <p:spPr>
            <a:xfrm>
              <a:off x="4655700" y="2910775"/>
              <a:ext cx="16100" cy="16100"/>
            </a:xfrm>
            <a:custGeom>
              <a:avLst/>
              <a:gdLst/>
              <a:ahLst/>
              <a:cxnLst/>
              <a:rect l="l" t="t" r="r" b="b"/>
              <a:pathLst>
                <a:path w="644" h="644" extrusionOk="0">
                  <a:moveTo>
                    <a:pt x="334" y="0"/>
                  </a:moveTo>
                  <a:cubicBezTo>
                    <a:pt x="143" y="0"/>
                    <a:pt x="0" y="143"/>
                    <a:pt x="0" y="310"/>
                  </a:cubicBezTo>
                  <a:cubicBezTo>
                    <a:pt x="0" y="500"/>
                    <a:pt x="143" y="643"/>
                    <a:pt x="334" y="643"/>
                  </a:cubicBezTo>
                  <a:cubicBezTo>
                    <a:pt x="501" y="643"/>
                    <a:pt x="643" y="500"/>
                    <a:pt x="643" y="310"/>
                  </a:cubicBezTo>
                  <a:cubicBezTo>
                    <a:pt x="643" y="143"/>
                    <a:pt x="501" y="0"/>
                    <a:pt x="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46" name="Google Shape;8646;p85"/>
            <p:cNvSpPr/>
            <p:nvPr/>
          </p:nvSpPr>
          <p:spPr>
            <a:xfrm>
              <a:off x="4555075" y="2892325"/>
              <a:ext cx="217350" cy="113125"/>
            </a:xfrm>
            <a:custGeom>
              <a:avLst/>
              <a:gdLst/>
              <a:ahLst/>
              <a:cxnLst/>
              <a:rect l="l" t="t" r="r" b="b"/>
              <a:pathLst>
                <a:path w="8694" h="4525" extrusionOk="0">
                  <a:moveTo>
                    <a:pt x="2430" y="0"/>
                  </a:moveTo>
                  <a:cubicBezTo>
                    <a:pt x="1501" y="548"/>
                    <a:pt x="715" y="1286"/>
                    <a:pt x="96" y="2167"/>
                  </a:cubicBezTo>
                  <a:cubicBezTo>
                    <a:pt x="72" y="2215"/>
                    <a:pt x="48" y="2263"/>
                    <a:pt x="1" y="2310"/>
                  </a:cubicBezTo>
                  <a:cubicBezTo>
                    <a:pt x="1192" y="3525"/>
                    <a:pt x="2549" y="4525"/>
                    <a:pt x="4359" y="4525"/>
                  </a:cubicBezTo>
                  <a:cubicBezTo>
                    <a:pt x="6145" y="4525"/>
                    <a:pt x="7526" y="3525"/>
                    <a:pt x="8693" y="2310"/>
                  </a:cubicBezTo>
                  <a:cubicBezTo>
                    <a:pt x="8645" y="2263"/>
                    <a:pt x="8622" y="2215"/>
                    <a:pt x="8598" y="2167"/>
                  </a:cubicBezTo>
                  <a:cubicBezTo>
                    <a:pt x="7979" y="1286"/>
                    <a:pt x="7193" y="548"/>
                    <a:pt x="6264" y="0"/>
                  </a:cubicBezTo>
                  <a:lnTo>
                    <a:pt x="6264" y="0"/>
                  </a:lnTo>
                  <a:cubicBezTo>
                    <a:pt x="7098" y="1477"/>
                    <a:pt x="6026" y="3287"/>
                    <a:pt x="4359" y="3287"/>
                  </a:cubicBezTo>
                  <a:cubicBezTo>
                    <a:pt x="2668" y="3287"/>
                    <a:pt x="1596" y="1477"/>
                    <a:pt x="24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47" name="Google Shape;8647;p85"/>
            <p:cNvSpPr/>
            <p:nvPr/>
          </p:nvSpPr>
          <p:spPr>
            <a:xfrm>
              <a:off x="4624750" y="2879425"/>
              <a:ext cx="91700" cy="78400"/>
            </a:xfrm>
            <a:custGeom>
              <a:avLst/>
              <a:gdLst/>
              <a:ahLst/>
              <a:cxnLst/>
              <a:rect l="l" t="t" r="r" b="b"/>
              <a:pathLst>
                <a:path w="3668" h="3136" extrusionOk="0">
                  <a:moveTo>
                    <a:pt x="1572" y="635"/>
                  </a:moveTo>
                  <a:cubicBezTo>
                    <a:pt x="2405" y="635"/>
                    <a:pt x="2834" y="1659"/>
                    <a:pt x="2239" y="2255"/>
                  </a:cubicBezTo>
                  <a:cubicBezTo>
                    <a:pt x="2048" y="2445"/>
                    <a:pt x="1813" y="2531"/>
                    <a:pt x="1582" y="2531"/>
                  </a:cubicBezTo>
                  <a:cubicBezTo>
                    <a:pt x="1092" y="2531"/>
                    <a:pt x="619" y="2146"/>
                    <a:pt x="619" y="1564"/>
                  </a:cubicBezTo>
                  <a:cubicBezTo>
                    <a:pt x="619" y="1064"/>
                    <a:pt x="1048" y="635"/>
                    <a:pt x="1572" y="635"/>
                  </a:cubicBezTo>
                  <a:close/>
                  <a:moveTo>
                    <a:pt x="1576" y="1"/>
                  </a:moveTo>
                  <a:cubicBezTo>
                    <a:pt x="774" y="1"/>
                    <a:pt x="0" y="630"/>
                    <a:pt x="0" y="1564"/>
                  </a:cubicBezTo>
                  <a:cubicBezTo>
                    <a:pt x="0" y="2445"/>
                    <a:pt x="691" y="3136"/>
                    <a:pt x="1572" y="3136"/>
                  </a:cubicBezTo>
                  <a:cubicBezTo>
                    <a:pt x="2953" y="3136"/>
                    <a:pt x="3668" y="1445"/>
                    <a:pt x="2667" y="469"/>
                  </a:cubicBezTo>
                  <a:cubicBezTo>
                    <a:pt x="2351" y="145"/>
                    <a:pt x="1960" y="1"/>
                    <a:pt x="15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48" name="Google Shape;8648;p85"/>
            <p:cNvSpPr/>
            <p:nvPr/>
          </p:nvSpPr>
          <p:spPr>
            <a:xfrm>
              <a:off x="4526175" y="2848250"/>
              <a:ext cx="273025" cy="95000"/>
            </a:xfrm>
            <a:custGeom>
              <a:avLst/>
              <a:gdLst/>
              <a:ahLst/>
              <a:cxnLst/>
              <a:rect l="l" t="t" r="r" b="b"/>
              <a:pathLst>
                <a:path w="10921" h="3800" extrusionOk="0">
                  <a:moveTo>
                    <a:pt x="5515" y="1"/>
                  </a:moveTo>
                  <a:cubicBezTo>
                    <a:pt x="2228" y="1"/>
                    <a:pt x="276" y="3144"/>
                    <a:pt x="180" y="3287"/>
                  </a:cubicBezTo>
                  <a:cubicBezTo>
                    <a:pt x="1" y="3549"/>
                    <a:pt x="225" y="3799"/>
                    <a:pt x="453" y="3799"/>
                  </a:cubicBezTo>
                  <a:cubicBezTo>
                    <a:pt x="557" y="3799"/>
                    <a:pt x="661" y="3747"/>
                    <a:pt x="728" y="3621"/>
                  </a:cubicBezTo>
                  <a:cubicBezTo>
                    <a:pt x="752" y="3573"/>
                    <a:pt x="2586" y="644"/>
                    <a:pt x="5515" y="644"/>
                  </a:cubicBezTo>
                  <a:cubicBezTo>
                    <a:pt x="8444" y="644"/>
                    <a:pt x="10278" y="3597"/>
                    <a:pt x="10278" y="3621"/>
                  </a:cubicBezTo>
                  <a:cubicBezTo>
                    <a:pt x="10324" y="3713"/>
                    <a:pt x="10420" y="3765"/>
                    <a:pt x="10527" y="3765"/>
                  </a:cubicBezTo>
                  <a:cubicBezTo>
                    <a:pt x="10585" y="3765"/>
                    <a:pt x="10647" y="3750"/>
                    <a:pt x="10706" y="3716"/>
                  </a:cubicBezTo>
                  <a:cubicBezTo>
                    <a:pt x="10873" y="3621"/>
                    <a:pt x="10921" y="3430"/>
                    <a:pt x="10826" y="3287"/>
                  </a:cubicBezTo>
                  <a:cubicBezTo>
                    <a:pt x="10754" y="3144"/>
                    <a:pt x="8777" y="1"/>
                    <a:pt x="55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49" name="Google Shape;8649;p85"/>
          <p:cNvGrpSpPr/>
          <p:nvPr/>
        </p:nvGrpSpPr>
        <p:grpSpPr>
          <a:xfrm>
            <a:off x="6434099" y="3106192"/>
            <a:ext cx="341308" cy="466088"/>
            <a:chOff x="3986525" y="2792650"/>
            <a:chExt cx="197075" cy="268175"/>
          </a:xfrm>
          <a:solidFill>
            <a:schemeClr val="bg1"/>
          </a:solidFill>
        </p:grpSpPr>
        <p:sp>
          <p:nvSpPr>
            <p:cNvPr id="8650" name="Google Shape;8650;p85"/>
            <p:cNvSpPr/>
            <p:nvPr/>
          </p:nvSpPr>
          <p:spPr>
            <a:xfrm>
              <a:off x="4028775" y="2982725"/>
              <a:ext cx="111325" cy="15600"/>
            </a:xfrm>
            <a:custGeom>
              <a:avLst/>
              <a:gdLst/>
              <a:ahLst/>
              <a:cxnLst/>
              <a:rect l="l" t="t" r="r" b="b"/>
              <a:pathLst>
                <a:path w="4453" h="624" extrusionOk="0">
                  <a:moveTo>
                    <a:pt x="316" y="1"/>
                  </a:moveTo>
                  <a:cubicBezTo>
                    <a:pt x="172" y="1"/>
                    <a:pt x="70" y="113"/>
                    <a:pt x="48" y="266"/>
                  </a:cubicBezTo>
                  <a:cubicBezTo>
                    <a:pt x="1" y="456"/>
                    <a:pt x="144" y="623"/>
                    <a:pt x="334" y="623"/>
                  </a:cubicBezTo>
                  <a:lnTo>
                    <a:pt x="4121" y="623"/>
                  </a:lnTo>
                  <a:cubicBezTo>
                    <a:pt x="4287" y="623"/>
                    <a:pt x="4430" y="504"/>
                    <a:pt x="4430" y="337"/>
                  </a:cubicBezTo>
                  <a:cubicBezTo>
                    <a:pt x="4453" y="159"/>
                    <a:pt x="4329" y="2"/>
                    <a:pt x="4157" y="2"/>
                  </a:cubicBezTo>
                  <a:cubicBezTo>
                    <a:pt x="4145" y="2"/>
                    <a:pt x="4133" y="2"/>
                    <a:pt x="4121" y="4"/>
                  </a:cubicBezTo>
                  <a:lnTo>
                    <a:pt x="358" y="4"/>
                  </a:lnTo>
                  <a:cubicBezTo>
                    <a:pt x="344" y="2"/>
                    <a:pt x="330" y="1"/>
                    <a:pt x="3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51" name="Google Shape;8651;p85"/>
            <p:cNvSpPr/>
            <p:nvPr/>
          </p:nvSpPr>
          <p:spPr>
            <a:xfrm>
              <a:off x="4029375" y="3013700"/>
              <a:ext cx="113375" cy="47125"/>
            </a:xfrm>
            <a:custGeom>
              <a:avLst/>
              <a:gdLst/>
              <a:ahLst/>
              <a:cxnLst/>
              <a:rect l="l" t="t" r="r" b="b"/>
              <a:pathLst>
                <a:path w="4535" h="1885" extrusionOk="0">
                  <a:moveTo>
                    <a:pt x="4118" y="1"/>
                  </a:moveTo>
                  <a:cubicBezTo>
                    <a:pt x="4103" y="1"/>
                    <a:pt x="4088" y="2"/>
                    <a:pt x="4073" y="3"/>
                  </a:cubicBezTo>
                  <a:lnTo>
                    <a:pt x="334" y="3"/>
                  </a:lnTo>
                  <a:cubicBezTo>
                    <a:pt x="167" y="3"/>
                    <a:pt x="48" y="122"/>
                    <a:pt x="24" y="265"/>
                  </a:cubicBezTo>
                  <a:cubicBezTo>
                    <a:pt x="1" y="456"/>
                    <a:pt x="144" y="622"/>
                    <a:pt x="310" y="622"/>
                  </a:cubicBezTo>
                  <a:lnTo>
                    <a:pt x="667" y="622"/>
                  </a:lnTo>
                  <a:cubicBezTo>
                    <a:pt x="810" y="1337"/>
                    <a:pt x="1430" y="1861"/>
                    <a:pt x="2168" y="1885"/>
                  </a:cubicBezTo>
                  <a:cubicBezTo>
                    <a:pt x="2620" y="1885"/>
                    <a:pt x="3049" y="1718"/>
                    <a:pt x="3358" y="1361"/>
                  </a:cubicBezTo>
                  <a:cubicBezTo>
                    <a:pt x="3525" y="1146"/>
                    <a:pt x="3668" y="908"/>
                    <a:pt x="3740" y="622"/>
                  </a:cubicBezTo>
                  <a:lnTo>
                    <a:pt x="4073" y="622"/>
                  </a:lnTo>
                  <a:cubicBezTo>
                    <a:pt x="4088" y="624"/>
                    <a:pt x="4103" y="625"/>
                    <a:pt x="4118" y="625"/>
                  </a:cubicBezTo>
                  <a:cubicBezTo>
                    <a:pt x="4534" y="625"/>
                    <a:pt x="4534" y="1"/>
                    <a:pt x="41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52" name="Google Shape;8652;p85"/>
            <p:cNvSpPr/>
            <p:nvPr/>
          </p:nvSpPr>
          <p:spPr>
            <a:xfrm>
              <a:off x="3986525" y="2792650"/>
              <a:ext cx="197075" cy="174100"/>
            </a:xfrm>
            <a:custGeom>
              <a:avLst/>
              <a:gdLst/>
              <a:ahLst/>
              <a:cxnLst/>
              <a:rect l="l" t="t" r="r" b="b"/>
              <a:pathLst>
                <a:path w="7883" h="6964" extrusionOk="0">
                  <a:moveTo>
                    <a:pt x="5197" y="3764"/>
                  </a:moveTo>
                  <a:cubicBezTo>
                    <a:pt x="5435" y="3764"/>
                    <a:pt x="5642" y="4079"/>
                    <a:pt x="5406" y="4297"/>
                  </a:cubicBezTo>
                  <a:lnTo>
                    <a:pt x="4787" y="4940"/>
                  </a:lnTo>
                  <a:cubicBezTo>
                    <a:pt x="4727" y="4999"/>
                    <a:pt x="4644" y="5029"/>
                    <a:pt x="4560" y="5029"/>
                  </a:cubicBezTo>
                  <a:cubicBezTo>
                    <a:pt x="4477" y="5029"/>
                    <a:pt x="4394" y="4999"/>
                    <a:pt x="4334" y="4940"/>
                  </a:cubicBezTo>
                  <a:lnTo>
                    <a:pt x="3929" y="4535"/>
                  </a:lnTo>
                  <a:lnTo>
                    <a:pt x="3525" y="4940"/>
                  </a:lnTo>
                  <a:cubicBezTo>
                    <a:pt x="3465" y="4999"/>
                    <a:pt x="3388" y="5029"/>
                    <a:pt x="3307" y="5029"/>
                  </a:cubicBezTo>
                  <a:cubicBezTo>
                    <a:pt x="3227" y="5029"/>
                    <a:pt x="3144" y="4999"/>
                    <a:pt x="3072" y="4940"/>
                  </a:cubicBezTo>
                  <a:lnTo>
                    <a:pt x="2453" y="4297"/>
                  </a:lnTo>
                  <a:cubicBezTo>
                    <a:pt x="2235" y="4079"/>
                    <a:pt x="2432" y="3764"/>
                    <a:pt x="2676" y="3764"/>
                  </a:cubicBezTo>
                  <a:cubicBezTo>
                    <a:pt x="2752" y="3764"/>
                    <a:pt x="2832" y="3795"/>
                    <a:pt x="2905" y="3868"/>
                  </a:cubicBezTo>
                  <a:lnTo>
                    <a:pt x="3310" y="4273"/>
                  </a:lnTo>
                  <a:lnTo>
                    <a:pt x="3715" y="3868"/>
                  </a:lnTo>
                  <a:cubicBezTo>
                    <a:pt x="3775" y="3809"/>
                    <a:pt x="3852" y="3779"/>
                    <a:pt x="3932" y="3779"/>
                  </a:cubicBezTo>
                  <a:cubicBezTo>
                    <a:pt x="4013" y="3779"/>
                    <a:pt x="4096" y="3809"/>
                    <a:pt x="4168" y="3868"/>
                  </a:cubicBezTo>
                  <a:lnTo>
                    <a:pt x="4572" y="4273"/>
                  </a:lnTo>
                  <a:lnTo>
                    <a:pt x="4977" y="3868"/>
                  </a:lnTo>
                  <a:cubicBezTo>
                    <a:pt x="5045" y="3795"/>
                    <a:pt x="5122" y="3764"/>
                    <a:pt x="5197" y="3764"/>
                  </a:cubicBezTo>
                  <a:close/>
                  <a:moveTo>
                    <a:pt x="3935" y="1"/>
                  </a:moveTo>
                  <a:cubicBezTo>
                    <a:pt x="2954" y="1"/>
                    <a:pt x="1977" y="419"/>
                    <a:pt x="1286" y="1248"/>
                  </a:cubicBezTo>
                  <a:cubicBezTo>
                    <a:pt x="0" y="2796"/>
                    <a:pt x="286" y="5106"/>
                    <a:pt x="1953" y="6273"/>
                  </a:cubicBezTo>
                  <a:cubicBezTo>
                    <a:pt x="2167" y="6440"/>
                    <a:pt x="2334" y="6678"/>
                    <a:pt x="2358" y="6964"/>
                  </a:cubicBezTo>
                  <a:lnTo>
                    <a:pt x="5501" y="6964"/>
                  </a:lnTo>
                  <a:cubicBezTo>
                    <a:pt x="5549" y="6678"/>
                    <a:pt x="5715" y="6416"/>
                    <a:pt x="5930" y="6273"/>
                  </a:cubicBezTo>
                  <a:cubicBezTo>
                    <a:pt x="7668" y="5035"/>
                    <a:pt x="7883" y="2511"/>
                    <a:pt x="6382" y="1010"/>
                  </a:cubicBezTo>
                  <a:cubicBezTo>
                    <a:pt x="5696" y="336"/>
                    <a:pt x="4814" y="1"/>
                    <a:pt x="39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53" name="Google Shape;8653;p85"/>
          <p:cNvGrpSpPr/>
          <p:nvPr/>
        </p:nvGrpSpPr>
        <p:grpSpPr>
          <a:xfrm>
            <a:off x="5367919" y="3106627"/>
            <a:ext cx="465093" cy="465653"/>
            <a:chOff x="3370900" y="2792900"/>
            <a:chExt cx="268550" cy="267925"/>
          </a:xfrm>
          <a:solidFill>
            <a:schemeClr val="bg1"/>
          </a:solidFill>
        </p:grpSpPr>
        <p:sp>
          <p:nvSpPr>
            <p:cNvPr id="8654" name="Google Shape;8654;p85"/>
            <p:cNvSpPr/>
            <p:nvPr/>
          </p:nvSpPr>
          <p:spPr>
            <a:xfrm>
              <a:off x="3418525" y="2792900"/>
              <a:ext cx="172700" cy="267925"/>
            </a:xfrm>
            <a:custGeom>
              <a:avLst/>
              <a:gdLst/>
              <a:ahLst/>
              <a:cxnLst/>
              <a:rect l="l" t="t" r="r" b="b"/>
              <a:pathLst>
                <a:path w="6908" h="10717" extrusionOk="0">
                  <a:moveTo>
                    <a:pt x="3454" y="0"/>
                  </a:moveTo>
                  <a:cubicBezTo>
                    <a:pt x="1549" y="0"/>
                    <a:pt x="1" y="1548"/>
                    <a:pt x="1" y="3453"/>
                  </a:cubicBezTo>
                  <a:lnTo>
                    <a:pt x="1" y="7883"/>
                  </a:lnTo>
                  <a:cubicBezTo>
                    <a:pt x="1" y="8049"/>
                    <a:pt x="144" y="8192"/>
                    <a:pt x="311" y="8192"/>
                  </a:cubicBezTo>
                  <a:lnTo>
                    <a:pt x="954" y="8192"/>
                  </a:lnTo>
                  <a:cubicBezTo>
                    <a:pt x="1120" y="8192"/>
                    <a:pt x="1263" y="8049"/>
                    <a:pt x="1263" y="7883"/>
                  </a:cubicBezTo>
                  <a:lnTo>
                    <a:pt x="1263" y="4096"/>
                  </a:lnTo>
                  <a:cubicBezTo>
                    <a:pt x="1263" y="3930"/>
                    <a:pt x="1120" y="3787"/>
                    <a:pt x="954" y="3787"/>
                  </a:cubicBezTo>
                  <a:lnTo>
                    <a:pt x="644" y="3787"/>
                  </a:lnTo>
                  <a:lnTo>
                    <a:pt x="644" y="3453"/>
                  </a:lnTo>
                  <a:cubicBezTo>
                    <a:pt x="644" y="1905"/>
                    <a:pt x="1906" y="643"/>
                    <a:pt x="3478" y="643"/>
                  </a:cubicBezTo>
                  <a:cubicBezTo>
                    <a:pt x="5026" y="643"/>
                    <a:pt x="6312" y="1905"/>
                    <a:pt x="6312" y="3453"/>
                  </a:cubicBezTo>
                  <a:lnTo>
                    <a:pt x="6312" y="3787"/>
                  </a:lnTo>
                  <a:lnTo>
                    <a:pt x="6002" y="3787"/>
                  </a:lnTo>
                  <a:cubicBezTo>
                    <a:pt x="5812" y="3787"/>
                    <a:pt x="5669" y="3930"/>
                    <a:pt x="5669" y="4096"/>
                  </a:cubicBezTo>
                  <a:lnTo>
                    <a:pt x="5669" y="7883"/>
                  </a:lnTo>
                  <a:cubicBezTo>
                    <a:pt x="5669" y="8049"/>
                    <a:pt x="5812" y="8192"/>
                    <a:pt x="6002" y="8192"/>
                  </a:cubicBezTo>
                  <a:lnTo>
                    <a:pt x="6312" y="8192"/>
                  </a:lnTo>
                  <a:lnTo>
                    <a:pt x="6312" y="8526"/>
                  </a:lnTo>
                  <a:cubicBezTo>
                    <a:pt x="6312" y="9026"/>
                    <a:pt x="5883" y="9454"/>
                    <a:pt x="5359" y="9454"/>
                  </a:cubicBezTo>
                  <a:lnTo>
                    <a:pt x="4978" y="9454"/>
                  </a:lnTo>
                  <a:cubicBezTo>
                    <a:pt x="4864" y="9089"/>
                    <a:pt x="4532" y="8834"/>
                    <a:pt x="4148" y="8834"/>
                  </a:cubicBezTo>
                  <a:cubicBezTo>
                    <a:pt x="4131" y="8834"/>
                    <a:pt x="4114" y="8834"/>
                    <a:pt x="4097" y="8835"/>
                  </a:cubicBezTo>
                  <a:lnTo>
                    <a:pt x="3478" y="8835"/>
                  </a:lnTo>
                  <a:cubicBezTo>
                    <a:pt x="2216" y="8835"/>
                    <a:pt x="2216" y="10717"/>
                    <a:pt x="3478" y="10717"/>
                  </a:cubicBezTo>
                  <a:lnTo>
                    <a:pt x="4097" y="10717"/>
                  </a:lnTo>
                  <a:cubicBezTo>
                    <a:pt x="4502" y="10717"/>
                    <a:pt x="4859" y="10455"/>
                    <a:pt x="4978" y="10074"/>
                  </a:cubicBezTo>
                  <a:lnTo>
                    <a:pt x="5359" y="10074"/>
                  </a:lnTo>
                  <a:cubicBezTo>
                    <a:pt x="6217" y="10074"/>
                    <a:pt x="6907" y="9383"/>
                    <a:pt x="6907" y="8526"/>
                  </a:cubicBezTo>
                  <a:lnTo>
                    <a:pt x="6907" y="3453"/>
                  </a:lnTo>
                  <a:cubicBezTo>
                    <a:pt x="6907" y="1548"/>
                    <a:pt x="5359" y="0"/>
                    <a:pt x="34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55" name="Google Shape;8655;p85"/>
            <p:cNvSpPr/>
            <p:nvPr/>
          </p:nvSpPr>
          <p:spPr>
            <a:xfrm>
              <a:off x="3607275" y="2900650"/>
              <a:ext cx="32175" cy="83975"/>
            </a:xfrm>
            <a:custGeom>
              <a:avLst/>
              <a:gdLst/>
              <a:ahLst/>
              <a:cxnLst/>
              <a:rect l="l" t="t" r="r" b="b"/>
              <a:pathLst>
                <a:path w="1287" h="3359" extrusionOk="0">
                  <a:moveTo>
                    <a:pt x="119" y="1"/>
                  </a:moveTo>
                  <a:cubicBezTo>
                    <a:pt x="72" y="1"/>
                    <a:pt x="48" y="1"/>
                    <a:pt x="0" y="24"/>
                  </a:cubicBezTo>
                  <a:lnTo>
                    <a:pt x="0" y="3358"/>
                  </a:lnTo>
                  <a:lnTo>
                    <a:pt x="119" y="3358"/>
                  </a:lnTo>
                  <a:cubicBezTo>
                    <a:pt x="977" y="3358"/>
                    <a:pt x="1286" y="2525"/>
                    <a:pt x="1286" y="1668"/>
                  </a:cubicBezTo>
                  <a:cubicBezTo>
                    <a:pt x="1286" y="786"/>
                    <a:pt x="977" y="1"/>
                    <a:pt x="1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56" name="Google Shape;8656;p85"/>
            <p:cNvSpPr/>
            <p:nvPr/>
          </p:nvSpPr>
          <p:spPr>
            <a:xfrm>
              <a:off x="3370900" y="2900050"/>
              <a:ext cx="32175" cy="84575"/>
            </a:xfrm>
            <a:custGeom>
              <a:avLst/>
              <a:gdLst/>
              <a:ahLst/>
              <a:cxnLst/>
              <a:rect l="l" t="t" r="r" b="b"/>
              <a:pathLst>
                <a:path w="1287" h="3383" extrusionOk="0">
                  <a:moveTo>
                    <a:pt x="1144" y="1"/>
                  </a:moveTo>
                  <a:cubicBezTo>
                    <a:pt x="310" y="1"/>
                    <a:pt x="1" y="834"/>
                    <a:pt x="1" y="1692"/>
                  </a:cubicBezTo>
                  <a:cubicBezTo>
                    <a:pt x="1" y="2549"/>
                    <a:pt x="310" y="3382"/>
                    <a:pt x="1144" y="3382"/>
                  </a:cubicBezTo>
                  <a:cubicBezTo>
                    <a:pt x="1215" y="3382"/>
                    <a:pt x="1239" y="3382"/>
                    <a:pt x="1287" y="3359"/>
                  </a:cubicBezTo>
                  <a:lnTo>
                    <a:pt x="1287" y="25"/>
                  </a:lnTo>
                  <a:cubicBezTo>
                    <a:pt x="1239" y="25"/>
                    <a:pt x="1192" y="1"/>
                    <a:pt x="11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57" name="Google Shape;8657;p85"/>
          <p:cNvGrpSpPr/>
          <p:nvPr/>
        </p:nvGrpSpPr>
        <p:grpSpPr>
          <a:xfrm>
            <a:off x="4319316" y="3105584"/>
            <a:ext cx="494968" cy="466392"/>
            <a:chOff x="2765425" y="2792300"/>
            <a:chExt cx="285800" cy="268350"/>
          </a:xfrm>
          <a:solidFill>
            <a:schemeClr val="bg1"/>
          </a:solidFill>
        </p:grpSpPr>
        <p:sp>
          <p:nvSpPr>
            <p:cNvPr id="8658" name="Google Shape;8658;p85"/>
            <p:cNvSpPr/>
            <p:nvPr/>
          </p:nvSpPr>
          <p:spPr>
            <a:xfrm>
              <a:off x="2945225" y="2792300"/>
              <a:ext cx="106000" cy="110800"/>
            </a:xfrm>
            <a:custGeom>
              <a:avLst/>
              <a:gdLst/>
              <a:ahLst/>
              <a:cxnLst/>
              <a:rect l="l" t="t" r="r" b="b"/>
              <a:pathLst>
                <a:path w="4240" h="4432" extrusionOk="0">
                  <a:moveTo>
                    <a:pt x="334" y="0"/>
                  </a:moveTo>
                  <a:cubicBezTo>
                    <a:pt x="143" y="0"/>
                    <a:pt x="0" y="143"/>
                    <a:pt x="0" y="334"/>
                  </a:cubicBezTo>
                  <a:lnTo>
                    <a:pt x="0" y="4120"/>
                  </a:lnTo>
                  <a:cubicBezTo>
                    <a:pt x="0" y="4215"/>
                    <a:pt x="48" y="4311"/>
                    <a:pt x="143" y="4382"/>
                  </a:cubicBezTo>
                  <a:cubicBezTo>
                    <a:pt x="188" y="4412"/>
                    <a:pt x="250" y="4432"/>
                    <a:pt x="314" y="4432"/>
                  </a:cubicBezTo>
                  <a:cubicBezTo>
                    <a:pt x="353" y="4432"/>
                    <a:pt x="393" y="4424"/>
                    <a:pt x="429" y="4406"/>
                  </a:cubicBezTo>
                  <a:lnTo>
                    <a:pt x="4001" y="3120"/>
                  </a:lnTo>
                  <a:cubicBezTo>
                    <a:pt x="4168" y="3072"/>
                    <a:pt x="4239" y="2882"/>
                    <a:pt x="4168" y="2715"/>
                  </a:cubicBezTo>
                  <a:cubicBezTo>
                    <a:pt x="3573" y="1096"/>
                    <a:pt x="2049" y="24"/>
                    <a:pt x="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59" name="Google Shape;8659;p85"/>
            <p:cNvSpPr/>
            <p:nvPr/>
          </p:nvSpPr>
          <p:spPr>
            <a:xfrm>
              <a:off x="2765425" y="2855400"/>
              <a:ext cx="263000" cy="205250"/>
            </a:xfrm>
            <a:custGeom>
              <a:avLst/>
              <a:gdLst/>
              <a:ahLst/>
              <a:cxnLst/>
              <a:rect l="l" t="t" r="r" b="b"/>
              <a:pathLst>
                <a:path w="10520" h="8210" extrusionOk="0">
                  <a:moveTo>
                    <a:pt x="5621" y="1"/>
                  </a:moveTo>
                  <a:lnTo>
                    <a:pt x="5621" y="24"/>
                  </a:lnTo>
                  <a:cubicBezTo>
                    <a:pt x="1620" y="24"/>
                    <a:pt x="0" y="5168"/>
                    <a:pt x="3287" y="7455"/>
                  </a:cubicBezTo>
                  <a:cubicBezTo>
                    <a:pt x="4035" y="7979"/>
                    <a:pt x="4837" y="8210"/>
                    <a:pt x="5612" y="8210"/>
                  </a:cubicBezTo>
                  <a:cubicBezTo>
                    <a:pt x="8217" y="8210"/>
                    <a:pt x="10519" y="5597"/>
                    <a:pt x="9455" y="2715"/>
                  </a:cubicBezTo>
                  <a:cubicBezTo>
                    <a:pt x="9400" y="2587"/>
                    <a:pt x="9288" y="2501"/>
                    <a:pt x="9164" y="2501"/>
                  </a:cubicBezTo>
                  <a:cubicBezTo>
                    <a:pt x="9126" y="2501"/>
                    <a:pt x="9088" y="2509"/>
                    <a:pt x="9050" y="2525"/>
                  </a:cubicBezTo>
                  <a:lnTo>
                    <a:pt x="5930" y="3644"/>
                  </a:lnTo>
                  <a:lnTo>
                    <a:pt x="5930" y="334"/>
                  </a:lnTo>
                  <a:cubicBezTo>
                    <a:pt x="5930" y="144"/>
                    <a:pt x="5787" y="1"/>
                    <a:pt x="56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60" name="Google Shape;8660;p85"/>
          <p:cNvGrpSpPr/>
          <p:nvPr/>
        </p:nvGrpSpPr>
        <p:grpSpPr>
          <a:xfrm>
            <a:off x="3403721" y="3105497"/>
            <a:ext cx="431755" cy="466784"/>
            <a:chOff x="2236750" y="2792250"/>
            <a:chExt cx="249300" cy="268575"/>
          </a:xfrm>
          <a:solidFill>
            <a:schemeClr val="bg1"/>
          </a:solidFill>
        </p:grpSpPr>
        <p:sp>
          <p:nvSpPr>
            <p:cNvPr id="8661" name="Google Shape;8661;p85"/>
            <p:cNvSpPr/>
            <p:nvPr/>
          </p:nvSpPr>
          <p:spPr>
            <a:xfrm>
              <a:off x="2246275" y="2792250"/>
              <a:ext cx="239775" cy="205475"/>
            </a:xfrm>
            <a:custGeom>
              <a:avLst/>
              <a:gdLst/>
              <a:ahLst/>
              <a:cxnLst/>
              <a:rect l="l" t="t" r="r" b="b"/>
              <a:pathLst>
                <a:path w="9591" h="8219" extrusionOk="0">
                  <a:moveTo>
                    <a:pt x="4087" y="1937"/>
                  </a:moveTo>
                  <a:cubicBezTo>
                    <a:pt x="4198" y="1937"/>
                    <a:pt x="4311" y="1991"/>
                    <a:pt x="4382" y="2098"/>
                  </a:cubicBezTo>
                  <a:lnTo>
                    <a:pt x="4858" y="3074"/>
                  </a:lnTo>
                  <a:lnTo>
                    <a:pt x="5930" y="3217"/>
                  </a:lnTo>
                  <a:cubicBezTo>
                    <a:pt x="6192" y="3265"/>
                    <a:pt x="6287" y="3574"/>
                    <a:pt x="6121" y="3765"/>
                  </a:cubicBezTo>
                  <a:lnTo>
                    <a:pt x="5335" y="4527"/>
                  </a:lnTo>
                  <a:lnTo>
                    <a:pt x="5525" y="5599"/>
                  </a:lnTo>
                  <a:cubicBezTo>
                    <a:pt x="5525" y="5694"/>
                    <a:pt x="5478" y="5813"/>
                    <a:pt x="5382" y="5884"/>
                  </a:cubicBezTo>
                  <a:cubicBezTo>
                    <a:pt x="5330" y="5924"/>
                    <a:pt x="5270" y="5941"/>
                    <a:pt x="5207" y="5941"/>
                  </a:cubicBezTo>
                  <a:cubicBezTo>
                    <a:pt x="5156" y="5941"/>
                    <a:pt x="5102" y="5930"/>
                    <a:pt x="5049" y="5908"/>
                  </a:cubicBezTo>
                  <a:lnTo>
                    <a:pt x="4096" y="5408"/>
                  </a:lnTo>
                  <a:lnTo>
                    <a:pt x="3120" y="5908"/>
                  </a:lnTo>
                  <a:cubicBezTo>
                    <a:pt x="3077" y="5930"/>
                    <a:pt x="3030" y="5941"/>
                    <a:pt x="2981" y="5941"/>
                  </a:cubicBezTo>
                  <a:cubicBezTo>
                    <a:pt x="2922" y="5941"/>
                    <a:pt x="2863" y="5924"/>
                    <a:pt x="2810" y="5884"/>
                  </a:cubicBezTo>
                  <a:cubicBezTo>
                    <a:pt x="2715" y="5813"/>
                    <a:pt x="2667" y="5694"/>
                    <a:pt x="2667" y="5599"/>
                  </a:cubicBezTo>
                  <a:lnTo>
                    <a:pt x="2858" y="4527"/>
                  </a:lnTo>
                  <a:lnTo>
                    <a:pt x="2072" y="3765"/>
                  </a:lnTo>
                  <a:cubicBezTo>
                    <a:pt x="2001" y="3670"/>
                    <a:pt x="1953" y="3551"/>
                    <a:pt x="2001" y="3432"/>
                  </a:cubicBezTo>
                  <a:cubicBezTo>
                    <a:pt x="2048" y="3313"/>
                    <a:pt x="2144" y="3241"/>
                    <a:pt x="2263" y="3217"/>
                  </a:cubicBezTo>
                  <a:lnTo>
                    <a:pt x="3334" y="3074"/>
                  </a:lnTo>
                  <a:lnTo>
                    <a:pt x="3811" y="2098"/>
                  </a:lnTo>
                  <a:cubicBezTo>
                    <a:pt x="3870" y="1991"/>
                    <a:pt x="3977" y="1937"/>
                    <a:pt x="4087" y="1937"/>
                  </a:cubicBezTo>
                  <a:close/>
                  <a:moveTo>
                    <a:pt x="4141" y="0"/>
                  </a:moveTo>
                  <a:cubicBezTo>
                    <a:pt x="2026" y="0"/>
                    <a:pt x="0" y="1642"/>
                    <a:pt x="0" y="4122"/>
                  </a:cubicBezTo>
                  <a:cubicBezTo>
                    <a:pt x="0" y="6385"/>
                    <a:pt x="1834" y="8218"/>
                    <a:pt x="4096" y="8218"/>
                  </a:cubicBezTo>
                  <a:cubicBezTo>
                    <a:pt x="4106" y="8218"/>
                    <a:pt x="4116" y="8218"/>
                    <a:pt x="4126" y="8218"/>
                  </a:cubicBezTo>
                  <a:cubicBezTo>
                    <a:pt x="7774" y="8218"/>
                    <a:pt x="9591" y="3806"/>
                    <a:pt x="7026" y="1217"/>
                  </a:cubicBezTo>
                  <a:cubicBezTo>
                    <a:pt x="6185" y="377"/>
                    <a:pt x="5153" y="0"/>
                    <a:pt x="41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62" name="Google Shape;8662;p85"/>
            <p:cNvSpPr/>
            <p:nvPr/>
          </p:nvSpPr>
          <p:spPr>
            <a:xfrm>
              <a:off x="2320700" y="2866125"/>
              <a:ext cx="55975" cy="52400"/>
            </a:xfrm>
            <a:custGeom>
              <a:avLst/>
              <a:gdLst/>
              <a:ahLst/>
              <a:cxnLst/>
              <a:rect l="l" t="t" r="r" b="b"/>
              <a:pathLst>
                <a:path w="2239" h="2096" extrusionOk="0">
                  <a:moveTo>
                    <a:pt x="1119" y="0"/>
                  </a:moveTo>
                  <a:lnTo>
                    <a:pt x="834" y="548"/>
                  </a:lnTo>
                  <a:cubicBezTo>
                    <a:pt x="786" y="643"/>
                    <a:pt x="715" y="691"/>
                    <a:pt x="595" y="715"/>
                  </a:cubicBezTo>
                  <a:lnTo>
                    <a:pt x="0" y="810"/>
                  </a:lnTo>
                  <a:lnTo>
                    <a:pt x="453" y="1239"/>
                  </a:lnTo>
                  <a:cubicBezTo>
                    <a:pt x="524" y="1310"/>
                    <a:pt x="548" y="1405"/>
                    <a:pt x="548" y="1501"/>
                  </a:cubicBezTo>
                  <a:lnTo>
                    <a:pt x="524" y="1501"/>
                  </a:lnTo>
                  <a:lnTo>
                    <a:pt x="429" y="2096"/>
                  </a:lnTo>
                  <a:lnTo>
                    <a:pt x="976" y="1810"/>
                  </a:lnTo>
                  <a:cubicBezTo>
                    <a:pt x="1000" y="1786"/>
                    <a:pt x="1048" y="1763"/>
                    <a:pt x="1119" y="1763"/>
                  </a:cubicBezTo>
                  <a:cubicBezTo>
                    <a:pt x="1167" y="1763"/>
                    <a:pt x="1215" y="1786"/>
                    <a:pt x="1262" y="1810"/>
                  </a:cubicBezTo>
                  <a:lnTo>
                    <a:pt x="1810" y="2096"/>
                  </a:lnTo>
                  <a:lnTo>
                    <a:pt x="1691" y="1501"/>
                  </a:lnTo>
                  <a:cubicBezTo>
                    <a:pt x="1691" y="1405"/>
                    <a:pt x="1715" y="1310"/>
                    <a:pt x="1786" y="1239"/>
                  </a:cubicBezTo>
                  <a:lnTo>
                    <a:pt x="2239" y="810"/>
                  </a:lnTo>
                  <a:lnTo>
                    <a:pt x="1619" y="715"/>
                  </a:lnTo>
                  <a:cubicBezTo>
                    <a:pt x="1524" y="691"/>
                    <a:pt x="1429" y="643"/>
                    <a:pt x="1381" y="548"/>
                  </a:cubicBezTo>
                  <a:lnTo>
                    <a:pt x="11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63" name="Google Shape;8663;p85"/>
            <p:cNvSpPr/>
            <p:nvPr/>
          </p:nvSpPr>
          <p:spPr>
            <a:xfrm>
              <a:off x="2236750" y="2973275"/>
              <a:ext cx="92900" cy="87550"/>
            </a:xfrm>
            <a:custGeom>
              <a:avLst/>
              <a:gdLst/>
              <a:ahLst/>
              <a:cxnLst/>
              <a:rect l="l" t="t" r="r" b="b"/>
              <a:pathLst>
                <a:path w="3716" h="3502" extrusionOk="0">
                  <a:moveTo>
                    <a:pt x="953" y="1"/>
                  </a:moveTo>
                  <a:lnTo>
                    <a:pt x="72" y="2025"/>
                  </a:lnTo>
                  <a:cubicBezTo>
                    <a:pt x="0" y="2144"/>
                    <a:pt x="24" y="2287"/>
                    <a:pt x="119" y="2359"/>
                  </a:cubicBezTo>
                  <a:lnTo>
                    <a:pt x="95" y="2382"/>
                  </a:lnTo>
                  <a:cubicBezTo>
                    <a:pt x="164" y="2434"/>
                    <a:pt x="245" y="2473"/>
                    <a:pt x="330" y="2473"/>
                  </a:cubicBezTo>
                  <a:cubicBezTo>
                    <a:pt x="362" y="2473"/>
                    <a:pt x="396" y="2467"/>
                    <a:pt x="429" y="2454"/>
                  </a:cubicBezTo>
                  <a:lnTo>
                    <a:pt x="1786" y="2001"/>
                  </a:lnTo>
                  <a:lnTo>
                    <a:pt x="2334" y="3311"/>
                  </a:lnTo>
                  <a:cubicBezTo>
                    <a:pt x="2405" y="3406"/>
                    <a:pt x="2501" y="3478"/>
                    <a:pt x="2644" y="3502"/>
                  </a:cubicBezTo>
                  <a:cubicBezTo>
                    <a:pt x="2763" y="3502"/>
                    <a:pt x="2882" y="3430"/>
                    <a:pt x="2929" y="3311"/>
                  </a:cubicBezTo>
                  <a:lnTo>
                    <a:pt x="3715" y="1549"/>
                  </a:lnTo>
                  <a:cubicBezTo>
                    <a:pt x="2644" y="1358"/>
                    <a:pt x="1667" y="811"/>
                    <a:pt x="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64" name="Google Shape;8664;p85"/>
            <p:cNvSpPr/>
            <p:nvPr/>
          </p:nvSpPr>
          <p:spPr>
            <a:xfrm>
              <a:off x="2368325" y="2973875"/>
              <a:ext cx="92900" cy="86950"/>
            </a:xfrm>
            <a:custGeom>
              <a:avLst/>
              <a:gdLst/>
              <a:ahLst/>
              <a:cxnLst/>
              <a:rect l="l" t="t" r="r" b="b"/>
              <a:pathLst>
                <a:path w="3716" h="3478" extrusionOk="0">
                  <a:moveTo>
                    <a:pt x="2763" y="1"/>
                  </a:moveTo>
                  <a:cubicBezTo>
                    <a:pt x="2048" y="810"/>
                    <a:pt x="1072" y="1334"/>
                    <a:pt x="0" y="1525"/>
                  </a:cubicBezTo>
                  <a:lnTo>
                    <a:pt x="762" y="3287"/>
                  </a:lnTo>
                  <a:cubicBezTo>
                    <a:pt x="810" y="3406"/>
                    <a:pt x="929" y="3478"/>
                    <a:pt x="1048" y="3478"/>
                  </a:cubicBezTo>
                  <a:cubicBezTo>
                    <a:pt x="1167" y="3454"/>
                    <a:pt x="1286" y="3382"/>
                    <a:pt x="1358" y="3287"/>
                  </a:cubicBezTo>
                  <a:lnTo>
                    <a:pt x="1905" y="1977"/>
                  </a:lnTo>
                  <a:lnTo>
                    <a:pt x="3263" y="2430"/>
                  </a:lnTo>
                  <a:cubicBezTo>
                    <a:pt x="3296" y="2443"/>
                    <a:pt x="3329" y="2449"/>
                    <a:pt x="3362" y="2449"/>
                  </a:cubicBezTo>
                  <a:cubicBezTo>
                    <a:pt x="3447" y="2449"/>
                    <a:pt x="3528" y="2410"/>
                    <a:pt x="3596" y="2358"/>
                  </a:cubicBezTo>
                  <a:cubicBezTo>
                    <a:pt x="3691" y="2263"/>
                    <a:pt x="3715" y="2120"/>
                    <a:pt x="3644" y="2001"/>
                  </a:cubicBezTo>
                  <a:lnTo>
                    <a:pt x="27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65" name="Google Shape;8665;p85"/>
          <p:cNvGrpSpPr/>
          <p:nvPr/>
        </p:nvGrpSpPr>
        <p:grpSpPr>
          <a:xfrm>
            <a:off x="2362307" y="3105584"/>
            <a:ext cx="464053" cy="466696"/>
            <a:chOff x="1635425" y="2792300"/>
            <a:chExt cx="267950" cy="268525"/>
          </a:xfrm>
          <a:solidFill>
            <a:schemeClr val="bg1"/>
          </a:solidFill>
        </p:grpSpPr>
        <p:sp>
          <p:nvSpPr>
            <p:cNvPr id="8666" name="Google Shape;8666;p85"/>
            <p:cNvSpPr/>
            <p:nvPr/>
          </p:nvSpPr>
          <p:spPr>
            <a:xfrm>
              <a:off x="1761650" y="2831600"/>
              <a:ext cx="16100" cy="16100"/>
            </a:xfrm>
            <a:custGeom>
              <a:avLst/>
              <a:gdLst/>
              <a:ahLst/>
              <a:cxnLst/>
              <a:rect l="l" t="t" r="r" b="b"/>
              <a:pathLst>
                <a:path w="644" h="644" extrusionOk="0">
                  <a:moveTo>
                    <a:pt x="334" y="0"/>
                  </a:moveTo>
                  <a:cubicBezTo>
                    <a:pt x="143" y="0"/>
                    <a:pt x="0" y="143"/>
                    <a:pt x="0" y="310"/>
                  </a:cubicBezTo>
                  <a:cubicBezTo>
                    <a:pt x="0" y="500"/>
                    <a:pt x="143" y="643"/>
                    <a:pt x="334" y="643"/>
                  </a:cubicBezTo>
                  <a:cubicBezTo>
                    <a:pt x="500" y="643"/>
                    <a:pt x="643" y="500"/>
                    <a:pt x="643" y="310"/>
                  </a:cubicBezTo>
                  <a:cubicBezTo>
                    <a:pt x="643" y="143"/>
                    <a:pt x="500" y="0"/>
                    <a:pt x="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67" name="Google Shape;8667;p85"/>
            <p:cNvSpPr/>
            <p:nvPr/>
          </p:nvSpPr>
          <p:spPr>
            <a:xfrm>
              <a:off x="1635425" y="2792300"/>
              <a:ext cx="267950" cy="268525"/>
            </a:xfrm>
            <a:custGeom>
              <a:avLst/>
              <a:gdLst/>
              <a:ahLst/>
              <a:cxnLst/>
              <a:rect l="l" t="t" r="r" b="b"/>
              <a:pathLst>
                <a:path w="10718" h="10741" extrusionOk="0">
                  <a:moveTo>
                    <a:pt x="5376" y="955"/>
                  </a:moveTo>
                  <a:cubicBezTo>
                    <a:pt x="5612" y="955"/>
                    <a:pt x="5854" y="1043"/>
                    <a:pt x="6049" y="1239"/>
                  </a:cubicBezTo>
                  <a:cubicBezTo>
                    <a:pt x="6621" y="1834"/>
                    <a:pt x="6216" y="2834"/>
                    <a:pt x="5383" y="2858"/>
                  </a:cubicBezTo>
                  <a:cubicBezTo>
                    <a:pt x="4835" y="2858"/>
                    <a:pt x="4430" y="2429"/>
                    <a:pt x="4430" y="1882"/>
                  </a:cubicBezTo>
                  <a:cubicBezTo>
                    <a:pt x="4430" y="1322"/>
                    <a:pt x="4892" y="955"/>
                    <a:pt x="5376" y="955"/>
                  </a:cubicBezTo>
                  <a:close/>
                  <a:moveTo>
                    <a:pt x="5335" y="0"/>
                  </a:moveTo>
                  <a:cubicBezTo>
                    <a:pt x="3216" y="0"/>
                    <a:pt x="2692" y="2953"/>
                    <a:pt x="4716" y="3668"/>
                  </a:cubicBezTo>
                  <a:lnTo>
                    <a:pt x="4716" y="8216"/>
                  </a:lnTo>
                  <a:cubicBezTo>
                    <a:pt x="3620" y="8002"/>
                    <a:pt x="2287" y="7478"/>
                    <a:pt x="1930" y="6287"/>
                  </a:cubicBezTo>
                  <a:lnTo>
                    <a:pt x="2168" y="6287"/>
                  </a:lnTo>
                  <a:cubicBezTo>
                    <a:pt x="2188" y="6291"/>
                    <a:pt x="2208" y="6293"/>
                    <a:pt x="2227" y="6293"/>
                  </a:cubicBezTo>
                  <a:cubicBezTo>
                    <a:pt x="2318" y="6293"/>
                    <a:pt x="2390" y="6247"/>
                    <a:pt x="2430" y="6168"/>
                  </a:cubicBezTo>
                  <a:cubicBezTo>
                    <a:pt x="2501" y="6073"/>
                    <a:pt x="2501" y="5954"/>
                    <a:pt x="2430" y="5859"/>
                  </a:cubicBezTo>
                  <a:lnTo>
                    <a:pt x="1572" y="3977"/>
                  </a:lnTo>
                  <a:cubicBezTo>
                    <a:pt x="1501" y="3870"/>
                    <a:pt x="1388" y="3817"/>
                    <a:pt x="1278" y="3817"/>
                  </a:cubicBezTo>
                  <a:cubicBezTo>
                    <a:pt x="1168" y="3817"/>
                    <a:pt x="1060" y="3870"/>
                    <a:pt x="1001" y="3977"/>
                  </a:cubicBezTo>
                  <a:lnTo>
                    <a:pt x="48" y="5859"/>
                  </a:lnTo>
                  <a:cubicBezTo>
                    <a:pt x="1" y="5954"/>
                    <a:pt x="1" y="6073"/>
                    <a:pt x="72" y="6168"/>
                  </a:cubicBezTo>
                  <a:lnTo>
                    <a:pt x="48" y="6168"/>
                  </a:lnTo>
                  <a:cubicBezTo>
                    <a:pt x="88" y="6247"/>
                    <a:pt x="176" y="6293"/>
                    <a:pt x="260" y="6293"/>
                  </a:cubicBezTo>
                  <a:cubicBezTo>
                    <a:pt x="277" y="6293"/>
                    <a:pt x="294" y="6291"/>
                    <a:pt x="310" y="6287"/>
                  </a:cubicBezTo>
                  <a:lnTo>
                    <a:pt x="667" y="6287"/>
                  </a:lnTo>
                  <a:cubicBezTo>
                    <a:pt x="1001" y="8478"/>
                    <a:pt x="2763" y="9240"/>
                    <a:pt x="4287" y="9883"/>
                  </a:cubicBezTo>
                  <a:cubicBezTo>
                    <a:pt x="4549" y="10050"/>
                    <a:pt x="4811" y="10217"/>
                    <a:pt x="5049" y="10407"/>
                  </a:cubicBezTo>
                  <a:cubicBezTo>
                    <a:pt x="5049" y="10574"/>
                    <a:pt x="5168" y="10717"/>
                    <a:pt x="5335" y="10741"/>
                  </a:cubicBezTo>
                  <a:cubicBezTo>
                    <a:pt x="5502" y="10741"/>
                    <a:pt x="5621" y="10669"/>
                    <a:pt x="5668" y="10431"/>
                  </a:cubicBezTo>
                  <a:cubicBezTo>
                    <a:pt x="5692" y="10217"/>
                    <a:pt x="6335" y="9931"/>
                    <a:pt x="6526" y="9836"/>
                  </a:cubicBezTo>
                  <a:cubicBezTo>
                    <a:pt x="8217" y="8978"/>
                    <a:pt x="9717" y="8478"/>
                    <a:pt x="10050" y="6311"/>
                  </a:cubicBezTo>
                  <a:lnTo>
                    <a:pt x="10408" y="6311"/>
                  </a:lnTo>
                  <a:cubicBezTo>
                    <a:pt x="10420" y="6314"/>
                    <a:pt x="10433" y="6316"/>
                    <a:pt x="10446" y="6316"/>
                  </a:cubicBezTo>
                  <a:cubicBezTo>
                    <a:pt x="10533" y="6316"/>
                    <a:pt x="10628" y="6251"/>
                    <a:pt x="10669" y="6168"/>
                  </a:cubicBezTo>
                  <a:cubicBezTo>
                    <a:pt x="10717" y="6097"/>
                    <a:pt x="10717" y="5978"/>
                    <a:pt x="10669" y="5882"/>
                  </a:cubicBezTo>
                  <a:lnTo>
                    <a:pt x="9717" y="4001"/>
                  </a:lnTo>
                  <a:cubicBezTo>
                    <a:pt x="9657" y="3894"/>
                    <a:pt x="9550" y="3840"/>
                    <a:pt x="9443" y="3840"/>
                  </a:cubicBezTo>
                  <a:cubicBezTo>
                    <a:pt x="9336" y="3840"/>
                    <a:pt x="9229" y="3894"/>
                    <a:pt x="9169" y="4001"/>
                  </a:cubicBezTo>
                  <a:lnTo>
                    <a:pt x="8217" y="5882"/>
                  </a:lnTo>
                  <a:cubicBezTo>
                    <a:pt x="8169" y="5978"/>
                    <a:pt x="8169" y="6097"/>
                    <a:pt x="8240" y="6168"/>
                  </a:cubicBezTo>
                  <a:cubicBezTo>
                    <a:pt x="8288" y="6264"/>
                    <a:pt x="8383" y="6335"/>
                    <a:pt x="8502" y="6335"/>
                  </a:cubicBezTo>
                  <a:lnTo>
                    <a:pt x="8741" y="6335"/>
                  </a:lnTo>
                  <a:cubicBezTo>
                    <a:pt x="8479" y="7526"/>
                    <a:pt x="7264" y="7954"/>
                    <a:pt x="5954" y="8216"/>
                  </a:cubicBezTo>
                  <a:lnTo>
                    <a:pt x="5954" y="3668"/>
                  </a:lnTo>
                  <a:cubicBezTo>
                    <a:pt x="7955" y="2953"/>
                    <a:pt x="7455" y="0"/>
                    <a:pt x="53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668" name="Google Shape;8668;p85"/>
          <p:cNvSpPr/>
          <p:nvPr/>
        </p:nvSpPr>
        <p:spPr>
          <a:xfrm>
            <a:off x="1341500" y="3105527"/>
            <a:ext cx="483624" cy="467523"/>
          </a:xfrm>
          <a:custGeom>
            <a:avLst/>
            <a:gdLst/>
            <a:ahLst/>
            <a:cxnLst/>
            <a:rect l="l" t="t" r="r" b="b"/>
            <a:pathLst>
              <a:path w="11170" h="10760" extrusionOk="0">
                <a:moveTo>
                  <a:pt x="9070" y="1"/>
                </a:moveTo>
                <a:cubicBezTo>
                  <a:pt x="8985" y="1"/>
                  <a:pt x="8904" y="40"/>
                  <a:pt x="8835" y="92"/>
                </a:cubicBezTo>
                <a:lnTo>
                  <a:pt x="7359" y="1592"/>
                </a:lnTo>
                <a:cubicBezTo>
                  <a:pt x="7287" y="1663"/>
                  <a:pt x="7264" y="1735"/>
                  <a:pt x="7264" y="1830"/>
                </a:cubicBezTo>
                <a:lnTo>
                  <a:pt x="7383" y="3330"/>
                </a:lnTo>
                <a:lnTo>
                  <a:pt x="7168" y="3545"/>
                </a:lnTo>
                <a:cubicBezTo>
                  <a:pt x="6399" y="2877"/>
                  <a:pt x="5446" y="2548"/>
                  <a:pt x="4494" y="2548"/>
                </a:cubicBezTo>
                <a:cubicBezTo>
                  <a:pt x="3444" y="2548"/>
                  <a:pt x="2395" y="2948"/>
                  <a:pt x="1596" y="3735"/>
                </a:cubicBezTo>
                <a:cubicBezTo>
                  <a:pt x="96" y="5259"/>
                  <a:pt x="0" y="7688"/>
                  <a:pt x="1381" y="9308"/>
                </a:cubicBezTo>
                <a:cubicBezTo>
                  <a:pt x="2199" y="10263"/>
                  <a:pt x="3354" y="10760"/>
                  <a:pt x="4515" y="10760"/>
                </a:cubicBezTo>
                <a:cubicBezTo>
                  <a:pt x="5350" y="10760"/>
                  <a:pt x="6189" y="10503"/>
                  <a:pt x="6906" y="9975"/>
                </a:cubicBezTo>
                <a:cubicBezTo>
                  <a:pt x="8645" y="8712"/>
                  <a:pt x="9121" y="6331"/>
                  <a:pt x="8002" y="4497"/>
                </a:cubicBezTo>
                <a:lnTo>
                  <a:pt x="8002" y="4497"/>
                </a:lnTo>
                <a:lnTo>
                  <a:pt x="7073" y="5426"/>
                </a:lnTo>
                <a:cubicBezTo>
                  <a:pt x="7692" y="6736"/>
                  <a:pt x="7240" y="8284"/>
                  <a:pt x="6025" y="9046"/>
                </a:cubicBezTo>
                <a:cubicBezTo>
                  <a:pt x="5550" y="9338"/>
                  <a:pt x="5021" y="9480"/>
                  <a:pt x="4500" y="9480"/>
                </a:cubicBezTo>
                <a:cubicBezTo>
                  <a:pt x="3663" y="9480"/>
                  <a:pt x="2844" y="9116"/>
                  <a:pt x="2286" y="8427"/>
                </a:cubicBezTo>
                <a:cubicBezTo>
                  <a:pt x="642" y="6353"/>
                  <a:pt x="2414" y="3780"/>
                  <a:pt x="4530" y="3780"/>
                </a:cubicBezTo>
                <a:cubicBezTo>
                  <a:pt x="5111" y="3780"/>
                  <a:pt x="5718" y="3974"/>
                  <a:pt x="6287" y="4426"/>
                </a:cubicBezTo>
                <a:lnTo>
                  <a:pt x="5835" y="4878"/>
                </a:lnTo>
                <a:cubicBezTo>
                  <a:pt x="5416" y="4567"/>
                  <a:pt x="4967" y="4431"/>
                  <a:pt x="4535" y="4431"/>
                </a:cubicBezTo>
                <a:cubicBezTo>
                  <a:pt x="3049" y="4431"/>
                  <a:pt x="1761" y="6036"/>
                  <a:pt x="2572" y="7641"/>
                </a:cubicBezTo>
                <a:cubicBezTo>
                  <a:pt x="2994" y="8474"/>
                  <a:pt x="3750" y="8849"/>
                  <a:pt x="4505" y="8849"/>
                </a:cubicBezTo>
                <a:cubicBezTo>
                  <a:pt x="5625" y="8849"/>
                  <a:pt x="6740" y="8021"/>
                  <a:pt x="6740" y="6641"/>
                </a:cubicBezTo>
                <a:cubicBezTo>
                  <a:pt x="6716" y="6379"/>
                  <a:pt x="6692" y="6140"/>
                  <a:pt x="6597" y="5902"/>
                </a:cubicBezTo>
                <a:lnTo>
                  <a:pt x="6049" y="6426"/>
                </a:lnTo>
                <a:cubicBezTo>
                  <a:pt x="6073" y="6498"/>
                  <a:pt x="6073" y="6569"/>
                  <a:pt x="6073" y="6641"/>
                </a:cubicBezTo>
                <a:cubicBezTo>
                  <a:pt x="6073" y="7628"/>
                  <a:pt x="5282" y="8220"/>
                  <a:pt x="4485" y="8220"/>
                </a:cubicBezTo>
                <a:cubicBezTo>
                  <a:pt x="3956" y="8220"/>
                  <a:pt x="3424" y="7959"/>
                  <a:pt x="3120" y="7379"/>
                </a:cubicBezTo>
                <a:cubicBezTo>
                  <a:pt x="2498" y="6249"/>
                  <a:pt x="3412" y="5059"/>
                  <a:pt x="4492" y="5059"/>
                </a:cubicBezTo>
                <a:cubicBezTo>
                  <a:pt x="4778" y="5059"/>
                  <a:pt x="5075" y="5142"/>
                  <a:pt x="5359" y="5331"/>
                </a:cubicBezTo>
                <a:lnTo>
                  <a:pt x="4906" y="5783"/>
                </a:lnTo>
                <a:cubicBezTo>
                  <a:pt x="4787" y="5736"/>
                  <a:pt x="4644" y="5688"/>
                  <a:pt x="4501" y="5688"/>
                </a:cubicBezTo>
                <a:cubicBezTo>
                  <a:pt x="3668" y="5688"/>
                  <a:pt x="3239" y="6712"/>
                  <a:pt x="3834" y="7307"/>
                </a:cubicBezTo>
                <a:cubicBezTo>
                  <a:pt x="4026" y="7499"/>
                  <a:pt x="4262" y="7585"/>
                  <a:pt x="4494" y="7585"/>
                </a:cubicBezTo>
                <a:cubicBezTo>
                  <a:pt x="4983" y="7585"/>
                  <a:pt x="5454" y="7206"/>
                  <a:pt x="5454" y="6641"/>
                </a:cubicBezTo>
                <a:cubicBezTo>
                  <a:pt x="5454" y="6498"/>
                  <a:pt x="5406" y="6355"/>
                  <a:pt x="5359" y="6236"/>
                </a:cubicBezTo>
                <a:lnTo>
                  <a:pt x="5811" y="5759"/>
                </a:lnTo>
                <a:lnTo>
                  <a:pt x="7811" y="3759"/>
                </a:lnTo>
                <a:lnTo>
                  <a:pt x="9336" y="3902"/>
                </a:lnTo>
                <a:cubicBezTo>
                  <a:pt x="9431" y="3902"/>
                  <a:pt x="9502" y="3854"/>
                  <a:pt x="9550" y="3807"/>
                </a:cubicBezTo>
                <a:lnTo>
                  <a:pt x="11050" y="2306"/>
                </a:lnTo>
                <a:cubicBezTo>
                  <a:pt x="11145" y="2235"/>
                  <a:pt x="11169" y="2092"/>
                  <a:pt x="11122" y="1997"/>
                </a:cubicBezTo>
                <a:cubicBezTo>
                  <a:pt x="11098" y="1878"/>
                  <a:pt x="10979" y="1782"/>
                  <a:pt x="10860" y="1782"/>
                </a:cubicBezTo>
                <a:lnTo>
                  <a:pt x="9907" y="1687"/>
                </a:lnTo>
                <a:lnTo>
                  <a:pt x="10550" y="1068"/>
                </a:lnTo>
                <a:cubicBezTo>
                  <a:pt x="10669" y="925"/>
                  <a:pt x="10669" y="735"/>
                  <a:pt x="10550" y="616"/>
                </a:cubicBezTo>
                <a:cubicBezTo>
                  <a:pt x="10491" y="556"/>
                  <a:pt x="10407" y="526"/>
                  <a:pt x="10324" y="526"/>
                </a:cubicBezTo>
                <a:cubicBezTo>
                  <a:pt x="10240" y="526"/>
                  <a:pt x="10157" y="556"/>
                  <a:pt x="10098" y="616"/>
                </a:cubicBezTo>
                <a:lnTo>
                  <a:pt x="9455" y="1258"/>
                </a:lnTo>
                <a:lnTo>
                  <a:pt x="9383" y="282"/>
                </a:lnTo>
                <a:cubicBezTo>
                  <a:pt x="9359" y="163"/>
                  <a:pt x="9288" y="68"/>
                  <a:pt x="9169" y="20"/>
                </a:cubicBezTo>
                <a:cubicBezTo>
                  <a:pt x="9136" y="7"/>
                  <a:pt x="9102" y="1"/>
                  <a:pt x="9070"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669" name="Google Shape;8669;p85"/>
          <p:cNvGrpSpPr/>
          <p:nvPr/>
        </p:nvGrpSpPr>
        <p:grpSpPr>
          <a:xfrm>
            <a:off x="1469400" y="3849448"/>
            <a:ext cx="260949" cy="466827"/>
            <a:chOff x="1119850" y="3220300"/>
            <a:chExt cx="150675" cy="268600"/>
          </a:xfrm>
          <a:solidFill>
            <a:schemeClr val="bg1"/>
          </a:solidFill>
        </p:grpSpPr>
        <p:sp>
          <p:nvSpPr>
            <p:cNvPr id="8670" name="Google Shape;8670;p85"/>
            <p:cNvSpPr/>
            <p:nvPr/>
          </p:nvSpPr>
          <p:spPr>
            <a:xfrm>
              <a:off x="1119850" y="3220300"/>
              <a:ext cx="150675" cy="125700"/>
            </a:xfrm>
            <a:custGeom>
              <a:avLst/>
              <a:gdLst/>
              <a:ahLst/>
              <a:cxnLst/>
              <a:rect l="l" t="t" r="r" b="b"/>
              <a:pathLst>
                <a:path w="6027" h="5028" extrusionOk="0">
                  <a:moveTo>
                    <a:pt x="1531" y="1"/>
                  </a:moveTo>
                  <a:cubicBezTo>
                    <a:pt x="1133" y="1"/>
                    <a:pt x="1133" y="648"/>
                    <a:pt x="1531" y="648"/>
                  </a:cubicBezTo>
                  <a:cubicBezTo>
                    <a:pt x="1544" y="648"/>
                    <a:pt x="1558" y="647"/>
                    <a:pt x="1572" y="646"/>
                  </a:cubicBezTo>
                  <a:lnTo>
                    <a:pt x="4716" y="646"/>
                  </a:lnTo>
                  <a:cubicBezTo>
                    <a:pt x="4730" y="644"/>
                    <a:pt x="4744" y="644"/>
                    <a:pt x="4758" y="644"/>
                  </a:cubicBezTo>
                  <a:cubicBezTo>
                    <a:pt x="5154" y="644"/>
                    <a:pt x="5154" y="1267"/>
                    <a:pt x="4758" y="1267"/>
                  </a:cubicBezTo>
                  <a:cubicBezTo>
                    <a:pt x="4744" y="1267"/>
                    <a:pt x="4730" y="1267"/>
                    <a:pt x="4716" y="1265"/>
                  </a:cubicBezTo>
                  <a:lnTo>
                    <a:pt x="3453" y="1265"/>
                  </a:lnTo>
                  <a:cubicBezTo>
                    <a:pt x="2929" y="1265"/>
                    <a:pt x="2501" y="1694"/>
                    <a:pt x="2525" y="2218"/>
                  </a:cubicBezTo>
                  <a:lnTo>
                    <a:pt x="2525" y="2527"/>
                  </a:lnTo>
                  <a:lnTo>
                    <a:pt x="1572" y="2527"/>
                  </a:lnTo>
                  <a:cubicBezTo>
                    <a:pt x="715" y="2527"/>
                    <a:pt x="0" y="3218"/>
                    <a:pt x="0" y="4099"/>
                  </a:cubicBezTo>
                  <a:lnTo>
                    <a:pt x="0" y="5028"/>
                  </a:lnTo>
                  <a:lnTo>
                    <a:pt x="2525" y="5028"/>
                  </a:lnTo>
                  <a:lnTo>
                    <a:pt x="2525" y="4099"/>
                  </a:lnTo>
                  <a:cubicBezTo>
                    <a:pt x="2536" y="3908"/>
                    <a:pt x="2679" y="3813"/>
                    <a:pt x="2825" y="3813"/>
                  </a:cubicBezTo>
                  <a:cubicBezTo>
                    <a:pt x="2971" y="3813"/>
                    <a:pt x="3120" y="3908"/>
                    <a:pt x="3144" y="4099"/>
                  </a:cubicBezTo>
                  <a:lnTo>
                    <a:pt x="3144" y="5028"/>
                  </a:lnTo>
                  <a:lnTo>
                    <a:pt x="5644" y="5028"/>
                  </a:lnTo>
                  <a:lnTo>
                    <a:pt x="5644" y="4099"/>
                  </a:lnTo>
                  <a:cubicBezTo>
                    <a:pt x="5644" y="3218"/>
                    <a:pt x="4954" y="2527"/>
                    <a:pt x="4073" y="2527"/>
                  </a:cubicBezTo>
                  <a:lnTo>
                    <a:pt x="3144" y="2527"/>
                  </a:lnTo>
                  <a:lnTo>
                    <a:pt x="3144" y="2218"/>
                  </a:lnTo>
                  <a:cubicBezTo>
                    <a:pt x="3120" y="2027"/>
                    <a:pt x="3287" y="1884"/>
                    <a:pt x="3453" y="1884"/>
                  </a:cubicBezTo>
                  <a:lnTo>
                    <a:pt x="4716" y="1884"/>
                  </a:lnTo>
                  <a:cubicBezTo>
                    <a:pt x="4746" y="1886"/>
                    <a:pt x="4775" y="1887"/>
                    <a:pt x="4804" y="1887"/>
                  </a:cubicBezTo>
                  <a:cubicBezTo>
                    <a:pt x="6027" y="1887"/>
                    <a:pt x="6019" y="1"/>
                    <a:pt x="4783" y="1"/>
                  </a:cubicBezTo>
                  <a:cubicBezTo>
                    <a:pt x="4761" y="1"/>
                    <a:pt x="4738" y="2"/>
                    <a:pt x="4716" y="3"/>
                  </a:cubicBezTo>
                  <a:lnTo>
                    <a:pt x="1572" y="3"/>
                  </a:lnTo>
                  <a:cubicBezTo>
                    <a:pt x="1558" y="1"/>
                    <a:pt x="1544" y="1"/>
                    <a:pt x="15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71" name="Google Shape;8671;p85"/>
            <p:cNvSpPr/>
            <p:nvPr/>
          </p:nvSpPr>
          <p:spPr>
            <a:xfrm>
              <a:off x="1119850" y="3362050"/>
              <a:ext cx="141725" cy="126850"/>
            </a:xfrm>
            <a:custGeom>
              <a:avLst/>
              <a:gdLst/>
              <a:ahLst/>
              <a:cxnLst/>
              <a:rect l="l" t="t" r="r" b="b"/>
              <a:pathLst>
                <a:path w="5669" h="5074" extrusionOk="0">
                  <a:moveTo>
                    <a:pt x="0" y="1"/>
                  </a:moveTo>
                  <a:lnTo>
                    <a:pt x="0" y="2239"/>
                  </a:lnTo>
                  <a:cubicBezTo>
                    <a:pt x="0" y="3787"/>
                    <a:pt x="1262" y="5073"/>
                    <a:pt x="2834" y="5073"/>
                  </a:cubicBezTo>
                  <a:cubicBezTo>
                    <a:pt x="4382" y="5073"/>
                    <a:pt x="5668" y="3787"/>
                    <a:pt x="5668" y="2239"/>
                  </a:cubicBezTo>
                  <a:lnTo>
                    <a:pt x="56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72" name="Google Shape;8672;p85"/>
          <p:cNvGrpSpPr/>
          <p:nvPr/>
        </p:nvGrpSpPr>
        <p:grpSpPr>
          <a:xfrm>
            <a:off x="2363347" y="3849492"/>
            <a:ext cx="464011" cy="466784"/>
            <a:chOff x="1636025" y="3220325"/>
            <a:chExt cx="267925" cy="268575"/>
          </a:xfrm>
          <a:solidFill>
            <a:schemeClr val="bg1"/>
          </a:solidFill>
        </p:grpSpPr>
        <p:sp>
          <p:nvSpPr>
            <p:cNvPr id="8673" name="Google Shape;8673;p85"/>
            <p:cNvSpPr/>
            <p:nvPr/>
          </p:nvSpPr>
          <p:spPr>
            <a:xfrm>
              <a:off x="1636025" y="3220325"/>
              <a:ext cx="267925" cy="268575"/>
            </a:xfrm>
            <a:custGeom>
              <a:avLst/>
              <a:gdLst/>
              <a:ahLst/>
              <a:cxnLst/>
              <a:rect l="l" t="t" r="r" b="b"/>
              <a:pathLst>
                <a:path w="10717" h="10743" extrusionOk="0">
                  <a:moveTo>
                    <a:pt x="1234" y="5058"/>
                  </a:moveTo>
                  <a:cubicBezTo>
                    <a:pt x="1393" y="5058"/>
                    <a:pt x="1548" y="5182"/>
                    <a:pt x="1548" y="5360"/>
                  </a:cubicBezTo>
                  <a:cubicBezTo>
                    <a:pt x="1548" y="5551"/>
                    <a:pt x="1405" y="5693"/>
                    <a:pt x="1239" y="5693"/>
                  </a:cubicBezTo>
                  <a:cubicBezTo>
                    <a:pt x="953" y="5693"/>
                    <a:pt x="810" y="5336"/>
                    <a:pt x="1024" y="5146"/>
                  </a:cubicBezTo>
                  <a:cubicBezTo>
                    <a:pt x="1085" y="5085"/>
                    <a:pt x="1160" y="5058"/>
                    <a:pt x="1234" y="5058"/>
                  </a:cubicBezTo>
                  <a:close/>
                  <a:moveTo>
                    <a:pt x="1281" y="6310"/>
                  </a:moveTo>
                  <a:cubicBezTo>
                    <a:pt x="1677" y="6310"/>
                    <a:pt x="1677" y="6934"/>
                    <a:pt x="1281" y="6934"/>
                  </a:cubicBezTo>
                  <a:cubicBezTo>
                    <a:pt x="1268" y="6934"/>
                    <a:pt x="1253" y="6933"/>
                    <a:pt x="1239" y="6932"/>
                  </a:cubicBezTo>
                  <a:cubicBezTo>
                    <a:pt x="858" y="6908"/>
                    <a:pt x="858" y="6360"/>
                    <a:pt x="1239" y="6313"/>
                  </a:cubicBezTo>
                  <a:cubicBezTo>
                    <a:pt x="1253" y="6311"/>
                    <a:pt x="1268" y="6310"/>
                    <a:pt x="1281" y="6310"/>
                  </a:cubicBezTo>
                  <a:close/>
                  <a:moveTo>
                    <a:pt x="1245" y="7567"/>
                  </a:moveTo>
                  <a:cubicBezTo>
                    <a:pt x="1400" y="7567"/>
                    <a:pt x="1548" y="7694"/>
                    <a:pt x="1548" y="7884"/>
                  </a:cubicBezTo>
                  <a:cubicBezTo>
                    <a:pt x="1548" y="8051"/>
                    <a:pt x="1405" y="8194"/>
                    <a:pt x="1239" y="8194"/>
                  </a:cubicBezTo>
                  <a:cubicBezTo>
                    <a:pt x="953" y="8194"/>
                    <a:pt x="810" y="7861"/>
                    <a:pt x="1024" y="7670"/>
                  </a:cubicBezTo>
                  <a:cubicBezTo>
                    <a:pt x="1088" y="7599"/>
                    <a:pt x="1167" y="7567"/>
                    <a:pt x="1245" y="7567"/>
                  </a:cubicBezTo>
                  <a:close/>
                  <a:moveTo>
                    <a:pt x="9182" y="3810"/>
                  </a:moveTo>
                  <a:cubicBezTo>
                    <a:pt x="9332" y="3810"/>
                    <a:pt x="9455" y="3944"/>
                    <a:pt x="9455" y="4098"/>
                  </a:cubicBezTo>
                  <a:lnTo>
                    <a:pt x="9455" y="9170"/>
                  </a:lnTo>
                  <a:cubicBezTo>
                    <a:pt x="9455" y="9337"/>
                    <a:pt x="9312" y="9480"/>
                    <a:pt x="9145" y="9480"/>
                  </a:cubicBezTo>
                  <a:lnTo>
                    <a:pt x="2811" y="9480"/>
                  </a:lnTo>
                  <a:cubicBezTo>
                    <a:pt x="2644" y="9480"/>
                    <a:pt x="2501" y="9337"/>
                    <a:pt x="2501" y="9170"/>
                  </a:cubicBezTo>
                  <a:lnTo>
                    <a:pt x="2501" y="4098"/>
                  </a:lnTo>
                  <a:cubicBezTo>
                    <a:pt x="2501" y="3931"/>
                    <a:pt x="2644" y="3812"/>
                    <a:pt x="2811" y="3812"/>
                  </a:cubicBezTo>
                  <a:lnTo>
                    <a:pt x="9145" y="3812"/>
                  </a:lnTo>
                  <a:cubicBezTo>
                    <a:pt x="9157" y="3810"/>
                    <a:pt x="9170" y="3810"/>
                    <a:pt x="9182" y="3810"/>
                  </a:cubicBezTo>
                  <a:close/>
                  <a:moveTo>
                    <a:pt x="7306" y="0"/>
                  </a:moveTo>
                  <a:cubicBezTo>
                    <a:pt x="7285" y="0"/>
                    <a:pt x="7262" y="1"/>
                    <a:pt x="7240" y="2"/>
                  </a:cubicBezTo>
                  <a:lnTo>
                    <a:pt x="4097" y="2"/>
                  </a:lnTo>
                  <a:cubicBezTo>
                    <a:pt x="3715" y="49"/>
                    <a:pt x="3715" y="597"/>
                    <a:pt x="4097" y="645"/>
                  </a:cubicBezTo>
                  <a:lnTo>
                    <a:pt x="7240" y="645"/>
                  </a:lnTo>
                  <a:cubicBezTo>
                    <a:pt x="7255" y="643"/>
                    <a:pt x="7269" y="643"/>
                    <a:pt x="7282" y="643"/>
                  </a:cubicBezTo>
                  <a:cubicBezTo>
                    <a:pt x="7678" y="643"/>
                    <a:pt x="7678" y="1266"/>
                    <a:pt x="7282" y="1266"/>
                  </a:cubicBezTo>
                  <a:cubicBezTo>
                    <a:pt x="7269" y="1266"/>
                    <a:pt x="7255" y="1266"/>
                    <a:pt x="7240" y="1264"/>
                  </a:cubicBezTo>
                  <a:lnTo>
                    <a:pt x="5978" y="1264"/>
                  </a:lnTo>
                  <a:cubicBezTo>
                    <a:pt x="5454" y="1264"/>
                    <a:pt x="5025" y="1693"/>
                    <a:pt x="5025" y="2217"/>
                  </a:cubicBezTo>
                  <a:lnTo>
                    <a:pt x="5025" y="2526"/>
                  </a:lnTo>
                  <a:lnTo>
                    <a:pt x="953" y="2526"/>
                  </a:lnTo>
                  <a:cubicBezTo>
                    <a:pt x="429" y="2526"/>
                    <a:pt x="0" y="2931"/>
                    <a:pt x="0" y="3455"/>
                  </a:cubicBezTo>
                  <a:lnTo>
                    <a:pt x="0" y="9790"/>
                  </a:lnTo>
                  <a:cubicBezTo>
                    <a:pt x="0" y="10313"/>
                    <a:pt x="429" y="10742"/>
                    <a:pt x="953" y="10742"/>
                  </a:cubicBezTo>
                  <a:lnTo>
                    <a:pt x="9788" y="10742"/>
                  </a:lnTo>
                  <a:cubicBezTo>
                    <a:pt x="10312" y="10718"/>
                    <a:pt x="10717" y="10313"/>
                    <a:pt x="10717" y="9790"/>
                  </a:cubicBezTo>
                  <a:lnTo>
                    <a:pt x="10717" y="3455"/>
                  </a:lnTo>
                  <a:cubicBezTo>
                    <a:pt x="10717" y="2945"/>
                    <a:pt x="10311" y="2525"/>
                    <a:pt x="9806" y="2525"/>
                  </a:cubicBezTo>
                  <a:cubicBezTo>
                    <a:pt x="9792" y="2525"/>
                    <a:pt x="9778" y="2526"/>
                    <a:pt x="9764" y="2526"/>
                  </a:cubicBezTo>
                  <a:lnTo>
                    <a:pt x="5668" y="2526"/>
                  </a:lnTo>
                  <a:lnTo>
                    <a:pt x="5668" y="2217"/>
                  </a:lnTo>
                  <a:cubicBezTo>
                    <a:pt x="5668" y="2026"/>
                    <a:pt x="5811" y="1883"/>
                    <a:pt x="5978" y="1883"/>
                  </a:cubicBezTo>
                  <a:lnTo>
                    <a:pt x="7240" y="1883"/>
                  </a:lnTo>
                  <a:cubicBezTo>
                    <a:pt x="7270" y="1885"/>
                    <a:pt x="7299" y="1886"/>
                    <a:pt x="7327" y="1886"/>
                  </a:cubicBezTo>
                  <a:cubicBezTo>
                    <a:pt x="8528" y="1886"/>
                    <a:pt x="8521" y="0"/>
                    <a:pt x="73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74" name="Google Shape;8674;p85"/>
            <p:cNvSpPr/>
            <p:nvPr/>
          </p:nvSpPr>
          <p:spPr>
            <a:xfrm>
              <a:off x="1714025" y="3331100"/>
              <a:ext cx="142900" cy="110750"/>
            </a:xfrm>
            <a:custGeom>
              <a:avLst/>
              <a:gdLst/>
              <a:ahLst/>
              <a:cxnLst/>
              <a:rect l="l" t="t" r="r" b="b"/>
              <a:pathLst>
                <a:path w="5716" h="4430" extrusionOk="0">
                  <a:moveTo>
                    <a:pt x="0" y="0"/>
                  </a:moveTo>
                  <a:lnTo>
                    <a:pt x="0" y="4430"/>
                  </a:lnTo>
                  <a:lnTo>
                    <a:pt x="5716" y="4430"/>
                  </a:lnTo>
                  <a:lnTo>
                    <a:pt x="57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75" name="Google Shape;8675;p85"/>
          <p:cNvGrpSpPr/>
          <p:nvPr/>
        </p:nvGrpSpPr>
        <p:grpSpPr>
          <a:xfrm>
            <a:off x="3364539" y="3905413"/>
            <a:ext cx="467128" cy="355985"/>
            <a:chOff x="2214125" y="3252500"/>
            <a:chExt cx="269725" cy="204825"/>
          </a:xfrm>
          <a:solidFill>
            <a:schemeClr val="bg1"/>
          </a:solidFill>
        </p:grpSpPr>
        <p:sp>
          <p:nvSpPr>
            <p:cNvPr id="8676" name="Google Shape;8676;p85"/>
            <p:cNvSpPr/>
            <p:nvPr/>
          </p:nvSpPr>
          <p:spPr>
            <a:xfrm>
              <a:off x="2293300" y="3291800"/>
              <a:ext cx="110775" cy="15500"/>
            </a:xfrm>
            <a:custGeom>
              <a:avLst/>
              <a:gdLst/>
              <a:ahLst/>
              <a:cxnLst/>
              <a:rect l="l" t="t" r="r" b="b"/>
              <a:pathLst>
                <a:path w="4431" h="620" extrusionOk="0">
                  <a:moveTo>
                    <a:pt x="1" y="1"/>
                  </a:moveTo>
                  <a:lnTo>
                    <a:pt x="1" y="620"/>
                  </a:lnTo>
                  <a:lnTo>
                    <a:pt x="4430" y="620"/>
                  </a:lnTo>
                  <a:lnTo>
                    <a:pt x="44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77" name="Google Shape;8677;p85"/>
            <p:cNvSpPr/>
            <p:nvPr/>
          </p:nvSpPr>
          <p:spPr>
            <a:xfrm>
              <a:off x="2293300" y="3354900"/>
              <a:ext cx="31575" cy="15525"/>
            </a:xfrm>
            <a:custGeom>
              <a:avLst/>
              <a:gdLst/>
              <a:ahLst/>
              <a:cxnLst/>
              <a:rect l="l" t="t" r="r" b="b"/>
              <a:pathLst>
                <a:path w="1263" h="621" extrusionOk="0">
                  <a:moveTo>
                    <a:pt x="1" y="1"/>
                  </a:moveTo>
                  <a:lnTo>
                    <a:pt x="1" y="620"/>
                  </a:lnTo>
                  <a:lnTo>
                    <a:pt x="1263" y="620"/>
                  </a:lnTo>
                  <a:lnTo>
                    <a:pt x="12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78" name="Google Shape;8678;p85"/>
            <p:cNvSpPr/>
            <p:nvPr/>
          </p:nvSpPr>
          <p:spPr>
            <a:xfrm>
              <a:off x="2230200" y="3252500"/>
              <a:ext cx="236975" cy="157200"/>
            </a:xfrm>
            <a:custGeom>
              <a:avLst/>
              <a:gdLst/>
              <a:ahLst/>
              <a:cxnLst/>
              <a:rect l="l" t="t" r="r" b="b"/>
              <a:pathLst>
                <a:path w="9479" h="6288" extrusionOk="0">
                  <a:moveTo>
                    <a:pt x="7276" y="951"/>
                  </a:moveTo>
                  <a:cubicBezTo>
                    <a:pt x="7427" y="951"/>
                    <a:pt x="7549" y="1086"/>
                    <a:pt x="7549" y="1263"/>
                  </a:cubicBezTo>
                  <a:lnTo>
                    <a:pt x="7549" y="2525"/>
                  </a:lnTo>
                  <a:cubicBezTo>
                    <a:pt x="7549" y="2692"/>
                    <a:pt x="7407" y="2811"/>
                    <a:pt x="7240" y="2811"/>
                  </a:cubicBezTo>
                  <a:lnTo>
                    <a:pt x="2215" y="2811"/>
                  </a:lnTo>
                  <a:cubicBezTo>
                    <a:pt x="2048" y="2811"/>
                    <a:pt x="1905" y="2692"/>
                    <a:pt x="1905" y="2525"/>
                  </a:cubicBezTo>
                  <a:lnTo>
                    <a:pt x="1905" y="1263"/>
                  </a:lnTo>
                  <a:cubicBezTo>
                    <a:pt x="1905" y="1086"/>
                    <a:pt x="2028" y="951"/>
                    <a:pt x="2179" y="951"/>
                  </a:cubicBezTo>
                  <a:cubicBezTo>
                    <a:pt x="2191" y="951"/>
                    <a:pt x="2203" y="952"/>
                    <a:pt x="2215" y="953"/>
                  </a:cubicBezTo>
                  <a:lnTo>
                    <a:pt x="7240" y="953"/>
                  </a:lnTo>
                  <a:cubicBezTo>
                    <a:pt x="7252" y="952"/>
                    <a:pt x="7264" y="951"/>
                    <a:pt x="7276" y="951"/>
                  </a:cubicBezTo>
                  <a:close/>
                  <a:moveTo>
                    <a:pt x="7282" y="3452"/>
                  </a:moveTo>
                  <a:cubicBezTo>
                    <a:pt x="7678" y="3452"/>
                    <a:pt x="7678" y="4075"/>
                    <a:pt x="7282" y="4075"/>
                  </a:cubicBezTo>
                  <a:cubicBezTo>
                    <a:pt x="7269" y="4075"/>
                    <a:pt x="7254" y="4075"/>
                    <a:pt x="7240" y="4073"/>
                  </a:cubicBezTo>
                  <a:lnTo>
                    <a:pt x="5359" y="4073"/>
                  </a:lnTo>
                  <a:cubicBezTo>
                    <a:pt x="5343" y="4075"/>
                    <a:pt x="5328" y="4075"/>
                    <a:pt x="5314" y="4075"/>
                  </a:cubicBezTo>
                  <a:cubicBezTo>
                    <a:pt x="4897" y="4075"/>
                    <a:pt x="4897" y="3452"/>
                    <a:pt x="5314" y="3452"/>
                  </a:cubicBezTo>
                  <a:cubicBezTo>
                    <a:pt x="5328" y="3452"/>
                    <a:pt x="5343" y="3452"/>
                    <a:pt x="5359" y="3454"/>
                  </a:cubicBezTo>
                  <a:lnTo>
                    <a:pt x="7240" y="3454"/>
                  </a:lnTo>
                  <a:cubicBezTo>
                    <a:pt x="7254" y="3452"/>
                    <a:pt x="7269" y="3452"/>
                    <a:pt x="7282" y="3452"/>
                  </a:cubicBezTo>
                  <a:close/>
                  <a:moveTo>
                    <a:pt x="4096" y="3454"/>
                  </a:moveTo>
                  <a:cubicBezTo>
                    <a:pt x="4263" y="3454"/>
                    <a:pt x="4406" y="3597"/>
                    <a:pt x="4406" y="3764"/>
                  </a:cubicBezTo>
                  <a:lnTo>
                    <a:pt x="4406" y="5026"/>
                  </a:lnTo>
                  <a:cubicBezTo>
                    <a:pt x="4406" y="5192"/>
                    <a:pt x="4263" y="5335"/>
                    <a:pt x="4096" y="5335"/>
                  </a:cubicBezTo>
                  <a:lnTo>
                    <a:pt x="2215" y="5335"/>
                  </a:lnTo>
                  <a:cubicBezTo>
                    <a:pt x="2048" y="5335"/>
                    <a:pt x="1905" y="5192"/>
                    <a:pt x="1905" y="5026"/>
                  </a:cubicBezTo>
                  <a:lnTo>
                    <a:pt x="1905" y="3764"/>
                  </a:lnTo>
                  <a:cubicBezTo>
                    <a:pt x="1905" y="3597"/>
                    <a:pt x="2048" y="3454"/>
                    <a:pt x="2215" y="3454"/>
                  </a:cubicBezTo>
                  <a:close/>
                  <a:moveTo>
                    <a:pt x="7282" y="4714"/>
                  </a:moveTo>
                  <a:cubicBezTo>
                    <a:pt x="7678" y="4714"/>
                    <a:pt x="7678" y="5338"/>
                    <a:pt x="7282" y="5338"/>
                  </a:cubicBezTo>
                  <a:cubicBezTo>
                    <a:pt x="7269" y="5338"/>
                    <a:pt x="7254" y="5337"/>
                    <a:pt x="7240" y="5335"/>
                  </a:cubicBezTo>
                  <a:lnTo>
                    <a:pt x="5359" y="5335"/>
                  </a:lnTo>
                  <a:cubicBezTo>
                    <a:pt x="5343" y="5337"/>
                    <a:pt x="5328" y="5338"/>
                    <a:pt x="5314" y="5338"/>
                  </a:cubicBezTo>
                  <a:cubicBezTo>
                    <a:pt x="4897" y="5338"/>
                    <a:pt x="4897" y="4714"/>
                    <a:pt x="5314" y="4714"/>
                  </a:cubicBezTo>
                  <a:cubicBezTo>
                    <a:pt x="5328" y="4714"/>
                    <a:pt x="5343" y="4715"/>
                    <a:pt x="5359" y="4716"/>
                  </a:cubicBezTo>
                  <a:lnTo>
                    <a:pt x="7240" y="4716"/>
                  </a:lnTo>
                  <a:cubicBezTo>
                    <a:pt x="7254" y="4715"/>
                    <a:pt x="7269" y="4714"/>
                    <a:pt x="7282" y="4714"/>
                  </a:cubicBezTo>
                  <a:close/>
                  <a:moveTo>
                    <a:pt x="929" y="1"/>
                  </a:moveTo>
                  <a:cubicBezTo>
                    <a:pt x="429" y="1"/>
                    <a:pt x="0" y="429"/>
                    <a:pt x="0" y="953"/>
                  </a:cubicBezTo>
                  <a:lnTo>
                    <a:pt x="0" y="6288"/>
                  </a:lnTo>
                  <a:lnTo>
                    <a:pt x="9478" y="6288"/>
                  </a:lnTo>
                  <a:lnTo>
                    <a:pt x="9478" y="953"/>
                  </a:lnTo>
                  <a:cubicBezTo>
                    <a:pt x="9455" y="429"/>
                    <a:pt x="9050" y="1"/>
                    <a:pt x="852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79" name="Google Shape;8679;p85"/>
            <p:cNvSpPr/>
            <p:nvPr/>
          </p:nvSpPr>
          <p:spPr>
            <a:xfrm>
              <a:off x="2214125" y="3425750"/>
              <a:ext cx="269725" cy="31575"/>
            </a:xfrm>
            <a:custGeom>
              <a:avLst/>
              <a:gdLst/>
              <a:ahLst/>
              <a:cxnLst/>
              <a:rect l="l" t="t" r="r" b="b"/>
              <a:pathLst>
                <a:path w="10789" h="1263" extrusionOk="0">
                  <a:moveTo>
                    <a:pt x="334" y="1"/>
                  </a:moveTo>
                  <a:cubicBezTo>
                    <a:pt x="215" y="1"/>
                    <a:pt x="119" y="48"/>
                    <a:pt x="72" y="144"/>
                  </a:cubicBezTo>
                  <a:cubicBezTo>
                    <a:pt x="0" y="215"/>
                    <a:pt x="0" y="334"/>
                    <a:pt x="24" y="429"/>
                  </a:cubicBezTo>
                  <a:cubicBezTo>
                    <a:pt x="143" y="691"/>
                    <a:pt x="286" y="930"/>
                    <a:pt x="477" y="1144"/>
                  </a:cubicBezTo>
                  <a:cubicBezTo>
                    <a:pt x="548" y="1215"/>
                    <a:pt x="619" y="1263"/>
                    <a:pt x="715" y="1263"/>
                  </a:cubicBezTo>
                  <a:lnTo>
                    <a:pt x="10026" y="1263"/>
                  </a:lnTo>
                  <a:cubicBezTo>
                    <a:pt x="10121" y="1263"/>
                    <a:pt x="10217" y="1215"/>
                    <a:pt x="10264" y="1144"/>
                  </a:cubicBezTo>
                  <a:cubicBezTo>
                    <a:pt x="10455" y="930"/>
                    <a:pt x="10622" y="691"/>
                    <a:pt x="10717" y="429"/>
                  </a:cubicBezTo>
                  <a:cubicBezTo>
                    <a:pt x="10788" y="215"/>
                    <a:pt x="10645"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80" name="Google Shape;8680;p85"/>
          <p:cNvGrpSpPr/>
          <p:nvPr/>
        </p:nvGrpSpPr>
        <p:grpSpPr>
          <a:xfrm>
            <a:off x="4366727" y="3864048"/>
            <a:ext cx="464053" cy="437803"/>
            <a:chOff x="2792800" y="3228700"/>
            <a:chExt cx="267950" cy="251900"/>
          </a:xfrm>
          <a:solidFill>
            <a:schemeClr val="bg1"/>
          </a:solidFill>
        </p:grpSpPr>
        <p:sp>
          <p:nvSpPr>
            <p:cNvPr id="8681" name="Google Shape;8681;p85"/>
            <p:cNvSpPr/>
            <p:nvPr/>
          </p:nvSpPr>
          <p:spPr>
            <a:xfrm>
              <a:off x="2852950" y="3276325"/>
              <a:ext cx="128625" cy="109675"/>
            </a:xfrm>
            <a:custGeom>
              <a:avLst/>
              <a:gdLst/>
              <a:ahLst/>
              <a:cxnLst/>
              <a:rect l="l" t="t" r="r" b="b"/>
              <a:pathLst>
                <a:path w="5145" h="4387" extrusionOk="0">
                  <a:moveTo>
                    <a:pt x="2953" y="2501"/>
                  </a:moveTo>
                  <a:cubicBezTo>
                    <a:pt x="2928" y="2501"/>
                    <a:pt x="2904" y="2501"/>
                    <a:pt x="2879" y="2502"/>
                  </a:cubicBezTo>
                  <a:lnTo>
                    <a:pt x="2879" y="2502"/>
                  </a:lnTo>
                  <a:cubicBezTo>
                    <a:pt x="2906" y="2504"/>
                    <a:pt x="2933" y="2506"/>
                    <a:pt x="2961" y="2506"/>
                  </a:cubicBezTo>
                  <a:cubicBezTo>
                    <a:pt x="2986" y="2506"/>
                    <a:pt x="3012" y="2505"/>
                    <a:pt x="3038" y="2503"/>
                  </a:cubicBezTo>
                  <a:lnTo>
                    <a:pt x="3038" y="2503"/>
                  </a:lnTo>
                  <a:cubicBezTo>
                    <a:pt x="3010" y="2501"/>
                    <a:pt x="2981" y="2501"/>
                    <a:pt x="2953" y="2501"/>
                  </a:cubicBezTo>
                  <a:close/>
                  <a:moveTo>
                    <a:pt x="2953" y="620"/>
                  </a:moveTo>
                  <a:cubicBezTo>
                    <a:pt x="3787" y="620"/>
                    <a:pt x="4215" y="1644"/>
                    <a:pt x="3620" y="2239"/>
                  </a:cubicBezTo>
                  <a:cubicBezTo>
                    <a:pt x="3450" y="2402"/>
                    <a:pt x="3244" y="2486"/>
                    <a:pt x="3038" y="2503"/>
                  </a:cubicBezTo>
                  <a:lnTo>
                    <a:pt x="3038" y="2503"/>
                  </a:lnTo>
                  <a:cubicBezTo>
                    <a:pt x="3379" y="2516"/>
                    <a:pt x="3717" y="2611"/>
                    <a:pt x="4025" y="2787"/>
                  </a:cubicBezTo>
                  <a:cubicBezTo>
                    <a:pt x="4168" y="2858"/>
                    <a:pt x="4215" y="3049"/>
                    <a:pt x="4144" y="3215"/>
                  </a:cubicBezTo>
                  <a:cubicBezTo>
                    <a:pt x="4078" y="3314"/>
                    <a:pt x="3967" y="3367"/>
                    <a:pt x="3857" y="3367"/>
                  </a:cubicBezTo>
                  <a:cubicBezTo>
                    <a:pt x="3808" y="3367"/>
                    <a:pt x="3760" y="3357"/>
                    <a:pt x="3715" y="3334"/>
                  </a:cubicBezTo>
                  <a:cubicBezTo>
                    <a:pt x="3477" y="3203"/>
                    <a:pt x="3215" y="3138"/>
                    <a:pt x="2953" y="3138"/>
                  </a:cubicBezTo>
                  <a:cubicBezTo>
                    <a:pt x="2691" y="3138"/>
                    <a:pt x="2429" y="3203"/>
                    <a:pt x="2191" y="3334"/>
                  </a:cubicBezTo>
                  <a:cubicBezTo>
                    <a:pt x="2146" y="3364"/>
                    <a:pt x="2097" y="3378"/>
                    <a:pt x="2047" y="3378"/>
                  </a:cubicBezTo>
                  <a:cubicBezTo>
                    <a:pt x="1938" y="3378"/>
                    <a:pt x="1828" y="3313"/>
                    <a:pt x="1762" y="3215"/>
                  </a:cubicBezTo>
                  <a:cubicBezTo>
                    <a:pt x="1691" y="3049"/>
                    <a:pt x="1739" y="2858"/>
                    <a:pt x="1882" y="2787"/>
                  </a:cubicBezTo>
                  <a:cubicBezTo>
                    <a:pt x="2193" y="2609"/>
                    <a:pt x="2535" y="2514"/>
                    <a:pt x="2879" y="2502"/>
                  </a:cubicBezTo>
                  <a:lnTo>
                    <a:pt x="2879" y="2502"/>
                  </a:lnTo>
                  <a:cubicBezTo>
                    <a:pt x="2420" y="2464"/>
                    <a:pt x="2001" y="2106"/>
                    <a:pt x="2001" y="1572"/>
                  </a:cubicBezTo>
                  <a:cubicBezTo>
                    <a:pt x="2001" y="1048"/>
                    <a:pt x="2429" y="620"/>
                    <a:pt x="2953" y="620"/>
                  </a:cubicBezTo>
                  <a:close/>
                  <a:moveTo>
                    <a:pt x="2953" y="0"/>
                  </a:moveTo>
                  <a:cubicBezTo>
                    <a:pt x="1000" y="0"/>
                    <a:pt x="0" y="2358"/>
                    <a:pt x="1405" y="3739"/>
                  </a:cubicBezTo>
                  <a:cubicBezTo>
                    <a:pt x="1852" y="4186"/>
                    <a:pt x="2401" y="4386"/>
                    <a:pt x="2940" y="4386"/>
                  </a:cubicBezTo>
                  <a:cubicBezTo>
                    <a:pt x="4066" y="4386"/>
                    <a:pt x="5144" y="3512"/>
                    <a:pt x="5144" y="2191"/>
                  </a:cubicBezTo>
                  <a:cubicBezTo>
                    <a:pt x="5144" y="977"/>
                    <a:pt x="4168" y="0"/>
                    <a:pt x="29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82" name="Google Shape;8682;p85"/>
            <p:cNvSpPr/>
            <p:nvPr/>
          </p:nvSpPr>
          <p:spPr>
            <a:xfrm>
              <a:off x="2792800" y="3228700"/>
              <a:ext cx="267950" cy="204225"/>
            </a:xfrm>
            <a:custGeom>
              <a:avLst/>
              <a:gdLst/>
              <a:ahLst/>
              <a:cxnLst/>
              <a:rect l="l" t="t" r="r" b="b"/>
              <a:pathLst>
                <a:path w="10718" h="8169" extrusionOk="0">
                  <a:moveTo>
                    <a:pt x="5344" y="1259"/>
                  </a:moveTo>
                  <a:cubicBezTo>
                    <a:pt x="6799" y="1259"/>
                    <a:pt x="8193" y="2389"/>
                    <a:pt x="8193" y="4096"/>
                  </a:cubicBezTo>
                  <a:cubicBezTo>
                    <a:pt x="8193" y="5644"/>
                    <a:pt x="6931" y="6906"/>
                    <a:pt x="5359" y="6930"/>
                  </a:cubicBezTo>
                  <a:cubicBezTo>
                    <a:pt x="2835" y="6930"/>
                    <a:pt x="1573" y="3882"/>
                    <a:pt x="3359" y="2096"/>
                  </a:cubicBezTo>
                  <a:cubicBezTo>
                    <a:pt x="3937" y="1518"/>
                    <a:pt x="4647" y="1259"/>
                    <a:pt x="5344" y="1259"/>
                  </a:cubicBezTo>
                  <a:close/>
                  <a:moveTo>
                    <a:pt x="930" y="0"/>
                  </a:moveTo>
                  <a:cubicBezTo>
                    <a:pt x="406" y="0"/>
                    <a:pt x="1" y="429"/>
                    <a:pt x="1" y="953"/>
                  </a:cubicBezTo>
                  <a:lnTo>
                    <a:pt x="1" y="7240"/>
                  </a:lnTo>
                  <a:cubicBezTo>
                    <a:pt x="1" y="7764"/>
                    <a:pt x="430" y="8169"/>
                    <a:pt x="930" y="8169"/>
                  </a:cubicBezTo>
                  <a:lnTo>
                    <a:pt x="9789" y="8169"/>
                  </a:lnTo>
                  <a:cubicBezTo>
                    <a:pt x="10289" y="8169"/>
                    <a:pt x="10717" y="7764"/>
                    <a:pt x="10717" y="7240"/>
                  </a:cubicBezTo>
                  <a:lnTo>
                    <a:pt x="10717" y="953"/>
                  </a:lnTo>
                  <a:cubicBezTo>
                    <a:pt x="10717" y="429"/>
                    <a:pt x="10289" y="0"/>
                    <a:pt x="97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83" name="Google Shape;8683;p85"/>
            <p:cNvSpPr/>
            <p:nvPr/>
          </p:nvSpPr>
          <p:spPr>
            <a:xfrm>
              <a:off x="2919025" y="3307275"/>
              <a:ext cx="15500" cy="16100"/>
            </a:xfrm>
            <a:custGeom>
              <a:avLst/>
              <a:gdLst/>
              <a:ahLst/>
              <a:cxnLst/>
              <a:rect l="l" t="t" r="r" b="b"/>
              <a:pathLst>
                <a:path w="620" h="644" extrusionOk="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84" name="Google Shape;8684;p85"/>
            <p:cNvSpPr/>
            <p:nvPr/>
          </p:nvSpPr>
          <p:spPr>
            <a:xfrm>
              <a:off x="2852700" y="3448975"/>
              <a:ext cx="148175" cy="31625"/>
            </a:xfrm>
            <a:custGeom>
              <a:avLst/>
              <a:gdLst/>
              <a:ahLst/>
              <a:cxnLst/>
              <a:rect l="l" t="t" r="r" b="b"/>
              <a:pathLst>
                <a:path w="5927" h="1265" extrusionOk="0">
                  <a:moveTo>
                    <a:pt x="1820" y="1"/>
                  </a:moveTo>
                  <a:cubicBezTo>
                    <a:pt x="1749" y="215"/>
                    <a:pt x="1630" y="429"/>
                    <a:pt x="1534" y="620"/>
                  </a:cubicBezTo>
                  <a:lnTo>
                    <a:pt x="439" y="620"/>
                  </a:lnTo>
                  <a:cubicBezTo>
                    <a:pt x="425" y="618"/>
                    <a:pt x="411" y="618"/>
                    <a:pt x="398" y="618"/>
                  </a:cubicBezTo>
                  <a:cubicBezTo>
                    <a:pt x="0" y="618"/>
                    <a:pt x="0" y="1265"/>
                    <a:pt x="398" y="1265"/>
                  </a:cubicBezTo>
                  <a:cubicBezTo>
                    <a:pt x="411" y="1265"/>
                    <a:pt x="425" y="1264"/>
                    <a:pt x="439" y="1263"/>
                  </a:cubicBezTo>
                  <a:lnTo>
                    <a:pt x="5488" y="1263"/>
                  </a:lnTo>
                  <a:cubicBezTo>
                    <a:pt x="5502" y="1264"/>
                    <a:pt x="5515" y="1265"/>
                    <a:pt x="5529" y="1265"/>
                  </a:cubicBezTo>
                  <a:cubicBezTo>
                    <a:pt x="5926" y="1265"/>
                    <a:pt x="5926" y="618"/>
                    <a:pt x="5529" y="618"/>
                  </a:cubicBezTo>
                  <a:cubicBezTo>
                    <a:pt x="5515" y="618"/>
                    <a:pt x="5502" y="618"/>
                    <a:pt x="5488" y="620"/>
                  </a:cubicBezTo>
                  <a:lnTo>
                    <a:pt x="4392" y="620"/>
                  </a:lnTo>
                  <a:cubicBezTo>
                    <a:pt x="4273" y="429"/>
                    <a:pt x="4178" y="215"/>
                    <a:pt x="41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85" name="Google Shape;8685;p85"/>
          <p:cNvGrpSpPr/>
          <p:nvPr/>
        </p:nvGrpSpPr>
        <p:grpSpPr>
          <a:xfrm>
            <a:off x="5367919" y="3864048"/>
            <a:ext cx="465093" cy="437715"/>
            <a:chOff x="3370900" y="3228700"/>
            <a:chExt cx="268550" cy="251850"/>
          </a:xfrm>
          <a:solidFill>
            <a:schemeClr val="bg1"/>
          </a:solidFill>
        </p:grpSpPr>
        <p:sp>
          <p:nvSpPr>
            <p:cNvPr id="8686" name="Google Shape;8686;p85"/>
            <p:cNvSpPr/>
            <p:nvPr/>
          </p:nvSpPr>
          <p:spPr>
            <a:xfrm>
              <a:off x="3481650" y="3370400"/>
              <a:ext cx="47050" cy="15500"/>
            </a:xfrm>
            <a:custGeom>
              <a:avLst/>
              <a:gdLst/>
              <a:ahLst/>
              <a:cxnLst/>
              <a:rect l="l" t="t" r="r" b="b"/>
              <a:pathLst>
                <a:path w="1882" h="620" extrusionOk="0">
                  <a:moveTo>
                    <a:pt x="0" y="0"/>
                  </a:moveTo>
                  <a:lnTo>
                    <a:pt x="0" y="619"/>
                  </a:lnTo>
                  <a:lnTo>
                    <a:pt x="1882" y="619"/>
                  </a:ln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87" name="Google Shape;8687;p85"/>
            <p:cNvSpPr/>
            <p:nvPr/>
          </p:nvSpPr>
          <p:spPr>
            <a:xfrm>
              <a:off x="3497125" y="3401950"/>
              <a:ext cx="15500" cy="28000"/>
            </a:xfrm>
            <a:custGeom>
              <a:avLst/>
              <a:gdLst/>
              <a:ahLst/>
              <a:cxnLst/>
              <a:rect l="l" t="t" r="r" b="b"/>
              <a:pathLst>
                <a:path w="620" h="1120" extrusionOk="0">
                  <a:moveTo>
                    <a:pt x="0" y="0"/>
                  </a:moveTo>
                  <a:lnTo>
                    <a:pt x="0" y="810"/>
                  </a:lnTo>
                  <a:lnTo>
                    <a:pt x="334" y="1120"/>
                  </a:lnTo>
                  <a:lnTo>
                    <a:pt x="620" y="810"/>
                  </a:ln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88" name="Google Shape;8688;p85"/>
            <p:cNvSpPr/>
            <p:nvPr/>
          </p:nvSpPr>
          <p:spPr>
            <a:xfrm>
              <a:off x="3370900" y="3228700"/>
              <a:ext cx="268550" cy="139925"/>
            </a:xfrm>
            <a:custGeom>
              <a:avLst/>
              <a:gdLst/>
              <a:ahLst/>
              <a:cxnLst/>
              <a:rect l="l" t="t" r="r" b="b"/>
              <a:pathLst>
                <a:path w="10742" h="5597" extrusionOk="0">
                  <a:moveTo>
                    <a:pt x="3478" y="0"/>
                  </a:moveTo>
                  <a:cubicBezTo>
                    <a:pt x="3311" y="0"/>
                    <a:pt x="3168" y="143"/>
                    <a:pt x="3168" y="334"/>
                  </a:cubicBezTo>
                  <a:lnTo>
                    <a:pt x="3168" y="1905"/>
                  </a:lnTo>
                  <a:lnTo>
                    <a:pt x="310" y="1905"/>
                  </a:lnTo>
                  <a:cubicBezTo>
                    <a:pt x="298" y="1904"/>
                    <a:pt x="286" y="1903"/>
                    <a:pt x="274" y="1903"/>
                  </a:cubicBezTo>
                  <a:cubicBezTo>
                    <a:pt x="124" y="1903"/>
                    <a:pt x="1" y="2038"/>
                    <a:pt x="1" y="2215"/>
                  </a:cubicBezTo>
                  <a:lnTo>
                    <a:pt x="1" y="4692"/>
                  </a:lnTo>
                  <a:cubicBezTo>
                    <a:pt x="1" y="4835"/>
                    <a:pt x="96" y="4954"/>
                    <a:pt x="239" y="5001"/>
                  </a:cubicBezTo>
                  <a:cubicBezTo>
                    <a:pt x="1406" y="5287"/>
                    <a:pt x="2597" y="5478"/>
                    <a:pt x="3787" y="5597"/>
                  </a:cubicBezTo>
                  <a:lnTo>
                    <a:pt x="3787" y="5358"/>
                  </a:lnTo>
                  <a:cubicBezTo>
                    <a:pt x="3787" y="5168"/>
                    <a:pt x="3930" y="5025"/>
                    <a:pt x="4097" y="5025"/>
                  </a:cubicBezTo>
                  <a:lnTo>
                    <a:pt x="4407" y="5025"/>
                  </a:lnTo>
                  <a:lnTo>
                    <a:pt x="4407" y="1905"/>
                  </a:lnTo>
                  <a:lnTo>
                    <a:pt x="3787" y="1905"/>
                  </a:lnTo>
                  <a:lnTo>
                    <a:pt x="3787" y="643"/>
                  </a:lnTo>
                  <a:lnTo>
                    <a:pt x="6931" y="643"/>
                  </a:lnTo>
                  <a:lnTo>
                    <a:pt x="6931" y="1905"/>
                  </a:lnTo>
                  <a:lnTo>
                    <a:pt x="6312" y="1905"/>
                  </a:lnTo>
                  <a:lnTo>
                    <a:pt x="6312" y="5049"/>
                  </a:lnTo>
                  <a:lnTo>
                    <a:pt x="6621" y="5049"/>
                  </a:lnTo>
                  <a:cubicBezTo>
                    <a:pt x="6633" y="5047"/>
                    <a:pt x="6646" y="5046"/>
                    <a:pt x="6658" y="5046"/>
                  </a:cubicBezTo>
                  <a:cubicBezTo>
                    <a:pt x="6808" y="5046"/>
                    <a:pt x="6931" y="5182"/>
                    <a:pt x="6931" y="5358"/>
                  </a:cubicBezTo>
                  <a:lnTo>
                    <a:pt x="6931" y="5597"/>
                  </a:lnTo>
                  <a:cubicBezTo>
                    <a:pt x="8122" y="5478"/>
                    <a:pt x="9312" y="5287"/>
                    <a:pt x="10479" y="5001"/>
                  </a:cubicBezTo>
                  <a:cubicBezTo>
                    <a:pt x="10622" y="4954"/>
                    <a:pt x="10717" y="4835"/>
                    <a:pt x="10741" y="4692"/>
                  </a:cubicBezTo>
                  <a:lnTo>
                    <a:pt x="10741" y="2215"/>
                  </a:lnTo>
                  <a:cubicBezTo>
                    <a:pt x="10717" y="2024"/>
                    <a:pt x="10598" y="1905"/>
                    <a:pt x="10408" y="1905"/>
                  </a:cubicBezTo>
                  <a:lnTo>
                    <a:pt x="7574" y="1905"/>
                  </a:lnTo>
                  <a:lnTo>
                    <a:pt x="7574" y="334"/>
                  </a:lnTo>
                  <a:cubicBezTo>
                    <a:pt x="7574" y="143"/>
                    <a:pt x="7431" y="0"/>
                    <a:pt x="72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89" name="Google Shape;8689;p85"/>
            <p:cNvSpPr/>
            <p:nvPr/>
          </p:nvSpPr>
          <p:spPr>
            <a:xfrm>
              <a:off x="3497125" y="3276325"/>
              <a:ext cx="15500" cy="78600"/>
            </a:xfrm>
            <a:custGeom>
              <a:avLst/>
              <a:gdLst/>
              <a:ahLst/>
              <a:cxnLst/>
              <a:rect l="l" t="t" r="r" b="b"/>
              <a:pathLst>
                <a:path w="620" h="3144" extrusionOk="0">
                  <a:moveTo>
                    <a:pt x="0" y="0"/>
                  </a:moveTo>
                  <a:lnTo>
                    <a:pt x="0" y="3144"/>
                  </a:lnTo>
                  <a:lnTo>
                    <a:pt x="620" y="3144"/>
                  </a:ln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90" name="Google Shape;8690;p85"/>
            <p:cNvSpPr/>
            <p:nvPr/>
          </p:nvSpPr>
          <p:spPr>
            <a:xfrm>
              <a:off x="3386400" y="3372175"/>
              <a:ext cx="236975" cy="108375"/>
            </a:xfrm>
            <a:custGeom>
              <a:avLst/>
              <a:gdLst/>
              <a:ahLst/>
              <a:cxnLst/>
              <a:rect l="l" t="t" r="r" b="b"/>
              <a:pathLst>
                <a:path w="9479" h="4335" extrusionOk="0">
                  <a:moveTo>
                    <a:pt x="0" y="1"/>
                  </a:moveTo>
                  <a:lnTo>
                    <a:pt x="0" y="4001"/>
                  </a:lnTo>
                  <a:cubicBezTo>
                    <a:pt x="0" y="4192"/>
                    <a:pt x="143" y="4311"/>
                    <a:pt x="333" y="4335"/>
                  </a:cubicBezTo>
                  <a:lnTo>
                    <a:pt x="9169" y="4335"/>
                  </a:lnTo>
                  <a:cubicBezTo>
                    <a:pt x="9335" y="4311"/>
                    <a:pt x="9478" y="4192"/>
                    <a:pt x="9478" y="4001"/>
                  </a:cubicBezTo>
                  <a:lnTo>
                    <a:pt x="9478" y="1"/>
                  </a:lnTo>
                  <a:cubicBezTo>
                    <a:pt x="8430" y="239"/>
                    <a:pt x="7382" y="382"/>
                    <a:pt x="6311" y="501"/>
                  </a:cubicBezTo>
                  <a:lnTo>
                    <a:pt x="6311" y="882"/>
                  </a:lnTo>
                  <a:cubicBezTo>
                    <a:pt x="6311" y="1048"/>
                    <a:pt x="6168" y="1191"/>
                    <a:pt x="6001" y="1191"/>
                  </a:cubicBezTo>
                  <a:lnTo>
                    <a:pt x="5692" y="1191"/>
                  </a:lnTo>
                  <a:lnTo>
                    <a:pt x="5692" y="2144"/>
                  </a:lnTo>
                  <a:cubicBezTo>
                    <a:pt x="5692" y="2215"/>
                    <a:pt x="5668" y="2287"/>
                    <a:pt x="5596" y="2358"/>
                  </a:cubicBezTo>
                  <a:lnTo>
                    <a:pt x="4977" y="2977"/>
                  </a:lnTo>
                  <a:cubicBezTo>
                    <a:pt x="4906" y="3037"/>
                    <a:pt x="4822" y="3067"/>
                    <a:pt x="4742" y="3067"/>
                  </a:cubicBezTo>
                  <a:cubicBezTo>
                    <a:pt x="4662" y="3067"/>
                    <a:pt x="4584" y="3037"/>
                    <a:pt x="4525" y="2977"/>
                  </a:cubicBezTo>
                  <a:lnTo>
                    <a:pt x="3882" y="2358"/>
                  </a:lnTo>
                  <a:cubicBezTo>
                    <a:pt x="3834" y="2287"/>
                    <a:pt x="3810" y="2215"/>
                    <a:pt x="3810" y="2144"/>
                  </a:cubicBezTo>
                  <a:lnTo>
                    <a:pt x="3810" y="1191"/>
                  </a:lnTo>
                  <a:lnTo>
                    <a:pt x="3477" y="1191"/>
                  </a:lnTo>
                  <a:cubicBezTo>
                    <a:pt x="3310" y="1191"/>
                    <a:pt x="3167" y="1048"/>
                    <a:pt x="3167" y="882"/>
                  </a:cubicBezTo>
                  <a:lnTo>
                    <a:pt x="3167" y="501"/>
                  </a:lnTo>
                  <a:cubicBezTo>
                    <a:pt x="2119" y="382"/>
                    <a:pt x="1048" y="239"/>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91" name="Google Shape;8691;p85"/>
          <p:cNvGrpSpPr/>
          <p:nvPr/>
        </p:nvGrpSpPr>
        <p:grpSpPr>
          <a:xfrm>
            <a:off x="6369111" y="3850535"/>
            <a:ext cx="467128" cy="466740"/>
            <a:chOff x="3949000" y="3220925"/>
            <a:chExt cx="269725" cy="268550"/>
          </a:xfrm>
          <a:solidFill>
            <a:schemeClr val="bg1"/>
          </a:solidFill>
        </p:grpSpPr>
        <p:sp>
          <p:nvSpPr>
            <p:cNvPr id="8692" name="Google Shape;8692;p85"/>
            <p:cNvSpPr/>
            <p:nvPr/>
          </p:nvSpPr>
          <p:spPr>
            <a:xfrm>
              <a:off x="4027175" y="3362650"/>
              <a:ext cx="191550" cy="126825"/>
            </a:xfrm>
            <a:custGeom>
              <a:avLst/>
              <a:gdLst/>
              <a:ahLst/>
              <a:cxnLst/>
              <a:rect l="l" t="t" r="r" b="b"/>
              <a:pathLst>
                <a:path w="7662" h="5073" extrusionOk="0">
                  <a:moveTo>
                    <a:pt x="2935" y="1874"/>
                  </a:moveTo>
                  <a:cubicBezTo>
                    <a:pt x="3097" y="1874"/>
                    <a:pt x="3256" y="2001"/>
                    <a:pt x="3256" y="2191"/>
                  </a:cubicBezTo>
                  <a:cubicBezTo>
                    <a:pt x="3256" y="2358"/>
                    <a:pt x="3113" y="2501"/>
                    <a:pt x="2946" y="2501"/>
                  </a:cubicBezTo>
                  <a:cubicBezTo>
                    <a:pt x="2661" y="2501"/>
                    <a:pt x="2518" y="2168"/>
                    <a:pt x="2708" y="1977"/>
                  </a:cubicBezTo>
                  <a:cubicBezTo>
                    <a:pt x="2772" y="1906"/>
                    <a:pt x="2854" y="1874"/>
                    <a:pt x="2935" y="1874"/>
                  </a:cubicBezTo>
                  <a:close/>
                  <a:moveTo>
                    <a:pt x="4197" y="1874"/>
                  </a:moveTo>
                  <a:cubicBezTo>
                    <a:pt x="4359" y="1874"/>
                    <a:pt x="4518" y="2001"/>
                    <a:pt x="4518" y="2191"/>
                  </a:cubicBezTo>
                  <a:cubicBezTo>
                    <a:pt x="4518" y="2358"/>
                    <a:pt x="4375" y="2501"/>
                    <a:pt x="4185" y="2501"/>
                  </a:cubicBezTo>
                  <a:cubicBezTo>
                    <a:pt x="3899" y="2501"/>
                    <a:pt x="3780" y="2168"/>
                    <a:pt x="3970" y="1977"/>
                  </a:cubicBezTo>
                  <a:cubicBezTo>
                    <a:pt x="4034" y="1906"/>
                    <a:pt x="4116" y="1874"/>
                    <a:pt x="4197" y="1874"/>
                  </a:cubicBezTo>
                  <a:close/>
                  <a:moveTo>
                    <a:pt x="5435" y="1874"/>
                  </a:moveTo>
                  <a:cubicBezTo>
                    <a:pt x="5598" y="1874"/>
                    <a:pt x="5756" y="2001"/>
                    <a:pt x="5756" y="2191"/>
                  </a:cubicBezTo>
                  <a:cubicBezTo>
                    <a:pt x="5756" y="2358"/>
                    <a:pt x="5614" y="2501"/>
                    <a:pt x="5447" y="2501"/>
                  </a:cubicBezTo>
                  <a:cubicBezTo>
                    <a:pt x="5437" y="2502"/>
                    <a:pt x="5428" y="2502"/>
                    <a:pt x="5418" y="2502"/>
                  </a:cubicBezTo>
                  <a:cubicBezTo>
                    <a:pt x="5152" y="2502"/>
                    <a:pt x="5025" y="2184"/>
                    <a:pt x="5209" y="1977"/>
                  </a:cubicBezTo>
                  <a:cubicBezTo>
                    <a:pt x="5272" y="1906"/>
                    <a:pt x="5354" y="1874"/>
                    <a:pt x="5435" y="1874"/>
                  </a:cubicBezTo>
                  <a:close/>
                  <a:moveTo>
                    <a:pt x="2917" y="0"/>
                  </a:moveTo>
                  <a:cubicBezTo>
                    <a:pt x="984" y="0"/>
                    <a:pt x="0" y="2341"/>
                    <a:pt x="1375" y="3716"/>
                  </a:cubicBezTo>
                  <a:lnTo>
                    <a:pt x="1375" y="4740"/>
                  </a:lnTo>
                  <a:cubicBezTo>
                    <a:pt x="1351" y="4859"/>
                    <a:pt x="1446" y="4978"/>
                    <a:pt x="1565" y="5049"/>
                  </a:cubicBezTo>
                  <a:cubicBezTo>
                    <a:pt x="1605" y="5065"/>
                    <a:pt x="1645" y="5073"/>
                    <a:pt x="1683" y="5073"/>
                  </a:cubicBezTo>
                  <a:cubicBezTo>
                    <a:pt x="1761" y="5073"/>
                    <a:pt x="1835" y="5041"/>
                    <a:pt x="1899" y="4978"/>
                  </a:cubicBezTo>
                  <a:lnTo>
                    <a:pt x="2494" y="4382"/>
                  </a:lnTo>
                  <a:cubicBezTo>
                    <a:pt x="2637" y="4406"/>
                    <a:pt x="2780" y="4406"/>
                    <a:pt x="2946" y="4406"/>
                  </a:cubicBezTo>
                  <a:lnTo>
                    <a:pt x="5447" y="4406"/>
                  </a:lnTo>
                  <a:cubicBezTo>
                    <a:pt x="6661" y="4406"/>
                    <a:pt x="7662" y="3430"/>
                    <a:pt x="7662" y="2215"/>
                  </a:cubicBezTo>
                  <a:cubicBezTo>
                    <a:pt x="7662" y="1001"/>
                    <a:pt x="6661" y="0"/>
                    <a:pt x="5447" y="0"/>
                  </a:cubicBezTo>
                  <a:lnTo>
                    <a:pt x="2946" y="0"/>
                  </a:lnTo>
                  <a:cubicBezTo>
                    <a:pt x="2937" y="0"/>
                    <a:pt x="2927" y="0"/>
                    <a:pt x="29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93" name="Google Shape;8693;p85"/>
            <p:cNvSpPr/>
            <p:nvPr/>
          </p:nvSpPr>
          <p:spPr>
            <a:xfrm>
              <a:off x="3949000" y="3220925"/>
              <a:ext cx="193525" cy="125900"/>
            </a:xfrm>
            <a:custGeom>
              <a:avLst/>
              <a:gdLst/>
              <a:ahLst/>
              <a:cxnLst/>
              <a:rect l="l" t="t" r="r" b="b"/>
              <a:pathLst>
                <a:path w="7741" h="5036" extrusionOk="0">
                  <a:moveTo>
                    <a:pt x="2287" y="1883"/>
                  </a:moveTo>
                  <a:cubicBezTo>
                    <a:pt x="2573" y="1883"/>
                    <a:pt x="2716" y="2240"/>
                    <a:pt x="2501" y="2431"/>
                  </a:cubicBezTo>
                  <a:cubicBezTo>
                    <a:pt x="2441" y="2491"/>
                    <a:pt x="2365" y="2518"/>
                    <a:pt x="2291" y="2518"/>
                  </a:cubicBezTo>
                  <a:cubicBezTo>
                    <a:pt x="2132" y="2518"/>
                    <a:pt x="1977" y="2395"/>
                    <a:pt x="1977" y="2216"/>
                  </a:cubicBezTo>
                  <a:cubicBezTo>
                    <a:pt x="1977" y="2026"/>
                    <a:pt x="2120" y="1883"/>
                    <a:pt x="2287" y="1883"/>
                  </a:cubicBezTo>
                  <a:close/>
                  <a:moveTo>
                    <a:pt x="3549" y="1883"/>
                  </a:moveTo>
                  <a:cubicBezTo>
                    <a:pt x="3835" y="1883"/>
                    <a:pt x="3978" y="2216"/>
                    <a:pt x="3763" y="2431"/>
                  </a:cubicBezTo>
                  <a:cubicBezTo>
                    <a:pt x="3703" y="2491"/>
                    <a:pt x="3628" y="2518"/>
                    <a:pt x="3553" y="2518"/>
                  </a:cubicBezTo>
                  <a:cubicBezTo>
                    <a:pt x="3394" y="2518"/>
                    <a:pt x="3239" y="2395"/>
                    <a:pt x="3239" y="2216"/>
                  </a:cubicBezTo>
                  <a:cubicBezTo>
                    <a:pt x="3239" y="2026"/>
                    <a:pt x="3382" y="1883"/>
                    <a:pt x="3549" y="1883"/>
                  </a:cubicBezTo>
                  <a:close/>
                  <a:moveTo>
                    <a:pt x="4811" y="1883"/>
                  </a:moveTo>
                  <a:cubicBezTo>
                    <a:pt x="5097" y="1883"/>
                    <a:pt x="5216" y="2240"/>
                    <a:pt x="5026" y="2431"/>
                  </a:cubicBezTo>
                  <a:cubicBezTo>
                    <a:pt x="4965" y="2491"/>
                    <a:pt x="4890" y="2518"/>
                    <a:pt x="4816" y="2518"/>
                  </a:cubicBezTo>
                  <a:cubicBezTo>
                    <a:pt x="4657" y="2518"/>
                    <a:pt x="4502" y="2395"/>
                    <a:pt x="4502" y="2216"/>
                  </a:cubicBezTo>
                  <a:cubicBezTo>
                    <a:pt x="4478" y="2026"/>
                    <a:pt x="4621" y="1883"/>
                    <a:pt x="4811" y="1883"/>
                  </a:cubicBezTo>
                  <a:close/>
                  <a:moveTo>
                    <a:pt x="2202" y="0"/>
                  </a:moveTo>
                  <a:cubicBezTo>
                    <a:pt x="1001" y="0"/>
                    <a:pt x="1" y="983"/>
                    <a:pt x="1" y="2193"/>
                  </a:cubicBezTo>
                  <a:cubicBezTo>
                    <a:pt x="1" y="3426"/>
                    <a:pt x="1001" y="4409"/>
                    <a:pt x="2202" y="4409"/>
                  </a:cubicBezTo>
                  <a:cubicBezTo>
                    <a:pt x="2230" y="4409"/>
                    <a:pt x="2258" y="4408"/>
                    <a:pt x="2287" y="4407"/>
                  </a:cubicBezTo>
                  <a:lnTo>
                    <a:pt x="4811" y="4407"/>
                  </a:lnTo>
                  <a:cubicBezTo>
                    <a:pt x="4954" y="4407"/>
                    <a:pt x="5097" y="4384"/>
                    <a:pt x="5240" y="4360"/>
                  </a:cubicBezTo>
                  <a:lnTo>
                    <a:pt x="5835" y="4955"/>
                  </a:lnTo>
                  <a:cubicBezTo>
                    <a:pt x="5907" y="5009"/>
                    <a:pt x="6005" y="5035"/>
                    <a:pt x="6100" y="5035"/>
                  </a:cubicBezTo>
                  <a:cubicBezTo>
                    <a:pt x="6131" y="5035"/>
                    <a:pt x="6163" y="5032"/>
                    <a:pt x="6192" y="5027"/>
                  </a:cubicBezTo>
                  <a:cubicBezTo>
                    <a:pt x="6312" y="4955"/>
                    <a:pt x="6383" y="4836"/>
                    <a:pt x="6383" y="4717"/>
                  </a:cubicBezTo>
                  <a:lnTo>
                    <a:pt x="6383" y="3741"/>
                  </a:lnTo>
                  <a:cubicBezTo>
                    <a:pt x="7740" y="2335"/>
                    <a:pt x="6740" y="2"/>
                    <a:pt x="4811" y="2"/>
                  </a:cubicBezTo>
                  <a:lnTo>
                    <a:pt x="2287" y="2"/>
                  </a:lnTo>
                  <a:cubicBezTo>
                    <a:pt x="2258" y="1"/>
                    <a:pt x="2230" y="0"/>
                    <a:pt x="22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94" name="Google Shape;8694;p85"/>
          <p:cNvGrpSpPr/>
          <p:nvPr/>
        </p:nvGrpSpPr>
        <p:grpSpPr>
          <a:xfrm>
            <a:off x="7374416" y="3850580"/>
            <a:ext cx="464053" cy="465697"/>
            <a:chOff x="4529475" y="3220950"/>
            <a:chExt cx="267950" cy="267950"/>
          </a:xfrm>
          <a:solidFill>
            <a:schemeClr val="bg1"/>
          </a:solidFill>
        </p:grpSpPr>
        <p:sp>
          <p:nvSpPr>
            <p:cNvPr id="8695" name="Google Shape;8695;p85"/>
            <p:cNvSpPr/>
            <p:nvPr/>
          </p:nvSpPr>
          <p:spPr>
            <a:xfrm>
              <a:off x="4606450" y="3284050"/>
              <a:ext cx="190975" cy="125650"/>
            </a:xfrm>
            <a:custGeom>
              <a:avLst/>
              <a:gdLst/>
              <a:ahLst/>
              <a:cxnLst/>
              <a:rect l="l" t="t" r="r" b="b"/>
              <a:pathLst>
                <a:path w="7639" h="5026" extrusionOk="0">
                  <a:moveTo>
                    <a:pt x="2922" y="1874"/>
                  </a:moveTo>
                  <a:cubicBezTo>
                    <a:pt x="3084" y="1874"/>
                    <a:pt x="3233" y="2001"/>
                    <a:pt x="3233" y="2192"/>
                  </a:cubicBezTo>
                  <a:cubicBezTo>
                    <a:pt x="3233" y="2359"/>
                    <a:pt x="3090" y="2502"/>
                    <a:pt x="2923" y="2502"/>
                  </a:cubicBezTo>
                  <a:cubicBezTo>
                    <a:pt x="2637" y="2502"/>
                    <a:pt x="2494" y="2168"/>
                    <a:pt x="2685" y="1978"/>
                  </a:cubicBezTo>
                  <a:cubicBezTo>
                    <a:pt x="2756" y="1906"/>
                    <a:pt x="2841" y="1874"/>
                    <a:pt x="2922" y="1874"/>
                  </a:cubicBezTo>
                  <a:close/>
                  <a:moveTo>
                    <a:pt x="4184" y="1874"/>
                  </a:moveTo>
                  <a:cubicBezTo>
                    <a:pt x="4347" y="1874"/>
                    <a:pt x="4495" y="2001"/>
                    <a:pt x="4495" y="2192"/>
                  </a:cubicBezTo>
                  <a:cubicBezTo>
                    <a:pt x="4495" y="2359"/>
                    <a:pt x="4352" y="2502"/>
                    <a:pt x="4185" y="2502"/>
                  </a:cubicBezTo>
                  <a:cubicBezTo>
                    <a:pt x="3899" y="2502"/>
                    <a:pt x="3757" y="2168"/>
                    <a:pt x="3947" y="1978"/>
                  </a:cubicBezTo>
                  <a:cubicBezTo>
                    <a:pt x="4019" y="1906"/>
                    <a:pt x="4103" y="1874"/>
                    <a:pt x="4184" y="1874"/>
                  </a:cubicBezTo>
                  <a:close/>
                  <a:moveTo>
                    <a:pt x="5436" y="1874"/>
                  </a:moveTo>
                  <a:cubicBezTo>
                    <a:pt x="5598" y="1874"/>
                    <a:pt x="5757" y="2001"/>
                    <a:pt x="5757" y="2192"/>
                  </a:cubicBezTo>
                  <a:cubicBezTo>
                    <a:pt x="5757" y="2359"/>
                    <a:pt x="5614" y="2502"/>
                    <a:pt x="5447" y="2502"/>
                  </a:cubicBezTo>
                  <a:cubicBezTo>
                    <a:pt x="5162" y="2502"/>
                    <a:pt x="5019" y="2168"/>
                    <a:pt x="5209" y="1978"/>
                  </a:cubicBezTo>
                  <a:cubicBezTo>
                    <a:pt x="5273" y="1906"/>
                    <a:pt x="5355" y="1874"/>
                    <a:pt x="5436" y="1874"/>
                  </a:cubicBezTo>
                  <a:close/>
                  <a:moveTo>
                    <a:pt x="2894" y="1"/>
                  </a:moveTo>
                  <a:cubicBezTo>
                    <a:pt x="961" y="1"/>
                    <a:pt x="1" y="2342"/>
                    <a:pt x="1351" y="3716"/>
                  </a:cubicBezTo>
                  <a:lnTo>
                    <a:pt x="1351" y="4716"/>
                  </a:lnTo>
                  <a:cubicBezTo>
                    <a:pt x="1351" y="4835"/>
                    <a:pt x="1423" y="4954"/>
                    <a:pt x="1542" y="5002"/>
                  </a:cubicBezTo>
                  <a:cubicBezTo>
                    <a:pt x="1582" y="5018"/>
                    <a:pt x="1624" y="5026"/>
                    <a:pt x="1665" y="5026"/>
                  </a:cubicBezTo>
                  <a:cubicBezTo>
                    <a:pt x="1748" y="5026"/>
                    <a:pt x="1828" y="4994"/>
                    <a:pt x="1875" y="4931"/>
                  </a:cubicBezTo>
                  <a:lnTo>
                    <a:pt x="2471" y="4335"/>
                  </a:lnTo>
                  <a:cubicBezTo>
                    <a:pt x="2637" y="4383"/>
                    <a:pt x="2780" y="4383"/>
                    <a:pt x="2923" y="4383"/>
                  </a:cubicBezTo>
                  <a:lnTo>
                    <a:pt x="5447" y="4383"/>
                  </a:lnTo>
                  <a:cubicBezTo>
                    <a:pt x="6662" y="4383"/>
                    <a:pt x="7638" y="3406"/>
                    <a:pt x="7638" y="2192"/>
                  </a:cubicBezTo>
                  <a:cubicBezTo>
                    <a:pt x="7638" y="977"/>
                    <a:pt x="6662" y="1"/>
                    <a:pt x="5447" y="1"/>
                  </a:cubicBezTo>
                  <a:lnTo>
                    <a:pt x="2923" y="1"/>
                  </a:lnTo>
                  <a:cubicBezTo>
                    <a:pt x="2913" y="1"/>
                    <a:pt x="2903" y="1"/>
                    <a:pt x="289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96" name="Google Shape;8696;p85"/>
            <p:cNvSpPr/>
            <p:nvPr/>
          </p:nvSpPr>
          <p:spPr>
            <a:xfrm>
              <a:off x="4529475" y="3220950"/>
              <a:ext cx="157800" cy="267950"/>
            </a:xfrm>
            <a:custGeom>
              <a:avLst/>
              <a:gdLst/>
              <a:ahLst/>
              <a:cxnLst/>
              <a:rect l="l" t="t" r="r" b="b"/>
              <a:pathLst>
                <a:path w="6312" h="10718" extrusionOk="0">
                  <a:moveTo>
                    <a:pt x="3197" y="1262"/>
                  </a:moveTo>
                  <a:cubicBezTo>
                    <a:pt x="3465" y="1262"/>
                    <a:pt x="3614" y="1580"/>
                    <a:pt x="3430" y="1787"/>
                  </a:cubicBezTo>
                  <a:cubicBezTo>
                    <a:pt x="3359" y="1858"/>
                    <a:pt x="3274" y="1890"/>
                    <a:pt x="3193" y="1890"/>
                  </a:cubicBezTo>
                  <a:cubicBezTo>
                    <a:pt x="3031" y="1890"/>
                    <a:pt x="2882" y="1763"/>
                    <a:pt x="2882" y="1572"/>
                  </a:cubicBezTo>
                  <a:cubicBezTo>
                    <a:pt x="2882" y="1406"/>
                    <a:pt x="3001" y="1263"/>
                    <a:pt x="3168" y="1263"/>
                  </a:cubicBezTo>
                  <a:cubicBezTo>
                    <a:pt x="3178" y="1262"/>
                    <a:pt x="3187" y="1262"/>
                    <a:pt x="3197" y="1262"/>
                  </a:cubicBezTo>
                  <a:close/>
                  <a:moveTo>
                    <a:pt x="3544" y="8810"/>
                  </a:moveTo>
                  <a:cubicBezTo>
                    <a:pt x="3940" y="8810"/>
                    <a:pt x="3940" y="9433"/>
                    <a:pt x="3544" y="9433"/>
                  </a:cubicBezTo>
                  <a:cubicBezTo>
                    <a:pt x="3530" y="9433"/>
                    <a:pt x="3516" y="9433"/>
                    <a:pt x="3502" y="9431"/>
                  </a:cubicBezTo>
                  <a:lnTo>
                    <a:pt x="2882" y="9431"/>
                  </a:lnTo>
                  <a:cubicBezTo>
                    <a:pt x="2867" y="9433"/>
                    <a:pt x="2852" y="9433"/>
                    <a:pt x="2838" y="9433"/>
                  </a:cubicBezTo>
                  <a:cubicBezTo>
                    <a:pt x="2421" y="9433"/>
                    <a:pt x="2421" y="8810"/>
                    <a:pt x="2838" y="8810"/>
                  </a:cubicBezTo>
                  <a:cubicBezTo>
                    <a:pt x="2852" y="8810"/>
                    <a:pt x="2867" y="8810"/>
                    <a:pt x="2882" y="8812"/>
                  </a:cubicBezTo>
                  <a:lnTo>
                    <a:pt x="3502" y="8812"/>
                  </a:lnTo>
                  <a:cubicBezTo>
                    <a:pt x="3516" y="8810"/>
                    <a:pt x="3530" y="8810"/>
                    <a:pt x="3544" y="8810"/>
                  </a:cubicBezTo>
                  <a:close/>
                  <a:moveTo>
                    <a:pt x="953" y="1"/>
                  </a:moveTo>
                  <a:cubicBezTo>
                    <a:pt x="429" y="1"/>
                    <a:pt x="1" y="406"/>
                    <a:pt x="1" y="929"/>
                  </a:cubicBezTo>
                  <a:lnTo>
                    <a:pt x="1" y="9788"/>
                  </a:lnTo>
                  <a:cubicBezTo>
                    <a:pt x="25" y="10288"/>
                    <a:pt x="429" y="10693"/>
                    <a:pt x="953" y="10717"/>
                  </a:cubicBezTo>
                  <a:lnTo>
                    <a:pt x="5383" y="10717"/>
                  </a:lnTo>
                  <a:cubicBezTo>
                    <a:pt x="5883" y="10717"/>
                    <a:pt x="6312" y="10288"/>
                    <a:pt x="6312" y="9765"/>
                  </a:cubicBezTo>
                  <a:lnTo>
                    <a:pt x="6312" y="7550"/>
                  </a:lnTo>
                  <a:lnTo>
                    <a:pt x="5764" y="7550"/>
                  </a:lnTo>
                  <a:lnTo>
                    <a:pt x="5407" y="7907"/>
                  </a:lnTo>
                  <a:cubicBezTo>
                    <a:pt x="5227" y="8087"/>
                    <a:pt x="4981" y="8188"/>
                    <a:pt x="4728" y="8188"/>
                  </a:cubicBezTo>
                  <a:cubicBezTo>
                    <a:pt x="4612" y="8188"/>
                    <a:pt x="4495" y="8166"/>
                    <a:pt x="4383" y="8121"/>
                  </a:cubicBezTo>
                  <a:cubicBezTo>
                    <a:pt x="4025" y="7955"/>
                    <a:pt x="3787" y="7621"/>
                    <a:pt x="3811" y="7240"/>
                  </a:cubicBezTo>
                  <a:lnTo>
                    <a:pt x="3811" y="6502"/>
                  </a:lnTo>
                  <a:cubicBezTo>
                    <a:pt x="3406" y="6002"/>
                    <a:pt x="3168" y="5359"/>
                    <a:pt x="3168" y="4716"/>
                  </a:cubicBezTo>
                  <a:cubicBezTo>
                    <a:pt x="3168" y="3168"/>
                    <a:pt x="4430" y="1906"/>
                    <a:pt x="6002" y="1906"/>
                  </a:cubicBezTo>
                  <a:lnTo>
                    <a:pt x="6312" y="1906"/>
                  </a:lnTo>
                  <a:lnTo>
                    <a:pt x="6312" y="929"/>
                  </a:lnTo>
                  <a:cubicBezTo>
                    <a:pt x="6312" y="406"/>
                    <a:pt x="5883" y="1"/>
                    <a:pt x="53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697" name="Google Shape;8697;p85"/>
          <p:cNvGrpSpPr/>
          <p:nvPr/>
        </p:nvGrpSpPr>
        <p:grpSpPr>
          <a:xfrm>
            <a:off x="8378725" y="3849535"/>
            <a:ext cx="464011" cy="466740"/>
            <a:chOff x="5109375" y="3220350"/>
            <a:chExt cx="267925" cy="268550"/>
          </a:xfrm>
          <a:solidFill>
            <a:schemeClr val="bg1"/>
          </a:solidFill>
        </p:grpSpPr>
        <p:sp>
          <p:nvSpPr>
            <p:cNvPr id="8698" name="Google Shape;8698;p85"/>
            <p:cNvSpPr/>
            <p:nvPr/>
          </p:nvSpPr>
          <p:spPr>
            <a:xfrm>
              <a:off x="5109375" y="3220350"/>
              <a:ext cx="157775" cy="268550"/>
            </a:xfrm>
            <a:custGeom>
              <a:avLst/>
              <a:gdLst/>
              <a:ahLst/>
              <a:cxnLst/>
              <a:rect l="l" t="t" r="r" b="b"/>
              <a:pathLst>
                <a:path w="6311" h="10742" extrusionOk="0">
                  <a:moveTo>
                    <a:pt x="3167" y="953"/>
                  </a:moveTo>
                  <a:cubicBezTo>
                    <a:pt x="3334" y="953"/>
                    <a:pt x="3477" y="1096"/>
                    <a:pt x="3477" y="1287"/>
                  </a:cubicBezTo>
                  <a:cubicBezTo>
                    <a:pt x="3501" y="1513"/>
                    <a:pt x="3334" y="1626"/>
                    <a:pt x="3167" y="1626"/>
                  </a:cubicBezTo>
                  <a:cubicBezTo>
                    <a:pt x="3001" y="1626"/>
                    <a:pt x="2834" y="1513"/>
                    <a:pt x="2858" y="1287"/>
                  </a:cubicBezTo>
                  <a:cubicBezTo>
                    <a:pt x="2858" y="1096"/>
                    <a:pt x="2977" y="953"/>
                    <a:pt x="3167" y="953"/>
                  </a:cubicBezTo>
                  <a:close/>
                  <a:moveTo>
                    <a:pt x="3543" y="8834"/>
                  </a:moveTo>
                  <a:cubicBezTo>
                    <a:pt x="3939" y="8834"/>
                    <a:pt x="3939" y="9457"/>
                    <a:pt x="3543" y="9457"/>
                  </a:cubicBezTo>
                  <a:cubicBezTo>
                    <a:pt x="3530" y="9457"/>
                    <a:pt x="3515" y="9457"/>
                    <a:pt x="3501" y="9455"/>
                  </a:cubicBezTo>
                  <a:lnTo>
                    <a:pt x="2858" y="9455"/>
                  </a:lnTo>
                  <a:cubicBezTo>
                    <a:pt x="2843" y="9457"/>
                    <a:pt x="2829" y="9457"/>
                    <a:pt x="2815" y="9457"/>
                  </a:cubicBezTo>
                  <a:cubicBezTo>
                    <a:pt x="2420" y="9457"/>
                    <a:pt x="2420" y="8834"/>
                    <a:pt x="2815" y="8834"/>
                  </a:cubicBezTo>
                  <a:cubicBezTo>
                    <a:pt x="2829" y="8834"/>
                    <a:pt x="2843" y="8834"/>
                    <a:pt x="2858" y="8836"/>
                  </a:cubicBezTo>
                  <a:lnTo>
                    <a:pt x="3501" y="8836"/>
                  </a:lnTo>
                  <a:cubicBezTo>
                    <a:pt x="3515" y="8834"/>
                    <a:pt x="3530" y="8834"/>
                    <a:pt x="3543" y="8834"/>
                  </a:cubicBezTo>
                  <a:close/>
                  <a:moveTo>
                    <a:pt x="953" y="1"/>
                  </a:moveTo>
                  <a:cubicBezTo>
                    <a:pt x="429" y="1"/>
                    <a:pt x="0" y="430"/>
                    <a:pt x="0" y="953"/>
                  </a:cubicBezTo>
                  <a:lnTo>
                    <a:pt x="0" y="9789"/>
                  </a:lnTo>
                  <a:cubicBezTo>
                    <a:pt x="0" y="10312"/>
                    <a:pt x="429" y="10717"/>
                    <a:pt x="953" y="10741"/>
                  </a:cubicBezTo>
                  <a:lnTo>
                    <a:pt x="5358" y="10741"/>
                  </a:lnTo>
                  <a:cubicBezTo>
                    <a:pt x="5882" y="10741"/>
                    <a:pt x="6311" y="10312"/>
                    <a:pt x="6311" y="9789"/>
                  </a:cubicBezTo>
                  <a:lnTo>
                    <a:pt x="6311" y="8193"/>
                  </a:lnTo>
                  <a:lnTo>
                    <a:pt x="4096" y="8193"/>
                  </a:lnTo>
                  <a:cubicBezTo>
                    <a:pt x="3572" y="8193"/>
                    <a:pt x="3167" y="7788"/>
                    <a:pt x="3167" y="7264"/>
                  </a:cubicBezTo>
                  <a:lnTo>
                    <a:pt x="3167" y="2859"/>
                  </a:lnTo>
                  <a:cubicBezTo>
                    <a:pt x="3167" y="2335"/>
                    <a:pt x="3572" y="1906"/>
                    <a:pt x="4096" y="1906"/>
                  </a:cubicBezTo>
                  <a:lnTo>
                    <a:pt x="6311" y="1906"/>
                  </a:lnTo>
                  <a:lnTo>
                    <a:pt x="6311" y="953"/>
                  </a:lnTo>
                  <a:cubicBezTo>
                    <a:pt x="6311" y="430"/>
                    <a:pt x="5882" y="1"/>
                    <a:pt x="5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699" name="Google Shape;8699;p85"/>
            <p:cNvSpPr/>
            <p:nvPr/>
          </p:nvSpPr>
          <p:spPr>
            <a:xfrm>
              <a:off x="5204025" y="3284050"/>
              <a:ext cx="173275" cy="31600"/>
            </a:xfrm>
            <a:custGeom>
              <a:avLst/>
              <a:gdLst/>
              <a:ahLst/>
              <a:cxnLst/>
              <a:rect l="l" t="t" r="r" b="b"/>
              <a:pathLst>
                <a:path w="6931" h="1264" extrusionOk="0">
                  <a:moveTo>
                    <a:pt x="310" y="1"/>
                  </a:moveTo>
                  <a:cubicBezTo>
                    <a:pt x="144" y="1"/>
                    <a:pt x="1" y="144"/>
                    <a:pt x="1" y="311"/>
                  </a:cubicBezTo>
                  <a:lnTo>
                    <a:pt x="1" y="1263"/>
                  </a:lnTo>
                  <a:lnTo>
                    <a:pt x="6931" y="1263"/>
                  </a:lnTo>
                  <a:lnTo>
                    <a:pt x="6931" y="311"/>
                  </a:lnTo>
                  <a:cubicBezTo>
                    <a:pt x="6931" y="144"/>
                    <a:pt x="6812" y="1"/>
                    <a:pt x="662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00" name="Google Shape;8700;p85"/>
            <p:cNvSpPr/>
            <p:nvPr/>
          </p:nvSpPr>
          <p:spPr>
            <a:xfrm>
              <a:off x="5204025" y="3331100"/>
              <a:ext cx="173275" cy="78600"/>
            </a:xfrm>
            <a:custGeom>
              <a:avLst/>
              <a:gdLst/>
              <a:ahLst/>
              <a:cxnLst/>
              <a:rect l="l" t="t" r="r" b="b"/>
              <a:pathLst>
                <a:path w="6931" h="3144" extrusionOk="0">
                  <a:moveTo>
                    <a:pt x="5400" y="617"/>
                  </a:moveTo>
                  <a:cubicBezTo>
                    <a:pt x="5798" y="617"/>
                    <a:pt x="5798" y="1265"/>
                    <a:pt x="5400" y="1265"/>
                  </a:cubicBezTo>
                  <a:cubicBezTo>
                    <a:pt x="5387" y="1265"/>
                    <a:pt x="5373" y="1264"/>
                    <a:pt x="5359" y="1262"/>
                  </a:cubicBezTo>
                  <a:lnTo>
                    <a:pt x="4716" y="1262"/>
                  </a:lnTo>
                  <a:cubicBezTo>
                    <a:pt x="4335" y="1215"/>
                    <a:pt x="4335" y="667"/>
                    <a:pt x="4716" y="620"/>
                  </a:cubicBezTo>
                  <a:lnTo>
                    <a:pt x="5359" y="620"/>
                  </a:lnTo>
                  <a:cubicBezTo>
                    <a:pt x="5373" y="618"/>
                    <a:pt x="5387" y="617"/>
                    <a:pt x="5400" y="617"/>
                  </a:cubicBezTo>
                  <a:close/>
                  <a:moveTo>
                    <a:pt x="1" y="0"/>
                  </a:moveTo>
                  <a:lnTo>
                    <a:pt x="1" y="2834"/>
                  </a:lnTo>
                  <a:cubicBezTo>
                    <a:pt x="1" y="3001"/>
                    <a:pt x="144" y="3144"/>
                    <a:pt x="310" y="3144"/>
                  </a:cubicBezTo>
                  <a:lnTo>
                    <a:pt x="6621" y="3144"/>
                  </a:lnTo>
                  <a:cubicBezTo>
                    <a:pt x="6812" y="3144"/>
                    <a:pt x="6931" y="3001"/>
                    <a:pt x="6931" y="2834"/>
                  </a:cubicBezTo>
                  <a:lnTo>
                    <a:pt x="693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01" name="Google Shape;8701;p85"/>
          <p:cNvGrpSpPr/>
          <p:nvPr/>
        </p:nvGrpSpPr>
        <p:grpSpPr>
          <a:xfrm>
            <a:off x="9394336" y="3850535"/>
            <a:ext cx="437209" cy="465740"/>
            <a:chOff x="5695800" y="3220925"/>
            <a:chExt cx="252450" cy="267975"/>
          </a:xfrm>
          <a:solidFill>
            <a:schemeClr val="bg1"/>
          </a:solidFill>
        </p:grpSpPr>
        <p:sp>
          <p:nvSpPr>
            <p:cNvPr id="8702" name="Google Shape;8702;p85"/>
            <p:cNvSpPr/>
            <p:nvPr/>
          </p:nvSpPr>
          <p:spPr>
            <a:xfrm>
              <a:off x="5695800" y="3220925"/>
              <a:ext cx="157200" cy="267975"/>
            </a:xfrm>
            <a:custGeom>
              <a:avLst/>
              <a:gdLst/>
              <a:ahLst/>
              <a:cxnLst/>
              <a:rect l="l" t="t" r="r" b="b"/>
              <a:pathLst>
                <a:path w="6288" h="10719" extrusionOk="0">
                  <a:moveTo>
                    <a:pt x="3144" y="1264"/>
                  </a:moveTo>
                  <a:cubicBezTo>
                    <a:pt x="3430" y="1264"/>
                    <a:pt x="3573" y="1597"/>
                    <a:pt x="3358" y="1788"/>
                  </a:cubicBezTo>
                  <a:cubicBezTo>
                    <a:pt x="3295" y="1859"/>
                    <a:pt x="3215" y="1891"/>
                    <a:pt x="3138" y="1891"/>
                  </a:cubicBezTo>
                  <a:cubicBezTo>
                    <a:pt x="2982" y="1891"/>
                    <a:pt x="2834" y="1764"/>
                    <a:pt x="2834" y="1573"/>
                  </a:cubicBezTo>
                  <a:cubicBezTo>
                    <a:pt x="2834" y="1407"/>
                    <a:pt x="2977" y="1264"/>
                    <a:pt x="3144" y="1264"/>
                  </a:cubicBezTo>
                  <a:close/>
                  <a:moveTo>
                    <a:pt x="3520" y="8811"/>
                  </a:moveTo>
                  <a:cubicBezTo>
                    <a:pt x="3916" y="8811"/>
                    <a:pt x="3916" y="9434"/>
                    <a:pt x="3520" y="9434"/>
                  </a:cubicBezTo>
                  <a:cubicBezTo>
                    <a:pt x="3506" y="9434"/>
                    <a:pt x="3492" y="9434"/>
                    <a:pt x="3477" y="9432"/>
                  </a:cubicBezTo>
                  <a:lnTo>
                    <a:pt x="2834" y="9432"/>
                  </a:lnTo>
                  <a:cubicBezTo>
                    <a:pt x="2820" y="9434"/>
                    <a:pt x="2806" y="9434"/>
                    <a:pt x="2792" y="9434"/>
                  </a:cubicBezTo>
                  <a:cubicBezTo>
                    <a:pt x="2396" y="9434"/>
                    <a:pt x="2396" y="8811"/>
                    <a:pt x="2792" y="8811"/>
                  </a:cubicBezTo>
                  <a:cubicBezTo>
                    <a:pt x="2806" y="8811"/>
                    <a:pt x="2820" y="8811"/>
                    <a:pt x="2834" y="8813"/>
                  </a:cubicBezTo>
                  <a:lnTo>
                    <a:pt x="3477" y="8813"/>
                  </a:lnTo>
                  <a:cubicBezTo>
                    <a:pt x="3492" y="8811"/>
                    <a:pt x="3506" y="8811"/>
                    <a:pt x="3520" y="8811"/>
                  </a:cubicBezTo>
                  <a:close/>
                  <a:moveTo>
                    <a:pt x="911" y="1"/>
                  </a:moveTo>
                  <a:cubicBezTo>
                    <a:pt x="407" y="1"/>
                    <a:pt x="0" y="420"/>
                    <a:pt x="0" y="930"/>
                  </a:cubicBezTo>
                  <a:lnTo>
                    <a:pt x="0" y="9766"/>
                  </a:lnTo>
                  <a:cubicBezTo>
                    <a:pt x="0" y="10289"/>
                    <a:pt x="429" y="10718"/>
                    <a:pt x="953" y="10718"/>
                  </a:cubicBezTo>
                  <a:lnTo>
                    <a:pt x="5335" y="10718"/>
                  </a:lnTo>
                  <a:cubicBezTo>
                    <a:pt x="5859" y="10718"/>
                    <a:pt x="6287" y="10289"/>
                    <a:pt x="6287" y="9766"/>
                  </a:cubicBezTo>
                  <a:lnTo>
                    <a:pt x="6287" y="8789"/>
                  </a:lnTo>
                  <a:cubicBezTo>
                    <a:pt x="6168" y="8789"/>
                    <a:pt x="6073" y="8813"/>
                    <a:pt x="5978" y="8813"/>
                  </a:cubicBezTo>
                  <a:cubicBezTo>
                    <a:pt x="5949" y="8814"/>
                    <a:pt x="5920" y="8814"/>
                    <a:pt x="5891" y="8814"/>
                  </a:cubicBezTo>
                  <a:cubicBezTo>
                    <a:pt x="3977" y="8814"/>
                    <a:pt x="2406" y="7260"/>
                    <a:pt x="2406" y="5336"/>
                  </a:cubicBezTo>
                  <a:cubicBezTo>
                    <a:pt x="2406" y="3436"/>
                    <a:pt x="3977" y="1882"/>
                    <a:pt x="5891" y="1882"/>
                  </a:cubicBezTo>
                  <a:cubicBezTo>
                    <a:pt x="5920" y="1882"/>
                    <a:pt x="5949" y="1882"/>
                    <a:pt x="5978" y="1883"/>
                  </a:cubicBezTo>
                  <a:cubicBezTo>
                    <a:pt x="6073" y="1883"/>
                    <a:pt x="6192" y="1883"/>
                    <a:pt x="6287" y="1907"/>
                  </a:cubicBezTo>
                  <a:lnTo>
                    <a:pt x="6287" y="930"/>
                  </a:lnTo>
                  <a:cubicBezTo>
                    <a:pt x="6287" y="407"/>
                    <a:pt x="5859" y="2"/>
                    <a:pt x="5335" y="2"/>
                  </a:cubicBezTo>
                  <a:lnTo>
                    <a:pt x="953" y="2"/>
                  </a:lnTo>
                  <a:cubicBezTo>
                    <a:pt x="939" y="1"/>
                    <a:pt x="925" y="1"/>
                    <a:pt x="9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03" name="Google Shape;8703;p85"/>
            <p:cNvSpPr/>
            <p:nvPr/>
          </p:nvSpPr>
          <p:spPr>
            <a:xfrm>
              <a:off x="5754300" y="3282075"/>
              <a:ext cx="193950" cy="174525"/>
            </a:xfrm>
            <a:custGeom>
              <a:avLst/>
              <a:gdLst/>
              <a:ahLst/>
              <a:cxnLst/>
              <a:rect l="l" t="t" r="r" b="b"/>
              <a:pathLst>
                <a:path w="7758" h="6981" extrusionOk="0">
                  <a:moveTo>
                    <a:pt x="3565" y="1"/>
                  </a:moveTo>
                  <a:cubicBezTo>
                    <a:pt x="2565" y="1"/>
                    <a:pt x="1560" y="506"/>
                    <a:pt x="1018" y="1628"/>
                  </a:cubicBezTo>
                  <a:cubicBezTo>
                    <a:pt x="1" y="3718"/>
                    <a:pt x="1687" y="5752"/>
                    <a:pt x="3602" y="5752"/>
                  </a:cubicBezTo>
                  <a:cubicBezTo>
                    <a:pt x="4196" y="5752"/>
                    <a:pt x="4812" y="5556"/>
                    <a:pt x="5376" y="5105"/>
                  </a:cubicBezTo>
                  <a:lnTo>
                    <a:pt x="7162" y="6891"/>
                  </a:lnTo>
                  <a:cubicBezTo>
                    <a:pt x="7234" y="6950"/>
                    <a:pt x="7317" y="6980"/>
                    <a:pt x="7398" y="6980"/>
                  </a:cubicBezTo>
                  <a:cubicBezTo>
                    <a:pt x="7478" y="6980"/>
                    <a:pt x="7555" y="6950"/>
                    <a:pt x="7615" y="6891"/>
                  </a:cubicBezTo>
                  <a:cubicBezTo>
                    <a:pt x="7758" y="6772"/>
                    <a:pt x="7758" y="6558"/>
                    <a:pt x="7615" y="6438"/>
                  </a:cubicBezTo>
                  <a:lnTo>
                    <a:pt x="5829" y="4652"/>
                  </a:lnTo>
                  <a:cubicBezTo>
                    <a:pt x="6234" y="4152"/>
                    <a:pt x="6448" y="3533"/>
                    <a:pt x="6448" y="2890"/>
                  </a:cubicBezTo>
                  <a:cubicBezTo>
                    <a:pt x="6476" y="1080"/>
                    <a:pt x="5027" y="1"/>
                    <a:pt x="35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04" name="Google Shape;8704;p85"/>
          <p:cNvGrpSpPr/>
          <p:nvPr/>
        </p:nvGrpSpPr>
        <p:grpSpPr>
          <a:xfrm>
            <a:off x="10381067" y="4635938"/>
            <a:ext cx="464053" cy="381969"/>
            <a:chOff x="6265550" y="3672825"/>
            <a:chExt cx="267950" cy="219775"/>
          </a:xfrm>
          <a:solidFill>
            <a:schemeClr val="bg1"/>
          </a:solidFill>
        </p:grpSpPr>
        <p:sp>
          <p:nvSpPr>
            <p:cNvPr id="8705" name="Google Shape;8705;p85"/>
            <p:cNvSpPr/>
            <p:nvPr/>
          </p:nvSpPr>
          <p:spPr>
            <a:xfrm>
              <a:off x="6375700" y="3672825"/>
              <a:ext cx="47650" cy="47075"/>
            </a:xfrm>
            <a:custGeom>
              <a:avLst/>
              <a:gdLst/>
              <a:ahLst/>
              <a:cxnLst/>
              <a:rect l="l" t="t" r="r" b="b"/>
              <a:pathLst>
                <a:path w="1906" h="1883" extrusionOk="0">
                  <a:moveTo>
                    <a:pt x="953" y="1"/>
                  </a:moveTo>
                  <a:cubicBezTo>
                    <a:pt x="429" y="1"/>
                    <a:pt x="1" y="429"/>
                    <a:pt x="1" y="953"/>
                  </a:cubicBezTo>
                  <a:cubicBezTo>
                    <a:pt x="1" y="1453"/>
                    <a:pt x="429" y="1882"/>
                    <a:pt x="953" y="1882"/>
                  </a:cubicBezTo>
                  <a:cubicBezTo>
                    <a:pt x="1477" y="1882"/>
                    <a:pt x="1906" y="1453"/>
                    <a:pt x="1906" y="953"/>
                  </a:cubicBezTo>
                  <a:cubicBezTo>
                    <a:pt x="1906" y="429"/>
                    <a:pt x="1477" y="1"/>
                    <a:pt x="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06" name="Google Shape;8706;p85"/>
            <p:cNvSpPr/>
            <p:nvPr/>
          </p:nvSpPr>
          <p:spPr>
            <a:xfrm>
              <a:off x="6486450" y="3704375"/>
              <a:ext cx="47050" cy="47075"/>
            </a:xfrm>
            <a:custGeom>
              <a:avLst/>
              <a:gdLst/>
              <a:ahLst/>
              <a:cxnLst/>
              <a:rect l="l" t="t" r="r" b="b"/>
              <a:pathLst>
                <a:path w="1882" h="1883" extrusionOk="0">
                  <a:moveTo>
                    <a:pt x="953" y="1"/>
                  </a:moveTo>
                  <a:cubicBezTo>
                    <a:pt x="429" y="1"/>
                    <a:pt x="0" y="406"/>
                    <a:pt x="0" y="930"/>
                  </a:cubicBezTo>
                  <a:cubicBezTo>
                    <a:pt x="0" y="1454"/>
                    <a:pt x="429" y="1882"/>
                    <a:pt x="953" y="1882"/>
                  </a:cubicBezTo>
                  <a:cubicBezTo>
                    <a:pt x="1477" y="1882"/>
                    <a:pt x="1881" y="1454"/>
                    <a:pt x="1881" y="930"/>
                  </a:cubicBezTo>
                  <a:cubicBezTo>
                    <a:pt x="1881" y="406"/>
                    <a:pt x="1477" y="1"/>
                    <a:pt x="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07" name="Google Shape;8707;p85"/>
            <p:cNvSpPr/>
            <p:nvPr/>
          </p:nvSpPr>
          <p:spPr>
            <a:xfrm>
              <a:off x="6265550" y="3704375"/>
              <a:ext cx="47075" cy="47075"/>
            </a:xfrm>
            <a:custGeom>
              <a:avLst/>
              <a:gdLst/>
              <a:ahLst/>
              <a:cxnLst/>
              <a:rect l="l" t="t" r="r" b="b"/>
              <a:pathLst>
                <a:path w="1883" h="1883" extrusionOk="0">
                  <a:moveTo>
                    <a:pt x="930" y="1"/>
                  </a:moveTo>
                  <a:cubicBezTo>
                    <a:pt x="406" y="1"/>
                    <a:pt x="1" y="406"/>
                    <a:pt x="1" y="930"/>
                  </a:cubicBezTo>
                  <a:cubicBezTo>
                    <a:pt x="1" y="1454"/>
                    <a:pt x="406" y="1882"/>
                    <a:pt x="930" y="1882"/>
                  </a:cubicBezTo>
                  <a:cubicBezTo>
                    <a:pt x="1454" y="1882"/>
                    <a:pt x="1882" y="1454"/>
                    <a:pt x="1882" y="930"/>
                  </a:cubicBezTo>
                  <a:cubicBezTo>
                    <a:pt x="1882" y="406"/>
                    <a:pt x="1454" y="1"/>
                    <a:pt x="9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08" name="Google Shape;8708;p85"/>
            <p:cNvSpPr/>
            <p:nvPr/>
          </p:nvSpPr>
          <p:spPr>
            <a:xfrm>
              <a:off x="6391775" y="3813925"/>
              <a:ext cx="15500" cy="31575"/>
            </a:xfrm>
            <a:custGeom>
              <a:avLst/>
              <a:gdLst/>
              <a:ahLst/>
              <a:cxnLst/>
              <a:rect l="l" t="t" r="r" b="b"/>
              <a:pathLst>
                <a:path w="620" h="1263" extrusionOk="0">
                  <a:moveTo>
                    <a:pt x="310" y="1"/>
                  </a:moveTo>
                  <a:cubicBezTo>
                    <a:pt x="143" y="1"/>
                    <a:pt x="1" y="287"/>
                    <a:pt x="1" y="644"/>
                  </a:cubicBezTo>
                  <a:cubicBezTo>
                    <a:pt x="1" y="977"/>
                    <a:pt x="143" y="1263"/>
                    <a:pt x="310" y="1263"/>
                  </a:cubicBezTo>
                  <a:cubicBezTo>
                    <a:pt x="477" y="1263"/>
                    <a:pt x="620" y="977"/>
                    <a:pt x="620" y="644"/>
                  </a:cubicBezTo>
                  <a:cubicBezTo>
                    <a:pt x="620" y="287"/>
                    <a:pt x="477"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09" name="Google Shape;8709;p85"/>
            <p:cNvSpPr/>
            <p:nvPr/>
          </p:nvSpPr>
          <p:spPr>
            <a:xfrm>
              <a:off x="6293550" y="3730575"/>
              <a:ext cx="213150" cy="162025"/>
            </a:xfrm>
            <a:custGeom>
              <a:avLst/>
              <a:gdLst/>
              <a:ahLst/>
              <a:cxnLst/>
              <a:rect l="l" t="t" r="r" b="b"/>
              <a:pathLst>
                <a:path w="8526" h="6481" extrusionOk="0">
                  <a:moveTo>
                    <a:pt x="2358" y="3311"/>
                  </a:moveTo>
                  <a:cubicBezTo>
                    <a:pt x="2524" y="3311"/>
                    <a:pt x="2691" y="3430"/>
                    <a:pt x="2667" y="3668"/>
                  </a:cubicBezTo>
                  <a:lnTo>
                    <a:pt x="2667" y="4287"/>
                  </a:lnTo>
                  <a:cubicBezTo>
                    <a:pt x="2691" y="4514"/>
                    <a:pt x="2524" y="4627"/>
                    <a:pt x="2358" y="4627"/>
                  </a:cubicBezTo>
                  <a:cubicBezTo>
                    <a:pt x="2191" y="4627"/>
                    <a:pt x="2024" y="4514"/>
                    <a:pt x="2048" y="4287"/>
                  </a:cubicBezTo>
                  <a:lnTo>
                    <a:pt x="2048" y="3668"/>
                  </a:lnTo>
                  <a:cubicBezTo>
                    <a:pt x="2024" y="3430"/>
                    <a:pt x="2191" y="3311"/>
                    <a:pt x="2358" y="3311"/>
                  </a:cubicBezTo>
                  <a:close/>
                  <a:moveTo>
                    <a:pt x="6120" y="3311"/>
                  </a:moveTo>
                  <a:cubicBezTo>
                    <a:pt x="6287" y="3311"/>
                    <a:pt x="6454" y="3430"/>
                    <a:pt x="6430" y="3668"/>
                  </a:cubicBezTo>
                  <a:lnTo>
                    <a:pt x="6430" y="4287"/>
                  </a:lnTo>
                  <a:cubicBezTo>
                    <a:pt x="6454" y="4514"/>
                    <a:pt x="6287" y="4627"/>
                    <a:pt x="6120" y="4627"/>
                  </a:cubicBezTo>
                  <a:cubicBezTo>
                    <a:pt x="5954" y="4627"/>
                    <a:pt x="5787" y="4514"/>
                    <a:pt x="5811" y="4287"/>
                  </a:cubicBezTo>
                  <a:lnTo>
                    <a:pt x="5811" y="3668"/>
                  </a:lnTo>
                  <a:cubicBezTo>
                    <a:pt x="5787" y="3430"/>
                    <a:pt x="5954" y="3311"/>
                    <a:pt x="6120" y="3311"/>
                  </a:cubicBezTo>
                  <a:close/>
                  <a:moveTo>
                    <a:pt x="4239" y="2716"/>
                  </a:moveTo>
                  <a:cubicBezTo>
                    <a:pt x="4763" y="2716"/>
                    <a:pt x="5192" y="3263"/>
                    <a:pt x="5192" y="3978"/>
                  </a:cubicBezTo>
                  <a:cubicBezTo>
                    <a:pt x="5192" y="4668"/>
                    <a:pt x="4763" y="5240"/>
                    <a:pt x="4239" y="5240"/>
                  </a:cubicBezTo>
                  <a:cubicBezTo>
                    <a:pt x="3715" y="5240"/>
                    <a:pt x="3310" y="4668"/>
                    <a:pt x="3310" y="3978"/>
                  </a:cubicBezTo>
                  <a:cubicBezTo>
                    <a:pt x="3310" y="3263"/>
                    <a:pt x="3715" y="2716"/>
                    <a:pt x="4239" y="2716"/>
                  </a:cubicBezTo>
                  <a:close/>
                  <a:moveTo>
                    <a:pt x="3525" y="1"/>
                  </a:moveTo>
                  <a:cubicBezTo>
                    <a:pt x="3263" y="620"/>
                    <a:pt x="2929" y="1382"/>
                    <a:pt x="2572" y="1477"/>
                  </a:cubicBezTo>
                  <a:cubicBezTo>
                    <a:pt x="2545" y="1485"/>
                    <a:pt x="2516" y="1489"/>
                    <a:pt x="2486" y="1489"/>
                  </a:cubicBezTo>
                  <a:cubicBezTo>
                    <a:pt x="2143" y="1489"/>
                    <a:pt x="1607" y="1016"/>
                    <a:pt x="1191" y="644"/>
                  </a:cubicBezTo>
                  <a:cubicBezTo>
                    <a:pt x="953" y="1096"/>
                    <a:pt x="500" y="1382"/>
                    <a:pt x="0" y="1453"/>
                  </a:cubicBezTo>
                  <a:cubicBezTo>
                    <a:pt x="476" y="2858"/>
                    <a:pt x="738" y="4359"/>
                    <a:pt x="786" y="5859"/>
                  </a:cubicBezTo>
                  <a:lnTo>
                    <a:pt x="476" y="5859"/>
                  </a:lnTo>
                  <a:cubicBezTo>
                    <a:pt x="95" y="5907"/>
                    <a:pt x="95" y="6454"/>
                    <a:pt x="476" y="6478"/>
                  </a:cubicBezTo>
                  <a:lnTo>
                    <a:pt x="8049" y="6478"/>
                  </a:lnTo>
                  <a:cubicBezTo>
                    <a:pt x="8064" y="6480"/>
                    <a:pt x="8078" y="6481"/>
                    <a:pt x="8092" y="6481"/>
                  </a:cubicBezTo>
                  <a:cubicBezTo>
                    <a:pt x="8488" y="6481"/>
                    <a:pt x="8488" y="5857"/>
                    <a:pt x="8092" y="5857"/>
                  </a:cubicBezTo>
                  <a:cubicBezTo>
                    <a:pt x="8078" y="5857"/>
                    <a:pt x="8064" y="5858"/>
                    <a:pt x="8049" y="5859"/>
                  </a:cubicBezTo>
                  <a:lnTo>
                    <a:pt x="7764" y="5859"/>
                  </a:lnTo>
                  <a:cubicBezTo>
                    <a:pt x="7787" y="4359"/>
                    <a:pt x="8049" y="2882"/>
                    <a:pt x="8526" y="1453"/>
                  </a:cubicBezTo>
                  <a:cubicBezTo>
                    <a:pt x="8026" y="1382"/>
                    <a:pt x="7573" y="1096"/>
                    <a:pt x="7335" y="644"/>
                  </a:cubicBezTo>
                  <a:cubicBezTo>
                    <a:pt x="6919" y="1016"/>
                    <a:pt x="6382" y="1489"/>
                    <a:pt x="6021" y="1489"/>
                  </a:cubicBezTo>
                  <a:cubicBezTo>
                    <a:pt x="5989" y="1489"/>
                    <a:pt x="5959" y="1485"/>
                    <a:pt x="5930" y="1477"/>
                  </a:cubicBezTo>
                  <a:cubicBezTo>
                    <a:pt x="5597" y="1358"/>
                    <a:pt x="5263" y="620"/>
                    <a:pt x="5049" y="1"/>
                  </a:cubicBezTo>
                  <a:cubicBezTo>
                    <a:pt x="4811" y="132"/>
                    <a:pt x="4549" y="197"/>
                    <a:pt x="4287" y="197"/>
                  </a:cubicBezTo>
                  <a:cubicBezTo>
                    <a:pt x="4025" y="197"/>
                    <a:pt x="3763" y="132"/>
                    <a:pt x="35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710" name="Google Shape;8710;p85"/>
          <p:cNvSpPr/>
          <p:nvPr/>
        </p:nvSpPr>
        <p:spPr>
          <a:xfrm>
            <a:off x="9432233" y="4592967"/>
            <a:ext cx="356808" cy="466957"/>
          </a:xfrm>
          <a:custGeom>
            <a:avLst/>
            <a:gdLst/>
            <a:ahLst/>
            <a:cxnLst/>
            <a:rect l="l" t="t" r="r" b="b"/>
            <a:pathLst>
              <a:path w="8241" h="10747" extrusionOk="0">
                <a:moveTo>
                  <a:pt x="1632" y="0"/>
                </a:moveTo>
                <a:cubicBezTo>
                  <a:pt x="1459" y="0"/>
                  <a:pt x="1287" y="114"/>
                  <a:pt x="1310" y="340"/>
                </a:cubicBezTo>
                <a:lnTo>
                  <a:pt x="1310" y="10127"/>
                </a:lnTo>
                <a:lnTo>
                  <a:pt x="382" y="10127"/>
                </a:lnTo>
                <a:cubicBezTo>
                  <a:pt x="1" y="10151"/>
                  <a:pt x="1" y="10723"/>
                  <a:pt x="382" y="10747"/>
                </a:cubicBezTo>
                <a:lnTo>
                  <a:pt x="2882" y="10747"/>
                </a:lnTo>
                <a:cubicBezTo>
                  <a:pt x="3263" y="10723"/>
                  <a:pt x="3263" y="10151"/>
                  <a:pt x="2882" y="10127"/>
                </a:cubicBezTo>
                <a:lnTo>
                  <a:pt x="1929" y="10127"/>
                </a:lnTo>
                <a:lnTo>
                  <a:pt x="1929" y="6008"/>
                </a:lnTo>
                <a:cubicBezTo>
                  <a:pt x="2001" y="5960"/>
                  <a:pt x="1929" y="5698"/>
                  <a:pt x="2572" y="5698"/>
                </a:cubicBezTo>
                <a:cubicBezTo>
                  <a:pt x="2977" y="5698"/>
                  <a:pt x="3882" y="6031"/>
                  <a:pt x="4644" y="6293"/>
                </a:cubicBezTo>
                <a:cubicBezTo>
                  <a:pt x="5573" y="6627"/>
                  <a:pt x="6430" y="6960"/>
                  <a:pt x="6978" y="6960"/>
                </a:cubicBezTo>
                <a:cubicBezTo>
                  <a:pt x="7006" y="6962"/>
                  <a:pt x="7033" y="6963"/>
                  <a:pt x="7061" y="6963"/>
                </a:cubicBezTo>
                <a:cubicBezTo>
                  <a:pt x="7411" y="6963"/>
                  <a:pt x="7735" y="6824"/>
                  <a:pt x="7978" y="6603"/>
                </a:cubicBezTo>
                <a:cubicBezTo>
                  <a:pt x="8145" y="6436"/>
                  <a:pt x="8217" y="6222"/>
                  <a:pt x="8240" y="6008"/>
                </a:cubicBezTo>
                <a:lnTo>
                  <a:pt x="8240" y="1578"/>
                </a:lnTo>
                <a:cubicBezTo>
                  <a:pt x="8217" y="1411"/>
                  <a:pt x="8074" y="1292"/>
                  <a:pt x="7907" y="1292"/>
                </a:cubicBezTo>
                <a:cubicBezTo>
                  <a:pt x="7740" y="1292"/>
                  <a:pt x="7597" y="1411"/>
                  <a:pt x="7597" y="1602"/>
                </a:cubicBezTo>
                <a:cubicBezTo>
                  <a:pt x="7597" y="1650"/>
                  <a:pt x="7574" y="1912"/>
                  <a:pt x="6978" y="1912"/>
                </a:cubicBezTo>
                <a:cubicBezTo>
                  <a:pt x="6573" y="1912"/>
                  <a:pt x="5668" y="1578"/>
                  <a:pt x="4882" y="1292"/>
                </a:cubicBezTo>
                <a:cubicBezTo>
                  <a:pt x="3978" y="959"/>
                  <a:pt x="3096" y="649"/>
                  <a:pt x="2572" y="649"/>
                </a:cubicBezTo>
                <a:cubicBezTo>
                  <a:pt x="2358" y="649"/>
                  <a:pt x="2144" y="697"/>
                  <a:pt x="1953" y="768"/>
                </a:cubicBezTo>
                <a:lnTo>
                  <a:pt x="1953" y="340"/>
                </a:lnTo>
                <a:cubicBezTo>
                  <a:pt x="1977" y="114"/>
                  <a:pt x="1804" y="0"/>
                  <a:pt x="1632"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711" name="Google Shape;8711;p85"/>
          <p:cNvGrpSpPr/>
          <p:nvPr/>
        </p:nvGrpSpPr>
        <p:grpSpPr>
          <a:xfrm>
            <a:off x="8377687" y="4622512"/>
            <a:ext cx="467128" cy="409777"/>
            <a:chOff x="5108775" y="3665100"/>
            <a:chExt cx="269725" cy="235775"/>
          </a:xfrm>
          <a:solidFill>
            <a:schemeClr val="bg1"/>
          </a:solidFill>
        </p:grpSpPr>
        <p:sp>
          <p:nvSpPr>
            <p:cNvPr id="8712" name="Google Shape;8712;p85"/>
            <p:cNvSpPr/>
            <p:nvPr/>
          </p:nvSpPr>
          <p:spPr>
            <a:xfrm>
              <a:off x="5204025" y="3853225"/>
              <a:ext cx="47050" cy="47650"/>
            </a:xfrm>
            <a:custGeom>
              <a:avLst/>
              <a:gdLst/>
              <a:ahLst/>
              <a:cxnLst/>
              <a:rect l="l" t="t" r="r" b="b"/>
              <a:pathLst>
                <a:path w="1882" h="1906" extrusionOk="0">
                  <a:moveTo>
                    <a:pt x="953" y="1"/>
                  </a:moveTo>
                  <a:cubicBezTo>
                    <a:pt x="429" y="1"/>
                    <a:pt x="1" y="429"/>
                    <a:pt x="1" y="953"/>
                  </a:cubicBezTo>
                  <a:cubicBezTo>
                    <a:pt x="1" y="1477"/>
                    <a:pt x="429" y="1906"/>
                    <a:pt x="953" y="1906"/>
                  </a:cubicBezTo>
                  <a:cubicBezTo>
                    <a:pt x="1477" y="1906"/>
                    <a:pt x="1882" y="1477"/>
                    <a:pt x="1882" y="953"/>
                  </a:cubicBezTo>
                  <a:cubicBezTo>
                    <a:pt x="1882" y="429"/>
                    <a:pt x="1477" y="1"/>
                    <a:pt x="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13" name="Google Shape;8713;p85"/>
            <p:cNvSpPr/>
            <p:nvPr/>
          </p:nvSpPr>
          <p:spPr>
            <a:xfrm>
              <a:off x="5283200" y="3853225"/>
              <a:ext cx="47075" cy="47650"/>
            </a:xfrm>
            <a:custGeom>
              <a:avLst/>
              <a:gdLst/>
              <a:ahLst/>
              <a:cxnLst/>
              <a:rect l="l" t="t" r="r" b="b"/>
              <a:pathLst>
                <a:path w="1883" h="1906" extrusionOk="0">
                  <a:moveTo>
                    <a:pt x="954" y="1"/>
                  </a:moveTo>
                  <a:cubicBezTo>
                    <a:pt x="430" y="1"/>
                    <a:pt x="1" y="429"/>
                    <a:pt x="1" y="953"/>
                  </a:cubicBezTo>
                  <a:cubicBezTo>
                    <a:pt x="1" y="1477"/>
                    <a:pt x="430" y="1906"/>
                    <a:pt x="954" y="1906"/>
                  </a:cubicBezTo>
                  <a:cubicBezTo>
                    <a:pt x="1477" y="1906"/>
                    <a:pt x="1882" y="1477"/>
                    <a:pt x="1882" y="953"/>
                  </a:cubicBezTo>
                  <a:cubicBezTo>
                    <a:pt x="1882" y="429"/>
                    <a:pt x="1477" y="1"/>
                    <a:pt x="9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14" name="Google Shape;8714;p85"/>
            <p:cNvSpPr/>
            <p:nvPr/>
          </p:nvSpPr>
          <p:spPr>
            <a:xfrm>
              <a:off x="5108775" y="3665100"/>
              <a:ext cx="269725" cy="188150"/>
            </a:xfrm>
            <a:custGeom>
              <a:avLst/>
              <a:gdLst/>
              <a:ahLst/>
              <a:cxnLst/>
              <a:rect l="l" t="t" r="r" b="b"/>
              <a:pathLst>
                <a:path w="10789" h="7526" extrusionOk="0">
                  <a:moveTo>
                    <a:pt x="358" y="0"/>
                  </a:moveTo>
                  <a:cubicBezTo>
                    <a:pt x="191" y="0"/>
                    <a:pt x="48" y="119"/>
                    <a:pt x="24" y="262"/>
                  </a:cubicBezTo>
                  <a:cubicBezTo>
                    <a:pt x="0" y="453"/>
                    <a:pt x="143" y="619"/>
                    <a:pt x="334" y="619"/>
                  </a:cubicBezTo>
                  <a:lnTo>
                    <a:pt x="1644" y="619"/>
                  </a:lnTo>
                  <a:lnTo>
                    <a:pt x="3168" y="5930"/>
                  </a:lnTo>
                  <a:lnTo>
                    <a:pt x="3049" y="6168"/>
                  </a:lnTo>
                  <a:cubicBezTo>
                    <a:pt x="2739" y="6787"/>
                    <a:pt x="3191" y="7526"/>
                    <a:pt x="3882" y="7526"/>
                  </a:cubicBezTo>
                  <a:lnTo>
                    <a:pt x="9169" y="7526"/>
                  </a:lnTo>
                  <a:cubicBezTo>
                    <a:pt x="9336" y="7526"/>
                    <a:pt x="9455" y="7406"/>
                    <a:pt x="9478" y="7264"/>
                  </a:cubicBezTo>
                  <a:cubicBezTo>
                    <a:pt x="9502" y="7073"/>
                    <a:pt x="9359" y="6906"/>
                    <a:pt x="9169" y="6906"/>
                  </a:cubicBezTo>
                  <a:lnTo>
                    <a:pt x="3882" y="6906"/>
                  </a:lnTo>
                  <a:cubicBezTo>
                    <a:pt x="3644" y="6906"/>
                    <a:pt x="3501" y="6668"/>
                    <a:pt x="3596" y="6454"/>
                  </a:cubicBezTo>
                  <a:lnTo>
                    <a:pt x="3692" y="6287"/>
                  </a:lnTo>
                  <a:lnTo>
                    <a:pt x="9169" y="6287"/>
                  </a:lnTo>
                  <a:cubicBezTo>
                    <a:pt x="9312" y="6287"/>
                    <a:pt x="9431" y="6192"/>
                    <a:pt x="9478" y="6049"/>
                  </a:cubicBezTo>
                  <a:lnTo>
                    <a:pt x="10741" y="1643"/>
                  </a:lnTo>
                  <a:cubicBezTo>
                    <a:pt x="10788" y="1453"/>
                    <a:pt x="10645" y="1262"/>
                    <a:pt x="10431" y="1262"/>
                  </a:cubicBezTo>
                  <a:lnTo>
                    <a:pt x="2477" y="1262"/>
                  </a:lnTo>
                  <a:lnTo>
                    <a:pt x="2191" y="215"/>
                  </a:lnTo>
                  <a:cubicBezTo>
                    <a:pt x="2144" y="95"/>
                    <a:pt x="2025" y="0"/>
                    <a:pt x="18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15" name="Google Shape;8715;p85"/>
          <p:cNvGrpSpPr/>
          <p:nvPr/>
        </p:nvGrpSpPr>
        <p:grpSpPr>
          <a:xfrm>
            <a:off x="7375455" y="4594790"/>
            <a:ext cx="495660" cy="465436"/>
            <a:chOff x="4530075" y="3649150"/>
            <a:chExt cx="286200" cy="267800"/>
          </a:xfrm>
          <a:solidFill>
            <a:schemeClr val="bg1"/>
          </a:solidFill>
        </p:grpSpPr>
        <p:sp>
          <p:nvSpPr>
            <p:cNvPr id="8716" name="Google Shape;8716;p85"/>
            <p:cNvSpPr/>
            <p:nvPr/>
          </p:nvSpPr>
          <p:spPr>
            <a:xfrm>
              <a:off x="4620575" y="3766900"/>
              <a:ext cx="86350" cy="150050"/>
            </a:xfrm>
            <a:custGeom>
              <a:avLst/>
              <a:gdLst/>
              <a:ahLst/>
              <a:cxnLst/>
              <a:rect l="l" t="t" r="r" b="b"/>
              <a:pathLst>
                <a:path w="3454" h="6002" extrusionOk="0">
                  <a:moveTo>
                    <a:pt x="1727" y="0"/>
                  </a:moveTo>
                  <a:cubicBezTo>
                    <a:pt x="1626" y="0"/>
                    <a:pt x="1525" y="48"/>
                    <a:pt x="1453" y="143"/>
                  </a:cubicBezTo>
                  <a:lnTo>
                    <a:pt x="120" y="2358"/>
                  </a:lnTo>
                  <a:cubicBezTo>
                    <a:pt x="0" y="2572"/>
                    <a:pt x="143" y="2834"/>
                    <a:pt x="405" y="2834"/>
                  </a:cubicBezTo>
                  <a:lnTo>
                    <a:pt x="1096" y="2834"/>
                  </a:lnTo>
                  <a:lnTo>
                    <a:pt x="1096" y="5692"/>
                  </a:lnTo>
                  <a:cubicBezTo>
                    <a:pt x="1096" y="5859"/>
                    <a:pt x="1239" y="6002"/>
                    <a:pt x="1405" y="6002"/>
                  </a:cubicBezTo>
                  <a:lnTo>
                    <a:pt x="2048" y="6002"/>
                  </a:lnTo>
                  <a:cubicBezTo>
                    <a:pt x="2215" y="6002"/>
                    <a:pt x="2358" y="5859"/>
                    <a:pt x="2358" y="5692"/>
                  </a:cubicBezTo>
                  <a:lnTo>
                    <a:pt x="2358" y="2834"/>
                  </a:lnTo>
                  <a:lnTo>
                    <a:pt x="3049" y="2834"/>
                  </a:lnTo>
                  <a:cubicBezTo>
                    <a:pt x="3311" y="2834"/>
                    <a:pt x="3454" y="2572"/>
                    <a:pt x="3334" y="2358"/>
                  </a:cubicBezTo>
                  <a:lnTo>
                    <a:pt x="2001" y="143"/>
                  </a:lnTo>
                  <a:cubicBezTo>
                    <a:pt x="1929" y="48"/>
                    <a:pt x="1828" y="0"/>
                    <a:pt x="172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17" name="Google Shape;8717;p85"/>
            <p:cNvSpPr/>
            <p:nvPr/>
          </p:nvSpPr>
          <p:spPr>
            <a:xfrm>
              <a:off x="4530075" y="3649150"/>
              <a:ext cx="286200" cy="157075"/>
            </a:xfrm>
            <a:custGeom>
              <a:avLst/>
              <a:gdLst/>
              <a:ahLst/>
              <a:cxnLst/>
              <a:rect l="l" t="t" r="r" b="b"/>
              <a:pathLst>
                <a:path w="11448" h="6283" extrusionOk="0">
                  <a:moveTo>
                    <a:pt x="6893" y="0"/>
                  </a:moveTo>
                  <a:cubicBezTo>
                    <a:pt x="6136" y="0"/>
                    <a:pt x="5372" y="338"/>
                    <a:pt x="4859" y="1091"/>
                  </a:cubicBezTo>
                  <a:cubicBezTo>
                    <a:pt x="4454" y="781"/>
                    <a:pt x="3978" y="614"/>
                    <a:pt x="3478" y="614"/>
                  </a:cubicBezTo>
                  <a:cubicBezTo>
                    <a:pt x="2334" y="614"/>
                    <a:pt x="1382" y="1496"/>
                    <a:pt x="1263" y="2615"/>
                  </a:cubicBezTo>
                  <a:cubicBezTo>
                    <a:pt x="501" y="2877"/>
                    <a:pt x="1" y="3591"/>
                    <a:pt x="1" y="4401"/>
                  </a:cubicBezTo>
                  <a:cubicBezTo>
                    <a:pt x="1" y="5449"/>
                    <a:pt x="834" y="6282"/>
                    <a:pt x="1882" y="6282"/>
                  </a:cubicBezTo>
                  <a:lnTo>
                    <a:pt x="3501" y="6282"/>
                  </a:lnTo>
                  <a:lnTo>
                    <a:pt x="4549" y="4520"/>
                  </a:lnTo>
                  <a:cubicBezTo>
                    <a:pt x="4740" y="4222"/>
                    <a:pt x="5049" y="4073"/>
                    <a:pt x="5359" y="4073"/>
                  </a:cubicBezTo>
                  <a:cubicBezTo>
                    <a:pt x="5668" y="4073"/>
                    <a:pt x="5978" y="4222"/>
                    <a:pt x="6169" y="4520"/>
                  </a:cubicBezTo>
                  <a:lnTo>
                    <a:pt x="7240" y="6282"/>
                  </a:lnTo>
                  <a:lnTo>
                    <a:pt x="8812" y="6282"/>
                  </a:lnTo>
                  <a:cubicBezTo>
                    <a:pt x="8821" y="6282"/>
                    <a:pt x="8829" y="6282"/>
                    <a:pt x="8838" y="6282"/>
                  </a:cubicBezTo>
                  <a:cubicBezTo>
                    <a:pt x="10959" y="6282"/>
                    <a:pt x="11447" y="3326"/>
                    <a:pt x="9455" y="2639"/>
                  </a:cubicBezTo>
                  <a:lnTo>
                    <a:pt x="9431" y="2639"/>
                  </a:lnTo>
                  <a:lnTo>
                    <a:pt x="9431" y="2520"/>
                  </a:lnTo>
                  <a:cubicBezTo>
                    <a:pt x="9431" y="964"/>
                    <a:pt x="8172" y="0"/>
                    <a:pt x="68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18" name="Google Shape;8718;p85"/>
          <p:cNvGrpSpPr/>
          <p:nvPr/>
        </p:nvGrpSpPr>
        <p:grpSpPr>
          <a:xfrm>
            <a:off x="6371190" y="4593009"/>
            <a:ext cx="468167" cy="467217"/>
            <a:chOff x="3950200" y="3648125"/>
            <a:chExt cx="270325" cy="268825"/>
          </a:xfrm>
          <a:solidFill>
            <a:schemeClr val="bg1"/>
          </a:solidFill>
        </p:grpSpPr>
        <p:sp>
          <p:nvSpPr>
            <p:cNvPr id="8719" name="Google Shape;8719;p85"/>
            <p:cNvSpPr/>
            <p:nvPr/>
          </p:nvSpPr>
          <p:spPr>
            <a:xfrm>
              <a:off x="3950200" y="3885375"/>
              <a:ext cx="270325" cy="31575"/>
            </a:xfrm>
            <a:custGeom>
              <a:avLst/>
              <a:gdLst/>
              <a:ahLst/>
              <a:cxnLst/>
              <a:rect l="l" t="t" r="r" b="b"/>
              <a:pathLst>
                <a:path w="10813" h="1263" extrusionOk="0">
                  <a:moveTo>
                    <a:pt x="715" y="0"/>
                  </a:moveTo>
                  <a:cubicBezTo>
                    <a:pt x="643" y="0"/>
                    <a:pt x="548" y="48"/>
                    <a:pt x="477" y="120"/>
                  </a:cubicBezTo>
                  <a:cubicBezTo>
                    <a:pt x="310" y="334"/>
                    <a:pt x="143" y="572"/>
                    <a:pt x="48" y="834"/>
                  </a:cubicBezTo>
                  <a:cubicBezTo>
                    <a:pt x="0" y="929"/>
                    <a:pt x="24" y="1048"/>
                    <a:pt x="72" y="1120"/>
                  </a:cubicBezTo>
                  <a:cubicBezTo>
                    <a:pt x="143" y="1215"/>
                    <a:pt x="238" y="1263"/>
                    <a:pt x="334" y="1263"/>
                  </a:cubicBezTo>
                  <a:lnTo>
                    <a:pt x="10431" y="1263"/>
                  </a:lnTo>
                  <a:cubicBezTo>
                    <a:pt x="10645" y="1263"/>
                    <a:pt x="10812" y="1048"/>
                    <a:pt x="10741" y="834"/>
                  </a:cubicBezTo>
                  <a:cubicBezTo>
                    <a:pt x="10622" y="572"/>
                    <a:pt x="10479" y="334"/>
                    <a:pt x="10288" y="120"/>
                  </a:cubicBezTo>
                  <a:cubicBezTo>
                    <a:pt x="10217" y="48"/>
                    <a:pt x="10145" y="0"/>
                    <a:pt x="1005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20" name="Google Shape;8720;p85"/>
            <p:cNvSpPr/>
            <p:nvPr/>
          </p:nvSpPr>
          <p:spPr>
            <a:xfrm>
              <a:off x="3982350" y="3774650"/>
              <a:ext cx="47650" cy="95275"/>
            </a:xfrm>
            <a:custGeom>
              <a:avLst/>
              <a:gdLst/>
              <a:ahLst/>
              <a:cxnLst/>
              <a:rect l="l" t="t" r="r" b="b"/>
              <a:pathLst>
                <a:path w="1906" h="3811" extrusionOk="0">
                  <a:moveTo>
                    <a:pt x="0" y="0"/>
                  </a:moveTo>
                  <a:lnTo>
                    <a:pt x="0" y="3810"/>
                  </a:lnTo>
                  <a:lnTo>
                    <a:pt x="1905" y="3810"/>
                  </a:lnTo>
                  <a:lnTo>
                    <a:pt x="190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21" name="Google Shape;8721;p85"/>
            <p:cNvSpPr/>
            <p:nvPr/>
          </p:nvSpPr>
          <p:spPr>
            <a:xfrm>
              <a:off x="4061525" y="3774650"/>
              <a:ext cx="47050" cy="95275"/>
            </a:xfrm>
            <a:custGeom>
              <a:avLst/>
              <a:gdLst/>
              <a:ahLst/>
              <a:cxnLst/>
              <a:rect l="l" t="t" r="r" b="b"/>
              <a:pathLst>
                <a:path w="1882" h="3811" extrusionOk="0">
                  <a:moveTo>
                    <a:pt x="1" y="0"/>
                  </a:moveTo>
                  <a:lnTo>
                    <a:pt x="1" y="3810"/>
                  </a:lnTo>
                  <a:lnTo>
                    <a:pt x="1882" y="3810"/>
                  </a:ln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22" name="Google Shape;8722;p85"/>
            <p:cNvSpPr/>
            <p:nvPr/>
          </p:nvSpPr>
          <p:spPr>
            <a:xfrm>
              <a:off x="4140125" y="3774650"/>
              <a:ext cx="47050" cy="95275"/>
            </a:xfrm>
            <a:custGeom>
              <a:avLst/>
              <a:gdLst/>
              <a:ahLst/>
              <a:cxnLst/>
              <a:rect l="l" t="t" r="r" b="b"/>
              <a:pathLst>
                <a:path w="1882" h="3811" extrusionOk="0">
                  <a:moveTo>
                    <a:pt x="0" y="0"/>
                  </a:moveTo>
                  <a:lnTo>
                    <a:pt x="0" y="3810"/>
                  </a:lnTo>
                  <a:lnTo>
                    <a:pt x="1881" y="3810"/>
                  </a:lnTo>
                  <a:lnTo>
                    <a:pt x="18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23" name="Google Shape;8723;p85"/>
            <p:cNvSpPr/>
            <p:nvPr/>
          </p:nvSpPr>
          <p:spPr>
            <a:xfrm>
              <a:off x="3951375" y="3727600"/>
              <a:ext cx="267950" cy="31575"/>
            </a:xfrm>
            <a:custGeom>
              <a:avLst/>
              <a:gdLst/>
              <a:ahLst/>
              <a:cxnLst/>
              <a:rect l="l" t="t" r="r" b="b"/>
              <a:pathLst>
                <a:path w="10718" h="1263" extrusionOk="0">
                  <a:moveTo>
                    <a:pt x="1" y="1"/>
                  </a:moveTo>
                  <a:cubicBezTo>
                    <a:pt x="120" y="453"/>
                    <a:pt x="358" y="834"/>
                    <a:pt x="668" y="1168"/>
                  </a:cubicBezTo>
                  <a:lnTo>
                    <a:pt x="644" y="1168"/>
                  </a:lnTo>
                  <a:cubicBezTo>
                    <a:pt x="715" y="1239"/>
                    <a:pt x="787" y="1263"/>
                    <a:pt x="882" y="1263"/>
                  </a:cubicBezTo>
                  <a:lnTo>
                    <a:pt x="9813" y="1263"/>
                  </a:lnTo>
                  <a:cubicBezTo>
                    <a:pt x="9884" y="1263"/>
                    <a:pt x="9979" y="1239"/>
                    <a:pt x="10027" y="1168"/>
                  </a:cubicBezTo>
                  <a:cubicBezTo>
                    <a:pt x="10360" y="858"/>
                    <a:pt x="10575" y="453"/>
                    <a:pt x="107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24" name="Google Shape;8724;p85"/>
            <p:cNvSpPr/>
            <p:nvPr/>
          </p:nvSpPr>
          <p:spPr>
            <a:xfrm>
              <a:off x="3955550" y="3648125"/>
              <a:ext cx="258425" cy="64025"/>
            </a:xfrm>
            <a:custGeom>
              <a:avLst/>
              <a:gdLst/>
              <a:ahLst/>
              <a:cxnLst/>
              <a:rect l="l" t="t" r="r" b="b"/>
              <a:pathLst>
                <a:path w="10337" h="2561" extrusionOk="0">
                  <a:moveTo>
                    <a:pt x="5168" y="0"/>
                  </a:moveTo>
                  <a:cubicBezTo>
                    <a:pt x="5121" y="0"/>
                    <a:pt x="5073" y="12"/>
                    <a:pt x="5026" y="36"/>
                  </a:cubicBezTo>
                  <a:lnTo>
                    <a:pt x="1" y="2561"/>
                  </a:lnTo>
                  <a:lnTo>
                    <a:pt x="10336" y="2561"/>
                  </a:lnTo>
                  <a:lnTo>
                    <a:pt x="5311" y="36"/>
                  </a:lnTo>
                  <a:cubicBezTo>
                    <a:pt x="5264" y="12"/>
                    <a:pt x="5216" y="0"/>
                    <a:pt x="51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25" name="Google Shape;8725;p85"/>
          <p:cNvGrpSpPr/>
          <p:nvPr/>
        </p:nvGrpSpPr>
        <p:grpSpPr>
          <a:xfrm>
            <a:off x="5437021" y="4593529"/>
            <a:ext cx="326889" cy="466696"/>
            <a:chOff x="3410800" y="3648425"/>
            <a:chExt cx="188750" cy="268525"/>
          </a:xfrm>
          <a:solidFill>
            <a:schemeClr val="bg1"/>
          </a:solidFill>
        </p:grpSpPr>
        <p:sp>
          <p:nvSpPr>
            <p:cNvPr id="8726" name="Google Shape;8726;p85"/>
            <p:cNvSpPr/>
            <p:nvPr/>
          </p:nvSpPr>
          <p:spPr>
            <a:xfrm>
              <a:off x="3410800" y="3648425"/>
              <a:ext cx="188750" cy="268525"/>
            </a:xfrm>
            <a:custGeom>
              <a:avLst/>
              <a:gdLst/>
              <a:ahLst/>
              <a:cxnLst/>
              <a:rect l="l" t="t" r="r" b="b"/>
              <a:pathLst>
                <a:path w="7550" h="10741" extrusionOk="0">
                  <a:moveTo>
                    <a:pt x="3763" y="1906"/>
                  </a:moveTo>
                  <a:cubicBezTo>
                    <a:pt x="4811" y="1906"/>
                    <a:pt x="5644" y="2739"/>
                    <a:pt x="5644" y="3787"/>
                  </a:cubicBezTo>
                  <a:cubicBezTo>
                    <a:pt x="5644" y="4917"/>
                    <a:pt x="4714" y="5675"/>
                    <a:pt x="3744" y="5675"/>
                  </a:cubicBezTo>
                  <a:cubicBezTo>
                    <a:pt x="3283" y="5675"/>
                    <a:pt x="2813" y="5504"/>
                    <a:pt x="2429" y="5120"/>
                  </a:cubicBezTo>
                  <a:cubicBezTo>
                    <a:pt x="1239" y="3930"/>
                    <a:pt x="2096" y="1906"/>
                    <a:pt x="3763" y="1906"/>
                  </a:cubicBezTo>
                  <a:close/>
                  <a:moveTo>
                    <a:pt x="3763" y="0"/>
                  </a:moveTo>
                  <a:cubicBezTo>
                    <a:pt x="1691" y="0"/>
                    <a:pt x="0" y="1691"/>
                    <a:pt x="0" y="3787"/>
                  </a:cubicBezTo>
                  <a:cubicBezTo>
                    <a:pt x="0" y="5644"/>
                    <a:pt x="1429" y="7669"/>
                    <a:pt x="2668" y="9407"/>
                  </a:cubicBezTo>
                  <a:cubicBezTo>
                    <a:pt x="2977" y="9836"/>
                    <a:pt x="3263" y="10217"/>
                    <a:pt x="3501" y="10598"/>
                  </a:cubicBezTo>
                  <a:cubicBezTo>
                    <a:pt x="3573" y="10693"/>
                    <a:pt x="3674" y="10741"/>
                    <a:pt x="3772" y="10741"/>
                  </a:cubicBezTo>
                  <a:cubicBezTo>
                    <a:pt x="3870" y="10741"/>
                    <a:pt x="3966" y="10693"/>
                    <a:pt x="4025" y="10598"/>
                  </a:cubicBezTo>
                  <a:cubicBezTo>
                    <a:pt x="4287" y="10241"/>
                    <a:pt x="4573" y="9836"/>
                    <a:pt x="4859" y="9407"/>
                  </a:cubicBezTo>
                  <a:cubicBezTo>
                    <a:pt x="6121" y="7669"/>
                    <a:pt x="7550" y="5644"/>
                    <a:pt x="7550" y="3787"/>
                  </a:cubicBezTo>
                  <a:cubicBezTo>
                    <a:pt x="7550" y="1691"/>
                    <a:pt x="5859" y="0"/>
                    <a:pt x="37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27" name="Google Shape;8727;p85"/>
            <p:cNvSpPr/>
            <p:nvPr/>
          </p:nvSpPr>
          <p:spPr>
            <a:xfrm>
              <a:off x="3473900" y="3711525"/>
              <a:ext cx="62550" cy="62550"/>
            </a:xfrm>
            <a:custGeom>
              <a:avLst/>
              <a:gdLst/>
              <a:ahLst/>
              <a:cxnLst/>
              <a:rect l="l" t="t" r="r" b="b"/>
              <a:pathLst>
                <a:path w="2502" h="2502" extrusionOk="0">
                  <a:moveTo>
                    <a:pt x="1239" y="1"/>
                  </a:moveTo>
                  <a:cubicBezTo>
                    <a:pt x="548" y="1"/>
                    <a:pt x="1" y="572"/>
                    <a:pt x="1" y="1263"/>
                  </a:cubicBezTo>
                  <a:cubicBezTo>
                    <a:pt x="1" y="1953"/>
                    <a:pt x="548" y="2501"/>
                    <a:pt x="1239" y="2501"/>
                  </a:cubicBezTo>
                  <a:cubicBezTo>
                    <a:pt x="1930" y="2501"/>
                    <a:pt x="2501" y="1953"/>
                    <a:pt x="2501" y="1263"/>
                  </a:cubicBezTo>
                  <a:cubicBezTo>
                    <a:pt x="2501" y="572"/>
                    <a:pt x="1930" y="1"/>
                    <a:pt x="12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28" name="Google Shape;8728;p85"/>
          <p:cNvGrpSpPr/>
          <p:nvPr/>
        </p:nvGrpSpPr>
        <p:grpSpPr>
          <a:xfrm>
            <a:off x="4366727" y="4593529"/>
            <a:ext cx="464053" cy="466696"/>
            <a:chOff x="2792800" y="3648425"/>
            <a:chExt cx="267950" cy="268525"/>
          </a:xfrm>
          <a:solidFill>
            <a:schemeClr val="bg1"/>
          </a:solidFill>
        </p:grpSpPr>
        <p:sp>
          <p:nvSpPr>
            <p:cNvPr id="8729" name="Google Shape;8729;p85"/>
            <p:cNvSpPr/>
            <p:nvPr/>
          </p:nvSpPr>
          <p:spPr>
            <a:xfrm>
              <a:off x="2792800" y="3648425"/>
              <a:ext cx="126250" cy="126250"/>
            </a:xfrm>
            <a:custGeom>
              <a:avLst/>
              <a:gdLst/>
              <a:ahLst/>
              <a:cxnLst/>
              <a:rect l="l" t="t" r="r" b="b"/>
              <a:pathLst>
                <a:path w="5050" h="5050" extrusionOk="0">
                  <a:moveTo>
                    <a:pt x="2534" y="1310"/>
                  </a:moveTo>
                  <a:cubicBezTo>
                    <a:pt x="2680" y="1310"/>
                    <a:pt x="2823" y="1405"/>
                    <a:pt x="2835" y="1596"/>
                  </a:cubicBezTo>
                  <a:lnTo>
                    <a:pt x="2835" y="2239"/>
                  </a:lnTo>
                  <a:lnTo>
                    <a:pt x="3478" y="2239"/>
                  </a:lnTo>
                  <a:cubicBezTo>
                    <a:pt x="3492" y="2237"/>
                    <a:pt x="3507" y="2237"/>
                    <a:pt x="3520" y="2237"/>
                  </a:cubicBezTo>
                  <a:cubicBezTo>
                    <a:pt x="3916" y="2237"/>
                    <a:pt x="3916" y="2860"/>
                    <a:pt x="3520" y="2860"/>
                  </a:cubicBezTo>
                  <a:cubicBezTo>
                    <a:pt x="3507" y="2860"/>
                    <a:pt x="3492" y="2860"/>
                    <a:pt x="3478" y="2858"/>
                  </a:cubicBezTo>
                  <a:lnTo>
                    <a:pt x="2835" y="2858"/>
                  </a:lnTo>
                  <a:lnTo>
                    <a:pt x="2835" y="3501"/>
                  </a:lnTo>
                  <a:cubicBezTo>
                    <a:pt x="2823" y="3692"/>
                    <a:pt x="2680" y="3787"/>
                    <a:pt x="2534" y="3787"/>
                  </a:cubicBezTo>
                  <a:cubicBezTo>
                    <a:pt x="2388" y="3787"/>
                    <a:pt x="2240" y="3692"/>
                    <a:pt x="2216" y="3501"/>
                  </a:cubicBezTo>
                  <a:lnTo>
                    <a:pt x="2216" y="2858"/>
                  </a:lnTo>
                  <a:lnTo>
                    <a:pt x="1597" y="2858"/>
                  </a:lnTo>
                  <a:cubicBezTo>
                    <a:pt x="1581" y="2860"/>
                    <a:pt x="1566" y="2860"/>
                    <a:pt x="1552" y="2860"/>
                  </a:cubicBezTo>
                  <a:cubicBezTo>
                    <a:pt x="1135" y="2860"/>
                    <a:pt x="1135" y="2237"/>
                    <a:pt x="1552" y="2237"/>
                  </a:cubicBezTo>
                  <a:cubicBezTo>
                    <a:pt x="1566" y="2237"/>
                    <a:pt x="1581" y="2237"/>
                    <a:pt x="1597" y="2239"/>
                  </a:cubicBezTo>
                  <a:lnTo>
                    <a:pt x="2216" y="2239"/>
                  </a:lnTo>
                  <a:lnTo>
                    <a:pt x="2216" y="1596"/>
                  </a:lnTo>
                  <a:cubicBezTo>
                    <a:pt x="2240" y="1405"/>
                    <a:pt x="2388" y="1310"/>
                    <a:pt x="2534" y="1310"/>
                  </a:cubicBezTo>
                  <a:close/>
                  <a:moveTo>
                    <a:pt x="930" y="0"/>
                  </a:moveTo>
                  <a:cubicBezTo>
                    <a:pt x="406" y="0"/>
                    <a:pt x="1" y="429"/>
                    <a:pt x="1" y="953"/>
                  </a:cubicBezTo>
                  <a:lnTo>
                    <a:pt x="1" y="4120"/>
                  </a:lnTo>
                  <a:cubicBezTo>
                    <a:pt x="1" y="4644"/>
                    <a:pt x="430" y="5049"/>
                    <a:pt x="930" y="5049"/>
                  </a:cubicBezTo>
                  <a:lnTo>
                    <a:pt x="4097" y="5049"/>
                  </a:lnTo>
                  <a:cubicBezTo>
                    <a:pt x="4621" y="5049"/>
                    <a:pt x="5050" y="4644"/>
                    <a:pt x="5050" y="4120"/>
                  </a:cubicBezTo>
                  <a:lnTo>
                    <a:pt x="5050" y="953"/>
                  </a:lnTo>
                  <a:cubicBezTo>
                    <a:pt x="5050" y="429"/>
                    <a:pt x="4621" y="0"/>
                    <a:pt x="40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30" name="Google Shape;8730;p85"/>
            <p:cNvSpPr/>
            <p:nvPr/>
          </p:nvSpPr>
          <p:spPr>
            <a:xfrm>
              <a:off x="2934500" y="3648425"/>
              <a:ext cx="126250" cy="126250"/>
            </a:xfrm>
            <a:custGeom>
              <a:avLst/>
              <a:gdLst/>
              <a:ahLst/>
              <a:cxnLst/>
              <a:rect l="l" t="t" r="r" b="b"/>
              <a:pathLst>
                <a:path w="5050" h="5050" extrusionOk="0">
                  <a:moveTo>
                    <a:pt x="3478" y="2239"/>
                  </a:moveTo>
                  <a:cubicBezTo>
                    <a:pt x="3859" y="2263"/>
                    <a:pt x="3859" y="2810"/>
                    <a:pt x="3478" y="2858"/>
                  </a:cubicBezTo>
                  <a:lnTo>
                    <a:pt x="1573" y="2858"/>
                  </a:lnTo>
                  <a:cubicBezTo>
                    <a:pt x="1192" y="2810"/>
                    <a:pt x="1192" y="2263"/>
                    <a:pt x="1573" y="2239"/>
                  </a:cubicBezTo>
                  <a:close/>
                  <a:moveTo>
                    <a:pt x="953" y="0"/>
                  </a:moveTo>
                  <a:cubicBezTo>
                    <a:pt x="429" y="0"/>
                    <a:pt x="1" y="429"/>
                    <a:pt x="1" y="953"/>
                  </a:cubicBezTo>
                  <a:lnTo>
                    <a:pt x="1" y="4120"/>
                  </a:lnTo>
                  <a:cubicBezTo>
                    <a:pt x="1" y="4644"/>
                    <a:pt x="429" y="5049"/>
                    <a:pt x="953" y="5049"/>
                  </a:cubicBezTo>
                  <a:lnTo>
                    <a:pt x="4121" y="5049"/>
                  </a:lnTo>
                  <a:cubicBezTo>
                    <a:pt x="4621" y="5049"/>
                    <a:pt x="5049" y="4644"/>
                    <a:pt x="5049" y="4120"/>
                  </a:cubicBezTo>
                  <a:lnTo>
                    <a:pt x="5049" y="953"/>
                  </a:lnTo>
                  <a:cubicBezTo>
                    <a:pt x="5049" y="429"/>
                    <a:pt x="4621" y="0"/>
                    <a:pt x="41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31" name="Google Shape;8731;p85"/>
            <p:cNvSpPr/>
            <p:nvPr/>
          </p:nvSpPr>
          <p:spPr>
            <a:xfrm>
              <a:off x="2934500" y="3790725"/>
              <a:ext cx="126250" cy="126225"/>
            </a:xfrm>
            <a:custGeom>
              <a:avLst/>
              <a:gdLst/>
              <a:ahLst/>
              <a:cxnLst/>
              <a:rect l="l" t="t" r="r" b="b"/>
              <a:pathLst>
                <a:path w="5050" h="5049" extrusionOk="0">
                  <a:moveTo>
                    <a:pt x="3478" y="1572"/>
                  </a:moveTo>
                  <a:cubicBezTo>
                    <a:pt x="3906" y="1572"/>
                    <a:pt x="3906" y="2191"/>
                    <a:pt x="3478" y="2191"/>
                  </a:cubicBezTo>
                  <a:lnTo>
                    <a:pt x="1573" y="2191"/>
                  </a:lnTo>
                  <a:cubicBezTo>
                    <a:pt x="1144" y="2191"/>
                    <a:pt x="1144" y="1572"/>
                    <a:pt x="1573" y="1572"/>
                  </a:cubicBezTo>
                  <a:close/>
                  <a:moveTo>
                    <a:pt x="3478" y="2834"/>
                  </a:moveTo>
                  <a:cubicBezTo>
                    <a:pt x="3859" y="2858"/>
                    <a:pt x="3859" y="3405"/>
                    <a:pt x="3478" y="3453"/>
                  </a:cubicBezTo>
                  <a:lnTo>
                    <a:pt x="1573" y="3453"/>
                  </a:lnTo>
                  <a:cubicBezTo>
                    <a:pt x="1192" y="3405"/>
                    <a:pt x="1192" y="2858"/>
                    <a:pt x="1573" y="2834"/>
                  </a:cubicBezTo>
                  <a:close/>
                  <a:moveTo>
                    <a:pt x="953" y="0"/>
                  </a:moveTo>
                  <a:cubicBezTo>
                    <a:pt x="429" y="0"/>
                    <a:pt x="1" y="429"/>
                    <a:pt x="1" y="929"/>
                  </a:cubicBezTo>
                  <a:lnTo>
                    <a:pt x="1" y="4096"/>
                  </a:lnTo>
                  <a:cubicBezTo>
                    <a:pt x="1" y="4620"/>
                    <a:pt x="429" y="5049"/>
                    <a:pt x="953" y="5049"/>
                  </a:cubicBezTo>
                  <a:lnTo>
                    <a:pt x="4121" y="5049"/>
                  </a:lnTo>
                  <a:cubicBezTo>
                    <a:pt x="4621" y="5049"/>
                    <a:pt x="5049" y="4620"/>
                    <a:pt x="5049" y="4096"/>
                  </a:cubicBezTo>
                  <a:lnTo>
                    <a:pt x="5049" y="929"/>
                  </a:lnTo>
                  <a:cubicBezTo>
                    <a:pt x="5049" y="429"/>
                    <a:pt x="4621" y="0"/>
                    <a:pt x="412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32" name="Google Shape;8732;p85"/>
            <p:cNvSpPr/>
            <p:nvPr/>
          </p:nvSpPr>
          <p:spPr>
            <a:xfrm>
              <a:off x="2792800" y="3790725"/>
              <a:ext cx="126250" cy="126225"/>
            </a:xfrm>
            <a:custGeom>
              <a:avLst/>
              <a:gdLst/>
              <a:ahLst/>
              <a:cxnLst/>
              <a:rect l="l" t="t" r="r" b="b"/>
              <a:pathLst>
                <a:path w="5050" h="5049" extrusionOk="0">
                  <a:moveTo>
                    <a:pt x="3204" y="1530"/>
                  </a:moveTo>
                  <a:cubicBezTo>
                    <a:pt x="3287" y="1530"/>
                    <a:pt x="3371" y="1560"/>
                    <a:pt x="3430" y="1619"/>
                  </a:cubicBezTo>
                  <a:cubicBezTo>
                    <a:pt x="3549" y="1738"/>
                    <a:pt x="3549" y="1953"/>
                    <a:pt x="3430" y="2072"/>
                  </a:cubicBezTo>
                  <a:lnTo>
                    <a:pt x="2978" y="2501"/>
                  </a:lnTo>
                  <a:lnTo>
                    <a:pt x="3430" y="2953"/>
                  </a:lnTo>
                  <a:cubicBezTo>
                    <a:pt x="3549" y="3072"/>
                    <a:pt x="3549" y="3286"/>
                    <a:pt x="3430" y="3405"/>
                  </a:cubicBezTo>
                  <a:cubicBezTo>
                    <a:pt x="3359" y="3465"/>
                    <a:pt x="3275" y="3495"/>
                    <a:pt x="3195" y="3495"/>
                  </a:cubicBezTo>
                  <a:cubicBezTo>
                    <a:pt x="3115" y="3495"/>
                    <a:pt x="3037" y="3465"/>
                    <a:pt x="2978" y="3405"/>
                  </a:cubicBezTo>
                  <a:lnTo>
                    <a:pt x="2525" y="2953"/>
                  </a:lnTo>
                  <a:lnTo>
                    <a:pt x="2097" y="3405"/>
                  </a:lnTo>
                  <a:cubicBezTo>
                    <a:pt x="2025" y="3465"/>
                    <a:pt x="1942" y="3495"/>
                    <a:pt x="1861" y="3495"/>
                  </a:cubicBezTo>
                  <a:cubicBezTo>
                    <a:pt x="1781" y="3495"/>
                    <a:pt x="1704" y="3465"/>
                    <a:pt x="1644" y="3405"/>
                  </a:cubicBezTo>
                  <a:cubicBezTo>
                    <a:pt x="1525" y="3286"/>
                    <a:pt x="1525" y="3072"/>
                    <a:pt x="1644" y="2953"/>
                  </a:cubicBezTo>
                  <a:lnTo>
                    <a:pt x="2097" y="2501"/>
                  </a:lnTo>
                  <a:lnTo>
                    <a:pt x="1644" y="2072"/>
                  </a:lnTo>
                  <a:cubicBezTo>
                    <a:pt x="1525" y="1953"/>
                    <a:pt x="1525" y="1738"/>
                    <a:pt x="1644" y="1619"/>
                  </a:cubicBezTo>
                  <a:cubicBezTo>
                    <a:pt x="1704" y="1560"/>
                    <a:pt x="1787" y="1530"/>
                    <a:pt x="1870" y="1530"/>
                  </a:cubicBezTo>
                  <a:cubicBezTo>
                    <a:pt x="1954" y="1530"/>
                    <a:pt x="2037" y="1560"/>
                    <a:pt x="2097" y="1619"/>
                  </a:cubicBezTo>
                  <a:lnTo>
                    <a:pt x="2525" y="2072"/>
                  </a:lnTo>
                  <a:lnTo>
                    <a:pt x="2978" y="1619"/>
                  </a:lnTo>
                  <a:cubicBezTo>
                    <a:pt x="3037" y="1560"/>
                    <a:pt x="3121" y="1530"/>
                    <a:pt x="3204" y="1530"/>
                  </a:cubicBezTo>
                  <a:close/>
                  <a:moveTo>
                    <a:pt x="930" y="0"/>
                  </a:moveTo>
                  <a:cubicBezTo>
                    <a:pt x="430" y="0"/>
                    <a:pt x="1" y="429"/>
                    <a:pt x="1" y="929"/>
                  </a:cubicBezTo>
                  <a:lnTo>
                    <a:pt x="1" y="4096"/>
                  </a:lnTo>
                  <a:cubicBezTo>
                    <a:pt x="1" y="4620"/>
                    <a:pt x="406" y="5049"/>
                    <a:pt x="930" y="5049"/>
                  </a:cubicBezTo>
                  <a:lnTo>
                    <a:pt x="4097" y="5049"/>
                  </a:lnTo>
                  <a:cubicBezTo>
                    <a:pt x="4621" y="5049"/>
                    <a:pt x="5050" y="4620"/>
                    <a:pt x="5050" y="4096"/>
                  </a:cubicBezTo>
                  <a:lnTo>
                    <a:pt x="5050" y="929"/>
                  </a:lnTo>
                  <a:cubicBezTo>
                    <a:pt x="5050" y="429"/>
                    <a:pt x="4621" y="0"/>
                    <a:pt x="40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733" name="Google Shape;8733;p85"/>
          <p:cNvSpPr/>
          <p:nvPr/>
        </p:nvSpPr>
        <p:spPr>
          <a:xfrm>
            <a:off x="3362366" y="4592185"/>
            <a:ext cx="470245" cy="469043"/>
          </a:xfrm>
          <a:custGeom>
            <a:avLst/>
            <a:gdLst/>
            <a:ahLst/>
            <a:cxnLst/>
            <a:rect l="l" t="t" r="r" b="b"/>
            <a:pathLst>
              <a:path w="10861" h="10795" extrusionOk="0">
                <a:moveTo>
                  <a:pt x="6693" y="3192"/>
                </a:moveTo>
                <a:cubicBezTo>
                  <a:pt x="6859" y="3192"/>
                  <a:pt x="7002" y="3335"/>
                  <a:pt x="7002" y="3525"/>
                </a:cubicBezTo>
                <a:lnTo>
                  <a:pt x="7002" y="3835"/>
                </a:lnTo>
                <a:lnTo>
                  <a:pt x="7336" y="3835"/>
                </a:lnTo>
                <a:cubicBezTo>
                  <a:pt x="7502" y="3835"/>
                  <a:pt x="7621" y="3978"/>
                  <a:pt x="7621" y="4144"/>
                </a:cubicBezTo>
                <a:lnTo>
                  <a:pt x="7621" y="6645"/>
                </a:lnTo>
                <a:cubicBezTo>
                  <a:pt x="7621" y="6811"/>
                  <a:pt x="7502" y="6954"/>
                  <a:pt x="7336" y="6978"/>
                </a:cubicBezTo>
                <a:lnTo>
                  <a:pt x="7002" y="6978"/>
                </a:lnTo>
                <a:lnTo>
                  <a:pt x="7002" y="7288"/>
                </a:lnTo>
                <a:cubicBezTo>
                  <a:pt x="7002" y="7454"/>
                  <a:pt x="6859" y="7597"/>
                  <a:pt x="6693" y="7597"/>
                </a:cubicBezTo>
                <a:lnTo>
                  <a:pt x="4192" y="7597"/>
                </a:lnTo>
                <a:cubicBezTo>
                  <a:pt x="4001" y="7597"/>
                  <a:pt x="3859" y="7454"/>
                  <a:pt x="3859" y="7288"/>
                </a:cubicBezTo>
                <a:lnTo>
                  <a:pt x="3859" y="6978"/>
                </a:lnTo>
                <a:lnTo>
                  <a:pt x="3549" y="6978"/>
                </a:lnTo>
                <a:cubicBezTo>
                  <a:pt x="3382" y="6978"/>
                  <a:pt x="3239" y="6835"/>
                  <a:pt x="3239" y="6645"/>
                </a:cubicBezTo>
                <a:lnTo>
                  <a:pt x="3239" y="4144"/>
                </a:lnTo>
                <a:cubicBezTo>
                  <a:pt x="3239" y="3978"/>
                  <a:pt x="3382" y="3835"/>
                  <a:pt x="3549" y="3835"/>
                </a:cubicBezTo>
                <a:lnTo>
                  <a:pt x="3859" y="3835"/>
                </a:lnTo>
                <a:lnTo>
                  <a:pt x="3859" y="3525"/>
                </a:lnTo>
                <a:cubicBezTo>
                  <a:pt x="3859" y="3335"/>
                  <a:pt x="4001" y="3192"/>
                  <a:pt x="4192" y="3192"/>
                </a:cubicBezTo>
                <a:close/>
                <a:moveTo>
                  <a:pt x="4811" y="1"/>
                </a:moveTo>
                <a:cubicBezTo>
                  <a:pt x="4644" y="1"/>
                  <a:pt x="4478" y="120"/>
                  <a:pt x="4502" y="358"/>
                </a:cubicBezTo>
                <a:lnTo>
                  <a:pt x="4502" y="1930"/>
                </a:lnTo>
                <a:lnTo>
                  <a:pt x="3859" y="1930"/>
                </a:lnTo>
                <a:lnTo>
                  <a:pt x="3859" y="358"/>
                </a:lnTo>
                <a:cubicBezTo>
                  <a:pt x="3859" y="143"/>
                  <a:pt x="3698" y="36"/>
                  <a:pt x="3537" y="36"/>
                </a:cubicBezTo>
                <a:cubicBezTo>
                  <a:pt x="3376" y="36"/>
                  <a:pt x="3216" y="143"/>
                  <a:pt x="3216" y="358"/>
                </a:cubicBezTo>
                <a:lnTo>
                  <a:pt x="3216" y="1930"/>
                </a:lnTo>
                <a:lnTo>
                  <a:pt x="2906" y="1930"/>
                </a:lnTo>
                <a:cubicBezTo>
                  <a:pt x="2382" y="1930"/>
                  <a:pt x="1977" y="2358"/>
                  <a:pt x="1953" y="2882"/>
                </a:cubicBezTo>
                <a:lnTo>
                  <a:pt x="1953" y="3192"/>
                </a:lnTo>
                <a:lnTo>
                  <a:pt x="382" y="3192"/>
                </a:lnTo>
                <a:cubicBezTo>
                  <a:pt x="1" y="3239"/>
                  <a:pt x="1" y="3787"/>
                  <a:pt x="382" y="3835"/>
                </a:cubicBezTo>
                <a:lnTo>
                  <a:pt x="1977" y="3835"/>
                </a:lnTo>
                <a:lnTo>
                  <a:pt x="1977" y="4454"/>
                </a:lnTo>
                <a:lnTo>
                  <a:pt x="382" y="4454"/>
                </a:lnTo>
                <a:cubicBezTo>
                  <a:pt x="1" y="4501"/>
                  <a:pt x="1" y="5049"/>
                  <a:pt x="382" y="5073"/>
                </a:cubicBezTo>
                <a:lnTo>
                  <a:pt x="1977" y="5073"/>
                </a:lnTo>
                <a:lnTo>
                  <a:pt x="1977" y="5716"/>
                </a:lnTo>
                <a:lnTo>
                  <a:pt x="382" y="5716"/>
                </a:lnTo>
                <a:cubicBezTo>
                  <a:pt x="1" y="5740"/>
                  <a:pt x="1" y="6311"/>
                  <a:pt x="382" y="6335"/>
                </a:cubicBezTo>
                <a:lnTo>
                  <a:pt x="1977" y="6335"/>
                </a:lnTo>
                <a:lnTo>
                  <a:pt x="1977" y="6978"/>
                </a:lnTo>
                <a:lnTo>
                  <a:pt x="382" y="6978"/>
                </a:lnTo>
                <a:cubicBezTo>
                  <a:pt x="1" y="7002"/>
                  <a:pt x="1" y="7550"/>
                  <a:pt x="382" y="7597"/>
                </a:cubicBezTo>
                <a:lnTo>
                  <a:pt x="1977" y="7597"/>
                </a:lnTo>
                <a:lnTo>
                  <a:pt x="1977" y="7931"/>
                </a:lnTo>
                <a:cubicBezTo>
                  <a:pt x="1977" y="8431"/>
                  <a:pt x="2406" y="8860"/>
                  <a:pt x="2930" y="8860"/>
                </a:cubicBezTo>
                <a:lnTo>
                  <a:pt x="3239" y="8860"/>
                </a:lnTo>
                <a:lnTo>
                  <a:pt x="3239" y="10455"/>
                </a:lnTo>
                <a:cubicBezTo>
                  <a:pt x="3239" y="10669"/>
                  <a:pt x="3394" y="10777"/>
                  <a:pt x="3549" y="10777"/>
                </a:cubicBezTo>
                <a:cubicBezTo>
                  <a:pt x="3704" y="10777"/>
                  <a:pt x="3859" y="10669"/>
                  <a:pt x="3859" y="10455"/>
                </a:cubicBezTo>
                <a:lnTo>
                  <a:pt x="3859" y="8860"/>
                </a:lnTo>
                <a:lnTo>
                  <a:pt x="4502" y="8860"/>
                </a:lnTo>
                <a:lnTo>
                  <a:pt x="4502" y="10455"/>
                </a:lnTo>
                <a:cubicBezTo>
                  <a:pt x="4478" y="10681"/>
                  <a:pt x="4644" y="10794"/>
                  <a:pt x="4811" y="10794"/>
                </a:cubicBezTo>
                <a:cubicBezTo>
                  <a:pt x="4978" y="10794"/>
                  <a:pt x="5145" y="10681"/>
                  <a:pt x="5121" y="10455"/>
                </a:cubicBezTo>
                <a:lnTo>
                  <a:pt x="5121" y="8860"/>
                </a:lnTo>
                <a:lnTo>
                  <a:pt x="5740" y="8860"/>
                </a:lnTo>
                <a:lnTo>
                  <a:pt x="5740" y="10455"/>
                </a:lnTo>
                <a:cubicBezTo>
                  <a:pt x="5716" y="10681"/>
                  <a:pt x="5889" y="10794"/>
                  <a:pt x="6061" y="10794"/>
                </a:cubicBezTo>
                <a:cubicBezTo>
                  <a:pt x="6234" y="10794"/>
                  <a:pt x="6407" y="10681"/>
                  <a:pt x="6383" y="10455"/>
                </a:cubicBezTo>
                <a:lnTo>
                  <a:pt x="6383" y="8860"/>
                </a:lnTo>
                <a:lnTo>
                  <a:pt x="7002" y="8860"/>
                </a:lnTo>
                <a:lnTo>
                  <a:pt x="7002" y="10455"/>
                </a:lnTo>
                <a:cubicBezTo>
                  <a:pt x="6978" y="10681"/>
                  <a:pt x="7145" y="10794"/>
                  <a:pt x="7315" y="10794"/>
                </a:cubicBezTo>
                <a:cubicBezTo>
                  <a:pt x="7484" y="10794"/>
                  <a:pt x="7657" y="10681"/>
                  <a:pt x="7645" y="10455"/>
                </a:cubicBezTo>
                <a:lnTo>
                  <a:pt x="7645" y="8860"/>
                </a:lnTo>
                <a:lnTo>
                  <a:pt x="7931" y="8860"/>
                </a:lnTo>
                <a:cubicBezTo>
                  <a:pt x="8455" y="8860"/>
                  <a:pt x="8883" y="8431"/>
                  <a:pt x="8883" y="7931"/>
                </a:cubicBezTo>
                <a:lnTo>
                  <a:pt x="8883" y="7597"/>
                </a:lnTo>
                <a:lnTo>
                  <a:pt x="10479" y="7597"/>
                </a:lnTo>
                <a:cubicBezTo>
                  <a:pt x="10836" y="7574"/>
                  <a:pt x="10836" y="7002"/>
                  <a:pt x="10479" y="6978"/>
                </a:cubicBezTo>
                <a:lnTo>
                  <a:pt x="8883" y="6978"/>
                </a:lnTo>
                <a:lnTo>
                  <a:pt x="8883" y="6335"/>
                </a:lnTo>
                <a:lnTo>
                  <a:pt x="10479" y="6335"/>
                </a:lnTo>
                <a:cubicBezTo>
                  <a:pt x="10836" y="6311"/>
                  <a:pt x="10836" y="5740"/>
                  <a:pt x="10479" y="5716"/>
                </a:cubicBezTo>
                <a:lnTo>
                  <a:pt x="8883" y="5716"/>
                </a:lnTo>
                <a:lnTo>
                  <a:pt x="8883" y="5073"/>
                </a:lnTo>
                <a:lnTo>
                  <a:pt x="10479" y="5073"/>
                </a:lnTo>
                <a:cubicBezTo>
                  <a:pt x="10836" y="5049"/>
                  <a:pt x="10836" y="4501"/>
                  <a:pt x="10479" y="4454"/>
                </a:cubicBezTo>
                <a:lnTo>
                  <a:pt x="8883" y="4454"/>
                </a:lnTo>
                <a:lnTo>
                  <a:pt x="8883" y="3835"/>
                </a:lnTo>
                <a:lnTo>
                  <a:pt x="10479" y="3835"/>
                </a:lnTo>
                <a:cubicBezTo>
                  <a:pt x="10860" y="3787"/>
                  <a:pt x="10860" y="3239"/>
                  <a:pt x="10479" y="3192"/>
                </a:cubicBezTo>
                <a:lnTo>
                  <a:pt x="8883" y="3192"/>
                </a:lnTo>
                <a:lnTo>
                  <a:pt x="8883" y="2882"/>
                </a:lnTo>
                <a:cubicBezTo>
                  <a:pt x="8883" y="2358"/>
                  <a:pt x="8455" y="1930"/>
                  <a:pt x="7931" y="1930"/>
                </a:cubicBezTo>
                <a:lnTo>
                  <a:pt x="7645" y="1930"/>
                </a:lnTo>
                <a:lnTo>
                  <a:pt x="7645" y="358"/>
                </a:lnTo>
                <a:cubicBezTo>
                  <a:pt x="7657" y="120"/>
                  <a:pt x="7484" y="1"/>
                  <a:pt x="7315" y="1"/>
                </a:cubicBezTo>
                <a:cubicBezTo>
                  <a:pt x="7145" y="1"/>
                  <a:pt x="6978" y="120"/>
                  <a:pt x="7002" y="358"/>
                </a:cubicBezTo>
                <a:lnTo>
                  <a:pt x="7002" y="1930"/>
                </a:lnTo>
                <a:lnTo>
                  <a:pt x="6383" y="1930"/>
                </a:lnTo>
                <a:lnTo>
                  <a:pt x="6383" y="358"/>
                </a:lnTo>
                <a:cubicBezTo>
                  <a:pt x="6407" y="120"/>
                  <a:pt x="6234" y="1"/>
                  <a:pt x="6061" y="1"/>
                </a:cubicBezTo>
                <a:cubicBezTo>
                  <a:pt x="5889" y="1"/>
                  <a:pt x="5716" y="120"/>
                  <a:pt x="5740" y="358"/>
                </a:cubicBezTo>
                <a:lnTo>
                  <a:pt x="5740" y="1930"/>
                </a:lnTo>
                <a:lnTo>
                  <a:pt x="5121" y="1930"/>
                </a:lnTo>
                <a:lnTo>
                  <a:pt x="5121" y="358"/>
                </a:lnTo>
                <a:cubicBezTo>
                  <a:pt x="5145" y="120"/>
                  <a:pt x="4978" y="1"/>
                  <a:pt x="481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34" name="Google Shape;8734;p85"/>
          <p:cNvSpPr/>
          <p:nvPr/>
        </p:nvSpPr>
        <p:spPr>
          <a:xfrm>
            <a:off x="3529400" y="4758764"/>
            <a:ext cx="136168" cy="136651"/>
          </a:xfrm>
          <a:custGeom>
            <a:avLst/>
            <a:gdLst/>
            <a:ahLst/>
            <a:cxnLst/>
            <a:rect l="l" t="t" r="r" b="b"/>
            <a:pathLst>
              <a:path w="3145" h="3145" extrusionOk="0">
                <a:moveTo>
                  <a:pt x="620" y="1"/>
                </a:moveTo>
                <a:lnTo>
                  <a:pt x="620" y="310"/>
                </a:lnTo>
                <a:cubicBezTo>
                  <a:pt x="620" y="477"/>
                  <a:pt x="477" y="620"/>
                  <a:pt x="310" y="620"/>
                </a:cubicBezTo>
                <a:lnTo>
                  <a:pt x="1" y="620"/>
                </a:lnTo>
                <a:lnTo>
                  <a:pt x="1" y="2501"/>
                </a:lnTo>
                <a:lnTo>
                  <a:pt x="310" y="2501"/>
                </a:lnTo>
                <a:cubicBezTo>
                  <a:pt x="477" y="2501"/>
                  <a:pt x="620" y="2644"/>
                  <a:pt x="620" y="2811"/>
                </a:cubicBezTo>
                <a:lnTo>
                  <a:pt x="620" y="3144"/>
                </a:lnTo>
                <a:lnTo>
                  <a:pt x="2501" y="3144"/>
                </a:lnTo>
                <a:lnTo>
                  <a:pt x="2501" y="2811"/>
                </a:lnTo>
                <a:cubicBezTo>
                  <a:pt x="2501" y="2644"/>
                  <a:pt x="2644" y="2501"/>
                  <a:pt x="2835" y="2501"/>
                </a:cubicBezTo>
                <a:lnTo>
                  <a:pt x="3144" y="2501"/>
                </a:lnTo>
                <a:lnTo>
                  <a:pt x="3144" y="620"/>
                </a:lnTo>
                <a:lnTo>
                  <a:pt x="2835" y="620"/>
                </a:lnTo>
                <a:cubicBezTo>
                  <a:pt x="2644" y="620"/>
                  <a:pt x="2501" y="477"/>
                  <a:pt x="2501" y="310"/>
                </a:cubicBezTo>
                <a:lnTo>
                  <a:pt x="2501"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735" name="Google Shape;8735;p85"/>
          <p:cNvGrpSpPr/>
          <p:nvPr/>
        </p:nvGrpSpPr>
        <p:grpSpPr>
          <a:xfrm>
            <a:off x="2416949" y="4594572"/>
            <a:ext cx="355769" cy="466696"/>
            <a:chOff x="1666975" y="3649025"/>
            <a:chExt cx="205425" cy="268525"/>
          </a:xfrm>
          <a:solidFill>
            <a:schemeClr val="bg1"/>
          </a:solidFill>
        </p:grpSpPr>
        <p:sp>
          <p:nvSpPr>
            <p:cNvPr id="8736" name="Google Shape;8736;p85"/>
            <p:cNvSpPr/>
            <p:nvPr/>
          </p:nvSpPr>
          <p:spPr>
            <a:xfrm>
              <a:off x="1666975" y="3727600"/>
              <a:ext cx="205425" cy="189950"/>
            </a:xfrm>
            <a:custGeom>
              <a:avLst/>
              <a:gdLst/>
              <a:ahLst/>
              <a:cxnLst/>
              <a:rect l="l" t="t" r="r" b="b"/>
              <a:pathLst>
                <a:path w="8217" h="7598" extrusionOk="0">
                  <a:moveTo>
                    <a:pt x="2549" y="1"/>
                  </a:moveTo>
                  <a:lnTo>
                    <a:pt x="2549" y="1572"/>
                  </a:lnTo>
                  <a:cubicBezTo>
                    <a:pt x="2549" y="1739"/>
                    <a:pt x="2406" y="1882"/>
                    <a:pt x="2239" y="1882"/>
                  </a:cubicBezTo>
                  <a:cubicBezTo>
                    <a:pt x="2225" y="1884"/>
                    <a:pt x="2211" y="1885"/>
                    <a:pt x="2198" y="1885"/>
                  </a:cubicBezTo>
                  <a:cubicBezTo>
                    <a:pt x="2029" y="1885"/>
                    <a:pt x="1906" y="1751"/>
                    <a:pt x="1906" y="1596"/>
                  </a:cubicBezTo>
                  <a:lnTo>
                    <a:pt x="1906" y="25"/>
                  </a:lnTo>
                  <a:lnTo>
                    <a:pt x="953" y="25"/>
                  </a:lnTo>
                  <a:cubicBezTo>
                    <a:pt x="787" y="25"/>
                    <a:pt x="644" y="167"/>
                    <a:pt x="644" y="334"/>
                  </a:cubicBezTo>
                  <a:cubicBezTo>
                    <a:pt x="620" y="2644"/>
                    <a:pt x="429" y="4954"/>
                    <a:pt x="25" y="7216"/>
                  </a:cubicBezTo>
                  <a:cubicBezTo>
                    <a:pt x="1" y="7312"/>
                    <a:pt x="25" y="7407"/>
                    <a:pt x="72" y="7478"/>
                  </a:cubicBezTo>
                  <a:cubicBezTo>
                    <a:pt x="144" y="7550"/>
                    <a:pt x="239" y="7597"/>
                    <a:pt x="334" y="7597"/>
                  </a:cubicBezTo>
                  <a:lnTo>
                    <a:pt x="7860" y="7597"/>
                  </a:lnTo>
                  <a:cubicBezTo>
                    <a:pt x="8074" y="7597"/>
                    <a:pt x="8217" y="7407"/>
                    <a:pt x="8169" y="7216"/>
                  </a:cubicBezTo>
                  <a:cubicBezTo>
                    <a:pt x="7764" y="4954"/>
                    <a:pt x="7550" y="2644"/>
                    <a:pt x="7550" y="334"/>
                  </a:cubicBezTo>
                  <a:cubicBezTo>
                    <a:pt x="7550" y="167"/>
                    <a:pt x="7407" y="25"/>
                    <a:pt x="7240" y="25"/>
                  </a:cubicBezTo>
                  <a:lnTo>
                    <a:pt x="6288" y="25"/>
                  </a:lnTo>
                  <a:lnTo>
                    <a:pt x="6288" y="1572"/>
                  </a:lnTo>
                  <a:cubicBezTo>
                    <a:pt x="6288" y="1715"/>
                    <a:pt x="6169" y="1834"/>
                    <a:pt x="6026" y="1882"/>
                  </a:cubicBezTo>
                  <a:cubicBezTo>
                    <a:pt x="5835" y="1882"/>
                    <a:pt x="5692" y="1763"/>
                    <a:pt x="5669" y="1572"/>
                  </a:cubicBezTo>
                  <a:lnTo>
                    <a:pt x="566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37" name="Google Shape;8737;p85"/>
            <p:cNvSpPr/>
            <p:nvPr/>
          </p:nvSpPr>
          <p:spPr>
            <a:xfrm>
              <a:off x="1714600" y="3649025"/>
              <a:ext cx="110175" cy="78600"/>
            </a:xfrm>
            <a:custGeom>
              <a:avLst/>
              <a:gdLst/>
              <a:ahLst/>
              <a:cxnLst/>
              <a:rect l="l" t="t" r="r" b="b"/>
              <a:pathLst>
                <a:path w="4407" h="3144" extrusionOk="0">
                  <a:moveTo>
                    <a:pt x="2216" y="0"/>
                  </a:moveTo>
                  <a:cubicBezTo>
                    <a:pt x="1001" y="0"/>
                    <a:pt x="1" y="977"/>
                    <a:pt x="1" y="2191"/>
                  </a:cubicBezTo>
                  <a:lnTo>
                    <a:pt x="1" y="3120"/>
                  </a:lnTo>
                  <a:lnTo>
                    <a:pt x="644" y="3120"/>
                  </a:lnTo>
                  <a:lnTo>
                    <a:pt x="644" y="2215"/>
                  </a:lnTo>
                  <a:cubicBezTo>
                    <a:pt x="596" y="1310"/>
                    <a:pt x="1287" y="572"/>
                    <a:pt x="2192" y="572"/>
                  </a:cubicBezTo>
                  <a:cubicBezTo>
                    <a:pt x="2206" y="571"/>
                    <a:pt x="2219" y="571"/>
                    <a:pt x="2233" y="571"/>
                  </a:cubicBezTo>
                  <a:cubicBezTo>
                    <a:pt x="3118" y="571"/>
                    <a:pt x="3811" y="1323"/>
                    <a:pt x="3764" y="2191"/>
                  </a:cubicBezTo>
                  <a:lnTo>
                    <a:pt x="3764" y="3144"/>
                  </a:lnTo>
                  <a:lnTo>
                    <a:pt x="4407" y="3144"/>
                  </a:lnTo>
                  <a:lnTo>
                    <a:pt x="4407" y="2215"/>
                  </a:lnTo>
                  <a:cubicBezTo>
                    <a:pt x="4407" y="1000"/>
                    <a:pt x="3430" y="0"/>
                    <a:pt x="22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38" name="Google Shape;8738;p85"/>
          <p:cNvGrpSpPr/>
          <p:nvPr/>
        </p:nvGrpSpPr>
        <p:grpSpPr>
          <a:xfrm>
            <a:off x="1429177" y="4594312"/>
            <a:ext cx="325851" cy="465915"/>
            <a:chOff x="1096625" y="3648875"/>
            <a:chExt cx="188150" cy="268075"/>
          </a:xfrm>
          <a:solidFill>
            <a:schemeClr val="bg1"/>
          </a:solidFill>
        </p:grpSpPr>
        <p:sp>
          <p:nvSpPr>
            <p:cNvPr id="8739" name="Google Shape;8739;p85"/>
            <p:cNvSpPr/>
            <p:nvPr/>
          </p:nvSpPr>
          <p:spPr>
            <a:xfrm>
              <a:off x="1096625" y="3885375"/>
              <a:ext cx="188150" cy="31575"/>
            </a:xfrm>
            <a:custGeom>
              <a:avLst/>
              <a:gdLst/>
              <a:ahLst/>
              <a:cxnLst/>
              <a:rect l="l" t="t" r="r" b="b"/>
              <a:pathLst>
                <a:path w="7526" h="1263" extrusionOk="0">
                  <a:moveTo>
                    <a:pt x="953" y="0"/>
                  </a:moveTo>
                  <a:cubicBezTo>
                    <a:pt x="429" y="0"/>
                    <a:pt x="0" y="429"/>
                    <a:pt x="0" y="953"/>
                  </a:cubicBezTo>
                  <a:cubicBezTo>
                    <a:pt x="0" y="1120"/>
                    <a:pt x="143" y="1263"/>
                    <a:pt x="310" y="1263"/>
                  </a:cubicBezTo>
                  <a:lnTo>
                    <a:pt x="7216" y="1263"/>
                  </a:lnTo>
                  <a:cubicBezTo>
                    <a:pt x="7383" y="1263"/>
                    <a:pt x="7526" y="1120"/>
                    <a:pt x="7526" y="953"/>
                  </a:cubicBezTo>
                  <a:cubicBezTo>
                    <a:pt x="7526" y="429"/>
                    <a:pt x="7121" y="0"/>
                    <a:pt x="65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40" name="Google Shape;8740;p85"/>
            <p:cNvSpPr/>
            <p:nvPr/>
          </p:nvSpPr>
          <p:spPr>
            <a:xfrm>
              <a:off x="1132350" y="3735950"/>
              <a:ext cx="116700" cy="30975"/>
            </a:xfrm>
            <a:custGeom>
              <a:avLst/>
              <a:gdLst/>
              <a:ahLst/>
              <a:cxnLst/>
              <a:rect l="l" t="t" r="r" b="b"/>
              <a:pathLst>
                <a:path w="4668" h="1239" extrusionOk="0">
                  <a:moveTo>
                    <a:pt x="1334" y="0"/>
                  </a:moveTo>
                  <a:cubicBezTo>
                    <a:pt x="905" y="0"/>
                    <a:pt x="500" y="119"/>
                    <a:pt x="143" y="357"/>
                  </a:cubicBezTo>
                  <a:cubicBezTo>
                    <a:pt x="72" y="405"/>
                    <a:pt x="0" y="500"/>
                    <a:pt x="0" y="619"/>
                  </a:cubicBezTo>
                  <a:cubicBezTo>
                    <a:pt x="0" y="715"/>
                    <a:pt x="72" y="810"/>
                    <a:pt x="143" y="881"/>
                  </a:cubicBezTo>
                  <a:cubicBezTo>
                    <a:pt x="500" y="1119"/>
                    <a:pt x="905" y="1238"/>
                    <a:pt x="1334" y="1238"/>
                  </a:cubicBezTo>
                  <a:lnTo>
                    <a:pt x="3334" y="1238"/>
                  </a:lnTo>
                  <a:cubicBezTo>
                    <a:pt x="3763" y="1238"/>
                    <a:pt x="4168" y="1119"/>
                    <a:pt x="4525" y="881"/>
                  </a:cubicBezTo>
                  <a:cubicBezTo>
                    <a:pt x="4620" y="810"/>
                    <a:pt x="4668" y="715"/>
                    <a:pt x="4668" y="619"/>
                  </a:cubicBezTo>
                  <a:cubicBezTo>
                    <a:pt x="4668" y="500"/>
                    <a:pt x="4620" y="405"/>
                    <a:pt x="4525" y="357"/>
                  </a:cubicBezTo>
                  <a:cubicBezTo>
                    <a:pt x="4168" y="119"/>
                    <a:pt x="3763" y="0"/>
                    <a:pt x="3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41" name="Google Shape;8741;p85"/>
            <p:cNvSpPr/>
            <p:nvPr/>
          </p:nvSpPr>
          <p:spPr>
            <a:xfrm>
              <a:off x="1143650" y="3648875"/>
              <a:ext cx="94100" cy="74575"/>
            </a:xfrm>
            <a:custGeom>
              <a:avLst/>
              <a:gdLst/>
              <a:ahLst/>
              <a:cxnLst/>
              <a:rect l="l" t="t" r="r" b="b"/>
              <a:pathLst>
                <a:path w="3764" h="2983" extrusionOk="0">
                  <a:moveTo>
                    <a:pt x="1873" y="0"/>
                  </a:moveTo>
                  <a:cubicBezTo>
                    <a:pt x="1733" y="0"/>
                    <a:pt x="1596" y="90"/>
                    <a:pt x="1573" y="268"/>
                  </a:cubicBezTo>
                  <a:cubicBezTo>
                    <a:pt x="1454" y="411"/>
                    <a:pt x="1311" y="554"/>
                    <a:pt x="1192" y="673"/>
                  </a:cubicBezTo>
                  <a:cubicBezTo>
                    <a:pt x="691" y="1197"/>
                    <a:pt x="1" y="1888"/>
                    <a:pt x="1" y="2626"/>
                  </a:cubicBezTo>
                  <a:cubicBezTo>
                    <a:pt x="1" y="2745"/>
                    <a:pt x="1" y="2864"/>
                    <a:pt x="48" y="2983"/>
                  </a:cubicBezTo>
                  <a:cubicBezTo>
                    <a:pt x="310" y="2888"/>
                    <a:pt x="596" y="2840"/>
                    <a:pt x="858" y="2840"/>
                  </a:cubicBezTo>
                  <a:lnTo>
                    <a:pt x="2882" y="2840"/>
                  </a:lnTo>
                  <a:cubicBezTo>
                    <a:pt x="3168" y="2840"/>
                    <a:pt x="3454" y="2888"/>
                    <a:pt x="3716" y="2983"/>
                  </a:cubicBezTo>
                  <a:cubicBezTo>
                    <a:pt x="3764" y="2864"/>
                    <a:pt x="3764" y="2745"/>
                    <a:pt x="3764" y="2626"/>
                  </a:cubicBezTo>
                  <a:cubicBezTo>
                    <a:pt x="3764" y="1911"/>
                    <a:pt x="3097" y="1197"/>
                    <a:pt x="2573" y="697"/>
                  </a:cubicBezTo>
                  <a:cubicBezTo>
                    <a:pt x="2430" y="554"/>
                    <a:pt x="2311" y="411"/>
                    <a:pt x="2192" y="268"/>
                  </a:cubicBezTo>
                  <a:cubicBezTo>
                    <a:pt x="2156" y="90"/>
                    <a:pt x="2013" y="0"/>
                    <a:pt x="18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42" name="Google Shape;8742;p85"/>
            <p:cNvSpPr/>
            <p:nvPr/>
          </p:nvSpPr>
          <p:spPr>
            <a:xfrm>
              <a:off x="1131750" y="3782375"/>
              <a:ext cx="118500" cy="87550"/>
            </a:xfrm>
            <a:custGeom>
              <a:avLst/>
              <a:gdLst/>
              <a:ahLst/>
              <a:cxnLst/>
              <a:rect l="l" t="t" r="r" b="b"/>
              <a:pathLst>
                <a:path w="4740" h="3502" extrusionOk="0">
                  <a:moveTo>
                    <a:pt x="1096" y="1"/>
                  </a:moveTo>
                  <a:cubicBezTo>
                    <a:pt x="1001" y="1239"/>
                    <a:pt x="620" y="2430"/>
                    <a:pt x="1" y="3501"/>
                  </a:cubicBezTo>
                  <a:lnTo>
                    <a:pt x="4740" y="3501"/>
                  </a:lnTo>
                  <a:cubicBezTo>
                    <a:pt x="4120" y="2430"/>
                    <a:pt x="3739" y="1239"/>
                    <a:pt x="3620" y="1"/>
                  </a:cubicBezTo>
                  <a:cubicBezTo>
                    <a:pt x="3549" y="1"/>
                    <a:pt x="3454" y="24"/>
                    <a:pt x="3358" y="24"/>
                  </a:cubicBezTo>
                  <a:lnTo>
                    <a:pt x="1358" y="24"/>
                  </a:lnTo>
                  <a:cubicBezTo>
                    <a:pt x="1287" y="24"/>
                    <a:pt x="1191" y="24"/>
                    <a:pt x="10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43" name="Google Shape;8743;p85"/>
          <p:cNvGrpSpPr/>
          <p:nvPr/>
        </p:nvGrpSpPr>
        <p:grpSpPr>
          <a:xfrm>
            <a:off x="1359081" y="5337393"/>
            <a:ext cx="465049" cy="465784"/>
            <a:chOff x="1056150" y="4076425"/>
            <a:chExt cx="268525" cy="268000"/>
          </a:xfrm>
          <a:solidFill>
            <a:schemeClr val="bg1"/>
          </a:solidFill>
        </p:grpSpPr>
        <p:sp>
          <p:nvSpPr>
            <p:cNvPr id="8744" name="Google Shape;8744;p85"/>
            <p:cNvSpPr/>
            <p:nvPr/>
          </p:nvSpPr>
          <p:spPr>
            <a:xfrm>
              <a:off x="1056150" y="4076425"/>
              <a:ext cx="268525" cy="173325"/>
            </a:xfrm>
            <a:custGeom>
              <a:avLst/>
              <a:gdLst/>
              <a:ahLst/>
              <a:cxnLst/>
              <a:rect l="l" t="t" r="r" b="b"/>
              <a:pathLst>
                <a:path w="10741" h="6933" extrusionOk="0">
                  <a:moveTo>
                    <a:pt x="934" y="1"/>
                  </a:moveTo>
                  <a:cubicBezTo>
                    <a:pt x="538" y="1"/>
                    <a:pt x="538" y="624"/>
                    <a:pt x="934" y="624"/>
                  </a:cubicBezTo>
                  <a:cubicBezTo>
                    <a:pt x="948" y="624"/>
                    <a:pt x="962" y="624"/>
                    <a:pt x="976" y="622"/>
                  </a:cubicBezTo>
                  <a:lnTo>
                    <a:pt x="1286" y="622"/>
                  </a:lnTo>
                  <a:lnTo>
                    <a:pt x="1286" y="1265"/>
                  </a:lnTo>
                  <a:lnTo>
                    <a:pt x="334" y="1265"/>
                  </a:lnTo>
                  <a:cubicBezTo>
                    <a:pt x="320" y="1263"/>
                    <a:pt x="306" y="1262"/>
                    <a:pt x="292" y="1262"/>
                  </a:cubicBezTo>
                  <a:cubicBezTo>
                    <a:pt x="123" y="1262"/>
                    <a:pt x="0" y="1398"/>
                    <a:pt x="0" y="1575"/>
                  </a:cubicBezTo>
                  <a:lnTo>
                    <a:pt x="0" y="6623"/>
                  </a:lnTo>
                  <a:cubicBezTo>
                    <a:pt x="24" y="6790"/>
                    <a:pt x="143" y="6933"/>
                    <a:pt x="334" y="6933"/>
                  </a:cubicBezTo>
                  <a:lnTo>
                    <a:pt x="10431" y="6933"/>
                  </a:lnTo>
                  <a:cubicBezTo>
                    <a:pt x="10598" y="6933"/>
                    <a:pt x="10717" y="6790"/>
                    <a:pt x="10740" y="6623"/>
                  </a:cubicBezTo>
                  <a:lnTo>
                    <a:pt x="10740" y="1575"/>
                  </a:lnTo>
                  <a:cubicBezTo>
                    <a:pt x="10740" y="1408"/>
                    <a:pt x="10598" y="1265"/>
                    <a:pt x="10431" y="1265"/>
                  </a:cubicBezTo>
                  <a:lnTo>
                    <a:pt x="9454" y="1265"/>
                  </a:lnTo>
                  <a:lnTo>
                    <a:pt x="9454" y="622"/>
                  </a:lnTo>
                  <a:lnTo>
                    <a:pt x="9788" y="622"/>
                  </a:lnTo>
                  <a:cubicBezTo>
                    <a:pt x="9802" y="624"/>
                    <a:pt x="9817" y="624"/>
                    <a:pt x="9830" y="624"/>
                  </a:cubicBezTo>
                  <a:cubicBezTo>
                    <a:pt x="10226" y="624"/>
                    <a:pt x="10226" y="1"/>
                    <a:pt x="9830" y="1"/>
                  </a:cubicBezTo>
                  <a:cubicBezTo>
                    <a:pt x="9817" y="1"/>
                    <a:pt x="9802" y="1"/>
                    <a:pt x="9788" y="3"/>
                  </a:cubicBezTo>
                  <a:lnTo>
                    <a:pt x="8526" y="3"/>
                  </a:lnTo>
                  <a:cubicBezTo>
                    <a:pt x="8510" y="1"/>
                    <a:pt x="8495" y="1"/>
                    <a:pt x="8481" y="1"/>
                  </a:cubicBezTo>
                  <a:cubicBezTo>
                    <a:pt x="8064" y="1"/>
                    <a:pt x="8064" y="624"/>
                    <a:pt x="8481" y="624"/>
                  </a:cubicBezTo>
                  <a:cubicBezTo>
                    <a:pt x="8495" y="624"/>
                    <a:pt x="8510" y="624"/>
                    <a:pt x="8526" y="622"/>
                  </a:cubicBezTo>
                  <a:lnTo>
                    <a:pt x="8835" y="622"/>
                  </a:lnTo>
                  <a:lnTo>
                    <a:pt x="8835" y="1265"/>
                  </a:lnTo>
                  <a:lnTo>
                    <a:pt x="5692" y="1265"/>
                  </a:lnTo>
                  <a:lnTo>
                    <a:pt x="5692" y="622"/>
                  </a:lnTo>
                  <a:lnTo>
                    <a:pt x="6001" y="622"/>
                  </a:lnTo>
                  <a:cubicBezTo>
                    <a:pt x="6016" y="624"/>
                    <a:pt x="6030" y="624"/>
                    <a:pt x="6044" y="624"/>
                  </a:cubicBezTo>
                  <a:cubicBezTo>
                    <a:pt x="6440" y="624"/>
                    <a:pt x="6440" y="1"/>
                    <a:pt x="6044" y="1"/>
                  </a:cubicBezTo>
                  <a:cubicBezTo>
                    <a:pt x="6030" y="1"/>
                    <a:pt x="6016" y="1"/>
                    <a:pt x="6001" y="3"/>
                  </a:cubicBezTo>
                  <a:lnTo>
                    <a:pt x="4739" y="3"/>
                  </a:lnTo>
                  <a:cubicBezTo>
                    <a:pt x="4725" y="1"/>
                    <a:pt x="4710" y="1"/>
                    <a:pt x="4697" y="1"/>
                  </a:cubicBezTo>
                  <a:cubicBezTo>
                    <a:pt x="4301" y="1"/>
                    <a:pt x="4301" y="624"/>
                    <a:pt x="4697" y="624"/>
                  </a:cubicBezTo>
                  <a:cubicBezTo>
                    <a:pt x="4710" y="624"/>
                    <a:pt x="4725" y="624"/>
                    <a:pt x="4739" y="622"/>
                  </a:cubicBezTo>
                  <a:lnTo>
                    <a:pt x="5049" y="622"/>
                  </a:lnTo>
                  <a:lnTo>
                    <a:pt x="5049" y="1265"/>
                  </a:lnTo>
                  <a:lnTo>
                    <a:pt x="1929" y="1265"/>
                  </a:lnTo>
                  <a:lnTo>
                    <a:pt x="1929" y="622"/>
                  </a:lnTo>
                  <a:lnTo>
                    <a:pt x="2215" y="622"/>
                  </a:lnTo>
                  <a:cubicBezTo>
                    <a:pt x="2230" y="624"/>
                    <a:pt x="2245" y="624"/>
                    <a:pt x="2260" y="624"/>
                  </a:cubicBezTo>
                  <a:cubicBezTo>
                    <a:pt x="2676" y="624"/>
                    <a:pt x="2676" y="1"/>
                    <a:pt x="2260" y="1"/>
                  </a:cubicBezTo>
                  <a:cubicBezTo>
                    <a:pt x="2245" y="1"/>
                    <a:pt x="2230" y="1"/>
                    <a:pt x="2215" y="3"/>
                  </a:cubicBezTo>
                  <a:lnTo>
                    <a:pt x="976" y="3"/>
                  </a:lnTo>
                  <a:cubicBezTo>
                    <a:pt x="962" y="1"/>
                    <a:pt x="948" y="1"/>
                    <a:pt x="9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45" name="Google Shape;8745;p85"/>
            <p:cNvSpPr/>
            <p:nvPr/>
          </p:nvSpPr>
          <p:spPr>
            <a:xfrm>
              <a:off x="1102575" y="4265800"/>
              <a:ext cx="176250" cy="78625"/>
            </a:xfrm>
            <a:custGeom>
              <a:avLst/>
              <a:gdLst/>
              <a:ahLst/>
              <a:cxnLst/>
              <a:rect l="l" t="t" r="r" b="b"/>
              <a:pathLst>
                <a:path w="7050" h="3145" extrusionOk="0">
                  <a:moveTo>
                    <a:pt x="2573" y="1716"/>
                  </a:moveTo>
                  <a:lnTo>
                    <a:pt x="2573" y="2525"/>
                  </a:lnTo>
                  <a:lnTo>
                    <a:pt x="1763" y="2525"/>
                  </a:lnTo>
                  <a:lnTo>
                    <a:pt x="2573" y="1716"/>
                  </a:lnTo>
                  <a:close/>
                  <a:moveTo>
                    <a:pt x="4454" y="1716"/>
                  </a:moveTo>
                  <a:lnTo>
                    <a:pt x="5287" y="2525"/>
                  </a:lnTo>
                  <a:lnTo>
                    <a:pt x="4454" y="2525"/>
                  </a:lnTo>
                  <a:lnTo>
                    <a:pt x="4454" y="1716"/>
                  </a:lnTo>
                  <a:close/>
                  <a:moveTo>
                    <a:pt x="2573" y="1"/>
                  </a:moveTo>
                  <a:lnTo>
                    <a:pt x="2573" y="811"/>
                  </a:lnTo>
                  <a:lnTo>
                    <a:pt x="882" y="2525"/>
                  </a:lnTo>
                  <a:lnTo>
                    <a:pt x="382" y="2525"/>
                  </a:lnTo>
                  <a:cubicBezTo>
                    <a:pt x="1" y="2549"/>
                    <a:pt x="1" y="3121"/>
                    <a:pt x="382" y="3144"/>
                  </a:cubicBezTo>
                  <a:lnTo>
                    <a:pt x="6669" y="3144"/>
                  </a:lnTo>
                  <a:cubicBezTo>
                    <a:pt x="7050" y="3121"/>
                    <a:pt x="7050" y="2549"/>
                    <a:pt x="6669" y="2525"/>
                  </a:cubicBezTo>
                  <a:lnTo>
                    <a:pt x="6169" y="2525"/>
                  </a:lnTo>
                  <a:lnTo>
                    <a:pt x="4454" y="811"/>
                  </a:lnTo>
                  <a:lnTo>
                    <a:pt x="44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46" name="Google Shape;8746;p85"/>
          <p:cNvGrpSpPr/>
          <p:nvPr/>
        </p:nvGrpSpPr>
        <p:grpSpPr>
          <a:xfrm>
            <a:off x="2444788" y="5337481"/>
            <a:ext cx="300089" cy="465697"/>
            <a:chOff x="1683050" y="4076475"/>
            <a:chExt cx="173275" cy="267950"/>
          </a:xfrm>
          <a:solidFill>
            <a:schemeClr val="bg1"/>
          </a:solidFill>
        </p:grpSpPr>
        <p:sp>
          <p:nvSpPr>
            <p:cNvPr id="8747" name="Google Shape;8747;p85"/>
            <p:cNvSpPr/>
            <p:nvPr/>
          </p:nvSpPr>
          <p:spPr>
            <a:xfrm>
              <a:off x="1683050" y="4187825"/>
              <a:ext cx="173275" cy="156600"/>
            </a:xfrm>
            <a:custGeom>
              <a:avLst/>
              <a:gdLst/>
              <a:ahLst/>
              <a:cxnLst/>
              <a:rect l="l" t="t" r="r" b="b"/>
              <a:pathLst>
                <a:path w="6931" h="6264" extrusionOk="0">
                  <a:moveTo>
                    <a:pt x="322" y="0"/>
                  </a:moveTo>
                  <a:cubicBezTo>
                    <a:pt x="173" y="0"/>
                    <a:pt x="25" y="95"/>
                    <a:pt x="1" y="286"/>
                  </a:cubicBezTo>
                  <a:cubicBezTo>
                    <a:pt x="1" y="2072"/>
                    <a:pt x="1382" y="3549"/>
                    <a:pt x="3144" y="3715"/>
                  </a:cubicBezTo>
                  <a:lnTo>
                    <a:pt x="3144" y="5644"/>
                  </a:lnTo>
                  <a:lnTo>
                    <a:pt x="2216" y="5644"/>
                  </a:lnTo>
                  <a:cubicBezTo>
                    <a:pt x="1834" y="5668"/>
                    <a:pt x="1834" y="6240"/>
                    <a:pt x="2216" y="6263"/>
                  </a:cubicBezTo>
                  <a:lnTo>
                    <a:pt x="4716" y="6263"/>
                  </a:lnTo>
                  <a:cubicBezTo>
                    <a:pt x="5097" y="6240"/>
                    <a:pt x="5097" y="5668"/>
                    <a:pt x="4716" y="5644"/>
                  </a:cubicBezTo>
                  <a:lnTo>
                    <a:pt x="3763" y="5644"/>
                  </a:lnTo>
                  <a:lnTo>
                    <a:pt x="3763" y="3715"/>
                  </a:lnTo>
                  <a:cubicBezTo>
                    <a:pt x="5550" y="3549"/>
                    <a:pt x="6907" y="2072"/>
                    <a:pt x="6907" y="286"/>
                  </a:cubicBezTo>
                  <a:lnTo>
                    <a:pt x="6931" y="286"/>
                  </a:lnTo>
                  <a:cubicBezTo>
                    <a:pt x="6907" y="95"/>
                    <a:pt x="6758" y="0"/>
                    <a:pt x="6609" y="0"/>
                  </a:cubicBezTo>
                  <a:cubicBezTo>
                    <a:pt x="6460" y="0"/>
                    <a:pt x="6312" y="95"/>
                    <a:pt x="6288" y="286"/>
                  </a:cubicBezTo>
                  <a:cubicBezTo>
                    <a:pt x="6359" y="1882"/>
                    <a:pt x="5073" y="3239"/>
                    <a:pt x="3478" y="3239"/>
                  </a:cubicBezTo>
                  <a:cubicBezTo>
                    <a:pt x="1858" y="3239"/>
                    <a:pt x="572" y="1882"/>
                    <a:pt x="644" y="286"/>
                  </a:cubicBezTo>
                  <a:cubicBezTo>
                    <a:pt x="620" y="95"/>
                    <a:pt x="471" y="0"/>
                    <a:pt x="3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48" name="Google Shape;8748;p85"/>
            <p:cNvSpPr/>
            <p:nvPr/>
          </p:nvSpPr>
          <p:spPr>
            <a:xfrm>
              <a:off x="1714600" y="4076475"/>
              <a:ext cx="110175" cy="110775"/>
            </a:xfrm>
            <a:custGeom>
              <a:avLst/>
              <a:gdLst/>
              <a:ahLst/>
              <a:cxnLst/>
              <a:rect l="l" t="t" r="r" b="b"/>
              <a:pathLst>
                <a:path w="4407" h="4431" extrusionOk="0">
                  <a:moveTo>
                    <a:pt x="1882" y="1"/>
                  </a:moveTo>
                  <a:cubicBezTo>
                    <a:pt x="930" y="168"/>
                    <a:pt x="168" y="930"/>
                    <a:pt x="25" y="1906"/>
                  </a:cubicBezTo>
                  <a:lnTo>
                    <a:pt x="1573" y="1906"/>
                  </a:lnTo>
                  <a:cubicBezTo>
                    <a:pt x="1587" y="1905"/>
                    <a:pt x="1601" y="1904"/>
                    <a:pt x="1615" y="1904"/>
                  </a:cubicBezTo>
                  <a:cubicBezTo>
                    <a:pt x="2011" y="1904"/>
                    <a:pt x="2011" y="2528"/>
                    <a:pt x="1615" y="2528"/>
                  </a:cubicBezTo>
                  <a:cubicBezTo>
                    <a:pt x="1601" y="2528"/>
                    <a:pt x="1587" y="2527"/>
                    <a:pt x="1573" y="2525"/>
                  </a:cubicBezTo>
                  <a:lnTo>
                    <a:pt x="1" y="2525"/>
                  </a:lnTo>
                  <a:lnTo>
                    <a:pt x="1" y="3168"/>
                  </a:lnTo>
                  <a:lnTo>
                    <a:pt x="1573" y="3168"/>
                  </a:lnTo>
                  <a:cubicBezTo>
                    <a:pt x="2001" y="3168"/>
                    <a:pt x="2001" y="3787"/>
                    <a:pt x="1573" y="3787"/>
                  </a:cubicBezTo>
                  <a:lnTo>
                    <a:pt x="1" y="3787"/>
                  </a:lnTo>
                  <a:lnTo>
                    <a:pt x="1" y="4430"/>
                  </a:lnTo>
                  <a:lnTo>
                    <a:pt x="4407" y="4430"/>
                  </a:lnTo>
                  <a:lnTo>
                    <a:pt x="4407" y="3787"/>
                  </a:lnTo>
                  <a:lnTo>
                    <a:pt x="2835" y="3787"/>
                  </a:lnTo>
                  <a:cubicBezTo>
                    <a:pt x="2406" y="3787"/>
                    <a:pt x="2406" y="3168"/>
                    <a:pt x="2835" y="3168"/>
                  </a:cubicBezTo>
                  <a:lnTo>
                    <a:pt x="4407" y="3168"/>
                  </a:lnTo>
                  <a:lnTo>
                    <a:pt x="4407" y="2525"/>
                  </a:lnTo>
                  <a:lnTo>
                    <a:pt x="2835" y="2525"/>
                  </a:lnTo>
                  <a:cubicBezTo>
                    <a:pt x="2819" y="2527"/>
                    <a:pt x="2805" y="2528"/>
                    <a:pt x="2790" y="2528"/>
                  </a:cubicBezTo>
                  <a:cubicBezTo>
                    <a:pt x="2373" y="2528"/>
                    <a:pt x="2373" y="1904"/>
                    <a:pt x="2790" y="1904"/>
                  </a:cubicBezTo>
                  <a:cubicBezTo>
                    <a:pt x="2805" y="1904"/>
                    <a:pt x="2819" y="1905"/>
                    <a:pt x="2835" y="1906"/>
                  </a:cubicBezTo>
                  <a:lnTo>
                    <a:pt x="4383" y="1906"/>
                  </a:lnTo>
                  <a:cubicBezTo>
                    <a:pt x="4240" y="930"/>
                    <a:pt x="3478" y="168"/>
                    <a:pt x="2525" y="1"/>
                  </a:cubicBezTo>
                  <a:lnTo>
                    <a:pt x="2525" y="953"/>
                  </a:lnTo>
                  <a:cubicBezTo>
                    <a:pt x="2549" y="1192"/>
                    <a:pt x="2376" y="1311"/>
                    <a:pt x="2204" y="1311"/>
                  </a:cubicBezTo>
                  <a:cubicBezTo>
                    <a:pt x="2031" y="1311"/>
                    <a:pt x="1858" y="1192"/>
                    <a:pt x="1882" y="953"/>
                  </a:cubicBezTo>
                  <a:lnTo>
                    <a:pt x="1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49" name="Google Shape;8749;p85"/>
            <p:cNvSpPr/>
            <p:nvPr/>
          </p:nvSpPr>
          <p:spPr>
            <a:xfrm>
              <a:off x="1715200" y="4202700"/>
              <a:ext cx="108975" cy="47050"/>
            </a:xfrm>
            <a:custGeom>
              <a:avLst/>
              <a:gdLst/>
              <a:ahLst/>
              <a:cxnLst/>
              <a:rect l="l" t="t" r="r" b="b"/>
              <a:pathLst>
                <a:path w="4359" h="1882" extrusionOk="0">
                  <a:moveTo>
                    <a:pt x="1" y="1"/>
                  </a:moveTo>
                  <a:cubicBezTo>
                    <a:pt x="167" y="1072"/>
                    <a:pt x="1096" y="1882"/>
                    <a:pt x="2192" y="1882"/>
                  </a:cubicBezTo>
                  <a:cubicBezTo>
                    <a:pt x="3263" y="1882"/>
                    <a:pt x="4192" y="1072"/>
                    <a:pt x="43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50" name="Google Shape;8750;p85"/>
          <p:cNvGrpSpPr/>
          <p:nvPr/>
        </p:nvGrpSpPr>
        <p:grpSpPr>
          <a:xfrm>
            <a:off x="3362461" y="5366462"/>
            <a:ext cx="468167" cy="408517"/>
            <a:chOff x="2212925" y="4093150"/>
            <a:chExt cx="270325" cy="235050"/>
          </a:xfrm>
          <a:solidFill>
            <a:schemeClr val="bg1"/>
          </a:solidFill>
        </p:grpSpPr>
        <p:sp>
          <p:nvSpPr>
            <p:cNvPr id="8751" name="Google Shape;8751;p85"/>
            <p:cNvSpPr/>
            <p:nvPr/>
          </p:nvSpPr>
          <p:spPr>
            <a:xfrm>
              <a:off x="2286150" y="4155375"/>
              <a:ext cx="197100" cy="172825"/>
            </a:xfrm>
            <a:custGeom>
              <a:avLst/>
              <a:gdLst/>
              <a:ahLst/>
              <a:cxnLst/>
              <a:rect l="l" t="t" r="r" b="b"/>
              <a:pathLst>
                <a:path w="7884" h="6913" extrusionOk="0">
                  <a:moveTo>
                    <a:pt x="3737" y="1"/>
                  </a:moveTo>
                  <a:cubicBezTo>
                    <a:pt x="3044" y="1"/>
                    <a:pt x="2338" y="255"/>
                    <a:pt x="1763" y="822"/>
                  </a:cubicBezTo>
                  <a:cubicBezTo>
                    <a:pt x="1" y="2608"/>
                    <a:pt x="1263" y="5656"/>
                    <a:pt x="3764" y="5656"/>
                  </a:cubicBezTo>
                  <a:cubicBezTo>
                    <a:pt x="4407" y="5656"/>
                    <a:pt x="5026" y="5442"/>
                    <a:pt x="5526" y="5037"/>
                  </a:cubicBezTo>
                  <a:lnTo>
                    <a:pt x="7312" y="6823"/>
                  </a:lnTo>
                  <a:cubicBezTo>
                    <a:pt x="7371" y="6883"/>
                    <a:pt x="7455" y="6912"/>
                    <a:pt x="7538" y="6912"/>
                  </a:cubicBezTo>
                  <a:cubicBezTo>
                    <a:pt x="7621" y="6912"/>
                    <a:pt x="7705" y="6883"/>
                    <a:pt x="7764" y="6823"/>
                  </a:cubicBezTo>
                  <a:cubicBezTo>
                    <a:pt x="7883" y="6704"/>
                    <a:pt x="7883" y="6490"/>
                    <a:pt x="7764" y="6371"/>
                  </a:cubicBezTo>
                  <a:lnTo>
                    <a:pt x="5978" y="4585"/>
                  </a:lnTo>
                  <a:cubicBezTo>
                    <a:pt x="6383" y="4084"/>
                    <a:pt x="6597" y="3465"/>
                    <a:pt x="6597" y="2822"/>
                  </a:cubicBezTo>
                  <a:cubicBezTo>
                    <a:pt x="6597" y="1127"/>
                    <a:pt x="5196" y="1"/>
                    <a:pt x="37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52" name="Google Shape;8752;p85"/>
            <p:cNvSpPr/>
            <p:nvPr/>
          </p:nvSpPr>
          <p:spPr>
            <a:xfrm>
              <a:off x="2212925" y="4265225"/>
              <a:ext cx="82775" cy="16100"/>
            </a:xfrm>
            <a:custGeom>
              <a:avLst/>
              <a:gdLst/>
              <a:ahLst/>
              <a:cxnLst/>
              <a:rect l="l" t="t" r="r" b="b"/>
              <a:pathLst>
                <a:path w="3311" h="644" extrusionOk="0">
                  <a:moveTo>
                    <a:pt x="382" y="0"/>
                  </a:moveTo>
                  <a:cubicBezTo>
                    <a:pt x="1" y="48"/>
                    <a:pt x="1" y="595"/>
                    <a:pt x="382" y="643"/>
                  </a:cubicBezTo>
                  <a:lnTo>
                    <a:pt x="2930" y="643"/>
                  </a:lnTo>
                  <a:cubicBezTo>
                    <a:pt x="3311" y="595"/>
                    <a:pt x="3311" y="48"/>
                    <a:pt x="29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53" name="Google Shape;8753;p85"/>
            <p:cNvSpPr/>
            <p:nvPr/>
          </p:nvSpPr>
          <p:spPr>
            <a:xfrm>
              <a:off x="2212925" y="4234200"/>
              <a:ext cx="52650" cy="15625"/>
            </a:xfrm>
            <a:custGeom>
              <a:avLst/>
              <a:gdLst/>
              <a:ahLst/>
              <a:cxnLst/>
              <a:rect l="l" t="t" r="r" b="b"/>
              <a:pathLst>
                <a:path w="2106" h="625" extrusionOk="0">
                  <a:moveTo>
                    <a:pt x="1689" y="0"/>
                  </a:moveTo>
                  <a:cubicBezTo>
                    <a:pt x="1674" y="0"/>
                    <a:pt x="1659" y="1"/>
                    <a:pt x="1644" y="3"/>
                  </a:cubicBezTo>
                  <a:lnTo>
                    <a:pt x="382" y="3"/>
                  </a:lnTo>
                  <a:cubicBezTo>
                    <a:pt x="1" y="27"/>
                    <a:pt x="1" y="574"/>
                    <a:pt x="382" y="622"/>
                  </a:cubicBezTo>
                  <a:lnTo>
                    <a:pt x="1644" y="622"/>
                  </a:lnTo>
                  <a:cubicBezTo>
                    <a:pt x="1659" y="623"/>
                    <a:pt x="1674" y="624"/>
                    <a:pt x="1689" y="624"/>
                  </a:cubicBezTo>
                  <a:cubicBezTo>
                    <a:pt x="2105" y="624"/>
                    <a:pt x="2105" y="0"/>
                    <a:pt x="168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54" name="Google Shape;8754;p85"/>
            <p:cNvSpPr/>
            <p:nvPr/>
          </p:nvSpPr>
          <p:spPr>
            <a:xfrm>
              <a:off x="2214125" y="4093150"/>
              <a:ext cx="174450" cy="125050"/>
            </a:xfrm>
            <a:custGeom>
              <a:avLst/>
              <a:gdLst/>
              <a:ahLst/>
              <a:cxnLst/>
              <a:rect l="l" t="t" r="r" b="b"/>
              <a:pathLst>
                <a:path w="6978" h="5002" extrusionOk="0">
                  <a:moveTo>
                    <a:pt x="322" y="1"/>
                  </a:moveTo>
                  <a:cubicBezTo>
                    <a:pt x="173" y="1"/>
                    <a:pt x="24" y="96"/>
                    <a:pt x="0" y="286"/>
                  </a:cubicBezTo>
                  <a:lnTo>
                    <a:pt x="0" y="4692"/>
                  </a:lnTo>
                  <a:cubicBezTo>
                    <a:pt x="0" y="4859"/>
                    <a:pt x="143" y="5002"/>
                    <a:pt x="334" y="5002"/>
                  </a:cubicBezTo>
                  <a:lnTo>
                    <a:pt x="3215" y="5002"/>
                  </a:lnTo>
                  <a:cubicBezTo>
                    <a:pt x="3382" y="3216"/>
                    <a:pt x="4858" y="1858"/>
                    <a:pt x="6645" y="1858"/>
                  </a:cubicBezTo>
                  <a:cubicBezTo>
                    <a:pt x="6764" y="1858"/>
                    <a:pt x="6859" y="1858"/>
                    <a:pt x="6978" y="1882"/>
                  </a:cubicBezTo>
                  <a:lnTo>
                    <a:pt x="6978" y="929"/>
                  </a:lnTo>
                  <a:cubicBezTo>
                    <a:pt x="6978" y="733"/>
                    <a:pt x="6810" y="605"/>
                    <a:pt x="6643" y="605"/>
                  </a:cubicBezTo>
                  <a:cubicBezTo>
                    <a:pt x="6566" y="605"/>
                    <a:pt x="6490" y="632"/>
                    <a:pt x="6430" y="691"/>
                  </a:cubicBezTo>
                  <a:lnTo>
                    <a:pt x="5406" y="1739"/>
                  </a:lnTo>
                  <a:lnTo>
                    <a:pt x="4668" y="1001"/>
                  </a:lnTo>
                  <a:cubicBezTo>
                    <a:pt x="4608" y="941"/>
                    <a:pt x="4531" y="912"/>
                    <a:pt x="4454" y="912"/>
                  </a:cubicBezTo>
                  <a:cubicBezTo>
                    <a:pt x="4376" y="912"/>
                    <a:pt x="4299" y="941"/>
                    <a:pt x="4239" y="1001"/>
                  </a:cubicBezTo>
                  <a:lnTo>
                    <a:pt x="2572" y="2668"/>
                  </a:lnTo>
                  <a:lnTo>
                    <a:pt x="1834" y="1953"/>
                  </a:lnTo>
                  <a:cubicBezTo>
                    <a:pt x="1763" y="1894"/>
                    <a:pt x="1679" y="1864"/>
                    <a:pt x="1599" y="1864"/>
                  </a:cubicBezTo>
                  <a:cubicBezTo>
                    <a:pt x="1518" y="1864"/>
                    <a:pt x="1441" y="1894"/>
                    <a:pt x="1382" y="1953"/>
                  </a:cubicBezTo>
                  <a:lnTo>
                    <a:pt x="643" y="2668"/>
                  </a:lnTo>
                  <a:lnTo>
                    <a:pt x="643" y="286"/>
                  </a:lnTo>
                  <a:cubicBezTo>
                    <a:pt x="619" y="96"/>
                    <a:pt x="471" y="1"/>
                    <a:pt x="3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55" name="Google Shape;8755;p85"/>
          <p:cNvGrpSpPr/>
          <p:nvPr/>
        </p:nvGrpSpPr>
        <p:grpSpPr>
          <a:xfrm>
            <a:off x="4366727" y="5337481"/>
            <a:ext cx="465093" cy="466609"/>
            <a:chOff x="2792800" y="4076475"/>
            <a:chExt cx="268550" cy="268475"/>
          </a:xfrm>
          <a:solidFill>
            <a:schemeClr val="bg1"/>
          </a:solidFill>
        </p:grpSpPr>
        <p:sp>
          <p:nvSpPr>
            <p:cNvPr id="8756" name="Google Shape;8756;p85"/>
            <p:cNvSpPr/>
            <p:nvPr/>
          </p:nvSpPr>
          <p:spPr>
            <a:xfrm>
              <a:off x="2895225" y="4076475"/>
              <a:ext cx="63125" cy="31600"/>
            </a:xfrm>
            <a:custGeom>
              <a:avLst/>
              <a:gdLst/>
              <a:ahLst/>
              <a:cxnLst/>
              <a:rect l="l" t="t" r="r" b="b"/>
              <a:pathLst>
                <a:path w="2525" h="1264" extrusionOk="0">
                  <a:moveTo>
                    <a:pt x="310" y="1"/>
                  </a:moveTo>
                  <a:cubicBezTo>
                    <a:pt x="143" y="1"/>
                    <a:pt x="24" y="120"/>
                    <a:pt x="0" y="310"/>
                  </a:cubicBezTo>
                  <a:lnTo>
                    <a:pt x="0" y="953"/>
                  </a:lnTo>
                  <a:cubicBezTo>
                    <a:pt x="0" y="1120"/>
                    <a:pt x="143" y="1263"/>
                    <a:pt x="310" y="1263"/>
                  </a:cubicBezTo>
                  <a:lnTo>
                    <a:pt x="2215" y="1263"/>
                  </a:lnTo>
                  <a:cubicBezTo>
                    <a:pt x="2381" y="1263"/>
                    <a:pt x="2524" y="1120"/>
                    <a:pt x="2524" y="953"/>
                  </a:cubicBezTo>
                  <a:lnTo>
                    <a:pt x="2524" y="310"/>
                  </a:lnTo>
                  <a:cubicBezTo>
                    <a:pt x="2501" y="120"/>
                    <a:pt x="2381" y="1"/>
                    <a:pt x="22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57" name="Google Shape;8757;p85"/>
            <p:cNvSpPr/>
            <p:nvPr/>
          </p:nvSpPr>
          <p:spPr>
            <a:xfrm>
              <a:off x="2855925" y="4166375"/>
              <a:ext cx="141725" cy="51825"/>
            </a:xfrm>
            <a:custGeom>
              <a:avLst/>
              <a:gdLst/>
              <a:ahLst/>
              <a:cxnLst/>
              <a:rect l="l" t="t" r="r" b="b"/>
              <a:pathLst>
                <a:path w="5669" h="2073" extrusionOk="0">
                  <a:moveTo>
                    <a:pt x="3787" y="1"/>
                  </a:moveTo>
                  <a:lnTo>
                    <a:pt x="2120" y="1668"/>
                  </a:lnTo>
                  <a:cubicBezTo>
                    <a:pt x="2060" y="1727"/>
                    <a:pt x="1977" y="1757"/>
                    <a:pt x="1894" y="1757"/>
                  </a:cubicBezTo>
                  <a:cubicBezTo>
                    <a:pt x="1810" y="1757"/>
                    <a:pt x="1727" y="1727"/>
                    <a:pt x="1667" y="1668"/>
                  </a:cubicBezTo>
                  <a:lnTo>
                    <a:pt x="953" y="953"/>
                  </a:lnTo>
                  <a:lnTo>
                    <a:pt x="0" y="1882"/>
                  </a:lnTo>
                  <a:lnTo>
                    <a:pt x="0" y="2073"/>
                  </a:lnTo>
                  <a:lnTo>
                    <a:pt x="5668" y="2073"/>
                  </a:lnTo>
                  <a:lnTo>
                    <a:pt x="5668" y="1"/>
                  </a:lnTo>
                  <a:lnTo>
                    <a:pt x="4930" y="739"/>
                  </a:lnTo>
                  <a:cubicBezTo>
                    <a:pt x="4870" y="799"/>
                    <a:pt x="4793" y="828"/>
                    <a:pt x="4716" y="828"/>
                  </a:cubicBezTo>
                  <a:cubicBezTo>
                    <a:pt x="4638" y="828"/>
                    <a:pt x="4561" y="799"/>
                    <a:pt x="4501" y="739"/>
                  </a:cubicBezTo>
                  <a:lnTo>
                    <a:pt x="37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58" name="Google Shape;8758;p85"/>
            <p:cNvSpPr/>
            <p:nvPr/>
          </p:nvSpPr>
          <p:spPr>
            <a:xfrm>
              <a:off x="2792800" y="4092500"/>
              <a:ext cx="268550" cy="252450"/>
            </a:xfrm>
            <a:custGeom>
              <a:avLst/>
              <a:gdLst/>
              <a:ahLst/>
              <a:cxnLst/>
              <a:rect l="l" t="t" r="r" b="b"/>
              <a:pathLst>
                <a:path w="10742" h="10098" extrusionOk="0">
                  <a:moveTo>
                    <a:pt x="2216" y="1235"/>
                  </a:moveTo>
                  <a:cubicBezTo>
                    <a:pt x="2382" y="1235"/>
                    <a:pt x="2549" y="1348"/>
                    <a:pt x="2525" y="1575"/>
                  </a:cubicBezTo>
                  <a:lnTo>
                    <a:pt x="2525" y="3956"/>
                  </a:lnTo>
                  <a:lnTo>
                    <a:pt x="3264" y="3242"/>
                  </a:lnTo>
                  <a:cubicBezTo>
                    <a:pt x="3311" y="3170"/>
                    <a:pt x="3389" y="3134"/>
                    <a:pt x="3469" y="3134"/>
                  </a:cubicBezTo>
                  <a:cubicBezTo>
                    <a:pt x="3549" y="3134"/>
                    <a:pt x="3633" y="3170"/>
                    <a:pt x="3692" y="3242"/>
                  </a:cubicBezTo>
                  <a:lnTo>
                    <a:pt x="4407" y="3956"/>
                  </a:lnTo>
                  <a:lnTo>
                    <a:pt x="6074" y="2289"/>
                  </a:lnTo>
                  <a:cubicBezTo>
                    <a:pt x="6133" y="2230"/>
                    <a:pt x="6217" y="2200"/>
                    <a:pt x="6300" y="2200"/>
                  </a:cubicBezTo>
                  <a:cubicBezTo>
                    <a:pt x="6383" y="2200"/>
                    <a:pt x="6467" y="2230"/>
                    <a:pt x="6526" y="2289"/>
                  </a:cubicBezTo>
                  <a:lnTo>
                    <a:pt x="7241" y="3004"/>
                  </a:lnTo>
                  <a:lnTo>
                    <a:pt x="8288" y="1979"/>
                  </a:lnTo>
                  <a:cubicBezTo>
                    <a:pt x="8352" y="1908"/>
                    <a:pt x="8431" y="1876"/>
                    <a:pt x="8509" y="1876"/>
                  </a:cubicBezTo>
                  <a:cubicBezTo>
                    <a:pt x="8664" y="1876"/>
                    <a:pt x="8812" y="2003"/>
                    <a:pt x="8812" y="2194"/>
                  </a:cubicBezTo>
                  <a:lnTo>
                    <a:pt x="8812" y="5337"/>
                  </a:lnTo>
                  <a:cubicBezTo>
                    <a:pt x="8812" y="5528"/>
                    <a:pt x="8669" y="5671"/>
                    <a:pt x="8503" y="5671"/>
                  </a:cubicBezTo>
                  <a:lnTo>
                    <a:pt x="2216" y="5671"/>
                  </a:lnTo>
                  <a:cubicBezTo>
                    <a:pt x="2049" y="5671"/>
                    <a:pt x="1906" y="5528"/>
                    <a:pt x="1906" y="5337"/>
                  </a:cubicBezTo>
                  <a:lnTo>
                    <a:pt x="1906" y="1575"/>
                  </a:lnTo>
                  <a:cubicBezTo>
                    <a:pt x="1882" y="1348"/>
                    <a:pt x="2049" y="1235"/>
                    <a:pt x="2216" y="1235"/>
                  </a:cubicBezTo>
                  <a:close/>
                  <a:moveTo>
                    <a:pt x="10444" y="1"/>
                  </a:moveTo>
                  <a:cubicBezTo>
                    <a:pt x="10432" y="1"/>
                    <a:pt x="10420" y="1"/>
                    <a:pt x="10408" y="3"/>
                  </a:cubicBezTo>
                  <a:lnTo>
                    <a:pt x="7241" y="3"/>
                  </a:lnTo>
                  <a:lnTo>
                    <a:pt x="7241" y="312"/>
                  </a:lnTo>
                  <a:cubicBezTo>
                    <a:pt x="7241" y="813"/>
                    <a:pt x="6812" y="1241"/>
                    <a:pt x="6312" y="1241"/>
                  </a:cubicBezTo>
                  <a:lnTo>
                    <a:pt x="4407" y="1241"/>
                  </a:lnTo>
                  <a:cubicBezTo>
                    <a:pt x="3883" y="1241"/>
                    <a:pt x="3478" y="813"/>
                    <a:pt x="3478" y="312"/>
                  </a:cubicBezTo>
                  <a:lnTo>
                    <a:pt x="3478" y="3"/>
                  </a:lnTo>
                  <a:lnTo>
                    <a:pt x="311" y="3"/>
                  </a:lnTo>
                  <a:cubicBezTo>
                    <a:pt x="144" y="3"/>
                    <a:pt x="1" y="122"/>
                    <a:pt x="1" y="312"/>
                  </a:cubicBezTo>
                  <a:lnTo>
                    <a:pt x="1" y="6623"/>
                  </a:lnTo>
                  <a:cubicBezTo>
                    <a:pt x="1" y="6790"/>
                    <a:pt x="144" y="6933"/>
                    <a:pt x="311" y="6933"/>
                  </a:cubicBezTo>
                  <a:lnTo>
                    <a:pt x="5050" y="6933"/>
                  </a:lnTo>
                  <a:lnTo>
                    <a:pt x="5050" y="8933"/>
                  </a:lnTo>
                  <a:lnTo>
                    <a:pt x="3954" y="9481"/>
                  </a:lnTo>
                  <a:cubicBezTo>
                    <a:pt x="3608" y="9624"/>
                    <a:pt x="3784" y="10097"/>
                    <a:pt x="4081" y="10097"/>
                  </a:cubicBezTo>
                  <a:cubicBezTo>
                    <a:pt x="4131" y="10097"/>
                    <a:pt x="4185" y="10084"/>
                    <a:pt x="4240" y="10053"/>
                  </a:cubicBezTo>
                  <a:lnTo>
                    <a:pt x="5359" y="9481"/>
                  </a:lnTo>
                  <a:lnTo>
                    <a:pt x="6478" y="10053"/>
                  </a:lnTo>
                  <a:cubicBezTo>
                    <a:pt x="6528" y="10079"/>
                    <a:pt x="6577" y="10091"/>
                    <a:pt x="6624" y="10091"/>
                  </a:cubicBezTo>
                  <a:cubicBezTo>
                    <a:pt x="6909" y="10091"/>
                    <a:pt x="7092" y="9645"/>
                    <a:pt x="6764" y="9481"/>
                  </a:cubicBezTo>
                  <a:lnTo>
                    <a:pt x="5693" y="8933"/>
                  </a:lnTo>
                  <a:lnTo>
                    <a:pt x="5693" y="6933"/>
                  </a:lnTo>
                  <a:lnTo>
                    <a:pt x="10408" y="6933"/>
                  </a:lnTo>
                  <a:cubicBezTo>
                    <a:pt x="10598" y="6933"/>
                    <a:pt x="10741" y="6790"/>
                    <a:pt x="10741" y="6623"/>
                  </a:cubicBezTo>
                  <a:lnTo>
                    <a:pt x="10741" y="312"/>
                  </a:lnTo>
                  <a:cubicBezTo>
                    <a:pt x="10741" y="157"/>
                    <a:pt x="10616" y="1"/>
                    <a:pt x="104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59" name="Google Shape;8759;p85"/>
          <p:cNvGrpSpPr/>
          <p:nvPr/>
        </p:nvGrpSpPr>
        <p:grpSpPr>
          <a:xfrm>
            <a:off x="5423598" y="5337481"/>
            <a:ext cx="353733" cy="465697"/>
            <a:chOff x="3403050" y="4076475"/>
            <a:chExt cx="204250" cy="267950"/>
          </a:xfrm>
          <a:solidFill>
            <a:schemeClr val="bg1"/>
          </a:solidFill>
        </p:grpSpPr>
        <p:sp>
          <p:nvSpPr>
            <p:cNvPr id="8760" name="Google Shape;8760;p85"/>
            <p:cNvSpPr/>
            <p:nvPr/>
          </p:nvSpPr>
          <p:spPr>
            <a:xfrm>
              <a:off x="3407225" y="4281875"/>
              <a:ext cx="58375" cy="57775"/>
            </a:xfrm>
            <a:custGeom>
              <a:avLst/>
              <a:gdLst/>
              <a:ahLst/>
              <a:cxnLst/>
              <a:rect l="l" t="t" r="r" b="b"/>
              <a:pathLst>
                <a:path w="2335" h="2311" extrusionOk="0">
                  <a:moveTo>
                    <a:pt x="1" y="1"/>
                  </a:moveTo>
                  <a:lnTo>
                    <a:pt x="2334" y="2311"/>
                  </a:lnTo>
                  <a:lnTo>
                    <a:pt x="2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61" name="Google Shape;8761;p85"/>
            <p:cNvSpPr/>
            <p:nvPr/>
          </p:nvSpPr>
          <p:spPr>
            <a:xfrm>
              <a:off x="3403050" y="4076475"/>
              <a:ext cx="204250" cy="267950"/>
            </a:xfrm>
            <a:custGeom>
              <a:avLst/>
              <a:gdLst/>
              <a:ahLst/>
              <a:cxnLst/>
              <a:rect l="l" t="t" r="r" b="b"/>
              <a:pathLst>
                <a:path w="8170" h="10718" extrusionOk="0">
                  <a:moveTo>
                    <a:pt x="4671" y="2523"/>
                  </a:moveTo>
                  <a:cubicBezTo>
                    <a:pt x="4686" y="2523"/>
                    <a:pt x="4701" y="2524"/>
                    <a:pt x="4716" y="2525"/>
                  </a:cubicBezTo>
                  <a:lnTo>
                    <a:pt x="6597" y="2525"/>
                  </a:lnTo>
                  <a:cubicBezTo>
                    <a:pt x="6978" y="2573"/>
                    <a:pt x="6978" y="3121"/>
                    <a:pt x="6597" y="3144"/>
                  </a:cubicBezTo>
                  <a:lnTo>
                    <a:pt x="4716" y="3144"/>
                  </a:lnTo>
                  <a:cubicBezTo>
                    <a:pt x="4701" y="3146"/>
                    <a:pt x="4686" y="3147"/>
                    <a:pt x="4671" y="3147"/>
                  </a:cubicBezTo>
                  <a:cubicBezTo>
                    <a:pt x="4255" y="3147"/>
                    <a:pt x="4255" y="2523"/>
                    <a:pt x="4671" y="2523"/>
                  </a:cubicBezTo>
                  <a:close/>
                  <a:moveTo>
                    <a:pt x="2823" y="1894"/>
                  </a:moveTo>
                  <a:cubicBezTo>
                    <a:pt x="2906" y="1894"/>
                    <a:pt x="2990" y="1930"/>
                    <a:pt x="3049" y="2001"/>
                  </a:cubicBezTo>
                  <a:cubicBezTo>
                    <a:pt x="3168" y="2097"/>
                    <a:pt x="3168" y="2311"/>
                    <a:pt x="3049" y="2430"/>
                  </a:cubicBezTo>
                  <a:lnTo>
                    <a:pt x="2644" y="2835"/>
                  </a:lnTo>
                  <a:lnTo>
                    <a:pt x="3049" y="3240"/>
                  </a:lnTo>
                  <a:cubicBezTo>
                    <a:pt x="3252" y="3479"/>
                    <a:pt x="3055" y="3776"/>
                    <a:pt x="2812" y="3776"/>
                  </a:cubicBezTo>
                  <a:cubicBezTo>
                    <a:pt x="2741" y="3776"/>
                    <a:pt x="2666" y="3751"/>
                    <a:pt x="2597" y="3692"/>
                  </a:cubicBezTo>
                  <a:lnTo>
                    <a:pt x="2192" y="3287"/>
                  </a:lnTo>
                  <a:lnTo>
                    <a:pt x="1787" y="3692"/>
                  </a:lnTo>
                  <a:cubicBezTo>
                    <a:pt x="1720" y="3770"/>
                    <a:pt x="1641" y="3803"/>
                    <a:pt x="1564" y="3803"/>
                  </a:cubicBezTo>
                  <a:cubicBezTo>
                    <a:pt x="1312" y="3803"/>
                    <a:pt x="1079" y="3458"/>
                    <a:pt x="1334" y="3240"/>
                  </a:cubicBezTo>
                  <a:lnTo>
                    <a:pt x="1739" y="2835"/>
                  </a:lnTo>
                  <a:lnTo>
                    <a:pt x="1334" y="2430"/>
                  </a:lnTo>
                  <a:cubicBezTo>
                    <a:pt x="1215" y="2311"/>
                    <a:pt x="1215" y="2097"/>
                    <a:pt x="1334" y="2001"/>
                  </a:cubicBezTo>
                  <a:cubicBezTo>
                    <a:pt x="1406" y="1930"/>
                    <a:pt x="1489" y="1894"/>
                    <a:pt x="1570" y="1894"/>
                  </a:cubicBezTo>
                  <a:cubicBezTo>
                    <a:pt x="1650" y="1894"/>
                    <a:pt x="1727" y="1930"/>
                    <a:pt x="1787" y="2001"/>
                  </a:cubicBezTo>
                  <a:lnTo>
                    <a:pt x="2192" y="2406"/>
                  </a:lnTo>
                  <a:lnTo>
                    <a:pt x="2597" y="2001"/>
                  </a:lnTo>
                  <a:cubicBezTo>
                    <a:pt x="2656" y="1930"/>
                    <a:pt x="2739" y="1894"/>
                    <a:pt x="2823" y="1894"/>
                  </a:cubicBezTo>
                  <a:close/>
                  <a:moveTo>
                    <a:pt x="4671" y="5666"/>
                  </a:moveTo>
                  <a:cubicBezTo>
                    <a:pt x="4686" y="5666"/>
                    <a:pt x="4701" y="5667"/>
                    <a:pt x="4716" y="5669"/>
                  </a:cubicBezTo>
                  <a:lnTo>
                    <a:pt x="6597" y="5669"/>
                  </a:lnTo>
                  <a:cubicBezTo>
                    <a:pt x="6978" y="5716"/>
                    <a:pt x="6978" y="6264"/>
                    <a:pt x="6597" y="6288"/>
                  </a:cubicBezTo>
                  <a:lnTo>
                    <a:pt x="4716" y="6288"/>
                  </a:lnTo>
                  <a:cubicBezTo>
                    <a:pt x="4701" y="6289"/>
                    <a:pt x="4686" y="6290"/>
                    <a:pt x="4671" y="6290"/>
                  </a:cubicBezTo>
                  <a:cubicBezTo>
                    <a:pt x="4255" y="6290"/>
                    <a:pt x="4255" y="5666"/>
                    <a:pt x="4671" y="5666"/>
                  </a:cubicBezTo>
                  <a:close/>
                  <a:moveTo>
                    <a:pt x="3454" y="5032"/>
                  </a:moveTo>
                  <a:cubicBezTo>
                    <a:pt x="3531" y="5032"/>
                    <a:pt x="3609" y="5061"/>
                    <a:pt x="3668" y="5121"/>
                  </a:cubicBezTo>
                  <a:cubicBezTo>
                    <a:pt x="3811" y="5240"/>
                    <a:pt x="3811" y="5454"/>
                    <a:pt x="3668" y="5573"/>
                  </a:cubicBezTo>
                  <a:lnTo>
                    <a:pt x="2406" y="6836"/>
                  </a:lnTo>
                  <a:cubicBezTo>
                    <a:pt x="2358" y="6883"/>
                    <a:pt x="2287" y="6931"/>
                    <a:pt x="2192" y="6931"/>
                  </a:cubicBezTo>
                  <a:cubicBezTo>
                    <a:pt x="2120" y="6931"/>
                    <a:pt x="2025" y="6883"/>
                    <a:pt x="1977" y="6836"/>
                  </a:cubicBezTo>
                  <a:lnTo>
                    <a:pt x="1334" y="6216"/>
                  </a:lnTo>
                  <a:cubicBezTo>
                    <a:pt x="1215" y="6097"/>
                    <a:pt x="1215" y="5883"/>
                    <a:pt x="1334" y="5764"/>
                  </a:cubicBezTo>
                  <a:cubicBezTo>
                    <a:pt x="1406" y="5704"/>
                    <a:pt x="1489" y="5675"/>
                    <a:pt x="1570" y="5675"/>
                  </a:cubicBezTo>
                  <a:cubicBezTo>
                    <a:pt x="1650" y="5675"/>
                    <a:pt x="1727" y="5704"/>
                    <a:pt x="1787" y="5764"/>
                  </a:cubicBezTo>
                  <a:lnTo>
                    <a:pt x="2192" y="6169"/>
                  </a:lnTo>
                  <a:lnTo>
                    <a:pt x="3240" y="5121"/>
                  </a:lnTo>
                  <a:cubicBezTo>
                    <a:pt x="3299" y="5061"/>
                    <a:pt x="3377" y="5032"/>
                    <a:pt x="3454" y="5032"/>
                  </a:cubicBezTo>
                  <a:close/>
                  <a:moveTo>
                    <a:pt x="310" y="1"/>
                  </a:moveTo>
                  <a:cubicBezTo>
                    <a:pt x="144" y="1"/>
                    <a:pt x="1" y="120"/>
                    <a:pt x="1" y="310"/>
                  </a:cubicBezTo>
                  <a:lnTo>
                    <a:pt x="1" y="7574"/>
                  </a:lnTo>
                  <a:lnTo>
                    <a:pt x="2835" y="7574"/>
                  </a:lnTo>
                  <a:cubicBezTo>
                    <a:pt x="2845" y="7572"/>
                    <a:pt x="2856" y="7572"/>
                    <a:pt x="2867" y="7572"/>
                  </a:cubicBezTo>
                  <a:cubicBezTo>
                    <a:pt x="3019" y="7572"/>
                    <a:pt x="3144" y="7728"/>
                    <a:pt x="3144" y="7883"/>
                  </a:cubicBezTo>
                  <a:lnTo>
                    <a:pt x="3144" y="10717"/>
                  </a:lnTo>
                  <a:lnTo>
                    <a:pt x="7860" y="10717"/>
                  </a:lnTo>
                  <a:cubicBezTo>
                    <a:pt x="8026" y="10717"/>
                    <a:pt x="8169" y="10598"/>
                    <a:pt x="8169" y="10432"/>
                  </a:cubicBezTo>
                  <a:lnTo>
                    <a:pt x="8169" y="310"/>
                  </a:lnTo>
                  <a:cubicBezTo>
                    <a:pt x="8169" y="120"/>
                    <a:pt x="8026" y="1"/>
                    <a:pt x="7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62" name="Google Shape;8762;p85"/>
          <p:cNvGrpSpPr/>
          <p:nvPr/>
        </p:nvGrpSpPr>
        <p:grpSpPr>
          <a:xfrm>
            <a:off x="6361881" y="5336741"/>
            <a:ext cx="485703" cy="467088"/>
            <a:chOff x="3944825" y="4076050"/>
            <a:chExt cx="280450" cy="268750"/>
          </a:xfrm>
          <a:solidFill>
            <a:schemeClr val="bg1"/>
          </a:solidFill>
        </p:grpSpPr>
        <p:sp>
          <p:nvSpPr>
            <p:cNvPr id="8763" name="Google Shape;8763;p85"/>
            <p:cNvSpPr/>
            <p:nvPr/>
          </p:nvSpPr>
          <p:spPr>
            <a:xfrm>
              <a:off x="4047825" y="4076050"/>
              <a:ext cx="177450" cy="180100"/>
            </a:xfrm>
            <a:custGeom>
              <a:avLst/>
              <a:gdLst/>
              <a:ahLst/>
              <a:cxnLst/>
              <a:rect l="l" t="t" r="r" b="b"/>
              <a:pathLst>
                <a:path w="7098" h="7204" extrusionOk="0">
                  <a:moveTo>
                    <a:pt x="4323" y="0"/>
                  </a:moveTo>
                  <a:cubicBezTo>
                    <a:pt x="3680" y="0"/>
                    <a:pt x="3037" y="244"/>
                    <a:pt x="2549" y="732"/>
                  </a:cubicBezTo>
                  <a:lnTo>
                    <a:pt x="2549" y="756"/>
                  </a:lnTo>
                  <a:lnTo>
                    <a:pt x="382" y="2923"/>
                  </a:lnTo>
                  <a:lnTo>
                    <a:pt x="382" y="2947"/>
                  </a:lnTo>
                  <a:cubicBezTo>
                    <a:pt x="538" y="2919"/>
                    <a:pt x="697" y="2905"/>
                    <a:pt x="856" y="2905"/>
                  </a:cubicBezTo>
                  <a:cubicBezTo>
                    <a:pt x="1231" y="2905"/>
                    <a:pt x="1610" y="2980"/>
                    <a:pt x="1977" y="3114"/>
                  </a:cubicBezTo>
                  <a:lnTo>
                    <a:pt x="3454" y="1637"/>
                  </a:lnTo>
                  <a:cubicBezTo>
                    <a:pt x="3731" y="1361"/>
                    <a:pt x="4040" y="1245"/>
                    <a:pt x="4336" y="1245"/>
                  </a:cubicBezTo>
                  <a:cubicBezTo>
                    <a:pt x="5314" y="1245"/>
                    <a:pt x="6154" y="2509"/>
                    <a:pt x="5240" y="3423"/>
                  </a:cubicBezTo>
                  <a:cubicBezTo>
                    <a:pt x="5171" y="3493"/>
                    <a:pt x="3066" y="5597"/>
                    <a:pt x="3045" y="5597"/>
                  </a:cubicBezTo>
                  <a:cubicBezTo>
                    <a:pt x="3044" y="5597"/>
                    <a:pt x="3045" y="5595"/>
                    <a:pt x="3049" y="5590"/>
                  </a:cubicBezTo>
                  <a:lnTo>
                    <a:pt x="3049" y="5590"/>
                  </a:lnTo>
                  <a:cubicBezTo>
                    <a:pt x="2811" y="5841"/>
                    <a:pt x="2490" y="5966"/>
                    <a:pt x="2165" y="5966"/>
                  </a:cubicBezTo>
                  <a:cubicBezTo>
                    <a:pt x="1841" y="5966"/>
                    <a:pt x="1513" y="5841"/>
                    <a:pt x="1263" y="5590"/>
                  </a:cubicBezTo>
                  <a:cubicBezTo>
                    <a:pt x="1144" y="5471"/>
                    <a:pt x="983" y="5412"/>
                    <a:pt x="822" y="5412"/>
                  </a:cubicBezTo>
                  <a:cubicBezTo>
                    <a:pt x="662" y="5412"/>
                    <a:pt x="501" y="5471"/>
                    <a:pt x="382" y="5590"/>
                  </a:cubicBezTo>
                  <a:lnTo>
                    <a:pt x="1" y="5971"/>
                  </a:lnTo>
                  <a:cubicBezTo>
                    <a:pt x="96" y="6162"/>
                    <a:pt x="215" y="6329"/>
                    <a:pt x="382" y="6472"/>
                  </a:cubicBezTo>
                  <a:cubicBezTo>
                    <a:pt x="870" y="6960"/>
                    <a:pt x="1507" y="7204"/>
                    <a:pt x="2144" y="7204"/>
                  </a:cubicBezTo>
                  <a:cubicBezTo>
                    <a:pt x="2781" y="7204"/>
                    <a:pt x="3418" y="6960"/>
                    <a:pt x="3906" y="6472"/>
                  </a:cubicBezTo>
                  <a:lnTo>
                    <a:pt x="3930" y="6472"/>
                  </a:lnTo>
                  <a:lnTo>
                    <a:pt x="6097" y="4304"/>
                  </a:lnTo>
                  <a:cubicBezTo>
                    <a:pt x="7098" y="3304"/>
                    <a:pt x="7098" y="1733"/>
                    <a:pt x="6097" y="732"/>
                  </a:cubicBezTo>
                  <a:cubicBezTo>
                    <a:pt x="5609" y="244"/>
                    <a:pt x="4966" y="0"/>
                    <a:pt x="432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64" name="Google Shape;8764;p85"/>
            <p:cNvSpPr/>
            <p:nvPr/>
          </p:nvSpPr>
          <p:spPr>
            <a:xfrm>
              <a:off x="3944825" y="4164600"/>
              <a:ext cx="177450" cy="180200"/>
            </a:xfrm>
            <a:custGeom>
              <a:avLst/>
              <a:gdLst/>
              <a:ahLst/>
              <a:cxnLst/>
              <a:rect l="l" t="t" r="r" b="b"/>
              <a:pathLst>
                <a:path w="7098" h="7208" extrusionOk="0">
                  <a:moveTo>
                    <a:pt x="4942" y="0"/>
                  </a:moveTo>
                  <a:cubicBezTo>
                    <a:pt x="4300" y="0"/>
                    <a:pt x="3657" y="239"/>
                    <a:pt x="3168" y="715"/>
                  </a:cubicBezTo>
                  <a:lnTo>
                    <a:pt x="977" y="2906"/>
                  </a:lnTo>
                  <a:cubicBezTo>
                    <a:pt x="1" y="3882"/>
                    <a:pt x="1" y="5478"/>
                    <a:pt x="977" y="6454"/>
                  </a:cubicBezTo>
                  <a:cubicBezTo>
                    <a:pt x="1469" y="6957"/>
                    <a:pt x="2116" y="7207"/>
                    <a:pt x="2766" y="7207"/>
                  </a:cubicBezTo>
                  <a:cubicBezTo>
                    <a:pt x="3408" y="7207"/>
                    <a:pt x="4052" y="6963"/>
                    <a:pt x="4550" y="6478"/>
                  </a:cubicBezTo>
                  <a:lnTo>
                    <a:pt x="6717" y="4287"/>
                  </a:lnTo>
                  <a:lnTo>
                    <a:pt x="6717" y="4263"/>
                  </a:lnTo>
                  <a:cubicBezTo>
                    <a:pt x="6560" y="4292"/>
                    <a:pt x="6402" y="4305"/>
                    <a:pt x="6243" y="4305"/>
                  </a:cubicBezTo>
                  <a:cubicBezTo>
                    <a:pt x="5868" y="4305"/>
                    <a:pt x="5489" y="4230"/>
                    <a:pt x="5121" y="4097"/>
                  </a:cubicBezTo>
                  <a:lnTo>
                    <a:pt x="3645" y="5573"/>
                  </a:lnTo>
                  <a:cubicBezTo>
                    <a:pt x="3368" y="5850"/>
                    <a:pt x="3059" y="5966"/>
                    <a:pt x="2763" y="5966"/>
                  </a:cubicBezTo>
                  <a:cubicBezTo>
                    <a:pt x="1784" y="5966"/>
                    <a:pt x="945" y="4701"/>
                    <a:pt x="1859" y="3787"/>
                  </a:cubicBezTo>
                  <a:lnTo>
                    <a:pt x="4026" y="1596"/>
                  </a:lnTo>
                  <a:cubicBezTo>
                    <a:pt x="4276" y="1358"/>
                    <a:pt x="4603" y="1239"/>
                    <a:pt x="4928" y="1239"/>
                  </a:cubicBezTo>
                  <a:cubicBezTo>
                    <a:pt x="5252" y="1239"/>
                    <a:pt x="5574" y="1358"/>
                    <a:pt x="5812" y="1596"/>
                  </a:cubicBezTo>
                  <a:cubicBezTo>
                    <a:pt x="5943" y="1727"/>
                    <a:pt x="6109" y="1792"/>
                    <a:pt x="6273" y="1792"/>
                  </a:cubicBezTo>
                  <a:cubicBezTo>
                    <a:pt x="6437" y="1792"/>
                    <a:pt x="6598" y="1727"/>
                    <a:pt x="6717" y="1596"/>
                  </a:cubicBezTo>
                  <a:lnTo>
                    <a:pt x="7098" y="1215"/>
                  </a:lnTo>
                  <a:cubicBezTo>
                    <a:pt x="7002" y="1048"/>
                    <a:pt x="6860" y="858"/>
                    <a:pt x="6717" y="715"/>
                  </a:cubicBezTo>
                  <a:cubicBezTo>
                    <a:pt x="6228" y="239"/>
                    <a:pt x="5585" y="0"/>
                    <a:pt x="49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65" name="Google Shape;8765;p85"/>
          <p:cNvGrpSpPr/>
          <p:nvPr/>
        </p:nvGrpSpPr>
        <p:grpSpPr>
          <a:xfrm>
            <a:off x="7430096" y="5337481"/>
            <a:ext cx="353733" cy="465697"/>
            <a:chOff x="4561625" y="4076475"/>
            <a:chExt cx="204250" cy="267950"/>
          </a:xfrm>
          <a:solidFill>
            <a:schemeClr val="bg1"/>
          </a:solidFill>
        </p:grpSpPr>
        <p:sp>
          <p:nvSpPr>
            <p:cNvPr id="8766" name="Google Shape;8766;p85"/>
            <p:cNvSpPr/>
            <p:nvPr/>
          </p:nvSpPr>
          <p:spPr>
            <a:xfrm>
              <a:off x="4566400" y="4281875"/>
              <a:ext cx="58375" cy="57775"/>
            </a:xfrm>
            <a:custGeom>
              <a:avLst/>
              <a:gdLst/>
              <a:ahLst/>
              <a:cxnLst/>
              <a:rect l="l" t="t" r="r" b="b"/>
              <a:pathLst>
                <a:path w="2335" h="2311" extrusionOk="0">
                  <a:moveTo>
                    <a:pt x="0" y="1"/>
                  </a:moveTo>
                  <a:lnTo>
                    <a:pt x="2334" y="2311"/>
                  </a:lnTo>
                  <a:lnTo>
                    <a:pt x="2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67" name="Google Shape;8767;p85"/>
            <p:cNvSpPr/>
            <p:nvPr/>
          </p:nvSpPr>
          <p:spPr>
            <a:xfrm>
              <a:off x="4608675" y="4166975"/>
              <a:ext cx="110150" cy="51825"/>
            </a:xfrm>
            <a:custGeom>
              <a:avLst/>
              <a:gdLst/>
              <a:ahLst/>
              <a:cxnLst/>
              <a:rect l="l" t="t" r="r" b="b"/>
              <a:pathLst>
                <a:path w="4406" h="2073" extrusionOk="0">
                  <a:moveTo>
                    <a:pt x="3787" y="1"/>
                  </a:moveTo>
                  <a:lnTo>
                    <a:pt x="2120" y="1668"/>
                  </a:lnTo>
                  <a:cubicBezTo>
                    <a:pt x="2060" y="1727"/>
                    <a:pt x="1977" y="1757"/>
                    <a:pt x="1893" y="1757"/>
                  </a:cubicBezTo>
                  <a:cubicBezTo>
                    <a:pt x="1810" y="1757"/>
                    <a:pt x="1727" y="1727"/>
                    <a:pt x="1667" y="1668"/>
                  </a:cubicBezTo>
                  <a:lnTo>
                    <a:pt x="953" y="953"/>
                  </a:lnTo>
                  <a:lnTo>
                    <a:pt x="0" y="1882"/>
                  </a:lnTo>
                  <a:lnTo>
                    <a:pt x="0" y="2073"/>
                  </a:lnTo>
                  <a:lnTo>
                    <a:pt x="4406" y="2073"/>
                  </a:lnTo>
                  <a:lnTo>
                    <a:pt x="4406" y="644"/>
                  </a:lnTo>
                  <a:lnTo>
                    <a:pt x="37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68" name="Google Shape;8768;p85"/>
            <p:cNvSpPr/>
            <p:nvPr/>
          </p:nvSpPr>
          <p:spPr>
            <a:xfrm>
              <a:off x="4561625" y="4076475"/>
              <a:ext cx="204250" cy="267950"/>
            </a:xfrm>
            <a:custGeom>
              <a:avLst/>
              <a:gdLst/>
              <a:ahLst/>
              <a:cxnLst/>
              <a:rect l="l" t="t" r="r" b="b"/>
              <a:pathLst>
                <a:path w="8170" h="10718" extrusionOk="0">
                  <a:moveTo>
                    <a:pt x="6021" y="1285"/>
                  </a:moveTo>
                  <a:cubicBezTo>
                    <a:pt x="6417" y="1285"/>
                    <a:pt x="6417" y="1908"/>
                    <a:pt x="6021" y="1908"/>
                  </a:cubicBezTo>
                  <a:cubicBezTo>
                    <a:pt x="6007" y="1908"/>
                    <a:pt x="5993" y="1908"/>
                    <a:pt x="5978" y="1906"/>
                  </a:cubicBezTo>
                  <a:lnTo>
                    <a:pt x="4073" y="1906"/>
                  </a:lnTo>
                  <a:cubicBezTo>
                    <a:pt x="3692" y="1858"/>
                    <a:pt x="3692" y="1311"/>
                    <a:pt x="4073" y="1287"/>
                  </a:cubicBezTo>
                  <a:lnTo>
                    <a:pt x="5978" y="1287"/>
                  </a:lnTo>
                  <a:cubicBezTo>
                    <a:pt x="5993" y="1285"/>
                    <a:pt x="6007" y="1285"/>
                    <a:pt x="6021" y="1285"/>
                  </a:cubicBezTo>
                  <a:close/>
                  <a:moveTo>
                    <a:pt x="1573" y="1876"/>
                  </a:moveTo>
                  <a:cubicBezTo>
                    <a:pt x="1739" y="1876"/>
                    <a:pt x="1906" y="1989"/>
                    <a:pt x="1882" y="2216"/>
                  </a:cubicBezTo>
                  <a:lnTo>
                    <a:pt x="1882" y="4621"/>
                  </a:lnTo>
                  <a:lnTo>
                    <a:pt x="2620" y="3906"/>
                  </a:lnTo>
                  <a:cubicBezTo>
                    <a:pt x="2668" y="3835"/>
                    <a:pt x="2745" y="3799"/>
                    <a:pt x="2826" y="3799"/>
                  </a:cubicBezTo>
                  <a:cubicBezTo>
                    <a:pt x="2906" y="3799"/>
                    <a:pt x="2990" y="3835"/>
                    <a:pt x="3049" y="3906"/>
                  </a:cubicBezTo>
                  <a:lnTo>
                    <a:pt x="3763" y="4621"/>
                  </a:lnTo>
                  <a:lnTo>
                    <a:pt x="5430" y="2954"/>
                  </a:lnTo>
                  <a:cubicBezTo>
                    <a:pt x="5490" y="2894"/>
                    <a:pt x="5573" y="2865"/>
                    <a:pt x="5657" y="2865"/>
                  </a:cubicBezTo>
                  <a:cubicBezTo>
                    <a:pt x="5740" y="2865"/>
                    <a:pt x="5823" y="2894"/>
                    <a:pt x="5883" y="2954"/>
                  </a:cubicBezTo>
                  <a:lnTo>
                    <a:pt x="6836" y="3906"/>
                  </a:lnTo>
                  <a:cubicBezTo>
                    <a:pt x="6883" y="3954"/>
                    <a:pt x="6907" y="4049"/>
                    <a:pt x="6907" y="4121"/>
                  </a:cubicBezTo>
                  <a:lnTo>
                    <a:pt x="6907" y="6002"/>
                  </a:lnTo>
                  <a:cubicBezTo>
                    <a:pt x="6907" y="6193"/>
                    <a:pt x="6764" y="6312"/>
                    <a:pt x="6597" y="6312"/>
                  </a:cubicBezTo>
                  <a:lnTo>
                    <a:pt x="1573" y="6312"/>
                  </a:lnTo>
                  <a:cubicBezTo>
                    <a:pt x="1406" y="6312"/>
                    <a:pt x="1263" y="6193"/>
                    <a:pt x="1263" y="6002"/>
                  </a:cubicBezTo>
                  <a:lnTo>
                    <a:pt x="1263" y="2216"/>
                  </a:lnTo>
                  <a:cubicBezTo>
                    <a:pt x="1239" y="1989"/>
                    <a:pt x="1406" y="1876"/>
                    <a:pt x="1573" y="1876"/>
                  </a:cubicBezTo>
                  <a:close/>
                  <a:moveTo>
                    <a:pt x="5978" y="6955"/>
                  </a:moveTo>
                  <a:cubicBezTo>
                    <a:pt x="6383" y="6955"/>
                    <a:pt x="6383" y="7574"/>
                    <a:pt x="5978" y="7574"/>
                  </a:cubicBezTo>
                  <a:lnTo>
                    <a:pt x="4073" y="7574"/>
                  </a:lnTo>
                  <a:cubicBezTo>
                    <a:pt x="3668" y="7574"/>
                    <a:pt x="3668" y="6955"/>
                    <a:pt x="4073" y="6955"/>
                  </a:cubicBezTo>
                  <a:close/>
                  <a:moveTo>
                    <a:pt x="6021" y="8215"/>
                  </a:moveTo>
                  <a:cubicBezTo>
                    <a:pt x="6417" y="8215"/>
                    <a:pt x="6417" y="8838"/>
                    <a:pt x="6021" y="8838"/>
                  </a:cubicBezTo>
                  <a:cubicBezTo>
                    <a:pt x="6007" y="8838"/>
                    <a:pt x="5993" y="8838"/>
                    <a:pt x="5978" y="8836"/>
                  </a:cubicBezTo>
                  <a:lnTo>
                    <a:pt x="4073" y="8836"/>
                  </a:lnTo>
                  <a:cubicBezTo>
                    <a:pt x="3692" y="8788"/>
                    <a:pt x="3692" y="8241"/>
                    <a:pt x="4073" y="8217"/>
                  </a:cubicBezTo>
                  <a:lnTo>
                    <a:pt x="5978" y="8217"/>
                  </a:lnTo>
                  <a:cubicBezTo>
                    <a:pt x="5993" y="8215"/>
                    <a:pt x="6007" y="8215"/>
                    <a:pt x="6021" y="8215"/>
                  </a:cubicBezTo>
                  <a:close/>
                  <a:moveTo>
                    <a:pt x="310" y="1"/>
                  </a:moveTo>
                  <a:cubicBezTo>
                    <a:pt x="144" y="1"/>
                    <a:pt x="1" y="120"/>
                    <a:pt x="1" y="310"/>
                  </a:cubicBezTo>
                  <a:lnTo>
                    <a:pt x="1" y="7574"/>
                  </a:lnTo>
                  <a:lnTo>
                    <a:pt x="2835" y="7574"/>
                  </a:lnTo>
                  <a:cubicBezTo>
                    <a:pt x="3001" y="7574"/>
                    <a:pt x="3144" y="7717"/>
                    <a:pt x="3144" y="7883"/>
                  </a:cubicBezTo>
                  <a:lnTo>
                    <a:pt x="3144" y="10717"/>
                  </a:lnTo>
                  <a:lnTo>
                    <a:pt x="7860" y="10717"/>
                  </a:lnTo>
                  <a:cubicBezTo>
                    <a:pt x="8026" y="10717"/>
                    <a:pt x="8169" y="10574"/>
                    <a:pt x="8169" y="10408"/>
                  </a:cubicBezTo>
                  <a:lnTo>
                    <a:pt x="8169" y="310"/>
                  </a:lnTo>
                  <a:cubicBezTo>
                    <a:pt x="8169" y="144"/>
                    <a:pt x="8026" y="1"/>
                    <a:pt x="78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69" name="Google Shape;8769;p85"/>
          <p:cNvGrpSpPr/>
          <p:nvPr/>
        </p:nvGrpSpPr>
        <p:grpSpPr>
          <a:xfrm>
            <a:off x="8378726" y="5392358"/>
            <a:ext cx="476393" cy="355204"/>
            <a:chOff x="5109375" y="4108050"/>
            <a:chExt cx="275075" cy="204375"/>
          </a:xfrm>
          <a:solidFill>
            <a:schemeClr val="bg1"/>
          </a:solidFill>
        </p:grpSpPr>
        <p:sp>
          <p:nvSpPr>
            <p:cNvPr id="8770" name="Google Shape;8770;p85"/>
            <p:cNvSpPr/>
            <p:nvPr/>
          </p:nvSpPr>
          <p:spPr>
            <a:xfrm>
              <a:off x="5109375" y="4108050"/>
              <a:ext cx="275075" cy="204225"/>
            </a:xfrm>
            <a:custGeom>
              <a:avLst/>
              <a:gdLst/>
              <a:ahLst/>
              <a:cxnLst/>
              <a:rect l="l" t="t" r="r" b="b"/>
              <a:pathLst>
                <a:path w="11003" h="8169" extrusionOk="0">
                  <a:moveTo>
                    <a:pt x="5692" y="1262"/>
                  </a:moveTo>
                  <a:lnTo>
                    <a:pt x="5692" y="2524"/>
                  </a:lnTo>
                  <a:lnTo>
                    <a:pt x="2167" y="2524"/>
                  </a:lnTo>
                  <a:lnTo>
                    <a:pt x="3001" y="1262"/>
                  </a:lnTo>
                  <a:close/>
                  <a:moveTo>
                    <a:pt x="1568" y="4413"/>
                  </a:moveTo>
                  <a:cubicBezTo>
                    <a:pt x="1727" y="4413"/>
                    <a:pt x="1881" y="4537"/>
                    <a:pt x="1881" y="4715"/>
                  </a:cubicBezTo>
                  <a:cubicBezTo>
                    <a:pt x="1905" y="4906"/>
                    <a:pt x="1739" y="5049"/>
                    <a:pt x="1572" y="5049"/>
                  </a:cubicBezTo>
                  <a:cubicBezTo>
                    <a:pt x="1286" y="5025"/>
                    <a:pt x="1143" y="4691"/>
                    <a:pt x="1358" y="4501"/>
                  </a:cubicBezTo>
                  <a:cubicBezTo>
                    <a:pt x="1418" y="4440"/>
                    <a:pt x="1493" y="4413"/>
                    <a:pt x="1568" y="4413"/>
                  </a:cubicBezTo>
                  <a:close/>
                  <a:moveTo>
                    <a:pt x="6025" y="4406"/>
                  </a:moveTo>
                  <a:cubicBezTo>
                    <a:pt x="6192" y="4406"/>
                    <a:pt x="6335" y="4549"/>
                    <a:pt x="6335" y="4715"/>
                  </a:cubicBezTo>
                  <a:lnTo>
                    <a:pt x="6335" y="5977"/>
                  </a:lnTo>
                  <a:cubicBezTo>
                    <a:pt x="6335" y="6144"/>
                    <a:pt x="6216" y="6287"/>
                    <a:pt x="6025" y="6287"/>
                  </a:cubicBezTo>
                  <a:lnTo>
                    <a:pt x="2858" y="6287"/>
                  </a:lnTo>
                  <a:cubicBezTo>
                    <a:pt x="2667" y="6287"/>
                    <a:pt x="2524" y="6144"/>
                    <a:pt x="2524" y="5977"/>
                  </a:cubicBezTo>
                  <a:lnTo>
                    <a:pt x="2524" y="4715"/>
                  </a:lnTo>
                  <a:cubicBezTo>
                    <a:pt x="2524" y="4549"/>
                    <a:pt x="2667" y="4406"/>
                    <a:pt x="2858" y="4406"/>
                  </a:cubicBezTo>
                  <a:close/>
                  <a:moveTo>
                    <a:pt x="1614" y="5666"/>
                  </a:moveTo>
                  <a:cubicBezTo>
                    <a:pt x="2010" y="5666"/>
                    <a:pt x="2010" y="6289"/>
                    <a:pt x="1614" y="6289"/>
                  </a:cubicBezTo>
                  <a:cubicBezTo>
                    <a:pt x="1601" y="6289"/>
                    <a:pt x="1586" y="6289"/>
                    <a:pt x="1572" y="6287"/>
                  </a:cubicBezTo>
                  <a:cubicBezTo>
                    <a:pt x="1191" y="6263"/>
                    <a:pt x="1191" y="5692"/>
                    <a:pt x="1572" y="5668"/>
                  </a:cubicBezTo>
                  <a:cubicBezTo>
                    <a:pt x="1586" y="5666"/>
                    <a:pt x="1601" y="5666"/>
                    <a:pt x="1614" y="5666"/>
                  </a:cubicBezTo>
                  <a:close/>
                  <a:moveTo>
                    <a:pt x="9788" y="0"/>
                  </a:moveTo>
                  <a:cubicBezTo>
                    <a:pt x="9383" y="0"/>
                    <a:pt x="9026" y="262"/>
                    <a:pt x="8883" y="643"/>
                  </a:cubicBezTo>
                  <a:lnTo>
                    <a:pt x="7883" y="643"/>
                  </a:lnTo>
                  <a:cubicBezTo>
                    <a:pt x="7811" y="643"/>
                    <a:pt x="7716" y="667"/>
                    <a:pt x="7668" y="738"/>
                  </a:cubicBezTo>
                  <a:lnTo>
                    <a:pt x="6311" y="2072"/>
                  </a:lnTo>
                  <a:lnTo>
                    <a:pt x="6311" y="953"/>
                  </a:lnTo>
                  <a:cubicBezTo>
                    <a:pt x="6311" y="786"/>
                    <a:pt x="6192" y="643"/>
                    <a:pt x="6025" y="643"/>
                  </a:cubicBezTo>
                  <a:lnTo>
                    <a:pt x="2834" y="643"/>
                  </a:lnTo>
                  <a:cubicBezTo>
                    <a:pt x="2739" y="643"/>
                    <a:pt x="2620" y="691"/>
                    <a:pt x="2572" y="786"/>
                  </a:cubicBezTo>
                  <a:lnTo>
                    <a:pt x="1405" y="2524"/>
                  </a:lnTo>
                  <a:lnTo>
                    <a:pt x="310" y="2524"/>
                  </a:lnTo>
                  <a:cubicBezTo>
                    <a:pt x="143" y="2524"/>
                    <a:pt x="0" y="2643"/>
                    <a:pt x="0" y="2834"/>
                  </a:cubicBezTo>
                  <a:lnTo>
                    <a:pt x="0" y="7859"/>
                  </a:lnTo>
                  <a:cubicBezTo>
                    <a:pt x="0" y="8026"/>
                    <a:pt x="143" y="8168"/>
                    <a:pt x="310" y="8168"/>
                  </a:cubicBezTo>
                  <a:lnTo>
                    <a:pt x="7287" y="8168"/>
                  </a:lnTo>
                  <a:cubicBezTo>
                    <a:pt x="7454" y="8168"/>
                    <a:pt x="7573" y="8026"/>
                    <a:pt x="7573" y="7859"/>
                  </a:cubicBezTo>
                  <a:lnTo>
                    <a:pt x="7573" y="6930"/>
                  </a:lnTo>
                  <a:lnTo>
                    <a:pt x="8216" y="6930"/>
                  </a:lnTo>
                  <a:lnTo>
                    <a:pt x="8216" y="3787"/>
                  </a:lnTo>
                  <a:lnTo>
                    <a:pt x="7573" y="3787"/>
                  </a:lnTo>
                  <a:lnTo>
                    <a:pt x="7573" y="2834"/>
                  </a:lnTo>
                  <a:cubicBezTo>
                    <a:pt x="7573" y="2667"/>
                    <a:pt x="7430" y="2548"/>
                    <a:pt x="7287" y="2548"/>
                  </a:cubicBezTo>
                  <a:lnTo>
                    <a:pt x="6763" y="2548"/>
                  </a:lnTo>
                  <a:lnTo>
                    <a:pt x="8026" y="1286"/>
                  </a:lnTo>
                  <a:lnTo>
                    <a:pt x="8907" y="1286"/>
                  </a:lnTo>
                  <a:cubicBezTo>
                    <a:pt x="9041" y="1688"/>
                    <a:pt x="9408" y="1901"/>
                    <a:pt x="9780" y="1901"/>
                  </a:cubicBezTo>
                  <a:cubicBezTo>
                    <a:pt x="10069" y="1901"/>
                    <a:pt x="10362" y="1772"/>
                    <a:pt x="10550" y="1500"/>
                  </a:cubicBezTo>
                  <a:cubicBezTo>
                    <a:pt x="11002" y="881"/>
                    <a:pt x="10550" y="24"/>
                    <a:pt x="9788" y="24"/>
                  </a:cubicBezTo>
                  <a:lnTo>
                    <a:pt x="97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1" name="Google Shape;8771;p85"/>
            <p:cNvSpPr/>
            <p:nvPr/>
          </p:nvSpPr>
          <p:spPr>
            <a:xfrm>
              <a:off x="5187950" y="4234250"/>
              <a:ext cx="63725" cy="15500"/>
            </a:xfrm>
            <a:custGeom>
              <a:avLst/>
              <a:gdLst/>
              <a:ahLst/>
              <a:cxnLst/>
              <a:rect l="l" t="t" r="r" b="b"/>
              <a:pathLst>
                <a:path w="2549" h="620" extrusionOk="0">
                  <a:moveTo>
                    <a:pt x="1" y="1"/>
                  </a:moveTo>
                  <a:lnTo>
                    <a:pt x="1" y="620"/>
                  </a:lnTo>
                  <a:lnTo>
                    <a:pt x="2549" y="620"/>
                  </a:lnTo>
                  <a:lnTo>
                    <a:pt x="25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2" name="Google Shape;8772;p85"/>
            <p:cNvSpPr/>
            <p:nvPr/>
          </p:nvSpPr>
          <p:spPr>
            <a:xfrm>
              <a:off x="5330250" y="4171000"/>
              <a:ext cx="47650" cy="141425"/>
            </a:xfrm>
            <a:custGeom>
              <a:avLst/>
              <a:gdLst/>
              <a:ahLst/>
              <a:cxnLst/>
              <a:rect l="l" t="t" r="r" b="b"/>
              <a:pathLst>
                <a:path w="1906" h="5657" extrusionOk="0">
                  <a:moveTo>
                    <a:pt x="1560" y="0"/>
                  </a:moveTo>
                  <a:cubicBezTo>
                    <a:pt x="1507" y="0"/>
                    <a:pt x="1453" y="18"/>
                    <a:pt x="1405" y="54"/>
                  </a:cubicBezTo>
                  <a:lnTo>
                    <a:pt x="0" y="983"/>
                  </a:lnTo>
                  <a:lnTo>
                    <a:pt x="0" y="4674"/>
                  </a:lnTo>
                  <a:lnTo>
                    <a:pt x="1405" y="5603"/>
                  </a:lnTo>
                  <a:cubicBezTo>
                    <a:pt x="1453" y="5638"/>
                    <a:pt x="1507" y="5656"/>
                    <a:pt x="1560" y="5656"/>
                  </a:cubicBezTo>
                  <a:cubicBezTo>
                    <a:pt x="1614" y="5656"/>
                    <a:pt x="1667" y="5638"/>
                    <a:pt x="1715" y="5603"/>
                  </a:cubicBezTo>
                  <a:cubicBezTo>
                    <a:pt x="1834" y="5555"/>
                    <a:pt x="1905" y="5436"/>
                    <a:pt x="1882" y="5317"/>
                  </a:cubicBezTo>
                  <a:lnTo>
                    <a:pt x="1882" y="316"/>
                  </a:lnTo>
                  <a:cubicBezTo>
                    <a:pt x="1905" y="197"/>
                    <a:pt x="1834" y="102"/>
                    <a:pt x="1715" y="54"/>
                  </a:cubicBezTo>
                  <a:cubicBezTo>
                    <a:pt x="1667" y="18"/>
                    <a:pt x="1614" y="0"/>
                    <a:pt x="15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73" name="Google Shape;8773;p85"/>
          <p:cNvGrpSpPr/>
          <p:nvPr/>
        </p:nvGrpSpPr>
        <p:grpSpPr>
          <a:xfrm>
            <a:off x="9392527" y="5337481"/>
            <a:ext cx="439648" cy="466740"/>
            <a:chOff x="5694756" y="4076475"/>
            <a:chExt cx="253858" cy="268550"/>
          </a:xfrm>
          <a:solidFill>
            <a:schemeClr val="bg1"/>
          </a:solidFill>
        </p:grpSpPr>
        <p:sp>
          <p:nvSpPr>
            <p:cNvPr id="8774" name="Google Shape;8774;p85"/>
            <p:cNvSpPr/>
            <p:nvPr/>
          </p:nvSpPr>
          <p:spPr>
            <a:xfrm>
              <a:off x="5694756" y="4170488"/>
              <a:ext cx="253858" cy="39754"/>
            </a:xfrm>
            <a:custGeom>
              <a:avLst/>
              <a:gdLst/>
              <a:ahLst/>
              <a:cxnLst/>
              <a:rect l="l" t="t" r="r" b="b"/>
              <a:pathLst>
                <a:path w="188043" h="29502" extrusionOk="0">
                  <a:moveTo>
                    <a:pt x="0" y="1"/>
                  </a:moveTo>
                  <a:lnTo>
                    <a:pt x="0" y="6229"/>
                  </a:lnTo>
                  <a:cubicBezTo>
                    <a:pt x="0" y="20269"/>
                    <a:pt x="11538" y="29502"/>
                    <a:pt x="23488" y="29502"/>
                  </a:cubicBezTo>
                  <a:cubicBezTo>
                    <a:pt x="29715" y="29502"/>
                    <a:pt x="36054" y="26995"/>
                    <a:pt x="40931" y="21356"/>
                  </a:cubicBezTo>
                  <a:cubicBezTo>
                    <a:pt x="45603" y="26695"/>
                    <a:pt x="52054" y="29365"/>
                    <a:pt x="58560" y="29365"/>
                  </a:cubicBezTo>
                  <a:cubicBezTo>
                    <a:pt x="65067" y="29365"/>
                    <a:pt x="71629" y="26695"/>
                    <a:pt x="76523" y="21356"/>
                  </a:cubicBezTo>
                  <a:cubicBezTo>
                    <a:pt x="80972" y="26695"/>
                    <a:pt x="87201" y="29365"/>
                    <a:pt x="93875" y="29365"/>
                  </a:cubicBezTo>
                  <a:cubicBezTo>
                    <a:pt x="100548" y="29365"/>
                    <a:pt x="107222" y="26250"/>
                    <a:pt x="111671" y="21356"/>
                  </a:cubicBezTo>
                  <a:cubicBezTo>
                    <a:pt x="116342" y="26695"/>
                    <a:pt x="122793" y="29365"/>
                    <a:pt x="129244" y="29365"/>
                  </a:cubicBezTo>
                  <a:cubicBezTo>
                    <a:pt x="135696" y="29365"/>
                    <a:pt x="142147" y="26695"/>
                    <a:pt x="146818" y="21356"/>
                  </a:cubicBezTo>
                  <a:cubicBezTo>
                    <a:pt x="151678" y="26975"/>
                    <a:pt x="158041" y="29484"/>
                    <a:pt x="164297" y="29484"/>
                  </a:cubicBezTo>
                  <a:cubicBezTo>
                    <a:pt x="176369" y="29484"/>
                    <a:pt x="188042" y="20143"/>
                    <a:pt x="187749" y="5785"/>
                  </a:cubicBezTo>
                  <a:lnTo>
                    <a:pt x="1877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5" name="Google Shape;8775;p85"/>
            <p:cNvSpPr/>
            <p:nvPr/>
          </p:nvSpPr>
          <p:spPr>
            <a:xfrm>
              <a:off x="5845510" y="4265810"/>
              <a:ext cx="39643" cy="79136"/>
            </a:xfrm>
            <a:custGeom>
              <a:avLst/>
              <a:gdLst/>
              <a:ahLst/>
              <a:cxnLst/>
              <a:rect l="l" t="t" r="r" b="b"/>
              <a:pathLst>
                <a:path w="29365" h="58728" extrusionOk="0">
                  <a:moveTo>
                    <a:pt x="1" y="1"/>
                  </a:moveTo>
                  <a:lnTo>
                    <a:pt x="1" y="58728"/>
                  </a:lnTo>
                  <a:lnTo>
                    <a:pt x="29364" y="58728"/>
                  </a:lnTo>
                  <a:lnTo>
                    <a:pt x="293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6" name="Google Shape;8776;p85"/>
            <p:cNvSpPr/>
            <p:nvPr/>
          </p:nvSpPr>
          <p:spPr>
            <a:xfrm>
              <a:off x="5758420" y="4265810"/>
              <a:ext cx="39643" cy="31176"/>
            </a:xfrm>
            <a:custGeom>
              <a:avLst/>
              <a:gdLst/>
              <a:ahLst/>
              <a:cxnLst/>
              <a:rect l="l" t="t" r="r" b="b"/>
              <a:pathLst>
                <a:path w="29365" h="23136" extrusionOk="0">
                  <a:moveTo>
                    <a:pt x="1" y="1"/>
                  </a:moveTo>
                  <a:lnTo>
                    <a:pt x="1" y="23136"/>
                  </a:lnTo>
                  <a:lnTo>
                    <a:pt x="29364" y="23136"/>
                  </a:lnTo>
                  <a:lnTo>
                    <a:pt x="293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7" name="Google Shape;8777;p85"/>
            <p:cNvSpPr/>
            <p:nvPr/>
          </p:nvSpPr>
          <p:spPr>
            <a:xfrm>
              <a:off x="5758300" y="4076475"/>
              <a:ext cx="126250" cy="31600"/>
            </a:xfrm>
            <a:custGeom>
              <a:avLst/>
              <a:gdLst/>
              <a:ahLst/>
              <a:cxnLst/>
              <a:rect l="l" t="t" r="r" b="b"/>
              <a:pathLst>
                <a:path w="5050" h="1264" extrusionOk="0">
                  <a:moveTo>
                    <a:pt x="334" y="1"/>
                  </a:moveTo>
                  <a:cubicBezTo>
                    <a:pt x="168" y="1"/>
                    <a:pt x="25" y="120"/>
                    <a:pt x="1" y="310"/>
                  </a:cubicBezTo>
                  <a:lnTo>
                    <a:pt x="1" y="1263"/>
                  </a:lnTo>
                  <a:lnTo>
                    <a:pt x="5050" y="1263"/>
                  </a:lnTo>
                  <a:lnTo>
                    <a:pt x="5050" y="310"/>
                  </a:lnTo>
                  <a:cubicBezTo>
                    <a:pt x="5026" y="120"/>
                    <a:pt x="4883" y="1"/>
                    <a:pt x="47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8" name="Google Shape;8778;p85"/>
            <p:cNvSpPr/>
            <p:nvPr/>
          </p:nvSpPr>
          <p:spPr>
            <a:xfrm>
              <a:off x="5699975" y="4124125"/>
              <a:ext cx="242925" cy="31575"/>
            </a:xfrm>
            <a:custGeom>
              <a:avLst/>
              <a:gdLst/>
              <a:ahLst/>
              <a:cxnLst/>
              <a:rect l="l" t="t" r="r" b="b"/>
              <a:pathLst>
                <a:path w="9717" h="1263" extrusionOk="0">
                  <a:moveTo>
                    <a:pt x="1405" y="0"/>
                  </a:moveTo>
                  <a:cubicBezTo>
                    <a:pt x="1310" y="0"/>
                    <a:pt x="1215" y="48"/>
                    <a:pt x="1167" y="119"/>
                  </a:cubicBezTo>
                  <a:lnTo>
                    <a:pt x="0" y="1262"/>
                  </a:lnTo>
                  <a:lnTo>
                    <a:pt x="9716" y="1262"/>
                  </a:lnTo>
                  <a:lnTo>
                    <a:pt x="8573" y="119"/>
                  </a:lnTo>
                  <a:cubicBezTo>
                    <a:pt x="8502" y="48"/>
                    <a:pt x="8407" y="0"/>
                    <a:pt x="831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79" name="Google Shape;8779;p85"/>
            <p:cNvSpPr/>
            <p:nvPr/>
          </p:nvSpPr>
          <p:spPr>
            <a:xfrm>
              <a:off x="5845225" y="4265225"/>
              <a:ext cx="39325" cy="79200"/>
            </a:xfrm>
            <a:custGeom>
              <a:avLst/>
              <a:gdLst/>
              <a:ahLst/>
              <a:cxnLst/>
              <a:rect l="l" t="t" r="r" b="b"/>
              <a:pathLst>
                <a:path w="1573" h="3168" extrusionOk="0">
                  <a:moveTo>
                    <a:pt x="1" y="0"/>
                  </a:moveTo>
                  <a:lnTo>
                    <a:pt x="1" y="3167"/>
                  </a:lnTo>
                  <a:lnTo>
                    <a:pt x="1573" y="3167"/>
                  </a:lnTo>
                  <a:lnTo>
                    <a:pt x="15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0" name="Google Shape;8780;p85"/>
            <p:cNvSpPr/>
            <p:nvPr/>
          </p:nvSpPr>
          <p:spPr>
            <a:xfrm>
              <a:off x="5758300" y="4265225"/>
              <a:ext cx="39325" cy="31575"/>
            </a:xfrm>
            <a:custGeom>
              <a:avLst/>
              <a:gdLst/>
              <a:ahLst/>
              <a:cxnLst/>
              <a:rect l="l" t="t" r="r" b="b"/>
              <a:pathLst>
                <a:path w="1573" h="1263" extrusionOk="0">
                  <a:moveTo>
                    <a:pt x="1" y="0"/>
                  </a:moveTo>
                  <a:lnTo>
                    <a:pt x="1" y="1262"/>
                  </a:lnTo>
                  <a:lnTo>
                    <a:pt x="1573" y="1262"/>
                  </a:lnTo>
                  <a:lnTo>
                    <a:pt x="15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1" name="Google Shape;8781;p85"/>
            <p:cNvSpPr/>
            <p:nvPr/>
          </p:nvSpPr>
          <p:spPr>
            <a:xfrm>
              <a:off x="5711275" y="4219975"/>
              <a:ext cx="220300" cy="125050"/>
            </a:xfrm>
            <a:custGeom>
              <a:avLst/>
              <a:gdLst/>
              <a:ahLst/>
              <a:cxnLst/>
              <a:rect l="l" t="t" r="r" b="b"/>
              <a:pathLst>
                <a:path w="8812" h="5002" extrusionOk="0">
                  <a:moveTo>
                    <a:pt x="3787" y="1191"/>
                  </a:moveTo>
                  <a:cubicBezTo>
                    <a:pt x="3954" y="1191"/>
                    <a:pt x="4097" y="1334"/>
                    <a:pt x="4097" y="1500"/>
                  </a:cubicBezTo>
                  <a:lnTo>
                    <a:pt x="4097" y="3382"/>
                  </a:lnTo>
                  <a:cubicBezTo>
                    <a:pt x="4097" y="3549"/>
                    <a:pt x="3954" y="3691"/>
                    <a:pt x="3787" y="3715"/>
                  </a:cubicBezTo>
                  <a:lnTo>
                    <a:pt x="1596" y="3715"/>
                  </a:lnTo>
                  <a:cubicBezTo>
                    <a:pt x="1429" y="3715"/>
                    <a:pt x="1287" y="3572"/>
                    <a:pt x="1287" y="3382"/>
                  </a:cubicBezTo>
                  <a:lnTo>
                    <a:pt x="1287" y="1500"/>
                  </a:lnTo>
                  <a:cubicBezTo>
                    <a:pt x="1287" y="1334"/>
                    <a:pt x="1429" y="1191"/>
                    <a:pt x="1596" y="1191"/>
                  </a:cubicBezTo>
                  <a:close/>
                  <a:moveTo>
                    <a:pt x="1572" y="0"/>
                  </a:moveTo>
                  <a:cubicBezTo>
                    <a:pt x="1287" y="172"/>
                    <a:pt x="966" y="257"/>
                    <a:pt x="643" y="257"/>
                  </a:cubicBezTo>
                  <a:cubicBezTo>
                    <a:pt x="427" y="257"/>
                    <a:pt x="210" y="219"/>
                    <a:pt x="1" y="143"/>
                  </a:cubicBezTo>
                  <a:lnTo>
                    <a:pt x="1" y="4692"/>
                  </a:lnTo>
                  <a:cubicBezTo>
                    <a:pt x="1" y="4858"/>
                    <a:pt x="143" y="5001"/>
                    <a:pt x="334" y="5001"/>
                  </a:cubicBezTo>
                  <a:lnTo>
                    <a:pt x="4716" y="5001"/>
                  </a:lnTo>
                  <a:lnTo>
                    <a:pt x="4716" y="1500"/>
                  </a:lnTo>
                  <a:cubicBezTo>
                    <a:pt x="4716" y="1334"/>
                    <a:pt x="4859" y="1191"/>
                    <a:pt x="5025" y="1191"/>
                  </a:cubicBezTo>
                  <a:lnTo>
                    <a:pt x="7240" y="1191"/>
                  </a:lnTo>
                  <a:cubicBezTo>
                    <a:pt x="7407" y="1191"/>
                    <a:pt x="7550" y="1334"/>
                    <a:pt x="7550" y="1500"/>
                  </a:cubicBezTo>
                  <a:lnTo>
                    <a:pt x="7550" y="4977"/>
                  </a:lnTo>
                  <a:lnTo>
                    <a:pt x="8502" y="4977"/>
                  </a:lnTo>
                  <a:cubicBezTo>
                    <a:pt x="8669" y="4977"/>
                    <a:pt x="8812" y="4834"/>
                    <a:pt x="8812" y="4668"/>
                  </a:cubicBezTo>
                  <a:lnTo>
                    <a:pt x="8812" y="143"/>
                  </a:lnTo>
                  <a:cubicBezTo>
                    <a:pt x="8598" y="214"/>
                    <a:pt x="8383" y="238"/>
                    <a:pt x="8169" y="238"/>
                  </a:cubicBezTo>
                  <a:cubicBezTo>
                    <a:pt x="7836" y="238"/>
                    <a:pt x="7526" y="167"/>
                    <a:pt x="7240" y="0"/>
                  </a:cubicBezTo>
                  <a:cubicBezTo>
                    <a:pt x="6942" y="167"/>
                    <a:pt x="6615" y="250"/>
                    <a:pt x="6291" y="250"/>
                  </a:cubicBezTo>
                  <a:cubicBezTo>
                    <a:pt x="5966" y="250"/>
                    <a:pt x="5645" y="167"/>
                    <a:pt x="5359" y="0"/>
                  </a:cubicBezTo>
                  <a:cubicBezTo>
                    <a:pt x="5073" y="167"/>
                    <a:pt x="4740" y="238"/>
                    <a:pt x="4406" y="238"/>
                  </a:cubicBezTo>
                  <a:cubicBezTo>
                    <a:pt x="4073" y="238"/>
                    <a:pt x="3739" y="167"/>
                    <a:pt x="3454" y="0"/>
                  </a:cubicBezTo>
                  <a:cubicBezTo>
                    <a:pt x="3168" y="167"/>
                    <a:pt x="2846" y="250"/>
                    <a:pt x="2522" y="250"/>
                  </a:cubicBezTo>
                  <a:cubicBezTo>
                    <a:pt x="2197" y="250"/>
                    <a:pt x="1870" y="167"/>
                    <a:pt x="15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782" name="Google Shape;8782;p85"/>
          <p:cNvGrpSpPr/>
          <p:nvPr/>
        </p:nvGrpSpPr>
        <p:grpSpPr>
          <a:xfrm>
            <a:off x="10379249" y="5337481"/>
            <a:ext cx="466911" cy="466001"/>
            <a:chOff x="6264500" y="4076475"/>
            <a:chExt cx="269600" cy="268125"/>
          </a:xfrm>
          <a:solidFill>
            <a:schemeClr val="bg1"/>
          </a:solidFill>
        </p:grpSpPr>
        <p:sp>
          <p:nvSpPr>
            <p:cNvPr id="8783" name="Google Shape;8783;p85"/>
            <p:cNvSpPr/>
            <p:nvPr/>
          </p:nvSpPr>
          <p:spPr>
            <a:xfrm>
              <a:off x="6264500" y="4243375"/>
              <a:ext cx="118800" cy="101225"/>
            </a:xfrm>
            <a:custGeom>
              <a:avLst/>
              <a:gdLst/>
              <a:ahLst/>
              <a:cxnLst/>
              <a:rect l="l" t="t" r="r" b="b"/>
              <a:pathLst>
                <a:path w="4752" h="4049" extrusionOk="0">
                  <a:moveTo>
                    <a:pt x="2468" y="1"/>
                  </a:moveTo>
                  <a:cubicBezTo>
                    <a:pt x="2092" y="1"/>
                    <a:pt x="1700" y="153"/>
                    <a:pt x="1353" y="517"/>
                  </a:cubicBezTo>
                  <a:cubicBezTo>
                    <a:pt x="805" y="1065"/>
                    <a:pt x="114" y="3303"/>
                    <a:pt x="43" y="3684"/>
                  </a:cubicBezTo>
                  <a:cubicBezTo>
                    <a:pt x="0" y="3876"/>
                    <a:pt x="148" y="4049"/>
                    <a:pt x="334" y="4049"/>
                  </a:cubicBezTo>
                  <a:cubicBezTo>
                    <a:pt x="355" y="4049"/>
                    <a:pt x="378" y="4046"/>
                    <a:pt x="400" y="4041"/>
                  </a:cubicBezTo>
                  <a:cubicBezTo>
                    <a:pt x="781" y="3970"/>
                    <a:pt x="3020" y="3279"/>
                    <a:pt x="3567" y="2755"/>
                  </a:cubicBezTo>
                  <a:cubicBezTo>
                    <a:pt x="4751" y="1608"/>
                    <a:pt x="3692" y="1"/>
                    <a:pt x="24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4" name="Google Shape;8784;p85"/>
            <p:cNvSpPr/>
            <p:nvPr/>
          </p:nvSpPr>
          <p:spPr>
            <a:xfrm>
              <a:off x="6328075" y="4140625"/>
              <a:ext cx="44675" cy="43050"/>
            </a:xfrm>
            <a:custGeom>
              <a:avLst/>
              <a:gdLst/>
              <a:ahLst/>
              <a:cxnLst/>
              <a:rect l="l" t="t" r="r" b="b"/>
              <a:pathLst>
                <a:path w="1787" h="1722" extrusionOk="0">
                  <a:moveTo>
                    <a:pt x="1630" y="1"/>
                  </a:moveTo>
                  <a:cubicBezTo>
                    <a:pt x="1068" y="1"/>
                    <a:pt x="536" y="234"/>
                    <a:pt x="143" y="626"/>
                  </a:cubicBezTo>
                  <a:cubicBezTo>
                    <a:pt x="0" y="745"/>
                    <a:pt x="0" y="959"/>
                    <a:pt x="143" y="1079"/>
                  </a:cubicBezTo>
                  <a:lnTo>
                    <a:pt x="762" y="1721"/>
                  </a:lnTo>
                  <a:cubicBezTo>
                    <a:pt x="1048" y="1102"/>
                    <a:pt x="1382" y="531"/>
                    <a:pt x="1786" y="7"/>
                  </a:cubicBezTo>
                  <a:cubicBezTo>
                    <a:pt x="1734" y="3"/>
                    <a:pt x="1682" y="1"/>
                    <a:pt x="16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5" name="Google Shape;8785;p85"/>
            <p:cNvSpPr/>
            <p:nvPr/>
          </p:nvSpPr>
          <p:spPr>
            <a:xfrm>
              <a:off x="6426900" y="4237225"/>
              <a:ext cx="43500" cy="43950"/>
            </a:xfrm>
            <a:custGeom>
              <a:avLst/>
              <a:gdLst/>
              <a:ahLst/>
              <a:cxnLst/>
              <a:rect l="l" t="t" r="r" b="b"/>
              <a:pathLst>
                <a:path w="1740" h="1758" extrusionOk="0">
                  <a:moveTo>
                    <a:pt x="1715" y="1"/>
                  </a:moveTo>
                  <a:lnTo>
                    <a:pt x="1715" y="1"/>
                  </a:lnTo>
                  <a:cubicBezTo>
                    <a:pt x="1167" y="406"/>
                    <a:pt x="596" y="739"/>
                    <a:pt x="1" y="1025"/>
                  </a:cubicBezTo>
                  <a:lnTo>
                    <a:pt x="620" y="1668"/>
                  </a:lnTo>
                  <a:cubicBezTo>
                    <a:pt x="679" y="1727"/>
                    <a:pt x="763" y="1757"/>
                    <a:pt x="846" y="1757"/>
                  </a:cubicBezTo>
                  <a:cubicBezTo>
                    <a:pt x="929" y="1757"/>
                    <a:pt x="1013" y="1727"/>
                    <a:pt x="1072" y="1668"/>
                  </a:cubicBezTo>
                  <a:cubicBezTo>
                    <a:pt x="1501" y="1215"/>
                    <a:pt x="1739" y="620"/>
                    <a:pt x="17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6" name="Google Shape;8786;p85"/>
            <p:cNvSpPr/>
            <p:nvPr/>
          </p:nvSpPr>
          <p:spPr>
            <a:xfrm>
              <a:off x="6455475" y="4076475"/>
              <a:ext cx="78625" cy="78025"/>
            </a:xfrm>
            <a:custGeom>
              <a:avLst/>
              <a:gdLst/>
              <a:ahLst/>
              <a:cxnLst/>
              <a:rect l="l" t="t" r="r" b="b"/>
              <a:pathLst>
                <a:path w="3145" h="3121" extrusionOk="0">
                  <a:moveTo>
                    <a:pt x="2811" y="1"/>
                  </a:moveTo>
                  <a:cubicBezTo>
                    <a:pt x="1834" y="1"/>
                    <a:pt x="882" y="191"/>
                    <a:pt x="1" y="596"/>
                  </a:cubicBezTo>
                  <a:lnTo>
                    <a:pt x="2525" y="3121"/>
                  </a:lnTo>
                  <a:cubicBezTo>
                    <a:pt x="2930" y="2239"/>
                    <a:pt x="3144" y="1263"/>
                    <a:pt x="3120" y="310"/>
                  </a:cubicBezTo>
                  <a:cubicBezTo>
                    <a:pt x="3120" y="120"/>
                    <a:pt x="2977" y="1"/>
                    <a:pt x="28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7" name="Google Shape;8787;p85"/>
            <p:cNvSpPr/>
            <p:nvPr/>
          </p:nvSpPr>
          <p:spPr>
            <a:xfrm>
              <a:off x="6426300" y="4165350"/>
              <a:ext cx="20875" cy="15350"/>
            </a:xfrm>
            <a:custGeom>
              <a:avLst/>
              <a:gdLst/>
              <a:ahLst/>
              <a:cxnLst/>
              <a:rect l="l" t="t" r="r" b="b"/>
              <a:pathLst>
                <a:path w="835" h="614" extrusionOk="0">
                  <a:moveTo>
                    <a:pt x="426" y="0"/>
                  </a:moveTo>
                  <a:cubicBezTo>
                    <a:pt x="346" y="0"/>
                    <a:pt x="263" y="30"/>
                    <a:pt x="191" y="90"/>
                  </a:cubicBezTo>
                  <a:cubicBezTo>
                    <a:pt x="1" y="280"/>
                    <a:pt x="144" y="613"/>
                    <a:pt x="429" y="613"/>
                  </a:cubicBezTo>
                  <a:cubicBezTo>
                    <a:pt x="715" y="613"/>
                    <a:pt x="834" y="280"/>
                    <a:pt x="644" y="90"/>
                  </a:cubicBezTo>
                  <a:cubicBezTo>
                    <a:pt x="584" y="30"/>
                    <a:pt x="507" y="0"/>
                    <a:pt x="4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8" name="Google Shape;8788;p85"/>
            <p:cNvSpPr/>
            <p:nvPr/>
          </p:nvSpPr>
          <p:spPr>
            <a:xfrm>
              <a:off x="6366175" y="4099700"/>
              <a:ext cx="144700" cy="144100"/>
            </a:xfrm>
            <a:custGeom>
              <a:avLst/>
              <a:gdLst/>
              <a:ahLst/>
              <a:cxnLst/>
              <a:rect l="l" t="t" r="r" b="b"/>
              <a:pathLst>
                <a:path w="5788" h="5764" extrusionOk="0">
                  <a:moveTo>
                    <a:pt x="2841" y="1986"/>
                  </a:moveTo>
                  <a:cubicBezTo>
                    <a:pt x="3073" y="1986"/>
                    <a:pt x="3309" y="2071"/>
                    <a:pt x="3501" y="2263"/>
                  </a:cubicBezTo>
                  <a:cubicBezTo>
                    <a:pt x="3858" y="2644"/>
                    <a:pt x="3858" y="3239"/>
                    <a:pt x="3501" y="3597"/>
                  </a:cubicBezTo>
                  <a:cubicBezTo>
                    <a:pt x="3307" y="3791"/>
                    <a:pt x="3066" y="3879"/>
                    <a:pt x="2831" y="3879"/>
                  </a:cubicBezTo>
                  <a:cubicBezTo>
                    <a:pt x="2346" y="3879"/>
                    <a:pt x="1882" y="3507"/>
                    <a:pt x="1882" y="2930"/>
                  </a:cubicBezTo>
                  <a:cubicBezTo>
                    <a:pt x="1882" y="2365"/>
                    <a:pt x="2352" y="1986"/>
                    <a:pt x="2841" y="1986"/>
                  </a:cubicBezTo>
                  <a:close/>
                  <a:moveTo>
                    <a:pt x="2977" y="1"/>
                  </a:moveTo>
                  <a:cubicBezTo>
                    <a:pt x="1715" y="787"/>
                    <a:pt x="691" y="1906"/>
                    <a:pt x="0" y="3216"/>
                  </a:cubicBezTo>
                  <a:lnTo>
                    <a:pt x="2549" y="5764"/>
                  </a:lnTo>
                  <a:cubicBezTo>
                    <a:pt x="3882" y="5073"/>
                    <a:pt x="5002" y="4049"/>
                    <a:pt x="5787" y="2787"/>
                  </a:cubicBezTo>
                  <a:lnTo>
                    <a:pt x="297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89" name="Google Shape;8789;p85"/>
            <p:cNvSpPr/>
            <p:nvPr/>
          </p:nvSpPr>
          <p:spPr>
            <a:xfrm>
              <a:off x="6339375" y="4195550"/>
              <a:ext cx="75650" cy="74300"/>
            </a:xfrm>
            <a:custGeom>
              <a:avLst/>
              <a:gdLst/>
              <a:ahLst/>
              <a:cxnLst/>
              <a:rect l="l" t="t" r="r" b="b"/>
              <a:pathLst>
                <a:path w="3026" h="2972" extrusionOk="0">
                  <a:moveTo>
                    <a:pt x="787" y="1"/>
                  </a:moveTo>
                  <a:lnTo>
                    <a:pt x="120" y="668"/>
                  </a:lnTo>
                  <a:cubicBezTo>
                    <a:pt x="1" y="787"/>
                    <a:pt x="1" y="977"/>
                    <a:pt x="120" y="1096"/>
                  </a:cubicBezTo>
                  <a:lnTo>
                    <a:pt x="1906" y="2882"/>
                  </a:lnTo>
                  <a:cubicBezTo>
                    <a:pt x="1966" y="2942"/>
                    <a:pt x="2049" y="2972"/>
                    <a:pt x="2132" y="2972"/>
                  </a:cubicBezTo>
                  <a:cubicBezTo>
                    <a:pt x="2216" y="2972"/>
                    <a:pt x="2299" y="2942"/>
                    <a:pt x="2358" y="2882"/>
                  </a:cubicBezTo>
                  <a:lnTo>
                    <a:pt x="3025" y="2216"/>
                  </a:lnTo>
                  <a:lnTo>
                    <a:pt x="7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790" name="Google Shape;8790;p85"/>
          <p:cNvSpPr txBox="1"/>
          <p:nvPr/>
        </p:nvSpPr>
        <p:spPr>
          <a:xfrm>
            <a:off x="1397800" y="1544867"/>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133"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数字营销图标</a:t>
            </a:r>
            <a:endParaRPr kumimoji="0" sz="2133"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2" name="文本框 1">
            <a:extLst>
              <a:ext uri="{FF2B5EF4-FFF2-40B4-BE49-F238E27FC236}">
                <a16:creationId xmlns:a16="http://schemas.microsoft.com/office/drawing/2014/main" id="{CF19026B-2B8C-7911-1C28-3C8F4B4B3FBD}"/>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21C4ED8E-8E14-2957-D634-3327B7755BB9}"/>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38899A6F-DC66-6CCA-22AA-61797B0CB930}"/>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4CF0E051-284C-0E9F-627A-446ADCCB0CAC}"/>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F10B3F5B-2EA0-5C88-BD49-42E4A8DD413D}"/>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64235132-AE78-70B0-CE58-29E558B8B384}"/>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4293E1F1-6B35-0246-E649-0D4B9AE69D6F}"/>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A6FE3A08-7700-E4A9-2F33-03F3E61551E7}"/>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E57AE17D-171E-934F-2EC1-FCBD69494FD2}"/>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276BE7C7-25F2-BECD-CDC2-58F4BF1CB85B}"/>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8795"/>
        <p:cNvGrpSpPr/>
        <p:nvPr/>
      </p:nvGrpSpPr>
      <p:grpSpPr>
        <a:xfrm>
          <a:off x="0" y="0"/>
          <a:ext cx="0" cy="0"/>
          <a:chOff x="0" y="0"/>
          <a:chExt cx="0" cy="0"/>
        </a:xfrm>
      </p:grpSpPr>
      <p:sp>
        <p:nvSpPr>
          <p:cNvPr id="8796" name="Google Shape;8796;p86"/>
          <p:cNvSpPr/>
          <p:nvPr/>
        </p:nvSpPr>
        <p:spPr>
          <a:xfrm>
            <a:off x="4382323" y="2360000"/>
            <a:ext cx="101296" cy="101339"/>
          </a:xfrm>
          <a:custGeom>
            <a:avLst/>
            <a:gdLst/>
            <a:ahLst/>
            <a:cxnLst/>
            <a:rect l="l" t="t" r="r" b="b"/>
            <a:pathLst>
              <a:path w="2334" h="2335" extrusionOk="0">
                <a:moveTo>
                  <a:pt x="2334" y="1"/>
                </a:moveTo>
                <a:lnTo>
                  <a:pt x="0" y="2334"/>
                </a:lnTo>
                <a:lnTo>
                  <a:pt x="2334" y="2334"/>
                </a:lnTo>
                <a:lnTo>
                  <a:pt x="2334"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797" name="Google Shape;8797;p86"/>
          <p:cNvGrpSpPr/>
          <p:nvPr/>
        </p:nvGrpSpPr>
        <p:grpSpPr>
          <a:xfrm>
            <a:off x="8380720" y="5337415"/>
            <a:ext cx="466280" cy="466379"/>
            <a:chOff x="6281267" y="4151023"/>
            <a:chExt cx="348838" cy="348877"/>
          </a:xfrm>
          <a:solidFill>
            <a:schemeClr val="bg1"/>
          </a:solidFill>
        </p:grpSpPr>
        <p:sp>
          <p:nvSpPr>
            <p:cNvPr id="8798" name="Google Shape;8798;p86"/>
            <p:cNvSpPr/>
            <p:nvPr/>
          </p:nvSpPr>
          <p:spPr>
            <a:xfrm>
              <a:off x="6440181" y="4299878"/>
              <a:ext cx="32583" cy="22492"/>
            </a:xfrm>
            <a:custGeom>
              <a:avLst/>
              <a:gdLst/>
              <a:ahLst/>
              <a:cxnLst/>
              <a:rect l="l" t="t" r="r" b="b"/>
              <a:pathLst>
                <a:path w="1001" h="691" extrusionOk="0">
                  <a:moveTo>
                    <a:pt x="0" y="0"/>
                  </a:moveTo>
                  <a:lnTo>
                    <a:pt x="0" y="691"/>
                  </a:lnTo>
                  <a:lnTo>
                    <a:pt x="1001" y="691"/>
                  </a:lnTo>
                  <a:lnTo>
                    <a:pt x="1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799" name="Google Shape;8799;p86"/>
            <p:cNvSpPr/>
            <p:nvPr/>
          </p:nvSpPr>
          <p:spPr>
            <a:xfrm>
              <a:off x="6395228" y="4199101"/>
              <a:ext cx="120956" cy="81408"/>
            </a:xfrm>
            <a:custGeom>
              <a:avLst/>
              <a:gdLst/>
              <a:ahLst/>
              <a:cxnLst/>
              <a:rect l="l" t="t" r="r" b="b"/>
              <a:pathLst>
                <a:path w="3716" h="2501" extrusionOk="0">
                  <a:moveTo>
                    <a:pt x="1858" y="0"/>
                  </a:moveTo>
                  <a:cubicBezTo>
                    <a:pt x="500" y="0"/>
                    <a:pt x="0" y="1786"/>
                    <a:pt x="1143" y="2501"/>
                  </a:cubicBezTo>
                  <a:lnTo>
                    <a:pt x="1548" y="2501"/>
                  </a:lnTo>
                  <a:lnTo>
                    <a:pt x="1548" y="1239"/>
                  </a:lnTo>
                  <a:lnTo>
                    <a:pt x="2167" y="1239"/>
                  </a:lnTo>
                  <a:lnTo>
                    <a:pt x="2167" y="2501"/>
                  </a:lnTo>
                  <a:lnTo>
                    <a:pt x="2572" y="2501"/>
                  </a:lnTo>
                  <a:cubicBezTo>
                    <a:pt x="3715" y="1786"/>
                    <a:pt x="3215" y="0"/>
                    <a:pt x="18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00" name="Google Shape;8800;p86"/>
            <p:cNvSpPr/>
            <p:nvPr/>
          </p:nvSpPr>
          <p:spPr>
            <a:xfrm>
              <a:off x="6281267" y="4151023"/>
              <a:ext cx="348838" cy="218638"/>
            </a:xfrm>
            <a:custGeom>
              <a:avLst/>
              <a:gdLst/>
              <a:ahLst/>
              <a:cxnLst/>
              <a:rect l="l" t="t" r="r" b="b"/>
              <a:pathLst>
                <a:path w="10717" h="6717" extrusionOk="0">
                  <a:moveTo>
                    <a:pt x="2168" y="1025"/>
                  </a:moveTo>
                  <a:lnTo>
                    <a:pt x="3168" y="1549"/>
                  </a:lnTo>
                  <a:lnTo>
                    <a:pt x="2882" y="2097"/>
                  </a:lnTo>
                  <a:lnTo>
                    <a:pt x="1858" y="1573"/>
                  </a:lnTo>
                  <a:lnTo>
                    <a:pt x="2168" y="1025"/>
                  </a:lnTo>
                  <a:close/>
                  <a:moveTo>
                    <a:pt x="8574" y="1025"/>
                  </a:moveTo>
                  <a:lnTo>
                    <a:pt x="8883" y="1573"/>
                  </a:lnTo>
                  <a:lnTo>
                    <a:pt x="7859" y="2097"/>
                  </a:lnTo>
                  <a:lnTo>
                    <a:pt x="7573" y="1549"/>
                  </a:lnTo>
                  <a:lnTo>
                    <a:pt x="8574" y="1025"/>
                  </a:lnTo>
                  <a:close/>
                  <a:moveTo>
                    <a:pt x="2763" y="2549"/>
                  </a:moveTo>
                  <a:lnTo>
                    <a:pt x="2763" y="3192"/>
                  </a:lnTo>
                  <a:lnTo>
                    <a:pt x="1596" y="3192"/>
                  </a:lnTo>
                  <a:lnTo>
                    <a:pt x="1596" y="2549"/>
                  </a:lnTo>
                  <a:close/>
                  <a:moveTo>
                    <a:pt x="9145" y="2549"/>
                  </a:moveTo>
                  <a:lnTo>
                    <a:pt x="9145" y="3192"/>
                  </a:lnTo>
                  <a:lnTo>
                    <a:pt x="7978" y="3192"/>
                  </a:lnTo>
                  <a:lnTo>
                    <a:pt x="7978" y="2549"/>
                  </a:lnTo>
                  <a:close/>
                  <a:moveTo>
                    <a:pt x="2882" y="3621"/>
                  </a:moveTo>
                  <a:lnTo>
                    <a:pt x="3168" y="4192"/>
                  </a:lnTo>
                  <a:lnTo>
                    <a:pt x="2168" y="4716"/>
                  </a:lnTo>
                  <a:lnTo>
                    <a:pt x="1858" y="4145"/>
                  </a:lnTo>
                  <a:lnTo>
                    <a:pt x="2882" y="3621"/>
                  </a:lnTo>
                  <a:close/>
                  <a:moveTo>
                    <a:pt x="7859" y="3621"/>
                  </a:moveTo>
                  <a:lnTo>
                    <a:pt x="8859" y="4145"/>
                  </a:lnTo>
                  <a:lnTo>
                    <a:pt x="8574" y="4716"/>
                  </a:lnTo>
                  <a:lnTo>
                    <a:pt x="7550" y="4192"/>
                  </a:lnTo>
                  <a:lnTo>
                    <a:pt x="7859" y="3621"/>
                  </a:lnTo>
                  <a:close/>
                  <a:moveTo>
                    <a:pt x="5359" y="858"/>
                  </a:moveTo>
                  <a:cubicBezTo>
                    <a:pt x="7288" y="858"/>
                    <a:pt x="8074" y="3335"/>
                    <a:pt x="6478" y="4454"/>
                  </a:cubicBezTo>
                  <a:lnTo>
                    <a:pt x="6478" y="5907"/>
                  </a:lnTo>
                  <a:lnTo>
                    <a:pt x="4239" y="5907"/>
                  </a:lnTo>
                  <a:lnTo>
                    <a:pt x="4239" y="4454"/>
                  </a:lnTo>
                  <a:cubicBezTo>
                    <a:pt x="2644" y="3335"/>
                    <a:pt x="3430" y="858"/>
                    <a:pt x="5359" y="858"/>
                  </a:cubicBezTo>
                  <a:close/>
                  <a:moveTo>
                    <a:pt x="0" y="1"/>
                  </a:moveTo>
                  <a:lnTo>
                    <a:pt x="0" y="6717"/>
                  </a:lnTo>
                  <a:lnTo>
                    <a:pt x="10717" y="6717"/>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01" name="Google Shape;8801;p86"/>
            <p:cNvSpPr/>
            <p:nvPr/>
          </p:nvSpPr>
          <p:spPr>
            <a:xfrm>
              <a:off x="6281267" y="4389784"/>
              <a:ext cx="348838" cy="110117"/>
            </a:xfrm>
            <a:custGeom>
              <a:avLst/>
              <a:gdLst/>
              <a:ahLst/>
              <a:cxnLst/>
              <a:rect l="l" t="t" r="r" b="b"/>
              <a:pathLst>
                <a:path w="10717" h="3383" extrusionOk="0">
                  <a:moveTo>
                    <a:pt x="0" y="1"/>
                  </a:moveTo>
                  <a:lnTo>
                    <a:pt x="0" y="1596"/>
                  </a:lnTo>
                  <a:lnTo>
                    <a:pt x="4001" y="1596"/>
                  </a:lnTo>
                  <a:lnTo>
                    <a:pt x="4001" y="1977"/>
                  </a:lnTo>
                  <a:cubicBezTo>
                    <a:pt x="4001" y="2406"/>
                    <a:pt x="3668" y="2739"/>
                    <a:pt x="3239" y="2739"/>
                  </a:cubicBezTo>
                  <a:lnTo>
                    <a:pt x="2263" y="2739"/>
                  </a:lnTo>
                  <a:lnTo>
                    <a:pt x="2263" y="3382"/>
                  </a:lnTo>
                  <a:lnTo>
                    <a:pt x="8455" y="3382"/>
                  </a:lnTo>
                  <a:lnTo>
                    <a:pt x="8455" y="2763"/>
                  </a:lnTo>
                  <a:lnTo>
                    <a:pt x="7502" y="2763"/>
                  </a:lnTo>
                  <a:cubicBezTo>
                    <a:pt x="7073" y="2763"/>
                    <a:pt x="6716" y="2406"/>
                    <a:pt x="6740" y="1977"/>
                  </a:cubicBezTo>
                  <a:lnTo>
                    <a:pt x="6740" y="1596"/>
                  </a:lnTo>
                  <a:lnTo>
                    <a:pt x="10717" y="1596"/>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02" name="Google Shape;8802;p86"/>
          <p:cNvGrpSpPr/>
          <p:nvPr/>
        </p:nvGrpSpPr>
        <p:grpSpPr>
          <a:xfrm>
            <a:off x="10405360" y="5337415"/>
            <a:ext cx="447661" cy="466371"/>
            <a:chOff x="7795960" y="4151023"/>
            <a:chExt cx="334909" cy="348871"/>
          </a:xfrm>
          <a:solidFill>
            <a:schemeClr val="bg1"/>
          </a:solidFill>
        </p:grpSpPr>
        <p:sp>
          <p:nvSpPr>
            <p:cNvPr id="8803" name="Google Shape;8803;p86"/>
            <p:cNvSpPr/>
            <p:nvPr/>
          </p:nvSpPr>
          <p:spPr>
            <a:xfrm>
              <a:off x="7857221" y="4296786"/>
              <a:ext cx="273648" cy="134106"/>
            </a:xfrm>
            <a:custGeom>
              <a:avLst/>
              <a:gdLst/>
              <a:ahLst/>
              <a:cxnLst/>
              <a:rect l="l" t="t" r="r" b="b"/>
              <a:pathLst>
                <a:path w="8407" h="4120" extrusionOk="0">
                  <a:moveTo>
                    <a:pt x="1858" y="714"/>
                  </a:moveTo>
                  <a:cubicBezTo>
                    <a:pt x="2334" y="714"/>
                    <a:pt x="2739" y="1072"/>
                    <a:pt x="2810" y="1548"/>
                  </a:cubicBezTo>
                  <a:cubicBezTo>
                    <a:pt x="2858" y="2096"/>
                    <a:pt x="2429" y="2548"/>
                    <a:pt x="1882" y="2548"/>
                  </a:cubicBezTo>
                  <a:lnTo>
                    <a:pt x="1501" y="2548"/>
                  </a:lnTo>
                  <a:lnTo>
                    <a:pt x="1501" y="3453"/>
                  </a:lnTo>
                  <a:lnTo>
                    <a:pt x="881" y="3453"/>
                  </a:lnTo>
                  <a:lnTo>
                    <a:pt x="881" y="714"/>
                  </a:lnTo>
                  <a:close/>
                  <a:moveTo>
                    <a:pt x="4287" y="714"/>
                  </a:moveTo>
                  <a:cubicBezTo>
                    <a:pt x="4811" y="714"/>
                    <a:pt x="5216" y="1119"/>
                    <a:pt x="5216" y="1643"/>
                  </a:cubicBezTo>
                  <a:lnTo>
                    <a:pt x="5216" y="2524"/>
                  </a:lnTo>
                  <a:cubicBezTo>
                    <a:pt x="5216" y="3048"/>
                    <a:pt x="4811" y="3453"/>
                    <a:pt x="4287" y="3453"/>
                  </a:cubicBezTo>
                  <a:lnTo>
                    <a:pt x="3287" y="3453"/>
                  </a:lnTo>
                  <a:lnTo>
                    <a:pt x="3287" y="714"/>
                  </a:lnTo>
                  <a:close/>
                  <a:moveTo>
                    <a:pt x="7502" y="714"/>
                  </a:moveTo>
                  <a:lnTo>
                    <a:pt x="7502" y="1334"/>
                  </a:lnTo>
                  <a:lnTo>
                    <a:pt x="6406" y="1334"/>
                  </a:lnTo>
                  <a:lnTo>
                    <a:pt x="6406" y="1929"/>
                  </a:lnTo>
                  <a:lnTo>
                    <a:pt x="7264" y="1929"/>
                  </a:lnTo>
                  <a:lnTo>
                    <a:pt x="7264" y="2572"/>
                  </a:lnTo>
                  <a:lnTo>
                    <a:pt x="6406" y="2572"/>
                  </a:lnTo>
                  <a:lnTo>
                    <a:pt x="6406" y="3453"/>
                  </a:lnTo>
                  <a:lnTo>
                    <a:pt x="5787" y="3453"/>
                  </a:lnTo>
                  <a:lnTo>
                    <a:pt x="5787" y="714"/>
                  </a:lnTo>
                  <a:close/>
                  <a:moveTo>
                    <a:pt x="0" y="0"/>
                  </a:moveTo>
                  <a:lnTo>
                    <a:pt x="0" y="4120"/>
                  </a:lnTo>
                  <a:lnTo>
                    <a:pt x="8407" y="4120"/>
                  </a:lnTo>
                  <a:lnTo>
                    <a:pt x="84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04" name="Google Shape;8804;p86"/>
            <p:cNvSpPr/>
            <p:nvPr/>
          </p:nvSpPr>
          <p:spPr>
            <a:xfrm>
              <a:off x="7906829" y="4340176"/>
              <a:ext cx="22525" cy="19400"/>
            </a:xfrm>
            <a:custGeom>
              <a:avLst/>
              <a:gdLst/>
              <a:ahLst/>
              <a:cxnLst/>
              <a:rect l="l" t="t" r="r" b="b"/>
              <a:pathLst>
                <a:path w="692" h="596" extrusionOk="0">
                  <a:moveTo>
                    <a:pt x="0" y="1"/>
                  </a:moveTo>
                  <a:lnTo>
                    <a:pt x="0" y="596"/>
                  </a:lnTo>
                  <a:lnTo>
                    <a:pt x="358" y="596"/>
                  </a:lnTo>
                  <a:cubicBezTo>
                    <a:pt x="548" y="596"/>
                    <a:pt x="691" y="453"/>
                    <a:pt x="667" y="263"/>
                  </a:cubicBezTo>
                  <a:cubicBezTo>
                    <a:pt x="643" y="120"/>
                    <a:pt x="501" y="1"/>
                    <a:pt x="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05" name="Google Shape;8805;p86"/>
            <p:cNvSpPr/>
            <p:nvPr/>
          </p:nvSpPr>
          <p:spPr>
            <a:xfrm>
              <a:off x="7985114" y="4340176"/>
              <a:ext cx="21743" cy="47328"/>
            </a:xfrm>
            <a:custGeom>
              <a:avLst/>
              <a:gdLst/>
              <a:ahLst/>
              <a:cxnLst/>
              <a:rect l="l" t="t" r="r" b="b"/>
              <a:pathLst>
                <a:path w="668" h="1454" extrusionOk="0">
                  <a:moveTo>
                    <a:pt x="1" y="1"/>
                  </a:moveTo>
                  <a:lnTo>
                    <a:pt x="1" y="1453"/>
                  </a:lnTo>
                  <a:lnTo>
                    <a:pt x="358" y="1453"/>
                  </a:lnTo>
                  <a:cubicBezTo>
                    <a:pt x="525" y="1453"/>
                    <a:pt x="668" y="1310"/>
                    <a:pt x="668" y="1168"/>
                  </a:cubicBezTo>
                  <a:lnTo>
                    <a:pt x="668" y="286"/>
                  </a:lnTo>
                  <a:cubicBezTo>
                    <a:pt x="668" y="120"/>
                    <a:pt x="525" y="1"/>
                    <a:pt x="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06" name="Google Shape;8806;p86"/>
            <p:cNvSpPr/>
            <p:nvPr/>
          </p:nvSpPr>
          <p:spPr>
            <a:xfrm>
              <a:off x="7796741" y="4151023"/>
              <a:ext cx="260498" cy="348871"/>
            </a:xfrm>
            <a:custGeom>
              <a:avLst/>
              <a:gdLst/>
              <a:ahLst/>
              <a:cxnLst/>
              <a:rect l="l" t="t" r="r" b="b"/>
              <a:pathLst>
                <a:path w="8003" h="10718" extrusionOk="0">
                  <a:moveTo>
                    <a:pt x="6574" y="2382"/>
                  </a:moveTo>
                  <a:lnTo>
                    <a:pt x="6574" y="3002"/>
                  </a:lnTo>
                  <a:lnTo>
                    <a:pt x="3716" y="3002"/>
                  </a:lnTo>
                  <a:lnTo>
                    <a:pt x="3716" y="2382"/>
                  </a:lnTo>
                  <a:close/>
                  <a:moveTo>
                    <a:pt x="2954" y="1"/>
                  </a:moveTo>
                  <a:lnTo>
                    <a:pt x="2954" y="2954"/>
                  </a:lnTo>
                  <a:lnTo>
                    <a:pt x="1" y="2954"/>
                  </a:lnTo>
                  <a:lnTo>
                    <a:pt x="1" y="10717"/>
                  </a:lnTo>
                  <a:lnTo>
                    <a:pt x="8002" y="10717"/>
                  </a:lnTo>
                  <a:lnTo>
                    <a:pt x="8002" y="9241"/>
                  </a:lnTo>
                  <a:lnTo>
                    <a:pt x="1263" y="9241"/>
                  </a:lnTo>
                  <a:lnTo>
                    <a:pt x="1263" y="3859"/>
                  </a:lnTo>
                  <a:lnTo>
                    <a:pt x="8002" y="3859"/>
                  </a:lnTo>
                  <a:lnTo>
                    <a:pt x="800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07" name="Google Shape;8807;p86"/>
            <p:cNvSpPr/>
            <p:nvPr/>
          </p:nvSpPr>
          <p:spPr>
            <a:xfrm>
              <a:off x="7795960" y="4151023"/>
              <a:ext cx="76004" cy="76004"/>
            </a:xfrm>
            <a:custGeom>
              <a:avLst/>
              <a:gdLst/>
              <a:ahLst/>
              <a:cxnLst/>
              <a:rect l="l" t="t" r="r" b="b"/>
              <a:pathLst>
                <a:path w="2335" h="2335" extrusionOk="0">
                  <a:moveTo>
                    <a:pt x="2335" y="1"/>
                  </a:moveTo>
                  <a:lnTo>
                    <a:pt x="1" y="2335"/>
                  </a:lnTo>
                  <a:lnTo>
                    <a:pt x="2335" y="2335"/>
                  </a:lnTo>
                  <a:lnTo>
                    <a:pt x="233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08" name="Google Shape;8808;p86"/>
          <p:cNvGrpSpPr/>
          <p:nvPr/>
        </p:nvGrpSpPr>
        <p:grpSpPr>
          <a:xfrm>
            <a:off x="9388886" y="2385127"/>
            <a:ext cx="466324" cy="412459"/>
            <a:chOff x="7035505" y="1942549"/>
            <a:chExt cx="348871" cy="308541"/>
          </a:xfrm>
          <a:solidFill>
            <a:schemeClr val="bg1"/>
          </a:solidFill>
        </p:grpSpPr>
        <p:sp>
          <p:nvSpPr>
            <p:cNvPr id="8809" name="Google Shape;8809;p86"/>
            <p:cNvSpPr/>
            <p:nvPr/>
          </p:nvSpPr>
          <p:spPr>
            <a:xfrm>
              <a:off x="7035505" y="1942549"/>
              <a:ext cx="234913" cy="59729"/>
            </a:xfrm>
            <a:custGeom>
              <a:avLst/>
              <a:gdLst/>
              <a:ahLst/>
              <a:cxnLst/>
              <a:rect l="l" t="t" r="r" b="b"/>
              <a:pathLst>
                <a:path w="7217" h="1835" extrusionOk="0">
                  <a:moveTo>
                    <a:pt x="1763" y="596"/>
                  </a:moveTo>
                  <a:lnTo>
                    <a:pt x="1763" y="1239"/>
                  </a:lnTo>
                  <a:lnTo>
                    <a:pt x="1120" y="1239"/>
                  </a:lnTo>
                  <a:lnTo>
                    <a:pt x="1120" y="596"/>
                  </a:lnTo>
                  <a:close/>
                  <a:moveTo>
                    <a:pt x="2930" y="596"/>
                  </a:moveTo>
                  <a:lnTo>
                    <a:pt x="2930" y="1239"/>
                  </a:lnTo>
                  <a:lnTo>
                    <a:pt x="2311" y="1239"/>
                  </a:lnTo>
                  <a:lnTo>
                    <a:pt x="2287" y="596"/>
                  </a:lnTo>
                  <a:close/>
                  <a:moveTo>
                    <a:pt x="4073" y="596"/>
                  </a:moveTo>
                  <a:lnTo>
                    <a:pt x="4073" y="1239"/>
                  </a:lnTo>
                  <a:lnTo>
                    <a:pt x="3454" y="1239"/>
                  </a:lnTo>
                  <a:lnTo>
                    <a:pt x="3454" y="596"/>
                  </a:lnTo>
                  <a:close/>
                  <a:moveTo>
                    <a:pt x="1" y="1"/>
                  </a:moveTo>
                  <a:lnTo>
                    <a:pt x="1" y="1835"/>
                  </a:lnTo>
                  <a:lnTo>
                    <a:pt x="5693" y="1835"/>
                  </a:lnTo>
                  <a:lnTo>
                    <a:pt x="72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10" name="Google Shape;8810;p86"/>
            <p:cNvSpPr/>
            <p:nvPr/>
          </p:nvSpPr>
          <p:spPr>
            <a:xfrm>
              <a:off x="7178924" y="2102243"/>
              <a:ext cx="51982" cy="60510"/>
            </a:xfrm>
            <a:custGeom>
              <a:avLst/>
              <a:gdLst/>
              <a:ahLst/>
              <a:cxnLst/>
              <a:rect l="l" t="t" r="r" b="b"/>
              <a:pathLst>
                <a:path w="1597" h="1859" extrusionOk="0">
                  <a:moveTo>
                    <a:pt x="1" y="1"/>
                  </a:moveTo>
                  <a:lnTo>
                    <a:pt x="1" y="1858"/>
                  </a:lnTo>
                  <a:lnTo>
                    <a:pt x="1596" y="929"/>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11" name="Google Shape;8811;p86"/>
            <p:cNvSpPr/>
            <p:nvPr/>
          </p:nvSpPr>
          <p:spPr>
            <a:xfrm>
              <a:off x="7035505" y="1942549"/>
              <a:ext cx="348871" cy="308541"/>
            </a:xfrm>
            <a:custGeom>
              <a:avLst/>
              <a:gdLst/>
              <a:ahLst/>
              <a:cxnLst/>
              <a:rect l="l" t="t" r="r" b="b"/>
              <a:pathLst>
                <a:path w="10718" h="9479" extrusionOk="0">
                  <a:moveTo>
                    <a:pt x="3764" y="3811"/>
                  </a:moveTo>
                  <a:lnTo>
                    <a:pt x="7264" y="5835"/>
                  </a:lnTo>
                  <a:lnTo>
                    <a:pt x="3764" y="7860"/>
                  </a:lnTo>
                  <a:lnTo>
                    <a:pt x="3764" y="3811"/>
                  </a:lnTo>
                  <a:close/>
                  <a:moveTo>
                    <a:pt x="8050" y="1"/>
                  </a:moveTo>
                  <a:lnTo>
                    <a:pt x="6002" y="2477"/>
                  </a:lnTo>
                  <a:lnTo>
                    <a:pt x="1" y="2477"/>
                  </a:lnTo>
                  <a:lnTo>
                    <a:pt x="1" y="9479"/>
                  </a:lnTo>
                  <a:lnTo>
                    <a:pt x="10718" y="9479"/>
                  </a:lnTo>
                  <a:lnTo>
                    <a:pt x="1071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12" name="Google Shape;8812;p86"/>
          <p:cNvGrpSpPr/>
          <p:nvPr/>
        </p:nvGrpSpPr>
        <p:grpSpPr>
          <a:xfrm>
            <a:off x="2385466" y="3849369"/>
            <a:ext cx="368908" cy="465336"/>
            <a:chOff x="1796039" y="3037884"/>
            <a:chExt cx="275991" cy="348097"/>
          </a:xfrm>
          <a:solidFill>
            <a:schemeClr val="bg1"/>
          </a:solidFill>
        </p:grpSpPr>
        <p:sp>
          <p:nvSpPr>
            <p:cNvPr id="8813" name="Google Shape;8813;p86"/>
            <p:cNvSpPr/>
            <p:nvPr/>
          </p:nvSpPr>
          <p:spPr>
            <a:xfrm>
              <a:off x="1796039" y="3037884"/>
              <a:ext cx="275991" cy="270556"/>
            </a:xfrm>
            <a:custGeom>
              <a:avLst/>
              <a:gdLst/>
              <a:ahLst/>
              <a:cxnLst/>
              <a:rect l="l" t="t" r="r" b="b"/>
              <a:pathLst>
                <a:path w="8479" h="8312" extrusionOk="0">
                  <a:moveTo>
                    <a:pt x="1" y="0"/>
                  </a:moveTo>
                  <a:lnTo>
                    <a:pt x="1" y="8312"/>
                  </a:lnTo>
                  <a:lnTo>
                    <a:pt x="1263" y="8312"/>
                  </a:lnTo>
                  <a:lnTo>
                    <a:pt x="1263" y="1239"/>
                  </a:lnTo>
                  <a:lnTo>
                    <a:pt x="7240" y="1239"/>
                  </a:lnTo>
                  <a:lnTo>
                    <a:pt x="7240" y="8312"/>
                  </a:lnTo>
                  <a:lnTo>
                    <a:pt x="8479" y="8312"/>
                  </a:lnTo>
                  <a:lnTo>
                    <a:pt x="84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14" name="Google Shape;8814;p86"/>
            <p:cNvSpPr/>
            <p:nvPr/>
          </p:nvSpPr>
          <p:spPr>
            <a:xfrm>
              <a:off x="1857300" y="3098363"/>
              <a:ext cx="154287" cy="210078"/>
            </a:xfrm>
            <a:custGeom>
              <a:avLst/>
              <a:gdLst/>
              <a:ahLst/>
              <a:cxnLst/>
              <a:rect l="l" t="t" r="r" b="b"/>
              <a:pathLst>
                <a:path w="4740" h="6454" extrusionOk="0">
                  <a:moveTo>
                    <a:pt x="3477" y="929"/>
                  </a:moveTo>
                  <a:lnTo>
                    <a:pt x="3477" y="1548"/>
                  </a:lnTo>
                  <a:lnTo>
                    <a:pt x="1262" y="1548"/>
                  </a:lnTo>
                  <a:lnTo>
                    <a:pt x="1262" y="929"/>
                  </a:lnTo>
                  <a:close/>
                  <a:moveTo>
                    <a:pt x="4049" y="2215"/>
                  </a:moveTo>
                  <a:lnTo>
                    <a:pt x="4049" y="2834"/>
                  </a:lnTo>
                  <a:lnTo>
                    <a:pt x="691" y="2834"/>
                  </a:lnTo>
                  <a:lnTo>
                    <a:pt x="691" y="2215"/>
                  </a:lnTo>
                  <a:close/>
                  <a:moveTo>
                    <a:pt x="4049" y="3525"/>
                  </a:moveTo>
                  <a:lnTo>
                    <a:pt x="4049" y="4168"/>
                  </a:lnTo>
                  <a:lnTo>
                    <a:pt x="691" y="4168"/>
                  </a:lnTo>
                  <a:lnTo>
                    <a:pt x="691" y="3525"/>
                  </a:lnTo>
                  <a:close/>
                  <a:moveTo>
                    <a:pt x="4049" y="4858"/>
                  </a:moveTo>
                  <a:lnTo>
                    <a:pt x="4049" y="5477"/>
                  </a:lnTo>
                  <a:lnTo>
                    <a:pt x="691" y="5477"/>
                  </a:lnTo>
                  <a:lnTo>
                    <a:pt x="691" y="4858"/>
                  </a:lnTo>
                  <a:close/>
                  <a:moveTo>
                    <a:pt x="0" y="0"/>
                  </a:moveTo>
                  <a:lnTo>
                    <a:pt x="0" y="6454"/>
                  </a:lnTo>
                  <a:lnTo>
                    <a:pt x="4739" y="6454"/>
                  </a:lnTo>
                  <a:lnTo>
                    <a:pt x="473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15" name="Google Shape;8815;p86"/>
            <p:cNvSpPr/>
            <p:nvPr/>
          </p:nvSpPr>
          <p:spPr>
            <a:xfrm>
              <a:off x="1796039" y="3327814"/>
              <a:ext cx="275991" cy="58167"/>
            </a:xfrm>
            <a:custGeom>
              <a:avLst/>
              <a:gdLst/>
              <a:ahLst/>
              <a:cxnLst/>
              <a:rect l="l" t="t" r="r" b="b"/>
              <a:pathLst>
                <a:path w="8479" h="1787" extrusionOk="0">
                  <a:moveTo>
                    <a:pt x="4549" y="548"/>
                  </a:moveTo>
                  <a:lnTo>
                    <a:pt x="4549" y="1191"/>
                  </a:lnTo>
                  <a:lnTo>
                    <a:pt x="3930" y="1191"/>
                  </a:lnTo>
                  <a:lnTo>
                    <a:pt x="3930" y="548"/>
                  </a:lnTo>
                  <a:close/>
                  <a:moveTo>
                    <a:pt x="1" y="0"/>
                  </a:moveTo>
                  <a:lnTo>
                    <a:pt x="1" y="1786"/>
                  </a:lnTo>
                  <a:lnTo>
                    <a:pt x="8479" y="1786"/>
                  </a:lnTo>
                  <a:lnTo>
                    <a:pt x="84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16" name="Google Shape;8816;p86"/>
          <p:cNvGrpSpPr/>
          <p:nvPr/>
        </p:nvGrpSpPr>
        <p:grpSpPr>
          <a:xfrm>
            <a:off x="5359272" y="4593415"/>
            <a:ext cx="466280" cy="465291"/>
            <a:chOff x="4020831" y="3594470"/>
            <a:chExt cx="348838" cy="348063"/>
          </a:xfrm>
          <a:solidFill>
            <a:schemeClr val="bg1"/>
          </a:solidFill>
        </p:grpSpPr>
        <p:sp>
          <p:nvSpPr>
            <p:cNvPr id="8817" name="Google Shape;8817;p86"/>
            <p:cNvSpPr/>
            <p:nvPr/>
          </p:nvSpPr>
          <p:spPr>
            <a:xfrm>
              <a:off x="4144850" y="3724706"/>
              <a:ext cx="98496" cy="31801"/>
            </a:xfrm>
            <a:custGeom>
              <a:avLst/>
              <a:gdLst/>
              <a:ahLst/>
              <a:cxnLst/>
              <a:rect l="l" t="t" r="r" b="b"/>
              <a:pathLst>
                <a:path w="3026" h="977" extrusionOk="0">
                  <a:moveTo>
                    <a:pt x="1" y="0"/>
                  </a:moveTo>
                  <a:lnTo>
                    <a:pt x="1" y="976"/>
                  </a:lnTo>
                  <a:lnTo>
                    <a:pt x="3025" y="976"/>
                  </a:ln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18" name="Google Shape;8818;p86"/>
            <p:cNvSpPr/>
            <p:nvPr/>
          </p:nvSpPr>
          <p:spPr>
            <a:xfrm>
              <a:off x="4097586" y="3649513"/>
              <a:ext cx="195365" cy="55042"/>
            </a:xfrm>
            <a:custGeom>
              <a:avLst/>
              <a:gdLst/>
              <a:ahLst/>
              <a:cxnLst/>
              <a:rect l="l" t="t" r="r" b="b"/>
              <a:pathLst>
                <a:path w="6002" h="1691" extrusionOk="0">
                  <a:moveTo>
                    <a:pt x="3001" y="0"/>
                  </a:moveTo>
                  <a:lnTo>
                    <a:pt x="0" y="1286"/>
                  </a:lnTo>
                  <a:lnTo>
                    <a:pt x="953" y="1691"/>
                  </a:lnTo>
                  <a:lnTo>
                    <a:pt x="5049" y="1691"/>
                  </a:lnTo>
                  <a:lnTo>
                    <a:pt x="6001" y="1286"/>
                  </a:lnTo>
                  <a:lnTo>
                    <a:pt x="3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19" name="Google Shape;8819;p86"/>
            <p:cNvSpPr/>
            <p:nvPr/>
          </p:nvSpPr>
          <p:spPr>
            <a:xfrm>
              <a:off x="4020831" y="3833230"/>
              <a:ext cx="348838" cy="109303"/>
            </a:xfrm>
            <a:custGeom>
              <a:avLst/>
              <a:gdLst/>
              <a:ahLst/>
              <a:cxnLst/>
              <a:rect l="l" t="t" r="r" b="b"/>
              <a:pathLst>
                <a:path w="10717" h="3358" extrusionOk="0">
                  <a:moveTo>
                    <a:pt x="0" y="0"/>
                  </a:moveTo>
                  <a:lnTo>
                    <a:pt x="0" y="1596"/>
                  </a:lnTo>
                  <a:lnTo>
                    <a:pt x="4001" y="1596"/>
                  </a:lnTo>
                  <a:lnTo>
                    <a:pt x="4001" y="1953"/>
                  </a:lnTo>
                  <a:cubicBezTo>
                    <a:pt x="4001" y="2381"/>
                    <a:pt x="3644" y="2739"/>
                    <a:pt x="3215" y="2739"/>
                  </a:cubicBezTo>
                  <a:lnTo>
                    <a:pt x="2263" y="2739"/>
                  </a:lnTo>
                  <a:lnTo>
                    <a:pt x="2263" y="3358"/>
                  </a:lnTo>
                  <a:lnTo>
                    <a:pt x="8455" y="3358"/>
                  </a:lnTo>
                  <a:lnTo>
                    <a:pt x="8455" y="2739"/>
                  </a:lnTo>
                  <a:lnTo>
                    <a:pt x="7478" y="2739"/>
                  </a:lnTo>
                  <a:cubicBezTo>
                    <a:pt x="7050" y="2739"/>
                    <a:pt x="6716" y="2381"/>
                    <a:pt x="6716" y="1953"/>
                  </a:cubicBezTo>
                  <a:lnTo>
                    <a:pt x="6716" y="1596"/>
                  </a:lnTo>
                  <a:lnTo>
                    <a:pt x="10717" y="1596"/>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20" name="Google Shape;8820;p86"/>
            <p:cNvSpPr/>
            <p:nvPr/>
          </p:nvSpPr>
          <p:spPr>
            <a:xfrm>
              <a:off x="4020831" y="3594470"/>
              <a:ext cx="348838" cy="218606"/>
            </a:xfrm>
            <a:custGeom>
              <a:avLst/>
              <a:gdLst/>
              <a:ahLst/>
              <a:cxnLst/>
              <a:rect l="l" t="t" r="r" b="b"/>
              <a:pathLst>
                <a:path w="10717" h="6716" extrusionOk="0">
                  <a:moveTo>
                    <a:pt x="5359" y="1024"/>
                  </a:moveTo>
                  <a:lnTo>
                    <a:pt x="9407" y="2763"/>
                  </a:lnTo>
                  <a:lnTo>
                    <a:pt x="9407" y="3215"/>
                  </a:lnTo>
                  <a:lnTo>
                    <a:pt x="8859" y="3477"/>
                  </a:lnTo>
                  <a:lnTo>
                    <a:pt x="8859" y="4954"/>
                  </a:lnTo>
                  <a:lnTo>
                    <a:pt x="8216" y="4954"/>
                  </a:lnTo>
                  <a:lnTo>
                    <a:pt x="8216" y="3739"/>
                  </a:lnTo>
                  <a:lnTo>
                    <a:pt x="7478" y="4049"/>
                  </a:lnTo>
                  <a:lnTo>
                    <a:pt x="7478" y="5620"/>
                  </a:lnTo>
                  <a:lnTo>
                    <a:pt x="3192" y="5620"/>
                  </a:lnTo>
                  <a:lnTo>
                    <a:pt x="3192" y="4025"/>
                  </a:lnTo>
                  <a:lnTo>
                    <a:pt x="1310" y="3215"/>
                  </a:lnTo>
                  <a:lnTo>
                    <a:pt x="1310" y="2739"/>
                  </a:lnTo>
                  <a:lnTo>
                    <a:pt x="5359" y="1024"/>
                  </a:lnTo>
                  <a:close/>
                  <a:moveTo>
                    <a:pt x="0" y="0"/>
                  </a:moveTo>
                  <a:lnTo>
                    <a:pt x="0" y="6716"/>
                  </a:lnTo>
                  <a:lnTo>
                    <a:pt x="10717" y="6716"/>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21" name="Google Shape;8821;p86"/>
          <p:cNvGrpSpPr/>
          <p:nvPr/>
        </p:nvGrpSpPr>
        <p:grpSpPr>
          <a:xfrm>
            <a:off x="9449017" y="5337335"/>
            <a:ext cx="346119" cy="466460"/>
            <a:chOff x="7086762" y="4003001"/>
            <a:chExt cx="259589" cy="349845"/>
          </a:xfrm>
          <a:solidFill>
            <a:schemeClr val="bg1"/>
          </a:solidFill>
        </p:grpSpPr>
        <p:sp>
          <p:nvSpPr>
            <p:cNvPr id="8822" name="Google Shape;8822;p86"/>
            <p:cNvSpPr/>
            <p:nvPr/>
          </p:nvSpPr>
          <p:spPr>
            <a:xfrm>
              <a:off x="7192983" y="4003001"/>
              <a:ext cx="46668" cy="35801"/>
            </a:xfrm>
            <a:custGeom>
              <a:avLst/>
              <a:gdLst/>
              <a:ahLst/>
              <a:cxnLst/>
              <a:rect l="l" t="t" r="r" b="b"/>
              <a:pathLst>
                <a:path w="1430" h="1097" extrusionOk="0">
                  <a:moveTo>
                    <a:pt x="715" y="1"/>
                  </a:moveTo>
                  <a:lnTo>
                    <a:pt x="1" y="1096"/>
                  </a:lnTo>
                  <a:lnTo>
                    <a:pt x="1430" y="1096"/>
                  </a:lnTo>
                  <a:lnTo>
                    <a:pt x="7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823" name="Google Shape;8823;p86"/>
            <p:cNvGrpSpPr/>
            <p:nvPr/>
          </p:nvGrpSpPr>
          <p:grpSpPr>
            <a:xfrm>
              <a:off x="7086762" y="4059031"/>
              <a:ext cx="259589" cy="293816"/>
              <a:chOff x="7080490" y="4206848"/>
              <a:chExt cx="258941" cy="293054"/>
            </a:xfrm>
            <a:grpFill/>
          </p:grpSpPr>
          <p:sp>
            <p:nvSpPr>
              <p:cNvPr id="8824" name="Google Shape;8824;p86"/>
              <p:cNvSpPr/>
              <p:nvPr/>
            </p:nvSpPr>
            <p:spPr>
              <a:xfrm>
                <a:off x="7150247" y="4206848"/>
                <a:ext cx="117864" cy="34926"/>
              </a:xfrm>
              <a:custGeom>
                <a:avLst/>
                <a:gdLst/>
                <a:ahLst/>
                <a:cxnLst/>
                <a:rect l="l" t="t" r="r" b="b"/>
                <a:pathLst>
                  <a:path w="3621" h="1073" extrusionOk="0">
                    <a:moveTo>
                      <a:pt x="691" y="1"/>
                    </a:moveTo>
                    <a:lnTo>
                      <a:pt x="1" y="1072"/>
                    </a:lnTo>
                    <a:lnTo>
                      <a:pt x="3620" y="1072"/>
                    </a:lnTo>
                    <a:lnTo>
                      <a:pt x="29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25" name="Google Shape;8825;p86"/>
              <p:cNvSpPr/>
              <p:nvPr/>
            </p:nvSpPr>
            <p:spPr>
              <a:xfrm>
                <a:off x="7148685" y="4453355"/>
                <a:ext cx="120956" cy="46546"/>
              </a:xfrm>
              <a:custGeom>
                <a:avLst/>
                <a:gdLst/>
                <a:ahLst/>
                <a:cxnLst/>
                <a:rect l="l" t="t" r="r" b="b"/>
                <a:pathLst>
                  <a:path w="3716" h="1430" extrusionOk="0">
                    <a:moveTo>
                      <a:pt x="1" y="1"/>
                    </a:moveTo>
                    <a:lnTo>
                      <a:pt x="1" y="1429"/>
                    </a:lnTo>
                    <a:lnTo>
                      <a:pt x="3716" y="1429"/>
                    </a:lnTo>
                    <a:lnTo>
                      <a:pt x="37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26" name="Google Shape;8826;p86"/>
              <p:cNvSpPr/>
              <p:nvPr/>
            </p:nvSpPr>
            <p:spPr>
              <a:xfrm>
                <a:off x="7289793" y="4347142"/>
                <a:ext cx="49639" cy="129484"/>
              </a:xfrm>
              <a:custGeom>
                <a:avLst/>
                <a:gdLst/>
                <a:ahLst/>
                <a:cxnLst/>
                <a:rect l="l" t="t" r="r" b="b"/>
                <a:pathLst>
                  <a:path w="1525" h="3978" extrusionOk="0">
                    <a:moveTo>
                      <a:pt x="0" y="1"/>
                    </a:moveTo>
                    <a:lnTo>
                      <a:pt x="0" y="3978"/>
                    </a:lnTo>
                    <a:lnTo>
                      <a:pt x="1524" y="3978"/>
                    </a:lnTo>
                    <a:lnTo>
                      <a:pt x="1524" y="1144"/>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27" name="Google Shape;8827;p86"/>
              <p:cNvSpPr/>
              <p:nvPr/>
            </p:nvSpPr>
            <p:spPr>
              <a:xfrm>
                <a:off x="7080490" y="4347923"/>
                <a:ext cx="47295" cy="128703"/>
              </a:xfrm>
              <a:custGeom>
                <a:avLst/>
                <a:gdLst/>
                <a:ahLst/>
                <a:cxnLst/>
                <a:rect l="l" t="t" r="r" b="b"/>
                <a:pathLst>
                  <a:path w="1453" h="3954" extrusionOk="0">
                    <a:moveTo>
                      <a:pt x="1453" y="1"/>
                    </a:moveTo>
                    <a:lnTo>
                      <a:pt x="0" y="1120"/>
                    </a:lnTo>
                    <a:lnTo>
                      <a:pt x="0" y="3954"/>
                    </a:lnTo>
                    <a:lnTo>
                      <a:pt x="1453" y="3954"/>
                    </a:lnTo>
                    <a:lnTo>
                      <a:pt x="14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28" name="Google Shape;8828;p86"/>
              <p:cNvSpPr/>
              <p:nvPr/>
            </p:nvSpPr>
            <p:spPr>
              <a:xfrm>
                <a:off x="7148685" y="4261892"/>
                <a:ext cx="50420" cy="171343"/>
              </a:xfrm>
              <a:custGeom>
                <a:avLst/>
                <a:gdLst/>
                <a:ahLst/>
                <a:cxnLst/>
                <a:rect l="l" t="t" r="r" b="b"/>
                <a:pathLst>
                  <a:path w="1549" h="5264" extrusionOk="0">
                    <a:moveTo>
                      <a:pt x="1" y="0"/>
                    </a:moveTo>
                    <a:lnTo>
                      <a:pt x="1" y="5263"/>
                    </a:lnTo>
                    <a:lnTo>
                      <a:pt x="1549" y="5263"/>
                    </a:lnTo>
                    <a:lnTo>
                      <a:pt x="15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29" name="Google Shape;8829;p86"/>
              <p:cNvSpPr/>
              <p:nvPr/>
            </p:nvSpPr>
            <p:spPr>
              <a:xfrm>
                <a:off x="7219255" y="4261892"/>
                <a:ext cx="50387" cy="171343"/>
              </a:xfrm>
              <a:custGeom>
                <a:avLst/>
                <a:gdLst/>
                <a:ahLst/>
                <a:cxnLst/>
                <a:rect l="l" t="t" r="r" b="b"/>
                <a:pathLst>
                  <a:path w="1548" h="5264" extrusionOk="0">
                    <a:moveTo>
                      <a:pt x="0" y="0"/>
                    </a:moveTo>
                    <a:lnTo>
                      <a:pt x="0" y="5263"/>
                    </a:lnTo>
                    <a:lnTo>
                      <a:pt x="1548" y="5263"/>
                    </a:lnTo>
                    <a:lnTo>
                      <a:pt x="15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grpSp>
        <p:nvGrpSpPr>
          <p:cNvPr id="8830" name="Google Shape;8830;p86"/>
          <p:cNvGrpSpPr/>
          <p:nvPr/>
        </p:nvGrpSpPr>
        <p:grpSpPr>
          <a:xfrm>
            <a:off x="3344988" y="3896016"/>
            <a:ext cx="465249" cy="370997"/>
            <a:chOff x="2513885" y="3072778"/>
            <a:chExt cx="348066" cy="277527"/>
          </a:xfrm>
          <a:solidFill>
            <a:schemeClr val="bg1"/>
          </a:solidFill>
        </p:grpSpPr>
        <p:sp>
          <p:nvSpPr>
            <p:cNvPr id="8831" name="Google Shape;8831;p86"/>
            <p:cNvSpPr/>
            <p:nvPr/>
          </p:nvSpPr>
          <p:spPr>
            <a:xfrm>
              <a:off x="2649525" y="3072778"/>
              <a:ext cx="116301" cy="159690"/>
            </a:xfrm>
            <a:custGeom>
              <a:avLst/>
              <a:gdLst/>
              <a:ahLst/>
              <a:cxnLst/>
              <a:rect l="l" t="t" r="r" b="b"/>
              <a:pathLst>
                <a:path w="3573" h="4906" extrusionOk="0">
                  <a:moveTo>
                    <a:pt x="2811" y="1358"/>
                  </a:moveTo>
                  <a:lnTo>
                    <a:pt x="2811" y="1977"/>
                  </a:lnTo>
                  <a:lnTo>
                    <a:pt x="810" y="1977"/>
                  </a:lnTo>
                  <a:lnTo>
                    <a:pt x="810" y="1358"/>
                  </a:lnTo>
                  <a:close/>
                  <a:moveTo>
                    <a:pt x="2811" y="2763"/>
                  </a:moveTo>
                  <a:lnTo>
                    <a:pt x="2811" y="3406"/>
                  </a:lnTo>
                  <a:lnTo>
                    <a:pt x="810" y="3406"/>
                  </a:lnTo>
                  <a:lnTo>
                    <a:pt x="810" y="2763"/>
                  </a:lnTo>
                  <a:close/>
                  <a:moveTo>
                    <a:pt x="1096" y="0"/>
                  </a:moveTo>
                  <a:cubicBezTo>
                    <a:pt x="501" y="0"/>
                    <a:pt x="1" y="500"/>
                    <a:pt x="1" y="1119"/>
                  </a:cubicBezTo>
                  <a:lnTo>
                    <a:pt x="1" y="4906"/>
                  </a:lnTo>
                  <a:cubicBezTo>
                    <a:pt x="310" y="4644"/>
                    <a:pt x="715" y="4501"/>
                    <a:pt x="1120" y="4501"/>
                  </a:cubicBezTo>
                  <a:lnTo>
                    <a:pt x="3573" y="4501"/>
                  </a:lnTo>
                  <a:lnTo>
                    <a:pt x="35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2" name="Google Shape;8832;p86"/>
            <p:cNvSpPr/>
            <p:nvPr/>
          </p:nvSpPr>
          <p:spPr>
            <a:xfrm>
              <a:off x="2650306" y="3240219"/>
              <a:ext cx="106243" cy="25584"/>
            </a:xfrm>
            <a:custGeom>
              <a:avLst/>
              <a:gdLst/>
              <a:ahLst/>
              <a:cxnLst/>
              <a:rect l="l" t="t" r="r" b="b"/>
              <a:pathLst>
                <a:path w="3264" h="786" extrusionOk="0">
                  <a:moveTo>
                    <a:pt x="1072" y="0"/>
                  </a:moveTo>
                  <a:cubicBezTo>
                    <a:pt x="572" y="0"/>
                    <a:pt x="143" y="333"/>
                    <a:pt x="0" y="786"/>
                  </a:cubicBezTo>
                  <a:lnTo>
                    <a:pt x="3215" y="786"/>
                  </a:lnTo>
                  <a:lnTo>
                    <a:pt x="3215" y="310"/>
                  </a:lnTo>
                  <a:cubicBezTo>
                    <a:pt x="3215" y="191"/>
                    <a:pt x="3239" y="95"/>
                    <a:pt x="32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3" name="Google Shape;8833;p86"/>
            <p:cNvSpPr/>
            <p:nvPr/>
          </p:nvSpPr>
          <p:spPr>
            <a:xfrm>
              <a:off x="2513885" y="3240219"/>
              <a:ext cx="115520" cy="25584"/>
            </a:xfrm>
            <a:custGeom>
              <a:avLst/>
              <a:gdLst/>
              <a:ahLst/>
              <a:cxnLst/>
              <a:rect l="l" t="t" r="r" b="b"/>
              <a:pathLst>
                <a:path w="3549" h="786" extrusionOk="0">
                  <a:moveTo>
                    <a:pt x="0" y="0"/>
                  </a:moveTo>
                  <a:lnTo>
                    <a:pt x="0" y="786"/>
                  </a:lnTo>
                  <a:lnTo>
                    <a:pt x="3548" y="786"/>
                  </a:lnTo>
                  <a:cubicBezTo>
                    <a:pt x="3406" y="333"/>
                    <a:pt x="2977" y="0"/>
                    <a:pt x="24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4" name="Google Shape;8834;p86"/>
            <p:cNvSpPr/>
            <p:nvPr/>
          </p:nvSpPr>
          <p:spPr>
            <a:xfrm>
              <a:off x="2776669" y="3227818"/>
              <a:ext cx="32583" cy="43422"/>
            </a:xfrm>
            <a:custGeom>
              <a:avLst/>
              <a:gdLst/>
              <a:ahLst/>
              <a:cxnLst/>
              <a:rect l="l" t="t" r="r" b="b"/>
              <a:pathLst>
                <a:path w="1001" h="1334" extrusionOk="0">
                  <a:moveTo>
                    <a:pt x="643" y="0"/>
                  </a:moveTo>
                  <a:cubicBezTo>
                    <a:pt x="286" y="0"/>
                    <a:pt x="0" y="286"/>
                    <a:pt x="0" y="667"/>
                  </a:cubicBezTo>
                  <a:lnTo>
                    <a:pt x="0" y="1334"/>
                  </a:lnTo>
                  <a:lnTo>
                    <a:pt x="1000" y="1334"/>
                  </a:lnTo>
                  <a:lnTo>
                    <a:pt x="100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5" name="Google Shape;8835;p86"/>
            <p:cNvSpPr/>
            <p:nvPr/>
          </p:nvSpPr>
          <p:spPr>
            <a:xfrm>
              <a:off x="2829369" y="3227818"/>
              <a:ext cx="32583" cy="43422"/>
            </a:xfrm>
            <a:custGeom>
              <a:avLst/>
              <a:gdLst/>
              <a:ahLst/>
              <a:cxnLst/>
              <a:rect l="l" t="t" r="r" b="b"/>
              <a:pathLst>
                <a:path w="1001" h="1334" extrusionOk="0">
                  <a:moveTo>
                    <a:pt x="1" y="0"/>
                  </a:moveTo>
                  <a:lnTo>
                    <a:pt x="1" y="1334"/>
                  </a:lnTo>
                  <a:lnTo>
                    <a:pt x="1001" y="1334"/>
                  </a:lnTo>
                  <a:lnTo>
                    <a:pt x="1001" y="667"/>
                  </a:lnTo>
                  <a:cubicBezTo>
                    <a:pt x="1001" y="286"/>
                    <a:pt x="715" y="0"/>
                    <a:pt x="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6" name="Google Shape;8836;p86"/>
            <p:cNvSpPr/>
            <p:nvPr/>
          </p:nvSpPr>
          <p:spPr>
            <a:xfrm>
              <a:off x="2786727" y="3132444"/>
              <a:ext cx="41892" cy="75223"/>
            </a:xfrm>
            <a:custGeom>
              <a:avLst/>
              <a:gdLst/>
              <a:ahLst/>
              <a:cxnLst/>
              <a:rect l="l" t="t" r="r" b="b"/>
              <a:pathLst>
                <a:path w="1287" h="2311" extrusionOk="0">
                  <a:moveTo>
                    <a:pt x="1" y="1"/>
                  </a:moveTo>
                  <a:lnTo>
                    <a:pt x="1" y="644"/>
                  </a:lnTo>
                  <a:lnTo>
                    <a:pt x="287" y="644"/>
                  </a:lnTo>
                  <a:cubicBezTo>
                    <a:pt x="299" y="642"/>
                    <a:pt x="311" y="642"/>
                    <a:pt x="323" y="642"/>
                  </a:cubicBezTo>
                  <a:cubicBezTo>
                    <a:pt x="522" y="642"/>
                    <a:pt x="691" y="823"/>
                    <a:pt x="691" y="1025"/>
                  </a:cubicBezTo>
                  <a:lnTo>
                    <a:pt x="691" y="2311"/>
                  </a:lnTo>
                  <a:lnTo>
                    <a:pt x="1287" y="2311"/>
                  </a:lnTo>
                  <a:lnTo>
                    <a:pt x="1287" y="1025"/>
                  </a:lnTo>
                  <a:cubicBezTo>
                    <a:pt x="1287" y="453"/>
                    <a:pt x="834" y="1"/>
                    <a:pt x="2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7" name="Google Shape;8837;p86"/>
            <p:cNvSpPr/>
            <p:nvPr/>
          </p:nvSpPr>
          <p:spPr>
            <a:xfrm>
              <a:off x="2775888" y="3291357"/>
              <a:ext cx="86062" cy="58948"/>
            </a:xfrm>
            <a:custGeom>
              <a:avLst/>
              <a:gdLst/>
              <a:ahLst/>
              <a:cxnLst/>
              <a:rect l="l" t="t" r="r" b="b"/>
              <a:pathLst>
                <a:path w="2644" h="1811" extrusionOk="0">
                  <a:moveTo>
                    <a:pt x="0" y="1"/>
                  </a:moveTo>
                  <a:lnTo>
                    <a:pt x="0" y="763"/>
                  </a:lnTo>
                  <a:cubicBezTo>
                    <a:pt x="0" y="1334"/>
                    <a:pt x="453" y="1811"/>
                    <a:pt x="1024" y="1811"/>
                  </a:cubicBezTo>
                  <a:lnTo>
                    <a:pt x="1620" y="1811"/>
                  </a:lnTo>
                  <a:cubicBezTo>
                    <a:pt x="2191" y="1811"/>
                    <a:pt x="2644" y="1334"/>
                    <a:pt x="2644" y="787"/>
                  </a:cubicBezTo>
                  <a:lnTo>
                    <a:pt x="26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38" name="Google Shape;8838;p86"/>
            <p:cNvSpPr/>
            <p:nvPr/>
          </p:nvSpPr>
          <p:spPr>
            <a:xfrm>
              <a:off x="2513885" y="3072778"/>
              <a:ext cx="116301" cy="159690"/>
            </a:xfrm>
            <a:custGeom>
              <a:avLst/>
              <a:gdLst/>
              <a:ahLst/>
              <a:cxnLst/>
              <a:rect l="l" t="t" r="r" b="b"/>
              <a:pathLst>
                <a:path w="3573" h="4906" extrusionOk="0">
                  <a:moveTo>
                    <a:pt x="2763" y="1358"/>
                  </a:moveTo>
                  <a:lnTo>
                    <a:pt x="2763" y="1977"/>
                  </a:lnTo>
                  <a:lnTo>
                    <a:pt x="762" y="1977"/>
                  </a:lnTo>
                  <a:lnTo>
                    <a:pt x="762" y="1358"/>
                  </a:lnTo>
                  <a:close/>
                  <a:moveTo>
                    <a:pt x="2763" y="2763"/>
                  </a:moveTo>
                  <a:lnTo>
                    <a:pt x="2763" y="3406"/>
                  </a:lnTo>
                  <a:lnTo>
                    <a:pt x="762" y="3406"/>
                  </a:lnTo>
                  <a:lnTo>
                    <a:pt x="762" y="2763"/>
                  </a:lnTo>
                  <a:close/>
                  <a:moveTo>
                    <a:pt x="0" y="0"/>
                  </a:moveTo>
                  <a:lnTo>
                    <a:pt x="0" y="4501"/>
                  </a:lnTo>
                  <a:lnTo>
                    <a:pt x="2453" y="4501"/>
                  </a:lnTo>
                  <a:cubicBezTo>
                    <a:pt x="2858" y="4501"/>
                    <a:pt x="3263" y="4644"/>
                    <a:pt x="3572" y="4906"/>
                  </a:cubicBezTo>
                  <a:lnTo>
                    <a:pt x="3572" y="1119"/>
                  </a:lnTo>
                  <a:cubicBezTo>
                    <a:pt x="3572" y="500"/>
                    <a:pt x="3072" y="0"/>
                    <a:pt x="24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8839" name="Google Shape;8839;p86"/>
          <p:cNvSpPr/>
          <p:nvPr/>
        </p:nvSpPr>
        <p:spPr>
          <a:xfrm>
            <a:off x="4520705" y="2612712"/>
            <a:ext cx="29051" cy="64235"/>
          </a:xfrm>
          <a:custGeom>
            <a:avLst/>
            <a:gdLst/>
            <a:ahLst/>
            <a:cxnLst/>
            <a:rect l="l" t="t" r="r" b="b"/>
            <a:pathLst>
              <a:path w="668" h="1477" extrusionOk="0">
                <a:moveTo>
                  <a:pt x="0" y="0"/>
                </a:moveTo>
                <a:lnTo>
                  <a:pt x="0" y="1477"/>
                </a:lnTo>
                <a:lnTo>
                  <a:pt x="381" y="1477"/>
                </a:lnTo>
                <a:cubicBezTo>
                  <a:pt x="524" y="1477"/>
                  <a:pt x="667" y="1334"/>
                  <a:pt x="667" y="1167"/>
                </a:cubicBezTo>
                <a:lnTo>
                  <a:pt x="667" y="310"/>
                </a:lnTo>
                <a:cubicBezTo>
                  <a:pt x="667" y="143"/>
                  <a:pt x="524" y="0"/>
                  <a:pt x="38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40" name="Google Shape;8840;p86"/>
          <p:cNvSpPr/>
          <p:nvPr/>
        </p:nvSpPr>
        <p:spPr>
          <a:xfrm>
            <a:off x="4627387" y="2612712"/>
            <a:ext cx="30052" cy="64235"/>
          </a:xfrm>
          <a:custGeom>
            <a:avLst/>
            <a:gdLst/>
            <a:ahLst/>
            <a:cxnLst/>
            <a:rect l="l" t="t" r="r" b="b"/>
            <a:pathLst>
              <a:path w="691" h="1477" extrusionOk="0">
                <a:moveTo>
                  <a:pt x="310" y="0"/>
                </a:moveTo>
                <a:cubicBezTo>
                  <a:pt x="143" y="0"/>
                  <a:pt x="0" y="143"/>
                  <a:pt x="0" y="310"/>
                </a:cubicBezTo>
                <a:lnTo>
                  <a:pt x="0" y="1167"/>
                </a:lnTo>
                <a:cubicBezTo>
                  <a:pt x="0" y="1334"/>
                  <a:pt x="119" y="1477"/>
                  <a:pt x="286" y="1477"/>
                </a:cubicBezTo>
                <a:lnTo>
                  <a:pt x="381" y="1477"/>
                </a:lnTo>
                <a:cubicBezTo>
                  <a:pt x="548" y="1477"/>
                  <a:pt x="691" y="1334"/>
                  <a:pt x="691" y="1167"/>
                </a:cubicBezTo>
                <a:lnTo>
                  <a:pt x="691" y="310"/>
                </a:lnTo>
                <a:cubicBezTo>
                  <a:pt x="691" y="143"/>
                  <a:pt x="548" y="0"/>
                  <a:pt x="38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41" name="Google Shape;8841;p86"/>
          <p:cNvSpPr/>
          <p:nvPr/>
        </p:nvSpPr>
        <p:spPr>
          <a:xfrm>
            <a:off x="4460228" y="2552963"/>
            <a:ext cx="365816" cy="179319"/>
          </a:xfrm>
          <a:custGeom>
            <a:avLst/>
            <a:gdLst/>
            <a:ahLst/>
            <a:cxnLst/>
            <a:rect l="l" t="t" r="r" b="b"/>
            <a:pathLst>
              <a:path w="8407" h="4121" extrusionOk="0">
                <a:moveTo>
                  <a:pt x="1810" y="715"/>
                </a:moveTo>
                <a:cubicBezTo>
                  <a:pt x="2310" y="715"/>
                  <a:pt x="2715" y="1120"/>
                  <a:pt x="2715" y="1644"/>
                </a:cubicBezTo>
                <a:lnTo>
                  <a:pt x="2715" y="2525"/>
                </a:lnTo>
                <a:cubicBezTo>
                  <a:pt x="2715" y="3025"/>
                  <a:pt x="2310" y="3430"/>
                  <a:pt x="1810" y="3430"/>
                </a:cubicBezTo>
                <a:lnTo>
                  <a:pt x="810" y="3430"/>
                </a:lnTo>
                <a:lnTo>
                  <a:pt x="810" y="715"/>
                </a:lnTo>
                <a:close/>
                <a:moveTo>
                  <a:pt x="4263" y="715"/>
                </a:moveTo>
                <a:cubicBezTo>
                  <a:pt x="4763" y="715"/>
                  <a:pt x="5192" y="1120"/>
                  <a:pt x="5192" y="1644"/>
                </a:cubicBezTo>
                <a:lnTo>
                  <a:pt x="5192" y="2501"/>
                </a:lnTo>
                <a:cubicBezTo>
                  <a:pt x="5192" y="3025"/>
                  <a:pt x="4763" y="3430"/>
                  <a:pt x="4263" y="3430"/>
                </a:cubicBezTo>
                <a:lnTo>
                  <a:pt x="4192" y="3430"/>
                </a:lnTo>
                <a:cubicBezTo>
                  <a:pt x="3668" y="3430"/>
                  <a:pt x="3263" y="3025"/>
                  <a:pt x="3263" y="2501"/>
                </a:cubicBezTo>
                <a:lnTo>
                  <a:pt x="3263" y="1644"/>
                </a:lnTo>
                <a:cubicBezTo>
                  <a:pt x="3263" y="1144"/>
                  <a:pt x="3668" y="715"/>
                  <a:pt x="4168" y="715"/>
                </a:cubicBezTo>
                <a:close/>
                <a:moveTo>
                  <a:pt x="6692" y="715"/>
                </a:moveTo>
                <a:cubicBezTo>
                  <a:pt x="7192" y="715"/>
                  <a:pt x="7597" y="1120"/>
                  <a:pt x="7597" y="1644"/>
                </a:cubicBezTo>
                <a:lnTo>
                  <a:pt x="6978" y="1644"/>
                </a:lnTo>
                <a:cubicBezTo>
                  <a:pt x="6978" y="1477"/>
                  <a:pt x="6835" y="1334"/>
                  <a:pt x="6692" y="1334"/>
                </a:cubicBezTo>
                <a:lnTo>
                  <a:pt x="6621" y="1334"/>
                </a:lnTo>
                <a:cubicBezTo>
                  <a:pt x="6454" y="1334"/>
                  <a:pt x="6311" y="1477"/>
                  <a:pt x="6311" y="1644"/>
                </a:cubicBezTo>
                <a:lnTo>
                  <a:pt x="6311" y="2501"/>
                </a:lnTo>
                <a:cubicBezTo>
                  <a:pt x="6311" y="2668"/>
                  <a:pt x="6454" y="2811"/>
                  <a:pt x="6621" y="2811"/>
                </a:cubicBezTo>
                <a:lnTo>
                  <a:pt x="6692" y="2811"/>
                </a:lnTo>
                <a:cubicBezTo>
                  <a:pt x="6835" y="2811"/>
                  <a:pt x="6978" y="2668"/>
                  <a:pt x="6978" y="2501"/>
                </a:cubicBezTo>
                <a:lnTo>
                  <a:pt x="7597" y="2501"/>
                </a:lnTo>
                <a:cubicBezTo>
                  <a:pt x="7597" y="3025"/>
                  <a:pt x="7192" y="3430"/>
                  <a:pt x="6692" y="3430"/>
                </a:cubicBezTo>
                <a:lnTo>
                  <a:pt x="6621" y="3430"/>
                </a:lnTo>
                <a:cubicBezTo>
                  <a:pt x="6097" y="3430"/>
                  <a:pt x="5692" y="3025"/>
                  <a:pt x="5692" y="2501"/>
                </a:cubicBezTo>
                <a:lnTo>
                  <a:pt x="5692" y="1644"/>
                </a:lnTo>
                <a:cubicBezTo>
                  <a:pt x="5692" y="1120"/>
                  <a:pt x="6097" y="715"/>
                  <a:pt x="6621" y="715"/>
                </a:cubicBezTo>
                <a:close/>
                <a:moveTo>
                  <a:pt x="0" y="1"/>
                </a:moveTo>
                <a:lnTo>
                  <a:pt x="0" y="4121"/>
                </a:lnTo>
                <a:lnTo>
                  <a:pt x="8407" y="4121"/>
                </a:lnTo>
                <a:lnTo>
                  <a:pt x="8407"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42" name="Google Shape;8842;p86"/>
          <p:cNvSpPr/>
          <p:nvPr/>
        </p:nvSpPr>
        <p:spPr>
          <a:xfrm>
            <a:off x="4378379" y="2358155"/>
            <a:ext cx="349239" cy="466376"/>
          </a:xfrm>
          <a:custGeom>
            <a:avLst/>
            <a:gdLst/>
            <a:ahLst/>
            <a:cxnLst/>
            <a:rect l="l" t="t" r="r" b="b"/>
            <a:pathLst>
              <a:path w="8026" h="10718" extrusionOk="0">
                <a:moveTo>
                  <a:pt x="6597" y="2382"/>
                </a:moveTo>
                <a:lnTo>
                  <a:pt x="6597" y="3001"/>
                </a:lnTo>
                <a:lnTo>
                  <a:pt x="3715" y="3001"/>
                </a:lnTo>
                <a:lnTo>
                  <a:pt x="3715"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8843" name="Google Shape;8843;p86"/>
          <p:cNvGrpSpPr/>
          <p:nvPr/>
        </p:nvGrpSpPr>
        <p:grpSpPr>
          <a:xfrm>
            <a:off x="6366436" y="4620350"/>
            <a:ext cx="466280" cy="411413"/>
            <a:chOff x="4774321" y="3614619"/>
            <a:chExt cx="348838" cy="307760"/>
          </a:xfrm>
          <a:solidFill>
            <a:schemeClr val="bg1"/>
          </a:solidFill>
        </p:grpSpPr>
        <p:sp>
          <p:nvSpPr>
            <p:cNvPr id="8844" name="Google Shape;8844;p86"/>
            <p:cNvSpPr/>
            <p:nvPr/>
          </p:nvSpPr>
          <p:spPr>
            <a:xfrm>
              <a:off x="4840985" y="3747166"/>
              <a:ext cx="217076" cy="123299"/>
            </a:xfrm>
            <a:custGeom>
              <a:avLst/>
              <a:gdLst/>
              <a:ahLst/>
              <a:cxnLst/>
              <a:rect l="l" t="t" r="r" b="b"/>
              <a:pathLst>
                <a:path w="6669" h="3788" extrusionOk="0">
                  <a:moveTo>
                    <a:pt x="3159" y="483"/>
                  </a:moveTo>
                  <a:cubicBezTo>
                    <a:pt x="3656" y="483"/>
                    <a:pt x="4156" y="822"/>
                    <a:pt x="4120" y="1501"/>
                  </a:cubicBezTo>
                  <a:lnTo>
                    <a:pt x="4120" y="3263"/>
                  </a:lnTo>
                  <a:lnTo>
                    <a:pt x="3501" y="3263"/>
                  </a:lnTo>
                  <a:lnTo>
                    <a:pt x="3501" y="2477"/>
                  </a:lnTo>
                  <a:lnTo>
                    <a:pt x="2834" y="2477"/>
                  </a:lnTo>
                  <a:lnTo>
                    <a:pt x="2834" y="3263"/>
                  </a:lnTo>
                  <a:lnTo>
                    <a:pt x="2215" y="3263"/>
                  </a:lnTo>
                  <a:lnTo>
                    <a:pt x="2215" y="1501"/>
                  </a:lnTo>
                  <a:cubicBezTo>
                    <a:pt x="2167" y="822"/>
                    <a:pt x="2661" y="483"/>
                    <a:pt x="3159" y="483"/>
                  </a:cubicBezTo>
                  <a:close/>
                  <a:moveTo>
                    <a:pt x="0" y="1"/>
                  </a:moveTo>
                  <a:lnTo>
                    <a:pt x="0" y="3787"/>
                  </a:lnTo>
                  <a:lnTo>
                    <a:pt x="6668" y="3787"/>
                  </a:lnTo>
                  <a:lnTo>
                    <a:pt x="66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45" name="Google Shape;8845;p86"/>
            <p:cNvSpPr/>
            <p:nvPr/>
          </p:nvSpPr>
          <p:spPr>
            <a:xfrm>
              <a:off x="4774321" y="3614619"/>
              <a:ext cx="348838" cy="307760"/>
            </a:xfrm>
            <a:custGeom>
              <a:avLst/>
              <a:gdLst/>
              <a:ahLst/>
              <a:cxnLst/>
              <a:rect l="l" t="t" r="r" b="b"/>
              <a:pathLst>
                <a:path w="10717" h="9455" extrusionOk="0">
                  <a:moveTo>
                    <a:pt x="9335" y="3453"/>
                  </a:moveTo>
                  <a:lnTo>
                    <a:pt x="9335" y="8454"/>
                  </a:lnTo>
                  <a:lnTo>
                    <a:pt x="1405" y="8454"/>
                  </a:lnTo>
                  <a:lnTo>
                    <a:pt x="1405" y="3453"/>
                  </a:lnTo>
                  <a:close/>
                  <a:moveTo>
                    <a:pt x="8073" y="0"/>
                  </a:moveTo>
                  <a:lnTo>
                    <a:pt x="6025" y="2453"/>
                  </a:lnTo>
                  <a:lnTo>
                    <a:pt x="0" y="2453"/>
                  </a:lnTo>
                  <a:lnTo>
                    <a:pt x="0" y="9455"/>
                  </a:lnTo>
                  <a:lnTo>
                    <a:pt x="10717" y="9455"/>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46" name="Google Shape;8846;p86"/>
            <p:cNvSpPr/>
            <p:nvPr/>
          </p:nvSpPr>
          <p:spPr>
            <a:xfrm>
              <a:off x="4933234" y="3785152"/>
              <a:ext cx="21711" cy="21743"/>
            </a:xfrm>
            <a:custGeom>
              <a:avLst/>
              <a:gdLst/>
              <a:ahLst/>
              <a:cxnLst/>
              <a:rect l="l" t="t" r="r" b="b"/>
              <a:pathLst>
                <a:path w="667" h="668" extrusionOk="0">
                  <a:moveTo>
                    <a:pt x="334" y="1"/>
                  </a:moveTo>
                  <a:cubicBezTo>
                    <a:pt x="143" y="1"/>
                    <a:pt x="0" y="143"/>
                    <a:pt x="0" y="334"/>
                  </a:cubicBezTo>
                  <a:lnTo>
                    <a:pt x="0" y="667"/>
                  </a:lnTo>
                  <a:lnTo>
                    <a:pt x="667" y="667"/>
                  </a:lnTo>
                  <a:lnTo>
                    <a:pt x="667" y="334"/>
                  </a:lnTo>
                  <a:cubicBezTo>
                    <a:pt x="667" y="143"/>
                    <a:pt x="524" y="1"/>
                    <a:pt x="3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47" name="Google Shape;8847;p86"/>
            <p:cNvSpPr/>
            <p:nvPr/>
          </p:nvSpPr>
          <p:spPr>
            <a:xfrm>
              <a:off x="4774321" y="3614619"/>
              <a:ext cx="235662" cy="59729"/>
            </a:xfrm>
            <a:custGeom>
              <a:avLst/>
              <a:gdLst/>
              <a:ahLst/>
              <a:cxnLst/>
              <a:rect l="l" t="t" r="r" b="b"/>
              <a:pathLst>
                <a:path w="7240" h="1835" extrusionOk="0">
                  <a:moveTo>
                    <a:pt x="1762" y="596"/>
                  </a:moveTo>
                  <a:lnTo>
                    <a:pt x="1762" y="1215"/>
                  </a:lnTo>
                  <a:lnTo>
                    <a:pt x="1143" y="1215"/>
                  </a:lnTo>
                  <a:lnTo>
                    <a:pt x="1143" y="596"/>
                  </a:lnTo>
                  <a:close/>
                  <a:moveTo>
                    <a:pt x="2929" y="596"/>
                  </a:moveTo>
                  <a:lnTo>
                    <a:pt x="2929" y="1215"/>
                  </a:lnTo>
                  <a:lnTo>
                    <a:pt x="2310" y="1215"/>
                  </a:lnTo>
                  <a:lnTo>
                    <a:pt x="2310" y="596"/>
                  </a:lnTo>
                  <a:close/>
                  <a:moveTo>
                    <a:pt x="4072" y="596"/>
                  </a:moveTo>
                  <a:lnTo>
                    <a:pt x="4072" y="1215"/>
                  </a:lnTo>
                  <a:lnTo>
                    <a:pt x="3453" y="1215"/>
                  </a:lnTo>
                  <a:lnTo>
                    <a:pt x="3453" y="596"/>
                  </a:lnTo>
                  <a:close/>
                  <a:moveTo>
                    <a:pt x="0" y="0"/>
                  </a:moveTo>
                  <a:lnTo>
                    <a:pt x="0" y="1834"/>
                  </a:lnTo>
                  <a:lnTo>
                    <a:pt x="5716" y="1834"/>
                  </a:lnTo>
                  <a:lnTo>
                    <a:pt x="72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48" name="Google Shape;8848;p86"/>
          <p:cNvGrpSpPr/>
          <p:nvPr/>
        </p:nvGrpSpPr>
        <p:grpSpPr>
          <a:xfrm>
            <a:off x="2337824" y="3105500"/>
            <a:ext cx="468369" cy="464113"/>
            <a:chOff x="1760396" y="2481428"/>
            <a:chExt cx="350401" cy="347182"/>
          </a:xfrm>
          <a:solidFill>
            <a:schemeClr val="bg1"/>
          </a:solidFill>
        </p:grpSpPr>
        <p:sp>
          <p:nvSpPr>
            <p:cNvPr id="8849" name="Google Shape;8849;p86"/>
            <p:cNvSpPr/>
            <p:nvPr/>
          </p:nvSpPr>
          <p:spPr>
            <a:xfrm>
              <a:off x="1868139" y="2639429"/>
              <a:ext cx="132576" cy="189181"/>
            </a:xfrm>
            <a:custGeom>
              <a:avLst/>
              <a:gdLst/>
              <a:ahLst/>
              <a:cxnLst/>
              <a:rect l="l" t="t" r="r" b="b"/>
              <a:pathLst>
                <a:path w="4073" h="5812" extrusionOk="0">
                  <a:moveTo>
                    <a:pt x="3192" y="2763"/>
                  </a:moveTo>
                  <a:lnTo>
                    <a:pt x="3192" y="3383"/>
                  </a:lnTo>
                  <a:lnTo>
                    <a:pt x="882" y="3383"/>
                  </a:lnTo>
                  <a:lnTo>
                    <a:pt x="882" y="2763"/>
                  </a:lnTo>
                  <a:close/>
                  <a:moveTo>
                    <a:pt x="3192" y="4073"/>
                  </a:moveTo>
                  <a:lnTo>
                    <a:pt x="3192" y="4716"/>
                  </a:lnTo>
                  <a:lnTo>
                    <a:pt x="882" y="4716"/>
                  </a:lnTo>
                  <a:lnTo>
                    <a:pt x="882" y="4073"/>
                  </a:lnTo>
                  <a:close/>
                  <a:moveTo>
                    <a:pt x="1739" y="1"/>
                  </a:moveTo>
                  <a:lnTo>
                    <a:pt x="1739" y="1763"/>
                  </a:lnTo>
                  <a:lnTo>
                    <a:pt x="1" y="1763"/>
                  </a:lnTo>
                  <a:lnTo>
                    <a:pt x="1" y="5812"/>
                  </a:lnTo>
                  <a:lnTo>
                    <a:pt x="4073" y="5812"/>
                  </a:lnTo>
                  <a:lnTo>
                    <a:pt x="40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50" name="Google Shape;8850;p86"/>
            <p:cNvSpPr/>
            <p:nvPr/>
          </p:nvSpPr>
          <p:spPr>
            <a:xfrm>
              <a:off x="1760396" y="2481428"/>
              <a:ext cx="350401" cy="244125"/>
            </a:xfrm>
            <a:custGeom>
              <a:avLst/>
              <a:gdLst/>
              <a:ahLst/>
              <a:cxnLst/>
              <a:rect l="l" t="t" r="r" b="b"/>
              <a:pathLst>
                <a:path w="10765" h="7500" extrusionOk="0">
                  <a:moveTo>
                    <a:pt x="5245" y="1"/>
                  </a:moveTo>
                  <a:cubicBezTo>
                    <a:pt x="5133" y="1"/>
                    <a:pt x="5020" y="7"/>
                    <a:pt x="4906" y="21"/>
                  </a:cubicBezTo>
                  <a:cubicBezTo>
                    <a:pt x="3477" y="187"/>
                    <a:pt x="2382" y="1378"/>
                    <a:pt x="2358" y="2831"/>
                  </a:cubicBezTo>
                  <a:lnTo>
                    <a:pt x="2358" y="2902"/>
                  </a:lnTo>
                  <a:lnTo>
                    <a:pt x="2287" y="2902"/>
                  </a:lnTo>
                  <a:cubicBezTo>
                    <a:pt x="1024" y="2902"/>
                    <a:pt x="0" y="3926"/>
                    <a:pt x="24" y="5212"/>
                  </a:cubicBezTo>
                  <a:cubicBezTo>
                    <a:pt x="24" y="6460"/>
                    <a:pt x="1025" y="7475"/>
                    <a:pt x="2267" y="7475"/>
                  </a:cubicBezTo>
                  <a:cubicBezTo>
                    <a:pt x="2282" y="7475"/>
                    <a:pt x="2296" y="7475"/>
                    <a:pt x="2310" y="7474"/>
                  </a:cubicBezTo>
                  <a:lnTo>
                    <a:pt x="2691" y="7474"/>
                  </a:lnTo>
                  <a:lnTo>
                    <a:pt x="2691" y="5760"/>
                  </a:lnTo>
                  <a:lnTo>
                    <a:pt x="4239" y="4212"/>
                  </a:lnTo>
                  <a:lnTo>
                    <a:pt x="8026" y="4212"/>
                  </a:lnTo>
                  <a:lnTo>
                    <a:pt x="8026" y="7498"/>
                  </a:lnTo>
                  <a:cubicBezTo>
                    <a:pt x="8054" y="7499"/>
                    <a:pt x="8083" y="7500"/>
                    <a:pt x="8111" y="7500"/>
                  </a:cubicBezTo>
                  <a:cubicBezTo>
                    <a:pt x="9573" y="7500"/>
                    <a:pt x="10765" y="6303"/>
                    <a:pt x="10765" y="4831"/>
                  </a:cubicBezTo>
                  <a:cubicBezTo>
                    <a:pt x="10765" y="3359"/>
                    <a:pt x="9573" y="2163"/>
                    <a:pt x="8111" y="2163"/>
                  </a:cubicBezTo>
                  <a:cubicBezTo>
                    <a:pt x="8083" y="2163"/>
                    <a:pt x="8054" y="2163"/>
                    <a:pt x="8026" y="2164"/>
                  </a:cubicBezTo>
                  <a:cubicBezTo>
                    <a:pt x="7697" y="870"/>
                    <a:pt x="6541" y="1"/>
                    <a:pt x="52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51" name="Google Shape;8851;p86"/>
            <p:cNvSpPr/>
            <p:nvPr/>
          </p:nvSpPr>
          <p:spPr>
            <a:xfrm>
              <a:off x="1870483" y="2641773"/>
              <a:ext cx="34112" cy="34145"/>
            </a:xfrm>
            <a:custGeom>
              <a:avLst/>
              <a:gdLst/>
              <a:ahLst/>
              <a:cxnLst/>
              <a:rect l="l" t="t" r="r" b="b"/>
              <a:pathLst>
                <a:path w="1048" h="1049" extrusionOk="0">
                  <a:moveTo>
                    <a:pt x="1048" y="0"/>
                  </a:moveTo>
                  <a:lnTo>
                    <a:pt x="0" y="1048"/>
                  </a:lnTo>
                  <a:lnTo>
                    <a:pt x="1048" y="1048"/>
                  </a:lnTo>
                  <a:lnTo>
                    <a:pt x="10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52" name="Google Shape;8852;p86"/>
          <p:cNvGrpSpPr/>
          <p:nvPr/>
        </p:nvGrpSpPr>
        <p:grpSpPr>
          <a:xfrm>
            <a:off x="1329615" y="3130215"/>
            <a:ext cx="466324" cy="412459"/>
            <a:chOff x="1006125" y="2499916"/>
            <a:chExt cx="348871" cy="308541"/>
          </a:xfrm>
          <a:solidFill>
            <a:schemeClr val="bg1"/>
          </a:solidFill>
        </p:grpSpPr>
        <p:sp>
          <p:nvSpPr>
            <p:cNvPr id="8853" name="Google Shape;8853;p86"/>
            <p:cNvSpPr/>
            <p:nvPr/>
          </p:nvSpPr>
          <p:spPr>
            <a:xfrm>
              <a:off x="1088316" y="2640210"/>
              <a:ext cx="186056" cy="31053"/>
            </a:xfrm>
            <a:custGeom>
              <a:avLst/>
              <a:gdLst/>
              <a:ahLst/>
              <a:cxnLst/>
              <a:rect l="l" t="t" r="r" b="b"/>
              <a:pathLst>
                <a:path w="5716" h="954" extrusionOk="0">
                  <a:moveTo>
                    <a:pt x="0" y="1"/>
                  </a:moveTo>
                  <a:lnTo>
                    <a:pt x="0" y="953"/>
                  </a:lnTo>
                  <a:lnTo>
                    <a:pt x="5716" y="953"/>
                  </a:lnTo>
                  <a:lnTo>
                    <a:pt x="57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54" name="Google Shape;8854;p86"/>
            <p:cNvSpPr/>
            <p:nvPr/>
          </p:nvSpPr>
          <p:spPr>
            <a:xfrm>
              <a:off x="1006125" y="2499916"/>
              <a:ext cx="235695" cy="59729"/>
            </a:xfrm>
            <a:custGeom>
              <a:avLst/>
              <a:gdLst/>
              <a:ahLst/>
              <a:cxnLst/>
              <a:rect l="l" t="t" r="r" b="b"/>
              <a:pathLst>
                <a:path w="7241" h="1835" extrusionOk="0">
                  <a:moveTo>
                    <a:pt x="1763" y="619"/>
                  </a:moveTo>
                  <a:lnTo>
                    <a:pt x="1763" y="1239"/>
                  </a:lnTo>
                  <a:lnTo>
                    <a:pt x="1144" y="1239"/>
                  </a:lnTo>
                  <a:lnTo>
                    <a:pt x="1144" y="619"/>
                  </a:lnTo>
                  <a:close/>
                  <a:moveTo>
                    <a:pt x="2930" y="619"/>
                  </a:moveTo>
                  <a:lnTo>
                    <a:pt x="2930" y="1239"/>
                  </a:lnTo>
                  <a:lnTo>
                    <a:pt x="2311" y="1239"/>
                  </a:lnTo>
                  <a:lnTo>
                    <a:pt x="2311" y="619"/>
                  </a:lnTo>
                  <a:close/>
                  <a:moveTo>
                    <a:pt x="4097" y="619"/>
                  </a:moveTo>
                  <a:lnTo>
                    <a:pt x="4097" y="1239"/>
                  </a:lnTo>
                  <a:lnTo>
                    <a:pt x="3454" y="1239"/>
                  </a:lnTo>
                  <a:lnTo>
                    <a:pt x="3454" y="619"/>
                  </a:lnTo>
                  <a:close/>
                  <a:moveTo>
                    <a:pt x="1" y="0"/>
                  </a:moveTo>
                  <a:lnTo>
                    <a:pt x="1" y="1834"/>
                  </a:lnTo>
                  <a:lnTo>
                    <a:pt x="5716" y="1834"/>
                  </a:lnTo>
                  <a:lnTo>
                    <a:pt x="724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55" name="Google Shape;8855;p86"/>
            <p:cNvSpPr/>
            <p:nvPr/>
          </p:nvSpPr>
          <p:spPr>
            <a:xfrm>
              <a:off x="1006125" y="2499916"/>
              <a:ext cx="348871" cy="308541"/>
            </a:xfrm>
            <a:custGeom>
              <a:avLst/>
              <a:gdLst/>
              <a:ahLst/>
              <a:cxnLst/>
              <a:rect l="l" t="t" r="r" b="b"/>
              <a:pathLst>
                <a:path w="10718" h="9479" extrusionOk="0">
                  <a:moveTo>
                    <a:pt x="8860" y="3692"/>
                  </a:moveTo>
                  <a:lnTo>
                    <a:pt x="8860" y="5906"/>
                  </a:lnTo>
                  <a:lnTo>
                    <a:pt x="1882" y="5906"/>
                  </a:lnTo>
                  <a:lnTo>
                    <a:pt x="1882" y="3692"/>
                  </a:lnTo>
                  <a:close/>
                  <a:moveTo>
                    <a:pt x="8074" y="0"/>
                  </a:moveTo>
                  <a:lnTo>
                    <a:pt x="6026" y="2477"/>
                  </a:lnTo>
                  <a:lnTo>
                    <a:pt x="1" y="2477"/>
                  </a:lnTo>
                  <a:lnTo>
                    <a:pt x="1" y="9478"/>
                  </a:lnTo>
                  <a:lnTo>
                    <a:pt x="10717" y="9478"/>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56" name="Google Shape;8856;p86"/>
          <p:cNvGrpSpPr/>
          <p:nvPr/>
        </p:nvGrpSpPr>
        <p:grpSpPr>
          <a:xfrm>
            <a:off x="7373557" y="5337415"/>
            <a:ext cx="466324" cy="466379"/>
            <a:chOff x="5527778" y="4151023"/>
            <a:chExt cx="348871" cy="348877"/>
          </a:xfrm>
          <a:solidFill>
            <a:schemeClr val="bg1"/>
          </a:solidFill>
        </p:grpSpPr>
        <p:sp>
          <p:nvSpPr>
            <p:cNvPr id="8857" name="Google Shape;8857;p86"/>
            <p:cNvSpPr/>
            <p:nvPr/>
          </p:nvSpPr>
          <p:spPr>
            <a:xfrm>
              <a:off x="5720707" y="4226606"/>
              <a:ext cx="69885" cy="55335"/>
            </a:xfrm>
            <a:custGeom>
              <a:avLst/>
              <a:gdLst/>
              <a:ahLst/>
              <a:cxnLst/>
              <a:rect l="l" t="t" r="r" b="b"/>
              <a:pathLst>
                <a:path w="2147" h="1700" extrusionOk="0">
                  <a:moveTo>
                    <a:pt x="1218" y="1"/>
                  </a:moveTo>
                  <a:cubicBezTo>
                    <a:pt x="1004" y="1"/>
                    <a:pt x="789" y="84"/>
                    <a:pt x="623" y="251"/>
                  </a:cubicBezTo>
                  <a:cubicBezTo>
                    <a:pt x="0" y="855"/>
                    <a:pt x="561" y="1699"/>
                    <a:pt x="1221" y="1699"/>
                  </a:cubicBezTo>
                  <a:cubicBezTo>
                    <a:pt x="1419" y="1699"/>
                    <a:pt x="1627" y="1623"/>
                    <a:pt x="1814" y="1442"/>
                  </a:cubicBezTo>
                  <a:cubicBezTo>
                    <a:pt x="2147" y="1108"/>
                    <a:pt x="2147" y="560"/>
                    <a:pt x="1814" y="251"/>
                  </a:cubicBezTo>
                  <a:cubicBezTo>
                    <a:pt x="1647" y="84"/>
                    <a:pt x="1432" y="1"/>
                    <a:pt x="12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58" name="Google Shape;8858;p86"/>
            <p:cNvSpPr/>
            <p:nvPr/>
          </p:nvSpPr>
          <p:spPr>
            <a:xfrm>
              <a:off x="5527778" y="4389784"/>
              <a:ext cx="348871" cy="110117"/>
            </a:xfrm>
            <a:custGeom>
              <a:avLst/>
              <a:gdLst/>
              <a:ahLst/>
              <a:cxnLst/>
              <a:rect l="l" t="t" r="r" b="b"/>
              <a:pathLst>
                <a:path w="10718" h="3383" extrusionOk="0">
                  <a:moveTo>
                    <a:pt x="1" y="1"/>
                  </a:moveTo>
                  <a:lnTo>
                    <a:pt x="1" y="1596"/>
                  </a:lnTo>
                  <a:lnTo>
                    <a:pt x="4002" y="1596"/>
                  </a:lnTo>
                  <a:lnTo>
                    <a:pt x="4002" y="1977"/>
                  </a:lnTo>
                  <a:cubicBezTo>
                    <a:pt x="4002" y="2406"/>
                    <a:pt x="3644" y="2739"/>
                    <a:pt x="3216" y="2739"/>
                  </a:cubicBezTo>
                  <a:lnTo>
                    <a:pt x="2263" y="2739"/>
                  </a:lnTo>
                  <a:lnTo>
                    <a:pt x="2263" y="3382"/>
                  </a:lnTo>
                  <a:lnTo>
                    <a:pt x="8455" y="3382"/>
                  </a:lnTo>
                  <a:lnTo>
                    <a:pt x="8455" y="2763"/>
                  </a:lnTo>
                  <a:lnTo>
                    <a:pt x="7479" y="2763"/>
                  </a:lnTo>
                  <a:cubicBezTo>
                    <a:pt x="7050" y="2763"/>
                    <a:pt x="6716" y="2406"/>
                    <a:pt x="6716" y="1977"/>
                  </a:cubicBezTo>
                  <a:lnTo>
                    <a:pt x="6716" y="1596"/>
                  </a:lnTo>
                  <a:lnTo>
                    <a:pt x="10717" y="1596"/>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59" name="Google Shape;8859;p86"/>
            <p:cNvSpPr/>
            <p:nvPr/>
          </p:nvSpPr>
          <p:spPr>
            <a:xfrm>
              <a:off x="5527778" y="4151023"/>
              <a:ext cx="348871" cy="218638"/>
            </a:xfrm>
            <a:custGeom>
              <a:avLst/>
              <a:gdLst/>
              <a:ahLst/>
              <a:cxnLst/>
              <a:rect l="l" t="t" r="r" b="b"/>
              <a:pathLst>
                <a:path w="10718" h="6717" extrusionOk="0">
                  <a:moveTo>
                    <a:pt x="4907" y="1239"/>
                  </a:moveTo>
                  <a:lnTo>
                    <a:pt x="4907" y="1858"/>
                  </a:lnTo>
                  <a:lnTo>
                    <a:pt x="1763" y="1858"/>
                  </a:lnTo>
                  <a:lnTo>
                    <a:pt x="1763" y="1239"/>
                  </a:lnTo>
                  <a:close/>
                  <a:moveTo>
                    <a:pt x="4907" y="2478"/>
                  </a:moveTo>
                  <a:lnTo>
                    <a:pt x="4907" y="3121"/>
                  </a:lnTo>
                  <a:lnTo>
                    <a:pt x="1763" y="3121"/>
                  </a:lnTo>
                  <a:lnTo>
                    <a:pt x="1763" y="2478"/>
                  </a:lnTo>
                  <a:close/>
                  <a:moveTo>
                    <a:pt x="4907" y="3740"/>
                  </a:moveTo>
                  <a:lnTo>
                    <a:pt x="4907" y="4359"/>
                  </a:lnTo>
                  <a:lnTo>
                    <a:pt x="1763" y="4359"/>
                  </a:lnTo>
                  <a:lnTo>
                    <a:pt x="1763" y="3740"/>
                  </a:lnTo>
                  <a:close/>
                  <a:moveTo>
                    <a:pt x="7113" y="1677"/>
                  </a:moveTo>
                  <a:cubicBezTo>
                    <a:pt x="8146" y="1677"/>
                    <a:pt x="9079" y="2849"/>
                    <a:pt x="8384" y="3954"/>
                  </a:cubicBezTo>
                  <a:lnTo>
                    <a:pt x="9217" y="4788"/>
                  </a:lnTo>
                  <a:lnTo>
                    <a:pt x="8765" y="5240"/>
                  </a:lnTo>
                  <a:lnTo>
                    <a:pt x="7931" y="4383"/>
                  </a:lnTo>
                  <a:cubicBezTo>
                    <a:pt x="7693" y="4549"/>
                    <a:pt x="7431" y="4621"/>
                    <a:pt x="7145" y="4621"/>
                  </a:cubicBezTo>
                  <a:cubicBezTo>
                    <a:pt x="5835" y="4621"/>
                    <a:pt x="5192" y="3049"/>
                    <a:pt x="6097" y="2120"/>
                  </a:cubicBezTo>
                  <a:cubicBezTo>
                    <a:pt x="6409" y="1809"/>
                    <a:pt x="6767" y="1677"/>
                    <a:pt x="7113" y="1677"/>
                  </a:cubicBezTo>
                  <a:close/>
                  <a:moveTo>
                    <a:pt x="4907" y="4978"/>
                  </a:moveTo>
                  <a:lnTo>
                    <a:pt x="4907" y="5597"/>
                  </a:lnTo>
                  <a:lnTo>
                    <a:pt x="1763" y="5597"/>
                  </a:lnTo>
                  <a:lnTo>
                    <a:pt x="1763" y="4978"/>
                  </a:lnTo>
                  <a:close/>
                  <a:moveTo>
                    <a:pt x="1" y="1"/>
                  </a:moveTo>
                  <a:lnTo>
                    <a:pt x="1" y="6717"/>
                  </a:lnTo>
                  <a:lnTo>
                    <a:pt x="10717" y="6717"/>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60" name="Google Shape;8860;p86"/>
          <p:cNvGrpSpPr/>
          <p:nvPr/>
        </p:nvGrpSpPr>
        <p:grpSpPr>
          <a:xfrm>
            <a:off x="10441648" y="2358452"/>
            <a:ext cx="375136" cy="466120"/>
            <a:chOff x="7823108" y="1922595"/>
            <a:chExt cx="280651" cy="348683"/>
          </a:xfrm>
          <a:solidFill>
            <a:schemeClr val="bg1"/>
          </a:solidFill>
        </p:grpSpPr>
        <p:sp>
          <p:nvSpPr>
            <p:cNvPr id="8861" name="Google Shape;8861;p86"/>
            <p:cNvSpPr/>
            <p:nvPr/>
          </p:nvSpPr>
          <p:spPr>
            <a:xfrm>
              <a:off x="7823108" y="2240226"/>
              <a:ext cx="131046" cy="31053"/>
            </a:xfrm>
            <a:custGeom>
              <a:avLst/>
              <a:gdLst/>
              <a:ahLst/>
              <a:cxnLst/>
              <a:rect l="l" t="t" r="r" b="b"/>
              <a:pathLst>
                <a:path w="4026" h="954" extrusionOk="0">
                  <a:moveTo>
                    <a:pt x="1" y="1"/>
                  </a:moveTo>
                  <a:lnTo>
                    <a:pt x="1" y="953"/>
                  </a:lnTo>
                  <a:lnTo>
                    <a:pt x="4025" y="953"/>
                  </a:lnTo>
                  <a:cubicBezTo>
                    <a:pt x="3858" y="405"/>
                    <a:pt x="3358" y="24"/>
                    <a:pt x="2787" y="24"/>
                  </a:cubicBezTo>
                  <a:lnTo>
                    <a:pt x="278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62" name="Google Shape;8862;p86"/>
            <p:cNvSpPr/>
            <p:nvPr/>
          </p:nvSpPr>
          <p:spPr>
            <a:xfrm>
              <a:off x="7823108" y="2056509"/>
              <a:ext cx="130265" cy="179090"/>
            </a:xfrm>
            <a:custGeom>
              <a:avLst/>
              <a:gdLst/>
              <a:ahLst/>
              <a:cxnLst/>
              <a:rect l="l" t="t" r="r" b="b"/>
              <a:pathLst>
                <a:path w="4002" h="5502" extrusionOk="0">
                  <a:moveTo>
                    <a:pt x="3096" y="1548"/>
                  </a:moveTo>
                  <a:lnTo>
                    <a:pt x="3096" y="2168"/>
                  </a:lnTo>
                  <a:lnTo>
                    <a:pt x="905" y="2168"/>
                  </a:lnTo>
                  <a:lnTo>
                    <a:pt x="905" y="1548"/>
                  </a:lnTo>
                  <a:close/>
                  <a:moveTo>
                    <a:pt x="3096" y="3120"/>
                  </a:moveTo>
                  <a:lnTo>
                    <a:pt x="3096" y="3739"/>
                  </a:lnTo>
                  <a:lnTo>
                    <a:pt x="905" y="3739"/>
                  </a:lnTo>
                  <a:lnTo>
                    <a:pt x="905" y="3120"/>
                  </a:lnTo>
                  <a:close/>
                  <a:moveTo>
                    <a:pt x="1" y="1"/>
                  </a:moveTo>
                  <a:lnTo>
                    <a:pt x="1" y="5025"/>
                  </a:lnTo>
                  <a:lnTo>
                    <a:pt x="2763" y="5025"/>
                  </a:lnTo>
                  <a:cubicBezTo>
                    <a:pt x="3215" y="5025"/>
                    <a:pt x="3668" y="5192"/>
                    <a:pt x="4001" y="5502"/>
                  </a:cubicBezTo>
                  <a:lnTo>
                    <a:pt x="4001" y="1239"/>
                  </a:lnTo>
                  <a:cubicBezTo>
                    <a:pt x="4001" y="548"/>
                    <a:pt x="3454" y="1"/>
                    <a:pt x="27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63" name="Google Shape;8863;p86"/>
            <p:cNvSpPr/>
            <p:nvPr/>
          </p:nvSpPr>
          <p:spPr>
            <a:xfrm>
              <a:off x="7974274" y="2241007"/>
              <a:ext cx="129484" cy="30272"/>
            </a:xfrm>
            <a:custGeom>
              <a:avLst/>
              <a:gdLst/>
              <a:ahLst/>
              <a:cxnLst/>
              <a:rect l="l" t="t" r="r" b="b"/>
              <a:pathLst>
                <a:path w="3978" h="930" extrusionOk="0">
                  <a:moveTo>
                    <a:pt x="1215" y="0"/>
                  </a:moveTo>
                  <a:cubicBezTo>
                    <a:pt x="620" y="0"/>
                    <a:pt x="143" y="381"/>
                    <a:pt x="0" y="929"/>
                  </a:cubicBezTo>
                  <a:lnTo>
                    <a:pt x="3977" y="929"/>
                  </a:lnTo>
                  <a:lnTo>
                    <a:pt x="39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64" name="Google Shape;8864;p86"/>
            <p:cNvSpPr/>
            <p:nvPr/>
          </p:nvSpPr>
          <p:spPr>
            <a:xfrm>
              <a:off x="7973493" y="2056509"/>
              <a:ext cx="130265" cy="179090"/>
            </a:xfrm>
            <a:custGeom>
              <a:avLst/>
              <a:gdLst/>
              <a:ahLst/>
              <a:cxnLst/>
              <a:rect l="l" t="t" r="r" b="b"/>
              <a:pathLst>
                <a:path w="4002" h="5502" extrusionOk="0">
                  <a:moveTo>
                    <a:pt x="3120" y="1548"/>
                  </a:moveTo>
                  <a:lnTo>
                    <a:pt x="3120" y="2168"/>
                  </a:lnTo>
                  <a:lnTo>
                    <a:pt x="929" y="2168"/>
                  </a:lnTo>
                  <a:lnTo>
                    <a:pt x="929" y="1548"/>
                  </a:lnTo>
                  <a:close/>
                  <a:moveTo>
                    <a:pt x="3120" y="3096"/>
                  </a:moveTo>
                  <a:lnTo>
                    <a:pt x="3120" y="3739"/>
                  </a:lnTo>
                  <a:lnTo>
                    <a:pt x="929" y="3739"/>
                  </a:lnTo>
                  <a:lnTo>
                    <a:pt x="929" y="3096"/>
                  </a:lnTo>
                  <a:close/>
                  <a:moveTo>
                    <a:pt x="1263" y="1"/>
                  </a:moveTo>
                  <a:cubicBezTo>
                    <a:pt x="572" y="1"/>
                    <a:pt x="24" y="548"/>
                    <a:pt x="1" y="1239"/>
                  </a:cubicBezTo>
                  <a:lnTo>
                    <a:pt x="1" y="5502"/>
                  </a:lnTo>
                  <a:cubicBezTo>
                    <a:pt x="338" y="5209"/>
                    <a:pt x="738" y="5023"/>
                    <a:pt x="1183" y="5023"/>
                  </a:cubicBezTo>
                  <a:cubicBezTo>
                    <a:pt x="1209" y="5023"/>
                    <a:pt x="1236" y="5024"/>
                    <a:pt x="1263" y="5025"/>
                  </a:cubicBezTo>
                  <a:lnTo>
                    <a:pt x="4001" y="5025"/>
                  </a:lnTo>
                  <a:lnTo>
                    <a:pt x="40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65" name="Google Shape;8865;p86"/>
            <p:cNvSpPr/>
            <p:nvPr/>
          </p:nvSpPr>
          <p:spPr>
            <a:xfrm>
              <a:off x="7934725" y="2003028"/>
              <a:ext cx="58167" cy="27147"/>
            </a:xfrm>
            <a:custGeom>
              <a:avLst/>
              <a:gdLst/>
              <a:ahLst/>
              <a:cxnLst/>
              <a:rect l="l" t="t" r="r" b="b"/>
              <a:pathLst>
                <a:path w="1787" h="834" extrusionOk="0">
                  <a:moveTo>
                    <a:pt x="885" y="0"/>
                  </a:moveTo>
                  <a:cubicBezTo>
                    <a:pt x="543" y="0"/>
                    <a:pt x="203" y="167"/>
                    <a:pt x="1" y="500"/>
                  </a:cubicBezTo>
                  <a:lnTo>
                    <a:pt x="525" y="834"/>
                  </a:lnTo>
                  <a:cubicBezTo>
                    <a:pt x="608" y="703"/>
                    <a:pt x="745" y="637"/>
                    <a:pt x="882" y="637"/>
                  </a:cubicBezTo>
                  <a:cubicBezTo>
                    <a:pt x="1019" y="637"/>
                    <a:pt x="1156" y="703"/>
                    <a:pt x="1239" y="834"/>
                  </a:cubicBezTo>
                  <a:lnTo>
                    <a:pt x="1787" y="500"/>
                  </a:lnTo>
                  <a:cubicBezTo>
                    <a:pt x="1573" y="167"/>
                    <a:pt x="1227" y="0"/>
                    <a:pt x="8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66" name="Google Shape;8866;p86"/>
            <p:cNvSpPr/>
            <p:nvPr/>
          </p:nvSpPr>
          <p:spPr>
            <a:xfrm>
              <a:off x="7900612" y="1963479"/>
              <a:ext cx="125610" cy="45765"/>
            </a:xfrm>
            <a:custGeom>
              <a:avLst/>
              <a:gdLst/>
              <a:ahLst/>
              <a:cxnLst/>
              <a:rect l="l" t="t" r="r" b="b"/>
              <a:pathLst>
                <a:path w="3859" h="1406" extrusionOk="0">
                  <a:moveTo>
                    <a:pt x="1939" y="1"/>
                  </a:moveTo>
                  <a:cubicBezTo>
                    <a:pt x="1198" y="1"/>
                    <a:pt x="453" y="358"/>
                    <a:pt x="1" y="1072"/>
                  </a:cubicBezTo>
                  <a:lnTo>
                    <a:pt x="549" y="1406"/>
                  </a:lnTo>
                  <a:cubicBezTo>
                    <a:pt x="870" y="894"/>
                    <a:pt x="1406" y="638"/>
                    <a:pt x="1942" y="638"/>
                  </a:cubicBezTo>
                  <a:cubicBezTo>
                    <a:pt x="2478" y="638"/>
                    <a:pt x="3013" y="894"/>
                    <a:pt x="3335" y="1406"/>
                  </a:cubicBezTo>
                  <a:lnTo>
                    <a:pt x="3859" y="1072"/>
                  </a:lnTo>
                  <a:cubicBezTo>
                    <a:pt x="3418" y="358"/>
                    <a:pt x="2680" y="1"/>
                    <a:pt x="19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67" name="Google Shape;8867;p86"/>
            <p:cNvSpPr/>
            <p:nvPr/>
          </p:nvSpPr>
          <p:spPr>
            <a:xfrm>
              <a:off x="7864968" y="1922595"/>
              <a:ext cx="196927" cy="64970"/>
            </a:xfrm>
            <a:custGeom>
              <a:avLst/>
              <a:gdLst/>
              <a:ahLst/>
              <a:cxnLst/>
              <a:rect l="l" t="t" r="r" b="b"/>
              <a:pathLst>
                <a:path w="6050" h="1996" extrusionOk="0">
                  <a:moveTo>
                    <a:pt x="3025" y="1"/>
                  </a:moveTo>
                  <a:cubicBezTo>
                    <a:pt x="1864" y="1"/>
                    <a:pt x="703" y="554"/>
                    <a:pt x="0" y="1662"/>
                  </a:cubicBezTo>
                  <a:lnTo>
                    <a:pt x="524" y="1995"/>
                  </a:lnTo>
                  <a:cubicBezTo>
                    <a:pt x="1072" y="1138"/>
                    <a:pt x="2025" y="614"/>
                    <a:pt x="3025" y="614"/>
                  </a:cubicBezTo>
                  <a:cubicBezTo>
                    <a:pt x="4025" y="614"/>
                    <a:pt x="4978" y="1138"/>
                    <a:pt x="5525" y="1995"/>
                  </a:cubicBezTo>
                  <a:lnTo>
                    <a:pt x="6049" y="1662"/>
                  </a:lnTo>
                  <a:cubicBezTo>
                    <a:pt x="5347" y="554"/>
                    <a:pt x="4186" y="1"/>
                    <a:pt x="3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68" name="Google Shape;8868;p86"/>
          <p:cNvGrpSpPr/>
          <p:nvPr/>
        </p:nvGrpSpPr>
        <p:grpSpPr>
          <a:xfrm>
            <a:off x="8381765" y="2358192"/>
            <a:ext cx="465236" cy="466377"/>
            <a:chOff x="6282048" y="1922400"/>
            <a:chExt cx="348057" cy="348876"/>
          </a:xfrm>
          <a:solidFill>
            <a:schemeClr val="bg1"/>
          </a:solidFill>
        </p:grpSpPr>
        <p:sp>
          <p:nvSpPr>
            <p:cNvPr id="8869" name="Google Shape;8869;p86"/>
            <p:cNvSpPr/>
            <p:nvPr/>
          </p:nvSpPr>
          <p:spPr>
            <a:xfrm>
              <a:off x="6458019" y="2140230"/>
              <a:ext cx="80626" cy="131046"/>
            </a:xfrm>
            <a:custGeom>
              <a:avLst/>
              <a:gdLst/>
              <a:ahLst/>
              <a:cxnLst/>
              <a:rect l="l" t="t" r="r" b="b"/>
              <a:pathLst>
                <a:path w="2477" h="4026" extrusionOk="0">
                  <a:moveTo>
                    <a:pt x="0" y="0"/>
                  </a:moveTo>
                  <a:lnTo>
                    <a:pt x="215" y="3096"/>
                  </a:lnTo>
                  <a:lnTo>
                    <a:pt x="1048" y="2620"/>
                  </a:lnTo>
                  <a:lnTo>
                    <a:pt x="1834" y="4025"/>
                  </a:lnTo>
                  <a:lnTo>
                    <a:pt x="2429" y="3692"/>
                  </a:lnTo>
                  <a:lnTo>
                    <a:pt x="1643" y="2287"/>
                  </a:lnTo>
                  <a:lnTo>
                    <a:pt x="2477" y="1834"/>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70" name="Google Shape;8870;p86"/>
            <p:cNvSpPr/>
            <p:nvPr/>
          </p:nvSpPr>
          <p:spPr>
            <a:xfrm>
              <a:off x="6282048" y="1922400"/>
              <a:ext cx="234913" cy="59729"/>
            </a:xfrm>
            <a:custGeom>
              <a:avLst/>
              <a:gdLst/>
              <a:ahLst/>
              <a:cxnLst/>
              <a:rect l="l" t="t" r="r" b="b"/>
              <a:pathLst>
                <a:path w="7217" h="1835" extrusionOk="0">
                  <a:moveTo>
                    <a:pt x="1739" y="596"/>
                  </a:moveTo>
                  <a:lnTo>
                    <a:pt x="1739" y="1215"/>
                  </a:lnTo>
                  <a:lnTo>
                    <a:pt x="1120" y="1215"/>
                  </a:lnTo>
                  <a:lnTo>
                    <a:pt x="1120" y="596"/>
                  </a:lnTo>
                  <a:close/>
                  <a:moveTo>
                    <a:pt x="2906" y="596"/>
                  </a:moveTo>
                  <a:lnTo>
                    <a:pt x="2906" y="1215"/>
                  </a:lnTo>
                  <a:lnTo>
                    <a:pt x="2286" y="1215"/>
                  </a:lnTo>
                  <a:lnTo>
                    <a:pt x="2286" y="596"/>
                  </a:lnTo>
                  <a:close/>
                  <a:moveTo>
                    <a:pt x="4049" y="596"/>
                  </a:moveTo>
                  <a:lnTo>
                    <a:pt x="4049" y="1215"/>
                  </a:lnTo>
                  <a:lnTo>
                    <a:pt x="3430" y="1215"/>
                  </a:lnTo>
                  <a:lnTo>
                    <a:pt x="3430" y="596"/>
                  </a:lnTo>
                  <a:close/>
                  <a:moveTo>
                    <a:pt x="0" y="1"/>
                  </a:moveTo>
                  <a:lnTo>
                    <a:pt x="0" y="1834"/>
                  </a:lnTo>
                  <a:lnTo>
                    <a:pt x="5692" y="1834"/>
                  </a:lnTo>
                  <a:lnTo>
                    <a:pt x="72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71" name="Google Shape;8871;p86"/>
            <p:cNvSpPr/>
            <p:nvPr/>
          </p:nvSpPr>
          <p:spPr>
            <a:xfrm>
              <a:off x="6282048" y="1922400"/>
              <a:ext cx="348057" cy="308541"/>
            </a:xfrm>
            <a:custGeom>
              <a:avLst/>
              <a:gdLst/>
              <a:ahLst/>
              <a:cxnLst/>
              <a:rect l="l" t="t" r="r" b="b"/>
              <a:pathLst>
                <a:path w="10693" h="9479" extrusionOk="0">
                  <a:moveTo>
                    <a:pt x="5144" y="3311"/>
                  </a:moveTo>
                  <a:lnTo>
                    <a:pt x="5740" y="3478"/>
                  </a:lnTo>
                  <a:lnTo>
                    <a:pt x="5430" y="4573"/>
                  </a:lnTo>
                  <a:lnTo>
                    <a:pt x="4835" y="4406"/>
                  </a:lnTo>
                  <a:lnTo>
                    <a:pt x="5144" y="3311"/>
                  </a:lnTo>
                  <a:close/>
                  <a:moveTo>
                    <a:pt x="3954" y="3454"/>
                  </a:moveTo>
                  <a:lnTo>
                    <a:pt x="4501" y="4430"/>
                  </a:lnTo>
                  <a:lnTo>
                    <a:pt x="3954" y="4740"/>
                  </a:lnTo>
                  <a:lnTo>
                    <a:pt x="3406" y="3739"/>
                  </a:lnTo>
                  <a:lnTo>
                    <a:pt x="3954" y="3454"/>
                  </a:lnTo>
                  <a:close/>
                  <a:moveTo>
                    <a:pt x="6716" y="4263"/>
                  </a:moveTo>
                  <a:lnTo>
                    <a:pt x="7026" y="4811"/>
                  </a:lnTo>
                  <a:lnTo>
                    <a:pt x="6025" y="5359"/>
                  </a:lnTo>
                  <a:lnTo>
                    <a:pt x="5740" y="4787"/>
                  </a:lnTo>
                  <a:lnTo>
                    <a:pt x="6716" y="4263"/>
                  </a:lnTo>
                  <a:close/>
                  <a:moveTo>
                    <a:pt x="2644" y="4692"/>
                  </a:moveTo>
                  <a:lnTo>
                    <a:pt x="3739" y="5002"/>
                  </a:lnTo>
                  <a:lnTo>
                    <a:pt x="3549" y="5597"/>
                  </a:lnTo>
                  <a:lnTo>
                    <a:pt x="2477" y="5287"/>
                  </a:lnTo>
                  <a:lnTo>
                    <a:pt x="2644" y="4692"/>
                  </a:lnTo>
                  <a:close/>
                  <a:moveTo>
                    <a:pt x="3596" y="5978"/>
                  </a:moveTo>
                  <a:lnTo>
                    <a:pt x="3906" y="6526"/>
                  </a:lnTo>
                  <a:lnTo>
                    <a:pt x="2906" y="7073"/>
                  </a:lnTo>
                  <a:lnTo>
                    <a:pt x="2620" y="6526"/>
                  </a:lnTo>
                  <a:lnTo>
                    <a:pt x="3596" y="5978"/>
                  </a:lnTo>
                  <a:close/>
                  <a:moveTo>
                    <a:pt x="8050" y="1"/>
                  </a:moveTo>
                  <a:lnTo>
                    <a:pt x="6002" y="2477"/>
                  </a:lnTo>
                  <a:lnTo>
                    <a:pt x="0" y="2477"/>
                  </a:lnTo>
                  <a:lnTo>
                    <a:pt x="0" y="9479"/>
                  </a:lnTo>
                  <a:lnTo>
                    <a:pt x="4978" y="9479"/>
                  </a:lnTo>
                  <a:lnTo>
                    <a:pt x="4692" y="5383"/>
                  </a:lnTo>
                  <a:lnTo>
                    <a:pt x="9050" y="8598"/>
                  </a:lnTo>
                  <a:lnTo>
                    <a:pt x="7931" y="9241"/>
                  </a:lnTo>
                  <a:lnTo>
                    <a:pt x="8050" y="9479"/>
                  </a:lnTo>
                  <a:lnTo>
                    <a:pt x="10693" y="9479"/>
                  </a:lnTo>
                  <a:lnTo>
                    <a:pt x="106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72" name="Google Shape;8872;p86"/>
          <p:cNvGrpSpPr/>
          <p:nvPr/>
        </p:nvGrpSpPr>
        <p:grpSpPr>
          <a:xfrm>
            <a:off x="7382911" y="2358191"/>
            <a:ext cx="448663" cy="466371"/>
            <a:chOff x="5534776" y="1922400"/>
            <a:chExt cx="335657" cy="348871"/>
          </a:xfrm>
          <a:solidFill>
            <a:schemeClr val="bg1"/>
          </a:solidFill>
        </p:grpSpPr>
        <p:sp>
          <p:nvSpPr>
            <p:cNvPr id="8873" name="Google Shape;8873;p86"/>
            <p:cNvSpPr/>
            <p:nvPr/>
          </p:nvSpPr>
          <p:spPr>
            <a:xfrm>
              <a:off x="5596004" y="2068130"/>
              <a:ext cx="274429" cy="134139"/>
            </a:xfrm>
            <a:custGeom>
              <a:avLst/>
              <a:gdLst/>
              <a:ahLst/>
              <a:cxnLst/>
              <a:rect l="l" t="t" r="r" b="b"/>
              <a:pathLst>
                <a:path w="8431" h="4121" extrusionOk="0">
                  <a:moveTo>
                    <a:pt x="2715" y="715"/>
                  </a:moveTo>
                  <a:lnTo>
                    <a:pt x="2715" y="1334"/>
                  </a:lnTo>
                  <a:lnTo>
                    <a:pt x="2049" y="1334"/>
                  </a:lnTo>
                  <a:lnTo>
                    <a:pt x="2049" y="3430"/>
                  </a:lnTo>
                  <a:lnTo>
                    <a:pt x="1429" y="3430"/>
                  </a:lnTo>
                  <a:lnTo>
                    <a:pt x="1429" y="1334"/>
                  </a:lnTo>
                  <a:lnTo>
                    <a:pt x="786" y="1334"/>
                  </a:lnTo>
                  <a:lnTo>
                    <a:pt x="786" y="715"/>
                  </a:lnTo>
                  <a:close/>
                  <a:moveTo>
                    <a:pt x="5311" y="715"/>
                  </a:moveTo>
                  <a:lnTo>
                    <a:pt x="4597" y="2073"/>
                  </a:lnTo>
                  <a:lnTo>
                    <a:pt x="5335" y="3430"/>
                  </a:lnTo>
                  <a:lnTo>
                    <a:pt x="4620" y="3430"/>
                  </a:lnTo>
                  <a:lnTo>
                    <a:pt x="4239" y="2739"/>
                  </a:lnTo>
                  <a:lnTo>
                    <a:pt x="3858" y="3430"/>
                  </a:lnTo>
                  <a:lnTo>
                    <a:pt x="3144" y="3430"/>
                  </a:lnTo>
                  <a:lnTo>
                    <a:pt x="3882" y="2073"/>
                  </a:lnTo>
                  <a:lnTo>
                    <a:pt x="3144" y="715"/>
                  </a:lnTo>
                  <a:lnTo>
                    <a:pt x="3858" y="715"/>
                  </a:lnTo>
                  <a:lnTo>
                    <a:pt x="4239" y="1406"/>
                  </a:lnTo>
                  <a:lnTo>
                    <a:pt x="4620" y="715"/>
                  </a:lnTo>
                  <a:close/>
                  <a:moveTo>
                    <a:pt x="7645" y="715"/>
                  </a:moveTo>
                  <a:lnTo>
                    <a:pt x="7645" y="1334"/>
                  </a:lnTo>
                  <a:lnTo>
                    <a:pt x="7002" y="1334"/>
                  </a:lnTo>
                  <a:lnTo>
                    <a:pt x="7002" y="3430"/>
                  </a:lnTo>
                  <a:lnTo>
                    <a:pt x="6359" y="3430"/>
                  </a:lnTo>
                  <a:lnTo>
                    <a:pt x="6359" y="1334"/>
                  </a:lnTo>
                  <a:lnTo>
                    <a:pt x="5716" y="1334"/>
                  </a:lnTo>
                  <a:lnTo>
                    <a:pt x="5716" y="715"/>
                  </a:lnTo>
                  <a:close/>
                  <a:moveTo>
                    <a:pt x="0" y="1"/>
                  </a:moveTo>
                  <a:lnTo>
                    <a:pt x="0" y="4121"/>
                  </a:lnTo>
                  <a:lnTo>
                    <a:pt x="8431" y="4121"/>
                  </a:lnTo>
                  <a:lnTo>
                    <a:pt x="843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74" name="Google Shape;8874;p86"/>
            <p:cNvSpPr/>
            <p:nvPr/>
          </p:nvSpPr>
          <p:spPr>
            <a:xfrm>
              <a:off x="5534776" y="1922400"/>
              <a:ext cx="75972" cy="76004"/>
            </a:xfrm>
            <a:custGeom>
              <a:avLst/>
              <a:gdLst/>
              <a:ahLst/>
              <a:cxnLst/>
              <a:rect l="l" t="t" r="r" b="b"/>
              <a:pathLst>
                <a:path w="2334" h="2335" extrusionOk="0">
                  <a:moveTo>
                    <a:pt x="2334" y="1"/>
                  </a:moveTo>
                  <a:lnTo>
                    <a:pt x="0" y="2334"/>
                  </a:lnTo>
                  <a:lnTo>
                    <a:pt x="2334" y="2334"/>
                  </a:lnTo>
                  <a:lnTo>
                    <a:pt x="2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75" name="Google Shape;8875;p86"/>
            <p:cNvSpPr/>
            <p:nvPr/>
          </p:nvSpPr>
          <p:spPr>
            <a:xfrm>
              <a:off x="5534776" y="1922400"/>
              <a:ext cx="261246" cy="348871"/>
            </a:xfrm>
            <a:custGeom>
              <a:avLst/>
              <a:gdLst/>
              <a:ahLst/>
              <a:cxnLst/>
              <a:rect l="l" t="t" r="r" b="b"/>
              <a:pathLst>
                <a:path w="8026" h="10718" extrusionOk="0">
                  <a:moveTo>
                    <a:pt x="6597" y="2382"/>
                  </a:moveTo>
                  <a:lnTo>
                    <a:pt x="6597" y="3001"/>
                  </a:lnTo>
                  <a:lnTo>
                    <a:pt x="3739" y="3001"/>
                  </a:lnTo>
                  <a:lnTo>
                    <a:pt x="3739"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76" name="Google Shape;8876;p86"/>
          <p:cNvGrpSpPr/>
          <p:nvPr/>
        </p:nvGrpSpPr>
        <p:grpSpPr>
          <a:xfrm>
            <a:off x="6366436" y="2358191"/>
            <a:ext cx="466280" cy="466375"/>
            <a:chOff x="4774321" y="1922400"/>
            <a:chExt cx="348838" cy="348874"/>
          </a:xfrm>
          <a:solidFill>
            <a:schemeClr val="bg1"/>
          </a:solidFill>
        </p:grpSpPr>
        <p:sp>
          <p:nvSpPr>
            <p:cNvPr id="8877" name="Google Shape;8877;p86"/>
            <p:cNvSpPr/>
            <p:nvPr/>
          </p:nvSpPr>
          <p:spPr>
            <a:xfrm>
              <a:off x="4846388" y="2191400"/>
              <a:ext cx="23306" cy="24054"/>
            </a:xfrm>
            <a:custGeom>
              <a:avLst/>
              <a:gdLst/>
              <a:ahLst/>
              <a:cxnLst/>
              <a:rect l="l" t="t" r="r" b="b"/>
              <a:pathLst>
                <a:path w="716" h="739" extrusionOk="0">
                  <a:moveTo>
                    <a:pt x="1" y="0"/>
                  </a:moveTo>
                  <a:lnTo>
                    <a:pt x="1" y="738"/>
                  </a:lnTo>
                  <a:lnTo>
                    <a:pt x="715" y="738"/>
                  </a:lnTo>
                  <a:lnTo>
                    <a:pt x="7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78" name="Google Shape;8878;p86"/>
            <p:cNvSpPr/>
            <p:nvPr/>
          </p:nvSpPr>
          <p:spPr>
            <a:xfrm>
              <a:off x="4774321" y="1947985"/>
              <a:ext cx="348838" cy="77534"/>
            </a:xfrm>
            <a:custGeom>
              <a:avLst/>
              <a:gdLst/>
              <a:ahLst/>
              <a:cxnLst/>
              <a:rect l="l" t="t" r="r" b="b"/>
              <a:pathLst>
                <a:path w="10717" h="2382" extrusionOk="0">
                  <a:moveTo>
                    <a:pt x="0" y="0"/>
                  </a:moveTo>
                  <a:lnTo>
                    <a:pt x="0" y="2382"/>
                  </a:lnTo>
                  <a:lnTo>
                    <a:pt x="10717" y="2382"/>
                  </a:lnTo>
                  <a:lnTo>
                    <a:pt x="10717" y="0"/>
                  </a:lnTo>
                  <a:lnTo>
                    <a:pt x="9288" y="0"/>
                  </a:lnTo>
                  <a:lnTo>
                    <a:pt x="9288" y="310"/>
                  </a:lnTo>
                  <a:cubicBezTo>
                    <a:pt x="9288" y="834"/>
                    <a:pt x="8859" y="1263"/>
                    <a:pt x="8335" y="1263"/>
                  </a:cubicBezTo>
                  <a:lnTo>
                    <a:pt x="8264" y="1263"/>
                  </a:lnTo>
                  <a:cubicBezTo>
                    <a:pt x="7740" y="1263"/>
                    <a:pt x="7311" y="834"/>
                    <a:pt x="7311" y="310"/>
                  </a:cubicBezTo>
                  <a:lnTo>
                    <a:pt x="7311" y="0"/>
                  </a:lnTo>
                  <a:lnTo>
                    <a:pt x="3406" y="0"/>
                  </a:lnTo>
                  <a:lnTo>
                    <a:pt x="3406" y="310"/>
                  </a:lnTo>
                  <a:cubicBezTo>
                    <a:pt x="3406" y="834"/>
                    <a:pt x="2977" y="1263"/>
                    <a:pt x="2453" y="1263"/>
                  </a:cubicBezTo>
                  <a:lnTo>
                    <a:pt x="2382" y="1263"/>
                  </a:lnTo>
                  <a:cubicBezTo>
                    <a:pt x="1858" y="1263"/>
                    <a:pt x="1429" y="834"/>
                    <a:pt x="1429" y="310"/>
                  </a:cubicBezTo>
                  <a:lnTo>
                    <a:pt x="14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79" name="Google Shape;8879;p86"/>
            <p:cNvSpPr/>
            <p:nvPr/>
          </p:nvSpPr>
          <p:spPr>
            <a:xfrm>
              <a:off x="4774321" y="2045670"/>
              <a:ext cx="348838" cy="225604"/>
            </a:xfrm>
            <a:custGeom>
              <a:avLst/>
              <a:gdLst/>
              <a:ahLst/>
              <a:cxnLst/>
              <a:rect l="l" t="t" r="r" b="b"/>
              <a:pathLst>
                <a:path w="10717" h="6931" extrusionOk="0">
                  <a:moveTo>
                    <a:pt x="3572" y="1096"/>
                  </a:moveTo>
                  <a:lnTo>
                    <a:pt x="3572" y="3072"/>
                  </a:lnTo>
                  <a:lnTo>
                    <a:pt x="1596" y="3072"/>
                  </a:lnTo>
                  <a:lnTo>
                    <a:pt x="1596" y="1096"/>
                  </a:lnTo>
                  <a:close/>
                  <a:moveTo>
                    <a:pt x="6382" y="1096"/>
                  </a:moveTo>
                  <a:lnTo>
                    <a:pt x="6382" y="3072"/>
                  </a:lnTo>
                  <a:lnTo>
                    <a:pt x="4406" y="3072"/>
                  </a:lnTo>
                  <a:lnTo>
                    <a:pt x="4406" y="1096"/>
                  </a:lnTo>
                  <a:close/>
                  <a:moveTo>
                    <a:pt x="9169" y="1096"/>
                  </a:moveTo>
                  <a:lnTo>
                    <a:pt x="9169" y="3072"/>
                  </a:lnTo>
                  <a:lnTo>
                    <a:pt x="7168" y="3072"/>
                  </a:lnTo>
                  <a:lnTo>
                    <a:pt x="7168" y="1096"/>
                  </a:lnTo>
                  <a:close/>
                  <a:moveTo>
                    <a:pt x="3572" y="3858"/>
                  </a:moveTo>
                  <a:lnTo>
                    <a:pt x="3572" y="5835"/>
                  </a:lnTo>
                  <a:lnTo>
                    <a:pt x="1596" y="5835"/>
                  </a:lnTo>
                  <a:lnTo>
                    <a:pt x="1596" y="3858"/>
                  </a:lnTo>
                  <a:close/>
                  <a:moveTo>
                    <a:pt x="6382" y="3858"/>
                  </a:moveTo>
                  <a:lnTo>
                    <a:pt x="6382" y="5835"/>
                  </a:lnTo>
                  <a:lnTo>
                    <a:pt x="4406" y="5835"/>
                  </a:lnTo>
                  <a:lnTo>
                    <a:pt x="4406" y="3858"/>
                  </a:lnTo>
                  <a:close/>
                  <a:moveTo>
                    <a:pt x="9169" y="3858"/>
                  </a:moveTo>
                  <a:lnTo>
                    <a:pt x="9169" y="5835"/>
                  </a:lnTo>
                  <a:lnTo>
                    <a:pt x="7168" y="5835"/>
                  </a:lnTo>
                  <a:lnTo>
                    <a:pt x="7168" y="3858"/>
                  </a:lnTo>
                  <a:close/>
                  <a:moveTo>
                    <a:pt x="0" y="0"/>
                  </a:moveTo>
                  <a:lnTo>
                    <a:pt x="0" y="6930"/>
                  </a:lnTo>
                  <a:lnTo>
                    <a:pt x="10717" y="6930"/>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0" name="Google Shape;8880;p86"/>
            <p:cNvSpPr/>
            <p:nvPr/>
          </p:nvSpPr>
          <p:spPr>
            <a:xfrm>
              <a:off x="4846388" y="2101462"/>
              <a:ext cx="23306" cy="24054"/>
            </a:xfrm>
            <a:custGeom>
              <a:avLst/>
              <a:gdLst/>
              <a:ahLst/>
              <a:cxnLst/>
              <a:rect l="l" t="t" r="r" b="b"/>
              <a:pathLst>
                <a:path w="716" h="739" extrusionOk="0">
                  <a:moveTo>
                    <a:pt x="1" y="1"/>
                  </a:moveTo>
                  <a:lnTo>
                    <a:pt x="1" y="739"/>
                  </a:lnTo>
                  <a:lnTo>
                    <a:pt x="715" y="739"/>
                  </a:lnTo>
                  <a:lnTo>
                    <a:pt x="7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1" name="Google Shape;8881;p86"/>
            <p:cNvSpPr/>
            <p:nvPr/>
          </p:nvSpPr>
          <p:spPr>
            <a:xfrm>
              <a:off x="4840985" y="1922400"/>
              <a:ext cx="24054" cy="46547"/>
            </a:xfrm>
            <a:custGeom>
              <a:avLst/>
              <a:gdLst/>
              <a:ahLst/>
              <a:cxnLst/>
              <a:rect l="l" t="t" r="r" b="b"/>
              <a:pathLst>
                <a:path w="739" h="1430" extrusionOk="0">
                  <a:moveTo>
                    <a:pt x="0" y="1"/>
                  </a:moveTo>
                  <a:lnTo>
                    <a:pt x="0" y="1096"/>
                  </a:lnTo>
                  <a:cubicBezTo>
                    <a:pt x="0" y="1287"/>
                    <a:pt x="167" y="1429"/>
                    <a:pt x="334" y="1429"/>
                  </a:cubicBezTo>
                  <a:lnTo>
                    <a:pt x="405" y="1429"/>
                  </a:lnTo>
                  <a:cubicBezTo>
                    <a:pt x="596" y="1429"/>
                    <a:pt x="738" y="1287"/>
                    <a:pt x="738" y="1096"/>
                  </a:cubicBezTo>
                  <a:lnTo>
                    <a:pt x="73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2" name="Google Shape;8882;p86"/>
            <p:cNvSpPr/>
            <p:nvPr/>
          </p:nvSpPr>
          <p:spPr>
            <a:xfrm>
              <a:off x="5032450" y="1922400"/>
              <a:ext cx="24054" cy="46547"/>
            </a:xfrm>
            <a:custGeom>
              <a:avLst/>
              <a:gdLst/>
              <a:ahLst/>
              <a:cxnLst/>
              <a:rect l="l" t="t" r="r" b="b"/>
              <a:pathLst>
                <a:path w="739" h="1430" extrusionOk="0">
                  <a:moveTo>
                    <a:pt x="0" y="1"/>
                  </a:moveTo>
                  <a:lnTo>
                    <a:pt x="0" y="1096"/>
                  </a:lnTo>
                  <a:cubicBezTo>
                    <a:pt x="0" y="1287"/>
                    <a:pt x="167" y="1429"/>
                    <a:pt x="334" y="1429"/>
                  </a:cubicBezTo>
                  <a:lnTo>
                    <a:pt x="405" y="1429"/>
                  </a:lnTo>
                  <a:cubicBezTo>
                    <a:pt x="596" y="1429"/>
                    <a:pt x="739" y="1287"/>
                    <a:pt x="739" y="1096"/>
                  </a:cubicBezTo>
                  <a:lnTo>
                    <a:pt x="7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3" name="Google Shape;8883;p86"/>
            <p:cNvSpPr/>
            <p:nvPr/>
          </p:nvSpPr>
          <p:spPr>
            <a:xfrm>
              <a:off x="4937108" y="2191400"/>
              <a:ext cx="24054" cy="24054"/>
            </a:xfrm>
            <a:custGeom>
              <a:avLst/>
              <a:gdLst/>
              <a:ahLst/>
              <a:cxnLst/>
              <a:rect l="l" t="t" r="r" b="b"/>
              <a:pathLst>
                <a:path w="739" h="739" extrusionOk="0">
                  <a:moveTo>
                    <a:pt x="0" y="0"/>
                  </a:moveTo>
                  <a:lnTo>
                    <a:pt x="0" y="738"/>
                  </a:lnTo>
                  <a:lnTo>
                    <a:pt x="738" y="738"/>
                  </a:lnTo>
                  <a:lnTo>
                    <a:pt x="73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4" name="Google Shape;8884;p86"/>
            <p:cNvSpPr/>
            <p:nvPr/>
          </p:nvSpPr>
          <p:spPr>
            <a:xfrm>
              <a:off x="5027795" y="2101462"/>
              <a:ext cx="23273" cy="24054"/>
            </a:xfrm>
            <a:custGeom>
              <a:avLst/>
              <a:gdLst/>
              <a:ahLst/>
              <a:cxnLst/>
              <a:rect l="l" t="t" r="r" b="b"/>
              <a:pathLst>
                <a:path w="715" h="739" extrusionOk="0">
                  <a:moveTo>
                    <a:pt x="0" y="1"/>
                  </a:moveTo>
                  <a:lnTo>
                    <a:pt x="0" y="739"/>
                  </a:lnTo>
                  <a:lnTo>
                    <a:pt x="715" y="739"/>
                  </a:lnTo>
                  <a:lnTo>
                    <a:pt x="7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5" name="Google Shape;8885;p86"/>
            <p:cNvSpPr/>
            <p:nvPr/>
          </p:nvSpPr>
          <p:spPr>
            <a:xfrm>
              <a:off x="5027795" y="2191400"/>
              <a:ext cx="23273" cy="24054"/>
            </a:xfrm>
            <a:custGeom>
              <a:avLst/>
              <a:gdLst/>
              <a:ahLst/>
              <a:cxnLst/>
              <a:rect l="l" t="t" r="r" b="b"/>
              <a:pathLst>
                <a:path w="715" h="739" extrusionOk="0">
                  <a:moveTo>
                    <a:pt x="0" y="0"/>
                  </a:moveTo>
                  <a:lnTo>
                    <a:pt x="0" y="738"/>
                  </a:lnTo>
                  <a:lnTo>
                    <a:pt x="715" y="738"/>
                  </a:lnTo>
                  <a:lnTo>
                    <a:pt x="71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6" name="Google Shape;8886;p86"/>
            <p:cNvSpPr/>
            <p:nvPr/>
          </p:nvSpPr>
          <p:spPr>
            <a:xfrm>
              <a:off x="4937108" y="2101462"/>
              <a:ext cx="24054" cy="24054"/>
            </a:xfrm>
            <a:custGeom>
              <a:avLst/>
              <a:gdLst/>
              <a:ahLst/>
              <a:cxnLst/>
              <a:rect l="l" t="t" r="r" b="b"/>
              <a:pathLst>
                <a:path w="739" h="739" extrusionOk="0">
                  <a:moveTo>
                    <a:pt x="0" y="1"/>
                  </a:moveTo>
                  <a:lnTo>
                    <a:pt x="0" y="739"/>
                  </a:lnTo>
                  <a:lnTo>
                    <a:pt x="738" y="739"/>
                  </a:lnTo>
                  <a:lnTo>
                    <a:pt x="73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87" name="Google Shape;8887;p86"/>
          <p:cNvGrpSpPr/>
          <p:nvPr/>
        </p:nvGrpSpPr>
        <p:grpSpPr>
          <a:xfrm>
            <a:off x="5418315" y="2358191"/>
            <a:ext cx="348199" cy="466371"/>
            <a:chOff x="4065003" y="1922400"/>
            <a:chExt cx="260498" cy="348871"/>
          </a:xfrm>
          <a:solidFill>
            <a:schemeClr val="bg1"/>
          </a:solidFill>
        </p:grpSpPr>
        <p:sp>
          <p:nvSpPr>
            <p:cNvPr id="8888" name="Google Shape;8888;p86"/>
            <p:cNvSpPr/>
            <p:nvPr/>
          </p:nvSpPr>
          <p:spPr>
            <a:xfrm>
              <a:off x="4065003" y="1922400"/>
              <a:ext cx="75223" cy="76004"/>
            </a:xfrm>
            <a:custGeom>
              <a:avLst/>
              <a:gdLst/>
              <a:ahLst/>
              <a:cxnLst/>
              <a:rect l="l" t="t" r="r" b="b"/>
              <a:pathLst>
                <a:path w="2311" h="2335" extrusionOk="0">
                  <a:moveTo>
                    <a:pt x="2311" y="1"/>
                  </a:moveTo>
                  <a:lnTo>
                    <a:pt x="1" y="2334"/>
                  </a:lnTo>
                  <a:lnTo>
                    <a:pt x="2311" y="2334"/>
                  </a:lnTo>
                  <a:lnTo>
                    <a:pt x="231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89" name="Google Shape;8889;p86"/>
            <p:cNvSpPr/>
            <p:nvPr/>
          </p:nvSpPr>
          <p:spPr>
            <a:xfrm>
              <a:off x="4065003" y="1922400"/>
              <a:ext cx="260498" cy="348871"/>
            </a:xfrm>
            <a:custGeom>
              <a:avLst/>
              <a:gdLst/>
              <a:ahLst/>
              <a:cxnLst/>
              <a:rect l="l" t="t" r="r" b="b"/>
              <a:pathLst>
                <a:path w="8003" h="10718" extrusionOk="0">
                  <a:moveTo>
                    <a:pt x="4311" y="3739"/>
                  </a:moveTo>
                  <a:lnTo>
                    <a:pt x="4311" y="6526"/>
                  </a:lnTo>
                  <a:lnTo>
                    <a:pt x="5240" y="5621"/>
                  </a:lnTo>
                  <a:lnTo>
                    <a:pt x="5693" y="6049"/>
                  </a:lnTo>
                  <a:lnTo>
                    <a:pt x="4002" y="7740"/>
                  </a:lnTo>
                  <a:lnTo>
                    <a:pt x="2335" y="6073"/>
                  </a:lnTo>
                  <a:lnTo>
                    <a:pt x="2787" y="5621"/>
                  </a:lnTo>
                  <a:lnTo>
                    <a:pt x="3692" y="6526"/>
                  </a:lnTo>
                  <a:lnTo>
                    <a:pt x="3692" y="3739"/>
                  </a:lnTo>
                  <a:close/>
                  <a:moveTo>
                    <a:pt x="6312" y="7740"/>
                  </a:moveTo>
                  <a:lnTo>
                    <a:pt x="6312" y="9169"/>
                  </a:lnTo>
                  <a:lnTo>
                    <a:pt x="1668" y="9169"/>
                  </a:lnTo>
                  <a:lnTo>
                    <a:pt x="1668" y="7740"/>
                  </a:lnTo>
                  <a:lnTo>
                    <a:pt x="2287" y="7740"/>
                  </a:lnTo>
                  <a:lnTo>
                    <a:pt x="2287" y="8526"/>
                  </a:lnTo>
                  <a:lnTo>
                    <a:pt x="5693" y="8526"/>
                  </a:lnTo>
                  <a:lnTo>
                    <a:pt x="5693" y="7740"/>
                  </a:lnTo>
                  <a:close/>
                  <a:moveTo>
                    <a:pt x="2954" y="1"/>
                  </a:moveTo>
                  <a:lnTo>
                    <a:pt x="2954" y="2954"/>
                  </a:lnTo>
                  <a:lnTo>
                    <a:pt x="1" y="2954"/>
                  </a:lnTo>
                  <a:lnTo>
                    <a:pt x="1" y="10717"/>
                  </a:lnTo>
                  <a:lnTo>
                    <a:pt x="8003" y="10717"/>
                  </a:lnTo>
                  <a:lnTo>
                    <a:pt x="800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90" name="Google Shape;8890;p86"/>
          <p:cNvGrpSpPr/>
          <p:nvPr/>
        </p:nvGrpSpPr>
        <p:grpSpPr>
          <a:xfrm>
            <a:off x="3344987" y="2374770"/>
            <a:ext cx="466280" cy="434215"/>
            <a:chOff x="2513885" y="1934802"/>
            <a:chExt cx="348838" cy="324816"/>
          </a:xfrm>
          <a:solidFill>
            <a:schemeClr val="bg1"/>
          </a:solidFill>
        </p:grpSpPr>
        <p:sp>
          <p:nvSpPr>
            <p:cNvPr id="8891" name="Google Shape;8891;p86"/>
            <p:cNvSpPr/>
            <p:nvPr/>
          </p:nvSpPr>
          <p:spPr>
            <a:xfrm>
              <a:off x="2669674" y="2065038"/>
              <a:ext cx="35707" cy="61259"/>
            </a:xfrm>
            <a:custGeom>
              <a:avLst/>
              <a:gdLst/>
              <a:ahLst/>
              <a:cxnLst/>
              <a:rect l="l" t="t" r="r" b="b"/>
              <a:pathLst>
                <a:path w="1097" h="1882" extrusionOk="0">
                  <a:moveTo>
                    <a:pt x="549" y="0"/>
                  </a:moveTo>
                  <a:cubicBezTo>
                    <a:pt x="525" y="0"/>
                    <a:pt x="382" y="120"/>
                    <a:pt x="215" y="572"/>
                  </a:cubicBezTo>
                  <a:cubicBezTo>
                    <a:pt x="96" y="1001"/>
                    <a:pt x="25" y="1429"/>
                    <a:pt x="1" y="1882"/>
                  </a:cubicBezTo>
                  <a:lnTo>
                    <a:pt x="1096" y="1882"/>
                  </a:lnTo>
                  <a:cubicBezTo>
                    <a:pt x="1096" y="1429"/>
                    <a:pt x="1025" y="1001"/>
                    <a:pt x="882" y="572"/>
                  </a:cubicBezTo>
                  <a:cubicBezTo>
                    <a:pt x="739" y="120"/>
                    <a:pt x="596" y="0"/>
                    <a:pt x="5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2" name="Google Shape;8892;p86"/>
            <p:cNvSpPr/>
            <p:nvPr/>
          </p:nvSpPr>
          <p:spPr>
            <a:xfrm>
              <a:off x="2669674" y="2146415"/>
              <a:ext cx="35707" cy="62073"/>
            </a:xfrm>
            <a:custGeom>
              <a:avLst/>
              <a:gdLst/>
              <a:ahLst/>
              <a:cxnLst/>
              <a:rect l="l" t="t" r="r" b="b"/>
              <a:pathLst>
                <a:path w="1097" h="1907" extrusionOk="0">
                  <a:moveTo>
                    <a:pt x="1" y="1"/>
                  </a:moveTo>
                  <a:cubicBezTo>
                    <a:pt x="25" y="453"/>
                    <a:pt x="96" y="906"/>
                    <a:pt x="215" y="1335"/>
                  </a:cubicBezTo>
                  <a:cubicBezTo>
                    <a:pt x="382" y="1763"/>
                    <a:pt x="525" y="1882"/>
                    <a:pt x="549" y="1906"/>
                  </a:cubicBezTo>
                  <a:cubicBezTo>
                    <a:pt x="596" y="1906"/>
                    <a:pt x="739" y="1763"/>
                    <a:pt x="882" y="1335"/>
                  </a:cubicBezTo>
                  <a:cubicBezTo>
                    <a:pt x="1025" y="906"/>
                    <a:pt x="1096" y="453"/>
                    <a:pt x="10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3" name="Google Shape;8893;p86"/>
            <p:cNvSpPr/>
            <p:nvPr/>
          </p:nvSpPr>
          <p:spPr>
            <a:xfrm>
              <a:off x="2715408" y="2071222"/>
              <a:ext cx="42673" cy="55075"/>
            </a:xfrm>
            <a:custGeom>
              <a:avLst/>
              <a:gdLst/>
              <a:ahLst/>
              <a:cxnLst/>
              <a:rect l="l" t="t" r="r" b="b"/>
              <a:pathLst>
                <a:path w="1311" h="1692" extrusionOk="0">
                  <a:moveTo>
                    <a:pt x="1" y="1"/>
                  </a:moveTo>
                  <a:lnTo>
                    <a:pt x="1" y="1"/>
                  </a:lnTo>
                  <a:cubicBezTo>
                    <a:pt x="215" y="549"/>
                    <a:pt x="310" y="1120"/>
                    <a:pt x="334" y="1692"/>
                  </a:cubicBezTo>
                  <a:lnTo>
                    <a:pt x="1311" y="1692"/>
                  </a:lnTo>
                  <a:cubicBezTo>
                    <a:pt x="1215" y="930"/>
                    <a:pt x="715" y="287"/>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4" name="Google Shape;8894;p86"/>
            <p:cNvSpPr/>
            <p:nvPr/>
          </p:nvSpPr>
          <p:spPr>
            <a:xfrm>
              <a:off x="2677421" y="1949547"/>
              <a:ext cx="162066" cy="41892"/>
            </a:xfrm>
            <a:custGeom>
              <a:avLst/>
              <a:gdLst/>
              <a:ahLst/>
              <a:cxnLst/>
              <a:rect l="l" t="t" r="r" b="b"/>
              <a:pathLst>
                <a:path w="4979" h="1287" extrusionOk="0">
                  <a:moveTo>
                    <a:pt x="1" y="0"/>
                  </a:moveTo>
                  <a:lnTo>
                    <a:pt x="739" y="1286"/>
                  </a:lnTo>
                  <a:lnTo>
                    <a:pt x="4978" y="1286"/>
                  </a:lnTo>
                  <a:lnTo>
                    <a:pt x="497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5" name="Google Shape;8895;p86"/>
            <p:cNvSpPr/>
            <p:nvPr/>
          </p:nvSpPr>
          <p:spPr>
            <a:xfrm>
              <a:off x="2616974" y="2071222"/>
              <a:ext cx="42673" cy="55075"/>
            </a:xfrm>
            <a:custGeom>
              <a:avLst/>
              <a:gdLst/>
              <a:ahLst/>
              <a:cxnLst/>
              <a:rect l="l" t="t" r="r" b="b"/>
              <a:pathLst>
                <a:path w="1311" h="1692" extrusionOk="0">
                  <a:moveTo>
                    <a:pt x="1310" y="1"/>
                  </a:moveTo>
                  <a:lnTo>
                    <a:pt x="1310" y="1"/>
                  </a:lnTo>
                  <a:cubicBezTo>
                    <a:pt x="620" y="287"/>
                    <a:pt x="119" y="930"/>
                    <a:pt x="0" y="1692"/>
                  </a:cubicBezTo>
                  <a:lnTo>
                    <a:pt x="1001" y="1692"/>
                  </a:lnTo>
                  <a:cubicBezTo>
                    <a:pt x="1001" y="1120"/>
                    <a:pt x="1120" y="549"/>
                    <a:pt x="1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6" name="Google Shape;8896;p86"/>
            <p:cNvSpPr/>
            <p:nvPr/>
          </p:nvSpPr>
          <p:spPr>
            <a:xfrm>
              <a:off x="2616974" y="2146415"/>
              <a:ext cx="42673" cy="55856"/>
            </a:xfrm>
            <a:custGeom>
              <a:avLst/>
              <a:gdLst/>
              <a:ahLst/>
              <a:cxnLst/>
              <a:rect l="l" t="t" r="r" b="b"/>
              <a:pathLst>
                <a:path w="1311" h="1716" extrusionOk="0">
                  <a:moveTo>
                    <a:pt x="0" y="1"/>
                  </a:moveTo>
                  <a:cubicBezTo>
                    <a:pt x="119" y="763"/>
                    <a:pt x="620" y="1406"/>
                    <a:pt x="1310" y="1716"/>
                  </a:cubicBezTo>
                  <a:cubicBezTo>
                    <a:pt x="1120" y="1168"/>
                    <a:pt x="1001" y="596"/>
                    <a:pt x="10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7" name="Google Shape;8897;p86"/>
            <p:cNvSpPr/>
            <p:nvPr/>
          </p:nvSpPr>
          <p:spPr>
            <a:xfrm>
              <a:off x="2513885" y="1934802"/>
              <a:ext cx="348838" cy="324816"/>
            </a:xfrm>
            <a:custGeom>
              <a:avLst/>
              <a:gdLst/>
              <a:ahLst/>
              <a:cxnLst/>
              <a:rect l="l" t="t" r="r" b="b"/>
              <a:pathLst>
                <a:path w="10717" h="9979" extrusionOk="0">
                  <a:moveTo>
                    <a:pt x="5315" y="3371"/>
                  </a:moveTo>
                  <a:cubicBezTo>
                    <a:pt x="6767" y="3371"/>
                    <a:pt x="8168" y="4497"/>
                    <a:pt x="8168" y="6192"/>
                  </a:cubicBezTo>
                  <a:cubicBezTo>
                    <a:pt x="8168" y="7740"/>
                    <a:pt x="6906" y="9002"/>
                    <a:pt x="5335" y="9002"/>
                  </a:cubicBezTo>
                  <a:cubicBezTo>
                    <a:pt x="2834" y="9002"/>
                    <a:pt x="1572" y="5978"/>
                    <a:pt x="3358" y="4192"/>
                  </a:cubicBezTo>
                  <a:cubicBezTo>
                    <a:pt x="3925" y="3625"/>
                    <a:pt x="4626" y="3371"/>
                    <a:pt x="5315" y="3371"/>
                  </a:cubicBezTo>
                  <a:close/>
                  <a:moveTo>
                    <a:pt x="0" y="1"/>
                  </a:moveTo>
                  <a:lnTo>
                    <a:pt x="0" y="9979"/>
                  </a:lnTo>
                  <a:lnTo>
                    <a:pt x="10717" y="9979"/>
                  </a:lnTo>
                  <a:lnTo>
                    <a:pt x="10717" y="2382"/>
                  </a:lnTo>
                  <a:lnTo>
                    <a:pt x="5406" y="2382"/>
                  </a:lnTo>
                  <a:lnTo>
                    <a:pt x="40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898" name="Google Shape;8898;p86"/>
            <p:cNvSpPr/>
            <p:nvPr/>
          </p:nvSpPr>
          <p:spPr>
            <a:xfrm>
              <a:off x="2715408" y="2146415"/>
              <a:ext cx="42673" cy="55856"/>
            </a:xfrm>
            <a:custGeom>
              <a:avLst/>
              <a:gdLst/>
              <a:ahLst/>
              <a:cxnLst/>
              <a:rect l="l" t="t" r="r" b="b"/>
              <a:pathLst>
                <a:path w="1311" h="1716" extrusionOk="0">
                  <a:moveTo>
                    <a:pt x="334" y="1"/>
                  </a:moveTo>
                  <a:cubicBezTo>
                    <a:pt x="310" y="596"/>
                    <a:pt x="215" y="1168"/>
                    <a:pt x="1" y="1716"/>
                  </a:cubicBezTo>
                  <a:cubicBezTo>
                    <a:pt x="715" y="1406"/>
                    <a:pt x="1215" y="763"/>
                    <a:pt x="13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899" name="Google Shape;8899;p86"/>
          <p:cNvGrpSpPr/>
          <p:nvPr/>
        </p:nvGrpSpPr>
        <p:grpSpPr>
          <a:xfrm>
            <a:off x="2336779" y="2378904"/>
            <a:ext cx="466324" cy="424912"/>
            <a:chOff x="1759614" y="1937894"/>
            <a:chExt cx="348871" cy="317857"/>
          </a:xfrm>
          <a:solidFill>
            <a:schemeClr val="bg1"/>
          </a:solidFill>
        </p:grpSpPr>
        <p:sp>
          <p:nvSpPr>
            <p:cNvPr id="8900" name="Google Shape;8900;p86"/>
            <p:cNvSpPr/>
            <p:nvPr/>
          </p:nvSpPr>
          <p:spPr>
            <a:xfrm>
              <a:off x="1844898" y="1937894"/>
              <a:ext cx="179090" cy="251188"/>
            </a:xfrm>
            <a:custGeom>
              <a:avLst/>
              <a:gdLst/>
              <a:ahLst/>
              <a:cxnLst/>
              <a:rect l="l" t="t" r="r" b="b"/>
              <a:pathLst>
                <a:path w="5502" h="7717" extrusionOk="0">
                  <a:moveTo>
                    <a:pt x="1858" y="2525"/>
                  </a:moveTo>
                  <a:lnTo>
                    <a:pt x="2310" y="2954"/>
                  </a:lnTo>
                  <a:lnTo>
                    <a:pt x="1286" y="4026"/>
                  </a:lnTo>
                  <a:lnTo>
                    <a:pt x="524" y="3311"/>
                  </a:lnTo>
                  <a:lnTo>
                    <a:pt x="953" y="2859"/>
                  </a:lnTo>
                  <a:lnTo>
                    <a:pt x="1262" y="3144"/>
                  </a:lnTo>
                  <a:lnTo>
                    <a:pt x="1858" y="2525"/>
                  </a:lnTo>
                  <a:close/>
                  <a:moveTo>
                    <a:pt x="4811" y="3406"/>
                  </a:moveTo>
                  <a:lnTo>
                    <a:pt x="4811" y="4026"/>
                  </a:lnTo>
                  <a:lnTo>
                    <a:pt x="2667" y="4026"/>
                  </a:lnTo>
                  <a:lnTo>
                    <a:pt x="2667" y="3406"/>
                  </a:lnTo>
                  <a:close/>
                  <a:moveTo>
                    <a:pt x="1739" y="4692"/>
                  </a:moveTo>
                  <a:lnTo>
                    <a:pt x="1739" y="5312"/>
                  </a:lnTo>
                  <a:lnTo>
                    <a:pt x="1096" y="5312"/>
                  </a:lnTo>
                  <a:lnTo>
                    <a:pt x="1096" y="4692"/>
                  </a:lnTo>
                  <a:close/>
                  <a:moveTo>
                    <a:pt x="4811" y="4692"/>
                  </a:moveTo>
                  <a:lnTo>
                    <a:pt x="4811" y="5312"/>
                  </a:lnTo>
                  <a:lnTo>
                    <a:pt x="2667" y="5312"/>
                  </a:lnTo>
                  <a:lnTo>
                    <a:pt x="2667" y="4692"/>
                  </a:lnTo>
                  <a:close/>
                  <a:moveTo>
                    <a:pt x="1739" y="5954"/>
                  </a:moveTo>
                  <a:lnTo>
                    <a:pt x="1739" y="6597"/>
                  </a:lnTo>
                  <a:lnTo>
                    <a:pt x="1096" y="6597"/>
                  </a:lnTo>
                  <a:lnTo>
                    <a:pt x="1096" y="5954"/>
                  </a:lnTo>
                  <a:close/>
                  <a:moveTo>
                    <a:pt x="4811" y="5954"/>
                  </a:moveTo>
                  <a:lnTo>
                    <a:pt x="4811" y="6597"/>
                  </a:lnTo>
                  <a:lnTo>
                    <a:pt x="2667" y="6597"/>
                  </a:lnTo>
                  <a:lnTo>
                    <a:pt x="2667" y="5954"/>
                  </a:lnTo>
                  <a:close/>
                  <a:moveTo>
                    <a:pt x="1953" y="1"/>
                  </a:moveTo>
                  <a:lnTo>
                    <a:pt x="1953" y="1954"/>
                  </a:lnTo>
                  <a:lnTo>
                    <a:pt x="0" y="1954"/>
                  </a:lnTo>
                  <a:lnTo>
                    <a:pt x="0" y="7717"/>
                  </a:lnTo>
                  <a:lnTo>
                    <a:pt x="5501" y="7717"/>
                  </a:lnTo>
                  <a:lnTo>
                    <a:pt x="55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01" name="Google Shape;8901;p86"/>
            <p:cNvSpPr/>
            <p:nvPr/>
          </p:nvSpPr>
          <p:spPr>
            <a:xfrm>
              <a:off x="1853426" y="1946422"/>
              <a:ext cx="34894" cy="34145"/>
            </a:xfrm>
            <a:custGeom>
              <a:avLst/>
              <a:gdLst/>
              <a:ahLst/>
              <a:cxnLst/>
              <a:rect l="l" t="t" r="r" b="b"/>
              <a:pathLst>
                <a:path w="1072" h="1049" extrusionOk="0">
                  <a:moveTo>
                    <a:pt x="1072" y="1"/>
                  </a:moveTo>
                  <a:lnTo>
                    <a:pt x="0" y="1049"/>
                  </a:lnTo>
                  <a:lnTo>
                    <a:pt x="1072" y="1049"/>
                  </a:lnTo>
                  <a:lnTo>
                    <a:pt x="1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02" name="Google Shape;8902;p86"/>
            <p:cNvSpPr/>
            <p:nvPr/>
          </p:nvSpPr>
          <p:spPr>
            <a:xfrm>
              <a:off x="2044110" y="2012338"/>
              <a:ext cx="43454" cy="176747"/>
            </a:xfrm>
            <a:custGeom>
              <a:avLst/>
              <a:gdLst/>
              <a:ahLst/>
              <a:cxnLst/>
              <a:rect l="l" t="t" r="r" b="b"/>
              <a:pathLst>
                <a:path w="1335" h="5430" extrusionOk="0">
                  <a:moveTo>
                    <a:pt x="1" y="0"/>
                  </a:moveTo>
                  <a:lnTo>
                    <a:pt x="1" y="5430"/>
                  </a:lnTo>
                  <a:lnTo>
                    <a:pt x="1334" y="5430"/>
                  </a:lnTo>
                  <a:lnTo>
                    <a:pt x="133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03" name="Google Shape;8903;p86"/>
            <p:cNvSpPr/>
            <p:nvPr/>
          </p:nvSpPr>
          <p:spPr>
            <a:xfrm>
              <a:off x="1780545" y="2012338"/>
              <a:ext cx="44235" cy="176747"/>
            </a:xfrm>
            <a:custGeom>
              <a:avLst/>
              <a:gdLst/>
              <a:ahLst/>
              <a:cxnLst/>
              <a:rect l="l" t="t" r="r" b="b"/>
              <a:pathLst>
                <a:path w="1359" h="5430" extrusionOk="0">
                  <a:moveTo>
                    <a:pt x="1" y="0"/>
                  </a:moveTo>
                  <a:lnTo>
                    <a:pt x="1" y="5430"/>
                  </a:lnTo>
                  <a:lnTo>
                    <a:pt x="1358" y="5430"/>
                  </a:lnTo>
                  <a:lnTo>
                    <a:pt x="13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04" name="Google Shape;8904;p86"/>
            <p:cNvSpPr/>
            <p:nvPr/>
          </p:nvSpPr>
          <p:spPr>
            <a:xfrm>
              <a:off x="1759614" y="2209205"/>
              <a:ext cx="348871" cy="46547"/>
            </a:xfrm>
            <a:custGeom>
              <a:avLst/>
              <a:gdLst/>
              <a:ahLst/>
              <a:cxnLst/>
              <a:rect l="l" t="t" r="r" b="b"/>
              <a:pathLst>
                <a:path w="10718" h="1430" extrusionOk="0">
                  <a:moveTo>
                    <a:pt x="1" y="1"/>
                  </a:moveTo>
                  <a:lnTo>
                    <a:pt x="1" y="406"/>
                  </a:lnTo>
                  <a:cubicBezTo>
                    <a:pt x="1" y="977"/>
                    <a:pt x="477" y="1430"/>
                    <a:pt x="1025" y="1430"/>
                  </a:cubicBezTo>
                  <a:lnTo>
                    <a:pt x="9693" y="1430"/>
                  </a:lnTo>
                  <a:cubicBezTo>
                    <a:pt x="10265" y="1430"/>
                    <a:pt x="10717" y="977"/>
                    <a:pt x="10717" y="406"/>
                  </a:cubicBez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05" name="Google Shape;8905;p86"/>
          <p:cNvGrpSpPr/>
          <p:nvPr/>
        </p:nvGrpSpPr>
        <p:grpSpPr>
          <a:xfrm>
            <a:off x="1403190" y="2358191"/>
            <a:ext cx="320223" cy="466380"/>
            <a:chOff x="1061169" y="1922400"/>
            <a:chExt cx="239568" cy="348878"/>
          </a:xfrm>
          <a:solidFill>
            <a:schemeClr val="bg1"/>
          </a:solidFill>
        </p:grpSpPr>
        <p:sp>
          <p:nvSpPr>
            <p:cNvPr id="8906" name="Google Shape;8906;p86"/>
            <p:cNvSpPr/>
            <p:nvPr/>
          </p:nvSpPr>
          <p:spPr>
            <a:xfrm>
              <a:off x="1159635" y="2002247"/>
              <a:ext cx="31801" cy="36456"/>
            </a:xfrm>
            <a:custGeom>
              <a:avLst/>
              <a:gdLst/>
              <a:ahLst/>
              <a:cxnLst/>
              <a:rect l="l" t="t" r="r" b="b"/>
              <a:pathLst>
                <a:path w="977" h="1120" extrusionOk="0">
                  <a:moveTo>
                    <a:pt x="0" y="1"/>
                  </a:moveTo>
                  <a:lnTo>
                    <a:pt x="0" y="1120"/>
                  </a:lnTo>
                  <a:lnTo>
                    <a:pt x="977" y="548"/>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07" name="Google Shape;8907;p86"/>
            <p:cNvSpPr/>
            <p:nvPr/>
          </p:nvSpPr>
          <p:spPr>
            <a:xfrm>
              <a:off x="1061169" y="1922400"/>
              <a:ext cx="239568" cy="265901"/>
            </a:xfrm>
            <a:custGeom>
              <a:avLst/>
              <a:gdLst/>
              <a:ahLst/>
              <a:cxnLst/>
              <a:rect l="l" t="t" r="r" b="b"/>
              <a:pathLst>
                <a:path w="7360" h="8169" extrusionOk="0">
                  <a:moveTo>
                    <a:pt x="2406" y="1358"/>
                  </a:moveTo>
                  <a:lnTo>
                    <a:pt x="5264" y="3025"/>
                  </a:lnTo>
                  <a:lnTo>
                    <a:pt x="2406" y="4668"/>
                  </a:lnTo>
                  <a:lnTo>
                    <a:pt x="2406" y="1358"/>
                  </a:lnTo>
                  <a:close/>
                  <a:moveTo>
                    <a:pt x="5573" y="5335"/>
                  </a:moveTo>
                  <a:lnTo>
                    <a:pt x="5573" y="5954"/>
                  </a:lnTo>
                  <a:lnTo>
                    <a:pt x="1763" y="5954"/>
                  </a:lnTo>
                  <a:lnTo>
                    <a:pt x="1763" y="5335"/>
                  </a:lnTo>
                  <a:close/>
                  <a:moveTo>
                    <a:pt x="5573" y="6645"/>
                  </a:moveTo>
                  <a:lnTo>
                    <a:pt x="5573" y="7264"/>
                  </a:lnTo>
                  <a:lnTo>
                    <a:pt x="1763" y="7264"/>
                  </a:lnTo>
                  <a:lnTo>
                    <a:pt x="1763" y="6645"/>
                  </a:lnTo>
                  <a:close/>
                  <a:moveTo>
                    <a:pt x="1" y="1"/>
                  </a:moveTo>
                  <a:lnTo>
                    <a:pt x="1" y="8169"/>
                  </a:lnTo>
                  <a:lnTo>
                    <a:pt x="7359" y="8169"/>
                  </a:lnTo>
                  <a:lnTo>
                    <a:pt x="73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08" name="Google Shape;8908;p86"/>
            <p:cNvSpPr/>
            <p:nvPr/>
          </p:nvSpPr>
          <p:spPr>
            <a:xfrm>
              <a:off x="1061169" y="2208456"/>
              <a:ext cx="239568" cy="62822"/>
            </a:xfrm>
            <a:custGeom>
              <a:avLst/>
              <a:gdLst/>
              <a:ahLst/>
              <a:cxnLst/>
              <a:rect l="l" t="t" r="r" b="b"/>
              <a:pathLst>
                <a:path w="7360" h="1930" extrusionOk="0">
                  <a:moveTo>
                    <a:pt x="4002" y="643"/>
                  </a:moveTo>
                  <a:lnTo>
                    <a:pt x="3978" y="1286"/>
                  </a:lnTo>
                  <a:lnTo>
                    <a:pt x="3382" y="1286"/>
                  </a:lnTo>
                  <a:lnTo>
                    <a:pt x="3382" y="643"/>
                  </a:lnTo>
                  <a:close/>
                  <a:moveTo>
                    <a:pt x="1" y="0"/>
                  </a:moveTo>
                  <a:lnTo>
                    <a:pt x="1" y="1929"/>
                  </a:lnTo>
                  <a:lnTo>
                    <a:pt x="7359" y="1929"/>
                  </a:lnTo>
                  <a:lnTo>
                    <a:pt x="73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09" name="Google Shape;8909;p86"/>
          <p:cNvGrpSpPr/>
          <p:nvPr/>
        </p:nvGrpSpPr>
        <p:grpSpPr>
          <a:xfrm>
            <a:off x="4350063" y="3886662"/>
            <a:ext cx="465236" cy="390701"/>
            <a:chOff x="3265812" y="3065780"/>
            <a:chExt cx="348057" cy="292266"/>
          </a:xfrm>
          <a:solidFill>
            <a:schemeClr val="bg1"/>
          </a:solidFill>
        </p:grpSpPr>
        <p:sp>
          <p:nvSpPr>
            <p:cNvPr id="8910" name="Google Shape;8910;p86"/>
            <p:cNvSpPr/>
            <p:nvPr/>
          </p:nvSpPr>
          <p:spPr>
            <a:xfrm>
              <a:off x="3327040" y="3127040"/>
              <a:ext cx="225604" cy="126359"/>
            </a:xfrm>
            <a:custGeom>
              <a:avLst/>
              <a:gdLst/>
              <a:ahLst/>
              <a:cxnLst/>
              <a:rect l="l" t="t" r="r" b="b"/>
              <a:pathLst>
                <a:path w="6931" h="3882" extrusionOk="0">
                  <a:moveTo>
                    <a:pt x="4763" y="595"/>
                  </a:moveTo>
                  <a:cubicBezTo>
                    <a:pt x="5263" y="595"/>
                    <a:pt x="5692" y="1000"/>
                    <a:pt x="5692" y="1524"/>
                  </a:cubicBezTo>
                  <a:lnTo>
                    <a:pt x="5692" y="2405"/>
                  </a:lnTo>
                  <a:cubicBezTo>
                    <a:pt x="5692" y="2905"/>
                    <a:pt x="5263" y="3310"/>
                    <a:pt x="4763" y="3310"/>
                  </a:cubicBezTo>
                  <a:lnTo>
                    <a:pt x="3763" y="3310"/>
                  </a:lnTo>
                  <a:lnTo>
                    <a:pt x="3763" y="595"/>
                  </a:lnTo>
                  <a:close/>
                  <a:moveTo>
                    <a:pt x="3168" y="595"/>
                  </a:moveTo>
                  <a:lnTo>
                    <a:pt x="3168" y="3310"/>
                  </a:lnTo>
                  <a:lnTo>
                    <a:pt x="2549" y="3310"/>
                  </a:lnTo>
                  <a:lnTo>
                    <a:pt x="2549" y="2286"/>
                  </a:lnTo>
                  <a:lnTo>
                    <a:pt x="1882" y="2286"/>
                  </a:lnTo>
                  <a:lnTo>
                    <a:pt x="1882" y="3334"/>
                  </a:lnTo>
                  <a:lnTo>
                    <a:pt x="1239" y="3334"/>
                  </a:lnTo>
                  <a:lnTo>
                    <a:pt x="1239" y="595"/>
                  </a:lnTo>
                  <a:lnTo>
                    <a:pt x="1882" y="595"/>
                  </a:lnTo>
                  <a:lnTo>
                    <a:pt x="1882" y="1667"/>
                  </a:lnTo>
                  <a:lnTo>
                    <a:pt x="2549" y="1667"/>
                  </a:lnTo>
                  <a:lnTo>
                    <a:pt x="2549" y="595"/>
                  </a:lnTo>
                  <a:close/>
                  <a:moveTo>
                    <a:pt x="0" y="0"/>
                  </a:moveTo>
                  <a:lnTo>
                    <a:pt x="0" y="3882"/>
                  </a:lnTo>
                  <a:lnTo>
                    <a:pt x="6931" y="3882"/>
                  </a:lnTo>
                  <a:lnTo>
                    <a:pt x="693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11" name="Google Shape;8911;p86"/>
            <p:cNvSpPr/>
            <p:nvPr/>
          </p:nvSpPr>
          <p:spPr>
            <a:xfrm>
              <a:off x="3265812" y="3065780"/>
              <a:ext cx="348057" cy="292266"/>
            </a:xfrm>
            <a:custGeom>
              <a:avLst/>
              <a:gdLst/>
              <a:ahLst/>
              <a:cxnLst/>
              <a:rect l="l" t="t" r="r" b="b"/>
              <a:pathLst>
                <a:path w="10693" h="8979" extrusionOk="0">
                  <a:moveTo>
                    <a:pt x="9454" y="1239"/>
                  </a:moveTo>
                  <a:lnTo>
                    <a:pt x="9454" y="6407"/>
                  </a:lnTo>
                  <a:lnTo>
                    <a:pt x="1238" y="6407"/>
                  </a:lnTo>
                  <a:lnTo>
                    <a:pt x="1238" y="1239"/>
                  </a:lnTo>
                  <a:close/>
                  <a:moveTo>
                    <a:pt x="0" y="1"/>
                  </a:moveTo>
                  <a:lnTo>
                    <a:pt x="0" y="7645"/>
                  </a:lnTo>
                  <a:lnTo>
                    <a:pt x="3358" y="7645"/>
                  </a:lnTo>
                  <a:lnTo>
                    <a:pt x="3358" y="8979"/>
                  </a:lnTo>
                  <a:lnTo>
                    <a:pt x="7359" y="8979"/>
                  </a:lnTo>
                  <a:lnTo>
                    <a:pt x="7359" y="7645"/>
                  </a:lnTo>
                  <a:lnTo>
                    <a:pt x="10693" y="7645"/>
                  </a:lnTo>
                  <a:lnTo>
                    <a:pt x="1069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12" name="Google Shape;8912;p86"/>
            <p:cNvSpPr/>
            <p:nvPr/>
          </p:nvSpPr>
          <p:spPr>
            <a:xfrm>
              <a:off x="3469679" y="3166557"/>
              <a:ext cx="21743" cy="48109"/>
            </a:xfrm>
            <a:custGeom>
              <a:avLst/>
              <a:gdLst/>
              <a:ahLst/>
              <a:cxnLst/>
              <a:rect l="l" t="t" r="r" b="b"/>
              <a:pathLst>
                <a:path w="668" h="1478" extrusionOk="0">
                  <a:moveTo>
                    <a:pt x="381" y="1"/>
                  </a:moveTo>
                  <a:lnTo>
                    <a:pt x="381" y="24"/>
                  </a:lnTo>
                  <a:lnTo>
                    <a:pt x="0" y="24"/>
                  </a:lnTo>
                  <a:lnTo>
                    <a:pt x="0" y="1477"/>
                  </a:lnTo>
                  <a:lnTo>
                    <a:pt x="381" y="1477"/>
                  </a:lnTo>
                  <a:cubicBezTo>
                    <a:pt x="548" y="1477"/>
                    <a:pt x="667" y="1334"/>
                    <a:pt x="667" y="1191"/>
                  </a:cubicBezTo>
                  <a:lnTo>
                    <a:pt x="667" y="310"/>
                  </a:lnTo>
                  <a:cubicBezTo>
                    <a:pt x="667" y="144"/>
                    <a:pt x="548" y="1"/>
                    <a:pt x="3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13" name="Google Shape;8913;p86"/>
          <p:cNvGrpSpPr/>
          <p:nvPr/>
        </p:nvGrpSpPr>
        <p:grpSpPr>
          <a:xfrm>
            <a:off x="1329615" y="3886662"/>
            <a:ext cx="466332" cy="389665"/>
            <a:chOff x="1006125" y="3065780"/>
            <a:chExt cx="348877" cy="291491"/>
          </a:xfrm>
          <a:solidFill>
            <a:schemeClr val="bg1"/>
          </a:solidFill>
        </p:grpSpPr>
        <p:sp>
          <p:nvSpPr>
            <p:cNvPr id="8914" name="Google Shape;8914;p86"/>
            <p:cNvSpPr/>
            <p:nvPr/>
          </p:nvSpPr>
          <p:spPr>
            <a:xfrm>
              <a:off x="1027055" y="3113857"/>
              <a:ext cx="307012" cy="176746"/>
            </a:xfrm>
            <a:custGeom>
              <a:avLst/>
              <a:gdLst/>
              <a:ahLst/>
              <a:cxnLst/>
              <a:rect l="l" t="t" r="r" b="b"/>
              <a:pathLst>
                <a:path w="9432" h="5430" extrusionOk="0">
                  <a:moveTo>
                    <a:pt x="1" y="0"/>
                  </a:moveTo>
                  <a:lnTo>
                    <a:pt x="1" y="5430"/>
                  </a:lnTo>
                  <a:lnTo>
                    <a:pt x="882" y="5430"/>
                  </a:lnTo>
                  <a:lnTo>
                    <a:pt x="882" y="5168"/>
                  </a:lnTo>
                  <a:cubicBezTo>
                    <a:pt x="882" y="4430"/>
                    <a:pt x="1287" y="3763"/>
                    <a:pt x="1930" y="3453"/>
                  </a:cubicBezTo>
                  <a:cubicBezTo>
                    <a:pt x="1739" y="3215"/>
                    <a:pt x="1620" y="2882"/>
                    <a:pt x="1644" y="2572"/>
                  </a:cubicBezTo>
                  <a:cubicBezTo>
                    <a:pt x="1682" y="1923"/>
                    <a:pt x="2225" y="1458"/>
                    <a:pt x="2831" y="1458"/>
                  </a:cubicBezTo>
                  <a:cubicBezTo>
                    <a:pt x="2982" y="1458"/>
                    <a:pt x="3136" y="1487"/>
                    <a:pt x="3287" y="1548"/>
                  </a:cubicBezTo>
                  <a:cubicBezTo>
                    <a:pt x="4049" y="1882"/>
                    <a:pt x="4264" y="2834"/>
                    <a:pt x="3716" y="3453"/>
                  </a:cubicBezTo>
                  <a:cubicBezTo>
                    <a:pt x="4359" y="3787"/>
                    <a:pt x="4764" y="4430"/>
                    <a:pt x="4764" y="5168"/>
                  </a:cubicBezTo>
                  <a:lnTo>
                    <a:pt x="4764" y="5430"/>
                  </a:lnTo>
                  <a:lnTo>
                    <a:pt x="9431" y="5430"/>
                  </a:lnTo>
                  <a:lnTo>
                    <a:pt x="9431" y="2263"/>
                  </a:lnTo>
                  <a:lnTo>
                    <a:pt x="7645" y="2263"/>
                  </a:lnTo>
                  <a:lnTo>
                    <a:pt x="5788" y="3477"/>
                  </a:lnTo>
                  <a:lnTo>
                    <a:pt x="5788" y="2263"/>
                  </a:lnTo>
                  <a:lnTo>
                    <a:pt x="5693" y="2263"/>
                  </a:lnTo>
                  <a:cubicBezTo>
                    <a:pt x="5192" y="2263"/>
                    <a:pt x="4788" y="1858"/>
                    <a:pt x="4788" y="1358"/>
                  </a:cubicBezTo>
                  <a:lnTo>
                    <a:pt x="478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15" name="Google Shape;8915;p86"/>
            <p:cNvSpPr/>
            <p:nvPr/>
          </p:nvSpPr>
          <p:spPr>
            <a:xfrm>
              <a:off x="1203026" y="3065780"/>
              <a:ext cx="151976" cy="123299"/>
            </a:xfrm>
            <a:custGeom>
              <a:avLst/>
              <a:gdLst/>
              <a:ahLst/>
              <a:cxnLst/>
              <a:rect l="l" t="t" r="r" b="b"/>
              <a:pathLst>
                <a:path w="4669" h="3788" extrusionOk="0">
                  <a:moveTo>
                    <a:pt x="1406" y="1168"/>
                  </a:moveTo>
                  <a:lnTo>
                    <a:pt x="1406" y="1763"/>
                  </a:lnTo>
                  <a:lnTo>
                    <a:pt x="763" y="1763"/>
                  </a:lnTo>
                  <a:lnTo>
                    <a:pt x="763" y="1168"/>
                  </a:lnTo>
                  <a:close/>
                  <a:moveTo>
                    <a:pt x="2644" y="1168"/>
                  </a:moveTo>
                  <a:lnTo>
                    <a:pt x="2644" y="1763"/>
                  </a:lnTo>
                  <a:lnTo>
                    <a:pt x="2025" y="1763"/>
                  </a:lnTo>
                  <a:lnTo>
                    <a:pt x="2025" y="1168"/>
                  </a:lnTo>
                  <a:close/>
                  <a:moveTo>
                    <a:pt x="3906" y="1168"/>
                  </a:moveTo>
                  <a:lnTo>
                    <a:pt x="3906" y="1763"/>
                  </a:lnTo>
                  <a:lnTo>
                    <a:pt x="3287" y="1763"/>
                  </a:lnTo>
                  <a:lnTo>
                    <a:pt x="3287" y="1168"/>
                  </a:lnTo>
                  <a:close/>
                  <a:moveTo>
                    <a:pt x="287" y="1"/>
                  </a:moveTo>
                  <a:cubicBezTo>
                    <a:pt x="120" y="1"/>
                    <a:pt x="1" y="120"/>
                    <a:pt x="1" y="287"/>
                  </a:cubicBezTo>
                  <a:lnTo>
                    <a:pt x="1" y="2835"/>
                  </a:lnTo>
                  <a:cubicBezTo>
                    <a:pt x="1" y="2978"/>
                    <a:pt x="120" y="3097"/>
                    <a:pt x="287" y="3097"/>
                  </a:cubicBezTo>
                  <a:lnTo>
                    <a:pt x="1001" y="3097"/>
                  </a:lnTo>
                  <a:lnTo>
                    <a:pt x="1001" y="3787"/>
                  </a:lnTo>
                  <a:lnTo>
                    <a:pt x="2025" y="3097"/>
                  </a:lnTo>
                  <a:lnTo>
                    <a:pt x="4383" y="3097"/>
                  </a:lnTo>
                  <a:cubicBezTo>
                    <a:pt x="4549" y="3097"/>
                    <a:pt x="4668" y="2978"/>
                    <a:pt x="4668" y="2835"/>
                  </a:cubicBezTo>
                  <a:lnTo>
                    <a:pt x="4668" y="287"/>
                  </a:lnTo>
                  <a:cubicBezTo>
                    <a:pt x="4668" y="120"/>
                    <a:pt x="4549" y="1"/>
                    <a:pt x="43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16" name="Google Shape;8916;p86"/>
            <p:cNvSpPr/>
            <p:nvPr/>
          </p:nvSpPr>
          <p:spPr>
            <a:xfrm>
              <a:off x="1006125" y="3310757"/>
              <a:ext cx="348871" cy="46514"/>
            </a:xfrm>
            <a:custGeom>
              <a:avLst/>
              <a:gdLst/>
              <a:ahLst/>
              <a:cxnLst/>
              <a:rect l="l" t="t" r="r" b="b"/>
              <a:pathLst>
                <a:path w="10718" h="1429" extrusionOk="0">
                  <a:moveTo>
                    <a:pt x="1" y="0"/>
                  </a:moveTo>
                  <a:lnTo>
                    <a:pt x="1" y="405"/>
                  </a:lnTo>
                  <a:cubicBezTo>
                    <a:pt x="1" y="977"/>
                    <a:pt x="453" y="1429"/>
                    <a:pt x="1025" y="1429"/>
                  </a:cubicBezTo>
                  <a:lnTo>
                    <a:pt x="9693" y="1429"/>
                  </a:lnTo>
                  <a:cubicBezTo>
                    <a:pt x="10241" y="1429"/>
                    <a:pt x="10717" y="977"/>
                    <a:pt x="10717" y="405"/>
                  </a:cubicBez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17" name="Google Shape;8917;p86"/>
            <p:cNvSpPr/>
            <p:nvPr/>
          </p:nvSpPr>
          <p:spPr>
            <a:xfrm>
              <a:off x="1075133" y="3237094"/>
              <a:ext cx="88015" cy="53512"/>
            </a:xfrm>
            <a:custGeom>
              <a:avLst/>
              <a:gdLst/>
              <a:ahLst/>
              <a:cxnLst/>
              <a:rect l="l" t="t" r="r" b="b"/>
              <a:pathLst>
                <a:path w="2704" h="1644" extrusionOk="0">
                  <a:moveTo>
                    <a:pt x="1362" y="1"/>
                  </a:moveTo>
                  <a:cubicBezTo>
                    <a:pt x="682" y="1"/>
                    <a:pt x="0" y="471"/>
                    <a:pt x="48" y="1406"/>
                  </a:cubicBezTo>
                  <a:lnTo>
                    <a:pt x="48" y="1644"/>
                  </a:lnTo>
                  <a:lnTo>
                    <a:pt x="2668" y="1644"/>
                  </a:lnTo>
                  <a:lnTo>
                    <a:pt x="2668" y="1382"/>
                  </a:lnTo>
                  <a:cubicBezTo>
                    <a:pt x="2703" y="459"/>
                    <a:pt x="2033" y="1"/>
                    <a:pt x="13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18" name="Google Shape;8918;p86"/>
            <p:cNvSpPr/>
            <p:nvPr/>
          </p:nvSpPr>
          <p:spPr>
            <a:xfrm>
              <a:off x="1094501" y="3181335"/>
              <a:ext cx="43454" cy="37205"/>
            </a:xfrm>
            <a:custGeom>
              <a:avLst/>
              <a:gdLst/>
              <a:ahLst/>
              <a:cxnLst/>
              <a:rect l="l" t="t" r="r" b="b"/>
              <a:pathLst>
                <a:path w="1335" h="1143" extrusionOk="0">
                  <a:moveTo>
                    <a:pt x="752" y="1"/>
                  </a:moveTo>
                  <a:cubicBezTo>
                    <a:pt x="613" y="1"/>
                    <a:pt x="472" y="52"/>
                    <a:pt x="358" y="166"/>
                  </a:cubicBezTo>
                  <a:cubicBezTo>
                    <a:pt x="1" y="523"/>
                    <a:pt x="263" y="1142"/>
                    <a:pt x="763" y="1142"/>
                  </a:cubicBezTo>
                  <a:cubicBezTo>
                    <a:pt x="1072" y="1142"/>
                    <a:pt x="1334" y="880"/>
                    <a:pt x="1334" y="571"/>
                  </a:cubicBezTo>
                  <a:cubicBezTo>
                    <a:pt x="1334" y="231"/>
                    <a:pt x="1048" y="1"/>
                    <a:pt x="75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19" name="Google Shape;8919;p86"/>
          <p:cNvGrpSpPr/>
          <p:nvPr/>
        </p:nvGrpSpPr>
        <p:grpSpPr>
          <a:xfrm>
            <a:off x="10396049" y="3103280"/>
            <a:ext cx="466336" cy="466333"/>
            <a:chOff x="7788994" y="2479767"/>
            <a:chExt cx="348880" cy="348843"/>
          </a:xfrm>
          <a:solidFill>
            <a:schemeClr val="bg1"/>
          </a:solidFill>
        </p:grpSpPr>
        <p:sp>
          <p:nvSpPr>
            <p:cNvPr id="8920" name="Google Shape;8920;p86"/>
            <p:cNvSpPr/>
            <p:nvPr/>
          </p:nvSpPr>
          <p:spPr>
            <a:xfrm>
              <a:off x="8109166" y="2698346"/>
              <a:ext cx="28709" cy="29490"/>
            </a:xfrm>
            <a:custGeom>
              <a:avLst/>
              <a:gdLst/>
              <a:ahLst/>
              <a:cxnLst/>
              <a:rect l="l" t="t" r="r" b="b"/>
              <a:pathLst>
                <a:path w="882" h="906" extrusionOk="0">
                  <a:moveTo>
                    <a:pt x="0" y="1"/>
                  </a:moveTo>
                  <a:lnTo>
                    <a:pt x="0" y="906"/>
                  </a:lnTo>
                  <a:lnTo>
                    <a:pt x="881" y="906"/>
                  </a:lnTo>
                  <a:lnTo>
                    <a:pt x="88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1" name="Google Shape;8921;p86"/>
            <p:cNvSpPr/>
            <p:nvPr/>
          </p:nvSpPr>
          <p:spPr>
            <a:xfrm>
              <a:off x="8024663" y="2698346"/>
              <a:ext cx="63603" cy="29490"/>
            </a:xfrm>
            <a:custGeom>
              <a:avLst/>
              <a:gdLst/>
              <a:ahLst/>
              <a:cxnLst/>
              <a:rect l="l" t="t" r="r" b="b"/>
              <a:pathLst>
                <a:path w="1954" h="906" extrusionOk="0">
                  <a:moveTo>
                    <a:pt x="0" y="1"/>
                  </a:moveTo>
                  <a:lnTo>
                    <a:pt x="1072" y="906"/>
                  </a:lnTo>
                  <a:lnTo>
                    <a:pt x="1953" y="906"/>
                  </a:lnTo>
                  <a:lnTo>
                    <a:pt x="19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2" name="Google Shape;8922;p86"/>
            <p:cNvSpPr/>
            <p:nvPr/>
          </p:nvSpPr>
          <p:spPr>
            <a:xfrm>
              <a:off x="8109166" y="2479767"/>
              <a:ext cx="28709" cy="29490"/>
            </a:xfrm>
            <a:custGeom>
              <a:avLst/>
              <a:gdLst/>
              <a:ahLst/>
              <a:cxnLst/>
              <a:rect l="l" t="t" r="r" b="b"/>
              <a:pathLst>
                <a:path w="882" h="906" extrusionOk="0">
                  <a:moveTo>
                    <a:pt x="0" y="0"/>
                  </a:moveTo>
                  <a:lnTo>
                    <a:pt x="0" y="905"/>
                  </a:lnTo>
                  <a:lnTo>
                    <a:pt x="881" y="905"/>
                  </a:lnTo>
                  <a:lnTo>
                    <a:pt x="8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3" name="Google Shape;8923;p86"/>
            <p:cNvSpPr/>
            <p:nvPr/>
          </p:nvSpPr>
          <p:spPr>
            <a:xfrm>
              <a:off x="8109166" y="2530156"/>
              <a:ext cx="28709" cy="148070"/>
            </a:xfrm>
            <a:custGeom>
              <a:avLst/>
              <a:gdLst/>
              <a:ahLst/>
              <a:cxnLst/>
              <a:rect l="l" t="t" r="r" b="b"/>
              <a:pathLst>
                <a:path w="882" h="4549" extrusionOk="0">
                  <a:moveTo>
                    <a:pt x="0" y="0"/>
                  </a:moveTo>
                  <a:lnTo>
                    <a:pt x="0" y="4549"/>
                  </a:lnTo>
                  <a:lnTo>
                    <a:pt x="881" y="4549"/>
                  </a:lnTo>
                  <a:lnTo>
                    <a:pt x="88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4" name="Google Shape;8924;p86"/>
            <p:cNvSpPr/>
            <p:nvPr/>
          </p:nvSpPr>
          <p:spPr>
            <a:xfrm>
              <a:off x="7968057" y="2678978"/>
              <a:ext cx="87625" cy="149632"/>
            </a:xfrm>
            <a:custGeom>
              <a:avLst/>
              <a:gdLst/>
              <a:ahLst/>
              <a:cxnLst/>
              <a:rect l="l" t="t" r="r" b="b"/>
              <a:pathLst>
                <a:path w="2692" h="4597" extrusionOk="0">
                  <a:moveTo>
                    <a:pt x="1" y="0"/>
                  </a:moveTo>
                  <a:lnTo>
                    <a:pt x="48" y="3477"/>
                  </a:lnTo>
                  <a:lnTo>
                    <a:pt x="1001" y="3025"/>
                  </a:lnTo>
                  <a:lnTo>
                    <a:pt x="1739" y="4597"/>
                  </a:lnTo>
                  <a:lnTo>
                    <a:pt x="2478" y="4239"/>
                  </a:lnTo>
                  <a:lnTo>
                    <a:pt x="1739" y="2668"/>
                  </a:lnTo>
                  <a:lnTo>
                    <a:pt x="2692" y="2215"/>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5" name="Google Shape;8925;p86"/>
            <p:cNvSpPr/>
            <p:nvPr/>
          </p:nvSpPr>
          <p:spPr>
            <a:xfrm>
              <a:off x="7788994" y="2698346"/>
              <a:ext cx="29490" cy="29490"/>
            </a:xfrm>
            <a:custGeom>
              <a:avLst/>
              <a:gdLst/>
              <a:ahLst/>
              <a:cxnLst/>
              <a:rect l="l" t="t" r="r" b="b"/>
              <a:pathLst>
                <a:path w="906" h="906" extrusionOk="0">
                  <a:moveTo>
                    <a:pt x="1" y="1"/>
                  </a:moveTo>
                  <a:lnTo>
                    <a:pt x="1" y="906"/>
                  </a:lnTo>
                  <a:lnTo>
                    <a:pt x="906" y="906"/>
                  </a:lnTo>
                  <a:lnTo>
                    <a:pt x="9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6" name="Google Shape;8926;p86"/>
            <p:cNvSpPr/>
            <p:nvPr/>
          </p:nvSpPr>
          <p:spPr>
            <a:xfrm>
              <a:off x="7839383" y="2530156"/>
              <a:ext cx="248877" cy="148070"/>
            </a:xfrm>
            <a:custGeom>
              <a:avLst/>
              <a:gdLst/>
              <a:ahLst/>
              <a:cxnLst/>
              <a:rect l="l" t="t" r="r" b="b"/>
              <a:pathLst>
                <a:path w="7646" h="4549" extrusionOk="0">
                  <a:moveTo>
                    <a:pt x="5692" y="881"/>
                  </a:moveTo>
                  <a:lnTo>
                    <a:pt x="5692" y="1500"/>
                  </a:lnTo>
                  <a:lnTo>
                    <a:pt x="2049" y="1500"/>
                  </a:lnTo>
                  <a:lnTo>
                    <a:pt x="2049" y="881"/>
                  </a:lnTo>
                  <a:close/>
                  <a:moveTo>
                    <a:pt x="6359" y="2167"/>
                  </a:moveTo>
                  <a:lnTo>
                    <a:pt x="6359" y="2786"/>
                  </a:lnTo>
                  <a:lnTo>
                    <a:pt x="1382" y="2786"/>
                  </a:lnTo>
                  <a:lnTo>
                    <a:pt x="1382" y="2167"/>
                  </a:lnTo>
                  <a:close/>
                  <a:moveTo>
                    <a:pt x="1" y="0"/>
                  </a:moveTo>
                  <a:lnTo>
                    <a:pt x="1" y="4549"/>
                  </a:lnTo>
                  <a:lnTo>
                    <a:pt x="3335" y="4549"/>
                  </a:lnTo>
                  <a:lnTo>
                    <a:pt x="3335" y="3239"/>
                  </a:lnTo>
                  <a:lnTo>
                    <a:pt x="4930" y="4549"/>
                  </a:lnTo>
                  <a:lnTo>
                    <a:pt x="7645" y="4549"/>
                  </a:lnTo>
                  <a:lnTo>
                    <a:pt x="76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7" name="Google Shape;8927;p86"/>
            <p:cNvSpPr/>
            <p:nvPr/>
          </p:nvSpPr>
          <p:spPr>
            <a:xfrm>
              <a:off x="7838602" y="2698346"/>
              <a:ext cx="109335" cy="29490"/>
            </a:xfrm>
            <a:custGeom>
              <a:avLst/>
              <a:gdLst/>
              <a:ahLst/>
              <a:cxnLst/>
              <a:rect l="l" t="t" r="r" b="b"/>
              <a:pathLst>
                <a:path w="3359" h="906" extrusionOk="0">
                  <a:moveTo>
                    <a:pt x="1" y="1"/>
                  </a:moveTo>
                  <a:lnTo>
                    <a:pt x="1" y="906"/>
                  </a:lnTo>
                  <a:lnTo>
                    <a:pt x="3359" y="906"/>
                  </a:lnTo>
                  <a:lnTo>
                    <a:pt x="33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8" name="Google Shape;8928;p86"/>
            <p:cNvSpPr/>
            <p:nvPr/>
          </p:nvSpPr>
          <p:spPr>
            <a:xfrm>
              <a:off x="7788994" y="2530156"/>
              <a:ext cx="29490" cy="148070"/>
            </a:xfrm>
            <a:custGeom>
              <a:avLst/>
              <a:gdLst/>
              <a:ahLst/>
              <a:cxnLst/>
              <a:rect l="l" t="t" r="r" b="b"/>
              <a:pathLst>
                <a:path w="906" h="4549" extrusionOk="0">
                  <a:moveTo>
                    <a:pt x="1" y="0"/>
                  </a:moveTo>
                  <a:lnTo>
                    <a:pt x="1" y="4549"/>
                  </a:lnTo>
                  <a:lnTo>
                    <a:pt x="906" y="4549"/>
                  </a:lnTo>
                  <a:lnTo>
                    <a:pt x="9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29" name="Google Shape;8929;p86"/>
            <p:cNvSpPr/>
            <p:nvPr/>
          </p:nvSpPr>
          <p:spPr>
            <a:xfrm>
              <a:off x="7788994" y="2479767"/>
              <a:ext cx="29490" cy="29490"/>
            </a:xfrm>
            <a:custGeom>
              <a:avLst/>
              <a:gdLst/>
              <a:ahLst/>
              <a:cxnLst/>
              <a:rect l="l" t="t" r="r" b="b"/>
              <a:pathLst>
                <a:path w="906" h="906" extrusionOk="0">
                  <a:moveTo>
                    <a:pt x="1" y="0"/>
                  </a:moveTo>
                  <a:lnTo>
                    <a:pt x="1" y="905"/>
                  </a:lnTo>
                  <a:lnTo>
                    <a:pt x="906" y="905"/>
                  </a:lnTo>
                  <a:lnTo>
                    <a:pt x="9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30" name="Google Shape;8930;p86"/>
            <p:cNvSpPr/>
            <p:nvPr/>
          </p:nvSpPr>
          <p:spPr>
            <a:xfrm>
              <a:off x="7839383" y="2479767"/>
              <a:ext cx="248877" cy="29490"/>
            </a:xfrm>
            <a:custGeom>
              <a:avLst/>
              <a:gdLst/>
              <a:ahLst/>
              <a:cxnLst/>
              <a:rect l="l" t="t" r="r" b="b"/>
              <a:pathLst>
                <a:path w="7646" h="906" extrusionOk="0">
                  <a:moveTo>
                    <a:pt x="1" y="0"/>
                  </a:moveTo>
                  <a:lnTo>
                    <a:pt x="1" y="905"/>
                  </a:lnTo>
                  <a:lnTo>
                    <a:pt x="7645" y="905"/>
                  </a:lnTo>
                  <a:lnTo>
                    <a:pt x="76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31" name="Google Shape;8931;p86"/>
          <p:cNvGrpSpPr/>
          <p:nvPr/>
        </p:nvGrpSpPr>
        <p:grpSpPr>
          <a:xfrm>
            <a:off x="9414818" y="3103280"/>
            <a:ext cx="413461" cy="465901"/>
            <a:chOff x="7054905" y="2479767"/>
            <a:chExt cx="309323" cy="348520"/>
          </a:xfrm>
          <a:solidFill>
            <a:schemeClr val="bg1"/>
          </a:solidFill>
        </p:grpSpPr>
        <p:sp>
          <p:nvSpPr>
            <p:cNvPr id="8932" name="Google Shape;8932;p86"/>
            <p:cNvSpPr/>
            <p:nvPr/>
          </p:nvSpPr>
          <p:spPr>
            <a:xfrm>
              <a:off x="7155683" y="2595258"/>
              <a:ext cx="105429" cy="105462"/>
            </a:xfrm>
            <a:custGeom>
              <a:avLst/>
              <a:gdLst/>
              <a:ahLst/>
              <a:cxnLst/>
              <a:rect l="l" t="t" r="r" b="b"/>
              <a:pathLst>
                <a:path w="3239" h="3240" extrusionOk="0">
                  <a:moveTo>
                    <a:pt x="1620" y="0"/>
                  </a:moveTo>
                  <a:cubicBezTo>
                    <a:pt x="715" y="0"/>
                    <a:pt x="0" y="715"/>
                    <a:pt x="0" y="1620"/>
                  </a:cubicBezTo>
                  <a:cubicBezTo>
                    <a:pt x="0" y="2525"/>
                    <a:pt x="715" y="3239"/>
                    <a:pt x="1620" y="3239"/>
                  </a:cubicBezTo>
                  <a:cubicBezTo>
                    <a:pt x="2525" y="3239"/>
                    <a:pt x="3239" y="2525"/>
                    <a:pt x="3239" y="1620"/>
                  </a:cubicBezTo>
                  <a:cubicBezTo>
                    <a:pt x="3239" y="715"/>
                    <a:pt x="2525" y="0"/>
                    <a:pt x="16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33" name="Google Shape;8933;p86"/>
            <p:cNvSpPr/>
            <p:nvPr/>
          </p:nvSpPr>
          <p:spPr>
            <a:xfrm>
              <a:off x="7199855" y="2492918"/>
              <a:ext cx="144978" cy="37270"/>
            </a:xfrm>
            <a:custGeom>
              <a:avLst/>
              <a:gdLst/>
              <a:ahLst/>
              <a:cxnLst/>
              <a:rect l="l" t="t" r="r" b="b"/>
              <a:pathLst>
                <a:path w="4454" h="1145" extrusionOk="0">
                  <a:moveTo>
                    <a:pt x="1" y="1"/>
                  </a:moveTo>
                  <a:lnTo>
                    <a:pt x="644" y="1144"/>
                  </a:lnTo>
                  <a:lnTo>
                    <a:pt x="4454" y="1144"/>
                  </a:lnTo>
                  <a:lnTo>
                    <a:pt x="44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34" name="Google Shape;8934;p86"/>
            <p:cNvSpPr/>
            <p:nvPr/>
          </p:nvSpPr>
          <p:spPr>
            <a:xfrm>
              <a:off x="7054905" y="2479767"/>
              <a:ext cx="309323" cy="288393"/>
            </a:xfrm>
            <a:custGeom>
              <a:avLst/>
              <a:gdLst/>
              <a:ahLst/>
              <a:cxnLst/>
              <a:rect l="l" t="t" r="r" b="b"/>
              <a:pathLst>
                <a:path w="9503" h="8860" extrusionOk="0">
                  <a:moveTo>
                    <a:pt x="0" y="0"/>
                  </a:moveTo>
                  <a:lnTo>
                    <a:pt x="0" y="8859"/>
                  </a:lnTo>
                  <a:lnTo>
                    <a:pt x="3644" y="8859"/>
                  </a:lnTo>
                  <a:lnTo>
                    <a:pt x="3644" y="8049"/>
                  </a:lnTo>
                  <a:lnTo>
                    <a:pt x="4406" y="8049"/>
                  </a:lnTo>
                  <a:lnTo>
                    <a:pt x="4406" y="7406"/>
                  </a:lnTo>
                  <a:cubicBezTo>
                    <a:pt x="3215" y="7240"/>
                    <a:pt x="2358" y="6192"/>
                    <a:pt x="2453" y="5001"/>
                  </a:cubicBezTo>
                  <a:cubicBezTo>
                    <a:pt x="2525" y="3810"/>
                    <a:pt x="3525" y="2905"/>
                    <a:pt x="4716" y="2905"/>
                  </a:cubicBezTo>
                  <a:cubicBezTo>
                    <a:pt x="5906" y="2905"/>
                    <a:pt x="6883" y="3810"/>
                    <a:pt x="6954" y="5001"/>
                  </a:cubicBezTo>
                  <a:cubicBezTo>
                    <a:pt x="7049" y="6192"/>
                    <a:pt x="6192" y="7240"/>
                    <a:pt x="5025" y="7406"/>
                  </a:cubicBezTo>
                  <a:lnTo>
                    <a:pt x="5025" y="8049"/>
                  </a:lnTo>
                  <a:lnTo>
                    <a:pt x="5763" y="8049"/>
                  </a:lnTo>
                  <a:lnTo>
                    <a:pt x="5763" y="8859"/>
                  </a:lnTo>
                  <a:lnTo>
                    <a:pt x="9502" y="8859"/>
                  </a:lnTo>
                  <a:lnTo>
                    <a:pt x="9502" y="2167"/>
                  </a:lnTo>
                  <a:lnTo>
                    <a:pt x="4763" y="2167"/>
                  </a:lnTo>
                  <a:lnTo>
                    <a:pt x="35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35" name="Google Shape;8935;p86"/>
            <p:cNvSpPr/>
            <p:nvPr/>
          </p:nvSpPr>
          <p:spPr>
            <a:xfrm>
              <a:off x="7194419" y="2761918"/>
              <a:ext cx="28742" cy="66369"/>
            </a:xfrm>
            <a:custGeom>
              <a:avLst/>
              <a:gdLst/>
              <a:ahLst/>
              <a:cxnLst/>
              <a:rect l="l" t="t" r="r" b="b"/>
              <a:pathLst>
                <a:path w="883" h="2039" extrusionOk="0">
                  <a:moveTo>
                    <a:pt x="1" y="1"/>
                  </a:moveTo>
                  <a:lnTo>
                    <a:pt x="1" y="1596"/>
                  </a:lnTo>
                  <a:cubicBezTo>
                    <a:pt x="1" y="1844"/>
                    <a:pt x="199" y="2039"/>
                    <a:pt x="422" y="2039"/>
                  </a:cubicBezTo>
                  <a:cubicBezTo>
                    <a:pt x="456" y="2039"/>
                    <a:pt x="490" y="2034"/>
                    <a:pt x="525" y="2025"/>
                  </a:cubicBezTo>
                  <a:cubicBezTo>
                    <a:pt x="739" y="1977"/>
                    <a:pt x="882" y="1810"/>
                    <a:pt x="882" y="1596"/>
                  </a:cubicBezTo>
                  <a:lnTo>
                    <a:pt x="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36" name="Google Shape;8936;p86"/>
          <p:cNvGrpSpPr/>
          <p:nvPr/>
        </p:nvGrpSpPr>
        <p:grpSpPr>
          <a:xfrm>
            <a:off x="8431496" y="3103281"/>
            <a:ext cx="365776" cy="466335"/>
            <a:chOff x="6319254" y="2479767"/>
            <a:chExt cx="273648" cy="348844"/>
          </a:xfrm>
          <a:solidFill>
            <a:schemeClr val="bg1"/>
          </a:solidFill>
        </p:grpSpPr>
        <p:sp>
          <p:nvSpPr>
            <p:cNvPr id="8937" name="Google Shape;8937;p86"/>
            <p:cNvSpPr/>
            <p:nvPr/>
          </p:nvSpPr>
          <p:spPr>
            <a:xfrm>
              <a:off x="6319254" y="2479767"/>
              <a:ext cx="273648" cy="260465"/>
            </a:xfrm>
            <a:custGeom>
              <a:avLst/>
              <a:gdLst/>
              <a:ahLst/>
              <a:cxnLst/>
              <a:rect l="l" t="t" r="r" b="b"/>
              <a:pathLst>
                <a:path w="8407" h="8002" extrusionOk="0">
                  <a:moveTo>
                    <a:pt x="4227" y="1237"/>
                  </a:moveTo>
                  <a:cubicBezTo>
                    <a:pt x="4906" y="1237"/>
                    <a:pt x="5600" y="1488"/>
                    <a:pt x="6168" y="2048"/>
                  </a:cubicBezTo>
                  <a:cubicBezTo>
                    <a:pt x="7907" y="3787"/>
                    <a:pt x="6668" y="6763"/>
                    <a:pt x="4192" y="6763"/>
                  </a:cubicBezTo>
                  <a:cubicBezTo>
                    <a:pt x="2668" y="6763"/>
                    <a:pt x="1453" y="5525"/>
                    <a:pt x="1453" y="4025"/>
                  </a:cubicBezTo>
                  <a:cubicBezTo>
                    <a:pt x="1437" y="2346"/>
                    <a:pt x="2799" y="1237"/>
                    <a:pt x="4227" y="1237"/>
                  </a:cubicBezTo>
                  <a:close/>
                  <a:moveTo>
                    <a:pt x="2906" y="0"/>
                  </a:moveTo>
                  <a:lnTo>
                    <a:pt x="2120" y="1119"/>
                  </a:lnTo>
                  <a:lnTo>
                    <a:pt x="810" y="1524"/>
                  </a:lnTo>
                  <a:lnTo>
                    <a:pt x="810" y="2905"/>
                  </a:lnTo>
                  <a:lnTo>
                    <a:pt x="0" y="4001"/>
                  </a:lnTo>
                  <a:lnTo>
                    <a:pt x="810" y="5096"/>
                  </a:lnTo>
                  <a:lnTo>
                    <a:pt x="786" y="6478"/>
                  </a:lnTo>
                  <a:lnTo>
                    <a:pt x="2096" y="6882"/>
                  </a:lnTo>
                  <a:lnTo>
                    <a:pt x="2906" y="8002"/>
                  </a:lnTo>
                  <a:lnTo>
                    <a:pt x="4192" y="7549"/>
                  </a:lnTo>
                  <a:lnTo>
                    <a:pt x="5502" y="8002"/>
                  </a:lnTo>
                  <a:lnTo>
                    <a:pt x="6287" y="6882"/>
                  </a:lnTo>
                  <a:lnTo>
                    <a:pt x="7597" y="6478"/>
                  </a:lnTo>
                  <a:lnTo>
                    <a:pt x="7597" y="5096"/>
                  </a:lnTo>
                  <a:lnTo>
                    <a:pt x="8407" y="4001"/>
                  </a:lnTo>
                  <a:lnTo>
                    <a:pt x="7597" y="2905"/>
                  </a:lnTo>
                  <a:lnTo>
                    <a:pt x="7621" y="1524"/>
                  </a:lnTo>
                  <a:lnTo>
                    <a:pt x="6311" y="1119"/>
                  </a:lnTo>
                  <a:lnTo>
                    <a:pt x="5502" y="0"/>
                  </a:lnTo>
                  <a:lnTo>
                    <a:pt x="4216" y="453"/>
                  </a:lnTo>
                  <a:lnTo>
                    <a:pt x="29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38" name="Google Shape;8938;p86"/>
            <p:cNvSpPr/>
            <p:nvPr/>
          </p:nvSpPr>
          <p:spPr>
            <a:xfrm>
              <a:off x="6378171" y="2725493"/>
              <a:ext cx="65133" cy="103118"/>
            </a:xfrm>
            <a:custGeom>
              <a:avLst/>
              <a:gdLst/>
              <a:ahLst/>
              <a:cxnLst/>
              <a:rect l="l" t="t" r="r" b="b"/>
              <a:pathLst>
                <a:path w="2001" h="3168" extrusionOk="0">
                  <a:moveTo>
                    <a:pt x="0" y="0"/>
                  </a:moveTo>
                  <a:lnTo>
                    <a:pt x="0" y="3168"/>
                  </a:lnTo>
                  <a:lnTo>
                    <a:pt x="1001" y="2763"/>
                  </a:lnTo>
                  <a:lnTo>
                    <a:pt x="2001" y="3168"/>
                  </a:lnTo>
                  <a:lnTo>
                    <a:pt x="2001" y="810"/>
                  </a:lnTo>
                  <a:lnTo>
                    <a:pt x="858" y="1191"/>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39" name="Google Shape;8939;p86"/>
            <p:cNvSpPr/>
            <p:nvPr/>
          </p:nvSpPr>
          <p:spPr>
            <a:xfrm>
              <a:off x="6363426" y="2540214"/>
              <a:ext cx="162066" cy="139444"/>
            </a:xfrm>
            <a:custGeom>
              <a:avLst/>
              <a:gdLst/>
              <a:ahLst/>
              <a:cxnLst/>
              <a:rect l="l" t="t" r="r" b="b"/>
              <a:pathLst>
                <a:path w="4979" h="4284" extrusionOk="0">
                  <a:moveTo>
                    <a:pt x="3144" y="715"/>
                  </a:moveTo>
                  <a:lnTo>
                    <a:pt x="3144" y="2858"/>
                  </a:lnTo>
                  <a:lnTo>
                    <a:pt x="3621" y="2858"/>
                  </a:lnTo>
                  <a:lnTo>
                    <a:pt x="3621" y="3478"/>
                  </a:lnTo>
                  <a:lnTo>
                    <a:pt x="2073" y="3478"/>
                  </a:lnTo>
                  <a:lnTo>
                    <a:pt x="2073" y="2858"/>
                  </a:lnTo>
                  <a:lnTo>
                    <a:pt x="2525" y="2858"/>
                  </a:lnTo>
                  <a:lnTo>
                    <a:pt x="2525" y="1525"/>
                  </a:lnTo>
                  <a:lnTo>
                    <a:pt x="2144" y="1715"/>
                  </a:lnTo>
                  <a:lnTo>
                    <a:pt x="1858" y="1168"/>
                  </a:lnTo>
                  <a:lnTo>
                    <a:pt x="2692" y="715"/>
                  </a:lnTo>
                  <a:close/>
                  <a:moveTo>
                    <a:pt x="2835" y="1"/>
                  </a:moveTo>
                  <a:cubicBezTo>
                    <a:pt x="953" y="1"/>
                    <a:pt x="1" y="2311"/>
                    <a:pt x="1334" y="3644"/>
                  </a:cubicBezTo>
                  <a:cubicBezTo>
                    <a:pt x="1769" y="4086"/>
                    <a:pt x="2306" y="4283"/>
                    <a:pt x="2834" y="4283"/>
                  </a:cubicBezTo>
                  <a:cubicBezTo>
                    <a:pt x="3927" y="4283"/>
                    <a:pt x="4978" y="3437"/>
                    <a:pt x="4978" y="2168"/>
                  </a:cubicBezTo>
                  <a:cubicBezTo>
                    <a:pt x="4978" y="977"/>
                    <a:pt x="4025" y="1"/>
                    <a:pt x="28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40" name="Google Shape;8940;p86"/>
            <p:cNvSpPr/>
            <p:nvPr/>
          </p:nvSpPr>
          <p:spPr>
            <a:xfrm>
              <a:off x="6468858" y="2725493"/>
              <a:ext cx="65133" cy="103118"/>
            </a:xfrm>
            <a:custGeom>
              <a:avLst/>
              <a:gdLst/>
              <a:ahLst/>
              <a:cxnLst/>
              <a:rect l="l" t="t" r="r" b="b"/>
              <a:pathLst>
                <a:path w="2001" h="3168" extrusionOk="0">
                  <a:moveTo>
                    <a:pt x="2001" y="0"/>
                  </a:moveTo>
                  <a:lnTo>
                    <a:pt x="1144" y="1191"/>
                  </a:lnTo>
                  <a:lnTo>
                    <a:pt x="1" y="810"/>
                  </a:lnTo>
                  <a:lnTo>
                    <a:pt x="1" y="3168"/>
                  </a:lnTo>
                  <a:lnTo>
                    <a:pt x="1001" y="2763"/>
                  </a:lnTo>
                  <a:lnTo>
                    <a:pt x="2001" y="3168"/>
                  </a:lnTo>
                  <a:lnTo>
                    <a:pt x="2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41" name="Google Shape;8941;p86"/>
          <p:cNvGrpSpPr/>
          <p:nvPr/>
        </p:nvGrpSpPr>
        <p:grpSpPr>
          <a:xfrm>
            <a:off x="7373556" y="3103281"/>
            <a:ext cx="466331" cy="466337"/>
            <a:chOff x="5527778" y="2479767"/>
            <a:chExt cx="348876" cy="348846"/>
          </a:xfrm>
          <a:solidFill>
            <a:schemeClr val="bg1"/>
          </a:solidFill>
        </p:grpSpPr>
        <p:sp>
          <p:nvSpPr>
            <p:cNvPr id="8942" name="Google Shape;8942;p86"/>
            <p:cNvSpPr/>
            <p:nvPr/>
          </p:nvSpPr>
          <p:spPr>
            <a:xfrm>
              <a:off x="5599097" y="2546431"/>
              <a:ext cx="50420" cy="171343"/>
            </a:xfrm>
            <a:custGeom>
              <a:avLst/>
              <a:gdLst/>
              <a:ahLst/>
              <a:cxnLst/>
              <a:rect l="l" t="t" r="r" b="b"/>
              <a:pathLst>
                <a:path w="1549" h="5264" extrusionOk="0">
                  <a:moveTo>
                    <a:pt x="1" y="0"/>
                  </a:moveTo>
                  <a:lnTo>
                    <a:pt x="1" y="5263"/>
                  </a:lnTo>
                  <a:lnTo>
                    <a:pt x="1549" y="5263"/>
                  </a:lnTo>
                  <a:lnTo>
                    <a:pt x="15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43" name="Google Shape;8943;p86"/>
            <p:cNvSpPr/>
            <p:nvPr/>
          </p:nvSpPr>
          <p:spPr>
            <a:xfrm>
              <a:off x="5527778" y="2479767"/>
              <a:ext cx="121737" cy="46514"/>
            </a:xfrm>
            <a:custGeom>
              <a:avLst/>
              <a:gdLst/>
              <a:ahLst/>
              <a:cxnLst/>
              <a:rect l="l" t="t" r="r" b="b"/>
              <a:pathLst>
                <a:path w="3740" h="1429" extrusionOk="0">
                  <a:moveTo>
                    <a:pt x="1" y="0"/>
                  </a:moveTo>
                  <a:lnTo>
                    <a:pt x="1" y="1429"/>
                  </a:lnTo>
                  <a:lnTo>
                    <a:pt x="3740" y="1429"/>
                  </a:lnTo>
                  <a:lnTo>
                    <a:pt x="374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44" name="Google Shape;8944;p86"/>
            <p:cNvSpPr/>
            <p:nvPr/>
          </p:nvSpPr>
          <p:spPr>
            <a:xfrm>
              <a:off x="5565764" y="2792939"/>
              <a:ext cx="45765" cy="35675"/>
            </a:xfrm>
            <a:custGeom>
              <a:avLst/>
              <a:gdLst/>
              <a:ahLst/>
              <a:cxnLst/>
              <a:rect l="l" t="t" r="r" b="b"/>
              <a:pathLst>
                <a:path w="1406" h="1096" extrusionOk="0">
                  <a:moveTo>
                    <a:pt x="1" y="0"/>
                  </a:moveTo>
                  <a:lnTo>
                    <a:pt x="691" y="1096"/>
                  </a:lnTo>
                  <a:lnTo>
                    <a:pt x="1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45" name="Google Shape;8945;p86"/>
            <p:cNvSpPr/>
            <p:nvPr/>
          </p:nvSpPr>
          <p:spPr>
            <a:xfrm>
              <a:off x="5527778" y="2546431"/>
              <a:ext cx="50420" cy="171343"/>
            </a:xfrm>
            <a:custGeom>
              <a:avLst/>
              <a:gdLst/>
              <a:ahLst/>
              <a:cxnLst/>
              <a:rect l="l" t="t" r="r" b="b"/>
              <a:pathLst>
                <a:path w="1549" h="5264" extrusionOk="0">
                  <a:moveTo>
                    <a:pt x="1" y="0"/>
                  </a:moveTo>
                  <a:lnTo>
                    <a:pt x="1" y="5263"/>
                  </a:lnTo>
                  <a:lnTo>
                    <a:pt x="1549" y="5263"/>
                  </a:lnTo>
                  <a:lnTo>
                    <a:pt x="154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46" name="Google Shape;8946;p86"/>
            <p:cNvSpPr/>
            <p:nvPr/>
          </p:nvSpPr>
          <p:spPr>
            <a:xfrm>
              <a:off x="5529340" y="2737895"/>
              <a:ext cx="118645" cy="34894"/>
            </a:xfrm>
            <a:custGeom>
              <a:avLst/>
              <a:gdLst/>
              <a:ahLst/>
              <a:cxnLst/>
              <a:rect l="l" t="t" r="r" b="b"/>
              <a:pathLst>
                <a:path w="3645" h="1072" extrusionOk="0">
                  <a:moveTo>
                    <a:pt x="0" y="0"/>
                  </a:moveTo>
                  <a:lnTo>
                    <a:pt x="715" y="1072"/>
                  </a:lnTo>
                  <a:lnTo>
                    <a:pt x="2930" y="1072"/>
                  </a:lnTo>
                  <a:lnTo>
                    <a:pt x="36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47" name="Google Shape;8947;p86"/>
            <p:cNvSpPr/>
            <p:nvPr/>
          </p:nvSpPr>
          <p:spPr>
            <a:xfrm>
              <a:off x="5688254" y="2515411"/>
              <a:ext cx="188399" cy="178309"/>
            </a:xfrm>
            <a:custGeom>
              <a:avLst/>
              <a:gdLst/>
              <a:ahLst/>
              <a:cxnLst/>
              <a:rect l="l" t="t" r="r" b="b"/>
              <a:pathLst>
                <a:path w="5788" h="5478" extrusionOk="0">
                  <a:moveTo>
                    <a:pt x="1953" y="1739"/>
                  </a:moveTo>
                  <a:lnTo>
                    <a:pt x="1953" y="2382"/>
                  </a:lnTo>
                  <a:lnTo>
                    <a:pt x="1334" y="2382"/>
                  </a:lnTo>
                  <a:lnTo>
                    <a:pt x="1334" y="1739"/>
                  </a:lnTo>
                  <a:close/>
                  <a:moveTo>
                    <a:pt x="3192" y="1739"/>
                  </a:moveTo>
                  <a:lnTo>
                    <a:pt x="3192" y="2382"/>
                  </a:lnTo>
                  <a:lnTo>
                    <a:pt x="2572" y="2382"/>
                  </a:lnTo>
                  <a:lnTo>
                    <a:pt x="2572" y="1739"/>
                  </a:lnTo>
                  <a:close/>
                  <a:moveTo>
                    <a:pt x="4430" y="1739"/>
                  </a:moveTo>
                  <a:lnTo>
                    <a:pt x="4454" y="2382"/>
                  </a:lnTo>
                  <a:lnTo>
                    <a:pt x="3811" y="2382"/>
                  </a:lnTo>
                  <a:lnTo>
                    <a:pt x="3811" y="1739"/>
                  </a:lnTo>
                  <a:close/>
                  <a:moveTo>
                    <a:pt x="4906" y="1"/>
                  </a:moveTo>
                  <a:lnTo>
                    <a:pt x="4906" y="24"/>
                  </a:lnTo>
                  <a:lnTo>
                    <a:pt x="882" y="24"/>
                  </a:lnTo>
                  <a:cubicBezTo>
                    <a:pt x="381" y="24"/>
                    <a:pt x="0" y="405"/>
                    <a:pt x="0" y="906"/>
                  </a:cubicBezTo>
                  <a:lnTo>
                    <a:pt x="0" y="3382"/>
                  </a:lnTo>
                  <a:cubicBezTo>
                    <a:pt x="0" y="3859"/>
                    <a:pt x="381" y="4263"/>
                    <a:pt x="882" y="4263"/>
                  </a:cubicBezTo>
                  <a:lnTo>
                    <a:pt x="977" y="4263"/>
                  </a:lnTo>
                  <a:lnTo>
                    <a:pt x="977" y="5478"/>
                  </a:lnTo>
                  <a:lnTo>
                    <a:pt x="2787" y="4263"/>
                  </a:lnTo>
                  <a:lnTo>
                    <a:pt x="4906" y="4263"/>
                  </a:lnTo>
                  <a:cubicBezTo>
                    <a:pt x="5382" y="4263"/>
                    <a:pt x="5787" y="3859"/>
                    <a:pt x="5787" y="3382"/>
                  </a:cubicBezTo>
                  <a:lnTo>
                    <a:pt x="5787" y="906"/>
                  </a:lnTo>
                  <a:cubicBezTo>
                    <a:pt x="5787" y="405"/>
                    <a:pt x="5382" y="1"/>
                    <a:pt x="49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48" name="Google Shape;8948;p86"/>
          <p:cNvGrpSpPr/>
          <p:nvPr/>
        </p:nvGrpSpPr>
        <p:grpSpPr>
          <a:xfrm>
            <a:off x="6366436" y="3103280"/>
            <a:ext cx="466288" cy="466336"/>
            <a:chOff x="4774321" y="2479767"/>
            <a:chExt cx="348844" cy="348845"/>
          </a:xfrm>
          <a:solidFill>
            <a:schemeClr val="bg1"/>
          </a:solidFill>
        </p:grpSpPr>
        <p:sp>
          <p:nvSpPr>
            <p:cNvPr id="8949" name="Google Shape;8949;p86"/>
            <p:cNvSpPr/>
            <p:nvPr/>
          </p:nvSpPr>
          <p:spPr>
            <a:xfrm>
              <a:off x="4958787" y="2479767"/>
              <a:ext cx="164378" cy="227915"/>
            </a:xfrm>
            <a:custGeom>
              <a:avLst/>
              <a:gdLst/>
              <a:ahLst/>
              <a:cxnLst/>
              <a:rect l="l" t="t" r="r" b="b"/>
              <a:pathLst>
                <a:path w="5050" h="7002" extrusionOk="0">
                  <a:moveTo>
                    <a:pt x="3883" y="1405"/>
                  </a:moveTo>
                  <a:lnTo>
                    <a:pt x="3883" y="2024"/>
                  </a:lnTo>
                  <a:lnTo>
                    <a:pt x="1192" y="2024"/>
                  </a:lnTo>
                  <a:lnTo>
                    <a:pt x="1192" y="1405"/>
                  </a:lnTo>
                  <a:close/>
                  <a:moveTo>
                    <a:pt x="3883" y="2834"/>
                  </a:moveTo>
                  <a:lnTo>
                    <a:pt x="3883" y="3429"/>
                  </a:lnTo>
                  <a:lnTo>
                    <a:pt x="1192" y="3429"/>
                  </a:lnTo>
                  <a:lnTo>
                    <a:pt x="1192" y="2834"/>
                  </a:lnTo>
                  <a:close/>
                  <a:moveTo>
                    <a:pt x="3883" y="4239"/>
                  </a:moveTo>
                  <a:lnTo>
                    <a:pt x="3883" y="4858"/>
                  </a:lnTo>
                  <a:lnTo>
                    <a:pt x="1192" y="4858"/>
                  </a:lnTo>
                  <a:lnTo>
                    <a:pt x="1192" y="4239"/>
                  </a:lnTo>
                  <a:close/>
                  <a:moveTo>
                    <a:pt x="1597" y="0"/>
                  </a:moveTo>
                  <a:cubicBezTo>
                    <a:pt x="715" y="0"/>
                    <a:pt x="1" y="715"/>
                    <a:pt x="1" y="1596"/>
                  </a:cubicBezTo>
                  <a:lnTo>
                    <a:pt x="1" y="7002"/>
                  </a:lnTo>
                  <a:cubicBezTo>
                    <a:pt x="430" y="6549"/>
                    <a:pt x="1001" y="6311"/>
                    <a:pt x="1597" y="6311"/>
                  </a:cubicBezTo>
                  <a:lnTo>
                    <a:pt x="5050" y="6311"/>
                  </a:lnTo>
                  <a:lnTo>
                    <a:pt x="50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0" name="Google Shape;8950;p86"/>
            <p:cNvSpPr/>
            <p:nvPr/>
          </p:nvSpPr>
          <p:spPr>
            <a:xfrm>
              <a:off x="4774321" y="2479767"/>
              <a:ext cx="164345" cy="227134"/>
            </a:xfrm>
            <a:custGeom>
              <a:avLst/>
              <a:gdLst/>
              <a:ahLst/>
              <a:cxnLst/>
              <a:rect l="l" t="t" r="r" b="b"/>
              <a:pathLst>
                <a:path w="5049" h="6978" extrusionOk="0">
                  <a:moveTo>
                    <a:pt x="3882" y="1405"/>
                  </a:moveTo>
                  <a:lnTo>
                    <a:pt x="3882" y="2024"/>
                  </a:lnTo>
                  <a:lnTo>
                    <a:pt x="1191" y="2024"/>
                  </a:lnTo>
                  <a:lnTo>
                    <a:pt x="1191" y="1405"/>
                  </a:lnTo>
                  <a:close/>
                  <a:moveTo>
                    <a:pt x="3882" y="2834"/>
                  </a:moveTo>
                  <a:lnTo>
                    <a:pt x="3882" y="3429"/>
                  </a:lnTo>
                  <a:lnTo>
                    <a:pt x="1191" y="3429"/>
                  </a:lnTo>
                  <a:lnTo>
                    <a:pt x="1191" y="2834"/>
                  </a:lnTo>
                  <a:close/>
                  <a:moveTo>
                    <a:pt x="3882" y="4239"/>
                  </a:moveTo>
                  <a:lnTo>
                    <a:pt x="3882" y="4858"/>
                  </a:lnTo>
                  <a:lnTo>
                    <a:pt x="1191" y="4858"/>
                  </a:lnTo>
                  <a:lnTo>
                    <a:pt x="1191" y="4239"/>
                  </a:lnTo>
                  <a:close/>
                  <a:moveTo>
                    <a:pt x="0" y="0"/>
                  </a:moveTo>
                  <a:lnTo>
                    <a:pt x="0" y="6287"/>
                  </a:lnTo>
                  <a:lnTo>
                    <a:pt x="3453" y="6287"/>
                  </a:lnTo>
                  <a:cubicBezTo>
                    <a:pt x="4049" y="6311"/>
                    <a:pt x="4620" y="6549"/>
                    <a:pt x="5049" y="6978"/>
                  </a:cubicBezTo>
                  <a:lnTo>
                    <a:pt x="5049" y="1596"/>
                  </a:lnTo>
                  <a:cubicBezTo>
                    <a:pt x="5049" y="715"/>
                    <a:pt x="4334" y="0"/>
                    <a:pt x="34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1" name="Google Shape;8951;p86"/>
            <p:cNvSpPr/>
            <p:nvPr/>
          </p:nvSpPr>
          <p:spPr>
            <a:xfrm>
              <a:off x="4961131" y="2705345"/>
              <a:ext cx="162034" cy="41892"/>
            </a:xfrm>
            <a:custGeom>
              <a:avLst/>
              <a:gdLst/>
              <a:ahLst/>
              <a:cxnLst/>
              <a:rect l="l" t="t" r="r" b="b"/>
              <a:pathLst>
                <a:path w="4978" h="1287" extrusionOk="0">
                  <a:moveTo>
                    <a:pt x="1548" y="0"/>
                  </a:moveTo>
                  <a:cubicBezTo>
                    <a:pt x="786" y="0"/>
                    <a:pt x="143" y="524"/>
                    <a:pt x="0" y="1286"/>
                  </a:cubicBezTo>
                  <a:lnTo>
                    <a:pt x="4978" y="1286"/>
                  </a:lnTo>
                  <a:lnTo>
                    <a:pt x="497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2" name="Google Shape;8952;p86"/>
            <p:cNvSpPr/>
            <p:nvPr/>
          </p:nvSpPr>
          <p:spPr>
            <a:xfrm>
              <a:off x="4774321" y="2705345"/>
              <a:ext cx="162034" cy="41892"/>
            </a:xfrm>
            <a:custGeom>
              <a:avLst/>
              <a:gdLst/>
              <a:ahLst/>
              <a:cxnLst/>
              <a:rect l="l" t="t" r="r" b="b"/>
              <a:pathLst>
                <a:path w="4978" h="1287" extrusionOk="0">
                  <a:moveTo>
                    <a:pt x="0" y="0"/>
                  </a:moveTo>
                  <a:lnTo>
                    <a:pt x="0" y="1286"/>
                  </a:lnTo>
                  <a:lnTo>
                    <a:pt x="4977" y="1286"/>
                  </a:lnTo>
                  <a:cubicBezTo>
                    <a:pt x="4834" y="524"/>
                    <a:pt x="4191" y="0"/>
                    <a:pt x="34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3" name="Google Shape;8953;p86"/>
            <p:cNvSpPr/>
            <p:nvPr/>
          </p:nvSpPr>
          <p:spPr>
            <a:xfrm>
              <a:off x="4847951" y="2767354"/>
              <a:ext cx="201582" cy="61259"/>
            </a:xfrm>
            <a:custGeom>
              <a:avLst/>
              <a:gdLst/>
              <a:ahLst/>
              <a:cxnLst/>
              <a:rect l="l" t="t" r="r" b="b"/>
              <a:pathLst>
                <a:path w="6193" h="1882" extrusionOk="0">
                  <a:moveTo>
                    <a:pt x="1739" y="0"/>
                  </a:moveTo>
                  <a:lnTo>
                    <a:pt x="1739" y="619"/>
                  </a:lnTo>
                  <a:cubicBezTo>
                    <a:pt x="1739" y="977"/>
                    <a:pt x="1453" y="1262"/>
                    <a:pt x="1120" y="1262"/>
                  </a:cubicBezTo>
                  <a:lnTo>
                    <a:pt x="1" y="1262"/>
                  </a:lnTo>
                  <a:lnTo>
                    <a:pt x="1" y="1882"/>
                  </a:lnTo>
                  <a:lnTo>
                    <a:pt x="6192" y="1882"/>
                  </a:lnTo>
                  <a:lnTo>
                    <a:pt x="6192" y="1239"/>
                  </a:lnTo>
                  <a:lnTo>
                    <a:pt x="5073" y="1239"/>
                  </a:lnTo>
                  <a:cubicBezTo>
                    <a:pt x="5059" y="1240"/>
                    <a:pt x="5045" y="1240"/>
                    <a:pt x="5031" y="1240"/>
                  </a:cubicBezTo>
                  <a:cubicBezTo>
                    <a:pt x="4694" y="1240"/>
                    <a:pt x="4430" y="963"/>
                    <a:pt x="4430" y="619"/>
                  </a:cubicBezTo>
                  <a:lnTo>
                    <a:pt x="4430" y="477"/>
                  </a:lnTo>
                  <a:lnTo>
                    <a:pt x="44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54" name="Google Shape;8954;p86"/>
          <p:cNvGrpSpPr/>
          <p:nvPr/>
        </p:nvGrpSpPr>
        <p:grpSpPr>
          <a:xfrm>
            <a:off x="5359273" y="3168551"/>
            <a:ext cx="466292" cy="335795"/>
            <a:chOff x="4020831" y="2528594"/>
            <a:chExt cx="348847" cy="251193"/>
          </a:xfrm>
          <a:solidFill>
            <a:schemeClr val="bg1"/>
          </a:solidFill>
        </p:grpSpPr>
        <p:sp>
          <p:nvSpPr>
            <p:cNvPr id="8955" name="Google Shape;8955;p86"/>
            <p:cNvSpPr/>
            <p:nvPr/>
          </p:nvSpPr>
          <p:spPr>
            <a:xfrm>
              <a:off x="4169654" y="2596820"/>
              <a:ext cx="40362" cy="46514"/>
            </a:xfrm>
            <a:custGeom>
              <a:avLst/>
              <a:gdLst/>
              <a:ahLst/>
              <a:cxnLst/>
              <a:rect l="l" t="t" r="r" b="b"/>
              <a:pathLst>
                <a:path w="1240" h="1429" extrusionOk="0">
                  <a:moveTo>
                    <a:pt x="1" y="0"/>
                  </a:moveTo>
                  <a:lnTo>
                    <a:pt x="1" y="1429"/>
                  </a:lnTo>
                  <a:lnTo>
                    <a:pt x="1239" y="715"/>
                  </a:ln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6" name="Google Shape;8956;p86"/>
            <p:cNvSpPr/>
            <p:nvPr/>
          </p:nvSpPr>
          <p:spPr>
            <a:xfrm>
              <a:off x="4266558" y="2726828"/>
              <a:ext cx="41111" cy="52178"/>
            </a:xfrm>
            <a:custGeom>
              <a:avLst/>
              <a:gdLst/>
              <a:ahLst/>
              <a:cxnLst/>
              <a:rect l="l" t="t" r="r" b="b"/>
              <a:pathLst>
                <a:path w="1263" h="1603" extrusionOk="0">
                  <a:moveTo>
                    <a:pt x="632" y="1"/>
                  </a:moveTo>
                  <a:cubicBezTo>
                    <a:pt x="316" y="1"/>
                    <a:pt x="1" y="209"/>
                    <a:pt x="1" y="626"/>
                  </a:cubicBezTo>
                  <a:lnTo>
                    <a:pt x="1" y="1602"/>
                  </a:lnTo>
                  <a:lnTo>
                    <a:pt x="1263" y="1602"/>
                  </a:lnTo>
                  <a:lnTo>
                    <a:pt x="1263" y="626"/>
                  </a:lnTo>
                  <a:cubicBezTo>
                    <a:pt x="1263" y="209"/>
                    <a:pt x="947" y="1"/>
                    <a:pt x="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7" name="Google Shape;8957;p86"/>
            <p:cNvSpPr/>
            <p:nvPr/>
          </p:nvSpPr>
          <p:spPr>
            <a:xfrm>
              <a:off x="4204549" y="2725103"/>
              <a:ext cx="42673" cy="53903"/>
            </a:xfrm>
            <a:custGeom>
              <a:avLst/>
              <a:gdLst/>
              <a:ahLst/>
              <a:cxnLst/>
              <a:rect l="l" t="t" r="r" b="b"/>
              <a:pathLst>
                <a:path w="1311" h="1656" extrusionOk="0">
                  <a:moveTo>
                    <a:pt x="655" y="0"/>
                  </a:moveTo>
                  <a:cubicBezTo>
                    <a:pt x="328" y="0"/>
                    <a:pt x="0" y="227"/>
                    <a:pt x="24" y="679"/>
                  </a:cubicBezTo>
                  <a:lnTo>
                    <a:pt x="24" y="1655"/>
                  </a:lnTo>
                  <a:lnTo>
                    <a:pt x="1286" y="1655"/>
                  </a:lnTo>
                  <a:lnTo>
                    <a:pt x="1286" y="679"/>
                  </a:lnTo>
                  <a:cubicBezTo>
                    <a:pt x="1310" y="227"/>
                    <a:pt x="983" y="0"/>
                    <a:pt x="6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8" name="Google Shape;8958;p86"/>
            <p:cNvSpPr/>
            <p:nvPr/>
          </p:nvSpPr>
          <p:spPr>
            <a:xfrm>
              <a:off x="4020831" y="2528594"/>
              <a:ext cx="348838" cy="191492"/>
            </a:xfrm>
            <a:custGeom>
              <a:avLst/>
              <a:gdLst/>
              <a:ahLst/>
              <a:cxnLst/>
              <a:rect l="l" t="t" r="r" b="b"/>
              <a:pathLst>
                <a:path w="10717" h="5883" extrusionOk="0">
                  <a:moveTo>
                    <a:pt x="3954" y="1024"/>
                  </a:moveTo>
                  <a:lnTo>
                    <a:pt x="7050" y="2811"/>
                  </a:lnTo>
                  <a:lnTo>
                    <a:pt x="3954" y="4597"/>
                  </a:lnTo>
                  <a:lnTo>
                    <a:pt x="3954" y="1024"/>
                  </a:lnTo>
                  <a:close/>
                  <a:moveTo>
                    <a:pt x="0" y="0"/>
                  </a:moveTo>
                  <a:lnTo>
                    <a:pt x="0" y="5621"/>
                  </a:lnTo>
                  <a:cubicBezTo>
                    <a:pt x="191" y="5525"/>
                    <a:pt x="405" y="5454"/>
                    <a:pt x="643" y="5454"/>
                  </a:cubicBezTo>
                  <a:cubicBezTo>
                    <a:pt x="1001" y="5454"/>
                    <a:pt x="1334" y="5621"/>
                    <a:pt x="1572" y="5883"/>
                  </a:cubicBezTo>
                  <a:cubicBezTo>
                    <a:pt x="1822" y="5597"/>
                    <a:pt x="2168" y="5454"/>
                    <a:pt x="2516" y="5454"/>
                  </a:cubicBezTo>
                  <a:cubicBezTo>
                    <a:pt x="2864" y="5454"/>
                    <a:pt x="3215" y="5597"/>
                    <a:pt x="3477" y="5883"/>
                  </a:cubicBezTo>
                  <a:cubicBezTo>
                    <a:pt x="3727" y="5597"/>
                    <a:pt x="4073" y="5454"/>
                    <a:pt x="4418" y="5454"/>
                  </a:cubicBezTo>
                  <a:cubicBezTo>
                    <a:pt x="4763" y="5454"/>
                    <a:pt x="5109" y="5597"/>
                    <a:pt x="5359" y="5883"/>
                  </a:cubicBezTo>
                  <a:cubicBezTo>
                    <a:pt x="5609" y="5597"/>
                    <a:pt x="5954" y="5454"/>
                    <a:pt x="6299" y="5454"/>
                  </a:cubicBezTo>
                  <a:cubicBezTo>
                    <a:pt x="6645" y="5454"/>
                    <a:pt x="6990" y="5597"/>
                    <a:pt x="7240" y="5883"/>
                  </a:cubicBezTo>
                  <a:cubicBezTo>
                    <a:pt x="7490" y="5597"/>
                    <a:pt x="7841" y="5454"/>
                    <a:pt x="8193" y="5454"/>
                  </a:cubicBezTo>
                  <a:cubicBezTo>
                    <a:pt x="8544" y="5454"/>
                    <a:pt x="8895" y="5597"/>
                    <a:pt x="9145" y="5883"/>
                  </a:cubicBezTo>
                  <a:cubicBezTo>
                    <a:pt x="9383" y="5621"/>
                    <a:pt x="9717" y="5454"/>
                    <a:pt x="10098" y="5454"/>
                  </a:cubicBezTo>
                  <a:cubicBezTo>
                    <a:pt x="10312" y="5454"/>
                    <a:pt x="10526" y="5525"/>
                    <a:pt x="10717" y="5644"/>
                  </a:cubicBez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59" name="Google Shape;8959;p86"/>
            <p:cNvSpPr/>
            <p:nvPr/>
          </p:nvSpPr>
          <p:spPr>
            <a:xfrm>
              <a:off x="4328568" y="2726828"/>
              <a:ext cx="41111" cy="52959"/>
            </a:xfrm>
            <a:custGeom>
              <a:avLst/>
              <a:gdLst/>
              <a:ahLst/>
              <a:cxnLst/>
              <a:rect l="l" t="t" r="r" b="b"/>
              <a:pathLst>
                <a:path w="1263" h="1627" extrusionOk="0">
                  <a:moveTo>
                    <a:pt x="632" y="1"/>
                  </a:moveTo>
                  <a:cubicBezTo>
                    <a:pt x="316" y="1"/>
                    <a:pt x="1" y="209"/>
                    <a:pt x="1" y="626"/>
                  </a:cubicBezTo>
                  <a:lnTo>
                    <a:pt x="1" y="1626"/>
                  </a:lnTo>
                  <a:lnTo>
                    <a:pt x="1263" y="1626"/>
                  </a:lnTo>
                  <a:lnTo>
                    <a:pt x="1263" y="1079"/>
                  </a:lnTo>
                  <a:lnTo>
                    <a:pt x="1263" y="626"/>
                  </a:lnTo>
                  <a:cubicBezTo>
                    <a:pt x="1263" y="209"/>
                    <a:pt x="947" y="1"/>
                    <a:pt x="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60" name="Google Shape;8960;p86"/>
            <p:cNvSpPr/>
            <p:nvPr/>
          </p:nvSpPr>
          <p:spPr>
            <a:xfrm>
              <a:off x="4144069" y="2726828"/>
              <a:ext cx="41143" cy="52178"/>
            </a:xfrm>
            <a:custGeom>
              <a:avLst/>
              <a:gdLst/>
              <a:ahLst/>
              <a:cxnLst/>
              <a:rect l="l" t="t" r="r" b="b"/>
              <a:pathLst>
                <a:path w="1264" h="1603" extrusionOk="0">
                  <a:moveTo>
                    <a:pt x="632" y="1"/>
                  </a:moveTo>
                  <a:cubicBezTo>
                    <a:pt x="316" y="1"/>
                    <a:pt x="1" y="209"/>
                    <a:pt x="1" y="626"/>
                  </a:cubicBezTo>
                  <a:lnTo>
                    <a:pt x="1" y="1602"/>
                  </a:lnTo>
                  <a:lnTo>
                    <a:pt x="1263" y="1602"/>
                  </a:lnTo>
                  <a:lnTo>
                    <a:pt x="1263" y="626"/>
                  </a:lnTo>
                  <a:cubicBezTo>
                    <a:pt x="1263" y="209"/>
                    <a:pt x="948" y="1"/>
                    <a:pt x="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61" name="Google Shape;8961;p86"/>
            <p:cNvSpPr/>
            <p:nvPr/>
          </p:nvSpPr>
          <p:spPr>
            <a:xfrm>
              <a:off x="4020831" y="2726828"/>
              <a:ext cx="41111" cy="52178"/>
            </a:xfrm>
            <a:custGeom>
              <a:avLst/>
              <a:gdLst/>
              <a:ahLst/>
              <a:cxnLst/>
              <a:rect l="l" t="t" r="r" b="b"/>
              <a:pathLst>
                <a:path w="1263" h="1603" extrusionOk="0">
                  <a:moveTo>
                    <a:pt x="632" y="1"/>
                  </a:moveTo>
                  <a:cubicBezTo>
                    <a:pt x="316" y="1"/>
                    <a:pt x="0" y="209"/>
                    <a:pt x="0" y="626"/>
                  </a:cubicBezTo>
                  <a:lnTo>
                    <a:pt x="0" y="1602"/>
                  </a:lnTo>
                  <a:lnTo>
                    <a:pt x="1263" y="1602"/>
                  </a:lnTo>
                  <a:lnTo>
                    <a:pt x="1263" y="626"/>
                  </a:lnTo>
                  <a:cubicBezTo>
                    <a:pt x="1263" y="209"/>
                    <a:pt x="947" y="1"/>
                    <a:pt x="6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62" name="Google Shape;8962;p86"/>
            <p:cNvSpPr/>
            <p:nvPr/>
          </p:nvSpPr>
          <p:spPr>
            <a:xfrm>
              <a:off x="4081669" y="2725103"/>
              <a:ext cx="43064" cy="53903"/>
            </a:xfrm>
            <a:custGeom>
              <a:avLst/>
              <a:gdLst/>
              <a:ahLst/>
              <a:cxnLst/>
              <a:rect l="l" t="t" r="r" b="b"/>
              <a:pathLst>
                <a:path w="1323" h="1656" extrusionOk="0">
                  <a:moveTo>
                    <a:pt x="659" y="0"/>
                  </a:moveTo>
                  <a:cubicBezTo>
                    <a:pt x="328" y="0"/>
                    <a:pt x="1" y="227"/>
                    <a:pt x="37" y="679"/>
                  </a:cubicBezTo>
                  <a:lnTo>
                    <a:pt x="37" y="1655"/>
                  </a:lnTo>
                  <a:lnTo>
                    <a:pt x="1299" y="1655"/>
                  </a:lnTo>
                  <a:lnTo>
                    <a:pt x="1299" y="679"/>
                  </a:lnTo>
                  <a:cubicBezTo>
                    <a:pt x="1323" y="227"/>
                    <a:pt x="989" y="0"/>
                    <a:pt x="6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63" name="Google Shape;8963;p86"/>
          <p:cNvGrpSpPr/>
          <p:nvPr/>
        </p:nvGrpSpPr>
        <p:grpSpPr>
          <a:xfrm>
            <a:off x="4366640" y="3131260"/>
            <a:ext cx="466280" cy="410379"/>
            <a:chOff x="3278214" y="2500698"/>
            <a:chExt cx="348838" cy="306985"/>
          </a:xfrm>
          <a:solidFill>
            <a:schemeClr val="bg1"/>
          </a:solidFill>
        </p:grpSpPr>
        <p:sp>
          <p:nvSpPr>
            <p:cNvPr id="8964" name="Google Shape;8964;p86"/>
            <p:cNvSpPr/>
            <p:nvPr/>
          </p:nvSpPr>
          <p:spPr>
            <a:xfrm>
              <a:off x="3340223" y="2561926"/>
              <a:ext cx="225604" cy="120956"/>
            </a:xfrm>
            <a:custGeom>
              <a:avLst/>
              <a:gdLst/>
              <a:ahLst/>
              <a:cxnLst/>
              <a:rect l="l" t="t" r="r" b="b"/>
              <a:pathLst>
                <a:path w="6931" h="3716" extrusionOk="0">
                  <a:moveTo>
                    <a:pt x="5501" y="763"/>
                  </a:moveTo>
                  <a:lnTo>
                    <a:pt x="5501" y="1382"/>
                  </a:lnTo>
                  <a:lnTo>
                    <a:pt x="1405" y="1382"/>
                  </a:lnTo>
                  <a:lnTo>
                    <a:pt x="1405" y="763"/>
                  </a:lnTo>
                  <a:close/>
                  <a:moveTo>
                    <a:pt x="3501" y="2049"/>
                  </a:moveTo>
                  <a:lnTo>
                    <a:pt x="3501" y="2691"/>
                  </a:lnTo>
                  <a:lnTo>
                    <a:pt x="810" y="2691"/>
                  </a:lnTo>
                  <a:lnTo>
                    <a:pt x="810" y="2049"/>
                  </a:lnTo>
                  <a:close/>
                  <a:moveTo>
                    <a:pt x="834" y="0"/>
                  </a:moveTo>
                  <a:cubicBezTo>
                    <a:pt x="762" y="215"/>
                    <a:pt x="667" y="381"/>
                    <a:pt x="524" y="524"/>
                  </a:cubicBezTo>
                  <a:cubicBezTo>
                    <a:pt x="358" y="667"/>
                    <a:pt x="191" y="786"/>
                    <a:pt x="0" y="858"/>
                  </a:cubicBezTo>
                  <a:lnTo>
                    <a:pt x="0" y="2858"/>
                  </a:lnTo>
                  <a:cubicBezTo>
                    <a:pt x="381" y="2977"/>
                    <a:pt x="715" y="3311"/>
                    <a:pt x="834" y="3716"/>
                  </a:cubicBezTo>
                  <a:lnTo>
                    <a:pt x="3811" y="3716"/>
                  </a:lnTo>
                  <a:cubicBezTo>
                    <a:pt x="4000" y="2743"/>
                    <a:pt x="4852" y="2054"/>
                    <a:pt x="5823" y="2049"/>
                  </a:cubicBezTo>
                  <a:lnTo>
                    <a:pt x="5823" y="2049"/>
                  </a:lnTo>
                  <a:cubicBezTo>
                    <a:pt x="6223" y="2051"/>
                    <a:pt x="6600" y="2170"/>
                    <a:pt x="6930" y="2382"/>
                  </a:cubicBezTo>
                  <a:lnTo>
                    <a:pt x="6930" y="858"/>
                  </a:lnTo>
                  <a:cubicBezTo>
                    <a:pt x="6740" y="786"/>
                    <a:pt x="6549" y="667"/>
                    <a:pt x="6406" y="524"/>
                  </a:cubicBezTo>
                  <a:cubicBezTo>
                    <a:pt x="6264" y="381"/>
                    <a:pt x="6144" y="215"/>
                    <a:pt x="6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65" name="Google Shape;8965;p86"/>
            <p:cNvSpPr/>
            <p:nvPr/>
          </p:nvSpPr>
          <p:spPr>
            <a:xfrm>
              <a:off x="3278214" y="2500698"/>
              <a:ext cx="348838" cy="243409"/>
            </a:xfrm>
            <a:custGeom>
              <a:avLst/>
              <a:gdLst/>
              <a:ahLst/>
              <a:cxnLst/>
              <a:rect l="l" t="t" r="r" b="b"/>
              <a:pathLst>
                <a:path w="10717" h="7478" extrusionOk="0">
                  <a:moveTo>
                    <a:pt x="0" y="0"/>
                  </a:moveTo>
                  <a:lnTo>
                    <a:pt x="0" y="7478"/>
                  </a:lnTo>
                  <a:lnTo>
                    <a:pt x="6311" y="7478"/>
                  </a:lnTo>
                  <a:cubicBezTo>
                    <a:pt x="5954" y="7144"/>
                    <a:pt x="5739" y="6692"/>
                    <a:pt x="5692" y="6216"/>
                  </a:cubicBezTo>
                  <a:lnTo>
                    <a:pt x="2191" y="6216"/>
                  </a:lnTo>
                  <a:lnTo>
                    <a:pt x="2167" y="5906"/>
                  </a:lnTo>
                  <a:cubicBezTo>
                    <a:pt x="2143" y="5597"/>
                    <a:pt x="1882" y="5335"/>
                    <a:pt x="1548" y="5311"/>
                  </a:cubicBezTo>
                  <a:lnTo>
                    <a:pt x="1262" y="5287"/>
                  </a:lnTo>
                  <a:lnTo>
                    <a:pt x="1262" y="2191"/>
                  </a:lnTo>
                  <a:lnTo>
                    <a:pt x="1548" y="2167"/>
                  </a:lnTo>
                  <a:cubicBezTo>
                    <a:pt x="1882" y="2120"/>
                    <a:pt x="2143" y="1881"/>
                    <a:pt x="2167" y="1548"/>
                  </a:cubicBezTo>
                  <a:lnTo>
                    <a:pt x="2191" y="1238"/>
                  </a:lnTo>
                  <a:lnTo>
                    <a:pt x="8526" y="1238"/>
                  </a:lnTo>
                  <a:lnTo>
                    <a:pt x="8550" y="1548"/>
                  </a:lnTo>
                  <a:cubicBezTo>
                    <a:pt x="8573" y="1881"/>
                    <a:pt x="8835" y="2120"/>
                    <a:pt x="9169" y="2167"/>
                  </a:cubicBezTo>
                  <a:lnTo>
                    <a:pt x="9478" y="2191"/>
                  </a:lnTo>
                  <a:lnTo>
                    <a:pt x="9478" y="4906"/>
                  </a:lnTo>
                  <a:cubicBezTo>
                    <a:pt x="9978" y="5716"/>
                    <a:pt x="9859" y="6811"/>
                    <a:pt x="9145" y="7478"/>
                  </a:cubicBezTo>
                  <a:lnTo>
                    <a:pt x="10717" y="7478"/>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66" name="Google Shape;8966;p86"/>
            <p:cNvSpPr/>
            <p:nvPr/>
          </p:nvSpPr>
          <p:spPr>
            <a:xfrm>
              <a:off x="3483643" y="2648901"/>
              <a:ext cx="107773" cy="92898"/>
            </a:xfrm>
            <a:custGeom>
              <a:avLst/>
              <a:gdLst/>
              <a:ahLst/>
              <a:cxnLst/>
              <a:rect l="l" t="t" r="r" b="b"/>
              <a:pathLst>
                <a:path w="3311" h="2854" extrusionOk="0">
                  <a:moveTo>
                    <a:pt x="1428" y="1"/>
                  </a:moveTo>
                  <a:cubicBezTo>
                    <a:pt x="697" y="1"/>
                    <a:pt x="0" y="571"/>
                    <a:pt x="0" y="1425"/>
                  </a:cubicBezTo>
                  <a:cubicBezTo>
                    <a:pt x="0" y="2210"/>
                    <a:pt x="619" y="2853"/>
                    <a:pt x="1405" y="2853"/>
                  </a:cubicBezTo>
                  <a:cubicBezTo>
                    <a:pt x="2691" y="2853"/>
                    <a:pt x="3310" y="1329"/>
                    <a:pt x="2429" y="424"/>
                  </a:cubicBezTo>
                  <a:cubicBezTo>
                    <a:pt x="2136" y="131"/>
                    <a:pt x="1778" y="1"/>
                    <a:pt x="142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67" name="Google Shape;8967;p86"/>
            <p:cNvSpPr/>
            <p:nvPr/>
          </p:nvSpPr>
          <p:spPr>
            <a:xfrm>
              <a:off x="3499137" y="2754952"/>
              <a:ext cx="61259" cy="52731"/>
            </a:xfrm>
            <a:custGeom>
              <a:avLst/>
              <a:gdLst/>
              <a:ahLst/>
              <a:cxnLst/>
              <a:rect l="l" t="t" r="r" b="b"/>
              <a:pathLst>
                <a:path w="1882" h="1620" extrusionOk="0">
                  <a:moveTo>
                    <a:pt x="0" y="0"/>
                  </a:moveTo>
                  <a:lnTo>
                    <a:pt x="0" y="1620"/>
                  </a:lnTo>
                  <a:lnTo>
                    <a:pt x="953" y="1191"/>
                  </a:lnTo>
                  <a:lnTo>
                    <a:pt x="1882" y="1620"/>
                  </a:lnTo>
                  <a:lnTo>
                    <a:pt x="1882" y="0"/>
                  </a:lnTo>
                  <a:cubicBezTo>
                    <a:pt x="1596" y="143"/>
                    <a:pt x="1262" y="215"/>
                    <a:pt x="953" y="215"/>
                  </a:cubicBezTo>
                  <a:cubicBezTo>
                    <a:pt x="619" y="215"/>
                    <a:pt x="286" y="143"/>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68" name="Google Shape;8968;p86"/>
          <p:cNvGrpSpPr/>
          <p:nvPr/>
        </p:nvGrpSpPr>
        <p:grpSpPr>
          <a:xfrm>
            <a:off x="3344987" y="3103280"/>
            <a:ext cx="474591" cy="467373"/>
            <a:chOff x="2513885" y="2479767"/>
            <a:chExt cx="355055" cy="349621"/>
          </a:xfrm>
          <a:solidFill>
            <a:schemeClr val="bg1"/>
          </a:solidFill>
        </p:grpSpPr>
        <p:sp>
          <p:nvSpPr>
            <p:cNvPr id="8969" name="Google Shape;8969;p86"/>
            <p:cNvSpPr/>
            <p:nvPr/>
          </p:nvSpPr>
          <p:spPr>
            <a:xfrm>
              <a:off x="2606134" y="2572765"/>
              <a:ext cx="52731" cy="66695"/>
            </a:xfrm>
            <a:custGeom>
              <a:avLst/>
              <a:gdLst/>
              <a:ahLst/>
              <a:cxnLst/>
              <a:rect l="l" t="t" r="r" b="b"/>
              <a:pathLst>
                <a:path w="1620" h="2049" extrusionOk="0">
                  <a:moveTo>
                    <a:pt x="0" y="1"/>
                  </a:moveTo>
                  <a:cubicBezTo>
                    <a:pt x="119" y="930"/>
                    <a:pt x="738" y="1716"/>
                    <a:pt x="1619" y="2049"/>
                  </a:cubicBezTo>
                  <a:cubicBezTo>
                    <a:pt x="1572" y="1977"/>
                    <a:pt x="1548" y="1882"/>
                    <a:pt x="1524" y="1787"/>
                  </a:cubicBezTo>
                  <a:cubicBezTo>
                    <a:pt x="1334" y="1215"/>
                    <a:pt x="1215" y="596"/>
                    <a:pt x="12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0" name="Google Shape;8970;p86"/>
            <p:cNvSpPr/>
            <p:nvPr/>
          </p:nvSpPr>
          <p:spPr>
            <a:xfrm>
              <a:off x="2606134" y="2485171"/>
              <a:ext cx="52731" cy="67476"/>
            </a:xfrm>
            <a:custGeom>
              <a:avLst/>
              <a:gdLst/>
              <a:ahLst/>
              <a:cxnLst/>
              <a:rect l="l" t="t" r="r" b="b"/>
              <a:pathLst>
                <a:path w="1620" h="2073" extrusionOk="0">
                  <a:moveTo>
                    <a:pt x="1619" y="1"/>
                  </a:moveTo>
                  <a:lnTo>
                    <a:pt x="1619" y="1"/>
                  </a:lnTo>
                  <a:cubicBezTo>
                    <a:pt x="738" y="334"/>
                    <a:pt x="119" y="1120"/>
                    <a:pt x="0" y="2073"/>
                  </a:cubicBezTo>
                  <a:lnTo>
                    <a:pt x="1215" y="2073"/>
                  </a:lnTo>
                  <a:cubicBezTo>
                    <a:pt x="1215" y="1454"/>
                    <a:pt x="1334" y="834"/>
                    <a:pt x="1500" y="263"/>
                  </a:cubicBezTo>
                  <a:cubicBezTo>
                    <a:pt x="1548" y="168"/>
                    <a:pt x="1572" y="72"/>
                    <a:pt x="16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1" name="Google Shape;8971;p86"/>
            <p:cNvSpPr/>
            <p:nvPr/>
          </p:nvSpPr>
          <p:spPr>
            <a:xfrm>
              <a:off x="2716970" y="2572765"/>
              <a:ext cx="52731" cy="66695"/>
            </a:xfrm>
            <a:custGeom>
              <a:avLst/>
              <a:gdLst/>
              <a:ahLst/>
              <a:cxnLst/>
              <a:rect l="l" t="t" r="r" b="b"/>
              <a:pathLst>
                <a:path w="1620" h="2049" extrusionOk="0">
                  <a:moveTo>
                    <a:pt x="405" y="1"/>
                  </a:moveTo>
                  <a:cubicBezTo>
                    <a:pt x="382" y="596"/>
                    <a:pt x="286" y="1215"/>
                    <a:pt x="96" y="1787"/>
                  </a:cubicBezTo>
                  <a:cubicBezTo>
                    <a:pt x="72" y="1882"/>
                    <a:pt x="24" y="1977"/>
                    <a:pt x="0" y="2049"/>
                  </a:cubicBezTo>
                  <a:cubicBezTo>
                    <a:pt x="882" y="1716"/>
                    <a:pt x="1501" y="930"/>
                    <a:pt x="1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2" name="Google Shape;8972;p86"/>
            <p:cNvSpPr/>
            <p:nvPr/>
          </p:nvSpPr>
          <p:spPr>
            <a:xfrm>
              <a:off x="2665800" y="2479767"/>
              <a:ext cx="43454" cy="72098"/>
            </a:xfrm>
            <a:custGeom>
              <a:avLst/>
              <a:gdLst/>
              <a:ahLst/>
              <a:cxnLst/>
              <a:rect l="l" t="t" r="r" b="b"/>
              <a:pathLst>
                <a:path w="1335" h="2215" extrusionOk="0">
                  <a:moveTo>
                    <a:pt x="668" y="0"/>
                  </a:moveTo>
                  <a:cubicBezTo>
                    <a:pt x="620" y="0"/>
                    <a:pt x="429" y="143"/>
                    <a:pt x="263" y="619"/>
                  </a:cubicBezTo>
                  <a:cubicBezTo>
                    <a:pt x="120" y="1143"/>
                    <a:pt x="25" y="1691"/>
                    <a:pt x="1" y="2215"/>
                  </a:cubicBezTo>
                  <a:lnTo>
                    <a:pt x="1334" y="2215"/>
                  </a:lnTo>
                  <a:cubicBezTo>
                    <a:pt x="1334" y="1691"/>
                    <a:pt x="1239" y="1143"/>
                    <a:pt x="1072" y="619"/>
                  </a:cubicBezTo>
                  <a:cubicBezTo>
                    <a:pt x="906" y="167"/>
                    <a:pt x="739" y="0"/>
                    <a:pt x="6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3" name="Google Shape;8973;p86"/>
            <p:cNvSpPr/>
            <p:nvPr/>
          </p:nvSpPr>
          <p:spPr>
            <a:xfrm>
              <a:off x="2716970" y="2485171"/>
              <a:ext cx="52731" cy="66695"/>
            </a:xfrm>
            <a:custGeom>
              <a:avLst/>
              <a:gdLst/>
              <a:ahLst/>
              <a:cxnLst/>
              <a:rect l="l" t="t" r="r" b="b"/>
              <a:pathLst>
                <a:path w="1620" h="2049" extrusionOk="0">
                  <a:moveTo>
                    <a:pt x="0" y="1"/>
                  </a:moveTo>
                  <a:cubicBezTo>
                    <a:pt x="24" y="72"/>
                    <a:pt x="72" y="168"/>
                    <a:pt x="96" y="263"/>
                  </a:cubicBezTo>
                  <a:cubicBezTo>
                    <a:pt x="286" y="834"/>
                    <a:pt x="382" y="1454"/>
                    <a:pt x="405" y="2049"/>
                  </a:cubicBezTo>
                  <a:lnTo>
                    <a:pt x="1620" y="2049"/>
                  </a:lnTo>
                  <a:cubicBezTo>
                    <a:pt x="1501" y="1120"/>
                    <a:pt x="882" y="334"/>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4" name="Google Shape;8974;p86"/>
            <p:cNvSpPr/>
            <p:nvPr/>
          </p:nvSpPr>
          <p:spPr>
            <a:xfrm>
              <a:off x="2665800" y="2572765"/>
              <a:ext cx="43454" cy="72131"/>
            </a:xfrm>
            <a:custGeom>
              <a:avLst/>
              <a:gdLst/>
              <a:ahLst/>
              <a:cxnLst/>
              <a:rect l="l" t="t" r="r" b="b"/>
              <a:pathLst>
                <a:path w="1335" h="2216" extrusionOk="0">
                  <a:moveTo>
                    <a:pt x="1" y="1"/>
                  </a:moveTo>
                  <a:cubicBezTo>
                    <a:pt x="25" y="525"/>
                    <a:pt x="120" y="1073"/>
                    <a:pt x="263" y="1596"/>
                  </a:cubicBezTo>
                  <a:cubicBezTo>
                    <a:pt x="429" y="2049"/>
                    <a:pt x="620" y="2216"/>
                    <a:pt x="668" y="2216"/>
                  </a:cubicBezTo>
                  <a:cubicBezTo>
                    <a:pt x="739" y="2216"/>
                    <a:pt x="906" y="2049"/>
                    <a:pt x="1072" y="1596"/>
                  </a:cubicBezTo>
                  <a:cubicBezTo>
                    <a:pt x="1239" y="1073"/>
                    <a:pt x="1334" y="525"/>
                    <a:pt x="13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5" name="Google Shape;8975;p86"/>
            <p:cNvSpPr/>
            <p:nvPr/>
          </p:nvSpPr>
          <p:spPr>
            <a:xfrm>
              <a:off x="2513885" y="2549524"/>
              <a:ext cx="355055" cy="279865"/>
            </a:xfrm>
            <a:custGeom>
              <a:avLst/>
              <a:gdLst/>
              <a:ahLst/>
              <a:cxnLst/>
              <a:rect l="l" t="t" r="r" b="b"/>
              <a:pathLst>
                <a:path w="10908" h="8598" extrusionOk="0">
                  <a:moveTo>
                    <a:pt x="2215" y="4835"/>
                  </a:moveTo>
                  <a:lnTo>
                    <a:pt x="2215" y="5454"/>
                  </a:lnTo>
                  <a:lnTo>
                    <a:pt x="1572" y="5454"/>
                  </a:lnTo>
                  <a:lnTo>
                    <a:pt x="1572" y="4835"/>
                  </a:lnTo>
                  <a:close/>
                  <a:moveTo>
                    <a:pt x="3358" y="4835"/>
                  </a:moveTo>
                  <a:lnTo>
                    <a:pt x="3358" y="5454"/>
                  </a:lnTo>
                  <a:lnTo>
                    <a:pt x="2739" y="5454"/>
                  </a:lnTo>
                  <a:lnTo>
                    <a:pt x="2739" y="4835"/>
                  </a:lnTo>
                  <a:close/>
                  <a:moveTo>
                    <a:pt x="4501" y="4835"/>
                  </a:moveTo>
                  <a:lnTo>
                    <a:pt x="4501" y="5454"/>
                  </a:lnTo>
                  <a:lnTo>
                    <a:pt x="3882" y="5454"/>
                  </a:lnTo>
                  <a:lnTo>
                    <a:pt x="3882" y="4835"/>
                  </a:lnTo>
                  <a:close/>
                  <a:moveTo>
                    <a:pt x="5668" y="4835"/>
                  </a:moveTo>
                  <a:lnTo>
                    <a:pt x="5668" y="5454"/>
                  </a:lnTo>
                  <a:lnTo>
                    <a:pt x="5025" y="5454"/>
                  </a:lnTo>
                  <a:lnTo>
                    <a:pt x="5025" y="4835"/>
                  </a:lnTo>
                  <a:close/>
                  <a:moveTo>
                    <a:pt x="6811" y="4835"/>
                  </a:moveTo>
                  <a:lnTo>
                    <a:pt x="6811" y="5454"/>
                  </a:lnTo>
                  <a:lnTo>
                    <a:pt x="6192" y="5454"/>
                  </a:lnTo>
                  <a:lnTo>
                    <a:pt x="6192" y="4835"/>
                  </a:lnTo>
                  <a:close/>
                  <a:moveTo>
                    <a:pt x="7954" y="4835"/>
                  </a:moveTo>
                  <a:lnTo>
                    <a:pt x="7954" y="5454"/>
                  </a:lnTo>
                  <a:lnTo>
                    <a:pt x="7335" y="5454"/>
                  </a:lnTo>
                  <a:lnTo>
                    <a:pt x="7335" y="4835"/>
                  </a:lnTo>
                  <a:close/>
                  <a:moveTo>
                    <a:pt x="9097" y="4835"/>
                  </a:moveTo>
                  <a:lnTo>
                    <a:pt x="9097" y="5454"/>
                  </a:lnTo>
                  <a:lnTo>
                    <a:pt x="8478" y="5454"/>
                  </a:lnTo>
                  <a:lnTo>
                    <a:pt x="8478" y="4835"/>
                  </a:lnTo>
                  <a:close/>
                  <a:moveTo>
                    <a:pt x="2215" y="5835"/>
                  </a:moveTo>
                  <a:lnTo>
                    <a:pt x="2215" y="6454"/>
                  </a:lnTo>
                  <a:lnTo>
                    <a:pt x="1572" y="6454"/>
                  </a:lnTo>
                  <a:lnTo>
                    <a:pt x="1572" y="5835"/>
                  </a:lnTo>
                  <a:close/>
                  <a:moveTo>
                    <a:pt x="3358" y="5835"/>
                  </a:moveTo>
                  <a:lnTo>
                    <a:pt x="3358" y="6454"/>
                  </a:lnTo>
                  <a:lnTo>
                    <a:pt x="2739" y="6454"/>
                  </a:lnTo>
                  <a:lnTo>
                    <a:pt x="2739" y="5835"/>
                  </a:lnTo>
                  <a:close/>
                  <a:moveTo>
                    <a:pt x="4501" y="5835"/>
                  </a:moveTo>
                  <a:lnTo>
                    <a:pt x="4501" y="6454"/>
                  </a:lnTo>
                  <a:lnTo>
                    <a:pt x="3882" y="6454"/>
                  </a:lnTo>
                  <a:lnTo>
                    <a:pt x="3882" y="5835"/>
                  </a:lnTo>
                  <a:close/>
                  <a:moveTo>
                    <a:pt x="5668" y="5835"/>
                  </a:moveTo>
                  <a:lnTo>
                    <a:pt x="5668" y="6454"/>
                  </a:lnTo>
                  <a:lnTo>
                    <a:pt x="5025" y="6454"/>
                  </a:lnTo>
                  <a:lnTo>
                    <a:pt x="5025" y="5835"/>
                  </a:lnTo>
                  <a:close/>
                  <a:moveTo>
                    <a:pt x="6811" y="5835"/>
                  </a:moveTo>
                  <a:lnTo>
                    <a:pt x="6811" y="6454"/>
                  </a:lnTo>
                  <a:lnTo>
                    <a:pt x="6192" y="6454"/>
                  </a:lnTo>
                  <a:lnTo>
                    <a:pt x="6192" y="5835"/>
                  </a:lnTo>
                  <a:close/>
                  <a:moveTo>
                    <a:pt x="7954" y="5835"/>
                  </a:moveTo>
                  <a:lnTo>
                    <a:pt x="7954" y="6454"/>
                  </a:lnTo>
                  <a:lnTo>
                    <a:pt x="7335" y="6454"/>
                  </a:lnTo>
                  <a:lnTo>
                    <a:pt x="7335" y="5835"/>
                  </a:lnTo>
                  <a:close/>
                  <a:moveTo>
                    <a:pt x="9097" y="5835"/>
                  </a:moveTo>
                  <a:lnTo>
                    <a:pt x="9097" y="6454"/>
                  </a:lnTo>
                  <a:lnTo>
                    <a:pt x="8478" y="6454"/>
                  </a:lnTo>
                  <a:lnTo>
                    <a:pt x="8478" y="5835"/>
                  </a:lnTo>
                  <a:close/>
                  <a:moveTo>
                    <a:pt x="3358" y="6930"/>
                  </a:moveTo>
                  <a:lnTo>
                    <a:pt x="3358" y="7573"/>
                  </a:lnTo>
                  <a:lnTo>
                    <a:pt x="2739" y="7573"/>
                  </a:lnTo>
                  <a:lnTo>
                    <a:pt x="2739" y="6930"/>
                  </a:lnTo>
                  <a:close/>
                  <a:moveTo>
                    <a:pt x="6835" y="6930"/>
                  </a:moveTo>
                  <a:lnTo>
                    <a:pt x="6835" y="7573"/>
                  </a:lnTo>
                  <a:lnTo>
                    <a:pt x="3882" y="7573"/>
                  </a:lnTo>
                  <a:lnTo>
                    <a:pt x="3882" y="6930"/>
                  </a:lnTo>
                  <a:close/>
                  <a:moveTo>
                    <a:pt x="7954" y="6930"/>
                  </a:moveTo>
                  <a:lnTo>
                    <a:pt x="7954" y="7573"/>
                  </a:lnTo>
                  <a:lnTo>
                    <a:pt x="7335" y="7573"/>
                  </a:lnTo>
                  <a:lnTo>
                    <a:pt x="7335" y="6930"/>
                  </a:lnTo>
                  <a:close/>
                  <a:moveTo>
                    <a:pt x="8478" y="0"/>
                  </a:moveTo>
                  <a:cubicBezTo>
                    <a:pt x="8502" y="143"/>
                    <a:pt x="8502" y="262"/>
                    <a:pt x="8502" y="405"/>
                  </a:cubicBezTo>
                  <a:lnTo>
                    <a:pt x="8502" y="620"/>
                  </a:lnTo>
                  <a:lnTo>
                    <a:pt x="9312" y="620"/>
                  </a:lnTo>
                  <a:cubicBezTo>
                    <a:pt x="9621" y="620"/>
                    <a:pt x="9859" y="858"/>
                    <a:pt x="9883" y="1144"/>
                  </a:cubicBezTo>
                  <a:cubicBezTo>
                    <a:pt x="9907" y="1477"/>
                    <a:pt x="9645" y="1763"/>
                    <a:pt x="9335" y="1763"/>
                  </a:cubicBezTo>
                  <a:lnTo>
                    <a:pt x="9264" y="1763"/>
                  </a:lnTo>
                  <a:cubicBezTo>
                    <a:pt x="8597" y="1763"/>
                    <a:pt x="8073" y="2287"/>
                    <a:pt x="8073" y="2953"/>
                  </a:cubicBezTo>
                  <a:lnTo>
                    <a:pt x="8073" y="3739"/>
                  </a:lnTo>
                  <a:lnTo>
                    <a:pt x="0" y="3739"/>
                  </a:lnTo>
                  <a:lnTo>
                    <a:pt x="0" y="8597"/>
                  </a:lnTo>
                  <a:lnTo>
                    <a:pt x="10717" y="8597"/>
                  </a:lnTo>
                  <a:lnTo>
                    <a:pt x="10717" y="3739"/>
                  </a:lnTo>
                  <a:lnTo>
                    <a:pt x="8692" y="3715"/>
                  </a:lnTo>
                  <a:lnTo>
                    <a:pt x="8692" y="2930"/>
                  </a:lnTo>
                  <a:cubicBezTo>
                    <a:pt x="8692" y="2620"/>
                    <a:pt x="8931" y="2382"/>
                    <a:pt x="9240" y="2382"/>
                  </a:cubicBezTo>
                  <a:lnTo>
                    <a:pt x="9312" y="2382"/>
                  </a:lnTo>
                  <a:cubicBezTo>
                    <a:pt x="10883" y="2382"/>
                    <a:pt x="10907" y="0"/>
                    <a:pt x="931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76" name="Google Shape;8976;p86"/>
          <p:cNvGrpSpPr/>
          <p:nvPr/>
        </p:nvGrpSpPr>
        <p:grpSpPr>
          <a:xfrm>
            <a:off x="7374600" y="4593501"/>
            <a:ext cx="442491" cy="465203"/>
            <a:chOff x="5528559" y="3594535"/>
            <a:chExt cx="331041" cy="347997"/>
          </a:xfrm>
          <a:solidFill>
            <a:schemeClr val="bg1"/>
          </a:solidFill>
        </p:grpSpPr>
        <p:sp>
          <p:nvSpPr>
            <p:cNvPr id="8977" name="Google Shape;8977;p86"/>
            <p:cNvSpPr/>
            <p:nvPr/>
          </p:nvSpPr>
          <p:spPr>
            <a:xfrm>
              <a:off x="5771975" y="3792899"/>
              <a:ext cx="87625" cy="149632"/>
            </a:xfrm>
            <a:custGeom>
              <a:avLst/>
              <a:gdLst/>
              <a:ahLst/>
              <a:cxnLst/>
              <a:rect l="l" t="t" r="r" b="b"/>
              <a:pathLst>
                <a:path w="2692" h="4597" extrusionOk="0">
                  <a:moveTo>
                    <a:pt x="0" y="1"/>
                  </a:moveTo>
                  <a:lnTo>
                    <a:pt x="48" y="3478"/>
                  </a:lnTo>
                  <a:lnTo>
                    <a:pt x="1001" y="3025"/>
                  </a:lnTo>
                  <a:lnTo>
                    <a:pt x="1739" y="4597"/>
                  </a:lnTo>
                  <a:lnTo>
                    <a:pt x="2477" y="4263"/>
                  </a:lnTo>
                  <a:lnTo>
                    <a:pt x="1739" y="2692"/>
                  </a:lnTo>
                  <a:lnTo>
                    <a:pt x="2691" y="2239"/>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8" name="Google Shape;8978;p86"/>
            <p:cNvSpPr/>
            <p:nvPr/>
          </p:nvSpPr>
          <p:spPr>
            <a:xfrm>
              <a:off x="5528559" y="3594535"/>
              <a:ext cx="323905" cy="304766"/>
            </a:xfrm>
            <a:custGeom>
              <a:avLst/>
              <a:gdLst/>
              <a:ahLst/>
              <a:cxnLst/>
              <a:rect l="l" t="t" r="r" b="b"/>
              <a:pathLst>
                <a:path w="9951" h="9363" extrusionOk="0">
                  <a:moveTo>
                    <a:pt x="5215" y="0"/>
                  </a:moveTo>
                  <a:cubicBezTo>
                    <a:pt x="4949" y="0"/>
                    <a:pt x="4679" y="23"/>
                    <a:pt x="4406" y="70"/>
                  </a:cubicBezTo>
                  <a:cubicBezTo>
                    <a:pt x="3740" y="189"/>
                    <a:pt x="3073" y="451"/>
                    <a:pt x="2525" y="856"/>
                  </a:cubicBezTo>
                  <a:cubicBezTo>
                    <a:pt x="596" y="2237"/>
                    <a:pt x="1" y="4809"/>
                    <a:pt x="1120" y="6881"/>
                  </a:cubicBezTo>
                  <a:cubicBezTo>
                    <a:pt x="1949" y="8449"/>
                    <a:pt x="3570" y="9362"/>
                    <a:pt x="5259" y="9362"/>
                  </a:cubicBezTo>
                  <a:cubicBezTo>
                    <a:pt x="5801" y="9362"/>
                    <a:pt x="6351" y="9268"/>
                    <a:pt x="6883" y="9071"/>
                  </a:cubicBezTo>
                  <a:lnTo>
                    <a:pt x="6859" y="7714"/>
                  </a:lnTo>
                  <a:cubicBezTo>
                    <a:pt x="6335" y="8000"/>
                    <a:pt x="5764" y="8143"/>
                    <a:pt x="5168" y="8143"/>
                  </a:cubicBezTo>
                  <a:cubicBezTo>
                    <a:pt x="1739" y="8071"/>
                    <a:pt x="453" y="3618"/>
                    <a:pt x="3335" y="1760"/>
                  </a:cubicBezTo>
                  <a:cubicBezTo>
                    <a:pt x="3949" y="1364"/>
                    <a:pt x="4594" y="1189"/>
                    <a:pt x="5215" y="1189"/>
                  </a:cubicBezTo>
                  <a:cubicBezTo>
                    <a:pt x="7505" y="1189"/>
                    <a:pt x="9470" y="3574"/>
                    <a:pt x="8383" y="6047"/>
                  </a:cubicBezTo>
                  <a:lnTo>
                    <a:pt x="9360" y="6857"/>
                  </a:lnTo>
                  <a:cubicBezTo>
                    <a:pt x="9693" y="6214"/>
                    <a:pt x="9884" y="5499"/>
                    <a:pt x="9907" y="4785"/>
                  </a:cubicBezTo>
                  <a:cubicBezTo>
                    <a:pt x="9951" y="2109"/>
                    <a:pt x="7784" y="0"/>
                    <a:pt x="52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79" name="Google Shape;8979;p86"/>
            <p:cNvSpPr/>
            <p:nvPr/>
          </p:nvSpPr>
          <p:spPr>
            <a:xfrm>
              <a:off x="5591350" y="3654917"/>
              <a:ext cx="214635" cy="183940"/>
            </a:xfrm>
            <a:custGeom>
              <a:avLst/>
              <a:gdLst/>
              <a:ahLst/>
              <a:cxnLst/>
              <a:rect l="l" t="t" r="r" b="b"/>
              <a:pathLst>
                <a:path w="6594" h="5651" extrusionOk="0">
                  <a:moveTo>
                    <a:pt x="3204" y="760"/>
                  </a:moveTo>
                  <a:cubicBezTo>
                    <a:pt x="3231" y="760"/>
                    <a:pt x="3259" y="761"/>
                    <a:pt x="3287" y="763"/>
                  </a:cubicBezTo>
                  <a:cubicBezTo>
                    <a:pt x="4502" y="810"/>
                    <a:pt x="4930" y="2382"/>
                    <a:pt x="3906" y="3049"/>
                  </a:cubicBezTo>
                  <a:cubicBezTo>
                    <a:pt x="3692" y="3192"/>
                    <a:pt x="3549" y="3454"/>
                    <a:pt x="3549" y="3716"/>
                  </a:cubicBezTo>
                  <a:lnTo>
                    <a:pt x="3549" y="3906"/>
                  </a:lnTo>
                  <a:lnTo>
                    <a:pt x="2930" y="3906"/>
                  </a:lnTo>
                  <a:lnTo>
                    <a:pt x="2930" y="3716"/>
                  </a:lnTo>
                  <a:cubicBezTo>
                    <a:pt x="2906" y="3239"/>
                    <a:pt x="3168" y="2787"/>
                    <a:pt x="3573" y="2525"/>
                  </a:cubicBezTo>
                  <a:cubicBezTo>
                    <a:pt x="4158" y="2129"/>
                    <a:pt x="3741" y="1373"/>
                    <a:pt x="3222" y="1373"/>
                  </a:cubicBezTo>
                  <a:cubicBezTo>
                    <a:pt x="3087" y="1373"/>
                    <a:pt x="2944" y="1425"/>
                    <a:pt x="2811" y="1549"/>
                  </a:cubicBezTo>
                  <a:cubicBezTo>
                    <a:pt x="2692" y="1668"/>
                    <a:pt x="2620" y="1834"/>
                    <a:pt x="2620" y="2001"/>
                  </a:cubicBezTo>
                  <a:lnTo>
                    <a:pt x="2001" y="2001"/>
                  </a:lnTo>
                  <a:cubicBezTo>
                    <a:pt x="1978" y="1315"/>
                    <a:pt x="2527" y="760"/>
                    <a:pt x="3204" y="760"/>
                  </a:cubicBezTo>
                  <a:close/>
                  <a:moveTo>
                    <a:pt x="3549" y="4263"/>
                  </a:moveTo>
                  <a:lnTo>
                    <a:pt x="3549" y="4835"/>
                  </a:lnTo>
                  <a:lnTo>
                    <a:pt x="2930" y="4835"/>
                  </a:lnTo>
                  <a:lnTo>
                    <a:pt x="2930" y="4263"/>
                  </a:lnTo>
                  <a:close/>
                  <a:moveTo>
                    <a:pt x="3322" y="1"/>
                  </a:moveTo>
                  <a:cubicBezTo>
                    <a:pt x="3311" y="1"/>
                    <a:pt x="3299" y="1"/>
                    <a:pt x="3287" y="1"/>
                  </a:cubicBezTo>
                  <a:cubicBezTo>
                    <a:pt x="1358" y="1"/>
                    <a:pt x="1" y="1858"/>
                    <a:pt x="596" y="3692"/>
                  </a:cubicBezTo>
                  <a:cubicBezTo>
                    <a:pt x="983" y="4917"/>
                    <a:pt x="2122" y="5650"/>
                    <a:pt x="3297" y="5650"/>
                  </a:cubicBezTo>
                  <a:cubicBezTo>
                    <a:pt x="3859" y="5650"/>
                    <a:pt x="4430" y="5483"/>
                    <a:pt x="4930" y="5121"/>
                  </a:cubicBezTo>
                  <a:lnTo>
                    <a:pt x="4906" y="2906"/>
                  </a:lnTo>
                  <a:lnTo>
                    <a:pt x="4906" y="2906"/>
                  </a:lnTo>
                  <a:lnTo>
                    <a:pt x="5954" y="3763"/>
                  </a:lnTo>
                  <a:cubicBezTo>
                    <a:pt x="6593" y="1941"/>
                    <a:pt x="5256" y="1"/>
                    <a:pt x="332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80" name="Google Shape;8980;p86"/>
          <p:cNvGrpSpPr/>
          <p:nvPr/>
        </p:nvGrpSpPr>
        <p:grpSpPr>
          <a:xfrm>
            <a:off x="4288931" y="4591848"/>
            <a:ext cx="539375" cy="466856"/>
            <a:chOff x="3220078" y="3593298"/>
            <a:chExt cx="403522" cy="349234"/>
          </a:xfrm>
          <a:solidFill>
            <a:schemeClr val="bg1"/>
          </a:solidFill>
        </p:grpSpPr>
        <p:sp>
          <p:nvSpPr>
            <p:cNvPr id="8981" name="Google Shape;8981;p86"/>
            <p:cNvSpPr/>
            <p:nvPr/>
          </p:nvSpPr>
          <p:spPr>
            <a:xfrm>
              <a:off x="3504573" y="3792899"/>
              <a:ext cx="87625" cy="149632"/>
            </a:xfrm>
            <a:custGeom>
              <a:avLst/>
              <a:gdLst/>
              <a:ahLst/>
              <a:cxnLst/>
              <a:rect l="l" t="t" r="r" b="b"/>
              <a:pathLst>
                <a:path w="2692" h="4597" extrusionOk="0">
                  <a:moveTo>
                    <a:pt x="0" y="1"/>
                  </a:moveTo>
                  <a:lnTo>
                    <a:pt x="48" y="3478"/>
                  </a:lnTo>
                  <a:lnTo>
                    <a:pt x="1000" y="3025"/>
                  </a:lnTo>
                  <a:lnTo>
                    <a:pt x="1738" y="4597"/>
                  </a:lnTo>
                  <a:lnTo>
                    <a:pt x="2477" y="4263"/>
                  </a:lnTo>
                  <a:lnTo>
                    <a:pt x="1738" y="2692"/>
                  </a:lnTo>
                  <a:lnTo>
                    <a:pt x="2691" y="2239"/>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82" name="Google Shape;8982;p86"/>
            <p:cNvSpPr/>
            <p:nvPr/>
          </p:nvSpPr>
          <p:spPr>
            <a:xfrm>
              <a:off x="3324046" y="3654917"/>
              <a:ext cx="214504" cy="183940"/>
            </a:xfrm>
            <a:custGeom>
              <a:avLst/>
              <a:gdLst/>
              <a:ahLst/>
              <a:cxnLst/>
              <a:rect l="l" t="t" r="r" b="b"/>
              <a:pathLst>
                <a:path w="6590" h="5651" extrusionOk="0">
                  <a:moveTo>
                    <a:pt x="3546" y="906"/>
                  </a:moveTo>
                  <a:lnTo>
                    <a:pt x="3546" y="3740"/>
                  </a:lnTo>
                  <a:lnTo>
                    <a:pt x="2926" y="3740"/>
                  </a:lnTo>
                  <a:lnTo>
                    <a:pt x="2926" y="906"/>
                  </a:lnTo>
                  <a:close/>
                  <a:moveTo>
                    <a:pt x="3546" y="4263"/>
                  </a:moveTo>
                  <a:lnTo>
                    <a:pt x="3546" y="4835"/>
                  </a:lnTo>
                  <a:lnTo>
                    <a:pt x="2926" y="4835"/>
                  </a:lnTo>
                  <a:lnTo>
                    <a:pt x="2926" y="4263"/>
                  </a:lnTo>
                  <a:close/>
                  <a:moveTo>
                    <a:pt x="3248" y="0"/>
                  </a:moveTo>
                  <a:cubicBezTo>
                    <a:pt x="1361" y="0"/>
                    <a:pt x="1" y="1870"/>
                    <a:pt x="593" y="3692"/>
                  </a:cubicBezTo>
                  <a:cubicBezTo>
                    <a:pt x="995" y="4917"/>
                    <a:pt x="2129" y="5650"/>
                    <a:pt x="3299" y="5650"/>
                  </a:cubicBezTo>
                  <a:cubicBezTo>
                    <a:pt x="3858" y="5650"/>
                    <a:pt x="4426" y="5483"/>
                    <a:pt x="4927" y="5121"/>
                  </a:cubicBezTo>
                  <a:lnTo>
                    <a:pt x="4903" y="2906"/>
                  </a:lnTo>
                  <a:lnTo>
                    <a:pt x="5951" y="3763"/>
                  </a:lnTo>
                  <a:cubicBezTo>
                    <a:pt x="6590" y="1941"/>
                    <a:pt x="5253" y="1"/>
                    <a:pt x="3319" y="1"/>
                  </a:cubicBezTo>
                  <a:cubicBezTo>
                    <a:pt x="3307" y="1"/>
                    <a:pt x="3295" y="1"/>
                    <a:pt x="3284" y="1"/>
                  </a:cubicBezTo>
                  <a:cubicBezTo>
                    <a:pt x="3272" y="1"/>
                    <a:pt x="3260" y="0"/>
                    <a:pt x="32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83" name="Google Shape;8983;p86"/>
            <p:cNvSpPr/>
            <p:nvPr/>
          </p:nvSpPr>
          <p:spPr>
            <a:xfrm>
              <a:off x="3220078" y="3593298"/>
              <a:ext cx="403522" cy="305840"/>
            </a:xfrm>
            <a:custGeom>
              <a:avLst/>
              <a:gdLst/>
              <a:ahLst/>
              <a:cxnLst/>
              <a:rect l="l" t="t" r="r" b="b"/>
              <a:pathLst>
                <a:path w="12397" h="9396" extrusionOk="0">
                  <a:moveTo>
                    <a:pt x="6491" y="0"/>
                  </a:moveTo>
                  <a:cubicBezTo>
                    <a:pt x="5691" y="0"/>
                    <a:pt x="4857" y="216"/>
                    <a:pt x="4049" y="703"/>
                  </a:cubicBezTo>
                  <a:cubicBezTo>
                    <a:pt x="0" y="3156"/>
                    <a:pt x="1739" y="9395"/>
                    <a:pt x="6478" y="9395"/>
                  </a:cubicBezTo>
                  <a:cubicBezTo>
                    <a:pt x="7049" y="9395"/>
                    <a:pt x="7621" y="9300"/>
                    <a:pt x="8145" y="9109"/>
                  </a:cubicBezTo>
                  <a:lnTo>
                    <a:pt x="8145" y="7752"/>
                  </a:lnTo>
                  <a:cubicBezTo>
                    <a:pt x="7564" y="8068"/>
                    <a:pt x="6984" y="8208"/>
                    <a:pt x="6433" y="8208"/>
                  </a:cubicBezTo>
                  <a:cubicBezTo>
                    <a:pt x="3710" y="8208"/>
                    <a:pt x="1707" y="4787"/>
                    <a:pt x="3906" y="2370"/>
                  </a:cubicBezTo>
                  <a:cubicBezTo>
                    <a:pt x="4582" y="1623"/>
                    <a:pt x="5517" y="1235"/>
                    <a:pt x="6459" y="1235"/>
                  </a:cubicBezTo>
                  <a:cubicBezTo>
                    <a:pt x="7109" y="1235"/>
                    <a:pt x="7762" y="1419"/>
                    <a:pt x="8335" y="1798"/>
                  </a:cubicBezTo>
                  <a:cubicBezTo>
                    <a:pt x="9764" y="2703"/>
                    <a:pt x="10336" y="4513"/>
                    <a:pt x="9645" y="6085"/>
                  </a:cubicBezTo>
                  <a:lnTo>
                    <a:pt x="10621" y="6895"/>
                  </a:lnTo>
                  <a:cubicBezTo>
                    <a:pt x="12396" y="3516"/>
                    <a:pt x="9720" y="0"/>
                    <a:pt x="64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84" name="Google Shape;8984;p86"/>
          <p:cNvGrpSpPr/>
          <p:nvPr/>
        </p:nvGrpSpPr>
        <p:grpSpPr>
          <a:xfrm>
            <a:off x="3343943" y="4593415"/>
            <a:ext cx="466280" cy="466336"/>
            <a:chOff x="2513104" y="3594470"/>
            <a:chExt cx="348838" cy="348845"/>
          </a:xfrm>
          <a:solidFill>
            <a:schemeClr val="bg1"/>
          </a:solidFill>
        </p:grpSpPr>
        <p:sp>
          <p:nvSpPr>
            <p:cNvPr id="8985" name="Google Shape;8985;p86"/>
            <p:cNvSpPr/>
            <p:nvPr/>
          </p:nvSpPr>
          <p:spPr>
            <a:xfrm>
              <a:off x="2661146" y="3856471"/>
              <a:ext cx="53545" cy="86843"/>
            </a:xfrm>
            <a:custGeom>
              <a:avLst/>
              <a:gdLst/>
              <a:ahLst/>
              <a:cxnLst/>
              <a:rect l="l" t="t" r="r" b="b"/>
              <a:pathLst>
                <a:path w="1645" h="2668" extrusionOk="0">
                  <a:moveTo>
                    <a:pt x="1" y="0"/>
                  </a:moveTo>
                  <a:cubicBezTo>
                    <a:pt x="25" y="643"/>
                    <a:pt x="120" y="1286"/>
                    <a:pt x="310" y="1906"/>
                  </a:cubicBezTo>
                  <a:cubicBezTo>
                    <a:pt x="501" y="2453"/>
                    <a:pt x="715" y="2668"/>
                    <a:pt x="811" y="2668"/>
                  </a:cubicBezTo>
                  <a:cubicBezTo>
                    <a:pt x="930" y="2668"/>
                    <a:pt x="1144" y="2453"/>
                    <a:pt x="1334" y="1906"/>
                  </a:cubicBezTo>
                  <a:cubicBezTo>
                    <a:pt x="1525" y="1286"/>
                    <a:pt x="1620" y="643"/>
                    <a:pt x="16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86" name="Google Shape;8986;p86"/>
            <p:cNvSpPr/>
            <p:nvPr/>
          </p:nvSpPr>
          <p:spPr>
            <a:xfrm>
              <a:off x="2718533" y="3856471"/>
              <a:ext cx="65133" cy="81408"/>
            </a:xfrm>
            <a:custGeom>
              <a:avLst/>
              <a:gdLst/>
              <a:ahLst/>
              <a:cxnLst/>
              <a:rect l="l" t="t" r="r" b="b"/>
              <a:pathLst>
                <a:path w="2001" h="2501" extrusionOk="0">
                  <a:moveTo>
                    <a:pt x="500" y="0"/>
                  </a:moveTo>
                  <a:cubicBezTo>
                    <a:pt x="500" y="715"/>
                    <a:pt x="381" y="1429"/>
                    <a:pt x="143" y="2120"/>
                  </a:cubicBezTo>
                  <a:cubicBezTo>
                    <a:pt x="119" y="2239"/>
                    <a:pt x="48" y="2382"/>
                    <a:pt x="0" y="2501"/>
                  </a:cubicBezTo>
                  <a:cubicBezTo>
                    <a:pt x="1096" y="2120"/>
                    <a:pt x="1881" y="1144"/>
                    <a:pt x="20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87" name="Google Shape;8987;p86"/>
            <p:cNvSpPr/>
            <p:nvPr/>
          </p:nvSpPr>
          <p:spPr>
            <a:xfrm>
              <a:off x="2592170" y="3856471"/>
              <a:ext cx="65133" cy="81408"/>
            </a:xfrm>
            <a:custGeom>
              <a:avLst/>
              <a:gdLst/>
              <a:ahLst/>
              <a:cxnLst/>
              <a:rect l="l" t="t" r="r" b="b"/>
              <a:pathLst>
                <a:path w="2001" h="2501" extrusionOk="0">
                  <a:moveTo>
                    <a:pt x="0" y="0"/>
                  </a:moveTo>
                  <a:cubicBezTo>
                    <a:pt x="119" y="1144"/>
                    <a:pt x="905" y="2120"/>
                    <a:pt x="2001" y="2501"/>
                  </a:cubicBezTo>
                  <a:cubicBezTo>
                    <a:pt x="1953" y="2382"/>
                    <a:pt x="1882" y="2263"/>
                    <a:pt x="1834" y="2120"/>
                  </a:cubicBezTo>
                  <a:cubicBezTo>
                    <a:pt x="1620" y="1429"/>
                    <a:pt x="1501" y="715"/>
                    <a:pt x="15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88" name="Google Shape;8988;p86"/>
            <p:cNvSpPr/>
            <p:nvPr/>
          </p:nvSpPr>
          <p:spPr>
            <a:xfrm>
              <a:off x="2596044" y="3729328"/>
              <a:ext cx="180653" cy="44235"/>
            </a:xfrm>
            <a:custGeom>
              <a:avLst/>
              <a:gdLst/>
              <a:ahLst/>
              <a:cxnLst/>
              <a:rect l="l" t="t" r="r" b="b"/>
              <a:pathLst>
                <a:path w="5550" h="1359" extrusionOk="0">
                  <a:moveTo>
                    <a:pt x="0" y="1"/>
                  </a:moveTo>
                  <a:lnTo>
                    <a:pt x="0" y="1358"/>
                  </a:lnTo>
                  <a:lnTo>
                    <a:pt x="5549" y="1358"/>
                  </a:lnTo>
                  <a:lnTo>
                    <a:pt x="55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89" name="Google Shape;8989;p86"/>
            <p:cNvSpPr/>
            <p:nvPr/>
          </p:nvSpPr>
          <p:spPr>
            <a:xfrm>
              <a:off x="2730154" y="3792899"/>
              <a:ext cx="53512" cy="43454"/>
            </a:xfrm>
            <a:custGeom>
              <a:avLst/>
              <a:gdLst/>
              <a:ahLst/>
              <a:cxnLst/>
              <a:rect l="l" t="t" r="r" b="b"/>
              <a:pathLst>
                <a:path w="1644" h="1335" extrusionOk="0">
                  <a:moveTo>
                    <a:pt x="0" y="1"/>
                  </a:moveTo>
                  <a:cubicBezTo>
                    <a:pt x="72" y="429"/>
                    <a:pt x="119" y="882"/>
                    <a:pt x="143" y="1334"/>
                  </a:cubicBezTo>
                  <a:lnTo>
                    <a:pt x="1644" y="1334"/>
                  </a:lnTo>
                  <a:cubicBezTo>
                    <a:pt x="1596" y="858"/>
                    <a:pt x="1429" y="382"/>
                    <a:pt x="11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90" name="Google Shape;8990;p86"/>
            <p:cNvSpPr/>
            <p:nvPr/>
          </p:nvSpPr>
          <p:spPr>
            <a:xfrm>
              <a:off x="2513104" y="3594470"/>
              <a:ext cx="348838" cy="177528"/>
            </a:xfrm>
            <a:custGeom>
              <a:avLst/>
              <a:gdLst/>
              <a:ahLst/>
              <a:cxnLst/>
              <a:rect l="l" t="t" r="r" b="b"/>
              <a:pathLst>
                <a:path w="10717" h="5454" extrusionOk="0">
                  <a:moveTo>
                    <a:pt x="5359" y="0"/>
                  </a:moveTo>
                  <a:lnTo>
                    <a:pt x="0" y="2286"/>
                  </a:lnTo>
                  <a:lnTo>
                    <a:pt x="0" y="2763"/>
                  </a:lnTo>
                  <a:lnTo>
                    <a:pt x="1715" y="3501"/>
                  </a:lnTo>
                  <a:lnTo>
                    <a:pt x="9002" y="3501"/>
                  </a:lnTo>
                  <a:lnTo>
                    <a:pt x="9312" y="3382"/>
                  </a:lnTo>
                  <a:lnTo>
                    <a:pt x="9312" y="5454"/>
                  </a:lnTo>
                  <a:lnTo>
                    <a:pt x="9931" y="5454"/>
                  </a:lnTo>
                  <a:lnTo>
                    <a:pt x="9931" y="3120"/>
                  </a:lnTo>
                  <a:lnTo>
                    <a:pt x="10717" y="2786"/>
                  </a:lnTo>
                  <a:lnTo>
                    <a:pt x="10717" y="2286"/>
                  </a:lnTo>
                  <a:lnTo>
                    <a:pt x="53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91" name="Google Shape;8991;p86"/>
            <p:cNvSpPr/>
            <p:nvPr/>
          </p:nvSpPr>
          <p:spPr>
            <a:xfrm>
              <a:off x="2591389" y="3792899"/>
              <a:ext cx="54293" cy="43454"/>
            </a:xfrm>
            <a:custGeom>
              <a:avLst/>
              <a:gdLst/>
              <a:ahLst/>
              <a:cxnLst/>
              <a:rect l="l" t="t" r="r" b="b"/>
              <a:pathLst>
                <a:path w="1668" h="1335" extrusionOk="0">
                  <a:moveTo>
                    <a:pt x="501" y="1"/>
                  </a:moveTo>
                  <a:cubicBezTo>
                    <a:pt x="239" y="382"/>
                    <a:pt x="72" y="858"/>
                    <a:pt x="1" y="1334"/>
                  </a:cubicBezTo>
                  <a:lnTo>
                    <a:pt x="1525" y="1334"/>
                  </a:lnTo>
                  <a:cubicBezTo>
                    <a:pt x="1525" y="882"/>
                    <a:pt x="1572" y="429"/>
                    <a:pt x="16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92" name="Google Shape;8992;p86"/>
            <p:cNvSpPr/>
            <p:nvPr/>
          </p:nvSpPr>
          <p:spPr>
            <a:xfrm>
              <a:off x="2661146" y="3792899"/>
              <a:ext cx="53545" cy="43454"/>
            </a:xfrm>
            <a:custGeom>
              <a:avLst/>
              <a:gdLst/>
              <a:ahLst/>
              <a:cxnLst/>
              <a:rect l="l" t="t" r="r" b="b"/>
              <a:pathLst>
                <a:path w="1645" h="1335" extrusionOk="0">
                  <a:moveTo>
                    <a:pt x="144" y="1"/>
                  </a:moveTo>
                  <a:cubicBezTo>
                    <a:pt x="72" y="429"/>
                    <a:pt x="1" y="882"/>
                    <a:pt x="1" y="1334"/>
                  </a:cubicBezTo>
                  <a:lnTo>
                    <a:pt x="1644" y="1334"/>
                  </a:lnTo>
                  <a:cubicBezTo>
                    <a:pt x="1620" y="882"/>
                    <a:pt x="1573" y="429"/>
                    <a:pt x="15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93" name="Google Shape;8993;p86"/>
          <p:cNvGrpSpPr/>
          <p:nvPr/>
        </p:nvGrpSpPr>
        <p:grpSpPr>
          <a:xfrm>
            <a:off x="2336779" y="4669041"/>
            <a:ext cx="466335" cy="314035"/>
            <a:chOff x="1759614" y="3651043"/>
            <a:chExt cx="348879" cy="234916"/>
          </a:xfrm>
          <a:solidFill>
            <a:schemeClr val="bg1"/>
          </a:solidFill>
        </p:grpSpPr>
        <p:sp>
          <p:nvSpPr>
            <p:cNvPr id="8994" name="Google Shape;8994;p86"/>
            <p:cNvSpPr/>
            <p:nvPr/>
          </p:nvSpPr>
          <p:spPr>
            <a:xfrm>
              <a:off x="1759614" y="3651043"/>
              <a:ext cx="262028" cy="95371"/>
            </a:xfrm>
            <a:custGeom>
              <a:avLst/>
              <a:gdLst/>
              <a:ahLst/>
              <a:cxnLst/>
              <a:rect l="l" t="t" r="r" b="b"/>
              <a:pathLst>
                <a:path w="8050" h="2930" extrusionOk="0">
                  <a:moveTo>
                    <a:pt x="1" y="1"/>
                  </a:moveTo>
                  <a:lnTo>
                    <a:pt x="1" y="2930"/>
                  </a:lnTo>
                  <a:lnTo>
                    <a:pt x="5049" y="2930"/>
                  </a:lnTo>
                  <a:lnTo>
                    <a:pt x="5025" y="1477"/>
                  </a:lnTo>
                  <a:lnTo>
                    <a:pt x="6788" y="2930"/>
                  </a:lnTo>
                  <a:lnTo>
                    <a:pt x="8050" y="2930"/>
                  </a:lnTo>
                  <a:lnTo>
                    <a:pt x="80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95" name="Google Shape;8995;p86"/>
            <p:cNvSpPr/>
            <p:nvPr/>
          </p:nvSpPr>
          <p:spPr>
            <a:xfrm>
              <a:off x="2041799" y="3651043"/>
              <a:ext cx="66695" cy="95371"/>
            </a:xfrm>
            <a:custGeom>
              <a:avLst/>
              <a:gdLst/>
              <a:ahLst/>
              <a:cxnLst/>
              <a:rect l="l" t="t" r="r" b="b"/>
              <a:pathLst>
                <a:path w="2049" h="2930" extrusionOk="0">
                  <a:moveTo>
                    <a:pt x="0" y="1"/>
                  </a:moveTo>
                  <a:lnTo>
                    <a:pt x="0" y="2930"/>
                  </a:lnTo>
                  <a:lnTo>
                    <a:pt x="2048" y="2930"/>
                  </a:lnTo>
                  <a:lnTo>
                    <a:pt x="204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96" name="Google Shape;8996;p86"/>
            <p:cNvSpPr/>
            <p:nvPr/>
          </p:nvSpPr>
          <p:spPr>
            <a:xfrm>
              <a:off x="1944894" y="3742511"/>
              <a:ext cx="82970" cy="143448"/>
            </a:xfrm>
            <a:custGeom>
              <a:avLst/>
              <a:gdLst/>
              <a:ahLst/>
              <a:cxnLst/>
              <a:rect l="l" t="t" r="r" b="b"/>
              <a:pathLst>
                <a:path w="2549" h="4407" extrusionOk="0">
                  <a:moveTo>
                    <a:pt x="0" y="1"/>
                  </a:moveTo>
                  <a:lnTo>
                    <a:pt x="48" y="3335"/>
                  </a:lnTo>
                  <a:lnTo>
                    <a:pt x="953" y="2882"/>
                  </a:lnTo>
                  <a:lnTo>
                    <a:pt x="1667" y="4406"/>
                  </a:lnTo>
                  <a:lnTo>
                    <a:pt x="2358" y="4073"/>
                  </a:lnTo>
                  <a:lnTo>
                    <a:pt x="1643" y="2549"/>
                  </a:lnTo>
                  <a:lnTo>
                    <a:pt x="2548" y="2120"/>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8997" name="Google Shape;8997;p86"/>
          <p:cNvGrpSpPr/>
          <p:nvPr/>
        </p:nvGrpSpPr>
        <p:grpSpPr>
          <a:xfrm>
            <a:off x="1329615" y="4626573"/>
            <a:ext cx="466324" cy="398977"/>
            <a:chOff x="1006125" y="3619273"/>
            <a:chExt cx="348871" cy="298457"/>
          </a:xfrm>
          <a:solidFill>
            <a:schemeClr val="bg1"/>
          </a:solidFill>
        </p:grpSpPr>
        <p:sp>
          <p:nvSpPr>
            <p:cNvPr id="8998" name="Google Shape;8998;p86"/>
            <p:cNvSpPr/>
            <p:nvPr/>
          </p:nvSpPr>
          <p:spPr>
            <a:xfrm>
              <a:off x="1085972" y="3747361"/>
              <a:ext cx="107806" cy="57190"/>
            </a:xfrm>
            <a:custGeom>
              <a:avLst/>
              <a:gdLst/>
              <a:ahLst/>
              <a:cxnLst/>
              <a:rect l="l" t="t" r="r" b="b"/>
              <a:pathLst>
                <a:path w="3312" h="1757" extrusionOk="0">
                  <a:moveTo>
                    <a:pt x="2442" y="1"/>
                  </a:moveTo>
                  <a:cubicBezTo>
                    <a:pt x="2216" y="1"/>
                    <a:pt x="1989" y="78"/>
                    <a:pt x="1811" y="233"/>
                  </a:cubicBezTo>
                  <a:cubicBezTo>
                    <a:pt x="1525" y="447"/>
                    <a:pt x="1168" y="566"/>
                    <a:pt x="811" y="566"/>
                  </a:cubicBezTo>
                  <a:cubicBezTo>
                    <a:pt x="525" y="566"/>
                    <a:pt x="239" y="495"/>
                    <a:pt x="1" y="352"/>
                  </a:cubicBezTo>
                  <a:lnTo>
                    <a:pt x="1" y="352"/>
                  </a:lnTo>
                  <a:cubicBezTo>
                    <a:pt x="145" y="1287"/>
                    <a:pt x="897" y="1757"/>
                    <a:pt x="1652" y="1757"/>
                  </a:cubicBezTo>
                  <a:cubicBezTo>
                    <a:pt x="2398" y="1757"/>
                    <a:pt x="3145" y="1298"/>
                    <a:pt x="3311" y="376"/>
                  </a:cubicBezTo>
                  <a:cubicBezTo>
                    <a:pt x="3216" y="328"/>
                    <a:pt x="3144" y="280"/>
                    <a:pt x="3073" y="233"/>
                  </a:cubicBezTo>
                  <a:cubicBezTo>
                    <a:pt x="2894" y="78"/>
                    <a:pt x="2668" y="1"/>
                    <a:pt x="24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8999" name="Google Shape;8999;p86"/>
            <p:cNvSpPr/>
            <p:nvPr/>
          </p:nvSpPr>
          <p:spPr>
            <a:xfrm>
              <a:off x="1088316" y="3663445"/>
              <a:ext cx="103900" cy="82026"/>
            </a:xfrm>
            <a:custGeom>
              <a:avLst/>
              <a:gdLst/>
              <a:ahLst/>
              <a:cxnLst/>
              <a:rect l="l" t="t" r="r" b="b"/>
              <a:pathLst>
                <a:path w="3192" h="2520" extrusionOk="0">
                  <a:moveTo>
                    <a:pt x="1072" y="1"/>
                  </a:moveTo>
                  <a:lnTo>
                    <a:pt x="1072" y="1072"/>
                  </a:lnTo>
                  <a:lnTo>
                    <a:pt x="905" y="1144"/>
                  </a:lnTo>
                  <a:cubicBezTo>
                    <a:pt x="453" y="1358"/>
                    <a:pt x="143" y="1739"/>
                    <a:pt x="0" y="2215"/>
                  </a:cubicBezTo>
                  <a:lnTo>
                    <a:pt x="143" y="2287"/>
                  </a:lnTo>
                  <a:cubicBezTo>
                    <a:pt x="322" y="2442"/>
                    <a:pt x="542" y="2519"/>
                    <a:pt x="765" y="2519"/>
                  </a:cubicBezTo>
                  <a:cubicBezTo>
                    <a:pt x="989" y="2519"/>
                    <a:pt x="1215" y="2442"/>
                    <a:pt x="1405" y="2287"/>
                  </a:cubicBezTo>
                  <a:cubicBezTo>
                    <a:pt x="1667" y="2073"/>
                    <a:pt x="2024" y="1953"/>
                    <a:pt x="2382" y="1953"/>
                  </a:cubicBezTo>
                  <a:cubicBezTo>
                    <a:pt x="2667" y="1953"/>
                    <a:pt x="2953" y="2025"/>
                    <a:pt x="3191" y="2168"/>
                  </a:cubicBezTo>
                  <a:cubicBezTo>
                    <a:pt x="3049" y="1715"/>
                    <a:pt x="2715" y="1358"/>
                    <a:pt x="2286" y="1144"/>
                  </a:cubicBezTo>
                  <a:lnTo>
                    <a:pt x="2096" y="1072"/>
                  </a:lnTo>
                  <a:lnTo>
                    <a:pt x="20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0" name="Google Shape;9000;p86"/>
            <p:cNvSpPr/>
            <p:nvPr/>
          </p:nvSpPr>
          <p:spPr>
            <a:xfrm>
              <a:off x="1123178" y="3619273"/>
              <a:ext cx="33364" cy="24054"/>
            </a:xfrm>
            <a:custGeom>
              <a:avLst/>
              <a:gdLst/>
              <a:ahLst/>
              <a:cxnLst/>
              <a:rect l="l" t="t" r="r" b="b"/>
              <a:pathLst>
                <a:path w="1025" h="739" extrusionOk="0">
                  <a:moveTo>
                    <a:pt x="1" y="0"/>
                  </a:moveTo>
                  <a:lnTo>
                    <a:pt x="1" y="739"/>
                  </a:lnTo>
                  <a:lnTo>
                    <a:pt x="1025" y="739"/>
                  </a:lnTo>
                  <a:lnTo>
                    <a:pt x="1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1" name="Google Shape;9001;p86"/>
            <p:cNvSpPr/>
            <p:nvPr/>
          </p:nvSpPr>
          <p:spPr>
            <a:xfrm>
              <a:off x="1006125" y="3871184"/>
              <a:ext cx="348871" cy="46546"/>
            </a:xfrm>
            <a:custGeom>
              <a:avLst/>
              <a:gdLst/>
              <a:ahLst/>
              <a:cxnLst/>
              <a:rect l="l" t="t" r="r" b="b"/>
              <a:pathLst>
                <a:path w="10718" h="1430" extrusionOk="0">
                  <a:moveTo>
                    <a:pt x="1" y="1"/>
                  </a:moveTo>
                  <a:lnTo>
                    <a:pt x="1" y="406"/>
                  </a:lnTo>
                  <a:cubicBezTo>
                    <a:pt x="1" y="977"/>
                    <a:pt x="453" y="1430"/>
                    <a:pt x="1025" y="1430"/>
                  </a:cubicBezTo>
                  <a:lnTo>
                    <a:pt x="9693" y="1430"/>
                  </a:lnTo>
                  <a:cubicBezTo>
                    <a:pt x="10241" y="1430"/>
                    <a:pt x="10717" y="953"/>
                    <a:pt x="10717" y="406"/>
                  </a:cubicBez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2" name="Google Shape;9002;p86"/>
            <p:cNvSpPr/>
            <p:nvPr/>
          </p:nvSpPr>
          <p:spPr>
            <a:xfrm>
              <a:off x="1027055" y="3673536"/>
              <a:ext cx="307012" cy="177528"/>
            </a:xfrm>
            <a:custGeom>
              <a:avLst/>
              <a:gdLst/>
              <a:ahLst/>
              <a:cxnLst/>
              <a:rect l="l" t="t" r="r" b="b"/>
              <a:pathLst>
                <a:path w="9432" h="5454" extrusionOk="0">
                  <a:moveTo>
                    <a:pt x="8241" y="1286"/>
                  </a:moveTo>
                  <a:lnTo>
                    <a:pt x="8241" y="1905"/>
                  </a:lnTo>
                  <a:lnTo>
                    <a:pt x="6621" y="1905"/>
                  </a:lnTo>
                  <a:lnTo>
                    <a:pt x="6621" y="1286"/>
                  </a:lnTo>
                  <a:close/>
                  <a:moveTo>
                    <a:pt x="8241" y="2525"/>
                  </a:moveTo>
                  <a:lnTo>
                    <a:pt x="8241" y="3144"/>
                  </a:lnTo>
                  <a:lnTo>
                    <a:pt x="6621" y="3144"/>
                  </a:lnTo>
                  <a:lnTo>
                    <a:pt x="6621" y="2525"/>
                  </a:lnTo>
                  <a:close/>
                  <a:moveTo>
                    <a:pt x="8241" y="3739"/>
                  </a:moveTo>
                  <a:lnTo>
                    <a:pt x="8241" y="4358"/>
                  </a:lnTo>
                  <a:lnTo>
                    <a:pt x="6621" y="4358"/>
                  </a:lnTo>
                  <a:lnTo>
                    <a:pt x="6621" y="3739"/>
                  </a:lnTo>
                  <a:close/>
                  <a:moveTo>
                    <a:pt x="4621" y="0"/>
                  </a:moveTo>
                  <a:lnTo>
                    <a:pt x="4621" y="381"/>
                  </a:lnTo>
                  <a:cubicBezTo>
                    <a:pt x="6645" y="1548"/>
                    <a:pt x="5812" y="4644"/>
                    <a:pt x="3478" y="4644"/>
                  </a:cubicBezTo>
                  <a:cubicBezTo>
                    <a:pt x="1120" y="4644"/>
                    <a:pt x="310" y="1548"/>
                    <a:pt x="2335" y="381"/>
                  </a:cubicBezTo>
                  <a:lnTo>
                    <a:pt x="2335" y="24"/>
                  </a:lnTo>
                  <a:lnTo>
                    <a:pt x="1" y="24"/>
                  </a:lnTo>
                  <a:lnTo>
                    <a:pt x="1" y="5454"/>
                  </a:lnTo>
                  <a:lnTo>
                    <a:pt x="9431" y="5454"/>
                  </a:lnTo>
                  <a:lnTo>
                    <a:pt x="943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03" name="Google Shape;9003;p86"/>
          <p:cNvGrpSpPr/>
          <p:nvPr/>
        </p:nvGrpSpPr>
        <p:grpSpPr>
          <a:xfrm>
            <a:off x="10396050" y="3916468"/>
            <a:ext cx="466335" cy="330875"/>
            <a:chOff x="7788994" y="3088077"/>
            <a:chExt cx="348878" cy="247513"/>
          </a:xfrm>
          <a:solidFill>
            <a:schemeClr val="bg1"/>
          </a:solidFill>
        </p:grpSpPr>
        <p:sp>
          <p:nvSpPr>
            <p:cNvPr id="9004" name="Google Shape;9004;p86"/>
            <p:cNvSpPr/>
            <p:nvPr/>
          </p:nvSpPr>
          <p:spPr>
            <a:xfrm>
              <a:off x="7989769" y="3127789"/>
              <a:ext cx="58167" cy="27179"/>
            </a:xfrm>
            <a:custGeom>
              <a:avLst/>
              <a:gdLst/>
              <a:ahLst/>
              <a:cxnLst/>
              <a:rect l="l" t="t" r="r" b="b"/>
              <a:pathLst>
                <a:path w="1787" h="835" extrusionOk="0">
                  <a:moveTo>
                    <a:pt x="903" y="1"/>
                  </a:moveTo>
                  <a:cubicBezTo>
                    <a:pt x="560" y="1"/>
                    <a:pt x="215" y="168"/>
                    <a:pt x="1" y="501"/>
                  </a:cubicBezTo>
                  <a:lnTo>
                    <a:pt x="525" y="834"/>
                  </a:lnTo>
                  <a:cubicBezTo>
                    <a:pt x="620" y="703"/>
                    <a:pt x="763" y="638"/>
                    <a:pt x="903" y="638"/>
                  </a:cubicBezTo>
                  <a:cubicBezTo>
                    <a:pt x="1042" y="638"/>
                    <a:pt x="1179" y="703"/>
                    <a:pt x="1263" y="834"/>
                  </a:cubicBezTo>
                  <a:lnTo>
                    <a:pt x="1787" y="501"/>
                  </a:lnTo>
                  <a:cubicBezTo>
                    <a:pt x="1584" y="168"/>
                    <a:pt x="1245" y="1"/>
                    <a:pt x="9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5" name="Google Shape;9005;p86"/>
            <p:cNvSpPr/>
            <p:nvPr/>
          </p:nvSpPr>
          <p:spPr>
            <a:xfrm>
              <a:off x="7955655" y="3088077"/>
              <a:ext cx="126392" cy="45961"/>
            </a:xfrm>
            <a:custGeom>
              <a:avLst/>
              <a:gdLst/>
              <a:ahLst/>
              <a:cxnLst/>
              <a:rect l="l" t="t" r="r" b="b"/>
              <a:pathLst>
                <a:path w="3883" h="1412" extrusionOk="0">
                  <a:moveTo>
                    <a:pt x="1942" y="0"/>
                  </a:moveTo>
                  <a:cubicBezTo>
                    <a:pt x="1197" y="0"/>
                    <a:pt x="453" y="352"/>
                    <a:pt x="1" y="1054"/>
                  </a:cubicBezTo>
                  <a:lnTo>
                    <a:pt x="549" y="1411"/>
                  </a:lnTo>
                  <a:cubicBezTo>
                    <a:pt x="834" y="911"/>
                    <a:pt x="1382" y="626"/>
                    <a:pt x="1954" y="626"/>
                  </a:cubicBezTo>
                  <a:cubicBezTo>
                    <a:pt x="2525" y="626"/>
                    <a:pt x="3049" y="911"/>
                    <a:pt x="3359" y="1411"/>
                  </a:cubicBezTo>
                  <a:lnTo>
                    <a:pt x="3883" y="1054"/>
                  </a:lnTo>
                  <a:cubicBezTo>
                    <a:pt x="3430" y="352"/>
                    <a:pt x="2686" y="0"/>
                    <a:pt x="19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6" name="Google Shape;9006;p86"/>
            <p:cNvSpPr/>
            <p:nvPr/>
          </p:nvSpPr>
          <p:spPr>
            <a:xfrm>
              <a:off x="7935506" y="3181368"/>
              <a:ext cx="145759" cy="124764"/>
            </a:xfrm>
            <a:custGeom>
              <a:avLst/>
              <a:gdLst/>
              <a:ahLst/>
              <a:cxnLst/>
              <a:rect l="l" t="t" r="r" b="b"/>
              <a:pathLst>
                <a:path w="4478" h="3833" extrusionOk="0">
                  <a:moveTo>
                    <a:pt x="2544" y="821"/>
                  </a:moveTo>
                  <a:cubicBezTo>
                    <a:pt x="3106" y="821"/>
                    <a:pt x="3644" y="1264"/>
                    <a:pt x="3644" y="1927"/>
                  </a:cubicBezTo>
                  <a:cubicBezTo>
                    <a:pt x="3644" y="2522"/>
                    <a:pt x="3168" y="2999"/>
                    <a:pt x="2573" y="2999"/>
                  </a:cubicBezTo>
                  <a:cubicBezTo>
                    <a:pt x="1596" y="2999"/>
                    <a:pt x="1096" y="1832"/>
                    <a:pt x="1787" y="1141"/>
                  </a:cubicBezTo>
                  <a:cubicBezTo>
                    <a:pt x="2008" y="920"/>
                    <a:pt x="2279" y="821"/>
                    <a:pt x="2544" y="821"/>
                  </a:cubicBezTo>
                  <a:close/>
                  <a:moveTo>
                    <a:pt x="2549" y="0"/>
                  </a:moveTo>
                  <a:cubicBezTo>
                    <a:pt x="2079" y="0"/>
                    <a:pt x="1601" y="176"/>
                    <a:pt x="1215" y="570"/>
                  </a:cubicBezTo>
                  <a:cubicBezTo>
                    <a:pt x="1" y="1784"/>
                    <a:pt x="858" y="3832"/>
                    <a:pt x="2573" y="3832"/>
                  </a:cubicBezTo>
                  <a:cubicBezTo>
                    <a:pt x="3620" y="3832"/>
                    <a:pt x="4478" y="2975"/>
                    <a:pt x="4478" y="1927"/>
                  </a:cubicBezTo>
                  <a:cubicBezTo>
                    <a:pt x="4478" y="768"/>
                    <a:pt x="3530" y="0"/>
                    <a:pt x="25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7" name="Google Shape;9007;p86"/>
            <p:cNvSpPr/>
            <p:nvPr/>
          </p:nvSpPr>
          <p:spPr>
            <a:xfrm>
              <a:off x="7999078" y="3229347"/>
              <a:ext cx="34926" cy="29621"/>
            </a:xfrm>
            <a:custGeom>
              <a:avLst/>
              <a:gdLst/>
              <a:ahLst/>
              <a:cxnLst/>
              <a:rect l="l" t="t" r="r" b="b"/>
              <a:pathLst>
                <a:path w="1073" h="910" extrusionOk="0">
                  <a:moveTo>
                    <a:pt x="620" y="1"/>
                  </a:moveTo>
                  <a:cubicBezTo>
                    <a:pt x="191" y="1"/>
                    <a:pt x="0" y="477"/>
                    <a:pt x="286" y="763"/>
                  </a:cubicBezTo>
                  <a:cubicBezTo>
                    <a:pt x="381" y="865"/>
                    <a:pt x="498" y="910"/>
                    <a:pt x="614" y="910"/>
                  </a:cubicBezTo>
                  <a:cubicBezTo>
                    <a:pt x="848" y="910"/>
                    <a:pt x="1072" y="724"/>
                    <a:pt x="1072" y="453"/>
                  </a:cubicBezTo>
                  <a:cubicBezTo>
                    <a:pt x="1072" y="191"/>
                    <a:pt x="858" y="1"/>
                    <a:pt x="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8" name="Google Shape;9008;p86"/>
            <p:cNvSpPr/>
            <p:nvPr/>
          </p:nvSpPr>
          <p:spPr>
            <a:xfrm>
              <a:off x="8044812" y="3184395"/>
              <a:ext cx="93060" cy="150414"/>
            </a:xfrm>
            <a:custGeom>
              <a:avLst/>
              <a:gdLst/>
              <a:ahLst/>
              <a:cxnLst/>
              <a:rect l="l" t="t" r="r" b="b"/>
              <a:pathLst>
                <a:path w="2859" h="4621" extrusionOk="0">
                  <a:moveTo>
                    <a:pt x="953" y="0"/>
                  </a:moveTo>
                  <a:cubicBezTo>
                    <a:pt x="2358" y="1310"/>
                    <a:pt x="1834" y="3668"/>
                    <a:pt x="0" y="4263"/>
                  </a:cubicBezTo>
                  <a:lnTo>
                    <a:pt x="0" y="4620"/>
                  </a:lnTo>
                  <a:lnTo>
                    <a:pt x="1834" y="4620"/>
                  </a:lnTo>
                  <a:lnTo>
                    <a:pt x="1834" y="3692"/>
                  </a:lnTo>
                  <a:lnTo>
                    <a:pt x="2858" y="3692"/>
                  </a:lnTo>
                  <a:lnTo>
                    <a:pt x="28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09" name="Google Shape;9009;p86"/>
            <p:cNvSpPr/>
            <p:nvPr/>
          </p:nvSpPr>
          <p:spPr>
            <a:xfrm>
              <a:off x="7788994" y="3184395"/>
              <a:ext cx="173687" cy="151195"/>
            </a:xfrm>
            <a:custGeom>
              <a:avLst/>
              <a:gdLst/>
              <a:ahLst/>
              <a:cxnLst/>
              <a:rect l="l" t="t" r="r" b="b"/>
              <a:pathLst>
                <a:path w="5336" h="4645" extrusionOk="0">
                  <a:moveTo>
                    <a:pt x="2692" y="1501"/>
                  </a:moveTo>
                  <a:lnTo>
                    <a:pt x="2692" y="2144"/>
                  </a:lnTo>
                  <a:lnTo>
                    <a:pt x="834" y="2144"/>
                  </a:lnTo>
                  <a:lnTo>
                    <a:pt x="834" y="1501"/>
                  </a:lnTo>
                  <a:close/>
                  <a:moveTo>
                    <a:pt x="3763" y="1501"/>
                  </a:moveTo>
                  <a:lnTo>
                    <a:pt x="3763" y="2144"/>
                  </a:lnTo>
                  <a:lnTo>
                    <a:pt x="3168" y="2144"/>
                  </a:lnTo>
                  <a:lnTo>
                    <a:pt x="3168" y="1501"/>
                  </a:lnTo>
                  <a:close/>
                  <a:moveTo>
                    <a:pt x="1" y="0"/>
                  </a:moveTo>
                  <a:lnTo>
                    <a:pt x="1" y="3692"/>
                  </a:lnTo>
                  <a:lnTo>
                    <a:pt x="1025" y="3692"/>
                  </a:lnTo>
                  <a:lnTo>
                    <a:pt x="1025" y="4644"/>
                  </a:lnTo>
                  <a:lnTo>
                    <a:pt x="2858" y="4644"/>
                  </a:lnTo>
                  <a:lnTo>
                    <a:pt x="2858" y="3692"/>
                  </a:lnTo>
                  <a:lnTo>
                    <a:pt x="5335" y="3692"/>
                  </a:lnTo>
                  <a:cubicBezTo>
                    <a:pt x="4811" y="3215"/>
                    <a:pt x="4525" y="2549"/>
                    <a:pt x="4525" y="1834"/>
                  </a:cubicBezTo>
                  <a:cubicBezTo>
                    <a:pt x="4525" y="1143"/>
                    <a:pt x="4811" y="477"/>
                    <a:pt x="53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10" name="Google Shape;9010;p86"/>
          <p:cNvGrpSpPr/>
          <p:nvPr/>
        </p:nvGrpSpPr>
        <p:grpSpPr>
          <a:xfrm>
            <a:off x="9388885" y="3848325"/>
            <a:ext cx="466331" cy="466379"/>
            <a:chOff x="7035505" y="3037102"/>
            <a:chExt cx="348876" cy="348877"/>
          </a:xfrm>
          <a:solidFill>
            <a:schemeClr val="bg1"/>
          </a:solidFill>
        </p:grpSpPr>
        <p:sp>
          <p:nvSpPr>
            <p:cNvPr id="9011" name="Google Shape;9011;p86"/>
            <p:cNvSpPr/>
            <p:nvPr/>
          </p:nvSpPr>
          <p:spPr>
            <a:xfrm>
              <a:off x="7220004" y="3037102"/>
              <a:ext cx="164377" cy="218638"/>
            </a:xfrm>
            <a:custGeom>
              <a:avLst/>
              <a:gdLst/>
              <a:ahLst/>
              <a:cxnLst/>
              <a:rect l="l" t="t" r="r" b="b"/>
              <a:pathLst>
                <a:path w="5050" h="6717" extrusionOk="0">
                  <a:moveTo>
                    <a:pt x="2430" y="1406"/>
                  </a:moveTo>
                  <a:cubicBezTo>
                    <a:pt x="3287" y="1406"/>
                    <a:pt x="3764" y="2382"/>
                    <a:pt x="3263" y="3073"/>
                  </a:cubicBezTo>
                  <a:cubicBezTo>
                    <a:pt x="3764" y="3358"/>
                    <a:pt x="4073" y="3906"/>
                    <a:pt x="4073" y="4502"/>
                  </a:cubicBezTo>
                  <a:lnTo>
                    <a:pt x="4073" y="5287"/>
                  </a:lnTo>
                  <a:lnTo>
                    <a:pt x="811" y="5287"/>
                  </a:lnTo>
                  <a:lnTo>
                    <a:pt x="811" y="4502"/>
                  </a:lnTo>
                  <a:cubicBezTo>
                    <a:pt x="811" y="3906"/>
                    <a:pt x="1120" y="3358"/>
                    <a:pt x="1620" y="3073"/>
                  </a:cubicBezTo>
                  <a:cubicBezTo>
                    <a:pt x="1096" y="2382"/>
                    <a:pt x="1573" y="1406"/>
                    <a:pt x="2430" y="1406"/>
                  </a:cubicBezTo>
                  <a:close/>
                  <a:moveTo>
                    <a:pt x="1" y="1"/>
                  </a:moveTo>
                  <a:lnTo>
                    <a:pt x="1" y="6716"/>
                  </a:lnTo>
                  <a:lnTo>
                    <a:pt x="5050" y="6716"/>
                  </a:lnTo>
                  <a:lnTo>
                    <a:pt x="50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12" name="Google Shape;9012;p86"/>
            <p:cNvSpPr/>
            <p:nvPr/>
          </p:nvSpPr>
          <p:spPr>
            <a:xfrm>
              <a:off x="7281265" y="3103669"/>
              <a:ext cx="31020" cy="26496"/>
            </a:xfrm>
            <a:custGeom>
              <a:avLst/>
              <a:gdLst/>
              <a:ahLst/>
              <a:cxnLst/>
              <a:rect l="l" t="t" r="r" b="b"/>
              <a:pathLst>
                <a:path w="953" h="814" extrusionOk="0">
                  <a:moveTo>
                    <a:pt x="547" y="1"/>
                  </a:moveTo>
                  <a:cubicBezTo>
                    <a:pt x="448" y="1"/>
                    <a:pt x="347" y="38"/>
                    <a:pt x="262" y="123"/>
                  </a:cubicBezTo>
                  <a:cubicBezTo>
                    <a:pt x="0" y="385"/>
                    <a:pt x="191" y="813"/>
                    <a:pt x="548" y="813"/>
                  </a:cubicBezTo>
                  <a:cubicBezTo>
                    <a:pt x="762" y="813"/>
                    <a:pt x="953" y="623"/>
                    <a:pt x="953" y="409"/>
                  </a:cubicBezTo>
                  <a:cubicBezTo>
                    <a:pt x="953" y="166"/>
                    <a:pt x="756" y="1"/>
                    <a:pt x="5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13" name="Google Shape;9013;p86"/>
            <p:cNvSpPr/>
            <p:nvPr/>
          </p:nvSpPr>
          <p:spPr>
            <a:xfrm>
              <a:off x="7102951" y="3103669"/>
              <a:ext cx="31053" cy="26496"/>
            </a:xfrm>
            <a:custGeom>
              <a:avLst/>
              <a:gdLst/>
              <a:ahLst/>
              <a:cxnLst/>
              <a:rect l="l" t="t" r="r" b="b"/>
              <a:pathLst>
                <a:path w="954" h="814" extrusionOk="0">
                  <a:moveTo>
                    <a:pt x="538" y="1"/>
                  </a:moveTo>
                  <a:cubicBezTo>
                    <a:pt x="439" y="1"/>
                    <a:pt x="340" y="38"/>
                    <a:pt x="263" y="123"/>
                  </a:cubicBezTo>
                  <a:cubicBezTo>
                    <a:pt x="1" y="385"/>
                    <a:pt x="191" y="813"/>
                    <a:pt x="549" y="813"/>
                  </a:cubicBezTo>
                  <a:cubicBezTo>
                    <a:pt x="763" y="813"/>
                    <a:pt x="953" y="623"/>
                    <a:pt x="953" y="409"/>
                  </a:cubicBezTo>
                  <a:cubicBezTo>
                    <a:pt x="953" y="166"/>
                    <a:pt x="746" y="1"/>
                    <a:pt x="5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14" name="Google Shape;9014;p86"/>
            <p:cNvSpPr/>
            <p:nvPr/>
          </p:nvSpPr>
          <p:spPr>
            <a:xfrm>
              <a:off x="7087456" y="3150477"/>
              <a:ext cx="66695" cy="37823"/>
            </a:xfrm>
            <a:custGeom>
              <a:avLst/>
              <a:gdLst/>
              <a:ahLst/>
              <a:cxnLst/>
              <a:rect l="l" t="t" r="r" b="b"/>
              <a:pathLst>
                <a:path w="2049" h="1162" extrusionOk="0">
                  <a:moveTo>
                    <a:pt x="1016" y="1"/>
                  </a:moveTo>
                  <a:cubicBezTo>
                    <a:pt x="507" y="1"/>
                    <a:pt x="1" y="340"/>
                    <a:pt x="1" y="1019"/>
                  </a:cubicBezTo>
                  <a:lnTo>
                    <a:pt x="1" y="1161"/>
                  </a:lnTo>
                  <a:lnTo>
                    <a:pt x="2049" y="1161"/>
                  </a:lnTo>
                  <a:lnTo>
                    <a:pt x="2049" y="1019"/>
                  </a:lnTo>
                  <a:cubicBezTo>
                    <a:pt x="2037" y="340"/>
                    <a:pt x="1525" y="1"/>
                    <a:pt x="10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15" name="Google Shape;9015;p86"/>
            <p:cNvSpPr/>
            <p:nvPr/>
          </p:nvSpPr>
          <p:spPr>
            <a:xfrm>
              <a:off x="7035505" y="3037102"/>
              <a:ext cx="164377" cy="218638"/>
            </a:xfrm>
            <a:custGeom>
              <a:avLst/>
              <a:gdLst/>
              <a:ahLst/>
              <a:cxnLst/>
              <a:rect l="l" t="t" r="r" b="b"/>
              <a:pathLst>
                <a:path w="5050" h="6717" extrusionOk="0">
                  <a:moveTo>
                    <a:pt x="2621" y="1406"/>
                  </a:moveTo>
                  <a:cubicBezTo>
                    <a:pt x="3478" y="1406"/>
                    <a:pt x="3954" y="2382"/>
                    <a:pt x="3454" y="3073"/>
                  </a:cubicBezTo>
                  <a:cubicBezTo>
                    <a:pt x="3954" y="3358"/>
                    <a:pt x="4264" y="3906"/>
                    <a:pt x="4264" y="4502"/>
                  </a:cubicBezTo>
                  <a:lnTo>
                    <a:pt x="4264" y="5287"/>
                  </a:lnTo>
                  <a:lnTo>
                    <a:pt x="1001" y="5287"/>
                  </a:lnTo>
                  <a:lnTo>
                    <a:pt x="977" y="4502"/>
                  </a:lnTo>
                  <a:cubicBezTo>
                    <a:pt x="977" y="3906"/>
                    <a:pt x="1287" y="3358"/>
                    <a:pt x="1811" y="3073"/>
                  </a:cubicBezTo>
                  <a:cubicBezTo>
                    <a:pt x="1287" y="2382"/>
                    <a:pt x="1763" y="1406"/>
                    <a:pt x="2621" y="1406"/>
                  </a:cubicBezTo>
                  <a:close/>
                  <a:moveTo>
                    <a:pt x="1" y="1"/>
                  </a:moveTo>
                  <a:lnTo>
                    <a:pt x="1" y="6716"/>
                  </a:lnTo>
                  <a:lnTo>
                    <a:pt x="5050" y="6716"/>
                  </a:lnTo>
                  <a:lnTo>
                    <a:pt x="505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16" name="Google Shape;9016;p86"/>
            <p:cNvSpPr/>
            <p:nvPr/>
          </p:nvSpPr>
          <p:spPr>
            <a:xfrm>
              <a:off x="7035505" y="3276644"/>
              <a:ext cx="348871" cy="109335"/>
            </a:xfrm>
            <a:custGeom>
              <a:avLst/>
              <a:gdLst/>
              <a:ahLst/>
              <a:cxnLst/>
              <a:rect l="l" t="t" r="r" b="b"/>
              <a:pathLst>
                <a:path w="10718" h="3359" extrusionOk="0">
                  <a:moveTo>
                    <a:pt x="1" y="0"/>
                  </a:moveTo>
                  <a:lnTo>
                    <a:pt x="1" y="1572"/>
                  </a:lnTo>
                  <a:lnTo>
                    <a:pt x="3978" y="1572"/>
                  </a:lnTo>
                  <a:lnTo>
                    <a:pt x="3978" y="1953"/>
                  </a:lnTo>
                  <a:cubicBezTo>
                    <a:pt x="3978" y="2382"/>
                    <a:pt x="3645" y="2739"/>
                    <a:pt x="3216" y="2739"/>
                  </a:cubicBezTo>
                  <a:lnTo>
                    <a:pt x="2240" y="2739"/>
                  </a:lnTo>
                  <a:lnTo>
                    <a:pt x="2240" y="3358"/>
                  </a:lnTo>
                  <a:lnTo>
                    <a:pt x="8431" y="3358"/>
                  </a:lnTo>
                  <a:lnTo>
                    <a:pt x="8431" y="2715"/>
                  </a:lnTo>
                  <a:lnTo>
                    <a:pt x="7479" y="2715"/>
                  </a:lnTo>
                  <a:cubicBezTo>
                    <a:pt x="7050" y="2715"/>
                    <a:pt x="6693" y="2382"/>
                    <a:pt x="6693" y="1953"/>
                  </a:cubicBezTo>
                  <a:lnTo>
                    <a:pt x="6693" y="1572"/>
                  </a:lnTo>
                  <a:lnTo>
                    <a:pt x="10718" y="1572"/>
                  </a:lnTo>
                  <a:lnTo>
                    <a:pt x="1071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17" name="Google Shape;9017;p86"/>
            <p:cNvSpPr/>
            <p:nvPr/>
          </p:nvSpPr>
          <p:spPr>
            <a:xfrm>
              <a:off x="7266128" y="3150477"/>
              <a:ext cx="66304" cy="37823"/>
            </a:xfrm>
            <a:custGeom>
              <a:avLst/>
              <a:gdLst/>
              <a:ahLst/>
              <a:cxnLst/>
              <a:rect l="l" t="t" r="r" b="b"/>
              <a:pathLst>
                <a:path w="2037" h="1162" extrusionOk="0">
                  <a:moveTo>
                    <a:pt x="1007" y="1"/>
                  </a:moveTo>
                  <a:cubicBezTo>
                    <a:pt x="501" y="1"/>
                    <a:pt x="1" y="340"/>
                    <a:pt x="13" y="1019"/>
                  </a:cubicBezTo>
                  <a:lnTo>
                    <a:pt x="13" y="1161"/>
                  </a:lnTo>
                  <a:lnTo>
                    <a:pt x="2037" y="1161"/>
                  </a:lnTo>
                  <a:lnTo>
                    <a:pt x="2037" y="1019"/>
                  </a:lnTo>
                  <a:cubicBezTo>
                    <a:pt x="2025" y="340"/>
                    <a:pt x="1513" y="1"/>
                    <a:pt x="10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18" name="Google Shape;9018;p86"/>
          <p:cNvGrpSpPr/>
          <p:nvPr/>
        </p:nvGrpSpPr>
        <p:grpSpPr>
          <a:xfrm>
            <a:off x="8380720" y="3848325"/>
            <a:ext cx="466288" cy="466379"/>
            <a:chOff x="6281267" y="3037102"/>
            <a:chExt cx="348844" cy="348877"/>
          </a:xfrm>
          <a:solidFill>
            <a:schemeClr val="bg1"/>
          </a:solidFill>
        </p:grpSpPr>
        <p:sp>
          <p:nvSpPr>
            <p:cNvPr id="9019" name="Google Shape;9019;p86"/>
            <p:cNvSpPr/>
            <p:nvPr/>
          </p:nvSpPr>
          <p:spPr>
            <a:xfrm>
              <a:off x="6466547" y="3037102"/>
              <a:ext cx="163564" cy="218638"/>
            </a:xfrm>
            <a:custGeom>
              <a:avLst/>
              <a:gdLst/>
              <a:ahLst/>
              <a:cxnLst/>
              <a:rect l="l" t="t" r="r" b="b"/>
              <a:pathLst>
                <a:path w="5025" h="6717" extrusionOk="0">
                  <a:moveTo>
                    <a:pt x="2446" y="1834"/>
                  </a:moveTo>
                  <a:cubicBezTo>
                    <a:pt x="3023" y="1834"/>
                    <a:pt x="3501" y="2324"/>
                    <a:pt x="3501" y="2906"/>
                  </a:cubicBezTo>
                  <a:lnTo>
                    <a:pt x="3501" y="5002"/>
                  </a:lnTo>
                  <a:lnTo>
                    <a:pt x="2882" y="5002"/>
                  </a:lnTo>
                  <a:lnTo>
                    <a:pt x="2882" y="4001"/>
                  </a:lnTo>
                  <a:lnTo>
                    <a:pt x="1977" y="4001"/>
                  </a:lnTo>
                  <a:lnTo>
                    <a:pt x="1977" y="5002"/>
                  </a:lnTo>
                  <a:lnTo>
                    <a:pt x="1358" y="5002"/>
                  </a:lnTo>
                  <a:lnTo>
                    <a:pt x="1358" y="2930"/>
                  </a:lnTo>
                  <a:cubicBezTo>
                    <a:pt x="1358" y="2334"/>
                    <a:pt x="1810" y="1858"/>
                    <a:pt x="2405" y="1834"/>
                  </a:cubicBezTo>
                  <a:cubicBezTo>
                    <a:pt x="2419" y="1834"/>
                    <a:pt x="2433" y="1834"/>
                    <a:pt x="2446" y="1834"/>
                  </a:cubicBezTo>
                  <a:close/>
                  <a:moveTo>
                    <a:pt x="0" y="1"/>
                  </a:moveTo>
                  <a:lnTo>
                    <a:pt x="0" y="6716"/>
                  </a:lnTo>
                  <a:lnTo>
                    <a:pt x="5025" y="6716"/>
                  </a:lnTo>
                  <a:lnTo>
                    <a:pt x="50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0" name="Google Shape;9020;p86"/>
            <p:cNvSpPr/>
            <p:nvPr/>
          </p:nvSpPr>
          <p:spPr>
            <a:xfrm>
              <a:off x="6349494" y="3116949"/>
              <a:ext cx="29490" cy="63603"/>
            </a:xfrm>
            <a:custGeom>
              <a:avLst/>
              <a:gdLst/>
              <a:ahLst/>
              <a:cxnLst/>
              <a:rect l="l" t="t" r="r" b="b"/>
              <a:pathLst>
                <a:path w="906" h="1954" extrusionOk="0">
                  <a:moveTo>
                    <a:pt x="476" y="1"/>
                  </a:moveTo>
                  <a:cubicBezTo>
                    <a:pt x="214" y="1"/>
                    <a:pt x="0" y="191"/>
                    <a:pt x="0" y="453"/>
                  </a:cubicBezTo>
                  <a:lnTo>
                    <a:pt x="0" y="1501"/>
                  </a:lnTo>
                  <a:cubicBezTo>
                    <a:pt x="0" y="1739"/>
                    <a:pt x="214" y="1953"/>
                    <a:pt x="476" y="1953"/>
                  </a:cubicBezTo>
                  <a:cubicBezTo>
                    <a:pt x="715" y="1930"/>
                    <a:pt x="905" y="1739"/>
                    <a:pt x="905" y="1477"/>
                  </a:cubicBezTo>
                  <a:lnTo>
                    <a:pt x="905" y="477"/>
                  </a:lnTo>
                  <a:cubicBezTo>
                    <a:pt x="905" y="215"/>
                    <a:pt x="715" y="24"/>
                    <a:pt x="4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1" name="Google Shape;9021;p86"/>
            <p:cNvSpPr/>
            <p:nvPr/>
          </p:nvSpPr>
          <p:spPr>
            <a:xfrm>
              <a:off x="6529728" y="3115387"/>
              <a:ext cx="31801" cy="31834"/>
            </a:xfrm>
            <a:custGeom>
              <a:avLst/>
              <a:gdLst/>
              <a:ahLst/>
              <a:cxnLst/>
              <a:rect l="l" t="t" r="r" b="b"/>
              <a:pathLst>
                <a:path w="977" h="978" extrusionOk="0">
                  <a:moveTo>
                    <a:pt x="488" y="1"/>
                  </a:moveTo>
                  <a:cubicBezTo>
                    <a:pt x="244" y="1"/>
                    <a:pt x="0" y="168"/>
                    <a:pt x="36" y="501"/>
                  </a:cubicBezTo>
                  <a:lnTo>
                    <a:pt x="36" y="977"/>
                  </a:lnTo>
                  <a:lnTo>
                    <a:pt x="941" y="977"/>
                  </a:lnTo>
                  <a:lnTo>
                    <a:pt x="941" y="501"/>
                  </a:lnTo>
                  <a:cubicBezTo>
                    <a:pt x="976" y="168"/>
                    <a:pt x="732" y="1"/>
                    <a:pt x="48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2" name="Google Shape;9022;p86"/>
            <p:cNvSpPr/>
            <p:nvPr/>
          </p:nvSpPr>
          <p:spPr>
            <a:xfrm>
              <a:off x="6281267" y="3276644"/>
              <a:ext cx="348838" cy="109335"/>
            </a:xfrm>
            <a:custGeom>
              <a:avLst/>
              <a:gdLst/>
              <a:ahLst/>
              <a:cxnLst/>
              <a:rect l="l" t="t" r="r" b="b"/>
              <a:pathLst>
                <a:path w="10717" h="3359" extrusionOk="0">
                  <a:moveTo>
                    <a:pt x="0" y="0"/>
                  </a:moveTo>
                  <a:lnTo>
                    <a:pt x="0" y="1572"/>
                  </a:lnTo>
                  <a:lnTo>
                    <a:pt x="4001" y="1572"/>
                  </a:lnTo>
                  <a:lnTo>
                    <a:pt x="4001" y="1953"/>
                  </a:lnTo>
                  <a:cubicBezTo>
                    <a:pt x="4001" y="2382"/>
                    <a:pt x="3668" y="2739"/>
                    <a:pt x="3239" y="2739"/>
                  </a:cubicBezTo>
                  <a:lnTo>
                    <a:pt x="2263" y="2739"/>
                  </a:lnTo>
                  <a:lnTo>
                    <a:pt x="2263" y="3358"/>
                  </a:lnTo>
                  <a:lnTo>
                    <a:pt x="8455" y="3358"/>
                  </a:lnTo>
                  <a:lnTo>
                    <a:pt x="8455" y="2715"/>
                  </a:lnTo>
                  <a:lnTo>
                    <a:pt x="7502" y="2715"/>
                  </a:lnTo>
                  <a:cubicBezTo>
                    <a:pt x="7073" y="2715"/>
                    <a:pt x="6716" y="2382"/>
                    <a:pt x="6740" y="1953"/>
                  </a:cubicBezTo>
                  <a:lnTo>
                    <a:pt x="6740" y="1572"/>
                  </a:lnTo>
                  <a:lnTo>
                    <a:pt x="10717" y="1572"/>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3" name="Google Shape;9023;p86"/>
            <p:cNvSpPr/>
            <p:nvPr/>
          </p:nvSpPr>
          <p:spPr>
            <a:xfrm>
              <a:off x="6282048" y="3037102"/>
              <a:ext cx="163596" cy="218638"/>
            </a:xfrm>
            <a:custGeom>
              <a:avLst/>
              <a:gdLst/>
              <a:ahLst/>
              <a:cxnLst/>
              <a:rect l="l" t="t" r="r" b="b"/>
              <a:pathLst>
                <a:path w="5026" h="6717" extrusionOk="0">
                  <a:moveTo>
                    <a:pt x="2527" y="1831"/>
                  </a:moveTo>
                  <a:cubicBezTo>
                    <a:pt x="2809" y="1831"/>
                    <a:pt x="3115" y="1939"/>
                    <a:pt x="3406" y="2192"/>
                  </a:cubicBezTo>
                  <a:cubicBezTo>
                    <a:pt x="3549" y="2311"/>
                    <a:pt x="3620" y="2477"/>
                    <a:pt x="3620" y="2644"/>
                  </a:cubicBezTo>
                  <a:lnTo>
                    <a:pt x="3620" y="3954"/>
                  </a:lnTo>
                  <a:cubicBezTo>
                    <a:pt x="3620" y="4001"/>
                    <a:pt x="3620" y="4073"/>
                    <a:pt x="3596" y="4144"/>
                  </a:cubicBezTo>
                  <a:lnTo>
                    <a:pt x="4073" y="4525"/>
                  </a:lnTo>
                  <a:lnTo>
                    <a:pt x="3692" y="5002"/>
                  </a:lnTo>
                  <a:lnTo>
                    <a:pt x="3311" y="4716"/>
                  </a:lnTo>
                  <a:cubicBezTo>
                    <a:pt x="3115" y="4911"/>
                    <a:pt x="2844" y="5032"/>
                    <a:pt x="2547" y="5032"/>
                  </a:cubicBezTo>
                  <a:cubicBezTo>
                    <a:pt x="2264" y="5032"/>
                    <a:pt x="1957" y="4923"/>
                    <a:pt x="1667" y="4668"/>
                  </a:cubicBezTo>
                  <a:cubicBezTo>
                    <a:pt x="1524" y="4549"/>
                    <a:pt x="1453" y="4383"/>
                    <a:pt x="1453" y="4216"/>
                  </a:cubicBezTo>
                  <a:lnTo>
                    <a:pt x="1453" y="2906"/>
                  </a:lnTo>
                  <a:cubicBezTo>
                    <a:pt x="1453" y="2308"/>
                    <a:pt x="1935" y="1831"/>
                    <a:pt x="2527" y="1831"/>
                  </a:cubicBezTo>
                  <a:close/>
                  <a:moveTo>
                    <a:pt x="0" y="1"/>
                  </a:moveTo>
                  <a:lnTo>
                    <a:pt x="0" y="6716"/>
                  </a:lnTo>
                  <a:lnTo>
                    <a:pt x="5025" y="6716"/>
                  </a:lnTo>
                  <a:lnTo>
                    <a:pt x="50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24" name="Google Shape;9024;p86"/>
          <p:cNvGrpSpPr/>
          <p:nvPr/>
        </p:nvGrpSpPr>
        <p:grpSpPr>
          <a:xfrm>
            <a:off x="6366436" y="5376795"/>
            <a:ext cx="466288" cy="388664"/>
            <a:chOff x="4774321" y="4180482"/>
            <a:chExt cx="348844" cy="290743"/>
          </a:xfrm>
          <a:solidFill>
            <a:schemeClr val="bg1"/>
          </a:solidFill>
        </p:grpSpPr>
        <p:sp>
          <p:nvSpPr>
            <p:cNvPr id="9025" name="Google Shape;9025;p86"/>
            <p:cNvSpPr/>
            <p:nvPr/>
          </p:nvSpPr>
          <p:spPr>
            <a:xfrm>
              <a:off x="4833433" y="4180482"/>
              <a:ext cx="201354" cy="172059"/>
            </a:xfrm>
            <a:custGeom>
              <a:avLst/>
              <a:gdLst/>
              <a:ahLst/>
              <a:cxnLst/>
              <a:rect l="l" t="t" r="r" b="b"/>
              <a:pathLst>
                <a:path w="6186" h="5286" extrusionOk="0">
                  <a:moveTo>
                    <a:pt x="2518" y="953"/>
                  </a:moveTo>
                  <a:lnTo>
                    <a:pt x="5495" y="2668"/>
                  </a:lnTo>
                  <a:lnTo>
                    <a:pt x="2518" y="4359"/>
                  </a:lnTo>
                  <a:lnTo>
                    <a:pt x="2518" y="953"/>
                  </a:lnTo>
                  <a:close/>
                  <a:moveTo>
                    <a:pt x="3513" y="1"/>
                  </a:moveTo>
                  <a:cubicBezTo>
                    <a:pt x="1175" y="1"/>
                    <a:pt x="1" y="2842"/>
                    <a:pt x="1661" y="4502"/>
                  </a:cubicBezTo>
                  <a:cubicBezTo>
                    <a:pt x="2202" y="5043"/>
                    <a:pt x="2869" y="5286"/>
                    <a:pt x="3523" y="5286"/>
                  </a:cubicBezTo>
                  <a:cubicBezTo>
                    <a:pt x="4883" y="5286"/>
                    <a:pt x="6186" y="4236"/>
                    <a:pt x="6186" y="2644"/>
                  </a:cubicBezTo>
                  <a:cubicBezTo>
                    <a:pt x="6186" y="1168"/>
                    <a:pt x="4995" y="1"/>
                    <a:pt x="3542" y="1"/>
                  </a:cubicBezTo>
                  <a:cubicBezTo>
                    <a:pt x="3533" y="1"/>
                    <a:pt x="3523" y="1"/>
                    <a:pt x="35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6" name="Google Shape;9026;p86"/>
            <p:cNvSpPr/>
            <p:nvPr/>
          </p:nvSpPr>
          <p:spPr>
            <a:xfrm>
              <a:off x="4774321" y="4196009"/>
              <a:ext cx="164345" cy="227134"/>
            </a:xfrm>
            <a:custGeom>
              <a:avLst/>
              <a:gdLst/>
              <a:ahLst/>
              <a:cxnLst/>
              <a:rect l="l" t="t" r="r" b="b"/>
              <a:pathLst>
                <a:path w="5049" h="6978" extrusionOk="0">
                  <a:moveTo>
                    <a:pt x="0" y="0"/>
                  </a:moveTo>
                  <a:lnTo>
                    <a:pt x="0" y="6287"/>
                  </a:lnTo>
                  <a:lnTo>
                    <a:pt x="3453" y="6287"/>
                  </a:lnTo>
                  <a:cubicBezTo>
                    <a:pt x="4049" y="6287"/>
                    <a:pt x="4620" y="6549"/>
                    <a:pt x="5049" y="6978"/>
                  </a:cubicBezTo>
                  <a:lnTo>
                    <a:pt x="5049" y="5430"/>
                  </a:lnTo>
                  <a:cubicBezTo>
                    <a:pt x="2382" y="5168"/>
                    <a:pt x="1143" y="2001"/>
                    <a:pt x="29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7" name="Google Shape;9027;p86"/>
            <p:cNvSpPr/>
            <p:nvPr/>
          </p:nvSpPr>
          <p:spPr>
            <a:xfrm>
              <a:off x="4935546" y="4247146"/>
              <a:ext cx="35675" cy="40362"/>
            </a:xfrm>
            <a:custGeom>
              <a:avLst/>
              <a:gdLst/>
              <a:ahLst/>
              <a:cxnLst/>
              <a:rect l="l" t="t" r="r" b="b"/>
              <a:pathLst>
                <a:path w="1096" h="1240" extrusionOk="0">
                  <a:moveTo>
                    <a:pt x="1" y="1"/>
                  </a:moveTo>
                  <a:lnTo>
                    <a:pt x="1" y="1239"/>
                  </a:lnTo>
                  <a:lnTo>
                    <a:pt x="1096" y="620"/>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8" name="Google Shape;9028;p86"/>
            <p:cNvSpPr/>
            <p:nvPr/>
          </p:nvSpPr>
          <p:spPr>
            <a:xfrm>
              <a:off x="4775069" y="4420805"/>
              <a:ext cx="164378" cy="50420"/>
            </a:xfrm>
            <a:custGeom>
              <a:avLst/>
              <a:gdLst/>
              <a:ahLst/>
              <a:cxnLst/>
              <a:rect l="l" t="t" r="r" b="b"/>
              <a:pathLst>
                <a:path w="5050" h="1549" extrusionOk="0">
                  <a:moveTo>
                    <a:pt x="1" y="0"/>
                  </a:moveTo>
                  <a:lnTo>
                    <a:pt x="1" y="1548"/>
                  </a:lnTo>
                  <a:lnTo>
                    <a:pt x="5050" y="1548"/>
                  </a:lnTo>
                  <a:cubicBezTo>
                    <a:pt x="5002" y="691"/>
                    <a:pt x="4311" y="24"/>
                    <a:pt x="34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29" name="Google Shape;9029;p86"/>
            <p:cNvSpPr/>
            <p:nvPr/>
          </p:nvSpPr>
          <p:spPr>
            <a:xfrm>
              <a:off x="4958787" y="4196009"/>
              <a:ext cx="164378" cy="227134"/>
            </a:xfrm>
            <a:custGeom>
              <a:avLst/>
              <a:gdLst/>
              <a:ahLst/>
              <a:cxnLst/>
              <a:rect l="l" t="t" r="r" b="b"/>
              <a:pathLst>
                <a:path w="5050" h="6978" extrusionOk="0">
                  <a:moveTo>
                    <a:pt x="2144" y="0"/>
                  </a:moveTo>
                  <a:cubicBezTo>
                    <a:pt x="3907" y="2001"/>
                    <a:pt x="2668" y="5168"/>
                    <a:pt x="1" y="5430"/>
                  </a:cubicBezTo>
                  <a:lnTo>
                    <a:pt x="1" y="6978"/>
                  </a:lnTo>
                  <a:cubicBezTo>
                    <a:pt x="430" y="6549"/>
                    <a:pt x="1001" y="6287"/>
                    <a:pt x="1597" y="6287"/>
                  </a:cubicBezTo>
                  <a:lnTo>
                    <a:pt x="5050" y="6287"/>
                  </a:lnTo>
                  <a:lnTo>
                    <a:pt x="50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30" name="Google Shape;9030;p86"/>
            <p:cNvSpPr/>
            <p:nvPr/>
          </p:nvSpPr>
          <p:spPr>
            <a:xfrm>
              <a:off x="4958787" y="4420805"/>
              <a:ext cx="164378" cy="50420"/>
            </a:xfrm>
            <a:custGeom>
              <a:avLst/>
              <a:gdLst/>
              <a:ahLst/>
              <a:cxnLst/>
              <a:rect l="l" t="t" r="r" b="b"/>
              <a:pathLst>
                <a:path w="5050" h="1549" extrusionOk="0">
                  <a:moveTo>
                    <a:pt x="1597" y="0"/>
                  </a:moveTo>
                  <a:cubicBezTo>
                    <a:pt x="739" y="0"/>
                    <a:pt x="25" y="691"/>
                    <a:pt x="1" y="1548"/>
                  </a:cubicBezTo>
                  <a:lnTo>
                    <a:pt x="5050" y="1548"/>
                  </a:lnTo>
                  <a:lnTo>
                    <a:pt x="505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31" name="Google Shape;9031;p86"/>
          <p:cNvGrpSpPr/>
          <p:nvPr/>
        </p:nvGrpSpPr>
        <p:grpSpPr>
          <a:xfrm>
            <a:off x="7428466" y="3848326"/>
            <a:ext cx="356516" cy="466377"/>
            <a:chOff x="5568857" y="3037102"/>
            <a:chExt cx="266720" cy="348876"/>
          </a:xfrm>
          <a:solidFill>
            <a:schemeClr val="bg1"/>
          </a:solidFill>
        </p:grpSpPr>
        <p:sp>
          <p:nvSpPr>
            <p:cNvPr id="9032" name="Google Shape;9032;p86"/>
            <p:cNvSpPr/>
            <p:nvPr/>
          </p:nvSpPr>
          <p:spPr>
            <a:xfrm>
              <a:off x="5747171" y="3234002"/>
              <a:ext cx="88406" cy="151976"/>
            </a:xfrm>
            <a:custGeom>
              <a:avLst/>
              <a:gdLst/>
              <a:ahLst/>
              <a:cxnLst/>
              <a:rect l="l" t="t" r="r" b="b"/>
              <a:pathLst>
                <a:path w="2716" h="4669" extrusionOk="0">
                  <a:moveTo>
                    <a:pt x="0" y="1"/>
                  </a:moveTo>
                  <a:lnTo>
                    <a:pt x="24" y="3549"/>
                  </a:lnTo>
                  <a:lnTo>
                    <a:pt x="1001" y="3073"/>
                  </a:lnTo>
                  <a:lnTo>
                    <a:pt x="1763" y="4668"/>
                  </a:lnTo>
                  <a:lnTo>
                    <a:pt x="2501" y="4311"/>
                  </a:lnTo>
                  <a:lnTo>
                    <a:pt x="1763" y="2715"/>
                  </a:lnTo>
                  <a:lnTo>
                    <a:pt x="2715" y="2263"/>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33" name="Google Shape;9033;p86"/>
            <p:cNvSpPr/>
            <p:nvPr/>
          </p:nvSpPr>
          <p:spPr>
            <a:xfrm>
              <a:off x="5569638" y="3037884"/>
              <a:ext cx="62821" cy="62822"/>
            </a:xfrm>
            <a:custGeom>
              <a:avLst/>
              <a:gdLst/>
              <a:ahLst/>
              <a:cxnLst/>
              <a:rect l="l" t="t" r="r" b="b"/>
              <a:pathLst>
                <a:path w="1930" h="1930" extrusionOk="0">
                  <a:moveTo>
                    <a:pt x="1930" y="0"/>
                  </a:moveTo>
                  <a:lnTo>
                    <a:pt x="1" y="1929"/>
                  </a:lnTo>
                  <a:lnTo>
                    <a:pt x="1930" y="1929"/>
                  </a:lnTo>
                  <a:lnTo>
                    <a:pt x="19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34" name="Google Shape;9034;p86"/>
            <p:cNvSpPr/>
            <p:nvPr/>
          </p:nvSpPr>
          <p:spPr>
            <a:xfrm>
              <a:off x="5568857" y="3037102"/>
              <a:ext cx="219420" cy="292266"/>
            </a:xfrm>
            <a:custGeom>
              <a:avLst/>
              <a:gdLst/>
              <a:ahLst/>
              <a:cxnLst/>
              <a:rect l="l" t="t" r="r" b="b"/>
              <a:pathLst>
                <a:path w="6741" h="8979" extrusionOk="0">
                  <a:moveTo>
                    <a:pt x="5454" y="4025"/>
                  </a:moveTo>
                  <a:lnTo>
                    <a:pt x="5454" y="4644"/>
                  </a:lnTo>
                  <a:lnTo>
                    <a:pt x="3311" y="4644"/>
                  </a:lnTo>
                  <a:lnTo>
                    <a:pt x="3311" y="4025"/>
                  </a:lnTo>
                  <a:close/>
                  <a:moveTo>
                    <a:pt x="2478" y="3168"/>
                  </a:moveTo>
                  <a:lnTo>
                    <a:pt x="2930" y="3597"/>
                  </a:lnTo>
                  <a:lnTo>
                    <a:pt x="1930" y="4668"/>
                  </a:lnTo>
                  <a:lnTo>
                    <a:pt x="1168" y="3954"/>
                  </a:lnTo>
                  <a:lnTo>
                    <a:pt x="1597" y="3501"/>
                  </a:lnTo>
                  <a:lnTo>
                    <a:pt x="1882" y="3787"/>
                  </a:lnTo>
                  <a:lnTo>
                    <a:pt x="2478" y="3168"/>
                  </a:lnTo>
                  <a:close/>
                  <a:moveTo>
                    <a:pt x="2359" y="5311"/>
                  </a:moveTo>
                  <a:lnTo>
                    <a:pt x="2359" y="5954"/>
                  </a:lnTo>
                  <a:lnTo>
                    <a:pt x="1716" y="5954"/>
                  </a:lnTo>
                  <a:lnTo>
                    <a:pt x="1716" y="5311"/>
                  </a:lnTo>
                  <a:close/>
                  <a:moveTo>
                    <a:pt x="2359" y="6597"/>
                  </a:moveTo>
                  <a:lnTo>
                    <a:pt x="2359" y="7216"/>
                  </a:lnTo>
                  <a:lnTo>
                    <a:pt x="1716" y="7216"/>
                  </a:lnTo>
                  <a:lnTo>
                    <a:pt x="1716" y="6597"/>
                  </a:lnTo>
                  <a:close/>
                  <a:moveTo>
                    <a:pt x="2573" y="1"/>
                  </a:moveTo>
                  <a:lnTo>
                    <a:pt x="2573" y="2573"/>
                  </a:lnTo>
                  <a:lnTo>
                    <a:pt x="1" y="2573"/>
                  </a:lnTo>
                  <a:lnTo>
                    <a:pt x="1" y="8979"/>
                  </a:lnTo>
                  <a:lnTo>
                    <a:pt x="4883" y="8979"/>
                  </a:lnTo>
                  <a:lnTo>
                    <a:pt x="4859" y="7216"/>
                  </a:lnTo>
                  <a:lnTo>
                    <a:pt x="3311" y="7216"/>
                  </a:lnTo>
                  <a:lnTo>
                    <a:pt x="3311" y="6597"/>
                  </a:lnTo>
                  <a:lnTo>
                    <a:pt x="4859" y="6597"/>
                  </a:lnTo>
                  <a:lnTo>
                    <a:pt x="4859" y="5954"/>
                  </a:lnTo>
                  <a:lnTo>
                    <a:pt x="3311" y="5954"/>
                  </a:lnTo>
                  <a:lnTo>
                    <a:pt x="3311" y="5311"/>
                  </a:lnTo>
                  <a:lnTo>
                    <a:pt x="4835" y="5311"/>
                  </a:lnTo>
                  <a:lnTo>
                    <a:pt x="4835" y="4692"/>
                  </a:lnTo>
                  <a:lnTo>
                    <a:pt x="6740" y="6288"/>
                  </a:lnTo>
                  <a:lnTo>
                    <a:pt x="674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35" name="Google Shape;9035;p86"/>
          <p:cNvGrpSpPr/>
          <p:nvPr/>
        </p:nvGrpSpPr>
        <p:grpSpPr>
          <a:xfrm>
            <a:off x="6366436" y="3849370"/>
            <a:ext cx="466280" cy="465332"/>
            <a:chOff x="4774321" y="3037884"/>
            <a:chExt cx="348838" cy="348094"/>
          </a:xfrm>
          <a:solidFill>
            <a:schemeClr val="bg1"/>
          </a:solidFill>
        </p:grpSpPr>
        <p:sp>
          <p:nvSpPr>
            <p:cNvPr id="9036" name="Google Shape;9036;p86"/>
            <p:cNvSpPr/>
            <p:nvPr/>
          </p:nvSpPr>
          <p:spPr>
            <a:xfrm>
              <a:off x="4909960" y="3144846"/>
              <a:ext cx="29490" cy="30272"/>
            </a:xfrm>
            <a:custGeom>
              <a:avLst/>
              <a:gdLst/>
              <a:ahLst/>
              <a:cxnLst/>
              <a:rect l="l" t="t" r="r" b="b"/>
              <a:pathLst>
                <a:path w="906" h="930" extrusionOk="0">
                  <a:moveTo>
                    <a:pt x="429" y="1"/>
                  </a:moveTo>
                  <a:cubicBezTo>
                    <a:pt x="191" y="25"/>
                    <a:pt x="1" y="215"/>
                    <a:pt x="1" y="453"/>
                  </a:cubicBezTo>
                  <a:lnTo>
                    <a:pt x="1" y="930"/>
                  </a:lnTo>
                  <a:lnTo>
                    <a:pt x="906" y="930"/>
                  </a:lnTo>
                  <a:lnTo>
                    <a:pt x="906" y="453"/>
                  </a:lnTo>
                  <a:cubicBezTo>
                    <a:pt x="906" y="191"/>
                    <a:pt x="691" y="1"/>
                    <a:pt x="4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37" name="Google Shape;9037;p86"/>
            <p:cNvSpPr/>
            <p:nvPr/>
          </p:nvSpPr>
          <p:spPr>
            <a:xfrm>
              <a:off x="4784379" y="3165776"/>
              <a:ext cx="37237" cy="51982"/>
            </a:xfrm>
            <a:custGeom>
              <a:avLst/>
              <a:gdLst/>
              <a:ahLst/>
              <a:cxnLst/>
              <a:rect l="l" t="t" r="r" b="b"/>
              <a:pathLst>
                <a:path w="1144" h="1597" extrusionOk="0">
                  <a:moveTo>
                    <a:pt x="1144" y="1"/>
                  </a:moveTo>
                  <a:lnTo>
                    <a:pt x="1" y="882"/>
                  </a:lnTo>
                  <a:lnTo>
                    <a:pt x="1144" y="1596"/>
                  </a:lnTo>
                  <a:lnTo>
                    <a:pt x="11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38" name="Google Shape;9038;p86"/>
            <p:cNvSpPr/>
            <p:nvPr/>
          </p:nvSpPr>
          <p:spPr>
            <a:xfrm>
              <a:off x="5075840" y="3166557"/>
              <a:ext cx="37270" cy="51201"/>
            </a:xfrm>
            <a:custGeom>
              <a:avLst/>
              <a:gdLst/>
              <a:ahLst/>
              <a:cxnLst/>
              <a:rect l="l" t="t" r="r" b="b"/>
              <a:pathLst>
                <a:path w="1145" h="1573" extrusionOk="0">
                  <a:moveTo>
                    <a:pt x="1" y="1"/>
                  </a:moveTo>
                  <a:lnTo>
                    <a:pt x="1" y="1572"/>
                  </a:lnTo>
                  <a:lnTo>
                    <a:pt x="1144" y="858"/>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39" name="Google Shape;9039;p86"/>
            <p:cNvSpPr/>
            <p:nvPr/>
          </p:nvSpPr>
          <p:spPr>
            <a:xfrm>
              <a:off x="4841734" y="3037884"/>
              <a:ext cx="213984" cy="258935"/>
            </a:xfrm>
            <a:custGeom>
              <a:avLst/>
              <a:gdLst/>
              <a:ahLst/>
              <a:cxnLst/>
              <a:rect l="l" t="t" r="r" b="b"/>
              <a:pathLst>
                <a:path w="6574" h="7955" extrusionOk="0">
                  <a:moveTo>
                    <a:pt x="4740" y="1334"/>
                  </a:moveTo>
                  <a:lnTo>
                    <a:pt x="4740" y="1929"/>
                  </a:lnTo>
                  <a:lnTo>
                    <a:pt x="5335" y="1929"/>
                  </a:lnTo>
                  <a:lnTo>
                    <a:pt x="5335" y="2549"/>
                  </a:lnTo>
                  <a:lnTo>
                    <a:pt x="4788" y="2549"/>
                  </a:lnTo>
                  <a:lnTo>
                    <a:pt x="4788" y="3144"/>
                  </a:lnTo>
                  <a:lnTo>
                    <a:pt x="4145" y="3144"/>
                  </a:lnTo>
                  <a:lnTo>
                    <a:pt x="4145" y="2549"/>
                  </a:lnTo>
                  <a:lnTo>
                    <a:pt x="3549" y="2549"/>
                  </a:lnTo>
                  <a:lnTo>
                    <a:pt x="3549" y="1929"/>
                  </a:lnTo>
                  <a:lnTo>
                    <a:pt x="4145" y="1929"/>
                  </a:lnTo>
                  <a:lnTo>
                    <a:pt x="4145" y="1334"/>
                  </a:lnTo>
                  <a:close/>
                  <a:moveTo>
                    <a:pt x="2547" y="2617"/>
                  </a:moveTo>
                  <a:cubicBezTo>
                    <a:pt x="3101" y="2617"/>
                    <a:pt x="3656" y="2992"/>
                    <a:pt x="3621" y="3739"/>
                  </a:cubicBezTo>
                  <a:lnTo>
                    <a:pt x="3621" y="5835"/>
                  </a:lnTo>
                  <a:lnTo>
                    <a:pt x="3002" y="5835"/>
                  </a:lnTo>
                  <a:lnTo>
                    <a:pt x="3002" y="4835"/>
                  </a:lnTo>
                  <a:lnTo>
                    <a:pt x="2097" y="4835"/>
                  </a:lnTo>
                  <a:lnTo>
                    <a:pt x="2097" y="5835"/>
                  </a:lnTo>
                  <a:lnTo>
                    <a:pt x="1477" y="5835"/>
                  </a:lnTo>
                  <a:lnTo>
                    <a:pt x="1477" y="3763"/>
                  </a:lnTo>
                  <a:cubicBezTo>
                    <a:pt x="1430" y="2998"/>
                    <a:pt x="1988" y="2617"/>
                    <a:pt x="2547" y="2617"/>
                  </a:cubicBezTo>
                  <a:close/>
                  <a:moveTo>
                    <a:pt x="1" y="0"/>
                  </a:moveTo>
                  <a:lnTo>
                    <a:pt x="1" y="5930"/>
                  </a:lnTo>
                  <a:lnTo>
                    <a:pt x="3287" y="7954"/>
                  </a:lnTo>
                  <a:lnTo>
                    <a:pt x="6574" y="5930"/>
                  </a:lnTo>
                  <a:lnTo>
                    <a:pt x="657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40" name="Google Shape;9040;p86"/>
            <p:cNvSpPr/>
            <p:nvPr/>
          </p:nvSpPr>
          <p:spPr>
            <a:xfrm>
              <a:off x="4774321" y="3212291"/>
              <a:ext cx="348838" cy="173687"/>
            </a:xfrm>
            <a:custGeom>
              <a:avLst/>
              <a:gdLst/>
              <a:ahLst/>
              <a:cxnLst/>
              <a:rect l="l" t="t" r="r" b="b"/>
              <a:pathLst>
                <a:path w="10717" h="5336" extrusionOk="0">
                  <a:moveTo>
                    <a:pt x="0" y="1"/>
                  </a:moveTo>
                  <a:lnTo>
                    <a:pt x="0" y="5335"/>
                  </a:lnTo>
                  <a:lnTo>
                    <a:pt x="10717" y="5335"/>
                  </a:lnTo>
                  <a:lnTo>
                    <a:pt x="10717" y="1"/>
                  </a:lnTo>
                  <a:lnTo>
                    <a:pt x="5358" y="3311"/>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41" name="Google Shape;9041;p86"/>
          <p:cNvGrpSpPr/>
          <p:nvPr/>
        </p:nvGrpSpPr>
        <p:grpSpPr>
          <a:xfrm>
            <a:off x="5359272" y="3849369"/>
            <a:ext cx="466280" cy="465336"/>
            <a:chOff x="4020831" y="3037884"/>
            <a:chExt cx="348838" cy="348097"/>
          </a:xfrm>
          <a:solidFill>
            <a:schemeClr val="bg1"/>
          </a:solidFill>
        </p:grpSpPr>
        <p:sp>
          <p:nvSpPr>
            <p:cNvPr id="9042" name="Google Shape;9042;p86"/>
            <p:cNvSpPr/>
            <p:nvPr/>
          </p:nvSpPr>
          <p:spPr>
            <a:xfrm>
              <a:off x="4127794" y="3037884"/>
              <a:ext cx="136482" cy="182964"/>
            </a:xfrm>
            <a:custGeom>
              <a:avLst/>
              <a:gdLst/>
              <a:ahLst/>
              <a:cxnLst/>
              <a:rect l="l" t="t" r="r" b="b"/>
              <a:pathLst>
                <a:path w="4193" h="5621" extrusionOk="0">
                  <a:moveTo>
                    <a:pt x="2065" y="721"/>
                  </a:moveTo>
                  <a:cubicBezTo>
                    <a:pt x="2763" y="721"/>
                    <a:pt x="3430" y="1265"/>
                    <a:pt x="3430" y="2072"/>
                  </a:cubicBezTo>
                  <a:cubicBezTo>
                    <a:pt x="3430" y="2834"/>
                    <a:pt x="2835" y="3430"/>
                    <a:pt x="2073" y="3430"/>
                  </a:cubicBezTo>
                  <a:cubicBezTo>
                    <a:pt x="882" y="3430"/>
                    <a:pt x="263" y="1977"/>
                    <a:pt x="1120" y="1120"/>
                  </a:cubicBezTo>
                  <a:cubicBezTo>
                    <a:pt x="1396" y="844"/>
                    <a:pt x="1734" y="721"/>
                    <a:pt x="2065" y="721"/>
                  </a:cubicBezTo>
                  <a:close/>
                  <a:moveTo>
                    <a:pt x="2073" y="0"/>
                  </a:moveTo>
                  <a:cubicBezTo>
                    <a:pt x="930" y="0"/>
                    <a:pt x="1" y="929"/>
                    <a:pt x="1" y="2072"/>
                  </a:cubicBezTo>
                  <a:cubicBezTo>
                    <a:pt x="1" y="2715"/>
                    <a:pt x="334" y="3239"/>
                    <a:pt x="739" y="3787"/>
                  </a:cubicBezTo>
                  <a:lnTo>
                    <a:pt x="2097" y="5621"/>
                  </a:lnTo>
                  <a:cubicBezTo>
                    <a:pt x="2120" y="5573"/>
                    <a:pt x="2168" y="5549"/>
                    <a:pt x="2192" y="5502"/>
                  </a:cubicBezTo>
                  <a:cubicBezTo>
                    <a:pt x="2216" y="5454"/>
                    <a:pt x="2311" y="5335"/>
                    <a:pt x="2358" y="5263"/>
                  </a:cubicBezTo>
                  <a:lnTo>
                    <a:pt x="3430" y="3787"/>
                  </a:lnTo>
                  <a:cubicBezTo>
                    <a:pt x="3835" y="3239"/>
                    <a:pt x="4192" y="2715"/>
                    <a:pt x="4192" y="2072"/>
                  </a:cubicBezTo>
                  <a:lnTo>
                    <a:pt x="4168" y="2072"/>
                  </a:lnTo>
                  <a:cubicBezTo>
                    <a:pt x="4168" y="929"/>
                    <a:pt x="3240" y="0"/>
                    <a:pt x="2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43" name="Google Shape;9043;p86"/>
            <p:cNvSpPr/>
            <p:nvPr/>
          </p:nvSpPr>
          <p:spPr>
            <a:xfrm>
              <a:off x="4135541" y="3229347"/>
              <a:ext cx="118645" cy="42087"/>
            </a:xfrm>
            <a:custGeom>
              <a:avLst/>
              <a:gdLst/>
              <a:ahLst/>
              <a:cxnLst/>
              <a:rect l="l" t="t" r="r" b="b"/>
              <a:pathLst>
                <a:path w="3645" h="1293" extrusionOk="0">
                  <a:moveTo>
                    <a:pt x="1239" y="1"/>
                  </a:moveTo>
                  <a:cubicBezTo>
                    <a:pt x="954" y="48"/>
                    <a:pt x="692" y="120"/>
                    <a:pt x="453" y="239"/>
                  </a:cubicBezTo>
                  <a:cubicBezTo>
                    <a:pt x="168" y="358"/>
                    <a:pt x="1" y="501"/>
                    <a:pt x="1" y="644"/>
                  </a:cubicBezTo>
                  <a:lnTo>
                    <a:pt x="25" y="644"/>
                  </a:lnTo>
                  <a:cubicBezTo>
                    <a:pt x="25" y="763"/>
                    <a:pt x="192" y="906"/>
                    <a:pt x="453" y="1025"/>
                  </a:cubicBezTo>
                  <a:cubicBezTo>
                    <a:pt x="894" y="1203"/>
                    <a:pt x="1358" y="1293"/>
                    <a:pt x="1826" y="1293"/>
                  </a:cubicBezTo>
                  <a:cubicBezTo>
                    <a:pt x="2293" y="1293"/>
                    <a:pt x="2763" y="1203"/>
                    <a:pt x="3216" y="1025"/>
                  </a:cubicBezTo>
                  <a:cubicBezTo>
                    <a:pt x="3478" y="906"/>
                    <a:pt x="3645" y="763"/>
                    <a:pt x="3645" y="644"/>
                  </a:cubicBezTo>
                  <a:cubicBezTo>
                    <a:pt x="3645" y="501"/>
                    <a:pt x="3478" y="358"/>
                    <a:pt x="3216" y="239"/>
                  </a:cubicBezTo>
                  <a:cubicBezTo>
                    <a:pt x="2954" y="120"/>
                    <a:pt x="2692" y="48"/>
                    <a:pt x="2430" y="24"/>
                  </a:cubicBezTo>
                  <a:cubicBezTo>
                    <a:pt x="2311" y="167"/>
                    <a:pt x="2192" y="310"/>
                    <a:pt x="2073" y="477"/>
                  </a:cubicBezTo>
                  <a:lnTo>
                    <a:pt x="1835" y="810"/>
                  </a:lnTo>
                  <a:lnTo>
                    <a:pt x="12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44" name="Google Shape;9044;p86"/>
            <p:cNvSpPr/>
            <p:nvPr/>
          </p:nvSpPr>
          <p:spPr>
            <a:xfrm>
              <a:off x="4171217" y="3082055"/>
              <a:ext cx="47328" cy="47328"/>
            </a:xfrm>
            <a:custGeom>
              <a:avLst/>
              <a:gdLst/>
              <a:ahLst/>
              <a:cxnLst/>
              <a:rect l="l" t="t" r="r" b="b"/>
              <a:pathLst>
                <a:path w="1454" h="1454" extrusionOk="0">
                  <a:moveTo>
                    <a:pt x="739" y="1"/>
                  </a:moveTo>
                  <a:cubicBezTo>
                    <a:pt x="334" y="1"/>
                    <a:pt x="0" y="310"/>
                    <a:pt x="0" y="715"/>
                  </a:cubicBezTo>
                  <a:cubicBezTo>
                    <a:pt x="0" y="1120"/>
                    <a:pt x="334" y="1454"/>
                    <a:pt x="739" y="1454"/>
                  </a:cubicBezTo>
                  <a:cubicBezTo>
                    <a:pt x="1144" y="1454"/>
                    <a:pt x="1453" y="1120"/>
                    <a:pt x="1453" y="715"/>
                  </a:cubicBezTo>
                  <a:cubicBezTo>
                    <a:pt x="1453" y="310"/>
                    <a:pt x="1144" y="1"/>
                    <a:pt x="7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45" name="Google Shape;9045;p86"/>
            <p:cNvSpPr/>
            <p:nvPr/>
          </p:nvSpPr>
          <p:spPr>
            <a:xfrm>
              <a:off x="4020831" y="3339434"/>
              <a:ext cx="348838" cy="46546"/>
            </a:xfrm>
            <a:custGeom>
              <a:avLst/>
              <a:gdLst/>
              <a:ahLst/>
              <a:cxnLst/>
              <a:rect l="l" t="t" r="r" b="b"/>
              <a:pathLst>
                <a:path w="10717" h="1430" extrusionOk="0">
                  <a:moveTo>
                    <a:pt x="0" y="0"/>
                  </a:moveTo>
                  <a:lnTo>
                    <a:pt x="0" y="405"/>
                  </a:lnTo>
                  <a:cubicBezTo>
                    <a:pt x="0" y="977"/>
                    <a:pt x="453" y="1429"/>
                    <a:pt x="1024" y="1429"/>
                  </a:cubicBezTo>
                  <a:lnTo>
                    <a:pt x="9693" y="1429"/>
                  </a:lnTo>
                  <a:cubicBezTo>
                    <a:pt x="10241" y="1429"/>
                    <a:pt x="10717" y="977"/>
                    <a:pt x="10717" y="405"/>
                  </a:cubicBez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46" name="Google Shape;9046;p86"/>
            <p:cNvSpPr/>
            <p:nvPr/>
          </p:nvSpPr>
          <p:spPr>
            <a:xfrm>
              <a:off x="4041762" y="3141753"/>
              <a:ext cx="306979" cy="177560"/>
            </a:xfrm>
            <a:custGeom>
              <a:avLst/>
              <a:gdLst/>
              <a:ahLst/>
              <a:cxnLst/>
              <a:rect l="l" t="t" r="r" b="b"/>
              <a:pathLst>
                <a:path w="9431" h="5455" extrusionOk="0">
                  <a:moveTo>
                    <a:pt x="7169" y="1"/>
                  </a:moveTo>
                  <a:cubicBezTo>
                    <a:pt x="7169" y="1"/>
                    <a:pt x="6788" y="667"/>
                    <a:pt x="6573" y="977"/>
                  </a:cubicBezTo>
                  <a:lnTo>
                    <a:pt x="5716" y="2144"/>
                  </a:lnTo>
                  <a:cubicBezTo>
                    <a:pt x="5930" y="2192"/>
                    <a:pt x="6145" y="2239"/>
                    <a:pt x="6359" y="2334"/>
                  </a:cubicBezTo>
                  <a:cubicBezTo>
                    <a:pt x="6883" y="2573"/>
                    <a:pt x="7169" y="2930"/>
                    <a:pt x="7169" y="3311"/>
                  </a:cubicBezTo>
                  <a:cubicBezTo>
                    <a:pt x="7169" y="3692"/>
                    <a:pt x="6859" y="4049"/>
                    <a:pt x="6359" y="4287"/>
                  </a:cubicBezTo>
                  <a:cubicBezTo>
                    <a:pt x="5823" y="4490"/>
                    <a:pt x="5263" y="4591"/>
                    <a:pt x="4707" y="4591"/>
                  </a:cubicBezTo>
                  <a:cubicBezTo>
                    <a:pt x="4150" y="4591"/>
                    <a:pt x="3596" y="4490"/>
                    <a:pt x="3073" y="4287"/>
                  </a:cubicBezTo>
                  <a:cubicBezTo>
                    <a:pt x="2549" y="4049"/>
                    <a:pt x="2263" y="3692"/>
                    <a:pt x="2263" y="3311"/>
                  </a:cubicBezTo>
                  <a:cubicBezTo>
                    <a:pt x="2263" y="2930"/>
                    <a:pt x="2572" y="2573"/>
                    <a:pt x="3073" y="2334"/>
                  </a:cubicBezTo>
                  <a:cubicBezTo>
                    <a:pt x="3287" y="2239"/>
                    <a:pt x="3501" y="2192"/>
                    <a:pt x="3716" y="2144"/>
                  </a:cubicBezTo>
                  <a:lnTo>
                    <a:pt x="2858" y="977"/>
                  </a:lnTo>
                  <a:cubicBezTo>
                    <a:pt x="2644" y="667"/>
                    <a:pt x="2430" y="358"/>
                    <a:pt x="2263" y="24"/>
                  </a:cubicBezTo>
                  <a:lnTo>
                    <a:pt x="0" y="24"/>
                  </a:lnTo>
                  <a:lnTo>
                    <a:pt x="0" y="5454"/>
                  </a:lnTo>
                  <a:lnTo>
                    <a:pt x="9431" y="5454"/>
                  </a:lnTo>
                  <a:lnTo>
                    <a:pt x="943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47" name="Google Shape;9047;p86"/>
          <p:cNvGrpSpPr/>
          <p:nvPr/>
        </p:nvGrpSpPr>
        <p:grpSpPr>
          <a:xfrm>
            <a:off x="8430452" y="4592370"/>
            <a:ext cx="367864" cy="466332"/>
            <a:chOff x="6318473" y="3593689"/>
            <a:chExt cx="275210" cy="348842"/>
          </a:xfrm>
          <a:solidFill>
            <a:schemeClr val="bg1"/>
          </a:solidFill>
        </p:grpSpPr>
        <p:sp>
          <p:nvSpPr>
            <p:cNvPr id="9048" name="Google Shape;9048;p86"/>
            <p:cNvSpPr/>
            <p:nvPr/>
          </p:nvSpPr>
          <p:spPr>
            <a:xfrm>
              <a:off x="6318473" y="3593689"/>
              <a:ext cx="275210" cy="128703"/>
            </a:xfrm>
            <a:custGeom>
              <a:avLst/>
              <a:gdLst/>
              <a:ahLst/>
              <a:cxnLst/>
              <a:rect l="l" t="t" r="r" b="b"/>
              <a:pathLst>
                <a:path w="8455" h="3954" extrusionOk="0">
                  <a:moveTo>
                    <a:pt x="4525" y="929"/>
                  </a:moveTo>
                  <a:lnTo>
                    <a:pt x="4525" y="1572"/>
                  </a:lnTo>
                  <a:lnTo>
                    <a:pt x="3906" y="1572"/>
                  </a:lnTo>
                  <a:lnTo>
                    <a:pt x="3906" y="929"/>
                  </a:lnTo>
                  <a:close/>
                  <a:moveTo>
                    <a:pt x="4216" y="0"/>
                  </a:moveTo>
                  <a:cubicBezTo>
                    <a:pt x="2001" y="0"/>
                    <a:pt x="143" y="1715"/>
                    <a:pt x="1" y="3954"/>
                  </a:cubicBezTo>
                  <a:lnTo>
                    <a:pt x="1882" y="3954"/>
                  </a:lnTo>
                  <a:cubicBezTo>
                    <a:pt x="2084" y="2596"/>
                    <a:pt x="3156" y="1917"/>
                    <a:pt x="4228" y="1917"/>
                  </a:cubicBezTo>
                  <a:cubicBezTo>
                    <a:pt x="5299" y="1917"/>
                    <a:pt x="6371" y="2596"/>
                    <a:pt x="6573" y="3954"/>
                  </a:cubicBezTo>
                  <a:lnTo>
                    <a:pt x="8455" y="3954"/>
                  </a:lnTo>
                  <a:cubicBezTo>
                    <a:pt x="8312" y="1715"/>
                    <a:pt x="6454" y="0"/>
                    <a:pt x="42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49" name="Google Shape;9049;p86"/>
            <p:cNvSpPr/>
            <p:nvPr/>
          </p:nvSpPr>
          <p:spPr>
            <a:xfrm>
              <a:off x="6440962" y="3717707"/>
              <a:ext cx="29490" cy="29490"/>
            </a:xfrm>
            <a:custGeom>
              <a:avLst/>
              <a:gdLst/>
              <a:ahLst/>
              <a:cxnLst/>
              <a:rect l="l" t="t" r="r" b="b"/>
              <a:pathLst>
                <a:path w="906" h="906" extrusionOk="0">
                  <a:moveTo>
                    <a:pt x="453" y="1"/>
                  </a:moveTo>
                  <a:cubicBezTo>
                    <a:pt x="215" y="1"/>
                    <a:pt x="0" y="191"/>
                    <a:pt x="0" y="453"/>
                  </a:cubicBezTo>
                  <a:cubicBezTo>
                    <a:pt x="0" y="691"/>
                    <a:pt x="215" y="906"/>
                    <a:pt x="453" y="906"/>
                  </a:cubicBezTo>
                  <a:cubicBezTo>
                    <a:pt x="715" y="906"/>
                    <a:pt x="905" y="691"/>
                    <a:pt x="905" y="453"/>
                  </a:cubicBezTo>
                  <a:cubicBezTo>
                    <a:pt x="905" y="191"/>
                    <a:pt x="715" y="1"/>
                    <a:pt x="4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50" name="Google Shape;9050;p86"/>
            <p:cNvSpPr/>
            <p:nvPr/>
          </p:nvSpPr>
          <p:spPr>
            <a:xfrm>
              <a:off x="6319254" y="3742511"/>
              <a:ext cx="274429" cy="200020"/>
            </a:xfrm>
            <a:custGeom>
              <a:avLst/>
              <a:gdLst/>
              <a:ahLst/>
              <a:cxnLst/>
              <a:rect l="l" t="t" r="r" b="b"/>
              <a:pathLst>
                <a:path w="8431" h="6145" extrusionOk="0">
                  <a:moveTo>
                    <a:pt x="0" y="1"/>
                  </a:moveTo>
                  <a:cubicBezTo>
                    <a:pt x="119" y="1715"/>
                    <a:pt x="1239" y="3168"/>
                    <a:pt x="2858" y="3716"/>
                  </a:cubicBezTo>
                  <a:lnTo>
                    <a:pt x="2858" y="4764"/>
                  </a:lnTo>
                  <a:cubicBezTo>
                    <a:pt x="2858" y="5168"/>
                    <a:pt x="2525" y="5526"/>
                    <a:pt x="2096" y="5526"/>
                  </a:cubicBezTo>
                  <a:lnTo>
                    <a:pt x="1096" y="5526"/>
                  </a:lnTo>
                  <a:lnTo>
                    <a:pt x="1096" y="6145"/>
                  </a:lnTo>
                  <a:lnTo>
                    <a:pt x="7288" y="6145"/>
                  </a:lnTo>
                  <a:lnTo>
                    <a:pt x="7288" y="5526"/>
                  </a:lnTo>
                  <a:lnTo>
                    <a:pt x="6335" y="5526"/>
                  </a:lnTo>
                  <a:cubicBezTo>
                    <a:pt x="5906" y="5526"/>
                    <a:pt x="5549" y="5168"/>
                    <a:pt x="5549" y="4740"/>
                  </a:cubicBezTo>
                  <a:lnTo>
                    <a:pt x="5549" y="4740"/>
                  </a:lnTo>
                  <a:lnTo>
                    <a:pt x="5573" y="4764"/>
                  </a:lnTo>
                  <a:lnTo>
                    <a:pt x="5573" y="3716"/>
                  </a:lnTo>
                  <a:cubicBezTo>
                    <a:pt x="7169" y="3168"/>
                    <a:pt x="8312" y="1715"/>
                    <a:pt x="8431" y="1"/>
                  </a:cubicBezTo>
                  <a:lnTo>
                    <a:pt x="6549" y="1"/>
                  </a:lnTo>
                  <a:cubicBezTo>
                    <a:pt x="6323" y="1322"/>
                    <a:pt x="5263" y="1983"/>
                    <a:pt x="4204" y="1983"/>
                  </a:cubicBezTo>
                  <a:cubicBezTo>
                    <a:pt x="3144" y="1983"/>
                    <a:pt x="2084" y="1322"/>
                    <a:pt x="18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51" name="Google Shape;9051;p86"/>
            <p:cNvSpPr/>
            <p:nvPr/>
          </p:nvSpPr>
          <p:spPr>
            <a:xfrm>
              <a:off x="6379701" y="3675847"/>
              <a:ext cx="133390" cy="113534"/>
            </a:xfrm>
            <a:custGeom>
              <a:avLst/>
              <a:gdLst/>
              <a:ahLst/>
              <a:cxnLst/>
              <a:rect l="l" t="t" r="r" b="b"/>
              <a:pathLst>
                <a:path w="4098" h="3488" extrusionOk="0">
                  <a:moveTo>
                    <a:pt x="2344" y="651"/>
                  </a:moveTo>
                  <a:cubicBezTo>
                    <a:pt x="2901" y="651"/>
                    <a:pt x="3430" y="1081"/>
                    <a:pt x="3430" y="1739"/>
                  </a:cubicBezTo>
                  <a:cubicBezTo>
                    <a:pt x="3430" y="2335"/>
                    <a:pt x="2930" y="2811"/>
                    <a:pt x="2335" y="2811"/>
                  </a:cubicBezTo>
                  <a:cubicBezTo>
                    <a:pt x="1382" y="2811"/>
                    <a:pt x="906" y="1644"/>
                    <a:pt x="1573" y="977"/>
                  </a:cubicBezTo>
                  <a:cubicBezTo>
                    <a:pt x="1798" y="752"/>
                    <a:pt x="2074" y="651"/>
                    <a:pt x="2344" y="651"/>
                  </a:cubicBezTo>
                  <a:close/>
                  <a:moveTo>
                    <a:pt x="2335" y="1"/>
                  </a:moveTo>
                  <a:cubicBezTo>
                    <a:pt x="787" y="1"/>
                    <a:pt x="1" y="1882"/>
                    <a:pt x="1096" y="2978"/>
                  </a:cubicBezTo>
                  <a:cubicBezTo>
                    <a:pt x="1457" y="3330"/>
                    <a:pt x="1896" y="3488"/>
                    <a:pt x="2326" y="3488"/>
                  </a:cubicBezTo>
                  <a:cubicBezTo>
                    <a:pt x="3232" y="3488"/>
                    <a:pt x="4097" y="2789"/>
                    <a:pt x="4097" y="1739"/>
                  </a:cubicBezTo>
                  <a:cubicBezTo>
                    <a:pt x="4097" y="763"/>
                    <a:pt x="3311" y="1"/>
                    <a:pt x="23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52" name="Google Shape;9052;p86"/>
          <p:cNvGrpSpPr/>
          <p:nvPr/>
        </p:nvGrpSpPr>
        <p:grpSpPr>
          <a:xfrm>
            <a:off x="9388885" y="4593416"/>
            <a:ext cx="465280" cy="465289"/>
            <a:chOff x="7035505" y="3594470"/>
            <a:chExt cx="348090" cy="348062"/>
          </a:xfrm>
          <a:solidFill>
            <a:schemeClr val="bg1"/>
          </a:solidFill>
        </p:grpSpPr>
        <p:sp>
          <p:nvSpPr>
            <p:cNvPr id="9053" name="Google Shape;9053;p86"/>
            <p:cNvSpPr/>
            <p:nvPr/>
          </p:nvSpPr>
          <p:spPr>
            <a:xfrm>
              <a:off x="7116915" y="3731671"/>
              <a:ext cx="182182" cy="57386"/>
            </a:xfrm>
            <a:custGeom>
              <a:avLst/>
              <a:gdLst/>
              <a:ahLst/>
              <a:cxnLst/>
              <a:rect l="l" t="t" r="r" b="b"/>
              <a:pathLst>
                <a:path w="5597" h="1763" extrusionOk="0">
                  <a:moveTo>
                    <a:pt x="1" y="0"/>
                  </a:moveTo>
                  <a:lnTo>
                    <a:pt x="1" y="1763"/>
                  </a:lnTo>
                  <a:lnTo>
                    <a:pt x="3192" y="1763"/>
                  </a:lnTo>
                  <a:lnTo>
                    <a:pt x="3168" y="524"/>
                  </a:lnTo>
                  <a:lnTo>
                    <a:pt x="4668" y="1763"/>
                  </a:lnTo>
                  <a:lnTo>
                    <a:pt x="5597" y="1763"/>
                  </a:lnTo>
                  <a:lnTo>
                    <a:pt x="55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54" name="Google Shape;9054;p86"/>
            <p:cNvSpPr/>
            <p:nvPr/>
          </p:nvSpPr>
          <p:spPr>
            <a:xfrm>
              <a:off x="7240934" y="3792899"/>
              <a:ext cx="87625" cy="149632"/>
            </a:xfrm>
            <a:custGeom>
              <a:avLst/>
              <a:gdLst/>
              <a:ahLst/>
              <a:cxnLst/>
              <a:rect l="l" t="t" r="r" b="b"/>
              <a:pathLst>
                <a:path w="2692" h="4597" extrusionOk="0">
                  <a:moveTo>
                    <a:pt x="1" y="1"/>
                  </a:moveTo>
                  <a:lnTo>
                    <a:pt x="48" y="3478"/>
                  </a:lnTo>
                  <a:lnTo>
                    <a:pt x="1001" y="3025"/>
                  </a:lnTo>
                  <a:lnTo>
                    <a:pt x="1739" y="4597"/>
                  </a:lnTo>
                  <a:lnTo>
                    <a:pt x="2478" y="4240"/>
                  </a:lnTo>
                  <a:lnTo>
                    <a:pt x="1739" y="2668"/>
                  </a:lnTo>
                  <a:lnTo>
                    <a:pt x="2692" y="2215"/>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55" name="Google Shape;9055;p86"/>
            <p:cNvSpPr/>
            <p:nvPr/>
          </p:nvSpPr>
          <p:spPr>
            <a:xfrm>
              <a:off x="7035505" y="3594470"/>
              <a:ext cx="348090" cy="176746"/>
            </a:xfrm>
            <a:custGeom>
              <a:avLst/>
              <a:gdLst/>
              <a:ahLst/>
              <a:cxnLst/>
              <a:rect l="l" t="t" r="r" b="b"/>
              <a:pathLst>
                <a:path w="10694" h="5430" extrusionOk="0">
                  <a:moveTo>
                    <a:pt x="5359" y="0"/>
                  </a:moveTo>
                  <a:lnTo>
                    <a:pt x="1" y="2286"/>
                  </a:lnTo>
                  <a:lnTo>
                    <a:pt x="1" y="2763"/>
                  </a:lnTo>
                  <a:lnTo>
                    <a:pt x="1906" y="3596"/>
                  </a:lnTo>
                  <a:lnTo>
                    <a:pt x="8765" y="3596"/>
                  </a:lnTo>
                  <a:lnTo>
                    <a:pt x="9289" y="3382"/>
                  </a:lnTo>
                  <a:lnTo>
                    <a:pt x="9289" y="5430"/>
                  </a:lnTo>
                  <a:lnTo>
                    <a:pt x="9908" y="5430"/>
                  </a:lnTo>
                  <a:lnTo>
                    <a:pt x="9908" y="3120"/>
                  </a:lnTo>
                  <a:lnTo>
                    <a:pt x="10694" y="2786"/>
                  </a:lnTo>
                  <a:lnTo>
                    <a:pt x="10694" y="2310"/>
                  </a:lnTo>
                  <a:lnTo>
                    <a:pt x="53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56" name="Google Shape;9056;p86"/>
          <p:cNvGrpSpPr/>
          <p:nvPr/>
        </p:nvGrpSpPr>
        <p:grpSpPr>
          <a:xfrm>
            <a:off x="10396050" y="4593415"/>
            <a:ext cx="466324" cy="465291"/>
            <a:chOff x="7788994" y="3594470"/>
            <a:chExt cx="348871" cy="348063"/>
          </a:xfrm>
          <a:solidFill>
            <a:schemeClr val="bg1"/>
          </a:solidFill>
        </p:grpSpPr>
        <p:sp>
          <p:nvSpPr>
            <p:cNvPr id="9057" name="Google Shape;9057;p86"/>
            <p:cNvSpPr/>
            <p:nvPr/>
          </p:nvSpPr>
          <p:spPr>
            <a:xfrm>
              <a:off x="7788994" y="3833230"/>
              <a:ext cx="348871" cy="109303"/>
            </a:xfrm>
            <a:custGeom>
              <a:avLst/>
              <a:gdLst/>
              <a:ahLst/>
              <a:cxnLst/>
              <a:rect l="l" t="t" r="r" b="b"/>
              <a:pathLst>
                <a:path w="10718" h="3358" extrusionOk="0">
                  <a:moveTo>
                    <a:pt x="1" y="0"/>
                  </a:moveTo>
                  <a:lnTo>
                    <a:pt x="1" y="1596"/>
                  </a:lnTo>
                  <a:lnTo>
                    <a:pt x="4001" y="1596"/>
                  </a:lnTo>
                  <a:lnTo>
                    <a:pt x="4001" y="1953"/>
                  </a:lnTo>
                  <a:cubicBezTo>
                    <a:pt x="4001" y="2381"/>
                    <a:pt x="3644" y="2739"/>
                    <a:pt x="3216" y="2739"/>
                  </a:cubicBezTo>
                  <a:lnTo>
                    <a:pt x="2263" y="2739"/>
                  </a:lnTo>
                  <a:lnTo>
                    <a:pt x="2263" y="3358"/>
                  </a:lnTo>
                  <a:lnTo>
                    <a:pt x="8455" y="3358"/>
                  </a:lnTo>
                  <a:lnTo>
                    <a:pt x="8455" y="2739"/>
                  </a:lnTo>
                  <a:lnTo>
                    <a:pt x="7478" y="2739"/>
                  </a:lnTo>
                  <a:cubicBezTo>
                    <a:pt x="7074" y="2739"/>
                    <a:pt x="6716" y="2381"/>
                    <a:pt x="6716" y="1953"/>
                  </a:cubicBezTo>
                  <a:lnTo>
                    <a:pt x="6716" y="1596"/>
                  </a:lnTo>
                  <a:lnTo>
                    <a:pt x="10717" y="1596"/>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58" name="Google Shape;9058;p86"/>
            <p:cNvSpPr/>
            <p:nvPr/>
          </p:nvSpPr>
          <p:spPr>
            <a:xfrm>
              <a:off x="7852566" y="3651043"/>
              <a:ext cx="101589" cy="70568"/>
            </a:xfrm>
            <a:custGeom>
              <a:avLst/>
              <a:gdLst/>
              <a:ahLst/>
              <a:cxnLst/>
              <a:rect l="l" t="t" r="r" b="b"/>
              <a:pathLst>
                <a:path w="3121" h="2168" extrusionOk="0">
                  <a:moveTo>
                    <a:pt x="1858" y="286"/>
                  </a:moveTo>
                  <a:lnTo>
                    <a:pt x="1858" y="787"/>
                  </a:lnTo>
                  <a:lnTo>
                    <a:pt x="2358" y="787"/>
                  </a:lnTo>
                  <a:lnTo>
                    <a:pt x="2358" y="1406"/>
                  </a:lnTo>
                  <a:lnTo>
                    <a:pt x="1858" y="1406"/>
                  </a:lnTo>
                  <a:lnTo>
                    <a:pt x="1858" y="1906"/>
                  </a:lnTo>
                  <a:lnTo>
                    <a:pt x="1239" y="1906"/>
                  </a:lnTo>
                  <a:lnTo>
                    <a:pt x="1239" y="1406"/>
                  </a:lnTo>
                  <a:lnTo>
                    <a:pt x="739" y="1406"/>
                  </a:lnTo>
                  <a:lnTo>
                    <a:pt x="739" y="787"/>
                  </a:lnTo>
                  <a:lnTo>
                    <a:pt x="1239" y="787"/>
                  </a:lnTo>
                  <a:lnTo>
                    <a:pt x="1239" y="286"/>
                  </a:lnTo>
                  <a:close/>
                  <a:moveTo>
                    <a:pt x="24" y="1"/>
                  </a:moveTo>
                  <a:lnTo>
                    <a:pt x="0" y="2168"/>
                  </a:lnTo>
                  <a:lnTo>
                    <a:pt x="3120" y="2168"/>
                  </a:lnTo>
                  <a:lnTo>
                    <a:pt x="31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59" name="Google Shape;9059;p86"/>
            <p:cNvSpPr/>
            <p:nvPr/>
          </p:nvSpPr>
          <p:spPr>
            <a:xfrm>
              <a:off x="7853348" y="3741730"/>
              <a:ext cx="100807" cy="71350"/>
            </a:xfrm>
            <a:custGeom>
              <a:avLst/>
              <a:gdLst/>
              <a:ahLst/>
              <a:cxnLst/>
              <a:rect l="l" t="t" r="r" b="b"/>
              <a:pathLst>
                <a:path w="3097" h="2192" extrusionOk="0">
                  <a:moveTo>
                    <a:pt x="2334" y="763"/>
                  </a:moveTo>
                  <a:lnTo>
                    <a:pt x="2334" y="1382"/>
                  </a:lnTo>
                  <a:lnTo>
                    <a:pt x="715" y="1382"/>
                  </a:lnTo>
                  <a:lnTo>
                    <a:pt x="715" y="763"/>
                  </a:lnTo>
                  <a:close/>
                  <a:moveTo>
                    <a:pt x="0" y="1"/>
                  </a:moveTo>
                  <a:lnTo>
                    <a:pt x="0" y="2192"/>
                  </a:lnTo>
                  <a:lnTo>
                    <a:pt x="3096" y="2192"/>
                  </a:lnTo>
                  <a:lnTo>
                    <a:pt x="30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60" name="Google Shape;9060;p86"/>
            <p:cNvSpPr/>
            <p:nvPr/>
          </p:nvSpPr>
          <p:spPr>
            <a:xfrm>
              <a:off x="7973493" y="3651043"/>
              <a:ext cx="100807" cy="70568"/>
            </a:xfrm>
            <a:custGeom>
              <a:avLst/>
              <a:gdLst/>
              <a:ahLst/>
              <a:cxnLst/>
              <a:rect l="l" t="t" r="r" b="b"/>
              <a:pathLst>
                <a:path w="3097" h="2168" extrusionOk="0">
                  <a:moveTo>
                    <a:pt x="1906" y="263"/>
                  </a:moveTo>
                  <a:lnTo>
                    <a:pt x="2358" y="715"/>
                  </a:lnTo>
                  <a:lnTo>
                    <a:pt x="2001" y="1072"/>
                  </a:lnTo>
                  <a:lnTo>
                    <a:pt x="2358" y="1430"/>
                  </a:lnTo>
                  <a:lnTo>
                    <a:pt x="1906" y="1882"/>
                  </a:lnTo>
                  <a:lnTo>
                    <a:pt x="1548" y="1525"/>
                  </a:lnTo>
                  <a:lnTo>
                    <a:pt x="1191" y="1882"/>
                  </a:lnTo>
                  <a:lnTo>
                    <a:pt x="763" y="1430"/>
                  </a:lnTo>
                  <a:lnTo>
                    <a:pt x="1120" y="1072"/>
                  </a:lnTo>
                  <a:lnTo>
                    <a:pt x="763" y="715"/>
                  </a:lnTo>
                  <a:lnTo>
                    <a:pt x="1191" y="263"/>
                  </a:lnTo>
                  <a:lnTo>
                    <a:pt x="1548" y="620"/>
                  </a:lnTo>
                  <a:lnTo>
                    <a:pt x="1906" y="263"/>
                  </a:lnTo>
                  <a:close/>
                  <a:moveTo>
                    <a:pt x="1" y="1"/>
                  </a:moveTo>
                  <a:lnTo>
                    <a:pt x="1" y="2168"/>
                  </a:lnTo>
                  <a:lnTo>
                    <a:pt x="3096" y="2168"/>
                  </a:lnTo>
                  <a:lnTo>
                    <a:pt x="30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61" name="Google Shape;9061;p86"/>
            <p:cNvSpPr/>
            <p:nvPr/>
          </p:nvSpPr>
          <p:spPr>
            <a:xfrm>
              <a:off x="7973493" y="3741730"/>
              <a:ext cx="100807" cy="71350"/>
            </a:xfrm>
            <a:custGeom>
              <a:avLst/>
              <a:gdLst/>
              <a:ahLst/>
              <a:cxnLst/>
              <a:rect l="l" t="t" r="r" b="b"/>
              <a:pathLst>
                <a:path w="3097" h="2192" extrusionOk="0">
                  <a:moveTo>
                    <a:pt x="1906" y="287"/>
                  </a:moveTo>
                  <a:lnTo>
                    <a:pt x="2334" y="739"/>
                  </a:lnTo>
                  <a:lnTo>
                    <a:pt x="1191" y="1906"/>
                  </a:lnTo>
                  <a:lnTo>
                    <a:pt x="739" y="1454"/>
                  </a:lnTo>
                  <a:lnTo>
                    <a:pt x="1906" y="287"/>
                  </a:lnTo>
                  <a:close/>
                  <a:moveTo>
                    <a:pt x="1" y="1"/>
                  </a:moveTo>
                  <a:lnTo>
                    <a:pt x="1" y="2192"/>
                  </a:lnTo>
                  <a:lnTo>
                    <a:pt x="3096" y="2192"/>
                  </a:lnTo>
                  <a:lnTo>
                    <a:pt x="30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62" name="Google Shape;9062;p86"/>
            <p:cNvSpPr/>
            <p:nvPr/>
          </p:nvSpPr>
          <p:spPr>
            <a:xfrm>
              <a:off x="7788994" y="3594470"/>
              <a:ext cx="348871" cy="218606"/>
            </a:xfrm>
            <a:custGeom>
              <a:avLst/>
              <a:gdLst/>
              <a:ahLst/>
              <a:cxnLst/>
              <a:rect l="l" t="t" r="r" b="b"/>
              <a:pathLst>
                <a:path w="10718" h="6716" extrusionOk="0">
                  <a:moveTo>
                    <a:pt x="1" y="0"/>
                  </a:moveTo>
                  <a:lnTo>
                    <a:pt x="1" y="6716"/>
                  </a:lnTo>
                  <a:lnTo>
                    <a:pt x="1334" y="6716"/>
                  </a:lnTo>
                  <a:lnTo>
                    <a:pt x="1334" y="1072"/>
                  </a:lnTo>
                  <a:lnTo>
                    <a:pt x="9407" y="1072"/>
                  </a:lnTo>
                  <a:lnTo>
                    <a:pt x="9407" y="6716"/>
                  </a:lnTo>
                  <a:lnTo>
                    <a:pt x="10717" y="6716"/>
                  </a:lnTo>
                  <a:lnTo>
                    <a:pt x="1071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063" name="Google Shape;9063;p86"/>
          <p:cNvSpPr/>
          <p:nvPr/>
        </p:nvSpPr>
        <p:spPr>
          <a:xfrm>
            <a:off x="1329719" y="5337335"/>
            <a:ext cx="465332" cy="466376"/>
          </a:xfrm>
          <a:custGeom>
            <a:avLst/>
            <a:gdLst/>
            <a:ahLst/>
            <a:cxnLst/>
            <a:rect l="l" t="t" r="r" b="b"/>
            <a:pathLst>
              <a:path w="10694" h="10718" extrusionOk="0">
                <a:moveTo>
                  <a:pt x="9598" y="1311"/>
                </a:moveTo>
                <a:cubicBezTo>
                  <a:pt x="9860" y="1311"/>
                  <a:pt x="10074" y="1525"/>
                  <a:pt x="10074" y="1787"/>
                </a:cubicBezTo>
                <a:lnTo>
                  <a:pt x="10074" y="2882"/>
                </a:lnTo>
                <a:cubicBezTo>
                  <a:pt x="10074" y="3144"/>
                  <a:pt x="9860" y="3359"/>
                  <a:pt x="9598" y="3359"/>
                </a:cubicBezTo>
                <a:lnTo>
                  <a:pt x="9003" y="3359"/>
                </a:lnTo>
                <a:cubicBezTo>
                  <a:pt x="9122" y="3073"/>
                  <a:pt x="9169" y="2763"/>
                  <a:pt x="9169" y="2478"/>
                </a:cubicBezTo>
                <a:lnTo>
                  <a:pt x="9169" y="2216"/>
                </a:lnTo>
                <a:lnTo>
                  <a:pt x="1525" y="2216"/>
                </a:lnTo>
                <a:lnTo>
                  <a:pt x="1525" y="2454"/>
                </a:lnTo>
                <a:cubicBezTo>
                  <a:pt x="1525" y="2763"/>
                  <a:pt x="1596" y="3073"/>
                  <a:pt x="1692" y="3359"/>
                </a:cubicBezTo>
                <a:lnTo>
                  <a:pt x="1096" y="3359"/>
                </a:lnTo>
                <a:cubicBezTo>
                  <a:pt x="834" y="3359"/>
                  <a:pt x="620" y="3144"/>
                  <a:pt x="620" y="2882"/>
                </a:cubicBezTo>
                <a:lnTo>
                  <a:pt x="620" y="1787"/>
                </a:lnTo>
                <a:cubicBezTo>
                  <a:pt x="620" y="1525"/>
                  <a:pt x="834" y="1311"/>
                  <a:pt x="1096" y="1311"/>
                </a:cubicBezTo>
                <a:lnTo>
                  <a:pt x="1525" y="1311"/>
                </a:lnTo>
                <a:lnTo>
                  <a:pt x="1525" y="1596"/>
                </a:lnTo>
                <a:lnTo>
                  <a:pt x="9169" y="1596"/>
                </a:lnTo>
                <a:lnTo>
                  <a:pt x="9169" y="1311"/>
                </a:lnTo>
                <a:close/>
                <a:moveTo>
                  <a:pt x="7241" y="7907"/>
                </a:moveTo>
                <a:lnTo>
                  <a:pt x="7241" y="10074"/>
                </a:lnTo>
                <a:lnTo>
                  <a:pt x="6598" y="10074"/>
                </a:lnTo>
                <a:lnTo>
                  <a:pt x="6598" y="8526"/>
                </a:lnTo>
                <a:lnTo>
                  <a:pt x="4049" y="8526"/>
                </a:lnTo>
                <a:lnTo>
                  <a:pt x="4049" y="10074"/>
                </a:lnTo>
                <a:lnTo>
                  <a:pt x="3430" y="10074"/>
                </a:lnTo>
                <a:lnTo>
                  <a:pt x="3430" y="7907"/>
                </a:lnTo>
                <a:close/>
                <a:moveTo>
                  <a:pt x="1525" y="1"/>
                </a:moveTo>
                <a:lnTo>
                  <a:pt x="1525" y="668"/>
                </a:lnTo>
                <a:lnTo>
                  <a:pt x="1120" y="668"/>
                </a:lnTo>
                <a:cubicBezTo>
                  <a:pt x="501" y="668"/>
                  <a:pt x="1" y="1168"/>
                  <a:pt x="1" y="1763"/>
                </a:cubicBezTo>
                <a:lnTo>
                  <a:pt x="1" y="2882"/>
                </a:lnTo>
                <a:cubicBezTo>
                  <a:pt x="1" y="3478"/>
                  <a:pt x="501" y="3978"/>
                  <a:pt x="1120" y="3978"/>
                </a:cubicBezTo>
                <a:lnTo>
                  <a:pt x="2001" y="3978"/>
                </a:lnTo>
                <a:cubicBezTo>
                  <a:pt x="2239" y="4287"/>
                  <a:pt x="2549" y="4549"/>
                  <a:pt x="2906" y="4740"/>
                </a:cubicBezTo>
                <a:lnTo>
                  <a:pt x="4097" y="5359"/>
                </a:lnTo>
                <a:lnTo>
                  <a:pt x="4097" y="6717"/>
                </a:lnTo>
                <a:lnTo>
                  <a:pt x="2216" y="6717"/>
                </a:lnTo>
                <a:lnTo>
                  <a:pt x="2216" y="10074"/>
                </a:lnTo>
                <a:lnTo>
                  <a:pt x="1263" y="10074"/>
                </a:lnTo>
                <a:lnTo>
                  <a:pt x="1263" y="10717"/>
                </a:lnTo>
                <a:lnTo>
                  <a:pt x="9408" y="10717"/>
                </a:lnTo>
                <a:lnTo>
                  <a:pt x="9408" y="10098"/>
                </a:lnTo>
                <a:lnTo>
                  <a:pt x="8455" y="10098"/>
                </a:lnTo>
                <a:lnTo>
                  <a:pt x="8455" y="6717"/>
                </a:lnTo>
                <a:lnTo>
                  <a:pt x="6598" y="6717"/>
                </a:lnTo>
                <a:lnTo>
                  <a:pt x="6598" y="5359"/>
                </a:lnTo>
                <a:lnTo>
                  <a:pt x="7788" y="4740"/>
                </a:lnTo>
                <a:cubicBezTo>
                  <a:pt x="8145" y="4549"/>
                  <a:pt x="8455" y="4287"/>
                  <a:pt x="8693" y="3978"/>
                </a:cubicBezTo>
                <a:lnTo>
                  <a:pt x="9598" y="3978"/>
                </a:lnTo>
                <a:cubicBezTo>
                  <a:pt x="10194" y="3978"/>
                  <a:pt x="10694" y="3478"/>
                  <a:pt x="10694" y="2882"/>
                </a:cubicBezTo>
                <a:lnTo>
                  <a:pt x="10694" y="1787"/>
                </a:lnTo>
                <a:cubicBezTo>
                  <a:pt x="10694" y="1192"/>
                  <a:pt x="10194" y="692"/>
                  <a:pt x="9598" y="692"/>
                </a:cubicBezTo>
                <a:lnTo>
                  <a:pt x="9622" y="668"/>
                </a:lnTo>
                <a:lnTo>
                  <a:pt x="9193" y="668"/>
                </a:lnTo>
                <a:lnTo>
                  <a:pt x="9193"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064" name="Google Shape;9064;p86"/>
          <p:cNvGrpSpPr/>
          <p:nvPr/>
        </p:nvGrpSpPr>
        <p:grpSpPr>
          <a:xfrm>
            <a:off x="2336779" y="5337415"/>
            <a:ext cx="466324" cy="466811"/>
            <a:chOff x="1759614" y="4151023"/>
            <a:chExt cx="348871" cy="349200"/>
          </a:xfrm>
          <a:solidFill>
            <a:schemeClr val="bg1"/>
          </a:solidFill>
        </p:grpSpPr>
        <p:sp>
          <p:nvSpPr>
            <p:cNvPr id="9065" name="Google Shape;9065;p86"/>
            <p:cNvSpPr/>
            <p:nvPr/>
          </p:nvSpPr>
          <p:spPr>
            <a:xfrm>
              <a:off x="1854956" y="4330867"/>
              <a:ext cx="138793" cy="118970"/>
            </a:xfrm>
            <a:custGeom>
              <a:avLst/>
              <a:gdLst/>
              <a:ahLst/>
              <a:cxnLst/>
              <a:rect l="l" t="t" r="r" b="b"/>
              <a:pathLst>
                <a:path w="4264" h="3655" extrusionOk="0">
                  <a:moveTo>
                    <a:pt x="2739" y="620"/>
                  </a:moveTo>
                  <a:lnTo>
                    <a:pt x="2739" y="1501"/>
                  </a:lnTo>
                  <a:lnTo>
                    <a:pt x="3430" y="1501"/>
                  </a:lnTo>
                  <a:lnTo>
                    <a:pt x="3430" y="2144"/>
                  </a:lnTo>
                  <a:lnTo>
                    <a:pt x="2120" y="2144"/>
                  </a:lnTo>
                  <a:lnTo>
                    <a:pt x="2120" y="620"/>
                  </a:lnTo>
                  <a:close/>
                  <a:moveTo>
                    <a:pt x="2430" y="1"/>
                  </a:moveTo>
                  <a:cubicBezTo>
                    <a:pt x="810" y="1"/>
                    <a:pt x="1" y="1954"/>
                    <a:pt x="1144" y="3121"/>
                  </a:cubicBezTo>
                  <a:cubicBezTo>
                    <a:pt x="1513" y="3489"/>
                    <a:pt x="1968" y="3655"/>
                    <a:pt x="2416" y="3655"/>
                  </a:cubicBezTo>
                  <a:cubicBezTo>
                    <a:pt x="3356" y="3655"/>
                    <a:pt x="4264" y="2924"/>
                    <a:pt x="4264" y="1811"/>
                  </a:cubicBezTo>
                  <a:cubicBezTo>
                    <a:pt x="4264" y="811"/>
                    <a:pt x="3430" y="1"/>
                    <a:pt x="24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66" name="Google Shape;9066;p86"/>
            <p:cNvSpPr/>
            <p:nvPr/>
          </p:nvSpPr>
          <p:spPr>
            <a:xfrm>
              <a:off x="1759614" y="4151023"/>
              <a:ext cx="235695" cy="59729"/>
            </a:xfrm>
            <a:custGeom>
              <a:avLst/>
              <a:gdLst/>
              <a:ahLst/>
              <a:cxnLst/>
              <a:rect l="l" t="t" r="r" b="b"/>
              <a:pathLst>
                <a:path w="7241" h="1835" extrusionOk="0">
                  <a:moveTo>
                    <a:pt x="1763" y="596"/>
                  </a:moveTo>
                  <a:lnTo>
                    <a:pt x="1763" y="1215"/>
                  </a:lnTo>
                  <a:lnTo>
                    <a:pt x="1144" y="1215"/>
                  </a:lnTo>
                  <a:lnTo>
                    <a:pt x="1144" y="596"/>
                  </a:lnTo>
                  <a:close/>
                  <a:moveTo>
                    <a:pt x="2930" y="596"/>
                  </a:moveTo>
                  <a:lnTo>
                    <a:pt x="2930" y="1215"/>
                  </a:lnTo>
                  <a:lnTo>
                    <a:pt x="2311" y="1215"/>
                  </a:lnTo>
                  <a:lnTo>
                    <a:pt x="2311" y="596"/>
                  </a:lnTo>
                  <a:close/>
                  <a:moveTo>
                    <a:pt x="4097" y="596"/>
                  </a:moveTo>
                  <a:lnTo>
                    <a:pt x="4097" y="1215"/>
                  </a:lnTo>
                  <a:lnTo>
                    <a:pt x="3454" y="1215"/>
                  </a:lnTo>
                  <a:lnTo>
                    <a:pt x="3454" y="596"/>
                  </a:lnTo>
                  <a:close/>
                  <a:moveTo>
                    <a:pt x="1" y="1"/>
                  </a:moveTo>
                  <a:lnTo>
                    <a:pt x="1" y="1835"/>
                  </a:lnTo>
                  <a:lnTo>
                    <a:pt x="5716" y="1835"/>
                  </a:lnTo>
                  <a:lnTo>
                    <a:pt x="724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67" name="Google Shape;9067;p86"/>
            <p:cNvSpPr/>
            <p:nvPr/>
          </p:nvSpPr>
          <p:spPr>
            <a:xfrm>
              <a:off x="1759614" y="4151023"/>
              <a:ext cx="348871" cy="308574"/>
            </a:xfrm>
            <a:custGeom>
              <a:avLst/>
              <a:gdLst/>
              <a:ahLst/>
              <a:cxnLst/>
              <a:rect l="l" t="t" r="r" b="b"/>
              <a:pathLst>
                <a:path w="10718" h="9480" extrusionOk="0">
                  <a:moveTo>
                    <a:pt x="8074" y="1"/>
                  </a:moveTo>
                  <a:lnTo>
                    <a:pt x="6026" y="2478"/>
                  </a:lnTo>
                  <a:lnTo>
                    <a:pt x="1" y="2478"/>
                  </a:lnTo>
                  <a:lnTo>
                    <a:pt x="1" y="9479"/>
                  </a:lnTo>
                  <a:lnTo>
                    <a:pt x="2001" y="9479"/>
                  </a:lnTo>
                  <a:cubicBezTo>
                    <a:pt x="310" y="6812"/>
                    <a:pt x="2215" y="3335"/>
                    <a:pt x="5359" y="3335"/>
                  </a:cubicBezTo>
                  <a:cubicBezTo>
                    <a:pt x="8502" y="3335"/>
                    <a:pt x="10431" y="6812"/>
                    <a:pt x="8741" y="9479"/>
                  </a:cubicBezTo>
                  <a:lnTo>
                    <a:pt x="10717" y="9479"/>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68" name="Google Shape;9068;p86"/>
            <p:cNvSpPr/>
            <p:nvPr/>
          </p:nvSpPr>
          <p:spPr>
            <a:xfrm>
              <a:off x="1787511" y="4280478"/>
              <a:ext cx="256624" cy="219745"/>
            </a:xfrm>
            <a:custGeom>
              <a:avLst/>
              <a:gdLst/>
              <a:ahLst/>
              <a:cxnLst/>
              <a:rect l="l" t="t" r="r" b="b"/>
              <a:pathLst>
                <a:path w="7884" h="6751" extrusionOk="0">
                  <a:moveTo>
                    <a:pt x="4486" y="919"/>
                  </a:moveTo>
                  <a:cubicBezTo>
                    <a:pt x="5747" y="919"/>
                    <a:pt x="6955" y="1894"/>
                    <a:pt x="6955" y="3359"/>
                  </a:cubicBezTo>
                  <a:cubicBezTo>
                    <a:pt x="6955" y="4716"/>
                    <a:pt x="5859" y="5812"/>
                    <a:pt x="4502" y="5812"/>
                  </a:cubicBezTo>
                  <a:cubicBezTo>
                    <a:pt x="2311" y="5812"/>
                    <a:pt x="1239" y="3168"/>
                    <a:pt x="2763" y="1644"/>
                  </a:cubicBezTo>
                  <a:cubicBezTo>
                    <a:pt x="3265" y="1143"/>
                    <a:pt x="3881" y="919"/>
                    <a:pt x="4486" y="919"/>
                  </a:cubicBezTo>
                  <a:close/>
                  <a:moveTo>
                    <a:pt x="4502" y="1"/>
                  </a:moveTo>
                  <a:cubicBezTo>
                    <a:pt x="1501" y="1"/>
                    <a:pt x="1" y="3621"/>
                    <a:pt x="2120" y="5764"/>
                  </a:cubicBezTo>
                  <a:cubicBezTo>
                    <a:pt x="2802" y="6446"/>
                    <a:pt x="3641" y="6750"/>
                    <a:pt x="4466" y="6750"/>
                  </a:cubicBezTo>
                  <a:cubicBezTo>
                    <a:pt x="6207" y="6750"/>
                    <a:pt x="7884" y="5394"/>
                    <a:pt x="7884" y="3359"/>
                  </a:cubicBezTo>
                  <a:cubicBezTo>
                    <a:pt x="7860" y="1501"/>
                    <a:pt x="6359" y="1"/>
                    <a:pt x="45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69" name="Google Shape;9069;p86"/>
          <p:cNvGrpSpPr/>
          <p:nvPr/>
        </p:nvGrpSpPr>
        <p:grpSpPr>
          <a:xfrm>
            <a:off x="3341854" y="5337632"/>
            <a:ext cx="470457" cy="465637"/>
            <a:chOff x="2511541" y="4151186"/>
            <a:chExt cx="351963" cy="348323"/>
          </a:xfrm>
          <a:solidFill>
            <a:schemeClr val="bg1"/>
          </a:solidFill>
        </p:grpSpPr>
        <p:sp>
          <p:nvSpPr>
            <p:cNvPr id="9070" name="Google Shape;9070;p86"/>
            <p:cNvSpPr/>
            <p:nvPr/>
          </p:nvSpPr>
          <p:spPr>
            <a:xfrm>
              <a:off x="2603010" y="4361888"/>
              <a:ext cx="172124" cy="137621"/>
            </a:xfrm>
            <a:custGeom>
              <a:avLst/>
              <a:gdLst/>
              <a:ahLst/>
              <a:cxnLst/>
              <a:rect l="l" t="t" r="r" b="b"/>
              <a:pathLst>
                <a:path w="5288" h="4228" extrusionOk="0">
                  <a:moveTo>
                    <a:pt x="1525" y="0"/>
                  </a:moveTo>
                  <a:cubicBezTo>
                    <a:pt x="1215" y="0"/>
                    <a:pt x="906" y="119"/>
                    <a:pt x="668" y="286"/>
                  </a:cubicBezTo>
                  <a:cubicBezTo>
                    <a:pt x="310" y="548"/>
                    <a:pt x="96" y="929"/>
                    <a:pt x="48" y="1358"/>
                  </a:cubicBezTo>
                  <a:cubicBezTo>
                    <a:pt x="1" y="1882"/>
                    <a:pt x="72" y="2406"/>
                    <a:pt x="287" y="2882"/>
                  </a:cubicBezTo>
                  <a:cubicBezTo>
                    <a:pt x="453" y="3406"/>
                    <a:pt x="810" y="3835"/>
                    <a:pt x="1263" y="4120"/>
                  </a:cubicBezTo>
                  <a:cubicBezTo>
                    <a:pt x="1406" y="4192"/>
                    <a:pt x="1567" y="4227"/>
                    <a:pt x="1727" y="4227"/>
                  </a:cubicBezTo>
                  <a:cubicBezTo>
                    <a:pt x="1888" y="4227"/>
                    <a:pt x="2049" y="4192"/>
                    <a:pt x="2192" y="4120"/>
                  </a:cubicBezTo>
                  <a:lnTo>
                    <a:pt x="2644" y="3906"/>
                  </a:lnTo>
                  <a:lnTo>
                    <a:pt x="3097" y="4120"/>
                  </a:lnTo>
                  <a:cubicBezTo>
                    <a:pt x="3240" y="4192"/>
                    <a:pt x="3400" y="4227"/>
                    <a:pt x="3561" y="4227"/>
                  </a:cubicBezTo>
                  <a:cubicBezTo>
                    <a:pt x="3722" y="4227"/>
                    <a:pt x="3883" y="4192"/>
                    <a:pt x="4025" y="4120"/>
                  </a:cubicBezTo>
                  <a:cubicBezTo>
                    <a:pt x="4478" y="3835"/>
                    <a:pt x="4835" y="3406"/>
                    <a:pt x="5026" y="2882"/>
                  </a:cubicBezTo>
                  <a:cubicBezTo>
                    <a:pt x="5216" y="2406"/>
                    <a:pt x="5288" y="1882"/>
                    <a:pt x="5240" y="1358"/>
                  </a:cubicBezTo>
                  <a:cubicBezTo>
                    <a:pt x="5192" y="929"/>
                    <a:pt x="4978" y="548"/>
                    <a:pt x="4621" y="286"/>
                  </a:cubicBezTo>
                  <a:cubicBezTo>
                    <a:pt x="4373" y="110"/>
                    <a:pt x="4087" y="12"/>
                    <a:pt x="3790" y="12"/>
                  </a:cubicBezTo>
                  <a:cubicBezTo>
                    <a:pt x="3687" y="12"/>
                    <a:pt x="3582" y="23"/>
                    <a:pt x="3478" y="48"/>
                  </a:cubicBezTo>
                  <a:cubicBezTo>
                    <a:pt x="3263" y="96"/>
                    <a:pt x="3073" y="167"/>
                    <a:pt x="2882" y="262"/>
                  </a:cubicBezTo>
                  <a:lnTo>
                    <a:pt x="2644" y="524"/>
                  </a:lnTo>
                  <a:lnTo>
                    <a:pt x="2430" y="262"/>
                  </a:lnTo>
                  <a:cubicBezTo>
                    <a:pt x="2239" y="167"/>
                    <a:pt x="2025" y="96"/>
                    <a:pt x="1834" y="48"/>
                  </a:cubicBezTo>
                  <a:cubicBezTo>
                    <a:pt x="1739" y="24"/>
                    <a:pt x="1620" y="0"/>
                    <a:pt x="15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71" name="Google Shape;9071;p86"/>
            <p:cNvSpPr/>
            <p:nvPr/>
          </p:nvSpPr>
          <p:spPr>
            <a:xfrm>
              <a:off x="2511541" y="4151186"/>
              <a:ext cx="351963" cy="245622"/>
            </a:xfrm>
            <a:custGeom>
              <a:avLst/>
              <a:gdLst/>
              <a:ahLst/>
              <a:cxnLst/>
              <a:rect l="l" t="t" r="r" b="b"/>
              <a:pathLst>
                <a:path w="10813" h="7546" extrusionOk="0">
                  <a:moveTo>
                    <a:pt x="5309" y="0"/>
                  </a:moveTo>
                  <a:cubicBezTo>
                    <a:pt x="5200" y="0"/>
                    <a:pt x="5089" y="7"/>
                    <a:pt x="4978" y="20"/>
                  </a:cubicBezTo>
                  <a:cubicBezTo>
                    <a:pt x="3525" y="186"/>
                    <a:pt x="2430" y="1425"/>
                    <a:pt x="2430" y="2877"/>
                  </a:cubicBezTo>
                  <a:lnTo>
                    <a:pt x="2430" y="2949"/>
                  </a:lnTo>
                  <a:lnTo>
                    <a:pt x="2358" y="2949"/>
                  </a:lnTo>
                  <a:cubicBezTo>
                    <a:pt x="2344" y="2949"/>
                    <a:pt x="2329" y="2948"/>
                    <a:pt x="2314" y="2948"/>
                  </a:cubicBezTo>
                  <a:cubicBezTo>
                    <a:pt x="1072" y="2948"/>
                    <a:pt x="48" y="3940"/>
                    <a:pt x="24" y="5211"/>
                  </a:cubicBezTo>
                  <a:cubicBezTo>
                    <a:pt x="1" y="6473"/>
                    <a:pt x="1001" y="7521"/>
                    <a:pt x="2287" y="7545"/>
                  </a:cubicBezTo>
                  <a:cubicBezTo>
                    <a:pt x="2382" y="7021"/>
                    <a:pt x="2692" y="6569"/>
                    <a:pt x="3097" y="6259"/>
                  </a:cubicBezTo>
                  <a:cubicBezTo>
                    <a:pt x="3461" y="6004"/>
                    <a:pt x="3895" y="5860"/>
                    <a:pt x="4335" y="5860"/>
                  </a:cubicBezTo>
                  <a:cubicBezTo>
                    <a:pt x="4470" y="5860"/>
                    <a:pt x="4606" y="5874"/>
                    <a:pt x="4740" y="5902"/>
                  </a:cubicBezTo>
                  <a:cubicBezTo>
                    <a:pt x="4883" y="5926"/>
                    <a:pt x="5002" y="5973"/>
                    <a:pt x="5145" y="6021"/>
                  </a:cubicBezTo>
                  <a:lnTo>
                    <a:pt x="5145" y="5711"/>
                  </a:lnTo>
                  <a:cubicBezTo>
                    <a:pt x="5145" y="4973"/>
                    <a:pt x="4549" y="4378"/>
                    <a:pt x="3811" y="4378"/>
                  </a:cubicBezTo>
                  <a:lnTo>
                    <a:pt x="3811" y="3759"/>
                  </a:lnTo>
                  <a:cubicBezTo>
                    <a:pt x="4287" y="3759"/>
                    <a:pt x="4764" y="3925"/>
                    <a:pt x="5121" y="4259"/>
                  </a:cubicBezTo>
                  <a:cubicBezTo>
                    <a:pt x="5240" y="3663"/>
                    <a:pt x="5764" y="3235"/>
                    <a:pt x="6359" y="3235"/>
                  </a:cubicBezTo>
                  <a:lnTo>
                    <a:pt x="7455" y="3235"/>
                  </a:lnTo>
                  <a:lnTo>
                    <a:pt x="7455" y="3901"/>
                  </a:lnTo>
                  <a:cubicBezTo>
                    <a:pt x="7455" y="4616"/>
                    <a:pt x="6883" y="5164"/>
                    <a:pt x="6169" y="5187"/>
                  </a:cubicBezTo>
                  <a:lnTo>
                    <a:pt x="5692" y="5187"/>
                  </a:lnTo>
                  <a:cubicBezTo>
                    <a:pt x="5740" y="5354"/>
                    <a:pt x="5764" y="5521"/>
                    <a:pt x="5764" y="5711"/>
                  </a:cubicBezTo>
                  <a:lnTo>
                    <a:pt x="5764" y="6021"/>
                  </a:lnTo>
                  <a:cubicBezTo>
                    <a:pt x="5907" y="5973"/>
                    <a:pt x="6026" y="5926"/>
                    <a:pt x="6169" y="5902"/>
                  </a:cubicBezTo>
                  <a:cubicBezTo>
                    <a:pt x="6311" y="5872"/>
                    <a:pt x="6456" y="5857"/>
                    <a:pt x="6599" y="5857"/>
                  </a:cubicBezTo>
                  <a:cubicBezTo>
                    <a:pt x="7030" y="5857"/>
                    <a:pt x="7455" y="5991"/>
                    <a:pt x="7812" y="6259"/>
                  </a:cubicBezTo>
                  <a:cubicBezTo>
                    <a:pt x="8217" y="6569"/>
                    <a:pt x="8502" y="6997"/>
                    <a:pt x="8621" y="7497"/>
                  </a:cubicBezTo>
                  <a:cubicBezTo>
                    <a:pt x="9931" y="7188"/>
                    <a:pt x="10812" y="5949"/>
                    <a:pt x="10693" y="4616"/>
                  </a:cubicBezTo>
                  <a:cubicBezTo>
                    <a:pt x="10550" y="3282"/>
                    <a:pt x="9455" y="2234"/>
                    <a:pt x="8098" y="2211"/>
                  </a:cubicBezTo>
                  <a:cubicBezTo>
                    <a:pt x="7790" y="893"/>
                    <a:pt x="6612" y="0"/>
                    <a:pt x="53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72" name="Google Shape;9072;p86"/>
            <p:cNvSpPr/>
            <p:nvPr/>
          </p:nvSpPr>
          <p:spPr>
            <a:xfrm>
              <a:off x="2697603" y="4277386"/>
              <a:ext cx="35675" cy="22525"/>
            </a:xfrm>
            <a:custGeom>
              <a:avLst/>
              <a:gdLst/>
              <a:ahLst/>
              <a:cxnLst/>
              <a:rect l="l" t="t" r="r" b="b"/>
              <a:pathLst>
                <a:path w="1096" h="692" extrusionOk="0">
                  <a:moveTo>
                    <a:pt x="667" y="1"/>
                  </a:moveTo>
                  <a:cubicBezTo>
                    <a:pt x="310" y="1"/>
                    <a:pt x="0" y="286"/>
                    <a:pt x="0" y="644"/>
                  </a:cubicBezTo>
                  <a:lnTo>
                    <a:pt x="0" y="691"/>
                  </a:lnTo>
                  <a:lnTo>
                    <a:pt x="453" y="691"/>
                  </a:lnTo>
                  <a:cubicBezTo>
                    <a:pt x="810" y="691"/>
                    <a:pt x="1096" y="405"/>
                    <a:pt x="1096" y="48"/>
                  </a:cubicBezTo>
                  <a:lnTo>
                    <a:pt x="10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73" name="Google Shape;9073;p86"/>
          <p:cNvGrpSpPr/>
          <p:nvPr/>
        </p:nvGrpSpPr>
        <p:grpSpPr>
          <a:xfrm>
            <a:off x="4384261" y="5338069"/>
            <a:ext cx="382360" cy="465724"/>
            <a:chOff x="3291397" y="4151512"/>
            <a:chExt cx="286055" cy="348388"/>
          </a:xfrm>
          <a:solidFill>
            <a:schemeClr val="bg1"/>
          </a:solidFill>
        </p:grpSpPr>
        <p:sp>
          <p:nvSpPr>
            <p:cNvPr id="9074" name="Google Shape;9074;p86"/>
            <p:cNvSpPr/>
            <p:nvPr/>
          </p:nvSpPr>
          <p:spPr>
            <a:xfrm>
              <a:off x="3490609" y="4350267"/>
              <a:ext cx="86843" cy="149632"/>
            </a:xfrm>
            <a:custGeom>
              <a:avLst/>
              <a:gdLst/>
              <a:ahLst/>
              <a:cxnLst/>
              <a:rect l="l" t="t" r="r" b="b"/>
              <a:pathLst>
                <a:path w="2668" h="4597" extrusionOk="0">
                  <a:moveTo>
                    <a:pt x="0" y="0"/>
                  </a:moveTo>
                  <a:lnTo>
                    <a:pt x="24" y="3477"/>
                  </a:lnTo>
                  <a:lnTo>
                    <a:pt x="977" y="3025"/>
                  </a:lnTo>
                  <a:lnTo>
                    <a:pt x="1739" y="4596"/>
                  </a:lnTo>
                  <a:lnTo>
                    <a:pt x="2477" y="4239"/>
                  </a:lnTo>
                  <a:lnTo>
                    <a:pt x="1715" y="2667"/>
                  </a:lnTo>
                  <a:lnTo>
                    <a:pt x="2668" y="2215"/>
                  </a:lnTo>
                  <a:lnTo>
                    <a:pt x="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75" name="Google Shape;9075;p86"/>
            <p:cNvSpPr/>
            <p:nvPr/>
          </p:nvSpPr>
          <p:spPr>
            <a:xfrm>
              <a:off x="3414765" y="4261892"/>
              <a:ext cx="35545" cy="33461"/>
            </a:xfrm>
            <a:custGeom>
              <a:avLst/>
              <a:gdLst/>
              <a:ahLst/>
              <a:cxnLst/>
              <a:rect l="l" t="t" r="r" b="b"/>
              <a:pathLst>
                <a:path w="1092" h="1028" extrusionOk="0">
                  <a:moveTo>
                    <a:pt x="616" y="0"/>
                  </a:moveTo>
                  <a:cubicBezTo>
                    <a:pt x="449" y="24"/>
                    <a:pt x="258" y="119"/>
                    <a:pt x="187" y="286"/>
                  </a:cubicBezTo>
                  <a:cubicBezTo>
                    <a:pt x="0" y="639"/>
                    <a:pt x="265" y="1028"/>
                    <a:pt x="636" y="1028"/>
                  </a:cubicBezTo>
                  <a:cubicBezTo>
                    <a:pt x="691" y="1028"/>
                    <a:pt x="748" y="1019"/>
                    <a:pt x="806" y="1001"/>
                  </a:cubicBezTo>
                  <a:cubicBezTo>
                    <a:pt x="973" y="953"/>
                    <a:pt x="1092" y="786"/>
                    <a:pt x="1092" y="596"/>
                  </a:cubicBezTo>
                  <a:lnTo>
                    <a:pt x="1092" y="167"/>
                  </a:lnTo>
                  <a:cubicBezTo>
                    <a:pt x="1092" y="72"/>
                    <a:pt x="1044" y="0"/>
                    <a:pt x="9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76" name="Google Shape;9076;p86"/>
            <p:cNvSpPr/>
            <p:nvPr/>
          </p:nvSpPr>
          <p:spPr>
            <a:xfrm>
              <a:off x="3291397" y="4151512"/>
              <a:ext cx="282957" cy="256754"/>
            </a:xfrm>
            <a:custGeom>
              <a:avLst/>
              <a:gdLst/>
              <a:ahLst/>
              <a:cxnLst/>
              <a:rect l="l" t="t" r="r" b="b"/>
              <a:pathLst>
                <a:path w="8693" h="7888" extrusionOk="0">
                  <a:moveTo>
                    <a:pt x="5787" y="1486"/>
                  </a:moveTo>
                  <a:cubicBezTo>
                    <a:pt x="6311" y="1486"/>
                    <a:pt x="6740" y="1915"/>
                    <a:pt x="6740" y="2439"/>
                  </a:cubicBezTo>
                  <a:lnTo>
                    <a:pt x="6740" y="4153"/>
                  </a:lnTo>
                  <a:cubicBezTo>
                    <a:pt x="6740" y="4272"/>
                    <a:pt x="6692" y="4368"/>
                    <a:pt x="6597" y="4463"/>
                  </a:cubicBezTo>
                  <a:cubicBezTo>
                    <a:pt x="6396" y="4692"/>
                    <a:pt x="6118" y="4809"/>
                    <a:pt x="5835" y="4809"/>
                  </a:cubicBezTo>
                  <a:cubicBezTo>
                    <a:pt x="5647" y="4809"/>
                    <a:pt x="5458" y="4758"/>
                    <a:pt x="5287" y="4654"/>
                  </a:cubicBezTo>
                  <a:cubicBezTo>
                    <a:pt x="5073" y="4915"/>
                    <a:pt x="4763" y="5058"/>
                    <a:pt x="4430" y="5058"/>
                  </a:cubicBezTo>
                  <a:cubicBezTo>
                    <a:pt x="3477" y="5058"/>
                    <a:pt x="2810" y="3891"/>
                    <a:pt x="3739" y="2915"/>
                  </a:cubicBezTo>
                  <a:cubicBezTo>
                    <a:pt x="3834" y="2820"/>
                    <a:pt x="3953" y="2748"/>
                    <a:pt x="4096" y="2748"/>
                  </a:cubicBezTo>
                  <a:lnTo>
                    <a:pt x="5215" y="2748"/>
                  </a:lnTo>
                  <a:cubicBezTo>
                    <a:pt x="5382" y="2748"/>
                    <a:pt x="5525" y="2891"/>
                    <a:pt x="5525" y="3058"/>
                  </a:cubicBezTo>
                  <a:lnTo>
                    <a:pt x="5525" y="3939"/>
                  </a:lnTo>
                  <a:cubicBezTo>
                    <a:pt x="5525" y="3987"/>
                    <a:pt x="5525" y="4011"/>
                    <a:pt x="5549" y="4034"/>
                  </a:cubicBezTo>
                  <a:cubicBezTo>
                    <a:pt x="5612" y="4134"/>
                    <a:pt x="5710" y="4178"/>
                    <a:pt x="5805" y="4178"/>
                  </a:cubicBezTo>
                  <a:cubicBezTo>
                    <a:pt x="5961" y="4178"/>
                    <a:pt x="6111" y="4060"/>
                    <a:pt x="6097" y="3868"/>
                  </a:cubicBezTo>
                  <a:lnTo>
                    <a:pt x="6097" y="3653"/>
                  </a:lnTo>
                  <a:cubicBezTo>
                    <a:pt x="6097" y="2796"/>
                    <a:pt x="5406" y="2129"/>
                    <a:pt x="4572" y="2129"/>
                  </a:cubicBezTo>
                  <a:lnTo>
                    <a:pt x="4239" y="2129"/>
                  </a:lnTo>
                  <a:cubicBezTo>
                    <a:pt x="3405" y="2129"/>
                    <a:pt x="2715" y="2796"/>
                    <a:pt x="2715" y="3653"/>
                  </a:cubicBezTo>
                  <a:lnTo>
                    <a:pt x="2715" y="4058"/>
                  </a:lnTo>
                  <a:cubicBezTo>
                    <a:pt x="2715" y="4939"/>
                    <a:pt x="3429" y="5678"/>
                    <a:pt x="4334" y="5678"/>
                  </a:cubicBezTo>
                  <a:lnTo>
                    <a:pt x="4691" y="5678"/>
                  </a:lnTo>
                  <a:lnTo>
                    <a:pt x="4691" y="6297"/>
                  </a:lnTo>
                  <a:lnTo>
                    <a:pt x="4334" y="6297"/>
                  </a:lnTo>
                  <a:cubicBezTo>
                    <a:pt x="3096" y="6297"/>
                    <a:pt x="2096" y="5297"/>
                    <a:pt x="2096" y="4058"/>
                  </a:cubicBezTo>
                  <a:lnTo>
                    <a:pt x="2096" y="2439"/>
                  </a:lnTo>
                  <a:cubicBezTo>
                    <a:pt x="2096" y="1915"/>
                    <a:pt x="2501" y="1486"/>
                    <a:pt x="3024" y="1486"/>
                  </a:cubicBezTo>
                  <a:close/>
                  <a:moveTo>
                    <a:pt x="4393" y="0"/>
                  </a:moveTo>
                  <a:cubicBezTo>
                    <a:pt x="3632" y="0"/>
                    <a:pt x="2864" y="221"/>
                    <a:pt x="2191" y="677"/>
                  </a:cubicBezTo>
                  <a:cubicBezTo>
                    <a:pt x="572" y="1748"/>
                    <a:pt x="0" y="3844"/>
                    <a:pt x="810" y="5630"/>
                  </a:cubicBezTo>
                  <a:cubicBezTo>
                    <a:pt x="1477" y="7041"/>
                    <a:pt x="2893" y="7887"/>
                    <a:pt x="4384" y="7887"/>
                  </a:cubicBezTo>
                  <a:cubicBezTo>
                    <a:pt x="4755" y="7887"/>
                    <a:pt x="5131" y="7835"/>
                    <a:pt x="5501" y="7726"/>
                  </a:cubicBezTo>
                  <a:lnTo>
                    <a:pt x="5477" y="4749"/>
                  </a:lnTo>
                  <a:lnTo>
                    <a:pt x="7454" y="6416"/>
                  </a:lnTo>
                  <a:cubicBezTo>
                    <a:pt x="8692" y="4892"/>
                    <a:pt x="8597" y="2701"/>
                    <a:pt x="7287" y="1272"/>
                  </a:cubicBezTo>
                  <a:cubicBezTo>
                    <a:pt x="6522" y="437"/>
                    <a:pt x="5464" y="0"/>
                    <a:pt x="439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77" name="Google Shape;9077;p86"/>
          <p:cNvGrpSpPr/>
          <p:nvPr/>
        </p:nvGrpSpPr>
        <p:grpSpPr>
          <a:xfrm>
            <a:off x="5359272" y="5337415"/>
            <a:ext cx="466280" cy="466379"/>
            <a:chOff x="4020831" y="4151023"/>
            <a:chExt cx="348838" cy="348877"/>
          </a:xfrm>
          <a:solidFill>
            <a:schemeClr val="bg1"/>
          </a:solidFill>
        </p:grpSpPr>
        <p:sp>
          <p:nvSpPr>
            <p:cNvPr id="9078" name="Google Shape;9078;p86"/>
            <p:cNvSpPr/>
            <p:nvPr/>
          </p:nvSpPr>
          <p:spPr>
            <a:xfrm>
              <a:off x="4094462" y="4234712"/>
              <a:ext cx="82221" cy="69852"/>
            </a:xfrm>
            <a:custGeom>
              <a:avLst/>
              <a:gdLst/>
              <a:ahLst/>
              <a:cxnLst/>
              <a:rect l="l" t="t" r="r" b="b"/>
              <a:pathLst>
                <a:path w="2526" h="2146" extrusionOk="0">
                  <a:moveTo>
                    <a:pt x="1092" y="1"/>
                  </a:moveTo>
                  <a:cubicBezTo>
                    <a:pt x="540" y="1"/>
                    <a:pt x="8" y="428"/>
                    <a:pt x="25" y="1074"/>
                  </a:cubicBezTo>
                  <a:cubicBezTo>
                    <a:pt x="1" y="1669"/>
                    <a:pt x="501" y="2145"/>
                    <a:pt x="1096" y="2145"/>
                  </a:cubicBezTo>
                  <a:cubicBezTo>
                    <a:pt x="2049" y="2145"/>
                    <a:pt x="2525" y="978"/>
                    <a:pt x="1835" y="311"/>
                  </a:cubicBezTo>
                  <a:cubicBezTo>
                    <a:pt x="1620" y="97"/>
                    <a:pt x="1353" y="1"/>
                    <a:pt x="10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79" name="Google Shape;9079;p86"/>
            <p:cNvSpPr/>
            <p:nvPr/>
          </p:nvSpPr>
          <p:spPr>
            <a:xfrm>
              <a:off x="4225479" y="4234712"/>
              <a:ext cx="82189" cy="69852"/>
            </a:xfrm>
            <a:custGeom>
              <a:avLst/>
              <a:gdLst/>
              <a:ahLst/>
              <a:cxnLst/>
              <a:rect l="l" t="t" r="r" b="b"/>
              <a:pathLst>
                <a:path w="2525" h="2146" extrusionOk="0">
                  <a:moveTo>
                    <a:pt x="1090" y="1"/>
                  </a:moveTo>
                  <a:cubicBezTo>
                    <a:pt x="537" y="1"/>
                    <a:pt x="0" y="428"/>
                    <a:pt x="0" y="1074"/>
                  </a:cubicBezTo>
                  <a:cubicBezTo>
                    <a:pt x="0" y="1669"/>
                    <a:pt x="501" y="2145"/>
                    <a:pt x="1072" y="2145"/>
                  </a:cubicBezTo>
                  <a:cubicBezTo>
                    <a:pt x="2025" y="2145"/>
                    <a:pt x="2525" y="978"/>
                    <a:pt x="1834" y="311"/>
                  </a:cubicBezTo>
                  <a:cubicBezTo>
                    <a:pt x="1620" y="97"/>
                    <a:pt x="1353" y="1"/>
                    <a:pt x="109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80" name="Google Shape;9080;p86"/>
            <p:cNvSpPr/>
            <p:nvPr/>
          </p:nvSpPr>
          <p:spPr>
            <a:xfrm>
              <a:off x="4020831" y="4151023"/>
              <a:ext cx="348838" cy="218638"/>
            </a:xfrm>
            <a:custGeom>
              <a:avLst/>
              <a:gdLst/>
              <a:ahLst/>
              <a:cxnLst/>
              <a:rect l="l" t="t" r="r" b="b"/>
              <a:pathLst>
                <a:path w="10717" h="6717" extrusionOk="0">
                  <a:moveTo>
                    <a:pt x="7362" y="1951"/>
                  </a:moveTo>
                  <a:cubicBezTo>
                    <a:pt x="7955" y="1951"/>
                    <a:pt x="8545" y="2254"/>
                    <a:pt x="8859" y="2859"/>
                  </a:cubicBezTo>
                  <a:lnTo>
                    <a:pt x="9526" y="2859"/>
                  </a:lnTo>
                  <a:lnTo>
                    <a:pt x="9526" y="3478"/>
                  </a:lnTo>
                  <a:lnTo>
                    <a:pt x="9074" y="3478"/>
                  </a:lnTo>
                  <a:cubicBezTo>
                    <a:pt x="9098" y="3978"/>
                    <a:pt x="8955" y="4454"/>
                    <a:pt x="8645" y="4835"/>
                  </a:cubicBezTo>
                  <a:cubicBezTo>
                    <a:pt x="8597" y="4883"/>
                    <a:pt x="8574" y="4930"/>
                    <a:pt x="8526" y="4954"/>
                  </a:cubicBezTo>
                  <a:cubicBezTo>
                    <a:pt x="8136" y="5223"/>
                    <a:pt x="7738" y="5340"/>
                    <a:pt x="7368" y="5340"/>
                  </a:cubicBezTo>
                  <a:cubicBezTo>
                    <a:pt x="6429" y="5340"/>
                    <a:pt x="5668" y="4584"/>
                    <a:pt x="5668" y="3645"/>
                  </a:cubicBezTo>
                  <a:lnTo>
                    <a:pt x="5668" y="3478"/>
                  </a:lnTo>
                  <a:cubicBezTo>
                    <a:pt x="5668" y="3454"/>
                    <a:pt x="5668" y="3430"/>
                    <a:pt x="5644" y="3406"/>
                  </a:cubicBezTo>
                  <a:cubicBezTo>
                    <a:pt x="5572" y="3307"/>
                    <a:pt x="5472" y="3262"/>
                    <a:pt x="5375" y="3262"/>
                  </a:cubicBezTo>
                  <a:cubicBezTo>
                    <a:pt x="5216" y="3262"/>
                    <a:pt x="5064" y="3381"/>
                    <a:pt x="5049" y="3573"/>
                  </a:cubicBezTo>
                  <a:lnTo>
                    <a:pt x="5049" y="4264"/>
                  </a:lnTo>
                  <a:cubicBezTo>
                    <a:pt x="5049" y="4383"/>
                    <a:pt x="5001" y="4502"/>
                    <a:pt x="4906" y="4597"/>
                  </a:cubicBezTo>
                  <a:cubicBezTo>
                    <a:pt x="4401" y="5119"/>
                    <a:pt x="3852" y="5336"/>
                    <a:pt x="3351" y="5336"/>
                  </a:cubicBezTo>
                  <a:cubicBezTo>
                    <a:pt x="2413" y="5336"/>
                    <a:pt x="1644" y="4576"/>
                    <a:pt x="1644" y="3645"/>
                  </a:cubicBezTo>
                  <a:cubicBezTo>
                    <a:pt x="1644" y="3597"/>
                    <a:pt x="1644" y="3525"/>
                    <a:pt x="1644" y="3478"/>
                  </a:cubicBezTo>
                  <a:lnTo>
                    <a:pt x="1191" y="3478"/>
                  </a:lnTo>
                  <a:lnTo>
                    <a:pt x="1191" y="2859"/>
                  </a:lnTo>
                  <a:lnTo>
                    <a:pt x="1834" y="2859"/>
                  </a:lnTo>
                  <a:cubicBezTo>
                    <a:pt x="2161" y="2254"/>
                    <a:pt x="2757" y="1951"/>
                    <a:pt x="3349" y="1951"/>
                  </a:cubicBezTo>
                  <a:cubicBezTo>
                    <a:pt x="3924" y="1951"/>
                    <a:pt x="4494" y="2236"/>
                    <a:pt x="4811" y="2811"/>
                  </a:cubicBezTo>
                  <a:cubicBezTo>
                    <a:pt x="4978" y="2692"/>
                    <a:pt x="5168" y="2632"/>
                    <a:pt x="5356" y="2632"/>
                  </a:cubicBezTo>
                  <a:cubicBezTo>
                    <a:pt x="5543" y="2632"/>
                    <a:pt x="5728" y="2692"/>
                    <a:pt x="5883" y="2811"/>
                  </a:cubicBezTo>
                  <a:cubicBezTo>
                    <a:pt x="6211" y="2236"/>
                    <a:pt x="6788" y="1951"/>
                    <a:pt x="7362" y="1951"/>
                  </a:cubicBezTo>
                  <a:close/>
                  <a:moveTo>
                    <a:pt x="0" y="1"/>
                  </a:moveTo>
                  <a:lnTo>
                    <a:pt x="0" y="6717"/>
                  </a:lnTo>
                  <a:lnTo>
                    <a:pt x="10717" y="6717"/>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81" name="Google Shape;9081;p86"/>
            <p:cNvSpPr/>
            <p:nvPr/>
          </p:nvSpPr>
          <p:spPr>
            <a:xfrm>
              <a:off x="4020831" y="4389784"/>
              <a:ext cx="348838" cy="110117"/>
            </a:xfrm>
            <a:custGeom>
              <a:avLst/>
              <a:gdLst/>
              <a:ahLst/>
              <a:cxnLst/>
              <a:rect l="l" t="t" r="r" b="b"/>
              <a:pathLst>
                <a:path w="10717" h="3383" extrusionOk="0">
                  <a:moveTo>
                    <a:pt x="0" y="1"/>
                  </a:moveTo>
                  <a:lnTo>
                    <a:pt x="0" y="1596"/>
                  </a:lnTo>
                  <a:lnTo>
                    <a:pt x="4001" y="1596"/>
                  </a:lnTo>
                  <a:lnTo>
                    <a:pt x="4001" y="1977"/>
                  </a:lnTo>
                  <a:cubicBezTo>
                    <a:pt x="4001" y="2406"/>
                    <a:pt x="3644" y="2739"/>
                    <a:pt x="3215" y="2739"/>
                  </a:cubicBezTo>
                  <a:lnTo>
                    <a:pt x="2263" y="2739"/>
                  </a:lnTo>
                  <a:lnTo>
                    <a:pt x="2263" y="3382"/>
                  </a:lnTo>
                  <a:lnTo>
                    <a:pt x="8455" y="3382"/>
                  </a:lnTo>
                  <a:lnTo>
                    <a:pt x="8455" y="2763"/>
                  </a:lnTo>
                  <a:lnTo>
                    <a:pt x="7478" y="2763"/>
                  </a:lnTo>
                  <a:cubicBezTo>
                    <a:pt x="7050" y="2763"/>
                    <a:pt x="6716" y="2406"/>
                    <a:pt x="6716" y="1977"/>
                  </a:cubicBezTo>
                  <a:lnTo>
                    <a:pt x="6716" y="1596"/>
                  </a:lnTo>
                  <a:lnTo>
                    <a:pt x="10717" y="1596"/>
                  </a:lnTo>
                  <a:lnTo>
                    <a:pt x="1071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082" name="Google Shape;9082;p86"/>
          <p:cNvSpPr txBox="1"/>
          <p:nvPr/>
        </p:nvSpPr>
        <p:spPr>
          <a:xfrm>
            <a:off x="1397800" y="1544867"/>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133"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在线学习图标</a:t>
            </a:r>
            <a:endParaRPr kumimoji="0" sz="2133"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2" name="文本框 1">
            <a:extLst>
              <a:ext uri="{FF2B5EF4-FFF2-40B4-BE49-F238E27FC236}">
                <a16:creationId xmlns:a16="http://schemas.microsoft.com/office/drawing/2014/main" id="{2921A4CD-9BB8-C85F-5A13-B1A3CA84B004}"/>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3" name="文本框 2">
            <a:extLst>
              <a:ext uri="{FF2B5EF4-FFF2-40B4-BE49-F238E27FC236}">
                <a16:creationId xmlns:a16="http://schemas.microsoft.com/office/drawing/2014/main" id="{9BB0CD95-F01A-E2D7-554D-00A59CA9D476}"/>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2F409800-35D7-41ED-73D9-6E31280E75C7}"/>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741A7FA7-9E58-7136-CE51-5922B728D7B0}"/>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A9462ADC-A06D-4B1A-FEE3-16016208664E}"/>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94B86BD8-CFC7-43F1-E3B2-B61EDF1B7892}"/>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D5F4A36A-5380-94FE-2974-85C65C2FF888}"/>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992BC40D-FC8F-D34A-15B0-F79B8E1FC4BF}"/>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5C431E33-D809-6D4C-1842-46683A4DA28F}"/>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26A3DFC3-BB49-B240-D7F4-BAF4690B9B8C}"/>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9087"/>
        <p:cNvGrpSpPr/>
        <p:nvPr/>
      </p:nvGrpSpPr>
      <p:grpSpPr>
        <a:xfrm>
          <a:off x="0" y="0"/>
          <a:ext cx="0" cy="0"/>
          <a:chOff x="0" y="0"/>
          <a:chExt cx="0" cy="0"/>
        </a:xfrm>
      </p:grpSpPr>
      <p:grpSp>
        <p:nvGrpSpPr>
          <p:cNvPr id="9088" name="Google Shape;9088;p87"/>
          <p:cNvGrpSpPr/>
          <p:nvPr/>
        </p:nvGrpSpPr>
        <p:grpSpPr>
          <a:xfrm>
            <a:off x="1379017" y="2354897"/>
            <a:ext cx="398315" cy="465972"/>
            <a:chOff x="1034263" y="1766172"/>
            <a:chExt cx="298736" cy="349479"/>
          </a:xfrm>
          <a:solidFill>
            <a:schemeClr val="bg1"/>
          </a:solidFill>
        </p:grpSpPr>
        <p:sp>
          <p:nvSpPr>
            <p:cNvPr id="9089" name="Google Shape;9089;p87"/>
            <p:cNvSpPr/>
            <p:nvPr/>
          </p:nvSpPr>
          <p:spPr>
            <a:xfrm>
              <a:off x="1251489" y="1766172"/>
              <a:ext cx="54339" cy="53440"/>
            </a:xfrm>
            <a:custGeom>
              <a:avLst/>
              <a:gdLst/>
              <a:ahLst/>
              <a:cxnLst/>
              <a:rect l="l" t="t" r="r" b="b"/>
              <a:pathLst>
                <a:path w="1668" h="1638" extrusionOk="0">
                  <a:moveTo>
                    <a:pt x="432" y="1"/>
                  </a:moveTo>
                  <a:cubicBezTo>
                    <a:pt x="352" y="1"/>
                    <a:pt x="274" y="31"/>
                    <a:pt x="215" y="90"/>
                  </a:cubicBezTo>
                  <a:lnTo>
                    <a:pt x="1" y="304"/>
                  </a:lnTo>
                  <a:lnTo>
                    <a:pt x="1310" y="1638"/>
                  </a:lnTo>
                  <a:lnTo>
                    <a:pt x="1548" y="1424"/>
                  </a:lnTo>
                  <a:cubicBezTo>
                    <a:pt x="1668" y="1305"/>
                    <a:pt x="1668" y="1090"/>
                    <a:pt x="1548" y="971"/>
                  </a:cubicBezTo>
                  <a:lnTo>
                    <a:pt x="667" y="90"/>
                  </a:lnTo>
                  <a:cubicBezTo>
                    <a:pt x="596" y="31"/>
                    <a:pt x="513" y="1"/>
                    <a:pt x="4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0" name="Google Shape;9090;p87"/>
            <p:cNvSpPr/>
            <p:nvPr/>
          </p:nvSpPr>
          <p:spPr>
            <a:xfrm>
              <a:off x="1110299" y="1906623"/>
              <a:ext cx="54339" cy="53440"/>
            </a:xfrm>
            <a:custGeom>
              <a:avLst/>
              <a:gdLst/>
              <a:ahLst/>
              <a:cxnLst/>
              <a:rect l="l" t="t" r="r" b="b"/>
              <a:pathLst>
                <a:path w="1668" h="1638" extrusionOk="0">
                  <a:moveTo>
                    <a:pt x="358" y="0"/>
                  </a:moveTo>
                  <a:lnTo>
                    <a:pt x="119" y="215"/>
                  </a:lnTo>
                  <a:cubicBezTo>
                    <a:pt x="0" y="334"/>
                    <a:pt x="0" y="524"/>
                    <a:pt x="119" y="667"/>
                  </a:cubicBezTo>
                  <a:lnTo>
                    <a:pt x="1024" y="1548"/>
                  </a:lnTo>
                  <a:cubicBezTo>
                    <a:pt x="1084" y="1608"/>
                    <a:pt x="1161" y="1637"/>
                    <a:pt x="1239" y="1637"/>
                  </a:cubicBezTo>
                  <a:cubicBezTo>
                    <a:pt x="1316" y="1637"/>
                    <a:pt x="1393" y="1608"/>
                    <a:pt x="1453" y="1548"/>
                  </a:cubicBezTo>
                  <a:lnTo>
                    <a:pt x="1667" y="1334"/>
                  </a:lnTo>
                  <a:lnTo>
                    <a:pt x="3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1" name="Google Shape;9091;p87"/>
            <p:cNvSpPr/>
            <p:nvPr/>
          </p:nvSpPr>
          <p:spPr>
            <a:xfrm>
              <a:off x="1125024" y="1780168"/>
              <a:ext cx="166829" cy="165115"/>
            </a:xfrm>
            <a:custGeom>
              <a:avLst/>
              <a:gdLst/>
              <a:ahLst/>
              <a:cxnLst/>
              <a:rect l="l" t="t" r="r" b="b"/>
              <a:pathLst>
                <a:path w="5121" h="5061" extrusionOk="0">
                  <a:moveTo>
                    <a:pt x="3001" y="0"/>
                  </a:moveTo>
                  <a:cubicBezTo>
                    <a:pt x="2924" y="0"/>
                    <a:pt x="2847" y="30"/>
                    <a:pt x="2787" y="90"/>
                  </a:cubicBezTo>
                  <a:lnTo>
                    <a:pt x="144" y="2757"/>
                  </a:lnTo>
                  <a:cubicBezTo>
                    <a:pt x="1" y="2876"/>
                    <a:pt x="1" y="3090"/>
                    <a:pt x="144" y="3209"/>
                  </a:cubicBezTo>
                  <a:lnTo>
                    <a:pt x="1882" y="4972"/>
                  </a:lnTo>
                  <a:cubicBezTo>
                    <a:pt x="1942" y="5031"/>
                    <a:pt x="2025" y="5061"/>
                    <a:pt x="2108" y="5061"/>
                  </a:cubicBezTo>
                  <a:cubicBezTo>
                    <a:pt x="2192" y="5061"/>
                    <a:pt x="2275" y="5031"/>
                    <a:pt x="2335" y="4972"/>
                  </a:cubicBezTo>
                  <a:lnTo>
                    <a:pt x="5002" y="2328"/>
                  </a:lnTo>
                  <a:cubicBezTo>
                    <a:pt x="5121" y="2185"/>
                    <a:pt x="5121" y="1995"/>
                    <a:pt x="5002" y="1876"/>
                  </a:cubicBezTo>
                  <a:lnTo>
                    <a:pt x="3216" y="90"/>
                  </a:lnTo>
                  <a:cubicBezTo>
                    <a:pt x="3156" y="30"/>
                    <a:pt x="3079" y="0"/>
                    <a:pt x="30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2" name="Google Shape;9092;p87"/>
            <p:cNvSpPr/>
            <p:nvPr/>
          </p:nvSpPr>
          <p:spPr>
            <a:xfrm>
              <a:off x="1034263" y="1878630"/>
              <a:ext cx="298736" cy="237021"/>
            </a:xfrm>
            <a:custGeom>
              <a:avLst/>
              <a:gdLst/>
              <a:ahLst/>
              <a:cxnLst/>
              <a:rect l="l" t="t" r="r" b="b"/>
              <a:pathLst>
                <a:path w="9170" h="7265" extrusionOk="0">
                  <a:moveTo>
                    <a:pt x="7955" y="1"/>
                  </a:moveTo>
                  <a:lnTo>
                    <a:pt x="6597" y="1358"/>
                  </a:lnTo>
                  <a:cubicBezTo>
                    <a:pt x="7216" y="2382"/>
                    <a:pt x="6907" y="3692"/>
                    <a:pt x="5930" y="4335"/>
                  </a:cubicBezTo>
                  <a:cubicBezTo>
                    <a:pt x="5549" y="4156"/>
                    <a:pt x="5138" y="4067"/>
                    <a:pt x="4728" y="4067"/>
                  </a:cubicBezTo>
                  <a:cubicBezTo>
                    <a:pt x="4317" y="4067"/>
                    <a:pt x="3906" y="4156"/>
                    <a:pt x="3525" y="4335"/>
                  </a:cubicBezTo>
                  <a:cubicBezTo>
                    <a:pt x="3192" y="4121"/>
                    <a:pt x="2906" y="3811"/>
                    <a:pt x="2739" y="3454"/>
                  </a:cubicBezTo>
                  <a:lnTo>
                    <a:pt x="3001" y="3454"/>
                  </a:lnTo>
                  <a:cubicBezTo>
                    <a:pt x="3168" y="3454"/>
                    <a:pt x="3287" y="3335"/>
                    <a:pt x="3335" y="3192"/>
                  </a:cubicBezTo>
                  <a:cubicBezTo>
                    <a:pt x="3358" y="3001"/>
                    <a:pt x="3215" y="2835"/>
                    <a:pt x="3025" y="2811"/>
                  </a:cubicBezTo>
                  <a:lnTo>
                    <a:pt x="358" y="2811"/>
                  </a:lnTo>
                  <a:cubicBezTo>
                    <a:pt x="191" y="2811"/>
                    <a:pt x="72" y="2930"/>
                    <a:pt x="24" y="3073"/>
                  </a:cubicBezTo>
                  <a:cubicBezTo>
                    <a:pt x="0" y="3263"/>
                    <a:pt x="143" y="3430"/>
                    <a:pt x="334" y="3454"/>
                  </a:cubicBezTo>
                  <a:lnTo>
                    <a:pt x="763" y="3454"/>
                  </a:lnTo>
                  <a:cubicBezTo>
                    <a:pt x="929" y="4145"/>
                    <a:pt x="1286" y="4811"/>
                    <a:pt x="1787" y="5335"/>
                  </a:cubicBezTo>
                  <a:lnTo>
                    <a:pt x="953" y="5335"/>
                  </a:lnTo>
                  <a:cubicBezTo>
                    <a:pt x="786" y="5335"/>
                    <a:pt x="643" y="5478"/>
                    <a:pt x="643" y="5645"/>
                  </a:cubicBezTo>
                  <a:lnTo>
                    <a:pt x="643" y="6931"/>
                  </a:lnTo>
                  <a:cubicBezTo>
                    <a:pt x="643" y="7121"/>
                    <a:pt x="786" y="7264"/>
                    <a:pt x="953" y="7264"/>
                  </a:cubicBezTo>
                  <a:lnTo>
                    <a:pt x="8478" y="7264"/>
                  </a:lnTo>
                  <a:cubicBezTo>
                    <a:pt x="8645" y="7264"/>
                    <a:pt x="8788" y="7121"/>
                    <a:pt x="8788" y="6931"/>
                  </a:cubicBezTo>
                  <a:lnTo>
                    <a:pt x="8788" y="5645"/>
                  </a:lnTo>
                  <a:cubicBezTo>
                    <a:pt x="8788" y="5454"/>
                    <a:pt x="8645" y="5311"/>
                    <a:pt x="8455" y="5311"/>
                  </a:cubicBezTo>
                  <a:lnTo>
                    <a:pt x="7645" y="5311"/>
                  </a:lnTo>
                  <a:cubicBezTo>
                    <a:pt x="9050" y="3859"/>
                    <a:pt x="9169" y="1620"/>
                    <a:pt x="79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93" name="Google Shape;9093;p87"/>
          <p:cNvGrpSpPr/>
          <p:nvPr/>
        </p:nvGrpSpPr>
        <p:grpSpPr>
          <a:xfrm>
            <a:off x="2424799" y="2354635"/>
            <a:ext cx="285987" cy="465928"/>
            <a:chOff x="1818599" y="1765976"/>
            <a:chExt cx="214490" cy="349446"/>
          </a:xfrm>
          <a:solidFill>
            <a:schemeClr val="bg1"/>
          </a:solidFill>
        </p:grpSpPr>
        <p:sp>
          <p:nvSpPr>
            <p:cNvPr id="9094" name="Google Shape;9094;p87"/>
            <p:cNvSpPr/>
            <p:nvPr/>
          </p:nvSpPr>
          <p:spPr>
            <a:xfrm>
              <a:off x="1893853" y="2016177"/>
              <a:ext cx="39614" cy="34615"/>
            </a:xfrm>
            <a:custGeom>
              <a:avLst/>
              <a:gdLst/>
              <a:ahLst/>
              <a:cxnLst/>
              <a:rect l="l" t="t" r="r" b="b"/>
              <a:pathLst>
                <a:path w="1216" h="1061" extrusionOk="0">
                  <a:moveTo>
                    <a:pt x="692" y="0"/>
                  </a:moveTo>
                  <a:cubicBezTo>
                    <a:pt x="239" y="0"/>
                    <a:pt x="1" y="572"/>
                    <a:pt x="334" y="905"/>
                  </a:cubicBezTo>
                  <a:cubicBezTo>
                    <a:pt x="442" y="1012"/>
                    <a:pt x="571" y="1060"/>
                    <a:pt x="698" y="1060"/>
                  </a:cubicBezTo>
                  <a:cubicBezTo>
                    <a:pt x="964" y="1060"/>
                    <a:pt x="1215" y="847"/>
                    <a:pt x="1215" y="524"/>
                  </a:cubicBezTo>
                  <a:cubicBezTo>
                    <a:pt x="1215" y="238"/>
                    <a:pt x="977" y="0"/>
                    <a:pt x="6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5" name="Google Shape;9095;p87"/>
            <p:cNvSpPr/>
            <p:nvPr/>
          </p:nvSpPr>
          <p:spPr>
            <a:xfrm>
              <a:off x="1818599" y="1765976"/>
              <a:ext cx="180023" cy="349446"/>
            </a:xfrm>
            <a:custGeom>
              <a:avLst/>
              <a:gdLst/>
              <a:ahLst/>
              <a:cxnLst/>
              <a:rect l="l" t="t" r="r" b="b"/>
              <a:pathLst>
                <a:path w="5526" h="10711" extrusionOk="0">
                  <a:moveTo>
                    <a:pt x="3013" y="1287"/>
                  </a:moveTo>
                  <a:cubicBezTo>
                    <a:pt x="3162" y="1287"/>
                    <a:pt x="3311" y="1382"/>
                    <a:pt x="3335" y="1573"/>
                  </a:cubicBezTo>
                  <a:lnTo>
                    <a:pt x="3335" y="7097"/>
                  </a:lnTo>
                  <a:cubicBezTo>
                    <a:pt x="4621" y="7455"/>
                    <a:pt x="4359" y="9360"/>
                    <a:pt x="3002" y="9360"/>
                  </a:cubicBezTo>
                  <a:cubicBezTo>
                    <a:pt x="1668" y="9360"/>
                    <a:pt x="1406" y="7455"/>
                    <a:pt x="2692" y="7097"/>
                  </a:cubicBezTo>
                  <a:lnTo>
                    <a:pt x="2692" y="1573"/>
                  </a:lnTo>
                  <a:cubicBezTo>
                    <a:pt x="2716" y="1382"/>
                    <a:pt x="2865" y="1287"/>
                    <a:pt x="3013" y="1287"/>
                  </a:cubicBezTo>
                  <a:close/>
                  <a:moveTo>
                    <a:pt x="3013" y="1"/>
                  </a:moveTo>
                  <a:cubicBezTo>
                    <a:pt x="2234" y="1"/>
                    <a:pt x="1454" y="525"/>
                    <a:pt x="1454" y="1573"/>
                  </a:cubicBezTo>
                  <a:lnTo>
                    <a:pt x="1454" y="6240"/>
                  </a:lnTo>
                  <a:cubicBezTo>
                    <a:pt x="1" y="7407"/>
                    <a:pt x="263" y="9669"/>
                    <a:pt x="1930" y="10455"/>
                  </a:cubicBezTo>
                  <a:cubicBezTo>
                    <a:pt x="2290" y="10630"/>
                    <a:pt x="2662" y="10711"/>
                    <a:pt x="3024" y="10711"/>
                  </a:cubicBezTo>
                  <a:cubicBezTo>
                    <a:pt x="4340" y="10711"/>
                    <a:pt x="5526" y="9649"/>
                    <a:pt x="5526" y="8193"/>
                  </a:cubicBezTo>
                  <a:cubicBezTo>
                    <a:pt x="5526" y="7431"/>
                    <a:pt x="5169" y="6716"/>
                    <a:pt x="4573" y="6240"/>
                  </a:cubicBezTo>
                  <a:lnTo>
                    <a:pt x="4573" y="1573"/>
                  </a:lnTo>
                  <a:cubicBezTo>
                    <a:pt x="4573" y="525"/>
                    <a:pt x="3793" y="1"/>
                    <a:pt x="301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6" name="Google Shape;9096;p87"/>
            <p:cNvSpPr/>
            <p:nvPr/>
          </p:nvSpPr>
          <p:spPr>
            <a:xfrm>
              <a:off x="1984646" y="1828910"/>
              <a:ext cx="47335" cy="20228"/>
            </a:xfrm>
            <a:custGeom>
              <a:avLst/>
              <a:gdLst/>
              <a:ahLst/>
              <a:cxnLst/>
              <a:rect l="l" t="t" r="r" b="b"/>
              <a:pathLst>
                <a:path w="1453" h="620" extrusionOk="0">
                  <a:moveTo>
                    <a:pt x="429" y="1"/>
                  </a:moveTo>
                  <a:cubicBezTo>
                    <a:pt x="0" y="1"/>
                    <a:pt x="0" y="620"/>
                    <a:pt x="429" y="620"/>
                  </a:cubicBezTo>
                  <a:lnTo>
                    <a:pt x="1048" y="620"/>
                  </a:lnTo>
                  <a:cubicBezTo>
                    <a:pt x="1453" y="620"/>
                    <a:pt x="1453"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7" name="Google Shape;9097;p87"/>
            <p:cNvSpPr/>
            <p:nvPr/>
          </p:nvSpPr>
          <p:spPr>
            <a:xfrm>
              <a:off x="1983571" y="1870017"/>
              <a:ext cx="49518" cy="20391"/>
            </a:xfrm>
            <a:custGeom>
              <a:avLst/>
              <a:gdLst/>
              <a:ahLst/>
              <a:cxnLst/>
              <a:rect l="l" t="t" r="r" b="b"/>
              <a:pathLst>
                <a:path w="1520" h="625" extrusionOk="0">
                  <a:moveTo>
                    <a:pt x="417" y="1"/>
                  </a:moveTo>
                  <a:cubicBezTo>
                    <a:pt x="0" y="1"/>
                    <a:pt x="0" y="624"/>
                    <a:pt x="417" y="624"/>
                  </a:cubicBezTo>
                  <a:cubicBezTo>
                    <a:pt x="432" y="624"/>
                    <a:pt x="447" y="624"/>
                    <a:pt x="462" y="622"/>
                  </a:cubicBezTo>
                  <a:lnTo>
                    <a:pt x="1081" y="622"/>
                  </a:lnTo>
                  <a:cubicBezTo>
                    <a:pt x="1096" y="624"/>
                    <a:pt x="1110" y="624"/>
                    <a:pt x="1123" y="624"/>
                  </a:cubicBezTo>
                  <a:cubicBezTo>
                    <a:pt x="1519" y="624"/>
                    <a:pt x="1519" y="1"/>
                    <a:pt x="1123" y="1"/>
                  </a:cubicBezTo>
                  <a:cubicBezTo>
                    <a:pt x="1110" y="1"/>
                    <a:pt x="1096" y="1"/>
                    <a:pt x="1081" y="3"/>
                  </a:cubicBezTo>
                  <a:lnTo>
                    <a:pt x="462" y="3"/>
                  </a:lnTo>
                  <a:cubicBezTo>
                    <a:pt x="447" y="1"/>
                    <a:pt x="432" y="1"/>
                    <a:pt x="41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098" name="Google Shape;9098;p87"/>
            <p:cNvSpPr/>
            <p:nvPr/>
          </p:nvSpPr>
          <p:spPr>
            <a:xfrm>
              <a:off x="1984646" y="1910505"/>
              <a:ext cx="47335" cy="21010"/>
            </a:xfrm>
            <a:custGeom>
              <a:avLst/>
              <a:gdLst/>
              <a:ahLst/>
              <a:cxnLst/>
              <a:rect l="l" t="t" r="r" b="b"/>
              <a:pathLst>
                <a:path w="1453" h="644" extrusionOk="0">
                  <a:moveTo>
                    <a:pt x="429" y="0"/>
                  </a:moveTo>
                  <a:cubicBezTo>
                    <a:pt x="0" y="0"/>
                    <a:pt x="0" y="643"/>
                    <a:pt x="429" y="643"/>
                  </a:cubicBezTo>
                  <a:lnTo>
                    <a:pt x="1048" y="643"/>
                  </a:lnTo>
                  <a:cubicBezTo>
                    <a:pt x="1453" y="643"/>
                    <a:pt x="1453" y="0"/>
                    <a:pt x="10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099" name="Google Shape;9099;p87"/>
          <p:cNvGrpSpPr/>
          <p:nvPr/>
        </p:nvGrpSpPr>
        <p:grpSpPr>
          <a:xfrm>
            <a:off x="3404425" y="2354635"/>
            <a:ext cx="354835" cy="465189"/>
            <a:chOff x="2553319" y="1765976"/>
            <a:chExt cx="266126" cy="348892"/>
          </a:xfrm>
          <a:solidFill>
            <a:schemeClr val="bg1"/>
          </a:solidFill>
        </p:grpSpPr>
        <p:sp>
          <p:nvSpPr>
            <p:cNvPr id="9100" name="Google Shape;9100;p87"/>
            <p:cNvSpPr/>
            <p:nvPr/>
          </p:nvSpPr>
          <p:spPr>
            <a:xfrm>
              <a:off x="2553319" y="1766759"/>
              <a:ext cx="183118" cy="158525"/>
            </a:xfrm>
            <a:custGeom>
              <a:avLst/>
              <a:gdLst/>
              <a:ahLst/>
              <a:cxnLst/>
              <a:rect l="l" t="t" r="r" b="b"/>
              <a:pathLst>
                <a:path w="5621" h="4859" extrusionOk="0">
                  <a:moveTo>
                    <a:pt x="310" y="1"/>
                  </a:moveTo>
                  <a:cubicBezTo>
                    <a:pt x="143" y="24"/>
                    <a:pt x="0" y="144"/>
                    <a:pt x="0" y="334"/>
                  </a:cubicBezTo>
                  <a:cubicBezTo>
                    <a:pt x="0" y="1953"/>
                    <a:pt x="1239" y="3525"/>
                    <a:pt x="2406" y="4859"/>
                  </a:cubicBezTo>
                  <a:cubicBezTo>
                    <a:pt x="2834" y="4359"/>
                    <a:pt x="3239" y="3930"/>
                    <a:pt x="3668" y="3454"/>
                  </a:cubicBezTo>
                  <a:cubicBezTo>
                    <a:pt x="3477" y="3239"/>
                    <a:pt x="3310" y="3025"/>
                    <a:pt x="3144" y="2835"/>
                  </a:cubicBezTo>
                  <a:lnTo>
                    <a:pt x="4215" y="2835"/>
                  </a:lnTo>
                  <a:cubicBezTo>
                    <a:pt x="4406" y="2620"/>
                    <a:pt x="4573" y="2406"/>
                    <a:pt x="4716" y="2192"/>
                  </a:cubicBezTo>
                  <a:lnTo>
                    <a:pt x="2667" y="2192"/>
                  </a:lnTo>
                  <a:cubicBezTo>
                    <a:pt x="2477" y="1906"/>
                    <a:pt x="2286" y="1572"/>
                    <a:pt x="2144" y="1263"/>
                  </a:cubicBezTo>
                  <a:lnTo>
                    <a:pt x="5335" y="1263"/>
                  </a:lnTo>
                  <a:cubicBezTo>
                    <a:pt x="5454" y="1048"/>
                    <a:pt x="5549" y="834"/>
                    <a:pt x="5620" y="620"/>
                  </a:cubicBezTo>
                  <a:lnTo>
                    <a:pt x="1905" y="620"/>
                  </a:lnTo>
                  <a:cubicBezTo>
                    <a:pt x="1905" y="525"/>
                    <a:pt x="1882" y="429"/>
                    <a:pt x="1882" y="334"/>
                  </a:cubicBezTo>
                  <a:cubicBezTo>
                    <a:pt x="1882" y="144"/>
                    <a:pt x="1739" y="24"/>
                    <a:pt x="15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1" name="Google Shape;9101;p87"/>
            <p:cNvSpPr/>
            <p:nvPr/>
          </p:nvSpPr>
          <p:spPr>
            <a:xfrm>
              <a:off x="2637108" y="1957126"/>
              <a:ext cx="182336" cy="157742"/>
            </a:xfrm>
            <a:custGeom>
              <a:avLst/>
              <a:gdLst/>
              <a:ahLst/>
              <a:cxnLst/>
              <a:rect l="l" t="t" r="r" b="b"/>
              <a:pathLst>
                <a:path w="5597" h="4835" extrusionOk="0">
                  <a:moveTo>
                    <a:pt x="3191" y="0"/>
                  </a:moveTo>
                  <a:cubicBezTo>
                    <a:pt x="2763" y="476"/>
                    <a:pt x="2358" y="929"/>
                    <a:pt x="1929" y="1405"/>
                  </a:cubicBezTo>
                  <a:cubicBezTo>
                    <a:pt x="2120" y="1620"/>
                    <a:pt x="2286" y="1810"/>
                    <a:pt x="2453" y="2024"/>
                  </a:cubicBezTo>
                  <a:lnTo>
                    <a:pt x="1381" y="2024"/>
                  </a:lnTo>
                  <a:cubicBezTo>
                    <a:pt x="1215" y="2239"/>
                    <a:pt x="1048" y="2453"/>
                    <a:pt x="881" y="2667"/>
                  </a:cubicBezTo>
                  <a:lnTo>
                    <a:pt x="2906" y="2667"/>
                  </a:lnTo>
                  <a:cubicBezTo>
                    <a:pt x="3120" y="2953"/>
                    <a:pt x="3310" y="3263"/>
                    <a:pt x="3477" y="3596"/>
                  </a:cubicBezTo>
                  <a:lnTo>
                    <a:pt x="262" y="3596"/>
                  </a:lnTo>
                  <a:cubicBezTo>
                    <a:pt x="143" y="3787"/>
                    <a:pt x="48" y="4001"/>
                    <a:pt x="0" y="4215"/>
                  </a:cubicBezTo>
                  <a:lnTo>
                    <a:pt x="3668" y="4215"/>
                  </a:lnTo>
                  <a:cubicBezTo>
                    <a:pt x="3691" y="4334"/>
                    <a:pt x="3715" y="4430"/>
                    <a:pt x="3715" y="4549"/>
                  </a:cubicBezTo>
                  <a:cubicBezTo>
                    <a:pt x="3715" y="4715"/>
                    <a:pt x="3858" y="4834"/>
                    <a:pt x="4025" y="4834"/>
                  </a:cubicBezTo>
                  <a:lnTo>
                    <a:pt x="5263" y="4834"/>
                  </a:lnTo>
                  <a:cubicBezTo>
                    <a:pt x="5454" y="4834"/>
                    <a:pt x="5597" y="4715"/>
                    <a:pt x="5597" y="4549"/>
                  </a:cubicBezTo>
                  <a:cubicBezTo>
                    <a:pt x="5597" y="2882"/>
                    <a:pt x="4334" y="1286"/>
                    <a:pt x="31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2" name="Google Shape;9102;p87"/>
            <p:cNvSpPr/>
            <p:nvPr/>
          </p:nvSpPr>
          <p:spPr>
            <a:xfrm>
              <a:off x="2553319" y="1765976"/>
              <a:ext cx="266126" cy="348892"/>
            </a:xfrm>
            <a:custGeom>
              <a:avLst/>
              <a:gdLst/>
              <a:ahLst/>
              <a:cxnLst/>
              <a:rect l="l" t="t" r="r" b="b"/>
              <a:pathLst>
                <a:path w="8169" h="10694" extrusionOk="0">
                  <a:moveTo>
                    <a:pt x="6597" y="1"/>
                  </a:moveTo>
                  <a:cubicBezTo>
                    <a:pt x="6430" y="1"/>
                    <a:pt x="6287" y="144"/>
                    <a:pt x="6287" y="310"/>
                  </a:cubicBezTo>
                  <a:cubicBezTo>
                    <a:pt x="6311" y="2168"/>
                    <a:pt x="2882" y="4930"/>
                    <a:pt x="1167" y="7407"/>
                  </a:cubicBezTo>
                  <a:cubicBezTo>
                    <a:pt x="381" y="8526"/>
                    <a:pt x="0" y="9479"/>
                    <a:pt x="0" y="10384"/>
                  </a:cubicBezTo>
                  <a:cubicBezTo>
                    <a:pt x="0" y="10574"/>
                    <a:pt x="143" y="10693"/>
                    <a:pt x="334" y="10693"/>
                  </a:cubicBezTo>
                  <a:lnTo>
                    <a:pt x="1572" y="10693"/>
                  </a:lnTo>
                  <a:cubicBezTo>
                    <a:pt x="1739" y="10693"/>
                    <a:pt x="1882" y="10574"/>
                    <a:pt x="1882" y="10384"/>
                  </a:cubicBezTo>
                  <a:cubicBezTo>
                    <a:pt x="1882" y="8550"/>
                    <a:pt x="5311" y="5788"/>
                    <a:pt x="7002" y="3335"/>
                  </a:cubicBezTo>
                  <a:cubicBezTo>
                    <a:pt x="7811" y="2192"/>
                    <a:pt x="8169" y="1263"/>
                    <a:pt x="8169" y="310"/>
                  </a:cubicBezTo>
                  <a:cubicBezTo>
                    <a:pt x="8169" y="144"/>
                    <a:pt x="8026" y="1"/>
                    <a:pt x="785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103" name="Google Shape;9103;p87"/>
          <p:cNvSpPr/>
          <p:nvPr/>
        </p:nvSpPr>
        <p:spPr>
          <a:xfrm>
            <a:off x="4395389" y="2354636"/>
            <a:ext cx="380723" cy="466233"/>
          </a:xfrm>
          <a:custGeom>
            <a:avLst/>
            <a:gdLst/>
            <a:ahLst/>
            <a:cxnLst/>
            <a:rect l="l" t="t" r="r" b="b"/>
            <a:pathLst>
              <a:path w="8765" h="10718" extrusionOk="0">
                <a:moveTo>
                  <a:pt x="2477" y="1"/>
                </a:moveTo>
                <a:cubicBezTo>
                  <a:pt x="2096" y="25"/>
                  <a:pt x="2096" y="572"/>
                  <a:pt x="2477" y="620"/>
                </a:cubicBezTo>
                <a:lnTo>
                  <a:pt x="2811" y="620"/>
                </a:lnTo>
                <a:lnTo>
                  <a:pt x="2811" y="4668"/>
                </a:lnTo>
                <a:lnTo>
                  <a:pt x="429" y="9003"/>
                </a:lnTo>
                <a:cubicBezTo>
                  <a:pt x="1" y="9765"/>
                  <a:pt x="548" y="10717"/>
                  <a:pt x="1429" y="10717"/>
                </a:cubicBezTo>
                <a:lnTo>
                  <a:pt x="7335" y="10717"/>
                </a:lnTo>
                <a:cubicBezTo>
                  <a:pt x="8217" y="10717"/>
                  <a:pt x="8764" y="9765"/>
                  <a:pt x="8336" y="9003"/>
                </a:cubicBezTo>
                <a:lnTo>
                  <a:pt x="5930" y="4668"/>
                </a:lnTo>
                <a:lnTo>
                  <a:pt x="5930" y="4430"/>
                </a:lnTo>
                <a:lnTo>
                  <a:pt x="5002" y="4430"/>
                </a:lnTo>
                <a:cubicBezTo>
                  <a:pt x="4835" y="4430"/>
                  <a:pt x="4692" y="4311"/>
                  <a:pt x="4692" y="4168"/>
                </a:cubicBezTo>
                <a:cubicBezTo>
                  <a:pt x="4668" y="3978"/>
                  <a:pt x="4811" y="3811"/>
                  <a:pt x="5002" y="3811"/>
                </a:cubicBezTo>
                <a:lnTo>
                  <a:pt x="5930" y="3811"/>
                </a:lnTo>
                <a:lnTo>
                  <a:pt x="5930" y="3192"/>
                </a:lnTo>
                <a:lnTo>
                  <a:pt x="4382" y="3192"/>
                </a:lnTo>
                <a:cubicBezTo>
                  <a:pt x="4375" y="3192"/>
                  <a:pt x="4367" y="3193"/>
                  <a:pt x="4359" y="3193"/>
                </a:cubicBezTo>
                <a:cubicBezTo>
                  <a:pt x="3921" y="3193"/>
                  <a:pt x="3914" y="2547"/>
                  <a:pt x="4338" y="2547"/>
                </a:cubicBezTo>
                <a:cubicBezTo>
                  <a:pt x="4352" y="2547"/>
                  <a:pt x="4367" y="2547"/>
                  <a:pt x="4382" y="2549"/>
                </a:cubicBezTo>
                <a:lnTo>
                  <a:pt x="5954" y="2549"/>
                </a:lnTo>
                <a:lnTo>
                  <a:pt x="5954" y="1930"/>
                </a:lnTo>
                <a:lnTo>
                  <a:pt x="5002" y="1930"/>
                </a:lnTo>
                <a:cubicBezTo>
                  <a:pt x="4859" y="1930"/>
                  <a:pt x="4716" y="1811"/>
                  <a:pt x="4692" y="1644"/>
                </a:cubicBezTo>
                <a:cubicBezTo>
                  <a:pt x="4670" y="1466"/>
                  <a:pt x="4793" y="1308"/>
                  <a:pt x="4965" y="1308"/>
                </a:cubicBezTo>
                <a:cubicBezTo>
                  <a:pt x="4977" y="1308"/>
                  <a:pt x="4989" y="1309"/>
                  <a:pt x="5002" y="1311"/>
                </a:cubicBezTo>
                <a:lnTo>
                  <a:pt x="5954" y="1311"/>
                </a:lnTo>
                <a:lnTo>
                  <a:pt x="5954" y="620"/>
                </a:lnTo>
                <a:lnTo>
                  <a:pt x="6264" y="620"/>
                </a:lnTo>
                <a:cubicBezTo>
                  <a:pt x="6383" y="620"/>
                  <a:pt x="6526" y="549"/>
                  <a:pt x="6550" y="406"/>
                </a:cubicBezTo>
                <a:cubicBezTo>
                  <a:pt x="6621" y="191"/>
                  <a:pt x="6478" y="1"/>
                  <a:pt x="6264"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4" name="Google Shape;9104;p87"/>
          <p:cNvSpPr/>
          <p:nvPr/>
        </p:nvSpPr>
        <p:spPr>
          <a:xfrm>
            <a:off x="5419453" y="2547949"/>
            <a:ext cx="182129" cy="136155"/>
          </a:xfrm>
          <a:custGeom>
            <a:avLst/>
            <a:gdLst/>
            <a:ahLst/>
            <a:cxnLst/>
            <a:rect l="l" t="t" r="r" b="b"/>
            <a:pathLst>
              <a:path w="4193" h="3130" extrusionOk="0">
                <a:moveTo>
                  <a:pt x="306" y="1"/>
                </a:moveTo>
                <a:cubicBezTo>
                  <a:pt x="263" y="1"/>
                  <a:pt x="233" y="23"/>
                  <a:pt x="215" y="58"/>
                </a:cubicBezTo>
                <a:cubicBezTo>
                  <a:pt x="1" y="248"/>
                  <a:pt x="144" y="605"/>
                  <a:pt x="430" y="629"/>
                </a:cubicBezTo>
                <a:lnTo>
                  <a:pt x="525" y="629"/>
                </a:lnTo>
                <a:lnTo>
                  <a:pt x="525" y="2439"/>
                </a:lnTo>
                <a:lnTo>
                  <a:pt x="144" y="3130"/>
                </a:lnTo>
                <a:lnTo>
                  <a:pt x="4049" y="3130"/>
                </a:lnTo>
                <a:lnTo>
                  <a:pt x="3668" y="2439"/>
                </a:lnTo>
                <a:lnTo>
                  <a:pt x="3668" y="629"/>
                </a:lnTo>
                <a:lnTo>
                  <a:pt x="3859" y="629"/>
                </a:lnTo>
                <a:cubicBezTo>
                  <a:pt x="3906" y="629"/>
                  <a:pt x="3954" y="605"/>
                  <a:pt x="3978" y="558"/>
                </a:cubicBezTo>
                <a:cubicBezTo>
                  <a:pt x="4192" y="367"/>
                  <a:pt x="4073" y="10"/>
                  <a:pt x="3764" y="10"/>
                </a:cubicBezTo>
                <a:lnTo>
                  <a:pt x="358" y="10"/>
                </a:lnTo>
                <a:cubicBezTo>
                  <a:pt x="339" y="4"/>
                  <a:pt x="322" y="1"/>
                  <a:pt x="306"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5" name="Google Shape;9105;p87"/>
          <p:cNvSpPr/>
          <p:nvPr/>
        </p:nvSpPr>
        <p:spPr>
          <a:xfrm>
            <a:off x="5374973" y="2710988"/>
            <a:ext cx="271088" cy="109881"/>
          </a:xfrm>
          <a:custGeom>
            <a:avLst/>
            <a:gdLst/>
            <a:ahLst/>
            <a:cxnLst/>
            <a:rect l="l" t="t" r="r" b="b"/>
            <a:pathLst>
              <a:path w="6241" h="2526" extrusionOk="0">
                <a:moveTo>
                  <a:pt x="834" y="1"/>
                </a:moveTo>
                <a:lnTo>
                  <a:pt x="477" y="668"/>
                </a:lnTo>
                <a:cubicBezTo>
                  <a:pt x="1" y="1501"/>
                  <a:pt x="620" y="2525"/>
                  <a:pt x="1573" y="2525"/>
                </a:cubicBezTo>
                <a:lnTo>
                  <a:pt x="4668" y="2525"/>
                </a:lnTo>
                <a:cubicBezTo>
                  <a:pt x="5621" y="2525"/>
                  <a:pt x="6240" y="1501"/>
                  <a:pt x="5764" y="668"/>
                </a:cubicBezTo>
                <a:lnTo>
                  <a:pt x="5431"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6" name="Google Shape;9106;p87"/>
          <p:cNvSpPr/>
          <p:nvPr/>
        </p:nvSpPr>
        <p:spPr>
          <a:xfrm>
            <a:off x="5492905" y="2493356"/>
            <a:ext cx="32100" cy="26971"/>
          </a:xfrm>
          <a:custGeom>
            <a:avLst/>
            <a:gdLst/>
            <a:ahLst/>
            <a:cxnLst/>
            <a:rect l="l" t="t" r="r" b="b"/>
            <a:pathLst>
              <a:path w="739" h="620" extrusionOk="0">
                <a:moveTo>
                  <a:pt x="447" y="0"/>
                </a:moveTo>
                <a:cubicBezTo>
                  <a:pt x="433" y="0"/>
                  <a:pt x="420" y="1"/>
                  <a:pt x="406" y="3"/>
                </a:cubicBezTo>
                <a:cubicBezTo>
                  <a:pt x="144" y="3"/>
                  <a:pt x="1" y="336"/>
                  <a:pt x="191" y="527"/>
                </a:cubicBezTo>
                <a:cubicBezTo>
                  <a:pt x="255" y="590"/>
                  <a:pt x="337" y="619"/>
                  <a:pt x="418" y="619"/>
                </a:cubicBezTo>
                <a:cubicBezTo>
                  <a:pt x="580" y="619"/>
                  <a:pt x="739" y="503"/>
                  <a:pt x="739" y="313"/>
                </a:cubicBezTo>
                <a:cubicBezTo>
                  <a:pt x="739" y="136"/>
                  <a:pt x="616" y="0"/>
                  <a:pt x="447"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7" name="Google Shape;9107;p87"/>
          <p:cNvSpPr/>
          <p:nvPr/>
        </p:nvSpPr>
        <p:spPr>
          <a:xfrm>
            <a:off x="5464973" y="2438460"/>
            <a:ext cx="33099" cy="27405"/>
          </a:xfrm>
          <a:custGeom>
            <a:avLst/>
            <a:gdLst/>
            <a:ahLst/>
            <a:cxnLst/>
            <a:rect l="l" t="t" r="r" b="b"/>
            <a:pathLst>
              <a:path w="762" h="630" extrusionOk="0">
                <a:moveTo>
                  <a:pt x="466" y="0"/>
                </a:moveTo>
                <a:cubicBezTo>
                  <a:pt x="454" y="0"/>
                  <a:pt x="442" y="1"/>
                  <a:pt x="429" y="3"/>
                </a:cubicBezTo>
                <a:cubicBezTo>
                  <a:pt x="144" y="3"/>
                  <a:pt x="1" y="336"/>
                  <a:pt x="215" y="527"/>
                </a:cubicBezTo>
                <a:cubicBezTo>
                  <a:pt x="279" y="598"/>
                  <a:pt x="358" y="630"/>
                  <a:pt x="436" y="630"/>
                </a:cubicBezTo>
                <a:cubicBezTo>
                  <a:pt x="591" y="630"/>
                  <a:pt x="739" y="503"/>
                  <a:pt x="739" y="312"/>
                </a:cubicBezTo>
                <a:cubicBezTo>
                  <a:pt x="761" y="156"/>
                  <a:pt x="638" y="0"/>
                  <a:pt x="46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8" name="Google Shape;9108;p87"/>
          <p:cNvSpPr/>
          <p:nvPr/>
        </p:nvSpPr>
        <p:spPr>
          <a:xfrm>
            <a:off x="5532214" y="2354113"/>
            <a:ext cx="207975" cy="110403"/>
          </a:xfrm>
          <a:custGeom>
            <a:avLst/>
            <a:gdLst/>
            <a:ahLst/>
            <a:cxnLst/>
            <a:rect l="l" t="t" r="r" b="b"/>
            <a:pathLst>
              <a:path w="4788" h="2538" extrusionOk="0">
                <a:moveTo>
                  <a:pt x="2537" y="1"/>
                </a:moveTo>
                <a:cubicBezTo>
                  <a:pt x="2460" y="1"/>
                  <a:pt x="2380" y="32"/>
                  <a:pt x="2311" y="108"/>
                </a:cubicBezTo>
                <a:lnTo>
                  <a:pt x="120" y="2299"/>
                </a:lnTo>
                <a:cubicBezTo>
                  <a:pt x="48" y="2370"/>
                  <a:pt x="1" y="2466"/>
                  <a:pt x="24" y="2537"/>
                </a:cubicBezTo>
                <a:lnTo>
                  <a:pt x="4787" y="2537"/>
                </a:lnTo>
                <a:lnTo>
                  <a:pt x="2763" y="537"/>
                </a:lnTo>
                <a:cubicBezTo>
                  <a:pt x="2979" y="303"/>
                  <a:pt x="2773" y="1"/>
                  <a:pt x="2537"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09" name="Google Shape;9109;p87"/>
          <p:cNvSpPr/>
          <p:nvPr/>
        </p:nvSpPr>
        <p:spPr>
          <a:xfrm>
            <a:off x="5574653" y="2492443"/>
            <a:ext cx="249804" cy="126628"/>
          </a:xfrm>
          <a:custGeom>
            <a:avLst/>
            <a:gdLst/>
            <a:ahLst/>
            <a:cxnLst/>
            <a:rect l="l" t="t" r="r" b="b"/>
            <a:pathLst>
              <a:path w="5751" h="2911" extrusionOk="0">
                <a:moveTo>
                  <a:pt x="0" y="0"/>
                </a:moveTo>
                <a:lnTo>
                  <a:pt x="2453" y="2453"/>
                </a:lnTo>
                <a:cubicBezTo>
                  <a:pt x="2791" y="2775"/>
                  <a:pt x="3165" y="2911"/>
                  <a:pt x="3522" y="2911"/>
                </a:cubicBezTo>
                <a:cubicBezTo>
                  <a:pt x="4725" y="2911"/>
                  <a:pt x="5751" y="1376"/>
                  <a:pt x="4668" y="238"/>
                </a:cubicBezTo>
                <a:lnTo>
                  <a:pt x="4430"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110" name="Google Shape;9110;p87"/>
          <p:cNvGrpSpPr/>
          <p:nvPr/>
        </p:nvGrpSpPr>
        <p:grpSpPr>
          <a:xfrm>
            <a:off x="6353558" y="2410490"/>
            <a:ext cx="482060" cy="354439"/>
            <a:chOff x="4765168" y="1807867"/>
            <a:chExt cx="361545" cy="265829"/>
          </a:xfrm>
          <a:solidFill>
            <a:schemeClr val="bg1"/>
          </a:solidFill>
        </p:grpSpPr>
        <p:sp>
          <p:nvSpPr>
            <p:cNvPr id="9111" name="Google Shape;9111;p87"/>
            <p:cNvSpPr/>
            <p:nvPr/>
          </p:nvSpPr>
          <p:spPr>
            <a:xfrm>
              <a:off x="4819475" y="1807932"/>
              <a:ext cx="134252" cy="143778"/>
            </a:xfrm>
            <a:custGeom>
              <a:avLst/>
              <a:gdLst/>
              <a:ahLst/>
              <a:cxnLst/>
              <a:rect l="l" t="t" r="r" b="b"/>
              <a:pathLst>
                <a:path w="4121" h="4407" extrusionOk="0">
                  <a:moveTo>
                    <a:pt x="500" y="1"/>
                  </a:moveTo>
                  <a:cubicBezTo>
                    <a:pt x="334" y="1"/>
                    <a:pt x="191" y="120"/>
                    <a:pt x="167" y="287"/>
                  </a:cubicBezTo>
                  <a:cubicBezTo>
                    <a:pt x="143" y="477"/>
                    <a:pt x="286" y="620"/>
                    <a:pt x="477" y="644"/>
                  </a:cubicBezTo>
                  <a:lnTo>
                    <a:pt x="477" y="3573"/>
                  </a:lnTo>
                  <a:lnTo>
                    <a:pt x="0" y="4406"/>
                  </a:lnTo>
                  <a:lnTo>
                    <a:pt x="4120" y="4406"/>
                  </a:lnTo>
                  <a:cubicBezTo>
                    <a:pt x="4025" y="4240"/>
                    <a:pt x="3715" y="3740"/>
                    <a:pt x="3620" y="3573"/>
                  </a:cubicBezTo>
                  <a:lnTo>
                    <a:pt x="3620" y="644"/>
                  </a:lnTo>
                  <a:cubicBezTo>
                    <a:pt x="3811" y="620"/>
                    <a:pt x="3954" y="477"/>
                    <a:pt x="3930" y="287"/>
                  </a:cubicBezTo>
                  <a:cubicBezTo>
                    <a:pt x="3906" y="120"/>
                    <a:pt x="3763" y="1"/>
                    <a:pt x="3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12" name="Google Shape;9112;p87"/>
            <p:cNvSpPr/>
            <p:nvPr/>
          </p:nvSpPr>
          <p:spPr>
            <a:xfrm>
              <a:off x="5008001" y="2012262"/>
              <a:ext cx="110177" cy="61433"/>
            </a:xfrm>
            <a:custGeom>
              <a:avLst/>
              <a:gdLst/>
              <a:ahLst/>
              <a:cxnLst/>
              <a:rect l="l" t="t" r="r" b="b"/>
              <a:pathLst>
                <a:path w="3382" h="1883" extrusionOk="0">
                  <a:moveTo>
                    <a:pt x="191" y="1"/>
                  </a:moveTo>
                  <a:cubicBezTo>
                    <a:pt x="453" y="596"/>
                    <a:pt x="381" y="1263"/>
                    <a:pt x="0" y="1787"/>
                  </a:cubicBezTo>
                  <a:cubicBezTo>
                    <a:pt x="240" y="1852"/>
                    <a:pt x="481" y="1883"/>
                    <a:pt x="719" y="1883"/>
                  </a:cubicBezTo>
                  <a:cubicBezTo>
                    <a:pt x="1880" y="1883"/>
                    <a:pt x="2967" y="1147"/>
                    <a:pt x="33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13" name="Google Shape;9113;p87"/>
            <p:cNvSpPr/>
            <p:nvPr/>
          </p:nvSpPr>
          <p:spPr>
            <a:xfrm>
              <a:off x="4765168" y="1971090"/>
              <a:ext cx="242865" cy="102606"/>
            </a:xfrm>
            <a:custGeom>
              <a:avLst/>
              <a:gdLst/>
              <a:ahLst/>
              <a:cxnLst/>
              <a:rect l="l" t="t" r="r" b="b"/>
              <a:pathLst>
                <a:path w="7455" h="3145" extrusionOk="0">
                  <a:moveTo>
                    <a:pt x="3102" y="660"/>
                  </a:moveTo>
                  <a:cubicBezTo>
                    <a:pt x="3258" y="660"/>
                    <a:pt x="3406" y="787"/>
                    <a:pt x="3406" y="977"/>
                  </a:cubicBezTo>
                  <a:cubicBezTo>
                    <a:pt x="3406" y="1144"/>
                    <a:pt x="3263" y="1287"/>
                    <a:pt x="3096" y="1287"/>
                  </a:cubicBezTo>
                  <a:cubicBezTo>
                    <a:pt x="2810" y="1287"/>
                    <a:pt x="2668" y="953"/>
                    <a:pt x="2882" y="763"/>
                  </a:cubicBezTo>
                  <a:cubicBezTo>
                    <a:pt x="2945" y="691"/>
                    <a:pt x="3025" y="660"/>
                    <a:pt x="3102" y="660"/>
                  </a:cubicBezTo>
                  <a:close/>
                  <a:moveTo>
                    <a:pt x="4358" y="1279"/>
                  </a:moveTo>
                  <a:cubicBezTo>
                    <a:pt x="4520" y="1279"/>
                    <a:pt x="4668" y="1406"/>
                    <a:pt x="4668" y="1596"/>
                  </a:cubicBezTo>
                  <a:cubicBezTo>
                    <a:pt x="4668" y="1763"/>
                    <a:pt x="4525" y="1906"/>
                    <a:pt x="4358" y="1906"/>
                  </a:cubicBezTo>
                  <a:cubicBezTo>
                    <a:pt x="4073" y="1906"/>
                    <a:pt x="3930" y="1573"/>
                    <a:pt x="4120" y="1382"/>
                  </a:cubicBezTo>
                  <a:cubicBezTo>
                    <a:pt x="4192" y="1311"/>
                    <a:pt x="4276" y="1279"/>
                    <a:pt x="4358" y="1279"/>
                  </a:cubicBezTo>
                  <a:close/>
                  <a:moveTo>
                    <a:pt x="1286" y="1"/>
                  </a:moveTo>
                  <a:lnTo>
                    <a:pt x="453" y="1406"/>
                  </a:lnTo>
                  <a:cubicBezTo>
                    <a:pt x="0" y="2168"/>
                    <a:pt x="548" y="3144"/>
                    <a:pt x="1453" y="3144"/>
                  </a:cubicBezTo>
                  <a:lnTo>
                    <a:pt x="6025" y="3144"/>
                  </a:lnTo>
                  <a:cubicBezTo>
                    <a:pt x="6907" y="3144"/>
                    <a:pt x="7454" y="2168"/>
                    <a:pt x="7002" y="1406"/>
                  </a:cubicBezTo>
                  <a:lnTo>
                    <a:pt x="61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14" name="Google Shape;9114;p87"/>
            <p:cNvSpPr/>
            <p:nvPr/>
          </p:nvSpPr>
          <p:spPr>
            <a:xfrm>
              <a:off x="4961448" y="1807867"/>
              <a:ext cx="165266" cy="184233"/>
            </a:xfrm>
            <a:custGeom>
              <a:avLst/>
              <a:gdLst/>
              <a:ahLst/>
              <a:cxnLst/>
              <a:rect l="l" t="t" r="r" b="b"/>
              <a:pathLst>
                <a:path w="5073" h="5647" extrusionOk="0">
                  <a:moveTo>
                    <a:pt x="2786" y="3924"/>
                  </a:moveTo>
                  <a:cubicBezTo>
                    <a:pt x="2948" y="3924"/>
                    <a:pt x="3096" y="4051"/>
                    <a:pt x="3096" y="4242"/>
                  </a:cubicBezTo>
                  <a:cubicBezTo>
                    <a:pt x="3096" y="4408"/>
                    <a:pt x="2953" y="4551"/>
                    <a:pt x="2787" y="4551"/>
                  </a:cubicBezTo>
                  <a:cubicBezTo>
                    <a:pt x="2501" y="4551"/>
                    <a:pt x="2358" y="4218"/>
                    <a:pt x="2549" y="4027"/>
                  </a:cubicBezTo>
                  <a:cubicBezTo>
                    <a:pt x="2620" y="3956"/>
                    <a:pt x="2705" y="3924"/>
                    <a:pt x="2786" y="3924"/>
                  </a:cubicBezTo>
                  <a:close/>
                  <a:moveTo>
                    <a:pt x="1480" y="4382"/>
                  </a:moveTo>
                  <a:cubicBezTo>
                    <a:pt x="1494" y="4382"/>
                    <a:pt x="1509" y="4383"/>
                    <a:pt x="1525" y="4385"/>
                  </a:cubicBezTo>
                  <a:cubicBezTo>
                    <a:pt x="1906" y="4432"/>
                    <a:pt x="1906" y="4980"/>
                    <a:pt x="1525" y="5004"/>
                  </a:cubicBezTo>
                  <a:cubicBezTo>
                    <a:pt x="1509" y="5005"/>
                    <a:pt x="1494" y="5006"/>
                    <a:pt x="1480" y="5006"/>
                  </a:cubicBezTo>
                  <a:cubicBezTo>
                    <a:pt x="1063" y="5006"/>
                    <a:pt x="1063" y="4382"/>
                    <a:pt x="1480" y="4382"/>
                  </a:cubicBezTo>
                  <a:close/>
                  <a:moveTo>
                    <a:pt x="551" y="1"/>
                  </a:moveTo>
                  <a:cubicBezTo>
                    <a:pt x="134" y="1"/>
                    <a:pt x="134" y="624"/>
                    <a:pt x="551" y="624"/>
                  </a:cubicBezTo>
                  <a:cubicBezTo>
                    <a:pt x="566" y="624"/>
                    <a:pt x="580" y="623"/>
                    <a:pt x="596" y="622"/>
                  </a:cubicBezTo>
                  <a:lnTo>
                    <a:pt x="596" y="2980"/>
                  </a:lnTo>
                  <a:cubicBezTo>
                    <a:pt x="358" y="3122"/>
                    <a:pt x="167" y="3313"/>
                    <a:pt x="0" y="3527"/>
                  </a:cubicBezTo>
                  <a:lnTo>
                    <a:pt x="1263" y="5647"/>
                  </a:lnTo>
                  <a:lnTo>
                    <a:pt x="4954" y="5647"/>
                  </a:lnTo>
                  <a:cubicBezTo>
                    <a:pt x="5073" y="4599"/>
                    <a:pt x="4597" y="3575"/>
                    <a:pt x="3715" y="2980"/>
                  </a:cubicBezTo>
                  <a:lnTo>
                    <a:pt x="3715" y="622"/>
                  </a:lnTo>
                  <a:cubicBezTo>
                    <a:pt x="3730" y="623"/>
                    <a:pt x="3744" y="624"/>
                    <a:pt x="3758" y="624"/>
                  </a:cubicBezTo>
                  <a:cubicBezTo>
                    <a:pt x="4154" y="624"/>
                    <a:pt x="4154" y="1"/>
                    <a:pt x="3758" y="1"/>
                  </a:cubicBezTo>
                  <a:cubicBezTo>
                    <a:pt x="3744" y="1"/>
                    <a:pt x="3730" y="1"/>
                    <a:pt x="3715" y="3"/>
                  </a:cubicBezTo>
                  <a:lnTo>
                    <a:pt x="596" y="3"/>
                  </a:lnTo>
                  <a:cubicBezTo>
                    <a:pt x="580" y="1"/>
                    <a:pt x="566" y="1"/>
                    <a:pt x="55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115" name="Google Shape;9115;p87"/>
          <p:cNvSpPr/>
          <p:nvPr/>
        </p:nvSpPr>
        <p:spPr>
          <a:xfrm>
            <a:off x="7477959" y="2354635"/>
            <a:ext cx="251412" cy="462100"/>
          </a:xfrm>
          <a:custGeom>
            <a:avLst/>
            <a:gdLst/>
            <a:ahLst/>
            <a:cxnLst/>
            <a:rect l="l" t="t" r="r" b="b"/>
            <a:pathLst>
              <a:path w="5788" h="10623" extrusionOk="0">
                <a:moveTo>
                  <a:pt x="382" y="1"/>
                </a:moveTo>
                <a:cubicBezTo>
                  <a:pt x="1" y="25"/>
                  <a:pt x="1" y="572"/>
                  <a:pt x="382" y="620"/>
                </a:cubicBezTo>
                <a:lnTo>
                  <a:pt x="715" y="620"/>
                </a:lnTo>
                <a:lnTo>
                  <a:pt x="715" y="8503"/>
                </a:lnTo>
                <a:cubicBezTo>
                  <a:pt x="739" y="9693"/>
                  <a:pt x="1715" y="10622"/>
                  <a:pt x="2906" y="10622"/>
                </a:cubicBezTo>
                <a:cubicBezTo>
                  <a:pt x="4073" y="10622"/>
                  <a:pt x="5049" y="9693"/>
                  <a:pt x="5097" y="8503"/>
                </a:cubicBezTo>
                <a:lnTo>
                  <a:pt x="5097" y="7526"/>
                </a:lnTo>
                <a:lnTo>
                  <a:pt x="3740" y="7526"/>
                </a:lnTo>
                <a:cubicBezTo>
                  <a:pt x="3335" y="7526"/>
                  <a:pt x="3335" y="6907"/>
                  <a:pt x="3740" y="6907"/>
                </a:cubicBezTo>
                <a:lnTo>
                  <a:pt x="5097" y="6907"/>
                </a:lnTo>
                <a:lnTo>
                  <a:pt x="5097" y="6288"/>
                </a:lnTo>
                <a:lnTo>
                  <a:pt x="4168" y="6288"/>
                </a:lnTo>
                <a:cubicBezTo>
                  <a:pt x="3787" y="6240"/>
                  <a:pt x="3787" y="5692"/>
                  <a:pt x="4168" y="5645"/>
                </a:cubicBezTo>
                <a:lnTo>
                  <a:pt x="5097" y="5645"/>
                </a:lnTo>
                <a:lnTo>
                  <a:pt x="5097" y="5026"/>
                </a:lnTo>
                <a:lnTo>
                  <a:pt x="3740" y="5026"/>
                </a:lnTo>
                <a:cubicBezTo>
                  <a:pt x="3335" y="5026"/>
                  <a:pt x="3335" y="4383"/>
                  <a:pt x="3740" y="4383"/>
                </a:cubicBezTo>
                <a:lnTo>
                  <a:pt x="5097" y="4383"/>
                </a:lnTo>
                <a:lnTo>
                  <a:pt x="5097" y="3763"/>
                </a:lnTo>
                <a:lnTo>
                  <a:pt x="4168" y="3763"/>
                </a:lnTo>
                <a:cubicBezTo>
                  <a:pt x="3787" y="3740"/>
                  <a:pt x="3787" y="3168"/>
                  <a:pt x="4168" y="3144"/>
                </a:cubicBezTo>
                <a:lnTo>
                  <a:pt x="5097" y="3144"/>
                </a:lnTo>
                <a:lnTo>
                  <a:pt x="5097" y="2501"/>
                </a:lnTo>
                <a:lnTo>
                  <a:pt x="3740" y="2501"/>
                </a:lnTo>
                <a:cubicBezTo>
                  <a:pt x="3335" y="2501"/>
                  <a:pt x="3335" y="1882"/>
                  <a:pt x="3740" y="1882"/>
                </a:cubicBezTo>
                <a:lnTo>
                  <a:pt x="5097" y="1882"/>
                </a:lnTo>
                <a:lnTo>
                  <a:pt x="5097" y="620"/>
                </a:lnTo>
                <a:lnTo>
                  <a:pt x="5407" y="620"/>
                </a:lnTo>
                <a:cubicBezTo>
                  <a:pt x="5788" y="572"/>
                  <a:pt x="5788" y="25"/>
                  <a:pt x="5407"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116" name="Google Shape;9116;p87"/>
          <p:cNvGrpSpPr/>
          <p:nvPr/>
        </p:nvGrpSpPr>
        <p:grpSpPr>
          <a:xfrm>
            <a:off x="8358247" y="2354636"/>
            <a:ext cx="502215" cy="466233"/>
            <a:chOff x="6268685" y="1765976"/>
            <a:chExt cx="376661" cy="349675"/>
          </a:xfrm>
          <a:solidFill>
            <a:schemeClr val="bg1"/>
          </a:solidFill>
        </p:grpSpPr>
        <p:sp>
          <p:nvSpPr>
            <p:cNvPr id="9117" name="Google Shape;9117;p87"/>
            <p:cNvSpPr/>
            <p:nvPr/>
          </p:nvSpPr>
          <p:spPr>
            <a:xfrm>
              <a:off x="6523148" y="1924469"/>
              <a:ext cx="122198" cy="109685"/>
            </a:xfrm>
            <a:custGeom>
              <a:avLst/>
              <a:gdLst/>
              <a:ahLst/>
              <a:cxnLst/>
              <a:rect l="l" t="t" r="r" b="b"/>
              <a:pathLst>
                <a:path w="3751" h="3362" extrusionOk="0">
                  <a:moveTo>
                    <a:pt x="1335" y="1"/>
                  </a:moveTo>
                  <a:cubicBezTo>
                    <a:pt x="1049" y="596"/>
                    <a:pt x="573" y="1049"/>
                    <a:pt x="1" y="1335"/>
                  </a:cubicBezTo>
                  <a:lnTo>
                    <a:pt x="1739" y="3073"/>
                  </a:lnTo>
                  <a:cubicBezTo>
                    <a:pt x="1943" y="3277"/>
                    <a:pt x="2171" y="3362"/>
                    <a:pt x="2390" y="3362"/>
                  </a:cubicBezTo>
                  <a:cubicBezTo>
                    <a:pt x="3119" y="3362"/>
                    <a:pt x="3751" y="2417"/>
                    <a:pt x="3073" y="1739"/>
                  </a:cubicBezTo>
                  <a:lnTo>
                    <a:pt x="133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18" name="Google Shape;9118;p87"/>
            <p:cNvSpPr/>
            <p:nvPr/>
          </p:nvSpPr>
          <p:spPr>
            <a:xfrm>
              <a:off x="6405999" y="1807932"/>
              <a:ext cx="175397" cy="149683"/>
            </a:xfrm>
            <a:custGeom>
              <a:avLst/>
              <a:gdLst/>
              <a:ahLst/>
              <a:cxnLst/>
              <a:rect l="l" t="t" r="r" b="b"/>
              <a:pathLst>
                <a:path w="5384" h="4588" extrusionOk="0">
                  <a:moveTo>
                    <a:pt x="2311" y="1"/>
                  </a:moveTo>
                  <a:cubicBezTo>
                    <a:pt x="1049" y="1"/>
                    <a:pt x="1" y="1025"/>
                    <a:pt x="1" y="2287"/>
                  </a:cubicBezTo>
                  <a:cubicBezTo>
                    <a:pt x="1" y="3671"/>
                    <a:pt x="1133" y="4588"/>
                    <a:pt x="2315" y="4588"/>
                  </a:cubicBezTo>
                  <a:cubicBezTo>
                    <a:pt x="2881" y="4588"/>
                    <a:pt x="3460" y="4377"/>
                    <a:pt x="3930" y="3906"/>
                  </a:cubicBezTo>
                  <a:cubicBezTo>
                    <a:pt x="5383" y="2454"/>
                    <a:pt x="4359" y="1"/>
                    <a:pt x="23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19" name="Google Shape;9119;p87"/>
            <p:cNvSpPr/>
            <p:nvPr/>
          </p:nvSpPr>
          <p:spPr>
            <a:xfrm>
              <a:off x="6326119" y="1765976"/>
              <a:ext cx="152072" cy="205146"/>
            </a:xfrm>
            <a:custGeom>
              <a:avLst/>
              <a:gdLst/>
              <a:ahLst/>
              <a:cxnLst/>
              <a:rect l="l" t="t" r="r" b="b"/>
              <a:pathLst>
                <a:path w="4668" h="6288" extrusionOk="0">
                  <a:moveTo>
                    <a:pt x="810" y="1"/>
                  </a:moveTo>
                  <a:cubicBezTo>
                    <a:pt x="786" y="1"/>
                    <a:pt x="762" y="1"/>
                    <a:pt x="738" y="25"/>
                  </a:cubicBezTo>
                  <a:cubicBezTo>
                    <a:pt x="500" y="215"/>
                    <a:pt x="619" y="596"/>
                    <a:pt x="929" y="620"/>
                  </a:cubicBezTo>
                  <a:lnTo>
                    <a:pt x="1024" y="620"/>
                  </a:lnTo>
                  <a:lnTo>
                    <a:pt x="1024" y="4645"/>
                  </a:lnTo>
                  <a:lnTo>
                    <a:pt x="0" y="6288"/>
                  </a:lnTo>
                  <a:lnTo>
                    <a:pt x="3691" y="6288"/>
                  </a:lnTo>
                  <a:cubicBezTo>
                    <a:pt x="1000" y="5240"/>
                    <a:pt x="1310" y="1334"/>
                    <a:pt x="4144" y="715"/>
                  </a:cubicBezTo>
                  <a:lnTo>
                    <a:pt x="4144" y="620"/>
                  </a:lnTo>
                  <a:lnTo>
                    <a:pt x="4358" y="620"/>
                  </a:lnTo>
                  <a:cubicBezTo>
                    <a:pt x="4382" y="620"/>
                    <a:pt x="4406" y="620"/>
                    <a:pt x="4430" y="596"/>
                  </a:cubicBezTo>
                  <a:cubicBezTo>
                    <a:pt x="4668" y="406"/>
                    <a:pt x="4549" y="25"/>
                    <a:pt x="42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0" name="Google Shape;9120;p87"/>
            <p:cNvSpPr/>
            <p:nvPr/>
          </p:nvSpPr>
          <p:spPr>
            <a:xfrm>
              <a:off x="6268685" y="1992068"/>
              <a:ext cx="283229" cy="123583"/>
            </a:xfrm>
            <a:custGeom>
              <a:avLst/>
              <a:gdLst/>
              <a:ahLst/>
              <a:cxnLst/>
              <a:rect l="l" t="t" r="r" b="b"/>
              <a:pathLst>
                <a:path w="8694" h="3788" extrusionOk="0">
                  <a:moveTo>
                    <a:pt x="5461" y="623"/>
                  </a:moveTo>
                  <a:cubicBezTo>
                    <a:pt x="5616" y="623"/>
                    <a:pt x="5764" y="739"/>
                    <a:pt x="5764" y="930"/>
                  </a:cubicBezTo>
                  <a:cubicBezTo>
                    <a:pt x="5764" y="1096"/>
                    <a:pt x="5645" y="1239"/>
                    <a:pt x="5478" y="1263"/>
                  </a:cubicBezTo>
                  <a:lnTo>
                    <a:pt x="5454" y="1263"/>
                  </a:lnTo>
                  <a:cubicBezTo>
                    <a:pt x="5169" y="1263"/>
                    <a:pt x="5026" y="906"/>
                    <a:pt x="5240" y="715"/>
                  </a:cubicBezTo>
                  <a:cubicBezTo>
                    <a:pt x="5304" y="652"/>
                    <a:pt x="5383" y="623"/>
                    <a:pt x="5461" y="623"/>
                  </a:cubicBezTo>
                  <a:close/>
                  <a:moveTo>
                    <a:pt x="3575" y="953"/>
                  </a:moveTo>
                  <a:cubicBezTo>
                    <a:pt x="3889" y="953"/>
                    <a:pt x="4192" y="1203"/>
                    <a:pt x="4192" y="1573"/>
                  </a:cubicBezTo>
                  <a:cubicBezTo>
                    <a:pt x="4192" y="1906"/>
                    <a:pt x="3930" y="2192"/>
                    <a:pt x="3597" y="2192"/>
                  </a:cubicBezTo>
                  <a:cubicBezTo>
                    <a:pt x="3025" y="2192"/>
                    <a:pt x="2763" y="1525"/>
                    <a:pt x="3144" y="1144"/>
                  </a:cubicBezTo>
                  <a:cubicBezTo>
                    <a:pt x="3269" y="1012"/>
                    <a:pt x="3423" y="953"/>
                    <a:pt x="3575" y="953"/>
                  </a:cubicBezTo>
                  <a:close/>
                  <a:moveTo>
                    <a:pt x="1382" y="1"/>
                  </a:moveTo>
                  <a:lnTo>
                    <a:pt x="715" y="1072"/>
                  </a:lnTo>
                  <a:cubicBezTo>
                    <a:pt x="1" y="2263"/>
                    <a:pt x="834" y="3763"/>
                    <a:pt x="2239" y="3787"/>
                  </a:cubicBezTo>
                  <a:lnTo>
                    <a:pt x="6455" y="3787"/>
                  </a:lnTo>
                  <a:cubicBezTo>
                    <a:pt x="7836" y="3763"/>
                    <a:pt x="8693" y="2239"/>
                    <a:pt x="7979" y="1072"/>
                  </a:cubicBezTo>
                  <a:lnTo>
                    <a:pt x="731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21" name="Google Shape;9121;p87"/>
          <p:cNvGrpSpPr/>
          <p:nvPr/>
        </p:nvGrpSpPr>
        <p:grpSpPr>
          <a:xfrm>
            <a:off x="9412672" y="2355157"/>
            <a:ext cx="401051" cy="464667"/>
            <a:chOff x="7059504" y="1766368"/>
            <a:chExt cx="300788" cy="348500"/>
          </a:xfrm>
          <a:solidFill>
            <a:schemeClr val="bg1"/>
          </a:solidFill>
        </p:grpSpPr>
        <p:sp>
          <p:nvSpPr>
            <p:cNvPr id="9122" name="Google Shape;9122;p87"/>
            <p:cNvSpPr/>
            <p:nvPr/>
          </p:nvSpPr>
          <p:spPr>
            <a:xfrm>
              <a:off x="7177174" y="1951580"/>
              <a:ext cx="183118" cy="163288"/>
            </a:xfrm>
            <a:custGeom>
              <a:avLst/>
              <a:gdLst/>
              <a:ahLst/>
              <a:cxnLst/>
              <a:rect l="l" t="t" r="r" b="b"/>
              <a:pathLst>
                <a:path w="5621" h="5005" extrusionOk="0">
                  <a:moveTo>
                    <a:pt x="5270" y="1"/>
                  </a:moveTo>
                  <a:cubicBezTo>
                    <a:pt x="5104" y="1"/>
                    <a:pt x="5002" y="136"/>
                    <a:pt x="5002" y="313"/>
                  </a:cubicBezTo>
                  <a:lnTo>
                    <a:pt x="5002" y="2385"/>
                  </a:lnTo>
                  <a:cubicBezTo>
                    <a:pt x="5002" y="3480"/>
                    <a:pt x="4097" y="4385"/>
                    <a:pt x="3001" y="4385"/>
                  </a:cubicBezTo>
                  <a:lnTo>
                    <a:pt x="1858" y="4385"/>
                  </a:lnTo>
                  <a:cubicBezTo>
                    <a:pt x="1263" y="4385"/>
                    <a:pt x="763" y="3980"/>
                    <a:pt x="644" y="3409"/>
                  </a:cubicBezTo>
                  <a:cubicBezTo>
                    <a:pt x="536" y="3421"/>
                    <a:pt x="429" y="3427"/>
                    <a:pt x="322" y="3427"/>
                  </a:cubicBezTo>
                  <a:cubicBezTo>
                    <a:pt x="215" y="3427"/>
                    <a:pt x="108" y="3421"/>
                    <a:pt x="1" y="3409"/>
                  </a:cubicBezTo>
                  <a:lnTo>
                    <a:pt x="1" y="3409"/>
                  </a:lnTo>
                  <a:cubicBezTo>
                    <a:pt x="143" y="4338"/>
                    <a:pt x="929" y="5004"/>
                    <a:pt x="1858" y="5004"/>
                  </a:cubicBezTo>
                  <a:lnTo>
                    <a:pt x="3001" y="5004"/>
                  </a:lnTo>
                  <a:cubicBezTo>
                    <a:pt x="4454" y="5004"/>
                    <a:pt x="5621" y="3838"/>
                    <a:pt x="5621" y="2385"/>
                  </a:cubicBezTo>
                  <a:lnTo>
                    <a:pt x="5621" y="313"/>
                  </a:lnTo>
                  <a:cubicBezTo>
                    <a:pt x="5621" y="136"/>
                    <a:pt x="5498" y="1"/>
                    <a:pt x="5347" y="1"/>
                  </a:cubicBezTo>
                  <a:cubicBezTo>
                    <a:pt x="5336" y="1"/>
                    <a:pt x="5323" y="2"/>
                    <a:pt x="5311" y="3"/>
                  </a:cubicBezTo>
                  <a:cubicBezTo>
                    <a:pt x="5297" y="2"/>
                    <a:pt x="5284" y="1"/>
                    <a:pt x="527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3" name="Google Shape;9123;p87"/>
            <p:cNvSpPr/>
            <p:nvPr/>
          </p:nvSpPr>
          <p:spPr>
            <a:xfrm>
              <a:off x="7278816" y="1951613"/>
              <a:ext cx="34467" cy="20358"/>
            </a:xfrm>
            <a:custGeom>
              <a:avLst/>
              <a:gdLst/>
              <a:ahLst/>
              <a:cxnLst/>
              <a:rect l="l" t="t" r="r" b="b"/>
              <a:pathLst>
                <a:path w="1058" h="624" extrusionOk="0">
                  <a:moveTo>
                    <a:pt x="662" y="0"/>
                  </a:moveTo>
                  <a:cubicBezTo>
                    <a:pt x="648" y="0"/>
                    <a:pt x="634" y="1"/>
                    <a:pt x="619" y="2"/>
                  </a:cubicBezTo>
                  <a:lnTo>
                    <a:pt x="0" y="2"/>
                  </a:lnTo>
                  <a:lnTo>
                    <a:pt x="0" y="622"/>
                  </a:lnTo>
                  <a:lnTo>
                    <a:pt x="619" y="622"/>
                  </a:lnTo>
                  <a:cubicBezTo>
                    <a:pt x="634" y="623"/>
                    <a:pt x="648" y="624"/>
                    <a:pt x="662" y="624"/>
                  </a:cubicBezTo>
                  <a:cubicBezTo>
                    <a:pt x="1058" y="624"/>
                    <a:pt x="1058"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4" name="Google Shape;9124;p87"/>
            <p:cNvSpPr/>
            <p:nvPr/>
          </p:nvSpPr>
          <p:spPr>
            <a:xfrm>
              <a:off x="7226822" y="2044137"/>
              <a:ext cx="29450" cy="29982"/>
            </a:xfrm>
            <a:custGeom>
              <a:avLst/>
              <a:gdLst/>
              <a:ahLst/>
              <a:cxnLst/>
              <a:rect l="l" t="t" r="r" b="b"/>
              <a:pathLst>
                <a:path w="904" h="919" extrusionOk="0">
                  <a:moveTo>
                    <a:pt x="525" y="0"/>
                  </a:moveTo>
                  <a:cubicBezTo>
                    <a:pt x="358" y="119"/>
                    <a:pt x="191" y="238"/>
                    <a:pt x="1" y="334"/>
                  </a:cubicBezTo>
                  <a:lnTo>
                    <a:pt x="263" y="786"/>
                  </a:lnTo>
                  <a:cubicBezTo>
                    <a:pt x="327" y="879"/>
                    <a:pt x="415" y="918"/>
                    <a:pt x="501" y="918"/>
                  </a:cubicBezTo>
                  <a:cubicBezTo>
                    <a:pt x="705" y="918"/>
                    <a:pt x="903" y="703"/>
                    <a:pt x="787" y="453"/>
                  </a:cubicBezTo>
                  <a:lnTo>
                    <a:pt x="5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5" name="Google Shape;9125;p87"/>
            <p:cNvSpPr/>
            <p:nvPr/>
          </p:nvSpPr>
          <p:spPr>
            <a:xfrm>
              <a:off x="7264058" y="2002181"/>
              <a:ext cx="34956" cy="30374"/>
            </a:xfrm>
            <a:custGeom>
              <a:avLst/>
              <a:gdLst/>
              <a:ahLst/>
              <a:cxnLst/>
              <a:rect l="l" t="t" r="r" b="b"/>
              <a:pathLst>
                <a:path w="1073" h="931" extrusionOk="0">
                  <a:moveTo>
                    <a:pt x="263" y="0"/>
                  </a:moveTo>
                  <a:cubicBezTo>
                    <a:pt x="191" y="215"/>
                    <a:pt x="120" y="405"/>
                    <a:pt x="1" y="572"/>
                  </a:cubicBezTo>
                  <a:lnTo>
                    <a:pt x="549" y="882"/>
                  </a:lnTo>
                  <a:cubicBezTo>
                    <a:pt x="598" y="914"/>
                    <a:pt x="655" y="930"/>
                    <a:pt x="712" y="930"/>
                  </a:cubicBezTo>
                  <a:cubicBezTo>
                    <a:pt x="822" y="930"/>
                    <a:pt x="930" y="872"/>
                    <a:pt x="977" y="762"/>
                  </a:cubicBezTo>
                  <a:cubicBezTo>
                    <a:pt x="1072" y="620"/>
                    <a:pt x="1025" y="429"/>
                    <a:pt x="858" y="334"/>
                  </a:cubicBezTo>
                  <a:lnTo>
                    <a:pt x="2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6" name="Google Shape;9126;p87"/>
            <p:cNvSpPr/>
            <p:nvPr/>
          </p:nvSpPr>
          <p:spPr>
            <a:xfrm>
              <a:off x="7278816" y="1888679"/>
              <a:ext cx="34695" cy="21108"/>
            </a:xfrm>
            <a:custGeom>
              <a:avLst/>
              <a:gdLst/>
              <a:ahLst/>
              <a:cxnLst/>
              <a:rect l="l" t="t" r="r" b="b"/>
              <a:pathLst>
                <a:path w="1065" h="647" extrusionOk="0">
                  <a:moveTo>
                    <a:pt x="662" y="0"/>
                  </a:moveTo>
                  <a:cubicBezTo>
                    <a:pt x="648" y="0"/>
                    <a:pt x="634" y="1"/>
                    <a:pt x="619" y="2"/>
                  </a:cubicBezTo>
                  <a:lnTo>
                    <a:pt x="0" y="2"/>
                  </a:lnTo>
                  <a:lnTo>
                    <a:pt x="0" y="645"/>
                  </a:lnTo>
                  <a:lnTo>
                    <a:pt x="619" y="645"/>
                  </a:lnTo>
                  <a:cubicBezTo>
                    <a:pt x="627" y="646"/>
                    <a:pt x="634" y="646"/>
                    <a:pt x="641" y="646"/>
                  </a:cubicBezTo>
                  <a:cubicBezTo>
                    <a:pt x="1058" y="646"/>
                    <a:pt x="1065" y="0"/>
                    <a:pt x="6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7" name="Google Shape;9127;p87"/>
            <p:cNvSpPr/>
            <p:nvPr/>
          </p:nvSpPr>
          <p:spPr>
            <a:xfrm>
              <a:off x="7176392" y="1766368"/>
              <a:ext cx="20198" cy="31516"/>
            </a:xfrm>
            <a:custGeom>
              <a:avLst/>
              <a:gdLst/>
              <a:ahLst/>
              <a:cxnLst/>
              <a:rect l="l" t="t" r="r" b="b"/>
              <a:pathLst>
                <a:path w="620" h="966" extrusionOk="0">
                  <a:moveTo>
                    <a:pt x="310" y="1"/>
                  </a:moveTo>
                  <a:cubicBezTo>
                    <a:pt x="156" y="1"/>
                    <a:pt x="1" y="108"/>
                    <a:pt x="1" y="322"/>
                  </a:cubicBezTo>
                  <a:lnTo>
                    <a:pt x="1" y="965"/>
                  </a:lnTo>
                  <a:cubicBezTo>
                    <a:pt x="152" y="948"/>
                    <a:pt x="292" y="932"/>
                    <a:pt x="437" y="932"/>
                  </a:cubicBezTo>
                  <a:cubicBezTo>
                    <a:pt x="496" y="932"/>
                    <a:pt x="557" y="934"/>
                    <a:pt x="620" y="941"/>
                  </a:cubicBezTo>
                  <a:lnTo>
                    <a:pt x="620" y="322"/>
                  </a:lnTo>
                  <a:cubicBezTo>
                    <a:pt x="620" y="108"/>
                    <a:pt x="465"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8" name="Google Shape;9128;p87"/>
            <p:cNvSpPr/>
            <p:nvPr/>
          </p:nvSpPr>
          <p:spPr>
            <a:xfrm>
              <a:off x="7226822" y="1783431"/>
              <a:ext cx="31763" cy="33082"/>
            </a:xfrm>
            <a:custGeom>
              <a:avLst/>
              <a:gdLst/>
              <a:ahLst/>
              <a:cxnLst/>
              <a:rect l="l" t="t" r="r" b="b"/>
              <a:pathLst>
                <a:path w="975" h="1014" extrusionOk="0">
                  <a:moveTo>
                    <a:pt x="565" y="1"/>
                  </a:moveTo>
                  <a:cubicBezTo>
                    <a:pt x="474" y="1"/>
                    <a:pt x="382" y="40"/>
                    <a:pt x="310" y="133"/>
                  </a:cubicBezTo>
                  <a:lnTo>
                    <a:pt x="1" y="680"/>
                  </a:lnTo>
                  <a:cubicBezTo>
                    <a:pt x="191" y="776"/>
                    <a:pt x="358" y="895"/>
                    <a:pt x="525" y="1014"/>
                  </a:cubicBezTo>
                  <a:lnTo>
                    <a:pt x="858" y="466"/>
                  </a:lnTo>
                  <a:cubicBezTo>
                    <a:pt x="975" y="216"/>
                    <a:pt x="776" y="1"/>
                    <a:pt x="56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29" name="Google Shape;9129;p87"/>
            <p:cNvSpPr/>
            <p:nvPr/>
          </p:nvSpPr>
          <p:spPr>
            <a:xfrm>
              <a:off x="7264840" y="1828845"/>
              <a:ext cx="36682" cy="29624"/>
            </a:xfrm>
            <a:custGeom>
              <a:avLst/>
              <a:gdLst/>
              <a:ahLst/>
              <a:cxnLst/>
              <a:rect l="l" t="t" r="r" b="b"/>
              <a:pathLst>
                <a:path w="1126" h="908" extrusionOk="0">
                  <a:moveTo>
                    <a:pt x="679" y="0"/>
                  </a:moveTo>
                  <a:cubicBezTo>
                    <a:pt x="637" y="0"/>
                    <a:pt x="594" y="8"/>
                    <a:pt x="548" y="27"/>
                  </a:cubicBezTo>
                  <a:lnTo>
                    <a:pt x="1" y="336"/>
                  </a:lnTo>
                  <a:cubicBezTo>
                    <a:pt x="120" y="503"/>
                    <a:pt x="191" y="693"/>
                    <a:pt x="263" y="908"/>
                  </a:cubicBezTo>
                  <a:lnTo>
                    <a:pt x="834" y="574"/>
                  </a:lnTo>
                  <a:cubicBezTo>
                    <a:pt x="1125" y="387"/>
                    <a:pt x="962" y="0"/>
                    <a:pt x="6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0" name="Google Shape;9130;p87"/>
            <p:cNvSpPr/>
            <p:nvPr/>
          </p:nvSpPr>
          <p:spPr>
            <a:xfrm>
              <a:off x="7059699" y="1951613"/>
              <a:ext cx="35281" cy="20358"/>
            </a:xfrm>
            <a:custGeom>
              <a:avLst/>
              <a:gdLst/>
              <a:ahLst/>
              <a:cxnLst/>
              <a:rect l="l" t="t" r="r" b="b"/>
              <a:pathLst>
                <a:path w="1083" h="624" extrusionOk="0">
                  <a:moveTo>
                    <a:pt x="397" y="0"/>
                  </a:moveTo>
                  <a:cubicBezTo>
                    <a:pt x="1" y="0"/>
                    <a:pt x="1" y="624"/>
                    <a:pt x="397" y="624"/>
                  </a:cubicBezTo>
                  <a:cubicBezTo>
                    <a:pt x="411" y="624"/>
                    <a:pt x="425" y="623"/>
                    <a:pt x="439" y="622"/>
                  </a:cubicBezTo>
                  <a:lnTo>
                    <a:pt x="1058" y="622"/>
                  </a:lnTo>
                  <a:lnTo>
                    <a:pt x="1082" y="2"/>
                  </a:lnTo>
                  <a:lnTo>
                    <a:pt x="439" y="2"/>
                  </a:lnTo>
                  <a:cubicBezTo>
                    <a:pt x="425" y="1"/>
                    <a:pt x="411" y="0"/>
                    <a:pt x="3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1" name="Google Shape;9131;p87"/>
            <p:cNvSpPr/>
            <p:nvPr/>
          </p:nvSpPr>
          <p:spPr>
            <a:xfrm>
              <a:off x="7116743" y="2044137"/>
              <a:ext cx="29417" cy="29982"/>
            </a:xfrm>
            <a:custGeom>
              <a:avLst/>
              <a:gdLst/>
              <a:ahLst/>
              <a:cxnLst/>
              <a:rect l="l" t="t" r="r" b="b"/>
              <a:pathLst>
                <a:path w="903" h="919" extrusionOk="0">
                  <a:moveTo>
                    <a:pt x="379" y="0"/>
                  </a:moveTo>
                  <a:lnTo>
                    <a:pt x="117" y="453"/>
                  </a:lnTo>
                  <a:cubicBezTo>
                    <a:pt x="0" y="703"/>
                    <a:pt x="199" y="918"/>
                    <a:pt x="411" y="918"/>
                  </a:cubicBezTo>
                  <a:cubicBezTo>
                    <a:pt x="501" y="918"/>
                    <a:pt x="594" y="879"/>
                    <a:pt x="665" y="786"/>
                  </a:cubicBezTo>
                  <a:lnTo>
                    <a:pt x="903" y="334"/>
                  </a:lnTo>
                  <a:cubicBezTo>
                    <a:pt x="712" y="238"/>
                    <a:pt x="546" y="119"/>
                    <a:pt x="37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2" name="Google Shape;9132;p87"/>
            <p:cNvSpPr/>
            <p:nvPr/>
          </p:nvSpPr>
          <p:spPr>
            <a:xfrm>
              <a:off x="7071623" y="2002964"/>
              <a:ext cx="36552" cy="29069"/>
            </a:xfrm>
            <a:custGeom>
              <a:avLst/>
              <a:gdLst/>
              <a:ahLst/>
              <a:cxnLst/>
              <a:rect l="l" t="t" r="r" b="b"/>
              <a:pathLst>
                <a:path w="1122" h="891" extrusionOk="0">
                  <a:moveTo>
                    <a:pt x="859" y="0"/>
                  </a:moveTo>
                  <a:lnTo>
                    <a:pt x="288" y="310"/>
                  </a:lnTo>
                  <a:cubicBezTo>
                    <a:pt x="0" y="494"/>
                    <a:pt x="155" y="891"/>
                    <a:pt x="432" y="891"/>
                  </a:cubicBezTo>
                  <a:cubicBezTo>
                    <a:pt x="476" y="891"/>
                    <a:pt x="524" y="881"/>
                    <a:pt x="573" y="858"/>
                  </a:cubicBezTo>
                  <a:lnTo>
                    <a:pt x="1121" y="572"/>
                  </a:lnTo>
                  <a:cubicBezTo>
                    <a:pt x="1002" y="381"/>
                    <a:pt x="931" y="191"/>
                    <a:pt x="8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3" name="Google Shape;9133;p87"/>
            <p:cNvSpPr/>
            <p:nvPr/>
          </p:nvSpPr>
          <p:spPr>
            <a:xfrm>
              <a:off x="7059504" y="1888679"/>
              <a:ext cx="34695" cy="21108"/>
            </a:xfrm>
            <a:custGeom>
              <a:avLst/>
              <a:gdLst/>
              <a:ahLst/>
              <a:cxnLst/>
              <a:rect l="l" t="t" r="r" b="b"/>
              <a:pathLst>
                <a:path w="1065" h="647" extrusionOk="0">
                  <a:moveTo>
                    <a:pt x="403" y="0"/>
                  </a:moveTo>
                  <a:cubicBezTo>
                    <a:pt x="0" y="0"/>
                    <a:pt x="7" y="646"/>
                    <a:pt x="423" y="646"/>
                  </a:cubicBezTo>
                  <a:cubicBezTo>
                    <a:pt x="431" y="646"/>
                    <a:pt x="438" y="646"/>
                    <a:pt x="445" y="645"/>
                  </a:cubicBezTo>
                  <a:lnTo>
                    <a:pt x="1064" y="645"/>
                  </a:lnTo>
                  <a:lnTo>
                    <a:pt x="1064" y="2"/>
                  </a:lnTo>
                  <a:lnTo>
                    <a:pt x="445" y="2"/>
                  </a:lnTo>
                  <a:cubicBezTo>
                    <a:pt x="431" y="1"/>
                    <a:pt x="417" y="0"/>
                    <a:pt x="4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4" name="Google Shape;9134;p87"/>
            <p:cNvSpPr/>
            <p:nvPr/>
          </p:nvSpPr>
          <p:spPr>
            <a:xfrm>
              <a:off x="7114397" y="1783431"/>
              <a:ext cx="31763" cy="33865"/>
            </a:xfrm>
            <a:custGeom>
              <a:avLst/>
              <a:gdLst/>
              <a:ahLst/>
              <a:cxnLst/>
              <a:rect l="l" t="t" r="r" b="b"/>
              <a:pathLst>
                <a:path w="975" h="1038" extrusionOk="0">
                  <a:moveTo>
                    <a:pt x="411" y="1"/>
                  </a:moveTo>
                  <a:cubicBezTo>
                    <a:pt x="200" y="1"/>
                    <a:pt x="1" y="216"/>
                    <a:pt x="118" y="466"/>
                  </a:cubicBezTo>
                  <a:lnTo>
                    <a:pt x="451" y="1038"/>
                  </a:lnTo>
                  <a:cubicBezTo>
                    <a:pt x="618" y="895"/>
                    <a:pt x="784" y="776"/>
                    <a:pt x="975" y="680"/>
                  </a:cubicBezTo>
                  <a:lnTo>
                    <a:pt x="665" y="133"/>
                  </a:lnTo>
                  <a:cubicBezTo>
                    <a:pt x="594" y="40"/>
                    <a:pt x="501" y="1"/>
                    <a:pt x="4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5" name="Google Shape;9135;p87"/>
            <p:cNvSpPr/>
            <p:nvPr/>
          </p:nvSpPr>
          <p:spPr>
            <a:xfrm>
              <a:off x="7074001" y="1828845"/>
              <a:ext cx="34923" cy="29624"/>
            </a:xfrm>
            <a:custGeom>
              <a:avLst/>
              <a:gdLst/>
              <a:ahLst/>
              <a:cxnLst/>
              <a:rect l="l" t="t" r="r" b="b"/>
              <a:pathLst>
                <a:path w="1072" h="908" extrusionOk="0">
                  <a:moveTo>
                    <a:pt x="344" y="1"/>
                  </a:moveTo>
                  <a:cubicBezTo>
                    <a:pt x="237" y="1"/>
                    <a:pt x="142" y="53"/>
                    <a:pt x="96" y="146"/>
                  </a:cubicBezTo>
                  <a:cubicBezTo>
                    <a:pt x="0" y="312"/>
                    <a:pt x="48" y="503"/>
                    <a:pt x="215" y="574"/>
                  </a:cubicBezTo>
                  <a:lnTo>
                    <a:pt x="786" y="908"/>
                  </a:lnTo>
                  <a:cubicBezTo>
                    <a:pt x="858" y="717"/>
                    <a:pt x="953" y="527"/>
                    <a:pt x="1072" y="336"/>
                  </a:cubicBezTo>
                  <a:lnTo>
                    <a:pt x="524" y="50"/>
                  </a:lnTo>
                  <a:cubicBezTo>
                    <a:pt x="465" y="17"/>
                    <a:pt x="403" y="1"/>
                    <a:pt x="3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6" name="Google Shape;9136;p87"/>
            <p:cNvSpPr/>
            <p:nvPr/>
          </p:nvSpPr>
          <p:spPr>
            <a:xfrm>
              <a:off x="7115114" y="1817263"/>
              <a:ext cx="142787" cy="226907"/>
            </a:xfrm>
            <a:custGeom>
              <a:avLst/>
              <a:gdLst/>
              <a:ahLst/>
              <a:cxnLst/>
              <a:rect l="l" t="t" r="r" b="b"/>
              <a:pathLst>
                <a:path w="4383" h="6955" extrusionOk="0">
                  <a:moveTo>
                    <a:pt x="1790" y="1143"/>
                  </a:moveTo>
                  <a:cubicBezTo>
                    <a:pt x="2320" y="1143"/>
                    <a:pt x="2589" y="1817"/>
                    <a:pt x="2191" y="2215"/>
                  </a:cubicBezTo>
                  <a:cubicBezTo>
                    <a:pt x="2071" y="2336"/>
                    <a:pt x="1920" y="2390"/>
                    <a:pt x="1769" y="2390"/>
                  </a:cubicBezTo>
                  <a:cubicBezTo>
                    <a:pt x="1443" y="2390"/>
                    <a:pt x="1120" y="2137"/>
                    <a:pt x="1120" y="1763"/>
                  </a:cubicBezTo>
                  <a:cubicBezTo>
                    <a:pt x="1120" y="1406"/>
                    <a:pt x="1405" y="1144"/>
                    <a:pt x="1763" y="1144"/>
                  </a:cubicBezTo>
                  <a:cubicBezTo>
                    <a:pt x="1772" y="1143"/>
                    <a:pt x="1781" y="1143"/>
                    <a:pt x="1790" y="1143"/>
                  </a:cubicBezTo>
                  <a:close/>
                  <a:moveTo>
                    <a:pt x="3477" y="2858"/>
                  </a:moveTo>
                  <a:cubicBezTo>
                    <a:pt x="3739" y="2858"/>
                    <a:pt x="3882" y="3192"/>
                    <a:pt x="3692" y="3406"/>
                  </a:cubicBezTo>
                  <a:cubicBezTo>
                    <a:pt x="3624" y="3466"/>
                    <a:pt x="3545" y="3493"/>
                    <a:pt x="3469" y="3493"/>
                  </a:cubicBezTo>
                  <a:cubicBezTo>
                    <a:pt x="3301" y="3493"/>
                    <a:pt x="3144" y="3364"/>
                    <a:pt x="3144" y="3168"/>
                  </a:cubicBezTo>
                  <a:cubicBezTo>
                    <a:pt x="3144" y="3001"/>
                    <a:pt x="3287" y="2858"/>
                    <a:pt x="3477" y="2858"/>
                  </a:cubicBezTo>
                  <a:close/>
                  <a:moveTo>
                    <a:pt x="921" y="3499"/>
                  </a:moveTo>
                  <a:cubicBezTo>
                    <a:pt x="932" y="3499"/>
                    <a:pt x="942" y="3500"/>
                    <a:pt x="953" y="3501"/>
                  </a:cubicBezTo>
                  <a:cubicBezTo>
                    <a:pt x="1239" y="3501"/>
                    <a:pt x="1382" y="3835"/>
                    <a:pt x="1191" y="4025"/>
                  </a:cubicBezTo>
                  <a:cubicBezTo>
                    <a:pt x="1120" y="4097"/>
                    <a:pt x="1035" y="4128"/>
                    <a:pt x="954" y="4128"/>
                  </a:cubicBezTo>
                  <a:cubicBezTo>
                    <a:pt x="792" y="4128"/>
                    <a:pt x="643" y="4001"/>
                    <a:pt x="643" y="3811"/>
                  </a:cubicBezTo>
                  <a:cubicBezTo>
                    <a:pt x="643" y="3655"/>
                    <a:pt x="768" y="3499"/>
                    <a:pt x="921" y="3499"/>
                  </a:cubicBezTo>
                  <a:close/>
                  <a:moveTo>
                    <a:pt x="2739" y="4430"/>
                  </a:moveTo>
                  <a:cubicBezTo>
                    <a:pt x="3073" y="4430"/>
                    <a:pt x="3358" y="4716"/>
                    <a:pt x="3358" y="5049"/>
                  </a:cubicBezTo>
                  <a:cubicBezTo>
                    <a:pt x="3358" y="5436"/>
                    <a:pt x="3053" y="5691"/>
                    <a:pt x="2731" y="5691"/>
                  </a:cubicBezTo>
                  <a:cubicBezTo>
                    <a:pt x="2576" y="5691"/>
                    <a:pt x="2418" y="5633"/>
                    <a:pt x="2287" y="5502"/>
                  </a:cubicBezTo>
                  <a:cubicBezTo>
                    <a:pt x="1882" y="5097"/>
                    <a:pt x="2168" y="4430"/>
                    <a:pt x="2739" y="4430"/>
                  </a:cubicBezTo>
                  <a:close/>
                  <a:moveTo>
                    <a:pt x="2191" y="1"/>
                  </a:moveTo>
                  <a:cubicBezTo>
                    <a:pt x="977" y="1"/>
                    <a:pt x="0" y="977"/>
                    <a:pt x="0" y="2191"/>
                  </a:cubicBezTo>
                  <a:lnTo>
                    <a:pt x="0" y="4740"/>
                  </a:lnTo>
                  <a:cubicBezTo>
                    <a:pt x="0" y="5954"/>
                    <a:pt x="977" y="6931"/>
                    <a:pt x="2191" y="6954"/>
                  </a:cubicBezTo>
                  <a:cubicBezTo>
                    <a:pt x="3406" y="6931"/>
                    <a:pt x="4382" y="5954"/>
                    <a:pt x="4382" y="4740"/>
                  </a:cubicBezTo>
                  <a:lnTo>
                    <a:pt x="4382" y="2191"/>
                  </a:lnTo>
                  <a:cubicBezTo>
                    <a:pt x="4382" y="977"/>
                    <a:pt x="3406" y="1"/>
                    <a:pt x="21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37" name="Google Shape;9137;p87"/>
          <p:cNvGrpSpPr/>
          <p:nvPr/>
        </p:nvGrpSpPr>
        <p:grpSpPr>
          <a:xfrm>
            <a:off x="10369060" y="2354679"/>
            <a:ext cx="495656" cy="465493"/>
            <a:chOff x="7776795" y="1766009"/>
            <a:chExt cx="371742" cy="349120"/>
          </a:xfrm>
          <a:solidFill>
            <a:schemeClr val="bg1"/>
          </a:solidFill>
        </p:grpSpPr>
        <p:sp>
          <p:nvSpPr>
            <p:cNvPr id="9138" name="Google Shape;9138;p87"/>
            <p:cNvSpPr/>
            <p:nvPr/>
          </p:nvSpPr>
          <p:spPr>
            <a:xfrm>
              <a:off x="7897918" y="1889527"/>
              <a:ext cx="119494" cy="102475"/>
            </a:xfrm>
            <a:custGeom>
              <a:avLst/>
              <a:gdLst/>
              <a:ahLst/>
              <a:cxnLst/>
              <a:rect l="l" t="t" r="r" b="b"/>
              <a:pathLst>
                <a:path w="3668" h="3141" extrusionOk="0">
                  <a:moveTo>
                    <a:pt x="2096" y="0"/>
                  </a:moveTo>
                  <a:cubicBezTo>
                    <a:pt x="691" y="0"/>
                    <a:pt x="0" y="1691"/>
                    <a:pt x="977" y="2667"/>
                  </a:cubicBezTo>
                  <a:cubicBezTo>
                    <a:pt x="1303" y="2994"/>
                    <a:pt x="1704" y="3140"/>
                    <a:pt x="2095" y="3140"/>
                  </a:cubicBezTo>
                  <a:cubicBezTo>
                    <a:pt x="2901" y="3140"/>
                    <a:pt x="3668" y="2518"/>
                    <a:pt x="3668" y="1572"/>
                  </a:cubicBezTo>
                  <a:cubicBezTo>
                    <a:pt x="3668" y="715"/>
                    <a:pt x="2953" y="0"/>
                    <a:pt x="2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39" name="Google Shape;9139;p87"/>
            <p:cNvSpPr/>
            <p:nvPr/>
          </p:nvSpPr>
          <p:spPr>
            <a:xfrm>
              <a:off x="7776795" y="1766009"/>
              <a:ext cx="371742" cy="349120"/>
            </a:xfrm>
            <a:custGeom>
              <a:avLst/>
              <a:gdLst/>
              <a:ahLst/>
              <a:cxnLst/>
              <a:rect l="l" t="t" r="r" b="b"/>
              <a:pathLst>
                <a:path w="11411" h="10701" extrusionOk="0">
                  <a:moveTo>
                    <a:pt x="4123" y="2405"/>
                  </a:moveTo>
                  <a:cubicBezTo>
                    <a:pt x="4409" y="2453"/>
                    <a:pt x="4695" y="2524"/>
                    <a:pt x="4980" y="2596"/>
                  </a:cubicBezTo>
                  <a:cubicBezTo>
                    <a:pt x="4576" y="2786"/>
                    <a:pt x="4218" y="3000"/>
                    <a:pt x="3861" y="3239"/>
                  </a:cubicBezTo>
                  <a:cubicBezTo>
                    <a:pt x="3933" y="2953"/>
                    <a:pt x="4004" y="2667"/>
                    <a:pt x="4123" y="2405"/>
                  </a:cubicBezTo>
                  <a:close/>
                  <a:moveTo>
                    <a:pt x="8290" y="2332"/>
                  </a:moveTo>
                  <a:cubicBezTo>
                    <a:pt x="9976" y="2332"/>
                    <a:pt x="10504" y="3337"/>
                    <a:pt x="9586" y="4818"/>
                  </a:cubicBezTo>
                  <a:lnTo>
                    <a:pt x="9586" y="4818"/>
                  </a:lnTo>
                  <a:cubicBezTo>
                    <a:pt x="9257" y="4443"/>
                    <a:pt x="8905" y="4092"/>
                    <a:pt x="8529" y="3786"/>
                  </a:cubicBezTo>
                  <a:cubicBezTo>
                    <a:pt x="8457" y="3310"/>
                    <a:pt x="8338" y="2810"/>
                    <a:pt x="8172" y="2334"/>
                  </a:cubicBezTo>
                  <a:cubicBezTo>
                    <a:pt x="8211" y="2333"/>
                    <a:pt x="8251" y="2332"/>
                    <a:pt x="8290" y="2332"/>
                  </a:cubicBezTo>
                  <a:close/>
                  <a:moveTo>
                    <a:pt x="3336" y="2332"/>
                  </a:moveTo>
                  <a:cubicBezTo>
                    <a:pt x="3375" y="2332"/>
                    <a:pt x="3415" y="2333"/>
                    <a:pt x="3456" y="2334"/>
                  </a:cubicBezTo>
                  <a:cubicBezTo>
                    <a:pt x="3290" y="2810"/>
                    <a:pt x="3171" y="3310"/>
                    <a:pt x="3099" y="3786"/>
                  </a:cubicBezTo>
                  <a:cubicBezTo>
                    <a:pt x="2718" y="4096"/>
                    <a:pt x="2361" y="4453"/>
                    <a:pt x="2027" y="4834"/>
                  </a:cubicBezTo>
                  <a:cubicBezTo>
                    <a:pt x="1097" y="3322"/>
                    <a:pt x="1644" y="2332"/>
                    <a:pt x="3336" y="2332"/>
                  </a:cubicBezTo>
                  <a:close/>
                  <a:moveTo>
                    <a:pt x="8624" y="4715"/>
                  </a:moveTo>
                  <a:lnTo>
                    <a:pt x="8624" y="4715"/>
                  </a:lnTo>
                  <a:cubicBezTo>
                    <a:pt x="8838" y="4906"/>
                    <a:pt x="9029" y="5120"/>
                    <a:pt x="9219" y="5358"/>
                  </a:cubicBezTo>
                  <a:cubicBezTo>
                    <a:pt x="9029" y="5572"/>
                    <a:pt x="8838" y="5787"/>
                    <a:pt x="8624" y="6001"/>
                  </a:cubicBezTo>
                  <a:cubicBezTo>
                    <a:pt x="8648" y="5572"/>
                    <a:pt x="8648" y="5144"/>
                    <a:pt x="8624" y="4715"/>
                  </a:cubicBezTo>
                  <a:close/>
                  <a:moveTo>
                    <a:pt x="3861" y="7454"/>
                  </a:moveTo>
                  <a:cubicBezTo>
                    <a:pt x="4218" y="7692"/>
                    <a:pt x="4576" y="7906"/>
                    <a:pt x="4957" y="8097"/>
                  </a:cubicBezTo>
                  <a:cubicBezTo>
                    <a:pt x="4671" y="8192"/>
                    <a:pt x="4385" y="8240"/>
                    <a:pt x="4099" y="8287"/>
                  </a:cubicBezTo>
                  <a:cubicBezTo>
                    <a:pt x="4004" y="8025"/>
                    <a:pt x="3909" y="7739"/>
                    <a:pt x="3837" y="7478"/>
                  </a:cubicBezTo>
                  <a:lnTo>
                    <a:pt x="3861" y="7454"/>
                  </a:lnTo>
                  <a:close/>
                  <a:moveTo>
                    <a:pt x="7529" y="2405"/>
                  </a:moveTo>
                  <a:cubicBezTo>
                    <a:pt x="7981" y="3739"/>
                    <a:pt x="8124" y="5168"/>
                    <a:pt x="7933" y="6573"/>
                  </a:cubicBezTo>
                  <a:lnTo>
                    <a:pt x="7957" y="6573"/>
                  </a:lnTo>
                  <a:cubicBezTo>
                    <a:pt x="7529" y="6906"/>
                    <a:pt x="7076" y="7192"/>
                    <a:pt x="6600" y="7430"/>
                  </a:cubicBezTo>
                  <a:cubicBezTo>
                    <a:pt x="6886" y="7525"/>
                    <a:pt x="7171" y="7597"/>
                    <a:pt x="7481" y="7668"/>
                  </a:cubicBezTo>
                  <a:cubicBezTo>
                    <a:pt x="7576" y="7597"/>
                    <a:pt x="7695" y="7525"/>
                    <a:pt x="7767" y="7454"/>
                  </a:cubicBezTo>
                  <a:lnTo>
                    <a:pt x="7767" y="7454"/>
                  </a:lnTo>
                  <a:cubicBezTo>
                    <a:pt x="7695" y="7739"/>
                    <a:pt x="7624" y="8025"/>
                    <a:pt x="7505" y="8311"/>
                  </a:cubicBezTo>
                  <a:cubicBezTo>
                    <a:pt x="5528" y="7930"/>
                    <a:pt x="3718" y="6882"/>
                    <a:pt x="2408" y="5358"/>
                  </a:cubicBezTo>
                  <a:cubicBezTo>
                    <a:pt x="2599" y="5120"/>
                    <a:pt x="2789" y="4906"/>
                    <a:pt x="3004" y="4715"/>
                  </a:cubicBezTo>
                  <a:lnTo>
                    <a:pt x="3004" y="5072"/>
                  </a:lnTo>
                  <a:cubicBezTo>
                    <a:pt x="3194" y="5310"/>
                    <a:pt x="3409" y="5525"/>
                    <a:pt x="3623" y="5715"/>
                  </a:cubicBezTo>
                  <a:cubicBezTo>
                    <a:pt x="3599" y="5191"/>
                    <a:pt x="3647" y="4644"/>
                    <a:pt x="3718" y="4120"/>
                  </a:cubicBezTo>
                  <a:cubicBezTo>
                    <a:pt x="4361" y="3620"/>
                    <a:pt x="5076" y="3215"/>
                    <a:pt x="5814" y="2905"/>
                  </a:cubicBezTo>
                  <a:cubicBezTo>
                    <a:pt x="6314" y="3119"/>
                    <a:pt x="6767" y="3358"/>
                    <a:pt x="7219" y="3643"/>
                  </a:cubicBezTo>
                  <a:cubicBezTo>
                    <a:pt x="7171" y="3334"/>
                    <a:pt x="7076" y="3048"/>
                    <a:pt x="6981" y="2762"/>
                  </a:cubicBezTo>
                  <a:lnTo>
                    <a:pt x="6671" y="2596"/>
                  </a:lnTo>
                  <a:cubicBezTo>
                    <a:pt x="6957" y="2524"/>
                    <a:pt x="7243" y="2453"/>
                    <a:pt x="7529" y="2405"/>
                  </a:cubicBezTo>
                  <a:close/>
                  <a:moveTo>
                    <a:pt x="5814" y="8478"/>
                  </a:moveTo>
                  <a:cubicBezTo>
                    <a:pt x="6266" y="8644"/>
                    <a:pt x="6767" y="8787"/>
                    <a:pt x="7243" y="8883"/>
                  </a:cubicBezTo>
                  <a:cubicBezTo>
                    <a:pt x="6843" y="9632"/>
                    <a:pt x="6319" y="10073"/>
                    <a:pt x="5781" y="10073"/>
                  </a:cubicBezTo>
                  <a:cubicBezTo>
                    <a:pt x="5292" y="10073"/>
                    <a:pt x="4792" y="9710"/>
                    <a:pt x="4361" y="8883"/>
                  </a:cubicBezTo>
                  <a:lnTo>
                    <a:pt x="4385" y="8883"/>
                  </a:lnTo>
                  <a:cubicBezTo>
                    <a:pt x="4861" y="8787"/>
                    <a:pt x="5338" y="8644"/>
                    <a:pt x="5814" y="8478"/>
                  </a:cubicBezTo>
                  <a:close/>
                  <a:moveTo>
                    <a:pt x="5791" y="1"/>
                  </a:moveTo>
                  <a:cubicBezTo>
                    <a:pt x="5037" y="1"/>
                    <a:pt x="4275" y="559"/>
                    <a:pt x="3718" y="1738"/>
                  </a:cubicBezTo>
                  <a:cubicBezTo>
                    <a:pt x="3576" y="1727"/>
                    <a:pt x="3439" y="1721"/>
                    <a:pt x="3307" y="1721"/>
                  </a:cubicBezTo>
                  <a:cubicBezTo>
                    <a:pt x="389" y="1721"/>
                    <a:pt x="1" y="4423"/>
                    <a:pt x="3099" y="6906"/>
                  </a:cubicBezTo>
                  <a:cubicBezTo>
                    <a:pt x="3171" y="7406"/>
                    <a:pt x="3266" y="7882"/>
                    <a:pt x="3432" y="8359"/>
                  </a:cubicBezTo>
                  <a:cubicBezTo>
                    <a:pt x="3364" y="8362"/>
                    <a:pt x="3297" y="8364"/>
                    <a:pt x="3232" y="8364"/>
                  </a:cubicBezTo>
                  <a:cubicBezTo>
                    <a:pt x="1952" y="8364"/>
                    <a:pt x="1242" y="7701"/>
                    <a:pt x="1718" y="6477"/>
                  </a:cubicBezTo>
                  <a:cubicBezTo>
                    <a:pt x="1551" y="6311"/>
                    <a:pt x="1384" y="6096"/>
                    <a:pt x="1265" y="5953"/>
                  </a:cubicBezTo>
                  <a:lnTo>
                    <a:pt x="1265" y="5953"/>
                  </a:lnTo>
                  <a:cubicBezTo>
                    <a:pt x="416" y="7673"/>
                    <a:pt x="1307" y="8995"/>
                    <a:pt x="3288" y="8995"/>
                  </a:cubicBezTo>
                  <a:cubicBezTo>
                    <a:pt x="3419" y="8995"/>
                    <a:pt x="3554" y="8990"/>
                    <a:pt x="3694" y="8978"/>
                  </a:cubicBezTo>
                  <a:cubicBezTo>
                    <a:pt x="4243" y="10123"/>
                    <a:pt x="5025" y="10701"/>
                    <a:pt x="5806" y="10701"/>
                  </a:cubicBezTo>
                  <a:cubicBezTo>
                    <a:pt x="6958" y="10701"/>
                    <a:pt x="8108" y="9446"/>
                    <a:pt x="8505" y="6906"/>
                  </a:cubicBezTo>
                  <a:cubicBezTo>
                    <a:pt x="8886" y="6596"/>
                    <a:pt x="9243" y="6239"/>
                    <a:pt x="9577" y="5882"/>
                  </a:cubicBezTo>
                  <a:lnTo>
                    <a:pt x="9577" y="5882"/>
                  </a:lnTo>
                  <a:cubicBezTo>
                    <a:pt x="10315" y="7073"/>
                    <a:pt x="10196" y="8097"/>
                    <a:pt x="8815" y="8311"/>
                  </a:cubicBezTo>
                  <a:cubicBezTo>
                    <a:pt x="8743" y="8549"/>
                    <a:pt x="8672" y="8763"/>
                    <a:pt x="8576" y="8978"/>
                  </a:cubicBezTo>
                  <a:cubicBezTo>
                    <a:pt x="10482" y="8883"/>
                    <a:pt x="11410" y="7406"/>
                    <a:pt x="9981" y="5358"/>
                  </a:cubicBezTo>
                  <a:cubicBezTo>
                    <a:pt x="11345" y="3395"/>
                    <a:pt x="10558" y="1710"/>
                    <a:pt x="8309" y="1710"/>
                  </a:cubicBezTo>
                  <a:cubicBezTo>
                    <a:pt x="7611" y="1710"/>
                    <a:pt x="6773" y="1872"/>
                    <a:pt x="5814" y="2238"/>
                  </a:cubicBezTo>
                  <a:cubicBezTo>
                    <a:pt x="5338" y="2048"/>
                    <a:pt x="4861" y="1905"/>
                    <a:pt x="4385" y="1810"/>
                  </a:cubicBezTo>
                  <a:cubicBezTo>
                    <a:pt x="4773" y="1077"/>
                    <a:pt x="5274" y="621"/>
                    <a:pt x="5804" y="621"/>
                  </a:cubicBezTo>
                  <a:cubicBezTo>
                    <a:pt x="6152" y="621"/>
                    <a:pt x="6512" y="818"/>
                    <a:pt x="6862" y="1262"/>
                  </a:cubicBezTo>
                  <a:cubicBezTo>
                    <a:pt x="7100" y="1191"/>
                    <a:pt x="7314" y="1167"/>
                    <a:pt x="7552" y="1143"/>
                  </a:cubicBezTo>
                  <a:cubicBezTo>
                    <a:pt x="7053" y="394"/>
                    <a:pt x="6424" y="1"/>
                    <a:pt x="57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140" name="Google Shape;9140;p87"/>
          <p:cNvSpPr/>
          <p:nvPr/>
        </p:nvSpPr>
        <p:spPr>
          <a:xfrm>
            <a:off x="10471571" y="3100530"/>
            <a:ext cx="300060" cy="108793"/>
          </a:xfrm>
          <a:custGeom>
            <a:avLst/>
            <a:gdLst/>
            <a:ahLst/>
            <a:cxnLst/>
            <a:rect l="l" t="t" r="r" b="b"/>
            <a:pathLst>
              <a:path w="6908" h="2501" extrusionOk="0">
                <a:moveTo>
                  <a:pt x="310" y="0"/>
                </a:moveTo>
                <a:cubicBezTo>
                  <a:pt x="144" y="0"/>
                  <a:pt x="1" y="143"/>
                  <a:pt x="1" y="310"/>
                </a:cubicBezTo>
                <a:lnTo>
                  <a:pt x="1" y="2191"/>
                </a:lnTo>
                <a:cubicBezTo>
                  <a:pt x="1" y="2358"/>
                  <a:pt x="144" y="2501"/>
                  <a:pt x="310" y="2501"/>
                </a:cubicBezTo>
                <a:lnTo>
                  <a:pt x="6597" y="2501"/>
                </a:lnTo>
                <a:cubicBezTo>
                  <a:pt x="6764" y="2501"/>
                  <a:pt x="6907" y="2358"/>
                  <a:pt x="6907" y="2191"/>
                </a:cubicBezTo>
                <a:lnTo>
                  <a:pt x="6907" y="310"/>
                </a:lnTo>
                <a:cubicBezTo>
                  <a:pt x="6883" y="143"/>
                  <a:pt x="6764" y="0"/>
                  <a:pt x="6597"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1" name="Google Shape;9141;p87"/>
          <p:cNvSpPr/>
          <p:nvPr/>
        </p:nvSpPr>
        <p:spPr>
          <a:xfrm>
            <a:off x="10444684" y="3236207"/>
            <a:ext cx="353835" cy="329469"/>
          </a:xfrm>
          <a:custGeom>
            <a:avLst/>
            <a:gdLst/>
            <a:ahLst/>
            <a:cxnLst/>
            <a:rect l="l" t="t" r="r" b="b"/>
            <a:pathLst>
              <a:path w="8146" h="7574" extrusionOk="0">
                <a:moveTo>
                  <a:pt x="4049" y="1192"/>
                </a:moveTo>
                <a:cubicBezTo>
                  <a:pt x="5311" y="1192"/>
                  <a:pt x="6311" y="2216"/>
                  <a:pt x="6264" y="3454"/>
                </a:cubicBezTo>
                <a:lnTo>
                  <a:pt x="6264" y="4073"/>
                </a:lnTo>
                <a:cubicBezTo>
                  <a:pt x="6264" y="4478"/>
                  <a:pt x="6002" y="4835"/>
                  <a:pt x="5645" y="4978"/>
                </a:cubicBezTo>
                <a:lnTo>
                  <a:pt x="5645" y="5335"/>
                </a:lnTo>
                <a:cubicBezTo>
                  <a:pt x="5645" y="5859"/>
                  <a:pt x="5216" y="6288"/>
                  <a:pt x="4692" y="6288"/>
                </a:cubicBezTo>
                <a:lnTo>
                  <a:pt x="3454" y="6288"/>
                </a:lnTo>
                <a:cubicBezTo>
                  <a:pt x="2930" y="6288"/>
                  <a:pt x="2501" y="5859"/>
                  <a:pt x="2501" y="5335"/>
                </a:cubicBezTo>
                <a:lnTo>
                  <a:pt x="2501" y="4978"/>
                </a:lnTo>
                <a:cubicBezTo>
                  <a:pt x="2120" y="4835"/>
                  <a:pt x="1882" y="4478"/>
                  <a:pt x="1882" y="4073"/>
                </a:cubicBezTo>
                <a:lnTo>
                  <a:pt x="1882" y="3478"/>
                </a:lnTo>
                <a:cubicBezTo>
                  <a:pt x="1811" y="2239"/>
                  <a:pt x="2811" y="1192"/>
                  <a:pt x="4049" y="1192"/>
                </a:cubicBezTo>
                <a:close/>
                <a:moveTo>
                  <a:pt x="1144" y="1"/>
                </a:moveTo>
                <a:cubicBezTo>
                  <a:pt x="501" y="1"/>
                  <a:pt x="1" y="525"/>
                  <a:pt x="1" y="1144"/>
                </a:cubicBezTo>
                <a:lnTo>
                  <a:pt x="1" y="6431"/>
                </a:lnTo>
                <a:cubicBezTo>
                  <a:pt x="1" y="7050"/>
                  <a:pt x="501" y="7574"/>
                  <a:pt x="1144" y="7574"/>
                </a:cubicBezTo>
                <a:lnTo>
                  <a:pt x="7002" y="7574"/>
                </a:lnTo>
                <a:cubicBezTo>
                  <a:pt x="7621" y="7574"/>
                  <a:pt x="8145" y="7050"/>
                  <a:pt x="8145" y="6431"/>
                </a:cubicBezTo>
                <a:lnTo>
                  <a:pt x="8145" y="1168"/>
                </a:lnTo>
                <a:cubicBezTo>
                  <a:pt x="8145" y="525"/>
                  <a:pt x="7621" y="1"/>
                  <a:pt x="7002"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2" name="Google Shape;9142;p87"/>
          <p:cNvSpPr/>
          <p:nvPr/>
        </p:nvSpPr>
        <p:spPr>
          <a:xfrm>
            <a:off x="10550192" y="3315942"/>
            <a:ext cx="139649" cy="164821"/>
          </a:xfrm>
          <a:custGeom>
            <a:avLst/>
            <a:gdLst/>
            <a:ahLst/>
            <a:cxnLst/>
            <a:rect l="l" t="t" r="r" b="b"/>
            <a:pathLst>
              <a:path w="3215" h="3789" extrusionOk="0">
                <a:moveTo>
                  <a:pt x="986" y="1320"/>
                </a:moveTo>
                <a:cubicBezTo>
                  <a:pt x="1154" y="1320"/>
                  <a:pt x="1311" y="1449"/>
                  <a:pt x="1311" y="1645"/>
                </a:cubicBezTo>
                <a:cubicBezTo>
                  <a:pt x="1311" y="1788"/>
                  <a:pt x="1168" y="1930"/>
                  <a:pt x="1025" y="1930"/>
                </a:cubicBezTo>
                <a:lnTo>
                  <a:pt x="1025" y="1954"/>
                </a:lnTo>
                <a:cubicBezTo>
                  <a:pt x="739" y="1954"/>
                  <a:pt x="572" y="1621"/>
                  <a:pt x="763" y="1407"/>
                </a:cubicBezTo>
                <a:cubicBezTo>
                  <a:pt x="830" y="1347"/>
                  <a:pt x="909" y="1320"/>
                  <a:pt x="986" y="1320"/>
                </a:cubicBezTo>
                <a:close/>
                <a:moveTo>
                  <a:pt x="2256" y="1320"/>
                </a:moveTo>
                <a:cubicBezTo>
                  <a:pt x="2416" y="1320"/>
                  <a:pt x="2573" y="1449"/>
                  <a:pt x="2573" y="1645"/>
                </a:cubicBezTo>
                <a:cubicBezTo>
                  <a:pt x="2595" y="1799"/>
                  <a:pt x="2453" y="1933"/>
                  <a:pt x="2300" y="1933"/>
                </a:cubicBezTo>
                <a:cubicBezTo>
                  <a:pt x="2288" y="1933"/>
                  <a:pt x="2275" y="1932"/>
                  <a:pt x="2263" y="1930"/>
                </a:cubicBezTo>
                <a:lnTo>
                  <a:pt x="2263" y="1954"/>
                </a:lnTo>
                <a:cubicBezTo>
                  <a:pt x="1977" y="1954"/>
                  <a:pt x="1858" y="1597"/>
                  <a:pt x="2049" y="1407"/>
                </a:cubicBezTo>
                <a:cubicBezTo>
                  <a:pt x="2109" y="1347"/>
                  <a:pt x="2182" y="1320"/>
                  <a:pt x="2256" y="1320"/>
                </a:cubicBezTo>
                <a:close/>
                <a:moveTo>
                  <a:pt x="1643" y="2566"/>
                </a:moveTo>
                <a:cubicBezTo>
                  <a:pt x="1805" y="2566"/>
                  <a:pt x="1954" y="2693"/>
                  <a:pt x="1954" y="2883"/>
                </a:cubicBezTo>
                <a:cubicBezTo>
                  <a:pt x="1954" y="3050"/>
                  <a:pt x="1811" y="3193"/>
                  <a:pt x="1644" y="3193"/>
                </a:cubicBezTo>
                <a:cubicBezTo>
                  <a:pt x="1358" y="3193"/>
                  <a:pt x="1215" y="2859"/>
                  <a:pt x="1406" y="2669"/>
                </a:cubicBezTo>
                <a:cubicBezTo>
                  <a:pt x="1477" y="2597"/>
                  <a:pt x="1562" y="2566"/>
                  <a:pt x="1643" y="2566"/>
                </a:cubicBezTo>
                <a:close/>
                <a:moveTo>
                  <a:pt x="1639" y="1"/>
                </a:moveTo>
                <a:cubicBezTo>
                  <a:pt x="1625" y="1"/>
                  <a:pt x="1611" y="1"/>
                  <a:pt x="1596" y="2"/>
                </a:cubicBezTo>
                <a:cubicBezTo>
                  <a:pt x="715" y="2"/>
                  <a:pt x="1" y="740"/>
                  <a:pt x="48" y="1645"/>
                </a:cubicBezTo>
                <a:lnTo>
                  <a:pt x="72" y="1645"/>
                </a:lnTo>
                <a:lnTo>
                  <a:pt x="72" y="2240"/>
                </a:lnTo>
                <a:cubicBezTo>
                  <a:pt x="72" y="2407"/>
                  <a:pt x="215" y="2550"/>
                  <a:pt x="382" y="2550"/>
                </a:cubicBezTo>
                <a:cubicBezTo>
                  <a:pt x="548" y="2550"/>
                  <a:pt x="691" y="2693"/>
                  <a:pt x="691" y="2859"/>
                </a:cubicBezTo>
                <a:lnTo>
                  <a:pt x="691" y="3478"/>
                </a:lnTo>
                <a:cubicBezTo>
                  <a:pt x="691" y="3645"/>
                  <a:pt x="834" y="3788"/>
                  <a:pt x="1001" y="3788"/>
                </a:cubicBezTo>
                <a:lnTo>
                  <a:pt x="2263" y="3788"/>
                </a:lnTo>
                <a:cubicBezTo>
                  <a:pt x="2430" y="3788"/>
                  <a:pt x="2573" y="3645"/>
                  <a:pt x="2573" y="3478"/>
                </a:cubicBezTo>
                <a:lnTo>
                  <a:pt x="2573" y="2859"/>
                </a:lnTo>
                <a:cubicBezTo>
                  <a:pt x="2573" y="2693"/>
                  <a:pt x="2716" y="2550"/>
                  <a:pt x="2882" y="2550"/>
                </a:cubicBezTo>
                <a:cubicBezTo>
                  <a:pt x="3049" y="2550"/>
                  <a:pt x="3168" y="2407"/>
                  <a:pt x="3168" y="2240"/>
                </a:cubicBezTo>
                <a:lnTo>
                  <a:pt x="3168" y="1621"/>
                </a:lnTo>
                <a:cubicBezTo>
                  <a:pt x="3215" y="730"/>
                  <a:pt x="2524" y="1"/>
                  <a:pt x="163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143" name="Google Shape;9143;p87"/>
          <p:cNvGrpSpPr/>
          <p:nvPr/>
        </p:nvGrpSpPr>
        <p:grpSpPr>
          <a:xfrm>
            <a:off x="9439212" y="3099486"/>
            <a:ext cx="353835" cy="466189"/>
            <a:chOff x="7079409" y="2324614"/>
            <a:chExt cx="265376" cy="349642"/>
          </a:xfrm>
          <a:solidFill>
            <a:schemeClr val="bg1"/>
          </a:solidFill>
        </p:grpSpPr>
        <p:sp>
          <p:nvSpPr>
            <p:cNvPr id="9144" name="Google Shape;9144;p87"/>
            <p:cNvSpPr/>
            <p:nvPr/>
          </p:nvSpPr>
          <p:spPr>
            <a:xfrm>
              <a:off x="7079409" y="2510283"/>
              <a:ext cx="61343" cy="40455"/>
            </a:xfrm>
            <a:custGeom>
              <a:avLst/>
              <a:gdLst/>
              <a:ahLst/>
              <a:cxnLst/>
              <a:rect l="l" t="t" r="r" b="b"/>
              <a:pathLst>
                <a:path w="1883" h="1240" extrusionOk="0">
                  <a:moveTo>
                    <a:pt x="1" y="1"/>
                  </a:moveTo>
                  <a:lnTo>
                    <a:pt x="1" y="1239"/>
                  </a:lnTo>
                  <a:lnTo>
                    <a:pt x="1882" y="1239"/>
                  </a:lnTo>
                  <a:lnTo>
                    <a:pt x="1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5" name="Google Shape;9145;p87"/>
            <p:cNvSpPr/>
            <p:nvPr/>
          </p:nvSpPr>
          <p:spPr>
            <a:xfrm>
              <a:off x="7161667" y="2570900"/>
              <a:ext cx="40364" cy="41205"/>
            </a:xfrm>
            <a:custGeom>
              <a:avLst/>
              <a:gdLst/>
              <a:ahLst/>
              <a:cxnLst/>
              <a:rect l="l" t="t" r="r" b="b"/>
              <a:pathLst>
                <a:path w="1239" h="1263" extrusionOk="0">
                  <a:moveTo>
                    <a:pt x="0" y="0"/>
                  </a:moveTo>
                  <a:lnTo>
                    <a:pt x="0" y="1263"/>
                  </a:lnTo>
                  <a:lnTo>
                    <a:pt x="1239" y="1263"/>
                  </a:lnTo>
                  <a:lnTo>
                    <a:pt x="123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6" name="Google Shape;9146;p87"/>
            <p:cNvSpPr/>
            <p:nvPr/>
          </p:nvSpPr>
          <p:spPr>
            <a:xfrm>
              <a:off x="7079409" y="2570900"/>
              <a:ext cx="61343" cy="41205"/>
            </a:xfrm>
            <a:custGeom>
              <a:avLst/>
              <a:gdLst/>
              <a:ahLst/>
              <a:cxnLst/>
              <a:rect l="l" t="t" r="r" b="b"/>
              <a:pathLst>
                <a:path w="1883" h="1263" extrusionOk="0">
                  <a:moveTo>
                    <a:pt x="1" y="0"/>
                  </a:moveTo>
                  <a:lnTo>
                    <a:pt x="1" y="1263"/>
                  </a:lnTo>
                  <a:lnTo>
                    <a:pt x="1882" y="1263"/>
                  </a:ln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7" name="Google Shape;9147;p87"/>
            <p:cNvSpPr/>
            <p:nvPr/>
          </p:nvSpPr>
          <p:spPr>
            <a:xfrm>
              <a:off x="7283474" y="2510283"/>
              <a:ext cx="61311" cy="40455"/>
            </a:xfrm>
            <a:custGeom>
              <a:avLst/>
              <a:gdLst/>
              <a:ahLst/>
              <a:cxnLst/>
              <a:rect l="l" t="t" r="r" b="b"/>
              <a:pathLst>
                <a:path w="1882" h="1240" extrusionOk="0">
                  <a:moveTo>
                    <a:pt x="0" y="1"/>
                  </a:moveTo>
                  <a:lnTo>
                    <a:pt x="0" y="1239"/>
                  </a:lnTo>
                  <a:lnTo>
                    <a:pt x="1882" y="1239"/>
                  </a:lnTo>
                  <a:lnTo>
                    <a:pt x="1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8" name="Google Shape;9148;p87"/>
            <p:cNvSpPr/>
            <p:nvPr/>
          </p:nvSpPr>
          <p:spPr>
            <a:xfrm>
              <a:off x="7263276" y="2386765"/>
              <a:ext cx="20980" cy="41205"/>
            </a:xfrm>
            <a:custGeom>
              <a:avLst/>
              <a:gdLst/>
              <a:ahLst/>
              <a:cxnLst/>
              <a:rect l="l" t="t" r="r" b="b"/>
              <a:pathLst>
                <a:path w="644" h="1263" extrusionOk="0">
                  <a:moveTo>
                    <a:pt x="192" y="0"/>
                  </a:moveTo>
                  <a:cubicBezTo>
                    <a:pt x="72" y="0"/>
                    <a:pt x="1" y="96"/>
                    <a:pt x="1" y="215"/>
                  </a:cubicBezTo>
                  <a:lnTo>
                    <a:pt x="1" y="1072"/>
                  </a:lnTo>
                  <a:cubicBezTo>
                    <a:pt x="1" y="1167"/>
                    <a:pt x="72" y="1263"/>
                    <a:pt x="192" y="1263"/>
                  </a:cubicBezTo>
                  <a:lnTo>
                    <a:pt x="453" y="1263"/>
                  </a:lnTo>
                  <a:cubicBezTo>
                    <a:pt x="549" y="1263"/>
                    <a:pt x="644" y="1167"/>
                    <a:pt x="644" y="1072"/>
                  </a:cubicBezTo>
                  <a:lnTo>
                    <a:pt x="644" y="215"/>
                  </a:lnTo>
                  <a:cubicBezTo>
                    <a:pt x="644" y="96"/>
                    <a:pt x="549" y="0"/>
                    <a:pt x="4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49" name="Google Shape;9149;p87"/>
            <p:cNvSpPr/>
            <p:nvPr/>
          </p:nvSpPr>
          <p:spPr>
            <a:xfrm>
              <a:off x="7079409" y="2324614"/>
              <a:ext cx="265376" cy="164724"/>
            </a:xfrm>
            <a:custGeom>
              <a:avLst/>
              <a:gdLst/>
              <a:ahLst/>
              <a:cxnLst/>
              <a:rect l="l" t="t" r="r" b="b"/>
              <a:pathLst>
                <a:path w="8146" h="5049" extrusionOk="0">
                  <a:moveTo>
                    <a:pt x="6097" y="1286"/>
                  </a:moveTo>
                  <a:cubicBezTo>
                    <a:pt x="6550" y="1286"/>
                    <a:pt x="6907" y="1667"/>
                    <a:pt x="6907" y="2120"/>
                  </a:cubicBezTo>
                  <a:lnTo>
                    <a:pt x="6907" y="2977"/>
                  </a:lnTo>
                  <a:cubicBezTo>
                    <a:pt x="6907" y="3430"/>
                    <a:pt x="6550" y="3787"/>
                    <a:pt x="6097" y="3811"/>
                  </a:cubicBezTo>
                  <a:lnTo>
                    <a:pt x="5836" y="3811"/>
                  </a:lnTo>
                  <a:cubicBezTo>
                    <a:pt x="5383" y="3787"/>
                    <a:pt x="5002" y="3430"/>
                    <a:pt x="5002" y="2977"/>
                  </a:cubicBezTo>
                  <a:lnTo>
                    <a:pt x="5026" y="2120"/>
                  </a:lnTo>
                  <a:cubicBezTo>
                    <a:pt x="5026" y="1667"/>
                    <a:pt x="5383" y="1286"/>
                    <a:pt x="5836" y="1286"/>
                  </a:cubicBezTo>
                  <a:close/>
                  <a:moveTo>
                    <a:pt x="930" y="0"/>
                  </a:moveTo>
                  <a:cubicBezTo>
                    <a:pt x="406" y="24"/>
                    <a:pt x="1" y="429"/>
                    <a:pt x="1" y="953"/>
                  </a:cubicBezTo>
                  <a:lnTo>
                    <a:pt x="1" y="5049"/>
                  </a:lnTo>
                  <a:lnTo>
                    <a:pt x="8146" y="5049"/>
                  </a:lnTo>
                  <a:lnTo>
                    <a:pt x="8146" y="953"/>
                  </a:lnTo>
                  <a:cubicBezTo>
                    <a:pt x="8146" y="429"/>
                    <a:pt x="7717" y="0"/>
                    <a:pt x="72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0" name="Google Shape;9150;p87"/>
            <p:cNvSpPr/>
            <p:nvPr/>
          </p:nvSpPr>
          <p:spPr>
            <a:xfrm>
              <a:off x="7222163" y="2570900"/>
              <a:ext cx="41145" cy="41205"/>
            </a:xfrm>
            <a:custGeom>
              <a:avLst/>
              <a:gdLst/>
              <a:ahLst/>
              <a:cxnLst/>
              <a:rect l="l" t="t" r="r" b="b"/>
              <a:pathLst>
                <a:path w="1263" h="1263" extrusionOk="0">
                  <a:moveTo>
                    <a:pt x="1" y="0"/>
                  </a:moveTo>
                  <a:lnTo>
                    <a:pt x="1" y="1263"/>
                  </a:lnTo>
                  <a:lnTo>
                    <a:pt x="1263" y="1263"/>
                  </a:lnTo>
                  <a:lnTo>
                    <a:pt x="12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1" name="Google Shape;9151;p87"/>
            <p:cNvSpPr/>
            <p:nvPr/>
          </p:nvSpPr>
          <p:spPr>
            <a:xfrm>
              <a:off x="7222163" y="2510283"/>
              <a:ext cx="41145" cy="40455"/>
            </a:xfrm>
            <a:custGeom>
              <a:avLst/>
              <a:gdLst/>
              <a:ahLst/>
              <a:cxnLst/>
              <a:rect l="l" t="t" r="r" b="b"/>
              <a:pathLst>
                <a:path w="1263" h="1240" extrusionOk="0">
                  <a:moveTo>
                    <a:pt x="1" y="1"/>
                  </a:moveTo>
                  <a:lnTo>
                    <a:pt x="1" y="1239"/>
                  </a:lnTo>
                  <a:lnTo>
                    <a:pt x="1263" y="1239"/>
                  </a:lnTo>
                  <a:lnTo>
                    <a:pt x="12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2" name="Google Shape;9152;p87"/>
            <p:cNvSpPr/>
            <p:nvPr/>
          </p:nvSpPr>
          <p:spPr>
            <a:xfrm>
              <a:off x="7079409" y="2633051"/>
              <a:ext cx="61343" cy="41205"/>
            </a:xfrm>
            <a:custGeom>
              <a:avLst/>
              <a:gdLst/>
              <a:ahLst/>
              <a:cxnLst/>
              <a:rect l="l" t="t" r="r" b="b"/>
              <a:pathLst>
                <a:path w="1883" h="1263" extrusionOk="0">
                  <a:moveTo>
                    <a:pt x="1" y="1"/>
                  </a:moveTo>
                  <a:lnTo>
                    <a:pt x="1" y="334"/>
                  </a:lnTo>
                  <a:cubicBezTo>
                    <a:pt x="1" y="834"/>
                    <a:pt x="406" y="1263"/>
                    <a:pt x="930" y="1263"/>
                  </a:cubicBezTo>
                  <a:lnTo>
                    <a:pt x="1882" y="1263"/>
                  </a:lnTo>
                  <a:lnTo>
                    <a:pt x="1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3" name="Google Shape;9153;p87"/>
            <p:cNvSpPr/>
            <p:nvPr/>
          </p:nvSpPr>
          <p:spPr>
            <a:xfrm>
              <a:off x="7161667" y="2510283"/>
              <a:ext cx="40364" cy="40455"/>
            </a:xfrm>
            <a:custGeom>
              <a:avLst/>
              <a:gdLst/>
              <a:ahLst/>
              <a:cxnLst/>
              <a:rect l="l" t="t" r="r" b="b"/>
              <a:pathLst>
                <a:path w="1239" h="1240" extrusionOk="0">
                  <a:moveTo>
                    <a:pt x="0" y="1"/>
                  </a:moveTo>
                  <a:lnTo>
                    <a:pt x="0" y="1239"/>
                  </a:lnTo>
                  <a:lnTo>
                    <a:pt x="1239" y="1239"/>
                  </a:lnTo>
                  <a:lnTo>
                    <a:pt x="12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4" name="Google Shape;9154;p87"/>
            <p:cNvSpPr/>
            <p:nvPr/>
          </p:nvSpPr>
          <p:spPr>
            <a:xfrm>
              <a:off x="7283474" y="2570900"/>
              <a:ext cx="61311" cy="103356"/>
            </a:xfrm>
            <a:custGeom>
              <a:avLst/>
              <a:gdLst/>
              <a:ahLst/>
              <a:cxnLst/>
              <a:rect l="l" t="t" r="r" b="b"/>
              <a:pathLst>
                <a:path w="1882" h="3168" extrusionOk="0">
                  <a:moveTo>
                    <a:pt x="0" y="0"/>
                  </a:moveTo>
                  <a:lnTo>
                    <a:pt x="0" y="3168"/>
                  </a:lnTo>
                  <a:lnTo>
                    <a:pt x="953" y="3168"/>
                  </a:lnTo>
                  <a:cubicBezTo>
                    <a:pt x="1453" y="3168"/>
                    <a:pt x="1882" y="2739"/>
                    <a:pt x="1882" y="2239"/>
                  </a:cubicBez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5" name="Google Shape;9155;p87"/>
            <p:cNvSpPr/>
            <p:nvPr/>
          </p:nvSpPr>
          <p:spPr>
            <a:xfrm>
              <a:off x="7222163" y="2633051"/>
              <a:ext cx="41145" cy="41205"/>
            </a:xfrm>
            <a:custGeom>
              <a:avLst/>
              <a:gdLst/>
              <a:ahLst/>
              <a:cxnLst/>
              <a:rect l="l" t="t" r="r" b="b"/>
              <a:pathLst>
                <a:path w="1263" h="1263" extrusionOk="0">
                  <a:moveTo>
                    <a:pt x="1" y="1"/>
                  </a:moveTo>
                  <a:lnTo>
                    <a:pt x="1" y="1263"/>
                  </a:lnTo>
                  <a:lnTo>
                    <a:pt x="1263" y="1263"/>
                  </a:lnTo>
                  <a:lnTo>
                    <a:pt x="12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6" name="Google Shape;9156;p87"/>
            <p:cNvSpPr/>
            <p:nvPr/>
          </p:nvSpPr>
          <p:spPr>
            <a:xfrm>
              <a:off x="7161667" y="2633051"/>
              <a:ext cx="40364" cy="41205"/>
            </a:xfrm>
            <a:custGeom>
              <a:avLst/>
              <a:gdLst/>
              <a:ahLst/>
              <a:cxnLst/>
              <a:rect l="l" t="t" r="r" b="b"/>
              <a:pathLst>
                <a:path w="1239" h="1263" extrusionOk="0">
                  <a:moveTo>
                    <a:pt x="0" y="1"/>
                  </a:moveTo>
                  <a:lnTo>
                    <a:pt x="0" y="1263"/>
                  </a:lnTo>
                  <a:lnTo>
                    <a:pt x="1239" y="1263"/>
                  </a:lnTo>
                  <a:lnTo>
                    <a:pt x="12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57" name="Google Shape;9157;p87"/>
          <p:cNvGrpSpPr/>
          <p:nvPr/>
        </p:nvGrpSpPr>
        <p:grpSpPr>
          <a:xfrm>
            <a:off x="8375058" y="3100443"/>
            <a:ext cx="471244" cy="465493"/>
            <a:chOff x="6281293" y="2325332"/>
            <a:chExt cx="353433" cy="349120"/>
          </a:xfrm>
          <a:solidFill>
            <a:schemeClr val="bg1"/>
          </a:solidFill>
        </p:grpSpPr>
        <p:sp>
          <p:nvSpPr>
            <p:cNvPr id="9158" name="Google Shape;9158;p87"/>
            <p:cNvSpPr/>
            <p:nvPr/>
          </p:nvSpPr>
          <p:spPr>
            <a:xfrm>
              <a:off x="6416880" y="2509533"/>
              <a:ext cx="81476" cy="164919"/>
            </a:xfrm>
            <a:custGeom>
              <a:avLst/>
              <a:gdLst/>
              <a:ahLst/>
              <a:cxnLst/>
              <a:rect l="l" t="t" r="r" b="b"/>
              <a:pathLst>
                <a:path w="2501" h="5055" extrusionOk="0">
                  <a:moveTo>
                    <a:pt x="0" y="0"/>
                  </a:moveTo>
                  <a:lnTo>
                    <a:pt x="0" y="4739"/>
                  </a:lnTo>
                  <a:cubicBezTo>
                    <a:pt x="0" y="4926"/>
                    <a:pt x="148" y="5055"/>
                    <a:pt x="315" y="5055"/>
                  </a:cubicBezTo>
                  <a:cubicBezTo>
                    <a:pt x="360" y="5055"/>
                    <a:pt x="407" y="5045"/>
                    <a:pt x="453" y="5025"/>
                  </a:cubicBezTo>
                  <a:lnTo>
                    <a:pt x="2334" y="4072"/>
                  </a:lnTo>
                  <a:cubicBezTo>
                    <a:pt x="2429" y="4025"/>
                    <a:pt x="2501" y="3906"/>
                    <a:pt x="2501" y="3787"/>
                  </a:cubicBezTo>
                  <a:lnTo>
                    <a:pt x="25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59" name="Google Shape;9159;p87"/>
            <p:cNvSpPr/>
            <p:nvPr/>
          </p:nvSpPr>
          <p:spPr>
            <a:xfrm>
              <a:off x="6281293" y="2325332"/>
              <a:ext cx="353433" cy="163256"/>
            </a:xfrm>
            <a:custGeom>
              <a:avLst/>
              <a:gdLst/>
              <a:ahLst/>
              <a:cxnLst/>
              <a:rect l="l" t="t" r="r" b="b"/>
              <a:pathLst>
                <a:path w="10849" h="5004" extrusionOk="0">
                  <a:moveTo>
                    <a:pt x="371" y="1"/>
                  </a:moveTo>
                  <a:cubicBezTo>
                    <a:pt x="128" y="1"/>
                    <a:pt x="1" y="296"/>
                    <a:pt x="162" y="502"/>
                  </a:cubicBezTo>
                  <a:lnTo>
                    <a:pt x="3805" y="5003"/>
                  </a:lnTo>
                  <a:lnTo>
                    <a:pt x="7020" y="5003"/>
                  </a:lnTo>
                  <a:lnTo>
                    <a:pt x="10688" y="502"/>
                  </a:lnTo>
                  <a:cubicBezTo>
                    <a:pt x="10848" y="296"/>
                    <a:pt x="10699" y="1"/>
                    <a:pt x="10454" y="1"/>
                  </a:cubicBezTo>
                  <a:cubicBezTo>
                    <a:pt x="10445" y="1"/>
                    <a:pt x="10435" y="1"/>
                    <a:pt x="10426" y="2"/>
                  </a:cubicBezTo>
                  <a:lnTo>
                    <a:pt x="400" y="2"/>
                  </a:lnTo>
                  <a:cubicBezTo>
                    <a:pt x="390" y="1"/>
                    <a:pt x="381" y="1"/>
                    <a:pt x="37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60" name="Google Shape;9160;p87"/>
          <p:cNvGrpSpPr/>
          <p:nvPr/>
        </p:nvGrpSpPr>
        <p:grpSpPr>
          <a:xfrm>
            <a:off x="7362852" y="3099748"/>
            <a:ext cx="501955" cy="467233"/>
            <a:chOff x="5522139" y="2324810"/>
            <a:chExt cx="376466" cy="350425"/>
          </a:xfrm>
          <a:solidFill>
            <a:schemeClr val="bg1"/>
          </a:solidFill>
        </p:grpSpPr>
        <p:sp>
          <p:nvSpPr>
            <p:cNvPr id="9161" name="Google Shape;9161;p87"/>
            <p:cNvSpPr/>
            <p:nvPr/>
          </p:nvSpPr>
          <p:spPr>
            <a:xfrm>
              <a:off x="5655023" y="2428721"/>
              <a:ext cx="119494" cy="102475"/>
            </a:xfrm>
            <a:custGeom>
              <a:avLst/>
              <a:gdLst/>
              <a:ahLst/>
              <a:cxnLst/>
              <a:rect l="l" t="t" r="r" b="b"/>
              <a:pathLst>
                <a:path w="3668" h="3141" extrusionOk="0">
                  <a:moveTo>
                    <a:pt x="2096" y="0"/>
                  </a:moveTo>
                  <a:cubicBezTo>
                    <a:pt x="691" y="0"/>
                    <a:pt x="1" y="1691"/>
                    <a:pt x="1001" y="2668"/>
                  </a:cubicBezTo>
                  <a:cubicBezTo>
                    <a:pt x="1320" y="2994"/>
                    <a:pt x="1715" y="3141"/>
                    <a:pt x="2102" y="3141"/>
                  </a:cubicBezTo>
                  <a:cubicBezTo>
                    <a:pt x="2901" y="3141"/>
                    <a:pt x="3668" y="2518"/>
                    <a:pt x="3668" y="1572"/>
                  </a:cubicBezTo>
                  <a:cubicBezTo>
                    <a:pt x="3668" y="715"/>
                    <a:pt x="2954" y="0"/>
                    <a:pt x="2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62" name="Google Shape;9162;p87"/>
            <p:cNvSpPr/>
            <p:nvPr/>
          </p:nvSpPr>
          <p:spPr>
            <a:xfrm>
              <a:off x="5573449" y="2532827"/>
              <a:ext cx="118843" cy="121887"/>
            </a:xfrm>
            <a:custGeom>
              <a:avLst/>
              <a:gdLst/>
              <a:ahLst/>
              <a:cxnLst/>
              <a:rect l="l" t="t" r="r" b="b"/>
              <a:pathLst>
                <a:path w="3648" h="3736" extrusionOk="0">
                  <a:moveTo>
                    <a:pt x="3124" y="1"/>
                  </a:moveTo>
                  <a:lnTo>
                    <a:pt x="2219" y="1287"/>
                  </a:lnTo>
                  <a:cubicBezTo>
                    <a:pt x="2061" y="1229"/>
                    <a:pt x="1908" y="1203"/>
                    <a:pt x="1763" y="1203"/>
                  </a:cubicBezTo>
                  <a:cubicBezTo>
                    <a:pt x="643" y="1203"/>
                    <a:pt x="0" y="2763"/>
                    <a:pt x="1076" y="3501"/>
                  </a:cubicBezTo>
                  <a:cubicBezTo>
                    <a:pt x="1314" y="3665"/>
                    <a:pt x="1560" y="3736"/>
                    <a:pt x="1795" y="3736"/>
                  </a:cubicBezTo>
                  <a:cubicBezTo>
                    <a:pt x="2758" y="3736"/>
                    <a:pt x="3528" y="2544"/>
                    <a:pt x="2743" y="1644"/>
                  </a:cubicBezTo>
                  <a:lnTo>
                    <a:pt x="3648" y="358"/>
                  </a:lnTo>
                  <a:cubicBezTo>
                    <a:pt x="3457" y="263"/>
                    <a:pt x="3267" y="143"/>
                    <a:pt x="312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63" name="Google Shape;9163;p87"/>
            <p:cNvSpPr/>
            <p:nvPr/>
          </p:nvSpPr>
          <p:spPr>
            <a:xfrm>
              <a:off x="5763636" y="2324810"/>
              <a:ext cx="120081" cy="109392"/>
            </a:xfrm>
            <a:custGeom>
              <a:avLst/>
              <a:gdLst/>
              <a:ahLst/>
              <a:cxnLst/>
              <a:rect l="l" t="t" r="r" b="b"/>
              <a:pathLst>
                <a:path w="3686" h="3353" extrusionOk="0">
                  <a:moveTo>
                    <a:pt x="1923" y="1"/>
                  </a:moveTo>
                  <a:cubicBezTo>
                    <a:pt x="1029" y="1"/>
                    <a:pt x="244" y="1042"/>
                    <a:pt x="882" y="1971"/>
                  </a:cubicBezTo>
                  <a:lnTo>
                    <a:pt x="1" y="2947"/>
                  </a:lnTo>
                  <a:cubicBezTo>
                    <a:pt x="191" y="3066"/>
                    <a:pt x="334" y="3185"/>
                    <a:pt x="453" y="3352"/>
                  </a:cubicBezTo>
                  <a:lnTo>
                    <a:pt x="1358" y="2376"/>
                  </a:lnTo>
                  <a:cubicBezTo>
                    <a:pt x="1560" y="2479"/>
                    <a:pt x="1759" y="2524"/>
                    <a:pt x="1948" y="2524"/>
                  </a:cubicBezTo>
                  <a:cubicBezTo>
                    <a:pt x="2980" y="2524"/>
                    <a:pt x="3686" y="1153"/>
                    <a:pt x="2739" y="328"/>
                  </a:cubicBezTo>
                  <a:cubicBezTo>
                    <a:pt x="2482" y="99"/>
                    <a:pt x="2197" y="1"/>
                    <a:pt x="19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64" name="Google Shape;9164;p87"/>
            <p:cNvSpPr/>
            <p:nvPr/>
          </p:nvSpPr>
          <p:spPr>
            <a:xfrm>
              <a:off x="5522139" y="2387841"/>
              <a:ext cx="137575" cy="102540"/>
            </a:xfrm>
            <a:custGeom>
              <a:avLst/>
              <a:gdLst/>
              <a:ahLst/>
              <a:cxnLst/>
              <a:rect l="l" t="t" r="r" b="b"/>
              <a:pathLst>
                <a:path w="4223" h="3143" extrusionOk="0">
                  <a:moveTo>
                    <a:pt x="1773" y="1"/>
                  </a:moveTo>
                  <a:cubicBezTo>
                    <a:pt x="1116" y="1"/>
                    <a:pt x="462" y="382"/>
                    <a:pt x="269" y="1206"/>
                  </a:cubicBezTo>
                  <a:cubicBezTo>
                    <a:pt x="0" y="2358"/>
                    <a:pt x="915" y="3143"/>
                    <a:pt x="1833" y="3143"/>
                  </a:cubicBezTo>
                  <a:cubicBezTo>
                    <a:pt x="2376" y="3143"/>
                    <a:pt x="2921" y="2868"/>
                    <a:pt x="3222" y="2230"/>
                  </a:cubicBezTo>
                  <a:lnTo>
                    <a:pt x="4032" y="2420"/>
                  </a:lnTo>
                  <a:cubicBezTo>
                    <a:pt x="4056" y="2206"/>
                    <a:pt x="4127" y="1992"/>
                    <a:pt x="4222" y="1825"/>
                  </a:cubicBezTo>
                  <a:lnTo>
                    <a:pt x="3365" y="1611"/>
                  </a:lnTo>
                  <a:cubicBezTo>
                    <a:pt x="3391" y="574"/>
                    <a:pt x="2579" y="1"/>
                    <a:pt x="17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65" name="Google Shape;9165;p87"/>
            <p:cNvSpPr/>
            <p:nvPr/>
          </p:nvSpPr>
          <p:spPr>
            <a:xfrm>
              <a:off x="5753081" y="2528162"/>
              <a:ext cx="145524" cy="147074"/>
            </a:xfrm>
            <a:custGeom>
              <a:avLst/>
              <a:gdLst/>
              <a:ahLst/>
              <a:cxnLst/>
              <a:rect l="l" t="t" r="r" b="b"/>
              <a:pathLst>
                <a:path w="4467" h="4508" extrusionOk="0">
                  <a:moveTo>
                    <a:pt x="706" y="1"/>
                  </a:moveTo>
                  <a:cubicBezTo>
                    <a:pt x="563" y="144"/>
                    <a:pt x="396" y="286"/>
                    <a:pt x="229" y="406"/>
                  </a:cubicBezTo>
                  <a:lnTo>
                    <a:pt x="1110" y="1787"/>
                  </a:lnTo>
                  <a:cubicBezTo>
                    <a:pt x="1" y="2877"/>
                    <a:pt x="944" y="4508"/>
                    <a:pt x="2197" y="4508"/>
                  </a:cubicBezTo>
                  <a:cubicBezTo>
                    <a:pt x="2477" y="4508"/>
                    <a:pt x="2772" y="4427"/>
                    <a:pt x="3063" y="4240"/>
                  </a:cubicBezTo>
                  <a:cubicBezTo>
                    <a:pt x="4467" y="3339"/>
                    <a:pt x="3678" y="1333"/>
                    <a:pt x="2268" y="1333"/>
                  </a:cubicBezTo>
                  <a:cubicBezTo>
                    <a:pt x="2075" y="1333"/>
                    <a:pt x="1870" y="1370"/>
                    <a:pt x="1658" y="1453"/>
                  </a:cubicBezTo>
                  <a:lnTo>
                    <a:pt x="7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66" name="Google Shape;9166;p87"/>
          <p:cNvGrpSpPr/>
          <p:nvPr/>
        </p:nvGrpSpPr>
        <p:grpSpPr>
          <a:xfrm>
            <a:off x="6287360" y="3100529"/>
            <a:ext cx="544131" cy="466147"/>
            <a:chOff x="4715520" y="2325397"/>
            <a:chExt cx="408098" cy="349610"/>
          </a:xfrm>
          <a:solidFill>
            <a:schemeClr val="bg1"/>
          </a:solidFill>
        </p:grpSpPr>
        <p:sp>
          <p:nvSpPr>
            <p:cNvPr id="9167" name="Google Shape;9167;p87"/>
            <p:cNvSpPr/>
            <p:nvPr/>
          </p:nvSpPr>
          <p:spPr>
            <a:xfrm>
              <a:off x="4901701" y="2387156"/>
              <a:ext cx="94703" cy="73439"/>
            </a:xfrm>
            <a:custGeom>
              <a:avLst/>
              <a:gdLst/>
              <a:ahLst/>
              <a:cxnLst/>
              <a:rect l="l" t="t" r="r" b="b"/>
              <a:pathLst>
                <a:path w="2907" h="2251" extrusionOk="0">
                  <a:moveTo>
                    <a:pt x="1453" y="0"/>
                  </a:moveTo>
                  <a:cubicBezTo>
                    <a:pt x="959" y="0"/>
                    <a:pt x="465" y="108"/>
                    <a:pt x="1" y="322"/>
                  </a:cubicBezTo>
                  <a:lnTo>
                    <a:pt x="1120" y="2251"/>
                  </a:lnTo>
                  <a:cubicBezTo>
                    <a:pt x="1227" y="2215"/>
                    <a:pt x="1340" y="2197"/>
                    <a:pt x="1453" y="2197"/>
                  </a:cubicBezTo>
                  <a:cubicBezTo>
                    <a:pt x="1567" y="2197"/>
                    <a:pt x="1680" y="2215"/>
                    <a:pt x="1787" y="2251"/>
                  </a:cubicBezTo>
                  <a:lnTo>
                    <a:pt x="2906" y="322"/>
                  </a:lnTo>
                  <a:cubicBezTo>
                    <a:pt x="2442" y="108"/>
                    <a:pt x="1948" y="0"/>
                    <a:pt x="14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68" name="Google Shape;9168;p87"/>
            <p:cNvSpPr/>
            <p:nvPr/>
          </p:nvSpPr>
          <p:spPr>
            <a:xfrm>
              <a:off x="4837327" y="2509533"/>
              <a:ext cx="83040" cy="82378"/>
            </a:xfrm>
            <a:custGeom>
              <a:avLst/>
              <a:gdLst/>
              <a:ahLst/>
              <a:cxnLst/>
              <a:rect l="l" t="t" r="r" b="b"/>
              <a:pathLst>
                <a:path w="2549" h="2525" extrusionOk="0">
                  <a:moveTo>
                    <a:pt x="2215" y="0"/>
                  </a:moveTo>
                  <a:lnTo>
                    <a:pt x="0" y="24"/>
                  </a:lnTo>
                  <a:cubicBezTo>
                    <a:pt x="95" y="1024"/>
                    <a:pt x="619" y="1929"/>
                    <a:pt x="1429" y="2524"/>
                  </a:cubicBezTo>
                  <a:lnTo>
                    <a:pt x="2548" y="596"/>
                  </a:lnTo>
                  <a:cubicBezTo>
                    <a:pt x="2382" y="429"/>
                    <a:pt x="2262" y="214"/>
                    <a:pt x="22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69" name="Google Shape;9169;p87"/>
            <p:cNvSpPr/>
            <p:nvPr/>
          </p:nvSpPr>
          <p:spPr>
            <a:xfrm>
              <a:off x="4921866" y="2479224"/>
              <a:ext cx="47368" cy="41173"/>
            </a:xfrm>
            <a:custGeom>
              <a:avLst/>
              <a:gdLst/>
              <a:ahLst/>
              <a:cxnLst/>
              <a:rect l="l" t="t" r="r" b="b"/>
              <a:pathLst>
                <a:path w="1454" h="1262" extrusionOk="0">
                  <a:moveTo>
                    <a:pt x="834" y="0"/>
                  </a:moveTo>
                  <a:cubicBezTo>
                    <a:pt x="263" y="0"/>
                    <a:pt x="1" y="667"/>
                    <a:pt x="382" y="1072"/>
                  </a:cubicBezTo>
                  <a:cubicBezTo>
                    <a:pt x="513" y="1203"/>
                    <a:pt x="672" y="1262"/>
                    <a:pt x="826" y="1262"/>
                  </a:cubicBezTo>
                  <a:cubicBezTo>
                    <a:pt x="1149" y="1262"/>
                    <a:pt x="1454" y="1006"/>
                    <a:pt x="1454" y="620"/>
                  </a:cubicBezTo>
                  <a:cubicBezTo>
                    <a:pt x="1454" y="286"/>
                    <a:pt x="1168" y="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70" name="Google Shape;9170;p87"/>
            <p:cNvSpPr/>
            <p:nvPr/>
          </p:nvSpPr>
          <p:spPr>
            <a:xfrm>
              <a:off x="4977736" y="2510283"/>
              <a:ext cx="83040" cy="81628"/>
            </a:xfrm>
            <a:custGeom>
              <a:avLst/>
              <a:gdLst/>
              <a:ahLst/>
              <a:cxnLst/>
              <a:rect l="l" t="t" r="r" b="b"/>
              <a:pathLst>
                <a:path w="2549" h="2502" extrusionOk="0">
                  <a:moveTo>
                    <a:pt x="358" y="1"/>
                  </a:moveTo>
                  <a:cubicBezTo>
                    <a:pt x="286" y="215"/>
                    <a:pt x="167" y="406"/>
                    <a:pt x="1" y="573"/>
                  </a:cubicBezTo>
                  <a:lnTo>
                    <a:pt x="1120" y="2501"/>
                  </a:lnTo>
                  <a:cubicBezTo>
                    <a:pt x="1930" y="1906"/>
                    <a:pt x="2453" y="1001"/>
                    <a:pt x="25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71" name="Google Shape;9171;p87"/>
            <p:cNvSpPr/>
            <p:nvPr/>
          </p:nvSpPr>
          <p:spPr>
            <a:xfrm>
              <a:off x="4715520" y="2325397"/>
              <a:ext cx="408098" cy="349610"/>
            </a:xfrm>
            <a:custGeom>
              <a:avLst/>
              <a:gdLst/>
              <a:ahLst/>
              <a:cxnLst/>
              <a:rect l="l" t="t" r="r" b="b"/>
              <a:pathLst>
                <a:path w="12527" h="10716" extrusionOk="0">
                  <a:moveTo>
                    <a:pt x="7168" y="1256"/>
                  </a:moveTo>
                  <a:cubicBezTo>
                    <a:pt x="7877" y="1256"/>
                    <a:pt x="8585" y="1441"/>
                    <a:pt x="9216" y="1810"/>
                  </a:cubicBezTo>
                  <a:cubicBezTo>
                    <a:pt x="9359" y="1881"/>
                    <a:pt x="9407" y="2072"/>
                    <a:pt x="9312" y="2239"/>
                  </a:cubicBezTo>
                  <a:lnTo>
                    <a:pt x="8050" y="4430"/>
                  </a:lnTo>
                  <a:cubicBezTo>
                    <a:pt x="8216" y="4596"/>
                    <a:pt x="8335" y="4811"/>
                    <a:pt x="8383" y="5025"/>
                  </a:cubicBezTo>
                  <a:lnTo>
                    <a:pt x="10931" y="5025"/>
                  </a:lnTo>
                  <a:cubicBezTo>
                    <a:pt x="11098" y="5025"/>
                    <a:pt x="11241" y="5168"/>
                    <a:pt x="11241" y="5358"/>
                  </a:cubicBezTo>
                  <a:cubicBezTo>
                    <a:pt x="11241" y="6811"/>
                    <a:pt x="10455" y="8145"/>
                    <a:pt x="9216" y="8883"/>
                  </a:cubicBezTo>
                  <a:cubicBezTo>
                    <a:pt x="9165" y="8905"/>
                    <a:pt x="9111" y="8916"/>
                    <a:pt x="9059" y="8916"/>
                  </a:cubicBezTo>
                  <a:cubicBezTo>
                    <a:pt x="8943" y="8916"/>
                    <a:pt x="8837" y="8862"/>
                    <a:pt x="8788" y="8764"/>
                  </a:cubicBezTo>
                  <a:lnTo>
                    <a:pt x="7502" y="6549"/>
                  </a:lnTo>
                  <a:cubicBezTo>
                    <a:pt x="7395" y="6585"/>
                    <a:pt x="7282" y="6603"/>
                    <a:pt x="7168" y="6603"/>
                  </a:cubicBezTo>
                  <a:cubicBezTo>
                    <a:pt x="7055" y="6603"/>
                    <a:pt x="6942" y="6585"/>
                    <a:pt x="6835" y="6549"/>
                  </a:cubicBezTo>
                  <a:lnTo>
                    <a:pt x="5549" y="8788"/>
                  </a:lnTo>
                  <a:cubicBezTo>
                    <a:pt x="5503" y="8880"/>
                    <a:pt x="5407" y="8932"/>
                    <a:pt x="5300" y="8932"/>
                  </a:cubicBezTo>
                  <a:cubicBezTo>
                    <a:pt x="5241" y="8932"/>
                    <a:pt x="5179" y="8917"/>
                    <a:pt x="5120" y="8883"/>
                  </a:cubicBezTo>
                  <a:cubicBezTo>
                    <a:pt x="3858" y="8168"/>
                    <a:pt x="3096" y="6811"/>
                    <a:pt x="3096" y="5358"/>
                  </a:cubicBezTo>
                  <a:cubicBezTo>
                    <a:pt x="3096" y="5192"/>
                    <a:pt x="3239" y="5049"/>
                    <a:pt x="3406" y="5049"/>
                  </a:cubicBezTo>
                  <a:lnTo>
                    <a:pt x="5954" y="5049"/>
                  </a:lnTo>
                  <a:cubicBezTo>
                    <a:pt x="6001" y="4811"/>
                    <a:pt x="6121" y="4620"/>
                    <a:pt x="6287" y="4453"/>
                  </a:cubicBezTo>
                  <a:lnTo>
                    <a:pt x="5025" y="2239"/>
                  </a:lnTo>
                  <a:cubicBezTo>
                    <a:pt x="4930" y="2072"/>
                    <a:pt x="4977" y="1881"/>
                    <a:pt x="5120" y="1810"/>
                  </a:cubicBezTo>
                  <a:cubicBezTo>
                    <a:pt x="5751" y="1441"/>
                    <a:pt x="6460" y="1256"/>
                    <a:pt x="7168" y="1256"/>
                  </a:cubicBezTo>
                  <a:close/>
                  <a:moveTo>
                    <a:pt x="7168" y="0"/>
                  </a:moveTo>
                  <a:cubicBezTo>
                    <a:pt x="2382" y="0"/>
                    <a:pt x="0" y="5763"/>
                    <a:pt x="3382" y="9145"/>
                  </a:cubicBezTo>
                  <a:cubicBezTo>
                    <a:pt x="4474" y="10230"/>
                    <a:pt x="5815" y="10715"/>
                    <a:pt x="7130" y="10715"/>
                  </a:cubicBezTo>
                  <a:cubicBezTo>
                    <a:pt x="9886" y="10715"/>
                    <a:pt x="12527" y="8583"/>
                    <a:pt x="12527" y="5358"/>
                  </a:cubicBezTo>
                  <a:cubicBezTo>
                    <a:pt x="12527" y="2382"/>
                    <a:pt x="10121" y="0"/>
                    <a:pt x="71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72" name="Google Shape;9172;p87"/>
          <p:cNvGrpSpPr/>
          <p:nvPr/>
        </p:nvGrpSpPr>
        <p:grpSpPr>
          <a:xfrm>
            <a:off x="5360508" y="3115015"/>
            <a:ext cx="464512" cy="436175"/>
            <a:chOff x="4020381" y="2336261"/>
            <a:chExt cx="348384" cy="327131"/>
          </a:xfrm>
          <a:solidFill>
            <a:schemeClr val="bg1"/>
          </a:solidFill>
        </p:grpSpPr>
        <p:sp>
          <p:nvSpPr>
            <p:cNvPr id="9173" name="Google Shape;9173;p87"/>
            <p:cNvSpPr/>
            <p:nvPr/>
          </p:nvSpPr>
          <p:spPr>
            <a:xfrm>
              <a:off x="4041329" y="2336261"/>
              <a:ext cx="307238" cy="80845"/>
            </a:xfrm>
            <a:custGeom>
              <a:avLst/>
              <a:gdLst/>
              <a:ahLst/>
              <a:cxnLst/>
              <a:rect l="l" t="t" r="r" b="b"/>
              <a:pathLst>
                <a:path w="9431" h="2478" extrusionOk="0">
                  <a:moveTo>
                    <a:pt x="334" y="1"/>
                  </a:moveTo>
                  <a:cubicBezTo>
                    <a:pt x="143" y="1"/>
                    <a:pt x="0" y="120"/>
                    <a:pt x="0" y="310"/>
                  </a:cubicBezTo>
                  <a:lnTo>
                    <a:pt x="0" y="1548"/>
                  </a:lnTo>
                  <a:cubicBezTo>
                    <a:pt x="0" y="1739"/>
                    <a:pt x="143" y="1882"/>
                    <a:pt x="310" y="1882"/>
                  </a:cubicBezTo>
                  <a:lnTo>
                    <a:pt x="3144" y="1882"/>
                  </a:lnTo>
                  <a:lnTo>
                    <a:pt x="3144" y="2477"/>
                  </a:lnTo>
                  <a:lnTo>
                    <a:pt x="6287" y="2477"/>
                  </a:lnTo>
                  <a:lnTo>
                    <a:pt x="6287" y="1882"/>
                  </a:lnTo>
                  <a:lnTo>
                    <a:pt x="9098" y="1882"/>
                  </a:lnTo>
                  <a:cubicBezTo>
                    <a:pt x="9288" y="1882"/>
                    <a:pt x="9431" y="1739"/>
                    <a:pt x="9431" y="1548"/>
                  </a:cubicBezTo>
                  <a:lnTo>
                    <a:pt x="9431" y="310"/>
                  </a:lnTo>
                  <a:cubicBezTo>
                    <a:pt x="9431" y="120"/>
                    <a:pt x="9288" y="1"/>
                    <a:pt x="909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74" name="Google Shape;9174;p87"/>
            <p:cNvSpPr/>
            <p:nvPr/>
          </p:nvSpPr>
          <p:spPr>
            <a:xfrm>
              <a:off x="4112706" y="2488555"/>
              <a:ext cx="143569" cy="123159"/>
            </a:xfrm>
            <a:custGeom>
              <a:avLst/>
              <a:gdLst/>
              <a:ahLst/>
              <a:cxnLst/>
              <a:rect l="l" t="t" r="r" b="b"/>
              <a:pathLst>
                <a:path w="4407" h="3775" extrusionOk="0">
                  <a:moveTo>
                    <a:pt x="3191" y="906"/>
                  </a:moveTo>
                  <a:cubicBezTo>
                    <a:pt x="3431" y="906"/>
                    <a:pt x="3644" y="1215"/>
                    <a:pt x="3406" y="1453"/>
                  </a:cubicBezTo>
                  <a:lnTo>
                    <a:pt x="2763" y="2120"/>
                  </a:lnTo>
                  <a:cubicBezTo>
                    <a:pt x="2705" y="2159"/>
                    <a:pt x="2646" y="2197"/>
                    <a:pt x="2575" y="2197"/>
                  </a:cubicBezTo>
                  <a:cubicBezTo>
                    <a:pt x="2559" y="2197"/>
                    <a:pt x="2542" y="2195"/>
                    <a:pt x="2525" y="2191"/>
                  </a:cubicBezTo>
                  <a:cubicBezTo>
                    <a:pt x="2512" y="2195"/>
                    <a:pt x="2498" y="2197"/>
                    <a:pt x="2483" y="2197"/>
                  </a:cubicBezTo>
                  <a:cubicBezTo>
                    <a:pt x="2420" y="2197"/>
                    <a:pt x="2349" y="2159"/>
                    <a:pt x="2310" y="2120"/>
                  </a:cubicBezTo>
                  <a:cubicBezTo>
                    <a:pt x="2167" y="2001"/>
                    <a:pt x="2167" y="1786"/>
                    <a:pt x="2310" y="1667"/>
                  </a:cubicBezTo>
                  <a:lnTo>
                    <a:pt x="2977" y="1000"/>
                  </a:lnTo>
                  <a:cubicBezTo>
                    <a:pt x="3043" y="934"/>
                    <a:pt x="3118" y="906"/>
                    <a:pt x="3191" y="906"/>
                  </a:cubicBezTo>
                  <a:close/>
                  <a:moveTo>
                    <a:pt x="2525" y="0"/>
                  </a:moveTo>
                  <a:cubicBezTo>
                    <a:pt x="834" y="0"/>
                    <a:pt x="0" y="2024"/>
                    <a:pt x="1191" y="3215"/>
                  </a:cubicBezTo>
                  <a:cubicBezTo>
                    <a:pt x="1577" y="3601"/>
                    <a:pt x="2052" y="3775"/>
                    <a:pt x="2516" y="3775"/>
                  </a:cubicBezTo>
                  <a:cubicBezTo>
                    <a:pt x="3482" y="3775"/>
                    <a:pt x="4406" y="3024"/>
                    <a:pt x="4406" y="1881"/>
                  </a:cubicBezTo>
                  <a:cubicBezTo>
                    <a:pt x="4406" y="857"/>
                    <a:pt x="3549" y="0"/>
                    <a:pt x="25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75" name="Google Shape;9175;p87"/>
            <p:cNvSpPr/>
            <p:nvPr/>
          </p:nvSpPr>
          <p:spPr>
            <a:xfrm>
              <a:off x="4020381" y="2437268"/>
              <a:ext cx="348384" cy="226124"/>
            </a:xfrm>
            <a:custGeom>
              <a:avLst/>
              <a:gdLst/>
              <a:ahLst/>
              <a:cxnLst/>
              <a:rect l="l" t="t" r="r" b="b"/>
              <a:pathLst>
                <a:path w="10694" h="6931" extrusionOk="0">
                  <a:moveTo>
                    <a:pt x="5345" y="941"/>
                  </a:moveTo>
                  <a:cubicBezTo>
                    <a:pt x="6633" y="941"/>
                    <a:pt x="7859" y="1942"/>
                    <a:pt x="7859" y="3453"/>
                  </a:cubicBezTo>
                  <a:cubicBezTo>
                    <a:pt x="7859" y="4835"/>
                    <a:pt x="6740" y="5978"/>
                    <a:pt x="5359" y="5978"/>
                  </a:cubicBezTo>
                  <a:cubicBezTo>
                    <a:pt x="3120" y="5978"/>
                    <a:pt x="2001" y="3263"/>
                    <a:pt x="3573" y="1691"/>
                  </a:cubicBezTo>
                  <a:cubicBezTo>
                    <a:pt x="4091" y="1173"/>
                    <a:pt x="4725" y="941"/>
                    <a:pt x="5345" y="941"/>
                  </a:cubicBezTo>
                  <a:close/>
                  <a:moveTo>
                    <a:pt x="1644" y="0"/>
                  </a:moveTo>
                  <a:lnTo>
                    <a:pt x="48" y="2382"/>
                  </a:lnTo>
                  <a:cubicBezTo>
                    <a:pt x="24" y="2429"/>
                    <a:pt x="0" y="2477"/>
                    <a:pt x="0" y="2549"/>
                  </a:cubicBezTo>
                  <a:lnTo>
                    <a:pt x="0" y="6621"/>
                  </a:lnTo>
                  <a:cubicBezTo>
                    <a:pt x="0" y="6788"/>
                    <a:pt x="143" y="6930"/>
                    <a:pt x="310" y="6930"/>
                  </a:cubicBezTo>
                  <a:lnTo>
                    <a:pt x="10384" y="6930"/>
                  </a:lnTo>
                  <a:cubicBezTo>
                    <a:pt x="10550" y="6930"/>
                    <a:pt x="10693" y="6788"/>
                    <a:pt x="10693" y="6621"/>
                  </a:cubicBezTo>
                  <a:lnTo>
                    <a:pt x="10693" y="2596"/>
                  </a:lnTo>
                  <a:cubicBezTo>
                    <a:pt x="10693" y="2549"/>
                    <a:pt x="10693" y="2477"/>
                    <a:pt x="10669" y="2429"/>
                  </a:cubicBezTo>
                  <a:lnTo>
                    <a:pt x="907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176" name="Google Shape;9176;p87"/>
          <p:cNvSpPr/>
          <p:nvPr/>
        </p:nvSpPr>
        <p:spPr>
          <a:xfrm>
            <a:off x="4353995" y="3265133"/>
            <a:ext cx="27973" cy="135851"/>
          </a:xfrm>
          <a:custGeom>
            <a:avLst/>
            <a:gdLst/>
            <a:ahLst/>
            <a:cxnLst/>
            <a:rect l="l" t="t" r="r" b="b"/>
            <a:pathLst>
              <a:path w="644" h="3123" extrusionOk="0">
                <a:moveTo>
                  <a:pt x="251" y="0"/>
                </a:moveTo>
                <a:cubicBezTo>
                  <a:pt x="103" y="0"/>
                  <a:pt x="1" y="136"/>
                  <a:pt x="1" y="312"/>
                </a:cubicBezTo>
                <a:lnTo>
                  <a:pt x="1" y="2813"/>
                </a:lnTo>
                <a:cubicBezTo>
                  <a:pt x="1" y="2979"/>
                  <a:pt x="120" y="3122"/>
                  <a:pt x="287" y="3122"/>
                </a:cubicBezTo>
                <a:lnTo>
                  <a:pt x="644" y="3122"/>
                </a:lnTo>
                <a:cubicBezTo>
                  <a:pt x="644" y="3027"/>
                  <a:pt x="620" y="2908"/>
                  <a:pt x="644" y="2813"/>
                </a:cubicBezTo>
                <a:lnTo>
                  <a:pt x="644" y="312"/>
                </a:lnTo>
                <a:cubicBezTo>
                  <a:pt x="620" y="193"/>
                  <a:pt x="644" y="98"/>
                  <a:pt x="644" y="3"/>
                </a:cubicBezTo>
                <a:lnTo>
                  <a:pt x="287" y="3"/>
                </a:lnTo>
                <a:cubicBezTo>
                  <a:pt x="275" y="1"/>
                  <a:pt x="263" y="0"/>
                  <a:pt x="25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77" name="Google Shape;9177;p87"/>
          <p:cNvSpPr/>
          <p:nvPr/>
        </p:nvSpPr>
        <p:spPr>
          <a:xfrm>
            <a:off x="4789491" y="3265133"/>
            <a:ext cx="29016" cy="135851"/>
          </a:xfrm>
          <a:custGeom>
            <a:avLst/>
            <a:gdLst/>
            <a:ahLst/>
            <a:cxnLst/>
            <a:rect l="l" t="t" r="r" b="b"/>
            <a:pathLst>
              <a:path w="668" h="3123" extrusionOk="0">
                <a:moveTo>
                  <a:pt x="394" y="0"/>
                </a:moveTo>
                <a:cubicBezTo>
                  <a:pt x="382" y="0"/>
                  <a:pt x="370" y="1"/>
                  <a:pt x="358" y="3"/>
                </a:cubicBezTo>
                <a:lnTo>
                  <a:pt x="1" y="3"/>
                </a:lnTo>
                <a:cubicBezTo>
                  <a:pt x="1" y="98"/>
                  <a:pt x="25" y="193"/>
                  <a:pt x="25" y="312"/>
                </a:cubicBezTo>
                <a:lnTo>
                  <a:pt x="25" y="2813"/>
                </a:lnTo>
                <a:cubicBezTo>
                  <a:pt x="25" y="2908"/>
                  <a:pt x="1" y="3027"/>
                  <a:pt x="1" y="3122"/>
                </a:cubicBezTo>
                <a:lnTo>
                  <a:pt x="358" y="3122"/>
                </a:lnTo>
                <a:cubicBezTo>
                  <a:pt x="525" y="3122"/>
                  <a:pt x="668" y="2979"/>
                  <a:pt x="668" y="2813"/>
                </a:cubicBezTo>
                <a:lnTo>
                  <a:pt x="668" y="312"/>
                </a:lnTo>
                <a:cubicBezTo>
                  <a:pt x="668" y="136"/>
                  <a:pt x="545" y="0"/>
                  <a:pt x="39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78" name="Google Shape;9178;p87"/>
          <p:cNvSpPr/>
          <p:nvPr/>
        </p:nvSpPr>
        <p:spPr>
          <a:xfrm>
            <a:off x="4408855" y="3210325"/>
            <a:ext cx="353792" cy="246601"/>
          </a:xfrm>
          <a:custGeom>
            <a:avLst/>
            <a:gdLst/>
            <a:ahLst/>
            <a:cxnLst/>
            <a:rect l="l" t="t" r="r" b="b"/>
            <a:pathLst>
              <a:path w="8145" h="5669" extrusionOk="0">
                <a:moveTo>
                  <a:pt x="1572" y="0"/>
                </a:moveTo>
                <a:cubicBezTo>
                  <a:pt x="691" y="0"/>
                  <a:pt x="0" y="715"/>
                  <a:pt x="0" y="1572"/>
                </a:cubicBezTo>
                <a:lnTo>
                  <a:pt x="0" y="4073"/>
                </a:lnTo>
                <a:cubicBezTo>
                  <a:pt x="0" y="4954"/>
                  <a:pt x="691" y="5644"/>
                  <a:pt x="1572" y="5644"/>
                </a:cubicBezTo>
                <a:lnTo>
                  <a:pt x="2644" y="5644"/>
                </a:lnTo>
                <a:cubicBezTo>
                  <a:pt x="3120" y="5644"/>
                  <a:pt x="3572" y="5335"/>
                  <a:pt x="3715" y="4859"/>
                </a:cubicBezTo>
                <a:lnTo>
                  <a:pt x="3953" y="4192"/>
                </a:lnTo>
                <a:cubicBezTo>
                  <a:pt x="3977" y="4132"/>
                  <a:pt x="4025" y="4102"/>
                  <a:pt x="4072" y="4102"/>
                </a:cubicBezTo>
                <a:cubicBezTo>
                  <a:pt x="4120" y="4102"/>
                  <a:pt x="4168" y="4132"/>
                  <a:pt x="4191" y="4192"/>
                </a:cubicBezTo>
                <a:lnTo>
                  <a:pt x="4430" y="4859"/>
                </a:lnTo>
                <a:cubicBezTo>
                  <a:pt x="4573" y="5335"/>
                  <a:pt x="5001" y="5644"/>
                  <a:pt x="5501" y="5668"/>
                </a:cubicBezTo>
                <a:lnTo>
                  <a:pt x="6573" y="5668"/>
                </a:lnTo>
                <a:cubicBezTo>
                  <a:pt x="7430" y="5668"/>
                  <a:pt x="8145" y="4954"/>
                  <a:pt x="8145" y="4097"/>
                </a:cubicBezTo>
                <a:lnTo>
                  <a:pt x="8145" y="1572"/>
                </a:lnTo>
                <a:cubicBezTo>
                  <a:pt x="8145" y="715"/>
                  <a:pt x="7454" y="0"/>
                  <a:pt x="657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179" name="Google Shape;9179;p87"/>
          <p:cNvGrpSpPr/>
          <p:nvPr/>
        </p:nvGrpSpPr>
        <p:grpSpPr>
          <a:xfrm>
            <a:off x="3344439" y="3100530"/>
            <a:ext cx="529667" cy="464884"/>
            <a:chOff x="2508329" y="2325397"/>
            <a:chExt cx="397250" cy="348663"/>
          </a:xfrm>
          <a:solidFill>
            <a:schemeClr val="bg1"/>
          </a:solidFill>
        </p:grpSpPr>
        <p:sp>
          <p:nvSpPr>
            <p:cNvPr id="9180" name="Google Shape;9180;p87"/>
            <p:cNvSpPr/>
            <p:nvPr/>
          </p:nvSpPr>
          <p:spPr>
            <a:xfrm>
              <a:off x="2578143" y="2535176"/>
              <a:ext cx="72941" cy="73047"/>
            </a:xfrm>
            <a:custGeom>
              <a:avLst/>
              <a:gdLst/>
              <a:ahLst/>
              <a:cxnLst/>
              <a:rect l="l" t="t" r="r" b="b"/>
              <a:pathLst>
                <a:path w="2239" h="2239" extrusionOk="0">
                  <a:moveTo>
                    <a:pt x="453" y="0"/>
                  </a:moveTo>
                  <a:lnTo>
                    <a:pt x="0" y="452"/>
                  </a:lnTo>
                  <a:lnTo>
                    <a:pt x="1786" y="2239"/>
                  </a:lnTo>
                  <a:lnTo>
                    <a:pt x="2239" y="1786"/>
                  </a:lnTo>
                  <a:cubicBezTo>
                    <a:pt x="1501" y="1357"/>
                    <a:pt x="881" y="738"/>
                    <a:pt x="4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81" name="Google Shape;9181;p87"/>
            <p:cNvSpPr/>
            <p:nvPr/>
          </p:nvSpPr>
          <p:spPr>
            <a:xfrm>
              <a:off x="2508329" y="2564669"/>
              <a:ext cx="112523" cy="109392"/>
            </a:xfrm>
            <a:custGeom>
              <a:avLst/>
              <a:gdLst/>
              <a:ahLst/>
              <a:cxnLst/>
              <a:rect l="l" t="t" r="r" b="b"/>
              <a:pathLst>
                <a:path w="3454" h="3353" extrusionOk="0">
                  <a:moveTo>
                    <a:pt x="1667" y="1"/>
                  </a:moveTo>
                  <a:lnTo>
                    <a:pt x="476" y="1192"/>
                  </a:lnTo>
                  <a:cubicBezTo>
                    <a:pt x="0" y="1692"/>
                    <a:pt x="0" y="2478"/>
                    <a:pt x="476" y="2978"/>
                  </a:cubicBezTo>
                  <a:cubicBezTo>
                    <a:pt x="726" y="3228"/>
                    <a:pt x="1054" y="3353"/>
                    <a:pt x="1378" y="3353"/>
                  </a:cubicBezTo>
                  <a:cubicBezTo>
                    <a:pt x="1703" y="3353"/>
                    <a:pt x="2024" y="3228"/>
                    <a:pt x="2262" y="2978"/>
                  </a:cubicBezTo>
                  <a:lnTo>
                    <a:pt x="3453" y="1787"/>
                  </a:lnTo>
                  <a:lnTo>
                    <a:pt x="16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82" name="Google Shape;9182;p87"/>
            <p:cNvSpPr/>
            <p:nvPr/>
          </p:nvSpPr>
          <p:spPr>
            <a:xfrm>
              <a:off x="2634763" y="2366570"/>
              <a:ext cx="215728" cy="185049"/>
            </a:xfrm>
            <a:custGeom>
              <a:avLst/>
              <a:gdLst/>
              <a:ahLst/>
              <a:cxnLst/>
              <a:rect l="l" t="t" r="r" b="b"/>
              <a:pathLst>
                <a:path w="6622" h="5672" extrusionOk="0">
                  <a:moveTo>
                    <a:pt x="2835" y="0"/>
                  </a:moveTo>
                  <a:cubicBezTo>
                    <a:pt x="1263" y="0"/>
                    <a:pt x="1" y="1262"/>
                    <a:pt x="1" y="2834"/>
                  </a:cubicBezTo>
                  <a:cubicBezTo>
                    <a:pt x="1" y="4542"/>
                    <a:pt x="1395" y="5671"/>
                    <a:pt x="2850" y="5671"/>
                  </a:cubicBezTo>
                  <a:cubicBezTo>
                    <a:pt x="3547" y="5671"/>
                    <a:pt x="4257" y="5413"/>
                    <a:pt x="4835" y="4835"/>
                  </a:cubicBezTo>
                  <a:cubicBezTo>
                    <a:pt x="6621" y="3049"/>
                    <a:pt x="5359" y="0"/>
                    <a:pt x="28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83" name="Google Shape;9183;p87"/>
            <p:cNvSpPr/>
            <p:nvPr/>
          </p:nvSpPr>
          <p:spPr>
            <a:xfrm>
              <a:off x="2593650" y="2325397"/>
              <a:ext cx="311930" cy="267623"/>
            </a:xfrm>
            <a:custGeom>
              <a:avLst/>
              <a:gdLst/>
              <a:ahLst/>
              <a:cxnLst/>
              <a:rect l="l" t="t" r="r" b="b"/>
              <a:pathLst>
                <a:path w="9575" h="8203" extrusionOk="0">
                  <a:moveTo>
                    <a:pt x="4121" y="617"/>
                  </a:moveTo>
                  <a:cubicBezTo>
                    <a:pt x="4972" y="617"/>
                    <a:pt x="5840" y="934"/>
                    <a:pt x="6550" y="1643"/>
                  </a:cubicBezTo>
                  <a:cubicBezTo>
                    <a:pt x="8741" y="3834"/>
                    <a:pt x="7193" y="7549"/>
                    <a:pt x="4097" y="7573"/>
                  </a:cubicBezTo>
                  <a:cubicBezTo>
                    <a:pt x="2192" y="7573"/>
                    <a:pt x="620" y="6025"/>
                    <a:pt x="620" y="4096"/>
                  </a:cubicBezTo>
                  <a:lnTo>
                    <a:pt x="644" y="4096"/>
                  </a:lnTo>
                  <a:cubicBezTo>
                    <a:pt x="644" y="2002"/>
                    <a:pt x="2343" y="617"/>
                    <a:pt x="4121" y="617"/>
                  </a:cubicBezTo>
                  <a:close/>
                  <a:moveTo>
                    <a:pt x="4097" y="0"/>
                  </a:moveTo>
                  <a:cubicBezTo>
                    <a:pt x="1834" y="0"/>
                    <a:pt x="1" y="1834"/>
                    <a:pt x="1" y="4096"/>
                  </a:cubicBezTo>
                  <a:cubicBezTo>
                    <a:pt x="1" y="6565"/>
                    <a:pt x="2023" y="8202"/>
                    <a:pt x="4134" y="8202"/>
                  </a:cubicBezTo>
                  <a:cubicBezTo>
                    <a:pt x="5139" y="8202"/>
                    <a:pt x="6165" y="7831"/>
                    <a:pt x="7002" y="7002"/>
                  </a:cubicBezTo>
                  <a:cubicBezTo>
                    <a:pt x="9574" y="4406"/>
                    <a:pt x="7740" y="0"/>
                    <a:pt x="40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84" name="Google Shape;9184;p87"/>
          <p:cNvGrpSpPr/>
          <p:nvPr/>
        </p:nvGrpSpPr>
        <p:grpSpPr>
          <a:xfrm>
            <a:off x="2383447" y="3100008"/>
            <a:ext cx="392103" cy="463363"/>
            <a:chOff x="1787585" y="2325006"/>
            <a:chExt cx="294077" cy="347522"/>
          </a:xfrm>
          <a:solidFill>
            <a:schemeClr val="bg1"/>
          </a:solidFill>
        </p:grpSpPr>
        <p:sp>
          <p:nvSpPr>
            <p:cNvPr id="9185" name="Google Shape;9185;p87"/>
            <p:cNvSpPr/>
            <p:nvPr/>
          </p:nvSpPr>
          <p:spPr>
            <a:xfrm>
              <a:off x="1966794" y="2325006"/>
              <a:ext cx="114868" cy="109946"/>
            </a:xfrm>
            <a:custGeom>
              <a:avLst/>
              <a:gdLst/>
              <a:ahLst/>
              <a:cxnLst/>
              <a:rect l="l" t="t" r="r" b="b"/>
              <a:pathLst>
                <a:path w="3526" h="3370" extrusionOk="0">
                  <a:moveTo>
                    <a:pt x="1799" y="0"/>
                  </a:moveTo>
                  <a:cubicBezTo>
                    <a:pt x="1400" y="0"/>
                    <a:pt x="1001" y="155"/>
                    <a:pt x="691" y="465"/>
                  </a:cubicBezTo>
                  <a:lnTo>
                    <a:pt x="1" y="1155"/>
                  </a:lnTo>
                  <a:lnTo>
                    <a:pt x="2215" y="3370"/>
                  </a:lnTo>
                  <a:lnTo>
                    <a:pt x="2906" y="2679"/>
                  </a:lnTo>
                  <a:cubicBezTo>
                    <a:pt x="3525" y="2060"/>
                    <a:pt x="3525" y="1060"/>
                    <a:pt x="2906" y="465"/>
                  </a:cubicBezTo>
                  <a:cubicBezTo>
                    <a:pt x="2596" y="155"/>
                    <a:pt x="2197" y="0"/>
                    <a:pt x="179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86" name="Google Shape;9186;p87"/>
            <p:cNvSpPr/>
            <p:nvPr/>
          </p:nvSpPr>
          <p:spPr>
            <a:xfrm>
              <a:off x="1810845" y="2366766"/>
              <a:ext cx="224264" cy="223188"/>
            </a:xfrm>
            <a:custGeom>
              <a:avLst/>
              <a:gdLst/>
              <a:ahLst/>
              <a:cxnLst/>
              <a:rect l="l" t="t" r="r" b="b"/>
              <a:pathLst>
                <a:path w="6884" h="6841" extrusionOk="0">
                  <a:moveTo>
                    <a:pt x="3871" y="0"/>
                  </a:moveTo>
                  <a:cubicBezTo>
                    <a:pt x="3787" y="0"/>
                    <a:pt x="3704" y="30"/>
                    <a:pt x="3644" y="90"/>
                  </a:cubicBezTo>
                  <a:lnTo>
                    <a:pt x="2763" y="995"/>
                  </a:lnTo>
                  <a:cubicBezTo>
                    <a:pt x="2644" y="1114"/>
                    <a:pt x="2644" y="1304"/>
                    <a:pt x="2763" y="1423"/>
                  </a:cubicBezTo>
                  <a:lnTo>
                    <a:pt x="2978" y="1661"/>
                  </a:lnTo>
                  <a:lnTo>
                    <a:pt x="787" y="3852"/>
                  </a:lnTo>
                  <a:cubicBezTo>
                    <a:pt x="739" y="3900"/>
                    <a:pt x="787" y="3805"/>
                    <a:pt x="48" y="5495"/>
                  </a:cubicBezTo>
                  <a:cubicBezTo>
                    <a:pt x="1" y="5614"/>
                    <a:pt x="25" y="5757"/>
                    <a:pt x="120" y="5853"/>
                  </a:cubicBezTo>
                  <a:lnTo>
                    <a:pt x="1001" y="6758"/>
                  </a:lnTo>
                  <a:cubicBezTo>
                    <a:pt x="1063" y="6804"/>
                    <a:pt x="1145" y="6841"/>
                    <a:pt x="1228" y="6841"/>
                  </a:cubicBezTo>
                  <a:cubicBezTo>
                    <a:pt x="1272" y="6841"/>
                    <a:pt x="1317" y="6830"/>
                    <a:pt x="1358" y="6805"/>
                  </a:cubicBezTo>
                  <a:cubicBezTo>
                    <a:pt x="3073" y="6067"/>
                    <a:pt x="2954" y="6138"/>
                    <a:pt x="3025" y="6067"/>
                  </a:cubicBezTo>
                  <a:lnTo>
                    <a:pt x="3430" y="5662"/>
                  </a:lnTo>
                  <a:lnTo>
                    <a:pt x="2787" y="4995"/>
                  </a:lnTo>
                  <a:cubicBezTo>
                    <a:pt x="2547" y="4774"/>
                    <a:pt x="2765" y="4452"/>
                    <a:pt x="3009" y="4452"/>
                  </a:cubicBezTo>
                  <a:cubicBezTo>
                    <a:pt x="3079" y="4452"/>
                    <a:pt x="3152" y="4479"/>
                    <a:pt x="3216" y="4543"/>
                  </a:cubicBezTo>
                  <a:lnTo>
                    <a:pt x="3883" y="5210"/>
                  </a:lnTo>
                  <a:lnTo>
                    <a:pt x="4335" y="4757"/>
                  </a:lnTo>
                  <a:lnTo>
                    <a:pt x="3668" y="4114"/>
                  </a:lnTo>
                  <a:cubicBezTo>
                    <a:pt x="3430" y="3876"/>
                    <a:pt x="3643" y="3568"/>
                    <a:pt x="3883" y="3568"/>
                  </a:cubicBezTo>
                  <a:cubicBezTo>
                    <a:pt x="3956" y="3568"/>
                    <a:pt x="4031" y="3596"/>
                    <a:pt x="4097" y="3662"/>
                  </a:cubicBezTo>
                  <a:lnTo>
                    <a:pt x="4764" y="4329"/>
                  </a:lnTo>
                  <a:lnTo>
                    <a:pt x="5216" y="3876"/>
                  </a:lnTo>
                  <a:lnTo>
                    <a:pt x="5431" y="4090"/>
                  </a:lnTo>
                  <a:cubicBezTo>
                    <a:pt x="5490" y="4150"/>
                    <a:pt x="5567" y="4180"/>
                    <a:pt x="5648" y="4180"/>
                  </a:cubicBezTo>
                  <a:cubicBezTo>
                    <a:pt x="5728" y="4180"/>
                    <a:pt x="5812" y="4150"/>
                    <a:pt x="5883" y="4090"/>
                  </a:cubicBezTo>
                  <a:lnTo>
                    <a:pt x="6764" y="3209"/>
                  </a:lnTo>
                  <a:cubicBezTo>
                    <a:pt x="6883" y="3090"/>
                    <a:pt x="6883" y="2876"/>
                    <a:pt x="6764" y="2757"/>
                  </a:cubicBezTo>
                  <a:lnTo>
                    <a:pt x="4097" y="90"/>
                  </a:lnTo>
                  <a:cubicBezTo>
                    <a:pt x="4037" y="30"/>
                    <a:pt x="3954" y="0"/>
                    <a:pt x="387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87" name="Google Shape;9187;p87"/>
            <p:cNvSpPr/>
            <p:nvPr/>
          </p:nvSpPr>
          <p:spPr>
            <a:xfrm>
              <a:off x="1787585" y="2593640"/>
              <a:ext cx="61311" cy="78887"/>
            </a:xfrm>
            <a:custGeom>
              <a:avLst/>
              <a:gdLst/>
              <a:ahLst/>
              <a:cxnLst/>
              <a:rect l="l" t="t" r="r" b="b"/>
              <a:pathLst>
                <a:path w="1882" h="2418" extrusionOk="0">
                  <a:moveTo>
                    <a:pt x="941" y="0"/>
                  </a:moveTo>
                  <a:cubicBezTo>
                    <a:pt x="870" y="0"/>
                    <a:pt x="798" y="30"/>
                    <a:pt x="739" y="89"/>
                  </a:cubicBezTo>
                  <a:cubicBezTo>
                    <a:pt x="643" y="161"/>
                    <a:pt x="0" y="804"/>
                    <a:pt x="0" y="1542"/>
                  </a:cubicBezTo>
                  <a:cubicBezTo>
                    <a:pt x="36" y="2125"/>
                    <a:pt x="489" y="2417"/>
                    <a:pt x="941" y="2417"/>
                  </a:cubicBezTo>
                  <a:cubicBezTo>
                    <a:pt x="1394" y="2417"/>
                    <a:pt x="1846" y="2125"/>
                    <a:pt x="1882" y="1542"/>
                  </a:cubicBezTo>
                  <a:cubicBezTo>
                    <a:pt x="1882" y="804"/>
                    <a:pt x="1239" y="161"/>
                    <a:pt x="1143" y="89"/>
                  </a:cubicBezTo>
                  <a:cubicBezTo>
                    <a:pt x="1084" y="30"/>
                    <a:pt x="1012" y="0"/>
                    <a:pt x="94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188" name="Google Shape;9188;p87"/>
          <p:cNvSpPr/>
          <p:nvPr/>
        </p:nvSpPr>
        <p:spPr>
          <a:xfrm>
            <a:off x="1334538" y="3159995"/>
            <a:ext cx="474849" cy="345608"/>
          </a:xfrm>
          <a:custGeom>
            <a:avLst/>
            <a:gdLst/>
            <a:ahLst/>
            <a:cxnLst/>
            <a:rect l="l" t="t" r="r" b="b"/>
            <a:pathLst>
              <a:path w="10932" h="7945" extrusionOk="0">
                <a:moveTo>
                  <a:pt x="7364" y="3436"/>
                </a:moveTo>
                <a:cubicBezTo>
                  <a:pt x="7534" y="3436"/>
                  <a:pt x="7693" y="3563"/>
                  <a:pt x="7693" y="3753"/>
                </a:cubicBezTo>
                <a:cubicBezTo>
                  <a:pt x="7693" y="3944"/>
                  <a:pt x="7526" y="4087"/>
                  <a:pt x="7359" y="4087"/>
                </a:cubicBezTo>
                <a:cubicBezTo>
                  <a:pt x="7073" y="4087"/>
                  <a:pt x="6930" y="3729"/>
                  <a:pt x="7121" y="3539"/>
                </a:cubicBezTo>
                <a:cubicBezTo>
                  <a:pt x="7192" y="3467"/>
                  <a:pt x="7280" y="3436"/>
                  <a:pt x="7364" y="3436"/>
                </a:cubicBezTo>
                <a:close/>
                <a:moveTo>
                  <a:pt x="7661" y="1"/>
                </a:moveTo>
                <a:cubicBezTo>
                  <a:pt x="7045" y="1"/>
                  <a:pt x="6427" y="364"/>
                  <a:pt x="6240" y="1134"/>
                </a:cubicBezTo>
                <a:cubicBezTo>
                  <a:pt x="6216" y="1110"/>
                  <a:pt x="4716" y="229"/>
                  <a:pt x="3311" y="229"/>
                </a:cubicBezTo>
                <a:cubicBezTo>
                  <a:pt x="1310" y="229"/>
                  <a:pt x="0" y="1491"/>
                  <a:pt x="72" y="3229"/>
                </a:cubicBezTo>
                <a:cubicBezTo>
                  <a:pt x="120" y="3944"/>
                  <a:pt x="334" y="4634"/>
                  <a:pt x="715" y="5254"/>
                </a:cubicBezTo>
                <a:cubicBezTo>
                  <a:pt x="1906" y="7230"/>
                  <a:pt x="4978" y="7945"/>
                  <a:pt x="7478" y="7945"/>
                </a:cubicBezTo>
                <a:cubicBezTo>
                  <a:pt x="7645" y="7945"/>
                  <a:pt x="7788" y="7825"/>
                  <a:pt x="7812" y="7659"/>
                </a:cubicBezTo>
                <a:cubicBezTo>
                  <a:pt x="7835" y="7492"/>
                  <a:pt x="7693" y="7325"/>
                  <a:pt x="7502" y="7325"/>
                </a:cubicBezTo>
                <a:cubicBezTo>
                  <a:pt x="5549" y="7325"/>
                  <a:pt x="2882" y="6849"/>
                  <a:pt x="1596" y="5373"/>
                </a:cubicBezTo>
                <a:lnTo>
                  <a:pt x="3954" y="5373"/>
                </a:lnTo>
                <a:cubicBezTo>
                  <a:pt x="4097" y="4587"/>
                  <a:pt x="3644" y="3801"/>
                  <a:pt x="2882" y="3539"/>
                </a:cubicBezTo>
                <a:cubicBezTo>
                  <a:pt x="2541" y="3411"/>
                  <a:pt x="2658" y="2922"/>
                  <a:pt x="2975" y="2922"/>
                </a:cubicBezTo>
                <a:cubicBezTo>
                  <a:pt x="3013" y="2922"/>
                  <a:pt x="3054" y="2928"/>
                  <a:pt x="3096" y="2944"/>
                </a:cubicBezTo>
                <a:cubicBezTo>
                  <a:pt x="4120" y="3277"/>
                  <a:pt x="4740" y="4301"/>
                  <a:pt x="4597" y="5373"/>
                </a:cubicBezTo>
                <a:lnTo>
                  <a:pt x="10312" y="5373"/>
                </a:lnTo>
                <a:cubicBezTo>
                  <a:pt x="10717" y="5325"/>
                  <a:pt x="10931" y="4825"/>
                  <a:pt x="10622" y="4515"/>
                </a:cubicBezTo>
                <a:cubicBezTo>
                  <a:pt x="9955" y="3848"/>
                  <a:pt x="9240" y="3206"/>
                  <a:pt x="8478" y="2610"/>
                </a:cubicBezTo>
                <a:cubicBezTo>
                  <a:pt x="8883" y="2348"/>
                  <a:pt x="9121" y="1896"/>
                  <a:pt x="9121" y="1419"/>
                </a:cubicBezTo>
                <a:cubicBezTo>
                  <a:pt x="9096" y="496"/>
                  <a:pt x="8379" y="1"/>
                  <a:pt x="766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189" name="Google Shape;9189;p87"/>
          <p:cNvGrpSpPr/>
          <p:nvPr/>
        </p:nvGrpSpPr>
        <p:grpSpPr>
          <a:xfrm>
            <a:off x="1336623" y="3844815"/>
            <a:ext cx="467596" cy="467103"/>
            <a:chOff x="1002467" y="2883611"/>
            <a:chExt cx="350697" cy="350327"/>
          </a:xfrm>
          <a:solidFill>
            <a:schemeClr val="bg1"/>
          </a:solidFill>
        </p:grpSpPr>
        <p:sp>
          <p:nvSpPr>
            <p:cNvPr id="9190" name="Google Shape;9190;p87"/>
            <p:cNvSpPr/>
            <p:nvPr/>
          </p:nvSpPr>
          <p:spPr>
            <a:xfrm>
              <a:off x="1298043" y="2883611"/>
              <a:ext cx="55121" cy="54027"/>
            </a:xfrm>
            <a:custGeom>
              <a:avLst/>
              <a:gdLst/>
              <a:ahLst/>
              <a:cxnLst/>
              <a:rect l="l" t="t" r="r" b="b"/>
              <a:pathLst>
                <a:path w="1692" h="1656" extrusionOk="0">
                  <a:moveTo>
                    <a:pt x="1346" y="1"/>
                  </a:moveTo>
                  <a:cubicBezTo>
                    <a:pt x="1263" y="1"/>
                    <a:pt x="1179" y="36"/>
                    <a:pt x="1120" y="108"/>
                  </a:cubicBezTo>
                  <a:lnTo>
                    <a:pt x="0" y="1227"/>
                  </a:lnTo>
                  <a:lnTo>
                    <a:pt x="453" y="1656"/>
                  </a:lnTo>
                  <a:lnTo>
                    <a:pt x="1572" y="537"/>
                  </a:lnTo>
                  <a:cubicBezTo>
                    <a:pt x="1691" y="418"/>
                    <a:pt x="1691" y="227"/>
                    <a:pt x="1572" y="108"/>
                  </a:cubicBezTo>
                  <a:cubicBezTo>
                    <a:pt x="1513" y="36"/>
                    <a:pt x="1429" y="1"/>
                    <a:pt x="13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91" name="Google Shape;9191;p87"/>
            <p:cNvSpPr/>
            <p:nvPr/>
          </p:nvSpPr>
          <p:spPr>
            <a:xfrm>
              <a:off x="1002467" y="3145263"/>
              <a:ext cx="93237" cy="88675"/>
            </a:xfrm>
            <a:custGeom>
              <a:avLst/>
              <a:gdLst/>
              <a:ahLst/>
              <a:cxnLst/>
              <a:rect l="l" t="t" r="r" b="b"/>
              <a:pathLst>
                <a:path w="2862" h="2718" extrusionOk="0">
                  <a:moveTo>
                    <a:pt x="336" y="0"/>
                  </a:moveTo>
                  <a:cubicBezTo>
                    <a:pt x="256" y="0"/>
                    <a:pt x="179" y="30"/>
                    <a:pt x="119" y="90"/>
                  </a:cubicBezTo>
                  <a:cubicBezTo>
                    <a:pt x="0" y="209"/>
                    <a:pt x="0" y="423"/>
                    <a:pt x="119" y="542"/>
                  </a:cubicBezTo>
                  <a:cubicBezTo>
                    <a:pt x="191" y="613"/>
                    <a:pt x="2096" y="2519"/>
                    <a:pt x="2191" y="2614"/>
                  </a:cubicBezTo>
                  <a:cubicBezTo>
                    <a:pt x="2265" y="2687"/>
                    <a:pt x="2345" y="2718"/>
                    <a:pt x="2421" y="2718"/>
                  </a:cubicBezTo>
                  <a:cubicBezTo>
                    <a:pt x="2664" y="2718"/>
                    <a:pt x="2861" y="2403"/>
                    <a:pt x="2644" y="2185"/>
                  </a:cubicBezTo>
                  <a:lnTo>
                    <a:pt x="2262" y="1780"/>
                  </a:lnTo>
                  <a:lnTo>
                    <a:pt x="2715" y="1352"/>
                  </a:lnTo>
                  <a:lnTo>
                    <a:pt x="1381" y="18"/>
                  </a:lnTo>
                  <a:lnTo>
                    <a:pt x="929" y="471"/>
                  </a:lnTo>
                  <a:lnTo>
                    <a:pt x="572" y="90"/>
                  </a:lnTo>
                  <a:cubicBezTo>
                    <a:pt x="500" y="30"/>
                    <a:pt x="417" y="0"/>
                    <a:pt x="33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92" name="Google Shape;9192;p87"/>
            <p:cNvSpPr/>
            <p:nvPr/>
          </p:nvSpPr>
          <p:spPr>
            <a:xfrm>
              <a:off x="1018039" y="3029282"/>
              <a:ext cx="188493" cy="184821"/>
            </a:xfrm>
            <a:custGeom>
              <a:avLst/>
              <a:gdLst/>
              <a:ahLst/>
              <a:cxnLst/>
              <a:rect l="l" t="t" r="r" b="b"/>
              <a:pathLst>
                <a:path w="5786" h="5665" extrusionOk="0">
                  <a:moveTo>
                    <a:pt x="2689" y="1"/>
                  </a:moveTo>
                  <a:lnTo>
                    <a:pt x="903" y="1787"/>
                  </a:lnTo>
                  <a:lnTo>
                    <a:pt x="665" y="1573"/>
                  </a:lnTo>
                  <a:cubicBezTo>
                    <a:pt x="597" y="1499"/>
                    <a:pt x="520" y="1469"/>
                    <a:pt x="446" y="1469"/>
                  </a:cubicBezTo>
                  <a:cubicBezTo>
                    <a:pt x="207" y="1469"/>
                    <a:pt x="0" y="1783"/>
                    <a:pt x="237" y="2001"/>
                  </a:cubicBezTo>
                  <a:lnTo>
                    <a:pt x="3785" y="5574"/>
                  </a:lnTo>
                  <a:cubicBezTo>
                    <a:pt x="3849" y="5638"/>
                    <a:pt x="3922" y="5665"/>
                    <a:pt x="3992" y="5665"/>
                  </a:cubicBezTo>
                  <a:cubicBezTo>
                    <a:pt x="4237" y="5665"/>
                    <a:pt x="4459" y="5343"/>
                    <a:pt x="4237" y="5121"/>
                  </a:cubicBezTo>
                  <a:lnTo>
                    <a:pt x="3999" y="4907"/>
                  </a:lnTo>
                  <a:lnTo>
                    <a:pt x="4904" y="4002"/>
                  </a:lnTo>
                  <a:lnTo>
                    <a:pt x="4237" y="3335"/>
                  </a:lnTo>
                  <a:cubicBezTo>
                    <a:pt x="4118" y="3216"/>
                    <a:pt x="4118" y="3025"/>
                    <a:pt x="4237" y="2906"/>
                  </a:cubicBezTo>
                  <a:cubicBezTo>
                    <a:pt x="4297" y="2847"/>
                    <a:pt x="4374" y="2817"/>
                    <a:pt x="4455" y="2817"/>
                  </a:cubicBezTo>
                  <a:cubicBezTo>
                    <a:pt x="4535" y="2817"/>
                    <a:pt x="4618" y="2847"/>
                    <a:pt x="4690" y="2906"/>
                  </a:cubicBezTo>
                  <a:lnTo>
                    <a:pt x="5333" y="3573"/>
                  </a:lnTo>
                  <a:lnTo>
                    <a:pt x="5785" y="3121"/>
                  </a:lnTo>
                  <a:lnTo>
                    <a:pt x="268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93" name="Google Shape;9193;p87"/>
            <p:cNvSpPr/>
            <p:nvPr/>
          </p:nvSpPr>
          <p:spPr>
            <a:xfrm>
              <a:off x="1119616" y="2927720"/>
              <a:ext cx="189308" cy="189388"/>
            </a:xfrm>
            <a:custGeom>
              <a:avLst/>
              <a:gdLst/>
              <a:ahLst/>
              <a:cxnLst/>
              <a:rect l="l" t="t" r="r" b="b"/>
              <a:pathLst>
                <a:path w="5811" h="5805" extrusionOk="0">
                  <a:moveTo>
                    <a:pt x="4596" y="0"/>
                  </a:moveTo>
                  <a:cubicBezTo>
                    <a:pt x="4519" y="0"/>
                    <a:pt x="4441" y="30"/>
                    <a:pt x="4382" y="90"/>
                  </a:cubicBezTo>
                  <a:lnTo>
                    <a:pt x="3548" y="923"/>
                  </a:lnTo>
                  <a:cubicBezTo>
                    <a:pt x="3296" y="694"/>
                    <a:pt x="2977" y="580"/>
                    <a:pt x="2659" y="580"/>
                  </a:cubicBezTo>
                  <a:cubicBezTo>
                    <a:pt x="2316" y="580"/>
                    <a:pt x="1974" y="711"/>
                    <a:pt x="1715" y="971"/>
                  </a:cubicBezTo>
                  <a:lnTo>
                    <a:pt x="0" y="2685"/>
                  </a:lnTo>
                  <a:lnTo>
                    <a:pt x="3096" y="5805"/>
                  </a:lnTo>
                  <a:lnTo>
                    <a:pt x="3548" y="5353"/>
                  </a:lnTo>
                  <a:lnTo>
                    <a:pt x="2882" y="4686"/>
                  </a:lnTo>
                  <a:cubicBezTo>
                    <a:pt x="2763" y="4567"/>
                    <a:pt x="2763" y="4376"/>
                    <a:pt x="2882" y="4233"/>
                  </a:cubicBezTo>
                  <a:cubicBezTo>
                    <a:pt x="2941" y="4174"/>
                    <a:pt x="3025" y="4144"/>
                    <a:pt x="3108" y="4144"/>
                  </a:cubicBezTo>
                  <a:cubicBezTo>
                    <a:pt x="3191" y="4144"/>
                    <a:pt x="3275" y="4174"/>
                    <a:pt x="3334" y="4233"/>
                  </a:cubicBezTo>
                  <a:lnTo>
                    <a:pt x="4001" y="4900"/>
                  </a:lnTo>
                  <a:lnTo>
                    <a:pt x="4430" y="4448"/>
                  </a:lnTo>
                  <a:lnTo>
                    <a:pt x="3787" y="3805"/>
                  </a:lnTo>
                  <a:cubicBezTo>
                    <a:pt x="3668" y="3662"/>
                    <a:pt x="3668" y="3471"/>
                    <a:pt x="3787" y="3352"/>
                  </a:cubicBezTo>
                  <a:cubicBezTo>
                    <a:pt x="3846" y="3293"/>
                    <a:pt x="3924" y="3263"/>
                    <a:pt x="4001" y="3263"/>
                  </a:cubicBezTo>
                  <a:cubicBezTo>
                    <a:pt x="4078" y="3263"/>
                    <a:pt x="4156" y="3293"/>
                    <a:pt x="4215" y="3352"/>
                  </a:cubicBezTo>
                  <a:lnTo>
                    <a:pt x="4882" y="4019"/>
                  </a:lnTo>
                  <a:cubicBezTo>
                    <a:pt x="5311" y="3495"/>
                    <a:pt x="5311" y="2757"/>
                    <a:pt x="4882" y="2257"/>
                  </a:cubicBezTo>
                  <a:lnTo>
                    <a:pt x="5692" y="1423"/>
                  </a:lnTo>
                  <a:cubicBezTo>
                    <a:pt x="5811" y="1304"/>
                    <a:pt x="5811" y="1114"/>
                    <a:pt x="5716" y="994"/>
                  </a:cubicBezTo>
                  <a:lnTo>
                    <a:pt x="4811" y="90"/>
                  </a:lnTo>
                  <a:cubicBezTo>
                    <a:pt x="4751" y="30"/>
                    <a:pt x="4674" y="0"/>
                    <a:pt x="45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94" name="Google Shape;9194;p87"/>
          <p:cNvGrpSpPr/>
          <p:nvPr/>
        </p:nvGrpSpPr>
        <p:grpSpPr>
          <a:xfrm>
            <a:off x="2339576" y="3851819"/>
            <a:ext cx="471115" cy="454184"/>
            <a:chOff x="1754682" y="2888864"/>
            <a:chExt cx="353336" cy="340638"/>
          </a:xfrm>
          <a:solidFill>
            <a:schemeClr val="bg1"/>
          </a:solidFill>
        </p:grpSpPr>
        <p:sp>
          <p:nvSpPr>
            <p:cNvPr id="9195" name="Google Shape;9195;p87"/>
            <p:cNvSpPr/>
            <p:nvPr/>
          </p:nvSpPr>
          <p:spPr>
            <a:xfrm>
              <a:off x="2031623" y="2888864"/>
              <a:ext cx="76394" cy="115460"/>
            </a:xfrm>
            <a:custGeom>
              <a:avLst/>
              <a:gdLst/>
              <a:ahLst/>
              <a:cxnLst/>
              <a:rect l="l" t="t" r="r" b="b"/>
              <a:pathLst>
                <a:path w="2345" h="3539" extrusionOk="0">
                  <a:moveTo>
                    <a:pt x="385" y="0"/>
                  </a:moveTo>
                  <a:cubicBezTo>
                    <a:pt x="190" y="0"/>
                    <a:pt x="0" y="201"/>
                    <a:pt x="82" y="447"/>
                  </a:cubicBezTo>
                  <a:lnTo>
                    <a:pt x="1702" y="3376"/>
                  </a:lnTo>
                  <a:cubicBezTo>
                    <a:pt x="1767" y="3474"/>
                    <a:pt x="1877" y="3539"/>
                    <a:pt x="1986" y="3539"/>
                  </a:cubicBezTo>
                  <a:cubicBezTo>
                    <a:pt x="2036" y="3539"/>
                    <a:pt x="2086" y="3525"/>
                    <a:pt x="2130" y="3495"/>
                  </a:cubicBezTo>
                  <a:cubicBezTo>
                    <a:pt x="2297" y="3424"/>
                    <a:pt x="2345" y="3209"/>
                    <a:pt x="2249" y="3067"/>
                  </a:cubicBezTo>
                  <a:lnTo>
                    <a:pt x="630" y="137"/>
                  </a:lnTo>
                  <a:cubicBezTo>
                    <a:pt x="563" y="41"/>
                    <a:pt x="474" y="0"/>
                    <a:pt x="38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96" name="Google Shape;9196;p87"/>
            <p:cNvSpPr/>
            <p:nvPr/>
          </p:nvSpPr>
          <p:spPr>
            <a:xfrm>
              <a:off x="1754682" y="3052608"/>
              <a:ext cx="88024" cy="88903"/>
            </a:xfrm>
            <a:custGeom>
              <a:avLst/>
              <a:gdLst/>
              <a:ahLst/>
              <a:cxnLst/>
              <a:rect l="l" t="t" r="r" b="b"/>
              <a:pathLst>
                <a:path w="2702" h="2725" extrusionOk="0">
                  <a:moveTo>
                    <a:pt x="1772" y="0"/>
                  </a:moveTo>
                  <a:lnTo>
                    <a:pt x="677" y="596"/>
                  </a:lnTo>
                  <a:cubicBezTo>
                    <a:pt x="616" y="481"/>
                    <a:pt x="517" y="432"/>
                    <a:pt x="418" y="432"/>
                  </a:cubicBezTo>
                  <a:cubicBezTo>
                    <a:pt x="210" y="432"/>
                    <a:pt x="0" y="647"/>
                    <a:pt x="129" y="905"/>
                  </a:cubicBezTo>
                  <a:lnTo>
                    <a:pt x="1058" y="2572"/>
                  </a:lnTo>
                  <a:cubicBezTo>
                    <a:pt x="1107" y="2671"/>
                    <a:pt x="1213" y="2724"/>
                    <a:pt x="1321" y="2724"/>
                  </a:cubicBezTo>
                  <a:cubicBezTo>
                    <a:pt x="1370" y="2724"/>
                    <a:pt x="1419" y="2714"/>
                    <a:pt x="1463" y="2691"/>
                  </a:cubicBezTo>
                  <a:cubicBezTo>
                    <a:pt x="1630" y="2596"/>
                    <a:pt x="1677" y="2406"/>
                    <a:pt x="1606" y="2263"/>
                  </a:cubicBezTo>
                  <a:lnTo>
                    <a:pt x="2701" y="1644"/>
                  </a:lnTo>
                  <a:lnTo>
                    <a:pt x="17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97" name="Google Shape;9197;p87"/>
            <p:cNvSpPr/>
            <p:nvPr/>
          </p:nvSpPr>
          <p:spPr>
            <a:xfrm>
              <a:off x="1823257" y="2915877"/>
              <a:ext cx="244429" cy="194902"/>
            </a:xfrm>
            <a:custGeom>
              <a:avLst/>
              <a:gdLst/>
              <a:ahLst/>
              <a:cxnLst/>
              <a:rect l="l" t="t" r="r" b="b"/>
              <a:pathLst>
                <a:path w="7503" h="5974" extrusionOk="0">
                  <a:moveTo>
                    <a:pt x="5978" y="0"/>
                  </a:moveTo>
                  <a:lnTo>
                    <a:pt x="191" y="3191"/>
                  </a:lnTo>
                  <a:cubicBezTo>
                    <a:pt x="48" y="3263"/>
                    <a:pt x="1" y="3453"/>
                    <a:pt x="72" y="3596"/>
                  </a:cubicBezTo>
                  <a:lnTo>
                    <a:pt x="1287" y="5811"/>
                  </a:lnTo>
                  <a:cubicBezTo>
                    <a:pt x="1352" y="5909"/>
                    <a:pt x="1462" y="5973"/>
                    <a:pt x="1571" y="5973"/>
                  </a:cubicBezTo>
                  <a:cubicBezTo>
                    <a:pt x="1621" y="5973"/>
                    <a:pt x="1671" y="5960"/>
                    <a:pt x="1715" y="5930"/>
                  </a:cubicBezTo>
                  <a:lnTo>
                    <a:pt x="2549" y="5477"/>
                  </a:lnTo>
                  <a:cubicBezTo>
                    <a:pt x="2049" y="4572"/>
                    <a:pt x="2382" y="3429"/>
                    <a:pt x="3287" y="2929"/>
                  </a:cubicBezTo>
                  <a:cubicBezTo>
                    <a:pt x="3578" y="2761"/>
                    <a:pt x="3893" y="2681"/>
                    <a:pt x="4204" y="2681"/>
                  </a:cubicBezTo>
                  <a:cubicBezTo>
                    <a:pt x="4860" y="2681"/>
                    <a:pt x="5496" y="3037"/>
                    <a:pt x="5835" y="3667"/>
                  </a:cubicBezTo>
                  <a:lnTo>
                    <a:pt x="7502" y="2739"/>
                  </a:lnTo>
                  <a:lnTo>
                    <a:pt x="597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198" name="Google Shape;9198;p87"/>
            <p:cNvSpPr/>
            <p:nvPr/>
          </p:nvSpPr>
          <p:spPr>
            <a:xfrm>
              <a:off x="1854173" y="3023866"/>
              <a:ext cx="210776" cy="205635"/>
            </a:xfrm>
            <a:custGeom>
              <a:avLst/>
              <a:gdLst/>
              <a:ahLst/>
              <a:cxnLst/>
              <a:rect l="l" t="t" r="r" b="b"/>
              <a:pathLst>
                <a:path w="6470" h="6303" extrusionOk="0">
                  <a:moveTo>
                    <a:pt x="3241" y="620"/>
                  </a:moveTo>
                  <a:cubicBezTo>
                    <a:pt x="3570" y="620"/>
                    <a:pt x="3886" y="876"/>
                    <a:pt x="3886" y="1262"/>
                  </a:cubicBezTo>
                  <a:cubicBezTo>
                    <a:pt x="3886" y="1620"/>
                    <a:pt x="3600" y="1882"/>
                    <a:pt x="3243" y="1882"/>
                  </a:cubicBezTo>
                  <a:cubicBezTo>
                    <a:pt x="2672" y="1882"/>
                    <a:pt x="2410" y="1215"/>
                    <a:pt x="2791" y="810"/>
                  </a:cubicBezTo>
                  <a:cubicBezTo>
                    <a:pt x="2922" y="679"/>
                    <a:pt x="3083" y="620"/>
                    <a:pt x="3241" y="620"/>
                  </a:cubicBezTo>
                  <a:close/>
                  <a:moveTo>
                    <a:pt x="3243" y="0"/>
                  </a:moveTo>
                  <a:cubicBezTo>
                    <a:pt x="2124" y="0"/>
                    <a:pt x="1576" y="1358"/>
                    <a:pt x="2362" y="2144"/>
                  </a:cubicBezTo>
                  <a:lnTo>
                    <a:pt x="147" y="5835"/>
                  </a:lnTo>
                  <a:cubicBezTo>
                    <a:pt x="0" y="6080"/>
                    <a:pt x="212" y="6303"/>
                    <a:pt x="429" y="6303"/>
                  </a:cubicBezTo>
                  <a:cubicBezTo>
                    <a:pt x="528" y="6303"/>
                    <a:pt x="628" y="6256"/>
                    <a:pt x="695" y="6144"/>
                  </a:cubicBezTo>
                  <a:lnTo>
                    <a:pt x="2886" y="2477"/>
                  </a:lnTo>
                  <a:cubicBezTo>
                    <a:pt x="3005" y="2513"/>
                    <a:pt x="3124" y="2531"/>
                    <a:pt x="3243" y="2531"/>
                  </a:cubicBezTo>
                  <a:cubicBezTo>
                    <a:pt x="3362" y="2531"/>
                    <a:pt x="3481" y="2513"/>
                    <a:pt x="3600" y="2477"/>
                  </a:cubicBezTo>
                  <a:lnTo>
                    <a:pt x="5791" y="6144"/>
                  </a:lnTo>
                  <a:cubicBezTo>
                    <a:pt x="5851" y="6256"/>
                    <a:pt x="5946" y="6303"/>
                    <a:pt x="6042" y="6303"/>
                  </a:cubicBezTo>
                  <a:cubicBezTo>
                    <a:pt x="6253" y="6303"/>
                    <a:pt x="6470" y="6080"/>
                    <a:pt x="6339" y="5835"/>
                  </a:cubicBezTo>
                  <a:lnTo>
                    <a:pt x="4148" y="2144"/>
                  </a:lnTo>
                  <a:cubicBezTo>
                    <a:pt x="4910" y="1358"/>
                    <a:pt x="4362" y="0"/>
                    <a:pt x="32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199" name="Google Shape;9199;p87"/>
          <p:cNvGrpSpPr/>
          <p:nvPr/>
        </p:nvGrpSpPr>
        <p:grpSpPr>
          <a:xfrm>
            <a:off x="3347524" y="3846511"/>
            <a:ext cx="474849" cy="462840"/>
            <a:chOff x="2510642" y="2884883"/>
            <a:chExt cx="356137" cy="347130"/>
          </a:xfrm>
          <a:solidFill>
            <a:schemeClr val="bg1"/>
          </a:solidFill>
        </p:grpSpPr>
        <p:sp>
          <p:nvSpPr>
            <p:cNvPr id="9200" name="Google Shape;9200;p87"/>
            <p:cNvSpPr/>
            <p:nvPr/>
          </p:nvSpPr>
          <p:spPr>
            <a:xfrm>
              <a:off x="2510642" y="3074369"/>
              <a:ext cx="169924" cy="157644"/>
            </a:xfrm>
            <a:custGeom>
              <a:avLst/>
              <a:gdLst/>
              <a:ahLst/>
              <a:cxnLst/>
              <a:rect l="l" t="t" r="r" b="b"/>
              <a:pathLst>
                <a:path w="5216" h="4832" extrusionOk="0">
                  <a:moveTo>
                    <a:pt x="3382" y="0"/>
                  </a:moveTo>
                  <a:lnTo>
                    <a:pt x="120" y="3691"/>
                  </a:lnTo>
                  <a:cubicBezTo>
                    <a:pt x="0" y="3834"/>
                    <a:pt x="24" y="4025"/>
                    <a:pt x="143" y="4144"/>
                  </a:cubicBezTo>
                  <a:cubicBezTo>
                    <a:pt x="668" y="4603"/>
                    <a:pt x="1323" y="4831"/>
                    <a:pt x="1977" y="4831"/>
                  </a:cubicBezTo>
                  <a:cubicBezTo>
                    <a:pt x="2748" y="4831"/>
                    <a:pt x="3519" y="4513"/>
                    <a:pt x="4073" y="3882"/>
                  </a:cubicBezTo>
                  <a:lnTo>
                    <a:pt x="4954" y="2906"/>
                  </a:lnTo>
                  <a:cubicBezTo>
                    <a:pt x="5002" y="2834"/>
                    <a:pt x="5025" y="2763"/>
                    <a:pt x="5025" y="2667"/>
                  </a:cubicBezTo>
                  <a:lnTo>
                    <a:pt x="4978" y="1905"/>
                  </a:lnTo>
                  <a:lnTo>
                    <a:pt x="5216" y="1643"/>
                  </a:lnTo>
                  <a:lnTo>
                    <a:pt x="33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1" name="Google Shape;9201;p87"/>
            <p:cNvSpPr/>
            <p:nvPr/>
          </p:nvSpPr>
          <p:spPr>
            <a:xfrm>
              <a:off x="2633981" y="2884883"/>
              <a:ext cx="232799" cy="240772"/>
            </a:xfrm>
            <a:custGeom>
              <a:avLst/>
              <a:gdLst/>
              <a:ahLst/>
              <a:cxnLst/>
              <a:rect l="l" t="t" r="r" b="b"/>
              <a:pathLst>
                <a:path w="7146" h="7380" extrusionOk="0">
                  <a:moveTo>
                    <a:pt x="5398" y="1253"/>
                  </a:moveTo>
                  <a:cubicBezTo>
                    <a:pt x="5471" y="1253"/>
                    <a:pt x="5544" y="1277"/>
                    <a:pt x="5597" y="1331"/>
                  </a:cubicBezTo>
                  <a:cubicBezTo>
                    <a:pt x="5740" y="1450"/>
                    <a:pt x="5740" y="1641"/>
                    <a:pt x="5621" y="1784"/>
                  </a:cubicBezTo>
                  <a:lnTo>
                    <a:pt x="4383" y="3189"/>
                  </a:lnTo>
                  <a:cubicBezTo>
                    <a:pt x="4313" y="3252"/>
                    <a:pt x="4237" y="3279"/>
                    <a:pt x="4164" y="3279"/>
                  </a:cubicBezTo>
                  <a:cubicBezTo>
                    <a:pt x="3937" y="3279"/>
                    <a:pt x="3744" y="3018"/>
                    <a:pt x="3907" y="2784"/>
                  </a:cubicBezTo>
                  <a:lnTo>
                    <a:pt x="5169" y="1355"/>
                  </a:lnTo>
                  <a:cubicBezTo>
                    <a:pt x="5221" y="1289"/>
                    <a:pt x="5309" y="1253"/>
                    <a:pt x="5398" y="1253"/>
                  </a:cubicBezTo>
                  <a:close/>
                  <a:moveTo>
                    <a:pt x="5416" y="1"/>
                  </a:moveTo>
                  <a:cubicBezTo>
                    <a:pt x="4987" y="1"/>
                    <a:pt x="4560" y="174"/>
                    <a:pt x="4264" y="521"/>
                  </a:cubicBezTo>
                  <a:lnTo>
                    <a:pt x="1" y="5332"/>
                  </a:lnTo>
                  <a:lnTo>
                    <a:pt x="2335" y="7380"/>
                  </a:lnTo>
                  <a:lnTo>
                    <a:pt x="6574" y="2569"/>
                  </a:lnTo>
                  <a:cubicBezTo>
                    <a:pt x="7145" y="1926"/>
                    <a:pt x="7074" y="950"/>
                    <a:pt x="6431" y="379"/>
                  </a:cubicBezTo>
                  <a:cubicBezTo>
                    <a:pt x="6146" y="127"/>
                    <a:pt x="5781" y="1"/>
                    <a:pt x="54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202" name="Google Shape;9202;p87"/>
          <p:cNvSpPr/>
          <p:nvPr/>
        </p:nvSpPr>
        <p:spPr>
          <a:xfrm>
            <a:off x="4554672" y="3845467"/>
            <a:ext cx="222483" cy="165648"/>
          </a:xfrm>
          <a:custGeom>
            <a:avLst/>
            <a:gdLst/>
            <a:ahLst/>
            <a:cxnLst/>
            <a:rect l="l" t="t" r="r" b="b"/>
            <a:pathLst>
              <a:path w="5122" h="3808" extrusionOk="0">
                <a:moveTo>
                  <a:pt x="3214" y="0"/>
                </a:moveTo>
                <a:cubicBezTo>
                  <a:pt x="2369" y="0"/>
                  <a:pt x="1596" y="710"/>
                  <a:pt x="1668" y="1665"/>
                </a:cubicBezTo>
                <a:lnTo>
                  <a:pt x="1" y="3808"/>
                </a:lnTo>
                <a:lnTo>
                  <a:pt x="3478" y="3808"/>
                </a:lnTo>
                <a:lnTo>
                  <a:pt x="3835" y="2998"/>
                </a:lnTo>
                <a:cubicBezTo>
                  <a:pt x="5002" y="2498"/>
                  <a:pt x="5121" y="903"/>
                  <a:pt x="4026" y="236"/>
                </a:cubicBezTo>
                <a:cubicBezTo>
                  <a:pt x="3765" y="74"/>
                  <a:pt x="3486" y="0"/>
                  <a:pt x="321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3" name="Google Shape;9203;p87"/>
          <p:cNvSpPr/>
          <p:nvPr/>
        </p:nvSpPr>
        <p:spPr>
          <a:xfrm>
            <a:off x="4381925" y="4036997"/>
            <a:ext cx="408652" cy="163691"/>
          </a:xfrm>
          <a:custGeom>
            <a:avLst/>
            <a:gdLst/>
            <a:ahLst/>
            <a:cxnLst/>
            <a:rect l="l" t="t" r="r" b="b"/>
            <a:pathLst>
              <a:path w="9408" h="3763" extrusionOk="0">
                <a:moveTo>
                  <a:pt x="311" y="0"/>
                </a:moveTo>
                <a:cubicBezTo>
                  <a:pt x="144" y="0"/>
                  <a:pt x="1" y="143"/>
                  <a:pt x="1" y="334"/>
                </a:cubicBezTo>
                <a:lnTo>
                  <a:pt x="1" y="1786"/>
                </a:lnTo>
                <a:cubicBezTo>
                  <a:pt x="1" y="2501"/>
                  <a:pt x="239" y="3215"/>
                  <a:pt x="692" y="3763"/>
                </a:cubicBezTo>
                <a:lnTo>
                  <a:pt x="8717" y="3763"/>
                </a:lnTo>
                <a:cubicBezTo>
                  <a:pt x="9170" y="3215"/>
                  <a:pt x="9408" y="2501"/>
                  <a:pt x="9408" y="1786"/>
                </a:cubicBezTo>
                <a:lnTo>
                  <a:pt x="9408" y="334"/>
                </a:lnTo>
                <a:cubicBezTo>
                  <a:pt x="9408" y="143"/>
                  <a:pt x="9241" y="0"/>
                  <a:pt x="907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4" name="Google Shape;9204;p87"/>
          <p:cNvSpPr/>
          <p:nvPr/>
        </p:nvSpPr>
        <p:spPr>
          <a:xfrm>
            <a:off x="4409853" y="4228528"/>
            <a:ext cx="352792" cy="81997"/>
          </a:xfrm>
          <a:custGeom>
            <a:avLst/>
            <a:gdLst/>
            <a:ahLst/>
            <a:cxnLst/>
            <a:rect l="l" t="t" r="r" b="b"/>
            <a:pathLst>
              <a:path w="8122" h="1885" extrusionOk="0">
                <a:moveTo>
                  <a:pt x="7848" y="0"/>
                </a:moveTo>
                <a:cubicBezTo>
                  <a:pt x="7836" y="0"/>
                  <a:pt x="7824" y="1"/>
                  <a:pt x="7812" y="3"/>
                </a:cubicBezTo>
                <a:lnTo>
                  <a:pt x="287" y="3"/>
                </a:lnTo>
                <a:cubicBezTo>
                  <a:pt x="120" y="3"/>
                  <a:pt x="1" y="146"/>
                  <a:pt x="1" y="313"/>
                </a:cubicBezTo>
                <a:lnTo>
                  <a:pt x="1" y="1575"/>
                </a:lnTo>
                <a:cubicBezTo>
                  <a:pt x="1" y="1741"/>
                  <a:pt x="120" y="1884"/>
                  <a:pt x="287" y="1884"/>
                </a:cubicBezTo>
                <a:lnTo>
                  <a:pt x="7812" y="1884"/>
                </a:lnTo>
                <a:cubicBezTo>
                  <a:pt x="7979" y="1884"/>
                  <a:pt x="8122" y="1741"/>
                  <a:pt x="8122" y="1575"/>
                </a:cubicBezTo>
                <a:lnTo>
                  <a:pt x="8122" y="313"/>
                </a:lnTo>
                <a:cubicBezTo>
                  <a:pt x="8122" y="136"/>
                  <a:pt x="7999" y="0"/>
                  <a:pt x="7848"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5" name="Google Shape;9205;p87"/>
          <p:cNvSpPr/>
          <p:nvPr/>
        </p:nvSpPr>
        <p:spPr>
          <a:xfrm>
            <a:off x="5507413" y="3845120"/>
            <a:ext cx="172791" cy="219065"/>
          </a:xfrm>
          <a:custGeom>
            <a:avLst/>
            <a:gdLst/>
            <a:ahLst/>
            <a:cxnLst/>
            <a:rect l="l" t="t" r="r" b="b"/>
            <a:pathLst>
              <a:path w="3978" h="5036" extrusionOk="0">
                <a:moveTo>
                  <a:pt x="2926" y="0"/>
                </a:moveTo>
                <a:cubicBezTo>
                  <a:pt x="2855" y="0"/>
                  <a:pt x="2781" y="24"/>
                  <a:pt x="2715" y="77"/>
                </a:cubicBezTo>
                <a:lnTo>
                  <a:pt x="214" y="2292"/>
                </a:lnTo>
                <a:cubicBezTo>
                  <a:pt x="0" y="2482"/>
                  <a:pt x="119" y="2840"/>
                  <a:pt x="405" y="2840"/>
                </a:cubicBezTo>
                <a:lnTo>
                  <a:pt x="1000" y="2840"/>
                </a:lnTo>
                <a:lnTo>
                  <a:pt x="738" y="4673"/>
                </a:lnTo>
                <a:cubicBezTo>
                  <a:pt x="704" y="4879"/>
                  <a:pt x="868" y="5036"/>
                  <a:pt x="1051" y="5036"/>
                </a:cubicBezTo>
                <a:cubicBezTo>
                  <a:pt x="1122" y="5036"/>
                  <a:pt x="1196" y="5012"/>
                  <a:pt x="1262" y="4959"/>
                </a:cubicBezTo>
                <a:lnTo>
                  <a:pt x="3763" y="2768"/>
                </a:lnTo>
                <a:cubicBezTo>
                  <a:pt x="3977" y="2578"/>
                  <a:pt x="3858" y="2220"/>
                  <a:pt x="3548" y="2220"/>
                </a:cubicBezTo>
                <a:lnTo>
                  <a:pt x="2977" y="2220"/>
                </a:lnTo>
                <a:lnTo>
                  <a:pt x="3239" y="363"/>
                </a:lnTo>
                <a:cubicBezTo>
                  <a:pt x="3273" y="157"/>
                  <a:pt x="3110" y="0"/>
                  <a:pt x="292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6" name="Google Shape;9206;p87"/>
          <p:cNvSpPr/>
          <p:nvPr/>
        </p:nvSpPr>
        <p:spPr>
          <a:xfrm>
            <a:off x="5388439" y="3983102"/>
            <a:ext cx="109677" cy="81911"/>
          </a:xfrm>
          <a:custGeom>
            <a:avLst/>
            <a:gdLst/>
            <a:ahLst/>
            <a:cxnLst/>
            <a:rect l="l" t="t" r="r" b="b"/>
            <a:pathLst>
              <a:path w="2525" h="1883" extrusionOk="0">
                <a:moveTo>
                  <a:pt x="334" y="1"/>
                </a:moveTo>
                <a:cubicBezTo>
                  <a:pt x="143" y="1"/>
                  <a:pt x="0" y="144"/>
                  <a:pt x="0" y="311"/>
                </a:cubicBezTo>
                <a:lnTo>
                  <a:pt x="0" y="1882"/>
                </a:lnTo>
                <a:lnTo>
                  <a:pt x="2525" y="1882"/>
                </a:lnTo>
                <a:lnTo>
                  <a:pt x="2525" y="311"/>
                </a:lnTo>
                <a:cubicBezTo>
                  <a:pt x="2525" y="144"/>
                  <a:pt x="2382" y="1"/>
                  <a:pt x="2215"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7" name="Google Shape;9207;p87"/>
          <p:cNvSpPr/>
          <p:nvPr/>
        </p:nvSpPr>
        <p:spPr>
          <a:xfrm>
            <a:off x="5688412" y="3983102"/>
            <a:ext cx="109677" cy="81911"/>
          </a:xfrm>
          <a:custGeom>
            <a:avLst/>
            <a:gdLst/>
            <a:ahLst/>
            <a:cxnLst/>
            <a:rect l="l" t="t" r="r" b="b"/>
            <a:pathLst>
              <a:path w="2525" h="1883" extrusionOk="0">
                <a:moveTo>
                  <a:pt x="310" y="1"/>
                </a:moveTo>
                <a:cubicBezTo>
                  <a:pt x="144" y="1"/>
                  <a:pt x="1" y="144"/>
                  <a:pt x="1" y="311"/>
                </a:cubicBezTo>
                <a:lnTo>
                  <a:pt x="1" y="1882"/>
                </a:lnTo>
                <a:lnTo>
                  <a:pt x="2525" y="1882"/>
                </a:lnTo>
                <a:lnTo>
                  <a:pt x="2525" y="311"/>
                </a:lnTo>
                <a:cubicBezTo>
                  <a:pt x="2501" y="144"/>
                  <a:pt x="2358" y="1"/>
                  <a:pt x="2192"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08" name="Google Shape;9208;p87"/>
          <p:cNvSpPr/>
          <p:nvPr/>
        </p:nvSpPr>
        <p:spPr>
          <a:xfrm>
            <a:off x="5388439" y="4092939"/>
            <a:ext cx="409651" cy="218631"/>
          </a:xfrm>
          <a:custGeom>
            <a:avLst/>
            <a:gdLst/>
            <a:ahLst/>
            <a:cxnLst/>
            <a:rect l="l" t="t" r="r" b="b"/>
            <a:pathLst>
              <a:path w="9431" h="5026" extrusionOk="0">
                <a:moveTo>
                  <a:pt x="0" y="0"/>
                </a:moveTo>
                <a:lnTo>
                  <a:pt x="0" y="310"/>
                </a:lnTo>
                <a:cubicBezTo>
                  <a:pt x="0" y="2915"/>
                  <a:pt x="2120" y="5025"/>
                  <a:pt x="4743" y="5025"/>
                </a:cubicBezTo>
                <a:cubicBezTo>
                  <a:pt x="4758" y="5025"/>
                  <a:pt x="4772" y="5025"/>
                  <a:pt x="4787" y="5025"/>
                </a:cubicBezTo>
                <a:cubicBezTo>
                  <a:pt x="7359" y="4954"/>
                  <a:pt x="9407" y="2834"/>
                  <a:pt x="9431" y="262"/>
                </a:cubicBezTo>
                <a:lnTo>
                  <a:pt x="9431" y="0"/>
                </a:lnTo>
                <a:lnTo>
                  <a:pt x="6907" y="0"/>
                </a:lnTo>
                <a:lnTo>
                  <a:pt x="6907" y="286"/>
                </a:lnTo>
                <a:cubicBezTo>
                  <a:pt x="6907" y="1501"/>
                  <a:pt x="5930" y="2477"/>
                  <a:pt x="4716" y="2477"/>
                </a:cubicBezTo>
                <a:cubicBezTo>
                  <a:pt x="4701" y="2477"/>
                  <a:pt x="4687" y="2477"/>
                  <a:pt x="4672" y="2477"/>
                </a:cubicBezTo>
                <a:cubicBezTo>
                  <a:pt x="3478" y="2477"/>
                  <a:pt x="2525" y="1510"/>
                  <a:pt x="2525" y="310"/>
                </a:cubicBezTo>
                <a:lnTo>
                  <a:pt x="2525"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209" name="Google Shape;9209;p87"/>
          <p:cNvGrpSpPr/>
          <p:nvPr/>
        </p:nvGrpSpPr>
        <p:grpSpPr>
          <a:xfrm>
            <a:off x="6386657" y="3845336"/>
            <a:ext cx="423855" cy="465189"/>
            <a:chOff x="4789992" y="2884002"/>
            <a:chExt cx="317891" cy="348892"/>
          </a:xfrm>
          <a:solidFill>
            <a:schemeClr val="bg1"/>
          </a:solidFill>
        </p:grpSpPr>
        <p:sp>
          <p:nvSpPr>
            <p:cNvPr id="9210" name="Google Shape;9210;p87"/>
            <p:cNvSpPr/>
            <p:nvPr/>
          </p:nvSpPr>
          <p:spPr>
            <a:xfrm>
              <a:off x="4877658" y="3109311"/>
              <a:ext cx="142787" cy="21010"/>
            </a:xfrm>
            <a:custGeom>
              <a:avLst/>
              <a:gdLst/>
              <a:ahLst/>
              <a:cxnLst/>
              <a:rect l="l" t="t" r="r" b="b"/>
              <a:pathLst>
                <a:path w="4383" h="644" extrusionOk="0">
                  <a:moveTo>
                    <a:pt x="0" y="1"/>
                  </a:moveTo>
                  <a:lnTo>
                    <a:pt x="0" y="644"/>
                  </a:lnTo>
                  <a:lnTo>
                    <a:pt x="4382" y="644"/>
                  </a:lnTo>
                  <a:lnTo>
                    <a:pt x="43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1" name="Google Shape;9211;p87"/>
            <p:cNvSpPr/>
            <p:nvPr/>
          </p:nvSpPr>
          <p:spPr>
            <a:xfrm>
              <a:off x="4921117" y="3004421"/>
              <a:ext cx="55870" cy="84727"/>
            </a:xfrm>
            <a:custGeom>
              <a:avLst/>
              <a:gdLst/>
              <a:ahLst/>
              <a:cxnLst/>
              <a:rect l="l" t="t" r="r" b="b"/>
              <a:pathLst>
                <a:path w="1715" h="2597" extrusionOk="0">
                  <a:moveTo>
                    <a:pt x="857" y="1"/>
                  </a:moveTo>
                  <a:cubicBezTo>
                    <a:pt x="453" y="140"/>
                    <a:pt x="326" y="198"/>
                    <a:pt x="233" y="198"/>
                  </a:cubicBezTo>
                  <a:cubicBezTo>
                    <a:pt x="167" y="198"/>
                    <a:pt x="118" y="169"/>
                    <a:pt x="0" y="120"/>
                  </a:cubicBezTo>
                  <a:lnTo>
                    <a:pt x="0" y="120"/>
                  </a:lnTo>
                  <a:lnTo>
                    <a:pt x="476" y="2597"/>
                  </a:lnTo>
                  <a:lnTo>
                    <a:pt x="1238" y="2597"/>
                  </a:lnTo>
                  <a:lnTo>
                    <a:pt x="1715" y="120"/>
                  </a:lnTo>
                  <a:lnTo>
                    <a:pt x="1715" y="120"/>
                  </a:lnTo>
                  <a:cubicBezTo>
                    <a:pt x="1593" y="160"/>
                    <a:pt x="1545" y="188"/>
                    <a:pt x="1476" y="188"/>
                  </a:cubicBezTo>
                  <a:cubicBezTo>
                    <a:pt x="1384" y="188"/>
                    <a:pt x="1254" y="138"/>
                    <a:pt x="85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2" name="Google Shape;9212;p87"/>
            <p:cNvSpPr/>
            <p:nvPr/>
          </p:nvSpPr>
          <p:spPr>
            <a:xfrm>
              <a:off x="4789992" y="2884002"/>
              <a:ext cx="317891" cy="205146"/>
            </a:xfrm>
            <a:custGeom>
              <a:avLst/>
              <a:gdLst/>
              <a:ahLst/>
              <a:cxnLst/>
              <a:rect l="l" t="t" r="r" b="b"/>
              <a:pathLst>
                <a:path w="9758" h="6288" extrusionOk="0">
                  <a:moveTo>
                    <a:pt x="4911" y="1"/>
                  </a:moveTo>
                  <a:cubicBezTo>
                    <a:pt x="4902" y="1"/>
                    <a:pt x="4892" y="1"/>
                    <a:pt x="4882" y="1"/>
                  </a:cubicBezTo>
                  <a:cubicBezTo>
                    <a:pt x="1572" y="1"/>
                    <a:pt x="0" y="4049"/>
                    <a:pt x="2453" y="6288"/>
                  </a:cubicBezTo>
                  <a:lnTo>
                    <a:pt x="3882" y="6288"/>
                  </a:lnTo>
                  <a:cubicBezTo>
                    <a:pt x="3263" y="3192"/>
                    <a:pt x="3311" y="3549"/>
                    <a:pt x="3311" y="3358"/>
                  </a:cubicBezTo>
                  <a:cubicBezTo>
                    <a:pt x="3311" y="3179"/>
                    <a:pt x="3462" y="3032"/>
                    <a:pt x="3623" y="3032"/>
                  </a:cubicBezTo>
                  <a:cubicBezTo>
                    <a:pt x="3654" y="3032"/>
                    <a:pt x="3685" y="3037"/>
                    <a:pt x="3715" y="3049"/>
                  </a:cubicBezTo>
                  <a:lnTo>
                    <a:pt x="4263" y="3239"/>
                  </a:lnTo>
                  <a:cubicBezTo>
                    <a:pt x="4454" y="3144"/>
                    <a:pt x="4668" y="3097"/>
                    <a:pt x="4882" y="3049"/>
                  </a:cubicBezTo>
                  <a:cubicBezTo>
                    <a:pt x="4954" y="3049"/>
                    <a:pt x="4930" y="3049"/>
                    <a:pt x="5502" y="3239"/>
                  </a:cubicBezTo>
                  <a:lnTo>
                    <a:pt x="6049" y="3049"/>
                  </a:lnTo>
                  <a:cubicBezTo>
                    <a:pt x="6074" y="3043"/>
                    <a:pt x="6099" y="3040"/>
                    <a:pt x="6124" y="3040"/>
                  </a:cubicBezTo>
                  <a:cubicBezTo>
                    <a:pt x="6292" y="3040"/>
                    <a:pt x="6454" y="3172"/>
                    <a:pt x="6454" y="3358"/>
                  </a:cubicBezTo>
                  <a:cubicBezTo>
                    <a:pt x="6454" y="3549"/>
                    <a:pt x="6502" y="3192"/>
                    <a:pt x="5883" y="6288"/>
                  </a:cubicBezTo>
                  <a:lnTo>
                    <a:pt x="7311" y="6288"/>
                  </a:lnTo>
                  <a:cubicBezTo>
                    <a:pt x="9757" y="4056"/>
                    <a:pt x="8202" y="1"/>
                    <a:pt x="49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3" name="Google Shape;9213;p87"/>
            <p:cNvSpPr/>
            <p:nvPr/>
          </p:nvSpPr>
          <p:spPr>
            <a:xfrm>
              <a:off x="4877658" y="3150483"/>
              <a:ext cx="142787" cy="20260"/>
            </a:xfrm>
            <a:custGeom>
              <a:avLst/>
              <a:gdLst/>
              <a:ahLst/>
              <a:cxnLst/>
              <a:rect l="l" t="t" r="r" b="b"/>
              <a:pathLst>
                <a:path w="4383" h="621" extrusionOk="0">
                  <a:moveTo>
                    <a:pt x="0" y="1"/>
                  </a:moveTo>
                  <a:lnTo>
                    <a:pt x="0" y="620"/>
                  </a:lnTo>
                  <a:lnTo>
                    <a:pt x="4382" y="620"/>
                  </a:lnTo>
                  <a:lnTo>
                    <a:pt x="43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4" name="Google Shape;9214;p87"/>
            <p:cNvSpPr/>
            <p:nvPr/>
          </p:nvSpPr>
          <p:spPr>
            <a:xfrm>
              <a:off x="4867559" y="3130289"/>
              <a:ext cx="10132" cy="20228"/>
            </a:xfrm>
            <a:custGeom>
              <a:avLst/>
              <a:gdLst/>
              <a:ahLst/>
              <a:cxnLst/>
              <a:rect l="l" t="t" r="r" b="b"/>
              <a:pathLst>
                <a:path w="311" h="620" extrusionOk="0">
                  <a:moveTo>
                    <a:pt x="310" y="1"/>
                  </a:moveTo>
                  <a:cubicBezTo>
                    <a:pt x="120" y="1"/>
                    <a:pt x="1" y="144"/>
                    <a:pt x="1" y="310"/>
                  </a:cubicBezTo>
                  <a:cubicBezTo>
                    <a:pt x="1" y="477"/>
                    <a:pt x="120" y="620"/>
                    <a:pt x="310" y="620"/>
                  </a:cubicBezTo>
                  <a:lnTo>
                    <a:pt x="31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5" name="Google Shape;9215;p87"/>
            <p:cNvSpPr/>
            <p:nvPr/>
          </p:nvSpPr>
          <p:spPr>
            <a:xfrm>
              <a:off x="5020413" y="3130289"/>
              <a:ext cx="13976" cy="20228"/>
            </a:xfrm>
            <a:custGeom>
              <a:avLst/>
              <a:gdLst/>
              <a:ahLst/>
              <a:cxnLst/>
              <a:rect l="l" t="t" r="r" b="b"/>
              <a:pathLst>
                <a:path w="429" h="620" extrusionOk="0">
                  <a:moveTo>
                    <a:pt x="0" y="1"/>
                  </a:moveTo>
                  <a:lnTo>
                    <a:pt x="0" y="620"/>
                  </a:lnTo>
                  <a:cubicBezTo>
                    <a:pt x="429" y="620"/>
                    <a:pt x="429" y="1"/>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6" name="Google Shape;9216;p87"/>
            <p:cNvSpPr/>
            <p:nvPr/>
          </p:nvSpPr>
          <p:spPr>
            <a:xfrm>
              <a:off x="4862608" y="3170613"/>
              <a:ext cx="172889" cy="62281"/>
            </a:xfrm>
            <a:custGeom>
              <a:avLst/>
              <a:gdLst/>
              <a:ahLst/>
              <a:cxnLst/>
              <a:rect l="l" t="t" r="r" b="b"/>
              <a:pathLst>
                <a:path w="5307" h="1909" extrusionOk="0">
                  <a:moveTo>
                    <a:pt x="419" y="1"/>
                  </a:moveTo>
                  <a:cubicBezTo>
                    <a:pt x="1" y="1"/>
                    <a:pt x="1" y="648"/>
                    <a:pt x="419" y="648"/>
                  </a:cubicBezTo>
                  <a:cubicBezTo>
                    <a:pt x="433" y="648"/>
                    <a:pt x="448" y="648"/>
                    <a:pt x="462" y="646"/>
                  </a:cubicBezTo>
                  <a:lnTo>
                    <a:pt x="462" y="646"/>
                  </a:lnTo>
                  <a:cubicBezTo>
                    <a:pt x="462" y="980"/>
                    <a:pt x="439" y="1075"/>
                    <a:pt x="558" y="1194"/>
                  </a:cubicBezTo>
                  <a:lnTo>
                    <a:pt x="1177" y="1837"/>
                  </a:lnTo>
                  <a:cubicBezTo>
                    <a:pt x="1225" y="1885"/>
                    <a:pt x="1320" y="1908"/>
                    <a:pt x="1391" y="1908"/>
                  </a:cubicBezTo>
                  <a:lnTo>
                    <a:pt x="3916" y="1908"/>
                  </a:lnTo>
                  <a:cubicBezTo>
                    <a:pt x="3987" y="1908"/>
                    <a:pt x="4058" y="1885"/>
                    <a:pt x="4130" y="1837"/>
                  </a:cubicBezTo>
                  <a:lnTo>
                    <a:pt x="4749" y="1194"/>
                  </a:lnTo>
                  <a:cubicBezTo>
                    <a:pt x="4868" y="1075"/>
                    <a:pt x="4844" y="980"/>
                    <a:pt x="4844" y="646"/>
                  </a:cubicBezTo>
                  <a:lnTo>
                    <a:pt x="4844" y="646"/>
                  </a:lnTo>
                  <a:cubicBezTo>
                    <a:pt x="4859" y="648"/>
                    <a:pt x="4874" y="648"/>
                    <a:pt x="4888" y="648"/>
                  </a:cubicBezTo>
                  <a:cubicBezTo>
                    <a:pt x="5306" y="648"/>
                    <a:pt x="5306" y="1"/>
                    <a:pt x="4888" y="1"/>
                  </a:cubicBezTo>
                  <a:cubicBezTo>
                    <a:pt x="4874" y="1"/>
                    <a:pt x="4859" y="2"/>
                    <a:pt x="4844" y="3"/>
                  </a:cubicBezTo>
                  <a:lnTo>
                    <a:pt x="4844" y="646"/>
                  </a:lnTo>
                  <a:lnTo>
                    <a:pt x="462" y="646"/>
                  </a:lnTo>
                  <a:lnTo>
                    <a:pt x="462" y="3"/>
                  </a:lnTo>
                  <a:cubicBezTo>
                    <a:pt x="448" y="2"/>
                    <a:pt x="433" y="1"/>
                    <a:pt x="4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17" name="Google Shape;9217;p87"/>
          <p:cNvGrpSpPr/>
          <p:nvPr/>
        </p:nvGrpSpPr>
        <p:grpSpPr>
          <a:xfrm>
            <a:off x="7440735" y="3846903"/>
            <a:ext cx="326904" cy="462579"/>
            <a:chOff x="5580551" y="2885177"/>
            <a:chExt cx="245178" cy="346934"/>
          </a:xfrm>
          <a:solidFill>
            <a:schemeClr val="bg1"/>
          </a:solidFill>
        </p:grpSpPr>
        <p:sp>
          <p:nvSpPr>
            <p:cNvPr id="9218" name="Google Shape;9218;p87"/>
            <p:cNvSpPr/>
            <p:nvPr/>
          </p:nvSpPr>
          <p:spPr>
            <a:xfrm>
              <a:off x="5580551" y="3190906"/>
              <a:ext cx="224231" cy="41205"/>
            </a:xfrm>
            <a:custGeom>
              <a:avLst/>
              <a:gdLst/>
              <a:ahLst/>
              <a:cxnLst/>
              <a:rect l="l" t="t" r="r" b="b"/>
              <a:pathLst>
                <a:path w="6883" h="1263" extrusionOk="0">
                  <a:moveTo>
                    <a:pt x="0" y="0"/>
                  </a:moveTo>
                  <a:lnTo>
                    <a:pt x="0" y="953"/>
                  </a:lnTo>
                  <a:cubicBezTo>
                    <a:pt x="0" y="1143"/>
                    <a:pt x="143" y="1263"/>
                    <a:pt x="310" y="1263"/>
                  </a:cubicBezTo>
                  <a:lnTo>
                    <a:pt x="6573" y="1263"/>
                  </a:lnTo>
                  <a:cubicBezTo>
                    <a:pt x="6740" y="1263"/>
                    <a:pt x="6883" y="1120"/>
                    <a:pt x="6859" y="953"/>
                  </a:cubicBezTo>
                  <a:lnTo>
                    <a:pt x="68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19" name="Google Shape;9219;p87"/>
            <p:cNvSpPr/>
            <p:nvPr/>
          </p:nvSpPr>
          <p:spPr>
            <a:xfrm>
              <a:off x="5601498" y="3047943"/>
              <a:ext cx="224231" cy="123094"/>
            </a:xfrm>
            <a:custGeom>
              <a:avLst/>
              <a:gdLst/>
              <a:ahLst/>
              <a:cxnLst/>
              <a:rect l="l" t="t" r="r" b="b"/>
              <a:pathLst>
                <a:path w="6883" h="3773" extrusionOk="0">
                  <a:moveTo>
                    <a:pt x="2191" y="1"/>
                  </a:moveTo>
                  <a:cubicBezTo>
                    <a:pt x="2025" y="1"/>
                    <a:pt x="1882" y="143"/>
                    <a:pt x="1882" y="334"/>
                  </a:cubicBezTo>
                  <a:lnTo>
                    <a:pt x="1882" y="1263"/>
                  </a:lnTo>
                  <a:lnTo>
                    <a:pt x="1358" y="1263"/>
                  </a:lnTo>
                  <a:cubicBezTo>
                    <a:pt x="620" y="1263"/>
                    <a:pt x="0" y="1882"/>
                    <a:pt x="0" y="2620"/>
                  </a:cubicBezTo>
                  <a:lnTo>
                    <a:pt x="0" y="3763"/>
                  </a:lnTo>
                  <a:lnTo>
                    <a:pt x="5621" y="3763"/>
                  </a:lnTo>
                  <a:lnTo>
                    <a:pt x="5621" y="3168"/>
                  </a:lnTo>
                  <a:lnTo>
                    <a:pt x="6240" y="3168"/>
                  </a:lnTo>
                  <a:lnTo>
                    <a:pt x="6240" y="3454"/>
                  </a:lnTo>
                  <a:cubicBezTo>
                    <a:pt x="6240" y="3596"/>
                    <a:pt x="6335" y="3739"/>
                    <a:pt x="6502" y="3763"/>
                  </a:cubicBezTo>
                  <a:cubicBezTo>
                    <a:pt x="6527" y="3769"/>
                    <a:pt x="6551" y="3772"/>
                    <a:pt x="6575" y="3772"/>
                  </a:cubicBezTo>
                  <a:cubicBezTo>
                    <a:pt x="6733" y="3772"/>
                    <a:pt x="6859" y="3643"/>
                    <a:pt x="6859" y="3477"/>
                  </a:cubicBezTo>
                  <a:lnTo>
                    <a:pt x="6859" y="2239"/>
                  </a:lnTo>
                  <a:cubicBezTo>
                    <a:pt x="6883" y="2072"/>
                    <a:pt x="6764" y="1929"/>
                    <a:pt x="6621" y="1906"/>
                  </a:cubicBezTo>
                  <a:cubicBezTo>
                    <a:pt x="6596" y="1899"/>
                    <a:pt x="6571" y="1896"/>
                    <a:pt x="6546" y="1896"/>
                  </a:cubicBezTo>
                  <a:cubicBezTo>
                    <a:pt x="6383" y="1896"/>
                    <a:pt x="6240" y="2026"/>
                    <a:pt x="6240" y="2191"/>
                  </a:cubicBezTo>
                  <a:lnTo>
                    <a:pt x="6240" y="2501"/>
                  </a:lnTo>
                  <a:lnTo>
                    <a:pt x="5621" y="2501"/>
                  </a:lnTo>
                  <a:cubicBezTo>
                    <a:pt x="5549" y="1810"/>
                    <a:pt x="4954" y="1263"/>
                    <a:pt x="4263" y="1263"/>
                  </a:cubicBezTo>
                  <a:lnTo>
                    <a:pt x="3763" y="1263"/>
                  </a:lnTo>
                  <a:lnTo>
                    <a:pt x="3763" y="334"/>
                  </a:lnTo>
                  <a:cubicBezTo>
                    <a:pt x="3763" y="143"/>
                    <a:pt x="3620" y="1"/>
                    <a:pt x="34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0" name="Google Shape;9220;p87"/>
            <p:cNvSpPr/>
            <p:nvPr/>
          </p:nvSpPr>
          <p:spPr>
            <a:xfrm>
              <a:off x="5634857" y="2885177"/>
              <a:ext cx="119494" cy="142604"/>
            </a:xfrm>
            <a:custGeom>
              <a:avLst/>
              <a:gdLst/>
              <a:ahLst/>
              <a:cxnLst/>
              <a:rect l="l" t="t" r="r" b="b"/>
              <a:pathLst>
                <a:path w="3668" h="4371" extrusionOk="0">
                  <a:moveTo>
                    <a:pt x="1798" y="0"/>
                  </a:moveTo>
                  <a:cubicBezTo>
                    <a:pt x="1745" y="0"/>
                    <a:pt x="1691" y="12"/>
                    <a:pt x="1644" y="36"/>
                  </a:cubicBezTo>
                  <a:cubicBezTo>
                    <a:pt x="1572" y="84"/>
                    <a:pt x="0" y="1036"/>
                    <a:pt x="0" y="2632"/>
                  </a:cubicBezTo>
                  <a:cubicBezTo>
                    <a:pt x="24" y="3489"/>
                    <a:pt x="643" y="4204"/>
                    <a:pt x="1477" y="4347"/>
                  </a:cubicBezTo>
                  <a:lnTo>
                    <a:pt x="1477" y="3418"/>
                  </a:lnTo>
                  <a:cubicBezTo>
                    <a:pt x="1477" y="3251"/>
                    <a:pt x="1596" y="3108"/>
                    <a:pt x="1763" y="3108"/>
                  </a:cubicBezTo>
                  <a:cubicBezTo>
                    <a:pt x="1953" y="3108"/>
                    <a:pt x="2096" y="3251"/>
                    <a:pt x="2096" y="3418"/>
                  </a:cubicBezTo>
                  <a:lnTo>
                    <a:pt x="2096" y="4370"/>
                  </a:lnTo>
                  <a:cubicBezTo>
                    <a:pt x="2096" y="4370"/>
                    <a:pt x="2930" y="4085"/>
                    <a:pt x="3192" y="3727"/>
                  </a:cubicBezTo>
                  <a:cubicBezTo>
                    <a:pt x="3549" y="3299"/>
                    <a:pt x="3668" y="2751"/>
                    <a:pt x="3549" y="2227"/>
                  </a:cubicBezTo>
                  <a:cubicBezTo>
                    <a:pt x="3453" y="1679"/>
                    <a:pt x="3192" y="1155"/>
                    <a:pt x="2787" y="751"/>
                  </a:cubicBezTo>
                  <a:cubicBezTo>
                    <a:pt x="2727" y="676"/>
                    <a:pt x="2649" y="639"/>
                    <a:pt x="2564" y="639"/>
                  </a:cubicBezTo>
                  <a:cubicBezTo>
                    <a:pt x="2513" y="639"/>
                    <a:pt x="2459" y="652"/>
                    <a:pt x="2406" y="679"/>
                  </a:cubicBezTo>
                  <a:lnTo>
                    <a:pt x="2120" y="846"/>
                  </a:lnTo>
                  <a:lnTo>
                    <a:pt x="2120" y="322"/>
                  </a:lnTo>
                  <a:cubicBezTo>
                    <a:pt x="2120" y="203"/>
                    <a:pt x="2072" y="108"/>
                    <a:pt x="1977" y="36"/>
                  </a:cubicBezTo>
                  <a:lnTo>
                    <a:pt x="1953" y="36"/>
                  </a:lnTo>
                  <a:cubicBezTo>
                    <a:pt x="1906" y="12"/>
                    <a:pt x="1852" y="0"/>
                    <a:pt x="179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21" name="Google Shape;9221;p87"/>
          <p:cNvGrpSpPr/>
          <p:nvPr/>
        </p:nvGrpSpPr>
        <p:grpSpPr>
          <a:xfrm>
            <a:off x="8424445" y="3845076"/>
            <a:ext cx="385892" cy="465451"/>
            <a:chOff x="6318333" y="2883807"/>
            <a:chExt cx="289419" cy="349088"/>
          </a:xfrm>
          <a:solidFill>
            <a:schemeClr val="bg1"/>
          </a:solidFill>
        </p:grpSpPr>
        <p:sp>
          <p:nvSpPr>
            <p:cNvPr id="9222" name="Google Shape;9222;p87"/>
            <p:cNvSpPr/>
            <p:nvPr/>
          </p:nvSpPr>
          <p:spPr>
            <a:xfrm>
              <a:off x="6364886" y="2883807"/>
              <a:ext cx="242865" cy="349088"/>
            </a:xfrm>
            <a:custGeom>
              <a:avLst/>
              <a:gdLst/>
              <a:ahLst/>
              <a:cxnLst/>
              <a:rect l="l" t="t" r="r" b="b"/>
              <a:pathLst>
                <a:path w="7455" h="10700" extrusionOk="0">
                  <a:moveTo>
                    <a:pt x="4080" y="0"/>
                  </a:moveTo>
                  <a:cubicBezTo>
                    <a:pt x="3780" y="0"/>
                    <a:pt x="3621" y="456"/>
                    <a:pt x="3954" y="602"/>
                  </a:cubicBezTo>
                  <a:cubicBezTo>
                    <a:pt x="6074" y="1578"/>
                    <a:pt x="7002" y="4079"/>
                    <a:pt x="6050" y="6222"/>
                  </a:cubicBezTo>
                  <a:cubicBezTo>
                    <a:pt x="5356" y="7824"/>
                    <a:pt x="3783" y="8774"/>
                    <a:pt x="2139" y="8774"/>
                  </a:cubicBezTo>
                  <a:cubicBezTo>
                    <a:pt x="1583" y="8774"/>
                    <a:pt x="1019" y="8666"/>
                    <a:pt x="477" y="8437"/>
                  </a:cubicBezTo>
                  <a:cubicBezTo>
                    <a:pt x="434" y="8418"/>
                    <a:pt x="388" y="8409"/>
                    <a:pt x="344" y="8409"/>
                  </a:cubicBezTo>
                  <a:cubicBezTo>
                    <a:pt x="221" y="8409"/>
                    <a:pt x="107" y="8481"/>
                    <a:pt x="72" y="8604"/>
                  </a:cubicBezTo>
                  <a:cubicBezTo>
                    <a:pt x="1" y="8747"/>
                    <a:pt x="48" y="8937"/>
                    <a:pt x="215" y="9009"/>
                  </a:cubicBezTo>
                  <a:cubicBezTo>
                    <a:pt x="739" y="9247"/>
                    <a:pt x="1311" y="9390"/>
                    <a:pt x="1882" y="9413"/>
                  </a:cubicBezTo>
                  <a:lnTo>
                    <a:pt x="1882" y="10080"/>
                  </a:lnTo>
                  <a:lnTo>
                    <a:pt x="644" y="10080"/>
                  </a:lnTo>
                  <a:cubicBezTo>
                    <a:pt x="477" y="10080"/>
                    <a:pt x="334" y="10175"/>
                    <a:pt x="310" y="10342"/>
                  </a:cubicBezTo>
                  <a:cubicBezTo>
                    <a:pt x="263" y="10533"/>
                    <a:pt x="406" y="10699"/>
                    <a:pt x="620" y="10699"/>
                  </a:cubicBezTo>
                  <a:lnTo>
                    <a:pt x="3740" y="10699"/>
                  </a:lnTo>
                  <a:cubicBezTo>
                    <a:pt x="3906" y="10699"/>
                    <a:pt x="4025" y="10604"/>
                    <a:pt x="4073" y="10461"/>
                  </a:cubicBezTo>
                  <a:cubicBezTo>
                    <a:pt x="4097" y="10271"/>
                    <a:pt x="3954" y="10080"/>
                    <a:pt x="3764" y="10080"/>
                  </a:cubicBezTo>
                  <a:lnTo>
                    <a:pt x="2501" y="10080"/>
                  </a:lnTo>
                  <a:lnTo>
                    <a:pt x="2501" y="9413"/>
                  </a:lnTo>
                  <a:cubicBezTo>
                    <a:pt x="4764" y="9294"/>
                    <a:pt x="6645" y="7627"/>
                    <a:pt x="7050" y="5389"/>
                  </a:cubicBezTo>
                  <a:cubicBezTo>
                    <a:pt x="7455" y="3150"/>
                    <a:pt x="6288" y="935"/>
                    <a:pt x="4216" y="30"/>
                  </a:cubicBezTo>
                  <a:cubicBezTo>
                    <a:pt x="4168" y="10"/>
                    <a:pt x="4123" y="0"/>
                    <a:pt x="40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3" name="Google Shape;9223;p87"/>
            <p:cNvSpPr/>
            <p:nvPr/>
          </p:nvSpPr>
          <p:spPr>
            <a:xfrm>
              <a:off x="6388179" y="3078252"/>
              <a:ext cx="45022" cy="45871"/>
            </a:xfrm>
            <a:custGeom>
              <a:avLst/>
              <a:gdLst/>
              <a:ahLst/>
              <a:cxnLst/>
              <a:rect l="l" t="t" r="r" b="b"/>
              <a:pathLst>
                <a:path w="1382" h="1406" extrusionOk="0">
                  <a:moveTo>
                    <a:pt x="96" y="0"/>
                  </a:moveTo>
                  <a:lnTo>
                    <a:pt x="96" y="0"/>
                  </a:lnTo>
                  <a:cubicBezTo>
                    <a:pt x="0" y="619"/>
                    <a:pt x="48" y="1120"/>
                    <a:pt x="238" y="1405"/>
                  </a:cubicBezTo>
                  <a:cubicBezTo>
                    <a:pt x="572" y="1381"/>
                    <a:pt x="977" y="1072"/>
                    <a:pt x="1382" y="572"/>
                  </a:cubicBezTo>
                  <a:lnTo>
                    <a:pt x="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4" name="Google Shape;9224;p87"/>
            <p:cNvSpPr/>
            <p:nvPr/>
          </p:nvSpPr>
          <p:spPr>
            <a:xfrm>
              <a:off x="6413785" y="2982693"/>
              <a:ext cx="65188" cy="51287"/>
            </a:xfrm>
            <a:custGeom>
              <a:avLst/>
              <a:gdLst/>
              <a:ahLst/>
              <a:cxnLst/>
              <a:rect l="l" t="t" r="r" b="b"/>
              <a:pathLst>
                <a:path w="2001" h="1572" extrusionOk="0">
                  <a:moveTo>
                    <a:pt x="453" y="0"/>
                  </a:moveTo>
                  <a:cubicBezTo>
                    <a:pt x="286" y="262"/>
                    <a:pt x="143" y="548"/>
                    <a:pt x="0" y="834"/>
                  </a:cubicBezTo>
                  <a:lnTo>
                    <a:pt x="1691" y="1572"/>
                  </a:lnTo>
                  <a:cubicBezTo>
                    <a:pt x="1810" y="1286"/>
                    <a:pt x="1905" y="1000"/>
                    <a:pt x="2001" y="691"/>
                  </a:cubicBezTo>
                  <a:lnTo>
                    <a:pt x="45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5" name="Google Shape;9225;p87"/>
            <p:cNvSpPr/>
            <p:nvPr/>
          </p:nvSpPr>
          <p:spPr>
            <a:xfrm>
              <a:off x="6395933" y="3028531"/>
              <a:ext cx="64406" cy="51287"/>
            </a:xfrm>
            <a:custGeom>
              <a:avLst/>
              <a:gdLst/>
              <a:ahLst/>
              <a:cxnLst/>
              <a:rect l="l" t="t" r="r" b="b"/>
              <a:pathLst>
                <a:path w="1977" h="1572" extrusionOk="0">
                  <a:moveTo>
                    <a:pt x="286" y="0"/>
                  </a:moveTo>
                  <a:cubicBezTo>
                    <a:pt x="167" y="286"/>
                    <a:pt x="72" y="596"/>
                    <a:pt x="0" y="881"/>
                  </a:cubicBezTo>
                  <a:lnTo>
                    <a:pt x="1525" y="1572"/>
                  </a:lnTo>
                  <a:cubicBezTo>
                    <a:pt x="1691" y="1310"/>
                    <a:pt x="1834" y="1024"/>
                    <a:pt x="1977" y="738"/>
                  </a:cubicBezTo>
                  <a:lnTo>
                    <a:pt x="28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6" name="Google Shape;9226;p87"/>
            <p:cNvSpPr/>
            <p:nvPr/>
          </p:nvSpPr>
          <p:spPr>
            <a:xfrm>
              <a:off x="6333091" y="2948502"/>
              <a:ext cx="76850" cy="52853"/>
            </a:xfrm>
            <a:custGeom>
              <a:avLst/>
              <a:gdLst/>
              <a:ahLst/>
              <a:cxnLst/>
              <a:rect l="l" t="t" r="r" b="b"/>
              <a:pathLst>
                <a:path w="2359" h="1620" extrusionOk="0">
                  <a:moveTo>
                    <a:pt x="572" y="0"/>
                  </a:moveTo>
                  <a:cubicBezTo>
                    <a:pt x="358" y="238"/>
                    <a:pt x="167" y="500"/>
                    <a:pt x="0" y="786"/>
                  </a:cubicBezTo>
                  <a:lnTo>
                    <a:pt x="1906" y="1620"/>
                  </a:lnTo>
                  <a:cubicBezTo>
                    <a:pt x="2048" y="1334"/>
                    <a:pt x="2191" y="1072"/>
                    <a:pt x="2358" y="810"/>
                  </a:cubicBezTo>
                  <a:lnTo>
                    <a:pt x="5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7" name="Google Shape;9227;p87"/>
            <p:cNvSpPr/>
            <p:nvPr/>
          </p:nvSpPr>
          <p:spPr>
            <a:xfrm>
              <a:off x="6464215" y="3061156"/>
              <a:ext cx="76818" cy="52853"/>
            </a:xfrm>
            <a:custGeom>
              <a:avLst/>
              <a:gdLst/>
              <a:ahLst/>
              <a:cxnLst/>
              <a:rect l="l" t="t" r="r" b="b"/>
              <a:pathLst>
                <a:path w="2358" h="1620" extrusionOk="0">
                  <a:moveTo>
                    <a:pt x="453" y="0"/>
                  </a:moveTo>
                  <a:cubicBezTo>
                    <a:pt x="333" y="286"/>
                    <a:pt x="167" y="572"/>
                    <a:pt x="0" y="834"/>
                  </a:cubicBezTo>
                  <a:lnTo>
                    <a:pt x="1786" y="1620"/>
                  </a:lnTo>
                  <a:cubicBezTo>
                    <a:pt x="2024" y="1405"/>
                    <a:pt x="2215" y="1143"/>
                    <a:pt x="2358" y="858"/>
                  </a:cubicBezTo>
                  <a:lnTo>
                    <a:pt x="45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8" name="Google Shape;9228;p87"/>
            <p:cNvSpPr/>
            <p:nvPr/>
          </p:nvSpPr>
          <p:spPr>
            <a:xfrm>
              <a:off x="6318333" y="2992774"/>
              <a:ext cx="68315" cy="56767"/>
            </a:xfrm>
            <a:custGeom>
              <a:avLst/>
              <a:gdLst/>
              <a:ahLst/>
              <a:cxnLst/>
              <a:rect l="l" t="t" r="r" b="b"/>
              <a:pathLst>
                <a:path w="2097" h="1740" extrusionOk="0">
                  <a:moveTo>
                    <a:pt x="191" y="1"/>
                  </a:moveTo>
                  <a:cubicBezTo>
                    <a:pt x="72" y="286"/>
                    <a:pt x="25" y="620"/>
                    <a:pt x="1" y="929"/>
                  </a:cubicBezTo>
                  <a:lnTo>
                    <a:pt x="1787" y="1739"/>
                  </a:lnTo>
                  <a:cubicBezTo>
                    <a:pt x="1882" y="1430"/>
                    <a:pt x="1978" y="1144"/>
                    <a:pt x="2097" y="834"/>
                  </a:cubicBezTo>
                  <a:lnTo>
                    <a:pt x="1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29" name="Google Shape;9229;p87"/>
            <p:cNvSpPr/>
            <p:nvPr/>
          </p:nvSpPr>
          <p:spPr>
            <a:xfrm>
              <a:off x="6495229" y="2927524"/>
              <a:ext cx="60562" cy="89360"/>
            </a:xfrm>
            <a:custGeom>
              <a:avLst/>
              <a:gdLst/>
              <a:ahLst/>
              <a:cxnLst/>
              <a:rect l="l" t="t" r="r" b="b"/>
              <a:pathLst>
                <a:path w="1859" h="2739" extrusionOk="0">
                  <a:moveTo>
                    <a:pt x="1" y="0"/>
                  </a:moveTo>
                  <a:cubicBezTo>
                    <a:pt x="263" y="477"/>
                    <a:pt x="358" y="1024"/>
                    <a:pt x="286" y="1572"/>
                  </a:cubicBezTo>
                  <a:cubicBezTo>
                    <a:pt x="286" y="1715"/>
                    <a:pt x="239" y="1858"/>
                    <a:pt x="215" y="2024"/>
                  </a:cubicBezTo>
                  <a:lnTo>
                    <a:pt x="1858" y="2739"/>
                  </a:lnTo>
                  <a:cubicBezTo>
                    <a:pt x="1811" y="2429"/>
                    <a:pt x="1739" y="2144"/>
                    <a:pt x="1620" y="1858"/>
                  </a:cubicBezTo>
                  <a:cubicBezTo>
                    <a:pt x="1334" y="1072"/>
                    <a:pt x="763" y="405"/>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0" name="Google Shape;9230;p87"/>
            <p:cNvSpPr/>
            <p:nvPr/>
          </p:nvSpPr>
          <p:spPr>
            <a:xfrm>
              <a:off x="6399028" y="3105428"/>
              <a:ext cx="106333" cy="45088"/>
            </a:xfrm>
            <a:custGeom>
              <a:avLst/>
              <a:gdLst/>
              <a:ahLst/>
              <a:cxnLst/>
              <a:rect l="l" t="t" r="r" b="b"/>
              <a:pathLst>
                <a:path w="3264" h="1382" extrusionOk="0">
                  <a:moveTo>
                    <a:pt x="1644" y="1"/>
                  </a:moveTo>
                  <a:cubicBezTo>
                    <a:pt x="1549" y="120"/>
                    <a:pt x="1453" y="239"/>
                    <a:pt x="1334" y="334"/>
                  </a:cubicBezTo>
                  <a:cubicBezTo>
                    <a:pt x="1001" y="763"/>
                    <a:pt x="525" y="1072"/>
                    <a:pt x="1" y="1191"/>
                  </a:cubicBezTo>
                  <a:cubicBezTo>
                    <a:pt x="358" y="1334"/>
                    <a:pt x="763" y="1382"/>
                    <a:pt x="1144" y="1382"/>
                  </a:cubicBezTo>
                  <a:cubicBezTo>
                    <a:pt x="1906" y="1382"/>
                    <a:pt x="2644" y="1144"/>
                    <a:pt x="3263" y="715"/>
                  </a:cubicBezTo>
                  <a:lnTo>
                    <a:pt x="16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1" name="Google Shape;9231;p87"/>
            <p:cNvSpPr/>
            <p:nvPr/>
          </p:nvSpPr>
          <p:spPr>
            <a:xfrm>
              <a:off x="6319115" y="3045627"/>
              <a:ext cx="59780" cy="90143"/>
            </a:xfrm>
            <a:custGeom>
              <a:avLst/>
              <a:gdLst/>
              <a:ahLst/>
              <a:cxnLst/>
              <a:rect l="l" t="t" r="r" b="b"/>
              <a:pathLst>
                <a:path w="1835" h="2763" extrusionOk="0">
                  <a:moveTo>
                    <a:pt x="1" y="0"/>
                  </a:moveTo>
                  <a:lnTo>
                    <a:pt x="1" y="0"/>
                  </a:lnTo>
                  <a:cubicBezTo>
                    <a:pt x="144" y="1167"/>
                    <a:pt x="810" y="2167"/>
                    <a:pt x="1834" y="2763"/>
                  </a:cubicBezTo>
                  <a:cubicBezTo>
                    <a:pt x="1573" y="2262"/>
                    <a:pt x="1477" y="1715"/>
                    <a:pt x="1573" y="1167"/>
                  </a:cubicBezTo>
                  <a:cubicBezTo>
                    <a:pt x="1573" y="1024"/>
                    <a:pt x="1596" y="881"/>
                    <a:pt x="1620" y="738"/>
                  </a:cubicBez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2" name="Google Shape;9232;p87"/>
            <p:cNvSpPr/>
            <p:nvPr/>
          </p:nvSpPr>
          <p:spPr>
            <a:xfrm>
              <a:off x="6440922" y="2938388"/>
              <a:ext cx="45022" cy="46654"/>
            </a:xfrm>
            <a:custGeom>
              <a:avLst/>
              <a:gdLst/>
              <a:ahLst/>
              <a:cxnLst/>
              <a:rect l="l" t="t" r="r" b="b"/>
              <a:pathLst>
                <a:path w="1382" h="1430" extrusionOk="0">
                  <a:moveTo>
                    <a:pt x="1144" y="1"/>
                  </a:moveTo>
                  <a:cubicBezTo>
                    <a:pt x="810" y="48"/>
                    <a:pt x="405" y="358"/>
                    <a:pt x="1" y="858"/>
                  </a:cubicBezTo>
                  <a:lnTo>
                    <a:pt x="1287" y="1430"/>
                  </a:lnTo>
                  <a:cubicBezTo>
                    <a:pt x="1382" y="787"/>
                    <a:pt x="1334" y="286"/>
                    <a:pt x="11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3" name="Google Shape;9233;p87"/>
            <p:cNvSpPr/>
            <p:nvPr/>
          </p:nvSpPr>
          <p:spPr>
            <a:xfrm>
              <a:off x="6487476" y="3013752"/>
              <a:ext cx="69064" cy="56767"/>
            </a:xfrm>
            <a:custGeom>
              <a:avLst/>
              <a:gdLst/>
              <a:ahLst/>
              <a:cxnLst/>
              <a:rect l="l" t="t" r="r" b="b"/>
              <a:pathLst>
                <a:path w="2120" h="1740" extrusionOk="0">
                  <a:moveTo>
                    <a:pt x="310" y="1"/>
                  </a:moveTo>
                  <a:cubicBezTo>
                    <a:pt x="215" y="286"/>
                    <a:pt x="120" y="596"/>
                    <a:pt x="1" y="882"/>
                  </a:cubicBezTo>
                  <a:lnTo>
                    <a:pt x="1929" y="1739"/>
                  </a:lnTo>
                  <a:cubicBezTo>
                    <a:pt x="2025" y="1430"/>
                    <a:pt x="2096" y="1120"/>
                    <a:pt x="2120" y="787"/>
                  </a:cubicBezTo>
                  <a:lnTo>
                    <a:pt x="31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4" name="Google Shape;9234;p87"/>
            <p:cNvSpPr/>
            <p:nvPr/>
          </p:nvSpPr>
          <p:spPr>
            <a:xfrm>
              <a:off x="6368763" y="2911864"/>
              <a:ext cx="106333" cy="46001"/>
            </a:xfrm>
            <a:custGeom>
              <a:avLst/>
              <a:gdLst/>
              <a:ahLst/>
              <a:cxnLst/>
              <a:rect l="l" t="t" r="r" b="b"/>
              <a:pathLst>
                <a:path w="3264" h="1410" extrusionOk="0">
                  <a:moveTo>
                    <a:pt x="2109" y="0"/>
                  </a:moveTo>
                  <a:cubicBezTo>
                    <a:pt x="1365" y="0"/>
                    <a:pt x="627" y="233"/>
                    <a:pt x="1" y="671"/>
                  </a:cubicBezTo>
                  <a:lnTo>
                    <a:pt x="1620" y="1409"/>
                  </a:lnTo>
                  <a:cubicBezTo>
                    <a:pt x="1716" y="1266"/>
                    <a:pt x="1811" y="1171"/>
                    <a:pt x="1930" y="1052"/>
                  </a:cubicBezTo>
                  <a:cubicBezTo>
                    <a:pt x="2263" y="623"/>
                    <a:pt x="2740" y="314"/>
                    <a:pt x="3263" y="195"/>
                  </a:cubicBezTo>
                  <a:cubicBezTo>
                    <a:pt x="2888" y="64"/>
                    <a:pt x="2498" y="0"/>
                    <a:pt x="21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35" name="Google Shape;9235;p87"/>
          <p:cNvGrpSpPr/>
          <p:nvPr/>
        </p:nvGrpSpPr>
        <p:grpSpPr>
          <a:xfrm>
            <a:off x="9466144" y="3845336"/>
            <a:ext cx="300017" cy="465189"/>
            <a:chOff x="7099607" y="2884002"/>
            <a:chExt cx="225013" cy="348892"/>
          </a:xfrm>
          <a:solidFill>
            <a:schemeClr val="bg1"/>
          </a:solidFill>
        </p:grpSpPr>
        <p:sp>
          <p:nvSpPr>
            <p:cNvPr id="9236" name="Google Shape;9236;p87"/>
            <p:cNvSpPr/>
            <p:nvPr/>
          </p:nvSpPr>
          <p:spPr>
            <a:xfrm>
              <a:off x="7161667" y="2884002"/>
              <a:ext cx="101642" cy="21794"/>
            </a:xfrm>
            <a:custGeom>
              <a:avLst/>
              <a:gdLst/>
              <a:ahLst/>
              <a:cxnLst/>
              <a:rect l="l" t="t" r="r" b="b"/>
              <a:pathLst>
                <a:path w="3120" h="668" extrusionOk="0">
                  <a:moveTo>
                    <a:pt x="500" y="1"/>
                  </a:moveTo>
                  <a:cubicBezTo>
                    <a:pt x="215" y="1"/>
                    <a:pt x="0" y="239"/>
                    <a:pt x="0" y="525"/>
                  </a:cubicBezTo>
                  <a:lnTo>
                    <a:pt x="0" y="667"/>
                  </a:lnTo>
                  <a:lnTo>
                    <a:pt x="3120" y="667"/>
                  </a:lnTo>
                  <a:lnTo>
                    <a:pt x="3120" y="525"/>
                  </a:lnTo>
                  <a:cubicBezTo>
                    <a:pt x="3120" y="239"/>
                    <a:pt x="2882" y="1"/>
                    <a:pt x="25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7" name="Google Shape;9237;p87"/>
            <p:cNvSpPr/>
            <p:nvPr/>
          </p:nvSpPr>
          <p:spPr>
            <a:xfrm>
              <a:off x="7099607" y="2925958"/>
              <a:ext cx="225013" cy="122801"/>
            </a:xfrm>
            <a:custGeom>
              <a:avLst/>
              <a:gdLst/>
              <a:ahLst/>
              <a:cxnLst/>
              <a:rect l="l" t="t" r="r" b="b"/>
              <a:pathLst>
                <a:path w="6907" h="3764" extrusionOk="0">
                  <a:moveTo>
                    <a:pt x="3465" y="1287"/>
                  </a:moveTo>
                  <a:cubicBezTo>
                    <a:pt x="3614" y="1287"/>
                    <a:pt x="3763" y="1382"/>
                    <a:pt x="3787" y="1572"/>
                  </a:cubicBezTo>
                  <a:lnTo>
                    <a:pt x="3787" y="1882"/>
                  </a:lnTo>
                  <a:lnTo>
                    <a:pt x="4096" y="1882"/>
                  </a:lnTo>
                  <a:cubicBezTo>
                    <a:pt x="4111" y="1880"/>
                    <a:pt x="4125" y="1880"/>
                    <a:pt x="4139" y="1880"/>
                  </a:cubicBezTo>
                  <a:cubicBezTo>
                    <a:pt x="4541" y="1880"/>
                    <a:pt x="4534" y="2526"/>
                    <a:pt x="4118" y="2526"/>
                  </a:cubicBezTo>
                  <a:cubicBezTo>
                    <a:pt x="4111" y="2526"/>
                    <a:pt x="4104" y="2525"/>
                    <a:pt x="4096" y="2525"/>
                  </a:cubicBezTo>
                  <a:lnTo>
                    <a:pt x="3787" y="2525"/>
                  </a:lnTo>
                  <a:lnTo>
                    <a:pt x="3787" y="2835"/>
                  </a:lnTo>
                  <a:cubicBezTo>
                    <a:pt x="3763" y="3025"/>
                    <a:pt x="3614" y="3120"/>
                    <a:pt x="3465" y="3120"/>
                  </a:cubicBezTo>
                  <a:cubicBezTo>
                    <a:pt x="3316" y="3120"/>
                    <a:pt x="3167" y="3025"/>
                    <a:pt x="3144" y="2835"/>
                  </a:cubicBezTo>
                  <a:lnTo>
                    <a:pt x="3144" y="2525"/>
                  </a:lnTo>
                  <a:lnTo>
                    <a:pt x="2858" y="2525"/>
                  </a:lnTo>
                  <a:cubicBezTo>
                    <a:pt x="2850" y="2525"/>
                    <a:pt x="2842" y="2526"/>
                    <a:pt x="2835" y="2526"/>
                  </a:cubicBezTo>
                  <a:cubicBezTo>
                    <a:pt x="2397" y="2526"/>
                    <a:pt x="2389" y="1880"/>
                    <a:pt x="2813" y="1880"/>
                  </a:cubicBezTo>
                  <a:cubicBezTo>
                    <a:pt x="2828" y="1880"/>
                    <a:pt x="2843" y="1880"/>
                    <a:pt x="2858" y="1882"/>
                  </a:cubicBezTo>
                  <a:lnTo>
                    <a:pt x="3144" y="1882"/>
                  </a:lnTo>
                  <a:lnTo>
                    <a:pt x="3144" y="1572"/>
                  </a:lnTo>
                  <a:cubicBezTo>
                    <a:pt x="3167" y="1382"/>
                    <a:pt x="3316" y="1287"/>
                    <a:pt x="3465" y="1287"/>
                  </a:cubicBezTo>
                  <a:close/>
                  <a:moveTo>
                    <a:pt x="1143" y="1"/>
                  </a:moveTo>
                  <a:cubicBezTo>
                    <a:pt x="524" y="1"/>
                    <a:pt x="0" y="525"/>
                    <a:pt x="0" y="1144"/>
                  </a:cubicBezTo>
                  <a:lnTo>
                    <a:pt x="0" y="3763"/>
                  </a:lnTo>
                  <a:lnTo>
                    <a:pt x="6906" y="3763"/>
                  </a:lnTo>
                  <a:lnTo>
                    <a:pt x="6906" y="1144"/>
                  </a:lnTo>
                  <a:cubicBezTo>
                    <a:pt x="6906" y="525"/>
                    <a:pt x="6382" y="1"/>
                    <a:pt x="57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38" name="Google Shape;9238;p87"/>
            <p:cNvSpPr/>
            <p:nvPr/>
          </p:nvSpPr>
          <p:spPr>
            <a:xfrm>
              <a:off x="7099607" y="3069704"/>
              <a:ext cx="225013" cy="163190"/>
            </a:xfrm>
            <a:custGeom>
              <a:avLst/>
              <a:gdLst/>
              <a:ahLst/>
              <a:cxnLst/>
              <a:rect l="l" t="t" r="r" b="b"/>
              <a:pathLst>
                <a:path w="6907" h="5002" extrusionOk="0">
                  <a:moveTo>
                    <a:pt x="4078" y="611"/>
                  </a:moveTo>
                  <a:cubicBezTo>
                    <a:pt x="4317" y="611"/>
                    <a:pt x="4528" y="925"/>
                    <a:pt x="4311" y="1143"/>
                  </a:cubicBezTo>
                  <a:lnTo>
                    <a:pt x="3572" y="1882"/>
                  </a:lnTo>
                  <a:lnTo>
                    <a:pt x="4072" y="1882"/>
                  </a:lnTo>
                  <a:cubicBezTo>
                    <a:pt x="4358" y="1882"/>
                    <a:pt x="4501" y="2215"/>
                    <a:pt x="4311" y="2406"/>
                  </a:cubicBezTo>
                  <a:lnTo>
                    <a:pt x="3048" y="3668"/>
                  </a:lnTo>
                  <a:cubicBezTo>
                    <a:pt x="2977" y="3734"/>
                    <a:pt x="2899" y="3762"/>
                    <a:pt x="2825" y="3762"/>
                  </a:cubicBezTo>
                  <a:cubicBezTo>
                    <a:pt x="2579" y="3762"/>
                    <a:pt x="2376" y="3453"/>
                    <a:pt x="2596" y="3215"/>
                  </a:cubicBezTo>
                  <a:lnTo>
                    <a:pt x="3334" y="2501"/>
                  </a:lnTo>
                  <a:lnTo>
                    <a:pt x="2834" y="2501"/>
                  </a:lnTo>
                  <a:cubicBezTo>
                    <a:pt x="2817" y="2503"/>
                    <a:pt x="2800" y="2505"/>
                    <a:pt x="2784" y="2505"/>
                  </a:cubicBezTo>
                  <a:cubicBezTo>
                    <a:pt x="2507" y="2505"/>
                    <a:pt x="2371" y="2134"/>
                    <a:pt x="2596" y="1977"/>
                  </a:cubicBezTo>
                  <a:lnTo>
                    <a:pt x="3858" y="715"/>
                  </a:lnTo>
                  <a:cubicBezTo>
                    <a:pt x="3926" y="641"/>
                    <a:pt x="4003" y="611"/>
                    <a:pt x="4078" y="611"/>
                  </a:cubicBezTo>
                  <a:close/>
                  <a:moveTo>
                    <a:pt x="0" y="0"/>
                  </a:moveTo>
                  <a:lnTo>
                    <a:pt x="0" y="3858"/>
                  </a:lnTo>
                  <a:cubicBezTo>
                    <a:pt x="0" y="4501"/>
                    <a:pt x="524" y="5001"/>
                    <a:pt x="1143" y="5001"/>
                  </a:cubicBezTo>
                  <a:lnTo>
                    <a:pt x="5763" y="5001"/>
                  </a:lnTo>
                  <a:cubicBezTo>
                    <a:pt x="6406" y="5001"/>
                    <a:pt x="6906" y="4501"/>
                    <a:pt x="6906" y="3858"/>
                  </a:cubicBezTo>
                  <a:lnTo>
                    <a:pt x="69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39" name="Google Shape;9239;p87"/>
          <p:cNvGrpSpPr/>
          <p:nvPr/>
        </p:nvGrpSpPr>
        <p:grpSpPr>
          <a:xfrm>
            <a:off x="10389867" y="3873220"/>
            <a:ext cx="464512" cy="410379"/>
            <a:chOff x="7792400" y="2904915"/>
            <a:chExt cx="348384" cy="307784"/>
          </a:xfrm>
          <a:solidFill>
            <a:schemeClr val="bg1"/>
          </a:solidFill>
        </p:grpSpPr>
        <p:sp>
          <p:nvSpPr>
            <p:cNvPr id="9240" name="Google Shape;9240;p87"/>
            <p:cNvSpPr/>
            <p:nvPr/>
          </p:nvSpPr>
          <p:spPr>
            <a:xfrm>
              <a:off x="7834295" y="3109311"/>
              <a:ext cx="60529" cy="60258"/>
            </a:xfrm>
            <a:custGeom>
              <a:avLst/>
              <a:gdLst/>
              <a:ahLst/>
              <a:cxnLst/>
              <a:rect l="l" t="t" r="r" b="b"/>
              <a:pathLst>
                <a:path w="1858" h="1847" extrusionOk="0">
                  <a:moveTo>
                    <a:pt x="0" y="1"/>
                  </a:moveTo>
                  <a:lnTo>
                    <a:pt x="0" y="953"/>
                  </a:lnTo>
                  <a:cubicBezTo>
                    <a:pt x="24" y="1549"/>
                    <a:pt x="471" y="1846"/>
                    <a:pt x="920" y="1846"/>
                  </a:cubicBezTo>
                  <a:cubicBezTo>
                    <a:pt x="1370" y="1846"/>
                    <a:pt x="1822" y="1549"/>
                    <a:pt x="1858" y="953"/>
                  </a:cubicBezTo>
                  <a:lnTo>
                    <a:pt x="18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1" name="Google Shape;9241;p87"/>
            <p:cNvSpPr/>
            <p:nvPr/>
          </p:nvSpPr>
          <p:spPr>
            <a:xfrm>
              <a:off x="7818755" y="2904980"/>
              <a:ext cx="88513" cy="61400"/>
            </a:xfrm>
            <a:custGeom>
              <a:avLst/>
              <a:gdLst/>
              <a:ahLst/>
              <a:cxnLst/>
              <a:rect l="l" t="t" r="r" b="b"/>
              <a:pathLst>
                <a:path w="2717" h="1882" extrusionOk="0">
                  <a:moveTo>
                    <a:pt x="431" y="0"/>
                  </a:moveTo>
                  <a:cubicBezTo>
                    <a:pt x="0" y="0"/>
                    <a:pt x="7" y="625"/>
                    <a:pt x="412" y="625"/>
                  </a:cubicBezTo>
                  <a:cubicBezTo>
                    <a:pt x="433" y="625"/>
                    <a:pt x="455" y="623"/>
                    <a:pt x="477" y="620"/>
                  </a:cubicBezTo>
                  <a:lnTo>
                    <a:pt x="477" y="1882"/>
                  </a:lnTo>
                  <a:lnTo>
                    <a:pt x="2335" y="1882"/>
                  </a:lnTo>
                  <a:lnTo>
                    <a:pt x="2335" y="620"/>
                  </a:lnTo>
                  <a:cubicBezTo>
                    <a:pt x="2716" y="596"/>
                    <a:pt x="2716" y="24"/>
                    <a:pt x="2335" y="1"/>
                  </a:cubicBezTo>
                  <a:lnTo>
                    <a:pt x="454" y="1"/>
                  </a:lnTo>
                  <a:cubicBezTo>
                    <a:pt x="446" y="0"/>
                    <a:pt x="438" y="0"/>
                    <a:pt x="43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2" name="Google Shape;9242;p87"/>
            <p:cNvSpPr/>
            <p:nvPr/>
          </p:nvSpPr>
          <p:spPr>
            <a:xfrm>
              <a:off x="7935936" y="3109311"/>
              <a:ext cx="60529" cy="62020"/>
            </a:xfrm>
            <a:custGeom>
              <a:avLst/>
              <a:gdLst/>
              <a:ahLst/>
              <a:cxnLst/>
              <a:rect l="l" t="t" r="r" b="b"/>
              <a:pathLst>
                <a:path w="1858" h="1901" extrusionOk="0">
                  <a:moveTo>
                    <a:pt x="0" y="1"/>
                  </a:moveTo>
                  <a:lnTo>
                    <a:pt x="0" y="953"/>
                  </a:lnTo>
                  <a:cubicBezTo>
                    <a:pt x="0" y="1584"/>
                    <a:pt x="465" y="1900"/>
                    <a:pt x="929" y="1900"/>
                  </a:cubicBezTo>
                  <a:cubicBezTo>
                    <a:pt x="1393" y="1900"/>
                    <a:pt x="1858" y="1584"/>
                    <a:pt x="1858" y="953"/>
                  </a:cubicBezTo>
                  <a:lnTo>
                    <a:pt x="18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3" name="Google Shape;9243;p87"/>
            <p:cNvSpPr/>
            <p:nvPr/>
          </p:nvSpPr>
          <p:spPr>
            <a:xfrm>
              <a:off x="7921114" y="2904980"/>
              <a:ext cx="87764" cy="61400"/>
            </a:xfrm>
            <a:custGeom>
              <a:avLst/>
              <a:gdLst/>
              <a:ahLst/>
              <a:cxnLst/>
              <a:rect l="l" t="t" r="r" b="b"/>
              <a:pathLst>
                <a:path w="2694" h="1882" extrusionOk="0">
                  <a:moveTo>
                    <a:pt x="409" y="0"/>
                  </a:moveTo>
                  <a:cubicBezTo>
                    <a:pt x="1" y="0"/>
                    <a:pt x="8" y="625"/>
                    <a:pt x="393" y="625"/>
                  </a:cubicBezTo>
                  <a:cubicBezTo>
                    <a:pt x="413" y="625"/>
                    <a:pt x="434" y="623"/>
                    <a:pt x="455" y="620"/>
                  </a:cubicBezTo>
                  <a:lnTo>
                    <a:pt x="455" y="1882"/>
                  </a:lnTo>
                  <a:lnTo>
                    <a:pt x="2313" y="1882"/>
                  </a:lnTo>
                  <a:lnTo>
                    <a:pt x="2313" y="620"/>
                  </a:lnTo>
                  <a:cubicBezTo>
                    <a:pt x="2694" y="596"/>
                    <a:pt x="2694" y="24"/>
                    <a:pt x="2313" y="1"/>
                  </a:cubicBezTo>
                  <a:lnTo>
                    <a:pt x="431" y="1"/>
                  </a:lnTo>
                  <a:cubicBezTo>
                    <a:pt x="424" y="0"/>
                    <a:pt x="417" y="0"/>
                    <a:pt x="4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4" name="Google Shape;9244;p87"/>
            <p:cNvSpPr/>
            <p:nvPr/>
          </p:nvSpPr>
          <p:spPr>
            <a:xfrm>
              <a:off x="8038327" y="3107777"/>
              <a:ext cx="60562" cy="61792"/>
            </a:xfrm>
            <a:custGeom>
              <a:avLst/>
              <a:gdLst/>
              <a:ahLst/>
              <a:cxnLst/>
              <a:rect l="l" t="t" r="r" b="b"/>
              <a:pathLst>
                <a:path w="1859" h="1894" extrusionOk="0">
                  <a:moveTo>
                    <a:pt x="1" y="0"/>
                  </a:moveTo>
                  <a:lnTo>
                    <a:pt x="1" y="1000"/>
                  </a:lnTo>
                  <a:cubicBezTo>
                    <a:pt x="36" y="1596"/>
                    <a:pt x="483" y="1893"/>
                    <a:pt x="929" y="1893"/>
                  </a:cubicBezTo>
                  <a:cubicBezTo>
                    <a:pt x="1376" y="1893"/>
                    <a:pt x="1822" y="1596"/>
                    <a:pt x="1858" y="1000"/>
                  </a:cubicBezTo>
                  <a:lnTo>
                    <a:pt x="18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5" name="Google Shape;9245;p87"/>
            <p:cNvSpPr/>
            <p:nvPr/>
          </p:nvSpPr>
          <p:spPr>
            <a:xfrm>
              <a:off x="8023537" y="2904915"/>
              <a:ext cx="89621" cy="61465"/>
            </a:xfrm>
            <a:custGeom>
              <a:avLst/>
              <a:gdLst/>
              <a:ahLst/>
              <a:cxnLst/>
              <a:rect l="l" t="t" r="r" b="b"/>
              <a:pathLst>
                <a:path w="2751" h="1884" extrusionOk="0">
                  <a:moveTo>
                    <a:pt x="2355" y="0"/>
                  </a:moveTo>
                  <a:cubicBezTo>
                    <a:pt x="2341" y="0"/>
                    <a:pt x="2327" y="1"/>
                    <a:pt x="2312" y="3"/>
                  </a:cubicBezTo>
                  <a:lnTo>
                    <a:pt x="431" y="3"/>
                  </a:lnTo>
                  <a:cubicBezTo>
                    <a:pt x="423" y="2"/>
                    <a:pt x="416" y="2"/>
                    <a:pt x="409" y="2"/>
                  </a:cubicBezTo>
                  <a:cubicBezTo>
                    <a:pt x="0" y="2"/>
                    <a:pt x="8" y="627"/>
                    <a:pt x="393" y="627"/>
                  </a:cubicBezTo>
                  <a:cubicBezTo>
                    <a:pt x="413" y="627"/>
                    <a:pt x="433" y="625"/>
                    <a:pt x="455" y="622"/>
                  </a:cubicBezTo>
                  <a:lnTo>
                    <a:pt x="455" y="1884"/>
                  </a:lnTo>
                  <a:lnTo>
                    <a:pt x="2312" y="1884"/>
                  </a:lnTo>
                  <a:lnTo>
                    <a:pt x="2312" y="622"/>
                  </a:lnTo>
                  <a:cubicBezTo>
                    <a:pt x="2327" y="623"/>
                    <a:pt x="2341" y="624"/>
                    <a:pt x="2355" y="624"/>
                  </a:cubicBezTo>
                  <a:cubicBezTo>
                    <a:pt x="2751" y="624"/>
                    <a:pt x="2751" y="0"/>
                    <a:pt x="235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6" name="Google Shape;9246;p87"/>
            <p:cNvSpPr/>
            <p:nvPr/>
          </p:nvSpPr>
          <p:spPr>
            <a:xfrm>
              <a:off x="7792400" y="2986575"/>
              <a:ext cx="348384" cy="226124"/>
            </a:xfrm>
            <a:custGeom>
              <a:avLst/>
              <a:gdLst/>
              <a:ahLst/>
              <a:cxnLst/>
              <a:rect l="l" t="t" r="r" b="b"/>
              <a:pathLst>
                <a:path w="10694" h="6931" extrusionOk="0">
                  <a:moveTo>
                    <a:pt x="7550" y="2501"/>
                  </a:moveTo>
                  <a:lnTo>
                    <a:pt x="7550" y="3096"/>
                  </a:lnTo>
                  <a:lnTo>
                    <a:pt x="9431" y="3096"/>
                  </a:lnTo>
                  <a:lnTo>
                    <a:pt x="9431" y="2524"/>
                  </a:lnTo>
                  <a:lnTo>
                    <a:pt x="10074" y="2524"/>
                  </a:lnTo>
                  <a:lnTo>
                    <a:pt x="10050" y="5954"/>
                  </a:lnTo>
                  <a:cubicBezTo>
                    <a:pt x="10072" y="6130"/>
                    <a:pt x="9951" y="6266"/>
                    <a:pt x="9782" y="6266"/>
                  </a:cubicBezTo>
                  <a:cubicBezTo>
                    <a:pt x="9768" y="6266"/>
                    <a:pt x="9755" y="6265"/>
                    <a:pt x="9741" y="6263"/>
                  </a:cubicBezTo>
                  <a:lnTo>
                    <a:pt x="929" y="6263"/>
                  </a:lnTo>
                  <a:cubicBezTo>
                    <a:pt x="739" y="6263"/>
                    <a:pt x="620" y="6120"/>
                    <a:pt x="620" y="5954"/>
                  </a:cubicBezTo>
                  <a:lnTo>
                    <a:pt x="620" y="2501"/>
                  </a:lnTo>
                  <a:lnTo>
                    <a:pt x="1286" y="2501"/>
                  </a:lnTo>
                  <a:lnTo>
                    <a:pt x="1286" y="3144"/>
                  </a:lnTo>
                  <a:lnTo>
                    <a:pt x="3144" y="3144"/>
                  </a:lnTo>
                  <a:lnTo>
                    <a:pt x="3144" y="2501"/>
                  </a:lnTo>
                  <a:lnTo>
                    <a:pt x="4430" y="2501"/>
                  </a:lnTo>
                  <a:lnTo>
                    <a:pt x="4430" y="3144"/>
                  </a:lnTo>
                  <a:lnTo>
                    <a:pt x="6288" y="3144"/>
                  </a:lnTo>
                  <a:lnTo>
                    <a:pt x="6288" y="2501"/>
                  </a:lnTo>
                  <a:close/>
                  <a:moveTo>
                    <a:pt x="286" y="0"/>
                  </a:moveTo>
                  <a:cubicBezTo>
                    <a:pt x="120" y="24"/>
                    <a:pt x="0" y="143"/>
                    <a:pt x="0" y="334"/>
                  </a:cubicBezTo>
                  <a:lnTo>
                    <a:pt x="0" y="5978"/>
                  </a:lnTo>
                  <a:cubicBezTo>
                    <a:pt x="0" y="6501"/>
                    <a:pt x="405" y="6906"/>
                    <a:pt x="929" y="6930"/>
                  </a:cubicBezTo>
                  <a:lnTo>
                    <a:pt x="9764" y="6930"/>
                  </a:lnTo>
                  <a:cubicBezTo>
                    <a:pt x="10288" y="6906"/>
                    <a:pt x="10693" y="6501"/>
                    <a:pt x="10693" y="5978"/>
                  </a:cubicBezTo>
                  <a:lnTo>
                    <a:pt x="10693" y="334"/>
                  </a:lnTo>
                  <a:cubicBezTo>
                    <a:pt x="10693" y="143"/>
                    <a:pt x="10550" y="0"/>
                    <a:pt x="103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47" name="Google Shape;9247;p87"/>
          <p:cNvGrpSpPr/>
          <p:nvPr/>
        </p:nvGrpSpPr>
        <p:grpSpPr>
          <a:xfrm>
            <a:off x="10388824" y="4617113"/>
            <a:ext cx="465555" cy="412032"/>
            <a:chOff x="7791618" y="3462835"/>
            <a:chExt cx="349166" cy="309024"/>
          </a:xfrm>
          <a:solidFill>
            <a:schemeClr val="bg1"/>
          </a:solidFill>
        </p:grpSpPr>
        <p:sp>
          <p:nvSpPr>
            <p:cNvPr id="9248" name="Google Shape;9248;p87"/>
            <p:cNvSpPr/>
            <p:nvPr/>
          </p:nvSpPr>
          <p:spPr>
            <a:xfrm>
              <a:off x="7791618" y="3462835"/>
              <a:ext cx="144351" cy="143778"/>
            </a:xfrm>
            <a:custGeom>
              <a:avLst/>
              <a:gdLst/>
              <a:ahLst/>
              <a:cxnLst/>
              <a:rect l="l" t="t" r="r" b="b"/>
              <a:pathLst>
                <a:path w="4431" h="4407" extrusionOk="0">
                  <a:moveTo>
                    <a:pt x="2215" y="0"/>
                  </a:moveTo>
                  <a:cubicBezTo>
                    <a:pt x="1001" y="0"/>
                    <a:pt x="1" y="977"/>
                    <a:pt x="1" y="2191"/>
                  </a:cubicBezTo>
                  <a:lnTo>
                    <a:pt x="1" y="4406"/>
                  </a:lnTo>
                  <a:lnTo>
                    <a:pt x="4406" y="4406"/>
                  </a:lnTo>
                  <a:lnTo>
                    <a:pt x="4406" y="2215"/>
                  </a:lnTo>
                  <a:cubicBezTo>
                    <a:pt x="4430" y="1001"/>
                    <a:pt x="3454" y="0"/>
                    <a:pt x="22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49" name="Google Shape;9249;p87"/>
            <p:cNvSpPr/>
            <p:nvPr/>
          </p:nvSpPr>
          <p:spPr>
            <a:xfrm>
              <a:off x="7791618" y="3626776"/>
              <a:ext cx="143569" cy="143778"/>
            </a:xfrm>
            <a:custGeom>
              <a:avLst/>
              <a:gdLst/>
              <a:ahLst/>
              <a:cxnLst/>
              <a:rect l="l" t="t" r="r" b="b"/>
              <a:pathLst>
                <a:path w="4407" h="4407" extrusionOk="0">
                  <a:moveTo>
                    <a:pt x="1" y="0"/>
                  </a:moveTo>
                  <a:lnTo>
                    <a:pt x="1" y="2191"/>
                  </a:lnTo>
                  <a:cubicBezTo>
                    <a:pt x="1" y="3406"/>
                    <a:pt x="977" y="4406"/>
                    <a:pt x="2192" y="4406"/>
                  </a:cubicBezTo>
                  <a:cubicBezTo>
                    <a:pt x="2206" y="4406"/>
                    <a:pt x="2220" y="4406"/>
                    <a:pt x="2234" y="4406"/>
                  </a:cubicBezTo>
                  <a:cubicBezTo>
                    <a:pt x="3429" y="4406"/>
                    <a:pt x="4406" y="3415"/>
                    <a:pt x="4406" y="2215"/>
                  </a:cubicBezTo>
                  <a:lnTo>
                    <a:pt x="4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0" name="Google Shape;9250;p87"/>
            <p:cNvSpPr/>
            <p:nvPr/>
          </p:nvSpPr>
          <p:spPr>
            <a:xfrm>
              <a:off x="7956884" y="3524007"/>
              <a:ext cx="183900" cy="113665"/>
            </a:xfrm>
            <a:custGeom>
              <a:avLst/>
              <a:gdLst/>
              <a:ahLst/>
              <a:cxnLst/>
              <a:rect l="l" t="t" r="r" b="b"/>
              <a:pathLst>
                <a:path w="5645" h="3484" extrusionOk="0">
                  <a:moveTo>
                    <a:pt x="1862" y="1"/>
                  </a:moveTo>
                  <a:cubicBezTo>
                    <a:pt x="1237" y="1"/>
                    <a:pt x="598" y="160"/>
                    <a:pt x="0" y="507"/>
                  </a:cubicBezTo>
                  <a:lnTo>
                    <a:pt x="0" y="3484"/>
                  </a:lnTo>
                  <a:lnTo>
                    <a:pt x="5644" y="3484"/>
                  </a:lnTo>
                  <a:cubicBezTo>
                    <a:pt x="5466" y="1415"/>
                    <a:pt x="3725" y="1"/>
                    <a:pt x="18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1" name="Google Shape;9251;p87"/>
            <p:cNvSpPr/>
            <p:nvPr/>
          </p:nvSpPr>
          <p:spPr>
            <a:xfrm>
              <a:off x="7942908" y="3657835"/>
              <a:ext cx="197876" cy="114024"/>
            </a:xfrm>
            <a:custGeom>
              <a:avLst/>
              <a:gdLst/>
              <a:ahLst/>
              <a:cxnLst/>
              <a:rect l="l" t="t" r="r" b="b"/>
              <a:pathLst>
                <a:path w="6074" h="3495" extrusionOk="0">
                  <a:moveTo>
                    <a:pt x="405" y="1"/>
                  </a:moveTo>
                  <a:lnTo>
                    <a:pt x="405" y="1287"/>
                  </a:lnTo>
                  <a:cubicBezTo>
                    <a:pt x="405" y="1787"/>
                    <a:pt x="262" y="2287"/>
                    <a:pt x="0" y="2716"/>
                  </a:cubicBezTo>
                  <a:cubicBezTo>
                    <a:pt x="705" y="3251"/>
                    <a:pt x="1503" y="3495"/>
                    <a:pt x="2284" y="3495"/>
                  </a:cubicBezTo>
                  <a:cubicBezTo>
                    <a:pt x="4144" y="3495"/>
                    <a:pt x="5905" y="2114"/>
                    <a:pt x="60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252" name="Google Shape;9252;p87"/>
          <p:cNvSpPr/>
          <p:nvPr/>
        </p:nvSpPr>
        <p:spPr>
          <a:xfrm>
            <a:off x="9411282" y="4589969"/>
            <a:ext cx="413343" cy="465363"/>
          </a:xfrm>
          <a:custGeom>
            <a:avLst/>
            <a:gdLst/>
            <a:ahLst/>
            <a:cxnLst/>
            <a:rect l="l" t="t" r="r" b="b"/>
            <a:pathLst>
              <a:path w="9516" h="10698" extrusionOk="0">
                <a:moveTo>
                  <a:pt x="9175" y="0"/>
                </a:moveTo>
                <a:cubicBezTo>
                  <a:pt x="9158" y="0"/>
                  <a:pt x="9140" y="2"/>
                  <a:pt x="9122" y="5"/>
                </a:cubicBezTo>
                <a:lnTo>
                  <a:pt x="334" y="5"/>
                </a:lnTo>
                <a:cubicBezTo>
                  <a:pt x="320" y="3"/>
                  <a:pt x="307" y="3"/>
                  <a:pt x="293" y="3"/>
                </a:cubicBezTo>
                <a:cubicBezTo>
                  <a:pt x="124" y="3"/>
                  <a:pt x="1" y="138"/>
                  <a:pt x="1" y="315"/>
                </a:cubicBezTo>
                <a:lnTo>
                  <a:pt x="1" y="8721"/>
                </a:lnTo>
                <a:cubicBezTo>
                  <a:pt x="1" y="9817"/>
                  <a:pt x="906" y="10698"/>
                  <a:pt x="2001" y="10698"/>
                </a:cubicBezTo>
                <a:lnTo>
                  <a:pt x="6169" y="10698"/>
                </a:lnTo>
                <a:cubicBezTo>
                  <a:pt x="7264" y="10698"/>
                  <a:pt x="8146" y="9817"/>
                  <a:pt x="8146" y="8721"/>
                </a:cubicBezTo>
                <a:lnTo>
                  <a:pt x="8146" y="8150"/>
                </a:lnTo>
                <a:lnTo>
                  <a:pt x="6359" y="8150"/>
                </a:lnTo>
                <a:cubicBezTo>
                  <a:pt x="5955" y="8150"/>
                  <a:pt x="5955" y="7531"/>
                  <a:pt x="6359" y="7531"/>
                </a:cubicBezTo>
                <a:lnTo>
                  <a:pt x="8146" y="7531"/>
                </a:lnTo>
                <a:lnTo>
                  <a:pt x="8146" y="6888"/>
                </a:lnTo>
                <a:lnTo>
                  <a:pt x="7026" y="6888"/>
                </a:lnTo>
                <a:cubicBezTo>
                  <a:pt x="6645" y="6864"/>
                  <a:pt x="6645" y="6292"/>
                  <a:pt x="7026" y="6268"/>
                </a:cubicBezTo>
                <a:lnTo>
                  <a:pt x="8169" y="6268"/>
                </a:lnTo>
                <a:lnTo>
                  <a:pt x="8169" y="5625"/>
                </a:lnTo>
                <a:lnTo>
                  <a:pt x="6383" y="5625"/>
                </a:lnTo>
                <a:cubicBezTo>
                  <a:pt x="5978" y="5625"/>
                  <a:pt x="5978" y="5006"/>
                  <a:pt x="6383" y="5006"/>
                </a:cubicBezTo>
                <a:lnTo>
                  <a:pt x="8169" y="5006"/>
                </a:lnTo>
                <a:lnTo>
                  <a:pt x="8169" y="4387"/>
                </a:lnTo>
                <a:lnTo>
                  <a:pt x="7026" y="4387"/>
                </a:lnTo>
                <a:cubicBezTo>
                  <a:pt x="6645" y="4339"/>
                  <a:pt x="6645" y="3792"/>
                  <a:pt x="7026" y="3744"/>
                </a:cubicBezTo>
                <a:lnTo>
                  <a:pt x="8169" y="3744"/>
                </a:lnTo>
                <a:lnTo>
                  <a:pt x="8169" y="3125"/>
                </a:lnTo>
                <a:lnTo>
                  <a:pt x="6383" y="3125"/>
                </a:lnTo>
                <a:cubicBezTo>
                  <a:pt x="5978" y="3125"/>
                  <a:pt x="5978" y="2506"/>
                  <a:pt x="6383" y="2506"/>
                </a:cubicBezTo>
                <a:lnTo>
                  <a:pt x="8169" y="2506"/>
                </a:lnTo>
                <a:lnTo>
                  <a:pt x="8169" y="2291"/>
                </a:lnTo>
                <a:lnTo>
                  <a:pt x="9360" y="481"/>
                </a:lnTo>
                <a:cubicBezTo>
                  <a:pt x="9515" y="282"/>
                  <a:pt x="9402" y="0"/>
                  <a:pt x="9175"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253" name="Google Shape;9253;p87"/>
          <p:cNvGrpSpPr/>
          <p:nvPr/>
        </p:nvGrpSpPr>
        <p:grpSpPr>
          <a:xfrm>
            <a:off x="8378967" y="4603586"/>
            <a:ext cx="494396" cy="437261"/>
            <a:chOff x="6284225" y="3452689"/>
            <a:chExt cx="370797" cy="327946"/>
          </a:xfrm>
          <a:solidFill>
            <a:schemeClr val="bg1"/>
          </a:solidFill>
        </p:grpSpPr>
        <p:sp>
          <p:nvSpPr>
            <p:cNvPr id="9254" name="Google Shape;9254;p87"/>
            <p:cNvSpPr/>
            <p:nvPr/>
          </p:nvSpPr>
          <p:spPr>
            <a:xfrm>
              <a:off x="6364137" y="3612584"/>
              <a:ext cx="62842" cy="81824"/>
            </a:xfrm>
            <a:custGeom>
              <a:avLst/>
              <a:gdLst/>
              <a:ahLst/>
              <a:cxnLst/>
              <a:rect l="l" t="t" r="r" b="b"/>
              <a:pathLst>
                <a:path w="1929" h="2508" extrusionOk="0">
                  <a:moveTo>
                    <a:pt x="976" y="1"/>
                  </a:moveTo>
                  <a:cubicBezTo>
                    <a:pt x="911" y="1"/>
                    <a:pt x="845" y="18"/>
                    <a:pt x="786" y="54"/>
                  </a:cubicBezTo>
                  <a:cubicBezTo>
                    <a:pt x="333" y="411"/>
                    <a:pt x="71" y="935"/>
                    <a:pt x="24" y="1483"/>
                  </a:cubicBezTo>
                  <a:cubicBezTo>
                    <a:pt x="0" y="2031"/>
                    <a:pt x="429" y="2483"/>
                    <a:pt x="976" y="2507"/>
                  </a:cubicBezTo>
                  <a:cubicBezTo>
                    <a:pt x="1524" y="2483"/>
                    <a:pt x="1929" y="2031"/>
                    <a:pt x="1929" y="1483"/>
                  </a:cubicBezTo>
                  <a:cubicBezTo>
                    <a:pt x="1881" y="935"/>
                    <a:pt x="1596" y="411"/>
                    <a:pt x="1167" y="54"/>
                  </a:cubicBezTo>
                  <a:cubicBezTo>
                    <a:pt x="1107" y="18"/>
                    <a:pt x="1042" y="1"/>
                    <a:pt x="9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5" name="Google Shape;9255;p87"/>
            <p:cNvSpPr/>
            <p:nvPr/>
          </p:nvSpPr>
          <p:spPr>
            <a:xfrm>
              <a:off x="6284225" y="3699660"/>
              <a:ext cx="223449" cy="80975"/>
            </a:xfrm>
            <a:custGeom>
              <a:avLst/>
              <a:gdLst/>
              <a:ahLst/>
              <a:cxnLst/>
              <a:rect l="l" t="t" r="r" b="b"/>
              <a:pathLst>
                <a:path w="6859" h="2482" extrusionOk="0">
                  <a:moveTo>
                    <a:pt x="2213" y="0"/>
                  </a:moveTo>
                  <a:cubicBezTo>
                    <a:pt x="2198" y="0"/>
                    <a:pt x="2183" y="2"/>
                    <a:pt x="2167" y="5"/>
                  </a:cubicBezTo>
                  <a:lnTo>
                    <a:pt x="286" y="5"/>
                  </a:lnTo>
                  <a:cubicBezTo>
                    <a:pt x="119" y="5"/>
                    <a:pt x="0" y="124"/>
                    <a:pt x="0" y="291"/>
                  </a:cubicBezTo>
                  <a:lnTo>
                    <a:pt x="0" y="2172"/>
                  </a:lnTo>
                  <a:cubicBezTo>
                    <a:pt x="0" y="2339"/>
                    <a:pt x="119" y="2481"/>
                    <a:pt x="286" y="2481"/>
                  </a:cubicBezTo>
                  <a:lnTo>
                    <a:pt x="6549" y="2481"/>
                  </a:lnTo>
                  <a:cubicBezTo>
                    <a:pt x="6716" y="2481"/>
                    <a:pt x="6859" y="2339"/>
                    <a:pt x="6859" y="2172"/>
                  </a:cubicBezTo>
                  <a:lnTo>
                    <a:pt x="6859" y="291"/>
                  </a:lnTo>
                  <a:cubicBezTo>
                    <a:pt x="6859" y="136"/>
                    <a:pt x="6736" y="2"/>
                    <a:pt x="6586" y="2"/>
                  </a:cubicBezTo>
                  <a:cubicBezTo>
                    <a:pt x="6574" y="2"/>
                    <a:pt x="6561" y="3"/>
                    <a:pt x="6549" y="5"/>
                  </a:cubicBezTo>
                  <a:lnTo>
                    <a:pt x="4668" y="5"/>
                  </a:lnTo>
                  <a:cubicBezTo>
                    <a:pt x="4652" y="2"/>
                    <a:pt x="4637" y="0"/>
                    <a:pt x="4623" y="0"/>
                  </a:cubicBezTo>
                  <a:cubicBezTo>
                    <a:pt x="4524" y="0"/>
                    <a:pt x="4444" y="68"/>
                    <a:pt x="4382" y="171"/>
                  </a:cubicBezTo>
                  <a:cubicBezTo>
                    <a:pt x="4132" y="469"/>
                    <a:pt x="3775" y="618"/>
                    <a:pt x="3417" y="618"/>
                  </a:cubicBezTo>
                  <a:cubicBezTo>
                    <a:pt x="3060" y="618"/>
                    <a:pt x="2703" y="469"/>
                    <a:pt x="2453" y="171"/>
                  </a:cubicBezTo>
                  <a:cubicBezTo>
                    <a:pt x="2412" y="68"/>
                    <a:pt x="2316" y="0"/>
                    <a:pt x="221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6" name="Google Shape;9256;p87"/>
            <p:cNvSpPr/>
            <p:nvPr/>
          </p:nvSpPr>
          <p:spPr>
            <a:xfrm>
              <a:off x="6382739" y="3473960"/>
              <a:ext cx="183900" cy="103128"/>
            </a:xfrm>
            <a:custGeom>
              <a:avLst/>
              <a:gdLst/>
              <a:ahLst/>
              <a:cxnLst/>
              <a:rect l="l" t="t" r="r" b="b"/>
              <a:pathLst>
                <a:path w="5645" h="3161" extrusionOk="0">
                  <a:moveTo>
                    <a:pt x="2416" y="1"/>
                  </a:moveTo>
                  <a:cubicBezTo>
                    <a:pt x="2338" y="1"/>
                    <a:pt x="2258" y="34"/>
                    <a:pt x="2191" y="112"/>
                  </a:cubicBezTo>
                  <a:lnTo>
                    <a:pt x="96" y="2446"/>
                  </a:lnTo>
                  <a:cubicBezTo>
                    <a:pt x="1" y="2589"/>
                    <a:pt x="24" y="2755"/>
                    <a:pt x="143" y="2874"/>
                  </a:cubicBezTo>
                  <a:cubicBezTo>
                    <a:pt x="197" y="2928"/>
                    <a:pt x="270" y="2953"/>
                    <a:pt x="345" y="2953"/>
                  </a:cubicBezTo>
                  <a:cubicBezTo>
                    <a:pt x="436" y="2953"/>
                    <a:pt x="530" y="2916"/>
                    <a:pt x="596" y="2850"/>
                  </a:cubicBezTo>
                  <a:lnTo>
                    <a:pt x="906" y="3160"/>
                  </a:lnTo>
                  <a:lnTo>
                    <a:pt x="5645" y="3160"/>
                  </a:lnTo>
                  <a:lnTo>
                    <a:pt x="2668" y="517"/>
                  </a:lnTo>
                  <a:cubicBezTo>
                    <a:pt x="2863" y="285"/>
                    <a:pt x="2647" y="1"/>
                    <a:pt x="241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7" name="Google Shape;9257;p87"/>
            <p:cNvSpPr/>
            <p:nvPr/>
          </p:nvSpPr>
          <p:spPr>
            <a:xfrm>
              <a:off x="6435482" y="3596467"/>
              <a:ext cx="219540" cy="113143"/>
            </a:xfrm>
            <a:custGeom>
              <a:avLst/>
              <a:gdLst/>
              <a:ahLst/>
              <a:cxnLst/>
              <a:rect l="l" t="t" r="r" b="b"/>
              <a:pathLst>
                <a:path w="6739" h="3468" extrusionOk="0">
                  <a:moveTo>
                    <a:pt x="3167" y="588"/>
                  </a:moveTo>
                  <a:cubicBezTo>
                    <a:pt x="3330" y="588"/>
                    <a:pt x="3478" y="715"/>
                    <a:pt x="3478" y="905"/>
                  </a:cubicBezTo>
                  <a:cubicBezTo>
                    <a:pt x="3478" y="1072"/>
                    <a:pt x="3359" y="1191"/>
                    <a:pt x="3192" y="1215"/>
                  </a:cubicBezTo>
                  <a:cubicBezTo>
                    <a:pt x="3183" y="1216"/>
                    <a:pt x="3174" y="1216"/>
                    <a:pt x="3165" y="1216"/>
                  </a:cubicBezTo>
                  <a:cubicBezTo>
                    <a:pt x="2896" y="1216"/>
                    <a:pt x="2746" y="875"/>
                    <a:pt x="2930" y="691"/>
                  </a:cubicBezTo>
                  <a:cubicBezTo>
                    <a:pt x="3002" y="620"/>
                    <a:pt x="3086" y="588"/>
                    <a:pt x="3167" y="588"/>
                  </a:cubicBezTo>
                  <a:close/>
                  <a:moveTo>
                    <a:pt x="1" y="0"/>
                  </a:moveTo>
                  <a:lnTo>
                    <a:pt x="3430" y="3049"/>
                  </a:lnTo>
                  <a:cubicBezTo>
                    <a:pt x="3761" y="3343"/>
                    <a:pt x="4116" y="3468"/>
                    <a:pt x="4455" y="3468"/>
                  </a:cubicBezTo>
                  <a:cubicBezTo>
                    <a:pt x="5706" y="3468"/>
                    <a:pt x="6738" y="1777"/>
                    <a:pt x="5502" y="691"/>
                  </a:cubicBezTo>
                  <a:lnTo>
                    <a:pt x="47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8" name="Google Shape;9258;p87"/>
            <p:cNvSpPr/>
            <p:nvPr/>
          </p:nvSpPr>
          <p:spPr>
            <a:xfrm>
              <a:off x="6367232" y="3494612"/>
              <a:ext cx="22511" cy="19477"/>
            </a:xfrm>
            <a:custGeom>
              <a:avLst/>
              <a:gdLst/>
              <a:ahLst/>
              <a:cxnLst/>
              <a:rect l="l" t="t" r="r" b="b"/>
              <a:pathLst>
                <a:path w="691" h="597" extrusionOk="0">
                  <a:moveTo>
                    <a:pt x="422" y="0"/>
                  </a:moveTo>
                  <a:cubicBezTo>
                    <a:pt x="409" y="0"/>
                    <a:pt x="395" y="1"/>
                    <a:pt x="381" y="3"/>
                  </a:cubicBezTo>
                  <a:cubicBezTo>
                    <a:pt x="119" y="3"/>
                    <a:pt x="0" y="312"/>
                    <a:pt x="167" y="503"/>
                  </a:cubicBezTo>
                  <a:cubicBezTo>
                    <a:pt x="231" y="567"/>
                    <a:pt x="310" y="596"/>
                    <a:pt x="386" y="596"/>
                  </a:cubicBezTo>
                  <a:cubicBezTo>
                    <a:pt x="534" y="596"/>
                    <a:pt x="675" y="486"/>
                    <a:pt x="691" y="312"/>
                  </a:cubicBezTo>
                  <a:cubicBezTo>
                    <a:pt x="691" y="136"/>
                    <a:pt x="589" y="0"/>
                    <a:pt x="4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59" name="Google Shape;9259;p87"/>
            <p:cNvSpPr/>
            <p:nvPr/>
          </p:nvSpPr>
          <p:spPr>
            <a:xfrm>
              <a:off x="6375181" y="3452689"/>
              <a:ext cx="24661" cy="20521"/>
            </a:xfrm>
            <a:custGeom>
              <a:avLst/>
              <a:gdLst/>
              <a:ahLst/>
              <a:cxnLst/>
              <a:rect l="l" t="t" r="r" b="b"/>
              <a:pathLst>
                <a:path w="757" h="629" extrusionOk="0">
                  <a:moveTo>
                    <a:pt x="420" y="1"/>
                  </a:moveTo>
                  <a:cubicBezTo>
                    <a:pt x="151" y="1"/>
                    <a:pt x="1" y="341"/>
                    <a:pt x="185" y="526"/>
                  </a:cubicBezTo>
                  <a:cubicBezTo>
                    <a:pt x="256" y="597"/>
                    <a:pt x="341" y="629"/>
                    <a:pt x="422" y="629"/>
                  </a:cubicBezTo>
                  <a:cubicBezTo>
                    <a:pt x="584" y="629"/>
                    <a:pt x="733" y="502"/>
                    <a:pt x="733" y="311"/>
                  </a:cubicBezTo>
                  <a:cubicBezTo>
                    <a:pt x="756" y="145"/>
                    <a:pt x="614" y="2"/>
                    <a:pt x="447" y="2"/>
                  </a:cubicBezTo>
                  <a:cubicBezTo>
                    <a:pt x="438" y="1"/>
                    <a:pt x="429" y="1"/>
                    <a:pt x="4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60" name="Google Shape;9260;p87"/>
          <p:cNvGrpSpPr/>
          <p:nvPr/>
        </p:nvGrpSpPr>
        <p:grpSpPr>
          <a:xfrm>
            <a:off x="7371410" y="4590187"/>
            <a:ext cx="468639" cy="465232"/>
            <a:chOff x="5528557" y="3442640"/>
            <a:chExt cx="351479" cy="348924"/>
          </a:xfrm>
          <a:solidFill>
            <a:schemeClr val="bg1"/>
          </a:solidFill>
        </p:grpSpPr>
        <p:sp>
          <p:nvSpPr>
            <p:cNvPr id="9261" name="Google Shape;9261;p87"/>
            <p:cNvSpPr/>
            <p:nvPr/>
          </p:nvSpPr>
          <p:spPr>
            <a:xfrm>
              <a:off x="5734153" y="3448839"/>
              <a:ext cx="55903" cy="55201"/>
            </a:xfrm>
            <a:custGeom>
              <a:avLst/>
              <a:gdLst/>
              <a:ahLst/>
              <a:cxnLst/>
              <a:rect l="l" t="t" r="r" b="b"/>
              <a:pathLst>
                <a:path w="1716" h="1692" extrusionOk="0">
                  <a:moveTo>
                    <a:pt x="1" y="1"/>
                  </a:moveTo>
                  <a:lnTo>
                    <a:pt x="1" y="1692"/>
                  </a:lnTo>
                  <a:lnTo>
                    <a:pt x="1715" y="1692"/>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62" name="Google Shape;9262;p87"/>
            <p:cNvSpPr/>
            <p:nvPr/>
          </p:nvSpPr>
          <p:spPr>
            <a:xfrm>
              <a:off x="5528557" y="3442640"/>
              <a:ext cx="267689" cy="329447"/>
            </a:xfrm>
            <a:custGeom>
              <a:avLst/>
              <a:gdLst/>
              <a:ahLst/>
              <a:cxnLst/>
              <a:rect l="l" t="t" r="r" b="b"/>
              <a:pathLst>
                <a:path w="8217" h="10098" extrusionOk="0">
                  <a:moveTo>
                    <a:pt x="5978" y="3168"/>
                  </a:moveTo>
                  <a:cubicBezTo>
                    <a:pt x="6121" y="3168"/>
                    <a:pt x="6264" y="3287"/>
                    <a:pt x="6288" y="3429"/>
                  </a:cubicBezTo>
                  <a:cubicBezTo>
                    <a:pt x="6288" y="3620"/>
                    <a:pt x="6169" y="3763"/>
                    <a:pt x="6002" y="3763"/>
                  </a:cubicBezTo>
                  <a:lnTo>
                    <a:pt x="6002" y="3787"/>
                  </a:lnTo>
                  <a:lnTo>
                    <a:pt x="4740" y="3787"/>
                  </a:lnTo>
                  <a:cubicBezTo>
                    <a:pt x="4573" y="3787"/>
                    <a:pt x="4454" y="3668"/>
                    <a:pt x="4430" y="3501"/>
                  </a:cubicBezTo>
                  <a:cubicBezTo>
                    <a:pt x="4383" y="3334"/>
                    <a:pt x="4526" y="3168"/>
                    <a:pt x="4716" y="3168"/>
                  </a:cubicBezTo>
                  <a:close/>
                  <a:moveTo>
                    <a:pt x="3477" y="2978"/>
                  </a:moveTo>
                  <a:cubicBezTo>
                    <a:pt x="3718" y="2978"/>
                    <a:pt x="3930" y="3287"/>
                    <a:pt x="3692" y="3525"/>
                  </a:cubicBezTo>
                  <a:lnTo>
                    <a:pt x="2906" y="4311"/>
                  </a:lnTo>
                  <a:cubicBezTo>
                    <a:pt x="2847" y="4370"/>
                    <a:pt x="2763" y="4400"/>
                    <a:pt x="2680" y="4400"/>
                  </a:cubicBezTo>
                  <a:cubicBezTo>
                    <a:pt x="2597" y="4400"/>
                    <a:pt x="2513" y="4370"/>
                    <a:pt x="2454" y="4311"/>
                  </a:cubicBezTo>
                  <a:lnTo>
                    <a:pt x="2001" y="3834"/>
                  </a:lnTo>
                  <a:cubicBezTo>
                    <a:pt x="1882" y="3715"/>
                    <a:pt x="1882" y="3501"/>
                    <a:pt x="2001" y="3382"/>
                  </a:cubicBezTo>
                  <a:lnTo>
                    <a:pt x="2001" y="3406"/>
                  </a:lnTo>
                  <a:cubicBezTo>
                    <a:pt x="2061" y="3346"/>
                    <a:pt x="2138" y="3316"/>
                    <a:pt x="2219" y="3316"/>
                  </a:cubicBezTo>
                  <a:cubicBezTo>
                    <a:pt x="2299" y="3316"/>
                    <a:pt x="2382" y="3346"/>
                    <a:pt x="2454" y="3406"/>
                  </a:cubicBezTo>
                  <a:lnTo>
                    <a:pt x="2692" y="3644"/>
                  </a:lnTo>
                  <a:lnTo>
                    <a:pt x="3263" y="3072"/>
                  </a:lnTo>
                  <a:cubicBezTo>
                    <a:pt x="3329" y="3006"/>
                    <a:pt x="3404" y="2978"/>
                    <a:pt x="3477" y="2978"/>
                  </a:cubicBezTo>
                  <a:close/>
                  <a:moveTo>
                    <a:pt x="5335" y="5049"/>
                  </a:moveTo>
                  <a:cubicBezTo>
                    <a:pt x="5502" y="5049"/>
                    <a:pt x="5645" y="5168"/>
                    <a:pt x="5669" y="5335"/>
                  </a:cubicBezTo>
                  <a:cubicBezTo>
                    <a:pt x="5669" y="5501"/>
                    <a:pt x="5526" y="5644"/>
                    <a:pt x="5359" y="5644"/>
                  </a:cubicBezTo>
                  <a:lnTo>
                    <a:pt x="5359" y="5668"/>
                  </a:lnTo>
                  <a:lnTo>
                    <a:pt x="4740" y="5668"/>
                  </a:lnTo>
                  <a:cubicBezTo>
                    <a:pt x="4573" y="5668"/>
                    <a:pt x="4454" y="5549"/>
                    <a:pt x="4430" y="5382"/>
                  </a:cubicBezTo>
                  <a:cubicBezTo>
                    <a:pt x="4383" y="5216"/>
                    <a:pt x="4526" y="5049"/>
                    <a:pt x="4716" y="5049"/>
                  </a:cubicBezTo>
                  <a:close/>
                  <a:moveTo>
                    <a:pt x="3470" y="4839"/>
                  </a:moveTo>
                  <a:cubicBezTo>
                    <a:pt x="3714" y="4839"/>
                    <a:pt x="3932" y="5161"/>
                    <a:pt x="3692" y="5382"/>
                  </a:cubicBezTo>
                  <a:lnTo>
                    <a:pt x="2906" y="6168"/>
                  </a:lnTo>
                  <a:cubicBezTo>
                    <a:pt x="2847" y="6228"/>
                    <a:pt x="2769" y="6257"/>
                    <a:pt x="2689" y="6257"/>
                  </a:cubicBezTo>
                  <a:cubicBezTo>
                    <a:pt x="2608" y="6257"/>
                    <a:pt x="2525" y="6228"/>
                    <a:pt x="2454" y="6168"/>
                  </a:cubicBezTo>
                  <a:lnTo>
                    <a:pt x="2001" y="5716"/>
                  </a:lnTo>
                  <a:cubicBezTo>
                    <a:pt x="1858" y="5597"/>
                    <a:pt x="1858" y="5382"/>
                    <a:pt x="2001" y="5239"/>
                  </a:cubicBezTo>
                  <a:lnTo>
                    <a:pt x="2001" y="5263"/>
                  </a:lnTo>
                  <a:cubicBezTo>
                    <a:pt x="2061" y="5204"/>
                    <a:pt x="2138" y="5174"/>
                    <a:pt x="2219" y="5174"/>
                  </a:cubicBezTo>
                  <a:cubicBezTo>
                    <a:pt x="2299" y="5174"/>
                    <a:pt x="2382" y="5204"/>
                    <a:pt x="2454" y="5263"/>
                  </a:cubicBezTo>
                  <a:lnTo>
                    <a:pt x="2692" y="5501"/>
                  </a:lnTo>
                  <a:lnTo>
                    <a:pt x="3263" y="4930"/>
                  </a:lnTo>
                  <a:cubicBezTo>
                    <a:pt x="3328" y="4866"/>
                    <a:pt x="3400" y="4839"/>
                    <a:pt x="3470" y="4839"/>
                  </a:cubicBezTo>
                  <a:close/>
                  <a:moveTo>
                    <a:pt x="4697" y="6952"/>
                  </a:moveTo>
                  <a:cubicBezTo>
                    <a:pt x="4711" y="6952"/>
                    <a:pt x="4725" y="6952"/>
                    <a:pt x="4740" y="6954"/>
                  </a:cubicBezTo>
                  <a:lnTo>
                    <a:pt x="5359" y="6954"/>
                  </a:lnTo>
                  <a:cubicBezTo>
                    <a:pt x="5526" y="6954"/>
                    <a:pt x="5669" y="7073"/>
                    <a:pt x="5692" y="7216"/>
                  </a:cubicBezTo>
                  <a:cubicBezTo>
                    <a:pt x="5692" y="7406"/>
                    <a:pt x="5550" y="7549"/>
                    <a:pt x="5359" y="7549"/>
                  </a:cubicBezTo>
                  <a:lnTo>
                    <a:pt x="5359" y="7573"/>
                  </a:lnTo>
                  <a:lnTo>
                    <a:pt x="4740" y="7573"/>
                  </a:lnTo>
                  <a:cubicBezTo>
                    <a:pt x="4725" y="7575"/>
                    <a:pt x="4711" y="7575"/>
                    <a:pt x="4697" y="7575"/>
                  </a:cubicBezTo>
                  <a:cubicBezTo>
                    <a:pt x="4302" y="7575"/>
                    <a:pt x="4302" y="6952"/>
                    <a:pt x="4697" y="6952"/>
                  </a:cubicBezTo>
                  <a:close/>
                  <a:moveTo>
                    <a:pt x="3502" y="6728"/>
                  </a:moveTo>
                  <a:cubicBezTo>
                    <a:pt x="3579" y="6728"/>
                    <a:pt x="3656" y="6763"/>
                    <a:pt x="3716" y="6835"/>
                  </a:cubicBezTo>
                  <a:cubicBezTo>
                    <a:pt x="3835" y="6954"/>
                    <a:pt x="3835" y="7168"/>
                    <a:pt x="3716" y="7287"/>
                  </a:cubicBezTo>
                  <a:lnTo>
                    <a:pt x="2906" y="8073"/>
                  </a:lnTo>
                  <a:cubicBezTo>
                    <a:pt x="2847" y="8133"/>
                    <a:pt x="2769" y="8163"/>
                    <a:pt x="2689" y="8163"/>
                  </a:cubicBezTo>
                  <a:cubicBezTo>
                    <a:pt x="2608" y="8163"/>
                    <a:pt x="2525" y="8133"/>
                    <a:pt x="2454" y="8073"/>
                  </a:cubicBezTo>
                  <a:lnTo>
                    <a:pt x="2001" y="7621"/>
                  </a:lnTo>
                  <a:cubicBezTo>
                    <a:pt x="1882" y="7478"/>
                    <a:pt x="1882" y="7287"/>
                    <a:pt x="2001" y="7168"/>
                  </a:cubicBezTo>
                  <a:cubicBezTo>
                    <a:pt x="2061" y="7097"/>
                    <a:pt x="2144" y="7061"/>
                    <a:pt x="2227" y="7061"/>
                  </a:cubicBezTo>
                  <a:cubicBezTo>
                    <a:pt x="2311" y="7061"/>
                    <a:pt x="2394" y="7097"/>
                    <a:pt x="2454" y="7168"/>
                  </a:cubicBezTo>
                  <a:lnTo>
                    <a:pt x="2692" y="7406"/>
                  </a:lnTo>
                  <a:lnTo>
                    <a:pt x="3287" y="6835"/>
                  </a:lnTo>
                  <a:cubicBezTo>
                    <a:pt x="3347" y="6763"/>
                    <a:pt x="3424" y="6728"/>
                    <a:pt x="3502" y="6728"/>
                  </a:cubicBezTo>
                  <a:close/>
                  <a:moveTo>
                    <a:pt x="953" y="0"/>
                  </a:moveTo>
                  <a:cubicBezTo>
                    <a:pt x="429" y="0"/>
                    <a:pt x="1" y="429"/>
                    <a:pt x="1" y="953"/>
                  </a:cubicBezTo>
                  <a:lnTo>
                    <a:pt x="1" y="9097"/>
                  </a:lnTo>
                  <a:cubicBezTo>
                    <a:pt x="1" y="9621"/>
                    <a:pt x="429" y="10050"/>
                    <a:pt x="953" y="10050"/>
                  </a:cubicBezTo>
                  <a:lnTo>
                    <a:pt x="4478" y="10050"/>
                  </a:lnTo>
                  <a:cubicBezTo>
                    <a:pt x="4526" y="9931"/>
                    <a:pt x="4430" y="10097"/>
                    <a:pt x="6002" y="7549"/>
                  </a:cubicBezTo>
                  <a:lnTo>
                    <a:pt x="6002" y="6049"/>
                  </a:lnTo>
                  <a:cubicBezTo>
                    <a:pt x="5383" y="5478"/>
                    <a:pt x="5788" y="4406"/>
                    <a:pt x="6645" y="4406"/>
                  </a:cubicBezTo>
                  <a:lnTo>
                    <a:pt x="8217" y="4406"/>
                  </a:lnTo>
                  <a:lnTo>
                    <a:pt x="8217" y="2525"/>
                  </a:lnTo>
                  <a:lnTo>
                    <a:pt x="6002" y="2525"/>
                  </a:lnTo>
                  <a:cubicBezTo>
                    <a:pt x="5812" y="2525"/>
                    <a:pt x="5692" y="2382"/>
                    <a:pt x="5692" y="2191"/>
                  </a:cubicBezTo>
                  <a:lnTo>
                    <a:pt x="56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63" name="Google Shape;9263;p87"/>
            <p:cNvSpPr/>
            <p:nvPr/>
          </p:nvSpPr>
          <p:spPr>
            <a:xfrm>
              <a:off x="5734935" y="3606581"/>
              <a:ext cx="101674" cy="102573"/>
            </a:xfrm>
            <a:custGeom>
              <a:avLst/>
              <a:gdLst/>
              <a:ahLst/>
              <a:cxnLst/>
              <a:rect l="l" t="t" r="r" b="b"/>
              <a:pathLst>
                <a:path w="3121" h="3144" extrusionOk="0">
                  <a:moveTo>
                    <a:pt x="334" y="0"/>
                  </a:moveTo>
                  <a:cubicBezTo>
                    <a:pt x="143" y="0"/>
                    <a:pt x="0" y="143"/>
                    <a:pt x="0" y="310"/>
                  </a:cubicBezTo>
                  <a:cubicBezTo>
                    <a:pt x="0" y="476"/>
                    <a:pt x="143" y="619"/>
                    <a:pt x="310" y="619"/>
                  </a:cubicBezTo>
                  <a:lnTo>
                    <a:pt x="310" y="2667"/>
                  </a:lnTo>
                  <a:lnTo>
                    <a:pt x="24" y="3144"/>
                  </a:lnTo>
                  <a:lnTo>
                    <a:pt x="3073" y="3144"/>
                  </a:lnTo>
                  <a:lnTo>
                    <a:pt x="2787" y="2691"/>
                  </a:lnTo>
                  <a:lnTo>
                    <a:pt x="2787" y="643"/>
                  </a:lnTo>
                  <a:cubicBezTo>
                    <a:pt x="2977" y="643"/>
                    <a:pt x="3120" y="476"/>
                    <a:pt x="3096" y="310"/>
                  </a:cubicBezTo>
                  <a:cubicBezTo>
                    <a:pt x="3096" y="143"/>
                    <a:pt x="2953" y="0"/>
                    <a:pt x="27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64" name="Google Shape;9264;p87"/>
            <p:cNvSpPr/>
            <p:nvPr/>
          </p:nvSpPr>
          <p:spPr>
            <a:xfrm>
              <a:off x="5690141" y="3730099"/>
              <a:ext cx="189894" cy="61465"/>
            </a:xfrm>
            <a:custGeom>
              <a:avLst/>
              <a:gdLst/>
              <a:ahLst/>
              <a:cxnLst/>
              <a:rect l="l" t="t" r="r" b="b"/>
              <a:pathLst>
                <a:path w="5829" h="1884" extrusionOk="0">
                  <a:moveTo>
                    <a:pt x="1018" y="1"/>
                  </a:moveTo>
                  <a:lnTo>
                    <a:pt x="161" y="1406"/>
                  </a:lnTo>
                  <a:cubicBezTo>
                    <a:pt x="0" y="1589"/>
                    <a:pt x="149" y="1883"/>
                    <a:pt x="394" y="1883"/>
                  </a:cubicBezTo>
                  <a:cubicBezTo>
                    <a:pt x="404" y="1883"/>
                    <a:pt x="413" y="1883"/>
                    <a:pt x="423" y="1882"/>
                  </a:cubicBezTo>
                  <a:lnTo>
                    <a:pt x="5424" y="1882"/>
                  </a:lnTo>
                  <a:cubicBezTo>
                    <a:pt x="5662" y="1882"/>
                    <a:pt x="5829" y="1596"/>
                    <a:pt x="5686" y="1406"/>
                  </a:cubicBezTo>
                  <a:lnTo>
                    <a:pt x="48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65" name="Google Shape;9265;p87"/>
          <p:cNvGrpSpPr/>
          <p:nvPr/>
        </p:nvGrpSpPr>
        <p:grpSpPr>
          <a:xfrm>
            <a:off x="6400121" y="4589753"/>
            <a:ext cx="402136" cy="465580"/>
            <a:chOff x="4800091" y="3442314"/>
            <a:chExt cx="301602" cy="349185"/>
          </a:xfrm>
          <a:solidFill>
            <a:schemeClr val="bg1"/>
          </a:solidFill>
        </p:grpSpPr>
        <p:sp>
          <p:nvSpPr>
            <p:cNvPr id="9266" name="Google Shape;9266;p87"/>
            <p:cNvSpPr/>
            <p:nvPr/>
          </p:nvSpPr>
          <p:spPr>
            <a:xfrm>
              <a:off x="5035920" y="3504008"/>
              <a:ext cx="63656" cy="21011"/>
            </a:xfrm>
            <a:custGeom>
              <a:avLst/>
              <a:gdLst/>
              <a:ahLst/>
              <a:cxnLst/>
              <a:rect l="l" t="t" r="r" b="b"/>
              <a:pathLst>
                <a:path w="1954" h="644" extrusionOk="0">
                  <a:moveTo>
                    <a:pt x="1" y="1"/>
                  </a:moveTo>
                  <a:lnTo>
                    <a:pt x="1" y="644"/>
                  </a:lnTo>
                  <a:lnTo>
                    <a:pt x="1572" y="644"/>
                  </a:lnTo>
                  <a:cubicBezTo>
                    <a:pt x="1953" y="596"/>
                    <a:pt x="1953" y="48"/>
                    <a:pt x="15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67" name="Google Shape;9267;p87"/>
            <p:cNvSpPr/>
            <p:nvPr/>
          </p:nvSpPr>
          <p:spPr>
            <a:xfrm>
              <a:off x="4913331" y="3626776"/>
              <a:ext cx="142787" cy="82378"/>
            </a:xfrm>
            <a:custGeom>
              <a:avLst/>
              <a:gdLst/>
              <a:ahLst/>
              <a:cxnLst/>
              <a:rect l="l" t="t" r="r" b="b"/>
              <a:pathLst>
                <a:path w="4383" h="2525" extrusionOk="0">
                  <a:moveTo>
                    <a:pt x="1" y="0"/>
                  </a:moveTo>
                  <a:lnTo>
                    <a:pt x="1" y="2525"/>
                  </a:lnTo>
                  <a:lnTo>
                    <a:pt x="4383" y="2525"/>
                  </a:lnTo>
                  <a:lnTo>
                    <a:pt x="43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68" name="Google Shape;9268;p87"/>
            <p:cNvSpPr/>
            <p:nvPr/>
          </p:nvSpPr>
          <p:spPr>
            <a:xfrm>
              <a:off x="4836546" y="3442314"/>
              <a:ext cx="265148" cy="164300"/>
            </a:xfrm>
            <a:custGeom>
              <a:avLst/>
              <a:gdLst/>
              <a:ahLst/>
              <a:cxnLst/>
              <a:rect l="l" t="t" r="r" b="b"/>
              <a:pathLst>
                <a:path w="8139" h="5036" extrusionOk="0">
                  <a:moveTo>
                    <a:pt x="7703" y="0"/>
                  </a:moveTo>
                  <a:cubicBezTo>
                    <a:pt x="7677" y="0"/>
                    <a:pt x="7650" y="3"/>
                    <a:pt x="7621" y="10"/>
                  </a:cubicBezTo>
                  <a:lnTo>
                    <a:pt x="3858" y="772"/>
                  </a:lnTo>
                  <a:cubicBezTo>
                    <a:pt x="3715" y="820"/>
                    <a:pt x="3620" y="939"/>
                    <a:pt x="3620" y="1082"/>
                  </a:cubicBezTo>
                  <a:lnTo>
                    <a:pt x="3620" y="1892"/>
                  </a:lnTo>
                  <a:lnTo>
                    <a:pt x="2668" y="1892"/>
                  </a:lnTo>
                  <a:cubicBezTo>
                    <a:pt x="1477" y="1892"/>
                    <a:pt x="405" y="2654"/>
                    <a:pt x="0" y="3773"/>
                  </a:cubicBezTo>
                  <a:lnTo>
                    <a:pt x="691" y="3773"/>
                  </a:lnTo>
                  <a:cubicBezTo>
                    <a:pt x="1048" y="3011"/>
                    <a:pt x="1810" y="2511"/>
                    <a:pt x="2668" y="2511"/>
                  </a:cubicBezTo>
                  <a:lnTo>
                    <a:pt x="3620" y="2511"/>
                  </a:lnTo>
                  <a:lnTo>
                    <a:pt x="3620" y="3154"/>
                  </a:lnTo>
                  <a:lnTo>
                    <a:pt x="3501" y="3154"/>
                  </a:lnTo>
                  <a:cubicBezTo>
                    <a:pt x="2858" y="3154"/>
                    <a:pt x="2358" y="3654"/>
                    <a:pt x="2358" y="4297"/>
                  </a:cubicBezTo>
                  <a:lnTo>
                    <a:pt x="2358" y="5035"/>
                  </a:lnTo>
                  <a:lnTo>
                    <a:pt x="6740" y="5035"/>
                  </a:lnTo>
                  <a:lnTo>
                    <a:pt x="6740" y="4321"/>
                  </a:lnTo>
                  <a:cubicBezTo>
                    <a:pt x="6740" y="3678"/>
                    <a:pt x="6240" y="3154"/>
                    <a:pt x="5597" y="3154"/>
                  </a:cubicBezTo>
                  <a:lnTo>
                    <a:pt x="5501" y="3154"/>
                  </a:lnTo>
                  <a:lnTo>
                    <a:pt x="5501" y="1082"/>
                  </a:lnTo>
                  <a:lnTo>
                    <a:pt x="7740" y="629"/>
                  </a:lnTo>
                  <a:cubicBezTo>
                    <a:pt x="8138" y="541"/>
                    <a:pt x="8043" y="0"/>
                    <a:pt x="770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69" name="Google Shape;9269;p87"/>
            <p:cNvSpPr/>
            <p:nvPr/>
          </p:nvSpPr>
          <p:spPr>
            <a:xfrm>
              <a:off x="4913331" y="3729316"/>
              <a:ext cx="142787" cy="62183"/>
            </a:xfrm>
            <a:custGeom>
              <a:avLst/>
              <a:gdLst/>
              <a:ahLst/>
              <a:cxnLst/>
              <a:rect l="l" t="t" r="r" b="b"/>
              <a:pathLst>
                <a:path w="4383" h="1906" extrusionOk="0">
                  <a:moveTo>
                    <a:pt x="1" y="1"/>
                  </a:moveTo>
                  <a:lnTo>
                    <a:pt x="1" y="763"/>
                  </a:lnTo>
                  <a:cubicBezTo>
                    <a:pt x="1" y="1382"/>
                    <a:pt x="501" y="1906"/>
                    <a:pt x="1144" y="1906"/>
                  </a:cubicBezTo>
                  <a:lnTo>
                    <a:pt x="3240" y="1906"/>
                  </a:lnTo>
                  <a:cubicBezTo>
                    <a:pt x="3859" y="1906"/>
                    <a:pt x="4383" y="1382"/>
                    <a:pt x="4383" y="763"/>
                  </a:cubicBezTo>
                  <a:lnTo>
                    <a:pt x="43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0" name="Google Shape;9270;p87"/>
            <p:cNvSpPr/>
            <p:nvPr/>
          </p:nvSpPr>
          <p:spPr>
            <a:xfrm>
              <a:off x="4800091" y="3585603"/>
              <a:ext cx="83040" cy="143746"/>
            </a:xfrm>
            <a:custGeom>
              <a:avLst/>
              <a:gdLst/>
              <a:ahLst/>
              <a:cxnLst/>
              <a:rect l="l" t="t" r="r" b="b"/>
              <a:pathLst>
                <a:path w="2549" h="4406" extrusionOk="0">
                  <a:moveTo>
                    <a:pt x="643" y="0"/>
                  </a:moveTo>
                  <a:cubicBezTo>
                    <a:pt x="476" y="0"/>
                    <a:pt x="333" y="143"/>
                    <a:pt x="333" y="310"/>
                  </a:cubicBezTo>
                  <a:lnTo>
                    <a:pt x="24" y="4072"/>
                  </a:lnTo>
                  <a:cubicBezTo>
                    <a:pt x="0" y="4239"/>
                    <a:pt x="143" y="4406"/>
                    <a:pt x="333" y="4406"/>
                  </a:cubicBezTo>
                  <a:lnTo>
                    <a:pt x="2239" y="4406"/>
                  </a:lnTo>
                  <a:cubicBezTo>
                    <a:pt x="2405" y="4406"/>
                    <a:pt x="2548" y="4239"/>
                    <a:pt x="2524" y="4072"/>
                  </a:cubicBezTo>
                  <a:lnTo>
                    <a:pt x="2239" y="310"/>
                  </a:lnTo>
                  <a:cubicBezTo>
                    <a:pt x="2215" y="143"/>
                    <a:pt x="2072" y="0"/>
                    <a:pt x="19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271" name="Google Shape;9271;p87"/>
          <p:cNvSpPr/>
          <p:nvPr/>
        </p:nvSpPr>
        <p:spPr>
          <a:xfrm>
            <a:off x="5560145" y="4590056"/>
            <a:ext cx="183129" cy="191792"/>
          </a:xfrm>
          <a:custGeom>
            <a:avLst/>
            <a:gdLst/>
            <a:ahLst/>
            <a:cxnLst/>
            <a:rect l="l" t="t" r="r" b="b"/>
            <a:pathLst>
              <a:path w="4216" h="4409" extrusionOk="0">
                <a:moveTo>
                  <a:pt x="3942" y="1"/>
                </a:moveTo>
                <a:cubicBezTo>
                  <a:pt x="3931" y="1"/>
                  <a:pt x="3918" y="1"/>
                  <a:pt x="3906" y="3"/>
                </a:cubicBezTo>
                <a:lnTo>
                  <a:pt x="2525" y="3"/>
                </a:lnTo>
                <a:cubicBezTo>
                  <a:pt x="2511" y="3"/>
                  <a:pt x="2497" y="3"/>
                  <a:pt x="2483" y="3"/>
                </a:cubicBezTo>
                <a:cubicBezTo>
                  <a:pt x="1693" y="3"/>
                  <a:pt x="1072" y="660"/>
                  <a:pt x="1072" y="1456"/>
                </a:cubicBezTo>
                <a:lnTo>
                  <a:pt x="1072" y="2670"/>
                </a:lnTo>
                <a:lnTo>
                  <a:pt x="2430" y="1337"/>
                </a:lnTo>
                <a:cubicBezTo>
                  <a:pt x="2497" y="1264"/>
                  <a:pt x="2574" y="1233"/>
                  <a:pt x="2648" y="1233"/>
                </a:cubicBezTo>
                <a:cubicBezTo>
                  <a:pt x="2887" y="1233"/>
                  <a:pt x="3095" y="1553"/>
                  <a:pt x="2858" y="1789"/>
                </a:cubicBezTo>
                <a:lnTo>
                  <a:pt x="1525" y="3123"/>
                </a:lnTo>
                <a:lnTo>
                  <a:pt x="2763" y="3123"/>
                </a:lnTo>
                <a:cubicBezTo>
                  <a:pt x="3549" y="3123"/>
                  <a:pt x="4216" y="2480"/>
                  <a:pt x="4216" y="1670"/>
                </a:cubicBezTo>
                <a:lnTo>
                  <a:pt x="4216" y="313"/>
                </a:lnTo>
                <a:cubicBezTo>
                  <a:pt x="4216" y="136"/>
                  <a:pt x="4093" y="1"/>
                  <a:pt x="3942" y="1"/>
                </a:cubicBezTo>
                <a:close/>
                <a:moveTo>
                  <a:pt x="453" y="2670"/>
                </a:moveTo>
                <a:lnTo>
                  <a:pt x="1" y="3123"/>
                </a:lnTo>
                <a:lnTo>
                  <a:pt x="453" y="3575"/>
                </a:lnTo>
                <a:lnTo>
                  <a:pt x="453" y="4409"/>
                </a:lnTo>
                <a:lnTo>
                  <a:pt x="1072" y="4409"/>
                </a:lnTo>
                <a:lnTo>
                  <a:pt x="1072" y="3575"/>
                </a:lnTo>
                <a:lnTo>
                  <a:pt x="1525" y="3123"/>
                </a:lnTo>
                <a:lnTo>
                  <a:pt x="1072" y="2670"/>
                </a:lnTo>
                <a:lnTo>
                  <a:pt x="763" y="3004"/>
                </a:lnTo>
                <a:lnTo>
                  <a:pt x="453" y="267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2" name="Google Shape;9272;p87"/>
          <p:cNvSpPr/>
          <p:nvPr/>
        </p:nvSpPr>
        <p:spPr>
          <a:xfrm>
            <a:off x="5442213" y="4589143"/>
            <a:ext cx="136608" cy="136764"/>
          </a:xfrm>
          <a:custGeom>
            <a:avLst/>
            <a:gdLst/>
            <a:ahLst/>
            <a:cxnLst/>
            <a:rect l="l" t="t" r="r" b="b"/>
            <a:pathLst>
              <a:path w="3145" h="3144" extrusionOk="0">
                <a:moveTo>
                  <a:pt x="334" y="0"/>
                </a:moveTo>
                <a:cubicBezTo>
                  <a:pt x="144" y="0"/>
                  <a:pt x="1" y="143"/>
                  <a:pt x="25" y="310"/>
                </a:cubicBezTo>
                <a:lnTo>
                  <a:pt x="25" y="1691"/>
                </a:lnTo>
                <a:cubicBezTo>
                  <a:pt x="25" y="2477"/>
                  <a:pt x="668" y="3144"/>
                  <a:pt x="1477" y="3144"/>
                </a:cubicBezTo>
                <a:lnTo>
                  <a:pt x="2716" y="3144"/>
                </a:lnTo>
                <a:lnTo>
                  <a:pt x="1358" y="1810"/>
                </a:lnTo>
                <a:cubicBezTo>
                  <a:pt x="1239" y="1667"/>
                  <a:pt x="1239" y="1477"/>
                  <a:pt x="1358" y="1358"/>
                </a:cubicBezTo>
                <a:cubicBezTo>
                  <a:pt x="1418" y="1286"/>
                  <a:pt x="1495" y="1251"/>
                  <a:pt x="1576" y="1251"/>
                </a:cubicBezTo>
                <a:cubicBezTo>
                  <a:pt x="1656" y="1251"/>
                  <a:pt x="1739" y="1286"/>
                  <a:pt x="1811" y="1358"/>
                </a:cubicBezTo>
                <a:lnTo>
                  <a:pt x="3144" y="2691"/>
                </a:lnTo>
                <a:lnTo>
                  <a:pt x="3144" y="1453"/>
                </a:lnTo>
                <a:cubicBezTo>
                  <a:pt x="3144" y="643"/>
                  <a:pt x="2501" y="0"/>
                  <a:pt x="1692"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3" name="Google Shape;9273;p87"/>
          <p:cNvSpPr/>
          <p:nvPr/>
        </p:nvSpPr>
        <p:spPr>
          <a:xfrm>
            <a:off x="5504285" y="4781804"/>
            <a:ext cx="74537" cy="136808"/>
          </a:xfrm>
          <a:custGeom>
            <a:avLst/>
            <a:gdLst/>
            <a:ahLst/>
            <a:cxnLst/>
            <a:rect l="l" t="t" r="r" b="b"/>
            <a:pathLst>
              <a:path w="1716" h="3145" extrusionOk="0">
                <a:moveTo>
                  <a:pt x="477" y="1"/>
                </a:moveTo>
                <a:cubicBezTo>
                  <a:pt x="310" y="1"/>
                  <a:pt x="191" y="120"/>
                  <a:pt x="167" y="263"/>
                </a:cubicBezTo>
                <a:cubicBezTo>
                  <a:pt x="144" y="453"/>
                  <a:pt x="286" y="620"/>
                  <a:pt x="477" y="620"/>
                </a:cubicBezTo>
                <a:lnTo>
                  <a:pt x="477" y="2358"/>
                </a:lnTo>
                <a:lnTo>
                  <a:pt x="1" y="3144"/>
                </a:lnTo>
                <a:lnTo>
                  <a:pt x="1715" y="3144"/>
                </a:lnTo>
                <a:lnTo>
                  <a:pt x="1715"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4" name="Google Shape;9274;p87"/>
          <p:cNvSpPr/>
          <p:nvPr/>
        </p:nvSpPr>
        <p:spPr>
          <a:xfrm>
            <a:off x="5606708" y="4781804"/>
            <a:ext cx="74493" cy="136808"/>
          </a:xfrm>
          <a:custGeom>
            <a:avLst/>
            <a:gdLst/>
            <a:ahLst/>
            <a:cxnLst/>
            <a:rect l="l" t="t" r="r" b="b"/>
            <a:pathLst>
              <a:path w="1715" h="3145" extrusionOk="0">
                <a:moveTo>
                  <a:pt x="0" y="1"/>
                </a:moveTo>
                <a:lnTo>
                  <a:pt x="0" y="3144"/>
                </a:lnTo>
                <a:lnTo>
                  <a:pt x="1715" y="3144"/>
                </a:lnTo>
                <a:lnTo>
                  <a:pt x="1262" y="2358"/>
                </a:lnTo>
                <a:lnTo>
                  <a:pt x="1262" y="620"/>
                </a:lnTo>
                <a:cubicBezTo>
                  <a:pt x="1453" y="620"/>
                  <a:pt x="1596" y="453"/>
                  <a:pt x="1572" y="263"/>
                </a:cubicBezTo>
                <a:cubicBezTo>
                  <a:pt x="1548" y="120"/>
                  <a:pt x="1405" y="1"/>
                  <a:pt x="123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5" name="Google Shape;9275;p87"/>
          <p:cNvSpPr/>
          <p:nvPr/>
        </p:nvSpPr>
        <p:spPr>
          <a:xfrm>
            <a:off x="5439130" y="4945495"/>
            <a:ext cx="307271" cy="109837"/>
          </a:xfrm>
          <a:custGeom>
            <a:avLst/>
            <a:gdLst/>
            <a:ahLst/>
            <a:cxnLst/>
            <a:rect l="l" t="t" r="r" b="b"/>
            <a:pathLst>
              <a:path w="7074" h="2525" extrusionOk="0">
                <a:moveTo>
                  <a:pt x="1143" y="1"/>
                </a:moveTo>
                <a:lnTo>
                  <a:pt x="286" y="1429"/>
                </a:lnTo>
                <a:cubicBezTo>
                  <a:pt x="0" y="1906"/>
                  <a:pt x="358" y="2525"/>
                  <a:pt x="929" y="2525"/>
                </a:cubicBezTo>
                <a:lnTo>
                  <a:pt x="6144" y="2525"/>
                </a:lnTo>
                <a:cubicBezTo>
                  <a:pt x="6716" y="2525"/>
                  <a:pt x="7073" y="1906"/>
                  <a:pt x="6787" y="1429"/>
                </a:cubicBezTo>
                <a:lnTo>
                  <a:pt x="5954"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6" name="Google Shape;9276;p87"/>
          <p:cNvSpPr/>
          <p:nvPr/>
        </p:nvSpPr>
        <p:spPr>
          <a:xfrm>
            <a:off x="4371587" y="4590056"/>
            <a:ext cx="428285" cy="466320"/>
          </a:xfrm>
          <a:custGeom>
            <a:avLst/>
            <a:gdLst/>
            <a:ahLst/>
            <a:cxnLst/>
            <a:rect l="l" t="t" r="r" b="b"/>
            <a:pathLst>
              <a:path w="9860" h="10720" extrusionOk="0">
                <a:moveTo>
                  <a:pt x="8692" y="5031"/>
                </a:moveTo>
                <a:cubicBezTo>
                  <a:pt x="8854" y="5031"/>
                  <a:pt x="9003" y="5147"/>
                  <a:pt x="9003" y="5338"/>
                </a:cubicBezTo>
                <a:cubicBezTo>
                  <a:pt x="9003" y="5504"/>
                  <a:pt x="8860" y="5647"/>
                  <a:pt x="8693" y="5647"/>
                </a:cubicBezTo>
                <a:lnTo>
                  <a:pt x="8717" y="5647"/>
                </a:lnTo>
                <a:cubicBezTo>
                  <a:pt x="8707" y="5648"/>
                  <a:pt x="8698" y="5648"/>
                  <a:pt x="8688" y="5648"/>
                </a:cubicBezTo>
                <a:cubicBezTo>
                  <a:pt x="8420" y="5648"/>
                  <a:pt x="8271" y="5330"/>
                  <a:pt x="8455" y="5123"/>
                </a:cubicBezTo>
                <a:cubicBezTo>
                  <a:pt x="8526" y="5060"/>
                  <a:pt x="8611" y="5031"/>
                  <a:pt x="8692" y="5031"/>
                </a:cubicBezTo>
                <a:close/>
                <a:moveTo>
                  <a:pt x="1192" y="5028"/>
                </a:moveTo>
                <a:cubicBezTo>
                  <a:pt x="1453" y="5028"/>
                  <a:pt x="1596" y="5361"/>
                  <a:pt x="1406" y="5576"/>
                </a:cubicBezTo>
                <a:cubicBezTo>
                  <a:pt x="1339" y="5636"/>
                  <a:pt x="1260" y="5663"/>
                  <a:pt x="1183" y="5663"/>
                </a:cubicBezTo>
                <a:cubicBezTo>
                  <a:pt x="1015" y="5663"/>
                  <a:pt x="858" y="5534"/>
                  <a:pt x="858" y="5338"/>
                </a:cubicBezTo>
                <a:cubicBezTo>
                  <a:pt x="858" y="5171"/>
                  <a:pt x="1001" y="5028"/>
                  <a:pt x="1168" y="5028"/>
                </a:cubicBezTo>
                <a:close/>
                <a:moveTo>
                  <a:pt x="8384" y="1861"/>
                </a:moveTo>
                <a:lnTo>
                  <a:pt x="8384" y="4456"/>
                </a:lnTo>
                <a:cubicBezTo>
                  <a:pt x="7526" y="4742"/>
                  <a:pt x="7526" y="5957"/>
                  <a:pt x="8384" y="6243"/>
                </a:cubicBezTo>
                <a:lnTo>
                  <a:pt x="8384" y="8815"/>
                </a:lnTo>
                <a:lnTo>
                  <a:pt x="7764" y="8815"/>
                </a:lnTo>
                <a:lnTo>
                  <a:pt x="7764" y="7862"/>
                </a:lnTo>
                <a:cubicBezTo>
                  <a:pt x="7764" y="7028"/>
                  <a:pt x="7407" y="6243"/>
                  <a:pt x="6764" y="5695"/>
                </a:cubicBezTo>
                <a:lnTo>
                  <a:pt x="5264" y="5695"/>
                </a:lnTo>
                <a:lnTo>
                  <a:pt x="5264" y="7124"/>
                </a:lnTo>
                <a:lnTo>
                  <a:pt x="6669" y="8815"/>
                </a:lnTo>
                <a:lnTo>
                  <a:pt x="5859" y="8815"/>
                </a:lnTo>
                <a:lnTo>
                  <a:pt x="4954" y="7719"/>
                </a:lnTo>
                <a:lnTo>
                  <a:pt x="4025" y="8815"/>
                </a:lnTo>
                <a:lnTo>
                  <a:pt x="3216" y="8815"/>
                </a:lnTo>
                <a:lnTo>
                  <a:pt x="4621" y="7124"/>
                </a:lnTo>
                <a:lnTo>
                  <a:pt x="4621" y="5695"/>
                </a:lnTo>
                <a:lnTo>
                  <a:pt x="3097" y="5695"/>
                </a:lnTo>
                <a:cubicBezTo>
                  <a:pt x="2454" y="6243"/>
                  <a:pt x="2096" y="7028"/>
                  <a:pt x="2096" y="7862"/>
                </a:cubicBezTo>
                <a:lnTo>
                  <a:pt x="2096" y="8815"/>
                </a:lnTo>
                <a:lnTo>
                  <a:pt x="1477" y="8815"/>
                </a:lnTo>
                <a:lnTo>
                  <a:pt x="1477" y="6243"/>
                </a:lnTo>
                <a:cubicBezTo>
                  <a:pt x="2335" y="5957"/>
                  <a:pt x="2335" y="4718"/>
                  <a:pt x="1477" y="4456"/>
                </a:cubicBezTo>
                <a:lnTo>
                  <a:pt x="1477" y="1861"/>
                </a:lnTo>
                <a:lnTo>
                  <a:pt x="2096" y="1861"/>
                </a:lnTo>
                <a:lnTo>
                  <a:pt x="2096" y="2528"/>
                </a:lnTo>
                <a:lnTo>
                  <a:pt x="7764" y="2528"/>
                </a:lnTo>
                <a:lnTo>
                  <a:pt x="7764" y="1861"/>
                </a:lnTo>
                <a:close/>
                <a:moveTo>
                  <a:pt x="507" y="1"/>
                </a:moveTo>
                <a:cubicBezTo>
                  <a:pt x="338" y="1"/>
                  <a:pt x="217" y="136"/>
                  <a:pt x="239" y="313"/>
                </a:cubicBezTo>
                <a:lnTo>
                  <a:pt x="239" y="1551"/>
                </a:lnTo>
                <a:cubicBezTo>
                  <a:pt x="215" y="1742"/>
                  <a:pt x="358" y="1885"/>
                  <a:pt x="549" y="1885"/>
                </a:cubicBezTo>
                <a:lnTo>
                  <a:pt x="858" y="1885"/>
                </a:lnTo>
                <a:lnTo>
                  <a:pt x="858" y="4456"/>
                </a:lnTo>
                <a:cubicBezTo>
                  <a:pt x="1" y="4742"/>
                  <a:pt x="1" y="5957"/>
                  <a:pt x="858" y="6243"/>
                </a:cubicBezTo>
                <a:lnTo>
                  <a:pt x="858" y="8838"/>
                </a:lnTo>
                <a:lnTo>
                  <a:pt x="549" y="8838"/>
                </a:lnTo>
                <a:cubicBezTo>
                  <a:pt x="535" y="8837"/>
                  <a:pt x="521" y="8836"/>
                  <a:pt x="507" y="8836"/>
                </a:cubicBezTo>
                <a:cubicBezTo>
                  <a:pt x="338" y="8836"/>
                  <a:pt x="217" y="8971"/>
                  <a:pt x="239" y="9148"/>
                </a:cubicBezTo>
                <a:lnTo>
                  <a:pt x="239" y="10386"/>
                </a:lnTo>
                <a:cubicBezTo>
                  <a:pt x="215" y="10577"/>
                  <a:pt x="358" y="10720"/>
                  <a:pt x="549" y="10720"/>
                </a:cubicBezTo>
                <a:lnTo>
                  <a:pt x="9336" y="10720"/>
                </a:lnTo>
                <a:cubicBezTo>
                  <a:pt x="9503" y="10720"/>
                  <a:pt x="9669" y="10577"/>
                  <a:pt x="9646" y="10386"/>
                </a:cubicBezTo>
                <a:lnTo>
                  <a:pt x="9646" y="9148"/>
                </a:lnTo>
                <a:cubicBezTo>
                  <a:pt x="9646" y="8971"/>
                  <a:pt x="9523" y="8836"/>
                  <a:pt x="9372" y="8836"/>
                </a:cubicBezTo>
                <a:cubicBezTo>
                  <a:pt x="9360" y="8836"/>
                  <a:pt x="9348" y="8837"/>
                  <a:pt x="9336" y="8838"/>
                </a:cubicBezTo>
                <a:lnTo>
                  <a:pt x="9003" y="8838"/>
                </a:lnTo>
                <a:lnTo>
                  <a:pt x="9003" y="6243"/>
                </a:lnTo>
                <a:cubicBezTo>
                  <a:pt x="9860" y="5957"/>
                  <a:pt x="9860" y="4742"/>
                  <a:pt x="9003" y="4456"/>
                </a:cubicBezTo>
                <a:lnTo>
                  <a:pt x="9003" y="1885"/>
                </a:lnTo>
                <a:lnTo>
                  <a:pt x="9336" y="1885"/>
                </a:lnTo>
                <a:cubicBezTo>
                  <a:pt x="9503" y="1885"/>
                  <a:pt x="9646" y="1742"/>
                  <a:pt x="9646" y="1551"/>
                </a:cubicBezTo>
                <a:lnTo>
                  <a:pt x="9646" y="313"/>
                </a:lnTo>
                <a:cubicBezTo>
                  <a:pt x="9668" y="136"/>
                  <a:pt x="9526" y="1"/>
                  <a:pt x="9373" y="1"/>
                </a:cubicBezTo>
                <a:cubicBezTo>
                  <a:pt x="9361" y="1"/>
                  <a:pt x="9348" y="1"/>
                  <a:pt x="9336" y="3"/>
                </a:cubicBezTo>
                <a:lnTo>
                  <a:pt x="549" y="3"/>
                </a:lnTo>
                <a:cubicBezTo>
                  <a:pt x="535" y="1"/>
                  <a:pt x="521" y="1"/>
                  <a:pt x="507"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77" name="Google Shape;9277;p87"/>
          <p:cNvSpPr/>
          <p:nvPr/>
        </p:nvSpPr>
        <p:spPr>
          <a:xfrm>
            <a:off x="4463672" y="4726908"/>
            <a:ext cx="244157" cy="83955"/>
          </a:xfrm>
          <a:custGeom>
            <a:avLst/>
            <a:gdLst/>
            <a:ahLst/>
            <a:cxnLst/>
            <a:rect l="l" t="t" r="r" b="b"/>
            <a:pathLst>
              <a:path w="5621" h="1930" extrusionOk="0">
                <a:moveTo>
                  <a:pt x="0" y="1"/>
                </a:moveTo>
                <a:cubicBezTo>
                  <a:pt x="96" y="763"/>
                  <a:pt x="477" y="1453"/>
                  <a:pt x="1072" y="1930"/>
                </a:cubicBezTo>
                <a:lnTo>
                  <a:pt x="4549" y="1930"/>
                </a:lnTo>
                <a:cubicBezTo>
                  <a:pt x="5144" y="1453"/>
                  <a:pt x="5525" y="763"/>
                  <a:pt x="562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278" name="Google Shape;9278;p87"/>
          <p:cNvGrpSpPr/>
          <p:nvPr/>
        </p:nvGrpSpPr>
        <p:grpSpPr>
          <a:xfrm>
            <a:off x="3340269" y="4589187"/>
            <a:ext cx="483147" cy="465885"/>
            <a:chOff x="2505202" y="3441890"/>
            <a:chExt cx="362360" cy="349414"/>
          </a:xfrm>
          <a:solidFill>
            <a:schemeClr val="bg1"/>
          </a:solidFill>
        </p:grpSpPr>
        <p:sp>
          <p:nvSpPr>
            <p:cNvPr id="9279" name="Google Shape;9279;p87"/>
            <p:cNvSpPr/>
            <p:nvPr/>
          </p:nvSpPr>
          <p:spPr>
            <a:xfrm>
              <a:off x="2505202" y="3441890"/>
              <a:ext cx="362360" cy="348663"/>
            </a:xfrm>
            <a:custGeom>
              <a:avLst/>
              <a:gdLst/>
              <a:ahLst/>
              <a:cxnLst/>
              <a:rect l="l" t="t" r="r" b="b"/>
              <a:pathLst>
                <a:path w="11123" h="10687" extrusionOk="0">
                  <a:moveTo>
                    <a:pt x="9877" y="0"/>
                  </a:moveTo>
                  <a:cubicBezTo>
                    <a:pt x="9494" y="0"/>
                    <a:pt x="9077" y="147"/>
                    <a:pt x="8717" y="285"/>
                  </a:cubicBezTo>
                  <a:cubicBezTo>
                    <a:pt x="8931" y="428"/>
                    <a:pt x="9146" y="571"/>
                    <a:pt x="9336" y="738"/>
                  </a:cubicBezTo>
                  <a:cubicBezTo>
                    <a:pt x="9552" y="669"/>
                    <a:pt x="9730" y="639"/>
                    <a:pt x="9870" y="639"/>
                  </a:cubicBezTo>
                  <a:cubicBezTo>
                    <a:pt x="10023" y="639"/>
                    <a:pt x="10131" y="675"/>
                    <a:pt x="10193" y="738"/>
                  </a:cubicBezTo>
                  <a:cubicBezTo>
                    <a:pt x="10598" y="1142"/>
                    <a:pt x="9646" y="3500"/>
                    <a:pt x="6669" y="6477"/>
                  </a:cubicBezTo>
                  <a:cubicBezTo>
                    <a:pt x="4138" y="9007"/>
                    <a:pt x="2055" y="10075"/>
                    <a:pt x="1239" y="10075"/>
                  </a:cubicBezTo>
                  <a:cubicBezTo>
                    <a:pt x="1095" y="10075"/>
                    <a:pt x="990" y="10042"/>
                    <a:pt x="930" y="9978"/>
                  </a:cubicBezTo>
                  <a:cubicBezTo>
                    <a:pt x="810" y="9859"/>
                    <a:pt x="810" y="9573"/>
                    <a:pt x="930" y="9144"/>
                  </a:cubicBezTo>
                  <a:cubicBezTo>
                    <a:pt x="763" y="8930"/>
                    <a:pt x="620" y="8739"/>
                    <a:pt x="477" y="8525"/>
                  </a:cubicBezTo>
                  <a:cubicBezTo>
                    <a:pt x="239" y="9120"/>
                    <a:pt x="1" y="9954"/>
                    <a:pt x="477" y="10430"/>
                  </a:cubicBezTo>
                  <a:cubicBezTo>
                    <a:pt x="661" y="10604"/>
                    <a:pt x="918" y="10687"/>
                    <a:pt x="1231" y="10687"/>
                  </a:cubicBezTo>
                  <a:cubicBezTo>
                    <a:pt x="1731" y="10687"/>
                    <a:pt x="2370" y="10477"/>
                    <a:pt x="3073" y="10097"/>
                  </a:cubicBezTo>
                  <a:cubicBezTo>
                    <a:pt x="3478" y="10287"/>
                    <a:pt x="3906" y="10454"/>
                    <a:pt x="4335" y="10549"/>
                  </a:cubicBezTo>
                  <a:lnTo>
                    <a:pt x="7097" y="7810"/>
                  </a:lnTo>
                  <a:cubicBezTo>
                    <a:pt x="7764" y="7144"/>
                    <a:pt x="8764" y="7025"/>
                    <a:pt x="9312" y="6477"/>
                  </a:cubicBezTo>
                  <a:lnTo>
                    <a:pt x="10884" y="4905"/>
                  </a:lnTo>
                  <a:cubicBezTo>
                    <a:pt x="10836" y="4191"/>
                    <a:pt x="10622" y="3500"/>
                    <a:pt x="10289" y="2881"/>
                  </a:cubicBezTo>
                  <a:cubicBezTo>
                    <a:pt x="10908" y="1738"/>
                    <a:pt x="11122" y="785"/>
                    <a:pt x="10622" y="285"/>
                  </a:cubicBezTo>
                  <a:cubicBezTo>
                    <a:pt x="10413" y="76"/>
                    <a:pt x="10154" y="0"/>
                    <a:pt x="98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0" name="Google Shape;9280;p87"/>
            <p:cNvSpPr/>
            <p:nvPr/>
          </p:nvSpPr>
          <p:spPr>
            <a:xfrm>
              <a:off x="2671249" y="3630658"/>
              <a:ext cx="188526" cy="160646"/>
            </a:xfrm>
            <a:custGeom>
              <a:avLst/>
              <a:gdLst/>
              <a:ahLst/>
              <a:cxnLst/>
              <a:rect l="l" t="t" r="r" b="b"/>
              <a:pathLst>
                <a:path w="5787" h="4924" extrusionOk="0">
                  <a:moveTo>
                    <a:pt x="5787" y="0"/>
                  </a:moveTo>
                  <a:lnTo>
                    <a:pt x="4644" y="1143"/>
                  </a:lnTo>
                  <a:cubicBezTo>
                    <a:pt x="4001" y="1810"/>
                    <a:pt x="3001" y="1905"/>
                    <a:pt x="2453" y="2453"/>
                  </a:cubicBezTo>
                  <a:lnTo>
                    <a:pt x="0" y="4906"/>
                  </a:lnTo>
                  <a:cubicBezTo>
                    <a:pt x="147" y="4918"/>
                    <a:pt x="294" y="4924"/>
                    <a:pt x="439" y="4924"/>
                  </a:cubicBezTo>
                  <a:cubicBezTo>
                    <a:pt x="3206" y="4924"/>
                    <a:pt x="5561" y="2806"/>
                    <a:pt x="57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1" name="Google Shape;9281;p87"/>
            <p:cNvSpPr/>
            <p:nvPr/>
          </p:nvSpPr>
          <p:spPr>
            <a:xfrm>
              <a:off x="2505202" y="3443423"/>
              <a:ext cx="166829" cy="188050"/>
            </a:xfrm>
            <a:custGeom>
              <a:avLst/>
              <a:gdLst/>
              <a:ahLst/>
              <a:cxnLst/>
              <a:rect l="l" t="t" r="r" b="b"/>
              <a:pathLst>
                <a:path w="5121" h="5764" extrusionOk="0">
                  <a:moveTo>
                    <a:pt x="5121" y="0"/>
                  </a:moveTo>
                  <a:lnTo>
                    <a:pt x="5121" y="0"/>
                  </a:lnTo>
                  <a:cubicBezTo>
                    <a:pt x="2192" y="238"/>
                    <a:pt x="1" y="2810"/>
                    <a:pt x="239" y="5763"/>
                  </a:cubicBezTo>
                  <a:lnTo>
                    <a:pt x="1787" y="4215"/>
                  </a:lnTo>
                  <a:cubicBezTo>
                    <a:pt x="2358" y="3644"/>
                    <a:pt x="2454" y="2643"/>
                    <a:pt x="3120" y="2000"/>
                  </a:cubicBezTo>
                  <a:lnTo>
                    <a:pt x="512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2" name="Google Shape;9282;p87"/>
            <p:cNvSpPr/>
            <p:nvPr/>
          </p:nvSpPr>
          <p:spPr>
            <a:xfrm>
              <a:off x="2516832" y="3443423"/>
              <a:ext cx="209506" cy="272712"/>
            </a:xfrm>
            <a:custGeom>
              <a:avLst/>
              <a:gdLst/>
              <a:ahLst/>
              <a:cxnLst/>
              <a:rect l="l" t="t" r="r" b="b"/>
              <a:pathLst>
                <a:path w="6431" h="8359" extrusionOk="0">
                  <a:moveTo>
                    <a:pt x="5645" y="0"/>
                  </a:moveTo>
                  <a:lnTo>
                    <a:pt x="3216" y="2453"/>
                  </a:lnTo>
                  <a:cubicBezTo>
                    <a:pt x="2668" y="3001"/>
                    <a:pt x="2549" y="3977"/>
                    <a:pt x="1882" y="4644"/>
                  </a:cubicBezTo>
                  <a:lnTo>
                    <a:pt x="1" y="6525"/>
                  </a:lnTo>
                  <a:cubicBezTo>
                    <a:pt x="144" y="7192"/>
                    <a:pt x="430" y="7811"/>
                    <a:pt x="811" y="8359"/>
                  </a:cubicBezTo>
                  <a:lnTo>
                    <a:pt x="3192" y="5977"/>
                  </a:lnTo>
                  <a:cubicBezTo>
                    <a:pt x="4169" y="5025"/>
                    <a:pt x="2859" y="3667"/>
                    <a:pt x="4097" y="2453"/>
                  </a:cubicBezTo>
                  <a:lnTo>
                    <a:pt x="6431" y="119"/>
                  </a:lnTo>
                  <a:cubicBezTo>
                    <a:pt x="6169" y="71"/>
                    <a:pt x="5907" y="24"/>
                    <a:pt x="564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3" name="Google Shape;9283;p87"/>
            <p:cNvSpPr/>
            <p:nvPr/>
          </p:nvSpPr>
          <p:spPr>
            <a:xfrm>
              <a:off x="2696823" y="3588768"/>
              <a:ext cx="20231" cy="17846"/>
            </a:xfrm>
            <a:custGeom>
              <a:avLst/>
              <a:gdLst/>
              <a:ahLst/>
              <a:cxnLst/>
              <a:rect l="l" t="t" r="r" b="b"/>
              <a:pathLst>
                <a:path w="621" h="547" extrusionOk="0">
                  <a:moveTo>
                    <a:pt x="259" y="0"/>
                  </a:moveTo>
                  <a:cubicBezTo>
                    <a:pt x="126" y="0"/>
                    <a:pt x="1" y="111"/>
                    <a:pt x="1" y="284"/>
                  </a:cubicBezTo>
                  <a:cubicBezTo>
                    <a:pt x="1" y="427"/>
                    <a:pt x="120" y="546"/>
                    <a:pt x="263" y="546"/>
                  </a:cubicBezTo>
                  <a:cubicBezTo>
                    <a:pt x="501" y="546"/>
                    <a:pt x="620" y="260"/>
                    <a:pt x="453" y="94"/>
                  </a:cubicBezTo>
                  <a:cubicBezTo>
                    <a:pt x="397" y="29"/>
                    <a:pt x="327" y="0"/>
                    <a:pt x="25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4" name="Google Shape;9284;p87"/>
            <p:cNvSpPr/>
            <p:nvPr/>
          </p:nvSpPr>
          <p:spPr>
            <a:xfrm>
              <a:off x="2556414" y="3453504"/>
              <a:ext cx="256841" cy="290624"/>
            </a:xfrm>
            <a:custGeom>
              <a:avLst/>
              <a:gdLst/>
              <a:ahLst/>
              <a:cxnLst/>
              <a:rect l="l" t="t" r="r" b="b"/>
              <a:pathLst>
                <a:path w="7884" h="8908" extrusionOk="0">
                  <a:moveTo>
                    <a:pt x="4573" y="3525"/>
                  </a:moveTo>
                  <a:cubicBezTo>
                    <a:pt x="5359" y="3525"/>
                    <a:pt x="5764" y="4478"/>
                    <a:pt x="5216" y="5049"/>
                  </a:cubicBezTo>
                  <a:cubicBezTo>
                    <a:pt x="5030" y="5235"/>
                    <a:pt x="4804" y="5318"/>
                    <a:pt x="4584" y="5318"/>
                  </a:cubicBezTo>
                  <a:cubicBezTo>
                    <a:pt x="4126" y="5318"/>
                    <a:pt x="3692" y="4961"/>
                    <a:pt x="3692" y="4430"/>
                  </a:cubicBezTo>
                  <a:cubicBezTo>
                    <a:pt x="3692" y="3930"/>
                    <a:pt x="4073" y="3525"/>
                    <a:pt x="4573" y="3525"/>
                  </a:cubicBezTo>
                  <a:close/>
                  <a:moveTo>
                    <a:pt x="5883" y="1"/>
                  </a:moveTo>
                  <a:lnTo>
                    <a:pt x="3335" y="2573"/>
                  </a:lnTo>
                  <a:cubicBezTo>
                    <a:pt x="2358" y="3525"/>
                    <a:pt x="3668" y="4883"/>
                    <a:pt x="2430" y="6121"/>
                  </a:cubicBezTo>
                  <a:lnTo>
                    <a:pt x="1" y="8550"/>
                  </a:lnTo>
                  <a:cubicBezTo>
                    <a:pt x="120" y="8693"/>
                    <a:pt x="215" y="8788"/>
                    <a:pt x="334" y="8907"/>
                  </a:cubicBezTo>
                  <a:cubicBezTo>
                    <a:pt x="2834" y="7859"/>
                    <a:pt x="6835" y="3859"/>
                    <a:pt x="7883" y="1358"/>
                  </a:cubicBezTo>
                  <a:cubicBezTo>
                    <a:pt x="7788" y="1239"/>
                    <a:pt x="7669" y="1120"/>
                    <a:pt x="7550" y="1001"/>
                  </a:cubicBezTo>
                  <a:lnTo>
                    <a:pt x="5573" y="2977"/>
                  </a:lnTo>
                  <a:cubicBezTo>
                    <a:pt x="5509" y="3042"/>
                    <a:pt x="5436" y="3068"/>
                    <a:pt x="5366" y="3068"/>
                  </a:cubicBezTo>
                  <a:cubicBezTo>
                    <a:pt x="5123" y="3068"/>
                    <a:pt x="4904" y="2747"/>
                    <a:pt x="5144" y="2525"/>
                  </a:cubicBezTo>
                  <a:lnTo>
                    <a:pt x="7050" y="620"/>
                  </a:lnTo>
                  <a:cubicBezTo>
                    <a:pt x="6692" y="382"/>
                    <a:pt x="6288" y="167"/>
                    <a:pt x="588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285" name="Google Shape;9285;p87"/>
          <p:cNvSpPr/>
          <p:nvPr/>
        </p:nvSpPr>
        <p:spPr>
          <a:xfrm>
            <a:off x="2589294" y="4780805"/>
            <a:ext cx="109677" cy="54940"/>
          </a:xfrm>
          <a:custGeom>
            <a:avLst/>
            <a:gdLst/>
            <a:ahLst/>
            <a:cxnLst/>
            <a:rect l="l" t="t" r="r" b="b"/>
            <a:pathLst>
              <a:path w="2525" h="1263" extrusionOk="0">
                <a:moveTo>
                  <a:pt x="0" y="0"/>
                </a:moveTo>
                <a:lnTo>
                  <a:pt x="0" y="1262"/>
                </a:lnTo>
                <a:lnTo>
                  <a:pt x="2525" y="1262"/>
                </a:lnTo>
                <a:lnTo>
                  <a:pt x="2525"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6" name="Google Shape;9286;p87"/>
          <p:cNvSpPr/>
          <p:nvPr/>
        </p:nvSpPr>
        <p:spPr>
          <a:xfrm>
            <a:off x="2589293" y="4863672"/>
            <a:ext cx="108635" cy="107749"/>
          </a:xfrm>
          <a:custGeom>
            <a:avLst/>
            <a:gdLst/>
            <a:ahLst/>
            <a:cxnLst/>
            <a:rect l="l" t="t" r="r" b="b"/>
            <a:pathLst>
              <a:path w="2501" h="2477" extrusionOk="0">
                <a:moveTo>
                  <a:pt x="0" y="0"/>
                </a:moveTo>
                <a:lnTo>
                  <a:pt x="0" y="1215"/>
                </a:lnTo>
                <a:cubicBezTo>
                  <a:pt x="0" y="1905"/>
                  <a:pt x="572" y="2453"/>
                  <a:pt x="1263" y="2477"/>
                </a:cubicBezTo>
                <a:cubicBezTo>
                  <a:pt x="1953" y="2477"/>
                  <a:pt x="2501" y="1905"/>
                  <a:pt x="2501" y="1215"/>
                </a:cubicBezTo>
                <a:lnTo>
                  <a:pt x="2501"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7" name="Google Shape;9287;p87"/>
          <p:cNvSpPr/>
          <p:nvPr/>
        </p:nvSpPr>
        <p:spPr>
          <a:xfrm>
            <a:off x="2571702" y="4590187"/>
            <a:ext cx="144861" cy="53896"/>
          </a:xfrm>
          <a:custGeom>
            <a:avLst/>
            <a:gdLst/>
            <a:ahLst/>
            <a:cxnLst/>
            <a:rect l="l" t="t" r="r" b="b"/>
            <a:pathLst>
              <a:path w="3335" h="1239" extrusionOk="0">
                <a:moveTo>
                  <a:pt x="405" y="0"/>
                </a:moveTo>
                <a:cubicBezTo>
                  <a:pt x="1" y="0"/>
                  <a:pt x="1" y="619"/>
                  <a:pt x="405" y="619"/>
                </a:cubicBezTo>
                <a:lnTo>
                  <a:pt x="405" y="1239"/>
                </a:lnTo>
                <a:lnTo>
                  <a:pt x="2930" y="1239"/>
                </a:lnTo>
                <a:lnTo>
                  <a:pt x="2930" y="619"/>
                </a:lnTo>
                <a:cubicBezTo>
                  <a:pt x="3335" y="619"/>
                  <a:pt x="3335" y="0"/>
                  <a:pt x="2930"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8" name="Google Shape;9288;p87"/>
          <p:cNvSpPr/>
          <p:nvPr/>
        </p:nvSpPr>
        <p:spPr>
          <a:xfrm>
            <a:off x="2480658" y="4591231"/>
            <a:ext cx="26975" cy="52852"/>
          </a:xfrm>
          <a:custGeom>
            <a:avLst/>
            <a:gdLst/>
            <a:ahLst/>
            <a:cxnLst/>
            <a:rect l="l" t="t" r="r" b="b"/>
            <a:pathLst>
              <a:path w="621" h="1215" extrusionOk="0">
                <a:moveTo>
                  <a:pt x="311" y="0"/>
                </a:moveTo>
                <a:cubicBezTo>
                  <a:pt x="162" y="0"/>
                  <a:pt x="13" y="95"/>
                  <a:pt x="1" y="286"/>
                </a:cubicBezTo>
                <a:lnTo>
                  <a:pt x="1" y="1215"/>
                </a:lnTo>
                <a:lnTo>
                  <a:pt x="620" y="1215"/>
                </a:lnTo>
                <a:lnTo>
                  <a:pt x="620" y="286"/>
                </a:lnTo>
                <a:cubicBezTo>
                  <a:pt x="608" y="95"/>
                  <a:pt x="459" y="0"/>
                  <a:pt x="311"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89" name="Google Shape;9289;p87"/>
          <p:cNvSpPr/>
          <p:nvPr/>
        </p:nvSpPr>
        <p:spPr>
          <a:xfrm>
            <a:off x="2397911" y="4671880"/>
            <a:ext cx="354877" cy="382669"/>
          </a:xfrm>
          <a:custGeom>
            <a:avLst/>
            <a:gdLst/>
            <a:ahLst/>
            <a:cxnLst/>
            <a:rect l="l" t="t" r="r" b="b"/>
            <a:pathLst>
              <a:path w="8170" h="8797" extrusionOk="0">
                <a:moveTo>
                  <a:pt x="4061" y="1"/>
                </a:moveTo>
                <a:cubicBezTo>
                  <a:pt x="3910" y="1"/>
                  <a:pt x="3787" y="137"/>
                  <a:pt x="3787" y="313"/>
                </a:cubicBezTo>
                <a:lnTo>
                  <a:pt x="3787" y="647"/>
                </a:lnTo>
                <a:lnTo>
                  <a:pt x="3168" y="647"/>
                </a:lnTo>
                <a:lnTo>
                  <a:pt x="3168" y="313"/>
                </a:lnTo>
                <a:cubicBezTo>
                  <a:pt x="3168" y="146"/>
                  <a:pt x="3025" y="4"/>
                  <a:pt x="2835" y="4"/>
                </a:cubicBezTo>
                <a:lnTo>
                  <a:pt x="1596" y="4"/>
                </a:lnTo>
                <a:cubicBezTo>
                  <a:pt x="1406" y="4"/>
                  <a:pt x="1263" y="146"/>
                  <a:pt x="1287" y="313"/>
                </a:cubicBezTo>
                <a:lnTo>
                  <a:pt x="1287" y="647"/>
                </a:lnTo>
                <a:lnTo>
                  <a:pt x="953" y="647"/>
                </a:lnTo>
                <a:cubicBezTo>
                  <a:pt x="548" y="647"/>
                  <a:pt x="548" y="1266"/>
                  <a:pt x="953" y="1266"/>
                </a:cubicBezTo>
                <a:lnTo>
                  <a:pt x="1287" y="1266"/>
                </a:lnTo>
                <a:lnTo>
                  <a:pt x="1287" y="1575"/>
                </a:lnTo>
                <a:cubicBezTo>
                  <a:pt x="1263" y="1742"/>
                  <a:pt x="1406" y="1885"/>
                  <a:pt x="1596" y="1885"/>
                </a:cubicBezTo>
                <a:lnTo>
                  <a:pt x="1882" y="1885"/>
                </a:lnTo>
                <a:lnTo>
                  <a:pt x="1882" y="7576"/>
                </a:lnTo>
                <a:lnTo>
                  <a:pt x="310" y="7576"/>
                </a:lnTo>
                <a:cubicBezTo>
                  <a:pt x="144" y="7576"/>
                  <a:pt x="1" y="7719"/>
                  <a:pt x="1" y="7886"/>
                </a:cubicBezTo>
                <a:lnTo>
                  <a:pt x="1" y="8529"/>
                </a:lnTo>
                <a:cubicBezTo>
                  <a:pt x="25" y="8708"/>
                  <a:pt x="173" y="8797"/>
                  <a:pt x="322" y="8797"/>
                </a:cubicBezTo>
                <a:cubicBezTo>
                  <a:pt x="471" y="8797"/>
                  <a:pt x="620" y="8708"/>
                  <a:pt x="644" y="8529"/>
                </a:cubicBezTo>
                <a:lnTo>
                  <a:pt x="644" y="8196"/>
                </a:lnTo>
                <a:lnTo>
                  <a:pt x="7526" y="8196"/>
                </a:lnTo>
                <a:lnTo>
                  <a:pt x="7526" y="8529"/>
                </a:lnTo>
                <a:cubicBezTo>
                  <a:pt x="7550" y="8708"/>
                  <a:pt x="7699" y="8797"/>
                  <a:pt x="7848" y="8797"/>
                </a:cubicBezTo>
                <a:cubicBezTo>
                  <a:pt x="7996" y="8797"/>
                  <a:pt x="8145" y="8708"/>
                  <a:pt x="8169" y="8529"/>
                </a:cubicBezTo>
                <a:lnTo>
                  <a:pt x="8169" y="7886"/>
                </a:lnTo>
                <a:cubicBezTo>
                  <a:pt x="8169" y="7719"/>
                  <a:pt x="8026" y="7576"/>
                  <a:pt x="7860" y="7553"/>
                </a:cubicBezTo>
                <a:lnTo>
                  <a:pt x="2525" y="7553"/>
                </a:lnTo>
                <a:lnTo>
                  <a:pt x="2525" y="1885"/>
                </a:lnTo>
                <a:lnTo>
                  <a:pt x="2835" y="1885"/>
                </a:lnTo>
                <a:cubicBezTo>
                  <a:pt x="3025" y="1885"/>
                  <a:pt x="3168" y="1742"/>
                  <a:pt x="3168" y="1551"/>
                </a:cubicBezTo>
                <a:lnTo>
                  <a:pt x="3168" y="1242"/>
                </a:lnTo>
                <a:lnTo>
                  <a:pt x="3787" y="1242"/>
                </a:lnTo>
                <a:lnTo>
                  <a:pt x="3787" y="1551"/>
                </a:lnTo>
                <a:cubicBezTo>
                  <a:pt x="3787" y="1742"/>
                  <a:pt x="3930" y="1885"/>
                  <a:pt x="4097" y="1885"/>
                </a:cubicBezTo>
                <a:lnTo>
                  <a:pt x="7240" y="1885"/>
                </a:lnTo>
                <a:cubicBezTo>
                  <a:pt x="7407" y="1885"/>
                  <a:pt x="7550" y="1742"/>
                  <a:pt x="7550" y="1551"/>
                </a:cubicBezTo>
                <a:lnTo>
                  <a:pt x="7550" y="313"/>
                </a:lnTo>
                <a:cubicBezTo>
                  <a:pt x="7550" y="137"/>
                  <a:pt x="7427" y="1"/>
                  <a:pt x="7277" y="1"/>
                </a:cubicBezTo>
                <a:cubicBezTo>
                  <a:pt x="7265" y="1"/>
                  <a:pt x="7253" y="2"/>
                  <a:pt x="7240" y="4"/>
                </a:cubicBezTo>
                <a:lnTo>
                  <a:pt x="4097" y="4"/>
                </a:lnTo>
                <a:cubicBezTo>
                  <a:pt x="4085" y="2"/>
                  <a:pt x="4073" y="1"/>
                  <a:pt x="4061"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290" name="Google Shape;9290;p87"/>
          <p:cNvGrpSpPr/>
          <p:nvPr/>
        </p:nvGrpSpPr>
        <p:grpSpPr>
          <a:xfrm>
            <a:off x="1337622" y="4603586"/>
            <a:ext cx="477977" cy="438305"/>
            <a:chOff x="1003216" y="3452689"/>
            <a:chExt cx="358483" cy="328729"/>
          </a:xfrm>
          <a:solidFill>
            <a:schemeClr val="bg1"/>
          </a:solidFill>
        </p:grpSpPr>
        <p:sp>
          <p:nvSpPr>
            <p:cNvPr id="9291" name="Google Shape;9291;p87"/>
            <p:cNvSpPr/>
            <p:nvPr/>
          </p:nvSpPr>
          <p:spPr>
            <a:xfrm>
              <a:off x="1017192" y="3636857"/>
              <a:ext cx="81509" cy="144170"/>
            </a:xfrm>
            <a:custGeom>
              <a:avLst/>
              <a:gdLst/>
              <a:ahLst/>
              <a:cxnLst/>
              <a:rect l="l" t="t" r="r" b="b"/>
              <a:pathLst>
                <a:path w="2502" h="4419" extrusionOk="0">
                  <a:moveTo>
                    <a:pt x="1" y="1"/>
                  </a:moveTo>
                  <a:lnTo>
                    <a:pt x="1" y="3168"/>
                  </a:lnTo>
                  <a:cubicBezTo>
                    <a:pt x="1" y="4002"/>
                    <a:pt x="626" y="4418"/>
                    <a:pt x="1251" y="4418"/>
                  </a:cubicBezTo>
                  <a:cubicBezTo>
                    <a:pt x="1876" y="4418"/>
                    <a:pt x="2501" y="4002"/>
                    <a:pt x="2501" y="3168"/>
                  </a:cubicBezTo>
                  <a:lnTo>
                    <a:pt x="25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92" name="Google Shape;9292;p87"/>
            <p:cNvSpPr/>
            <p:nvPr/>
          </p:nvSpPr>
          <p:spPr>
            <a:xfrm>
              <a:off x="1045925" y="3452689"/>
              <a:ext cx="224198" cy="82443"/>
            </a:xfrm>
            <a:custGeom>
              <a:avLst/>
              <a:gdLst/>
              <a:ahLst/>
              <a:cxnLst/>
              <a:rect l="l" t="t" r="r" b="b"/>
              <a:pathLst>
                <a:path w="6882" h="2527" extrusionOk="0">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93" name="Google Shape;9293;p87"/>
            <p:cNvSpPr/>
            <p:nvPr/>
          </p:nvSpPr>
          <p:spPr>
            <a:xfrm>
              <a:off x="1198746" y="3555294"/>
              <a:ext cx="121058" cy="122768"/>
            </a:xfrm>
            <a:custGeom>
              <a:avLst/>
              <a:gdLst/>
              <a:ahLst/>
              <a:cxnLst/>
              <a:rect l="l" t="t" r="r" b="b"/>
              <a:pathLst>
                <a:path w="3716" h="3763" extrusionOk="0">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94" name="Google Shape;9294;p87"/>
            <p:cNvSpPr/>
            <p:nvPr/>
          </p:nvSpPr>
          <p:spPr>
            <a:xfrm>
              <a:off x="1158383" y="3698257"/>
              <a:ext cx="203316" cy="83161"/>
            </a:xfrm>
            <a:custGeom>
              <a:avLst/>
              <a:gdLst/>
              <a:ahLst/>
              <a:cxnLst/>
              <a:rect l="l" t="t" r="r" b="b"/>
              <a:pathLst>
                <a:path w="6241" h="2549" extrusionOk="0">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95" name="Google Shape;9295;p87"/>
            <p:cNvSpPr/>
            <p:nvPr/>
          </p:nvSpPr>
          <p:spPr>
            <a:xfrm>
              <a:off x="1003216" y="3555294"/>
              <a:ext cx="108646" cy="61400"/>
            </a:xfrm>
            <a:custGeom>
              <a:avLst/>
              <a:gdLst/>
              <a:ahLst/>
              <a:cxnLst/>
              <a:rect l="l" t="t" r="r" b="b"/>
              <a:pathLst>
                <a:path w="3335" h="1882" extrusionOk="0">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296" name="Google Shape;9296;p87"/>
          <p:cNvGrpSpPr/>
          <p:nvPr/>
        </p:nvGrpSpPr>
        <p:grpSpPr>
          <a:xfrm>
            <a:off x="1327284" y="5361921"/>
            <a:ext cx="480019" cy="409769"/>
            <a:chOff x="995463" y="4021440"/>
            <a:chExt cx="360014" cy="307327"/>
          </a:xfrm>
          <a:solidFill>
            <a:schemeClr val="bg1"/>
          </a:solidFill>
        </p:grpSpPr>
        <p:sp>
          <p:nvSpPr>
            <p:cNvPr id="9297" name="Google Shape;9297;p87"/>
            <p:cNvSpPr/>
            <p:nvPr/>
          </p:nvSpPr>
          <p:spPr>
            <a:xfrm>
              <a:off x="1089351" y="4021440"/>
              <a:ext cx="200971" cy="83194"/>
            </a:xfrm>
            <a:custGeom>
              <a:avLst/>
              <a:gdLst/>
              <a:ahLst/>
              <a:cxnLst/>
              <a:rect l="l" t="t" r="r" b="b"/>
              <a:pathLst>
                <a:path w="6169" h="2550" extrusionOk="0">
                  <a:moveTo>
                    <a:pt x="334" y="1"/>
                  </a:moveTo>
                  <a:cubicBezTo>
                    <a:pt x="167" y="1"/>
                    <a:pt x="0" y="144"/>
                    <a:pt x="24" y="310"/>
                  </a:cubicBezTo>
                  <a:lnTo>
                    <a:pt x="24" y="1906"/>
                  </a:lnTo>
                  <a:lnTo>
                    <a:pt x="667" y="1906"/>
                  </a:lnTo>
                  <a:lnTo>
                    <a:pt x="667" y="644"/>
                  </a:lnTo>
                  <a:lnTo>
                    <a:pt x="2620" y="644"/>
                  </a:lnTo>
                  <a:lnTo>
                    <a:pt x="5525" y="2382"/>
                  </a:lnTo>
                  <a:lnTo>
                    <a:pt x="5525" y="2549"/>
                  </a:lnTo>
                  <a:lnTo>
                    <a:pt x="6168" y="2549"/>
                  </a:lnTo>
                  <a:lnTo>
                    <a:pt x="6168" y="2192"/>
                  </a:lnTo>
                  <a:cubicBezTo>
                    <a:pt x="6168" y="2097"/>
                    <a:pt x="6097" y="1977"/>
                    <a:pt x="6002" y="1930"/>
                  </a:cubicBezTo>
                  <a:lnTo>
                    <a:pt x="2882" y="49"/>
                  </a:lnTo>
                  <a:cubicBezTo>
                    <a:pt x="2834" y="25"/>
                    <a:pt x="2763" y="1"/>
                    <a:pt x="27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98" name="Google Shape;9298;p87"/>
            <p:cNvSpPr/>
            <p:nvPr/>
          </p:nvSpPr>
          <p:spPr>
            <a:xfrm>
              <a:off x="1204936" y="4124796"/>
              <a:ext cx="150541" cy="142212"/>
            </a:xfrm>
            <a:custGeom>
              <a:avLst/>
              <a:gdLst/>
              <a:ahLst/>
              <a:cxnLst/>
              <a:rect l="l" t="t" r="r" b="b"/>
              <a:pathLst>
                <a:path w="4621" h="4359" extrusionOk="0">
                  <a:moveTo>
                    <a:pt x="1358" y="0"/>
                  </a:moveTo>
                  <a:cubicBezTo>
                    <a:pt x="1191" y="0"/>
                    <a:pt x="1049" y="119"/>
                    <a:pt x="1025" y="286"/>
                  </a:cubicBezTo>
                  <a:cubicBezTo>
                    <a:pt x="1001" y="453"/>
                    <a:pt x="1144" y="619"/>
                    <a:pt x="1334" y="619"/>
                  </a:cubicBezTo>
                  <a:lnTo>
                    <a:pt x="1334" y="2072"/>
                  </a:lnTo>
                  <a:cubicBezTo>
                    <a:pt x="477" y="2501"/>
                    <a:pt x="1" y="3429"/>
                    <a:pt x="144" y="4358"/>
                  </a:cubicBezTo>
                  <a:lnTo>
                    <a:pt x="4478" y="4358"/>
                  </a:lnTo>
                  <a:cubicBezTo>
                    <a:pt x="4621" y="3406"/>
                    <a:pt x="4121" y="2477"/>
                    <a:pt x="3239" y="2072"/>
                  </a:cubicBezTo>
                  <a:lnTo>
                    <a:pt x="3239" y="619"/>
                  </a:lnTo>
                  <a:cubicBezTo>
                    <a:pt x="3430" y="619"/>
                    <a:pt x="3549" y="453"/>
                    <a:pt x="3549" y="286"/>
                  </a:cubicBezTo>
                  <a:cubicBezTo>
                    <a:pt x="3525" y="119"/>
                    <a:pt x="3382" y="0"/>
                    <a:pt x="32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299" name="Google Shape;9299;p87"/>
            <p:cNvSpPr/>
            <p:nvPr/>
          </p:nvSpPr>
          <p:spPr>
            <a:xfrm>
              <a:off x="1215817" y="4287954"/>
              <a:ext cx="129593" cy="40814"/>
            </a:xfrm>
            <a:custGeom>
              <a:avLst/>
              <a:gdLst/>
              <a:ahLst/>
              <a:cxnLst/>
              <a:rect l="l" t="t" r="r" b="b"/>
              <a:pathLst>
                <a:path w="3978" h="1251" extrusionOk="0">
                  <a:moveTo>
                    <a:pt x="0" y="0"/>
                  </a:moveTo>
                  <a:cubicBezTo>
                    <a:pt x="393" y="834"/>
                    <a:pt x="1185" y="1250"/>
                    <a:pt x="1980" y="1250"/>
                  </a:cubicBezTo>
                  <a:cubicBezTo>
                    <a:pt x="2774" y="1250"/>
                    <a:pt x="3572" y="834"/>
                    <a:pt x="39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00" name="Google Shape;9300;p87"/>
            <p:cNvSpPr/>
            <p:nvPr/>
          </p:nvSpPr>
          <p:spPr>
            <a:xfrm>
              <a:off x="1030386" y="4103786"/>
              <a:ext cx="135034" cy="144561"/>
            </a:xfrm>
            <a:custGeom>
              <a:avLst/>
              <a:gdLst/>
              <a:ahLst/>
              <a:cxnLst/>
              <a:rect l="l" t="t" r="r" b="b"/>
              <a:pathLst>
                <a:path w="4145" h="4431" extrusionOk="0">
                  <a:moveTo>
                    <a:pt x="1192" y="1"/>
                  </a:moveTo>
                  <a:cubicBezTo>
                    <a:pt x="754" y="1"/>
                    <a:pt x="746" y="646"/>
                    <a:pt x="1170" y="646"/>
                  </a:cubicBezTo>
                  <a:cubicBezTo>
                    <a:pt x="1185" y="646"/>
                    <a:pt x="1200" y="646"/>
                    <a:pt x="1215" y="644"/>
                  </a:cubicBezTo>
                  <a:lnTo>
                    <a:pt x="1215" y="2121"/>
                  </a:lnTo>
                  <a:lnTo>
                    <a:pt x="0" y="4264"/>
                  </a:lnTo>
                  <a:cubicBezTo>
                    <a:pt x="358" y="4383"/>
                    <a:pt x="739" y="4431"/>
                    <a:pt x="1120" y="4431"/>
                  </a:cubicBezTo>
                  <a:cubicBezTo>
                    <a:pt x="2466" y="4431"/>
                    <a:pt x="2500" y="3928"/>
                    <a:pt x="3947" y="3928"/>
                  </a:cubicBezTo>
                  <a:cubicBezTo>
                    <a:pt x="4010" y="3928"/>
                    <a:pt x="4076" y="3929"/>
                    <a:pt x="4144" y="3931"/>
                  </a:cubicBezTo>
                  <a:cubicBezTo>
                    <a:pt x="3644" y="3097"/>
                    <a:pt x="3144" y="2216"/>
                    <a:pt x="3096" y="2121"/>
                  </a:cubicBezTo>
                  <a:lnTo>
                    <a:pt x="3096" y="644"/>
                  </a:lnTo>
                  <a:cubicBezTo>
                    <a:pt x="3287" y="644"/>
                    <a:pt x="3430" y="478"/>
                    <a:pt x="3406" y="287"/>
                  </a:cubicBezTo>
                  <a:cubicBezTo>
                    <a:pt x="3382" y="120"/>
                    <a:pt x="3239" y="1"/>
                    <a:pt x="3072" y="1"/>
                  </a:cubicBezTo>
                  <a:lnTo>
                    <a:pt x="1215" y="1"/>
                  </a:lnTo>
                  <a:cubicBezTo>
                    <a:pt x="1207" y="1"/>
                    <a:pt x="1199" y="1"/>
                    <a:pt x="11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01" name="Google Shape;9301;p87"/>
            <p:cNvSpPr/>
            <p:nvPr/>
          </p:nvSpPr>
          <p:spPr>
            <a:xfrm>
              <a:off x="995463" y="4252295"/>
              <a:ext cx="211070" cy="76082"/>
            </a:xfrm>
            <a:custGeom>
              <a:avLst/>
              <a:gdLst/>
              <a:ahLst/>
              <a:cxnLst/>
              <a:rect l="l" t="t" r="r" b="b"/>
              <a:pathLst>
                <a:path w="6479" h="2332" extrusionOk="0">
                  <a:moveTo>
                    <a:pt x="4935" y="0"/>
                  </a:moveTo>
                  <a:cubicBezTo>
                    <a:pt x="3770" y="0"/>
                    <a:pt x="3625" y="498"/>
                    <a:pt x="2216" y="498"/>
                  </a:cubicBezTo>
                  <a:cubicBezTo>
                    <a:pt x="2164" y="500"/>
                    <a:pt x="2113" y="501"/>
                    <a:pt x="2062" y="501"/>
                  </a:cubicBezTo>
                  <a:cubicBezTo>
                    <a:pt x="1614" y="501"/>
                    <a:pt x="1169" y="409"/>
                    <a:pt x="763" y="260"/>
                  </a:cubicBezTo>
                  <a:lnTo>
                    <a:pt x="382" y="927"/>
                  </a:lnTo>
                  <a:cubicBezTo>
                    <a:pt x="1" y="1570"/>
                    <a:pt x="453" y="2332"/>
                    <a:pt x="1191" y="2332"/>
                  </a:cubicBezTo>
                  <a:lnTo>
                    <a:pt x="5311" y="2332"/>
                  </a:lnTo>
                  <a:cubicBezTo>
                    <a:pt x="6026" y="2332"/>
                    <a:pt x="6478" y="1570"/>
                    <a:pt x="6121" y="927"/>
                  </a:cubicBezTo>
                  <a:lnTo>
                    <a:pt x="5597" y="45"/>
                  </a:lnTo>
                  <a:cubicBezTo>
                    <a:pt x="5526" y="22"/>
                    <a:pt x="5454" y="22"/>
                    <a:pt x="5383" y="22"/>
                  </a:cubicBezTo>
                  <a:cubicBezTo>
                    <a:pt x="5218" y="7"/>
                    <a:pt x="5070" y="0"/>
                    <a:pt x="49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02" name="Google Shape;9302;p87"/>
          <p:cNvGrpSpPr/>
          <p:nvPr/>
        </p:nvGrpSpPr>
        <p:grpSpPr>
          <a:xfrm>
            <a:off x="2359643" y="5333863"/>
            <a:ext cx="433455" cy="466320"/>
            <a:chOff x="1769732" y="4000397"/>
            <a:chExt cx="325091" cy="349740"/>
          </a:xfrm>
          <a:solidFill>
            <a:schemeClr val="bg1"/>
          </a:solidFill>
        </p:grpSpPr>
        <p:sp>
          <p:nvSpPr>
            <p:cNvPr id="9303" name="Google Shape;9303;p87"/>
            <p:cNvSpPr/>
            <p:nvPr/>
          </p:nvSpPr>
          <p:spPr>
            <a:xfrm>
              <a:off x="1866455" y="4000397"/>
              <a:ext cx="125977" cy="19542"/>
            </a:xfrm>
            <a:custGeom>
              <a:avLst/>
              <a:gdLst/>
              <a:ahLst/>
              <a:cxnLst/>
              <a:rect l="l" t="t" r="r" b="b"/>
              <a:pathLst>
                <a:path w="3867" h="599" extrusionOk="0">
                  <a:moveTo>
                    <a:pt x="418" y="0"/>
                  </a:moveTo>
                  <a:cubicBezTo>
                    <a:pt x="73" y="0"/>
                    <a:pt x="0" y="552"/>
                    <a:pt x="389" y="598"/>
                  </a:cubicBezTo>
                  <a:lnTo>
                    <a:pt x="3652" y="598"/>
                  </a:lnTo>
                  <a:cubicBezTo>
                    <a:pt x="3771" y="574"/>
                    <a:pt x="3866" y="432"/>
                    <a:pt x="3866" y="312"/>
                  </a:cubicBezTo>
                  <a:cubicBezTo>
                    <a:pt x="3866" y="122"/>
                    <a:pt x="3724" y="3"/>
                    <a:pt x="3557" y="3"/>
                  </a:cubicBezTo>
                  <a:lnTo>
                    <a:pt x="461" y="3"/>
                  </a:lnTo>
                  <a:cubicBezTo>
                    <a:pt x="446" y="1"/>
                    <a:pt x="432" y="0"/>
                    <a:pt x="41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04" name="Google Shape;9304;p87"/>
            <p:cNvSpPr/>
            <p:nvPr/>
          </p:nvSpPr>
          <p:spPr>
            <a:xfrm>
              <a:off x="1848081" y="4040885"/>
              <a:ext cx="166862" cy="145312"/>
            </a:xfrm>
            <a:custGeom>
              <a:avLst/>
              <a:gdLst/>
              <a:ahLst/>
              <a:cxnLst/>
              <a:rect l="l" t="t" r="r" b="b"/>
              <a:pathLst>
                <a:path w="5122" h="4454" extrusionOk="0">
                  <a:moveTo>
                    <a:pt x="1001" y="0"/>
                  </a:moveTo>
                  <a:lnTo>
                    <a:pt x="1001" y="2787"/>
                  </a:lnTo>
                  <a:lnTo>
                    <a:pt x="1" y="4454"/>
                  </a:lnTo>
                  <a:lnTo>
                    <a:pt x="5121" y="4454"/>
                  </a:lnTo>
                  <a:lnTo>
                    <a:pt x="4145" y="2787"/>
                  </a:lnTo>
                  <a:lnTo>
                    <a:pt x="41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05" name="Google Shape;9305;p87"/>
            <p:cNvSpPr/>
            <p:nvPr/>
          </p:nvSpPr>
          <p:spPr>
            <a:xfrm>
              <a:off x="1886881" y="4246781"/>
              <a:ext cx="24075" cy="20913"/>
            </a:xfrm>
            <a:custGeom>
              <a:avLst/>
              <a:gdLst/>
              <a:ahLst/>
              <a:cxnLst/>
              <a:rect l="l" t="t" r="r" b="b"/>
              <a:pathLst>
                <a:path w="739" h="641" extrusionOk="0">
                  <a:moveTo>
                    <a:pt x="453" y="0"/>
                  </a:moveTo>
                  <a:cubicBezTo>
                    <a:pt x="167" y="0"/>
                    <a:pt x="1" y="333"/>
                    <a:pt x="191" y="548"/>
                  </a:cubicBezTo>
                  <a:cubicBezTo>
                    <a:pt x="255" y="611"/>
                    <a:pt x="337" y="640"/>
                    <a:pt x="418" y="640"/>
                  </a:cubicBezTo>
                  <a:cubicBezTo>
                    <a:pt x="580" y="640"/>
                    <a:pt x="739" y="524"/>
                    <a:pt x="739" y="333"/>
                  </a:cubicBezTo>
                  <a:cubicBezTo>
                    <a:pt x="739" y="167"/>
                    <a:pt x="620" y="24"/>
                    <a:pt x="4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06" name="Google Shape;9306;p87"/>
            <p:cNvSpPr/>
            <p:nvPr/>
          </p:nvSpPr>
          <p:spPr>
            <a:xfrm>
              <a:off x="1769732" y="4206359"/>
              <a:ext cx="325091" cy="143778"/>
            </a:xfrm>
            <a:custGeom>
              <a:avLst/>
              <a:gdLst/>
              <a:ahLst/>
              <a:cxnLst/>
              <a:rect l="l" t="t" r="r" b="b"/>
              <a:pathLst>
                <a:path w="9979" h="4407" extrusionOk="0">
                  <a:moveTo>
                    <a:pt x="6282" y="618"/>
                  </a:moveTo>
                  <a:cubicBezTo>
                    <a:pt x="6678" y="618"/>
                    <a:pt x="6678" y="1241"/>
                    <a:pt x="6282" y="1241"/>
                  </a:cubicBezTo>
                  <a:cubicBezTo>
                    <a:pt x="6269" y="1241"/>
                    <a:pt x="6255" y="1241"/>
                    <a:pt x="6240" y="1239"/>
                  </a:cubicBezTo>
                  <a:cubicBezTo>
                    <a:pt x="5859" y="1215"/>
                    <a:pt x="5859" y="668"/>
                    <a:pt x="6240" y="620"/>
                  </a:cubicBezTo>
                  <a:cubicBezTo>
                    <a:pt x="6255" y="618"/>
                    <a:pt x="6269" y="618"/>
                    <a:pt x="6282" y="618"/>
                  </a:cubicBezTo>
                  <a:close/>
                  <a:moveTo>
                    <a:pt x="4033" y="605"/>
                  </a:moveTo>
                  <a:cubicBezTo>
                    <a:pt x="4516" y="605"/>
                    <a:pt x="4978" y="990"/>
                    <a:pt x="4978" y="1572"/>
                  </a:cubicBezTo>
                  <a:cubicBezTo>
                    <a:pt x="4978" y="2096"/>
                    <a:pt x="4573" y="2501"/>
                    <a:pt x="4049" y="2501"/>
                  </a:cubicBezTo>
                  <a:cubicBezTo>
                    <a:pt x="3216" y="2501"/>
                    <a:pt x="2787" y="1477"/>
                    <a:pt x="3382" y="882"/>
                  </a:cubicBezTo>
                  <a:cubicBezTo>
                    <a:pt x="3573" y="691"/>
                    <a:pt x="3806" y="605"/>
                    <a:pt x="4033" y="605"/>
                  </a:cubicBezTo>
                  <a:close/>
                  <a:moveTo>
                    <a:pt x="5613" y="2510"/>
                  </a:moveTo>
                  <a:cubicBezTo>
                    <a:pt x="5773" y="2510"/>
                    <a:pt x="5930" y="2639"/>
                    <a:pt x="5930" y="2835"/>
                  </a:cubicBezTo>
                  <a:cubicBezTo>
                    <a:pt x="5930" y="2989"/>
                    <a:pt x="5808" y="3123"/>
                    <a:pt x="5638" y="3123"/>
                  </a:cubicBezTo>
                  <a:cubicBezTo>
                    <a:pt x="5625" y="3123"/>
                    <a:pt x="5611" y="3122"/>
                    <a:pt x="5597" y="3120"/>
                  </a:cubicBezTo>
                  <a:lnTo>
                    <a:pt x="5621" y="3120"/>
                  </a:lnTo>
                  <a:cubicBezTo>
                    <a:pt x="5335" y="3120"/>
                    <a:pt x="5192" y="2787"/>
                    <a:pt x="5407" y="2596"/>
                  </a:cubicBezTo>
                  <a:cubicBezTo>
                    <a:pt x="5466" y="2537"/>
                    <a:pt x="5540" y="2510"/>
                    <a:pt x="5613" y="2510"/>
                  </a:cubicBezTo>
                  <a:close/>
                  <a:moveTo>
                    <a:pt x="2049" y="1"/>
                  </a:moveTo>
                  <a:lnTo>
                    <a:pt x="453" y="2668"/>
                  </a:lnTo>
                  <a:cubicBezTo>
                    <a:pt x="1" y="3430"/>
                    <a:pt x="548" y="4406"/>
                    <a:pt x="1429" y="4406"/>
                  </a:cubicBezTo>
                  <a:lnTo>
                    <a:pt x="8526" y="4406"/>
                  </a:lnTo>
                  <a:cubicBezTo>
                    <a:pt x="9407" y="4406"/>
                    <a:pt x="9979" y="3430"/>
                    <a:pt x="9526" y="2668"/>
                  </a:cubicBezTo>
                  <a:lnTo>
                    <a:pt x="793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07" name="Google Shape;9307;p87"/>
          <p:cNvGrpSpPr/>
          <p:nvPr/>
        </p:nvGrpSpPr>
        <p:grpSpPr>
          <a:xfrm>
            <a:off x="3352693" y="5333952"/>
            <a:ext cx="459343" cy="466233"/>
            <a:chOff x="2514519" y="4000463"/>
            <a:chExt cx="344507" cy="349675"/>
          </a:xfrm>
          <a:solidFill>
            <a:schemeClr val="bg1"/>
          </a:solidFill>
        </p:grpSpPr>
        <p:sp>
          <p:nvSpPr>
            <p:cNvPr id="9308" name="Google Shape;9308;p87"/>
            <p:cNvSpPr/>
            <p:nvPr/>
          </p:nvSpPr>
          <p:spPr>
            <a:xfrm>
              <a:off x="2530808" y="4000463"/>
              <a:ext cx="328218" cy="102606"/>
            </a:xfrm>
            <a:custGeom>
              <a:avLst/>
              <a:gdLst/>
              <a:ahLst/>
              <a:cxnLst/>
              <a:rect l="l" t="t" r="r" b="b"/>
              <a:pathLst>
                <a:path w="10075" h="3145" extrusionOk="0">
                  <a:moveTo>
                    <a:pt x="382" y="1"/>
                  </a:moveTo>
                  <a:cubicBezTo>
                    <a:pt x="1" y="49"/>
                    <a:pt x="1" y="596"/>
                    <a:pt x="382" y="620"/>
                  </a:cubicBezTo>
                  <a:lnTo>
                    <a:pt x="691" y="620"/>
                  </a:lnTo>
                  <a:lnTo>
                    <a:pt x="691" y="2501"/>
                  </a:lnTo>
                  <a:lnTo>
                    <a:pt x="382" y="2501"/>
                  </a:lnTo>
                  <a:cubicBezTo>
                    <a:pt x="1" y="2549"/>
                    <a:pt x="1" y="3097"/>
                    <a:pt x="382" y="3144"/>
                  </a:cubicBezTo>
                  <a:lnTo>
                    <a:pt x="4454" y="3144"/>
                  </a:lnTo>
                  <a:lnTo>
                    <a:pt x="4454" y="2192"/>
                  </a:lnTo>
                  <a:cubicBezTo>
                    <a:pt x="4454" y="1668"/>
                    <a:pt x="4883" y="1263"/>
                    <a:pt x="5407" y="1263"/>
                  </a:cubicBezTo>
                  <a:lnTo>
                    <a:pt x="7288" y="1263"/>
                  </a:lnTo>
                  <a:cubicBezTo>
                    <a:pt x="7812" y="1263"/>
                    <a:pt x="8240" y="1668"/>
                    <a:pt x="8240" y="2192"/>
                  </a:cubicBezTo>
                  <a:lnTo>
                    <a:pt x="8240" y="3097"/>
                  </a:lnTo>
                  <a:cubicBezTo>
                    <a:pt x="10074" y="2716"/>
                    <a:pt x="9788" y="1"/>
                    <a:pt x="790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09" name="Google Shape;9309;p87"/>
            <p:cNvSpPr/>
            <p:nvPr/>
          </p:nvSpPr>
          <p:spPr>
            <a:xfrm>
              <a:off x="2514519" y="4124013"/>
              <a:ext cx="165298" cy="101823"/>
            </a:xfrm>
            <a:custGeom>
              <a:avLst/>
              <a:gdLst/>
              <a:ahLst/>
              <a:cxnLst/>
              <a:rect l="l" t="t" r="r" b="b"/>
              <a:pathLst>
                <a:path w="5074" h="3121" extrusionOk="0">
                  <a:moveTo>
                    <a:pt x="2144" y="0"/>
                  </a:moveTo>
                  <a:cubicBezTo>
                    <a:pt x="239" y="24"/>
                    <a:pt x="1" y="2739"/>
                    <a:pt x="1834" y="3120"/>
                  </a:cubicBezTo>
                  <a:lnTo>
                    <a:pt x="1834" y="2215"/>
                  </a:lnTo>
                  <a:cubicBezTo>
                    <a:pt x="1834" y="1691"/>
                    <a:pt x="2263" y="1263"/>
                    <a:pt x="2787" y="1263"/>
                  </a:cubicBezTo>
                  <a:cubicBezTo>
                    <a:pt x="3372" y="1263"/>
                    <a:pt x="3788" y="1261"/>
                    <a:pt x="4090" y="1261"/>
                  </a:cubicBezTo>
                  <a:cubicBezTo>
                    <a:pt x="4845" y="1261"/>
                    <a:pt x="4886" y="1273"/>
                    <a:pt x="5073" y="1358"/>
                  </a:cubicBezTo>
                  <a:cubicBezTo>
                    <a:pt x="4954" y="1096"/>
                    <a:pt x="4978" y="1001"/>
                    <a:pt x="49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0" name="Google Shape;9310;p87"/>
            <p:cNvSpPr/>
            <p:nvPr/>
          </p:nvSpPr>
          <p:spPr>
            <a:xfrm>
              <a:off x="2693728" y="4124013"/>
              <a:ext cx="149009" cy="102573"/>
            </a:xfrm>
            <a:custGeom>
              <a:avLst/>
              <a:gdLst/>
              <a:ahLst/>
              <a:cxnLst/>
              <a:rect l="l" t="t" r="r" b="b"/>
              <a:pathLst>
                <a:path w="4574" h="3144" extrusionOk="0">
                  <a:moveTo>
                    <a:pt x="3216" y="0"/>
                  </a:moveTo>
                  <a:lnTo>
                    <a:pt x="3216" y="953"/>
                  </a:lnTo>
                  <a:cubicBezTo>
                    <a:pt x="3216" y="1469"/>
                    <a:pt x="2785" y="1886"/>
                    <a:pt x="2283" y="1886"/>
                  </a:cubicBezTo>
                  <a:cubicBezTo>
                    <a:pt x="2183" y="1886"/>
                    <a:pt x="2080" y="1870"/>
                    <a:pt x="1977" y="1834"/>
                  </a:cubicBezTo>
                  <a:lnTo>
                    <a:pt x="1334" y="1620"/>
                  </a:lnTo>
                  <a:lnTo>
                    <a:pt x="691" y="1834"/>
                  </a:lnTo>
                  <a:cubicBezTo>
                    <a:pt x="598" y="1865"/>
                    <a:pt x="495" y="1883"/>
                    <a:pt x="391" y="1883"/>
                  </a:cubicBezTo>
                  <a:cubicBezTo>
                    <a:pt x="257" y="1883"/>
                    <a:pt x="121" y="1854"/>
                    <a:pt x="1" y="1786"/>
                  </a:cubicBezTo>
                  <a:lnTo>
                    <a:pt x="1" y="1786"/>
                  </a:lnTo>
                  <a:cubicBezTo>
                    <a:pt x="120" y="2025"/>
                    <a:pt x="96" y="2120"/>
                    <a:pt x="96" y="3144"/>
                  </a:cubicBezTo>
                  <a:lnTo>
                    <a:pt x="4168" y="3144"/>
                  </a:lnTo>
                  <a:cubicBezTo>
                    <a:pt x="4573" y="3144"/>
                    <a:pt x="4573" y="2501"/>
                    <a:pt x="4168" y="2501"/>
                  </a:cubicBezTo>
                  <a:lnTo>
                    <a:pt x="3859" y="2501"/>
                  </a:lnTo>
                  <a:lnTo>
                    <a:pt x="3859" y="620"/>
                  </a:lnTo>
                  <a:lnTo>
                    <a:pt x="4168" y="620"/>
                  </a:lnTo>
                  <a:cubicBezTo>
                    <a:pt x="4573" y="620"/>
                    <a:pt x="4573" y="0"/>
                    <a:pt x="41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1" name="Google Shape;9311;p87"/>
            <p:cNvSpPr/>
            <p:nvPr/>
          </p:nvSpPr>
          <p:spPr>
            <a:xfrm>
              <a:off x="2530808" y="4246781"/>
              <a:ext cx="323560" cy="103356"/>
            </a:xfrm>
            <a:custGeom>
              <a:avLst/>
              <a:gdLst/>
              <a:ahLst/>
              <a:cxnLst/>
              <a:rect l="l" t="t" r="r" b="b"/>
              <a:pathLst>
                <a:path w="9932" h="3168" extrusionOk="0">
                  <a:moveTo>
                    <a:pt x="382" y="0"/>
                  </a:moveTo>
                  <a:cubicBezTo>
                    <a:pt x="1" y="48"/>
                    <a:pt x="1" y="595"/>
                    <a:pt x="382" y="619"/>
                  </a:cubicBezTo>
                  <a:lnTo>
                    <a:pt x="691" y="619"/>
                  </a:lnTo>
                  <a:lnTo>
                    <a:pt x="691" y="2524"/>
                  </a:lnTo>
                  <a:lnTo>
                    <a:pt x="382" y="2524"/>
                  </a:lnTo>
                  <a:cubicBezTo>
                    <a:pt x="1" y="2572"/>
                    <a:pt x="1" y="3120"/>
                    <a:pt x="382" y="3167"/>
                  </a:cubicBezTo>
                  <a:lnTo>
                    <a:pt x="7907" y="3167"/>
                  </a:lnTo>
                  <a:cubicBezTo>
                    <a:pt x="9931" y="3072"/>
                    <a:pt x="9931" y="95"/>
                    <a:pt x="7907" y="0"/>
                  </a:cubicBezTo>
                  <a:lnTo>
                    <a:pt x="5097" y="0"/>
                  </a:lnTo>
                  <a:lnTo>
                    <a:pt x="5097" y="953"/>
                  </a:lnTo>
                  <a:cubicBezTo>
                    <a:pt x="5097" y="1486"/>
                    <a:pt x="4655" y="1888"/>
                    <a:pt x="4165" y="1888"/>
                  </a:cubicBezTo>
                  <a:cubicBezTo>
                    <a:pt x="4064" y="1888"/>
                    <a:pt x="3961" y="1870"/>
                    <a:pt x="3859" y="1834"/>
                  </a:cubicBezTo>
                  <a:lnTo>
                    <a:pt x="3216" y="1619"/>
                  </a:lnTo>
                  <a:lnTo>
                    <a:pt x="2573" y="1834"/>
                  </a:lnTo>
                  <a:cubicBezTo>
                    <a:pt x="2467" y="1870"/>
                    <a:pt x="2361" y="1888"/>
                    <a:pt x="2258" y="1888"/>
                  </a:cubicBezTo>
                  <a:cubicBezTo>
                    <a:pt x="1759" y="1888"/>
                    <a:pt x="1330" y="1486"/>
                    <a:pt x="1310" y="953"/>
                  </a:cubicBezTo>
                  <a:lnTo>
                    <a:pt x="13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2" name="Google Shape;9312;p87"/>
            <p:cNvSpPr/>
            <p:nvPr/>
          </p:nvSpPr>
          <p:spPr>
            <a:xfrm>
              <a:off x="2594432" y="4185316"/>
              <a:ext cx="81476" cy="102475"/>
            </a:xfrm>
            <a:custGeom>
              <a:avLst/>
              <a:gdLst/>
              <a:ahLst/>
              <a:cxnLst/>
              <a:rect l="l" t="t" r="r" b="b"/>
              <a:pathLst>
                <a:path w="2501" h="3141" extrusionOk="0">
                  <a:moveTo>
                    <a:pt x="274" y="0"/>
                  </a:moveTo>
                  <a:cubicBezTo>
                    <a:pt x="123" y="0"/>
                    <a:pt x="0" y="136"/>
                    <a:pt x="0" y="312"/>
                  </a:cubicBezTo>
                  <a:lnTo>
                    <a:pt x="0" y="2837"/>
                  </a:lnTo>
                  <a:cubicBezTo>
                    <a:pt x="0" y="2996"/>
                    <a:pt x="151" y="3139"/>
                    <a:pt x="312" y="3139"/>
                  </a:cubicBezTo>
                  <a:cubicBezTo>
                    <a:pt x="343" y="3139"/>
                    <a:pt x="374" y="3134"/>
                    <a:pt x="405" y="3122"/>
                  </a:cubicBezTo>
                  <a:lnTo>
                    <a:pt x="1263" y="2837"/>
                  </a:lnTo>
                  <a:lnTo>
                    <a:pt x="2096" y="3122"/>
                  </a:lnTo>
                  <a:cubicBezTo>
                    <a:pt x="2130" y="3135"/>
                    <a:pt x="2164" y="3141"/>
                    <a:pt x="2198" y="3141"/>
                  </a:cubicBezTo>
                  <a:cubicBezTo>
                    <a:pt x="2356" y="3141"/>
                    <a:pt x="2501" y="3013"/>
                    <a:pt x="2501" y="2837"/>
                  </a:cubicBezTo>
                  <a:lnTo>
                    <a:pt x="2501" y="312"/>
                  </a:lnTo>
                  <a:cubicBezTo>
                    <a:pt x="2501" y="146"/>
                    <a:pt x="2358" y="3"/>
                    <a:pt x="2191" y="3"/>
                  </a:cubicBezTo>
                  <a:lnTo>
                    <a:pt x="310" y="3"/>
                  </a:lnTo>
                  <a:cubicBezTo>
                    <a:pt x="298" y="1"/>
                    <a:pt x="286" y="0"/>
                    <a:pt x="27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3" name="Google Shape;9313;p87"/>
            <p:cNvSpPr/>
            <p:nvPr/>
          </p:nvSpPr>
          <p:spPr>
            <a:xfrm>
              <a:off x="2696823" y="4061863"/>
              <a:ext cx="81509" cy="102867"/>
            </a:xfrm>
            <a:custGeom>
              <a:avLst/>
              <a:gdLst/>
              <a:ahLst/>
              <a:cxnLst/>
              <a:rect l="l" t="t" r="r" b="b"/>
              <a:pathLst>
                <a:path w="2502" h="3153" extrusionOk="0">
                  <a:moveTo>
                    <a:pt x="311" y="0"/>
                  </a:moveTo>
                  <a:cubicBezTo>
                    <a:pt x="120" y="0"/>
                    <a:pt x="1" y="143"/>
                    <a:pt x="1" y="310"/>
                  </a:cubicBezTo>
                  <a:lnTo>
                    <a:pt x="1" y="2834"/>
                  </a:lnTo>
                  <a:cubicBezTo>
                    <a:pt x="1" y="3021"/>
                    <a:pt x="145" y="3153"/>
                    <a:pt x="324" y="3153"/>
                  </a:cubicBezTo>
                  <a:cubicBezTo>
                    <a:pt x="350" y="3153"/>
                    <a:pt x="378" y="3150"/>
                    <a:pt x="406" y="3144"/>
                  </a:cubicBezTo>
                  <a:lnTo>
                    <a:pt x="1239" y="2834"/>
                  </a:lnTo>
                  <a:lnTo>
                    <a:pt x="2097" y="3144"/>
                  </a:lnTo>
                  <a:cubicBezTo>
                    <a:pt x="2121" y="3150"/>
                    <a:pt x="2147" y="3153"/>
                    <a:pt x="2172" y="3153"/>
                  </a:cubicBezTo>
                  <a:cubicBezTo>
                    <a:pt x="2339" y="3153"/>
                    <a:pt x="2501" y="3021"/>
                    <a:pt x="2501" y="2834"/>
                  </a:cubicBezTo>
                  <a:lnTo>
                    <a:pt x="2501" y="310"/>
                  </a:lnTo>
                  <a:cubicBezTo>
                    <a:pt x="2501" y="143"/>
                    <a:pt x="2359" y="0"/>
                    <a:pt x="21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14" name="Google Shape;9314;p87"/>
          <p:cNvGrpSpPr/>
          <p:nvPr/>
        </p:nvGrpSpPr>
        <p:grpSpPr>
          <a:xfrm>
            <a:off x="4274375" y="5333951"/>
            <a:ext cx="544131" cy="466624"/>
            <a:chOff x="3205781" y="4000463"/>
            <a:chExt cx="408098" cy="349968"/>
          </a:xfrm>
          <a:solidFill>
            <a:schemeClr val="bg1"/>
          </a:solidFill>
        </p:grpSpPr>
        <p:sp>
          <p:nvSpPr>
            <p:cNvPr id="9315" name="Google Shape;9315;p87"/>
            <p:cNvSpPr/>
            <p:nvPr/>
          </p:nvSpPr>
          <p:spPr>
            <a:xfrm>
              <a:off x="3442391" y="4082841"/>
              <a:ext cx="48150" cy="41205"/>
            </a:xfrm>
            <a:custGeom>
              <a:avLst/>
              <a:gdLst/>
              <a:ahLst/>
              <a:cxnLst/>
              <a:rect l="l" t="t" r="r" b="b"/>
              <a:pathLst>
                <a:path w="1478" h="1263" extrusionOk="0">
                  <a:moveTo>
                    <a:pt x="839" y="1"/>
                  </a:moveTo>
                  <a:cubicBezTo>
                    <a:pt x="685" y="1"/>
                    <a:pt x="529" y="60"/>
                    <a:pt x="406" y="191"/>
                  </a:cubicBezTo>
                  <a:cubicBezTo>
                    <a:pt x="1" y="596"/>
                    <a:pt x="286" y="1262"/>
                    <a:pt x="858" y="1262"/>
                  </a:cubicBezTo>
                  <a:cubicBezTo>
                    <a:pt x="1191" y="1262"/>
                    <a:pt x="1477" y="977"/>
                    <a:pt x="1477" y="643"/>
                  </a:cubicBezTo>
                  <a:cubicBezTo>
                    <a:pt x="1477" y="257"/>
                    <a:pt x="1161" y="1"/>
                    <a:pt x="83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6" name="Google Shape;9316;p87"/>
            <p:cNvSpPr/>
            <p:nvPr/>
          </p:nvSpPr>
          <p:spPr>
            <a:xfrm>
              <a:off x="3375673" y="4227272"/>
              <a:ext cx="27495" cy="20391"/>
            </a:xfrm>
            <a:custGeom>
              <a:avLst/>
              <a:gdLst/>
              <a:ahLst/>
              <a:cxnLst/>
              <a:rect l="l" t="t" r="r" b="b"/>
              <a:pathLst>
                <a:path w="844" h="625" extrusionOk="0">
                  <a:moveTo>
                    <a:pt x="426" y="0"/>
                  </a:moveTo>
                  <a:cubicBezTo>
                    <a:pt x="412" y="0"/>
                    <a:pt x="397" y="1"/>
                    <a:pt x="382" y="3"/>
                  </a:cubicBezTo>
                  <a:cubicBezTo>
                    <a:pt x="1" y="27"/>
                    <a:pt x="1" y="598"/>
                    <a:pt x="382" y="622"/>
                  </a:cubicBezTo>
                  <a:cubicBezTo>
                    <a:pt x="397" y="623"/>
                    <a:pt x="412" y="624"/>
                    <a:pt x="426" y="624"/>
                  </a:cubicBezTo>
                  <a:cubicBezTo>
                    <a:pt x="843" y="624"/>
                    <a:pt x="843" y="0"/>
                    <a:pt x="42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7" name="Google Shape;9317;p87"/>
            <p:cNvSpPr/>
            <p:nvPr/>
          </p:nvSpPr>
          <p:spPr>
            <a:xfrm>
              <a:off x="3260870" y="4041635"/>
              <a:ext cx="312679" cy="267656"/>
            </a:xfrm>
            <a:custGeom>
              <a:avLst/>
              <a:gdLst/>
              <a:ahLst/>
              <a:cxnLst/>
              <a:rect l="l" t="t" r="r" b="b"/>
              <a:pathLst>
                <a:path w="9598" h="8204" extrusionOk="0">
                  <a:moveTo>
                    <a:pt x="3263" y="1573"/>
                  </a:moveTo>
                  <a:cubicBezTo>
                    <a:pt x="3548" y="1573"/>
                    <a:pt x="3691" y="1930"/>
                    <a:pt x="3501" y="2121"/>
                  </a:cubicBezTo>
                  <a:cubicBezTo>
                    <a:pt x="3433" y="2181"/>
                    <a:pt x="3352" y="2208"/>
                    <a:pt x="3275" y="2208"/>
                  </a:cubicBezTo>
                  <a:cubicBezTo>
                    <a:pt x="3108" y="2208"/>
                    <a:pt x="2953" y="2085"/>
                    <a:pt x="2953" y="1906"/>
                  </a:cubicBezTo>
                  <a:cubicBezTo>
                    <a:pt x="2953" y="1716"/>
                    <a:pt x="3096" y="1573"/>
                    <a:pt x="3263" y="1573"/>
                  </a:cubicBezTo>
                  <a:close/>
                  <a:moveTo>
                    <a:pt x="6430" y="239"/>
                  </a:moveTo>
                  <a:cubicBezTo>
                    <a:pt x="6597" y="239"/>
                    <a:pt x="6763" y="358"/>
                    <a:pt x="6740" y="596"/>
                  </a:cubicBezTo>
                  <a:lnTo>
                    <a:pt x="6740" y="692"/>
                  </a:lnTo>
                  <a:cubicBezTo>
                    <a:pt x="6859" y="716"/>
                    <a:pt x="6954" y="763"/>
                    <a:pt x="7073" y="811"/>
                  </a:cubicBezTo>
                  <a:lnTo>
                    <a:pt x="7121" y="763"/>
                  </a:lnTo>
                  <a:cubicBezTo>
                    <a:pt x="7194" y="690"/>
                    <a:pt x="7274" y="659"/>
                    <a:pt x="7350" y="659"/>
                  </a:cubicBezTo>
                  <a:cubicBezTo>
                    <a:pt x="7594" y="659"/>
                    <a:pt x="7791" y="974"/>
                    <a:pt x="7573" y="1192"/>
                  </a:cubicBezTo>
                  <a:lnTo>
                    <a:pt x="7502" y="1263"/>
                  </a:lnTo>
                  <a:cubicBezTo>
                    <a:pt x="7573" y="1358"/>
                    <a:pt x="7621" y="1478"/>
                    <a:pt x="7645" y="1573"/>
                  </a:cubicBezTo>
                  <a:lnTo>
                    <a:pt x="7740" y="1573"/>
                  </a:lnTo>
                  <a:cubicBezTo>
                    <a:pt x="7754" y="1571"/>
                    <a:pt x="7768" y="1571"/>
                    <a:pt x="7781" y="1571"/>
                  </a:cubicBezTo>
                  <a:cubicBezTo>
                    <a:pt x="8179" y="1571"/>
                    <a:pt x="8179" y="2218"/>
                    <a:pt x="7781" y="2218"/>
                  </a:cubicBezTo>
                  <a:cubicBezTo>
                    <a:pt x="7768" y="2218"/>
                    <a:pt x="7754" y="2217"/>
                    <a:pt x="7740" y="2216"/>
                  </a:cubicBezTo>
                  <a:lnTo>
                    <a:pt x="7645" y="2216"/>
                  </a:lnTo>
                  <a:cubicBezTo>
                    <a:pt x="7621" y="2335"/>
                    <a:pt x="7573" y="2430"/>
                    <a:pt x="7502" y="2525"/>
                  </a:cubicBezTo>
                  <a:lnTo>
                    <a:pt x="7573" y="2597"/>
                  </a:lnTo>
                  <a:cubicBezTo>
                    <a:pt x="7793" y="2835"/>
                    <a:pt x="7590" y="3143"/>
                    <a:pt x="7344" y="3143"/>
                  </a:cubicBezTo>
                  <a:cubicBezTo>
                    <a:pt x="7270" y="3143"/>
                    <a:pt x="7192" y="3115"/>
                    <a:pt x="7121" y="3049"/>
                  </a:cubicBezTo>
                  <a:lnTo>
                    <a:pt x="7073" y="2978"/>
                  </a:lnTo>
                  <a:cubicBezTo>
                    <a:pt x="6954" y="3049"/>
                    <a:pt x="6859" y="3073"/>
                    <a:pt x="6740" y="3121"/>
                  </a:cubicBezTo>
                  <a:lnTo>
                    <a:pt x="6740" y="3216"/>
                  </a:lnTo>
                  <a:cubicBezTo>
                    <a:pt x="6740" y="3383"/>
                    <a:pt x="6597" y="3526"/>
                    <a:pt x="6406" y="3526"/>
                  </a:cubicBezTo>
                  <a:cubicBezTo>
                    <a:pt x="6239" y="3526"/>
                    <a:pt x="6097" y="3383"/>
                    <a:pt x="6097" y="3216"/>
                  </a:cubicBezTo>
                  <a:lnTo>
                    <a:pt x="6097" y="3121"/>
                  </a:lnTo>
                  <a:cubicBezTo>
                    <a:pt x="6001" y="3073"/>
                    <a:pt x="5882" y="3049"/>
                    <a:pt x="5787" y="2978"/>
                  </a:cubicBezTo>
                  <a:lnTo>
                    <a:pt x="5716" y="3049"/>
                  </a:lnTo>
                  <a:cubicBezTo>
                    <a:pt x="5656" y="3109"/>
                    <a:pt x="5579" y="3139"/>
                    <a:pt x="5501" y="3139"/>
                  </a:cubicBezTo>
                  <a:cubicBezTo>
                    <a:pt x="5424" y="3139"/>
                    <a:pt x="5346" y="3109"/>
                    <a:pt x="5287" y="3049"/>
                  </a:cubicBezTo>
                  <a:cubicBezTo>
                    <a:pt x="5144" y="2930"/>
                    <a:pt x="5144" y="2716"/>
                    <a:pt x="5287" y="2597"/>
                  </a:cubicBezTo>
                  <a:lnTo>
                    <a:pt x="5335" y="2525"/>
                  </a:lnTo>
                  <a:cubicBezTo>
                    <a:pt x="5287" y="2430"/>
                    <a:pt x="5239" y="2335"/>
                    <a:pt x="5215" y="2216"/>
                  </a:cubicBezTo>
                  <a:lnTo>
                    <a:pt x="5120" y="2216"/>
                  </a:lnTo>
                  <a:cubicBezTo>
                    <a:pt x="4739" y="2168"/>
                    <a:pt x="4739" y="1620"/>
                    <a:pt x="5120" y="1573"/>
                  </a:cubicBezTo>
                  <a:lnTo>
                    <a:pt x="5215" y="1573"/>
                  </a:lnTo>
                  <a:cubicBezTo>
                    <a:pt x="5239" y="1478"/>
                    <a:pt x="5287" y="1358"/>
                    <a:pt x="5358" y="1263"/>
                  </a:cubicBezTo>
                  <a:lnTo>
                    <a:pt x="5287" y="1192"/>
                  </a:lnTo>
                  <a:cubicBezTo>
                    <a:pt x="5144" y="1073"/>
                    <a:pt x="5144" y="858"/>
                    <a:pt x="5287" y="763"/>
                  </a:cubicBezTo>
                  <a:cubicBezTo>
                    <a:pt x="5346" y="692"/>
                    <a:pt x="5424" y="656"/>
                    <a:pt x="5504" y="656"/>
                  </a:cubicBezTo>
                  <a:cubicBezTo>
                    <a:pt x="5585" y="656"/>
                    <a:pt x="5668" y="692"/>
                    <a:pt x="5739" y="763"/>
                  </a:cubicBezTo>
                  <a:lnTo>
                    <a:pt x="5787" y="811"/>
                  </a:lnTo>
                  <a:cubicBezTo>
                    <a:pt x="5882" y="763"/>
                    <a:pt x="6001" y="716"/>
                    <a:pt x="6120" y="692"/>
                  </a:cubicBezTo>
                  <a:lnTo>
                    <a:pt x="6120" y="596"/>
                  </a:lnTo>
                  <a:cubicBezTo>
                    <a:pt x="6097" y="358"/>
                    <a:pt x="6263" y="239"/>
                    <a:pt x="6430" y="239"/>
                  </a:cubicBezTo>
                  <a:close/>
                  <a:moveTo>
                    <a:pt x="8613" y="3463"/>
                  </a:moveTo>
                  <a:cubicBezTo>
                    <a:pt x="8774" y="3463"/>
                    <a:pt x="8931" y="3591"/>
                    <a:pt x="8931" y="3788"/>
                  </a:cubicBezTo>
                  <a:cubicBezTo>
                    <a:pt x="8954" y="3954"/>
                    <a:pt x="8788" y="4097"/>
                    <a:pt x="8621" y="4097"/>
                  </a:cubicBezTo>
                  <a:cubicBezTo>
                    <a:pt x="8335" y="4097"/>
                    <a:pt x="8192" y="3764"/>
                    <a:pt x="8407" y="3549"/>
                  </a:cubicBezTo>
                  <a:cubicBezTo>
                    <a:pt x="8466" y="3490"/>
                    <a:pt x="8540" y="3463"/>
                    <a:pt x="8613" y="3463"/>
                  </a:cubicBezTo>
                  <a:close/>
                  <a:moveTo>
                    <a:pt x="3024" y="3154"/>
                  </a:moveTo>
                  <a:cubicBezTo>
                    <a:pt x="3163" y="3154"/>
                    <a:pt x="3305" y="3196"/>
                    <a:pt x="3429" y="3287"/>
                  </a:cubicBezTo>
                  <a:cubicBezTo>
                    <a:pt x="3735" y="3450"/>
                    <a:pt x="3570" y="3875"/>
                    <a:pt x="3277" y="3875"/>
                  </a:cubicBezTo>
                  <a:cubicBezTo>
                    <a:pt x="3228" y="3875"/>
                    <a:pt x="3175" y="3863"/>
                    <a:pt x="3120" y="3835"/>
                  </a:cubicBezTo>
                  <a:cubicBezTo>
                    <a:pt x="3065" y="3802"/>
                    <a:pt x="3035" y="3784"/>
                    <a:pt x="3012" y="3784"/>
                  </a:cubicBezTo>
                  <a:cubicBezTo>
                    <a:pt x="2985" y="3784"/>
                    <a:pt x="2968" y="3808"/>
                    <a:pt x="2929" y="3859"/>
                  </a:cubicBezTo>
                  <a:cubicBezTo>
                    <a:pt x="2858" y="4050"/>
                    <a:pt x="2691" y="4169"/>
                    <a:pt x="2501" y="4240"/>
                  </a:cubicBezTo>
                  <a:cubicBezTo>
                    <a:pt x="2450" y="4253"/>
                    <a:pt x="2397" y="4259"/>
                    <a:pt x="2343" y="4259"/>
                  </a:cubicBezTo>
                  <a:cubicBezTo>
                    <a:pt x="2197" y="4259"/>
                    <a:pt x="2045" y="4215"/>
                    <a:pt x="1905" y="4145"/>
                  </a:cubicBezTo>
                  <a:cubicBezTo>
                    <a:pt x="1598" y="3981"/>
                    <a:pt x="1749" y="3535"/>
                    <a:pt x="2040" y="3535"/>
                  </a:cubicBezTo>
                  <a:cubicBezTo>
                    <a:pt x="2087" y="3535"/>
                    <a:pt x="2138" y="3547"/>
                    <a:pt x="2191" y="3573"/>
                  </a:cubicBezTo>
                  <a:cubicBezTo>
                    <a:pt x="2262" y="3609"/>
                    <a:pt x="2298" y="3633"/>
                    <a:pt x="2325" y="3633"/>
                  </a:cubicBezTo>
                  <a:cubicBezTo>
                    <a:pt x="2352" y="3633"/>
                    <a:pt x="2370" y="3609"/>
                    <a:pt x="2405" y="3549"/>
                  </a:cubicBezTo>
                  <a:cubicBezTo>
                    <a:pt x="2514" y="3301"/>
                    <a:pt x="2764" y="3154"/>
                    <a:pt x="3024" y="3154"/>
                  </a:cubicBezTo>
                  <a:close/>
                  <a:moveTo>
                    <a:pt x="5163" y="4087"/>
                  </a:moveTo>
                  <a:cubicBezTo>
                    <a:pt x="5336" y="4087"/>
                    <a:pt x="5501" y="4229"/>
                    <a:pt x="5501" y="4431"/>
                  </a:cubicBezTo>
                  <a:cubicBezTo>
                    <a:pt x="5477" y="4597"/>
                    <a:pt x="5358" y="4716"/>
                    <a:pt x="5192" y="4716"/>
                  </a:cubicBezTo>
                  <a:cubicBezTo>
                    <a:pt x="4906" y="4716"/>
                    <a:pt x="4763" y="4383"/>
                    <a:pt x="4953" y="4169"/>
                  </a:cubicBezTo>
                  <a:cubicBezTo>
                    <a:pt x="5017" y="4112"/>
                    <a:pt x="5091" y="4087"/>
                    <a:pt x="5163" y="4087"/>
                  </a:cubicBezTo>
                  <a:close/>
                  <a:moveTo>
                    <a:pt x="6996" y="4803"/>
                  </a:moveTo>
                  <a:cubicBezTo>
                    <a:pt x="7166" y="4803"/>
                    <a:pt x="7337" y="4925"/>
                    <a:pt x="7311" y="5145"/>
                  </a:cubicBezTo>
                  <a:cubicBezTo>
                    <a:pt x="7287" y="5335"/>
                    <a:pt x="7263" y="5359"/>
                    <a:pt x="7335" y="5455"/>
                  </a:cubicBezTo>
                  <a:cubicBezTo>
                    <a:pt x="7383" y="5550"/>
                    <a:pt x="7406" y="5526"/>
                    <a:pt x="7549" y="5550"/>
                  </a:cubicBezTo>
                  <a:cubicBezTo>
                    <a:pt x="7787" y="5550"/>
                    <a:pt x="8026" y="5669"/>
                    <a:pt x="8168" y="5883"/>
                  </a:cubicBezTo>
                  <a:cubicBezTo>
                    <a:pt x="8335" y="6098"/>
                    <a:pt x="8383" y="6360"/>
                    <a:pt x="8311" y="6621"/>
                  </a:cubicBezTo>
                  <a:cubicBezTo>
                    <a:pt x="8279" y="6794"/>
                    <a:pt x="8149" y="6874"/>
                    <a:pt x="8016" y="6874"/>
                  </a:cubicBezTo>
                  <a:cubicBezTo>
                    <a:pt x="7856" y="6874"/>
                    <a:pt x="7692" y="6758"/>
                    <a:pt x="7692" y="6550"/>
                  </a:cubicBezTo>
                  <a:cubicBezTo>
                    <a:pt x="7716" y="6360"/>
                    <a:pt x="7740" y="6336"/>
                    <a:pt x="7668" y="6240"/>
                  </a:cubicBezTo>
                  <a:cubicBezTo>
                    <a:pt x="7621" y="6169"/>
                    <a:pt x="7597" y="6169"/>
                    <a:pt x="7454" y="6145"/>
                  </a:cubicBezTo>
                  <a:cubicBezTo>
                    <a:pt x="7216" y="6145"/>
                    <a:pt x="6978" y="6026"/>
                    <a:pt x="6835" y="5812"/>
                  </a:cubicBezTo>
                  <a:cubicBezTo>
                    <a:pt x="6668" y="5597"/>
                    <a:pt x="6620" y="5335"/>
                    <a:pt x="6692" y="5074"/>
                  </a:cubicBezTo>
                  <a:cubicBezTo>
                    <a:pt x="6714" y="4889"/>
                    <a:pt x="6854" y="4803"/>
                    <a:pt x="6996" y="4803"/>
                  </a:cubicBezTo>
                  <a:close/>
                  <a:moveTo>
                    <a:pt x="3899" y="5058"/>
                  </a:moveTo>
                  <a:cubicBezTo>
                    <a:pt x="4388" y="5058"/>
                    <a:pt x="4858" y="5437"/>
                    <a:pt x="4858" y="6002"/>
                  </a:cubicBezTo>
                  <a:cubicBezTo>
                    <a:pt x="4858" y="6526"/>
                    <a:pt x="4430" y="6931"/>
                    <a:pt x="3906" y="6955"/>
                  </a:cubicBezTo>
                  <a:cubicBezTo>
                    <a:pt x="3072" y="6931"/>
                    <a:pt x="2643" y="5931"/>
                    <a:pt x="3239" y="5335"/>
                  </a:cubicBezTo>
                  <a:cubicBezTo>
                    <a:pt x="3431" y="5144"/>
                    <a:pt x="3667" y="5058"/>
                    <a:pt x="3899" y="5058"/>
                  </a:cubicBezTo>
                  <a:close/>
                  <a:moveTo>
                    <a:pt x="5780" y="7225"/>
                  </a:moveTo>
                  <a:cubicBezTo>
                    <a:pt x="5940" y="7225"/>
                    <a:pt x="6097" y="7354"/>
                    <a:pt x="6097" y="7550"/>
                  </a:cubicBezTo>
                  <a:cubicBezTo>
                    <a:pt x="6097" y="7717"/>
                    <a:pt x="5954" y="7860"/>
                    <a:pt x="5787" y="7860"/>
                  </a:cubicBezTo>
                  <a:cubicBezTo>
                    <a:pt x="5501" y="7860"/>
                    <a:pt x="5358" y="7526"/>
                    <a:pt x="5573" y="7312"/>
                  </a:cubicBezTo>
                  <a:cubicBezTo>
                    <a:pt x="5632" y="7252"/>
                    <a:pt x="5706" y="7225"/>
                    <a:pt x="5780" y="7225"/>
                  </a:cubicBezTo>
                  <a:close/>
                  <a:moveTo>
                    <a:pt x="5520" y="1"/>
                  </a:moveTo>
                  <a:cubicBezTo>
                    <a:pt x="5506" y="1"/>
                    <a:pt x="5492" y="1"/>
                    <a:pt x="5477" y="1"/>
                  </a:cubicBezTo>
                  <a:cubicBezTo>
                    <a:pt x="1834" y="1"/>
                    <a:pt x="0" y="4407"/>
                    <a:pt x="2596" y="7002"/>
                  </a:cubicBezTo>
                  <a:cubicBezTo>
                    <a:pt x="3425" y="7832"/>
                    <a:pt x="4446" y="8203"/>
                    <a:pt x="5448" y="8203"/>
                  </a:cubicBezTo>
                  <a:cubicBezTo>
                    <a:pt x="7554" y="8203"/>
                    <a:pt x="9581" y="6566"/>
                    <a:pt x="9597" y="4097"/>
                  </a:cubicBezTo>
                  <a:cubicBezTo>
                    <a:pt x="9597" y="1849"/>
                    <a:pt x="7763" y="1"/>
                    <a:pt x="55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18" name="Google Shape;9318;p87"/>
            <p:cNvSpPr/>
            <p:nvPr/>
          </p:nvSpPr>
          <p:spPr>
            <a:xfrm>
              <a:off x="3205781" y="4000463"/>
              <a:ext cx="408098" cy="349968"/>
            </a:xfrm>
            <a:custGeom>
              <a:avLst/>
              <a:gdLst/>
              <a:ahLst/>
              <a:cxnLst/>
              <a:rect l="l" t="t" r="r" b="b"/>
              <a:pathLst>
                <a:path w="12527" h="10727" extrusionOk="0">
                  <a:moveTo>
                    <a:pt x="7136" y="611"/>
                  </a:moveTo>
                  <a:cubicBezTo>
                    <a:pt x="9570" y="611"/>
                    <a:pt x="11907" y="2504"/>
                    <a:pt x="11907" y="5359"/>
                  </a:cubicBezTo>
                  <a:cubicBezTo>
                    <a:pt x="11884" y="7979"/>
                    <a:pt x="9788" y="10074"/>
                    <a:pt x="7168" y="10074"/>
                  </a:cubicBezTo>
                  <a:cubicBezTo>
                    <a:pt x="2953" y="10074"/>
                    <a:pt x="858" y="4978"/>
                    <a:pt x="3834" y="2001"/>
                  </a:cubicBezTo>
                  <a:cubicBezTo>
                    <a:pt x="4795" y="1041"/>
                    <a:pt x="5976" y="611"/>
                    <a:pt x="7136" y="611"/>
                  </a:cubicBezTo>
                  <a:close/>
                  <a:moveTo>
                    <a:pt x="7168" y="1"/>
                  </a:moveTo>
                  <a:cubicBezTo>
                    <a:pt x="2406" y="1"/>
                    <a:pt x="0" y="5764"/>
                    <a:pt x="3382" y="9146"/>
                  </a:cubicBezTo>
                  <a:cubicBezTo>
                    <a:pt x="4475" y="10238"/>
                    <a:pt x="5816" y="10727"/>
                    <a:pt x="7131" y="10727"/>
                  </a:cubicBezTo>
                  <a:cubicBezTo>
                    <a:pt x="9886" y="10727"/>
                    <a:pt x="12527" y="8583"/>
                    <a:pt x="12527" y="5359"/>
                  </a:cubicBezTo>
                  <a:cubicBezTo>
                    <a:pt x="12527" y="2406"/>
                    <a:pt x="10121" y="1"/>
                    <a:pt x="71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19" name="Google Shape;9319;p87"/>
          <p:cNvGrpSpPr/>
          <p:nvPr/>
        </p:nvGrpSpPr>
        <p:grpSpPr>
          <a:xfrm>
            <a:off x="5281888" y="5333951"/>
            <a:ext cx="544131" cy="466624"/>
            <a:chOff x="3961416" y="4000463"/>
            <a:chExt cx="408098" cy="349968"/>
          </a:xfrm>
          <a:solidFill>
            <a:schemeClr val="bg1"/>
          </a:solidFill>
        </p:grpSpPr>
        <p:sp>
          <p:nvSpPr>
            <p:cNvPr id="9320" name="Google Shape;9320;p87"/>
            <p:cNvSpPr/>
            <p:nvPr/>
          </p:nvSpPr>
          <p:spPr>
            <a:xfrm>
              <a:off x="4141407" y="4162870"/>
              <a:ext cx="65969" cy="65283"/>
            </a:xfrm>
            <a:custGeom>
              <a:avLst/>
              <a:gdLst/>
              <a:ahLst/>
              <a:cxnLst/>
              <a:rect l="l" t="t" r="r" b="b"/>
              <a:pathLst>
                <a:path w="2025" h="2001" extrusionOk="0">
                  <a:moveTo>
                    <a:pt x="810" y="0"/>
                  </a:moveTo>
                  <a:lnTo>
                    <a:pt x="1" y="2001"/>
                  </a:lnTo>
                  <a:lnTo>
                    <a:pt x="2025" y="1215"/>
                  </a:lnTo>
                  <a:lnTo>
                    <a:pt x="8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1" name="Google Shape;9321;p87"/>
            <p:cNvSpPr/>
            <p:nvPr/>
          </p:nvSpPr>
          <p:spPr>
            <a:xfrm>
              <a:off x="4182520" y="4121664"/>
              <a:ext cx="65969" cy="66098"/>
            </a:xfrm>
            <a:custGeom>
              <a:avLst/>
              <a:gdLst/>
              <a:ahLst/>
              <a:cxnLst/>
              <a:rect l="l" t="t" r="r" b="b"/>
              <a:pathLst>
                <a:path w="2025" h="2026" extrusionOk="0">
                  <a:moveTo>
                    <a:pt x="2025" y="1"/>
                  </a:moveTo>
                  <a:lnTo>
                    <a:pt x="1" y="811"/>
                  </a:lnTo>
                  <a:lnTo>
                    <a:pt x="1215" y="2025"/>
                  </a:lnTo>
                  <a:lnTo>
                    <a:pt x="20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2" name="Google Shape;9322;p87"/>
            <p:cNvSpPr/>
            <p:nvPr/>
          </p:nvSpPr>
          <p:spPr>
            <a:xfrm>
              <a:off x="3961416" y="4000463"/>
              <a:ext cx="408098" cy="349968"/>
            </a:xfrm>
            <a:custGeom>
              <a:avLst/>
              <a:gdLst/>
              <a:ahLst/>
              <a:cxnLst/>
              <a:rect l="l" t="t" r="r" b="b"/>
              <a:pathLst>
                <a:path w="12527" h="10727" extrusionOk="0">
                  <a:moveTo>
                    <a:pt x="6859" y="620"/>
                  </a:moveTo>
                  <a:cubicBezTo>
                    <a:pt x="7073" y="620"/>
                    <a:pt x="7264" y="620"/>
                    <a:pt x="7478" y="644"/>
                  </a:cubicBezTo>
                  <a:lnTo>
                    <a:pt x="7478" y="1573"/>
                  </a:lnTo>
                  <a:cubicBezTo>
                    <a:pt x="7478" y="1787"/>
                    <a:pt x="7324" y="1894"/>
                    <a:pt x="7169" y="1894"/>
                  </a:cubicBezTo>
                  <a:cubicBezTo>
                    <a:pt x="7014" y="1894"/>
                    <a:pt x="6859" y="1787"/>
                    <a:pt x="6859" y="1573"/>
                  </a:cubicBezTo>
                  <a:lnTo>
                    <a:pt x="6859" y="620"/>
                  </a:lnTo>
                  <a:close/>
                  <a:moveTo>
                    <a:pt x="4049" y="1787"/>
                  </a:moveTo>
                  <a:lnTo>
                    <a:pt x="4287" y="2025"/>
                  </a:lnTo>
                  <a:cubicBezTo>
                    <a:pt x="4406" y="2144"/>
                    <a:pt x="4406" y="2335"/>
                    <a:pt x="4287" y="2454"/>
                  </a:cubicBezTo>
                  <a:cubicBezTo>
                    <a:pt x="4228" y="2513"/>
                    <a:pt x="4144" y="2543"/>
                    <a:pt x="4061" y="2543"/>
                  </a:cubicBezTo>
                  <a:cubicBezTo>
                    <a:pt x="3978" y="2543"/>
                    <a:pt x="3894" y="2513"/>
                    <a:pt x="3835" y="2454"/>
                  </a:cubicBezTo>
                  <a:lnTo>
                    <a:pt x="3620" y="2239"/>
                  </a:lnTo>
                  <a:cubicBezTo>
                    <a:pt x="3739" y="2073"/>
                    <a:pt x="3906" y="1930"/>
                    <a:pt x="4049" y="1787"/>
                  </a:cubicBezTo>
                  <a:close/>
                  <a:moveTo>
                    <a:pt x="10288" y="1787"/>
                  </a:moveTo>
                  <a:cubicBezTo>
                    <a:pt x="10431" y="1930"/>
                    <a:pt x="10574" y="2073"/>
                    <a:pt x="10717" y="2239"/>
                  </a:cubicBezTo>
                  <a:lnTo>
                    <a:pt x="10503" y="2454"/>
                  </a:lnTo>
                  <a:cubicBezTo>
                    <a:pt x="10429" y="2527"/>
                    <a:pt x="10349" y="2558"/>
                    <a:pt x="10273" y="2558"/>
                  </a:cubicBezTo>
                  <a:cubicBezTo>
                    <a:pt x="10030" y="2558"/>
                    <a:pt x="9832" y="2243"/>
                    <a:pt x="10050" y="2025"/>
                  </a:cubicBezTo>
                  <a:lnTo>
                    <a:pt x="10288" y="1787"/>
                  </a:lnTo>
                  <a:close/>
                  <a:moveTo>
                    <a:pt x="3430" y="5026"/>
                  </a:moveTo>
                  <a:cubicBezTo>
                    <a:pt x="3787" y="5073"/>
                    <a:pt x="3787" y="5621"/>
                    <a:pt x="3430" y="5669"/>
                  </a:cubicBezTo>
                  <a:lnTo>
                    <a:pt x="2477" y="5669"/>
                  </a:lnTo>
                  <a:cubicBezTo>
                    <a:pt x="2453" y="5454"/>
                    <a:pt x="2430" y="5240"/>
                    <a:pt x="2453" y="5050"/>
                  </a:cubicBezTo>
                  <a:lnTo>
                    <a:pt x="2477" y="5026"/>
                  </a:lnTo>
                  <a:close/>
                  <a:moveTo>
                    <a:pt x="10911" y="5023"/>
                  </a:moveTo>
                  <a:cubicBezTo>
                    <a:pt x="10925" y="5023"/>
                    <a:pt x="10940" y="5024"/>
                    <a:pt x="10955" y="5026"/>
                  </a:cubicBezTo>
                  <a:lnTo>
                    <a:pt x="11908" y="5026"/>
                  </a:lnTo>
                  <a:cubicBezTo>
                    <a:pt x="11908" y="5240"/>
                    <a:pt x="11908" y="5454"/>
                    <a:pt x="11908" y="5669"/>
                  </a:cubicBezTo>
                  <a:lnTo>
                    <a:pt x="10955" y="5669"/>
                  </a:lnTo>
                  <a:cubicBezTo>
                    <a:pt x="10947" y="5669"/>
                    <a:pt x="10940" y="5669"/>
                    <a:pt x="10932" y="5669"/>
                  </a:cubicBezTo>
                  <a:cubicBezTo>
                    <a:pt x="10494" y="5669"/>
                    <a:pt x="10487" y="5023"/>
                    <a:pt x="10911" y="5023"/>
                  </a:cubicBezTo>
                  <a:close/>
                  <a:moveTo>
                    <a:pt x="9367" y="2839"/>
                  </a:moveTo>
                  <a:cubicBezTo>
                    <a:pt x="9570" y="2839"/>
                    <a:pt x="9751" y="3063"/>
                    <a:pt x="9669" y="3287"/>
                  </a:cubicBezTo>
                  <a:lnTo>
                    <a:pt x="8407" y="6407"/>
                  </a:lnTo>
                  <a:cubicBezTo>
                    <a:pt x="8383" y="6502"/>
                    <a:pt x="8312" y="6550"/>
                    <a:pt x="8240" y="6597"/>
                  </a:cubicBezTo>
                  <a:lnTo>
                    <a:pt x="5097" y="7836"/>
                  </a:lnTo>
                  <a:cubicBezTo>
                    <a:pt x="5052" y="7856"/>
                    <a:pt x="5007" y="7866"/>
                    <a:pt x="4964" y="7866"/>
                  </a:cubicBezTo>
                  <a:cubicBezTo>
                    <a:pt x="4756" y="7866"/>
                    <a:pt x="4593" y="7652"/>
                    <a:pt x="4692" y="7455"/>
                  </a:cubicBezTo>
                  <a:lnTo>
                    <a:pt x="4692" y="7431"/>
                  </a:lnTo>
                  <a:lnTo>
                    <a:pt x="5954" y="4287"/>
                  </a:lnTo>
                  <a:cubicBezTo>
                    <a:pt x="5978" y="4216"/>
                    <a:pt x="6049" y="4145"/>
                    <a:pt x="6121" y="4121"/>
                  </a:cubicBezTo>
                  <a:lnTo>
                    <a:pt x="9264" y="2859"/>
                  </a:lnTo>
                  <a:cubicBezTo>
                    <a:pt x="9299" y="2845"/>
                    <a:pt x="9333" y="2839"/>
                    <a:pt x="9367" y="2839"/>
                  </a:cubicBezTo>
                  <a:close/>
                  <a:moveTo>
                    <a:pt x="4073" y="8128"/>
                  </a:moveTo>
                  <a:cubicBezTo>
                    <a:pt x="4150" y="8128"/>
                    <a:pt x="4228" y="8157"/>
                    <a:pt x="4287" y="8217"/>
                  </a:cubicBezTo>
                  <a:cubicBezTo>
                    <a:pt x="4430" y="8336"/>
                    <a:pt x="4430" y="8550"/>
                    <a:pt x="4287" y="8669"/>
                  </a:cubicBezTo>
                  <a:lnTo>
                    <a:pt x="4073" y="8907"/>
                  </a:lnTo>
                  <a:cubicBezTo>
                    <a:pt x="3906" y="8765"/>
                    <a:pt x="3763" y="8622"/>
                    <a:pt x="3620" y="8479"/>
                  </a:cubicBezTo>
                  <a:lnTo>
                    <a:pt x="3620" y="8455"/>
                  </a:lnTo>
                  <a:lnTo>
                    <a:pt x="3859" y="8217"/>
                  </a:lnTo>
                  <a:cubicBezTo>
                    <a:pt x="3918" y="8157"/>
                    <a:pt x="3995" y="8128"/>
                    <a:pt x="4073" y="8128"/>
                  </a:cubicBezTo>
                  <a:close/>
                  <a:moveTo>
                    <a:pt x="10296" y="8126"/>
                  </a:moveTo>
                  <a:cubicBezTo>
                    <a:pt x="10366" y="8126"/>
                    <a:pt x="10439" y="8153"/>
                    <a:pt x="10503" y="8217"/>
                  </a:cubicBezTo>
                  <a:lnTo>
                    <a:pt x="10741" y="8455"/>
                  </a:lnTo>
                  <a:cubicBezTo>
                    <a:pt x="10598" y="8622"/>
                    <a:pt x="10431" y="8765"/>
                    <a:pt x="10288" y="8907"/>
                  </a:cubicBezTo>
                  <a:lnTo>
                    <a:pt x="10074" y="8669"/>
                  </a:lnTo>
                  <a:cubicBezTo>
                    <a:pt x="9834" y="8448"/>
                    <a:pt x="10052" y="8126"/>
                    <a:pt x="10296" y="8126"/>
                  </a:cubicBezTo>
                  <a:close/>
                  <a:moveTo>
                    <a:pt x="7169" y="8794"/>
                  </a:moveTo>
                  <a:cubicBezTo>
                    <a:pt x="7324" y="8794"/>
                    <a:pt x="7478" y="8896"/>
                    <a:pt x="7478" y="9098"/>
                  </a:cubicBezTo>
                  <a:lnTo>
                    <a:pt x="7478" y="10051"/>
                  </a:lnTo>
                  <a:cubicBezTo>
                    <a:pt x="7264" y="10074"/>
                    <a:pt x="7073" y="10074"/>
                    <a:pt x="6859" y="10074"/>
                  </a:cubicBezTo>
                  <a:lnTo>
                    <a:pt x="6859" y="10051"/>
                  </a:lnTo>
                  <a:lnTo>
                    <a:pt x="6859" y="9098"/>
                  </a:lnTo>
                  <a:cubicBezTo>
                    <a:pt x="6859" y="8896"/>
                    <a:pt x="7014" y="8794"/>
                    <a:pt x="7169" y="8794"/>
                  </a:cubicBezTo>
                  <a:close/>
                  <a:moveTo>
                    <a:pt x="7169" y="1"/>
                  </a:moveTo>
                  <a:cubicBezTo>
                    <a:pt x="2382" y="1"/>
                    <a:pt x="1" y="5764"/>
                    <a:pt x="3382" y="9146"/>
                  </a:cubicBezTo>
                  <a:cubicBezTo>
                    <a:pt x="4475" y="10238"/>
                    <a:pt x="5816" y="10727"/>
                    <a:pt x="7131" y="10727"/>
                  </a:cubicBezTo>
                  <a:cubicBezTo>
                    <a:pt x="9886" y="10727"/>
                    <a:pt x="12527" y="8583"/>
                    <a:pt x="12527" y="5359"/>
                  </a:cubicBezTo>
                  <a:cubicBezTo>
                    <a:pt x="12527" y="2406"/>
                    <a:pt x="10122" y="1"/>
                    <a:pt x="71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23" name="Google Shape;9323;p87"/>
          <p:cNvGrpSpPr/>
          <p:nvPr/>
        </p:nvGrpSpPr>
        <p:grpSpPr>
          <a:xfrm>
            <a:off x="6335966" y="5333952"/>
            <a:ext cx="527581" cy="466233"/>
            <a:chOff x="4751974" y="4000463"/>
            <a:chExt cx="395686" cy="349675"/>
          </a:xfrm>
          <a:solidFill>
            <a:schemeClr val="bg1"/>
          </a:solidFill>
        </p:grpSpPr>
        <p:sp>
          <p:nvSpPr>
            <p:cNvPr id="9324" name="Google Shape;9324;p87"/>
            <p:cNvSpPr/>
            <p:nvPr/>
          </p:nvSpPr>
          <p:spPr>
            <a:xfrm>
              <a:off x="4929652" y="4286388"/>
              <a:ext cx="38800" cy="32658"/>
            </a:xfrm>
            <a:custGeom>
              <a:avLst/>
              <a:gdLst/>
              <a:ahLst/>
              <a:cxnLst/>
              <a:rect l="l" t="t" r="r" b="b"/>
              <a:pathLst>
                <a:path w="1191" h="1001" extrusionOk="0">
                  <a:moveTo>
                    <a:pt x="1191" y="1"/>
                  </a:moveTo>
                  <a:lnTo>
                    <a:pt x="1191" y="1"/>
                  </a:lnTo>
                  <a:cubicBezTo>
                    <a:pt x="988" y="24"/>
                    <a:pt x="786" y="36"/>
                    <a:pt x="586" y="36"/>
                  </a:cubicBezTo>
                  <a:cubicBezTo>
                    <a:pt x="387" y="36"/>
                    <a:pt x="191" y="24"/>
                    <a:pt x="0" y="1"/>
                  </a:cubicBezTo>
                  <a:lnTo>
                    <a:pt x="0" y="1"/>
                  </a:lnTo>
                  <a:lnTo>
                    <a:pt x="595" y="1001"/>
                  </a:lnTo>
                  <a:lnTo>
                    <a:pt x="11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5" name="Google Shape;9325;p87"/>
            <p:cNvSpPr/>
            <p:nvPr/>
          </p:nvSpPr>
          <p:spPr>
            <a:xfrm>
              <a:off x="4774485" y="4230436"/>
              <a:ext cx="349133" cy="119701"/>
            </a:xfrm>
            <a:custGeom>
              <a:avLst/>
              <a:gdLst/>
              <a:ahLst/>
              <a:cxnLst/>
              <a:rect l="l" t="t" r="r" b="b"/>
              <a:pathLst>
                <a:path w="10717" h="3669" extrusionOk="0">
                  <a:moveTo>
                    <a:pt x="2001" y="1"/>
                  </a:moveTo>
                  <a:cubicBezTo>
                    <a:pt x="810" y="358"/>
                    <a:pt x="0" y="1454"/>
                    <a:pt x="0" y="2692"/>
                  </a:cubicBezTo>
                  <a:lnTo>
                    <a:pt x="0" y="3335"/>
                  </a:lnTo>
                  <a:cubicBezTo>
                    <a:pt x="0" y="3525"/>
                    <a:pt x="143" y="3668"/>
                    <a:pt x="310" y="3668"/>
                  </a:cubicBezTo>
                  <a:lnTo>
                    <a:pt x="10383" y="3668"/>
                  </a:lnTo>
                  <a:cubicBezTo>
                    <a:pt x="10574" y="3668"/>
                    <a:pt x="10717" y="3525"/>
                    <a:pt x="10717" y="3335"/>
                  </a:cubicBezTo>
                  <a:lnTo>
                    <a:pt x="10717" y="2692"/>
                  </a:lnTo>
                  <a:cubicBezTo>
                    <a:pt x="10717" y="1454"/>
                    <a:pt x="9907" y="358"/>
                    <a:pt x="8716" y="1"/>
                  </a:cubicBezTo>
                  <a:cubicBezTo>
                    <a:pt x="8240" y="668"/>
                    <a:pt x="7597" y="1192"/>
                    <a:pt x="6835" y="1477"/>
                  </a:cubicBezTo>
                  <a:cubicBezTo>
                    <a:pt x="5549" y="3645"/>
                    <a:pt x="5644" y="3502"/>
                    <a:pt x="5620" y="3525"/>
                  </a:cubicBezTo>
                  <a:cubicBezTo>
                    <a:pt x="5551" y="3606"/>
                    <a:pt x="5454" y="3648"/>
                    <a:pt x="5359" y="3648"/>
                  </a:cubicBezTo>
                  <a:cubicBezTo>
                    <a:pt x="5258" y="3648"/>
                    <a:pt x="5158" y="3600"/>
                    <a:pt x="5096" y="3502"/>
                  </a:cubicBezTo>
                  <a:lnTo>
                    <a:pt x="3882" y="1477"/>
                  </a:lnTo>
                  <a:cubicBezTo>
                    <a:pt x="3120" y="1192"/>
                    <a:pt x="2453" y="668"/>
                    <a:pt x="20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6" name="Google Shape;9326;p87"/>
            <p:cNvSpPr/>
            <p:nvPr/>
          </p:nvSpPr>
          <p:spPr>
            <a:xfrm>
              <a:off x="4751974" y="4042418"/>
              <a:ext cx="83822" cy="132914"/>
            </a:xfrm>
            <a:custGeom>
              <a:avLst/>
              <a:gdLst/>
              <a:ahLst/>
              <a:cxnLst/>
              <a:rect l="l" t="t" r="r" b="b"/>
              <a:pathLst>
                <a:path w="2573" h="4074" extrusionOk="0">
                  <a:moveTo>
                    <a:pt x="2572" y="1"/>
                  </a:moveTo>
                  <a:cubicBezTo>
                    <a:pt x="429" y="263"/>
                    <a:pt x="1" y="3216"/>
                    <a:pt x="2001" y="4073"/>
                  </a:cubicBezTo>
                  <a:cubicBezTo>
                    <a:pt x="1953" y="3668"/>
                    <a:pt x="1953" y="3478"/>
                    <a:pt x="1953" y="2168"/>
                  </a:cubicBezTo>
                  <a:cubicBezTo>
                    <a:pt x="1953" y="1406"/>
                    <a:pt x="2168" y="644"/>
                    <a:pt x="25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7" name="Google Shape;9327;p87"/>
            <p:cNvSpPr/>
            <p:nvPr/>
          </p:nvSpPr>
          <p:spPr>
            <a:xfrm>
              <a:off x="5057649" y="4036220"/>
              <a:ext cx="90012" cy="132882"/>
            </a:xfrm>
            <a:custGeom>
              <a:avLst/>
              <a:gdLst/>
              <a:ahLst/>
              <a:cxnLst/>
              <a:rect l="l" t="t" r="r" b="b"/>
              <a:pathLst>
                <a:path w="2763" h="4073" extrusionOk="0">
                  <a:moveTo>
                    <a:pt x="0" y="0"/>
                  </a:moveTo>
                  <a:lnTo>
                    <a:pt x="0" y="0"/>
                  </a:lnTo>
                  <a:cubicBezTo>
                    <a:pt x="501" y="691"/>
                    <a:pt x="762" y="1524"/>
                    <a:pt x="762" y="2358"/>
                  </a:cubicBezTo>
                  <a:cubicBezTo>
                    <a:pt x="786" y="2930"/>
                    <a:pt x="762" y="3501"/>
                    <a:pt x="739" y="4073"/>
                  </a:cubicBezTo>
                  <a:cubicBezTo>
                    <a:pt x="2763" y="3191"/>
                    <a:pt x="2239" y="143"/>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8" name="Google Shape;9328;p87"/>
            <p:cNvSpPr/>
            <p:nvPr/>
          </p:nvSpPr>
          <p:spPr>
            <a:xfrm>
              <a:off x="4897042" y="4124992"/>
              <a:ext cx="23325" cy="21565"/>
            </a:xfrm>
            <a:custGeom>
              <a:avLst/>
              <a:gdLst/>
              <a:ahLst/>
              <a:cxnLst/>
              <a:rect l="l" t="t" r="r" b="b"/>
              <a:pathLst>
                <a:path w="716" h="661" extrusionOk="0">
                  <a:moveTo>
                    <a:pt x="367" y="0"/>
                  </a:moveTo>
                  <a:cubicBezTo>
                    <a:pt x="209" y="0"/>
                    <a:pt x="48" y="101"/>
                    <a:pt x="25" y="304"/>
                  </a:cubicBezTo>
                  <a:cubicBezTo>
                    <a:pt x="1" y="542"/>
                    <a:pt x="179" y="661"/>
                    <a:pt x="358" y="661"/>
                  </a:cubicBezTo>
                  <a:cubicBezTo>
                    <a:pt x="537" y="661"/>
                    <a:pt x="715" y="542"/>
                    <a:pt x="691" y="304"/>
                  </a:cubicBezTo>
                  <a:cubicBezTo>
                    <a:pt x="680" y="101"/>
                    <a:pt x="525" y="0"/>
                    <a:pt x="36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29" name="Google Shape;9329;p87"/>
            <p:cNvSpPr/>
            <p:nvPr/>
          </p:nvSpPr>
          <p:spPr>
            <a:xfrm>
              <a:off x="4978518" y="4124992"/>
              <a:ext cx="23293" cy="21565"/>
            </a:xfrm>
            <a:custGeom>
              <a:avLst/>
              <a:gdLst/>
              <a:ahLst/>
              <a:cxnLst/>
              <a:rect l="l" t="t" r="r" b="b"/>
              <a:pathLst>
                <a:path w="715" h="661" extrusionOk="0">
                  <a:moveTo>
                    <a:pt x="366" y="0"/>
                  </a:moveTo>
                  <a:cubicBezTo>
                    <a:pt x="209" y="0"/>
                    <a:pt x="48" y="101"/>
                    <a:pt x="24" y="304"/>
                  </a:cubicBezTo>
                  <a:cubicBezTo>
                    <a:pt x="0" y="542"/>
                    <a:pt x="179" y="661"/>
                    <a:pt x="358" y="661"/>
                  </a:cubicBezTo>
                  <a:cubicBezTo>
                    <a:pt x="536" y="661"/>
                    <a:pt x="715" y="542"/>
                    <a:pt x="691" y="304"/>
                  </a:cubicBezTo>
                  <a:cubicBezTo>
                    <a:pt x="679" y="101"/>
                    <a:pt x="524" y="0"/>
                    <a:pt x="36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0" name="Google Shape;9330;p87"/>
            <p:cNvSpPr/>
            <p:nvPr/>
          </p:nvSpPr>
          <p:spPr>
            <a:xfrm>
              <a:off x="4835764" y="4000463"/>
              <a:ext cx="225795" cy="124367"/>
            </a:xfrm>
            <a:custGeom>
              <a:avLst/>
              <a:gdLst/>
              <a:ahLst/>
              <a:cxnLst/>
              <a:rect l="l" t="t" r="r" b="b"/>
              <a:pathLst>
                <a:path w="6931" h="3812" extrusionOk="0">
                  <a:moveTo>
                    <a:pt x="3477" y="1"/>
                  </a:moveTo>
                  <a:cubicBezTo>
                    <a:pt x="1548" y="1"/>
                    <a:pt x="0" y="1549"/>
                    <a:pt x="0" y="3454"/>
                  </a:cubicBezTo>
                  <a:lnTo>
                    <a:pt x="0" y="3811"/>
                  </a:lnTo>
                  <a:lnTo>
                    <a:pt x="1334" y="3811"/>
                  </a:lnTo>
                  <a:cubicBezTo>
                    <a:pt x="1477" y="3371"/>
                    <a:pt x="1852" y="3150"/>
                    <a:pt x="2230" y="3150"/>
                  </a:cubicBezTo>
                  <a:cubicBezTo>
                    <a:pt x="2608" y="3150"/>
                    <a:pt x="2989" y="3371"/>
                    <a:pt x="3144" y="3811"/>
                  </a:cubicBezTo>
                  <a:lnTo>
                    <a:pt x="3811" y="3811"/>
                  </a:lnTo>
                  <a:cubicBezTo>
                    <a:pt x="3966" y="3383"/>
                    <a:pt x="4347" y="3168"/>
                    <a:pt x="4725" y="3168"/>
                  </a:cubicBezTo>
                  <a:cubicBezTo>
                    <a:pt x="5103" y="3168"/>
                    <a:pt x="5478" y="3383"/>
                    <a:pt x="5621" y="3811"/>
                  </a:cubicBezTo>
                  <a:lnTo>
                    <a:pt x="6930" y="3811"/>
                  </a:lnTo>
                  <a:lnTo>
                    <a:pt x="6930" y="3454"/>
                  </a:lnTo>
                  <a:cubicBezTo>
                    <a:pt x="6930" y="1549"/>
                    <a:pt x="5383" y="1"/>
                    <a:pt x="3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1" name="Google Shape;9331;p87"/>
            <p:cNvSpPr/>
            <p:nvPr/>
          </p:nvSpPr>
          <p:spPr>
            <a:xfrm>
              <a:off x="4835764" y="4144991"/>
              <a:ext cx="225795" cy="122018"/>
            </a:xfrm>
            <a:custGeom>
              <a:avLst/>
              <a:gdLst/>
              <a:ahLst/>
              <a:cxnLst/>
              <a:rect l="l" t="t" r="r" b="b"/>
              <a:pathLst>
                <a:path w="6931" h="3740" extrusionOk="0">
                  <a:moveTo>
                    <a:pt x="2822" y="1237"/>
                  </a:moveTo>
                  <a:cubicBezTo>
                    <a:pt x="2834" y="1237"/>
                    <a:pt x="2846" y="1237"/>
                    <a:pt x="2858" y="1239"/>
                  </a:cubicBezTo>
                  <a:lnTo>
                    <a:pt x="4120" y="1239"/>
                  </a:lnTo>
                  <a:cubicBezTo>
                    <a:pt x="4263" y="1239"/>
                    <a:pt x="4406" y="1358"/>
                    <a:pt x="4406" y="1524"/>
                  </a:cubicBezTo>
                  <a:cubicBezTo>
                    <a:pt x="4430" y="1715"/>
                    <a:pt x="4287" y="1858"/>
                    <a:pt x="4120" y="1882"/>
                  </a:cubicBezTo>
                  <a:lnTo>
                    <a:pt x="2858" y="1882"/>
                  </a:lnTo>
                  <a:cubicBezTo>
                    <a:pt x="2692" y="1882"/>
                    <a:pt x="2572" y="1763"/>
                    <a:pt x="2549" y="1596"/>
                  </a:cubicBezTo>
                  <a:cubicBezTo>
                    <a:pt x="2504" y="1416"/>
                    <a:pt x="2628" y="1237"/>
                    <a:pt x="2822" y="1237"/>
                  </a:cubicBezTo>
                  <a:close/>
                  <a:moveTo>
                    <a:pt x="0" y="0"/>
                  </a:moveTo>
                  <a:lnTo>
                    <a:pt x="0" y="286"/>
                  </a:lnTo>
                  <a:cubicBezTo>
                    <a:pt x="0" y="2191"/>
                    <a:pt x="1548" y="3739"/>
                    <a:pt x="3477" y="3739"/>
                  </a:cubicBezTo>
                  <a:cubicBezTo>
                    <a:pt x="5383" y="3739"/>
                    <a:pt x="6907" y="2191"/>
                    <a:pt x="6930" y="286"/>
                  </a:cubicBezTo>
                  <a:lnTo>
                    <a:pt x="6930" y="0"/>
                  </a:lnTo>
                  <a:lnTo>
                    <a:pt x="5621" y="0"/>
                  </a:lnTo>
                  <a:cubicBezTo>
                    <a:pt x="5478" y="429"/>
                    <a:pt x="5103" y="643"/>
                    <a:pt x="4725" y="643"/>
                  </a:cubicBezTo>
                  <a:cubicBezTo>
                    <a:pt x="4347" y="643"/>
                    <a:pt x="3966" y="429"/>
                    <a:pt x="3811" y="0"/>
                  </a:cubicBezTo>
                  <a:lnTo>
                    <a:pt x="3144" y="0"/>
                  </a:lnTo>
                  <a:cubicBezTo>
                    <a:pt x="2989" y="429"/>
                    <a:pt x="2608" y="643"/>
                    <a:pt x="2230" y="643"/>
                  </a:cubicBezTo>
                  <a:cubicBezTo>
                    <a:pt x="1852" y="643"/>
                    <a:pt x="1477" y="429"/>
                    <a:pt x="1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332" name="Google Shape;9332;p87"/>
          <p:cNvSpPr/>
          <p:nvPr/>
        </p:nvSpPr>
        <p:spPr>
          <a:xfrm>
            <a:off x="7412587" y="5391066"/>
            <a:ext cx="115064" cy="99353"/>
          </a:xfrm>
          <a:custGeom>
            <a:avLst/>
            <a:gdLst/>
            <a:ahLst/>
            <a:cxnLst/>
            <a:rect l="l" t="t" r="r" b="b"/>
            <a:pathLst>
              <a:path w="2649" h="2284" extrusionOk="0">
                <a:moveTo>
                  <a:pt x="1303" y="1"/>
                </a:moveTo>
                <a:cubicBezTo>
                  <a:pt x="1078" y="1"/>
                  <a:pt x="846" y="86"/>
                  <a:pt x="648" y="283"/>
                </a:cubicBezTo>
                <a:cubicBezTo>
                  <a:pt x="1" y="911"/>
                  <a:pt x="540" y="1882"/>
                  <a:pt x="1286" y="1882"/>
                </a:cubicBezTo>
                <a:cubicBezTo>
                  <a:pt x="1418" y="1882"/>
                  <a:pt x="1557" y="1852"/>
                  <a:pt x="1696" y="1784"/>
                </a:cubicBezTo>
                <a:lnTo>
                  <a:pt x="2196" y="2284"/>
                </a:lnTo>
                <a:cubicBezTo>
                  <a:pt x="2339" y="2117"/>
                  <a:pt x="2482" y="1974"/>
                  <a:pt x="2649" y="1831"/>
                </a:cubicBezTo>
                <a:lnTo>
                  <a:pt x="2149" y="1331"/>
                </a:lnTo>
                <a:cubicBezTo>
                  <a:pt x="2480" y="634"/>
                  <a:pt x="1918" y="1"/>
                  <a:pt x="1303"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3" name="Google Shape;9333;p87"/>
          <p:cNvSpPr/>
          <p:nvPr/>
        </p:nvSpPr>
        <p:spPr>
          <a:xfrm>
            <a:off x="7412718" y="5643714"/>
            <a:ext cx="114933" cy="99180"/>
          </a:xfrm>
          <a:custGeom>
            <a:avLst/>
            <a:gdLst/>
            <a:ahLst/>
            <a:cxnLst/>
            <a:rect l="l" t="t" r="r" b="b"/>
            <a:pathLst>
              <a:path w="2646" h="2280" extrusionOk="0">
                <a:moveTo>
                  <a:pt x="2193" y="0"/>
                </a:moveTo>
                <a:lnTo>
                  <a:pt x="1717" y="501"/>
                </a:lnTo>
                <a:cubicBezTo>
                  <a:pt x="1566" y="427"/>
                  <a:pt x="1419" y="394"/>
                  <a:pt x="1279" y="394"/>
                </a:cubicBezTo>
                <a:cubicBezTo>
                  <a:pt x="515" y="394"/>
                  <a:pt x="1" y="1376"/>
                  <a:pt x="645" y="2001"/>
                </a:cubicBezTo>
                <a:cubicBezTo>
                  <a:pt x="840" y="2196"/>
                  <a:pt x="1069" y="2279"/>
                  <a:pt x="1291" y="2279"/>
                </a:cubicBezTo>
                <a:cubicBezTo>
                  <a:pt x="1909" y="2279"/>
                  <a:pt x="2479" y="1630"/>
                  <a:pt x="2146" y="929"/>
                </a:cubicBezTo>
                <a:lnTo>
                  <a:pt x="2646" y="429"/>
                </a:lnTo>
                <a:cubicBezTo>
                  <a:pt x="2479" y="310"/>
                  <a:pt x="2336" y="167"/>
                  <a:pt x="219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4" name="Google Shape;9334;p87"/>
          <p:cNvSpPr/>
          <p:nvPr/>
        </p:nvSpPr>
        <p:spPr>
          <a:xfrm>
            <a:off x="7679679" y="5390631"/>
            <a:ext cx="115237" cy="99789"/>
          </a:xfrm>
          <a:custGeom>
            <a:avLst/>
            <a:gdLst/>
            <a:ahLst/>
            <a:cxnLst/>
            <a:rect l="l" t="t" r="r" b="b"/>
            <a:pathLst>
              <a:path w="2653" h="2294" extrusionOk="0">
                <a:moveTo>
                  <a:pt x="1362" y="0"/>
                </a:moveTo>
                <a:cubicBezTo>
                  <a:pt x="742" y="0"/>
                  <a:pt x="170" y="645"/>
                  <a:pt x="501" y="1341"/>
                </a:cubicBezTo>
                <a:lnTo>
                  <a:pt x="1" y="1841"/>
                </a:lnTo>
                <a:cubicBezTo>
                  <a:pt x="167" y="1984"/>
                  <a:pt x="310" y="2127"/>
                  <a:pt x="453" y="2294"/>
                </a:cubicBezTo>
                <a:lnTo>
                  <a:pt x="953" y="1794"/>
                </a:lnTo>
                <a:cubicBezTo>
                  <a:pt x="1096" y="1862"/>
                  <a:pt x="1237" y="1892"/>
                  <a:pt x="1371" y="1892"/>
                </a:cubicBezTo>
                <a:cubicBezTo>
                  <a:pt x="2127" y="1892"/>
                  <a:pt x="2652" y="921"/>
                  <a:pt x="2025" y="293"/>
                </a:cubicBezTo>
                <a:cubicBezTo>
                  <a:pt x="1826" y="88"/>
                  <a:pt x="1591" y="0"/>
                  <a:pt x="1362"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5" name="Google Shape;9335;p87"/>
          <p:cNvSpPr/>
          <p:nvPr/>
        </p:nvSpPr>
        <p:spPr>
          <a:xfrm>
            <a:off x="7547285" y="5333951"/>
            <a:ext cx="113804" cy="110925"/>
          </a:xfrm>
          <a:custGeom>
            <a:avLst/>
            <a:gdLst/>
            <a:ahLst/>
            <a:cxnLst/>
            <a:rect l="l" t="t" r="r" b="b"/>
            <a:pathLst>
              <a:path w="2620" h="2550" extrusionOk="0">
                <a:moveTo>
                  <a:pt x="1310" y="1"/>
                </a:moveTo>
                <a:cubicBezTo>
                  <a:pt x="238" y="1"/>
                  <a:pt x="0" y="1477"/>
                  <a:pt x="1000" y="1835"/>
                </a:cubicBezTo>
                <a:lnTo>
                  <a:pt x="1000" y="2549"/>
                </a:lnTo>
                <a:cubicBezTo>
                  <a:pt x="1096" y="2537"/>
                  <a:pt x="1197" y="2531"/>
                  <a:pt x="1301" y="2531"/>
                </a:cubicBezTo>
                <a:cubicBezTo>
                  <a:pt x="1405" y="2531"/>
                  <a:pt x="1512" y="2537"/>
                  <a:pt x="1620" y="2549"/>
                </a:cubicBezTo>
                <a:lnTo>
                  <a:pt x="1620" y="1835"/>
                </a:lnTo>
                <a:cubicBezTo>
                  <a:pt x="2620" y="1477"/>
                  <a:pt x="2358" y="1"/>
                  <a:pt x="1310"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6" name="Google Shape;9336;p87"/>
          <p:cNvSpPr/>
          <p:nvPr/>
        </p:nvSpPr>
        <p:spPr>
          <a:xfrm>
            <a:off x="7371409" y="5525220"/>
            <a:ext cx="110720" cy="82563"/>
          </a:xfrm>
          <a:custGeom>
            <a:avLst/>
            <a:gdLst/>
            <a:ahLst/>
            <a:cxnLst/>
            <a:rect l="l" t="t" r="r" b="b"/>
            <a:pathLst>
              <a:path w="2549" h="1898" extrusionOk="0">
                <a:moveTo>
                  <a:pt x="956" y="1"/>
                </a:moveTo>
                <a:cubicBezTo>
                  <a:pt x="478" y="1"/>
                  <a:pt x="1" y="342"/>
                  <a:pt x="1" y="938"/>
                </a:cubicBezTo>
                <a:cubicBezTo>
                  <a:pt x="1" y="1550"/>
                  <a:pt x="482" y="1898"/>
                  <a:pt x="961" y="1898"/>
                </a:cubicBezTo>
                <a:cubicBezTo>
                  <a:pt x="1322" y="1898"/>
                  <a:pt x="1681" y="1701"/>
                  <a:pt x="1835" y="1272"/>
                </a:cubicBezTo>
                <a:lnTo>
                  <a:pt x="2549" y="1272"/>
                </a:lnTo>
                <a:cubicBezTo>
                  <a:pt x="2525" y="1057"/>
                  <a:pt x="2525" y="843"/>
                  <a:pt x="2549" y="629"/>
                </a:cubicBezTo>
                <a:lnTo>
                  <a:pt x="1835" y="629"/>
                </a:lnTo>
                <a:cubicBezTo>
                  <a:pt x="1680" y="197"/>
                  <a:pt x="1318" y="1"/>
                  <a:pt x="956"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7" name="Google Shape;9337;p87"/>
          <p:cNvSpPr/>
          <p:nvPr/>
        </p:nvSpPr>
        <p:spPr>
          <a:xfrm>
            <a:off x="7547285" y="5689302"/>
            <a:ext cx="113804" cy="110881"/>
          </a:xfrm>
          <a:custGeom>
            <a:avLst/>
            <a:gdLst/>
            <a:ahLst/>
            <a:cxnLst/>
            <a:rect l="l" t="t" r="r" b="b"/>
            <a:pathLst>
              <a:path w="2620" h="2549" extrusionOk="0">
                <a:moveTo>
                  <a:pt x="1000" y="0"/>
                </a:moveTo>
                <a:lnTo>
                  <a:pt x="1000" y="715"/>
                </a:lnTo>
                <a:cubicBezTo>
                  <a:pt x="0" y="1072"/>
                  <a:pt x="238" y="2548"/>
                  <a:pt x="1310" y="2548"/>
                </a:cubicBezTo>
                <a:cubicBezTo>
                  <a:pt x="2358" y="2548"/>
                  <a:pt x="2620" y="1072"/>
                  <a:pt x="1620" y="715"/>
                </a:cubicBezTo>
                <a:lnTo>
                  <a:pt x="1620" y="0"/>
                </a:lnTo>
                <a:cubicBezTo>
                  <a:pt x="1512" y="12"/>
                  <a:pt x="1405" y="18"/>
                  <a:pt x="1301" y="18"/>
                </a:cubicBezTo>
                <a:cubicBezTo>
                  <a:pt x="1197" y="18"/>
                  <a:pt x="1096" y="12"/>
                  <a:pt x="1000"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8" name="Google Shape;9338;p87"/>
          <p:cNvSpPr/>
          <p:nvPr/>
        </p:nvSpPr>
        <p:spPr>
          <a:xfrm>
            <a:off x="7679679" y="5643714"/>
            <a:ext cx="115107" cy="99180"/>
          </a:xfrm>
          <a:custGeom>
            <a:avLst/>
            <a:gdLst/>
            <a:ahLst/>
            <a:cxnLst/>
            <a:rect l="l" t="t" r="r" b="b"/>
            <a:pathLst>
              <a:path w="2650" h="2280" extrusionOk="0">
                <a:moveTo>
                  <a:pt x="453" y="0"/>
                </a:moveTo>
                <a:cubicBezTo>
                  <a:pt x="310" y="167"/>
                  <a:pt x="167" y="310"/>
                  <a:pt x="1" y="429"/>
                </a:cubicBezTo>
                <a:lnTo>
                  <a:pt x="501" y="929"/>
                </a:lnTo>
                <a:cubicBezTo>
                  <a:pt x="168" y="1630"/>
                  <a:pt x="737" y="2279"/>
                  <a:pt x="1365" y="2279"/>
                </a:cubicBezTo>
                <a:cubicBezTo>
                  <a:pt x="1591" y="2279"/>
                  <a:pt x="1823" y="2196"/>
                  <a:pt x="2025" y="2001"/>
                </a:cubicBezTo>
                <a:cubicBezTo>
                  <a:pt x="2649" y="1376"/>
                  <a:pt x="2132" y="394"/>
                  <a:pt x="1382" y="394"/>
                </a:cubicBezTo>
                <a:cubicBezTo>
                  <a:pt x="1245" y="394"/>
                  <a:pt x="1100" y="427"/>
                  <a:pt x="953" y="501"/>
                </a:cubicBezTo>
                <a:lnTo>
                  <a:pt x="453"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39" name="Google Shape;9339;p87"/>
          <p:cNvSpPr/>
          <p:nvPr/>
        </p:nvSpPr>
        <p:spPr>
          <a:xfrm>
            <a:off x="7725202" y="5525612"/>
            <a:ext cx="123143" cy="82345"/>
          </a:xfrm>
          <a:custGeom>
            <a:avLst/>
            <a:gdLst/>
            <a:ahLst/>
            <a:cxnLst/>
            <a:rect l="l" t="t" r="r" b="b"/>
            <a:pathLst>
              <a:path w="2835" h="1893" extrusionOk="0">
                <a:moveTo>
                  <a:pt x="1620" y="1"/>
                </a:moveTo>
                <a:cubicBezTo>
                  <a:pt x="1215" y="1"/>
                  <a:pt x="858" y="263"/>
                  <a:pt x="739" y="644"/>
                </a:cubicBezTo>
                <a:lnTo>
                  <a:pt x="0" y="644"/>
                </a:lnTo>
                <a:cubicBezTo>
                  <a:pt x="24" y="834"/>
                  <a:pt x="24" y="1048"/>
                  <a:pt x="0" y="1263"/>
                </a:cubicBezTo>
                <a:lnTo>
                  <a:pt x="739" y="1263"/>
                </a:lnTo>
                <a:cubicBezTo>
                  <a:pt x="875" y="1670"/>
                  <a:pt x="1251" y="1892"/>
                  <a:pt x="1629" y="1892"/>
                </a:cubicBezTo>
                <a:cubicBezTo>
                  <a:pt x="1913" y="1892"/>
                  <a:pt x="2198" y="1767"/>
                  <a:pt x="2382" y="1501"/>
                </a:cubicBezTo>
                <a:cubicBezTo>
                  <a:pt x="2834" y="882"/>
                  <a:pt x="2382" y="1"/>
                  <a:pt x="1620"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40" name="Google Shape;9340;p87"/>
          <p:cNvSpPr/>
          <p:nvPr/>
        </p:nvSpPr>
        <p:spPr>
          <a:xfrm>
            <a:off x="7475918" y="5471759"/>
            <a:ext cx="223439" cy="190835"/>
          </a:xfrm>
          <a:custGeom>
            <a:avLst/>
            <a:gdLst/>
            <a:ahLst/>
            <a:cxnLst/>
            <a:rect l="l" t="t" r="r" b="b"/>
            <a:pathLst>
              <a:path w="5144" h="4387" extrusionOk="0">
                <a:moveTo>
                  <a:pt x="3161" y="624"/>
                </a:moveTo>
                <a:cubicBezTo>
                  <a:pt x="3389" y="624"/>
                  <a:pt x="3599" y="897"/>
                  <a:pt x="3406" y="1143"/>
                </a:cubicBezTo>
                <a:lnTo>
                  <a:pt x="3144" y="1429"/>
                </a:lnTo>
                <a:lnTo>
                  <a:pt x="3406" y="1739"/>
                </a:lnTo>
                <a:cubicBezTo>
                  <a:pt x="3501" y="1858"/>
                  <a:pt x="3501" y="2024"/>
                  <a:pt x="3406" y="2144"/>
                </a:cubicBezTo>
                <a:lnTo>
                  <a:pt x="3144" y="2429"/>
                </a:lnTo>
                <a:lnTo>
                  <a:pt x="3406" y="2739"/>
                </a:lnTo>
                <a:cubicBezTo>
                  <a:pt x="3501" y="2858"/>
                  <a:pt x="3501" y="3025"/>
                  <a:pt x="3406" y="3144"/>
                </a:cubicBezTo>
                <a:lnTo>
                  <a:pt x="2977" y="3644"/>
                </a:lnTo>
                <a:cubicBezTo>
                  <a:pt x="2911" y="3722"/>
                  <a:pt x="2831" y="3755"/>
                  <a:pt x="2752" y="3755"/>
                </a:cubicBezTo>
                <a:cubicBezTo>
                  <a:pt x="2521" y="3755"/>
                  <a:pt x="2305" y="3470"/>
                  <a:pt x="2501" y="3239"/>
                </a:cubicBezTo>
                <a:lnTo>
                  <a:pt x="2763" y="2929"/>
                </a:lnTo>
                <a:lnTo>
                  <a:pt x="2501" y="2644"/>
                </a:lnTo>
                <a:cubicBezTo>
                  <a:pt x="2405" y="2525"/>
                  <a:pt x="2405" y="2358"/>
                  <a:pt x="2501" y="2239"/>
                </a:cubicBezTo>
                <a:lnTo>
                  <a:pt x="2763" y="1953"/>
                </a:lnTo>
                <a:lnTo>
                  <a:pt x="2501" y="1643"/>
                </a:lnTo>
                <a:cubicBezTo>
                  <a:pt x="2405" y="1524"/>
                  <a:pt x="2405" y="1358"/>
                  <a:pt x="2501" y="1239"/>
                </a:cubicBezTo>
                <a:lnTo>
                  <a:pt x="2929" y="738"/>
                </a:lnTo>
                <a:cubicBezTo>
                  <a:pt x="2997" y="658"/>
                  <a:pt x="3080" y="624"/>
                  <a:pt x="3161" y="624"/>
                </a:cubicBezTo>
                <a:close/>
                <a:moveTo>
                  <a:pt x="2953" y="0"/>
                </a:moveTo>
                <a:cubicBezTo>
                  <a:pt x="1000" y="0"/>
                  <a:pt x="0" y="2358"/>
                  <a:pt x="1381" y="3739"/>
                </a:cubicBezTo>
                <a:cubicBezTo>
                  <a:pt x="1828" y="4186"/>
                  <a:pt x="2380" y="4386"/>
                  <a:pt x="2922" y="4386"/>
                </a:cubicBezTo>
                <a:cubicBezTo>
                  <a:pt x="4054" y="4386"/>
                  <a:pt x="5144" y="3512"/>
                  <a:pt x="5144" y="2191"/>
                </a:cubicBezTo>
                <a:cubicBezTo>
                  <a:pt x="5144" y="977"/>
                  <a:pt x="4168" y="0"/>
                  <a:pt x="2953"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341" name="Google Shape;9341;p87"/>
          <p:cNvGrpSpPr/>
          <p:nvPr/>
        </p:nvGrpSpPr>
        <p:grpSpPr>
          <a:xfrm>
            <a:off x="8374797" y="5334776"/>
            <a:ext cx="468639" cy="464363"/>
            <a:chOff x="6281097" y="4001082"/>
            <a:chExt cx="351479" cy="348272"/>
          </a:xfrm>
          <a:solidFill>
            <a:schemeClr val="bg1"/>
          </a:solidFill>
        </p:grpSpPr>
        <p:sp>
          <p:nvSpPr>
            <p:cNvPr id="9342" name="Google Shape;9342;p87"/>
            <p:cNvSpPr/>
            <p:nvPr/>
          </p:nvSpPr>
          <p:spPr>
            <a:xfrm>
              <a:off x="6281097" y="4226554"/>
              <a:ext cx="351479" cy="102606"/>
            </a:xfrm>
            <a:custGeom>
              <a:avLst/>
              <a:gdLst/>
              <a:ahLst/>
              <a:cxnLst/>
              <a:rect l="l" t="t" r="r" b="b"/>
              <a:pathLst>
                <a:path w="10789" h="3145" extrusionOk="0">
                  <a:moveTo>
                    <a:pt x="1668" y="1"/>
                  </a:moveTo>
                  <a:cubicBezTo>
                    <a:pt x="882" y="25"/>
                    <a:pt x="215" y="596"/>
                    <a:pt x="96" y="1382"/>
                  </a:cubicBezTo>
                  <a:cubicBezTo>
                    <a:pt x="1" y="2192"/>
                    <a:pt x="549" y="2954"/>
                    <a:pt x="1334" y="3121"/>
                  </a:cubicBezTo>
                  <a:lnTo>
                    <a:pt x="1334" y="1573"/>
                  </a:lnTo>
                  <a:cubicBezTo>
                    <a:pt x="1334" y="1049"/>
                    <a:pt x="1763" y="644"/>
                    <a:pt x="2287" y="620"/>
                  </a:cubicBezTo>
                  <a:lnTo>
                    <a:pt x="4168" y="620"/>
                  </a:lnTo>
                  <a:cubicBezTo>
                    <a:pt x="4692" y="644"/>
                    <a:pt x="5097" y="1049"/>
                    <a:pt x="5097" y="1573"/>
                  </a:cubicBezTo>
                  <a:lnTo>
                    <a:pt x="5097" y="3144"/>
                  </a:lnTo>
                  <a:lnTo>
                    <a:pt x="10432" y="3144"/>
                  </a:lnTo>
                  <a:cubicBezTo>
                    <a:pt x="10574" y="3144"/>
                    <a:pt x="10717" y="3025"/>
                    <a:pt x="10741" y="2882"/>
                  </a:cubicBezTo>
                  <a:cubicBezTo>
                    <a:pt x="10786" y="2703"/>
                    <a:pt x="10662" y="2523"/>
                    <a:pt x="10468" y="2523"/>
                  </a:cubicBezTo>
                  <a:cubicBezTo>
                    <a:pt x="10456" y="2523"/>
                    <a:pt x="10444" y="2524"/>
                    <a:pt x="10432" y="2525"/>
                  </a:cubicBezTo>
                  <a:lnTo>
                    <a:pt x="10098" y="2525"/>
                  </a:lnTo>
                  <a:lnTo>
                    <a:pt x="10098" y="644"/>
                  </a:lnTo>
                  <a:lnTo>
                    <a:pt x="10432" y="644"/>
                  </a:lnTo>
                  <a:cubicBezTo>
                    <a:pt x="10574" y="644"/>
                    <a:pt x="10717" y="525"/>
                    <a:pt x="10741" y="382"/>
                  </a:cubicBezTo>
                  <a:cubicBezTo>
                    <a:pt x="10789" y="191"/>
                    <a:pt x="10646" y="1"/>
                    <a:pt x="104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43" name="Google Shape;9343;p87"/>
            <p:cNvSpPr/>
            <p:nvPr/>
          </p:nvSpPr>
          <p:spPr>
            <a:xfrm>
              <a:off x="6345503" y="4267661"/>
              <a:ext cx="81476" cy="81693"/>
            </a:xfrm>
            <a:custGeom>
              <a:avLst/>
              <a:gdLst/>
              <a:ahLst/>
              <a:cxnLst/>
              <a:rect l="l" t="t" r="r" b="b"/>
              <a:pathLst>
                <a:path w="2501" h="2504" extrusionOk="0">
                  <a:moveTo>
                    <a:pt x="2223" y="1"/>
                  </a:moveTo>
                  <a:cubicBezTo>
                    <a:pt x="2213" y="1"/>
                    <a:pt x="2202" y="2"/>
                    <a:pt x="2191" y="3"/>
                  </a:cubicBezTo>
                  <a:lnTo>
                    <a:pt x="310" y="3"/>
                  </a:lnTo>
                  <a:cubicBezTo>
                    <a:pt x="143" y="3"/>
                    <a:pt x="0" y="146"/>
                    <a:pt x="0" y="313"/>
                  </a:cubicBezTo>
                  <a:lnTo>
                    <a:pt x="0" y="2194"/>
                  </a:lnTo>
                  <a:cubicBezTo>
                    <a:pt x="0" y="2370"/>
                    <a:pt x="146" y="2498"/>
                    <a:pt x="316" y="2498"/>
                  </a:cubicBezTo>
                  <a:cubicBezTo>
                    <a:pt x="353" y="2498"/>
                    <a:pt x="391" y="2492"/>
                    <a:pt x="429" y="2480"/>
                  </a:cubicBezTo>
                  <a:lnTo>
                    <a:pt x="1263" y="2218"/>
                  </a:lnTo>
                  <a:cubicBezTo>
                    <a:pt x="2191" y="2504"/>
                    <a:pt x="2144" y="2504"/>
                    <a:pt x="2215" y="2504"/>
                  </a:cubicBezTo>
                  <a:cubicBezTo>
                    <a:pt x="2382" y="2504"/>
                    <a:pt x="2501" y="2361"/>
                    <a:pt x="2501" y="2194"/>
                  </a:cubicBezTo>
                  <a:lnTo>
                    <a:pt x="2501" y="313"/>
                  </a:lnTo>
                  <a:cubicBezTo>
                    <a:pt x="2501" y="157"/>
                    <a:pt x="2376" y="1"/>
                    <a:pt x="222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44" name="Google Shape;9344;p87"/>
            <p:cNvSpPr/>
            <p:nvPr/>
          </p:nvSpPr>
          <p:spPr>
            <a:xfrm>
              <a:off x="6343939" y="4124796"/>
              <a:ext cx="225795" cy="82378"/>
            </a:xfrm>
            <a:custGeom>
              <a:avLst/>
              <a:gdLst/>
              <a:ahLst/>
              <a:cxnLst/>
              <a:rect l="l" t="t" r="r" b="b"/>
              <a:pathLst>
                <a:path w="6931" h="2525" extrusionOk="0">
                  <a:moveTo>
                    <a:pt x="2859" y="661"/>
                  </a:moveTo>
                  <a:cubicBezTo>
                    <a:pt x="3004" y="661"/>
                    <a:pt x="3152" y="767"/>
                    <a:pt x="3168" y="929"/>
                  </a:cubicBezTo>
                  <a:cubicBezTo>
                    <a:pt x="3168" y="1119"/>
                    <a:pt x="3025" y="1239"/>
                    <a:pt x="2859" y="1262"/>
                  </a:cubicBezTo>
                  <a:cubicBezTo>
                    <a:pt x="2597" y="1239"/>
                    <a:pt x="2478" y="929"/>
                    <a:pt x="2668" y="738"/>
                  </a:cubicBezTo>
                  <a:cubicBezTo>
                    <a:pt x="2722" y="685"/>
                    <a:pt x="2790" y="661"/>
                    <a:pt x="2859" y="661"/>
                  </a:cubicBezTo>
                  <a:close/>
                  <a:moveTo>
                    <a:pt x="4085" y="1254"/>
                  </a:moveTo>
                  <a:cubicBezTo>
                    <a:pt x="4248" y="1254"/>
                    <a:pt x="4407" y="1381"/>
                    <a:pt x="4407" y="1572"/>
                  </a:cubicBezTo>
                  <a:cubicBezTo>
                    <a:pt x="4407" y="1739"/>
                    <a:pt x="4287" y="1882"/>
                    <a:pt x="4097" y="1882"/>
                  </a:cubicBezTo>
                  <a:cubicBezTo>
                    <a:pt x="3835" y="1882"/>
                    <a:pt x="3668" y="1548"/>
                    <a:pt x="3859" y="1358"/>
                  </a:cubicBezTo>
                  <a:cubicBezTo>
                    <a:pt x="3922" y="1286"/>
                    <a:pt x="4004" y="1254"/>
                    <a:pt x="4085" y="1254"/>
                  </a:cubicBezTo>
                  <a:close/>
                  <a:moveTo>
                    <a:pt x="1287" y="0"/>
                  </a:moveTo>
                  <a:lnTo>
                    <a:pt x="168" y="2001"/>
                  </a:lnTo>
                  <a:cubicBezTo>
                    <a:pt x="72" y="2167"/>
                    <a:pt x="25" y="2334"/>
                    <a:pt x="1" y="2525"/>
                  </a:cubicBezTo>
                  <a:lnTo>
                    <a:pt x="6931" y="2525"/>
                  </a:lnTo>
                  <a:cubicBezTo>
                    <a:pt x="6931" y="2334"/>
                    <a:pt x="6883" y="2167"/>
                    <a:pt x="6788" y="2001"/>
                  </a:cubicBezTo>
                  <a:lnTo>
                    <a:pt x="566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45" name="Google Shape;9345;p87"/>
            <p:cNvSpPr/>
            <p:nvPr/>
          </p:nvSpPr>
          <p:spPr>
            <a:xfrm>
              <a:off x="6397497" y="4001082"/>
              <a:ext cx="119494" cy="102769"/>
            </a:xfrm>
            <a:custGeom>
              <a:avLst/>
              <a:gdLst/>
              <a:ahLst/>
              <a:cxnLst/>
              <a:rect l="l" t="t" r="r" b="b"/>
              <a:pathLst>
                <a:path w="3668" h="3150" extrusionOk="0">
                  <a:moveTo>
                    <a:pt x="3134" y="1"/>
                  </a:moveTo>
                  <a:cubicBezTo>
                    <a:pt x="3114" y="1"/>
                    <a:pt x="3094" y="2"/>
                    <a:pt x="3072" y="6"/>
                  </a:cubicBezTo>
                  <a:lnTo>
                    <a:pt x="619" y="6"/>
                  </a:lnTo>
                  <a:cubicBezTo>
                    <a:pt x="605" y="4"/>
                    <a:pt x="591" y="3"/>
                    <a:pt x="577" y="3"/>
                  </a:cubicBezTo>
                  <a:cubicBezTo>
                    <a:pt x="432" y="3"/>
                    <a:pt x="329" y="113"/>
                    <a:pt x="286" y="244"/>
                  </a:cubicBezTo>
                  <a:cubicBezTo>
                    <a:pt x="238" y="434"/>
                    <a:pt x="381" y="625"/>
                    <a:pt x="595" y="625"/>
                  </a:cubicBezTo>
                  <a:lnTo>
                    <a:pt x="595" y="2101"/>
                  </a:lnTo>
                  <a:lnTo>
                    <a:pt x="0" y="3149"/>
                  </a:lnTo>
                  <a:lnTo>
                    <a:pt x="3667" y="3149"/>
                  </a:lnTo>
                  <a:lnTo>
                    <a:pt x="3072" y="2101"/>
                  </a:lnTo>
                  <a:lnTo>
                    <a:pt x="3072" y="625"/>
                  </a:lnTo>
                  <a:cubicBezTo>
                    <a:pt x="3080" y="625"/>
                    <a:pt x="3088" y="625"/>
                    <a:pt x="3095" y="625"/>
                  </a:cubicBezTo>
                  <a:cubicBezTo>
                    <a:pt x="3526" y="625"/>
                    <a:pt x="3519" y="1"/>
                    <a:pt x="31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46" name="Google Shape;9346;p87"/>
          <p:cNvGrpSpPr/>
          <p:nvPr/>
        </p:nvGrpSpPr>
        <p:grpSpPr>
          <a:xfrm>
            <a:off x="9438212" y="5334995"/>
            <a:ext cx="354835" cy="465189"/>
            <a:chOff x="7078659" y="4001246"/>
            <a:chExt cx="266126" cy="348892"/>
          </a:xfrm>
          <a:solidFill>
            <a:schemeClr val="bg1"/>
          </a:solidFill>
        </p:grpSpPr>
        <p:sp>
          <p:nvSpPr>
            <p:cNvPr id="9347" name="Google Shape;9347;p87"/>
            <p:cNvSpPr/>
            <p:nvPr/>
          </p:nvSpPr>
          <p:spPr>
            <a:xfrm>
              <a:off x="7099607" y="4001246"/>
              <a:ext cx="225013" cy="82411"/>
            </a:xfrm>
            <a:custGeom>
              <a:avLst/>
              <a:gdLst/>
              <a:ahLst/>
              <a:cxnLst/>
              <a:rect l="l" t="t" r="r" b="b"/>
              <a:pathLst>
                <a:path w="6907" h="2526" extrusionOk="0">
                  <a:moveTo>
                    <a:pt x="738" y="1"/>
                  </a:moveTo>
                  <a:cubicBezTo>
                    <a:pt x="334" y="1"/>
                    <a:pt x="0" y="334"/>
                    <a:pt x="0" y="739"/>
                  </a:cubicBezTo>
                  <a:lnTo>
                    <a:pt x="0" y="2215"/>
                  </a:lnTo>
                  <a:cubicBezTo>
                    <a:pt x="0" y="2382"/>
                    <a:pt x="143" y="2525"/>
                    <a:pt x="310" y="2525"/>
                  </a:cubicBezTo>
                  <a:lnTo>
                    <a:pt x="6597" y="2525"/>
                  </a:lnTo>
                  <a:cubicBezTo>
                    <a:pt x="6763" y="2525"/>
                    <a:pt x="6883" y="2382"/>
                    <a:pt x="6906" y="2215"/>
                  </a:cubicBezTo>
                  <a:lnTo>
                    <a:pt x="6906" y="739"/>
                  </a:lnTo>
                  <a:cubicBezTo>
                    <a:pt x="6906" y="334"/>
                    <a:pt x="6573" y="1"/>
                    <a:pt x="61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48" name="Google Shape;9348;p87"/>
            <p:cNvSpPr/>
            <p:nvPr/>
          </p:nvSpPr>
          <p:spPr>
            <a:xfrm>
              <a:off x="7078659" y="4103819"/>
              <a:ext cx="266126" cy="246319"/>
            </a:xfrm>
            <a:custGeom>
              <a:avLst/>
              <a:gdLst/>
              <a:ahLst/>
              <a:cxnLst/>
              <a:rect l="l" t="t" r="r" b="b"/>
              <a:pathLst>
                <a:path w="8169" h="7550" extrusionOk="0">
                  <a:moveTo>
                    <a:pt x="4715" y="1882"/>
                  </a:moveTo>
                  <a:cubicBezTo>
                    <a:pt x="4906" y="1882"/>
                    <a:pt x="5049" y="2024"/>
                    <a:pt x="5049" y="2191"/>
                  </a:cubicBezTo>
                  <a:lnTo>
                    <a:pt x="5049" y="3144"/>
                  </a:lnTo>
                  <a:lnTo>
                    <a:pt x="5978" y="3144"/>
                  </a:lnTo>
                  <a:cubicBezTo>
                    <a:pt x="5990" y="3142"/>
                    <a:pt x="6002" y="3141"/>
                    <a:pt x="6014" y="3141"/>
                  </a:cubicBezTo>
                  <a:cubicBezTo>
                    <a:pt x="6168" y="3141"/>
                    <a:pt x="6309" y="3277"/>
                    <a:pt x="6287" y="3453"/>
                  </a:cubicBezTo>
                  <a:lnTo>
                    <a:pt x="6287" y="4715"/>
                  </a:lnTo>
                  <a:cubicBezTo>
                    <a:pt x="6311" y="4882"/>
                    <a:pt x="6144" y="5025"/>
                    <a:pt x="5978" y="5025"/>
                  </a:cubicBezTo>
                  <a:lnTo>
                    <a:pt x="5049" y="5025"/>
                  </a:lnTo>
                  <a:lnTo>
                    <a:pt x="5049" y="5954"/>
                  </a:lnTo>
                  <a:cubicBezTo>
                    <a:pt x="5025" y="6144"/>
                    <a:pt x="4906" y="6263"/>
                    <a:pt x="4715" y="6287"/>
                  </a:cubicBezTo>
                  <a:lnTo>
                    <a:pt x="3477" y="6287"/>
                  </a:lnTo>
                  <a:cubicBezTo>
                    <a:pt x="3287" y="6263"/>
                    <a:pt x="3144" y="6144"/>
                    <a:pt x="3144" y="5954"/>
                  </a:cubicBezTo>
                  <a:lnTo>
                    <a:pt x="3144" y="5025"/>
                  </a:lnTo>
                  <a:lnTo>
                    <a:pt x="2215" y="5025"/>
                  </a:lnTo>
                  <a:cubicBezTo>
                    <a:pt x="2048" y="5025"/>
                    <a:pt x="1905" y="4882"/>
                    <a:pt x="1905" y="4715"/>
                  </a:cubicBezTo>
                  <a:lnTo>
                    <a:pt x="1905" y="3453"/>
                  </a:lnTo>
                  <a:cubicBezTo>
                    <a:pt x="1905" y="3287"/>
                    <a:pt x="2048" y="3144"/>
                    <a:pt x="2215" y="3144"/>
                  </a:cubicBezTo>
                  <a:lnTo>
                    <a:pt x="3144" y="3144"/>
                  </a:lnTo>
                  <a:lnTo>
                    <a:pt x="3144" y="2191"/>
                  </a:lnTo>
                  <a:cubicBezTo>
                    <a:pt x="3144" y="2024"/>
                    <a:pt x="3287" y="1882"/>
                    <a:pt x="3477" y="1882"/>
                  </a:cubicBezTo>
                  <a:close/>
                  <a:moveTo>
                    <a:pt x="1262" y="0"/>
                  </a:moveTo>
                  <a:lnTo>
                    <a:pt x="1262" y="596"/>
                  </a:lnTo>
                  <a:cubicBezTo>
                    <a:pt x="1262" y="738"/>
                    <a:pt x="1215" y="858"/>
                    <a:pt x="1119" y="977"/>
                  </a:cubicBezTo>
                  <a:lnTo>
                    <a:pt x="334" y="1739"/>
                  </a:lnTo>
                  <a:cubicBezTo>
                    <a:pt x="119" y="1953"/>
                    <a:pt x="0" y="2239"/>
                    <a:pt x="0" y="2548"/>
                  </a:cubicBezTo>
                  <a:lnTo>
                    <a:pt x="0" y="6406"/>
                  </a:lnTo>
                  <a:cubicBezTo>
                    <a:pt x="24" y="7049"/>
                    <a:pt x="524" y="7549"/>
                    <a:pt x="1167" y="7549"/>
                  </a:cubicBezTo>
                  <a:lnTo>
                    <a:pt x="7025" y="7549"/>
                  </a:lnTo>
                  <a:cubicBezTo>
                    <a:pt x="7668" y="7549"/>
                    <a:pt x="8169" y="7025"/>
                    <a:pt x="8169" y="6406"/>
                  </a:cubicBezTo>
                  <a:lnTo>
                    <a:pt x="8169" y="2525"/>
                  </a:lnTo>
                  <a:cubicBezTo>
                    <a:pt x="8169" y="2239"/>
                    <a:pt x="8049" y="1953"/>
                    <a:pt x="7835" y="1739"/>
                  </a:cubicBezTo>
                  <a:lnTo>
                    <a:pt x="7073" y="977"/>
                  </a:lnTo>
                  <a:cubicBezTo>
                    <a:pt x="6978" y="858"/>
                    <a:pt x="6906" y="738"/>
                    <a:pt x="6906" y="596"/>
                  </a:cubicBezTo>
                  <a:lnTo>
                    <a:pt x="69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49" name="Google Shape;9349;p87"/>
            <p:cNvSpPr/>
            <p:nvPr/>
          </p:nvSpPr>
          <p:spPr>
            <a:xfrm>
              <a:off x="7161667" y="4185381"/>
              <a:ext cx="100893" cy="102606"/>
            </a:xfrm>
            <a:custGeom>
              <a:avLst/>
              <a:gdLst/>
              <a:ahLst/>
              <a:cxnLst/>
              <a:rect l="l" t="t" r="r" b="b"/>
              <a:pathLst>
                <a:path w="3097" h="3145" extrusionOk="0">
                  <a:moveTo>
                    <a:pt x="1239" y="1"/>
                  </a:moveTo>
                  <a:lnTo>
                    <a:pt x="1239" y="953"/>
                  </a:lnTo>
                  <a:cubicBezTo>
                    <a:pt x="1239" y="1120"/>
                    <a:pt x="1096" y="1263"/>
                    <a:pt x="929" y="1263"/>
                  </a:cubicBezTo>
                  <a:lnTo>
                    <a:pt x="0" y="1263"/>
                  </a:lnTo>
                  <a:lnTo>
                    <a:pt x="0" y="1882"/>
                  </a:lnTo>
                  <a:lnTo>
                    <a:pt x="929" y="1882"/>
                  </a:lnTo>
                  <a:cubicBezTo>
                    <a:pt x="1096" y="1906"/>
                    <a:pt x="1239" y="2049"/>
                    <a:pt x="1239" y="2215"/>
                  </a:cubicBezTo>
                  <a:lnTo>
                    <a:pt x="1239" y="3144"/>
                  </a:lnTo>
                  <a:lnTo>
                    <a:pt x="1858" y="3144"/>
                  </a:lnTo>
                  <a:lnTo>
                    <a:pt x="1858" y="2215"/>
                  </a:lnTo>
                  <a:cubicBezTo>
                    <a:pt x="1858" y="2025"/>
                    <a:pt x="2001" y="1882"/>
                    <a:pt x="2167" y="1882"/>
                  </a:cubicBezTo>
                  <a:lnTo>
                    <a:pt x="3096" y="1882"/>
                  </a:lnTo>
                  <a:lnTo>
                    <a:pt x="3096" y="1263"/>
                  </a:lnTo>
                  <a:lnTo>
                    <a:pt x="2167" y="1263"/>
                  </a:lnTo>
                  <a:cubicBezTo>
                    <a:pt x="2001" y="1263"/>
                    <a:pt x="1858" y="1120"/>
                    <a:pt x="1858" y="953"/>
                  </a:cubicBezTo>
                  <a:lnTo>
                    <a:pt x="18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50" name="Google Shape;9350;p87"/>
          <p:cNvGrpSpPr/>
          <p:nvPr/>
        </p:nvGrpSpPr>
        <p:grpSpPr>
          <a:xfrm>
            <a:off x="10388824" y="5370448"/>
            <a:ext cx="465555" cy="393153"/>
            <a:chOff x="7791618" y="4027835"/>
            <a:chExt cx="349166" cy="294865"/>
          </a:xfrm>
          <a:solidFill>
            <a:schemeClr val="bg1"/>
          </a:solidFill>
        </p:grpSpPr>
        <p:sp>
          <p:nvSpPr>
            <p:cNvPr id="9351" name="Google Shape;9351;p87"/>
            <p:cNvSpPr/>
            <p:nvPr/>
          </p:nvSpPr>
          <p:spPr>
            <a:xfrm>
              <a:off x="7924274" y="4144208"/>
              <a:ext cx="72192" cy="61922"/>
            </a:xfrm>
            <a:custGeom>
              <a:avLst/>
              <a:gdLst/>
              <a:ahLst/>
              <a:cxnLst/>
              <a:rect l="l" t="t" r="r" b="b"/>
              <a:pathLst>
                <a:path w="2216" h="1898" extrusionOk="0">
                  <a:moveTo>
                    <a:pt x="1263" y="1"/>
                  </a:moveTo>
                  <a:cubicBezTo>
                    <a:pt x="430" y="1"/>
                    <a:pt x="1" y="1025"/>
                    <a:pt x="596" y="1620"/>
                  </a:cubicBezTo>
                  <a:cubicBezTo>
                    <a:pt x="788" y="1812"/>
                    <a:pt x="1024" y="1897"/>
                    <a:pt x="1256" y="1897"/>
                  </a:cubicBezTo>
                  <a:cubicBezTo>
                    <a:pt x="1745" y="1897"/>
                    <a:pt x="2216" y="1518"/>
                    <a:pt x="2216" y="953"/>
                  </a:cubicBezTo>
                  <a:cubicBezTo>
                    <a:pt x="2192" y="429"/>
                    <a:pt x="1787" y="1"/>
                    <a:pt x="12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52" name="Google Shape;9352;p87"/>
            <p:cNvSpPr/>
            <p:nvPr/>
          </p:nvSpPr>
          <p:spPr>
            <a:xfrm>
              <a:off x="7791618" y="4027835"/>
              <a:ext cx="349166" cy="294865"/>
            </a:xfrm>
            <a:custGeom>
              <a:avLst/>
              <a:gdLst/>
              <a:ahLst/>
              <a:cxnLst/>
              <a:rect l="l" t="t" r="r" b="b"/>
              <a:pathLst>
                <a:path w="10718" h="9038" extrusionOk="0">
                  <a:moveTo>
                    <a:pt x="6359" y="1067"/>
                  </a:moveTo>
                  <a:cubicBezTo>
                    <a:pt x="6407" y="1210"/>
                    <a:pt x="6478" y="1305"/>
                    <a:pt x="6573" y="1400"/>
                  </a:cubicBezTo>
                  <a:lnTo>
                    <a:pt x="5764" y="3020"/>
                  </a:lnTo>
                  <a:cubicBezTo>
                    <a:pt x="5954" y="3067"/>
                    <a:pt x="6145" y="3163"/>
                    <a:pt x="6312" y="3306"/>
                  </a:cubicBezTo>
                  <a:lnTo>
                    <a:pt x="7121" y="1686"/>
                  </a:lnTo>
                  <a:cubicBezTo>
                    <a:pt x="7171" y="1696"/>
                    <a:pt x="7220" y="1702"/>
                    <a:pt x="7269" y="1702"/>
                  </a:cubicBezTo>
                  <a:cubicBezTo>
                    <a:pt x="7339" y="1702"/>
                    <a:pt x="7409" y="1690"/>
                    <a:pt x="7478" y="1662"/>
                  </a:cubicBezTo>
                  <a:lnTo>
                    <a:pt x="9003" y="3972"/>
                  </a:lnTo>
                  <a:cubicBezTo>
                    <a:pt x="8955" y="4044"/>
                    <a:pt x="8907" y="4115"/>
                    <a:pt x="8883" y="4211"/>
                  </a:cubicBezTo>
                  <a:lnTo>
                    <a:pt x="6883" y="4211"/>
                  </a:lnTo>
                  <a:cubicBezTo>
                    <a:pt x="6931" y="4425"/>
                    <a:pt x="6931" y="4639"/>
                    <a:pt x="6883" y="4830"/>
                  </a:cubicBezTo>
                  <a:lnTo>
                    <a:pt x="8907" y="4830"/>
                  </a:lnTo>
                  <a:cubicBezTo>
                    <a:pt x="8931" y="4925"/>
                    <a:pt x="8979" y="4996"/>
                    <a:pt x="9026" y="5068"/>
                  </a:cubicBezTo>
                  <a:lnTo>
                    <a:pt x="7478" y="7378"/>
                  </a:lnTo>
                  <a:cubicBezTo>
                    <a:pt x="7394" y="7361"/>
                    <a:pt x="7310" y="7344"/>
                    <a:pt x="7226" y="7344"/>
                  </a:cubicBezTo>
                  <a:cubicBezTo>
                    <a:pt x="7191" y="7344"/>
                    <a:pt x="7156" y="7347"/>
                    <a:pt x="7121" y="7354"/>
                  </a:cubicBezTo>
                  <a:lnTo>
                    <a:pt x="6312" y="5735"/>
                  </a:lnTo>
                  <a:cubicBezTo>
                    <a:pt x="6145" y="5878"/>
                    <a:pt x="5954" y="5973"/>
                    <a:pt x="5740" y="6044"/>
                  </a:cubicBezTo>
                  <a:lnTo>
                    <a:pt x="6573" y="7664"/>
                  </a:lnTo>
                  <a:cubicBezTo>
                    <a:pt x="6478" y="7759"/>
                    <a:pt x="6407" y="7854"/>
                    <a:pt x="6359" y="7997"/>
                  </a:cubicBezTo>
                  <a:lnTo>
                    <a:pt x="4359" y="7997"/>
                  </a:lnTo>
                  <a:cubicBezTo>
                    <a:pt x="4311" y="7854"/>
                    <a:pt x="4240" y="7735"/>
                    <a:pt x="4144" y="7640"/>
                  </a:cubicBezTo>
                  <a:lnTo>
                    <a:pt x="4954" y="6044"/>
                  </a:lnTo>
                  <a:cubicBezTo>
                    <a:pt x="4740" y="5973"/>
                    <a:pt x="4549" y="5878"/>
                    <a:pt x="4383" y="5758"/>
                  </a:cubicBezTo>
                  <a:lnTo>
                    <a:pt x="3573" y="7378"/>
                  </a:lnTo>
                  <a:cubicBezTo>
                    <a:pt x="3513" y="7366"/>
                    <a:pt x="3454" y="7360"/>
                    <a:pt x="3397" y="7360"/>
                  </a:cubicBezTo>
                  <a:cubicBezTo>
                    <a:pt x="3341" y="7360"/>
                    <a:pt x="3287" y="7366"/>
                    <a:pt x="3239" y="7378"/>
                  </a:cubicBezTo>
                  <a:lnTo>
                    <a:pt x="1715" y="5092"/>
                  </a:lnTo>
                  <a:cubicBezTo>
                    <a:pt x="1763" y="4996"/>
                    <a:pt x="1811" y="4925"/>
                    <a:pt x="1834" y="4830"/>
                  </a:cubicBezTo>
                  <a:lnTo>
                    <a:pt x="3811" y="4830"/>
                  </a:lnTo>
                  <a:cubicBezTo>
                    <a:pt x="3763" y="4639"/>
                    <a:pt x="3763" y="4425"/>
                    <a:pt x="3811" y="4234"/>
                  </a:cubicBezTo>
                  <a:lnTo>
                    <a:pt x="1834" y="4234"/>
                  </a:lnTo>
                  <a:cubicBezTo>
                    <a:pt x="1787" y="4139"/>
                    <a:pt x="1739" y="4068"/>
                    <a:pt x="1691" y="3996"/>
                  </a:cubicBezTo>
                  <a:lnTo>
                    <a:pt x="3239" y="1686"/>
                  </a:lnTo>
                  <a:cubicBezTo>
                    <a:pt x="3335" y="1710"/>
                    <a:pt x="3454" y="1710"/>
                    <a:pt x="3573" y="1710"/>
                  </a:cubicBezTo>
                  <a:lnTo>
                    <a:pt x="4383" y="3306"/>
                  </a:lnTo>
                  <a:cubicBezTo>
                    <a:pt x="4549" y="3187"/>
                    <a:pt x="4740" y="3091"/>
                    <a:pt x="4954" y="3020"/>
                  </a:cubicBezTo>
                  <a:lnTo>
                    <a:pt x="4144" y="1424"/>
                  </a:lnTo>
                  <a:cubicBezTo>
                    <a:pt x="4240" y="1329"/>
                    <a:pt x="4311" y="1210"/>
                    <a:pt x="4359" y="1067"/>
                  </a:cubicBezTo>
                  <a:close/>
                  <a:moveTo>
                    <a:pt x="3730" y="1"/>
                  </a:moveTo>
                  <a:cubicBezTo>
                    <a:pt x="3077" y="1"/>
                    <a:pt x="2262" y="700"/>
                    <a:pt x="2716" y="1305"/>
                  </a:cubicBezTo>
                  <a:lnTo>
                    <a:pt x="1168" y="3639"/>
                  </a:lnTo>
                  <a:cubicBezTo>
                    <a:pt x="1093" y="3621"/>
                    <a:pt x="1018" y="3612"/>
                    <a:pt x="945" y="3612"/>
                  </a:cubicBezTo>
                  <a:cubicBezTo>
                    <a:pt x="437" y="3612"/>
                    <a:pt x="1" y="4024"/>
                    <a:pt x="1" y="4544"/>
                  </a:cubicBezTo>
                  <a:cubicBezTo>
                    <a:pt x="1" y="5075"/>
                    <a:pt x="439" y="5484"/>
                    <a:pt x="940" y="5484"/>
                  </a:cubicBezTo>
                  <a:cubicBezTo>
                    <a:pt x="1022" y="5484"/>
                    <a:pt x="1107" y="5473"/>
                    <a:pt x="1191" y="5449"/>
                  </a:cubicBezTo>
                  <a:lnTo>
                    <a:pt x="2692" y="7735"/>
                  </a:lnTo>
                  <a:cubicBezTo>
                    <a:pt x="2252" y="8344"/>
                    <a:pt x="3074" y="9038"/>
                    <a:pt x="3724" y="9038"/>
                  </a:cubicBezTo>
                  <a:cubicBezTo>
                    <a:pt x="3989" y="9038"/>
                    <a:pt x="4225" y="8923"/>
                    <a:pt x="4335" y="8640"/>
                  </a:cubicBezTo>
                  <a:lnTo>
                    <a:pt x="6359" y="8640"/>
                  </a:lnTo>
                  <a:cubicBezTo>
                    <a:pt x="6469" y="8923"/>
                    <a:pt x="6705" y="9038"/>
                    <a:pt x="6969" y="9038"/>
                  </a:cubicBezTo>
                  <a:cubicBezTo>
                    <a:pt x="7618" y="9038"/>
                    <a:pt x="8435" y="8344"/>
                    <a:pt x="7979" y="7735"/>
                  </a:cubicBezTo>
                  <a:lnTo>
                    <a:pt x="9526" y="5425"/>
                  </a:lnTo>
                  <a:cubicBezTo>
                    <a:pt x="9601" y="5443"/>
                    <a:pt x="9676" y="5452"/>
                    <a:pt x="9750" y="5452"/>
                  </a:cubicBezTo>
                  <a:cubicBezTo>
                    <a:pt x="10262" y="5452"/>
                    <a:pt x="10717" y="5038"/>
                    <a:pt x="10717" y="4496"/>
                  </a:cubicBezTo>
                  <a:cubicBezTo>
                    <a:pt x="10717" y="3965"/>
                    <a:pt x="10279" y="3557"/>
                    <a:pt x="9778" y="3557"/>
                  </a:cubicBezTo>
                  <a:cubicBezTo>
                    <a:pt x="9696" y="3557"/>
                    <a:pt x="9611" y="3568"/>
                    <a:pt x="9526" y="3591"/>
                  </a:cubicBezTo>
                  <a:lnTo>
                    <a:pt x="8002" y="1305"/>
                  </a:lnTo>
                  <a:cubicBezTo>
                    <a:pt x="8456" y="700"/>
                    <a:pt x="7629" y="1"/>
                    <a:pt x="6978" y="1"/>
                  </a:cubicBezTo>
                  <a:cubicBezTo>
                    <a:pt x="6706" y="1"/>
                    <a:pt x="6464" y="123"/>
                    <a:pt x="6359" y="424"/>
                  </a:cubicBezTo>
                  <a:lnTo>
                    <a:pt x="4359" y="424"/>
                  </a:lnTo>
                  <a:cubicBezTo>
                    <a:pt x="4247" y="123"/>
                    <a:pt x="4002" y="1"/>
                    <a:pt x="373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354" name="Google Shape;9354;p87"/>
          <p:cNvSpPr txBox="1">
            <a:spLocks noGrp="1"/>
          </p:cNvSpPr>
          <p:nvPr>
            <p:ph type="title"/>
          </p:nvPr>
        </p:nvSpPr>
        <p:spPr>
          <a:xfrm>
            <a:off x="1370906" y="1278964"/>
            <a:ext cx="9396400" cy="643200"/>
          </a:xfrm>
          <a:prstGeom prst="rect">
            <a:avLst/>
          </a:prstGeom>
        </p:spPr>
        <p:txBody>
          <a:bodyPr spcFirstLastPara="1" vert="horz" wrap="square" lIns="121900" tIns="121900" rIns="121900" bIns="121900" rtlCol="0" anchor="t" anchorCtr="0">
            <a:noAutofit/>
          </a:bodyPr>
          <a:lstStyle/>
          <a:p>
            <a:pPr algn="ctr"/>
            <a:r>
              <a:rPr lang="zh-CN" altLang="en-US" sz="3200" dirty="0">
                <a:solidFill>
                  <a:schemeClr val="lt1"/>
                </a:solidFill>
              </a:rPr>
              <a:t>科研图标</a:t>
            </a:r>
            <a:endParaRPr sz="3200" dirty="0"/>
          </a:p>
        </p:txBody>
      </p:sp>
      <p:sp>
        <p:nvSpPr>
          <p:cNvPr id="11" name="文本框 10">
            <a:extLst>
              <a:ext uri="{FF2B5EF4-FFF2-40B4-BE49-F238E27FC236}">
                <a16:creationId xmlns:a16="http://schemas.microsoft.com/office/drawing/2014/main" id="{08580C53-158C-AA8D-C4A1-828229904035}"/>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8E14B43D-9EB1-824F-B084-601FD40378C9}"/>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0062B11F-F06B-0C7D-B91F-B11ADB041E20}"/>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1AB1B6D7-08A3-2B9A-F426-D25A40B0B916}"/>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C0B36DBD-A18E-820F-9774-09905F612998}"/>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6AB5B352-FE7D-335D-9E3E-497535C969F7}"/>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AEBE8D55-A8BF-43A9-6A2F-4C09E99285AD}"/>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1B468B11-81B0-CF02-AA53-DCF2DCF38368}"/>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7B70DB7F-3A19-A3B6-BD3A-8880B2EBDA50}"/>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BDBADD60-6FF4-D0C3-138F-8036C7ADF79A}"/>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9358"/>
        <p:cNvGrpSpPr/>
        <p:nvPr/>
      </p:nvGrpSpPr>
      <p:grpSpPr>
        <a:xfrm>
          <a:off x="0" y="0"/>
          <a:ext cx="0" cy="0"/>
          <a:chOff x="0" y="0"/>
          <a:chExt cx="0" cy="0"/>
        </a:xfrm>
      </p:grpSpPr>
      <p:grpSp>
        <p:nvGrpSpPr>
          <p:cNvPr id="9359" name="Google Shape;9359;p88"/>
          <p:cNvGrpSpPr/>
          <p:nvPr/>
        </p:nvGrpSpPr>
        <p:grpSpPr>
          <a:xfrm>
            <a:off x="1353392" y="2358377"/>
            <a:ext cx="466233" cy="466233"/>
            <a:chOff x="1057325" y="2364825"/>
            <a:chExt cx="267950" cy="267950"/>
          </a:xfrm>
          <a:solidFill>
            <a:schemeClr val="bg1"/>
          </a:solidFill>
        </p:grpSpPr>
        <p:sp>
          <p:nvSpPr>
            <p:cNvPr id="9360" name="Google Shape;9360;p88"/>
            <p:cNvSpPr/>
            <p:nvPr/>
          </p:nvSpPr>
          <p:spPr>
            <a:xfrm>
              <a:off x="1120450" y="2483300"/>
              <a:ext cx="20850" cy="31000"/>
            </a:xfrm>
            <a:custGeom>
              <a:avLst/>
              <a:gdLst/>
              <a:ahLst/>
              <a:cxnLst/>
              <a:rect l="l" t="t" r="r" b="b"/>
              <a:pathLst>
                <a:path w="834" h="1240" extrusionOk="0">
                  <a:moveTo>
                    <a:pt x="0" y="1"/>
                  </a:moveTo>
                  <a:lnTo>
                    <a:pt x="0" y="1239"/>
                  </a:lnTo>
                  <a:lnTo>
                    <a:pt x="834" y="1239"/>
                  </a:lnTo>
                  <a:lnTo>
                    <a:pt x="8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1" name="Google Shape;9361;p88"/>
            <p:cNvSpPr/>
            <p:nvPr/>
          </p:nvSpPr>
          <p:spPr>
            <a:xfrm>
              <a:off x="1240100" y="2483300"/>
              <a:ext cx="20875" cy="31000"/>
            </a:xfrm>
            <a:custGeom>
              <a:avLst/>
              <a:gdLst/>
              <a:ahLst/>
              <a:cxnLst/>
              <a:rect l="l" t="t" r="r" b="b"/>
              <a:pathLst>
                <a:path w="835" h="1240" extrusionOk="0">
                  <a:moveTo>
                    <a:pt x="1" y="1"/>
                  </a:moveTo>
                  <a:lnTo>
                    <a:pt x="1" y="1239"/>
                  </a:lnTo>
                  <a:lnTo>
                    <a:pt x="834" y="1239"/>
                  </a:lnTo>
                  <a:lnTo>
                    <a:pt x="8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2" name="Google Shape;9362;p88"/>
            <p:cNvSpPr/>
            <p:nvPr/>
          </p:nvSpPr>
          <p:spPr>
            <a:xfrm>
              <a:off x="1057325" y="2449300"/>
              <a:ext cx="267950" cy="99525"/>
            </a:xfrm>
            <a:custGeom>
              <a:avLst/>
              <a:gdLst/>
              <a:ahLst/>
              <a:cxnLst/>
              <a:rect l="l" t="t" r="r" b="b"/>
              <a:pathLst>
                <a:path w="10718" h="3981" extrusionOk="0">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3" name="Google Shape;9363;p88"/>
            <p:cNvSpPr/>
            <p:nvPr/>
          </p:nvSpPr>
          <p:spPr>
            <a:xfrm>
              <a:off x="1096625" y="2411275"/>
              <a:ext cx="68500" cy="22050"/>
            </a:xfrm>
            <a:custGeom>
              <a:avLst/>
              <a:gdLst/>
              <a:ahLst/>
              <a:cxnLst/>
              <a:rect l="l" t="t" r="r" b="b"/>
              <a:pathLst>
                <a:path w="2740" h="882" extrusionOk="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4" name="Google Shape;9364;p88"/>
            <p:cNvSpPr/>
            <p:nvPr/>
          </p:nvSpPr>
          <p:spPr>
            <a:xfrm>
              <a:off x="1110325" y="2364825"/>
              <a:ext cx="41700" cy="41700"/>
            </a:xfrm>
            <a:custGeom>
              <a:avLst/>
              <a:gdLst/>
              <a:ahLst/>
              <a:cxnLst/>
              <a:rect l="l" t="t" r="r" b="b"/>
              <a:pathLst>
                <a:path w="1668" h="1668" extrusionOk="0">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5" name="Google Shape;9365;p88"/>
            <p:cNvSpPr/>
            <p:nvPr/>
          </p:nvSpPr>
          <p:spPr>
            <a:xfrm>
              <a:off x="1215700" y="2411275"/>
              <a:ext cx="69075" cy="22050"/>
            </a:xfrm>
            <a:custGeom>
              <a:avLst/>
              <a:gdLst/>
              <a:ahLst/>
              <a:cxnLst/>
              <a:rect l="l" t="t" r="r" b="b"/>
              <a:pathLst>
                <a:path w="2763" h="882" extrusionOk="0">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6" name="Google Shape;9366;p88"/>
            <p:cNvSpPr/>
            <p:nvPr/>
          </p:nvSpPr>
          <p:spPr>
            <a:xfrm>
              <a:off x="1229400" y="2364825"/>
              <a:ext cx="41700" cy="41700"/>
            </a:xfrm>
            <a:custGeom>
              <a:avLst/>
              <a:gdLst/>
              <a:ahLst/>
              <a:cxnLst/>
              <a:rect l="l" t="t" r="r" b="b"/>
              <a:pathLst>
                <a:path w="1668" h="1668" extrusionOk="0">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7" name="Google Shape;9367;p88"/>
            <p:cNvSpPr/>
            <p:nvPr/>
          </p:nvSpPr>
          <p:spPr>
            <a:xfrm>
              <a:off x="1216300" y="2564275"/>
              <a:ext cx="68475" cy="22050"/>
            </a:xfrm>
            <a:custGeom>
              <a:avLst/>
              <a:gdLst/>
              <a:ahLst/>
              <a:cxnLst/>
              <a:rect l="l" t="t" r="r" b="b"/>
              <a:pathLst>
                <a:path w="2739" h="882" extrusionOk="0">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8" name="Google Shape;9368;p88"/>
            <p:cNvSpPr/>
            <p:nvPr/>
          </p:nvSpPr>
          <p:spPr>
            <a:xfrm>
              <a:off x="1229400" y="2591075"/>
              <a:ext cx="41700" cy="41700"/>
            </a:xfrm>
            <a:custGeom>
              <a:avLst/>
              <a:gdLst/>
              <a:ahLst/>
              <a:cxnLst/>
              <a:rect l="l" t="t" r="r" b="b"/>
              <a:pathLst>
                <a:path w="1668" h="1668" extrusionOk="0">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69" name="Google Shape;9369;p88"/>
            <p:cNvSpPr/>
            <p:nvPr/>
          </p:nvSpPr>
          <p:spPr>
            <a:xfrm>
              <a:off x="1096625" y="2564275"/>
              <a:ext cx="69075" cy="22050"/>
            </a:xfrm>
            <a:custGeom>
              <a:avLst/>
              <a:gdLst/>
              <a:ahLst/>
              <a:cxnLst/>
              <a:rect l="l" t="t" r="r" b="b"/>
              <a:pathLst>
                <a:path w="2763" h="882" extrusionOk="0">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0" name="Google Shape;9370;p88"/>
            <p:cNvSpPr/>
            <p:nvPr/>
          </p:nvSpPr>
          <p:spPr>
            <a:xfrm>
              <a:off x="1110325" y="2591075"/>
              <a:ext cx="41700" cy="41700"/>
            </a:xfrm>
            <a:custGeom>
              <a:avLst/>
              <a:gdLst/>
              <a:ahLst/>
              <a:cxnLst/>
              <a:rect l="l" t="t" r="r" b="b"/>
              <a:pathLst>
                <a:path w="1668" h="1668" extrusionOk="0">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371" name="Google Shape;9371;p88"/>
          <p:cNvSpPr/>
          <p:nvPr/>
        </p:nvSpPr>
        <p:spPr>
          <a:xfrm>
            <a:off x="2359286" y="2358289"/>
            <a:ext cx="467233" cy="467320"/>
          </a:xfrm>
          <a:custGeom>
            <a:avLst/>
            <a:gdLst/>
            <a:ahLst/>
            <a:cxnLst/>
            <a:rect l="l" t="t" r="r" b="b"/>
            <a:pathLst>
              <a:path w="10741" h="10743" extrusionOk="0">
                <a:moveTo>
                  <a:pt x="10098" y="5266"/>
                </a:moveTo>
                <a:lnTo>
                  <a:pt x="10098" y="10100"/>
                </a:lnTo>
                <a:lnTo>
                  <a:pt x="7574" y="10100"/>
                </a:lnTo>
                <a:lnTo>
                  <a:pt x="7574" y="9457"/>
                </a:lnTo>
                <a:lnTo>
                  <a:pt x="9145" y="9457"/>
                </a:lnTo>
                <a:cubicBezTo>
                  <a:pt x="9336" y="9457"/>
                  <a:pt x="9479" y="9314"/>
                  <a:pt x="9479" y="9147"/>
                </a:cubicBezTo>
                <a:lnTo>
                  <a:pt x="9479" y="5266"/>
                </a:lnTo>
                <a:close/>
                <a:moveTo>
                  <a:pt x="5957" y="0"/>
                </a:moveTo>
                <a:cubicBezTo>
                  <a:pt x="5540" y="0"/>
                  <a:pt x="5540" y="624"/>
                  <a:pt x="5957" y="624"/>
                </a:cubicBezTo>
                <a:cubicBezTo>
                  <a:pt x="5972" y="624"/>
                  <a:pt x="5986" y="623"/>
                  <a:pt x="6002" y="622"/>
                </a:cubicBezTo>
                <a:lnTo>
                  <a:pt x="10098" y="622"/>
                </a:lnTo>
                <a:lnTo>
                  <a:pt x="10098" y="4623"/>
                </a:lnTo>
                <a:lnTo>
                  <a:pt x="9455" y="4623"/>
                </a:lnTo>
                <a:lnTo>
                  <a:pt x="9455" y="4099"/>
                </a:lnTo>
                <a:cubicBezTo>
                  <a:pt x="9443" y="3908"/>
                  <a:pt x="9300" y="3813"/>
                  <a:pt x="9154" y="3813"/>
                </a:cubicBezTo>
                <a:cubicBezTo>
                  <a:pt x="9008" y="3813"/>
                  <a:pt x="8860" y="3908"/>
                  <a:pt x="8836" y="4099"/>
                </a:cubicBezTo>
                <a:lnTo>
                  <a:pt x="8836" y="6504"/>
                </a:lnTo>
                <a:lnTo>
                  <a:pt x="8217" y="6504"/>
                </a:lnTo>
                <a:lnTo>
                  <a:pt x="8217" y="5980"/>
                </a:lnTo>
                <a:cubicBezTo>
                  <a:pt x="8240" y="5754"/>
                  <a:pt x="8068" y="5641"/>
                  <a:pt x="7895" y="5641"/>
                </a:cubicBezTo>
                <a:cubicBezTo>
                  <a:pt x="7722" y="5641"/>
                  <a:pt x="7550" y="5754"/>
                  <a:pt x="7574" y="5980"/>
                </a:cubicBezTo>
                <a:lnTo>
                  <a:pt x="7574" y="7576"/>
                </a:lnTo>
                <a:lnTo>
                  <a:pt x="7359" y="7576"/>
                </a:lnTo>
                <a:cubicBezTo>
                  <a:pt x="7312" y="6980"/>
                  <a:pt x="7002" y="6409"/>
                  <a:pt x="6526" y="6075"/>
                </a:cubicBezTo>
                <a:cubicBezTo>
                  <a:pt x="6204" y="6385"/>
                  <a:pt x="5788" y="6540"/>
                  <a:pt x="5371" y="6540"/>
                </a:cubicBezTo>
                <a:cubicBezTo>
                  <a:pt x="4954" y="6540"/>
                  <a:pt x="4537" y="6385"/>
                  <a:pt x="4216" y="6075"/>
                </a:cubicBezTo>
                <a:cubicBezTo>
                  <a:pt x="3716" y="6409"/>
                  <a:pt x="3406" y="6980"/>
                  <a:pt x="3382" y="7576"/>
                </a:cubicBezTo>
                <a:lnTo>
                  <a:pt x="3144" y="7576"/>
                </a:lnTo>
                <a:lnTo>
                  <a:pt x="3144" y="4932"/>
                </a:lnTo>
                <a:cubicBezTo>
                  <a:pt x="3144" y="4730"/>
                  <a:pt x="2989" y="4629"/>
                  <a:pt x="2835" y="4629"/>
                </a:cubicBezTo>
                <a:cubicBezTo>
                  <a:pt x="2680" y="4629"/>
                  <a:pt x="2525" y="4730"/>
                  <a:pt x="2525" y="4932"/>
                </a:cubicBezTo>
                <a:lnTo>
                  <a:pt x="2525" y="7885"/>
                </a:lnTo>
                <a:cubicBezTo>
                  <a:pt x="2501" y="8076"/>
                  <a:pt x="2644" y="8219"/>
                  <a:pt x="2835" y="8219"/>
                </a:cubicBezTo>
                <a:lnTo>
                  <a:pt x="7883" y="8219"/>
                </a:lnTo>
                <a:cubicBezTo>
                  <a:pt x="8074" y="8219"/>
                  <a:pt x="8217" y="8076"/>
                  <a:pt x="8193" y="7885"/>
                </a:cubicBezTo>
                <a:lnTo>
                  <a:pt x="8193" y="7147"/>
                </a:lnTo>
                <a:lnTo>
                  <a:pt x="8836" y="7147"/>
                </a:lnTo>
                <a:lnTo>
                  <a:pt x="8836" y="8838"/>
                </a:lnTo>
                <a:lnTo>
                  <a:pt x="4121" y="8838"/>
                </a:lnTo>
                <a:cubicBezTo>
                  <a:pt x="4105" y="8836"/>
                  <a:pt x="4090" y="8835"/>
                  <a:pt x="4076" y="8835"/>
                </a:cubicBezTo>
                <a:cubicBezTo>
                  <a:pt x="3652" y="8835"/>
                  <a:pt x="3659" y="9481"/>
                  <a:pt x="4097" y="9481"/>
                </a:cubicBezTo>
                <a:cubicBezTo>
                  <a:pt x="4105" y="9481"/>
                  <a:pt x="4113" y="9481"/>
                  <a:pt x="4121" y="9481"/>
                </a:cubicBezTo>
                <a:lnTo>
                  <a:pt x="6931" y="9481"/>
                </a:lnTo>
                <a:lnTo>
                  <a:pt x="6931" y="10100"/>
                </a:lnTo>
                <a:lnTo>
                  <a:pt x="644" y="10100"/>
                </a:lnTo>
                <a:lnTo>
                  <a:pt x="644" y="3170"/>
                </a:lnTo>
                <a:lnTo>
                  <a:pt x="1263" y="3170"/>
                </a:lnTo>
                <a:lnTo>
                  <a:pt x="1263" y="9147"/>
                </a:lnTo>
                <a:cubicBezTo>
                  <a:pt x="1263" y="9324"/>
                  <a:pt x="1385" y="9460"/>
                  <a:pt x="1536" y="9460"/>
                </a:cubicBezTo>
                <a:cubicBezTo>
                  <a:pt x="1548" y="9460"/>
                  <a:pt x="1560" y="9459"/>
                  <a:pt x="1572" y="9457"/>
                </a:cubicBezTo>
                <a:lnTo>
                  <a:pt x="2858" y="9457"/>
                </a:lnTo>
                <a:cubicBezTo>
                  <a:pt x="3239" y="9433"/>
                  <a:pt x="3239" y="8862"/>
                  <a:pt x="2858" y="8838"/>
                </a:cubicBezTo>
                <a:lnTo>
                  <a:pt x="1882" y="8838"/>
                </a:lnTo>
                <a:lnTo>
                  <a:pt x="1882" y="1884"/>
                </a:lnTo>
                <a:lnTo>
                  <a:pt x="5049" y="1884"/>
                </a:lnTo>
                <a:lnTo>
                  <a:pt x="5049" y="2527"/>
                </a:lnTo>
                <a:lnTo>
                  <a:pt x="2835" y="2527"/>
                </a:lnTo>
                <a:cubicBezTo>
                  <a:pt x="2821" y="2525"/>
                  <a:pt x="2807" y="2524"/>
                  <a:pt x="2793" y="2524"/>
                </a:cubicBezTo>
                <a:cubicBezTo>
                  <a:pt x="2624" y="2524"/>
                  <a:pt x="2503" y="2660"/>
                  <a:pt x="2525" y="2837"/>
                </a:cubicBezTo>
                <a:lnTo>
                  <a:pt x="2525" y="3694"/>
                </a:lnTo>
                <a:cubicBezTo>
                  <a:pt x="2525" y="3896"/>
                  <a:pt x="2680" y="3997"/>
                  <a:pt x="2835" y="3997"/>
                </a:cubicBezTo>
                <a:cubicBezTo>
                  <a:pt x="2989" y="3997"/>
                  <a:pt x="3144" y="3896"/>
                  <a:pt x="3144" y="3694"/>
                </a:cubicBezTo>
                <a:lnTo>
                  <a:pt x="3144" y="3146"/>
                </a:lnTo>
                <a:lnTo>
                  <a:pt x="7574" y="3146"/>
                </a:lnTo>
                <a:lnTo>
                  <a:pt x="7574" y="4742"/>
                </a:lnTo>
                <a:cubicBezTo>
                  <a:pt x="7550" y="4968"/>
                  <a:pt x="7722" y="5081"/>
                  <a:pt x="7895" y="5081"/>
                </a:cubicBezTo>
                <a:cubicBezTo>
                  <a:pt x="8068" y="5081"/>
                  <a:pt x="8240" y="4968"/>
                  <a:pt x="8217" y="4742"/>
                </a:cubicBezTo>
                <a:lnTo>
                  <a:pt x="8217" y="2837"/>
                </a:lnTo>
                <a:cubicBezTo>
                  <a:pt x="8217" y="2660"/>
                  <a:pt x="8094" y="2524"/>
                  <a:pt x="7943" y="2524"/>
                </a:cubicBezTo>
                <a:cubicBezTo>
                  <a:pt x="7931" y="2524"/>
                  <a:pt x="7919" y="2525"/>
                  <a:pt x="7907" y="2527"/>
                </a:cubicBezTo>
                <a:lnTo>
                  <a:pt x="5668" y="2527"/>
                </a:lnTo>
                <a:lnTo>
                  <a:pt x="5668" y="1884"/>
                </a:lnTo>
                <a:lnTo>
                  <a:pt x="8836" y="1884"/>
                </a:lnTo>
                <a:lnTo>
                  <a:pt x="8836" y="2860"/>
                </a:lnTo>
                <a:cubicBezTo>
                  <a:pt x="8812" y="3087"/>
                  <a:pt x="8979" y="3200"/>
                  <a:pt x="9148" y="3200"/>
                </a:cubicBezTo>
                <a:cubicBezTo>
                  <a:pt x="9318" y="3200"/>
                  <a:pt x="9491" y="3087"/>
                  <a:pt x="9479" y="2860"/>
                </a:cubicBezTo>
                <a:lnTo>
                  <a:pt x="9479" y="1574"/>
                </a:lnTo>
                <a:cubicBezTo>
                  <a:pt x="9479" y="1408"/>
                  <a:pt x="9336" y="1265"/>
                  <a:pt x="9145" y="1265"/>
                </a:cubicBezTo>
                <a:lnTo>
                  <a:pt x="1572" y="1265"/>
                </a:lnTo>
                <a:cubicBezTo>
                  <a:pt x="1560" y="1263"/>
                  <a:pt x="1548" y="1262"/>
                  <a:pt x="1536" y="1262"/>
                </a:cubicBezTo>
                <a:cubicBezTo>
                  <a:pt x="1385" y="1262"/>
                  <a:pt x="1263" y="1398"/>
                  <a:pt x="1263" y="1574"/>
                </a:cubicBezTo>
                <a:lnTo>
                  <a:pt x="1263" y="2527"/>
                </a:lnTo>
                <a:lnTo>
                  <a:pt x="644" y="2527"/>
                </a:lnTo>
                <a:lnTo>
                  <a:pt x="644" y="622"/>
                </a:lnTo>
                <a:lnTo>
                  <a:pt x="4740" y="622"/>
                </a:lnTo>
                <a:cubicBezTo>
                  <a:pt x="5121" y="598"/>
                  <a:pt x="5121" y="50"/>
                  <a:pt x="4740" y="3"/>
                </a:cubicBezTo>
                <a:lnTo>
                  <a:pt x="310" y="3"/>
                </a:lnTo>
                <a:cubicBezTo>
                  <a:pt x="143" y="3"/>
                  <a:pt x="1" y="146"/>
                  <a:pt x="1" y="312"/>
                </a:cubicBezTo>
                <a:lnTo>
                  <a:pt x="1" y="10433"/>
                </a:lnTo>
                <a:cubicBezTo>
                  <a:pt x="1" y="10600"/>
                  <a:pt x="143" y="10743"/>
                  <a:pt x="310" y="10743"/>
                </a:cubicBezTo>
                <a:lnTo>
                  <a:pt x="10408" y="10743"/>
                </a:lnTo>
                <a:cubicBezTo>
                  <a:pt x="10574" y="10743"/>
                  <a:pt x="10717" y="10600"/>
                  <a:pt x="10717" y="10433"/>
                </a:cubicBezTo>
                <a:lnTo>
                  <a:pt x="10717" y="336"/>
                </a:lnTo>
                <a:cubicBezTo>
                  <a:pt x="10741" y="146"/>
                  <a:pt x="10598" y="3"/>
                  <a:pt x="10408" y="3"/>
                </a:cubicBezTo>
                <a:lnTo>
                  <a:pt x="6002" y="3"/>
                </a:lnTo>
                <a:cubicBezTo>
                  <a:pt x="5986" y="1"/>
                  <a:pt x="5972" y="0"/>
                  <a:pt x="5957"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2" name="Google Shape;9372;p88"/>
          <p:cNvSpPr/>
          <p:nvPr/>
        </p:nvSpPr>
        <p:spPr>
          <a:xfrm>
            <a:off x="2546813" y="2524113"/>
            <a:ext cx="91176" cy="91220"/>
          </a:xfrm>
          <a:custGeom>
            <a:avLst/>
            <a:gdLst/>
            <a:ahLst/>
            <a:cxnLst/>
            <a:rect l="l" t="t" r="r" b="b"/>
            <a:pathLst>
              <a:path w="2096" h="2097" extrusionOk="0">
                <a:moveTo>
                  <a:pt x="1048" y="1"/>
                </a:moveTo>
                <a:cubicBezTo>
                  <a:pt x="476" y="1"/>
                  <a:pt x="0" y="477"/>
                  <a:pt x="0" y="1049"/>
                </a:cubicBezTo>
                <a:cubicBezTo>
                  <a:pt x="0" y="1620"/>
                  <a:pt x="476" y="2097"/>
                  <a:pt x="1048" y="2097"/>
                </a:cubicBezTo>
                <a:cubicBezTo>
                  <a:pt x="1643" y="2097"/>
                  <a:pt x="2096" y="1620"/>
                  <a:pt x="2096" y="1049"/>
                </a:cubicBezTo>
                <a:cubicBezTo>
                  <a:pt x="2096" y="477"/>
                  <a:pt x="1643" y="1"/>
                  <a:pt x="1048"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3" name="Google Shape;9373;p88"/>
          <p:cNvSpPr/>
          <p:nvPr/>
        </p:nvSpPr>
        <p:spPr>
          <a:xfrm>
            <a:off x="3360742" y="2358768"/>
            <a:ext cx="485156" cy="466189"/>
          </a:xfrm>
          <a:custGeom>
            <a:avLst/>
            <a:gdLst/>
            <a:ahLst/>
            <a:cxnLst/>
            <a:rect l="l" t="t" r="r" b="b"/>
            <a:pathLst>
              <a:path w="11153" h="10717" extrusionOk="0">
                <a:moveTo>
                  <a:pt x="2999" y="1"/>
                </a:moveTo>
                <a:cubicBezTo>
                  <a:pt x="2911" y="1"/>
                  <a:pt x="2818" y="13"/>
                  <a:pt x="2722" y="39"/>
                </a:cubicBezTo>
                <a:cubicBezTo>
                  <a:pt x="1698" y="301"/>
                  <a:pt x="1817" y="1802"/>
                  <a:pt x="2889" y="1873"/>
                </a:cubicBezTo>
                <a:lnTo>
                  <a:pt x="3079" y="2659"/>
                </a:lnTo>
                <a:cubicBezTo>
                  <a:pt x="2984" y="2730"/>
                  <a:pt x="2889" y="2826"/>
                  <a:pt x="2817" y="2945"/>
                </a:cubicBezTo>
                <a:lnTo>
                  <a:pt x="2031" y="2730"/>
                </a:lnTo>
                <a:cubicBezTo>
                  <a:pt x="1969" y="2177"/>
                  <a:pt x="1527" y="1882"/>
                  <a:pt x="1085" y="1882"/>
                </a:cubicBezTo>
                <a:cubicBezTo>
                  <a:pt x="691" y="1882"/>
                  <a:pt x="297" y="2117"/>
                  <a:pt x="174" y="2611"/>
                </a:cubicBezTo>
                <a:cubicBezTo>
                  <a:pt x="1" y="3288"/>
                  <a:pt x="545" y="3777"/>
                  <a:pt x="1099" y="3777"/>
                </a:cubicBezTo>
                <a:cubicBezTo>
                  <a:pt x="1384" y="3777"/>
                  <a:pt x="1671" y="3648"/>
                  <a:pt x="1865" y="3349"/>
                </a:cubicBezTo>
                <a:lnTo>
                  <a:pt x="2674" y="3540"/>
                </a:lnTo>
                <a:cubicBezTo>
                  <a:pt x="2698" y="4040"/>
                  <a:pt x="3103" y="4397"/>
                  <a:pt x="3603" y="4397"/>
                </a:cubicBezTo>
                <a:cubicBezTo>
                  <a:pt x="3746" y="4397"/>
                  <a:pt x="3889" y="4373"/>
                  <a:pt x="4008" y="4302"/>
                </a:cubicBezTo>
                <a:lnTo>
                  <a:pt x="4508" y="4802"/>
                </a:lnTo>
                <a:cubicBezTo>
                  <a:pt x="4413" y="4969"/>
                  <a:pt x="4365" y="5159"/>
                  <a:pt x="4365" y="5350"/>
                </a:cubicBezTo>
                <a:lnTo>
                  <a:pt x="2031" y="5945"/>
                </a:lnTo>
                <a:cubicBezTo>
                  <a:pt x="1827" y="5655"/>
                  <a:pt x="1543" y="5530"/>
                  <a:pt x="1263" y="5530"/>
                </a:cubicBezTo>
                <a:cubicBezTo>
                  <a:pt x="696" y="5530"/>
                  <a:pt x="149" y="6045"/>
                  <a:pt x="341" y="6731"/>
                </a:cubicBezTo>
                <a:cubicBezTo>
                  <a:pt x="471" y="7199"/>
                  <a:pt x="856" y="7419"/>
                  <a:pt x="1242" y="7419"/>
                </a:cubicBezTo>
                <a:cubicBezTo>
                  <a:pt x="1700" y="7419"/>
                  <a:pt x="2159" y="7109"/>
                  <a:pt x="2198" y="6541"/>
                </a:cubicBezTo>
                <a:lnTo>
                  <a:pt x="4437" y="5945"/>
                </a:lnTo>
                <a:lnTo>
                  <a:pt x="2198" y="8184"/>
                </a:lnTo>
                <a:cubicBezTo>
                  <a:pt x="2079" y="8136"/>
                  <a:pt x="1936" y="8089"/>
                  <a:pt x="1793" y="8089"/>
                </a:cubicBezTo>
                <a:cubicBezTo>
                  <a:pt x="960" y="8089"/>
                  <a:pt x="531" y="9113"/>
                  <a:pt x="1126" y="9708"/>
                </a:cubicBezTo>
                <a:cubicBezTo>
                  <a:pt x="1318" y="9900"/>
                  <a:pt x="1554" y="9985"/>
                  <a:pt x="1787" y="9985"/>
                </a:cubicBezTo>
                <a:cubicBezTo>
                  <a:pt x="2275" y="9985"/>
                  <a:pt x="2746" y="9606"/>
                  <a:pt x="2746" y="9041"/>
                </a:cubicBezTo>
                <a:cubicBezTo>
                  <a:pt x="2746" y="8898"/>
                  <a:pt x="2698" y="8755"/>
                  <a:pt x="2651" y="8636"/>
                </a:cubicBezTo>
                <a:lnTo>
                  <a:pt x="4889" y="6398"/>
                </a:lnTo>
                <a:lnTo>
                  <a:pt x="4889" y="6398"/>
                </a:lnTo>
                <a:lnTo>
                  <a:pt x="4294" y="8636"/>
                </a:lnTo>
                <a:cubicBezTo>
                  <a:pt x="3222" y="8708"/>
                  <a:pt x="3079" y="10208"/>
                  <a:pt x="4103" y="10494"/>
                </a:cubicBezTo>
                <a:cubicBezTo>
                  <a:pt x="4199" y="10520"/>
                  <a:pt x="4291" y="10533"/>
                  <a:pt x="4379" y="10533"/>
                </a:cubicBezTo>
                <a:cubicBezTo>
                  <a:pt x="5234" y="10533"/>
                  <a:pt x="5688" y="9364"/>
                  <a:pt x="4889" y="8803"/>
                </a:cubicBezTo>
                <a:lnTo>
                  <a:pt x="5508" y="6493"/>
                </a:lnTo>
                <a:cubicBezTo>
                  <a:pt x="5699" y="6493"/>
                  <a:pt x="5889" y="6445"/>
                  <a:pt x="6056" y="6350"/>
                </a:cubicBezTo>
                <a:lnTo>
                  <a:pt x="6556" y="6850"/>
                </a:lnTo>
                <a:cubicBezTo>
                  <a:pt x="6270" y="7422"/>
                  <a:pt x="6651" y="8112"/>
                  <a:pt x="7318" y="8184"/>
                </a:cubicBezTo>
                <a:lnTo>
                  <a:pt x="7509" y="8970"/>
                </a:lnTo>
                <a:cubicBezTo>
                  <a:pt x="6703" y="9514"/>
                  <a:pt x="7132" y="10717"/>
                  <a:pt x="8014" y="10717"/>
                </a:cubicBezTo>
                <a:cubicBezTo>
                  <a:pt x="8096" y="10717"/>
                  <a:pt x="8182" y="10707"/>
                  <a:pt x="8271" y="10684"/>
                </a:cubicBezTo>
                <a:cubicBezTo>
                  <a:pt x="9295" y="10422"/>
                  <a:pt x="9176" y="8898"/>
                  <a:pt x="8104" y="8827"/>
                </a:cubicBezTo>
                <a:lnTo>
                  <a:pt x="7914" y="8041"/>
                </a:lnTo>
                <a:cubicBezTo>
                  <a:pt x="8033" y="7969"/>
                  <a:pt x="8104" y="7874"/>
                  <a:pt x="8176" y="7755"/>
                </a:cubicBezTo>
                <a:lnTo>
                  <a:pt x="8961" y="7969"/>
                </a:lnTo>
                <a:cubicBezTo>
                  <a:pt x="9023" y="8495"/>
                  <a:pt x="9467" y="8820"/>
                  <a:pt x="9921" y="8820"/>
                </a:cubicBezTo>
                <a:cubicBezTo>
                  <a:pt x="10165" y="8820"/>
                  <a:pt x="10413" y="8726"/>
                  <a:pt x="10605" y="8517"/>
                </a:cubicBezTo>
                <a:cubicBezTo>
                  <a:pt x="11152" y="7898"/>
                  <a:pt x="10724" y="6922"/>
                  <a:pt x="9914" y="6922"/>
                </a:cubicBezTo>
                <a:lnTo>
                  <a:pt x="9914" y="6945"/>
                </a:lnTo>
                <a:cubicBezTo>
                  <a:pt x="9604" y="6945"/>
                  <a:pt x="9295" y="7088"/>
                  <a:pt x="9128" y="7374"/>
                </a:cubicBezTo>
                <a:lnTo>
                  <a:pt x="8342" y="7160"/>
                </a:lnTo>
                <a:cubicBezTo>
                  <a:pt x="8295" y="6683"/>
                  <a:pt x="7890" y="6302"/>
                  <a:pt x="7390" y="6302"/>
                </a:cubicBezTo>
                <a:cubicBezTo>
                  <a:pt x="7247" y="6302"/>
                  <a:pt x="7128" y="6350"/>
                  <a:pt x="6985" y="6398"/>
                </a:cubicBezTo>
                <a:lnTo>
                  <a:pt x="6509" y="5921"/>
                </a:lnTo>
                <a:cubicBezTo>
                  <a:pt x="6604" y="5755"/>
                  <a:pt x="6651" y="5564"/>
                  <a:pt x="6651" y="5374"/>
                </a:cubicBezTo>
                <a:lnTo>
                  <a:pt x="8961" y="4754"/>
                </a:lnTo>
                <a:cubicBezTo>
                  <a:pt x="9158" y="5037"/>
                  <a:pt x="9440" y="5159"/>
                  <a:pt x="9719" y="5159"/>
                </a:cubicBezTo>
                <a:cubicBezTo>
                  <a:pt x="10287" y="5159"/>
                  <a:pt x="10844" y="4655"/>
                  <a:pt x="10652" y="3969"/>
                </a:cubicBezTo>
                <a:cubicBezTo>
                  <a:pt x="10521" y="3497"/>
                  <a:pt x="10132" y="3273"/>
                  <a:pt x="9743" y="3273"/>
                </a:cubicBezTo>
                <a:cubicBezTo>
                  <a:pt x="9288" y="3273"/>
                  <a:pt x="8833" y="3581"/>
                  <a:pt x="8795" y="4159"/>
                </a:cubicBezTo>
                <a:lnTo>
                  <a:pt x="6556" y="4754"/>
                </a:lnTo>
                <a:lnTo>
                  <a:pt x="8795" y="2516"/>
                </a:lnTo>
                <a:cubicBezTo>
                  <a:pt x="8914" y="2564"/>
                  <a:pt x="9057" y="2587"/>
                  <a:pt x="9200" y="2587"/>
                </a:cubicBezTo>
                <a:cubicBezTo>
                  <a:pt x="10033" y="2587"/>
                  <a:pt x="10462" y="1587"/>
                  <a:pt x="9866" y="992"/>
                </a:cubicBezTo>
                <a:cubicBezTo>
                  <a:pt x="9675" y="800"/>
                  <a:pt x="9438" y="715"/>
                  <a:pt x="9206" y="715"/>
                </a:cubicBezTo>
                <a:cubicBezTo>
                  <a:pt x="8718" y="715"/>
                  <a:pt x="8247" y="1094"/>
                  <a:pt x="8247" y="1659"/>
                </a:cubicBezTo>
                <a:cubicBezTo>
                  <a:pt x="8247" y="1802"/>
                  <a:pt x="8295" y="1921"/>
                  <a:pt x="8342" y="2063"/>
                </a:cubicBezTo>
                <a:lnTo>
                  <a:pt x="6104" y="4302"/>
                </a:lnTo>
                <a:lnTo>
                  <a:pt x="6699" y="2040"/>
                </a:lnTo>
                <a:cubicBezTo>
                  <a:pt x="7771" y="1968"/>
                  <a:pt x="7914" y="468"/>
                  <a:pt x="6890" y="182"/>
                </a:cubicBezTo>
                <a:cubicBezTo>
                  <a:pt x="6795" y="156"/>
                  <a:pt x="6705" y="144"/>
                  <a:pt x="6618" y="144"/>
                </a:cubicBezTo>
                <a:cubicBezTo>
                  <a:pt x="5760" y="144"/>
                  <a:pt x="5304" y="1332"/>
                  <a:pt x="6104" y="1873"/>
                </a:cubicBezTo>
                <a:lnTo>
                  <a:pt x="5485" y="4207"/>
                </a:lnTo>
                <a:cubicBezTo>
                  <a:pt x="5294" y="4207"/>
                  <a:pt x="5104" y="4254"/>
                  <a:pt x="4937" y="4350"/>
                </a:cubicBezTo>
                <a:lnTo>
                  <a:pt x="4437" y="3873"/>
                </a:lnTo>
                <a:cubicBezTo>
                  <a:pt x="4508" y="3730"/>
                  <a:pt x="4532" y="3588"/>
                  <a:pt x="4532" y="3469"/>
                </a:cubicBezTo>
                <a:cubicBezTo>
                  <a:pt x="4532" y="2968"/>
                  <a:pt x="4151" y="2564"/>
                  <a:pt x="3675" y="2516"/>
                </a:cubicBezTo>
                <a:lnTo>
                  <a:pt x="3484" y="1730"/>
                </a:lnTo>
                <a:cubicBezTo>
                  <a:pt x="4284" y="1189"/>
                  <a:pt x="3867" y="1"/>
                  <a:pt x="2999"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374" name="Google Shape;9374;p88"/>
          <p:cNvGrpSpPr/>
          <p:nvPr/>
        </p:nvGrpSpPr>
        <p:grpSpPr>
          <a:xfrm>
            <a:off x="4408352" y="2359420"/>
            <a:ext cx="397851" cy="466189"/>
            <a:chOff x="2813050" y="2365425"/>
            <a:chExt cx="228650" cy="267925"/>
          </a:xfrm>
          <a:solidFill>
            <a:schemeClr val="bg1"/>
          </a:solidFill>
        </p:grpSpPr>
        <p:sp>
          <p:nvSpPr>
            <p:cNvPr id="9375" name="Google Shape;9375;p88"/>
            <p:cNvSpPr/>
            <p:nvPr/>
          </p:nvSpPr>
          <p:spPr>
            <a:xfrm>
              <a:off x="2919625" y="2365425"/>
              <a:ext cx="15500" cy="30975"/>
            </a:xfrm>
            <a:custGeom>
              <a:avLst/>
              <a:gdLst/>
              <a:ahLst/>
              <a:cxnLst/>
              <a:rect l="l" t="t" r="r" b="b"/>
              <a:pathLst>
                <a:path w="620" h="1239" extrusionOk="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6" name="Google Shape;9376;p88"/>
            <p:cNvSpPr/>
            <p:nvPr/>
          </p:nvSpPr>
          <p:spPr>
            <a:xfrm>
              <a:off x="3008325" y="2469025"/>
              <a:ext cx="33375" cy="16100"/>
            </a:xfrm>
            <a:custGeom>
              <a:avLst/>
              <a:gdLst/>
              <a:ahLst/>
              <a:cxnLst/>
              <a:rect l="l" t="t" r="r" b="b"/>
              <a:pathLst>
                <a:path w="1335" h="644" extrusionOk="0">
                  <a:moveTo>
                    <a:pt x="310" y="0"/>
                  </a:moveTo>
                  <a:cubicBezTo>
                    <a:pt x="144" y="0"/>
                    <a:pt x="1" y="143"/>
                    <a:pt x="1" y="334"/>
                  </a:cubicBezTo>
                  <a:cubicBezTo>
                    <a:pt x="25" y="500"/>
                    <a:pt x="144" y="643"/>
                    <a:pt x="310" y="643"/>
                  </a:cubicBezTo>
                  <a:lnTo>
                    <a:pt x="953" y="643"/>
                  </a:lnTo>
                  <a:cubicBezTo>
                    <a:pt x="1334" y="595"/>
                    <a:pt x="1334" y="48"/>
                    <a:pt x="9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7" name="Google Shape;9377;p88"/>
            <p:cNvSpPr/>
            <p:nvPr/>
          </p:nvSpPr>
          <p:spPr>
            <a:xfrm>
              <a:off x="2813050" y="2469550"/>
              <a:ext cx="36575" cy="15625"/>
            </a:xfrm>
            <a:custGeom>
              <a:avLst/>
              <a:gdLst/>
              <a:ahLst/>
              <a:cxnLst/>
              <a:rect l="l" t="t" r="r" b="b"/>
              <a:pathLst>
                <a:path w="1463" h="625" extrusionOk="0">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8" name="Google Shape;9378;p88"/>
            <p:cNvSpPr/>
            <p:nvPr/>
          </p:nvSpPr>
          <p:spPr>
            <a:xfrm>
              <a:off x="2992450" y="2417175"/>
              <a:ext cx="37100" cy="23900"/>
            </a:xfrm>
            <a:custGeom>
              <a:avLst/>
              <a:gdLst/>
              <a:ahLst/>
              <a:cxnLst/>
              <a:rect l="l" t="t" r="r" b="b"/>
              <a:pathLst>
                <a:path w="1484" h="956" extrusionOk="0">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79" name="Google Shape;9379;p88"/>
            <p:cNvSpPr/>
            <p:nvPr/>
          </p:nvSpPr>
          <p:spPr>
            <a:xfrm>
              <a:off x="2963075" y="2379100"/>
              <a:ext cx="26150" cy="29100"/>
            </a:xfrm>
            <a:custGeom>
              <a:avLst/>
              <a:gdLst/>
              <a:ahLst/>
              <a:cxnLst/>
              <a:rect l="l" t="t" r="r" b="b"/>
              <a:pathLst>
                <a:path w="1046" h="1164" extrusionOk="0">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0" name="Google Shape;9380;p88"/>
            <p:cNvSpPr/>
            <p:nvPr/>
          </p:nvSpPr>
          <p:spPr>
            <a:xfrm>
              <a:off x="2865100" y="2379100"/>
              <a:ext cx="26575" cy="29225"/>
            </a:xfrm>
            <a:custGeom>
              <a:avLst/>
              <a:gdLst/>
              <a:ahLst/>
              <a:cxnLst/>
              <a:rect l="l" t="t" r="r" b="b"/>
              <a:pathLst>
                <a:path w="1063" h="1169" extrusionOk="0">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1" name="Google Shape;9381;p88"/>
            <p:cNvSpPr/>
            <p:nvPr/>
          </p:nvSpPr>
          <p:spPr>
            <a:xfrm>
              <a:off x="2824350" y="2416775"/>
              <a:ext cx="35175" cy="24275"/>
            </a:xfrm>
            <a:custGeom>
              <a:avLst/>
              <a:gdLst/>
              <a:ahLst/>
              <a:cxnLst/>
              <a:rect l="l" t="t" r="r" b="b"/>
              <a:pathLst>
                <a:path w="1407" h="971" extrusionOk="0">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2" name="Google Shape;9382;p88"/>
            <p:cNvSpPr/>
            <p:nvPr/>
          </p:nvSpPr>
          <p:spPr>
            <a:xfrm>
              <a:off x="2914850" y="2552950"/>
              <a:ext cx="25050" cy="16100"/>
            </a:xfrm>
            <a:custGeom>
              <a:avLst/>
              <a:gdLst/>
              <a:ahLst/>
              <a:cxnLst/>
              <a:rect l="l" t="t" r="r" b="b"/>
              <a:pathLst>
                <a:path w="1002" h="644" extrusionOk="0">
                  <a:moveTo>
                    <a:pt x="1" y="1"/>
                  </a:moveTo>
                  <a:lnTo>
                    <a:pt x="215" y="644"/>
                  </a:lnTo>
                  <a:lnTo>
                    <a:pt x="811" y="644"/>
                  </a:lnTo>
                  <a:lnTo>
                    <a:pt x="10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3" name="Google Shape;9383;p88"/>
            <p:cNvSpPr/>
            <p:nvPr/>
          </p:nvSpPr>
          <p:spPr>
            <a:xfrm>
              <a:off x="2910100" y="2584525"/>
              <a:ext cx="33950" cy="48250"/>
            </a:xfrm>
            <a:custGeom>
              <a:avLst/>
              <a:gdLst/>
              <a:ahLst/>
              <a:cxnLst/>
              <a:rect l="l" t="t" r="r" b="b"/>
              <a:pathLst>
                <a:path w="1358" h="1930" extrusionOk="0">
                  <a:moveTo>
                    <a:pt x="429" y="0"/>
                  </a:moveTo>
                  <a:lnTo>
                    <a:pt x="0" y="1929"/>
                  </a:lnTo>
                  <a:lnTo>
                    <a:pt x="1358" y="1929"/>
                  </a:lnTo>
                  <a:lnTo>
                    <a:pt x="95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4" name="Google Shape;9384;p88"/>
            <p:cNvSpPr/>
            <p:nvPr/>
          </p:nvSpPr>
          <p:spPr>
            <a:xfrm>
              <a:off x="2814850" y="2552950"/>
              <a:ext cx="91100" cy="79825"/>
            </a:xfrm>
            <a:custGeom>
              <a:avLst/>
              <a:gdLst/>
              <a:ahLst/>
              <a:cxnLst/>
              <a:rect l="l" t="t" r="r" b="b"/>
              <a:pathLst>
                <a:path w="3644" h="3193" extrusionOk="0">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5" name="Google Shape;9385;p88"/>
            <p:cNvSpPr/>
            <p:nvPr/>
          </p:nvSpPr>
          <p:spPr>
            <a:xfrm>
              <a:off x="2948800" y="2553550"/>
              <a:ext cx="91100" cy="79800"/>
            </a:xfrm>
            <a:custGeom>
              <a:avLst/>
              <a:gdLst/>
              <a:ahLst/>
              <a:cxnLst/>
              <a:rect l="l" t="t" r="r" b="b"/>
              <a:pathLst>
                <a:path w="3644" h="3192" extrusionOk="0">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6" name="Google Shape;9386;p88"/>
            <p:cNvSpPr/>
            <p:nvPr/>
          </p:nvSpPr>
          <p:spPr>
            <a:xfrm>
              <a:off x="2841025" y="2411850"/>
              <a:ext cx="172700" cy="125650"/>
            </a:xfrm>
            <a:custGeom>
              <a:avLst/>
              <a:gdLst/>
              <a:ahLst/>
              <a:cxnLst/>
              <a:rect l="l" t="t" r="r" b="b"/>
              <a:pathLst>
                <a:path w="6908" h="5026" extrusionOk="0">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87" name="Google Shape;9387;p88"/>
          <p:cNvGrpSpPr/>
          <p:nvPr/>
        </p:nvGrpSpPr>
        <p:grpSpPr>
          <a:xfrm>
            <a:off x="5381099" y="2358028"/>
            <a:ext cx="466189" cy="466581"/>
            <a:chOff x="3372100" y="2364625"/>
            <a:chExt cx="267925" cy="268150"/>
          </a:xfrm>
          <a:solidFill>
            <a:schemeClr val="bg1"/>
          </a:solidFill>
        </p:grpSpPr>
        <p:sp>
          <p:nvSpPr>
            <p:cNvPr id="9388" name="Google Shape;9388;p88"/>
            <p:cNvSpPr/>
            <p:nvPr/>
          </p:nvSpPr>
          <p:spPr>
            <a:xfrm>
              <a:off x="3419725" y="2554150"/>
              <a:ext cx="67900" cy="31575"/>
            </a:xfrm>
            <a:custGeom>
              <a:avLst/>
              <a:gdLst/>
              <a:ahLst/>
              <a:cxnLst/>
              <a:rect l="l" t="t" r="r" b="b"/>
              <a:pathLst>
                <a:path w="2716" h="1263" extrusionOk="0">
                  <a:moveTo>
                    <a:pt x="1358" y="1"/>
                  </a:moveTo>
                  <a:cubicBezTo>
                    <a:pt x="644" y="1"/>
                    <a:pt x="48" y="548"/>
                    <a:pt x="1" y="1263"/>
                  </a:cubicBezTo>
                  <a:lnTo>
                    <a:pt x="2715" y="1263"/>
                  </a:lnTo>
                  <a:cubicBezTo>
                    <a:pt x="2668" y="548"/>
                    <a:pt x="2072" y="1"/>
                    <a:pt x="1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89" name="Google Shape;9389;p88"/>
            <p:cNvSpPr/>
            <p:nvPr/>
          </p:nvSpPr>
          <p:spPr>
            <a:xfrm>
              <a:off x="3438175" y="2507125"/>
              <a:ext cx="31000" cy="31575"/>
            </a:xfrm>
            <a:custGeom>
              <a:avLst/>
              <a:gdLst/>
              <a:ahLst/>
              <a:cxnLst/>
              <a:rect l="l" t="t" r="r" b="b"/>
              <a:pathLst>
                <a:path w="1240" h="1263" extrusionOk="0">
                  <a:moveTo>
                    <a:pt x="620" y="0"/>
                  </a:moveTo>
                  <a:cubicBezTo>
                    <a:pt x="263" y="0"/>
                    <a:pt x="1" y="286"/>
                    <a:pt x="1" y="619"/>
                  </a:cubicBezTo>
                  <a:cubicBezTo>
                    <a:pt x="1" y="977"/>
                    <a:pt x="263" y="1262"/>
                    <a:pt x="620" y="1262"/>
                  </a:cubicBezTo>
                  <a:cubicBezTo>
                    <a:pt x="977" y="1262"/>
                    <a:pt x="1239" y="977"/>
                    <a:pt x="1239" y="619"/>
                  </a:cubicBezTo>
                  <a:cubicBezTo>
                    <a:pt x="1239" y="286"/>
                    <a:pt x="977" y="0"/>
                    <a:pt x="6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0" name="Google Shape;9390;p88"/>
            <p:cNvSpPr/>
            <p:nvPr/>
          </p:nvSpPr>
          <p:spPr>
            <a:xfrm>
              <a:off x="3372100" y="2460075"/>
              <a:ext cx="267925" cy="172700"/>
            </a:xfrm>
            <a:custGeom>
              <a:avLst/>
              <a:gdLst/>
              <a:ahLst/>
              <a:cxnLst/>
              <a:rect l="l" t="t" r="r" b="b"/>
              <a:pathLst>
                <a:path w="10717" h="6908" extrusionOk="0">
                  <a:moveTo>
                    <a:pt x="9121" y="2501"/>
                  </a:moveTo>
                  <a:cubicBezTo>
                    <a:pt x="9502" y="2549"/>
                    <a:pt x="9502" y="3097"/>
                    <a:pt x="9121" y="3144"/>
                  </a:cubicBezTo>
                  <a:lnTo>
                    <a:pt x="6192" y="3144"/>
                  </a:lnTo>
                  <a:cubicBezTo>
                    <a:pt x="5811" y="3097"/>
                    <a:pt x="5811" y="2549"/>
                    <a:pt x="6192" y="2501"/>
                  </a:cubicBezTo>
                  <a:close/>
                  <a:moveTo>
                    <a:pt x="9121" y="3764"/>
                  </a:moveTo>
                  <a:cubicBezTo>
                    <a:pt x="9502" y="3811"/>
                    <a:pt x="9502" y="4359"/>
                    <a:pt x="9121" y="4407"/>
                  </a:cubicBezTo>
                  <a:lnTo>
                    <a:pt x="6192" y="4407"/>
                  </a:lnTo>
                  <a:cubicBezTo>
                    <a:pt x="5811" y="4359"/>
                    <a:pt x="5811" y="3811"/>
                    <a:pt x="6192" y="3764"/>
                  </a:cubicBezTo>
                  <a:close/>
                  <a:moveTo>
                    <a:pt x="3263" y="1263"/>
                  </a:moveTo>
                  <a:cubicBezTo>
                    <a:pt x="4359" y="1263"/>
                    <a:pt x="4930" y="2573"/>
                    <a:pt x="4192" y="3359"/>
                  </a:cubicBezTo>
                  <a:cubicBezTo>
                    <a:pt x="4835" y="3716"/>
                    <a:pt x="5263" y="4383"/>
                    <a:pt x="5263" y="5121"/>
                  </a:cubicBezTo>
                  <a:lnTo>
                    <a:pt x="5263" y="5335"/>
                  </a:lnTo>
                  <a:cubicBezTo>
                    <a:pt x="5263" y="5502"/>
                    <a:pt x="5121" y="5645"/>
                    <a:pt x="4930" y="5645"/>
                  </a:cubicBezTo>
                  <a:lnTo>
                    <a:pt x="1596" y="5645"/>
                  </a:lnTo>
                  <a:cubicBezTo>
                    <a:pt x="1582" y="5647"/>
                    <a:pt x="1568" y="5648"/>
                    <a:pt x="1555" y="5648"/>
                  </a:cubicBezTo>
                  <a:cubicBezTo>
                    <a:pt x="1385" y="5648"/>
                    <a:pt x="1264" y="5512"/>
                    <a:pt x="1286" y="5335"/>
                  </a:cubicBezTo>
                  <a:lnTo>
                    <a:pt x="1286" y="5121"/>
                  </a:lnTo>
                  <a:cubicBezTo>
                    <a:pt x="1286" y="4383"/>
                    <a:pt x="1691" y="3716"/>
                    <a:pt x="2358" y="3359"/>
                  </a:cubicBezTo>
                  <a:cubicBezTo>
                    <a:pt x="1596" y="2573"/>
                    <a:pt x="2168" y="1263"/>
                    <a:pt x="3263" y="1263"/>
                  </a:cubicBezTo>
                  <a:close/>
                  <a:moveTo>
                    <a:pt x="1167" y="1"/>
                  </a:moveTo>
                  <a:cubicBezTo>
                    <a:pt x="524" y="1"/>
                    <a:pt x="0" y="525"/>
                    <a:pt x="0" y="1144"/>
                  </a:cubicBezTo>
                  <a:lnTo>
                    <a:pt x="0" y="5764"/>
                  </a:lnTo>
                  <a:cubicBezTo>
                    <a:pt x="0" y="6383"/>
                    <a:pt x="524" y="6907"/>
                    <a:pt x="1167" y="6907"/>
                  </a:cubicBezTo>
                  <a:lnTo>
                    <a:pt x="9574" y="6907"/>
                  </a:lnTo>
                  <a:cubicBezTo>
                    <a:pt x="10193" y="6907"/>
                    <a:pt x="10717" y="6383"/>
                    <a:pt x="10717" y="5764"/>
                  </a:cubicBezTo>
                  <a:lnTo>
                    <a:pt x="10717" y="1144"/>
                  </a:lnTo>
                  <a:cubicBezTo>
                    <a:pt x="10717" y="501"/>
                    <a:pt x="10193" y="1"/>
                    <a:pt x="9574" y="1"/>
                  </a:cubicBezTo>
                  <a:lnTo>
                    <a:pt x="6621" y="1"/>
                  </a:lnTo>
                  <a:lnTo>
                    <a:pt x="6621" y="834"/>
                  </a:lnTo>
                  <a:cubicBezTo>
                    <a:pt x="6621" y="1358"/>
                    <a:pt x="6192" y="1787"/>
                    <a:pt x="5668" y="1787"/>
                  </a:cubicBezTo>
                  <a:lnTo>
                    <a:pt x="5049" y="1787"/>
                  </a:lnTo>
                  <a:cubicBezTo>
                    <a:pt x="4525" y="1787"/>
                    <a:pt x="4097" y="1358"/>
                    <a:pt x="4097" y="834"/>
                  </a:cubicBezTo>
                  <a:lnTo>
                    <a:pt x="409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1" name="Google Shape;9391;p88"/>
            <p:cNvSpPr/>
            <p:nvPr/>
          </p:nvSpPr>
          <p:spPr>
            <a:xfrm>
              <a:off x="3420375" y="2364625"/>
              <a:ext cx="170950" cy="124075"/>
            </a:xfrm>
            <a:custGeom>
              <a:avLst/>
              <a:gdLst/>
              <a:ahLst/>
              <a:cxnLst/>
              <a:rect l="l" t="t" r="r" b="b"/>
              <a:pathLst>
                <a:path w="6838" h="4963" extrusionOk="0">
                  <a:moveTo>
                    <a:pt x="447" y="0"/>
                  </a:moveTo>
                  <a:cubicBezTo>
                    <a:pt x="208" y="0"/>
                    <a:pt x="0" y="320"/>
                    <a:pt x="237" y="556"/>
                  </a:cubicBezTo>
                  <a:lnTo>
                    <a:pt x="2809" y="3104"/>
                  </a:lnTo>
                  <a:lnTo>
                    <a:pt x="2809" y="4652"/>
                  </a:lnTo>
                  <a:cubicBezTo>
                    <a:pt x="2809" y="4819"/>
                    <a:pt x="2951" y="4962"/>
                    <a:pt x="3118" y="4962"/>
                  </a:cubicBezTo>
                  <a:lnTo>
                    <a:pt x="3737" y="4962"/>
                  </a:lnTo>
                  <a:cubicBezTo>
                    <a:pt x="3904" y="4962"/>
                    <a:pt x="4047" y="4819"/>
                    <a:pt x="4047" y="4652"/>
                  </a:cubicBezTo>
                  <a:lnTo>
                    <a:pt x="4047" y="3104"/>
                  </a:lnTo>
                  <a:lnTo>
                    <a:pt x="6619" y="556"/>
                  </a:lnTo>
                  <a:cubicBezTo>
                    <a:pt x="6837" y="320"/>
                    <a:pt x="6639" y="0"/>
                    <a:pt x="6395" y="0"/>
                  </a:cubicBezTo>
                  <a:cubicBezTo>
                    <a:pt x="6319" y="0"/>
                    <a:pt x="6240" y="31"/>
                    <a:pt x="6166" y="104"/>
                  </a:cubicBezTo>
                  <a:lnTo>
                    <a:pt x="3713" y="2557"/>
                  </a:lnTo>
                  <a:lnTo>
                    <a:pt x="3142" y="2557"/>
                  </a:lnTo>
                  <a:lnTo>
                    <a:pt x="665" y="104"/>
                  </a:lnTo>
                  <a:cubicBezTo>
                    <a:pt x="598" y="31"/>
                    <a:pt x="521" y="0"/>
                    <a:pt x="44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92" name="Google Shape;9392;p88"/>
          <p:cNvGrpSpPr/>
          <p:nvPr/>
        </p:nvGrpSpPr>
        <p:grpSpPr>
          <a:xfrm>
            <a:off x="6394257" y="2358377"/>
            <a:ext cx="440307" cy="467233"/>
            <a:chOff x="3954375" y="2364825"/>
            <a:chExt cx="253050" cy="268525"/>
          </a:xfrm>
          <a:solidFill>
            <a:schemeClr val="bg1"/>
          </a:solidFill>
        </p:grpSpPr>
        <p:sp>
          <p:nvSpPr>
            <p:cNvPr id="9393" name="Google Shape;9393;p88"/>
            <p:cNvSpPr/>
            <p:nvPr/>
          </p:nvSpPr>
          <p:spPr>
            <a:xfrm>
              <a:off x="3954375" y="2364825"/>
              <a:ext cx="222075" cy="120300"/>
            </a:xfrm>
            <a:custGeom>
              <a:avLst/>
              <a:gdLst/>
              <a:ahLst/>
              <a:cxnLst/>
              <a:rect l="l" t="t" r="r" b="b"/>
              <a:pathLst>
                <a:path w="8883" h="4812" extrusionOk="0">
                  <a:moveTo>
                    <a:pt x="1881" y="1"/>
                  </a:moveTo>
                  <a:cubicBezTo>
                    <a:pt x="1691" y="1"/>
                    <a:pt x="1548" y="144"/>
                    <a:pt x="1548" y="310"/>
                  </a:cubicBezTo>
                  <a:lnTo>
                    <a:pt x="1548" y="2525"/>
                  </a:lnTo>
                  <a:lnTo>
                    <a:pt x="1453" y="2525"/>
                  </a:lnTo>
                  <a:cubicBezTo>
                    <a:pt x="0" y="2596"/>
                    <a:pt x="0" y="4740"/>
                    <a:pt x="1453" y="4811"/>
                  </a:cubicBezTo>
                  <a:lnTo>
                    <a:pt x="1548" y="4811"/>
                  </a:lnTo>
                  <a:lnTo>
                    <a:pt x="1548" y="4192"/>
                  </a:lnTo>
                  <a:lnTo>
                    <a:pt x="1453" y="4192"/>
                  </a:lnTo>
                  <a:cubicBezTo>
                    <a:pt x="1437" y="4193"/>
                    <a:pt x="1423" y="4193"/>
                    <a:pt x="1408" y="4193"/>
                  </a:cubicBezTo>
                  <a:cubicBezTo>
                    <a:pt x="713" y="4193"/>
                    <a:pt x="706" y="3141"/>
                    <a:pt x="1387" y="3141"/>
                  </a:cubicBezTo>
                  <a:cubicBezTo>
                    <a:pt x="1408" y="3141"/>
                    <a:pt x="1430" y="3142"/>
                    <a:pt x="1453" y="3144"/>
                  </a:cubicBezTo>
                  <a:lnTo>
                    <a:pt x="1548" y="3144"/>
                  </a:lnTo>
                  <a:lnTo>
                    <a:pt x="1548" y="4192"/>
                  </a:lnTo>
                  <a:lnTo>
                    <a:pt x="2191" y="4192"/>
                  </a:lnTo>
                  <a:lnTo>
                    <a:pt x="2191" y="2835"/>
                  </a:lnTo>
                  <a:lnTo>
                    <a:pt x="2191" y="1572"/>
                  </a:lnTo>
                  <a:cubicBezTo>
                    <a:pt x="2191" y="1048"/>
                    <a:pt x="2596" y="620"/>
                    <a:pt x="3120" y="620"/>
                  </a:cubicBezTo>
                  <a:lnTo>
                    <a:pt x="8883" y="620"/>
                  </a:lnTo>
                  <a:lnTo>
                    <a:pt x="8883" y="310"/>
                  </a:lnTo>
                  <a:cubicBezTo>
                    <a:pt x="8883" y="144"/>
                    <a:pt x="8740" y="1"/>
                    <a:pt x="85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4" name="Google Shape;9394;p88"/>
            <p:cNvSpPr/>
            <p:nvPr/>
          </p:nvSpPr>
          <p:spPr>
            <a:xfrm>
              <a:off x="3993050" y="2485100"/>
              <a:ext cx="16100" cy="116100"/>
            </a:xfrm>
            <a:custGeom>
              <a:avLst/>
              <a:gdLst/>
              <a:ahLst/>
              <a:cxnLst/>
              <a:rect l="l" t="t" r="r" b="b"/>
              <a:pathLst>
                <a:path w="644" h="4644" extrusionOk="0">
                  <a:moveTo>
                    <a:pt x="1" y="0"/>
                  </a:moveTo>
                  <a:lnTo>
                    <a:pt x="1" y="4334"/>
                  </a:lnTo>
                  <a:cubicBezTo>
                    <a:pt x="1" y="4501"/>
                    <a:pt x="144" y="4644"/>
                    <a:pt x="334" y="4644"/>
                  </a:cubicBezTo>
                  <a:lnTo>
                    <a:pt x="644" y="4644"/>
                  </a:lnTo>
                  <a:lnTo>
                    <a:pt x="6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5" name="Google Shape;9395;p88"/>
            <p:cNvSpPr/>
            <p:nvPr/>
          </p:nvSpPr>
          <p:spPr>
            <a:xfrm>
              <a:off x="4024625" y="2443425"/>
              <a:ext cx="31575" cy="26200"/>
            </a:xfrm>
            <a:custGeom>
              <a:avLst/>
              <a:gdLst/>
              <a:ahLst/>
              <a:cxnLst/>
              <a:rect l="l" t="t" r="r" b="b"/>
              <a:pathLst>
                <a:path w="1263" h="1048" extrusionOk="0">
                  <a:moveTo>
                    <a:pt x="0" y="0"/>
                  </a:moveTo>
                  <a:lnTo>
                    <a:pt x="0" y="1048"/>
                  </a:lnTo>
                  <a:lnTo>
                    <a:pt x="738" y="1048"/>
                  </a:lnTo>
                  <a:cubicBezTo>
                    <a:pt x="1024" y="1048"/>
                    <a:pt x="1262" y="810"/>
                    <a:pt x="1262" y="524"/>
                  </a:cubicBezTo>
                  <a:cubicBezTo>
                    <a:pt x="1238" y="238"/>
                    <a:pt x="1024" y="0"/>
                    <a:pt x="7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6" name="Google Shape;9396;p88"/>
            <p:cNvSpPr/>
            <p:nvPr/>
          </p:nvSpPr>
          <p:spPr>
            <a:xfrm>
              <a:off x="4093075" y="2490450"/>
              <a:ext cx="67300" cy="31575"/>
            </a:xfrm>
            <a:custGeom>
              <a:avLst/>
              <a:gdLst/>
              <a:ahLst/>
              <a:cxnLst/>
              <a:rect l="l" t="t" r="r" b="b"/>
              <a:pathLst>
                <a:path w="2692" h="1263" extrusionOk="0">
                  <a:moveTo>
                    <a:pt x="1334" y="0"/>
                  </a:moveTo>
                  <a:cubicBezTo>
                    <a:pt x="644" y="0"/>
                    <a:pt x="48" y="548"/>
                    <a:pt x="1" y="1263"/>
                  </a:cubicBezTo>
                  <a:lnTo>
                    <a:pt x="2692" y="1263"/>
                  </a:lnTo>
                  <a:cubicBezTo>
                    <a:pt x="2644" y="548"/>
                    <a:pt x="2049" y="0"/>
                    <a:pt x="13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7" name="Google Shape;9397;p88"/>
            <p:cNvSpPr/>
            <p:nvPr/>
          </p:nvSpPr>
          <p:spPr>
            <a:xfrm>
              <a:off x="4024625" y="2396375"/>
              <a:ext cx="182800" cy="236975"/>
            </a:xfrm>
            <a:custGeom>
              <a:avLst/>
              <a:gdLst/>
              <a:ahLst/>
              <a:cxnLst/>
              <a:rect l="l" t="t" r="r" b="b"/>
              <a:pathLst>
                <a:path w="7312" h="9479" extrusionOk="0">
                  <a:moveTo>
                    <a:pt x="4072" y="1239"/>
                  </a:moveTo>
                  <a:cubicBezTo>
                    <a:pt x="5168" y="1239"/>
                    <a:pt x="5739" y="2549"/>
                    <a:pt x="5001" y="3359"/>
                  </a:cubicBezTo>
                  <a:cubicBezTo>
                    <a:pt x="5668" y="3692"/>
                    <a:pt x="6073" y="4383"/>
                    <a:pt x="6073" y="5121"/>
                  </a:cubicBezTo>
                  <a:lnTo>
                    <a:pt x="6073" y="5335"/>
                  </a:lnTo>
                  <a:cubicBezTo>
                    <a:pt x="6073" y="5490"/>
                    <a:pt x="5950" y="5624"/>
                    <a:pt x="5800" y="5624"/>
                  </a:cubicBezTo>
                  <a:cubicBezTo>
                    <a:pt x="5788" y="5624"/>
                    <a:pt x="5776" y="5623"/>
                    <a:pt x="5763" y="5621"/>
                  </a:cubicBezTo>
                  <a:lnTo>
                    <a:pt x="2405" y="5621"/>
                  </a:lnTo>
                  <a:cubicBezTo>
                    <a:pt x="2239" y="5621"/>
                    <a:pt x="2096" y="5502"/>
                    <a:pt x="2096" y="5335"/>
                  </a:cubicBezTo>
                  <a:lnTo>
                    <a:pt x="2096" y="5121"/>
                  </a:lnTo>
                  <a:cubicBezTo>
                    <a:pt x="2096" y="4383"/>
                    <a:pt x="2501" y="3692"/>
                    <a:pt x="3167" y="3359"/>
                  </a:cubicBezTo>
                  <a:cubicBezTo>
                    <a:pt x="2405" y="2549"/>
                    <a:pt x="2977" y="1239"/>
                    <a:pt x="4072" y="1239"/>
                  </a:cubicBezTo>
                  <a:close/>
                  <a:moveTo>
                    <a:pt x="3626" y="6262"/>
                  </a:moveTo>
                  <a:cubicBezTo>
                    <a:pt x="3640" y="6262"/>
                    <a:pt x="3653" y="6262"/>
                    <a:pt x="3668" y="6264"/>
                  </a:cubicBezTo>
                  <a:lnTo>
                    <a:pt x="5763" y="6264"/>
                  </a:lnTo>
                  <a:cubicBezTo>
                    <a:pt x="6144" y="6312"/>
                    <a:pt x="6144" y="6859"/>
                    <a:pt x="5763" y="6907"/>
                  </a:cubicBezTo>
                  <a:lnTo>
                    <a:pt x="3668" y="6907"/>
                  </a:lnTo>
                  <a:cubicBezTo>
                    <a:pt x="3653" y="6908"/>
                    <a:pt x="3640" y="6909"/>
                    <a:pt x="3626" y="6909"/>
                  </a:cubicBezTo>
                  <a:cubicBezTo>
                    <a:pt x="3229" y="6909"/>
                    <a:pt x="3229" y="6262"/>
                    <a:pt x="3626" y="6262"/>
                  </a:cubicBezTo>
                  <a:close/>
                  <a:moveTo>
                    <a:pt x="1529" y="7524"/>
                  </a:moveTo>
                  <a:cubicBezTo>
                    <a:pt x="1543" y="7524"/>
                    <a:pt x="1557" y="7525"/>
                    <a:pt x="1572" y="7526"/>
                  </a:cubicBezTo>
                  <a:lnTo>
                    <a:pt x="5763" y="7526"/>
                  </a:lnTo>
                  <a:cubicBezTo>
                    <a:pt x="6144" y="7574"/>
                    <a:pt x="6144" y="8121"/>
                    <a:pt x="5763" y="8169"/>
                  </a:cubicBezTo>
                  <a:lnTo>
                    <a:pt x="1572" y="8169"/>
                  </a:lnTo>
                  <a:cubicBezTo>
                    <a:pt x="1564" y="8169"/>
                    <a:pt x="1557" y="8170"/>
                    <a:pt x="1550" y="8170"/>
                  </a:cubicBezTo>
                  <a:cubicBezTo>
                    <a:pt x="1134" y="8170"/>
                    <a:pt x="1127" y="7524"/>
                    <a:pt x="1529" y="7524"/>
                  </a:cubicBezTo>
                  <a:close/>
                  <a:moveTo>
                    <a:pt x="310" y="1"/>
                  </a:moveTo>
                  <a:cubicBezTo>
                    <a:pt x="143" y="1"/>
                    <a:pt x="0" y="144"/>
                    <a:pt x="0" y="310"/>
                  </a:cubicBezTo>
                  <a:lnTo>
                    <a:pt x="0" y="1263"/>
                  </a:lnTo>
                  <a:lnTo>
                    <a:pt x="738" y="1263"/>
                  </a:lnTo>
                  <a:cubicBezTo>
                    <a:pt x="766" y="1261"/>
                    <a:pt x="793" y="1260"/>
                    <a:pt x="820" y="1260"/>
                  </a:cubicBezTo>
                  <a:cubicBezTo>
                    <a:pt x="1429" y="1260"/>
                    <a:pt x="1953" y="1767"/>
                    <a:pt x="1953" y="2406"/>
                  </a:cubicBezTo>
                  <a:cubicBezTo>
                    <a:pt x="1953" y="3023"/>
                    <a:pt x="1427" y="3552"/>
                    <a:pt x="816" y="3552"/>
                  </a:cubicBezTo>
                  <a:cubicBezTo>
                    <a:pt x="791" y="3552"/>
                    <a:pt x="765" y="3551"/>
                    <a:pt x="738" y="3549"/>
                  </a:cubicBezTo>
                  <a:lnTo>
                    <a:pt x="0" y="3549"/>
                  </a:lnTo>
                  <a:lnTo>
                    <a:pt x="0" y="9169"/>
                  </a:lnTo>
                  <a:cubicBezTo>
                    <a:pt x="0" y="9336"/>
                    <a:pt x="143" y="9479"/>
                    <a:pt x="310" y="9479"/>
                  </a:cubicBezTo>
                  <a:lnTo>
                    <a:pt x="7025" y="9479"/>
                  </a:lnTo>
                  <a:cubicBezTo>
                    <a:pt x="7192" y="9479"/>
                    <a:pt x="7311" y="9336"/>
                    <a:pt x="7311" y="9169"/>
                  </a:cubicBezTo>
                  <a:lnTo>
                    <a:pt x="7311" y="310"/>
                  </a:lnTo>
                  <a:cubicBezTo>
                    <a:pt x="7311" y="144"/>
                    <a:pt x="7192" y="1"/>
                    <a:pt x="7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398" name="Google Shape;9398;p88"/>
            <p:cNvSpPr/>
            <p:nvPr/>
          </p:nvSpPr>
          <p:spPr>
            <a:xfrm>
              <a:off x="4110950" y="2443425"/>
              <a:ext cx="31575" cy="31575"/>
            </a:xfrm>
            <a:custGeom>
              <a:avLst/>
              <a:gdLst/>
              <a:ahLst/>
              <a:cxnLst/>
              <a:rect l="l" t="t" r="r" b="b"/>
              <a:pathLst>
                <a:path w="1263" h="1263" extrusionOk="0">
                  <a:moveTo>
                    <a:pt x="619" y="0"/>
                  </a:moveTo>
                  <a:cubicBezTo>
                    <a:pt x="286" y="0"/>
                    <a:pt x="0" y="286"/>
                    <a:pt x="0" y="619"/>
                  </a:cubicBezTo>
                  <a:cubicBezTo>
                    <a:pt x="0" y="977"/>
                    <a:pt x="286" y="1262"/>
                    <a:pt x="619" y="1262"/>
                  </a:cubicBezTo>
                  <a:cubicBezTo>
                    <a:pt x="977" y="1262"/>
                    <a:pt x="1262" y="977"/>
                    <a:pt x="1262" y="619"/>
                  </a:cubicBezTo>
                  <a:cubicBezTo>
                    <a:pt x="1262" y="286"/>
                    <a:pt x="977" y="0"/>
                    <a:pt x="61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399" name="Google Shape;9399;p88"/>
          <p:cNvGrpSpPr/>
          <p:nvPr/>
        </p:nvGrpSpPr>
        <p:grpSpPr>
          <a:xfrm>
            <a:off x="7394933" y="2358377"/>
            <a:ext cx="466233" cy="466233"/>
            <a:chOff x="4529475" y="2364825"/>
            <a:chExt cx="267950" cy="267950"/>
          </a:xfrm>
          <a:solidFill>
            <a:schemeClr val="bg1"/>
          </a:solidFill>
        </p:grpSpPr>
        <p:sp>
          <p:nvSpPr>
            <p:cNvPr id="9400" name="Google Shape;9400;p88"/>
            <p:cNvSpPr/>
            <p:nvPr/>
          </p:nvSpPr>
          <p:spPr>
            <a:xfrm>
              <a:off x="4677125" y="2538675"/>
              <a:ext cx="16100" cy="15500"/>
            </a:xfrm>
            <a:custGeom>
              <a:avLst/>
              <a:gdLst/>
              <a:ahLst/>
              <a:cxnLst/>
              <a:rect l="l" t="t" r="r" b="b"/>
              <a:pathLst>
                <a:path w="644" h="620" extrusionOk="0">
                  <a:moveTo>
                    <a:pt x="1" y="0"/>
                  </a:moveTo>
                  <a:lnTo>
                    <a:pt x="1" y="620"/>
                  </a:lnTo>
                  <a:lnTo>
                    <a:pt x="644" y="620"/>
                  </a:lnTo>
                  <a:lnTo>
                    <a:pt x="6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1" name="Google Shape;9401;p88"/>
            <p:cNvSpPr/>
            <p:nvPr/>
          </p:nvSpPr>
          <p:spPr>
            <a:xfrm>
              <a:off x="4677125" y="2570225"/>
              <a:ext cx="16100" cy="15500"/>
            </a:xfrm>
            <a:custGeom>
              <a:avLst/>
              <a:gdLst/>
              <a:ahLst/>
              <a:cxnLst/>
              <a:rect l="l" t="t" r="r" b="b"/>
              <a:pathLst>
                <a:path w="644" h="620" extrusionOk="0">
                  <a:moveTo>
                    <a:pt x="1" y="1"/>
                  </a:moveTo>
                  <a:lnTo>
                    <a:pt x="1" y="620"/>
                  </a:lnTo>
                  <a:lnTo>
                    <a:pt x="644" y="620"/>
                  </a:lnTo>
                  <a:lnTo>
                    <a:pt x="6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2" name="Google Shape;9402;p88"/>
            <p:cNvSpPr/>
            <p:nvPr/>
          </p:nvSpPr>
          <p:spPr>
            <a:xfrm>
              <a:off x="4708675" y="2570225"/>
              <a:ext cx="15525" cy="15500"/>
            </a:xfrm>
            <a:custGeom>
              <a:avLst/>
              <a:gdLst/>
              <a:ahLst/>
              <a:cxnLst/>
              <a:rect l="l" t="t" r="r" b="b"/>
              <a:pathLst>
                <a:path w="621" h="620" extrusionOk="0">
                  <a:moveTo>
                    <a:pt x="1" y="1"/>
                  </a:moveTo>
                  <a:lnTo>
                    <a:pt x="1" y="620"/>
                  </a:lnTo>
                  <a:lnTo>
                    <a:pt x="620" y="620"/>
                  </a:lnTo>
                  <a:lnTo>
                    <a:pt x="6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3" name="Google Shape;9403;p88"/>
            <p:cNvSpPr/>
            <p:nvPr/>
          </p:nvSpPr>
          <p:spPr>
            <a:xfrm>
              <a:off x="4677125" y="2507125"/>
              <a:ext cx="16100" cy="15500"/>
            </a:xfrm>
            <a:custGeom>
              <a:avLst/>
              <a:gdLst/>
              <a:ahLst/>
              <a:cxnLst/>
              <a:rect l="l" t="t" r="r" b="b"/>
              <a:pathLst>
                <a:path w="644" h="620" extrusionOk="0">
                  <a:moveTo>
                    <a:pt x="1" y="0"/>
                  </a:moveTo>
                  <a:lnTo>
                    <a:pt x="1" y="619"/>
                  </a:lnTo>
                  <a:lnTo>
                    <a:pt x="644" y="619"/>
                  </a:lnTo>
                  <a:lnTo>
                    <a:pt x="6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4" name="Google Shape;9404;p88"/>
            <p:cNvSpPr/>
            <p:nvPr/>
          </p:nvSpPr>
          <p:spPr>
            <a:xfrm>
              <a:off x="4646175" y="2570225"/>
              <a:ext cx="15500" cy="15500"/>
            </a:xfrm>
            <a:custGeom>
              <a:avLst/>
              <a:gdLst/>
              <a:ahLst/>
              <a:cxnLst/>
              <a:rect l="l" t="t" r="r" b="b"/>
              <a:pathLst>
                <a:path w="620" h="620" extrusionOk="0">
                  <a:moveTo>
                    <a:pt x="0" y="1"/>
                  </a:moveTo>
                  <a:lnTo>
                    <a:pt x="0" y="620"/>
                  </a:lnTo>
                  <a:lnTo>
                    <a:pt x="620" y="620"/>
                  </a:lnTo>
                  <a:lnTo>
                    <a:pt x="6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5" name="Google Shape;9405;p88"/>
            <p:cNvSpPr/>
            <p:nvPr/>
          </p:nvSpPr>
          <p:spPr>
            <a:xfrm>
              <a:off x="4646175" y="2507125"/>
              <a:ext cx="15500" cy="15500"/>
            </a:xfrm>
            <a:custGeom>
              <a:avLst/>
              <a:gdLst/>
              <a:ahLst/>
              <a:cxnLst/>
              <a:rect l="l" t="t" r="r" b="b"/>
              <a:pathLst>
                <a:path w="620" h="620" extrusionOk="0">
                  <a:moveTo>
                    <a:pt x="0" y="0"/>
                  </a:moveTo>
                  <a:lnTo>
                    <a:pt x="0" y="619"/>
                  </a:lnTo>
                  <a:lnTo>
                    <a:pt x="620" y="619"/>
                  </a:ln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6" name="Google Shape;9406;p88"/>
            <p:cNvSpPr/>
            <p:nvPr/>
          </p:nvSpPr>
          <p:spPr>
            <a:xfrm>
              <a:off x="4646175" y="2538675"/>
              <a:ext cx="15500" cy="15500"/>
            </a:xfrm>
            <a:custGeom>
              <a:avLst/>
              <a:gdLst/>
              <a:ahLst/>
              <a:cxnLst/>
              <a:rect l="l" t="t" r="r" b="b"/>
              <a:pathLst>
                <a:path w="620" h="620" extrusionOk="0">
                  <a:moveTo>
                    <a:pt x="0" y="0"/>
                  </a:moveTo>
                  <a:lnTo>
                    <a:pt x="0" y="620"/>
                  </a:lnTo>
                  <a:lnTo>
                    <a:pt x="620" y="620"/>
                  </a:ln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7" name="Google Shape;9407;p88"/>
            <p:cNvSpPr/>
            <p:nvPr/>
          </p:nvSpPr>
          <p:spPr>
            <a:xfrm>
              <a:off x="4708675" y="2538675"/>
              <a:ext cx="15525" cy="15500"/>
            </a:xfrm>
            <a:custGeom>
              <a:avLst/>
              <a:gdLst/>
              <a:ahLst/>
              <a:cxnLst/>
              <a:rect l="l" t="t" r="r" b="b"/>
              <a:pathLst>
                <a:path w="621" h="620" extrusionOk="0">
                  <a:moveTo>
                    <a:pt x="1" y="0"/>
                  </a:moveTo>
                  <a:lnTo>
                    <a:pt x="1" y="620"/>
                  </a:lnTo>
                  <a:lnTo>
                    <a:pt x="620" y="620"/>
                  </a:ln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8" name="Google Shape;9408;p88"/>
            <p:cNvSpPr/>
            <p:nvPr/>
          </p:nvSpPr>
          <p:spPr>
            <a:xfrm>
              <a:off x="4646175" y="2411850"/>
              <a:ext cx="109575" cy="48250"/>
            </a:xfrm>
            <a:custGeom>
              <a:avLst/>
              <a:gdLst/>
              <a:ahLst/>
              <a:cxnLst/>
              <a:rect l="l" t="t" r="r" b="b"/>
              <a:pathLst>
                <a:path w="4383" h="1930" extrusionOk="0">
                  <a:moveTo>
                    <a:pt x="0" y="1"/>
                  </a:moveTo>
                  <a:lnTo>
                    <a:pt x="0" y="1930"/>
                  </a:lnTo>
                  <a:lnTo>
                    <a:pt x="4382" y="1930"/>
                  </a:lnTo>
                  <a:lnTo>
                    <a:pt x="43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09" name="Google Shape;9409;p88"/>
            <p:cNvSpPr/>
            <p:nvPr/>
          </p:nvSpPr>
          <p:spPr>
            <a:xfrm>
              <a:off x="4603900" y="2364825"/>
              <a:ext cx="193525" cy="267950"/>
            </a:xfrm>
            <a:custGeom>
              <a:avLst/>
              <a:gdLst/>
              <a:ahLst/>
              <a:cxnLst/>
              <a:rect l="l" t="t" r="r" b="b"/>
              <a:pathLst>
                <a:path w="7741" h="10718" extrusionOk="0">
                  <a:moveTo>
                    <a:pt x="1322" y="1260"/>
                  </a:moveTo>
                  <a:cubicBezTo>
                    <a:pt x="1334" y="1260"/>
                    <a:pt x="1346" y="1261"/>
                    <a:pt x="1358" y="1263"/>
                  </a:cubicBezTo>
                  <a:lnTo>
                    <a:pt x="6383" y="1263"/>
                  </a:lnTo>
                  <a:cubicBezTo>
                    <a:pt x="6550" y="1263"/>
                    <a:pt x="6692" y="1406"/>
                    <a:pt x="6692" y="1572"/>
                  </a:cubicBezTo>
                  <a:lnTo>
                    <a:pt x="6692" y="4121"/>
                  </a:lnTo>
                  <a:cubicBezTo>
                    <a:pt x="6692" y="4287"/>
                    <a:pt x="6573" y="4430"/>
                    <a:pt x="6407" y="4430"/>
                  </a:cubicBezTo>
                  <a:lnTo>
                    <a:pt x="1358" y="4430"/>
                  </a:lnTo>
                  <a:cubicBezTo>
                    <a:pt x="1191" y="4430"/>
                    <a:pt x="1048" y="4287"/>
                    <a:pt x="1048" y="4121"/>
                  </a:cubicBezTo>
                  <a:lnTo>
                    <a:pt x="1048" y="1572"/>
                  </a:lnTo>
                  <a:cubicBezTo>
                    <a:pt x="1048" y="1396"/>
                    <a:pt x="1171" y="1260"/>
                    <a:pt x="1322" y="1260"/>
                  </a:cubicBezTo>
                  <a:close/>
                  <a:moveTo>
                    <a:pt x="6383" y="5073"/>
                  </a:moveTo>
                  <a:cubicBezTo>
                    <a:pt x="6550" y="5073"/>
                    <a:pt x="6692" y="5216"/>
                    <a:pt x="6692" y="5383"/>
                  </a:cubicBezTo>
                  <a:lnTo>
                    <a:pt x="6692" y="9145"/>
                  </a:lnTo>
                  <a:cubicBezTo>
                    <a:pt x="6716" y="9312"/>
                    <a:pt x="6573" y="9455"/>
                    <a:pt x="6407" y="9455"/>
                  </a:cubicBezTo>
                  <a:lnTo>
                    <a:pt x="1358" y="9455"/>
                  </a:lnTo>
                  <a:cubicBezTo>
                    <a:pt x="1346" y="9457"/>
                    <a:pt x="1334" y="9458"/>
                    <a:pt x="1322" y="9458"/>
                  </a:cubicBezTo>
                  <a:cubicBezTo>
                    <a:pt x="1171" y="9458"/>
                    <a:pt x="1048" y="9322"/>
                    <a:pt x="1048" y="9145"/>
                  </a:cubicBezTo>
                  <a:lnTo>
                    <a:pt x="1048" y="5383"/>
                  </a:lnTo>
                  <a:cubicBezTo>
                    <a:pt x="1048" y="5216"/>
                    <a:pt x="1191" y="5073"/>
                    <a:pt x="1358" y="5073"/>
                  </a:cubicBezTo>
                  <a:close/>
                  <a:moveTo>
                    <a:pt x="1168" y="1"/>
                  </a:moveTo>
                  <a:cubicBezTo>
                    <a:pt x="525" y="1"/>
                    <a:pt x="1" y="525"/>
                    <a:pt x="1" y="1144"/>
                  </a:cubicBezTo>
                  <a:lnTo>
                    <a:pt x="1" y="9574"/>
                  </a:lnTo>
                  <a:cubicBezTo>
                    <a:pt x="1" y="10193"/>
                    <a:pt x="525" y="10717"/>
                    <a:pt x="1168" y="10717"/>
                  </a:cubicBezTo>
                  <a:lnTo>
                    <a:pt x="6597" y="10717"/>
                  </a:lnTo>
                  <a:cubicBezTo>
                    <a:pt x="7240" y="10717"/>
                    <a:pt x="7740" y="10193"/>
                    <a:pt x="7740" y="9574"/>
                  </a:cubicBezTo>
                  <a:lnTo>
                    <a:pt x="7740" y="1144"/>
                  </a:lnTo>
                  <a:cubicBezTo>
                    <a:pt x="7740" y="525"/>
                    <a:pt x="7240" y="1"/>
                    <a:pt x="659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0" name="Google Shape;9410;p88"/>
            <p:cNvSpPr/>
            <p:nvPr/>
          </p:nvSpPr>
          <p:spPr>
            <a:xfrm>
              <a:off x="4739650" y="2507125"/>
              <a:ext cx="16100" cy="15500"/>
            </a:xfrm>
            <a:custGeom>
              <a:avLst/>
              <a:gdLst/>
              <a:ahLst/>
              <a:cxnLst/>
              <a:rect l="l" t="t" r="r" b="b"/>
              <a:pathLst>
                <a:path w="644" h="620" extrusionOk="0">
                  <a:moveTo>
                    <a:pt x="24" y="0"/>
                  </a:moveTo>
                  <a:lnTo>
                    <a:pt x="0" y="619"/>
                  </a:lnTo>
                  <a:lnTo>
                    <a:pt x="643" y="619"/>
                  </a:lnTo>
                  <a:lnTo>
                    <a:pt x="6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1" name="Google Shape;9411;p88"/>
            <p:cNvSpPr/>
            <p:nvPr/>
          </p:nvSpPr>
          <p:spPr>
            <a:xfrm>
              <a:off x="4739650" y="2570225"/>
              <a:ext cx="16100" cy="15500"/>
            </a:xfrm>
            <a:custGeom>
              <a:avLst/>
              <a:gdLst/>
              <a:ahLst/>
              <a:cxnLst/>
              <a:rect l="l" t="t" r="r" b="b"/>
              <a:pathLst>
                <a:path w="644" h="620" extrusionOk="0">
                  <a:moveTo>
                    <a:pt x="24" y="1"/>
                  </a:moveTo>
                  <a:lnTo>
                    <a:pt x="0" y="620"/>
                  </a:lnTo>
                  <a:lnTo>
                    <a:pt x="643" y="620"/>
                  </a:lnTo>
                  <a:lnTo>
                    <a:pt x="64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2" name="Google Shape;9412;p88"/>
            <p:cNvSpPr/>
            <p:nvPr/>
          </p:nvSpPr>
          <p:spPr>
            <a:xfrm>
              <a:off x="4739650" y="2538675"/>
              <a:ext cx="16100" cy="15500"/>
            </a:xfrm>
            <a:custGeom>
              <a:avLst/>
              <a:gdLst/>
              <a:ahLst/>
              <a:cxnLst/>
              <a:rect l="l" t="t" r="r" b="b"/>
              <a:pathLst>
                <a:path w="644" h="620" extrusionOk="0">
                  <a:moveTo>
                    <a:pt x="24" y="0"/>
                  </a:moveTo>
                  <a:lnTo>
                    <a:pt x="0" y="620"/>
                  </a:lnTo>
                  <a:lnTo>
                    <a:pt x="643" y="620"/>
                  </a:lnTo>
                  <a:lnTo>
                    <a:pt x="6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3" name="Google Shape;9413;p88"/>
            <p:cNvSpPr/>
            <p:nvPr/>
          </p:nvSpPr>
          <p:spPr>
            <a:xfrm>
              <a:off x="4708675" y="2507125"/>
              <a:ext cx="15525" cy="15500"/>
            </a:xfrm>
            <a:custGeom>
              <a:avLst/>
              <a:gdLst/>
              <a:ahLst/>
              <a:cxnLst/>
              <a:rect l="l" t="t" r="r" b="b"/>
              <a:pathLst>
                <a:path w="621" h="620" extrusionOk="0">
                  <a:moveTo>
                    <a:pt x="1" y="0"/>
                  </a:moveTo>
                  <a:lnTo>
                    <a:pt x="1" y="619"/>
                  </a:lnTo>
                  <a:lnTo>
                    <a:pt x="620" y="619"/>
                  </a:ln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4" name="Google Shape;9414;p88"/>
            <p:cNvSpPr/>
            <p:nvPr/>
          </p:nvSpPr>
          <p:spPr>
            <a:xfrm>
              <a:off x="4529475" y="2444600"/>
              <a:ext cx="50050" cy="130425"/>
            </a:xfrm>
            <a:custGeom>
              <a:avLst/>
              <a:gdLst/>
              <a:ahLst/>
              <a:cxnLst/>
              <a:rect l="l" t="t" r="r" b="b"/>
              <a:pathLst>
                <a:path w="2002" h="5217" extrusionOk="0">
                  <a:moveTo>
                    <a:pt x="1" y="1"/>
                  </a:moveTo>
                  <a:lnTo>
                    <a:pt x="1" y="5216"/>
                  </a:lnTo>
                  <a:lnTo>
                    <a:pt x="2001" y="5216"/>
                  </a:lnTo>
                  <a:lnTo>
                    <a:pt x="20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5" name="Google Shape;9415;p88"/>
            <p:cNvSpPr/>
            <p:nvPr/>
          </p:nvSpPr>
          <p:spPr>
            <a:xfrm>
              <a:off x="4531875" y="2364825"/>
              <a:ext cx="45850" cy="63725"/>
            </a:xfrm>
            <a:custGeom>
              <a:avLst/>
              <a:gdLst/>
              <a:ahLst/>
              <a:cxnLst/>
              <a:rect l="l" t="t" r="r" b="b"/>
              <a:pathLst>
                <a:path w="1834" h="2549" extrusionOk="0">
                  <a:moveTo>
                    <a:pt x="905" y="1"/>
                  </a:moveTo>
                  <a:cubicBezTo>
                    <a:pt x="762" y="1"/>
                    <a:pt x="643" y="96"/>
                    <a:pt x="619" y="239"/>
                  </a:cubicBezTo>
                  <a:lnTo>
                    <a:pt x="0" y="2549"/>
                  </a:lnTo>
                  <a:lnTo>
                    <a:pt x="1834" y="2549"/>
                  </a:lnTo>
                  <a:lnTo>
                    <a:pt x="1215" y="239"/>
                  </a:lnTo>
                  <a:cubicBezTo>
                    <a:pt x="1167" y="96"/>
                    <a:pt x="1048" y="1"/>
                    <a:pt x="90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6" name="Google Shape;9416;p88"/>
            <p:cNvSpPr/>
            <p:nvPr/>
          </p:nvSpPr>
          <p:spPr>
            <a:xfrm>
              <a:off x="4529475" y="2591075"/>
              <a:ext cx="50050" cy="41700"/>
            </a:xfrm>
            <a:custGeom>
              <a:avLst/>
              <a:gdLst/>
              <a:ahLst/>
              <a:cxnLst/>
              <a:rect l="l" t="t" r="r" b="b"/>
              <a:pathLst>
                <a:path w="2002" h="1668" extrusionOk="0">
                  <a:moveTo>
                    <a:pt x="1" y="0"/>
                  </a:moveTo>
                  <a:lnTo>
                    <a:pt x="1" y="1143"/>
                  </a:lnTo>
                  <a:cubicBezTo>
                    <a:pt x="1" y="1429"/>
                    <a:pt x="239" y="1667"/>
                    <a:pt x="525" y="1667"/>
                  </a:cubicBezTo>
                  <a:lnTo>
                    <a:pt x="1477" y="1667"/>
                  </a:lnTo>
                  <a:cubicBezTo>
                    <a:pt x="1763" y="1667"/>
                    <a:pt x="2001" y="1429"/>
                    <a:pt x="2001" y="1143"/>
                  </a:cubicBezTo>
                  <a:lnTo>
                    <a:pt x="2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17" name="Google Shape;9417;p88"/>
          <p:cNvGrpSpPr/>
          <p:nvPr/>
        </p:nvGrpSpPr>
        <p:grpSpPr>
          <a:xfrm>
            <a:off x="8402914" y="2358377"/>
            <a:ext cx="483807" cy="466233"/>
            <a:chOff x="5108775" y="2364825"/>
            <a:chExt cx="278050" cy="267950"/>
          </a:xfrm>
          <a:solidFill>
            <a:schemeClr val="bg1"/>
          </a:solidFill>
        </p:grpSpPr>
        <p:sp>
          <p:nvSpPr>
            <p:cNvPr id="9418" name="Google Shape;9418;p88"/>
            <p:cNvSpPr/>
            <p:nvPr/>
          </p:nvSpPr>
          <p:spPr>
            <a:xfrm>
              <a:off x="5214750" y="2502350"/>
              <a:ext cx="3600" cy="10750"/>
            </a:xfrm>
            <a:custGeom>
              <a:avLst/>
              <a:gdLst/>
              <a:ahLst/>
              <a:cxnLst/>
              <a:rect l="l" t="t" r="r" b="b"/>
              <a:pathLst>
                <a:path w="144" h="430" extrusionOk="0">
                  <a:moveTo>
                    <a:pt x="143" y="1"/>
                  </a:moveTo>
                  <a:cubicBezTo>
                    <a:pt x="72" y="48"/>
                    <a:pt x="24" y="96"/>
                    <a:pt x="24" y="191"/>
                  </a:cubicBezTo>
                  <a:cubicBezTo>
                    <a:pt x="0" y="263"/>
                    <a:pt x="24" y="334"/>
                    <a:pt x="72" y="382"/>
                  </a:cubicBezTo>
                  <a:lnTo>
                    <a:pt x="143" y="429"/>
                  </a:lnTo>
                  <a:lnTo>
                    <a:pt x="14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19" name="Google Shape;9419;p88"/>
            <p:cNvSpPr/>
            <p:nvPr/>
          </p:nvSpPr>
          <p:spPr>
            <a:xfrm>
              <a:off x="5228450" y="2529150"/>
              <a:ext cx="5975" cy="16700"/>
            </a:xfrm>
            <a:custGeom>
              <a:avLst/>
              <a:gdLst/>
              <a:ahLst/>
              <a:cxnLst/>
              <a:rect l="l" t="t" r="r" b="b"/>
              <a:pathLst>
                <a:path w="239" h="668" extrusionOk="0">
                  <a:moveTo>
                    <a:pt x="0" y="0"/>
                  </a:moveTo>
                  <a:lnTo>
                    <a:pt x="0" y="667"/>
                  </a:lnTo>
                  <a:cubicBezTo>
                    <a:pt x="119" y="596"/>
                    <a:pt x="191" y="500"/>
                    <a:pt x="214" y="381"/>
                  </a:cubicBezTo>
                  <a:cubicBezTo>
                    <a:pt x="238" y="215"/>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0" name="Google Shape;9420;p88"/>
            <p:cNvSpPr/>
            <p:nvPr/>
          </p:nvSpPr>
          <p:spPr>
            <a:xfrm>
              <a:off x="5108775" y="2439250"/>
              <a:ext cx="161950" cy="193525"/>
            </a:xfrm>
            <a:custGeom>
              <a:avLst/>
              <a:gdLst/>
              <a:ahLst/>
              <a:cxnLst/>
              <a:rect l="l" t="t" r="r" b="b"/>
              <a:pathLst>
                <a:path w="6478" h="7741" extrusionOk="0">
                  <a:moveTo>
                    <a:pt x="3025" y="1739"/>
                  </a:moveTo>
                  <a:cubicBezTo>
                    <a:pt x="3430" y="1739"/>
                    <a:pt x="3430" y="2358"/>
                    <a:pt x="3025" y="2358"/>
                  </a:cubicBezTo>
                  <a:lnTo>
                    <a:pt x="1572" y="2358"/>
                  </a:lnTo>
                  <a:cubicBezTo>
                    <a:pt x="1143" y="2358"/>
                    <a:pt x="1143" y="1739"/>
                    <a:pt x="1572" y="1739"/>
                  </a:cubicBezTo>
                  <a:close/>
                  <a:moveTo>
                    <a:pt x="1529" y="2975"/>
                  </a:moveTo>
                  <a:cubicBezTo>
                    <a:pt x="1543" y="2975"/>
                    <a:pt x="1557" y="2976"/>
                    <a:pt x="1572" y="2977"/>
                  </a:cubicBezTo>
                  <a:lnTo>
                    <a:pt x="3025" y="2977"/>
                  </a:lnTo>
                  <a:cubicBezTo>
                    <a:pt x="3406" y="3025"/>
                    <a:pt x="3406" y="3573"/>
                    <a:pt x="3025" y="3620"/>
                  </a:cubicBezTo>
                  <a:lnTo>
                    <a:pt x="1572" y="3620"/>
                  </a:lnTo>
                  <a:cubicBezTo>
                    <a:pt x="1557" y="3622"/>
                    <a:pt x="1543" y="3622"/>
                    <a:pt x="1529" y="3622"/>
                  </a:cubicBezTo>
                  <a:cubicBezTo>
                    <a:pt x="1110" y="3622"/>
                    <a:pt x="1110" y="2975"/>
                    <a:pt x="1529" y="2975"/>
                  </a:cubicBezTo>
                  <a:close/>
                  <a:moveTo>
                    <a:pt x="1527" y="4237"/>
                  </a:moveTo>
                  <a:cubicBezTo>
                    <a:pt x="1542" y="4237"/>
                    <a:pt x="1557" y="4238"/>
                    <a:pt x="1572" y="4239"/>
                  </a:cubicBezTo>
                  <a:lnTo>
                    <a:pt x="3025" y="4239"/>
                  </a:lnTo>
                  <a:cubicBezTo>
                    <a:pt x="3406" y="4287"/>
                    <a:pt x="3406" y="4835"/>
                    <a:pt x="3025" y="4859"/>
                  </a:cubicBezTo>
                  <a:lnTo>
                    <a:pt x="1572" y="4859"/>
                  </a:lnTo>
                  <a:cubicBezTo>
                    <a:pt x="1557" y="4860"/>
                    <a:pt x="1542" y="4861"/>
                    <a:pt x="1527" y="4861"/>
                  </a:cubicBezTo>
                  <a:cubicBezTo>
                    <a:pt x="1111" y="4861"/>
                    <a:pt x="1111" y="4237"/>
                    <a:pt x="1527" y="4237"/>
                  </a:cubicBezTo>
                  <a:close/>
                  <a:moveTo>
                    <a:pt x="4573" y="1775"/>
                  </a:moveTo>
                  <a:cubicBezTo>
                    <a:pt x="4674" y="1775"/>
                    <a:pt x="4775" y="1834"/>
                    <a:pt x="4787" y="1953"/>
                  </a:cubicBezTo>
                  <a:lnTo>
                    <a:pt x="4787" y="2072"/>
                  </a:lnTo>
                  <a:cubicBezTo>
                    <a:pt x="4930" y="2096"/>
                    <a:pt x="5097" y="2168"/>
                    <a:pt x="5192" y="2287"/>
                  </a:cubicBezTo>
                  <a:cubicBezTo>
                    <a:pt x="5263" y="2358"/>
                    <a:pt x="5263" y="2501"/>
                    <a:pt x="5168" y="2572"/>
                  </a:cubicBezTo>
                  <a:cubicBezTo>
                    <a:pt x="5135" y="2606"/>
                    <a:pt x="5086" y="2623"/>
                    <a:pt x="5037" y="2623"/>
                  </a:cubicBezTo>
                  <a:cubicBezTo>
                    <a:pt x="4979" y="2623"/>
                    <a:pt x="4921" y="2600"/>
                    <a:pt x="4882" y="2549"/>
                  </a:cubicBezTo>
                  <a:cubicBezTo>
                    <a:pt x="4858" y="2525"/>
                    <a:pt x="4811" y="2501"/>
                    <a:pt x="4787" y="2501"/>
                  </a:cubicBezTo>
                  <a:lnTo>
                    <a:pt x="4787" y="3168"/>
                  </a:lnTo>
                  <a:lnTo>
                    <a:pt x="4882" y="3215"/>
                  </a:lnTo>
                  <a:cubicBezTo>
                    <a:pt x="5239" y="3311"/>
                    <a:pt x="5454" y="3668"/>
                    <a:pt x="5406" y="4025"/>
                  </a:cubicBezTo>
                  <a:lnTo>
                    <a:pt x="5430" y="4025"/>
                  </a:lnTo>
                  <a:cubicBezTo>
                    <a:pt x="5359" y="4358"/>
                    <a:pt x="5120" y="4620"/>
                    <a:pt x="4787" y="4716"/>
                  </a:cubicBezTo>
                  <a:lnTo>
                    <a:pt x="4787" y="4859"/>
                  </a:lnTo>
                  <a:cubicBezTo>
                    <a:pt x="4811" y="4978"/>
                    <a:pt x="4704" y="5037"/>
                    <a:pt x="4594" y="5037"/>
                  </a:cubicBezTo>
                  <a:cubicBezTo>
                    <a:pt x="4483" y="5037"/>
                    <a:pt x="4370" y="4978"/>
                    <a:pt x="4382" y="4859"/>
                  </a:cubicBezTo>
                  <a:lnTo>
                    <a:pt x="4382" y="4739"/>
                  </a:lnTo>
                  <a:cubicBezTo>
                    <a:pt x="4192" y="4716"/>
                    <a:pt x="4025" y="4644"/>
                    <a:pt x="3882" y="4549"/>
                  </a:cubicBezTo>
                  <a:cubicBezTo>
                    <a:pt x="3684" y="4410"/>
                    <a:pt x="3799" y="4157"/>
                    <a:pt x="3980" y="4157"/>
                  </a:cubicBezTo>
                  <a:cubicBezTo>
                    <a:pt x="4016" y="4157"/>
                    <a:pt x="4056" y="4168"/>
                    <a:pt x="4096" y="4192"/>
                  </a:cubicBezTo>
                  <a:cubicBezTo>
                    <a:pt x="4192" y="4263"/>
                    <a:pt x="4287" y="4287"/>
                    <a:pt x="4382" y="4311"/>
                  </a:cubicBezTo>
                  <a:lnTo>
                    <a:pt x="4382" y="3430"/>
                  </a:lnTo>
                  <a:cubicBezTo>
                    <a:pt x="4263" y="3358"/>
                    <a:pt x="4168" y="3311"/>
                    <a:pt x="4073" y="3239"/>
                  </a:cubicBezTo>
                  <a:cubicBezTo>
                    <a:pt x="3882" y="3072"/>
                    <a:pt x="3811" y="2834"/>
                    <a:pt x="3858" y="2620"/>
                  </a:cubicBezTo>
                  <a:cubicBezTo>
                    <a:pt x="3906" y="2358"/>
                    <a:pt x="4073" y="2168"/>
                    <a:pt x="4335" y="2096"/>
                  </a:cubicBezTo>
                  <a:lnTo>
                    <a:pt x="4358" y="2096"/>
                  </a:lnTo>
                  <a:lnTo>
                    <a:pt x="4358" y="1953"/>
                  </a:lnTo>
                  <a:cubicBezTo>
                    <a:pt x="4370" y="1834"/>
                    <a:pt x="4471" y="1775"/>
                    <a:pt x="4573" y="1775"/>
                  </a:cubicBezTo>
                  <a:close/>
                  <a:moveTo>
                    <a:pt x="1527" y="5499"/>
                  </a:moveTo>
                  <a:cubicBezTo>
                    <a:pt x="1542" y="5499"/>
                    <a:pt x="1557" y="5500"/>
                    <a:pt x="1572" y="5502"/>
                  </a:cubicBezTo>
                  <a:lnTo>
                    <a:pt x="4930" y="5502"/>
                  </a:lnTo>
                  <a:cubicBezTo>
                    <a:pt x="5287" y="5525"/>
                    <a:pt x="5287" y="6073"/>
                    <a:pt x="4930" y="6121"/>
                  </a:cubicBezTo>
                  <a:lnTo>
                    <a:pt x="1572" y="6121"/>
                  </a:lnTo>
                  <a:cubicBezTo>
                    <a:pt x="1557" y="6122"/>
                    <a:pt x="1542" y="6123"/>
                    <a:pt x="1527" y="6123"/>
                  </a:cubicBezTo>
                  <a:cubicBezTo>
                    <a:pt x="1111" y="6123"/>
                    <a:pt x="1111" y="5499"/>
                    <a:pt x="1527" y="5499"/>
                  </a:cubicBezTo>
                  <a:close/>
                  <a:moveTo>
                    <a:pt x="310" y="0"/>
                  </a:moveTo>
                  <a:cubicBezTo>
                    <a:pt x="119" y="0"/>
                    <a:pt x="0" y="143"/>
                    <a:pt x="0" y="310"/>
                  </a:cubicBezTo>
                  <a:lnTo>
                    <a:pt x="0" y="7454"/>
                  </a:lnTo>
                  <a:cubicBezTo>
                    <a:pt x="0" y="7621"/>
                    <a:pt x="143" y="7740"/>
                    <a:pt x="310" y="7740"/>
                  </a:cubicBezTo>
                  <a:lnTo>
                    <a:pt x="6168" y="7740"/>
                  </a:lnTo>
                  <a:cubicBezTo>
                    <a:pt x="6335" y="7740"/>
                    <a:pt x="6478" y="7597"/>
                    <a:pt x="6454" y="7430"/>
                  </a:cubicBezTo>
                  <a:lnTo>
                    <a:pt x="6454" y="310"/>
                  </a:lnTo>
                  <a:cubicBezTo>
                    <a:pt x="6454" y="143"/>
                    <a:pt x="6335" y="0"/>
                    <a:pt x="61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1" name="Google Shape;9421;p88"/>
            <p:cNvSpPr/>
            <p:nvPr/>
          </p:nvSpPr>
          <p:spPr>
            <a:xfrm>
              <a:off x="5165925" y="2364825"/>
              <a:ext cx="131000" cy="50050"/>
            </a:xfrm>
            <a:custGeom>
              <a:avLst/>
              <a:gdLst/>
              <a:ahLst/>
              <a:cxnLst/>
              <a:rect l="l" t="t" r="r" b="b"/>
              <a:pathLst>
                <a:path w="5240" h="2002" extrusionOk="0">
                  <a:moveTo>
                    <a:pt x="0" y="1"/>
                  </a:moveTo>
                  <a:lnTo>
                    <a:pt x="0" y="2001"/>
                  </a:lnTo>
                  <a:lnTo>
                    <a:pt x="5240" y="2001"/>
                  </a:lnTo>
                  <a:lnTo>
                    <a:pt x="524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2" name="Google Shape;9422;p88"/>
            <p:cNvSpPr/>
            <p:nvPr/>
          </p:nvSpPr>
          <p:spPr>
            <a:xfrm>
              <a:off x="5312375" y="2366625"/>
              <a:ext cx="64325" cy="46450"/>
            </a:xfrm>
            <a:custGeom>
              <a:avLst/>
              <a:gdLst/>
              <a:ahLst/>
              <a:cxnLst/>
              <a:rect l="l" t="t" r="r" b="b"/>
              <a:pathLst>
                <a:path w="2573" h="1858" extrusionOk="0">
                  <a:moveTo>
                    <a:pt x="1" y="0"/>
                  </a:moveTo>
                  <a:lnTo>
                    <a:pt x="1" y="1858"/>
                  </a:lnTo>
                  <a:lnTo>
                    <a:pt x="2335" y="1238"/>
                  </a:lnTo>
                  <a:cubicBezTo>
                    <a:pt x="2478" y="1191"/>
                    <a:pt x="2573" y="1072"/>
                    <a:pt x="2573" y="929"/>
                  </a:cubicBezTo>
                  <a:cubicBezTo>
                    <a:pt x="2549" y="786"/>
                    <a:pt x="2454" y="667"/>
                    <a:pt x="2335" y="619"/>
                  </a:cubicBezTo>
                  <a:lnTo>
                    <a:pt x="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3" name="Google Shape;9423;p88"/>
            <p:cNvSpPr/>
            <p:nvPr/>
          </p:nvSpPr>
          <p:spPr>
            <a:xfrm>
              <a:off x="5108775" y="2364825"/>
              <a:ext cx="41700" cy="50050"/>
            </a:xfrm>
            <a:custGeom>
              <a:avLst/>
              <a:gdLst/>
              <a:ahLst/>
              <a:cxnLst/>
              <a:rect l="l" t="t" r="r" b="b"/>
              <a:pathLst>
                <a:path w="1668" h="2002" extrusionOk="0">
                  <a:moveTo>
                    <a:pt x="524" y="1"/>
                  </a:moveTo>
                  <a:cubicBezTo>
                    <a:pt x="215" y="1"/>
                    <a:pt x="0" y="239"/>
                    <a:pt x="0" y="525"/>
                  </a:cubicBezTo>
                  <a:lnTo>
                    <a:pt x="0" y="1477"/>
                  </a:lnTo>
                  <a:cubicBezTo>
                    <a:pt x="0" y="1763"/>
                    <a:pt x="215" y="2001"/>
                    <a:pt x="524" y="2001"/>
                  </a:cubicBezTo>
                  <a:lnTo>
                    <a:pt x="1667" y="2001"/>
                  </a:lnTo>
                  <a:lnTo>
                    <a:pt x="16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4" name="Google Shape;9424;p88"/>
            <p:cNvSpPr/>
            <p:nvPr/>
          </p:nvSpPr>
          <p:spPr>
            <a:xfrm>
              <a:off x="5287375" y="2429725"/>
              <a:ext cx="99450" cy="202600"/>
            </a:xfrm>
            <a:custGeom>
              <a:avLst/>
              <a:gdLst/>
              <a:ahLst/>
              <a:cxnLst/>
              <a:rect l="l" t="t" r="r" b="b"/>
              <a:pathLst>
                <a:path w="3978" h="8104" extrusionOk="0">
                  <a:moveTo>
                    <a:pt x="1989" y="1223"/>
                  </a:moveTo>
                  <a:cubicBezTo>
                    <a:pt x="2470" y="1223"/>
                    <a:pt x="2930" y="1602"/>
                    <a:pt x="2930" y="2167"/>
                  </a:cubicBezTo>
                  <a:cubicBezTo>
                    <a:pt x="2930" y="2691"/>
                    <a:pt x="2501" y="3096"/>
                    <a:pt x="2001" y="3096"/>
                  </a:cubicBezTo>
                  <a:lnTo>
                    <a:pt x="2001" y="3120"/>
                  </a:lnTo>
                  <a:cubicBezTo>
                    <a:pt x="1144" y="3120"/>
                    <a:pt x="739" y="2096"/>
                    <a:pt x="1334" y="1501"/>
                  </a:cubicBezTo>
                  <a:cubicBezTo>
                    <a:pt x="1526" y="1309"/>
                    <a:pt x="1760" y="1223"/>
                    <a:pt x="1989" y="1223"/>
                  </a:cubicBezTo>
                  <a:close/>
                  <a:moveTo>
                    <a:pt x="2001" y="5001"/>
                  </a:moveTo>
                  <a:cubicBezTo>
                    <a:pt x="2501" y="5001"/>
                    <a:pt x="2930" y="5406"/>
                    <a:pt x="2930" y="5930"/>
                  </a:cubicBezTo>
                  <a:cubicBezTo>
                    <a:pt x="2930" y="6495"/>
                    <a:pt x="2459" y="6874"/>
                    <a:pt x="1978" y="6874"/>
                  </a:cubicBezTo>
                  <a:cubicBezTo>
                    <a:pt x="1749" y="6874"/>
                    <a:pt x="1518" y="6789"/>
                    <a:pt x="1334" y="6597"/>
                  </a:cubicBezTo>
                  <a:cubicBezTo>
                    <a:pt x="739" y="6002"/>
                    <a:pt x="1144" y="5001"/>
                    <a:pt x="2001" y="5001"/>
                  </a:cubicBezTo>
                  <a:close/>
                  <a:moveTo>
                    <a:pt x="1992" y="0"/>
                  </a:moveTo>
                  <a:cubicBezTo>
                    <a:pt x="1846" y="0"/>
                    <a:pt x="1703" y="96"/>
                    <a:pt x="1691" y="286"/>
                  </a:cubicBezTo>
                  <a:lnTo>
                    <a:pt x="1691" y="620"/>
                  </a:lnTo>
                  <a:cubicBezTo>
                    <a:pt x="1" y="977"/>
                    <a:pt x="1" y="3358"/>
                    <a:pt x="1691" y="3715"/>
                  </a:cubicBezTo>
                  <a:lnTo>
                    <a:pt x="1691" y="4406"/>
                  </a:lnTo>
                  <a:cubicBezTo>
                    <a:pt x="1" y="4739"/>
                    <a:pt x="1" y="7121"/>
                    <a:pt x="1691" y="7478"/>
                  </a:cubicBezTo>
                  <a:lnTo>
                    <a:pt x="1691" y="7835"/>
                  </a:lnTo>
                  <a:cubicBezTo>
                    <a:pt x="1703" y="8014"/>
                    <a:pt x="1846" y="8103"/>
                    <a:pt x="1992" y="8103"/>
                  </a:cubicBezTo>
                  <a:cubicBezTo>
                    <a:pt x="2138" y="8103"/>
                    <a:pt x="2287" y="8014"/>
                    <a:pt x="2311" y="7835"/>
                  </a:cubicBezTo>
                  <a:lnTo>
                    <a:pt x="2311" y="7478"/>
                  </a:lnTo>
                  <a:cubicBezTo>
                    <a:pt x="3978" y="7145"/>
                    <a:pt x="3978" y="4739"/>
                    <a:pt x="2311" y="4406"/>
                  </a:cubicBezTo>
                  <a:lnTo>
                    <a:pt x="2311" y="3715"/>
                  </a:lnTo>
                  <a:cubicBezTo>
                    <a:pt x="3049" y="3549"/>
                    <a:pt x="3573" y="2906"/>
                    <a:pt x="3573" y="2167"/>
                  </a:cubicBezTo>
                  <a:cubicBezTo>
                    <a:pt x="3549" y="1429"/>
                    <a:pt x="3049" y="786"/>
                    <a:pt x="2311" y="620"/>
                  </a:cubicBezTo>
                  <a:lnTo>
                    <a:pt x="2311" y="286"/>
                  </a:lnTo>
                  <a:cubicBezTo>
                    <a:pt x="2287" y="96"/>
                    <a:pt x="2138" y="0"/>
                    <a:pt x="19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25" name="Google Shape;9425;p88"/>
          <p:cNvGrpSpPr/>
          <p:nvPr/>
        </p:nvGrpSpPr>
        <p:grpSpPr>
          <a:xfrm>
            <a:off x="9409809" y="2358377"/>
            <a:ext cx="466233" cy="467233"/>
            <a:chOff x="5687450" y="2364825"/>
            <a:chExt cx="267950" cy="268525"/>
          </a:xfrm>
          <a:solidFill>
            <a:schemeClr val="bg1"/>
          </a:solidFill>
        </p:grpSpPr>
        <p:sp>
          <p:nvSpPr>
            <p:cNvPr id="9426" name="Google Shape;9426;p88"/>
            <p:cNvSpPr/>
            <p:nvPr/>
          </p:nvSpPr>
          <p:spPr>
            <a:xfrm>
              <a:off x="5905375" y="2444600"/>
              <a:ext cx="50025" cy="130425"/>
            </a:xfrm>
            <a:custGeom>
              <a:avLst/>
              <a:gdLst/>
              <a:ahLst/>
              <a:cxnLst/>
              <a:rect l="l" t="t" r="r" b="b"/>
              <a:pathLst>
                <a:path w="2001" h="5217" extrusionOk="0">
                  <a:moveTo>
                    <a:pt x="0" y="1"/>
                  </a:moveTo>
                  <a:lnTo>
                    <a:pt x="0" y="5216"/>
                  </a:lnTo>
                  <a:lnTo>
                    <a:pt x="2001" y="5216"/>
                  </a:lnTo>
                  <a:lnTo>
                    <a:pt x="20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7" name="Google Shape;9427;p88"/>
            <p:cNvSpPr/>
            <p:nvPr/>
          </p:nvSpPr>
          <p:spPr>
            <a:xfrm>
              <a:off x="5907750" y="2365425"/>
              <a:ext cx="45875" cy="63125"/>
            </a:xfrm>
            <a:custGeom>
              <a:avLst/>
              <a:gdLst/>
              <a:ahLst/>
              <a:cxnLst/>
              <a:rect l="l" t="t" r="r" b="b"/>
              <a:pathLst>
                <a:path w="1835" h="2525" extrusionOk="0">
                  <a:moveTo>
                    <a:pt x="917" y="0"/>
                  </a:moveTo>
                  <a:cubicBezTo>
                    <a:pt x="792" y="0"/>
                    <a:pt x="667" y="72"/>
                    <a:pt x="620" y="215"/>
                  </a:cubicBezTo>
                  <a:lnTo>
                    <a:pt x="0" y="2525"/>
                  </a:lnTo>
                  <a:lnTo>
                    <a:pt x="1834" y="2525"/>
                  </a:lnTo>
                  <a:lnTo>
                    <a:pt x="1215" y="215"/>
                  </a:lnTo>
                  <a:cubicBezTo>
                    <a:pt x="1167" y="72"/>
                    <a:pt x="1042" y="0"/>
                    <a:pt x="91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8" name="Google Shape;9428;p88"/>
            <p:cNvSpPr/>
            <p:nvPr/>
          </p:nvSpPr>
          <p:spPr>
            <a:xfrm>
              <a:off x="5905375" y="2591075"/>
              <a:ext cx="50025" cy="41700"/>
            </a:xfrm>
            <a:custGeom>
              <a:avLst/>
              <a:gdLst/>
              <a:ahLst/>
              <a:cxnLst/>
              <a:rect l="l" t="t" r="r" b="b"/>
              <a:pathLst>
                <a:path w="2001" h="1668" extrusionOk="0">
                  <a:moveTo>
                    <a:pt x="0" y="0"/>
                  </a:moveTo>
                  <a:lnTo>
                    <a:pt x="0" y="1143"/>
                  </a:lnTo>
                  <a:cubicBezTo>
                    <a:pt x="0" y="1429"/>
                    <a:pt x="238" y="1667"/>
                    <a:pt x="524" y="1667"/>
                  </a:cubicBezTo>
                  <a:lnTo>
                    <a:pt x="1477" y="1667"/>
                  </a:lnTo>
                  <a:cubicBezTo>
                    <a:pt x="1762" y="1667"/>
                    <a:pt x="2001" y="1429"/>
                    <a:pt x="2001" y="1143"/>
                  </a:cubicBezTo>
                  <a:lnTo>
                    <a:pt x="2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29" name="Google Shape;9429;p88"/>
            <p:cNvSpPr/>
            <p:nvPr/>
          </p:nvSpPr>
          <p:spPr>
            <a:xfrm>
              <a:off x="5687450" y="2387450"/>
              <a:ext cx="193525" cy="245900"/>
            </a:xfrm>
            <a:custGeom>
              <a:avLst/>
              <a:gdLst/>
              <a:ahLst/>
              <a:cxnLst/>
              <a:rect l="l" t="t" r="r" b="b"/>
              <a:pathLst>
                <a:path w="7741" h="9836" extrusionOk="0">
                  <a:moveTo>
                    <a:pt x="1144" y="1"/>
                  </a:moveTo>
                  <a:cubicBezTo>
                    <a:pt x="501" y="1"/>
                    <a:pt x="1" y="501"/>
                    <a:pt x="1" y="1144"/>
                  </a:cubicBezTo>
                  <a:lnTo>
                    <a:pt x="1" y="8669"/>
                  </a:lnTo>
                  <a:cubicBezTo>
                    <a:pt x="1" y="9312"/>
                    <a:pt x="501" y="9836"/>
                    <a:pt x="1144" y="9836"/>
                  </a:cubicBezTo>
                  <a:lnTo>
                    <a:pt x="6598" y="9836"/>
                  </a:lnTo>
                  <a:cubicBezTo>
                    <a:pt x="7217" y="9836"/>
                    <a:pt x="7741" y="9312"/>
                    <a:pt x="7741" y="8669"/>
                  </a:cubicBezTo>
                  <a:lnTo>
                    <a:pt x="7741" y="1120"/>
                  </a:lnTo>
                  <a:cubicBezTo>
                    <a:pt x="7741" y="501"/>
                    <a:pt x="7217" y="1"/>
                    <a:pt x="6598" y="1"/>
                  </a:cubicBezTo>
                  <a:lnTo>
                    <a:pt x="6121" y="1"/>
                  </a:lnTo>
                  <a:cubicBezTo>
                    <a:pt x="6217" y="143"/>
                    <a:pt x="6264" y="334"/>
                    <a:pt x="6288" y="524"/>
                  </a:cubicBezTo>
                  <a:lnTo>
                    <a:pt x="6288" y="786"/>
                  </a:lnTo>
                  <a:cubicBezTo>
                    <a:pt x="6669" y="834"/>
                    <a:pt x="6955" y="1167"/>
                    <a:pt x="6955" y="1572"/>
                  </a:cubicBezTo>
                  <a:lnTo>
                    <a:pt x="6955" y="8264"/>
                  </a:lnTo>
                  <a:cubicBezTo>
                    <a:pt x="6955" y="8693"/>
                    <a:pt x="6598" y="9050"/>
                    <a:pt x="6169" y="9050"/>
                  </a:cubicBezTo>
                  <a:lnTo>
                    <a:pt x="1573" y="9050"/>
                  </a:lnTo>
                  <a:cubicBezTo>
                    <a:pt x="1144" y="9050"/>
                    <a:pt x="787" y="8693"/>
                    <a:pt x="787" y="8264"/>
                  </a:cubicBezTo>
                  <a:lnTo>
                    <a:pt x="787" y="1572"/>
                  </a:lnTo>
                  <a:cubicBezTo>
                    <a:pt x="787" y="1167"/>
                    <a:pt x="1073" y="834"/>
                    <a:pt x="1454" y="786"/>
                  </a:cubicBezTo>
                  <a:lnTo>
                    <a:pt x="1454" y="524"/>
                  </a:lnTo>
                  <a:cubicBezTo>
                    <a:pt x="1454" y="334"/>
                    <a:pt x="1525" y="143"/>
                    <a:pt x="1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0" name="Google Shape;9430;p88"/>
            <p:cNvSpPr/>
            <p:nvPr/>
          </p:nvSpPr>
          <p:spPr>
            <a:xfrm>
              <a:off x="5739850" y="2364825"/>
              <a:ext cx="88750" cy="57175"/>
            </a:xfrm>
            <a:custGeom>
              <a:avLst/>
              <a:gdLst/>
              <a:ahLst/>
              <a:cxnLst/>
              <a:rect l="l" t="t" r="r" b="b"/>
              <a:pathLst>
                <a:path w="3550" h="2287" extrusionOk="0">
                  <a:moveTo>
                    <a:pt x="1144" y="1"/>
                  </a:moveTo>
                  <a:cubicBezTo>
                    <a:pt x="1001" y="1"/>
                    <a:pt x="882" y="72"/>
                    <a:pt x="858" y="215"/>
                  </a:cubicBezTo>
                  <a:lnTo>
                    <a:pt x="667" y="691"/>
                  </a:lnTo>
                  <a:lnTo>
                    <a:pt x="96" y="1168"/>
                  </a:lnTo>
                  <a:cubicBezTo>
                    <a:pt x="24" y="1215"/>
                    <a:pt x="1" y="1310"/>
                    <a:pt x="1" y="1406"/>
                  </a:cubicBezTo>
                  <a:lnTo>
                    <a:pt x="1" y="1977"/>
                  </a:lnTo>
                  <a:cubicBezTo>
                    <a:pt x="1" y="2144"/>
                    <a:pt x="144" y="2287"/>
                    <a:pt x="310" y="2287"/>
                  </a:cubicBezTo>
                  <a:lnTo>
                    <a:pt x="3239" y="2287"/>
                  </a:lnTo>
                  <a:cubicBezTo>
                    <a:pt x="3406" y="2287"/>
                    <a:pt x="3549" y="2144"/>
                    <a:pt x="3549" y="1977"/>
                  </a:cubicBezTo>
                  <a:lnTo>
                    <a:pt x="3549" y="1406"/>
                  </a:lnTo>
                  <a:cubicBezTo>
                    <a:pt x="3549" y="1310"/>
                    <a:pt x="3525" y="1215"/>
                    <a:pt x="3454" y="1168"/>
                  </a:cubicBezTo>
                  <a:lnTo>
                    <a:pt x="2882" y="691"/>
                  </a:lnTo>
                  <a:lnTo>
                    <a:pt x="2692" y="215"/>
                  </a:lnTo>
                  <a:cubicBezTo>
                    <a:pt x="2668" y="72"/>
                    <a:pt x="2549"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1" name="Google Shape;9431;p88"/>
            <p:cNvSpPr/>
            <p:nvPr/>
          </p:nvSpPr>
          <p:spPr>
            <a:xfrm>
              <a:off x="5722600" y="2422575"/>
              <a:ext cx="123250" cy="175075"/>
            </a:xfrm>
            <a:custGeom>
              <a:avLst/>
              <a:gdLst/>
              <a:ahLst/>
              <a:cxnLst/>
              <a:rect l="l" t="t" r="r" b="b"/>
              <a:pathLst>
                <a:path w="4930" h="7003" extrusionOk="0">
                  <a:moveTo>
                    <a:pt x="1256" y="1070"/>
                  </a:moveTo>
                  <a:cubicBezTo>
                    <a:pt x="1653" y="1070"/>
                    <a:pt x="1653" y="1717"/>
                    <a:pt x="1256" y="1717"/>
                  </a:cubicBezTo>
                  <a:cubicBezTo>
                    <a:pt x="1242" y="1717"/>
                    <a:pt x="1229" y="1717"/>
                    <a:pt x="1215" y="1715"/>
                  </a:cubicBezTo>
                  <a:cubicBezTo>
                    <a:pt x="834" y="1668"/>
                    <a:pt x="834" y="1120"/>
                    <a:pt x="1215" y="1072"/>
                  </a:cubicBezTo>
                  <a:cubicBezTo>
                    <a:pt x="1229" y="1071"/>
                    <a:pt x="1242" y="1070"/>
                    <a:pt x="1256" y="1070"/>
                  </a:cubicBezTo>
                  <a:close/>
                  <a:moveTo>
                    <a:pt x="2219" y="1070"/>
                  </a:moveTo>
                  <a:cubicBezTo>
                    <a:pt x="2233" y="1070"/>
                    <a:pt x="2248" y="1071"/>
                    <a:pt x="2262" y="1072"/>
                  </a:cubicBezTo>
                  <a:lnTo>
                    <a:pt x="3715" y="1072"/>
                  </a:lnTo>
                  <a:cubicBezTo>
                    <a:pt x="4096" y="1120"/>
                    <a:pt x="4096" y="1668"/>
                    <a:pt x="3715" y="1715"/>
                  </a:cubicBezTo>
                  <a:lnTo>
                    <a:pt x="2262" y="1715"/>
                  </a:lnTo>
                  <a:cubicBezTo>
                    <a:pt x="2248" y="1717"/>
                    <a:pt x="2233" y="1717"/>
                    <a:pt x="2219" y="1717"/>
                  </a:cubicBezTo>
                  <a:cubicBezTo>
                    <a:pt x="1801" y="1717"/>
                    <a:pt x="1801" y="1070"/>
                    <a:pt x="2219" y="1070"/>
                  </a:cubicBezTo>
                  <a:close/>
                  <a:moveTo>
                    <a:pt x="1203" y="2337"/>
                  </a:moveTo>
                  <a:cubicBezTo>
                    <a:pt x="1365" y="2337"/>
                    <a:pt x="1524" y="2453"/>
                    <a:pt x="1524" y="2644"/>
                  </a:cubicBezTo>
                  <a:cubicBezTo>
                    <a:pt x="1524" y="2835"/>
                    <a:pt x="1381" y="2977"/>
                    <a:pt x="1215" y="2977"/>
                  </a:cubicBezTo>
                  <a:cubicBezTo>
                    <a:pt x="929" y="2977"/>
                    <a:pt x="786" y="2620"/>
                    <a:pt x="976" y="2430"/>
                  </a:cubicBezTo>
                  <a:cubicBezTo>
                    <a:pt x="1040" y="2366"/>
                    <a:pt x="1122" y="2337"/>
                    <a:pt x="1203" y="2337"/>
                  </a:cubicBezTo>
                  <a:close/>
                  <a:moveTo>
                    <a:pt x="2218" y="2332"/>
                  </a:moveTo>
                  <a:cubicBezTo>
                    <a:pt x="2232" y="2332"/>
                    <a:pt x="2247" y="2333"/>
                    <a:pt x="2262" y="2334"/>
                  </a:cubicBezTo>
                  <a:lnTo>
                    <a:pt x="3715" y="2334"/>
                  </a:lnTo>
                  <a:cubicBezTo>
                    <a:pt x="4096" y="2382"/>
                    <a:pt x="4096" y="2930"/>
                    <a:pt x="3715" y="2977"/>
                  </a:cubicBezTo>
                  <a:lnTo>
                    <a:pt x="2262" y="2977"/>
                  </a:lnTo>
                  <a:cubicBezTo>
                    <a:pt x="2255" y="2978"/>
                    <a:pt x="2247" y="2978"/>
                    <a:pt x="2239" y="2978"/>
                  </a:cubicBezTo>
                  <a:cubicBezTo>
                    <a:pt x="1801" y="2978"/>
                    <a:pt x="1794" y="2332"/>
                    <a:pt x="2218" y="2332"/>
                  </a:cubicBezTo>
                  <a:close/>
                  <a:moveTo>
                    <a:pt x="1203" y="3589"/>
                  </a:moveTo>
                  <a:cubicBezTo>
                    <a:pt x="1365" y="3589"/>
                    <a:pt x="1524" y="3716"/>
                    <a:pt x="1524" y="3906"/>
                  </a:cubicBezTo>
                  <a:cubicBezTo>
                    <a:pt x="1524" y="4073"/>
                    <a:pt x="1381" y="4216"/>
                    <a:pt x="1215" y="4216"/>
                  </a:cubicBezTo>
                  <a:cubicBezTo>
                    <a:pt x="929" y="4216"/>
                    <a:pt x="786" y="3882"/>
                    <a:pt x="976" y="3692"/>
                  </a:cubicBezTo>
                  <a:cubicBezTo>
                    <a:pt x="1040" y="3620"/>
                    <a:pt x="1122" y="3589"/>
                    <a:pt x="1203" y="3589"/>
                  </a:cubicBezTo>
                  <a:close/>
                  <a:moveTo>
                    <a:pt x="2218" y="3594"/>
                  </a:moveTo>
                  <a:cubicBezTo>
                    <a:pt x="2232" y="3594"/>
                    <a:pt x="2247" y="3595"/>
                    <a:pt x="2262" y="3597"/>
                  </a:cubicBezTo>
                  <a:lnTo>
                    <a:pt x="3715" y="3597"/>
                  </a:lnTo>
                  <a:cubicBezTo>
                    <a:pt x="4096" y="3620"/>
                    <a:pt x="4096" y="4192"/>
                    <a:pt x="3715" y="4216"/>
                  </a:cubicBezTo>
                  <a:lnTo>
                    <a:pt x="2262" y="4216"/>
                  </a:lnTo>
                  <a:cubicBezTo>
                    <a:pt x="2247" y="4217"/>
                    <a:pt x="2232" y="4218"/>
                    <a:pt x="2218" y="4218"/>
                  </a:cubicBezTo>
                  <a:cubicBezTo>
                    <a:pt x="1801" y="4218"/>
                    <a:pt x="1801" y="3594"/>
                    <a:pt x="2218" y="3594"/>
                  </a:cubicBezTo>
                  <a:close/>
                  <a:moveTo>
                    <a:pt x="1189" y="4843"/>
                  </a:moveTo>
                  <a:cubicBezTo>
                    <a:pt x="1356" y="4843"/>
                    <a:pt x="1524" y="4972"/>
                    <a:pt x="1524" y="5168"/>
                  </a:cubicBezTo>
                  <a:cubicBezTo>
                    <a:pt x="1524" y="5335"/>
                    <a:pt x="1381" y="5478"/>
                    <a:pt x="1215" y="5478"/>
                  </a:cubicBezTo>
                  <a:cubicBezTo>
                    <a:pt x="929" y="5478"/>
                    <a:pt x="786" y="5145"/>
                    <a:pt x="976" y="4930"/>
                  </a:cubicBezTo>
                  <a:cubicBezTo>
                    <a:pt x="1036" y="4870"/>
                    <a:pt x="1112" y="4843"/>
                    <a:pt x="1189" y="4843"/>
                  </a:cubicBezTo>
                  <a:close/>
                  <a:moveTo>
                    <a:pt x="2218" y="4856"/>
                  </a:moveTo>
                  <a:cubicBezTo>
                    <a:pt x="2232" y="4856"/>
                    <a:pt x="2247" y="4857"/>
                    <a:pt x="2262" y="4859"/>
                  </a:cubicBezTo>
                  <a:lnTo>
                    <a:pt x="3715" y="4859"/>
                  </a:lnTo>
                  <a:cubicBezTo>
                    <a:pt x="4096" y="4883"/>
                    <a:pt x="4096" y="5430"/>
                    <a:pt x="3715" y="5478"/>
                  </a:cubicBezTo>
                  <a:lnTo>
                    <a:pt x="2262" y="5478"/>
                  </a:lnTo>
                  <a:cubicBezTo>
                    <a:pt x="2247" y="5479"/>
                    <a:pt x="2232" y="5480"/>
                    <a:pt x="2218" y="5480"/>
                  </a:cubicBezTo>
                  <a:cubicBezTo>
                    <a:pt x="1801" y="5480"/>
                    <a:pt x="1801" y="4856"/>
                    <a:pt x="2218" y="4856"/>
                  </a:cubicBezTo>
                  <a:close/>
                  <a:moveTo>
                    <a:pt x="95" y="1"/>
                  </a:moveTo>
                  <a:cubicBezTo>
                    <a:pt x="24" y="1"/>
                    <a:pt x="0" y="72"/>
                    <a:pt x="0" y="144"/>
                  </a:cubicBezTo>
                  <a:lnTo>
                    <a:pt x="0" y="6835"/>
                  </a:lnTo>
                  <a:cubicBezTo>
                    <a:pt x="0" y="6931"/>
                    <a:pt x="71" y="7002"/>
                    <a:pt x="143" y="7002"/>
                  </a:cubicBezTo>
                  <a:lnTo>
                    <a:pt x="4787" y="7002"/>
                  </a:lnTo>
                  <a:cubicBezTo>
                    <a:pt x="4858" y="7002"/>
                    <a:pt x="4930" y="6931"/>
                    <a:pt x="4930" y="6835"/>
                  </a:cubicBezTo>
                  <a:lnTo>
                    <a:pt x="4930" y="144"/>
                  </a:lnTo>
                  <a:cubicBezTo>
                    <a:pt x="4930" y="72"/>
                    <a:pt x="4882" y="1"/>
                    <a:pt x="4811" y="1"/>
                  </a:cubicBezTo>
                  <a:cubicBezTo>
                    <a:pt x="4668" y="358"/>
                    <a:pt x="4310" y="620"/>
                    <a:pt x="3929" y="620"/>
                  </a:cubicBezTo>
                  <a:lnTo>
                    <a:pt x="1000" y="620"/>
                  </a:lnTo>
                  <a:cubicBezTo>
                    <a:pt x="595" y="620"/>
                    <a:pt x="238" y="358"/>
                    <a:pt x="9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32" name="Google Shape;9432;p88"/>
          <p:cNvGrpSpPr/>
          <p:nvPr/>
        </p:nvGrpSpPr>
        <p:grpSpPr>
          <a:xfrm>
            <a:off x="10408482" y="2358377"/>
            <a:ext cx="469321" cy="466233"/>
            <a:chOff x="6261400" y="2364825"/>
            <a:chExt cx="269725" cy="267950"/>
          </a:xfrm>
          <a:solidFill>
            <a:schemeClr val="bg1"/>
          </a:solidFill>
        </p:grpSpPr>
        <p:sp>
          <p:nvSpPr>
            <p:cNvPr id="9433" name="Google Shape;9433;p88"/>
            <p:cNvSpPr/>
            <p:nvPr/>
          </p:nvSpPr>
          <p:spPr>
            <a:xfrm>
              <a:off x="6261400" y="2364825"/>
              <a:ext cx="70875" cy="267950"/>
            </a:xfrm>
            <a:custGeom>
              <a:avLst/>
              <a:gdLst/>
              <a:ahLst/>
              <a:cxnLst/>
              <a:rect l="l" t="t" r="r" b="b"/>
              <a:pathLst>
                <a:path w="2835" h="10718" extrusionOk="0">
                  <a:moveTo>
                    <a:pt x="1219" y="1665"/>
                  </a:moveTo>
                  <a:cubicBezTo>
                    <a:pt x="1233" y="1665"/>
                    <a:pt x="1247" y="1666"/>
                    <a:pt x="1262" y="1668"/>
                  </a:cubicBezTo>
                  <a:lnTo>
                    <a:pt x="1548" y="1668"/>
                  </a:lnTo>
                  <a:lnTo>
                    <a:pt x="1548" y="2311"/>
                  </a:lnTo>
                  <a:lnTo>
                    <a:pt x="1262" y="2311"/>
                  </a:lnTo>
                  <a:cubicBezTo>
                    <a:pt x="1247" y="2312"/>
                    <a:pt x="1233" y="2313"/>
                    <a:pt x="1219" y="2313"/>
                  </a:cubicBezTo>
                  <a:cubicBezTo>
                    <a:pt x="800" y="2313"/>
                    <a:pt x="800" y="1665"/>
                    <a:pt x="1219" y="1665"/>
                  </a:cubicBezTo>
                  <a:close/>
                  <a:moveTo>
                    <a:pt x="1218" y="5023"/>
                  </a:moveTo>
                  <a:cubicBezTo>
                    <a:pt x="1232" y="5023"/>
                    <a:pt x="1247" y="5024"/>
                    <a:pt x="1262" y="5025"/>
                  </a:cubicBezTo>
                  <a:lnTo>
                    <a:pt x="1548" y="5025"/>
                  </a:lnTo>
                  <a:lnTo>
                    <a:pt x="1548" y="5668"/>
                  </a:lnTo>
                  <a:lnTo>
                    <a:pt x="1262" y="5645"/>
                  </a:lnTo>
                  <a:cubicBezTo>
                    <a:pt x="1247" y="5646"/>
                    <a:pt x="1232" y="5647"/>
                    <a:pt x="1218" y="5647"/>
                  </a:cubicBezTo>
                  <a:cubicBezTo>
                    <a:pt x="801" y="5647"/>
                    <a:pt x="801" y="5023"/>
                    <a:pt x="1218" y="5023"/>
                  </a:cubicBezTo>
                  <a:close/>
                  <a:moveTo>
                    <a:pt x="1548" y="8431"/>
                  </a:moveTo>
                  <a:lnTo>
                    <a:pt x="1548" y="9050"/>
                  </a:lnTo>
                  <a:lnTo>
                    <a:pt x="1262" y="9050"/>
                  </a:lnTo>
                  <a:cubicBezTo>
                    <a:pt x="1072" y="9050"/>
                    <a:pt x="929" y="8907"/>
                    <a:pt x="953" y="8740"/>
                  </a:cubicBezTo>
                  <a:cubicBezTo>
                    <a:pt x="953" y="8550"/>
                    <a:pt x="1096" y="8431"/>
                    <a:pt x="1262" y="8431"/>
                  </a:cubicBezTo>
                  <a:close/>
                  <a:moveTo>
                    <a:pt x="2715" y="1"/>
                  </a:moveTo>
                  <a:cubicBezTo>
                    <a:pt x="2120" y="1"/>
                    <a:pt x="1643" y="453"/>
                    <a:pt x="1572" y="1048"/>
                  </a:cubicBezTo>
                  <a:lnTo>
                    <a:pt x="1262" y="1048"/>
                  </a:lnTo>
                  <a:cubicBezTo>
                    <a:pt x="0" y="1048"/>
                    <a:pt x="0" y="2930"/>
                    <a:pt x="1262" y="2930"/>
                  </a:cubicBezTo>
                  <a:lnTo>
                    <a:pt x="1548" y="2930"/>
                  </a:lnTo>
                  <a:lnTo>
                    <a:pt x="1548" y="4406"/>
                  </a:lnTo>
                  <a:lnTo>
                    <a:pt x="1262" y="4406"/>
                  </a:lnTo>
                  <a:cubicBezTo>
                    <a:pt x="0" y="4406"/>
                    <a:pt x="0" y="6288"/>
                    <a:pt x="1262" y="6288"/>
                  </a:cubicBezTo>
                  <a:lnTo>
                    <a:pt x="1548" y="6288"/>
                  </a:lnTo>
                  <a:lnTo>
                    <a:pt x="1548" y="7788"/>
                  </a:lnTo>
                  <a:lnTo>
                    <a:pt x="1262" y="7788"/>
                  </a:lnTo>
                  <a:cubicBezTo>
                    <a:pt x="0" y="7788"/>
                    <a:pt x="0" y="9669"/>
                    <a:pt x="1262" y="9669"/>
                  </a:cubicBezTo>
                  <a:lnTo>
                    <a:pt x="1572" y="9669"/>
                  </a:lnTo>
                  <a:cubicBezTo>
                    <a:pt x="1643" y="10265"/>
                    <a:pt x="2120" y="10717"/>
                    <a:pt x="2715" y="10717"/>
                  </a:cubicBezTo>
                  <a:lnTo>
                    <a:pt x="2834" y="10717"/>
                  </a:lnTo>
                  <a:lnTo>
                    <a:pt x="28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4" name="Google Shape;9434;p88"/>
            <p:cNvSpPr/>
            <p:nvPr/>
          </p:nvSpPr>
          <p:spPr>
            <a:xfrm>
              <a:off x="6499525" y="2364825"/>
              <a:ext cx="31000" cy="60750"/>
            </a:xfrm>
            <a:custGeom>
              <a:avLst/>
              <a:gdLst/>
              <a:ahLst/>
              <a:cxnLst/>
              <a:rect l="l" t="t" r="r" b="b"/>
              <a:pathLst>
                <a:path w="1240" h="2430" extrusionOk="0">
                  <a:moveTo>
                    <a:pt x="1" y="1"/>
                  </a:moveTo>
                  <a:lnTo>
                    <a:pt x="1" y="2096"/>
                  </a:lnTo>
                  <a:lnTo>
                    <a:pt x="311" y="2096"/>
                  </a:lnTo>
                  <a:cubicBezTo>
                    <a:pt x="644" y="2096"/>
                    <a:pt x="977" y="2215"/>
                    <a:pt x="1239" y="2430"/>
                  </a:cubicBezTo>
                  <a:lnTo>
                    <a:pt x="1239" y="1263"/>
                  </a:lnTo>
                  <a:cubicBezTo>
                    <a:pt x="1239" y="572"/>
                    <a:pt x="692" y="1"/>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5" name="Google Shape;9435;p88"/>
            <p:cNvSpPr/>
            <p:nvPr/>
          </p:nvSpPr>
          <p:spPr>
            <a:xfrm>
              <a:off x="6500125" y="2433300"/>
              <a:ext cx="31000" cy="60150"/>
            </a:xfrm>
            <a:custGeom>
              <a:avLst/>
              <a:gdLst/>
              <a:ahLst/>
              <a:cxnLst/>
              <a:rect l="l" t="t" r="r" b="b"/>
              <a:pathLst>
                <a:path w="1240" h="2406" extrusionOk="0">
                  <a:moveTo>
                    <a:pt x="1" y="0"/>
                  </a:moveTo>
                  <a:lnTo>
                    <a:pt x="1" y="2096"/>
                  </a:lnTo>
                  <a:lnTo>
                    <a:pt x="287" y="2096"/>
                  </a:lnTo>
                  <a:cubicBezTo>
                    <a:pt x="620" y="2096"/>
                    <a:pt x="953" y="2215"/>
                    <a:pt x="1239" y="2406"/>
                  </a:cubicBezTo>
                  <a:lnTo>
                    <a:pt x="1239" y="929"/>
                  </a:lnTo>
                  <a:cubicBezTo>
                    <a:pt x="1215" y="405"/>
                    <a:pt x="810" y="0"/>
                    <a:pt x="2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6" name="Google Shape;9436;p88"/>
            <p:cNvSpPr/>
            <p:nvPr/>
          </p:nvSpPr>
          <p:spPr>
            <a:xfrm>
              <a:off x="6500125" y="2569625"/>
              <a:ext cx="31000" cy="63150"/>
            </a:xfrm>
            <a:custGeom>
              <a:avLst/>
              <a:gdLst/>
              <a:ahLst/>
              <a:cxnLst/>
              <a:rect l="l" t="t" r="r" b="b"/>
              <a:pathLst>
                <a:path w="1240" h="2526" extrusionOk="0">
                  <a:moveTo>
                    <a:pt x="1" y="1"/>
                  </a:moveTo>
                  <a:lnTo>
                    <a:pt x="1" y="2525"/>
                  </a:lnTo>
                  <a:lnTo>
                    <a:pt x="930" y="2525"/>
                  </a:lnTo>
                  <a:cubicBezTo>
                    <a:pt x="1096" y="2525"/>
                    <a:pt x="1239" y="2382"/>
                    <a:pt x="1239" y="2215"/>
                  </a:cubicBezTo>
                  <a:lnTo>
                    <a:pt x="1239" y="953"/>
                  </a:lnTo>
                  <a:cubicBezTo>
                    <a:pt x="1239" y="429"/>
                    <a:pt x="810" y="1"/>
                    <a:pt x="2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7" name="Google Shape;9437;p88"/>
            <p:cNvSpPr/>
            <p:nvPr/>
          </p:nvSpPr>
          <p:spPr>
            <a:xfrm>
              <a:off x="6500125" y="2501175"/>
              <a:ext cx="31000" cy="60750"/>
            </a:xfrm>
            <a:custGeom>
              <a:avLst/>
              <a:gdLst/>
              <a:ahLst/>
              <a:cxnLst/>
              <a:rect l="l" t="t" r="r" b="b"/>
              <a:pathLst>
                <a:path w="1240" h="2430" extrusionOk="0">
                  <a:moveTo>
                    <a:pt x="1" y="0"/>
                  </a:moveTo>
                  <a:lnTo>
                    <a:pt x="1" y="2120"/>
                  </a:lnTo>
                  <a:lnTo>
                    <a:pt x="287" y="2120"/>
                  </a:lnTo>
                  <a:cubicBezTo>
                    <a:pt x="620" y="2120"/>
                    <a:pt x="953" y="2215"/>
                    <a:pt x="1239" y="2429"/>
                  </a:cubicBezTo>
                  <a:lnTo>
                    <a:pt x="1239" y="953"/>
                  </a:lnTo>
                  <a:cubicBezTo>
                    <a:pt x="1215" y="429"/>
                    <a:pt x="810" y="0"/>
                    <a:pt x="2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8" name="Google Shape;9438;p88"/>
            <p:cNvSpPr/>
            <p:nvPr/>
          </p:nvSpPr>
          <p:spPr>
            <a:xfrm>
              <a:off x="6381650" y="2474975"/>
              <a:ext cx="67900" cy="30975"/>
            </a:xfrm>
            <a:custGeom>
              <a:avLst/>
              <a:gdLst/>
              <a:ahLst/>
              <a:cxnLst/>
              <a:rect l="l" t="t" r="r" b="b"/>
              <a:pathLst>
                <a:path w="2716" h="1239" extrusionOk="0">
                  <a:moveTo>
                    <a:pt x="1358" y="0"/>
                  </a:moveTo>
                  <a:cubicBezTo>
                    <a:pt x="667" y="0"/>
                    <a:pt x="72" y="548"/>
                    <a:pt x="1" y="1239"/>
                  </a:cubicBezTo>
                  <a:lnTo>
                    <a:pt x="2716" y="1239"/>
                  </a:lnTo>
                  <a:cubicBezTo>
                    <a:pt x="2668" y="548"/>
                    <a:pt x="2073" y="0"/>
                    <a:pt x="13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39" name="Google Shape;9439;p88"/>
            <p:cNvSpPr/>
            <p:nvPr/>
          </p:nvSpPr>
          <p:spPr>
            <a:xfrm>
              <a:off x="6348325" y="2364825"/>
              <a:ext cx="135750" cy="267950"/>
            </a:xfrm>
            <a:custGeom>
              <a:avLst/>
              <a:gdLst/>
              <a:ahLst/>
              <a:cxnLst/>
              <a:rect l="l" t="t" r="r" b="b"/>
              <a:pathLst>
                <a:path w="5430" h="10718" extrusionOk="0">
                  <a:moveTo>
                    <a:pt x="2715" y="1882"/>
                  </a:moveTo>
                  <a:cubicBezTo>
                    <a:pt x="3810" y="1882"/>
                    <a:pt x="4382" y="3192"/>
                    <a:pt x="3620" y="4001"/>
                  </a:cubicBezTo>
                  <a:cubicBezTo>
                    <a:pt x="4287" y="4335"/>
                    <a:pt x="4692" y="5025"/>
                    <a:pt x="4692" y="5764"/>
                  </a:cubicBezTo>
                  <a:lnTo>
                    <a:pt x="4692" y="5978"/>
                  </a:lnTo>
                  <a:cubicBezTo>
                    <a:pt x="4692" y="6145"/>
                    <a:pt x="4549" y="6288"/>
                    <a:pt x="4382" y="6288"/>
                  </a:cubicBezTo>
                  <a:lnTo>
                    <a:pt x="1024" y="6288"/>
                  </a:lnTo>
                  <a:cubicBezTo>
                    <a:pt x="857" y="6288"/>
                    <a:pt x="691" y="6145"/>
                    <a:pt x="714" y="5978"/>
                  </a:cubicBezTo>
                  <a:lnTo>
                    <a:pt x="714" y="5764"/>
                  </a:lnTo>
                  <a:cubicBezTo>
                    <a:pt x="714" y="5025"/>
                    <a:pt x="1143" y="4335"/>
                    <a:pt x="1786" y="4001"/>
                  </a:cubicBezTo>
                  <a:cubicBezTo>
                    <a:pt x="1048" y="3192"/>
                    <a:pt x="1619" y="1882"/>
                    <a:pt x="2715" y="1882"/>
                  </a:cubicBezTo>
                  <a:close/>
                  <a:moveTo>
                    <a:pt x="4424" y="6905"/>
                  </a:moveTo>
                  <a:cubicBezTo>
                    <a:pt x="4820" y="6905"/>
                    <a:pt x="4820" y="7528"/>
                    <a:pt x="4424" y="7528"/>
                  </a:cubicBezTo>
                  <a:cubicBezTo>
                    <a:pt x="4411" y="7528"/>
                    <a:pt x="4397" y="7527"/>
                    <a:pt x="4382" y="7526"/>
                  </a:cubicBezTo>
                  <a:lnTo>
                    <a:pt x="1024" y="7526"/>
                  </a:lnTo>
                  <a:cubicBezTo>
                    <a:pt x="643" y="7502"/>
                    <a:pt x="643" y="6954"/>
                    <a:pt x="1024" y="6907"/>
                  </a:cubicBezTo>
                  <a:lnTo>
                    <a:pt x="4382" y="6907"/>
                  </a:lnTo>
                  <a:cubicBezTo>
                    <a:pt x="4397" y="6905"/>
                    <a:pt x="4411" y="6905"/>
                    <a:pt x="4424" y="6905"/>
                  </a:cubicBezTo>
                  <a:close/>
                  <a:moveTo>
                    <a:pt x="4424" y="8167"/>
                  </a:moveTo>
                  <a:cubicBezTo>
                    <a:pt x="4820" y="8167"/>
                    <a:pt x="4820" y="8790"/>
                    <a:pt x="4424" y="8790"/>
                  </a:cubicBezTo>
                  <a:cubicBezTo>
                    <a:pt x="4411" y="8790"/>
                    <a:pt x="4397" y="8790"/>
                    <a:pt x="4382" y="8788"/>
                  </a:cubicBezTo>
                  <a:lnTo>
                    <a:pt x="1024" y="8788"/>
                  </a:lnTo>
                  <a:cubicBezTo>
                    <a:pt x="643" y="8764"/>
                    <a:pt x="643" y="8193"/>
                    <a:pt x="1024" y="8169"/>
                  </a:cubicBezTo>
                  <a:lnTo>
                    <a:pt x="4382" y="8169"/>
                  </a:lnTo>
                  <a:cubicBezTo>
                    <a:pt x="4397" y="8167"/>
                    <a:pt x="4411" y="8167"/>
                    <a:pt x="4424" y="8167"/>
                  </a:cubicBezTo>
                  <a:close/>
                  <a:moveTo>
                    <a:pt x="0" y="1"/>
                  </a:moveTo>
                  <a:lnTo>
                    <a:pt x="0" y="10717"/>
                  </a:lnTo>
                  <a:lnTo>
                    <a:pt x="5430" y="10717"/>
                  </a:lnTo>
                  <a:lnTo>
                    <a:pt x="54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0" name="Google Shape;9440;p88"/>
            <p:cNvSpPr/>
            <p:nvPr/>
          </p:nvSpPr>
          <p:spPr>
            <a:xfrm>
              <a:off x="6400100" y="2427925"/>
              <a:ext cx="31600" cy="31000"/>
            </a:xfrm>
            <a:custGeom>
              <a:avLst/>
              <a:gdLst/>
              <a:ahLst/>
              <a:cxnLst/>
              <a:rect l="l" t="t" r="r" b="b"/>
              <a:pathLst>
                <a:path w="1264" h="1240" extrusionOk="0">
                  <a:moveTo>
                    <a:pt x="620" y="1"/>
                  </a:moveTo>
                  <a:cubicBezTo>
                    <a:pt x="287" y="1"/>
                    <a:pt x="1" y="263"/>
                    <a:pt x="1" y="620"/>
                  </a:cubicBezTo>
                  <a:cubicBezTo>
                    <a:pt x="1" y="954"/>
                    <a:pt x="287" y="1239"/>
                    <a:pt x="620" y="1239"/>
                  </a:cubicBezTo>
                  <a:cubicBezTo>
                    <a:pt x="977" y="1239"/>
                    <a:pt x="1263" y="954"/>
                    <a:pt x="1263" y="620"/>
                  </a:cubicBezTo>
                  <a:cubicBezTo>
                    <a:pt x="1263" y="263"/>
                    <a:pt x="977" y="1"/>
                    <a:pt x="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41" name="Google Shape;9441;p88"/>
          <p:cNvGrpSpPr/>
          <p:nvPr/>
        </p:nvGrpSpPr>
        <p:grpSpPr>
          <a:xfrm>
            <a:off x="10416747" y="3103227"/>
            <a:ext cx="468277" cy="466189"/>
            <a:chOff x="6266150" y="2792900"/>
            <a:chExt cx="269125" cy="267925"/>
          </a:xfrm>
          <a:solidFill>
            <a:schemeClr val="bg1"/>
          </a:solidFill>
        </p:grpSpPr>
        <p:sp>
          <p:nvSpPr>
            <p:cNvPr id="9442" name="Google Shape;9442;p88"/>
            <p:cNvSpPr/>
            <p:nvPr/>
          </p:nvSpPr>
          <p:spPr>
            <a:xfrm>
              <a:off x="6306650" y="2867250"/>
              <a:ext cx="39300" cy="150700"/>
            </a:xfrm>
            <a:custGeom>
              <a:avLst/>
              <a:gdLst/>
              <a:ahLst/>
              <a:cxnLst/>
              <a:rect l="l" t="t" r="r" b="b"/>
              <a:pathLst>
                <a:path w="1572" h="6028" extrusionOk="0">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3" name="Google Shape;9443;p88"/>
            <p:cNvSpPr/>
            <p:nvPr/>
          </p:nvSpPr>
          <p:spPr>
            <a:xfrm>
              <a:off x="6266150" y="2888150"/>
              <a:ext cx="28600" cy="172675"/>
            </a:xfrm>
            <a:custGeom>
              <a:avLst/>
              <a:gdLst/>
              <a:ahLst/>
              <a:cxnLst/>
              <a:rect l="l" t="t" r="r" b="b"/>
              <a:pathLst>
                <a:path w="1144" h="6907" extrusionOk="0">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4" name="Google Shape;9444;p88"/>
            <p:cNvSpPr/>
            <p:nvPr/>
          </p:nvSpPr>
          <p:spPr>
            <a:xfrm>
              <a:off x="6499525" y="2966150"/>
              <a:ext cx="6000" cy="16675"/>
            </a:xfrm>
            <a:custGeom>
              <a:avLst/>
              <a:gdLst/>
              <a:ahLst/>
              <a:cxnLst/>
              <a:rect l="l" t="t" r="r" b="b"/>
              <a:pathLst>
                <a:path w="240" h="667" extrusionOk="0">
                  <a:moveTo>
                    <a:pt x="1" y="0"/>
                  </a:moveTo>
                  <a:lnTo>
                    <a:pt x="1" y="667"/>
                  </a:lnTo>
                  <a:cubicBezTo>
                    <a:pt x="120" y="595"/>
                    <a:pt x="191" y="500"/>
                    <a:pt x="215" y="381"/>
                  </a:cubicBezTo>
                  <a:cubicBezTo>
                    <a:pt x="239" y="214"/>
                    <a:pt x="168" y="48"/>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5" name="Google Shape;9445;p88"/>
            <p:cNvSpPr/>
            <p:nvPr/>
          </p:nvSpPr>
          <p:spPr>
            <a:xfrm>
              <a:off x="6485850" y="2939350"/>
              <a:ext cx="3600" cy="10750"/>
            </a:xfrm>
            <a:custGeom>
              <a:avLst/>
              <a:gdLst/>
              <a:ahLst/>
              <a:cxnLst/>
              <a:rect l="l" t="t" r="r" b="b"/>
              <a:pathLst>
                <a:path w="144" h="430" extrusionOk="0">
                  <a:moveTo>
                    <a:pt x="143" y="0"/>
                  </a:moveTo>
                  <a:cubicBezTo>
                    <a:pt x="72" y="48"/>
                    <a:pt x="24" y="120"/>
                    <a:pt x="24" y="191"/>
                  </a:cubicBezTo>
                  <a:cubicBezTo>
                    <a:pt x="0" y="262"/>
                    <a:pt x="24" y="334"/>
                    <a:pt x="72" y="382"/>
                  </a:cubicBezTo>
                  <a:lnTo>
                    <a:pt x="143" y="429"/>
                  </a:lnTo>
                  <a:lnTo>
                    <a:pt x="14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6" name="Google Shape;9446;p88"/>
            <p:cNvSpPr/>
            <p:nvPr/>
          </p:nvSpPr>
          <p:spPr>
            <a:xfrm>
              <a:off x="6306050" y="2888150"/>
              <a:ext cx="228050" cy="172675"/>
            </a:xfrm>
            <a:custGeom>
              <a:avLst/>
              <a:gdLst/>
              <a:ahLst/>
              <a:cxnLst/>
              <a:rect l="l" t="t" r="r" b="b"/>
              <a:pathLst>
                <a:path w="9122" h="6907" extrusionOk="0">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7" name="Google Shape;9447;p88"/>
            <p:cNvSpPr/>
            <p:nvPr/>
          </p:nvSpPr>
          <p:spPr>
            <a:xfrm>
              <a:off x="6323900" y="2792900"/>
              <a:ext cx="130425" cy="49425"/>
            </a:xfrm>
            <a:custGeom>
              <a:avLst/>
              <a:gdLst/>
              <a:ahLst/>
              <a:cxnLst/>
              <a:rect l="l" t="t" r="r" b="b"/>
              <a:pathLst>
                <a:path w="5217" h="1977" extrusionOk="0">
                  <a:moveTo>
                    <a:pt x="1" y="0"/>
                  </a:moveTo>
                  <a:lnTo>
                    <a:pt x="1" y="1977"/>
                  </a:lnTo>
                  <a:lnTo>
                    <a:pt x="5216" y="1977"/>
                  </a:lnTo>
                  <a:lnTo>
                    <a:pt x="52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8" name="Google Shape;9448;p88"/>
            <p:cNvSpPr/>
            <p:nvPr/>
          </p:nvSpPr>
          <p:spPr>
            <a:xfrm>
              <a:off x="6470375" y="2794675"/>
              <a:ext cx="64900" cy="45875"/>
            </a:xfrm>
            <a:custGeom>
              <a:avLst/>
              <a:gdLst/>
              <a:ahLst/>
              <a:cxnLst/>
              <a:rect l="l" t="t" r="r" b="b"/>
              <a:pathLst>
                <a:path w="2596" h="1835" extrusionOk="0">
                  <a:moveTo>
                    <a:pt x="0" y="1"/>
                  </a:moveTo>
                  <a:lnTo>
                    <a:pt x="0" y="1834"/>
                  </a:lnTo>
                  <a:lnTo>
                    <a:pt x="2310" y="1215"/>
                  </a:lnTo>
                  <a:cubicBezTo>
                    <a:pt x="2596" y="1120"/>
                    <a:pt x="2596" y="715"/>
                    <a:pt x="2310" y="620"/>
                  </a:cubicBez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49" name="Google Shape;9449;p88"/>
            <p:cNvSpPr/>
            <p:nvPr/>
          </p:nvSpPr>
          <p:spPr>
            <a:xfrm>
              <a:off x="6266150" y="2792900"/>
              <a:ext cx="41700" cy="49425"/>
            </a:xfrm>
            <a:custGeom>
              <a:avLst/>
              <a:gdLst/>
              <a:ahLst/>
              <a:cxnLst/>
              <a:rect l="l" t="t" r="r" b="b"/>
              <a:pathLst>
                <a:path w="1668" h="1977" extrusionOk="0">
                  <a:moveTo>
                    <a:pt x="525" y="0"/>
                  </a:moveTo>
                  <a:cubicBezTo>
                    <a:pt x="239" y="0"/>
                    <a:pt x="1" y="238"/>
                    <a:pt x="1" y="524"/>
                  </a:cubicBezTo>
                  <a:lnTo>
                    <a:pt x="1" y="1453"/>
                  </a:lnTo>
                  <a:cubicBezTo>
                    <a:pt x="1" y="1739"/>
                    <a:pt x="239" y="1977"/>
                    <a:pt x="525" y="1977"/>
                  </a:cubicBezTo>
                  <a:lnTo>
                    <a:pt x="1668" y="1977"/>
                  </a:lnTo>
                  <a:lnTo>
                    <a:pt x="166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50" name="Google Shape;9450;p88"/>
          <p:cNvGrpSpPr/>
          <p:nvPr/>
        </p:nvGrpSpPr>
        <p:grpSpPr>
          <a:xfrm>
            <a:off x="9410852" y="3103227"/>
            <a:ext cx="463101" cy="466189"/>
            <a:chOff x="5688050" y="2792900"/>
            <a:chExt cx="266150" cy="267925"/>
          </a:xfrm>
          <a:solidFill>
            <a:schemeClr val="bg1"/>
          </a:solidFill>
        </p:grpSpPr>
        <p:sp>
          <p:nvSpPr>
            <p:cNvPr id="9451" name="Google Shape;9451;p88"/>
            <p:cNvSpPr/>
            <p:nvPr/>
          </p:nvSpPr>
          <p:spPr>
            <a:xfrm>
              <a:off x="5900000" y="2888150"/>
              <a:ext cx="54200" cy="172675"/>
            </a:xfrm>
            <a:custGeom>
              <a:avLst/>
              <a:gdLst/>
              <a:ahLst/>
              <a:cxnLst/>
              <a:rect l="l" t="t" r="r" b="b"/>
              <a:pathLst>
                <a:path w="2168" h="6907" extrusionOk="0">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39" y="2499"/>
                  </a:moveTo>
                  <a:cubicBezTo>
                    <a:pt x="1535" y="2499"/>
                    <a:pt x="1535" y="3122"/>
                    <a:pt x="1139" y="3122"/>
                  </a:cubicBezTo>
                  <a:cubicBezTo>
                    <a:pt x="1125" y="3122"/>
                    <a:pt x="1111" y="3122"/>
                    <a:pt x="1096" y="3120"/>
                  </a:cubicBezTo>
                  <a:cubicBezTo>
                    <a:pt x="715" y="3096"/>
                    <a:pt x="715" y="2549"/>
                    <a:pt x="1096" y="2501"/>
                  </a:cubicBezTo>
                  <a:cubicBezTo>
                    <a:pt x="1111" y="2499"/>
                    <a:pt x="1125" y="2499"/>
                    <a:pt x="1139" y="2499"/>
                  </a:cubicBezTo>
                  <a:close/>
                  <a:moveTo>
                    <a:pt x="1139" y="3761"/>
                  </a:moveTo>
                  <a:cubicBezTo>
                    <a:pt x="1535" y="3761"/>
                    <a:pt x="1535" y="4385"/>
                    <a:pt x="1139" y="4385"/>
                  </a:cubicBezTo>
                  <a:cubicBezTo>
                    <a:pt x="1125" y="4385"/>
                    <a:pt x="1111" y="4384"/>
                    <a:pt x="1096" y="4382"/>
                  </a:cubicBezTo>
                  <a:cubicBezTo>
                    <a:pt x="715" y="4358"/>
                    <a:pt x="715" y="3787"/>
                    <a:pt x="1096" y="3763"/>
                  </a:cubicBezTo>
                  <a:cubicBezTo>
                    <a:pt x="1111" y="3762"/>
                    <a:pt x="1125" y="3761"/>
                    <a:pt x="1139" y="3761"/>
                  </a:cubicBezTo>
                  <a:close/>
                  <a:moveTo>
                    <a:pt x="1" y="0"/>
                  </a:moveTo>
                  <a:lnTo>
                    <a:pt x="1" y="6907"/>
                  </a:lnTo>
                  <a:lnTo>
                    <a:pt x="787" y="6907"/>
                  </a:lnTo>
                  <a:lnTo>
                    <a:pt x="787" y="5335"/>
                  </a:lnTo>
                  <a:cubicBezTo>
                    <a:pt x="787" y="5168"/>
                    <a:pt x="906" y="5025"/>
                    <a:pt x="1072" y="5025"/>
                  </a:cubicBezTo>
                  <a:cubicBezTo>
                    <a:pt x="1086" y="5024"/>
                    <a:pt x="1100" y="5023"/>
                    <a:pt x="1114" y="5023"/>
                  </a:cubicBezTo>
                  <a:cubicBezTo>
                    <a:pt x="1283" y="5023"/>
                    <a:pt x="1406" y="5158"/>
                    <a:pt x="1406" y="5335"/>
                  </a:cubicBezTo>
                  <a:lnTo>
                    <a:pt x="1406" y="6907"/>
                  </a:lnTo>
                  <a:lnTo>
                    <a:pt x="1882" y="6907"/>
                  </a:lnTo>
                  <a:cubicBezTo>
                    <a:pt x="2049" y="6883"/>
                    <a:pt x="2168" y="6764"/>
                    <a:pt x="2168" y="6597"/>
                  </a:cubicBezTo>
                  <a:lnTo>
                    <a:pt x="2168" y="310"/>
                  </a:lnTo>
                  <a:cubicBezTo>
                    <a:pt x="2168" y="143"/>
                    <a:pt x="2049" y="0"/>
                    <a:pt x="188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52" name="Google Shape;9452;p88"/>
            <p:cNvSpPr/>
            <p:nvPr/>
          </p:nvSpPr>
          <p:spPr>
            <a:xfrm>
              <a:off x="5688050" y="2888150"/>
              <a:ext cx="54800" cy="172675"/>
            </a:xfrm>
            <a:custGeom>
              <a:avLst/>
              <a:gdLst/>
              <a:ahLst/>
              <a:cxnLst/>
              <a:rect l="l" t="t" r="r" b="b"/>
              <a:pathLst>
                <a:path w="2192" h="6907" extrusionOk="0">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05" y="2499"/>
                  </a:moveTo>
                  <a:cubicBezTo>
                    <a:pt x="1271" y="2499"/>
                    <a:pt x="1422" y="2639"/>
                    <a:pt x="1406" y="2834"/>
                  </a:cubicBezTo>
                  <a:cubicBezTo>
                    <a:pt x="1406" y="2989"/>
                    <a:pt x="1283" y="3123"/>
                    <a:pt x="1133" y="3123"/>
                  </a:cubicBezTo>
                  <a:cubicBezTo>
                    <a:pt x="1121" y="3123"/>
                    <a:pt x="1109" y="3122"/>
                    <a:pt x="1096" y="3120"/>
                  </a:cubicBezTo>
                  <a:cubicBezTo>
                    <a:pt x="810" y="3120"/>
                    <a:pt x="668" y="2787"/>
                    <a:pt x="882" y="2596"/>
                  </a:cubicBezTo>
                  <a:cubicBezTo>
                    <a:pt x="950" y="2529"/>
                    <a:pt x="1029" y="2499"/>
                    <a:pt x="1105" y="2499"/>
                  </a:cubicBezTo>
                  <a:close/>
                  <a:moveTo>
                    <a:pt x="1080" y="3755"/>
                  </a:moveTo>
                  <a:cubicBezTo>
                    <a:pt x="1237" y="3755"/>
                    <a:pt x="1390" y="3882"/>
                    <a:pt x="1406" y="4073"/>
                  </a:cubicBezTo>
                  <a:cubicBezTo>
                    <a:pt x="1406" y="4239"/>
                    <a:pt x="1263" y="4382"/>
                    <a:pt x="1096" y="4382"/>
                  </a:cubicBezTo>
                  <a:cubicBezTo>
                    <a:pt x="1087" y="4383"/>
                    <a:pt x="1077" y="4383"/>
                    <a:pt x="1067" y="4383"/>
                  </a:cubicBezTo>
                  <a:cubicBezTo>
                    <a:pt x="800" y="4383"/>
                    <a:pt x="651" y="4065"/>
                    <a:pt x="858" y="3858"/>
                  </a:cubicBezTo>
                  <a:cubicBezTo>
                    <a:pt x="922" y="3787"/>
                    <a:pt x="1001" y="3755"/>
                    <a:pt x="1080" y="3755"/>
                  </a:cubicBezTo>
                  <a:close/>
                  <a:moveTo>
                    <a:pt x="310" y="0"/>
                  </a:moveTo>
                  <a:cubicBezTo>
                    <a:pt x="144" y="0"/>
                    <a:pt x="1" y="143"/>
                    <a:pt x="1" y="310"/>
                  </a:cubicBezTo>
                  <a:lnTo>
                    <a:pt x="1" y="6597"/>
                  </a:lnTo>
                  <a:cubicBezTo>
                    <a:pt x="1" y="6764"/>
                    <a:pt x="144" y="6907"/>
                    <a:pt x="310" y="6907"/>
                  </a:cubicBezTo>
                  <a:lnTo>
                    <a:pt x="787" y="6907"/>
                  </a:lnTo>
                  <a:lnTo>
                    <a:pt x="787" y="5335"/>
                  </a:lnTo>
                  <a:cubicBezTo>
                    <a:pt x="799" y="5144"/>
                    <a:pt x="941" y="5049"/>
                    <a:pt x="1087" y="5049"/>
                  </a:cubicBezTo>
                  <a:cubicBezTo>
                    <a:pt x="1233" y="5049"/>
                    <a:pt x="1382" y="5144"/>
                    <a:pt x="1406" y="5335"/>
                  </a:cubicBezTo>
                  <a:lnTo>
                    <a:pt x="1406" y="6907"/>
                  </a:lnTo>
                  <a:lnTo>
                    <a:pt x="2192" y="6907"/>
                  </a:lnTo>
                  <a:lnTo>
                    <a:pt x="2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53" name="Google Shape;9453;p88"/>
            <p:cNvSpPr/>
            <p:nvPr/>
          </p:nvSpPr>
          <p:spPr>
            <a:xfrm>
              <a:off x="5758300" y="2833375"/>
              <a:ext cx="125050" cy="227450"/>
            </a:xfrm>
            <a:custGeom>
              <a:avLst/>
              <a:gdLst/>
              <a:ahLst/>
              <a:cxnLst/>
              <a:rect l="l" t="t" r="r" b="b"/>
              <a:pathLst>
                <a:path w="5002" h="9098" extrusionOk="0">
                  <a:moveTo>
                    <a:pt x="1269" y="921"/>
                  </a:moveTo>
                  <a:cubicBezTo>
                    <a:pt x="1424" y="921"/>
                    <a:pt x="1573" y="1048"/>
                    <a:pt x="1573" y="1239"/>
                  </a:cubicBezTo>
                  <a:cubicBezTo>
                    <a:pt x="1573" y="1406"/>
                    <a:pt x="1430" y="1548"/>
                    <a:pt x="1263" y="1548"/>
                  </a:cubicBezTo>
                  <a:cubicBezTo>
                    <a:pt x="977" y="1548"/>
                    <a:pt x="834" y="1215"/>
                    <a:pt x="1049" y="1025"/>
                  </a:cubicBezTo>
                  <a:cubicBezTo>
                    <a:pt x="1112" y="953"/>
                    <a:pt x="1192" y="921"/>
                    <a:pt x="1269" y="921"/>
                  </a:cubicBezTo>
                  <a:close/>
                  <a:moveTo>
                    <a:pt x="2524" y="921"/>
                  </a:moveTo>
                  <a:cubicBezTo>
                    <a:pt x="2687" y="921"/>
                    <a:pt x="2835" y="1048"/>
                    <a:pt x="2835" y="1239"/>
                  </a:cubicBezTo>
                  <a:cubicBezTo>
                    <a:pt x="2835" y="1406"/>
                    <a:pt x="2692" y="1548"/>
                    <a:pt x="2525" y="1548"/>
                  </a:cubicBezTo>
                  <a:cubicBezTo>
                    <a:pt x="2239" y="1548"/>
                    <a:pt x="2097" y="1215"/>
                    <a:pt x="2287" y="1025"/>
                  </a:cubicBezTo>
                  <a:cubicBezTo>
                    <a:pt x="2359" y="953"/>
                    <a:pt x="2443" y="921"/>
                    <a:pt x="2524" y="921"/>
                  </a:cubicBezTo>
                  <a:close/>
                  <a:moveTo>
                    <a:pt x="3776" y="921"/>
                  </a:moveTo>
                  <a:cubicBezTo>
                    <a:pt x="3938" y="921"/>
                    <a:pt x="4097" y="1048"/>
                    <a:pt x="4097" y="1239"/>
                  </a:cubicBezTo>
                  <a:cubicBezTo>
                    <a:pt x="4097" y="1406"/>
                    <a:pt x="3954" y="1548"/>
                    <a:pt x="3787" y="1548"/>
                  </a:cubicBezTo>
                  <a:cubicBezTo>
                    <a:pt x="3502" y="1548"/>
                    <a:pt x="3359" y="1215"/>
                    <a:pt x="3549" y="1025"/>
                  </a:cubicBezTo>
                  <a:cubicBezTo>
                    <a:pt x="3613" y="953"/>
                    <a:pt x="3695" y="921"/>
                    <a:pt x="3776" y="921"/>
                  </a:cubicBezTo>
                  <a:close/>
                  <a:moveTo>
                    <a:pt x="1305" y="2189"/>
                  </a:moveTo>
                  <a:cubicBezTo>
                    <a:pt x="1701" y="2189"/>
                    <a:pt x="1701" y="2813"/>
                    <a:pt x="1305" y="2813"/>
                  </a:cubicBezTo>
                  <a:cubicBezTo>
                    <a:pt x="1292" y="2813"/>
                    <a:pt x="1278" y="2812"/>
                    <a:pt x="1263" y="2811"/>
                  </a:cubicBezTo>
                  <a:cubicBezTo>
                    <a:pt x="882" y="2763"/>
                    <a:pt x="882" y="2215"/>
                    <a:pt x="1263" y="2191"/>
                  </a:cubicBezTo>
                  <a:cubicBezTo>
                    <a:pt x="1278" y="2190"/>
                    <a:pt x="1292" y="2189"/>
                    <a:pt x="1305" y="2189"/>
                  </a:cubicBezTo>
                  <a:close/>
                  <a:moveTo>
                    <a:pt x="2568" y="2189"/>
                  </a:moveTo>
                  <a:cubicBezTo>
                    <a:pt x="2964" y="2189"/>
                    <a:pt x="2964" y="2813"/>
                    <a:pt x="2568" y="2813"/>
                  </a:cubicBezTo>
                  <a:cubicBezTo>
                    <a:pt x="2554" y="2813"/>
                    <a:pt x="2540" y="2812"/>
                    <a:pt x="2525" y="2811"/>
                  </a:cubicBezTo>
                  <a:cubicBezTo>
                    <a:pt x="2144" y="2763"/>
                    <a:pt x="2144" y="2215"/>
                    <a:pt x="2525" y="2191"/>
                  </a:cubicBezTo>
                  <a:cubicBezTo>
                    <a:pt x="2540" y="2190"/>
                    <a:pt x="2554" y="2189"/>
                    <a:pt x="2568" y="2189"/>
                  </a:cubicBezTo>
                  <a:close/>
                  <a:moveTo>
                    <a:pt x="3830" y="2189"/>
                  </a:moveTo>
                  <a:cubicBezTo>
                    <a:pt x="4226" y="2189"/>
                    <a:pt x="4226" y="2813"/>
                    <a:pt x="3830" y="2813"/>
                  </a:cubicBezTo>
                  <a:cubicBezTo>
                    <a:pt x="3816" y="2813"/>
                    <a:pt x="3802" y="2812"/>
                    <a:pt x="3787" y="2811"/>
                  </a:cubicBezTo>
                  <a:cubicBezTo>
                    <a:pt x="3406" y="2763"/>
                    <a:pt x="3406" y="2215"/>
                    <a:pt x="3787" y="2191"/>
                  </a:cubicBezTo>
                  <a:cubicBezTo>
                    <a:pt x="3802" y="2190"/>
                    <a:pt x="3816" y="2189"/>
                    <a:pt x="3830" y="2189"/>
                  </a:cubicBezTo>
                  <a:close/>
                  <a:moveTo>
                    <a:pt x="1304" y="3428"/>
                  </a:moveTo>
                  <a:cubicBezTo>
                    <a:pt x="1702" y="3428"/>
                    <a:pt x="1702" y="4075"/>
                    <a:pt x="1304" y="4075"/>
                  </a:cubicBezTo>
                  <a:cubicBezTo>
                    <a:pt x="1291" y="4075"/>
                    <a:pt x="1277" y="4074"/>
                    <a:pt x="1263" y="4073"/>
                  </a:cubicBezTo>
                  <a:cubicBezTo>
                    <a:pt x="882" y="4025"/>
                    <a:pt x="882" y="3477"/>
                    <a:pt x="1263" y="3430"/>
                  </a:cubicBezTo>
                  <a:cubicBezTo>
                    <a:pt x="1277" y="3428"/>
                    <a:pt x="1291" y="3428"/>
                    <a:pt x="1304" y="3428"/>
                  </a:cubicBezTo>
                  <a:close/>
                  <a:moveTo>
                    <a:pt x="2566" y="3428"/>
                  </a:moveTo>
                  <a:cubicBezTo>
                    <a:pt x="2964" y="3428"/>
                    <a:pt x="2964" y="4075"/>
                    <a:pt x="2566" y="4075"/>
                  </a:cubicBezTo>
                  <a:cubicBezTo>
                    <a:pt x="2553" y="4075"/>
                    <a:pt x="2539" y="4074"/>
                    <a:pt x="2525" y="4073"/>
                  </a:cubicBezTo>
                  <a:cubicBezTo>
                    <a:pt x="2144" y="4025"/>
                    <a:pt x="2144" y="3477"/>
                    <a:pt x="2525" y="3430"/>
                  </a:cubicBezTo>
                  <a:cubicBezTo>
                    <a:pt x="2539" y="3428"/>
                    <a:pt x="2553" y="3428"/>
                    <a:pt x="2566" y="3428"/>
                  </a:cubicBezTo>
                  <a:close/>
                  <a:moveTo>
                    <a:pt x="3829" y="3428"/>
                  </a:moveTo>
                  <a:cubicBezTo>
                    <a:pt x="4226" y="3428"/>
                    <a:pt x="4226" y="4075"/>
                    <a:pt x="3829" y="4075"/>
                  </a:cubicBezTo>
                  <a:cubicBezTo>
                    <a:pt x="3815" y="4075"/>
                    <a:pt x="3802" y="4074"/>
                    <a:pt x="3787" y="4073"/>
                  </a:cubicBezTo>
                  <a:cubicBezTo>
                    <a:pt x="3406" y="4025"/>
                    <a:pt x="3406" y="3477"/>
                    <a:pt x="3787" y="3430"/>
                  </a:cubicBezTo>
                  <a:cubicBezTo>
                    <a:pt x="3802" y="3428"/>
                    <a:pt x="3815" y="3428"/>
                    <a:pt x="3829" y="3428"/>
                  </a:cubicBezTo>
                  <a:close/>
                  <a:moveTo>
                    <a:pt x="2568" y="4690"/>
                  </a:moveTo>
                  <a:cubicBezTo>
                    <a:pt x="2964" y="4690"/>
                    <a:pt x="2964" y="5313"/>
                    <a:pt x="2568" y="5313"/>
                  </a:cubicBezTo>
                  <a:cubicBezTo>
                    <a:pt x="2554" y="5313"/>
                    <a:pt x="2540" y="5313"/>
                    <a:pt x="2525" y="5311"/>
                  </a:cubicBezTo>
                  <a:cubicBezTo>
                    <a:pt x="2144" y="5287"/>
                    <a:pt x="2144" y="4740"/>
                    <a:pt x="2525" y="4692"/>
                  </a:cubicBezTo>
                  <a:cubicBezTo>
                    <a:pt x="2540" y="4690"/>
                    <a:pt x="2554" y="4690"/>
                    <a:pt x="2568" y="4690"/>
                  </a:cubicBezTo>
                  <a:close/>
                  <a:moveTo>
                    <a:pt x="3830" y="4690"/>
                  </a:moveTo>
                  <a:cubicBezTo>
                    <a:pt x="4226" y="4690"/>
                    <a:pt x="4226" y="5313"/>
                    <a:pt x="3830" y="5313"/>
                  </a:cubicBezTo>
                  <a:cubicBezTo>
                    <a:pt x="3816" y="5313"/>
                    <a:pt x="3802" y="5313"/>
                    <a:pt x="3787" y="5311"/>
                  </a:cubicBezTo>
                  <a:cubicBezTo>
                    <a:pt x="3406" y="5287"/>
                    <a:pt x="3406" y="4740"/>
                    <a:pt x="3787" y="4692"/>
                  </a:cubicBezTo>
                  <a:cubicBezTo>
                    <a:pt x="3802" y="4690"/>
                    <a:pt x="3816" y="4690"/>
                    <a:pt x="3830" y="4690"/>
                  </a:cubicBezTo>
                  <a:close/>
                  <a:moveTo>
                    <a:pt x="1272" y="4690"/>
                  </a:moveTo>
                  <a:cubicBezTo>
                    <a:pt x="1438" y="4690"/>
                    <a:pt x="1589" y="4830"/>
                    <a:pt x="1573" y="5025"/>
                  </a:cubicBezTo>
                  <a:cubicBezTo>
                    <a:pt x="1573" y="5180"/>
                    <a:pt x="1450" y="5314"/>
                    <a:pt x="1300" y="5314"/>
                  </a:cubicBezTo>
                  <a:cubicBezTo>
                    <a:pt x="1288" y="5314"/>
                    <a:pt x="1275" y="5313"/>
                    <a:pt x="1263" y="5311"/>
                  </a:cubicBezTo>
                  <a:cubicBezTo>
                    <a:pt x="977" y="5311"/>
                    <a:pt x="834" y="4978"/>
                    <a:pt x="1049" y="4787"/>
                  </a:cubicBezTo>
                  <a:cubicBezTo>
                    <a:pt x="1116" y="4720"/>
                    <a:pt x="1196" y="4690"/>
                    <a:pt x="1272" y="4690"/>
                  </a:cubicBezTo>
                  <a:close/>
                  <a:moveTo>
                    <a:pt x="334" y="1"/>
                  </a:moveTo>
                  <a:cubicBezTo>
                    <a:pt x="144" y="1"/>
                    <a:pt x="1" y="143"/>
                    <a:pt x="1" y="310"/>
                  </a:cubicBezTo>
                  <a:lnTo>
                    <a:pt x="1" y="9098"/>
                  </a:lnTo>
                  <a:lnTo>
                    <a:pt x="1168" y="9098"/>
                  </a:lnTo>
                  <a:lnTo>
                    <a:pt x="1168" y="6264"/>
                  </a:lnTo>
                  <a:cubicBezTo>
                    <a:pt x="1168" y="6097"/>
                    <a:pt x="1311" y="5954"/>
                    <a:pt x="1477" y="5954"/>
                  </a:cubicBezTo>
                  <a:lnTo>
                    <a:pt x="3549" y="5954"/>
                  </a:lnTo>
                  <a:cubicBezTo>
                    <a:pt x="3716" y="5954"/>
                    <a:pt x="3859" y="6097"/>
                    <a:pt x="3859" y="6264"/>
                  </a:cubicBezTo>
                  <a:lnTo>
                    <a:pt x="3859" y="9098"/>
                  </a:lnTo>
                  <a:lnTo>
                    <a:pt x="5002" y="9098"/>
                  </a:lnTo>
                  <a:lnTo>
                    <a:pt x="5002" y="310"/>
                  </a:lnTo>
                  <a:cubicBezTo>
                    <a:pt x="5002" y="143"/>
                    <a:pt x="4859" y="1"/>
                    <a:pt x="46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54" name="Google Shape;9454;p88"/>
            <p:cNvSpPr/>
            <p:nvPr/>
          </p:nvSpPr>
          <p:spPr>
            <a:xfrm>
              <a:off x="5802950" y="2997700"/>
              <a:ext cx="36950" cy="63125"/>
            </a:xfrm>
            <a:custGeom>
              <a:avLst/>
              <a:gdLst/>
              <a:ahLst/>
              <a:cxnLst/>
              <a:rect l="l" t="t" r="r" b="b"/>
              <a:pathLst>
                <a:path w="1478" h="2525" extrusionOk="0">
                  <a:moveTo>
                    <a:pt x="1" y="0"/>
                  </a:moveTo>
                  <a:lnTo>
                    <a:pt x="1" y="2525"/>
                  </a:lnTo>
                  <a:lnTo>
                    <a:pt x="1477" y="2525"/>
                  </a:lnTo>
                  <a:lnTo>
                    <a:pt x="147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55" name="Google Shape;9455;p88"/>
            <p:cNvSpPr/>
            <p:nvPr/>
          </p:nvSpPr>
          <p:spPr>
            <a:xfrm>
              <a:off x="5748775" y="2792900"/>
              <a:ext cx="144700" cy="24425"/>
            </a:xfrm>
            <a:custGeom>
              <a:avLst/>
              <a:gdLst/>
              <a:ahLst/>
              <a:cxnLst/>
              <a:rect l="l" t="t" r="r" b="b"/>
              <a:pathLst>
                <a:path w="5788" h="977" extrusionOk="0">
                  <a:moveTo>
                    <a:pt x="382" y="0"/>
                  </a:moveTo>
                  <a:cubicBezTo>
                    <a:pt x="1" y="24"/>
                    <a:pt x="1" y="596"/>
                    <a:pt x="382" y="619"/>
                  </a:cubicBezTo>
                  <a:lnTo>
                    <a:pt x="906" y="619"/>
                  </a:lnTo>
                  <a:lnTo>
                    <a:pt x="906" y="977"/>
                  </a:lnTo>
                  <a:lnTo>
                    <a:pt x="4883" y="977"/>
                  </a:lnTo>
                  <a:lnTo>
                    <a:pt x="4883" y="619"/>
                  </a:lnTo>
                  <a:lnTo>
                    <a:pt x="5407" y="619"/>
                  </a:lnTo>
                  <a:cubicBezTo>
                    <a:pt x="5788" y="596"/>
                    <a:pt x="5788" y="24"/>
                    <a:pt x="540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56" name="Google Shape;9456;p88"/>
          <p:cNvGrpSpPr/>
          <p:nvPr/>
        </p:nvGrpSpPr>
        <p:grpSpPr>
          <a:xfrm>
            <a:off x="8402914" y="3122890"/>
            <a:ext cx="466189" cy="427605"/>
            <a:chOff x="5108775" y="2804200"/>
            <a:chExt cx="267925" cy="245750"/>
          </a:xfrm>
          <a:solidFill>
            <a:schemeClr val="bg1"/>
          </a:solidFill>
        </p:grpSpPr>
        <p:sp>
          <p:nvSpPr>
            <p:cNvPr id="9457" name="Google Shape;9457;p88"/>
            <p:cNvSpPr/>
            <p:nvPr/>
          </p:nvSpPr>
          <p:spPr>
            <a:xfrm>
              <a:off x="5250475" y="2971500"/>
              <a:ext cx="109575" cy="78450"/>
            </a:xfrm>
            <a:custGeom>
              <a:avLst/>
              <a:gdLst/>
              <a:ahLst/>
              <a:cxnLst/>
              <a:rect l="l" t="t" r="r" b="b"/>
              <a:pathLst>
                <a:path w="4383" h="3138" extrusionOk="0">
                  <a:moveTo>
                    <a:pt x="1742" y="617"/>
                  </a:moveTo>
                  <a:cubicBezTo>
                    <a:pt x="1756" y="617"/>
                    <a:pt x="1771" y="618"/>
                    <a:pt x="1786" y="620"/>
                  </a:cubicBezTo>
                  <a:lnTo>
                    <a:pt x="2620" y="620"/>
                  </a:lnTo>
                  <a:cubicBezTo>
                    <a:pt x="3001" y="667"/>
                    <a:pt x="3001" y="1215"/>
                    <a:pt x="2620" y="1263"/>
                  </a:cubicBezTo>
                  <a:lnTo>
                    <a:pt x="1786" y="1263"/>
                  </a:lnTo>
                  <a:cubicBezTo>
                    <a:pt x="1778" y="1263"/>
                    <a:pt x="1771" y="1263"/>
                    <a:pt x="1763" y="1263"/>
                  </a:cubicBezTo>
                  <a:cubicBezTo>
                    <a:pt x="1325" y="1263"/>
                    <a:pt x="1318" y="617"/>
                    <a:pt x="1742" y="617"/>
                  </a:cubicBezTo>
                  <a:close/>
                  <a:moveTo>
                    <a:pt x="0" y="0"/>
                  </a:moveTo>
                  <a:lnTo>
                    <a:pt x="0" y="2834"/>
                  </a:lnTo>
                  <a:cubicBezTo>
                    <a:pt x="12" y="3013"/>
                    <a:pt x="161" y="3102"/>
                    <a:pt x="310" y="3102"/>
                  </a:cubicBezTo>
                  <a:cubicBezTo>
                    <a:pt x="459" y="3102"/>
                    <a:pt x="607" y="3013"/>
                    <a:pt x="619" y="2834"/>
                  </a:cubicBezTo>
                  <a:lnTo>
                    <a:pt x="619" y="1882"/>
                  </a:lnTo>
                  <a:lnTo>
                    <a:pt x="3763" y="1882"/>
                  </a:lnTo>
                  <a:lnTo>
                    <a:pt x="3763" y="2834"/>
                  </a:lnTo>
                  <a:cubicBezTo>
                    <a:pt x="3763" y="3037"/>
                    <a:pt x="3918" y="3138"/>
                    <a:pt x="4072" y="3138"/>
                  </a:cubicBezTo>
                  <a:cubicBezTo>
                    <a:pt x="4227" y="3138"/>
                    <a:pt x="4382" y="3037"/>
                    <a:pt x="4382" y="2834"/>
                  </a:cubicBezTo>
                  <a:lnTo>
                    <a:pt x="43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58" name="Google Shape;9458;p88"/>
            <p:cNvSpPr/>
            <p:nvPr/>
          </p:nvSpPr>
          <p:spPr>
            <a:xfrm>
              <a:off x="5250475" y="2923875"/>
              <a:ext cx="126225" cy="31575"/>
            </a:xfrm>
            <a:custGeom>
              <a:avLst/>
              <a:gdLst/>
              <a:ahLst/>
              <a:cxnLst/>
              <a:rect l="l" t="t" r="r" b="b"/>
              <a:pathLst>
                <a:path w="5049" h="1263" extrusionOk="0">
                  <a:moveTo>
                    <a:pt x="0" y="0"/>
                  </a:moveTo>
                  <a:lnTo>
                    <a:pt x="0" y="1262"/>
                  </a:lnTo>
                  <a:lnTo>
                    <a:pt x="4715" y="1262"/>
                  </a:lnTo>
                  <a:cubicBezTo>
                    <a:pt x="4906" y="1262"/>
                    <a:pt x="5049" y="1120"/>
                    <a:pt x="5049" y="953"/>
                  </a:cubicBezTo>
                  <a:lnTo>
                    <a:pt x="5049" y="334"/>
                  </a:lnTo>
                  <a:cubicBezTo>
                    <a:pt x="5049" y="143"/>
                    <a:pt x="4906" y="0"/>
                    <a:pt x="47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59" name="Google Shape;9459;p88"/>
            <p:cNvSpPr/>
            <p:nvPr/>
          </p:nvSpPr>
          <p:spPr>
            <a:xfrm>
              <a:off x="5124850" y="2971500"/>
              <a:ext cx="15500" cy="77575"/>
            </a:xfrm>
            <a:custGeom>
              <a:avLst/>
              <a:gdLst/>
              <a:ahLst/>
              <a:cxnLst/>
              <a:rect l="l" t="t" r="r" b="b"/>
              <a:pathLst>
                <a:path w="620" h="3103" extrusionOk="0">
                  <a:moveTo>
                    <a:pt x="0" y="0"/>
                  </a:moveTo>
                  <a:lnTo>
                    <a:pt x="0" y="2834"/>
                  </a:lnTo>
                  <a:cubicBezTo>
                    <a:pt x="12" y="3013"/>
                    <a:pt x="161" y="3102"/>
                    <a:pt x="310" y="3102"/>
                  </a:cubicBezTo>
                  <a:cubicBezTo>
                    <a:pt x="459" y="3102"/>
                    <a:pt x="608" y="3013"/>
                    <a:pt x="619" y="2834"/>
                  </a:cubicBezTo>
                  <a:lnTo>
                    <a:pt x="61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60" name="Google Shape;9460;p88"/>
            <p:cNvSpPr/>
            <p:nvPr/>
          </p:nvSpPr>
          <p:spPr>
            <a:xfrm>
              <a:off x="5108775" y="2923875"/>
              <a:ext cx="31575" cy="31575"/>
            </a:xfrm>
            <a:custGeom>
              <a:avLst/>
              <a:gdLst/>
              <a:ahLst/>
              <a:cxnLst/>
              <a:rect l="l" t="t" r="r" b="b"/>
              <a:pathLst>
                <a:path w="1263" h="1263" extrusionOk="0">
                  <a:moveTo>
                    <a:pt x="310" y="0"/>
                  </a:moveTo>
                  <a:cubicBezTo>
                    <a:pt x="119" y="0"/>
                    <a:pt x="0" y="143"/>
                    <a:pt x="0" y="334"/>
                  </a:cubicBezTo>
                  <a:lnTo>
                    <a:pt x="0" y="953"/>
                  </a:lnTo>
                  <a:cubicBezTo>
                    <a:pt x="0" y="1120"/>
                    <a:pt x="119" y="1262"/>
                    <a:pt x="310" y="1262"/>
                  </a:cubicBezTo>
                  <a:lnTo>
                    <a:pt x="1262" y="1262"/>
                  </a:lnTo>
                  <a:lnTo>
                    <a:pt x="12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61" name="Google Shape;9461;p88"/>
            <p:cNvSpPr/>
            <p:nvPr/>
          </p:nvSpPr>
          <p:spPr>
            <a:xfrm>
              <a:off x="5156400" y="2874450"/>
              <a:ext cx="78025" cy="175075"/>
            </a:xfrm>
            <a:custGeom>
              <a:avLst/>
              <a:gdLst/>
              <a:ahLst/>
              <a:cxnLst/>
              <a:rect l="l" t="t" r="r" b="b"/>
              <a:pathLst>
                <a:path w="3121" h="7003" extrusionOk="0">
                  <a:moveTo>
                    <a:pt x="1048" y="1"/>
                  </a:moveTo>
                  <a:cubicBezTo>
                    <a:pt x="453" y="1"/>
                    <a:pt x="0" y="453"/>
                    <a:pt x="0" y="1049"/>
                  </a:cubicBezTo>
                  <a:lnTo>
                    <a:pt x="0" y="3763"/>
                  </a:lnTo>
                  <a:cubicBezTo>
                    <a:pt x="0" y="3930"/>
                    <a:pt x="120" y="4073"/>
                    <a:pt x="310" y="4073"/>
                  </a:cubicBezTo>
                  <a:lnTo>
                    <a:pt x="1239" y="4073"/>
                  </a:lnTo>
                  <a:lnTo>
                    <a:pt x="1239" y="5526"/>
                  </a:lnTo>
                  <a:lnTo>
                    <a:pt x="286" y="6478"/>
                  </a:lnTo>
                  <a:cubicBezTo>
                    <a:pt x="167" y="6597"/>
                    <a:pt x="167" y="6788"/>
                    <a:pt x="286" y="6907"/>
                  </a:cubicBezTo>
                  <a:cubicBezTo>
                    <a:pt x="346" y="6966"/>
                    <a:pt x="429" y="6996"/>
                    <a:pt x="512" y="6996"/>
                  </a:cubicBezTo>
                  <a:cubicBezTo>
                    <a:pt x="596" y="6996"/>
                    <a:pt x="679" y="6966"/>
                    <a:pt x="739" y="6907"/>
                  </a:cubicBezTo>
                  <a:lnTo>
                    <a:pt x="1239" y="6407"/>
                  </a:lnTo>
                  <a:lnTo>
                    <a:pt x="1239" y="6693"/>
                  </a:lnTo>
                  <a:cubicBezTo>
                    <a:pt x="1263" y="6883"/>
                    <a:pt x="1411" y="6978"/>
                    <a:pt x="1560" y="6978"/>
                  </a:cubicBezTo>
                  <a:cubicBezTo>
                    <a:pt x="1709" y="6978"/>
                    <a:pt x="1858" y="6883"/>
                    <a:pt x="1882" y="6693"/>
                  </a:cubicBezTo>
                  <a:lnTo>
                    <a:pt x="1882" y="6407"/>
                  </a:lnTo>
                  <a:lnTo>
                    <a:pt x="2382" y="6907"/>
                  </a:lnTo>
                  <a:cubicBezTo>
                    <a:pt x="2453" y="6978"/>
                    <a:pt x="2525" y="7002"/>
                    <a:pt x="2596" y="7002"/>
                  </a:cubicBezTo>
                  <a:cubicBezTo>
                    <a:pt x="2882" y="7002"/>
                    <a:pt x="3025" y="6669"/>
                    <a:pt x="2834" y="6478"/>
                  </a:cubicBezTo>
                  <a:lnTo>
                    <a:pt x="1882" y="5526"/>
                  </a:lnTo>
                  <a:lnTo>
                    <a:pt x="1882" y="4073"/>
                  </a:lnTo>
                  <a:lnTo>
                    <a:pt x="2811" y="4073"/>
                  </a:lnTo>
                  <a:cubicBezTo>
                    <a:pt x="2977" y="4073"/>
                    <a:pt x="3120" y="3930"/>
                    <a:pt x="3120" y="3763"/>
                  </a:cubicBezTo>
                  <a:lnTo>
                    <a:pt x="3120" y="1049"/>
                  </a:lnTo>
                  <a:cubicBezTo>
                    <a:pt x="3120" y="477"/>
                    <a:pt x="2668" y="1"/>
                    <a:pt x="2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62" name="Google Shape;9462;p88"/>
            <p:cNvSpPr/>
            <p:nvPr/>
          </p:nvSpPr>
          <p:spPr>
            <a:xfrm>
              <a:off x="5245700" y="2804200"/>
              <a:ext cx="131000" cy="104225"/>
            </a:xfrm>
            <a:custGeom>
              <a:avLst/>
              <a:gdLst/>
              <a:ahLst/>
              <a:cxnLst/>
              <a:rect l="l" t="t" r="r" b="b"/>
              <a:pathLst>
                <a:path w="5240" h="4169" extrusionOk="0">
                  <a:moveTo>
                    <a:pt x="310" y="1"/>
                  </a:moveTo>
                  <a:cubicBezTo>
                    <a:pt x="144" y="1"/>
                    <a:pt x="1" y="144"/>
                    <a:pt x="24" y="310"/>
                  </a:cubicBezTo>
                  <a:lnTo>
                    <a:pt x="24" y="3239"/>
                  </a:lnTo>
                  <a:cubicBezTo>
                    <a:pt x="1" y="3406"/>
                    <a:pt x="144" y="3549"/>
                    <a:pt x="310" y="3549"/>
                  </a:cubicBezTo>
                  <a:lnTo>
                    <a:pt x="1763" y="3549"/>
                  </a:lnTo>
                  <a:lnTo>
                    <a:pt x="1668" y="4168"/>
                  </a:lnTo>
                  <a:lnTo>
                    <a:pt x="3549" y="4168"/>
                  </a:lnTo>
                  <a:lnTo>
                    <a:pt x="3454" y="3549"/>
                  </a:lnTo>
                  <a:lnTo>
                    <a:pt x="4906" y="3549"/>
                  </a:lnTo>
                  <a:cubicBezTo>
                    <a:pt x="5097" y="3549"/>
                    <a:pt x="5240" y="3406"/>
                    <a:pt x="5216" y="3239"/>
                  </a:cubicBezTo>
                  <a:lnTo>
                    <a:pt x="5216" y="286"/>
                  </a:lnTo>
                  <a:cubicBezTo>
                    <a:pt x="5216" y="120"/>
                    <a:pt x="5073" y="1"/>
                    <a:pt x="49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63" name="Google Shape;9463;p88"/>
          <p:cNvGrpSpPr/>
          <p:nvPr/>
        </p:nvGrpSpPr>
        <p:grpSpPr>
          <a:xfrm>
            <a:off x="7394932" y="3103227"/>
            <a:ext cx="467277" cy="466189"/>
            <a:chOff x="4529475" y="2792900"/>
            <a:chExt cx="268550" cy="267925"/>
          </a:xfrm>
          <a:solidFill>
            <a:schemeClr val="bg1"/>
          </a:solidFill>
        </p:grpSpPr>
        <p:sp>
          <p:nvSpPr>
            <p:cNvPr id="9464" name="Google Shape;9464;p88"/>
            <p:cNvSpPr/>
            <p:nvPr/>
          </p:nvSpPr>
          <p:spPr>
            <a:xfrm>
              <a:off x="4661050" y="2792900"/>
              <a:ext cx="110775" cy="160625"/>
            </a:xfrm>
            <a:custGeom>
              <a:avLst/>
              <a:gdLst/>
              <a:ahLst/>
              <a:cxnLst/>
              <a:rect l="l" t="t" r="r" b="b"/>
              <a:pathLst>
                <a:path w="4431" h="6425" extrusionOk="0">
                  <a:moveTo>
                    <a:pt x="1573" y="0"/>
                  </a:moveTo>
                  <a:cubicBezTo>
                    <a:pt x="1406" y="0"/>
                    <a:pt x="1263" y="143"/>
                    <a:pt x="1263" y="310"/>
                  </a:cubicBezTo>
                  <a:lnTo>
                    <a:pt x="1263" y="3620"/>
                  </a:lnTo>
                  <a:lnTo>
                    <a:pt x="1" y="6001"/>
                  </a:lnTo>
                  <a:lnTo>
                    <a:pt x="215" y="6001"/>
                  </a:lnTo>
                  <a:cubicBezTo>
                    <a:pt x="477" y="6001"/>
                    <a:pt x="763" y="6097"/>
                    <a:pt x="1001" y="6263"/>
                  </a:cubicBezTo>
                  <a:cubicBezTo>
                    <a:pt x="1180" y="6370"/>
                    <a:pt x="1382" y="6424"/>
                    <a:pt x="1584" y="6424"/>
                  </a:cubicBezTo>
                  <a:cubicBezTo>
                    <a:pt x="1787" y="6424"/>
                    <a:pt x="1989" y="6370"/>
                    <a:pt x="2168" y="6263"/>
                  </a:cubicBezTo>
                  <a:cubicBezTo>
                    <a:pt x="2406" y="6097"/>
                    <a:pt x="2668" y="6001"/>
                    <a:pt x="2954" y="6001"/>
                  </a:cubicBezTo>
                  <a:lnTo>
                    <a:pt x="3168" y="6001"/>
                  </a:lnTo>
                  <a:lnTo>
                    <a:pt x="1906" y="3620"/>
                  </a:lnTo>
                  <a:lnTo>
                    <a:pt x="1906" y="2310"/>
                  </a:lnTo>
                  <a:lnTo>
                    <a:pt x="4097" y="2310"/>
                  </a:lnTo>
                  <a:cubicBezTo>
                    <a:pt x="4216" y="2310"/>
                    <a:pt x="4335" y="2239"/>
                    <a:pt x="4383" y="2120"/>
                  </a:cubicBezTo>
                  <a:cubicBezTo>
                    <a:pt x="4430" y="2024"/>
                    <a:pt x="4406" y="1881"/>
                    <a:pt x="4335" y="1786"/>
                  </a:cubicBezTo>
                  <a:lnTo>
                    <a:pt x="3859" y="1143"/>
                  </a:lnTo>
                  <a:lnTo>
                    <a:pt x="4335" y="500"/>
                  </a:lnTo>
                  <a:cubicBezTo>
                    <a:pt x="4406" y="405"/>
                    <a:pt x="4430" y="286"/>
                    <a:pt x="4383" y="167"/>
                  </a:cubicBezTo>
                  <a:cubicBezTo>
                    <a:pt x="4335" y="72"/>
                    <a:pt x="4216" y="0"/>
                    <a:pt x="40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65" name="Google Shape;9465;p88"/>
            <p:cNvSpPr/>
            <p:nvPr/>
          </p:nvSpPr>
          <p:spPr>
            <a:xfrm>
              <a:off x="4575925" y="2919700"/>
              <a:ext cx="57775" cy="57175"/>
            </a:xfrm>
            <a:custGeom>
              <a:avLst/>
              <a:gdLst/>
              <a:ahLst/>
              <a:cxnLst/>
              <a:rect l="l" t="t" r="r" b="b"/>
              <a:pathLst>
                <a:path w="2311" h="2287" extrusionOk="0">
                  <a:moveTo>
                    <a:pt x="1191" y="1"/>
                  </a:moveTo>
                  <a:cubicBezTo>
                    <a:pt x="1072" y="1"/>
                    <a:pt x="953" y="48"/>
                    <a:pt x="905" y="167"/>
                  </a:cubicBezTo>
                  <a:lnTo>
                    <a:pt x="0" y="1858"/>
                  </a:lnTo>
                  <a:lnTo>
                    <a:pt x="215" y="1906"/>
                  </a:lnTo>
                  <a:cubicBezTo>
                    <a:pt x="405" y="1930"/>
                    <a:pt x="596" y="2025"/>
                    <a:pt x="762" y="2144"/>
                  </a:cubicBezTo>
                  <a:cubicBezTo>
                    <a:pt x="881" y="2239"/>
                    <a:pt x="1024" y="2287"/>
                    <a:pt x="1191" y="2287"/>
                  </a:cubicBezTo>
                  <a:cubicBezTo>
                    <a:pt x="1334" y="2287"/>
                    <a:pt x="1501" y="2239"/>
                    <a:pt x="1620" y="2144"/>
                  </a:cubicBezTo>
                  <a:cubicBezTo>
                    <a:pt x="1786" y="2001"/>
                    <a:pt x="1953" y="1930"/>
                    <a:pt x="2167" y="1882"/>
                  </a:cubicBezTo>
                  <a:lnTo>
                    <a:pt x="2191" y="1882"/>
                  </a:lnTo>
                  <a:lnTo>
                    <a:pt x="2310" y="1715"/>
                  </a:lnTo>
                  <a:lnTo>
                    <a:pt x="1453" y="167"/>
                  </a:lnTo>
                  <a:cubicBezTo>
                    <a:pt x="1405" y="48"/>
                    <a:pt x="1310" y="1"/>
                    <a:pt x="11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66" name="Google Shape;9466;p88"/>
            <p:cNvSpPr/>
            <p:nvPr/>
          </p:nvSpPr>
          <p:spPr>
            <a:xfrm>
              <a:off x="4529475" y="2980425"/>
              <a:ext cx="88750" cy="79800"/>
            </a:xfrm>
            <a:custGeom>
              <a:avLst/>
              <a:gdLst/>
              <a:ahLst/>
              <a:cxnLst/>
              <a:rect l="l" t="t" r="r" b="b"/>
              <a:pathLst>
                <a:path w="3550" h="3192" extrusionOk="0">
                  <a:moveTo>
                    <a:pt x="1525" y="1"/>
                  </a:moveTo>
                  <a:lnTo>
                    <a:pt x="48" y="2739"/>
                  </a:lnTo>
                  <a:cubicBezTo>
                    <a:pt x="1" y="2835"/>
                    <a:pt x="1" y="2954"/>
                    <a:pt x="48" y="3049"/>
                  </a:cubicBezTo>
                  <a:cubicBezTo>
                    <a:pt x="96" y="3144"/>
                    <a:pt x="191" y="3192"/>
                    <a:pt x="310" y="3192"/>
                  </a:cubicBezTo>
                  <a:lnTo>
                    <a:pt x="2049" y="3192"/>
                  </a:lnTo>
                  <a:lnTo>
                    <a:pt x="3549" y="358"/>
                  </a:lnTo>
                  <a:lnTo>
                    <a:pt x="3549" y="358"/>
                  </a:lnTo>
                  <a:cubicBezTo>
                    <a:pt x="3382" y="453"/>
                    <a:pt x="3216" y="477"/>
                    <a:pt x="3049" y="501"/>
                  </a:cubicBezTo>
                  <a:cubicBezTo>
                    <a:pt x="2763" y="501"/>
                    <a:pt x="2478" y="406"/>
                    <a:pt x="2263" y="215"/>
                  </a:cubicBezTo>
                  <a:cubicBezTo>
                    <a:pt x="2168" y="144"/>
                    <a:pt x="2073" y="96"/>
                    <a:pt x="1954" y="72"/>
                  </a:cubicBezTo>
                  <a:lnTo>
                    <a:pt x="15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67" name="Google Shape;9467;p88"/>
            <p:cNvSpPr/>
            <p:nvPr/>
          </p:nvSpPr>
          <p:spPr>
            <a:xfrm>
              <a:off x="4599150" y="2958400"/>
              <a:ext cx="198875" cy="102425"/>
            </a:xfrm>
            <a:custGeom>
              <a:avLst/>
              <a:gdLst/>
              <a:ahLst/>
              <a:cxnLst/>
              <a:rect l="l" t="t" r="r" b="b"/>
              <a:pathLst>
                <a:path w="7955" h="4097" extrusionOk="0">
                  <a:moveTo>
                    <a:pt x="2167" y="1"/>
                  </a:moveTo>
                  <a:lnTo>
                    <a:pt x="0" y="4097"/>
                  </a:lnTo>
                  <a:lnTo>
                    <a:pt x="7645" y="4097"/>
                  </a:lnTo>
                  <a:cubicBezTo>
                    <a:pt x="7740" y="4097"/>
                    <a:pt x="7859" y="4025"/>
                    <a:pt x="7907" y="3930"/>
                  </a:cubicBezTo>
                  <a:cubicBezTo>
                    <a:pt x="7954" y="3858"/>
                    <a:pt x="7954" y="3739"/>
                    <a:pt x="7907" y="3644"/>
                  </a:cubicBezTo>
                  <a:lnTo>
                    <a:pt x="5978" y="1"/>
                  </a:lnTo>
                  <a:lnTo>
                    <a:pt x="5477" y="24"/>
                  </a:lnTo>
                  <a:cubicBezTo>
                    <a:pt x="5287" y="24"/>
                    <a:pt x="5096" y="96"/>
                    <a:pt x="4954" y="191"/>
                  </a:cubicBezTo>
                  <a:cubicBezTo>
                    <a:pt x="4718" y="341"/>
                    <a:pt x="4445" y="433"/>
                    <a:pt x="4167" y="433"/>
                  </a:cubicBezTo>
                  <a:cubicBezTo>
                    <a:pt x="4136" y="433"/>
                    <a:pt x="4104" y="432"/>
                    <a:pt x="4072" y="429"/>
                  </a:cubicBezTo>
                  <a:cubicBezTo>
                    <a:pt x="4038" y="432"/>
                    <a:pt x="4005" y="433"/>
                    <a:pt x="3971" y="433"/>
                  </a:cubicBezTo>
                  <a:cubicBezTo>
                    <a:pt x="3676" y="433"/>
                    <a:pt x="3403" y="341"/>
                    <a:pt x="3167" y="191"/>
                  </a:cubicBezTo>
                  <a:cubicBezTo>
                    <a:pt x="3025" y="96"/>
                    <a:pt x="2834" y="24"/>
                    <a:pt x="2644" y="24"/>
                  </a:cubicBezTo>
                  <a:lnTo>
                    <a:pt x="21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68" name="Google Shape;9468;p88"/>
          <p:cNvGrpSpPr/>
          <p:nvPr/>
        </p:nvGrpSpPr>
        <p:grpSpPr>
          <a:xfrm>
            <a:off x="6384906" y="3103096"/>
            <a:ext cx="474933" cy="466320"/>
            <a:chOff x="3949000" y="2792825"/>
            <a:chExt cx="272950" cy="268000"/>
          </a:xfrm>
          <a:solidFill>
            <a:schemeClr val="bg1"/>
          </a:solidFill>
        </p:grpSpPr>
        <p:sp>
          <p:nvSpPr>
            <p:cNvPr id="9469" name="Google Shape;9469;p88"/>
            <p:cNvSpPr/>
            <p:nvPr/>
          </p:nvSpPr>
          <p:spPr>
            <a:xfrm>
              <a:off x="4168450" y="2792825"/>
              <a:ext cx="53500" cy="15625"/>
            </a:xfrm>
            <a:custGeom>
              <a:avLst/>
              <a:gdLst/>
              <a:ahLst/>
              <a:cxnLst/>
              <a:rect l="l" t="t" r="r" b="b"/>
              <a:pathLst>
                <a:path w="2140" h="625" extrusionOk="0">
                  <a:moveTo>
                    <a:pt x="396" y="1"/>
                  </a:moveTo>
                  <a:cubicBezTo>
                    <a:pt x="1" y="1"/>
                    <a:pt x="1" y="625"/>
                    <a:pt x="396" y="625"/>
                  </a:cubicBezTo>
                  <a:cubicBezTo>
                    <a:pt x="410" y="625"/>
                    <a:pt x="424" y="624"/>
                    <a:pt x="439" y="622"/>
                  </a:cubicBezTo>
                  <a:lnTo>
                    <a:pt x="1701" y="622"/>
                  </a:lnTo>
                  <a:cubicBezTo>
                    <a:pt x="1716" y="624"/>
                    <a:pt x="1730" y="625"/>
                    <a:pt x="1743" y="625"/>
                  </a:cubicBezTo>
                  <a:cubicBezTo>
                    <a:pt x="2139" y="625"/>
                    <a:pt x="2139" y="1"/>
                    <a:pt x="1743" y="1"/>
                  </a:cubicBezTo>
                  <a:cubicBezTo>
                    <a:pt x="1730" y="1"/>
                    <a:pt x="1716" y="2"/>
                    <a:pt x="1701" y="3"/>
                  </a:cubicBezTo>
                  <a:lnTo>
                    <a:pt x="439" y="3"/>
                  </a:lnTo>
                  <a:cubicBezTo>
                    <a:pt x="424" y="2"/>
                    <a:pt x="410" y="1"/>
                    <a:pt x="3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0" name="Google Shape;9470;p88"/>
            <p:cNvSpPr/>
            <p:nvPr/>
          </p:nvSpPr>
          <p:spPr>
            <a:xfrm>
              <a:off x="3949000" y="3013775"/>
              <a:ext cx="39925" cy="15500"/>
            </a:xfrm>
            <a:custGeom>
              <a:avLst/>
              <a:gdLst/>
              <a:ahLst/>
              <a:cxnLst/>
              <a:rect l="l" t="t" r="r" b="b"/>
              <a:pathLst>
                <a:path w="1597" h="620" extrusionOk="0">
                  <a:moveTo>
                    <a:pt x="382" y="0"/>
                  </a:moveTo>
                  <a:cubicBezTo>
                    <a:pt x="1" y="24"/>
                    <a:pt x="1" y="572"/>
                    <a:pt x="382" y="619"/>
                  </a:cubicBezTo>
                  <a:lnTo>
                    <a:pt x="1239" y="619"/>
                  </a:lnTo>
                  <a:cubicBezTo>
                    <a:pt x="1596" y="572"/>
                    <a:pt x="1596" y="24"/>
                    <a:pt x="1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1" name="Google Shape;9471;p88"/>
            <p:cNvSpPr/>
            <p:nvPr/>
          </p:nvSpPr>
          <p:spPr>
            <a:xfrm>
              <a:off x="3951375" y="2876825"/>
              <a:ext cx="110150" cy="26300"/>
            </a:xfrm>
            <a:custGeom>
              <a:avLst/>
              <a:gdLst/>
              <a:ahLst/>
              <a:cxnLst/>
              <a:rect l="l" t="t" r="r" b="b"/>
              <a:pathLst>
                <a:path w="4406" h="1052" extrusionOk="0">
                  <a:moveTo>
                    <a:pt x="72" y="1"/>
                  </a:moveTo>
                  <a:cubicBezTo>
                    <a:pt x="25" y="239"/>
                    <a:pt x="1" y="501"/>
                    <a:pt x="1" y="739"/>
                  </a:cubicBezTo>
                  <a:cubicBezTo>
                    <a:pt x="1" y="906"/>
                    <a:pt x="144" y="1049"/>
                    <a:pt x="311" y="1049"/>
                  </a:cubicBezTo>
                  <a:lnTo>
                    <a:pt x="4073" y="1049"/>
                  </a:lnTo>
                  <a:cubicBezTo>
                    <a:pt x="4086" y="1050"/>
                    <a:pt x="4098" y="1051"/>
                    <a:pt x="4110" y="1051"/>
                  </a:cubicBezTo>
                  <a:cubicBezTo>
                    <a:pt x="4282" y="1051"/>
                    <a:pt x="4405" y="895"/>
                    <a:pt x="4383" y="739"/>
                  </a:cubicBezTo>
                  <a:lnTo>
                    <a:pt x="438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2" name="Google Shape;9472;p88"/>
            <p:cNvSpPr/>
            <p:nvPr/>
          </p:nvSpPr>
          <p:spPr>
            <a:xfrm>
              <a:off x="3957350" y="2834575"/>
              <a:ext cx="104200" cy="26800"/>
            </a:xfrm>
            <a:custGeom>
              <a:avLst/>
              <a:gdLst/>
              <a:ahLst/>
              <a:cxnLst/>
              <a:rect l="l" t="t" r="r" b="b"/>
              <a:pathLst>
                <a:path w="4168" h="1072" extrusionOk="0">
                  <a:moveTo>
                    <a:pt x="572" y="0"/>
                  </a:moveTo>
                  <a:cubicBezTo>
                    <a:pt x="333" y="334"/>
                    <a:pt x="143" y="691"/>
                    <a:pt x="0" y="1072"/>
                  </a:cubicBezTo>
                  <a:lnTo>
                    <a:pt x="4168" y="1072"/>
                  </a:lnTo>
                  <a:lnTo>
                    <a:pt x="416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3" name="Google Shape;9473;p88"/>
            <p:cNvSpPr/>
            <p:nvPr/>
          </p:nvSpPr>
          <p:spPr>
            <a:xfrm>
              <a:off x="3985925" y="2793425"/>
              <a:ext cx="75625" cy="25675"/>
            </a:xfrm>
            <a:custGeom>
              <a:avLst/>
              <a:gdLst/>
              <a:ahLst/>
              <a:cxnLst/>
              <a:rect l="l" t="t" r="r" b="b"/>
              <a:pathLst>
                <a:path w="3025" h="1027" extrusionOk="0">
                  <a:moveTo>
                    <a:pt x="2732" y="0"/>
                  </a:moveTo>
                  <a:cubicBezTo>
                    <a:pt x="2719" y="0"/>
                    <a:pt x="2705" y="1"/>
                    <a:pt x="2691" y="3"/>
                  </a:cubicBezTo>
                  <a:cubicBezTo>
                    <a:pt x="1691" y="3"/>
                    <a:pt x="738" y="360"/>
                    <a:pt x="0" y="1027"/>
                  </a:cubicBezTo>
                  <a:lnTo>
                    <a:pt x="3025" y="1027"/>
                  </a:lnTo>
                  <a:lnTo>
                    <a:pt x="3025" y="313"/>
                  </a:lnTo>
                  <a:cubicBezTo>
                    <a:pt x="3025" y="136"/>
                    <a:pt x="2902" y="0"/>
                    <a:pt x="27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4" name="Google Shape;9474;p88"/>
            <p:cNvSpPr/>
            <p:nvPr/>
          </p:nvSpPr>
          <p:spPr>
            <a:xfrm>
              <a:off x="3949000" y="2824275"/>
              <a:ext cx="272950" cy="236550"/>
            </a:xfrm>
            <a:custGeom>
              <a:avLst/>
              <a:gdLst/>
              <a:ahLst/>
              <a:cxnLst/>
              <a:rect l="l" t="t" r="r" b="b"/>
              <a:pathLst>
                <a:path w="10918" h="9462" extrusionOk="0">
                  <a:moveTo>
                    <a:pt x="9176" y="1"/>
                  </a:moveTo>
                  <a:cubicBezTo>
                    <a:pt x="9112" y="1"/>
                    <a:pt x="9041" y="40"/>
                    <a:pt x="9003" y="79"/>
                  </a:cubicBezTo>
                  <a:lnTo>
                    <a:pt x="8074" y="1008"/>
                  </a:lnTo>
                  <a:cubicBezTo>
                    <a:pt x="7359" y="365"/>
                    <a:pt x="6407" y="7"/>
                    <a:pt x="5430" y="7"/>
                  </a:cubicBezTo>
                  <a:cubicBezTo>
                    <a:pt x="5264" y="7"/>
                    <a:pt x="5121" y="150"/>
                    <a:pt x="5121" y="317"/>
                  </a:cubicBezTo>
                  <a:lnTo>
                    <a:pt x="5121" y="3770"/>
                  </a:lnTo>
                  <a:lnTo>
                    <a:pt x="1668" y="3770"/>
                  </a:lnTo>
                  <a:cubicBezTo>
                    <a:pt x="1501" y="3770"/>
                    <a:pt x="1358" y="3913"/>
                    <a:pt x="1358" y="4080"/>
                  </a:cubicBezTo>
                  <a:cubicBezTo>
                    <a:pt x="1358" y="5366"/>
                    <a:pt x="1953" y="6580"/>
                    <a:pt x="2978" y="7366"/>
                  </a:cubicBezTo>
                  <a:lnTo>
                    <a:pt x="1525" y="8819"/>
                  </a:lnTo>
                  <a:lnTo>
                    <a:pt x="382" y="8819"/>
                  </a:lnTo>
                  <a:cubicBezTo>
                    <a:pt x="1" y="8866"/>
                    <a:pt x="1" y="9414"/>
                    <a:pt x="382" y="9462"/>
                  </a:cubicBezTo>
                  <a:lnTo>
                    <a:pt x="1644" y="9462"/>
                  </a:lnTo>
                  <a:cubicBezTo>
                    <a:pt x="1739" y="9462"/>
                    <a:pt x="1811" y="9414"/>
                    <a:pt x="1858" y="9366"/>
                  </a:cubicBezTo>
                  <a:lnTo>
                    <a:pt x="3525" y="7699"/>
                  </a:lnTo>
                  <a:cubicBezTo>
                    <a:pt x="4127" y="8012"/>
                    <a:pt x="4774" y="8163"/>
                    <a:pt x="5413" y="8163"/>
                  </a:cubicBezTo>
                  <a:cubicBezTo>
                    <a:pt x="6622" y="8163"/>
                    <a:pt x="7803" y="7625"/>
                    <a:pt x="8598" y="6628"/>
                  </a:cubicBezTo>
                  <a:cubicBezTo>
                    <a:pt x="9812" y="5104"/>
                    <a:pt x="9788" y="2936"/>
                    <a:pt x="8526" y="1460"/>
                  </a:cubicBezTo>
                  <a:lnTo>
                    <a:pt x="9360" y="626"/>
                  </a:lnTo>
                  <a:lnTo>
                    <a:pt x="10479" y="626"/>
                  </a:lnTo>
                  <a:cubicBezTo>
                    <a:pt x="10494" y="628"/>
                    <a:pt x="10508" y="629"/>
                    <a:pt x="10521" y="629"/>
                  </a:cubicBezTo>
                  <a:cubicBezTo>
                    <a:pt x="10917" y="629"/>
                    <a:pt x="10917" y="5"/>
                    <a:pt x="10521" y="5"/>
                  </a:cubicBezTo>
                  <a:cubicBezTo>
                    <a:pt x="10508" y="5"/>
                    <a:pt x="10494" y="6"/>
                    <a:pt x="10479" y="7"/>
                  </a:cubicBezTo>
                  <a:lnTo>
                    <a:pt x="9217" y="7"/>
                  </a:lnTo>
                  <a:cubicBezTo>
                    <a:pt x="9204" y="3"/>
                    <a:pt x="9190" y="1"/>
                    <a:pt x="91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75" name="Google Shape;9475;p88"/>
          <p:cNvGrpSpPr/>
          <p:nvPr/>
        </p:nvGrpSpPr>
        <p:grpSpPr>
          <a:xfrm>
            <a:off x="5380056" y="3102183"/>
            <a:ext cx="469321" cy="467320"/>
            <a:chOff x="3371500" y="2792300"/>
            <a:chExt cx="269725" cy="268575"/>
          </a:xfrm>
          <a:solidFill>
            <a:schemeClr val="bg1"/>
          </a:solidFill>
        </p:grpSpPr>
        <p:sp>
          <p:nvSpPr>
            <p:cNvPr id="9476" name="Google Shape;9476;p88"/>
            <p:cNvSpPr/>
            <p:nvPr/>
          </p:nvSpPr>
          <p:spPr>
            <a:xfrm>
              <a:off x="3372100" y="2792300"/>
              <a:ext cx="69675" cy="68475"/>
            </a:xfrm>
            <a:custGeom>
              <a:avLst/>
              <a:gdLst/>
              <a:ahLst/>
              <a:cxnLst/>
              <a:rect l="l" t="t" r="r" b="b"/>
              <a:pathLst>
                <a:path w="2787" h="2739" extrusionOk="0">
                  <a:moveTo>
                    <a:pt x="334" y="0"/>
                  </a:moveTo>
                  <a:cubicBezTo>
                    <a:pt x="143" y="0"/>
                    <a:pt x="0" y="143"/>
                    <a:pt x="24" y="334"/>
                  </a:cubicBezTo>
                  <a:lnTo>
                    <a:pt x="24" y="2406"/>
                  </a:lnTo>
                  <a:cubicBezTo>
                    <a:pt x="0" y="2572"/>
                    <a:pt x="143" y="2739"/>
                    <a:pt x="310" y="2739"/>
                  </a:cubicBezTo>
                  <a:cubicBezTo>
                    <a:pt x="477" y="2739"/>
                    <a:pt x="620" y="2596"/>
                    <a:pt x="620" y="2429"/>
                  </a:cubicBezTo>
                  <a:lnTo>
                    <a:pt x="620" y="643"/>
                  </a:lnTo>
                  <a:lnTo>
                    <a:pt x="2406" y="643"/>
                  </a:lnTo>
                  <a:cubicBezTo>
                    <a:pt x="2787" y="596"/>
                    <a:pt x="2787" y="48"/>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7" name="Google Shape;9477;p88"/>
            <p:cNvSpPr/>
            <p:nvPr/>
          </p:nvSpPr>
          <p:spPr>
            <a:xfrm>
              <a:off x="3568925" y="2792825"/>
              <a:ext cx="72300" cy="69150"/>
            </a:xfrm>
            <a:custGeom>
              <a:avLst/>
              <a:gdLst/>
              <a:ahLst/>
              <a:cxnLst/>
              <a:rect l="l" t="t" r="r" b="b"/>
              <a:pathLst>
                <a:path w="2892" h="2766" extrusionOk="0">
                  <a:moveTo>
                    <a:pt x="396" y="1"/>
                  </a:moveTo>
                  <a:cubicBezTo>
                    <a:pt x="0" y="1"/>
                    <a:pt x="0" y="625"/>
                    <a:pt x="396" y="625"/>
                  </a:cubicBezTo>
                  <a:cubicBezTo>
                    <a:pt x="410" y="625"/>
                    <a:pt x="424" y="624"/>
                    <a:pt x="439" y="622"/>
                  </a:cubicBezTo>
                  <a:lnTo>
                    <a:pt x="2225" y="622"/>
                  </a:lnTo>
                  <a:lnTo>
                    <a:pt x="2225" y="2408"/>
                  </a:lnTo>
                  <a:cubicBezTo>
                    <a:pt x="2201" y="2647"/>
                    <a:pt x="2374" y="2766"/>
                    <a:pt x="2546" y="2766"/>
                  </a:cubicBezTo>
                  <a:cubicBezTo>
                    <a:pt x="2719" y="2766"/>
                    <a:pt x="2892" y="2647"/>
                    <a:pt x="2868" y="2408"/>
                  </a:cubicBezTo>
                  <a:lnTo>
                    <a:pt x="2868" y="337"/>
                  </a:lnTo>
                  <a:cubicBezTo>
                    <a:pt x="2890" y="158"/>
                    <a:pt x="2746" y="1"/>
                    <a:pt x="2571" y="1"/>
                  </a:cubicBezTo>
                  <a:cubicBezTo>
                    <a:pt x="2559" y="1"/>
                    <a:pt x="2547" y="2"/>
                    <a:pt x="2534" y="3"/>
                  </a:cubicBezTo>
                  <a:lnTo>
                    <a:pt x="439" y="3"/>
                  </a:lnTo>
                  <a:cubicBezTo>
                    <a:pt x="424" y="2"/>
                    <a:pt x="410" y="1"/>
                    <a:pt x="3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8" name="Google Shape;9478;p88"/>
            <p:cNvSpPr/>
            <p:nvPr/>
          </p:nvSpPr>
          <p:spPr>
            <a:xfrm>
              <a:off x="3372100" y="2992925"/>
              <a:ext cx="69075" cy="67300"/>
            </a:xfrm>
            <a:custGeom>
              <a:avLst/>
              <a:gdLst/>
              <a:ahLst/>
              <a:cxnLst/>
              <a:rect l="l" t="t" r="r" b="b"/>
              <a:pathLst>
                <a:path w="2763" h="2692" extrusionOk="0">
                  <a:moveTo>
                    <a:pt x="301" y="1"/>
                  </a:moveTo>
                  <a:cubicBezTo>
                    <a:pt x="155" y="1"/>
                    <a:pt x="12" y="96"/>
                    <a:pt x="0" y="287"/>
                  </a:cubicBezTo>
                  <a:lnTo>
                    <a:pt x="0" y="2382"/>
                  </a:lnTo>
                  <a:cubicBezTo>
                    <a:pt x="0" y="2549"/>
                    <a:pt x="143" y="2692"/>
                    <a:pt x="310" y="2692"/>
                  </a:cubicBezTo>
                  <a:lnTo>
                    <a:pt x="2382" y="2692"/>
                  </a:lnTo>
                  <a:cubicBezTo>
                    <a:pt x="2763" y="2668"/>
                    <a:pt x="2763" y="2096"/>
                    <a:pt x="2382" y="2073"/>
                  </a:cubicBezTo>
                  <a:lnTo>
                    <a:pt x="620" y="2073"/>
                  </a:lnTo>
                  <a:lnTo>
                    <a:pt x="620" y="287"/>
                  </a:lnTo>
                  <a:cubicBezTo>
                    <a:pt x="596" y="96"/>
                    <a:pt x="447" y="1"/>
                    <a:pt x="3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79" name="Google Shape;9479;p88"/>
            <p:cNvSpPr/>
            <p:nvPr/>
          </p:nvSpPr>
          <p:spPr>
            <a:xfrm>
              <a:off x="3568350" y="2992875"/>
              <a:ext cx="71675" cy="68000"/>
            </a:xfrm>
            <a:custGeom>
              <a:avLst/>
              <a:gdLst/>
              <a:ahLst/>
              <a:cxnLst/>
              <a:rect l="l" t="t" r="r" b="b"/>
              <a:pathLst>
                <a:path w="2867" h="2720" extrusionOk="0">
                  <a:moveTo>
                    <a:pt x="2516" y="0"/>
                  </a:moveTo>
                  <a:cubicBezTo>
                    <a:pt x="2347" y="0"/>
                    <a:pt x="2226" y="136"/>
                    <a:pt x="2248" y="312"/>
                  </a:cubicBezTo>
                  <a:lnTo>
                    <a:pt x="2248" y="2098"/>
                  </a:lnTo>
                  <a:lnTo>
                    <a:pt x="462" y="2098"/>
                  </a:lnTo>
                  <a:cubicBezTo>
                    <a:pt x="446" y="2097"/>
                    <a:pt x="431" y="2096"/>
                    <a:pt x="417" y="2096"/>
                  </a:cubicBezTo>
                  <a:cubicBezTo>
                    <a:pt x="0" y="2096"/>
                    <a:pt x="0" y="2720"/>
                    <a:pt x="417" y="2720"/>
                  </a:cubicBezTo>
                  <a:cubicBezTo>
                    <a:pt x="431" y="2720"/>
                    <a:pt x="446" y="2719"/>
                    <a:pt x="462" y="2718"/>
                  </a:cubicBezTo>
                  <a:lnTo>
                    <a:pt x="2534" y="2718"/>
                  </a:lnTo>
                  <a:cubicBezTo>
                    <a:pt x="2700" y="2718"/>
                    <a:pt x="2843" y="2575"/>
                    <a:pt x="2843" y="2408"/>
                  </a:cubicBezTo>
                  <a:lnTo>
                    <a:pt x="2843" y="312"/>
                  </a:lnTo>
                  <a:cubicBezTo>
                    <a:pt x="2867" y="146"/>
                    <a:pt x="2724" y="3"/>
                    <a:pt x="2557" y="3"/>
                  </a:cubicBezTo>
                  <a:cubicBezTo>
                    <a:pt x="2543" y="1"/>
                    <a:pt x="2530" y="0"/>
                    <a:pt x="25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0" name="Google Shape;9480;p88"/>
            <p:cNvSpPr/>
            <p:nvPr/>
          </p:nvSpPr>
          <p:spPr>
            <a:xfrm>
              <a:off x="3418525" y="2861200"/>
              <a:ext cx="153050" cy="131150"/>
            </a:xfrm>
            <a:custGeom>
              <a:avLst/>
              <a:gdLst/>
              <a:ahLst/>
              <a:cxnLst/>
              <a:rect l="l" t="t" r="r" b="b"/>
              <a:pathLst>
                <a:path w="6122" h="5246" extrusionOk="0">
                  <a:moveTo>
                    <a:pt x="3473" y="1252"/>
                  </a:moveTo>
                  <a:cubicBezTo>
                    <a:pt x="4179" y="1252"/>
                    <a:pt x="4859" y="1802"/>
                    <a:pt x="4859" y="2626"/>
                  </a:cubicBezTo>
                  <a:cubicBezTo>
                    <a:pt x="4859" y="3365"/>
                    <a:pt x="4240" y="3984"/>
                    <a:pt x="3502" y="3984"/>
                  </a:cubicBezTo>
                  <a:cubicBezTo>
                    <a:pt x="2287" y="3984"/>
                    <a:pt x="1668" y="2507"/>
                    <a:pt x="2525" y="1650"/>
                  </a:cubicBezTo>
                  <a:cubicBezTo>
                    <a:pt x="2801" y="1375"/>
                    <a:pt x="3140" y="1252"/>
                    <a:pt x="3473" y="1252"/>
                  </a:cubicBezTo>
                  <a:close/>
                  <a:moveTo>
                    <a:pt x="3473" y="1"/>
                  </a:moveTo>
                  <a:cubicBezTo>
                    <a:pt x="2829" y="1"/>
                    <a:pt x="2175" y="238"/>
                    <a:pt x="1644" y="769"/>
                  </a:cubicBezTo>
                  <a:cubicBezTo>
                    <a:pt x="1" y="2412"/>
                    <a:pt x="1168" y="5246"/>
                    <a:pt x="3502" y="5246"/>
                  </a:cubicBezTo>
                  <a:cubicBezTo>
                    <a:pt x="4954" y="5246"/>
                    <a:pt x="6121" y="4055"/>
                    <a:pt x="6121" y="2626"/>
                  </a:cubicBezTo>
                  <a:cubicBezTo>
                    <a:pt x="6121" y="1046"/>
                    <a:pt x="4822" y="1"/>
                    <a:pt x="347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1" name="Google Shape;9481;p88"/>
            <p:cNvSpPr/>
            <p:nvPr/>
          </p:nvSpPr>
          <p:spPr>
            <a:xfrm>
              <a:off x="3487600" y="2908400"/>
              <a:ext cx="36925" cy="36925"/>
            </a:xfrm>
            <a:custGeom>
              <a:avLst/>
              <a:gdLst/>
              <a:ahLst/>
              <a:cxnLst/>
              <a:rect l="l" t="t" r="r" b="b"/>
              <a:pathLst>
                <a:path w="1477" h="1477" extrusionOk="0">
                  <a:moveTo>
                    <a:pt x="739" y="0"/>
                  </a:moveTo>
                  <a:cubicBezTo>
                    <a:pt x="334" y="0"/>
                    <a:pt x="0" y="334"/>
                    <a:pt x="0" y="738"/>
                  </a:cubicBezTo>
                  <a:cubicBezTo>
                    <a:pt x="0" y="1143"/>
                    <a:pt x="334" y="1477"/>
                    <a:pt x="739" y="1477"/>
                  </a:cubicBezTo>
                  <a:cubicBezTo>
                    <a:pt x="1144" y="1477"/>
                    <a:pt x="1477" y="1143"/>
                    <a:pt x="1477" y="738"/>
                  </a:cubicBezTo>
                  <a:cubicBezTo>
                    <a:pt x="1477" y="334"/>
                    <a:pt x="1144" y="0"/>
                    <a:pt x="7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2" name="Google Shape;9482;p88"/>
            <p:cNvSpPr/>
            <p:nvPr/>
          </p:nvSpPr>
          <p:spPr>
            <a:xfrm>
              <a:off x="3371500" y="2845875"/>
              <a:ext cx="132200" cy="161975"/>
            </a:xfrm>
            <a:custGeom>
              <a:avLst/>
              <a:gdLst/>
              <a:ahLst/>
              <a:cxnLst/>
              <a:rect l="l" t="t" r="r" b="b"/>
              <a:pathLst>
                <a:path w="5288" h="6479" extrusionOk="0">
                  <a:moveTo>
                    <a:pt x="5287" y="1"/>
                  </a:moveTo>
                  <a:lnTo>
                    <a:pt x="5287" y="1"/>
                  </a:lnTo>
                  <a:cubicBezTo>
                    <a:pt x="5250" y="2"/>
                    <a:pt x="5212" y="3"/>
                    <a:pt x="5175" y="6"/>
                  </a:cubicBezTo>
                  <a:lnTo>
                    <a:pt x="5175" y="6"/>
                  </a:lnTo>
                  <a:cubicBezTo>
                    <a:pt x="5212" y="4"/>
                    <a:pt x="5250" y="2"/>
                    <a:pt x="5287" y="1"/>
                  </a:cubicBezTo>
                  <a:close/>
                  <a:moveTo>
                    <a:pt x="5175" y="6"/>
                  </a:moveTo>
                  <a:cubicBezTo>
                    <a:pt x="4522" y="40"/>
                    <a:pt x="3873" y="184"/>
                    <a:pt x="3287" y="477"/>
                  </a:cubicBezTo>
                  <a:cubicBezTo>
                    <a:pt x="2692" y="763"/>
                    <a:pt x="2120" y="1096"/>
                    <a:pt x="1620" y="1525"/>
                  </a:cubicBezTo>
                  <a:cubicBezTo>
                    <a:pt x="1048" y="1977"/>
                    <a:pt x="548" y="2477"/>
                    <a:pt x="96" y="3049"/>
                  </a:cubicBezTo>
                  <a:cubicBezTo>
                    <a:pt x="1" y="3144"/>
                    <a:pt x="1" y="3311"/>
                    <a:pt x="96" y="3430"/>
                  </a:cubicBezTo>
                  <a:cubicBezTo>
                    <a:pt x="548" y="3978"/>
                    <a:pt x="1048" y="4502"/>
                    <a:pt x="1620" y="4954"/>
                  </a:cubicBezTo>
                  <a:cubicBezTo>
                    <a:pt x="2120" y="5359"/>
                    <a:pt x="2692" y="5716"/>
                    <a:pt x="3287" y="6002"/>
                  </a:cubicBezTo>
                  <a:cubicBezTo>
                    <a:pt x="3864" y="6268"/>
                    <a:pt x="4504" y="6431"/>
                    <a:pt x="5147" y="6471"/>
                  </a:cubicBezTo>
                  <a:lnTo>
                    <a:pt x="5147" y="6471"/>
                  </a:lnTo>
                  <a:cubicBezTo>
                    <a:pt x="3452" y="6353"/>
                    <a:pt x="2144" y="4931"/>
                    <a:pt x="2144" y="3239"/>
                  </a:cubicBezTo>
                  <a:cubicBezTo>
                    <a:pt x="2144" y="1515"/>
                    <a:pt x="3467" y="110"/>
                    <a:pt x="5175" y="6"/>
                  </a:cubicBezTo>
                  <a:close/>
                  <a:moveTo>
                    <a:pt x="5147" y="6471"/>
                  </a:moveTo>
                  <a:cubicBezTo>
                    <a:pt x="5194" y="6475"/>
                    <a:pt x="5240" y="6477"/>
                    <a:pt x="5287" y="6478"/>
                  </a:cubicBezTo>
                  <a:cubicBezTo>
                    <a:pt x="5241" y="6477"/>
                    <a:pt x="5194" y="6474"/>
                    <a:pt x="5147" y="647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3" name="Google Shape;9483;p88"/>
            <p:cNvSpPr/>
            <p:nvPr/>
          </p:nvSpPr>
          <p:spPr>
            <a:xfrm>
              <a:off x="3508425" y="2845875"/>
              <a:ext cx="132200" cy="161975"/>
            </a:xfrm>
            <a:custGeom>
              <a:avLst/>
              <a:gdLst/>
              <a:ahLst/>
              <a:cxnLst/>
              <a:rect l="l" t="t" r="r" b="b"/>
              <a:pathLst>
                <a:path w="5288" h="6479" extrusionOk="0">
                  <a:moveTo>
                    <a:pt x="1" y="1"/>
                  </a:moveTo>
                  <a:lnTo>
                    <a:pt x="1" y="1"/>
                  </a:lnTo>
                  <a:cubicBezTo>
                    <a:pt x="35" y="2"/>
                    <a:pt x="69" y="3"/>
                    <a:pt x="103" y="5"/>
                  </a:cubicBezTo>
                  <a:lnTo>
                    <a:pt x="103" y="5"/>
                  </a:lnTo>
                  <a:cubicBezTo>
                    <a:pt x="69" y="3"/>
                    <a:pt x="35" y="2"/>
                    <a:pt x="1" y="1"/>
                  </a:cubicBezTo>
                  <a:close/>
                  <a:moveTo>
                    <a:pt x="103" y="5"/>
                  </a:moveTo>
                  <a:cubicBezTo>
                    <a:pt x="1794" y="105"/>
                    <a:pt x="3144" y="1512"/>
                    <a:pt x="3144" y="3239"/>
                  </a:cubicBezTo>
                  <a:cubicBezTo>
                    <a:pt x="3144" y="4935"/>
                    <a:pt x="1807" y="6360"/>
                    <a:pt x="128" y="6472"/>
                  </a:cubicBezTo>
                  <a:lnTo>
                    <a:pt x="127" y="6472"/>
                  </a:lnTo>
                  <a:cubicBezTo>
                    <a:pt x="773" y="6433"/>
                    <a:pt x="1398" y="6270"/>
                    <a:pt x="2001" y="6002"/>
                  </a:cubicBezTo>
                  <a:cubicBezTo>
                    <a:pt x="2597" y="5716"/>
                    <a:pt x="3144" y="5359"/>
                    <a:pt x="3668" y="4954"/>
                  </a:cubicBezTo>
                  <a:cubicBezTo>
                    <a:pt x="4216" y="4502"/>
                    <a:pt x="4740" y="3978"/>
                    <a:pt x="5193" y="3430"/>
                  </a:cubicBezTo>
                  <a:cubicBezTo>
                    <a:pt x="5288" y="3311"/>
                    <a:pt x="5288" y="3144"/>
                    <a:pt x="5193" y="3049"/>
                  </a:cubicBezTo>
                  <a:cubicBezTo>
                    <a:pt x="4740" y="2477"/>
                    <a:pt x="4216" y="1977"/>
                    <a:pt x="3668" y="1525"/>
                  </a:cubicBezTo>
                  <a:cubicBezTo>
                    <a:pt x="3144" y="1096"/>
                    <a:pt x="2597" y="763"/>
                    <a:pt x="2001" y="477"/>
                  </a:cubicBezTo>
                  <a:cubicBezTo>
                    <a:pt x="1390" y="183"/>
                    <a:pt x="758" y="39"/>
                    <a:pt x="103" y="5"/>
                  </a:cubicBezTo>
                  <a:close/>
                  <a:moveTo>
                    <a:pt x="127" y="6472"/>
                  </a:moveTo>
                  <a:cubicBezTo>
                    <a:pt x="85" y="6475"/>
                    <a:pt x="43" y="6477"/>
                    <a:pt x="1" y="6478"/>
                  </a:cubicBezTo>
                  <a:cubicBezTo>
                    <a:pt x="43" y="6477"/>
                    <a:pt x="86" y="6475"/>
                    <a:pt x="128" y="6472"/>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84" name="Google Shape;9484;p88"/>
          <p:cNvGrpSpPr/>
          <p:nvPr/>
        </p:nvGrpSpPr>
        <p:grpSpPr>
          <a:xfrm>
            <a:off x="4410440" y="3103227"/>
            <a:ext cx="393632" cy="466189"/>
            <a:chOff x="2814250" y="2792900"/>
            <a:chExt cx="226225" cy="267925"/>
          </a:xfrm>
          <a:solidFill>
            <a:schemeClr val="bg1"/>
          </a:solidFill>
        </p:grpSpPr>
        <p:sp>
          <p:nvSpPr>
            <p:cNvPr id="9485" name="Google Shape;9485;p88"/>
            <p:cNvSpPr/>
            <p:nvPr/>
          </p:nvSpPr>
          <p:spPr>
            <a:xfrm>
              <a:off x="2927375" y="2792900"/>
              <a:ext cx="67300" cy="80625"/>
            </a:xfrm>
            <a:custGeom>
              <a:avLst/>
              <a:gdLst/>
              <a:ahLst/>
              <a:cxnLst/>
              <a:rect l="l" t="t" r="r" b="b"/>
              <a:pathLst>
                <a:path w="2692" h="3225" extrusionOk="0">
                  <a:moveTo>
                    <a:pt x="2096" y="0"/>
                  </a:moveTo>
                  <a:lnTo>
                    <a:pt x="0" y="2501"/>
                  </a:lnTo>
                  <a:lnTo>
                    <a:pt x="1191" y="3191"/>
                  </a:lnTo>
                  <a:cubicBezTo>
                    <a:pt x="1242" y="3213"/>
                    <a:pt x="1296" y="3224"/>
                    <a:pt x="1348" y="3224"/>
                  </a:cubicBezTo>
                  <a:cubicBezTo>
                    <a:pt x="1464" y="3224"/>
                    <a:pt x="1570" y="3171"/>
                    <a:pt x="1619" y="3072"/>
                  </a:cubicBezTo>
                  <a:lnTo>
                    <a:pt x="2643" y="1405"/>
                  </a:lnTo>
                  <a:cubicBezTo>
                    <a:pt x="2691" y="1310"/>
                    <a:pt x="2691" y="1191"/>
                    <a:pt x="2643" y="1096"/>
                  </a:cubicBezTo>
                  <a:lnTo>
                    <a:pt x="20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6" name="Google Shape;9486;p88"/>
            <p:cNvSpPr/>
            <p:nvPr/>
          </p:nvSpPr>
          <p:spPr>
            <a:xfrm>
              <a:off x="2860075" y="2792900"/>
              <a:ext cx="67325" cy="80625"/>
            </a:xfrm>
            <a:custGeom>
              <a:avLst/>
              <a:gdLst/>
              <a:ahLst/>
              <a:cxnLst/>
              <a:rect l="l" t="t" r="r" b="b"/>
              <a:pathLst>
                <a:path w="2693" h="3225" extrusionOk="0">
                  <a:moveTo>
                    <a:pt x="596" y="0"/>
                  </a:moveTo>
                  <a:lnTo>
                    <a:pt x="49" y="1096"/>
                  </a:lnTo>
                  <a:cubicBezTo>
                    <a:pt x="1" y="1191"/>
                    <a:pt x="1" y="1310"/>
                    <a:pt x="49" y="1405"/>
                  </a:cubicBezTo>
                  <a:lnTo>
                    <a:pt x="1073" y="3072"/>
                  </a:lnTo>
                  <a:cubicBezTo>
                    <a:pt x="1122" y="3171"/>
                    <a:pt x="1228" y="3224"/>
                    <a:pt x="1344" y="3224"/>
                  </a:cubicBezTo>
                  <a:cubicBezTo>
                    <a:pt x="1396" y="3224"/>
                    <a:pt x="1450" y="3213"/>
                    <a:pt x="1501" y="3191"/>
                  </a:cubicBezTo>
                  <a:lnTo>
                    <a:pt x="2692" y="2501"/>
                  </a:lnTo>
                  <a:lnTo>
                    <a:pt x="5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7" name="Google Shape;9487;p88"/>
            <p:cNvSpPr/>
            <p:nvPr/>
          </p:nvSpPr>
          <p:spPr>
            <a:xfrm>
              <a:off x="2895225" y="2792900"/>
              <a:ext cx="64325" cy="38125"/>
            </a:xfrm>
            <a:custGeom>
              <a:avLst/>
              <a:gdLst/>
              <a:ahLst/>
              <a:cxnLst/>
              <a:rect l="l" t="t" r="r" b="b"/>
              <a:pathLst>
                <a:path w="2573" h="1525" extrusionOk="0">
                  <a:moveTo>
                    <a:pt x="0" y="0"/>
                  </a:moveTo>
                  <a:lnTo>
                    <a:pt x="1286" y="1524"/>
                  </a:lnTo>
                  <a:lnTo>
                    <a:pt x="25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8" name="Google Shape;9488;p88"/>
            <p:cNvSpPr/>
            <p:nvPr/>
          </p:nvSpPr>
          <p:spPr>
            <a:xfrm>
              <a:off x="2916050" y="2873275"/>
              <a:ext cx="22650" cy="13700"/>
            </a:xfrm>
            <a:custGeom>
              <a:avLst/>
              <a:gdLst/>
              <a:ahLst/>
              <a:cxnLst/>
              <a:rect l="l" t="t" r="r" b="b"/>
              <a:pathLst>
                <a:path w="906" h="548" extrusionOk="0">
                  <a:moveTo>
                    <a:pt x="453" y="0"/>
                  </a:moveTo>
                  <a:lnTo>
                    <a:pt x="1" y="262"/>
                  </a:lnTo>
                  <a:lnTo>
                    <a:pt x="120" y="548"/>
                  </a:lnTo>
                  <a:lnTo>
                    <a:pt x="786" y="548"/>
                  </a:lnTo>
                  <a:lnTo>
                    <a:pt x="906" y="262"/>
                  </a:lnTo>
                  <a:lnTo>
                    <a:pt x="45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89" name="Google Shape;9489;p88"/>
            <p:cNvSpPr/>
            <p:nvPr/>
          </p:nvSpPr>
          <p:spPr>
            <a:xfrm>
              <a:off x="2904150" y="2903025"/>
              <a:ext cx="46450" cy="137550"/>
            </a:xfrm>
            <a:custGeom>
              <a:avLst/>
              <a:gdLst/>
              <a:ahLst/>
              <a:cxnLst/>
              <a:rect l="l" t="t" r="r" b="b"/>
              <a:pathLst>
                <a:path w="1858" h="5502" extrusionOk="0">
                  <a:moveTo>
                    <a:pt x="667" y="1"/>
                  </a:moveTo>
                  <a:lnTo>
                    <a:pt x="0" y="4406"/>
                  </a:lnTo>
                  <a:lnTo>
                    <a:pt x="929" y="5502"/>
                  </a:lnTo>
                  <a:lnTo>
                    <a:pt x="1858" y="4406"/>
                  </a:lnTo>
                  <a:lnTo>
                    <a:pt x="1596" y="2716"/>
                  </a:lnTo>
                  <a:lnTo>
                    <a:pt x="1358" y="2716"/>
                  </a:lnTo>
                  <a:cubicBezTo>
                    <a:pt x="977" y="2668"/>
                    <a:pt x="977" y="2120"/>
                    <a:pt x="1358" y="2096"/>
                  </a:cubicBezTo>
                  <a:lnTo>
                    <a:pt x="1358" y="2073"/>
                  </a:lnTo>
                  <a:lnTo>
                    <a:pt x="1501" y="2073"/>
                  </a:lnTo>
                  <a:lnTo>
                    <a:pt x="11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0" name="Google Shape;9490;p88"/>
            <p:cNvSpPr/>
            <p:nvPr/>
          </p:nvSpPr>
          <p:spPr>
            <a:xfrm>
              <a:off x="2814250" y="2824375"/>
              <a:ext cx="113150" cy="235850"/>
            </a:xfrm>
            <a:custGeom>
              <a:avLst/>
              <a:gdLst/>
              <a:ahLst/>
              <a:cxnLst/>
              <a:rect l="l" t="t" r="r" b="b"/>
              <a:pathLst>
                <a:path w="4526" h="9434" extrusionOk="0">
                  <a:moveTo>
                    <a:pt x="292" y="1"/>
                  </a:moveTo>
                  <a:cubicBezTo>
                    <a:pt x="123" y="1"/>
                    <a:pt x="2" y="135"/>
                    <a:pt x="24" y="289"/>
                  </a:cubicBezTo>
                  <a:lnTo>
                    <a:pt x="24" y="9124"/>
                  </a:lnTo>
                  <a:cubicBezTo>
                    <a:pt x="0" y="9291"/>
                    <a:pt x="143" y="9434"/>
                    <a:pt x="334" y="9434"/>
                  </a:cubicBezTo>
                  <a:lnTo>
                    <a:pt x="4525" y="9434"/>
                  </a:lnTo>
                  <a:cubicBezTo>
                    <a:pt x="4438" y="9434"/>
                    <a:pt x="4351" y="9394"/>
                    <a:pt x="4282" y="9332"/>
                  </a:cubicBezTo>
                  <a:lnTo>
                    <a:pt x="4282" y="9332"/>
                  </a:lnTo>
                  <a:lnTo>
                    <a:pt x="3025" y="7838"/>
                  </a:lnTo>
                  <a:cubicBezTo>
                    <a:pt x="2977" y="7767"/>
                    <a:pt x="2953" y="7672"/>
                    <a:pt x="2953" y="7576"/>
                  </a:cubicBezTo>
                  <a:lnTo>
                    <a:pt x="3668" y="2861"/>
                  </a:lnTo>
                  <a:lnTo>
                    <a:pt x="3525" y="2528"/>
                  </a:lnTo>
                  <a:cubicBezTo>
                    <a:pt x="3406" y="2575"/>
                    <a:pt x="3287" y="2599"/>
                    <a:pt x="3168" y="2599"/>
                  </a:cubicBezTo>
                  <a:cubicBezTo>
                    <a:pt x="2834" y="2599"/>
                    <a:pt x="2525" y="2432"/>
                    <a:pt x="2358" y="2147"/>
                  </a:cubicBezTo>
                  <a:lnTo>
                    <a:pt x="1358" y="456"/>
                  </a:lnTo>
                  <a:cubicBezTo>
                    <a:pt x="1262" y="313"/>
                    <a:pt x="1215" y="146"/>
                    <a:pt x="1215" y="3"/>
                  </a:cubicBezTo>
                  <a:lnTo>
                    <a:pt x="334" y="3"/>
                  </a:lnTo>
                  <a:cubicBezTo>
                    <a:pt x="320" y="2"/>
                    <a:pt x="306" y="1"/>
                    <a:pt x="29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1" name="Google Shape;9491;p88"/>
            <p:cNvSpPr/>
            <p:nvPr/>
          </p:nvSpPr>
          <p:spPr>
            <a:xfrm>
              <a:off x="2927375" y="2824375"/>
              <a:ext cx="113100" cy="236450"/>
            </a:xfrm>
            <a:custGeom>
              <a:avLst/>
              <a:gdLst/>
              <a:ahLst/>
              <a:cxnLst/>
              <a:rect l="l" t="t" r="r" b="b"/>
              <a:pathLst>
                <a:path w="4524" h="9458" extrusionOk="0">
                  <a:moveTo>
                    <a:pt x="4228" y="1"/>
                  </a:moveTo>
                  <a:cubicBezTo>
                    <a:pt x="4216" y="1"/>
                    <a:pt x="4204" y="2"/>
                    <a:pt x="4191" y="3"/>
                  </a:cubicBezTo>
                  <a:lnTo>
                    <a:pt x="3286" y="3"/>
                  </a:lnTo>
                  <a:cubicBezTo>
                    <a:pt x="3286" y="146"/>
                    <a:pt x="3239" y="313"/>
                    <a:pt x="3167" y="456"/>
                  </a:cubicBezTo>
                  <a:lnTo>
                    <a:pt x="2167" y="2170"/>
                  </a:lnTo>
                  <a:cubicBezTo>
                    <a:pt x="2000" y="2432"/>
                    <a:pt x="1691" y="2623"/>
                    <a:pt x="1357" y="2623"/>
                  </a:cubicBezTo>
                  <a:cubicBezTo>
                    <a:pt x="1238" y="2623"/>
                    <a:pt x="1119" y="2599"/>
                    <a:pt x="1000" y="2551"/>
                  </a:cubicBezTo>
                  <a:lnTo>
                    <a:pt x="857" y="2885"/>
                  </a:lnTo>
                  <a:lnTo>
                    <a:pt x="1215" y="5242"/>
                  </a:lnTo>
                  <a:lnTo>
                    <a:pt x="1691" y="5242"/>
                  </a:lnTo>
                  <a:cubicBezTo>
                    <a:pt x="1705" y="5241"/>
                    <a:pt x="1720" y="5240"/>
                    <a:pt x="1733" y="5240"/>
                  </a:cubicBezTo>
                  <a:cubicBezTo>
                    <a:pt x="2129" y="5240"/>
                    <a:pt x="2129" y="5864"/>
                    <a:pt x="1733" y="5864"/>
                  </a:cubicBezTo>
                  <a:cubicBezTo>
                    <a:pt x="1720" y="5864"/>
                    <a:pt x="1705" y="5863"/>
                    <a:pt x="1691" y="5862"/>
                  </a:cubicBezTo>
                  <a:lnTo>
                    <a:pt x="1310" y="5862"/>
                  </a:lnTo>
                  <a:lnTo>
                    <a:pt x="1572" y="7600"/>
                  </a:lnTo>
                  <a:cubicBezTo>
                    <a:pt x="1596" y="7695"/>
                    <a:pt x="1548" y="7767"/>
                    <a:pt x="1500" y="7838"/>
                  </a:cubicBezTo>
                  <a:lnTo>
                    <a:pt x="238" y="9362"/>
                  </a:lnTo>
                  <a:cubicBezTo>
                    <a:pt x="191" y="9434"/>
                    <a:pt x="95" y="9458"/>
                    <a:pt x="0" y="9458"/>
                  </a:cubicBezTo>
                  <a:lnTo>
                    <a:pt x="4191" y="9458"/>
                  </a:lnTo>
                  <a:cubicBezTo>
                    <a:pt x="4358" y="9458"/>
                    <a:pt x="4501" y="9315"/>
                    <a:pt x="4501" y="9148"/>
                  </a:cubicBezTo>
                  <a:lnTo>
                    <a:pt x="4501" y="313"/>
                  </a:lnTo>
                  <a:cubicBezTo>
                    <a:pt x="4523" y="136"/>
                    <a:pt x="4382" y="1"/>
                    <a:pt x="422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492" name="Google Shape;9492;p88"/>
          <p:cNvGrpSpPr/>
          <p:nvPr/>
        </p:nvGrpSpPr>
        <p:grpSpPr>
          <a:xfrm>
            <a:off x="3366223" y="3102967"/>
            <a:ext cx="466189" cy="466451"/>
            <a:chOff x="2214125" y="2792750"/>
            <a:chExt cx="267925" cy="268075"/>
          </a:xfrm>
          <a:solidFill>
            <a:schemeClr val="bg1"/>
          </a:solidFill>
        </p:grpSpPr>
        <p:sp>
          <p:nvSpPr>
            <p:cNvPr id="9493" name="Google Shape;9493;p88"/>
            <p:cNvSpPr/>
            <p:nvPr/>
          </p:nvSpPr>
          <p:spPr>
            <a:xfrm>
              <a:off x="2214125" y="2792750"/>
              <a:ext cx="267925" cy="268075"/>
            </a:xfrm>
            <a:custGeom>
              <a:avLst/>
              <a:gdLst/>
              <a:ahLst/>
              <a:cxnLst/>
              <a:rect l="l" t="t" r="r" b="b"/>
              <a:pathLst>
                <a:path w="10717" h="10723" extrusionOk="0">
                  <a:moveTo>
                    <a:pt x="5370" y="0"/>
                  </a:moveTo>
                  <a:cubicBezTo>
                    <a:pt x="5275" y="0"/>
                    <a:pt x="5180" y="42"/>
                    <a:pt x="5120" y="125"/>
                  </a:cubicBezTo>
                  <a:lnTo>
                    <a:pt x="3858" y="1816"/>
                  </a:lnTo>
                  <a:cubicBezTo>
                    <a:pt x="3692" y="2007"/>
                    <a:pt x="3858" y="2316"/>
                    <a:pt x="4120" y="2316"/>
                  </a:cubicBezTo>
                  <a:lnTo>
                    <a:pt x="4430" y="2316"/>
                  </a:lnTo>
                  <a:lnTo>
                    <a:pt x="4430" y="3054"/>
                  </a:lnTo>
                  <a:cubicBezTo>
                    <a:pt x="3811" y="2626"/>
                    <a:pt x="3096" y="2388"/>
                    <a:pt x="2334" y="2316"/>
                  </a:cubicBezTo>
                  <a:lnTo>
                    <a:pt x="2334" y="2007"/>
                  </a:lnTo>
                  <a:cubicBezTo>
                    <a:pt x="2351" y="1817"/>
                    <a:pt x="2194" y="1678"/>
                    <a:pt x="2025" y="1678"/>
                  </a:cubicBezTo>
                  <a:cubicBezTo>
                    <a:pt x="1960" y="1678"/>
                    <a:pt x="1893" y="1698"/>
                    <a:pt x="1834" y="1745"/>
                  </a:cubicBezTo>
                  <a:lnTo>
                    <a:pt x="167" y="3007"/>
                  </a:lnTo>
                  <a:cubicBezTo>
                    <a:pt x="0" y="3126"/>
                    <a:pt x="0" y="3388"/>
                    <a:pt x="167" y="3507"/>
                  </a:cubicBezTo>
                  <a:lnTo>
                    <a:pt x="1834" y="4769"/>
                  </a:lnTo>
                  <a:cubicBezTo>
                    <a:pt x="1886" y="4808"/>
                    <a:pt x="1953" y="4826"/>
                    <a:pt x="2019" y="4826"/>
                  </a:cubicBezTo>
                  <a:cubicBezTo>
                    <a:pt x="2072" y="4826"/>
                    <a:pt x="2125" y="4814"/>
                    <a:pt x="2167" y="4793"/>
                  </a:cubicBezTo>
                  <a:cubicBezTo>
                    <a:pt x="2286" y="4745"/>
                    <a:pt x="2334" y="4626"/>
                    <a:pt x="2334" y="4507"/>
                  </a:cubicBezTo>
                  <a:lnTo>
                    <a:pt x="2334" y="4221"/>
                  </a:lnTo>
                  <a:cubicBezTo>
                    <a:pt x="3525" y="4364"/>
                    <a:pt x="4430" y="5388"/>
                    <a:pt x="4430" y="6603"/>
                  </a:cubicBezTo>
                  <a:lnTo>
                    <a:pt x="4430" y="10413"/>
                  </a:lnTo>
                  <a:cubicBezTo>
                    <a:pt x="4430" y="10580"/>
                    <a:pt x="4573" y="10723"/>
                    <a:pt x="4739" y="10723"/>
                  </a:cubicBezTo>
                  <a:lnTo>
                    <a:pt x="6002" y="10723"/>
                  </a:lnTo>
                  <a:cubicBezTo>
                    <a:pt x="6168" y="10723"/>
                    <a:pt x="6335" y="10580"/>
                    <a:pt x="6335" y="10413"/>
                  </a:cubicBezTo>
                  <a:lnTo>
                    <a:pt x="6335" y="8698"/>
                  </a:lnTo>
                  <a:cubicBezTo>
                    <a:pt x="6335" y="7484"/>
                    <a:pt x="7216" y="6460"/>
                    <a:pt x="8407" y="6317"/>
                  </a:cubicBezTo>
                  <a:lnTo>
                    <a:pt x="8407" y="6603"/>
                  </a:lnTo>
                  <a:cubicBezTo>
                    <a:pt x="8407" y="6794"/>
                    <a:pt x="8571" y="6921"/>
                    <a:pt x="8734" y="6921"/>
                  </a:cubicBezTo>
                  <a:cubicBezTo>
                    <a:pt x="8795" y="6921"/>
                    <a:pt x="8855" y="6903"/>
                    <a:pt x="8907" y="6865"/>
                  </a:cubicBezTo>
                  <a:lnTo>
                    <a:pt x="10598" y="5603"/>
                  </a:lnTo>
                  <a:cubicBezTo>
                    <a:pt x="10669" y="5531"/>
                    <a:pt x="10717" y="5460"/>
                    <a:pt x="10717" y="5341"/>
                  </a:cubicBezTo>
                  <a:cubicBezTo>
                    <a:pt x="10717" y="5245"/>
                    <a:pt x="10669" y="5150"/>
                    <a:pt x="10598" y="5102"/>
                  </a:cubicBezTo>
                  <a:lnTo>
                    <a:pt x="8907" y="3840"/>
                  </a:lnTo>
                  <a:cubicBezTo>
                    <a:pt x="8854" y="3801"/>
                    <a:pt x="8795" y="3783"/>
                    <a:pt x="8732" y="3783"/>
                  </a:cubicBezTo>
                  <a:cubicBezTo>
                    <a:pt x="8681" y="3783"/>
                    <a:pt x="8627" y="3795"/>
                    <a:pt x="8573" y="3816"/>
                  </a:cubicBezTo>
                  <a:cubicBezTo>
                    <a:pt x="8478" y="3864"/>
                    <a:pt x="8407" y="3983"/>
                    <a:pt x="8407" y="4102"/>
                  </a:cubicBezTo>
                  <a:lnTo>
                    <a:pt x="8407" y="4412"/>
                  </a:lnTo>
                  <a:cubicBezTo>
                    <a:pt x="7669" y="4483"/>
                    <a:pt x="6954" y="4721"/>
                    <a:pt x="6335" y="5150"/>
                  </a:cubicBezTo>
                  <a:lnTo>
                    <a:pt x="6335" y="2316"/>
                  </a:lnTo>
                  <a:lnTo>
                    <a:pt x="6621" y="2316"/>
                  </a:lnTo>
                  <a:cubicBezTo>
                    <a:pt x="6883" y="2316"/>
                    <a:pt x="7026" y="2007"/>
                    <a:pt x="6883" y="1816"/>
                  </a:cubicBezTo>
                  <a:lnTo>
                    <a:pt x="5620" y="125"/>
                  </a:lnTo>
                  <a:cubicBezTo>
                    <a:pt x="5561" y="42"/>
                    <a:pt x="5466" y="0"/>
                    <a:pt x="537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4" name="Google Shape;9494;p88"/>
            <p:cNvSpPr/>
            <p:nvPr/>
          </p:nvSpPr>
          <p:spPr>
            <a:xfrm>
              <a:off x="2249850" y="2974475"/>
              <a:ext cx="60750" cy="15500"/>
            </a:xfrm>
            <a:custGeom>
              <a:avLst/>
              <a:gdLst/>
              <a:ahLst/>
              <a:cxnLst/>
              <a:rect l="l" t="t" r="r" b="b"/>
              <a:pathLst>
                <a:path w="2430" h="620" extrusionOk="0">
                  <a:moveTo>
                    <a:pt x="381" y="1"/>
                  </a:moveTo>
                  <a:cubicBezTo>
                    <a:pt x="0" y="24"/>
                    <a:pt x="0" y="572"/>
                    <a:pt x="381" y="620"/>
                  </a:cubicBezTo>
                  <a:lnTo>
                    <a:pt x="2048" y="620"/>
                  </a:lnTo>
                  <a:cubicBezTo>
                    <a:pt x="2429" y="572"/>
                    <a:pt x="2429" y="24"/>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5" name="Google Shape;9495;p88"/>
            <p:cNvSpPr/>
            <p:nvPr/>
          </p:nvSpPr>
          <p:spPr>
            <a:xfrm>
              <a:off x="2223050" y="2974475"/>
              <a:ext cx="15500" cy="15500"/>
            </a:xfrm>
            <a:custGeom>
              <a:avLst/>
              <a:gdLst/>
              <a:ahLst/>
              <a:cxnLst/>
              <a:rect l="l" t="t" r="r" b="b"/>
              <a:pathLst>
                <a:path w="620" h="620" extrusionOk="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6" name="Google Shape;9496;p88"/>
            <p:cNvSpPr/>
            <p:nvPr/>
          </p:nvSpPr>
          <p:spPr>
            <a:xfrm>
              <a:off x="2249850" y="2974475"/>
              <a:ext cx="60750" cy="15500"/>
            </a:xfrm>
            <a:custGeom>
              <a:avLst/>
              <a:gdLst/>
              <a:ahLst/>
              <a:cxnLst/>
              <a:rect l="l" t="t" r="r" b="b"/>
              <a:pathLst>
                <a:path w="2430" h="620" extrusionOk="0">
                  <a:moveTo>
                    <a:pt x="381" y="1"/>
                  </a:moveTo>
                  <a:cubicBezTo>
                    <a:pt x="0" y="24"/>
                    <a:pt x="0" y="572"/>
                    <a:pt x="381" y="620"/>
                  </a:cubicBezTo>
                  <a:lnTo>
                    <a:pt x="2048" y="620"/>
                  </a:lnTo>
                  <a:cubicBezTo>
                    <a:pt x="2429" y="572"/>
                    <a:pt x="2429" y="24"/>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7" name="Google Shape;9497;p88"/>
            <p:cNvSpPr/>
            <p:nvPr/>
          </p:nvSpPr>
          <p:spPr>
            <a:xfrm>
              <a:off x="2223050" y="2974475"/>
              <a:ext cx="15500" cy="15500"/>
            </a:xfrm>
            <a:custGeom>
              <a:avLst/>
              <a:gdLst/>
              <a:ahLst/>
              <a:cxnLst/>
              <a:rect l="l" t="t" r="r" b="b"/>
              <a:pathLst>
                <a:path w="620" h="620" extrusionOk="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8" name="Google Shape;9498;p88"/>
            <p:cNvSpPr/>
            <p:nvPr/>
          </p:nvSpPr>
          <p:spPr>
            <a:xfrm>
              <a:off x="2249850" y="2942925"/>
              <a:ext cx="60750" cy="15500"/>
            </a:xfrm>
            <a:custGeom>
              <a:avLst/>
              <a:gdLst/>
              <a:ahLst/>
              <a:cxnLst/>
              <a:rect l="l" t="t" r="r" b="b"/>
              <a:pathLst>
                <a:path w="2430" h="620" extrusionOk="0">
                  <a:moveTo>
                    <a:pt x="381" y="0"/>
                  </a:moveTo>
                  <a:cubicBezTo>
                    <a:pt x="0" y="48"/>
                    <a:pt x="0" y="596"/>
                    <a:pt x="381" y="620"/>
                  </a:cubicBezTo>
                  <a:lnTo>
                    <a:pt x="2048" y="620"/>
                  </a:lnTo>
                  <a:cubicBezTo>
                    <a:pt x="2429" y="596"/>
                    <a:pt x="2429" y="48"/>
                    <a:pt x="20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499" name="Google Shape;9499;p88"/>
            <p:cNvSpPr/>
            <p:nvPr/>
          </p:nvSpPr>
          <p:spPr>
            <a:xfrm>
              <a:off x="2223050" y="2942925"/>
              <a:ext cx="15500" cy="15500"/>
            </a:xfrm>
            <a:custGeom>
              <a:avLst/>
              <a:gdLst/>
              <a:ahLst/>
              <a:cxnLst/>
              <a:rect l="l" t="t" r="r" b="b"/>
              <a:pathLst>
                <a:path w="620" h="620" extrusionOk="0">
                  <a:moveTo>
                    <a:pt x="310" y="0"/>
                  </a:moveTo>
                  <a:cubicBezTo>
                    <a:pt x="143" y="0"/>
                    <a:pt x="0" y="143"/>
                    <a:pt x="0" y="310"/>
                  </a:cubicBezTo>
                  <a:cubicBezTo>
                    <a:pt x="0" y="477"/>
                    <a:pt x="143" y="620"/>
                    <a:pt x="310" y="620"/>
                  </a:cubicBezTo>
                  <a:cubicBezTo>
                    <a:pt x="477" y="620"/>
                    <a:pt x="620" y="477"/>
                    <a:pt x="620" y="310"/>
                  </a:cubicBezTo>
                  <a:cubicBezTo>
                    <a:pt x="620" y="143"/>
                    <a:pt x="477"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00" name="Google Shape;9500;p88"/>
            <p:cNvSpPr/>
            <p:nvPr/>
          </p:nvSpPr>
          <p:spPr>
            <a:xfrm>
              <a:off x="2249850" y="3005425"/>
              <a:ext cx="60750" cy="16100"/>
            </a:xfrm>
            <a:custGeom>
              <a:avLst/>
              <a:gdLst/>
              <a:ahLst/>
              <a:cxnLst/>
              <a:rect l="l" t="t" r="r" b="b"/>
              <a:pathLst>
                <a:path w="2430" h="644" extrusionOk="0">
                  <a:moveTo>
                    <a:pt x="381" y="1"/>
                  </a:moveTo>
                  <a:cubicBezTo>
                    <a:pt x="0" y="49"/>
                    <a:pt x="0" y="596"/>
                    <a:pt x="381" y="644"/>
                  </a:cubicBezTo>
                  <a:lnTo>
                    <a:pt x="2048" y="644"/>
                  </a:lnTo>
                  <a:cubicBezTo>
                    <a:pt x="2429" y="596"/>
                    <a:pt x="2429" y="49"/>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01" name="Google Shape;9501;p88"/>
            <p:cNvSpPr/>
            <p:nvPr/>
          </p:nvSpPr>
          <p:spPr>
            <a:xfrm>
              <a:off x="2223050" y="3006025"/>
              <a:ext cx="15500" cy="15500"/>
            </a:xfrm>
            <a:custGeom>
              <a:avLst/>
              <a:gdLst/>
              <a:ahLst/>
              <a:cxnLst/>
              <a:rect l="l" t="t" r="r" b="b"/>
              <a:pathLst>
                <a:path w="620" h="620" extrusionOk="0">
                  <a:moveTo>
                    <a:pt x="310" y="1"/>
                  </a:moveTo>
                  <a:cubicBezTo>
                    <a:pt x="143" y="1"/>
                    <a:pt x="0" y="120"/>
                    <a:pt x="0" y="310"/>
                  </a:cubicBezTo>
                  <a:cubicBezTo>
                    <a:pt x="0" y="477"/>
                    <a:pt x="143" y="620"/>
                    <a:pt x="310" y="620"/>
                  </a:cubicBezTo>
                  <a:cubicBezTo>
                    <a:pt x="477" y="620"/>
                    <a:pt x="620" y="477"/>
                    <a:pt x="620" y="310"/>
                  </a:cubicBezTo>
                  <a:cubicBezTo>
                    <a:pt x="620" y="120"/>
                    <a:pt x="477"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02" name="Google Shape;9502;p88"/>
            <p:cNvSpPr/>
            <p:nvPr/>
          </p:nvSpPr>
          <p:spPr>
            <a:xfrm>
              <a:off x="2249850" y="3037000"/>
              <a:ext cx="60750" cy="16100"/>
            </a:xfrm>
            <a:custGeom>
              <a:avLst/>
              <a:gdLst/>
              <a:ahLst/>
              <a:cxnLst/>
              <a:rect l="l" t="t" r="r" b="b"/>
              <a:pathLst>
                <a:path w="2430" h="644" extrusionOk="0">
                  <a:moveTo>
                    <a:pt x="381" y="0"/>
                  </a:moveTo>
                  <a:cubicBezTo>
                    <a:pt x="0" y="48"/>
                    <a:pt x="0" y="595"/>
                    <a:pt x="381" y="643"/>
                  </a:cubicBezTo>
                  <a:lnTo>
                    <a:pt x="2048" y="643"/>
                  </a:lnTo>
                  <a:cubicBezTo>
                    <a:pt x="2429" y="595"/>
                    <a:pt x="2429" y="48"/>
                    <a:pt x="20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03" name="Google Shape;9503;p88"/>
            <p:cNvSpPr/>
            <p:nvPr/>
          </p:nvSpPr>
          <p:spPr>
            <a:xfrm>
              <a:off x="2223050" y="3037000"/>
              <a:ext cx="15500" cy="16100"/>
            </a:xfrm>
            <a:custGeom>
              <a:avLst/>
              <a:gdLst/>
              <a:ahLst/>
              <a:cxnLst/>
              <a:rect l="l" t="t" r="r" b="b"/>
              <a:pathLst>
                <a:path w="620" h="644" extrusionOk="0">
                  <a:moveTo>
                    <a:pt x="310" y="0"/>
                  </a:moveTo>
                  <a:cubicBezTo>
                    <a:pt x="143" y="0"/>
                    <a:pt x="0" y="143"/>
                    <a:pt x="0" y="310"/>
                  </a:cubicBezTo>
                  <a:cubicBezTo>
                    <a:pt x="0" y="500"/>
                    <a:pt x="143" y="643"/>
                    <a:pt x="310" y="643"/>
                  </a:cubicBezTo>
                  <a:cubicBezTo>
                    <a:pt x="477" y="643"/>
                    <a:pt x="620" y="500"/>
                    <a:pt x="620" y="310"/>
                  </a:cubicBezTo>
                  <a:cubicBezTo>
                    <a:pt x="620" y="143"/>
                    <a:pt x="477"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04" name="Google Shape;9504;p88"/>
          <p:cNvGrpSpPr/>
          <p:nvPr/>
        </p:nvGrpSpPr>
        <p:grpSpPr>
          <a:xfrm>
            <a:off x="2355152" y="3103227"/>
            <a:ext cx="470365" cy="466189"/>
            <a:chOff x="1633050" y="2792900"/>
            <a:chExt cx="270325" cy="267925"/>
          </a:xfrm>
          <a:solidFill>
            <a:schemeClr val="bg1"/>
          </a:solidFill>
        </p:grpSpPr>
        <p:sp>
          <p:nvSpPr>
            <p:cNvPr id="9505" name="Google Shape;9505;p88"/>
            <p:cNvSpPr/>
            <p:nvPr/>
          </p:nvSpPr>
          <p:spPr>
            <a:xfrm>
              <a:off x="1633050" y="2962425"/>
              <a:ext cx="101825" cy="98400"/>
            </a:xfrm>
            <a:custGeom>
              <a:avLst/>
              <a:gdLst/>
              <a:ahLst/>
              <a:cxnLst/>
              <a:rect l="l" t="t" r="r" b="b"/>
              <a:pathLst>
                <a:path w="4073" h="3936" extrusionOk="0">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06" name="Google Shape;9506;p88"/>
            <p:cNvSpPr/>
            <p:nvPr/>
          </p:nvSpPr>
          <p:spPr>
            <a:xfrm>
              <a:off x="1714025" y="2935775"/>
              <a:ext cx="46450" cy="47050"/>
            </a:xfrm>
            <a:custGeom>
              <a:avLst/>
              <a:gdLst/>
              <a:ahLst/>
              <a:cxnLst/>
              <a:rect l="l" t="t" r="r" b="b"/>
              <a:pathLst>
                <a:path w="1858" h="1882" extrusionOk="0">
                  <a:moveTo>
                    <a:pt x="738" y="1"/>
                  </a:moveTo>
                  <a:lnTo>
                    <a:pt x="0" y="763"/>
                  </a:lnTo>
                  <a:lnTo>
                    <a:pt x="1096" y="1882"/>
                  </a:lnTo>
                  <a:lnTo>
                    <a:pt x="1858" y="1120"/>
                  </a:lnTo>
                  <a:cubicBezTo>
                    <a:pt x="1405" y="834"/>
                    <a:pt x="1024" y="453"/>
                    <a:pt x="73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07" name="Google Shape;9507;p88"/>
            <p:cNvSpPr/>
            <p:nvPr/>
          </p:nvSpPr>
          <p:spPr>
            <a:xfrm>
              <a:off x="1701525" y="2792900"/>
              <a:ext cx="201850" cy="172750"/>
            </a:xfrm>
            <a:custGeom>
              <a:avLst/>
              <a:gdLst/>
              <a:ahLst/>
              <a:cxnLst/>
              <a:rect l="l" t="t" r="r" b="b"/>
              <a:pathLst>
                <a:path w="8074" h="6910" extrusionOk="0">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08" name="Google Shape;9508;p88"/>
          <p:cNvGrpSpPr/>
          <p:nvPr/>
        </p:nvGrpSpPr>
        <p:grpSpPr>
          <a:xfrm>
            <a:off x="1329553" y="3103140"/>
            <a:ext cx="489027" cy="466016"/>
            <a:chOff x="1043625" y="2792850"/>
            <a:chExt cx="281050" cy="267825"/>
          </a:xfrm>
          <a:solidFill>
            <a:schemeClr val="bg1"/>
          </a:solidFill>
        </p:grpSpPr>
        <p:sp>
          <p:nvSpPr>
            <p:cNvPr id="9509" name="Google Shape;9509;p88"/>
            <p:cNvSpPr/>
            <p:nvPr/>
          </p:nvSpPr>
          <p:spPr>
            <a:xfrm>
              <a:off x="1151700" y="2869575"/>
              <a:ext cx="92600" cy="91225"/>
            </a:xfrm>
            <a:custGeom>
              <a:avLst/>
              <a:gdLst/>
              <a:ahLst/>
              <a:cxnLst/>
              <a:rect l="l" t="t" r="r" b="b"/>
              <a:pathLst>
                <a:path w="3704" h="3649" extrusionOk="0">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0" name="Google Shape;9510;p88"/>
            <p:cNvSpPr/>
            <p:nvPr/>
          </p:nvSpPr>
          <p:spPr>
            <a:xfrm>
              <a:off x="1043625" y="2792850"/>
              <a:ext cx="281050" cy="267825"/>
            </a:xfrm>
            <a:custGeom>
              <a:avLst/>
              <a:gdLst/>
              <a:ahLst/>
              <a:cxnLst/>
              <a:rect l="l" t="t" r="r" b="b"/>
              <a:pathLst>
                <a:path w="11242" h="10713" extrusionOk="0">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1" name="Google Shape;9511;p88"/>
            <p:cNvSpPr/>
            <p:nvPr/>
          </p:nvSpPr>
          <p:spPr>
            <a:xfrm>
              <a:off x="1151700" y="2869575"/>
              <a:ext cx="92600" cy="91225"/>
            </a:xfrm>
            <a:custGeom>
              <a:avLst/>
              <a:gdLst/>
              <a:ahLst/>
              <a:cxnLst/>
              <a:rect l="l" t="t" r="r" b="b"/>
              <a:pathLst>
                <a:path w="3704" h="3649" extrusionOk="0">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2" name="Google Shape;9512;p88"/>
            <p:cNvSpPr/>
            <p:nvPr/>
          </p:nvSpPr>
          <p:spPr>
            <a:xfrm>
              <a:off x="1043625" y="2792850"/>
              <a:ext cx="281050" cy="267825"/>
            </a:xfrm>
            <a:custGeom>
              <a:avLst/>
              <a:gdLst/>
              <a:ahLst/>
              <a:cxnLst/>
              <a:rect l="l" t="t" r="r" b="b"/>
              <a:pathLst>
                <a:path w="11242" h="10713" extrusionOk="0">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13" name="Google Shape;9513;p88"/>
          <p:cNvGrpSpPr/>
          <p:nvPr/>
        </p:nvGrpSpPr>
        <p:grpSpPr>
          <a:xfrm>
            <a:off x="1306977" y="3848035"/>
            <a:ext cx="497119" cy="468060"/>
            <a:chOff x="1030650" y="3220950"/>
            <a:chExt cx="285700" cy="269000"/>
          </a:xfrm>
          <a:solidFill>
            <a:schemeClr val="bg1"/>
          </a:solidFill>
        </p:grpSpPr>
        <p:sp>
          <p:nvSpPr>
            <p:cNvPr id="9514" name="Google Shape;9514;p88"/>
            <p:cNvSpPr/>
            <p:nvPr/>
          </p:nvSpPr>
          <p:spPr>
            <a:xfrm>
              <a:off x="1268100" y="3440050"/>
              <a:ext cx="6575" cy="16100"/>
            </a:xfrm>
            <a:custGeom>
              <a:avLst/>
              <a:gdLst/>
              <a:ahLst/>
              <a:cxnLst/>
              <a:rect l="l" t="t" r="r" b="b"/>
              <a:pathLst>
                <a:path w="263" h="644" extrusionOk="0">
                  <a:moveTo>
                    <a:pt x="0" y="0"/>
                  </a:moveTo>
                  <a:lnTo>
                    <a:pt x="0" y="643"/>
                  </a:lnTo>
                  <a:cubicBezTo>
                    <a:pt x="119" y="596"/>
                    <a:pt x="214" y="477"/>
                    <a:pt x="238" y="358"/>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5" name="Google Shape;9515;p88"/>
            <p:cNvSpPr/>
            <p:nvPr/>
          </p:nvSpPr>
          <p:spPr>
            <a:xfrm>
              <a:off x="1194850" y="3384675"/>
              <a:ext cx="121500" cy="104050"/>
            </a:xfrm>
            <a:custGeom>
              <a:avLst/>
              <a:gdLst/>
              <a:ahLst/>
              <a:cxnLst/>
              <a:rect l="l" t="t" r="r" b="b"/>
              <a:pathLst>
                <a:path w="4860" h="4162" extrusionOk="0">
                  <a:moveTo>
                    <a:pt x="2763" y="667"/>
                  </a:moveTo>
                  <a:cubicBezTo>
                    <a:pt x="2859" y="667"/>
                    <a:pt x="2930" y="739"/>
                    <a:pt x="2930" y="834"/>
                  </a:cubicBezTo>
                  <a:lnTo>
                    <a:pt x="2930" y="929"/>
                  </a:lnTo>
                  <a:cubicBezTo>
                    <a:pt x="3073" y="953"/>
                    <a:pt x="3192" y="1025"/>
                    <a:pt x="3287" y="1120"/>
                  </a:cubicBezTo>
                  <a:cubicBezTo>
                    <a:pt x="3359" y="1191"/>
                    <a:pt x="3335" y="1287"/>
                    <a:pt x="3287" y="1334"/>
                  </a:cubicBezTo>
                  <a:cubicBezTo>
                    <a:pt x="3252" y="1370"/>
                    <a:pt x="3210" y="1388"/>
                    <a:pt x="3168" y="1388"/>
                  </a:cubicBezTo>
                  <a:cubicBezTo>
                    <a:pt x="3127" y="1388"/>
                    <a:pt x="3085" y="1370"/>
                    <a:pt x="3049" y="1334"/>
                  </a:cubicBezTo>
                  <a:cubicBezTo>
                    <a:pt x="3025" y="1310"/>
                    <a:pt x="2978" y="1287"/>
                    <a:pt x="2930" y="1263"/>
                  </a:cubicBezTo>
                  <a:lnTo>
                    <a:pt x="2930" y="1906"/>
                  </a:lnTo>
                  <a:lnTo>
                    <a:pt x="3049" y="1930"/>
                  </a:lnTo>
                  <a:cubicBezTo>
                    <a:pt x="3335" y="2025"/>
                    <a:pt x="3502" y="2311"/>
                    <a:pt x="3454" y="2620"/>
                  </a:cubicBezTo>
                  <a:cubicBezTo>
                    <a:pt x="3406" y="2906"/>
                    <a:pt x="3216" y="3120"/>
                    <a:pt x="2930" y="3192"/>
                  </a:cubicBezTo>
                  <a:lnTo>
                    <a:pt x="2930" y="3335"/>
                  </a:lnTo>
                  <a:cubicBezTo>
                    <a:pt x="2930" y="3442"/>
                    <a:pt x="2853" y="3495"/>
                    <a:pt x="2775" y="3495"/>
                  </a:cubicBezTo>
                  <a:cubicBezTo>
                    <a:pt x="2698" y="3495"/>
                    <a:pt x="2620" y="3442"/>
                    <a:pt x="2620" y="3335"/>
                  </a:cubicBezTo>
                  <a:lnTo>
                    <a:pt x="2620" y="3216"/>
                  </a:lnTo>
                  <a:cubicBezTo>
                    <a:pt x="2454" y="3192"/>
                    <a:pt x="2311" y="3144"/>
                    <a:pt x="2168" y="3049"/>
                  </a:cubicBezTo>
                  <a:cubicBezTo>
                    <a:pt x="1997" y="2954"/>
                    <a:pt x="2098" y="2739"/>
                    <a:pt x="2231" y="2739"/>
                  </a:cubicBezTo>
                  <a:cubicBezTo>
                    <a:pt x="2265" y="2739"/>
                    <a:pt x="2301" y="2753"/>
                    <a:pt x="2335" y="2787"/>
                  </a:cubicBezTo>
                  <a:cubicBezTo>
                    <a:pt x="2430" y="2835"/>
                    <a:pt x="2525" y="2882"/>
                    <a:pt x="2620" y="2882"/>
                  </a:cubicBezTo>
                  <a:lnTo>
                    <a:pt x="2620" y="2096"/>
                  </a:lnTo>
                  <a:cubicBezTo>
                    <a:pt x="2525" y="2049"/>
                    <a:pt x="2430" y="2001"/>
                    <a:pt x="2335" y="1930"/>
                  </a:cubicBezTo>
                  <a:cubicBezTo>
                    <a:pt x="2192" y="1811"/>
                    <a:pt x="2120" y="1620"/>
                    <a:pt x="2168" y="1429"/>
                  </a:cubicBezTo>
                  <a:cubicBezTo>
                    <a:pt x="2216" y="1215"/>
                    <a:pt x="2359" y="1025"/>
                    <a:pt x="2573" y="977"/>
                  </a:cubicBezTo>
                  <a:lnTo>
                    <a:pt x="2620" y="953"/>
                  </a:lnTo>
                  <a:lnTo>
                    <a:pt x="2620" y="834"/>
                  </a:lnTo>
                  <a:cubicBezTo>
                    <a:pt x="2620" y="739"/>
                    <a:pt x="2692" y="667"/>
                    <a:pt x="2763" y="667"/>
                  </a:cubicBezTo>
                  <a:close/>
                  <a:moveTo>
                    <a:pt x="2787" y="1"/>
                  </a:moveTo>
                  <a:cubicBezTo>
                    <a:pt x="930" y="1"/>
                    <a:pt x="1" y="2239"/>
                    <a:pt x="1311" y="3549"/>
                  </a:cubicBezTo>
                  <a:cubicBezTo>
                    <a:pt x="1734" y="3972"/>
                    <a:pt x="2254" y="4162"/>
                    <a:pt x="2764" y="4162"/>
                  </a:cubicBezTo>
                  <a:cubicBezTo>
                    <a:pt x="3833" y="4162"/>
                    <a:pt x="4859" y="3330"/>
                    <a:pt x="4859" y="2072"/>
                  </a:cubicBezTo>
                  <a:cubicBezTo>
                    <a:pt x="4859" y="929"/>
                    <a:pt x="3930" y="1"/>
                    <a:pt x="27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6" name="Google Shape;9516;p88"/>
            <p:cNvSpPr/>
            <p:nvPr/>
          </p:nvSpPr>
          <p:spPr>
            <a:xfrm>
              <a:off x="1256175" y="3416825"/>
              <a:ext cx="4200" cy="11350"/>
            </a:xfrm>
            <a:custGeom>
              <a:avLst/>
              <a:gdLst/>
              <a:ahLst/>
              <a:cxnLst/>
              <a:rect l="l" t="t" r="r" b="b"/>
              <a:pathLst>
                <a:path w="168" h="454" extrusionOk="0">
                  <a:moveTo>
                    <a:pt x="167" y="1"/>
                  </a:moveTo>
                  <a:cubicBezTo>
                    <a:pt x="96" y="24"/>
                    <a:pt x="48" y="120"/>
                    <a:pt x="25" y="191"/>
                  </a:cubicBezTo>
                  <a:cubicBezTo>
                    <a:pt x="1" y="263"/>
                    <a:pt x="25" y="334"/>
                    <a:pt x="72" y="382"/>
                  </a:cubicBezTo>
                  <a:cubicBezTo>
                    <a:pt x="96" y="405"/>
                    <a:pt x="144" y="429"/>
                    <a:pt x="167" y="453"/>
                  </a:cubicBezTo>
                  <a:lnTo>
                    <a:pt x="1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7" name="Google Shape;9517;p88"/>
            <p:cNvSpPr/>
            <p:nvPr/>
          </p:nvSpPr>
          <p:spPr>
            <a:xfrm>
              <a:off x="1030650" y="3220950"/>
              <a:ext cx="243425" cy="269000"/>
            </a:xfrm>
            <a:custGeom>
              <a:avLst/>
              <a:gdLst/>
              <a:ahLst/>
              <a:cxnLst/>
              <a:rect l="l" t="t" r="r" b="b"/>
              <a:pathLst>
                <a:path w="9737" h="10760" extrusionOk="0">
                  <a:moveTo>
                    <a:pt x="5500" y="641"/>
                  </a:moveTo>
                  <a:cubicBezTo>
                    <a:pt x="5515" y="641"/>
                    <a:pt x="5529" y="642"/>
                    <a:pt x="5545" y="644"/>
                  </a:cubicBezTo>
                  <a:cubicBezTo>
                    <a:pt x="5926" y="667"/>
                    <a:pt x="5926" y="1215"/>
                    <a:pt x="5545" y="1263"/>
                  </a:cubicBezTo>
                  <a:cubicBezTo>
                    <a:pt x="5529" y="1264"/>
                    <a:pt x="5515" y="1265"/>
                    <a:pt x="5500" y="1265"/>
                  </a:cubicBezTo>
                  <a:cubicBezTo>
                    <a:pt x="5083" y="1265"/>
                    <a:pt x="5083" y="641"/>
                    <a:pt x="5500" y="641"/>
                  </a:cubicBezTo>
                  <a:close/>
                  <a:moveTo>
                    <a:pt x="5500" y="3190"/>
                  </a:moveTo>
                  <a:cubicBezTo>
                    <a:pt x="5515" y="3190"/>
                    <a:pt x="5529" y="3190"/>
                    <a:pt x="5545" y="3192"/>
                  </a:cubicBezTo>
                  <a:cubicBezTo>
                    <a:pt x="5926" y="3216"/>
                    <a:pt x="5926" y="3787"/>
                    <a:pt x="5545" y="3811"/>
                  </a:cubicBezTo>
                  <a:cubicBezTo>
                    <a:pt x="5529" y="3813"/>
                    <a:pt x="5515" y="3813"/>
                    <a:pt x="5500" y="3813"/>
                  </a:cubicBezTo>
                  <a:cubicBezTo>
                    <a:pt x="5083" y="3813"/>
                    <a:pt x="5083" y="3190"/>
                    <a:pt x="5500" y="3190"/>
                  </a:cubicBezTo>
                  <a:close/>
                  <a:moveTo>
                    <a:pt x="3957" y="3601"/>
                  </a:moveTo>
                  <a:cubicBezTo>
                    <a:pt x="4148" y="3601"/>
                    <a:pt x="4315" y="3794"/>
                    <a:pt x="4259" y="4001"/>
                  </a:cubicBezTo>
                  <a:cubicBezTo>
                    <a:pt x="4219" y="4148"/>
                    <a:pt x="4090" y="4227"/>
                    <a:pt x="3959" y="4227"/>
                  </a:cubicBezTo>
                  <a:cubicBezTo>
                    <a:pt x="3855" y="4227"/>
                    <a:pt x="3750" y="4178"/>
                    <a:pt x="3687" y="4073"/>
                  </a:cubicBezTo>
                  <a:cubicBezTo>
                    <a:pt x="3616" y="3930"/>
                    <a:pt x="3664" y="3740"/>
                    <a:pt x="3806" y="3644"/>
                  </a:cubicBezTo>
                  <a:cubicBezTo>
                    <a:pt x="3856" y="3615"/>
                    <a:pt x="3907" y="3601"/>
                    <a:pt x="3957" y="3601"/>
                  </a:cubicBezTo>
                  <a:close/>
                  <a:moveTo>
                    <a:pt x="7102" y="3609"/>
                  </a:moveTo>
                  <a:cubicBezTo>
                    <a:pt x="7233" y="3609"/>
                    <a:pt x="7362" y="3688"/>
                    <a:pt x="7402" y="3835"/>
                  </a:cubicBezTo>
                  <a:cubicBezTo>
                    <a:pt x="7458" y="4058"/>
                    <a:pt x="7296" y="4237"/>
                    <a:pt x="7109" y="4237"/>
                  </a:cubicBezTo>
                  <a:cubicBezTo>
                    <a:pt x="7057" y="4237"/>
                    <a:pt x="7002" y="4223"/>
                    <a:pt x="6950" y="4192"/>
                  </a:cubicBezTo>
                  <a:cubicBezTo>
                    <a:pt x="6783" y="4121"/>
                    <a:pt x="6736" y="3906"/>
                    <a:pt x="6831" y="3763"/>
                  </a:cubicBezTo>
                  <a:cubicBezTo>
                    <a:pt x="6894" y="3658"/>
                    <a:pt x="6999" y="3609"/>
                    <a:pt x="7102" y="3609"/>
                  </a:cubicBezTo>
                  <a:close/>
                  <a:moveTo>
                    <a:pt x="2812" y="4765"/>
                  </a:moveTo>
                  <a:cubicBezTo>
                    <a:pt x="2865" y="4765"/>
                    <a:pt x="2920" y="4780"/>
                    <a:pt x="2973" y="4811"/>
                  </a:cubicBezTo>
                  <a:cubicBezTo>
                    <a:pt x="3116" y="4883"/>
                    <a:pt x="3187" y="5073"/>
                    <a:pt x="3092" y="5240"/>
                  </a:cubicBezTo>
                  <a:cubicBezTo>
                    <a:pt x="3030" y="5343"/>
                    <a:pt x="2928" y="5392"/>
                    <a:pt x="2827" y="5392"/>
                  </a:cubicBezTo>
                  <a:cubicBezTo>
                    <a:pt x="2694" y="5392"/>
                    <a:pt x="2561" y="5307"/>
                    <a:pt x="2520" y="5145"/>
                  </a:cubicBezTo>
                  <a:cubicBezTo>
                    <a:pt x="2465" y="4941"/>
                    <a:pt x="2626" y="4765"/>
                    <a:pt x="2812" y="4765"/>
                  </a:cubicBezTo>
                  <a:close/>
                  <a:moveTo>
                    <a:pt x="8264" y="4756"/>
                  </a:moveTo>
                  <a:cubicBezTo>
                    <a:pt x="8454" y="4756"/>
                    <a:pt x="8624" y="4943"/>
                    <a:pt x="8569" y="5145"/>
                  </a:cubicBezTo>
                  <a:cubicBezTo>
                    <a:pt x="8529" y="5307"/>
                    <a:pt x="8388" y="5392"/>
                    <a:pt x="8253" y="5392"/>
                  </a:cubicBezTo>
                  <a:cubicBezTo>
                    <a:pt x="8150" y="5392"/>
                    <a:pt x="8049" y="5343"/>
                    <a:pt x="7998" y="5240"/>
                  </a:cubicBezTo>
                  <a:cubicBezTo>
                    <a:pt x="7879" y="5073"/>
                    <a:pt x="7950" y="4883"/>
                    <a:pt x="8093" y="4811"/>
                  </a:cubicBezTo>
                  <a:cubicBezTo>
                    <a:pt x="8148" y="4773"/>
                    <a:pt x="8207" y="4756"/>
                    <a:pt x="8264" y="4756"/>
                  </a:cubicBezTo>
                  <a:close/>
                  <a:moveTo>
                    <a:pt x="2401" y="6288"/>
                  </a:moveTo>
                  <a:cubicBezTo>
                    <a:pt x="2568" y="6288"/>
                    <a:pt x="2735" y="6407"/>
                    <a:pt x="2711" y="6645"/>
                  </a:cubicBezTo>
                  <a:cubicBezTo>
                    <a:pt x="2687" y="6835"/>
                    <a:pt x="2538" y="6931"/>
                    <a:pt x="2392" y="6931"/>
                  </a:cubicBezTo>
                  <a:cubicBezTo>
                    <a:pt x="2247" y="6931"/>
                    <a:pt x="2104" y="6835"/>
                    <a:pt x="2092" y="6645"/>
                  </a:cubicBezTo>
                  <a:cubicBezTo>
                    <a:pt x="2068" y="6407"/>
                    <a:pt x="2235" y="6288"/>
                    <a:pt x="2401" y="6288"/>
                  </a:cubicBezTo>
                  <a:close/>
                  <a:moveTo>
                    <a:pt x="2809" y="7887"/>
                  </a:moveTo>
                  <a:cubicBezTo>
                    <a:pt x="3054" y="7887"/>
                    <a:pt x="3259" y="8376"/>
                    <a:pt x="2973" y="8479"/>
                  </a:cubicBezTo>
                  <a:cubicBezTo>
                    <a:pt x="2931" y="8510"/>
                    <a:pt x="2889" y="8523"/>
                    <a:pt x="2848" y="8523"/>
                  </a:cubicBezTo>
                  <a:cubicBezTo>
                    <a:pt x="2604" y="8523"/>
                    <a:pt x="2402" y="8053"/>
                    <a:pt x="2687" y="7931"/>
                  </a:cubicBezTo>
                  <a:cubicBezTo>
                    <a:pt x="2727" y="7901"/>
                    <a:pt x="2769" y="7887"/>
                    <a:pt x="2809" y="7887"/>
                  </a:cubicBezTo>
                  <a:close/>
                  <a:moveTo>
                    <a:pt x="4505" y="4524"/>
                  </a:moveTo>
                  <a:cubicBezTo>
                    <a:pt x="4614" y="4524"/>
                    <a:pt x="4712" y="4583"/>
                    <a:pt x="4759" y="4692"/>
                  </a:cubicBezTo>
                  <a:lnTo>
                    <a:pt x="5354" y="5740"/>
                  </a:lnTo>
                  <a:cubicBezTo>
                    <a:pt x="5426" y="5716"/>
                    <a:pt x="5473" y="5716"/>
                    <a:pt x="5545" y="5716"/>
                  </a:cubicBezTo>
                  <a:cubicBezTo>
                    <a:pt x="6712" y="5788"/>
                    <a:pt x="6712" y="7526"/>
                    <a:pt x="5545" y="7597"/>
                  </a:cubicBezTo>
                  <a:cubicBezTo>
                    <a:pt x="5473" y="7597"/>
                    <a:pt x="5426" y="7597"/>
                    <a:pt x="5378" y="7574"/>
                  </a:cubicBezTo>
                  <a:lnTo>
                    <a:pt x="4878" y="8455"/>
                  </a:lnTo>
                  <a:cubicBezTo>
                    <a:pt x="4807" y="8550"/>
                    <a:pt x="4711" y="8598"/>
                    <a:pt x="4592" y="8598"/>
                  </a:cubicBezTo>
                  <a:cubicBezTo>
                    <a:pt x="4545" y="8598"/>
                    <a:pt x="4497" y="8598"/>
                    <a:pt x="4449" y="8550"/>
                  </a:cubicBezTo>
                  <a:cubicBezTo>
                    <a:pt x="4283" y="8479"/>
                    <a:pt x="4235" y="8288"/>
                    <a:pt x="4330" y="8121"/>
                  </a:cubicBezTo>
                  <a:lnTo>
                    <a:pt x="4830" y="7264"/>
                  </a:lnTo>
                  <a:cubicBezTo>
                    <a:pt x="4521" y="6907"/>
                    <a:pt x="4521" y="6407"/>
                    <a:pt x="4830" y="6050"/>
                  </a:cubicBezTo>
                  <a:lnTo>
                    <a:pt x="4235" y="5002"/>
                  </a:lnTo>
                  <a:cubicBezTo>
                    <a:pt x="4140" y="4859"/>
                    <a:pt x="4187" y="4668"/>
                    <a:pt x="4330" y="4573"/>
                  </a:cubicBezTo>
                  <a:cubicBezTo>
                    <a:pt x="4388" y="4540"/>
                    <a:pt x="4448" y="4524"/>
                    <a:pt x="4505" y="4524"/>
                  </a:cubicBezTo>
                  <a:close/>
                  <a:moveTo>
                    <a:pt x="3955" y="9052"/>
                  </a:moveTo>
                  <a:cubicBezTo>
                    <a:pt x="4008" y="9052"/>
                    <a:pt x="4063" y="9066"/>
                    <a:pt x="4116" y="9098"/>
                  </a:cubicBezTo>
                  <a:cubicBezTo>
                    <a:pt x="4283" y="9169"/>
                    <a:pt x="4330" y="9360"/>
                    <a:pt x="4235" y="9526"/>
                  </a:cubicBezTo>
                  <a:cubicBezTo>
                    <a:pt x="4173" y="9629"/>
                    <a:pt x="4071" y="9679"/>
                    <a:pt x="3970" y="9679"/>
                  </a:cubicBezTo>
                  <a:cubicBezTo>
                    <a:pt x="3837" y="9679"/>
                    <a:pt x="3704" y="9593"/>
                    <a:pt x="3664" y="9431"/>
                  </a:cubicBezTo>
                  <a:cubicBezTo>
                    <a:pt x="3608" y="9227"/>
                    <a:pt x="3769" y="9052"/>
                    <a:pt x="3955" y="9052"/>
                  </a:cubicBezTo>
                  <a:close/>
                  <a:moveTo>
                    <a:pt x="5544" y="9481"/>
                  </a:moveTo>
                  <a:cubicBezTo>
                    <a:pt x="5706" y="9481"/>
                    <a:pt x="5854" y="9598"/>
                    <a:pt x="5854" y="9788"/>
                  </a:cubicBezTo>
                  <a:cubicBezTo>
                    <a:pt x="5854" y="9979"/>
                    <a:pt x="5712" y="10122"/>
                    <a:pt x="5545" y="10122"/>
                  </a:cubicBezTo>
                  <a:cubicBezTo>
                    <a:pt x="5259" y="10122"/>
                    <a:pt x="5116" y="9765"/>
                    <a:pt x="5307" y="9574"/>
                  </a:cubicBezTo>
                  <a:cubicBezTo>
                    <a:pt x="5378" y="9511"/>
                    <a:pt x="5463" y="9481"/>
                    <a:pt x="5544" y="9481"/>
                  </a:cubicBezTo>
                  <a:close/>
                  <a:moveTo>
                    <a:pt x="5545" y="1"/>
                  </a:moveTo>
                  <a:cubicBezTo>
                    <a:pt x="4473" y="1"/>
                    <a:pt x="4211" y="1477"/>
                    <a:pt x="5211" y="1834"/>
                  </a:cubicBezTo>
                  <a:lnTo>
                    <a:pt x="5211" y="2573"/>
                  </a:lnTo>
                  <a:cubicBezTo>
                    <a:pt x="4354" y="2644"/>
                    <a:pt x="3544" y="2977"/>
                    <a:pt x="2878" y="3549"/>
                  </a:cubicBezTo>
                  <a:lnTo>
                    <a:pt x="2425" y="3097"/>
                  </a:lnTo>
                  <a:lnTo>
                    <a:pt x="2520" y="3001"/>
                  </a:lnTo>
                  <a:cubicBezTo>
                    <a:pt x="2776" y="2783"/>
                    <a:pt x="2556" y="2438"/>
                    <a:pt x="2301" y="2438"/>
                  </a:cubicBezTo>
                  <a:cubicBezTo>
                    <a:pt x="2222" y="2438"/>
                    <a:pt x="2141" y="2471"/>
                    <a:pt x="2068" y="2549"/>
                  </a:cubicBezTo>
                  <a:lnTo>
                    <a:pt x="1449" y="3192"/>
                  </a:lnTo>
                  <a:cubicBezTo>
                    <a:pt x="1330" y="3311"/>
                    <a:pt x="1330" y="3501"/>
                    <a:pt x="1449" y="3620"/>
                  </a:cubicBezTo>
                  <a:cubicBezTo>
                    <a:pt x="1508" y="3680"/>
                    <a:pt x="1586" y="3710"/>
                    <a:pt x="1666" y="3710"/>
                  </a:cubicBezTo>
                  <a:cubicBezTo>
                    <a:pt x="1746" y="3710"/>
                    <a:pt x="1830" y="3680"/>
                    <a:pt x="1901" y="3620"/>
                  </a:cubicBezTo>
                  <a:lnTo>
                    <a:pt x="1973" y="3525"/>
                  </a:lnTo>
                  <a:lnTo>
                    <a:pt x="2449" y="3978"/>
                  </a:lnTo>
                  <a:cubicBezTo>
                    <a:pt x="1" y="6810"/>
                    <a:pt x="2297" y="10760"/>
                    <a:pt x="5481" y="10760"/>
                  </a:cubicBezTo>
                  <a:cubicBezTo>
                    <a:pt x="6045" y="10760"/>
                    <a:pt x="6637" y="10636"/>
                    <a:pt x="7236" y="10360"/>
                  </a:cubicBezTo>
                  <a:cubicBezTo>
                    <a:pt x="5783" y="8574"/>
                    <a:pt x="7045" y="5907"/>
                    <a:pt x="9355" y="5907"/>
                  </a:cubicBezTo>
                  <a:lnTo>
                    <a:pt x="9546" y="5907"/>
                  </a:lnTo>
                  <a:cubicBezTo>
                    <a:pt x="9427" y="5192"/>
                    <a:pt x="9117" y="4525"/>
                    <a:pt x="8641" y="3978"/>
                  </a:cubicBezTo>
                  <a:lnTo>
                    <a:pt x="9093" y="3525"/>
                  </a:lnTo>
                  <a:lnTo>
                    <a:pt x="9188" y="3620"/>
                  </a:lnTo>
                  <a:cubicBezTo>
                    <a:pt x="9236" y="3668"/>
                    <a:pt x="9308" y="3716"/>
                    <a:pt x="9403" y="3716"/>
                  </a:cubicBezTo>
                  <a:cubicBezTo>
                    <a:pt x="9474" y="3716"/>
                    <a:pt x="9570" y="3668"/>
                    <a:pt x="9617" y="3620"/>
                  </a:cubicBezTo>
                  <a:cubicBezTo>
                    <a:pt x="9736" y="3501"/>
                    <a:pt x="9736" y="3287"/>
                    <a:pt x="9617" y="3168"/>
                  </a:cubicBezTo>
                  <a:lnTo>
                    <a:pt x="8998" y="2549"/>
                  </a:lnTo>
                  <a:cubicBezTo>
                    <a:pt x="8938" y="2489"/>
                    <a:pt x="8855" y="2460"/>
                    <a:pt x="8772" y="2460"/>
                  </a:cubicBezTo>
                  <a:cubicBezTo>
                    <a:pt x="8688" y="2460"/>
                    <a:pt x="8605" y="2489"/>
                    <a:pt x="8545" y="2549"/>
                  </a:cubicBezTo>
                  <a:cubicBezTo>
                    <a:pt x="8426" y="2668"/>
                    <a:pt x="8426" y="2858"/>
                    <a:pt x="8545" y="3001"/>
                  </a:cubicBezTo>
                  <a:lnTo>
                    <a:pt x="8641" y="3097"/>
                  </a:lnTo>
                  <a:lnTo>
                    <a:pt x="8188" y="3549"/>
                  </a:lnTo>
                  <a:cubicBezTo>
                    <a:pt x="7521" y="2977"/>
                    <a:pt x="6712" y="2644"/>
                    <a:pt x="5854" y="2573"/>
                  </a:cubicBezTo>
                  <a:lnTo>
                    <a:pt x="5854" y="1834"/>
                  </a:lnTo>
                  <a:cubicBezTo>
                    <a:pt x="6855" y="1477"/>
                    <a:pt x="6593" y="1"/>
                    <a:pt x="55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18" name="Google Shape;9518;p88"/>
            <p:cNvSpPr/>
            <p:nvPr/>
          </p:nvSpPr>
          <p:spPr>
            <a:xfrm>
              <a:off x="1161525" y="3379325"/>
              <a:ext cx="15500" cy="15500"/>
            </a:xfrm>
            <a:custGeom>
              <a:avLst/>
              <a:gdLst/>
              <a:ahLst/>
              <a:cxnLst/>
              <a:rect l="l" t="t" r="r" b="b"/>
              <a:pathLst>
                <a:path w="620" h="620" extrusionOk="0">
                  <a:moveTo>
                    <a:pt x="310" y="0"/>
                  </a:moveTo>
                  <a:cubicBezTo>
                    <a:pt x="143" y="0"/>
                    <a:pt x="0" y="143"/>
                    <a:pt x="0" y="310"/>
                  </a:cubicBezTo>
                  <a:cubicBezTo>
                    <a:pt x="0" y="477"/>
                    <a:pt x="143" y="619"/>
                    <a:pt x="310" y="619"/>
                  </a:cubicBezTo>
                  <a:cubicBezTo>
                    <a:pt x="477" y="619"/>
                    <a:pt x="619" y="477"/>
                    <a:pt x="619" y="310"/>
                  </a:cubicBezTo>
                  <a:cubicBezTo>
                    <a:pt x="619" y="143"/>
                    <a:pt x="477"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19" name="Google Shape;9519;p88"/>
          <p:cNvGrpSpPr/>
          <p:nvPr/>
        </p:nvGrpSpPr>
        <p:grpSpPr>
          <a:xfrm>
            <a:off x="2359286" y="3848036"/>
            <a:ext cx="466233" cy="466233"/>
            <a:chOff x="1635425" y="3220950"/>
            <a:chExt cx="267950" cy="267950"/>
          </a:xfrm>
          <a:solidFill>
            <a:schemeClr val="bg1"/>
          </a:solidFill>
        </p:grpSpPr>
        <p:sp>
          <p:nvSpPr>
            <p:cNvPr id="9520" name="Google Shape;9520;p88"/>
            <p:cNvSpPr/>
            <p:nvPr/>
          </p:nvSpPr>
          <p:spPr>
            <a:xfrm>
              <a:off x="1734850" y="3387050"/>
              <a:ext cx="16100" cy="31600"/>
            </a:xfrm>
            <a:custGeom>
              <a:avLst/>
              <a:gdLst/>
              <a:ahLst/>
              <a:cxnLst/>
              <a:rect l="l" t="t" r="r" b="b"/>
              <a:pathLst>
                <a:path w="644" h="1264" extrusionOk="0">
                  <a:moveTo>
                    <a:pt x="1" y="1"/>
                  </a:moveTo>
                  <a:lnTo>
                    <a:pt x="1" y="1263"/>
                  </a:lnTo>
                  <a:lnTo>
                    <a:pt x="310" y="1263"/>
                  </a:lnTo>
                  <a:cubicBezTo>
                    <a:pt x="501" y="1263"/>
                    <a:pt x="644" y="1120"/>
                    <a:pt x="644" y="930"/>
                  </a:cubicBezTo>
                  <a:lnTo>
                    <a:pt x="644" y="310"/>
                  </a:lnTo>
                  <a:cubicBezTo>
                    <a:pt x="644" y="144"/>
                    <a:pt x="501" y="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1" name="Google Shape;9521;p88"/>
            <p:cNvSpPr/>
            <p:nvPr/>
          </p:nvSpPr>
          <p:spPr>
            <a:xfrm>
              <a:off x="1680075" y="3379325"/>
              <a:ext cx="39325" cy="109575"/>
            </a:xfrm>
            <a:custGeom>
              <a:avLst/>
              <a:gdLst/>
              <a:ahLst/>
              <a:cxnLst/>
              <a:rect l="l" t="t" r="r" b="b"/>
              <a:pathLst>
                <a:path w="1573" h="4383" extrusionOk="0">
                  <a:moveTo>
                    <a:pt x="1" y="0"/>
                  </a:moveTo>
                  <a:lnTo>
                    <a:pt x="1" y="4073"/>
                  </a:lnTo>
                  <a:cubicBezTo>
                    <a:pt x="1" y="4239"/>
                    <a:pt x="144" y="4382"/>
                    <a:pt x="310" y="4382"/>
                  </a:cubicBezTo>
                  <a:lnTo>
                    <a:pt x="1263" y="4382"/>
                  </a:lnTo>
                  <a:cubicBezTo>
                    <a:pt x="1430" y="4382"/>
                    <a:pt x="1572" y="4239"/>
                    <a:pt x="1572" y="4073"/>
                  </a:cubicBezTo>
                  <a:lnTo>
                    <a:pt x="15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2" name="Google Shape;9522;p88"/>
            <p:cNvSpPr/>
            <p:nvPr/>
          </p:nvSpPr>
          <p:spPr>
            <a:xfrm>
              <a:off x="1635425" y="3274525"/>
              <a:ext cx="83975" cy="89350"/>
            </a:xfrm>
            <a:custGeom>
              <a:avLst/>
              <a:gdLst/>
              <a:ahLst/>
              <a:cxnLst/>
              <a:rect l="l" t="t" r="r" b="b"/>
              <a:pathLst>
                <a:path w="3359" h="3574" extrusionOk="0">
                  <a:moveTo>
                    <a:pt x="1787" y="1"/>
                  </a:moveTo>
                  <a:cubicBezTo>
                    <a:pt x="786" y="1"/>
                    <a:pt x="1" y="811"/>
                    <a:pt x="1" y="1787"/>
                  </a:cubicBezTo>
                  <a:cubicBezTo>
                    <a:pt x="1" y="2763"/>
                    <a:pt x="810" y="3573"/>
                    <a:pt x="1787" y="3573"/>
                  </a:cubicBezTo>
                  <a:lnTo>
                    <a:pt x="3358" y="3573"/>
                  </a:lnTo>
                  <a:lnTo>
                    <a:pt x="33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3" name="Google Shape;9523;p88"/>
            <p:cNvSpPr/>
            <p:nvPr/>
          </p:nvSpPr>
          <p:spPr>
            <a:xfrm>
              <a:off x="1886675" y="3285250"/>
              <a:ext cx="16700" cy="67900"/>
            </a:xfrm>
            <a:custGeom>
              <a:avLst/>
              <a:gdLst/>
              <a:ahLst/>
              <a:cxnLst/>
              <a:rect l="l" t="t" r="r" b="b"/>
              <a:pathLst>
                <a:path w="668" h="2716" extrusionOk="0">
                  <a:moveTo>
                    <a:pt x="0" y="1"/>
                  </a:moveTo>
                  <a:lnTo>
                    <a:pt x="0" y="2715"/>
                  </a:lnTo>
                  <a:lnTo>
                    <a:pt x="500" y="2477"/>
                  </a:lnTo>
                  <a:cubicBezTo>
                    <a:pt x="619" y="2406"/>
                    <a:pt x="667" y="2287"/>
                    <a:pt x="667" y="2168"/>
                  </a:cubicBezTo>
                  <a:lnTo>
                    <a:pt x="667" y="501"/>
                  </a:lnTo>
                  <a:cubicBezTo>
                    <a:pt x="667" y="382"/>
                    <a:pt x="596" y="263"/>
                    <a:pt x="500" y="215"/>
                  </a:cubicBezTo>
                  <a:lnTo>
                    <a:pt x="500" y="239"/>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4" name="Google Shape;9524;p88"/>
            <p:cNvSpPr/>
            <p:nvPr/>
          </p:nvSpPr>
          <p:spPr>
            <a:xfrm>
              <a:off x="1734850" y="3220950"/>
              <a:ext cx="136950" cy="196650"/>
            </a:xfrm>
            <a:custGeom>
              <a:avLst/>
              <a:gdLst/>
              <a:ahLst/>
              <a:cxnLst/>
              <a:rect l="l" t="t" r="r" b="b"/>
              <a:pathLst>
                <a:path w="5478" h="7866" extrusionOk="0">
                  <a:moveTo>
                    <a:pt x="5145" y="1"/>
                  </a:moveTo>
                  <a:cubicBezTo>
                    <a:pt x="4954" y="1"/>
                    <a:pt x="4811" y="144"/>
                    <a:pt x="4811" y="310"/>
                  </a:cubicBezTo>
                  <a:lnTo>
                    <a:pt x="4811" y="620"/>
                  </a:lnTo>
                  <a:cubicBezTo>
                    <a:pt x="3406" y="1596"/>
                    <a:pt x="1739" y="2144"/>
                    <a:pt x="1" y="2144"/>
                  </a:cubicBezTo>
                  <a:lnTo>
                    <a:pt x="1" y="5692"/>
                  </a:lnTo>
                  <a:cubicBezTo>
                    <a:pt x="1739" y="5692"/>
                    <a:pt x="3406" y="6240"/>
                    <a:pt x="4811" y="7216"/>
                  </a:cubicBezTo>
                  <a:lnTo>
                    <a:pt x="4811" y="7526"/>
                  </a:lnTo>
                  <a:cubicBezTo>
                    <a:pt x="4787" y="7752"/>
                    <a:pt x="4960" y="7865"/>
                    <a:pt x="5133" y="7865"/>
                  </a:cubicBezTo>
                  <a:cubicBezTo>
                    <a:pt x="5305" y="7865"/>
                    <a:pt x="5478" y="7752"/>
                    <a:pt x="5454" y="7526"/>
                  </a:cubicBezTo>
                  <a:lnTo>
                    <a:pt x="5454" y="310"/>
                  </a:lnTo>
                  <a:cubicBezTo>
                    <a:pt x="5454" y="144"/>
                    <a:pt x="5311" y="1"/>
                    <a:pt x="514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25" name="Google Shape;9525;p88"/>
          <p:cNvGrpSpPr/>
          <p:nvPr/>
        </p:nvGrpSpPr>
        <p:grpSpPr>
          <a:xfrm>
            <a:off x="3392105" y="3848035"/>
            <a:ext cx="414424" cy="465928"/>
            <a:chOff x="2229000" y="3220950"/>
            <a:chExt cx="238175" cy="267775"/>
          </a:xfrm>
          <a:solidFill>
            <a:schemeClr val="bg1"/>
          </a:solidFill>
        </p:grpSpPr>
        <p:sp>
          <p:nvSpPr>
            <p:cNvPr id="9526" name="Google Shape;9526;p88"/>
            <p:cNvSpPr/>
            <p:nvPr/>
          </p:nvSpPr>
          <p:spPr>
            <a:xfrm>
              <a:off x="2418925" y="3440050"/>
              <a:ext cx="5975" cy="16100"/>
            </a:xfrm>
            <a:custGeom>
              <a:avLst/>
              <a:gdLst/>
              <a:ahLst/>
              <a:cxnLst/>
              <a:rect l="l" t="t" r="r" b="b"/>
              <a:pathLst>
                <a:path w="239" h="644" extrusionOk="0">
                  <a:moveTo>
                    <a:pt x="0" y="0"/>
                  </a:moveTo>
                  <a:lnTo>
                    <a:pt x="0" y="643"/>
                  </a:lnTo>
                  <a:cubicBezTo>
                    <a:pt x="96" y="596"/>
                    <a:pt x="191" y="477"/>
                    <a:pt x="215" y="358"/>
                  </a:cubicBezTo>
                  <a:cubicBezTo>
                    <a:pt x="239" y="191"/>
                    <a:pt x="143"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7" name="Google Shape;9527;p88"/>
            <p:cNvSpPr/>
            <p:nvPr/>
          </p:nvSpPr>
          <p:spPr>
            <a:xfrm>
              <a:off x="2407025" y="3416825"/>
              <a:ext cx="3600" cy="11350"/>
            </a:xfrm>
            <a:custGeom>
              <a:avLst/>
              <a:gdLst/>
              <a:ahLst/>
              <a:cxnLst/>
              <a:rect l="l" t="t" r="r" b="b"/>
              <a:pathLst>
                <a:path w="144" h="454" extrusionOk="0">
                  <a:moveTo>
                    <a:pt x="143" y="1"/>
                  </a:moveTo>
                  <a:cubicBezTo>
                    <a:pt x="72" y="24"/>
                    <a:pt x="24" y="96"/>
                    <a:pt x="24" y="191"/>
                  </a:cubicBezTo>
                  <a:cubicBezTo>
                    <a:pt x="0" y="263"/>
                    <a:pt x="24" y="334"/>
                    <a:pt x="72" y="382"/>
                  </a:cubicBezTo>
                  <a:cubicBezTo>
                    <a:pt x="95" y="405"/>
                    <a:pt x="119" y="429"/>
                    <a:pt x="143" y="453"/>
                  </a:cubicBezTo>
                  <a:lnTo>
                    <a:pt x="14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8" name="Google Shape;9528;p88"/>
            <p:cNvSpPr/>
            <p:nvPr/>
          </p:nvSpPr>
          <p:spPr>
            <a:xfrm>
              <a:off x="2345700" y="3384675"/>
              <a:ext cx="121475" cy="104050"/>
            </a:xfrm>
            <a:custGeom>
              <a:avLst/>
              <a:gdLst/>
              <a:ahLst/>
              <a:cxnLst/>
              <a:rect l="l" t="t" r="r" b="b"/>
              <a:pathLst>
                <a:path w="4859" h="4162" extrusionOk="0">
                  <a:moveTo>
                    <a:pt x="2763" y="673"/>
                  </a:moveTo>
                  <a:cubicBezTo>
                    <a:pt x="2846" y="673"/>
                    <a:pt x="2929" y="727"/>
                    <a:pt x="2929" y="834"/>
                  </a:cubicBezTo>
                  <a:lnTo>
                    <a:pt x="2929" y="929"/>
                  </a:lnTo>
                  <a:cubicBezTo>
                    <a:pt x="3049" y="953"/>
                    <a:pt x="3191" y="1025"/>
                    <a:pt x="3287" y="1120"/>
                  </a:cubicBezTo>
                  <a:cubicBezTo>
                    <a:pt x="3378" y="1230"/>
                    <a:pt x="3273" y="1381"/>
                    <a:pt x="3155" y="1381"/>
                  </a:cubicBezTo>
                  <a:cubicBezTo>
                    <a:pt x="3119" y="1381"/>
                    <a:pt x="3082" y="1367"/>
                    <a:pt x="3049" y="1334"/>
                  </a:cubicBezTo>
                  <a:cubicBezTo>
                    <a:pt x="3001" y="1287"/>
                    <a:pt x="2977" y="1263"/>
                    <a:pt x="2929" y="1263"/>
                  </a:cubicBezTo>
                  <a:lnTo>
                    <a:pt x="2929" y="1882"/>
                  </a:lnTo>
                  <a:lnTo>
                    <a:pt x="3025" y="1930"/>
                  </a:lnTo>
                  <a:cubicBezTo>
                    <a:pt x="3334" y="2025"/>
                    <a:pt x="3501" y="2311"/>
                    <a:pt x="3453" y="2620"/>
                  </a:cubicBezTo>
                  <a:cubicBezTo>
                    <a:pt x="3406" y="2906"/>
                    <a:pt x="3191" y="3120"/>
                    <a:pt x="2929" y="3192"/>
                  </a:cubicBezTo>
                  <a:lnTo>
                    <a:pt x="2929" y="3335"/>
                  </a:lnTo>
                  <a:cubicBezTo>
                    <a:pt x="2929" y="3442"/>
                    <a:pt x="2846" y="3495"/>
                    <a:pt x="2763" y="3495"/>
                  </a:cubicBezTo>
                  <a:cubicBezTo>
                    <a:pt x="2679" y="3495"/>
                    <a:pt x="2596" y="3442"/>
                    <a:pt x="2596" y="3335"/>
                  </a:cubicBezTo>
                  <a:lnTo>
                    <a:pt x="2596" y="3216"/>
                  </a:lnTo>
                  <a:cubicBezTo>
                    <a:pt x="2453" y="3192"/>
                    <a:pt x="2286" y="3144"/>
                    <a:pt x="2167" y="3049"/>
                  </a:cubicBezTo>
                  <a:cubicBezTo>
                    <a:pt x="2096" y="3001"/>
                    <a:pt x="2072" y="2906"/>
                    <a:pt x="2120" y="2835"/>
                  </a:cubicBezTo>
                  <a:cubicBezTo>
                    <a:pt x="2151" y="2788"/>
                    <a:pt x="2201" y="2762"/>
                    <a:pt x="2252" y="2762"/>
                  </a:cubicBezTo>
                  <a:cubicBezTo>
                    <a:pt x="2280" y="2762"/>
                    <a:pt x="2309" y="2770"/>
                    <a:pt x="2334" y="2787"/>
                  </a:cubicBezTo>
                  <a:cubicBezTo>
                    <a:pt x="2406" y="2835"/>
                    <a:pt x="2501" y="2882"/>
                    <a:pt x="2596" y="2882"/>
                  </a:cubicBezTo>
                  <a:lnTo>
                    <a:pt x="2596" y="2096"/>
                  </a:lnTo>
                  <a:cubicBezTo>
                    <a:pt x="2501" y="2049"/>
                    <a:pt x="2406" y="2001"/>
                    <a:pt x="2334" y="1930"/>
                  </a:cubicBezTo>
                  <a:cubicBezTo>
                    <a:pt x="2167" y="1811"/>
                    <a:pt x="2120" y="1620"/>
                    <a:pt x="2167" y="1429"/>
                  </a:cubicBezTo>
                  <a:cubicBezTo>
                    <a:pt x="2191" y="1215"/>
                    <a:pt x="2358" y="1025"/>
                    <a:pt x="2548" y="977"/>
                  </a:cubicBezTo>
                  <a:lnTo>
                    <a:pt x="2596" y="953"/>
                  </a:lnTo>
                  <a:lnTo>
                    <a:pt x="2596" y="834"/>
                  </a:lnTo>
                  <a:cubicBezTo>
                    <a:pt x="2596" y="727"/>
                    <a:pt x="2679" y="673"/>
                    <a:pt x="2763" y="673"/>
                  </a:cubicBezTo>
                  <a:close/>
                  <a:moveTo>
                    <a:pt x="2787" y="1"/>
                  </a:moveTo>
                  <a:cubicBezTo>
                    <a:pt x="929" y="1"/>
                    <a:pt x="0" y="2239"/>
                    <a:pt x="1310" y="3549"/>
                  </a:cubicBezTo>
                  <a:cubicBezTo>
                    <a:pt x="1733" y="3972"/>
                    <a:pt x="2253" y="4162"/>
                    <a:pt x="2764" y="4162"/>
                  </a:cubicBezTo>
                  <a:cubicBezTo>
                    <a:pt x="3833" y="4162"/>
                    <a:pt x="4858" y="3330"/>
                    <a:pt x="4858" y="2072"/>
                  </a:cubicBezTo>
                  <a:cubicBezTo>
                    <a:pt x="4858" y="929"/>
                    <a:pt x="3930" y="1"/>
                    <a:pt x="27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29" name="Google Shape;9529;p88"/>
            <p:cNvSpPr/>
            <p:nvPr/>
          </p:nvSpPr>
          <p:spPr>
            <a:xfrm>
              <a:off x="2302825" y="3367425"/>
              <a:ext cx="15500" cy="16075"/>
            </a:xfrm>
            <a:custGeom>
              <a:avLst/>
              <a:gdLst/>
              <a:ahLst/>
              <a:cxnLst/>
              <a:rect l="l" t="t" r="r" b="b"/>
              <a:pathLst>
                <a:path w="620" h="643" extrusionOk="0">
                  <a:moveTo>
                    <a:pt x="310" y="0"/>
                  </a:moveTo>
                  <a:cubicBezTo>
                    <a:pt x="144" y="0"/>
                    <a:pt x="1" y="143"/>
                    <a:pt x="1" y="310"/>
                  </a:cubicBezTo>
                  <a:cubicBezTo>
                    <a:pt x="1" y="500"/>
                    <a:pt x="144" y="643"/>
                    <a:pt x="310" y="643"/>
                  </a:cubicBezTo>
                  <a:cubicBezTo>
                    <a:pt x="477" y="643"/>
                    <a:pt x="620" y="500"/>
                    <a:pt x="620" y="310"/>
                  </a:cubicBezTo>
                  <a:cubicBezTo>
                    <a:pt x="620" y="143"/>
                    <a:pt x="477"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0" name="Google Shape;9530;p88"/>
            <p:cNvSpPr/>
            <p:nvPr/>
          </p:nvSpPr>
          <p:spPr>
            <a:xfrm>
              <a:off x="2229000" y="3220950"/>
              <a:ext cx="162550" cy="235800"/>
            </a:xfrm>
            <a:custGeom>
              <a:avLst/>
              <a:gdLst/>
              <a:ahLst/>
              <a:cxnLst/>
              <a:rect l="l" t="t" r="r" b="b"/>
              <a:pathLst>
                <a:path w="6502" h="9432" extrusionOk="0">
                  <a:moveTo>
                    <a:pt x="3263" y="644"/>
                  </a:moveTo>
                  <a:cubicBezTo>
                    <a:pt x="4359" y="644"/>
                    <a:pt x="5240" y="1525"/>
                    <a:pt x="5240" y="2620"/>
                  </a:cubicBezTo>
                  <a:lnTo>
                    <a:pt x="5240" y="3763"/>
                  </a:lnTo>
                  <a:lnTo>
                    <a:pt x="1263" y="3763"/>
                  </a:lnTo>
                  <a:lnTo>
                    <a:pt x="1263" y="2620"/>
                  </a:lnTo>
                  <a:cubicBezTo>
                    <a:pt x="1263" y="1525"/>
                    <a:pt x="2168" y="644"/>
                    <a:pt x="3263" y="644"/>
                  </a:cubicBezTo>
                  <a:close/>
                  <a:moveTo>
                    <a:pt x="3263" y="5240"/>
                  </a:moveTo>
                  <a:cubicBezTo>
                    <a:pt x="4311" y="5240"/>
                    <a:pt x="4573" y="6716"/>
                    <a:pt x="3573" y="7074"/>
                  </a:cubicBezTo>
                  <a:lnTo>
                    <a:pt x="3573" y="7859"/>
                  </a:lnTo>
                  <a:cubicBezTo>
                    <a:pt x="3549" y="8050"/>
                    <a:pt x="3400" y="8145"/>
                    <a:pt x="3254" y="8145"/>
                  </a:cubicBezTo>
                  <a:cubicBezTo>
                    <a:pt x="3108" y="8145"/>
                    <a:pt x="2966" y="8050"/>
                    <a:pt x="2954" y="7859"/>
                  </a:cubicBezTo>
                  <a:lnTo>
                    <a:pt x="2954" y="7074"/>
                  </a:lnTo>
                  <a:cubicBezTo>
                    <a:pt x="1930" y="6716"/>
                    <a:pt x="2192" y="5240"/>
                    <a:pt x="3263" y="5240"/>
                  </a:cubicBezTo>
                  <a:close/>
                  <a:moveTo>
                    <a:pt x="3263" y="1"/>
                  </a:moveTo>
                  <a:cubicBezTo>
                    <a:pt x="1811" y="1"/>
                    <a:pt x="644" y="1168"/>
                    <a:pt x="644" y="2620"/>
                  </a:cubicBezTo>
                  <a:lnTo>
                    <a:pt x="644" y="3763"/>
                  </a:lnTo>
                  <a:lnTo>
                    <a:pt x="334" y="3763"/>
                  </a:lnTo>
                  <a:cubicBezTo>
                    <a:pt x="144" y="3763"/>
                    <a:pt x="1" y="3906"/>
                    <a:pt x="24" y="4097"/>
                  </a:cubicBezTo>
                  <a:lnTo>
                    <a:pt x="24" y="9122"/>
                  </a:lnTo>
                  <a:cubicBezTo>
                    <a:pt x="1" y="9288"/>
                    <a:pt x="144" y="9431"/>
                    <a:pt x="334" y="9431"/>
                  </a:cubicBezTo>
                  <a:lnTo>
                    <a:pt x="4835" y="9431"/>
                  </a:lnTo>
                  <a:cubicBezTo>
                    <a:pt x="4430" y="8050"/>
                    <a:pt x="5145" y="6573"/>
                    <a:pt x="6502" y="6073"/>
                  </a:cubicBezTo>
                  <a:lnTo>
                    <a:pt x="6502" y="4097"/>
                  </a:lnTo>
                  <a:cubicBezTo>
                    <a:pt x="6502" y="3906"/>
                    <a:pt x="6359" y="3763"/>
                    <a:pt x="6192" y="3763"/>
                  </a:cubicBezTo>
                  <a:lnTo>
                    <a:pt x="5883" y="3763"/>
                  </a:lnTo>
                  <a:lnTo>
                    <a:pt x="5883" y="2620"/>
                  </a:lnTo>
                  <a:cubicBezTo>
                    <a:pt x="5883" y="1168"/>
                    <a:pt x="4692" y="1"/>
                    <a:pt x="326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31" name="Google Shape;9531;p88"/>
          <p:cNvGrpSpPr/>
          <p:nvPr/>
        </p:nvGrpSpPr>
        <p:grpSpPr>
          <a:xfrm>
            <a:off x="5381099" y="3848035"/>
            <a:ext cx="466189" cy="469060"/>
            <a:chOff x="3372100" y="3220950"/>
            <a:chExt cx="267925" cy="269575"/>
          </a:xfrm>
          <a:solidFill>
            <a:schemeClr val="bg1"/>
          </a:solidFill>
        </p:grpSpPr>
        <p:sp>
          <p:nvSpPr>
            <p:cNvPr id="9532" name="Google Shape;9532;p88"/>
            <p:cNvSpPr/>
            <p:nvPr/>
          </p:nvSpPr>
          <p:spPr>
            <a:xfrm>
              <a:off x="3529275" y="3329300"/>
              <a:ext cx="110750" cy="161225"/>
            </a:xfrm>
            <a:custGeom>
              <a:avLst/>
              <a:gdLst/>
              <a:ahLst/>
              <a:cxnLst/>
              <a:rect l="l" t="t" r="r" b="b"/>
              <a:pathLst>
                <a:path w="4430" h="6449" extrusionOk="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3" name="Google Shape;9533;p88"/>
            <p:cNvSpPr/>
            <p:nvPr/>
          </p:nvSpPr>
          <p:spPr>
            <a:xfrm>
              <a:off x="3579875" y="3274150"/>
              <a:ext cx="54800" cy="47450"/>
            </a:xfrm>
            <a:custGeom>
              <a:avLst/>
              <a:gdLst/>
              <a:ahLst/>
              <a:cxnLst/>
              <a:rect l="l" t="t" r="r" b="b"/>
              <a:pathLst>
                <a:path w="2192" h="1898" extrusionOk="0">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4" name="Google Shape;9534;p88"/>
            <p:cNvSpPr/>
            <p:nvPr/>
          </p:nvSpPr>
          <p:spPr>
            <a:xfrm>
              <a:off x="3444150" y="3357875"/>
              <a:ext cx="126025" cy="131600"/>
            </a:xfrm>
            <a:custGeom>
              <a:avLst/>
              <a:gdLst/>
              <a:ahLst/>
              <a:cxnLst/>
              <a:rect l="l" t="t" r="r" b="b"/>
              <a:pathLst>
                <a:path w="5041" h="5264" extrusionOk="0">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5" name="Google Shape;9535;p88"/>
            <p:cNvSpPr/>
            <p:nvPr/>
          </p:nvSpPr>
          <p:spPr>
            <a:xfrm>
              <a:off x="3576900" y="3437000"/>
              <a:ext cx="63125" cy="51900"/>
            </a:xfrm>
            <a:custGeom>
              <a:avLst/>
              <a:gdLst/>
              <a:ahLst/>
              <a:cxnLst/>
              <a:rect l="l" t="t" r="r" b="b"/>
              <a:pathLst>
                <a:path w="2525" h="2076" extrusionOk="0">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6" name="Google Shape;9536;p88"/>
            <p:cNvSpPr/>
            <p:nvPr/>
          </p:nvSpPr>
          <p:spPr>
            <a:xfrm>
              <a:off x="3372100" y="3329300"/>
              <a:ext cx="109575" cy="160325"/>
            </a:xfrm>
            <a:custGeom>
              <a:avLst/>
              <a:gdLst/>
              <a:ahLst/>
              <a:cxnLst/>
              <a:rect l="l" t="t" r="r" b="b"/>
              <a:pathLst>
                <a:path w="4383" h="6413" extrusionOk="0">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7" name="Google Shape;9537;p88"/>
            <p:cNvSpPr/>
            <p:nvPr/>
          </p:nvSpPr>
          <p:spPr>
            <a:xfrm>
              <a:off x="3377450" y="3274150"/>
              <a:ext cx="54800" cy="47450"/>
            </a:xfrm>
            <a:custGeom>
              <a:avLst/>
              <a:gdLst/>
              <a:ahLst/>
              <a:cxnLst/>
              <a:rect l="l" t="t" r="r" b="b"/>
              <a:pathLst>
                <a:path w="2192" h="1898" extrusionOk="0">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8" name="Google Shape;9538;p88"/>
            <p:cNvSpPr/>
            <p:nvPr/>
          </p:nvSpPr>
          <p:spPr>
            <a:xfrm>
              <a:off x="3372100" y="3436475"/>
              <a:ext cx="62525" cy="52425"/>
            </a:xfrm>
            <a:custGeom>
              <a:avLst/>
              <a:gdLst/>
              <a:ahLst/>
              <a:cxnLst/>
              <a:rect l="l" t="t" r="r" b="b"/>
              <a:pathLst>
                <a:path w="2501" h="2097" extrusionOk="0">
                  <a:moveTo>
                    <a:pt x="310" y="0"/>
                  </a:moveTo>
                  <a:cubicBezTo>
                    <a:pt x="143" y="0"/>
                    <a:pt x="0" y="143"/>
                    <a:pt x="0" y="334"/>
                  </a:cubicBezTo>
                  <a:lnTo>
                    <a:pt x="0" y="1787"/>
                  </a:lnTo>
                  <a:cubicBezTo>
                    <a:pt x="0" y="1953"/>
                    <a:pt x="143" y="2096"/>
                    <a:pt x="310" y="2096"/>
                  </a:cubicBezTo>
                  <a:lnTo>
                    <a:pt x="2501" y="2096"/>
                  </a:lnTo>
                  <a:lnTo>
                    <a:pt x="25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39" name="Google Shape;9539;p88"/>
            <p:cNvSpPr/>
            <p:nvPr/>
          </p:nvSpPr>
          <p:spPr>
            <a:xfrm>
              <a:off x="3509625" y="3276925"/>
              <a:ext cx="6575" cy="16100"/>
            </a:xfrm>
            <a:custGeom>
              <a:avLst/>
              <a:gdLst/>
              <a:ahLst/>
              <a:cxnLst/>
              <a:rect l="l" t="t" r="r" b="b"/>
              <a:pathLst>
                <a:path w="263" h="644" extrusionOk="0">
                  <a:moveTo>
                    <a:pt x="1" y="0"/>
                  </a:moveTo>
                  <a:lnTo>
                    <a:pt x="1" y="643"/>
                  </a:lnTo>
                  <a:cubicBezTo>
                    <a:pt x="120" y="596"/>
                    <a:pt x="215" y="477"/>
                    <a:pt x="215" y="357"/>
                  </a:cubicBezTo>
                  <a:cubicBezTo>
                    <a:pt x="263" y="191"/>
                    <a:pt x="167" y="24"/>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40" name="Google Shape;9540;p88"/>
            <p:cNvSpPr/>
            <p:nvPr/>
          </p:nvSpPr>
          <p:spPr>
            <a:xfrm>
              <a:off x="3497725" y="3253700"/>
              <a:ext cx="4175" cy="11325"/>
            </a:xfrm>
            <a:custGeom>
              <a:avLst/>
              <a:gdLst/>
              <a:ahLst/>
              <a:cxnLst/>
              <a:rect l="l" t="t" r="r" b="b"/>
              <a:pathLst>
                <a:path w="167" h="453" extrusionOk="0">
                  <a:moveTo>
                    <a:pt x="167" y="0"/>
                  </a:moveTo>
                  <a:cubicBezTo>
                    <a:pt x="96" y="24"/>
                    <a:pt x="24" y="120"/>
                    <a:pt x="24" y="191"/>
                  </a:cubicBezTo>
                  <a:cubicBezTo>
                    <a:pt x="0" y="262"/>
                    <a:pt x="24"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41" name="Google Shape;9541;p88"/>
            <p:cNvSpPr/>
            <p:nvPr/>
          </p:nvSpPr>
          <p:spPr>
            <a:xfrm>
              <a:off x="3436400" y="3220950"/>
              <a:ext cx="121475" cy="104650"/>
            </a:xfrm>
            <a:custGeom>
              <a:avLst/>
              <a:gdLst/>
              <a:ahLst/>
              <a:cxnLst/>
              <a:rect l="l" t="t" r="r" b="b"/>
              <a:pathLst>
                <a:path w="4859" h="4186" extrusionOk="0">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42" name="Google Shape;9542;p88"/>
          <p:cNvGrpSpPr/>
          <p:nvPr/>
        </p:nvGrpSpPr>
        <p:grpSpPr>
          <a:xfrm>
            <a:off x="6389038" y="3848036"/>
            <a:ext cx="465189" cy="466233"/>
            <a:chOff x="3951375" y="3220950"/>
            <a:chExt cx="267350" cy="267950"/>
          </a:xfrm>
          <a:solidFill>
            <a:schemeClr val="bg1"/>
          </a:solidFill>
        </p:grpSpPr>
        <p:sp>
          <p:nvSpPr>
            <p:cNvPr id="9543" name="Google Shape;9543;p88"/>
            <p:cNvSpPr/>
            <p:nvPr/>
          </p:nvSpPr>
          <p:spPr>
            <a:xfrm>
              <a:off x="4131775" y="3363250"/>
              <a:ext cx="63150" cy="63125"/>
            </a:xfrm>
            <a:custGeom>
              <a:avLst/>
              <a:gdLst/>
              <a:ahLst/>
              <a:cxnLst/>
              <a:rect l="l" t="t" r="r" b="b"/>
              <a:pathLst>
                <a:path w="2526" h="2525" extrusionOk="0">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44" name="Google Shape;9544;p88"/>
            <p:cNvSpPr/>
            <p:nvPr/>
          </p:nvSpPr>
          <p:spPr>
            <a:xfrm>
              <a:off x="3974600" y="3363250"/>
              <a:ext cx="63150" cy="63125"/>
            </a:xfrm>
            <a:custGeom>
              <a:avLst/>
              <a:gdLst/>
              <a:ahLst/>
              <a:cxnLst/>
              <a:rect l="l" t="t" r="r" b="b"/>
              <a:pathLst>
                <a:path w="2526" h="2525" extrusionOk="0">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45" name="Google Shape;9545;p88"/>
            <p:cNvSpPr/>
            <p:nvPr/>
          </p:nvSpPr>
          <p:spPr>
            <a:xfrm>
              <a:off x="3951375" y="3421000"/>
              <a:ext cx="267350" cy="67900"/>
            </a:xfrm>
            <a:custGeom>
              <a:avLst/>
              <a:gdLst/>
              <a:ahLst/>
              <a:cxnLst/>
              <a:rect l="l" t="t" r="r" b="b"/>
              <a:pathLst>
                <a:path w="10694" h="2716" extrusionOk="0">
                  <a:moveTo>
                    <a:pt x="3764" y="0"/>
                  </a:moveTo>
                  <a:cubicBezTo>
                    <a:pt x="3404" y="553"/>
                    <a:pt x="2804" y="841"/>
                    <a:pt x="2201" y="841"/>
                  </a:cubicBezTo>
                  <a:cubicBezTo>
                    <a:pt x="1765" y="841"/>
                    <a:pt x="1327" y="691"/>
                    <a:pt x="977" y="381"/>
                  </a:cubicBezTo>
                  <a:cubicBezTo>
                    <a:pt x="358" y="786"/>
                    <a:pt x="1" y="1477"/>
                    <a:pt x="25" y="2191"/>
                  </a:cubicBezTo>
                  <a:lnTo>
                    <a:pt x="25" y="2406"/>
                  </a:lnTo>
                  <a:cubicBezTo>
                    <a:pt x="1" y="2572"/>
                    <a:pt x="144" y="2715"/>
                    <a:pt x="334" y="2715"/>
                  </a:cubicBezTo>
                  <a:lnTo>
                    <a:pt x="4097" y="2715"/>
                  </a:lnTo>
                  <a:cubicBezTo>
                    <a:pt x="4264" y="2715"/>
                    <a:pt x="4407" y="2572"/>
                    <a:pt x="4407" y="2406"/>
                  </a:cubicBezTo>
                  <a:lnTo>
                    <a:pt x="4407" y="2191"/>
                  </a:lnTo>
                  <a:cubicBezTo>
                    <a:pt x="4407" y="1882"/>
                    <a:pt x="4335" y="1548"/>
                    <a:pt x="4192" y="1262"/>
                  </a:cubicBezTo>
                  <a:lnTo>
                    <a:pt x="6502" y="1262"/>
                  </a:lnTo>
                  <a:cubicBezTo>
                    <a:pt x="6359" y="1548"/>
                    <a:pt x="6288" y="1882"/>
                    <a:pt x="6288" y="2191"/>
                  </a:cubicBezTo>
                  <a:lnTo>
                    <a:pt x="6288" y="2406"/>
                  </a:lnTo>
                  <a:cubicBezTo>
                    <a:pt x="6288" y="2572"/>
                    <a:pt x="6431" y="2715"/>
                    <a:pt x="6598" y="2715"/>
                  </a:cubicBezTo>
                  <a:lnTo>
                    <a:pt x="10360" y="2715"/>
                  </a:lnTo>
                  <a:cubicBezTo>
                    <a:pt x="10551" y="2715"/>
                    <a:pt x="10694" y="2572"/>
                    <a:pt x="10694" y="2406"/>
                  </a:cubicBezTo>
                  <a:lnTo>
                    <a:pt x="10694" y="2191"/>
                  </a:lnTo>
                  <a:cubicBezTo>
                    <a:pt x="10694" y="1477"/>
                    <a:pt x="10313" y="786"/>
                    <a:pt x="9717" y="381"/>
                  </a:cubicBezTo>
                  <a:cubicBezTo>
                    <a:pt x="9358" y="691"/>
                    <a:pt x="8918" y="841"/>
                    <a:pt x="8482" y="841"/>
                  </a:cubicBezTo>
                  <a:cubicBezTo>
                    <a:pt x="7878" y="841"/>
                    <a:pt x="7280" y="553"/>
                    <a:pt x="690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46" name="Google Shape;9546;p88"/>
            <p:cNvSpPr/>
            <p:nvPr/>
          </p:nvSpPr>
          <p:spPr>
            <a:xfrm>
              <a:off x="3972225" y="3220950"/>
              <a:ext cx="225075" cy="131000"/>
            </a:xfrm>
            <a:custGeom>
              <a:avLst/>
              <a:gdLst/>
              <a:ahLst/>
              <a:cxnLst/>
              <a:rect l="l" t="t" r="r" b="b"/>
              <a:pathLst>
                <a:path w="9003" h="5240" extrusionOk="0">
                  <a:moveTo>
                    <a:pt x="3647" y="1261"/>
                  </a:moveTo>
                  <a:cubicBezTo>
                    <a:pt x="3661" y="1261"/>
                    <a:pt x="3676" y="1261"/>
                    <a:pt x="3692" y="1263"/>
                  </a:cubicBezTo>
                  <a:cubicBezTo>
                    <a:pt x="4049" y="1310"/>
                    <a:pt x="4049" y="1858"/>
                    <a:pt x="3692" y="1882"/>
                  </a:cubicBezTo>
                  <a:cubicBezTo>
                    <a:pt x="3676" y="1884"/>
                    <a:pt x="3661" y="1884"/>
                    <a:pt x="3647" y="1884"/>
                  </a:cubicBezTo>
                  <a:cubicBezTo>
                    <a:pt x="3230" y="1884"/>
                    <a:pt x="3230" y="1261"/>
                    <a:pt x="3647" y="1261"/>
                  </a:cubicBezTo>
                  <a:close/>
                  <a:moveTo>
                    <a:pt x="5335" y="1263"/>
                  </a:moveTo>
                  <a:cubicBezTo>
                    <a:pt x="5621" y="1263"/>
                    <a:pt x="5764" y="1596"/>
                    <a:pt x="5573" y="1811"/>
                  </a:cubicBezTo>
                  <a:cubicBezTo>
                    <a:pt x="5506" y="1870"/>
                    <a:pt x="5427" y="1897"/>
                    <a:pt x="5350" y="1897"/>
                  </a:cubicBezTo>
                  <a:cubicBezTo>
                    <a:pt x="5182" y="1897"/>
                    <a:pt x="5025" y="1768"/>
                    <a:pt x="5025" y="1572"/>
                  </a:cubicBezTo>
                  <a:cubicBezTo>
                    <a:pt x="5025" y="1406"/>
                    <a:pt x="5168" y="1263"/>
                    <a:pt x="5335" y="1263"/>
                  </a:cubicBezTo>
                  <a:close/>
                  <a:moveTo>
                    <a:pt x="5364" y="2302"/>
                  </a:moveTo>
                  <a:cubicBezTo>
                    <a:pt x="5602" y="2302"/>
                    <a:pt x="5809" y="2617"/>
                    <a:pt x="5573" y="2835"/>
                  </a:cubicBezTo>
                  <a:cubicBezTo>
                    <a:pt x="5287" y="3132"/>
                    <a:pt x="4906" y="3281"/>
                    <a:pt x="4522" y="3281"/>
                  </a:cubicBezTo>
                  <a:cubicBezTo>
                    <a:pt x="4138" y="3281"/>
                    <a:pt x="3751" y="3132"/>
                    <a:pt x="3454" y="2835"/>
                  </a:cubicBezTo>
                  <a:cubicBezTo>
                    <a:pt x="3236" y="2617"/>
                    <a:pt x="3433" y="2302"/>
                    <a:pt x="3676" y="2302"/>
                  </a:cubicBezTo>
                  <a:cubicBezTo>
                    <a:pt x="3752" y="2302"/>
                    <a:pt x="3833" y="2332"/>
                    <a:pt x="3906" y="2406"/>
                  </a:cubicBezTo>
                  <a:cubicBezTo>
                    <a:pt x="4073" y="2573"/>
                    <a:pt x="4293" y="2656"/>
                    <a:pt x="4516" y="2656"/>
                  </a:cubicBezTo>
                  <a:cubicBezTo>
                    <a:pt x="4740" y="2656"/>
                    <a:pt x="4966" y="2573"/>
                    <a:pt x="5144" y="2406"/>
                  </a:cubicBezTo>
                  <a:cubicBezTo>
                    <a:pt x="5212" y="2332"/>
                    <a:pt x="5290" y="2302"/>
                    <a:pt x="5364" y="2302"/>
                  </a:cubicBezTo>
                  <a:close/>
                  <a:moveTo>
                    <a:pt x="929" y="1"/>
                  </a:moveTo>
                  <a:cubicBezTo>
                    <a:pt x="405" y="1"/>
                    <a:pt x="0" y="429"/>
                    <a:pt x="0" y="953"/>
                  </a:cubicBezTo>
                  <a:lnTo>
                    <a:pt x="0" y="3454"/>
                  </a:lnTo>
                  <a:cubicBezTo>
                    <a:pt x="0" y="3978"/>
                    <a:pt x="429" y="4406"/>
                    <a:pt x="953" y="4406"/>
                  </a:cubicBezTo>
                  <a:lnTo>
                    <a:pt x="1048" y="4406"/>
                  </a:lnTo>
                  <a:lnTo>
                    <a:pt x="1048" y="4930"/>
                  </a:lnTo>
                  <a:cubicBezTo>
                    <a:pt x="1048" y="5115"/>
                    <a:pt x="1202" y="5240"/>
                    <a:pt x="1367" y="5240"/>
                  </a:cubicBezTo>
                  <a:cubicBezTo>
                    <a:pt x="1437" y="5240"/>
                    <a:pt x="1509" y="5218"/>
                    <a:pt x="1572" y="5168"/>
                  </a:cubicBezTo>
                  <a:lnTo>
                    <a:pt x="2525" y="4406"/>
                  </a:lnTo>
                  <a:lnTo>
                    <a:pt x="6478" y="4406"/>
                  </a:lnTo>
                  <a:lnTo>
                    <a:pt x="7454" y="5168"/>
                  </a:lnTo>
                  <a:cubicBezTo>
                    <a:pt x="7502" y="5216"/>
                    <a:pt x="7573" y="5240"/>
                    <a:pt x="7645" y="5240"/>
                  </a:cubicBezTo>
                  <a:cubicBezTo>
                    <a:pt x="7812" y="5240"/>
                    <a:pt x="7931" y="5097"/>
                    <a:pt x="7954" y="4930"/>
                  </a:cubicBezTo>
                  <a:lnTo>
                    <a:pt x="7954" y="4406"/>
                  </a:lnTo>
                  <a:lnTo>
                    <a:pt x="8050" y="4406"/>
                  </a:lnTo>
                  <a:cubicBezTo>
                    <a:pt x="8574" y="4406"/>
                    <a:pt x="8979" y="3978"/>
                    <a:pt x="9002" y="3454"/>
                  </a:cubicBezTo>
                  <a:lnTo>
                    <a:pt x="9002" y="953"/>
                  </a:lnTo>
                  <a:cubicBezTo>
                    <a:pt x="8979" y="429"/>
                    <a:pt x="8574" y="1"/>
                    <a:pt x="805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47" name="Google Shape;9547;p88"/>
          <p:cNvGrpSpPr/>
          <p:nvPr/>
        </p:nvGrpSpPr>
        <p:grpSpPr>
          <a:xfrm>
            <a:off x="7394932" y="3848036"/>
            <a:ext cx="475541" cy="466233"/>
            <a:chOff x="4529475" y="3220950"/>
            <a:chExt cx="273300" cy="267950"/>
          </a:xfrm>
          <a:solidFill>
            <a:schemeClr val="bg1"/>
          </a:solidFill>
        </p:grpSpPr>
        <p:sp>
          <p:nvSpPr>
            <p:cNvPr id="9548" name="Google Shape;9548;p88"/>
            <p:cNvSpPr/>
            <p:nvPr/>
          </p:nvSpPr>
          <p:spPr>
            <a:xfrm>
              <a:off x="4693200" y="3220950"/>
              <a:ext cx="73250" cy="120300"/>
            </a:xfrm>
            <a:custGeom>
              <a:avLst/>
              <a:gdLst/>
              <a:ahLst/>
              <a:cxnLst/>
              <a:rect l="l" t="t" r="r" b="b"/>
              <a:pathLst>
                <a:path w="2930" h="4812" extrusionOk="0">
                  <a:moveTo>
                    <a:pt x="2608" y="1"/>
                  </a:moveTo>
                  <a:cubicBezTo>
                    <a:pt x="2530" y="1"/>
                    <a:pt x="2446" y="32"/>
                    <a:pt x="2382" y="96"/>
                  </a:cubicBezTo>
                  <a:lnTo>
                    <a:pt x="2311" y="167"/>
                  </a:lnTo>
                  <a:cubicBezTo>
                    <a:pt x="1692" y="787"/>
                    <a:pt x="858" y="1168"/>
                    <a:pt x="1" y="1239"/>
                  </a:cubicBezTo>
                  <a:lnTo>
                    <a:pt x="1" y="3573"/>
                  </a:lnTo>
                  <a:cubicBezTo>
                    <a:pt x="858" y="3644"/>
                    <a:pt x="1692" y="4025"/>
                    <a:pt x="2311" y="4668"/>
                  </a:cubicBezTo>
                  <a:lnTo>
                    <a:pt x="2382" y="4740"/>
                  </a:lnTo>
                  <a:cubicBezTo>
                    <a:pt x="2454" y="4787"/>
                    <a:pt x="2525" y="4811"/>
                    <a:pt x="2597" y="4811"/>
                  </a:cubicBezTo>
                  <a:cubicBezTo>
                    <a:pt x="2644" y="4811"/>
                    <a:pt x="2692" y="4811"/>
                    <a:pt x="2716" y="4787"/>
                  </a:cubicBezTo>
                  <a:cubicBezTo>
                    <a:pt x="2859" y="4740"/>
                    <a:pt x="2930" y="4621"/>
                    <a:pt x="2930" y="4502"/>
                  </a:cubicBezTo>
                  <a:lnTo>
                    <a:pt x="2930" y="310"/>
                  </a:lnTo>
                  <a:cubicBezTo>
                    <a:pt x="2930" y="191"/>
                    <a:pt x="2859" y="72"/>
                    <a:pt x="2716" y="24"/>
                  </a:cubicBezTo>
                  <a:cubicBezTo>
                    <a:pt x="2684" y="9"/>
                    <a:pt x="2647" y="1"/>
                    <a:pt x="260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49" name="Google Shape;9549;p88"/>
            <p:cNvSpPr/>
            <p:nvPr/>
          </p:nvSpPr>
          <p:spPr>
            <a:xfrm>
              <a:off x="4555675" y="3326925"/>
              <a:ext cx="68500" cy="67900"/>
            </a:xfrm>
            <a:custGeom>
              <a:avLst/>
              <a:gdLst/>
              <a:ahLst/>
              <a:cxnLst/>
              <a:rect l="l" t="t" r="r" b="b"/>
              <a:pathLst>
                <a:path w="2740" h="2716" extrusionOk="0">
                  <a:moveTo>
                    <a:pt x="1358" y="1"/>
                  </a:moveTo>
                  <a:cubicBezTo>
                    <a:pt x="620" y="1"/>
                    <a:pt x="1" y="596"/>
                    <a:pt x="1" y="1358"/>
                  </a:cubicBezTo>
                  <a:cubicBezTo>
                    <a:pt x="1" y="2096"/>
                    <a:pt x="620" y="2715"/>
                    <a:pt x="1358" y="2715"/>
                  </a:cubicBezTo>
                  <a:cubicBezTo>
                    <a:pt x="2120" y="2715"/>
                    <a:pt x="2739" y="2096"/>
                    <a:pt x="2739" y="1358"/>
                  </a:cubicBezTo>
                  <a:cubicBezTo>
                    <a:pt x="2739" y="596"/>
                    <a:pt x="2120" y="1"/>
                    <a:pt x="1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0" name="Google Shape;9550;p88"/>
            <p:cNvSpPr/>
            <p:nvPr/>
          </p:nvSpPr>
          <p:spPr>
            <a:xfrm>
              <a:off x="4781925" y="3256675"/>
              <a:ext cx="20850" cy="49450"/>
            </a:xfrm>
            <a:custGeom>
              <a:avLst/>
              <a:gdLst/>
              <a:ahLst/>
              <a:cxnLst/>
              <a:rect l="l" t="t" r="r" b="b"/>
              <a:pathLst>
                <a:path w="834" h="1978" extrusionOk="0">
                  <a:moveTo>
                    <a:pt x="0" y="1"/>
                  </a:moveTo>
                  <a:lnTo>
                    <a:pt x="0" y="1977"/>
                  </a:lnTo>
                  <a:cubicBezTo>
                    <a:pt x="834" y="1572"/>
                    <a:pt x="834" y="382"/>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1" name="Google Shape;9551;p88"/>
            <p:cNvSpPr/>
            <p:nvPr/>
          </p:nvSpPr>
          <p:spPr>
            <a:xfrm>
              <a:off x="4529475" y="3252500"/>
              <a:ext cx="155425" cy="236400"/>
            </a:xfrm>
            <a:custGeom>
              <a:avLst/>
              <a:gdLst/>
              <a:ahLst/>
              <a:cxnLst/>
              <a:rect l="l" t="t" r="r" b="b"/>
              <a:pathLst>
                <a:path w="6217" h="9456" extrusionOk="0">
                  <a:moveTo>
                    <a:pt x="5359" y="1"/>
                  </a:moveTo>
                  <a:cubicBezTo>
                    <a:pt x="3883" y="25"/>
                    <a:pt x="3811" y="2192"/>
                    <a:pt x="5288" y="2311"/>
                  </a:cubicBezTo>
                  <a:lnTo>
                    <a:pt x="5288" y="3049"/>
                  </a:lnTo>
                  <a:cubicBezTo>
                    <a:pt x="5097" y="3168"/>
                    <a:pt x="4978" y="3382"/>
                    <a:pt x="4978" y="3597"/>
                  </a:cubicBezTo>
                  <a:lnTo>
                    <a:pt x="4978" y="5478"/>
                  </a:lnTo>
                  <a:lnTo>
                    <a:pt x="4049" y="5478"/>
                  </a:lnTo>
                  <a:cubicBezTo>
                    <a:pt x="3648" y="6031"/>
                    <a:pt x="3031" y="6319"/>
                    <a:pt x="2411" y="6319"/>
                  </a:cubicBezTo>
                  <a:cubicBezTo>
                    <a:pt x="1963" y="6319"/>
                    <a:pt x="1514" y="6169"/>
                    <a:pt x="1144" y="5859"/>
                  </a:cubicBezTo>
                  <a:cubicBezTo>
                    <a:pt x="429" y="6288"/>
                    <a:pt x="1" y="7074"/>
                    <a:pt x="1" y="7883"/>
                  </a:cubicBezTo>
                  <a:lnTo>
                    <a:pt x="1" y="9146"/>
                  </a:lnTo>
                  <a:cubicBezTo>
                    <a:pt x="1" y="9312"/>
                    <a:pt x="144" y="9455"/>
                    <a:pt x="334" y="9455"/>
                  </a:cubicBezTo>
                  <a:lnTo>
                    <a:pt x="4502" y="9455"/>
                  </a:lnTo>
                  <a:cubicBezTo>
                    <a:pt x="4692" y="9455"/>
                    <a:pt x="4835" y="9312"/>
                    <a:pt x="4811" y="9146"/>
                  </a:cubicBezTo>
                  <a:lnTo>
                    <a:pt x="4811" y="7883"/>
                  </a:lnTo>
                  <a:cubicBezTo>
                    <a:pt x="4811" y="7479"/>
                    <a:pt x="4716" y="7098"/>
                    <a:pt x="4526" y="6740"/>
                  </a:cubicBezTo>
                  <a:lnTo>
                    <a:pt x="5288" y="6740"/>
                  </a:lnTo>
                  <a:cubicBezTo>
                    <a:pt x="5812" y="6740"/>
                    <a:pt x="6216" y="6312"/>
                    <a:pt x="6216" y="5788"/>
                  </a:cubicBezTo>
                  <a:lnTo>
                    <a:pt x="6216" y="3597"/>
                  </a:lnTo>
                  <a:cubicBezTo>
                    <a:pt x="6216" y="3382"/>
                    <a:pt x="6097" y="3168"/>
                    <a:pt x="5907" y="3049"/>
                  </a:cubicBezTo>
                  <a:lnTo>
                    <a:pt x="59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52" name="Google Shape;9552;p88"/>
          <p:cNvGrpSpPr/>
          <p:nvPr/>
        </p:nvGrpSpPr>
        <p:grpSpPr>
          <a:xfrm>
            <a:off x="8402914" y="3848036"/>
            <a:ext cx="464145" cy="466233"/>
            <a:chOff x="5108775" y="3220950"/>
            <a:chExt cx="266750" cy="267950"/>
          </a:xfrm>
          <a:solidFill>
            <a:schemeClr val="bg1"/>
          </a:solidFill>
        </p:grpSpPr>
        <p:sp>
          <p:nvSpPr>
            <p:cNvPr id="9553" name="Google Shape;9553;p88"/>
            <p:cNvSpPr/>
            <p:nvPr/>
          </p:nvSpPr>
          <p:spPr>
            <a:xfrm>
              <a:off x="5200450" y="3347600"/>
              <a:ext cx="73250" cy="62700"/>
            </a:xfrm>
            <a:custGeom>
              <a:avLst/>
              <a:gdLst/>
              <a:ahLst/>
              <a:cxnLst/>
              <a:rect l="l" t="t" r="r" b="b"/>
              <a:pathLst>
                <a:path w="2930" h="2508" extrusionOk="0">
                  <a:moveTo>
                    <a:pt x="1653" y="0"/>
                  </a:moveTo>
                  <a:cubicBezTo>
                    <a:pt x="1348" y="0"/>
                    <a:pt x="1038" y="113"/>
                    <a:pt x="787" y="364"/>
                  </a:cubicBezTo>
                  <a:cubicBezTo>
                    <a:pt x="1" y="1174"/>
                    <a:pt x="572" y="2508"/>
                    <a:pt x="1692" y="2508"/>
                  </a:cubicBezTo>
                  <a:cubicBezTo>
                    <a:pt x="2382" y="2508"/>
                    <a:pt x="2930" y="1960"/>
                    <a:pt x="2930" y="1269"/>
                  </a:cubicBezTo>
                  <a:cubicBezTo>
                    <a:pt x="2930" y="508"/>
                    <a:pt x="2302" y="0"/>
                    <a:pt x="16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4" name="Google Shape;9554;p88"/>
            <p:cNvSpPr/>
            <p:nvPr/>
          </p:nvSpPr>
          <p:spPr>
            <a:xfrm>
              <a:off x="5182000" y="3417425"/>
              <a:ext cx="120275" cy="71475"/>
            </a:xfrm>
            <a:custGeom>
              <a:avLst/>
              <a:gdLst/>
              <a:ahLst/>
              <a:cxnLst/>
              <a:rect l="l" t="t" r="r" b="b"/>
              <a:pathLst>
                <a:path w="4811" h="2859" extrusionOk="0">
                  <a:moveTo>
                    <a:pt x="1310" y="0"/>
                  </a:moveTo>
                  <a:cubicBezTo>
                    <a:pt x="524" y="405"/>
                    <a:pt x="24" y="1239"/>
                    <a:pt x="24" y="2144"/>
                  </a:cubicBezTo>
                  <a:lnTo>
                    <a:pt x="24" y="2549"/>
                  </a:lnTo>
                  <a:cubicBezTo>
                    <a:pt x="0" y="2715"/>
                    <a:pt x="143" y="2858"/>
                    <a:pt x="310" y="2858"/>
                  </a:cubicBezTo>
                  <a:lnTo>
                    <a:pt x="4501" y="2858"/>
                  </a:lnTo>
                  <a:cubicBezTo>
                    <a:pt x="4668" y="2858"/>
                    <a:pt x="4787" y="2715"/>
                    <a:pt x="4787" y="2549"/>
                  </a:cubicBezTo>
                  <a:lnTo>
                    <a:pt x="4787" y="2144"/>
                  </a:lnTo>
                  <a:cubicBezTo>
                    <a:pt x="4811" y="1239"/>
                    <a:pt x="4311" y="405"/>
                    <a:pt x="3525" y="0"/>
                  </a:cubicBezTo>
                  <a:cubicBezTo>
                    <a:pt x="3192" y="239"/>
                    <a:pt x="2805" y="358"/>
                    <a:pt x="2418" y="358"/>
                  </a:cubicBezTo>
                  <a:cubicBezTo>
                    <a:pt x="2031" y="358"/>
                    <a:pt x="1644" y="239"/>
                    <a:pt x="1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5" name="Google Shape;9555;p88"/>
            <p:cNvSpPr/>
            <p:nvPr/>
          </p:nvSpPr>
          <p:spPr>
            <a:xfrm>
              <a:off x="5121875" y="3220950"/>
              <a:ext cx="52400" cy="52425"/>
            </a:xfrm>
            <a:custGeom>
              <a:avLst/>
              <a:gdLst/>
              <a:ahLst/>
              <a:cxnLst/>
              <a:rect l="l" t="t" r="r" b="b"/>
              <a:pathLst>
                <a:path w="2096" h="2097" extrusionOk="0">
                  <a:moveTo>
                    <a:pt x="1048" y="1"/>
                  </a:moveTo>
                  <a:cubicBezTo>
                    <a:pt x="477" y="1"/>
                    <a:pt x="0" y="477"/>
                    <a:pt x="0" y="1049"/>
                  </a:cubicBezTo>
                  <a:cubicBezTo>
                    <a:pt x="0" y="1620"/>
                    <a:pt x="477" y="2096"/>
                    <a:pt x="1048" y="2096"/>
                  </a:cubicBezTo>
                  <a:cubicBezTo>
                    <a:pt x="1643" y="2096"/>
                    <a:pt x="2096" y="1620"/>
                    <a:pt x="2096" y="1049"/>
                  </a:cubicBezTo>
                  <a:cubicBezTo>
                    <a:pt x="2096" y="477"/>
                    <a:pt x="1643"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6" name="Google Shape;9556;p88"/>
            <p:cNvSpPr/>
            <p:nvPr/>
          </p:nvSpPr>
          <p:spPr>
            <a:xfrm>
              <a:off x="5108775" y="3279300"/>
              <a:ext cx="78600" cy="51825"/>
            </a:xfrm>
            <a:custGeom>
              <a:avLst/>
              <a:gdLst/>
              <a:ahLst/>
              <a:cxnLst/>
              <a:rect l="l" t="t" r="r" b="b"/>
              <a:pathLst>
                <a:path w="3144" h="2073" extrusionOk="0">
                  <a:moveTo>
                    <a:pt x="500" y="0"/>
                  </a:moveTo>
                  <a:cubicBezTo>
                    <a:pt x="191" y="286"/>
                    <a:pt x="0" y="691"/>
                    <a:pt x="0" y="1120"/>
                  </a:cubicBezTo>
                  <a:lnTo>
                    <a:pt x="0" y="1763"/>
                  </a:lnTo>
                  <a:cubicBezTo>
                    <a:pt x="0" y="1929"/>
                    <a:pt x="143" y="2072"/>
                    <a:pt x="334" y="2072"/>
                  </a:cubicBezTo>
                  <a:lnTo>
                    <a:pt x="2834" y="2072"/>
                  </a:lnTo>
                  <a:cubicBezTo>
                    <a:pt x="3001" y="2072"/>
                    <a:pt x="3144" y="1929"/>
                    <a:pt x="3144" y="1763"/>
                  </a:cubicBezTo>
                  <a:lnTo>
                    <a:pt x="3144" y="1120"/>
                  </a:lnTo>
                  <a:cubicBezTo>
                    <a:pt x="3144" y="691"/>
                    <a:pt x="2953" y="286"/>
                    <a:pt x="2644" y="0"/>
                  </a:cubicBezTo>
                  <a:cubicBezTo>
                    <a:pt x="2358" y="239"/>
                    <a:pt x="1977" y="382"/>
                    <a:pt x="1572" y="405"/>
                  </a:cubicBezTo>
                  <a:cubicBezTo>
                    <a:pt x="1191" y="405"/>
                    <a:pt x="786" y="262"/>
                    <a:pt x="5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7" name="Google Shape;9557;p88"/>
            <p:cNvSpPr/>
            <p:nvPr/>
          </p:nvSpPr>
          <p:spPr>
            <a:xfrm>
              <a:off x="5310600" y="3220950"/>
              <a:ext cx="52425" cy="52425"/>
            </a:xfrm>
            <a:custGeom>
              <a:avLst/>
              <a:gdLst/>
              <a:ahLst/>
              <a:cxnLst/>
              <a:rect l="l" t="t" r="r" b="b"/>
              <a:pathLst>
                <a:path w="2097" h="2097" extrusionOk="0">
                  <a:moveTo>
                    <a:pt x="1048" y="1"/>
                  </a:moveTo>
                  <a:cubicBezTo>
                    <a:pt x="453" y="1"/>
                    <a:pt x="0" y="477"/>
                    <a:pt x="0" y="1049"/>
                  </a:cubicBezTo>
                  <a:cubicBezTo>
                    <a:pt x="0" y="1620"/>
                    <a:pt x="453" y="2096"/>
                    <a:pt x="1048" y="2096"/>
                  </a:cubicBezTo>
                  <a:cubicBezTo>
                    <a:pt x="1620" y="2096"/>
                    <a:pt x="2096" y="1620"/>
                    <a:pt x="2096" y="1049"/>
                  </a:cubicBezTo>
                  <a:cubicBezTo>
                    <a:pt x="2096" y="477"/>
                    <a:pt x="1620"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8" name="Google Shape;9558;p88"/>
            <p:cNvSpPr/>
            <p:nvPr/>
          </p:nvSpPr>
          <p:spPr>
            <a:xfrm>
              <a:off x="5297500" y="3279300"/>
              <a:ext cx="78025" cy="51825"/>
            </a:xfrm>
            <a:custGeom>
              <a:avLst/>
              <a:gdLst/>
              <a:ahLst/>
              <a:cxnLst/>
              <a:rect l="l" t="t" r="r" b="b"/>
              <a:pathLst>
                <a:path w="3121" h="2073" extrusionOk="0">
                  <a:moveTo>
                    <a:pt x="477" y="0"/>
                  </a:moveTo>
                  <a:cubicBezTo>
                    <a:pt x="167" y="286"/>
                    <a:pt x="0" y="691"/>
                    <a:pt x="0" y="1120"/>
                  </a:cubicBezTo>
                  <a:lnTo>
                    <a:pt x="0" y="1763"/>
                  </a:lnTo>
                  <a:cubicBezTo>
                    <a:pt x="0" y="1929"/>
                    <a:pt x="120" y="2072"/>
                    <a:pt x="286" y="2072"/>
                  </a:cubicBezTo>
                  <a:lnTo>
                    <a:pt x="2811" y="2072"/>
                  </a:lnTo>
                  <a:cubicBezTo>
                    <a:pt x="2977" y="2072"/>
                    <a:pt x="3120" y="1929"/>
                    <a:pt x="3096" y="1763"/>
                  </a:cubicBezTo>
                  <a:lnTo>
                    <a:pt x="3096" y="1120"/>
                  </a:lnTo>
                  <a:cubicBezTo>
                    <a:pt x="3120" y="691"/>
                    <a:pt x="2953" y="286"/>
                    <a:pt x="2644" y="0"/>
                  </a:cubicBezTo>
                  <a:cubicBezTo>
                    <a:pt x="2334" y="262"/>
                    <a:pt x="1947" y="393"/>
                    <a:pt x="1560" y="393"/>
                  </a:cubicBezTo>
                  <a:cubicBezTo>
                    <a:pt x="1173" y="393"/>
                    <a:pt x="786" y="262"/>
                    <a:pt x="4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59" name="Google Shape;9559;p88"/>
            <p:cNvSpPr/>
            <p:nvPr/>
          </p:nvSpPr>
          <p:spPr>
            <a:xfrm>
              <a:off x="5216525" y="3220950"/>
              <a:ext cx="52425" cy="52425"/>
            </a:xfrm>
            <a:custGeom>
              <a:avLst/>
              <a:gdLst/>
              <a:ahLst/>
              <a:cxnLst/>
              <a:rect l="l" t="t" r="r" b="b"/>
              <a:pathLst>
                <a:path w="2097" h="2097" extrusionOk="0">
                  <a:moveTo>
                    <a:pt x="1049" y="1"/>
                  </a:moveTo>
                  <a:cubicBezTo>
                    <a:pt x="453" y="1"/>
                    <a:pt x="1" y="477"/>
                    <a:pt x="1" y="1049"/>
                  </a:cubicBezTo>
                  <a:cubicBezTo>
                    <a:pt x="1" y="1620"/>
                    <a:pt x="453" y="2096"/>
                    <a:pt x="1049" y="2096"/>
                  </a:cubicBezTo>
                  <a:cubicBezTo>
                    <a:pt x="1620" y="2096"/>
                    <a:pt x="2096" y="1620"/>
                    <a:pt x="2096" y="1049"/>
                  </a:cubicBezTo>
                  <a:cubicBezTo>
                    <a:pt x="2096" y="477"/>
                    <a:pt x="1620" y="1"/>
                    <a:pt x="1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0" name="Google Shape;9560;p88"/>
            <p:cNvSpPr/>
            <p:nvPr/>
          </p:nvSpPr>
          <p:spPr>
            <a:xfrm>
              <a:off x="5203425" y="3279300"/>
              <a:ext cx="78625" cy="51825"/>
            </a:xfrm>
            <a:custGeom>
              <a:avLst/>
              <a:gdLst/>
              <a:ahLst/>
              <a:cxnLst/>
              <a:rect l="l" t="t" r="r" b="b"/>
              <a:pathLst>
                <a:path w="3145" h="2073" extrusionOk="0">
                  <a:moveTo>
                    <a:pt x="477" y="0"/>
                  </a:moveTo>
                  <a:cubicBezTo>
                    <a:pt x="168" y="286"/>
                    <a:pt x="1" y="691"/>
                    <a:pt x="1" y="1120"/>
                  </a:cubicBezTo>
                  <a:lnTo>
                    <a:pt x="1" y="1763"/>
                  </a:lnTo>
                  <a:cubicBezTo>
                    <a:pt x="1" y="1929"/>
                    <a:pt x="144" y="2072"/>
                    <a:pt x="310" y="2072"/>
                  </a:cubicBezTo>
                  <a:lnTo>
                    <a:pt x="2811" y="2072"/>
                  </a:lnTo>
                  <a:cubicBezTo>
                    <a:pt x="3001" y="2072"/>
                    <a:pt x="3144" y="1929"/>
                    <a:pt x="3121" y="1763"/>
                  </a:cubicBezTo>
                  <a:lnTo>
                    <a:pt x="3121" y="1120"/>
                  </a:lnTo>
                  <a:cubicBezTo>
                    <a:pt x="3121" y="691"/>
                    <a:pt x="2954" y="286"/>
                    <a:pt x="2644" y="0"/>
                  </a:cubicBezTo>
                  <a:cubicBezTo>
                    <a:pt x="2335" y="262"/>
                    <a:pt x="1954" y="405"/>
                    <a:pt x="1573" y="405"/>
                  </a:cubicBezTo>
                  <a:cubicBezTo>
                    <a:pt x="1168" y="405"/>
                    <a:pt x="787" y="262"/>
                    <a:pt x="4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61" name="Google Shape;9561;p88"/>
          <p:cNvGrpSpPr/>
          <p:nvPr/>
        </p:nvGrpSpPr>
        <p:grpSpPr>
          <a:xfrm>
            <a:off x="9410853" y="3848036"/>
            <a:ext cx="464145" cy="466233"/>
            <a:chOff x="5688050" y="3220950"/>
            <a:chExt cx="266750" cy="267950"/>
          </a:xfrm>
          <a:solidFill>
            <a:schemeClr val="bg1"/>
          </a:solidFill>
        </p:grpSpPr>
        <p:sp>
          <p:nvSpPr>
            <p:cNvPr id="9562" name="Google Shape;9562;p88"/>
            <p:cNvSpPr/>
            <p:nvPr/>
          </p:nvSpPr>
          <p:spPr>
            <a:xfrm>
              <a:off x="5688050" y="3338825"/>
              <a:ext cx="266750" cy="150075"/>
            </a:xfrm>
            <a:custGeom>
              <a:avLst/>
              <a:gdLst/>
              <a:ahLst/>
              <a:cxnLst/>
              <a:rect l="l" t="t" r="r" b="b"/>
              <a:pathLst>
                <a:path w="10670" h="6003" extrusionOk="0">
                  <a:moveTo>
                    <a:pt x="7431" y="1"/>
                  </a:moveTo>
                  <a:cubicBezTo>
                    <a:pt x="7240" y="1"/>
                    <a:pt x="7121" y="144"/>
                    <a:pt x="7121" y="311"/>
                  </a:cubicBezTo>
                  <a:lnTo>
                    <a:pt x="7121" y="1668"/>
                  </a:lnTo>
                  <a:lnTo>
                    <a:pt x="3859" y="1668"/>
                  </a:lnTo>
                  <a:cubicBezTo>
                    <a:pt x="3692" y="1692"/>
                    <a:pt x="3573" y="1811"/>
                    <a:pt x="3573" y="2001"/>
                  </a:cubicBezTo>
                  <a:lnTo>
                    <a:pt x="3573" y="3359"/>
                  </a:lnTo>
                  <a:lnTo>
                    <a:pt x="334" y="3359"/>
                  </a:lnTo>
                  <a:cubicBezTo>
                    <a:pt x="144" y="3359"/>
                    <a:pt x="1" y="3478"/>
                    <a:pt x="1" y="3668"/>
                  </a:cubicBezTo>
                  <a:lnTo>
                    <a:pt x="1" y="5693"/>
                  </a:lnTo>
                  <a:cubicBezTo>
                    <a:pt x="1" y="5859"/>
                    <a:pt x="144" y="6002"/>
                    <a:pt x="334" y="6002"/>
                  </a:cubicBezTo>
                  <a:lnTo>
                    <a:pt x="10360" y="6002"/>
                  </a:lnTo>
                  <a:cubicBezTo>
                    <a:pt x="10527" y="6002"/>
                    <a:pt x="10646" y="5859"/>
                    <a:pt x="10646" y="5693"/>
                  </a:cubicBezTo>
                  <a:lnTo>
                    <a:pt x="10646" y="311"/>
                  </a:lnTo>
                  <a:cubicBezTo>
                    <a:pt x="10670" y="144"/>
                    <a:pt x="10527" y="1"/>
                    <a:pt x="103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3" name="Google Shape;9563;p88"/>
            <p:cNvSpPr/>
            <p:nvPr/>
          </p:nvSpPr>
          <p:spPr>
            <a:xfrm>
              <a:off x="5701150" y="3304900"/>
              <a:ext cx="47075" cy="47050"/>
            </a:xfrm>
            <a:custGeom>
              <a:avLst/>
              <a:gdLst/>
              <a:ahLst/>
              <a:cxnLst/>
              <a:rect l="l" t="t" r="r" b="b"/>
              <a:pathLst>
                <a:path w="1883" h="1882" extrusionOk="0">
                  <a:moveTo>
                    <a:pt x="929" y="0"/>
                  </a:moveTo>
                  <a:cubicBezTo>
                    <a:pt x="406" y="0"/>
                    <a:pt x="1" y="429"/>
                    <a:pt x="1" y="929"/>
                  </a:cubicBezTo>
                  <a:cubicBezTo>
                    <a:pt x="1" y="1453"/>
                    <a:pt x="406" y="1882"/>
                    <a:pt x="929" y="1882"/>
                  </a:cubicBezTo>
                  <a:cubicBezTo>
                    <a:pt x="1453" y="1882"/>
                    <a:pt x="1882" y="1453"/>
                    <a:pt x="1882" y="929"/>
                  </a:cubicBezTo>
                  <a:cubicBezTo>
                    <a:pt x="1882" y="429"/>
                    <a:pt x="1453" y="0"/>
                    <a:pt x="92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4" name="Google Shape;9564;p88"/>
            <p:cNvSpPr/>
            <p:nvPr/>
          </p:nvSpPr>
          <p:spPr>
            <a:xfrm>
              <a:off x="5789875" y="3263225"/>
              <a:ext cx="47050" cy="47050"/>
            </a:xfrm>
            <a:custGeom>
              <a:avLst/>
              <a:gdLst/>
              <a:ahLst/>
              <a:cxnLst/>
              <a:rect l="l" t="t" r="r" b="b"/>
              <a:pathLst>
                <a:path w="1882" h="1882" extrusionOk="0">
                  <a:moveTo>
                    <a:pt x="953" y="0"/>
                  </a:moveTo>
                  <a:cubicBezTo>
                    <a:pt x="429" y="0"/>
                    <a:pt x="0" y="405"/>
                    <a:pt x="0" y="929"/>
                  </a:cubicBezTo>
                  <a:cubicBezTo>
                    <a:pt x="0" y="1453"/>
                    <a:pt x="429" y="1882"/>
                    <a:pt x="953" y="1882"/>
                  </a:cubicBezTo>
                  <a:cubicBezTo>
                    <a:pt x="1453" y="1882"/>
                    <a:pt x="1881" y="1453"/>
                    <a:pt x="1881" y="929"/>
                  </a:cubicBezTo>
                  <a:cubicBezTo>
                    <a:pt x="1881" y="405"/>
                    <a:pt x="1453" y="0"/>
                    <a:pt x="9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5" name="Google Shape;9565;p88"/>
            <p:cNvSpPr/>
            <p:nvPr/>
          </p:nvSpPr>
          <p:spPr>
            <a:xfrm>
              <a:off x="5865475" y="3276325"/>
              <a:ext cx="73850" cy="47050"/>
            </a:xfrm>
            <a:custGeom>
              <a:avLst/>
              <a:gdLst/>
              <a:ahLst/>
              <a:cxnLst/>
              <a:rect l="l" t="t" r="r" b="b"/>
              <a:pathLst>
                <a:path w="2954" h="1882" extrusionOk="0">
                  <a:moveTo>
                    <a:pt x="548" y="0"/>
                  </a:moveTo>
                  <a:cubicBezTo>
                    <a:pt x="215" y="286"/>
                    <a:pt x="1" y="691"/>
                    <a:pt x="1" y="1143"/>
                  </a:cubicBezTo>
                  <a:lnTo>
                    <a:pt x="1" y="1596"/>
                  </a:lnTo>
                  <a:cubicBezTo>
                    <a:pt x="1" y="1739"/>
                    <a:pt x="143" y="1882"/>
                    <a:pt x="286" y="1882"/>
                  </a:cubicBezTo>
                  <a:lnTo>
                    <a:pt x="2668" y="1882"/>
                  </a:lnTo>
                  <a:cubicBezTo>
                    <a:pt x="2811" y="1882"/>
                    <a:pt x="2954" y="1739"/>
                    <a:pt x="2954" y="1596"/>
                  </a:cubicBezTo>
                  <a:lnTo>
                    <a:pt x="2954" y="1143"/>
                  </a:lnTo>
                  <a:cubicBezTo>
                    <a:pt x="2954" y="691"/>
                    <a:pt x="2739" y="286"/>
                    <a:pt x="2406" y="0"/>
                  </a:cubicBezTo>
                  <a:cubicBezTo>
                    <a:pt x="2132" y="203"/>
                    <a:pt x="1804" y="304"/>
                    <a:pt x="1477" y="304"/>
                  </a:cubicBezTo>
                  <a:cubicBezTo>
                    <a:pt x="1150" y="304"/>
                    <a:pt x="822" y="203"/>
                    <a:pt x="5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6" name="Google Shape;9566;p88"/>
            <p:cNvSpPr/>
            <p:nvPr/>
          </p:nvSpPr>
          <p:spPr>
            <a:xfrm>
              <a:off x="5688050" y="3360275"/>
              <a:ext cx="73250" cy="46450"/>
            </a:xfrm>
            <a:custGeom>
              <a:avLst/>
              <a:gdLst/>
              <a:ahLst/>
              <a:cxnLst/>
              <a:rect l="l" t="t" r="r" b="b"/>
              <a:pathLst>
                <a:path w="2930" h="1858" extrusionOk="0">
                  <a:moveTo>
                    <a:pt x="549" y="0"/>
                  </a:moveTo>
                  <a:cubicBezTo>
                    <a:pt x="191" y="262"/>
                    <a:pt x="1" y="691"/>
                    <a:pt x="1" y="1120"/>
                  </a:cubicBezTo>
                  <a:lnTo>
                    <a:pt x="1" y="1596"/>
                  </a:lnTo>
                  <a:cubicBezTo>
                    <a:pt x="1" y="1739"/>
                    <a:pt x="120" y="1858"/>
                    <a:pt x="263" y="1858"/>
                  </a:cubicBezTo>
                  <a:lnTo>
                    <a:pt x="2644" y="1858"/>
                  </a:lnTo>
                  <a:cubicBezTo>
                    <a:pt x="2811" y="1858"/>
                    <a:pt x="2930" y="1739"/>
                    <a:pt x="2930" y="1596"/>
                  </a:cubicBezTo>
                  <a:lnTo>
                    <a:pt x="2930" y="1120"/>
                  </a:lnTo>
                  <a:cubicBezTo>
                    <a:pt x="2930" y="691"/>
                    <a:pt x="2716" y="262"/>
                    <a:pt x="2382" y="0"/>
                  </a:cubicBezTo>
                  <a:cubicBezTo>
                    <a:pt x="2108" y="191"/>
                    <a:pt x="1787" y="286"/>
                    <a:pt x="1465" y="286"/>
                  </a:cubicBezTo>
                  <a:cubicBezTo>
                    <a:pt x="1144" y="286"/>
                    <a:pt x="822" y="191"/>
                    <a:pt x="5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7" name="Google Shape;9567;p88"/>
            <p:cNvSpPr/>
            <p:nvPr/>
          </p:nvSpPr>
          <p:spPr>
            <a:xfrm>
              <a:off x="5776775" y="3318000"/>
              <a:ext cx="73250" cy="47050"/>
            </a:xfrm>
            <a:custGeom>
              <a:avLst/>
              <a:gdLst/>
              <a:ahLst/>
              <a:cxnLst/>
              <a:rect l="l" t="t" r="r" b="b"/>
              <a:pathLst>
                <a:path w="2930" h="1882" extrusionOk="0">
                  <a:moveTo>
                    <a:pt x="548" y="0"/>
                  </a:moveTo>
                  <a:cubicBezTo>
                    <a:pt x="191" y="286"/>
                    <a:pt x="0" y="715"/>
                    <a:pt x="0" y="1144"/>
                  </a:cubicBezTo>
                  <a:lnTo>
                    <a:pt x="0" y="1596"/>
                  </a:lnTo>
                  <a:cubicBezTo>
                    <a:pt x="0" y="1763"/>
                    <a:pt x="119" y="1882"/>
                    <a:pt x="286" y="1882"/>
                  </a:cubicBezTo>
                  <a:lnTo>
                    <a:pt x="2667" y="1882"/>
                  </a:lnTo>
                  <a:cubicBezTo>
                    <a:pt x="2810" y="1882"/>
                    <a:pt x="2929" y="1763"/>
                    <a:pt x="2929" y="1596"/>
                  </a:cubicBezTo>
                  <a:lnTo>
                    <a:pt x="2929" y="1144"/>
                  </a:lnTo>
                  <a:cubicBezTo>
                    <a:pt x="2929" y="715"/>
                    <a:pt x="2739" y="286"/>
                    <a:pt x="2382" y="0"/>
                  </a:cubicBezTo>
                  <a:cubicBezTo>
                    <a:pt x="2108" y="203"/>
                    <a:pt x="1786" y="304"/>
                    <a:pt x="1465" y="304"/>
                  </a:cubicBezTo>
                  <a:cubicBezTo>
                    <a:pt x="1143" y="304"/>
                    <a:pt x="822" y="203"/>
                    <a:pt x="5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68" name="Google Shape;9568;p88"/>
            <p:cNvSpPr/>
            <p:nvPr/>
          </p:nvSpPr>
          <p:spPr>
            <a:xfrm>
              <a:off x="5878575" y="3220950"/>
              <a:ext cx="47050" cy="47050"/>
            </a:xfrm>
            <a:custGeom>
              <a:avLst/>
              <a:gdLst/>
              <a:ahLst/>
              <a:cxnLst/>
              <a:rect l="l" t="t" r="r" b="b"/>
              <a:pathLst>
                <a:path w="1882" h="1882" extrusionOk="0">
                  <a:moveTo>
                    <a:pt x="953" y="1"/>
                  </a:moveTo>
                  <a:cubicBezTo>
                    <a:pt x="429" y="1"/>
                    <a:pt x="0" y="429"/>
                    <a:pt x="0" y="953"/>
                  </a:cubicBezTo>
                  <a:cubicBezTo>
                    <a:pt x="0" y="1477"/>
                    <a:pt x="429" y="1882"/>
                    <a:pt x="953" y="1882"/>
                  </a:cubicBezTo>
                  <a:cubicBezTo>
                    <a:pt x="1477" y="1882"/>
                    <a:pt x="1882" y="1477"/>
                    <a:pt x="1882" y="953"/>
                  </a:cubicBezTo>
                  <a:cubicBezTo>
                    <a:pt x="1882" y="429"/>
                    <a:pt x="1477" y="1"/>
                    <a:pt x="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69" name="Google Shape;9569;p88"/>
          <p:cNvGrpSpPr/>
          <p:nvPr/>
        </p:nvGrpSpPr>
        <p:grpSpPr>
          <a:xfrm>
            <a:off x="10414702" y="3848036"/>
            <a:ext cx="467233" cy="466233"/>
            <a:chOff x="6264975" y="3220950"/>
            <a:chExt cx="268525" cy="267950"/>
          </a:xfrm>
          <a:solidFill>
            <a:schemeClr val="bg1"/>
          </a:solidFill>
        </p:grpSpPr>
        <p:sp>
          <p:nvSpPr>
            <p:cNvPr id="9570" name="Google Shape;9570;p88"/>
            <p:cNvSpPr/>
            <p:nvPr/>
          </p:nvSpPr>
          <p:spPr>
            <a:xfrm>
              <a:off x="6322725" y="3276925"/>
              <a:ext cx="6550" cy="16100"/>
            </a:xfrm>
            <a:custGeom>
              <a:avLst/>
              <a:gdLst/>
              <a:ahLst/>
              <a:cxnLst/>
              <a:rect l="l" t="t" r="r" b="b"/>
              <a:pathLst>
                <a:path w="262" h="644" extrusionOk="0">
                  <a:moveTo>
                    <a:pt x="0" y="0"/>
                  </a:moveTo>
                  <a:lnTo>
                    <a:pt x="0" y="643"/>
                  </a:lnTo>
                  <a:cubicBezTo>
                    <a:pt x="119" y="596"/>
                    <a:pt x="191" y="477"/>
                    <a:pt x="214" y="357"/>
                  </a:cubicBezTo>
                  <a:cubicBezTo>
                    <a:pt x="262" y="191"/>
                    <a:pt x="167" y="48"/>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1" name="Google Shape;9571;p88"/>
            <p:cNvSpPr/>
            <p:nvPr/>
          </p:nvSpPr>
          <p:spPr>
            <a:xfrm>
              <a:off x="6266750" y="3221700"/>
              <a:ext cx="122075" cy="104050"/>
            </a:xfrm>
            <a:custGeom>
              <a:avLst/>
              <a:gdLst/>
              <a:ahLst/>
              <a:cxnLst/>
              <a:rect l="l" t="t" r="r" b="b"/>
              <a:pathLst>
                <a:path w="4883" h="4162" extrusionOk="0">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2" name="Google Shape;9572;p88"/>
            <p:cNvSpPr/>
            <p:nvPr/>
          </p:nvSpPr>
          <p:spPr>
            <a:xfrm>
              <a:off x="6310800" y="3253700"/>
              <a:ext cx="4200" cy="11325"/>
            </a:xfrm>
            <a:custGeom>
              <a:avLst/>
              <a:gdLst/>
              <a:ahLst/>
              <a:cxnLst/>
              <a:rect l="l" t="t" r="r" b="b"/>
              <a:pathLst>
                <a:path w="168" h="453" extrusionOk="0">
                  <a:moveTo>
                    <a:pt x="167" y="0"/>
                  </a:moveTo>
                  <a:cubicBezTo>
                    <a:pt x="96" y="24"/>
                    <a:pt x="25" y="120"/>
                    <a:pt x="25" y="191"/>
                  </a:cubicBezTo>
                  <a:cubicBezTo>
                    <a:pt x="1" y="262"/>
                    <a:pt x="25"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3" name="Google Shape;9573;p88"/>
            <p:cNvSpPr/>
            <p:nvPr/>
          </p:nvSpPr>
          <p:spPr>
            <a:xfrm>
              <a:off x="6366175" y="3379325"/>
              <a:ext cx="67900" cy="109575"/>
            </a:xfrm>
            <a:custGeom>
              <a:avLst/>
              <a:gdLst/>
              <a:ahLst/>
              <a:cxnLst/>
              <a:rect l="l" t="t" r="r" b="b"/>
              <a:pathLst>
                <a:path w="2716" h="4383" extrusionOk="0">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4" name="Google Shape;9574;p88"/>
            <p:cNvSpPr/>
            <p:nvPr/>
          </p:nvSpPr>
          <p:spPr>
            <a:xfrm>
              <a:off x="6465600" y="3347775"/>
              <a:ext cx="67900" cy="141125"/>
            </a:xfrm>
            <a:custGeom>
              <a:avLst/>
              <a:gdLst/>
              <a:ahLst/>
              <a:cxnLst/>
              <a:rect l="l" t="t" r="r" b="b"/>
              <a:pathLst>
                <a:path w="2716" h="5645" extrusionOk="0">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5" name="Google Shape;9575;p88"/>
            <p:cNvSpPr/>
            <p:nvPr/>
          </p:nvSpPr>
          <p:spPr>
            <a:xfrm>
              <a:off x="6266750" y="3410275"/>
              <a:ext cx="67900" cy="78625"/>
            </a:xfrm>
            <a:custGeom>
              <a:avLst/>
              <a:gdLst/>
              <a:ahLst/>
              <a:cxnLst/>
              <a:rect l="l" t="t" r="r" b="b"/>
              <a:pathLst>
                <a:path w="2716" h="3145" extrusionOk="0">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6" name="Google Shape;9576;p88"/>
            <p:cNvSpPr/>
            <p:nvPr/>
          </p:nvSpPr>
          <p:spPr>
            <a:xfrm>
              <a:off x="6264975" y="3220950"/>
              <a:ext cx="268525" cy="162550"/>
            </a:xfrm>
            <a:custGeom>
              <a:avLst/>
              <a:gdLst/>
              <a:ahLst/>
              <a:cxnLst/>
              <a:rect l="l" t="t" r="r" b="b"/>
              <a:pathLst>
                <a:path w="10741" h="6502" extrusionOk="0">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77" name="Google Shape;9577;p88"/>
          <p:cNvGrpSpPr/>
          <p:nvPr/>
        </p:nvGrpSpPr>
        <p:grpSpPr>
          <a:xfrm>
            <a:off x="10416748" y="4591841"/>
            <a:ext cx="467233" cy="467233"/>
            <a:chOff x="6266150" y="3648425"/>
            <a:chExt cx="268525" cy="268525"/>
          </a:xfrm>
          <a:solidFill>
            <a:schemeClr val="bg1"/>
          </a:solidFill>
        </p:grpSpPr>
        <p:sp>
          <p:nvSpPr>
            <p:cNvPr id="9578" name="Google Shape;9578;p88"/>
            <p:cNvSpPr/>
            <p:nvPr/>
          </p:nvSpPr>
          <p:spPr>
            <a:xfrm>
              <a:off x="6362000" y="3648425"/>
              <a:ext cx="172675" cy="151850"/>
            </a:xfrm>
            <a:custGeom>
              <a:avLst/>
              <a:gdLst/>
              <a:ahLst/>
              <a:cxnLst/>
              <a:rect l="l" t="t" r="r" b="b"/>
              <a:pathLst>
                <a:path w="6907" h="6074" extrusionOk="0">
                  <a:moveTo>
                    <a:pt x="2811" y="1263"/>
                  </a:moveTo>
                  <a:cubicBezTo>
                    <a:pt x="3192" y="1310"/>
                    <a:pt x="3192" y="1858"/>
                    <a:pt x="2811" y="1882"/>
                  </a:cubicBezTo>
                  <a:lnTo>
                    <a:pt x="1549" y="1882"/>
                  </a:lnTo>
                  <a:cubicBezTo>
                    <a:pt x="1168" y="1858"/>
                    <a:pt x="1168" y="1310"/>
                    <a:pt x="1549" y="1263"/>
                  </a:cubicBezTo>
                  <a:close/>
                  <a:moveTo>
                    <a:pt x="2799" y="2549"/>
                  </a:moveTo>
                  <a:cubicBezTo>
                    <a:pt x="2948" y="2549"/>
                    <a:pt x="3097" y="2644"/>
                    <a:pt x="3120" y="2834"/>
                  </a:cubicBezTo>
                  <a:lnTo>
                    <a:pt x="3120" y="4501"/>
                  </a:lnTo>
                  <a:cubicBezTo>
                    <a:pt x="3097" y="4692"/>
                    <a:pt x="2948" y="4787"/>
                    <a:pt x="2799" y="4787"/>
                  </a:cubicBezTo>
                  <a:cubicBezTo>
                    <a:pt x="2650" y="4787"/>
                    <a:pt x="2501" y="4692"/>
                    <a:pt x="2478" y="4501"/>
                  </a:cubicBezTo>
                  <a:lnTo>
                    <a:pt x="2478" y="2834"/>
                  </a:lnTo>
                  <a:cubicBezTo>
                    <a:pt x="2501" y="2644"/>
                    <a:pt x="2650" y="2549"/>
                    <a:pt x="2799" y="2549"/>
                  </a:cubicBezTo>
                  <a:close/>
                  <a:moveTo>
                    <a:pt x="4061" y="1929"/>
                  </a:moveTo>
                  <a:cubicBezTo>
                    <a:pt x="4210" y="1929"/>
                    <a:pt x="4359" y="2025"/>
                    <a:pt x="4383" y="2215"/>
                  </a:cubicBezTo>
                  <a:lnTo>
                    <a:pt x="4383" y="4501"/>
                  </a:lnTo>
                  <a:cubicBezTo>
                    <a:pt x="4359" y="4692"/>
                    <a:pt x="4210" y="4787"/>
                    <a:pt x="4061" y="4787"/>
                  </a:cubicBezTo>
                  <a:cubicBezTo>
                    <a:pt x="3912" y="4787"/>
                    <a:pt x="3763" y="4692"/>
                    <a:pt x="3740" y="4501"/>
                  </a:cubicBezTo>
                  <a:lnTo>
                    <a:pt x="3740" y="2215"/>
                  </a:lnTo>
                  <a:cubicBezTo>
                    <a:pt x="3763" y="2025"/>
                    <a:pt x="3912" y="1929"/>
                    <a:pt x="4061" y="1929"/>
                  </a:cubicBezTo>
                  <a:close/>
                  <a:moveTo>
                    <a:pt x="5311" y="1286"/>
                  </a:moveTo>
                  <a:cubicBezTo>
                    <a:pt x="5460" y="1286"/>
                    <a:pt x="5609" y="1382"/>
                    <a:pt x="5621" y="1572"/>
                  </a:cubicBezTo>
                  <a:lnTo>
                    <a:pt x="5621" y="4501"/>
                  </a:lnTo>
                  <a:cubicBezTo>
                    <a:pt x="5609" y="4692"/>
                    <a:pt x="5460" y="4787"/>
                    <a:pt x="5311" y="4787"/>
                  </a:cubicBezTo>
                  <a:cubicBezTo>
                    <a:pt x="5163" y="4787"/>
                    <a:pt x="5014" y="4692"/>
                    <a:pt x="5002" y="4501"/>
                  </a:cubicBezTo>
                  <a:lnTo>
                    <a:pt x="5002" y="1572"/>
                  </a:lnTo>
                  <a:cubicBezTo>
                    <a:pt x="5014" y="1382"/>
                    <a:pt x="5163" y="1286"/>
                    <a:pt x="5311" y="1286"/>
                  </a:cubicBezTo>
                  <a:close/>
                  <a:moveTo>
                    <a:pt x="1549" y="3150"/>
                  </a:moveTo>
                  <a:cubicBezTo>
                    <a:pt x="1704" y="3150"/>
                    <a:pt x="1858" y="3251"/>
                    <a:pt x="1858" y="3453"/>
                  </a:cubicBezTo>
                  <a:lnTo>
                    <a:pt x="1858" y="4501"/>
                  </a:lnTo>
                  <a:cubicBezTo>
                    <a:pt x="1858" y="4716"/>
                    <a:pt x="1704" y="4823"/>
                    <a:pt x="1549" y="4823"/>
                  </a:cubicBezTo>
                  <a:cubicBezTo>
                    <a:pt x="1394" y="4823"/>
                    <a:pt x="1239" y="4716"/>
                    <a:pt x="1239" y="4501"/>
                  </a:cubicBezTo>
                  <a:lnTo>
                    <a:pt x="1239" y="3453"/>
                  </a:lnTo>
                  <a:cubicBezTo>
                    <a:pt x="1239" y="3251"/>
                    <a:pt x="1394" y="3150"/>
                    <a:pt x="1549" y="3150"/>
                  </a:cubicBezTo>
                  <a:close/>
                  <a:moveTo>
                    <a:pt x="930" y="0"/>
                  </a:moveTo>
                  <a:cubicBezTo>
                    <a:pt x="406" y="0"/>
                    <a:pt x="1" y="429"/>
                    <a:pt x="1" y="953"/>
                  </a:cubicBezTo>
                  <a:lnTo>
                    <a:pt x="1" y="5144"/>
                  </a:lnTo>
                  <a:cubicBezTo>
                    <a:pt x="1" y="5644"/>
                    <a:pt x="406" y="6073"/>
                    <a:pt x="930" y="6073"/>
                  </a:cubicBezTo>
                  <a:lnTo>
                    <a:pt x="2620" y="6073"/>
                  </a:lnTo>
                  <a:lnTo>
                    <a:pt x="3120" y="5216"/>
                  </a:lnTo>
                  <a:cubicBezTo>
                    <a:pt x="3182" y="5123"/>
                    <a:pt x="3283" y="5071"/>
                    <a:pt x="3392" y="5071"/>
                  </a:cubicBezTo>
                  <a:cubicBezTo>
                    <a:pt x="3452" y="5071"/>
                    <a:pt x="3514" y="5087"/>
                    <a:pt x="3573" y="5120"/>
                  </a:cubicBezTo>
                  <a:cubicBezTo>
                    <a:pt x="3716" y="5192"/>
                    <a:pt x="3763" y="5406"/>
                    <a:pt x="3668" y="5549"/>
                  </a:cubicBezTo>
                  <a:lnTo>
                    <a:pt x="3359" y="6073"/>
                  </a:lnTo>
                  <a:lnTo>
                    <a:pt x="5954" y="6073"/>
                  </a:lnTo>
                  <a:cubicBezTo>
                    <a:pt x="6478" y="6073"/>
                    <a:pt x="6883" y="5644"/>
                    <a:pt x="6907" y="5144"/>
                  </a:cubicBezTo>
                  <a:lnTo>
                    <a:pt x="6907" y="953"/>
                  </a:lnTo>
                  <a:cubicBezTo>
                    <a:pt x="6883" y="429"/>
                    <a:pt x="6478" y="0"/>
                    <a:pt x="595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79" name="Google Shape;9579;p88"/>
            <p:cNvSpPr/>
            <p:nvPr/>
          </p:nvSpPr>
          <p:spPr>
            <a:xfrm>
              <a:off x="6289975" y="3780600"/>
              <a:ext cx="62525" cy="62525"/>
            </a:xfrm>
            <a:custGeom>
              <a:avLst/>
              <a:gdLst/>
              <a:ahLst/>
              <a:cxnLst/>
              <a:rect l="l" t="t" r="r" b="b"/>
              <a:pathLst>
                <a:path w="2501" h="2501" extrusionOk="0">
                  <a:moveTo>
                    <a:pt x="1239" y="0"/>
                  </a:moveTo>
                  <a:cubicBezTo>
                    <a:pt x="548" y="0"/>
                    <a:pt x="0" y="548"/>
                    <a:pt x="0" y="1262"/>
                  </a:cubicBezTo>
                  <a:cubicBezTo>
                    <a:pt x="0" y="1953"/>
                    <a:pt x="548" y="2501"/>
                    <a:pt x="1239" y="2501"/>
                  </a:cubicBezTo>
                  <a:cubicBezTo>
                    <a:pt x="1929" y="2501"/>
                    <a:pt x="2501" y="1953"/>
                    <a:pt x="2501" y="1262"/>
                  </a:cubicBezTo>
                  <a:cubicBezTo>
                    <a:pt x="2501" y="548"/>
                    <a:pt x="1929" y="0"/>
                    <a:pt x="1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80" name="Google Shape;9580;p88"/>
            <p:cNvSpPr/>
            <p:nvPr/>
          </p:nvSpPr>
          <p:spPr>
            <a:xfrm>
              <a:off x="6266150" y="3800825"/>
              <a:ext cx="179225" cy="116125"/>
            </a:xfrm>
            <a:custGeom>
              <a:avLst/>
              <a:gdLst/>
              <a:ahLst/>
              <a:cxnLst/>
              <a:rect l="l" t="t" r="r" b="b"/>
              <a:pathLst>
                <a:path w="7169" h="4645" extrusionOk="0">
                  <a:moveTo>
                    <a:pt x="6431" y="1"/>
                  </a:moveTo>
                  <a:lnTo>
                    <a:pt x="5526" y="1501"/>
                  </a:lnTo>
                  <a:lnTo>
                    <a:pt x="3763" y="1501"/>
                  </a:lnTo>
                  <a:cubicBezTo>
                    <a:pt x="3404" y="2054"/>
                    <a:pt x="2812" y="2342"/>
                    <a:pt x="2210" y="2342"/>
                  </a:cubicBezTo>
                  <a:cubicBezTo>
                    <a:pt x="1776" y="2342"/>
                    <a:pt x="1337" y="2192"/>
                    <a:pt x="977" y="1882"/>
                  </a:cubicBezTo>
                  <a:cubicBezTo>
                    <a:pt x="358" y="2287"/>
                    <a:pt x="1" y="2978"/>
                    <a:pt x="1" y="3692"/>
                  </a:cubicBezTo>
                  <a:lnTo>
                    <a:pt x="1" y="4335"/>
                  </a:lnTo>
                  <a:cubicBezTo>
                    <a:pt x="1" y="4502"/>
                    <a:pt x="120" y="4645"/>
                    <a:pt x="310" y="4645"/>
                  </a:cubicBezTo>
                  <a:lnTo>
                    <a:pt x="4073" y="4645"/>
                  </a:lnTo>
                  <a:cubicBezTo>
                    <a:pt x="4240" y="4645"/>
                    <a:pt x="4383" y="4502"/>
                    <a:pt x="4383" y="4335"/>
                  </a:cubicBezTo>
                  <a:lnTo>
                    <a:pt x="4383" y="3692"/>
                  </a:lnTo>
                  <a:cubicBezTo>
                    <a:pt x="4383" y="3382"/>
                    <a:pt x="4311" y="3049"/>
                    <a:pt x="4168" y="2763"/>
                  </a:cubicBezTo>
                  <a:lnTo>
                    <a:pt x="5430" y="2763"/>
                  </a:lnTo>
                  <a:cubicBezTo>
                    <a:pt x="5764" y="2763"/>
                    <a:pt x="6050" y="2478"/>
                    <a:pt x="6050" y="2120"/>
                  </a:cubicBezTo>
                  <a:cubicBezTo>
                    <a:pt x="6050" y="2049"/>
                    <a:pt x="6050" y="1977"/>
                    <a:pt x="6026" y="1906"/>
                  </a:cubicBezTo>
                  <a:lnTo>
                    <a:pt x="716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81" name="Google Shape;9581;p88"/>
          <p:cNvGrpSpPr/>
          <p:nvPr/>
        </p:nvGrpSpPr>
        <p:grpSpPr>
          <a:xfrm>
            <a:off x="9426426" y="4591840"/>
            <a:ext cx="431999" cy="466320"/>
            <a:chOff x="5697000" y="3648425"/>
            <a:chExt cx="248275" cy="268000"/>
          </a:xfrm>
          <a:solidFill>
            <a:schemeClr val="bg1"/>
          </a:solidFill>
        </p:grpSpPr>
        <p:sp>
          <p:nvSpPr>
            <p:cNvPr id="9582" name="Google Shape;9582;p88"/>
            <p:cNvSpPr/>
            <p:nvPr/>
          </p:nvSpPr>
          <p:spPr>
            <a:xfrm>
              <a:off x="5723175" y="3754400"/>
              <a:ext cx="67900" cy="67900"/>
            </a:xfrm>
            <a:custGeom>
              <a:avLst/>
              <a:gdLst/>
              <a:ahLst/>
              <a:cxnLst/>
              <a:rect l="l" t="t" r="r" b="b"/>
              <a:pathLst>
                <a:path w="2716" h="2716" extrusionOk="0">
                  <a:moveTo>
                    <a:pt x="1358" y="0"/>
                  </a:moveTo>
                  <a:cubicBezTo>
                    <a:pt x="620" y="0"/>
                    <a:pt x="1" y="596"/>
                    <a:pt x="1" y="1358"/>
                  </a:cubicBezTo>
                  <a:cubicBezTo>
                    <a:pt x="1" y="2096"/>
                    <a:pt x="620" y="2715"/>
                    <a:pt x="1358" y="2715"/>
                  </a:cubicBezTo>
                  <a:cubicBezTo>
                    <a:pt x="2120" y="2715"/>
                    <a:pt x="2716" y="2096"/>
                    <a:pt x="2716" y="1358"/>
                  </a:cubicBezTo>
                  <a:cubicBezTo>
                    <a:pt x="2716" y="596"/>
                    <a:pt x="2120" y="0"/>
                    <a:pt x="13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83" name="Google Shape;9583;p88"/>
            <p:cNvSpPr/>
            <p:nvPr/>
          </p:nvSpPr>
          <p:spPr>
            <a:xfrm>
              <a:off x="5697000" y="3754400"/>
              <a:ext cx="164925" cy="162025"/>
            </a:xfrm>
            <a:custGeom>
              <a:avLst/>
              <a:gdLst/>
              <a:ahLst/>
              <a:cxnLst/>
              <a:rect l="l" t="t" r="r" b="b"/>
              <a:pathLst>
                <a:path w="6597" h="6481" extrusionOk="0">
                  <a:moveTo>
                    <a:pt x="5977" y="0"/>
                  </a:moveTo>
                  <a:cubicBezTo>
                    <a:pt x="5620" y="0"/>
                    <a:pt x="5334" y="286"/>
                    <a:pt x="5334" y="620"/>
                  </a:cubicBezTo>
                  <a:lnTo>
                    <a:pt x="5334" y="2501"/>
                  </a:lnTo>
                  <a:lnTo>
                    <a:pt x="4025" y="2501"/>
                  </a:lnTo>
                  <a:cubicBezTo>
                    <a:pt x="3638" y="3054"/>
                    <a:pt x="3026" y="3342"/>
                    <a:pt x="2404" y="3342"/>
                  </a:cubicBezTo>
                  <a:cubicBezTo>
                    <a:pt x="1954" y="3342"/>
                    <a:pt x="1499" y="3192"/>
                    <a:pt x="1119" y="2882"/>
                  </a:cubicBezTo>
                  <a:cubicBezTo>
                    <a:pt x="429" y="3311"/>
                    <a:pt x="0" y="4096"/>
                    <a:pt x="0" y="4906"/>
                  </a:cubicBezTo>
                  <a:lnTo>
                    <a:pt x="0" y="6168"/>
                  </a:lnTo>
                  <a:cubicBezTo>
                    <a:pt x="0" y="6335"/>
                    <a:pt x="143" y="6478"/>
                    <a:pt x="310" y="6478"/>
                  </a:cubicBezTo>
                  <a:lnTo>
                    <a:pt x="4501" y="6478"/>
                  </a:lnTo>
                  <a:cubicBezTo>
                    <a:pt x="4513" y="6480"/>
                    <a:pt x="4525" y="6480"/>
                    <a:pt x="4538" y="6480"/>
                  </a:cubicBezTo>
                  <a:cubicBezTo>
                    <a:pt x="4691" y="6480"/>
                    <a:pt x="4833" y="6345"/>
                    <a:pt x="4811" y="6168"/>
                  </a:cubicBezTo>
                  <a:lnTo>
                    <a:pt x="4811" y="4906"/>
                  </a:lnTo>
                  <a:cubicBezTo>
                    <a:pt x="4811" y="4501"/>
                    <a:pt x="4715" y="4120"/>
                    <a:pt x="4525" y="3763"/>
                  </a:cubicBezTo>
                  <a:lnTo>
                    <a:pt x="5644" y="3763"/>
                  </a:lnTo>
                  <a:cubicBezTo>
                    <a:pt x="6168" y="3763"/>
                    <a:pt x="6597" y="3334"/>
                    <a:pt x="6597" y="2834"/>
                  </a:cubicBezTo>
                  <a:lnTo>
                    <a:pt x="6597" y="620"/>
                  </a:lnTo>
                  <a:cubicBezTo>
                    <a:pt x="6597" y="286"/>
                    <a:pt x="6311" y="0"/>
                    <a:pt x="597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84" name="Google Shape;9584;p88"/>
            <p:cNvSpPr/>
            <p:nvPr/>
          </p:nvSpPr>
          <p:spPr>
            <a:xfrm>
              <a:off x="5897025" y="3704375"/>
              <a:ext cx="6575" cy="16100"/>
            </a:xfrm>
            <a:custGeom>
              <a:avLst/>
              <a:gdLst/>
              <a:ahLst/>
              <a:cxnLst/>
              <a:rect l="l" t="t" r="r" b="b"/>
              <a:pathLst>
                <a:path w="263" h="644" extrusionOk="0">
                  <a:moveTo>
                    <a:pt x="1" y="1"/>
                  </a:moveTo>
                  <a:lnTo>
                    <a:pt x="1" y="644"/>
                  </a:lnTo>
                  <a:cubicBezTo>
                    <a:pt x="120" y="596"/>
                    <a:pt x="191" y="477"/>
                    <a:pt x="215" y="358"/>
                  </a:cubicBezTo>
                  <a:cubicBezTo>
                    <a:pt x="263" y="191"/>
                    <a:pt x="167" y="25"/>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85" name="Google Shape;9585;p88"/>
            <p:cNvSpPr/>
            <p:nvPr/>
          </p:nvSpPr>
          <p:spPr>
            <a:xfrm>
              <a:off x="5885125" y="3681175"/>
              <a:ext cx="4200" cy="11325"/>
            </a:xfrm>
            <a:custGeom>
              <a:avLst/>
              <a:gdLst/>
              <a:ahLst/>
              <a:cxnLst/>
              <a:rect l="l" t="t" r="r" b="b"/>
              <a:pathLst>
                <a:path w="168" h="453" extrusionOk="0">
                  <a:moveTo>
                    <a:pt x="167" y="0"/>
                  </a:moveTo>
                  <a:cubicBezTo>
                    <a:pt x="72" y="24"/>
                    <a:pt x="24" y="119"/>
                    <a:pt x="24" y="191"/>
                  </a:cubicBezTo>
                  <a:cubicBezTo>
                    <a:pt x="0" y="262"/>
                    <a:pt x="24" y="334"/>
                    <a:pt x="72" y="405"/>
                  </a:cubicBezTo>
                  <a:lnTo>
                    <a:pt x="167" y="453"/>
                  </a:lnTo>
                  <a:lnTo>
                    <a:pt x="16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86" name="Google Shape;9586;p88"/>
            <p:cNvSpPr/>
            <p:nvPr/>
          </p:nvSpPr>
          <p:spPr>
            <a:xfrm>
              <a:off x="5823800" y="3648425"/>
              <a:ext cx="121475" cy="104650"/>
            </a:xfrm>
            <a:custGeom>
              <a:avLst/>
              <a:gdLst/>
              <a:ahLst/>
              <a:cxnLst/>
              <a:rect l="l" t="t" r="r" b="b"/>
              <a:pathLst>
                <a:path w="4859" h="4186" extrusionOk="0">
                  <a:moveTo>
                    <a:pt x="2775" y="697"/>
                  </a:moveTo>
                  <a:cubicBezTo>
                    <a:pt x="2852" y="697"/>
                    <a:pt x="2930" y="751"/>
                    <a:pt x="2930" y="858"/>
                  </a:cubicBezTo>
                  <a:lnTo>
                    <a:pt x="2930" y="977"/>
                  </a:lnTo>
                  <a:cubicBezTo>
                    <a:pt x="3073" y="977"/>
                    <a:pt x="3192" y="1048"/>
                    <a:pt x="3287" y="1143"/>
                  </a:cubicBezTo>
                  <a:cubicBezTo>
                    <a:pt x="3378" y="1271"/>
                    <a:pt x="3274" y="1398"/>
                    <a:pt x="3157" y="1398"/>
                  </a:cubicBezTo>
                  <a:cubicBezTo>
                    <a:pt x="3120" y="1398"/>
                    <a:pt x="3083" y="1386"/>
                    <a:pt x="3049" y="1358"/>
                  </a:cubicBezTo>
                  <a:cubicBezTo>
                    <a:pt x="3025" y="1334"/>
                    <a:pt x="2977" y="1310"/>
                    <a:pt x="2930" y="1286"/>
                  </a:cubicBezTo>
                  <a:lnTo>
                    <a:pt x="2930" y="1906"/>
                  </a:lnTo>
                  <a:lnTo>
                    <a:pt x="3025" y="1953"/>
                  </a:lnTo>
                  <a:cubicBezTo>
                    <a:pt x="3335" y="2048"/>
                    <a:pt x="3501" y="2334"/>
                    <a:pt x="3454" y="2644"/>
                  </a:cubicBezTo>
                  <a:cubicBezTo>
                    <a:pt x="3406" y="2930"/>
                    <a:pt x="3192" y="3144"/>
                    <a:pt x="2930" y="3215"/>
                  </a:cubicBezTo>
                  <a:lnTo>
                    <a:pt x="2930" y="3358"/>
                  </a:lnTo>
                  <a:cubicBezTo>
                    <a:pt x="2930" y="3465"/>
                    <a:pt x="2846" y="3519"/>
                    <a:pt x="2766" y="3519"/>
                  </a:cubicBezTo>
                  <a:cubicBezTo>
                    <a:pt x="2686" y="3519"/>
                    <a:pt x="2608" y="3465"/>
                    <a:pt x="2620" y="3358"/>
                  </a:cubicBezTo>
                  <a:lnTo>
                    <a:pt x="2620" y="3215"/>
                  </a:lnTo>
                  <a:cubicBezTo>
                    <a:pt x="2453" y="3215"/>
                    <a:pt x="2287" y="3168"/>
                    <a:pt x="2168" y="3072"/>
                  </a:cubicBezTo>
                  <a:cubicBezTo>
                    <a:pt x="1995" y="2976"/>
                    <a:pt x="2085" y="2771"/>
                    <a:pt x="2227" y="2771"/>
                  </a:cubicBezTo>
                  <a:cubicBezTo>
                    <a:pt x="2261" y="2771"/>
                    <a:pt x="2298" y="2783"/>
                    <a:pt x="2334" y="2810"/>
                  </a:cubicBezTo>
                  <a:cubicBezTo>
                    <a:pt x="2406" y="2858"/>
                    <a:pt x="2501" y="2906"/>
                    <a:pt x="2620" y="2906"/>
                  </a:cubicBezTo>
                  <a:lnTo>
                    <a:pt x="2620" y="2120"/>
                  </a:lnTo>
                  <a:cubicBezTo>
                    <a:pt x="2501" y="2072"/>
                    <a:pt x="2406" y="2025"/>
                    <a:pt x="2334" y="1953"/>
                  </a:cubicBezTo>
                  <a:cubicBezTo>
                    <a:pt x="2191" y="1834"/>
                    <a:pt x="2120" y="1620"/>
                    <a:pt x="2168" y="1453"/>
                  </a:cubicBezTo>
                  <a:cubicBezTo>
                    <a:pt x="2191" y="1239"/>
                    <a:pt x="2358" y="1048"/>
                    <a:pt x="2572" y="977"/>
                  </a:cubicBezTo>
                  <a:lnTo>
                    <a:pt x="2620" y="977"/>
                  </a:lnTo>
                  <a:lnTo>
                    <a:pt x="2620" y="858"/>
                  </a:lnTo>
                  <a:cubicBezTo>
                    <a:pt x="2620" y="751"/>
                    <a:pt x="2697" y="697"/>
                    <a:pt x="2775" y="697"/>
                  </a:cubicBezTo>
                  <a:close/>
                  <a:moveTo>
                    <a:pt x="2787" y="0"/>
                  </a:moveTo>
                  <a:cubicBezTo>
                    <a:pt x="929" y="0"/>
                    <a:pt x="1" y="2239"/>
                    <a:pt x="1310" y="3573"/>
                  </a:cubicBezTo>
                  <a:cubicBezTo>
                    <a:pt x="1733" y="3996"/>
                    <a:pt x="2254" y="4185"/>
                    <a:pt x="2764" y="4185"/>
                  </a:cubicBezTo>
                  <a:cubicBezTo>
                    <a:pt x="3833" y="4185"/>
                    <a:pt x="4859" y="3353"/>
                    <a:pt x="4859" y="2096"/>
                  </a:cubicBezTo>
                  <a:cubicBezTo>
                    <a:pt x="4859" y="929"/>
                    <a:pt x="3930" y="0"/>
                    <a:pt x="27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87" name="Google Shape;9587;p88"/>
          <p:cNvGrpSpPr/>
          <p:nvPr/>
        </p:nvGrpSpPr>
        <p:grpSpPr>
          <a:xfrm>
            <a:off x="8416355" y="4591840"/>
            <a:ext cx="439307" cy="466189"/>
            <a:chOff x="5116500" y="3648425"/>
            <a:chExt cx="252475" cy="267925"/>
          </a:xfrm>
          <a:solidFill>
            <a:schemeClr val="bg1"/>
          </a:solidFill>
        </p:grpSpPr>
        <p:sp>
          <p:nvSpPr>
            <p:cNvPr id="9588" name="Google Shape;9588;p88"/>
            <p:cNvSpPr/>
            <p:nvPr/>
          </p:nvSpPr>
          <p:spPr>
            <a:xfrm>
              <a:off x="5139725" y="3754400"/>
              <a:ext cx="63125" cy="62525"/>
            </a:xfrm>
            <a:custGeom>
              <a:avLst/>
              <a:gdLst/>
              <a:ahLst/>
              <a:cxnLst/>
              <a:rect l="l" t="t" r="r" b="b"/>
              <a:pathLst>
                <a:path w="2525" h="2501" extrusionOk="0">
                  <a:moveTo>
                    <a:pt x="1263" y="0"/>
                  </a:moveTo>
                  <a:cubicBezTo>
                    <a:pt x="572" y="0"/>
                    <a:pt x="1" y="548"/>
                    <a:pt x="1" y="1263"/>
                  </a:cubicBezTo>
                  <a:cubicBezTo>
                    <a:pt x="1" y="1953"/>
                    <a:pt x="572" y="2501"/>
                    <a:pt x="1263" y="2501"/>
                  </a:cubicBezTo>
                  <a:cubicBezTo>
                    <a:pt x="1953" y="2501"/>
                    <a:pt x="2525" y="1953"/>
                    <a:pt x="2525" y="1263"/>
                  </a:cubicBezTo>
                  <a:cubicBezTo>
                    <a:pt x="2525" y="548"/>
                    <a:pt x="1953" y="0"/>
                    <a:pt x="126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89" name="Google Shape;9589;p88"/>
            <p:cNvSpPr/>
            <p:nvPr/>
          </p:nvSpPr>
          <p:spPr>
            <a:xfrm>
              <a:off x="5116500" y="3648425"/>
              <a:ext cx="252475" cy="267925"/>
            </a:xfrm>
            <a:custGeom>
              <a:avLst/>
              <a:gdLst/>
              <a:ahLst/>
              <a:cxnLst/>
              <a:rect l="l" t="t" r="r" b="b"/>
              <a:pathLst>
                <a:path w="10099" h="10717" extrusionOk="0">
                  <a:moveTo>
                    <a:pt x="5812" y="0"/>
                  </a:moveTo>
                  <a:cubicBezTo>
                    <a:pt x="5621" y="0"/>
                    <a:pt x="5478" y="143"/>
                    <a:pt x="5478" y="310"/>
                  </a:cubicBezTo>
                  <a:lnTo>
                    <a:pt x="5478" y="6549"/>
                  </a:lnTo>
                  <a:lnTo>
                    <a:pt x="3764" y="6549"/>
                  </a:lnTo>
                  <a:cubicBezTo>
                    <a:pt x="3406" y="7086"/>
                    <a:pt x="2817" y="7368"/>
                    <a:pt x="2218" y="7368"/>
                  </a:cubicBezTo>
                  <a:cubicBezTo>
                    <a:pt x="1781" y="7368"/>
                    <a:pt x="1339" y="7218"/>
                    <a:pt x="977" y="6907"/>
                  </a:cubicBezTo>
                  <a:cubicBezTo>
                    <a:pt x="358" y="7311"/>
                    <a:pt x="1" y="8002"/>
                    <a:pt x="1" y="8740"/>
                  </a:cubicBezTo>
                  <a:lnTo>
                    <a:pt x="1" y="10407"/>
                  </a:lnTo>
                  <a:cubicBezTo>
                    <a:pt x="1" y="10574"/>
                    <a:pt x="120" y="10717"/>
                    <a:pt x="310" y="10717"/>
                  </a:cubicBezTo>
                  <a:lnTo>
                    <a:pt x="4073" y="10717"/>
                  </a:lnTo>
                  <a:cubicBezTo>
                    <a:pt x="4240" y="10717"/>
                    <a:pt x="4383" y="10574"/>
                    <a:pt x="4359" y="10407"/>
                  </a:cubicBezTo>
                  <a:lnTo>
                    <a:pt x="4359" y="8740"/>
                  </a:lnTo>
                  <a:cubicBezTo>
                    <a:pt x="4359" y="8407"/>
                    <a:pt x="4288" y="8097"/>
                    <a:pt x="4145" y="7788"/>
                  </a:cubicBezTo>
                  <a:lnTo>
                    <a:pt x="6097" y="7788"/>
                  </a:lnTo>
                  <a:cubicBezTo>
                    <a:pt x="6931" y="7788"/>
                    <a:pt x="6931" y="6526"/>
                    <a:pt x="6097" y="6526"/>
                  </a:cubicBezTo>
                  <a:lnTo>
                    <a:pt x="6097" y="3144"/>
                  </a:lnTo>
                  <a:lnTo>
                    <a:pt x="9765" y="3144"/>
                  </a:lnTo>
                  <a:cubicBezTo>
                    <a:pt x="9884" y="3144"/>
                    <a:pt x="9979" y="3072"/>
                    <a:pt x="10027" y="2977"/>
                  </a:cubicBezTo>
                  <a:cubicBezTo>
                    <a:pt x="10098" y="2882"/>
                    <a:pt x="10098" y="2763"/>
                    <a:pt x="10027" y="2668"/>
                  </a:cubicBezTo>
                  <a:lnTo>
                    <a:pt x="9312" y="1572"/>
                  </a:lnTo>
                  <a:lnTo>
                    <a:pt x="10027" y="500"/>
                  </a:lnTo>
                  <a:cubicBezTo>
                    <a:pt x="10098" y="405"/>
                    <a:pt x="10098" y="262"/>
                    <a:pt x="10027" y="167"/>
                  </a:cubicBezTo>
                  <a:cubicBezTo>
                    <a:pt x="9979" y="72"/>
                    <a:pt x="9860" y="0"/>
                    <a:pt x="976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590" name="Google Shape;9590;p88"/>
          <p:cNvGrpSpPr/>
          <p:nvPr/>
        </p:nvGrpSpPr>
        <p:grpSpPr>
          <a:xfrm>
            <a:off x="7392887" y="4592363"/>
            <a:ext cx="470323" cy="466189"/>
            <a:chOff x="4528300" y="3648725"/>
            <a:chExt cx="270300" cy="267925"/>
          </a:xfrm>
          <a:solidFill>
            <a:schemeClr val="bg1"/>
          </a:solidFill>
        </p:grpSpPr>
        <p:sp>
          <p:nvSpPr>
            <p:cNvPr id="9591" name="Google Shape;9591;p88"/>
            <p:cNvSpPr/>
            <p:nvPr/>
          </p:nvSpPr>
          <p:spPr>
            <a:xfrm>
              <a:off x="4574725" y="3655575"/>
              <a:ext cx="60750" cy="64325"/>
            </a:xfrm>
            <a:custGeom>
              <a:avLst/>
              <a:gdLst/>
              <a:ahLst/>
              <a:cxnLst/>
              <a:rect l="l" t="t" r="r" b="b"/>
              <a:pathLst>
                <a:path w="2430" h="2573" extrusionOk="0">
                  <a:moveTo>
                    <a:pt x="1882" y="0"/>
                  </a:moveTo>
                  <a:cubicBezTo>
                    <a:pt x="1168" y="214"/>
                    <a:pt x="548" y="596"/>
                    <a:pt x="1" y="1072"/>
                  </a:cubicBezTo>
                  <a:lnTo>
                    <a:pt x="1501" y="2572"/>
                  </a:lnTo>
                  <a:cubicBezTo>
                    <a:pt x="1763" y="2358"/>
                    <a:pt x="2073" y="2167"/>
                    <a:pt x="2430" y="2048"/>
                  </a:cubicBez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2" name="Google Shape;9592;p88"/>
            <p:cNvSpPr/>
            <p:nvPr/>
          </p:nvSpPr>
          <p:spPr>
            <a:xfrm>
              <a:off x="4583650" y="3716900"/>
              <a:ext cx="147675" cy="105400"/>
            </a:xfrm>
            <a:custGeom>
              <a:avLst/>
              <a:gdLst/>
              <a:ahLst/>
              <a:cxnLst/>
              <a:rect l="l" t="t" r="r" b="b"/>
              <a:pathLst>
                <a:path w="5907" h="4216" extrusionOk="0">
                  <a:moveTo>
                    <a:pt x="3192" y="0"/>
                  </a:moveTo>
                  <a:cubicBezTo>
                    <a:pt x="2978" y="0"/>
                    <a:pt x="2740" y="48"/>
                    <a:pt x="2525" y="95"/>
                  </a:cubicBezTo>
                  <a:cubicBezTo>
                    <a:pt x="715" y="572"/>
                    <a:pt x="1" y="2739"/>
                    <a:pt x="1120" y="4215"/>
                  </a:cubicBezTo>
                  <a:cubicBezTo>
                    <a:pt x="1311" y="3667"/>
                    <a:pt x="1716" y="3215"/>
                    <a:pt x="2239" y="2953"/>
                  </a:cubicBezTo>
                  <a:cubicBezTo>
                    <a:pt x="1978" y="2691"/>
                    <a:pt x="1835" y="2358"/>
                    <a:pt x="1835" y="2000"/>
                  </a:cubicBezTo>
                  <a:cubicBezTo>
                    <a:pt x="1835" y="1215"/>
                    <a:pt x="2467" y="629"/>
                    <a:pt x="3186" y="629"/>
                  </a:cubicBezTo>
                  <a:cubicBezTo>
                    <a:pt x="3360" y="629"/>
                    <a:pt x="3539" y="664"/>
                    <a:pt x="3716" y="738"/>
                  </a:cubicBezTo>
                  <a:cubicBezTo>
                    <a:pt x="4621" y="1095"/>
                    <a:pt x="4859" y="2262"/>
                    <a:pt x="4168" y="2953"/>
                  </a:cubicBezTo>
                  <a:cubicBezTo>
                    <a:pt x="4383" y="3048"/>
                    <a:pt x="4573" y="3191"/>
                    <a:pt x="4740" y="3358"/>
                  </a:cubicBezTo>
                  <a:cubicBezTo>
                    <a:pt x="4978" y="3596"/>
                    <a:pt x="5169" y="3882"/>
                    <a:pt x="5264" y="4215"/>
                  </a:cubicBezTo>
                  <a:cubicBezTo>
                    <a:pt x="5335" y="4120"/>
                    <a:pt x="5407" y="4025"/>
                    <a:pt x="5454" y="3929"/>
                  </a:cubicBezTo>
                  <a:cubicBezTo>
                    <a:pt x="5812" y="3334"/>
                    <a:pt x="5907" y="2620"/>
                    <a:pt x="5716" y="1953"/>
                  </a:cubicBezTo>
                  <a:cubicBezTo>
                    <a:pt x="5431" y="810"/>
                    <a:pt x="4383" y="0"/>
                    <a:pt x="319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3" name="Google Shape;9593;p88"/>
            <p:cNvSpPr/>
            <p:nvPr/>
          </p:nvSpPr>
          <p:spPr>
            <a:xfrm>
              <a:off x="4726550" y="3693675"/>
              <a:ext cx="64325" cy="60150"/>
            </a:xfrm>
            <a:custGeom>
              <a:avLst/>
              <a:gdLst/>
              <a:ahLst/>
              <a:cxnLst/>
              <a:rect l="l" t="t" r="r" b="b"/>
              <a:pathLst>
                <a:path w="2573" h="2406" extrusionOk="0">
                  <a:moveTo>
                    <a:pt x="1501" y="0"/>
                  </a:moveTo>
                  <a:lnTo>
                    <a:pt x="0" y="1477"/>
                  </a:lnTo>
                  <a:cubicBezTo>
                    <a:pt x="239" y="1763"/>
                    <a:pt x="405" y="2072"/>
                    <a:pt x="524" y="2406"/>
                  </a:cubicBezTo>
                  <a:lnTo>
                    <a:pt x="2572" y="1858"/>
                  </a:lnTo>
                  <a:cubicBezTo>
                    <a:pt x="2334" y="1167"/>
                    <a:pt x="1977" y="548"/>
                    <a:pt x="15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4" name="Google Shape;9594;p88"/>
            <p:cNvSpPr/>
            <p:nvPr/>
          </p:nvSpPr>
          <p:spPr>
            <a:xfrm>
              <a:off x="4743825" y="3755575"/>
              <a:ext cx="54775" cy="54225"/>
            </a:xfrm>
            <a:custGeom>
              <a:avLst/>
              <a:gdLst/>
              <a:ahLst/>
              <a:cxnLst/>
              <a:rect l="l" t="t" r="r" b="b"/>
              <a:pathLst>
                <a:path w="2191" h="2169" extrusionOk="0">
                  <a:moveTo>
                    <a:pt x="2048" y="1"/>
                  </a:moveTo>
                  <a:lnTo>
                    <a:pt x="0" y="549"/>
                  </a:lnTo>
                  <a:cubicBezTo>
                    <a:pt x="48" y="906"/>
                    <a:pt x="48" y="1263"/>
                    <a:pt x="0" y="1620"/>
                  </a:cubicBezTo>
                  <a:lnTo>
                    <a:pt x="2048" y="2168"/>
                  </a:lnTo>
                  <a:cubicBezTo>
                    <a:pt x="2191" y="1454"/>
                    <a:pt x="2191" y="715"/>
                    <a:pt x="2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5" name="Google Shape;9595;p88"/>
            <p:cNvSpPr/>
            <p:nvPr/>
          </p:nvSpPr>
          <p:spPr>
            <a:xfrm>
              <a:off x="4645575" y="3748450"/>
              <a:ext cx="36350" cy="36925"/>
            </a:xfrm>
            <a:custGeom>
              <a:avLst/>
              <a:gdLst/>
              <a:ahLst/>
              <a:cxnLst/>
              <a:rect l="l" t="t" r="r" b="b"/>
              <a:pathLst>
                <a:path w="1454" h="1477" extrusionOk="0">
                  <a:moveTo>
                    <a:pt x="715" y="0"/>
                  </a:moveTo>
                  <a:cubicBezTo>
                    <a:pt x="310" y="0"/>
                    <a:pt x="1" y="334"/>
                    <a:pt x="1" y="738"/>
                  </a:cubicBezTo>
                  <a:cubicBezTo>
                    <a:pt x="1" y="1143"/>
                    <a:pt x="310" y="1477"/>
                    <a:pt x="715" y="1477"/>
                  </a:cubicBezTo>
                  <a:cubicBezTo>
                    <a:pt x="1120" y="1477"/>
                    <a:pt x="1453" y="1143"/>
                    <a:pt x="1453" y="738"/>
                  </a:cubicBezTo>
                  <a:cubicBezTo>
                    <a:pt x="1453" y="334"/>
                    <a:pt x="1120" y="0"/>
                    <a:pt x="7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6" name="Google Shape;9596;p88"/>
            <p:cNvSpPr/>
            <p:nvPr/>
          </p:nvSpPr>
          <p:spPr>
            <a:xfrm>
              <a:off x="4692025" y="3845475"/>
              <a:ext cx="60750" cy="64325"/>
            </a:xfrm>
            <a:custGeom>
              <a:avLst/>
              <a:gdLst/>
              <a:ahLst/>
              <a:cxnLst/>
              <a:rect l="l" t="t" r="r" b="b"/>
              <a:pathLst>
                <a:path w="2430" h="2573" extrusionOk="0">
                  <a:moveTo>
                    <a:pt x="929" y="1"/>
                  </a:moveTo>
                  <a:cubicBezTo>
                    <a:pt x="643" y="215"/>
                    <a:pt x="334" y="406"/>
                    <a:pt x="0" y="525"/>
                  </a:cubicBezTo>
                  <a:lnTo>
                    <a:pt x="548" y="2573"/>
                  </a:lnTo>
                  <a:cubicBezTo>
                    <a:pt x="1239" y="2335"/>
                    <a:pt x="1882" y="1978"/>
                    <a:pt x="2429" y="1477"/>
                  </a:cubicBezTo>
                  <a:lnTo>
                    <a:pt x="9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7" name="Google Shape;9597;p88"/>
            <p:cNvSpPr/>
            <p:nvPr/>
          </p:nvSpPr>
          <p:spPr>
            <a:xfrm>
              <a:off x="4624750" y="3800975"/>
              <a:ext cx="78000" cy="47150"/>
            </a:xfrm>
            <a:custGeom>
              <a:avLst/>
              <a:gdLst/>
              <a:ahLst/>
              <a:cxnLst/>
              <a:rect l="l" t="t" r="r" b="b"/>
              <a:pathLst>
                <a:path w="3120" h="1886" extrusionOk="0">
                  <a:moveTo>
                    <a:pt x="1560" y="1"/>
                  </a:moveTo>
                  <a:cubicBezTo>
                    <a:pt x="840" y="1"/>
                    <a:pt x="119" y="459"/>
                    <a:pt x="0" y="1376"/>
                  </a:cubicBezTo>
                  <a:cubicBezTo>
                    <a:pt x="72" y="1424"/>
                    <a:pt x="167" y="1471"/>
                    <a:pt x="238" y="1543"/>
                  </a:cubicBezTo>
                  <a:cubicBezTo>
                    <a:pt x="658" y="1769"/>
                    <a:pt x="1120" y="1885"/>
                    <a:pt x="1583" y="1885"/>
                  </a:cubicBezTo>
                  <a:cubicBezTo>
                    <a:pt x="1803" y="1885"/>
                    <a:pt x="2023" y="1859"/>
                    <a:pt x="2239" y="1805"/>
                  </a:cubicBezTo>
                  <a:cubicBezTo>
                    <a:pt x="2548" y="1709"/>
                    <a:pt x="2858" y="1567"/>
                    <a:pt x="3120" y="1376"/>
                  </a:cubicBezTo>
                  <a:cubicBezTo>
                    <a:pt x="3001" y="459"/>
                    <a:pt x="2280" y="1"/>
                    <a:pt x="156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8" name="Google Shape;9598;p88"/>
            <p:cNvSpPr/>
            <p:nvPr/>
          </p:nvSpPr>
          <p:spPr>
            <a:xfrm>
              <a:off x="4536625" y="3810950"/>
              <a:ext cx="64325" cy="60750"/>
            </a:xfrm>
            <a:custGeom>
              <a:avLst/>
              <a:gdLst/>
              <a:ahLst/>
              <a:cxnLst/>
              <a:rect l="l" t="t" r="r" b="b"/>
              <a:pathLst>
                <a:path w="2573" h="2430" extrusionOk="0">
                  <a:moveTo>
                    <a:pt x="2025" y="1"/>
                  </a:moveTo>
                  <a:cubicBezTo>
                    <a:pt x="2026" y="3"/>
                    <a:pt x="2026" y="5"/>
                    <a:pt x="2027" y="6"/>
                  </a:cubicBezTo>
                  <a:lnTo>
                    <a:pt x="2027" y="6"/>
                  </a:lnTo>
                  <a:lnTo>
                    <a:pt x="2049" y="1"/>
                  </a:lnTo>
                  <a:close/>
                  <a:moveTo>
                    <a:pt x="2027" y="6"/>
                  </a:moveTo>
                  <a:lnTo>
                    <a:pt x="1" y="548"/>
                  </a:lnTo>
                  <a:cubicBezTo>
                    <a:pt x="215" y="1239"/>
                    <a:pt x="596" y="1882"/>
                    <a:pt x="1072" y="2430"/>
                  </a:cubicBezTo>
                  <a:lnTo>
                    <a:pt x="2573" y="929"/>
                  </a:lnTo>
                  <a:cubicBezTo>
                    <a:pt x="2336" y="669"/>
                    <a:pt x="2170" y="338"/>
                    <a:pt x="2027" y="6"/>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599" name="Google Shape;9599;p88"/>
            <p:cNvSpPr/>
            <p:nvPr/>
          </p:nvSpPr>
          <p:spPr>
            <a:xfrm>
              <a:off x="4636650" y="3862750"/>
              <a:ext cx="53600" cy="53900"/>
            </a:xfrm>
            <a:custGeom>
              <a:avLst/>
              <a:gdLst/>
              <a:ahLst/>
              <a:cxnLst/>
              <a:rect l="l" t="t" r="r" b="b"/>
              <a:pathLst>
                <a:path w="2144" h="2156" extrusionOk="0">
                  <a:moveTo>
                    <a:pt x="548" y="1"/>
                  </a:moveTo>
                  <a:lnTo>
                    <a:pt x="0" y="2049"/>
                  </a:lnTo>
                  <a:cubicBezTo>
                    <a:pt x="346" y="2120"/>
                    <a:pt x="703" y="2156"/>
                    <a:pt x="1063" y="2156"/>
                  </a:cubicBezTo>
                  <a:cubicBezTo>
                    <a:pt x="1423" y="2156"/>
                    <a:pt x="1787" y="2120"/>
                    <a:pt x="2144" y="2049"/>
                  </a:cubicBezTo>
                  <a:lnTo>
                    <a:pt x="1620" y="1"/>
                  </a:lnTo>
                  <a:cubicBezTo>
                    <a:pt x="1429" y="24"/>
                    <a:pt x="1263" y="24"/>
                    <a:pt x="1072" y="48"/>
                  </a:cubicBezTo>
                  <a:cubicBezTo>
                    <a:pt x="905" y="48"/>
                    <a:pt x="715" y="24"/>
                    <a:pt x="5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0" name="Google Shape;9600;p88"/>
            <p:cNvSpPr/>
            <p:nvPr/>
          </p:nvSpPr>
          <p:spPr>
            <a:xfrm>
              <a:off x="4692025" y="3655575"/>
              <a:ext cx="60150" cy="64325"/>
            </a:xfrm>
            <a:custGeom>
              <a:avLst/>
              <a:gdLst/>
              <a:ahLst/>
              <a:cxnLst/>
              <a:rect l="l" t="t" r="r" b="b"/>
              <a:pathLst>
                <a:path w="2406" h="2573" extrusionOk="0">
                  <a:moveTo>
                    <a:pt x="548" y="0"/>
                  </a:moveTo>
                  <a:lnTo>
                    <a:pt x="0" y="2048"/>
                  </a:lnTo>
                  <a:cubicBezTo>
                    <a:pt x="167" y="2096"/>
                    <a:pt x="334" y="2191"/>
                    <a:pt x="476" y="2263"/>
                  </a:cubicBezTo>
                  <a:cubicBezTo>
                    <a:pt x="643" y="2358"/>
                    <a:pt x="786" y="2453"/>
                    <a:pt x="929" y="2572"/>
                  </a:cubicBezTo>
                  <a:lnTo>
                    <a:pt x="2405" y="1072"/>
                  </a:lnTo>
                  <a:cubicBezTo>
                    <a:pt x="1858" y="596"/>
                    <a:pt x="1239" y="238"/>
                    <a:pt x="54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1" name="Google Shape;9601;p88"/>
            <p:cNvSpPr/>
            <p:nvPr/>
          </p:nvSpPr>
          <p:spPr>
            <a:xfrm>
              <a:off x="4726550" y="3810950"/>
              <a:ext cx="64325" cy="60150"/>
            </a:xfrm>
            <a:custGeom>
              <a:avLst/>
              <a:gdLst/>
              <a:ahLst/>
              <a:cxnLst/>
              <a:rect l="l" t="t" r="r" b="b"/>
              <a:pathLst>
                <a:path w="2573" h="2406" extrusionOk="0">
                  <a:moveTo>
                    <a:pt x="524" y="1"/>
                  </a:moveTo>
                  <a:cubicBezTo>
                    <a:pt x="453" y="167"/>
                    <a:pt x="381" y="334"/>
                    <a:pt x="286" y="477"/>
                  </a:cubicBezTo>
                  <a:cubicBezTo>
                    <a:pt x="215" y="644"/>
                    <a:pt x="96" y="787"/>
                    <a:pt x="0" y="929"/>
                  </a:cubicBezTo>
                  <a:lnTo>
                    <a:pt x="1477" y="2406"/>
                  </a:lnTo>
                  <a:cubicBezTo>
                    <a:pt x="1953" y="1858"/>
                    <a:pt x="2334" y="1239"/>
                    <a:pt x="2572" y="548"/>
                  </a:cubicBezTo>
                  <a:lnTo>
                    <a:pt x="5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2" name="Google Shape;9602;p88"/>
            <p:cNvSpPr/>
            <p:nvPr/>
          </p:nvSpPr>
          <p:spPr>
            <a:xfrm>
              <a:off x="4574725" y="3845475"/>
              <a:ext cx="60750" cy="64325"/>
            </a:xfrm>
            <a:custGeom>
              <a:avLst/>
              <a:gdLst/>
              <a:ahLst/>
              <a:cxnLst/>
              <a:rect l="l" t="t" r="r" b="b"/>
              <a:pathLst>
                <a:path w="2430" h="2573" extrusionOk="0">
                  <a:moveTo>
                    <a:pt x="1501" y="1"/>
                  </a:moveTo>
                  <a:lnTo>
                    <a:pt x="1" y="1477"/>
                  </a:lnTo>
                  <a:cubicBezTo>
                    <a:pt x="286" y="1716"/>
                    <a:pt x="572" y="1930"/>
                    <a:pt x="906" y="2120"/>
                  </a:cubicBezTo>
                  <a:cubicBezTo>
                    <a:pt x="1215" y="2287"/>
                    <a:pt x="1549" y="2454"/>
                    <a:pt x="1882" y="2573"/>
                  </a:cubicBezTo>
                  <a:lnTo>
                    <a:pt x="2430" y="525"/>
                  </a:lnTo>
                  <a:cubicBezTo>
                    <a:pt x="2239" y="453"/>
                    <a:pt x="2096" y="382"/>
                    <a:pt x="1930" y="287"/>
                  </a:cubicBezTo>
                  <a:cubicBezTo>
                    <a:pt x="1787" y="191"/>
                    <a:pt x="1644" y="96"/>
                    <a:pt x="15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3" name="Google Shape;9603;p88"/>
            <p:cNvSpPr/>
            <p:nvPr/>
          </p:nvSpPr>
          <p:spPr>
            <a:xfrm>
              <a:off x="4636650" y="3648725"/>
              <a:ext cx="54200" cy="53900"/>
            </a:xfrm>
            <a:custGeom>
              <a:avLst/>
              <a:gdLst/>
              <a:ahLst/>
              <a:cxnLst/>
              <a:rect l="l" t="t" r="r" b="b"/>
              <a:pathLst>
                <a:path w="2168" h="2156" extrusionOk="0">
                  <a:moveTo>
                    <a:pt x="1084" y="0"/>
                  </a:moveTo>
                  <a:cubicBezTo>
                    <a:pt x="721" y="0"/>
                    <a:pt x="358" y="36"/>
                    <a:pt x="0" y="107"/>
                  </a:cubicBezTo>
                  <a:lnTo>
                    <a:pt x="548" y="2155"/>
                  </a:lnTo>
                  <a:cubicBezTo>
                    <a:pt x="727" y="2120"/>
                    <a:pt x="905" y="2102"/>
                    <a:pt x="1084" y="2102"/>
                  </a:cubicBezTo>
                  <a:cubicBezTo>
                    <a:pt x="1263" y="2102"/>
                    <a:pt x="1441" y="2120"/>
                    <a:pt x="1620" y="2155"/>
                  </a:cubicBezTo>
                  <a:lnTo>
                    <a:pt x="2168" y="107"/>
                  </a:lnTo>
                  <a:cubicBezTo>
                    <a:pt x="1810" y="36"/>
                    <a:pt x="1447" y="0"/>
                    <a:pt x="10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4" name="Google Shape;9604;p88"/>
            <p:cNvSpPr/>
            <p:nvPr/>
          </p:nvSpPr>
          <p:spPr>
            <a:xfrm>
              <a:off x="4536625" y="3693675"/>
              <a:ext cx="64325" cy="60150"/>
            </a:xfrm>
            <a:custGeom>
              <a:avLst/>
              <a:gdLst/>
              <a:ahLst/>
              <a:cxnLst/>
              <a:rect l="l" t="t" r="r" b="b"/>
              <a:pathLst>
                <a:path w="2573" h="2406" extrusionOk="0">
                  <a:moveTo>
                    <a:pt x="1072" y="0"/>
                  </a:moveTo>
                  <a:cubicBezTo>
                    <a:pt x="834" y="286"/>
                    <a:pt x="620" y="572"/>
                    <a:pt x="453" y="905"/>
                  </a:cubicBezTo>
                  <a:cubicBezTo>
                    <a:pt x="263" y="1215"/>
                    <a:pt x="120" y="1548"/>
                    <a:pt x="1" y="1882"/>
                  </a:cubicBezTo>
                  <a:lnTo>
                    <a:pt x="2049" y="2406"/>
                  </a:lnTo>
                  <a:cubicBezTo>
                    <a:pt x="2096" y="2239"/>
                    <a:pt x="2192" y="2096"/>
                    <a:pt x="2263" y="1929"/>
                  </a:cubicBezTo>
                  <a:cubicBezTo>
                    <a:pt x="2358" y="1786"/>
                    <a:pt x="2453" y="1643"/>
                    <a:pt x="2573" y="1501"/>
                  </a:cubicBezTo>
                  <a:lnTo>
                    <a:pt x="10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5" name="Google Shape;9605;p88"/>
            <p:cNvSpPr/>
            <p:nvPr/>
          </p:nvSpPr>
          <p:spPr>
            <a:xfrm>
              <a:off x="4528300" y="3755575"/>
              <a:ext cx="55375" cy="54225"/>
            </a:xfrm>
            <a:custGeom>
              <a:avLst/>
              <a:gdLst/>
              <a:ahLst/>
              <a:cxnLst/>
              <a:rect l="l" t="t" r="r" b="b"/>
              <a:pathLst>
                <a:path w="2215" h="2169" extrusionOk="0">
                  <a:moveTo>
                    <a:pt x="167" y="1"/>
                  </a:moveTo>
                  <a:cubicBezTo>
                    <a:pt x="0" y="715"/>
                    <a:pt x="0" y="1454"/>
                    <a:pt x="167" y="2168"/>
                  </a:cubicBezTo>
                  <a:lnTo>
                    <a:pt x="2215" y="1620"/>
                  </a:lnTo>
                  <a:cubicBezTo>
                    <a:pt x="2167" y="1263"/>
                    <a:pt x="2167" y="906"/>
                    <a:pt x="2215" y="549"/>
                  </a:cubicBezTo>
                  <a:lnTo>
                    <a:pt x="16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06" name="Google Shape;9606;p88"/>
          <p:cNvGrpSpPr/>
          <p:nvPr/>
        </p:nvGrpSpPr>
        <p:grpSpPr>
          <a:xfrm>
            <a:off x="6449156" y="4591840"/>
            <a:ext cx="340865" cy="467320"/>
            <a:chOff x="3985925" y="3648425"/>
            <a:chExt cx="195900" cy="268575"/>
          </a:xfrm>
          <a:solidFill>
            <a:schemeClr val="bg1"/>
          </a:solidFill>
        </p:grpSpPr>
        <p:sp>
          <p:nvSpPr>
            <p:cNvPr id="9607" name="Google Shape;9607;p88"/>
            <p:cNvSpPr/>
            <p:nvPr/>
          </p:nvSpPr>
          <p:spPr>
            <a:xfrm>
              <a:off x="4056175" y="3648425"/>
              <a:ext cx="57775" cy="57775"/>
            </a:xfrm>
            <a:custGeom>
              <a:avLst/>
              <a:gdLst/>
              <a:ahLst/>
              <a:cxnLst/>
              <a:rect l="l" t="t" r="r" b="b"/>
              <a:pathLst>
                <a:path w="2311" h="2311" extrusionOk="0">
                  <a:moveTo>
                    <a:pt x="1143" y="0"/>
                  </a:moveTo>
                  <a:cubicBezTo>
                    <a:pt x="500" y="0"/>
                    <a:pt x="0" y="524"/>
                    <a:pt x="0" y="1167"/>
                  </a:cubicBezTo>
                  <a:cubicBezTo>
                    <a:pt x="0" y="1786"/>
                    <a:pt x="500" y="2310"/>
                    <a:pt x="1143" y="2310"/>
                  </a:cubicBezTo>
                  <a:cubicBezTo>
                    <a:pt x="1786" y="2310"/>
                    <a:pt x="2310" y="1786"/>
                    <a:pt x="2310" y="1167"/>
                  </a:cubicBezTo>
                  <a:cubicBezTo>
                    <a:pt x="2310" y="524"/>
                    <a:pt x="1786" y="0"/>
                    <a:pt x="11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8" name="Google Shape;9608;p88"/>
            <p:cNvSpPr/>
            <p:nvPr/>
          </p:nvSpPr>
          <p:spPr>
            <a:xfrm>
              <a:off x="3985925" y="3703575"/>
              <a:ext cx="195900" cy="88950"/>
            </a:xfrm>
            <a:custGeom>
              <a:avLst/>
              <a:gdLst/>
              <a:ahLst/>
              <a:cxnLst/>
              <a:rect l="l" t="t" r="r" b="b"/>
              <a:pathLst>
                <a:path w="7836" h="3558" extrusionOk="0">
                  <a:moveTo>
                    <a:pt x="1637" y="1"/>
                  </a:moveTo>
                  <a:cubicBezTo>
                    <a:pt x="1594" y="1"/>
                    <a:pt x="1548" y="11"/>
                    <a:pt x="1501" y="33"/>
                  </a:cubicBezTo>
                  <a:lnTo>
                    <a:pt x="667" y="462"/>
                  </a:lnTo>
                  <a:cubicBezTo>
                    <a:pt x="572" y="509"/>
                    <a:pt x="500" y="604"/>
                    <a:pt x="500" y="724"/>
                  </a:cubicBezTo>
                  <a:lnTo>
                    <a:pt x="500" y="2295"/>
                  </a:lnTo>
                  <a:lnTo>
                    <a:pt x="405" y="2295"/>
                  </a:lnTo>
                  <a:cubicBezTo>
                    <a:pt x="143" y="2295"/>
                    <a:pt x="0" y="2581"/>
                    <a:pt x="143" y="2795"/>
                  </a:cubicBezTo>
                  <a:lnTo>
                    <a:pt x="548" y="3415"/>
                  </a:lnTo>
                  <a:cubicBezTo>
                    <a:pt x="596" y="3510"/>
                    <a:pt x="715" y="3557"/>
                    <a:pt x="810" y="3557"/>
                  </a:cubicBezTo>
                  <a:lnTo>
                    <a:pt x="7097" y="3557"/>
                  </a:lnTo>
                  <a:cubicBezTo>
                    <a:pt x="7192" y="3557"/>
                    <a:pt x="7287" y="3510"/>
                    <a:pt x="7359" y="3415"/>
                  </a:cubicBezTo>
                  <a:lnTo>
                    <a:pt x="7764" y="2795"/>
                  </a:lnTo>
                  <a:cubicBezTo>
                    <a:pt x="7835" y="2700"/>
                    <a:pt x="7835" y="2557"/>
                    <a:pt x="7764" y="2462"/>
                  </a:cubicBezTo>
                  <a:lnTo>
                    <a:pt x="7788" y="2462"/>
                  </a:lnTo>
                  <a:cubicBezTo>
                    <a:pt x="7740" y="2367"/>
                    <a:pt x="7621" y="2295"/>
                    <a:pt x="7526" y="2295"/>
                  </a:cubicBezTo>
                  <a:lnTo>
                    <a:pt x="7406" y="2295"/>
                  </a:lnTo>
                  <a:lnTo>
                    <a:pt x="7406" y="724"/>
                  </a:lnTo>
                  <a:cubicBezTo>
                    <a:pt x="7406" y="604"/>
                    <a:pt x="7335" y="509"/>
                    <a:pt x="7240" y="462"/>
                  </a:cubicBezTo>
                  <a:lnTo>
                    <a:pt x="6406" y="33"/>
                  </a:lnTo>
                  <a:cubicBezTo>
                    <a:pt x="6363" y="16"/>
                    <a:pt x="6321" y="8"/>
                    <a:pt x="6281" y="8"/>
                  </a:cubicBezTo>
                  <a:cubicBezTo>
                    <a:pt x="5994" y="8"/>
                    <a:pt x="5828" y="416"/>
                    <a:pt x="6121" y="604"/>
                  </a:cubicBezTo>
                  <a:lnTo>
                    <a:pt x="6787" y="938"/>
                  </a:lnTo>
                  <a:lnTo>
                    <a:pt x="6787" y="2295"/>
                  </a:lnTo>
                  <a:lnTo>
                    <a:pt x="1119" y="2295"/>
                  </a:lnTo>
                  <a:lnTo>
                    <a:pt x="1119" y="938"/>
                  </a:lnTo>
                  <a:lnTo>
                    <a:pt x="1786" y="604"/>
                  </a:lnTo>
                  <a:cubicBezTo>
                    <a:pt x="2075" y="419"/>
                    <a:pt x="1917" y="1"/>
                    <a:pt x="163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09" name="Google Shape;9609;p88"/>
            <p:cNvSpPr/>
            <p:nvPr/>
          </p:nvSpPr>
          <p:spPr>
            <a:xfrm>
              <a:off x="4066875" y="3839525"/>
              <a:ext cx="35750" cy="37550"/>
            </a:xfrm>
            <a:custGeom>
              <a:avLst/>
              <a:gdLst/>
              <a:ahLst/>
              <a:cxnLst/>
              <a:rect l="l" t="t" r="r" b="b"/>
              <a:pathLst>
                <a:path w="1430" h="1502" extrusionOk="0">
                  <a:moveTo>
                    <a:pt x="1" y="1"/>
                  </a:moveTo>
                  <a:lnTo>
                    <a:pt x="215" y="1501"/>
                  </a:lnTo>
                  <a:lnTo>
                    <a:pt x="1239" y="1501"/>
                  </a:lnTo>
                  <a:lnTo>
                    <a:pt x="14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0" name="Google Shape;9610;p88"/>
            <p:cNvSpPr/>
            <p:nvPr/>
          </p:nvSpPr>
          <p:spPr>
            <a:xfrm>
              <a:off x="3989850" y="3808575"/>
              <a:ext cx="188400" cy="108425"/>
            </a:xfrm>
            <a:custGeom>
              <a:avLst/>
              <a:gdLst/>
              <a:ahLst/>
              <a:cxnLst/>
              <a:rect l="l" t="t" r="r" b="b"/>
              <a:pathLst>
                <a:path w="7536" h="4337" extrusionOk="0">
                  <a:moveTo>
                    <a:pt x="4868" y="620"/>
                  </a:moveTo>
                  <a:cubicBezTo>
                    <a:pt x="4939" y="620"/>
                    <a:pt x="5035" y="643"/>
                    <a:pt x="5106" y="715"/>
                  </a:cubicBezTo>
                  <a:cubicBezTo>
                    <a:pt x="5154" y="786"/>
                    <a:pt x="5178" y="882"/>
                    <a:pt x="5178" y="977"/>
                  </a:cubicBezTo>
                  <a:lnTo>
                    <a:pt x="4892" y="3096"/>
                  </a:lnTo>
                  <a:cubicBezTo>
                    <a:pt x="4868" y="3263"/>
                    <a:pt x="4725" y="3382"/>
                    <a:pt x="4582" y="3382"/>
                  </a:cubicBezTo>
                  <a:lnTo>
                    <a:pt x="3011" y="3382"/>
                  </a:lnTo>
                  <a:cubicBezTo>
                    <a:pt x="2844" y="3358"/>
                    <a:pt x="2725" y="3263"/>
                    <a:pt x="2701" y="3096"/>
                  </a:cubicBezTo>
                  <a:lnTo>
                    <a:pt x="2415" y="977"/>
                  </a:lnTo>
                  <a:cubicBezTo>
                    <a:pt x="2391" y="882"/>
                    <a:pt x="2415" y="786"/>
                    <a:pt x="2487" y="715"/>
                  </a:cubicBezTo>
                  <a:cubicBezTo>
                    <a:pt x="2534" y="643"/>
                    <a:pt x="2629" y="620"/>
                    <a:pt x="2725" y="620"/>
                  </a:cubicBezTo>
                  <a:close/>
                  <a:moveTo>
                    <a:pt x="1058" y="0"/>
                  </a:moveTo>
                  <a:lnTo>
                    <a:pt x="1558" y="3715"/>
                  </a:lnTo>
                  <a:lnTo>
                    <a:pt x="462" y="3715"/>
                  </a:lnTo>
                  <a:cubicBezTo>
                    <a:pt x="447" y="3714"/>
                    <a:pt x="432" y="3713"/>
                    <a:pt x="418" y="3713"/>
                  </a:cubicBezTo>
                  <a:cubicBezTo>
                    <a:pt x="1" y="3713"/>
                    <a:pt x="1" y="4337"/>
                    <a:pt x="418" y="4337"/>
                  </a:cubicBezTo>
                  <a:cubicBezTo>
                    <a:pt x="432" y="4337"/>
                    <a:pt x="447" y="4336"/>
                    <a:pt x="462" y="4335"/>
                  </a:cubicBezTo>
                  <a:lnTo>
                    <a:pt x="7154" y="4335"/>
                  </a:lnTo>
                  <a:cubicBezTo>
                    <a:pt x="7535" y="4287"/>
                    <a:pt x="7535" y="3739"/>
                    <a:pt x="7154" y="3715"/>
                  </a:cubicBezTo>
                  <a:lnTo>
                    <a:pt x="7154" y="3692"/>
                  </a:lnTo>
                  <a:lnTo>
                    <a:pt x="6035" y="3692"/>
                  </a:lnTo>
                  <a:lnTo>
                    <a:pt x="65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1" name="Google Shape;9611;p88"/>
            <p:cNvSpPr/>
            <p:nvPr/>
          </p:nvSpPr>
          <p:spPr>
            <a:xfrm>
              <a:off x="4030575" y="3709750"/>
              <a:ext cx="108375" cy="35750"/>
            </a:xfrm>
            <a:custGeom>
              <a:avLst/>
              <a:gdLst/>
              <a:ahLst/>
              <a:cxnLst/>
              <a:rect l="l" t="t" r="r" b="b"/>
              <a:pathLst>
                <a:path w="4335" h="1430" extrusionOk="0">
                  <a:moveTo>
                    <a:pt x="953" y="0"/>
                  </a:moveTo>
                  <a:cubicBezTo>
                    <a:pt x="477" y="334"/>
                    <a:pt x="119" y="834"/>
                    <a:pt x="0" y="1429"/>
                  </a:cubicBezTo>
                  <a:lnTo>
                    <a:pt x="4335" y="1429"/>
                  </a:lnTo>
                  <a:cubicBezTo>
                    <a:pt x="4215" y="858"/>
                    <a:pt x="3882" y="334"/>
                    <a:pt x="3382" y="0"/>
                  </a:cubicBezTo>
                  <a:cubicBezTo>
                    <a:pt x="3037" y="322"/>
                    <a:pt x="2602" y="483"/>
                    <a:pt x="2167" y="483"/>
                  </a:cubicBezTo>
                  <a:cubicBezTo>
                    <a:pt x="1733" y="483"/>
                    <a:pt x="1298" y="322"/>
                    <a:pt x="95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12" name="Google Shape;9612;p88"/>
          <p:cNvGrpSpPr/>
          <p:nvPr/>
        </p:nvGrpSpPr>
        <p:grpSpPr>
          <a:xfrm>
            <a:off x="5382143" y="4591840"/>
            <a:ext cx="465101" cy="466320"/>
            <a:chOff x="3372700" y="3648425"/>
            <a:chExt cx="267300" cy="268000"/>
          </a:xfrm>
          <a:solidFill>
            <a:schemeClr val="bg1"/>
          </a:solidFill>
        </p:grpSpPr>
        <p:sp>
          <p:nvSpPr>
            <p:cNvPr id="9613" name="Google Shape;9613;p88"/>
            <p:cNvSpPr/>
            <p:nvPr/>
          </p:nvSpPr>
          <p:spPr>
            <a:xfrm>
              <a:off x="3479850" y="3648425"/>
              <a:ext cx="52425" cy="52425"/>
            </a:xfrm>
            <a:custGeom>
              <a:avLst/>
              <a:gdLst/>
              <a:ahLst/>
              <a:cxnLst/>
              <a:rect l="l" t="t" r="r" b="b"/>
              <a:pathLst>
                <a:path w="2097" h="2097" extrusionOk="0">
                  <a:moveTo>
                    <a:pt x="1049" y="0"/>
                  </a:moveTo>
                  <a:cubicBezTo>
                    <a:pt x="477" y="0"/>
                    <a:pt x="1" y="477"/>
                    <a:pt x="1" y="1048"/>
                  </a:cubicBezTo>
                  <a:cubicBezTo>
                    <a:pt x="1" y="1644"/>
                    <a:pt x="477" y="2096"/>
                    <a:pt x="1049" y="2096"/>
                  </a:cubicBezTo>
                  <a:cubicBezTo>
                    <a:pt x="1620" y="2096"/>
                    <a:pt x="2097" y="1644"/>
                    <a:pt x="2097" y="1048"/>
                  </a:cubicBezTo>
                  <a:cubicBezTo>
                    <a:pt x="2097" y="477"/>
                    <a:pt x="1620" y="0"/>
                    <a:pt x="10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4" name="Google Shape;9614;p88"/>
            <p:cNvSpPr/>
            <p:nvPr/>
          </p:nvSpPr>
          <p:spPr>
            <a:xfrm>
              <a:off x="3456650" y="3704975"/>
              <a:ext cx="98250" cy="32775"/>
            </a:xfrm>
            <a:custGeom>
              <a:avLst/>
              <a:gdLst/>
              <a:ahLst/>
              <a:cxnLst/>
              <a:rect l="l" t="t" r="r" b="b"/>
              <a:pathLst>
                <a:path w="3930" h="1311" extrusionOk="0">
                  <a:moveTo>
                    <a:pt x="810" y="1"/>
                  </a:moveTo>
                  <a:cubicBezTo>
                    <a:pt x="381" y="310"/>
                    <a:pt x="95" y="787"/>
                    <a:pt x="0" y="1311"/>
                  </a:cubicBezTo>
                  <a:lnTo>
                    <a:pt x="3930" y="1311"/>
                  </a:lnTo>
                  <a:cubicBezTo>
                    <a:pt x="3858" y="787"/>
                    <a:pt x="3572" y="310"/>
                    <a:pt x="3144" y="1"/>
                  </a:cubicBezTo>
                  <a:cubicBezTo>
                    <a:pt x="2810" y="310"/>
                    <a:pt x="2393" y="465"/>
                    <a:pt x="1977" y="465"/>
                  </a:cubicBezTo>
                  <a:cubicBezTo>
                    <a:pt x="1560" y="465"/>
                    <a:pt x="1143" y="310"/>
                    <a:pt x="8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5" name="Google Shape;9615;p88"/>
            <p:cNvSpPr/>
            <p:nvPr/>
          </p:nvSpPr>
          <p:spPr>
            <a:xfrm>
              <a:off x="3428650" y="3753150"/>
              <a:ext cx="156825" cy="41825"/>
            </a:xfrm>
            <a:custGeom>
              <a:avLst/>
              <a:gdLst/>
              <a:ahLst/>
              <a:cxnLst/>
              <a:rect l="l" t="t" r="r" b="b"/>
              <a:pathLst>
                <a:path w="6273" h="1673" extrusionOk="0">
                  <a:moveTo>
                    <a:pt x="5856" y="0"/>
                  </a:moveTo>
                  <a:cubicBezTo>
                    <a:pt x="5842" y="0"/>
                    <a:pt x="5827" y="1"/>
                    <a:pt x="5812" y="3"/>
                  </a:cubicBezTo>
                  <a:lnTo>
                    <a:pt x="382" y="3"/>
                  </a:lnTo>
                  <a:cubicBezTo>
                    <a:pt x="1" y="50"/>
                    <a:pt x="1" y="598"/>
                    <a:pt x="382" y="622"/>
                  </a:cubicBezTo>
                  <a:lnTo>
                    <a:pt x="691" y="622"/>
                  </a:lnTo>
                  <a:lnTo>
                    <a:pt x="691" y="1360"/>
                  </a:lnTo>
                  <a:cubicBezTo>
                    <a:pt x="668" y="1527"/>
                    <a:pt x="811" y="1670"/>
                    <a:pt x="1001" y="1670"/>
                  </a:cubicBezTo>
                  <a:lnTo>
                    <a:pt x="5169" y="1670"/>
                  </a:lnTo>
                  <a:cubicBezTo>
                    <a:pt x="5183" y="1671"/>
                    <a:pt x="5196" y="1672"/>
                    <a:pt x="5210" y="1672"/>
                  </a:cubicBezTo>
                  <a:cubicBezTo>
                    <a:pt x="5379" y="1672"/>
                    <a:pt x="5502" y="1537"/>
                    <a:pt x="5502" y="1360"/>
                  </a:cubicBezTo>
                  <a:lnTo>
                    <a:pt x="5502" y="622"/>
                  </a:lnTo>
                  <a:lnTo>
                    <a:pt x="5812" y="622"/>
                  </a:lnTo>
                  <a:cubicBezTo>
                    <a:pt x="5827" y="623"/>
                    <a:pt x="5842" y="624"/>
                    <a:pt x="5856" y="624"/>
                  </a:cubicBezTo>
                  <a:cubicBezTo>
                    <a:pt x="6273" y="624"/>
                    <a:pt x="6273" y="0"/>
                    <a:pt x="585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6" name="Google Shape;9616;p88"/>
            <p:cNvSpPr/>
            <p:nvPr/>
          </p:nvSpPr>
          <p:spPr>
            <a:xfrm>
              <a:off x="3385800" y="3811550"/>
              <a:ext cx="52400" cy="52425"/>
            </a:xfrm>
            <a:custGeom>
              <a:avLst/>
              <a:gdLst/>
              <a:ahLst/>
              <a:cxnLst/>
              <a:rect l="l" t="t" r="r" b="b"/>
              <a:pathLst>
                <a:path w="2096" h="2097" extrusionOk="0">
                  <a:moveTo>
                    <a:pt x="1048" y="1"/>
                  </a:moveTo>
                  <a:cubicBezTo>
                    <a:pt x="453" y="1"/>
                    <a:pt x="0" y="477"/>
                    <a:pt x="0" y="1048"/>
                  </a:cubicBezTo>
                  <a:cubicBezTo>
                    <a:pt x="0" y="1644"/>
                    <a:pt x="453" y="2096"/>
                    <a:pt x="1048" y="2096"/>
                  </a:cubicBezTo>
                  <a:cubicBezTo>
                    <a:pt x="1620" y="2096"/>
                    <a:pt x="2096" y="1644"/>
                    <a:pt x="2096" y="1048"/>
                  </a:cubicBezTo>
                  <a:cubicBezTo>
                    <a:pt x="2096" y="477"/>
                    <a:pt x="1620"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7" name="Google Shape;9617;p88"/>
            <p:cNvSpPr/>
            <p:nvPr/>
          </p:nvSpPr>
          <p:spPr>
            <a:xfrm>
              <a:off x="3372700" y="3869300"/>
              <a:ext cx="78600" cy="47050"/>
            </a:xfrm>
            <a:custGeom>
              <a:avLst/>
              <a:gdLst/>
              <a:ahLst/>
              <a:cxnLst/>
              <a:rect l="l" t="t" r="r" b="b"/>
              <a:pathLst>
                <a:path w="3144" h="1882" extrusionOk="0">
                  <a:moveTo>
                    <a:pt x="2644" y="1"/>
                  </a:moveTo>
                  <a:cubicBezTo>
                    <a:pt x="2358" y="262"/>
                    <a:pt x="1953" y="429"/>
                    <a:pt x="1572" y="429"/>
                  </a:cubicBezTo>
                  <a:cubicBezTo>
                    <a:pt x="1167" y="429"/>
                    <a:pt x="786" y="286"/>
                    <a:pt x="477" y="24"/>
                  </a:cubicBezTo>
                  <a:cubicBezTo>
                    <a:pt x="167" y="310"/>
                    <a:pt x="0" y="739"/>
                    <a:pt x="0" y="1167"/>
                  </a:cubicBezTo>
                  <a:lnTo>
                    <a:pt x="0" y="1572"/>
                  </a:lnTo>
                  <a:cubicBezTo>
                    <a:pt x="0" y="1739"/>
                    <a:pt x="143" y="1882"/>
                    <a:pt x="310" y="1882"/>
                  </a:cubicBezTo>
                  <a:lnTo>
                    <a:pt x="2810" y="1882"/>
                  </a:lnTo>
                  <a:cubicBezTo>
                    <a:pt x="3001" y="1882"/>
                    <a:pt x="3144" y="1739"/>
                    <a:pt x="3144" y="1572"/>
                  </a:cubicBezTo>
                  <a:lnTo>
                    <a:pt x="3144" y="1144"/>
                  </a:lnTo>
                  <a:cubicBezTo>
                    <a:pt x="3144" y="715"/>
                    <a:pt x="2953" y="310"/>
                    <a:pt x="26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8" name="Google Shape;9618;p88"/>
            <p:cNvSpPr/>
            <p:nvPr/>
          </p:nvSpPr>
          <p:spPr>
            <a:xfrm>
              <a:off x="3573925" y="3811550"/>
              <a:ext cx="52425" cy="52425"/>
            </a:xfrm>
            <a:custGeom>
              <a:avLst/>
              <a:gdLst/>
              <a:ahLst/>
              <a:cxnLst/>
              <a:rect l="l" t="t" r="r" b="b"/>
              <a:pathLst>
                <a:path w="2097" h="2097" extrusionOk="0">
                  <a:moveTo>
                    <a:pt x="1048" y="1"/>
                  </a:moveTo>
                  <a:cubicBezTo>
                    <a:pt x="477" y="1"/>
                    <a:pt x="1" y="477"/>
                    <a:pt x="1" y="1048"/>
                  </a:cubicBezTo>
                  <a:cubicBezTo>
                    <a:pt x="1" y="1644"/>
                    <a:pt x="477" y="2096"/>
                    <a:pt x="1048" y="2096"/>
                  </a:cubicBezTo>
                  <a:cubicBezTo>
                    <a:pt x="1620" y="2096"/>
                    <a:pt x="2096" y="1644"/>
                    <a:pt x="2096" y="1048"/>
                  </a:cubicBezTo>
                  <a:cubicBezTo>
                    <a:pt x="2096" y="477"/>
                    <a:pt x="1620"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19" name="Google Shape;9619;p88"/>
            <p:cNvSpPr/>
            <p:nvPr/>
          </p:nvSpPr>
          <p:spPr>
            <a:xfrm>
              <a:off x="3560825" y="3869900"/>
              <a:ext cx="79175" cy="46525"/>
            </a:xfrm>
            <a:custGeom>
              <a:avLst/>
              <a:gdLst/>
              <a:ahLst/>
              <a:cxnLst/>
              <a:rect l="l" t="t" r="r" b="b"/>
              <a:pathLst>
                <a:path w="3167" h="1861" extrusionOk="0">
                  <a:moveTo>
                    <a:pt x="501" y="0"/>
                  </a:moveTo>
                  <a:cubicBezTo>
                    <a:pt x="167" y="286"/>
                    <a:pt x="1" y="715"/>
                    <a:pt x="1" y="1143"/>
                  </a:cubicBezTo>
                  <a:lnTo>
                    <a:pt x="1" y="1548"/>
                  </a:lnTo>
                  <a:cubicBezTo>
                    <a:pt x="1" y="1715"/>
                    <a:pt x="144" y="1858"/>
                    <a:pt x="310" y="1858"/>
                  </a:cubicBezTo>
                  <a:lnTo>
                    <a:pt x="2835" y="1858"/>
                  </a:lnTo>
                  <a:cubicBezTo>
                    <a:pt x="2847" y="1860"/>
                    <a:pt x="2859" y="1860"/>
                    <a:pt x="2871" y="1860"/>
                  </a:cubicBezTo>
                  <a:cubicBezTo>
                    <a:pt x="3025" y="1860"/>
                    <a:pt x="3166" y="1725"/>
                    <a:pt x="3144" y="1548"/>
                  </a:cubicBezTo>
                  <a:lnTo>
                    <a:pt x="3144" y="1120"/>
                  </a:lnTo>
                  <a:cubicBezTo>
                    <a:pt x="3144" y="691"/>
                    <a:pt x="2977" y="286"/>
                    <a:pt x="2668" y="0"/>
                  </a:cubicBezTo>
                  <a:cubicBezTo>
                    <a:pt x="2346" y="262"/>
                    <a:pt x="1959" y="393"/>
                    <a:pt x="1575" y="393"/>
                  </a:cubicBezTo>
                  <a:cubicBezTo>
                    <a:pt x="1191" y="393"/>
                    <a:pt x="810" y="262"/>
                    <a:pt x="5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20" name="Google Shape;9620;p88"/>
            <p:cNvSpPr/>
            <p:nvPr/>
          </p:nvSpPr>
          <p:spPr>
            <a:xfrm>
              <a:off x="3479850" y="3811550"/>
              <a:ext cx="52425" cy="52425"/>
            </a:xfrm>
            <a:custGeom>
              <a:avLst/>
              <a:gdLst/>
              <a:ahLst/>
              <a:cxnLst/>
              <a:rect l="l" t="t" r="r" b="b"/>
              <a:pathLst>
                <a:path w="2097" h="2097" extrusionOk="0">
                  <a:moveTo>
                    <a:pt x="1049" y="1"/>
                  </a:moveTo>
                  <a:cubicBezTo>
                    <a:pt x="477" y="1"/>
                    <a:pt x="1" y="477"/>
                    <a:pt x="1" y="1048"/>
                  </a:cubicBezTo>
                  <a:cubicBezTo>
                    <a:pt x="1" y="1644"/>
                    <a:pt x="477" y="2096"/>
                    <a:pt x="1049" y="2096"/>
                  </a:cubicBezTo>
                  <a:cubicBezTo>
                    <a:pt x="1620" y="2096"/>
                    <a:pt x="2097" y="1644"/>
                    <a:pt x="2097" y="1048"/>
                  </a:cubicBezTo>
                  <a:cubicBezTo>
                    <a:pt x="2097" y="477"/>
                    <a:pt x="1620" y="1"/>
                    <a:pt x="1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21" name="Google Shape;9621;p88"/>
            <p:cNvSpPr/>
            <p:nvPr/>
          </p:nvSpPr>
          <p:spPr>
            <a:xfrm>
              <a:off x="3466750" y="3869300"/>
              <a:ext cx="78625" cy="47125"/>
            </a:xfrm>
            <a:custGeom>
              <a:avLst/>
              <a:gdLst/>
              <a:ahLst/>
              <a:cxnLst/>
              <a:rect l="l" t="t" r="r" b="b"/>
              <a:pathLst>
                <a:path w="3145" h="1885" extrusionOk="0">
                  <a:moveTo>
                    <a:pt x="2668" y="1"/>
                  </a:moveTo>
                  <a:cubicBezTo>
                    <a:pt x="2359" y="262"/>
                    <a:pt x="1978" y="405"/>
                    <a:pt x="1573" y="405"/>
                  </a:cubicBezTo>
                  <a:lnTo>
                    <a:pt x="1573" y="429"/>
                  </a:lnTo>
                  <a:cubicBezTo>
                    <a:pt x="1168" y="429"/>
                    <a:pt x="787" y="286"/>
                    <a:pt x="477" y="24"/>
                  </a:cubicBezTo>
                  <a:cubicBezTo>
                    <a:pt x="168" y="310"/>
                    <a:pt x="1" y="739"/>
                    <a:pt x="1" y="1167"/>
                  </a:cubicBezTo>
                  <a:lnTo>
                    <a:pt x="1" y="1572"/>
                  </a:lnTo>
                  <a:cubicBezTo>
                    <a:pt x="1" y="1749"/>
                    <a:pt x="124" y="1884"/>
                    <a:pt x="274" y="1884"/>
                  </a:cubicBezTo>
                  <a:cubicBezTo>
                    <a:pt x="286" y="1884"/>
                    <a:pt x="298" y="1884"/>
                    <a:pt x="311" y="1882"/>
                  </a:cubicBezTo>
                  <a:lnTo>
                    <a:pt x="2835" y="1882"/>
                  </a:lnTo>
                  <a:cubicBezTo>
                    <a:pt x="2847" y="1884"/>
                    <a:pt x="2859" y="1884"/>
                    <a:pt x="2871" y="1884"/>
                  </a:cubicBezTo>
                  <a:cubicBezTo>
                    <a:pt x="3022" y="1884"/>
                    <a:pt x="3144" y="1749"/>
                    <a:pt x="3144" y="1572"/>
                  </a:cubicBezTo>
                  <a:lnTo>
                    <a:pt x="3144" y="1144"/>
                  </a:lnTo>
                  <a:cubicBezTo>
                    <a:pt x="3144" y="715"/>
                    <a:pt x="2954" y="310"/>
                    <a:pt x="26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22" name="Google Shape;9622;p88"/>
          <p:cNvGrpSpPr/>
          <p:nvPr/>
        </p:nvGrpSpPr>
        <p:grpSpPr>
          <a:xfrm>
            <a:off x="4361241" y="4591841"/>
            <a:ext cx="479152" cy="466145"/>
            <a:chOff x="2785975" y="3648425"/>
            <a:chExt cx="275375" cy="267900"/>
          </a:xfrm>
          <a:solidFill>
            <a:schemeClr val="bg1"/>
          </a:solidFill>
        </p:grpSpPr>
        <p:sp>
          <p:nvSpPr>
            <p:cNvPr id="9623" name="Google Shape;9623;p88"/>
            <p:cNvSpPr/>
            <p:nvPr/>
          </p:nvSpPr>
          <p:spPr>
            <a:xfrm>
              <a:off x="2967250" y="3648425"/>
              <a:ext cx="67900" cy="68500"/>
            </a:xfrm>
            <a:custGeom>
              <a:avLst/>
              <a:gdLst/>
              <a:ahLst/>
              <a:cxnLst/>
              <a:rect l="l" t="t" r="r" b="b"/>
              <a:pathLst>
                <a:path w="2716" h="2740" extrusionOk="0">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24" name="Google Shape;9624;p88"/>
            <p:cNvSpPr/>
            <p:nvPr/>
          </p:nvSpPr>
          <p:spPr>
            <a:xfrm>
              <a:off x="2785975" y="3830000"/>
              <a:ext cx="93775" cy="86325"/>
            </a:xfrm>
            <a:custGeom>
              <a:avLst/>
              <a:gdLst/>
              <a:ahLst/>
              <a:cxnLst/>
              <a:rect l="l" t="t" r="r" b="b"/>
              <a:pathLst>
                <a:path w="3751" h="3453" extrusionOk="0">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25" name="Google Shape;9625;p88"/>
            <p:cNvSpPr/>
            <p:nvPr/>
          </p:nvSpPr>
          <p:spPr>
            <a:xfrm>
              <a:off x="2961300" y="3720450"/>
              <a:ext cx="100050" cy="69700"/>
            </a:xfrm>
            <a:custGeom>
              <a:avLst/>
              <a:gdLst/>
              <a:ahLst/>
              <a:cxnLst/>
              <a:rect l="l" t="t" r="r" b="b"/>
              <a:pathLst>
                <a:path w="4002" h="2788" extrusionOk="0">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26" name="Google Shape;9626;p88"/>
            <p:cNvSpPr/>
            <p:nvPr/>
          </p:nvSpPr>
          <p:spPr>
            <a:xfrm>
              <a:off x="2857100" y="3729400"/>
              <a:ext cx="123275" cy="123250"/>
            </a:xfrm>
            <a:custGeom>
              <a:avLst/>
              <a:gdLst/>
              <a:ahLst/>
              <a:cxnLst/>
              <a:rect l="l" t="t" r="r" b="b"/>
              <a:pathLst>
                <a:path w="4931" h="4930" extrusionOk="0">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27" name="Google Shape;9627;p88"/>
          <p:cNvGrpSpPr/>
          <p:nvPr/>
        </p:nvGrpSpPr>
        <p:grpSpPr>
          <a:xfrm>
            <a:off x="3366224" y="4592277"/>
            <a:ext cx="469321" cy="466799"/>
            <a:chOff x="2214125" y="3648675"/>
            <a:chExt cx="269725" cy="268275"/>
          </a:xfrm>
          <a:solidFill>
            <a:schemeClr val="bg1"/>
          </a:solidFill>
        </p:grpSpPr>
        <p:sp>
          <p:nvSpPr>
            <p:cNvPr id="9628" name="Google Shape;9628;p88"/>
            <p:cNvSpPr/>
            <p:nvPr/>
          </p:nvSpPr>
          <p:spPr>
            <a:xfrm>
              <a:off x="2361175" y="3732975"/>
              <a:ext cx="36350" cy="36925"/>
            </a:xfrm>
            <a:custGeom>
              <a:avLst/>
              <a:gdLst/>
              <a:ahLst/>
              <a:cxnLst/>
              <a:rect l="l" t="t" r="r" b="b"/>
              <a:pathLst>
                <a:path w="1454" h="1477" extrusionOk="0">
                  <a:moveTo>
                    <a:pt x="739" y="0"/>
                  </a:moveTo>
                  <a:cubicBezTo>
                    <a:pt x="334" y="0"/>
                    <a:pt x="0" y="333"/>
                    <a:pt x="0" y="738"/>
                  </a:cubicBezTo>
                  <a:cubicBezTo>
                    <a:pt x="0" y="1143"/>
                    <a:pt x="334" y="1477"/>
                    <a:pt x="739" y="1477"/>
                  </a:cubicBezTo>
                  <a:cubicBezTo>
                    <a:pt x="1144" y="1477"/>
                    <a:pt x="1453" y="1143"/>
                    <a:pt x="1453" y="738"/>
                  </a:cubicBezTo>
                  <a:cubicBezTo>
                    <a:pt x="1453" y="333"/>
                    <a:pt x="1144" y="0"/>
                    <a:pt x="7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29" name="Google Shape;9629;p88"/>
            <p:cNvSpPr/>
            <p:nvPr/>
          </p:nvSpPr>
          <p:spPr>
            <a:xfrm>
              <a:off x="2406425" y="3648675"/>
              <a:ext cx="77425" cy="75975"/>
            </a:xfrm>
            <a:custGeom>
              <a:avLst/>
              <a:gdLst/>
              <a:ahLst/>
              <a:cxnLst/>
              <a:rect l="l" t="t" r="r" b="b"/>
              <a:pathLst>
                <a:path w="3097" h="3039" extrusionOk="0">
                  <a:moveTo>
                    <a:pt x="1501" y="0"/>
                  </a:moveTo>
                  <a:cubicBezTo>
                    <a:pt x="999" y="0"/>
                    <a:pt x="496" y="60"/>
                    <a:pt x="0" y="181"/>
                  </a:cubicBezTo>
                  <a:lnTo>
                    <a:pt x="0" y="562"/>
                  </a:lnTo>
                  <a:cubicBezTo>
                    <a:pt x="72" y="1896"/>
                    <a:pt x="1143" y="2943"/>
                    <a:pt x="2477" y="3015"/>
                  </a:cubicBezTo>
                  <a:lnTo>
                    <a:pt x="2858" y="3039"/>
                  </a:lnTo>
                  <a:cubicBezTo>
                    <a:pt x="3072" y="2157"/>
                    <a:pt x="3096" y="1253"/>
                    <a:pt x="2930" y="371"/>
                  </a:cubicBezTo>
                  <a:cubicBezTo>
                    <a:pt x="2906" y="229"/>
                    <a:pt x="2810" y="133"/>
                    <a:pt x="2668" y="109"/>
                  </a:cubicBezTo>
                  <a:cubicBezTo>
                    <a:pt x="2282" y="37"/>
                    <a:pt x="1892" y="0"/>
                    <a:pt x="150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0" name="Google Shape;9630;p88"/>
            <p:cNvSpPr/>
            <p:nvPr/>
          </p:nvSpPr>
          <p:spPr>
            <a:xfrm>
              <a:off x="2363550" y="3824650"/>
              <a:ext cx="71475" cy="78825"/>
            </a:xfrm>
            <a:custGeom>
              <a:avLst/>
              <a:gdLst/>
              <a:ahLst/>
              <a:cxnLst/>
              <a:rect l="l" t="t" r="r" b="b"/>
              <a:pathLst>
                <a:path w="2859" h="3153" extrusionOk="0">
                  <a:moveTo>
                    <a:pt x="2858" y="0"/>
                  </a:moveTo>
                  <a:cubicBezTo>
                    <a:pt x="2857" y="10"/>
                    <a:pt x="2856" y="19"/>
                    <a:pt x="2854" y="28"/>
                  </a:cubicBezTo>
                  <a:lnTo>
                    <a:pt x="2854" y="28"/>
                  </a:lnTo>
                  <a:cubicBezTo>
                    <a:pt x="2856" y="27"/>
                    <a:pt x="2857" y="26"/>
                    <a:pt x="2858" y="24"/>
                  </a:cubicBezTo>
                  <a:lnTo>
                    <a:pt x="2858" y="0"/>
                  </a:lnTo>
                  <a:close/>
                  <a:moveTo>
                    <a:pt x="2854" y="28"/>
                  </a:moveTo>
                  <a:lnTo>
                    <a:pt x="2854" y="28"/>
                  </a:lnTo>
                  <a:cubicBezTo>
                    <a:pt x="1998" y="812"/>
                    <a:pt x="1047" y="1478"/>
                    <a:pt x="1" y="2001"/>
                  </a:cubicBezTo>
                  <a:lnTo>
                    <a:pt x="501" y="2977"/>
                  </a:lnTo>
                  <a:cubicBezTo>
                    <a:pt x="548" y="3072"/>
                    <a:pt x="644" y="3144"/>
                    <a:pt x="739" y="3144"/>
                  </a:cubicBezTo>
                  <a:cubicBezTo>
                    <a:pt x="763" y="3150"/>
                    <a:pt x="787" y="3153"/>
                    <a:pt x="810" y="3153"/>
                  </a:cubicBezTo>
                  <a:cubicBezTo>
                    <a:pt x="880" y="3153"/>
                    <a:pt x="947" y="3126"/>
                    <a:pt x="1001" y="3072"/>
                  </a:cubicBezTo>
                  <a:lnTo>
                    <a:pt x="1596" y="2477"/>
                  </a:lnTo>
                  <a:cubicBezTo>
                    <a:pt x="2257" y="1817"/>
                    <a:pt x="2707" y="970"/>
                    <a:pt x="2854" y="28"/>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1" name="Google Shape;9631;p88"/>
            <p:cNvSpPr/>
            <p:nvPr/>
          </p:nvSpPr>
          <p:spPr>
            <a:xfrm>
              <a:off x="2226625" y="3696050"/>
              <a:ext cx="79200" cy="71475"/>
            </a:xfrm>
            <a:custGeom>
              <a:avLst/>
              <a:gdLst/>
              <a:ahLst/>
              <a:cxnLst/>
              <a:rect l="l" t="t" r="r" b="b"/>
              <a:pathLst>
                <a:path w="3168" h="2859" extrusionOk="0">
                  <a:moveTo>
                    <a:pt x="3168" y="1"/>
                  </a:moveTo>
                  <a:lnTo>
                    <a:pt x="3168" y="1"/>
                  </a:lnTo>
                  <a:cubicBezTo>
                    <a:pt x="2239" y="143"/>
                    <a:pt x="1382" y="596"/>
                    <a:pt x="715" y="1263"/>
                  </a:cubicBezTo>
                  <a:lnTo>
                    <a:pt x="119" y="1858"/>
                  </a:lnTo>
                  <a:cubicBezTo>
                    <a:pt x="48" y="1929"/>
                    <a:pt x="0" y="2025"/>
                    <a:pt x="24" y="2120"/>
                  </a:cubicBezTo>
                  <a:cubicBezTo>
                    <a:pt x="48" y="2191"/>
                    <a:pt x="72" y="2239"/>
                    <a:pt x="119" y="2287"/>
                  </a:cubicBezTo>
                  <a:cubicBezTo>
                    <a:pt x="143" y="2311"/>
                    <a:pt x="167" y="2334"/>
                    <a:pt x="191" y="2358"/>
                  </a:cubicBezTo>
                  <a:lnTo>
                    <a:pt x="1191" y="2858"/>
                  </a:lnTo>
                  <a:cubicBezTo>
                    <a:pt x="1715" y="1810"/>
                    <a:pt x="2382" y="858"/>
                    <a:pt x="316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2" name="Google Shape;9632;p88"/>
            <p:cNvSpPr/>
            <p:nvPr/>
          </p:nvSpPr>
          <p:spPr>
            <a:xfrm>
              <a:off x="2214125" y="3822275"/>
              <a:ext cx="94075" cy="94675"/>
            </a:xfrm>
            <a:custGeom>
              <a:avLst/>
              <a:gdLst/>
              <a:ahLst/>
              <a:cxnLst/>
              <a:rect l="l" t="t" r="r" b="b"/>
              <a:pathLst>
                <a:path w="3763" h="3787" extrusionOk="0">
                  <a:moveTo>
                    <a:pt x="1310" y="0"/>
                  </a:moveTo>
                  <a:cubicBezTo>
                    <a:pt x="477" y="857"/>
                    <a:pt x="0" y="1977"/>
                    <a:pt x="24" y="3167"/>
                  </a:cubicBezTo>
                  <a:lnTo>
                    <a:pt x="24" y="3477"/>
                  </a:lnTo>
                  <a:cubicBezTo>
                    <a:pt x="0" y="3549"/>
                    <a:pt x="48" y="3620"/>
                    <a:pt x="96" y="3691"/>
                  </a:cubicBezTo>
                  <a:cubicBezTo>
                    <a:pt x="167" y="3739"/>
                    <a:pt x="238" y="3787"/>
                    <a:pt x="334" y="3787"/>
                  </a:cubicBezTo>
                  <a:lnTo>
                    <a:pt x="619" y="3787"/>
                  </a:lnTo>
                  <a:cubicBezTo>
                    <a:pt x="1786" y="3787"/>
                    <a:pt x="2929" y="3310"/>
                    <a:pt x="3763" y="2477"/>
                  </a:cubicBezTo>
                  <a:lnTo>
                    <a:pt x="2763" y="1477"/>
                  </a:lnTo>
                  <a:lnTo>
                    <a:pt x="2548" y="1691"/>
                  </a:lnTo>
                  <a:cubicBezTo>
                    <a:pt x="2489" y="1751"/>
                    <a:pt x="2406" y="1780"/>
                    <a:pt x="2322" y="1780"/>
                  </a:cubicBezTo>
                  <a:cubicBezTo>
                    <a:pt x="2239" y="1780"/>
                    <a:pt x="2155" y="1751"/>
                    <a:pt x="2096" y="1691"/>
                  </a:cubicBezTo>
                  <a:cubicBezTo>
                    <a:pt x="1977" y="1548"/>
                    <a:pt x="1977" y="1358"/>
                    <a:pt x="2096" y="1239"/>
                  </a:cubicBezTo>
                  <a:lnTo>
                    <a:pt x="2310" y="1024"/>
                  </a:lnTo>
                  <a:lnTo>
                    <a:pt x="13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3" name="Google Shape;9633;p88"/>
            <p:cNvSpPr/>
            <p:nvPr/>
          </p:nvSpPr>
          <p:spPr>
            <a:xfrm>
              <a:off x="2256400" y="3657350"/>
              <a:ext cx="217325" cy="216950"/>
            </a:xfrm>
            <a:custGeom>
              <a:avLst/>
              <a:gdLst/>
              <a:ahLst/>
              <a:cxnLst/>
              <a:rect l="l" t="t" r="r" b="b"/>
              <a:pathLst>
                <a:path w="8693" h="8678" extrusionOk="0">
                  <a:moveTo>
                    <a:pt x="4930" y="2406"/>
                  </a:moveTo>
                  <a:cubicBezTo>
                    <a:pt x="6144" y="2406"/>
                    <a:pt x="6740" y="3882"/>
                    <a:pt x="5882" y="4740"/>
                  </a:cubicBezTo>
                  <a:cubicBezTo>
                    <a:pt x="5620" y="5002"/>
                    <a:pt x="5275" y="5133"/>
                    <a:pt x="4927" y="5133"/>
                  </a:cubicBezTo>
                  <a:cubicBezTo>
                    <a:pt x="4578" y="5133"/>
                    <a:pt x="4227" y="5002"/>
                    <a:pt x="3953" y="4740"/>
                  </a:cubicBezTo>
                  <a:cubicBezTo>
                    <a:pt x="3096" y="3882"/>
                    <a:pt x="3715" y="2406"/>
                    <a:pt x="4930" y="2406"/>
                  </a:cubicBezTo>
                  <a:close/>
                  <a:moveTo>
                    <a:pt x="5382" y="1"/>
                  </a:moveTo>
                  <a:cubicBezTo>
                    <a:pt x="4406" y="334"/>
                    <a:pt x="3525" y="882"/>
                    <a:pt x="2810" y="1596"/>
                  </a:cubicBezTo>
                  <a:lnTo>
                    <a:pt x="2786" y="1620"/>
                  </a:lnTo>
                  <a:cubicBezTo>
                    <a:pt x="1572" y="2835"/>
                    <a:pt x="643" y="4287"/>
                    <a:pt x="48" y="5883"/>
                  </a:cubicBezTo>
                  <a:cubicBezTo>
                    <a:pt x="0" y="6002"/>
                    <a:pt x="24" y="6121"/>
                    <a:pt x="119" y="6216"/>
                  </a:cubicBezTo>
                  <a:lnTo>
                    <a:pt x="1072" y="7193"/>
                  </a:lnTo>
                  <a:lnTo>
                    <a:pt x="3072" y="5192"/>
                  </a:lnTo>
                  <a:cubicBezTo>
                    <a:pt x="3132" y="5133"/>
                    <a:pt x="3209" y="5103"/>
                    <a:pt x="3289" y="5103"/>
                  </a:cubicBezTo>
                  <a:cubicBezTo>
                    <a:pt x="3370" y="5103"/>
                    <a:pt x="3453" y="5133"/>
                    <a:pt x="3525" y="5192"/>
                  </a:cubicBezTo>
                  <a:cubicBezTo>
                    <a:pt x="3644" y="5311"/>
                    <a:pt x="3644" y="5502"/>
                    <a:pt x="3525" y="5621"/>
                  </a:cubicBezTo>
                  <a:lnTo>
                    <a:pt x="1524" y="7621"/>
                  </a:lnTo>
                  <a:lnTo>
                    <a:pt x="2477" y="8598"/>
                  </a:lnTo>
                  <a:cubicBezTo>
                    <a:pt x="2548" y="8651"/>
                    <a:pt x="2633" y="8678"/>
                    <a:pt x="2721" y="8678"/>
                  </a:cubicBezTo>
                  <a:cubicBezTo>
                    <a:pt x="2751" y="8678"/>
                    <a:pt x="2780" y="8675"/>
                    <a:pt x="2810" y="8669"/>
                  </a:cubicBezTo>
                  <a:cubicBezTo>
                    <a:pt x="4406" y="8050"/>
                    <a:pt x="5882" y="7121"/>
                    <a:pt x="7097" y="5907"/>
                  </a:cubicBezTo>
                  <a:lnTo>
                    <a:pt x="7097" y="5883"/>
                  </a:lnTo>
                  <a:cubicBezTo>
                    <a:pt x="7811" y="5168"/>
                    <a:pt x="8359" y="4287"/>
                    <a:pt x="8692" y="3311"/>
                  </a:cubicBezTo>
                  <a:lnTo>
                    <a:pt x="8454" y="3311"/>
                  </a:lnTo>
                  <a:cubicBezTo>
                    <a:pt x="6787" y="3216"/>
                    <a:pt x="5477" y="1906"/>
                    <a:pt x="5382" y="263"/>
                  </a:cubicBezTo>
                  <a:lnTo>
                    <a:pt x="53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34" name="Google Shape;9634;p88"/>
          <p:cNvGrpSpPr/>
          <p:nvPr/>
        </p:nvGrpSpPr>
        <p:grpSpPr>
          <a:xfrm>
            <a:off x="2359286" y="4591840"/>
            <a:ext cx="466233" cy="466189"/>
            <a:chOff x="1635425" y="3648425"/>
            <a:chExt cx="267950" cy="267925"/>
          </a:xfrm>
          <a:solidFill>
            <a:schemeClr val="bg1"/>
          </a:solidFill>
        </p:grpSpPr>
        <p:sp>
          <p:nvSpPr>
            <p:cNvPr id="9635" name="Google Shape;9635;p88"/>
            <p:cNvSpPr/>
            <p:nvPr/>
          </p:nvSpPr>
          <p:spPr>
            <a:xfrm>
              <a:off x="1683050" y="3863950"/>
              <a:ext cx="172675" cy="52400"/>
            </a:xfrm>
            <a:custGeom>
              <a:avLst/>
              <a:gdLst/>
              <a:ahLst/>
              <a:cxnLst/>
              <a:rect l="l" t="t" r="r" b="b"/>
              <a:pathLst>
                <a:path w="6907" h="2096" extrusionOk="0">
                  <a:moveTo>
                    <a:pt x="5550" y="738"/>
                  </a:moveTo>
                  <a:cubicBezTo>
                    <a:pt x="5931" y="786"/>
                    <a:pt x="5931" y="1334"/>
                    <a:pt x="5550" y="1381"/>
                  </a:cubicBezTo>
                  <a:lnTo>
                    <a:pt x="5145" y="1381"/>
                  </a:lnTo>
                  <a:cubicBezTo>
                    <a:pt x="4764" y="1334"/>
                    <a:pt x="4764" y="786"/>
                    <a:pt x="5145" y="738"/>
                  </a:cubicBezTo>
                  <a:close/>
                  <a:moveTo>
                    <a:pt x="1831" y="736"/>
                  </a:moveTo>
                  <a:cubicBezTo>
                    <a:pt x="2255" y="736"/>
                    <a:pt x="2248" y="1382"/>
                    <a:pt x="1810" y="1382"/>
                  </a:cubicBezTo>
                  <a:cubicBezTo>
                    <a:pt x="1802" y="1382"/>
                    <a:pt x="1795" y="1382"/>
                    <a:pt x="1787" y="1381"/>
                  </a:cubicBezTo>
                  <a:lnTo>
                    <a:pt x="1382" y="1381"/>
                  </a:lnTo>
                  <a:cubicBezTo>
                    <a:pt x="1374" y="1382"/>
                    <a:pt x="1367" y="1382"/>
                    <a:pt x="1359" y="1382"/>
                  </a:cubicBezTo>
                  <a:cubicBezTo>
                    <a:pt x="921" y="1382"/>
                    <a:pt x="914" y="736"/>
                    <a:pt x="1337" y="736"/>
                  </a:cubicBezTo>
                  <a:cubicBezTo>
                    <a:pt x="1352" y="736"/>
                    <a:pt x="1367" y="737"/>
                    <a:pt x="1382" y="738"/>
                  </a:cubicBezTo>
                  <a:lnTo>
                    <a:pt x="1787" y="738"/>
                  </a:lnTo>
                  <a:cubicBezTo>
                    <a:pt x="1802" y="737"/>
                    <a:pt x="1817" y="736"/>
                    <a:pt x="1831" y="736"/>
                  </a:cubicBezTo>
                  <a:close/>
                  <a:moveTo>
                    <a:pt x="3927" y="736"/>
                  </a:moveTo>
                  <a:cubicBezTo>
                    <a:pt x="4351" y="736"/>
                    <a:pt x="4344" y="1382"/>
                    <a:pt x="3906" y="1382"/>
                  </a:cubicBezTo>
                  <a:cubicBezTo>
                    <a:pt x="3898" y="1382"/>
                    <a:pt x="3890" y="1382"/>
                    <a:pt x="3883" y="1381"/>
                  </a:cubicBezTo>
                  <a:lnTo>
                    <a:pt x="3049" y="1381"/>
                  </a:lnTo>
                  <a:cubicBezTo>
                    <a:pt x="2668" y="1334"/>
                    <a:pt x="2668" y="786"/>
                    <a:pt x="3049" y="738"/>
                  </a:cubicBezTo>
                  <a:lnTo>
                    <a:pt x="3883" y="738"/>
                  </a:lnTo>
                  <a:cubicBezTo>
                    <a:pt x="3898" y="737"/>
                    <a:pt x="3913" y="736"/>
                    <a:pt x="3927" y="736"/>
                  </a:cubicBezTo>
                  <a:close/>
                  <a:moveTo>
                    <a:pt x="1" y="0"/>
                  </a:moveTo>
                  <a:lnTo>
                    <a:pt x="1" y="953"/>
                  </a:lnTo>
                  <a:cubicBezTo>
                    <a:pt x="1" y="1572"/>
                    <a:pt x="501" y="2096"/>
                    <a:pt x="1144" y="2096"/>
                  </a:cubicBezTo>
                  <a:lnTo>
                    <a:pt x="5740" y="2096"/>
                  </a:lnTo>
                  <a:cubicBezTo>
                    <a:pt x="6383" y="2096"/>
                    <a:pt x="6907" y="1596"/>
                    <a:pt x="6907" y="953"/>
                  </a:cubicBezTo>
                  <a:lnTo>
                    <a:pt x="690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6" name="Google Shape;9636;p88"/>
            <p:cNvSpPr/>
            <p:nvPr/>
          </p:nvSpPr>
          <p:spPr>
            <a:xfrm>
              <a:off x="1635425" y="3741825"/>
              <a:ext cx="108375" cy="75700"/>
            </a:xfrm>
            <a:custGeom>
              <a:avLst/>
              <a:gdLst/>
              <a:ahLst/>
              <a:cxnLst/>
              <a:rect l="l" t="t" r="r" b="b"/>
              <a:pathLst>
                <a:path w="4335" h="3028" extrusionOk="0">
                  <a:moveTo>
                    <a:pt x="2906" y="884"/>
                  </a:moveTo>
                  <a:cubicBezTo>
                    <a:pt x="3287" y="932"/>
                    <a:pt x="3287" y="1480"/>
                    <a:pt x="2906" y="1504"/>
                  </a:cubicBezTo>
                  <a:lnTo>
                    <a:pt x="1429" y="1504"/>
                  </a:lnTo>
                  <a:cubicBezTo>
                    <a:pt x="1415" y="1505"/>
                    <a:pt x="1402" y="1506"/>
                    <a:pt x="1388" y="1506"/>
                  </a:cubicBezTo>
                  <a:cubicBezTo>
                    <a:pt x="1219" y="1506"/>
                    <a:pt x="1096" y="1370"/>
                    <a:pt x="1096" y="1194"/>
                  </a:cubicBezTo>
                  <a:cubicBezTo>
                    <a:pt x="1096" y="1027"/>
                    <a:pt x="1239" y="884"/>
                    <a:pt x="1429" y="884"/>
                  </a:cubicBezTo>
                  <a:close/>
                  <a:moveTo>
                    <a:pt x="274" y="1"/>
                  </a:moveTo>
                  <a:cubicBezTo>
                    <a:pt x="123" y="1"/>
                    <a:pt x="1" y="136"/>
                    <a:pt x="1" y="313"/>
                  </a:cubicBezTo>
                  <a:lnTo>
                    <a:pt x="1" y="2099"/>
                  </a:lnTo>
                  <a:cubicBezTo>
                    <a:pt x="1" y="2266"/>
                    <a:pt x="143" y="2408"/>
                    <a:pt x="310" y="2408"/>
                  </a:cubicBezTo>
                  <a:lnTo>
                    <a:pt x="2882" y="2408"/>
                  </a:lnTo>
                  <a:lnTo>
                    <a:pt x="3835" y="2980"/>
                  </a:lnTo>
                  <a:cubicBezTo>
                    <a:pt x="3882" y="3004"/>
                    <a:pt x="3954" y="3028"/>
                    <a:pt x="4001" y="3028"/>
                  </a:cubicBezTo>
                  <a:cubicBezTo>
                    <a:pt x="4097" y="3028"/>
                    <a:pt x="4168" y="3004"/>
                    <a:pt x="4216" y="2932"/>
                  </a:cubicBezTo>
                  <a:cubicBezTo>
                    <a:pt x="4287" y="2885"/>
                    <a:pt x="4311" y="2790"/>
                    <a:pt x="4311" y="2694"/>
                  </a:cubicBezTo>
                  <a:lnTo>
                    <a:pt x="4311" y="313"/>
                  </a:lnTo>
                  <a:cubicBezTo>
                    <a:pt x="4335" y="146"/>
                    <a:pt x="4192" y="3"/>
                    <a:pt x="4025" y="3"/>
                  </a:cubicBezTo>
                  <a:lnTo>
                    <a:pt x="310" y="3"/>
                  </a:lnTo>
                  <a:cubicBezTo>
                    <a:pt x="298" y="1"/>
                    <a:pt x="286" y="1"/>
                    <a:pt x="2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7" name="Google Shape;9637;p88"/>
            <p:cNvSpPr/>
            <p:nvPr/>
          </p:nvSpPr>
          <p:spPr>
            <a:xfrm>
              <a:off x="1683050" y="3648425"/>
              <a:ext cx="172675" cy="200050"/>
            </a:xfrm>
            <a:custGeom>
              <a:avLst/>
              <a:gdLst/>
              <a:ahLst/>
              <a:cxnLst/>
              <a:rect l="l" t="t" r="r" b="b"/>
              <a:pathLst>
                <a:path w="6907" h="8002" extrusionOk="0">
                  <a:moveTo>
                    <a:pt x="1144" y="0"/>
                  </a:moveTo>
                  <a:cubicBezTo>
                    <a:pt x="501" y="0"/>
                    <a:pt x="1" y="524"/>
                    <a:pt x="1" y="1167"/>
                  </a:cubicBezTo>
                  <a:lnTo>
                    <a:pt x="1" y="3096"/>
                  </a:lnTo>
                  <a:lnTo>
                    <a:pt x="2073" y="3096"/>
                  </a:lnTo>
                  <a:cubicBezTo>
                    <a:pt x="2597" y="3096"/>
                    <a:pt x="3025" y="3525"/>
                    <a:pt x="3025" y="4049"/>
                  </a:cubicBezTo>
                  <a:lnTo>
                    <a:pt x="3025" y="6454"/>
                  </a:lnTo>
                  <a:cubicBezTo>
                    <a:pt x="3025" y="6692"/>
                    <a:pt x="2906" y="6954"/>
                    <a:pt x="2716" y="7121"/>
                  </a:cubicBezTo>
                  <a:cubicBezTo>
                    <a:pt x="2549" y="7288"/>
                    <a:pt x="2311" y="7407"/>
                    <a:pt x="2073" y="7407"/>
                  </a:cubicBezTo>
                  <a:cubicBezTo>
                    <a:pt x="1882" y="7383"/>
                    <a:pt x="1715" y="7359"/>
                    <a:pt x="1573" y="7264"/>
                  </a:cubicBezTo>
                  <a:lnTo>
                    <a:pt x="858" y="6764"/>
                  </a:lnTo>
                  <a:lnTo>
                    <a:pt x="1" y="6764"/>
                  </a:lnTo>
                  <a:lnTo>
                    <a:pt x="1" y="8002"/>
                  </a:lnTo>
                  <a:lnTo>
                    <a:pt x="6907" y="8002"/>
                  </a:lnTo>
                  <a:lnTo>
                    <a:pt x="6907" y="4287"/>
                  </a:lnTo>
                  <a:lnTo>
                    <a:pt x="6121" y="4287"/>
                  </a:lnTo>
                  <a:lnTo>
                    <a:pt x="5311" y="4787"/>
                  </a:lnTo>
                  <a:cubicBezTo>
                    <a:pt x="5162" y="4876"/>
                    <a:pt x="4993" y="4920"/>
                    <a:pt x="4823" y="4920"/>
                  </a:cubicBezTo>
                  <a:cubicBezTo>
                    <a:pt x="4586" y="4920"/>
                    <a:pt x="4349" y="4835"/>
                    <a:pt x="4168" y="4668"/>
                  </a:cubicBezTo>
                  <a:cubicBezTo>
                    <a:pt x="3978" y="4477"/>
                    <a:pt x="3883" y="4239"/>
                    <a:pt x="3883" y="3977"/>
                  </a:cubicBezTo>
                  <a:lnTo>
                    <a:pt x="3883" y="1572"/>
                  </a:lnTo>
                  <a:cubicBezTo>
                    <a:pt x="3883" y="1048"/>
                    <a:pt x="4311" y="643"/>
                    <a:pt x="4835" y="643"/>
                  </a:cubicBezTo>
                  <a:lnTo>
                    <a:pt x="6812" y="643"/>
                  </a:lnTo>
                  <a:cubicBezTo>
                    <a:pt x="6597" y="239"/>
                    <a:pt x="6216" y="0"/>
                    <a:pt x="578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38" name="Google Shape;9638;p88"/>
            <p:cNvSpPr/>
            <p:nvPr/>
          </p:nvSpPr>
          <p:spPr>
            <a:xfrm>
              <a:off x="1795575" y="3679375"/>
              <a:ext cx="107800" cy="76225"/>
            </a:xfrm>
            <a:custGeom>
              <a:avLst/>
              <a:gdLst/>
              <a:ahLst/>
              <a:cxnLst/>
              <a:rect l="l" t="t" r="r" b="b"/>
              <a:pathLst>
                <a:path w="4312" h="3049" extrusionOk="0">
                  <a:moveTo>
                    <a:pt x="2947" y="903"/>
                  </a:moveTo>
                  <a:cubicBezTo>
                    <a:pt x="3345" y="903"/>
                    <a:pt x="3345" y="1551"/>
                    <a:pt x="2947" y="1551"/>
                  </a:cubicBezTo>
                  <a:cubicBezTo>
                    <a:pt x="2934" y="1551"/>
                    <a:pt x="2920" y="1550"/>
                    <a:pt x="2906" y="1549"/>
                  </a:cubicBezTo>
                  <a:lnTo>
                    <a:pt x="1406" y="1549"/>
                  </a:lnTo>
                  <a:cubicBezTo>
                    <a:pt x="1392" y="1550"/>
                    <a:pt x="1378" y="1551"/>
                    <a:pt x="1365" y="1551"/>
                  </a:cubicBezTo>
                  <a:cubicBezTo>
                    <a:pt x="967" y="1551"/>
                    <a:pt x="967" y="903"/>
                    <a:pt x="1365" y="903"/>
                  </a:cubicBezTo>
                  <a:cubicBezTo>
                    <a:pt x="1378" y="903"/>
                    <a:pt x="1392" y="904"/>
                    <a:pt x="1406" y="906"/>
                  </a:cubicBezTo>
                  <a:lnTo>
                    <a:pt x="2906" y="906"/>
                  </a:lnTo>
                  <a:cubicBezTo>
                    <a:pt x="2920" y="904"/>
                    <a:pt x="2934" y="903"/>
                    <a:pt x="2947" y="903"/>
                  </a:cubicBezTo>
                  <a:close/>
                  <a:moveTo>
                    <a:pt x="4002" y="1"/>
                  </a:moveTo>
                  <a:lnTo>
                    <a:pt x="4002" y="25"/>
                  </a:lnTo>
                  <a:lnTo>
                    <a:pt x="310" y="25"/>
                  </a:lnTo>
                  <a:cubicBezTo>
                    <a:pt x="144" y="25"/>
                    <a:pt x="25" y="144"/>
                    <a:pt x="1" y="334"/>
                  </a:cubicBezTo>
                  <a:lnTo>
                    <a:pt x="1" y="2716"/>
                  </a:lnTo>
                  <a:cubicBezTo>
                    <a:pt x="1" y="2811"/>
                    <a:pt x="48" y="2882"/>
                    <a:pt x="96" y="2954"/>
                  </a:cubicBezTo>
                  <a:cubicBezTo>
                    <a:pt x="167" y="3001"/>
                    <a:pt x="239" y="3049"/>
                    <a:pt x="310" y="3049"/>
                  </a:cubicBezTo>
                  <a:cubicBezTo>
                    <a:pt x="382" y="3049"/>
                    <a:pt x="429" y="3025"/>
                    <a:pt x="477" y="3001"/>
                  </a:cubicBezTo>
                  <a:lnTo>
                    <a:pt x="1453" y="2406"/>
                  </a:lnTo>
                  <a:lnTo>
                    <a:pt x="4002" y="2406"/>
                  </a:lnTo>
                  <a:cubicBezTo>
                    <a:pt x="4168" y="2406"/>
                    <a:pt x="4311" y="2263"/>
                    <a:pt x="4311" y="2096"/>
                  </a:cubicBezTo>
                  <a:lnTo>
                    <a:pt x="4311" y="310"/>
                  </a:lnTo>
                  <a:cubicBezTo>
                    <a:pt x="4311" y="144"/>
                    <a:pt x="4168" y="1"/>
                    <a:pt x="400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39" name="Google Shape;9639;p88"/>
          <p:cNvGrpSpPr/>
          <p:nvPr/>
        </p:nvGrpSpPr>
        <p:grpSpPr>
          <a:xfrm>
            <a:off x="1345779" y="4592885"/>
            <a:ext cx="475891" cy="465145"/>
            <a:chOff x="1052950" y="3649025"/>
            <a:chExt cx="273500" cy="267325"/>
          </a:xfrm>
          <a:solidFill>
            <a:schemeClr val="bg1"/>
          </a:solidFill>
        </p:grpSpPr>
        <p:sp>
          <p:nvSpPr>
            <p:cNvPr id="9640" name="Google Shape;9640;p88"/>
            <p:cNvSpPr/>
            <p:nvPr/>
          </p:nvSpPr>
          <p:spPr>
            <a:xfrm>
              <a:off x="1160325" y="3720450"/>
              <a:ext cx="145300" cy="125425"/>
            </a:xfrm>
            <a:custGeom>
              <a:avLst/>
              <a:gdLst/>
              <a:ahLst/>
              <a:cxnLst/>
              <a:rect l="l" t="t" r="r" b="b"/>
              <a:pathLst>
                <a:path w="5812" h="5017" extrusionOk="0">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1" name="Google Shape;9641;p88"/>
            <p:cNvSpPr/>
            <p:nvPr/>
          </p:nvSpPr>
          <p:spPr>
            <a:xfrm>
              <a:off x="1200225" y="3759525"/>
              <a:ext cx="45850" cy="47100"/>
            </a:xfrm>
            <a:custGeom>
              <a:avLst/>
              <a:gdLst/>
              <a:ahLst/>
              <a:cxnLst/>
              <a:rect l="l" t="t" r="r" b="b"/>
              <a:pathLst>
                <a:path w="1834" h="1884" extrusionOk="0">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2" name="Google Shape;9642;p88"/>
            <p:cNvSpPr/>
            <p:nvPr/>
          </p:nvSpPr>
          <p:spPr>
            <a:xfrm>
              <a:off x="1269875" y="3862150"/>
              <a:ext cx="55400" cy="54200"/>
            </a:xfrm>
            <a:custGeom>
              <a:avLst/>
              <a:gdLst/>
              <a:ahLst/>
              <a:cxnLst/>
              <a:rect l="l" t="t" r="r" b="b"/>
              <a:pathLst>
                <a:path w="2216" h="2168" extrusionOk="0">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3" name="Google Shape;9643;p88"/>
            <p:cNvSpPr/>
            <p:nvPr/>
          </p:nvSpPr>
          <p:spPr>
            <a:xfrm>
              <a:off x="1119850" y="3862150"/>
              <a:ext cx="55975" cy="54200"/>
            </a:xfrm>
            <a:custGeom>
              <a:avLst/>
              <a:gdLst/>
              <a:ahLst/>
              <a:cxnLst/>
              <a:rect l="l" t="t" r="r" b="b"/>
              <a:pathLst>
                <a:path w="2239" h="2168" extrusionOk="0">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4" name="Google Shape;9644;p88"/>
            <p:cNvSpPr/>
            <p:nvPr/>
          </p:nvSpPr>
          <p:spPr>
            <a:xfrm>
              <a:off x="1052950" y="3681075"/>
              <a:ext cx="273500" cy="203825"/>
            </a:xfrm>
            <a:custGeom>
              <a:avLst/>
              <a:gdLst/>
              <a:ahLst/>
              <a:cxnLst/>
              <a:rect l="l" t="t" r="r" b="b"/>
              <a:pathLst>
                <a:path w="10940" h="8153" extrusionOk="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5" name="Google Shape;9645;p88"/>
            <p:cNvSpPr/>
            <p:nvPr/>
          </p:nvSpPr>
          <p:spPr>
            <a:xfrm>
              <a:off x="1203200" y="3649025"/>
              <a:ext cx="39325" cy="18475"/>
            </a:xfrm>
            <a:custGeom>
              <a:avLst/>
              <a:gdLst/>
              <a:ahLst/>
              <a:cxnLst/>
              <a:rect l="l" t="t" r="r" b="b"/>
              <a:pathLst>
                <a:path w="1573" h="739" extrusionOk="0">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46" name="Google Shape;9646;p88"/>
          <p:cNvGrpSpPr/>
          <p:nvPr/>
        </p:nvGrpSpPr>
        <p:grpSpPr>
          <a:xfrm>
            <a:off x="1425280" y="5334849"/>
            <a:ext cx="377101" cy="466233"/>
            <a:chOff x="1081150" y="4076475"/>
            <a:chExt cx="216725" cy="267950"/>
          </a:xfrm>
          <a:solidFill>
            <a:schemeClr val="bg1"/>
          </a:solidFill>
        </p:grpSpPr>
        <p:sp>
          <p:nvSpPr>
            <p:cNvPr id="9647" name="Google Shape;9647;p88"/>
            <p:cNvSpPr/>
            <p:nvPr/>
          </p:nvSpPr>
          <p:spPr>
            <a:xfrm>
              <a:off x="1205575" y="4077075"/>
              <a:ext cx="92300" cy="164350"/>
            </a:xfrm>
            <a:custGeom>
              <a:avLst/>
              <a:gdLst/>
              <a:ahLst/>
              <a:cxnLst/>
              <a:rect l="l" t="t" r="r" b="b"/>
              <a:pathLst>
                <a:path w="3692" h="6574" extrusionOk="0">
                  <a:moveTo>
                    <a:pt x="1" y="1"/>
                  </a:moveTo>
                  <a:cubicBezTo>
                    <a:pt x="167" y="215"/>
                    <a:pt x="286" y="453"/>
                    <a:pt x="358" y="691"/>
                  </a:cubicBezTo>
                  <a:cubicBezTo>
                    <a:pt x="1930" y="1072"/>
                    <a:pt x="3049" y="2477"/>
                    <a:pt x="3049" y="4121"/>
                  </a:cubicBezTo>
                  <a:lnTo>
                    <a:pt x="3049" y="6573"/>
                  </a:lnTo>
                  <a:cubicBezTo>
                    <a:pt x="3454" y="6264"/>
                    <a:pt x="3692" y="5811"/>
                    <a:pt x="3692" y="5311"/>
                  </a:cubicBezTo>
                  <a:lnTo>
                    <a:pt x="3692" y="4121"/>
                  </a:lnTo>
                  <a:cubicBezTo>
                    <a:pt x="3692" y="2001"/>
                    <a:pt x="2096" y="239"/>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8" name="Google Shape;9648;p88"/>
            <p:cNvSpPr/>
            <p:nvPr/>
          </p:nvSpPr>
          <p:spPr>
            <a:xfrm>
              <a:off x="1083525" y="4312250"/>
              <a:ext cx="213750" cy="32175"/>
            </a:xfrm>
            <a:custGeom>
              <a:avLst/>
              <a:gdLst/>
              <a:ahLst/>
              <a:cxnLst/>
              <a:rect l="l" t="t" r="r" b="b"/>
              <a:pathLst>
                <a:path w="8550" h="1287" extrusionOk="0">
                  <a:moveTo>
                    <a:pt x="977" y="0"/>
                  </a:moveTo>
                  <a:cubicBezTo>
                    <a:pt x="429" y="0"/>
                    <a:pt x="1" y="429"/>
                    <a:pt x="1" y="977"/>
                  </a:cubicBezTo>
                  <a:cubicBezTo>
                    <a:pt x="1" y="1143"/>
                    <a:pt x="120" y="1286"/>
                    <a:pt x="286" y="1286"/>
                  </a:cubicBezTo>
                  <a:lnTo>
                    <a:pt x="8240" y="1286"/>
                  </a:lnTo>
                  <a:cubicBezTo>
                    <a:pt x="8431" y="1286"/>
                    <a:pt x="8550" y="1143"/>
                    <a:pt x="8550" y="977"/>
                  </a:cubicBezTo>
                  <a:cubicBezTo>
                    <a:pt x="8550" y="453"/>
                    <a:pt x="8121" y="0"/>
                    <a:pt x="759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49" name="Google Shape;9649;p88"/>
            <p:cNvSpPr/>
            <p:nvPr/>
          </p:nvSpPr>
          <p:spPr>
            <a:xfrm>
              <a:off x="1081150" y="4076475"/>
              <a:ext cx="185175" cy="219725"/>
            </a:xfrm>
            <a:custGeom>
              <a:avLst/>
              <a:gdLst/>
              <a:ahLst/>
              <a:cxnLst/>
              <a:rect l="l" t="t" r="r" b="b"/>
              <a:pathLst>
                <a:path w="7407" h="8789" extrusionOk="0">
                  <a:moveTo>
                    <a:pt x="3412" y="3047"/>
                  </a:moveTo>
                  <a:cubicBezTo>
                    <a:pt x="3426" y="3047"/>
                    <a:pt x="3439" y="3047"/>
                    <a:pt x="3453" y="3049"/>
                  </a:cubicBezTo>
                  <a:cubicBezTo>
                    <a:pt x="3739" y="3049"/>
                    <a:pt x="3858" y="3383"/>
                    <a:pt x="3668" y="3573"/>
                  </a:cubicBezTo>
                  <a:cubicBezTo>
                    <a:pt x="3607" y="3634"/>
                    <a:pt x="3532" y="3661"/>
                    <a:pt x="3458" y="3661"/>
                  </a:cubicBezTo>
                  <a:cubicBezTo>
                    <a:pt x="3299" y="3661"/>
                    <a:pt x="3144" y="3537"/>
                    <a:pt x="3144" y="3359"/>
                  </a:cubicBezTo>
                  <a:cubicBezTo>
                    <a:pt x="3122" y="3182"/>
                    <a:pt x="3243" y="3047"/>
                    <a:pt x="3412" y="3047"/>
                  </a:cubicBezTo>
                  <a:close/>
                  <a:moveTo>
                    <a:pt x="5847" y="6240"/>
                  </a:moveTo>
                  <a:cubicBezTo>
                    <a:pt x="6019" y="6240"/>
                    <a:pt x="6192" y="6359"/>
                    <a:pt x="6168" y="6597"/>
                  </a:cubicBezTo>
                  <a:lnTo>
                    <a:pt x="6168" y="7860"/>
                  </a:lnTo>
                  <a:cubicBezTo>
                    <a:pt x="6144" y="8050"/>
                    <a:pt x="5996" y="8145"/>
                    <a:pt x="5847" y="8145"/>
                  </a:cubicBezTo>
                  <a:cubicBezTo>
                    <a:pt x="5698" y="8145"/>
                    <a:pt x="5549" y="8050"/>
                    <a:pt x="5525" y="7860"/>
                  </a:cubicBezTo>
                  <a:lnTo>
                    <a:pt x="5525" y="6597"/>
                  </a:lnTo>
                  <a:cubicBezTo>
                    <a:pt x="5501" y="6359"/>
                    <a:pt x="5674" y="6240"/>
                    <a:pt x="5847" y="6240"/>
                  </a:cubicBezTo>
                  <a:close/>
                  <a:moveTo>
                    <a:pt x="3191" y="1"/>
                  </a:moveTo>
                  <a:cubicBezTo>
                    <a:pt x="3025" y="1"/>
                    <a:pt x="2882" y="144"/>
                    <a:pt x="2882" y="310"/>
                  </a:cubicBezTo>
                  <a:lnTo>
                    <a:pt x="2882" y="1787"/>
                  </a:lnTo>
                  <a:cubicBezTo>
                    <a:pt x="2668" y="1930"/>
                    <a:pt x="2477" y="2097"/>
                    <a:pt x="2310" y="2311"/>
                  </a:cubicBezTo>
                  <a:lnTo>
                    <a:pt x="310" y="4692"/>
                  </a:lnTo>
                  <a:cubicBezTo>
                    <a:pt x="0" y="5073"/>
                    <a:pt x="24" y="5621"/>
                    <a:pt x="381" y="5978"/>
                  </a:cubicBezTo>
                  <a:lnTo>
                    <a:pt x="691" y="6264"/>
                  </a:lnTo>
                  <a:cubicBezTo>
                    <a:pt x="865" y="6452"/>
                    <a:pt x="1109" y="6544"/>
                    <a:pt x="1354" y="6544"/>
                  </a:cubicBezTo>
                  <a:cubicBezTo>
                    <a:pt x="1512" y="6544"/>
                    <a:pt x="1670" y="6506"/>
                    <a:pt x="1810" y="6431"/>
                  </a:cubicBezTo>
                  <a:lnTo>
                    <a:pt x="2787" y="5859"/>
                  </a:lnTo>
                  <a:lnTo>
                    <a:pt x="3763" y="5859"/>
                  </a:lnTo>
                  <a:cubicBezTo>
                    <a:pt x="4168" y="5859"/>
                    <a:pt x="4477" y="5526"/>
                    <a:pt x="4477" y="5121"/>
                  </a:cubicBezTo>
                  <a:cubicBezTo>
                    <a:pt x="4454" y="4895"/>
                    <a:pt x="4626" y="4782"/>
                    <a:pt x="4799" y="4782"/>
                  </a:cubicBezTo>
                  <a:cubicBezTo>
                    <a:pt x="4972" y="4782"/>
                    <a:pt x="5144" y="4895"/>
                    <a:pt x="5120" y="5121"/>
                  </a:cubicBezTo>
                  <a:cubicBezTo>
                    <a:pt x="5120" y="5883"/>
                    <a:pt x="4501" y="6478"/>
                    <a:pt x="3763" y="6502"/>
                  </a:cubicBezTo>
                  <a:lnTo>
                    <a:pt x="2501" y="6502"/>
                  </a:lnTo>
                  <a:cubicBezTo>
                    <a:pt x="1858" y="7098"/>
                    <a:pt x="1429" y="7907"/>
                    <a:pt x="1358" y="8788"/>
                  </a:cubicBezTo>
                  <a:lnTo>
                    <a:pt x="7407" y="8788"/>
                  </a:lnTo>
                  <a:lnTo>
                    <a:pt x="7407" y="4145"/>
                  </a:lnTo>
                  <a:cubicBezTo>
                    <a:pt x="7407" y="2644"/>
                    <a:pt x="6264" y="1382"/>
                    <a:pt x="4763" y="1263"/>
                  </a:cubicBezTo>
                  <a:lnTo>
                    <a:pt x="4763" y="1144"/>
                  </a:lnTo>
                  <a:cubicBezTo>
                    <a:pt x="4763" y="525"/>
                    <a:pt x="4239" y="1"/>
                    <a:pt x="362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50" name="Google Shape;9650;p88"/>
          <p:cNvGrpSpPr/>
          <p:nvPr/>
        </p:nvGrpSpPr>
        <p:grpSpPr>
          <a:xfrm>
            <a:off x="2358242" y="5336649"/>
            <a:ext cx="471801" cy="466233"/>
            <a:chOff x="1634825" y="4076475"/>
            <a:chExt cx="271150" cy="267950"/>
          </a:xfrm>
          <a:solidFill>
            <a:schemeClr val="bg1"/>
          </a:solidFill>
        </p:grpSpPr>
        <p:sp>
          <p:nvSpPr>
            <p:cNvPr id="9651" name="Google Shape;9651;p88"/>
            <p:cNvSpPr/>
            <p:nvPr/>
          </p:nvSpPr>
          <p:spPr>
            <a:xfrm>
              <a:off x="1655075" y="4297300"/>
              <a:ext cx="250900" cy="47125"/>
            </a:xfrm>
            <a:custGeom>
              <a:avLst/>
              <a:gdLst/>
              <a:ahLst/>
              <a:cxnLst/>
              <a:rect l="l" t="t" r="r" b="b"/>
              <a:pathLst>
                <a:path w="10036" h="1885" extrusionOk="0">
                  <a:moveTo>
                    <a:pt x="9619" y="1"/>
                  </a:moveTo>
                  <a:cubicBezTo>
                    <a:pt x="9604" y="1"/>
                    <a:pt x="9589" y="1"/>
                    <a:pt x="9574" y="3"/>
                  </a:cubicBezTo>
                  <a:lnTo>
                    <a:pt x="382" y="3"/>
                  </a:lnTo>
                  <a:cubicBezTo>
                    <a:pt x="0" y="27"/>
                    <a:pt x="0" y="598"/>
                    <a:pt x="382" y="622"/>
                  </a:cubicBezTo>
                  <a:lnTo>
                    <a:pt x="1024" y="622"/>
                  </a:lnTo>
                  <a:cubicBezTo>
                    <a:pt x="620" y="1146"/>
                    <a:pt x="1001" y="1884"/>
                    <a:pt x="1644" y="1884"/>
                  </a:cubicBezTo>
                  <a:cubicBezTo>
                    <a:pt x="2287" y="1884"/>
                    <a:pt x="2668" y="1146"/>
                    <a:pt x="2287" y="622"/>
                  </a:cubicBezTo>
                  <a:lnTo>
                    <a:pt x="4359" y="622"/>
                  </a:lnTo>
                  <a:cubicBezTo>
                    <a:pt x="3977" y="1146"/>
                    <a:pt x="4335" y="1884"/>
                    <a:pt x="4978" y="1884"/>
                  </a:cubicBezTo>
                  <a:cubicBezTo>
                    <a:pt x="5645" y="1884"/>
                    <a:pt x="6002" y="1146"/>
                    <a:pt x="5621" y="622"/>
                  </a:cubicBezTo>
                  <a:lnTo>
                    <a:pt x="7693" y="622"/>
                  </a:lnTo>
                  <a:cubicBezTo>
                    <a:pt x="7312" y="1146"/>
                    <a:pt x="7669" y="1884"/>
                    <a:pt x="8336" y="1884"/>
                  </a:cubicBezTo>
                  <a:cubicBezTo>
                    <a:pt x="8979" y="1884"/>
                    <a:pt x="9336" y="1146"/>
                    <a:pt x="8955" y="622"/>
                  </a:cubicBezTo>
                  <a:lnTo>
                    <a:pt x="9574" y="622"/>
                  </a:lnTo>
                  <a:cubicBezTo>
                    <a:pt x="9589" y="624"/>
                    <a:pt x="9604" y="624"/>
                    <a:pt x="9619" y="624"/>
                  </a:cubicBezTo>
                  <a:cubicBezTo>
                    <a:pt x="10035" y="624"/>
                    <a:pt x="10035" y="1"/>
                    <a:pt x="961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52" name="Google Shape;9652;p88"/>
            <p:cNvSpPr/>
            <p:nvPr/>
          </p:nvSpPr>
          <p:spPr>
            <a:xfrm>
              <a:off x="1634825" y="4076475"/>
              <a:ext cx="269125" cy="204850"/>
            </a:xfrm>
            <a:custGeom>
              <a:avLst/>
              <a:gdLst/>
              <a:ahLst/>
              <a:cxnLst/>
              <a:rect l="l" t="t" r="r" b="b"/>
              <a:pathLst>
                <a:path w="10765" h="8194" extrusionOk="0">
                  <a:moveTo>
                    <a:pt x="2641" y="2237"/>
                  </a:moveTo>
                  <a:cubicBezTo>
                    <a:pt x="3058" y="2237"/>
                    <a:pt x="3058" y="2861"/>
                    <a:pt x="2641" y="2861"/>
                  </a:cubicBezTo>
                  <a:cubicBezTo>
                    <a:pt x="2627" y="2861"/>
                    <a:pt x="2612" y="2860"/>
                    <a:pt x="2597" y="2859"/>
                  </a:cubicBezTo>
                  <a:cubicBezTo>
                    <a:pt x="2216" y="2835"/>
                    <a:pt x="2216" y="2287"/>
                    <a:pt x="2597" y="2239"/>
                  </a:cubicBezTo>
                  <a:cubicBezTo>
                    <a:pt x="2612" y="2238"/>
                    <a:pt x="2627" y="2237"/>
                    <a:pt x="2641" y="2237"/>
                  </a:cubicBezTo>
                  <a:close/>
                  <a:moveTo>
                    <a:pt x="2073" y="1"/>
                  </a:moveTo>
                  <a:cubicBezTo>
                    <a:pt x="1882" y="1"/>
                    <a:pt x="1739" y="144"/>
                    <a:pt x="1739" y="310"/>
                  </a:cubicBezTo>
                  <a:lnTo>
                    <a:pt x="1739" y="1430"/>
                  </a:lnTo>
                  <a:cubicBezTo>
                    <a:pt x="1692" y="1477"/>
                    <a:pt x="1620" y="1549"/>
                    <a:pt x="1573" y="1596"/>
                  </a:cubicBezTo>
                  <a:lnTo>
                    <a:pt x="215" y="3287"/>
                  </a:lnTo>
                  <a:cubicBezTo>
                    <a:pt x="25" y="3525"/>
                    <a:pt x="1" y="3883"/>
                    <a:pt x="167" y="4145"/>
                  </a:cubicBezTo>
                  <a:lnTo>
                    <a:pt x="477" y="4597"/>
                  </a:lnTo>
                  <a:cubicBezTo>
                    <a:pt x="614" y="4810"/>
                    <a:pt x="848" y="4926"/>
                    <a:pt x="1086" y="4926"/>
                  </a:cubicBezTo>
                  <a:cubicBezTo>
                    <a:pt x="1221" y="4926"/>
                    <a:pt x="1357" y="4889"/>
                    <a:pt x="1477" y="4811"/>
                  </a:cubicBezTo>
                  <a:lnTo>
                    <a:pt x="1477" y="4788"/>
                  </a:lnTo>
                  <a:lnTo>
                    <a:pt x="1930" y="4502"/>
                  </a:lnTo>
                  <a:lnTo>
                    <a:pt x="1930" y="8193"/>
                  </a:lnTo>
                  <a:lnTo>
                    <a:pt x="3216" y="8193"/>
                  </a:lnTo>
                  <a:lnTo>
                    <a:pt x="3502" y="6859"/>
                  </a:lnTo>
                  <a:cubicBezTo>
                    <a:pt x="4164" y="7102"/>
                    <a:pt x="4868" y="7243"/>
                    <a:pt x="5575" y="7243"/>
                  </a:cubicBezTo>
                  <a:cubicBezTo>
                    <a:pt x="5630" y="7243"/>
                    <a:pt x="5685" y="7242"/>
                    <a:pt x="5740" y="7240"/>
                  </a:cubicBezTo>
                  <a:cubicBezTo>
                    <a:pt x="6526" y="7240"/>
                    <a:pt x="7336" y="7098"/>
                    <a:pt x="8074" y="6836"/>
                  </a:cubicBezTo>
                  <a:lnTo>
                    <a:pt x="8407" y="8193"/>
                  </a:lnTo>
                  <a:lnTo>
                    <a:pt x="9669" y="8193"/>
                  </a:lnTo>
                  <a:lnTo>
                    <a:pt x="9669" y="5383"/>
                  </a:lnTo>
                  <a:cubicBezTo>
                    <a:pt x="9669" y="5026"/>
                    <a:pt x="9574" y="4692"/>
                    <a:pt x="9408" y="4407"/>
                  </a:cubicBezTo>
                  <a:lnTo>
                    <a:pt x="9408" y="4407"/>
                  </a:lnTo>
                  <a:cubicBezTo>
                    <a:pt x="9884" y="4716"/>
                    <a:pt x="10146" y="5240"/>
                    <a:pt x="10098" y="5788"/>
                  </a:cubicBezTo>
                  <a:cubicBezTo>
                    <a:pt x="10110" y="5978"/>
                    <a:pt x="10253" y="6074"/>
                    <a:pt x="10399" y="6074"/>
                  </a:cubicBezTo>
                  <a:cubicBezTo>
                    <a:pt x="10545" y="6074"/>
                    <a:pt x="10693" y="5978"/>
                    <a:pt x="10717" y="5788"/>
                  </a:cubicBezTo>
                  <a:cubicBezTo>
                    <a:pt x="10765" y="5073"/>
                    <a:pt x="10432" y="4383"/>
                    <a:pt x="9860" y="3954"/>
                  </a:cubicBezTo>
                  <a:cubicBezTo>
                    <a:pt x="9255" y="3587"/>
                    <a:pt x="8590" y="3376"/>
                    <a:pt x="7903" y="3376"/>
                  </a:cubicBezTo>
                  <a:cubicBezTo>
                    <a:pt x="7833" y="3376"/>
                    <a:pt x="7763" y="3378"/>
                    <a:pt x="7693" y="3383"/>
                  </a:cubicBezTo>
                  <a:lnTo>
                    <a:pt x="5026" y="3383"/>
                  </a:lnTo>
                  <a:lnTo>
                    <a:pt x="5026" y="3121"/>
                  </a:lnTo>
                  <a:cubicBezTo>
                    <a:pt x="5026" y="2620"/>
                    <a:pt x="4859" y="2120"/>
                    <a:pt x="4549" y="1716"/>
                  </a:cubicBezTo>
                  <a:cubicBezTo>
                    <a:pt x="4287" y="1382"/>
                    <a:pt x="3930" y="1120"/>
                    <a:pt x="3525" y="953"/>
                  </a:cubicBezTo>
                  <a:cubicBezTo>
                    <a:pt x="3430" y="406"/>
                    <a:pt x="2930" y="1"/>
                    <a:pt x="23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53" name="Google Shape;9653;p88"/>
          <p:cNvGrpSpPr/>
          <p:nvPr/>
        </p:nvGrpSpPr>
        <p:grpSpPr>
          <a:xfrm>
            <a:off x="3385886" y="5336648"/>
            <a:ext cx="427909" cy="467277"/>
            <a:chOff x="2225425" y="4076475"/>
            <a:chExt cx="245925" cy="268550"/>
          </a:xfrm>
          <a:solidFill>
            <a:schemeClr val="bg1"/>
          </a:solidFill>
        </p:grpSpPr>
        <p:sp>
          <p:nvSpPr>
            <p:cNvPr id="9654" name="Google Shape;9654;p88"/>
            <p:cNvSpPr/>
            <p:nvPr/>
          </p:nvSpPr>
          <p:spPr>
            <a:xfrm>
              <a:off x="2323675" y="4134225"/>
              <a:ext cx="49425" cy="47675"/>
            </a:xfrm>
            <a:custGeom>
              <a:avLst/>
              <a:gdLst/>
              <a:ahLst/>
              <a:cxnLst/>
              <a:rect l="l" t="t" r="r" b="b"/>
              <a:pathLst>
                <a:path w="1977" h="1907" extrusionOk="0">
                  <a:moveTo>
                    <a:pt x="1000" y="1"/>
                  </a:moveTo>
                  <a:lnTo>
                    <a:pt x="762" y="501"/>
                  </a:lnTo>
                  <a:cubicBezTo>
                    <a:pt x="715" y="572"/>
                    <a:pt x="619" y="644"/>
                    <a:pt x="524" y="668"/>
                  </a:cubicBezTo>
                  <a:lnTo>
                    <a:pt x="0" y="739"/>
                  </a:lnTo>
                  <a:lnTo>
                    <a:pt x="357" y="1120"/>
                  </a:lnTo>
                  <a:cubicBezTo>
                    <a:pt x="453" y="1192"/>
                    <a:pt x="476" y="1287"/>
                    <a:pt x="453" y="1382"/>
                  </a:cubicBezTo>
                  <a:lnTo>
                    <a:pt x="357" y="1906"/>
                  </a:lnTo>
                  <a:lnTo>
                    <a:pt x="834" y="1668"/>
                  </a:lnTo>
                  <a:cubicBezTo>
                    <a:pt x="881" y="1644"/>
                    <a:pt x="935" y="1632"/>
                    <a:pt x="988" y="1632"/>
                  </a:cubicBezTo>
                  <a:cubicBezTo>
                    <a:pt x="1042" y="1632"/>
                    <a:pt x="1096" y="1644"/>
                    <a:pt x="1143" y="1668"/>
                  </a:cubicBezTo>
                  <a:lnTo>
                    <a:pt x="1596" y="1906"/>
                  </a:lnTo>
                  <a:lnTo>
                    <a:pt x="1524" y="1382"/>
                  </a:lnTo>
                  <a:cubicBezTo>
                    <a:pt x="1500" y="1287"/>
                    <a:pt x="1524" y="1192"/>
                    <a:pt x="1596" y="1120"/>
                  </a:cubicBezTo>
                  <a:lnTo>
                    <a:pt x="1977" y="739"/>
                  </a:lnTo>
                  <a:lnTo>
                    <a:pt x="1453" y="668"/>
                  </a:lnTo>
                  <a:cubicBezTo>
                    <a:pt x="1358" y="644"/>
                    <a:pt x="1262" y="572"/>
                    <a:pt x="1215" y="501"/>
                  </a:cubicBezTo>
                  <a:lnTo>
                    <a:pt x="100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55" name="Google Shape;9655;p88"/>
            <p:cNvSpPr/>
            <p:nvPr/>
          </p:nvSpPr>
          <p:spPr>
            <a:xfrm>
              <a:off x="2225425" y="4076475"/>
              <a:ext cx="245925" cy="268550"/>
            </a:xfrm>
            <a:custGeom>
              <a:avLst/>
              <a:gdLst/>
              <a:ahLst/>
              <a:cxnLst/>
              <a:rect l="l" t="t" r="r" b="b"/>
              <a:pathLst>
                <a:path w="9837" h="10742" extrusionOk="0">
                  <a:moveTo>
                    <a:pt x="1668" y="1525"/>
                  </a:moveTo>
                  <a:lnTo>
                    <a:pt x="1668" y="3716"/>
                  </a:lnTo>
                  <a:cubicBezTo>
                    <a:pt x="1668" y="4145"/>
                    <a:pt x="1763" y="4549"/>
                    <a:pt x="1906" y="4954"/>
                  </a:cubicBezTo>
                  <a:cubicBezTo>
                    <a:pt x="1144" y="4669"/>
                    <a:pt x="620" y="3906"/>
                    <a:pt x="620" y="3073"/>
                  </a:cubicBezTo>
                  <a:lnTo>
                    <a:pt x="620" y="2049"/>
                  </a:lnTo>
                  <a:cubicBezTo>
                    <a:pt x="620" y="1763"/>
                    <a:pt x="858" y="1525"/>
                    <a:pt x="1144" y="1525"/>
                  </a:cubicBezTo>
                  <a:close/>
                  <a:moveTo>
                    <a:pt x="8693" y="1525"/>
                  </a:moveTo>
                  <a:cubicBezTo>
                    <a:pt x="8979" y="1525"/>
                    <a:pt x="9217" y="1763"/>
                    <a:pt x="9217" y="2049"/>
                  </a:cubicBezTo>
                  <a:lnTo>
                    <a:pt x="9217" y="3097"/>
                  </a:lnTo>
                  <a:cubicBezTo>
                    <a:pt x="9217" y="3930"/>
                    <a:pt x="8693" y="4669"/>
                    <a:pt x="7931" y="4954"/>
                  </a:cubicBezTo>
                  <a:cubicBezTo>
                    <a:pt x="8074" y="4549"/>
                    <a:pt x="8169" y="4145"/>
                    <a:pt x="8169" y="3716"/>
                  </a:cubicBezTo>
                  <a:lnTo>
                    <a:pt x="8169" y="1525"/>
                  </a:lnTo>
                  <a:close/>
                  <a:moveTo>
                    <a:pt x="4907" y="1323"/>
                  </a:moveTo>
                  <a:cubicBezTo>
                    <a:pt x="5020" y="1323"/>
                    <a:pt x="5133" y="1382"/>
                    <a:pt x="5192" y="1501"/>
                  </a:cubicBezTo>
                  <a:lnTo>
                    <a:pt x="5621" y="2382"/>
                  </a:lnTo>
                  <a:lnTo>
                    <a:pt x="6621" y="2525"/>
                  </a:lnTo>
                  <a:cubicBezTo>
                    <a:pt x="6740" y="2549"/>
                    <a:pt x="6836" y="2620"/>
                    <a:pt x="6883" y="2740"/>
                  </a:cubicBezTo>
                  <a:cubicBezTo>
                    <a:pt x="6907" y="2859"/>
                    <a:pt x="6883" y="2978"/>
                    <a:pt x="6812" y="3073"/>
                  </a:cubicBezTo>
                  <a:lnTo>
                    <a:pt x="6097" y="3764"/>
                  </a:lnTo>
                  <a:lnTo>
                    <a:pt x="6264" y="4764"/>
                  </a:lnTo>
                  <a:cubicBezTo>
                    <a:pt x="6288" y="4883"/>
                    <a:pt x="6240" y="5002"/>
                    <a:pt x="6145" y="5050"/>
                  </a:cubicBezTo>
                  <a:cubicBezTo>
                    <a:pt x="6090" y="5091"/>
                    <a:pt x="6018" y="5117"/>
                    <a:pt x="5949" y="5117"/>
                  </a:cubicBezTo>
                  <a:cubicBezTo>
                    <a:pt x="5900" y="5117"/>
                    <a:pt x="5851" y="5103"/>
                    <a:pt x="5811" y="5073"/>
                  </a:cubicBezTo>
                  <a:lnTo>
                    <a:pt x="4907" y="4621"/>
                  </a:lnTo>
                  <a:lnTo>
                    <a:pt x="4025" y="5073"/>
                  </a:lnTo>
                  <a:cubicBezTo>
                    <a:pt x="3978" y="5097"/>
                    <a:pt x="3930" y="5121"/>
                    <a:pt x="3883" y="5121"/>
                  </a:cubicBezTo>
                  <a:cubicBezTo>
                    <a:pt x="3811" y="5121"/>
                    <a:pt x="3740" y="5097"/>
                    <a:pt x="3692" y="5050"/>
                  </a:cubicBezTo>
                  <a:cubicBezTo>
                    <a:pt x="3597" y="5002"/>
                    <a:pt x="3549" y="4883"/>
                    <a:pt x="3573" y="4764"/>
                  </a:cubicBezTo>
                  <a:lnTo>
                    <a:pt x="3740" y="3764"/>
                  </a:lnTo>
                  <a:lnTo>
                    <a:pt x="3001" y="3073"/>
                  </a:lnTo>
                  <a:cubicBezTo>
                    <a:pt x="2930" y="2978"/>
                    <a:pt x="2906" y="2859"/>
                    <a:pt x="2930" y="2740"/>
                  </a:cubicBezTo>
                  <a:cubicBezTo>
                    <a:pt x="2978" y="2620"/>
                    <a:pt x="3073" y="2549"/>
                    <a:pt x="3192" y="2525"/>
                  </a:cubicBezTo>
                  <a:lnTo>
                    <a:pt x="4192" y="2382"/>
                  </a:lnTo>
                  <a:lnTo>
                    <a:pt x="4621" y="1501"/>
                  </a:lnTo>
                  <a:cubicBezTo>
                    <a:pt x="4680" y="1382"/>
                    <a:pt x="4793" y="1323"/>
                    <a:pt x="4907" y="1323"/>
                  </a:cubicBezTo>
                  <a:close/>
                  <a:moveTo>
                    <a:pt x="1977" y="1"/>
                  </a:moveTo>
                  <a:cubicBezTo>
                    <a:pt x="1811" y="1"/>
                    <a:pt x="1692" y="144"/>
                    <a:pt x="1692" y="310"/>
                  </a:cubicBezTo>
                  <a:lnTo>
                    <a:pt x="1692" y="906"/>
                  </a:lnTo>
                  <a:lnTo>
                    <a:pt x="1144" y="906"/>
                  </a:lnTo>
                  <a:cubicBezTo>
                    <a:pt x="525" y="906"/>
                    <a:pt x="1" y="1406"/>
                    <a:pt x="1" y="2049"/>
                  </a:cubicBezTo>
                  <a:lnTo>
                    <a:pt x="1" y="3097"/>
                  </a:lnTo>
                  <a:cubicBezTo>
                    <a:pt x="1" y="4430"/>
                    <a:pt x="1001" y="5550"/>
                    <a:pt x="2335" y="5693"/>
                  </a:cubicBezTo>
                  <a:cubicBezTo>
                    <a:pt x="2787" y="6264"/>
                    <a:pt x="3382" y="6669"/>
                    <a:pt x="4073" y="6859"/>
                  </a:cubicBezTo>
                  <a:lnTo>
                    <a:pt x="4073" y="8860"/>
                  </a:lnTo>
                  <a:lnTo>
                    <a:pt x="3430" y="8860"/>
                  </a:lnTo>
                  <a:cubicBezTo>
                    <a:pt x="3413" y="8859"/>
                    <a:pt x="3396" y="8859"/>
                    <a:pt x="3380" y="8859"/>
                  </a:cubicBezTo>
                  <a:cubicBezTo>
                    <a:pt x="2901" y="8859"/>
                    <a:pt x="2496" y="9185"/>
                    <a:pt x="2335" y="9646"/>
                  </a:cubicBezTo>
                  <a:lnTo>
                    <a:pt x="2096" y="10313"/>
                  </a:lnTo>
                  <a:cubicBezTo>
                    <a:pt x="2073" y="10408"/>
                    <a:pt x="2096" y="10527"/>
                    <a:pt x="2144" y="10598"/>
                  </a:cubicBezTo>
                  <a:cubicBezTo>
                    <a:pt x="2216" y="10694"/>
                    <a:pt x="2311" y="10741"/>
                    <a:pt x="2406" y="10741"/>
                  </a:cubicBezTo>
                  <a:lnTo>
                    <a:pt x="7431" y="10741"/>
                  </a:lnTo>
                  <a:cubicBezTo>
                    <a:pt x="7526" y="10741"/>
                    <a:pt x="7621" y="10694"/>
                    <a:pt x="7693" y="10598"/>
                  </a:cubicBezTo>
                  <a:cubicBezTo>
                    <a:pt x="7740" y="10527"/>
                    <a:pt x="7764" y="10408"/>
                    <a:pt x="7740" y="10313"/>
                  </a:cubicBezTo>
                  <a:lnTo>
                    <a:pt x="7502" y="9646"/>
                  </a:lnTo>
                  <a:cubicBezTo>
                    <a:pt x="7341" y="9185"/>
                    <a:pt x="6936" y="8859"/>
                    <a:pt x="6457" y="8859"/>
                  </a:cubicBezTo>
                  <a:cubicBezTo>
                    <a:pt x="6440" y="8859"/>
                    <a:pt x="6424" y="8859"/>
                    <a:pt x="6407" y="8860"/>
                  </a:cubicBezTo>
                  <a:lnTo>
                    <a:pt x="5764" y="8860"/>
                  </a:lnTo>
                  <a:lnTo>
                    <a:pt x="5764" y="6859"/>
                  </a:lnTo>
                  <a:cubicBezTo>
                    <a:pt x="6454" y="6669"/>
                    <a:pt x="7050" y="6264"/>
                    <a:pt x="7502" y="5693"/>
                  </a:cubicBezTo>
                  <a:cubicBezTo>
                    <a:pt x="8836" y="5550"/>
                    <a:pt x="9836" y="4430"/>
                    <a:pt x="9836" y="3073"/>
                  </a:cubicBezTo>
                  <a:lnTo>
                    <a:pt x="9836" y="2049"/>
                  </a:lnTo>
                  <a:cubicBezTo>
                    <a:pt x="9836" y="1420"/>
                    <a:pt x="9335" y="905"/>
                    <a:pt x="8734" y="905"/>
                  </a:cubicBezTo>
                  <a:cubicBezTo>
                    <a:pt x="8720" y="905"/>
                    <a:pt x="8707" y="905"/>
                    <a:pt x="8693" y="906"/>
                  </a:cubicBezTo>
                  <a:lnTo>
                    <a:pt x="8169" y="906"/>
                  </a:lnTo>
                  <a:lnTo>
                    <a:pt x="8169" y="334"/>
                  </a:lnTo>
                  <a:cubicBezTo>
                    <a:pt x="8169" y="144"/>
                    <a:pt x="8026" y="1"/>
                    <a:pt x="7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56" name="Google Shape;9656;p88"/>
          <p:cNvGrpSpPr/>
          <p:nvPr/>
        </p:nvGrpSpPr>
        <p:grpSpPr>
          <a:xfrm>
            <a:off x="4401088" y="5335517"/>
            <a:ext cx="411336" cy="467364"/>
            <a:chOff x="2808875" y="4075825"/>
            <a:chExt cx="236400" cy="268600"/>
          </a:xfrm>
          <a:solidFill>
            <a:schemeClr val="bg1"/>
          </a:solidFill>
        </p:grpSpPr>
        <p:sp>
          <p:nvSpPr>
            <p:cNvPr id="9657" name="Google Shape;9657;p88"/>
            <p:cNvSpPr/>
            <p:nvPr/>
          </p:nvSpPr>
          <p:spPr>
            <a:xfrm>
              <a:off x="2904150" y="4152100"/>
              <a:ext cx="63125" cy="63125"/>
            </a:xfrm>
            <a:custGeom>
              <a:avLst/>
              <a:gdLst/>
              <a:ahLst/>
              <a:cxnLst/>
              <a:rect l="l" t="t" r="r" b="b"/>
              <a:pathLst>
                <a:path w="2525" h="2525" extrusionOk="0">
                  <a:moveTo>
                    <a:pt x="1262" y="0"/>
                  </a:moveTo>
                  <a:cubicBezTo>
                    <a:pt x="572" y="0"/>
                    <a:pt x="0" y="572"/>
                    <a:pt x="0" y="1262"/>
                  </a:cubicBezTo>
                  <a:cubicBezTo>
                    <a:pt x="0" y="1953"/>
                    <a:pt x="572" y="2525"/>
                    <a:pt x="1262" y="2525"/>
                  </a:cubicBezTo>
                  <a:cubicBezTo>
                    <a:pt x="1953" y="2525"/>
                    <a:pt x="2525" y="1953"/>
                    <a:pt x="2525" y="1262"/>
                  </a:cubicBezTo>
                  <a:cubicBezTo>
                    <a:pt x="2525" y="572"/>
                    <a:pt x="1953" y="0"/>
                    <a:pt x="12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58" name="Google Shape;9658;p88"/>
            <p:cNvSpPr/>
            <p:nvPr/>
          </p:nvSpPr>
          <p:spPr>
            <a:xfrm>
              <a:off x="2808875" y="4075825"/>
              <a:ext cx="236400" cy="268600"/>
            </a:xfrm>
            <a:custGeom>
              <a:avLst/>
              <a:gdLst/>
              <a:ahLst/>
              <a:cxnLst/>
              <a:rect l="l" t="t" r="r" b="b"/>
              <a:pathLst>
                <a:path w="9456" h="10744" extrusionOk="0">
                  <a:moveTo>
                    <a:pt x="5085" y="1605"/>
                  </a:moveTo>
                  <a:cubicBezTo>
                    <a:pt x="5246" y="1605"/>
                    <a:pt x="5407" y="1706"/>
                    <a:pt x="5407" y="1908"/>
                  </a:cubicBezTo>
                  <a:lnTo>
                    <a:pt x="5407" y="2456"/>
                  </a:lnTo>
                  <a:cubicBezTo>
                    <a:pt x="5835" y="2527"/>
                    <a:pt x="6240" y="2766"/>
                    <a:pt x="6526" y="3123"/>
                  </a:cubicBezTo>
                  <a:lnTo>
                    <a:pt x="7026" y="2837"/>
                  </a:lnTo>
                  <a:cubicBezTo>
                    <a:pt x="7063" y="2807"/>
                    <a:pt x="7102" y="2794"/>
                    <a:pt x="7141" y="2794"/>
                  </a:cubicBezTo>
                  <a:cubicBezTo>
                    <a:pt x="7375" y="2794"/>
                    <a:pt x="7598" y="3282"/>
                    <a:pt x="7312" y="3385"/>
                  </a:cubicBezTo>
                  <a:lnTo>
                    <a:pt x="6836" y="3671"/>
                  </a:lnTo>
                  <a:cubicBezTo>
                    <a:pt x="6907" y="3861"/>
                    <a:pt x="6955" y="4099"/>
                    <a:pt x="6955" y="4313"/>
                  </a:cubicBezTo>
                  <a:lnTo>
                    <a:pt x="6979" y="4313"/>
                  </a:lnTo>
                  <a:cubicBezTo>
                    <a:pt x="6979" y="4552"/>
                    <a:pt x="6931" y="4766"/>
                    <a:pt x="6860" y="4980"/>
                  </a:cubicBezTo>
                  <a:lnTo>
                    <a:pt x="7336" y="5242"/>
                  </a:lnTo>
                  <a:cubicBezTo>
                    <a:pt x="7631" y="5379"/>
                    <a:pt x="7536" y="5841"/>
                    <a:pt x="7216" y="5841"/>
                  </a:cubicBezTo>
                  <a:cubicBezTo>
                    <a:pt x="7201" y="5841"/>
                    <a:pt x="7185" y="5840"/>
                    <a:pt x="7169" y="5838"/>
                  </a:cubicBezTo>
                  <a:cubicBezTo>
                    <a:pt x="7121" y="5838"/>
                    <a:pt x="7050" y="5838"/>
                    <a:pt x="7026" y="5814"/>
                  </a:cubicBezTo>
                  <a:lnTo>
                    <a:pt x="6526" y="5528"/>
                  </a:lnTo>
                  <a:cubicBezTo>
                    <a:pt x="6240" y="5885"/>
                    <a:pt x="5835" y="6100"/>
                    <a:pt x="5407" y="6171"/>
                  </a:cubicBezTo>
                  <a:lnTo>
                    <a:pt x="5407" y="6743"/>
                  </a:lnTo>
                  <a:cubicBezTo>
                    <a:pt x="5407" y="6945"/>
                    <a:pt x="5246" y="7046"/>
                    <a:pt x="5085" y="7046"/>
                  </a:cubicBezTo>
                  <a:cubicBezTo>
                    <a:pt x="4925" y="7046"/>
                    <a:pt x="4764" y="6945"/>
                    <a:pt x="4764" y="6743"/>
                  </a:cubicBezTo>
                  <a:lnTo>
                    <a:pt x="4764" y="6171"/>
                  </a:lnTo>
                  <a:cubicBezTo>
                    <a:pt x="4335" y="6100"/>
                    <a:pt x="3930" y="5885"/>
                    <a:pt x="3645" y="5528"/>
                  </a:cubicBezTo>
                  <a:lnTo>
                    <a:pt x="3168" y="5814"/>
                  </a:lnTo>
                  <a:cubicBezTo>
                    <a:pt x="3121" y="5838"/>
                    <a:pt x="3049" y="5838"/>
                    <a:pt x="3002" y="5838"/>
                  </a:cubicBezTo>
                  <a:cubicBezTo>
                    <a:pt x="2985" y="5840"/>
                    <a:pt x="2970" y="5841"/>
                    <a:pt x="2955" y="5841"/>
                  </a:cubicBezTo>
                  <a:cubicBezTo>
                    <a:pt x="2634" y="5841"/>
                    <a:pt x="2539" y="5379"/>
                    <a:pt x="2835" y="5242"/>
                  </a:cubicBezTo>
                  <a:lnTo>
                    <a:pt x="3311" y="4980"/>
                  </a:lnTo>
                  <a:cubicBezTo>
                    <a:pt x="3168" y="4552"/>
                    <a:pt x="3168" y="4075"/>
                    <a:pt x="3311" y="3671"/>
                  </a:cubicBezTo>
                  <a:lnTo>
                    <a:pt x="2835" y="3385"/>
                  </a:lnTo>
                  <a:cubicBezTo>
                    <a:pt x="2531" y="3202"/>
                    <a:pt x="2710" y="2796"/>
                    <a:pt x="3004" y="2796"/>
                  </a:cubicBezTo>
                  <a:cubicBezTo>
                    <a:pt x="3056" y="2796"/>
                    <a:pt x="3111" y="2809"/>
                    <a:pt x="3168" y="2837"/>
                  </a:cubicBezTo>
                  <a:lnTo>
                    <a:pt x="3645" y="3123"/>
                  </a:lnTo>
                  <a:cubicBezTo>
                    <a:pt x="3930" y="2766"/>
                    <a:pt x="4335" y="2527"/>
                    <a:pt x="4764" y="2456"/>
                  </a:cubicBezTo>
                  <a:lnTo>
                    <a:pt x="4764" y="1908"/>
                  </a:lnTo>
                  <a:cubicBezTo>
                    <a:pt x="4764" y="1706"/>
                    <a:pt x="4925" y="1605"/>
                    <a:pt x="5085" y="1605"/>
                  </a:cubicBezTo>
                  <a:close/>
                  <a:moveTo>
                    <a:pt x="5046" y="1"/>
                  </a:moveTo>
                  <a:cubicBezTo>
                    <a:pt x="5000" y="1"/>
                    <a:pt x="4953" y="2"/>
                    <a:pt x="4907" y="3"/>
                  </a:cubicBezTo>
                  <a:cubicBezTo>
                    <a:pt x="2621" y="98"/>
                    <a:pt x="811"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1" y="10743"/>
                  </a:cubicBezTo>
                  <a:lnTo>
                    <a:pt x="7788" y="10743"/>
                  </a:lnTo>
                  <a:cubicBezTo>
                    <a:pt x="7979" y="10743"/>
                    <a:pt x="8122" y="10600"/>
                    <a:pt x="8122" y="10434"/>
                  </a:cubicBezTo>
                  <a:lnTo>
                    <a:pt x="8122" y="7338"/>
                  </a:lnTo>
                  <a:cubicBezTo>
                    <a:pt x="9003" y="6457"/>
                    <a:pt x="9455" y="5195"/>
                    <a:pt x="9360" y="3932"/>
                  </a:cubicBezTo>
                  <a:cubicBezTo>
                    <a:pt x="9173" y="1692"/>
                    <a:pt x="7295" y="1"/>
                    <a:pt x="504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59" name="Google Shape;9659;p88"/>
          <p:cNvGrpSpPr/>
          <p:nvPr/>
        </p:nvGrpSpPr>
        <p:grpSpPr>
          <a:xfrm>
            <a:off x="5408026" y="5335517"/>
            <a:ext cx="411292" cy="467364"/>
            <a:chOff x="3387575" y="4075825"/>
            <a:chExt cx="236375" cy="268600"/>
          </a:xfrm>
          <a:solidFill>
            <a:schemeClr val="bg1"/>
          </a:solidFill>
        </p:grpSpPr>
        <p:sp>
          <p:nvSpPr>
            <p:cNvPr id="9660" name="Google Shape;9660;p88"/>
            <p:cNvSpPr/>
            <p:nvPr/>
          </p:nvSpPr>
          <p:spPr>
            <a:xfrm>
              <a:off x="3491175" y="4249150"/>
              <a:ext cx="47050" cy="16100"/>
            </a:xfrm>
            <a:custGeom>
              <a:avLst/>
              <a:gdLst/>
              <a:ahLst/>
              <a:cxnLst/>
              <a:rect l="l" t="t" r="r" b="b"/>
              <a:pathLst>
                <a:path w="1882" h="644" extrusionOk="0">
                  <a:moveTo>
                    <a:pt x="0" y="0"/>
                  </a:moveTo>
                  <a:lnTo>
                    <a:pt x="0" y="548"/>
                  </a:lnTo>
                  <a:cubicBezTo>
                    <a:pt x="0" y="595"/>
                    <a:pt x="24" y="643"/>
                    <a:pt x="96" y="643"/>
                  </a:cubicBezTo>
                  <a:lnTo>
                    <a:pt x="1763" y="643"/>
                  </a:lnTo>
                  <a:cubicBezTo>
                    <a:pt x="1834" y="643"/>
                    <a:pt x="1882" y="595"/>
                    <a:pt x="1882" y="548"/>
                  </a:cubicBez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61" name="Google Shape;9661;p88"/>
            <p:cNvSpPr/>
            <p:nvPr/>
          </p:nvSpPr>
          <p:spPr>
            <a:xfrm>
              <a:off x="3447975" y="4123750"/>
              <a:ext cx="130150" cy="109925"/>
            </a:xfrm>
            <a:custGeom>
              <a:avLst/>
              <a:gdLst/>
              <a:ahLst/>
              <a:cxnLst/>
              <a:rect l="l" t="t" r="r" b="b"/>
              <a:pathLst>
                <a:path w="5206" h="4397" extrusionOk="0">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62" name="Google Shape;9662;p88"/>
            <p:cNvSpPr/>
            <p:nvPr/>
          </p:nvSpPr>
          <p:spPr>
            <a:xfrm>
              <a:off x="3387575" y="4075825"/>
              <a:ext cx="236375" cy="268600"/>
            </a:xfrm>
            <a:custGeom>
              <a:avLst/>
              <a:gdLst/>
              <a:ahLst/>
              <a:cxnLst/>
              <a:rect l="l" t="t" r="r" b="b"/>
              <a:pathLst>
                <a:path w="9455" h="10744" extrusionOk="0">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63" name="Google Shape;9663;p88"/>
          <p:cNvGrpSpPr/>
          <p:nvPr/>
        </p:nvGrpSpPr>
        <p:grpSpPr>
          <a:xfrm>
            <a:off x="6418053" y="5335517"/>
            <a:ext cx="408204" cy="467364"/>
            <a:chOff x="3968050" y="4075825"/>
            <a:chExt cx="234600" cy="268600"/>
          </a:xfrm>
          <a:solidFill>
            <a:schemeClr val="bg1"/>
          </a:solidFill>
        </p:grpSpPr>
        <p:sp>
          <p:nvSpPr>
            <p:cNvPr id="9664" name="Google Shape;9664;p88"/>
            <p:cNvSpPr/>
            <p:nvPr/>
          </p:nvSpPr>
          <p:spPr>
            <a:xfrm>
              <a:off x="4085350" y="4212825"/>
              <a:ext cx="15500" cy="15500"/>
            </a:xfrm>
            <a:custGeom>
              <a:avLst/>
              <a:gdLst/>
              <a:ahLst/>
              <a:cxnLst/>
              <a:rect l="l" t="t" r="r" b="b"/>
              <a:pathLst>
                <a:path w="620" h="620" extrusionOk="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65" name="Google Shape;9665;p88"/>
            <p:cNvSpPr/>
            <p:nvPr/>
          </p:nvSpPr>
          <p:spPr>
            <a:xfrm>
              <a:off x="3968050" y="4075825"/>
              <a:ext cx="234600" cy="268600"/>
            </a:xfrm>
            <a:custGeom>
              <a:avLst/>
              <a:gdLst/>
              <a:ahLst/>
              <a:cxnLst/>
              <a:rect l="l" t="t" r="r" b="b"/>
              <a:pathLst>
                <a:path w="9384" h="10744" extrusionOk="0">
                  <a:moveTo>
                    <a:pt x="5002" y="1384"/>
                  </a:moveTo>
                  <a:cubicBezTo>
                    <a:pt x="6645" y="1384"/>
                    <a:pt x="8002" y="2694"/>
                    <a:pt x="8050" y="4337"/>
                  </a:cubicBezTo>
                  <a:cubicBezTo>
                    <a:pt x="8050" y="4504"/>
                    <a:pt x="7907" y="4647"/>
                    <a:pt x="7740" y="4647"/>
                  </a:cubicBezTo>
                  <a:lnTo>
                    <a:pt x="7097" y="4647"/>
                  </a:lnTo>
                  <a:cubicBezTo>
                    <a:pt x="6716" y="4599"/>
                    <a:pt x="6716" y="4052"/>
                    <a:pt x="7097" y="4004"/>
                  </a:cubicBezTo>
                  <a:lnTo>
                    <a:pt x="7383" y="4004"/>
                  </a:lnTo>
                  <a:cubicBezTo>
                    <a:pt x="7336" y="3599"/>
                    <a:pt x="7169" y="3194"/>
                    <a:pt x="6907" y="2861"/>
                  </a:cubicBezTo>
                  <a:lnTo>
                    <a:pt x="6716" y="3075"/>
                  </a:lnTo>
                  <a:cubicBezTo>
                    <a:pt x="6645" y="3123"/>
                    <a:pt x="6574" y="3170"/>
                    <a:pt x="6478" y="3170"/>
                  </a:cubicBezTo>
                  <a:cubicBezTo>
                    <a:pt x="6216" y="3147"/>
                    <a:pt x="6073" y="2813"/>
                    <a:pt x="6264" y="2623"/>
                  </a:cubicBezTo>
                  <a:lnTo>
                    <a:pt x="6478" y="2408"/>
                  </a:lnTo>
                  <a:cubicBezTo>
                    <a:pt x="6145" y="2170"/>
                    <a:pt x="5740" y="2004"/>
                    <a:pt x="5311" y="1932"/>
                  </a:cubicBezTo>
                  <a:lnTo>
                    <a:pt x="5311" y="2242"/>
                  </a:lnTo>
                  <a:cubicBezTo>
                    <a:pt x="5335" y="2468"/>
                    <a:pt x="5168" y="2581"/>
                    <a:pt x="5002" y="2581"/>
                  </a:cubicBezTo>
                  <a:cubicBezTo>
                    <a:pt x="4835" y="2581"/>
                    <a:pt x="4668" y="2468"/>
                    <a:pt x="4692" y="2242"/>
                  </a:cubicBezTo>
                  <a:lnTo>
                    <a:pt x="4692" y="1932"/>
                  </a:lnTo>
                  <a:cubicBezTo>
                    <a:pt x="4264" y="2004"/>
                    <a:pt x="3883" y="2170"/>
                    <a:pt x="3549" y="2408"/>
                  </a:cubicBezTo>
                  <a:lnTo>
                    <a:pt x="3740" y="2623"/>
                  </a:lnTo>
                  <a:cubicBezTo>
                    <a:pt x="3859" y="2742"/>
                    <a:pt x="3859" y="2956"/>
                    <a:pt x="3740" y="3075"/>
                  </a:cubicBezTo>
                  <a:cubicBezTo>
                    <a:pt x="3692" y="3123"/>
                    <a:pt x="3621" y="3170"/>
                    <a:pt x="3525" y="3170"/>
                  </a:cubicBezTo>
                  <a:cubicBezTo>
                    <a:pt x="3454" y="3170"/>
                    <a:pt x="3359" y="3123"/>
                    <a:pt x="3311" y="3075"/>
                  </a:cubicBezTo>
                  <a:lnTo>
                    <a:pt x="3097" y="2861"/>
                  </a:lnTo>
                  <a:cubicBezTo>
                    <a:pt x="2835" y="3194"/>
                    <a:pt x="2668" y="3599"/>
                    <a:pt x="2620" y="4004"/>
                  </a:cubicBezTo>
                  <a:lnTo>
                    <a:pt x="2906" y="4004"/>
                  </a:lnTo>
                  <a:cubicBezTo>
                    <a:pt x="2921" y="4002"/>
                    <a:pt x="2935" y="4002"/>
                    <a:pt x="2949" y="4002"/>
                  </a:cubicBezTo>
                  <a:cubicBezTo>
                    <a:pt x="3368" y="4002"/>
                    <a:pt x="3368" y="4649"/>
                    <a:pt x="2949" y="4649"/>
                  </a:cubicBezTo>
                  <a:cubicBezTo>
                    <a:pt x="2935" y="4649"/>
                    <a:pt x="2921" y="4648"/>
                    <a:pt x="2906" y="4647"/>
                  </a:cubicBezTo>
                  <a:lnTo>
                    <a:pt x="2287" y="4647"/>
                  </a:lnTo>
                  <a:cubicBezTo>
                    <a:pt x="2120" y="4647"/>
                    <a:pt x="1977" y="4504"/>
                    <a:pt x="1977" y="4337"/>
                  </a:cubicBezTo>
                  <a:cubicBezTo>
                    <a:pt x="2025" y="2694"/>
                    <a:pt x="3382" y="1384"/>
                    <a:pt x="5002" y="1384"/>
                  </a:cubicBezTo>
                  <a:close/>
                  <a:moveTo>
                    <a:pt x="5017" y="3194"/>
                  </a:moveTo>
                  <a:cubicBezTo>
                    <a:pt x="5163" y="3194"/>
                    <a:pt x="5311" y="3289"/>
                    <a:pt x="5335" y="3480"/>
                  </a:cubicBezTo>
                  <a:lnTo>
                    <a:pt x="5335" y="4885"/>
                  </a:lnTo>
                  <a:cubicBezTo>
                    <a:pt x="6327" y="5263"/>
                    <a:pt x="6078" y="6719"/>
                    <a:pt x="5027" y="6719"/>
                  </a:cubicBezTo>
                  <a:cubicBezTo>
                    <a:pt x="5019" y="6719"/>
                    <a:pt x="5010" y="6719"/>
                    <a:pt x="5002" y="6719"/>
                  </a:cubicBezTo>
                  <a:cubicBezTo>
                    <a:pt x="3954" y="6695"/>
                    <a:pt x="3716" y="5242"/>
                    <a:pt x="4716" y="4885"/>
                  </a:cubicBezTo>
                  <a:lnTo>
                    <a:pt x="4716" y="3480"/>
                  </a:lnTo>
                  <a:cubicBezTo>
                    <a:pt x="4728" y="3289"/>
                    <a:pt x="4871" y="3194"/>
                    <a:pt x="5017" y="3194"/>
                  </a:cubicBezTo>
                  <a:close/>
                  <a:moveTo>
                    <a:pt x="4974" y="1"/>
                  </a:moveTo>
                  <a:cubicBezTo>
                    <a:pt x="4928" y="1"/>
                    <a:pt x="4882" y="2"/>
                    <a:pt x="4835" y="3"/>
                  </a:cubicBezTo>
                  <a:cubicBezTo>
                    <a:pt x="2549" y="98"/>
                    <a:pt x="739" y="1980"/>
                    <a:pt x="715" y="4266"/>
                  </a:cubicBezTo>
                  <a:lnTo>
                    <a:pt x="72" y="6171"/>
                  </a:lnTo>
                  <a:cubicBezTo>
                    <a:pt x="1" y="6409"/>
                    <a:pt x="48" y="6647"/>
                    <a:pt x="191" y="6838"/>
                  </a:cubicBezTo>
                  <a:cubicBezTo>
                    <a:pt x="300" y="7012"/>
                    <a:pt x="509" y="7127"/>
                    <a:pt x="726" y="7127"/>
                  </a:cubicBezTo>
                  <a:cubicBezTo>
                    <a:pt x="746" y="7127"/>
                    <a:pt x="766" y="7126"/>
                    <a:pt x="787" y="7124"/>
                  </a:cubicBezTo>
                  <a:lnTo>
                    <a:pt x="1358" y="7124"/>
                  </a:lnTo>
                  <a:lnTo>
                    <a:pt x="1358" y="8076"/>
                  </a:lnTo>
                  <a:cubicBezTo>
                    <a:pt x="1358" y="8719"/>
                    <a:pt x="1858" y="9219"/>
                    <a:pt x="2501" y="9219"/>
                  </a:cubicBezTo>
                  <a:lnTo>
                    <a:pt x="3240" y="9219"/>
                  </a:lnTo>
                  <a:lnTo>
                    <a:pt x="3240" y="10410"/>
                  </a:lnTo>
                  <a:cubicBezTo>
                    <a:pt x="3216" y="10600"/>
                    <a:pt x="3359" y="10743"/>
                    <a:pt x="3549" y="10743"/>
                  </a:cubicBezTo>
                  <a:lnTo>
                    <a:pt x="7740" y="10743"/>
                  </a:lnTo>
                  <a:cubicBezTo>
                    <a:pt x="7907" y="10743"/>
                    <a:pt x="8050" y="10600"/>
                    <a:pt x="8050" y="10434"/>
                  </a:cubicBezTo>
                  <a:lnTo>
                    <a:pt x="8050" y="7338"/>
                  </a:lnTo>
                  <a:cubicBezTo>
                    <a:pt x="8931" y="6457"/>
                    <a:pt x="9384" y="5195"/>
                    <a:pt x="9288" y="3932"/>
                  </a:cubicBezTo>
                  <a:cubicBezTo>
                    <a:pt x="9102" y="1692"/>
                    <a:pt x="7223" y="1"/>
                    <a:pt x="497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66" name="Google Shape;9666;p88"/>
          <p:cNvGrpSpPr/>
          <p:nvPr/>
        </p:nvGrpSpPr>
        <p:grpSpPr>
          <a:xfrm>
            <a:off x="7395976" y="5337257"/>
            <a:ext cx="493160" cy="466668"/>
            <a:chOff x="4530075" y="4076825"/>
            <a:chExt cx="283425" cy="268200"/>
          </a:xfrm>
          <a:solidFill>
            <a:schemeClr val="bg1"/>
          </a:solidFill>
        </p:grpSpPr>
        <p:sp>
          <p:nvSpPr>
            <p:cNvPr id="9667" name="Google Shape;9667;p88"/>
            <p:cNvSpPr/>
            <p:nvPr/>
          </p:nvSpPr>
          <p:spPr>
            <a:xfrm>
              <a:off x="4534250" y="4234475"/>
              <a:ext cx="61350" cy="52200"/>
            </a:xfrm>
            <a:custGeom>
              <a:avLst/>
              <a:gdLst/>
              <a:ahLst/>
              <a:cxnLst/>
              <a:rect l="l" t="t" r="r" b="b"/>
              <a:pathLst>
                <a:path w="2454" h="2088" extrusionOk="0">
                  <a:moveTo>
                    <a:pt x="1402" y="0"/>
                  </a:moveTo>
                  <a:cubicBezTo>
                    <a:pt x="1145" y="0"/>
                    <a:pt x="882" y="94"/>
                    <a:pt x="667" y="301"/>
                  </a:cubicBezTo>
                  <a:cubicBezTo>
                    <a:pt x="0" y="968"/>
                    <a:pt x="477" y="2087"/>
                    <a:pt x="1405" y="2087"/>
                  </a:cubicBezTo>
                  <a:cubicBezTo>
                    <a:pt x="1977" y="2087"/>
                    <a:pt x="2453" y="1635"/>
                    <a:pt x="2453" y="1040"/>
                  </a:cubicBezTo>
                  <a:cubicBezTo>
                    <a:pt x="2453" y="411"/>
                    <a:pt x="1940" y="0"/>
                    <a:pt x="14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68" name="Google Shape;9668;p88"/>
            <p:cNvSpPr/>
            <p:nvPr/>
          </p:nvSpPr>
          <p:spPr>
            <a:xfrm>
              <a:off x="4530075" y="4292600"/>
              <a:ext cx="78025" cy="52425"/>
            </a:xfrm>
            <a:custGeom>
              <a:avLst/>
              <a:gdLst/>
              <a:ahLst/>
              <a:cxnLst/>
              <a:rect l="l" t="t" r="r" b="b"/>
              <a:pathLst>
                <a:path w="3121" h="2097" extrusionOk="0">
                  <a:moveTo>
                    <a:pt x="501" y="1"/>
                  </a:moveTo>
                  <a:cubicBezTo>
                    <a:pt x="191" y="286"/>
                    <a:pt x="1" y="691"/>
                    <a:pt x="1" y="1120"/>
                  </a:cubicBezTo>
                  <a:lnTo>
                    <a:pt x="1" y="1787"/>
                  </a:lnTo>
                  <a:cubicBezTo>
                    <a:pt x="1" y="1953"/>
                    <a:pt x="144" y="2096"/>
                    <a:pt x="310" y="2096"/>
                  </a:cubicBezTo>
                  <a:lnTo>
                    <a:pt x="2811" y="2096"/>
                  </a:lnTo>
                  <a:cubicBezTo>
                    <a:pt x="2977" y="2096"/>
                    <a:pt x="3120" y="1953"/>
                    <a:pt x="3120" y="1787"/>
                  </a:cubicBezTo>
                  <a:lnTo>
                    <a:pt x="3120" y="1144"/>
                  </a:lnTo>
                  <a:cubicBezTo>
                    <a:pt x="3120" y="715"/>
                    <a:pt x="2977" y="286"/>
                    <a:pt x="2668" y="1"/>
                  </a:cubicBezTo>
                  <a:cubicBezTo>
                    <a:pt x="2346" y="262"/>
                    <a:pt x="1959" y="393"/>
                    <a:pt x="1575" y="393"/>
                  </a:cubicBezTo>
                  <a:cubicBezTo>
                    <a:pt x="1191" y="393"/>
                    <a:pt x="810" y="262"/>
                    <a:pt x="50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69" name="Google Shape;9669;p88"/>
            <p:cNvSpPr/>
            <p:nvPr/>
          </p:nvSpPr>
          <p:spPr>
            <a:xfrm>
              <a:off x="4722975" y="4234475"/>
              <a:ext cx="61350" cy="52200"/>
            </a:xfrm>
            <a:custGeom>
              <a:avLst/>
              <a:gdLst/>
              <a:ahLst/>
              <a:cxnLst/>
              <a:rect l="l" t="t" r="r" b="b"/>
              <a:pathLst>
                <a:path w="2454" h="2088" extrusionOk="0">
                  <a:moveTo>
                    <a:pt x="1384" y="0"/>
                  </a:moveTo>
                  <a:cubicBezTo>
                    <a:pt x="1124" y="0"/>
                    <a:pt x="859" y="94"/>
                    <a:pt x="644" y="301"/>
                  </a:cubicBezTo>
                  <a:cubicBezTo>
                    <a:pt x="1" y="968"/>
                    <a:pt x="453" y="2087"/>
                    <a:pt x="1406" y="2087"/>
                  </a:cubicBezTo>
                  <a:cubicBezTo>
                    <a:pt x="1977" y="2087"/>
                    <a:pt x="2453" y="1635"/>
                    <a:pt x="2453" y="1040"/>
                  </a:cubicBezTo>
                  <a:cubicBezTo>
                    <a:pt x="2453" y="411"/>
                    <a:pt x="1929" y="0"/>
                    <a:pt x="138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0" name="Google Shape;9670;p88"/>
            <p:cNvSpPr/>
            <p:nvPr/>
          </p:nvSpPr>
          <p:spPr>
            <a:xfrm>
              <a:off x="4718800" y="4292600"/>
              <a:ext cx="78625" cy="51825"/>
            </a:xfrm>
            <a:custGeom>
              <a:avLst/>
              <a:gdLst/>
              <a:ahLst/>
              <a:cxnLst/>
              <a:rect l="l" t="t" r="r" b="b"/>
              <a:pathLst>
                <a:path w="3145" h="2073" extrusionOk="0">
                  <a:moveTo>
                    <a:pt x="477" y="1"/>
                  </a:moveTo>
                  <a:cubicBezTo>
                    <a:pt x="168" y="286"/>
                    <a:pt x="1" y="691"/>
                    <a:pt x="1" y="1120"/>
                  </a:cubicBezTo>
                  <a:lnTo>
                    <a:pt x="1" y="1787"/>
                  </a:lnTo>
                  <a:cubicBezTo>
                    <a:pt x="1" y="1953"/>
                    <a:pt x="144" y="2072"/>
                    <a:pt x="310" y="2072"/>
                  </a:cubicBezTo>
                  <a:lnTo>
                    <a:pt x="2811" y="2072"/>
                  </a:lnTo>
                  <a:cubicBezTo>
                    <a:pt x="2978" y="2072"/>
                    <a:pt x="3121" y="1953"/>
                    <a:pt x="3144" y="1787"/>
                  </a:cubicBezTo>
                  <a:lnTo>
                    <a:pt x="3144" y="1144"/>
                  </a:lnTo>
                  <a:cubicBezTo>
                    <a:pt x="3144" y="715"/>
                    <a:pt x="2978" y="286"/>
                    <a:pt x="2668" y="1"/>
                  </a:cubicBezTo>
                  <a:cubicBezTo>
                    <a:pt x="2347" y="262"/>
                    <a:pt x="1960" y="393"/>
                    <a:pt x="1573" y="393"/>
                  </a:cubicBezTo>
                  <a:cubicBezTo>
                    <a:pt x="1186" y="393"/>
                    <a:pt x="799" y="262"/>
                    <a:pt x="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1" name="Google Shape;9671;p88"/>
            <p:cNvSpPr/>
            <p:nvPr/>
          </p:nvSpPr>
          <p:spPr>
            <a:xfrm>
              <a:off x="4628325" y="4234475"/>
              <a:ext cx="61325" cy="52200"/>
            </a:xfrm>
            <a:custGeom>
              <a:avLst/>
              <a:gdLst/>
              <a:ahLst/>
              <a:cxnLst/>
              <a:rect l="l" t="t" r="r" b="b"/>
              <a:pathLst>
                <a:path w="2453" h="2088" extrusionOk="0">
                  <a:moveTo>
                    <a:pt x="1402" y="0"/>
                  </a:moveTo>
                  <a:cubicBezTo>
                    <a:pt x="1145" y="0"/>
                    <a:pt x="882" y="94"/>
                    <a:pt x="667" y="301"/>
                  </a:cubicBezTo>
                  <a:cubicBezTo>
                    <a:pt x="0" y="968"/>
                    <a:pt x="476" y="2087"/>
                    <a:pt x="1405" y="2087"/>
                  </a:cubicBezTo>
                  <a:cubicBezTo>
                    <a:pt x="2000" y="2087"/>
                    <a:pt x="2453" y="1635"/>
                    <a:pt x="2453" y="1040"/>
                  </a:cubicBezTo>
                  <a:cubicBezTo>
                    <a:pt x="2453" y="411"/>
                    <a:pt x="1940" y="0"/>
                    <a:pt x="140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2" name="Google Shape;9672;p88"/>
            <p:cNvSpPr/>
            <p:nvPr/>
          </p:nvSpPr>
          <p:spPr>
            <a:xfrm>
              <a:off x="4624150" y="4292600"/>
              <a:ext cx="79200" cy="52425"/>
            </a:xfrm>
            <a:custGeom>
              <a:avLst/>
              <a:gdLst/>
              <a:ahLst/>
              <a:cxnLst/>
              <a:rect l="l" t="t" r="r" b="b"/>
              <a:pathLst>
                <a:path w="3168" h="2097" extrusionOk="0">
                  <a:moveTo>
                    <a:pt x="500" y="1"/>
                  </a:moveTo>
                  <a:cubicBezTo>
                    <a:pt x="191" y="286"/>
                    <a:pt x="0" y="691"/>
                    <a:pt x="0" y="1120"/>
                  </a:cubicBezTo>
                  <a:lnTo>
                    <a:pt x="0" y="1787"/>
                  </a:lnTo>
                  <a:cubicBezTo>
                    <a:pt x="0" y="1953"/>
                    <a:pt x="143" y="2096"/>
                    <a:pt x="334" y="2096"/>
                  </a:cubicBezTo>
                  <a:lnTo>
                    <a:pt x="2834" y="2096"/>
                  </a:lnTo>
                  <a:cubicBezTo>
                    <a:pt x="3025" y="2096"/>
                    <a:pt x="3168" y="1953"/>
                    <a:pt x="3144" y="1787"/>
                  </a:cubicBezTo>
                  <a:lnTo>
                    <a:pt x="3144" y="1144"/>
                  </a:lnTo>
                  <a:cubicBezTo>
                    <a:pt x="3168" y="715"/>
                    <a:pt x="2977" y="286"/>
                    <a:pt x="2668" y="1"/>
                  </a:cubicBezTo>
                  <a:cubicBezTo>
                    <a:pt x="2358" y="262"/>
                    <a:pt x="1971" y="393"/>
                    <a:pt x="1584" y="393"/>
                  </a:cubicBezTo>
                  <a:cubicBezTo>
                    <a:pt x="1197" y="393"/>
                    <a:pt x="810" y="262"/>
                    <a:pt x="5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3" name="Google Shape;9673;p88"/>
            <p:cNvSpPr/>
            <p:nvPr/>
          </p:nvSpPr>
          <p:spPr>
            <a:xfrm>
              <a:off x="4530075" y="4076825"/>
              <a:ext cx="283425" cy="141375"/>
            </a:xfrm>
            <a:custGeom>
              <a:avLst/>
              <a:gdLst/>
              <a:ahLst/>
              <a:cxnLst/>
              <a:rect l="l" t="t" r="r" b="b"/>
              <a:pathLst>
                <a:path w="11337" h="5655" extrusionOk="0">
                  <a:moveTo>
                    <a:pt x="5364" y="1"/>
                  </a:moveTo>
                  <a:cubicBezTo>
                    <a:pt x="4697" y="1"/>
                    <a:pt x="4037" y="368"/>
                    <a:pt x="3740" y="1059"/>
                  </a:cubicBezTo>
                  <a:cubicBezTo>
                    <a:pt x="3644" y="1035"/>
                    <a:pt x="3549" y="1035"/>
                    <a:pt x="3478" y="1035"/>
                  </a:cubicBezTo>
                  <a:cubicBezTo>
                    <a:pt x="2763" y="1035"/>
                    <a:pt x="2144" y="1440"/>
                    <a:pt x="1834" y="2083"/>
                  </a:cubicBezTo>
                  <a:lnTo>
                    <a:pt x="1787" y="2083"/>
                  </a:lnTo>
                  <a:cubicBezTo>
                    <a:pt x="787" y="2083"/>
                    <a:pt x="1" y="2892"/>
                    <a:pt x="1" y="3869"/>
                  </a:cubicBezTo>
                  <a:cubicBezTo>
                    <a:pt x="24" y="4845"/>
                    <a:pt x="810" y="5655"/>
                    <a:pt x="1811" y="5655"/>
                  </a:cubicBezTo>
                  <a:lnTo>
                    <a:pt x="4859" y="5655"/>
                  </a:lnTo>
                  <a:lnTo>
                    <a:pt x="5478" y="4393"/>
                  </a:lnTo>
                  <a:lnTo>
                    <a:pt x="4740" y="4393"/>
                  </a:lnTo>
                  <a:cubicBezTo>
                    <a:pt x="4502" y="4393"/>
                    <a:pt x="4335" y="4154"/>
                    <a:pt x="4430" y="3940"/>
                  </a:cubicBezTo>
                  <a:lnTo>
                    <a:pt x="5073" y="2678"/>
                  </a:lnTo>
                  <a:cubicBezTo>
                    <a:pt x="5123" y="2561"/>
                    <a:pt x="5231" y="2503"/>
                    <a:pt x="5341" y="2503"/>
                  </a:cubicBezTo>
                  <a:cubicBezTo>
                    <a:pt x="5388" y="2503"/>
                    <a:pt x="5435" y="2514"/>
                    <a:pt x="5478" y="2535"/>
                  </a:cubicBezTo>
                  <a:cubicBezTo>
                    <a:pt x="5645" y="2606"/>
                    <a:pt x="5716" y="2797"/>
                    <a:pt x="5621" y="2964"/>
                  </a:cubicBezTo>
                  <a:lnTo>
                    <a:pt x="5216" y="3773"/>
                  </a:lnTo>
                  <a:lnTo>
                    <a:pt x="5978" y="3773"/>
                  </a:lnTo>
                  <a:cubicBezTo>
                    <a:pt x="5991" y="3769"/>
                    <a:pt x="6004" y="3767"/>
                    <a:pt x="6017" y="3767"/>
                  </a:cubicBezTo>
                  <a:cubicBezTo>
                    <a:pt x="6076" y="3767"/>
                    <a:pt x="6134" y="3806"/>
                    <a:pt x="6192" y="3845"/>
                  </a:cubicBezTo>
                  <a:cubicBezTo>
                    <a:pt x="6288" y="3940"/>
                    <a:pt x="6311" y="4083"/>
                    <a:pt x="6264" y="4226"/>
                  </a:cubicBezTo>
                  <a:lnTo>
                    <a:pt x="5549" y="5655"/>
                  </a:lnTo>
                  <a:lnTo>
                    <a:pt x="8883" y="5655"/>
                  </a:lnTo>
                  <a:cubicBezTo>
                    <a:pt x="10884" y="5607"/>
                    <a:pt x="11336" y="2821"/>
                    <a:pt x="9431" y="2178"/>
                  </a:cubicBezTo>
                  <a:lnTo>
                    <a:pt x="9431" y="2154"/>
                  </a:lnTo>
                  <a:cubicBezTo>
                    <a:pt x="9395" y="1129"/>
                    <a:pt x="8558" y="416"/>
                    <a:pt x="7637" y="416"/>
                  </a:cubicBezTo>
                  <a:cubicBezTo>
                    <a:pt x="7338" y="416"/>
                    <a:pt x="7031" y="491"/>
                    <a:pt x="6740" y="654"/>
                  </a:cubicBezTo>
                  <a:cubicBezTo>
                    <a:pt x="6381" y="212"/>
                    <a:pt x="5870" y="1"/>
                    <a:pt x="536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74" name="Google Shape;9674;p88"/>
          <p:cNvGrpSpPr/>
          <p:nvPr/>
        </p:nvGrpSpPr>
        <p:grpSpPr>
          <a:xfrm>
            <a:off x="8402914" y="5337693"/>
            <a:ext cx="464145" cy="466233"/>
            <a:chOff x="5108775" y="4077075"/>
            <a:chExt cx="266750" cy="267950"/>
          </a:xfrm>
          <a:solidFill>
            <a:schemeClr val="bg1"/>
          </a:solidFill>
        </p:grpSpPr>
        <p:sp>
          <p:nvSpPr>
            <p:cNvPr id="9675" name="Google Shape;9675;p88"/>
            <p:cNvSpPr/>
            <p:nvPr/>
          </p:nvSpPr>
          <p:spPr>
            <a:xfrm>
              <a:off x="5130200" y="4077075"/>
              <a:ext cx="225075" cy="88750"/>
            </a:xfrm>
            <a:custGeom>
              <a:avLst/>
              <a:gdLst/>
              <a:ahLst/>
              <a:cxnLst/>
              <a:rect l="l" t="t" r="r" b="b"/>
              <a:pathLst>
                <a:path w="9003" h="3550" extrusionOk="0">
                  <a:moveTo>
                    <a:pt x="7431" y="1477"/>
                  </a:moveTo>
                  <a:cubicBezTo>
                    <a:pt x="7812" y="1501"/>
                    <a:pt x="7812" y="2049"/>
                    <a:pt x="7431" y="2096"/>
                  </a:cubicBezTo>
                  <a:lnTo>
                    <a:pt x="1572" y="2096"/>
                  </a:lnTo>
                  <a:cubicBezTo>
                    <a:pt x="1191" y="2049"/>
                    <a:pt x="1191" y="1501"/>
                    <a:pt x="1572" y="1477"/>
                  </a:cubicBezTo>
                  <a:close/>
                  <a:moveTo>
                    <a:pt x="1144" y="1"/>
                  </a:moveTo>
                  <a:cubicBezTo>
                    <a:pt x="501" y="1"/>
                    <a:pt x="1" y="501"/>
                    <a:pt x="1" y="1144"/>
                  </a:cubicBezTo>
                  <a:lnTo>
                    <a:pt x="1" y="2406"/>
                  </a:lnTo>
                  <a:cubicBezTo>
                    <a:pt x="1" y="3025"/>
                    <a:pt x="501" y="3549"/>
                    <a:pt x="1144" y="3549"/>
                  </a:cubicBezTo>
                  <a:lnTo>
                    <a:pt x="7836" y="3549"/>
                  </a:lnTo>
                  <a:cubicBezTo>
                    <a:pt x="8479" y="3549"/>
                    <a:pt x="9003" y="3025"/>
                    <a:pt x="9003" y="2406"/>
                  </a:cubicBezTo>
                  <a:lnTo>
                    <a:pt x="9003" y="1144"/>
                  </a:lnTo>
                  <a:cubicBezTo>
                    <a:pt x="9003" y="501"/>
                    <a:pt x="8479" y="1"/>
                    <a:pt x="783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6" name="Google Shape;9676;p88"/>
            <p:cNvSpPr/>
            <p:nvPr/>
          </p:nvSpPr>
          <p:spPr>
            <a:xfrm>
              <a:off x="5303525" y="4183150"/>
              <a:ext cx="23775" cy="35650"/>
            </a:xfrm>
            <a:custGeom>
              <a:avLst/>
              <a:gdLst/>
              <a:ahLst/>
              <a:cxnLst/>
              <a:rect l="l" t="t" r="r" b="b"/>
              <a:pathLst>
                <a:path w="951" h="1426" extrusionOk="0">
                  <a:moveTo>
                    <a:pt x="447" y="1"/>
                  </a:moveTo>
                  <a:cubicBezTo>
                    <a:pt x="238" y="1"/>
                    <a:pt x="1" y="151"/>
                    <a:pt x="117" y="354"/>
                  </a:cubicBezTo>
                  <a:lnTo>
                    <a:pt x="307" y="1187"/>
                  </a:lnTo>
                  <a:cubicBezTo>
                    <a:pt x="355" y="1330"/>
                    <a:pt x="474" y="1426"/>
                    <a:pt x="617" y="1426"/>
                  </a:cubicBezTo>
                  <a:lnTo>
                    <a:pt x="688" y="1426"/>
                  </a:lnTo>
                  <a:cubicBezTo>
                    <a:pt x="855" y="1378"/>
                    <a:pt x="950" y="1211"/>
                    <a:pt x="926" y="1045"/>
                  </a:cubicBezTo>
                  <a:lnTo>
                    <a:pt x="712" y="211"/>
                  </a:lnTo>
                  <a:cubicBezTo>
                    <a:pt x="703" y="62"/>
                    <a:pt x="581" y="1"/>
                    <a:pt x="44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7" name="Google Shape;9677;p88"/>
            <p:cNvSpPr/>
            <p:nvPr/>
          </p:nvSpPr>
          <p:spPr>
            <a:xfrm>
              <a:off x="5157000" y="4183575"/>
              <a:ext cx="22050" cy="35225"/>
            </a:xfrm>
            <a:custGeom>
              <a:avLst/>
              <a:gdLst/>
              <a:ahLst/>
              <a:cxnLst/>
              <a:rect l="l" t="t" r="r" b="b"/>
              <a:pathLst>
                <a:path w="882" h="1409" extrusionOk="0">
                  <a:moveTo>
                    <a:pt x="562" y="1"/>
                  </a:moveTo>
                  <a:cubicBezTo>
                    <a:pt x="453" y="1"/>
                    <a:pt x="344" y="54"/>
                    <a:pt x="286" y="170"/>
                  </a:cubicBezTo>
                  <a:lnTo>
                    <a:pt x="262" y="194"/>
                  </a:lnTo>
                  <a:lnTo>
                    <a:pt x="72" y="1028"/>
                  </a:lnTo>
                  <a:cubicBezTo>
                    <a:pt x="0" y="1194"/>
                    <a:pt x="119" y="1361"/>
                    <a:pt x="286" y="1409"/>
                  </a:cubicBezTo>
                  <a:lnTo>
                    <a:pt x="357" y="1409"/>
                  </a:lnTo>
                  <a:cubicBezTo>
                    <a:pt x="500" y="1409"/>
                    <a:pt x="619" y="1289"/>
                    <a:pt x="667" y="1170"/>
                  </a:cubicBezTo>
                  <a:lnTo>
                    <a:pt x="881" y="313"/>
                  </a:lnTo>
                  <a:cubicBezTo>
                    <a:pt x="881" y="115"/>
                    <a:pt x="722" y="1"/>
                    <a:pt x="56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8" name="Google Shape;9678;p88"/>
            <p:cNvSpPr/>
            <p:nvPr/>
          </p:nvSpPr>
          <p:spPr>
            <a:xfrm>
              <a:off x="5233800" y="4181275"/>
              <a:ext cx="17275" cy="36925"/>
            </a:xfrm>
            <a:custGeom>
              <a:avLst/>
              <a:gdLst/>
              <a:ahLst/>
              <a:cxnLst/>
              <a:rect l="l" t="t" r="r" b="b"/>
              <a:pathLst>
                <a:path w="691" h="1477" extrusionOk="0">
                  <a:moveTo>
                    <a:pt x="346" y="0"/>
                  </a:moveTo>
                  <a:cubicBezTo>
                    <a:pt x="173" y="0"/>
                    <a:pt x="0" y="119"/>
                    <a:pt x="24" y="357"/>
                  </a:cubicBezTo>
                  <a:lnTo>
                    <a:pt x="24" y="1191"/>
                  </a:lnTo>
                  <a:cubicBezTo>
                    <a:pt x="48" y="1381"/>
                    <a:pt x="197" y="1477"/>
                    <a:pt x="346" y="1477"/>
                  </a:cubicBezTo>
                  <a:cubicBezTo>
                    <a:pt x="494" y="1477"/>
                    <a:pt x="643" y="1381"/>
                    <a:pt x="667" y="1191"/>
                  </a:cubicBezTo>
                  <a:lnTo>
                    <a:pt x="667" y="357"/>
                  </a:lnTo>
                  <a:cubicBezTo>
                    <a:pt x="691" y="119"/>
                    <a:pt x="518" y="0"/>
                    <a:pt x="34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79" name="Google Shape;9679;p88"/>
            <p:cNvSpPr/>
            <p:nvPr/>
          </p:nvSpPr>
          <p:spPr>
            <a:xfrm>
              <a:off x="5121875" y="4234250"/>
              <a:ext cx="52400" cy="52425"/>
            </a:xfrm>
            <a:custGeom>
              <a:avLst/>
              <a:gdLst/>
              <a:ahLst/>
              <a:cxnLst/>
              <a:rect l="l" t="t" r="r" b="b"/>
              <a:pathLst>
                <a:path w="2096" h="2097" extrusionOk="0">
                  <a:moveTo>
                    <a:pt x="1048" y="1"/>
                  </a:moveTo>
                  <a:cubicBezTo>
                    <a:pt x="477" y="1"/>
                    <a:pt x="0" y="477"/>
                    <a:pt x="0" y="1049"/>
                  </a:cubicBezTo>
                  <a:cubicBezTo>
                    <a:pt x="0" y="1644"/>
                    <a:pt x="477" y="2096"/>
                    <a:pt x="1048" y="2096"/>
                  </a:cubicBezTo>
                  <a:cubicBezTo>
                    <a:pt x="1643" y="2096"/>
                    <a:pt x="2096" y="1644"/>
                    <a:pt x="2096" y="1049"/>
                  </a:cubicBezTo>
                  <a:cubicBezTo>
                    <a:pt x="2096" y="477"/>
                    <a:pt x="1643"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0" name="Google Shape;9680;p88"/>
            <p:cNvSpPr/>
            <p:nvPr/>
          </p:nvSpPr>
          <p:spPr>
            <a:xfrm>
              <a:off x="5108775" y="4292600"/>
              <a:ext cx="78600" cy="52425"/>
            </a:xfrm>
            <a:custGeom>
              <a:avLst/>
              <a:gdLst/>
              <a:ahLst/>
              <a:cxnLst/>
              <a:rect l="l" t="t" r="r" b="b"/>
              <a:pathLst>
                <a:path w="3144" h="2097" extrusionOk="0">
                  <a:moveTo>
                    <a:pt x="500" y="1"/>
                  </a:moveTo>
                  <a:cubicBezTo>
                    <a:pt x="191" y="286"/>
                    <a:pt x="0" y="715"/>
                    <a:pt x="0" y="1144"/>
                  </a:cubicBezTo>
                  <a:lnTo>
                    <a:pt x="0" y="1787"/>
                  </a:lnTo>
                  <a:cubicBezTo>
                    <a:pt x="0" y="1953"/>
                    <a:pt x="143" y="2096"/>
                    <a:pt x="334" y="2096"/>
                  </a:cubicBezTo>
                  <a:lnTo>
                    <a:pt x="2834" y="2096"/>
                  </a:lnTo>
                  <a:cubicBezTo>
                    <a:pt x="3001" y="2096"/>
                    <a:pt x="3144" y="1953"/>
                    <a:pt x="3144" y="1787"/>
                  </a:cubicBezTo>
                  <a:lnTo>
                    <a:pt x="3144" y="1144"/>
                  </a:lnTo>
                  <a:cubicBezTo>
                    <a:pt x="3144" y="715"/>
                    <a:pt x="2953" y="310"/>
                    <a:pt x="2644" y="24"/>
                  </a:cubicBezTo>
                  <a:cubicBezTo>
                    <a:pt x="2358" y="262"/>
                    <a:pt x="1977" y="405"/>
                    <a:pt x="1572" y="405"/>
                  </a:cubicBezTo>
                  <a:cubicBezTo>
                    <a:pt x="1191" y="405"/>
                    <a:pt x="786" y="262"/>
                    <a:pt x="5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1" name="Google Shape;9681;p88"/>
            <p:cNvSpPr/>
            <p:nvPr/>
          </p:nvSpPr>
          <p:spPr>
            <a:xfrm>
              <a:off x="5310600" y="4234250"/>
              <a:ext cx="52425" cy="52425"/>
            </a:xfrm>
            <a:custGeom>
              <a:avLst/>
              <a:gdLst/>
              <a:ahLst/>
              <a:cxnLst/>
              <a:rect l="l" t="t" r="r" b="b"/>
              <a:pathLst>
                <a:path w="2097" h="2097" extrusionOk="0">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2" name="Google Shape;9682;p88"/>
            <p:cNvSpPr/>
            <p:nvPr/>
          </p:nvSpPr>
          <p:spPr>
            <a:xfrm>
              <a:off x="5297500" y="4292600"/>
              <a:ext cx="78025" cy="52425"/>
            </a:xfrm>
            <a:custGeom>
              <a:avLst/>
              <a:gdLst/>
              <a:ahLst/>
              <a:cxnLst/>
              <a:rect l="l" t="t" r="r" b="b"/>
              <a:pathLst>
                <a:path w="3121" h="2097" extrusionOk="0">
                  <a:moveTo>
                    <a:pt x="477" y="1"/>
                  </a:moveTo>
                  <a:cubicBezTo>
                    <a:pt x="167" y="286"/>
                    <a:pt x="0" y="691"/>
                    <a:pt x="0" y="1120"/>
                  </a:cubicBezTo>
                  <a:lnTo>
                    <a:pt x="0" y="1787"/>
                  </a:lnTo>
                  <a:cubicBezTo>
                    <a:pt x="0" y="1953"/>
                    <a:pt x="120" y="2096"/>
                    <a:pt x="286" y="2096"/>
                  </a:cubicBezTo>
                  <a:lnTo>
                    <a:pt x="2811" y="2096"/>
                  </a:lnTo>
                  <a:cubicBezTo>
                    <a:pt x="2977" y="2096"/>
                    <a:pt x="3120" y="1953"/>
                    <a:pt x="3096" y="1787"/>
                  </a:cubicBezTo>
                  <a:lnTo>
                    <a:pt x="3096" y="1144"/>
                  </a:lnTo>
                  <a:cubicBezTo>
                    <a:pt x="3120" y="715"/>
                    <a:pt x="2953" y="286"/>
                    <a:pt x="2644" y="1"/>
                  </a:cubicBezTo>
                  <a:cubicBezTo>
                    <a:pt x="2334" y="262"/>
                    <a:pt x="1947" y="393"/>
                    <a:pt x="1560" y="393"/>
                  </a:cubicBezTo>
                  <a:cubicBezTo>
                    <a:pt x="1173" y="393"/>
                    <a:pt x="786" y="262"/>
                    <a:pt x="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3" name="Google Shape;9683;p88"/>
            <p:cNvSpPr/>
            <p:nvPr/>
          </p:nvSpPr>
          <p:spPr>
            <a:xfrm>
              <a:off x="5216525" y="4234250"/>
              <a:ext cx="52425" cy="52425"/>
            </a:xfrm>
            <a:custGeom>
              <a:avLst/>
              <a:gdLst/>
              <a:ahLst/>
              <a:cxnLst/>
              <a:rect l="l" t="t" r="r" b="b"/>
              <a:pathLst>
                <a:path w="2097" h="2097" extrusionOk="0">
                  <a:moveTo>
                    <a:pt x="1049" y="1"/>
                  </a:moveTo>
                  <a:cubicBezTo>
                    <a:pt x="453" y="1"/>
                    <a:pt x="1" y="477"/>
                    <a:pt x="1" y="1049"/>
                  </a:cubicBezTo>
                  <a:cubicBezTo>
                    <a:pt x="1" y="1644"/>
                    <a:pt x="453" y="2096"/>
                    <a:pt x="1049" y="2096"/>
                  </a:cubicBezTo>
                  <a:cubicBezTo>
                    <a:pt x="1620" y="2096"/>
                    <a:pt x="2096" y="1644"/>
                    <a:pt x="2096" y="1049"/>
                  </a:cubicBezTo>
                  <a:cubicBezTo>
                    <a:pt x="2096" y="477"/>
                    <a:pt x="1620" y="1"/>
                    <a:pt x="1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4" name="Google Shape;9684;p88"/>
            <p:cNvSpPr/>
            <p:nvPr/>
          </p:nvSpPr>
          <p:spPr>
            <a:xfrm>
              <a:off x="5203425" y="4292600"/>
              <a:ext cx="78625" cy="52425"/>
            </a:xfrm>
            <a:custGeom>
              <a:avLst/>
              <a:gdLst/>
              <a:ahLst/>
              <a:cxnLst/>
              <a:rect l="l" t="t" r="r" b="b"/>
              <a:pathLst>
                <a:path w="3145" h="2097" extrusionOk="0">
                  <a:moveTo>
                    <a:pt x="477" y="1"/>
                  </a:moveTo>
                  <a:cubicBezTo>
                    <a:pt x="168" y="286"/>
                    <a:pt x="1" y="691"/>
                    <a:pt x="1" y="1120"/>
                  </a:cubicBezTo>
                  <a:lnTo>
                    <a:pt x="1" y="1787"/>
                  </a:lnTo>
                  <a:cubicBezTo>
                    <a:pt x="1" y="1953"/>
                    <a:pt x="144" y="2096"/>
                    <a:pt x="310" y="2096"/>
                  </a:cubicBezTo>
                  <a:lnTo>
                    <a:pt x="2811" y="2096"/>
                  </a:lnTo>
                  <a:cubicBezTo>
                    <a:pt x="3001" y="2096"/>
                    <a:pt x="3144" y="1953"/>
                    <a:pt x="3121" y="1787"/>
                  </a:cubicBezTo>
                  <a:lnTo>
                    <a:pt x="3121" y="1144"/>
                  </a:lnTo>
                  <a:cubicBezTo>
                    <a:pt x="3121" y="715"/>
                    <a:pt x="2954" y="310"/>
                    <a:pt x="2644" y="24"/>
                  </a:cubicBezTo>
                  <a:cubicBezTo>
                    <a:pt x="2338" y="260"/>
                    <a:pt x="1961" y="402"/>
                    <a:pt x="1561" y="405"/>
                  </a:cubicBezTo>
                  <a:lnTo>
                    <a:pt x="1561" y="405"/>
                  </a:lnTo>
                  <a:cubicBezTo>
                    <a:pt x="1161" y="402"/>
                    <a:pt x="784" y="236"/>
                    <a:pt x="47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85" name="Google Shape;9685;p88"/>
          <p:cNvGrpSpPr/>
          <p:nvPr/>
        </p:nvGrpSpPr>
        <p:grpSpPr>
          <a:xfrm>
            <a:off x="9409809" y="5336649"/>
            <a:ext cx="466233" cy="466233"/>
            <a:chOff x="5687450" y="4076475"/>
            <a:chExt cx="267950" cy="267950"/>
          </a:xfrm>
          <a:solidFill>
            <a:schemeClr val="bg1"/>
          </a:solidFill>
        </p:grpSpPr>
        <p:sp>
          <p:nvSpPr>
            <p:cNvPr id="9686" name="Google Shape;9686;p88"/>
            <p:cNvSpPr/>
            <p:nvPr/>
          </p:nvSpPr>
          <p:spPr>
            <a:xfrm>
              <a:off x="5795225" y="4234250"/>
              <a:ext cx="52425" cy="52425"/>
            </a:xfrm>
            <a:custGeom>
              <a:avLst/>
              <a:gdLst/>
              <a:ahLst/>
              <a:cxnLst/>
              <a:rect l="l" t="t" r="r" b="b"/>
              <a:pathLst>
                <a:path w="2097" h="2097" extrusionOk="0">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7" name="Google Shape;9687;p88"/>
            <p:cNvSpPr/>
            <p:nvPr/>
          </p:nvSpPr>
          <p:spPr>
            <a:xfrm>
              <a:off x="5771400" y="4290825"/>
              <a:ext cx="99450" cy="53600"/>
            </a:xfrm>
            <a:custGeom>
              <a:avLst/>
              <a:gdLst/>
              <a:ahLst/>
              <a:cxnLst/>
              <a:rect l="l" t="t" r="r" b="b"/>
              <a:pathLst>
                <a:path w="3978" h="2144" extrusionOk="0">
                  <a:moveTo>
                    <a:pt x="834" y="0"/>
                  </a:moveTo>
                  <a:cubicBezTo>
                    <a:pt x="310" y="381"/>
                    <a:pt x="1" y="976"/>
                    <a:pt x="1" y="1619"/>
                  </a:cubicBezTo>
                  <a:lnTo>
                    <a:pt x="1" y="1858"/>
                  </a:lnTo>
                  <a:cubicBezTo>
                    <a:pt x="25" y="2024"/>
                    <a:pt x="144" y="2143"/>
                    <a:pt x="334" y="2143"/>
                  </a:cubicBezTo>
                  <a:lnTo>
                    <a:pt x="3668" y="2143"/>
                  </a:lnTo>
                  <a:cubicBezTo>
                    <a:pt x="3835" y="2143"/>
                    <a:pt x="3978" y="2000"/>
                    <a:pt x="3978" y="1834"/>
                  </a:cubicBezTo>
                  <a:lnTo>
                    <a:pt x="3978" y="1619"/>
                  </a:lnTo>
                  <a:cubicBezTo>
                    <a:pt x="3978" y="976"/>
                    <a:pt x="3668" y="381"/>
                    <a:pt x="3144" y="0"/>
                  </a:cubicBezTo>
                  <a:cubicBezTo>
                    <a:pt x="2823" y="310"/>
                    <a:pt x="2406" y="464"/>
                    <a:pt x="1989" y="464"/>
                  </a:cubicBezTo>
                  <a:cubicBezTo>
                    <a:pt x="1573" y="464"/>
                    <a:pt x="1156" y="31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8" name="Google Shape;9688;p88"/>
            <p:cNvSpPr/>
            <p:nvPr/>
          </p:nvSpPr>
          <p:spPr>
            <a:xfrm>
              <a:off x="5879175" y="4076475"/>
              <a:ext cx="52400" cy="52425"/>
            </a:xfrm>
            <a:custGeom>
              <a:avLst/>
              <a:gdLst/>
              <a:ahLst/>
              <a:cxnLst/>
              <a:rect l="l" t="t" r="r" b="b"/>
              <a:pathLst>
                <a:path w="2096" h="2097" extrusionOk="0">
                  <a:moveTo>
                    <a:pt x="1048" y="1"/>
                  </a:moveTo>
                  <a:cubicBezTo>
                    <a:pt x="477" y="1"/>
                    <a:pt x="0" y="477"/>
                    <a:pt x="0" y="1049"/>
                  </a:cubicBezTo>
                  <a:cubicBezTo>
                    <a:pt x="0" y="1620"/>
                    <a:pt x="477" y="2097"/>
                    <a:pt x="1048" y="2097"/>
                  </a:cubicBezTo>
                  <a:cubicBezTo>
                    <a:pt x="1643" y="2097"/>
                    <a:pt x="2096" y="1620"/>
                    <a:pt x="2096" y="1049"/>
                  </a:cubicBezTo>
                  <a:cubicBezTo>
                    <a:pt x="2096" y="477"/>
                    <a:pt x="1643"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89" name="Google Shape;9689;p88"/>
            <p:cNvSpPr/>
            <p:nvPr/>
          </p:nvSpPr>
          <p:spPr>
            <a:xfrm>
              <a:off x="5855950" y="4133050"/>
              <a:ext cx="99450" cy="53600"/>
            </a:xfrm>
            <a:custGeom>
              <a:avLst/>
              <a:gdLst/>
              <a:ahLst/>
              <a:cxnLst/>
              <a:rect l="l" t="t" r="r" b="b"/>
              <a:pathLst>
                <a:path w="3978" h="2144" extrusionOk="0">
                  <a:moveTo>
                    <a:pt x="834" y="0"/>
                  </a:moveTo>
                  <a:cubicBezTo>
                    <a:pt x="310" y="357"/>
                    <a:pt x="0" y="977"/>
                    <a:pt x="0" y="1620"/>
                  </a:cubicBezTo>
                  <a:lnTo>
                    <a:pt x="0" y="1810"/>
                  </a:lnTo>
                  <a:cubicBezTo>
                    <a:pt x="0" y="2001"/>
                    <a:pt x="143" y="2144"/>
                    <a:pt x="310" y="2144"/>
                  </a:cubicBezTo>
                  <a:lnTo>
                    <a:pt x="3668" y="2144"/>
                  </a:lnTo>
                  <a:cubicBezTo>
                    <a:pt x="3835" y="2144"/>
                    <a:pt x="3978" y="2001"/>
                    <a:pt x="3978" y="1810"/>
                  </a:cubicBezTo>
                  <a:lnTo>
                    <a:pt x="3978" y="1620"/>
                  </a:lnTo>
                  <a:cubicBezTo>
                    <a:pt x="3978" y="977"/>
                    <a:pt x="3668" y="357"/>
                    <a:pt x="3144" y="0"/>
                  </a:cubicBezTo>
                  <a:cubicBezTo>
                    <a:pt x="2823" y="310"/>
                    <a:pt x="2406" y="465"/>
                    <a:pt x="1989" y="465"/>
                  </a:cubicBezTo>
                  <a:cubicBezTo>
                    <a:pt x="1572" y="465"/>
                    <a:pt x="1155" y="31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0" name="Google Shape;9690;p88"/>
            <p:cNvSpPr/>
            <p:nvPr/>
          </p:nvSpPr>
          <p:spPr>
            <a:xfrm>
              <a:off x="5710675" y="4076475"/>
              <a:ext cx="52425" cy="52425"/>
            </a:xfrm>
            <a:custGeom>
              <a:avLst/>
              <a:gdLst/>
              <a:ahLst/>
              <a:cxnLst/>
              <a:rect l="l" t="t" r="r" b="b"/>
              <a:pathLst>
                <a:path w="2097" h="2097" extrusionOk="0">
                  <a:moveTo>
                    <a:pt x="1049" y="1"/>
                  </a:moveTo>
                  <a:cubicBezTo>
                    <a:pt x="477" y="1"/>
                    <a:pt x="1" y="477"/>
                    <a:pt x="1" y="1049"/>
                  </a:cubicBezTo>
                  <a:cubicBezTo>
                    <a:pt x="1" y="1620"/>
                    <a:pt x="477" y="2097"/>
                    <a:pt x="1049" y="2097"/>
                  </a:cubicBezTo>
                  <a:cubicBezTo>
                    <a:pt x="1644" y="2097"/>
                    <a:pt x="2096" y="1620"/>
                    <a:pt x="2096" y="1049"/>
                  </a:cubicBezTo>
                  <a:cubicBezTo>
                    <a:pt x="2096" y="477"/>
                    <a:pt x="1644" y="1"/>
                    <a:pt x="10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1" name="Google Shape;9691;p88"/>
            <p:cNvSpPr/>
            <p:nvPr/>
          </p:nvSpPr>
          <p:spPr>
            <a:xfrm>
              <a:off x="5687450" y="4133050"/>
              <a:ext cx="99450" cy="53600"/>
            </a:xfrm>
            <a:custGeom>
              <a:avLst/>
              <a:gdLst/>
              <a:ahLst/>
              <a:cxnLst/>
              <a:rect l="l" t="t" r="r" b="b"/>
              <a:pathLst>
                <a:path w="3978" h="2144" extrusionOk="0">
                  <a:moveTo>
                    <a:pt x="834" y="0"/>
                  </a:moveTo>
                  <a:cubicBezTo>
                    <a:pt x="311" y="357"/>
                    <a:pt x="1" y="977"/>
                    <a:pt x="1" y="1620"/>
                  </a:cubicBezTo>
                  <a:lnTo>
                    <a:pt x="1" y="1810"/>
                  </a:lnTo>
                  <a:cubicBezTo>
                    <a:pt x="1" y="2001"/>
                    <a:pt x="144" y="2144"/>
                    <a:pt x="311" y="2144"/>
                  </a:cubicBezTo>
                  <a:lnTo>
                    <a:pt x="3668" y="2144"/>
                  </a:lnTo>
                  <a:cubicBezTo>
                    <a:pt x="3835" y="2120"/>
                    <a:pt x="3978" y="2001"/>
                    <a:pt x="3978" y="1810"/>
                  </a:cubicBezTo>
                  <a:lnTo>
                    <a:pt x="3978" y="1620"/>
                  </a:lnTo>
                  <a:cubicBezTo>
                    <a:pt x="3978" y="977"/>
                    <a:pt x="3668" y="357"/>
                    <a:pt x="3144" y="0"/>
                  </a:cubicBezTo>
                  <a:cubicBezTo>
                    <a:pt x="2823" y="310"/>
                    <a:pt x="2406" y="465"/>
                    <a:pt x="1989" y="465"/>
                  </a:cubicBezTo>
                  <a:cubicBezTo>
                    <a:pt x="1573" y="465"/>
                    <a:pt x="1156" y="31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2" name="Google Shape;9692;p88"/>
            <p:cNvSpPr/>
            <p:nvPr/>
          </p:nvSpPr>
          <p:spPr>
            <a:xfrm>
              <a:off x="5782725" y="4078900"/>
              <a:ext cx="76225" cy="57750"/>
            </a:xfrm>
            <a:custGeom>
              <a:avLst/>
              <a:gdLst/>
              <a:ahLst/>
              <a:cxnLst/>
              <a:rect l="l" t="t" r="r" b="b"/>
              <a:pathLst>
                <a:path w="3049" h="2310" extrusionOk="0">
                  <a:moveTo>
                    <a:pt x="1858" y="0"/>
                  </a:moveTo>
                  <a:cubicBezTo>
                    <a:pt x="1617" y="0"/>
                    <a:pt x="1400" y="309"/>
                    <a:pt x="1620" y="547"/>
                  </a:cubicBezTo>
                  <a:lnTo>
                    <a:pt x="1929" y="833"/>
                  </a:lnTo>
                  <a:lnTo>
                    <a:pt x="381" y="833"/>
                  </a:lnTo>
                  <a:cubicBezTo>
                    <a:pt x="0" y="880"/>
                    <a:pt x="0" y="1428"/>
                    <a:pt x="381" y="1476"/>
                  </a:cubicBezTo>
                  <a:lnTo>
                    <a:pt x="1929" y="1476"/>
                  </a:lnTo>
                  <a:lnTo>
                    <a:pt x="1644" y="1761"/>
                  </a:lnTo>
                  <a:cubicBezTo>
                    <a:pt x="1524" y="1904"/>
                    <a:pt x="1524" y="2095"/>
                    <a:pt x="1644" y="2214"/>
                  </a:cubicBezTo>
                  <a:cubicBezTo>
                    <a:pt x="1691" y="2262"/>
                    <a:pt x="1786" y="2309"/>
                    <a:pt x="1858" y="2309"/>
                  </a:cubicBezTo>
                  <a:cubicBezTo>
                    <a:pt x="1953" y="2309"/>
                    <a:pt x="2025" y="2262"/>
                    <a:pt x="2072" y="2214"/>
                  </a:cubicBezTo>
                  <a:lnTo>
                    <a:pt x="2929" y="1380"/>
                  </a:lnTo>
                  <a:cubicBezTo>
                    <a:pt x="3049" y="1261"/>
                    <a:pt x="3049" y="1047"/>
                    <a:pt x="2929" y="928"/>
                  </a:cubicBezTo>
                  <a:lnTo>
                    <a:pt x="2072" y="94"/>
                  </a:lnTo>
                  <a:cubicBezTo>
                    <a:pt x="2006" y="28"/>
                    <a:pt x="1931" y="0"/>
                    <a:pt x="18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3" name="Google Shape;9693;p88"/>
            <p:cNvSpPr/>
            <p:nvPr/>
          </p:nvSpPr>
          <p:spPr>
            <a:xfrm>
              <a:off x="5713650" y="4205675"/>
              <a:ext cx="59875" cy="56325"/>
            </a:xfrm>
            <a:custGeom>
              <a:avLst/>
              <a:gdLst/>
              <a:ahLst/>
              <a:cxnLst/>
              <a:rect l="l" t="t" r="r" b="b"/>
              <a:pathLst>
                <a:path w="2395" h="2253" extrusionOk="0">
                  <a:moveTo>
                    <a:pt x="358" y="1"/>
                  </a:moveTo>
                  <a:cubicBezTo>
                    <a:pt x="168" y="1"/>
                    <a:pt x="25" y="144"/>
                    <a:pt x="25" y="334"/>
                  </a:cubicBezTo>
                  <a:lnTo>
                    <a:pt x="25" y="1525"/>
                  </a:lnTo>
                  <a:cubicBezTo>
                    <a:pt x="1" y="1751"/>
                    <a:pt x="173" y="1864"/>
                    <a:pt x="346" y="1864"/>
                  </a:cubicBezTo>
                  <a:cubicBezTo>
                    <a:pt x="519" y="1864"/>
                    <a:pt x="691" y="1751"/>
                    <a:pt x="668" y="1525"/>
                  </a:cubicBezTo>
                  <a:lnTo>
                    <a:pt x="668" y="1096"/>
                  </a:lnTo>
                  <a:lnTo>
                    <a:pt x="1763" y="2168"/>
                  </a:lnTo>
                  <a:cubicBezTo>
                    <a:pt x="1828" y="2227"/>
                    <a:pt x="1899" y="2252"/>
                    <a:pt x="1967" y="2252"/>
                  </a:cubicBezTo>
                  <a:cubicBezTo>
                    <a:pt x="2198" y="2252"/>
                    <a:pt x="2394" y="1960"/>
                    <a:pt x="2192" y="1739"/>
                  </a:cubicBezTo>
                  <a:lnTo>
                    <a:pt x="1120" y="644"/>
                  </a:lnTo>
                  <a:lnTo>
                    <a:pt x="1549" y="644"/>
                  </a:lnTo>
                  <a:cubicBezTo>
                    <a:pt x="1906" y="596"/>
                    <a:pt x="1906" y="48"/>
                    <a:pt x="154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4" name="Google Shape;9694;p88"/>
            <p:cNvSpPr/>
            <p:nvPr/>
          </p:nvSpPr>
          <p:spPr>
            <a:xfrm>
              <a:off x="5870825" y="4205450"/>
              <a:ext cx="60250" cy="56875"/>
            </a:xfrm>
            <a:custGeom>
              <a:avLst/>
              <a:gdLst/>
              <a:ahLst/>
              <a:cxnLst/>
              <a:rect l="l" t="t" r="r" b="b"/>
              <a:pathLst>
                <a:path w="2410" h="2275" extrusionOk="0">
                  <a:moveTo>
                    <a:pt x="1969" y="1"/>
                  </a:moveTo>
                  <a:cubicBezTo>
                    <a:pt x="1893" y="1"/>
                    <a:pt x="1813" y="31"/>
                    <a:pt x="1739" y="105"/>
                  </a:cubicBezTo>
                  <a:lnTo>
                    <a:pt x="1763" y="105"/>
                  </a:lnTo>
                  <a:lnTo>
                    <a:pt x="668" y="1200"/>
                  </a:lnTo>
                  <a:lnTo>
                    <a:pt x="668" y="772"/>
                  </a:lnTo>
                  <a:cubicBezTo>
                    <a:pt x="691" y="545"/>
                    <a:pt x="519" y="432"/>
                    <a:pt x="346" y="432"/>
                  </a:cubicBezTo>
                  <a:cubicBezTo>
                    <a:pt x="174" y="432"/>
                    <a:pt x="1" y="545"/>
                    <a:pt x="25" y="772"/>
                  </a:cubicBezTo>
                  <a:lnTo>
                    <a:pt x="25" y="1962"/>
                  </a:lnTo>
                  <a:cubicBezTo>
                    <a:pt x="25" y="2129"/>
                    <a:pt x="168" y="2272"/>
                    <a:pt x="334" y="2272"/>
                  </a:cubicBezTo>
                  <a:lnTo>
                    <a:pt x="1525" y="2272"/>
                  </a:lnTo>
                  <a:cubicBezTo>
                    <a:pt x="1539" y="2273"/>
                    <a:pt x="1553" y="2274"/>
                    <a:pt x="1566" y="2274"/>
                  </a:cubicBezTo>
                  <a:cubicBezTo>
                    <a:pt x="1964" y="2274"/>
                    <a:pt x="1964" y="1627"/>
                    <a:pt x="1566" y="1627"/>
                  </a:cubicBezTo>
                  <a:cubicBezTo>
                    <a:pt x="1553" y="1627"/>
                    <a:pt x="1539" y="1628"/>
                    <a:pt x="1525" y="1629"/>
                  </a:cubicBezTo>
                  <a:lnTo>
                    <a:pt x="1096" y="1629"/>
                  </a:lnTo>
                  <a:lnTo>
                    <a:pt x="2192" y="534"/>
                  </a:lnTo>
                  <a:cubicBezTo>
                    <a:pt x="2410" y="316"/>
                    <a:pt x="2212" y="1"/>
                    <a:pt x="196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695" name="Google Shape;9695;p88"/>
          <p:cNvGrpSpPr/>
          <p:nvPr/>
        </p:nvGrpSpPr>
        <p:grpSpPr>
          <a:xfrm>
            <a:off x="10416748" y="5336648"/>
            <a:ext cx="466233" cy="467277"/>
            <a:chOff x="6266150" y="4076475"/>
            <a:chExt cx="267950" cy="268550"/>
          </a:xfrm>
          <a:solidFill>
            <a:schemeClr val="bg1"/>
          </a:solidFill>
        </p:grpSpPr>
        <p:sp>
          <p:nvSpPr>
            <p:cNvPr id="9696" name="Google Shape;9696;p88"/>
            <p:cNvSpPr/>
            <p:nvPr/>
          </p:nvSpPr>
          <p:spPr>
            <a:xfrm>
              <a:off x="6373925" y="4076475"/>
              <a:ext cx="52400" cy="52425"/>
            </a:xfrm>
            <a:custGeom>
              <a:avLst/>
              <a:gdLst/>
              <a:ahLst/>
              <a:cxnLst/>
              <a:rect l="l" t="t" r="r" b="b"/>
              <a:pathLst>
                <a:path w="2096" h="2097" extrusionOk="0">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7" name="Google Shape;9697;p88"/>
            <p:cNvSpPr/>
            <p:nvPr/>
          </p:nvSpPr>
          <p:spPr>
            <a:xfrm>
              <a:off x="6266150" y="4290825"/>
              <a:ext cx="99450" cy="54200"/>
            </a:xfrm>
            <a:custGeom>
              <a:avLst/>
              <a:gdLst/>
              <a:ahLst/>
              <a:cxnLst/>
              <a:rect l="l" t="t" r="r" b="b"/>
              <a:pathLst>
                <a:path w="3978" h="2168" extrusionOk="0">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8" name="Google Shape;9698;p88"/>
            <p:cNvSpPr/>
            <p:nvPr/>
          </p:nvSpPr>
          <p:spPr>
            <a:xfrm>
              <a:off x="6434650" y="4290825"/>
              <a:ext cx="99450" cy="53600"/>
            </a:xfrm>
            <a:custGeom>
              <a:avLst/>
              <a:gdLst/>
              <a:ahLst/>
              <a:cxnLst/>
              <a:rect l="l" t="t" r="r" b="b"/>
              <a:pathLst>
                <a:path w="3978" h="2144" extrusionOk="0">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699" name="Google Shape;9699;p88"/>
            <p:cNvSpPr/>
            <p:nvPr/>
          </p:nvSpPr>
          <p:spPr>
            <a:xfrm>
              <a:off x="6279250" y="4133050"/>
              <a:ext cx="241750" cy="153625"/>
            </a:xfrm>
            <a:custGeom>
              <a:avLst/>
              <a:gdLst/>
              <a:ahLst/>
              <a:cxnLst/>
              <a:rect l="l" t="t" r="r" b="b"/>
              <a:pathLst>
                <a:path w="9670" h="6145" extrusionOk="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00" name="Google Shape;9700;p88"/>
          <p:cNvGrpSpPr/>
          <p:nvPr/>
        </p:nvGrpSpPr>
        <p:grpSpPr>
          <a:xfrm>
            <a:off x="4372118" y="3865652"/>
            <a:ext cx="469321" cy="432275"/>
            <a:chOff x="2792225" y="3231075"/>
            <a:chExt cx="269725" cy="248434"/>
          </a:xfrm>
          <a:solidFill>
            <a:schemeClr val="bg1"/>
          </a:solidFill>
        </p:grpSpPr>
        <p:sp>
          <p:nvSpPr>
            <p:cNvPr id="9701" name="Google Shape;9701;p88"/>
            <p:cNvSpPr/>
            <p:nvPr/>
          </p:nvSpPr>
          <p:spPr>
            <a:xfrm>
              <a:off x="2939726" y="3448400"/>
              <a:ext cx="26205" cy="30813"/>
            </a:xfrm>
            <a:custGeom>
              <a:avLst/>
              <a:gdLst/>
              <a:ahLst/>
              <a:cxnLst/>
              <a:rect l="l" t="t" r="r" b="b"/>
              <a:pathLst>
                <a:path w="21747" h="25571" extrusionOk="0">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02" name="Google Shape;9702;p88"/>
            <p:cNvSpPr/>
            <p:nvPr/>
          </p:nvSpPr>
          <p:spPr>
            <a:xfrm>
              <a:off x="2809253" y="3338031"/>
              <a:ext cx="136429" cy="141478"/>
            </a:xfrm>
            <a:custGeom>
              <a:avLst/>
              <a:gdLst/>
              <a:ahLst/>
              <a:cxnLst/>
              <a:rect l="l" t="t" r="r" b="b"/>
              <a:pathLst>
                <a:path w="113219" h="117409" extrusionOk="0">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03" name="Google Shape;9703;p88"/>
            <p:cNvSpPr/>
            <p:nvPr/>
          </p:nvSpPr>
          <p:spPr>
            <a:xfrm>
              <a:off x="2958925" y="3448375"/>
              <a:ext cx="625" cy="625"/>
            </a:xfrm>
            <a:custGeom>
              <a:avLst/>
              <a:gdLst/>
              <a:ahLst/>
              <a:cxnLst/>
              <a:rect l="l" t="t" r="r" b="b"/>
              <a:pathLst>
                <a:path w="25" h="25" extrusionOk="0">
                  <a:moveTo>
                    <a:pt x="24" y="25"/>
                  </a:moveTo>
                  <a:lnTo>
                    <a:pt x="24" y="25"/>
                  </a:lnTo>
                  <a:lnTo>
                    <a:pt x="0" y="1"/>
                  </a:lnTo>
                  <a:lnTo>
                    <a:pt x="24" y="25"/>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04" name="Google Shape;9704;p88"/>
            <p:cNvSpPr/>
            <p:nvPr/>
          </p:nvSpPr>
          <p:spPr>
            <a:xfrm>
              <a:off x="2792225" y="3231075"/>
              <a:ext cx="257400" cy="222775"/>
            </a:xfrm>
            <a:custGeom>
              <a:avLst/>
              <a:gdLst/>
              <a:ahLst/>
              <a:cxnLst/>
              <a:rect l="l" t="t" r="r" b="b"/>
              <a:pathLst>
                <a:path w="10296" h="8911" extrusionOk="0">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05" name="Google Shape;9705;p88"/>
            <p:cNvSpPr/>
            <p:nvPr/>
          </p:nvSpPr>
          <p:spPr>
            <a:xfrm>
              <a:off x="2894625" y="3231225"/>
              <a:ext cx="167325" cy="122525"/>
            </a:xfrm>
            <a:custGeom>
              <a:avLst/>
              <a:gdLst/>
              <a:ahLst/>
              <a:cxnLst/>
              <a:rect l="l" t="t" r="r" b="b"/>
              <a:pathLst>
                <a:path w="6693" h="4901" extrusionOk="0">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06" name="Google Shape;9706;p88"/>
            <p:cNvSpPr/>
            <p:nvPr/>
          </p:nvSpPr>
          <p:spPr>
            <a:xfrm>
              <a:off x="2958783" y="3447804"/>
              <a:ext cx="596" cy="598"/>
            </a:xfrm>
            <a:custGeom>
              <a:avLst/>
              <a:gdLst/>
              <a:ahLst/>
              <a:cxnLst/>
              <a:rect l="l" t="t" r="r" b="b"/>
              <a:pathLst>
                <a:path w="495" h="496" extrusionOk="0">
                  <a:moveTo>
                    <a:pt x="495" y="495"/>
                  </a:moveTo>
                  <a:lnTo>
                    <a:pt x="495" y="495"/>
                  </a:lnTo>
                  <a:lnTo>
                    <a:pt x="0" y="1"/>
                  </a:lnTo>
                  <a:lnTo>
                    <a:pt x="495" y="495"/>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707" name="Google Shape;9707;p88"/>
          <p:cNvSpPr txBox="1"/>
          <p:nvPr/>
        </p:nvSpPr>
        <p:spPr>
          <a:xfrm>
            <a:off x="1397800" y="1544867"/>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133"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目标与结果图标</a:t>
            </a:r>
            <a:endParaRPr kumimoji="0" sz="2133"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97965C10-3101-07A6-866E-62A99DBFBFF4}"/>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13D946A0-421D-CA1A-9CEE-2956DBB86018}"/>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A5DE73ED-8334-F100-C3AB-ECA8FAFDB0D7}"/>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62AD5608-0901-75FE-4124-371EBDEBBE01}"/>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28FF7FC3-B04E-C91B-5114-441205430B68}"/>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1EFA1606-917C-A805-2F80-69ED490321A9}"/>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B81F2A49-DCA6-A332-EF23-AE98AFA1DF09}"/>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9F9DCA8B-57CA-D1C2-22A8-83FCED9BAF36}"/>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888B4069-AF2D-3F40-D40E-05B3769BE54E}"/>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D64F54B4-86E5-8507-9BE9-57A4F2412585}"/>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bg>
      <p:bgPr>
        <a:solidFill>
          <a:srgbClr val="BB3023"/>
        </a:solidFill>
        <a:effectLst/>
      </p:bgPr>
    </p:bg>
    <p:spTree>
      <p:nvGrpSpPr>
        <p:cNvPr id="1" name="Shape 9712"/>
        <p:cNvGrpSpPr/>
        <p:nvPr/>
      </p:nvGrpSpPr>
      <p:grpSpPr>
        <a:xfrm>
          <a:off x="0" y="0"/>
          <a:ext cx="0" cy="0"/>
          <a:chOff x="0" y="0"/>
          <a:chExt cx="0" cy="0"/>
        </a:xfrm>
      </p:grpSpPr>
      <p:grpSp>
        <p:nvGrpSpPr>
          <p:cNvPr id="9713" name="Google Shape;9713;p89"/>
          <p:cNvGrpSpPr/>
          <p:nvPr/>
        </p:nvGrpSpPr>
        <p:grpSpPr>
          <a:xfrm>
            <a:off x="1454035" y="2407873"/>
            <a:ext cx="455739" cy="455943"/>
            <a:chOff x="1757188" y="1943950"/>
            <a:chExt cx="341804" cy="341957"/>
          </a:xfrm>
          <a:solidFill>
            <a:schemeClr val="bg1"/>
          </a:solidFill>
        </p:grpSpPr>
        <p:sp>
          <p:nvSpPr>
            <p:cNvPr id="9714" name="Google Shape;9714;p89"/>
            <p:cNvSpPr/>
            <p:nvPr/>
          </p:nvSpPr>
          <p:spPr>
            <a:xfrm>
              <a:off x="1757188" y="2060545"/>
              <a:ext cx="341804" cy="107372"/>
            </a:xfrm>
            <a:custGeom>
              <a:avLst/>
              <a:gdLst/>
              <a:ahLst/>
              <a:cxnLst/>
              <a:rect l="l" t="t" r="r" b="b"/>
              <a:pathLst>
                <a:path w="11527" h="3621" extrusionOk="0">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15" name="Google Shape;9715;p89"/>
            <p:cNvSpPr/>
            <p:nvPr/>
          </p:nvSpPr>
          <p:spPr>
            <a:xfrm>
              <a:off x="1793898" y="1943950"/>
              <a:ext cx="98891" cy="97557"/>
            </a:xfrm>
            <a:custGeom>
              <a:avLst/>
              <a:gdLst/>
              <a:ahLst/>
              <a:cxnLst/>
              <a:rect l="l" t="t" r="r" b="b"/>
              <a:pathLst>
                <a:path w="3335" h="3290" extrusionOk="0">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16" name="Google Shape;9716;p89"/>
            <p:cNvSpPr/>
            <p:nvPr/>
          </p:nvSpPr>
          <p:spPr>
            <a:xfrm>
              <a:off x="1966923" y="1943950"/>
              <a:ext cx="98891" cy="97557"/>
            </a:xfrm>
            <a:custGeom>
              <a:avLst/>
              <a:gdLst/>
              <a:ahLst/>
              <a:cxnLst/>
              <a:rect l="l" t="t" r="r" b="b"/>
              <a:pathLst>
                <a:path w="3335" h="3290" extrusionOk="0">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17" name="Google Shape;9717;p89"/>
            <p:cNvSpPr/>
            <p:nvPr/>
          </p:nvSpPr>
          <p:spPr>
            <a:xfrm>
              <a:off x="1879358" y="2188350"/>
              <a:ext cx="98891" cy="97557"/>
            </a:xfrm>
            <a:custGeom>
              <a:avLst/>
              <a:gdLst/>
              <a:ahLst/>
              <a:cxnLst/>
              <a:rect l="l" t="t" r="r" b="b"/>
              <a:pathLst>
                <a:path w="3335" h="3290" extrusionOk="0">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18" name="Google Shape;9718;p89"/>
          <p:cNvGrpSpPr/>
          <p:nvPr/>
        </p:nvGrpSpPr>
        <p:grpSpPr>
          <a:xfrm>
            <a:off x="2440812" y="2373748"/>
            <a:ext cx="455781" cy="414349"/>
            <a:chOff x="2349655" y="1932711"/>
            <a:chExt cx="341836" cy="310762"/>
          </a:xfrm>
          <a:solidFill>
            <a:schemeClr val="bg1"/>
          </a:solidFill>
        </p:grpSpPr>
        <p:sp>
          <p:nvSpPr>
            <p:cNvPr id="9719" name="Google Shape;9719;p89"/>
            <p:cNvSpPr/>
            <p:nvPr/>
          </p:nvSpPr>
          <p:spPr>
            <a:xfrm>
              <a:off x="2349655" y="1949673"/>
              <a:ext cx="90440" cy="63634"/>
            </a:xfrm>
            <a:custGeom>
              <a:avLst/>
              <a:gdLst/>
              <a:ahLst/>
              <a:cxnLst/>
              <a:rect l="l" t="t" r="r" b="b"/>
              <a:pathLst>
                <a:path w="3050" h="2146" extrusionOk="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0" name="Google Shape;9720;p89"/>
            <p:cNvSpPr/>
            <p:nvPr/>
          </p:nvSpPr>
          <p:spPr>
            <a:xfrm>
              <a:off x="2459134" y="1932711"/>
              <a:ext cx="129255" cy="95362"/>
            </a:xfrm>
            <a:custGeom>
              <a:avLst/>
              <a:gdLst/>
              <a:ahLst/>
              <a:cxnLst/>
              <a:rect l="l" t="t" r="r" b="b"/>
              <a:pathLst>
                <a:path w="4359" h="3216" extrusionOk="0">
                  <a:moveTo>
                    <a:pt x="2048" y="1"/>
                  </a:moveTo>
                  <a:lnTo>
                    <a:pt x="2048" y="811"/>
                  </a:lnTo>
                  <a:lnTo>
                    <a:pt x="0" y="811"/>
                  </a:lnTo>
                  <a:lnTo>
                    <a:pt x="0" y="2406"/>
                  </a:lnTo>
                  <a:lnTo>
                    <a:pt x="2048" y="2406"/>
                  </a:lnTo>
                  <a:lnTo>
                    <a:pt x="2048" y="3216"/>
                  </a:lnTo>
                  <a:lnTo>
                    <a:pt x="4358" y="1597"/>
                  </a:lnTo>
                  <a:lnTo>
                    <a:pt x="204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1" name="Google Shape;9721;p89"/>
            <p:cNvSpPr/>
            <p:nvPr/>
          </p:nvSpPr>
          <p:spPr>
            <a:xfrm>
              <a:off x="2349655" y="2057728"/>
              <a:ext cx="90440" cy="63723"/>
            </a:xfrm>
            <a:custGeom>
              <a:avLst/>
              <a:gdLst/>
              <a:ahLst/>
              <a:cxnLst/>
              <a:rect l="l" t="t" r="r" b="b"/>
              <a:pathLst>
                <a:path w="3050" h="2149" extrusionOk="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2" name="Google Shape;9722;p89"/>
            <p:cNvSpPr/>
            <p:nvPr/>
          </p:nvSpPr>
          <p:spPr>
            <a:xfrm>
              <a:off x="2459134" y="2043584"/>
              <a:ext cx="180080" cy="91834"/>
            </a:xfrm>
            <a:custGeom>
              <a:avLst/>
              <a:gdLst/>
              <a:ahLst/>
              <a:cxnLst/>
              <a:rect l="l" t="t" r="r" b="b"/>
              <a:pathLst>
                <a:path w="6073" h="3097" extrusionOk="0">
                  <a:moveTo>
                    <a:pt x="3858" y="1"/>
                  </a:moveTo>
                  <a:lnTo>
                    <a:pt x="3858" y="787"/>
                  </a:lnTo>
                  <a:lnTo>
                    <a:pt x="0" y="787"/>
                  </a:lnTo>
                  <a:lnTo>
                    <a:pt x="0" y="2358"/>
                  </a:lnTo>
                  <a:lnTo>
                    <a:pt x="3858" y="2358"/>
                  </a:lnTo>
                  <a:lnTo>
                    <a:pt x="3858" y="3097"/>
                  </a:lnTo>
                  <a:lnTo>
                    <a:pt x="3882" y="3097"/>
                  </a:lnTo>
                  <a:lnTo>
                    <a:pt x="6073" y="1549"/>
                  </a:lnTo>
                  <a:lnTo>
                    <a:pt x="38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3" name="Google Shape;9723;p89"/>
            <p:cNvSpPr/>
            <p:nvPr/>
          </p:nvSpPr>
          <p:spPr>
            <a:xfrm>
              <a:off x="2349655" y="2165754"/>
              <a:ext cx="90440" cy="63634"/>
            </a:xfrm>
            <a:custGeom>
              <a:avLst/>
              <a:gdLst/>
              <a:ahLst/>
              <a:cxnLst/>
              <a:rect l="l" t="t" r="r" b="b"/>
              <a:pathLst>
                <a:path w="3050" h="2146" extrusionOk="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4" name="Google Shape;9724;p89"/>
            <p:cNvSpPr/>
            <p:nvPr/>
          </p:nvSpPr>
          <p:spPr>
            <a:xfrm>
              <a:off x="2459134" y="2151639"/>
              <a:ext cx="232357" cy="91834"/>
            </a:xfrm>
            <a:custGeom>
              <a:avLst/>
              <a:gdLst/>
              <a:ahLst/>
              <a:cxnLst/>
              <a:rect l="l" t="t" r="r" b="b"/>
              <a:pathLst>
                <a:path w="7836" h="3097" extrusionOk="0">
                  <a:moveTo>
                    <a:pt x="5668" y="0"/>
                  </a:moveTo>
                  <a:lnTo>
                    <a:pt x="5668" y="762"/>
                  </a:lnTo>
                  <a:lnTo>
                    <a:pt x="0" y="762"/>
                  </a:lnTo>
                  <a:lnTo>
                    <a:pt x="0" y="2310"/>
                  </a:lnTo>
                  <a:lnTo>
                    <a:pt x="5668" y="2310"/>
                  </a:lnTo>
                  <a:lnTo>
                    <a:pt x="5668" y="3096"/>
                  </a:lnTo>
                  <a:lnTo>
                    <a:pt x="7835" y="1548"/>
                  </a:lnTo>
                  <a:lnTo>
                    <a:pt x="566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25" name="Google Shape;9725;p89"/>
          <p:cNvGrpSpPr/>
          <p:nvPr/>
        </p:nvGrpSpPr>
        <p:grpSpPr>
          <a:xfrm>
            <a:off x="3461512" y="2387903"/>
            <a:ext cx="409600" cy="453848"/>
            <a:chOff x="2967565" y="1943327"/>
            <a:chExt cx="307200" cy="340386"/>
          </a:xfrm>
          <a:solidFill>
            <a:schemeClr val="bg1"/>
          </a:solidFill>
        </p:grpSpPr>
        <p:sp>
          <p:nvSpPr>
            <p:cNvPr id="9726" name="Google Shape;9726;p89"/>
            <p:cNvSpPr/>
            <p:nvPr/>
          </p:nvSpPr>
          <p:spPr>
            <a:xfrm>
              <a:off x="3030429" y="2095862"/>
              <a:ext cx="182215" cy="49460"/>
            </a:xfrm>
            <a:custGeom>
              <a:avLst/>
              <a:gdLst/>
              <a:ahLst/>
              <a:cxnLst/>
              <a:rect l="l" t="t" r="r" b="b"/>
              <a:pathLst>
                <a:path w="6145" h="1668" extrusionOk="0">
                  <a:moveTo>
                    <a:pt x="738" y="0"/>
                  </a:moveTo>
                  <a:lnTo>
                    <a:pt x="0" y="1667"/>
                  </a:lnTo>
                  <a:lnTo>
                    <a:pt x="6144" y="1667"/>
                  </a:lnTo>
                  <a:lnTo>
                    <a:pt x="5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7" name="Google Shape;9727;p89"/>
            <p:cNvSpPr/>
            <p:nvPr/>
          </p:nvSpPr>
          <p:spPr>
            <a:xfrm>
              <a:off x="3061476" y="2027364"/>
              <a:ext cx="120804" cy="49460"/>
            </a:xfrm>
            <a:custGeom>
              <a:avLst/>
              <a:gdLst/>
              <a:ahLst/>
              <a:cxnLst/>
              <a:rect l="l" t="t" r="r" b="b"/>
              <a:pathLst>
                <a:path w="4074" h="1668" extrusionOk="0">
                  <a:moveTo>
                    <a:pt x="763" y="0"/>
                  </a:moveTo>
                  <a:lnTo>
                    <a:pt x="1" y="1667"/>
                  </a:lnTo>
                  <a:lnTo>
                    <a:pt x="4073" y="1667"/>
                  </a:lnTo>
                  <a:lnTo>
                    <a:pt x="33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8" name="Google Shape;9728;p89"/>
            <p:cNvSpPr/>
            <p:nvPr/>
          </p:nvSpPr>
          <p:spPr>
            <a:xfrm>
              <a:off x="2998641" y="2165754"/>
              <a:ext cx="245048" cy="49460"/>
            </a:xfrm>
            <a:custGeom>
              <a:avLst/>
              <a:gdLst/>
              <a:ahLst/>
              <a:cxnLst/>
              <a:rect l="l" t="t" r="r" b="b"/>
              <a:pathLst>
                <a:path w="8264" h="1668" extrusionOk="0">
                  <a:moveTo>
                    <a:pt x="739" y="1"/>
                  </a:moveTo>
                  <a:lnTo>
                    <a:pt x="0" y="1668"/>
                  </a:lnTo>
                  <a:lnTo>
                    <a:pt x="8264" y="1668"/>
                  </a:lnTo>
                  <a:lnTo>
                    <a:pt x="752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29" name="Google Shape;9729;p89"/>
            <p:cNvSpPr/>
            <p:nvPr/>
          </p:nvSpPr>
          <p:spPr>
            <a:xfrm>
              <a:off x="3091841" y="1943327"/>
              <a:ext cx="58653" cy="64287"/>
            </a:xfrm>
            <a:custGeom>
              <a:avLst/>
              <a:gdLst/>
              <a:ahLst/>
              <a:cxnLst/>
              <a:rect l="l" t="t" r="r" b="b"/>
              <a:pathLst>
                <a:path w="1978" h="2168" extrusionOk="0">
                  <a:moveTo>
                    <a:pt x="1001" y="0"/>
                  </a:moveTo>
                  <a:lnTo>
                    <a:pt x="1" y="2167"/>
                  </a:lnTo>
                  <a:lnTo>
                    <a:pt x="1977" y="2167"/>
                  </a:lnTo>
                  <a:lnTo>
                    <a:pt x="100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30" name="Google Shape;9730;p89"/>
            <p:cNvSpPr/>
            <p:nvPr/>
          </p:nvSpPr>
          <p:spPr>
            <a:xfrm>
              <a:off x="2967565" y="2234253"/>
              <a:ext cx="307200" cy="49460"/>
            </a:xfrm>
            <a:custGeom>
              <a:avLst/>
              <a:gdLst/>
              <a:ahLst/>
              <a:cxnLst/>
              <a:rect l="l" t="t" r="r" b="b"/>
              <a:pathLst>
                <a:path w="10360" h="1668" extrusionOk="0">
                  <a:moveTo>
                    <a:pt x="739" y="1"/>
                  </a:moveTo>
                  <a:lnTo>
                    <a:pt x="1" y="1668"/>
                  </a:lnTo>
                  <a:lnTo>
                    <a:pt x="10360" y="1668"/>
                  </a:lnTo>
                  <a:lnTo>
                    <a:pt x="962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31" name="Google Shape;9731;p89"/>
          <p:cNvGrpSpPr/>
          <p:nvPr/>
        </p:nvGrpSpPr>
        <p:grpSpPr>
          <a:xfrm>
            <a:off x="4365642" y="2395009"/>
            <a:ext cx="453881" cy="452900"/>
            <a:chOff x="3502831" y="1939087"/>
            <a:chExt cx="340411" cy="339675"/>
          </a:xfrm>
          <a:solidFill>
            <a:schemeClr val="bg1"/>
          </a:solidFill>
        </p:grpSpPr>
        <p:sp>
          <p:nvSpPr>
            <p:cNvPr id="9732" name="Google Shape;9732;p89"/>
            <p:cNvSpPr/>
            <p:nvPr/>
          </p:nvSpPr>
          <p:spPr>
            <a:xfrm>
              <a:off x="3578417" y="2091622"/>
              <a:ext cx="187137" cy="31787"/>
            </a:xfrm>
            <a:custGeom>
              <a:avLst/>
              <a:gdLst/>
              <a:ahLst/>
              <a:cxnLst/>
              <a:rect l="l" t="t" r="r" b="b"/>
              <a:pathLst>
                <a:path w="6311" h="1072" extrusionOk="0">
                  <a:moveTo>
                    <a:pt x="0" y="0"/>
                  </a:moveTo>
                  <a:lnTo>
                    <a:pt x="0" y="1072"/>
                  </a:lnTo>
                  <a:lnTo>
                    <a:pt x="6311" y="1072"/>
                  </a:lnTo>
                  <a:lnTo>
                    <a:pt x="63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33" name="Google Shape;9733;p89"/>
            <p:cNvSpPr/>
            <p:nvPr/>
          </p:nvSpPr>
          <p:spPr>
            <a:xfrm>
              <a:off x="3552975" y="2142447"/>
              <a:ext cx="239414" cy="31817"/>
            </a:xfrm>
            <a:custGeom>
              <a:avLst/>
              <a:gdLst/>
              <a:ahLst/>
              <a:cxnLst/>
              <a:rect l="l" t="t" r="r" b="b"/>
              <a:pathLst>
                <a:path w="8074" h="1073" extrusionOk="0">
                  <a:moveTo>
                    <a:pt x="1" y="1"/>
                  </a:moveTo>
                  <a:lnTo>
                    <a:pt x="1" y="1072"/>
                  </a:lnTo>
                  <a:lnTo>
                    <a:pt x="8074" y="1072"/>
                  </a:lnTo>
                  <a:lnTo>
                    <a:pt x="807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34" name="Google Shape;9734;p89"/>
            <p:cNvSpPr/>
            <p:nvPr/>
          </p:nvSpPr>
          <p:spPr>
            <a:xfrm>
              <a:off x="3528985" y="2194725"/>
              <a:ext cx="286710" cy="31787"/>
            </a:xfrm>
            <a:custGeom>
              <a:avLst/>
              <a:gdLst/>
              <a:ahLst/>
              <a:cxnLst/>
              <a:rect l="l" t="t" r="r" b="b"/>
              <a:pathLst>
                <a:path w="9669" h="1072" extrusionOk="0">
                  <a:moveTo>
                    <a:pt x="0" y="0"/>
                  </a:moveTo>
                  <a:lnTo>
                    <a:pt x="0" y="1072"/>
                  </a:lnTo>
                  <a:lnTo>
                    <a:pt x="9669" y="1072"/>
                  </a:lnTo>
                  <a:lnTo>
                    <a:pt x="966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35" name="Google Shape;9735;p89"/>
            <p:cNvSpPr/>
            <p:nvPr/>
          </p:nvSpPr>
          <p:spPr>
            <a:xfrm>
              <a:off x="3606647" y="1939087"/>
              <a:ext cx="161043" cy="132072"/>
            </a:xfrm>
            <a:custGeom>
              <a:avLst/>
              <a:gdLst/>
              <a:ahLst/>
              <a:cxnLst/>
              <a:rect l="l" t="t" r="r" b="b"/>
              <a:pathLst>
                <a:path w="5431" h="4454" extrusionOk="0">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36" name="Google Shape;9736;p89"/>
            <p:cNvSpPr/>
            <p:nvPr/>
          </p:nvSpPr>
          <p:spPr>
            <a:xfrm>
              <a:off x="3502831" y="2246974"/>
              <a:ext cx="340411" cy="31787"/>
            </a:xfrm>
            <a:custGeom>
              <a:avLst/>
              <a:gdLst/>
              <a:ahLst/>
              <a:cxnLst/>
              <a:rect l="l" t="t" r="r" b="b"/>
              <a:pathLst>
                <a:path w="11480" h="1072" extrusionOk="0">
                  <a:moveTo>
                    <a:pt x="1" y="0"/>
                  </a:moveTo>
                  <a:lnTo>
                    <a:pt x="1" y="1072"/>
                  </a:lnTo>
                  <a:lnTo>
                    <a:pt x="11479" y="1072"/>
                  </a:lnTo>
                  <a:lnTo>
                    <a:pt x="114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37" name="Google Shape;9737;p89"/>
          <p:cNvGrpSpPr/>
          <p:nvPr/>
        </p:nvGrpSpPr>
        <p:grpSpPr>
          <a:xfrm>
            <a:off x="5389915" y="2398987"/>
            <a:ext cx="455744" cy="455744"/>
            <a:chOff x="4118636" y="1946856"/>
            <a:chExt cx="341808" cy="341808"/>
          </a:xfrm>
          <a:solidFill>
            <a:schemeClr val="bg1"/>
          </a:solidFill>
        </p:grpSpPr>
        <p:sp>
          <p:nvSpPr>
            <p:cNvPr id="9738" name="Google Shape;9738;p89"/>
            <p:cNvSpPr/>
            <p:nvPr/>
          </p:nvSpPr>
          <p:spPr>
            <a:xfrm>
              <a:off x="4159587" y="2127620"/>
              <a:ext cx="120063" cy="120093"/>
            </a:xfrm>
            <a:custGeom>
              <a:avLst/>
              <a:gdLst/>
              <a:ahLst/>
              <a:cxnLst/>
              <a:rect l="l" t="t" r="r" b="b"/>
              <a:pathLst>
                <a:path w="4049" h="4050" extrusionOk="0">
                  <a:moveTo>
                    <a:pt x="2739" y="1"/>
                  </a:moveTo>
                  <a:cubicBezTo>
                    <a:pt x="1215" y="1"/>
                    <a:pt x="0" y="1215"/>
                    <a:pt x="0" y="2739"/>
                  </a:cubicBezTo>
                  <a:lnTo>
                    <a:pt x="0" y="4049"/>
                  </a:lnTo>
                  <a:lnTo>
                    <a:pt x="1310" y="4049"/>
                  </a:lnTo>
                  <a:cubicBezTo>
                    <a:pt x="2810" y="4049"/>
                    <a:pt x="4049" y="2835"/>
                    <a:pt x="4049" y="1310"/>
                  </a:cubicBezTo>
                  <a:lnTo>
                    <a:pt x="40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39" name="Google Shape;9739;p89"/>
            <p:cNvSpPr/>
            <p:nvPr/>
          </p:nvSpPr>
          <p:spPr>
            <a:xfrm>
              <a:off x="4299401" y="2127620"/>
              <a:ext cx="161043" cy="161043"/>
            </a:xfrm>
            <a:custGeom>
              <a:avLst/>
              <a:gdLst/>
              <a:ahLst/>
              <a:cxnLst/>
              <a:rect l="l" t="t" r="r" b="b"/>
              <a:pathLst>
                <a:path w="5431" h="5431" extrusionOk="0">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40" name="Google Shape;9740;p89"/>
            <p:cNvSpPr/>
            <p:nvPr/>
          </p:nvSpPr>
          <p:spPr>
            <a:xfrm>
              <a:off x="4118636" y="1946856"/>
              <a:ext cx="161725" cy="160331"/>
            </a:xfrm>
            <a:custGeom>
              <a:avLst/>
              <a:gdLst/>
              <a:ahLst/>
              <a:cxnLst/>
              <a:rect l="l" t="t" r="r" b="b"/>
              <a:pathLst>
                <a:path w="5454" h="5407" extrusionOk="0">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41" name="Google Shape;9741;p89"/>
            <p:cNvSpPr/>
            <p:nvPr/>
          </p:nvSpPr>
          <p:spPr>
            <a:xfrm>
              <a:off x="4300824" y="1987095"/>
              <a:ext cx="120063" cy="120093"/>
            </a:xfrm>
            <a:custGeom>
              <a:avLst/>
              <a:gdLst/>
              <a:ahLst/>
              <a:cxnLst/>
              <a:rect l="l" t="t" r="r" b="b"/>
              <a:pathLst>
                <a:path w="4049" h="4050" extrusionOk="0">
                  <a:moveTo>
                    <a:pt x="2739" y="1"/>
                  </a:moveTo>
                  <a:cubicBezTo>
                    <a:pt x="1215" y="1"/>
                    <a:pt x="0" y="1239"/>
                    <a:pt x="0" y="2739"/>
                  </a:cubicBezTo>
                  <a:lnTo>
                    <a:pt x="0" y="4049"/>
                  </a:lnTo>
                  <a:lnTo>
                    <a:pt x="1310" y="4049"/>
                  </a:lnTo>
                  <a:cubicBezTo>
                    <a:pt x="2787" y="4049"/>
                    <a:pt x="4049" y="2835"/>
                    <a:pt x="4049" y="1310"/>
                  </a:cubicBezTo>
                  <a:lnTo>
                    <a:pt x="40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42" name="Google Shape;9742;p89"/>
          <p:cNvGrpSpPr/>
          <p:nvPr/>
        </p:nvGrpSpPr>
        <p:grpSpPr>
          <a:xfrm>
            <a:off x="6375521" y="2377544"/>
            <a:ext cx="455785" cy="458547"/>
            <a:chOff x="4705440" y="1935558"/>
            <a:chExt cx="341839" cy="343910"/>
          </a:xfrm>
          <a:solidFill>
            <a:schemeClr val="bg1"/>
          </a:solidFill>
        </p:grpSpPr>
        <p:sp>
          <p:nvSpPr>
            <p:cNvPr id="9743" name="Google Shape;9743;p89"/>
            <p:cNvSpPr/>
            <p:nvPr/>
          </p:nvSpPr>
          <p:spPr>
            <a:xfrm>
              <a:off x="4788083" y="1996287"/>
              <a:ext cx="177974" cy="221741"/>
            </a:xfrm>
            <a:custGeom>
              <a:avLst/>
              <a:gdLst/>
              <a:ahLst/>
              <a:cxnLst/>
              <a:rect l="l" t="t" r="r" b="b"/>
              <a:pathLst>
                <a:path w="6002" h="7478" extrusionOk="0">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44" name="Google Shape;9744;p89"/>
            <p:cNvSpPr/>
            <p:nvPr/>
          </p:nvSpPr>
          <p:spPr>
            <a:xfrm>
              <a:off x="4705440" y="1935558"/>
              <a:ext cx="62893" cy="340381"/>
            </a:xfrm>
            <a:custGeom>
              <a:avLst/>
              <a:gdLst/>
              <a:ahLst/>
              <a:cxnLst/>
              <a:rect l="l" t="t" r="r" b="b"/>
              <a:pathLst>
                <a:path w="2121" h="11479" extrusionOk="0">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45" name="Google Shape;9745;p89"/>
            <p:cNvSpPr/>
            <p:nvPr/>
          </p:nvSpPr>
          <p:spPr>
            <a:xfrm>
              <a:off x="4984386" y="1936952"/>
              <a:ext cx="62893" cy="342516"/>
            </a:xfrm>
            <a:custGeom>
              <a:avLst/>
              <a:gdLst/>
              <a:ahLst/>
              <a:cxnLst/>
              <a:rect l="l" t="t" r="r" b="b"/>
              <a:pathLst>
                <a:path w="2121" h="11551" extrusionOk="0">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746" name="Google Shape;9746;p89"/>
          <p:cNvSpPr/>
          <p:nvPr/>
        </p:nvSpPr>
        <p:spPr>
          <a:xfrm>
            <a:off x="7351978" y="2370941"/>
            <a:ext cx="453841" cy="455739"/>
          </a:xfrm>
          <a:custGeom>
            <a:avLst/>
            <a:gdLst/>
            <a:ahLst/>
            <a:cxnLst/>
            <a:rect l="l" t="t" r="r" b="b"/>
            <a:pathLst>
              <a:path w="11479" h="11527" extrusionOk="0">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747" name="Google Shape;9747;p89"/>
          <p:cNvGrpSpPr/>
          <p:nvPr/>
        </p:nvGrpSpPr>
        <p:grpSpPr>
          <a:xfrm>
            <a:off x="8349656" y="2466571"/>
            <a:ext cx="455745" cy="369120"/>
            <a:chOff x="5881241" y="1992759"/>
            <a:chExt cx="341809" cy="276840"/>
          </a:xfrm>
          <a:solidFill>
            <a:schemeClr val="bg1"/>
          </a:solidFill>
        </p:grpSpPr>
        <p:sp>
          <p:nvSpPr>
            <p:cNvPr id="9748" name="Google Shape;9748;p89"/>
            <p:cNvSpPr/>
            <p:nvPr/>
          </p:nvSpPr>
          <p:spPr>
            <a:xfrm>
              <a:off x="5881241" y="2032998"/>
              <a:ext cx="240126" cy="63575"/>
            </a:xfrm>
            <a:custGeom>
              <a:avLst/>
              <a:gdLst/>
              <a:ahLst/>
              <a:cxnLst/>
              <a:rect l="l" t="t" r="r" b="b"/>
              <a:pathLst>
                <a:path w="8098" h="2144" extrusionOk="0">
                  <a:moveTo>
                    <a:pt x="0" y="1"/>
                  </a:moveTo>
                  <a:lnTo>
                    <a:pt x="0" y="2144"/>
                  </a:lnTo>
                  <a:lnTo>
                    <a:pt x="7025" y="2144"/>
                  </a:lnTo>
                  <a:lnTo>
                    <a:pt x="8097" y="1072"/>
                  </a:lnTo>
                  <a:lnTo>
                    <a:pt x="70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49" name="Google Shape;9749;p89"/>
            <p:cNvSpPr/>
            <p:nvPr/>
          </p:nvSpPr>
          <p:spPr>
            <a:xfrm>
              <a:off x="6117784" y="2032998"/>
              <a:ext cx="105266" cy="63575"/>
            </a:xfrm>
            <a:custGeom>
              <a:avLst/>
              <a:gdLst/>
              <a:ahLst/>
              <a:cxnLst/>
              <a:rect l="l" t="t" r="r" b="b"/>
              <a:pathLst>
                <a:path w="3550" h="2144" extrusionOk="0">
                  <a:moveTo>
                    <a:pt x="1" y="1"/>
                  </a:moveTo>
                  <a:lnTo>
                    <a:pt x="1073" y="1072"/>
                  </a:lnTo>
                  <a:lnTo>
                    <a:pt x="1" y="2144"/>
                  </a:lnTo>
                  <a:lnTo>
                    <a:pt x="3549" y="2144"/>
                  </a:lnTo>
                  <a:lnTo>
                    <a:pt x="354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0" name="Google Shape;9750;p89"/>
            <p:cNvSpPr/>
            <p:nvPr/>
          </p:nvSpPr>
          <p:spPr>
            <a:xfrm>
              <a:off x="5882635" y="2119851"/>
              <a:ext cx="188590" cy="63605"/>
            </a:xfrm>
            <a:custGeom>
              <a:avLst/>
              <a:gdLst/>
              <a:ahLst/>
              <a:cxnLst/>
              <a:rect l="l" t="t" r="r" b="b"/>
              <a:pathLst>
                <a:path w="6360" h="2145" extrusionOk="0">
                  <a:moveTo>
                    <a:pt x="1" y="1"/>
                  </a:moveTo>
                  <a:lnTo>
                    <a:pt x="1" y="2144"/>
                  </a:lnTo>
                  <a:lnTo>
                    <a:pt x="5288" y="2144"/>
                  </a:lnTo>
                  <a:lnTo>
                    <a:pt x="6359" y="1072"/>
                  </a:lnTo>
                  <a:lnTo>
                    <a:pt x="528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1" name="Google Shape;9751;p89"/>
            <p:cNvSpPr/>
            <p:nvPr/>
          </p:nvSpPr>
          <p:spPr>
            <a:xfrm>
              <a:off x="6067670" y="2119851"/>
              <a:ext cx="155379" cy="63605"/>
            </a:xfrm>
            <a:custGeom>
              <a:avLst/>
              <a:gdLst/>
              <a:ahLst/>
              <a:cxnLst/>
              <a:rect l="l" t="t" r="r" b="b"/>
              <a:pathLst>
                <a:path w="5240" h="2145" extrusionOk="0">
                  <a:moveTo>
                    <a:pt x="0" y="1"/>
                  </a:moveTo>
                  <a:lnTo>
                    <a:pt x="1072" y="1072"/>
                  </a:lnTo>
                  <a:lnTo>
                    <a:pt x="0" y="2144"/>
                  </a:lnTo>
                  <a:lnTo>
                    <a:pt x="5239" y="2144"/>
                  </a:lnTo>
                  <a:lnTo>
                    <a:pt x="52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2" name="Google Shape;9752;p89"/>
            <p:cNvSpPr/>
            <p:nvPr/>
          </p:nvSpPr>
          <p:spPr>
            <a:xfrm>
              <a:off x="5881923" y="2206023"/>
              <a:ext cx="131390" cy="63575"/>
            </a:xfrm>
            <a:custGeom>
              <a:avLst/>
              <a:gdLst/>
              <a:ahLst/>
              <a:cxnLst/>
              <a:rect l="l" t="t" r="r" b="b"/>
              <a:pathLst>
                <a:path w="4431" h="2144" extrusionOk="0">
                  <a:moveTo>
                    <a:pt x="1" y="0"/>
                  </a:moveTo>
                  <a:lnTo>
                    <a:pt x="1" y="2143"/>
                  </a:lnTo>
                  <a:lnTo>
                    <a:pt x="3359" y="2143"/>
                  </a:lnTo>
                  <a:lnTo>
                    <a:pt x="4430" y="1072"/>
                  </a:lnTo>
                  <a:lnTo>
                    <a:pt x="33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3" name="Google Shape;9753;p89"/>
            <p:cNvSpPr/>
            <p:nvPr/>
          </p:nvSpPr>
          <p:spPr>
            <a:xfrm>
              <a:off x="6009046" y="2206023"/>
              <a:ext cx="214002" cy="63575"/>
            </a:xfrm>
            <a:custGeom>
              <a:avLst/>
              <a:gdLst/>
              <a:ahLst/>
              <a:cxnLst/>
              <a:rect l="l" t="t" r="r" b="b"/>
              <a:pathLst>
                <a:path w="7217" h="2144" extrusionOk="0">
                  <a:moveTo>
                    <a:pt x="1" y="0"/>
                  </a:moveTo>
                  <a:lnTo>
                    <a:pt x="1072" y="1072"/>
                  </a:lnTo>
                  <a:lnTo>
                    <a:pt x="1" y="2143"/>
                  </a:lnTo>
                  <a:lnTo>
                    <a:pt x="7216" y="2143"/>
                  </a:lnTo>
                  <a:lnTo>
                    <a:pt x="721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4" name="Google Shape;9754;p89"/>
            <p:cNvSpPr/>
            <p:nvPr/>
          </p:nvSpPr>
          <p:spPr>
            <a:xfrm>
              <a:off x="6162293" y="1992759"/>
              <a:ext cx="60758" cy="20490"/>
            </a:xfrm>
            <a:custGeom>
              <a:avLst/>
              <a:gdLst/>
              <a:ahLst/>
              <a:cxnLst/>
              <a:rect l="l" t="t" r="r" b="b"/>
              <a:pathLst>
                <a:path w="2049" h="691" extrusionOk="0">
                  <a:moveTo>
                    <a:pt x="0" y="0"/>
                  </a:moveTo>
                  <a:lnTo>
                    <a:pt x="0" y="691"/>
                  </a:lnTo>
                  <a:lnTo>
                    <a:pt x="2048" y="691"/>
                  </a:lnTo>
                  <a:lnTo>
                    <a:pt x="204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5" name="Google Shape;9755;p89"/>
            <p:cNvSpPr/>
            <p:nvPr/>
          </p:nvSpPr>
          <p:spPr>
            <a:xfrm>
              <a:off x="6121342" y="1992759"/>
              <a:ext cx="20490" cy="20490"/>
            </a:xfrm>
            <a:custGeom>
              <a:avLst/>
              <a:gdLst/>
              <a:ahLst/>
              <a:cxnLst/>
              <a:rect l="l" t="t" r="r" b="b"/>
              <a:pathLst>
                <a:path w="691" h="691" extrusionOk="0">
                  <a:moveTo>
                    <a:pt x="0" y="0"/>
                  </a:moveTo>
                  <a:lnTo>
                    <a:pt x="0" y="691"/>
                  </a:lnTo>
                  <a:lnTo>
                    <a:pt x="691" y="691"/>
                  </a:lnTo>
                  <a:lnTo>
                    <a:pt x="6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56" name="Google Shape;9756;p89"/>
          <p:cNvGrpSpPr/>
          <p:nvPr/>
        </p:nvGrpSpPr>
        <p:grpSpPr>
          <a:xfrm>
            <a:off x="9311234" y="2346875"/>
            <a:ext cx="456695" cy="453888"/>
            <a:chOff x="6459594" y="1922125"/>
            <a:chExt cx="342521" cy="340416"/>
          </a:xfrm>
          <a:solidFill>
            <a:schemeClr val="bg1"/>
          </a:solidFill>
        </p:grpSpPr>
        <p:sp>
          <p:nvSpPr>
            <p:cNvPr id="9757" name="Google Shape;9757;p89"/>
            <p:cNvSpPr/>
            <p:nvPr/>
          </p:nvSpPr>
          <p:spPr>
            <a:xfrm>
              <a:off x="6730059" y="2207417"/>
              <a:ext cx="71344" cy="55124"/>
            </a:xfrm>
            <a:custGeom>
              <a:avLst/>
              <a:gdLst/>
              <a:ahLst/>
              <a:cxnLst/>
              <a:rect l="l" t="t" r="r" b="b"/>
              <a:pathLst>
                <a:path w="2406" h="1859" extrusionOk="0">
                  <a:moveTo>
                    <a:pt x="0" y="1"/>
                  </a:moveTo>
                  <a:lnTo>
                    <a:pt x="0" y="1858"/>
                  </a:lnTo>
                  <a:lnTo>
                    <a:pt x="2405" y="1858"/>
                  </a:lnTo>
                  <a:lnTo>
                    <a:pt x="240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8" name="Google Shape;9758;p89"/>
            <p:cNvSpPr/>
            <p:nvPr/>
          </p:nvSpPr>
          <p:spPr>
            <a:xfrm>
              <a:off x="6640359" y="2207417"/>
              <a:ext cx="69239" cy="55124"/>
            </a:xfrm>
            <a:custGeom>
              <a:avLst/>
              <a:gdLst/>
              <a:ahLst/>
              <a:cxnLst/>
              <a:rect l="l" t="t" r="r" b="b"/>
              <a:pathLst>
                <a:path w="2335" h="1859" extrusionOk="0">
                  <a:moveTo>
                    <a:pt x="1" y="1"/>
                  </a:moveTo>
                  <a:lnTo>
                    <a:pt x="1" y="1858"/>
                  </a:lnTo>
                  <a:lnTo>
                    <a:pt x="2334" y="1858"/>
                  </a:lnTo>
                  <a:lnTo>
                    <a:pt x="2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59" name="Google Shape;9759;p89"/>
            <p:cNvSpPr/>
            <p:nvPr/>
          </p:nvSpPr>
          <p:spPr>
            <a:xfrm>
              <a:off x="6551400" y="2207417"/>
              <a:ext cx="69209" cy="55124"/>
            </a:xfrm>
            <a:custGeom>
              <a:avLst/>
              <a:gdLst/>
              <a:ahLst/>
              <a:cxnLst/>
              <a:rect l="l" t="t" r="r" b="b"/>
              <a:pathLst>
                <a:path w="2334" h="1859" extrusionOk="0">
                  <a:moveTo>
                    <a:pt x="0" y="1"/>
                  </a:moveTo>
                  <a:lnTo>
                    <a:pt x="0" y="1858"/>
                  </a:lnTo>
                  <a:lnTo>
                    <a:pt x="2334" y="1858"/>
                  </a:lnTo>
                  <a:lnTo>
                    <a:pt x="2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0" name="Google Shape;9760;p89"/>
            <p:cNvSpPr/>
            <p:nvPr/>
          </p:nvSpPr>
          <p:spPr>
            <a:xfrm>
              <a:off x="6460276" y="2207417"/>
              <a:ext cx="72085" cy="55124"/>
            </a:xfrm>
            <a:custGeom>
              <a:avLst/>
              <a:gdLst/>
              <a:ahLst/>
              <a:cxnLst/>
              <a:rect l="l" t="t" r="r" b="b"/>
              <a:pathLst>
                <a:path w="2431" h="1859" extrusionOk="0">
                  <a:moveTo>
                    <a:pt x="1" y="1"/>
                  </a:moveTo>
                  <a:lnTo>
                    <a:pt x="1" y="1858"/>
                  </a:lnTo>
                  <a:lnTo>
                    <a:pt x="2430" y="1858"/>
                  </a:lnTo>
                  <a:lnTo>
                    <a:pt x="24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1" name="Google Shape;9761;p89"/>
            <p:cNvSpPr/>
            <p:nvPr/>
          </p:nvSpPr>
          <p:spPr>
            <a:xfrm>
              <a:off x="6635407" y="2032286"/>
              <a:ext cx="78431" cy="155379"/>
            </a:xfrm>
            <a:custGeom>
              <a:avLst/>
              <a:gdLst/>
              <a:ahLst/>
              <a:cxnLst/>
              <a:rect l="l" t="t" r="r" b="b"/>
              <a:pathLst>
                <a:path w="2645" h="5240" extrusionOk="0">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2" name="Google Shape;9762;p89"/>
            <p:cNvSpPr/>
            <p:nvPr/>
          </p:nvSpPr>
          <p:spPr>
            <a:xfrm>
              <a:off x="6547841" y="1922125"/>
              <a:ext cx="78431" cy="265538"/>
            </a:xfrm>
            <a:custGeom>
              <a:avLst/>
              <a:gdLst/>
              <a:ahLst/>
              <a:cxnLst/>
              <a:rect l="l" t="t" r="r" b="b"/>
              <a:pathLst>
                <a:path w="2645" h="8955" extrusionOk="0">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3" name="Google Shape;9763;p89"/>
            <p:cNvSpPr/>
            <p:nvPr/>
          </p:nvSpPr>
          <p:spPr>
            <a:xfrm>
              <a:off x="6459594" y="2009631"/>
              <a:ext cx="78401" cy="178034"/>
            </a:xfrm>
            <a:custGeom>
              <a:avLst/>
              <a:gdLst/>
              <a:ahLst/>
              <a:cxnLst/>
              <a:rect l="l" t="t" r="r" b="b"/>
              <a:pathLst>
                <a:path w="2644" h="6004" extrusionOk="0">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4" name="Google Shape;9764;p89"/>
            <p:cNvSpPr/>
            <p:nvPr/>
          </p:nvSpPr>
          <p:spPr>
            <a:xfrm>
              <a:off x="6723684" y="1951066"/>
              <a:ext cx="78431" cy="236597"/>
            </a:xfrm>
            <a:custGeom>
              <a:avLst/>
              <a:gdLst/>
              <a:ahLst/>
              <a:cxnLst/>
              <a:rect l="l" t="t" r="r" b="b"/>
              <a:pathLst>
                <a:path w="2645" h="7979" extrusionOk="0">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65" name="Google Shape;9765;p89"/>
          <p:cNvGrpSpPr/>
          <p:nvPr/>
        </p:nvGrpSpPr>
        <p:grpSpPr>
          <a:xfrm>
            <a:off x="10283170" y="2360080"/>
            <a:ext cx="454791" cy="453845"/>
            <a:chOff x="7045716" y="1932029"/>
            <a:chExt cx="341093" cy="340384"/>
          </a:xfrm>
          <a:solidFill>
            <a:schemeClr val="bg1"/>
          </a:solidFill>
        </p:grpSpPr>
        <p:sp>
          <p:nvSpPr>
            <p:cNvPr id="9766" name="Google Shape;9766;p89"/>
            <p:cNvSpPr/>
            <p:nvPr/>
          </p:nvSpPr>
          <p:spPr>
            <a:xfrm>
              <a:off x="7157982" y="2043584"/>
              <a:ext cx="116564" cy="116564"/>
            </a:xfrm>
            <a:custGeom>
              <a:avLst/>
              <a:gdLst/>
              <a:ahLst/>
              <a:cxnLst/>
              <a:rect l="l" t="t" r="r" b="b"/>
              <a:pathLst>
                <a:path w="3931" h="3931" extrusionOk="0">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7" name="Google Shape;9767;p89"/>
            <p:cNvSpPr/>
            <p:nvPr/>
          </p:nvSpPr>
          <p:spPr>
            <a:xfrm>
              <a:off x="7045716" y="1932029"/>
              <a:ext cx="341093" cy="160301"/>
            </a:xfrm>
            <a:custGeom>
              <a:avLst/>
              <a:gdLst/>
              <a:ahLst/>
              <a:cxnLst/>
              <a:rect l="l" t="t" r="r" b="b"/>
              <a:pathLst>
                <a:path w="11503" h="5406" extrusionOk="0">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8" name="Google Shape;9768;p89"/>
            <p:cNvSpPr/>
            <p:nvPr/>
          </p:nvSpPr>
          <p:spPr>
            <a:xfrm>
              <a:off x="7045716" y="2112082"/>
              <a:ext cx="341093" cy="160331"/>
            </a:xfrm>
            <a:custGeom>
              <a:avLst/>
              <a:gdLst/>
              <a:ahLst/>
              <a:cxnLst/>
              <a:rect l="l" t="t" r="r" b="b"/>
              <a:pathLst>
                <a:path w="11503" h="5407" extrusionOk="0">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69" name="Google Shape;9769;p89"/>
            <p:cNvSpPr/>
            <p:nvPr/>
          </p:nvSpPr>
          <p:spPr>
            <a:xfrm>
              <a:off x="7226481" y="1999104"/>
              <a:ext cx="93939" cy="206233"/>
            </a:xfrm>
            <a:custGeom>
              <a:avLst/>
              <a:gdLst/>
              <a:ahLst/>
              <a:cxnLst/>
              <a:rect l="l" t="t" r="r" b="b"/>
              <a:pathLst>
                <a:path w="3168" h="6955" extrusionOk="0">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0" name="Google Shape;9770;p89"/>
            <p:cNvSpPr/>
            <p:nvPr/>
          </p:nvSpPr>
          <p:spPr>
            <a:xfrm>
              <a:off x="7112079" y="1999104"/>
              <a:ext cx="93257" cy="206233"/>
            </a:xfrm>
            <a:custGeom>
              <a:avLst/>
              <a:gdLst/>
              <a:ahLst/>
              <a:cxnLst/>
              <a:rect l="l" t="t" r="r" b="b"/>
              <a:pathLst>
                <a:path w="3145" h="6955" extrusionOk="0">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71" name="Google Shape;9771;p89"/>
          <p:cNvGrpSpPr/>
          <p:nvPr/>
        </p:nvGrpSpPr>
        <p:grpSpPr>
          <a:xfrm>
            <a:off x="10282221" y="3061512"/>
            <a:ext cx="453841" cy="454837"/>
            <a:chOff x="7045004" y="2458103"/>
            <a:chExt cx="340381" cy="341128"/>
          </a:xfrm>
          <a:solidFill>
            <a:schemeClr val="bg1"/>
          </a:solidFill>
        </p:grpSpPr>
        <p:sp>
          <p:nvSpPr>
            <p:cNvPr id="9772" name="Google Shape;9772;p89"/>
            <p:cNvSpPr/>
            <p:nvPr/>
          </p:nvSpPr>
          <p:spPr>
            <a:xfrm>
              <a:off x="7184106" y="2501901"/>
              <a:ext cx="63605" cy="129967"/>
            </a:xfrm>
            <a:custGeom>
              <a:avLst/>
              <a:gdLst/>
              <a:ahLst/>
              <a:cxnLst/>
              <a:rect l="l" t="t" r="r" b="b"/>
              <a:pathLst>
                <a:path w="2145" h="4383" extrusionOk="0">
                  <a:moveTo>
                    <a:pt x="1" y="0"/>
                  </a:moveTo>
                  <a:lnTo>
                    <a:pt x="1" y="4382"/>
                  </a:lnTo>
                  <a:lnTo>
                    <a:pt x="2144" y="4382"/>
                  </a:lnTo>
                  <a:lnTo>
                    <a:pt x="214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3" name="Google Shape;9773;p89"/>
            <p:cNvSpPr/>
            <p:nvPr/>
          </p:nvSpPr>
          <p:spPr>
            <a:xfrm>
              <a:off x="7270960" y="2458103"/>
              <a:ext cx="63605" cy="129255"/>
            </a:xfrm>
            <a:custGeom>
              <a:avLst/>
              <a:gdLst/>
              <a:ahLst/>
              <a:cxnLst/>
              <a:rect l="l" t="t" r="r" b="b"/>
              <a:pathLst>
                <a:path w="2145" h="4359" extrusionOk="0">
                  <a:moveTo>
                    <a:pt x="1" y="1"/>
                  </a:moveTo>
                  <a:lnTo>
                    <a:pt x="1" y="4359"/>
                  </a:lnTo>
                  <a:lnTo>
                    <a:pt x="2144" y="4359"/>
                  </a:lnTo>
                  <a:lnTo>
                    <a:pt x="21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4" name="Google Shape;9774;p89"/>
            <p:cNvSpPr/>
            <p:nvPr/>
          </p:nvSpPr>
          <p:spPr>
            <a:xfrm>
              <a:off x="7097964" y="2544957"/>
              <a:ext cx="63575" cy="129967"/>
            </a:xfrm>
            <a:custGeom>
              <a:avLst/>
              <a:gdLst/>
              <a:ahLst/>
              <a:cxnLst/>
              <a:rect l="l" t="t" r="r" b="b"/>
              <a:pathLst>
                <a:path w="2144" h="4383" extrusionOk="0">
                  <a:moveTo>
                    <a:pt x="0" y="1"/>
                  </a:moveTo>
                  <a:lnTo>
                    <a:pt x="0" y="4383"/>
                  </a:lnTo>
                  <a:lnTo>
                    <a:pt x="2144" y="4383"/>
                  </a:lnTo>
                  <a:lnTo>
                    <a:pt x="21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5" name="Google Shape;9775;p89"/>
            <p:cNvSpPr/>
            <p:nvPr/>
          </p:nvSpPr>
          <p:spPr>
            <a:xfrm>
              <a:off x="7045004" y="2607822"/>
              <a:ext cx="340381" cy="139130"/>
            </a:xfrm>
            <a:custGeom>
              <a:avLst/>
              <a:gdLst/>
              <a:ahLst/>
              <a:cxnLst/>
              <a:rect l="l" t="t" r="r" b="b"/>
              <a:pathLst>
                <a:path w="11479" h="4692" extrusionOk="0">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6" name="Google Shape;9776;p89"/>
            <p:cNvSpPr/>
            <p:nvPr/>
          </p:nvSpPr>
          <p:spPr>
            <a:xfrm>
              <a:off x="7107839" y="2778712"/>
              <a:ext cx="43115" cy="20520"/>
            </a:xfrm>
            <a:custGeom>
              <a:avLst/>
              <a:gdLst/>
              <a:ahLst/>
              <a:cxnLst/>
              <a:rect l="l" t="t" r="r" b="b"/>
              <a:pathLst>
                <a:path w="1454" h="692" extrusionOk="0">
                  <a:moveTo>
                    <a:pt x="1" y="1"/>
                  </a:moveTo>
                  <a:lnTo>
                    <a:pt x="1" y="691"/>
                  </a:lnTo>
                  <a:lnTo>
                    <a:pt x="1454" y="691"/>
                  </a:lnTo>
                  <a:lnTo>
                    <a:pt x="14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7" name="Google Shape;9777;p89"/>
            <p:cNvSpPr/>
            <p:nvPr/>
          </p:nvSpPr>
          <p:spPr>
            <a:xfrm>
              <a:off x="7194010" y="2778712"/>
              <a:ext cx="43085" cy="20520"/>
            </a:xfrm>
            <a:custGeom>
              <a:avLst/>
              <a:gdLst/>
              <a:ahLst/>
              <a:cxnLst/>
              <a:rect l="l" t="t" r="r" b="b"/>
              <a:pathLst>
                <a:path w="1453" h="692" extrusionOk="0">
                  <a:moveTo>
                    <a:pt x="0" y="1"/>
                  </a:moveTo>
                  <a:lnTo>
                    <a:pt x="0" y="691"/>
                  </a:lnTo>
                  <a:lnTo>
                    <a:pt x="1453" y="691"/>
                  </a:lnTo>
                  <a:lnTo>
                    <a:pt x="14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78" name="Google Shape;9778;p89"/>
            <p:cNvSpPr/>
            <p:nvPr/>
          </p:nvSpPr>
          <p:spPr>
            <a:xfrm>
              <a:off x="7281576" y="2778712"/>
              <a:ext cx="43085" cy="20520"/>
            </a:xfrm>
            <a:custGeom>
              <a:avLst/>
              <a:gdLst/>
              <a:ahLst/>
              <a:cxnLst/>
              <a:rect l="l" t="t" r="r" b="b"/>
              <a:pathLst>
                <a:path w="1453" h="692" extrusionOk="0">
                  <a:moveTo>
                    <a:pt x="0" y="1"/>
                  </a:moveTo>
                  <a:lnTo>
                    <a:pt x="0" y="691"/>
                  </a:lnTo>
                  <a:lnTo>
                    <a:pt x="1453" y="691"/>
                  </a:lnTo>
                  <a:lnTo>
                    <a:pt x="145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79" name="Google Shape;9779;p89"/>
          <p:cNvGrpSpPr/>
          <p:nvPr/>
        </p:nvGrpSpPr>
        <p:grpSpPr>
          <a:xfrm>
            <a:off x="9311234" y="3036089"/>
            <a:ext cx="456692" cy="454835"/>
            <a:chOff x="6459594" y="2439037"/>
            <a:chExt cx="342519" cy="341126"/>
          </a:xfrm>
          <a:solidFill>
            <a:schemeClr val="bg1"/>
          </a:solidFill>
        </p:grpSpPr>
        <p:sp>
          <p:nvSpPr>
            <p:cNvPr id="9780" name="Google Shape;9780;p89"/>
            <p:cNvSpPr/>
            <p:nvPr/>
          </p:nvSpPr>
          <p:spPr>
            <a:xfrm>
              <a:off x="6473709" y="2452469"/>
              <a:ext cx="146898" cy="146898"/>
            </a:xfrm>
            <a:custGeom>
              <a:avLst/>
              <a:gdLst/>
              <a:ahLst/>
              <a:cxnLst/>
              <a:rect l="l" t="t" r="r" b="b"/>
              <a:pathLst>
                <a:path w="4954" h="4954" extrusionOk="0">
                  <a:moveTo>
                    <a:pt x="4954" y="0"/>
                  </a:moveTo>
                  <a:cubicBezTo>
                    <a:pt x="2287" y="191"/>
                    <a:pt x="191" y="2286"/>
                    <a:pt x="0" y="4954"/>
                  </a:cubicBezTo>
                  <a:lnTo>
                    <a:pt x="4954" y="4954"/>
                  </a:lnTo>
                  <a:lnTo>
                    <a:pt x="495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81" name="Google Shape;9781;p89"/>
            <p:cNvSpPr/>
            <p:nvPr/>
          </p:nvSpPr>
          <p:spPr>
            <a:xfrm>
              <a:off x="6641782" y="2439037"/>
              <a:ext cx="160331" cy="161043"/>
            </a:xfrm>
            <a:custGeom>
              <a:avLst/>
              <a:gdLst/>
              <a:ahLst/>
              <a:cxnLst/>
              <a:rect l="l" t="t" r="r" b="b"/>
              <a:pathLst>
                <a:path w="5407" h="5431" extrusionOk="0">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82" name="Google Shape;9782;p89"/>
            <p:cNvSpPr/>
            <p:nvPr/>
          </p:nvSpPr>
          <p:spPr>
            <a:xfrm>
              <a:off x="6641782" y="2619119"/>
              <a:ext cx="146187" cy="146898"/>
            </a:xfrm>
            <a:custGeom>
              <a:avLst/>
              <a:gdLst/>
              <a:ahLst/>
              <a:cxnLst/>
              <a:rect l="l" t="t" r="r" b="b"/>
              <a:pathLst>
                <a:path w="4930" h="4954" extrusionOk="0">
                  <a:moveTo>
                    <a:pt x="0" y="0"/>
                  </a:moveTo>
                  <a:lnTo>
                    <a:pt x="0" y="4954"/>
                  </a:lnTo>
                  <a:cubicBezTo>
                    <a:pt x="2644" y="4763"/>
                    <a:pt x="4763" y="2668"/>
                    <a:pt x="493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83" name="Google Shape;9783;p89"/>
            <p:cNvSpPr/>
            <p:nvPr/>
          </p:nvSpPr>
          <p:spPr>
            <a:xfrm>
              <a:off x="6459594" y="2619119"/>
              <a:ext cx="161013" cy="161043"/>
            </a:xfrm>
            <a:custGeom>
              <a:avLst/>
              <a:gdLst/>
              <a:ahLst/>
              <a:cxnLst/>
              <a:rect l="l" t="t" r="r" b="b"/>
              <a:pathLst>
                <a:path w="5430" h="5431" extrusionOk="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784" name="Google Shape;9784;p89"/>
          <p:cNvSpPr/>
          <p:nvPr/>
        </p:nvSpPr>
        <p:spPr>
          <a:xfrm>
            <a:off x="8351514" y="3113848"/>
            <a:ext cx="452932" cy="396395"/>
          </a:xfrm>
          <a:custGeom>
            <a:avLst/>
            <a:gdLst/>
            <a:ahLst/>
            <a:cxnLst/>
            <a:rect l="l" t="t" r="r" b="b"/>
            <a:pathLst>
              <a:path w="11456" h="10026" extrusionOk="0">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785" name="Google Shape;9785;p89"/>
          <p:cNvGrpSpPr/>
          <p:nvPr/>
        </p:nvGrpSpPr>
        <p:grpSpPr>
          <a:xfrm>
            <a:off x="7351978" y="3074271"/>
            <a:ext cx="455745" cy="456733"/>
            <a:chOff x="5290168" y="2458103"/>
            <a:chExt cx="341809" cy="342550"/>
          </a:xfrm>
          <a:solidFill>
            <a:schemeClr val="bg1"/>
          </a:solidFill>
        </p:grpSpPr>
        <p:sp>
          <p:nvSpPr>
            <p:cNvPr id="9786" name="Google Shape;9786;p89"/>
            <p:cNvSpPr/>
            <p:nvPr/>
          </p:nvSpPr>
          <p:spPr>
            <a:xfrm>
              <a:off x="5290168" y="2625465"/>
              <a:ext cx="89699" cy="64287"/>
            </a:xfrm>
            <a:custGeom>
              <a:avLst/>
              <a:gdLst/>
              <a:ahLst/>
              <a:cxnLst/>
              <a:rect l="l" t="t" r="r" b="b"/>
              <a:pathLst>
                <a:path w="3025" h="2168" extrusionOk="0">
                  <a:moveTo>
                    <a:pt x="1191" y="1"/>
                  </a:moveTo>
                  <a:lnTo>
                    <a:pt x="1191" y="501"/>
                  </a:lnTo>
                  <a:lnTo>
                    <a:pt x="0" y="501"/>
                  </a:lnTo>
                  <a:lnTo>
                    <a:pt x="0" y="2168"/>
                  </a:lnTo>
                  <a:lnTo>
                    <a:pt x="3025" y="2168"/>
                  </a:lnTo>
                  <a:lnTo>
                    <a:pt x="3025" y="501"/>
                  </a:lnTo>
                  <a:lnTo>
                    <a:pt x="1882" y="501"/>
                  </a:lnTo>
                  <a:lnTo>
                    <a:pt x="1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87" name="Google Shape;9787;p89"/>
            <p:cNvSpPr/>
            <p:nvPr/>
          </p:nvSpPr>
          <p:spPr>
            <a:xfrm>
              <a:off x="5407386" y="2458103"/>
              <a:ext cx="105948" cy="57941"/>
            </a:xfrm>
            <a:custGeom>
              <a:avLst/>
              <a:gdLst/>
              <a:ahLst/>
              <a:cxnLst/>
              <a:rect l="l" t="t" r="r" b="b"/>
              <a:pathLst>
                <a:path w="3573" h="1954" extrusionOk="0">
                  <a:moveTo>
                    <a:pt x="1" y="1"/>
                  </a:moveTo>
                  <a:lnTo>
                    <a:pt x="1" y="1954"/>
                  </a:lnTo>
                  <a:lnTo>
                    <a:pt x="3573" y="1954"/>
                  </a:lnTo>
                  <a:lnTo>
                    <a:pt x="357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88" name="Google Shape;9788;p89"/>
            <p:cNvSpPr/>
            <p:nvPr/>
          </p:nvSpPr>
          <p:spPr>
            <a:xfrm>
              <a:off x="5290168" y="2535794"/>
              <a:ext cx="341804" cy="68527"/>
            </a:xfrm>
            <a:custGeom>
              <a:avLst/>
              <a:gdLst/>
              <a:ahLst/>
              <a:cxnLst/>
              <a:rect l="l" t="t" r="r" b="b"/>
              <a:pathLst>
                <a:path w="11527" h="2311" extrusionOk="0">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89" name="Google Shape;9789;p89"/>
            <p:cNvSpPr/>
            <p:nvPr/>
          </p:nvSpPr>
          <p:spPr>
            <a:xfrm>
              <a:off x="5541566" y="2625465"/>
              <a:ext cx="90410" cy="64287"/>
            </a:xfrm>
            <a:custGeom>
              <a:avLst/>
              <a:gdLst/>
              <a:ahLst/>
              <a:cxnLst/>
              <a:rect l="l" t="t" r="r" b="b"/>
              <a:pathLst>
                <a:path w="3049" h="2168" extrusionOk="0">
                  <a:moveTo>
                    <a:pt x="1167" y="1"/>
                  </a:moveTo>
                  <a:lnTo>
                    <a:pt x="1167" y="501"/>
                  </a:lnTo>
                  <a:lnTo>
                    <a:pt x="0" y="501"/>
                  </a:lnTo>
                  <a:lnTo>
                    <a:pt x="0" y="2168"/>
                  </a:lnTo>
                  <a:lnTo>
                    <a:pt x="3049" y="2168"/>
                  </a:lnTo>
                  <a:lnTo>
                    <a:pt x="3049" y="501"/>
                  </a:lnTo>
                  <a:lnTo>
                    <a:pt x="1858" y="501"/>
                  </a:lnTo>
                  <a:lnTo>
                    <a:pt x="18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0" name="Google Shape;9790;p89"/>
            <p:cNvSpPr/>
            <p:nvPr/>
          </p:nvSpPr>
          <p:spPr>
            <a:xfrm>
              <a:off x="5422213" y="2710213"/>
              <a:ext cx="74191" cy="90440"/>
            </a:xfrm>
            <a:custGeom>
              <a:avLst/>
              <a:gdLst/>
              <a:ahLst/>
              <a:cxnLst/>
              <a:rect l="l" t="t" r="r" b="b"/>
              <a:pathLst>
                <a:path w="2502" h="3050" extrusionOk="0">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1" name="Google Shape;9791;p89"/>
            <p:cNvSpPr/>
            <p:nvPr/>
          </p:nvSpPr>
          <p:spPr>
            <a:xfrm>
              <a:off x="5547912" y="2710213"/>
              <a:ext cx="74191" cy="90440"/>
            </a:xfrm>
            <a:custGeom>
              <a:avLst/>
              <a:gdLst/>
              <a:ahLst/>
              <a:cxnLst/>
              <a:rect l="l" t="t" r="r" b="b"/>
              <a:pathLst>
                <a:path w="2502" h="3050" extrusionOk="0">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2" name="Google Shape;9792;p89"/>
            <p:cNvSpPr/>
            <p:nvPr/>
          </p:nvSpPr>
          <p:spPr>
            <a:xfrm>
              <a:off x="5415155" y="2625465"/>
              <a:ext cx="90410" cy="64287"/>
            </a:xfrm>
            <a:custGeom>
              <a:avLst/>
              <a:gdLst/>
              <a:ahLst/>
              <a:cxnLst/>
              <a:rect l="l" t="t" r="r" b="b"/>
              <a:pathLst>
                <a:path w="3049" h="2168" extrusionOk="0">
                  <a:moveTo>
                    <a:pt x="1191" y="1"/>
                  </a:moveTo>
                  <a:lnTo>
                    <a:pt x="1191" y="501"/>
                  </a:lnTo>
                  <a:lnTo>
                    <a:pt x="1" y="501"/>
                  </a:lnTo>
                  <a:lnTo>
                    <a:pt x="1" y="2168"/>
                  </a:lnTo>
                  <a:lnTo>
                    <a:pt x="3049" y="2168"/>
                  </a:lnTo>
                  <a:lnTo>
                    <a:pt x="3049" y="501"/>
                  </a:lnTo>
                  <a:lnTo>
                    <a:pt x="1882" y="501"/>
                  </a:lnTo>
                  <a:lnTo>
                    <a:pt x="1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3" name="Google Shape;9793;p89"/>
            <p:cNvSpPr/>
            <p:nvPr/>
          </p:nvSpPr>
          <p:spPr>
            <a:xfrm>
              <a:off x="5297225" y="2710213"/>
              <a:ext cx="74191" cy="90440"/>
            </a:xfrm>
            <a:custGeom>
              <a:avLst/>
              <a:gdLst/>
              <a:ahLst/>
              <a:cxnLst/>
              <a:rect l="l" t="t" r="r" b="b"/>
              <a:pathLst>
                <a:path w="2502" h="3050" extrusionOk="0">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794" name="Google Shape;9794;p89"/>
          <p:cNvGrpSpPr/>
          <p:nvPr/>
        </p:nvGrpSpPr>
        <p:grpSpPr>
          <a:xfrm>
            <a:off x="6375521" y="3086529"/>
            <a:ext cx="455785" cy="450092"/>
            <a:chOff x="4705440" y="2467296"/>
            <a:chExt cx="341839" cy="337569"/>
          </a:xfrm>
          <a:solidFill>
            <a:schemeClr val="bg1"/>
          </a:solidFill>
        </p:grpSpPr>
        <p:sp>
          <p:nvSpPr>
            <p:cNvPr id="9795" name="Google Shape;9795;p89"/>
            <p:cNvSpPr/>
            <p:nvPr/>
          </p:nvSpPr>
          <p:spPr>
            <a:xfrm>
              <a:off x="4838226" y="2467296"/>
              <a:ext cx="75584" cy="76296"/>
            </a:xfrm>
            <a:custGeom>
              <a:avLst/>
              <a:gdLst/>
              <a:ahLst/>
              <a:cxnLst/>
              <a:rect l="l" t="t" r="r" b="b"/>
              <a:pathLst>
                <a:path w="2549" h="2573" extrusionOk="0">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6" name="Google Shape;9796;p89"/>
            <p:cNvSpPr/>
            <p:nvPr/>
          </p:nvSpPr>
          <p:spPr>
            <a:xfrm>
              <a:off x="4925791" y="2499084"/>
              <a:ext cx="75584" cy="76266"/>
            </a:xfrm>
            <a:custGeom>
              <a:avLst/>
              <a:gdLst/>
              <a:ahLst/>
              <a:cxnLst/>
              <a:rect l="l" t="t" r="r" b="b"/>
              <a:pathLst>
                <a:path w="2549" h="2572" extrusionOk="0">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7" name="Google Shape;9797;p89"/>
            <p:cNvSpPr/>
            <p:nvPr/>
          </p:nvSpPr>
          <p:spPr>
            <a:xfrm>
              <a:off x="4971694" y="2578880"/>
              <a:ext cx="75584" cy="75584"/>
            </a:xfrm>
            <a:custGeom>
              <a:avLst/>
              <a:gdLst/>
              <a:ahLst/>
              <a:cxnLst/>
              <a:rect l="l" t="t" r="r" b="b"/>
              <a:pathLst>
                <a:path w="2549" h="2549" extrusionOk="0">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8" name="Google Shape;9798;p89"/>
            <p:cNvSpPr/>
            <p:nvPr/>
          </p:nvSpPr>
          <p:spPr>
            <a:xfrm>
              <a:off x="4955444" y="2669974"/>
              <a:ext cx="75584" cy="75584"/>
            </a:xfrm>
            <a:custGeom>
              <a:avLst/>
              <a:gdLst/>
              <a:ahLst/>
              <a:cxnLst/>
              <a:rect l="l" t="t" r="r" b="b"/>
              <a:pathLst>
                <a:path w="2549" h="2549" extrusionOk="0">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799" name="Google Shape;9799;p89"/>
            <p:cNvSpPr/>
            <p:nvPr/>
          </p:nvSpPr>
          <p:spPr>
            <a:xfrm>
              <a:off x="4884811" y="2728569"/>
              <a:ext cx="75584" cy="76296"/>
            </a:xfrm>
            <a:custGeom>
              <a:avLst/>
              <a:gdLst/>
              <a:ahLst/>
              <a:cxnLst/>
              <a:rect l="l" t="t" r="r" b="b"/>
              <a:pathLst>
                <a:path w="2549" h="2573" extrusionOk="0">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0" name="Google Shape;9800;p89"/>
            <p:cNvSpPr/>
            <p:nvPr/>
          </p:nvSpPr>
          <p:spPr>
            <a:xfrm>
              <a:off x="4792323" y="2728569"/>
              <a:ext cx="75584" cy="76296"/>
            </a:xfrm>
            <a:custGeom>
              <a:avLst/>
              <a:gdLst/>
              <a:ahLst/>
              <a:cxnLst/>
              <a:rect l="l" t="t" r="r" b="b"/>
              <a:pathLst>
                <a:path w="2549" h="2573" extrusionOk="0">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1" name="Google Shape;9801;p89"/>
            <p:cNvSpPr/>
            <p:nvPr/>
          </p:nvSpPr>
          <p:spPr>
            <a:xfrm>
              <a:off x="4721689" y="2669974"/>
              <a:ext cx="75584" cy="75584"/>
            </a:xfrm>
            <a:custGeom>
              <a:avLst/>
              <a:gdLst/>
              <a:ahLst/>
              <a:cxnLst/>
              <a:rect l="l" t="t" r="r" b="b"/>
              <a:pathLst>
                <a:path w="2549" h="2549" extrusionOk="0">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2" name="Google Shape;9802;p89"/>
            <p:cNvSpPr/>
            <p:nvPr/>
          </p:nvSpPr>
          <p:spPr>
            <a:xfrm>
              <a:off x="4705440" y="2579562"/>
              <a:ext cx="76296" cy="76296"/>
            </a:xfrm>
            <a:custGeom>
              <a:avLst/>
              <a:gdLst/>
              <a:ahLst/>
              <a:cxnLst/>
              <a:rect l="l" t="t" r="r" b="b"/>
              <a:pathLst>
                <a:path w="2573" h="2573" extrusionOk="0">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3" name="Google Shape;9803;p89"/>
            <p:cNvSpPr/>
            <p:nvPr/>
          </p:nvSpPr>
          <p:spPr>
            <a:xfrm>
              <a:off x="4751342" y="2499084"/>
              <a:ext cx="76296" cy="76266"/>
            </a:xfrm>
            <a:custGeom>
              <a:avLst/>
              <a:gdLst/>
              <a:ahLst/>
              <a:cxnLst/>
              <a:rect l="l" t="t" r="r" b="b"/>
              <a:pathLst>
                <a:path w="2573" h="2572" extrusionOk="0">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4" name="Google Shape;9804;p89"/>
            <p:cNvSpPr/>
            <p:nvPr/>
          </p:nvSpPr>
          <p:spPr>
            <a:xfrm>
              <a:off x="4866456" y="2645955"/>
              <a:ext cx="62181" cy="20520"/>
            </a:xfrm>
            <a:custGeom>
              <a:avLst/>
              <a:gdLst/>
              <a:ahLst/>
              <a:cxnLst/>
              <a:rect l="l" t="t" r="r" b="b"/>
              <a:pathLst>
                <a:path w="2097" h="692" extrusionOk="0">
                  <a:moveTo>
                    <a:pt x="1" y="0"/>
                  </a:moveTo>
                  <a:lnTo>
                    <a:pt x="1" y="691"/>
                  </a:lnTo>
                  <a:lnTo>
                    <a:pt x="2096" y="691"/>
                  </a:lnTo>
                  <a:lnTo>
                    <a:pt x="20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5" name="Google Shape;9805;p89"/>
            <p:cNvSpPr/>
            <p:nvPr/>
          </p:nvSpPr>
          <p:spPr>
            <a:xfrm>
              <a:off x="4866456" y="2605005"/>
              <a:ext cx="62181" cy="20490"/>
            </a:xfrm>
            <a:custGeom>
              <a:avLst/>
              <a:gdLst/>
              <a:ahLst/>
              <a:cxnLst/>
              <a:rect l="l" t="t" r="r" b="b"/>
              <a:pathLst>
                <a:path w="2097" h="691" extrusionOk="0">
                  <a:moveTo>
                    <a:pt x="1" y="0"/>
                  </a:moveTo>
                  <a:lnTo>
                    <a:pt x="1" y="691"/>
                  </a:lnTo>
                  <a:lnTo>
                    <a:pt x="2096" y="691"/>
                  </a:lnTo>
                  <a:lnTo>
                    <a:pt x="209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6" name="Google Shape;9806;p89"/>
            <p:cNvSpPr/>
            <p:nvPr/>
          </p:nvSpPr>
          <p:spPr>
            <a:xfrm>
              <a:off x="4824081" y="2645955"/>
              <a:ext cx="20520" cy="20520"/>
            </a:xfrm>
            <a:custGeom>
              <a:avLst/>
              <a:gdLst/>
              <a:ahLst/>
              <a:cxnLst/>
              <a:rect l="l" t="t" r="r" b="b"/>
              <a:pathLst>
                <a:path w="692" h="692" extrusionOk="0">
                  <a:moveTo>
                    <a:pt x="1" y="0"/>
                  </a:moveTo>
                  <a:lnTo>
                    <a:pt x="1" y="691"/>
                  </a:lnTo>
                  <a:lnTo>
                    <a:pt x="691" y="691"/>
                  </a:lnTo>
                  <a:lnTo>
                    <a:pt x="6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07" name="Google Shape;9807;p89"/>
            <p:cNvSpPr/>
            <p:nvPr/>
          </p:nvSpPr>
          <p:spPr>
            <a:xfrm>
              <a:off x="4824081" y="2605005"/>
              <a:ext cx="20520" cy="20490"/>
            </a:xfrm>
            <a:custGeom>
              <a:avLst/>
              <a:gdLst/>
              <a:ahLst/>
              <a:cxnLst/>
              <a:rect l="l" t="t" r="r" b="b"/>
              <a:pathLst>
                <a:path w="692" h="691" extrusionOk="0">
                  <a:moveTo>
                    <a:pt x="1" y="0"/>
                  </a:moveTo>
                  <a:lnTo>
                    <a:pt x="1" y="691"/>
                  </a:lnTo>
                  <a:lnTo>
                    <a:pt x="691" y="691"/>
                  </a:lnTo>
                  <a:lnTo>
                    <a:pt x="6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08" name="Google Shape;9808;p89"/>
          <p:cNvGrpSpPr/>
          <p:nvPr/>
        </p:nvGrpSpPr>
        <p:grpSpPr>
          <a:xfrm>
            <a:off x="5386120" y="3112899"/>
            <a:ext cx="463297" cy="427476"/>
            <a:chOff x="4115789" y="2487074"/>
            <a:chExt cx="347473" cy="320607"/>
          </a:xfrm>
          <a:solidFill>
            <a:schemeClr val="bg1"/>
          </a:solidFill>
        </p:grpSpPr>
        <p:sp>
          <p:nvSpPr>
            <p:cNvPr id="9809" name="Google Shape;9809;p89"/>
            <p:cNvSpPr/>
            <p:nvPr/>
          </p:nvSpPr>
          <p:spPr>
            <a:xfrm>
              <a:off x="4119318" y="2487074"/>
              <a:ext cx="97497" cy="96756"/>
            </a:xfrm>
            <a:custGeom>
              <a:avLst/>
              <a:gdLst/>
              <a:ahLst/>
              <a:cxnLst/>
              <a:rect l="l" t="t" r="r" b="b"/>
              <a:pathLst>
                <a:path w="3288" h="3263" extrusionOk="0">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0" name="Google Shape;9810;p89"/>
            <p:cNvSpPr/>
            <p:nvPr/>
          </p:nvSpPr>
          <p:spPr>
            <a:xfrm>
              <a:off x="4230902" y="2508958"/>
              <a:ext cx="156802" cy="52989"/>
            </a:xfrm>
            <a:custGeom>
              <a:avLst/>
              <a:gdLst/>
              <a:ahLst/>
              <a:cxnLst/>
              <a:rect l="l" t="t" r="r" b="b"/>
              <a:pathLst>
                <a:path w="5288" h="1787" extrusionOk="0">
                  <a:moveTo>
                    <a:pt x="1" y="0"/>
                  </a:moveTo>
                  <a:cubicBezTo>
                    <a:pt x="120" y="262"/>
                    <a:pt x="167" y="572"/>
                    <a:pt x="167" y="905"/>
                  </a:cubicBezTo>
                  <a:cubicBezTo>
                    <a:pt x="167" y="1215"/>
                    <a:pt x="120" y="1525"/>
                    <a:pt x="1" y="1787"/>
                  </a:cubicBezTo>
                  <a:lnTo>
                    <a:pt x="5287" y="1787"/>
                  </a:lnTo>
                  <a:lnTo>
                    <a:pt x="52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1" name="Google Shape;9811;p89"/>
            <p:cNvSpPr/>
            <p:nvPr/>
          </p:nvSpPr>
          <p:spPr>
            <a:xfrm>
              <a:off x="4408168" y="2508958"/>
              <a:ext cx="55094" cy="52989"/>
            </a:xfrm>
            <a:custGeom>
              <a:avLst/>
              <a:gdLst/>
              <a:ahLst/>
              <a:cxnLst/>
              <a:rect l="l" t="t" r="r" b="b"/>
              <a:pathLst>
                <a:path w="1858" h="1787" extrusionOk="0">
                  <a:moveTo>
                    <a:pt x="0" y="0"/>
                  </a:moveTo>
                  <a:lnTo>
                    <a:pt x="0" y="1787"/>
                  </a:lnTo>
                  <a:lnTo>
                    <a:pt x="857" y="1787"/>
                  </a:lnTo>
                  <a:cubicBezTo>
                    <a:pt x="1405" y="1787"/>
                    <a:pt x="1858" y="1310"/>
                    <a:pt x="1739" y="739"/>
                  </a:cubicBezTo>
                  <a:cubicBezTo>
                    <a:pt x="1667" y="334"/>
                    <a:pt x="1262" y="0"/>
                    <a:pt x="8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2" name="Google Shape;9812;p89"/>
            <p:cNvSpPr/>
            <p:nvPr/>
          </p:nvSpPr>
          <p:spPr>
            <a:xfrm>
              <a:off x="4191375" y="2621225"/>
              <a:ext cx="157484" cy="53019"/>
            </a:xfrm>
            <a:custGeom>
              <a:avLst/>
              <a:gdLst/>
              <a:ahLst/>
              <a:cxnLst/>
              <a:rect l="l" t="t" r="r" b="b"/>
              <a:pathLst>
                <a:path w="5311" h="1788" extrusionOk="0">
                  <a:moveTo>
                    <a:pt x="0" y="1"/>
                  </a:moveTo>
                  <a:lnTo>
                    <a:pt x="0" y="1787"/>
                  </a:lnTo>
                  <a:lnTo>
                    <a:pt x="5311" y="1787"/>
                  </a:lnTo>
                  <a:cubicBezTo>
                    <a:pt x="5192" y="1525"/>
                    <a:pt x="5144" y="1215"/>
                    <a:pt x="5144" y="882"/>
                  </a:cubicBezTo>
                  <a:cubicBezTo>
                    <a:pt x="5144" y="549"/>
                    <a:pt x="5192" y="263"/>
                    <a:pt x="531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3" name="Google Shape;9813;p89"/>
            <p:cNvSpPr/>
            <p:nvPr/>
          </p:nvSpPr>
          <p:spPr>
            <a:xfrm>
              <a:off x="4362265" y="2597947"/>
              <a:ext cx="97468" cy="97468"/>
            </a:xfrm>
            <a:custGeom>
              <a:avLst/>
              <a:gdLst/>
              <a:ahLst/>
              <a:cxnLst/>
              <a:rect l="l" t="t" r="r" b="b"/>
              <a:pathLst>
                <a:path w="3287" h="3287" extrusionOk="0">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4" name="Google Shape;9814;p89"/>
            <p:cNvSpPr/>
            <p:nvPr/>
          </p:nvSpPr>
          <p:spPr>
            <a:xfrm>
              <a:off x="4115789" y="2619831"/>
              <a:ext cx="55836" cy="52989"/>
            </a:xfrm>
            <a:custGeom>
              <a:avLst/>
              <a:gdLst/>
              <a:ahLst/>
              <a:cxnLst/>
              <a:rect l="l" t="t" r="r" b="b"/>
              <a:pathLst>
                <a:path w="1883" h="1787" extrusionOk="0">
                  <a:moveTo>
                    <a:pt x="1001" y="0"/>
                  </a:moveTo>
                  <a:cubicBezTo>
                    <a:pt x="453" y="0"/>
                    <a:pt x="1" y="500"/>
                    <a:pt x="120" y="1048"/>
                  </a:cubicBezTo>
                  <a:cubicBezTo>
                    <a:pt x="191" y="1477"/>
                    <a:pt x="596" y="1786"/>
                    <a:pt x="1001" y="1786"/>
                  </a:cubicBezTo>
                  <a:lnTo>
                    <a:pt x="1882" y="1786"/>
                  </a:lnTo>
                  <a:lnTo>
                    <a:pt x="188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5" name="Google Shape;9815;p89"/>
            <p:cNvSpPr/>
            <p:nvPr/>
          </p:nvSpPr>
          <p:spPr>
            <a:xfrm>
              <a:off x="4119318" y="2710213"/>
              <a:ext cx="97497" cy="97468"/>
            </a:xfrm>
            <a:custGeom>
              <a:avLst/>
              <a:gdLst/>
              <a:ahLst/>
              <a:cxnLst/>
              <a:rect l="l" t="t" r="r" b="b"/>
              <a:pathLst>
                <a:path w="3288" h="3287"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6" name="Google Shape;9816;p89"/>
            <p:cNvSpPr/>
            <p:nvPr/>
          </p:nvSpPr>
          <p:spPr>
            <a:xfrm>
              <a:off x="4407456" y="2732097"/>
              <a:ext cx="55806" cy="52989"/>
            </a:xfrm>
            <a:custGeom>
              <a:avLst/>
              <a:gdLst/>
              <a:ahLst/>
              <a:cxnLst/>
              <a:rect l="l" t="t" r="r" b="b"/>
              <a:pathLst>
                <a:path w="1882" h="1787" extrusionOk="0">
                  <a:moveTo>
                    <a:pt x="0" y="1"/>
                  </a:moveTo>
                  <a:lnTo>
                    <a:pt x="0" y="1787"/>
                  </a:lnTo>
                  <a:lnTo>
                    <a:pt x="881" y="1787"/>
                  </a:lnTo>
                  <a:cubicBezTo>
                    <a:pt x="1429" y="1787"/>
                    <a:pt x="1882" y="1311"/>
                    <a:pt x="1763" y="763"/>
                  </a:cubicBezTo>
                  <a:cubicBezTo>
                    <a:pt x="1691" y="334"/>
                    <a:pt x="1310" y="1"/>
                    <a:pt x="88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17" name="Google Shape;9817;p89"/>
            <p:cNvSpPr/>
            <p:nvPr/>
          </p:nvSpPr>
          <p:spPr>
            <a:xfrm>
              <a:off x="4228797" y="2732097"/>
              <a:ext cx="158196" cy="52989"/>
            </a:xfrm>
            <a:custGeom>
              <a:avLst/>
              <a:gdLst/>
              <a:ahLst/>
              <a:cxnLst/>
              <a:rect l="l" t="t" r="r" b="b"/>
              <a:pathLst>
                <a:path w="5335" h="1787" extrusionOk="0">
                  <a:moveTo>
                    <a:pt x="0" y="1"/>
                  </a:moveTo>
                  <a:cubicBezTo>
                    <a:pt x="167" y="287"/>
                    <a:pt x="215" y="572"/>
                    <a:pt x="215" y="906"/>
                  </a:cubicBezTo>
                  <a:cubicBezTo>
                    <a:pt x="215" y="1192"/>
                    <a:pt x="167" y="1501"/>
                    <a:pt x="48" y="1787"/>
                  </a:cubicBezTo>
                  <a:lnTo>
                    <a:pt x="5335" y="1787"/>
                  </a:lnTo>
                  <a:lnTo>
                    <a:pt x="533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18" name="Google Shape;9818;p89"/>
          <p:cNvGrpSpPr/>
          <p:nvPr/>
        </p:nvGrpSpPr>
        <p:grpSpPr>
          <a:xfrm>
            <a:off x="4370164" y="3095938"/>
            <a:ext cx="455745" cy="408657"/>
            <a:chOff x="3501438" y="2474353"/>
            <a:chExt cx="341809" cy="306493"/>
          </a:xfrm>
          <a:solidFill>
            <a:schemeClr val="bg1"/>
          </a:solidFill>
        </p:grpSpPr>
        <p:sp>
          <p:nvSpPr>
            <p:cNvPr id="9819" name="Google Shape;9819;p89"/>
            <p:cNvSpPr/>
            <p:nvPr/>
          </p:nvSpPr>
          <p:spPr>
            <a:xfrm>
              <a:off x="3501438" y="2484939"/>
              <a:ext cx="104525" cy="132784"/>
            </a:xfrm>
            <a:custGeom>
              <a:avLst/>
              <a:gdLst/>
              <a:ahLst/>
              <a:cxnLst/>
              <a:rect l="l" t="t" r="r" b="b"/>
              <a:pathLst>
                <a:path w="3525" h="4478" extrusionOk="0">
                  <a:moveTo>
                    <a:pt x="2596" y="1"/>
                  </a:moveTo>
                  <a:lnTo>
                    <a:pt x="0" y="4478"/>
                  </a:lnTo>
                  <a:lnTo>
                    <a:pt x="1858" y="4478"/>
                  </a:lnTo>
                  <a:lnTo>
                    <a:pt x="3525" y="1573"/>
                  </a:lnTo>
                  <a:lnTo>
                    <a:pt x="25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0" name="Google Shape;9820;p89"/>
            <p:cNvSpPr/>
            <p:nvPr/>
          </p:nvSpPr>
          <p:spPr>
            <a:xfrm>
              <a:off x="3595349" y="2474353"/>
              <a:ext cx="154667" cy="48037"/>
            </a:xfrm>
            <a:custGeom>
              <a:avLst/>
              <a:gdLst/>
              <a:ahLst/>
              <a:cxnLst/>
              <a:rect l="l" t="t" r="r" b="b"/>
              <a:pathLst>
                <a:path w="5216" h="1620" extrusionOk="0">
                  <a:moveTo>
                    <a:pt x="1" y="1"/>
                  </a:moveTo>
                  <a:lnTo>
                    <a:pt x="929" y="1620"/>
                  </a:lnTo>
                  <a:lnTo>
                    <a:pt x="4287" y="1620"/>
                  </a:lnTo>
                  <a:lnTo>
                    <a:pt x="521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1" name="Google Shape;9821;p89"/>
            <p:cNvSpPr/>
            <p:nvPr/>
          </p:nvSpPr>
          <p:spPr>
            <a:xfrm>
              <a:off x="3574177" y="2541428"/>
              <a:ext cx="197753" cy="171629"/>
            </a:xfrm>
            <a:custGeom>
              <a:avLst/>
              <a:gdLst/>
              <a:ahLst/>
              <a:cxnLst/>
              <a:rect l="l" t="t" r="r" b="b"/>
              <a:pathLst>
                <a:path w="6669" h="5788" extrusionOk="0">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2" name="Google Shape;9822;p89"/>
            <p:cNvSpPr/>
            <p:nvPr/>
          </p:nvSpPr>
          <p:spPr>
            <a:xfrm>
              <a:off x="3502149" y="2636763"/>
              <a:ext cx="103813" cy="132784"/>
            </a:xfrm>
            <a:custGeom>
              <a:avLst/>
              <a:gdLst/>
              <a:ahLst/>
              <a:cxnLst/>
              <a:rect l="l" t="t" r="r" b="b"/>
              <a:pathLst>
                <a:path w="3501" h="4478" extrusionOk="0">
                  <a:moveTo>
                    <a:pt x="0" y="1"/>
                  </a:moveTo>
                  <a:lnTo>
                    <a:pt x="2596" y="4478"/>
                  </a:lnTo>
                  <a:lnTo>
                    <a:pt x="3501" y="2906"/>
                  </a:lnTo>
                  <a:lnTo>
                    <a:pt x="18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3" name="Google Shape;9823;p89"/>
            <p:cNvSpPr/>
            <p:nvPr/>
          </p:nvSpPr>
          <p:spPr>
            <a:xfrm>
              <a:off x="3739403" y="2484939"/>
              <a:ext cx="103131" cy="132784"/>
            </a:xfrm>
            <a:custGeom>
              <a:avLst/>
              <a:gdLst/>
              <a:ahLst/>
              <a:cxnLst/>
              <a:rect l="l" t="t" r="r" b="b"/>
              <a:pathLst>
                <a:path w="3478" h="4478" extrusionOk="0">
                  <a:moveTo>
                    <a:pt x="882" y="1"/>
                  </a:moveTo>
                  <a:lnTo>
                    <a:pt x="1" y="1573"/>
                  </a:lnTo>
                  <a:lnTo>
                    <a:pt x="1668" y="4478"/>
                  </a:lnTo>
                  <a:lnTo>
                    <a:pt x="3478" y="4478"/>
                  </a:lnTo>
                  <a:lnTo>
                    <a:pt x="88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4" name="Google Shape;9824;p89"/>
            <p:cNvSpPr/>
            <p:nvPr/>
          </p:nvSpPr>
          <p:spPr>
            <a:xfrm>
              <a:off x="3739403" y="2636763"/>
              <a:ext cx="103843" cy="132784"/>
            </a:xfrm>
            <a:custGeom>
              <a:avLst/>
              <a:gdLst/>
              <a:ahLst/>
              <a:cxnLst/>
              <a:rect l="l" t="t" r="r" b="b"/>
              <a:pathLst>
                <a:path w="3502" h="4478" extrusionOk="0">
                  <a:moveTo>
                    <a:pt x="1668" y="1"/>
                  </a:moveTo>
                  <a:lnTo>
                    <a:pt x="1" y="2906"/>
                  </a:lnTo>
                  <a:lnTo>
                    <a:pt x="906" y="4478"/>
                  </a:lnTo>
                  <a:lnTo>
                    <a:pt x="350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5" name="Google Shape;9825;p89"/>
            <p:cNvSpPr/>
            <p:nvPr/>
          </p:nvSpPr>
          <p:spPr>
            <a:xfrm>
              <a:off x="3595349" y="2733521"/>
              <a:ext cx="154667" cy="47325"/>
            </a:xfrm>
            <a:custGeom>
              <a:avLst/>
              <a:gdLst/>
              <a:ahLst/>
              <a:cxnLst/>
              <a:rect l="l" t="t" r="r" b="b"/>
              <a:pathLst>
                <a:path w="5216" h="1596" extrusionOk="0">
                  <a:moveTo>
                    <a:pt x="929" y="0"/>
                  </a:moveTo>
                  <a:lnTo>
                    <a:pt x="1" y="1596"/>
                  </a:lnTo>
                  <a:lnTo>
                    <a:pt x="5216" y="1596"/>
                  </a:lnTo>
                  <a:lnTo>
                    <a:pt x="42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26" name="Google Shape;9826;p89"/>
          <p:cNvGrpSpPr/>
          <p:nvPr/>
        </p:nvGrpSpPr>
        <p:grpSpPr>
          <a:xfrm>
            <a:off x="3438896" y="3178808"/>
            <a:ext cx="454829" cy="259875"/>
            <a:chOff x="2950603" y="2536506"/>
            <a:chExt cx="341122" cy="194906"/>
          </a:xfrm>
          <a:solidFill>
            <a:schemeClr val="bg1"/>
          </a:solidFill>
        </p:grpSpPr>
        <p:sp>
          <p:nvSpPr>
            <p:cNvPr id="9827" name="Google Shape;9827;p89"/>
            <p:cNvSpPr/>
            <p:nvPr/>
          </p:nvSpPr>
          <p:spPr>
            <a:xfrm>
              <a:off x="3036063" y="2657253"/>
              <a:ext cx="20520" cy="20520"/>
            </a:xfrm>
            <a:custGeom>
              <a:avLst/>
              <a:gdLst/>
              <a:ahLst/>
              <a:cxnLst/>
              <a:rect l="l" t="t" r="r" b="b"/>
              <a:pathLst>
                <a:path w="692" h="692" extrusionOk="0">
                  <a:moveTo>
                    <a:pt x="1" y="0"/>
                  </a:moveTo>
                  <a:lnTo>
                    <a:pt x="1" y="691"/>
                  </a:lnTo>
                  <a:lnTo>
                    <a:pt x="691" y="691"/>
                  </a:lnTo>
                  <a:lnTo>
                    <a:pt x="6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8" name="Google Shape;9828;p89"/>
            <p:cNvSpPr/>
            <p:nvPr/>
          </p:nvSpPr>
          <p:spPr>
            <a:xfrm>
              <a:off x="3036063" y="2691858"/>
              <a:ext cx="20520" cy="19808"/>
            </a:xfrm>
            <a:custGeom>
              <a:avLst/>
              <a:gdLst/>
              <a:ahLst/>
              <a:cxnLst/>
              <a:rect l="l" t="t" r="r" b="b"/>
              <a:pathLst>
                <a:path w="692" h="668" extrusionOk="0">
                  <a:moveTo>
                    <a:pt x="1" y="0"/>
                  </a:moveTo>
                  <a:lnTo>
                    <a:pt x="1" y="667"/>
                  </a:lnTo>
                  <a:lnTo>
                    <a:pt x="691" y="667"/>
                  </a:lnTo>
                  <a:lnTo>
                    <a:pt x="6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29" name="Google Shape;9829;p89"/>
            <p:cNvSpPr/>
            <p:nvPr/>
          </p:nvSpPr>
          <p:spPr>
            <a:xfrm>
              <a:off x="3187175" y="2556967"/>
              <a:ext cx="20520" cy="19808"/>
            </a:xfrm>
            <a:custGeom>
              <a:avLst/>
              <a:gdLst/>
              <a:ahLst/>
              <a:cxnLst/>
              <a:rect l="l" t="t" r="r" b="b"/>
              <a:pathLst>
                <a:path w="692" h="668" extrusionOk="0">
                  <a:moveTo>
                    <a:pt x="1" y="1"/>
                  </a:moveTo>
                  <a:lnTo>
                    <a:pt x="1" y="668"/>
                  </a:lnTo>
                  <a:lnTo>
                    <a:pt x="691" y="668"/>
                  </a:lnTo>
                  <a:lnTo>
                    <a:pt x="69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0" name="Google Shape;9830;p89"/>
            <p:cNvSpPr/>
            <p:nvPr/>
          </p:nvSpPr>
          <p:spPr>
            <a:xfrm>
              <a:off x="3187175" y="2590178"/>
              <a:ext cx="20520" cy="20490"/>
            </a:xfrm>
            <a:custGeom>
              <a:avLst/>
              <a:gdLst/>
              <a:ahLst/>
              <a:cxnLst/>
              <a:rect l="l" t="t" r="r" b="b"/>
              <a:pathLst>
                <a:path w="692" h="691" extrusionOk="0">
                  <a:moveTo>
                    <a:pt x="1" y="0"/>
                  </a:moveTo>
                  <a:lnTo>
                    <a:pt x="1" y="691"/>
                  </a:lnTo>
                  <a:lnTo>
                    <a:pt x="691" y="691"/>
                  </a:lnTo>
                  <a:lnTo>
                    <a:pt x="69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1" name="Google Shape;9831;p89"/>
            <p:cNvSpPr/>
            <p:nvPr/>
          </p:nvSpPr>
          <p:spPr>
            <a:xfrm>
              <a:off x="2950603" y="2536506"/>
              <a:ext cx="341122" cy="194906"/>
            </a:xfrm>
            <a:custGeom>
              <a:avLst/>
              <a:gdLst/>
              <a:ahLst/>
              <a:cxnLst/>
              <a:rect l="l" t="t" r="r" b="b"/>
              <a:pathLst>
                <a:path w="11504" h="6573" extrusionOk="0">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32" name="Google Shape;9832;p89"/>
          <p:cNvGrpSpPr/>
          <p:nvPr/>
        </p:nvGrpSpPr>
        <p:grpSpPr>
          <a:xfrm>
            <a:off x="2441762" y="3051250"/>
            <a:ext cx="454836" cy="455780"/>
            <a:chOff x="2350367" y="2431267"/>
            <a:chExt cx="341127" cy="341835"/>
          </a:xfrm>
          <a:solidFill>
            <a:schemeClr val="bg1"/>
          </a:solidFill>
        </p:grpSpPr>
        <p:sp>
          <p:nvSpPr>
            <p:cNvPr id="9833" name="Google Shape;9833;p89"/>
            <p:cNvSpPr/>
            <p:nvPr/>
          </p:nvSpPr>
          <p:spPr>
            <a:xfrm>
              <a:off x="2500085" y="2431267"/>
              <a:ext cx="42403" cy="42403"/>
            </a:xfrm>
            <a:custGeom>
              <a:avLst/>
              <a:gdLst/>
              <a:ahLst/>
              <a:cxnLst/>
              <a:rect l="l" t="t" r="r" b="b"/>
              <a:pathLst>
                <a:path w="1430" h="1430" extrusionOk="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4" name="Google Shape;9834;p89"/>
            <p:cNvSpPr/>
            <p:nvPr/>
          </p:nvSpPr>
          <p:spPr>
            <a:xfrm>
              <a:off x="2470432" y="2474353"/>
              <a:ext cx="100996" cy="298749"/>
            </a:xfrm>
            <a:custGeom>
              <a:avLst/>
              <a:gdLst/>
              <a:ahLst/>
              <a:cxnLst/>
              <a:rect l="l" t="t" r="r" b="b"/>
              <a:pathLst>
                <a:path w="3406" h="10075" extrusionOk="0">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5" name="Google Shape;9835;p89"/>
            <p:cNvSpPr/>
            <p:nvPr/>
          </p:nvSpPr>
          <p:spPr>
            <a:xfrm>
              <a:off x="2620120" y="2431267"/>
              <a:ext cx="42403" cy="42403"/>
            </a:xfrm>
            <a:custGeom>
              <a:avLst/>
              <a:gdLst/>
              <a:ahLst/>
              <a:cxnLst/>
              <a:rect l="l" t="t" r="r" b="b"/>
              <a:pathLst>
                <a:path w="1430" h="1430" extrusionOk="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6" name="Google Shape;9836;p89"/>
            <p:cNvSpPr/>
            <p:nvPr/>
          </p:nvSpPr>
          <p:spPr>
            <a:xfrm>
              <a:off x="2350367" y="2474353"/>
              <a:ext cx="101026" cy="298749"/>
            </a:xfrm>
            <a:custGeom>
              <a:avLst/>
              <a:gdLst/>
              <a:ahLst/>
              <a:cxnLst/>
              <a:rect l="l" t="t" r="r" b="b"/>
              <a:pathLst>
                <a:path w="3407" h="10075" extrusionOk="0">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7" name="Google Shape;9837;p89"/>
            <p:cNvSpPr/>
            <p:nvPr/>
          </p:nvSpPr>
          <p:spPr>
            <a:xfrm>
              <a:off x="2590467" y="2474353"/>
              <a:ext cx="101026" cy="298749"/>
            </a:xfrm>
            <a:custGeom>
              <a:avLst/>
              <a:gdLst/>
              <a:ahLst/>
              <a:cxnLst/>
              <a:rect l="l" t="t" r="r" b="b"/>
              <a:pathLst>
                <a:path w="3407" h="10075" extrusionOk="0">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38" name="Google Shape;9838;p89"/>
            <p:cNvSpPr/>
            <p:nvPr/>
          </p:nvSpPr>
          <p:spPr>
            <a:xfrm>
              <a:off x="2380020" y="2431267"/>
              <a:ext cx="42403" cy="42403"/>
            </a:xfrm>
            <a:custGeom>
              <a:avLst/>
              <a:gdLst/>
              <a:ahLst/>
              <a:cxnLst/>
              <a:rect l="l" t="t" r="r" b="b"/>
              <a:pathLst>
                <a:path w="1430" h="1430" extrusionOk="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39" name="Google Shape;9839;p89"/>
          <p:cNvGrpSpPr/>
          <p:nvPr/>
        </p:nvGrpSpPr>
        <p:grpSpPr>
          <a:xfrm>
            <a:off x="1456842" y="3161216"/>
            <a:ext cx="453887" cy="316416"/>
            <a:chOff x="1759293" y="2508958"/>
            <a:chExt cx="340415" cy="237312"/>
          </a:xfrm>
          <a:solidFill>
            <a:schemeClr val="bg1"/>
          </a:solidFill>
        </p:grpSpPr>
        <p:sp>
          <p:nvSpPr>
            <p:cNvPr id="9840" name="Google Shape;9840;p89"/>
            <p:cNvSpPr/>
            <p:nvPr/>
          </p:nvSpPr>
          <p:spPr>
            <a:xfrm>
              <a:off x="1759293" y="2508958"/>
              <a:ext cx="94680" cy="74161"/>
            </a:xfrm>
            <a:custGeom>
              <a:avLst/>
              <a:gdLst/>
              <a:ahLst/>
              <a:cxnLst/>
              <a:rect l="l" t="t" r="r" b="b"/>
              <a:pathLst>
                <a:path w="3193" h="2501" extrusionOk="0">
                  <a:moveTo>
                    <a:pt x="1" y="0"/>
                  </a:moveTo>
                  <a:lnTo>
                    <a:pt x="1" y="1501"/>
                  </a:lnTo>
                  <a:lnTo>
                    <a:pt x="1597" y="2501"/>
                  </a:lnTo>
                  <a:lnTo>
                    <a:pt x="3192" y="1572"/>
                  </a:lnTo>
                  <a:lnTo>
                    <a:pt x="31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1" name="Google Shape;9841;p89"/>
            <p:cNvSpPr/>
            <p:nvPr/>
          </p:nvSpPr>
          <p:spPr>
            <a:xfrm>
              <a:off x="1759293" y="2576745"/>
              <a:ext cx="93969" cy="169523"/>
            </a:xfrm>
            <a:custGeom>
              <a:avLst/>
              <a:gdLst/>
              <a:ahLst/>
              <a:cxnLst/>
              <a:rect l="l" t="t" r="r" b="b"/>
              <a:pathLst>
                <a:path w="3169" h="5717" extrusionOk="0">
                  <a:moveTo>
                    <a:pt x="1" y="1"/>
                  </a:moveTo>
                  <a:lnTo>
                    <a:pt x="1" y="5716"/>
                  </a:lnTo>
                  <a:lnTo>
                    <a:pt x="3168" y="5716"/>
                  </a:lnTo>
                  <a:lnTo>
                    <a:pt x="3168" y="96"/>
                  </a:lnTo>
                  <a:lnTo>
                    <a:pt x="1573" y="1048"/>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2" name="Google Shape;9842;p89"/>
            <p:cNvSpPr/>
            <p:nvPr/>
          </p:nvSpPr>
          <p:spPr>
            <a:xfrm>
              <a:off x="2005769" y="2509670"/>
              <a:ext cx="93939" cy="74161"/>
            </a:xfrm>
            <a:custGeom>
              <a:avLst/>
              <a:gdLst/>
              <a:ahLst/>
              <a:cxnLst/>
              <a:rect l="l" t="t" r="r" b="b"/>
              <a:pathLst>
                <a:path w="3168" h="2501" extrusionOk="0">
                  <a:moveTo>
                    <a:pt x="0" y="0"/>
                  </a:moveTo>
                  <a:lnTo>
                    <a:pt x="0" y="1572"/>
                  </a:lnTo>
                  <a:lnTo>
                    <a:pt x="1596" y="2501"/>
                  </a:lnTo>
                  <a:lnTo>
                    <a:pt x="3168" y="1572"/>
                  </a:lnTo>
                  <a:lnTo>
                    <a:pt x="316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3" name="Google Shape;9843;p89"/>
            <p:cNvSpPr/>
            <p:nvPr/>
          </p:nvSpPr>
          <p:spPr>
            <a:xfrm>
              <a:off x="2005769" y="2579562"/>
              <a:ext cx="93939" cy="166706"/>
            </a:xfrm>
            <a:custGeom>
              <a:avLst/>
              <a:gdLst/>
              <a:ahLst/>
              <a:cxnLst/>
              <a:rect l="l" t="t" r="r" b="b"/>
              <a:pathLst>
                <a:path w="3168" h="5622" extrusionOk="0">
                  <a:moveTo>
                    <a:pt x="0" y="1"/>
                  </a:moveTo>
                  <a:lnTo>
                    <a:pt x="0" y="5621"/>
                  </a:lnTo>
                  <a:lnTo>
                    <a:pt x="3168" y="5621"/>
                  </a:lnTo>
                  <a:lnTo>
                    <a:pt x="3168" y="1"/>
                  </a:lnTo>
                  <a:lnTo>
                    <a:pt x="1596" y="930"/>
                  </a:ln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4" name="Google Shape;9844;p89"/>
            <p:cNvSpPr/>
            <p:nvPr/>
          </p:nvSpPr>
          <p:spPr>
            <a:xfrm>
              <a:off x="1882175" y="2509670"/>
              <a:ext cx="93939" cy="167388"/>
            </a:xfrm>
            <a:custGeom>
              <a:avLst/>
              <a:gdLst/>
              <a:ahLst/>
              <a:cxnLst/>
              <a:rect l="l" t="t" r="r" b="b"/>
              <a:pathLst>
                <a:path w="3168" h="5645" extrusionOk="0">
                  <a:moveTo>
                    <a:pt x="1" y="0"/>
                  </a:moveTo>
                  <a:lnTo>
                    <a:pt x="1" y="5644"/>
                  </a:lnTo>
                  <a:lnTo>
                    <a:pt x="1596" y="4716"/>
                  </a:lnTo>
                  <a:lnTo>
                    <a:pt x="3168" y="5644"/>
                  </a:lnTo>
                  <a:lnTo>
                    <a:pt x="316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5" name="Google Shape;9845;p89"/>
            <p:cNvSpPr/>
            <p:nvPr/>
          </p:nvSpPr>
          <p:spPr>
            <a:xfrm>
              <a:off x="1882175" y="2672080"/>
              <a:ext cx="93939" cy="74191"/>
            </a:xfrm>
            <a:custGeom>
              <a:avLst/>
              <a:gdLst/>
              <a:ahLst/>
              <a:cxnLst/>
              <a:rect l="l" t="t" r="r" b="b"/>
              <a:pathLst>
                <a:path w="3168" h="2502" extrusionOk="0">
                  <a:moveTo>
                    <a:pt x="1596" y="1"/>
                  </a:moveTo>
                  <a:lnTo>
                    <a:pt x="1" y="929"/>
                  </a:lnTo>
                  <a:lnTo>
                    <a:pt x="1" y="2501"/>
                  </a:lnTo>
                  <a:lnTo>
                    <a:pt x="3168" y="2501"/>
                  </a:lnTo>
                  <a:lnTo>
                    <a:pt x="3168" y="929"/>
                  </a:lnTo>
                  <a:lnTo>
                    <a:pt x="159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46" name="Google Shape;9846;p89"/>
          <p:cNvGrpSpPr/>
          <p:nvPr/>
        </p:nvGrpSpPr>
        <p:grpSpPr>
          <a:xfrm>
            <a:off x="1455932" y="3804515"/>
            <a:ext cx="453845" cy="454796"/>
            <a:chOff x="1758611" y="2996217"/>
            <a:chExt cx="340384" cy="341097"/>
          </a:xfrm>
          <a:solidFill>
            <a:schemeClr val="bg1"/>
          </a:solidFill>
        </p:grpSpPr>
        <p:sp>
          <p:nvSpPr>
            <p:cNvPr id="9847" name="Google Shape;9847;p89"/>
            <p:cNvSpPr/>
            <p:nvPr/>
          </p:nvSpPr>
          <p:spPr>
            <a:xfrm>
              <a:off x="1823581" y="3060475"/>
              <a:ext cx="211867" cy="211867"/>
            </a:xfrm>
            <a:custGeom>
              <a:avLst/>
              <a:gdLst/>
              <a:ahLst/>
              <a:cxnLst/>
              <a:rect l="l" t="t" r="r" b="b"/>
              <a:pathLst>
                <a:path w="7145" h="7145" extrusionOk="0">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8" name="Google Shape;9848;p89"/>
            <p:cNvSpPr/>
            <p:nvPr/>
          </p:nvSpPr>
          <p:spPr>
            <a:xfrm>
              <a:off x="1937270" y="2996217"/>
              <a:ext cx="161725" cy="278259"/>
            </a:xfrm>
            <a:custGeom>
              <a:avLst/>
              <a:gdLst/>
              <a:ahLst/>
              <a:cxnLst/>
              <a:rect l="l" t="t" r="r" b="b"/>
              <a:pathLst>
                <a:path w="5454" h="9384" extrusionOk="0">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49" name="Google Shape;9849;p89"/>
            <p:cNvSpPr/>
            <p:nvPr/>
          </p:nvSpPr>
          <p:spPr>
            <a:xfrm>
              <a:off x="1938664" y="3258201"/>
              <a:ext cx="109507" cy="79113"/>
            </a:xfrm>
            <a:custGeom>
              <a:avLst/>
              <a:gdLst/>
              <a:ahLst/>
              <a:cxnLst/>
              <a:rect l="l" t="t" r="r" b="b"/>
              <a:pathLst>
                <a:path w="3693" h="2668" extrusionOk="0">
                  <a:moveTo>
                    <a:pt x="2573" y="0"/>
                  </a:moveTo>
                  <a:cubicBezTo>
                    <a:pt x="1882" y="667"/>
                    <a:pt x="1001" y="1072"/>
                    <a:pt x="1" y="1144"/>
                  </a:cubicBezTo>
                  <a:lnTo>
                    <a:pt x="1" y="2668"/>
                  </a:lnTo>
                  <a:cubicBezTo>
                    <a:pt x="1382" y="2572"/>
                    <a:pt x="2668" y="2001"/>
                    <a:pt x="3692" y="1048"/>
                  </a:cubicBezTo>
                  <a:lnTo>
                    <a:pt x="257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50" name="Google Shape;9850;p89"/>
            <p:cNvSpPr/>
            <p:nvPr/>
          </p:nvSpPr>
          <p:spPr>
            <a:xfrm>
              <a:off x="1758611" y="2996217"/>
              <a:ext cx="160331" cy="341093"/>
            </a:xfrm>
            <a:custGeom>
              <a:avLst/>
              <a:gdLst/>
              <a:ahLst/>
              <a:cxnLst/>
              <a:rect l="l" t="t" r="r" b="b"/>
              <a:pathLst>
                <a:path w="5407" h="11503" extrusionOk="0">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51" name="Google Shape;9851;p89"/>
          <p:cNvGrpSpPr/>
          <p:nvPr/>
        </p:nvGrpSpPr>
        <p:grpSpPr>
          <a:xfrm>
            <a:off x="2440812" y="3781901"/>
            <a:ext cx="455781" cy="454836"/>
            <a:chOff x="2349655" y="2979255"/>
            <a:chExt cx="341836" cy="341127"/>
          </a:xfrm>
          <a:solidFill>
            <a:schemeClr val="bg1"/>
          </a:solidFill>
        </p:grpSpPr>
        <p:sp>
          <p:nvSpPr>
            <p:cNvPr id="9852" name="Google Shape;9852;p89"/>
            <p:cNvSpPr/>
            <p:nvPr/>
          </p:nvSpPr>
          <p:spPr>
            <a:xfrm>
              <a:off x="2349655" y="3094368"/>
              <a:ext cx="110900" cy="110900"/>
            </a:xfrm>
            <a:custGeom>
              <a:avLst/>
              <a:gdLst/>
              <a:ahLst/>
              <a:cxnLst/>
              <a:rect l="l" t="t" r="r" b="b"/>
              <a:pathLst>
                <a:path w="3740" h="3740" extrusionOk="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53" name="Google Shape;9853;p89"/>
            <p:cNvSpPr/>
            <p:nvPr/>
          </p:nvSpPr>
          <p:spPr>
            <a:xfrm>
              <a:off x="2411808" y="2979255"/>
              <a:ext cx="247895" cy="99603"/>
            </a:xfrm>
            <a:custGeom>
              <a:avLst/>
              <a:gdLst/>
              <a:ahLst/>
              <a:cxnLst/>
              <a:rect l="l" t="t" r="r" b="b"/>
              <a:pathLst>
                <a:path w="8360" h="3359" extrusionOk="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54" name="Google Shape;9854;p89"/>
            <p:cNvSpPr/>
            <p:nvPr/>
          </p:nvSpPr>
          <p:spPr>
            <a:xfrm>
              <a:off x="2464768" y="3164972"/>
              <a:ext cx="226723" cy="63605"/>
            </a:xfrm>
            <a:custGeom>
              <a:avLst/>
              <a:gdLst/>
              <a:ahLst/>
              <a:cxnLst/>
              <a:rect l="l" t="t" r="r" b="b"/>
              <a:pathLst>
                <a:path w="7646" h="2145" extrusionOk="0">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55" name="Google Shape;9855;p89"/>
            <p:cNvSpPr/>
            <p:nvPr/>
          </p:nvSpPr>
          <p:spPr>
            <a:xfrm>
              <a:off x="2411808" y="3220068"/>
              <a:ext cx="247895" cy="100314"/>
            </a:xfrm>
            <a:custGeom>
              <a:avLst/>
              <a:gdLst/>
              <a:ahLst/>
              <a:cxnLst/>
              <a:rect l="l" t="t" r="r" b="b"/>
              <a:pathLst>
                <a:path w="8360" h="3383" extrusionOk="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56" name="Google Shape;9856;p89"/>
            <p:cNvSpPr/>
            <p:nvPr/>
          </p:nvSpPr>
          <p:spPr>
            <a:xfrm>
              <a:off x="2464768" y="3072484"/>
              <a:ext cx="226723" cy="62863"/>
            </a:xfrm>
            <a:custGeom>
              <a:avLst/>
              <a:gdLst/>
              <a:ahLst/>
              <a:cxnLst/>
              <a:rect l="l" t="t" r="r" b="b"/>
              <a:pathLst>
                <a:path w="7646" h="2120" extrusionOk="0">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857" name="Google Shape;9857;p89"/>
          <p:cNvSpPr/>
          <p:nvPr/>
        </p:nvSpPr>
        <p:spPr>
          <a:xfrm>
            <a:off x="3437988" y="3797410"/>
            <a:ext cx="453841" cy="454791"/>
          </a:xfrm>
          <a:custGeom>
            <a:avLst/>
            <a:gdLst/>
            <a:ahLst/>
            <a:cxnLst/>
            <a:rect l="l" t="t" r="r" b="b"/>
            <a:pathLst>
              <a:path w="11479" h="11503" extrusionOk="0">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858" name="Google Shape;9858;p89"/>
          <p:cNvGrpSpPr/>
          <p:nvPr/>
        </p:nvGrpSpPr>
        <p:grpSpPr>
          <a:xfrm>
            <a:off x="4358856" y="3769771"/>
            <a:ext cx="476461" cy="440720"/>
            <a:chOff x="3492957" y="2994082"/>
            <a:chExt cx="357346" cy="330540"/>
          </a:xfrm>
          <a:solidFill>
            <a:schemeClr val="bg1"/>
          </a:solidFill>
        </p:grpSpPr>
        <p:sp>
          <p:nvSpPr>
            <p:cNvPr id="9859" name="Google Shape;9859;p89"/>
            <p:cNvSpPr/>
            <p:nvPr/>
          </p:nvSpPr>
          <p:spPr>
            <a:xfrm>
              <a:off x="3624290" y="3120493"/>
              <a:ext cx="97497" cy="97497"/>
            </a:xfrm>
            <a:custGeom>
              <a:avLst/>
              <a:gdLst/>
              <a:ahLst/>
              <a:cxnLst/>
              <a:rect l="l" t="t" r="r" b="b"/>
              <a:pathLst>
                <a:path w="3288" h="3288"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0" name="Google Shape;9860;p89"/>
            <p:cNvSpPr/>
            <p:nvPr/>
          </p:nvSpPr>
          <p:spPr>
            <a:xfrm>
              <a:off x="3684338" y="3184039"/>
              <a:ext cx="129967" cy="140405"/>
            </a:xfrm>
            <a:custGeom>
              <a:avLst/>
              <a:gdLst/>
              <a:ahLst/>
              <a:cxnLst/>
              <a:rect l="l" t="t" r="r" b="b"/>
              <a:pathLst>
                <a:path w="4383" h="4735" extrusionOk="0">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1" name="Google Shape;9861;p89"/>
            <p:cNvSpPr/>
            <p:nvPr/>
          </p:nvSpPr>
          <p:spPr>
            <a:xfrm>
              <a:off x="3603118" y="2994082"/>
              <a:ext cx="138448" cy="108795"/>
            </a:xfrm>
            <a:custGeom>
              <a:avLst/>
              <a:gdLst/>
              <a:ahLst/>
              <a:cxnLst/>
              <a:rect l="l" t="t" r="r" b="b"/>
              <a:pathLst>
                <a:path w="4669" h="3669" extrusionOk="0">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2" name="Google Shape;9862;p89"/>
            <p:cNvSpPr/>
            <p:nvPr/>
          </p:nvSpPr>
          <p:spPr>
            <a:xfrm>
              <a:off x="3492957" y="3066465"/>
              <a:ext cx="144793" cy="140760"/>
            </a:xfrm>
            <a:custGeom>
              <a:avLst/>
              <a:gdLst/>
              <a:ahLst/>
              <a:cxnLst/>
              <a:rect l="l" t="t" r="r" b="b"/>
              <a:pathLst>
                <a:path w="4883" h="4747" extrusionOk="0">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3" name="Google Shape;9863;p89"/>
            <p:cNvSpPr/>
            <p:nvPr/>
          </p:nvSpPr>
          <p:spPr>
            <a:xfrm>
              <a:off x="3707645" y="3066821"/>
              <a:ext cx="142658" cy="133496"/>
            </a:xfrm>
            <a:custGeom>
              <a:avLst/>
              <a:gdLst/>
              <a:ahLst/>
              <a:cxnLst/>
              <a:rect l="l" t="t" r="r" b="b"/>
              <a:pathLst>
                <a:path w="4811" h="4502" extrusionOk="0">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4" name="Google Shape;9864;p89"/>
            <p:cNvSpPr/>
            <p:nvPr/>
          </p:nvSpPr>
          <p:spPr>
            <a:xfrm>
              <a:off x="3532514" y="3212299"/>
              <a:ext cx="150427" cy="112324"/>
            </a:xfrm>
            <a:custGeom>
              <a:avLst/>
              <a:gdLst/>
              <a:ahLst/>
              <a:cxnLst/>
              <a:rect l="l" t="t" r="r" b="b"/>
              <a:pathLst>
                <a:path w="5073" h="3788" extrusionOk="0">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65" name="Google Shape;9865;p89"/>
          <p:cNvGrpSpPr/>
          <p:nvPr/>
        </p:nvGrpSpPr>
        <p:grpSpPr>
          <a:xfrm>
            <a:off x="5390824" y="3816230"/>
            <a:ext cx="454835" cy="407741"/>
            <a:chOff x="4119318" y="3014572"/>
            <a:chExt cx="341126" cy="305806"/>
          </a:xfrm>
          <a:solidFill>
            <a:schemeClr val="bg1"/>
          </a:solidFill>
        </p:grpSpPr>
        <p:sp>
          <p:nvSpPr>
            <p:cNvPr id="9866" name="Google Shape;9866;p89"/>
            <p:cNvSpPr/>
            <p:nvPr/>
          </p:nvSpPr>
          <p:spPr>
            <a:xfrm>
              <a:off x="4119318" y="3014572"/>
              <a:ext cx="127150" cy="305806"/>
            </a:xfrm>
            <a:custGeom>
              <a:avLst/>
              <a:gdLst/>
              <a:ahLst/>
              <a:cxnLst/>
              <a:rect l="l" t="t" r="r" b="b"/>
              <a:pathLst>
                <a:path w="4288" h="10313" extrusionOk="0">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7" name="Google Shape;9867;p89"/>
            <p:cNvSpPr/>
            <p:nvPr/>
          </p:nvSpPr>
          <p:spPr>
            <a:xfrm>
              <a:off x="4225268" y="3014572"/>
              <a:ext cx="127120" cy="305806"/>
            </a:xfrm>
            <a:custGeom>
              <a:avLst/>
              <a:gdLst/>
              <a:ahLst/>
              <a:cxnLst/>
              <a:rect l="l" t="t" r="r" b="b"/>
              <a:pathLst>
                <a:path w="4287" h="10313" extrusionOk="0">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68" name="Google Shape;9868;p89"/>
            <p:cNvSpPr/>
            <p:nvPr/>
          </p:nvSpPr>
          <p:spPr>
            <a:xfrm>
              <a:off x="4333294" y="3014572"/>
              <a:ext cx="127150" cy="305806"/>
            </a:xfrm>
            <a:custGeom>
              <a:avLst/>
              <a:gdLst/>
              <a:ahLst/>
              <a:cxnLst/>
              <a:rect l="l" t="t" r="r" b="b"/>
              <a:pathLst>
                <a:path w="4288" h="10313" extrusionOk="0">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69" name="Google Shape;9869;p89"/>
          <p:cNvGrpSpPr/>
          <p:nvPr/>
        </p:nvGrpSpPr>
        <p:grpSpPr>
          <a:xfrm>
            <a:off x="6401891" y="3802115"/>
            <a:ext cx="403989" cy="454791"/>
            <a:chOff x="4725218" y="3003986"/>
            <a:chExt cx="302992" cy="341093"/>
          </a:xfrm>
          <a:solidFill>
            <a:schemeClr val="bg1"/>
          </a:solidFill>
        </p:grpSpPr>
        <p:sp>
          <p:nvSpPr>
            <p:cNvPr id="9870" name="Google Shape;9870;p89"/>
            <p:cNvSpPr/>
            <p:nvPr/>
          </p:nvSpPr>
          <p:spPr>
            <a:xfrm>
              <a:off x="4906013" y="3112012"/>
              <a:ext cx="53701" cy="125045"/>
            </a:xfrm>
            <a:custGeom>
              <a:avLst/>
              <a:gdLst/>
              <a:ahLst/>
              <a:cxnLst/>
              <a:rect l="l" t="t" r="r" b="b"/>
              <a:pathLst>
                <a:path w="1811" h="4217" extrusionOk="0">
                  <a:moveTo>
                    <a:pt x="0" y="1"/>
                  </a:moveTo>
                  <a:lnTo>
                    <a:pt x="0" y="4216"/>
                  </a:lnTo>
                  <a:cubicBezTo>
                    <a:pt x="1048" y="4073"/>
                    <a:pt x="1810" y="3192"/>
                    <a:pt x="1810" y="2120"/>
                  </a:cubicBezTo>
                  <a:cubicBezTo>
                    <a:pt x="1810" y="1049"/>
                    <a:pt x="1048" y="144"/>
                    <a:pt x="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1" name="Google Shape;9871;p89"/>
            <p:cNvSpPr/>
            <p:nvPr/>
          </p:nvSpPr>
          <p:spPr>
            <a:xfrm>
              <a:off x="4906013" y="3042831"/>
              <a:ext cx="122198" cy="261298"/>
            </a:xfrm>
            <a:custGeom>
              <a:avLst/>
              <a:gdLst/>
              <a:ahLst/>
              <a:cxnLst/>
              <a:rect l="l" t="t" r="r" b="b"/>
              <a:pathLst>
                <a:path w="4121" h="8812" extrusionOk="0">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2" name="Google Shape;9872;p89"/>
            <p:cNvSpPr/>
            <p:nvPr/>
          </p:nvSpPr>
          <p:spPr>
            <a:xfrm>
              <a:off x="4725218" y="3003986"/>
              <a:ext cx="161754" cy="341093"/>
            </a:xfrm>
            <a:custGeom>
              <a:avLst/>
              <a:gdLst/>
              <a:ahLst/>
              <a:cxnLst/>
              <a:rect l="l" t="t" r="r" b="b"/>
              <a:pathLst>
                <a:path w="5455" h="11503" extrusionOk="0">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73" name="Google Shape;9873;p89"/>
          <p:cNvGrpSpPr/>
          <p:nvPr/>
        </p:nvGrpSpPr>
        <p:grpSpPr>
          <a:xfrm>
            <a:off x="7351977" y="3787458"/>
            <a:ext cx="453848" cy="455745"/>
            <a:chOff x="5290168" y="3002563"/>
            <a:chExt cx="340386" cy="341809"/>
          </a:xfrm>
          <a:solidFill>
            <a:schemeClr val="bg1"/>
          </a:solidFill>
        </p:grpSpPr>
        <p:sp>
          <p:nvSpPr>
            <p:cNvPr id="9874" name="Google Shape;9874;p89"/>
            <p:cNvSpPr/>
            <p:nvPr/>
          </p:nvSpPr>
          <p:spPr>
            <a:xfrm>
              <a:off x="5470250" y="3183357"/>
              <a:ext cx="139130" cy="139841"/>
            </a:xfrm>
            <a:custGeom>
              <a:avLst/>
              <a:gdLst/>
              <a:ahLst/>
              <a:cxnLst/>
              <a:rect l="l" t="t" r="r" b="b"/>
              <a:pathLst>
                <a:path w="4692" h="4716" extrusionOk="0">
                  <a:moveTo>
                    <a:pt x="2643" y="0"/>
                  </a:moveTo>
                  <a:cubicBezTo>
                    <a:pt x="1191" y="0"/>
                    <a:pt x="0" y="1191"/>
                    <a:pt x="0" y="2644"/>
                  </a:cubicBezTo>
                  <a:lnTo>
                    <a:pt x="0" y="4715"/>
                  </a:lnTo>
                  <a:lnTo>
                    <a:pt x="2429" y="4715"/>
                  </a:lnTo>
                  <a:lnTo>
                    <a:pt x="2429" y="2405"/>
                  </a:lnTo>
                  <a:lnTo>
                    <a:pt x="4692" y="2405"/>
                  </a:lnTo>
                  <a:lnTo>
                    <a:pt x="46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5" name="Google Shape;9875;p89"/>
            <p:cNvSpPr/>
            <p:nvPr/>
          </p:nvSpPr>
          <p:spPr>
            <a:xfrm>
              <a:off x="5290168" y="3002563"/>
              <a:ext cx="68527" cy="68527"/>
            </a:xfrm>
            <a:custGeom>
              <a:avLst/>
              <a:gdLst/>
              <a:ahLst/>
              <a:cxnLst/>
              <a:rect l="l" t="t" r="r" b="b"/>
              <a:pathLst>
                <a:path w="2311" h="2311" extrusionOk="0">
                  <a:moveTo>
                    <a:pt x="977" y="1"/>
                  </a:moveTo>
                  <a:cubicBezTo>
                    <a:pt x="453" y="1"/>
                    <a:pt x="0" y="453"/>
                    <a:pt x="0" y="977"/>
                  </a:cubicBezTo>
                  <a:lnTo>
                    <a:pt x="0" y="2311"/>
                  </a:lnTo>
                  <a:lnTo>
                    <a:pt x="2310" y="2311"/>
                  </a:lnTo>
                  <a:lnTo>
                    <a:pt x="231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6" name="Google Shape;9876;p89"/>
            <p:cNvSpPr/>
            <p:nvPr/>
          </p:nvSpPr>
          <p:spPr>
            <a:xfrm>
              <a:off x="5311340" y="3023765"/>
              <a:ext cx="139159" cy="139130"/>
            </a:xfrm>
            <a:custGeom>
              <a:avLst/>
              <a:gdLst/>
              <a:ahLst/>
              <a:cxnLst/>
              <a:rect l="l" t="t" r="r" b="b"/>
              <a:pathLst>
                <a:path w="4693" h="4692" extrusionOk="0">
                  <a:moveTo>
                    <a:pt x="2263" y="0"/>
                  </a:moveTo>
                  <a:lnTo>
                    <a:pt x="2263" y="2286"/>
                  </a:lnTo>
                  <a:lnTo>
                    <a:pt x="1" y="2286"/>
                  </a:lnTo>
                  <a:lnTo>
                    <a:pt x="1" y="4692"/>
                  </a:lnTo>
                  <a:lnTo>
                    <a:pt x="2049" y="4692"/>
                  </a:lnTo>
                  <a:cubicBezTo>
                    <a:pt x="3502" y="4692"/>
                    <a:pt x="4692" y="3501"/>
                    <a:pt x="4692" y="2048"/>
                  </a:cubicBezTo>
                  <a:lnTo>
                    <a:pt x="469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7" name="Google Shape;9877;p89"/>
            <p:cNvSpPr/>
            <p:nvPr/>
          </p:nvSpPr>
          <p:spPr>
            <a:xfrm>
              <a:off x="5562027" y="3275163"/>
              <a:ext cx="68527" cy="69209"/>
            </a:xfrm>
            <a:custGeom>
              <a:avLst/>
              <a:gdLst/>
              <a:ahLst/>
              <a:cxnLst/>
              <a:rect l="l" t="t" r="r" b="b"/>
              <a:pathLst>
                <a:path w="2311" h="2334" extrusionOk="0">
                  <a:moveTo>
                    <a:pt x="1" y="0"/>
                  </a:moveTo>
                  <a:lnTo>
                    <a:pt x="1" y="2334"/>
                  </a:lnTo>
                  <a:lnTo>
                    <a:pt x="1335" y="2334"/>
                  </a:lnTo>
                  <a:cubicBezTo>
                    <a:pt x="1858" y="2334"/>
                    <a:pt x="2311" y="1881"/>
                    <a:pt x="2311" y="1334"/>
                  </a:cubicBezTo>
                  <a:lnTo>
                    <a:pt x="23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8" name="Google Shape;9878;p89"/>
            <p:cNvSpPr/>
            <p:nvPr/>
          </p:nvSpPr>
          <p:spPr>
            <a:xfrm>
              <a:off x="5290168" y="3275163"/>
              <a:ext cx="68527" cy="67815"/>
            </a:xfrm>
            <a:custGeom>
              <a:avLst/>
              <a:gdLst/>
              <a:ahLst/>
              <a:cxnLst/>
              <a:rect l="l" t="t" r="r" b="b"/>
              <a:pathLst>
                <a:path w="2311" h="2287" extrusionOk="0">
                  <a:moveTo>
                    <a:pt x="0" y="0"/>
                  </a:moveTo>
                  <a:lnTo>
                    <a:pt x="0" y="1334"/>
                  </a:lnTo>
                  <a:cubicBezTo>
                    <a:pt x="0" y="1858"/>
                    <a:pt x="453" y="2286"/>
                    <a:pt x="977" y="2286"/>
                  </a:cubicBezTo>
                  <a:lnTo>
                    <a:pt x="2310" y="2286"/>
                  </a:lnTo>
                  <a:lnTo>
                    <a:pt x="231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79" name="Google Shape;9879;p89"/>
            <p:cNvSpPr/>
            <p:nvPr/>
          </p:nvSpPr>
          <p:spPr>
            <a:xfrm>
              <a:off x="5311340" y="3183357"/>
              <a:ext cx="139159" cy="139841"/>
            </a:xfrm>
            <a:custGeom>
              <a:avLst/>
              <a:gdLst/>
              <a:ahLst/>
              <a:cxnLst/>
              <a:rect l="l" t="t" r="r" b="b"/>
              <a:pathLst>
                <a:path w="4693" h="4716" extrusionOk="0">
                  <a:moveTo>
                    <a:pt x="1" y="0"/>
                  </a:moveTo>
                  <a:lnTo>
                    <a:pt x="1" y="2405"/>
                  </a:lnTo>
                  <a:lnTo>
                    <a:pt x="2263" y="2405"/>
                  </a:lnTo>
                  <a:lnTo>
                    <a:pt x="2263" y="4715"/>
                  </a:lnTo>
                  <a:lnTo>
                    <a:pt x="4692" y="4715"/>
                  </a:lnTo>
                  <a:lnTo>
                    <a:pt x="4692" y="2644"/>
                  </a:lnTo>
                  <a:cubicBezTo>
                    <a:pt x="4692" y="1191"/>
                    <a:pt x="3502" y="0"/>
                    <a:pt x="204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0" name="Google Shape;9880;p89"/>
            <p:cNvSpPr/>
            <p:nvPr/>
          </p:nvSpPr>
          <p:spPr>
            <a:xfrm>
              <a:off x="5562027" y="3002563"/>
              <a:ext cx="68527" cy="68527"/>
            </a:xfrm>
            <a:custGeom>
              <a:avLst/>
              <a:gdLst/>
              <a:ahLst/>
              <a:cxnLst/>
              <a:rect l="l" t="t" r="r" b="b"/>
              <a:pathLst>
                <a:path w="2311" h="2311" extrusionOk="0">
                  <a:moveTo>
                    <a:pt x="1" y="1"/>
                  </a:moveTo>
                  <a:lnTo>
                    <a:pt x="1" y="2311"/>
                  </a:lnTo>
                  <a:lnTo>
                    <a:pt x="2311" y="2311"/>
                  </a:lnTo>
                  <a:lnTo>
                    <a:pt x="2311" y="977"/>
                  </a:lnTo>
                  <a:cubicBezTo>
                    <a:pt x="2311" y="453"/>
                    <a:pt x="1858" y="1"/>
                    <a:pt x="133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1" name="Google Shape;9881;p89"/>
            <p:cNvSpPr/>
            <p:nvPr/>
          </p:nvSpPr>
          <p:spPr>
            <a:xfrm>
              <a:off x="5470250" y="3023765"/>
              <a:ext cx="139130" cy="139130"/>
            </a:xfrm>
            <a:custGeom>
              <a:avLst/>
              <a:gdLst/>
              <a:ahLst/>
              <a:cxnLst/>
              <a:rect l="l" t="t" r="r" b="b"/>
              <a:pathLst>
                <a:path w="4692" h="4692" extrusionOk="0">
                  <a:moveTo>
                    <a:pt x="0" y="0"/>
                  </a:moveTo>
                  <a:lnTo>
                    <a:pt x="0" y="2048"/>
                  </a:lnTo>
                  <a:cubicBezTo>
                    <a:pt x="0" y="3501"/>
                    <a:pt x="1191" y="4692"/>
                    <a:pt x="2643" y="4692"/>
                  </a:cubicBezTo>
                  <a:lnTo>
                    <a:pt x="4692" y="4692"/>
                  </a:lnTo>
                  <a:lnTo>
                    <a:pt x="4692" y="2262"/>
                  </a:lnTo>
                  <a:lnTo>
                    <a:pt x="2429" y="2262"/>
                  </a:lnTo>
                  <a:lnTo>
                    <a:pt x="242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82" name="Google Shape;9882;p89"/>
          <p:cNvGrpSpPr/>
          <p:nvPr/>
        </p:nvGrpSpPr>
        <p:grpSpPr>
          <a:xfrm>
            <a:off x="8330517" y="3914165"/>
            <a:ext cx="456695" cy="232596"/>
            <a:chOff x="5881241" y="3088023"/>
            <a:chExt cx="342521" cy="174447"/>
          </a:xfrm>
          <a:solidFill>
            <a:schemeClr val="bg1"/>
          </a:solidFill>
        </p:grpSpPr>
        <p:sp>
          <p:nvSpPr>
            <p:cNvPr id="9883" name="Google Shape;9883;p89"/>
            <p:cNvSpPr/>
            <p:nvPr/>
          </p:nvSpPr>
          <p:spPr>
            <a:xfrm>
              <a:off x="5965960" y="3184751"/>
              <a:ext cx="89728" cy="77719"/>
            </a:xfrm>
            <a:custGeom>
              <a:avLst/>
              <a:gdLst/>
              <a:ahLst/>
              <a:cxnLst/>
              <a:rect l="l" t="t" r="r" b="b"/>
              <a:pathLst>
                <a:path w="3026" h="2621" extrusionOk="0">
                  <a:moveTo>
                    <a:pt x="739" y="1"/>
                  </a:moveTo>
                  <a:lnTo>
                    <a:pt x="1" y="1311"/>
                  </a:lnTo>
                  <a:lnTo>
                    <a:pt x="739" y="2620"/>
                  </a:lnTo>
                  <a:lnTo>
                    <a:pt x="2263" y="2620"/>
                  </a:lnTo>
                  <a:lnTo>
                    <a:pt x="3025" y="1311"/>
                  </a:lnTo>
                  <a:lnTo>
                    <a:pt x="22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4" name="Google Shape;9884;p89"/>
            <p:cNvSpPr/>
            <p:nvPr/>
          </p:nvSpPr>
          <p:spPr>
            <a:xfrm>
              <a:off x="6134033" y="3184751"/>
              <a:ext cx="89017" cy="77719"/>
            </a:xfrm>
            <a:custGeom>
              <a:avLst/>
              <a:gdLst/>
              <a:ahLst/>
              <a:cxnLst/>
              <a:rect l="l" t="t" r="r" b="b"/>
              <a:pathLst>
                <a:path w="3002" h="2621" extrusionOk="0">
                  <a:moveTo>
                    <a:pt x="739" y="1"/>
                  </a:moveTo>
                  <a:lnTo>
                    <a:pt x="1" y="1311"/>
                  </a:lnTo>
                  <a:lnTo>
                    <a:pt x="739" y="2620"/>
                  </a:lnTo>
                  <a:lnTo>
                    <a:pt x="2263" y="2620"/>
                  </a:lnTo>
                  <a:lnTo>
                    <a:pt x="3001" y="1311"/>
                  </a:lnTo>
                  <a:lnTo>
                    <a:pt x="22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5" name="Google Shape;9885;p89"/>
            <p:cNvSpPr/>
            <p:nvPr/>
          </p:nvSpPr>
          <p:spPr>
            <a:xfrm>
              <a:off x="5881241" y="3137454"/>
              <a:ext cx="88987" cy="77690"/>
            </a:xfrm>
            <a:custGeom>
              <a:avLst/>
              <a:gdLst/>
              <a:ahLst/>
              <a:cxnLst/>
              <a:rect l="l" t="t" r="r" b="b"/>
              <a:pathLst>
                <a:path w="3001" h="2620" extrusionOk="0">
                  <a:moveTo>
                    <a:pt x="738" y="0"/>
                  </a:moveTo>
                  <a:lnTo>
                    <a:pt x="0" y="1310"/>
                  </a:lnTo>
                  <a:lnTo>
                    <a:pt x="738" y="2620"/>
                  </a:lnTo>
                  <a:lnTo>
                    <a:pt x="2262" y="2620"/>
                  </a:lnTo>
                  <a:lnTo>
                    <a:pt x="3001" y="1310"/>
                  </a:lnTo>
                  <a:lnTo>
                    <a:pt x="226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6" name="Google Shape;9886;p89"/>
            <p:cNvSpPr/>
            <p:nvPr/>
          </p:nvSpPr>
          <p:spPr>
            <a:xfrm>
              <a:off x="6049997" y="3137454"/>
              <a:ext cx="89017" cy="77690"/>
            </a:xfrm>
            <a:custGeom>
              <a:avLst/>
              <a:gdLst/>
              <a:ahLst/>
              <a:cxnLst/>
              <a:rect l="l" t="t" r="r" b="b"/>
              <a:pathLst>
                <a:path w="3002" h="2620" extrusionOk="0">
                  <a:moveTo>
                    <a:pt x="739" y="0"/>
                  </a:moveTo>
                  <a:lnTo>
                    <a:pt x="1" y="1310"/>
                  </a:lnTo>
                  <a:lnTo>
                    <a:pt x="739" y="2620"/>
                  </a:lnTo>
                  <a:lnTo>
                    <a:pt x="2263" y="2620"/>
                  </a:lnTo>
                  <a:lnTo>
                    <a:pt x="3001" y="1310"/>
                  </a:lnTo>
                  <a:lnTo>
                    <a:pt x="22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7" name="Google Shape;9887;p89"/>
            <p:cNvSpPr/>
            <p:nvPr/>
          </p:nvSpPr>
          <p:spPr>
            <a:xfrm>
              <a:off x="5965960" y="3088023"/>
              <a:ext cx="89728" cy="77690"/>
            </a:xfrm>
            <a:custGeom>
              <a:avLst/>
              <a:gdLst/>
              <a:ahLst/>
              <a:cxnLst/>
              <a:rect l="l" t="t" r="r" b="b"/>
              <a:pathLst>
                <a:path w="3026" h="2620" extrusionOk="0">
                  <a:moveTo>
                    <a:pt x="739" y="0"/>
                  </a:moveTo>
                  <a:lnTo>
                    <a:pt x="1" y="1310"/>
                  </a:lnTo>
                  <a:lnTo>
                    <a:pt x="739" y="2620"/>
                  </a:lnTo>
                  <a:lnTo>
                    <a:pt x="2263" y="2620"/>
                  </a:lnTo>
                  <a:lnTo>
                    <a:pt x="3025" y="1310"/>
                  </a:lnTo>
                  <a:lnTo>
                    <a:pt x="22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88" name="Google Shape;9888;p89"/>
            <p:cNvSpPr/>
            <p:nvPr/>
          </p:nvSpPr>
          <p:spPr>
            <a:xfrm>
              <a:off x="6134745" y="3088023"/>
              <a:ext cx="89017" cy="77690"/>
            </a:xfrm>
            <a:custGeom>
              <a:avLst/>
              <a:gdLst/>
              <a:ahLst/>
              <a:cxnLst/>
              <a:rect l="l" t="t" r="r" b="b"/>
              <a:pathLst>
                <a:path w="3002" h="2620" extrusionOk="0">
                  <a:moveTo>
                    <a:pt x="739" y="0"/>
                  </a:moveTo>
                  <a:lnTo>
                    <a:pt x="0" y="1310"/>
                  </a:lnTo>
                  <a:lnTo>
                    <a:pt x="739" y="2620"/>
                  </a:lnTo>
                  <a:lnTo>
                    <a:pt x="2263" y="2620"/>
                  </a:lnTo>
                  <a:lnTo>
                    <a:pt x="3001" y="1310"/>
                  </a:lnTo>
                  <a:lnTo>
                    <a:pt x="22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889" name="Google Shape;9889;p89"/>
          <p:cNvSpPr/>
          <p:nvPr/>
        </p:nvSpPr>
        <p:spPr>
          <a:xfrm>
            <a:off x="9308387" y="3761087"/>
            <a:ext cx="454829" cy="454829"/>
          </a:xfrm>
          <a:custGeom>
            <a:avLst/>
            <a:gdLst/>
            <a:ahLst/>
            <a:cxnLst/>
            <a:rect l="l" t="t" r="r" b="b"/>
            <a:pathLst>
              <a:path w="11504" h="11504" extrusionOk="0">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890" name="Google Shape;9890;p89"/>
          <p:cNvGrpSpPr/>
          <p:nvPr/>
        </p:nvGrpSpPr>
        <p:grpSpPr>
          <a:xfrm>
            <a:off x="10344373" y="3787102"/>
            <a:ext cx="325787" cy="454241"/>
            <a:chOff x="7091619" y="3002296"/>
            <a:chExt cx="244340" cy="340681"/>
          </a:xfrm>
          <a:solidFill>
            <a:schemeClr val="bg1"/>
          </a:solidFill>
        </p:grpSpPr>
        <p:sp>
          <p:nvSpPr>
            <p:cNvPr id="9891" name="Google Shape;9891;p89"/>
            <p:cNvSpPr/>
            <p:nvPr/>
          </p:nvSpPr>
          <p:spPr>
            <a:xfrm>
              <a:off x="7268855" y="3184454"/>
              <a:ext cx="67104" cy="158522"/>
            </a:xfrm>
            <a:custGeom>
              <a:avLst/>
              <a:gdLst/>
              <a:ahLst/>
              <a:cxnLst/>
              <a:rect l="l" t="t" r="r" b="b"/>
              <a:pathLst>
                <a:path w="2263" h="5346" extrusionOk="0">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92" name="Google Shape;9892;p89"/>
            <p:cNvSpPr/>
            <p:nvPr/>
          </p:nvSpPr>
          <p:spPr>
            <a:xfrm>
              <a:off x="7180578" y="3184454"/>
              <a:ext cx="67133" cy="158522"/>
            </a:xfrm>
            <a:custGeom>
              <a:avLst/>
              <a:gdLst/>
              <a:ahLst/>
              <a:cxnLst/>
              <a:rect l="l" t="t" r="r" b="b"/>
              <a:pathLst>
                <a:path w="2264" h="5346" extrusionOk="0">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93" name="Google Shape;9893;p89"/>
            <p:cNvSpPr/>
            <p:nvPr/>
          </p:nvSpPr>
          <p:spPr>
            <a:xfrm>
              <a:off x="7092301" y="3184454"/>
              <a:ext cx="67133" cy="158522"/>
            </a:xfrm>
            <a:custGeom>
              <a:avLst/>
              <a:gdLst/>
              <a:ahLst/>
              <a:cxnLst/>
              <a:rect l="l" t="t" r="r" b="b"/>
              <a:pathLst>
                <a:path w="2264" h="5346" extrusionOk="0">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94" name="Google Shape;9894;p89"/>
            <p:cNvSpPr/>
            <p:nvPr/>
          </p:nvSpPr>
          <p:spPr>
            <a:xfrm>
              <a:off x="7268855" y="3002296"/>
              <a:ext cx="66422" cy="159175"/>
            </a:xfrm>
            <a:custGeom>
              <a:avLst/>
              <a:gdLst/>
              <a:ahLst/>
              <a:cxnLst/>
              <a:rect l="l" t="t" r="r" b="b"/>
              <a:pathLst>
                <a:path w="2240" h="5368" extrusionOk="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95" name="Google Shape;9895;p89"/>
            <p:cNvSpPr/>
            <p:nvPr/>
          </p:nvSpPr>
          <p:spPr>
            <a:xfrm>
              <a:off x="7184106" y="3002563"/>
              <a:ext cx="63605" cy="158908"/>
            </a:xfrm>
            <a:custGeom>
              <a:avLst/>
              <a:gdLst/>
              <a:ahLst/>
              <a:cxnLst/>
              <a:rect l="l" t="t" r="r" b="b"/>
              <a:pathLst>
                <a:path w="2145" h="5359" extrusionOk="0">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96" name="Google Shape;9896;p89"/>
            <p:cNvSpPr/>
            <p:nvPr/>
          </p:nvSpPr>
          <p:spPr>
            <a:xfrm>
              <a:off x="7091619" y="3002296"/>
              <a:ext cx="67104" cy="159175"/>
            </a:xfrm>
            <a:custGeom>
              <a:avLst/>
              <a:gdLst/>
              <a:ahLst/>
              <a:cxnLst/>
              <a:rect l="l" t="t" r="r" b="b"/>
              <a:pathLst>
                <a:path w="2263" h="5368" extrusionOk="0">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897" name="Google Shape;9897;p89"/>
          <p:cNvGrpSpPr/>
          <p:nvPr/>
        </p:nvGrpSpPr>
        <p:grpSpPr>
          <a:xfrm>
            <a:off x="10282221" y="4536019"/>
            <a:ext cx="455745" cy="456695"/>
            <a:chOff x="7045004" y="3563983"/>
            <a:chExt cx="341809" cy="342521"/>
          </a:xfrm>
          <a:solidFill>
            <a:schemeClr val="bg1"/>
          </a:solidFill>
        </p:grpSpPr>
        <p:sp>
          <p:nvSpPr>
            <p:cNvPr id="9898" name="Google Shape;9898;p89"/>
            <p:cNvSpPr/>
            <p:nvPr/>
          </p:nvSpPr>
          <p:spPr>
            <a:xfrm>
              <a:off x="7132569" y="3563983"/>
              <a:ext cx="150427" cy="86170"/>
            </a:xfrm>
            <a:custGeom>
              <a:avLst/>
              <a:gdLst/>
              <a:ahLst/>
              <a:cxnLst/>
              <a:rect l="l" t="t" r="r" b="b"/>
              <a:pathLst>
                <a:path w="5073" h="2906" extrusionOk="0">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899" name="Google Shape;9899;p89"/>
            <p:cNvSpPr/>
            <p:nvPr/>
          </p:nvSpPr>
          <p:spPr>
            <a:xfrm>
              <a:off x="7264614" y="3587973"/>
              <a:ext cx="119381" cy="146216"/>
            </a:xfrm>
            <a:custGeom>
              <a:avLst/>
              <a:gdLst/>
              <a:ahLst/>
              <a:cxnLst/>
              <a:rect l="l" t="t" r="r" b="b"/>
              <a:pathLst>
                <a:path w="4026" h="4931" extrusionOk="0">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0" name="Google Shape;9900;p89"/>
            <p:cNvSpPr/>
            <p:nvPr/>
          </p:nvSpPr>
          <p:spPr>
            <a:xfrm>
              <a:off x="7045004" y="3599270"/>
              <a:ext cx="103843" cy="134919"/>
            </a:xfrm>
            <a:custGeom>
              <a:avLst/>
              <a:gdLst/>
              <a:ahLst/>
              <a:cxnLst/>
              <a:rect l="l" t="t" r="r" b="b"/>
              <a:pathLst>
                <a:path w="3502" h="4550" extrusionOk="0">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1" name="Google Shape;9901;p89"/>
            <p:cNvSpPr/>
            <p:nvPr/>
          </p:nvSpPr>
          <p:spPr>
            <a:xfrm>
              <a:off x="7148108" y="3819592"/>
              <a:ext cx="151139" cy="86911"/>
            </a:xfrm>
            <a:custGeom>
              <a:avLst/>
              <a:gdLst/>
              <a:ahLst/>
              <a:cxnLst/>
              <a:rect l="l" t="t" r="r" b="b"/>
              <a:pathLst>
                <a:path w="5097" h="2931" extrusionOk="0">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2" name="Google Shape;9902;p89"/>
            <p:cNvSpPr/>
            <p:nvPr/>
          </p:nvSpPr>
          <p:spPr>
            <a:xfrm>
              <a:off x="7047821" y="3736267"/>
              <a:ext cx="118669" cy="146216"/>
            </a:xfrm>
            <a:custGeom>
              <a:avLst/>
              <a:gdLst/>
              <a:ahLst/>
              <a:cxnLst/>
              <a:rect l="l" t="t" r="r" b="b"/>
              <a:pathLst>
                <a:path w="4002" h="4931" extrusionOk="0">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3" name="Google Shape;9903;p89"/>
            <p:cNvSpPr/>
            <p:nvPr/>
          </p:nvSpPr>
          <p:spPr>
            <a:xfrm>
              <a:off x="7282288" y="3736267"/>
              <a:ext cx="104525" cy="134919"/>
            </a:xfrm>
            <a:custGeom>
              <a:avLst/>
              <a:gdLst/>
              <a:ahLst/>
              <a:cxnLst/>
              <a:rect l="l" t="t" r="r" b="b"/>
              <a:pathLst>
                <a:path w="3525" h="4550" extrusionOk="0">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904" name="Google Shape;9904;p89"/>
          <p:cNvSpPr/>
          <p:nvPr/>
        </p:nvSpPr>
        <p:spPr>
          <a:xfrm>
            <a:off x="9310284" y="4532223"/>
            <a:ext cx="457637" cy="459535"/>
          </a:xfrm>
          <a:custGeom>
            <a:avLst/>
            <a:gdLst/>
            <a:ahLst/>
            <a:cxnLst/>
            <a:rect l="l" t="t" r="r" b="b"/>
            <a:pathLst>
              <a:path w="11575" h="11623" extrusionOk="0">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905" name="Google Shape;9905;p89"/>
          <p:cNvGrpSpPr/>
          <p:nvPr/>
        </p:nvGrpSpPr>
        <p:grpSpPr>
          <a:xfrm>
            <a:off x="8331426" y="4584336"/>
            <a:ext cx="454833" cy="454797"/>
            <a:chOff x="5881923" y="3585867"/>
            <a:chExt cx="341125" cy="341098"/>
          </a:xfrm>
          <a:solidFill>
            <a:schemeClr val="bg1"/>
          </a:solidFill>
        </p:grpSpPr>
        <p:sp>
          <p:nvSpPr>
            <p:cNvPr id="9906" name="Google Shape;9906;p89"/>
            <p:cNvSpPr/>
            <p:nvPr/>
          </p:nvSpPr>
          <p:spPr>
            <a:xfrm>
              <a:off x="5881923" y="3585867"/>
              <a:ext cx="89728" cy="55806"/>
            </a:xfrm>
            <a:custGeom>
              <a:avLst/>
              <a:gdLst/>
              <a:ahLst/>
              <a:cxnLst/>
              <a:rect l="l" t="t" r="r" b="b"/>
              <a:pathLst>
                <a:path w="3026" h="1882" extrusionOk="0">
                  <a:moveTo>
                    <a:pt x="1" y="0"/>
                  </a:moveTo>
                  <a:lnTo>
                    <a:pt x="1" y="1882"/>
                  </a:lnTo>
                  <a:lnTo>
                    <a:pt x="3025" y="1882"/>
                  </a:ln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7" name="Google Shape;9907;p89"/>
            <p:cNvSpPr/>
            <p:nvPr/>
          </p:nvSpPr>
          <p:spPr>
            <a:xfrm>
              <a:off x="5992084" y="3602799"/>
              <a:ext cx="29000" cy="79143"/>
            </a:xfrm>
            <a:custGeom>
              <a:avLst/>
              <a:gdLst/>
              <a:ahLst/>
              <a:cxnLst/>
              <a:rect l="l" t="t" r="r" b="b"/>
              <a:pathLst>
                <a:path w="978" h="2669" extrusionOk="0">
                  <a:moveTo>
                    <a:pt x="1" y="1"/>
                  </a:moveTo>
                  <a:lnTo>
                    <a:pt x="1" y="1525"/>
                  </a:lnTo>
                  <a:lnTo>
                    <a:pt x="977" y="2668"/>
                  </a:lnTo>
                  <a:lnTo>
                    <a:pt x="977" y="1168"/>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8" name="Google Shape;9908;p89"/>
            <p:cNvSpPr/>
            <p:nvPr/>
          </p:nvSpPr>
          <p:spPr>
            <a:xfrm>
              <a:off x="6040834" y="3643068"/>
              <a:ext cx="182215" cy="55806"/>
            </a:xfrm>
            <a:custGeom>
              <a:avLst/>
              <a:gdLst/>
              <a:ahLst/>
              <a:cxnLst/>
              <a:rect l="l" t="t" r="r" b="b"/>
              <a:pathLst>
                <a:path w="6145" h="1882" extrusionOk="0">
                  <a:moveTo>
                    <a:pt x="0" y="0"/>
                  </a:moveTo>
                  <a:lnTo>
                    <a:pt x="0" y="1882"/>
                  </a:lnTo>
                  <a:lnTo>
                    <a:pt x="5406" y="1882"/>
                  </a:lnTo>
                  <a:lnTo>
                    <a:pt x="6144" y="929"/>
                  </a:lnTo>
                  <a:lnTo>
                    <a:pt x="5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09" name="Google Shape;9909;p89"/>
            <p:cNvSpPr/>
            <p:nvPr/>
          </p:nvSpPr>
          <p:spPr>
            <a:xfrm>
              <a:off x="5992084" y="3679778"/>
              <a:ext cx="29000" cy="79113"/>
            </a:xfrm>
            <a:custGeom>
              <a:avLst/>
              <a:gdLst/>
              <a:ahLst/>
              <a:cxnLst/>
              <a:rect l="l" t="t" r="r" b="b"/>
              <a:pathLst>
                <a:path w="978" h="2668" extrusionOk="0">
                  <a:moveTo>
                    <a:pt x="1" y="1"/>
                  </a:moveTo>
                  <a:lnTo>
                    <a:pt x="1" y="1501"/>
                  </a:lnTo>
                  <a:lnTo>
                    <a:pt x="977" y="2668"/>
                  </a:lnTo>
                  <a:lnTo>
                    <a:pt x="977" y="1144"/>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0" name="Google Shape;9910;p89"/>
            <p:cNvSpPr/>
            <p:nvPr/>
          </p:nvSpPr>
          <p:spPr>
            <a:xfrm>
              <a:off x="5881923" y="3737691"/>
              <a:ext cx="89728" cy="55806"/>
            </a:xfrm>
            <a:custGeom>
              <a:avLst/>
              <a:gdLst/>
              <a:ahLst/>
              <a:cxnLst/>
              <a:rect l="l" t="t" r="r" b="b"/>
              <a:pathLst>
                <a:path w="3026" h="1882" extrusionOk="0">
                  <a:moveTo>
                    <a:pt x="1" y="0"/>
                  </a:moveTo>
                  <a:lnTo>
                    <a:pt x="1" y="1882"/>
                  </a:lnTo>
                  <a:lnTo>
                    <a:pt x="3025" y="1882"/>
                  </a:ln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1" name="Google Shape;9911;p89"/>
            <p:cNvSpPr/>
            <p:nvPr/>
          </p:nvSpPr>
          <p:spPr>
            <a:xfrm>
              <a:off x="5992084" y="3755334"/>
              <a:ext cx="29000" cy="79825"/>
            </a:xfrm>
            <a:custGeom>
              <a:avLst/>
              <a:gdLst/>
              <a:ahLst/>
              <a:cxnLst/>
              <a:rect l="l" t="t" r="r" b="b"/>
              <a:pathLst>
                <a:path w="978" h="2692" extrusionOk="0">
                  <a:moveTo>
                    <a:pt x="1" y="1"/>
                  </a:moveTo>
                  <a:lnTo>
                    <a:pt x="1" y="1525"/>
                  </a:lnTo>
                  <a:lnTo>
                    <a:pt x="977" y="2692"/>
                  </a:lnTo>
                  <a:lnTo>
                    <a:pt x="977" y="1168"/>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2" name="Google Shape;9912;p89"/>
            <p:cNvSpPr/>
            <p:nvPr/>
          </p:nvSpPr>
          <p:spPr>
            <a:xfrm>
              <a:off x="5992084" y="3831602"/>
              <a:ext cx="29000" cy="79113"/>
            </a:xfrm>
            <a:custGeom>
              <a:avLst/>
              <a:gdLst/>
              <a:ahLst/>
              <a:cxnLst/>
              <a:rect l="l" t="t" r="r" b="b"/>
              <a:pathLst>
                <a:path w="978" h="2668" extrusionOk="0">
                  <a:moveTo>
                    <a:pt x="1" y="1"/>
                  </a:moveTo>
                  <a:lnTo>
                    <a:pt x="1" y="1501"/>
                  </a:lnTo>
                  <a:lnTo>
                    <a:pt x="977" y="2668"/>
                  </a:lnTo>
                  <a:lnTo>
                    <a:pt x="977" y="1144"/>
                  </a:lnTo>
                  <a:lnTo>
                    <a:pt x="1"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3" name="Google Shape;9913;p89"/>
            <p:cNvSpPr/>
            <p:nvPr/>
          </p:nvSpPr>
          <p:spPr>
            <a:xfrm>
              <a:off x="5881923" y="3662135"/>
              <a:ext cx="89728" cy="55094"/>
            </a:xfrm>
            <a:custGeom>
              <a:avLst/>
              <a:gdLst/>
              <a:ahLst/>
              <a:cxnLst/>
              <a:rect l="l" t="t" r="r" b="b"/>
              <a:pathLst>
                <a:path w="3026" h="1858" extrusionOk="0">
                  <a:moveTo>
                    <a:pt x="1" y="0"/>
                  </a:moveTo>
                  <a:lnTo>
                    <a:pt x="1" y="1858"/>
                  </a:lnTo>
                  <a:lnTo>
                    <a:pt x="3025" y="1858"/>
                  </a:ln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4" name="Google Shape;9914;p89"/>
            <p:cNvSpPr/>
            <p:nvPr/>
          </p:nvSpPr>
          <p:spPr>
            <a:xfrm>
              <a:off x="6040834" y="3794180"/>
              <a:ext cx="182215" cy="56518"/>
            </a:xfrm>
            <a:custGeom>
              <a:avLst/>
              <a:gdLst/>
              <a:ahLst/>
              <a:cxnLst/>
              <a:rect l="l" t="t" r="r" b="b"/>
              <a:pathLst>
                <a:path w="6145" h="1906" extrusionOk="0">
                  <a:moveTo>
                    <a:pt x="5406" y="1"/>
                  </a:moveTo>
                  <a:lnTo>
                    <a:pt x="0" y="24"/>
                  </a:lnTo>
                  <a:lnTo>
                    <a:pt x="0" y="1906"/>
                  </a:lnTo>
                  <a:lnTo>
                    <a:pt x="5406" y="1906"/>
                  </a:lnTo>
                  <a:lnTo>
                    <a:pt x="6144" y="953"/>
                  </a:lnTo>
                  <a:lnTo>
                    <a:pt x="54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5" name="Google Shape;9915;p89"/>
            <p:cNvSpPr/>
            <p:nvPr/>
          </p:nvSpPr>
          <p:spPr>
            <a:xfrm>
              <a:off x="6040834" y="3717912"/>
              <a:ext cx="182215" cy="56518"/>
            </a:xfrm>
            <a:custGeom>
              <a:avLst/>
              <a:gdLst/>
              <a:ahLst/>
              <a:cxnLst/>
              <a:rect l="l" t="t" r="r" b="b"/>
              <a:pathLst>
                <a:path w="6145" h="1906" extrusionOk="0">
                  <a:moveTo>
                    <a:pt x="5406" y="1"/>
                  </a:moveTo>
                  <a:lnTo>
                    <a:pt x="0" y="48"/>
                  </a:lnTo>
                  <a:lnTo>
                    <a:pt x="0" y="1906"/>
                  </a:lnTo>
                  <a:lnTo>
                    <a:pt x="5406" y="1906"/>
                  </a:lnTo>
                  <a:lnTo>
                    <a:pt x="6144" y="953"/>
                  </a:lnTo>
                  <a:lnTo>
                    <a:pt x="54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6" name="Google Shape;9916;p89"/>
            <p:cNvSpPr/>
            <p:nvPr/>
          </p:nvSpPr>
          <p:spPr>
            <a:xfrm>
              <a:off x="6040834" y="3871159"/>
              <a:ext cx="182215" cy="55806"/>
            </a:xfrm>
            <a:custGeom>
              <a:avLst/>
              <a:gdLst/>
              <a:ahLst/>
              <a:cxnLst/>
              <a:rect l="l" t="t" r="r" b="b"/>
              <a:pathLst>
                <a:path w="6145" h="1882" extrusionOk="0">
                  <a:moveTo>
                    <a:pt x="0" y="0"/>
                  </a:moveTo>
                  <a:lnTo>
                    <a:pt x="0" y="1882"/>
                  </a:lnTo>
                  <a:lnTo>
                    <a:pt x="5406" y="1882"/>
                  </a:lnTo>
                  <a:lnTo>
                    <a:pt x="6144" y="905"/>
                  </a:lnTo>
                  <a:lnTo>
                    <a:pt x="5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17" name="Google Shape;9917;p89"/>
            <p:cNvSpPr/>
            <p:nvPr/>
          </p:nvSpPr>
          <p:spPr>
            <a:xfrm>
              <a:off x="5881923" y="3813958"/>
              <a:ext cx="89728" cy="55094"/>
            </a:xfrm>
            <a:custGeom>
              <a:avLst/>
              <a:gdLst/>
              <a:ahLst/>
              <a:cxnLst/>
              <a:rect l="l" t="t" r="r" b="b"/>
              <a:pathLst>
                <a:path w="3026" h="1858" extrusionOk="0">
                  <a:moveTo>
                    <a:pt x="1" y="0"/>
                  </a:moveTo>
                  <a:lnTo>
                    <a:pt x="1" y="1858"/>
                  </a:lnTo>
                  <a:lnTo>
                    <a:pt x="3025" y="1858"/>
                  </a:lnTo>
                  <a:lnTo>
                    <a:pt x="302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918" name="Google Shape;9918;p89"/>
          <p:cNvSpPr/>
          <p:nvPr/>
        </p:nvSpPr>
        <p:spPr>
          <a:xfrm>
            <a:off x="7396946" y="4548778"/>
            <a:ext cx="377615" cy="459495"/>
          </a:xfrm>
          <a:custGeom>
            <a:avLst/>
            <a:gdLst/>
            <a:ahLst/>
            <a:cxnLst/>
            <a:rect l="l" t="t" r="r" b="b"/>
            <a:pathLst>
              <a:path w="9551" h="11622" extrusionOk="0">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919" name="Google Shape;9919;p89"/>
          <p:cNvGrpSpPr/>
          <p:nvPr/>
        </p:nvGrpSpPr>
        <p:grpSpPr>
          <a:xfrm>
            <a:off x="6375520" y="4604328"/>
            <a:ext cx="454829" cy="376629"/>
            <a:chOff x="4705440" y="3605646"/>
            <a:chExt cx="341122" cy="282472"/>
          </a:xfrm>
          <a:solidFill>
            <a:schemeClr val="bg1"/>
          </a:solidFill>
        </p:grpSpPr>
        <p:sp>
          <p:nvSpPr>
            <p:cNvPr id="9920" name="Google Shape;9920;p89"/>
            <p:cNvSpPr/>
            <p:nvPr/>
          </p:nvSpPr>
          <p:spPr>
            <a:xfrm>
              <a:off x="4705440" y="3712278"/>
              <a:ext cx="341122" cy="175839"/>
            </a:xfrm>
            <a:custGeom>
              <a:avLst/>
              <a:gdLst/>
              <a:ahLst/>
              <a:cxnLst/>
              <a:rect l="l" t="t" r="r" b="b"/>
              <a:pathLst>
                <a:path w="11504" h="5930" extrusionOk="0">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21" name="Google Shape;9921;p89"/>
            <p:cNvSpPr/>
            <p:nvPr/>
          </p:nvSpPr>
          <p:spPr>
            <a:xfrm>
              <a:off x="4749949" y="3698845"/>
              <a:ext cx="63575" cy="56518"/>
            </a:xfrm>
            <a:custGeom>
              <a:avLst/>
              <a:gdLst/>
              <a:ahLst/>
              <a:cxnLst/>
              <a:rect l="l" t="t" r="r" b="b"/>
              <a:pathLst>
                <a:path w="2144" h="1906" extrusionOk="0">
                  <a:moveTo>
                    <a:pt x="1072" y="1"/>
                  </a:moveTo>
                  <a:lnTo>
                    <a:pt x="0" y="977"/>
                  </a:lnTo>
                  <a:lnTo>
                    <a:pt x="0" y="1906"/>
                  </a:lnTo>
                  <a:lnTo>
                    <a:pt x="1072" y="929"/>
                  </a:lnTo>
                  <a:lnTo>
                    <a:pt x="2144" y="1906"/>
                  </a:lnTo>
                  <a:lnTo>
                    <a:pt x="2144" y="977"/>
                  </a:lnTo>
                  <a:lnTo>
                    <a:pt x="1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22" name="Google Shape;9922;p89"/>
            <p:cNvSpPr/>
            <p:nvPr/>
          </p:nvSpPr>
          <p:spPr>
            <a:xfrm>
              <a:off x="4749949" y="3645885"/>
              <a:ext cx="63575" cy="56518"/>
            </a:xfrm>
            <a:custGeom>
              <a:avLst/>
              <a:gdLst/>
              <a:ahLst/>
              <a:cxnLst/>
              <a:rect l="l" t="t" r="r" b="b"/>
              <a:pathLst>
                <a:path w="2144" h="1906" extrusionOk="0">
                  <a:moveTo>
                    <a:pt x="1072" y="1"/>
                  </a:moveTo>
                  <a:lnTo>
                    <a:pt x="0" y="977"/>
                  </a:lnTo>
                  <a:lnTo>
                    <a:pt x="0" y="1906"/>
                  </a:lnTo>
                  <a:lnTo>
                    <a:pt x="1072" y="929"/>
                  </a:lnTo>
                  <a:lnTo>
                    <a:pt x="2144" y="1906"/>
                  </a:lnTo>
                  <a:lnTo>
                    <a:pt x="2144" y="977"/>
                  </a:lnTo>
                  <a:lnTo>
                    <a:pt x="1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23" name="Google Shape;9923;p89"/>
            <p:cNvSpPr/>
            <p:nvPr/>
          </p:nvSpPr>
          <p:spPr>
            <a:xfrm>
              <a:off x="4845283" y="3678385"/>
              <a:ext cx="63575" cy="56518"/>
            </a:xfrm>
            <a:custGeom>
              <a:avLst/>
              <a:gdLst/>
              <a:ahLst/>
              <a:cxnLst/>
              <a:rect l="l" t="t" r="r" b="b"/>
              <a:pathLst>
                <a:path w="2144" h="1906" extrusionOk="0">
                  <a:moveTo>
                    <a:pt x="1072" y="0"/>
                  </a:moveTo>
                  <a:lnTo>
                    <a:pt x="0" y="1000"/>
                  </a:lnTo>
                  <a:lnTo>
                    <a:pt x="0" y="1905"/>
                  </a:lnTo>
                  <a:lnTo>
                    <a:pt x="1072" y="929"/>
                  </a:lnTo>
                  <a:lnTo>
                    <a:pt x="2144" y="1905"/>
                  </a:lnTo>
                  <a:lnTo>
                    <a:pt x="2144" y="1000"/>
                  </a:lnTo>
                  <a:lnTo>
                    <a:pt x="10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24" name="Google Shape;9924;p89"/>
            <p:cNvSpPr/>
            <p:nvPr/>
          </p:nvSpPr>
          <p:spPr>
            <a:xfrm>
              <a:off x="4845283" y="3625395"/>
              <a:ext cx="63575" cy="56547"/>
            </a:xfrm>
            <a:custGeom>
              <a:avLst/>
              <a:gdLst/>
              <a:ahLst/>
              <a:cxnLst/>
              <a:rect l="l" t="t" r="r" b="b"/>
              <a:pathLst>
                <a:path w="2144" h="1907" extrusionOk="0">
                  <a:moveTo>
                    <a:pt x="1072" y="1"/>
                  </a:moveTo>
                  <a:lnTo>
                    <a:pt x="0" y="1001"/>
                  </a:lnTo>
                  <a:lnTo>
                    <a:pt x="0" y="1906"/>
                  </a:lnTo>
                  <a:lnTo>
                    <a:pt x="1072" y="930"/>
                  </a:lnTo>
                  <a:lnTo>
                    <a:pt x="2144" y="1906"/>
                  </a:lnTo>
                  <a:lnTo>
                    <a:pt x="2144" y="1001"/>
                  </a:lnTo>
                  <a:lnTo>
                    <a:pt x="1072"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25" name="Google Shape;9925;p89"/>
            <p:cNvSpPr/>
            <p:nvPr/>
          </p:nvSpPr>
          <p:spPr>
            <a:xfrm>
              <a:off x="4939906" y="3659318"/>
              <a:ext cx="63575" cy="56518"/>
            </a:xfrm>
            <a:custGeom>
              <a:avLst/>
              <a:gdLst/>
              <a:ahLst/>
              <a:cxnLst/>
              <a:rect l="l" t="t" r="r" b="b"/>
              <a:pathLst>
                <a:path w="2144" h="1906" extrusionOk="0">
                  <a:moveTo>
                    <a:pt x="1072" y="0"/>
                  </a:moveTo>
                  <a:lnTo>
                    <a:pt x="0" y="976"/>
                  </a:lnTo>
                  <a:lnTo>
                    <a:pt x="0" y="1905"/>
                  </a:lnTo>
                  <a:lnTo>
                    <a:pt x="1072" y="929"/>
                  </a:lnTo>
                  <a:lnTo>
                    <a:pt x="2144" y="1905"/>
                  </a:lnTo>
                  <a:lnTo>
                    <a:pt x="2144" y="976"/>
                  </a:lnTo>
                  <a:lnTo>
                    <a:pt x="10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26" name="Google Shape;9926;p89"/>
            <p:cNvSpPr/>
            <p:nvPr/>
          </p:nvSpPr>
          <p:spPr>
            <a:xfrm>
              <a:off x="4939906" y="3605646"/>
              <a:ext cx="63575" cy="56518"/>
            </a:xfrm>
            <a:custGeom>
              <a:avLst/>
              <a:gdLst/>
              <a:ahLst/>
              <a:cxnLst/>
              <a:rect l="l" t="t" r="r" b="b"/>
              <a:pathLst>
                <a:path w="2144" h="1906" extrusionOk="0">
                  <a:moveTo>
                    <a:pt x="1072" y="0"/>
                  </a:moveTo>
                  <a:lnTo>
                    <a:pt x="0" y="977"/>
                  </a:lnTo>
                  <a:lnTo>
                    <a:pt x="0" y="1905"/>
                  </a:lnTo>
                  <a:lnTo>
                    <a:pt x="1072" y="905"/>
                  </a:lnTo>
                  <a:lnTo>
                    <a:pt x="2144" y="1905"/>
                  </a:lnTo>
                  <a:lnTo>
                    <a:pt x="2144" y="977"/>
                  </a:lnTo>
                  <a:lnTo>
                    <a:pt x="1072"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927" name="Google Shape;9927;p89"/>
          <p:cNvSpPr/>
          <p:nvPr/>
        </p:nvSpPr>
        <p:spPr>
          <a:xfrm>
            <a:off x="5389915" y="4582583"/>
            <a:ext cx="456688" cy="388013"/>
          </a:xfrm>
          <a:custGeom>
            <a:avLst/>
            <a:gdLst/>
            <a:ahLst/>
            <a:cxnLst/>
            <a:rect l="l" t="t" r="r" b="b"/>
            <a:pathLst>
              <a:path w="11551" h="9814" extrusionOk="0">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928" name="Google Shape;9928;p89"/>
          <p:cNvGrpSpPr/>
          <p:nvPr/>
        </p:nvGrpSpPr>
        <p:grpSpPr>
          <a:xfrm>
            <a:off x="4462627" y="4537375"/>
            <a:ext cx="258965" cy="453848"/>
            <a:chOff x="3575570" y="3574570"/>
            <a:chExt cx="194224" cy="340386"/>
          </a:xfrm>
          <a:solidFill>
            <a:schemeClr val="bg1"/>
          </a:solidFill>
        </p:grpSpPr>
        <p:sp>
          <p:nvSpPr>
            <p:cNvPr id="9929" name="Google Shape;9929;p89"/>
            <p:cNvSpPr/>
            <p:nvPr/>
          </p:nvSpPr>
          <p:spPr>
            <a:xfrm>
              <a:off x="3575570" y="3677673"/>
              <a:ext cx="194224" cy="80536"/>
            </a:xfrm>
            <a:custGeom>
              <a:avLst/>
              <a:gdLst/>
              <a:ahLst/>
              <a:cxnLst/>
              <a:rect l="l" t="t" r="r" b="b"/>
              <a:pathLst>
                <a:path w="6550" h="2716" extrusionOk="0">
                  <a:moveTo>
                    <a:pt x="1739" y="0"/>
                  </a:moveTo>
                  <a:lnTo>
                    <a:pt x="1" y="929"/>
                  </a:lnTo>
                  <a:lnTo>
                    <a:pt x="3287" y="2715"/>
                  </a:lnTo>
                  <a:lnTo>
                    <a:pt x="6550" y="929"/>
                  </a:lnTo>
                  <a:lnTo>
                    <a:pt x="4835" y="0"/>
                  </a:lnTo>
                  <a:lnTo>
                    <a:pt x="3287" y="858"/>
                  </a:lnTo>
                  <a:lnTo>
                    <a:pt x="1739"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0" name="Google Shape;9930;p89"/>
            <p:cNvSpPr/>
            <p:nvPr/>
          </p:nvSpPr>
          <p:spPr>
            <a:xfrm>
              <a:off x="3575570" y="3574570"/>
              <a:ext cx="194224" cy="105948"/>
            </a:xfrm>
            <a:custGeom>
              <a:avLst/>
              <a:gdLst/>
              <a:ahLst/>
              <a:cxnLst/>
              <a:rect l="l" t="t" r="r" b="b"/>
              <a:pathLst>
                <a:path w="6550" h="3573" extrusionOk="0">
                  <a:moveTo>
                    <a:pt x="3287" y="0"/>
                  </a:moveTo>
                  <a:lnTo>
                    <a:pt x="1" y="1786"/>
                  </a:lnTo>
                  <a:lnTo>
                    <a:pt x="3287" y="3572"/>
                  </a:lnTo>
                  <a:lnTo>
                    <a:pt x="6550" y="1786"/>
                  </a:lnTo>
                  <a:lnTo>
                    <a:pt x="3287"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1" name="Google Shape;9931;p89"/>
            <p:cNvSpPr/>
            <p:nvPr/>
          </p:nvSpPr>
          <p:spPr>
            <a:xfrm>
              <a:off x="3575570" y="3835131"/>
              <a:ext cx="194224" cy="79825"/>
            </a:xfrm>
            <a:custGeom>
              <a:avLst/>
              <a:gdLst/>
              <a:ahLst/>
              <a:cxnLst/>
              <a:rect l="l" t="t" r="r" b="b"/>
              <a:pathLst>
                <a:path w="6550" h="2692" extrusionOk="0">
                  <a:moveTo>
                    <a:pt x="1739" y="1"/>
                  </a:moveTo>
                  <a:lnTo>
                    <a:pt x="1" y="906"/>
                  </a:lnTo>
                  <a:lnTo>
                    <a:pt x="3287" y="2692"/>
                  </a:lnTo>
                  <a:lnTo>
                    <a:pt x="6550" y="906"/>
                  </a:lnTo>
                  <a:lnTo>
                    <a:pt x="4835" y="1"/>
                  </a:lnTo>
                  <a:lnTo>
                    <a:pt x="3287" y="858"/>
                  </a:lnTo>
                  <a:lnTo>
                    <a:pt x="17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2" name="Google Shape;9932;p89"/>
            <p:cNvSpPr/>
            <p:nvPr/>
          </p:nvSpPr>
          <p:spPr>
            <a:xfrm>
              <a:off x="3575570" y="3756046"/>
              <a:ext cx="194224" cy="80536"/>
            </a:xfrm>
            <a:custGeom>
              <a:avLst/>
              <a:gdLst/>
              <a:ahLst/>
              <a:cxnLst/>
              <a:rect l="l" t="t" r="r" b="b"/>
              <a:pathLst>
                <a:path w="6550" h="2716" extrusionOk="0">
                  <a:moveTo>
                    <a:pt x="1739" y="1"/>
                  </a:moveTo>
                  <a:lnTo>
                    <a:pt x="1" y="929"/>
                  </a:lnTo>
                  <a:lnTo>
                    <a:pt x="3287" y="2715"/>
                  </a:lnTo>
                  <a:lnTo>
                    <a:pt x="6550" y="929"/>
                  </a:lnTo>
                  <a:lnTo>
                    <a:pt x="4835" y="1"/>
                  </a:lnTo>
                  <a:lnTo>
                    <a:pt x="3287" y="882"/>
                  </a:lnTo>
                  <a:lnTo>
                    <a:pt x="173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933" name="Google Shape;9933;p89"/>
          <p:cNvGrpSpPr/>
          <p:nvPr/>
        </p:nvGrpSpPr>
        <p:grpSpPr>
          <a:xfrm>
            <a:off x="3438897" y="4564751"/>
            <a:ext cx="454836" cy="455784"/>
            <a:chOff x="2950603" y="3575963"/>
            <a:chExt cx="341127" cy="341838"/>
          </a:xfrm>
          <a:solidFill>
            <a:schemeClr val="bg1"/>
          </a:solidFill>
        </p:grpSpPr>
        <p:sp>
          <p:nvSpPr>
            <p:cNvPr id="9934" name="Google Shape;9934;p89"/>
            <p:cNvSpPr/>
            <p:nvPr/>
          </p:nvSpPr>
          <p:spPr>
            <a:xfrm>
              <a:off x="2976757" y="3719988"/>
              <a:ext cx="44508" cy="84094"/>
            </a:xfrm>
            <a:custGeom>
              <a:avLst/>
              <a:gdLst/>
              <a:ahLst/>
              <a:cxnLst/>
              <a:rect l="l" t="t" r="r" b="b"/>
              <a:pathLst>
                <a:path w="1501" h="2836" extrusionOk="0">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5" name="Google Shape;9935;p89"/>
            <p:cNvSpPr/>
            <p:nvPr/>
          </p:nvSpPr>
          <p:spPr>
            <a:xfrm>
              <a:off x="2976045" y="3575963"/>
              <a:ext cx="45220" cy="129967"/>
            </a:xfrm>
            <a:custGeom>
              <a:avLst/>
              <a:gdLst/>
              <a:ahLst/>
              <a:cxnLst/>
              <a:rect l="l" t="t" r="r" b="b"/>
              <a:pathLst>
                <a:path w="1525" h="4383" extrusionOk="0">
                  <a:moveTo>
                    <a:pt x="0" y="1"/>
                  </a:moveTo>
                  <a:lnTo>
                    <a:pt x="0" y="4383"/>
                  </a:lnTo>
                  <a:cubicBezTo>
                    <a:pt x="215" y="4240"/>
                    <a:pt x="500" y="4168"/>
                    <a:pt x="762" y="4168"/>
                  </a:cubicBezTo>
                  <a:cubicBezTo>
                    <a:pt x="1048" y="4168"/>
                    <a:pt x="1334" y="4264"/>
                    <a:pt x="1524" y="4383"/>
                  </a:cubicBezTo>
                  <a:lnTo>
                    <a:pt x="15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6" name="Google Shape;9936;p89"/>
            <p:cNvSpPr/>
            <p:nvPr/>
          </p:nvSpPr>
          <p:spPr>
            <a:xfrm>
              <a:off x="2950603" y="3820304"/>
              <a:ext cx="97497" cy="97497"/>
            </a:xfrm>
            <a:custGeom>
              <a:avLst/>
              <a:gdLst/>
              <a:ahLst/>
              <a:cxnLst/>
              <a:rect l="l" t="t" r="r" b="b"/>
              <a:pathLst>
                <a:path w="3288" h="3288"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7" name="Google Shape;9937;p89"/>
            <p:cNvSpPr/>
            <p:nvPr/>
          </p:nvSpPr>
          <p:spPr>
            <a:xfrm>
              <a:off x="3072774" y="3820304"/>
              <a:ext cx="96786" cy="97497"/>
            </a:xfrm>
            <a:custGeom>
              <a:avLst/>
              <a:gdLst/>
              <a:ahLst/>
              <a:cxnLst/>
              <a:rect l="l" t="t" r="r" b="b"/>
              <a:pathLst>
                <a:path w="3264" h="3288" extrusionOk="0">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8" name="Google Shape;9938;p89"/>
            <p:cNvSpPr/>
            <p:nvPr/>
          </p:nvSpPr>
          <p:spPr>
            <a:xfrm>
              <a:off x="3098928" y="3575963"/>
              <a:ext cx="45220" cy="41009"/>
            </a:xfrm>
            <a:custGeom>
              <a:avLst/>
              <a:gdLst/>
              <a:ahLst/>
              <a:cxnLst/>
              <a:rect l="l" t="t" r="r" b="b"/>
              <a:pathLst>
                <a:path w="1525" h="1383" extrusionOk="0">
                  <a:moveTo>
                    <a:pt x="0" y="1"/>
                  </a:moveTo>
                  <a:lnTo>
                    <a:pt x="0" y="1382"/>
                  </a:lnTo>
                  <a:cubicBezTo>
                    <a:pt x="214" y="1239"/>
                    <a:pt x="476" y="1168"/>
                    <a:pt x="762" y="1168"/>
                  </a:cubicBezTo>
                  <a:cubicBezTo>
                    <a:pt x="1048" y="1168"/>
                    <a:pt x="1286" y="1263"/>
                    <a:pt x="1524" y="1382"/>
                  </a:cubicBezTo>
                  <a:lnTo>
                    <a:pt x="152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39" name="Google Shape;9939;p89"/>
            <p:cNvSpPr/>
            <p:nvPr/>
          </p:nvSpPr>
          <p:spPr>
            <a:xfrm>
              <a:off x="3098928" y="3631029"/>
              <a:ext cx="45220" cy="173052"/>
            </a:xfrm>
            <a:custGeom>
              <a:avLst/>
              <a:gdLst/>
              <a:ahLst/>
              <a:cxnLst/>
              <a:rect l="l" t="t" r="r" b="b"/>
              <a:pathLst>
                <a:path w="1525" h="5836" extrusionOk="0">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0" name="Google Shape;9940;p89"/>
            <p:cNvSpPr/>
            <p:nvPr/>
          </p:nvSpPr>
          <p:spPr>
            <a:xfrm>
              <a:off x="3194232" y="3820304"/>
              <a:ext cx="97497" cy="97497"/>
            </a:xfrm>
            <a:custGeom>
              <a:avLst/>
              <a:gdLst/>
              <a:ahLst/>
              <a:cxnLst/>
              <a:rect l="l" t="t" r="r" b="b"/>
              <a:pathLst>
                <a:path w="3288" h="3288"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1" name="Google Shape;9941;p89"/>
            <p:cNvSpPr/>
            <p:nvPr/>
          </p:nvSpPr>
          <p:spPr>
            <a:xfrm>
              <a:off x="3220386" y="3575963"/>
              <a:ext cx="44508" cy="86200"/>
            </a:xfrm>
            <a:custGeom>
              <a:avLst/>
              <a:gdLst/>
              <a:ahLst/>
              <a:cxnLst/>
              <a:rect l="l" t="t" r="r" b="b"/>
              <a:pathLst>
                <a:path w="1501" h="2907" extrusionOk="0">
                  <a:moveTo>
                    <a:pt x="0" y="1"/>
                  </a:moveTo>
                  <a:lnTo>
                    <a:pt x="0" y="2906"/>
                  </a:lnTo>
                  <a:cubicBezTo>
                    <a:pt x="191" y="2740"/>
                    <a:pt x="476" y="2692"/>
                    <a:pt x="738" y="2692"/>
                  </a:cubicBezTo>
                  <a:cubicBezTo>
                    <a:pt x="1000" y="2692"/>
                    <a:pt x="1310" y="2740"/>
                    <a:pt x="1500" y="2906"/>
                  </a:cubicBezTo>
                  <a:lnTo>
                    <a:pt x="150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2" name="Google Shape;9942;p89"/>
            <p:cNvSpPr/>
            <p:nvPr/>
          </p:nvSpPr>
          <p:spPr>
            <a:xfrm>
              <a:off x="3220386" y="3676131"/>
              <a:ext cx="44508" cy="127951"/>
            </a:xfrm>
            <a:custGeom>
              <a:avLst/>
              <a:gdLst/>
              <a:ahLst/>
              <a:cxnLst/>
              <a:rect l="l" t="t" r="r" b="b"/>
              <a:pathLst>
                <a:path w="1501" h="4315" extrusionOk="0">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943" name="Google Shape;9943;p89"/>
          <p:cNvSpPr/>
          <p:nvPr/>
        </p:nvSpPr>
        <p:spPr>
          <a:xfrm>
            <a:off x="2441762" y="4547383"/>
            <a:ext cx="454829" cy="455779"/>
          </a:xfrm>
          <a:custGeom>
            <a:avLst/>
            <a:gdLst/>
            <a:ahLst/>
            <a:cxnLst/>
            <a:rect l="l" t="t" r="r" b="b"/>
            <a:pathLst>
              <a:path w="11504" h="11528" extrusionOk="0">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944" name="Google Shape;9944;p89"/>
          <p:cNvGrpSpPr/>
          <p:nvPr/>
        </p:nvGrpSpPr>
        <p:grpSpPr>
          <a:xfrm>
            <a:off x="1456842" y="4675445"/>
            <a:ext cx="453887" cy="249559"/>
            <a:chOff x="1759293" y="3649414"/>
            <a:chExt cx="340415" cy="187169"/>
          </a:xfrm>
          <a:solidFill>
            <a:schemeClr val="bg1"/>
          </a:solidFill>
        </p:grpSpPr>
        <p:sp>
          <p:nvSpPr>
            <p:cNvPr id="9945" name="Google Shape;9945;p89"/>
            <p:cNvSpPr/>
            <p:nvPr/>
          </p:nvSpPr>
          <p:spPr>
            <a:xfrm>
              <a:off x="2002922" y="3649414"/>
              <a:ext cx="96786" cy="105237"/>
            </a:xfrm>
            <a:custGeom>
              <a:avLst/>
              <a:gdLst/>
              <a:ahLst/>
              <a:cxnLst/>
              <a:rect l="l" t="t" r="r" b="b"/>
              <a:pathLst>
                <a:path w="3264" h="3549" extrusionOk="0">
                  <a:moveTo>
                    <a:pt x="1" y="1"/>
                  </a:moveTo>
                  <a:lnTo>
                    <a:pt x="1" y="2811"/>
                  </a:lnTo>
                  <a:lnTo>
                    <a:pt x="930" y="2811"/>
                  </a:lnTo>
                  <a:lnTo>
                    <a:pt x="1668" y="3549"/>
                  </a:lnTo>
                  <a:lnTo>
                    <a:pt x="2406" y="2811"/>
                  </a:lnTo>
                  <a:lnTo>
                    <a:pt x="3264" y="2811"/>
                  </a:lnTo>
                  <a:lnTo>
                    <a:pt x="32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6" name="Google Shape;9946;p89"/>
            <p:cNvSpPr/>
            <p:nvPr/>
          </p:nvSpPr>
          <p:spPr>
            <a:xfrm>
              <a:off x="1880781" y="3649414"/>
              <a:ext cx="97468" cy="105237"/>
            </a:xfrm>
            <a:custGeom>
              <a:avLst/>
              <a:gdLst/>
              <a:ahLst/>
              <a:cxnLst/>
              <a:rect l="l" t="t" r="r" b="b"/>
              <a:pathLst>
                <a:path w="3287" h="3549" extrusionOk="0">
                  <a:moveTo>
                    <a:pt x="0" y="1"/>
                  </a:moveTo>
                  <a:lnTo>
                    <a:pt x="0" y="2811"/>
                  </a:lnTo>
                  <a:lnTo>
                    <a:pt x="929" y="2811"/>
                  </a:lnTo>
                  <a:lnTo>
                    <a:pt x="1667" y="3549"/>
                  </a:lnTo>
                  <a:lnTo>
                    <a:pt x="2429" y="2811"/>
                  </a:lnTo>
                  <a:lnTo>
                    <a:pt x="3286" y="2811"/>
                  </a:lnTo>
                  <a:lnTo>
                    <a:pt x="32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7" name="Google Shape;9947;p89"/>
            <p:cNvSpPr/>
            <p:nvPr/>
          </p:nvSpPr>
          <p:spPr>
            <a:xfrm>
              <a:off x="1759293" y="3649414"/>
              <a:ext cx="96786" cy="105237"/>
            </a:xfrm>
            <a:custGeom>
              <a:avLst/>
              <a:gdLst/>
              <a:ahLst/>
              <a:cxnLst/>
              <a:rect l="l" t="t" r="r" b="b"/>
              <a:pathLst>
                <a:path w="3264" h="3549" extrusionOk="0">
                  <a:moveTo>
                    <a:pt x="1" y="1"/>
                  </a:moveTo>
                  <a:lnTo>
                    <a:pt x="1" y="2811"/>
                  </a:lnTo>
                  <a:lnTo>
                    <a:pt x="930" y="2811"/>
                  </a:lnTo>
                  <a:lnTo>
                    <a:pt x="1668" y="3549"/>
                  </a:lnTo>
                  <a:lnTo>
                    <a:pt x="2406" y="2811"/>
                  </a:lnTo>
                  <a:lnTo>
                    <a:pt x="3264" y="2811"/>
                  </a:lnTo>
                  <a:lnTo>
                    <a:pt x="326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8" name="Google Shape;9948;p89"/>
            <p:cNvSpPr/>
            <p:nvPr/>
          </p:nvSpPr>
          <p:spPr>
            <a:xfrm>
              <a:off x="1879358" y="3773008"/>
              <a:ext cx="99603" cy="63575"/>
            </a:xfrm>
            <a:custGeom>
              <a:avLst/>
              <a:gdLst/>
              <a:ahLst/>
              <a:cxnLst/>
              <a:rect l="l" t="t" r="r" b="b"/>
              <a:pathLst>
                <a:path w="3359" h="2144" extrusionOk="0">
                  <a:moveTo>
                    <a:pt x="0" y="0"/>
                  </a:moveTo>
                  <a:lnTo>
                    <a:pt x="0" y="2143"/>
                  </a:lnTo>
                  <a:lnTo>
                    <a:pt x="3358" y="2143"/>
                  </a:lnTo>
                  <a:lnTo>
                    <a:pt x="3358"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49" name="Google Shape;9949;p89"/>
            <p:cNvSpPr/>
            <p:nvPr/>
          </p:nvSpPr>
          <p:spPr>
            <a:xfrm>
              <a:off x="1999393" y="3773008"/>
              <a:ext cx="100314" cy="63575"/>
            </a:xfrm>
            <a:custGeom>
              <a:avLst/>
              <a:gdLst/>
              <a:ahLst/>
              <a:cxnLst/>
              <a:rect l="l" t="t" r="r" b="b"/>
              <a:pathLst>
                <a:path w="3383" h="2144" extrusionOk="0">
                  <a:moveTo>
                    <a:pt x="1" y="0"/>
                  </a:moveTo>
                  <a:lnTo>
                    <a:pt x="1" y="2143"/>
                  </a:lnTo>
                  <a:lnTo>
                    <a:pt x="3383" y="2143"/>
                  </a:lnTo>
                  <a:lnTo>
                    <a:pt x="33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50" name="Google Shape;9950;p89"/>
            <p:cNvSpPr/>
            <p:nvPr/>
          </p:nvSpPr>
          <p:spPr>
            <a:xfrm>
              <a:off x="1759293" y="3773008"/>
              <a:ext cx="100314" cy="63575"/>
            </a:xfrm>
            <a:custGeom>
              <a:avLst/>
              <a:gdLst/>
              <a:ahLst/>
              <a:cxnLst/>
              <a:rect l="l" t="t" r="r" b="b"/>
              <a:pathLst>
                <a:path w="3383" h="2144" extrusionOk="0">
                  <a:moveTo>
                    <a:pt x="1" y="0"/>
                  </a:moveTo>
                  <a:lnTo>
                    <a:pt x="1" y="2143"/>
                  </a:lnTo>
                  <a:lnTo>
                    <a:pt x="3383" y="2143"/>
                  </a:lnTo>
                  <a:lnTo>
                    <a:pt x="338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951" name="Google Shape;9951;p89"/>
          <p:cNvGrpSpPr/>
          <p:nvPr/>
        </p:nvGrpSpPr>
        <p:grpSpPr>
          <a:xfrm>
            <a:off x="1455932" y="5353353"/>
            <a:ext cx="453845" cy="454833"/>
            <a:chOff x="1758611" y="4157845"/>
            <a:chExt cx="340384" cy="341125"/>
          </a:xfrm>
          <a:solidFill>
            <a:schemeClr val="bg1"/>
          </a:solidFill>
        </p:grpSpPr>
        <p:sp>
          <p:nvSpPr>
            <p:cNvPr id="9952" name="Google Shape;9952;p89"/>
            <p:cNvSpPr/>
            <p:nvPr/>
          </p:nvSpPr>
          <p:spPr>
            <a:xfrm>
              <a:off x="1759293" y="4157845"/>
              <a:ext cx="186455" cy="163178"/>
            </a:xfrm>
            <a:custGeom>
              <a:avLst/>
              <a:gdLst/>
              <a:ahLst/>
              <a:cxnLst/>
              <a:rect l="l" t="t" r="r" b="b"/>
              <a:pathLst>
                <a:path w="6288" h="5503" extrusionOk="0">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53" name="Google Shape;9953;p89"/>
            <p:cNvSpPr/>
            <p:nvPr/>
          </p:nvSpPr>
          <p:spPr>
            <a:xfrm>
              <a:off x="1913251" y="4340744"/>
              <a:ext cx="185032" cy="156802"/>
            </a:xfrm>
            <a:custGeom>
              <a:avLst/>
              <a:gdLst/>
              <a:ahLst/>
              <a:cxnLst/>
              <a:rect l="l" t="t" r="r" b="b"/>
              <a:pathLst>
                <a:path w="6240" h="5288" extrusionOk="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54" name="Google Shape;9954;p89"/>
            <p:cNvSpPr/>
            <p:nvPr/>
          </p:nvSpPr>
          <p:spPr>
            <a:xfrm>
              <a:off x="1758611" y="4313908"/>
              <a:ext cx="161013" cy="185061"/>
            </a:xfrm>
            <a:custGeom>
              <a:avLst/>
              <a:gdLst/>
              <a:ahLst/>
              <a:cxnLst/>
              <a:rect l="l" t="t" r="r" b="b"/>
              <a:pathLst>
                <a:path w="5430" h="6241" extrusionOk="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55" name="Google Shape;9955;p89"/>
            <p:cNvSpPr/>
            <p:nvPr/>
          </p:nvSpPr>
          <p:spPr>
            <a:xfrm>
              <a:off x="1939376" y="4157845"/>
              <a:ext cx="159619" cy="187878"/>
            </a:xfrm>
            <a:custGeom>
              <a:avLst/>
              <a:gdLst/>
              <a:ahLst/>
              <a:cxnLst/>
              <a:rect l="l" t="t" r="r" b="b"/>
              <a:pathLst>
                <a:path w="5383" h="6336" extrusionOk="0">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956" name="Google Shape;9956;p89"/>
          <p:cNvSpPr/>
          <p:nvPr/>
        </p:nvSpPr>
        <p:spPr>
          <a:xfrm>
            <a:off x="2487031" y="5297773"/>
            <a:ext cx="363381" cy="458112"/>
          </a:xfrm>
          <a:custGeom>
            <a:avLst/>
            <a:gdLst/>
            <a:ahLst/>
            <a:cxnLst/>
            <a:rect l="l" t="t" r="r" b="b"/>
            <a:pathLst>
              <a:path w="9191" h="11587" extrusionOk="0">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957" name="Google Shape;9957;p89"/>
          <p:cNvGrpSpPr/>
          <p:nvPr/>
        </p:nvGrpSpPr>
        <p:grpSpPr>
          <a:xfrm>
            <a:off x="3451153" y="5308608"/>
            <a:ext cx="430323" cy="398297"/>
            <a:chOff x="2959796" y="4133855"/>
            <a:chExt cx="322742" cy="298723"/>
          </a:xfrm>
          <a:solidFill>
            <a:schemeClr val="bg1"/>
          </a:solidFill>
        </p:grpSpPr>
        <p:sp>
          <p:nvSpPr>
            <p:cNvPr id="9958" name="Google Shape;9958;p89"/>
            <p:cNvSpPr/>
            <p:nvPr/>
          </p:nvSpPr>
          <p:spPr>
            <a:xfrm>
              <a:off x="2959796" y="4369004"/>
              <a:ext cx="63575" cy="63575"/>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59" name="Google Shape;9959;p89"/>
            <p:cNvSpPr/>
            <p:nvPr/>
          </p:nvSpPr>
          <p:spPr>
            <a:xfrm>
              <a:off x="2959796" y="4289919"/>
              <a:ext cx="63575" cy="63575"/>
            </a:xfrm>
            <a:custGeom>
              <a:avLst/>
              <a:gdLst/>
              <a:ahLst/>
              <a:cxnLst/>
              <a:rect l="l" t="t" r="r" b="b"/>
              <a:pathLst>
                <a:path w="2144" h="2144" extrusionOk="0">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0" name="Google Shape;9960;p89"/>
            <p:cNvSpPr/>
            <p:nvPr/>
          </p:nvSpPr>
          <p:spPr>
            <a:xfrm>
              <a:off x="2959796" y="4212228"/>
              <a:ext cx="63575" cy="63575"/>
            </a:xfrm>
            <a:custGeom>
              <a:avLst/>
              <a:gdLst/>
              <a:ahLst/>
              <a:cxnLst/>
              <a:rect l="l" t="t" r="r" b="b"/>
              <a:pathLst>
                <a:path w="2144" h="2144" extrusionOk="0">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1" name="Google Shape;9961;p89"/>
            <p:cNvSpPr/>
            <p:nvPr/>
          </p:nvSpPr>
          <p:spPr>
            <a:xfrm>
              <a:off x="3045938" y="4369004"/>
              <a:ext cx="63605" cy="63575"/>
            </a:xfrm>
            <a:custGeom>
              <a:avLst/>
              <a:gdLst/>
              <a:ahLst/>
              <a:cxnLst/>
              <a:rect l="l" t="t" r="r" b="b"/>
              <a:pathLst>
                <a:path w="2145" h="2144" extrusionOk="0">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2" name="Google Shape;9962;p89"/>
            <p:cNvSpPr/>
            <p:nvPr/>
          </p:nvSpPr>
          <p:spPr>
            <a:xfrm>
              <a:off x="3045938" y="4289919"/>
              <a:ext cx="63605" cy="63575"/>
            </a:xfrm>
            <a:custGeom>
              <a:avLst/>
              <a:gdLst/>
              <a:ahLst/>
              <a:cxnLst/>
              <a:rect l="l" t="t" r="r" b="b"/>
              <a:pathLst>
                <a:path w="2145" h="2144" extrusionOk="0">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3" name="Google Shape;9963;p89"/>
            <p:cNvSpPr/>
            <p:nvPr/>
          </p:nvSpPr>
          <p:spPr>
            <a:xfrm>
              <a:off x="3132821" y="4369004"/>
              <a:ext cx="63575" cy="63575"/>
            </a:xfrm>
            <a:custGeom>
              <a:avLst/>
              <a:gdLst/>
              <a:ahLst/>
              <a:cxnLst/>
              <a:rect l="l" t="t" r="r" b="b"/>
              <a:pathLst>
                <a:path w="2144" h="2144" extrusionOk="0">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4" name="Google Shape;9964;p89"/>
            <p:cNvSpPr/>
            <p:nvPr/>
          </p:nvSpPr>
          <p:spPr>
            <a:xfrm>
              <a:off x="3132821" y="4289919"/>
              <a:ext cx="63575" cy="63575"/>
            </a:xfrm>
            <a:custGeom>
              <a:avLst/>
              <a:gdLst/>
              <a:ahLst/>
              <a:cxnLst/>
              <a:rect l="l" t="t" r="r" b="b"/>
              <a:pathLst>
                <a:path w="2144" h="2144" extrusionOk="0">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5" name="Google Shape;9965;p89"/>
            <p:cNvSpPr/>
            <p:nvPr/>
          </p:nvSpPr>
          <p:spPr>
            <a:xfrm>
              <a:off x="3132821" y="4212228"/>
              <a:ext cx="63575" cy="63575"/>
            </a:xfrm>
            <a:custGeom>
              <a:avLst/>
              <a:gdLst/>
              <a:ahLst/>
              <a:cxnLst/>
              <a:rect l="l" t="t" r="r" b="b"/>
              <a:pathLst>
                <a:path w="2144" h="2144" extrusionOk="0">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6" name="Google Shape;9966;p89"/>
            <p:cNvSpPr/>
            <p:nvPr/>
          </p:nvSpPr>
          <p:spPr>
            <a:xfrm>
              <a:off x="3218963" y="4369004"/>
              <a:ext cx="63575" cy="63575"/>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7" name="Google Shape;9967;p89"/>
            <p:cNvSpPr/>
            <p:nvPr/>
          </p:nvSpPr>
          <p:spPr>
            <a:xfrm>
              <a:off x="3218963" y="4289919"/>
              <a:ext cx="63575" cy="63575"/>
            </a:xfrm>
            <a:custGeom>
              <a:avLst/>
              <a:gdLst/>
              <a:ahLst/>
              <a:cxnLst/>
              <a:rect l="l" t="t" r="r" b="b"/>
              <a:pathLst>
                <a:path w="2144" h="2144" extrusionOk="0">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8" name="Google Shape;9968;p89"/>
            <p:cNvSpPr/>
            <p:nvPr/>
          </p:nvSpPr>
          <p:spPr>
            <a:xfrm>
              <a:off x="3218963" y="4212228"/>
              <a:ext cx="63575" cy="63575"/>
            </a:xfrm>
            <a:custGeom>
              <a:avLst/>
              <a:gdLst/>
              <a:ahLst/>
              <a:cxnLst/>
              <a:rect l="l" t="t" r="r" b="b"/>
              <a:pathLst>
                <a:path w="2144" h="2144" extrusionOk="0">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69" name="Google Shape;9969;p89"/>
            <p:cNvSpPr/>
            <p:nvPr/>
          </p:nvSpPr>
          <p:spPr>
            <a:xfrm>
              <a:off x="3218963" y="4133855"/>
              <a:ext cx="63575" cy="63575"/>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9970" name="Google Shape;9970;p89"/>
          <p:cNvSpPr/>
          <p:nvPr/>
        </p:nvSpPr>
        <p:spPr>
          <a:xfrm>
            <a:off x="4363785" y="5303583"/>
            <a:ext cx="454791" cy="454791"/>
          </a:xfrm>
          <a:custGeom>
            <a:avLst/>
            <a:gdLst/>
            <a:ahLst/>
            <a:cxnLst/>
            <a:rect l="l" t="t" r="r" b="b"/>
            <a:pathLst>
              <a:path w="11503" h="11503" extrusionOk="0">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chemeClr val="bg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nvGrpSpPr>
          <p:cNvPr id="9971" name="Google Shape;9971;p89"/>
          <p:cNvGrpSpPr/>
          <p:nvPr/>
        </p:nvGrpSpPr>
        <p:grpSpPr>
          <a:xfrm>
            <a:off x="5389915" y="5304310"/>
            <a:ext cx="454795" cy="455745"/>
            <a:chOff x="4118636" y="4140201"/>
            <a:chExt cx="341096" cy="341809"/>
          </a:xfrm>
          <a:solidFill>
            <a:schemeClr val="bg1"/>
          </a:solidFill>
        </p:grpSpPr>
        <p:sp>
          <p:nvSpPr>
            <p:cNvPr id="9972" name="Google Shape;9972;p89"/>
            <p:cNvSpPr/>
            <p:nvPr/>
          </p:nvSpPr>
          <p:spPr>
            <a:xfrm>
              <a:off x="4181471" y="4203065"/>
              <a:ext cx="98891" cy="211867"/>
            </a:xfrm>
            <a:custGeom>
              <a:avLst/>
              <a:gdLst/>
              <a:ahLst/>
              <a:cxnLst/>
              <a:rect l="l" t="t" r="r" b="b"/>
              <a:pathLst>
                <a:path w="3335" h="7145" extrusionOk="0">
                  <a:moveTo>
                    <a:pt x="3335" y="0"/>
                  </a:moveTo>
                  <a:cubicBezTo>
                    <a:pt x="1453" y="167"/>
                    <a:pt x="1" y="1715"/>
                    <a:pt x="1" y="3620"/>
                  </a:cubicBezTo>
                  <a:cubicBezTo>
                    <a:pt x="1" y="5287"/>
                    <a:pt x="1096" y="6692"/>
                    <a:pt x="2620" y="7144"/>
                  </a:cubicBezTo>
                  <a:lnTo>
                    <a:pt x="3335" y="3596"/>
                  </a:lnTo>
                  <a:lnTo>
                    <a:pt x="3335"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73" name="Google Shape;9973;p89"/>
            <p:cNvSpPr/>
            <p:nvPr/>
          </p:nvSpPr>
          <p:spPr>
            <a:xfrm>
              <a:off x="4277517" y="4327341"/>
              <a:ext cx="95362" cy="91834"/>
            </a:xfrm>
            <a:custGeom>
              <a:avLst/>
              <a:gdLst/>
              <a:ahLst/>
              <a:cxnLst/>
              <a:rect l="l" t="t" r="r" b="b"/>
              <a:pathLst>
                <a:path w="3216" h="3097" extrusionOk="0">
                  <a:moveTo>
                    <a:pt x="620" y="0"/>
                  </a:moveTo>
                  <a:lnTo>
                    <a:pt x="0" y="3072"/>
                  </a:lnTo>
                  <a:cubicBezTo>
                    <a:pt x="119" y="3072"/>
                    <a:pt x="262" y="3096"/>
                    <a:pt x="381" y="3096"/>
                  </a:cubicBezTo>
                  <a:cubicBezTo>
                    <a:pt x="1548" y="3096"/>
                    <a:pt x="2572" y="2596"/>
                    <a:pt x="3215" y="1787"/>
                  </a:cubicBezTo>
                  <a:lnTo>
                    <a:pt x="62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74" name="Google Shape;9974;p89"/>
            <p:cNvSpPr/>
            <p:nvPr/>
          </p:nvSpPr>
          <p:spPr>
            <a:xfrm>
              <a:off x="4298689" y="4140201"/>
              <a:ext cx="161043" cy="258481"/>
            </a:xfrm>
            <a:custGeom>
              <a:avLst/>
              <a:gdLst/>
              <a:ahLst/>
              <a:cxnLst/>
              <a:rect l="l" t="t" r="r" b="b"/>
              <a:pathLst>
                <a:path w="5431" h="8717" extrusionOk="0">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75" name="Google Shape;9975;p89"/>
            <p:cNvSpPr/>
            <p:nvPr/>
          </p:nvSpPr>
          <p:spPr>
            <a:xfrm>
              <a:off x="4266219" y="4391599"/>
              <a:ext cx="158908" cy="90410"/>
            </a:xfrm>
            <a:custGeom>
              <a:avLst/>
              <a:gdLst/>
              <a:ahLst/>
              <a:cxnLst/>
              <a:rect l="l" t="t" r="r" b="b"/>
              <a:pathLst>
                <a:path w="5359" h="3049" extrusionOk="0">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76" name="Google Shape;9976;p89"/>
            <p:cNvSpPr/>
            <p:nvPr/>
          </p:nvSpPr>
          <p:spPr>
            <a:xfrm>
              <a:off x="4118636" y="4140913"/>
              <a:ext cx="160331" cy="335459"/>
            </a:xfrm>
            <a:custGeom>
              <a:avLst/>
              <a:gdLst/>
              <a:ahLst/>
              <a:cxnLst/>
              <a:rect l="l" t="t" r="r" b="b"/>
              <a:pathLst>
                <a:path w="5407" h="11313" extrusionOk="0">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77" name="Google Shape;9977;p89"/>
            <p:cNvSpPr/>
            <p:nvPr/>
          </p:nvSpPr>
          <p:spPr>
            <a:xfrm>
              <a:off x="4299401" y="4203065"/>
              <a:ext cx="98891" cy="161725"/>
            </a:xfrm>
            <a:custGeom>
              <a:avLst/>
              <a:gdLst/>
              <a:ahLst/>
              <a:cxnLst/>
              <a:rect l="l" t="t" r="r" b="b"/>
              <a:pathLst>
                <a:path w="3335" h="5454" extrusionOk="0">
                  <a:moveTo>
                    <a:pt x="1" y="0"/>
                  </a:moveTo>
                  <a:lnTo>
                    <a:pt x="1" y="3477"/>
                  </a:lnTo>
                  <a:lnTo>
                    <a:pt x="2858" y="5454"/>
                  </a:lnTo>
                  <a:cubicBezTo>
                    <a:pt x="3168" y="4906"/>
                    <a:pt x="3335" y="4311"/>
                    <a:pt x="3335" y="3668"/>
                  </a:cubicBezTo>
                  <a:cubicBezTo>
                    <a:pt x="3335" y="1715"/>
                    <a:pt x="1858" y="167"/>
                    <a:pt x="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978" name="Google Shape;9978;p89"/>
          <p:cNvGrpSpPr/>
          <p:nvPr/>
        </p:nvGrpSpPr>
        <p:grpSpPr>
          <a:xfrm>
            <a:off x="6375521" y="5303361"/>
            <a:ext cx="455785" cy="453881"/>
            <a:chOff x="4705440" y="4139489"/>
            <a:chExt cx="341839" cy="340411"/>
          </a:xfrm>
          <a:solidFill>
            <a:schemeClr val="bg1"/>
          </a:solidFill>
        </p:grpSpPr>
        <p:sp>
          <p:nvSpPr>
            <p:cNvPr id="9979" name="Google Shape;9979;p89"/>
            <p:cNvSpPr/>
            <p:nvPr/>
          </p:nvSpPr>
          <p:spPr>
            <a:xfrm>
              <a:off x="4705440" y="4139489"/>
              <a:ext cx="64998" cy="340411"/>
            </a:xfrm>
            <a:custGeom>
              <a:avLst/>
              <a:gdLst/>
              <a:ahLst/>
              <a:cxnLst/>
              <a:rect l="l" t="t" r="r" b="b"/>
              <a:pathLst>
                <a:path w="2192" h="11480" extrusionOk="0">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0" name="Google Shape;9980;p89"/>
            <p:cNvSpPr/>
            <p:nvPr/>
          </p:nvSpPr>
          <p:spPr>
            <a:xfrm>
              <a:off x="4784554" y="4174094"/>
              <a:ext cx="190695" cy="75584"/>
            </a:xfrm>
            <a:custGeom>
              <a:avLst/>
              <a:gdLst/>
              <a:ahLst/>
              <a:cxnLst/>
              <a:rect l="l" t="t" r="r" b="b"/>
              <a:pathLst>
                <a:path w="6431" h="2549" extrusionOk="0">
                  <a:moveTo>
                    <a:pt x="1096" y="1"/>
                  </a:moveTo>
                  <a:lnTo>
                    <a:pt x="0" y="1263"/>
                  </a:lnTo>
                  <a:lnTo>
                    <a:pt x="1072" y="2549"/>
                  </a:lnTo>
                  <a:lnTo>
                    <a:pt x="6430" y="2549"/>
                  </a:lnTo>
                  <a:lnTo>
                    <a:pt x="64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1" name="Google Shape;9981;p89"/>
            <p:cNvSpPr/>
            <p:nvPr/>
          </p:nvSpPr>
          <p:spPr>
            <a:xfrm>
              <a:off x="4994290" y="4174094"/>
              <a:ext cx="52989" cy="75584"/>
            </a:xfrm>
            <a:custGeom>
              <a:avLst/>
              <a:gdLst/>
              <a:ahLst/>
              <a:cxnLst/>
              <a:rect l="l" t="t" r="r" b="b"/>
              <a:pathLst>
                <a:path w="1787" h="2549" extrusionOk="0">
                  <a:moveTo>
                    <a:pt x="0" y="1"/>
                  </a:moveTo>
                  <a:lnTo>
                    <a:pt x="0" y="2549"/>
                  </a:lnTo>
                  <a:lnTo>
                    <a:pt x="1786" y="2549"/>
                  </a:lnTo>
                  <a:lnTo>
                    <a:pt x="178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2" name="Google Shape;9982;p89"/>
            <p:cNvSpPr/>
            <p:nvPr/>
          </p:nvSpPr>
          <p:spPr>
            <a:xfrm>
              <a:off x="4784554" y="4271564"/>
              <a:ext cx="190695" cy="76296"/>
            </a:xfrm>
            <a:custGeom>
              <a:avLst/>
              <a:gdLst/>
              <a:ahLst/>
              <a:cxnLst/>
              <a:rect l="l" t="t" r="r" b="b"/>
              <a:pathLst>
                <a:path w="6431" h="2573" extrusionOk="0">
                  <a:moveTo>
                    <a:pt x="1096" y="0"/>
                  </a:moveTo>
                  <a:lnTo>
                    <a:pt x="0" y="1286"/>
                  </a:lnTo>
                  <a:lnTo>
                    <a:pt x="1072" y="2572"/>
                  </a:lnTo>
                  <a:lnTo>
                    <a:pt x="6430" y="2572"/>
                  </a:lnTo>
                  <a:lnTo>
                    <a:pt x="6430"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3" name="Google Shape;9983;p89"/>
            <p:cNvSpPr/>
            <p:nvPr/>
          </p:nvSpPr>
          <p:spPr>
            <a:xfrm>
              <a:off x="4994972" y="4271564"/>
              <a:ext cx="52307" cy="76296"/>
            </a:xfrm>
            <a:custGeom>
              <a:avLst/>
              <a:gdLst/>
              <a:ahLst/>
              <a:cxnLst/>
              <a:rect l="l" t="t" r="r" b="b"/>
              <a:pathLst>
                <a:path w="1764" h="2573" extrusionOk="0">
                  <a:moveTo>
                    <a:pt x="1" y="0"/>
                  </a:moveTo>
                  <a:lnTo>
                    <a:pt x="1" y="2572"/>
                  </a:lnTo>
                  <a:lnTo>
                    <a:pt x="1763" y="2572"/>
                  </a:lnTo>
                  <a:lnTo>
                    <a:pt x="1763"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4" name="Google Shape;9984;p89"/>
            <p:cNvSpPr/>
            <p:nvPr/>
          </p:nvSpPr>
          <p:spPr>
            <a:xfrm>
              <a:off x="4784554" y="4371821"/>
              <a:ext cx="190695" cy="75584"/>
            </a:xfrm>
            <a:custGeom>
              <a:avLst/>
              <a:gdLst/>
              <a:ahLst/>
              <a:cxnLst/>
              <a:rect l="l" t="t" r="r" b="b"/>
              <a:pathLst>
                <a:path w="6431" h="2549" extrusionOk="0">
                  <a:moveTo>
                    <a:pt x="1096" y="1"/>
                  </a:moveTo>
                  <a:lnTo>
                    <a:pt x="0" y="1263"/>
                  </a:lnTo>
                  <a:lnTo>
                    <a:pt x="1072" y="2549"/>
                  </a:lnTo>
                  <a:lnTo>
                    <a:pt x="6430" y="2549"/>
                  </a:lnTo>
                  <a:lnTo>
                    <a:pt x="643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5" name="Google Shape;9985;p89"/>
            <p:cNvSpPr/>
            <p:nvPr/>
          </p:nvSpPr>
          <p:spPr>
            <a:xfrm>
              <a:off x="4994972" y="4371821"/>
              <a:ext cx="52307" cy="75584"/>
            </a:xfrm>
            <a:custGeom>
              <a:avLst/>
              <a:gdLst/>
              <a:ahLst/>
              <a:cxnLst/>
              <a:rect l="l" t="t" r="r" b="b"/>
              <a:pathLst>
                <a:path w="1764" h="2549" extrusionOk="0">
                  <a:moveTo>
                    <a:pt x="1" y="1"/>
                  </a:moveTo>
                  <a:lnTo>
                    <a:pt x="1" y="2549"/>
                  </a:lnTo>
                  <a:lnTo>
                    <a:pt x="1763" y="2549"/>
                  </a:lnTo>
                  <a:lnTo>
                    <a:pt x="1763"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986" name="Google Shape;9986;p89"/>
          <p:cNvGrpSpPr/>
          <p:nvPr/>
        </p:nvGrpSpPr>
        <p:grpSpPr>
          <a:xfrm>
            <a:off x="7358358" y="5302635"/>
            <a:ext cx="453845" cy="456693"/>
            <a:chOff x="5290168" y="4143730"/>
            <a:chExt cx="340384" cy="342520"/>
          </a:xfrm>
          <a:solidFill>
            <a:schemeClr val="bg1"/>
          </a:solidFill>
        </p:grpSpPr>
        <p:sp>
          <p:nvSpPr>
            <p:cNvPr id="9987" name="Google Shape;9987;p89"/>
            <p:cNvSpPr/>
            <p:nvPr/>
          </p:nvSpPr>
          <p:spPr>
            <a:xfrm>
              <a:off x="5428588" y="4143730"/>
              <a:ext cx="100996" cy="138448"/>
            </a:xfrm>
            <a:custGeom>
              <a:avLst/>
              <a:gdLst/>
              <a:ahLst/>
              <a:cxnLst/>
              <a:rect l="l" t="t" r="r" b="b"/>
              <a:pathLst>
                <a:path w="3406" h="4669" extrusionOk="0">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8" name="Google Shape;9988;p89"/>
            <p:cNvSpPr/>
            <p:nvPr/>
          </p:nvSpPr>
          <p:spPr>
            <a:xfrm>
              <a:off x="5290168" y="4262371"/>
              <a:ext cx="134207" cy="103843"/>
            </a:xfrm>
            <a:custGeom>
              <a:avLst/>
              <a:gdLst/>
              <a:ahLst/>
              <a:cxnLst/>
              <a:rect l="l" t="t" r="r" b="b"/>
              <a:pathLst>
                <a:path w="4526" h="3502" extrusionOk="0">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89" name="Google Shape;9989;p89"/>
            <p:cNvSpPr/>
            <p:nvPr/>
          </p:nvSpPr>
          <p:spPr>
            <a:xfrm>
              <a:off x="5429270" y="4347120"/>
              <a:ext cx="101026" cy="139130"/>
            </a:xfrm>
            <a:custGeom>
              <a:avLst/>
              <a:gdLst/>
              <a:ahLst/>
              <a:cxnLst/>
              <a:rect l="l" t="t" r="r" b="b"/>
              <a:pathLst>
                <a:path w="3407" h="4692" extrusionOk="0">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90" name="Google Shape;9990;p89"/>
            <p:cNvSpPr/>
            <p:nvPr/>
          </p:nvSpPr>
          <p:spPr>
            <a:xfrm>
              <a:off x="5443414" y="4275093"/>
              <a:ext cx="187137" cy="78401"/>
            </a:xfrm>
            <a:custGeom>
              <a:avLst/>
              <a:gdLst/>
              <a:ahLst/>
              <a:cxnLst/>
              <a:rect l="l" t="t" r="r" b="b"/>
              <a:pathLst>
                <a:path w="6311" h="2644" extrusionOk="0">
                  <a:moveTo>
                    <a:pt x="2929" y="0"/>
                  </a:moveTo>
                  <a:lnTo>
                    <a:pt x="2929" y="977"/>
                  </a:lnTo>
                  <a:lnTo>
                    <a:pt x="0" y="977"/>
                  </a:lnTo>
                  <a:lnTo>
                    <a:pt x="0" y="1667"/>
                  </a:lnTo>
                  <a:lnTo>
                    <a:pt x="2929" y="1667"/>
                  </a:lnTo>
                  <a:lnTo>
                    <a:pt x="2929" y="2644"/>
                  </a:lnTo>
                  <a:lnTo>
                    <a:pt x="6311" y="2644"/>
                  </a:lnTo>
                  <a:lnTo>
                    <a:pt x="6311"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991" name="Google Shape;9991;p89"/>
          <p:cNvGrpSpPr/>
          <p:nvPr/>
        </p:nvGrpSpPr>
        <p:grpSpPr>
          <a:xfrm>
            <a:off x="8331425" y="5346247"/>
            <a:ext cx="454835" cy="455783"/>
            <a:chOff x="5881923" y="4162085"/>
            <a:chExt cx="341126" cy="341837"/>
          </a:xfrm>
          <a:solidFill>
            <a:schemeClr val="bg1"/>
          </a:solidFill>
        </p:grpSpPr>
        <p:sp>
          <p:nvSpPr>
            <p:cNvPr id="9992" name="Google Shape;9992;p89"/>
            <p:cNvSpPr/>
            <p:nvPr/>
          </p:nvSpPr>
          <p:spPr>
            <a:xfrm>
              <a:off x="6062718" y="4163508"/>
              <a:ext cx="160331" cy="213290"/>
            </a:xfrm>
            <a:custGeom>
              <a:avLst/>
              <a:gdLst/>
              <a:ahLst/>
              <a:cxnLst/>
              <a:rect l="l" t="t" r="r" b="b"/>
              <a:pathLst>
                <a:path w="5407" h="7193" extrusionOk="0">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93" name="Google Shape;9993;p89"/>
            <p:cNvSpPr/>
            <p:nvPr/>
          </p:nvSpPr>
          <p:spPr>
            <a:xfrm>
              <a:off x="6009046" y="4343591"/>
              <a:ext cx="214002" cy="160331"/>
            </a:xfrm>
            <a:custGeom>
              <a:avLst/>
              <a:gdLst/>
              <a:ahLst/>
              <a:cxnLst/>
              <a:rect l="l" t="t" r="r" b="b"/>
              <a:pathLst>
                <a:path w="7217" h="5407" extrusionOk="0">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94" name="Google Shape;9994;p89"/>
            <p:cNvSpPr/>
            <p:nvPr/>
          </p:nvSpPr>
          <p:spPr>
            <a:xfrm>
              <a:off x="5881923" y="4162085"/>
              <a:ext cx="216137" cy="161043"/>
            </a:xfrm>
            <a:custGeom>
              <a:avLst/>
              <a:gdLst/>
              <a:ahLst/>
              <a:cxnLst/>
              <a:rect l="l" t="t" r="r" b="b"/>
              <a:pathLst>
                <a:path w="7289" h="5431" extrusionOk="0">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95" name="Google Shape;9995;p89"/>
            <p:cNvSpPr/>
            <p:nvPr/>
          </p:nvSpPr>
          <p:spPr>
            <a:xfrm>
              <a:off x="5881923" y="4290631"/>
              <a:ext cx="161043" cy="213290"/>
            </a:xfrm>
            <a:custGeom>
              <a:avLst/>
              <a:gdLst/>
              <a:ahLst/>
              <a:cxnLst/>
              <a:rect l="l" t="t" r="r" b="b"/>
              <a:pathLst>
                <a:path w="5431" h="7193" extrusionOk="0">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9996" name="Google Shape;9996;p89"/>
          <p:cNvGrpSpPr/>
          <p:nvPr/>
        </p:nvGrpSpPr>
        <p:grpSpPr>
          <a:xfrm>
            <a:off x="9310284" y="5316566"/>
            <a:ext cx="456693" cy="397545"/>
            <a:chOff x="6458882" y="4149393"/>
            <a:chExt cx="342520" cy="298159"/>
          </a:xfrm>
          <a:solidFill>
            <a:schemeClr val="bg1"/>
          </a:solidFill>
        </p:grpSpPr>
        <p:sp>
          <p:nvSpPr>
            <p:cNvPr id="9997" name="Google Shape;9997;p89"/>
            <p:cNvSpPr/>
            <p:nvPr/>
          </p:nvSpPr>
          <p:spPr>
            <a:xfrm>
              <a:off x="6575389" y="4149393"/>
              <a:ext cx="109477" cy="93939"/>
            </a:xfrm>
            <a:custGeom>
              <a:avLst/>
              <a:gdLst/>
              <a:ahLst/>
              <a:cxnLst/>
              <a:rect l="l" t="t" r="r" b="b"/>
              <a:pathLst>
                <a:path w="3692" h="3168" extrusionOk="0">
                  <a:moveTo>
                    <a:pt x="1834" y="0"/>
                  </a:moveTo>
                  <a:lnTo>
                    <a:pt x="1" y="3168"/>
                  </a:lnTo>
                  <a:lnTo>
                    <a:pt x="3692" y="3168"/>
                  </a:lnTo>
                  <a:lnTo>
                    <a:pt x="183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98" name="Google Shape;9998;p89"/>
            <p:cNvSpPr/>
            <p:nvPr/>
          </p:nvSpPr>
          <p:spPr>
            <a:xfrm>
              <a:off x="6499121" y="4263083"/>
              <a:ext cx="263433" cy="67815"/>
            </a:xfrm>
            <a:custGeom>
              <a:avLst/>
              <a:gdLst/>
              <a:ahLst/>
              <a:cxnLst/>
              <a:rect l="l" t="t" r="r" b="b"/>
              <a:pathLst>
                <a:path w="8884" h="2287" extrusionOk="0">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9999" name="Google Shape;9999;p89"/>
            <p:cNvSpPr/>
            <p:nvPr/>
          </p:nvSpPr>
          <p:spPr>
            <a:xfrm>
              <a:off x="6702512" y="4350649"/>
              <a:ext cx="98891" cy="96904"/>
            </a:xfrm>
            <a:custGeom>
              <a:avLst/>
              <a:gdLst/>
              <a:ahLst/>
              <a:cxnLst/>
              <a:rect l="l" t="t" r="r" b="b"/>
              <a:pathLst>
                <a:path w="3335" h="3268" extrusionOk="0">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000" name="Google Shape;10000;p89"/>
            <p:cNvSpPr/>
            <p:nvPr/>
          </p:nvSpPr>
          <p:spPr>
            <a:xfrm>
              <a:off x="6458882" y="4350649"/>
              <a:ext cx="99603" cy="96904"/>
            </a:xfrm>
            <a:custGeom>
              <a:avLst/>
              <a:gdLst/>
              <a:ahLst/>
              <a:cxnLst/>
              <a:rect l="l" t="t" r="r" b="b"/>
              <a:pathLst>
                <a:path w="3359" h="3268" extrusionOk="0">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001" name="Google Shape;10001;p89"/>
            <p:cNvSpPr/>
            <p:nvPr/>
          </p:nvSpPr>
          <p:spPr>
            <a:xfrm>
              <a:off x="6580341" y="4350649"/>
              <a:ext cx="98891" cy="96904"/>
            </a:xfrm>
            <a:custGeom>
              <a:avLst/>
              <a:gdLst/>
              <a:ahLst/>
              <a:cxnLst/>
              <a:rect l="l" t="t" r="r" b="b"/>
              <a:pathLst>
                <a:path w="3335" h="3268" extrusionOk="0">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grpSp>
        <p:nvGrpSpPr>
          <p:cNvPr id="10002" name="Google Shape;10002;p89"/>
          <p:cNvGrpSpPr/>
          <p:nvPr/>
        </p:nvGrpSpPr>
        <p:grpSpPr>
          <a:xfrm>
            <a:off x="10282220" y="5309013"/>
            <a:ext cx="455744" cy="455744"/>
            <a:chOff x="7045004" y="4143730"/>
            <a:chExt cx="341808" cy="341808"/>
          </a:xfrm>
          <a:solidFill>
            <a:schemeClr val="bg1"/>
          </a:solidFill>
        </p:grpSpPr>
        <p:sp>
          <p:nvSpPr>
            <p:cNvPr id="10003" name="Google Shape;10003;p89"/>
            <p:cNvSpPr/>
            <p:nvPr/>
          </p:nvSpPr>
          <p:spPr>
            <a:xfrm>
              <a:off x="7148819" y="4248257"/>
              <a:ext cx="132784" cy="132072"/>
            </a:xfrm>
            <a:custGeom>
              <a:avLst/>
              <a:gdLst/>
              <a:ahLst/>
              <a:cxnLst/>
              <a:rect l="l" t="t" r="r" b="b"/>
              <a:pathLst>
                <a:path w="4478" h="4454" extrusionOk="0">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004" name="Google Shape;10004;p89"/>
            <p:cNvSpPr/>
            <p:nvPr/>
          </p:nvSpPr>
          <p:spPr>
            <a:xfrm>
              <a:off x="7045004" y="4325918"/>
              <a:ext cx="158908" cy="159619"/>
            </a:xfrm>
            <a:custGeom>
              <a:avLst/>
              <a:gdLst/>
              <a:ahLst/>
              <a:cxnLst/>
              <a:rect l="l" t="t" r="r" b="b"/>
              <a:pathLst>
                <a:path w="5359" h="5383" extrusionOk="0">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005" name="Google Shape;10005;p89"/>
            <p:cNvSpPr/>
            <p:nvPr/>
          </p:nvSpPr>
          <p:spPr>
            <a:xfrm>
              <a:off x="7227904" y="4143730"/>
              <a:ext cx="158908" cy="158908"/>
            </a:xfrm>
            <a:custGeom>
              <a:avLst/>
              <a:gdLst/>
              <a:ahLst/>
              <a:cxnLst/>
              <a:rect l="l" t="t" r="r" b="b"/>
              <a:pathLst>
                <a:path w="5359" h="5359" extrusionOk="0">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006" name="Google Shape;10006;p89"/>
            <p:cNvSpPr/>
            <p:nvPr/>
          </p:nvSpPr>
          <p:spPr>
            <a:xfrm>
              <a:off x="7045004" y="4143730"/>
              <a:ext cx="158908" cy="158908"/>
            </a:xfrm>
            <a:custGeom>
              <a:avLst/>
              <a:gdLst/>
              <a:ahLst/>
              <a:cxnLst/>
              <a:rect l="l" t="t" r="r" b="b"/>
              <a:pathLst>
                <a:path w="5359" h="5359" extrusionOk="0">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10007" name="Google Shape;10007;p89"/>
            <p:cNvSpPr/>
            <p:nvPr/>
          </p:nvSpPr>
          <p:spPr>
            <a:xfrm>
              <a:off x="7227904" y="4325918"/>
              <a:ext cx="158908" cy="159619"/>
            </a:xfrm>
            <a:custGeom>
              <a:avLst/>
              <a:gdLst/>
              <a:ahLst/>
              <a:cxnLst/>
              <a:rect l="l" t="t" r="r" b="b"/>
              <a:pathLst>
                <a:path w="5359" h="5383" extrusionOk="0">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grp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等线" panose="020F0502020204030204"/>
                <a:ea typeface="+mn-ea"/>
                <a:cs typeface="+mn-cs"/>
              </a:endParaRPr>
            </a:p>
          </p:txBody>
        </p:sp>
      </p:grpSp>
      <p:sp>
        <p:nvSpPr>
          <p:cNvPr id="10008" name="Google Shape;10008;p89"/>
          <p:cNvSpPr txBox="1"/>
          <p:nvPr/>
        </p:nvSpPr>
        <p:spPr>
          <a:xfrm>
            <a:off x="1397800" y="1544867"/>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133" b="0" i="0" u="none" strike="noStrike" kern="1200" cap="none" spc="0" normalizeH="0" baseline="0" noProof="0" dirty="0">
                <a:ln>
                  <a:noFill/>
                </a:ln>
                <a:solidFill>
                  <a:srgbClr val="FFFFFF"/>
                </a:solidFill>
                <a:effectLst/>
                <a:uLnTx/>
                <a:uFillTx/>
                <a:latin typeface="等线" panose="020F0502020204030204"/>
                <a:ea typeface="等线" panose="02010600030101010101" pitchFamily="2" charset="-122"/>
                <a:cs typeface="+mn-cs"/>
              </a:rPr>
              <a:t>信息图表元素图标</a:t>
            </a:r>
            <a:endParaRPr kumimoji="0" sz="2133" b="0" i="0" u="none" strike="noStrike" kern="1200" cap="none" spc="0" normalizeH="0" baseline="0" noProof="0" dirty="0">
              <a:ln>
                <a:noFill/>
              </a:ln>
              <a:solidFill>
                <a:srgbClr val="FFFFFF"/>
              </a:solidFill>
              <a:effectLst/>
              <a:uLnTx/>
              <a:uFillTx/>
              <a:latin typeface="等线" panose="020F0502020204030204"/>
              <a:ea typeface="+mn-ea"/>
              <a:cs typeface="+mn-cs"/>
            </a:endParaRPr>
          </a:p>
        </p:txBody>
      </p:sp>
      <p:sp>
        <p:nvSpPr>
          <p:cNvPr id="11" name="文本框 10">
            <a:extLst>
              <a:ext uri="{FF2B5EF4-FFF2-40B4-BE49-F238E27FC236}">
                <a16:creationId xmlns:a16="http://schemas.microsoft.com/office/drawing/2014/main" id="{A9E4DDA3-9E7B-CFB3-19B6-88A42EA98883}"/>
              </a:ext>
            </a:extLst>
          </p:cNvPr>
          <p:cNvSpPr txBox="1"/>
          <p:nvPr/>
        </p:nvSpPr>
        <p:spPr>
          <a:xfrm>
            <a:off x="3008407" y="241300"/>
            <a:ext cx="90805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 altLang="zh-CN"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LOGICAL ARCHITECTURE DIAGRAM PRACTICAL PPT TEMPLATE</a:t>
            </a:r>
            <a:endParaRPr kumimoji="1" lang="zh-CN" altLang="en-US" sz="24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endParaRPr>
          </a:p>
        </p:txBody>
      </p:sp>
      <p:sp>
        <p:nvSpPr>
          <p:cNvPr id="12" name="文本框 11">
            <a:extLst>
              <a:ext uri="{FF2B5EF4-FFF2-40B4-BE49-F238E27FC236}">
                <a16:creationId xmlns:a16="http://schemas.microsoft.com/office/drawing/2014/main" id="{3E804DC2-2DD2-F31B-ADB7-38DB53F27652}"/>
              </a:ext>
            </a:extLst>
          </p:cNvPr>
          <p:cNvSpPr txBox="1"/>
          <p:nvPr/>
        </p:nvSpPr>
        <p:spPr>
          <a:xfrm>
            <a:off x="409867" y="195506"/>
            <a:ext cx="15696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a:ln>
                  <a:noFill/>
                </a:ln>
                <a:solidFill>
                  <a:prstClr val="white"/>
                </a:solidFill>
                <a:effectLst/>
                <a:uLnTx/>
                <a:uFillTx/>
                <a:latin typeface="Alibaba PuHuiTi Medium" pitchFamily="18" charset="-122"/>
                <a:ea typeface="Alibaba PuHuiTi Medium" pitchFamily="18" charset="-122"/>
                <a:cs typeface="Alibaba PuHuiTi Medium" pitchFamily="18" charset="-122"/>
              </a:rPr>
              <a:t>有脑子皮皮踢</a:t>
            </a:r>
          </a:p>
        </p:txBody>
      </p:sp>
      <p:cxnSp>
        <p:nvCxnSpPr>
          <p:cNvPr id="13" name="直线连接符 12">
            <a:extLst>
              <a:ext uri="{FF2B5EF4-FFF2-40B4-BE49-F238E27FC236}">
                <a16:creationId xmlns:a16="http://schemas.microsoft.com/office/drawing/2014/main" id="{50D0108D-76CE-E367-AF0C-4B7AE6B1C704}"/>
              </a:ext>
            </a:extLst>
          </p:cNvPr>
          <p:cNvCxnSpPr>
            <a:cxnSpLocks/>
          </p:cNvCxnSpPr>
          <p:nvPr/>
        </p:nvCxnSpPr>
        <p:spPr>
          <a:xfrm>
            <a:off x="304801" y="820056"/>
            <a:ext cx="11683999" cy="0"/>
          </a:xfrm>
          <a:prstGeom prst="line">
            <a:avLst/>
          </a:prstGeom>
          <a:ln w="412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直线连接符 13">
            <a:extLst>
              <a:ext uri="{FF2B5EF4-FFF2-40B4-BE49-F238E27FC236}">
                <a16:creationId xmlns:a16="http://schemas.microsoft.com/office/drawing/2014/main" id="{1ADB3F21-0649-5990-564D-6465B57944EA}"/>
              </a:ext>
            </a:extLst>
          </p:cNvPr>
          <p:cNvCxnSpPr>
            <a:cxnSpLocks/>
          </p:cNvCxnSpPr>
          <p:nvPr/>
        </p:nvCxnSpPr>
        <p:spPr>
          <a:xfrm>
            <a:off x="2098070" y="245327"/>
            <a:ext cx="0" cy="4237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593CAA86-094A-7171-90CF-FA8643C78881}"/>
              </a:ext>
            </a:extLst>
          </p:cNvPr>
          <p:cNvSpPr txBox="1"/>
          <p:nvPr/>
        </p:nvSpPr>
        <p:spPr>
          <a:xfrm>
            <a:off x="420495" y="447248"/>
            <a:ext cx="15680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rPr>
              <a:t>YOUNAOZIPPT</a:t>
            </a:r>
            <a:endParaRPr kumimoji="1" lang="zh-CN" altLang="en-US" sz="1100" b="0" i="0" u="none" strike="noStrike" kern="1200" cap="none" spc="300" normalizeH="0" baseline="0" noProof="0" dirty="0">
              <a:ln>
                <a:noFill/>
              </a:ln>
              <a:solidFill>
                <a:prstClr val="white"/>
              </a:solidFill>
              <a:effectLst/>
              <a:uLnTx/>
              <a:uFillTx/>
              <a:latin typeface="Alibaba PuHuiTi" pitchFamily="18" charset="-122"/>
              <a:ea typeface="Alibaba PuHuiTi" pitchFamily="18" charset="-122"/>
              <a:cs typeface="Alibaba PuHuiTi" pitchFamily="18" charset="-122"/>
            </a:endParaRPr>
          </a:p>
        </p:txBody>
      </p:sp>
      <p:grpSp>
        <p:nvGrpSpPr>
          <p:cNvPr id="16" name="组合 15">
            <a:extLst>
              <a:ext uri="{FF2B5EF4-FFF2-40B4-BE49-F238E27FC236}">
                <a16:creationId xmlns:a16="http://schemas.microsoft.com/office/drawing/2014/main" id="{53C47E00-B5CA-190E-A88A-B367862B4EF4}"/>
              </a:ext>
            </a:extLst>
          </p:cNvPr>
          <p:cNvGrpSpPr/>
          <p:nvPr/>
        </p:nvGrpSpPr>
        <p:grpSpPr>
          <a:xfrm>
            <a:off x="2323294" y="287981"/>
            <a:ext cx="356205" cy="355288"/>
            <a:chOff x="416151" y="286059"/>
            <a:chExt cx="356205" cy="355288"/>
          </a:xfrm>
          <a:solidFill>
            <a:schemeClr val="bg1"/>
          </a:solidFill>
        </p:grpSpPr>
        <p:sp>
          <p:nvSpPr>
            <p:cNvPr id="17" name="Google Shape;7166;p80">
              <a:extLst>
                <a:ext uri="{FF2B5EF4-FFF2-40B4-BE49-F238E27FC236}">
                  <a16:creationId xmlns:a16="http://schemas.microsoft.com/office/drawing/2014/main" id="{610F85B2-9C21-748C-E7AA-220B6641F7CF}"/>
                </a:ext>
              </a:extLst>
            </p:cNvPr>
            <p:cNvSpPr/>
            <p:nvPr/>
          </p:nvSpPr>
          <p:spPr>
            <a:xfrm>
              <a:off x="416151" y="286059"/>
              <a:ext cx="356205" cy="208911"/>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8" name="Google Shape;7167;p80">
              <a:extLst>
                <a:ext uri="{FF2B5EF4-FFF2-40B4-BE49-F238E27FC236}">
                  <a16:creationId xmlns:a16="http://schemas.microsoft.com/office/drawing/2014/main" id="{0203C7AC-28AD-D45A-AC33-B6F82F2992C4}"/>
                </a:ext>
              </a:extLst>
            </p:cNvPr>
            <p:cNvSpPr/>
            <p:nvPr/>
          </p:nvSpPr>
          <p:spPr>
            <a:xfrm>
              <a:off x="501947" y="370908"/>
              <a:ext cx="186507" cy="207964"/>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Google Shape;7168;p80">
              <a:extLst>
                <a:ext uri="{FF2B5EF4-FFF2-40B4-BE49-F238E27FC236}">
                  <a16:creationId xmlns:a16="http://schemas.microsoft.com/office/drawing/2014/main" id="{149A3A3D-0FF1-41FF-E904-3610B8577516}"/>
                </a:ext>
              </a:extLst>
            </p:cNvPr>
            <p:cNvSpPr/>
            <p:nvPr/>
          </p:nvSpPr>
          <p:spPr>
            <a:xfrm>
              <a:off x="522456" y="599352"/>
              <a:ext cx="145489" cy="4199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0" name="Google Shape;7169;p80">
              <a:extLst>
                <a:ext uri="{FF2B5EF4-FFF2-40B4-BE49-F238E27FC236}">
                  <a16:creationId xmlns:a16="http://schemas.microsoft.com/office/drawing/2014/main" id="{650A1E31-567E-F238-D8BD-2E6449D398D8}"/>
                </a:ext>
              </a:extLst>
            </p:cNvPr>
            <p:cNvSpPr/>
            <p:nvPr/>
          </p:nvSpPr>
          <p:spPr>
            <a:xfrm>
              <a:off x="584931" y="494941"/>
              <a:ext cx="21456" cy="20539"/>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gr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PsFteF5MosYioc1.BgOnDA"/>
</p:tagLst>
</file>

<file path=ppt/theme/theme1.xml><?xml version="1.0" encoding="utf-8"?>
<a:theme xmlns:a="http://schemas.openxmlformats.org/drawingml/2006/main" name="Office 主题​​">
  <a:themeElements>
    <a:clrScheme name="Office 主题​​">
      <a:dk1>
        <a:sysClr val="windowText" lastClr="000000"/>
      </a:dk1>
      <a:lt1>
        <a:sysClr val="window" lastClr="FFFFFF"/>
      </a:lt1>
      <a:dk2>
        <a:srgbClr val="44546A"/>
      </a:dk2>
      <a:lt2>
        <a:srgbClr val="E7E6E6"/>
      </a:lt2>
      <a:accent1>
        <a:srgbClr val="1D9A78"/>
      </a:accent1>
      <a:accent2>
        <a:srgbClr val="8BC145"/>
      </a:accent2>
      <a:accent3>
        <a:srgbClr val="36AFCE"/>
      </a:accent3>
      <a:accent4>
        <a:srgbClr val="1D6FA9"/>
      </a:accent4>
      <a:accent5>
        <a:srgbClr val="B74919"/>
      </a:accent5>
      <a:accent6>
        <a:srgbClr val="F19D19"/>
      </a:accent6>
      <a:hlink>
        <a:srgbClr val="0563C1"/>
      </a:hlink>
      <a:folHlink>
        <a:srgbClr val="954F72"/>
      </a:folHlink>
    </a:clrScheme>
    <a:fontScheme name="Office 主题​​">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1E344D"/>
        </a:solidFill>
        <a:ln>
          <a:noFill/>
        </a:ln>
      </a:spPr>
      <a:bodyPr rtlCol="0" anchor="ctr"/>
      <a:lstStyle>
        <a:defPPr algn="ctr">
          <a:defRPr kumimoji="1"/>
        </a:defPPr>
      </a:lstStyle>
      <a:style>
        <a:lnRef idx="2">
          <a:schemeClr val="accent1">
            <a:shade val="15000"/>
          </a:schemeClr>
        </a:lnRef>
        <a:fillRef idx="1">
          <a:schemeClr val="accent1"/>
        </a:fillRef>
        <a:effectRef idx="0">
          <a:schemeClr val="accent1"/>
        </a:effectRef>
        <a:fontRef idx="minor">
          <a:schemeClr val="lt1"/>
        </a:fontRef>
      </a:style>
    </a:spDef>
    <a:lnDef>
      <a:spPr>
        <a:ln w="15875">
          <a:solidFill>
            <a:srgbClr val="1E344D"/>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l">
          <a:defRPr kumimoji="1" dirty="0" smtClean="0">
            <a:solidFill>
              <a:srgbClr val="1E344D"/>
            </a:solidFill>
            <a:latin typeface="Alibaba PuHuiTi Medium" pitchFamily="18" charset="-122"/>
            <a:ea typeface="Alibaba PuHuiTi Medium" pitchFamily="18" charset="-122"/>
            <a:cs typeface="Alibaba PuHuiTi Medium" pitchFamily="18" charset="-122"/>
          </a:defRPr>
        </a:defPPr>
      </a:lstStyle>
    </a:txDef>
  </a:objectDefaults>
  <a:extraClrSchemeLst/>
  <a:extLst>
    <a:ext uri="{05A4C25C-085E-4340-85A3-A5531E510DB2}">
      <thm15:themeFamily xmlns:thm15="http://schemas.microsoft.com/office/thememl/2012/main" name="Office Theme 2013 - 2022" id="{62F939B6-93AF-4DB8-9C6B-D6C7DFDC589F}" vid="{AE6F2518-B084-4896-AF52-66CC2144AA26}"/>
    </a:ext>
  </a:extLst>
</a:theme>
</file>

<file path=ppt/theme/theme2.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57DC9B"/>
        </a:solidFill>
        <a:ln>
          <a:noFill/>
        </a:ln>
      </a:spPr>
      <a:bodyPr rtlCol="0" anchor="ctr"/>
      <a:lstStyle>
        <a:defPPr algn="ctr">
          <a:defRPr kumimoji="1"/>
        </a:defPPr>
      </a:lstStyle>
      <a:style>
        <a:lnRef idx="2">
          <a:schemeClr val="accent1">
            <a:shade val="15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 2013 - 2022</Template>
  <TotalTime>6350</TotalTime>
  <Words>22324</Words>
  <Application>Microsoft Macintosh PowerPoint</Application>
  <PresentationFormat>宽屏</PresentationFormat>
  <Paragraphs>4622</Paragraphs>
  <Slides>143</Slides>
  <Notes>122</Notes>
  <HiddenSlides>0</HiddenSlides>
  <MMClips>0</MMClips>
  <ScaleCrop>false</ScaleCrop>
  <HeadingPairs>
    <vt:vector size="8" baseType="variant">
      <vt:variant>
        <vt:lpstr>已用的字体</vt:lpstr>
      </vt:variant>
      <vt:variant>
        <vt:i4>15</vt:i4>
      </vt:variant>
      <vt:variant>
        <vt:lpstr>主题</vt:lpstr>
      </vt:variant>
      <vt:variant>
        <vt:i4>2</vt:i4>
      </vt:variant>
      <vt:variant>
        <vt:lpstr>嵌入 OLE 服务器</vt:lpstr>
      </vt:variant>
      <vt:variant>
        <vt:i4>1</vt:i4>
      </vt:variant>
      <vt:variant>
        <vt:lpstr>幻灯片标题</vt:lpstr>
      </vt:variant>
      <vt:variant>
        <vt:i4>143</vt:i4>
      </vt:variant>
    </vt:vector>
  </HeadingPairs>
  <TitlesOfParts>
    <vt:vector size="161" baseType="lpstr">
      <vt:lpstr>Poppins Black</vt:lpstr>
      <vt:lpstr>Arial</vt:lpstr>
      <vt:lpstr>Alibaba PuHuiTi Light</vt:lpstr>
      <vt:lpstr>等线</vt:lpstr>
      <vt:lpstr>Poppins</vt:lpstr>
      <vt:lpstr>Alibaba PuHuiTi</vt:lpstr>
      <vt:lpstr>Calibri Light</vt:lpstr>
      <vt:lpstr>Alibaba PuHuiTi Heavy</vt:lpstr>
      <vt:lpstr>FagoNoLf Med</vt:lpstr>
      <vt:lpstr>DIN Condensed</vt:lpstr>
      <vt:lpstr>Calibri</vt:lpstr>
      <vt:lpstr>Wingdings</vt:lpstr>
      <vt:lpstr>Karla</vt:lpstr>
      <vt:lpstr>Alibaba PuHuiTi Medium</vt:lpstr>
      <vt:lpstr>DIN</vt:lpstr>
      <vt:lpstr>Office 主题​​</vt:lpstr>
      <vt:lpstr>1_Office 主题​​</vt:lpstr>
      <vt:lpstr>think-cell Slide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科研图标</vt:lpstr>
      <vt:lpstr>PowerPoint 演示文稿</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O365</dc:creator>
  <cp:lastModifiedBy>O365</cp:lastModifiedBy>
  <cp:revision>36</cp:revision>
  <dcterms:created xsi:type="dcterms:W3CDTF">2023-07-28T02:02:40Z</dcterms:created>
  <dcterms:modified xsi:type="dcterms:W3CDTF">2023-09-14T10:05:54Z</dcterms:modified>
</cp:coreProperties>
</file>